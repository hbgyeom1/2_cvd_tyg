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Relationship Id="rId9" Type="http://schemas.openxmlformats.org/officeDocument/2006/relationships/slide" Target="slides/slide2.xml"/>
<Relationship Id="rId10" Type="http://schemas.openxmlformats.org/officeDocument/2006/relationships/slide" Target="slides/slide3.xml"/>
<Relationship Id="rId11" Type="http://schemas.openxmlformats.org/officeDocument/2006/relationships/slide" Target="slides/slide4.xml"/>
<Relationship Id="rId12" Type="http://schemas.openxmlformats.org/officeDocument/2006/relationships/slide" Target="slides/slide5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_rels/slide2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_rels/slide3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_rels/slide4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_rels/slide5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081003" y="0"/>
              <a:ext cx="6981992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1652822" y="69589"/>
              <a:ext cx="6340585" cy="634058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652822" y="5617600"/>
              <a:ext cx="6340585" cy="0"/>
            </a:xfrm>
            <a:custGeom>
              <a:avLst/>
              <a:pathLst>
                <a:path w="6340585" h="0">
                  <a:moveTo>
                    <a:pt x="0" y="0"/>
                  </a:moveTo>
                  <a:lnTo>
                    <a:pt x="6340585" y="0"/>
                  </a:lnTo>
                  <a:lnTo>
                    <a:pt x="6340585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652822" y="4032454"/>
              <a:ext cx="6340585" cy="0"/>
            </a:xfrm>
            <a:custGeom>
              <a:avLst/>
              <a:pathLst>
                <a:path w="6340585" h="0">
                  <a:moveTo>
                    <a:pt x="0" y="0"/>
                  </a:moveTo>
                  <a:lnTo>
                    <a:pt x="6340585" y="0"/>
                  </a:lnTo>
                  <a:lnTo>
                    <a:pt x="6340585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2822" y="2447308"/>
              <a:ext cx="6340585" cy="0"/>
            </a:xfrm>
            <a:custGeom>
              <a:avLst/>
              <a:pathLst>
                <a:path w="6340585" h="0">
                  <a:moveTo>
                    <a:pt x="0" y="0"/>
                  </a:moveTo>
                  <a:lnTo>
                    <a:pt x="6340585" y="0"/>
                  </a:lnTo>
                  <a:lnTo>
                    <a:pt x="6340585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52822" y="862162"/>
              <a:ext cx="6340585" cy="0"/>
            </a:xfrm>
            <a:custGeom>
              <a:avLst/>
              <a:pathLst>
                <a:path w="6340585" h="0">
                  <a:moveTo>
                    <a:pt x="0" y="0"/>
                  </a:moveTo>
                  <a:lnTo>
                    <a:pt x="6340585" y="0"/>
                  </a:lnTo>
                  <a:lnTo>
                    <a:pt x="6340585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445395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30541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615687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200834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652822" y="6410174"/>
              <a:ext cx="6340585" cy="0"/>
            </a:xfrm>
            <a:custGeom>
              <a:avLst/>
              <a:pathLst>
                <a:path w="6340585" h="0">
                  <a:moveTo>
                    <a:pt x="0" y="0"/>
                  </a:moveTo>
                  <a:lnTo>
                    <a:pt x="6340585" y="0"/>
                  </a:lnTo>
                  <a:lnTo>
                    <a:pt x="6340585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652822" y="4825027"/>
              <a:ext cx="6340585" cy="0"/>
            </a:xfrm>
            <a:custGeom>
              <a:avLst/>
              <a:pathLst>
                <a:path w="6340585" h="0">
                  <a:moveTo>
                    <a:pt x="0" y="0"/>
                  </a:moveTo>
                  <a:lnTo>
                    <a:pt x="6340585" y="0"/>
                  </a:lnTo>
                  <a:lnTo>
                    <a:pt x="6340585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52822" y="3239881"/>
              <a:ext cx="6340585" cy="0"/>
            </a:xfrm>
            <a:custGeom>
              <a:avLst/>
              <a:pathLst>
                <a:path w="6340585" h="0">
                  <a:moveTo>
                    <a:pt x="0" y="0"/>
                  </a:moveTo>
                  <a:lnTo>
                    <a:pt x="6340585" y="0"/>
                  </a:lnTo>
                  <a:lnTo>
                    <a:pt x="6340585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52822" y="1654735"/>
              <a:ext cx="6340585" cy="0"/>
            </a:xfrm>
            <a:custGeom>
              <a:avLst/>
              <a:pathLst>
                <a:path w="6340585" h="0">
                  <a:moveTo>
                    <a:pt x="0" y="0"/>
                  </a:moveTo>
                  <a:lnTo>
                    <a:pt x="6340585" y="0"/>
                  </a:lnTo>
                  <a:lnTo>
                    <a:pt x="6340585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652822" y="69589"/>
              <a:ext cx="6340585" cy="0"/>
            </a:xfrm>
            <a:custGeom>
              <a:avLst/>
              <a:pathLst>
                <a:path w="6340585" h="0">
                  <a:moveTo>
                    <a:pt x="0" y="0"/>
                  </a:moveTo>
                  <a:lnTo>
                    <a:pt x="6340585" y="0"/>
                  </a:lnTo>
                  <a:lnTo>
                    <a:pt x="6340585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652822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237968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823114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408261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993407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652822" y="69589"/>
              <a:ext cx="6340585" cy="6340585"/>
            </a:xfrm>
            <a:custGeom>
              <a:avLst/>
              <a:pathLst>
                <a:path w="6340585" h="6340585">
                  <a:moveTo>
                    <a:pt x="0" y="6340585"/>
                  </a:moveTo>
                  <a:lnTo>
                    <a:pt x="117" y="6340585"/>
                  </a:lnTo>
                  <a:lnTo>
                    <a:pt x="117" y="6340154"/>
                  </a:lnTo>
                  <a:lnTo>
                    <a:pt x="235" y="6340154"/>
                  </a:lnTo>
                  <a:lnTo>
                    <a:pt x="235" y="6339723"/>
                  </a:lnTo>
                  <a:lnTo>
                    <a:pt x="352" y="6339723"/>
                  </a:lnTo>
                  <a:lnTo>
                    <a:pt x="470" y="6339723"/>
                  </a:lnTo>
                  <a:lnTo>
                    <a:pt x="470" y="6339293"/>
                  </a:lnTo>
                  <a:lnTo>
                    <a:pt x="588" y="6339293"/>
                  </a:lnTo>
                  <a:lnTo>
                    <a:pt x="588" y="6338862"/>
                  </a:lnTo>
                  <a:lnTo>
                    <a:pt x="588" y="6338432"/>
                  </a:lnTo>
                  <a:lnTo>
                    <a:pt x="588" y="6338001"/>
                  </a:lnTo>
                  <a:lnTo>
                    <a:pt x="705" y="6338001"/>
                  </a:lnTo>
                  <a:lnTo>
                    <a:pt x="705" y="6337570"/>
                  </a:lnTo>
                  <a:lnTo>
                    <a:pt x="823" y="6337570"/>
                  </a:lnTo>
                  <a:lnTo>
                    <a:pt x="940" y="6337570"/>
                  </a:lnTo>
                  <a:lnTo>
                    <a:pt x="1058" y="6337570"/>
                  </a:lnTo>
                  <a:lnTo>
                    <a:pt x="1058" y="6337140"/>
                  </a:lnTo>
                  <a:lnTo>
                    <a:pt x="1058" y="6336709"/>
                  </a:lnTo>
                  <a:lnTo>
                    <a:pt x="1058" y="6336279"/>
                  </a:lnTo>
                  <a:lnTo>
                    <a:pt x="1058" y="6335848"/>
                  </a:lnTo>
                  <a:lnTo>
                    <a:pt x="1176" y="6335848"/>
                  </a:lnTo>
                  <a:lnTo>
                    <a:pt x="1176" y="6335417"/>
                  </a:lnTo>
                  <a:lnTo>
                    <a:pt x="1293" y="6335417"/>
                  </a:lnTo>
                  <a:lnTo>
                    <a:pt x="1411" y="6335417"/>
                  </a:lnTo>
                  <a:lnTo>
                    <a:pt x="1528" y="6335417"/>
                  </a:lnTo>
                  <a:lnTo>
                    <a:pt x="1528" y="6334987"/>
                  </a:lnTo>
                  <a:lnTo>
                    <a:pt x="1646" y="6334987"/>
                  </a:lnTo>
                  <a:lnTo>
                    <a:pt x="1646" y="6334556"/>
                  </a:lnTo>
                  <a:lnTo>
                    <a:pt x="1646" y="6334126"/>
                  </a:lnTo>
                  <a:lnTo>
                    <a:pt x="1764" y="6334126"/>
                  </a:lnTo>
                  <a:lnTo>
                    <a:pt x="1881" y="6334126"/>
                  </a:lnTo>
                  <a:lnTo>
                    <a:pt x="1999" y="6334126"/>
                  </a:lnTo>
                  <a:lnTo>
                    <a:pt x="1999" y="6333695"/>
                  </a:lnTo>
                  <a:lnTo>
                    <a:pt x="1999" y="6333264"/>
                  </a:lnTo>
                  <a:lnTo>
                    <a:pt x="2117" y="6333264"/>
                  </a:lnTo>
                  <a:lnTo>
                    <a:pt x="2234" y="6333264"/>
                  </a:lnTo>
                  <a:lnTo>
                    <a:pt x="2352" y="6333264"/>
                  </a:lnTo>
                  <a:lnTo>
                    <a:pt x="2469" y="6333264"/>
                  </a:lnTo>
                  <a:lnTo>
                    <a:pt x="2587" y="6333264"/>
                  </a:lnTo>
                  <a:lnTo>
                    <a:pt x="2705" y="6333264"/>
                  </a:lnTo>
                  <a:lnTo>
                    <a:pt x="2822" y="6333264"/>
                  </a:lnTo>
                  <a:lnTo>
                    <a:pt x="2940" y="6333264"/>
                  </a:lnTo>
                  <a:lnTo>
                    <a:pt x="3057" y="6333264"/>
                  </a:lnTo>
                  <a:lnTo>
                    <a:pt x="3175" y="6333264"/>
                  </a:lnTo>
                  <a:lnTo>
                    <a:pt x="3293" y="6333264"/>
                  </a:lnTo>
                  <a:lnTo>
                    <a:pt x="3410" y="6333264"/>
                  </a:lnTo>
                  <a:lnTo>
                    <a:pt x="3528" y="6333264"/>
                  </a:lnTo>
                  <a:lnTo>
                    <a:pt x="3646" y="6333264"/>
                  </a:lnTo>
                  <a:lnTo>
                    <a:pt x="3763" y="6333264"/>
                  </a:lnTo>
                  <a:lnTo>
                    <a:pt x="3881" y="6333264"/>
                  </a:lnTo>
                  <a:lnTo>
                    <a:pt x="3998" y="6333264"/>
                  </a:lnTo>
                  <a:lnTo>
                    <a:pt x="4116" y="6333264"/>
                  </a:lnTo>
                  <a:lnTo>
                    <a:pt x="4234" y="6333264"/>
                  </a:lnTo>
                  <a:lnTo>
                    <a:pt x="4351" y="6333264"/>
                  </a:lnTo>
                  <a:lnTo>
                    <a:pt x="4469" y="6333264"/>
                  </a:lnTo>
                  <a:lnTo>
                    <a:pt x="4586" y="6333264"/>
                  </a:lnTo>
                  <a:lnTo>
                    <a:pt x="4704" y="6333264"/>
                  </a:lnTo>
                  <a:lnTo>
                    <a:pt x="4704" y="6332834"/>
                  </a:lnTo>
                  <a:lnTo>
                    <a:pt x="4704" y="6332403"/>
                  </a:lnTo>
                  <a:lnTo>
                    <a:pt x="4822" y="6332403"/>
                  </a:lnTo>
                  <a:lnTo>
                    <a:pt x="4939" y="6332403"/>
                  </a:lnTo>
                  <a:lnTo>
                    <a:pt x="4939" y="6331973"/>
                  </a:lnTo>
                  <a:lnTo>
                    <a:pt x="4939" y="6331542"/>
                  </a:lnTo>
                  <a:lnTo>
                    <a:pt x="4939" y="6331111"/>
                  </a:lnTo>
                  <a:lnTo>
                    <a:pt x="4939" y="6330681"/>
                  </a:lnTo>
                  <a:lnTo>
                    <a:pt x="4939" y="6330250"/>
                  </a:lnTo>
                  <a:lnTo>
                    <a:pt x="5057" y="6330250"/>
                  </a:lnTo>
                  <a:lnTo>
                    <a:pt x="5175" y="6330250"/>
                  </a:lnTo>
                  <a:lnTo>
                    <a:pt x="5292" y="6330250"/>
                  </a:lnTo>
                  <a:lnTo>
                    <a:pt x="5410" y="6330250"/>
                  </a:lnTo>
                  <a:lnTo>
                    <a:pt x="5410" y="6329820"/>
                  </a:lnTo>
                  <a:lnTo>
                    <a:pt x="5410" y="6329389"/>
                  </a:lnTo>
                  <a:lnTo>
                    <a:pt x="5527" y="6329389"/>
                  </a:lnTo>
                  <a:lnTo>
                    <a:pt x="5527" y="6328958"/>
                  </a:lnTo>
                  <a:lnTo>
                    <a:pt x="5645" y="6328958"/>
                  </a:lnTo>
                  <a:lnTo>
                    <a:pt x="5763" y="6328958"/>
                  </a:lnTo>
                  <a:lnTo>
                    <a:pt x="5880" y="6328958"/>
                  </a:lnTo>
                  <a:lnTo>
                    <a:pt x="5998" y="6328958"/>
                  </a:lnTo>
                  <a:lnTo>
                    <a:pt x="5998" y="6328528"/>
                  </a:lnTo>
                  <a:lnTo>
                    <a:pt x="6115" y="6328528"/>
                  </a:lnTo>
                  <a:lnTo>
                    <a:pt x="6233" y="6328528"/>
                  </a:lnTo>
                  <a:lnTo>
                    <a:pt x="6351" y="6328528"/>
                  </a:lnTo>
                  <a:lnTo>
                    <a:pt x="6468" y="6328528"/>
                  </a:lnTo>
                  <a:lnTo>
                    <a:pt x="6468" y="6328097"/>
                  </a:lnTo>
                  <a:lnTo>
                    <a:pt x="6586" y="6328097"/>
                  </a:lnTo>
                  <a:lnTo>
                    <a:pt x="6704" y="6328097"/>
                  </a:lnTo>
                  <a:lnTo>
                    <a:pt x="6821" y="6328097"/>
                  </a:lnTo>
                  <a:lnTo>
                    <a:pt x="6939" y="6328097"/>
                  </a:lnTo>
                  <a:lnTo>
                    <a:pt x="6939" y="6327667"/>
                  </a:lnTo>
                  <a:lnTo>
                    <a:pt x="7056" y="6327667"/>
                  </a:lnTo>
                  <a:lnTo>
                    <a:pt x="7174" y="6327667"/>
                  </a:lnTo>
                  <a:lnTo>
                    <a:pt x="7292" y="6327667"/>
                  </a:lnTo>
                  <a:lnTo>
                    <a:pt x="7409" y="6327667"/>
                  </a:lnTo>
                  <a:lnTo>
                    <a:pt x="7527" y="6327667"/>
                  </a:lnTo>
                  <a:lnTo>
                    <a:pt x="7644" y="6327667"/>
                  </a:lnTo>
                  <a:lnTo>
                    <a:pt x="7762" y="6327667"/>
                  </a:lnTo>
                  <a:lnTo>
                    <a:pt x="7880" y="6327667"/>
                  </a:lnTo>
                  <a:lnTo>
                    <a:pt x="7997" y="6327667"/>
                  </a:lnTo>
                  <a:lnTo>
                    <a:pt x="8115" y="6327667"/>
                  </a:lnTo>
                  <a:lnTo>
                    <a:pt x="8232" y="6327667"/>
                  </a:lnTo>
                  <a:lnTo>
                    <a:pt x="8350" y="6327667"/>
                  </a:lnTo>
                  <a:lnTo>
                    <a:pt x="8350" y="6327236"/>
                  </a:lnTo>
                  <a:lnTo>
                    <a:pt x="8468" y="6327236"/>
                  </a:lnTo>
                  <a:lnTo>
                    <a:pt x="8585" y="6327236"/>
                  </a:lnTo>
                  <a:lnTo>
                    <a:pt x="8585" y="6326805"/>
                  </a:lnTo>
                  <a:lnTo>
                    <a:pt x="8703" y="6326805"/>
                  </a:lnTo>
                  <a:lnTo>
                    <a:pt x="8821" y="6326805"/>
                  </a:lnTo>
                  <a:lnTo>
                    <a:pt x="8938" y="6326805"/>
                  </a:lnTo>
                  <a:lnTo>
                    <a:pt x="8938" y="6326375"/>
                  </a:lnTo>
                  <a:lnTo>
                    <a:pt x="9056" y="6326375"/>
                  </a:lnTo>
                  <a:lnTo>
                    <a:pt x="9173" y="6326375"/>
                  </a:lnTo>
                  <a:lnTo>
                    <a:pt x="9173" y="6325944"/>
                  </a:lnTo>
                  <a:lnTo>
                    <a:pt x="9173" y="6325514"/>
                  </a:lnTo>
                  <a:lnTo>
                    <a:pt x="9291" y="6325514"/>
                  </a:lnTo>
                  <a:lnTo>
                    <a:pt x="9409" y="6325514"/>
                  </a:lnTo>
                  <a:lnTo>
                    <a:pt x="9409" y="6325083"/>
                  </a:lnTo>
                  <a:lnTo>
                    <a:pt x="9526" y="6325083"/>
                  </a:lnTo>
                  <a:lnTo>
                    <a:pt x="9644" y="6325083"/>
                  </a:lnTo>
                  <a:lnTo>
                    <a:pt x="9761" y="6325083"/>
                  </a:lnTo>
                  <a:lnTo>
                    <a:pt x="9761" y="6324652"/>
                  </a:lnTo>
                  <a:lnTo>
                    <a:pt x="9879" y="6324652"/>
                  </a:lnTo>
                  <a:lnTo>
                    <a:pt x="9997" y="6324652"/>
                  </a:lnTo>
                  <a:lnTo>
                    <a:pt x="10114" y="6324652"/>
                  </a:lnTo>
                  <a:lnTo>
                    <a:pt x="10114" y="6324222"/>
                  </a:lnTo>
                  <a:lnTo>
                    <a:pt x="10114" y="6323791"/>
                  </a:lnTo>
                  <a:lnTo>
                    <a:pt x="10232" y="6323791"/>
                  </a:lnTo>
                  <a:lnTo>
                    <a:pt x="10232" y="6323361"/>
                  </a:lnTo>
                  <a:lnTo>
                    <a:pt x="10350" y="6323361"/>
                  </a:lnTo>
                  <a:lnTo>
                    <a:pt x="10350" y="6322930"/>
                  </a:lnTo>
                  <a:lnTo>
                    <a:pt x="10467" y="6322930"/>
                  </a:lnTo>
                  <a:lnTo>
                    <a:pt x="10585" y="6322930"/>
                  </a:lnTo>
                  <a:lnTo>
                    <a:pt x="10702" y="6322930"/>
                  </a:lnTo>
                  <a:lnTo>
                    <a:pt x="10702" y="6322499"/>
                  </a:lnTo>
                  <a:lnTo>
                    <a:pt x="10820" y="6322499"/>
                  </a:lnTo>
                  <a:lnTo>
                    <a:pt x="10938" y="6322499"/>
                  </a:lnTo>
                  <a:lnTo>
                    <a:pt x="11055" y="6322499"/>
                  </a:lnTo>
                  <a:lnTo>
                    <a:pt x="11173" y="6322499"/>
                  </a:lnTo>
                  <a:lnTo>
                    <a:pt x="11290" y="6322499"/>
                  </a:lnTo>
                  <a:lnTo>
                    <a:pt x="11408" y="6322499"/>
                  </a:lnTo>
                  <a:lnTo>
                    <a:pt x="11408" y="6322069"/>
                  </a:lnTo>
                  <a:lnTo>
                    <a:pt x="11526" y="6322069"/>
                  </a:lnTo>
                  <a:lnTo>
                    <a:pt x="11643" y="6322069"/>
                  </a:lnTo>
                  <a:lnTo>
                    <a:pt x="11761" y="6322069"/>
                  </a:lnTo>
                  <a:lnTo>
                    <a:pt x="11761" y="6321638"/>
                  </a:lnTo>
                  <a:lnTo>
                    <a:pt x="11761" y="6321208"/>
                  </a:lnTo>
                  <a:lnTo>
                    <a:pt x="11879" y="6321208"/>
                  </a:lnTo>
                  <a:lnTo>
                    <a:pt x="11879" y="6320777"/>
                  </a:lnTo>
                  <a:lnTo>
                    <a:pt x="11996" y="6320777"/>
                  </a:lnTo>
                  <a:lnTo>
                    <a:pt x="12114" y="6320777"/>
                  </a:lnTo>
                  <a:lnTo>
                    <a:pt x="12231" y="6320777"/>
                  </a:lnTo>
                  <a:lnTo>
                    <a:pt x="12349" y="6320777"/>
                  </a:lnTo>
                  <a:lnTo>
                    <a:pt x="12467" y="6320777"/>
                  </a:lnTo>
                  <a:lnTo>
                    <a:pt x="12584" y="6320777"/>
                  </a:lnTo>
                  <a:lnTo>
                    <a:pt x="12584" y="6320346"/>
                  </a:lnTo>
                  <a:lnTo>
                    <a:pt x="12702" y="6320346"/>
                  </a:lnTo>
                  <a:lnTo>
                    <a:pt x="12819" y="6320346"/>
                  </a:lnTo>
                  <a:lnTo>
                    <a:pt x="12937" y="6320346"/>
                  </a:lnTo>
                  <a:lnTo>
                    <a:pt x="13055" y="6320346"/>
                  </a:lnTo>
                  <a:lnTo>
                    <a:pt x="13172" y="6320346"/>
                  </a:lnTo>
                  <a:lnTo>
                    <a:pt x="13172" y="6319916"/>
                  </a:lnTo>
                  <a:lnTo>
                    <a:pt x="13290" y="6319916"/>
                  </a:lnTo>
                  <a:lnTo>
                    <a:pt x="13290" y="6319485"/>
                  </a:lnTo>
                  <a:lnTo>
                    <a:pt x="13290" y="6319055"/>
                  </a:lnTo>
                  <a:lnTo>
                    <a:pt x="13408" y="6319055"/>
                  </a:lnTo>
                  <a:lnTo>
                    <a:pt x="13525" y="6319055"/>
                  </a:lnTo>
                  <a:lnTo>
                    <a:pt x="13525" y="6318624"/>
                  </a:lnTo>
                  <a:lnTo>
                    <a:pt x="13643" y="6318624"/>
                  </a:lnTo>
                  <a:lnTo>
                    <a:pt x="13643" y="6318193"/>
                  </a:lnTo>
                  <a:lnTo>
                    <a:pt x="13760" y="6318193"/>
                  </a:lnTo>
                  <a:lnTo>
                    <a:pt x="13878" y="6318193"/>
                  </a:lnTo>
                  <a:lnTo>
                    <a:pt x="13996" y="6318193"/>
                  </a:lnTo>
                  <a:lnTo>
                    <a:pt x="13996" y="6317763"/>
                  </a:lnTo>
                  <a:lnTo>
                    <a:pt x="14113" y="6317763"/>
                  </a:lnTo>
                  <a:lnTo>
                    <a:pt x="14231" y="6317763"/>
                  </a:lnTo>
                  <a:lnTo>
                    <a:pt x="14348" y="6317763"/>
                  </a:lnTo>
                  <a:lnTo>
                    <a:pt x="14466" y="6317763"/>
                  </a:lnTo>
                  <a:lnTo>
                    <a:pt x="14584" y="6317763"/>
                  </a:lnTo>
                  <a:lnTo>
                    <a:pt x="14701" y="6317763"/>
                  </a:lnTo>
                  <a:lnTo>
                    <a:pt x="14819" y="6317763"/>
                  </a:lnTo>
                  <a:lnTo>
                    <a:pt x="14937" y="6317763"/>
                  </a:lnTo>
                  <a:lnTo>
                    <a:pt x="14937" y="6317332"/>
                  </a:lnTo>
                  <a:lnTo>
                    <a:pt x="15054" y="6317332"/>
                  </a:lnTo>
                  <a:lnTo>
                    <a:pt x="15172" y="6317332"/>
                  </a:lnTo>
                  <a:lnTo>
                    <a:pt x="15289" y="6317332"/>
                  </a:lnTo>
                  <a:lnTo>
                    <a:pt x="15407" y="6317332"/>
                  </a:lnTo>
                  <a:lnTo>
                    <a:pt x="15525" y="6317332"/>
                  </a:lnTo>
                  <a:lnTo>
                    <a:pt x="15642" y="6317332"/>
                  </a:lnTo>
                  <a:lnTo>
                    <a:pt x="15760" y="6317332"/>
                  </a:lnTo>
                  <a:lnTo>
                    <a:pt x="15877" y="6317332"/>
                  </a:lnTo>
                  <a:lnTo>
                    <a:pt x="15995" y="6317332"/>
                  </a:lnTo>
                  <a:lnTo>
                    <a:pt x="15995" y="6316902"/>
                  </a:lnTo>
                  <a:lnTo>
                    <a:pt x="16113" y="6316902"/>
                  </a:lnTo>
                  <a:lnTo>
                    <a:pt x="16230" y="6316902"/>
                  </a:lnTo>
                  <a:lnTo>
                    <a:pt x="16348" y="6316902"/>
                  </a:lnTo>
                  <a:lnTo>
                    <a:pt x="16465" y="6316902"/>
                  </a:lnTo>
                  <a:lnTo>
                    <a:pt x="16583" y="6316902"/>
                  </a:lnTo>
                  <a:lnTo>
                    <a:pt x="16701" y="6316902"/>
                  </a:lnTo>
                  <a:lnTo>
                    <a:pt x="16818" y="6316902"/>
                  </a:lnTo>
                  <a:lnTo>
                    <a:pt x="16818" y="6316471"/>
                  </a:lnTo>
                  <a:lnTo>
                    <a:pt x="16936" y="6316471"/>
                  </a:lnTo>
                  <a:lnTo>
                    <a:pt x="16936" y="6316040"/>
                  </a:lnTo>
                  <a:lnTo>
                    <a:pt x="17054" y="6316040"/>
                  </a:lnTo>
                  <a:lnTo>
                    <a:pt x="17171" y="6316040"/>
                  </a:lnTo>
                  <a:lnTo>
                    <a:pt x="17289" y="6316040"/>
                  </a:lnTo>
                  <a:lnTo>
                    <a:pt x="17289" y="6315610"/>
                  </a:lnTo>
                  <a:lnTo>
                    <a:pt x="17406" y="6315610"/>
                  </a:lnTo>
                  <a:lnTo>
                    <a:pt x="17642" y="6315610"/>
                  </a:lnTo>
                  <a:lnTo>
                    <a:pt x="17759" y="6315610"/>
                  </a:lnTo>
                  <a:lnTo>
                    <a:pt x="17759" y="6315179"/>
                  </a:lnTo>
                  <a:lnTo>
                    <a:pt x="17759" y="6314749"/>
                  </a:lnTo>
                  <a:lnTo>
                    <a:pt x="17877" y="6314749"/>
                  </a:lnTo>
                  <a:lnTo>
                    <a:pt x="17877" y="6314318"/>
                  </a:lnTo>
                  <a:lnTo>
                    <a:pt x="17994" y="6314318"/>
                  </a:lnTo>
                  <a:lnTo>
                    <a:pt x="18112" y="6314318"/>
                  </a:lnTo>
                  <a:lnTo>
                    <a:pt x="18112" y="6313887"/>
                  </a:lnTo>
                  <a:lnTo>
                    <a:pt x="18112" y="6313457"/>
                  </a:lnTo>
                  <a:lnTo>
                    <a:pt x="18230" y="6313457"/>
                  </a:lnTo>
                  <a:lnTo>
                    <a:pt x="18347" y="6313457"/>
                  </a:lnTo>
                  <a:lnTo>
                    <a:pt x="18465" y="6313457"/>
                  </a:lnTo>
                  <a:lnTo>
                    <a:pt x="18465" y="6312596"/>
                  </a:lnTo>
                  <a:lnTo>
                    <a:pt x="18465" y="6312165"/>
                  </a:lnTo>
                  <a:lnTo>
                    <a:pt x="18583" y="6312165"/>
                  </a:lnTo>
                  <a:lnTo>
                    <a:pt x="18700" y="6312165"/>
                  </a:lnTo>
                  <a:lnTo>
                    <a:pt x="18818" y="6311734"/>
                  </a:lnTo>
                  <a:lnTo>
                    <a:pt x="18818" y="6311304"/>
                  </a:lnTo>
                  <a:lnTo>
                    <a:pt x="18935" y="6311304"/>
                  </a:lnTo>
                  <a:lnTo>
                    <a:pt x="19053" y="6311304"/>
                  </a:lnTo>
                  <a:lnTo>
                    <a:pt x="19171" y="6311304"/>
                  </a:lnTo>
                  <a:lnTo>
                    <a:pt x="19288" y="6311304"/>
                  </a:lnTo>
                  <a:lnTo>
                    <a:pt x="19288" y="6310873"/>
                  </a:lnTo>
                  <a:lnTo>
                    <a:pt x="19288" y="6310443"/>
                  </a:lnTo>
                  <a:lnTo>
                    <a:pt x="19288" y="6310012"/>
                  </a:lnTo>
                  <a:lnTo>
                    <a:pt x="19406" y="6310012"/>
                  </a:lnTo>
                  <a:lnTo>
                    <a:pt x="19406" y="6309581"/>
                  </a:lnTo>
                  <a:lnTo>
                    <a:pt x="19523" y="6309581"/>
                  </a:lnTo>
                  <a:lnTo>
                    <a:pt x="19523" y="6309151"/>
                  </a:lnTo>
                  <a:lnTo>
                    <a:pt x="19641" y="6309151"/>
                  </a:lnTo>
                  <a:lnTo>
                    <a:pt x="19759" y="6309151"/>
                  </a:lnTo>
                  <a:lnTo>
                    <a:pt x="19876" y="6309151"/>
                  </a:lnTo>
                  <a:lnTo>
                    <a:pt x="19994" y="6309151"/>
                  </a:lnTo>
                  <a:lnTo>
                    <a:pt x="20112" y="6309151"/>
                  </a:lnTo>
                  <a:lnTo>
                    <a:pt x="20229" y="6309151"/>
                  </a:lnTo>
                  <a:lnTo>
                    <a:pt x="20347" y="6309151"/>
                  </a:lnTo>
                  <a:lnTo>
                    <a:pt x="20347" y="6308720"/>
                  </a:lnTo>
                  <a:lnTo>
                    <a:pt x="20464" y="6308720"/>
                  </a:lnTo>
                  <a:lnTo>
                    <a:pt x="20582" y="6308720"/>
                  </a:lnTo>
                  <a:lnTo>
                    <a:pt x="20700" y="6308720"/>
                  </a:lnTo>
                  <a:lnTo>
                    <a:pt x="20700" y="6308290"/>
                  </a:lnTo>
                  <a:lnTo>
                    <a:pt x="20700" y="6307859"/>
                  </a:lnTo>
                  <a:lnTo>
                    <a:pt x="20700" y="6307428"/>
                  </a:lnTo>
                  <a:lnTo>
                    <a:pt x="20700" y="6306998"/>
                  </a:lnTo>
                  <a:lnTo>
                    <a:pt x="20817" y="6306998"/>
                  </a:lnTo>
                  <a:lnTo>
                    <a:pt x="20935" y="6306998"/>
                  </a:lnTo>
                  <a:lnTo>
                    <a:pt x="20935" y="6306567"/>
                  </a:lnTo>
                  <a:lnTo>
                    <a:pt x="20935" y="6306137"/>
                  </a:lnTo>
                  <a:lnTo>
                    <a:pt x="21170" y="6306137"/>
                  </a:lnTo>
                  <a:lnTo>
                    <a:pt x="21288" y="6306137"/>
                  </a:lnTo>
                  <a:lnTo>
                    <a:pt x="21288" y="6305706"/>
                  </a:lnTo>
                  <a:lnTo>
                    <a:pt x="21405" y="6305706"/>
                  </a:lnTo>
                  <a:lnTo>
                    <a:pt x="21523" y="6305706"/>
                  </a:lnTo>
                  <a:lnTo>
                    <a:pt x="21641" y="6305706"/>
                  </a:lnTo>
                  <a:lnTo>
                    <a:pt x="21641" y="6305275"/>
                  </a:lnTo>
                  <a:lnTo>
                    <a:pt x="21758" y="6305275"/>
                  </a:lnTo>
                  <a:lnTo>
                    <a:pt x="21758" y="6304845"/>
                  </a:lnTo>
                  <a:lnTo>
                    <a:pt x="21876" y="6304845"/>
                  </a:lnTo>
                  <a:lnTo>
                    <a:pt x="21876" y="6304414"/>
                  </a:lnTo>
                  <a:lnTo>
                    <a:pt x="21876" y="6303984"/>
                  </a:lnTo>
                  <a:lnTo>
                    <a:pt x="21876" y="6303553"/>
                  </a:lnTo>
                  <a:lnTo>
                    <a:pt x="21993" y="6303553"/>
                  </a:lnTo>
                  <a:lnTo>
                    <a:pt x="22111" y="6303553"/>
                  </a:lnTo>
                  <a:lnTo>
                    <a:pt x="22229" y="6303553"/>
                  </a:lnTo>
                  <a:lnTo>
                    <a:pt x="22229" y="6303122"/>
                  </a:lnTo>
                  <a:lnTo>
                    <a:pt x="22346" y="6303122"/>
                  </a:lnTo>
                  <a:lnTo>
                    <a:pt x="22464" y="6303122"/>
                  </a:lnTo>
                  <a:lnTo>
                    <a:pt x="22581" y="6303122"/>
                  </a:lnTo>
                  <a:lnTo>
                    <a:pt x="22699" y="6303122"/>
                  </a:lnTo>
                  <a:lnTo>
                    <a:pt x="22817" y="6303122"/>
                  </a:lnTo>
                  <a:lnTo>
                    <a:pt x="22817" y="6302692"/>
                  </a:lnTo>
                  <a:lnTo>
                    <a:pt x="22934" y="6302692"/>
                  </a:lnTo>
                  <a:lnTo>
                    <a:pt x="23052" y="6302692"/>
                  </a:lnTo>
                  <a:lnTo>
                    <a:pt x="23170" y="6302692"/>
                  </a:lnTo>
                  <a:lnTo>
                    <a:pt x="23287" y="6302692"/>
                  </a:lnTo>
                  <a:lnTo>
                    <a:pt x="23287" y="6302261"/>
                  </a:lnTo>
                  <a:lnTo>
                    <a:pt x="23405" y="6302261"/>
                  </a:lnTo>
                  <a:lnTo>
                    <a:pt x="23522" y="6302261"/>
                  </a:lnTo>
                  <a:lnTo>
                    <a:pt x="23640" y="6302261"/>
                  </a:lnTo>
                  <a:lnTo>
                    <a:pt x="23758" y="6302261"/>
                  </a:lnTo>
                  <a:lnTo>
                    <a:pt x="23875" y="6302261"/>
                  </a:lnTo>
                  <a:lnTo>
                    <a:pt x="23993" y="6302261"/>
                  </a:lnTo>
                  <a:lnTo>
                    <a:pt x="23993" y="6301831"/>
                  </a:lnTo>
                  <a:lnTo>
                    <a:pt x="24110" y="6301831"/>
                  </a:lnTo>
                  <a:lnTo>
                    <a:pt x="24110" y="6301400"/>
                  </a:lnTo>
                  <a:lnTo>
                    <a:pt x="24110" y="6300969"/>
                  </a:lnTo>
                  <a:lnTo>
                    <a:pt x="24228" y="6300969"/>
                  </a:lnTo>
                  <a:lnTo>
                    <a:pt x="24228" y="6300539"/>
                  </a:lnTo>
                  <a:lnTo>
                    <a:pt x="24228" y="6300108"/>
                  </a:lnTo>
                  <a:lnTo>
                    <a:pt x="24346" y="6300108"/>
                  </a:lnTo>
                  <a:lnTo>
                    <a:pt x="24581" y="6300108"/>
                  </a:lnTo>
                  <a:lnTo>
                    <a:pt x="24816" y="6300108"/>
                  </a:lnTo>
                  <a:lnTo>
                    <a:pt x="24934" y="6300108"/>
                  </a:lnTo>
                  <a:lnTo>
                    <a:pt x="24934" y="6299678"/>
                  </a:lnTo>
                  <a:lnTo>
                    <a:pt x="25051" y="6299678"/>
                  </a:lnTo>
                  <a:lnTo>
                    <a:pt x="25169" y="6299678"/>
                  </a:lnTo>
                  <a:lnTo>
                    <a:pt x="25287" y="6299678"/>
                  </a:lnTo>
                  <a:lnTo>
                    <a:pt x="25404" y="6299678"/>
                  </a:lnTo>
                  <a:lnTo>
                    <a:pt x="25522" y="6299678"/>
                  </a:lnTo>
                  <a:lnTo>
                    <a:pt x="25639" y="6299678"/>
                  </a:lnTo>
                  <a:lnTo>
                    <a:pt x="25757" y="6299678"/>
                  </a:lnTo>
                  <a:lnTo>
                    <a:pt x="25757" y="6299247"/>
                  </a:lnTo>
                  <a:lnTo>
                    <a:pt x="25875" y="6299247"/>
                  </a:lnTo>
                  <a:lnTo>
                    <a:pt x="25992" y="6299247"/>
                  </a:lnTo>
                  <a:lnTo>
                    <a:pt x="26110" y="6299247"/>
                  </a:lnTo>
                  <a:lnTo>
                    <a:pt x="26227" y="6299247"/>
                  </a:lnTo>
                  <a:lnTo>
                    <a:pt x="26345" y="6299247"/>
                  </a:lnTo>
                  <a:lnTo>
                    <a:pt x="26463" y="6299247"/>
                  </a:lnTo>
                  <a:lnTo>
                    <a:pt x="26580" y="6299247"/>
                  </a:lnTo>
                  <a:lnTo>
                    <a:pt x="26698" y="6299247"/>
                  </a:lnTo>
                  <a:lnTo>
                    <a:pt x="26816" y="6299247"/>
                  </a:lnTo>
                  <a:lnTo>
                    <a:pt x="26816" y="6298816"/>
                  </a:lnTo>
                  <a:lnTo>
                    <a:pt x="26933" y="6298816"/>
                  </a:lnTo>
                  <a:lnTo>
                    <a:pt x="27051" y="6298816"/>
                  </a:lnTo>
                  <a:lnTo>
                    <a:pt x="27051" y="6298386"/>
                  </a:lnTo>
                  <a:lnTo>
                    <a:pt x="27051" y="6297955"/>
                  </a:lnTo>
                  <a:lnTo>
                    <a:pt x="27168" y="6297955"/>
                  </a:lnTo>
                  <a:lnTo>
                    <a:pt x="27286" y="6297955"/>
                  </a:lnTo>
                  <a:lnTo>
                    <a:pt x="27404" y="6297955"/>
                  </a:lnTo>
                  <a:lnTo>
                    <a:pt x="27521" y="6297955"/>
                  </a:lnTo>
                  <a:lnTo>
                    <a:pt x="27639" y="6297955"/>
                  </a:lnTo>
                  <a:lnTo>
                    <a:pt x="27756" y="6297955"/>
                  </a:lnTo>
                  <a:lnTo>
                    <a:pt x="27874" y="6297955"/>
                  </a:lnTo>
                  <a:lnTo>
                    <a:pt x="27992" y="6297955"/>
                  </a:lnTo>
                  <a:lnTo>
                    <a:pt x="28109" y="6297955"/>
                  </a:lnTo>
                  <a:lnTo>
                    <a:pt x="28227" y="6297955"/>
                  </a:lnTo>
                  <a:lnTo>
                    <a:pt x="28345" y="6297955"/>
                  </a:lnTo>
                  <a:lnTo>
                    <a:pt x="28462" y="6297955"/>
                  </a:lnTo>
                  <a:lnTo>
                    <a:pt x="28580" y="6297955"/>
                  </a:lnTo>
                  <a:lnTo>
                    <a:pt x="28580" y="6297525"/>
                  </a:lnTo>
                  <a:lnTo>
                    <a:pt x="28580" y="6297094"/>
                  </a:lnTo>
                  <a:lnTo>
                    <a:pt x="28697" y="6297094"/>
                  </a:lnTo>
                  <a:lnTo>
                    <a:pt x="28815" y="6297094"/>
                  </a:lnTo>
                  <a:lnTo>
                    <a:pt x="28933" y="6297094"/>
                  </a:lnTo>
                  <a:lnTo>
                    <a:pt x="29050" y="6297094"/>
                  </a:lnTo>
                  <a:lnTo>
                    <a:pt x="29168" y="6297094"/>
                  </a:lnTo>
                  <a:lnTo>
                    <a:pt x="29168" y="6296663"/>
                  </a:lnTo>
                  <a:lnTo>
                    <a:pt x="29285" y="6296663"/>
                  </a:lnTo>
                  <a:lnTo>
                    <a:pt x="29285" y="6296233"/>
                  </a:lnTo>
                  <a:lnTo>
                    <a:pt x="29403" y="6296233"/>
                  </a:lnTo>
                  <a:lnTo>
                    <a:pt x="29521" y="6296233"/>
                  </a:lnTo>
                  <a:lnTo>
                    <a:pt x="29638" y="6296233"/>
                  </a:lnTo>
                  <a:lnTo>
                    <a:pt x="29638" y="6295802"/>
                  </a:lnTo>
                  <a:lnTo>
                    <a:pt x="29638" y="6295372"/>
                  </a:lnTo>
                  <a:lnTo>
                    <a:pt x="29756" y="6295372"/>
                  </a:lnTo>
                  <a:lnTo>
                    <a:pt x="29874" y="6295372"/>
                  </a:lnTo>
                  <a:lnTo>
                    <a:pt x="29991" y="6295372"/>
                  </a:lnTo>
                  <a:lnTo>
                    <a:pt x="30109" y="6295372"/>
                  </a:lnTo>
                  <a:lnTo>
                    <a:pt x="30109" y="6294941"/>
                  </a:lnTo>
                  <a:lnTo>
                    <a:pt x="30109" y="6294510"/>
                  </a:lnTo>
                  <a:lnTo>
                    <a:pt x="30109" y="6294080"/>
                  </a:lnTo>
                  <a:lnTo>
                    <a:pt x="30109" y="6293649"/>
                  </a:lnTo>
                  <a:lnTo>
                    <a:pt x="30109" y="6293219"/>
                  </a:lnTo>
                  <a:lnTo>
                    <a:pt x="30226" y="6293219"/>
                  </a:lnTo>
                  <a:lnTo>
                    <a:pt x="30344" y="6293219"/>
                  </a:lnTo>
                  <a:lnTo>
                    <a:pt x="30462" y="6293219"/>
                  </a:lnTo>
                  <a:lnTo>
                    <a:pt x="30579" y="6293219"/>
                  </a:lnTo>
                  <a:lnTo>
                    <a:pt x="30697" y="6293219"/>
                  </a:lnTo>
                  <a:lnTo>
                    <a:pt x="30814" y="6293219"/>
                  </a:lnTo>
                  <a:lnTo>
                    <a:pt x="30932" y="6293219"/>
                  </a:lnTo>
                  <a:lnTo>
                    <a:pt x="31050" y="6293219"/>
                  </a:lnTo>
                  <a:lnTo>
                    <a:pt x="31167" y="6293219"/>
                  </a:lnTo>
                  <a:lnTo>
                    <a:pt x="31285" y="6293219"/>
                  </a:lnTo>
                  <a:lnTo>
                    <a:pt x="31285" y="6292788"/>
                  </a:lnTo>
                  <a:lnTo>
                    <a:pt x="31403" y="6292788"/>
                  </a:lnTo>
                  <a:lnTo>
                    <a:pt x="31520" y="6292788"/>
                  </a:lnTo>
                  <a:lnTo>
                    <a:pt x="31638" y="6292788"/>
                  </a:lnTo>
                  <a:lnTo>
                    <a:pt x="31638" y="6292357"/>
                  </a:lnTo>
                  <a:lnTo>
                    <a:pt x="31755" y="6292357"/>
                  </a:lnTo>
                  <a:lnTo>
                    <a:pt x="31755" y="6291927"/>
                  </a:lnTo>
                  <a:lnTo>
                    <a:pt x="31755" y="6291496"/>
                  </a:lnTo>
                  <a:lnTo>
                    <a:pt x="31755" y="6291066"/>
                  </a:lnTo>
                  <a:lnTo>
                    <a:pt x="31755" y="6290635"/>
                  </a:lnTo>
                  <a:lnTo>
                    <a:pt x="31873" y="6290635"/>
                  </a:lnTo>
                  <a:lnTo>
                    <a:pt x="31991" y="6290635"/>
                  </a:lnTo>
                  <a:lnTo>
                    <a:pt x="32108" y="6290635"/>
                  </a:lnTo>
                  <a:lnTo>
                    <a:pt x="32108" y="6290204"/>
                  </a:lnTo>
                  <a:lnTo>
                    <a:pt x="32108" y="6289774"/>
                  </a:lnTo>
                  <a:lnTo>
                    <a:pt x="32108" y="6289343"/>
                  </a:lnTo>
                  <a:lnTo>
                    <a:pt x="32108" y="6288913"/>
                  </a:lnTo>
                  <a:lnTo>
                    <a:pt x="32226" y="6288913"/>
                  </a:lnTo>
                  <a:lnTo>
                    <a:pt x="32343" y="6288913"/>
                  </a:lnTo>
                  <a:lnTo>
                    <a:pt x="32343" y="6288482"/>
                  </a:lnTo>
                  <a:lnTo>
                    <a:pt x="32461" y="6288482"/>
                  </a:lnTo>
                  <a:lnTo>
                    <a:pt x="32579" y="6288482"/>
                  </a:lnTo>
                  <a:lnTo>
                    <a:pt x="32579" y="6288051"/>
                  </a:lnTo>
                  <a:lnTo>
                    <a:pt x="32696" y="6288051"/>
                  </a:lnTo>
                  <a:lnTo>
                    <a:pt x="32814" y="6288051"/>
                  </a:lnTo>
                  <a:lnTo>
                    <a:pt x="32931" y="6288051"/>
                  </a:lnTo>
                  <a:lnTo>
                    <a:pt x="33049" y="6288051"/>
                  </a:lnTo>
                  <a:lnTo>
                    <a:pt x="33167" y="6288051"/>
                  </a:lnTo>
                  <a:lnTo>
                    <a:pt x="33284" y="6288051"/>
                  </a:lnTo>
                  <a:lnTo>
                    <a:pt x="33284" y="6287621"/>
                  </a:lnTo>
                  <a:lnTo>
                    <a:pt x="33402" y="6287621"/>
                  </a:lnTo>
                  <a:lnTo>
                    <a:pt x="33520" y="6287621"/>
                  </a:lnTo>
                  <a:lnTo>
                    <a:pt x="33637" y="6287621"/>
                  </a:lnTo>
                  <a:lnTo>
                    <a:pt x="33755" y="6287621"/>
                  </a:lnTo>
                  <a:lnTo>
                    <a:pt x="33872" y="6287621"/>
                  </a:lnTo>
                  <a:lnTo>
                    <a:pt x="33990" y="6287621"/>
                  </a:lnTo>
                  <a:lnTo>
                    <a:pt x="34108" y="6287621"/>
                  </a:lnTo>
                  <a:lnTo>
                    <a:pt x="34225" y="6287621"/>
                  </a:lnTo>
                  <a:lnTo>
                    <a:pt x="34343" y="6287621"/>
                  </a:lnTo>
                  <a:lnTo>
                    <a:pt x="34460" y="6287621"/>
                  </a:lnTo>
                  <a:lnTo>
                    <a:pt x="34578" y="6287621"/>
                  </a:lnTo>
                  <a:lnTo>
                    <a:pt x="34696" y="6287621"/>
                  </a:lnTo>
                  <a:lnTo>
                    <a:pt x="34813" y="6287621"/>
                  </a:lnTo>
                  <a:lnTo>
                    <a:pt x="34813" y="6287190"/>
                  </a:lnTo>
                  <a:lnTo>
                    <a:pt x="34931" y="6286760"/>
                  </a:lnTo>
                  <a:lnTo>
                    <a:pt x="34931" y="6286329"/>
                  </a:lnTo>
                  <a:lnTo>
                    <a:pt x="34931" y="6285898"/>
                  </a:lnTo>
                  <a:lnTo>
                    <a:pt x="35049" y="6285468"/>
                  </a:lnTo>
                  <a:lnTo>
                    <a:pt x="35166" y="6285468"/>
                  </a:lnTo>
                  <a:lnTo>
                    <a:pt x="35166" y="6285037"/>
                  </a:lnTo>
                  <a:lnTo>
                    <a:pt x="35166" y="6284607"/>
                  </a:lnTo>
                  <a:lnTo>
                    <a:pt x="35284" y="6284607"/>
                  </a:lnTo>
                  <a:lnTo>
                    <a:pt x="35401" y="6284607"/>
                  </a:lnTo>
                  <a:lnTo>
                    <a:pt x="35519" y="6284607"/>
                  </a:lnTo>
                  <a:lnTo>
                    <a:pt x="35637" y="6284607"/>
                  </a:lnTo>
                  <a:lnTo>
                    <a:pt x="35754" y="6284607"/>
                  </a:lnTo>
                  <a:lnTo>
                    <a:pt x="35872" y="6284607"/>
                  </a:lnTo>
                  <a:lnTo>
                    <a:pt x="35989" y="6284607"/>
                  </a:lnTo>
                  <a:lnTo>
                    <a:pt x="35989" y="6284176"/>
                  </a:lnTo>
                  <a:lnTo>
                    <a:pt x="36107" y="6284176"/>
                  </a:lnTo>
                  <a:lnTo>
                    <a:pt x="36225" y="6284176"/>
                  </a:lnTo>
                  <a:lnTo>
                    <a:pt x="36225" y="6283745"/>
                  </a:lnTo>
                  <a:lnTo>
                    <a:pt x="36342" y="6283745"/>
                  </a:lnTo>
                  <a:lnTo>
                    <a:pt x="36460" y="6283315"/>
                  </a:lnTo>
                  <a:lnTo>
                    <a:pt x="36578" y="6283315"/>
                  </a:lnTo>
                  <a:lnTo>
                    <a:pt x="36695" y="6283315"/>
                  </a:lnTo>
                  <a:lnTo>
                    <a:pt x="36813" y="6283315"/>
                  </a:lnTo>
                  <a:lnTo>
                    <a:pt x="36813" y="6282884"/>
                  </a:lnTo>
                  <a:lnTo>
                    <a:pt x="36930" y="6282884"/>
                  </a:lnTo>
                  <a:lnTo>
                    <a:pt x="36930" y="6282454"/>
                  </a:lnTo>
                  <a:lnTo>
                    <a:pt x="37048" y="6282454"/>
                  </a:lnTo>
                  <a:lnTo>
                    <a:pt x="37166" y="6282454"/>
                  </a:lnTo>
                  <a:lnTo>
                    <a:pt x="37166" y="6282023"/>
                  </a:lnTo>
                  <a:lnTo>
                    <a:pt x="37283" y="6282023"/>
                  </a:lnTo>
                  <a:lnTo>
                    <a:pt x="37401" y="6282023"/>
                  </a:lnTo>
                  <a:lnTo>
                    <a:pt x="37518" y="6282023"/>
                  </a:lnTo>
                  <a:lnTo>
                    <a:pt x="37636" y="6282023"/>
                  </a:lnTo>
                  <a:lnTo>
                    <a:pt x="37754" y="6282023"/>
                  </a:lnTo>
                  <a:lnTo>
                    <a:pt x="37871" y="6282023"/>
                  </a:lnTo>
                  <a:lnTo>
                    <a:pt x="37871" y="6281592"/>
                  </a:lnTo>
                  <a:lnTo>
                    <a:pt x="37989" y="6281592"/>
                  </a:lnTo>
                  <a:lnTo>
                    <a:pt x="38107" y="6281592"/>
                  </a:lnTo>
                  <a:lnTo>
                    <a:pt x="38224" y="6281592"/>
                  </a:lnTo>
                  <a:lnTo>
                    <a:pt x="38224" y="6281162"/>
                  </a:lnTo>
                  <a:lnTo>
                    <a:pt x="38342" y="6281162"/>
                  </a:lnTo>
                  <a:lnTo>
                    <a:pt x="38459" y="6281162"/>
                  </a:lnTo>
                  <a:lnTo>
                    <a:pt x="38577" y="6281162"/>
                  </a:lnTo>
                  <a:lnTo>
                    <a:pt x="38695" y="6281162"/>
                  </a:lnTo>
                  <a:lnTo>
                    <a:pt x="38812" y="6281162"/>
                  </a:lnTo>
                  <a:lnTo>
                    <a:pt x="38930" y="6281162"/>
                  </a:lnTo>
                  <a:lnTo>
                    <a:pt x="39047" y="6281162"/>
                  </a:lnTo>
                  <a:lnTo>
                    <a:pt x="39047" y="6280731"/>
                  </a:lnTo>
                  <a:lnTo>
                    <a:pt x="39165" y="6280731"/>
                  </a:lnTo>
                  <a:lnTo>
                    <a:pt x="39165" y="6280301"/>
                  </a:lnTo>
                  <a:lnTo>
                    <a:pt x="39165" y="6279870"/>
                  </a:lnTo>
                  <a:lnTo>
                    <a:pt x="39165" y="6279439"/>
                  </a:lnTo>
                  <a:lnTo>
                    <a:pt x="39165" y="6279009"/>
                  </a:lnTo>
                  <a:lnTo>
                    <a:pt x="39283" y="6279009"/>
                  </a:lnTo>
                  <a:lnTo>
                    <a:pt x="39400" y="6279009"/>
                  </a:lnTo>
                  <a:lnTo>
                    <a:pt x="39518" y="6279009"/>
                  </a:lnTo>
                  <a:lnTo>
                    <a:pt x="39518" y="6278578"/>
                  </a:lnTo>
                  <a:lnTo>
                    <a:pt x="39636" y="6278578"/>
                  </a:lnTo>
                  <a:lnTo>
                    <a:pt x="39753" y="6278578"/>
                  </a:lnTo>
                  <a:lnTo>
                    <a:pt x="39988" y="6278578"/>
                  </a:lnTo>
                  <a:lnTo>
                    <a:pt x="39988" y="6278148"/>
                  </a:lnTo>
                  <a:lnTo>
                    <a:pt x="40106" y="6278148"/>
                  </a:lnTo>
                  <a:lnTo>
                    <a:pt x="40106" y="6277717"/>
                  </a:lnTo>
                  <a:lnTo>
                    <a:pt x="40106" y="6277286"/>
                  </a:lnTo>
                  <a:lnTo>
                    <a:pt x="40224" y="6277286"/>
                  </a:lnTo>
                  <a:lnTo>
                    <a:pt x="40341" y="6277286"/>
                  </a:lnTo>
                  <a:lnTo>
                    <a:pt x="40459" y="6277286"/>
                  </a:lnTo>
                  <a:lnTo>
                    <a:pt x="40576" y="6277286"/>
                  </a:lnTo>
                  <a:lnTo>
                    <a:pt x="40694" y="6277286"/>
                  </a:lnTo>
                  <a:lnTo>
                    <a:pt x="40694" y="6276856"/>
                  </a:lnTo>
                  <a:lnTo>
                    <a:pt x="40812" y="6276856"/>
                  </a:lnTo>
                  <a:lnTo>
                    <a:pt x="40812" y="6276425"/>
                  </a:lnTo>
                  <a:lnTo>
                    <a:pt x="40929" y="6276425"/>
                  </a:lnTo>
                  <a:lnTo>
                    <a:pt x="40929" y="6275995"/>
                  </a:lnTo>
                  <a:lnTo>
                    <a:pt x="41047" y="6275995"/>
                  </a:lnTo>
                  <a:lnTo>
                    <a:pt x="41164" y="6275995"/>
                  </a:lnTo>
                  <a:lnTo>
                    <a:pt x="41282" y="6275995"/>
                  </a:lnTo>
                  <a:lnTo>
                    <a:pt x="41400" y="6275995"/>
                  </a:lnTo>
                  <a:lnTo>
                    <a:pt x="41517" y="6275995"/>
                  </a:lnTo>
                  <a:lnTo>
                    <a:pt x="41635" y="6275995"/>
                  </a:lnTo>
                  <a:lnTo>
                    <a:pt x="41753" y="6275564"/>
                  </a:lnTo>
                  <a:lnTo>
                    <a:pt x="41988" y="6275564"/>
                  </a:lnTo>
                  <a:lnTo>
                    <a:pt x="41988" y="6275133"/>
                  </a:lnTo>
                  <a:lnTo>
                    <a:pt x="42105" y="6275133"/>
                  </a:lnTo>
                  <a:lnTo>
                    <a:pt x="42223" y="6275133"/>
                  </a:lnTo>
                  <a:lnTo>
                    <a:pt x="42341" y="6275133"/>
                  </a:lnTo>
                  <a:lnTo>
                    <a:pt x="42341" y="6274703"/>
                  </a:lnTo>
                  <a:lnTo>
                    <a:pt x="42458" y="6274703"/>
                  </a:lnTo>
                  <a:lnTo>
                    <a:pt x="42693" y="6274703"/>
                  </a:lnTo>
                  <a:lnTo>
                    <a:pt x="42811" y="6274703"/>
                  </a:lnTo>
                  <a:lnTo>
                    <a:pt x="42929" y="6274703"/>
                  </a:lnTo>
                  <a:lnTo>
                    <a:pt x="43046" y="6274703"/>
                  </a:lnTo>
                  <a:lnTo>
                    <a:pt x="43164" y="6274703"/>
                  </a:lnTo>
                  <a:lnTo>
                    <a:pt x="43282" y="6274703"/>
                  </a:lnTo>
                  <a:lnTo>
                    <a:pt x="43399" y="6274703"/>
                  </a:lnTo>
                  <a:lnTo>
                    <a:pt x="43517" y="6274703"/>
                  </a:lnTo>
                  <a:lnTo>
                    <a:pt x="43634" y="6274703"/>
                  </a:lnTo>
                  <a:lnTo>
                    <a:pt x="43752" y="6274703"/>
                  </a:lnTo>
                  <a:lnTo>
                    <a:pt x="43870" y="6274703"/>
                  </a:lnTo>
                  <a:lnTo>
                    <a:pt x="43987" y="6274703"/>
                  </a:lnTo>
                  <a:lnTo>
                    <a:pt x="43987" y="6274272"/>
                  </a:lnTo>
                  <a:lnTo>
                    <a:pt x="43987" y="6273842"/>
                  </a:lnTo>
                  <a:lnTo>
                    <a:pt x="43987" y="6273411"/>
                  </a:lnTo>
                  <a:lnTo>
                    <a:pt x="44105" y="6273411"/>
                  </a:lnTo>
                  <a:lnTo>
                    <a:pt x="44222" y="6273411"/>
                  </a:lnTo>
                  <a:lnTo>
                    <a:pt x="44222" y="6272980"/>
                  </a:lnTo>
                  <a:lnTo>
                    <a:pt x="44340" y="6272980"/>
                  </a:lnTo>
                  <a:lnTo>
                    <a:pt x="44458" y="6272550"/>
                  </a:lnTo>
                  <a:lnTo>
                    <a:pt x="44693" y="6272550"/>
                  </a:lnTo>
                  <a:lnTo>
                    <a:pt x="44693" y="6272119"/>
                  </a:lnTo>
                  <a:lnTo>
                    <a:pt x="44811" y="6272119"/>
                  </a:lnTo>
                  <a:lnTo>
                    <a:pt x="44811" y="6271689"/>
                  </a:lnTo>
                  <a:lnTo>
                    <a:pt x="44811" y="6271258"/>
                  </a:lnTo>
                  <a:lnTo>
                    <a:pt x="44928" y="6271258"/>
                  </a:lnTo>
                  <a:lnTo>
                    <a:pt x="44928" y="6270827"/>
                  </a:lnTo>
                  <a:lnTo>
                    <a:pt x="45046" y="6270827"/>
                  </a:lnTo>
                  <a:lnTo>
                    <a:pt x="45163" y="6270827"/>
                  </a:lnTo>
                  <a:lnTo>
                    <a:pt x="45281" y="6270827"/>
                  </a:lnTo>
                  <a:lnTo>
                    <a:pt x="45399" y="6270827"/>
                  </a:lnTo>
                  <a:lnTo>
                    <a:pt x="45399" y="6270397"/>
                  </a:lnTo>
                  <a:lnTo>
                    <a:pt x="45516" y="6270397"/>
                  </a:lnTo>
                  <a:lnTo>
                    <a:pt x="45516" y="6269966"/>
                  </a:lnTo>
                  <a:lnTo>
                    <a:pt x="45634" y="6269966"/>
                  </a:lnTo>
                  <a:lnTo>
                    <a:pt x="45751" y="6269966"/>
                  </a:lnTo>
                  <a:lnTo>
                    <a:pt x="45751" y="6269536"/>
                  </a:lnTo>
                  <a:lnTo>
                    <a:pt x="45869" y="6269536"/>
                  </a:lnTo>
                  <a:lnTo>
                    <a:pt x="45987" y="6269536"/>
                  </a:lnTo>
                  <a:lnTo>
                    <a:pt x="46104" y="6269536"/>
                  </a:lnTo>
                  <a:lnTo>
                    <a:pt x="46222" y="6269536"/>
                  </a:lnTo>
                  <a:lnTo>
                    <a:pt x="46340" y="6269536"/>
                  </a:lnTo>
                  <a:lnTo>
                    <a:pt x="46457" y="6269536"/>
                  </a:lnTo>
                  <a:lnTo>
                    <a:pt x="46457" y="6268674"/>
                  </a:lnTo>
                  <a:lnTo>
                    <a:pt x="46575" y="6268674"/>
                  </a:lnTo>
                  <a:lnTo>
                    <a:pt x="46575" y="6268244"/>
                  </a:lnTo>
                  <a:lnTo>
                    <a:pt x="46575" y="6267813"/>
                  </a:lnTo>
                  <a:lnTo>
                    <a:pt x="46692" y="6267813"/>
                  </a:lnTo>
                  <a:lnTo>
                    <a:pt x="46810" y="6267813"/>
                  </a:lnTo>
                  <a:lnTo>
                    <a:pt x="47045" y="6267813"/>
                  </a:lnTo>
                  <a:lnTo>
                    <a:pt x="47163" y="6267383"/>
                  </a:lnTo>
                  <a:lnTo>
                    <a:pt x="47280" y="6267383"/>
                  </a:lnTo>
                  <a:lnTo>
                    <a:pt x="47398" y="6267383"/>
                  </a:lnTo>
                  <a:lnTo>
                    <a:pt x="47516" y="6267383"/>
                  </a:lnTo>
                  <a:lnTo>
                    <a:pt x="47633" y="6267383"/>
                  </a:lnTo>
                  <a:lnTo>
                    <a:pt x="47751" y="6267383"/>
                  </a:lnTo>
                  <a:lnTo>
                    <a:pt x="47869" y="6267383"/>
                  </a:lnTo>
                  <a:lnTo>
                    <a:pt x="47986" y="6267383"/>
                  </a:lnTo>
                  <a:lnTo>
                    <a:pt x="48104" y="6267383"/>
                  </a:lnTo>
                  <a:lnTo>
                    <a:pt x="48221" y="6267383"/>
                  </a:lnTo>
                  <a:lnTo>
                    <a:pt x="48221" y="6266952"/>
                  </a:lnTo>
                  <a:lnTo>
                    <a:pt x="48221" y="6266521"/>
                  </a:lnTo>
                  <a:lnTo>
                    <a:pt x="48339" y="6266521"/>
                  </a:lnTo>
                  <a:lnTo>
                    <a:pt x="48457" y="6266521"/>
                  </a:lnTo>
                  <a:lnTo>
                    <a:pt x="48574" y="6266521"/>
                  </a:lnTo>
                  <a:lnTo>
                    <a:pt x="48692" y="6266521"/>
                  </a:lnTo>
                  <a:lnTo>
                    <a:pt x="48809" y="6266521"/>
                  </a:lnTo>
                  <a:lnTo>
                    <a:pt x="48927" y="6266521"/>
                  </a:lnTo>
                  <a:lnTo>
                    <a:pt x="48927" y="6266091"/>
                  </a:lnTo>
                  <a:lnTo>
                    <a:pt x="49045" y="6266091"/>
                  </a:lnTo>
                  <a:lnTo>
                    <a:pt x="49162" y="6266091"/>
                  </a:lnTo>
                  <a:lnTo>
                    <a:pt x="49280" y="6266091"/>
                  </a:lnTo>
                  <a:lnTo>
                    <a:pt x="49280" y="6265660"/>
                  </a:lnTo>
                  <a:lnTo>
                    <a:pt x="49397" y="6265660"/>
                  </a:lnTo>
                  <a:lnTo>
                    <a:pt x="49515" y="6265660"/>
                  </a:lnTo>
                  <a:lnTo>
                    <a:pt x="49515" y="6265230"/>
                  </a:lnTo>
                  <a:lnTo>
                    <a:pt x="49633" y="6265230"/>
                  </a:lnTo>
                  <a:lnTo>
                    <a:pt x="49750" y="6265230"/>
                  </a:lnTo>
                  <a:lnTo>
                    <a:pt x="49750" y="6264799"/>
                  </a:lnTo>
                  <a:lnTo>
                    <a:pt x="49868" y="6264799"/>
                  </a:lnTo>
                  <a:lnTo>
                    <a:pt x="49868" y="6264368"/>
                  </a:lnTo>
                  <a:lnTo>
                    <a:pt x="49868" y="6263938"/>
                  </a:lnTo>
                  <a:lnTo>
                    <a:pt x="49986" y="6263938"/>
                  </a:lnTo>
                  <a:lnTo>
                    <a:pt x="50103" y="6263507"/>
                  </a:lnTo>
                  <a:lnTo>
                    <a:pt x="50103" y="6263077"/>
                  </a:lnTo>
                  <a:lnTo>
                    <a:pt x="50103" y="6262646"/>
                  </a:lnTo>
                  <a:lnTo>
                    <a:pt x="50221" y="6262646"/>
                  </a:lnTo>
                  <a:lnTo>
                    <a:pt x="50338" y="6262646"/>
                  </a:lnTo>
                  <a:lnTo>
                    <a:pt x="50456" y="6262646"/>
                  </a:lnTo>
                  <a:lnTo>
                    <a:pt x="50456" y="6262215"/>
                  </a:lnTo>
                  <a:lnTo>
                    <a:pt x="50574" y="6262215"/>
                  </a:lnTo>
                  <a:lnTo>
                    <a:pt x="50691" y="6262215"/>
                  </a:lnTo>
                  <a:lnTo>
                    <a:pt x="50809" y="6262215"/>
                  </a:lnTo>
                  <a:lnTo>
                    <a:pt x="50809" y="6261785"/>
                  </a:lnTo>
                  <a:lnTo>
                    <a:pt x="50809" y="6261354"/>
                  </a:lnTo>
                  <a:lnTo>
                    <a:pt x="50926" y="6261354"/>
                  </a:lnTo>
                  <a:lnTo>
                    <a:pt x="51044" y="6261354"/>
                  </a:lnTo>
                  <a:lnTo>
                    <a:pt x="51162" y="6261354"/>
                  </a:lnTo>
                  <a:lnTo>
                    <a:pt x="51279" y="6261354"/>
                  </a:lnTo>
                  <a:lnTo>
                    <a:pt x="51279" y="6260924"/>
                  </a:lnTo>
                  <a:lnTo>
                    <a:pt x="51397" y="6260924"/>
                  </a:lnTo>
                  <a:lnTo>
                    <a:pt x="51515" y="6260924"/>
                  </a:lnTo>
                  <a:lnTo>
                    <a:pt x="51632" y="6260924"/>
                  </a:lnTo>
                  <a:lnTo>
                    <a:pt x="51750" y="6260924"/>
                  </a:lnTo>
                  <a:lnTo>
                    <a:pt x="51867" y="6260924"/>
                  </a:lnTo>
                  <a:lnTo>
                    <a:pt x="51867" y="6260493"/>
                  </a:lnTo>
                  <a:lnTo>
                    <a:pt x="51867" y="6260062"/>
                  </a:lnTo>
                  <a:lnTo>
                    <a:pt x="51985" y="6260062"/>
                  </a:lnTo>
                  <a:lnTo>
                    <a:pt x="52103" y="6260062"/>
                  </a:lnTo>
                  <a:lnTo>
                    <a:pt x="52103" y="6259632"/>
                  </a:lnTo>
                  <a:lnTo>
                    <a:pt x="52220" y="6259632"/>
                  </a:lnTo>
                  <a:lnTo>
                    <a:pt x="52338" y="6259632"/>
                  </a:lnTo>
                  <a:lnTo>
                    <a:pt x="52455" y="6259632"/>
                  </a:lnTo>
                  <a:lnTo>
                    <a:pt x="52455" y="6259201"/>
                  </a:lnTo>
                  <a:lnTo>
                    <a:pt x="52455" y="6258771"/>
                  </a:lnTo>
                  <a:lnTo>
                    <a:pt x="52573" y="6258771"/>
                  </a:lnTo>
                  <a:lnTo>
                    <a:pt x="52691" y="6258771"/>
                  </a:lnTo>
                  <a:lnTo>
                    <a:pt x="52808" y="6258771"/>
                  </a:lnTo>
                  <a:lnTo>
                    <a:pt x="52926" y="6258771"/>
                  </a:lnTo>
                  <a:lnTo>
                    <a:pt x="53044" y="6258771"/>
                  </a:lnTo>
                  <a:lnTo>
                    <a:pt x="53161" y="6258771"/>
                  </a:lnTo>
                  <a:lnTo>
                    <a:pt x="53279" y="6258771"/>
                  </a:lnTo>
                  <a:lnTo>
                    <a:pt x="53396" y="6258771"/>
                  </a:lnTo>
                  <a:lnTo>
                    <a:pt x="53514" y="6258771"/>
                  </a:lnTo>
                  <a:lnTo>
                    <a:pt x="53632" y="6258771"/>
                  </a:lnTo>
                  <a:lnTo>
                    <a:pt x="53749" y="6258771"/>
                  </a:lnTo>
                  <a:lnTo>
                    <a:pt x="53749" y="6258340"/>
                  </a:lnTo>
                  <a:lnTo>
                    <a:pt x="53867" y="6258340"/>
                  </a:lnTo>
                  <a:lnTo>
                    <a:pt x="53984" y="6258340"/>
                  </a:lnTo>
                  <a:lnTo>
                    <a:pt x="53984" y="6257909"/>
                  </a:lnTo>
                  <a:lnTo>
                    <a:pt x="54102" y="6257909"/>
                  </a:lnTo>
                  <a:lnTo>
                    <a:pt x="54220" y="6257909"/>
                  </a:lnTo>
                  <a:lnTo>
                    <a:pt x="54220" y="6257479"/>
                  </a:lnTo>
                  <a:lnTo>
                    <a:pt x="54337" y="6257479"/>
                  </a:lnTo>
                  <a:lnTo>
                    <a:pt x="54337" y="6257048"/>
                  </a:lnTo>
                  <a:lnTo>
                    <a:pt x="54337" y="6256618"/>
                  </a:lnTo>
                  <a:lnTo>
                    <a:pt x="54455" y="6256618"/>
                  </a:lnTo>
                  <a:lnTo>
                    <a:pt x="54455" y="6256187"/>
                  </a:lnTo>
                  <a:lnTo>
                    <a:pt x="54455" y="6255756"/>
                  </a:lnTo>
                  <a:lnTo>
                    <a:pt x="54455" y="6255326"/>
                  </a:lnTo>
                  <a:lnTo>
                    <a:pt x="54455" y="6254895"/>
                  </a:lnTo>
                  <a:lnTo>
                    <a:pt x="54573" y="6254895"/>
                  </a:lnTo>
                  <a:lnTo>
                    <a:pt x="54573" y="6254465"/>
                  </a:lnTo>
                  <a:lnTo>
                    <a:pt x="54690" y="6254465"/>
                  </a:lnTo>
                  <a:lnTo>
                    <a:pt x="54808" y="6254465"/>
                  </a:lnTo>
                  <a:lnTo>
                    <a:pt x="54925" y="6254465"/>
                  </a:lnTo>
                  <a:lnTo>
                    <a:pt x="55043" y="6254465"/>
                  </a:lnTo>
                  <a:lnTo>
                    <a:pt x="55043" y="6254034"/>
                  </a:lnTo>
                  <a:lnTo>
                    <a:pt x="55043" y="6253603"/>
                  </a:lnTo>
                  <a:lnTo>
                    <a:pt x="55161" y="6253603"/>
                  </a:lnTo>
                  <a:lnTo>
                    <a:pt x="55278" y="6253603"/>
                  </a:lnTo>
                  <a:lnTo>
                    <a:pt x="55396" y="6253603"/>
                  </a:lnTo>
                  <a:lnTo>
                    <a:pt x="55513" y="6253603"/>
                  </a:lnTo>
                  <a:lnTo>
                    <a:pt x="55631" y="6253603"/>
                  </a:lnTo>
                  <a:lnTo>
                    <a:pt x="55631" y="6253173"/>
                  </a:lnTo>
                  <a:lnTo>
                    <a:pt x="55749" y="6253173"/>
                  </a:lnTo>
                  <a:lnTo>
                    <a:pt x="55866" y="6253173"/>
                  </a:lnTo>
                  <a:lnTo>
                    <a:pt x="55984" y="6253173"/>
                  </a:lnTo>
                  <a:lnTo>
                    <a:pt x="56102" y="6253173"/>
                  </a:lnTo>
                  <a:lnTo>
                    <a:pt x="56219" y="6253173"/>
                  </a:lnTo>
                  <a:lnTo>
                    <a:pt x="56337" y="6253173"/>
                  </a:lnTo>
                  <a:lnTo>
                    <a:pt x="56337" y="6252742"/>
                  </a:lnTo>
                  <a:lnTo>
                    <a:pt x="56454" y="6252742"/>
                  </a:lnTo>
                  <a:lnTo>
                    <a:pt x="56572" y="6252742"/>
                  </a:lnTo>
                  <a:lnTo>
                    <a:pt x="56807" y="6252742"/>
                  </a:lnTo>
                  <a:lnTo>
                    <a:pt x="56925" y="6252742"/>
                  </a:lnTo>
                  <a:lnTo>
                    <a:pt x="57042" y="6252742"/>
                  </a:lnTo>
                  <a:lnTo>
                    <a:pt x="57160" y="6252742"/>
                  </a:lnTo>
                  <a:lnTo>
                    <a:pt x="57278" y="6252742"/>
                  </a:lnTo>
                  <a:lnTo>
                    <a:pt x="57395" y="6252742"/>
                  </a:lnTo>
                  <a:lnTo>
                    <a:pt x="57395" y="6252312"/>
                  </a:lnTo>
                  <a:lnTo>
                    <a:pt x="57513" y="6252312"/>
                  </a:lnTo>
                  <a:lnTo>
                    <a:pt x="57630" y="6251881"/>
                  </a:lnTo>
                  <a:lnTo>
                    <a:pt x="57630" y="6251450"/>
                  </a:lnTo>
                  <a:lnTo>
                    <a:pt x="57748" y="6251020"/>
                  </a:lnTo>
                  <a:lnTo>
                    <a:pt x="57866" y="6251020"/>
                  </a:lnTo>
                  <a:lnTo>
                    <a:pt x="57983" y="6251020"/>
                  </a:lnTo>
                  <a:lnTo>
                    <a:pt x="57983" y="6250589"/>
                  </a:lnTo>
                  <a:lnTo>
                    <a:pt x="57983" y="6250159"/>
                  </a:lnTo>
                  <a:lnTo>
                    <a:pt x="58101" y="6250159"/>
                  </a:lnTo>
                  <a:lnTo>
                    <a:pt x="58101" y="6249728"/>
                  </a:lnTo>
                  <a:lnTo>
                    <a:pt x="58219" y="6249728"/>
                  </a:lnTo>
                  <a:lnTo>
                    <a:pt x="58336" y="6249728"/>
                  </a:lnTo>
                  <a:lnTo>
                    <a:pt x="58336" y="6249297"/>
                  </a:lnTo>
                  <a:lnTo>
                    <a:pt x="58454" y="6249297"/>
                  </a:lnTo>
                  <a:lnTo>
                    <a:pt x="58571" y="6249297"/>
                  </a:lnTo>
                  <a:lnTo>
                    <a:pt x="58571" y="6248867"/>
                  </a:lnTo>
                  <a:lnTo>
                    <a:pt x="58689" y="6248867"/>
                  </a:lnTo>
                  <a:lnTo>
                    <a:pt x="58807" y="6248867"/>
                  </a:lnTo>
                  <a:lnTo>
                    <a:pt x="58924" y="6248867"/>
                  </a:lnTo>
                  <a:lnTo>
                    <a:pt x="58924" y="6248436"/>
                  </a:lnTo>
                  <a:lnTo>
                    <a:pt x="59159" y="6248436"/>
                  </a:lnTo>
                  <a:lnTo>
                    <a:pt x="59277" y="6248436"/>
                  </a:lnTo>
                  <a:lnTo>
                    <a:pt x="59395" y="6248436"/>
                  </a:lnTo>
                  <a:lnTo>
                    <a:pt x="59512" y="6248436"/>
                  </a:lnTo>
                  <a:lnTo>
                    <a:pt x="59630" y="6248006"/>
                  </a:lnTo>
                  <a:lnTo>
                    <a:pt x="59748" y="6248006"/>
                  </a:lnTo>
                  <a:lnTo>
                    <a:pt x="59865" y="6248006"/>
                  </a:lnTo>
                  <a:lnTo>
                    <a:pt x="59865" y="6247575"/>
                  </a:lnTo>
                  <a:lnTo>
                    <a:pt x="59865" y="6247144"/>
                  </a:lnTo>
                  <a:lnTo>
                    <a:pt x="59983" y="6247144"/>
                  </a:lnTo>
                  <a:lnTo>
                    <a:pt x="59983" y="6246714"/>
                  </a:lnTo>
                  <a:lnTo>
                    <a:pt x="60100" y="6246714"/>
                  </a:lnTo>
                  <a:lnTo>
                    <a:pt x="60218" y="6246714"/>
                  </a:lnTo>
                  <a:lnTo>
                    <a:pt x="60336" y="6246714"/>
                  </a:lnTo>
                  <a:lnTo>
                    <a:pt x="60453" y="6246714"/>
                  </a:lnTo>
                  <a:lnTo>
                    <a:pt x="60571" y="6246714"/>
                  </a:lnTo>
                  <a:lnTo>
                    <a:pt x="60688" y="6246714"/>
                  </a:lnTo>
                  <a:lnTo>
                    <a:pt x="60806" y="6246714"/>
                  </a:lnTo>
                  <a:lnTo>
                    <a:pt x="60924" y="6246714"/>
                  </a:lnTo>
                  <a:lnTo>
                    <a:pt x="60924" y="6246283"/>
                  </a:lnTo>
                  <a:lnTo>
                    <a:pt x="61041" y="6246283"/>
                  </a:lnTo>
                  <a:lnTo>
                    <a:pt x="61159" y="6246283"/>
                  </a:lnTo>
                  <a:lnTo>
                    <a:pt x="61277" y="6246283"/>
                  </a:lnTo>
                  <a:lnTo>
                    <a:pt x="61277" y="6245853"/>
                  </a:lnTo>
                  <a:lnTo>
                    <a:pt x="61394" y="6245853"/>
                  </a:lnTo>
                  <a:lnTo>
                    <a:pt x="61512" y="6245853"/>
                  </a:lnTo>
                  <a:lnTo>
                    <a:pt x="61747" y="6245853"/>
                  </a:lnTo>
                  <a:lnTo>
                    <a:pt x="61865" y="6245853"/>
                  </a:lnTo>
                  <a:lnTo>
                    <a:pt x="61982" y="6245853"/>
                  </a:lnTo>
                  <a:lnTo>
                    <a:pt x="61982" y="6245422"/>
                  </a:lnTo>
                  <a:lnTo>
                    <a:pt x="62100" y="6245422"/>
                  </a:lnTo>
                  <a:lnTo>
                    <a:pt x="62217" y="6245422"/>
                  </a:lnTo>
                  <a:lnTo>
                    <a:pt x="62335" y="6245422"/>
                  </a:lnTo>
                  <a:lnTo>
                    <a:pt x="62453" y="6245422"/>
                  </a:lnTo>
                  <a:lnTo>
                    <a:pt x="62570" y="6245422"/>
                  </a:lnTo>
                  <a:lnTo>
                    <a:pt x="62570" y="6244991"/>
                  </a:lnTo>
                  <a:lnTo>
                    <a:pt x="62688" y="6244991"/>
                  </a:lnTo>
                  <a:lnTo>
                    <a:pt x="62688" y="6244561"/>
                  </a:lnTo>
                  <a:lnTo>
                    <a:pt x="62688" y="6243700"/>
                  </a:lnTo>
                  <a:lnTo>
                    <a:pt x="62806" y="6243700"/>
                  </a:lnTo>
                  <a:lnTo>
                    <a:pt x="62923" y="6243700"/>
                  </a:lnTo>
                  <a:lnTo>
                    <a:pt x="63041" y="6243700"/>
                  </a:lnTo>
                  <a:lnTo>
                    <a:pt x="63158" y="6243700"/>
                  </a:lnTo>
                  <a:lnTo>
                    <a:pt x="63276" y="6243700"/>
                  </a:lnTo>
                  <a:lnTo>
                    <a:pt x="63276" y="6243269"/>
                  </a:lnTo>
                  <a:lnTo>
                    <a:pt x="63276" y="6242838"/>
                  </a:lnTo>
                  <a:lnTo>
                    <a:pt x="63511" y="6242838"/>
                  </a:lnTo>
                  <a:lnTo>
                    <a:pt x="63511" y="6242408"/>
                  </a:lnTo>
                  <a:lnTo>
                    <a:pt x="63629" y="6242408"/>
                  </a:lnTo>
                  <a:lnTo>
                    <a:pt x="63629" y="6241977"/>
                  </a:lnTo>
                  <a:lnTo>
                    <a:pt x="63746" y="6241977"/>
                  </a:lnTo>
                  <a:lnTo>
                    <a:pt x="63864" y="6241977"/>
                  </a:lnTo>
                  <a:lnTo>
                    <a:pt x="63982" y="6241977"/>
                  </a:lnTo>
                  <a:lnTo>
                    <a:pt x="63982" y="6241547"/>
                  </a:lnTo>
                  <a:lnTo>
                    <a:pt x="64099" y="6241547"/>
                  </a:lnTo>
                  <a:lnTo>
                    <a:pt x="64099" y="6241116"/>
                  </a:lnTo>
                  <a:lnTo>
                    <a:pt x="64099" y="6240685"/>
                  </a:lnTo>
                  <a:lnTo>
                    <a:pt x="64217" y="6240255"/>
                  </a:lnTo>
                  <a:lnTo>
                    <a:pt x="64335" y="6240255"/>
                  </a:lnTo>
                  <a:lnTo>
                    <a:pt x="64335" y="6239394"/>
                  </a:lnTo>
                  <a:lnTo>
                    <a:pt x="64335" y="6238963"/>
                  </a:lnTo>
                  <a:lnTo>
                    <a:pt x="64452" y="6238963"/>
                  </a:lnTo>
                  <a:lnTo>
                    <a:pt x="64570" y="6238963"/>
                  </a:lnTo>
                  <a:lnTo>
                    <a:pt x="64687" y="6238532"/>
                  </a:lnTo>
                  <a:lnTo>
                    <a:pt x="64805" y="6238532"/>
                  </a:lnTo>
                  <a:lnTo>
                    <a:pt x="64923" y="6238532"/>
                  </a:lnTo>
                  <a:lnTo>
                    <a:pt x="65040" y="6238532"/>
                  </a:lnTo>
                  <a:lnTo>
                    <a:pt x="65040" y="6238102"/>
                  </a:lnTo>
                  <a:lnTo>
                    <a:pt x="65158" y="6238102"/>
                  </a:lnTo>
                  <a:lnTo>
                    <a:pt x="65275" y="6238102"/>
                  </a:lnTo>
                  <a:lnTo>
                    <a:pt x="65275" y="6237671"/>
                  </a:lnTo>
                  <a:lnTo>
                    <a:pt x="65393" y="6237241"/>
                  </a:lnTo>
                  <a:lnTo>
                    <a:pt x="65511" y="6237241"/>
                  </a:lnTo>
                  <a:lnTo>
                    <a:pt x="65746" y="6237241"/>
                  </a:lnTo>
                  <a:lnTo>
                    <a:pt x="65746" y="6236810"/>
                  </a:lnTo>
                  <a:lnTo>
                    <a:pt x="65863" y="6236810"/>
                  </a:lnTo>
                  <a:lnTo>
                    <a:pt x="65981" y="6236810"/>
                  </a:lnTo>
                  <a:lnTo>
                    <a:pt x="66099" y="6236810"/>
                  </a:lnTo>
                  <a:lnTo>
                    <a:pt x="66216" y="6236810"/>
                  </a:lnTo>
                  <a:lnTo>
                    <a:pt x="66216" y="6236379"/>
                  </a:lnTo>
                  <a:lnTo>
                    <a:pt x="66216" y="6235949"/>
                  </a:lnTo>
                  <a:lnTo>
                    <a:pt x="66334" y="6235949"/>
                  </a:lnTo>
                  <a:lnTo>
                    <a:pt x="66334" y="6235518"/>
                  </a:lnTo>
                  <a:lnTo>
                    <a:pt x="66452" y="6235518"/>
                  </a:lnTo>
                  <a:lnTo>
                    <a:pt x="66452" y="6235088"/>
                  </a:lnTo>
                  <a:lnTo>
                    <a:pt x="66452" y="6234657"/>
                  </a:lnTo>
                  <a:lnTo>
                    <a:pt x="66452" y="6234226"/>
                  </a:lnTo>
                  <a:lnTo>
                    <a:pt x="66569" y="6234226"/>
                  </a:lnTo>
                  <a:lnTo>
                    <a:pt x="66569" y="6233796"/>
                  </a:lnTo>
                  <a:lnTo>
                    <a:pt x="66687" y="6233796"/>
                  </a:lnTo>
                  <a:lnTo>
                    <a:pt x="66687" y="6233365"/>
                  </a:lnTo>
                  <a:lnTo>
                    <a:pt x="66687" y="6232935"/>
                  </a:lnTo>
                  <a:lnTo>
                    <a:pt x="66804" y="6232935"/>
                  </a:lnTo>
                  <a:lnTo>
                    <a:pt x="66804" y="6232504"/>
                  </a:lnTo>
                  <a:lnTo>
                    <a:pt x="66922" y="6232504"/>
                  </a:lnTo>
                  <a:lnTo>
                    <a:pt x="67040" y="6232504"/>
                  </a:lnTo>
                  <a:lnTo>
                    <a:pt x="67157" y="6232073"/>
                  </a:lnTo>
                  <a:lnTo>
                    <a:pt x="67157" y="6231643"/>
                  </a:lnTo>
                  <a:lnTo>
                    <a:pt x="67275" y="6231643"/>
                  </a:lnTo>
                  <a:lnTo>
                    <a:pt x="67392" y="6231643"/>
                  </a:lnTo>
                  <a:lnTo>
                    <a:pt x="67392" y="6231212"/>
                  </a:lnTo>
                  <a:lnTo>
                    <a:pt x="67392" y="6230782"/>
                  </a:lnTo>
                  <a:lnTo>
                    <a:pt x="67510" y="6230782"/>
                  </a:lnTo>
                  <a:lnTo>
                    <a:pt x="67510" y="6230351"/>
                  </a:lnTo>
                  <a:lnTo>
                    <a:pt x="67628" y="6230351"/>
                  </a:lnTo>
                  <a:lnTo>
                    <a:pt x="67745" y="6230351"/>
                  </a:lnTo>
                  <a:lnTo>
                    <a:pt x="67863" y="6230351"/>
                  </a:lnTo>
                  <a:lnTo>
                    <a:pt x="67981" y="6230351"/>
                  </a:lnTo>
                  <a:lnTo>
                    <a:pt x="67981" y="6229920"/>
                  </a:lnTo>
                  <a:lnTo>
                    <a:pt x="68098" y="6229920"/>
                  </a:lnTo>
                  <a:lnTo>
                    <a:pt x="68216" y="6229920"/>
                  </a:lnTo>
                  <a:lnTo>
                    <a:pt x="68333" y="6229920"/>
                  </a:lnTo>
                  <a:lnTo>
                    <a:pt x="68333" y="6229490"/>
                  </a:lnTo>
                  <a:lnTo>
                    <a:pt x="68451" y="6229490"/>
                  </a:lnTo>
                  <a:lnTo>
                    <a:pt x="68451" y="6229059"/>
                  </a:lnTo>
                  <a:lnTo>
                    <a:pt x="68569" y="6229059"/>
                  </a:lnTo>
                  <a:lnTo>
                    <a:pt x="68569" y="6228629"/>
                  </a:lnTo>
                  <a:lnTo>
                    <a:pt x="68569" y="6228198"/>
                  </a:lnTo>
                  <a:lnTo>
                    <a:pt x="68686" y="6228198"/>
                  </a:lnTo>
                  <a:lnTo>
                    <a:pt x="68804" y="6228198"/>
                  </a:lnTo>
                  <a:lnTo>
                    <a:pt x="68921" y="6228198"/>
                  </a:lnTo>
                  <a:lnTo>
                    <a:pt x="68921" y="6227767"/>
                  </a:lnTo>
                  <a:lnTo>
                    <a:pt x="69039" y="6227767"/>
                  </a:lnTo>
                  <a:lnTo>
                    <a:pt x="69157" y="6227767"/>
                  </a:lnTo>
                  <a:lnTo>
                    <a:pt x="69274" y="6227767"/>
                  </a:lnTo>
                  <a:lnTo>
                    <a:pt x="69392" y="6227767"/>
                  </a:lnTo>
                  <a:lnTo>
                    <a:pt x="69510" y="6227767"/>
                  </a:lnTo>
                  <a:lnTo>
                    <a:pt x="69627" y="6227767"/>
                  </a:lnTo>
                  <a:lnTo>
                    <a:pt x="69745" y="6227767"/>
                  </a:lnTo>
                  <a:lnTo>
                    <a:pt x="69745" y="6227337"/>
                  </a:lnTo>
                  <a:lnTo>
                    <a:pt x="69745" y="6226906"/>
                  </a:lnTo>
                  <a:lnTo>
                    <a:pt x="69745" y="6226476"/>
                  </a:lnTo>
                  <a:lnTo>
                    <a:pt x="69862" y="6226476"/>
                  </a:lnTo>
                  <a:lnTo>
                    <a:pt x="69862" y="6226045"/>
                  </a:lnTo>
                  <a:lnTo>
                    <a:pt x="69980" y="6226045"/>
                  </a:lnTo>
                  <a:lnTo>
                    <a:pt x="69980" y="6225614"/>
                  </a:lnTo>
                  <a:lnTo>
                    <a:pt x="70098" y="6225614"/>
                  </a:lnTo>
                  <a:lnTo>
                    <a:pt x="70333" y="6225614"/>
                  </a:lnTo>
                  <a:lnTo>
                    <a:pt x="70450" y="6225614"/>
                  </a:lnTo>
                  <a:lnTo>
                    <a:pt x="70568" y="6225614"/>
                  </a:lnTo>
                  <a:lnTo>
                    <a:pt x="70686" y="6225614"/>
                  </a:lnTo>
                  <a:lnTo>
                    <a:pt x="70803" y="6225614"/>
                  </a:lnTo>
                  <a:lnTo>
                    <a:pt x="71039" y="6225614"/>
                  </a:lnTo>
                  <a:lnTo>
                    <a:pt x="71039" y="6225184"/>
                  </a:lnTo>
                  <a:lnTo>
                    <a:pt x="71274" y="6225184"/>
                  </a:lnTo>
                  <a:lnTo>
                    <a:pt x="71391" y="6225184"/>
                  </a:lnTo>
                  <a:lnTo>
                    <a:pt x="71509" y="6225184"/>
                  </a:lnTo>
                  <a:lnTo>
                    <a:pt x="71509" y="6224753"/>
                  </a:lnTo>
                  <a:lnTo>
                    <a:pt x="71509" y="6224323"/>
                  </a:lnTo>
                  <a:lnTo>
                    <a:pt x="71627" y="6224323"/>
                  </a:lnTo>
                  <a:lnTo>
                    <a:pt x="71744" y="6224323"/>
                  </a:lnTo>
                  <a:lnTo>
                    <a:pt x="71744" y="6223892"/>
                  </a:lnTo>
                  <a:lnTo>
                    <a:pt x="71744" y="6223461"/>
                  </a:lnTo>
                  <a:lnTo>
                    <a:pt x="71862" y="6223461"/>
                  </a:lnTo>
                  <a:lnTo>
                    <a:pt x="71979" y="6223461"/>
                  </a:lnTo>
                  <a:lnTo>
                    <a:pt x="72097" y="6223461"/>
                  </a:lnTo>
                  <a:lnTo>
                    <a:pt x="72097" y="6223031"/>
                  </a:lnTo>
                  <a:lnTo>
                    <a:pt x="72215" y="6223031"/>
                  </a:lnTo>
                  <a:lnTo>
                    <a:pt x="72332" y="6223031"/>
                  </a:lnTo>
                  <a:lnTo>
                    <a:pt x="72450" y="6223031"/>
                  </a:lnTo>
                  <a:lnTo>
                    <a:pt x="72450" y="6222600"/>
                  </a:lnTo>
                  <a:lnTo>
                    <a:pt x="72450" y="6222170"/>
                  </a:lnTo>
                  <a:lnTo>
                    <a:pt x="72450" y="6221739"/>
                  </a:lnTo>
                  <a:lnTo>
                    <a:pt x="72450" y="6221308"/>
                  </a:lnTo>
                  <a:lnTo>
                    <a:pt x="72450" y="6220878"/>
                  </a:lnTo>
                  <a:lnTo>
                    <a:pt x="72568" y="6220878"/>
                  </a:lnTo>
                  <a:lnTo>
                    <a:pt x="72568" y="6220447"/>
                  </a:lnTo>
                  <a:lnTo>
                    <a:pt x="72568" y="6220017"/>
                  </a:lnTo>
                  <a:lnTo>
                    <a:pt x="72568" y="6219586"/>
                  </a:lnTo>
                  <a:lnTo>
                    <a:pt x="72685" y="6219586"/>
                  </a:lnTo>
                  <a:lnTo>
                    <a:pt x="72920" y="6219586"/>
                  </a:lnTo>
                  <a:lnTo>
                    <a:pt x="72920" y="6218725"/>
                  </a:lnTo>
                  <a:lnTo>
                    <a:pt x="73038" y="6218725"/>
                  </a:lnTo>
                  <a:lnTo>
                    <a:pt x="73156" y="6218725"/>
                  </a:lnTo>
                  <a:lnTo>
                    <a:pt x="73156" y="6218294"/>
                  </a:lnTo>
                  <a:lnTo>
                    <a:pt x="73156" y="6217864"/>
                  </a:lnTo>
                  <a:lnTo>
                    <a:pt x="73273" y="6217864"/>
                  </a:lnTo>
                  <a:lnTo>
                    <a:pt x="73391" y="6217864"/>
                  </a:lnTo>
                  <a:lnTo>
                    <a:pt x="73626" y="6217864"/>
                  </a:lnTo>
                  <a:lnTo>
                    <a:pt x="73626" y="6217433"/>
                  </a:lnTo>
                  <a:lnTo>
                    <a:pt x="73626" y="6217002"/>
                  </a:lnTo>
                  <a:lnTo>
                    <a:pt x="73626" y="6216572"/>
                  </a:lnTo>
                  <a:lnTo>
                    <a:pt x="73626" y="6216141"/>
                  </a:lnTo>
                  <a:lnTo>
                    <a:pt x="73626" y="6215711"/>
                  </a:lnTo>
                  <a:lnTo>
                    <a:pt x="73744" y="6215711"/>
                  </a:lnTo>
                  <a:lnTo>
                    <a:pt x="73861" y="6215711"/>
                  </a:lnTo>
                  <a:lnTo>
                    <a:pt x="73979" y="6215711"/>
                  </a:lnTo>
                  <a:lnTo>
                    <a:pt x="73979" y="6215280"/>
                  </a:lnTo>
                  <a:lnTo>
                    <a:pt x="74096" y="6215280"/>
                  </a:lnTo>
                  <a:lnTo>
                    <a:pt x="74214" y="6215280"/>
                  </a:lnTo>
                  <a:lnTo>
                    <a:pt x="74332" y="6215280"/>
                  </a:lnTo>
                  <a:lnTo>
                    <a:pt x="74449" y="6215280"/>
                  </a:lnTo>
                  <a:lnTo>
                    <a:pt x="74567" y="6215280"/>
                  </a:lnTo>
                  <a:lnTo>
                    <a:pt x="74567" y="6214849"/>
                  </a:lnTo>
                  <a:lnTo>
                    <a:pt x="74685" y="6214849"/>
                  </a:lnTo>
                  <a:lnTo>
                    <a:pt x="74802" y="6214849"/>
                  </a:lnTo>
                  <a:lnTo>
                    <a:pt x="74920" y="6214849"/>
                  </a:lnTo>
                  <a:lnTo>
                    <a:pt x="74920" y="6214419"/>
                  </a:lnTo>
                  <a:lnTo>
                    <a:pt x="75037" y="6214419"/>
                  </a:lnTo>
                  <a:lnTo>
                    <a:pt x="75155" y="6214419"/>
                  </a:lnTo>
                  <a:lnTo>
                    <a:pt x="75155" y="6213988"/>
                  </a:lnTo>
                  <a:lnTo>
                    <a:pt x="75390" y="6213988"/>
                  </a:lnTo>
                  <a:lnTo>
                    <a:pt x="75508" y="6213988"/>
                  </a:lnTo>
                  <a:lnTo>
                    <a:pt x="75508" y="6213558"/>
                  </a:lnTo>
                  <a:lnTo>
                    <a:pt x="75625" y="6213558"/>
                  </a:lnTo>
                  <a:lnTo>
                    <a:pt x="75861" y="6213558"/>
                  </a:lnTo>
                  <a:lnTo>
                    <a:pt x="75978" y="6213558"/>
                  </a:lnTo>
                  <a:lnTo>
                    <a:pt x="76096" y="6213558"/>
                  </a:lnTo>
                  <a:lnTo>
                    <a:pt x="76214" y="6213558"/>
                  </a:lnTo>
                  <a:lnTo>
                    <a:pt x="76331" y="6213558"/>
                  </a:lnTo>
                  <a:lnTo>
                    <a:pt x="76449" y="6213558"/>
                  </a:lnTo>
                  <a:lnTo>
                    <a:pt x="76566" y="6213558"/>
                  </a:lnTo>
                  <a:lnTo>
                    <a:pt x="76684" y="6213558"/>
                  </a:lnTo>
                  <a:lnTo>
                    <a:pt x="76802" y="6213558"/>
                  </a:lnTo>
                  <a:lnTo>
                    <a:pt x="76802" y="6213127"/>
                  </a:lnTo>
                  <a:lnTo>
                    <a:pt x="77037" y="6213127"/>
                  </a:lnTo>
                  <a:lnTo>
                    <a:pt x="77154" y="6213127"/>
                  </a:lnTo>
                  <a:lnTo>
                    <a:pt x="77272" y="6213127"/>
                  </a:lnTo>
                  <a:lnTo>
                    <a:pt x="77272" y="6212696"/>
                  </a:lnTo>
                  <a:lnTo>
                    <a:pt x="77272" y="6212266"/>
                  </a:lnTo>
                  <a:lnTo>
                    <a:pt x="77390" y="6212266"/>
                  </a:lnTo>
                  <a:lnTo>
                    <a:pt x="77390" y="6211835"/>
                  </a:lnTo>
                  <a:lnTo>
                    <a:pt x="77625" y="6211405"/>
                  </a:lnTo>
                  <a:lnTo>
                    <a:pt x="77743" y="6211405"/>
                  </a:lnTo>
                  <a:lnTo>
                    <a:pt x="77860" y="6210974"/>
                  </a:lnTo>
                  <a:lnTo>
                    <a:pt x="77978" y="6210974"/>
                  </a:lnTo>
                  <a:lnTo>
                    <a:pt x="78095" y="6210974"/>
                  </a:lnTo>
                  <a:lnTo>
                    <a:pt x="78213" y="6210974"/>
                  </a:lnTo>
                  <a:lnTo>
                    <a:pt x="78331" y="6210974"/>
                  </a:lnTo>
                  <a:lnTo>
                    <a:pt x="78448" y="6210974"/>
                  </a:lnTo>
                  <a:lnTo>
                    <a:pt x="78566" y="6210974"/>
                  </a:lnTo>
                  <a:lnTo>
                    <a:pt x="78801" y="6210974"/>
                  </a:lnTo>
                  <a:lnTo>
                    <a:pt x="78919" y="6210974"/>
                  </a:lnTo>
                  <a:lnTo>
                    <a:pt x="78919" y="6210543"/>
                  </a:lnTo>
                  <a:lnTo>
                    <a:pt x="79036" y="6210543"/>
                  </a:lnTo>
                  <a:lnTo>
                    <a:pt x="79036" y="6210113"/>
                  </a:lnTo>
                  <a:lnTo>
                    <a:pt x="79036" y="6209682"/>
                  </a:lnTo>
                  <a:lnTo>
                    <a:pt x="79154" y="6209682"/>
                  </a:lnTo>
                  <a:lnTo>
                    <a:pt x="79272" y="6209682"/>
                  </a:lnTo>
                  <a:lnTo>
                    <a:pt x="79272" y="6209252"/>
                  </a:lnTo>
                  <a:lnTo>
                    <a:pt x="79389" y="6209252"/>
                  </a:lnTo>
                  <a:lnTo>
                    <a:pt x="79507" y="6209252"/>
                  </a:lnTo>
                  <a:lnTo>
                    <a:pt x="79507" y="6208821"/>
                  </a:lnTo>
                  <a:lnTo>
                    <a:pt x="79507" y="6208390"/>
                  </a:lnTo>
                  <a:lnTo>
                    <a:pt x="79624" y="6208390"/>
                  </a:lnTo>
                  <a:lnTo>
                    <a:pt x="79624" y="6207960"/>
                  </a:lnTo>
                  <a:lnTo>
                    <a:pt x="79742" y="6207960"/>
                  </a:lnTo>
                  <a:lnTo>
                    <a:pt x="79742" y="6207529"/>
                  </a:lnTo>
                  <a:lnTo>
                    <a:pt x="79860" y="6207529"/>
                  </a:lnTo>
                  <a:lnTo>
                    <a:pt x="79977" y="6207529"/>
                  </a:lnTo>
                  <a:lnTo>
                    <a:pt x="79977" y="6207099"/>
                  </a:lnTo>
                  <a:lnTo>
                    <a:pt x="79977" y="6206668"/>
                  </a:lnTo>
                  <a:lnTo>
                    <a:pt x="80095" y="6206668"/>
                  </a:lnTo>
                  <a:lnTo>
                    <a:pt x="80212" y="6206668"/>
                  </a:lnTo>
                  <a:lnTo>
                    <a:pt x="80330" y="6206668"/>
                  </a:lnTo>
                  <a:lnTo>
                    <a:pt x="80330" y="6206237"/>
                  </a:lnTo>
                  <a:lnTo>
                    <a:pt x="80448" y="6205807"/>
                  </a:lnTo>
                  <a:lnTo>
                    <a:pt x="80448" y="6205376"/>
                  </a:lnTo>
                  <a:lnTo>
                    <a:pt x="80448" y="6204946"/>
                  </a:lnTo>
                  <a:lnTo>
                    <a:pt x="80565" y="6204946"/>
                  </a:lnTo>
                  <a:lnTo>
                    <a:pt x="80565" y="6204515"/>
                  </a:lnTo>
                  <a:lnTo>
                    <a:pt x="80683" y="6204515"/>
                  </a:lnTo>
                  <a:lnTo>
                    <a:pt x="80800" y="6204515"/>
                  </a:lnTo>
                  <a:lnTo>
                    <a:pt x="80918" y="6204515"/>
                  </a:lnTo>
                  <a:lnTo>
                    <a:pt x="80918" y="6204084"/>
                  </a:lnTo>
                  <a:lnTo>
                    <a:pt x="81036" y="6204084"/>
                  </a:lnTo>
                  <a:lnTo>
                    <a:pt x="81153" y="6204084"/>
                  </a:lnTo>
                  <a:lnTo>
                    <a:pt x="81389" y="6204084"/>
                  </a:lnTo>
                  <a:lnTo>
                    <a:pt x="81506" y="6203654"/>
                  </a:lnTo>
                  <a:lnTo>
                    <a:pt x="81624" y="6203654"/>
                  </a:lnTo>
                  <a:lnTo>
                    <a:pt x="81741" y="6203654"/>
                  </a:lnTo>
                  <a:lnTo>
                    <a:pt x="81859" y="6203654"/>
                  </a:lnTo>
                  <a:lnTo>
                    <a:pt x="82094" y="6203654"/>
                  </a:lnTo>
                  <a:lnTo>
                    <a:pt x="82212" y="6203654"/>
                  </a:lnTo>
                  <a:lnTo>
                    <a:pt x="82329" y="6203654"/>
                  </a:lnTo>
                  <a:lnTo>
                    <a:pt x="82329" y="6203223"/>
                  </a:lnTo>
                  <a:lnTo>
                    <a:pt x="82447" y="6203223"/>
                  </a:lnTo>
                  <a:lnTo>
                    <a:pt x="82447" y="6202793"/>
                  </a:lnTo>
                  <a:lnTo>
                    <a:pt x="82565" y="6202793"/>
                  </a:lnTo>
                  <a:lnTo>
                    <a:pt x="82682" y="6202793"/>
                  </a:lnTo>
                  <a:lnTo>
                    <a:pt x="82682" y="6202362"/>
                  </a:lnTo>
                  <a:lnTo>
                    <a:pt x="82682" y="6201931"/>
                  </a:lnTo>
                  <a:lnTo>
                    <a:pt x="82682" y="6201501"/>
                  </a:lnTo>
                  <a:lnTo>
                    <a:pt x="82800" y="6201501"/>
                  </a:lnTo>
                  <a:lnTo>
                    <a:pt x="82800" y="6201070"/>
                  </a:lnTo>
                  <a:lnTo>
                    <a:pt x="82918" y="6201070"/>
                  </a:lnTo>
                  <a:lnTo>
                    <a:pt x="82918" y="6200640"/>
                  </a:lnTo>
                  <a:lnTo>
                    <a:pt x="83035" y="6200640"/>
                  </a:lnTo>
                  <a:lnTo>
                    <a:pt x="83035" y="6200209"/>
                  </a:lnTo>
                  <a:lnTo>
                    <a:pt x="83153" y="6200209"/>
                  </a:lnTo>
                  <a:lnTo>
                    <a:pt x="83270" y="6200209"/>
                  </a:lnTo>
                  <a:lnTo>
                    <a:pt x="83388" y="6200209"/>
                  </a:lnTo>
                  <a:lnTo>
                    <a:pt x="83388" y="6199778"/>
                  </a:lnTo>
                  <a:lnTo>
                    <a:pt x="83506" y="6199778"/>
                  </a:lnTo>
                  <a:lnTo>
                    <a:pt x="83506" y="6199348"/>
                  </a:lnTo>
                  <a:lnTo>
                    <a:pt x="83623" y="6199348"/>
                  </a:lnTo>
                  <a:lnTo>
                    <a:pt x="83623" y="6198917"/>
                  </a:lnTo>
                  <a:lnTo>
                    <a:pt x="83741" y="6198917"/>
                  </a:lnTo>
                  <a:lnTo>
                    <a:pt x="83741" y="6198487"/>
                  </a:lnTo>
                  <a:lnTo>
                    <a:pt x="83976" y="6198487"/>
                  </a:lnTo>
                  <a:lnTo>
                    <a:pt x="83976" y="6198056"/>
                  </a:lnTo>
                  <a:lnTo>
                    <a:pt x="83976" y="6197625"/>
                  </a:lnTo>
                  <a:lnTo>
                    <a:pt x="83976" y="6197195"/>
                  </a:lnTo>
                  <a:lnTo>
                    <a:pt x="84094" y="6197195"/>
                  </a:lnTo>
                  <a:lnTo>
                    <a:pt x="84094" y="6196764"/>
                  </a:lnTo>
                  <a:lnTo>
                    <a:pt x="84211" y="6196764"/>
                  </a:lnTo>
                  <a:lnTo>
                    <a:pt x="84211" y="6196334"/>
                  </a:lnTo>
                  <a:lnTo>
                    <a:pt x="84211" y="6195903"/>
                  </a:lnTo>
                  <a:lnTo>
                    <a:pt x="84329" y="6195903"/>
                  </a:lnTo>
                  <a:lnTo>
                    <a:pt x="84329" y="6195472"/>
                  </a:lnTo>
                  <a:lnTo>
                    <a:pt x="84447" y="6195472"/>
                  </a:lnTo>
                  <a:lnTo>
                    <a:pt x="84447" y="6195042"/>
                  </a:lnTo>
                  <a:lnTo>
                    <a:pt x="84564" y="6195042"/>
                  </a:lnTo>
                  <a:lnTo>
                    <a:pt x="84564" y="6194611"/>
                  </a:lnTo>
                  <a:lnTo>
                    <a:pt x="84682" y="6194611"/>
                  </a:lnTo>
                  <a:lnTo>
                    <a:pt x="84799" y="6194611"/>
                  </a:lnTo>
                  <a:lnTo>
                    <a:pt x="84917" y="6194611"/>
                  </a:lnTo>
                  <a:lnTo>
                    <a:pt x="85035" y="6194611"/>
                  </a:lnTo>
                  <a:lnTo>
                    <a:pt x="85035" y="6194181"/>
                  </a:lnTo>
                  <a:lnTo>
                    <a:pt x="85035" y="6193750"/>
                  </a:lnTo>
                  <a:lnTo>
                    <a:pt x="85152" y="6193750"/>
                  </a:lnTo>
                  <a:lnTo>
                    <a:pt x="85270" y="6193319"/>
                  </a:lnTo>
                  <a:lnTo>
                    <a:pt x="85270" y="6192889"/>
                  </a:lnTo>
                  <a:lnTo>
                    <a:pt x="85505" y="6192889"/>
                  </a:lnTo>
                  <a:lnTo>
                    <a:pt x="85505" y="6192028"/>
                  </a:lnTo>
                  <a:lnTo>
                    <a:pt x="85505" y="6191597"/>
                  </a:lnTo>
                  <a:lnTo>
                    <a:pt x="85505" y="6191166"/>
                  </a:lnTo>
                  <a:lnTo>
                    <a:pt x="85623" y="6191166"/>
                  </a:lnTo>
                  <a:lnTo>
                    <a:pt x="85623" y="6190736"/>
                  </a:lnTo>
                  <a:lnTo>
                    <a:pt x="85623" y="6190305"/>
                  </a:lnTo>
                  <a:lnTo>
                    <a:pt x="85740" y="6189875"/>
                  </a:lnTo>
                  <a:lnTo>
                    <a:pt x="85858" y="6189875"/>
                  </a:lnTo>
                  <a:lnTo>
                    <a:pt x="85858" y="6189013"/>
                  </a:lnTo>
                  <a:lnTo>
                    <a:pt x="85976" y="6189013"/>
                  </a:lnTo>
                  <a:lnTo>
                    <a:pt x="86093" y="6189013"/>
                  </a:lnTo>
                  <a:lnTo>
                    <a:pt x="86211" y="6189013"/>
                  </a:lnTo>
                  <a:lnTo>
                    <a:pt x="86328" y="6189013"/>
                  </a:lnTo>
                  <a:lnTo>
                    <a:pt x="86328" y="6188583"/>
                  </a:lnTo>
                  <a:lnTo>
                    <a:pt x="86446" y="6188583"/>
                  </a:lnTo>
                  <a:lnTo>
                    <a:pt x="86446" y="6188152"/>
                  </a:lnTo>
                  <a:lnTo>
                    <a:pt x="86681" y="6188152"/>
                  </a:lnTo>
                  <a:lnTo>
                    <a:pt x="86799" y="6188152"/>
                  </a:lnTo>
                  <a:lnTo>
                    <a:pt x="86916" y="6188152"/>
                  </a:lnTo>
                  <a:lnTo>
                    <a:pt x="87034" y="6188152"/>
                  </a:lnTo>
                  <a:lnTo>
                    <a:pt x="87034" y="6187722"/>
                  </a:lnTo>
                  <a:lnTo>
                    <a:pt x="87034" y="6187291"/>
                  </a:lnTo>
                  <a:lnTo>
                    <a:pt x="87034" y="6186860"/>
                  </a:lnTo>
                  <a:lnTo>
                    <a:pt x="87152" y="6186860"/>
                  </a:lnTo>
                  <a:lnTo>
                    <a:pt x="87152" y="6186430"/>
                  </a:lnTo>
                  <a:lnTo>
                    <a:pt x="87152" y="6185999"/>
                  </a:lnTo>
                  <a:lnTo>
                    <a:pt x="87269" y="6185999"/>
                  </a:lnTo>
                  <a:lnTo>
                    <a:pt x="87269" y="6185569"/>
                  </a:lnTo>
                  <a:lnTo>
                    <a:pt x="87387" y="6185569"/>
                  </a:lnTo>
                  <a:lnTo>
                    <a:pt x="87505" y="6185569"/>
                  </a:lnTo>
                  <a:lnTo>
                    <a:pt x="87622" y="6185569"/>
                  </a:lnTo>
                  <a:lnTo>
                    <a:pt x="87857" y="6185138"/>
                  </a:lnTo>
                  <a:lnTo>
                    <a:pt x="88093" y="6185138"/>
                  </a:lnTo>
                  <a:lnTo>
                    <a:pt x="88093" y="6184707"/>
                  </a:lnTo>
                  <a:lnTo>
                    <a:pt x="88210" y="6184707"/>
                  </a:lnTo>
                  <a:lnTo>
                    <a:pt x="88445" y="6184707"/>
                  </a:lnTo>
                  <a:lnTo>
                    <a:pt x="88445" y="6184277"/>
                  </a:lnTo>
                  <a:lnTo>
                    <a:pt x="88563" y="6184277"/>
                  </a:lnTo>
                  <a:lnTo>
                    <a:pt x="88681" y="6184277"/>
                  </a:lnTo>
                  <a:lnTo>
                    <a:pt x="88798" y="6184277"/>
                  </a:lnTo>
                  <a:lnTo>
                    <a:pt x="88798" y="6183846"/>
                  </a:lnTo>
                  <a:lnTo>
                    <a:pt x="88916" y="6183846"/>
                  </a:lnTo>
                  <a:lnTo>
                    <a:pt x="89033" y="6183846"/>
                  </a:lnTo>
                  <a:lnTo>
                    <a:pt x="89033" y="6182985"/>
                  </a:lnTo>
                  <a:lnTo>
                    <a:pt x="89151" y="6182985"/>
                  </a:lnTo>
                  <a:lnTo>
                    <a:pt x="89269" y="6182985"/>
                  </a:lnTo>
                  <a:lnTo>
                    <a:pt x="89269" y="6182554"/>
                  </a:lnTo>
                  <a:lnTo>
                    <a:pt x="89269" y="6181693"/>
                  </a:lnTo>
                  <a:lnTo>
                    <a:pt x="89386" y="6181693"/>
                  </a:lnTo>
                  <a:lnTo>
                    <a:pt x="89504" y="6181693"/>
                  </a:lnTo>
                  <a:lnTo>
                    <a:pt x="89622" y="6181693"/>
                  </a:lnTo>
                  <a:lnTo>
                    <a:pt x="89739" y="6181693"/>
                  </a:lnTo>
                  <a:lnTo>
                    <a:pt x="89857" y="6181263"/>
                  </a:lnTo>
                  <a:lnTo>
                    <a:pt x="89974" y="6181263"/>
                  </a:lnTo>
                  <a:lnTo>
                    <a:pt x="89974" y="6180832"/>
                  </a:lnTo>
                  <a:lnTo>
                    <a:pt x="90092" y="6180832"/>
                  </a:lnTo>
                  <a:lnTo>
                    <a:pt x="90210" y="6180832"/>
                  </a:lnTo>
                  <a:lnTo>
                    <a:pt x="90327" y="6180832"/>
                  </a:lnTo>
                  <a:lnTo>
                    <a:pt x="90445" y="6180832"/>
                  </a:lnTo>
                  <a:lnTo>
                    <a:pt x="90562" y="6180832"/>
                  </a:lnTo>
                  <a:lnTo>
                    <a:pt x="90680" y="6180832"/>
                  </a:lnTo>
                  <a:lnTo>
                    <a:pt x="90798" y="6180832"/>
                  </a:lnTo>
                  <a:lnTo>
                    <a:pt x="90798" y="6179540"/>
                  </a:lnTo>
                  <a:lnTo>
                    <a:pt x="90915" y="6179540"/>
                  </a:lnTo>
                  <a:lnTo>
                    <a:pt x="90915" y="6179110"/>
                  </a:lnTo>
                  <a:lnTo>
                    <a:pt x="90915" y="6178679"/>
                  </a:lnTo>
                  <a:lnTo>
                    <a:pt x="91033" y="6178248"/>
                  </a:lnTo>
                  <a:lnTo>
                    <a:pt x="91151" y="6178248"/>
                  </a:lnTo>
                  <a:lnTo>
                    <a:pt x="91268" y="6178248"/>
                  </a:lnTo>
                  <a:lnTo>
                    <a:pt x="91386" y="6178248"/>
                  </a:lnTo>
                  <a:lnTo>
                    <a:pt x="91503" y="6178248"/>
                  </a:lnTo>
                  <a:lnTo>
                    <a:pt x="91503" y="6177818"/>
                  </a:lnTo>
                  <a:lnTo>
                    <a:pt x="91503" y="6177387"/>
                  </a:lnTo>
                  <a:lnTo>
                    <a:pt x="91621" y="6177387"/>
                  </a:lnTo>
                  <a:lnTo>
                    <a:pt x="91621" y="6176957"/>
                  </a:lnTo>
                  <a:lnTo>
                    <a:pt x="91621" y="6176526"/>
                  </a:lnTo>
                  <a:lnTo>
                    <a:pt x="91739" y="6176526"/>
                  </a:lnTo>
                  <a:lnTo>
                    <a:pt x="91856" y="6176526"/>
                  </a:lnTo>
                  <a:lnTo>
                    <a:pt x="91974" y="6176526"/>
                  </a:lnTo>
                  <a:lnTo>
                    <a:pt x="92091" y="6176526"/>
                  </a:lnTo>
                  <a:lnTo>
                    <a:pt x="92091" y="6176095"/>
                  </a:lnTo>
                  <a:lnTo>
                    <a:pt x="92091" y="6175665"/>
                  </a:lnTo>
                  <a:lnTo>
                    <a:pt x="92444" y="6175234"/>
                  </a:lnTo>
                  <a:lnTo>
                    <a:pt x="92562" y="6175234"/>
                  </a:lnTo>
                  <a:lnTo>
                    <a:pt x="92680" y="6175234"/>
                  </a:lnTo>
                  <a:lnTo>
                    <a:pt x="92680" y="6174804"/>
                  </a:lnTo>
                  <a:lnTo>
                    <a:pt x="92797" y="6174804"/>
                  </a:lnTo>
                  <a:lnTo>
                    <a:pt x="92915" y="6174804"/>
                  </a:lnTo>
                  <a:lnTo>
                    <a:pt x="92915" y="6174373"/>
                  </a:lnTo>
                  <a:lnTo>
                    <a:pt x="92915" y="6173942"/>
                  </a:lnTo>
                  <a:lnTo>
                    <a:pt x="93032" y="6173942"/>
                  </a:lnTo>
                  <a:lnTo>
                    <a:pt x="93150" y="6173942"/>
                  </a:lnTo>
                  <a:lnTo>
                    <a:pt x="93268" y="6173942"/>
                  </a:lnTo>
                  <a:lnTo>
                    <a:pt x="93268" y="6173512"/>
                  </a:lnTo>
                  <a:lnTo>
                    <a:pt x="93268" y="6173081"/>
                  </a:lnTo>
                  <a:lnTo>
                    <a:pt x="93268" y="6172651"/>
                  </a:lnTo>
                  <a:lnTo>
                    <a:pt x="93268" y="6172220"/>
                  </a:lnTo>
                  <a:lnTo>
                    <a:pt x="93268" y="6171789"/>
                  </a:lnTo>
                  <a:lnTo>
                    <a:pt x="93385" y="6171789"/>
                  </a:lnTo>
                  <a:lnTo>
                    <a:pt x="93503" y="6171789"/>
                  </a:lnTo>
                  <a:lnTo>
                    <a:pt x="93503" y="6171359"/>
                  </a:lnTo>
                  <a:lnTo>
                    <a:pt x="93503" y="6170928"/>
                  </a:lnTo>
                  <a:lnTo>
                    <a:pt x="93620" y="6170928"/>
                  </a:lnTo>
                  <a:lnTo>
                    <a:pt x="93738" y="6170928"/>
                  </a:lnTo>
                  <a:lnTo>
                    <a:pt x="93856" y="6170928"/>
                  </a:lnTo>
                  <a:lnTo>
                    <a:pt x="93973" y="6170498"/>
                  </a:lnTo>
                  <a:lnTo>
                    <a:pt x="94209" y="6170498"/>
                  </a:lnTo>
                  <a:lnTo>
                    <a:pt x="94209" y="6170067"/>
                  </a:lnTo>
                  <a:lnTo>
                    <a:pt x="94326" y="6170067"/>
                  </a:lnTo>
                  <a:lnTo>
                    <a:pt x="94444" y="6170067"/>
                  </a:lnTo>
                  <a:lnTo>
                    <a:pt x="94561" y="6170067"/>
                  </a:lnTo>
                  <a:lnTo>
                    <a:pt x="94679" y="6170067"/>
                  </a:lnTo>
                  <a:lnTo>
                    <a:pt x="94797" y="6170067"/>
                  </a:lnTo>
                  <a:lnTo>
                    <a:pt x="94914" y="6170067"/>
                  </a:lnTo>
                  <a:lnTo>
                    <a:pt x="95032" y="6170067"/>
                  </a:lnTo>
                  <a:lnTo>
                    <a:pt x="95149" y="6170067"/>
                  </a:lnTo>
                  <a:lnTo>
                    <a:pt x="95267" y="6170067"/>
                  </a:lnTo>
                  <a:lnTo>
                    <a:pt x="95267" y="6169636"/>
                  </a:lnTo>
                  <a:lnTo>
                    <a:pt x="95267" y="6169206"/>
                  </a:lnTo>
                  <a:lnTo>
                    <a:pt x="95385" y="6168775"/>
                  </a:lnTo>
                  <a:lnTo>
                    <a:pt x="95502" y="6168775"/>
                  </a:lnTo>
                  <a:lnTo>
                    <a:pt x="95620" y="6168775"/>
                  </a:lnTo>
                  <a:lnTo>
                    <a:pt x="95738" y="6168775"/>
                  </a:lnTo>
                  <a:lnTo>
                    <a:pt x="95855" y="6168775"/>
                  </a:lnTo>
                  <a:lnTo>
                    <a:pt x="95973" y="6168775"/>
                  </a:lnTo>
                  <a:lnTo>
                    <a:pt x="96090" y="6168775"/>
                  </a:lnTo>
                  <a:lnTo>
                    <a:pt x="96208" y="6168775"/>
                  </a:lnTo>
                  <a:lnTo>
                    <a:pt x="96208" y="6168345"/>
                  </a:lnTo>
                  <a:lnTo>
                    <a:pt x="96208" y="6167914"/>
                  </a:lnTo>
                  <a:lnTo>
                    <a:pt x="96326" y="6167914"/>
                  </a:lnTo>
                  <a:lnTo>
                    <a:pt x="96443" y="6167914"/>
                  </a:lnTo>
                  <a:lnTo>
                    <a:pt x="96443" y="6167483"/>
                  </a:lnTo>
                  <a:lnTo>
                    <a:pt x="96561" y="6167483"/>
                  </a:lnTo>
                  <a:lnTo>
                    <a:pt x="96561" y="6167053"/>
                  </a:lnTo>
                  <a:lnTo>
                    <a:pt x="96678" y="6167053"/>
                  </a:lnTo>
                  <a:lnTo>
                    <a:pt x="96796" y="6167053"/>
                  </a:lnTo>
                  <a:lnTo>
                    <a:pt x="96914" y="6167053"/>
                  </a:lnTo>
                  <a:lnTo>
                    <a:pt x="96914" y="6166622"/>
                  </a:lnTo>
                  <a:lnTo>
                    <a:pt x="97149" y="6166622"/>
                  </a:lnTo>
                  <a:lnTo>
                    <a:pt x="97266" y="6166622"/>
                  </a:lnTo>
                  <a:lnTo>
                    <a:pt x="97384" y="6166622"/>
                  </a:lnTo>
                  <a:lnTo>
                    <a:pt x="97502" y="6166622"/>
                  </a:lnTo>
                  <a:lnTo>
                    <a:pt x="97619" y="6166622"/>
                  </a:lnTo>
                  <a:lnTo>
                    <a:pt x="97737" y="6166622"/>
                  </a:lnTo>
                  <a:lnTo>
                    <a:pt x="97855" y="6166622"/>
                  </a:lnTo>
                  <a:lnTo>
                    <a:pt x="97855" y="6166192"/>
                  </a:lnTo>
                  <a:lnTo>
                    <a:pt x="97972" y="6165761"/>
                  </a:lnTo>
                  <a:lnTo>
                    <a:pt x="98090" y="6165761"/>
                  </a:lnTo>
                  <a:lnTo>
                    <a:pt x="98207" y="6165761"/>
                  </a:lnTo>
                  <a:lnTo>
                    <a:pt x="98325" y="6165761"/>
                  </a:lnTo>
                  <a:lnTo>
                    <a:pt x="98443" y="6165761"/>
                  </a:lnTo>
                  <a:lnTo>
                    <a:pt x="98443" y="6165330"/>
                  </a:lnTo>
                  <a:lnTo>
                    <a:pt x="98560" y="6165330"/>
                  </a:lnTo>
                  <a:lnTo>
                    <a:pt x="98678" y="6165330"/>
                  </a:lnTo>
                  <a:lnTo>
                    <a:pt x="98795" y="6165330"/>
                  </a:lnTo>
                  <a:lnTo>
                    <a:pt x="98913" y="6165330"/>
                  </a:lnTo>
                  <a:lnTo>
                    <a:pt x="98913" y="6164900"/>
                  </a:lnTo>
                  <a:lnTo>
                    <a:pt x="99031" y="6164900"/>
                  </a:lnTo>
                  <a:lnTo>
                    <a:pt x="99148" y="6164469"/>
                  </a:lnTo>
                  <a:lnTo>
                    <a:pt x="99266" y="6164469"/>
                  </a:lnTo>
                  <a:lnTo>
                    <a:pt x="99501" y="6164469"/>
                  </a:lnTo>
                  <a:lnTo>
                    <a:pt x="99619" y="6164469"/>
                  </a:lnTo>
                  <a:lnTo>
                    <a:pt x="99619" y="6164039"/>
                  </a:lnTo>
                  <a:lnTo>
                    <a:pt x="99736" y="6164039"/>
                  </a:lnTo>
                  <a:lnTo>
                    <a:pt x="99736" y="6163608"/>
                  </a:lnTo>
                  <a:lnTo>
                    <a:pt x="99854" y="6163608"/>
                  </a:lnTo>
                  <a:lnTo>
                    <a:pt x="99972" y="6163608"/>
                  </a:lnTo>
                  <a:lnTo>
                    <a:pt x="100089" y="6163608"/>
                  </a:lnTo>
                  <a:lnTo>
                    <a:pt x="100207" y="6163608"/>
                  </a:lnTo>
                  <a:lnTo>
                    <a:pt x="100324" y="6163608"/>
                  </a:lnTo>
                  <a:lnTo>
                    <a:pt x="100442" y="6163608"/>
                  </a:lnTo>
                  <a:lnTo>
                    <a:pt x="100442" y="6163177"/>
                  </a:lnTo>
                  <a:lnTo>
                    <a:pt x="100560" y="6163177"/>
                  </a:lnTo>
                  <a:lnTo>
                    <a:pt x="100560" y="6162747"/>
                  </a:lnTo>
                  <a:lnTo>
                    <a:pt x="100677" y="6162747"/>
                  </a:lnTo>
                  <a:lnTo>
                    <a:pt x="100677" y="6162316"/>
                  </a:lnTo>
                  <a:lnTo>
                    <a:pt x="100677" y="6161886"/>
                  </a:lnTo>
                  <a:lnTo>
                    <a:pt x="100795" y="6161886"/>
                  </a:lnTo>
                  <a:lnTo>
                    <a:pt x="100795" y="6161455"/>
                  </a:lnTo>
                  <a:lnTo>
                    <a:pt x="101030" y="6161455"/>
                  </a:lnTo>
                  <a:lnTo>
                    <a:pt x="101265" y="6161455"/>
                  </a:lnTo>
                  <a:lnTo>
                    <a:pt x="101383" y="6161455"/>
                  </a:lnTo>
                  <a:lnTo>
                    <a:pt x="101501" y="6161455"/>
                  </a:lnTo>
                  <a:lnTo>
                    <a:pt x="101501" y="6161024"/>
                  </a:lnTo>
                  <a:lnTo>
                    <a:pt x="101501" y="6160594"/>
                  </a:lnTo>
                  <a:lnTo>
                    <a:pt x="101618" y="6160594"/>
                  </a:lnTo>
                  <a:lnTo>
                    <a:pt x="101618" y="6160163"/>
                  </a:lnTo>
                  <a:lnTo>
                    <a:pt x="101736" y="6160163"/>
                  </a:lnTo>
                  <a:lnTo>
                    <a:pt x="101853" y="6159733"/>
                  </a:lnTo>
                  <a:lnTo>
                    <a:pt x="101971" y="6159733"/>
                  </a:lnTo>
                  <a:lnTo>
                    <a:pt x="102089" y="6159733"/>
                  </a:lnTo>
                  <a:lnTo>
                    <a:pt x="102206" y="6159733"/>
                  </a:lnTo>
                  <a:lnTo>
                    <a:pt x="102324" y="6159733"/>
                  </a:lnTo>
                  <a:lnTo>
                    <a:pt x="102442" y="6159733"/>
                  </a:lnTo>
                  <a:lnTo>
                    <a:pt x="102677" y="6159733"/>
                  </a:lnTo>
                  <a:lnTo>
                    <a:pt x="102794" y="6159733"/>
                  </a:lnTo>
                  <a:lnTo>
                    <a:pt x="102912" y="6159733"/>
                  </a:lnTo>
                  <a:lnTo>
                    <a:pt x="103030" y="6159733"/>
                  </a:lnTo>
                  <a:lnTo>
                    <a:pt x="103147" y="6159733"/>
                  </a:lnTo>
                  <a:lnTo>
                    <a:pt x="103265" y="6159733"/>
                  </a:lnTo>
                  <a:lnTo>
                    <a:pt x="103382" y="6159733"/>
                  </a:lnTo>
                  <a:lnTo>
                    <a:pt x="103500" y="6159733"/>
                  </a:lnTo>
                  <a:lnTo>
                    <a:pt x="103618" y="6159733"/>
                  </a:lnTo>
                  <a:lnTo>
                    <a:pt x="103853" y="6159733"/>
                  </a:lnTo>
                  <a:lnTo>
                    <a:pt x="103971" y="6159733"/>
                  </a:lnTo>
                  <a:lnTo>
                    <a:pt x="104088" y="6159733"/>
                  </a:lnTo>
                  <a:lnTo>
                    <a:pt x="104206" y="6159733"/>
                  </a:lnTo>
                  <a:lnTo>
                    <a:pt x="104323" y="6159733"/>
                  </a:lnTo>
                  <a:lnTo>
                    <a:pt x="104441" y="6159733"/>
                  </a:lnTo>
                  <a:lnTo>
                    <a:pt x="104559" y="6159733"/>
                  </a:lnTo>
                  <a:lnTo>
                    <a:pt x="104559" y="6159302"/>
                  </a:lnTo>
                  <a:lnTo>
                    <a:pt x="104559" y="6158871"/>
                  </a:lnTo>
                  <a:lnTo>
                    <a:pt x="104559" y="6157580"/>
                  </a:lnTo>
                  <a:lnTo>
                    <a:pt x="104559" y="6157149"/>
                  </a:lnTo>
                  <a:lnTo>
                    <a:pt x="104676" y="6157149"/>
                  </a:lnTo>
                  <a:lnTo>
                    <a:pt x="104794" y="6157149"/>
                  </a:lnTo>
                  <a:lnTo>
                    <a:pt x="104911" y="6157149"/>
                  </a:lnTo>
                  <a:lnTo>
                    <a:pt x="105029" y="6157149"/>
                  </a:lnTo>
                  <a:lnTo>
                    <a:pt x="105147" y="6157149"/>
                  </a:lnTo>
                  <a:lnTo>
                    <a:pt x="105264" y="6157149"/>
                  </a:lnTo>
                  <a:lnTo>
                    <a:pt x="105264" y="6156718"/>
                  </a:lnTo>
                  <a:lnTo>
                    <a:pt x="105382" y="6156718"/>
                  </a:lnTo>
                  <a:lnTo>
                    <a:pt x="105499" y="6156718"/>
                  </a:lnTo>
                  <a:lnTo>
                    <a:pt x="105617" y="6156718"/>
                  </a:lnTo>
                  <a:lnTo>
                    <a:pt x="105735" y="6156718"/>
                  </a:lnTo>
                  <a:lnTo>
                    <a:pt x="105852" y="6156718"/>
                  </a:lnTo>
                  <a:lnTo>
                    <a:pt x="105970" y="6156718"/>
                  </a:lnTo>
                  <a:lnTo>
                    <a:pt x="106205" y="6156718"/>
                  </a:lnTo>
                  <a:lnTo>
                    <a:pt x="106323" y="6156718"/>
                  </a:lnTo>
                  <a:lnTo>
                    <a:pt x="106323" y="6156288"/>
                  </a:lnTo>
                  <a:lnTo>
                    <a:pt x="106440" y="6156288"/>
                  </a:lnTo>
                  <a:lnTo>
                    <a:pt x="106558" y="6156288"/>
                  </a:lnTo>
                  <a:lnTo>
                    <a:pt x="106676" y="6156288"/>
                  </a:lnTo>
                  <a:lnTo>
                    <a:pt x="106793" y="6156288"/>
                  </a:lnTo>
                  <a:lnTo>
                    <a:pt x="106793" y="6155857"/>
                  </a:lnTo>
                  <a:lnTo>
                    <a:pt x="106911" y="6155857"/>
                  </a:lnTo>
                  <a:lnTo>
                    <a:pt x="106911" y="6155427"/>
                  </a:lnTo>
                  <a:lnTo>
                    <a:pt x="107028" y="6155427"/>
                  </a:lnTo>
                  <a:lnTo>
                    <a:pt x="107028" y="6154996"/>
                  </a:lnTo>
                  <a:lnTo>
                    <a:pt x="107146" y="6154565"/>
                  </a:lnTo>
                  <a:lnTo>
                    <a:pt x="107264" y="6154565"/>
                  </a:lnTo>
                  <a:lnTo>
                    <a:pt x="107264" y="6154135"/>
                  </a:lnTo>
                  <a:lnTo>
                    <a:pt x="107381" y="6154135"/>
                  </a:lnTo>
                  <a:lnTo>
                    <a:pt x="107499" y="6154135"/>
                  </a:lnTo>
                  <a:lnTo>
                    <a:pt x="107617" y="6154135"/>
                  </a:lnTo>
                  <a:lnTo>
                    <a:pt x="107617" y="6153704"/>
                  </a:lnTo>
                  <a:lnTo>
                    <a:pt x="107734" y="6153274"/>
                  </a:lnTo>
                  <a:lnTo>
                    <a:pt x="107734" y="6152843"/>
                  </a:lnTo>
                  <a:lnTo>
                    <a:pt x="107852" y="6152843"/>
                  </a:lnTo>
                  <a:lnTo>
                    <a:pt x="107969" y="6152843"/>
                  </a:lnTo>
                  <a:lnTo>
                    <a:pt x="108087" y="6152843"/>
                  </a:lnTo>
                  <a:lnTo>
                    <a:pt x="108205" y="6152843"/>
                  </a:lnTo>
                  <a:lnTo>
                    <a:pt x="108322" y="6152843"/>
                  </a:lnTo>
                  <a:lnTo>
                    <a:pt x="108440" y="6152843"/>
                  </a:lnTo>
                  <a:lnTo>
                    <a:pt x="108557" y="6152843"/>
                  </a:lnTo>
                  <a:lnTo>
                    <a:pt x="108675" y="6152843"/>
                  </a:lnTo>
                  <a:lnTo>
                    <a:pt x="108675" y="6152412"/>
                  </a:lnTo>
                  <a:lnTo>
                    <a:pt x="108793" y="6152412"/>
                  </a:lnTo>
                  <a:lnTo>
                    <a:pt x="108910" y="6152412"/>
                  </a:lnTo>
                  <a:lnTo>
                    <a:pt x="109028" y="6152412"/>
                  </a:lnTo>
                  <a:lnTo>
                    <a:pt x="109146" y="6152412"/>
                  </a:lnTo>
                  <a:lnTo>
                    <a:pt x="109146" y="6151982"/>
                  </a:lnTo>
                  <a:lnTo>
                    <a:pt x="109146" y="6151551"/>
                  </a:lnTo>
                  <a:lnTo>
                    <a:pt x="109263" y="6151551"/>
                  </a:lnTo>
                  <a:lnTo>
                    <a:pt x="109263" y="6151121"/>
                  </a:lnTo>
                  <a:lnTo>
                    <a:pt x="109263" y="6150690"/>
                  </a:lnTo>
                  <a:lnTo>
                    <a:pt x="109381" y="6150690"/>
                  </a:lnTo>
                  <a:lnTo>
                    <a:pt x="109381" y="6149829"/>
                  </a:lnTo>
                  <a:lnTo>
                    <a:pt x="109381" y="6149398"/>
                  </a:lnTo>
                  <a:lnTo>
                    <a:pt x="109498" y="6149398"/>
                  </a:lnTo>
                  <a:lnTo>
                    <a:pt x="109498" y="6148968"/>
                  </a:lnTo>
                  <a:lnTo>
                    <a:pt x="109616" y="6148968"/>
                  </a:lnTo>
                  <a:lnTo>
                    <a:pt x="109734" y="6148968"/>
                  </a:lnTo>
                  <a:lnTo>
                    <a:pt x="109851" y="6148968"/>
                  </a:lnTo>
                  <a:lnTo>
                    <a:pt x="109851" y="6148537"/>
                  </a:lnTo>
                  <a:lnTo>
                    <a:pt x="109851" y="6148106"/>
                  </a:lnTo>
                  <a:lnTo>
                    <a:pt x="109969" y="6148106"/>
                  </a:lnTo>
                  <a:lnTo>
                    <a:pt x="110204" y="6148106"/>
                  </a:lnTo>
                  <a:lnTo>
                    <a:pt x="110322" y="6148106"/>
                  </a:lnTo>
                  <a:lnTo>
                    <a:pt x="110439" y="6148106"/>
                  </a:lnTo>
                  <a:lnTo>
                    <a:pt x="110439" y="6147676"/>
                  </a:lnTo>
                  <a:lnTo>
                    <a:pt x="110439" y="6147245"/>
                  </a:lnTo>
                  <a:lnTo>
                    <a:pt x="110557" y="6146815"/>
                  </a:lnTo>
                  <a:lnTo>
                    <a:pt x="110557" y="6146384"/>
                  </a:lnTo>
                  <a:lnTo>
                    <a:pt x="110675" y="6146384"/>
                  </a:lnTo>
                  <a:lnTo>
                    <a:pt x="110792" y="6146384"/>
                  </a:lnTo>
                  <a:lnTo>
                    <a:pt x="110792" y="6145953"/>
                  </a:lnTo>
                  <a:lnTo>
                    <a:pt x="110910" y="6145953"/>
                  </a:lnTo>
                  <a:lnTo>
                    <a:pt x="111027" y="6145953"/>
                  </a:lnTo>
                  <a:lnTo>
                    <a:pt x="111145" y="6145953"/>
                  </a:lnTo>
                  <a:lnTo>
                    <a:pt x="111145" y="6145523"/>
                  </a:lnTo>
                  <a:lnTo>
                    <a:pt x="111263" y="6145523"/>
                  </a:lnTo>
                  <a:lnTo>
                    <a:pt x="111263" y="6145092"/>
                  </a:lnTo>
                  <a:lnTo>
                    <a:pt x="111615" y="6145092"/>
                  </a:lnTo>
                  <a:lnTo>
                    <a:pt x="111733" y="6145092"/>
                  </a:lnTo>
                  <a:lnTo>
                    <a:pt x="111851" y="6145092"/>
                  </a:lnTo>
                  <a:lnTo>
                    <a:pt x="111851" y="6144231"/>
                  </a:lnTo>
                  <a:lnTo>
                    <a:pt x="111968" y="6144231"/>
                  </a:lnTo>
                  <a:lnTo>
                    <a:pt x="112086" y="6144231"/>
                  </a:lnTo>
                  <a:lnTo>
                    <a:pt x="112321" y="6144231"/>
                  </a:lnTo>
                  <a:lnTo>
                    <a:pt x="112439" y="6144231"/>
                  </a:lnTo>
                  <a:lnTo>
                    <a:pt x="112556" y="6144231"/>
                  </a:lnTo>
                  <a:lnTo>
                    <a:pt x="112792" y="6144231"/>
                  </a:lnTo>
                  <a:lnTo>
                    <a:pt x="112909" y="6144231"/>
                  </a:lnTo>
                  <a:lnTo>
                    <a:pt x="113027" y="6144231"/>
                  </a:lnTo>
                  <a:lnTo>
                    <a:pt x="113027" y="6143800"/>
                  </a:lnTo>
                  <a:lnTo>
                    <a:pt x="113144" y="6143800"/>
                  </a:lnTo>
                  <a:lnTo>
                    <a:pt x="113144" y="6143370"/>
                  </a:lnTo>
                  <a:lnTo>
                    <a:pt x="113262" y="6143370"/>
                  </a:lnTo>
                  <a:lnTo>
                    <a:pt x="113262" y="6142939"/>
                  </a:lnTo>
                  <a:lnTo>
                    <a:pt x="113262" y="6142509"/>
                  </a:lnTo>
                  <a:lnTo>
                    <a:pt x="113380" y="6142509"/>
                  </a:lnTo>
                  <a:lnTo>
                    <a:pt x="113497" y="6142509"/>
                  </a:lnTo>
                  <a:lnTo>
                    <a:pt x="113615" y="6142509"/>
                  </a:lnTo>
                  <a:lnTo>
                    <a:pt x="113615" y="6142078"/>
                  </a:lnTo>
                  <a:lnTo>
                    <a:pt x="113615" y="6141647"/>
                  </a:lnTo>
                  <a:lnTo>
                    <a:pt x="113732" y="6141647"/>
                  </a:lnTo>
                  <a:lnTo>
                    <a:pt x="113850" y="6141647"/>
                  </a:lnTo>
                  <a:lnTo>
                    <a:pt x="114085" y="6141647"/>
                  </a:lnTo>
                  <a:lnTo>
                    <a:pt x="114085" y="6141217"/>
                  </a:lnTo>
                  <a:lnTo>
                    <a:pt x="114203" y="6141217"/>
                  </a:lnTo>
                  <a:lnTo>
                    <a:pt x="114203" y="6140786"/>
                  </a:lnTo>
                  <a:lnTo>
                    <a:pt x="114321" y="6140786"/>
                  </a:lnTo>
                  <a:lnTo>
                    <a:pt x="114438" y="6140356"/>
                  </a:lnTo>
                  <a:lnTo>
                    <a:pt x="114556" y="6140356"/>
                  </a:lnTo>
                  <a:lnTo>
                    <a:pt x="114673" y="6140356"/>
                  </a:lnTo>
                  <a:lnTo>
                    <a:pt x="114791" y="6140356"/>
                  </a:lnTo>
                  <a:lnTo>
                    <a:pt x="114909" y="6140356"/>
                  </a:lnTo>
                  <a:lnTo>
                    <a:pt x="115026" y="6140356"/>
                  </a:lnTo>
                  <a:lnTo>
                    <a:pt x="115026" y="6139925"/>
                  </a:lnTo>
                  <a:lnTo>
                    <a:pt x="115144" y="6139925"/>
                  </a:lnTo>
                  <a:lnTo>
                    <a:pt x="115261" y="6139494"/>
                  </a:lnTo>
                  <a:lnTo>
                    <a:pt x="115261" y="6139064"/>
                  </a:lnTo>
                  <a:lnTo>
                    <a:pt x="115379" y="6139064"/>
                  </a:lnTo>
                  <a:lnTo>
                    <a:pt x="115497" y="6139064"/>
                  </a:lnTo>
                  <a:lnTo>
                    <a:pt x="115497" y="6138203"/>
                  </a:lnTo>
                  <a:lnTo>
                    <a:pt x="115614" y="6137772"/>
                  </a:lnTo>
                  <a:lnTo>
                    <a:pt x="115732" y="6137341"/>
                  </a:lnTo>
                  <a:lnTo>
                    <a:pt x="115850" y="6137341"/>
                  </a:lnTo>
                  <a:lnTo>
                    <a:pt x="115850" y="6136911"/>
                  </a:lnTo>
                  <a:lnTo>
                    <a:pt x="115850" y="6136480"/>
                  </a:lnTo>
                  <a:lnTo>
                    <a:pt x="115967" y="6136480"/>
                  </a:lnTo>
                  <a:lnTo>
                    <a:pt x="115967" y="6136050"/>
                  </a:lnTo>
                  <a:lnTo>
                    <a:pt x="116085" y="6136050"/>
                  </a:lnTo>
                  <a:lnTo>
                    <a:pt x="116202" y="6136050"/>
                  </a:lnTo>
                  <a:lnTo>
                    <a:pt x="116202" y="6135619"/>
                  </a:lnTo>
                  <a:lnTo>
                    <a:pt x="116320" y="6135619"/>
                  </a:lnTo>
                  <a:lnTo>
                    <a:pt x="116320" y="6135188"/>
                  </a:lnTo>
                  <a:lnTo>
                    <a:pt x="116438" y="6135188"/>
                  </a:lnTo>
                  <a:lnTo>
                    <a:pt x="116438" y="6134758"/>
                  </a:lnTo>
                  <a:lnTo>
                    <a:pt x="116555" y="6134758"/>
                  </a:lnTo>
                  <a:lnTo>
                    <a:pt x="116673" y="6134758"/>
                  </a:lnTo>
                  <a:lnTo>
                    <a:pt x="116790" y="6134758"/>
                  </a:lnTo>
                  <a:lnTo>
                    <a:pt x="116908" y="6134327"/>
                  </a:lnTo>
                  <a:lnTo>
                    <a:pt x="116908" y="6133897"/>
                  </a:lnTo>
                  <a:lnTo>
                    <a:pt x="117026" y="6133897"/>
                  </a:lnTo>
                  <a:lnTo>
                    <a:pt x="117143" y="6133466"/>
                  </a:lnTo>
                  <a:lnTo>
                    <a:pt x="117261" y="6133466"/>
                  </a:lnTo>
                  <a:lnTo>
                    <a:pt x="117379" y="6133466"/>
                  </a:lnTo>
                  <a:lnTo>
                    <a:pt x="117379" y="6133035"/>
                  </a:lnTo>
                  <a:lnTo>
                    <a:pt x="117496" y="6133035"/>
                  </a:lnTo>
                  <a:lnTo>
                    <a:pt x="117614" y="6133035"/>
                  </a:lnTo>
                  <a:lnTo>
                    <a:pt x="117614" y="6132605"/>
                  </a:lnTo>
                  <a:lnTo>
                    <a:pt x="117731" y="6132174"/>
                  </a:lnTo>
                  <a:lnTo>
                    <a:pt x="117849" y="6132174"/>
                  </a:lnTo>
                  <a:lnTo>
                    <a:pt x="117967" y="6132174"/>
                  </a:lnTo>
                  <a:lnTo>
                    <a:pt x="117967" y="6131744"/>
                  </a:lnTo>
                  <a:lnTo>
                    <a:pt x="117967" y="6131313"/>
                  </a:lnTo>
                  <a:lnTo>
                    <a:pt x="117967" y="6130882"/>
                  </a:lnTo>
                  <a:lnTo>
                    <a:pt x="117967" y="6130452"/>
                  </a:lnTo>
                  <a:lnTo>
                    <a:pt x="118084" y="6130452"/>
                  </a:lnTo>
                  <a:lnTo>
                    <a:pt x="118084" y="6130021"/>
                  </a:lnTo>
                  <a:lnTo>
                    <a:pt x="118202" y="6130021"/>
                  </a:lnTo>
                  <a:lnTo>
                    <a:pt x="118319" y="6130021"/>
                  </a:lnTo>
                  <a:lnTo>
                    <a:pt x="118437" y="6130021"/>
                  </a:lnTo>
                  <a:lnTo>
                    <a:pt x="118437" y="6129591"/>
                  </a:lnTo>
                  <a:lnTo>
                    <a:pt x="118555" y="6129160"/>
                  </a:lnTo>
                  <a:lnTo>
                    <a:pt x="118672" y="6128729"/>
                  </a:lnTo>
                  <a:lnTo>
                    <a:pt x="118790" y="6128729"/>
                  </a:lnTo>
                  <a:lnTo>
                    <a:pt x="118908" y="6128729"/>
                  </a:lnTo>
                  <a:lnTo>
                    <a:pt x="119025" y="6128299"/>
                  </a:lnTo>
                  <a:lnTo>
                    <a:pt x="119025" y="6127868"/>
                  </a:lnTo>
                  <a:lnTo>
                    <a:pt x="119025" y="6127438"/>
                  </a:lnTo>
                  <a:lnTo>
                    <a:pt x="119143" y="6127438"/>
                  </a:lnTo>
                  <a:lnTo>
                    <a:pt x="119260" y="6127438"/>
                  </a:lnTo>
                  <a:lnTo>
                    <a:pt x="119260" y="6127007"/>
                  </a:lnTo>
                  <a:lnTo>
                    <a:pt x="119378" y="6127007"/>
                  </a:lnTo>
                  <a:lnTo>
                    <a:pt x="119613" y="6127007"/>
                  </a:lnTo>
                  <a:lnTo>
                    <a:pt x="119731" y="6127007"/>
                  </a:lnTo>
                  <a:lnTo>
                    <a:pt x="119848" y="6127007"/>
                  </a:lnTo>
                  <a:lnTo>
                    <a:pt x="119848" y="6126576"/>
                  </a:lnTo>
                  <a:lnTo>
                    <a:pt x="119848" y="6126146"/>
                  </a:lnTo>
                  <a:lnTo>
                    <a:pt x="119966" y="6126146"/>
                  </a:lnTo>
                  <a:lnTo>
                    <a:pt x="119966" y="6125715"/>
                  </a:lnTo>
                  <a:lnTo>
                    <a:pt x="119966" y="6125285"/>
                  </a:lnTo>
                  <a:lnTo>
                    <a:pt x="120084" y="6125285"/>
                  </a:lnTo>
                  <a:lnTo>
                    <a:pt x="120201" y="6125285"/>
                  </a:lnTo>
                  <a:lnTo>
                    <a:pt x="120201" y="6124423"/>
                  </a:lnTo>
                  <a:lnTo>
                    <a:pt x="120437" y="6124423"/>
                  </a:lnTo>
                  <a:lnTo>
                    <a:pt x="120437" y="6123993"/>
                  </a:lnTo>
                  <a:lnTo>
                    <a:pt x="120554" y="6123993"/>
                  </a:lnTo>
                  <a:lnTo>
                    <a:pt x="120672" y="6123993"/>
                  </a:lnTo>
                  <a:lnTo>
                    <a:pt x="120789" y="6123993"/>
                  </a:lnTo>
                  <a:lnTo>
                    <a:pt x="120907" y="6123993"/>
                  </a:lnTo>
                  <a:lnTo>
                    <a:pt x="120907" y="6123562"/>
                  </a:lnTo>
                  <a:lnTo>
                    <a:pt x="120907" y="6123132"/>
                  </a:lnTo>
                  <a:lnTo>
                    <a:pt x="121025" y="6123132"/>
                  </a:lnTo>
                  <a:lnTo>
                    <a:pt x="121142" y="6123132"/>
                  </a:lnTo>
                  <a:lnTo>
                    <a:pt x="121260" y="6123132"/>
                  </a:lnTo>
                  <a:lnTo>
                    <a:pt x="121260" y="6122701"/>
                  </a:lnTo>
                  <a:lnTo>
                    <a:pt x="121260" y="6122270"/>
                  </a:lnTo>
                  <a:lnTo>
                    <a:pt x="121377" y="6122270"/>
                  </a:lnTo>
                  <a:lnTo>
                    <a:pt x="121495" y="6122270"/>
                  </a:lnTo>
                  <a:lnTo>
                    <a:pt x="121495" y="6121840"/>
                  </a:lnTo>
                  <a:lnTo>
                    <a:pt x="121495" y="6121409"/>
                  </a:lnTo>
                  <a:lnTo>
                    <a:pt x="121613" y="6121409"/>
                  </a:lnTo>
                  <a:lnTo>
                    <a:pt x="121730" y="6121409"/>
                  </a:lnTo>
                  <a:lnTo>
                    <a:pt x="121730" y="6120979"/>
                  </a:lnTo>
                  <a:lnTo>
                    <a:pt x="121848" y="6120979"/>
                  </a:lnTo>
                  <a:lnTo>
                    <a:pt x="121965" y="6120979"/>
                  </a:lnTo>
                  <a:lnTo>
                    <a:pt x="121965" y="6120548"/>
                  </a:lnTo>
                  <a:lnTo>
                    <a:pt x="122083" y="6120548"/>
                  </a:lnTo>
                  <a:lnTo>
                    <a:pt x="122201" y="6120548"/>
                  </a:lnTo>
                  <a:lnTo>
                    <a:pt x="122318" y="6120548"/>
                  </a:lnTo>
                  <a:lnTo>
                    <a:pt x="122554" y="6120548"/>
                  </a:lnTo>
                  <a:lnTo>
                    <a:pt x="122554" y="6120117"/>
                  </a:lnTo>
                  <a:lnTo>
                    <a:pt x="122554" y="6119687"/>
                  </a:lnTo>
                  <a:lnTo>
                    <a:pt x="122554" y="6119256"/>
                  </a:lnTo>
                  <a:lnTo>
                    <a:pt x="122671" y="6118395"/>
                  </a:lnTo>
                  <a:lnTo>
                    <a:pt x="122789" y="6118395"/>
                  </a:lnTo>
                  <a:lnTo>
                    <a:pt x="123024" y="6118395"/>
                  </a:lnTo>
                  <a:lnTo>
                    <a:pt x="123142" y="6118395"/>
                  </a:lnTo>
                  <a:lnTo>
                    <a:pt x="123259" y="6118395"/>
                  </a:lnTo>
                  <a:lnTo>
                    <a:pt x="123259" y="6117964"/>
                  </a:lnTo>
                  <a:lnTo>
                    <a:pt x="123377" y="6117964"/>
                  </a:lnTo>
                  <a:lnTo>
                    <a:pt x="123494" y="6117964"/>
                  </a:lnTo>
                  <a:lnTo>
                    <a:pt x="123612" y="6117964"/>
                  </a:lnTo>
                  <a:lnTo>
                    <a:pt x="123730" y="6117964"/>
                  </a:lnTo>
                  <a:lnTo>
                    <a:pt x="123730" y="6117534"/>
                  </a:lnTo>
                  <a:lnTo>
                    <a:pt x="123847" y="6117534"/>
                  </a:lnTo>
                  <a:lnTo>
                    <a:pt x="123965" y="6117534"/>
                  </a:lnTo>
                  <a:lnTo>
                    <a:pt x="124200" y="6117534"/>
                  </a:lnTo>
                  <a:lnTo>
                    <a:pt x="124200" y="6117103"/>
                  </a:lnTo>
                  <a:lnTo>
                    <a:pt x="124318" y="6117103"/>
                  </a:lnTo>
                  <a:lnTo>
                    <a:pt x="124435" y="6117103"/>
                  </a:lnTo>
                  <a:lnTo>
                    <a:pt x="124553" y="6117103"/>
                  </a:lnTo>
                  <a:lnTo>
                    <a:pt x="124788" y="6117103"/>
                  </a:lnTo>
                  <a:lnTo>
                    <a:pt x="124788" y="6116673"/>
                  </a:lnTo>
                  <a:lnTo>
                    <a:pt x="124788" y="6116242"/>
                  </a:lnTo>
                  <a:lnTo>
                    <a:pt x="125023" y="6116242"/>
                  </a:lnTo>
                  <a:lnTo>
                    <a:pt x="125023" y="6115811"/>
                  </a:lnTo>
                  <a:lnTo>
                    <a:pt x="125141" y="6115811"/>
                  </a:lnTo>
                  <a:lnTo>
                    <a:pt x="125259" y="6115811"/>
                  </a:lnTo>
                  <a:lnTo>
                    <a:pt x="125376" y="6115811"/>
                  </a:lnTo>
                  <a:lnTo>
                    <a:pt x="125376" y="6115381"/>
                  </a:lnTo>
                  <a:lnTo>
                    <a:pt x="125494" y="6114950"/>
                  </a:lnTo>
                  <a:lnTo>
                    <a:pt x="125494" y="6114520"/>
                  </a:lnTo>
                  <a:lnTo>
                    <a:pt x="125612" y="6114520"/>
                  </a:lnTo>
                  <a:lnTo>
                    <a:pt x="125729" y="6114520"/>
                  </a:lnTo>
                  <a:lnTo>
                    <a:pt x="125729" y="6114089"/>
                  </a:lnTo>
                  <a:lnTo>
                    <a:pt x="125847" y="6114089"/>
                  </a:lnTo>
                  <a:lnTo>
                    <a:pt x="125847" y="6113658"/>
                  </a:lnTo>
                  <a:lnTo>
                    <a:pt x="125964" y="6113658"/>
                  </a:lnTo>
                  <a:lnTo>
                    <a:pt x="126082" y="6113658"/>
                  </a:lnTo>
                  <a:lnTo>
                    <a:pt x="126082" y="6113228"/>
                  </a:lnTo>
                  <a:lnTo>
                    <a:pt x="126200" y="6113228"/>
                  </a:lnTo>
                  <a:lnTo>
                    <a:pt x="126317" y="6113228"/>
                  </a:lnTo>
                  <a:lnTo>
                    <a:pt x="126435" y="6113228"/>
                  </a:lnTo>
                  <a:lnTo>
                    <a:pt x="126552" y="6113228"/>
                  </a:lnTo>
                  <a:lnTo>
                    <a:pt x="126670" y="6113228"/>
                  </a:lnTo>
                  <a:lnTo>
                    <a:pt x="126788" y="6113228"/>
                  </a:lnTo>
                  <a:lnTo>
                    <a:pt x="126905" y="6113228"/>
                  </a:lnTo>
                  <a:lnTo>
                    <a:pt x="127023" y="6113228"/>
                  </a:lnTo>
                  <a:lnTo>
                    <a:pt x="127141" y="6113228"/>
                  </a:lnTo>
                  <a:lnTo>
                    <a:pt x="127141" y="6112797"/>
                  </a:lnTo>
                  <a:lnTo>
                    <a:pt x="127258" y="6112797"/>
                  </a:lnTo>
                  <a:lnTo>
                    <a:pt x="127376" y="6112367"/>
                  </a:lnTo>
                  <a:lnTo>
                    <a:pt x="127376" y="6111936"/>
                  </a:lnTo>
                  <a:lnTo>
                    <a:pt x="127493" y="6111936"/>
                  </a:lnTo>
                  <a:lnTo>
                    <a:pt x="127611" y="6111505"/>
                  </a:lnTo>
                  <a:lnTo>
                    <a:pt x="127729" y="6111505"/>
                  </a:lnTo>
                  <a:lnTo>
                    <a:pt x="127729" y="6110644"/>
                  </a:lnTo>
                  <a:lnTo>
                    <a:pt x="127846" y="6110644"/>
                  </a:lnTo>
                  <a:lnTo>
                    <a:pt x="127964" y="6110644"/>
                  </a:lnTo>
                  <a:lnTo>
                    <a:pt x="128081" y="6110644"/>
                  </a:lnTo>
                  <a:lnTo>
                    <a:pt x="128081" y="6110214"/>
                  </a:lnTo>
                  <a:lnTo>
                    <a:pt x="128199" y="6110214"/>
                  </a:lnTo>
                  <a:lnTo>
                    <a:pt x="128317" y="6110214"/>
                  </a:lnTo>
                  <a:lnTo>
                    <a:pt x="128317" y="6109783"/>
                  </a:lnTo>
                  <a:lnTo>
                    <a:pt x="128434" y="6109783"/>
                  </a:lnTo>
                  <a:lnTo>
                    <a:pt x="128434" y="6109352"/>
                  </a:lnTo>
                  <a:lnTo>
                    <a:pt x="128670" y="6109352"/>
                  </a:lnTo>
                  <a:lnTo>
                    <a:pt x="128787" y="6109352"/>
                  </a:lnTo>
                  <a:lnTo>
                    <a:pt x="128905" y="6109352"/>
                  </a:lnTo>
                  <a:lnTo>
                    <a:pt x="128905" y="6108922"/>
                  </a:lnTo>
                  <a:lnTo>
                    <a:pt x="129022" y="6108922"/>
                  </a:lnTo>
                  <a:lnTo>
                    <a:pt x="129140" y="6108922"/>
                  </a:lnTo>
                  <a:lnTo>
                    <a:pt x="129258" y="6108922"/>
                  </a:lnTo>
                  <a:lnTo>
                    <a:pt x="129375" y="6108922"/>
                  </a:lnTo>
                  <a:lnTo>
                    <a:pt x="129493" y="6108922"/>
                  </a:lnTo>
                  <a:lnTo>
                    <a:pt x="129493" y="6108491"/>
                  </a:lnTo>
                  <a:lnTo>
                    <a:pt x="129610" y="6108491"/>
                  </a:lnTo>
                  <a:lnTo>
                    <a:pt x="129610" y="6108061"/>
                  </a:lnTo>
                  <a:lnTo>
                    <a:pt x="129728" y="6108061"/>
                  </a:lnTo>
                  <a:lnTo>
                    <a:pt x="129846" y="6108061"/>
                  </a:lnTo>
                  <a:lnTo>
                    <a:pt x="129963" y="6108061"/>
                  </a:lnTo>
                  <a:lnTo>
                    <a:pt x="130081" y="6107630"/>
                  </a:lnTo>
                  <a:lnTo>
                    <a:pt x="130081" y="6107199"/>
                  </a:lnTo>
                  <a:lnTo>
                    <a:pt x="130081" y="6106769"/>
                  </a:lnTo>
                  <a:lnTo>
                    <a:pt x="130316" y="6106769"/>
                  </a:lnTo>
                  <a:lnTo>
                    <a:pt x="130434" y="6106769"/>
                  </a:lnTo>
                  <a:lnTo>
                    <a:pt x="130669" y="6106769"/>
                  </a:lnTo>
                  <a:lnTo>
                    <a:pt x="130787" y="6106769"/>
                  </a:lnTo>
                  <a:lnTo>
                    <a:pt x="130904" y="6106769"/>
                  </a:lnTo>
                  <a:lnTo>
                    <a:pt x="131139" y="6106769"/>
                  </a:lnTo>
                  <a:lnTo>
                    <a:pt x="131257" y="6106769"/>
                  </a:lnTo>
                  <a:lnTo>
                    <a:pt x="131257" y="6106338"/>
                  </a:lnTo>
                  <a:lnTo>
                    <a:pt x="131375" y="6106338"/>
                  </a:lnTo>
                  <a:lnTo>
                    <a:pt x="131492" y="6106338"/>
                  </a:lnTo>
                  <a:lnTo>
                    <a:pt x="131610" y="6106338"/>
                  </a:lnTo>
                  <a:lnTo>
                    <a:pt x="131727" y="6106338"/>
                  </a:lnTo>
                  <a:lnTo>
                    <a:pt x="131727" y="6105908"/>
                  </a:lnTo>
                  <a:lnTo>
                    <a:pt x="131845" y="6105908"/>
                  </a:lnTo>
                  <a:lnTo>
                    <a:pt x="131963" y="6105908"/>
                  </a:lnTo>
                  <a:lnTo>
                    <a:pt x="132080" y="6105477"/>
                  </a:lnTo>
                  <a:lnTo>
                    <a:pt x="132080" y="6105046"/>
                  </a:lnTo>
                  <a:lnTo>
                    <a:pt x="132316" y="6105046"/>
                  </a:lnTo>
                  <a:lnTo>
                    <a:pt x="132316" y="6104616"/>
                  </a:lnTo>
                  <a:lnTo>
                    <a:pt x="132316" y="6104185"/>
                  </a:lnTo>
                  <a:lnTo>
                    <a:pt x="132433" y="6104185"/>
                  </a:lnTo>
                  <a:lnTo>
                    <a:pt x="132551" y="6104185"/>
                  </a:lnTo>
                  <a:lnTo>
                    <a:pt x="132668" y="6104185"/>
                  </a:lnTo>
                  <a:lnTo>
                    <a:pt x="132786" y="6104185"/>
                  </a:lnTo>
                  <a:lnTo>
                    <a:pt x="132904" y="6104185"/>
                  </a:lnTo>
                  <a:lnTo>
                    <a:pt x="132904" y="6103755"/>
                  </a:lnTo>
                  <a:lnTo>
                    <a:pt x="132904" y="6103324"/>
                  </a:lnTo>
                  <a:lnTo>
                    <a:pt x="132904" y="6102893"/>
                  </a:lnTo>
                  <a:lnTo>
                    <a:pt x="133139" y="6102893"/>
                  </a:lnTo>
                  <a:lnTo>
                    <a:pt x="133256" y="6102893"/>
                  </a:lnTo>
                  <a:lnTo>
                    <a:pt x="133374" y="6102893"/>
                  </a:lnTo>
                  <a:lnTo>
                    <a:pt x="133492" y="6102893"/>
                  </a:lnTo>
                  <a:lnTo>
                    <a:pt x="133609" y="6102893"/>
                  </a:lnTo>
                  <a:lnTo>
                    <a:pt x="133609" y="6102463"/>
                  </a:lnTo>
                  <a:lnTo>
                    <a:pt x="133727" y="6102463"/>
                  </a:lnTo>
                  <a:lnTo>
                    <a:pt x="133845" y="6102463"/>
                  </a:lnTo>
                  <a:lnTo>
                    <a:pt x="133962" y="6102463"/>
                  </a:lnTo>
                  <a:lnTo>
                    <a:pt x="134080" y="6102463"/>
                  </a:lnTo>
                  <a:lnTo>
                    <a:pt x="134197" y="6102463"/>
                  </a:lnTo>
                  <a:lnTo>
                    <a:pt x="134197" y="6102032"/>
                  </a:lnTo>
                  <a:lnTo>
                    <a:pt x="134197" y="6101602"/>
                  </a:lnTo>
                  <a:lnTo>
                    <a:pt x="134433" y="6101602"/>
                  </a:lnTo>
                  <a:lnTo>
                    <a:pt x="134668" y="6101602"/>
                  </a:lnTo>
                  <a:lnTo>
                    <a:pt x="134785" y="6101602"/>
                  </a:lnTo>
                  <a:lnTo>
                    <a:pt x="134903" y="6101602"/>
                  </a:lnTo>
                  <a:lnTo>
                    <a:pt x="135021" y="6101602"/>
                  </a:lnTo>
                  <a:lnTo>
                    <a:pt x="135138" y="6101602"/>
                  </a:lnTo>
                  <a:lnTo>
                    <a:pt x="135256" y="6101602"/>
                  </a:lnTo>
                  <a:lnTo>
                    <a:pt x="135374" y="6101602"/>
                  </a:lnTo>
                  <a:lnTo>
                    <a:pt x="135491" y="6101602"/>
                  </a:lnTo>
                  <a:lnTo>
                    <a:pt x="135609" y="6101602"/>
                  </a:lnTo>
                  <a:lnTo>
                    <a:pt x="135844" y="6101602"/>
                  </a:lnTo>
                  <a:lnTo>
                    <a:pt x="135962" y="6101171"/>
                  </a:lnTo>
                  <a:lnTo>
                    <a:pt x="136079" y="6101171"/>
                  </a:lnTo>
                  <a:lnTo>
                    <a:pt x="136197" y="6101171"/>
                  </a:lnTo>
                  <a:lnTo>
                    <a:pt x="136314" y="6101171"/>
                  </a:lnTo>
                  <a:lnTo>
                    <a:pt x="136432" y="6101171"/>
                  </a:lnTo>
                  <a:lnTo>
                    <a:pt x="136432" y="6100740"/>
                  </a:lnTo>
                  <a:lnTo>
                    <a:pt x="136550" y="6100740"/>
                  </a:lnTo>
                  <a:lnTo>
                    <a:pt x="136667" y="6100740"/>
                  </a:lnTo>
                  <a:lnTo>
                    <a:pt x="136785" y="6100740"/>
                  </a:lnTo>
                  <a:lnTo>
                    <a:pt x="136903" y="6100740"/>
                  </a:lnTo>
                  <a:lnTo>
                    <a:pt x="137020" y="6100310"/>
                  </a:lnTo>
                  <a:lnTo>
                    <a:pt x="137138" y="6100310"/>
                  </a:lnTo>
                  <a:lnTo>
                    <a:pt x="137255" y="6100310"/>
                  </a:lnTo>
                  <a:lnTo>
                    <a:pt x="137255" y="6099879"/>
                  </a:lnTo>
                  <a:lnTo>
                    <a:pt x="137608" y="6099449"/>
                  </a:lnTo>
                  <a:lnTo>
                    <a:pt x="137608" y="6099018"/>
                  </a:lnTo>
                  <a:lnTo>
                    <a:pt x="137726" y="6099018"/>
                  </a:lnTo>
                  <a:lnTo>
                    <a:pt x="137843" y="6099018"/>
                  </a:lnTo>
                  <a:lnTo>
                    <a:pt x="138079" y="6099018"/>
                  </a:lnTo>
                  <a:lnTo>
                    <a:pt x="138079" y="6098587"/>
                  </a:lnTo>
                  <a:lnTo>
                    <a:pt x="138196" y="6098587"/>
                  </a:lnTo>
                  <a:lnTo>
                    <a:pt x="138196" y="6098157"/>
                  </a:lnTo>
                  <a:lnTo>
                    <a:pt x="138196" y="6097726"/>
                  </a:lnTo>
                  <a:lnTo>
                    <a:pt x="138431" y="6097726"/>
                  </a:lnTo>
                  <a:lnTo>
                    <a:pt x="138549" y="6097726"/>
                  </a:lnTo>
                  <a:lnTo>
                    <a:pt x="138549" y="6097296"/>
                  </a:lnTo>
                  <a:lnTo>
                    <a:pt x="138549" y="6096865"/>
                  </a:lnTo>
                  <a:lnTo>
                    <a:pt x="138667" y="6096865"/>
                  </a:lnTo>
                  <a:lnTo>
                    <a:pt x="138784" y="6096865"/>
                  </a:lnTo>
                  <a:lnTo>
                    <a:pt x="138784" y="6096434"/>
                  </a:lnTo>
                  <a:lnTo>
                    <a:pt x="138902" y="6096004"/>
                  </a:lnTo>
                  <a:lnTo>
                    <a:pt x="139020" y="6096004"/>
                  </a:lnTo>
                  <a:lnTo>
                    <a:pt x="139137" y="6096004"/>
                  </a:lnTo>
                  <a:lnTo>
                    <a:pt x="139255" y="6096004"/>
                  </a:lnTo>
                  <a:lnTo>
                    <a:pt x="139255" y="6095573"/>
                  </a:lnTo>
                  <a:lnTo>
                    <a:pt x="139255" y="6095143"/>
                  </a:lnTo>
                  <a:lnTo>
                    <a:pt x="139255" y="6094712"/>
                  </a:lnTo>
                  <a:lnTo>
                    <a:pt x="139372" y="6094712"/>
                  </a:lnTo>
                  <a:lnTo>
                    <a:pt x="139490" y="6094281"/>
                  </a:lnTo>
                  <a:lnTo>
                    <a:pt x="139608" y="6094281"/>
                  </a:lnTo>
                  <a:lnTo>
                    <a:pt x="139608" y="6093851"/>
                  </a:lnTo>
                  <a:lnTo>
                    <a:pt x="139725" y="6093851"/>
                  </a:lnTo>
                  <a:lnTo>
                    <a:pt x="139725" y="6093420"/>
                  </a:lnTo>
                  <a:lnTo>
                    <a:pt x="139725" y="6092990"/>
                  </a:lnTo>
                  <a:lnTo>
                    <a:pt x="139843" y="6092990"/>
                  </a:lnTo>
                  <a:lnTo>
                    <a:pt x="139843" y="6092559"/>
                  </a:lnTo>
                  <a:lnTo>
                    <a:pt x="139843" y="6092128"/>
                  </a:lnTo>
                  <a:lnTo>
                    <a:pt x="139843" y="6091698"/>
                  </a:lnTo>
                  <a:lnTo>
                    <a:pt x="139960" y="6091698"/>
                  </a:lnTo>
                  <a:lnTo>
                    <a:pt x="140313" y="6091698"/>
                  </a:lnTo>
                  <a:lnTo>
                    <a:pt x="140431" y="6091267"/>
                  </a:lnTo>
                  <a:lnTo>
                    <a:pt x="140549" y="6091267"/>
                  </a:lnTo>
                  <a:lnTo>
                    <a:pt x="140666" y="6090837"/>
                  </a:lnTo>
                  <a:lnTo>
                    <a:pt x="140666" y="6090406"/>
                  </a:lnTo>
                  <a:lnTo>
                    <a:pt x="140784" y="6090406"/>
                  </a:lnTo>
                  <a:lnTo>
                    <a:pt x="141019" y="6090406"/>
                  </a:lnTo>
                  <a:lnTo>
                    <a:pt x="141019" y="6089975"/>
                  </a:lnTo>
                  <a:lnTo>
                    <a:pt x="141137" y="6089975"/>
                  </a:lnTo>
                  <a:lnTo>
                    <a:pt x="141137" y="6089545"/>
                  </a:lnTo>
                  <a:lnTo>
                    <a:pt x="141254" y="6089545"/>
                  </a:lnTo>
                  <a:lnTo>
                    <a:pt x="141372" y="6089545"/>
                  </a:lnTo>
                  <a:lnTo>
                    <a:pt x="141489" y="6089114"/>
                  </a:lnTo>
                  <a:lnTo>
                    <a:pt x="141489" y="6088253"/>
                  </a:lnTo>
                  <a:lnTo>
                    <a:pt x="141607" y="6088253"/>
                  </a:lnTo>
                  <a:lnTo>
                    <a:pt x="141725" y="6088253"/>
                  </a:lnTo>
                  <a:lnTo>
                    <a:pt x="141725" y="6087822"/>
                  </a:lnTo>
                  <a:lnTo>
                    <a:pt x="141960" y="6087822"/>
                  </a:lnTo>
                  <a:lnTo>
                    <a:pt x="142078" y="6087822"/>
                  </a:lnTo>
                  <a:lnTo>
                    <a:pt x="142195" y="6087822"/>
                  </a:lnTo>
                  <a:lnTo>
                    <a:pt x="142430" y="6087822"/>
                  </a:lnTo>
                  <a:lnTo>
                    <a:pt x="142430" y="6087392"/>
                  </a:lnTo>
                  <a:lnTo>
                    <a:pt x="142430" y="6086961"/>
                  </a:lnTo>
                  <a:lnTo>
                    <a:pt x="142548" y="6086961"/>
                  </a:lnTo>
                  <a:lnTo>
                    <a:pt x="142783" y="6086961"/>
                  </a:lnTo>
                  <a:lnTo>
                    <a:pt x="142783" y="6086531"/>
                  </a:lnTo>
                  <a:lnTo>
                    <a:pt x="142901" y="6086100"/>
                  </a:lnTo>
                  <a:lnTo>
                    <a:pt x="143018" y="6086100"/>
                  </a:lnTo>
                  <a:lnTo>
                    <a:pt x="143018" y="6085669"/>
                  </a:lnTo>
                  <a:lnTo>
                    <a:pt x="143136" y="6085669"/>
                  </a:lnTo>
                  <a:lnTo>
                    <a:pt x="143254" y="6085669"/>
                  </a:lnTo>
                  <a:lnTo>
                    <a:pt x="143371" y="6084808"/>
                  </a:lnTo>
                  <a:lnTo>
                    <a:pt x="143489" y="6084378"/>
                  </a:lnTo>
                  <a:lnTo>
                    <a:pt x="143607" y="6084378"/>
                  </a:lnTo>
                  <a:lnTo>
                    <a:pt x="143724" y="6084378"/>
                  </a:lnTo>
                  <a:lnTo>
                    <a:pt x="143724" y="6083947"/>
                  </a:lnTo>
                  <a:lnTo>
                    <a:pt x="143842" y="6083947"/>
                  </a:lnTo>
                  <a:lnTo>
                    <a:pt x="143842" y="6083516"/>
                  </a:lnTo>
                  <a:lnTo>
                    <a:pt x="143842" y="6083086"/>
                  </a:lnTo>
                  <a:lnTo>
                    <a:pt x="143842" y="6082655"/>
                  </a:lnTo>
                  <a:lnTo>
                    <a:pt x="143842" y="6082225"/>
                  </a:lnTo>
                  <a:lnTo>
                    <a:pt x="143959" y="6082225"/>
                  </a:lnTo>
                  <a:lnTo>
                    <a:pt x="144077" y="6082225"/>
                  </a:lnTo>
                  <a:lnTo>
                    <a:pt x="144077" y="6081794"/>
                  </a:lnTo>
                  <a:lnTo>
                    <a:pt x="144195" y="6081794"/>
                  </a:lnTo>
                  <a:lnTo>
                    <a:pt x="144312" y="6081794"/>
                  </a:lnTo>
                  <a:lnTo>
                    <a:pt x="144312" y="6081363"/>
                  </a:lnTo>
                  <a:lnTo>
                    <a:pt x="144430" y="6081363"/>
                  </a:lnTo>
                  <a:lnTo>
                    <a:pt x="144430" y="6080933"/>
                  </a:lnTo>
                  <a:lnTo>
                    <a:pt x="144430" y="6080502"/>
                  </a:lnTo>
                  <a:lnTo>
                    <a:pt x="144547" y="6080502"/>
                  </a:lnTo>
                  <a:lnTo>
                    <a:pt x="144665" y="6080502"/>
                  </a:lnTo>
                  <a:lnTo>
                    <a:pt x="144783" y="6080502"/>
                  </a:lnTo>
                  <a:lnTo>
                    <a:pt x="144900" y="6080502"/>
                  </a:lnTo>
                  <a:lnTo>
                    <a:pt x="145018" y="6080502"/>
                  </a:lnTo>
                  <a:lnTo>
                    <a:pt x="145136" y="6080502"/>
                  </a:lnTo>
                  <a:lnTo>
                    <a:pt x="145136" y="6080072"/>
                  </a:lnTo>
                  <a:lnTo>
                    <a:pt x="145253" y="6080072"/>
                  </a:lnTo>
                  <a:lnTo>
                    <a:pt x="145253" y="6079641"/>
                  </a:lnTo>
                  <a:lnTo>
                    <a:pt x="145253" y="6079210"/>
                  </a:lnTo>
                  <a:lnTo>
                    <a:pt x="145371" y="6079210"/>
                  </a:lnTo>
                  <a:lnTo>
                    <a:pt x="145488" y="6079210"/>
                  </a:lnTo>
                  <a:lnTo>
                    <a:pt x="145488" y="6078780"/>
                  </a:lnTo>
                  <a:lnTo>
                    <a:pt x="145606" y="6078780"/>
                  </a:lnTo>
                  <a:lnTo>
                    <a:pt x="145724" y="6078780"/>
                  </a:lnTo>
                  <a:lnTo>
                    <a:pt x="145724" y="6078349"/>
                  </a:lnTo>
                  <a:lnTo>
                    <a:pt x="145841" y="6078349"/>
                  </a:lnTo>
                  <a:lnTo>
                    <a:pt x="145959" y="6078349"/>
                  </a:lnTo>
                  <a:lnTo>
                    <a:pt x="146076" y="6078349"/>
                  </a:lnTo>
                  <a:lnTo>
                    <a:pt x="146194" y="6078349"/>
                  </a:lnTo>
                  <a:lnTo>
                    <a:pt x="146312" y="6078349"/>
                  </a:lnTo>
                  <a:lnTo>
                    <a:pt x="146312" y="6077919"/>
                  </a:lnTo>
                  <a:lnTo>
                    <a:pt x="146429" y="6077488"/>
                  </a:lnTo>
                  <a:lnTo>
                    <a:pt x="146547" y="6077488"/>
                  </a:lnTo>
                  <a:lnTo>
                    <a:pt x="146664" y="6077057"/>
                  </a:lnTo>
                  <a:lnTo>
                    <a:pt x="146900" y="6076627"/>
                  </a:lnTo>
                  <a:lnTo>
                    <a:pt x="147135" y="6076196"/>
                  </a:lnTo>
                  <a:lnTo>
                    <a:pt x="147253" y="6076196"/>
                  </a:lnTo>
                  <a:lnTo>
                    <a:pt x="147370" y="6076196"/>
                  </a:lnTo>
                  <a:lnTo>
                    <a:pt x="147605" y="6076196"/>
                  </a:lnTo>
                  <a:lnTo>
                    <a:pt x="147723" y="6076196"/>
                  </a:lnTo>
                  <a:lnTo>
                    <a:pt x="147958" y="6075766"/>
                  </a:lnTo>
                  <a:lnTo>
                    <a:pt x="148076" y="6075766"/>
                  </a:lnTo>
                  <a:lnTo>
                    <a:pt x="148193" y="6075766"/>
                  </a:lnTo>
                  <a:lnTo>
                    <a:pt x="148193" y="6074904"/>
                  </a:lnTo>
                  <a:lnTo>
                    <a:pt x="148429" y="6074904"/>
                  </a:lnTo>
                  <a:lnTo>
                    <a:pt x="148429" y="6074474"/>
                  </a:lnTo>
                  <a:lnTo>
                    <a:pt x="148429" y="6074043"/>
                  </a:lnTo>
                  <a:lnTo>
                    <a:pt x="148546" y="6074043"/>
                  </a:lnTo>
                  <a:lnTo>
                    <a:pt x="148782" y="6074043"/>
                  </a:lnTo>
                  <a:lnTo>
                    <a:pt x="148899" y="6074043"/>
                  </a:lnTo>
                  <a:lnTo>
                    <a:pt x="149017" y="6074043"/>
                  </a:lnTo>
                  <a:lnTo>
                    <a:pt x="149252" y="6073613"/>
                  </a:lnTo>
                  <a:lnTo>
                    <a:pt x="149370" y="6073613"/>
                  </a:lnTo>
                  <a:lnTo>
                    <a:pt x="149487" y="6073613"/>
                  </a:lnTo>
                  <a:lnTo>
                    <a:pt x="149487" y="6073182"/>
                  </a:lnTo>
                  <a:lnTo>
                    <a:pt x="149487" y="6072751"/>
                  </a:lnTo>
                  <a:lnTo>
                    <a:pt x="149605" y="6072751"/>
                  </a:lnTo>
                  <a:lnTo>
                    <a:pt x="149605" y="6071890"/>
                  </a:lnTo>
                  <a:lnTo>
                    <a:pt x="149722" y="6071029"/>
                  </a:lnTo>
                  <a:lnTo>
                    <a:pt x="149840" y="6071029"/>
                  </a:lnTo>
                  <a:lnTo>
                    <a:pt x="149958" y="6071029"/>
                  </a:lnTo>
                  <a:lnTo>
                    <a:pt x="150075" y="6071029"/>
                  </a:lnTo>
                  <a:lnTo>
                    <a:pt x="150193" y="6071029"/>
                  </a:lnTo>
                  <a:lnTo>
                    <a:pt x="150311" y="6071029"/>
                  </a:lnTo>
                  <a:lnTo>
                    <a:pt x="150311" y="6070598"/>
                  </a:lnTo>
                  <a:lnTo>
                    <a:pt x="150428" y="6070598"/>
                  </a:lnTo>
                  <a:lnTo>
                    <a:pt x="150428" y="6070168"/>
                  </a:lnTo>
                  <a:lnTo>
                    <a:pt x="150546" y="6070168"/>
                  </a:lnTo>
                  <a:lnTo>
                    <a:pt x="150781" y="6070168"/>
                  </a:lnTo>
                  <a:lnTo>
                    <a:pt x="151016" y="6070168"/>
                  </a:lnTo>
                  <a:lnTo>
                    <a:pt x="151134" y="6070168"/>
                  </a:lnTo>
                  <a:lnTo>
                    <a:pt x="151134" y="6069737"/>
                  </a:lnTo>
                  <a:lnTo>
                    <a:pt x="151251" y="6069737"/>
                  </a:lnTo>
                  <a:lnTo>
                    <a:pt x="151369" y="6069737"/>
                  </a:lnTo>
                  <a:lnTo>
                    <a:pt x="151487" y="6069737"/>
                  </a:lnTo>
                  <a:lnTo>
                    <a:pt x="151604" y="6069737"/>
                  </a:lnTo>
                  <a:lnTo>
                    <a:pt x="151722" y="6069737"/>
                  </a:lnTo>
                  <a:lnTo>
                    <a:pt x="151722" y="6069307"/>
                  </a:lnTo>
                  <a:lnTo>
                    <a:pt x="151722" y="6068445"/>
                  </a:lnTo>
                  <a:lnTo>
                    <a:pt x="151840" y="6068445"/>
                  </a:lnTo>
                  <a:lnTo>
                    <a:pt x="151957" y="6068445"/>
                  </a:lnTo>
                  <a:lnTo>
                    <a:pt x="152075" y="6068445"/>
                  </a:lnTo>
                  <a:lnTo>
                    <a:pt x="152075" y="6068015"/>
                  </a:lnTo>
                  <a:lnTo>
                    <a:pt x="152192" y="6068015"/>
                  </a:lnTo>
                  <a:lnTo>
                    <a:pt x="152192" y="6067584"/>
                  </a:lnTo>
                  <a:lnTo>
                    <a:pt x="152310" y="6067584"/>
                  </a:lnTo>
                  <a:lnTo>
                    <a:pt x="152428" y="6067584"/>
                  </a:lnTo>
                  <a:lnTo>
                    <a:pt x="152428" y="6067154"/>
                  </a:lnTo>
                  <a:lnTo>
                    <a:pt x="152545" y="6067154"/>
                  </a:lnTo>
                  <a:lnTo>
                    <a:pt x="152545" y="6066723"/>
                  </a:lnTo>
                  <a:lnTo>
                    <a:pt x="152663" y="6066723"/>
                  </a:lnTo>
                  <a:lnTo>
                    <a:pt x="152780" y="6066723"/>
                  </a:lnTo>
                  <a:lnTo>
                    <a:pt x="152898" y="6066723"/>
                  </a:lnTo>
                  <a:lnTo>
                    <a:pt x="152898" y="6066292"/>
                  </a:lnTo>
                  <a:lnTo>
                    <a:pt x="152898" y="6065862"/>
                  </a:lnTo>
                  <a:lnTo>
                    <a:pt x="153016" y="6065862"/>
                  </a:lnTo>
                  <a:lnTo>
                    <a:pt x="153133" y="6065862"/>
                  </a:lnTo>
                  <a:lnTo>
                    <a:pt x="153251" y="6065862"/>
                  </a:lnTo>
                  <a:lnTo>
                    <a:pt x="153369" y="6065862"/>
                  </a:lnTo>
                  <a:lnTo>
                    <a:pt x="153604" y="6065862"/>
                  </a:lnTo>
                  <a:lnTo>
                    <a:pt x="153604" y="6065001"/>
                  </a:lnTo>
                  <a:lnTo>
                    <a:pt x="153721" y="6064570"/>
                  </a:lnTo>
                  <a:lnTo>
                    <a:pt x="153839" y="6064570"/>
                  </a:lnTo>
                  <a:lnTo>
                    <a:pt x="153957" y="6064570"/>
                  </a:lnTo>
                  <a:lnTo>
                    <a:pt x="154074" y="6064139"/>
                  </a:lnTo>
                  <a:lnTo>
                    <a:pt x="154074" y="6063709"/>
                  </a:lnTo>
                  <a:lnTo>
                    <a:pt x="154192" y="6063709"/>
                  </a:lnTo>
                  <a:lnTo>
                    <a:pt x="154309" y="6063278"/>
                  </a:lnTo>
                  <a:lnTo>
                    <a:pt x="154427" y="6063278"/>
                  </a:lnTo>
                  <a:lnTo>
                    <a:pt x="154545" y="6063278"/>
                  </a:lnTo>
                  <a:lnTo>
                    <a:pt x="154662" y="6063278"/>
                  </a:lnTo>
                  <a:lnTo>
                    <a:pt x="154780" y="6063278"/>
                  </a:lnTo>
                  <a:lnTo>
                    <a:pt x="154897" y="6063278"/>
                  </a:lnTo>
                  <a:lnTo>
                    <a:pt x="154897" y="6062848"/>
                  </a:lnTo>
                  <a:lnTo>
                    <a:pt x="155015" y="6062848"/>
                  </a:lnTo>
                  <a:lnTo>
                    <a:pt x="155015" y="6062417"/>
                  </a:lnTo>
                  <a:lnTo>
                    <a:pt x="155133" y="6062417"/>
                  </a:lnTo>
                  <a:lnTo>
                    <a:pt x="155133" y="6061986"/>
                  </a:lnTo>
                  <a:lnTo>
                    <a:pt x="155250" y="6061125"/>
                  </a:lnTo>
                  <a:lnTo>
                    <a:pt x="155368" y="6061125"/>
                  </a:lnTo>
                  <a:lnTo>
                    <a:pt x="155368" y="6060695"/>
                  </a:lnTo>
                  <a:lnTo>
                    <a:pt x="155486" y="6060695"/>
                  </a:lnTo>
                  <a:lnTo>
                    <a:pt x="155486" y="6060264"/>
                  </a:lnTo>
                  <a:lnTo>
                    <a:pt x="155721" y="6060264"/>
                  </a:lnTo>
                  <a:lnTo>
                    <a:pt x="155721" y="6059833"/>
                  </a:lnTo>
                  <a:lnTo>
                    <a:pt x="155838" y="6059833"/>
                  </a:lnTo>
                  <a:lnTo>
                    <a:pt x="155956" y="6059833"/>
                  </a:lnTo>
                  <a:lnTo>
                    <a:pt x="156074" y="6059833"/>
                  </a:lnTo>
                  <a:lnTo>
                    <a:pt x="156074" y="6059403"/>
                  </a:lnTo>
                  <a:lnTo>
                    <a:pt x="156191" y="6059403"/>
                  </a:lnTo>
                  <a:lnTo>
                    <a:pt x="156309" y="6059403"/>
                  </a:lnTo>
                  <a:lnTo>
                    <a:pt x="156309" y="6058972"/>
                  </a:lnTo>
                  <a:lnTo>
                    <a:pt x="156309" y="6058542"/>
                  </a:lnTo>
                  <a:lnTo>
                    <a:pt x="156426" y="6058542"/>
                  </a:lnTo>
                  <a:lnTo>
                    <a:pt x="156544" y="6058542"/>
                  </a:lnTo>
                  <a:lnTo>
                    <a:pt x="156662" y="6058542"/>
                  </a:lnTo>
                  <a:lnTo>
                    <a:pt x="156662" y="6058111"/>
                  </a:lnTo>
                  <a:lnTo>
                    <a:pt x="156662" y="6057680"/>
                  </a:lnTo>
                  <a:lnTo>
                    <a:pt x="156897" y="6057250"/>
                  </a:lnTo>
                  <a:lnTo>
                    <a:pt x="157132" y="6057250"/>
                  </a:lnTo>
                  <a:lnTo>
                    <a:pt x="157250" y="6057250"/>
                  </a:lnTo>
                  <a:lnTo>
                    <a:pt x="157367" y="6057250"/>
                  </a:lnTo>
                  <a:lnTo>
                    <a:pt x="157485" y="6057250"/>
                  </a:lnTo>
                  <a:lnTo>
                    <a:pt x="157603" y="6057250"/>
                  </a:lnTo>
                  <a:lnTo>
                    <a:pt x="157603" y="6056819"/>
                  </a:lnTo>
                  <a:lnTo>
                    <a:pt x="157720" y="6056819"/>
                  </a:lnTo>
                  <a:lnTo>
                    <a:pt x="157838" y="6056819"/>
                  </a:lnTo>
                  <a:lnTo>
                    <a:pt x="157955" y="6056819"/>
                  </a:lnTo>
                  <a:lnTo>
                    <a:pt x="158073" y="6056819"/>
                  </a:lnTo>
                  <a:lnTo>
                    <a:pt x="158191" y="6056819"/>
                  </a:lnTo>
                  <a:lnTo>
                    <a:pt x="158191" y="6056389"/>
                  </a:lnTo>
                  <a:lnTo>
                    <a:pt x="158308" y="6056389"/>
                  </a:lnTo>
                  <a:lnTo>
                    <a:pt x="158426" y="6056389"/>
                  </a:lnTo>
                  <a:lnTo>
                    <a:pt x="158426" y="6055958"/>
                  </a:lnTo>
                  <a:lnTo>
                    <a:pt x="158544" y="6055958"/>
                  </a:lnTo>
                  <a:lnTo>
                    <a:pt x="158544" y="6055527"/>
                  </a:lnTo>
                  <a:lnTo>
                    <a:pt x="158661" y="6055097"/>
                  </a:lnTo>
                  <a:lnTo>
                    <a:pt x="158779" y="6055097"/>
                  </a:lnTo>
                  <a:lnTo>
                    <a:pt x="158896" y="6055097"/>
                  </a:lnTo>
                  <a:lnTo>
                    <a:pt x="159014" y="6055097"/>
                  </a:lnTo>
                  <a:lnTo>
                    <a:pt x="159014" y="6054666"/>
                  </a:lnTo>
                  <a:lnTo>
                    <a:pt x="159132" y="6054666"/>
                  </a:lnTo>
                  <a:lnTo>
                    <a:pt x="159132" y="6054236"/>
                  </a:lnTo>
                  <a:lnTo>
                    <a:pt x="159132" y="6053805"/>
                  </a:lnTo>
                  <a:lnTo>
                    <a:pt x="159249" y="6053805"/>
                  </a:lnTo>
                  <a:lnTo>
                    <a:pt x="159249" y="6052944"/>
                  </a:lnTo>
                  <a:lnTo>
                    <a:pt x="159602" y="6052513"/>
                  </a:lnTo>
                  <a:lnTo>
                    <a:pt x="159720" y="6052513"/>
                  </a:lnTo>
                  <a:lnTo>
                    <a:pt x="159837" y="6052513"/>
                  </a:lnTo>
                  <a:lnTo>
                    <a:pt x="159955" y="6052513"/>
                  </a:lnTo>
                  <a:lnTo>
                    <a:pt x="160190" y="6052513"/>
                  </a:lnTo>
                  <a:lnTo>
                    <a:pt x="160308" y="6052513"/>
                  </a:lnTo>
                  <a:lnTo>
                    <a:pt x="160543" y="6052083"/>
                  </a:lnTo>
                  <a:lnTo>
                    <a:pt x="160661" y="6052083"/>
                  </a:lnTo>
                  <a:lnTo>
                    <a:pt x="160661" y="6051652"/>
                  </a:lnTo>
                  <a:lnTo>
                    <a:pt x="160661" y="6051221"/>
                  </a:lnTo>
                  <a:lnTo>
                    <a:pt x="160661" y="6050791"/>
                  </a:lnTo>
                  <a:lnTo>
                    <a:pt x="160661" y="6050360"/>
                  </a:lnTo>
                  <a:lnTo>
                    <a:pt x="160661" y="6049930"/>
                  </a:lnTo>
                  <a:lnTo>
                    <a:pt x="160778" y="6049930"/>
                  </a:lnTo>
                  <a:lnTo>
                    <a:pt x="160778" y="6049499"/>
                  </a:lnTo>
                  <a:lnTo>
                    <a:pt x="161013" y="6049499"/>
                  </a:lnTo>
                  <a:lnTo>
                    <a:pt x="161131" y="6049499"/>
                  </a:lnTo>
                  <a:lnTo>
                    <a:pt x="161249" y="6049499"/>
                  </a:lnTo>
                  <a:lnTo>
                    <a:pt x="161366" y="6049499"/>
                  </a:lnTo>
                  <a:lnTo>
                    <a:pt x="161484" y="6049499"/>
                  </a:lnTo>
                  <a:lnTo>
                    <a:pt x="161601" y="6049499"/>
                  </a:lnTo>
                  <a:lnTo>
                    <a:pt x="161837" y="6049499"/>
                  </a:lnTo>
                  <a:lnTo>
                    <a:pt x="161954" y="6049499"/>
                  </a:lnTo>
                  <a:lnTo>
                    <a:pt x="161954" y="6049068"/>
                  </a:lnTo>
                  <a:lnTo>
                    <a:pt x="162072" y="6049068"/>
                  </a:lnTo>
                  <a:lnTo>
                    <a:pt x="162425" y="6049068"/>
                  </a:lnTo>
                  <a:lnTo>
                    <a:pt x="162542" y="6049068"/>
                  </a:lnTo>
                  <a:lnTo>
                    <a:pt x="162660" y="6048638"/>
                  </a:lnTo>
                  <a:lnTo>
                    <a:pt x="163013" y="6048638"/>
                  </a:lnTo>
                  <a:lnTo>
                    <a:pt x="163013" y="6048207"/>
                  </a:lnTo>
                  <a:lnTo>
                    <a:pt x="163130" y="6048207"/>
                  </a:lnTo>
                  <a:lnTo>
                    <a:pt x="163130" y="6047777"/>
                  </a:lnTo>
                  <a:lnTo>
                    <a:pt x="163248" y="6047777"/>
                  </a:lnTo>
                  <a:lnTo>
                    <a:pt x="163366" y="6047777"/>
                  </a:lnTo>
                  <a:lnTo>
                    <a:pt x="163483" y="6047777"/>
                  </a:lnTo>
                  <a:lnTo>
                    <a:pt x="163601" y="6047777"/>
                  </a:lnTo>
                  <a:lnTo>
                    <a:pt x="163719" y="6047777"/>
                  </a:lnTo>
                  <a:lnTo>
                    <a:pt x="163836" y="6047777"/>
                  </a:lnTo>
                  <a:lnTo>
                    <a:pt x="163954" y="6047777"/>
                  </a:lnTo>
                  <a:lnTo>
                    <a:pt x="164189" y="6047777"/>
                  </a:lnTo>
                  <a:lnTo>
                    <a:pt x="164189" y="6047346"/>
                  </a:lnTo>
                  <a:lnTo>
                    <a:pt x="164189" y="6046915"/>
                  </a:lnTo>
                  <a:lnTo>
                    <a:pt x="164307" y="6046915"/>
                  </a:lnTo>
                  <a:lnTo>
                    <a:pt x="164542" y="6046915"/>
                  </a:lnTo>
                  <a:lnTo>
                    <a:pt x="164659" y="6046915"/>
                  </a:lnTo>
                  <a:lnTo>
                    <a:pt x="164777" y="6046054"/>
                  </a:lnTo>
                  <a:lnTo>
                    <a:pt x="164777" y="6045624"/>
                  </a:lnTo>
                  <a:lnTo>
                    <a:pt x="164895" y="6044762"/>
                  </a:lnTo>
                  <a:lnTo>
                    <a:pt x="165365" y="6044762"/>
                  </a:lnTo>
                  <a:lnTo>
                    <a:pt x="165483" y="6044762"/>
                  </a:lnTo>
                  <a:lnTo>
                    <a:pt x="165483" y="6044332"/>
                  </a:lnTo>
                  <a:lnTo>
                    <a:pt x="165600" y="6044332"/>
                  </a:lnTo>
                  <a:lnTo>
                    <a:pt x="165600" y="6043901"/>
                  </a:lnTo>
                  <a:lnTo>
                    <a:pt x="165718" y="6043901"/>
                  </a:lnTo>
                  <a:lnTo>
                    <a:pt x="165836" y="6043901"/>
                  </a:lnTo>
                  <a:lnTo>
                    <a:pt x="165836" y="6043471"/>
                  </a:lnTo>
                  <a:lnTo>
                    <a:pt x="165836" y="6043040"/>
                  </a:lnTo>
                  <a:lnTo>
                    <a:pt x="165836" y="6042609"/>
                  </a:lnTo>
                  <a:lnTo>
                    <a:pt x="165836" y="6042179"/>
                  </a:lnTo>
                  <a:lnTo>
                    <a:pt x="165836" y="6041748"/>
                  </a:lnTo>
                  <a:lnTo>
                    <a:pt x="165953" y="6041748"/>
                  </a:lnTo>
                  <a:lnTo>
                    <a:pt x="166071" y="6041748"/>
                  </a:lnTo>
                  <a:lnTo>
                    <a:pt x="166306" y="6041748"/>
                  </a:lnTo>
                  <a:lnTo>
                    <a:pt x="166306" y="6041318"/>
                  </a:lnTo>
                  <a:lnTo>
                    <a:pt x="166306" y="6040887"/>
                  </a:lnTo>
                  <a:lnTo>
                    <a:pt x="166424" y="6040887"/>
                  </a:lnTo>
                  <a:lnTo>
                    <a:pt x="166541" y="6040887"/>
                  </a:lnTo>
                  <a:lnTo>
                    <a:pt x="166659" y="6040887"/>
                  </a:lnTo>
                  <a:lnTo>
                    <a:pt x="166659" y="6040026"/>
                  </a:lnTo>
                  <a:lnTo>
                    <a:pt x="166659" y="6039595"/>
                  </a:lnTo>
                  <a:lnTo>
                    <a:pt x="166659" y="6039165"/>
                  </a:lnTo>
                  <a:lnTo>
                    <a:pt x="166659" y="6038734"/>
                  </a:lnTo>
                  <a:lnTo>
                    <a:pt x="166777" y="6038734"/>
                  </a:lnTo>
                  <a:lnTo>
                    <a:pt x="166894" y="6038734"/>
                  </a:lnTo>
                  <a:lnTo>
                    <a:pt x="167012" y="6038734"/>
                  </a:lnTo>
                  <a:lnTo>
                    <a:pt x="167129" y="6038734"/>
                  </a:lnTo>
                  <a:lnTo>
                    <a:pt x="167247" y="6038734"/>
                  </a:lnTo>
                  <a:lnTo>
                    <a:pt x="167365" y="6038734"/>
                  </a:lnTo>
                  <a:lnTo>
                    <a:pt x="167482" y="6038734"/>
                  </a:lnTo>
                  <a:lnTo>
                    <a:pt x="167717" y="6038734"/>
                  </a:lnTo>
                  <a:lnTo>
                    <a:pt x="167717" y="6038303"/>
                  </a:lnTo>
                  <a:lnTo>
                    <a:pt x="167717" y="6037873"/>
                  </a:lnTo>
                  <a:lnTo>
                    <a:pt x="167835" y="6037873"/>
                  </a:lnTo>
                  <a:lnTo>
                    <a:pt x="167953" y="6037873"/>
                  </a:lnTo>
                  <a:lnTo>
                    <a:pt x="168070" y="6037873"/>
                  </a:lnTo>
                  <a:lnTo>
                    <a:pt x="168188" y="6037873"/>
                  </a:lnTo>
                  <a:lnTo>
                    <a:pt x="168306" y="6037873"/>
                  </a:lnTo>
                  <a:lnTo>
                    <a:pt x="168423" y="6037873"/>
                  </a:lnTo>
                  <a:lnTo>
                    <a:pt x="168541" y="6037873"/>
                  </a:lnTo>
                  <a:lnTo>
                    <a:pt x="168658" y="6037873"/>
                  </a:lnTo>
                  <a:lnTo>
                    <a:pt x="168776" y="6037873"/>
                  </a:lnTo>
                  <a:lnTo>
                    <a:pt x="168776" y="6037442"/>
                  </a:lnTo>
                  <a:lnTo>
                    <a:pt x="168776" y="6036581"/>
                  </a:lnTo>
                  <a:lnTo>
                    <a:pt x="168776" y="6036150"/>
                  </a:lnTo>
                  <a:lnTo>
                    <a:pt x="168894" y="6036150"/>
                  </a:lnTo>
                  <a:lnTo>
                    <a:pt x="169129" y="6035720"/>
                  </a:lnTo>
                  <a:lnTo>
                    <a:pt x="169364" y="6035720"/>
                  </a:lnTo>
                  <a:lnTo>
                    <a:pt x="169482" y="6035720"/>
                  </a:lnTo>
                  <a:lnTo>
                    <a:pt x="169482" y="6035289"/>
                  </a:lnTo>
                  <a:lnTo>
                    <a:pt x="169599" y="6035289"/>
                  </a:lnTo>
                  <a:lnTo>
                    <a:pt x="169717" y="6034859"/>
                  </a:lnTo>
                  <a:lnTo>
                    <a:pt x="169717" y="6033997"/>
                  </a:lnTo>
                  <a:lnTo>
                    <a:pt x="169834" y="6033997"/>
                  </a:lnTo>
                  <a:lnTo>
                    <a:pt x="169952" y="6033567"/>
                  </a:lnTo>
                  <a:lnTo>
                    <a:pt x="170070" y="6033567"/>
                  </a:lnTo>
                  <a:lnTo>
                    <a:pt x="170187" y="6033567"/>
                  </a:lnTo>
                  <a:lnTo>
                    <a:pt x="170187" y="6033136"/>
                  </a:lnTo>
                  <a:lnTo>
                    <a:pt x="170187" y="6032706"/>
                  </a:lnTo>
                  <a:lnTo>
                    <a:pt x="170305" y="6031844"/>
                  </a:lnTo>
                  <a:lnTo>
                    <a:pt x="170423" y="6031844"/>
                  </a:lnTo>
                  <a:lnTo>
                    <a:pt x="170540" y="6031844"/>
                  </a:lnTo>
                  <a:lnTo>
                    <a:pt x="170540" y="6031414"/>
                  </a:lnTo>
                  <a:lnTo>
                    <a:pt x="170658" y="6031414"/>
                  </a:lnTo>
                  <a:lnTo>
                    <a:pt x="170775" y="6031414"/>
                  </a:lnTo>
                  <a:lnTo>
                    <a:pt x="171011" y="6031414"/>
                  </a:lnTo>
                  <a:lnTo>
                    <a:pt x="171128" y="6031414"/>
                  </a:lnTo>
                  <a:lnTo>
                    <a:pt x="171128" y="6030983"/>
                  </a:lnTo>
                  <a:lnTo>
                    <a:pt x="171246" y="6030983"/>
                  </a:lnTo>
                  <a:lnTo>
                    <a:pt x="171363" y="6030983"/>
                  </a:lnTo>
                  <a:lnTo>
                    <a:pt x="171363" y="6030553"/>
                  </a:lnTo>
                  <a:lnTo>
                    <a:pt x="171363" y="6030122"/>
                  </a:lnTo>
                  <a:lnTo>
                    <a:pt x="171481" y="6030122"/>
                  </a:lnTo>
                  <a:lnTo>
                    <a:pt x="171716" y="6030122"/>
                  </a:lnTo>
                  <a:lnTo>
                    <a:pt x="171834" y="6029691"/>
                  </a:lnTo>
                  <a:lnTo>
                    <a:pt x="171952" y="6029691"/>
                  </a:lnTo>
                  <a:lnTo>
                    <a:pt x="172069" y="6029691"/>
                  </a:lnTo>
                  <a:lnTo>
                    <a:pt x="172069" y="6029261"/>
                  </a:lnTo>
                  <a:lnTo>
                    <a:pt x="172069" y="6028830"/>
                  </a:lnTo>
                  <a:lnTo>
                    <a:pt x="172069" y="6028400"/>
                  </a:lnTo>
                  <a:lnTo>
                    <a:pt x="172187" y="6028400"/>
                  </a:lnTo>
                  <a:lnTo>
                    <a:pt x="172304" y="6028400"/>
                  </a:lnTo>
                  <a:lnTo>
                    <a:pt x="172422" y="6028400"/>
                  </a:lnTo>
                  <a:lnTo>
                    <a:pt x="172540" y="6028400"/>
                  </a:lnTo>
                  <a:lnTo>
                    <a:pt x="172657" y="6027538"/>
                  </a:lnTo>
                  <a:lnTo>
                    <a:pt x="172657" y="6027108"/>
                  </a:lnTo>
                  <a:lnTo>
                    <a:pt x="172775" y="6027108"/>
                  </a:lnTo>
                  <a:lnTo>
                    <a:pt x="172775" y="6026677"/>
                  </a:lnTo>
                  <a:lnTo>
                    <a:pt x="172775" y="6026247"/>
                  </a:lnTo>
                  <a:lnTo>
                    <a:pt x="172775" y="6025816"/>
                  </a:lnTo>
                  <a:lnTo>
                    <a:pt x="172892" y="6025816"/>
                  </a:lnTo>
                  <a:lnTo>
                    <a:pt x="173010" y="6025385"/>
                  </a:lnTo>
                  <a:lnTo>
                    <a:pt x="173128" y="6025385"/>
                  </a:lnTo>
                  <a:lnTo>
                    <a:pt x="173245" y="6025385"/>
                  </a:lnTo>
                  <a:lnTo>
                    <a:pt x="173363" y="6025385"/>
                  </a:lnTo>
                  <a:lnTo>
                    <a:pt x="173481" y="6025385"/>
                  </a:lnTo>
                  <a:lnTo>
                    <a:pt x="173598" y="6025385"/>
                  </a:lnTo>
                  <a:lnTo>
                    <a:pt x="173716" y="6024955"/>
                  </a:lnTo>
                  <a:lnTo>
                    <a:pt x="173833" y="6024955"/>
                  </a:lnTo>
                  <a:lnTo>
                    <a:pt x="173951" y="6024955"/>
                  </a:lnTo>
                  <a:lnTo>
                    <a:pt x="174186" y="6024524"/>
                  </a:lnTo>
                  <a:lnTo>
                    <a:pt x="174304" y="6024524"/>
                  </a:lnTo>
                  <a:lnTo>
                    <a:pt x="174421" y="6024524"/>
                  </a:lnTo>
                  <a:lnTo>
                    <a:pt x="174421" y="6024094"/>
                  </a:lnTo>
                  <a:lnTo>
                    <a:pt x="174657" y="6024094"/>
                  </a:lnTo>
                  <a:lnTo>
                    <a:pt x="174774" y="6024094"/>
                  </a:lnTo>
                  <a:lnTo>
                    <a:pt x="174774" y="6023663"/>
                  </a:lnTo>
                  <a:lnTo>
                    <a:pt x="174774" y="6023232"/>
                  </a:lnTo>
                  <a:lnTo>
                    <a:pt x="174774" y="6022802"/>
                  </a:lnTo>
                  <a:lnTo>
                    <a:pt x="175010" y="6021941"/>
                  </a:lnTo>
                  <a:lnTo>
                    <a:pt x="175127" y="6021941"/>
                  </a:lnTo>
                  <a:lnTo>
                    <a:pt x="175245" y="6021941"/>
                  </a:lnTo>
                  <a:lnTo>
                    <a:pt x="175245" y="6021510"/>
                  </a:lnTo>
                  <a:lnTo>
                    <a:pt x="175480" y="6021510"/>
                  </a:lnTo>
                  <a:lnTo>
                    <a:pt x="175480" y="6021079"/>
                  </a:lnTo>
                  <a:lnTo>
                    <a:pt x="175598" y="6021079"/>
                  </a:lnTo>
                  <a:lnTo>
                    <a:pt x="175715" y="6021079"/>
                  </a:lnTo>
                  <a:lnTo>
                    <a:pt x="175833" y="6021079"/>
                  </a:lnTo>
                  <a:lnTo>
                    <a:pt x="175950" y="6020649"/>
                  </a:lnTo>
                  <a:lnTo>
                    <a:pt x="176068" y="6020649"/>
                  </a:lnTo>
                  <a:lnTo>
                    <a:pt x="176186" y="6020649"/>
                  </a:lnTo>
                  <a:lnTo>
                    <a:pt x="176303" y="6020649"/>
                  </a:lnTo>
                  <a:lnTo>
                    <a:pt x="176539" y="6020649"/>
                  </a:lnTo>
                  <a:lnTo>
                    <a:pt x="176774" y="6020649"/>
                  </a:lnTo>
                  <a:lnTo>
                    <a:pt x="176891" y="6020649"/>
                  </a:lnTo>
                  <a:lnTo>
                    <a:pt x="177009" y="6020649"/>
                  </a:lnTo>
                  <a:lnTo>
                    <a:pt x="177127" y="6020649"/>
                  </a:lnTo>
                  <a:lnTo>
                    <a:pt x="177244" y="6020649"/>
                  </a:lnTo>
                  <a:lnTo>
                    <a:pt x="177362" y="6020649"/>
                  </a:lnTo>
                  <a:lnTo>
                    <a:pt x="177479" y="6020649"/>
                  </a:lnTo>
                  <a:lnTo>
                    <a:pt x="177597" y="6019788"/>
                  </a:lnTo>
                  <a:lnTo>
                    <a:pt x="177715" y="6019788"/>
                  </a:lnTo>
                  <a:lnTo>
                    <a:pt x="177832" y="6019788"/>
                  </a:lnTo>
                  <a:lnTo>
                    <a:pt x="178067" y="6019788"/>
                  </a:lnTo>
                  <a:lnTo>
                    <a:pt x="178185" y="6019788"/>
                  </a:lnTo>
                  <a:lnTo>
                    <a:pt x="178185" y="6019357"/>
                  </a:lnTo>
                  <a:lnTo>
                    <a:pt x="178185" y="6018926"/>
                  </a:lnTo>
                  <a:lnTo>
                    <a:pt x="178303" y="6018926"/>
                  </a:lnTo>
                  <a:lnTo>
                    <a:pt x="178420" y="6018926"/>
                  </a:lnTo>
                  <a:lnTo>
                    <a:pt x="178420" y="6018496"/>
                  </a:lnTo>
                  <a:lnTo>
                    <a:pt x="178420" y="6018065"/>
                  </a:lnTo>
                  <a:lnTo>
                    <a:pt x="178420" y="6017635"/>
                  </a:lnTo>
                  <a:lnTo>
                    <a:pt x="178420" y="6017204"/>
                  </a:lnTo>
                  <a:lnTo>
                    <a:pt x="178538" y="6017204"/>
                  </a:lnTo>
                  <a:lnTo>
                    <a:pt x="178656" y="6017204"/>
                  </a:lnTo>
                  <a:lnTo>
                    <a:pt x="178773" y="6017204"/>
                  </a:lnTo>
                  <a:lnTo>
                    <a:pt x="178773" y="6016773"/>
                  </a:lnTo>
                  <a:lnTo>
                    <a:pt x="178891" y="6016773"/>
                  </a:lnTo>
                  <a:lnTo>
                    <a:pt x="179008" y="6016773"/>
                  </a:lnTo>
                  <a:lnTo>
                    <a:pt x="179126" y="6016773"/>
                  </a:lnTo>
                  <a:lnTo>
                    <a:pt x="179244" y="6016773"/>
                  </a:lnTo>
                  <a:lnTo>
                    <a:pt x="179361" y="6016773"/>
                  </a:lnTo>
                  <a:lnTo>
                    <a:pt x="179479" y="6016343"/>
                  </a:lnTo>
                  <a:lnTo>
                    <a:pt x="179596" y="6016343"/>
                  </a:lnTo>
                  <a:lnTo>
                    <a:pt x="179714" y="6015912"/>
                  </a:lnTo>
                  <a:lnTo>
                    <a:pt x="179832" y="6015912"/>
                  </a:lnTo>
                  <a:lnTo>
                    <a:pt x="179949" y="6015912"/>
                  </a:lnTo>
                  <a:lnTo>
                    <a:pt x="179949" y="6015482"/>
                  </a:lnTo>
                  <a:lnTo>
                    <a:pt x="180067" y="6015051"/>
                  </a:lnTo>
                  <a:lnTo>
                    <a:pt x="180067" y="6014620"/>
                  </a:lnTo>
                  <a:lnTo>
                    <a:pt x="180067" y="6014190"/>
                  </a:lnTo>
                  <a:lnTo>
                    <a:pt x="180185" y="6013759"/>
                  </a:lnTo>
                  <a:lnTo>
                    <a:pt x="180185" y="6013329"/>
                  </a:lnTo>
                  <a:lnTo>
                    <a:pt x="180185" y="6012898"/>
                  </a:lnTo>
                  <a:lnTo>
                    <a:pt x="180302" y="6012467"/>
                  </a:lnTo>
                  <a:lnTo>
                    <a:pt x="180420" y="6012467"/>
                  </a:lnTo>
                  <a:lnTo>
                    <a:pt x="180537" y="6012467"/>
                  </a:lnTo>
                  <a:lnTo>
                    <a:pt x="180655" y="6012467"/>
                  </a:lnTo>
                  <a:lnTo>
                    <a:pt x="180773" y="6012467"/>
                  </a:lnTo>
                  <a:lnTo>
                    <a:pt x="180890" y="6012467"/>
                  </a:lnTo>
                  <a:lnTo>
                    <a:pt x="181008" y="6012467"/>
                  </a:lnTo>
                  <a:lnTo>
                    <a:pt x="181243" y="6012467"/>
                  </a:lnTo>
                  <a:lnTo>
                    <a:pt x="181243" y="6012037"/>
                  </a:lnTo>
                  <a:lnTo>
                    <a:pt x="181361" y="6012037"/>
                  </a:lnTo>
                  <a:lnTo>
                    <a:pt x="181478" y="6012037"/>
                  </a:lnTo>
                  <a:lnTo>
                    <a:pt x="181478" y="6011606"/>
                  </a:lnTo>
                  <a:lnTo>
                    <a:pt x="181478" y="6011176"/>
                  </a:lnTo>
                  <a:lnTo>
                    <a:pt x="181596" y="6011176"/>
                  </a:lnTo>
                  <a:lnTo>
                    <a:pt x="181596" y="6010745"/>
                  </a:lnTo>
                  <a:lnTo>
                    <a:pt x="181714" y="6009884"/>
                  </a:lnTo>
                  <a:lnTo>
                    <a:pt x="181831" y="6009884"/>
                  </a:lnTo>
                  <a:lnTo>
                    <a:pt x="181949" y="6009884"/>
                  </a:lnTo>
                  <a:lnTo>
                    <a:pt x="181949" y="6009453"/>
                  </a:lnTo>
                  <a:lnTo>
                    <a:pt x="182066" y="6009453"/>
                  </a:lnTo>
                  <a:lnTo>
                    <a:pt x="182184" y="6009453"/>
                  </a:lnTo>
                  <a:lnTo>
                    <a:pt x="182302" y="6009453"/>
                  </a:lnTo>
                  <a:lnTo>
                    <a:pt x="182419" y="6009453"/>
                  </a:lnTo>
                  <a:lnTo>
                    <a:pt x="182537" y="6009453"/>
                  </a:lnTo>
                  <a:lnTo>
                    <a:pt x="182654" y="6009453"/>
                  </a:lnTo>
                  <a:lnTo>
                    <a:pt x="182890" y="6009453"/>
                  </a:lnTo>
                  <a:lnTo>
                    <a:pt x="183007" y="6009453"/>
                  </a:lnTo>
                  <a:lnTo>
                    <a:pt x="183007" y="6009023"/>
                  </a:lnTo>
                  <a:lnTo>
                    <a:pt x="183007" y="6008592"/>
                  </a:lnTo>
                  <a:lnTo>
                    <a:pt x="183007" y="6008161"/>
                  </a:lnTo>
                  <a:lnTo>
                    <a:pt x="183007" y="6007731"/>
                  </a:lnTo>
                  <a:lnTo>
                    <a:pt x="183007" y="6007300"/>
                  </a:lnTo>
                  <a:lnTo>
                    <a:pt x="183125" y="6007300"/>
                  </a:lnTo>
                  <a:lnTo>
                    <a:pt x="183125" y="6006870"/>
                  </a:lnTo>
                  <a:lnTo>
                    <a:pt x="183243" y="6006870"/>
                  </a:lnTo>
                  <a:lnTo>
                    <a:pt x="183360" y="6006870"/>
                  </a:lnTo>
                  <a:lnTo>
                    <a:pt x="183478" y="6006870"/>
                  </a:lnTo>
                  <a:lnTo>
                    <a:pt x="183478" y="6006439"/>
                  </a:lnTo>
                  <a:lnTo>
                    <a:pt x="183595" y="6006439"/>
                  </a:lnTo>
                  <a:lnTo>
                    <a:pt x="183713" y="6006439"/>
                  </a:lnTo>
                  <a:lnTo>
                    <a:pt x="183713" y="6006008"/>
                  </a:lnTo>
                  <a:lnTo>
                    <a:pt x="183831" y="6005578"/>
                  </a:lnTo>
                  <a:lnTo>
                    <a:pt x="184066" y="6005578"/>
                  </a:lnTo>
                  <a:lnTo>
                    <a:pt x="184066" y="6005147"/>
                  </a:lnTo>
                  <a:lnTo>
                    <a:pt x="184066" y="6004717"/>
                  </a:lnTo>
                  <a:lnTo>
                    <a:pt x="184183" y="6004717"/>
                  </a:lnTo>
                  <a:lnTo>
                    <a:pt x="184183" y="6003855"/>
                  </a:lnTo>
                  <a:lnTo>
                    <a:pt x="184301" y="6003855"/>
                  </a:lnTo>
                  <a:lnTo>
                    <a:pt x="184301" y="6003425"/>
                  </a:lnTo>
                  <a:lnTo>
                    <a:pt x="184419" y="6003425"/>
                  </a:lnTo>
                  <a:lnTo>
                    <a:pt x="184536" y="6003425"/>
                  </a:lnTo>
                  <a:lnTo>
                    <a:pt x="184654" y="6003425"/>
                  </a:lnTo>
                  <a:lnTo>
                    <a:pt x="184772" y="6002994"/>
                  </a:lnTo>
                  <a:lnTo>
                    <a:pt x="184772" y="6002564"/>
                  </a:lnTo>
                  <a:lnTo>
                    <a:pt x="184772" y="6002133"/>
                  </a:lnTo>
                  <a:lnTo>
                    <a:pt x="184772" y="6001702"/>
                  </a:lnTo>
                  <a:lnTo>
                    <a:pt x="184889" y="6001272"/>
                  </a:lnTo>
                  <a:lnTo>
                    <a:pt x="185007" y="6001272"/>
                  </a:lnTo>
                  <a:lnTo>
                    <a:pt x="185007" y="6000841"/>
                  </a:lnTo>
                  <a:lnTo>
                    <a:pt x="185007" y="6000411"/>
                  </a:lnTo>
                  <a:lnTo>
                    <a:pt x="185124" y="6000411"/>
                  </a:lnTo>
                  <a:lnTo>
                    <a:pt x="185477" y="6000411"/>
                  </a:lnTo>
                  <a:lnTo>
                    <a:pt x="185595" y="6000411"/>
                  </a:lnTo>
                  <a:lnTo>
                    <a:pt x="185595" y="5999549"/>
                  </a:lnTo>
                  <a:lnTo>
                    <a:pt x="185595" y="5999119"/>
                  </a:lnTo>
                  <a:lnTo>
                    <a:pt x="185712" y="5999119"/>
                  </a:lnTo>
                  <a:lnTo>
                    <a:pt x="185830" y="5999119"/>
                  </a:lnTo>
                  <a:lnTo>
                    <a:pt x="185948" y="5999119"/>
                  </a:lnTo>
                  <a:lnTo>
                    <a:pt x="185948" y="5998688"/>
                  </a:lnTo>
                  <a:lnTo>
                    <a:pt x="185948" y="5998258"/>
                  </a:lnTo>
                  <a:lnTo>
                    <a:pt x="186065" y="5998258"/>
                  </a:lnTo>
                  <a:lnTo>
                    <a:pt x="186065" y="5997827"/>
                  </a:lnTo>
                  <a:lnTo>
                    <a:pt x="186300" y="5997827"/>
                  </a:lnTo>
                  <a:lnTo>
                    <a:pt x="186418" y="5997396"/>
                  </a:lnTo>
                  <a:lnTo>
                    <a:pt x="186536" y="5997396"/>
                  </a:lnTo>
                  <a:lnTo>
                    <a:pt x="186536" y="5996966"/>
                  </a:lnTo>
                  <a:lnTo>
                    <a:pt x="186536" y="5996535"/>
                  </a:lnTo>
                  <a:lnTo>
                    <a:pt x="186653" y="5996535"/>
                  </a:lnTo>
                  <a:lnTo>
                    <a:pt x="186653" y="5995674"/>
                  </a:lnTo>
                  <a:lnTo>
                    <a:pt x="186771" y="5995243"/>
                  </a:lnTo>
                  <a:lnTo>
                    <a:pt x="186771" y="5994813"/>
                  </a:lnTo>
                  <a:lnTo>
                    <a:pt x="186889" y="5994813"/>
                  </a:lnTo>
                  <a:lnTo>
                    <a:pt x="187006" y="5994813"/>
                  </a:lnTo>
                  <a:lnTo>
                    <a:pt x="187006" y="5994382"/>
                  </a:lnTo>
                  <a:lnTo>
                    <a:pt x="187124" y="5994382"/>
                  </a:lnTo>
                  <a:lnTo>
                    <a:pt x="187241" y="5994382"/>
                  </a:lnTo>
                  <a:lnTo>
                    <a:pt x="187359" y="5993090"/>
                  </a:lnTo>
                  <a:lnTo>
                    <a:pt x="187477" y="5993090"/>
                  </a:lnTo>
                  <a:lnTo>
                    <a:pt x="187594" y="5993090"/>
                  </a:lnTo>
                  <a:lnTo>
                    <a:pt x="187712" y="5993090"/>
                  </a:lnTo>
                  <a:lnTo>
                    <a:pt x="187829" y="5993090"/>
                  </a:lnTo>
                  <a:lnTo>
                    <a:pt x="187829" y="5992229"/>
                  </a:lnTo>
                  <a:lnTo>
                    <a:pt x="188065" y="5991799"/>
                  </a:lnTo>
                  <a:lnTo>
                    <a:pt x="188182" y="5991799"/>
                  </a:lnTo>
                  <a:lnTo>
                    <a:pt x="188300" y="5991799"/>
                  </a:lnTo>
                  <a:lnTo>
                    <a:pt x="188418" y="5991799"/>
                  </a:lnTo>
                  <a:lnTo>
                    <a:pt x="188535" y="5991799"/>
                  </a:lnTo>
                  <a:lnTo>
                    <a:pt x="188653" y="5991799"/>
                  </a:lnTo>
                  <a:lnTo>
                    <a:pt x="188888" y="5991799"/>
                  </a:lnTo>
                  <a:lnTo>
                    <a:pt x="189006" y="5991799"/>
                  </a:lnTo>
                  <a:lnTo>
                    <a:pt x="189123" y="5991799"/>
                  </a:lnTo>
                  <a:lnTo>
                    <a:pt x="189123" y="5991368"/>
                  </a:lnTo>
                  <a:lnTo>
                    <a:pt x="189358" y="5991368"/>
                  </a:lnTo>
                  <a:lnTo>
                    <a:pt x="189358" y="5990937"/>
                  </a:lnTo>
                  <a:lnTo>
                    <a:pt x="189358" y="5990507"/>
                  </a:lnTo>
                  <a:lnTo>
                    <a:pt x="189476" y="5990507"/>
                  </a:lnTo>
                  <a:lnTo>
                    <a:pt x="189476" y="5990076"/>
                  </a:lnTo>
                  <a:lnTo>
                    <a:pt x="189594" y="5989646"/>
                  </a:lnTo>
                  <a:lnTo>
                    <a:pt x="189594" y="5989215"/>
                  </a:lnTo>
                  <a:lnTo>
                    <a:pt x="189829" y="5989215"/>
                  </a:lnTo>
                  <a:lnTo>
                    <a:pt x="189829" y="5988784"/>
                  </a:lnTo>
                  <a:lnTo>
                    <a:pt x="189947" y="5988354"/>
                  </a:lnTo>
                  <a:lnTo>
                    <a:pt x="190064" y="5988354"/>
                  </a:lnTo>
                  <a:lnTo>
                    <a:pt x="190182" y="5988354"/>
                  </a:lnTo>
                  <a:lnTo>
                    <a:pt x="190182" y="5987923"/>
                  </a:lnTo>
                  <a:lnTo>
                    <a:pt x="190299" y="5987923"/>
                  </a:lnTo>
                  <a:lnTo>
                    <a:pt x="190417" y="5987923"/>
                  </a:lnTo>
                  <a:lnTo>
                    <a:pt x="190535" y="5987923"/>
                  </a:lnTo>
                  <a:lnTo>
                    <a:pt x="190652" y="5987923"/>
                  </a:lnTo>
                  <a:lnTo>
                    <a:pt x="190652" y="5987493"/>
                  </a:lnTo>
                  <a:lnTo>
                    <a:pt x="190652" y="5987062"/>
                  </a:lnTo>
                  <a:lnTo>
                    <a:pt x="190770" y="5987062"/>
                  </a:lnTo>
                  <a:lnTo>
                    <a:pt x="190887" y="5987062"/>
                  </a:lnTo>
                  <a:lnTo>
                    <a:pt x="191005" y="5987062"/>
                  </a:lnTo>
                  <a:lnTo>
                    <a:pt x="191005" y="5986631"/>
                  </a:lnTo>
                  <a:lnTo>
                    <a:pt x="191123" y="5986631"/>
                  </a:lnTo>
                  <a:lnTo>
                    <a:pt x="191240" y="5986201"/>
                  </a:lnTo>
                  <a:lnTo>
                    <a:pt x="191240" y="5985770"/>
                  </a:lnTo>
                  <a:lnTo>
                    <a:pt x="191358" y="5985340"/>
                  </a:lnTo>
                  <a:lnTo>
                    <a:pt x="191476" y="5985340"/>
                  </a:lnTo>
                  <a:lnTo>
                    <a:pt x="191476" y="5984909"/>
                  </a:lnTo>
                  <a:lnTo>
                    <a:pt x="191593" y="5984909"/>
                  </a:lnTo>
                  <a:lnTo>
                    <a:pt x="191593" y="5984478"/>
                  </a:lnTo>
                  <a:lnTo>
                    <a:pt x="191593" y="5984048"/>
                  </a:lnTo>
                  <a:lnTo>
                    <a:pt x="191711" y="5983617"/>
                  </a:lnTo>
                  <a:lnTo>
                    <a:pt x="191828" y="5983617"/>
                  </a:lnTo>
                  <a:lnTo>
                    <a:pt x="192064" y="5983617"/>
                  </a:lnTo>
                  <a:lnTo>
                    <a:pt x="192064" y="5983187"/>
                  </a:lnTo>
                  <a:lnTo>
                    <a:pt x="192181" y="5983187"/>
                  </a:lnTo>
                  <a:lnTo>
                    <a:pt x="192299" y="5983187"/>
                  </a:lnTo>
                  <a:lnTo>
                    <a:pt x="192534" y="5983187"/>
                  </a:lnTo>
                  <a:lnTo>
                    <a:pt x="192534" y="5982756"/>
                  </a:lnTo>
                  <a:lnTo>
                    <a:pt x="192534" y="5981895"/>
                  </a:lnTo>
                  <a:lnTo>
                    <a:pt x="192769" y="5981895"/>
                  </a:lnTo>
                  <a:lnTo>
                    <a:pt x="192887" y="5981895"/>
                  </a:lnTo>
                  <a:lnTo>
                    <a:pt x="193005" y="5981895"/>
                  </a:lnTo>
                  <a:lnTo>
                    <a:pt x="193122" y="5981464"/>
                  </a:lnTo>
                  <a:lnTo>
                    <a:pt x="193240" y="5981464"/>
                  </a:lnTo>
                  <a:lnTo>
                    <a:pt x="193593" y="5981034"/>
                  </a:lnTo>
                  <a:lnTo>
                    <a:pt x="193593" y="5980603"/>
                  </a:lnTo>
                  <a:lnTo>
                    <a:pt x="193828" y="5979742"/>
                  </a:lnTo>
                  <a:lnTo>
                    <a:pt x="193828" y="5979311"/>
                  </a:lnTo>
                  <a:lnTo>
                    <a:pt x="193945" y="5979311"/>
                  </a:lnTo>
                  <a:lnTo>
                    <a:pt x="194063" y="5979311"/>
                  </a:lnTo>
                  <a:lnTo>
                    <a:pt x="194181" y="5979311"/>
                  </a:lnTo>
                  <a:lnTo>
                    <a:pt x="194533" y="5979311"/>
                  </a:lnTo>
                  <a:lnTo>
                    <a:pt x="194651" y="5979311"/>
                  </a:lnTo>
                  <a:lnTo>
                    <a:pt x="194886" y="5979311"/>
                  </a:lnTo>
                  <a:lnTo>
                    <a:pt x="195004" y="5979311"/>
                  </a:lnTo>
                  <a:lnTo>
                    <a:pt x="195122" y="5978881"/>
                  </a:lnTo>
                  <a:lnTo>
                    <a:pt x="195239" y="5978881"/>
                  </a:lnTo>
                  <a:lnTo>
                    <a:pt x="195357" y="5978881"/>
                  </a:lnTo>
                  <a:lnTo>
                    <a:pt x="195474" y="5978881"/>
                  </a:lnTo>
                  <a:lnTo>
                    <a:pt x="195592" y="5978881"/>
                  </a:lnTo>
                  <a:lnTo>
                    <a:pt x="195710" y="5978881"/>
                  </a:lnTo>
                  <a:lnTo>
                    <a:pt x="195827" y="5978881"/>
                  </a:lnTo>
                  <a:lnTo>
                    <a:pt x="196062" y="5978881"/>
                  </a:lnTo>
                  <a:lnTo>
                    <a:pt x="196062" y="5978450"/>
                  </a:lnTo>
                  <a:lnTo>
                    <a:pt x="196062" y="5978019"/>
                  </a:lnTo>
                  <a:lnTo>
                    <a:pt x="196180" y="5978019"/>
                  </a:lnTo>
                  <a:lnTo>
                    <a:pt x="196415" y="5978019"/>
                  </a:lnTo>
                  <a:lnTo>
                    <a:pt x="196533" y="5978019"/>
                  </a:lnTo>
                  <a:lnTo>
                    <a:pt x="196651" y="5978019"/>
                  </a:lnTo>
                  <a:lnTo>
                    <a:pt x="196768" y="5978019"/>
                  </a:lnTo>
                  <a:lnTo>
                    <a:pt x="196886" y="5978019"/>
                  </a:lnTo>
                  <a:lnTo>
                    <a:pt x="196886" y="5977589"/>
                  </a:lnTo>
                  <a:lnTo>
                    <a:pt x="197003" y="5977589"/>
                  </a:lnTo>
                  <a:lnTo>
                    <a:pt x="197121" y="5977589"/>
                  </a:lnTo>
                  <a:lnTo>
                    <a:pt x="197239" y="5977589"/>
                  </a:lnTo>
                  <a:lnTo>
                    <a:pt x="197356" y="5977589"/>
                  </a:lnTo>
                  <a:lnTo>
                    <a:pt x="197356" y="5977158"/>
                  </a:lnTo>
                  <a:lnTo>
                    <a:pt x="197474" y="5977158"/>
                  </a:lnTo>
                  <a:lnTo>
                    <a:pt x="197591" y="5977158"/>
                  </a:lnTo>
                  <a:lnTo>
                    <a:pt x="197591" y="5976728"/>
                  </a:lnTo>
                  <a:lnTo>
                    <a:pt x="197591" y="5976297"/>
                  </a:lnTo>
                  <a:lnTo>
                    <a:pt x="197709" y="5976297"/>
                  </a:lnTo>
                  <a:lnTo>
                    <a:pt x="197709" y="5975866"/>
                  </a:lnTo>
                  <a:lnTo>
                    <a:pt x="197709" y="5975436"/>
                  </a:lnTo>
                  <a:lnTo>
                    <a:pt x="197827" y="5975436"/>
                  </a:lnTo>
                  <a:lnTo>
                    <a:pt x="197944" y="5975436"/>
                  </a:lnTo>
                  <a:lnTo>
                    <a:pt x="197944" y="5975005"/>
                  </a:lnTo>
                  <a:lnTo>
                    <a:pt x="198062" y="5975005"/>
                  </a:lnTo>
                  <a:lnTo>
                    <a:pt x="198062" y="5974575"/>
                  </a:lnTo>
                  <a:lnTo>
                    <a:pt x="198415" y="5974144"/>
                  </a:lnTo>
                  <a:lnTo>
                    <a:pt x="198415" y="5973713"/>
                  </a:lnTo>
                  <a:lnTo>
                    <a:pt x="198532" y="5973713"/>
                  </a:lnTo>
                  <a:lnTo>
                    <a:pt x="198650" y="5973713"/>
                  </a:lnTo>
                  <a:lnTo>
                    <a:pt x="198768" y="5973713"/>
                  </a:lnTo>
                  <a:lnTo>
                    <a:pt x="198885" y="5973713"/>
                  </a:lnTo>
                  <a:lnTo>
                    <a:pt x="199003" y="5973713"/>
                  </a:lnTo>
                  <a:lnTo>
                    <a:pt x="199120" y="5973713"/>
                  </a:lnTo>
                  <a:lnTo>
                    <a:pt x="199238" y="5973713"/>
                  </a:lnTo>
                  <a:lnTo>
                    <a:pt x="199473" y="5973713"/>
                  </a:lnTo>
                  <a:lnTo>
                    <a:pt x="199591" y="5973713"/>
                  </a:lnTo>
                  <a:lnTo>
                    <a:pt x="199709" y="5972852"/>
                  </a:lnTo>
                  <a:lnTo>
                    <a:pt x="199709" y="5972422"/>
                  </a:lnTo>
                  <a:lnTo>
                    <a:pt x="199826" y="5972422"/>
                  </a:lnTo>
                  <a:lnTo>
                    <a:pt x="199944" y="5972422"/>
                  </a:lnTo>
                  <a:lnTo>
                    <a:pt x="200179" y="5972422"/>
                  </a:lnTo>
                  <a:lnTo>
                    <a:pt x="200179" y="5971991"/>
                  </a:lnTo>
                  <a:lnTo>
                    <a:pt x="200297" y="5971991"/>
                  </a:lnTo>
                  <a:lnTo>
                    <a:pt x="200414" y="5971991"/>
                  </a:lnTo>
                  <a:lnTo>
                    <a:pt x="200414" y="5971560"/>
                  </a:lnTo>
                  <a:lnTo>
                    <a:pt x="200649" y="5971560"/>
                  </a:lnTo>
                  <a:lnTo>
                    <a:pt x="200767" y="5971560"/>
                  </a:lnTo>
                  <a:lnTo>
                    <a:pt x="200885" y="5971560"/>
                  </a:lnTo>
                  <a:lnTo>
                    <a:pt x="200885" y="5971130"/>
                  </a:lnTo>
                  <a:lnTo>
                    <a:pt x="201002" y="5971130"/>
                  </a:lnTo>
                  <a:lnTo>
                    <a:pt x="201120" y="5970699"/>
                  </a:lnTo>
                  <a:lnTo>
                    <a:pt x="201238" y="5970699"/>
                  </a:lnTo>
                  <a:lnTo>
                    <a:pt x="201355" y="5970699"/>
                  </a:lnTo>
                  <a:lnTo>
                    <a:pt x="201590" y="5970699"/>
                  </a:lnTo>
                  <a:lnTo>
                    <a:pt x="201826" y="5970699"/>
                  </a:lnTo>
                  <a:lnTo>
                    <a:pt x="201943" y="5970699"/>
                  </a:lnTo>
                  <a:lnTo>
                    <a:pt x="202061" y="5970699"/>
                  </a:lnTo>
                  <a:lnTo>
                    <a:pt x="202178" y="5970699"/>
                  </a:lnTo>
                  <a:lnTo>
                    <a:pt x="202178" y="5970269"/>
                  </a:lnTo>
                  <a:lnTo>
                    <a:pt x="202178" y="5969838"/>
                  </a:lnTo>
                  <a:lnTo>
                    <a:pt x="202296" y="5969838"/>
                  </a:lnTo>
                  <a:lnTo>
                    <a:pt x="202296" y="5969407"/>
                  </a:lnTo>
                  <a:lnTo>
                    <a:pt x="202649" y="5968977"/>
                  </a:lnTo>
                  <a:lnTo>
                    <a:pt x="202649" y="5968546"/>
                  </a:lnTo>
                  <a:lnTo>
                    <a:pt x="202766" y="5968116"/>
                  </a:lnTo>
                  <a:lnTo>
                    <a:pt x="202884" y="5968116"/>
                  </a:lnTo>
                  <a:lnTo>
                    <a:pt x="203002" y="5968116"/>
                  </a:lnTo>
                  <a:lnTo>
                    <a:pt x="203002" y="5967685"/>
                  </a:lnTo>
                  <a:lnTo>
                    <a:pt x="203237" y="5967685"/>
                  </a:lnTo>
                  <a:lnTo>
                    <a:pt x="203355" y="5967685"/>
                  </a:lnTo>
                  <a:lnTo>
                    <a:pt x="203355" y="5967254"/>
                  </a:lnTo>
                  <a:lnTo>
                    <a:pt x="203472" y="5967254"/>
                  </a:lnTo>
                  <a:lnTo>
                    <a:pt x="203590" y="5966824"/>
                  </a:lnTo>
                  <a:lnTo>
                    <a:pt x="203707" y="5966824"/>
                  </a:lnTo>
                  <a:lnTo>
                    <a:pt x="203825" y="5966824"/>
                  </a:lnTo>
                  <a:lnTo>
                    <a:pt x="204060" y="5966824"/>
                  </a:lnTo>
                  <a:lnTo>
                    <a:pt x="204178" y="5966393"/>
                  </a:lnTo>
                  <a:lnTo>
                    <a:pt x="204295" y="5966393"/>
                  </a:lnTo>
                  <a:lnTo>
                    <a:pt x="204531" y="5966393"/>
                  </a:lnTo>
                  <a:lnTo>
                    <a:pt x="204648" y="5966393"/>
                  </a:lnTo>
                  <a:lnTo>
                    <a:pt x="204648" y="5965963"/>
                  </a:lnTo>
                  <a:lnTo>
                    <a:pt x="204766" y="5965963"/>
                  </a:lnTo>
                  <a:lnTo>
                    <a:pt x="204766" y="5965532"/>
                  </a:lnTo>
                  <a:lnTo>
                    <a:pt x="204766" y="5965101"/>
                  </a:lnTo>
                  <a:lnTo>
                    <a:pt x="205001" y="5965101"/>
                  </a:lnTo>
                  <a:lnTo>
                    <a:pt x="205236" y="5965101"/>
                  </a:lnTo>
                  <a:lnTo>
                    <a:pt x="205354" y="5965101"/>
                  </a:lnTo>
                  <a:lnTo>
                    <a:pt x="205472" y="5965101"/>
                  </a:lnTo>
                  <a:lnTo>
                    <a:pt x="205707" y="5964671"/>
                  </a:lnTo>
                  <a:lnTo>
                    <a:pt x="205824" y="5964671"/>
                  </a:lnTo>
                  <a:lnTo>
                    <a:pt x="205942" y="5964671"/>
                  </a:lnTo>
                  <a:lnTo>
                    <a:pt x="206060" y="5964240"/>
                  </a:lnTo>
                  <a:lnTo>
                    <a:pt x="206177" y="5964240"/>
                  </a:lnTo>
                  <a:lnTo>
                    <a:pt x="206177" y="5963810"/>
                  </a:lnTo>
                  <a:lnTo>
                    <a:pt x="206295" y="5963810"/>
                  </a:lnTo>
                  <a:lnTo>
                    <a:pt x="206530" y="5963810"/>
                  </a:lnTo>
                  <a:lnTo>
                    <a:pt x="206765" y="5963810"/>
                  </a:lnTo>
                  <a:lnTo>
                    <a:pt x="206765" y="5963379"/>
                  </a:lnTo>
                  <a:lnTo>
                    <a:pt x="207001" y="5962948"/>
                  </a:lnTo>
                  <a:lnTo>
                    <a:pt x="207001" y="5962518"/>
                  </a:lnTo>
                  <a:lnTo>
                    <a:pt x="207118" y="5962518"/>
                  </a:lnTo>
                  <a:lnTo>
                    <a:pt x="207118" y="5962087"/>
                  </a:lnTo>
                  <a:lnTo>
                    <a:pt x="207236" y="5961657"/>
                  </a:lnTo>
                  <a:lnTo>
                    <a:pt x="207353" y="5961657"/>
                  </a:lnTo>
                  <a:lnTo>
                    <a:pt x="207471" y="5961657"/>
                  </a:lnTo>
                  <a:lnTo>
                    <a:pt x="207589" y="5961657"/>
                  </a:lnTo>
                  <a:lnTo>
                    <a:pt x="207706" y="5961657"/>
                  </a:lnTo>
                  <a:lnTo>
                    <a:pt x="207824" y="5961657"/>
                  </a:lnTo>
                  <a:lnTo>
                    <a:pt x="207824" y="5961226"/>
                  </a:lnTo>
                  <a:lnTo>
                    <a:pt x="207942" y="5961226"/>
                  </a:lnTo>
                  <a:lnTo>
                    <a:pt x="208177" y="5960795"/>
                  </a:lnTo>
                  <a:lnTo>
                    <a:pt x="208177" y="5960365"/>
                  </a:lnTo>
                  <a:lnTo>
                    <a:pt x="208294" y="5960365"/>
                  </a:lnTo>
                  <a:lnTo>
                    <a:pt x="208294" y="5959934"/>
                  </a:lnTo>
                  <a:lnTo>
                    <a:pt x="208412" y="5959073"/>
                  </a:lnTo>
                  <a:lnTo>
                    <a:pt x="208530" y="5959073"/>
                  </a:lnTo>
                  <a:lnTo>
                    <a:pt x="208647" y="5959073"/>
                  </a:lnTo>
                  <a:lnTo>
                    <a:pt x="208647" y="5958642"/>
                  </a:lnTo>
                  <a:lnTo>
                    <a:pt x="208765" y="5958212"/>
                  </a:lnTo>
                  <a:lnTo>
                    <a:pt x="208882" y="5958212"/>
                  </a:lnTo>
                  <a:lnTo>
                    <a:pt x="209000" y="5958212"/>
                  </a:lnTo>
                  <a:lnTo>
                    <a:pt x="209118" y="5958212"/>
                  </a:lnTo>
                  <a:lnTo>
                    <a:pt x="209118" y="5957781"/>
                  </a:lnTo>
                  <a:lnTo>
                    <a:pt x="209235" y="5957781"/>
                  </a:lnTo>
                  <a:lnTo>
                    <a:pt x="209353" y="5957351"/>
                  </a:lnTo>
                  <a:lnTo>
                    <a:pt x="209471" y="5957351"/>
                  </a:lnTo>
                  <a:lnTo>
                    <a:pt x="209588" y="5957351"/>
                  </a:lnTo>
                  <a:lnTo>
                    <a:pt x="209588" y="5956920"/>
                  </a:lnTo>
                  <a:lnTo>
                    <a:pt x="209823" y="5956489"/>
                  </a:lnTo>
                  <a:lnTo>
                    <a:pt x="209823" y="5956059"/>
                  </a:lnTo>
                  <a:lnTo>
                    <a:pt x="209941" y="5956059"/>
                  </a:lnTo>
                  <a:lnTo>
                    <a:pt x="210059" y="5956059"/>
                  </a:lnTo>
                  <a:lnTo>
                    <a:pt x="210176" y="5956059"/>
                  </a:lnTo>
                  <a:lnTo>
                    <a:pt x="210294" y="5956059"/>
                  </a:lnTo>
                  <a:lnTo>
                    <a:pt x="210294" y="5955628"/>
                  </a:lnTo>
                  <a:lnTo>
                    <a:pt x="210882" y="5955628"/>
                  </a:lnTo>
                  <a:lnTo>
                    <a:pt x="210999" y="5955628"/>
                  </a:lnTo>
                  <a:lnTo>
                    <a:pt x="210999" y="5955198"/>
                  </a:lnTo>
                  <a:lnTo>
                    <a:pt x="211117" y="5955198"/>
                  </a:lnTo>
                  <a:lnTo>
                    <a:pt x="211352" y="5955198"/>
                  </a:lnTo>
                  <a:lnTo>
                    <a:pt x="211470" y="5955198"/>
                  </a:lnTo>
                  <a:lnTo>
                    <a:pt x="211588" y="5955198"/>
                  </a:lnTo>
                  <a:lnTo>
                    <a:pt x="211705" y="5955198"/>
                  </a:lnTo>
                  <a:lnTo>
                    <a:pt x="211823" y="5954767"/>
                  </a:lnTo>
                  <a:lnTo>
                    <a:pt x="211940" y="5954767"/>
                  </a:lnTo>
                  <a:lnTo>
                    <a:pt x="212058" y="5954767"/>
                  </a:lnTo>
                  <a:lnTo>
                    <a:pt x="212058" y="5954336"/>
                  </a:lnTo>
                  <a:lnTo>
                    <a:pt x="212176" y="5954336"/>
                  </a:lnTo>
                  <a:lnTo>
                    <a:pt x="212293" y="5953906"/>
                  </a:lnTo>
                  <a:lnTo>
                    <a:pt x="212411" y="5953906"/>
                  </a:lnTo>
                  <a:lnTo>
                    <a:pt x="212411" y="5953475"/>
                  </a:lnTo>
                  <a:lnTo>
                    <a:pt x="212528" y="5953475"/>
                  </a:lnTo>
                  <a:lnTo>
                    <a:pt x="212646" y="5953475"/>
                  </a:lnTo>
                  <a:lnTo>
                    <a:pt x="212646" y="5953045"/>
                  </a:lnTo>
                  <a:lnTo>
                    <a:pt x="212646" y="5952614"/>
                  </a:lnTo>
                  <a:lnTo>
                    <a:pt x="212764" y="5952183"/>
                  </a:lnTo>
                  <a:lnTo>
                    <a:pt x="212764" y="5951753"/>
                  </a:lnTo>
                  <a:lnTo>
                    <a:pt x="212999" y="5950892"/>
                  </a:lnTo>
                  <a:lnTo>
                    <a:pt x="212999" y="5950461"/>
                  </a:lnTo>
                  <a:lnTo>
                    <a:pt x="213117" y="5950030"/>
                  </a:lnTo>
                  <a:lnTo>
                    <a:pt x="213117" y="5949600"/>
                  </a:lnTo>
                  <a:lnTo>
                    <a:pt x="213352" y="5949169"/>
                  </a:lnTo>
                  <a:lnTo>
                    <a:pt x="213469" y="5949169"/>
                  </a:lnTo>
                  <a:lnTo>
                    <a:pt x="213469" y="5948739"/>
                  </a:lnTo>
                  <a:lnTo>
                    <a:pt x="213469" y="5948308"/>
                  </a:lnTo>
                  <a:lnTo>
                    <a:pt x="213587" y="5948308"/>
                  </a:lnTo>
                  <a:lnTo>
                    <a:pt x="213822" y="5947016"/>
                  </a:lnTo>
                  <a:lnTo>
                    <a:pt x="213822" y="5946586"/>
                  </a:lnTo>
                  <a:lnTo>
                    <a:pt x="213940" y="5946586"/>
                  </a:lnTo>
                  <a:lnTo>
                    <a:pt x="213940" y="5946155"/>
                  </a:lnTo>
                  <a:lnTo>
                    <a:pt x="214293" y="5946155"/>
                  </a:lnTo>
                  <a:lnTo>
                    <a:pt x="214528" y="5946155"/>
                  </a:lnTo>
                  <a:lnTo>
                    <a:pt x="214528" y="5945724"/>
                  </a:lnTo>
                  <a:lnTo>
                    <a:pt x="214528" y="5945294"/>
                  </a:lnTo>
                  <a:lnTo>
                    <a:pt x="214646" y="5945294"/>
                  </a:lnTo>
                  <a:lnTo>
                    <a:pt x="214881" y="5945294"/>
                  </a:lnTo>
                  <a:lnTo>
                    <a:pt x="214881" y="5944863"/>
                  </a:lnTo>
                  <a:lnTo>
                    <a:pt x="214998" y="5944863"/>
                  </a:lnTo>
                  <a:lnTo>
                    <a:pt x="215234" y="5944863"/>
                  </a:lnTo>
                  <a:lnTo>
                    <a:pt x="215234" y="5944002"/>
                  </a:lnTo>
                  <a:lnTo>
                    <a:pt x="215351" y="5944002"/>
                  </a:lnTo>
                  <a:lnTo>
                    <a:pt x="215469" y="5944002"/>
                  </a:lnTo>
                  <a:lnTo>
                    <a:pt x="215586" y="5944002"/>
                  </a:lnTo>
                  <a:lnTo>
                    <a:pt x="215704" y="5944002"/>
                  </a:lnTo>
                  <a:lnTo>
                    <a:pt x="215704" y="5943571"/>
                  </a:lnTo>
                  <a:lnTo>
                    <a:pt x="215822" y="5943141"/>
                  </a:lnTo>
                  <a:lnTo>
                    <a:pt x="215939" y="5942710"/>
                  </a:lnTo>
                  <a:lnTo>
                    <a:pt x="215939" y="5941849"/>
                  </a:lnTo>
                  <a:lnTo>
                    <a:pt x="216057" y="5941418"/>
                  </a:lnTo>
                  <a:lnTo>
                    <a:pt x="216175" y="5941418"/>
                  </a:lnTo>
                  <a:lnTo>
                    <a:pt x="216292" y="5940988"/>
                  </a:lnTo>
                  <a:lnTo>
                    <a:pt x="216410" y="5940988"/>
                  </a:lnTo>
                  <a:lnTo>
                    <a:pt x="216410" y="5940557"/>
                  </a:lnTo>
                  <a:lnTo>
                    <a:pt x="216527" y="5940557"/>
                  </a:lnTo>
                  <a:lnTo>
                    <a:pt x="216763" y="5940557"/>
                  </a:lnTo>
                  <a:lnTo>
                    <a:pt x="216998" y="5940557"/>
                  </a:lnTo>
                  <a:lnTo>
                    <a:pt x="216998" y="5940127"/>
                  </a:lnTo>
                  <a:lnTo>
                    <a:pt x="217115" y="5940127"/>
                  </a:lnTo>
                  <a:lnTo>
                    <a:pt x="217115" y="5939696"/>
                  </a:lnTo>
                  <a:lnTo>
                    <a:pt x="217351" y="5939265"/>
                  </a:lnTo>
                  <a:lnTo>
                    <a:pt x="217468" y="5939265"/>
                  </a:lnTo>
                  <a:lnTo>
                    <a:pt x="217704" y="5938835"/>
                  </a:lnTo>
                  <a:lnTo>
                    <a:pt x="217704" y="5938404"/>
                  </a:lnTo>
                  <a:lnTo>
                    <a:pt x="217821" y="5938404"/>
                  </a:lnTo>
                  <a:lnTo>
                    <a:pt x="217939" y="5938404"/>
                  </a:lnTo>
                  <a:lnTo>
                    <a:pt x="218056" y="5938404"/>
                  </a:lnTo>
                  <a:lnTo>
                    <a:pt x="218174" y="5938404"/>
                  </a:lnTo>
                  <a:lnTo>
                    <a:pt x="218292" y="5938404"/>
                  </a:lnTo>
                  <a:lnTo>
                    <a:pt x="218762" y="5938404"/>
                  </a:lnTo>
                  <a:lnTo>
                    <a:pt x="218880" y="5938404"/>
                  </a:lnTo>
                  <a:lnTo>
                    <a:pt x="218997" y="5938404"/>
                  </a:lnTo>
                  <a:lnTo>
                    <a:pt x="218997" y="5937974"/>
                  </a:lnTo>
                  <a:lnTo>
                    <a:pt x="218997" y="5937543"/>
                  </a:lnTo>
                  <a:lnTo>
                    <a:pt x="219115" y="5937112"/>
                  </a:lnTo>
                  <a:lnTo>
                    <a:pt x="219232" y="5937112"/>
                  </a:lnTo>
                  <a:lnTo>
                    <a:pt x="219468" y="5937112"/>
                  </a:lnTo>
                  <a:lnTo>
                    <a:pt x="219585" y="5937112"/>
                  </a:lnTo>
                  <a:lnTo>
                    <a:pt x="219585" y="5936682"/>
                  </a:lnTo>
                  <a:lnTo>
                    <a:pt x="219821" y="5936251"/>
                  </a:lnTo>
                  <a:lnTo>
                    <a:pt x="219938" y="5936251"/>
                  </a:lnTo>
                  <a:lnTo>
                    <a:pt x="220291" y="5935821"/>
                  </a:lnTo>
                  <a:lnTo>
                    <a:pt x="220409" y="5935821"/>
                  </a:lnTo>
                  <a:lnTo>
                    <a:pt x="220409" y="5935390"/>
                  </a:lnTo>
                  <a:lnTo>
                    <a:pt x="220526" y="5934098"/>
                  </a:lnTo>
                  <a:lnTo>
                    <a:pt x="220526" y="5933668"/>
                  </a:lnTo>
                  <a:lnTo>
                    <a:pt x="220644" y="5933668"/>
                  </a:lnTo>
                  <a:lnTo>
                    <a:pt x="220879" y="5933668"/>
                  </a:lnTo>
                  <a:lnTo>
                    <a:pt x="220997" y="5933668"/>
                  </a:lnTo>
                  <a:lnTo>
                    <a:pt x="221350" y="5933668"/>
                  </a:lnTo>
                  <a:lnTo>
                    <a:pt x="221467" y="5933668"/>
                  </a:lnTo>
                  <a:lnTo>
                    <a:pt x="221585" y="5933668"/>
                  </a:lnTo>
                  <a:lnTo>
                    <a:pt x="221702" y="5933668"/>
                  </a:lnTo>
                  <a:lnTo>
                    <a:pt x="221702" y="5933237"/>
                  </a:lnTo>
                  <a:lnTo>
                    <a:pt x="221702" y="5932806"/>
                  </a:lnTo>
                  <a:lnTo>
                    <a:pt x="221938" y="5932806"/>
                  </a:lnTo>
                  <a:lnTo>
                    <a:pt x="222055" y="5932806"/>
                  </a:lnTo>
                  <a:lnTo>
                    <a:pt x="222173" y="5932806"/>
                  </a:lnTo>
                  <a:lnTo>
                    <a:pt x="222173" y="5932376"/>
                  </a:lnTo>
                  <a:lnTo>
                    <a:pt x="222290" y="5932376"/>
                  </a:lnTo>
                  <a:lnTo>
                    <a:pt x="222290" y="5931945"/>
                  </a:lnTo>
                  <a:lnTo>
                    <a:pt x="222408" y="5931945"/>
                  </a:lnTo>
                  <a:lnTo>
                    <a:pt x="222408" y="5931515"/>
                  </a:lnTo>
                  <a:lnTo>
                    <a:pt x="222526" y="5931515"/>
                  </a:lnTo>
                  <a:lnTo>
                    <a:pt x="222526" y="5931084"/>
                  </a:lnTo>
                  <a:lnTo>
                    <a:pt x="222643" y="5930653"/>
                  </a:lnTo>
                  <a:lnTo>
                    <a:pt x="222761" y="5930653"/>
                  </a:lnTo>
                  <a:lnTo>
                    <a:pt x="222761" y="5930223"/>
                  </a:lnTo>
                  <a:lnTo>
                    <a:pt x="222996" y="5930223"/>
                  </a:lnTo>
                  <a:lnTo>
                    <a:pt x="223114" y="5929792"/>
                  </a:lnTo>
                  <a:lnTo>
                    <a:pt x="223231" y="5929792"/>
                  </a:lnTo>
                  <a:lnTo>
                    <a:pt x="223467" y="5929792"/>
                  </a:lnTo>
                  <a:lnTo>
                    <a:pt x="223584" y="5928931"/>
                  </a:lnTo>
                  <a:lnTo>
                    <a:pt x="223702" y="5928931"/>
                  </a:lnTo>
                  <a:lnTo>
                    <a:pt x="223702" y="5928500"/>
                  </a:lnTo>
                  <a:lnTo>
                    <a:pt x="223819" y="5928500"/>
                  </a:lnTo>
                  <a:lnTo>
                    <a:pt x="223819" y="5928070"/>
                  </a:lnTo>
                  <a:lnTo>
                    <a:pt x="223937" y="5928070"/>
                  </a:lnTo>
                  <a:lnTo>
                    <a:pt x="224055" y="5928070"/>
                  </a:lnTo>
                  <a:lnTo>
                    <a:pt x="224055" y="5927639"/>
                  </a:lnTo>
                  <a:lnTo>
                    <a:pt x="224172" y="5927639"/>
                  </a:lnTo>
                  <a:lnTo>
                    <a:pt x="224172" y="5927209"/>
                  </a:lnTo>
                  <a:lnTo>
                    <a:pt x="224172" y="5926778"/>
                  </a:lnTo>
                  <a:lnTo>
                    <a:pt x="224172" y="5925917"/>
                  </a:lnTo>
                  <a:lnTo>
                    <a:pt x="224290" y="5925917"/>
                  </a:lnTo>
                  <a:lnTo>
                    <a:pt x="224408" y="5925917"/>
                  </a:lnTo>
                  <a:lnTo>
                    <a:pt x="224525" y="5925917"/>
                  </a:lnTo>
                  <a:lnTo>
                    <a:pt x="224643" y="5925917"/>
                  </a:lnTo>
                  <a:lnTo>
                    <a:pt x="224878" y="5925917"/>
                  </a:lnTo>
                  <a:lnTo>
                    <a:pt x="224996" y="5925917"/>
                  </a:lnTo>
                  <a:lnTo>
                    <a:pt x="225348" y="5925917"/>
                  </a:lnTo>
                  <a:lnTo>
                    <a:pt x="225584" y="5925917"/>
                  </a:lnTo>
                  <a:lnTo>
                    <a:pt x="225819" y="5925917"/>
                  </a:lnTo>
                  <a:lnTo>
                    <a:pt x="225819" y="5925486"/>
                  </a:lnTo>
                  <a:lnTo>
                    <a:pt x="225819" y="5925056"/>
                  </a:lnTo>
                  <a:lnTo>
                    <a:pt x="226054" y="5925056"/>
                  </a:lnTo>
                  <a:lnTo>
                    <a:pt x="226172" y="5924625"/>
                  </a:lnTo>
                  <a:lnTo>
                    <a:pt x="226289" y="5923764"/>
                  </a:lnTo>
                  <a:lnTo>
                    <a:pt x="226407" y="5923764"/>
                  </a:lnTo>
                  <a:lnTo>
                    <a:pt x="226525" y="5923764"/>
                  </a:lnTo>
                  <a:lnTo>
                    <a:pt x="226642" y="5923764"/>
                  </a:lnTo>
                  <a:lnTo>
                    <a:pt x="226760" y="5922472"/>
                  </a:lnTo>
                  <a:lnTo>
                    <a:pt x="226877" y="5922472"/>
                  </a:lnTo>
                  <a:lnTo>
                    <a:pt x="226995" y="5922472"/>
                  </a:lnTo>
                  <a:lnTo>
                    <a:pt x="227113" y="5922472"/>
                  </a:lnTo>
                  <a:lnTo>
                    <a:pt x="227230" y="5922472"/>
                  </a:lnTo>
                  <a:lnTo>
                    <a:pt x="227348" y="5922472"/>
                  </a:lnTo>
                  <a:lnTo>
                    <a:pt x="227465" y="5922041"/>
                  </a:lnTo>
                  <a:lnTo>
                    <a:pt x="227465" y="5921611"/>
                  </a:lnTo>
                  <a:lnTo>
                    <a:pt x="227583" y="5921180"/>
                  </a:lnTo>
                  <a:lnTo>
                    <a:pt x="227583" y="5920750"/>
                  </a:lnTo>
                  <a:lnTo>
                    <a:pt x="227583" y="5920319"/>
                  </a:lnTo>
                  <a:lnTo>
                    <a:pt x="227583" y="5919888"/>
                  </a:lnTo>
                  <a:lnTo>
                    <a:pt x="227583" y="5919458"/>
                  </a:lnTo>
                  <a:lnTo>
                    <a:pt x="227701" y="5919458"/>
                  </a:lnTo>
                  <a:lnTo>
                    <a:pt x="227818" y="5919027"/>
                  </a:lnTo>
                  <a:lnTo>
                    <a:pt x="227818" y="5918166"/>
                  </a:lnTo>
                  <a:lnTo>
                    <a:pt x="227936" y="5918166"/>
                  </a:lnTo>
                  <a:lnTo>
                    <a:pt x="228054" y="5917735"/>
                  </a:lnTo>
                  <a:lnTo>
                    <a:pt x="228171" y="5917735"/>
                  </a:lnTo>
                  <a:lnTo>
                    <a:pt x="228171" y="5917305"/>
                  </a:lnTo>
                  <a:lnTo>
                    <a:pt x="228642" y="5917305"/>
                  </a:lnTo>
                  <a:lnTo>
                    <a:pt x="228877" y="5917305"/>
                  </a:lnTo>
                  <a:lnTo>
                    <a:pt x="228994" y="5917305"/>
                  </a:lnTo>
                  <a:lnTo>
                    <a:pt x="229112" y="5916874"/>
                  </a:lnTo>
                  <a:lnTo>
                    <a:pt x="229230" y="5916874"/>
                  </a:lnTo>
                  <a:lnTo>
                    <a:pt x="229230" y="5916444"/>
                  </a:lnTo>
                  <a:lnTo>
                    <a:pt x="229230" y="5916013"/>
                  </a:lnTo>
                  <a:lnTo>
                    <a:pt x="229347" y="5916013"/>
                  </a:lnTo>
                  <a:lnTo>
                    <a:pt x="229465" y="5916013"/>
                  </a:lnTo>
                  <a:lnTo>
                    <a:pt x="229700" y="5915582"/>
                  </a:lnTo>
                  <a:lnTo>
                    <a:pt x="229818" y="5915582"/>
                  </a:lnTo>
                  <a:lnTo>
                    <a:pt x="229935" y="5915582"/>
                  </a:lnTo>
                  <a:lnTo>
                    <a:pt x="230053" y="5915582"/>
                  </a:lnTo>
                  <a:lnTo>
                    <a:pt x="230288" y="5915582"/>
                  </a:lnTo>
                  <a:lnTo>
                    <a:pt x="230406" y="5915582"/>
                  </a:lnTo>
                  <a:lnTo>
                    <a:pt x="230523" y="5915582"/>
                  </a:lnTo>
                  <a:lnTo>
                    <a:pt x="230523" y="5915152"/>
                  </a:lnTo>
                  <a:lnTo>
                    <a:pt x="230641" y="5915152"/>
                  </a:lnTo>
                  <a:lnTo>
                    <a:pt x="230759" y="5914721"/>
                  </a:lnTo>
                  <a:lnTo>
                    <a:pt x="230876" y="5914721"/>
                  </a:lnTo>
                  <a:lnTo>
                    <a:pt x="231112" y="5914721"/>
                  </a:lnTo>
                  <a:lnTo>
                    <a:pt x="231229" y="5914721"/>
                  </a:lnTo>
                  <a:lnTo>
                    <a:pt x="231464" y="5914291"/>
                  </a:lnTo>
                  <a:lnTo>
                    <a:pt x="231464" y="5913860"/>
                  </a:lnTo>
                  <a:lnTo>
                    <a:pt x="231464" y="5913429"/>
                  </a:lnTo>
                  <a:lnTo>
                    <a:pt x="231700" y="5913429"/>
                  </a:lnTo>
                  <a:lnTo>
                    <a:pt x="231700" y="5912999"/>
                  </a:lnTo>
                  <a:lnTo>
                    <a:pt x="231817" y="5912999"/>
                  </a:lnTo>
                  <a:lnTo>
                    <a:pt x="232052" y="5912568"/>
                  </a:lnTo>
                  <a:lnTo>
                    <a:pt x="232170" y="5912568"/>
                  </a:lnTo>
                  <a:lnTo>
                    <a:pt x="232405" y="5911707"/>
                  </a:lnTo>
                  <a:lnTo>
                    <a:pt x="232523" y="5911707"/>
                  </a:lnTo>
                  <a:lnTo>
                    <a:pt x="232523" y="5911276"/>
                  </a:lnTo>
                  <a:lnTo>
                    <a:pt x="232758" y="5910846"/>
                  </a:lnTo>
                  <a:lnTo>
                    <a:pt x="232876" y="5909985"/>
                  </a:lnTo>
                  <a:lnTo>
                    <a:pt x="232993" y="5909985"/>
                  </a:lnTo>
                  <a:lnTo>
                    <a:pt x="233229" y="5909554"/>
                  </a:lnTo>
                  <a:lnTo>
                    <a:pt x="233346" y="5909554"/>
                  </a:lnTo>
                  <a:lnTo>
                    <a:pt x="233464" y="5909123"/>
                  </a:lnTo>
                  <a:lnTo>
                    <a:pt x="233699" y="5909123"/>
                  </a:lnTo>
                  <a:lnTo>
                    <a:pt x="233699" y="5908693"/>
                  </a:lnTo>
                  <a:lnTo>
                    <a:pt x="233699" y="5908262"/>
                  </a:lnTo>
                  <a:lnTo>
                    <a:pt x="233699" y="5907401"/>
                  </a:lnTo>
                  <a:lnTo>
                    <a:pt x="233817" y="5907401"/>
                  </a:lnTo>
                  <a:lnTo>
                    <a:pt x="233934" y="5907401"/>
                  </a:lnTo>
                  <a:lnTo>
                    <a:pt x="234170" y="5907401"/>
                  </a:lnTo>
                  <a:lnTo>
                    <a:pt x="234405" y="5907401"/>
                  </a:lnTo>
                  <a:lnTo>
                    <a:pt x="234405" y="5906970"/>
                  </a:lnTo>
                  <a:lnTo>
                    <a:pt x="234522" y="5906109"/>
                  </a:lnTo>
                  <a:lnTo>
                    <a:pt x="234640" y="5906109"/>
                  </a:lnTo>
                  <a:lnTo>
                    <a:pt x="234875" y="5906109"/>
                  </a:lnTo>
                  <a:lnTo>
                    <a:pt x="234993" y="5906109"/>
                  </a:lnTo>
                  <a:lnTo>
                    <a:pt x="235346" y="5906109"/>
                  </a:lnTo>
                  <a:lnTo>
                    <a:pt x="235463" y="5906109"/>
                  </a:lnTo>
                  <a:lnTo>
                    <a:pt x="235581" y="5906109"/>
                  </a:lnTo>
                  <a:lnTo>
                    <a:pt x="235581" y="5905679"/>
                  </a:lnTo>
                  <a:lnTo>
                    <a:pt x="235581" y="5905248"/>
                  </a:lnTo>
                  <a:lnTo>
                    <a:pt x="235816" y="5904817"/>
                  </a:lnTo>
                  <a:lnTo>
                    <a:pt x="236051" y="5904817"/>
                  </a:lnTo>
                  <a:lnTo>
                    <a:pt x="236169" y="5904387"/>
                  </a:lnTo>
                  <a:lnTo>
                    <a:pt x="236287" y="5904387"/>
                  </a:lnTo>
                  <a:lnTo>
                    <a:pt x="236404" y="5904387"/>
                  </a:lnTo>
                  <a:lnTo>
                    <a:pt x="236404" y="5903956"/>
                  </a:lnTo>
                  <a:lnTo>
                    <a:pt x="236522" y="5903956"/>
                  </a:lnTo>
                  <a:lnTo>
                    <a:pt x="236757" y="5903526"/>
                  </a:lnTo>
                  <a:lnTo>
                    <a:pt x="236757" y="5903095"/>
                  </a:lnTo>
                  <a:lnTo>
                    <a:pt x="237110" y="5903095"/>
                  </a:lnTo>
                  <a:lnTo>
                    <a:pt x="237110" y="5902234"/>
                  </a:lnTo>
                  <a:lnTo>
                    <a:pt x="237227" y="5902234"/>
                  </a:lnTo>
                  <a:lnTo>
                    <a:pt x="237227" y="5901803"/>
                  </a:lnTo>
                  <a:lnTo>
                    <a:pt x="237345" y="5901803"/>
                  </a:lnTo>
                  <a:lnTo>
                    <a:pt x="237463" y="5901803"/>
                  </a:lnTo>
                  <a:lnTo>
                    <a:pt x="237580" y="5901373"/>
                  </a:lnTo>
                  <a:lnTo>
                    <a:pt x="237698" y="5901373"/>
                  </a:lnTo>
                  <a:lnTo>
                    <a:pt x="237698" y="5900942"/>
                  </a:lnTo>
                  <a:lnTo>
                    <a:pt x="237816" y="5900942"/>
                  </a:lnTo>
                  <a:lnTo>
                    <a:pt x="237816" y="5900511"/>
                  </a:lnTo>
                  <a:lnTo>
                    <a:pt x="237933" y="5900511"/>
                  </a:lnTo>
                  <a:lnTo>
                    <a:pt x="238051" y="5900511"/>
                  </a:lnTo>
                  <a:lnTo>
                    <a:pt x="238168" y="5900081"/>
                  </a:lnTo>
                  <a:lnTo>
                    <a:pt x="238521" y="5900081"/>
                  </a:lnTo>
                  <a:lnTo>
                    <a:pt x="238639" y="5899650"/>
                  </a:lnTo>
                  <a:lnTo>
                    <a:pt x="238639" y="5899220"/>
                  </a:lnTo>
                  <a:lnTo>
                    <a:pt x="238756" y="5899220"/>
                  </a:lnTo>
                  <a:lnTo>
                    <a:pt x="238756" y="5898789"/>
                  </a:lnTo>
                  <a:lnTo>
                    <a:pt x="238874" y="5898789"/>
                  </a:lnTo>
                  <a:lnTo>
                    <a:pt x="238874" y="5898358"/>
                  </a:lnTo>
                  <a:lnTo>
                    <a:pt x="238992" y="5898358"/>
                  </a:lnTo>
                  <a:lnTo>
                    <a:pt x="239227" y="5898358"/>
                  </a:lnTo>
                  <a:lnTo>
                    <a:pt x="239462" y="5897928"/>
                  </a:lnTo>
                  <a:lnTo>
                    <a:pt x="239580" y="5897928"/>
                  </a:lnTo>
                  <a:lnTo>
                    <a:pt x="240050" y="5897928"/>
                  </a:lnTo>
                  <a:lnTo>
                    <a:pt x="240285" y="5897067"/>
                  </a:lnTo>
                  <a:lnTo>
                    <a:pt x="240403" y="5897067"/>
                  </a:lnTo>
                  <a:lnTo>
                    <a:pt x="240521" y="5897067"/>
                  </a:lnTo>
                  <a:lnTo>
                    <a:pt x="240638" y="5897067"/>
                  </a:lnTo>
                  <a:lnTo>
                    <a:pt x="240756" y="5897067"/>
                  </a:lnTo>
                  <a:lnTo>
                    <a:pt x="240874" y="5897067"/>
                  </a:lnTo>
                  <a:lnTo>
                    <a:pt x="240991" y="5896636"/>
                  </a:lnTo>
                  <a:lnTo>
                    <a:pt x="240991" y="5896205"/>
                  </a:lnTo>
                  <a:lnTo>
                    <a:pt x="241109" y="5896205"/>
                  </a:lnTo>
                  <a:lnTo>
                    <a:pt x="241226" y="5895775"/>
                  </a:lnTo>
                  <a:lnTo>
                    <a:pt x="241226" y="5895344"/>
                  </a:lnTo>
                  <a:lnTo>
                    <a:pt x="241344" y="5895344"/>
                  </a:lnTo>
                  <a:lnTo>
                    <a:pt x="241462" y="5895344"/>
                  </a:lnTo>
                  <a:lnTo>
                    <a:pt x="241462" y="5894914"/>
                  </a:lnTo>
                  <a:lnTo>
                    <a:pt x="241462" y="5894483"/>
                  </a:lnTo>
                  <a:lnTo>
                    <a:pt x="241462" y="5894052"/>
                  </a:lnTo>
                  <a:lnTo>
                    <a:pt x="241579" y="5893622"/>
                  </a:lnTo>
                  <a:lnTo>
                    <a:pt x="241697" y="5893622"/>
                  </a:lnTo>
                  <a:lnTo>
                    <a:pt x="241697" y="5893191"/>
                  </a:lnTo>
                  <a:lnTo>
                    <a:pt x="241697" y="5892761"/>
                  </a:lnTo>
                  <a:lnTo>
                    <a:pt x="241697" y="5892330"/>
                  </a:lnTo>
                  <a:lnTo>
                    <a:pt x="241697" y="5891899"/>
                  </a:lnTo>
                  <a:lnTo>
                    <a:pt x="241814" y="5891899"/>
                  </a:lnTo>
                  <a:lnTo>
                    <a:pt x="241932" y="5891899"/>
                  </a:lnTo>
                  <a:lnTo>
                    <a:pt x="242050" y="5891899"/>
                  </a:lnTo>
                  <a:lnTo>
                    <a:pt x="242050" y="5891469"/>
                  </a:lnTo>
                  <a:lnTo>
                    <a:pt x="242167" y="5891469"/>
                  </a:lnTo>
                  <a:lnTo>
                    <a:pt x="242285" y="5891469"/>
                  </a:lnTo>
                  <a:lnTo>
                    <a:pt x="242285" y="5891038"/>
                  </a:lnTo>
                  <a:lnTo>
                    <a:pt x="242402" y="5891038"/>
                  </a:lnTo>
                  <a:lnTo>
                    <a:pt x="242402" y="5890608"/>
                  </a:lnTo>
                  <a:lnTo>
                    <a:pt x="242402" y="5889746"/>
                  </a:lnTo>
                  <a:lnTo>
                    <a:pt x="242402" y="5889316"/>
                  </a:lnTo>
                  <a:lnTo>
                    <a:pt x="242402" y="5888885"/>
                  </a:lnTo>
                  <a:lnTo>
                    <a:pt x="242520" y="5888885"/>
                  </a:lnTo>
                  <a:lnTo>
                    <a:pt x="242520" y="5888455"/>
                  </a:lnTo>
                  <a:lnTo>
                    <a:pt x="242638" y="5888455"/>
                  </a:lnTo>
                  <a:lnTo>
                    <a:pt x="242638" y="5888024"/>
                  </a:lnTo>
                  <a:lnTo>
                    <a:pt x="242638" y="5887593"/>
                  </a:lnTo>
                  <a:lnTo>
                    <a:pt x="242755" y="5887593"/>
                  </a:lnTo>
                  <a:lnTo>
                    <a:pt x="242873" y="5887593"/>
                  </a:lnTo>
                  <a:lnTo>
                    <a:pt x="242991" y="5886732"/>
                  </a:lnTo>
                  <a:lnTo>
                    <a:pt x="242991" y="5886302"/>
                  </a:lnTo>
                  <a:lnTo>
                    <a:pt x="243108" y="5886302"/>
                  </a:lnTo>
                  <a:lnTo>
                    <a:pt x="243226" y="5886302"/>
                  </a:lnTo>
                  <a:lnTo>
                    <a:pt x="243343" y="5886302"/>
                  </a:lnTo>
                  <a:lnTo>
                    <a:pt x="243461" y="5886302"/>
                  </a:lnTo>
                  <a:lnTo>
                    <a:pt x="243579" y="5886302"/>
                  </a:lnTo>
                  <a:lnTo>
                    <a:pt x="243696" y="5886302"/>
                  </a:lnTo>
                  <a:lnTo>
                    <a:pt x="243814" y="5886302"/>
                  </a:lnTo>
                  <a:lnTo>
                    <a:pt x="244167" y="5886302"/>
                  </a:lnTo>
                  <a:lnTo>
                    <a:pt x="244284" y="5886302"/>
                  </a:lnTo>
                  <a:lnTo>
                    <a:pt x="244520" y="5885871"/>
                  </a:lnTo>
                  <a:lnTo>
                    <a:pt x="244637" y="5885010"/>
                  </a:lnTo>
                  <a:lnTo>
                    <a:pt x="244872" y="5885010"/>
                  </a:lnTo>
                  <a:lnTo>
                    <a:pt x="244990" y="5885010"/>
                  </a:lnTo>
                  <a:lnTo>
                    <a:pt x="245108" y="5885010"/>
                  </a:lnTo>
                  <a:lnTo>
                    <a:pt x="245108" y="5884579"/>
                  </a:lnTo>
                  <a:lnTo>
                    <a:pt x="245225" y="5884579"/>
                  </a:lnTo>
                  <a:lnTo>
                    <a:pt x="245343" y="5884579"/>
                  </a:lnTo>
                  <a:lnTo>
                    <a:pt x="245460" y="5884579"/>
                  </a:lnTo>
                  <a:lnTo>
                    <a:pt x="245578" y="5884579"/>
                  </a:lnTo>
                  <a:lnTo>
                    <a:pt x="245696" y="5884149"/>
                  </a:lnTo>
                  <a:lnTo>
                    <a:pt x="245696" y="5883718"/>
                  </a:lnTo>
                  <a:lnTo>
                    <a:pt x="245813" y="5883718"/>
                  </a:lnTo>
                  <a:lnTo>
                    <a:pt x="245931" y="5883718"/>
                  </a:lnTo>
                  <a:lnTo>
                    <a:pt x="246049" y="5883718"/>
                  </a:lnTo>
                  <a:lnTo>
                    <a:pt x="246166" y="5883718"/>
                  </a:lnTo>
                  <a:lnTo>
                    <a:pt x="246284" y="5882857"/>
                  </a:lnTo>
                  <a:lnTo>
                    <a:pt x="246519" y="5882857"/>
                  </a:lnTo>
                  <a:lnTo>
                    <a:pt x="246754" y="5882857"/>
                  </a:lnTo>
                  <a:lnTo>
                    <a:pt x="246754" y="5882426"/>
                  </a:lnTo>
                  <a:lnTo>
                    <a:pt x="246872" y="5882426"/>
                  </a:lnTo>
                  <a:lnTo>
                    <a:pt x="246989" y="5882426"/>
                  </a:lnTo>
                  <a:lnTo>
                    <a:pt x="247107" y="5882426"/>
                  </a:lnTo>
                  <a:lnTo>
                    <a:pt x="247225" y="5882426"/>
                  </a:lnTo>
                  <a:lnTo>
                    <a:pt x="247225" y="5881996"/>
                  </a:lnTo>
                  <a:lnTo>
                    <a:pt x="247225" y="5881565"/>
                  </a:lnTo>
                  <a:lnTo>
                    <a:pt x="247225" y="5881134"/>
                  </a:lnTo>
                  <a:lnTo>
                    <a:pt x="247460" y="5881134"/>
                  </a:lnTo>
                  <a:lnTo>
                    <a:pt x="247578" y="5881134"/>
                  </a:lnTo>
                  <a:lnTo>
                    <a:pt x="247695" y="5881134"/>
                  </a:lnTo>
                  <a:lnTo>
                    <a:pt x="247930" y="5881134"/>
                  </a:lnTo>
                  <a:lnTo>
                    <a:pt x="248048" y="5881134"/>
                  </a:lnTo>
                  <a:lnTo>
                    <a:pt x="248401" y="5881134"/>
                  </a:lnTo>
                  <a:lnTo>
                    <a:pt x="248401" y="5880273"/>
                  </a:lnTo>
                  <a:lnTo>
                    <a:pt x="248518" y="5880273"/>
                  </a:lnTo>
                  <a:lnTo>
                    <a:pt x="248754" y="5880273"/>
                  </a:lnTo>
                  <a:lnTo>
                    <a:pt x="248871" y="5880273"/>
                  </a:lnTo>
                  <a:lnTo>
                    <a:pt x="248989" y="5880273"/>
                  </a:lnTo>
                  <a:lnTo>
                    <a:pt x="249107" y="5880273"/>
                  </a:lnTo>
                  <a:lnTo>
                    <a:pt x="249224" y="5880273"/>
                  </a:lnTo>
                  <a:lnTo>
                    <a:pt x="249224" y="5879843"/>
                  </a:lnTo>
                  <a:lnTo>
                    <a:pt x="249342" y="5879843"/>
                  </a:lnTo>
                  <a:lnTo>
                    <a:pt x="249342" y="5879412"/>
                  </a:lnTo>
                  <a:lnTo>
                    <a:pt x="249459" y="5879412"/>
                  </a:lnTo>
                  <a:lnTo>
                    <a:pt x="249577" y="5878981"/>
                  </a:lnTo>
                  <a:lnTo>
                    <a:pt x="249695" y="5878551"/>
                  </a:lnTo>
                  <a:lnTo>
                    <a:pt x="249930" y="5878551"/>
                  </a:lnTo>
                  <a:lnTo>
                    <a:pt x="250047" y="5878551"/>
                  </a:lnTo>
                  <a:lnTo>
                    <a:pt x="250047" y="5877259"/>
                  </a:lnTo>
                  <a:lnTo>
                    <a:pt x="250047" y="5876828"/>
                  </a:lnTo>
                  <a:lnTo>
                    <a:pt x="250165" y="5876828"/>
                  </a:lnTo>
                  <a:lnTo>
                    <a:pt x="250283" y="5876398"/>
                  </a:lnTo>
                  <a:lnTo>
                    <a:pt x="250283" y="5875967"/>
                  </a:lnTo>
                  <a:lnTo>
                    <a:pt x="250635" y="5875967"/>
                  </a:lnTo>
                  <a:lnTo>
                    <a:pt x="250753" y="5875967"/>
                  </a:lnTo>
                  <a:lnTo>
                    <a:pt x="250871" y="5875537"/>
                  </a:lnTo>
                  <a:lnTo>
                    <a:pt x="250988" y="5875106"/>
                  </a:lnTo>
                  <a:lnTo>
                    <a:pt x="250988" y="5874675"/>
                  </a:lnTo>
                  <a:lnTo>
                    <a:pt x="251106" y="5874675"/>
                  </a:lnTo>
                  <a:lnTo>
                    <a:pt x="251224" y="5873814"/>
                  </a:lnTo>
                  <a:lnTo>
                    <a:pt x="251459" y="5873384"/>
                  </a:lnTo>
                  <a:lnTo>
                    <a:pt x="251576" y="5872953"/>
                  </a:lnTo>
                  <a:lnTo>
                    <a:pt x="251694" y="5872953"/>
                  </a:lnTo>
                  <a:lnTo>
                    <a:pt x="251694" y="5872522"/>
                  </a:lnTo>
                  <a:lnTo>
                    <a:pt x="251929" y="5872522"/>
                  </a:lnTo>
                  <a:lnTo>
                    <a:pt x="252047" y="5872522"/>
                  </a:lnTo>
                  <a:lnTo>
                    <a:pt x="252164" y="5871661"/>
                  </a:lnTo>
                  <a:lnTo>
                    <a:pt x="252164" y="5871231"/>
                  </a:lnTo>
                  <a:lnTo>
                    <a:pt x="252400" y="5870800"/>
                  </a:lnTo>
                  <a:lnTo>
                    <a:pt x="252517" y="5870800"/>
                  </a:lnTo>
                  <a:lnTo>
                    <a:pt x="252635" y="5870800"/>
                  </a:lnTo>
                  <a:lnTo>
                    <a:pt x="252870" y="5870800"/>
                  </a:lnTo>
                  <a:lnTo>
                    <a:pt x="253105" y="5870800"/>
                  </a:lnTo>
                  <a:lnTo>
                    <a:pt x="253105" y="5870369"/>
                  </a:lnTo>
                  <a:lnTo>
                    <a:pt x="253223" y="5870369"/>
                  </a:lnTo>
                  <a:lnTo>
                    <a:pt x="253341" y="5869939"/>
                  </a:lnTo>
                  <a:lnTo>
                    <a:pt x="253458" y="5869939"/>
                  </a:lnTo>
                  <a:lnTo>
                    <a:pt x="253576" y="5869508"/>
                  </a:lnTo>
                  <a:lnTo>
                    <a:pt x="253576" y="5869078"/>
                  </a:lnTo>
                  <a:lnTo>
                    <a:pt x="253693" y="5867786"/>
                  </a:lnTo>
                  <a:lnTo>
                    <a:pt x="253693" y="5867355"/>
                  </a:lnTo>
                  <a:lnTo>
                    <a:pt x="253929" y="5867355"/>
                  </a:lnTo>
                  <a:lnTo>
                    <a:pt x="254046" y="5866925"/>
                  </a:lnTo>
                  <a:lnTo>
                    <a:pt x="254164" y="5866494"/>
                  </a:lnTo>
                  <a:lnTo>
                    <a:pt x="254282" y="5866063"/>
                  </a:lnTo>
                  <a:lnTo>
                    <a:pt x="254282" y="5865633"/>
                  </a:lnTo>
                  <a:lnTo>
                    <a:pt x="254399" y="5865633"/>
                  </a:lnTo>
                  <a:lnTo>
                    <a:pt x="254517" y="5865633"/>
                  </a:lnTo>
                  <a:lnTo>
                    <a:pt x="254987" y="5865633"/>
                  </a:lnTo>
                  <a:lnTo>
                    <a:pt x="254987" y="5865202"/>
                  </a:lnTo>
                  <a:lnTo>
                    <a:pt x="255105" y="5865202"/>
                  </a:lnTo>
                  <a:lnTo>
                    <a:pt x="255105" y="5864341"/>
                  </a:lnTo>
                  <a:lnTo>
                    <a:pt x="255222" y="5864341"/>
                  </a:lnTo>
                  <a:lnTo>
                    <a:pt x="255222" y="5863910"/>
                  </a:lnTo>
                  <a:lnTo>
                    <a:pt x="255222" y="5863049"/>
                  </a:lnTo>
                  <a:lnTo>
                    <a:pt x="255222" y="5862619"/>
                  </a:lnTo>
                  <a:lnTo>
                    <a:pt x="255340" y="5861757"/>
                  </a:lnTo>
                  <a:lnTo>
                    <a:pt x="255340" y="5861327"/>
                  </a:lnTo>
                  <a:lnTo>
                    <a:pt x="255458" y="5861327"/>
                  </a:lnTo>
                  <a:lnTo>
                    <a:pt x="255458" y="5860896"/>
                  </a:lnTo>
                  <a:lnTo>
                    <a:pt x="255575" y="5860896"/>
                  </a:lnTo>
                  <a:lnTo>
                    <a:pt x="255575" y="5860035"/>
                  </a:lnTo>
                  <a:lnTo>
                    <a:pt x="255693" y="5860035"/>
                  </a:lnTo>
                  <a:lnTo>
                    <a:pt x="255811" y="5859174"/>
                  </a:lnTo>
                  <a:lnTo>
                    <a:pt x="255928" y="5859174"/>
                  </a:lnTo>
                  <a:lnTo>
                    <a:pt x="256163" y="5859174"/>
                  </a:lnTo>
                  <a:lnTo>
                    <a:pt x="256163" y="5858743"/>
                  </a:lnTo>
                  <a:lnTo>
                    <a:pt x="256281" y="5858313"/>
                  </a:lnTo>
                  <a:lnTo>
                    <a:pt x="256281" y="5857882"/>
                  </a:lnTo>
                  <a:lnTo>
                    <a:pt x="256399" y="5857451"/>
                  </a:lnTo>
                  <a:lnTo>
                    <a:pt x="256634" y="5857021"/>
                  </a:lnTo>
                  <a:lnTo>
                    <a:pt x="256751" y="5856590"/>
                  </a:lnTo>
                  <a:lnTo>
                    <a:pt x="256869" y="5856590"/>
                  </a:lnTo>
                  <a:lnTo>
                    <a:pt x="256987" y="5856590"/>
                  </a:lnTo>
                  <a:lnTo>
                    <a:pt x="257104" y="5856590"/>
                  </a:lnTo>
                  <a:lnTo>
                    <a:pt x="257222" y="5856590"/>
                  </a:lnTo>
                  <a:lnTo>
                    <a:pt x="257222" y="5856160"/>
                  </a:lnTo>
                  <a:lnTo>
                    <a:pt x="257222" y="5855729"/>
                  </a:lnTo>
                  <a:lnTo>
                    <a:pt x="257222" y="5855298"/>
                  </a:lnTo>
                  <a:lnTo>
                    <a:pt x="257222" y="5854868"/>
                  </a:lnTo>
                  <a:lnTo>
                    <a:pt x="257340" y="5854868"/>
                  </a:lnTo>
                  <a:lnTo>
                    <a:pt x="257692" y="5854007"/>
                  </a:lnTo>
                  <a:lnTo>
                    <a:pt x="257928" y="5854007"/>
                  </a:lnTo>
                  <a:lnTo>
                    <a:pt x="257928" y="5853576"/>
                  </a:lnTo>
                  <a:lnTo>
                    <a:pt x="258045" y="5853576"/>
                  </a:lnTo>
                  <a:lnTo>
                    <a:pt x="258163" y="5853576"/>
                  </a:lnTo>
                  <a:lnTo>
                    <a:pt x="258280" y="5853576"/>
                  </a:lnTo>
                  <a:lnTo>
                    <a:pt x="258398" y="5853576"/>
                  </a:lnTo>
                  <a:lnTo>
                    <a:pt x="258516" y="5853145"/>
                  </a:lnTo>
                  <a:lnTo>
                    <a:pt x="258516" y="5852715"/>
                  </a:lnTo>
                  <a:lnTo>
                    <a:pt x="258868" y="5852284"/>
                  </a:lnTo>
                  <a:lnTo>
                    <a:pt x="258986" y="5852284"/>
                  </a:lnTo>
                  <a:lnTo>
                    <a:pt x="259339" y="5852284"/>
                  </a:lnTo>
                  <a:lnTo>
                    <a:pt x="259457" y="5851854"/>
                  </a:lnTo>
                  <a:lnTo>
                    <a:pt x="259574" y="5851854"/>
                  </a:lnTo>
                  <a:lnTo>
                    <a:pt x="259692" y="5851423"/>
                  </a:lnTo>
                  <a:lnTo>
                    <a:pt x="259692" y="5850992"/>
                  </a:lnTo>
                  <a:lnTo>
                    <a:pt x="259692" y="5850562"/>
                  </a:lnTo>
                  <a:lnTo>
                    <a:pt x="259809" y="5850131"/>
                  </a:lnTo>
                  <a:lnTo>
                    <a:pt x="259809" y="5849701"/>
                  </a:lnTo>
                  <a:lnTo>
                    <a:pt x="260162" y="5849701"/>
                  </a:lnTo>
                  <a:lnTo>
                    <a:pt x="260280" y="5849701"/>
                  </a:lnTo>
                  <a:lnTo>
                    <a:pt x="260397" y="5849701"/>
                  </a:lnTo>
                  <a:lnTo>
                    <a:pt x="260515" y="5849701"/>
                  </a:lnTo>
                  <a:lnTo>
                    <a:pt x="260633" y="5849701"/>
                  </a:lnTo>
                  <a:lnTo>
                    <a:pt x="260750" y="5849270"/>
                  </a:lnTo>
                  <a:lnTo>
                    <a:pt x="260750" y="5848839"/>
                  </a:lnTo>
                  <a:lnTo>
                    <a:pt x="260986" y="5848839"/>
                  </a:lnTo>
                  <a:lnTo>
                    <a:pt x="261103" y="5848839"/>
                  </a:lnTo>
                  <a:lnTo>
                    <a:pt x="261103" y="5848409"/>
                  </a:lnTo>
                  <a:lnTo>
                    <a:pt x="261103" y="5847978"/>
                  </a:lnTo>
                  <a:lnTo>
                    <a:pt x="261221" y="5847548"/>
                  </a:lnTo>
                  <a:lnTo>
                    <a:pt x="261574" y="5847548"/>
                  </a:lnTo>
                  <a:lnTo>
                    <a:pt x="261691" y="5847117"/>
                  </a:lnTo>
                  <a:lnTo>
                    <a:pt x="262044" y="5847117"/>
                  </a:lnTo>
                  <a:lnTo>
                    <a:pt x="262162" y="5846686"/>
                  </a:lnTo>
                  <a:lnTo>
                    <a:pt x="262279" y="5846256"/>
                  </a:lnTo>
                  <a:lnTo>
                    <a:pt x="262515" y="5845825"/>
                  </a:lnTo>
                  <a:lnTo>
                    <a:pt x="262750" y="5845825"/>
                  </a:lnTo>
                  <a:lnTo>
                    <a:pt x="262985" y="5845825"/>
                  </a:lnTo>
                  <a:lnTo>
                    <a:pt x="262985" y="5845395"/>
                  </a:lnTo>
                  <a:lnTo>
                    <a:pt x="263220" y="5845395"/>
                  </a:lnTo>
                  <a:lnTo>
                    <a:pt x="263573" y="5845395"/>
                  </a:lnTo>
                  <a:lnTo>
                    <a:pt x="263808" y="5844964"/>
                  </a:lnTo>
                  <a:lnTo>
                    <a:pt x="263926" y="5844964"/>
                  </a:lnTo>
                  <a:lnTo>
                    <a:pt x="264044" y="5844964"/>
                  </a:lnTo>
                  <a:lnTo>
                    <a:pt x="264044" y="5844533"/>
                  </a:lnTo>
                  <a:lnTo>
                    <a:pt x="264161" y="5844533"/>
                  </a:lnTo>
                  <a:lnTo>
                    <a:pt x="264279" y="5844533"/>
                  </a:lnTo>
                  <a:lnTo>
                    <a:pt x="264396" y="5844533"/>
                  </a:lnTo>
                  <a:lnTo>
                    <a:pt x="264514" y="5844103"/>
                  </a:lnTo>
                  <a:lnTo>
                    <a:pt x="264632" y="5844103"/>
                  </a:lnTo>
                  <a:lnTo>
                    <a:pt x="264632" y="5843672"/>
                  </a:lnTo>
                  <a:lnTo>
                    <a:pt x="264749" y="5843242"/>
                  </a:lnTo>
                  <a:lnTo>
                    <a:pt x="264867" y="5843242"/>
                  </a:lnTo>
                  <a:lnTo>
                    <a:pt x="265455" y="5843242"/>
                  </a:lnTo>
                  <a:lnTo>
                    <a:pt x="265455" y="5842811"/>
                  </a:lnTo>
                  <a:lnTo>
                    <a:pt x="265573" y="5842811"/>
                  </a:lnTo>
                  <a:lnTo>
                    <a:pt x="265573" y="5842380"/>
                  </a:lnTo>
                  <a:lnTo>
                    <a:pt x="265690" y="5841950"/>
                  </a:lnTo>
                  <a:lnTo>
                    <a:pt x="265808" y="5841519"/>
                  </a:lnTo>
                  <a:lnTo>
                    <a:pt x="265925" y="5841519"/>
                  </a:lnTo>
                  <a:lnTo>
                    <a:pt x="266043" y="5841519"/>
                  </a:lnTo>
                  <a:lnTo>
                    <a:pt x="266043" y="5841089"/>
                  </a:lnTo>
                  <a:lnTo>
                    <a:pt x="266043" y="5840658"/>
                  </a:lnTo>
                  <a:lnTo>
                    <a:pt x="266278" y="5840227"/>
                  </a:lnTo>
                  <a:lnTo>
                    <a:pt x="266396" y="5840227"/>
                  </a:lnTo>
                  <a:lnTo>
                    <a:pt x="266396" y="5839797"/>
                  </a:lnTo>
                  <a:lnTo>
                    <a:pt x="266513" y="5839797"/>
                  </a:lnTo>
                  <a:lnTo>
                    <a:pt x="266513" y="5839366"/>
                  </a:lnTo>
                  <a:lnTo>
                    <a:pt x="266631" y="5839366"/>
                  </a:lnTo>
                  <a:lnTo>
                    <a:pt x="266866" y="5839366"/>
                  </a:lnTo>
                  <a:lnTo>
                    <a:pt x="267101" y="5839366"/>
                  </a:lnTo>
                  <a:lnTo>
                    <a:pt x="267101" y="5838936"/>
                  </a:lnTo>
                  <a:lnTo>
                    <a:pt x="267219" y="5838936"/>
                  </a:lnTo>
                  <a:lnTo>
                    <a:pt x="267572" y="5838936"/>
                  </a:lnTo>
                  <a:lnTo>
                    <a:pt x="267572" y="5838505"/>
                  </a:lnTo>
                  <a:lnTo>
                    <a:pt x="267572" y="5838074"/>
                  </a:lnTo>
                  <a:lnTo>
                    <a:pt x="267690" y="5838074"/>
                  </a:lnTo>
                  <a:lnTo>
                    <a:pt x="267807" y="5838074"/>
                  </a:lnTo>
                  <a:lnTo>
                    <a:pt x="267807" y="5837644"/>
                  </a:lnTo>
                  <a:lnTo>
                    <a:pt x="268042" y="5837213"/>
                  </a:lnTo>
                  <a:lnTo>
                    <a:pt x="268160" y="5836783"/>
                  </a:lnTo>
                  <a:lnTo>
                    <a:pt x="268395" y="5836783"/>
                  </a:lnTo>
                  <a:lnTo>
                    <a:pt x="268513" y="5836352"/>
                  </a:lnTo>
                  <a:lnTo>
                    <a:pt x="268513" y="5835060"/>
                  </a:lnTo>
                  <a:lnTo>
                    <a:pt x="268630" y="5834630"/>
                  </a:lnTo>
                  <a:lnTo>
                    <a:pt x="268748" y="5834630"/>
                  </a:lnTo>
                  <a:lnTo>
                    <a:pt x="268748" y="5834199"/>
                  </a:lnTo>
                  <a:lnTo>
                    <a:pt x="269454" y="5834199"/>
                  </a:lnTo>
                  <a:lnTo>
                    <a:pt x="269689" y="5834199"/>
                  </a:lnTo>
                  <a:lnTo>
                    <a:pt x="269807" y="5834199"/>
                  </a:lnTo>
                  <a:lnTo>
                    <a:pt x="269924" y="5834199"/>
                  </a:lnTo>
                  <a:lnTo>
                    <a:pt x="270042" y="5834199"/>
                  </a:lnTo>
                  <a:lnTo>
                    <a:pt x="270159" y="5834199"/>
                  </a:lnTo>
                  <a:lnTo>
                    <a:pt x="270277" y="5834199"/>
                  </a:lnTo>
                  <a:lnTo>
                    <a:pt x="270395" y="5834199"/>
                  </a:lnTo>
                  <a:lnTo>
                    <a:pt x="270512" y="5833768"/>
                  </a:lnTo>
                  <a:lnTo>
                    <a:pt x="270630" y="5833768"/>
                  </a:lnTo>
                  <a:lnTo>
                    <a:pt x="270748" y="5833768"/>
                  </a:lnTo>
                  <a:lnTo>
                    <a:pt x="270865" y="5833768"/>
                  </a:lnTo>
                  <a:lnTo>
                    <a:pt x="270983" y="5833768"/>
                  </a:lnTo>
                  <a:lnTo>
                    <a:pt x="271218" y="5833338"/>
                  </a:lnTo>
                  <a:lnTo>
                    <a:pt x="271218" y="5832907"/>
                  </a:lnTo>
                  <a:lnTo>
                    <a:pt x="271218" y="5832477"/>
                  </a:lnTo>
                  <a:lnTo>
                    <a:pt x="271218" y="5831615"/>
                  </a:lnTo>
                  <a:lnTo>
                    <a:pt x="271218" y="5831185"/>
                  </a:lnTo>
                  <a:lnTo>
                    <a:pt x="271218" y="5830754"/>
                  </a:lnTo>
                  <a:lnTo>
                    <a:pt x="271336" y="5830754"/>
                  </a:lnTo>
                  <a:lnTo>
                    <a:pt x="271453" y="5830324"/>
                  </a:lnTo>
                  <a:lnTo>
                    <a:pt x="271571" y="5829893"/>
                  </a:lnTo>
                  <a:lnTo>
                    <a:pt x="271571" y="5829462"/>
                  </a:lnTo>
                  <a:lnTo>
                    <a:pt x="271688" y="5829462"/>
                  </a:lnTo>
                  <a:lnTo>
                    <a:pt x="271806" y="5829462"/>
                  </a:lnTo>
                  <a:lnTo>
                    <a:pt x="272041" y="5829032"/>
                  </a:lnTo>
                  <a:lnTo>
                    <a:pt x="272041" y="5828601"/>
                  </a:lnTo>
                  <a:lnTo>
                    <a:pt x="272159" y="5828601"/>
                  </a:lnTo>
                  <a:lnTo>
                    <a:pt x="272159" y="5828171"/>
                  </a:lnTo>
                  <a:lnTo>
                    <a:pt x="272277" y="5828171"/>
                  </a:lnTo>
                  <a:lnTo>
                    <a:pt x="272394" y="5828171"/>
                  </a:lnTo>
                  <a:lnTo>
                    <a:pt x="272512" y="5828171"/>
                  </a:lnTo>
                  <a:lnTo>
                    <a:pt x="272629" y="5828171"/>
                  </a:lnTo>
                  <a:lnTo>
                    <a:pt x="272629" y="5827309"/>
                  </a:lnTo>
                  <a:lnTo>
                    <a:pt x="272629" y="5826879"/>
                  </a:lnTo>
                  <a:lnTo>
                    <a:pt x="272629" y="5826448"/>
                  </a:lnTo>
                  <a:lnTo>
                    <a:pt x="272865" y="5825587"/>
                  </a:lnTo>
                  <a:lnTo>
                    <a:pt x="272982" y="5825587"/>
                  </a:lnTo>
                  <a:lnTo>
                    <a:pt x="273100" y="5825587"/>
                  </a:lnTo>
                  <a:lnTo>
                    <a:pt x="273217" y="5825587"/>
                  </a:lnTo>
                  <a:lnTo>
                    <a:pt x="273453" y="5825587"/>
                  </a:lnTo>
                  <a:lnTo>
                    <a:pt x="273453" y="5825156"/>
                  </a:lnTo>
                  <a:lnTo>
                    <a:pt x="273570" y="5825156"/>
                  </a:lnTo>
                  <a:lnTo>
                    <a:pt x="273688" y="5824726"/>
                  </a:lnTo>
                  <a:lnTo>
                    <a:pt x="273806" y="5824726"/>
                  </a:lnTo>
                  <a:lnTo>
                    <a:pt x="273923" y="5824726"/>
                  </a:lnTo>
                  <a:lnTo>
                    <a:pt x="274041" y="5824726"/>
                  </a:lnTo>
                  <a:lnTo>
                    <a:pt x="274041" y="5824295"/>
                  </a:lnTo>
                  <a:lnTo>
                    <a:pt x="274158" y="5824295"/>
                  </a:lnTo>
                  <a:lnTo>
                    <a:pt x="274158" y="5823865"/>
                  </a:lnTo>
                  <a:lnTo>
                    <a:pt x="274276" y="5823434"/>
                  </a:lnTo>
                  <a:lnTo>
                    <a:pt x="274394" y="5823434"/>
                  </a:lnTo>
                  <a:lnTo>
                    <a:pt x="274511" y="5823434"/>
                  </a:lnTo>
                  <a:lnTo>
                    <a:pt x="274864" y="5823003"/>
                  </a:lnTo>
                  <a:lnTo>
                    <a:pt x="275099" y="5823003"/>
                  </a:lnTo>
                  <a:lnTo>
                    <a:pt x="275099" y="5822573"/>
                  </a:lnTo>
                  <a:lnTo>
                    <a:pt x="275099" y="5822142"/>
                  </a:lnTo>
                  <a:lnTo>
                    <a:pt x="275217" y="5822142"/>
                  </a:lnTo>
                  <a:lnTo>
                    <a:pt x="275334" y="5822142"/>
                  </a:lnTo>
                  <a:lnTo>
                    <a:pt x="275452" y="5822142"/>
                  </a:lnTo>
                  <a:lnTo>
                    <a:pt x="275570" y="5822142"/>
                  </a:lnTo>
                  <a:lnTo>
                    <a:pt x="275687" y="5822142"/>
                  </a:lnTo>
                  <a:lnTo>
                    <a:pt x="275923" y="5822142"/>
                  </a:lnTo>
                  <a:lnTo>
                    <a:pt x="275923" y="5821712"/>
                  </a:lnTo>
                  <a:lnTo>
                    <a:pt x="276158" y="5821281"/>
                  </a:lnTo>
                  <a:lnTo>
                    <a:pt x="276158" y="5820850"/>
                  </a:lnTo>
                  <a:lnTo>
                    <a:pt x="276275" y="5820850"/>
                  </a:lnTo>
                  <a:lnTo>
                    <a:pt x="276275" y="5820420"/>
                  </a:lnTo>
                  <a:lnTo>
                    <a:pt x="276393" y="5820420"/>
                  </a:lnTo>
                  <a:lnTo>
                    <a:pt x="276511" y="5820420"/>
                  </a:lnTo>
                  <a:lnTo>
                    <a:pt x="276628" y="5819989"/>
                  </a:lnTo>
                  <a:lnTo>
                    <a:pt x="276746" y="5819989"/>
                  </a:lnTo>
                  <a:lnTo>
                    <a:pt x="277216" y="5819989"/>
                  </a:lnTo>
                  <a:lnTo>
                    <a:pt x="277452" y="5819989"/>
                  </a:lnTo>
                  <a:lnTo>
                    <a:pt x="277569" y="5819989"/>
                  </a:lnTo>
                  <a:lnTo>
                    <a:pt x="277687" y="5819989"/>
                  </a:lnTo>
                  <a:lnTo>
                    <a:pt x="277804" y="5819128"/>
                  </a:lnTo>
                  <a:lnTo>
                    <a:pt x="278040" y="5819128"/>
                  </a:lnTo>
                  <a:lnTo>
                    <a:pt x="278157" y="5819128"/>
                  </a:lnTo>
                  <a:lnTo>
                    <a:pt x="278392" y="5818697"/>
                  </a:lnTo>
                  <a:lnTo>
                    <a:pt x="278510" y="5818267"/>
                  </a:lnTo>
                  <a:lnTo>
                    <a:pt x="278510" y="5817836"/>
                  </a:lnTo>
                  <a:lnTo>
                    <a:pt x="278628" y="5817836"/>
                  </a:lnTo>
                  <a:lnTo>
                    <a:pt x="278863" y="5817836"/>
                  </a:lnTo>
                  <a:lnTo>
                    <a:pt x="278981" y="5817836"/>
                  </a:lnTo>
                  <a:lnTo>
                    <a:pt x="279216" y="5817836"/>
                  </a:lnTo>
                  <a:lnTo>
                    <a:pt x="279451" y="5817406"/>
                  </a:lnTo>
                  <a:lnTo>
                    <a:pt x="279804" y="5817406"/>
                  </a:lnTo>
                  <a:lnTo>
                    <a:pt x="279804" y="5816544"/>
                  </a:lnTo>
                  <a:lnTo>
                    <a:pt x="279921" y="5816114"/>
                  </a:lnTo>
                  <a:lnTo>
                    <a:pt x="280274" y="5815683"/>
                  </a:lnTo>
                  <a:lnTo>
                    <a:pt x="280274" y="5815253"/>
                  </a:lnTo>
                  <a:lnTo>
                    <a:pt x="280392" y="5815253"/>
                  </a:lnTo>
                  <a:lnTo>
                    <a:pt x="280510" y="5815253"/>
                  </a:lnTo>
                  <a:lnTo>
                    <a:pt x="280627" y="5815253"/>
                  </a:lnTo>
                  <a:lnTo>
                    <a:pt x="280862" y="5815253"/>
                  </a:lnTo>
                  <a:lnTo>
                    <a:pt x="280980" y="5815253"/>
                  </a:lnTo>
                  <a:lnTo>
                    <a:pt x="281098" y="5815253"/>
                  </a:lnTo>
                  <a:lnTo>
                    <a:pt x="281215" y="5815253"/>
                  </a:lnTo>
                  <a:lnTo>
                    <a:pt x="281215" y="5814822"/>
                  </a:lnTo>
                  <a:lnTo>
                    <a:pt x="281333" y="5814822"/>
                  </a:lnTo>
                  <a:lnTo>
                    <a:pt x="281450" y="5814391"/>
                  </a:lnTo>
                  <a:lnTo>
                    <a:pt x="281568" y="5814391"/>
                  </a:lnTo>
                  <a:lnTo>
                    <a:pt x="281568" y="5813961"/>
                  </a:lnTo>
                  <a:lnTo>
                    <a:pt x="281803" y="5813530"/>
                  </a:lnTo>
                  <a:lnTo>
                    <a:pt x="281803" y="5813100"/>
                  </a:lnTo>
                  <a:lnTo>
                    <a:pt x="282039" y="5813100"/>
                  </a:lnTo>
                  <a:lnTo>
                    <a:pt x="282156" y="5812669"/>
                  </a:lnTo>
                  <a:lnTo>
                    <a:pt x="282274" y="5812669"/>
                  </a:lnTo>
                  <a:lnTo>
                    <a:pt x="282391" y="5812669"/>
                  </a:lnTo>
                  <a:lnTo>
                    <a:pt x="282509" y="5812669"/>
                  </a:lnTo>
                  <a:lnTo>
                    <a:pt x="282627" y="5812669"/>
                  </a:lnTo>
                  <a:lnTo>
                    <a:pt x="282627" y="5812238"/>
                  </a:lnTo>
                  <a:lnTo>
                    <a:pt x="282627" y="5811808"/>
                  </a:lnTo>
                  <a:lnTo>
                    <a:pt x="282862" y="5811808"/>
                  </a:lnTo>
                  <a:lnTo>
                    <a:pt x="282979" y="5811377"/>
                  </a:lnTo>
                  <a:lnTo>
                    <a:pt x="282979" y="5810947"/>
                  </a:lnTo>
                  <a:lnTo>
                    <a:pt x="282979" y="5810085"/>
                  </a:lnTo>
                  <a:lnTo>
                    <a:pt x="283097" y="5809655"/>
                  </a:lnTo>
                  <a:lnTo>
                    <a:pt x="283450" y="5808794"/>
                  </a:lnTo>
                  <a:lnTo>
                    <a:pt x="283450" y="5807932"/>
                  </a:lnTo>
                  <a:lnTo>
                    <a:pt x="283685" y="5807932"/>
                  </a:lnTo>
                  <a:lnTo>
                    <a:pt x="283803" y="5807932"/>
                  </a:lnTo>
                  <a:lnTo>
                    <a:pt x="284273" y="5807932"/>
                  </a:lnTo>
                  <a:lnTo>
                    <a:pt x="284273" y="5807502"/>
                  </a:lnTo>
                  <a:lnTo>
                    <a:pt x="284508" y="5807071"/>
                  </a:lnTo>
                  <a:lnTo>
                    <a:pt x="284508" y="5806641"/>
                  </a:lnTo>
                  <a:lnTo>
                    <a:pt x="284744" y="5806210"/>
                  </a:lnTo>
                  <a:lnTo>
                    <a:pt x="284861" y="5806210"/>
                  </a:lnTo>
                  <a:lnTo>
                    <a:pt x="284861" y="5805779"/>
                  </a:lnTo>
                  <a:lnTo>
                    <a:pt x="284979" y="5805779"/>
                  </a:lnTo>
                  <a:lnTo>
                    <a:pt x="285096" y="5805779"/>
                  </a:lnTo>
                  <a:lnTo>
                    <a:pt x="285332" y="5805779"/>
                  </a:lnTo>
                  <a:lnTo>
                    <a:pt x="285449" y="5805779"/>
                  </a:lnTo>
                  <a:lnTo>
                    <a:pt x="285567" y="5805779"/>
                  </a:lnTo>
                  <a:lnTo>
                    <a:pt x="285567" y="5805349"/>
                  </a:lnTo>
                  <a:lnTo>
                    <a:pt x="285685" y="5805349"/>
                  </a:lnTo>
                  <a:lnTo>
                    <a:pt x="285920" y="5805349"/>
                  </a:lnTo>
                  <a:lnTo>
                    <a:pt x="286155" y="5805349"/>
                  </a:lnTo>
                  <a:lnTo>
                    <a:pt x="286273" y="5805349"/>
                  </a:lnTo>
                  <a:lnTo>
                    <a:pt x="286508" y="5805349"/>
                  </a:lnTo>
                  <a:lnTo>
                    <a:pt x="286508" y="5804918"/>
                  </a:lnTo>
                  <a:lnTo>
                    <a:pt x="286625" y="5804918"/>
                  </a:lnTo>
                  <a:lnTo>
                    <a:pt x="286625" y="5803626"/>
                  </a:lnTo>
                  <a:lnTo>
                    <a:pt x="286625" y="5803196"/>
                  </a:lnTo>
                  <a:lnTo>
                    <a:pt x="286625" y="5802765"/>
                  </a:lnTo>
                  <a:lnTo>
                    <a:pt x="286625" y="5802335"/>
                  </a:lnTo>
                  <a:lnTo>
                    <a:pt x="286861" y="5802335"/>
                  </a:lnTo>
                  <a:lnTo>
                    <a:pt x="286861" y="5801473"/>
                  </a:lnTo>
                  <a:lnTo>
                    <a:pt x="286978" y="5801473"/>
                  </a:lnTo>
                  <a:lnTo>
                    <a:pt x="287096" y="5801473"/>
                  </a:lnTo>
                  <a:lnTo>
                    <a:pt x="287214" y="5801043"/>
                  </a:lnTo>
                  <a:lnTo>
                    <a:pt x="287331" y="5801043"/>
                  </a:lnTo>
                  <a:lnTo>
                    <a:pt x="287449" y="5801043"/>
                  </a:lnTo>
                  <a:lnTo>
                    <a:pt x="287684" y="5801043"/>
                  </a:lnTo>
                  <a:lnTo>
                    <a:pt x="287684" y="5800182"/>
                  </a:lnTo>
                  <a:lnTo>
                    <a:pt x="287684" y="5799751"/>
                  </a:lnTo>
                  <a:lnTo>
                    <a:pt x="287802" y="5798890"/>
                  </a:lnTo>
                  <a:lnTo>
                    <a:pt x="287919" y="5798890"/>
                  </a:lnTo>
                  <a:lnTo>
                    <a:pt x="288037" y="5798459"/>
                  </a:lnTo>
                  <a:lnTo>
                    <a:pt x="288154" y="5798459"/>
                  </a:lnTo>
                  <a:lnTo>
                    <a:pt x="288154" y="5798029"/>
                  </a:lnTo>
                  <a:lnTo>
                    <a:pt x="288272" y="5798029"/>
                  </a:lnTo>
                  <a:lnTo>
                    <a:pt x="288390" y="5798029"/>
                  </a:lnTo>
                  <a:lnTo>
                    <a:pt x="288625" y="5798029"/>
                  </a:lnTo>
                  <a:lnTo>
                    <a:pt x="288743" y="5797598"/>
                  </a:lnTo>
                  <a:lnTo>
                    <a:pt x="288860" y="5797598"/>
                  </a:lnTo>
                  <a:lnTo>
                    <a:pt x="288978" y="5797598"/>
                  </a:lnTo>
                  <a:lnTo>
                    <a:pt x="288978" y="5797167"/>
                  </a:lnTo>
                  <a:lnTo>
                    <a:pt x="289095" y="5795876"/>
                  </a:lnTo>
                  <a:lnTo>
                    <a:pt x="289331" y="5795876"/>
                  </a:lnTo>
                  <a:lnTo>
                    <a:pt x="289331" y="5795445"/>
                  </a:lnTo>
                  <a:lnTo>
                    <a:pt x="289448" y="5795445"/>
                  </a:lnTo>
                  <a:lnTo>
                    <a:pt x="289448" y="5794584"/>
                  </a:lnTo>
                  <a:lnTo>
                    <a:pt x="289566" y="5794584"/>
                  </a:lnTo>
                  <a:lnTo>
                    <a:pt x="289683" y="5794584"/>
                  </a:lnTo>
                  <a:lnTo>
                    <a:pt x="289801" y="5794584"/>
                  </a:lnTo>
                  <a:lnTo>
                    <a:pt x="289801" y="5794153"/>
                  </a:lnTo>
                  <a:lnTo>
                    <a:pt x="289919" y="5793723"/>
                  </a:lnTo>
                  <a:lnTo>
                    <a:pt x="290272" y="5793723"/>
                  </a:lnTo>
                  <a:lnTo>
                    <a:pt x="290272" y="5793292"/>
                  </a:lnTo>
                  <a:lnTo>
                    <a:pt x="290389" y="5792861"/>
                  </a:lnTo>
                  <a:lnTo>
                    <a:pt x="290507" y="5792431"/>
                  </a:lnTo>
                  <a:lnTo>
                    <a:pt x="290624" y="5791570"/>
                  </a:lnTo>
                  <a:lnTo>
                    <a:pt x="290742" y="5791139"/>
                  </a:lnTo>
                  <a:lnTo>
                    <a:pt x="290860" y="5791139"/>
                  </a:lnTo>
                  <a:lnTo>
                    <a:pt x="291095" y="5791139"/>
                  </a:lnTo>
                  <a:lnTo>
                    <a:pt x="291212" y="5791139"/>
                  </a:lnTo>
                  <a:lnTo>
                    <a:pt x="291683" y="5791139"/>
                  </a:lnTo>
                  <a:lnTo>
                    <a:pt x="291800" y="5791139"/>
                  </a:lnTo>
                  <a:lnTo>
                    <a:pt x="292036" y="5790708"/>
                  </a:lnTo>
                  <a:lnTo>
                    <a:pt x="292271" y="5790708"/>
                  </a:lnTo>
                  <a:lnTo>
                    <a:pt x="292506" y="5790708"/>
                  </a:lnTo>
                  <a:lnTo>
                    <a:pt x="292506" y="5790278"/>
                  </a:lnTo>
                  <a:lnTo>
                    <a:pt x="292859" y="5790278"/>
                  </a:lnTo>
                  <a:lnTo>
                    <a:pt x="293094" y="5790278"/>
                  </a:lnTo>
                  <a:lnTo>
                    <a:pt x="293094" y="5789847"/>
                  </a:lnTo>
                  <a:lnTo>
                    <a:pt x="293212" y="5789847"/>
                  </a:lnTo>
                  <a:lnTo>
                    <a:pt x="293329" y="5789417"/>
                  </a:lnTo>
                  <a:lnTo>
                    <a:pt x="293565" y="5789417"/>
                  </a:lnTo>
                  <a:lnTo>
                    <a:pt x="293800" y="5789417"/>
                  </a:lnTo>
                  <a:lnTo>
                    <a:pt x="293918" y="5789417"/>
                  </a:lnTo>
                  <a:lnTo>
                    <a:pt x="294153" y="5789417"/>
                  </a:lnTo>
                  <a:lnTo>
                    <a:pt x="294270" y="5789417"/>
                  </a:lnTo>
                  <a:lnTo>
                    <a:pt x="294388" y="5789417"/>
                  </a:lnTo>
                  <a:lnTo>
                    <a:pt x="294388" y="5788986"/>
                  </a:lnTo>
                  <a:lnTo>
                    <a:pt x="294506" y="5788986"/>
                  </a:lnTo>
                  <a:lnTo>
                    <a:pt x="294623" y="5788986"/>
                  </a:lnTo>
                  <a:lnTo>
                    <a:pt x="294741" y="5788986"/>
                  </a:lnTo>
                  <a:lnTo>
                    <a:pt x="294858" y="5788986"/>
                  </a:lnTo>
                  <a:lnTo>
                    <a:pt x="294976" y="5788986"/>
                  </a:lnTo>
                  <a:lnTo>
                    <a:pt x="294976" y="5788555"/>
                  </a:lnTo>
                  <a:lnTo>
                    <a:pt x="294976" y="5788125"/>
                  </a:lnTo>
                  <a:lnTo>
                    <a:pt x="295094" y="5787694"/>
                  </a:lnTo>
                  <a:lnTo>
                    <a:pt x="295211" y="5787694"/>
                  </a:lnTo>
                  <a:lnTo>
                    <a:pt x="295447" y="5787264"/>
                  </a:lnTo>
                  <a:lnTo>
                    <a:pt x="295564" y="5787264"/>
                  </a:lnTo>
                  <a:lnTo>
                    <a:pt x="295564" y="5786833"/>
                  </a:lnTo>
                  <a:lnTo>
                    <a:pt x="295682" y="5786833"/>
                  </a:lnTo>
                  <a:lnTo>
                    <a:pt x="295799" y="5786402"/>
                  </a:lnTo>
                  <a:lnTo>
                    <a:pt x="296035" y="5786402"/>
                  </a:lnTo>
                  <a:lnTo>
                    <a:pt x="296152" y="5786402"/>
                  </a:lnTo>
                  <a:lnTo>
                    <a:pt x="296505" y="5786402"/>
                  </a:lnTo>
                  <a:lnTo>
                    <a:pt x="296623" y="5786402"/>
                  </a:lnTo>
                  <a:lnTo>
                    <a:pt x="296976" y="5785972"/>
                  </a:lnTo>
                  <a:lnTo>
                    <a:pt x="296976" y="5785541"/>
                  </a:lnTo>
                  <a:lnTo>
                    <a:pt x="297211" y="5784680"/>
                  </a:lnTo>
                  <a:lnTo>
                    <a:pt x="297328" y="5784680"/>
                  </a:lnTo>
                  <a:lnTo>
                    <a:pt x="297446" y="5784680"/>
                  </a:lnTo>
                  <a:lnTo>
                    <a:pt x="297446" y="5784249"/>
                  </a:lnTo>
                  <a:lnTo>
                    <a:pt x="297564" y="5783819"/>
                  </a:lnTo>
                  <a:lnTo>
                    <a:pt x="297681" y="5783819"/>
                  </a:lnTo>
                  <a:lnTo>
                    <a:pt x="297799" y="5783819"/>
                  </a:lnTo>
                  <a:lnTo>
                    <a:pt x="297916" y="5783819"/>
                  </a:lnTo>
                  <a:lnTo>
                    <a:pt x="298034" y="5783819"/>
                  </a:lnTo>
                  <a:lnTo>
                    <a:pt x="298152" y="5782958"/>
                  </a:lnTo>
                  <a:lnTo>
                    <a:pt x="298269" y="5782958"/>
                  </a:lnTo>
                  <a:lnTo>
                    <a:pt x="298505" y="5781666"/>
                  </a:lnTo>
                  <a:lnTo>
                    <a:pt x="298857" y="5781666"/>
                  </a:lnTo>
                  <a:lnTo>
                    <a:pt x="298857" y="5781235"/>
                  </a:lnTo>
                  <a:lnTo>
                    <a:pt x="299093" y="5781235"/>
                  </a:lnTo>
                  <a:lnTo>
                    <a:pt x="299093" y="5780374"/>
                  </a:lnTo>
                  <a:lnTo>
                    <a:pt x="299093" y="5779943"/>
                  </a:lnTo>
                  <a:lnTo>
                    <a:pt x="299210" y="5779082"/>
                  </a:lnTo>
                  <a:lnTo>
                    <a:pt x="299328" y="5779082"/>
                  </a:lnTo>
                  <a:lnTo>
                    <a:pt x="299445" y="5778652"/>
                  </a:lnTo>
                  <a:lnTo>
                    <a:pt x="299563" y="5778652"/>
                  </a:lnTo>
                  <a:lnTo>
                    <a:pt x="299681" y="5778652"/>
                  </a:lnTo>
                  <a:lnTo>
                    <a:pt x="299681" y="5778221"/>
                  </a:lnTo>
                  <a:lnTo>
                    <a:pt x="299916" y="5777790"/>
                  </a:lnTo>
                  <a:lnTo>
                    <a:pt x="300033" y="5777360"/>
                  </a:lnTo>
                  <a:lnTo>
                    <a:pt x="300033" y="5776929"/>
                  </a:lnTo>
                  <a:lnTo>
                    <a:pt x="300033" y="5776499"/>
                  </a:lnTo>
                  <a:lnTo>
                    <a:pt x="300269" y="5776068"/>
                  </a:lnTo>
                  <a:lnTo>
                    <a:pt x="300269" y="5775637"/>
                  </a:lnTo>
                  <a:lnTo>
                    <a:pt x="300386" y="5775207"/>
                  </a:lnTo>
                  <a:lnTo>
                    <a:pt x="300504" y="5775207"/>
                  </a:lnTo>
                  <a:lnTo>
                    <a:pt x="300622" y="5775207"/>
                  </a:lnTo>
                  <a:lnTo>
                    <a:pt x="300739" y="5775207"/>
                  </a:lnTo>
                  <a:lnTo>
                    <a:pt x="300739" y="5774776"/>
                  </a:lnTo>
                  <a:lnTo>
                    <a:pt x="300857" y="5774776"/>
                  </a:lnTo>
                  <a:lnTo>
                    <a:pt x="300974" y="5774776"/>
                  </a:lnTo>
                  <a:lnTo>
                    <a:pt x="301092" y="5774776"/>
                  </a:lnTo>
                  <a:lnTo>
                    <a:pt x="301092" y="5773915"/>
                  </a:lnTo>
                  <a:lnTo>
                    <a:pt x="301210" y="5773054"/>
                  </a:lnTo>
                  <a:lnTo>
                    <a:pt x="301680" y="5772193"/>
                  </a:lnTo>
                  <a:lnTo>
                    <a:pt x="302033" y="5772193"/>
                  </a:lnTo>
                  <a:lnTo>
                    <a:pt x="302151" y="5771762"/>
                  </a:lnTo>
                  <a:lnTo>
                    <a:pt x="302268" y="5771762"/>
                  </a:lnTo>
                  <a:lnTo>
                    <a:pt x="302386" y="5771762"/>
                  </a:lnTo>
                  <a:lnTo>
                    <a:pt x="302621" y="5771331"/>
                  </a:lnTo>
                  <a:lnTo>
                    <a:pt x="302856" y="5771331"/>
                  </a:lnTo>
                  <a:lnTo>
                    <a:pt x="302974" y="5771331"/>
                  </a:lnTo>
                  <a:lnTo>
                    <a:pt x="303091" y="5770470"/>
                  </a:lnTo>
                  <a:lnTo>
                    <a:pt x="303091" y="5770040"/>
                  </a:lnTo>
                  <a:lnTo>
                    <a:pt x="303444" y="5769178"/>
                  </a:lnTo>
                  <a:lnTo>
                    <a:pt x="303562" y="5769178"/>
                  </a:lnTo>
                  <a:lnTo>
                    <a:pt x="303915" y="5768748"/>
                  </a:lnTo>
                  <a:lnTo>
                    <a:pt x="304032" y="5768748"/>
                  </a:lnTo>
                  <a:lnTo>
                    <a:pt x="304150" y="5768748"/>
                  </a:lnTo>
                  <a:lnTo>
                    <a:pt x="304150" y="5767887"/>
                  </a:lnTo>
                  <a:lnTo>
                    <a:pt x="304150" y="5767456"/>
                  </a:lnTo>
                  <a:lnTo>
                    <a:pt x="304268" y="5767025"/>
                  </a:lnTo>
                  <a:lnTo>
                    <a:pt x="304268" y="5766595"/>
                  </a:lnTo>
                  <a:lnTo>
                    <a:pt x="304385" y="5766595"/>
                  </a:lnTo>
                  <a:lnTo>
                    <a:pt x="304620" y="5766595"/>
                  </a:lnTo>
                  <a:lnTo>
                    <a:pt x="304620" y="5766164"/>
                  </a:lnTo>
                  <a:lnTo>
                    <a:pt x="304738" y="5765303"/>
                  </a:lnTo>
                  <a:lnTo>
                    <a:pt x="304856" y="5765303"/>
                  </a:lnTo>
                  <a:lnTo>
                    <a:pt x="305091" y="5765303"/>
                  </a:lnTo>
                  <a:lnTo>
                    <a:pt x="305326" y="5765303"/>
                  </a:lnTo>
                  <a:lnTo>
                    <a:pt x="305444" y="5764872"/>
                  </a:lnTo>
                  <a:lnTo>
                    <a:pt x="305797" y="5764011"/>
                  </a:lnTo>
                  <a:lnTo>
                    <a:pt x="305914" y="5764011"/>
                  </a:lnTo>
                  <a:lnTo>
                    <a:pt x="306032" y="5763581"/>
                  </a:lnTo>
                  <a:lnTo>
                    <a:pt x="306267" y="5763581"/>
                  </a:lnTo>
                  <a:lnTo>
                    <a:pt x="306738" y="5763581"/>
                  </a:lnTo>
                  <a:lnTo>
                    <a:pt x="306973" y="5763581"/>
                  </a:lnTo>
                  <a:lnTo>
                    <a:pt x="307090" y="5762289"/>
                  </a:lnTo>
                  <a:lnTo>
                    <a:pt x="307208" y="5762289"/>
                  </a:lnTo>
                  <a:lnTo>
                    <a:pt x="307326" y="5762289"/>
                  </a:lnTo>
                  <a:lnTo>
                    <a:pt x="307678" y="5761428"/>
                  </a:lnTo>
                  <a:lnTo>
                    <a:pt x="307678" y="5760997"/>
                  </a:lnTo>
                  <a:lnTo>
                    <a:pt x="307914" y="5760997"/>
                  </a:lnTo>
                  <a:lnTo>
                    <a:pt x="307914" y="5760566"/>
                  </a:lnTo>
                  <a:lnTo>
                    <a:pt x="308031" y="5760566"/>
                  </a:lnTo>
                  <a:lnTo>
                    <a:pt x="308149" y="5760566"/>
                  </a:lnTo>
                  <a:lnTo>
                    <a:pt x="308266" y="5760566"/>
                  </a:lnTo>
                  <a:lnTo>
                    <a:pt x="308855" y="5760566"/>
                  </a:lnTo>
                  <a:lnTo>
                    <a:pt x="308972" y="5760566"/>
                  </a:lnTo>
                  <a:lnTo>
                    <a:pt x="309090" y="5760566"/>
                  </a:lnTo>
                  <a:lnTo>
                    <a:pt x="309207" y="5759705"/>
                  </a:lnTo>
                  <a:lnTo>
                    <a:pt x="309207" y="5759275"/>
                  </a:lnTo>
                  <a:lnTo>
                    <a:pt x="309325" y="5759275"/>
                  </a:lnTo>
                  <a:lnTo>
                    <a:pt x="309325" y="5758844"/>
                  </a:lnTo>
                  <a:lnTo>
                    <a:pt x="309560" y="5758844"/>
                  </a:lnTo>
                  <a:lnTo>
                    <a:pt x="309560" y="5758413"/>
                  </a:lnTo>
                  <a:lnTo>
                    <a:pt x="309795" y="5757983"/>
                  </a:lnTo>
                  <a:lnTo>
                    <a:pt x="309795" y="5757552"/>
                  </a:lnTo>
                  <a:lnTo>
                    <a:pt x="309913" y="5757122"/>
                  </a:lnTo>
                  <a:lnTo>
                    <a:pt x="310148" y="5757122"/>
                  </a:lnTo>
                  <a:lnTo>
                    <a:pt x="310266" y="5757122"/>
                  </a:lnTo>
                  <a:lnTo>
                    <a:pt x="310384" y="5757122"/>
                  </a:lnTo>
                  <a:lnTo>
                    <a:pt x="310619" y="5757122"/>
                  </a:lnTo>
                  <a:lnTo>
                    <a:pt x="310736" y="5757122"/>
                  </a:lnTo>
                  <a:lnTo>
                    <a:pt x="310854" y="5757122"/>
                  </a:lnTo>
                  <a:lnTo>
                    <a:pt x="310854" y="5756691"/>
                  </a:lnTo>
                  <a:lnTo>
                    <a:pt x="310972" y="5756691"/>
                  </a:lnTo>
                  <a:lnTo>
                    <a:pt x="311089" y="5756691"/>
                  </a:lnTo>
                  <a:lnTo>
                    <a:pt x="311207" y="5756260"/>
                  </a:lnTo>
                  <a:lnTo>
                    <a:pt x="311207" y="5755830"/>
                  </a:lnTo>
                  <a:lnTo>
                    <a:pt x="311324" y="5755399"/>
                  </a:lnTo>
                  <a:lnTo>
                    <a:pt x="311324" y="5754969"/>
                  </a:lnTo>
                  <a:lnTo>
                    <a:pt x="311560" y="5754969"/>
                  </a:lnTo>
                  <a:lnTo>
                    <a:pt x="311913" y="5754969"/>
                  </a:lnTo>
                  <a:lnTo>
                    <a:pt x="312030" y="5754969"/>
                  </a:lnTo>
                  <a:lnTo>
                    <a:pt x="312148" y="5754969"/>
                  </a:lnTo>
                  <a:lnTo>
                    <a:pt x="312265" y="5754538"/>
                  </a:lnTo>
                  <a:lnTo>
                    <a:pt x="312383" y="5754107"/>
                  </a:lnTo>
                  <a:lnTo>
                    <a:pt x="312501" y="5754107"/>
                  </a:lnTo>
                  <a:lnTo>
                    <a:pt x="312501" y="5753677"/>
                  </a:lnTo>
                  <a:lnTo>
                    <a:pt x="312618" y="5753677"/>
                  </a:lnTo>
                  <a:lnTo>
                    <a:pt x="312736" y="5753677"/>
                  </a:lnTo>
                  <a:lnTo>
                    <a:pt x="312853" y="5753246"/>
                  </a:lnTo>
                  <a:lnTo>
                    <a:pt x="313089" y="5753246"/>
                  </a:lnTo>
                  <a:lnTo>
                    <a:pt x="313206" y="5753246"/>
                  </a:lnTo>
                  <a:lnTo>
                    <a:pt x="313559" y="5753246"/>
                  </a:lnTo>
                  <a:lnTo>
                    <a:pt x="314030" y="5753246"/>
                  </a:lnTo>
                  <a:lnTo>
                    <a:pt x="314147" y="5752816"/>
                  </a:lnTo>
                  <a:lnTo>
                    <a:pt x="314265" y="5752816"/>
                  </a:lnTo>
                  <a:lnTo>
                    <a:pt x="314265" y="5752385"/>
                  </a:lnTo>
                  <a:lnTo>
                    <a:pt x="314382" y="5752385"/>
                  </a:lnTo>
                  <a:lnTo>
                    <a:pt x="314618" y="5751954"/>
                  </a:lnTo>
                  <a:lnTo>
                    <a:pt x="314735" y="5751954"/>
                  </a:lnTo>
                  <a:lnTo>
                    <a:pt x="314853" y="5751954"/>
                  </a:lnTo>
                  <a:lnTo>
                    <a:pt x="314971" y="5751954"/>
                  </a:lnTo>
                  <a:lnTo>
                    <a:pt x="314971" y="5751093"/>
                  </a:lnTo>
                  <a:lnTo>
                    <a:pt x="315088" y="5751093"/>
                  </a:lnTo>
                  <a:lnTo>
                    <a:pt x="315206" y="5751093"/>
                  </a:lnTo>
                  <a:lnTo>
                    <a:pt x="315323" y="5751093"/>
                  </a:lnTo>
                  <a:lnTo>
                    <a:pt x="315559" y="5749801"/>
                  </a:lnTo>
                  <a:lnTo>
                    <a:pt x="315676" y="5749801"/>
                  </a:lnTo>
                  <a:lnTo>
                    <a:pt x="315794" y="5749801"/>
                  </a:lnTo>
                  <a:lnTo>
                    <a:pt x="315911" y="5749801"/>
                  </a:lnTo>
                  <a:lnTo>
                    <a:pt x="315911" y="5749371"/>
                  </a:lnTo>
                  <a:lnTo>
                    <a:pt x="316029" y="5749371"/>
                  </a:lnTo>
                  <a:lnTo>
                    <a:pt x="316147" y="5749371"/>
                  </a:lnTo>
                  <a:lnTo>
                    <a:pt x="316382" y="5748940"/>
                  </a:lnTo>
                  <a:lnTo>
                    <a:pt x="316617" y="5748510"/>
                  </a:lnTo>
                  <a:lnTo>
                    <a:pt x="316617" y="5748079"/>
                  </a:lnTo>
                  <a:lnTo>
                    <a:pt x="316617" y="5747648"/>
                  </a:lnTo>
                  <a:lnTo>
                    <a:pt x="316735" y="5747648"/>
                  </a:lnTo>
                  <a:lnTo>
                    <a:pt x="316852" y="5747648"/>
                  </a:lnTo>
                  <a:lnTo>
                    <a:pt x="317088" y="5747218"/>
                  </a:lnTo>
                  <a:lnTo>
                    <a:pt x="317205" y="5747218"/>
                  </a:lnTo>
                  <a:lnTo>
                    <a:pt x="317205" y="5746787"/>
                  </a:lnTo>
                  <a:lnTo>
                    <a:pt x="317558" y="5746357"/>
                  </a:lnTo>
                  <a:lnTo>
                    <a:pt x="317676" y="5746357"/>
                  </a:lnTo>
                  <a:lnTo>
                    <a:pt x="317793" y="5746357"/>
                  </a:lnTo>
                  <a:lnTo>
                    <a:pt x="317793" y="5745926"/>
                  </a:lnTo>
                  <a:lnTo>
                    <a:pt x="317911" y="5745926"/>
                  </a:lnTo>
                  <a:lnTo>
                    <a:pt x="317911" y="5745495"/>
                  </a:lnTo>
                  <a:lnTo>
                    <a:pt x="317911" y="5745065"/>
                  </a:lnTo>
                  <a:lnTo>
                    <a:pt x="317911" y="5744204"/>
                  </a:lnTo>
                  <a:lnTo>
                    <a:pt x="318028" y="5744204"/>
                  </a:lnTo>
                  <a:lnTo>
                    <a:pt x="318028" y="5743342"/>
                  </a:lnTo>
                  <a:lnTo>
                    <a:pt x="318146" y="5742912"/>
                  </a:lnTo>
                  <a:lnTo>
                    <a:pt x="318146" y="5742481"/>
                  </a:lnTo>
                  <a:lnTo>
                    <a:pt x="318264" y="5742481"/>
                  </a:lnTo>
                  <a:lnTo>
                    <a:pt x="318499" y="5742051"/>
                  </a:lnTo>
                  <a:lnTo>
                    <a:pt x="318617" y="5742051"/>
                  </a:lnTo>
                  <a:lnTo>
                    <a:pt x="318969" y="5742051"/>
                  </a:lnTo>
                  <a:lnTo>
                    <a:pt x="318969" y="5741620"/>
                  </a:lnTo>
                  <a:lnTo>
                    <a:pt x="319087" y="5741189"/>
                  </a:lnTo>
                  <a:lnTo>
                    <a:pt x="319322" y="5741189"/>
                  </a:lnTo>
                  <a:lnTo>
                    <a:pt x="319675" y="5741189"/>
                  </a:lnTo>
                  <a:lnTo>
                    <a:pt x="319675" y="5740759"/>
                  </a:lnTo>
                  <a:lnTo>
                    <a:pt x="319793" y="5740328"/>
                  </a:lnTo>
                  <a:lnTo>
                    <a:pt x="320028" y="5739898"/>
                  </a:lnTo>
                  <a:lnTo>
                    <a:pt x="320146" y="5739467"/>
                  </a:lnTo>
                  <a:lnTo>
                    <a:pt x="320263" y="5739467"/>
                  </a:lnTo>
                  <a:lnTo>
                    <a:pt x="320381" y="5739467"/>
                  </a:lnTo>
                  <a:lnTo>
                    <a:pt x="320381" y="5739036"/>
                  </a:lnTo>
                  <a:lnTo>
                    <a:pt x="320498" y="5739036"/>
                  </a:lnTo>
                  <a:lnTo>
                    <a:pt x="320616" y="5739036"/>
                  </a:lnTo>
                  <a:lnTo>
                    <a:pt x="320734" y="5739036"/>
                  </a:lnTo>
                  <a:lnTo>
                    <a:pt x="321204" y="5738606"/>
                  </a:lnTo>
                  <a:lnTo>
                    <a:pt x="321204" y="5738175"/>
                  </a:lnTo>
                  <a:lnTo>
                    <a:pt x="321322" y="5738175"/>
                  </a:lnTo>
                  <a:lnTo>
                    <a:pt x="321439" y="5738175"/>
                  </a:lnTo>
                  <a:lnTo>
                    <a:pt x="321557" y="5738175"/>
                  </a:lnTo>
                  <a:lnTo>
                    <a:pt x="321675" y="5738175"/>
                  </a:lnTo>
                  <a:lnTo>
                    <a:pt x="321792" y="5738175"/>
                  </a:lnTo>
                  <a:lnTo>
                    <a:pt x="321792" y="5737314"/>
                  </a:lnTo>
                  <a:lnTo>
                    <a:pt x="321910" y="5737314"/>
                  </a:lnTo>
                  <a:lnTo>
                    <a:pt x="321910" y="5736883"/>
                  </a:lnTo>
                  <a:lnTo>
                    <a:pt x="322027" y="5736883"/>
                  </a:lnTo>
                  <a:lnTo>
                    <a:pt x="322145" y="5736883"/>
                  </a:lnTo>
                  <a:lnTo>
                    <a:pt x="322263" y="5736883"/>
                  </a:lnTo>
                  <a:lnTo>
                    <a:pt x="322380" y="5736883"/>
                  </a:lnTo>
                  <a:lnTo>
                    <a:pt x="322733" y="5736883"/>
                  </a:lnTo>
                  <a:lnTo>
                    <a:pt x="322851" y="5736883"/>
                  </a:lnTo>
                  <a:lnTo>
                    <a:pt x="323086" y="5736883"/>
                  </a:lnTo>
                  <a:lnTo>
                    <a:pt x="323203" y="5736883"/>
                  </a:lnTo>
                  <a:lnTo>
                    <a:pt x="323556" y="5736883"/>
                  </a:lnTo>
                  <a:lnTo>
                    <a:pt x="323556" y="5736022"/>
                  </a:lnTo>
                  <a:lnTo>
                    <a:pt x="323674" y="5736022"/>
                  </a:lnTo>
                  <a:lnTo>
                    <a:pt x="323909" y="5736022"/>
                  </a:lnTo>
                  <a:lnTo>
                    <a:pt x="324027" y="5736022"/>
                  </a:lnTo>
                  <a:lnTo>
                    <a:pt x="324262" y="5735592"/>
                  </a:lnTo>
                  <a:lnTo>
                    <a:pt x="324262" y="5734730"/>
                  </a:lnTo>
                  <a:lnTo>
                    <a:pt x="324262" y="5734300"/>
                  </a:lnTo>
                  <a:lnTo>
                    <a:pt x="324262" y="5733869"/>
                  </a:lnTo>
                  <a:lnTo>
                    <a:pt x="324615" y="5733439"/>
                  </a:lnTo>
                  <a:lnTo>
                    <a:pt x="324732" y="5733439"/>
                  </a:lnTo>
                  <a:lnTo>
                    <a:pt x="324850" y="5733439"/>
                  </a:lnTo>
                  <a:lnTo>
                    <a:pt x="324968" y="5733439"/>
                  </a:lnTo>
                  <a:lnTo>
                    <a:pt x="325085" y="5733439"/>
                  </a:lnTo>
                  <a:lnTo>
                    <a:pt x="325085" y="5732577"/>
                  </a:lnTo>
                  <a:lnTo>
                    <a:pt x="325085" y="5732147"/>
                  </a:lnTo>
                  <a:lnTo>
                    <a:pt x="325556" y="5732147"/>
                  </a:lnTo>
                  <a:lnTo>
                    <a:pt x="325556" y="5731716"/>
                  </a:lnTo>
                  <a:lnTo>
                    <a:pt x="325673" y="5731716"/>
                  </a:lnTo>
                  <a:lnTo>
                    <a:pt x="325791" y="5730855"/>
                  </a:lnTo>
                  <a:lnTo>
                    <a:pt x="326026" y="5730855"/>
                  </a:lnTo>
                  <a:lnTo>
                    <a:pt x="326026" y="5729994"/>
                  </a:lnTo>
                  <a:lnTo>
                    <a:pt x="326144" y="5729563"/>
                  </a:lnTo>
                  <a:lnTo>
                    <a:pt x="326497" y="5728702"/>
                  </a:lnTo>
                  <a:lnTo>
                    <a:pt x="326497" y="5728271"/>
                  </a:lnTo>
                  <a:lnTo>
                    <a:pt x="326732" y="5727841"/>
                  </a:lnTo>
                  <a:lnTo>
                    <a:pt x="326967" y="5727841"/>
                  </a:lnTo>
                  <a:lnTo>
                    <a:pt x="327085" y="5727410"/>
                  </a:lnTo>
                  <a:lnTo>
                    <a:pt x="327202" y="5726980"/>
                  </a:lnTo>
                  <a:lnTo>
                    <a:pt x="327438" y="5726980"/>
                  </a:lnTo>
                  <a:lnTo>
                    <a:pt x="327790" y="5726980"/>
                  </a:lnTo>
                  <a:lnTo>
                    <a:pt x="327908" y="5726980"/>
                  </a:lnTo>
                  <a:lnTo>
                    <a:pt x="328026" y="5726980"/>
                  </a:lnTo>
                  <a:lnTo>
                    <a:pt x="328143" y="5726549"/>
                  </a:lnTo>
                  <a:lnTo>
                    <a:pt x="328261" y="5726549"/>
                  </a:lnTo>
                  <a:lnTo>
                    <a:pt x="328379" y="5726549"/>
                  </a:lnTo>
                  <a:lnTo>
                    <a:pt x="328496" y="5726118"/>
                  </a:lnTo>
                  <a:lnTo>
                    <a:pt x="328496" y="5725688"/>
                  </a:lnTo>
                  <a:lnTo>
                    <a:pt x="328731" y="5724827"/>
                  </a:lnTo>
                  <a:lnTo>
                    <a:pt x="328967" y="5724827"/>
                  </a:lnTo>
                  <a:lnTo>
                    <a:pt x="329319" y="5723965"/>
                  </a:lnTo>
                  <a:lnTo>
                    <a:pt x="329319" y="5723535"/>
                  </a:lnTo>
                  <a:lnTo>
                    <a:pt x="329555" y="5723535"/>
                  </a:lnTo>
                  <a:lnTo>
                    <a:pt x="329672" y="5723104"/>
                  </a:lnTo>
                  <a:lnTo>
                    <a:pt x="329908" y="5722674"/>
                  </a:lnTo>
                  <a:lnTo>
                    <a:pt x="329908" y="5722243"/>
                  </a:lnTo>
                  <a:lnTo>
                    <a:pt x="330025" y="5721812"/>
                  </a:lnTo>
                  <a:lnTo>
                    <a:pt x="330143" y="5721812"/>
                  </a:lnTo>
                  <a:lnTo>
                    <a:pt x="330260" y="5721812"/>
                  </a:lnTo>
                  <a:lnTo>
                    <a:pt x="330496" y="5721812"/>
                  </a:lnTo>
                  <a:lnTo>
                    <a:pt x="330496" y="5721382"/>
                  </a:lnTo>
                  <a:lnTo>
                    <a:pt x="330613" y="5721382"/>
                  </a:lnTo>
                  <a:lnTo>
                    <a:pt x="330613" y="5720951"/>
                  </a:lnTo>
                  <a:lnTo>
                    <a:pt x="330966" y="5720951"/>
                  </a:lnTo>
                  <a:lnTo>
                    <a:pt x="331201" y="5720521"/>
                  </a:lnTo>
                  <a:lnTo>
                    <a:pt x="331319" y="5720521"/>
                  </a:lnTo>
                  <a:lnTo>
                    <a:pt x="331436" y="5720521"/>
                  </a:lnTo>
                  <a:lnTo>
                    <a:pt x="331672" y="5720521"/>
                  </a:lnTo>
                  <a:lnTo>
                    <a:pt x="331789" y="5719659"/>
                  </a:lnTo>
                  <a:lnTo>
                    <a:pt x="332142" y="5719659"/>
                  </a:lnTo>
                  <a:lnTo>
                    <a:pt x="332495" y="5719659"/>
                  </a:lnTo>
                  <a:lnTo>
                    <a:pt x="332730" y="5719659"/>
                  </a:lnTo>
                  <a:lnTo>
                    <a:pt x="332848" y="5719659"/>
                  </a:lnTo>
                  <a:lnTo>
                    <a:pt x="332965" y="5719659"/>
                  </a:lnTo>
                  <a:lnTo>
                    <a:pt x="332965" y="5718798"/>
                  </a:lnTo>
                  <a:lnTo>
                    <a:pt x="333083" y="5718798"/>
                  </a:lnTo>
                  <a:lnTo>
                    <a:pt x="333083" y="5718368"/>
                  </a:lnTo>
                  <a:lnTo>
                    <a:pt x="333318" y="5718368"/>
                  </a:lnTo>
                  <a:lnTo>
                    <a:pt x="333436" y="5717937"/>
                  </a:lnTo>
                  <a:lnTo>
                    <a:pt x="333906" y="5717506"/>
                  </a:lnTo>
                  <a:lnTo>
                    <a:pt x="334024" y="5717506"/>
                  </a:lnTo>
                  <a:lnTo>
                    <a:pt x="334024" y="5717076"/>
                  </a:lnTo>
                  <a:lnTo>
                    <a:pt x="334142" y="5717076"/>
                  </a:lnTo>
                  <a:lnTo>
                    <a:pt x="334259" y="5717076"/>
                  </a:lnTo>
                  <a:lnTo>
                    <a:pt x="334494" y="5717076"/>
                  </a:lnTo>
                  <a:lnTo>
                    <a:pt x="334612" y="5717076"/>
                  </a:lnTo>
                  <a:lnTo>
                    <a:pt x="334730" y="5716645"/>
                  </a:lnTo>
                  <a:lnTo>
                    <a:pt x="334847" y="5716215"/>
                  </a:lnTo>
                  <a:lnTo>
                    <a:pt x="334965" y="5716215"/>
                  </a:lnTo>
                  <a:lnTo>
                    <a:pt x="334965" y="5715784"/>
                  </a:lnTo>
                  <a:lnTo>
                    <a:pt x="335200" y="5715784"/>
                  </a:lnTo>
                  <a:lnTo>
                    <a:pt x="335318" y="5715784"/>
                  </a:lnTo>
                  <a:lnTo>
                    <a:pt x="335318" y="5714923"/>
                  </a:lnTo>
                  <a:lnTo>
                    <a:pt x="335318" y="5714492"/>
                  </a:lnTo>
                  <a:lnTo>
                    <a:pt x="335435" y="5714492"/>
                  </a:lnTo>
                  <a:lnTo>
                    <a:pt x="335553" y="5714492"/>
                  </a:lnTo>
                  <a:lnTo>
                    <a:pt x="335671" y="5714492"/>
                  </a:lnTo>
                  <a:lnTo>
                    <a:pt x="335788" y="5714492"/>
                  </a:lnTo>
                  <a:lnTo>
                    <a:pt x="335906" y="5714492"/>
                  </a:lnTo>
                  <a:lnTo>
                    <a:pt x="336023" y="5714492"/>
                  </a:lnTo>
                  <a:lnTo>
                    <a:pt x="336141" y="5714492"/>
                  </a:lnTo>
                  <a:lnTo>
                    <a:pt x="336259" y="5714062"/>
                  </a:lnTo>
                  <a:lnTo>
                    <a:pt x="336259" y="5713631"/>
                  </a:lnTo>
                  <a:lnTo>
                    <a:pt x="336376" y="5713631"/>
                  </a:lnTo>
                  <a:lnTo>
                    <a:pt x="336494" y="5713631"/>
                  </a:lnTo>
                  <a:lnTo>
                    <a:pt x="336494" y="5712770"/>
                  </a:lnTo>
                  <a:lnTo>
                    <a:pt x="336612" y="5712770"/>
                  </a:lnTo>
                  <a:lnTo>
                    <a:pt x="336964" y="5712770"/>
                  </a:lnTo>
                  <a:lnTo>
                    <a:pt x="336964" y="5712339"/>
                  </a:lnTo>
                  <a:lnTo>
                    <a:pt x="337082" y="5712339"/>
                  </a:lnTo>
                  <a:lnTo>
                    <a:pt x="337317" y="5711047"/>
                  </a:lnTo>
                  <a:lnTo>
                    <a:pt x="337317" y="5710617"/>
                  </a:lnTo>
                  <a:lnTo>
                    <a:pt x="337552" y="5710617"/>
                  </a:lnTo>
                  <a:lnTo>
                    <a:pt x="337670" y="5710186"/>
                  </a:lnTo>
                  <a:lnTo>
                    <a:pt x="337788" y="5710186"/>
                  </a:lnTo>
                  <a:lnTo>
                    <a:pt x="337788" y="5709756"/>
                  </a:lnTo>
                  <a:lnTo>
                    <a:pt x="337905" y="5709756"/>
                  </a:lnTo>
                  <a:lnTo>
                    <a:pt x="338023" y="5709325"/>
                  </a:lnTo>
                  <a:lnTo>
                    <a:pt x="338023" y="5708894"/>
                  </a:lnTo>
                  <a:lnTo>
                    <a:pt x="338141" y="5708894"/>
                  </a:lnTo>
                  <a:lnTo>
                    <a:pt x="338258" y="5708894"/>
                  </a:lnTo>
                  <a:lnTo>
                    <a:pt x="338376" y="5708894"/>
                  </a:lnTo>
                  <a:lnTo>
                    <a:pt x="338493" y="5708894"/>
                  </a:lnTo>
                  <a:lnTo>
                    <a:pt x="338729" y="5708894"/>
                  </a:lnTo>
                  <a:lnTo>
                    <a:pt x="338846" y="5708894"/>
                  </a:lnTo>
                  <a:lnTo>
                    <a:pt x="338964" y="5708894"/>
                  </a:lnTo>
                  <a:lnTo>
                    <a:pt x="339199" y="5708894"/>
                  </a:lnTo>
                  <a:lnTo>
                    <a:pt x="339199" y="5708464"/>
                  </a:lnTo>
                  <a:lnTo>
                    <a:pt x="339317" y="5708464"/>
                  </a:lnTo>
                  <a:lnTo>
                    <a:pt x="339434" y="5708464"/>
                  </a:lnTo>
                  <a:lnTo>
                    <a:pt x="339669" y="5708033"/>
                  </a:lnTo>
                  <a:lnTo>
                    <a:pt x="339787" y="5708033"/>
                  </a:lnTo>
                  <a:lnTo>
                    <a:pt x="339905" y="5708033"/>
                  </a:lnTo>
                  <a:lnTo>
                    <a:pt x="340258" y="5708033"/>
                  </a:lnTo>
                  <a:lnTo>
                    <a:pt x="340493" y="5707603"/>
                  </a:lnTo>
                  <a:lnTo>
                    <a:pt x="340610" y="5707603"/>
                  </a:lnTo>
                  <a:lnTo>
                    <a:pt x="340963" y="5707603"/>
                  </a:lnTo>
                  <a:lnTo>
                    <a:pt x="341081" y="5707603"/>
                  </a:lnTo>
                  <a:lnTo>
                    <a:pt x="341551" y="5707172"/>
                  </a:lnTo>
                  <a:lnTo>
                    <a:pt x="341669" y="5707172"/>
                  </a:lnTo>
                  <a:lnTo>
                    <a:pt x="341904" y="5707172"/>
                  </a:lnTo>
                  <a:lnTo>
                    <a:pt x="341904" y="5706741"/>
                  </a:lnTo>
                  <a:lnTo>
                    <a:pt x="342022" y="5706741"/>
                  </a:lnTo>
                  <a:lnTo>
                    <a:pt x="342022" y="5706311"/>
                  </a:lnTo>
                  <a:lnTo>
                    <a:pt x="342139" y="5706311"/>
                  </a:lnTo>
                  <a:lnTo>
                    <a:pt x="342139" y="5705880"/>
                  </a:lnTo>
                  <a:lnTo>
                    <a:pt x="342139" y="5705450"/>
                  </a:lnTo>
                  <a:lnTo>
                    <a:pt x="342257" y="5705019"/>
                  </a:lnTo>
                  <a:lnTo>
                    <a:pt x="342375" y="5705019"/>
                  </a:lnTo>
                  <a:lnTo>
                    <a:pt x="342492" y="5705019"/>
                  </a:lnTo>
                  <a:lnTo>
                    <a:pt x="342610" y="5705019"/>
                  </a:lnTo>
                  <a:lnTo>
                    <a:pt x="342727" y="5705019"/>
                  </a:lnTo>
                  <a:lnTo>
                    <a:pt x="342727" y="5704588"/>
                  </a:lnTo>
                  <a:lnTo>
                    <a:pt x="342845" y="5704588"/>
                  </a:lnTo>
                  <a:lnTo>
                    <a:pt x="342963" y="5704588"/>
                  </a:lnTo>
                  <a:lnTo>
                    <a:pt x="343198" y="5704588"/>
                  </a:lnTo>
                  <a:lnTo>
                    <a:pt x="343433" y="5704158"/>
                  </a:lnTo>
                  <a:lnTo>
                    <a:pt x="343786" y="5703727"/>
                  </a:lnTo>
                  <a:lnTo>
                    <a:pt x="343904" y="5703297"/>
                  </a:lnTo>
                  <a:lnTo>
                    <a:pt x="344256" y="5702866"/>
                  </a:lnTo>
                  <a:lnTo>
                    <a:pt x="344256" y="5702435"/>
                  </a:lnTo>
                  <a:lnTo>
                    <a:pt x="344492" y="5702005"/>
                  </a:lnTo>
                  <a:lnTo>
                    <a:pt x="344845" y="5702005"/>
                  </a:lnTo>
                  <a:lnTo>
                    <a:pt x="344845" y="5701574"/>
                  </a:lnTo>
                  <a:lnTo>
                    <a:pt x="345197" y="5701574"/>
                  </a:lnTo>
                  <a:lnTo>
                    <a:pt x="345197" y="5701144"/>
                  </a:lnTo>
                  <a:lnTo>
                    <a:pt x="345315" y="5701144"/>
                  </a:lnTo>
                  <a:lnTo>
                    <a:pt x="345315" y="5700713"/>
                  </a:lnTo>
                  <a:lnTo>
                    <a:pt x="345315" y="5700282"/>
                  </a:lnTo>
                  <a:lnTo>
                    <a:pt x="345315" y="5699852"/>
                  </a:lnTo>
                  <a:lnTo>
                    <a:pt x="345785" y="5698560"/>
                  </a:lnTo>
                  <a:lnTo>
                    <a:pt x="346138" y="5698560"/>
                  </a:lnTo>
                  <a:lnTo>
                    <a:pt x="346256" y="5698129"/>
                  </a:lnTo>
                  <a:lnTo>
                    <a:pt x="346374" y="5697699"/>
                  </a:lnTo>
                  <a:lnTo>
                    <a:pt x="346609" y="5697699"/>
                  </a:lnTo>
                  <a:lnTo>
                    <a:pt x="346609" y="5697268"/>
                  </a:lnTo>
                  <a:lnTo>
                    <a:pt x="346726" y="5696838"/>
                  </a:lnTo>
                  <a:lnTo>
                    <a:pt x="346726" y="5696407"/>
                  </a:lnTo>
                  <a:lnTo>
                    <a:pt x="346844" y="5696407"/>
                  </a:lnTo>
                  <a:lnTo>
                    <a:pt x="346962" y="5696407"/>
                  </a:lnTo>
                  <a:lnTo>
                    <a:pt x="347314" y="5696407"/>
                  </a:lnTo>
                  <a:lnTo>
                    <a:pt x="347550" y="5695546"/>
                  </a:lnTo>
                  <a:lnTo>
                    <a:pt x="347550" y="5695115"/>
                  </a:lnTo>
                  <a:lnTo>
                    <a:pt x="347667" y="5695115"/>
                  </a:lnTo>
                  <a:lnTo>
                    <a:pt x="347785" y="5695115"/>
                  </a:lnTo>
                  <a:lnTo>
                    <a:pt x="348020" y="5694685"/>
                  </a:lnTo>
                  <a:lnTo>
                    <a:pt x="348255" y="5694685"/>
                  </a:lnTo>
                  <a:lnTo>
                    <a:pt x="348255" y="5694254"/>
                  </a:lnTo>
                  <a:lnTo>
                    <a:pt x="348373" y="5693823"/>
                  </a:lnTo>
                  <a:lnTo>
                    <a:pt x="348491" y="5693823"/>
                  </a:lnTo>
                  <a:lnTo>
                    <a:pt x="348608" y="5693823"/>
                  </a:lnTo>
                  <a:lnTo>
                    <a:pt x="348726" y="5693823"/>
                  </a:lnTo>
                  <a:lnTo>
                    <a:pt x="348726" y="5693393"/>
                  </a:lnTo>
                  <a:lnTo>
                    <a:pt x="348726" y="5692532"/>
                  </a:lnTo>
                  <a:lnTo>
                    <a:pt x="348843" y="5692101"/>
                  </a:lnTo>
                  <a:lnTo>
                    <a:pt x="348961" y="5692101"/>
                  </a:lnTo>
                  <a:lnTo>
                    <a:pt x="349079" y="5691670"/>
                  </a:lnTo>
                  <a:lnTo>
                    <a:pt x="349196" y="5691670"/>
                  </a:lnTo>
                  <a:lnTo>
                    <a:pt x="349196" y="5691240"/>
                  </a:lnTo>
                  <a:lnTo>
                    <a:pt x="349431" y="5690809"/>
                  </a:lnTo>
                  <a:lnTo>
                    <a:pt x="349784" y="5690379"/>
                  </a:lnTo>
                  <a:lnTo>
                    <a:pt x="350020" y="5690379"/>
                  </a:lnTo>
                  <a:lnTo>
                    <a:pt x="350137" y="5689948"/>
                  </a:lnTo>
                  <a:lnTo>
                    <a:pt x="350490" y="5689948"/>
                  </a:lnTo>
                  <a:lnTo>
                    <a:pt x="350608" y="5689948"/>
                  </a:lnTo>
                  <a:lnTo>
                    <a:pt x="350725" y="5689948"/>
                  </a:lnTo>
                  <a:lnTo>
                    <a:pt x="350843" y="5689948"/>
                  </a:lnTo>
                  <a:lnTo>
                    <a:pt x="351078" y="5689948"/>
                  </a:lnTo>
                  <a:lnTo>
                    <a:pt x="351078" y="5689517"/>
                  </a:lnTo>
                  <a:lnTo>
                    <a:pt x="351313" y="5689517"/>
                  </a:lnTo>
                  <a:lnTo>
                    <a:pt x="351549" y="5689517"/>
                  </a:lnTo>
                  <a:lnTo>
                    <a:pt x="351666" y="5688226"/>
                  </a:lnTo>
                  <a:lnTo>
                    <a:pt x="351784" y="5688226"/>
                  </a:lnTo>
                  <a:lnTo>
                    <a:pt x="352019" y="5687795"/>
                  </a:lnTo>
                  <a:lnTo>
                    <a:pt x="352137" y="5687795"/>
                  </a:lnTo>
                  <a:lnTo>
                    <a:pt x="352254" y="5687364"/>
                  </a:lnTo>
                  <a:lnTo>
                    <a:pt x="352372" y="5686934"/>
                  </a:lnTo>
                  <a:lnTo>
                    <a:pt x="352607" y="5686073"/>
                  </a:lnTo>
                  <a:lnTo>
                    <a:pt x="352960" y="5685642"/>
                  </a:lnTo>
                  <a:lnTo>
                    <a:pt x="353078" y="5685211"/>
                  </a:lnTo>
                  <a:lnTo>
                    <a:pt x="353078" y="5684781"/>
                  </a:lnTo>
                  <a:lnTo>
                    <a:pt x="353313" y="5684350"/>
                  </a:lnTo>
                  <a:lnTo>
                    <a:pt x="353666" y="5684350"/>
                  </a:lnTo>
                  <a:lnTo>
                    <a:pt x="353783" y="5683489"/>
                  </a:lnTo>
                  <a:lnTo>
                    <a:pt x="353901" y="5683058"/>
                  </a:lnTo>
                  <a:lnTo>
                    <a:pt x="354136" y="5682628"/>
                  </a:lnTo>
                  <a:lnTo>
                    <a:pt x="354254" y="5682628"/>
                  </a:lnTo>
                  <a:lnTo>
                    <a:pt x="354254" y="5682197"/>
                  </a:lnTo>
                  <a:lnTo>
                    <a:pt x="354489" y="5681767"/>
                  </a:lnTo>
                  <a:lnTo>
                    <a:pt x="354607" y="5681336"/>
                  </a:lnTo>
                  <a:lnTo>
                    <a:pt x="354607" y="5680905"/>
                  </a:lnTo>
                  <a:lnTo>
                    <a:pt x="354959" y="5680475"/>
                  </a:lnTo>
                  <a:lnTo>
                    <a:pt x="354959" y="5679614"/>
                  </a:lnTo>
                  <a:lnTo>
                    <a:pt x="355077" y="5679183"/>
                  </a:lnTo>
                  <a:lnTo>
                    <a:pt x="355312" y="5679183"/>
                  </a:lnTo>
                  <a:lnTo>
                    <a:pt x="355430" y="5678752"/>
                  </a:lnTo>
                  <a:lnTo>
                    <a:pt x="355430" y="5678322"/>
                  </a:lnTo>
                  <a:lnTo>
                    <a:pt x="355430" y="5677891"/>
                  </a:lnTo>
                  <a:lnTo>
                    <a:pt x="355547" y="5677030"/>
                  </a:lnTo>
                  <a:lnTo>
                    <a:pt x="355900" y="5676599"/>
                  </a:lnTo>
                  <a:lnTo>
                    <a:pt x="355900" y="5676169"/>
                  </a:lnTo>
                  <a:lnTo>
                    <a:pt x="356371" y="5676169"/>
                  </a:lnTo>
                  <a:lnTo>
                    <a:pt x="356371" y="5675738"/>
                  </a:lnTo>
                  <a:lnTo>
                    <a:pt x="356371" y="5675308"/>
                  </a:lnTo>
                  <a:lnTo>
                    <a:pt x="356371" y="5674016"/>
                  </a:lnTo>
                  <a:lnTo>
                    <a:pt x="356488" y="5674016"/>
                  </a:lnTo>
                  <a:lnTo>
                    <a:pt x="356606" y="5673585"/>
                  </a:lnTo>
                  <a:lnTo>
                    <a:pt x="356841" y="5673585"/>
                  </a:lnTo>
                  <a:lnTo>
                    <a:pt x="357429" y="5672293"/>
                  </a:lnTo>
                  <a:lnTo>
                    <a:pt x="357547" y="5672293"/>
                  </a:lnTo>
                  <a:lnTo>
                    <a:pt x="357664" y="5671432"/>
                  </a:lnTo>
                  <a:lnTo>
                    <a:pt x="357782" y="5671432"/>
                  </a:lnTo>
                  <a:lnTo>
                    <a:pt x="357900" y="5671432"/>
                  </a:lnTo>
                  <a:lnTo>
                    <a:pt x="358017" y="5671432"/>
                  </a:lnTo>
                  <a:lnTo>
                    <a:pt x="358135" y="5671432"/>
                  </a:lnTo>
                  <a:lnTo>
                    <a:pt x="358253" y="5671432"/>
                  </a:lnTo>
                  <a:lnTo>
                    <a:pt x="358488" y="5671432"/>
                  </a:lnTo>
                  <a:lnTo>
                    <a:pt x="358723" y="5671432"/>
                  </a:lnTo>
                  <a:lnTo>
                    <a:pt x="359076" y="5671432"/>
                  </a:lnTo>
                  <a:lnTo>
                    <a:pt x="359193" y="5671432"/>
                  </a:lnTo>
                  <a:lnTo>
                    <a:pt x="359546" y="5671432"/>
                  </a:lnTo>
                  <a:lnTo>
                    <a:pt x="359782" y="5671002"/>
                  </a:lnTo>
                  <a:lnTo>
                    <a:pt x="359899" y="5670571"/>
                  </a:lnTo>
                  <a:lnTo>
                    <a:pt x="360370" y="5670571"/>
                  </a:lnTo>
                  <a:lnTo>
                    <a:pt x="360605" y="5670140"/>
                  </a:lnTo>
                  <a:lnTo>
                    <a:pt x="360605" y="5669710"/>
                  </a:lnTo>
                  <a:lnTo>
                    <a:pt x="360722" y="5669710"/>
                  </a:lnTo>
                  <a:lnTo>
                    <a:pt x="360840" y="5669710"/>
                  </a:lnTo>
                  <a:lnTo>
                    <a:pt x="361193" y="5669710"/>
                  </a:lnTo>
                  <a:lnTo>
                    <a:pt x="361311" y="5669710"/>
                  </a:lnTo>
                  <a:lnTo>
                    <a:pt x="361311" y="5669279"/>
                  </a:lnTo>
                  <a:lnTo>
                    <a:pt x="361311" y="5668849"/>
                  </a:lnTo>
                  <a:lnTo>
                    <a:pt x="361311" y="5668418"/>
                  </a:lnTo>
                  <a:lnTo>
                    <a:pt x="361781" y="5668418"/>
                  </a:lnTo>
                  <a:lnTo>
                    <a:pt x="361781" y="5667987"/>
                  </a:lnTo>
                  <a:lnTo>
                    <a:pt x="362016" y="5667987"/>
                  </a:lnTo>
                  <a:lnTo>
                    <a:pt x="362134" y="5667987"/>
                  </a:lnTo>
                  <a:lnTo>
                    <a:pt x="362134" y="5667126"/>
                  </a:lnTo>
                  <a:lnTo>
                    <a:pt x="362134" y="5666696"/>
                  </a:lnTo>
                  <a:lnTo>
                    <a:pt x="362604" y="5665834"/>
                  </a:lnTo>
                  <a:lnTo>
                    <a:pt x="362957" y="5664973"/>
                  </a:lnTo>
                  <a:lnTo>
                    <a:pt x="362957" y="5664543"/>
                  </a:lnTo>
                  <a:lnTo>
                    <a:pt x="363075" y="5664543"/>
                  </a:lnTo>
                  <a:lnTo>
                    <a:pt x="363310" y="5664543"/>
                  </a:lnTo>
                  <a:lnTo>
                    <a:pt x="363780" y="5664112"/>
                  </a:lnTo>
                  <a:lnTo>
                    <a:pt x="364016" y="5664112"/>
                  </a:lnTo>
                  <a:lnTo>
                    <a:pt x="364133" y="5664112"/>
                  </a:lnTo>
                  <a:lnTo>
                    <a:pt x="364251" y="5663681"/>
                  </a:lnTo>
                  <a:lnTo>
                    <a:pt x="364368" y="5663681"/>
                  </a:lnTo>
                  <a:lnTo>
                    <a:pt x="364604" y="5663681"/>
                  </a:lnTo>
                  <a:lnTo>
                    <a:pt x="364721" y="5663681"/>
                  </a:lnTo>
                  <a:lnTo>
                    <a:pt x="364839" y="5663251"/>
                  </a:lnTo>
                  <a:lnTo>
                    <a:pt x="365074" y="5663251"/>
                  </a:lnTo>
                  <a:lnTo>
                    <a:pt x="365192" y="5662390"/>
                  </a:lnTo>
                  <a:lnTo>
                    <a:pt x="365309" y="5662390"/>
                  </a:lnTo>
                  <a:lnTo>
                    <a:pt x="365427" y="5661959"/>
                  </a:lnTo>
                  <a:lnTo>
                    <a:pt x="365427" y="5661528"/>
                  </a:lnTo>
                  <a:lnTo>
                    <a:pt x="365897" y="5660667"/>
                  </a:lnTo>
                  <a:lnTo>
                    <a:pt x="366015" y="5660667"/>
                  </a:lnTo>
                  <a:lnTo>
                    <a:pt x="366250" y="5660237"/>
                  </a:lnTo>
                  <a:lnTo>
                    <a:pt x="366368" y="5660237"/>
                  </a:lnTo>
                  <a:lnTo>
                    <a:pt x="366486" y="5660237"/>
                  </a:lnTo>
                  <a:lnTo>
                    <a:pt x="366603" y="5660237"/>
                  </a:lnTo>
                  <a:lnTo>
                    <a:pt x="366721" y="5660237"/>
                  </a:lnTo>
                  <a:lnTo>
                    <a:pt x="366838" y="5660237"/>
                  </a:lnTo>
                  <a:lnTo>
                    <a:pt x="366956" y="5660237"/>
                  </a:lnTo>
                  <a:lnTo>
                    <a:pt x="367074" y="5659806"/>
                  </a:lnTo>
                  <a:lnTo>
                    <a:pt x="367074" y="5659375"/>
                  </a:lnTo>
                  <a:lnTo>
                    <a:pt x="367426" y="5658945"/>
                  </a:lnTo>
                  <a:lnTo>
                    <a:pt x="367426" y="5658514"/>
                  </a:lnTo>
                  <a:lnTo>
                    <a:pt x="367662" y="5658084"/>
                  </a:lnTo>
                  <a:lnTo>
                    <a:pt x="367662" y="5657653"/>
                  </a:lnTo>
                  <a:lnTo>
                    <a:pt x="367779" y="5657653"/>
                  </a:lnTo>
                  <a:lnTo>
                    <a:pt x="367897" y="5657653"/>
                  </a:lnTo>
                  <a:lnTo>
                    <a:pt x="368015" y="5657653"/>
                  </a:lnTo>
                  <a:lnTo>
                    <a:pt x="368132" y="5657222"/>
                  </a:lnTo>
                  <a:lnTo>
                    <a:pt x="368250" y="5657222"/>
                  </a:lnTo>
                  <a:lnTo>
                    <a:pt x="368720" y="5657222"/>
                  </a:lnTo>
                  <a:lnTo>
                    <a:pt x="368838" y="5657222"/>
                  </a:lnTo>
                  <a:lnTo>
                    <a:pt x="368955" y="5657222"/>
                  </a:lnTo>
                  <a:lnTo>
                    <a:pt x="369073" y="5657222"/>
                  </a:lnTo>
                  <a:lnTo>
                    <a:pt x="369191" y="5657222"/>
                  </a:lnTo>
                  <a:lnTo>
                    <a:pt x="369308" y="5657222"/>
                  </a:lnTo>
                  <a:lnTo>
                    <a:pt x="369426" y="5657222"/>
                  </a:lnTo>
                  <a:lnTo>
                    <a:pt x="369544" y="5656792"/>
                  </a:lnTo>
                  <a:lnTo>
                    <a:pt x="369544" y="5655069"/>
                  </a:lnTo>
                  <a:lnTo>
                    <a:pt x="369779" y="5654208"/>
                  </a:lnTo>
                  <a:lnTo>
                    <a:pt x="369896" y="5653778"/>
                  </a:lnTo>
                  <a:lnTo>
                    <a:pt x="370014" y="5653778"/>
                  </a:lnTo>
                  <a:lnTo>
                    <a:pt x="370132" y="5653778"/>
                  </a:lnTo>
                  <a:lnTo>
                    <a:pt x="370132" y="5653347"/>
                  </a:lnTo>
                  <a:lnTo>
                    <a:pt x="370249" y="5653347"/>
                  </a:lnTo>
                  <a:lnTo>
                    <a:pt x="370249" y="5652916"/>
                  </a:lnTo>
                  <a:lnTo>
                    <a:pt x="370367" y="5652486"/>
                  </a:lnTo>
                  <a:lnTo>
                    <a:pt x="370602" y="5652486"/>
                  </a:lnTo>
                  <a:lnTo>
                    <a:pt x="371308" y="5652055"/>
                  </a:lnTo>
                  <a:lnTo>
                    <a:pt x="371308" y="5651625"/>
                  </a:lnTo>
                  <a:lnTo>
                    <a:pt x="371425" y="5651625"/>
                  </a:lnTo>
                  <a:lnTo>
                    <a:pt x="371661" y="5651625"/>
                  </a:lnTo>
                  <a:lnTo>
                    <a:pt x="371896" y="5651625"/>
                  </a:lnTo>
                  <a:lnTo>
                    <a:pt x="372013" y="5651625"/>
                  </a:lnTo>
                  <a:lnTo>
                    <a:pt x="372131" y="5650763"/>
                  </a:lnTo>
                  <a:lnTo>
                    <a:pt x="372601" y="5650763"/>
                  </a:lnTo>
                  <a:lnTo>
                    <a:pt x="372601" y="5650333"/>
                  </a:lnTo>
                  <a:lnTo>
                    <a:pt x="372837" y="5650333"/>
                  </a:lnTo>
                  <a:lnTo>
                    <a:pt x="373072" y="5650333"/>
                  </a:lnTo>
                  <a:lnTo>
                    <a:pt x="373190" y="5649902"/>
                  </a:lnTo>
                  <a:lnTo>
                    <a:pt x="373190" y="5649472"/>
                  </a:lnTo>
                  <a:lnTo>
                    <a:pt x="373190" y="5649041"/>
                  </a:lnTo>
                  <a:lnTo>
                    <a:pt x="373190" y="5648610"/>
                  </a:lnTo>
                  <a:lnTo>
                    <a:pt x="373307" y="5648610"/>
                  </a:lnTo>
                  <a:lnTo>
                    <a:pt x="373542" y="5648610"/>
                  </a:lnTo>
                  <a:lnTo>
                    <a:pt x="373778" y="5648180"/>
                  </a:lnTo>
                  <a:lnTo>
                    <a:pt x="374013" y="5647749"/>
                  </a:lnTo>
                  <a:lnTo>
                    <a:pt x="374013" y="5647319"/>
                  </a:lnTo>
                  <a:lnTo>
                    <a:pt x="374248" y="5647319"/>
                  </a:lnTo>
                  <a:lnTo>
                    <a:pt x="374248" y="5646888"/>
                  </a:lnTo>
                  <a:lnTo>
                    <a:pt x="374248" y="5646457"/>
                  </a:lnTo>
                  <a:lnTo>
                    <a:pt x="374366" y="5646027"/>
                  </a:lnTo>
                  <a:lnTo>
                    <a:pt x="374483" y="5646027"/>
                  </a:lnTo>
                  <a:lnTo>
                    <a:pt x="374601" y="5645596"/>
                  </a:lnTo>
                  <a:lnTo>
                    <a:pt x="374719" y="5645596"/>
                  </a:lnTo>
                  <a:lnTo>
                    <a:pt x="374836" y="5645166"/>
                  </a:lnTo>
                  <a:lnTo>
                    <a:pt x="375071" y="5645166"/>
                  </a:lnTo>
                  <a:lnTo>
                    <a:pt x="375307" y="5645166"/>
                  </a:lnTo>
                  <a:lnTo>
                    <a:pt x="375424" y="5645166"/>
                  </a:lnTo>
                  <a:lnTo>
                    <a:pt x="375542" y="5645166"/>
                  </a:lnTo>
                  <a:lnTo>
                    <a:pt x="375659" y="5644304"/>
                  </a:lnTo>
                  <a:lnTo>
                    <a:pt x="375659" y="5643874"/>
                  </a:lnTo>
                  <a:lnTo>
                    <a:pt x="375777" y="5643443"/>
                  </a:lnTo>
                  <a:lnTo>
                    <a:pt x="375895" y="5643443"/>
                  </a:lnTo>
                  <a:lnTo>
                    <a:pt x="376012" y="5642151"/>
                  </a:lnTo>
                  <a:lnTo>
                    <a:pt x="376248" y="5642151"/>
                  </a:lnTo>
                  <a:lnTo>
                    <a:pt x="376483" y="5642151"/>
                  </a:lnTo>
                  <a:lnTo>
                    <a:pt x="376600" y="5642151"/>
                  </a:lnTo>
                  <a:lnTo>
                    <a:pt x="376836" y="5641721"/>
                  </a:lnTo>
                  <a:lnTo>
                    <a:pt x="376953" y="5641290"/>
                  </a:lnTo>
                  <a:lnTo>
                    <a:pt x="377071" y="5641290"/>
                  </a:lnTo>
                  <a:lnTo>
                    <a:pt x="377188" y="5641290"/>
                  </a:lnTo>
                  <a:lnTo>
                    <a:pt x="377188" y="5640860"/>
                  </a:lnTo>
                  <a:lnTo>
                    <a:pt x="377424" y="5640860"/>
                  </a:lnTo>
                  <a:lnTo>
                    <a:pt x="377541" y="5640860"/>
                  </a:lnTo>
                  <a:lnTo>
                    <a:pt x="377541" y="5640429"/>
                  </a:lnTo>
                  <a:lnTo>
                    <a:pt x="377777" y="5640429"/>
                  </a:lnTo>
                  <a:lnTo>
                    <a:pt x="377894" y="5639998"/>
                  </a:lnTo>
                  <a:lnTo>
                    <a:pt x="377894" y="5639568"/>
                  </a:lnTo>
                  <a:lnTo>
                    <a:pt x="378012" y="5639568"/>
                  </a:lnTo>
                  <a:lnTo>
                    <a:pt x="378365" y="5639137"/>
                  </a:lnTo>
                  <a:lnTo>
                    <a:pt x="378835" y="5639137"/>
                  </a:lnTo>
                  <a:lnTo>
                    <a:pt x="378953" y="5639137"/>
                  </a:lnTo>
                  <a:lnTo>
                    <a:pt x="378953" y="5638707"/>
                  </a:lnTo>
                  <a:lnTo>
                    <a:pt x="379423" y="5637845"/>
                  </a:lnTo>
                  <a:lnTo>
                    <a:pt x="379423" y="5637415"/>
                  </a:lnTo>
                  <a:lnTo>
                    <a:pt x="379423" y="5636554"/>
                  </a:lnTo>
                  <a:lnTo>
                    <a:pt x="379776" y="5634831"/>
                  </a:lnTo>
                  <a:lnTo>
                    <a:pt x="379894" y="5634831"/>
                  </a:lnTo>
                  <a:lnTo>
                    <a:pt x="380011" y="5634831"/>
                  </a:lnTo>
                  <a:lnTo>
                    <a:pt x="380129" y="5634401"/>
                  </a:lnTo>
                  <a:lnTo>
                    <a:pt x="380246" y="5634401"/>
                  </a:lnTo>
                  <a:lnTo>
                    <a:pt x="380364" y="5634401"/>
                  </a:lnTo>
                  <a:lnTo>
                    <a:pt x="381187" y="5634401"/>
                  </a:lnTo>
                  <a:lnTo>
                    <a:pt x="381305" y="5634401"/>
                  </a:lnTo>
                  <a:lnTo>
                    <a:pt x="381305" y="5633970"/>
                  </a:lnTo>
                  <a:lnTo>
                    <a:pt x="381305" y="5633539"/>
                  </a:lnTo>
                  <a:lnTo>
                    <a:pt x="381423" y="5633539"/>
                  </a:lnTo>
                  <a:lnTo>
                    <a:pt x="381540" y="5633539"/>
                  </a:lnTo>
                  <a:lnTo>
                    <a:pt x="382246" y="5632678"/>
                  </a:lnTo>
                  <a:lnTo>
                    <a:pt x="382481" y="5632678"/>
                  </a:lnTo>
                  <a:lnTo>
                    <a:pt x="382481" y="5631386"/>
                  </a:lnTo>
                  <a:lnTo>
                    <a:pt x="382481" y="5630956"/>
                  </a:lnTo>
                  <a:lnTo>
                    <a:pt x="382834" y="5630525"/>
                  </a:lnTo>
                  <a:lnTo>
                    <a:pt x="383069" y="5630525"/>
                  </a:lnTo>
                  <a:lnTo>
                    <a:pt x="383187" y="5630525"/>
                  </a:lnTo>
                  <a:lnTo>
                    <a:pt x="383304" y="5630095"/>
                  </a:lnTo>
                  <a:lnTo>
                    <a:pt x="383540" y="5630095"/>
                  </a:lnTo>
                  <a:lnTo>
                    <a:pt x="383657" y="5630095"/>
                  </a:lnTo>
                  <a:lnTo>
                    <a:pt x="383657" y="5629664"/>
                  </a:lnTo>
                  <a:lnTo>
                    <a:pt x="384010" y="5629233"/>
                  </a:lnTo>
                  <a:lnTo>
                    <a:pt x="384010" y="5628803"/>
                  </a:lnTo>
                  <a:lnTo>
                    <a:pt x="384128" y="5628803"/>
                  </a:lnTo>
                  <a:lnTo>
                    <a:pt x="384245" y="5628372"/>
                  </a:lnTo>
                  <a:lnTo>
                    <a:pt x="384481" y="5628372"/>
                  </a:lnTo>
                  <a:lnTo>
                    <a:pt x="384598" y="5628372"/>
                  </a:lnTo>
                  <a:lnTo>
                    <a:pt x="384716" y="5628372"/>
                  </a:lnTo>
                  <a:lnTo>
                    <a:pt x="384951" y="5627942"/>
                  </a:lnTo>
                  <a:lnTo>
                    <a:pt x="385069" y="5627942"/>
                  </a:lnTo>
                  <a:lnTo>
                    <a:pt x="385186" y="5627942"/>
                  </a:lnTo>
                  <a:lnTo>
                    <a:pt x="385304" y="5627942"/>
                  </a:lnTo>
                  <a:lnTo>
                    <a:pt x="385421" y="5627942"/>
                  </a:lnTo>
                  <a:lnTo>
                    <a:pt x="385657" y="5627942"/>
                  </a:lnTo>
                  <a:lnTo>
                    <a:pt x="385657" y="5627511"/>
                  </a:lnTo>
                  <a:lnTo>
                    <a:pt x="385892" y="5626650"/>
                  </a:lnTo>
                  <a:lnTo>
                    <a:pt x="386245" y="5626650"/>
                  </a:lnTo>
                  <a:lnTo>
                    <a:pt x="386362" y="5626650"/>
                  </a:lnTo>
                  <a:lnTo>
                    <a:pt x="386480" y="5626650"/>
                  </a:lnTo>
                  <a:lnTo>
                    <a:pt x="386598" y="5626219"/>
                  </a:lnTo>
                  <a:lnTo>
                    <a:pt x="386715" y="5626219"/>
                  </a:lnTo>
                  <a:lnTo>
                    <a:pt x="386833" y="5625789"/>
                  </a:lnTo>
                  <a:lnTo>
                    <a:pt x="386950" y="5625789"/>
                  </a:lnTo>
                  <a:lnTo>
                    <a:pt x="387186" y="5624927"/>
                  </a:lnTo>
                  <a:lnTo>
                    <a:pt x="387303" y="5624497"/>
                  </a:lnTo>
                  <a:lnTo>
                    <a:pt x="387539" y="5624066"/>
                  </a:lnTo>
                  <a:lnTo>
                    <a:pt x="387656" y="5624066"/>
                  </a:lnTo>
                  <a:lnTo>
                    <a:pt x="387891" y="5623636"/>
                  </a:lnTo>
                  <a:lnTo>
                    <a:pt x="388009" y="5623636"/>
                  </a:lnTo>
                  <a:lnTo>
                    <a:pt x="388009" y="5623205"/>
                  </a:lnTo>
                  <a:lnTo>
                    <a:pt x="388127" y="5623205"/>
                  </a:lnTo>
                  <a:lnTo>
                    <a:pt x="388127" y="5622774"/>
                  </a:lnTo>
                  <a:lnTo>
                    <a:pt x="388244" y="5622344"/>
                  </a:lnTo>
                  <a:lnTo>
                    <a:pt x="388244" y="5621913"/>
                  </a:lnTo>
                  <a:lnTo>
                    <a:pt x="388362" y="5621913"/>
                  </a:lnTo>
                  <a:lnTo>
                    <a:pt x="388479" y="5621913"/>
                  </a:lnTo>
                  <a:lnTo>
                    <a:pt x="388597" y="5621483"/>
                  </a:lnTo>
                  <a:lnTo>
                    <a:pt x="388715" y="5621052"/>
                  </a:lnTo>
                  <a:lnTo>
                    <a:pt x="388832" y="5620621"/>
                  </a:lnTo>
                  <a:lnTo>
                    <a:pt x="389185" y="5620621"/>
                  </a:lnTo>
                  <a:lnTo>
                    <a:pt x="389420" y="5619330"/>
                  </a:lnTo>
                  <a:lnTo>
                    <a:pt x="389538" y="5618468"/>
                  </a:lnTo>
                  <a:lnTo>
                    <a:pt x="389891" y="5618468"/>
                  </a:lnTo>
                  <a:lnTo>
                    <a:pt x="390008" y="5618038"/>
                  </a:lnTo>
                  <a:lnTo>
                    <a:pt x="390244" y="5617607"/>
                  </a:lnTo>
                  <a:lnTo>
                    <a:pt x="390479" y="5617607"/>
                  </a:lnTo>
                  <a:lnTo>
                    <a:pt x="390479" y="5617177"/>
                  </a:lnTo>
                  <a:lnTo>
                    <a:pt x="390596" y="5617177"/>
                  </a:lnTo>
                  <a:lnTo>
                    <a:pt x="390596" y="5616746"/>
                  </a:lnTo>
                  <a:lnTo>
                    <a:pt x="390949" y="5616746"/>
                  </a:lnTo>
                  <a:lnTo>
                    <a:pt x="390949" y="5616315"/>
                  </a:lnTo>
                  <a:lnTo>
                    <a:pt x="390949" y="5615885"/>
                  </a:lnTo>
                  <a:lnTo>
                    <a:pt x="391302" y="5615454"/>
                  </a:lnTo>
                  <a:lnTo>
                    <a:pt x="391302" y="5615024"/>
                  </a:lnTo>
                  <a:lnTo>
                    <a:pt x="391302" y="5614593"/>
                  </a:lnTo>
                  <a:lnTo>
                    <a:pt x="391302" y="5614162"/>
                  </a:lnTo>
                  <a:lnTo>
                    <a:pt x="391655" y="5613732"/>
                  </a:lnTo>
                  <a:lnTo>
                    <a:pt x="392008" y="5612871"/>
                  </a:lnTo>
                  <a:lnTo>
                    <a:pt x="392008" y="5612440"/>
                  </a:lnTo>
                  <a:lnTo>
                    <a:pt x="392008" y="5612009"/>
                  </a:lnTo>
                  <a:lnTo>
                    <a:pt x="392361" y="5611579"/>
                  </a:lnTo>
                  <a:lnTo>
                    <a:pt x="392714" y="5611579"/>
                  </a:lnTo>
                  <a:lnTo>
                    <a:pt x="392714" y="5611148"/>
                  </a:lnTo>
                  <a:lnTo>
                    <a:pt x="392831" y="5610718"/>
                  </a:lnTo>
                  <a:lnTo>
                    <a:pt x="392831" y="5610287"/>
                  </a:lnTo>
                  <a:lnTo>
                    <a:pt x="393066" y="5609856"/>
                  </a:lnTo>
                  <a:lnTo>
                    <a:pt x="393066" y="5609426"/>
                  </a:lnTo>
                  <a:lnTo>
                    <a:pt x="393419" y="5609426"/>
                  </a:lnTo>
                  <a:lnTo>
                    <a:pt x="393537" y="5608995"/>
                  </a:lnTo>
                  <a:lnTo>
                    <a:pt x="393537" y="5608565"/>
                  </a:lnTo>
                  <a:lnTo>
                    <a:pt x="393654" y="5608565"/>
                  </a:lnTo>
                  <a:lnTo>
                    <a:pt x="394243" y="5607703"/>
                  </a:lnTo>
                  <a:lnTo>
                    <a:pt x="394243" y="5607273"/>
                  </a:lnTo>
                  <a:lnTo>
                    <a:pt x="394360" y="5607273"/>
                  </a:lnTo>
                  <a:lnTo>
                    <a:pt x="394595" y="5607273"/>
                  </a:lnTo>
                  <a:lnTo>
                    <a:pt x="394831" y="5607273"/>
                  </a:lnTo>
                  <a:lnTo>
                    <a:pt x="395066" y="5606842"/>
                  </a:lnTo>
                  <a:lnTo>
                    <a:pt x="395183" y="5606842"/>
                  </a:lnTo>
                  <a:lnTo>
                    <a:pt x="395301" y="5606842"/>
                  </a:lnTo>
                  <a:lnTo>
                    <a:pt x="395301" y="5606412"/>
                  </a:lnTo>
                  <a:lnTo>
                    <a:pt x="395654" y="5605981"/>
                  </a:lnTo>
                  <a:lnTo>
                    <a:pt x="395654" y="5605550"/>
                  </a:lnTo>
                  <a:lnTo>
                    <a:pt x="395772" y="5605120"/>
                  </a:lnTo>
                  <a:lnTo>
                    <a:pt x="395889" y="5604689"/>
                  </a:lnTo>
                  <a:lnTo>
                    <a:pt x="395889" y="5604259"/>
                  </a:lnTo>
                  <a:lnTo>
                    <a:pt x="396360" y="5603397"/>
                  </a:lnTo>
                  <a:lnTo>
                    <a:pt x="396595" y="5603397"/>
                  </a:lnTo>
                  <a:lnTo>
                    <a:pt x="396948" y="5602967"/>
                  </a:lnTo>
                  <a:lnTo>
                    <a:pt x="397065" y="5602967"/>
                  </a:lnTo>
                  <a:lnTo>
                    <a:pt x="397418" y="5602967"/>
                  </a:lnTo>
                  <a:lnTo>
                    <a:pt x="397771" y="5602536"/>
                  </a:lnTo>
                  <a:lnTo>
                    <a:pt x="397771" y="5602106"/>
                  </a:lnTo>
                  <a:lnTo>
                    <a:pt x="397889" y="5602106"/>
                  </a:lnTo>
                  <a:lnTo>
                    <a:pt x="398124" y="5602106"/>
                  </a:lnTo>
                  <a:lnTo>
                    <a:pt x="398359" y="5601244"/>
                  </a:lnTo>
                  <a:lnTo>
                    <a:pt x="398477" y="5601244"/>
                  </a:lnTo>
                  <a:lnTo>
                    <a:pt x="398477" y="5600814"/>
                  </a:lnTo>
                  <a:lnTo>
                    <a:pt x="398594" y="5600814"/>
                  </a:lnTo>
                  <a:lnTo>
                    <a:pt x="398712" y="5600814"/>
                  </a:lnTo>
                  <a:lnTo>
                    <a:pt x="399065" y="5600383"/>
                  </a:lnTo>
                  <a:lnTo>
                    <a:pt x="399182" y="5600383"/>
                  </a:lnTo>
                  <a:lnTo>
                    <a:pt x="399300" y="5600383"/>
                  </a:lnTo>
                  <a:lnTo>
                    <a:pt x="399418" y="5600383"/>
                  </a:lnTo>
                  <a:lnTo>
                    <a:pt x="399418" y="5599953"/>
                  </a:lnTo>
                  <a:lnTo>
                    <a:pt x="399770" y="5599953"/>
                  </a:lnTo>
                  <a:lnTo>
                    <a:pt x="399888" y="5599953"/>
                  </a:lnTo>
                  <a:lnTo>
                    <a:pt x="400123" y="5599522"/>
                  </a:lnTo>
                  <a:lnTo>
                    <a:pt x="400241" y="5599091"/>
                  </a:lnTo>
                  <a:lnTo>
                    <a:pt x="400241" y="5598661"/>
                  </a:lnTo>
                  <a:lnTo>
                    <a:pt x="400594" y="5598661"/>
                  </a:lnTo>
                  <a:lnTo>
                    <a:pt x="400594" y="5598230"/>
                  </a:lnTo>
                  <a:lnTo>
                    <a:pt x="400711" y="5598230"/>
                  </a:lnTo>
                  <a:lnTo>
                    <a:pt x="400829" y="5598230"/>
                  </a:lnTo>
                  <a:lnTo>
                    <a:pt x="400947" y="5598230"/>
                  </a:lnTo>
                  <a:lnTo>
                    <a:pt x="401064" y="5598230"/>
                  </a:lnTo>
                  <a:lnTo>
                    <a:pt x="401182" y="5597800"/>
                  </a:lnTo>
                  <a:lnTo>
                    <a:pt x="401299" y="5596938"/>
                  </a:lnTo>
                  <a:lnTo>
                    <a:pt x="401299" y="5596508"/>
                  </a:lnTo>
                  <a:lnTo>
                    <a:pt x="401299" y="5595647"/>
                  </a:lnTo>
                  <a:lnTo>
                    <a:pt x="401299" y="5595216"/>
                  </a:lnTo>
                  <a:lnTo>
                    <a:pt x="401652" y="5595216"/>
                  </a:lnTo>
                  <a:lnTo>
                    <a:pt x="401770" y="5594785"/>
                  </a:lnTo>
                  <a:lnTo>
                    <a:pt x="402005" y="5594785"/>
                  </a:lnTo>
                  <a:lnTo>
                    <a:pt x="402240" y="5594785"/>
                  </a:lnTo>
                  <a:lnTo>
                    <a:pt x="402593" y="5594785"/>
                  </a:lnTo>
                  <a:lnTo>
                    <a:pt x="402828" y="5594355"/>
                  </a:lnTo>
                  <a:lnTo>
                    <a:pt x="402828" y="5593924"/>
                  </a:lnTo>
                  <a:lnTo>
                    <a:pt x="403064" y="5593494"/>
                  </a:lnTo>
                  <a:lnTo>
                    <a:pt x="403064" y="5593063"/>
                  </a:lnTo>
                  <a:lnTo>
                    <a:pt x="403064" y="5592632"/>
                  </a:lnTo>
                  <a:lnTo>
                    <a:pt x="403181" y="5592632"/>
                  </a:lnTo>
                  <a:lnTo>
                    <a:pt x="403181" y="5592202"/>
                  </a:lnTo>
                  <a:lnTo>
                    <a:pt x="403181" y="5591771"/>
                  </a:lnTo>
                  <a:lnTo>
                    <a:pt x="403181" y="5591341"/>
                  </a:lnTo>
                  <a:lnTo>
                    <a:pt x="403299" y="5590910"/>
                  </a:lnTo>
                  <a:lnTo>
                    <a:pt x="403416" y="5590910"/>
                  </a:lnTo>
                  <a:lnTo>
                    <a:pt x="403416" y="5590479"/>
                  </a:lnTo>
                  <a:lnTo>
                    <a:pt x="403416" y="5590049"/>
                  </a:lnTo>
                  <a:lnTo>
                    <a:pt x="403652" y="5590049"/>
                  </a:lnTo>
                  <a:lnTo>
                    <a:pt x="403769" y="5590049"/>
                  </a:lnTo>
                  <a:lnTo>
                    <a:pt x="404122" y="5589618"/>
                  </a:lnTo>
                  <a:lnTo>
                    <a:pt x="404475" y="5589618"/>
                  </a:lnTo>
                  <a:lnTo>
                    <a:pt x="404828" y="5589188"/>
                  </a:lnTo>
                  <a:lnTo>
                    <a:pt x="404828" y="5588757"/>
                  </a:lnTo>
                  <a:lnTo>
                    <a:pt x="404945" y="5588757"/>
                  </a:lnTo>
                  <a:lnTo>
                    <a:pt x="405063" y="5588326"/>
                  </a:lnTo>
                  <a:lnTo>
                    <a:pt x="405298" y="5588326"/>
                  </a:lnTo>
                  <a:lnTo>
                    <a:pt x="405416" y="5587896"/>
                  </a:lnTo>
                  <a:lnTo>
                    <a:pt x="405416" y="5587465"/>
                  </a:lnTo>
                  <a:lnTo>
                    <a:pt x="405886" y="5587465"/>
                  </a:lnTo>
                  <a:lnTo>
                    <a:pt x="406239" y="5587465"/>
                  </a:lnTo>
                  <a:lnTo>
                    <a:pt x="406474" y="5587465"/>
                  </a:lnTo>
                  <a:lnTo>
                    <a:pt x="406592" y="5587465"/>
                  </a:lnTo>
                  <a:lnTo>
                    <a:pt x="406710" y="5586604"/>
                  </a:lnTo>
                  <a:lnTo>
                    <a:pt x="407062" y="5585743"/>
                  </a:lnTo>
                  <a:lnTo>
                    <a:pt x="407180" y="5584882"/>
                  </a:lnTo>
                  <a:lnTo>
                    <a:pt x="407298" y="5584882"/>
                  </a:lnTo>
                  <a:lnTo>
                    <a:pt x="407415" y="5584882"/>
                  </a:lnTo>
                  <a:lnTo>
                    <a:pt x="407768" y="5584020"/>
                  </a:lnTo>
                  <a:lnTo>
                    <a:pt x="408121" y="5584020"/>
                  </a:lnTo>
                  <a:lnTo>
                    <a:pt x="408356" y="5584020"/>
                  </a:lnTo>
                  <a:lnTo>
                    <a:pt x="409062" y="5583159"/>
                  </a:lnTo>
                  <a:lnTo>
                    <a:pt x="409180" y="5583159"/>
                  </a:lnTo>
                  <a:lnTo>
                    <a:pt x="409532" y="5583159"/>
                  </a:lnTo>
                  <a:lnTo>
                    <a:pt x="409532" y="5582298"/>
                  </a:lnTo>
                  <a:lnTo>
                    <a:pt x="409532" y="5581867"/>
                  </a:lnTo>
                  <a:lnTo>
                    <a:pt x="409650" y="5581437"/>
                  </a:lnTo>
                  <a:lnTo>
                    <a:pt x="410120" y="5581006"/>
                  </a:lnTo>
                  <a:lnTo>
                    <a:pt x="410356" y="5581006"/>
                  </a:lnTo>
                  <a:lnTo>
                    <a:pt x="410473" y="5580576"/>
                  </a:lnTo>
                  <a:lnTo>
                    <a:pt x="410591" y="5579714"/>
                  </a:lnTo>
                  <a:lnTo>
                    <a:pt x="410709" y="5579284"/>
                  </a:lnTo>
                  <a:lnTo>
                    <a:pt x="410826" y="5578853"/>
                  </a:lnTo>
                  <a:lnTo>
                    <a:pt x="411061" y="5578423"/>
                  </a:lnTo>
                  <a:lnTo>
                    <a:pt x="411061" y="5577992"/>
                  </a:lnTo>
                  <a:lnTo>
                    <a:pt x="411179" y="5577992"/>
                  </a:lnTo>
                  <a:lnTo>
                    <a:pt x="411179" y="5577561"/>
                  </a:lnTo>
                  <a:lnTo>
                    <a:pt x="411297" y="5577131"/>
                  </a:lnTo>
                  <a:lnTo>
                    <a:pt x="411414" y="5576700"/>
                  </a:lnTo>
                  <a:lnTo>
                    <a:pt x="411767" y="5576270"/>
                  </a:lnTo>
                  <a:lnTo>
                    <a:pt x="412002" y="5575839"/>
                  </a:lnTo>
                  <a:lnTo>
                    <a:pt x="412120" y="5575839"/>
                  </a:lnTo>
                  <a:lnTo>
                    <a:pt x="412590" y="5575408"/>
                  </a:lnTo>
                  <a:lnTo>
                    <a:pt x="412590" y="5574978"/>
                  </a:lnTo>
                  <a:lnTo>
                    <a:pt x="412708" y="5574547"/>
                  </a:lnTo>
                  <a:lnTo>
                    <a:pt x="412826" y="5574117"/>
                  </a:lnTo>
                  <a:lnTo>
                    <a:pt x="412943" y="5574117"/>
                  </a:lnTo>
                  <a:lnTo>
                    <a:pt x="413178" y="5573686"/>
                  </a:lnTo>
                  <a:lnTo>
                    <a:pt x="413414" y="5573255"/>
                  </a:lnTo>
                  <a:lnTo>
                    <a:pt x="413649" y="5573255"/>
                  </a:lnTo>
                  <a:lnTo>
                    <a:pt x="413884" y="5573255"/>
                  </a:lnTo>
                  <a:lnTo>
                    <a:pt x="414002" y="5572825"/>
                  </a:lnTo>
                  <a:lnTo>
                    <a:pt x="414119" y="5572825"/>
                  </a:lnTo>
                  <a:lnTo>
                    <a:pt x="414237" y="5572825"/>
                  </a:lnTo>
                  <a:lnTo>
                    <a:pt x="414355" y="5572825"/>
                  </a:lnTo>
                  <a:lnTo>
                    <a:pt x="414590" y="5571964"/>
                  </a:lnTo>
                  <a:lnTo>
                    <a:pt x="414707" y="5571964"/>
                  </a:lnTo>
                  <a:lnTo>
                    <a:pt x="414943" y="5570241"/>
                  </a:lnTo>
                  <a:lnTo>
                    <a:pt x="415295" y="5569380"/>
                  </a:lnTo>
                  <a:lnTo>
                    <a:pt x="415413" y="5569380"/>
                  </a:lnTo>
                  <a:lnTo>
                    <a:pt x="415648" y="5569380"/>
                  </a:lnTo>
                  <a:lnTo>
                    <a:pt x="416001" y="5568519"/>
                  </a:lnTo>
                  <a:lnTo>
                    <a:pt x="416001" y="5568088"/>
                  </a:lnTo>
                  <a:lnTo>
                    <a:pt x="416119" y="5567658"/>
                  </a:lnTo>
                  <a:lnTo>
                    <a:pt x="416354" y="5567658"/>
                  </a:lnTo>
                  <a:lnTo>
                    <a:pt x="416354" y="5567227"/>
                  </a:lnTo>
                  <a:lnTo>
                    <a:pt x="416472" y="5567227"/>
                  </a:lnTo>
                  <a:lnTo>
                    <a:pt x="416589" y="5567227"/>
                  </a:lnTo>
                  <a:lnTo>
                    <a:pt x="416707" y="5567227"/>
                  </a:lnTo>
                  <a:lnTo>
                    <a:pt x="416824" y="5567227"/>
                  </a:lnTo>
                  <a:lnTo>
                    <a:pt x="416824" y="5566796"/>
                  </a:lnTo>
                  <a:lnTo>
                    <a:pt x="417060" y="5566796"/>
                  </a:lnTo>
                  <a:lnTo>
                    <a:pt x="417177" y="5566796"/>
                  </a:lnTo>
                  <a:lnTo>
                    <a:pt x="417295" y="5566796"/>
                  </a:lnTo>
                  <a:lnTo>
                    <a:pt x="417295" y="5566366"/>
                  </a:lnTo>
                  <a:lnTo>
                    <a:pt x="417530" y="5566366"/>
                  </a:lnTo>
                  <a:lnTo>
                    <a:pt x="417648" y="5566366"/>
                  </a:lnTo>
                  <a:lnTo>
                    <a:pt x="417765" y="5566366"/>
                  </a:lnTo>
                  <a:lnTo>
                    <a:pt x="417765" y="5565935"/>
                  </a:lnTo>
                  <a:lnTo>
                    <a:pt x="417883" y="5565935"/>
                  </a:lnTo>
                  <a:lnTo>
                    <a:pt x="418118" y="5565935"/>
                  </a:lnTo>
                  <a:lnTo>
                    <a:pt x="418353" y="5565505"/>
                  </a:lnTo>
                  <a:lnTo>
                    <a:pt x="418353" y="5565074"/>
                  </a:lnTo>
                  <a:lnTo>
                    <a:pt x="418471" y="5565074"/>
                  </a:lnTo>
                  <a:lnTo>
                    <a:pt x="418589" y="5565074"/>
                  </a:lnTo>
                  <a:lnTo>
                    <a:pt x="418589" y="5564643"/>
                  </a:lnTo>
                  <a:lnTo>
                    <a:pt x="418824" y="5564213"/>
                  </a:lnTo>
                  <a:lnTo>
                    <a:pt x="419059" y="5564213"/>
                  </a:lnTo>
                  <a:lnTo>
                    <a:pt x="419177" y="5564213"/>
                  </a:lnTo>
                  <a:lnTo>
                    <a:pt x="419765" y="5564213"/>
                  </a:lnTo>
                  <a:lnTo>
                    <a:pt x="420470" y="5563782"/>
                  </a:lnTo>
                  <a:lnTo>
                    <a:pt x="420588" y="5563782"/>
                  </a:lnTo>
                  <a:lnTo>
                    <a:pt x="420706" y="5563352"/>
                  </a:lnTo>
                  <a:lnTo>
                    <a:pt x="421059" y="5563352"/>
                  </a:lnTo>
                  <a:lnTo>
                    <a:pt x="421176" y="5562921"/>
                  </a:lnTo>
                  <a:lnTo>
                    <a:pt x="421294" y="5562921"/>
                  </a:lnTo>
                  <a:lnTo>
                    <a:pt x="421294" y="5562490"/>
                  </a:lnTo>
                  <a:lnTo>
                    <a:pt x="421764" y="5562490"/>
                  </a:lnTo>
                  <a:lnTo>
                    <a:pt x="422470" y="5561629"/>
                  </a:lnTo>
                  <a:lnTo>
                    <a:pt x="422705" y="5561629"/>
                  </a:lnTo>
                  <a:lnTo>
                    <a:pt x="422940" y="5561629"/>
                  </a:lnTo>
                  <a:lnTo>
                    <a:pt x="423176" y="5561629"/>
                  </a:lnTo>
                  <a:lnTo>
                    <a:pt x="423176" y="5560337"/>
                  </a:lnTo>
                  <a:lnTo>
                    <a:pt x="423411" y="5560337"/>
                  </a:lnTo>
                  <a:lnTo>
                    <a:pt x="423646" y="5559907"/>
                  </a:lnTo>
                  <a:lnTo>
                    <a:pt x="423646" y="5559476"/>
                  </a:lnTo>
                  <a:lnTo>
                    <a:pt x="423764" y="5559476"/>
                  </a:lnTo>
                  <a:lnTo>
                    <a:pt x="423764" y="5559046"/>
                  </a:lnTo>
                  <a:lnTo>
                    <a:pt x="424117" y="5558184"/>
                  </a:lnTo>
                  <a:lnTo>
                    <a:pt x="424469" y="5557754"/>
                  </a:lnTo>
                  <a:lnTo>
                    <a:pt x="424587" y="5557754"/>
                  </a:lnTo>
                  <a:lnTo>
                    <a:pt x="424822" y="5557754"/>
                  </a:lnTo>
                  <a:lnTo>
                    <a:pt x="425057" y="5556893"/>
                  </a:lnTo>
                  <a:lnTo>
                    <a:pt x="425175" y="5556031"/>
                  </a:lnTo>
                  <a:lnTo>
                    <a:pt x="425293" y="5555601"/>
                  </a:lnTo>
                  <a:lnTo>
                    <a:pt x="425293" y="5554740"/>
                  </a:lnTo>
                  <a:lnTo>
                    <a:pt x="425293" y="5554309"/>
                  </a:lnTo>
                  <a:lnTo>
                    <a:pt x="425293" y="5553878"/>
                  </a:lnTo>
                  <a:lnTo>
                    <a:pt x="425528" y="5553878"/>
                  </a:lnTo>
                  <a:lnTo>
                    <a:pt x="425646" y="5553878"/>
                  </a:lnTo>
                  <a:lnTo>
                    <a:pt x="425646" y="5553448"/>
                  </a:lnTo>
                  <a:lnTo>
                    <a:pt x="425763" y="5553017"/>
                  </a:lnTo>
                  <a:lnTo>
                    <a:pt x="425881" y="5553017"/>
                  </a:lnTo>
                  <a:lnTo>
                    <a:pt x="425881" y="5552587"/>
                  </a:lnTo>
                  <a:lnTo>
                    <a:pt x="425998" y="5552156"/>
                  </a:lnTo>
                  <a:lnTo>
                    <a:pt x="425998" y="5551295"/>
                  </a:lnTo>
                  <a:lnTo>
                    <a:pt x="426116" y="5551295"/>
                  </a:lnTo>
                  <a:lnTo>
                    <a:pt x="426351" y="5551295"/>
                  </a:lnTo>
                  <a:lnTo>
                    <a:pt x="426469" y="5551295"/>
                  </a:lnTo>
                  <a:lnTo>
                    <a:pt x="426586" y="5551295"/>
                  </a:lnTo>
                  <a:lnTo>
                    <a:pt x="426822" y="5551295"/>
                  </a:lnTo>
                  <a:lnTo>
                    <a:pt x="426822" y="5550864"/>
                  </a:lnTo>
                  <a:lnTo>
                    <a:pt x="427175" y="5550434"/>
                  </a:lnTo>
                  <a:lnTo>
                    <a:pt x="427292" y="5550003"/>
                  </a:lnTo>
                  <a:lnTo>
                    <a:pt x="427292" y="5549572"/>
                  </a:lnTo>
                  <a:lnTo>
                    <a:pt x="427410" y="5549142"/>
                  </a:lnTo>
                  <a:lnTo>
                    <a:pt x="427527" y="5549142"/>
                  </a:lnTo>
                  <a:lnTo>
                    <a:pt x="427645" y="5549142"/>
                  </a:lnTo>
                  <a:lnTo>
                    <a:pt x="427763" y="5549142"/>
                  </a:lnTo>
                  <a:lnTo>
                    <a:pt x="427998" y="5549142"/>
                  </a:lnTo>
                  <a:lnTo>
                    <a:pt x="429056" y="5548281"/>
                  </a:lnTo>
                  <a:lnTo>
                    <a:pt x="429174" y="5548281"/>
                  </a:lnTo>
                  <a:lnTo>
                    <a:pt x="429174" y="5547419"/>
                  </a:lnTo>
                  <a:lnTo>
                    <a:pt x="429292" y="5547419"/>
                  </a:lnTo>
                  <a:lnTo>
                    <a:pt x="429527" y="5546989"/>
                  </a:lnTo>
                  <a:lnTo>
                    <a:pt x="429644" y="5546558"/>
                  </a:lnTo>
                  <a:lnTo>
                    <a:pt x="429644" y="5546128"/>
                  </a:lnTo>
                  <a:lnTo>
                    <a:pt x="429762" y="5545697"/>
                  </a:lnTo>
                  <a:lnTo>
                    <a:pt x="429880" y="5545697"/>
                  </a:lnTo>
                  <a:lnTo>
                    <a:pt x="429997" y="5545697"/>
                  </a:lnTo>
                  <a:lnTo>
                    <a:pt x="429997" y="5545266"/>
                  </a:lnTo>
                  <a:lnTo>
                    <a:pt x="430232" y="5544836"/>
                  </a:lnTo>
                  <a:lnTo>
                    <a:pt x="430350" y="5544405"/>
                  </a:lnTo>
                  <a:lnTo>
                    <a:pt x="430821" y="5543975"/>
                  </a:lnTo>
                  <a:lnTo>
                    <a:pt x="430938" y="5543975"/>
                  </a:lnTo>
                  <a:lnTo>
                    <a:pt x="431291" y="5543544"/>
                  </a:lnTo>
                  <a:lnTo>
                    <a:pt x="431761" y="5543113"/>
                  </a:lnTo>
                  <a:lnTo>
                    <a:pt x="431879" y="5542683"/>
                  </a:lnTo>
                  <a:lnTo>
                    <a:pt x="431997" y="5542683"/>
                  </a:lnTo>
                  <a:lnTo>
                    <a:pt x="432114" y="5541391"/>
                  </a:lnTo>
                  <a:lnTo>
                    <a:pt x="432114" y="5540960"/>
                  </a:lnTo>
                  <a:lnTo>
                    <a:pt x="432350" y="5540530"/>
                  </a:lnTo>
                  <a:lnTo>
                    <a:pt x="432467" y="5540530"/>
                  </a:lnTo>
                  <a:lnTo>
                    <a:pt x="432585" y="5540099"/>
                  </a:lnTo>
                  <a:lnTo>
                    <a:pt x="432702" y="5540099"/>
                  </a:lnTo>
                  <a:lnTo>
                    <a:pt x="432820" y="5540099"/>
                  </a:lnTo>
                  <a:lnTo>
                    <a:pt x="433290" y="5539669"/>
                  </a:lnTo>
                  <a:lnTo>
                    <a:pt x="433408" y="5539669"/>
                  </a:lnTo>
                  <a:lnTo>
                    <a:pt x="433643" y="5539669"/>
                  </a:lnTo>
                  <a:lnTo>
                    <a:pt x="433879" y="5539669"/>
                  </a:lnTo>
                  <a:lnTo>
                    <a:pt x="433996" y="5539238"/>
                  </a:lnTo>
                  <a:lnTo>
                    <a:pt x="433996" y="5538807"/>
                  </a:lnTo>
                  <a:lnTo>
                    <a:pt x="433996" y="5538377"/>
                  </a:lnTo>
                  <a:lnTo>
                    <a:pt x="434114" y="5538377"/>
                  </a:lnTo>
                  <a:lnTo>
                    <a:pt x="434114" y="5537946"/>
                  </a:lnTo>
                  <a:lnTo>
                    <a:pt x="434231" y="5537516"/>
                  </a:lnTo>
                  <a:lnTo>
                    <a:pt x="434467" y="5537085"/>
                  </a:lnTo>
                  <a:lnTo>
                    <a:pt x="434584" y="5536224"/>
                  </a:lnTo>
                  <a:lnTo>
                    <a:pt x="434584" y="5535793"/>
                  </a:lnTo>
                  <a:lnTo>
                    <a:pt x="434702" y="5535793"/>
                  </a:lnTo>
                  <a:lnTo>
                    <a:pt x="435525" y="5535363"/>
                  </a:lnTo>
                  <a:lnTo>
                    <a:pt x="435760" y="5535363"/>
                  </a:lnTo>
                  <a:lnTo>
                    <a:pt x="435760" y="5534501"/>
                  </a:lnTo>
                  <a:lnTo>
                    <a:pt x="436231" y="5534071"/>
                  </a:lnTo>
                  <a:lnTo>
                    <a:pt x="436348" y="5534071"/>
                  </a:lnTo>
                  <a:lnTo>
                    <a:pt x="436466" y="5534071"/>
                  </a:lnTo>
                  <a:lnTo>
                    <a:pt x="436701" y="5534071"/>
                  </a:lnTo>
                  <a:lnTo>
                    <a:pt x="436936" y="5534071"/>
                  </a:lnTo>
                  <a:lnTo>
                    <a:pt x="437525" y="5533640"/>
                  </a:lnTo>
                  <a:lnTo>
                    <a:pt x="437642" y="5533640"/>
                  </a:lnTo>
                  <a:lnTo>
                    <a:pt x="437760" y="5533640"/>
                  </a:lnTo>
                  <a:lnTo>
                    <a:pt x="437877" y="5533640"/>
                  </a:lnTo>
                  <a:lnTo>
                    <a:pt x="437995" y="5533640"/>
                  </a:lnTo>
                  <a:lnTo>
                    <a:pt x="438230" y="5533210"/>
                  </a:lnTo>
                  <a:lnTo>
                    <a:pt x="438230" y="5532779"/>
                  </a:lnTo>
                  <a:lnTo>
                    <a:pt x="438348" y="5532348"/>
                  </a:lnTo>
                  <a:lnTo>
                    <a:pt x="438465" y="5532348"/>
                  </a:lnTo>
                  <a:lnTo>
                    <a:pt x="438583" y="5532348"/>
                  </a:lnTo>
                  <a:lnTo>
                    <a:pt x="438701" y="5532348"/>
                  </a:lnTo>
                  <a:lnTo>
                    <a:pt x="438701" y="5531918"/>
                  </a:lnTo>
                  <a:lnTo>
                    <a:pt x="438701" y="5531487"/>
                  </a:lnTo>
                  <a:lnTo>
                    <a:pt x="439171" y="5531487"/>
                  </a:lnTo>
                  <a:lnTo>
                    <a:pt x="439289" y="5531487"/>
                  </a:lnTo>
                  <a:lnTo>
                    <a:pt x="439524" y="5531487"/>
                  </a:lnTo>
                  <a:lnTo>
                    <a:pt x="439642" y="5531487"/>
                  </a:lnTo>
                  <a:lnTo>
                    <a:pt x="439759" y="5530626"/>
                  </a:lnTo>
                  <a:lnTo>
                    <a:pt x="439994" y="5530626"/>
                  </a:lnTo>
                  <a:lnTo>
                    <a:pt x="440112" y="5530195"/>
                  </a:lnTo>
                  <a:lnTo>
                    <a:pt x="440230" y="5530195"/>
                  </a:lnTo>
                  <a:lnTo>
                    <a:pt x="440230" y="5529765"/>
                  </a:lnTo>
                  <a:lnTo>
                    <a:pt x="440347" y="5529765"/>
                  </a:lnTo>
                  <a:lnTo>
                    <a:pt x="440465" y="5529765"/>
                  </a:lnTo>
                  <a:lnTo>
                    <a:pt x="440583" y="5529765"/>
                  </a:lnTo>
                  <a:lnTo>
                    <a:pt x="440818" y="5529334"/>
                  </a:lnTo>
                  <a:lnTo>
                    <a:pt x="440818" y="5528473"/>
                  </a:lnTo>
                  <a:lnTo>
                    <a:pt x="441288" y="5528473"/>
                  </a:lnTo>
                  <a:lnTo>
                    <a:pt x="441641" y="5528473"/>
                  </a:lnTo>
                  <a:lnTo>
                    <a:pt x="441759" y="5528473"/>
                  </a:lnTo>
                  <a:lnTo>
                    <a:pt x="441759" y="5527181"/>
                  </a:lnTo>
                  <a:lnTo>
                    <a:pt x="441759" y="5526751"/>
                  </a:lnTo>
                  <a:lnTo>
                    <a:pt x="441759" y="5526320"/>
                  </a:lnTo>
                  <a:lnTo>
                    <a:pt x="441876" y="5525889"/>
                  </a:lnTo>
                  <a:lnTo>
                    <a:pt x="441994" y="5525889"/>
                  </a:lnTo>
                  <a:lnTo>
                    <a:pt x="442112" y="5525889"/>
                  </a:lnTo>
                  <a:lnTo>
                    <a:pt x="442229" y="5525889"/>
                  </a:lnTo>
                  <a:lnTo>
                    <a:pt x="442347" y="5525889"/>
                  </a:lnTo>
                  <a:lnTo>
                    <a:pt x="442700" y="5525028"/>
                  </a:lnTo>
                  <a:lnTo>
                    <a:pt x="442817" y="5525028"/>
                  </a:lnTo>
                  <a:lnTo>
                    <a:pt x="443170" y="5524598"/>
                  </a:lnTo>
                  <a:lnTo>
                    <a:pt x="443288" y="5524598"/>
                  </a:lnTo>
                  <a:lnTo>
                    <a:pt x="443288" y="5522445"/>
                  </a:lnTo>
                  <a:lnTo>
                    <a:pt x="443288" y="5522014"/>
                  </a:lnTo>
                  <a:lnTo>
                    <a:pt x="443405" y="5522014"/>
                  </a:lnTo>
                  <a:lnTo>
                    <a:pt x="443523" y="5521583"/>
                  </a:lnTo>
                  <a:lnTo>
                    <a:pt x="443523" y="5521153"/>
                  </a:lnTo>
                  <a:lnTo>
                    <a:pt x="443758" y="5520722"/>
                  </a:lnTo>
                  <a:lnTo>
                    <a:pt x="444111" y="5519861"/>
                  </a:lnTo>
                  <a:lnTo>
                    <a:pt x="444346" y="5519861"/>
                  </a:lnTo>
                  <a:lnTo>
                    <a:pt x="444464" y="5519000"/>
                  </a:lnTo>
                  <a:lnTo>
                    <a:pt x="444464" y="5518569"/>
                  </a:lnTo>
                  <a:lnTo>
                    <a:pt x="444934" y="5517277"/>
                  </a:lnTo>
                  <a:lnTo>
                    <a:pt x="445052" y="5517277"/>
                  </a:lnTo>
                  <a:lnTo>
                    <a:pt x="445287" y="5517277"/>
                  </a:lnTo>
                  <a:lnTo>
                    <a:pt x="445640" y="5515986"/>
                  </a:lnTo>
                  <a:lnTo>
                    <a:pt x="445758" y="5515555"/>
                  </a:lnTo>
                  <a:lnTo>
                    <a:pt x="445875" y="5515555"/>
                  </a:lnTo>
                  <a:lnTo>
                    <a:pt x="445993" y="5515124"/>
                  </a:lnTo>
                  <a:lnTo>
                    <a:pt x="446228" y="5515124"/>
                  </a:lnTo>
                  <a:lnTo>
                    <a:pt x="446228" y="5514694"/>
                  </a:lnTo>
                  <a:lnTo>
                    <a:pt x="446346" y="5514694"/>
                  </a:lnTo>
                  <a:lnTo>
                    <a:pt x="446463" y="5514694"/>
                  </a:lnTo>
                  <a:lnTo>
                    <a:pt x="446581" y="5514694"/>
                  </a:lnTo>
                  <a:lnTo>
                    <a:pt x="446698" y="5514694"/>
                  </a:lnTo>
                  <a:lnTo>
                    <a:pt x="446934" y="5514694"/>
                  </a:lnTo>
                  <a:lnTo>
                    <a:pt x="447169" y="5514694"/>
                  </a:lnTo>
                  <a:lnTo>
                    <a:pt x="447287" y="5513833"/>
                  </a:lnTo>
                  <a:lnTo>
                    <a:pt x="447287" y="5513402"/>
                  </a:lnTo>
                  <a:lnTo>
                    <a:pt x="447639" y="5513402"/>
                  </a:lnTo>
                  <a:lnTo>
                    <a:pt x="447639" y="5512971"/>
                  </a:lnTo>
                  <a:lnTo>
                    <a:pt x="447757" y="5512971"/>
                  </a:lnTo>
                  <a:lnTo>
                    <a:pt x="447875" y="5512110"/>
                  </a:lnTo>
                  <a:lnTo>
                    <a:pt x="448227" y="5510818"/>
                  </a:lnTo>
                  <a:lnTo>
                    <a:pt x="448227" y="5510388"/>
                  </a:lnTo>
                  <a:lnTo>
                    <a:pt x="448345" y="5510388"/>
                  </a:lnTo>
                  <a:lnTo>
                    <a:pt x="448698" y="5510388"/>
                  </a:lnTo>
                  <a:lnTo>
                    <a:pt x="448933" y="5509096"/>
                  </a:lnTo>
                  <a:lnTo>
                    <a:pt x="449168" y="5509096"/>
                  </a:lnTo>
                  <a:lnTo>
                    <a:pt x="449286" y="5508665"/>
                  </a:lnTo>
                  <a:lnTo>
                    <a:pt x="449521" y="5508665"/>
                  </a:lnTo>
                  <a:lnTo>
                    <a:pt x="449521" y="5507804"/>
                  </a:lnTo>
                  <a:lnTo>
                    <a:pt x="449992" y="5507804"/>
                  </a:lnTo>
                  <a:lnTo>
                    <a:pt x="450109" y="5507804"/>
                  </a:lnTo>
                  <a:lnTo>
                    <a:pt x="450580" y="5507804"/>
                  </a:lnTo>
                  <a:lnTo>
                    <a:pt x="451050" y="5507804"/>
                  </a:lnTo>
                  <a:lnTo>
                    <a:pt x="451285" y="5507374"/>
                  </a:lnTo>
                  <a:lnTo>
                    <a:pt x="451403" y="5507374"/>
                  </a:lnTo>
                  <a:lnTo>
                    <a:pt x="451521" y="5506943"/>
                  </a:lnTo>
                  <a:lnTo>
                    <a:pt x="451638" y="5506512"/>
                  </a:lnTo>
                  <a:lnTo>
                    <a:pt x="451756" y="5506082"/>
                  </a:lnTo>
                  <a:lnTo>
                    <a:pt x="451874" y="5506082"/>
                  </a:lnTo>
                  <a:lnTo>
                    <a:pt x="451991" y="5505221"/>
                  </a:lnTo>
                  <a:lnTo>
                    <a:pt x="452226" y="5505221"/>
                  </a:lnTo>
                  <a:lnTo>
                    <a:pt x="452226" y="5504790"/>
                  </a:lnTo>
                  <a:lnTo>
                    <a:pt x="452344" y="5504790"/>
                  </a:lnTo>
                  <a:lnTo>
                    <a:pt x="452344" y="5504359"/>
                  </a:lnTo>
                  <a:lnTo>
                    <a:pt x="452344" y="5503929"/>
                  </a:lnTo>
                  <a:lnTo>
                    <a:pt x="452462" y="5503068"/>
                  </a:lnTo>
                  <a:lnTo>
                    <a:pt x="452814" y="5502637"/>
                  </a:lnTo>
                  <a:lnTo>
                    <a:pt x="452814" y="5502206"/>
                  </a:lnTo>
                  <a:lnTo>
                    <a:pt x="452814" y="5500484"/>
                  </a:lnTo>
                  <a:lnTo>
                    <a:pt x="453050" y="5500484"/>
                  </a:lnTo>
                  <a:lnTo>
                    <a:pt x="453638" y="5500053"/>
                  </a:lnTo>
                  <a:lnTo>
                    <a:pt x="453638" y="5499623"/>
                  </a:lnTo>
                  <a:lnTo>
                    <a:pt x="453755" y="5499623"/>
                  </a:lnTo>
                  <a:lnTo>
                    <a:pt x="454108" y="5499623"/>
                  </a:lnTo>
                  <a:lnTo>
                    <a:pt x="454226" y="5499623"/>
                  </a:lnTo>
                  <a:lnTo>
                    <a:pt x="454461" y="5499192"/>
                  </a:lnTo>
                  <a:lnTo>
                    <a:pt x="454696" y="5499192"/>
                  </a:lnTo>
                  <a:lnTo>
                    <a:pt x="455049" y="5499192"/>
                  </a:lnTo>
                  <a:lnTo>
                    <a:pt x="455402" y="5499192"/>
                  </a:lnTo>
                  <a:lnTo>
                    <a:pt x="455872" y="5499192"/>
                  </a:lnTo>
                  <a:lnTo>
                    <a:pt x="455990" y="5499192"/>
                  </a:lnTo>
                  <a:lnTo>
                    <a:pt x="456108" y="5499192"/>
                  </a:lnTo>
                  <a:lnTo>
                    <a:pt x="456460" y="5499192"/>
                  </a:lnTo>
                  <a:lnTo>
                    <a:pt x="456460" y="5498762"/>
                  </a:lnTo>
                  <a:lnTo>
                    <a:pt x="456578" y="5497900"/>
                  </a:lnTo>
                  <a:lnTo>
                    <a:pt x="456696" y="5497900"/>
                  </a:lnTo>
                  <a:lnTo>
                    <a:pt x="456813" y="5497900"/>
                  </a:lnTo>
                  <a:lnTo>
                    <a:pt x="457049" y="5497039"/>
                  </a:lnTo>
                  <a:lnTo>
                    <a:pt x="457049" y="5496609"/>
                  </a:lnTo>
                  <a:lnTo>
                    <a:pt x="457049" y="5496178"/>
                  </a:lnTo>
                  <a:lnTo>
                    <a:pt x="457166" y="5496178"/>
                  </a:lnTo>
                  <a:lnTo>
                    <a:pt x="457166" y="5495747"/>
                  </a:lnTo>
                  <a:lnTo>
                    <a:pt x="457401" y="5495747"/>
                  </a:lnTo>
                  <a:lnTo>
                    <a:pt x="457519" y="5495747"/>
                  </a:lnTo>
                  <a:lnTo>
                    <a:pt x="457754" y="5495317"/>
                  </a:lnTo>
                  <a:lnTo>
                    <a:pt x="457872" y="5494886"/>
                  </a:lnTo>
                  <a:lnTo>
                    <a:pt x="458225" y="5494886"/>
                  </a:lnTo>
                  <a:lnTo>
                    <a:pt x="458342" y="5494025"/>
                  </a:lnTo>
                  <a:lnTo>
                    <a:pt x="458460" y="5493594"/>
                  </a:lnTo>
                  <a:lnTo>
                    <a:pt x="458578" y="5493594"/>
                  </a:lnTo>
                  <a:lnTo>
                    <a:pt x="458695" y="5493594"/>
                  </a:lnTo>
                  <a:lnTo>
                    <a:pt x="458813" y="5493594"/>
                  </a:lnTo>
                  <a:lnTo>
                    <a:pt x="458930" y="5493594"/>
                  </a:lnTo>
                  <a:lnTo>
                    <a:pt x="459283" y="5492733"/>
                  </a:lnTo>
                  <a:lnTo>
                    <a:pt x="459518" y="5492303"/>
                  </a:lnTo>
                  <a:lnTo>
                    <a:pt x="459636" y="5491872"/>
                  </a:lnTo>
                  <a:lnTo>
                    <a:pt x="459871" y="5491872"/>
                  </a:lnTo>
                  <a:lnTo>
                    <a:pt x="460107" y="5491872"/>
                  </a:lnTo>
                  <a:lnTo>
                    <a:pt x="460342" y="5491872"/>
                  </a:lnTo>
                  <a:lnTo>
                    <a:pt x="460459" y="5491872"/>
                  </a:lnTo>
                  <a:lnTo>
                    <a:pt x="460577" y="5491872"/>
                  </a:lnTo>
                  <a:lnTo>
                    <a:pt x="460695" y="5491872"/>
                  </a:lnTo>
                  <a:lnTo>
                    <a:pt x="460695" y="5491441"/>
                  </a:lnTo>
                  <a:lnTo>
                    <a:pt x="460695" y="5490580"/>
                  </a:lnTo>
                  <a:lnTo>
                    <a:pt x="460812" y="5490580"/>
                  </a:lnTo>
                  <a:lnTo>
                    <a:pt x="460930" y="5490150"/>
                  </a:lnTo>
                  <a:lnTo>
                    <a:pt x="461165" y="5489719"/>
                  </a:lnTo>
                  <a:lnTo>
                    <a:pt x="461165" y="5489288"/>
                  </a:lnTo>
                  <a:lnTo>
                    <a:pt x="461753" y="5487997"/>
                  </a:lnTo>
                  <a:lnTo>
                    <a:pt x="461988" y="5487135"/>
                  </a:lnTo>
                  <a:lnTo>
                    <a:pt x="462341" y="5487135"/>
                  </a:lnTo>
                  <a:lnTo>
                    <a:pt x="462576" y="5487135"/>
                  </a:lnTo>
                  <a:lnTo>
                    <a:pt x="462694" y="5486705"/>
                  </a:lnTo>
                  <a:lnTo>
                    <a:pt x="462694" y="5485413"/>
                  </a:lnTo>
                  <a:lnTo>
                    <a:pt x="462812" y="5485413"/>
                  </a:lnTo>
                  <a:lnTo>
                    <a:pt x="462929" y="5485413"/>
                  </a:lnTo>
                  <a:lnTo>
                    <a:pt x="462929" y="5484982"/>
                  </a:lnTo>
                  <a:lnTo>
                    <a:pt x="462929" y="5484121"/>
                  </a:lnTo>
                  <a:lnTo>
                    <a:pt x="462929" y="5483691"/>
                  </a:lnTo>
                  <a:lnTo>
                    <a:pt x="463164" y="5483260"/>
                  </a:lnTo>
                  <a:lnTo>
                    <a:pt x="463282" y="5482829"/>
                  </a:lnTo>
                  <a:lnTo>
                    <a:pt x="463517" y="5482829"/>
                  </a:lnTo>
                  <a:lnTo>
                    <a:pt x="463635" y="5482399"/>
                  </a:lnTo>
                  <a:lnTo>
                    <a:pt x="463635" y="5481538"/>
                  </a:lnTo>
                  <a:lnTo>
                    <a:pt x="463753" y="5481538"/>
                  </a:lnTo>
                  <a:lnTo>
                    <a:pt x="463753" y="5481107"/>
                  </a:lnTo>
                  <a:lnTo>
                    <a:pt x="463988" y="5480246"/>
                  </a:lnTo>
                  <a:lnTo>
                    <a:pt x="463988" y="5479815"/>
                  </a:lnTo>
                  <a:lnTo>
                    <a:pt x="464105" y="5479385"/>
                  </a:lnTo>
                  <a:lnTo>
                    <a:pt x="464223" y="5479385"/>
                  </a:lnTo>
                  <a:lnTo>
                    <a:pt x="464341" y="5478954"/>
                  </a:lnTo>
                  <a:lnTo>
                    <a:pt x="464458" y="5478954"/>
                  </a:lnTo>
                  <a:lnTo>
                    <a:pt x="464458" y="5478523"/>
                  </a:lnTo>
                  <a:lnTo>
                    <a:pt x="464576" y="5478523"/>
                  </a:lnTo>
                  <a:lnTo>
                    <a:pt x="464811" y="5478093"/>
                  </a:lnTo>
                  <a:lnTo>
                    <a:pt x="464929" y="5477662"/>
                  </a:lnTo>
                  <a:lnTo>
                    <a:pt x="464929" y="5477232"/>
                  </a:lnTo>
                  <a:lnTo>
                    <a:pt x="465046" y="5477232"/>
                  </a:lnTo>
                  <a:lnTo>
                    <a:pt x="465164" y="5477232"/>
                  </a:lnTo>
                  <a:lnTo>
                    <a:pt x="465164" y="5476801"/>
                  </a:lnTo>
                  <a:lnTo>
                    <a:pt x="465164" y="5476370"/>
                  </a:lnTo>
                  <a:lnTo>
                    <a:pt x="465634" y="5476370"/>
                  </a:lnTo>
                  <a:lnTo>
                    <a:pt x="465870" y="5476370"/>
                  </a:lnTo>
                  <a:lnTo>
                    <a:pt x="465987" y="5476370"/>
                  </a:lnTo>
                  <a:lnTo>
                    <a:pt x="466105" y="5475940"/>
                  </a:lnTo>
                  <a:lnTo>
                    <a:pt x="466222" y="5475940"/>
                  </a:lnTo>
                  <a:lnTo>
                    <a:pt x="466222" y="5475509"/>
                  </a:lnTo>
                  <a:lnTo>
                    <a:pt x="466458" y="5475509"/>
                  </a:lnTo>
                  <a:lnTo>
                    <a:pt x="466575" y="5474648"/>
                  </a:lnTo>
                  <a:lnTo>
                    <a:pt x="466811" y="5474217"/>
                  </a:lnTo>
                  <a:lnTo>
                    <a:pt x="466811" y="5473356"/>
                  </a:lnTo>
                  <a:lnTo>
                    <a:pt x="467281" y="5472926"/>
                  </a:lnTo>
                  <a:lnTo>
                    <a:pt x="467281" y="5472064"/>
                  </a:lnTo>
                  <a:lnTo>
                    <a:pt x="467399" y="5471634"/>
                  </a:lnTo>
                  <a:lnTo>
                    <a:pt x="467634" y="5471203"/>
                  </a:lnTo>
                  <a:lnTo>
                    <a:pt x="468104" y="5471203"/>
                  </a:lnTo>
                  <a:lnTo>
                    <a:pt x="468575" y="5471203"/>
                  </a:lnTo>
                  <a:lnTo>
                    <a:pt x="468810" y="5471203"/>
                  </a:lnTo>
                  <a:lnTo>
                    <a:pt x="468810" y="5470342"/>
                  </a:lnTo>
                  <a:lnTo>
                    <a:pt x="468810" y="5469481"/>
                  </a:lnTo>
                  <a:lnTo>
                    <a:pt x="468928" y="5469481"/>
                  </a:lnTo>
                  <a:lnTo>
                    <a:pt x="469163" y="5469050"/>
                  </a:lnTo>
                  <a:lnTo>
                    <a:pt x="469398" y="5468189"/>
                  </a:lnTo>
                  <a:lnTo>
                    <a:pt x="469516" y="5468189"/>
                  </a:lnTo>
                  <a:lnTo>
                    <a:pt x="469516" y="5467758"/>
                  </a:lnTo>
                  <a:lnTo>
                    <a:pt x="469516" y="5467328"/>
                  </a:lnTo>
                  <a:lnTo>
                    <a:pt x="469516" y="5466897"/>
                  </a:lnTo>
                  <a:lnTo>
                    <a:pt x="469633" y="5466467"/>
                  </a:lnTo>
                  <a:lnTo>
                    <a:pt x="469868" y="5466467"/>
                  </a:lnTo>
                  <a:lnTo>
                    <a:pt x="470221" y="5466036"/>
                  </a:lnTo>
                  <a:lnTo>
                    <a:pt x="470457" y="5466036"/>
                  </a:lnTo>
                  <a:lnTo>
                    <a:pt x="470692" y="5465175"/>
                  </a:lnTo>
                  <a:lnTo>
                    <a:pt x="470809" y="5465175"/>
                  </a:lnTo>
                  <a:lnTo>
                    <a:pt x="470927" y="5464744"/>
                  </a:lnTo>
                  <a:lnTo>
                    <a:pt x="470927" y="5464314"/>
                  </a:lnTo>
                  <a:lnTo>
                    <a:pt x="471045" y="5463883"/>
                  </a:lnTo>
                  <a:lnTo>
                    <a:pt x="471280" y="5463883"/>
                  </a:lnTo>
                  <a:lnTo>
                    <a:pt x="471515" y="5463452"/>
                  </a:lnTo>
                  <a:lnTo>
                    <a:pt x="471633" y="5463022"/>
                  </a:lnTo>
                  <a:lnTo>
                    <a:pt x="471868" y="5462591"/>
                  </a:lnTo>
                  <a:lnTo>
                    <a:pt x="471986" y="5462591"/>
                  </a:lnTo>
                  <a:lnTo>
                    <a:pt x="472103" y="5462591"/>
                  </a:lnTo>
                  <a:lnTo>
                    <a:pt x="472221" y="5461730"/>
                  </a:lnTo>
                  <a:lnTo>
                    <a:pt x="472338" y="5461730"/>
                  </a:lnTo>
                  <a:lnTo>
                    <a:pt x="472574" y="5461299"/>
                  </a:lnTo>
                  <a:lnTo>
                    <a:pt x="472574" y="5460869"/>
                  </a:lnTo>
                  <a:lnTo>
                    <a:pt x="472574" y="5460438"/>
                  </a:lnTo>
                  <a:lnTo>
                    <a:pt x="472574" y="5460008"/>
                  </a:lnTo>
                  <a:lnTo>
                    <a:pt x="472574" y="5459146"/>
                  </a:lnTo>
                  <a:lnTo>
                    <a:pt x="472691" y="5458716"/>
                  </a:lnTo>
                  <a:lnTo>
                    <a:pt x="472809" y="5458285"/>
                  </a:lnTo>
                  <a:lnTo>
                    <a:pt x="473044" y="5458285"/>
                  </a:lnTo>
                  <a:lnTo>
                    <a:pt x="473162" y="5458285"/>
                  </a:lnTo>
                  <a:lnTo>
                    <a:pt x="473279" y="5457855"/>
                  </a:lnTo>
                  <a:lnTo>
                    <a:pt x="473397" y="5457424"/>
                  </a:lnTo>
                  <a:lnTo>
                    <a:pt x="473632" y="5456993"/>
                  </a:lnTo>
                  <a:lnTo>
                    <a:pt x="473985" y="5456993"/>
                  </a:lnTo>
                  <a:lnTo>
                    <a:pt x="474103" y="5456993"/>
                  </a:lnTo>
                  <a:lnTo>
                    <a:pt x="474808" y="5456993"/>
                  </a:lnTo>
                  <a:lnTo>
                    <a:pt x="475044" y="5456563"/>
                  </a:lnTo>
                  <a:lnTo>
                    <a:pt x="475514" y="5455702"/>
                  </a:lnTo>
                  <a:lnTo>
                    <a:pt x="475632" y="5455271"/>
                  </a:lnTo>
                  <a:lnTo>
                    <a:pt x="475984" y="5455271"/>
                  </a:lnTo>
                  <a:lnTo>
                    <a:pt x="475984" y="5454840"/>
                  </a:lnTo>
                  <a:lnTo>
                    <a:pt x="476102" y="5454840"/>
                  </a:lnTo>
                  <a:lnTo>
                    <a:pt x="476337" y="5454410"/>
                  </a:lnTo>
                  <a:lnTo>
                    <a:pt x="477043" y="5453979"/>
                  </a:lnTo>
                  <a:lnTo>
                    <a:pt x="477043" y="5453549"/>
                  </a:lnTo>
                  <a:lnTo>
                    <a:pt x="477278" y="5453118"/>
                  </a:lnTo>
                  <a:lnTo>
                    <a:pt x="477396" y="5451826"/>
                  </a:lnTo>
                  <a:lnTo>
                    <a:pt x="477749" y="5451396"/>
                  </a:lnTo>
                  <a:lnTo>
                    <a:pt x="477866" y="5451396"/>
                  </a:lnTo>
                  <a:lnTo>
                    <a:pt x="478101" y="5451396"/>
                  </a:lnTo>
                  <a:lnTo>
                    <a:pt x="478219" y="5451396"/>
                  </a:lnTo>
                  <a:lnTo>
                    <a:pt x="478337" y="5450965"/>
                  </a:lnTo>
                  <a:lnTo>
                    <a:pt x="478807" y="5450534"/>
                  </a:lnTo>
                  <a:lnTo>
                    <a:pt x="478807" y="5450104"/>
                  </a:lnTo>
                  <a:lnTo>
                    <a:pt x="478925" y="5450104"/>
                  </a:lnTo>
                  <a:lnTo>
                    <a:pt x="479042" y="5450104"/>
                  </a:lnTo>
                  <a:lnTo>
                    <a:pt x="479278" y="5449673"/>
                  </a:lnTo>
                  <a:lnTo>
                    <a:pt x="479278" y="5449243"/>
                  </a:lnTo>
                  <a:lnTo>
                    <a:pt x="480101" y="5447090"/>
                  </a:lnTo>
                  <a:lnTo>
                    <a:pt x="480219" y="5447090"/>
                  </a:lnTo>
                  <a:lnTo>
                    <a:pt x="480336" y="5447090"/>
                  </a:lnTo>
                  <a:lnTo>
                    <a:pt x="480571" y="5447090"/>
                  </a:lnTo>
                  <a:lnTo>
                    <a:pt x="480689" y="5447090"/>
                  </a:lnTo>
                  <a:lnTo>
                    <a:pt x="480807" y="5447090"/>
                  </a:lnTo>
                  <a:lnTo>
                    <a:pt x="480924" y="5447090"/>
                  </a:lnTo>
                  <a:lnTo>
                    <a:pt x="481042" y="5447090"/>
                  </a:lnTo>
                  <a:lnTo>
                    <a:pt x="481159" y="5447090"/>
                  </a:lnTo>
                  <a:lnTo>
                    <a:pt x="481277" y="5447090"/>
                  </a:lnTo>
                  <a:lnTo>
                    <a:pt x="481395" y="5447090"/>
                  </a:lnTo>
                  <a:lnTo>
                    <a:pt x="481748" y="5447090"/>
                  </a:lnTo>
                  <a:lnTo>
                    <a:pt x="481865" y="5447090"/>
                  </a:lnTo>
                  <a:lnTo>
                    <a:pt x="481983" y="5447090"/>
                  </a:lnTo>
                  <a:lnTo>
                    <a:pt x="482218" y="5446228"/>
                  </a:lnTo>
                  <a:lnTo>
                    <a:pt x="482336" y="5445798"/>
                  </a:lnTo>
                  <a:lnTo>
                    <a:pt x="482336" y="5445367"/>
                  </a:lnTo>
                  <a:lnTo>
                    <a:pt x="482336" y="5444506"/>
                  </a:lnTo>
                  <a:lnTo>
                    <a:pt x="482688" y="5444506"/>
                  </a:lnTo>
                  <a:lnTo>
                    <a:pt x="482688" y="5444075"/>
                  </a:lnTo>
                  <a:lnTo>
                    <a:pt x="483159" y="5443645"/>
                  </a:lnTo>
                  <a:lnTo>
                    <a:pt x="483394" y="5443645"/>
                  </a:lnTo>
                  <a:lnTo>
                    <a:pt x="483512" y="5443645"/>
                  </a:lnTo>
                  <a:lnTo>
                    <a:pt x="484100" y="5443214"/>
                  </a:lnTo>
                  <a:lnTo>
                    <a:pt x="484335" y="5443214"/>
                  </a:lnTo>
                  <a:lnTo>
                    <a:pt x="484453" y="5443214"/>
                  </a:lnTo>
                  <a:lnTo>
                    <a:pt x="484570" y="5442784"/>
                  </a:lnTo>
                  <a:lnTo>
                    <a:pt x="484688" y="5442353"/>
                  </a:lnTo>
                  <a:lnTo>
                    <a:pt x="484923" y="5442353"/>
                  </a:lnTo>
                  <a:lnTo>
                    <a:pt x="485041" y="5442353"/>
                  </a:lnTo>
                  <a:lnTo>
                    <a:pt x="485158" y="5441922"/>
                  </a:lnTo>
                  <a:lnTo>
                    <a:pt x="485158" y="5441061"/>
                  </a:lnTo>
                  <a:lnTo>
                    <a:pt x="485394" y="5440631"/>
                  </a:lnTo>
                  <a:lnTo>
                    <a:pt x="485511" y="5440631"/>
                  </a:lnTo>
                  <a:lnTo>
                    <a:pt x="485511" y="5440200"/>
                  </a:lnTo>
                  <a:lnTo>
                    <a:pt x="485511" y="5439769"/>
                  </a:lnTo>
                  <a:lnTo>
                    <a:pt x="485629" y="5439769"/>
                  </a:lnTo>
                  <a:lnTo>
                    <a:pt x="485746" y="5438908"/>
                  </a:lnTo>
                  <a:lnTo>
                    <a:pt x="485982" y="5438908"/>
                  </a:lnTo>
                  <a:lnTo>
                    <a:pt x="486099" y="5438908"/>
                  </a:lnTo>
                  <a:lnTo>
                    <a:pt x="486099" y="5438478"/>
                  </a:lnTo>
                  <a:lnTo>
                    <a:pt x="486334" y="5438047"/>
                  </a:lnTo>
                  <a:lnTo>
                    <a:pt x="486452" y="5438047"/>
                  </a:lnTo>
                  <a:lnTo>
                    <a:pt x="486923" y="5437616"/>
                  </a:lnTo>
                  <a:lnTo>
                    <a:pt x="487040" y="5437616"/>
                  </a:lnTo>
                  <a:lnTo>
                    <a:pt x="487158" y="5437186"/>
                  </a:lnTo>
                  <a:lnTo>
                    <a:pt x="487393" y="5437186"/>
                  </a:lnTo>
                  <a:lnTo>
                    <a:pt x="487628" y="5437186"/>
                  </a:lnTo>
                  <a:lnTo>
                    <a:pt x="487981" y="5436755"/>
                  </a:lnTo>
                  <a:lnTo>
                    <a:pt x="488099" y="5436755"/>
                  </a:lnTo>
                  <a:lnTo>
                    <a:pt x="488099" y="5436325"/>
                  </a:lnTo>
                  <a:lnTo>
                    <a:pt x="488334" y="5436325"/>
                  </a:lnTo>
                  <a:lnTo>
                    <a:pt x="488687" y="5435894"/>
                  </a:lnTo>
                  <a:lnTo>
                    <a:pt x="488922" y="5435463"/>
                  </a:lnTo>
                  <a:lnTo>
                    <a:pt x="489275" y="5435033"/>
                  </a:lnTo>
                  <a:lnTo>
                    <a:pt x="489275" y="5434602"/>
                  </a:lnTo>
                  <a:lnTo>
                    <a:pt x="489628" y="5434172"/>
                  </a:lnTo>
                  <a:lnTo>
                    <a:pt x="489628" y="5433741"/>
                  </a:lnTo>
                  <a:lnTo>
                    <a:pt x="489863" y="5432880"/>
                  </a:lnTo>
                  <a:lnTo>
                    <a:pt x="489863" y="5432449"/>
                  </a:lnTo>
                  <a:lnTo>
                    <a:pt x="489981" y="5432449"/>
                  </a:lnTo>
                  <a:lnTo>
                    <a:pt x="490098" y="5432449"/>
                  </a:lnTo>
                  <a:lnTo>
                    <a:pt x="490216" y="5432019"/>
                  </a:lnTo>
                  <a:lnTo>
                    <a:pt x="490216" y="5431157"/>
                  </a:lnTo>
                  <a:lnTo>
                    <a:pt x="490216" y="5430727"/>
                  </a:lnTo>
                  <a:lnTo>
                    <a:pt x="490451" y="5430727"/>
                  </a:lnTo>
                  <a:lnTo>
                    <a:pt x="490569" y="5430727"/>
                  </a:lnTo>
                  <a:lnTo>
                    <a:pt x="490569" y="5430296"/>
                  </a:lnTo>
                  <a:lnTo>
                    <a:pt x="490921" y="5429004"/>
                  </a:lnTo>
                  <a:lnTo>
                    <a:pt x="490921" y="5428574"/>
                  </a:lnTo>
                  <a:lnTo>
                    <a:pt x="491274" y="5427282"/>
                  </a:lnTo>
                  <a:lnTo>
                    <a:pt x="491627" y="5425990"/>
                  </a:lnTo>
                  <a:lnTo>
                    <a:pt x="491627" y="5425560"/>
                  </a:lnTo>
                  <a:lnTo>
                    <a:pt x="491745" y="5425560"/>
                  </a:lnTo>
                  <a:lnTo>
                    <a:pt x="491980" y="5425560"/>
                  </a:lnTo>
                  <a:lnTo>
                    <a:pt x="492215" y="5424698"/>
                  </a:lnTo>
                  <a:lnTo>
                    <a:pt x="492450" y="5424698"/>
                  </a:lnTo>
                  <a:lnTo>
                    <a:pt x="492921" y="5424698"/>
                  </a:lnTo>
                  <a:lnTo>
                    <a:pt x="493038" y="5424698"/>
                  </a:lnTo>
                  <a:lnTo>
                    <a:pt x="493038" y="5424268"/>
                  </a:lnTo>
                  <a:lnTo>
                    <a:pt x="493156" y="5424268"/>
                  </a:lnTo>
                  <a:lnTo>
                    <a:pt x="493274" y="5424268"/>
                  </a:lnTo>
                  <a:lnTo>
                    <a:pt x="493391" y="5424268"/>
                  </a:lnTo>
                  <a:lnTo>
                    <a:pt x="493391" y="5423837"/>
                  </a:lnTo>
                  <a:lnTo>
                    <a:pt x="493509" y="5423837"/>
                  </a:lnTo>
                  <a:lnTo>
                    <a:pt x="493744" y="5423837"/>
                  </a:lnTo>
                  <a:lnTo>
                    <a:pt x="493979" y="5422976"/>
                  </a:lnTo>
                  <a:lnTo>
                    <a:pt x="494097" y="5422115"/>
                  </a:lnTo>
                  <a:lnTo>
                    <a:pt x="494332" y="5421254"/>
                  </a:lnTo>
                  <a:lnTo>
                    <a:pt x="494567" y="5421254"/>
                  </a:lnTo>
                  <a:lnTo>
                    <a:pt x="494920" y="5421254"/>
                  </a:lnTo>
                  <a:lnTo>
                    <a:pt x="494920" y="5420823"/>
                  </a:lnTo>
                  <a:lnTo>
                    <a:pt x="494920" y="5420392"/>
                  </a:lnTo>
                  <a:lnTo>
                    <a:pt x="495038" y="5419962"/>
                  </a:lnTo>
                  <a:lnTo>
                    <a:pt x="495038" y="5419531"/>
                  </a:lnTo>
                  <a:lnTo>
                    <a:pt x="495038" y="5419101"/>
                  </a:lnTo>
                  <a:lnTo>
                    <a:pt x="495156" y="5419101"/>
                  </a:lnTo>
                  <a:lnTo>
                    <a:pt x="495391" y="5419101"/>
                  </a:lnTo>
                  <a:lnTo>
                    <a:pt x="495508" y="5419101"/>
                  </a:lnTo>
                  <a:lnTo>
                    <a:pt x="496214" y="5419101"/>
                  </a:lnTo>
                  <a:lnTo>
                    <a:pt x="496567" y="5418239"/>
                  </a:lnTo>
                  <a:lnTo>
                    <a:pt x="496685" y="5418239"/>
                  </a:lnTo>
                  <a:lnTo>
                    <a:pt x="496802" y="5418239"/>
                  </a:lnTo>
                  <a:lnTo>
                    <a:pt x="496920" y="5418239"/>
                  </a:lnTo>
                  <a:lnTo>
                    <a:pt x="497155" y="5418239"/>
                  </a:lnTo>
                  <a:lnTo>
                    <a:pt x="497155" y="5417809"/>
                  </a:lnTo>
                  <a:lnTo>
                    <a:pt x="497390" y="5417378"/>
                  </a:lnTo>
                  <a:lnTo>
                    <a:pt x="497508" y="5416086"/>
                  </a:lnTo>
                  <a:lnTo>
                    <a:pt x="497978" y="5416086"/>
                  </a:lnTo>
                  <a:lnTo>
                    <a:pt x="498096" y="5415656"/>
                  </a:lnTo>
                  <a:lnTo>
                    <a:pt x="498096" y="5414795"/>
                  </a:lnTo>
                  <a:lnTo>
                    <a:pt x="498096" y="5413933"/>
                  </a:lnTo>
                  <a:lnTo>
                    <a:pt x="498331" y="5413933"/>
                  </a:lnTo>
                  <a:lnTo>
                    <a:pt x="498449" y="5413933"/>
                  </a:lnTo>
                  <a:lnTo>
                    <a:pt x="498566" y="5413933"/>
                  </a:lnTo>
                  <a:lnTo>
                    <a:pt x="498684" y="5413933"/>
                  </a:lnTo>
                  <a:lnTo>
                    <a:pt x="499390" y="5413933"/>
                  </a:lnTo>
                  <a:lnTo>
                    <a:pt x="499625" y="5413933"/>
                  </a:lnTo>
                  <a:lnTo>
                    <a:pt x="499978" y="5413503"/>
                  </a:lnTo>
                  <a:lnTo>
                    <a:pt x="500095" y="5413072"/>
                  </a:lnTo>
                  <a:lnTo>
                    <a:pt x="500331" y="5413072"/>
                  </a:lnTo>
                  <a:lnTo>
                    <a:pt x="500331" y="5412211"/>
                  </a:lnTo>
                  <a:lnTo>
                    <a:pt x="500683" y="5411780"/>
                  </a:lnTo>
                  <a:lnTo>
                    <a:pt x="500801" y="5411350"/>
                  </a:lnTo>
                  <a:lnTo>
                    <a:pt x="500919" y="5411350"/>
                  </a:lnTo>
                  <a:lnTo>
                    <a:pt x="501036" y="5411350"/>
                  </a:lnTo>
                  <a:lnTo>
                    <a:pt x="501154" y="5411350"/>
                  </a:lnTo>
                  <a:lnTo>
                    <a:pt x="501154" y="5410919"/>
                  </a:lnTo>
                  <a:lnTo>
                    <a:pt x="501742" y="5410489"/>
                  </a:lnTo>
                  <a:lnTo>
                    <a:pt x="501860" y="5409627"/>
                  </a:lnTo>
                  <a:lnTo>
                    <a:pt x="502095" y="5409197"/>
                  </a:lnTo>
                  <a:lnTo>
                    <a:pt x="502448" y="5408766"/>
                  </a:lnTo>
                  <a:lnTo>
                    <a:pt x="502565" y="5408766"/>
                  </a:lnTo>
                  <a:lnTo>
                    <a:pt x="502683" y="5408336"/>
                  </a:lnTo>
                  <a:lnTo>
                    <a:pt x="502800" y="5407905"/>
                  </a:lnTo>
                  <a:lnTo>
                    <a:pt x="503153" y="5407044"/>
                  </a:lnTo>
                  <a:lnTo>
                    <a:pt x="503506" y="5407044"/>
                  </a:lnTo>
                  <a:lnTo>
                    <a:pt x="503741" y="5407044"/>
                  </a:lnTo>
                  <a:lnTo>
                    <a:pt x="504212" y="5406613"/>
                  </a:lnTo>
                  <a:lnTo>
                    <a:pt x="504329" y="5406613"/>
                  </a:lnTo>
                  <a:lnTo>
                    <a:pt x="504329" y="5406183"/>
                  </a:lnTo>
                  <a:lnTo>
                    <a:pt x="504329" y="5405752"/>
                  </a:lnTo>
                  <a:lnTo>
                    <a:pt x="504447" y="5405752"/>
                  </a:lnTo>
                  <a:lnTo>
                    <a:pt x="504565" y="5405752"/>
                  </a:lnTo>
                  <a:lnTo>
                    <a:pt x="505035" y="5405752"/>
                  </a:lnTo>
                  <a:lnTo>
                    <a:pt x="505153" y="5405752"/>
                  </a:lnTo>
                  <a:lnTo>
                    <a:pt x="505153" y="5405321"/>
                  </a:lnTo>
                  <a:lnTo>
                    <a:pt x="505506" y="5404030"/>
                  </a:lnTo>
                  <a:lnTo>
                    <a:pt x="505623" y="5402738"/>
                  </a:lnTo>
                  <a:lnTo>
                    <a:pt x="505741" y="5402738"/>
                  </a:lnTo>
                  <a:lnTo>
                    <a:pt x="505741" y="5401877"/>
                  </a:lnTo>
                  <a:lnTo>
                    <a:pt x="505858" y="5401877"/>
                  </a:lnTo>
                  <a:lnTo>
                    <a:pt x="505976" y="5401877"/>
                  </a:lnTo>
                  <a:lnTo>
                    <a:pt x="506094" y="5401877"/>
                  </a:lnTo>
                  <a:lnTo>
                    <a:pt x="506211" y="5401877"/>
                  </a:lnTo>
                  <a:lnTo>
                    <a:pt x="506329" y="5401877"/>
                  </a:lnTo>
                  <a:lnTo>
                    <a:pt x="506564" y="5401877"/>
                  </a:lnTo>
                  <a:lnTo>
                    <a:pt x="506682" y="5401446"/>
                  </a:lnTo>
                  <a:lnTo>
                    <a:pt x="506799" y="5401446"/>
                  </a:lnTo>
                  <a:lnTo>
                    <a:pt x="506917" y="5401446"/>
                  </a:lnTo>
                  <a:lnTo>
                    <a:pt x="506917" y="5401015"/>
                  </a:lnTo>
                  <a:lnTo>
                    <a:pt x="507035" y="5401015"/>
                  </a:lnTo>
                  <a:lnTo>
                    <a:pt x="507152" y="5401015"/>
                  </a:lnTo>
                  <a:lnTo>
                    <a:pt x="507270" y="5400585"/>
                  </a:lnTo>
                  <a:lnTo>
                    <a:pt x="507270" y="5400154"/>
                  </a:lnTo>
                  <a:lnTo>
                    <a:pt x="507623" y="5399724"/>
                  </a:lnTo>
                  <a:lnTo>
                    <a:pt x="507858" y="5399293"/>
                  </a:lnTo>
                  <a:lnTo>
                    <a:pt x="508093" y="5399293"/>
                  </a:lnTo>
                  <a:lnTo>
                    <a:pt x="508093" y="5398862"/>
                  </a:lnTo>
                  <a:lnTo>
                    <a:pt x="508211" y="5398432"/>
                  </a:lnTo>
                  <a:lnTo>
                    <a:pt x="508211" y="5398001"/>
                  </a:lnTo>
                  <a:lnTo>
                    <a:pt x="508211" y="5397571"/>
                  </a:lnTo>
                  <a:lnTo>
                    <a:pt x="508328" y="5397571"/>
                  </a:lnTo>
                  <a:lnTo>
                    <a:pt x="508564" y="5397571"/>
                  </a:lnTo>
                  <a:lnTo>
                    <a:pt x="508681" y="5397571"/>
                  </a:lnTo>
                  <a:lnTo>
                    <a:pt x="508916" y="5397140"/>
                  </a:lnTo>
                  <a:lnTo>
                    <a:pt x="509034" y="5397140"/>
                  </a:lnTo>
                  <a:lnTo>
                    <a:pt x="509152" y="5397140"/>
                  </a:lnTo>
                  <a:lnTo>
                    <a:pt x="509269" y="5397140"/>
                  </a:lnTo>
                  <a:lnTo>
                    <a:pt x="509269" y="5396709"/>
                  </a:lnTo>
                  <a:lnTo>
                    <a:pt x="509504" y="5395848"/>
                  </a:lnTo>
                  <a:lnTo>
                    <a:pt x="509622" y="5395848"/>
                  </a:lnTo>
                  <a:lnTo>
                    <a:pt x="510093" y="5395848"/>
                  </a:lnTo>
                  <a:lnTo>
                    <a:pt x="510093" y="5395418"/>
                  </a:lnTo>
                  <a:lnTo>
                    <a:pt x="510093" y="5394987"/>
                  </a:lnTo>
                  <a:lnTo>
                    <a:pt x="510210" y="5394987"/>
                  </a:lnTo>
                  <a:lnTo>
                    <a:pt x="510681" y="5394556"/>
                  </a:lnTo>
                  <a:lnTo>
                    <a:pt x="511033" y="5394556"/>
                  </a:lnTo>
                  <a:lnTo>
                    <a:pt x="511269" y="5394556"/>
                  </a:lnTo>
                  <a:lnTo>
                    <a:pt x="511386" y="5394126"/>
                  </a:lnTo>
                  <a:lnTo>
                    <a:pt x="511504" y="5394126"/>
                  </a:lnTo>
                  <a:lnTo>
                    <a:pt x="511739" y="5394126"/>
                  </a:lnTo>
                  <a:lnTo>
                    <a:pt x="512210" y="5394126"/>
                  </a:lnTo>
                  <a:lnTo>
                    <a:pt x="513386" y="5393695"/>
                  </a:lnTo>
                  <a:lnTo>
                    <a:pt x="513386" y="5393265"/>
                  </a:lnTo>
                  <a:lnTo>
                    <a:pt x="513503" y="5393265"/>
                  </a:lnTo>
                  <a:lnTo>
                    <a:pt x="513739" y="5392403"/>
                  </a:lnTo>
                  <a:lnTo>
                    <a:pt x="513739" y="5391973"/>
                  </a:lnTo>
                  <a:lnTo>
                    <a:pt x="513856" y="5391542"/>
                  </a:lnTo>
                  <a:lnTo>
                    <a:pt x="513856" y="5391112"/>
                  </a:lnTo>
                  <a:lnTo>
                    <a:pt x="513974" y="5391112"/>
                  </a:lnTo>
                  <a:lnTo>
                    <a:pt x="514209" y="5390681"/>
                  </a:lnTo>
                  <a:lnTo>
                    <a:pt x="514915" y="5389820"/>
                  </a:lnTo>
                  <a:lnTo>
                    <a:pt x="515150" y="5389820"/>
                  </a:lnTo>
                  <a:lnTo>
                    <a:pt x="515268" y="5388959"/>
                  </a:lnTo>
                  <a:lnTo>
                    <a:pt x="515385" y="5388959"/>
                  </a:lnTo>
                  <a:lnTo>
                    <a:pt x="515620" y="5388959"/>
                  </a:lnTo>
                  <a:lnTo>
                    <a:pt x="516091" y="5388959"/>
                  </a:lnTo>
                  <a:lnTo>
                    <a:pt x="516444" y="5388097"/>
                  </a:lnTo>
                  <a:lnTo>
                    <a:pt x="516797" y="5388097"/>
                  </a:lnTo>
                  <a:lnTo>
                    <a:pt x="516914" y="5387236"/>
                  </a:lnTo>
                  <a:lnTo>
                    <a:pt x="517032" y="5387236"/>
                  </a:lnTo>
                  <a:lnTo>
                    <a:pt x="517032" y="5386806"/>
                  </a:lnTo>
                  <a:lnTo>
                    <a:pt x="517149" y="5386806"/>
                  </a:lnTo>
                  <a:lnTo>
                    <a:pt x="517385" y="5386806"/>
                  </a:lnTo>
                  <a:lnTo>
                    <a:pt x="517620" y="5386375"/>
                  </a:lnTo>
                  <a:lnTo>
                    <a:pt x="517973" y="5385944"/>
                  </a:lnTo>
                  <a:lnTo>
                    <a:pt x="517973" y="5385514"/>
                  </a:lnTo>
                  <a:lnTo>
                    <a:pt x="518090" y="5384653"/>
                  </a:lnTo>
                  <a:lnTo>
                    <a:pt x="518208" y="5384653"/>
                  </a:lnTo>
                  <a:lnTo>
                    <a:pt x="518443" y="5384653"/>
                  </a:lnTo>
                  <a:lnTo>
                    <a:pt x="518561" y="5384653"/>
                  </a:lnTo>
                  <a:lnTo>
                    <a:pt x="518796" y="5384653"/>
                  </a:lnTo>
                  <a:lnTo>
                    <a:pt x="519149" y="5384222"/>
                  </a:lnTo>
                  <a:lnTo>
                    <a:pt x="519384" y="5383791"/>
                  </a:lnTo>
                  <a:lnTo>
                    <a:pt x="519737" y="5383791"/>
                  </a:lnTo>
                  <a:lnTo>
                    <a:pt x="520090" y="5383361"/>
                  </a:lnTo>
                  <a:lnTo>
                    <a:pt x="520325" y="5382930"/>
                  </a:lnTo>
                  <a:lnTo>
                    <a:pt x="520678" y="5382500"/>
                  </a:lnTo>
                  <a:lnTo>
                    <a:pt x="520913" y="5382069"/>
                  </a:lnTo>
                  <a:lnTo>
                    <a:pt x="521031" y="5382069"/>
                  </a:lnTo>
                  <a:lnTo>
                    <a:pt x="521501" y="5382069"/>
                  </a:lnTo>
                  <a:lnTo>
                    <a:pt x="521501" y="5381638"/>
                  </a:lnTo>
                  <a:lnTo>
                    <a:pt x="521619" y="5381638"/>
                  </a:lnTo>
                  <a:lnTo>
                    <a:pt x="521619" y="5381208"/>
                  </a:lnTo>
                  <a:lnTo>
                    <a:pt x="521736" y="5381208"/>
                  </a:lnTo>
                  <a:lnTo>
                    <a:pt x="521972" y="5381208"/>
                  </a:lnTo>
                  <a:lnTo>
                    <a:pt x="522089" y="5381208"/>
                  </a:lnTo>
                  <a:lnTo>
                    <a:pt x="522324" y="5381208"/>
                  </a:lnTo>
                  <a:lnTo>
                    <a:pt x="522442" y="5380777"/>
                  </a:lnTo>
                  <a:lnTo>
                    <a:pt x="522795" y="5379916"/>
                  </a:lnTo>
                  <a:lnTo>
                    <a:pt x="522913" y="5379916"/>
                  </a:lnTo>
                  <a:lnTo>
                    <a:pt x="523148" y="5379916"/>
                  </a:lnTo>
                  <a:lnTo>
                    <a:pt x="523148" y="5379485"/>
                  </a:lnTo>
                  <a:lnTo>
                    <a:pt x="523265" y="5379485"/>
                  </a:lnTo>
                  <a:lnTo>
                    <a:pt x="523501" y="5379055"/>
                  </a:lnTo>
                  <a:lnTo>
                    <a:pt x="523618" y="5379055"/>
                  </a:lnTo>
                  <a:lnTo>
                    <a:pt x="523971" y="5378624"/>
                  </a:lnTo>
                  <a:lnTo>
                    <a:pt x="523971" y="5378194"/>
                  </a:lnTo>
                  <a:lnTo>
                    <a:pt x="524089" y="5377763"/>
                  </a:lnTo>
                  <a:lnTo>
                    <a:pt x="524324" y="5376902"/>
                  </a:lnTo>
                  <a:lnTo>
                    <a:pt x="524442" y="5376902"/>
                  </a:lnTo>
                  <a:lnTo>
                    <a:pt x="524677" y="5376471"/>
                  </a:lnTo>
                  <a:lnTo>
                    <a:pt x="524794" y="5376471"/>
                  </a:lnTo>
                  <a:lnTo>
                    <a:pt x="524794" y="5375610"/>
                  </a:lnTo>
                  <a:lnTo>
                    <a:pt x="524912" y="5374318"/>
                  </a:lnTo>
                  <a:lnTo>
                    <a:pt x="525147" y="5374318"/>
                  </a:lnTo>
                  <a:lnTo>
                    <a:pt x="525735" y="5373888"/>
                  </a:lnTo>
                  <a:lnTo>
                    <a:pt x="525853" y="5373888"/>
                  </a:lnTo>
                  <a:lnTo>
                    <a:pt x="526088" y="5373888"/>
                  </a:lnTo>
                  <a:lnTo>
                    <a:pt x="526911" y="5373026"/>
                  </a:lnTo>
                  <a:lnTo>
                    <a:pt x="527029" y="5373026"/>
                  </a:lnTo>
                  <a:lnTo>
                    <a:pt x="527264" y="5372596"/>
                  </a:lnTo>
                  <a:lnTo>
                    <a:pt x="527264" y="5372165"/>
                  </a:lnTo>
                  <a:lnTo>
                    <a:pt x="527382" y="5372165"/>
                  </a:lnTo>
                  <a:lnTo>
                    <a:pt x="527852" y="5372165"/>
                  </a:lnTo>
                  <a:lnTo>
                    <a:pt x="528205" y="5371735"/>
                  </a:lnTo>
                  <a:lnTo>
                    <a:pt x="528558" y="5371735"/>
                  </a:lnTo>
                  <a:lnTo>
                    <a:pt x="528676" y="5371735"/>
                  </a:lnTo>
                  <a:lnTo>
                    <a:pt x="529734" y="5370873"/>
                  </a:lnTo>
                  <a:lnTo>
                    <a:pt x="529852" y="5370873"/>
                  </a:lnTo>
                  <a:lnTo>
                    <a:pt x="530087" y="5369582"/>
                  </a:lnTo>
                  <a:lnTo>
                    <a:pt x="530322" y="5369151"/>
                  </a:lnTo>
                  <a:lnTo>
                    <a:pt x="530440" y="5369151"/>
                  </a:lnTo>
                  <a:lnTo>
                    <a:pt x="530557" y="5369151"/>
                  </a:lnTo>
                  <a:lnTo>
                    <a:pt x="530675" y="5369151"/>
                  </a:lnTo>
                  <a:lnTo>
                    <a:pt x="531028" y="5368720"/>
                  </a:lnTo>
                  <a:lnTo>
                    <a:pt x="531146" y="5368290"/>
                  </a:lnTo>
                  <a:lnTo>
                    <a:pt x="531381" y="5368290"/>
                  </a:lnTo>
                  <a:lnTo>
                    <a:pt x="531969" y="5367429"/>
                  </a:lnTo>
                  <a:lnTo>
                    <a:pt x="532086" y="5367429"/>
                  </a:lnTo>
                  <a:lnTo>
                    <a:pt x="532792" y="5366567"/>
                  </a:lnTo>
                  <a:lnTo>
                    <a:pt x="533145" y="5366567"/>
                  </a:lnTo>
                  <a:lnTo>
                    <a:pt x="533145" y="5366137"/>
                  </a:lnTo>
                  <a:lnTo>
                    <a:pt x="533380" y="5365276"/>
                  </a:lnTo>
                  <a:lnTo>
                    <a:pt x="533851" y="5365276"/>
                  </a:lnTo>
                  <a:lnTo>
                    <a:pt x="533968" y="5365276"/>
                  </a:lnTo>
                  <a:lnTo>
                    <a:pt x="533968" y="5364845"/>
                  </a:lnTo>
                  <a:lnTo>
                    <a:pt x="534086" y="5364845"/>
                  </a:lnTo>
                  <a:lnTo>
                    <a:pt x="534556" y="5363553"/>
                  </a:lnTo>
                  <a:lnTo>
                    <a:pt x="534674" y="5363553"/>
                  </a:lnTo>
                  <a:lnTo>
                    <a:pt x="534674" y="5363123"/>
                  </a:lnTo>
                  <a:lnTo>
                    <a:pt x="534792" y="5362261"/>
                  </a:lnTo>
                  <a:lnTo>
                    <a:pt x="534909" y="5362261"/>
                  </a:lnTo>
                  <a:lnTo>
                    <a:pt x="535262" y="5362261"/>
                  </a:lnTo>
                  <a:lnTo>
                    <a:pt x="535380" y="5362261"/>
                  </a:lnTo>
                  <a:lnTo>
                    <a:pt x="535615" y="5362261"/>
                  </a:lnTo>
                  <a:lnTo>
                    <a:pt x="535732" y="5361400"/>
                  </a:lnTo>
                  <a:lnTo>
                    <a:pt x="535850" y="5360539"/>
                  </a:lnTo>
                  <a:lnTo>
                    <a:pt x="535968" y="5360539"/>
                  </a:lnTo>
                  <a:lnTo>
                    <a:pt x="536203" y="5360539"/>
                  </a:lnTo>
                  <a:lnTo>
                    <a:pt x="536556" y="5357525"/>
                  </a:lnTo>
                  <a:lnTo>
                    <a:pt x="536673" y="5357525"/>
                  </a:lnTo>
                  <a:lnTo>
                    <a:pt x="536909" y="5357094"/>
                  </a:lnTo>
                  <a:lnTo>
                    <a:pt x="536909" y="5356664"/>
                  </a:lnTo>
                  <a:lnTo>
                    <a:pt x="537144" y="5355802"/>
                  </a:lnTo>
                  <a:lnTo>
                    <a:pt x="537144" y="5354080"/>
                  </a:lnTo>
                  <a:lnTo>
                    <a:pt x="537261" y="5354080"/>
                  </a:lnTo>
                  <a:lnTo>
                    <a:pt x="537379" y="5354080"/>
                  </a:lnTo>
                  <a:lnTo>
                    <a:pt x="537379" y="5353219"/>
                  </a:lnTo>
                  <a:lnTo>
                    <a:pt x="537497" y="5352358"/>
                  </a:lnTo>
                  <a:lnTo>
                    <a:pt x="537732" y="5352358"/>
                  </a:lnTo>
                  <a:lnTo>
                    <a:pt x="537967" y="5352358"/>
                  </a:lnTo>
                  <a:lnTo>
                    <a:pt x="538202" y="5351927"/>
                  </a:lnTo>
                  <a:lnTo>
                    <a:pt x="538320" y="5351927"/>
                  </a:lnTo>
                  <a:lnTo>
                    <a:pt x="538438" y="5351496"/>
                  </a:lnTo>
                  <a:lnTo>
                    <a:pt x="538555" y="5351496"/>
                  </a:lnTo>
                  <a:lnTo>
                    <a:pt x="538790" y="5350635"/>
                  </a:lnTo>
                  <a:lnTo>
                    <a:pt x="538908" y="5350205"/>
                  </a:lnTo>
                  <a:lnTo>
                    <a:pt x="539143" y="5349343"/>
                  </a:lnTo>
                  <a:lnTo>
                    <a:pt x="539261" y="5349343"/>
                  </a:lnTo>
                  <a:lnTo>
                    <a:pt x="539731" y="5348913"/>
                  </a:lnTo>
                  <a:lnTo>
                    <a:pt x="540084" y="5348913"/>
                  </a:lnTo>
                  <a:lnTo>
                    <a:pt x="540790" y="5348052"/>
                  </a:lnTo>
                  <a:lnTo>
                    <a:pt x="541143" y="5347621"/>
                  </a:lnTo>
                  <a:lnTo>
                    <a:pt x="541260" y="5347621"/>
                  </a:lnTo>
                  <a:lnTo>
                    <a:pt x="541378" y="5347190"/>
                  </a:lnTo>
                  <a:lnTo>
                    <a:pt x="541731" y="5346760"/>
                  </a:lnTo>
                  <a:lnTo>
                    <a:pt x="541966" y="5346329"/>
                  </a:lnTo>
                  <a:lnTo>
                    <a:pt x="542319" y="5345899"/>
                  </a:lnTo>
                  <a:lnTo>
                    <a:pt x="542672" y="5345468"/>
                  </a:lnTo>
                  <a:lnTo>
                    <a:pt x="542907" y="5345037"/>
                  </a:lnTo>
                  <a:lnTo>
                    <a:pt x="543377" y="5344176"/>
                  </a:lnTo>
                  <a:lnTo>
                    <a:pt x="543495" y="5344176"/>
                  </a:lnTo>
                  <a:lnTo>
                    <a:pt x="543495" y="5343746"/>
                  </a:lnTo>
                  <a:lnTo>
                    <a:pt x="543613" y="5343315"/>
                  </a:lnTo>
                  <a:lnTo>
                    <a:pt x="543730" y="5343315"/>
                  </a:lnTo>
                  <a:lnTo>
                    <a:pt x="543965" y="5343315"/>
                  </a:lnTo>
                  <a:lnTo>
                    <a:pt x="544083" y="5343315"/>
                  </a:lnTo>
                  <a:lnTo>
                    <a:pt x="544083" y="5342884"/>
                  </a:lnTo>
                  <a:lnTo>
                    <a:pt x="544554" y="5341593"/>
                  </a:lnTo>
                  <a:lnTo>
                    <a:pt x="544554" y="5341162"/>
                  </a:lnTo>
                  <a:lnTo>
                    <a:pt x="544554" y="5339870"/>
                  </a:lnTo>
                  <a:lnTo>
                    <a:pt x="544671" y="5338578"/>
                  </a:lnTo>
                  <a:lnTo>
                    <a:pt x="544906" y="5338148"/>
                  </a:lnTo>
                  <a:lnTo>
                    <a:pt x="545259" y="5338148"/>
                  </a:lnTo>
                  <a:lnTo>
                    <a:pt x="545494" y="5337717"/>
                  </a:lnTo>
                  <a:lnTo>
                    <a:pt x="545612" y="5337717"/>
                  </a:lnTo>
                  <a:lnTo>
                    <a:pt x="545965" y="5337717"/>
                  </a:lnTo>
                  <a:lnTo>
                    <a:pt x="546318" y="5337287"/>
                  </a:lnTo>
                  <a:lnTo>
                    <a:pt x="546435" y="5337287"/>
                  </a:lnTo>
                  <a:lnTo>
                    <a:pt x="546553" y="5337287"/>
                  </a:lnTo>
                  <a:lnTo>
                    <a:pt x="546671" y="5336425"/>
                  </a:lnTo>
                  <a:lnTo>
                    <a:pt x="547141" y="5335995"/>
                  </a:lnTo>
                  <a:lnTo>
                    <a:pt x="547259" y="5335564"/>
                  </a:lnTo>
                  <a:lnTo>
                    <a:pt x="547964" y="5335564"/>
                  </a:lnTo>
                  <a:lnTo>
                    <a:pt x="548082" y="5335564"/>
                  </a:lnTo>
                  <a:lnTo>
                    <a:pt x="548317" y="5335564"/>
                  </a:lnTo>
                  <a:lnTo>
                    <a:pt x="548435" y="5335134"/>
                  </a:lnTo>
                  <a:lnTo>
                    <a:pt x="548670" y="5334703"/>
                  </a:lnTo>
                  <a:lnTo>
                    <a:pt x="548670" y="5333842"/>
                  </a:lnTo>
                  <a:lnTo>
                    <a:pt x="549023" y="5333842"/>
                  </a:lnTo>
                  <a:lnTo>
                    <a:pt x="549023" y="5333411"/>
                  </a:lnTo>
                  <a:lnTo>
                    <a:pt x="549376" y="5333411"/>
                  </a:lnTo>
                  <a:lnTo>
                    <a:pt x="549729" y="5333411"/>
                  </a:lnTo>
                  <a:lnTo>
                    <a:pt x="549729" y="5332981"/>
                  </a:lnTo>
                  <a:lnTo>
                    <a:pt x="550081" y="5332981"/>
                  </a:lnTo>
                  <a:lnTo>
                    <a:pt x="550317" y="5332981"/>
                  </a:lnTo>
                  <a:lnTo>
                    <a:pt x="550434" y="5332981"/>
                  </a:lnTo>
                  <a:lnTo>
                    <a:pt x="551022" y="5332981"/>
                  </a:lnTo>
                  <a:lnTo>
                    <a:pt x="551140" y="5332981"/>
                  </a:lnTo>
                  <a:lnTo>
                    <a:pt x="551258" y="5332550"/>
                  </a:lnTo>
                  <a:lnTo>
                    <a:pt x="551493" y="5332119"/>
                  </a:lnTo>
                  <a:lnTo>
                    <a:pt x="551610" y="5332119"/>
                  </a:lnTo>
                  <a:lnTo>
                    <a:pt x="551963" y="5332119"/>
                  </a:lnTo>
                  <a:lnTo>
                    <a:pt x="552198" y="5331689"/>
                  </a:lnTo>
                  <a:lnTo>
                    <a:pt x="552316" y="5331689"/>
                  </a:lnTo>
                  <a:lnTo>
                    <a:pt x="552434" y="5331689"/>
                  </a:lnTo>
                  <a:lnTo>
                    <a:pt x="552787" y="5331258"/>
                  </a:lnTo>
                  <a:lnTo>
                    <a:pt x="553022" y="5331258"/>
                  </a:lnTo>
                  <a:lnTo>
                    <a:pt x="553257" y="5331258"/>
                  </a:lnTo>
                  <a:lnTo>
                    <a:pt x="553727" y="5330828"/>
                  </a:lnTo>
                  <a:lnTo>
                    <a:pt x="553963" y="5330828"/>
                  </a:lnTo>
                  <a:lnTo>
                    <a:pt x="554080" y="5330828"/>
                  </a:lnTo>
                  <a:lnTo>
                    <a:pt x="554198" y="5330397"/>
                  </a:lnTo>
                  <a:lnTo>
                    <a:pt x="554198" y="5329536"/>
                  </a:lnTo>
                  <a:lnTo>
                    <a:pt x="554551" y="5329536"/>
                  </a:lnTo>
                  <a:lnTo>
                    <a:pt x="555139" y="5329105"/>
                  </a:lnTo>
                  <a:lnTo>
                    <a:pt x="555256" y="5329105"/>
                  </a:lnTo>
                  <a:lnTo>
                    <a:pt x="555374" y="5329105"/>
                  </a:lnTo>
                  <a:lnTo>
                    <a:pt x="555492" y="5328675"/>
                  </a:lnTo>
                  <a:lnTo>
                    <a:pt x="555609" y="5328675"/>
                  </a:lnTo>
                  <a:lnTo>
                    <a:pt x="556197" y="5327813"/>
                  </a:lnTo>
                  <a:lnTo>
                    <a:pt x="556315" y="5326952"/>
                  </a:lnTo>
                  <a:lnTo>
                    <a:pt x="556785" y="5326091"/>
                  </a:lnTo>
                  <a:lnTo>
                    <a:pt x="557021" y="5325660"/>
                  </a:lnTo>
                  <a:lnTo>
                    <a:pt x="557138" y="5325230"/>
                  </a:lnTo>
                  <a:lnTo>
                    <a:pt x="557256" y="5325230"/>
                  </a:lnTo>
                  <a:lnTo>
                    <a:pt x="557256" y="5324369"/>
                  </a:lnTo>
                  <a:lnTo>
                    <a:pt x="557844" y="5324369"/>
                  </a:lnTo>
                  <a:lnTo>
                    <a:pt x="557844" y="5323938"/>
                  </a:lnTo>
                  <a:lnTo>
                    <a:pt x="557962" y="5323938"/>
                  </a:lnTo>
                  <a:lnTo>
                    <a:pt x="558550" y="5323507"/>
                  </a:lnTo>
                  <a:lnTo>
                    <a:pt x="558902" y="5321785"/>
                  </a:lnTo>
                  <a:lnTo>
                    <a:pt x="558902" y="5321354"/>
                  </a:lnTo>
                  <a:lnTo>
                    <a:pt x="559373" y="5321354"/>
                  </a:lnTo>
                  <a:lnTo>
                    <a:pt x="559843" y="5320924"/>
                  </a:lnTo>
                  <a:lnTo>
                    <a:pt x="559961" y="5320924"/>
                  </a:lnTo>
                  <a:lnTo>
                    <a:pt x="560196" y="5319632"/>
                  </a:lnTo>
                  <a:lnTo>
                    <a:pt x="560667" y="5319201"/>
                  </a:lnTo>
                  <a:lnTo>
                    <a:pt x="560784" y="5318771"/>
                  </a:lnTo>
                  <a:lnTo>
                    <a:pt x="560784" y="5318340"/>
                  </a:lnTo>
                  <a:lnTo>
                    <a:pt x="560784" y="5317910"/>
                  </a:lnTo>
                  <a:lnTo>
                    <a:pt x="560902" y="5317910"/>
                  </a:lnTo>
                  <a:lnTo>
                    <a:pt x="561137" y="5317048"/>
                  </a:lnTo>
                  <a:lnTo>
                    <a:pt x="561490" y="5316618"/>
                  </a:lnTo>
                  <a:lnTo>
                    <a:pt x="561608" y="5316618"/>
                  </a:lnTo>
                  <a:lnTo>
                    <a:pt x="561725" y="5316187"/>
                  </a:lnTo>
                  <a:lnTo>
                    <a:pt x="561960" y="5316187"/>
                  </a:lnTo>
                  <a:lnTo>
                    <a:pt x="562078" y="5316187"/>
                  </a:lnTo>
                  <a:lnTo>
                    <a:pt x="562196" y="5316187"/>
                  </a:lnTo>
                  <a:lnTo>
                    <a:pt x="562431" y="5315757"/>
                  </a:lnTo>
                  <a:lnTo>
                    <a:pt x="562784" y="5315326"/>
                  </a:lnTo>
                  <a:lnTo>
                    <a:pt x="562784" y="5314895"/>
                  </a:lnTo>
                  <a:lnTo>
                    <a:pt x="562901" y="5314034"/>
                  </a:lnTo>
                  <a:lnTo>
                    <a:pt x="562901" y="5313604"/>
                  </a:lnTo>
                  <a:lnTo>
                    <a:pt x="563019" y="5313604"/>
                  </a:lnTo>
                  <a:lnTo>
                    <a:pt x="563137" y="5313173"/>
                  </a:lnTo>
                  <a:lnTo>
                    <a:pt x="563254" y="5313173"/>
                  </a:lnTo>
                  <a:lnTo>
                    <a:pt x="563372" y="5313173"/>
                  </a:lnTo>
                  <a:lnTo>
                    <a:pt x="563372" y="5312742"/>
                  </a:lnTo>
                  <a:lnTo>
                    <a:pt x="563372" y="5312312"/>
                  </a:lnTo>
                  <a:lnTo>
                    <a:pt x="563372" y="5311881"/>
                  </a:lnTo>
                  <a:lnTo>
                    <a:pt x="563372" y="5311020"/>
                  </a:lnTo>
                  <a:lnTo>
                    <a:pt x="563489" y="5311020"/>
                  </a:lnTo>
                  <a:lnTo>
                    <a:pt x="563725" y="5310159"/>
                  </a:lnTo>
                  <a:lnTo>
                    <a:pt x="563842" y="5309728"/>
                  </a:lnTo>
                  <a:lnTo>
                    <a:pt x="563960" y="5309728"/>
                  </a:lnTo>
                  <a:lnTo>
                    <a:pt x="564078" y="5309728"/>
                  </a:lnTo>
                  <a:lnTo>
                    <a:pt x="564195" y="5309728"/>
                  </a:lnTo>
                  <a:lnTo>
                    <a:pt x="564313" y="5308867"/>
                  </a:lnTo>
                  <a:lnTo>
                    <a:pt x="564430" y="5308867"/>
                  </a:lnTo>
                  <a:lnTo>
                    <a:pt x="564548" y="5308867"/>
                  </a:lnTo>
                  <a:lnTo>
                    <a:pt x="564666" y="5308436"/>
                  </a:lnTo>
                  <a:lnTo>
                    <a:pt x="564901" y="5308436"/>
                  </a:lnTo>
                  <a:lnTo>
                    <a:pt x="565018" y="5308436"/>
                  </a:lnTo>
                  <a:lnTo>
                    <a:pt x="565136" y="5308436"/>
                  </a:lnTo>
                  <a:lnTo>
                    <a:pt x="565254" y="5308436"/>
                  </a:lnTo>
                  <a:lnTo>
                    <a:pt x="565371" y="5308436"/>
                  </a:lnTo>
                  <a:lnTo>
                    <a:pt x="565606" y="5308436"/>
                  </a:lnTo>
                  <a:lnTo>
                    <a:pt x="565842" y="5308436"/>
                  </a:lnTo>
                  <a:lnTo>
                    <a:pt x="566077" y="5308006"/>
                  </a:lnTo>
                  <a:lnTo>
                    <a:pt x="566312" y="5308006"/>
                  </a:lnTo>
                  <a:lnTo>
                    <a:pt x="566547" y="5308006"/>
                  </a:lnTo>
                  <a:lnTo>
                    <a:pt x="566665" y="5307575"/>
                  </a:lnTo>
                  <a:lnTo>
                    <a:pt x="566783" y="5307575"/>
                  </a:lnTo>
                  <a:lnTo>
                    <a:pt x="567018" y="5307575"/>
                  </a:lnTo>
                  <a:lnTo>
                    <a:pt x="567135" y="5307575"/>
                  </a:lnTo>
                  <a:lnTo>
                    <a:pt x="567135" y="5307145"/>
                  </a:lnTo>
                  <a:lnTo>
                    <a:pt x="567488" y="5307145"/>
                  </a:lnTo>
                  <a:lnTo>
                    <a:pt x="567724" y="5307145"/>
                  </a:lnTo>
                  <a:lnTo>
                    <a:pt x="567841" y="5307145"/>
                  </a:lnTo>
                  <a:lnTo>
                    <a:pt x="567841" y="5306714"/>
                  </a:lnTo>
                  <a:lnTo>
                    <a:pt x="568076" y="5304992"/>
                  </a:lnTo>
                  <a:lnTo>
                    <a:pt x="568547" y="5302839"/>
                  </a:lnTo>
                  <a:lnTo>
                    <a:pt x="568664" y="5302839"/>
                  </a:lnTo>
                  <a:lnTo>
                    <a:pt x="568782" y="5302839"/>
                  </a:lnTo>
                  <a:lnTo>
                    <a:pt x="568900" y="5302408"/>
                  </a:lnTo>
                  <a:lnTo>
                    <a:pt x="569253" y="5301547"/>
                  </a:lnTo>
                  <a:lnTo>
                    <a:pt x="569370" y="5301547"/>
                  </a:lnTo>
                  <a:lnTo>
                    <a:pt x="569723" y="5301547"/>
                  </a:lnTo>
                  <a:lnTo>
                    <a:pt x="569958" y="5301116"/>
                  </a:lnTo>
                  <a:lnTo>
                    <a:pt x="570311" y="5301116"/>
                  </a:lnTo>
                  <a:lnTo>
                    <a:pt x="570429" y="5301116"/>
                  </a:lnTo>
                  <a:lnTo>
                    <a:pt x="570546" y="5300686"/>
                  </a:lnTo>
                  <a:lnTo>
                    <a:pt x="570664" y="5300255"/>
                  </a:lnTo>
                  <a:lnTo>
                    <a:pt x="570664" y="5299394"/>
                  </a:lnTo>
                  <a:lnTo>
                    <a:pt x="570664" y="5298963"/>
                  </a:lnTo>
                  <a:lnTo>
                    <a:pt x="570664" y="5298533"/>
                  </a:lnTo>
                  <a:lnTo>
                    <a:pt x="570899" y="5298102"/>
                  </a:lnTo>
                  <a:lnTo>
                    <a:pt x="570899" y="5297671"/>
                  </a:lnTo>
                  <a:lnTo>
                    <a:pt x="571252" y="5297241"/>
                  </a:lnTo>
                  <a:lnTo>
                    <a:pt x="571252" y="5296380"/>
                  </a:lnTo>
                  <a:lnTo>
                    <a:pt x="571722" y="5295088"/>
                  </a:lnTo>
                  <a:lnTo>
                    <a:pt x="571722" y="5294657"/>
                  </a:lnTo>
                  <a:lnTo>
                    <a:pt x="571840" y="5294657"/>
                  </a:lnTo>
                  <a:lnTo>
                    <a:pt x="572428" y="5293796"/>
                  </a:lnTo>
                  <a:lnTo>
                    <a:pt x="572428" y="5293365"/>
                  </a:lnTo>
                  <a:lnTo>
                    <a:pt x="572428" y="5292504"/>
                  </a:lnTo>
                  <a:lnTo>
                    <a:pt x="572546" y="5292504"/>
                  </a:lnTo>
                  <a:lnTo>
                    <a:pt x="572781" y="5292074"/>
                  </a:lnTo>
                  <a:lnTo>
                    <a:pt x="573134" y="5292074"/>
                  </a:lnTo>
                  <a:lnTo>
                    <a:pt x="573251" y="5291643"/>
                  </a:lnTo>
                  <a:lnTo>
                    <a:pt x="573487" y="5291643"/>
                  </a:lnTo>
                  <a:lnTo>
                    <a:pt x="573722" y="5291643"/>
                  </a:lnTo>
                  <a:lnTo>
                    <a:pt x="573722" y="5290782"/>
                  </a:lnTo>
                  <a:lnTo>
                    <a:pt x="573957" y="5290782"/>
                  </a:lnTo>
                  <a:lnTo>
                    <a:pt x="574428" y="5290351"/>
                  </a:lnTo>
                  <a:lnTo>
                    <a:pt x="575016" y="5290351"/>
                  </a:lnTo>
                  <a:lnTo>
                    <a:pt x="575133" y="5290351"/>
                  </a:lnTo>
                  <a:lnTo>
                    <a:pt x="575486" y="5290351"/>
                  </a:lnTo>
                  <a:lnTo>
                    <a:pt x="575721" y="5289921"/>
                  </a:lnTo>
                  <a:lnTo>
                    <a:pt x="575957" y="5289059"/>
                  </a:lnTo>
                  <a:lnTo>
                    <a:pt x="576074" y="5289059"/>
                  </a:lnTo>
                  <a:lnTo>
                    <a:pt x="576192" y="5289059"/>
                  </a:lnTo>
                  <a:lnTo>
                    <a:pt x="576192" y="5288629"/>
                  </a:lnTo>
                  <a:lnTo>
                    <a:pt x="576309" y="5288629"/>
                  </a:lnTo>
                  <a:lnTo>
                    <a:pt x="576427" y="5287768"/>
                  </a:lnTo>
                  <a:lnTo>
                    <a:pt x="576427" y="5287337"/>
                  </a:lnTo>
                  <a:lnTo>
                    <a:pt x="576662" y="5286906"/>
                  </a:lnTo>
                  <a:lnTo>
                    <a:pt x="576780" y="5286906"/>
                  </a:lnTo>
                  <a:lnTo>
                    <a:pt x="576780" y="5286476"/>
                  </a:lnTo>
                  <a:lnTo>
                    <a:pt x="577015" y="5286476"/>
                  </a:lnTo>
                  <a:lnTo>
                    <a:pt x="577486" y="5286476"/>
                  </a:lnTo>
                  <a:lnTo>
                    <a:pt x="577486" y="5286045"/>
                  </a:lnTo>
                  <a:lnTo>
                    <a:pt x="577603" y="5286045"/>
                  </a:lnTo>
                  <a:lnTo>
                    <a:pt x="577721" y="5285184"/>
                  </a:lnTo>
                  <a:lnTo>
                    <a:pt x="577956" y="5285184"/>
                  </a:lnTo>
                  <a:lnTo>
                    <a:pt x="578191" y="5285184"/>
                  </a:lnTo>
                  <a:lnTo>
                    <a:pt x="578544" y="5285184"/>
                  </a:lnTo>
                  <a:lnTo>
                    <a:pt x="578662" y="5284753"/>
                  </a:lnTo>
                  <a:lnTo>
                    <a:pt x="578779" y="5284753"/>
                  </a:lnTo>
                  <a:lnTo>
                    <a:pt x="578897" y="5284753"/>
                  </a:lnTo>
                  <a:lnTo>
                    <a:pt x="579250" y="5284753"/>
                  </a:lnTo>
                  <a:lnTo>
                    <a:pt x="579603" y="5284323"/>
                  </a:lnTo>
                  <a:lnTo>
                    <a:pt x="579838" y="5284323"/>
                  </a:lnTo>
                  <a:lnTo>
                    <a:pt x="579955" y="5284323"/>
                  </a:lnTo>
                  <a:lnTo>
                    <a:pt x="580073" y="5283892"/>
                  </a:lnTo>
                  <a:lnTo>
                    <a:pt x="580308" y="5283892"/>
                  </a:lnTo>
                  <a:lnTo>
                    <a:pt x="580426" y="5283462"/>
                  </a:lnTo>
                  <a:lnTo>
                    <a:pt x="580544" y="5283462"/>
                  </a:lnTo>
                  <a:lnTo>
                    <a:pt x="580544" y="5283031"/>
                  </a:lnTo>
                  <a:lnTo>
                    <a:pt x="580661" y="5283031"/>
                  </a:lnTo>
                  <a:lnTo>
                    <a:pt x="580661" y="5282600"/>
                  </a:lnTo>
                  <a:lnTo>
                    <a:pt x="580779" y="5282600"/>
                  </a:lnTo>
                  <a:lnTo>
                    <a:pt x="580896" y="5282600"/>
                  </a:lnTo>
                  <a:lnTo>
                    <a:pt x="581249" y="5282170"/>
                  </a:lnTo>
                  <a:lnTo>
                    <a:pt x="581367" y="5282170"/>
                  </a:lnTo>
                  <a:lnTo>
                    <a:pt x="581484" y="5282170"/>
                  </a:lnTo>
                  <a:lnTo>
                    <a:pt x="581602" y="5281309"/>
                  </a:lnTo>
                  <a:lnTo>
                    <a:pt x="581720" y="5281309"/>
                  </a:lnTo>
                  <a:lnTo>
                    <a:pt x="581837" y="5281309"/>
                  </a:lnTo>
                  <a:lnTo>
                    <a:pt x="582190" y="5280878"/>
                  </a:lnTo>
                  <a:lnTo>
                    <a:pt x="583131" y="5280017"/>
                  </a:lnTo>
                  <a:lnTo>
                    <a:pt x="583249" y="5280017"/>
                  </a:lnTo>
                  <a:lnTo>
                    <a:pt x="583719" y="5279586"/>
                  </a:lnTo>
                  <a:lnTo>
                    <a:pt x="583954" y="5279586"/>
                  </a:lnTo>
                  <a:lnTo>
                    <a:pt x="583954" y="5279156"/>
                  </a:lnTo>
                  <a:lnTo>
                    <a:pt x="584542" y="5278725"/>
                  </a:lnTo>
                  <a:lnTo>
                    <a:pt x="584778" y="5278725"/>
                  </a:lnTo>
                  <a:lnTo>
                    <a:pt x="585130" y="5278725"/>
                  </a:lnTo>
                  <a:lnTo>
                    <a:pt x="585130" y="5277864"/>
                  </a:lnTo>
                  <a:lnTo>
                    <a:pt x="585248" y="5277864"/>
                  </a:lnTo>
                  <a:lnTo>
                    <a:pt x="585366" y="5277433"/>
                  </a:lnTo>
                  <a:lnTo>
                    <a:pt x="585836" y="5276141"/>
                  </a:lnTo>
                  <a:lnTo>
                    <a:pt x="586307" y="5276141"/>
                  </a:lnTo>
                  <a:lnTo>
                    <a:pt x="586659" y="5276141"/>
                  </a:lnTo>
                  <a:lnTo>
                    <a:pt x="586777" y="5275711"/>
                  </a:lnTo>
                  <a:lnTo>
                    <a:pt x="587012" y="5274419"/>
                  </a:lnTo>
                  <a:lnTo>
                    <a:pt x="587248" y="5273988"/>
                  </a:lnTo>
                  <a:lnTo>
                    <a:pt x="587248" y="5273558"/>
                  </a:lnTo>
                  <a:lnTo>
                    <a:pt x="587483" y="5273558"/>
                  </a:lnTo>
                  <a:lnTo>
                    <a:pt x="587836" y="5273558"/>
                  </a:lnTo>
                  <a:lnTo>
                    <a:pt x="588306" y="5273127"/>
                  </a:lnTo>
                  <a:lnTo>
                    <a:pt x="588659" y="5272697"/>
                  </a:lnTo>
                  <a:lnTo>
                    <a:pt x="589247" y="5272266"/>
                  </a:lnTo>
                  <a:lnTo>
                    <a:pt x="589365" y="5272266"/>
                  </a:lnTo>
                  <a:lnTo>
                    <a:pt x="589482" y="5272266"/>
                  </a:lnTo>
                  <a:lnTo>
                    <a:pt x="590070" y="5269682"/>
                  </a:lnTo>
                  <a:lnTo>
                    <a:pt x="590188" y="5269252"/>
                  </a:lnTo>
                  <a:lnTo>
                    <a:pt x="590423" y="5269252"/>
                  </a:lnTo>
                  <a:lnTo>
                    <a:pt x="590423" y="5268821"/>
                  </a:lnTo>
                  <a:lnTo>
                    <a:pt x="590776" y="5268821"/>
                  </a:lnTo>
                  <a:lnTo>
                    <a:pt x="590894" y="5268391"/>
                  </a:lnTo>
                  <a:lnTo>
                    <a:pt x="591129" y="5267099"/>
                  </a:lnTo>
                  <a:lnTo>
                    <a:pt x="591364" y="5267099"/>
                  </a:lnTo>
                  <a:lnTo>
                    <a:pt x="591364" y="5266668"/>
                  </a:lnTo>
                  <a:lnTo>
                    <a:pt x="591599" y="5266668"/>
                  </a:lnTo>
                  <a:lnTo>
                    <a:pt x="592305" y="5266238"/>
                  </a:lnTo>
                  <a:lnTo>
                    <a:pt x="592540" y="5265376"/>
                  </a:lnTo>
                  <a:lnTo>
                    <a:pt x="592658" y="5265376"/>
                  </a:lnTo>
                  <a:lnTo>
                    <a:pt x="592658" y="5264515"/>
                  </a:lnTo>
                  <a:lnTo>
                    <a:pt x="593128" y="5264085"/>
                  </a:lnTo>
                  <a:lnTo>
                    <a:pt x="593481" y="5263654"/>
                  </a:lnTo>
                  <a:lnTo>
                    <a:pt x="593481" y="5263223"/>
                  </a:lnTo>
                  <a:lnTo>
                    <a:pt x="593481" y="5262793"/>
                  </a:lnTo>
                  <a:lnTo>
                    <a:pt x="593716" y="5262793"/>
                  </a:lnTo>
                  <a:lnTo>
                    <a:pt x="593834" y="5262793"/>
                  </a:lnTo>
                  <a:lnTo>
                    <a:pt x="594069" y="5262793"/>
                  </a:lnTo>
                  <a:lnTo>
                    <a:pt x="594187" y="5262793"/>
                  </a:lnTo>
                  <a:lnTo>
                    <a:pt x="594304" y="5262362"/>
                  </a:lnTo>
                  <a:lnTo>
                    <a:pt x="594892" y="5261501"/>
                  </a:lnTo>
                  <a:lnTo>
                    <a:pt x="594892" y="5261070"/>
                  </a:lnTo>
                  <a:lnTo>
                    <a:pt x="595010" y="5261070"/>
                  </a:lnTo>
                  <a:lnTo>
                    <a:pt x="595481" y="5260640"/>
                  </a:lnTo>
                  <a:lnTo>
                    <a:pt x="595716" y="5259779"/>
                  </a:lnTo>
                  <a:lnTo>
                    <a:pt x="595716" y="5259348"/>
                  </a:lnTo>
                  <a:lnTo>
                    <a:pt x="595833" y="5259348"/>
                  </a:lnTo>
                  <a:lnTo>
                    <a:pt x="596304" y="5258056"/>
                  </a:lnTo>
                  <a:lnTo>
                    <a:pt x="596657" y="5257626"/>
                  </a:lnTo>
                  <a:lnTo>
                    <a:pt x="596892" y="5257195"/>
                  </a:lnTo>
                  <a:lnTo>
                    <a:pt x="597010" y="5256764"/>
                  </a:lnTo>
                  <a:lnTo>
                    <a:pt x="597245" y="5255903"/>
                  </a:lnTo>
                  <a:lnTo>
                    <a:pt x="597362" y="5255903"/>
                  </a:lnTo>
                  <a:lnTo>
                    <a:pt x="597598" y="5255473"/>
                  </a:lnTo>
                  <a:lnTo>
                    <a:pt x="597950" y="5255473"/>
                  </a:lnTo>
                  <a:lnTo>
                    <a:pt x="598068" y="5255473"/>
                  </a:lnTo>
                  <a:lnTo>
                    <a:pt x="598303" y="5255473"/>
                  </a:lnTo>
                  <a:lnTo>
                    <a:pt x="598303" y="5255042"/>
                  </a:lnTo>
                  <a:lnTo>
                    <a:pt x="598421" y="5255042"/>
                  </a:lnTo>
                  <a:lnTo>
                    <a:pt x="598538" y="5255042"/>
                  </a:lnTo>
                  <a:lnTo>
                    <a:pt x="598891" y="5255042"/>
                  </a:lnTo>
                  <a:lnTo>
                    <a:pt x="599362" y="5255042"/>
                  </a:lnTo>
                  <a:lnTo>
                    <a:pt x="600067" y="5254611"/>
                  </a:lnTo>
                  <a:lnTo>
                    <a:pt x="600538" y="5254181"/>
                  </a:lnTo>
                  <a:lnTo>
                    <a:pt x="600891" y="5254181"/>
                  </a:lnTo>
                  <a:lnTo>
                    <a:pt x="600891" y="5253750"/>
                  </a:lnTo>
                  <a:lnTo>
                    <a:pt x="600891" y="5253320"/>
                  </a:lnTo>
                  <a:lnTo>
                    <a:pt x="601244" y="5251597"/>
                  </a:lnTo>
                  <a:lnTo>
                    <a:pt x="601479" y="5251167"/>
                  </a:lnTo>
                  <a:lnTo>
                    <a:pt x="601479" y="5250305"/>
                  </a:lnTo>
                  <a:lnTo>
                    <a:pt x="601714" y="5249875"/>
                  </a:lnTo>
                  <a:lnTo>
                    <a:pt x="601832" y="5248152"/>
                  </a:lnTo>
                  <a:lnTo>
                    <a:pt x="601832" y="5247722"/>
                  </a:lnTo>
                  <a:lnTo>
                    <a:pt x="602302" y="5246861"/>
                  </a:lnTo>
                  <a:lnTo>
                    <a:pt x="602537" y="5246430"/>
                  </a:lnTo>
                  <a:lnTo>
                    <a:pt x="602890" y="5246430"/>
                  </a:lnTo>
                  <a:lnTo>
                    <a:pt x="603008" y="5246430"/>
                  </a:lnTo>
                  <a:lnTo>
                    <a:pt x="603243" y="5245999"/>
                  </a:lnTo>
                  <a:lnTo>
                    <a:pt x="603596" y="5245569"/>
                  </a:lnTo>
                  <a:lnTo>
                    <a:pt x="604066" y="5244277"/>
                  </a:lnTo>
                  <a:lnTo>
                    <a:pt x="604419" y="5243416"/>
                  </a:lnTo>
                  <a:lnTo>
                    <a:pt x="604772" y="5242985"/>
                  </a:lnTo>
                  <a:lnTo>
                    <a:pt x="604890" y="5242985"/>
                  </a:lnTo>
                  <a:lnTo>
                    <a:pt x="605125" y="5242555"/>
                  </a:lnTo>
                  <a:lnTo>
                    <a:pt x="606183" y="5241263"/>
                  </a:lnTo>
                  <a:lnTo>
                    <a:pt x="606654" y="5240832"/>
                  </a:lnTo>
                  <a:lnTo>
                    <a:pt x="606889" y="5240832"/>
                  </a:lnTo>
                  <a:lnTo>
                    <a:pt x="607360" y="5240832"/>
                  </a:lnTo>
                  <a:lnTo>
                    <a:pt x="607595" y="5240832"/>
                  </a:lnTo>
                  <a:lnTo>
                    <a:pt x="607712" y="5240832"/>
                  </a:lnTo>
                  <a:lnTo>
                    <a:pt x="608065" y="5239971"/>
                  </a:lnTo>
                  <a:lnTo>
                    <a:pt x="608183" y="5239540"/>
                  </a:lnTo>
                  <a:lnTo>
                    <a:pt x="608300" y="5239540"/>
                  </a:lnTo>
                  <a:lnTo>
                    <a:pt x="608300" y="5239110"/>
                  </a:lnTo>
                  <a:lnTo>
                    <a:pt x="608418" y="5238679"/>
                  </a:lnTo>
                  <a:lnTo>
                    <a:pt x="608418" y="5238249"/>
                  </a:lnTo>
                  <a:lnTo>
                    <a:pt x="608653" y="5237818"/>
                  </a:lnTo>
                  <a:lnTo>
                    <a:pt x="609006" y="5237818"/>
                  </a:lnTo>
                  <a:lnTo>
                    <a:pt x="609124" y="5237818"/>
                  </a:lnTo>
                  <a:lnTo>
                    <a:pt x="609241" y="5237387"/>
                  </a:lnTo>
                  <a:lnTo>
                    <a:pt x="609594" y="5236957"/>
                  </a:lnTo>
                  <a:lnTo>
                    <a:pt x="609712" y="5236096"/>
                  </a:lnTo>
                  <a:lnTo>
                    <a:pt x="609712" y="5235234"/>
                  </a:lnTo>
                  <a:lnTo>
                    <a:pt x="609829" y="5235234"/>
                  </a:lnTo>
                  <a:lnTo>
                    <a:pt x="609947" y="5235234"/>
                  </a:lnTo>
                  <a:lnTo>
                    <a:pt x="610182" y="5234804"/>
                  </a:lnTo>
                  <a:lnTo>
                    <a:pt x="610300" y="5234373"/>
                  </a:lnTo>
                  <a:lnTo>
                    <a:pt x="610418" y="5234373"/>
                  </a:lnTo>
                  <a:lnTo>
                    <a:pt x="610535" y="5234373"/>
                  </a:lnTo>
                  <a:lnTo>
                    <a:pt x="610535" y="5233943"/>
                  </a:lnTo>
                  <a:lnTo>
                    <a:pt x="610770" y="5233512"/>
                  </a:lnTo>
                  <a:lnTo>
                    <a:pt x="610888" y="5233512"/>
                  </a:lnTo>
                  <a:lnTo>
                    <a:pt x="611006" y="5233512"/>
                  </a:lnTo>
                  <a:lnTo>
                    <a:pt x="611358" y="5233512"/>
                  </a:lnTo>
                  <a:lnTo>
                    <a:pt x="611476" y="5233081"/>
                  </a:lnTo>
                  <a:lnTo>
                    <a:pt x="611594" y="5232651"/>
                  </a:lnTo>
                  <a:lnTo>
                    <a:pt x="611711" y="5232651"/>
                  </a:lnTo>
                  <a:lnTo>
                    <a:pt x="611829" y="5232220"/>
                  </a:lnTo>
                  <a:lnTo>
                    <a:pt x="612182" y="5231359"/>
                  </a:lnTo>
                  <a:lnTo>
                    <a:pt x="612417" y="5230928"/>
                  </a:lnTo>
                  <a:lnTo>
                    <a:pt x="612417" y="5230498"/>
                  </a:lnTo>
                  <a:lnTo>
                    <a:pt x="612535" y="5230067"/>
                  </a:lnTo>
                  <a:lnTo>
                    <a:pt x="612887" y="5229637"/>
                  </a:lnTo>
                  <a:lnTo>
                    <a:pt x="613005" y="5229637"/>
                  </a:lnTo>
                  <a:lnTo>
                    <a:pt x="613005" y="5229206"/>
                  </a:lnTo>
                  <a:lnTo>
                    <a:pt x="613005" y="5228775"/>
                  </a:lnTo>
                  <a:lnTo>
                    <a:pt x="613240" y="5228775"/>
                  </a:lnTo>
                  <a:lnTo>
                    <a:pt x="613593" y="5227914"/>
                  </a:lnTo>
                  <a:lnTo>
                    <a:pt x="613711" y="5227914"/>
                  </a:lnTo>
                  <a:lnTo>
                    <a:pt x="614181" y="5225761"/>
                  </a:lnTo>
                  <a:lnTo>
                    <a:pt x="614416" y="5225331"/>
                  </a:lnTo>
                  <a:lnTo>
                    <a:pt x="614534" y="5224900"/>
                  </a:lnTo>
                  <a:lnTo>
                    <a:pt x="615004" y="5224469"/>
                  </a:lnTo>
                  <a:lnTo>
                    <a:pt x="615122" y="5224469"/>
                  </a:lnTo>
                  <a:lnTo>
                    <a:pt x="615593" y="5224039"/>
                  </a:lnTo>
                  <a:lnTo>
                    <a:pt x="615828" y="5223608"/>
                  </a:lnTo>
                  <a:lnTo>
                    <a:pt x="616298" y="5223178"/>
                  </a:lnTo>
                  <a:lnTo>
                    <a:pt x="616416" y="5223178"/>
                  </a:lnTo>
                  <a:lnTo>
                    <a:pt x="616416" y="5222316"/>
                  </a:lnTo>
                  <a:lnTo>
                    <a:pt x="616533" y="5222316"/>
                  </a:lnTo>
                  <a:lnTo>
                    <a:pt x="616533" y="5221886"/>
                  </a:lnTo>
                  <a:lnTo>
                    <a:pt x="617004" y="5221886"/>
                  </a:lnTo>
                  <a:lnTo>
                    <a:pt x="617122" y="5221455"/>
                  </a:lnTo>
                  <a:lnTo>
                    <a:pt x="617827" y="5220594"/>
                  </a:lnTo>
                  <a:lnTo>
                    <a:pt x="617945" y="5220594"/>
                  </a:lnTo>
                  <a:lnTo>
                    <a:pt x="618180" y="5220594"/>
                  </a:lnTo>
                  <a:lnTo>
                    <a:pt x="618298" y="5220594"/>
                  </a:lnTo>
                  <a:lnTo>
                    <a:pt x="618651" y="5219302"/>
                  </a:lnTo>
                  <a:lnTo>
                    <a:pt x="618651" y="5218441"/>
                  </a:lnTo>
                  <a:lnTo>
                    <a:pt x="618886" y="5217580"/>
                  </a:lnTo>
                  <a:lnTo>
                    <a:pt x="619003" y="5217149"/>
                  </a:lnTo>
                  <a:lnTo>
                    <a:pt x="619356" y="5216719"/>
                  </a:lnTo>
                  <a:lnTo>
                    <a:pt x="619591" y="5216288"/>
                  </a:lnTo>
                  <a:lnTo>
                    <a:pt x="619944" y="5215857"/>
                  </a:lnTo>
                  <a:lnTo>
                    <a:pt x="619944" y="5215427"/>
                  </a:lnTo>
                  <a:lnTo>
                    <a:pt x="620062" y="5215427"/>
                  </a:lnTo>
                  <a:lnTo>
                    <a:pt x="620180" y="5214996"/>
                  </a:lnTo>
                  <a:lnTo>
                    <a:pt x="620297" y="5214996"/>
                  </a:lnTo>
                  <a:lnTo>
                    <a:pt x="620768" y="5214996"/>
                  </a:lnTo>
                  <a:lnTo>
                    <a:pt x="621120" y="5214996"/>
                  </a:lnTo>
                  <a:lnTo>
                    <a:pt x="621238" y="5213704"/>
                  </a:lnTo>
                  <a:lnTo>
                    <a:pt x="621591" y="5213274"/>
                  </a:lnTo>
                  <a:lnTo>
                    <a:pt x="621709" y="5213274"/>
                  </a:lnTo>
                  <a:lnTo>
                    <a:pt x="621826" y="5213274"/>
                  </a:lnTo>
                  <a:lnTo>
                    <a:pt x="621826" y="5212843"/>
                  </a:lnTo>
                  <a:lnTo>
                    <a:pt x="621944" y="5212843"/>
                  </a:lnTo>
                  <a:lnTo>
                    <a:pt x="622297" y="5212413"/>
                  </a:lnTo>
                  <a:lnTo>
                    <a:pt x="622297" y="5211982"/>
                  </a:lnTo>
                  <a:lnTo>
                    <a:pt x="622767" y="5211121"/>
                  </a:lnTo>
                  <a:lnTo>
                    <a:pt x="623120" y="5209829"/>
                  </a:lnTo>
                  <a:lnTo>
                    <a:pt x="623355" y="5209398"/>
                  </a:lnTo>
                  <a:lnTo>
                    <a:pt x="623355" y="5208968"/>
                  </a:lnTo>
                  <a:lnTo>
                    <a:pt x="623590" y="5208537"/>
                  </a:lnTo>
                  <a:lnTo>
                    <a:pt x="623826" y="5208537"/>
                  </a:lnTo>
                  <a:lnTo>
                    <a:pt x="623943" y="5208537"/>
                  </a:lnTo>
                  <a:lnTo>
                    <a:pt x="623943" y="5208107"/>
                  </a:lnTo>
                  <a:lnTo>
                    <a:pt x="624061" y="5207676"/>
                  </a:lnTo>
                  <a:lnTo>
                    <a:pt x="624178" y="5207245"/>
                  </a:lnTo>
                  <a:lnTo>
                    <a:pt x="624178" y="5206384"/>
                  </a:lnTo>
                  <a:lnTo>
                    <a:pt x="624296" y="5206384"/>
                  </a:lnTo>
                  <a:lnTo>
                    <a:pt x="624531" y="5205954"/>
                  </a:lnTo>
                  <a:lnTo>
                    <a:pt x="624884" y="5205092"/>
                  </a:lnTo>
                  <a:lnTo>
                    <a:pt x="625002" y="5205092"/>
                  </a:lnTo>
                  <a:lnTo>
                    <a:pt x="625119" y="5205092"/>
                  </a:lnTo>
                  <a:lnTo>
                    <a:pt x="625237" y="5204662"/>
                  </a:lnTo>
                  <a:lnTo>
                    <a:pt x="625237" y="5204231"/>
                  </a:lnTo>
                  <a:lnTo>
                    <a:pt x="625355" y="5204231"/>
                  </a:lnTo>
                  <a:lnTo>
                    <a:pt x="625472" y="5204231"/>
                  </a:lnTo>
                  <a:lnTo>
                    <a:pt x="626295" y="5202939"/>
                  </a:lnTo>
                  <a:lnTo>
                    <a:pt x="626295" y="5202509"/>
                  </a:lnTo>
                  <a:lnTo>
                    <a:pt x="626413" y="5202509"/>
                  </a:lnTo>
                  <a:lnTo>
                    <a:pt x="627001" y="5202078"/>
                  </a:lnTo>
                  <a:lnTo>
                    <a:pt x="627354" y="5201217"/>
                  </a:lnTo>
                  <a:lnTo>
                    <a:pt x="627472" y="5200786"/>
                  </a:lnTo>
                  <a:lnTo>
                    <a:pt x="628413" y="5199064"/>
                  </a:lnTo>
                  <a:lnTo>
                    <a:pt x="628530" y="5199064"/>
                  </a:lnTo>
                  <a:lnTo>
                    <a:pt x="628648" y="5197772"/>
                  </a:lnTo>
                  <a:lnTo>
                    <a:pt x="629001" y="5196911"/>
                  </a:lnTo>
                  <a:lnTo>
                    <a:pt x="629118" y="5196911"/>
                  </a:lnTo>
                  <a:lnTo>
                    <a:pt x="629236" y="5196911"/>
                  </a:lnTo>
                  <a:lnTo>
                    <a:pt x="629353" y="5196911"/>
                  </a:lnTo>
                  <a:lnTo>
                    <a:pt x="629471" y="5196911"/>
                  </a:lnTo>
                  <a:lnTo>
                    <a:pt x="629589" y="5195619"/>
                  </a:lnTo>
                  <a:lnTo>
                    <a:pt x="629706" y="5195619"/>
                  </a:lnTo>
                  <a:lnTo>
                    <a:pt x="629942" y="5195619"/>
                  </a:lnTo>
                  <a:lnTo>
                    <a:pt x="629942" y="5194327"/>
                  </a:lnTo>
                  <a:lnTo>
                    <a:pt x="630177" y="5194327"/>
                  </a:lnTo>
                  <a:lnTo>
                    <a:pt x="630412" y="5194327"/>
                  </a:lnTo>
                  <a:lnTo>
                    <a:pt x="630530" y="5194327"/>
                  </a:lnTo>
                  <a:lnTo>
                    <a:pt x="630647" y="5193897"/>
                  </a:lnTo>
                  <a:lnTo>
                    <a:pt x="631000" y="5193466"/>
                  </a:lnTo>
                  <a:lnTo>
                    <a:pt x="631000" y="5193036"/>
                  </a:lnTo>
                  <a:lnTo>
                    <a:pt x="631235" y="5193036"/>
                  </a:lnTo>
                  <a:lnTo>
                    <a:pt x="631588" y="5193036"/>
                  </a:lnTo>
                  <a:lnTo>
                    <a:pt x="631823" y="5192605"/>
                  </a:lnTo>
                  <a:lnTo>
                    <a:pt x="631823" y="5192174"/>
                  </a:lnTo>
                  <a:lnTo>
                    <a:pt x="631941" y="5191744"/>
                  </a:lnTo>
                  <a:lnTo>
                    <a:pt x="631941" y="5190452"/>
                  </a:lnTo>
                  <a:lnTo>
                    <a:pt x="632059" y="5190021"/>
                  </a:lnTo>
                  <a:lnTo>
                    <a:pt x="632294" y="5189591"/>
                  </a:lnTo>
                  <a:lnTo>
                    <a:pt x="632647" y="5189160"/>
                  </a:lnTo>
                  <a:lnTo>
                    <a:pt x="632764" y="5189160"/>
                  </a:lnTo>
                  <a:lnTo>
                    <a:pt x="632999" y="5188730"/>
                  </a:lnTo>
                  <a:lnTo>
                    <a:pt x="633588" y="5188730"/>
                  </a:lnTo>
                  <a:lnTo>
                    <a:pt x="633705" y="5188730"/>
                  </a:lnTo>
                  <a:lnTo>
                    <a:pt x="634058" y="5188730"/>
                  </a:lnTo>
                  <a:lnTo>
                    <a:pt x="634176" y="5188730"/>
                  </a:lnTo>
                  <a:lnTo>
                    <a:pt x="634646" y="5187868"/>
                  </a:lnTo>
                  <a:lnTo>
                    <a:pt x="634764" y="5187438"/>
                  </a:lnTo>
                  <a:lnTo>
                    <a:pt x="635469" y="5186146"/>
                  </a:lnTo>
                  <a:lnTo>
                    <a:pt x="635705" y="5186146"/>
                  </a:lnTo>
                  <a:lnTo>
                    <a:pt x="635940" y="5185715"/>
                  </a:lnTo>
                  <a:lnTo>
                    <a:pt x="636175" y="5185715"/>
                  </a:lnTo>
                  <a:lnTo>
                    <a:pt x="636175" y="5185285"/>
                  </a:lnTo>
                  <a:lnTo>
                    <a:pt x="636410" y="5184424"/>
                  </a:lnTo>
                  <a:lnTo>
                    <a:pt x="636528" y="5183993"/>
                  </a:lnTo>
                  <a:lnTo>
                    <a:pt x="637351" y="5183993"/>
                  </a:lnTo>
                  <a:lnTo>
                    <a:pt x="637351" y="5182701"/>
                  </a:lnTo>
                  <a:lnTo>
                    <a:pt x="637704" y="5182701"/>
                  </a:lnTo>
                  <a:lnTo>
                    <a:pt x="637822" y="5182271"/>
                  </a:lnTo>
                  <a:lnTo>
                    <a:pt x="638527" y="5181409"/>
                  </a:lnTo>
                  <a:lnTo>
                    <a:pt x="638645" y="5181409"/>
                  </a:lnTo>
                  <a:lnTo>
                    <a:pt x="638763" y="5181409"/>
                  </a:lnTo>
                  <a:lnTo>
                    <a:pt x="639233" y="5181409"/>
                  </a:lnTo>
                  <a:lnTo>
                    <a:pt x="639351" y="5180979"/>
                  </a:lnTo>
                  <a:lnTo>
                    <a:pt x="639351" y="5180548"/>
                  </a:lnTo>
                  <a:lnTo>
                    <a:pt x="639586" y="5180548"/>
                  </a:lnTo>
                  <a:lnTo>
                    <a:pt x="639821" y="5178826"/>
                  </a:lnTo>
                  <a:lnTo>
                    <a:pt x="639821" y="5177965"/>
                  </a:lnTo>
                  <a:lnTo>
                    <a:pt x="639939" y="5177965"/>
                  </a:lnTo>
                  <a:lnTo>
                    <a:pt x="640644" y="5177965"/>
                  </a:lnTo>
                  <a:lnTo>
                    <a:pt x="640997" y="5176673"/>
                  </a:lnTo>
                  <a:lnTo>
                    <a:pt x="641468" y="5176673"/>
                  </a:lnTo>
                  <a:lnTo>
                    <a:pt x="641585" y="5176242"/>
                  </a:lnTo>
                  <a:lnTo>
                    <a:pt x="641585" y="5175812"/>
                  </a:lnTo>
                  <a:lnTo>
                    <a:pt x="642291" y="5174950"/>
                  </a:lnTo>
                  <a:lnTo>
                    <a:pt x="642644" y="5174089"/>
                  </a:lnTo>
                  <a:lnTo>
                    <a:pt x="642644" y="5173659"/>
                  </a:lnTo>
                  <a:lnTo>
                    <a:pt x="642761" y="5172797"/>
                  </a:lnTo>
                  <a:lnTo>
                    <a:pt x="642879" y="5172797"/>
                  </a:lnTo>
                  <a:lnTo>
                    <a:pt x="643350" y="5171506"/>
                  </a:lnTo>
                  <a:lnTo>
                    <a:pt x="643585" y="5170214"/>
                  </a:lnTo>
                  <a:lnTo>
                    <a:pt x="643585" y="5169783"/>
                  </a:lnTo>
                  <a:lnTo>
                    <a:pt x="643938" y="5169783"/>
                  </a:lnTo>
                  <a:lnTo>
                    <a:pt x="644173" y="5169783"/>
                  </a:lnTo>
                  <a:lnTo>
                    <a:pt x="644408" y="5169353"/>
                  </a:lnTo>
                  <a:lnTo>
                    <a:pt x="644996" y="5169353"/>
                  </a:lnTo>
                  <a:lnTo>
                    <a:pt x="645231" y="5168922"/>
                  </a:lnTo>
                  <a:lnTo>
                    <a:pt x="645467" y="5168491"/>
                  </a:lnTo>
                  <a:lnTo>
                    <a:pt x="645702" y="5168491"/>
                  </a:lnTo>
                  <a:lnTo>
                    <a:pt x="646407" y="5168061"/>
                  </a:lnTo>
                  <a:lnTo>
                    <a:pt x="646525" y="5166338"/>
                  </a:lnTo>
                  <a:lnTo>
                    <a:pt x="646525" y="5165908"/>
                  </a:lnTo>
                  <a:lnTo>
                    <a:pt x="646643" y="5165477"/>
                  </a:lnTo>
                  <a:lnTo>
                    <a:pt x="646996" y="5164616"/>
                  </a:lnTo>
                  <a:lnTo>
                    <a:pt x="647466" y="5164616"/>
                  </a:lnTo>
                  <a:lnTo>
                    <a:pt x="647701" y="5163324"/>
                  </a:lnTo>
                  <a:lnTo>
                    <a:pt x="647936" y="5163324"/>
                  </a:lnTo>
                  <a:lnTo>
                    <a:pt x="648407" y="5162463"/>
                  </a:lnTo>
                  <a:lnTo>
                    <a:pt x="648525" y="5162463"/>
                  </a:lnTo>
                  <a:lnTo>
                    <a:pt x="648642" y="5161171"/>
                  </a:lnTo>
                  <a:lnTo>
                    <a:pt x="648877" y="5161171"/>
                  </a:lnTo>
                  <a:lnTo>
                    <a:pt x="649348" y="5160741"/>
                  </a:lnTo>
                  <a:lnTo>
                    <a:pt x="649465" y="5160310"/>
                  </a:lnTo>
                  <a:lnTo>
                    <a:pt x="649465" y="5159879"/>
                  </a:lnTo>
                  <a:lnTo>
                    <a:pt x="649583" y="5159449"/>
                  </a:lnTo>
                  <a:lnTo>
                    <a:pt x="650171" y="5159449"/>
                  </a:lnTo>
                  <a:lnTo>
                    <a:pt x="650289" y="5159449"/>
                  </a:lnTo>
                  <a:lnTo>
                    <a:pt x="650289" y="5158157"/>
                  </a:lnTo>
                  <a:lnTo>
                    <a:pt x="650642" y="5158157"/>
                  </a:lnTo>
                  <a:lnTo>
                    <a:pt x="650642" y="5156865"/>
                  </a:lnTo>
                  <a:lnTo>
                    <a:pt x="650642" y="5156435"/>
                  </a:lnTo>
                  <a:lnTo>
                    <a:pt x="650877" y="5155573"/>
                  </a:lnTo>
                  <a:lnTo>
                    <a:pt x="650994" y="5155573"/>
                  </a:lnTo>
                  <a:lnTo>
                    <a:pt x="651112" y="5154712"/>
                  </a:lnTo>
                  <a:lnTo>
                    <a:pt x="651583" y="5154712"/>
                  </a:lnTo>
                  <a:lnTo>
                    <a:pt x="652053" y="5154282"/>
                  </a:lnTo>
                  <a:lnTo>
                    <a:pt x="652641" y="5153420"/>
                  </a:lnTo>
                  <a:lnTo>
                    <a:pt x="652759" y="5153420"/>
                  </a:lnTo>
                  <a:lnTo>
                    <a:pt x="652876" y="5153420"/>
                  </a:lnTo>
                  <a:lnTo>
                    <a:pt x="653112" y="5152990"/>
                  </a:lnTo>
                  <a:lnTo>
                    <a:pt x="653582" y="5152559"/>
                  </a:lnTo>
                  <a:lnTo>
                    <a:pt x="653817" y="5152559"/>
                  </a:lnTo>
                  <a:lnTo>
                    <a:pt x="653935" y="5152559"/>
                  </a:lnTo>
                  <a:lnTo>
                    <a:pt x="654052" y="5152129"/>
                  </a:lnTo>
                  <a:lnTo>
                    <a:pt x="654052" y="5151698"/>
                  </a:lnTo>
                  <a:lnTo>
                    <a:pt x="654405" y="5151698"/>
                  </a:lnTo>
                  <a:lnTo>
                    <a:pt x="654523" y="5151267"/>
                  </a:lnTo>
                  <a:lnTo>
                    <a:pt x="654523" y="5150837"/>
                  </a:lnTo>
                  <a:lnTo>
                    <a:pt x="654640" y="5150837"/>
                  </a:lnTo>
                  <a:lnTo>
                    <a:pt x="654876" y="5150837"/>
                  </a:lnTo>
                  <a:lnTo>
                    <a:pt x="654876" y="5148253"/>
                  </a:lnTo>
                  <a:lnTo>
                    <a:pt x="655346" y="5148253"/>
                  </a:lnTo>
                  <a:lnTo>
                    <a:pt x="655464" y="5148253"/>
                  </a:lnTo>
                  <a:lnTo>
                    <a:pt x="655699" y="5147823"/>
                  </a:lnTo>
                  <a:lnTo>
                    <a:pt x="655699" y="5147392"/>
                  </a:lnTo>
                  <a:lnTo>
                    <a:pt x="656052" y="5146531"/>
                  </a:lnTo>
                  <a:lnTo>
                    <a:pt x="656758" y="5145670"/>
                  </a:lnTo>
                  <a:lnTo>
                    <a:pt x="656875" y="5144808"/>
                  </a:lnTo>
                  <a:lnTo>
                    <a:pt x="657228" y="5144808"/>
                  </a:lnTo>
                  <a:lnTo>
                    <a:pt x="657346" y="5144808"/>
                  </a:lnTo>
                  <a:lnTo>
                    <a:pt x="657463" y="5144378"/>
                  </a:lnTo>
                  <a:lnTo>
                    <a:pt x="657463" y="5143947"/>
                  </a:lnTo>
                  <a:lnTo>
                    <a:pt x="657816" y="5143517"/>
                  </a:lnTo>
                  <a:lnTo>
                    <a:pt x="658169" y="5143086"/>
                  </a:lnTo>
                  <a:lnTo>
                    <a:pt x="658287" y="5143086"/>
                  </a:lnTo>
                  <a:lnTo>
                    <a:pt x="659345" y="5142225"/>
                  </a:lnTo>
                  <a:lnTo>
                    <a:pt x="659463" y="5141794"/>
                  </a:lnTo>
                  <a:lnTo>
                    <a:pt x="659698" y="5140072"/>
                  </a:lnTo>
                  <a:lnTo>
                    <a:pt x="659933" y="5139641"/>
                  </a:lnTo>
                  <a:lnTo>
                    <a:pt x="660404" y="5139211"/>
                  </a:lnTo>
                  <a:lnTo>
                    <a:pt x="660639" y="5139211"/>
                  </a:lnTo>
                  <a:lnTo>
                    <a:pt x="660874" y="5138349"/>
                  </a:lnTo>
                  <a:lnTo>
                    <a:pt x="660992" y="5138349"/>
                  </a:lnTo>
                  <a:lnTo>
                    <a:pt x="661345" y="5137919"/>
                  </a:lnTo>
                  <a:lnTo>
                    <a:pt x="661462" y="5137919"/>
                  </a:lnTo>
                  <a:lnTo>
                    <a:pt x="661815" y="5137919"/>
                  </a:lnTo>
                  <a:lnTo>
                    <a:pt x="662168" y="5137488"/>
                  </a:lnTo>
                  <a:lnTo>
                    <a:pt x="662403" y="5137488"/>
                  </a:lnTo>
                  <a:lnTo>
                    <a:pt x="662521" y="5136627"/>
                  </a:lnTo>
                  <a:lnTo>
                    <a:pt x="663109" y="5136196"/>
                  </a:lnTo>
                  <a:lnTo>
                    <a:pt x="663109" y="5135766"/>
                  </a:lnTo>
                  <a:lnTo>
                    <a:pt x="663109" y="5135335"/>
                  </a:lnTo>
                  <a:lnTo>
                    <a:pt x="663462" y="5134905"/>
                  </a:lnTo>
                  <a:lnTo>
                    <a:pt x="663462" y="5134474"/>
                  </a:lnTo>
                  <a:lnTo>
                    <a:pt x="663932" y="5133613"/>
                  </a:lnTo>
                  <a:lnTo>
                    <a:pt x="664167" y="5133613"/>
                  </a:lnTo>
                  <a:lnTo>
                    <a:pt x="664167" y="5132752"/>
                  </a:lnTo>
                  <a:lnTo>
                    <a:pt x="664285" y="5132752"/>
                  </a:lnTo>
                  <a:lnTo>
                    <a:pt x="664285" y="5132321"/>
                  </a:lnTo>
                  <a:lnTo>
                    <a:pt x="664402" y="5131460"/>
                  </a:lnTo>
                  <a:lnTo>
                    <a:pt x="664638" y="5131460"/>
                  </a:lnTo>
                  <a:lnTo>
                    <a:pt x="665108" y="5131029"/>
                  </a:lnTo>
                  <a:lnTo>
                    <a:pt x="665226" y="5130168"/>
                  </a:lnTo>
                  <a:lnTo>
                    <a:pt x="665461" y="5130168"/>
                  </a:lnTo>
                  <a:lnTo>
                    <a:pt x="665696" y="5129737"/>
                  </a:lnTo>
                  <a:lnTo>
                    <a:pt x="665696" y="5129307"/>
                  </a:lnTo>
                  <a:lnTo>
                    <a:pt x="665814" y="5129307"/>
                  </a:lnTo>
                  <a:lnTo>
                    <a:pt x="666167" y="5129307"/>
                  </a:lnTo>
                  <a:lnTo>
                    <a:pt x="666284" y="5128876"/>
                  </a:lnTo>
                  <a:lnTo>
                    <a:pt x="666637" y="5127584"/>
                  </a:lnTo>
                  <a:lnTo>
                    <a:pt x="666872" y="5127154"/>
                  </a:lnTo>
                  <a:lnTo>
                    <a:pt x="666872" y="5126723"/>
                  </a:lnTo>
                  <a:lnTo>
                    <a:pt x="667108" y="5125431"/>
                  </a:lnTo>
                  <a:lnTo>
                    <a:pt x="667460" y="5124140"/>
                  </a:lnTo>
                  <a:lnTo>
                    <a:pt x="667578" y="5124140"/>
                  </a:lnTo>
                  <a:lnTo>
                    <a:pt x="668049" y="5124140"/>
                  </a:lnTo>
                  <a:lnTo>
                    <a:pt x="668989" y="5124140"/>
                  </a:lnTo>
                  <a:lnTo>
                    <a:pt x="669225" y="5123278"/>
                  </a:lnTo>
                  <a:lnTo>
                    <a:pt x="669342" y="5122848"/>
                  </a:lnTo>
                  <a:lnTo>
                    <a:pt x="669342" y="5121987"/>
                  </a:lnTo>
                  <a:lnTo>
                    <a:pt x="669342" y="5121556"/>
                  </a:lnTo>
                  <a:lnTo>
                    <a:pt x="669578" y="5121556"/>
                  </a:lnTo>
                  <a:lnTo>
                    <a:pt x="669695" y="5121556"/>
                  </a:lnTo>
                  <a:lnTo>
                    <a:pt x="669930" y="5120264"/>
                  </a:lnTo>
                  <a:lnTo>
                    <a:pt x="670166" y="5119834"/>
                  </a:lnTo>
                  <a:lnTo>
                    <a:pt x="670283" y="5119403"/>
                  </a:lnTo>
                  <a:lnTo>
                    <a:pt x="670401" y="5119403"/>
                  </a:lnTo>
                  <a:lnTo>
                    <a:pt x="670518" y="5118111"/>
                  </a:lnTo>
                  <a:lnTo>
                    <a:pt x="670754" y="5117250"/>
                  </a:lnTo>
                  <a:lnTo>
                    <a:pt x="671106" y="5116819"/>
                  </a:lnTo>
                  <a:lnTo>
                    <a:pt x="671459" y="5116819"/>
                  </a:lnTo>
                  <a:lnTo>
                    <a:pt x="671930" y="5115958"/>
                  </a:lnTo>
                  <a:lnTo>
                    <a:pt x="672047" y="5115958"/>
                  </a:lnTo>
                  <a:lnTo>
                    <a:pt x="672165" y="5115097"/>
                  </a:lnTo>
                  <a:lnTo>
                    <a:pt x="672400" y="5115097"/>
                  </a:lnTo>
                  <a:lnTo>
                    <a:pt x="672753" y="5115097"/>
                  </a:lnTo>
                  <a:lnTo>
                    <a:pt x="673694" y="5113805"/>
                  </a:lnTo>
                  <a:lnTo>
                    <a:pt x="673812" y="5113805"/>
                  </a:lnTo>
                  <a:lnTo>
                    <a:pt x="674047" y="5113375"/>
                  </a:lnTo>
                  <a:lnTo>
                    <a:pt x="674282" y="5112944"/>
                  </a:lnTo>
                  <a:lnTo>
                    <a:pt x="674400" y="5112944"/>
                  </a:lnTo>
                  <a:lnTo>
                    <a:pt x="674400" y="5112513"/>
                  </a:lnTo>
                  <a:lnTo>
                    <a:pt x="674753" y="5112513"/>
                  </a:lnTo>
                  <a:lnTo>
                    <a:pt x="675105" y="5112513"/>
                  </a:lnTo>
                  <a:lnTo>
                    <a:pt x="675223" y="5112513"/>
                  </a:lnTo>
                  <a:lnTo>
                    <a:pt x="675458" y="5111652"/>
                  </a:lnTo>
                  <a:lnTo>
                    <a:pt x="675458" y="5111222"/>
                  </a:lnTo>
                  <a:lnTo>
                    <a:pt x="675929" y="5111222"/>
                  </a:lnTo>
                  <a:lnTo>
                    <a:pt x="676282" y="5111222"/>
                  </a:lnTo>
                  <a:lnTo>
                    <a:pt x="676752" y="5111222"/>
                  </a:lnTo>
                  <a:lnTo>
                    <a:pt x="676987" y="5111222"/>
                  </a:lnTo>
                  <a:lnTo>
                    <a:pt x="677222" y="5110791"/>
                  </a:lnTo>
                  <a:lnTo>
                    <a:pt x="677458" y="5110791"/>
                  </a:lnTo>
                  <a:lnTo>
                    <a:pt x="677575" y="5110791"/>
                  </a:lnTo>
                  <a:lnTo>
                    <a:pt x="677811" y="5110360"/>
                  </a:lnTo>
                  <a:lnTo>
                    <a:pt x="678046" y="5110360"/>
                  </a:lnTo>
                  <a:lnTo>
                    <a:pt x="678163" y="5109930"/>
                  </a:lnTo>
                  <a:lnTo>
                    <a:pt x="678634" y="5109930"/>
                  </a:lnTo>
                  <a:lnTo>
                    <a:pt x="679457" y="5109930"/>
                  </a:lnTo>
                  <a:lnTo>
                    <a:pt x="679575" y="5109930"/>
                  </a:lnTo>
                  <a:lnTo>
                    <a:pt x="679575" y="5109069"/>
                  </a:lnTo>
                  <a:lnTo>
                    <a:pt x="680163" y="5108207"/>
                  </a:lnTo>
                  <a:lnTo>
                    <a:pt x="680633" y="5107777"/>
                  </a:lnTo>
                  <a:lnTo>
                    <a:pt x="680868" y="5107777"/>
                  </a:lnTo>
                  <a:lnTo>
                    <a:pt x="680986" y="5107777"/>
                  </a:lnTo>
                  <a:lnTo>
                    <a:pt x="681221" y="5107346"/>
                  </a:lnTo>
                  <a:lnTo>
                    <a:pt x="681339" y="5106916"/>
                  </a:lnTo>
                  <a:lnTo>
                    <a:pt x="681457" y="5106916"/>
                  </a:lnTo>
                  <a:lnTo>
                    <a:pt x="681457" y="5106485"/>
                  </a:lnTo>
                  <a:lnTo>
                    <a:pt x="682162" y="5106054"/>
                  </a:lnTo>
                  <a:lnTo>
                    <a:pt x="682633" y="5105624"/>
                  </a:lnTo>
                  <a:lnTo>
                    <a:pt x="682750" y="5104763"/>
                  </a:lnTo>
                  <a:lnTo>
                    <a:pt x="682750" y="5104332"/>
                  </a:lnTo>
                  <a:lnTo>
                    <a:pt x="682868" y="5103471"/>
                  </a:lnTo>
                  <a:lnTo>
                    <a:pt x="683574" y="5103471"/>
                  </a:lnTo>
                  <a:lnTo>
                    <a:pt x="683574" y="5103040"/>
                  </a:lnTo>
                  <a:lnTo>
                    <a:pt x="684044" y="5102179"/>
                  </a:lnTo>
                  <a:lnTo>
                    <a:pt x="684162" y="5102179"/>
                  </a:lnTo>
                  <a:lnTo>
                    <a:pt x="684279" y="5102179"/>
                  </a:lnTo>
                  <a:lnTo>
                    <a:pt x="684632" y="5102179"/>
                  </a:lnTo>
                  <a:lnTo>
                    <a:pt x="684867" y="5101748"/>
                  </a:lnTo>
                  <a:lnTo>
                    <a:pt x="684867" y="5101318"/>
                  </a:lnTo>
                  <a:lnTo>
                    <a:pt x="684985" y="5100457"/>
                  </a:lnTo>
                  <a:lnTo>
                    <a:pt x="685338" y="5100026"/>
                  </a:lnTo>
                  <a:lnTo>
                    <a:pt x="685338" y="5099595"/>
                  </a:lnTo>
                  <a:lnTo>
                    <a:pt x="685573" y="5099595"/>
                  </a:lnTo>
                  <a:lnTo>
                    <a:pt x="685926" y="5099595"/>
                  </a:lnTo>
                  <a:lnTo>
                    <a:pt x="686279" y="5099165"/>
                  </a:lnTo>
                  <a:lnTo>
                    <a:pt x="686279" y="5098734"/>
                  </a:lnTo>
                  <a:lnTo>
                    <a:pt x="686867" y="5098734"/>
                  </a:lnTo>
                  <a:lnTo>
                    <a:pt x="686984" y="5097873"/>
                  </a:lnTo>
                  <a:lnTo>
                    <a:pt x="687455" y="5097012"/>
                  </a:lnTo>
                  <a:lnTo>
                    <a:pt x="687455" y="5096581"/>
                  </a:lnTo>
                  <a:lnTo>
                    <a:pt x="687572" y="5096581"/>
                  </a:lnTo>
                  <a:lnTo>
                    <a:pt x="687690" y="5096151"/>
                  </a:lnTo>
                  <a:lnTo>
                    <a:pt x="688161" y="5096151"/>
                  </a:lnTo>
                  <a:lnTo>
                    <a:pt x="688278" y="5096151"/>
                  </a:lnTo>
                  <a:lnTo>
                    <a:pt x="688396" y="5095289"/>
                  </a:lnTo>
                  <a:lnTo>
                    <a:pt x="688513" y="5094859"/>
                  </a:lnTo>
                  <a:lnTo>
                    <a:pt x="688631" y="5094428"/>
                  </a:lnTo>
                  <a:lnTo>
                    <a:pt x="688866" y="5094428"/>
                  </a:lnTo>
                  <a:lnTo>
                    <a:pt x="689219" y="5093998"/>
                  </a:lnTo>
                  <a:lnTo>
                    <a:pt x="689337" y="5093998"/>
                  </a:lnTo>
                  <a:lnTo>
                    <a:pt x="689807" y="5093998"/>
                  </a:lnTo>
                  <a:lnTo>
                    <a:pt x="689925" y="5093567"/>
                  </a:lnTo>
                  <a:lnTo>
                    <a:pt x="690278" y="5092706"/>
                  </a:lnTo>
                  <a:lnTo>
                    <a:pt x="690395" y="5092706"/>
                  </a:lnTo>
                  <a:lnTo>
                    <a:pt x="690513" y="5092706"/>
                  </a:lnTo>
                  <a:lnTo>
                    <a:pt x="690513" y="5092275"/>
                  </a:lnTo>
                  <a:lnTo>
                    <a:pt x="690748" y="5091845"/>
                  </a:lnTo>
                  <a:lnTo>
                    <a:pt x="690866" y="5091845"/>
                  </a:lnTo>
                  <a:lnTo>
                    <a:pt x="691101" y="5090553"/>
                  </a:lnTo>
                  <a:lnTo>
                    <a:pt x="691454" y="5090553"/>
                  </a:lnTo>
                  <a:lnTo>
                    <a:pt x="691689" y="5090122"/>
                  </a:lnTo>
                  <a:lnTo>
                    <a:pt x="691689" y="5089692"/>
                  </a:lnTo>
                  <a:lnTo>
                    <a:pt x="691924" y="5089261"/>
                  </a:lnTo>
                  <a:lnTo>
                    <a:pt x="691924" y="5088400"/>
                  </a:lnTo>
                  <a:lnTo>
                    <a:pt x="692159" y="5087969"/>
                  </a:lnTo>
                  <a:lnTo>
                    <a:pt x="692865" y="5087108"/>
                  </a:lnTo>
                  <a:lnTo>
                    <a:pt x="693100" y="5087108"/>
                  </a:lnTo>
                  <a:lnTo>
                    <a:pt x="693336" y="5086677"/>
                  </a:lnTo>
                  <a:lnTo>
                    <a:pt x="693453" y="5086677"/>
                  </a:lnTo>
                  <a:lnTo>
                    <a:pt x="693806" y="5084955"/>
                  </a:lnTo>
                  <a:lnTo>
                    <a:pt x="693924" y="5084524"/>
                  </a:lnTo>
                  <a:lnTo>
                    <a:pt x="693924" y="5084094"/>
                  </a:lnTo>
                  <a:lnTo>
                    <a:pt x="694394" y="5084094"/>
                  </a:lnTo>
                  <a:lnTo>
                    <a:pt x="694982" y="5083663"/>
                  </a:lnTo>
                  <a:lnTo>
                    <a:pt x="694982" y="5083233"/>
                  </a:lnTo>
                  <a:lnTo>
                    <a:pt x="695100" y="5083233"/>
                  </a:lnTo>
                  <a:lnTo>
                    <a:pt x="695453" y="5082802"/>
                  </a:lnTo>
                  <a:lnTo>
                    <a:pt x="695570" y="5082802"/>
                  </a:lnTo>
                  <a:lnTo>
                    <a:pt x="695805" y="5082802"/>
                  </a:lnTo>
                  <a:lnTo>
                    <a:pt x="696276" y="5082802"/>
                  </a:lnTo>
                  <a:lnTo>
                    <a:pt x="696394" y="5082802"/>
                  </a:lnTo>
                  <a:lnTo>
                    <a:pt x="696746" y="5082371"/>
                  </a:lnTo>
                  <a:lnTo>
                    <a:pt x="697099" y="5082371"/>
                  </a:lnTo>
                  <a:lnTo>
                    <a:pt x="697217" y="5082371"/>
                  </a:lnTo>
                  <a:lnTo>
                    <a:pt x="697217" y="5081941"/>
                  </a:lnTo>
                  <a:lnTo>
                    <a:pt x="697334" y="5081510"/>
                  </a:lnTo>
                  <a:lnTo>
                    <a:pt x="697687" y="5080649"/>
                  </a:lnTo>
                  <a:lnTo>
                    <a:pt x="697805" y="5080649"/>
                  </a:lnTo>
                  <a:lnTo>
                    <a:pt x="698040" y="5080649"/>
                  </a:lnTo>
                  <a:lnTo>
                    <a:pt x="698511" y="5080218"/>
                  </a:lnTo>
                  <a:lnTo>
                    <a:pt x="698981" y="5079788"/>
                  </a:lnTo>
                  <a:lnTo>
                    <a:pt x="699922" y="5079788"/>
                  </a:lnTo>
                  <a:lnTo>
                    <a:pt x="700040" y="5078927"/>
                  </a:lnTo>
                  <a:lnTo>
                    <a:pt x="700392" y="5078927"/>
                  </a:lnTo>
                  <a:lnTo>
                    <a:pt x="700510" y="5078496"/>
                  </a:lnTo>
                  <a:lnTo>
                    <a:pt x="700628" y="5078496"/>
                  </a:lnTo>
                  <a:lnTo>
                    <a:pt x="700745" y="5078496"/>
                  </a:lnTo>
                  <a:lnTo>
                    <a:pt x="700863" y="5078065"/>
                  </a:lnTo>
                  <a:lnTo>
                    <a:pt x="700981" y="5078065"/>
                  </a:lnTo>
                  <a:lnTo>
                    <a:pt x="701333" y="5077635"/>
                  </a:lnTo>
                  <a:lnTo>
                    <a:pt x="701451" y="5077635"/>
                  </a:lnTo>
                  <a:lnTo>
                    <a:pt x="701569" y="5077635"/>
                  </a:lnTo>
                  <a:lnTo>
                    <a:pt x="701921" y="5076343"/>
                  </a:lnTo>
                  <a:lnTo>
                    <a:pt x="702274" y="5076343"/>
                  </a:lnTo>
                  <a:lnTo>
                    <a:pt x="702627" y="5076343"/>
                  </a:lnTo>
                  <a:lnTo>
                    <a:pt x="702745" y="5075482"/>
                  </a:lnTo>
                  <a:lnTo>
                    <a:pt x="702862" y="5075482"/>
                  </a:lnTo>
                  <a:lnTo>
                    <a:pt x="702980" y="5075051"/>
                  </a:lnTo>
                  <a:lnTo>
                    <a:pt x="703568" y="5074621"/>
                  </a:lnTo>
                  <a:lnTo>
                    <a:pt x="703803" y="5074190"/>
                  </a:lnTo>
                  <a:lnTo>
                    <a:pt x="703921" y="5073759"/>
                  </a:lnTo>
                  <a:lnTo>
                    <a:pt x="704156" y="5073759"/>
                  </a:lnTo>
                  <a:lnTo>
                    <a:pt x="704274" y="5073329"/>
                  </a:lnTo>
                  <a:lnTo>
                    <a:pt x="704509" y="5072898"/>
                  </a:lnTo>
                  <a:lnTo>
                    <a:pt x="704744" y="5072468"/>
                  </a:lnTo>
                  <a:lnTo>
                    <a:pt x="704979" y="5072468"/>
                  </a:lnTo>
                  <a:lnTo>
                    <a:pt x="705215" y="5072468"/>
                  </a:lnTo>
                  <a:lnTo>
                    <a:pt x="705685" y="5072468"/>
                  </a:lnTo>
                  <a:lnTo>
                    <a:pt x="706391" y="5071606"/>
                  </a:lnTo>
                  <a:lnTo>
                    <a:pt x="706508" y="5071606"/>
                  </a:lnTo>
                  <a:lnTo>
                    <a:pt x="706861" y="5070745"/>
                  </a:lnTo>
                  <a:lnTo>
                    <a:pt x="706861" y="5069884"/>
                  </a:lnTo>
                  <a:lnTo>
                    <a:pt x="707214" y="5069884"/>
                  </a:lnTo>
                  <a:lnTo>
                    <a:pt x="707332" y="5069453"/>
                  </a:lnTo>
                  <a:lnTo>
                    <a:pt x="707920" y="5069023"/>
                  </a:lnTo>
                  <a:lnTo>
                    <a:pt x="708037" y="5068162"/>
                  </a:lnTo>
                  <a:lnTo>
                    <a:pt x="708037" y="5067300"/>
                  </a:lnTo>
                  <a:lnTo>
                    <a:pt x="708390" y="5067300"/>
                  </a:lnTo>
                  <a:lnTo>
                    <a:pt x="709096" y="5066870"/>
                  </a:lnTo>
                  <a:lnTo>
                    <a:pt x="709214" y="5066870"/>
                  </a:lnTo>
                  <a:lnTo>
                    <a:pt x="709449" y="5066870"/>
                  </a:lnTo>
                  <a:lnTo>
                    <a:pt x="709802" y="5066439"/>
                  </a:lnTo>
                  <a:lnTo>
                    <a:pt x="710507" y="5064717"/>
                  </a:lnTo>
                  <a:lnTo>
                    <a:pt x="710743" y="5064717"/>
                  </a:lnTo>
                  <a:lnTo>
                    <a:pt x="711095" y="5063856"/>
                  </a:lnTo>
                  <a:lnTo>
                    <a:pt x="711683" y="5063425"/>
                  </a:lnTo>
                  <a:lnTo>
                    <a:pt x="711683" y="5062994"/>
                  </a:lnTo>
                  <a:lnTo>
                    <a:pt x="712271" y="5061703"/>
                  </a:lnTo>
                  <a:lnTo>
                    <a:pt x="712389" y="5061703"/>
                  </a:lnTo>
                  <a:lnTo>
                    <a:pt x="712624" y="5061703"/>
                  </a:lnTo>
                  <a:lnTo>
                    <a:pt x="712742" y="5060841"/>
                  </a:lnTo>
                  <a:lnTo>
                    <a:pt x="713095" y="5060411"/>
                  </a:lnTo>
                  <a:lnTo>
                    <a:pt x="714271" y="5057827"/>
                  </a:lnTo>
                  <a:lnTo>
                    <a:pt x="714389" y="5057827"/>
                  </a:lnTo>
                  <a:lnTo>
                    <a:pt x="714389" y="5057397"/>
                  </a:lnTo>
                  <a:lnTo>
                    <a:pt x="714506" y="5057397"/>
                  </a:lnTo>
                  <a:lnTo>
                    <a:pt x="714741" y="5057397"/>
                  </a:lnTo>
                  <a:lnTo>
                    <a:pt x="714977" y="5056535"/>
                  </a:lnTo>
                  <a:lnTo>
                    <a:pt x="714977" y="5056105"/>
                  </a:lnTo>
                  <a:lnTo>
                    <a:pt x="715329" y="5055674"/>
                  </a:lnTo>
                  <a:lnTo>
                    <a:pt x="715329" y="5055244"/>
                  </a:lnTo>
                  <a:lnTo>
                    <a:pt x="715447" y="5055244"/>
                  </a:lnTo>
                  <a:lnTo>
                    <a:pt x="715447" y="5054813"/>
                  </a:lnTo>
                  <a:lnTo>
                    <a:pt x="716035" y="5053521"/>
                  </a:lnTo>
                  <a:lnTo>
                    <a:pt x="716153" y="5052660"/>
                  </a:lnTo>
                  <a:lnTo>
                    <a:pt x="716623" y="5051368"/>
                  </a:lnTo>
                  <a:lnTo>
                    <a:pt x="716623" y="5050938"/>
                  </a:lnTo>
                  <a:lnTo>
                    <a:pt x="716623" y="5050076"/>
                  </a:lnTo>
                  <a:lnTo>
                    <a:pt x="716741" y="5049646"/>
                  </a:lnTo>
                  <a:lnTo>
                    <a:pt x="717211" y="5049646"/>
                  </a:lnTo>
                  <a:lnTo>
                    <a:pt x="717329" y="5049215"/>
                  </a:lnTo>
                  <a:lnTo>
                    <a:pt x="717564" y="5048785"/>
                  </a:lnTo>
                  <a:lnTo>
                    <a:pt x="717564" y="5048354"/>
                  </a:lnTo>
                  <a:lnTo>
                    <a:pt x="718035" y="5047923"/>
                  </a:lnTo>
                  <a:lnTo>
                    <a:pt x="718035" y="5047493"/>
                  </a:lnTo>
                  <a:lnTo>
                    <a:pt x="718152" y="5047493"/>
                  </a:lnTo>
                  <a:lnTo>
                    <a:pt x="719093" y="5047493"/>
                  </a:lnTo>
                  <a:lnTo>
                    <a:pt x="719211" y="5047493"/>
                  </a:lnTo>
                  <a:lnTo>
                    <a:pt x="719211" y="5047062"/>
                  </a:lnTo>
                  <a:lnTo>
                    <a:pt x="719211" y="5046632"/>
                  </a:lnTo>
                  <a:lnTo>
                    <a:pt x="720152" y="5045770"/>
                  </a:lnTo>
                  <a:lnTo>
                    <a:pt x="720269" y="5044909"/>
                  </a:lnTo>
                  <a:lnTo>
                    <a:pt x="720387" y="5044479"/>
                  </a:lnTo>
                  <a:lnTo>
                    <a:pt x="720387" y="5044048"/>
                  </a:lnTo>
                  <a:lnTo>
                    <a:pt x="720504" y="5044048"/>
                  </a:lnTo>
                  <a:lnTo>
                    <a:pt x="720740" y="5044048"/>
                  </a:lnTo>
                  <a:lnTo>
                    <a:pt x="720857" y="5043617"/>
                  </a:lnTo>
                  <a:lnTo>
                    <a:pt x="721328" y="5041895"/>
                  </a:lnTo>
                  <a:lnTo>
                    <a:pt x="721681" y="5039742"/>
                  </a:lnTo>
                  <a:lnTo>
                    <a:pt x="721681" y="5039311"/>
                  </a:lnTo>
                  <a:lnTo>
                    <a:pt x="721916" y="5039311"/>
                  </a:lnTo>
                  <a:lnTo>
                    <a:pt x="722386" y="5039311"/>
                  </a:lnTo>
                  <a:lnTo>
                    <a:pt x="722622" y="5038881"/>
                  </a:lnTo>
                  <a:lnTo>
                    <a:pt x="722739" y="5038881"/>
                  </a:lnTo>
                  <a:lnTo>
                    <a:pt x="723680" y="5038881"/>
                  </a:lnTo>
                  <a:lnTo>
                    <a:pt x="724151" y="5038881"/>
                  </a:lnTo>
                  <a:lnTo>
                    <a:pt x="724856" y="5038881"/>
                  </a:lnTo>
                  <a:lnTo>
                    <a:pt x="724974" y="5038881"/>
                  </a:lnTo>
                  <a:lnTo>
                    <a:pt x="724974" y="5038450"/>
                  </a:lnTo>
                  <a:lnTo>
                    <a:pt x="725091" y="5037589"/>
                  </a:lnTo>
                  <a:lnTo>
                    <a:pt x="725327" y="5037158"/>
                  </a:lnTo>
                  <a:lnTo>
                    <a:pt x="725562" y="5037158"/>
                  </a:lnTo>
                  <a:lnTo>
                    <a:pt x="725562" y="5036728"/>
                  </a:lnTo>
                  <a:lnTo>
                    <a:pt x="725562" y="5036297"/>
                  </a:lnTo>
                  <a:lnTo>
                    <a:pt x="726032" y="5036297"/>
                  </a:lnTo>
                  <a:lnTo>
                    <a:pt x="726150" y="5036297"/>
                  </a:lnTo>
                  <a:lnTo>
                    <a:pt x="726268" y="5036297"/>
                  </a:lnTo>
                  <a:lnTo>
                    <a:pt x="726503" y="5036297"/>
                  </a:lnTo>
                  <a:lnTo>
                    <a:pt x="726620" y="5036297"/>
                  </a:lnTo>
                  <a:lnTo>
                    <a:pt x="726856" y="5036297"/>
                  </a:lnTo>
                  <a:lnTo>
                    <a:pt x="726856" y="5035005"/>
                  </a:lnTo>
                  <a:lnTo>
                    <a:pt x="726973" y="5035005"/>
                  </a:lnTo>
                  <a:lnTo>
                    <a:pt x="727091" y="5035005"/>
                  </a:lnTo>
                  <a:lnTo>
                    <a:pt x="727444" y="5033714"/>
                  </a:lnTo>
                  <a:lnTo>
                    <a:pt x="727797" y="5032852"/>
                  </a:lnTo>
                  <a:lnTo>
                    <a:pt x="728502" y="5032422"/>
                  </a:lnTo>
                  <a:lnTo>
                    <a:pt x="728973" y="5031561"/>
                  </a:lnTo>
                  <a:lnTo>
                    <a:pt x="729208" y="5031130"/>
                  </a:lnTo>
                  <a:lnTo>
                    <a:pt x="729561" y="5029838"/>
                  </a:lnTo>
                  <a:lnTo>
                    <a:pt x="729796" y="5029408"/>
                  </a:lnTo>
                  <a:lnTo>
                    <a:pt x="729914" y="5029408"/>
                  </a:lnTo>
                  <a:lnTo>
                    <a:pt x="729914" y="5028977"/>
                  </a:lnTo>
                  <a:lnTo>
                    <a:pt x="730384" y="5028546"/>
                  </a:lnTo>
                  <a:lnTo>
                    <a:pt x="730972" y="5028546"/>
                  </a:lnTo>
                  <a:lnTo>
                    <a:pt x="731560" y="5028546"/>
                  </a:lnTo>
                  <a:lnTo>
                    <a:pt x="731560" y="5028116"/>
                  </a:lnTo>
                  <a:lnTo>
                    <a:pt x="731795" y="5027685"/>
                  </a:lnTo>
                  <a:lnTo>
                    <a:pt x="732031" y="5026824"/>
                  </a:lnTo>
                  <a:lnTo>
                    <a:pt x="732148" y="5026393"/>
                  </a:lnTo>
                  <a:lnTo>
                    <a:pt x="732148" y="5025963"/>
                  </a:lnTo>
                  <a:lnTo>
                    <a:pt x="732619" y="5025963"/>
                  </a:lnTo>
                  <a:lnTo>
                    <a:pt x="732854" y="5025963"/>
                  </a:lnTo>
                  <a:lnTo>
                    <a:pt x="733089" y="5025532"/>
                  </a:lnTo>
                  <a:lnTo>
                    <a:pt x="733207" y="5024671"/>
                  </a:lnTo>
                  <a:lnTo>
                    <a:pt x="733442" y="5024240"/>
                  </a:lnTo>
                  <a:lnTo>
                    <a:pt x="734265" y="5023810"/>
                  </a:lnTo>
                  <a:lnTo>
                    <a:pt x="734618" y="5023379"/>
                  </a:lnTo>
                  <a:lnTo>
                    <a:pt x="734736" y="5023379"/>
                  </a:lnTo>
                  <a:lnTo>
                    <a:pt x="734736" y="5022949"/>
                  </a:lnTo>
                  <a:lnTo>
                    <a:pt x="735206" y="5022518"/>
                  </a:lnTo>
                  <a:lnTo>
                    <a:pt x="735206" y="5021657"/>
                  </a:lnTo>
                  <a:lnTo>
                    <a:pt x="735324" y="5021226"/>
                  </a:lnTo>
                  <a:lnTo>
                    <a:pt x="735559" y="5021226"/>
                  </a:lnTo>
                  <a:lnTo>
                    <a:pt x="735677" y="5021226"/>
                  </a:lnTo>
                  <a:lnTo>
                    <a:pt x="736030" y="5021226"/>
                  </a:lnTo>
                  <a:lnTo>
                    <a:pt x="736265" y="5021226"/>
                  </a:lnTo>
                  <a:lnTo>
                    <a:pt x="737676" y="5019504"/>
                  </a:lnTo>
                  <a:lnTo>
                    <a:pt x="738029" y="5019504"/>
                  </a:lnTo>
                  <a:lnTo>
                    <a:pt x="738147" y="5017351"/>
                  </a:lnTo>
                  <a:lnTo>
                    <a:pt x="738382" y="5017351"/>
                  </a:lnTo>
                  <a:lnTo>
                    <a:pt x="738852" y="5017351"/>
                  </a:lnTo>
                  <a:lnTo>
                    <a:pt x="739088" y="5017351"/>
                  </a:lnTo>
                  <a:lnTo>
                    <a:pt x="739323" y="5017351"/>
                  </a:lnTo>
                  <a:lnTo>
                    <a:pt x="739440" y="5016920"/>
                  </a:lnTo>
                  <a:lnTo>
                    <a:pt x="739911" y="5014767"/>
                  </a:lnTo>
                  <a:lnTo>
                    <a:pt x="740146" y="5014767"/>
                  </a:lnTo>
                  <a:lnTo>
                    <a:pt x="740264" y="5014767"/>
                  </a:lnTo>
                  <a:lnTo>
                    <a:pt x="740852" y="5014767"/>
                  </a:lnTo>
                  <a:lnTo>
                    <a:pt x="741322" y="5013906"/>
                  </a:lnTo>
                  <a:lnTo>
                    <a:pt x="741440" y="5013906"/>
                  </a:lnTo>
                  <a:lnTo>
                    <a:pt x="741675" y="5013906"/>
                  </a:lnTo>
                  <a:lnTo>
                    <a:pt x="742263" y="5013475"/>
                  </a:lnTo>
                  <a:lnTo>
                    <a:pt x="742381" y="5013475"/>
                  </a:lnTo>
                  <a:lnTo>
                    <a:pt x="742498" y="5013475"/>
                  </a:lnTo>
                  <a:lnTo>
                    <a:pt x="743439" y="5012614"/>
                  </a:lnTo>
                  <a:lnTo>
                    <a:pt x="743557" y="5011753"/>
                  </a:lnTo>
                  <a:lnTo>
                    <a:pt x="743674" y="5011753"/>
                  </a:lnTo>
                  <a:lnTo>
                    <a:pt x="744145" y="5011322"/>
                  </a:lnTo>
                  <a:lnTo>
                    <a:pt x="744380" y="5010892"/>
                  </a:lnTo>
                  <a:lnTo>
                    <a:pt x="745321" y="5010031"/>
                  </a:lnTo>
                  <a:lnTo>
                    <a:pt x="746144" y="5010031"/>
                  </a:lnTo>
                  <a:lnTo>
                    <a:pt x="746380" y="5009600"/>
                  </a:lnTo>
                  <a:lnTo>
                    <a:pt x="746380" y="5009169"/>
                  </a:lnTo>
                  <a:lnTo>
                    <a:pt x="746380" y="5008308"/>
                  </a:lnTo>
                  <a:lnTo>
                    <a:pt x="746850" y="5008308"/>
                  </a:lnTo>
                  <a:lnTo>
                    <a:pt x="746968" y="5008308"/>
                  </a:lnTo>
                  <a:lnTo>
                    <a:pt x="747085" y="5008308"/>
                  </a:lnTo>
                  <a:lnTo>
                    <a:pt x="747673" y="5008308"/>
                  </a:lnTo>
                  <a:lnTo>
                    <a:pt x="748261" y="5007447"/>
                  </a:lnTo>
                  <a:lnTo>
                    <a:pt x="748614" y="5007447"/>
                  </a:lnTo>
                  <a:lnTo>
                    <a:pt x="748850" y="5007016"/>
                  </a:lnTo>
                  <a:lnTo>
                    <a:pt x="748850" y="5006586"/>
                  </a:lnTo>
                  <a:lnTo>
                    <a:pt x="749085" y="5006586"/>
                  </a:lnTo>
                  <a:lnTo>
                    <a:pt x="749202" y="5006155"/>
                  </a:lnTo>
                  <a:lnTo>
                    <a:pt x="749438" y="5005294"/>
                  </a:lnTo>
                  <a:lnTo>
                    <a:pt x="749673" y="5005294"/>
                  </a:lnTo>
                  <a:lnTo>
                    <a:pt x="749790" y="5005294"/>
                  </a:lnTo>
                  <a:lnTo>
                    <a:pt x="749908" y="5005294"/>
                  </a:lnTo>
                  <a:lnTo>
                    <a:pt x="750261" y="5004002"/>
                  </a:lnTo>
                  <a:lnTo>
                    <a:pt x="750496" y="5003572"/>
                  </a:lnTo>
                  <a:lnTo>
                    <a:pt x="751084" y="5002710"/>
                  </a:lnTo>
                  <a:lnTo>
                    <a:pt x="751437" y="5002710"/>
                  </a:lnTo>
                  <a:lnTo>
                    <a:pt x="751672" y="5002710"/>
                  </a:lnTo>
                  <a:lnTo>
                    <a:pt x="751907" y="5001849"/>
                  </a:lnTo>
                  <a:lnTo>
                    <a:pt x="752143" y="5001419"/>
                  </a:lnTo>
                  <a:lnTo>
                    <a:pt x="752143" y="5000988"/>
                  </a:lnTo>
                  <a:lnTo>
                    <a:pt x="752378" y="5000988"/>
                  </a:lnTo>
                  <a:lnTo>
                    <a:pt x="753084" y="5000557"/>
                  </a:lnTo>
                  <a:lnTo>
                    <a:pt x="753201" y="5000557"/>
                  </a:lnTo>
                  <a:lnTo>
                    <a:pt x="754260" y="4999696"/>
                  </a:lnTo>
                  <a:lnTo>
                    <a:pt x="754495" y="4999266"/>
                  </a:lnTo>
                  <a:lnTo>
                    <a:pt x="754613" y="4998404"/>
                  </a:lnTo>
                  <a:lnTo>
                    <a:pt x="754730" y="4998404"/>
                  </a:lnTo>
                  <a:lnTo>
                    <a:pt x="754848" y="4998404"/>
                  </a:lnTo>
                  <a:lnTo>
                    <a:pt x="755671" y="4997974"/>
                  </a:lnTo>
                  <a:lnTo>
                    <a:pt x="755906" y="4997543"/>
                  </a:lnTo>
                  <a:lnTo>
                    <a:pt x="756259" y="4996682"/>
                  </a:lnTo>
                  <a:lnTo>
                    <a:pt x="756494" y="4996682"/>
                  </a:lnTo>
                  <a:lnTo>
                    <a:pt x="757083" y="4996251"/>
                  </a:lnTo>
                  <a:lnTo>
                    <a:pt x="757906" y="4994960"/>
                  </a:lnTo>
                  <a:lnTo>
                    <a:pt x="758141" y="4994960"/>
                  </a:lnTo>
                  <a:lnTo>
                    <a:pt x="758494" y="4994529"/>
                  </a:lnTo>
                  <a:lnTo>
                    <a:pt x="758612" y="4994098"/>
                  </a:lnTo>
                  <a:lnTo>
                    <a:pt x="759670" y="4992376"/>
                  </a:lnTo>
                  <a:lnTo>
                    <a:pt x="759788" y="4992376"/>
                  </a:lnTo>
                  <a:lnTo>
                    <a:pt x="759788" y="4991084"/>
                  </a:lnTo>
                  <a:lnTo>
                    <a:pt x="760023" y="4991084"/>
                  </a:lnTo>
                  <a:lnTo>
                    <a:pt x="760140" y="4991084"/>
                  </a:lnTo>
                  <a:lnTo>
                    <a:pt x="760140" y="4990654"/>
                  </a:lnTo>
                  <a:lnTo>
                    <a:pt x="760846" y="4988931"/>
                  </a:lnTo>
                  <a:lnTo>
                    <a:pt x="761199" y="4988931"/>
                  </a:lnTo>
                  <a:lnTo>
                    <a:pt x="761787" y="4988070"/>
                  </a:lnTo>
                  <a:lnTo>
                    <a:pt x="761787" y="4987639"/>
                  </a:lnTo>
                  <a:lnTo>
                    <a:pt x="761905" y="4987639"/>
                  </a:lnTo>
                  <a:lnTo>
                    <a:pt x="762610" y="4986778"/>
                  </a:lnTo>
                  <a:lnTo>
                    <a:pt x="763316" y="4985056"/>
                  </a:lnTo>
                  <a:lnTo>
                    <a:pt x="763669" y="4984625"/>
                  </a:lnTo>
                  <a:lnTo>
                    <a:pt x="763669" y="4984195"/>
                  </a:lnTo>
                  <a:lnTo>
                    <a:pt x="763669" y="4982472"/>
                  </a:lnTo>
                  <a:lnTo>
                    <a:pt x="764022" y="4982472"/>
                  </a:lnTo>
                  <a:lnTo>
                    <a:pt x="764610" y="4982042"/>
                  </a:lnTo>
                  <a:lnTo>
                    <a:pt x="765080" y="4981611"/>
                  </a:lnTo>
                  <a:lnTo>
                    <a:pt x="765080" y="4981180"/>
                  </a:lnTo>
                  <a:lnTo>
                    <a:pt x="765551" y="4981180"/>
                  </a:lnTo>
                  <a:lnTo>
                    <a:pt x="766021" y="4980750"/>
                  </a:lnTo>
                  <a:lnTo>
                    <a:pt x="766139" y="4980750"/>
                  </a:lnTo>
                  <a:lnTo>
                    <a:pt x="766256" y="4979889"/>
                  </a:lnTo>
                  <a:lnTo>
                    <a:pt x="766374" y="4979458"/>
                  </a:lnTo>
                  <a:lnTo>
                    <a:pt x="766609" y="4979027"/>
                  </a:lnTo>
                  <a:lnTo>
                    <a:pt x="766845" y="4979027"/>
                  </a:lnTo>
                  <a:lnTo>
                    <a:pt x="766845" y="4978597"/>
                  </a:lnTo>
                  <a:lnTo>
                    <a:pt x="766845" y="4978166"/>
                  </a:lnTo>
                  <a:lnTo>
                    <a:pt x="766962" y="4977736"/>
                  </a:lnTo>
                  <a:lnTo>
                    <a:pt x="767668" y="4976444"/>
                  </a:lnTo>
                  <a:lnTo>
                    <a:pt x="768021" y="4974721"/>
                  </a:lnTo>
                  <a:lnTo>
                    <a:pt x="768256" y="4974721"/>
                  </a:lnTo>
                  <a:lnTo>
                    <a:pt x="768256" y="4973860"/>
                  </a:lnTo>
                  <a:lnTo>
                    <a:pt x="768373" y="4972999"/>
                  </a:lnTo>
                  <a:lnTo>
                    <a:pt x="768609" y="4972999"/>
                  </a:lnTo>
                  <a:lnTo>
                    <a:pt x="768609" y="4972568"/>
                  </a:lnTo>
                  <a:lnTo>
                    <a:pt x="768962" y="4972138"/>
                  </a:lnTo>
                  <a:lnTo>
                    <a:pt x="769079" y="4971707"/>
                  </a:lnTo>
                  <a:lnTo>
                    <a:pt x="769197" y="4971277"/>
                  </a:lnTo>
                  <a:lnTo>
                    <a:pt x="769314" y="4970846"/>
                  </a:lnTo>
                  <a:lnTo>
                    <a:pt x="769432" y="4970415"/>
                  </a:lnTo>
                  <a:lnTo>
                    <a:pt x="769785" y="4970415"/>
                  </a:lnTo>
                  <a:lnTo>
                    <a:pt x="770020" y="4969124"/>
                  </a:lnTo>
                  <a:lnTo>
                    <a:pt x="770138" y="4968693"/>
                  </a:lnTo>
                  <a:lnTo>
                    <a:pt x="770255" y="4968693"/>
                  </a:lnTo>
                  <a:lnTo>
                    <a:pt x="770726" y="4968262"/>
                  </a:lnTo>
                  <a:lnTo>
                    <a:pt x="770843" y="4968262"/>
                  </a:lnTo>
                  <a:lnTo>
                    <a:pt x="770843" y="4967832"/>
                  </a:lnTo>
                  <a:lnTo>
                    <a:pt x="771079" y="4967832"/>
                  </a:lnTo>
                  <a:lnTo>
                    <a:pt x="771549" y="4966109"/>
                  </a:lnTo>
                  <a:lnTo>
                    <a:pt x="772372" y="4965248"/>
                  </a:lnTo>
                  <a:lnTo>
                    <a:pt x="772490" y="4964818"/>
                  </a:lnTo>
                  <a:lnTo>
                    <a:pt x="773901" y="4963956"/>
                  </a:lnTo>
                  <a:lnTo>
                    <a:pt x="774019" y="4963956"/>
                  </a:lnTo>
                  <a:lnTo>
                    <a:pt x="774372" y="4963956"/>
                  </a:lnTo>
                  <a:lnTo>
                    <a:pt x="774489" y="4962665"/>
                  </a:lnTo>
                  <a:lnTo>
                    <a:pt x="774607" y="4961803"/>
                  </a:lnTo>
                  <a:lnTo>
                    <a:pt x="774842" y="4961803"/>
                  </a:lnTo>
                  <a:lnTo>
                    <a:pt x="775078" y="4961373"/>
                  </a:lnTo>
                  <a:lnTo>
                    <a:pt x="775548" y="4960512"/>
                  </a:lnTo>
                  <a:lnTo>
                    <a:pt x="775783" y="4959220"/>
                  </a:lnTo>
                  <a:lnTo>
                    <a:pt x="776371" y="4959220"/>
                  </a:lnTo>
                  <a:lnTo>
                    <a:pt x="776489" y="4959220"/>
                  </a:lnTo>
                  <a:lnTo>
                    <a:pt x="777312" y="4958789"/>
                  </a:lnTo>
                  <a:lnTo>
                    <a:pt x="777312" y="4958359"/>
                  </a:lnTo>
                  <a:lnTo>
                    <a:pt x="777900" y="4957497"/>
                  </a:lnTo>
                  <a:lnTo>
                    <a:pt x="778135" y="4955775"/>
                  </a:lnTo>
                  <a:lnTo>
                    <a:pt x="778724" y="4955775"/>
                  </a:lnTo>
                  <a:lnTo>
                    <a:pt x="778724" y="4955344"/>
                  </a:lnTo>
                  <a:lnTo>
                    <a:pt x="778841" y="4955344"/>
                  </a:lnTo>
                  <a:lnTo>
                    <a:pt x="778959" y="4955344"/>
                  </a:lnTo>
                  <a:lnTo>
                    <a:pt x="779312" y="4955344"/>
                  </a:lnTo>
                  <a:lnTo>
                    <a:pt x="779900" y="4954053"/>
                  </a:lnTo>
                  <a:lnTo>
                    <a:pt x="780017" y="4954053"/>
                  </a:lnTo>
                  <a:lnTo>
                    <a:pt x="780135" y="4952761"/>
                  </a:lnTo>
                  <a:lnTo>
                    <a:pt x="780253" y="4952761"/>
                  </a:lnTo>
                  <a:lnTo>
                    <a:pt x="780723" y="4952761"/>
                  </a:lnTo>
                  <a:lnTo>
                    <a:pt x="780841" y="4952761"/>
                  </a:lnTo>
                  <a:lnTo>
                    <a:pt x="780841" y="4952330"/>
                  </a:lnTo>
                  <a:lnTo>
                    <a:pt x="781076" y="4951900"/>
                  </a:lnTo>
                  <a:lnTo>
                    <a:pt x="781429" y="4951900"/>
                  </a:lnTo>
                  <a:lnTo>
                    <a:pt x="781664" y="4950177"/>
                  </a:lnTo>
                  <a:lnTo>
                    <a:pt x="782252" y="4950177"/>
                  </a:lnTo>
                  <a:lnTo>
                    <a:pt x="782252" y="4949747"/>
                  </a:lnTo>
                  <a:lnTo>
                    <a:pt x="782370" y="4949747"/>
                  </a:lnTo>
                  <a:lnTo>
                    <a:pt x="782487" y="4949747"/>
                  </a:lnTo>
                  <a:lnTo>
                    <a:pt x="782605" y="4949316"/>
                  </a:lnTo>
                  <a:lnTo>
                    <a:pt x="783193" y="4948885"/>
                  </a:lnTo>
                  <a:lnTo>
                    <a:pt x="783546" y="4948455"/>
                  </a:lnTo>
                  <a:lnTo>
                    <a:pt x="784016" y="4948024"/>
                  </a:lnTo>
                  <a:lnTo>
                    <a:pt x="784604" y="4946732"/>
                  </a:lnTo>
                  <a:lnTo>
                    <a:pt x="784722" y="4946732"/>
                  </a:lnTo>
                  <a:lnTo>
                    <a:pt x="784957" y="4945871"/>
                  </a:lnTo>
                  <a:lnTo>
                    <a:pt x="785545" y="4945441"/>
                  </a:lnTo>
                  <a:lnTo>
                    <a:pt x="785545" y="4945010"/>
                  </a:lnTo>
                  <a:lnTo>
                    <a:pt x="785663" y="4943288"/>
                  </a:lnTo>
                  <a:lnTo>
                    <a:pt x="785780" y="4943288"/>
                  </a:lnTo>
                  <a:lnTo>
                    <a:pt x="786133" y="4943288"/>
                  </a:lnTo>
                  <a:lnTo>
                    <a:pt x="786133" y="4942857"/>
                  </a:lnTo>
                  <a:lnTo>
                    <a:pt x="786604" y="4941565"/>
                  </a:lnTo>
                  <a:lnTo>
                    <a:pt x="786839" y="4941135"/>
                  </a:lnTo>
                  <a:lnTo>
                    <a:pt x="787192" y="4941135"/>
                  </a:lnTo>
                  <a:lnTo>
                    <a:pt x="787427" y="4941135"/>
                  </a:lnTo>
                  <a:lnTo>
                    <a:pt x="787545" y="4940704"/>
                  </a:lnTo>
                  <a:lnTo>
                    <a:pt x="788133" y="4940273"/>
                  </a:lnTo>
                  <a:lnTo>
                    <a:pt x="788603" y="4940273"/>
                  </a:lnTo>
                  <a:lnTo>
                    <a:pt x="788956" y="4939412"/>
                  </a:lnTo>
                  <a:lnTo>
                    <a:pt x="789191" y="4938982"/>
                  </a:lnTo>
                  <a:lnTo>
                    <a:pt x="789544" y="4938120"/>
                  </a:lnTo>
                  <a:lnTo>
                    <a:pt x="789897" y="4938120"/>
                  </a:lnTo>
                  <a:lnTo>
                    <a:pt x="790603" y="4936829"/>
                  </a:lnTo>
                  <a:lnTo>
                    <a:pt x="790720" y="4936829"/>
                  </a:lnTo>
                  <a:lnTo>
                    <a:pt x="790838" y="4936829"/>
                  </a:lnTo>
                  <a:lnTo>
                    <a:pt x="791308" y="4935537"/>
                  </a:lnTo>
                  <a:lnTo>
                    <a:pt x="791308" y="4935106"/>
                  </a:lnTo>
                  <a:lnTo>
                    <a:pt x="791544" y="4934676"/>
                  </a:lnTo>
                  <a:lnTo>
                    <a:pt x="791661" y="4934245"/>
                  </a:lnTo>
                  <a:lnTo>
                    <a:pt x="792132" y="4932953"/>
                  </a:lnTo>
                  <a:lnTo>
                    <a:pt x="792484" y="4932523"/>
                  </a:lnTo>
                  <a:lnTo>
                    <a:pt x="793072" y="4932092"/>
                  </a:lnTo>
                  <a:lnTo>
                    <a:pt x="793072" y="4931231"/>
                  </a:lnTo>
                  <a:lnTo>
                    <a:pt x="793072" y="4930800"/>
                  </a:lnTo>
                  <a:lnTo>
                    <a:pt x="793308" y="4930800"/>
                  </a:lnTo>
                  <a:lnTo>
                    <a:pt x="794249" y="4929508"/>
                  </a:lnTo>
                  <a:lnTo>
                    <a:pt x="794366" y="4929508"/>
                  </a:lnTo>
                  <a:lnTo>
                    <a:pt x="794954" y="4929508"/>
                  </a:lnTo>
                  <a:lnTo>
                    <a:pt x="795072" y="4929508"/>
                  </a:lnTo>
                  <a:lnTo>
                    <a:pt x="795190" y="4929078"/>
                  </a:lnTo>
                  <a:lnTo>
                    <a:pt x="795307" y="4929078"/>
                  </a:lnTo>
                  <a:lnTo>
                    <a:pt x="795660" y="4928647"/>
                  </a:lnTo>
                  <a:lnTo>
                    <a:pt x="795660" y="4928217"/>
                  </a:lnTo>
                  <a:lnTo>
                    <a:pt x="795660" y="4927786"/>
                  </a:lnTo>
                  <a:lnTo>
                    <a:pt x="795895" y="4927355"/>
                  </a:lnTo>
                  <a:lnTo>
                    <a:pt x="795895" y="4926925"/>
                  </a:lnTo>
                  <a:lnTo>
                    <a:pt x="796013" y="4926925"/>
                  </a:lnTo>
                  <a:lnTo>
                    <a:pt x="796248" y="4926925"/>
                  </a:lnTo>
                  <a:lnTo>
                    <a:pt x="797071" y="4926064"/>
                  </a:lnTo>
                  <a:lnTo>
                    <a:pt x="797071" y="4925633"/>
                  </a:lnTo>
                  <a:lnTo>
                    <a:pt x="797424" y="4925202"/>
                  </a:lnTo>
                  <a:lnTo>
                    <a:pt x="797895" y="4924341"/>
                  </a:lnTo>
                  <a:lnTo>
                    <a:pt x="798130" y="4923480"/>
                  </a:lnTo>
                  <a:lnTo>
                    <a:pt x="798365" y="4922619"/>
                  </a:lnTo>
                  <a:lnTo>
                    <a:pt x="798483" y="4922619"/>
                  </a:lnTo>
                  <a:lnTo>
                    <a:pt x="798836" y="4922619"/>
                  </a:lnTo>
                  <a:lnTo>
                    <a:pt x="799071" y="4922619"/>
                  </a:lnTo>
                  <a:lnTo>
                    <a:pt x="799659" y="4922619"/>
                  </a:lnTo>
                  <a:lnTo>
                    <a:pt x="799894" y="4922188"/>
                  </a:lnTo>
                  <a:lnTo>
                    <a:pt x="800012" y="4922188"/>
                  </a:lnTo>
                  <a:lnTo>
                    <a:pt x="800129" y="4921758"/>
                  </a:lnTo>
                  <a:lnTo>
                    <a:pt x="800953" y="4921758"/>
                  </a:lnTo>
                  <a:lnTo>
                    <a:pt x="801070" y="4921327"/>
                  </a:lnTo>
                  <a:lnTo>
                    <a:pt x="801188" y="4920896"/>
                  </a:lnTo>
                  <a:lnTo>
                    <a:pt x="801658" y="4919174"/>
                  </a:lnTo>
                  <a:lnTo>
                    <a:pt x="802011" y="4918743"/>
                  </a:lnTo>
                  <a:lnTo>
                    <a:pt x="802364" y="4918313"/>
                  </a:lnTo>
                  <a:lnTo>
                    <a:pt x="802482" y="4918313"/>
                  </a:lnTo>
                  <a:lnTo>
                    <a:pt x="802717" y="4918313"/>
                  </a:lnTo>
                  <a:lnTo>
                    <a:pt x="803187" y="4918313"/>
                  </a:lnTo>
                  <a:lnTo>
                    <a:pt x="803305" y="4918313"/>
                  </a:lnTo>
                  <a:lnTo>
                    <a:pt x="803305" y="4917882"/>
                  </a:lnTo>
                  <a:lnTo>
                    <a:pt x="803305" y="4917452"/>
                  </a:lnTo>
                  <a:lnTo>
                    <a:pt x="803658" y="4917021"/>
                  </a:lnTo>
                  <a:lnTo>
                    <a:pt x="804481" y="4916590"/>
                  </a:lnTo>
                  <a:lnTo>
                    <a:pt x="804481" y="4916160"/>
                  </a:lnTo>
                  <a:lnTo>
                    <a:pt x="804599" y="4916160"/>
                  </a:lnTo>
                  <a:lnTo>
                    <a:pt x="805304" y="4915729"/>
                  </a:lnTo>
                  <a:lnTo>
                    <a:pt x="805304" y="4914868"/>
                  </a:lnTo>
                  <a:lnTo>
                    <a:pt x="805540" y="4914868"/>
                  </a:lnTo>
                  <a:lnTo>
                    <a:pt x="806363" y="4914437"/>
                  </a:lnTo>
                  <a:lnTo>
                    <a:pt x="806481" y="4914437"/>
                  </a:lnTo>
                  <a:lnTo>
                    <a:pt x="807069" y="4911423"/>
                  </a:lnTo>
                  <a:lnTo>
                    <a:pt x="807186" y="4911423"/>
                  </a:lnTo>
                  <a:lnTo>
                    <a:pt x="807304" y="4911423"/>
                  </a:lnTo>
                  <a:lnTo>
                    <a:pt x="807892" y="4911423"/>
                  </a:lnTo>
                  <a:lnTo>
                    <a:pt x="808009" y="4911423"/>
                  </a:lnTo>
                  <a:lnTo>
                    <a:pt x="808245" y="4910131"/>
                  </a:lnTo>
                  <a:lnTo>
                    <a:pt x="808245" y="4909270"/>
                  </a:lnTo>
                  <a:lnTo>
                    <a:pt x="808833" y="4909270"/>
                  </a:lnTo>
                  <a:lnTo>
                    <a:pt x="809303" y="4907548"/>
                  </a:lnTo>
                  <a:lnTo>
                    <a:pt x="810009" y="4907117"/>
                  </a:lnTo>
                  <a:lnTo>
                    <a:pt x="810127" y="4907117"/>
                  </a:lnTo>
                  <a:lnTo>
                    <a:pt x="810244" y="4906687"/>
                  </a:lnTo>
                  <a:lnTo>
                    <a:pt x="810479" y="4906687"/>
                  </a:lnTo>
                  <a:lnTo>
                    <a:pt x="810597" y="4906256"/>
                  </a:lnTo>
                  <a:lnTo>
                    <a:pt x="810715" y="4905825"/>
                  </a:lnTo>
                  <a:lnTo>
                    <a:pt x="810832" y="4904964"/>
                  </a:lnTo>
                  <a:lnTo>
                    <a:pt x="810832" y="4904534"/>
                  </a:lnTo>
                  <a:lnTo>
                    <a:pt x="811185" y="4903672"/>
                  </a:lnTo>
                  <a:lnTo>
                    <a:pt x="811538" y="4903242"/>
                  </a:lnTo>
                  <a:lnTo>
                    <a:pt x="811656" y="4902811"/>
                  </a:lnTo>
                  <a:lnTo>
                    <a:pt x="811891" y="4902381"/>
                  </a:lnTo>
                  <a:lnTo>
                    <a:pt x="811891" y="4901519"/>
                  </a:lnTo>
                  <a:lnTo>
                    <a:pt x="812244" y="4901089"/>
                  </a:lnTo>
                  <a:lnTo>
                    <a:pt x="812361" y="4901089"/>
                  </a:lnTo>
                  <a:lnTo>
                    <a:pt x="812479" y="4901089"/>
                  </a:lnTo>
                  <a:lnTo>
                    <a:pt x="813185" y="4900658"/>
                  </a:lnTo>
                  <a:lnTo>
                    <a:pt x="813420" y="4899797"/>
                  </a:lnTo>
                  <a:lnTo>
                    <a:pt x="813890" y="4899366"/>
                  </a:lnTo>
                  <a:lnTo>
                    <a:pt x="813890" y="4898936"/>
                  </a:lnTo>
                  <a:lnTo>
                    <a:pt x="814125" y="4898936"/>
                  </a:lnTo>
                  <a:lnTo>
                    <a:pt x="814714" y="4897644"/>
                  </a:lnTo>
                  <a:lnTo>
                    <a:pt x="814831" y="4896783"/>
                  </a:lnTo>
                  <a:lnTo>
                    <a:pt x="815184" y="4896783"/>
                  </a:lnTo>
                  <a:lnTo>
                    <a:pt x="815419" y="4896783"/>
                  </a:lnTo>
                  <a:lnTo>
                    <a:pt x="815419" y="4895922"/>
                  </a:lnTo>
                  <a:lnTo>
                    <a:pt x="815772" y="4895491"/>
                  </a:lnTo>
                  <a:lnTo>
                    <a:pt x="815890" y="4895060"/>
                  </a:lnTo>
                  <a:lnTo>
                    <a:pt x="816242" y="4895060"/>
                  </a:lnTo>
                  <a:lnTo>
                    <a:pt x="816713" y="4893769"/>
                  </a:lnTo>
                  <a:lnTo>
                    <a:pt x="817301" y="4893338"/>
                  </a:lnTo>
                  <a:lnTo>
                    <a:pt x="817536" y="4892907"/>
                  </a:lnTo>
                  <a:lnTo>
                    <a:pt x="817536" y="4892477"/>
                  </a:lnTo>
                  <a:lnTo>
                    <a:pt x="817771" y="4892046"/>
                  </a:lnTo>
                  <a:lnTo>
                    <a:pt x="817889" y="4892046"/>
                  </a:lnTo>
                  <a:lnTo>
                    <a:pt x="818477" y="4892046"/>
                  </a:lnTo>
                  <a:lnTo>
                    <a:pt x="818830" y="4892046"/>
                  </a:lnTo>
                  <a:lnTo>
                    <a:pt x="818948" y="4891185"/>
                  </a:lnTo>
                  <a:lnTo>
                    <a:pt x="819065" y="4891185"/>
                  </a:lnTo>
                  <a:lnTo>
                    <a:pt x="819183" y="4891185"/>
                  </a:lnTo>
                  <a:lnTo>
                    <a:pt x="819536" y="4890754"/>
                  </a:lnTo>
                  <a:lnTo>
                    <a:pt x="820477" y="4889893"/>
                  </a:lnTo>
                  <a:lnTo>
                    <a:pt x="820477" y="4889463"/>
                  </a:lnTo>
                  <a:lnTo>
                    <a:pt x="820712" y="4888601"/>
                  </a:lnTo>
                  <a:lnTo>
                    <a:pt x="820947" y="4888171"/>
                  </a:lnTo>
                  <a:lnTo>
                    <a:pt x="821418" y="4888171"/>
                  </a:lnTo>
                  <a:lnTo>
                    <a:pt x="821535" y="4887740"/>
                  </a:lnTo>
                  <a:lnTo>
                    <a:pt x="821653" y="4886018"/>
                  </a:lnTo>
                  <a:lnTo>
                    <a:pt x="822123" y="4885587"/>
                  </a:lnTo>
                  <a:lnTo>
                    <a:pt x="822594" y="4885157"/>
                  </a:lnTo>
                  <a:lnTo>
                    <a:pt x="822947" y="4884295"/>
                  </a:lnTo>
                  <a:lnTo>
                    <a:pt x="823535" y="4882573"/>
                  </a:lnTo>
                  <a:lnTo>
                    <a:pt x="823652" y="4882573"/>
                  </a:lnTo>
                  <a:lnTo>
                    <a:pt x="823770" y="4882573"/>
                  </a:lnTo>
                  <a:lnTo>
                    <a:pt x="824240" y="4882573"/>
                  </a:lnTo>
                  <a:lnTo>
                    <a:pt x="825064" y="4881712"/>
                  </a:lnTo>
                  <a:lnTo>
                    <a:pt x="825299" y="4881281"/>
                  </a:lnTo>
                  <a:lnTo>
                    <a:pt x="825769" y="4880420"/>
                  </a:lnTo>
                  <a:lnTo>
                    <a:pt x="826710" y="4879989"/>
                  </a:lnTo>
                  <a:lnTo>
                    <a:pt x="826828" y="4879989"/>
                  </a:lnTo>
                  <a:lnTo>
                    <a:pt x="827063" y="4879989"/>
                  </a:lnTo>
                  <a:lnTo>
                    <a:pt x="827181" y="4879559"/>
                  </a:lnTo>
                  <a:lnTo>
                    <a:pt x="827298" y="4879559"/>
                  </a:lnTo>
                  <a:lnTo>
                    <a:pt x="827651" y="4879128"/>
                  </a:lnTo>
                  <a:lnTo>
                    <a:pt x="827769" y="4878267"/>
                  </a:lnTo>
                  <a:lnTo>
                    <a:pt x="828004" y="4877406"/>
                  </a:lnTo>
                  <a:lnTo>
                    <a:pt x="828357" y="4877406"/>
                  </a:lnTo>
                  <a:lnTo>
                    <a:pt x="828710" y="4877406"/>
                  </a:lnTo>
                  <a:lnTo>
                    <a:pt x="828945" y="4877406"/>
                  </a:lnTo>
                  <a:lnTo>
                    <a:pt x="828945" y="4876545"/>
                  </a:lnTo>
                  <a:lnTo>
                    <a:pt x="829533" y="4875683"/>
                  </a:lnTo>
                  <a:lnTo>
                    <a:pt x="829651" y="4875683"/>
                  </a:lnTo>
                  <a:lnTo>
                    <a:pt x="829651" y="4874822"/>
                  </a:lnTo>
                  <a:lnTo>
                    <a:pt x="829768" y="4874822"/>
                  </a:lnTo>
                  <a:lnTo>
                    <a:pt x="830003" y="4874392"/>
                  </a:lnTo>
                  <a:lnTo>
                    <a:pt x="830003" y="4873530"/>
                  </a:lnTo>
                  <a:lnTo>
                    <a:pt x="830356" y="4872669"/>
                  </a:lnTo>
                  <a:lnTo>
                    <a:pt x="830474" y="4872669"/>
                  </a:lnTo>
                  <a:lnTo>
                    <a:pt x="830591" y="4870516"/>
                  </a:lnTo>
                  <a:lnTo>
                    <a:pt x="830944" y="4870086"/>
                  </a:lnTo>
                  <a:lnTo>
                    <a:pt x="831062" y="4869224"/>
                  </a:lnTo>
                  <a:lnTo>
                    <a:pt x="831885" y="4867933"/>
                  </a:lnTo>
                  <a:lnTo>
                    <a:pt x="832003" y="4867502"/>
                  </a:lnTo>
                  <a:lnTo>
                    <a:pt x="832238" y="4867071"/>
                  </a:lnTo>
                  <a:lnTo>
                    <a:pt x="832944" y="4867071"/>
                  </a:lnTo>
                  <a:lnTo>
                    <a:pt x="833061" y="4867071"/>
                  </a:lnTo>
                  <a:lnTo>
                    <a:pt x="833297" y="4866641"/>
                  </a:lnTo>
                  <a:lnTo>
                    <a:pt x="834237" y="4865349"/>
                  </a:lnTo>
                  <a:lnTo>
                    <a:pt x="834355" y="4864918"/>
                  </a:lnTo>
                  <a:lnTo>
                    <a:pt x="834473" y="4864918"/>
                  </a:lnTo>
                  <a:lnTo>
                    <a:pt x="834590" y="4864918"/>
                  </a:lnTo>
                  <a:lnTo>
                    <a:pt x="834943" y="4861904"/>
                  </a:lnTo>
                  <a:lnTo>
                    <a:pt x="835061" y="4861904"/>
                  </a:lnTo>
                  <a:lnTo>
                    <a:pt x="835531" y="4861474"/>
                  </a:lnTo>
                  <a:lnTo>
                    <a:pt x="836002" y="4861043"/>
                  </a:lnTo>
                  <a:lnTo>
                    <a:pt x="836472" y="4861043"/>
                  </a:lnTo>
                  <a:lnTo>
                    <a:pt x="836707" y="4860182"/>
                  </a:lnTo>
                  <a:lnTo>
                    <a:pt x="836825" y="4859751"/>
                  </a:lnTo>
                  <a:lnTo>
                    <a:pt x="836943" y="4859751"/>
                  </a:lnTo>
                  <a:lnTo>
                    <a:pt x="837060" y="4859751"/>
                  </a:lnTo>
                  <a:lnTo>
                    <a:pt x="837413" y="4859321"/>
                  </a:lnTo>
                  <a:lnTo>
                    <a:pt x="837884" y="4858029"/>
                  </a:lnTo>
                  <a:lnTo>
                    <a:pt x="838001" y="4858029"/>
                  </a:lnTo>
                  <a:lnTo>
                    <a:pt x="838001" y="4857168"/>
                  </a:lnTo>
                  <a:lnTo>
                    <a:pt x="838354" y="4857168"/>
                  </a:lnTo>
                  <a:lnTo>
                    <a:pt x="838354" y="4856737"/>
                  </a:lnTo>
                  <a:lnTo>
                    <a:pt x="838472" y="4856737"/>
                  </a:lnTo>
                  <a:lnTo>
                    <a:pt x="838589" y="4855876"/>
                  </a:lnTo>
                  <a:lnTo>
                    <a:pt x="838824" y="4855445"/>
                  </a:lnTo>
                  <a:lnTo>
                    <a:pt x="838942" y="4855445"/>
                  </a:lnTo>
                  <a:lnTo>
                    <a:pt x="839295" y="4854584"/>
                  </a:lnTo>
                  <a:lnTo>
                    <a:pt x="840353" y="4854584"/>
                  </a:lnTo>
                  <a:lnTo>
                    <a:pt x="840706" y="4854153"/>
                  </a:lnTo>
                  <a:lnTo>
                    <a:pt x="842000" y="4853723"/>
                  </a:lnTo>
                  <a:lnTo>
                    <a:pt x="843294" y="4852862"/>
                  </a:lnTo>
                  <a:lnTo>
                    <a:pt x="843529" y="4852862"/>
                  </a:lnTo>
                  <a:lnTo>
                    <a:pt x="843529" y="4851570"/>
                  </a:lnTo>
                  <a:lnTo>
                    <a:pt x="843882" y="4850709"/>
                  </a:lnTo>
                  <a:lnTo>
                    <a:pt x="843999" y="4850278"/>
                  </a:lnTo>
                  <a:lnTo>
                    <a:pt x="844117" y="4850278"/>
                  </a:lnTo>
                  <a:lnTo>
                    <a:pt x="845058" y="4849417"/>
                  </a:lnTo>
                  <a:lnTo>
                    <a:pt x="845058" y="4848986"/>
                  </a:lnTo>
                  <a:lnTo>
                    <a:pt x="845176" y="4848986"/>
                  </a:lnTo>
                  <a:lnTo>
                    <a:pt x="845646" y="4848556"/>
                  </a:lnTo>
                  <a:lnTo>
                    <a:pt x="845999" y="4848125"/>
                  </a:lnTo>
                  <a:lnTo>
                    <a:pt x="846822" y="4846833"/>
                  </a:lnTo>
                  <a:lnTo>
                    <a:pt x="846940" y="4845541"/>
                  </a:lnTo>
                  <a:lnTo>
                    <a:pt x="847528" y="4845541"/>
                  </a:lnTo>
                  <a:lnTo>
                    <a:pt x="847763" y="4845111"/>
                  </a:lnTo>
                  <a:lnTo>
                    <a:pt x="848234" y="4845111"/>
                  </a:lnTo>
                  <a:lnTo>
                    <a:pt x="848469" y="4845111"/>
                  </a:lnTo>
                  <a:lnTo>
                    <a:pt x="849174" y="4843819"/>
                  </a:lnTo>
                  <a:lnTo>
                    <a:pt x="849174" y="4843388"/>
                  </a:lnTo>
                  <a:lnTo>
                    <a:pt x="849292" y="4842527"/>
                  </a:lnTo>
                  <a:lnTo>
                    <a:pt x="849645" y="4842527"/>
                  </a:lnTo>
                  <a:lnTo>
                    <a:pt x="850586" y="4842097"/>
                  </a:lnTo>
                  <a:lnTo>
                    <a:pt x="850821" y="4842097"/>
                  </a:lnTo>
                  <a:lnTo>
                    <a:pt x="851174" y="4842097"/>
                  </a:lnTo>
                  <a:lnTo>
                    <a:pt x="851409" y="4841235"/>
                  </a:lnTo>
                  <a:lnTo>
                    <a:pt x="851880" y="4839944"/>
                  </a:lnTo>
                  <a:lnTo>
                    <a:pt x="852115" y="4839082"/>
                  </a:lnTo>
                  <a:lnTo>
                    <a:pt x="852350" y="4838652"/>
                  </a:lnTo>
                  <a:lnTo>
                    <a:pt x="852703" y="4838221"/>
                  </a:lnTo>
                  <a:lnTo>
                    <a:pt x="853291" y="4838221"/>
                  </a:lnTo>
                  <a:lnTo>
                    <a:pt x="853526" y="4837360"/>
                  </a:lnTo>
                  <a:lnTo>
                    <a:pt x="853997" y="4837360"/>
                  </a:lnTo>
                  <a:lnTo>
                    <a:pt x="854232" y="4836929"/>
                  </a:lnTo>
                  <a:lnTo>
                    <a:pt x="854820" y="4836068"/>
                  </a:lnTo>
                  <a:lnTo>
                    <a:pt x="854938" y="4835638"/>
                  </a:lnTo>
                  <a:lnTo>
                    <a:pt x="855879" y="4834776"/>
                  </a:lnTo>
                  <a:lnTo>
                    <a:pt x="856231" y="4834776"/>
                  </a:lnTo>
                  <a:lnTo>
                    <a:pt x="856467" y="4834776"/>
                  </a:lnTo>
                  <a:lnTo>
                    <a:pt x="856702" y="4833915"/>
                  </a:lnTo>
                  <a:lnTo>
                    <a:pt x="857172" y="4833054"/>
                  </a:lnTo>
                  <a:lnTo>
                    <a:pt x="857407" y="4833054"/>
                  </a:lnTo>
                  <a:lnTo>
                    <a:pt x="857407" y="4832193"/>
                  </a:lnTo>
                  <a:lnTo>
                    <a:pt x="858113" y="4829609"/>
                  </a:lnTo>
                  <a:lnTo>
                    <a:pt x="858231" y="4829609"/>
                  </a:lnTo>
                  <a:lnTo>
                    <a:pt x="858466" y="4828748"/>
                  </a:lnTo>
                  <a:lnTo>
                    <a:pt x="858584" y="4828317"/>
                  </a:lnTo>
                  <a:lnTo>
                    <a:pt x="858701" y="4827456"/>
                  </a:lnTo>
                  <a:lnTo>
                    <a:pt x="858819" y="4827026"/>
                  </a:lnTo>
                  <a:lnTo>
                    <a:pt x="858936" y="4826595"/>
                  </a:lnTo>
                  <a:lnTo>
                    <a:pt x="859054" y="4826595"/>
                  </a:lnTo>
                  <a:lnTo>
                    <a:pt x="859172" y="4826164"/>
                  </a:lnTo>
                  <a:lnTo>
                    <a:pt x="859289" y="4825734"/>
                  </a:lnTo>
                  <a:lnTo>
                    <a:pt x="859407" y="4825734"/>
                  </a:lnTo>
                  <a:lnTo>
                    <a:pt x="859642" y="4825734"/>
                  </a:lnTo>
                  <a:lnTo>
                    <a:pt x="859642" y="4825303"/>
                  </a:lnTo>
                  <a:lnTo>
                    <a:pt x="859642" y="4824873"/>
                  </a:lnTo>
                  <a:lnTo>
                    <a:pt x="860113" y="4824442"/>
                  </a:lnTo>
                  <a:lnTo>
                    <a:pt x="860348" y="4824442"/>
                  </a:lnTo>
                  <a:lnTo>
                    <a:pt x="860348" y="4823581"/>
                  </a:lnTo>
                  <a:lnTo>
                    <a:pt x="861171" y="4822720"/>
                  </a:lnTo>
                  <a:lnTo>
                    <a:pt x="861406" y="4821858"/>
                  </a:lnTo>
                  <a:lnTo>
                    <a:pt x="862230" y="4820567"/>
                  </a:lnTo>
                  <a:lnTo>
                    <a:pt x="862347" y="4820567"/>
                  </a:lnTo>
                  <a:lnTo>
                    <a:pt x="863759" y="4819705"/>
                  </a:lnTo>
                  <a:lnTo>
                    <a:pt x="863759" y="4818844"/>
                  </a:lnTo>
                  <a:lnTo>
                    <a:pt x="863759" y="4818414"/>
                  </a:lnTo>
                  <a:lnTo>
                    <a:pt x="864112" y="4817552"/>
                  </a:lnTo>
                  <a:lnTo>
                    <a:pt x="864229" y="4817122"/>
                  </a:lnTo>
                  <a:lnTo>
                    <a:pt x="864464" y="4817122"/>
                  </a:lnTo>
                  <a:lnTo>
                    <a:pt x="864817" y="4814969"/>
                  </a:lnTo>
                  <a:lnTo>
                    <a:pt x="864935" y="4814538"/>
                  </a:lnTo>
                  <a:lnTo>
                    <a:pt x="865052" y="4814538"/>
                  </a:lnTo>
                  <a:lnTo>
                    <a:pt x="865405" y="4814108"/>
                  </a:lnTo>
                  <a:lnTo>
                    <a:pt x="865758" y="4813677"/>
                  </a:lnTo>
                  <a:lnTo>
                    <a:pt x="866229" y="4812816"/>
                  </a:lnTo>
                  <a:lnTo>
                    <a:pt x="866229" y="4812385"/>
                  </a:lnTo>
                  <a:lnTo>
                    <a:pt x="866464" y="4811955"/>
                  </a:lnTo>
                  <a:lnTo>
                    <a:pt x="866581" y="4810663"/>
                  </a:lnTo>
                  <a:lnTo>
                    <a:pt x="866817" y="4809802"/>
                  </a:lnTo>
                  <a:lnTo>
                    <a:pt x="866817" y="4809371"/>
                  </a:lnTo>
                  <a:lnTo>
                    <a:pt x="866934" y="4809371"/>
                  </a:lnTo>
                  <a:lnTo>
                    <a:pt x="867875" y="4808940"/>
                  </a:lnTo>
                  <a:lnTo>
                    <a:pt x="868463" y="4808510"/>
                  </a:lnTo>
                  <a:lnTo>
                    <a:pt x="868581" y="4808510"/>
                  </a:lnTo>
                  <a:lnTo>
                    <a:pt x="869169" y="4808079"/>
                  </a:lnTo>
                  <a:lnTo>
                    <a:pt x="869169" y="4807649"/>
                  </a:lnTo>
                  <a:lnTo>
                    <a:pt x="869757" y="4806357"/>
                  </a:lnTo>
                  <a:lnTo>
                    <a:pt x="869875" y="4806357"/>
                  </a:lnTo>
                  <a:lnTo>
                    <a:pt x="870110" y="4806357"/>
                  </a:lnTo>
                  <a:lnTo>
                    <a:pt x="870345" y="4805065"/>
                  </a:lnTo>
                  <a:lnTo>
                    <a:pt x="870580" y="4805065"/>
                  </a:lnTo>
                  <a:lnTo>
                    <a:pt x="870933" y="4804204"/>
                  </a:lnTo>
                  <a:lnTo>
                    <a:pt x="871168" y="4803343"/>
                  </a:lnTo>
                  <a:lnTo>
                    <a:pt x="871168" y="4802912"/>
                  </a:lnTo>
                  <a:lnTo>
                    <a:pt x="871521" y="4802912"/>
                  </a:lnTo>
                  <a:lnTo>
                    <a:pt x="871874" y="4802481"/>
                  </a:lnTo>
                  <a:lnTo>
                    <a:pt x="872227" y="4802051"/>
                  </a:lnTo>
                  <a:lnTo>
                    <a:pt x="872580" y="4799037"/>
                  </a:lnTo>
                  <a:lnTo>
                    <a:pt x="872933" y="4797314"/>
                  </a:lnTo>
                  <a:lnTo>
                    <a:pt x="873050" y="4797314"/>
                  </a:lnTo>
                  <a:lnTo>
                    <a:pt x="873403" y="4796884"/>
                  </a:lnTo>
                  <a:lnTo>
                    <a:pt x="873638" y="4796022"/>
                  </a:lnTo>
                  <a:lnTo>
                    <a:pt x="873873" y="4796022"/>
                  </a:lnTo>
                  <a:lnTo>
                    <a:pt x="874109" y="4795592"/>
                  </a:lnTo>
                  <a:lnTo>
                    <a:pt x="874226" y="4794731"/>
                  </a:lnTo>
                  <a:lnTo>
                    <a:pt x="874814" y="4794731"/>
                  </a:lnTo>
                  <a:lnTo>
                    <a:pt x="874932" y="4794731"/>
                  </a:lnTo>
                  <a:lnTo>
                    <a:pt x="875285" y="4794300"/>
                  </a:lnTo>
                  <a:lnTo>
                    <a:pt x="875520" y="4794300"/>
                  </a:lnTo>
                  <a:lnTo>
                    <a:pt x="875873" y="4793439"/>
                  </a:lnTo>
                  <a:lnTo>
                    <a:pt x="875991" y="4793439"/>
                  </a:lnTo>
                  <a:lnTo>
                    <a:pt x="876226" y="4793008"/>
                  </a:lnTo>
                  <a:lnTo>
                    <a:pt x="876461" y="4792147"/>
                  </a:lnTo>
                  <a:lnTo>
                    <a:pt x="877049" y="4792147"/>
                  </a:lnTo>
                  <a:lnTo>
                    <a:pt x="877284" y="4791716"/>
                  </a:lnTo>
                  <a:lnTo>
                    <a:pt x="877402" y="4791716"/>
                  </a:lnTo>
                  <a:lnTo>
                    <a:pt x="877402" y="4790855"/>
                  </a:lnTo>
                  <a:lnTo>
                    <a:pt x="877402" y="4790425"/>
                  </a:lnTo>
                  <a:lnTo>
                    <a:pt x="877637" y="4789994"/>
                  </a:lnTo>
                  <a:lnTo>
                    <a:pt x="878108" y="4789563"/>
                  </a:lnTo>
                  <a:lnTo>
                    <a:pt x="878225" y="4789133"/>
                  </a:lnTo>
                  <a:lnTo>
                    <a:pt x="878696" y="4788702"/>
                  </a:lnTo>
                  <a:lnTo>
                    <a:pt x="879284" y="4788702"/>
                  </a:lnTo>
                  <a:lnTo>
                    <a:pt x="879989" y="4787410"/>
                  </a:lnTo>
                  <a:lnTo>
                    <a:pt x="880813" y="4786119"/>
                  </a:lnTo>
                  <a:lnTo>
                    <a:pt x="880930" y="4786119"/>
                  </a:lnTo>
                  <a:lnTo>
                    <a:pt x="882106" y="4786119"/>
                  </a:lnTo>
                  <a:lnTo>
                    <a:pt x="882577" y="4785688"/>
                  </a:lnTo>
                  <a:lnTo>
                    <a:pt x="882695" y="4785257"/>
                  </a:lnTo>
                  <a:lnTo>
                    <a:pt x="882812" y="4784396"/>
                  </a:lnTo>
                  <a:lnTo>
                    <a:pt x="883518" y="4782243"/>
                  </a:lnTo>
                  <a:lnTo>
                    <a:pt x="883635" y="4782243"/>
                  </a:lnTo>
                  <a:lnTo>
                    <a:pt x="883753" y="4782243"/>
                  </a:lnTo>
                  <a:lnTo>
                    <a:pt x="883988" y="4781813"/>
                  </a:lnTo>
                  <a:lnTo>
                    <a:pt x="885870" y="4778798"/>
                  </a:lnTo>
                  <a:lnTo>
                    <a:pt x="885870" y="4778368"/>
                  </a:lnTo>
                  <a:lnTo>
                    <a:pt x="885988" y="4778368"/>
                  </a:lnTo>
                  <a:lnTo>
                    <a:pt x="885988" y="4777937"/>
                  </a:lnTo>
                  <a:lnTo>
                    <a:pt x="886105" y="4777076"/>
                  </a:lnTo>
                  <a:lnTo>
                    <a:pt x="886223" y="4777076"/>
                  </a:lnTo>
                  <a:lnTo>
                    <a:pt x="886693" y="4774923"/>
                  </a:lnTo>
                  <a:lnTo>
                    <a:pt x="886811" y="4774923"/>
                  </a:lnTo>
                  <a:lnTo>
                    <a:pt x="886929" y="4774923"/>
                  </a:lnTo>
                  <a:lnTo>
                    <a:pt x="886929" y="4774492"/>
                  </a:lnTo>
                  <a:lnTo>
                    <a:pt x="887282" y="4773631"/>
                  </a:lnTo>
                  <a:lnTo>
                    <a:pt x="887987" y="4773201"/>
                  </a:lnTo>
                  <a:lnTo>
                    <a:pt x="888340" y="4772339"/>
                  </a:lnTo>
                  <a:lnTo>
                    <a:pt x="888458" y="4772339"/>
                  </a:lnTo>
                  <a:lnTo>
                    <a:pt x="888928" y="4771478"/>
                  </a:lnTo>
                  <a:lnTo>
                    <a:pt x="889163" y="4771048"/>
                  </a:lnTo>
                  <a:lnTo>
                    <a:pt x="889516" y="4770617"/>
                  </a:lnTo>
                  <a:lnTo>
                    <a:pt x="889751" y="4769756"/>
                  </a:lnTo>
                  <a:lnTo>
                    <a:pt x="890222" y="4769325"/>
                  </a:lnTo>
                  <a:lnTo>
                    <a:pt x="890222" y="4768895"/>
                  </a:lnTo>
                  <a:lnTo>
                    <a:pt x="890339" y="4768033"/>
                  </a:lnTo>
                  <a:lnTo>
                    <a:pt x="890575" y="4767603"/>
                  </a:lnTo>
                  <a:lnTo>
                    <a:pt x="891045" y="4766742"/>
                  </a:lnTo>
                  <a:lnTo>
                    <a:pt x="891868" y="4764589"/>
                  </a:lnTo>
                  <a:lnTo>
                    <a:pt x="891986" y="4764158"/>
                  </a:lnTo>
                  <a:lnTo>
                    <a:pt x="892221" y="4764158"/>
                  </a:lnTo>
                  <a:lnTo>
                    <a:pt x="892221" y="4763297"/>
                  </a:lnTo>
                  <a:lnTo>
                    <a:pt x="892574" y="4763297"/>
                  </a:lnTo>
                  <a:lnTo>
                    <a:pt x="892809" y="4763297"/>
                  </a:lnTo>
                  <a:lnTo>
                    <a:pt x="892927" y="4763297"/>
                  </a:lnTo>
                  <a:lnTo>
                    <a:pt x="892927" y="4762866"/>
                  </a:lnTo>
                  <a:lnTo>
                    <a:pt x="893045" y="4762436"/>
                  </a:lnTo>
                  <a:lnTo>
                    <a:pt x="893162" y="4762005"/>
                  </a:lnTo>
                  <a:lnTo>
                    <a:pt x="893868" y="4761574"/>
                  </a:lnTo>
                  <a:lnTo>
                    <a:pt x="894103" y="4761574"/>
                  </a:lnTo>
                  <a:lnTo>
                    <a:pt x="894691" y="4761574"/>
                  </a:lnTo>
                  <a:lnTo>
                    <a:pt x="895044" y="4761144"/>
                  </a:lnTo>
                  <a:lnTo>
                    <a:pt x="895044" y="4760713"/>
                  </a:lnTo>
                  <a:lnTo>
                    <a:pt x="895044" y="4759421"/>
                  </a:lnTo>
                  <a:lnTo>
                    <a:pt x="895162" y="4758560"/>
                  </a:lnTo>
                  <a:lnTo>
                    <a:pt x="895515" y="4758560"/>
                  </a:lnTo>
                  <a:lnTo>
                    <a:pt x="895750" y="4757699"/>
                  </a:lnTo>
                  <a:lnTo>
                    <a:pt x="896338" y="4757268"/>
                  </a:lnTo>
                  <a:lnTo>
                    <a:pt x="896808" y="4757268"/>
                  </a:lnTo>
                  <a:lnTo>
                    <a:pt x="897749" y="4756838"/>
                  </a:lnTo>
                  <a:lnTo>
                    <a:pt x="897867" y="4756407"/>
                  </a:lnTo>
                  <a:lnTo>
                    <a:pt x="898337" y="4755115"/>
                  </a:lnTo>
                  <a:lnTo>
                    <a:pt x="898690" y="4753824"/>
                  </a:lnTo>
                  <a:lnTo>
                    <a:pt x="898925" y="4753393"/>
                  </a:lnTo>
                  <a:lnTo>
                    <a:pt x="899161" y="4753393"/>
                  </a:lnTo>
                  <a:lnTo>
                    <a:pt x="899396" y="4753393"/>
                  </a:lnTo>
                  <a:lnTo>
                    <a:pt x="899513" y="4752962"/>
                  </a:lnTo>
                  <a:lnTo>
                    <a:pt x="900454" y="4752101"/>
                  </a:lnTo>
                  <a:lnTo>
                    <a:pt x="900807" y="4751240"/>
                  </a:lnTo>
                  <a:lnTo>
                    <a:pt x="901630" y="4748656"/>
                  </a:lnTo>
                  <a:lnTo>
                    <a:pt x="902101" y="4748226"/>
                  </a:lnTo>
                  <a:lnTo>
                    <a:pt x="902807" y="4747795"/>
                  </a:lnTo>
                  <a:lnTo>
                    <a:pt x="902924" y="4747365"/>
                  </a:lnTo>
                  <a:lnTo>
                    <a:pt x="903042" y="4747365"/>
                  </a:lnTo>
                  <a:lnTo>
                    <a:pt x="904218" y="4745212"/>
                  </a:lnTo>
                  <a:lnTo>
                    <a:pt x="904218" y="4744781"/>
                  </a:lnTo>
                  <a:lnTo>
                    <a:pt x="904688" y="4744781"/>
                  </a:lnTo>
                  <a:lnTo>
                    <a:pt x="905041" y="4744781"/>
                  </a:lnTo>
                  <a:lnTo>
                    <a:pt x="906100" y="4743489"/>
                  </a:lnTo>
                  <a:lnTo>
                    <a:pt x="906570" y="4743489"/>
                  </a:lnTo>
                  <a:lnTo>
                    <a:pt x="906688" y="4743059"/>
                  </a:lnTo>
                  <a:lnTo>
                    <a:pt x="907158" y="4742628"/>
                  </a:lnTo>
                  <a:lnTo>
                    <a:pt x="907276" y="4742628"/>
                  </a:lnTo>
                  <a:lnTo>
                    <a:pt x="907511" y="4742628"/>
                  </a:lnTo>
                  <a:lnTo>
                    <a:pt x="907982" y="4741336"/>
                  </a:lnTo>
                  <a:lnTo>
                    <a:pt x="907982" y="4740906"/>
                  </a:lnTo>
                  <a:lnTo>
                    <a:pt x="908217" y="4740906"/>
                  </a:lnTo>
                  <a:lnTo>
                    <a:pt x="908687" y="4740906"/>
                  </a:lnTo>
                  <a:lnTo>
                    <a:pt x="908805" y="4740906"/>
                  </a:lnTo>
                  <a:lnTo>
                    <a:pt x="909275" y="4740906"/>
                  </a:lnTo>
                  <a:lnTo>
                    <a:pt x="909393" y="4739614"/>
                  </a:lnTo>
                  <a:lnTo>
                    <a:pt x="909628" y="4738753"/>
                  </a:lnTo>
                  <a:lnTo>
                    <a:pt x="910099" y="4738322"/>
                  </a:lnTo>
                  <a:lnTo>
                    <a:pt x="910452" y="4737891"/>
                  </a:lnTo>
                  <a:lnTo>
                    <a:pt x="910452" y="4737461"/>
                  </a:lnTo>
                  <a:lnTo>
                    <a:pt x="910569" y="4737461"/>
                  </a:lnTo>
                  <a:lnTo>
                    <a:pt x="910922" y="4737461"/>
                  </a:lnTo>
                  <a:lnTo>
                    <a:pt x="911981" y="4735308"/>
                  </a:lnTo>
                  <a:lnTo>
                    <a:pt x="912569" y="4735308"/>
                  </a:lnTo>
                  <a:lnTo>
                    <a:pt x="912569" y="4734877"/>
                  </a:lnTo>
                  <a:lnTo>
                    <a:pt x="913157" y="4734447"/>
                  </a:lnTo>
                  <a:lnTo>
                    <a:pt x="913627" y="4734016"/>
                  </a:lnTo>
                  <a:lnTo>
                    <a:pt x="913745" y="4734016"/>
                  </a:lnTo>
                  <a:lnTo>
                    <a:pt x="913862" y="4734016"/>
                  </a:lnTo>
                  <a:lnTo>
                    <a:pt x="915038" y="4734016"/>
                  </a:lnTo>
                  <a:lnTo>
                    <a:pt x="915391" y="4733155"/>
                  </a:lnTo>
                  <a:lnTo>
                    <a:pt x="915627" y="4731863"/>
                  </a:lnTo>
                  <a:lnTo>
                    <a:pt x="915627" y="4731432"/>
                  </a:lnTo>
                  <a:lnTo>
                    <a:pt x="916215" y="4731432"/>
                  </a:lnTo>
                  <a:lnTo>
                    <a:pt x="916215" y="4730571"/>
                  </a:lnTo>
                  <a:lnTo>
                    <a:pt x="916685" y="4730571"/>
                  </a:lnTo>
                  <a:lnTo>
                    <a:pt x="916920" y="4729710"/>
                  </a:lnTo>
                  <a:lnTo>
                    <a:pt x="917273" y="4728849"/>
                  </a:lnTo>
                  <a:lnTo>
                    <a:pt x="917508" y="4727988"/>
                  </a:lnTo>
                  <a:lnTo>
                    <a:pt x="917744" y="4727557"/>
                  </a:lnTo>
                  <a:lnTo>
                    <a:pt x="918332" y="4727126"/>
                  </a:lnTo>
                  <a:lnTo>
                    <a:pt x="918567" y="4726696"/>
                  </a:lnTo>
                  <a:lnTo>
                    <a:pt x="919390" y="4726696"/>
                  </a:lnTo>
                  <a:lnTo>
                    <a:pt x="919508" y="4726265"/>
                  </a:lnTo>
                  <a:lnTo>
                    <a:pt x="919625" y="4725404"/>
                  </a:lnTo>
                  <a:lnTo>
                    <a:pt x="919625" y="4724973"/>
                  </a:lnTo>
                  <a:lnTo>
                    <a:pt x="919625" y="4724543"/>
                  </a:lnTo>
                  <a:lnTo>
                    <a:pt x="920096" y="4724543"/>
                  </a:lnTo>
                  <a:lnTo>
                    <a:pt x="920096" y="4724112"/>
                  </a:lnTo>
                  <a:lnTo>
                    <a:pt x="922213" y="4722390"/>
                  </a:lnTo>
                  <a:lnTo>
                    <a:pt x="922801" y="4721959"/>
                  </a:lnTo>
                  <a:lnTo>
                    <a:pt x="922801" y="4721098"/>
                  </a:lnTo>
                  <a:lnTo>
                    <a:pt x="923624" y="4720237"/>
                  </a:lnTo>
                  <a:lnTo>
                    <a:pt x="923742" y="4719806"/>
                  </a:lnTo>
                  <a:lnTo>
                    <a:pt x="923860" y="4719806"/>
                  </a:lnTo>
                  <a:lnTo>
                    <a:pt x="924800" y="4719806"/>
                  </a:lnTo>
                  <a:lnTo>
                    <a:pt x="925389" y="4718514"/>
                  </a:lnTo>
                  <a:lnTo>
                    <a:pt x="925624" y="4718084"/>
                  </a:lnTo>
                  <a:lnTo>
                    <a:pt x="925741" y="4718084"/>
                  </a:lnTo>
                  <a:lnTo>
                    <a:pt x="925859" y="4718084"/>
                  </a:lnTo>
                  <a:lnTo>
                    <a:pt x="926329" y="4717223"/>
                  </a:lnTo>
                  <a:lnTo>
                    <a:pt x="926447" y="4716361"/>
                  </a:lnTo>
                  <a:lnTo>
                    <a:pt x="926565" y="4715931"/>
                  </a:lnTo>
                  <a:lnTo>
                    <a:pt x="926682" y="4715931"/>
                  </a:lnTo>
                  <a:lnTo>
                    <a:pt x="926800" y="4715931"/>
                  </a:lnTo>
                  <a:lnTo>
                    <a:pt x="927741" y="4714639"/>
                  </a:lnTo>
                  <a:lnTo>
                    <a:pt x="927858" y="4714208"/>
                  </a:lnTo>
                  <a:lnTo>
                    <a:pt x="927976" y="4714208"/>
                  </a:lnTo>
                  <a:lnTo>
                    <a:pt x="928094" y="4714208"/>
                  </a:lnTo>
                  <a:lnTo>
                    <a:pt x="928094" y="4713778"/>
                  </a:lnTo>
                  <a:lnTo>
                    <a:pt x="928211" y="4713778"/>
                  </a:lnTo>
                  <a:lnTo>
                    <a:pt x="928329" y="4712917"/>
                  </a:lnTo>
                  <a:lnTo>
                    <a:pt x="928799" y="4712055"/>
                  </a:lnTo>
                  <a:lnTo>
                    <a:pt x="929270" y="4711625"/>
                  </a:lnTo>
                  <a:lnTo>
                    <a:pt x="929623" y="4711625"/>
                  </a:lnTo>
                  <a:lnTo>
                    <a:pt x="929623" y="4711194"/>
                  </a:lnTo>
                  <a:lnTo>
                    <a:pt x="929740" y="4711194"/>
                  </a:lnTo>
                  <a:lnTo>
                    <a:pt x="929975" y="4709472"/>
                  </a:lnTo>
                  <a:lnTo>
                    <a:pt x="930328" y="4709041"/>
                  </a:lnTo>
                  <a:lnTo>
                    <a:pt x="930681" y="4709041"/>
                  </a:lnTo>
                  <a:lnTo>
                    <a:pt x="931152" y="4708180"/>
                  </a:lnTo>
                  <a:lnTo>
                    <a:pt x="931387" y="4708180"/>
                  </a:lnTo>
                  <a:lnTo>
                    <a:pt x="931740" y="4708180"/>
                  </a:lnTo>
                  <a:lnTo>
                    <a:pt x="932210" y="4708180"/>
                  </a:lnTo>
                  <a:lnTo>
                    <a:pt x="932328" y="4707749"/>
                  </a:lnTo>
                  <a:lnTo>
                    <a:pt x="932328" y="4707319"/>
                  </a:lnTo>
                  <a:lnTo>
                    <a:pt x="932563" y="4707319"/>
                  </a:lnTo>
                  <a:lnTo>
                    <a:pt x="932798" y="4706027"/>
                  </a:lnTo>
                  <a:lnTo>
                    <a:pt x="933386" y="4705596"/>
                  </a:lnTo>
                  <a:lnTo>
                    <a:pt x="933504" y="4705596"/>
                  </a:lnTo>
                  <a:lnTo>
                    <a:pt x="933622" y="4705596"/>
                  </a:lnTo>
                  <a:lnTo>
                    <a:pt x="933739" y="4705166"/>
                  </a:lnTo>
                  <a:lnTo>
                    <a:pt x="934327" y="4705166"/>
                  </a:lnTo>
                  <a:lnTo>
                    <a:pt x="934562" y="4704735"/>
                  </a:lnTo>
                  <a:lnTo>
                    <a:pt x="935621" y="4704305"/>
                  </a:lnTo>
                  <a:lnTo>
                    <a:pt x="935739" y="4704305"/>
                  </a:lnTo>
                  <a:lnTo>
                    <a:pt x="935739" y="4703874"/>
                  </a:lnTo>
                  <a:lnTo>
                    <a:pt x="936091" y="4703874"/>
                  </a:lnTo>
                  <a:lnTo>
                    <a:pt x="936091" y="4703013"/>
                  </a:lnTo>
                  <a:lnTo>
                    <a:pt x="936562" y="4702152"/>
                  </a:lnTo>
                  <a:lnTo>
                    <a:pt x="936915" y="4701721"/>
                  </a:lnTo>
                  <a:lnTo>
                    <a:pt x="937268" y="4701721"/>
                  </a:lnTo>
                  <a:lnTo>
                    <a:pt x="938444" y="4699999"/>
                  </a:lnTo>
                  <a:lnTo>
                    <a:pt x="938797" y="4699999"/>
                  </a:lnTo>
                  <a:lnTo>
                    <a:pt x="938914" y="4698707"/>
                  </a:lnTo>
                  <a:lnTo>
                    <a:pt x="939032" y="4698707"/>
                  </a:lnTo>
                  <a:lnTo>
                    <a:pt x="939502" y="4697846"/>
                  </a:lnTo>
                  <a:lnTo>
                    <a:pt x="940561" y="4696554"/>
                  </a:lnTo>
                  <a:lnTo>
                    <a:pt x="940678" y="4696123"/>
                  </a:lnTo>
                  <a:lnTo>
                    <a:pt x="941031" y="4696123"/>
                  </a:lnTo>
                  <a:lnTo>
                    <a:pt x="942207" y="4695262"/>
                  </a:lnTo>
                  <a:lnTo>
                    <a:pt x="942207" y="4694831"/>
                  </a:lnTo>
                  <a:lnTo>
                    <a:pt x="942443" y="4693970"/>
                  </a:lnTo>
                  <a:lnTo>
                    <a:pt x="943619" y="4693109"/>
                  </a:lnTo>
                  <a:lnTo>
                    <a:pt x="943619" y="4692248"/>
                  </a:lnTo>
                  <a:lnTo>
                    <a:pt x="944207" y="4691817"/>
                  </a:lnTo>
                  <a:lnTo>
                    <a:pt x="944442" y="4690956"/>
                  </a:lnTo>
                  <a:lnTo>
                    <a:pt x="945501" y="4690525"/>
                  </a:lnTo>
                  <a:lnTo>
                    <a:pt x="946089" y="4690095"/>
                  </a:lnTo>
                  <a:lnTo>
                    <a:pt x="946089" y="4689664"/>
                  </a:lnTo>
                  <a:lnTo>
                    <a:pt x="946441" y="4689234"/>
                  </a:lnTo>
                  <a:lnTo>
                    <a:pt x="946559" y="4688803"/>
                  </a:lnTo>
                  <a:lnTo>
                    <a:pt x="947147" y="4688372"/>
                  </a:lnTo>
                  <a:lnTo>
                    <a:pt x="947147" y="4687511"/>
                  </a:lnTo>
                  <a:lnTo>
                    <a:pt x="947618" y="4687511"/>
                  </a:lnTo>
                  <a:lnTo>
                    <a:pt x="947853" y="4687081"/>
                  </a:lnTo>
                  <a:lnTo>
                    <a:pt x="947970" y="4686219"/>
                  </a:lnTo>
                  <a:lnTo>
                    <a:pt x="948559" y="4684928"/>
                  </a:lnTo>
                  <a:lnTo>
                    <a:pt x="949264" y="4683205"/>
                  </a:lnTo>
                  <a:lnTo>
                    <a:pt x="949499" y="4683205"/>
                  </a:lnTo>
                  <a:lnTo>
                    <a:pt x="949617" y="4683205"/>
                  </a:lnTo>
                  <a:lnTo>
                    <a:pt x="949617" y="4681913"/>
                  </a:lnTo>
                  <a:lnTo>
                    <a:pt x="949617" y="4680191"/>
                  </a:lnTo>
                  <a:lnTo>
                    <a:pt x="949617" y="4679760"/>
                  </a:lnTo>
                  <a:lnTo>
                    <a:pt x="949735" y="4679330"/>
                  </a:lnTo>
                  <a:lnTo>
                    <a:pt x="949852" y="4679330"/>
                  </a:lnTo>
                  <a:lnTo>
                    <a:pt x="950558" y="4678469"/>
                  </a:lnTo>
                  <a:lnTo>
                    <a:pt x="950676" y="4678038"/>
                  </a:lnTo>
                  <a:lnTo>
                    <a:pt x="951264" y="4677607"/>
                  </a:lnTo>
                  <a:lnTo>
                    <a:pt x="951969" y="4677177"/>
                  </a:lnTo>
                  <a:lnTo>
                    <a:pt x="952087" y="4676316"/>
                  </a:lnTo>
                  <a:lnTo>
                    <a:pt x="952440" y="4675454"/>
                  </a:lnTo>
                  <a:lnTo>
                    <a:pt x="953028" y="4675024"/>
                  </a:lnTo>
                  <a:lnTo>
                    <a:pt x="953263" y="4675024"/>
                  </a:lnTo>
                  <a:lnTo>
                    <a:pt x="953969" y="4674163"/>
                  </a:lnTo>
                  <a:lnTo>
                    <a:pt x="954557" y="4674163"/>
                  </a:lnTo>
                  <a:lnTo>
                    <a:pt x="954792" y="4673732"/>
                  </a:lnTo>
                  <a:lnTo>
                    <a:pt x="954910" y="4673301"/>
                  </a:lnTo>
                  <a:lnTo>
                    <a:pt x="954910" y="4672871"/>
                  </a:lnTo>
                  <a:lnTo>
                    <a:pt x="955733" y="4672871"/>
                  </a:lnTo>
                  <a:lnTo>
                    <a:pt x="955968" y="4672871"/>
                  </a:lnTo>
                  <a:lnTo>
                    <a:pt x="955968" y="4672010"/>
                  </a:lnTo>
                  <a:lnTo>
                    <a:pt x="956439" y="4671148"/>
                  </a:lnTo>
                  <a:lnTo>
                    <a:pt x="956556" y="4671148"/>
                  </a:lnTo>
                  <a:lnTo>
                    <a:pt x="957027" y="4670287"/>
                  </a:lnTo>
                  <a:lnTo>
                    <a:pt x="957497" y="4670287"/>
                  </a:lnTo>
                  <a:lnTo>
                    <a:pt x="957732" y="4670287"/>
                  </a:lnTo>
                  <a:lnTo>
                    <a:pt x="957968" y="4669857"/>
                  </a:lnTo>
                  <a:lnTo>
                    <a:pt x="958203" y="4669857"/>
                  </a:lnTo>
                  <a:lnTo>
                    <a:pt x="958556" y="4669857"/>
                  </a:lnTo>
                  <a:lnTo>
                    <a:pt x="958673" y="4669857"/>
                  </a:lnTo>
                  <a:lnTo>
                    <a:pt x="958791" y="4669426"/>
                  </a:lnTo>
                  <a:lnTo>
                    <a:pt x="958791" y="4668134"/>
                  </a:lnTo>
                  <a:lnTo>
                    <a:pt x="959026" y="4666412"/>
                  </a:lnTo>
                  <a:lnTo>
                    <a:pt x="959026" y="4665551"/>
                  </a:lnTo>
                  <a:lnTo>
                    <a:pt x="959144" y="4665120"/>
                  </a:lnTo>
                  <a:lnTo>
                    <a:pt x="960202" y="4664689"/>
                  </a:lnTo>
                  <a:lnTo>
                    <a:pt x="960908" y="4662967"/>
                  </a:lnTo>
                  <a:lnTo>
                    <a:pt x="961261" y="4662536"/>
                  </a:lnTo>
                  <a:lnTo>
                    <a:pt x="962437" y="4661245"/>
                  </a:lnTo>
                  <a:lnTo>
                    <a:pt x="962555" y="4659092"/>
                  </a:lnTo>
                  <a:lnTo>
                    <a:pt x="963731" y="4656939"/>
                  </a:lnTo>
                  <a:lnTo>
                    <a:pt x="963731" y="4656508"/>
                  </a:lnTo>
                  <a:lnTo>
                    <a:pt x="964436" y="4656077"/>
                  </a:lnTo>
                  <a:lnTo>
                    <a:pt x="965025" y="4655216"/>
                  </a:lnTo>
                  <a:lnTo>
                    <a:pt x="965025" y="4654355"/>
                  </a:lnTo>
                  <a:lnTo>
                    <a:pt x="965025" y="4653924"/>
                  </a:lnTo>
                  <a:lnTo>
                    <a:pt x="965142" y="4653494"/>
                  </a:lnTo>
                  <a:lnTo>
                    <a:pt x="965260" y="4653494"/>
                  </a:lnTo>
                  <a:lnTo>
                    <a:pt x="966083" y="4651341"/>
                  </a:lnTo>
                  <a:lnTo>
                    <a:pt x="967730" y="4650480"/>
                  </a:lnTo>
                  <a:lnTo>
                    <a:pt x="967730" y="4650049"/>
                  </a:lnTo>
                  <a:lnTo>
                    <a:pt x="967847" y="4648757"/>
                  </a:lnTo>
                  <a:lnTo>
                    <a:pt x="968671" y="4648327"/>
                  </a:lnTo>
                  <a:lnTo>
                    <a:pt x="968906" y="4647896"/>
                  </a:lnTo>
                  <a:lnTo>
                    <a:pt x="969023" y="4647465"/>
                  </a:lnTo>
                  <a:lnTo>
                    <a:pt x="969023" y="4647035"/>
                  </a:lnTo>
                  <a:lnTo>
                    <a:pt x="969023" y="4646604"/>
                  </a:lnTo>
                  <a:lnTo>
                    <a:pt x="969964" y="4645743"/>
                  </a:lnTo>
                  <a:lnTo>
                    <a:pt x="970317" y="4645312"/>
                  </a:lnTo>
                  <a:lnTo>
                    <a:pt x="970552" y="4644882"/>
                  </a:lnTo>
                  <a:lnTo>
                    <a:pt x="970670" y="4644021"/>
                  </a:lnTo>
                  <a:lnTo>
                    <a:pt x="971023" y="4643159"/>
                  </a:lnTo>
                  <a:lnTo>
                    <a:pt x="971611" y="4641868"/>
                  </a:lnTo>
                  <a:lnTo>
                    <a:pt x="972317" y="4641437"/>
                  </a:lnTo>
                  <a:lnTo>
                    <a:pt x="972434" y="4640576"/>
                  </a:lnTo>
                  <a:lnTo>
                    <a:pt x="972787" y="4640145"/>
                  </a:lnTo>
                  <a:lnTo>
                    <a:pt x="973140" y="4640145"/>
                  </a:lnTo>
                  <a:lnTo>
                    <a:pt x="973375" y="4639715"/>
                  </a:lnTo>
                  <a:lnTo>
                    <a:pt x="974198" y="4639284"/>
                  </a:lnTo>
                  <a:lnTo>
                    <a:pt x="974551" y="4639284"/>
                  </a:lnTo>
                  <a:lnTo>
                    <a:pt x="975022" y="4638853"/>
                  </a:lnTo>
                  <a:lnTo>
                    <a:pt x="975022" y="4638423"/>
                  </a:lnTo>
                  <a:lnTo>
                    <a:pt x="975492" y="4638423"/>
                  </a:lnTo>
                  <a:lnTo>
                    <a:pt x="975727" y="4637131"/>
                  </a:lnTo>
                  <a:lnTo>
                    <a:pt x="975963" y="4636700"/>
                  </a:lnTo>
                  <a:lnTo>
                    <a:pt x="976080" y="4636700"/>
                  </a:lnTo>
                  <a:lnTo>
                    <a:pt x="976198" y="4635839"/>
                  </a:lnTo>
                  <a:lnTo>
                    <a:pt x="976433" y="4635839"/>
                  </a:lnTo>
                  <a:lnTo>
                    <a:pt x="977021" y="4634978"/>
                  </a:lnTo>
                  <a:lnTo>
                    <a:pt x="977727" y="4634547"/>
                  </a:lnTo>
                  <a:lnTo>
                    <a:pt x="978080" y="4634547"/>
                  </a:lnTo>
                  <a:lnTo>
                    <a:pt x="978433" y="4634117"/>
                  </a:lnTo>
                  <a:lnTo>
                    <a:pt x="978903" y="4633256"/>
                  </a:lnTo>
                  <a:lnTo>
                    <a:pt x="979021" y="4633256"/>
                  </a:lnTo>
                  <a:lnTo>
                    <a:pt x="979021" y="4632825"/>
                  </a:lnTo>
                  <a:lnTo>
                    <a:pt x="979491" y="4632394"/>
                  </a:lnTo>
                  <a:lnTo>
                    <a:pt x="979726" y="4632394"/>
                  </a:lnTo>
                  <a:lnTo>
                    <a:pt x="981138" y="4630672"/>
                  </a:lnTo>
                  <a:lnTo>
                    <a:pt x="981138" y="4629811"/>
                  </a:lnTo>
                  <a:lnTo>
                    <a:pt x="981138" y="4629380"/>
                  </a:lnTo>
                  <a:lnTo>
                    <a:pt x="981255" y="4629380"/>
                  </a:lnTo>
                  <a:lnTo>
                    <a:pt x="981726" y="4628950"/>
                  </a:lnTo>
                  <a:lnTo>
                    <a:pt x="982549" y="4628519"/>
                  </a:lnTo>
                  <a:lnTo>
                    <a:pt x="982549" y="4628088"/>
                  </a:lnTo>
                  <a:lnTo>
                    <a:pt x="983608" y="4625505"/>
                  </a:lnTo>
                  <a:lnTo>
                    <a:pt x="983725" y="4625505"/>
                  </a:lnTo>
                  <a:lnTo>
                    <a:pt x="984078" y="4625074"/>
                  </a:lnTo>
                  <a:lnTo>
                    <a:pt x="984196" y="4625074"/>
                  </a:lnTo>
                  <a:lnTo>
                    <a:pt x="984313" y="4624213"/>
                  </a:lnTo>
                  <a:lnTo>
                    <a:pt x="984431" y="4623352"/>
                  </a:lnTo>
                  <a:lnTo>
                    <a:pt x="984549" y="4622921"/>
                  </a:lnTo>
                  <a:lnTo>
                    <a:pt x="984666" y="4622491"/>
                  </a:lnTo>
                  <a:lnTo>
                    <a:pt x="985019" y="4622060"/>
                  </a:lnTo>
                  <a:lnTo>
                    <a:pt x="985019" y="4621629"/>
                  </a:lnTo>
                  <a:lnTo>
                    <a:pt x="985254" y="4621199"/>
                  </a:lnTo>
                  <a:lnTo>
                    <a:pt x="985607" y="4620768"/>
                  </a:lnTo>
                  <a:lnTo>
                    <a:pt x="985607" y="4619907"/>
                  </a:lnTo>
                  <a:lnTo>
                    <a:pt x="985725" y="4619046"/>
                  </a:lnTo>
                  <a:lnTo>
                    <a:pt x="986430" y="4617323"/>
                  </a:lnTo>
                  <a:lnTo>
                    <a:pt x="986548" y="4616893"/>
                  </a:lnTo>
                  <a:lnTo>
                    <a:pt x="986901" y="4616462"/>
                  </a:lnTo>
                  <a:lnTo>
                    <a:pt x="987371" y="4615170"/>
                  </a:lnTo>
                  <a:lnTo>
                    <a:pt x="987489" y="4614309"/>
                  </a:lnTo>
                  <a:lnTo>
                    <a:pt x="987724" y="4613879"/>
                  </a:lnTo>
                  <a:lnTo>
                    <a:pt x="988077" y="4613448"/>
                  </a:lnTo>
                  <a:lnTo>
                    <a:pt x="988077" y="4612587"/>
                  </a:lnTo>
                  <a:lnTo>
                    <a:pt x="988195" y="4612587"/>
                  </a:lnTo>
                  <a:lnTo>
                    <a:pt x="988312" y="4611726"/>
                  </a:lnTo>
                  <a:lnTo>
                    <a:pt x="988547" y="4610864"/>
                  </a:lnTo>
                  <a:lnTo>
                    <a:pt x="989606" y="4609573"/>
                  </a:lnTo>
                  <a:lnTo>
                    <a:pt x="990312" y="4609573"/>
                  </a:lnTo>
                  <a:lnTo>
                    <a:pt x="990782" y="4609142"/>
                  </a:lnTo>
                  <a:lnTo>
                    <a:pt x="990900" y="4609142"/>
                  </a:lnTo>
                  <a:lnTo>
                    <a:pt x="991253" y="4608711"/>
                  </a:lnTo>
                  <a:lnTo>
                    <a:pt x="991723" y="4608281"/>
                  </a:lnTo>
                  <a:lnTo>
                    <a:pt x="991958" y="4607850"/>
                  </a:lnTo>
                  <a:lnTo>
                    <a:pt x="992311" y="4607420"/>
                  </a:lnTo>
                  <a:lnTo>
                    <a:pt x="992899" y="4606989"/>
                  </a:lnTo>
                  <a:lnTo>
                    <a:pt x="993134" y="4606128"/>
                  </a:lnTo>
                  <a:lnTo>
                    <a:pt x="993252" y="4605697"/>
                  </a:lnTo>
                  <a:lnTo>
                    <a:pt x="993722" y="4605267"/>
                  </a:lnTo>
                  <a:lnTo>
                    <a:pt x="994075" y="4604836"/>
                  </a:lnTo>
                  <a:lnTo>
                    <a:pt x="994663" y="4603114"/>
                  </a:lnTo>
                  <a:lnTo>
                    <a:pt x="995251" y="4603114"/>
                  </a:lnTo>
                  <a:lnTo>
                    <a:pt x="995369" y="4602252"/>
                  </a:lnTo>
                  <a:lnTo>
                    <a:pt x="995487" y="4602252"/>
                  </a:lnTo>
                  <a:lnTo>
                    <a:pt x="995722" y="4601822"/>
                  </a:lnTo>
                  <a:lnTo>
                    <a:pt x="995722" y="4601391"/>
                  </a:lnTo>
                  <a:lnTo>
                    <a:pt x="995839" y="4600961"/>
                  </a:lnTo>
                  <a:lnTo>
                    <a:pt x="995957" y="4600530"/>
                  </a:lnTo>
                  <a:lnTo>
                    <a:pt x="996192" y="4600530"/>
                  </a:lnTo>
                  <a:lnTo>
                    <a:pt x="996192" y="4600099"/>
                  </a:lnTo>
                  <a:lnTo>
                    <a:pt x="996780" y="4598808"/>
                  </a:lnTo>
                  <a:lnTo>
                    <a:pt x="997368" y="4598808"/>
                  </a:lnTo>
                  <a:lnTo>
                    <a:pt x="997604" y="4598808"/>
                  </a:lnTo>
                  <a:lnTo>
                    <a:pt x="998074" y="4597946"/>
                  </a:lnTo>
                  <a:lnTo>
                    <a:pt x="998192" y="4597946"/>
                  </a:lnTo>
                  <a:lnTo>
                    <a:pt x="998309" y="4597946"/>
                  </a:lnTo>
                  <a:lnTo>
                    <a:pt x="998427" y="4597516"/>
                  </a:lnTo>
                  <a:lnTo>
                    <a:pt x="998897" y="4596224"/>
                  </a:lnTo>
                  <a:lnTo>
                    <a:pt x="999133" y="4595793"/>
                  </a:lnTo>
                  <a:lnTo>
                    <a:pt x="999133" y="4595363"/>
                  </a:lnTo>
                  <a:lnTo>
                    <a:pt x="999250" y="4594502"/>
                  </a:lnTo>
                  <a:lnTo>
                    <a:pt x="999721" y="4594502"/>
                  </a:lnTo>
                  <a:lnTo>
                    <a:pt x="999838" y="4594071"/>
                  </a:lnTo>
                  <a:lnTo>
                    <a:pt x="1000426" y="4591918"/>
                  </a:lnTo>
                  <a:lnTo>
                    <a:pt x="1002191" y="4589765"/>
                  </a:lnTo>
                  <a:lnTo>
                    <a:pt x="1002426" y="4589765"/>
                  </a:lnTo>
                  <a:lnTo>
                    <a:pt x="1002661" y="4589765"/>
                  </a:lnTo>
                  <a:lnTo>
                    <a:pt x="1003014" y="4589765"/>
                  </a:lnTo>
                  <a:lnTo>
                    <a:pt x="1003720" y="4589334"/>
                  </a:lnTo>
                  <a:lnTo>
                    <a:pt x="1003720" y="4588473"/>
                  </a:lnTo>
                  <a:lnTo>
                    <a:pt x="1003955" y="4588473"/>
                  </a:lnTo>
                  <a:lnTo>
                    <a:pt x="1004308" y="4588473"/>
                  </a:lnTo>
                  <a:lnTo>
                    <a:pt x="1004425" y="4588473"/>
                  </a:lnTo>
                  <a:lnTo>
                    <a:pt x="1005131" y="4588043"/>
                  </a:lnTo>
                  <a:lnTo>
                    <a:pt x="1005366" y="4588043"/>
                  </a:lnTo>
                  <a:lnTo>
                    <a:pt x="1005484" y="4587181"/>
                  </a:lnTo>
                  <a:lnTo>
                    <a:pt x="1005837" y="4587181"/>
                  </a:lnTo>
                  <a:lnTo>
                    <a:pt x="1006660" y="4586320"/>
                  </a:lnTo>
                  <a:lnTo>
                    <a:pt x="1007013" y="4585459"/>
                  </a:lnTo>
                  <a:lnTo>
                    <a:pt x="1007130" y="4585459"/>
                  </a:lnTo>
                  <a:lnTo>
                    <a:pt x="1007248" y="4585459"/>
                  </a:lnTo>
                  <a:lnTo>
                    <a:pt x="1007601" y="4585459"/>
                  </a:lnTo>
                  <a:lnTo>
                    <a:pt x="1007836" y="4585028"/>
                  </a:lnTo>
                  <a:lnTo>
                    <a:pt x="1008071" y="4584598"/>
                  </a:lnTo>
                  <a:lnTo>
                    <a:pt x="1008659" y="4583306"/>
                  </a:lnTo>
                  <a:lnTo>
                    <a:pt x="1008659" y="4582875"/>
                  </a:lnTo>
                  <a:lnTo>
                    <a:pt x="1008659" y="4582445"/>
                  </a:lnTo>
                  <a:lnTo>
                    <a:pt x="1008895" y="4582445"/>
                  </a:lnTo>
                  <a:lnTo>
                    <a:pt x="1009248" y="4581153"/>
                  </a:lnTo>
                  <a:lnTo>
                    <a:pt x="1009365" y="4579861"/>
                  </a:lnTo>
                  <a:lnTo>
                    <a:pt x="1009483" y="4579431"/>
                  </a:lnTo>
                  <a:lnTo>
                    <a:pt x="1010659" y="4579000"/>
                  </a:lnTo>
                  <a:lnTo>
                    <a:pt x="1011247" y="4578139"/>
                  </a:lnTo>
                  <a:lnTo>
                    <a:pt x="1011835" y="4577708"/>
                  </a:lnTo>
                  <a:lnTo>
                    <a:pt x="1012188" y="4576416"/>
                  </a:lnTo>
                  <a:lnTo>
                    <a:pt x="1012423" y="4576416"/>
                  </a:lnTo>
                  <a:lnTo>
                    <a:pt x="1012894" y="4575125"/>
                  </a:lnTo>
                  <a:lnTo>
                    <a:pt x="1013011" y="4574694"/>
                  </a:lnTo>
                  <a:lnTo>
                    <a:pt x="1013011" y="4574263"/>
                  </a:lnTo>
                  <a:lnTo>
                    <a:pt x="1013717" y="4574263"/>
                  </a:lnTo>
                  <a:lnTo>
                    <a:pt x="1013834" y="4574263"/>
                  </a:lnTo>
                  <a:lnTo>
                    <a:pt x="1014893" y="4572972"/>
                  </a:lnTo>
                  <a:lnTo>
                    <a:pt x="1015834" y="4572972"/>
                  </a:lnTo>
                  <a:lnTo>
                    <a:pt x="1016187" y="4572110"/>
                  </a:lnTo>
                  <a:lnTo>
                    <a:pt x="1016422" y="4572110"/>
                  </a:lnTo>
                  <a:lnTo>
                    <a:pt x="1016540" y="4572110"/>
                  </a:lnTo>
                  <a:lnTo>
                    <a:pt x="1016540" y="4571680"/>
                  </a:lnTo>
                  <a:lnTo>
                    <a:pt x="1017481" y="4570819"/>
                  </a:lnTo>
                  <a:lnTo>
                    <a:pt x="1017598" y="4569527"/>
                  </a:lnTo>
                  <a:lnTo>
                    <a:pt x="1017716" y="4569527"/>
                  </a:lnTo>
                  <a:lnTo>
                    <a:pt x="1017833" y="4569527"/>
                  </a:lnTo>
                  <a:lnTo>
                    <a:pt x="1017951" y="4569096"/>
                  </a:lnTo>
                  <a:lnTo>
                    <a:pt x="1018539" y="4567374"/>
                  </a:lnTo>
                  <a:lnTo>
                    <a:pt x="1019127" y="4566943"/>
                  </a:lnTo>
                  <a:lnTo>
                    <a:pt x="1019127" y="4566513"/>
                  </a:lnTo>
                  <a:lnTo>
                    <a:pt x="1019245" y="4565651"/>
                  </a:lnTo>
                  <a:lnTo>
                    <a:pt x="1019362" y="4564360"/>
                  </a:lnTo>
                  <a:lnTo>
                    <a:pt x="1019833" y="4563498"/>
                  </a:lnTo>
                  <a:lnTo>
                    <a:pt x="1019833" y="4562637"/>
                  </a:lnTo>
                  <a:lnTo>
                    <a:pt x="1019950" y="4562207"/>
                  </a:lnTo>
                  <a:lnTo>
                    <a:pt x="1020068" y="4562207"/>
                  </a:lnTo>
                  <a:lnTo>
                    <a:pt x="1020186" y="4561776"/>
                  </a:lnTo>
                  <a:lnTo>
                    <a:pt x="1020421" y="4561776"/>
                  </a:lnTo>
                  <a:lnTo>
                    <a:pt x="1020774" y="4559623"/>
                  </a:lnTo>
                  <a:lnTo>
                    <a:pt x="1021127" y="4559192"/>
                  </a:lnTo>
                  <a:lnTo>
                    <a:pt x="1021244" y="4559192"/>
                  </a:lnTo>
                  <a:lnTo>
                    <a:pt x="1021832" y="4558762"/>
                  </a:lnTo>
                  <a:lnTo>
                    <a:pt x="1022303" y="4556609"/>
                  </a:lnTo>
                  <a:lnTo>
                    <a:pt x="1024420" y="4554886"/>
                  </a:lnTo>
                  <a:lnTo>
                    <a:pt x="1024537" y="4554886"/>
                  </a:lnTo>
                  <a:lnTo>
                    <a:pt x="1025125" y="4553164"/>
                  </a:lnTo>
                  <a:lnTo>
                    <a:pt x="1025243" y="4553164"/>
                  </a:lnTo>
                  <a:lnTo>
                    <a:pt x="1025361" y="4552733"/>
                  </a:lnTo>
                  <a:lnTo>
                    <a:pt x="1025714" y="4551442"/>
                  </a:lnTo>
                  <a:lnTo>
                    <a:pt x="1025831" y="4551442"/>
                  </a:lnTo>
                  <a:lnTo>
                    <a:pt x="1026419" y="4548858"/>
                  </a:lnTo>
                  <a:lnTo>
                    <a:pt x="1026772" y="4548858"/>
                  </a:lnTo>
                  <a:lnTo>
                    <a:pt x="1027007" y="4548858"/>
                  </a:lnTo>
                  <a:lnTo>
                    <a:pt x="1027007" y="4548427"/>
                  </a:lnTo>
                  <a:lnTo>
                    <a:pt x="1028183" y="4547997"/>
                  </a:lnTo>
                  <a:lnTo>
                    <a:pt x="1028654" y="4547566"/>
                  </a:lnTo>
                  <a:lnTo>
                    <a:pt x="1028771" y="4546705"/>
                  </a:lnTo>
                  <a:lnTo>
                    <a:pt x="1028889" y="4546705"/>
                  </a:lnTo>
                  <a:lnTo>
                    <a:pt x="1029124" y="4546705"/>
                  </a:lnTo>
                  <a:lnTo>
                    <a:pt x="1029242" y="4546705"/>
                  </a:lnTo>
                  <a:lnTo>
                    <a:pt x="1029242" y="4546274"/>
                  </a:lnTo>
                  <a:lnTo>
                    <a:pt x="1029712" y="4545844"/>
                  </a:lnTo>
                  <a:lnTo>
                    <a:pt x="1030183" y="4545844"/>
                  </a:lnTo>
                  <a:lnTo>
                    <a:pt x="1030418" y="4544983"/>
                  </a:lnTo>
                  <a:lnTo>
                    <a:pt x="1030418" y="4544552"/>
                  </a:lnTo>
                  <a:lnTo>
                    <a:pt x="1030536" y="4544121"/>
                  </a:lnTo>
                  <a:lnTo>
                    <a:pt x="1030771" y="4544121"/>
                  </a:lnTo>
                  <a:lnTo>
                    <a:pt x="1030889" y="4542830"/>
                  </a:lnTo>
                  <a:lnTo>
                    <a:pt x="1030889" y="4542399"/>
                  </a:lnTo>
                  <a:lnTo>
                    <a:pt x="1031124" y="4542399"/>
                  </a:lnTo>
                  <a:lnTo>
                    <a:pt x="1033006" y="4538524"/>
                  </a:lnTo>
                  <a:lnTo>
                    <a:pt x="1033711" y="4537662"/>
                  </a:lnTo>
                  <a:lnTo>
                    <a:pt x="1034064" y="4537662"/>
                  </a:lnTo>
                  <a:lnTo>
                    <a:pt x="1034299" y="4536801"/>
                  </a:lnTo>
                  <a:lnTo>
                    <a:pt x="1034770" y="4536371"/>
                  </a:lnTo>
                  <a:lnTo>
                    <a:pt x="1035240" y="4535940"/>
                  </a:lnTo>
                  <a:lnTo>
                    <a:pt x="1035240" y="4535509"/>
                  </a:lnTo>
                  <a:lnTo>
                    <a:pt x="1036064" y="4534218"/>
                  </a:lnTo>
                  <a:lnTo>
                    <a:pt x="1036416" y="4533356"/>
                  </a:lnTo>
                  <a:lnTo>
                    <a:pt x="1036416" y="4532926"/>
                  </a:lnTo>
                  <a:lnTo>
                    <a:pt x="1037475" y="4532065"/>
                  </a:lnTo>
                  <a:lnTo>
                    <a:pt x="1037945" y="4531634"/>
                  </a:lnTo>
                  <a:lnTo>
                    <a:pt x="1038416" y="4530773"/>
                  </a:lnTo>
                  <a:lnTo>
                    <a:pt x="1038416" y="4530342"/>
                  </a:lnTo>
                  <a:lnTo>
                    <a:pt x="1039004" y="4529481"/>
                  </a:lnTo>
                  <a:lnTo>
                    <a:pt x="1039239" y="4529050"/>
                  </a:lnTo>
                  <a:lnTo>
                    <a:pt x="1039239" y="4528620"/>
                  </a:lnTo>
                  <a:lnTo>
                    <a:pt x="1039945" y="4526467"/>
                  </a:lnTo>
                  <a:lnTo>
                    <a:pt x="1040298" y="4526036"/>
                  </a:lnTo>
                  <a:lnTo>
                    <a:pt x="1040768" y="4526036"/>
                  </a:lnTo>
                  <a:lnTo>
                    <a:pt x="1041239" y="4525606"/>
                  </a:lnTo>
                  <a:lnTo>
                    <a:pt x="1041474" y="4525606"/>
                  </a:lnTo>
                  <a:lnTo>
                    <a:pt x="1041591" y="4525606"/>
                  </a:lnTo>
                  <a:lnTo>
                    <a:pt x="1042062" y="4524744"/>
                  </a:lnTo>
                  <a:lnTo>
                    <a:pt x="1042180" y="4524744"/>
                  </a:lnTo>
                  <a:lnTo>
                    <a:pt x="1042415" y="4524314"/>
                  </a:lnTo>
                  <a:lnTo>
                    <a:pt x="1042415" y="4523883"/>
                  </a:lnTo>
                  <a:lnTo>
                    <a:pt x="1042415" y="4523453"/>
                  </a:lnTo>
                  <a:lnTo>
                    <a:pt x="1042650" y="4522591"/>
                  </a:lnTo>
                  <a:lnTo>
                    <a:pt x="1042768" y="4522591"/>
                  </a:lnTo>
                  <a:lnTo>
                    <a:pt x="1043944" y="4522591"/>
                  </a:lnTo>
                  <a:lnTo>
                    <a:pt x="1045473" y="4521300"/>
                  </a:lnTo>
                  <a:lnTo>
                    <a:pt x="1045943" y="4520438"/>
                  </a:lnTo>
                  <a:lnTo>
                    <a:pt x="1046296" y="4520438"/>
                  </a:lnTo>
                  <a:lnTo>
                    <a:pt x="1046531" y="4520438"/>
                  </a:lnTo>
                  <a:lnTo>
                    <a:pt x="1046766" y="4520438"/>
                  </a:lnTo>
                  <a:lnTo>
                    <a:pt x="1047707" y="4518716"/>
                  </a:lnTo>
                  <a:lnTo>
                    <a:pt x="1048060" y="4517855"/>
                  </a:lnTo>
                  <a:lnTo>
                    <a:pt x="1048178" y="4517855"/>
                  </a:lnTo>
                  <a:lnTo>
                    <a:pt x="1048531" y="4517855"/>
                  </a:lnTo>
                  <a:lnTo>
                    <a:pt x="1049589" y="4515271"/>
                  </a:lnTo>
                  <a:lnTo>
                    <a:pt x="1050060" y="4513979"/>
                  </a:lnTo>
                  <a:lnTo>
                    <a:pt x="1050295" y="4513118"/>
                  </a:lnTo>
                  <a:lnTo>
                    <a:pt x="1050648" y="4512688"/>
                  </a:lnTo>
                  <a:lnTo>
                    <a:pt x="1051941" y="4510104"/>
                  </a:lnTo>
                  <a:lnTo>
                    <a:pt x="1053118" y="4509243"/>
                  </a:lnTo>
                  <a:lnTo>
                    <a:pt x="1053353" y="4508812"/>
                  </a:lnTo>
                  <a:lnTo>
                    <a:pt x="1053588" y="4507951"/>
                  </a:lnTo>
                  <a:lnTo>
                    <a:pt x="1054647" y="4505798"/>
                  </a:lnTo>
                  <a:lnTo>
                    <a:pt x="1054882" y="4504937"/>
                  </a:lnTo>
                  <a:lnTo>
                    <a:pt x="1055117" y="4504506"/>
                  </a:lnTo>
                  <a:lnTo>
                    <a:pt x="1055352" y="4504506"/>
                  </a:lnTo>
                  <a:lnTo>
                    <a:pt x="1055588" y="4504506"/>
                  </a:lnTo>
                  <a:lnTo>
                    <a:pt x="1055588" y="4504076"/>
                  </a:lnTo>
                  <a:lnTo>
                    <a:pt x="1056293" y="4503214"/>
                  </a:lnTo>
                  <a:lnTo>
                    <a:pt x="1056646" y="4502784"/>
                  </a:lnTo>
                  <a:lnTo>
                    <a:pt x="1056999" y="4501492"/>
                  </a:lnTo>
                  <a:lnTo>
                    <a:pt x="1057234" y="4501061"/>
                  </a:lnTo>
                  <a:lnTo>
                    <a:pt x="1057352" y="4500200"/>
                  </a:lnTo>
                  <a:lnTo>
                    <a:pt x="1057822" y="4499770"/>
                  </a:lnTo>
                  <a:lnTo>
                    <a:pt x="1058175" y="4499339"/>
                  </a:lnTo>
                  <a:lnTo>
                    <a:pt x="1058293" y="4498908"/>
                  </a:lnTo>
                  <a:lnTo>
                    <a:pt x="1058763" y="4498047"/>
                  </a:lnTo>
                  <a:lnTo>
                    <a:pt x="1059586" y="4498047"/>
                  </a:lnTo>
                  <a:lnTo>
                    <a:pt x="1059939" y="4497617"/>
                  </a:lnTo>
                  <a:lnTo>
                    <a:pt x="1060292" y="4497186"/>
                  </a:lnTo>
                  <a:lnTo>
                    <a:pt x="1061115" y="4495894"/>
                  </a:lnTo>
                  <a:lnTo>
                    <a:pt x="1062174" y="4494602"/>
                  </a:lnTo>
                  <a:lnTo>
                    <a:pt x="1062527" y="4493741"/>
                  </a:lnTo>
                  <a:lnTo>
                    <a:pt x="1062997" y="4493311"/>
                  </a:lnTo>
                  <a:lnTo>
                    <a:pt x="1063585" y="4492880"/>
                  </a:lnTo>
                  <a:lnTo>
                    <a:pt x="1063585" y="4492449"/>
                  </a:lnTo>
                  <a:lnTo>
                    <a:pt x="1063703" y="4492449"/>
                  </a:lnTo>
                  <a:lnTo>
                    <a:pt x="1064879" y="4492019"/>
                  </a:lnTo>
                  <a:lnTo>
                    <a:pt x="1064997" y="4492019"/>
                  </a:lnTo>
                  <a:lnTo>
                    <a:pt x="1065232" y="4492019"/>
                  </a:lnTo>
                  <a:lnTo>
                    <a:pt x="1065820" y="4491588"/>
                  </a:lnTo>
                  <a:lnTo>
                    <a:pt x="1067114" y="4487713"/>
                  </a:lnTo>
                  <a:lnTo>
                    <a:pt x="1067231" y="4487282"/>
                  </a:lnTo>
                  <a:lnTo>
                    <a:pt x="1067584" y="4487282"/>
                  </a:lnTo>
                  <a:lnTo>
                    <a:pt x="1067819" y="4487282"/>
                  </a:lnTo>
                  <a:lnTo>
                    <a:pt x="1068407" y="4486852"/>
                  </a:lnTo>
                  <a:lnTo>
                    <a:pt x="1068525" y="4486421"/>
                  </a:lnTo>
                  <a:lnTo>
                    <a:pt x="1069584" y="4485129"/>
                  </a:lnTo>
                  <a:lnTo>
                    <a:pt x="1069701" y="4484699"/>
                  </a:lnTo>
                  <a:lnTo>
                    <a:pt x="1070054" y="4483837"/>
                  </a:lnTo>
                  <a:lnTo>
                    <a:pt x="1070525" y="4482976"/>
                  </a:lnTo>
                  <a:lnTo>
                    <a:pt x="1070995" y="4481684"/>
                  </a:lnTo>
                  <a:lnTo>
                    <a:pt x="1071465" y="4480823"/>
                  </a:lnTo>
                  <a:lnTo>
                    <a:pt x="1072406" y="4479962"/>
                  </a:lnTo>
                  <a:lnTo>
                    <a:pt x="1072524" y="4478670"/>
                  </a:lnTo>
                  <a:lnTo>
                    <a:pt x="1073818" y="4477809"/>
                  </a:lnTo>
                  <a:lnTo>
                    <a:pt x="1074523" y="4477378"/>
                  </a:lnTo>
                  <a:lnTo>
                    <a:pt x="1074641" y="4477378"/>
                  </a:lnTo>
                  <a:lnTo>
                    <a:pt x="1074641" y="4476517"/>
                  </a:lnTo>
                  <a:lnTo>
                    <a:pt x="1074641" y="4476087"/>
                  </a:lnTo>
                  <a:lnTo>
                    <a:pt x="1074759" y="4475656"/>
                  </a:lnTo>
                  <a:lnTo>
                    <a:pt x="1076052" y="4473934"/>
                  </a:lnTo>
                  <a:lnTo>
                    <a:pt x="1076758" y="4473072"/>
                  </a:lnTo>
                  <a:lnTo>
                    <a:pt x="1077464" y="4471781"/>
                  </a:lnTo>
                  <a:lnTo>
                    <a:pt x="1078052" y="4470058"/>
                  </a:lnTo>
                  <a:lnTo>
                    <a:pt x="1078522" y="4469628"/>
                  </a:lnTo>
                  <a:lnTo>
                    <a:pt x="1078875" y="4468766"/>
                  </a:lnTo>
                  <a:lnTo>
                    <a:pt x="1079698" y="4467044"/>
                  </a:lnTo>
                  <a:lnTo>
                    <a:pt x="1080639" y="4466183"/>
                  </a:lnTo>
                  <a:lnTo>
                    <a:pt x="1080875" y="4465752"/>
                  </a:lnTo>
                  <a:lnTo>
                    <a:pt x="1081110" y="4465752"/>
                  </a:lnTo>
                  <a:lnTo>
                    <a:pt x="1082168" y="4464460"/>
                  </a:lnTo>
                  <a:lnTo>
                    <a:pt x="1082168" y="4464030"/>
                  </a:lnTo>
                  <a:lnTo>
                    <a:pt x="1082404" y="4464030"/>
                  </a:lnTo>
                  <a:lnTo>
                    <a:pt x="1082521" y="4463169"/>
                  </a:lnTo>
                  <a:lnTo>
                    <a:pt x="1082639" y="4463169"/>
                  </a:lnTo>
                  <a:lnTo>
                    <a:pt x="1082756" y="4463169"/>
                  </a:lnTo>
                  <a:lnTo>
                    <a:pt x="1082874" y="4463169"/>
                  </a:lnTo>
                  <a:lnTo>
                    <a:pt x="1083697" y="4463169"/>
                  </a:lnTo>
                  <a:lnTo>
                    <a:pt x="1084403" y="4462738"/>
                  </a:lnTo>
                  <a:lnTo>
                    <a:pt x="1084756" y="4461446"/>
                  </a:lnTo>
                  <a:lnTo>
                    <a:pt x="1085344" y="4460585"/>
                  </a:lnTo>
                  <a:lnTo>
                    <a:pt x="1086402" y="4458863"/>
                  </a:lnTo>
                  <a:lnTo>
                    <a:pt x="1086520" y="4458863"/>
                  </a:lnTo>
                  <a:lnTo>
                    <a:pt x="1087343" y="4458432"/>
                  </a:lnTo>
                  <a:lnTo>
                    <a:pt x="1087931" y="4458001"/>
                  </a:lnTo>
                  <a:lnTo>
                    <a:pt x="1088167" y="4457140"/>
                  </a:lnTo>
                  <a:lnTo>
                    <a:pt x="1089108" y="4456279"/>
                  </a:lnTo>
                  <a:lnTo>
                    <a:pt x="1089343" y="4456279"/>
                  </a:lnTo>
                  <a:lnTo>
                    <a:pt x="1089696" y="4456279"/>
                  </a:lnTo>
                  <a:lnTo>
                    <a:pt x="1089696" y="4455418"/>
                  </a:lnTo>
                  <a:lnTo>
                    <a:pt x="1090754" y="4454126"/>
                  </a:lnTo>
                  <a:lnTo>
                    <a:pt x="1091342" y="4454126"/>
                  </a:lnTo>
                  <a:lnTo>
                    <a:pt x="1091577" y="4453695"/>
                  </a:lnTo>
                  <a:lnTo>
                    <a:pt x="1091695" y="4453695"/>
                  </a:lnTo>
                  <a:lnTo>
                    <a:pt x="1091813" y="4452834"/>
                  </a:lnTo>
                  <a:lnTo>
                    <a:pt x="1091930" y="4452404"/>
                  </a:lnTo>
                  <a:lnTo>
                    <a:pt x="1092048" y="4452404"/>
                  </a:lnTo>
                  <a:lnTo>
                    <a:pt x="1092166" y="4451542"/>
                  </a:lnTo>
                  <a:lnTo>
                    <a:pt x="1092518" y="4451542"/>
                  </a:lnTo>
                  <a:lnTo>
                    <a:pt x="1092636" y="4451542"/>
                  </a:lnTo>
                  <a:lnTo>
                    <a:pt x="1092636" y="4451112"/>
                  </a:lnTo>
                  <a:lnTo>
                    <a:pt x="1093577" y="4448098"/>
                  </a:lnTo>
                  <a:lnTo>
                    <a:pt x="1093577" y="4447667"/>
                  </a:lnTo>
                  <a:lnTo>
                    <a:pt x="1094047" y="4447667"/>
                  </a:lnTo>
                  <a:lnTo>
                    <a:pt x="1094165" y="4447236"/>
                  </a:lnTo>
                  <a:lnTo>
                    <a:pt x="1094400" y="4445083"/>
                  </a:lnTo>
                  <a:lnTo>
                    <a:pt x="1094400" y="4444222"/>
                  </a:lnTo>
                  <a:lnTo>
                    <a:pt x="1094753" y="4444222"/>
                  </a:lnTo>
                  <a:lnTo>
                    <a:pt x="1095694" y="4443361"/>
                  </a:lnTo>
                  <a:lnTo>
                    <a:pt x="1096164" y="4442069"/>
                  </a:lnTo>
                  <a:lnTo>
                    <a:pt x="1096635" y="4441639"/>
                  </a:lnTo>
                  <a:lnTo>
                    <a:pt x="1096870" y="4441208"/>
                  </a:lnTo>
                  <a:lnTo>
                    <a:pt x="1098046" y="4439916"/>
                  </a:lnTo>
                  <a:lnTo>
                    <a:pt x="1098164" y="4439916"/>
                  </a:lnTo>
                  <a:lnTo>
                    <a:pt x="1098282" y="4439055"/>
                  </a:lnTo>
                  <a:lnTo>
                    <a:pt x="1098399" y="4438624"/>
                  </a:lnTo>
                  <a:lnTo>
                    <a:pt x="1099458" y="4436471"/>
                  </a:lnTo>
                  <a:lnTo>
                    <a:pt x="1099575" y="4436041"/>
                  </a:lnTo>
                  <a:lnTo>
                    <a:pt x="1099810" y="4436041"/>
                  </a:lnTo>
                  <a:lnTo>
                    <a:pt x="1100046" y="4435610"/>
                  </a:lnTo>
                  <a:lnTo>
                    <a:pt x="1100281" y="4434749"/>
                  </a:lnTo>
                  <a:lnTo>
                    <a:pt x="1101339" y="4433888"/>
                  </a:lnTo>
                  <a:lnTo>
                    <a:pt x="1101928" y="4433457"/>
                  </a:lnTo>
                  <a:lnTo>
                    <a:pt x="1102163" y="4433457"/>
                  </a:lnTo>
                  <a:lnTo>
                    <a:pt x="1102516" y="4433027"/>
                  </a:lnTo>
                  <a:lnTo>
                    <a:pt x="1103104" y="4431735"/>
                  </a:lnTo>
                  <a:lnTo>
                    <a:pt x="1103221" y="4431304"/>
                  </a:lnTo>
                  <a:lnTo>
                    <a:pt x="1103339" y="4431304"/>
                  </a:lnTo>
                  <a:lnTo>
                    <a:pt x="1103574" y="4430443"/>
                  </a:lnTo>
                  <a:lnTo>
                    <a:pt x="1103809" y="4430012"/>
                  </a:lnTo>
                  <a:lnTo>
                    <a:pt x="1103927" y="4429151"/>
                  </a:lnTo>
                  <a:lnTo>
                    <a:pt x="1104045" y="4429151"/>
                  </a:lnTo>
                  <a:lnTo>
                    <a:pt x="1104986" y="4428290"/>
                  </a:lnTo>
                  <a:lnTo>
                    <a:pt x="1105338" y="4427859"/>
                  </a:lnTo>
                  <a:lnTo>
                    <a:pt x="1105691" y="4427859"/>
                  </a:lnTo>
                  <a:lnTo>
                    <a:pt x="1106044" y="4427429"/>
                  </a:lnTo>
                  <a:lnTo>
                    <a:pt x="1106985" y="4426568"/>
                  </a:lnTo>
                  <a:lnTo>
                    <a:pt x="1107455" y="4426137"/>
                  </a:lnTo>
                  <a:lnTo>
                    <a:pt x="1107926" y="4426137"/>
                  </a:lnTo>
                  <a:lnTo>
                    <a:pt x="1108279" y="4424845"/>
                  </a:lnTo>
                  <a:lnTo>
                    <a:pt x="1108749" y="4424415"/>
                  </a:lnTo>
                  <a:lnTo>
                    <a:pt x="1109690" y="4423984"/>
                  </a:lnTo>
                  <a:lnTo>
                    <a:pt x="1109925" y="4422692"/>
                  </a:lnTo>
                  <a:lnTo>
                    <a:pt x="1110043" y="4421400"/>
                  </a:lnTo>
                  <a:lnTo>
                    <a:pt x="1110396" y="4420970"/>
                  </a:lnTo>
                  <a:lnTo>
                    <a:pt x="1110513" y="4420970"/>
                  </a:lnTo>
                  <a:lnTo>
                    <a:pt x="1110984" y="4420970"/>
                  </a:lnTo>
                  <a:lnTo>
                    <a:pt x="1111807" y="4420970"/>
                  </a:lnTo>
                  <a:lnTo>
                    <a:pt x="1112278" y="4420970"/>
                  </a:lnTo>
                  <a:lnTo>
                    <a:pt x="1112278" y="4420109"/>
                  </a:lnTo>
                  <a:lnTo>
                    <a:pt x="1112630" y="4418386"/>
                  </a:lnTo>
                  <a:lnTo>
                    <a:pt x="1113924" y="4417525"/>
                  </a:lnTo>
                  <a:lnTo>
                    <a:pt x="1114512" y="4417525"/>
                  </a:lnTo>
                  <a:lnTo>
                    <a:pt x="1114748" y="4417525"/>
                  </a:lnTo>
                  <a:lnTo>
                    <a:pt x="1115688" y="4417094"/>
                  </a:lnTo>
                  <a:lnTo>
                    <a:pt x="1115806" y="4416664"/>
                  </a:lnTo>
                  <a:lnTo>
                    <a:pt x="1115924" y="4416664"/>
                  </a:lnTo>
                  <a:lnTo>
                    <a:pt x="1116512" y="4416233"/>
                  </a:lnTo>
                  <a:lnTo>
                    <a:pt x="1116629" y="4415803"/>
                  </a:lnTo>
                  <a:lnTo>
                    <a:pt x="1117100" y="4415372"/>
                  </a:lnTo>
                  <a:lnTo>
                    <a:pt x="1117100" y="4414941"/>
                  </a:lnTo>
                  <a:lnTo>
                    <a:pt x="1117217" y="4414941"/>
                  </a:lnTo>
                  <a:lnTo>
                    <a:pt x="1117805" y="4414511"/>
                  </a:lnTo>
                  <a:lnTo>
                    <a:pt x="1117805" y="4412788"/>
                  </a:lnTo>
                  <a:lnTo>
                    <a:pt x="1118276" y="4411927"/>
                  </a:lnTo>
                  <a:lnTo>
                    <a:pt x="1118864" y="4411927"/>
                  </a:lnTo>
                  <a:lnTo>
                    <a:pt x="1119805" y="4409774"/>
                  </a:lnTo>
                  <a:lnTo>
                    <a:pt x="1121099" y="4409774"/>
                  </a:lnTo>
                  <a:lnTo>
                    <a:pt x="1121452" y="4409774"/>
                  </a:lnTo>
                  <a:lnTo>
                    <a:pt x="1122040" y="4408913"/>
                  </a:lnTo>
                  <a:lnTo>
                    <a:pt x="1122157" y="4408913"/>
                  </a:lnTo>
                  <a:lnTo>
                    <a:pt x="1122981" y="4407191"/>
                  </a:lnTo>
                  <a:lnTo>
                    <a:pt x="1123098" y="4406329"/>
                  </a:lnTo>
                  <a:lnTo>
                    <a:pt x="1123686" y="4405899"/>
                  </a:lnTo>
                  <a:lnTo>
                    <a:pt x="1123921" y="4405468"/>
                  </a:lnTo>
                  <a:lnTo>
                    <a:pt x="1125098" y="4402454"/>
                  </a:lnTo>
                  <a:lnTo>
                    <a:pt x="1125098" y="4401593"/>
                  </a:lnTo>
                  <a:lnTo>
                    <a:pt x="1125215" y="4401593"/>
                  </a:lnTo>
                  <a:lnTo>
                    <a:pt x="1125568" y="4401162"/>
                  </a:lnTo>
                  <a:lnTo>
                    <a:pt x="1127097" y="4399440"/>
                  </a:lnTo>
                  <a:lnTo>
                    <a:pt x="1127332" y="4398579"/>
                  </a:lnTo>
                  <a:lnTo>
                    <a:pt x="1127450" y="4398148"/>
                  </a:lnTo>
                  <a:lnTo>
                    <a:pt x="1127685" y="4398148"/>
                  </a:lnTo>
                  <a:lnTo>
                    <a:pt x="1127803" y="4397287"/>
                  </a:lnTo>
                  <a:lnTo>
                    <a:pt x="1128156" y="4396426"/>
                  </a:lnTo>
                  <a:lnTo>
                    <a:pt x="1128744" y="4395995"/>
                  </a:lnTo>
                  <a:lnTo>
                    <a:pt x="1129332" y="4395564"/>
                  </a:lnTo>
                  <a:lnTo>
                    <a:pt x="1129449" y="4395564"/>
                  </a:lnTo>
                  <a:lnTo>
                    <a:pt x="1129685" y="4395564"/>
                  </a:lnTo>
                  <a:lnTo>
                    <a:pt x="1129920" y="4394703"/>
                  </a:lnTo>
                  <a:lnTo>
                    <a:pt x="1130037" y="4394273"/>
                  </a:lnTo>
                  <a:lnTo>
                    <a:pt x="1130861" y="4393411"/>
                  </a:lnTo>
                  <a:lnTo>
                    <a:pt x="1131566" y="4393411"/>
                  </a:lnTo>
                  <a:lnTo>
                    <a:pt x="1132390" y="4391258"/>
                  </a:lnTo>
                  <a:lnTo>
                    <a:pt x="1132742" y="4390397"/>
                  </a:lnTo>
                  <a:lnTo>
                    <a:pt x="1132742" y="4389967"/>
                  </a:lnTo>
                  <a:lnTo>
                    <a:pt x="1133213" y="4388244"/>
                  </a:lnTo>
                  <a:lnTo>
                    <a:pt x="1133683" y="4386522"/>
                  </a:lnTo>
                  <a:lnTo>
                    <a:pt x="1133919" y="4386522"/>
                  </a:lnTo>
                  <a:lnTo>
                    <a:pt x="1134389" y="4386522"/>
                  </a:lnTo>
                  <a:lnTo>
                    <a:pt x="1134389" y="4386091"/>
                  </a:lnTo>
                  <a:lnTo>
                    <a:pt x="1134507" y="4385661"/>
                  </a:lnTo>
                  <a:lnTo>
                    <a:pt x="1135095" y="4385661"/>
                  </a:lnTo>
                  <a:lnTo>
                    <a:pt x="1135918" y="4385230"/>
                  </a:lnTo>
                  <a:lnTo>
                    <a:pt x="1136271" y="4383938"/>
                  </a:lnTo>
                  <a:lnTo>
                    <a:pt x="1136389" y="4383938"/>
                  </a:lnTo>
                  <a:lnTo>
                    <a:pt x="1136506" y="4383077"/>
                  </a:lnTo>
                  <a:lnTo>
                    <a:pt x="1136741" y="4382646"/>
                  </a:lnTo>
                  <a:lnTo>
                    <a:pt x="1137447" y="4382646"/>
                  </a:lnTo>
                  <a:lnTo>
                    <a:pt x="1137565" y="4382216"/>
                  </a:lnTo>
                  <a:lnTo>
                    <a:pt x="1137682" y="4381355"/>
                  </a:lnTo>
                  <a:lnTo>
                    <a:pt x="1137682" y="4380924"/>
                  </a:lnTo>
                  <a:lnTo>
                    <a:pt x="1137918" y="4380493"/>
                  </a:lnTo>
                  <a:lnTo>
                    <a:pt x="1138270" y="4380493"/>
                  </a:lnTo>
                  <a:lnTo>
                    <a:pt x="1138623" y="4379632"/>
                  </a:lnTo>
                  <a:lnTo>
                    <a:pt x="1138741" y="4379202"/>
                  </a:lnTo>
                  <a:lnTo>
                    <a:pt x="1139329" y="4377479"/>
                  </a:lnTo>
                  <a:lnTo>
                    <a:pt x="1139799" y="4377049"/>
                  </a:lnTo>
                  <a:lnTo>
                    <a:pt x="1140035" y="4376618"/>
                  </a:lnTo>
                  <a:lnTo>
                    <a:pt x="1140270" y="4375757"/>
                  </a:lnTo>
                  <a:lnTo>
                    <a:pt x="1140975" y="4375326"/>
                  </a:lnTo>
                  <a:lnTo>
                    <a:pt x="1142269" y="4374896"/>
                  </a:lnTo>
                  <a:lnTo>
                    <a:pt x="1143445" y="4373173"/>
                  </a:lnTo>
                  <a:lnTo>
                    <a:pt x="1143681" y="4372312"/>
                  </a:lnTo>
                  <a:lnTo>
                    <a:pt x="1144974" y="4371020"/>
                  </a:lnTo>
                  <a:lnTo>
                    <a:pt x="1145445" y="4370590"/>
                  </a:lnTo>
                  <a:lnTo>
                    <a:pt x="1145562" y="4370159"/>
                  </a:lnTo>
                  <a:lnTo>
                    <a:pt x="1145680" y="4370159"/>
                  </a:lnTo>
                  <a:lnTo>
                    <a:pt x="1146151" y="4368437"/>
                  </a:lnTo>
                  <a:lnTo>
                    <a:pt x="1146503" y="4368006"/>
                  </a:lnTo>
                  <a:lnTo>
                    <a:pt x="1146621" y="4367145"/>
                  </a:lnTo>
                  <a:lnTo>
                    <a:pt x="1146856" y="4366714"/>
                  </a:lnTo>
                  <a:lnTo>
                    <a:pt x="1148385" y="4363700"/>
                  </a:lnTo>
                  <a:lnTo>
                    <a:pt x="1148503" y="4363700"/>
                  </a:lnTo>
                  <a:lnTo>
                    <a:pt x="1148503" y="4362839"/>
                  </a:lnTo>
                  <a:lnTo>
                    <a:pt x="1148738" y="4362839"/>
                  </a:lnTo>
                  <a:lnTo>
                    <a:pt x="1148973" y="4362408"/>
                  </a:lnTo>
                  <a:lnTo>
                    <a:pt x="1149208" y="4361547"/>
                  </a:lnTo>
                  <a:lnTo>
                    <a:pt x="1149444" y="4361116"/>
                  </a:lnTo>
                  <a:lnTo>
                    <a:pt x="1150149" y="4361116"/>
                  </a:lnTo>
                  <a:lnTo>
                    <a:pt x="1150267" y="4361116"/>
                  </a:lnTo>
                  <a:lnTo>
                    <a:pt x="1150502" y="4360255"/>
                  </a:lnTo>
                  <a:lnTo>
                    <a:pt x="1150620" y="4359825"/>
                  </a:lnTo>
                  <a:lnTo>
                    <a:pt x="1151914" y="4359394"/>
                  </a:lnTo>
                  <a:lnTo>
                    <a:pt x="1151914" y="4358963"/>
                  </a:lnTo>
                  <a:lnTo>
                    <a:pt x="1152502" y="4357672"/>
                  </a:lnTo>
                  <a:lnTo>
                    <a:pt x="1152619" y="4357672"/>
                  </a:lnTo>
                  <a:lnTo>
                    <a:pt x="1152972" y="4357241"/>
                  </a:lnTo>
                  <a:lnTo>
                    <a:pt x="1153560" y="4356380"/>
                  </a:lnTo>
                  <a:lnTo>
                    <a:pt x="1154736" y="4355519"/>
                  </a:lnTo>
                  <a:lnTo>
                    <a:pt x="1155324" y="4355519"/>
                  </a:lnTo>
                  <a:lnTo>
                    <a:pt x="1155795" y="4354227"/>
                  </a:lnTo>
                  <a:lnTo>
                    <a:pt x="1156265" y="4352504"/>
                  </a:lnTo>
                  <a:lnTo>
                    <a:pt x="1156736" y="4352504"/>
                  </a:lnTo>
                  <a:lnTo>
                    <a:pt x="1157324" y="4352504"/>
                  </a:lnTo>
                  <a:lnTo>
                    <a:pt x="1157324" y="4352074"/>
                  </a:lnTo>
                  <a:lnTo>
                    <a:pt x="1158030" y="4351213"/>
                  </a:lnTo>
                  <a:lnTo>
                    <a:pt x="1159206" y="4350351"/>
                  </a:lnTo>
                  <a:lnTo>
                    <a:pt x="1159441" y="4350351"/>
                  </a:lnTo>
                  <a:lnTo>
                    <a:pt x="1159559" y="4350351"/>
                  </a:lnTo>
                  <a:lnTo>
                    <a:pt x="1159676" y="4349921"/>
                  </a:lnTo>
                  <a:lnTo>
                    <a:pt x="1159676" y="4349490"/>
                  </a:lnTo>
                  <a:lnTo>
                    <a:pt x="1160147" y="4349490"/>
                  </a:lnTo>
                  <a:lnTo>
                    <a:pt x="1160264" y="4349490"/>
                  </a:lnTo>
                  <a:lnTo>
                    <a:pt x="1161205" y="4349490"/>
                  </a:lnTo>
                  <a:lnTo>
                    <a:pt x="1161676" y="4347768"/>
                  </a:lnTo>
                  <a:lnTo>
                    <a:pt x="1161911" y="4347337"/>
                  </a:lnTo>
                  <a:lnTo>
                    <a:pt x="1162146" y="4346907"/>
                  </a:lnTo>
                  <a:lnTo>
                    <a:pt x="1162617" y="4345615"/>
                  </a:lnTo>
                  <a:lnTo>
                    <a:pt x="1163205" y="4345184"/>
                  </a:lnTo>
                  <a:lnTo>
                    <a:pt x="1164616" y="4344754"/>
                  </a:lnTo>
                  <a:lnTo>
                    <a:pt x="1164969" y="4344754"/>
                  </a:lnTo>
                  <a:lnTo>
                    <a:pt x="1164969" y="4344323"/>
                  </a:lnTo>
                  <a:lnTo>
                    <a:pt x="1165086" y="4344323"/>
                  </a:lnTo>
                  <a:lnTo>
                    <a:pt x="1165204" y="4344323"/>
                  </a:lnTo>
                  <a:lnTo>
                    <a:pt x="1166145" y="4343031"/>
                  </a:lnTo>
                  <a:lnTo>
                    <a:pt x="1166615" y="4343031"/>
                  </a:lnTo>
                  <a:lnTo>
                    <a:pt x="1166851" y="4342601"/>
                  </a:lnTo>
                  <a:lnTo>
                    <a:pt x="1166968" y="4342170"/>
                  </a:lnTo>
                  <a:lnTo>
                    <a:pt x="1167321" y="4340878"/>
                  </a:lnTo>
                  <a:lnTo>
                    <a:pt x="1168732" y="4338295"/>
                  </a:lnTo>
                  <a:lnTo>
                    <a:pt x="1168850" y="4338295"/>
                  </a:lnTo>
                  <a:lnTo>
                    <a:pt x="1169673" y="4335711"/>
                  </a:lnTo>
                  <a:lnTo>
                    <a:pt x="1170026" y="4335711"/>
                  </a:lnTo>
                  <a:lnTo>
                    <a:pt x="1170497" y="4334850"/>
                  </a:lnTo>
                  <a:lnTo>
                    <a:pt x="1170614" y="4334419"/>
                  </a:lnTo>
                  <a:lnTo>
                    <a:pt x="1171673" y="4332697"/>
                  </a:lnTo>
                  <a:lnTo>
                    <a:pt x="1171908" y="4332697"/>
                  </a:lnTo>
                  <a:lnTo>
                    <a:pt x="1172261" y="4332697"/>
                  </a:lnTo>
                  <a:lnTo>
                    <a:pt x="1172614" y="4332697"/>
                  </a:lnTo>
                  <a:lnTo>
                    <a:pt x="1174378" y="4328391"/>
                  </a:lnTo>
                  <a:lnTo>
                    <a:pt x="1174496" y="4325807"/>
                  </a:lnTo>
                  <a:lnTo>
                    <a:pt x="1174966" y="4325807"/>
                  </a:lnTo>
                  <a:lnTo>
                    <a:pt x="1174966" y="4325377"/>
                  </a:lnTo>
                  <a:lnTo>
                    <a:pt x="1175789" y="4324085"/>
                  </a:lnTo>
                  <a:lnTo>
                    <a:pt x="1176377" y="4322793"/>
                  </a:lnTo>
                  <a:lnTo>
                    <a:pt x="1176495" y="4321932"/>
                  </a:lnTo>
                  <a:lnTo>
                    <a:pt x="1176730" y="4320640"/>
                  </a:lnTo>
                  <a:lnTo>
                    <a:pt x="1176965" y="4319779"/>
                  </a:lnTo>
                  <a:lnTo>
                    <a:pt x="1177906" y="4317626"/>
                  </a:lnTo>
                  <a:lnTo>
                    <a:pt x="1178377" y="4316334"/>
                  </a:lnTo>
                  <a:lnTo>
                    <a:pt x="1178494" y="4315903"/>
                  </a:lnTo>
                  <a:lnTo>
                    <a:pt x="1178730" y="4314612"/>
                  </a:lnTo>
                  <a:lnTo>
                    <a:pt x="1178965" y="4314612"/>
                  </a:lnTo>
                  <a:lnTo>
                    <a:pt x="1179083" y="4314612"/>
                  </a:lnTo>
                  <a:lnTo>
                    <a:pt x="1180259" y="4314181"/>
                  </a:lnTo>
                  <a:lnTo>
                    <a:pt x="1180847" y="4312028"/>
                  </a:lnTo>
                  <a:lnTo>
                    <a:pt x="1180847" y="4311597"/>
                  </a:lnTo>
                  <a:lnTo>
                    <a:pt x="1181317" y="4311167"/>
                  </a:lnTo>
                  <a:lnTo>
                    <a:pt x="1182140" y="4310736"/>
                  </a:lnTo>
                  <a:lnTo>
                    <a:pt x="1182493" y="4310306"/>
                  </a:lnTo>
                  <a:lnTo>
                    <a:pt x="1182964" y="4309875"/>
                  </a:lnTo>
                  <a:lnTo>
                    <a:pt x="1183199" y="4309444"/>
                  </a:lnTo>
                  <a:lnTo>
                    <a:pt x="1184375" y="4309444"/>
                  </a:lnTo>
                  <a:lnTo>
                    <a:pt x="1184610" y="4308153"/>
                  </a:lnTo>
                  <a:lnTo>
                    <a:pt x="1184610" y="4307291"/>
                  </a:lnTo>
                  <a:lnTo>
                    <a:pt x="1185198" y="4306861"/>
                  </a:lnTo>
                  <a:lnTo>
                    <a:pt x="1185904" y="4305138"/>
                  </a:lnTo>
                  <a:lnTo>
                    <a:pt x="1186022" y="4305138"/>
                  </a:lnTo>
                  <a:lnTo>
                    <a:pt x="1186375" y="4302985"/>
                  </a:lnTo>
                  <a:lnTo>
                    <a:pt x="1186610" y="4302555"/>
                  </a:lnTo>
                  <a:lnTo>
                    <a:pt x="1186845" y="4301694"/>
                  </a:lnTo>
                  <a:lnTo>
                    <a:pt x="1186845" y="4301263"/>
                  </a:lnTo>
                  <a:lnTo>
                    <a:pt x="1187198" y="4301263"/>
                  </a:lnTo>
                  <a:lnTo>
                    <a:pt x="1187786" y="4300832"/>
                  </a:lnTo>
                  <a:lnTo>
                    <a:pt x="1187904" y="4299971"/>
                  </a:lnTo>
                  <a:lnTo>
                    <a:pt x="1188021" y="4298249"/>
                  </a:lnTo>
                  <a:lnTo>
                    <a:pt x="1188374" y="4297818"/>
                  </a:lnTo>
                  <a:lnTo>
                    <a:pt x="1188492" y="4297388"/>
                  </a:lnTo>
                  <a:lnTo>
                    <a:pt x="1188609" y="4296957"/>
                  </a:lnTo>
                  <a:lnTo>
                    <a:pt x="1188727" y="4296957"/>
                  </a:lnTo>
                  <a:lnTo>
                    <a:pt x="1189080" y="4296957"/>
                  </a:lnTo>
                  <a:lnTo>
                    <a:pt x="1190021" y="4296526"/>
                  </a:lnTo>
                  <a:lnTo>
                    <a:pt x="1190138" y="4295235"/>
                  </a:lnTo>
                  <a:lnTo>
                    <a:pt x="1190609" y="4294373"/>
                  </a:lnTo>
                  <a:lnTo>
                    <a:pt x="1190962" y="4293512"/>
                  </a:lnTo>
                  <a:lnTo>
                    <a:pt x="1191667" y="4292220"/>
                  </a:lnTo>
                  <a:lnTo>
                    <a:pt x="1191902" y="4292220"/>
                  </a:lnTo>
                  <a:lnTo>
                    <a:pt x="1192961" y="4290498"/>
                  </a:lnTo>
                  <a:lnTo>
                    <a:pt x="1194020" y="4287484"/>
                  </a:lnTo>
                  <a:lnTo>
                    <a:pt x="1194843" y="4286623"/>
                  </a:lnTo>
                  <a:lnTo>
                    <a:pt x="1196372" y="4284470"/>
                  </a:lnTo>
                  <a:lnTo>
                    <a:pt x="1196607" y="4283608"/>
                  </a:lnTo>
                  <a:lnTo>
                    <a:pt x="1196960" y="4283178"/>
                  </a:lnTo>
                  <a:lnTo>
                    <a:pt x="1197901" y="4283178"/>
                  </a:lnTo>
                  <a:lnTo>
                    <a:pt x="1198018" y="4282747"/>
                  </a:lnTo>
                  <a:lnTo>
                    <a:pt x="1199077" y="4280594"/>
                  </a:lnTo>
                  <a:lnTo>
                    <a:pt x="1199547" y="4279302"/>
                  </a:lnTo>
                  <a:lnTo>
                    <a:pt x="1199900" y="4278872"/>
                  </a:lnTo>
                  <a:lnTo>
                    <a:pt x="1200135" y="4278441"/>
                  </a:lnTo>
                  <a:lnTo>
                    <a:pt x="1200371" y="4278441"/>
                  </a:lnTo>
                  <a:lnTo>
                    <a:pt x="1200841" y="4277149"/>
                  </a:lnTo>
                  <a:lnTo>
                    <a:pt x="1200841" y="4276719"/>
                  </a:lnTo>
                  <a:lnTo>
                    <a:pt x="1200959" y="4276719"/>
                  </a:lnTo>
                  <a:lnTo>
                    <a:pt x="1201900" y="4274566"/>
                  </a:lnTo>
                  <a:lnTo>
                    <a:pt x="1202017" y="4274135"/>
                  </a:lnTo>
                  <a:lnTo>
                    <a:pt x="1202135" y="4273705"/>
                  </a:lnTo>
                  <a:lnTo>
                    <a:pt x="1202135" y="4272413"/>
                  </a:lnTo>
                  <a:lnTo>
                    <a:pt x="1202605" y="4272413"/>
                  </a:lnTo>
                  <a:lnTo>
                    <a:pt x="1202605" y="4271552"/>
                  </a:lnTo>
                  <a:lnTo>
                    <a:pt x="1204017" y="4268537"/>
                  </a:lnTo>
                  <a:lnTo>
                    <a:pt x="1204017" y="4267676"/>
                  </a:lnTo>
                  <a:lnTo>
                    <a:pt x="1204134" y="4267676"/>
                  </a:lnTo>
                  <a:lnTo>
                    <a:pt x="1204605" y="4267676"/>
                  </a:lnTo>
                  <a:lnTo>
                    <a:pt x="1205428" y="4267676"/>
                  </a:lnTo>
                  <a:lnTo>
                    <a:pt x="1206369" y="4267246"/>
                  </a:lnTo>
                  <a:lnTo>
                    <a:pt x="1207192" y="4265523"/>
                  </a:lnTo>
                  <a:lnTo>
                    <a:pt x="1207545" y="4265093"/>
                  </a:lnTo>
                  <a:lnTo>
                    <a:pt x="1208016" y="4264231"/>
                  </a:lnTo>
                  <a:lnTo>
                    <a:pt x="1208133" y="4263801"/>
                  </a:lnTo>
                  <a:lnTo>
                    <a:pt x="1208486" y="4263370"/>
                  </a:lnTo>
                  <a:lnTo>
                    <a:pt x="1208604" y="4263370"/>
                  </a:lnTo>
                  <a:lnTo>
                    <a:pt x="1208721" y="4263370"/>
                  </a:lnTo>
                  <a:lnTo>
                    <a:pt x="1209427" y="4262940"/>
                  </a:lnTo>
                  <a:lnTo>
                    <a:pt x="1209780" y="4262509"/>
                  </a:lnTo>
                  <a:lnTo>
                    <a:pt x="1210133" y="4261217"/>
                  </a:lnTo>
                  <a:lnTo>
                    <a:pt x="1210133" y="4260787"/>
                  </a:lnTo>
                  <a:lnTo>
                    <a:pt x="1210721" y="4260356"/>
                  </a:lnTo>
                  <a:lnTo>
                    <a:pt x="1210838" y="4259495"/>
                  </a:lnTo>
                  <a:lnTo>
                    <a:pt x="1211191" y="4259495"/>
                  </a:lnTo>
                  <a:lnTo>
                    <a:pt x="1211544" y="4258634"/>
                  </a:lnTo>
                  <a:lnTo>
                    <a:pt x="1211544" y="4257342"/>
                  </a:lnTo>
                  <a:lnTo>
                    <a:pt x="1212250" y="4256481"/>
                  </a:lnTo>
                  <a:lnTo>
                    <a:pt x="1212485" y="4256481"/>
                  </a:lnTo>
                  <a:lnTo>
                    <a:pt x="1212603" y="4256481"/>
                  </a:lnTo>
                  <a:lnTo>
                    <a:pt x="1213073" y="4256481"/>
                  </a:lnTo>
                  <a:lnTo>
                    <a:pt x="1214014" y="4255189"/>
                  </a:lnTo>
                  <a:lnTo>
                    <a:pt x="1214249" y="4254758"/>
                  </a:lnTo>
                  <a:lnTo>
                    <a:pt x="1214367" y="4254758"/>
                  </a:lnTo>
                  <a:lnTo>
                    <a:pt x="1214602" y="4253897"/>
                  </a:lnTo>
                  <a:lnTo>
                    <a:pt x="1214720" y="4253466"/>
                  </a:lnTo>
                  <a:lnTo>
                    <a:pt x="1214720" y="4253036"/>
                  </a:lnTo>
                  <a:lnTo>
                    <a:pt x="1214720" y="4250883"/>
                  </a:lnTo>
                  <a:lnTo>
                    <a:pt x="1215072" y="4250452"/>
                  </a:lnTo>
                  <a:lnTo>
                    <a:pt x="1215778" y="4249591"/>
                  </a:lnTo>
                  <a:lnTo>
                    <a:pt x="1215778" y="4249160"/>
                  </a:lnTo>
                  <a:lnTo>
                    <a:pt x="1216837" y="4247869"/>
                  </a:lnTo>
                  <a:lnTo>
                    <a:pt x="1217307" y="4247869"/>
                  </a:lnTo>
                  <a:lnTo>
                    <a:pt x="1217778" y="4246577"/>
                  </a:lnTo>
                  <a:lnTo>
                    <a:pt x="1217895" y="4246577"/>
                  </a:lnTo>
                  <a:lnTo>
                    <a:pt x="1219307" y="4243993"/>
                  </a:lnTo>
                  <a:lnTo>
                    <a:pt x="1220247" y="4243132"/>
                  </a:lnTo>
                  <a:lnTo>
                    <a:pt x="1220483" y="4243132"/>
                  </a:lnTo>
                  <a:lnTo>
                    <a:pt x="1220953" y="4242701"/>
                  </a:lnTo>
                  <a:lnTo>
                    <a:pt x="1221188" y="4241840"/>
                  </a:lnTo>
                  <a:lnTo>
                    <a:pt x="1222600" y="4240979"/>
                  </a:lnTo>
                  <a:lnTo>
                    <a:pt x="1223188" y="4240548"/>
                  </a:lnTo>
                  <a:lnTo>
                    <a:pt x="1223305" y="4240548"/>
                  </a:lnTo>
                  <a:lnTo>
                    <a:pt x="1223776" y="4239257"/>
                  </a:lnTo>
                  <a:lnTo>
                    <a:pt x="1224011" y="4238395"/>
                  </a:lnTo>
                  <a:lnTo>
                    <a:pt x="1226011" y="4237104"/>
                  </a:lnTo>
                  <a:lnTo>
                    <a:pt x="1226481" y="4237104"/>
                  </a:lnTo>
                  <a:lnTo>
                    <a:pt x="1226481" y="4236673"/>
                  </a:lnTo>
                  <a:lnTo>
                    <a:pt x="1226481" y="4236242"/>
                  </a:lnTo>
                  <a:lnTo>
                    <a:pt x="1226834" y="4236242"/>
                  </a:lnTo>
                  <a:lnTo>
                    <a:pt x="1228010" y="4235381"/>
                  </a:lnTo>
                  <a:lnTo>
                    <a:pt x="1228245" y="4234951"/>
                  </a:lnTo>
                  <a:lnTo>
                    <a:pt x="1229069" y="4234520"/>
                  </a:lnTo>
                  <a:lnTo>
                    <a:pt x="1229421" y="4234089"/>
                  </a:lnTo>
                  <a:lnTo>
                    <a:pt x="1230245" y="4233659"/>
                  </a:lnTo>
                  <a:lnTo>
                    <a:pt x="1230598" y="4233228"/>
                  </a:lnTo>
                  <a:lnTo>
                    <a:pt x="1231068" y="4233228"/>
                  </a:lnTo>
                  <a:lnTo>
                    <a:pt x="1231538" y="4232798"/>
                  </a:lnTo>
                  <a:lnTo>
                    <a:pt x="1232127" y="4231506"/>
                  </a:lnTo>
                  <a:lnTo>
                    <a:pt x="1233067" y="4229353"/>
                  </a:lnTo>
                  <a:lnTo>
                    <a:pt x="1233538" y="4227630"/>
                  </a:lnTo>
                  <a:lnTo>
                    <a:pt x="1233773" y="4227630"/>
                  </a:lnTo>
                  <a:lnTo>
                    <a:pt x="1234244" y="4226769"/>
                  </a:lnTo>
                  <a:lnTo>
                    <a:pt x="1234244" y="4225908"/>
                  </a:lnTo>
                  <a:lnTo>
                    <a:pt x="1234596" y="4225908"/>
                  </a:lnTo>
                  <a:lnTo>
                    <a:pt x="1235067" y="4225908"/>
                  </a:lnTo>
                  <a:lnTo>
                    <a:pt x="1236008" y="4225047"/>
                  </a:lnTo>
                  <a:lnTo>
                    <a:pt x="1236831" y="4224616"/>
                  </a:lnTo>
                  <a:lnTo>
                    <a:pt x="1237537" y="4224186"/>
                  </a:lnTo>
                  <a:lnTo>
                    <a:pt x="1237772" y="4224186"/>
                  </a:lnTo>
                  <a:lnTo>
                    <a:pt x="1237890" y="4224186"/>
                  </a:lnTo>
                  <a:lnTo>
                    <a:pt x="1238360" y="4221171"/>
                  </a:lnTo>
                  <a:lnTo>
                    <a:pt x="1238478" y="4220310"/>
                  </a:lnTo>
                  <a:lnTo>
                    <a:pt x="1238595" y="4220310"/>
                  </a:lnTo>
                  <a:lnTo>
                    <a:pt x="1239183" y="4219880"/>
                  </a:lnTo>
                  <a:lnTo>
                    <a:pt x="1239536" y="4219880"/>
                  </a:lnTo>
                  <a:lnTo>
                    <a:pt x="1239536" y="4219449"/>
                  </a:lnTo>
                  <a:lnTo>
                    <a:pt x="1239654" y="4219449"/>
                  </a:lnTo>
                  <a:lnTo>
                    <a:pt x="1239889" y="4219449"/>
                  </a:lnTo>
                  <a:lnTo>
                    <a:pt x="1241183" y="4218157"/>
                  </a:lnTo>
                  <a:lnTo>
                    <a:pt x="1241418" y="4218157"/>
                  </a:lnTo>
                  <a:lnTo>
                    <a:pt x="1242006" y="4217727"/>
                  </a:lnTo>
                  <a:lnTo>
                    <a:pt x="1242124" y="4217296"/>
                  </a:lnTo>
                  <a:lnTo>
                    <a:pt x="1242594" y="4217296"/>
                  </a:lnTo>
                  <a:lnTo>
                    <a:pt x="1243535" y="4216435"/>
                  </a:lnTo>
                  <a:lnTo>
                    <a:pt x="1243653" y="4215574"/>
                  </a:lnTo>
                  <a:lnTo>
                    <a:pt x="1244946" y="4214712"/>
                  </a:lnTo>
                  <a:lnTo>
                    <a:pt x="1245299" y="4214282"/>
                  </a:lnTo>
                  <a:lnTo>
                    <a:pt x="1246828" y="4212129"/>
                  </a:lnTo>
                  <a:lnTo>
                    <a:pt x="1248004" y="4209115"/>
                  </a:lnTo>
                  <a:lnTo>
                    <a:pt x="1248710" y="4208684"/>
                  </a:lnTo>
                  <a:lnTo>
                    <a:pt x="1248945" y="4208253"/>
                  </a:lnTo>
                  <a:lnTo>
                    <a:pt x="1249063" y="4208253"/>
                  </a:lnTo>
                  <a:lnTo>
                    <a:pt x="1250592" y="4207823"/>
                  </a:lnTo>
                  <a:lnTo>
                    <a:pt x="1250827" y="4207392"/>
                  </a:lnTo>
                  <a:lnTo>
                    <a:pt x="1251062" y="4206962"/>
                  </a:lnTo>
                  <a:lnTo>
                    <a:pt x="1252121" y="4206531"/>
                  </a:lnTo>
                  <a:lnTo>
                    <a:pt x="1252944" y="4205239"/>
                  </a:lnTo>
                  <a:lnTo>
                    <a:pt x="1253532" y="4204809"/>
                  </a:lnTo>
                  <a:lnTo>
                    <a:pt x="1253650" y="4204809"/>
                  </a:lnTo>
                  <a:lnTo>
                    <a:pt x="1253768" y="4204809"/>
                  </a:lnTo>
                  <a:lnTo>
                    <a:pt x="1253885" y="4204809"/>
                  </a:lnTo>
                  <a:lnTo>
                    <a:pt x="1254473" y="4204809"/>
                  </a:lnTo>
                  <a:lnTo>
                    <a:pt x="1255532" y="4203517"/>
                  </a:lnTo>
                  <a:lnTo>
                    <a:pt x="1255767" y="4203086"/>
                  </a:lnTo>
                  <a:lnTo>
                    <a:pt x="1255767" y="4202225"/>
                  </a:lnTo>
                  <a:lnTo>
                    <a:pt x="1256237" y="4201794"/>
                  </a:lnTo>
                  <a:lnTo>
                    <a:pt x="1256355" y="4201794"/>
                  </a:lnTo>
                  <a:lnTo>
                    <a:pt x="1257649" y="4200503"/>
                  </a:lnTo>
                  <a:lnTo>
                    <a:pt x="1258002" y="4200072"/>
                  </a:lnTo>
                  <a:lnTo>
                    <a:pt x="1258707" y="4199211"/>
                  </a:lnTo>
                  <a:lnTo>
                    <a:pt x="1258943" y="4199211"/>
                  </a:lnTo>
                  <a:lnTo>
                    <a:pt x="1259060" y="4199211"/>
                  </a:lnTo>
                  <a:lnTo>
                    <a:pt x="1260001" y="4198780"/>
                  </a:lnTo>
                  <a:lnTo>
                    <a:pt x="1260119" y="4198350"/>
                  </a:lnTo>
                  <a:lnTo>
                    <a:pt x="1260707" y="4197488"/>
                  </a:lnTo>
                  <a:lnTo>
                    <a:pt x="1260942" y="4196627"/>
                  </a:lnTo>
                  <a:lnTo>
                    <a:pt x="1262118" y="4195766"/>
                  </a:lnTo>
                  <a:lnTo>
                    <a:pt x="1262706" y="4195335"/>
                  </a:lnTo>
                  <a:lnTo>
                    <a:pt x="1263059" y="4194905"/>
                  </a:lnTo>
                  <a:lnTo>
                    <a:pt x="1264235" y="4194474"/>
                  </a:lnTo>
                  <a:lnTo>
                    <a:pt x="1264470" y="4194044"/>
                  </a:lnTo>
                  <a:lnTo>
                    <a:pt x="1264941" y="4191891"/>
                  </a:lnTo>
                  <a:lnTo>
                    <a:pt x="1265529" y="4190599"/>
                  </a:lnTo>
                  <a:lnTo>
                    <a:pt x="1265882" y="4190599"/>
                  </a:lnTo>
                  <a:lnTo>
                    <a:pt x="1265882" y="4188876"/>
                  </a:lnTo>
                  <a:lnTo>
                    <a:pt x="1266470" y="4188446"/>
                  </a:lnTo>
                  <a:lnTo>
                    <a:pt x="1266588" y="4188015"/>
                  </a:lnTo>
                  <a:lnTo>
                    <a:pt x="1266823" y="4186293"/>
                  </a:lnTo>
                  <a:lnTo>
                    <a:pt x="1267058" y="4186293"/>
                  </a:lnTo>
                  <a:lnTo>
                    <a:pt x="1268234" y="4184140"/>
                  </a:lnTo>
                  <a:lnTo>
                    <a:pt x="1268587" y="4184140"/>
                  </a:lnTo>
                  <a:lnTo>
                    <a:pt x="1268940" y="4183279"/>
                  </a:lnTo>
                  <a:lnTo>
                    <a:pt x="1269175" y="4182848"/>
                  </a:lnTo>
                  <a:lnTo>
                    <a:pt x="1269645" y="4182417"/>
                  </a:lnTo>
                  <a:lnTo>
                    <a:pt x="1270351" y="4181556"/>
                  </a:lnTo>
                  <a:lnTo>
                    <a:pt x="1270939" y="4181126"/>
                  </a:lnTo>
                  <a:lnTo>
                    <a:pt x="1271057" y="4180695"/>
                  </a:lnTo>
                  <a:lnTo>
                    <a:pt x="1271292" y="4180264"/>
                  </a:lnTo>
                  <a:lnTo>
                    <a:pt x="1271880" y="4178973"/>
                  </a:lnTo>
                  <a:lnTo>
                    <a:pt x="1271880" y="4177250"/>
                  </a:lnTo>
                  <a:lnTo>
                    <a:pt x="1272703" y="4175958"/>
                  </a:lnTo>
                  <a:lnTo>
                    <a:pt x="1273527" y="4173375"/>
                  </a:lnTo>
                  <a:lnTo>
                    <a:pt x="1274232" y="4172083"/>
                  </a:lnTo>
                  <a:lnTo>
                    <a:pt x="1276114" y="4172083"/>
                  </a:lnTo>
                  <a:lnTo>
                    <a:pt x="1277173" y="4171222"/>
                  </a:lnTo>
                  <a:lnTo>
                    <a:pt x="1277290" y="4171222"/>
                  </a:lnTo>
                  <a:lnTo>
                    <a:pt x="1277643" y="4170791"/>
                  </a:lnTo>
                  <a:lnTo>
                    <a:pt x="1278349" y="4170791"/>
                  </a:lnTo>
                  <a:lnTo>
                    <a:pt x="1278819" y="4169499"/>
                  </a:lnTo>
                  <a:lnTo>
                    <a:pt x="1280231" y="4167777"/>
                  </a:lnTo>
                  <a:lnTo>
                    <a:pt x="1280819" y="4166485"/>
                  </a:lnTo>
                  <a:lnTo>
                    <a:pt x="1280819" y="4166055"/>
                  </a:lnTo>
                  <a:lnTo>
                    <a:pt x="1280819" y="4165193"/>
                  </a:lnTo>
                  <a:lnTo>
                    <a:pt x="1282113" y="4163902"/>
                  </a:lnTo>
                  <a:lnTo>
                    <a:pt x="1282583" y="4163471"/>
                  </a:lnTo>
                  <a:lnTo>
                    <a:pt x="1282818" y="4163040"/>
                  </a:lnTo>
                  <a:lnTo>
                    <a:pt x="1282818" y="4162610"/>
                  </a:lnTo>
                  <a:lnTo>
                    <a:pt x="1283289" y="4161749"/>
                  </a:lnTo>
                  <a:lnTo>
                    <a:pt x="1283289" y="4161318"/>
                  </a:lnTo>
                  <a:lnTo>
                    <a:pt x="1284700" y="4160457"/>
                  </a:lnTo>
                  <a:lnTo>
                    <a:pt x="1284935" y="4160026"/>
                  </a:lnTo>
                  <a:lnTo>
                    <a:pt x="1285053" y="4160026"/>
                  </a:lnTo>
                  <a:lnTo>
                    <a:pt x="1285288" y="4159165"/>
                  </a:lnTo>
                  <a:lnTo>
                    <a:pt x="1285876" y="4158734"/>
                  </a:lnTo>
                  <a:lnTo>
                    <a:pt x="1285876" y="4157443"/>
                  </a:lnTo>
                  <a:lnTo>
                    <a:pt x="1286229" y="4155290"/>
                  </a:lnTo>
                  <a:lnTo>
                    <a:pt x="1286464" y="4154428"/>
                  </a:lnTo>
                  <a:lnTo>
                    <a:pt x="1286700" y="4153137"/>
                  </a:lnTo>
                  <a:lnTo>
                    <a:pt x="1286817" y="4153137"/>
                  </a:lnTo>
                  <a:lnTo>
                    <a:pt x="1287523" y="4151414"/>
                  </a:lnTo>
                  <a:lnTo>
                    <a:pt x="1287640" y="4151414"/>
                  </a:lnTo>
                  <a:lnTo>
                    <a:pt x="1288464" y="4150122"/>
                  </a:lnTo>
                  <a:lnTo>
                    <a:pt x="1289287" y="4149692"/>
                  </a:lnTo>
                  <a:lnTo>
                    <a:pt x="1289758" y="4149692"/>
                  </a:lnTo>
                  <a:lnTo>
                    <a:pt x="1291287" y="4147539"/>
                  </a:lnTo>
                  <a:lnTo>
                    <a:pt x="1291404" y="4147539"/>
                  </a:lnTo>
                  <a:lnTo>
                    <a:pt x="1291875" y="4146247"/>
                  </a:lnTo>
                  <a:lnTo>
                    <a:pt x="1292345" y="4145386"/>
                  </a:lnTo>
                  <a:lnTo>
                    <a:pt x="1292345" y="4144525"/>
                  </a:lnTo>
                  <a:lnTo>
                    <a:pt x="1292463" y="4143663"/>
                  </a:lnTo>
                  <a:lnTo>
                    <a:pt x="1293404" y="4143663"/>
                  </a:lnTo>
                  <a:lnTo>
                    <a:pt x="1293639" y="4143663"/>
                  </a:lnTo>
                  <a:lnTo>
                    <a:pt x="1294227" y="4143663"/>
                  </a:lnTo>
                  <a:lnTo>
                    <a:pt x="1295873" y="4141941"/>
                  </a:lnTo>
                  <a:lnTo>
                    <a:pt x="1296226" y="4141941"/>
                  </a:lnTo>
                  <a:lnTo>
                    <a:pt x="1296462" y="4141080"/>
                  </a:lnTo>
                  <a:lnTo>
                    <a:pt x="1296697" y="4140219"/>
                  </a:lnTo>
                  <a:lnTo>
                    <a:pt x="1297050" y="4140219"/>
                  </a:lnTo>
                  <a:lnTo>
                    <a:pt x="1297991" y="4139357"/>
                  </a:lnTo>
                  <a:lnTo>
                    <a:pt x="1298108" y="4138927"/>
                  </a:lnTo>
                  <a:lnTo>
                    <a:pt x="1298696" y="4138066"/>
                  </a:lnTo>
                  <a:lnTo>
                    <a:pt x="1298814" y="4138066"/>
                  </a:lnTo>
                  <a:lnTo>
                    <a:pt x="1299402" y="4136774"/>
                  </a:lnTo>
                  <a:lnTo>
                    <a:pt x="1299402" y="4136343"/>
                  </a:lnTo>
                  <a:lnTo>
                    <a:pt x="1299637" y="4135482"/>
                  </a:lnTo>
                  <a:lnTo>
                    <a:pt x="1300343" y="4135051"/>
                  </a:lnTo>
                  <a:lnTo>
                    <a:pt x="1300460" y="4134190"/>
                  </a:lnTo>
                  <a:lnTo>
                    <a:pt x="1300578" y="4133329"/>
                  </a:lnTo>
                  <a:lnTo>
                    <a:pt x="1300813" y="4132468"/>
                  </a:lnTo>
                  <a:lnTo>
                    <a:pt x="1301048" y="4132468"/>
                  </a:lnTo>
                  <a:lnTo>
                    <a:pt x="1303283" y="4132037"/>
                  </a:lnTo>
                  <a:lnTo>
                    <a:pt x="1305283" y="4129023"/>
                  </a:lnTo>
                  <a:lnTo>
                    <a:pt x="1306694" y="4128592"/>
                  </a:lnTo>
                  <a:lnTo>
                    <a:pt x="1307517" y="4128162"/>
                  </a:lnTo>
                  <a:lnTo>
                    <a:pt x="1307988" y="4127731"/>
                  </a:lnTo>
                  <a:lnTo>
                    <a:pt x="1308341" y="4126870"/>
                  </a:lnTo>
                  <a:lnTo>
                    <a:pt x="1309164" y="4125148"/>
                  </a:lnTo>
                  <a:lnTo>
                    <a:pt x="1309281" y="4125148"/>
                  </a:lnTo>
                  <a:lnTo>
                    <a:pt x="1309281" y="4124717"/>
                  </a:lnTo>
                  <a:lnTo>
                    <a:pt x="1309399" y="4124717"/>
                  </a:lnTo>
                  <a:lnTo>
                    <a:pt x="1310575" y="4124286"/>
                  </a:lnTo>
                  <a:lnTo>
                    <a:pt x="1311163" y="4123425"/>
                  </a:lnTo>
                  <a:lnTo>
                    <a:pt x="1311516" y="4122564"/>
                  </a:lnTo>
                  <a:lnTo>
                    <a:pt x="1311987" y="4121703"/>
                  </a:lnTo>
                  <a:lnTo>
                    <a:pt x="1312339" y="4121272"/>
                  </a:lnTo>
                  <a:lnTo>
                    <a:pt x="1312457" y="4121272"/>
                  </a:lnTo>
                  <a:lnTo>
                    <a:pt x="1313045" y="4120411"/>
                  </a:lnTo>
                  <a:lnTo>
                    <a:pt x="1314221" y="4119550"/>
                  </a:lnTo>
                  <a:lnTo>
                    <a:pt x="1314221" y="4118258"/>
                  </a:lnTo>
                  <a:lnTo>
                    <a:pt x="1314339" y="4117397"/>
                  </a:lnTo>
                  <a:lnTo>
                    <a:pt x="1314457" y="4116966"/>
                  </a:lnTo>
                  <a:lnTo>
                    <a:pt x="1315280" y="4116966"/>
                  </a:lnTo>
                  <a:lnTo>
                    <a:pt x="1316103" y="4116105"/>
                  </a:lnTo>
                  <a:lnTo>
                    <a:pt x="1316809" y="4114813"/>
                  </a:lnTo>
                  <a:lnTo>
                    <a:pt x="1317279" y="4114813"/>
                  </a:lnTo>
                  <a:lnTo>
                    <a:pt x="1317750" y="4114813"/>
                  </a:lnTo>
                  <a:lnTo>
                    <a:pt x="1318573" y="4114383"/>
                  </a:lnTo>
                  <a:lnTo>
                    <a:pt x="1318808" y="4113521"/>
                  </a:lnTo>
                  <a:lnTo>
                    <a:pt x="1319396" y="4113091"/>
                  </a:lnTo>
                  <a:lnTo>
                    <a:pt x="1319749" y="4112660"/>
                  </a:lnTo>
                  <a:lnTo>
                    <a:pt x="1319749" y="4112230"/>
                  </a:lnTo>
                  <a:lnTo>
                    <a:pt x="1320455" y="4110507"/>
                  </a:lnTo>
                  <a:lnTo>
                    <a:pt x="1321396" y="4109215"/>
                  </a:lnTo>
                  <a:lnTo>
                    <a:pt x="1321396" y="4108785"/>
                  </a:lnTo>
                  <a:lnTo>
                    <a:pt x="1322454" y="4104479"/>
                  </a:lnTo>
                  <a:lnTo>
                    <a:pt x="1322454" y="4103618"/>
                  </a:lnTo>
                  <a:lnTo>
                    <a:pt x="1323866" y="4102756"/>
                  </a:lnTo>
                  <a:lnTo>
                    <a:pt x="1324101" y="4102756"/>
                  </a:lnTo>
                  <a:lnTo>
                    <a:pt x="1324219" y="4102326"/>
                  </a:lnTo>
                  <a:lnTo>
                    <a:pt x="1324336" y="4101465"/>
                  </a:lnTo>
                  <a:lnTo>
                    <a:pt x="1324571" y="4101465"/>
                  </a:lnTo>
                  <a:lnTo>
                    <a:pt x="1325630" y="4101034"/>
                  </a:lnTo>
                  <a:lnTo>
                    <a:pt x="1325747" y="4100173"/>
                  </a:lnTo>
                  <a:lnTo>
                    <a:pt x="1326218" y="4100173"/>
                  </a:lnTo>
                  <a:lnTo>
                    <a:pt x="1326336" y="4099742"/>
                  </a:lnTo>
                  <a:lnTo>
                    <a:pt x="1326924" y="4098881"/>
                  </a:lnTo>
                  <a:lnTo>
                    <a:pt x="1327041" y="4098450"/>
                  </a:lnTo>
                  <a:lnTo>
                    <a:pt x="1327276" y="4097159"/>
                  </a:lnTo>
                  <a:lnTo>
                    <a:pt x="1327512" y="4096297"/>
                  </a:lnTo>
                  <a:lnTo>
                    <a:pt x="1327865" y="4096297"/>
                  </a:lnTo>
                  <a:lnTo>
                    <a:pt x="1327982" y="4095436"/>
                  </a:lnTo>
                  <a:lnTo>
                    <a:pt x="1328217" y="4094575"/>
                  </a:lnTo>
                  <a:lnTo>
                    <a:pt x="1328335" y="4094575"/>
                  </a:lnTo>
                  <a:lnTo>
                    <a:pt x="1328805" y="4094575"/>
                  </a:lnTo>
                  <a:lnTo>
                    <a:pt x="1329394" y="4094144"/>
                  </a:lnTo>
                  <a:lnTo>
                    <a:pt x="1330217" y="4093714"/>
                  </a:lnTo>
                  <a:lnTo>
                    <a:pt x="1330923" y="4090269"/>
                  </a:lnTo>
                  <a:lnTo>
                    <a:pt x="1332687" y="4088977"/>
                  </a:lnTo>
                  <a:lnTo>
                    <a:pt x="1332687" y="4088547"/>
                  </a:lnTo>
                  <a:lnTo>
                    <a:pt x="1333628" y="4088547"/>
                  </a:lnTo>
                  <a:lnTo>
                    <a:pt x="1333745" y="4088116"/>
                  </a:lnTo>
                  <a:lnTo>
                    <a:pt x="1333980" y="4087685"/>
                  </a:lnTo>
                  <a:lnTo>
                    <a:pt x="1334804" y="4086824"/>
                  </a:lnTo>
                  <a:lnTo>
                    <a:pt x="1335157" y="4086394"/>
                  </a:lnTo>
                  <a:lnTo>
                    <a:pt x="1336098" y="4085963"/>
                  </a:lnTo>
                  <a:lnTo>
                    <a:pt x="1336921" y="4082949"/>
                  </a:lnTo>
                  <a:lnTo>
                    <a:pt x="1336921" y="4081657"/>
                  </a:lnTo>
                  <a:lnTo>
                    <a:pt x="1337156" y="4081226"/>
                  </a:lnTo>
                  <a:lnTo>
                    <a:pt x="1337391" y="4078643"/>
                  </a:lnTo>
                  <a:lnTo>
                    <a:pt x="1337509" y="4077782"/>
                  </a:lnTo>
                  <a:lnTo>
                    <a:pt x="1337744" y="4077351"/>
                  </a:lnTo>
                  <a:lnTo>
                    <a:pt x="1338567" y="4075629"/>
                  </a:lnTo>
                  <a:lnTo>
                    <a:pt x="1338567" y="4074767"/>
                  </a:lnTo>
                  <a:lnTo>
                    <a:pt x="1338803" y="4074337"/>
                  </a:lnTo>
                  <a:lnTo>
                    <a:pt x="1339038" y="4073476"/>
                  </a:lnTo>
                  <a:lnTo>
                    <a:pt x="1339626" y="4073476"/>
                  </a:lnTo>
                  <a:lnTo>
                    <a:pt x="1339861" y="4073045"/>
                  </a:lnTo>
                  <a:lnTo>
                    <a:pt x="1339979" y="4072614"/>
                  </a:lnTo>
                  <a:lnTo>
                    <a:pt x="1340214" y="4071323"/>
                  </a:lnTo>
                  <a:lnTo>
                    <a:pt x="1340567" y="4071323"/>
                  </a:lnTo>
                  <a:lnTo>
                    <a:pt x="1340685" y="4070461"/>
                  </a:lnTo>
                  <a:lnTo>
                    <a:pt x="1340920" y="4069600"/>
                  </a:lnTo>
                  <a:lnTo>
                    <a:pt x="1341273" y="4069170"/>
                  </a:lnTo>
                  <a:lnTo>
                    <a:pt x="1342096" y="4068739"/>
                  </a:lnTo>
                  <a:lnTo>
                    <a:pt x="1342331" y="4068308"/>
                  </a:lnTo>
                  <a:lnTo>
                    <a:pt x="1343272" y="4066586"/>
                  </a:lnTo>
                  <a:lnTo>
                    <a:pt x="1343742" y="4064002"/>
                  </a:lnTo>
                  <a:lnTo>
                    <a:pt x="1344919" y="4064002"/>
                  </a:lnTo>
                  <a:lnTo>
                    <a:pt x="1345624" y="4063572"/>
                  </a:lnTo>
                  <a:lnTo>
                    <a:pt x="1345860" y="4063141"/>
                  </a:lnTo>
                  <a:lnTo>
                    <a:pt x="1347036" y="4061419"/>
                  </a:lnTo>
                  <a:lnTo>
                    <a:pt x="1347271" y="4061419"/>
                  </a:lnTo>
                  <a:lnTo>
                    <a:pt x="1348094" y="4061419"/>
                  </a:lnTo>
                  <a:lnTo>
                    <a:pt x="1348212" y="4061419"/>
                  </a:lnTo>
                  <a:lnTo>
                    <a:pt x="1348329" y="4060988"/>
                  </a:lnTo>
                  <a:lnTo>
                    <a:pt x="1349388" y="4059696"/>
                  </a:lnTo>
                  <a:lnTo>
                    <a:pt x="1349858" y="4059696"/>
                  </a:lnTo>
                  <a:lnTo>
                    <a:pt x="1350446" y="4059696"/>
                  </a:lnTo>
                  <a:lnTo>
                    <a:pt x="1350799" y="4059266"/>
                  </a:lnTo>
                  <a:lnTo>
                    <a:pt x="1351270" y="4056682"/>
                  </a:lnTo>
                  <a:lnTo>
                    <a:pt x="1352446" y="4053668"/>
                  </a:lnTo>
                  <a:lnTo>
                    <a:pt x="1352681" y="4053668"/>
                  </a:lnTo>
                  <a:lnTo>
                    <a:pt x="1352916" y="4053237"/>
                  </a:lnTo>
                  <a:lnTo>
                    <a:pt x="1353622" y="4052376"/>
                  </a:lnTo>
                  <a:lnTo>
                    <a:pt x="1354093" y="4051946"/>
                  </a:lnTo>
                  <a:lnTo>
                    <a:pt x="1354445" y="4051084"/>
                  </a:lnTo>
                  <a:lnTo>
                    <a:pt x="1354563" y="4051084"/>
                  </a:lnTo>
                  <a:lnTo>
                    <a:pt x="1356562" y="4049793"/>
                  </a:lnTo>
                  <a:lnTo>
                    <a:pt x="1356915" y="4049362"/>
                  </a:lnTo>
                  <a:lnTo>
                    <a:pt x="1358797" y="4048931"/>
                  </a:lnTo>
                  <a:lnTo>
                    <a:pt x="1359385" y="4048501"/>
                  </a:lnTo>
                  <a:lnTo>
                    <a:pt x="1359738" y="4048070"/>
                  </a:lnTo>
                  <a:lnTo>
                    <a:pt x="1360679" y="4044195"/>
                  </a:lnTo>
                  <a:lnTo>
                    <a:pt x="1361502" y="4042472"/>
                  </a:lnTo>
                  <a:lnTo>
                    <a:pt x="1362090" y="4041611"/>
                  </a:lnTo>
                  <a:lnTo>
                    <a:pt x="1362090" y="4040319"/>
                  </a:lnTo>
                  <a:lnTo>
                    <a:pt x="1363737" y="4039028"/>
                  </a:lnTo>
                  <a:lnTo>
                    <a:pt x="1364090" y="4038597"/>
                  </a:lnTo>
                  <a:lnTo>
                    <a:pt x="1364325" y="4038166"/>
                  </a:lnTo>
                  <a:lnTo>
                    <a:pt x="1364325" y="4037305"/>
                  </a:lnTo>
                  <a:lnTo>
                    <a:pt x="1364678" y="4036444"/>
                  </a:lnTo>
                  <a:lnTo>
                    <a:pt x="1365148" y="4035583"/>
                  </a:lnTo>
                  <a:lnTo>
                    <a:pt x="1365266" y="4035583"/>
                  </a:lnTo>
                  <a:lnTo>
                    <a:pt x="1365736" y="4035152"/>
                  </a:lnTo>
                  <a:lnTo>
                    <a:pt x="1366089" y="4034722"/>
                  </a:lnTo>
                  <a:lnTo>
                    <a:pt x="1367383" y="4033860"/>
                  </a:lnTo>
                  <a:lnTo>
                    <a:pt x="1367383" y="4033430"/>
                  </a:lnTo>
                  <a:lnTo>
                    <a:pt x="1367501" y="4032569"/>
                  </a:lnTo>
                  <a:lnTo>
                    <a:pt x="1367736" y="4032138"/>
                  </a:lnTo>
                  <a:lnTo>
                    <a:pt x="1368089" y="4031707"/>
                  </a:lnTo>
                  <a:lnTo>
                    <a:pt x="1368324" y="4031277"/>
                  </a:lnTo>
                  <a:lnTo>
                    <a:pt x="1368912" y="4029554"/>
                  </a:lnTo>
                  <a:lnTo>
                    <a:pt x="1369735" y="4028693"/>
                  </a:lnTo>
                  <a:lnTo>
                    <a:pt x="1370323" y="4028263"/>
                  </a:lnTo>
                  <a:lnTo>
                    <a:pt x="1370794" y="4027832"/>
                  </a:lnTo>
                  <a:lnTo>
                    <a:pt x="1371499" y="4027832"/>
                  </a:lnTo>
                  <a:lnTo>
                    <a:pt x="1372440" y="4026971"/>
                  </a:lnTo>
                  <a:lnTo>
                    <a:pt x="1373381" y="4026971"/>
                  </a:lnTo>
                  <a:lnTo>
                    <a:pt x="1373616" y="4026971"/>
                  </a:lnTo>
                  <a:lnTo>
                    <a:pt x="1374793" y="4025248"/>
                  </a:lnTo>
                  <a:lnTo>
                    <a:pt x="1375851" y="4023526"/>
                  </a:lnTo>
                  <a:lnTo>
                    <a:pt x="1375969" y="4023526"/>
                  </a:lnTo>
                  <a:lnTo>
                    <a:pt x="1376557" y="4022665"/>
                  </a:lnTo>
                  <a:lnTo>
                    <a:pt x="1377027" y="4021804"/>
                  </a:lnTo>
                  <a:lnTo>
                    <a:pt x="1377263" y="4020942"/>
                  </a:lnTo>
                  <a:lnTo>
                    <a:pt x="1378792" y="4020512"/>
                  </a:lnTo>
                  <a:lnTo>
                    <a:pt x="1379144" y="4019651"/>
                  </a:lnTo>
                  <a:lnTo>
                    <a:pt x="1379262" y="4019220"/>
                  </a:lnTo>
                  <a:lnTo>
                    <a:pt x="1379380" y="4019220"/>
                  </a:lnTo>
                  <a:lnTo>
                    <a:pt x="1380203" y="4018789"/>
                  </a:lnTo>
                  <a:lnTo>
                    <a:pt x="1380438" y="4018359"/>
                  </a:lnTo>
                  <a:lnTo>
                    <a:pt x="1380556" y="4018359"/>
                  </a:lnTo>
                  <a:lnTo>
                    <a:pt x="1380909" y="4017498"/>
                  </a:lnTo>
                  <a:lnTo>
                    <a:pt x="1381849" y="4015775"/>
                  </a:lnTo>
                  <a:lnTo>
                    <a:pt x="1381967" y="4015775"/>
                  </a:lnTo>
                  <a:lnTo>
                    <a:pt x="1383261" y="4013192"/>
                  </a:lnTo>
                  <a:lnTo>
                    <a:pt x="1383731" y="4013192"/>
                  </a:lnTo>
                  <a:lnTo>
                    <a:pt x="1383967" y="4012761"/>
                  </a:lnTo>
                  <a:lnTo>
                    <a:pt x="1384437" y="4012761"/>
                  </a:lnTo>
                  <a:lnTo>
                    <a:pt x="1384555" y="4012761"/>
                  </a:lnTo>
                  <a:lnTo>
                    <a:pt x="1384672" y="4012761"/>
                  </a:lnTo>
                  <a:lnTo>
                    <a:pt x="1386084" y="4008455"/>
                  </a:lnTo>
                  <a:lnTo>
                    <a:pt x="1387025" y="4007163"/>
                  </a:lnTo>
                  <a:lnTo>
                    <a:pt x="1387613" y="4006302"/>
                  </a:lnTo>
                  <a:lnTo>
                    <a:pt x="1387848" y="4006302"/>
                  </a:lnTo>
                  <a:lnTo>
                    <a:pt x="1388671" y="4005441"/>
                  </a:lnTo>
                  <a:lnTo>
                    <a:pt x="1389024" y="4005010"/>
                  </a:lnTo>
                  <a:lnTo>
                    <a:pt x="1389142" y="4005010"/>
                  </a:lnTo>
                  <a:lnTo>
                    <a:pt x="1389377" y="4005010"/>
                  </a:lnTo>
                  <a:lnTo>
                    <a:pt x="1390671" y="4004580"/>
                  </a:lnTo>
                  <a:lnTo>
                    <a:pt x="1390906" y="4004149"/>
                  </a:lnTo>
                  <a:lnTo>
                    <a:pt x="1391729" y="4001996"/>
                  </a:lnTo>
                  <a:lnTo>
                    <a:pt x="1392317" y="4000704"/>
                  </a:lnTo>
                  <a:lnTo>
                    <a:pt x="1392552" y="4000704"/>
                  </a:lnTo>
                  <a:lnTo>
                    <a:pt x="1393376" y="4000274"/>
                  </a:lnTo>
                  <a:lnTo>
                    <a:pt x="1393493" y="3999412"/>
                  </a:lnTo>
                  <a:lnTo>
                    <a:pt x="1393611" y="3997690"/>
                  </a:lnTo>
                  <a:lnTo>
                    <a:pt x="1393729" y="3997690"/>
                  </a:lnTo>
                  <a:lnTo>
                    <a:pt x="1394434" y="3997259"/>
                  </a:lnTo>
                  <a:lnTo>
                    <a:pt x="1394669" y="3996829"/>
                  </a:lnTo>
                  <a:lnTo>
                    <a:pt x="1395375" y="3996398"/>
                  </a:lnTo>
                  <a:lnTo>
                    <a:pt x="1395610" y="3995537"/>
                  </a:lnTo>
                  <a:lnTo>
                    <a:pt x="1396904" y="3992092"/>
                  </a:lnTo>
                  <a:lnTo>
                    <a:pt x="1397022" y="3992092"/>
                  </a:lnTo>
                  <a:lnTo>
                    <a:pt x="1397022" y="3990370"/>
                  </a:lnTo>
                  <a:lnTo>
                    <a:pt x="1397257" y="3989509"/>
                  </a:lnTo>
                  <a:lnTo>
                    <a:pt x="1397375" y="3989078"/>
                  </a:lnTo>
                  <a:lnTo>
                    <a:pt x="1398198" y="3988217"/>
                  </a:lnTo>
                  <a:lnTo>
                    <a:pt x="1398315" y="3987356"/>
                  </a:lnTo>
                  <a:lnTo>
                    <a:pt x="1398668" y="3986064"/>
                  </a:lnTo>
                  <a:lnTo>
                    <a:pt x="1399492" y="3986064"/>
                  </a:lnTo>
                  <a:lnTo>
                    <a:pt x="1400433" y="3986064"/>
                  </a:lnTo>
                  <a:lnTo>
                    <a:pt x="1401256" y="3985633"/>
                  </a:lnTo>
                  <a:lnTo>
                    <a:pt x="1402079" y="3985203"/>
                  </a:lnTo>
                  <a:lnTo>
                    <a:pt x="1403020" y="3984772"/>
                  </a:lnTo>
                  <a:lnTo>
                    <a:pt x="1404667" y="3983050"/>
                  </a:lnTo>
                  <a:lnTo>
                    <a:pt x="1405255" y="3982619"/>
                  </a:lnTo>
                  <a:lnTo>
                    <a:pt x="1405372" y="3982188"/>
                  </a:lnTo>
                  <a:lnTo>
                    <a:pt x="1405725" y="3981758"/>
                  </a:lnTo>
                  <a:lnTo>
                    <a:pt x="1405960" y="3981758"/>
                  </a:lnTo>
                  <a:lnTo>
                    <a:pt x="1406078" y="3980466"/>
                  </a:lnTo>
                  <a:lnTo>
                    <a:pt x="1406548" y="3979605"/>
                  </a:lnTo>
                  <a:lnTo>
                    <a:pt x="1407725" y="3976160"/>
                  </a:lnTo>
                  <a:lnTo>
                    <a:pt x="1408313" y="3974438"/>
                  </a:lnTo>
                  <a:lnTo>
                    <a:pt x="1409018" y="3973146"/>
                  </a:lnTo>
                  <a:lnTo>
                    <a:pt x="1409489" y="3972715"/>
                  </a:lnTo>
                  <a:lnTo>
                    <a:pt x="1410195" y="3972285"/>
                  </a:lnTo>
                  <a:lnTo>
                    <a:pt x="1410312" y="3972285"/>
                  </a:lnTo>
                  <a:lnTo>
                    <a:pt x="1410665" y="3971854"/>
                  </a:lnTo>
                  <a:lnTo>
                    <a:pt x="1411371" y="3971854"/>
                  </a:lnTo>
                  <a:lnTo>
                    <a:pt x="1411488" y="3970993"/>
                  </a:lnTo>
                  <a:lnTo>
                    <a:pt x="1411841" y="3970562"/>
                  </a:lnTo>
                  <a:lnTo>
                    <a:pt x="1412194" y="3970132"/>
                  </a:lnTo>
                  <a:lnTo>
                    <a:pt x="1412664" y="3970132"/>
                  </a:lnTo>
                  <a:lnTo>
                    <a:pt x="1413135" y="3969270"/>
                  </a:lnTo>
                  <a:lnTo>
                    <a:pt x="1413488" y="3968840"/>
                  </a:lnTo>
                  <a:lnTo>
                    <a:pt x="1413723" y="3967979"/>
                  </a:lnTo>
                  <a:lnTo>
                    <a:pt x="1414429" y="3966687"/>
                  </a:lnTo>
                  <a:lnTo>
                    <a:pt x="1414899" y="3966256"/>
                  </a:lnTo>
                  <a:lnTo>
                    <a:pt x="1416781" y="3961089"/>
                  </a:lnTo>
                  <a:lnTo>
                    <a:pt x="1417487" y="3959797"/>
                  </a:lnTo>
                  <a:lnTo>
                    <a:pt x="1418780" y="3957644"/>
                  </a:lnTo>
                  <a:lnTo>
                    <a:pt x="1418898" y="3957214"/>
                  </a:lnTo>
                  <a:lnTo>
                    <a:pt x="1419486" y="3956352"/>
                  </a:lnTo>
                  <a:lnTo>
                    <a:pt x="1419604" y="3955922"/>
                  </a:lnTo>
                  <a:lnTo>
                    <a:pt x="1420309" y="3952477"/>
                  </a:lnTo>
                  <a:lnTo>
                    <a:pt x="1421486" y="3950755"/>
                  </a:lnTo>
                  <a:lnTo>
                    <a:pt x="1421838" y="3949893"/>
                  </a:lnTo>
                  <a:lnTo>
                    <a:pt x="1421956" y="3948171"/>
                  </a:lnTo>
                  <a:lnTo>
                    <a:pt x="1422074" y="3947310"/>
                  </a:lnTo>
                  <a:lnTo>
                    <a:pt x="1422544" y="3946879"/>
                  </a:lnTo>
                  <a:lnTo>
                    <a:pt x="1423367" y="3946018"/>
                  </a:lnTo>
                  <a:lnTo>
                    <a:pt x="1423485" y="3945587"/>
                  </a:lnTo>
                  <a:lnTo>
                    <a:pt x="1423955" y="3945587"/>
                  </a:lnTo>
                  <a:lnTo>
                    <a:pt x="1425602" y="3943004"/>
                  </a:lnTo>
                  <a:lnTo>
                    <a:pt x="1426190" y="3943004"/>
                  </a:lnTo>
                  <a:lnTo>
                    <a:pt x="1426543" y="3942143"/>
                  </a:lnTo>
                  <a:lnTo>
                    <a:pt x="1426661" y="3941712"/>
                  </a:lnTo>
                  <a:lnTo>
                    <a:pt x="1426661" y="3941281"/>
                  </a:lnTo>
                  <a:lnTo>
                    <a:pt x="1427013" y="3939990"/>
                  </a:lnTo>
                  <a:lnTo>
                    <a:pt x="1427601" y="3938698"/>
                  </a:lnTo>
                  <a:lnTo>
                    <a:pt x="1427719" y="3937406"/>
                  </a:lnTo>
                  <a:lnTo>
                    <a:pt x="1428190" y="3936975"/>
                  </a:lnTo>
                  <a:lnTo>
                    <a:pt x="1429013" y="3935253"/>
                  </a:lnTo>
                  <a:lnTo>
                    <a:pt x="1429483" y="3934822"/>
                  </a:lnTo>
                  <a:lnTo>
                    <a:pt x="1430307" y="3933961"/>
                  </a:lnTo>
                  <a:lnTo>
                    <a:pt x="1430659" y="3933961"/>
                  </a:lnTo>
                  <a:lnTo>
                    <a:pt x="1431130" y="3933531"/>
                  </a:lnTo>
                  <a:lnTo>
                    <a:pt x="1431130" y="3932669"/>
                  </a:lnTo>
                  <a:lnTo>
                    <a:pt x="1432424" y="3930516"/>
                  </a:lnTo>
                  <a:lnTo>
                    <a:pt x="1432776" y="3929655"/>
                  </a:lnTo>
                  <a:lnTo>
                    <a:pt x="1433600" y="3929225"/>
                  </a:lnTo>
                  <a:lnTo>
                    <a:pt x="1433953" y="3928363"/>
                  </a:lnTo>
                  <a:lnTo>
                    <a:pt x="1434776" y="3927072"/>
                  </a:lnTo>
                  <a:lnTo>
                    <a:pt x="1435482" y="3925349"/>
                  </a:lnTo>
                  <a:lnTo>
                    <a:pt x="1435599" y="3925349"/>
                  </a:lnTo>
                  <a:lnTo>
                    <a:pt x="1435834" y="3924919"/>
                  </a:lnTo>
                  <a:lnTo>
                    <a:pt x="1436658" y="3923627"/>
                  </a:lnTo>
                  <a:lnTo>
                    <a:pt x="1438304" y="3921043"/>
                  </a:lnTo>
                  <a:lnTo>
                    <a:pt x="1438422" y="3920613"/>
                  </a:lnTo>
                  <a:lnTo>
                    <a:pt x="1438775" y="3920613"/>
                  </a:lnTo>
                  <a:lnTo>
                    <a:pt x="1439010" y="3920613"/>
                  </a:lnTo>
                  <a:lnTo>
                    <a:pt x="1439245" y="3920613"/>
                  </a:lnTo>
                  <a:lnTo>
                    <a:pt x="1440774" y="3920182"/>
                  </a:lnTo>
                  <a:lnTo>
                    <a:pt x="1441715" y="3918460"/>
                  </a:lnTo>
                  <a:lnTo>
                    <a:pt x="1441833" y="3918460"/>
                  </a:lnTo>
                  <a:lnTo>
                    <a:pt x="1442656" y="3918029"/>
                  </a:lnTo>
                  <a:lnTo>
                    <a:pt x="1443009" y="3918029"/>
                  </a:lnTo>
                  <a:lnTo>
                    <a:pt x="1443127" y="3918029"/>
                  </a:lnTo>
                  <a:lnTo>
                    <a:pt x="1443479" y="3917168"/>
                  </a:lnTo>
                  <a:lnTo>
                    <a:pt x="1443832" y="3915876"/>
                  </a:lnTo>
                  <a:lnTo>
                    <a:pt x="1444067" y="3915876"/>
                  </a:lnTo>
                  <a:lnTo>
                    <a:pt x="1448066" y="3910709"/>
                  </a:lnTo>
                  <a:lnTo>
                    <a:pt x="1448184" y="3908986"/>
                  </a:lnTo>
                  <a:lnTo>
                    <a:pt x="1449360" y="3908556"/>
                  </a:lnTo>
                  <a:lnTo>
                    <a:pt x="1449595" y="3907264"/>
                  </a:lnTo>
                  <a:lnTo>
                    <a:pt x="1449713" y="3907264"/>
                  </a:lnTo>
                  <a:lnTo>
                    <a:pt x="1449831" y="3907264"/>
                  </a:lnTo>
                  <a:lnTo>
                    <a:pt x="1451007" y="3906833"/>
                  </a:lnTo>
                  <a:lnTo>
                    <a:pt x="1451007" y="3905972"/>
                  </a:lnTo>
                  <a:lnTo>
                    <a:pt x="1451242" y="3905972"/>
                  </a:lnTo>
                  <a:lnTo>
                    <a:pt x="1451948" y="3903819"/>
                  </a:lnTo>
                  <a:lnTo>
                    <a:pt x="1454300" y="3901666"/>
                  </a:lnTo>
                  <a:lnTo>
                    <a:pt x="1454770" y="3900805"/>
                  </a:lnTo>
                  <a:lnTo>
                    <a:pt x="1455123" y="3899944"/>
                  </a:lnTo>
                  <a:lnTo>
                    <a:pt x="1456417" y="3899944"/>
                  </a:lnTo>
                  <a:lnTo>
                    <a:pt x="1457005" y="3899944"/>
                  </a:lnTo>
                  <a:lnTo>
                    <a:pt x="1457593" y="3899083"/>
                  </a:lnTo>
                  <a:lnTo>
                    <a:pt x="1459475" y="3898221"/>
                  </a:lnTo>
                  <a:lnTo>
                    <a:pt x="1459945" y="3896930"/>
                  </a:lnTo>
                  <a:lnTo>
                    <a:pt x="1460416" y="3896068"/>
                  </a:lnTo>
                  <a:lnTo>
                    <a:pt x="1460886" y="3894777"/>
                  </a:lnTo>
                  <a:lnTo>
                    <a:pt x="1461122" y="3894346"/>
                  </a:lnTo>
                  <a:lnTo>
                    <a:pt x="1461592" y="3893485"/>
                  </a:lnTo>
                  <a:lnTo>
                    <a:pt x="1461945" y="3892624"/>
                  </a:lnTo>
                  <a:lnTo>
                    <a:pt x="1462180" y="3891762"/>
                  </a:lnTo>
                  <a:lnTo>
                    <a:pt x="1462415" y="3891332"/>
                  </a:lnTo>
                  <a:lnTo>
                    <a:pt x="1462768" y="3891332"/>
                  </a:lnTo>
                  <a:lnTo>
                    <a:pt x="1463709" y="3890471"/>
                  </a:lnTo>
                  <a:lnTo>
                    <a:pt x="1464179" y="3890471"/>
                  </a:lnTo>
                  <a:lnTo>
                    <a:pt x="1464650" y="3889609"/>
                  </a:lnTo>
                  <a:lnTo>
                    <a:pt x="1465473" y="3887887"/>
                  </a:lnTo>
                  <a:lnTo>
                    <a:pt x="1465944" y="3887887"/>
                  </a:lnTo>
                  <a:lnTo>
                    <a:pt x="1466414" y="3887026"/>
                  </a:lnTo>
                  <a:lnTo>
                    <a:pt x="1467355" y="3886165"/>
                  </a:lnTo>
                  <a:lnTo>
                    <a:pt x="1468178" y="3884873"/>
                  </a:lnTo>
                  <a:lnTo>
                    <a:pt x="1468414" y="3883581"/>
                  </a:lnTo>
                  <a:lnTo>
                    <a:pt x="1468766" y="3883150"/>
                  </a:lnTo>
                  <a:lnTo>
                    <a:pt x="1468884" y="3883150"/>
                  </a:lnTo>
                  <a:lnTo>
                    <a:pt x="1469237" y="3882720"/>
                  </a:lnTo>
                  <a:lnTo>
                    <a:pt x="1470060" y="3881859"/>
                  </a:lnTo>
                  <a:lnTo>
                    <a:pt x="1470413" y="3881859"/>
                  </a:lnTo>
                  <a:lnTo>
                    <a:pt x="1471119" y="3879275"/>
                  </a:lnTo>
                  <a:lnTo>
                    <a:pt x="1471354" y="3878414"/>
                  </a:lnTo>
                  <a:lnTo>
                    <a:pt x="1471589" y="3877553"/>
                  </a:lnTo>
                  <a:lnTo>
                    <a:pt x="1472412" y="3877122"/>
                  </a:lnTo>
                  <a:lnTo>
                    <a:pt x="1473118" y="3877122"/>
                  </a:lnTo>
                  <a:lnTo>
                    <a:pt x="1473589" y="3876261"/>
                  </a:lnTo>
                  <a:lnTo>
                    <a:pt x="1473706" y="3875400"/>
                  </a:lnTo>
                  <a:lnTo>
                    <a:pt x="1473706" y="3874969"/>
                  </a:lnTo>
                  <a:lnTo>
                    <a:pt x="1473941" y="3874969"/>
                  </a:lnTo>
                  <a:lnTo>
                    <a:pt x="1474882" y="3873247"/>
                  </a:lnTo>
                  <a:lnTo>
                    <a:pt x="1475118" y="3872816"/>
                  </a:lnTo>
                  <a:lnTo>
                    <a:pt x="1476294" y="3872385"/>
                  </a:lnTo>
                  <a:lnTo>
                    <a:pt x="1477470" y="3871955"/>
                  </a:lnTo>
                  <a:lnTo>
                    <a:pt x="1477705" y="3871955"/>
                  </a:lnTo>
                  <a:lnTo>
                    <a:pt x="1478646" y="3870663"/>
                  </a:lnTo>
                  <a:lnTo>
                    <a:pt x="1478881" y="3870663"/>
                  </a:lnTo>
                  <a:lnTo>
                    <a:pt x="1479822" y="3870663"/>
                  </a:lnTo>
                  <a:lnTo>
                    <a:pt x="1481469" y="3869802"/>
                  </a:lnTo>
                  <a:lnTo>
                    <a:pt x="1481704" y="3868079"/>
                  </a:lnTo>
                  <a:lnTo>
                    <a:pt x="1482057" y="3866357"/>
                  </a:lnTo>
                  <a:lnTo>
                    <a:pt x="1482292" y="3864635"/>
                  </a:lnTo>
                  <a:lnTo>
                    <a:pt x="1482880" y="3864204"/>
                  </a:lnTo>
                  <a:lnTo>
                    <a:pt x="1484174" y="3863343"/>
                  </a:lnTo>
                  <a:lnTo>
                    <a:pt x="1485115" y="3860759"/>
                  </a:lnTo>
                  <a:lnTo>
                    <a:pt x="1485232" y="3860329"/>
                  </a:lnTo>
                  <a:lnTo>
                    <a:pt x="1485468" y="3859898"/>
                  </a:lnTo>
                  <a:lnTo>
                    <a:pt x="1485703" y="3859898"/>
                  </a:lnTo>
                  <a:lnTo>
                    <a:pt x="1486526" y="3859898"/>
                  </a:lnTo>
                  <a:lnTo>
                    <a:pt x="1486761" y="3859898"/>
                  </a:lnTo>
                  <a:lnTo>
                    <a:pt x="1486879" y="3859467"/>
                  </a:lnTo>
                  <a:lnTo>
                    <a:pt x="1487114" y="3859037"/>
                  </a:lnTo>
                  <a:lnTo>
                    <a:pt x="1488526" y="3858606"/>
                  </a:lnTo>
                  <a:lnTo>
                    <a:pt x="1490172" y="3856884"/>
                  </a:lnTo>
                  <a:lnTo>
                    <a:pt x="1490407" y="3854300"/>
                  </a:lnTo>
                  <a:lnTo>
                    <a:pt x="1490643" y="3853008"/>
                  </a:lnTo>
                  <a:lnTo>
                    <a:pt x="1490878" y="3852147"/>
                  </a:lnTo>
                  <a:lnTo>
                    <a:pt x="1491819" y="3849564"/>
                  </a:lnTo>
                  <a:lnTo>
                    <a:pt x="1492642" y="3848702"/>
                  </a:lnTo>
                  <a:lnTo>
                    <a:pt x="1493113" y="3848702"/>
                  </a:lnTo>
                  <a:lnTo>
                    <a:pt x="1493701" y="3847841"/>
                  </a:lnTo>
                  <a:lnTo>
                    <a:pt x="1494406" y="3847841"/>
                  </a:lnTo>
                  <a:lnTo>
                    <a:pt x="1494877" y="3847411"/>
                  </a:lnTo>
                  <a:lnTo>
                    <a:pt x="1494994" y="3846549"/>
                  </a:lnTo>
                  <a:lnTo>
                    <a:pt x="1495230" y="3846119"/>
                  </a:lnTo>
                  <a:lnTo>
                    <a:pt x="1495347" y="3846119"/>
                  </a:lnTo>
                  <a:lnTo>
                    <a:pt x="1496523" y="3844396"/>
                  </a:lnTo>
                  <a:lnTo>
                    <a:pt x="1496759" y="3844396"/>
                  </a:lnTo>
                  <a:lnTo>
                    <a:pt x="1497111" y="3841813"/>
                  </a:lnTo>
                  <a:lnTo>
                    <a:pt x="1497347" y="3841813"/>
                  </a:lnTo>
                  <a:lnTo>
                    <a:pt x="1498405" y="3839660"/>
                  </a:lnTo>
                  <a:lnTo>
                    <a:pt x="1498993" y="3839660"/>
                  </a:lnTo>
                  <a:lnTo>
                    <a:pt x="1499464" y="3838799"/>
                  </a:lnTo>
                  <a:lnTo>
                    <a:pt x="1499699" y="3838368"/>
                  </a:lnTo>
                  <a:lnTo>
                    <a:pt x="1500405" y="3836215"/>
                  </a:lnTo>
                  <a:lnTo>
                    <a:pt x="1501110" y="3835784"/>
                  </a:lnTo>
                  <a:lnTo>
                    <a:pt x="1501346" y="3835354"/>
                  </a:lnTo>
                  <a:lnTo>
                    <a:pt x="1501463" y="3835354"/>
                  </a:lnTo>
                  <a:lnTo>
                    <a:pt x="1501581" y="3835354"/>
                  </a:lnTo>
                  <a:lnTo>
                    <a:pt x="1502404" y="3834493"/>
                  </a:lnTo>
                  <a:lnTo>
                    <a:pt x="1502404" y="3833201"/>
                  </a:lnTo>
                  <a:lnTo>
                    <a:pt x="1503110" y="3830617"/>
                  </a:lnTo>
                  <a:lnTo>
                    <a:pt x="1503815" y="3829756"/>
                  </a:lnTo>
                  <a:lnTo>
                    <a:pt x="1504874" y="3828034"/>
                  </a:lnTo>
                  <a:lnTo>
                    <a:pt x="1505109" y="3827603"/>
                  </a:lnTo>
                  <a:lnTo>
                    <a:pt x="1505462" y="3827172"/>
                  </a:lnTo>
                  <a:lnTo>
                    <a:pt x="1505580" y="3826742"/>
                  </a:lnTo>
                  <a:lnTo>
                    <a:pt x="1506050" y="3826311"/>
                  </a:lnTo>
                  <a:lnTo>
                    <a:pt x="1506873" y="3825881"/>
                  </a:lnTo>
                  <a:lnTo>
                    <a:pt x="1507579" y="3823297"/>
                  </a:lnTo>
                  <a:lnTo>
                    <a:pt x="1508520" y="3822005"/>
                  </a:lnTo>
                  <a:lnTo>
                    <a:pt x="1508638" y="3821144"/>
                  </a:lnTo>
                  <a:lnTo>
                    <a:pt x="1509931" y="3819852"/>
                  </a:lnTo>
                  <a:lnTo>
                    <a:pt x="1510167" y="3817699"/>
                  </a:lnTo>
                  <a:lnTo>
                    <a:pt x="1510872" y="3817269"/>
                  </a:lnTo>
                  <a:lnTo>
                    <a:pt x="1510990" y="3816838"/>
                  </a:lnTo>
                  <a:lnTo>
                    <a:pt x="1511931" y="3814685"/>
                  </a:lnTo>
                  <a:lnTo>
                    <a:pt x="1511931" y="3812532"/>
                  </a:lnTo>
                  <a:lnTo>
                    <a:pt x="1513342" y="3812101"/>
                  </a:lnTo>
                  <a:lnTo>
                    <a:pt x="1513695" y="3809948"/>
                  </a:lnTo>
                  <a:lnTo>
                    <a:pt x="1513813" y="3808226"/>
                  </a:lnTo>
                  <a:lnTo>
                    <a:pt x="1515224" y="3806073"/>
                  </a:lnTo>
                  <a:lnTo>
                    <a:pt x="1515342" y="3805642"/>
                  </a:lnTo>
                  <a:lnTo>
                    <a:pt x="1516871" y="3804781"/>
                  </a:lnTo>
                  <a:lnTo>
                    <a:pt x="1517224" y="3803059"/>
                  </a:lnTo>
                  <a:lnTo>
                    <a:pt x="1517341" y="3802198"/>
                  </a:lnTo>
                  <a:lnTo>
                    <a:pt x="1517576" y="3800906"/>
                  </a:lnTo>
                  <a:lnTo>
                    <a:pt x="1518635" y="3800045"/>
                  </a:lnTo>
                  <a:lnTo>
                    <a:pt x="1519458" y="3800045"/>
                  </a:lnTo>
                  <a:lnTo>
                    <a:pt x="1519576" y="3799183"/>
                  </a:lnTo>
                  <a:lnTo>
                    <a:pt x="1520046" y="3798322"/>
                  </a:lnTo>
                  <a:lnTo>
                    <a:pt x="1520281" y="3798322"/>
                  </a:lnTo>
                  <a:lnTo>
                    <a:pt x="1521928" y="3797030"/>
                  </a:lnTo>
                  <a:lnTo>
                    <a:pt x="1522163" y="3796600"/>
                  </a:lnTo>
                  <a:lnTo>
                    <a:pt x="1523222" y="3796169"/>
                  </a:lnTo>
                  <a:lnTo>
                    <a:pt x="1523692" y="3796169"/>
                  </a:lnTo>
                  <a:lnTo>
                    <a:pt x="1523928" y="3795739"/>
                  </a:lnTo>
                  <a:lnTo>
                    <a:pt x="1525457" y="3792294"/>
                  </a:lnTo>
                  <a:lnTo>
                    <a:pt x="1525809" y="3791433"/>
                  </a:lnTo>
                  <a:lnTo>
                    <a:pt x="1526045" y="3791433"/>
                  </a:lnTo>
                  <a:lnTo>
                    <a:pt x="1526750" y="3791002"/>
                  </a:lnTo>
                  <a:lnTo>
                    <a:pt x="1526986" y="3790571"/>
                  </a:lnTo>
                  <a:lnTo>
                    <a:pt x="1527221" y="3790571"/>
                  </a:lnTo>
                  <a:lnTo>
                    <a:pt x="1527574" y="3789710"/>
                  </a:lnTo>
                  <a:lnTo>
                    <a:pt x="1527691" y="3789280"/>
                  </a:lnTo>
                  <a:lnTo>
                    <a:pt x="1527809" y="3788849"/>
                  </a:lnTo>
                  <a:lnTo>
                    <a:pt x="1528044" y="3788849"/>
                  </a:lnTo>
                  <a:lnTo>
                    <a:pt x="1528279" y="3787557"/>
                  </a:lnTo>
                  <a:lnTo>
                    <a:pt x="1528514" y="3787127"/>
                  </a:lnTo>
                  <a:lnTo>
                    <a:pt x="1528750" y="3787127"/>
                  </a:lnTo>
                  <a:lnTo>
                    <a:pt x="1529926" y="3785404"/>
                  </a:lnTo>
                  <a:lnTo>
                    <a:pt x="1530279" y="3784974"/>
                  </a:lnTo>
                  <a:lnTo>
                    <a:pt x="1531220" y="3784112"/>
                  </a:lnTo>
                  <a:lnTo>
                    <a:pt x="1532513" y="3781959"/>
                  </a:lnTo>
                  <a:lnTo>
                    <a:pt x="1532513" y="3781098"/>
                  </a:lnTo>
                  <a:lnTo>
                    <a:pt x="1532513" y="3780668"/>
                  </a:lnTo>
                  <a:lnTo>
                    <a:pt x="1532631" y="3780668"/>
                  </a:lnTo>
                  <a:lnTo>
                    <a:pt x="1532984" y="3779806"/>
                  </a:lnTo>
                  <a:lnTo>
                    <a:pt x="1533219" y="3779806"/>
                  </a:lnTo>
                  <a:lnTo>
                    <a:pt x="1533807" y="3779376"/>
                  </a:lnTo>
                  <a:lnTo>
                    <a:pt x="1534042" y="3776362"/>
                  </a:lnTo>
                  <a:lnTo>
                    <a:pt x="1535101" y="3775070"/>
                  </a:lnTo>
                  <a:lnTo>
                    <a:pt x="1535571" y="3773347"/>
                  </a:lnTo>
                  <a:lnTo>
                    <a:pt x="1535807" y="3772917"/>
                  </a:lnTo>
                  <a:lnTo>
                    <a:pt x="1537100" y="3771194"/>
                  </a:lnTo>
                  <a:lnTo>
                    <a:pt x="1538394" y="3770333"/>
                  </a:lnTo>
                  <a:lnTo>
                    <a:pt x="1538512" y="3770333"/>
                  </a:lnTo>
                  <a:lnTo>
                    <a:pt x="1540982" y="3766458"/>
                  </a:lnTo>
                  <a:lnTo>
                    <a:pt x="1542040" y="3765597"/>
                  </a:lnTo>
                  <a:lnTo>
                    <a:pt x="1542158" y="3765166"/>
                  </a:lnTo>
                  <a:lnTo>
                    <a:pt x="1543922" y="3762152"/>
                  </a:lnTo>
                  <a:lnTo>
                    <a:pt x="1544157" y="3762152"/>
                  </a:lnTo>
                  <a:lnTo>
                    <a:pt x="1544392" y="3762152"/>
                  </a:lnTo>
                  <a:lnTo>
                    <a:pt x="1544510" y="3762152"/>
                  </a:lnTo>
                  <a:lnTo>
                    <a:pt x="1545333" y="3762152"/>
                  </a:lnTo>
                  <a:lnTo>
                    <a:pt x="1546745" y="3759568"/>
                  </a:lnTo>
                  <a:lnTo>
                    <a:pt x="1546980" y="3758276"/>
                  </a:lnTo>
                  <a:lnTo>
                    <a:pt x="1547215" y="3758276"/>
                  </a:lnTo>
                  <a:lnTo>
                    <a:pt x="1548627" y="3757415"/>
                  </a:lnTo>
                  <a:lnTo>
                    <a:pt x="1549215" y="3756554"/>
                  </a:lnTo>
                  <a:lnTo>
                    <a:pt x="1549450" y="3756123"/>
                  </a:lnTo>
                  <a:lnTo>
                    <a:pt x="1549685" y="3756123"/>
                  </a:lnTo>
                  <a:lnTo>
                    <a:pt x="1550038" y="3754401"/>
                  </a:lnTo>
                  <a:lnTo>
                    <a:pt x="1550861" y="3754401"/>
                  </a:lnTo>
                  <a:lnTo>
                    <a:pt x="1550979" y="3753970"/>
                  </a:lnTo>
                  <a:lnTo>
                    <a:pt x="1551096" y="3753109"/>
                  </a:lnTo>
                  <a:lnTo>
                    <a:pt x="1551332" y="3752248"/>
                  </a:lnTo>
                  <a:lnTo>
                    <a:pt x="1552861" y="3750095"/>
                  </a:lnTo>
                  <a:lnTo>
                    <a:pt x="1553684" y="3749234"/>
                  </a:lnTo>
                  <a:lnTo>
                    <a:pt x="1554390" y="3747942"/>
                  </a:lnTo>
                  <a:lnTo>
                    <a:pt x="1554860" y="3747511"/>
                  </a:lnTo>
                  <a:lnTo>
                    <a:pt x="1555683" y="3746650"/>
                  </a:lnTo>
                  <a:lnTo>
                    <a:pt x="1555919" y="3746650"/>
                  </a:lnTo>
                  <a:lnTo>
                    <a:pt x="1557095" y="3744497"/>
                  </a:lnTo>
                  <a:lnTo>
                    <a:pt x="1557212" y="3743636"/>
                  </a:lnTo>
                  <a:lnTo>
                    <a:pt x="1557800" y="3743636"/>
                  </a:lnTo>
                  <a:lnTo>
                    <a:pt x="1559447" y="3742775"/>
                  </a:lnTo>
                  <a:lnTo>
                    <a:pt x="1559917" y="3739761"/>
                  </a:lnTo>
                  <a:lnTo>
                    <a:pt x="1560506" y="3738469"/>
                  </a:lnTo>
                  <a:lnTo>
                    <a:pt x="1560623" y="3738038"/>
                  </a:lnTo>
                  <a:lnTo>
                    <a:pt x="1560858" y="3737608"/>
                  </a:lnTo>
                  <a:lnTo>
                    <a:pt x="1561446" y="3737177"/>
                  </a:lnTo>
                  <a:lnTo>
                    <a:pt x="1561682" y="3736746"/>
                  </a:lnTo>
                  <a:lnTo>
                    <a:pt x="1561799" y="3735455"/>
                  </a:lnTo>
                  <a:lnTo>
                    <a:pt x="1562975" y="3732871"/>
                  </a:lnTo>
                  <a:lnTo>
                    <a:pt x="1563093" y="3732871"/>
                  </a:lnTo>
                  <a:lnTo>
                    <a:pt x="1563916" y="3732440"/>
                  </a:lnTo>
                  <a:lnTo>
                    <a:pt x="1563916" y="3732010"/>
                  </a:lnTo>
                  <a:lnTo>
                    <a:pt x="1564504" y="3731149"/>
                  </a:lnTo>
                  <a:lnTo>
                    <a:pt x="1564740" y="3730718"/>
                  </a:lnTo>
                  <a:lnTo>
                    <a:pt x="1565210" y="3730718"/>
                  </a:lnTo>
                  <a:lnTo>
                    <a:pt x="1566033" y="3729857"/>
                  </a:lnTo>
                  <a:lnTo>
                    <a:pt x="1566974" y="3727704"/>
                  </a:lnTo>
                  <a:lnTo>
                    <a:pt x="1567092" y="3726412"/>
                  </a:lnTo>
                  <a:lnTo>
                    <a:pt x="1568033" y="3725551"/>
                  </a:lnTo>
                  <a:lnTo>
                    <a:pt x="1568150" y="3725120"/>
                  </a:lnTo>
                  <a:lnTo>
                    <a:pt x="1569327" y="3724690"/>
                  </a:lnTo>
                  <a:lnTo>
                    <a:pt x="1569797" y="3724259"/>
                  </a:lnTo>
                  <a:lnTo>
                    <a:pt x="1570620" y="3723398"/>
                  </a:lnTo>
                  <a:lnTo>
                    <a:pt x="1571326" y="3722967"/>
                  </a:lnTo>
                  <a:lnTo>
                    <a:pt x="1571326" y="3722537"/>
                  </a:lnTo>
                  <a:lnTo>
                    <a:pt x="1571326" y="3721675"/>
                  </a:lnTo>
                  <a:lnTo>
                    <a:pt x="1571326" y="3721245"/>
                  </a:lnTo>
                  <a:lnTo>
                    <a:pt x="1574031" y="3718661"/>
                  </a:lnTo>
                  <a:lnTo>
                    <a:pt x="1574149" y="3718231"/>
                  </a:lnTo>
                  <a:lnTo>
                    <a:pt x="1575207" y="3716508"/>
                  </a:lnTo>
                  <a:lnTo>
                    <a:pt x="1576383" y="3716078"/>
                  </a:lnTo>
                  <a:lnTo>
                    <a:pt x="1576619" y="3714786"/>
                  </a:lnTo>
                  <a:lnTo>
                    <a:pt x="1576736" y="3713494"/>
                  </a:lnTo>
                  <a:lnTo>
                    <a:pt x="1577560" y="3712202"/>
                  </a:lnTo>
                  <a:lnTo>
                    <a:pt x="1577677" y="3711772"/>
                  </a:lnTo>
                  <a:lnTo>
                    <a:pt x="1578853" y="3710480"/>
                  </a:lnTo>
                  <a:lnTo>
                    <a:pt x="1579794" y="3709188"/>
                  </a:lnTo>
                  <a:lnTo>
                    <a:pt x="1579912" y="3707896"/>
                  </a:lnTo>
                  <a:lnTo>
                    <a:pt x="1580030" y="3707035"/>
                  </a:lnTo>
                  <a:lnTo>
                    <a:pt x="1580970" y="3705313"/>
                  </a:lnTo>
                  <a:lnTo>
                    <a:pt x="1581088" y="3704451"/>
                  </a:lnTo>
                  <a:lnTo>
                    <a:pt x="1581911" y="3703160"/>
                  </a:lnTo>
                  <a:lnTo>
                    <a:pt x="1582264" y="3702729"/>
                  </a:lnTo>
                  <a:lnTo>
                    <a:pt x="1582382" y="3701007"/>
                  </a:lnTo>
                  <a:lnTo>
                    <a:pt x="1582852" y="3701007"/>
                  </a:lnTo>
                  <a:lnTo>
                    <a:pt x="1583205" y="3701007"/>
                  </a:lnTo>
                  <a:lnTo>
                    <a:pt x="1583558" y="3700145"/>
                  </a:lnTo>
                  <a:lnTo>
                    <a:pt x="1584381" y="3696701"/>
                  </a:lnTo>
                  <a:lnTo>
                    <a:pt x="1584381" y="3695409"/>
                  </a:lnTo>
                  <a:lnTo>
                    <a:pt x="1585087" y="3694548"/>
                  </a:lnTo>
                  <a:lnTo>
                    <a:pt x="1585910" y="3693256"/>
                  </a:lnTo>
                  <a:lnTo>
                    <a:pt x="1586381" y="3692395"/>
                  </a:lnTo>
                  <a:lnTo>
                    <a:pt x="1586498" y="3691964"/>
                  </a:lnTo>
                  <a:lnTo>
                    <a:pt x="1587439" y="3691964"/>
                  </a:lnTo>
                  <a:lnTo>
                    <a:pt x="1588615" y="3691533"/>
                  </a:lnTo>
                  <a:lnTo>
                    <a:pt x="1588733" y="3691103"/>
                  </a:lnTo>
                  <a:lnTo>
                    <a:pt x="1589556" y="3688519"/>
                  </a:lnTo>
                  <a:lnTo>
                    <a:pt x="1590027" y="3687658"/>
                  </a:lnTo>
                  <a:lnTo>
                    <a:pt x="1590850" y="3687227"/>
                  </a:lnTo>
                  <a:lnTo>
                    <a:pt x="1590850" y="3686366"/>
                  </a:lnTo>
                  <a:lnTo>
                    <a:pt x="1591085" y="3686366"/>
                  </a:lnTo>
                  <a:lnTo>
                    <a:pt x="1591203" y="3684644"/>
                  </a:lnTo>
                  <a:lnTo>
                    <a:pt x="1592261" y="3682060"/>
                  </a:lnTo>
                  <a:lnTo>
                    <a:pt x="1592497" y="3682060"/>
                  </a:lnTo>
                  <a:lnTo>
                    <a:pt x="1593908" y="3679907"/>
                  </a:lnTo>
                  <a:lnTo>
                    <a:pt x="1594026" y="3679046"/>
                  </a:lnTo>
                  <a:lnTo>
                    <a:pt x="1594614" y="3677754"/>
                  </a:lnTo>
                  <a:lnTo>
                    <a:pt x="1594731" y="3677754"/>
                  </a:lnTo>
                  <a:lnTo>
                    <a:pt x="1594967" y="3677324"/>
                  </a:lnTo>
                  <a:lnTo>
                    <a:pt x="1597319" y="3675601"/>
                  </a:lnTo>
                  <a:lnTo>
                    <a:pt x="1598142" y="3675171"/>
                  </a:lnTo>
                  <a:lnTo>
                    <a:pt x="1599554" y="3674309"/>
                  </a:lnTo>
                  <a:lnTo>
                    <a:pt x="1600377" y="3673448"/>
                  </a:lnTo>
                  <a:lnTo>
                    <a:pt x="1600965" y="3673018"/>
                  </a:lnTo>
                  <a:lnTo>
                    <a:pt x="1601200" y="3672587"/>
                  </a:lnTo>
                  <a:lnTo>
                    <a:pt x="1601553" y="3671295"/>
                  </a:lnTo>
                  <a:lnTo>
                    <a:pt x="1602376" y="3670865"/>
                  </a:lnTo>
                  <a:lnTo>
                    <a:pt x="1603788" y="3669142"/>
                  </a:lnTo>
                  <a:lnTo>
                    <a:pt x="1604964" y="3669142"/>
                  </a:lnTo>
                  <a:lnTo>
                    <a:pt x="1605669" y="3669142"/>
                  </a:lnTo>
                  <a:lnTo>
                    <a:pt x="1606610" y="3667850"/>
                  </a:lnTo>
                  <a:lnTo>
                    <a:pt x="1606963" y="3667850"/>
                  </a:lnTo>
                  <a:lnTo>
                    <a:pt x="1607434" y="3667850"/>
                  </a:lnTo>
                  <a:lnTo>
                    <a:pt x="1607551" y="3667850"/>
                  </a:lnTo>
                  <a:lnTo>
                    <a:pt x="1607669" y="3667850"/>
                  </a:lnTo>
                  <a:lnTo>
                    <a:pt x="1608845" y="3666989"/>
                  </a:lnTo>
                  <a:lnTo>
                    <a:pt x="1608963" y="3665267"/>
                  </a:lnTo>
                  <a:lnTo>
                    <a:pt x="1610139" y="3663114"/>
                  </a:lnTo>
                  <a:lnTo>
                    <a:pt x="1610374" y="3662683"/>
                  </a:lnTo>
                  <a:lnTo>
                    <a:pt x="1611668" y="3660530"/>
                  </a:lnTo>
                  <a:lnTo>
                    <a:pt x="1612021" y="3660530"/>
                  </a:lnTo>
                  <a:lnTo>
                    <a:pt x="1612726" y="3658808"/>
                  </a:lnTo>
                  <a:lnTo>
                    <a:pt x="1613079" y="3657947"/>
                  </a:lnTo>
                  <a:lnTo>
                    <a:pt x="1613079" y="3657085"/>
                  </a:lnTo>
                  <a:lnTo>
                    <a:pt x="1613197" y="3656655"/>
                  </a:lnTo>
                  <a:lnTo>
                    <a:pt x="1614608" y="3655363"/>
                  </a:lnTo>
                  <a:lnTo>
                    <a:pt x="1615196" y="3655363"/>
                  </a:lnTo>
                  <a:lnTo>
                    <a:pt x="1615549" y="3655363"/>
                  </a:lnTo>
                  <a:lnTo>
                    <a:pt x="1615902" y="3654932"/>
                  </a:lnTo>
                  <a:lnTo>
                    <a:pt x="1616137" y="3654502"/>
                  </a:lnTo>
                  <a:lnTo>
                    <a:pt x="1616960" y="3654502"/>
                  </a:lnTo>
                  <a:lnTo>
                    <a:pt x="1617431" y="3652349"/>
                  </a:lnTo>
                  <a:lnTo>
                    <a:pt x="1617784" y="3651918"/>
                  </a:lnTo>
                  <a:lnTo>
                    <a:pt x="1618725" y="3650626"/>
                  </a:lnTo>
                  <a:lnTo>
                    <a:pt x="1618842" y="3650626"/>
                  </a:lnTo>
                  <a:lnTo>
                    <a:pt x="1619195" y="3650196"/>
                  </a:lnTo>
                  <a:lnTo>
                    <a:pt x="1619313" y="3650196"/>
                  </a:lnTo>
                  <a:lnTo>
                    <a:pt x="1619901" y="3648904"/>
                  </a:lnTo>
                  <a:lnTo>
                    <a:pt x="1620606" y="3646751"/>
                  </a:lnTo>
                  <a:lnTo>
                    <a:pt x="1620606" y="3645890"/>
                  </a:lnTo>
                  <a:lnTo>
                    <a:pt x="1621430" y="3645459"/>
                  </a:lnTo>
                  <a:lnTo>
                    <a:pt x="1622018" y="3645459"/>
                  </a:lnTo>
                  <a:lnTo>
                    <a:pt x="1622253" y="3645029"/>
                  </a:lnTo>
                  <a:lnTo>
                    <a:pt x="1622606" y="3644167"/>
                  </a:lnTo>
                  <a:lnTo>
                    <a:pt x="1622724" y="3643306"/>
                  </a:lnTo>
                  <a:lnTo>
                    <a:pt x="1623900" y="3643306"/>
                  </a:lnTo>
                  <a:lnTo>
                    <a:pt x="1624488" y="3642014"/>
                  </a:lnTo>
                  <a:lnTo>
                    <a:pt x="1624605" y="3641584"/>
                  </a:lnTo>
                  <a:lnTo>
                    <a:pt x="1624841" y="3641584"/>
                  </a:lnTo>
                  <a:lnTo>
                    <a:pt x="1626017" y="3640723"/>
                  </a:lnTo>
                  <a:lnTo>
                    <a:pt x="1626840" y="3639000"/>
                  </a:lnTo>
                  <a:lnTo>
                    <a:pt x="1627428" y="3639000"/>
                  </a:lnTo>
                  <a:lnTo>
                    <a:pt x="1627899" y="3637708"/>
                  </a:lnTo>
                  <a:lnTo>
                    <a:pt x="1628251" y="3635555"/>
                  </a:lnTo>
                  <a:lnTo>
                    <a:pt x="1628722" y="3634694"/>
                  </a:lnTo>
                  <a:lnTo>
                    <a:pt x="1628839" y="3634264"/>
                  </a:lnTo>
                  <a:lnTo>
                    <a:pt x="1629075" y="3634264"/>
                  </a:lnTo>
                  <a:lnTo>
                    <a:pt x="1630721" y="3633402"/>
                  </a:lnTo>
                  <a:lnTo>
                    <a:pt x="1631427" y="3632111"/>
                  </a:lnTo>
                  <a:lnTo>
                    <a:pt x="1632838" y="3629096"/>
                  </a:lnTo>
                  <a:lnTo>
                    <a:pt x="1634014" y="3628666"/>
                  </a:lnTo>
                  <a:lnTo>
                    <a:pt x="1634720" y="3626943"/>
                  </a:lnTo>
                  <a:lnTo>
                    <a:pt x="1634838" y="3626082"/>
                  </a:lnTo>
                  <a:lnTo>
                    <a:pt x="1635543" y="3626082"/>
                  </a:lnTo>
                  <a:lnTo>
                    <a:pt x="1635779" y="3625652"/>
                  </a:lnTo>
                  <a:lnTo>
                    <a:pt x="1637661" y="3624360"/>
                  </a:lnTo>
                  <a:lnTo>
                    <a:pt x="1637896" y="3623929"/>
                  </a:lnTo>
                  <a:lnTo>
                    <a:pt x="1638249" y="3622637"/>
                  </a:lnTo>
                  <a:lnTo>
                    <a:pt x="1638954" y="3621346"/>
                  </a:lnTo>
                  <a:lnTo>
                    <a:pt x="1639307" y="3620484"/>
                  </a:lnTo>
                  <a:lnTo>
                    <a:pt x="1640130" y="3619193"/>
                  </a:lnTo>
                  <a:lnTo>
                    <a:pt x="1640836" y="3617901"/>
                  </a:lnTo>
                  <a:lnTo>
                    <a:pt x="1641424" y="3616609"/>
                  </a:lnTo>
                  <a:lnTo>
                    <a:pt x="1641777" y="3616178"/>
                  </a:lnTo>
                  <a:lnTo>
                    <a:pt x="1642247" y="3615748"/>
                  </a:lnTo>
                  <a:lnTo>
                    <a:pt x="1642365" y="3614456"/>
                  </a:lnTo>
                  <a:lnTo>
                    <a:pt x="1642718" y="3613164"/>
                  </a:lnTo>
                  <a:lnTo>
                    <a:pt x="1643306" y="3612734"/>
                  </a:lnTo>
                  <a:lnTo>
                    <a:pt x="1644482" y="3610150"/>
                  </a:lnTo>
                  <a:lnTo>
                    <a:pt x="1645070" y="3609289"/>
                  </a:lnTo>
                  <a:lnTo>
                    <a:pt x="1645188" y="3609289"/>
                  </a:lnTo>
                  <a:lnTo>
                    <a:pt x="1645776" y="3608858"/>
                  </a:lnTo>
                  <a:lnTo>
                    <a:pt x="1646129" y="3608858"/>
                  </a:lnTo>
                  <a:lnTo>
                    <a:pt x="1646599" y="3608858"/>
                  </a:lnTo>
                  <a:lnTo>
                    <a:pt x="1648834" y="3606705"/>
                  </a:lnTo>
                  <a:lnTo>
                    <a:pt x="1648951" y="3606705"/>
                  </a:lnTo>
                  <a:lnTo>
                    <a:pt x="1649657" y="3606705"/>
                  </a:lnTo>
                  <a:lnTo>
                    <a:pt x="1650598" y="3605413"/>
                  </a:lnTo>
                  <a:lnTo>
                    <a:pt x="1650716" y="3605413"/>
                  </a:lnTo>
                  <a:lnTo>
                    <a:pt x="1650716" y="3604552"/>
                  </a:lnTo>
                  <a:lnTo>
                    <a:pt x="1652715" y="3600246"/>
                  </a:lnTo>
                  <a:lnTo>
                    <a:pt x="1653774" y="3600246"/>
                  </a:lnTo>
                  <a:lnTo>
                    <a:pt x="1654009" y="3600246"/>
                  </a:lnTo>
                  <a:lnTo>
                    <a:pt x="1654127" y="3599816"/>
                  </a:lnTo>
                  <a:lnTo>
                    <a:pt x="1654950" y="3599385"/>
                  </a:lnTo>
                  <a:lnTo>
                    <a:pt x="1655067" y="3599385"/>
                  </a:lnTo>
                  <a:lnTo>
                    <a:pt x="1656361" y="3597232"/>
                  </a:lnTo>
                  <a:lnTo>
                    <a:pt x="1656479" y="3596801"/>
                  </a:lnTo>
                  <a:lnTo>
                    <a:pt x="1657302" y="3595510"/>
                  </a:lnTo>
                  <a:lnTo>
                    <a:pt x="1658125" y="3594218"/>
                  </a:lnTo>
                  <a:lnTo>
                    <a:pt x="1659066" y="3594218"/>
                  </a:lnTo>
                  <a:lnTo>
                    <a:pt x="1659654" y="3594218"/>
                  </a:lnTo>
                  <a:lnTo>
                    <a:pt x="1659772" y="3593357"/>
                  </a:lnTo>
                  <a:lnTo>
                    <a:pt x="1660125" y="3592926"/>
                  </a:lnTo>
                  <a:lnTo>
                    <a:pt x="1660360" y="3592926"/>
                  </a:lnTo>
                  <a:lnTo>
                    <a:pt x="1660478" y="3592495"/>
                  </a:lnTo>
                  <a:lnTo>
                    <a:pt x="1661654" y="3591204"/>
                  </a:lnTo>
                  <a:lnTo>
                    <a:pt x="1662712" y="3589481"/>
                  </a:lnTo>
                  <a:lnTo>
                    <a:pt x="1663065" y="3587759"/>
                  </a:lnTo>
                  <a:lnTo>
                    <a:pt x="1663418" y="3587328"/>
                  </a:lnTo>
                  <a:lnTo>
                    <a:pt x="1664359" y="3585606"/>
                  </a:lnTo>
                  <a:lnTo>
                    <a:pt x="1665065" y="3585175"/>
                  </a:lnTo>
                  <a:lnTo>
                    <a:pt x="1666123" y="3584745"/>
                  </a:lnTo>
                  <a:lnTo>
                    <a:pt x="1666241" y="3582592"/>
                  </a:lnTo>
                  <a:lnTo>
                    <a:pt x="1666476" y="3582592"/>
                  </a:lnTo>
                  <a:lnTo>
                    <a:pt x="1666476" y="3582161"/>
                  </a:lnTo>
                  <a:lnTo>
                    <a:pt x="1667652" y="3580869"/>
                  </a:lnTo>
                  <a:lnTo>
                    <a:pt x="1668358" y="3580439"/>
                  </a:lnTo>
                  <a:lnTo>
                    <a:pt x="1668946" y="3580008"/>
                  </a:lnTo>
                  <a:lnTo>
                    <a:pt x="1669181" y="3579147"/>
                  </a:lnTo>
                  <a:lnTo>
                    <a:pt x="1671181" y="3577855"/>
                  </a:lnTo>
                  <a:lnTo>
                    <a:pt x="1671651" y="3577424"/>
                  </a:lnTo>
                  <a:lnTo>
                    <a:pt x="1673180" y="3575702"/>
                  </a:lnTo>
                  <a:lnTo>
                    <a:pt x="1673415" y="3574410"/>
                  </a:lnTo>
                  <a:lnTo>
                    <a:pt x="1674121" y="3573118"/>
                  </a:lnTo>
                  <a:lnTo>
                    <a:pt x="1676826" y="3570535"/>
                  </a:lnTo>
                  <a:lnTo>
                    <a:pt x="1677767" y="3570535"/>
                  </a:lnTo>
                  <a:lnTo>
                    <a:pt x="1678120" y="3570535"/>
                  </a:lnTo>
                  <a:lnTo>
                    <a:pt x="1679649" y="3569674"/>
                  </a:lnTo>
                  <a:lnTo>
                    <a:pt x="1680237" y="3568812"/>
                  </a:lnTo>
                  <a:lnTo>
                    <a:pt x="1680355" y="3568812"/>
                  </a:lnTo>
                  <a:lnTo>
                    <a:pt x="1681295" y="3568382"/>
                  </a:lnTo>
                  <a:lnTo>
                    <a:pt x="1682707" y="3567521"/>
                  </a:lnTo>
                  <a:lnTo>
                    <a:pt x="1683412" y="3567521"/>
                  </a:lnTo>
                  <a:lnTo>
                    <a:pt x="1683883" y="3567521"/>
                  </a:lnTo>
                  <a:lnTo>
                    <a:pt x="1683883" y="3566659"/>
                  </a:lnTo>
                  <a:lnTo>
                    <a:pt x="1684353" y="3566659"/>
                  </a:lnTo>
                  <a:lnTo>
                    <a:pt x="1684706" y="3565798"/>
                  </a:lnTo>
                  <a:lnTo>
                    <a:pt x="1684824" y="3563645"/>
                  </a:lnTo>
                  <a:lnTo>
                    <a:pt x="1686118" y="3562353"/>
                  </a:lnTo>
                  <a:lnTo>
                    <a:pt x="1686235" y="3561923"/>
                  </a:lnTo>
                  <a:lnTo>
                    <a:pt x="1686823" y="3561923"/>
                  </a:lnTo>
                  <a:lnTo>
                    <a:pt x="1687882" y="3560200"/>
                  </a:lnTo>
                  <a:lnTo>
                    <a:pt x="1688588" y="3559770"/>
                  </a:lnTo>
                  <a:lnTo>
                    <a:pt x="1689058" y="3559770"/>
                  </a:lnTo>
                  <a:lnTo>
                    <a:pt x="1689528" y="3557617"/>
                  </a:lnTo>
                  <a:lnTo>
                    <a:pt x="1689528" y="3557186"/>
                  </a:lnTo>
                  <a:lnTo>
                    <a:pt x="1689999" y="3556325"/>
                  </a:lnTo>
                  <a:lnTo>
                    <a:pt x="1690705" y="3555464"/>
                  </a:lnTo>
                  <a:lnTo>
                    <a:pt x="1693410" y="3552880"/>
                  </a:lnTo>
                  <a:lnTo>
                    <a:pt x="1694115" y="3552019"/>
                  </a:lnTo>
                  <a:lnTo>
                    <a:pt x="1694351" y="3552019"/>
                  </a:lnTo>
                  <a:lnTo>
                    <a:pt x="1694586" y="3551588"/>
                  </a:lnTo>
                  <a:lnTo>
                    <a:pt x="1695762" y="3551158"/>
                  </a:lnTo>
                  <a:lnTo>
                    <a:pt x="1696115" y="3550727"/>
                  </a:lnTo>
                  <a:lnTo>
                    <a:pt x="1696820" y="3550297"/>
                  </a:lnTo>
                  <a:lnTo>
                    <a:pt x="1697409" y="3549866"/>
                  </a:lnTo>
                  <a:lnTo>
                    <a:pt x="1697526" y="3549866"/>
                  </a:lnTo>
                  <a:lnTo>
                    <a:pt x="1697761" y="3549005"/>
                  </a:lnTo>
                  <a:lnTo>
                    <a:pt x="1698702" y="3548574"/>
                  </a:lnTo>
                  <a:lnTo>
                    <a:pt x="1700114" y="3547713"/>
                  </a:lnTo>
                  <a:lnTo>
                    <a:pt x="1700467" y="3546852"/>
                  </a:lnTo>
                  <a:lnTo>
                    <a:pt x="1701290" y="3545560"/>
                  </a:lnTo>
                  <a:lnTo>
                    <a:pt x="1701525" y="3543838"/>
                  </a:lnTo>
                  <a:lnTo>
                    <a:pt x="1702113" y="3543407"/>
                  </a:lnTo>
                  <a:lnTo>
                    <a:pt x="1702584" y="3543407"/>
                  </a:lnTo>
                  <a:lnTo>
                    <a:pt x="1703642" y="3543407"/>
                  </a:lnTo>
                  <a:lnTo>
                    <a:pt x="1704583" y="3543407"/>
                  </a:lnTo>
                  <a:lnTo>
                    <a:pt x="1705406" y="3543407"/>
                  </a:lnTo>
                  <a:lnTo>
                    <a:pt x="1705759" y="3543407"/>
                  </a:lnTo>
                  <a:lnTo>
                    <a:pt x="1705877" y="3543407"/>
                  </a:lnTo>
                  <a:lnTo>
                    <a:pt x="1706465" y="3541685"/>
                  </a:lnTo>
                  <a:lnTo>
                    <a:pt x="1706935" y="3541685"/>
                  </a:lnTo>
                  <a:lnTo>
                    <a:pt x="1707406" y="3541254"/>
                  </a:lnTo>
                  <a:lnTo>
                    <a:pt x="1707994" y="3539962"/>
                  </a:lnTo>
                  <a:lnTo>
                    <a:pt x="1708111" y="3539101"/>
                  </a:lnTo>
                  <a:lnTo>
                    <a:pt x="1708935" y="3537809"/>
                  </a:lnTo>
                  <a:lnTo>
                    <a:pt x="1711405" y="3534364"/>
                  </a:lnTo>
                  <a:lnTo>
                    <a:pt x="1711758" y="3533503"/>
                  </a:lnTo>
                  <a:lnTo>
                    <a:pt x="1711758" y="3532211"/>
                  </a:lnTo>
                  <a:lnTo>
                    <a:pt x="1711993" y="3531350"/>
                  </a:lnTo>
                  <a:lnTo>
                    <a:pt x="1712346" y="3530489"/>
                  </a:lnTo>
                  <a:lnTo>
                    <a:pt x="1712581" y="3530489"/>
                  </a:lnTo>
                  <a:lnTo>
                    <a:pt x="1712816" y="3529628"/>
                  </a:lnTo>
                  <a:lnTo>
                    <a:pt x="1715168" y="3528336"/>
                  </a:lnTo>
                  <a:lnTo>
                    <a:pt x="1715756" y="3527475"/>
                  </a:lnTo>
                  <a:lnTo>
                    <a:pt x="1715874" y="3524891"/>
                  </a:lnTo>
                  <a:lnTo>
                    <a:pt x="1715992" y="3524891"/>
                  </a:lnTo>
                  <a:lnTo>
                    <a:pt x="1716697" y="3524461"/>
                  </a:lnTo>
                  <a:lnTo>
                    <a:pt x="1717285" y="3524461"/>
                  </a:lnTo>
                  <a:lnTo>
                    <a:pt x="1717638" y="3524030"/>
                  </a:lnTo>
                  <a:lnTo>
                    <a:pt x="1718814" y="3522308"/>
                  </a:lnTo>
                  <a:lnTo>
                    <a:pt x="1720226" y="3522308"/>
                  </a:lnTo>
                  <a:lnTo>
                    <a:pt x="1722460" y="3521446"/>
                  </a:lnTo>
                  <a:lnTo>
                    <a:pt x="1722460" y="3520585"/>
                  </a:lnTo>
                  <a:lnTo>
                    <a:pt x="1722578" y="3520585"/>
                  </a:lnTo>
                  <a:lnTo>
                    <a:pt x="1723872" y="3519293"/>
                  </a:lnTo>
                  <a:lnTo>
                    <a:pt x="1724577" y="3518432"/>
                  </a:lnTo>
                  <a:lnTo>
                    <a:pt x="1724695" y="3516279"/>
                  </a:lnTo>
                  <a:lnTo>
                    <a:pt x="1724813" y="3515849"/>
                  </a:lnTo>
                  <a:lnTo>
                    <a:pt x="1724930" y="3515849"/>
                  </a:lnTo>
                  <a:lnTo>
                    <a:pt x="1725166" y="3515418"/>
                  </a:lnTo>
                  <a:lnTo>
                    <a:pt x="1726106" y="3514987"/>
                  </a:lnTo>
                  <a:lnTo>
                    <a:pt x="1726342" y="3514987"/>
                  </a:lnTo>
                  <a:lnTo>
                    <a:pt x="1726812" y="3514126"/>
                  </a:lnTo>
                  <a:lnTo>
                    <a:pt x="1727400" y="3513265"/>
                  </a:lnTo>
                  <a:lnTo>
                    <a:pt x="1727988" y="3512404"/>
                  </a:lnTo>
                  <a:lnTo>
                    <a:pt x="1729752" y="3510251"/>
                  </a:lnTo>
                  <a:lnTo>
                    <a:pt x="1730105" y="3510251"/>
                  </a:lnTo>
                  <a:lnTo>
                    <a:pt x="1730458" y="3509390"/>
                  </a:lnTo>
                  <a:lnTo>
                    <a:pt x="1731517" y="3507237"/>
                  </a:lnTo>
                  <a:lnTo>
                    <a:pt x="1731634" y="3507237"/>
                  </a:lnTo>
                  <a:lnTo>
                    <a:pt x="1732340" y="3506375"/>
                  </a:lnTo>
                  <a:lnTo>
                    <a:pt x="1732458" y="3505945"/>
                  </a:lnTo>
                  <a:lnTo>
                    <a:pt x="1733869" y="3502931"/>
                  </a:lnTo>
                  <a:lnTo>
                    <a:pt x="1734222" y="3502931"/>
                  </a:lnTo>
                  <a:lnTo>
                    <a:pt x="1734457" y="3502931"/>
                  </a:lnTo>
                  <a:lnTo>
                    <a:pt x="1736104" y="3502931"/>
                  </a:lnTo>
                  <a:lnTo>
                    <a:pt x="1736221" y="3502069"/>
                  </a:lnTo>
                  <a:lnTo>
                    <a:pt x="1736927" y="3500778"/>
                  </a:lnTo>
                  <a:lnTo>
                    <a:pt x="1737985" y="3499486"/>
                  </a:lnTo>
                  <a:lnTo>
                    <a:pt x="1739044" y="3497763"/>
                  </a:lnTo>
                  <a:lnTo>
                    <a:pt x="1741279" y="3496472"/>
                  </a:lnTo>
                  <a:lnTo>
                    <a:pt x="1741984" y="3493888"/>
                  </a:lnTo>
                  <a:lnTo>
                    <a:pt x="1742337" y="3493027"/>
                  </a:lnTo>
                  <a:lnTo>
                    <a:pt x="1742455" y="3493027"/>
                  </a:lnTo>
                  <a:lnTo>
                    <a:pt x="1743631" y="3492166"/>
                  </a:lnTo>
                  <a:lnTo>
                    <a:pt x="1744219" y="3491735"/>
                  </a:lnTo>
                  <a:lnTo>
                    <a:pt x="1744572" y="3490874"/>
                  </a:lnTo>
                  <a:lnTo>
                    <a:pt x="1744925" y="3490013"/>
                  </a:lnTo>
                  <a:lnTo>
                    <a:pt x="1745513" y="3489151"/>
                  </a:lnTo>
                  <a:lnTo>
                    <a:pt x="1745866" y="3487860"/>
                  </a:lnTo>
                  <a:lnTo>
                    <a:pt x="1746807" y="3486998"/>
                  </a:lnTo>
                  <a:lnTo>
                    <a:pt x="1747395" y="3486137"/>
                  </a:lnTo>
                  <a:lnTo>
                    <a:pt x="1747630" y="3484845"/>
                  </a:lnTo>
                  <a:lnTo>
                    <a:pt x="1748688" y="3482262"/>
                  </a:lnTo>
                  <a:lnTo>
                    <a:pt x="1749041" y="3481831"/>
                  </a:lnTo>
                  <a:lnTo>
                    <a:pt x="1749276" y="3480970"/>
                  </a:lnTo>
                  <a:lnTo>
                    <a:pt x="1750100" y="3480539"/>
                  </a:lnTo>
                  <a:lnTo>
                    <a:pt x="1750688" y="3480539"/>
                  </a:lnTo>
                  <a:lnTo>
                    <a:pt x="1751276" y="3479248"/>
                  </a:lnTo>
                  <a:lnTo>
                    <a:pt x="1751629" y="3479248"/>
                  </a:lnTo>
                  <a:lnTo>
                    <a:pt x="1752570" y="3478386"/>
                  </a:lnTo>
                  <a:lnTo>
                    <a:pt x="1752805" y="3478386"/>
                  </a:lnTo>
                  <a:lnTo>
                    <a:pt x="1753628" y="3478386"/>
                  </a:lnTo>
                  <a:lnTo>
                    <a:pt x="1754334" y="3478386"/>
                  </a:lnTo>
                  <a:lnTo>
                    <a:pt x="1754569" y="3477956"/>
                  </a:lnTo>
                  <a:lnTo>
                    <a:pt x="1754922" y="3475372"/>
                  </a:lnTo>
                  <a:lnTo>
                    <a:pt x="1756451" y="3474511"/>
                  </a:lnTo>
                  <a:lnTo>
                    <a:pt x="1756569" y="3473650"/>
                  </a:lnTo>
                  <a:lnTo>
                    <a:pt x="1756569" y="3472358"/>
                  </a:lnTo>
                  <a:lnTo>
                    <a:pt x="1756686" y="3471497"/>
                  </a:lnTo>
                  <a:lnTo>
                    <a:pt x="1757509" y="3468483"/>
                  </a:lnTo>
                  <a:lnTo>
                    <a:pt x="1758215" y="3467191"/>
                  </a:lnTo>
                  <a:lnTo>
                    <a:pt x="1758215" y="3466760"/>
                  </a:lnTo>
                  <a:lnTo>
                    <a:pt x="1759156" y="3465899"/>
                  </a:lnTo>
                  <a:lnTo>
                    <a:pt x="1759744" y="3465038"/>
                  </a:lnTo>
                  <a:lnTo>
                    <a:pt x="1760097" y="3464177"/>
                  </a:lnTo>
                  <a:lnTo>
                    <a:pt x="1760215" y="3464177"/>
                  </a:lnTo>
                  <a:lnTo>
                    <a:pt x="1760215" y="3463746"/>
                  </a:lnTo>
                  <a:lnTo>
                    <a:pt x="1761156" y="3462024"/>
                  </a:lnTo>
                  <a:lnTo>
                    <a:pt x="1762096" y="3460301"/>
                  </a:lnTo>
                  <a:lnTo>
                    <a:pt x="1763037" y="3459440"/>
                  </a:lnTo>
                  <a:lnTo>
                    <a:pt x="1763155" y="3459009"/>
                  </a:lnTo>
                  <a:lnTo>
                    <a:pt x="1763743" y="3457287"/>
                  </a:lnTo>
                  <a:lnTo>
                    <a:pt x="1763978" y="3457287"/>
                  </a:lnTo>
                  <a:lnTo>
                    <a:pt x="1766683" y="3452550"/>
                  </a:lnTo>
                  <a:lnTo>
                    <a:pt x="1766919" y="3451689"/>
                  </a:lnTo>
                  <a:lnTo>
                    <a:pt x="1767624" y="3451689"/>
                  </a:lnTo>
                  <a:lnTo>
                    <a:pt x="1768095" y="3450397"/>
                  </a:lnTo>
                  <a:lnTo>
                    <a:pt x="1768918" y="3450397"/>
                  </a:lnTo>
                  <a:lnTo>
                    <a:pt x="1770565" y="3448244"/>
                  </a:lnTo>
                  <a:lnTo>
                    <a:pt x="1770800" y="3446953"/>
                  </a:lnTo>
                  <a:lnTo>
                    <a:pt x="1770917" y="3446522"/>
                  </a:lnTo>
                  <a:lnTo>
                    <a:pt x="1771506" y="3446522"/>
                  </a:lnTo>
                  <a:lnTo>
                    <a:pt x="1771623" y="3446522"/>
                  </a:lnTo>
                  <a:lnTo>
                    <a:pt x="1772682" y="3446091"/>
                  </a:lnTo>
                  <a:lnTo>
                    <a:pt x="1774564" y="3444800"/>
                  </a:lnTo>
                  <a:lnTo>
                    <a:pt x="1775387" y="3442647"/>
                  </a:lnTo>
                  <a:lnTo>
                    <a:pt x="1776916" y="3441355"/>
                  </a:lnTo>
                  <a:lnTo>
                    <a:pt x="1777621" y="3440924"/>
                  </a:lnTo>
                  <a:lnTo>
                    <a:pt x="1777974" y="3439632"/>
                  </a:lnTo>
                  <a:lnTo>
                    <a:pt x="1779150" y="3439202"/>
                  </a:lnTo>
                  <a:lnTo>
                    <a:pt x="1779386" y="3439202"/>
                  </a:lnTo>
                  <a:lnTo>
                    <a:pt x="1779974" y="3437910"/>
                  </a:lnTo>
                  <a:lnTo>
                    <a:pt x="1779974" y="3437479"/>
                  </a:lnTo>
                  <a:lnTo>
                    <a:pt x="1782561" y="3434896"/>
                  </a:lnTo>
                  <a:lnTo>
                    <a:pt x="1783149" y="3434465"/>
                  </a:lnTo>
                  <a:lnTo>
                    <a:pt x="1783385" y="3434465"/>
                  </a:lnTo>
                  <a:lnTo>
                    <a:pt x="1783620" y="3434465"/>
                  </a:lnTo>
                  <a:lnTo>
                    <a:pt x="1783737" y="3434035"/>
                  </a:lnTo>
                  <a:lnTo>
                    <a:pt x="1784326" y="3434035"/>
                  </a:lnTo>
                  <a:lnTo>
                    <a:pt x="1784561" y="3434035"/>
                  </a:lnTo>
                  <a:lnTo>
                    <a:pt x="1784796" y="3433173"/>
                  </a:lnTo>
                  <a:lnTo>
                    <a:pt x="1785384" y="3433173"/>
                  </a:lnTo>
                  <a:lnTo>
                    <a:pt x="1786090" y="3430590"/>
                  </a:lnTo>
                  <a:lnTo>
                    <a:pt x="1787266" y="3428867"/>
                  </a:lnTo>
                  <a:lnTo>
                    <a:pt x="1789501" y="3426284"/>
                  </a:lnTo>
                  <a:lnTo>
                    <a:pt x="1789736" y="3426284"/>
                  </a:lnTo>
                  <a:lnTo>
                    <a:pt x="1789971" y="3424992"/>
                  </a:lnTo>
                  <a:lnTo>
                    <a:pt x="1790559" y="3424131"/>
                  </a:lnTo>
                  <a:lnTo>
                    <a:pt x="1791147" y="3423700"/>
                  </a:lnTo>
                  <a:lnTo>
                    <a:pt x="1791970" y="3423700"/>
                  </a:lnTo>
                  <a:lnTo>
                    <a:pt x="1793382" y="3420255"/>
                  </a:lnTo>
                  <a:lnTo>
                    <a:pt x="1793970" y="3418964"/>
                  </a:lnTo>
                  <a:lnTo>
                    <a:pt x="1794087" y="3418102"/>
                  </a:lnTo>
                  <a:lnTo>
                    <a:pt x="1794793" y="3416811"/>
                  </a:lnTo>
                  <a:lnTo>
                    <a:pt x="1794911" y="3416811"/>
                  </a:lnTo>
                  <a:lnTo>
                    <a:pt x="1795616" y="3415949"/>
                  </a:lnTo>
                  <a:lnTo>
                    <a:pt x="1796910" y="3413796"/>
                  </a:lnTo>
                  <a:lnTo>
                    <a:pt x="1797263" y="3412505"/>
                  </a:lnTo>
                  <a:lnTo>
                    <a:pt x="1797851" y="3411213"/>
                  </a:lnTo>
                  <a:lnTo>
                    <a:pt x="1799615" y="3409060"/>
                  </a:lnTo>
                  <a:lnTo>
                    <a:pt x="1799733" y="3409060"/>
                  </a:lnTo>
                  <a:lnTo>
                    <a:pt x="1800439" y="3407337"/>
                  </a:lnTo>
                  <a:lnTo>
                    <a:pt x="1801262" y="3406046"/>
                  </a:lnTo>
                  <a:lnTo>
                    <a:pt x="1803967" y="3404754"/>
                  </a:lnTo>
                  <a:lnTo>
                    <a:pt x="1804673" y="3403462"/>
                  </a:lnTo>
                  <a:lnTo>
                    <a:pt x="1805614" y="3403031"/>
                  </a:lnTo>
                  <a:lnTo>
                    <a:pt x="1805731" y="3401309"/>
                  </a:lnTo>
                  <a:lnTo>
                    <a:pt x="1806319" y="3401309"/>
                  </a:lnTo>
                  <a:lnTo>
                    <a:pt x="1807613" y="3399587"/>
                  </a:lnTo>
                  <a:lnTo>
                    <a:pt x="1807731" y="3399587"/>
                  </a:lnTo>
                  <a:lnTo>
                    <a:pt x="1809025" y="3397434"/>
                  </a:lnTo>
                  <a:lnTo>
                    <a:pt x="1811377" y="3394419"/>
                  </a:lnTo>
                  <a:lnTo>
                    <a:pt x="1811730" y="3392697"/>
                  </a:lnTo>
                  <a:lnTo>
                    <a:pt x="1812200" y="3392697"/>
                  </a:lnTo>
                  <a:lnTo>
                    <a:pt x="1812906" y="3391836"/>
                  </a:lnTo>
                  <a:lnTo>
                    <a:pt x="1813141" y="3391836"/>
                  </a:lnTo>
                  <a:lnTo>
                    <a:pt x="1813259" y="3390113"/>
                  </a:lnTo>
                  <a:lnTo>
                    <a:pt x="1813729" y="3390113"/>
                  </a:lnTo>
                  <a:lnTo>
                    <a:pt x="1814670" y="3389252"/>
                  </a:lnTo>
                  <a:lnTo>
                    <a:pt x="1815376" y="3388822"/>
                  </a:lnTo>
                  <a:lnTo>
                    <a:pt x="1815611" y="3388822"/>
                  </a:lnTo>
                  <a:lnTo>
                    <a:pt x="1816434" y="3386669"/>
                  </a:lnTo>
                  <a:lnTo>
                    <a:pt x="1816787" y="3384946"/>
                  </a:lnTo>
                  <a:lnTo>
                    <a:pt x="1817022" y="3384516"/>
                  </a:lnTo>
                  <a:lnTo>
                    <a:pt x="1817258" y="3384516"/>
                  </a:lnTo>
                  <a:lnTo>
                    <a:pt x="1817610" y="3384085"/>
                  </a:lnTo>
                  <a:lnTo>
                    <a:pt x="1818551" y="3383224"/>
                  </a:lnTo>
                  <a:lnTo>
                    <a:pt x="1819845" y="3381932"/>
                  </a:lnTo>
                  <a:lnTo>
                    <a:pt x="1821021" y="3381501"/>
                  </a:lnTo>
                  <a:lnTo>
                    <a:pt x="1821139" y="3381501"/>
                  </a:lnTo>
                  <a:lnTo>
                    <a:pt x="1821374" y="3381071"/>
                  </a:lnTo>
                  <a:lnTo>
                    <a:pt x="1824902" y="3375473"/>
                  </a:lnTo>
                  <a:lnTo>
                    <a:pt x="1825608" y="3375473"/>
                  </a:lnTo>
                  <a:lnTo>
                    <a:pt x="1827019" y="3375042"/>
                  </a:lnTo>
                  <a:lnTo>
                    <a:pt x="1827372" y="3373320"/>
                  </a:lnTo>
                  <a:lnTo>
                    <a:pt x="1827725" y="3373320"/>
                  </a:lnTo>
                  <a:lnTo>
                    <a:pt x="1828078" y="3373320"/>
                  </a:lnTo>
                  <a:lnTo>
                    <a:pt x="1828431" y="3372889"/>
                  </a:lnTo>
                  <a:lnTo>
                    <a:pt x="1828784" y="3372889"/>
                  </a:lnTo>
                  <a:lnTo>
                    <a:pt x="1829725" y="3372459"/>
                  </a:lnTo>
                  <a:lnTo>
                    <a:pt x="1830077" y="3372459"/>
                  </a:lnTo>
                  <a:lnTo>
                    <a:pt x="1831606" y="3372028"/>
                  </a:lnTo>
                  <a:lnTo>
                    <a:pt x="1831724" y="3372028"/>
                  </a:lnTo>
                  <a:lnTo>
                    <a:pt x="1831842" y="3372028"/>
                  </a:lnTo>
                  <a:lnTo>
                    <a:pt x="1833371" y="3370306"/>
                  </a:lnTo>
                  <a:lnTo>
                    <a:pt x="1834900" y="3369445"/>
                  </a:lnTo>
                  <a:lnTo>
                    <a:pt x="1836076" y="3369445"/>
                  </a:lnTo>
                  <a:lnTo>
                    <a:pt x="1836429" y="3368153"/>
                  </a:lnTo>
                  <a:lnTo>
                    <a:pt x="1837017" y="3366430"/>
                  </a:lnTo>
                  <a:lnTo>
                    <a:pt x="1837252" y="3365569"/>
                  </a:lnTo>
                  <a:lnTo>
                    <a:pt x="1837605" y="3365139"/>
                  </a:lnTo>
                  <a:lnTo>
                    <a:pt x="1839604" y="3362986"/>
                  </a:lnTo>
                  <a:lnTo>
                    <a:pt x="1840075" y="3362124"/>
                  </a:lnTo>
                  <a:lnTo>
                    <a:pt x="1840545" y="3361263"/>
                  </a:lnTo>
                  <a:lnTo>
                    <a:pt x="1840663" y="3359971"/>
                  </a:lnTo>
                  <a:lnTo>
                    <a:pt x="1841133" y="3359971"/>
                  </a:lnTo>
                  <a:lnTo>
                    <a:pt x="1841368" y="3359971"/>
                  </a:lnTo>
                  <a:lnTo>
                    <a:pt x="1843133" y="3358680"/>
                  </a:lnTo>
                  <a:lnTo>
                    <a:pt x="1844309" y="3357818"/>
                  </a:lnTo>
                  <a:lnTo>
                    <a:pt x="1845132" y="3356957"/>
                  </a:lnTo>
                  <a:lnTo>
                    <a:pt x="1846896" y="3355235"/>
                  </a:lnTo>
                  <a:lnTo>
                    <a:pt x="1848072" y="3353512"/>
                  </a:lnTo>
                  <a:lnTo>
                    <a:pt x="1848425" y="3353082"/>
                  </a:lnTo>
                  <a:lnTo>
                    <a:pt x="1848778" y="3352221"/>
                  </a:lnTo>
                  <a:lnTo>
                    <a:pt x="1849131" y="3350929"/>
                  </a:lnTo>
                  <a:lnTo>
                    <a:pt x="1849366" y="3350929"/>
                  </a:lnTo>
                  <a:lnTo>
                    <a:pt x="1849601" y="3349637"/>
                  </a:lnTo>
                  <a:lnTo>
                    <a:pt x="1850778" y="3349206"/>
                  </a:lnTo>
                  <a:lnTo>
                    <a:pt x="1851836" y="3348776"/>
                  </a:lnTo>
                  <a:lnTo>
                    <a:pt x="1851954" y="3347915"/>
                  </a:lnTo>
                  <a:lnTo>
                    <a:pt x="1854188" y="3344039"/>
                  </a:lnTo>
                  <a:lnTo>
                    <a:pt x="1854306" y="3344039"/>
                  </a:lnTo>
                  <a:lnTo>
                    <a:pt x="1855717" y="3343609"/>
                  </a:lnTo>
                  <a:lnTo>
                    <a:pt x="1856541" y="3343609"/>
                  </a:lnTo>
                  <a:lnTo>
                    <a:pt x="1857599" y="3342317"/>
                  </a:lnTo>
                  <a:lnTo>
                    <a:pt x="1858658" y="3341456"/>
                  </a:lnTo>
                  <a:lnTo>
                    <a:pt x="1859834" y="3340594"/>
                  </a:lnTo>
                  <a:lnTo>
                    <a:pt x="1860422" y="3338441"/>
                  </a:lnTo>
                  <a:lnTo>
                    <a:pt x="1860775" y="3338441"/>
                  </a:lnTo>
                  <a:lnTo>
                    <a:pt x="1861480" y="3338011"/>
                  </a:lnTo>
                  <a:lnTo>
                    <a:pt x="1861598" y="3338011"/>
                  </a:lnTo>
                  <a:lnTo>
                    <a:pt x="1861833" y="3337580"/>
                  </a:lnTo>
                  <a:lnTo>
                    <a:pt x="1863009" y="3337580"/>
                  </a:lnTo>
                  <a:lnTo>
                    <a:pt x="1863127" y="3337150"/>
                  </a:lnTo>
                  <a:lnTo>
                    <a:pt x="1863715" y="3335427"/>
                  </a:lnTo>
                  <a:lnTo>
                    <a:pt x="1864421" y="3334566"/>
                  </a:lnTo>
                  <a:lnTo>
                    <a:pt x="1866303" y="3332413"/>
                  </a:lnTo>
                  <a:lnTo>
                    <a:pt x="1866891" y="3331982"/>
                  </a:lnTo>
                  <a:lnTo>
                    <a:pt x="1868184" y="3330691"/>
                  </a:lnTo>
                  <a:lnTo>
                    <a:pt x="1868302" y="3328538"/>
                  </a:lnTo>
                  <a:lnTo>
                    <a:pt x="1869478" y="3327676"/>
                  </a:lnTo>
                  <a:lnTo>
                    <a:pt x="1869831" y="3326815"/>
                  </a:lnTo>
                  <a:lnTo>
                    <a:pt x="1870184" y="3325954"/>
                  </a:lnTo>
                  <a:lnTo>
                    <a:pt x="1871007" y="3325093"/>
                  </a:lnTo>
                  <a:lnTo>
                    <a:pt x="1871478" y="3325093"/>
                  </a:lnTo>
                  <a:lnTo>
                    <a:pt x="1871713" y="3324232"/>
                  </a:lnTo>
                  <a:lnTo>
                    <a:pt x="1873007" y="3322509"/>
                  </a:lnTo>
                  <a:lnTo>
                    <a:pt x="1874183" y="3319495"/>
                  </a:lnTo>
                  <a:lnTo>
                    <a:pt x="1875124" y="3318634"/>
                  </a:lnTo>
                  <a:lnTo>
                    <a:pt x="1876770" y="3317342"/>
                  </a:lnTo>
                  <a:lnTo>
                    <a:pt x="1877829" y="3317342"/>
                  </a:lnTo>
                  <a:lnTo>
                    <a:pt x="1878064" y="3317342"/>
                  </a:lnTo>
                  <a:lnTo>
                    <a:pt x="1878417" y="3316050"/>
                  </a:lnTo>
                  <a:lnTo>
                    <a:pt x="1879240" y="3313897"/>
                  </a:lnTo>
                  <a:lnTo>
                    <a:pt x="1880181" y="3313036"/>
                  </a:lnTo>
                  <a:lnTo>
                    <a:pt x="1882298" y="3311744"/>
                  </a:lnTo>
                  <a:lnTo>
                    <a:pt x="1882651" y="3311314"/>
                  </a:lnTo>
                  <a:lnTo>
                    <a:pt x="1883592" y="3310452"/>
                  </a:lnTo>
                  <a:lnTo>
                    <a:pt x="1884768" y="3309161"/>
                  </a:lnTo>
                  <a:lnTo>
                    <a:pt x="1885003" y="3308730"/>
                  </a:lnTo>
                  <a:lnTo>
                    <a:pt x="1885356" y="3307869"/>
                  </a:lnTo>
                  <a:lnTo>
                    <a:pt x="1885944" y="3307438"/>
                  </a:lnTo>
                  <a:lnTo>
                    <a:pt x="1886532" y="3307438"/>
                  </a:lnTo>
                  <a:lnTo>
                    <a:pt x="1887591" y="3306577"/>
                  </a:lnTo>
                  <a:lnTo>
                    <a:pt x="1888414" y="3304424"/>
                  </a:lnTo>
                  <a:lnTo>
                    <a:pt x="1889826" y="3302702"/>
                  </a:lnTo>
                  <a:lnTo>
                    <a:pt x="1890414" y="3301840"/>
                  </a:lnTo>
                  <a:lnTo>
                    <a:pt x="1890531" y="3300979"/>
                  </a:lnTo>
                  <a:lnTo>
                    <a:pt x="1891119" y="3299687"/>
                  </a:lnTo>
                  <a:lnTo>
                    <a:pt x="1891825" y="3296673"/>
                  </a:lnTo>
                  <a:lnTo>
                    <a:pt x="1892531" y="3296243"/>
                  </a:lnTo>
                  <a:lnTo>
                    <a:pt x="1892531" y="3295812"/>
                  </a:lnTo>
                  <a:lnTo>
                    <a:pt x="1893236" y="3294090"/>
                  </a:lnTo>
                  <a:lnTo>
                    <a:pt x="1894295" y="3292798"/>
                  </a:lnTo>
                  <a:lnTo>
                    <a:pt x="1894648" y="3292367"/>
                  </a:lnTo>
                  <a:lnTo>
                    <a:pt x="1895118" y="3288922"/>
                  </a:lnTo>
                  <a:lnTo>
                    <a:pt x="1897470" y="3287631"/>
                  </a:lnTo>
                  <a:lnTo>
                    <a:pt x="1898059" y="3286769"/>
                  </a:lnTo>
                  <a:lnTo>
                    <a:pt x="1898176" y="3286769"/>
                  </a:lnTo>
                  <a:lnTo>
                    <a:pt x="1898999" y="3285047"/>
                  </a:lnTo>
                  <a:lnTo>
                    <a:pt x="1899352" y="3284616"/>
                  </a:lnTo>
                  <a:lnTo>
                    <a:pt x="1900058" y="3282894"/>
                  </a:lnTo>
                  <a:lnTo>
                    <a:pt x="1902528" y="3280310"/>
                  </a:lnTo>
                  <a:lnTo>
                    <a:pt x="1903234" y="3279449"/>
                  </a:lnTo>
                  <a:lnTo>
                    <a:pt x="1903586" y="3279019"/>
                  </a:lnTo>
                  <a:lnTo>
                    <a:pt x="1903822" y="3279019"/>
                  </a:lnTo>
                  <a:lnTo>
                    <a:pt x="1903939" y="3279019"/>
                  </a:lnTo>
                  <a:lnTo>
                    <a:pt x="1904057" y="3279019"/>
                  </a:lnTo>
                  <a:lnTo>
                    <a:pt x="1904527" y="3278157"/>
                  </a:lnTo>
                  <a:lnTo>
                    <a:pt x="1906997" y="3273851"/>
                  </a:lnTo>
                  <a:lnTo>
                    <a:pt x="1907115" y="3273421"/>
                  </a:lnTo>
                  <a:lnTo>
                    <a:pt x="1907938" y="3273421"/>
                  </a:lnTo>
                  <a:lnTo>
                    <a:pt x="1909467" y="3271268"/>
                  </a:lnTo>
                  <a:lnTo>
                    <a:pt x="1911114" y="3270407"/>
                  </a:lnTo>
                  <a:lnTo>
                    <a:pt x="1912290" y="3269545"/>
                  </a:lnTo>
                  <a:lnTo>
                    <a:pt x="1912878" y="3268254"/>
                  </a:lnTo>
                  <a:lnTo>
                    <a:pt x="1912878" y="3267392"/>
                  </a:lnTo>
                  <a:lnTo>
                    <a:pt x="1914172" y="3266531"/>
                  </a:lnTo>
                  <a:lnTo>
                    <a:pt x="1916994" y="3262225"/>
                  </a:lnTo>
                  <a:lnTo>
                    <a:pt x="1917700" y="3261364"/>
                  </a:lnTo>
                  <a:lnTo>
                    <a:pt x="1917700" y="3260072"/>
                  </a:lnTo>
                  <a:lnTo>
                    <a:pt x="1918053" y="3259211"/>
                  </a:lnTo>
                  <a:lnTo>
                    <a:pt x="1918288" y="3258780"/>
                  </a:lnTo>
                  <a:lnTo>
                    <a:pt x="1918406" y="3258780"/>
                  </a:lnTo>
                  <a:lnTo>
                    <a:pt x="1918759" y="3257919"/>
                  </a:lnTo>
                  <a:lnTo>
                    <a:pt x="1919347" y="3257919"/>
                  </a:lnTo>
                  <a:lnTo>
                    <a:pt x="1920876" y="3255766"/>
                  </a:lnTo>
                  <a:lnTo>
                    <a:pt x="1922875" y="3253183"/>
                  </a:lnTo>
                  <a:lnTo>
                    <a:pt x="1923581" y="3252752"/>
                  </a:lnTo>
                  <a:lnTo>
                    <a:pt x="1924286" y="3251891"/>
                  </a:lnTo>
                  <a:lnTo>
                    <a:pt x="1925345" y="3251460"/>
                  </a:lnTo>
                  <a:lnTo>
                    <a:pt x="1925698" y="3251460"/>
                  </a:lnTo>
                  <a:lnTo>
                    <a:pt x="1926286" y="3251030"/>
                  </a:lnTo>
                  <a:lnTo>
                    <a:pt x="1926756" y="3250599"/>
                  </a:lnTo>
                  <a:lnTo>
                    <a:pt x="1927109" y="3249307"/>
                  </a:lnTo>
                  <a:lnTo>
                    <a:pt x="1928168" y="3248446"/>
                  </a:lnTo>
                  <a:lnTo>
                    <a:pt x="1929226" y="3247154"/>
                  </a:lnTo>
                  <a:lnTo>
                    <a:pt x="1929462" y="3246293"/>
                  </a:lnTo>
                  <a:lnTo>
                    <a:pt x="1930285" y="3245862"/>
                  </a:lnTo>
                  <a:lnTo>
                    <a:pt x="1931461" y="3245432"/>
                  </a:lnTo>
                  <a:lnTo>
                    <a:pt x="1932049" y="3244140"/>
                  </a:lnTo>
                  <a:lnTo>
                    <a:pt x="1933343" y="3241556"/>
                  </a:lnTo>
                  <a:lnTo>
                    <a:pt x="1933931" y="3239834"/>
                  </a:lnTo>
                  <a:lnTo>
                    <a:pt x="1935342" y="3238542"/>
                  </a:lnTo>
                  <a:lnTo>
                    <a:pt x="1935930" y="3238542"/>
                  </a:lnTo>
                  <a:lnTo>
                    <a:pt x="1936401" y="3238542"/>
                  </a:lnTo>
                  <a:lnTo>
                    <a:pt x="1936518" y="3237681"/>
                  </a:lnTo>
                  <a:lnTo>
                    <a:pt x="1936636" y="3237250"/>
                  </a:lnTo>
                  <a:lnTo>
                    <a:pt x="1938047" y="3235528"/>
                  </a:lnTo>
                  <a:lnTo>
                    <a:pt x="1938518" y="3235528"/>
                  </a:lnTo>
                  <a:lnTo>
                    <a:pt x="1938988" y="3232944"/>
                  </a:lnTo>
                  <a:lnTo>
                    <a:pt x="1940282" y="3231653"/>
                  </a:lnTo>
                  <a:lnTo>
                    <a:pt x="1940400" y="3231222"/>
                  </a:lnTo>
                  <a:lnTo>
                    <a:pt x="1941105" y="3230361"/>
                  </a:lnTo>
                  <a:lnTo>
                    <a:pt x="1942399" y="3229069"/>
                  </a:lnTo>
                  <a:lnTo>
                    <a:pt x="1942517" y="3229069"/>
                  </a:lnTo>
                  <a:lnTo>
                    <a:pt x="1943105" y="3228638"/>
                  </a:lnTo>
                  <a:lnTo>
                    <a:pt x="1943928" y="3226916"/>
                  </a:lnTo>
                  <a:lnTo>
                    <a:pt x="1944281" y="3226916"/>
                  </a:lnTo>
                  <a:lnTo>
                    <a:pt x="1944987" y="3224763"/>
                  </a:lnTo>
                  <a:lnTo>
                    <a:pt x="1945339" y="3224332"/>
                  </a:lnTo>
                  <a:lnTo>
                    <a:pt x="1945692" y="3222179"/>
                  </a:lnTo>
                  <a:lnTo>
                    <a:pt x="1945928" y="3222179"/>
                  </a:lnTo>
                  <a:lnTo>
                    <a:pt x="1946868" y="3220026"/>
                  </a:lnTo>
                  <a:lnTo>
                    <a:pt x="1948397" y="3218304"/>
                  </a:lnTo>
                  <a:lnTo>
                    <a:pt x="1949103" y="3216582"/>
                  </a:lnTo>
                  <a:lnTo>
                    <a:pt x="1949809" y="3216151"/>
                  </a:lnTo>
                  <a:lnTo>
                    <a:pt x="1949926" y="3215720"/>
                  </a:lnTo>
                  <a:lnTo>
                    <a:pt x="1951926" y="3211845"/>
                  </a:lnTo>
                  <a:lnTo>
                    <a:pt x="1952749" y="3210123"/>
                  </a:lnTo>
                  <a:lnTo>
                    <a:pt x="1953102" y="3208400"/>
                  </a:lnTo>
                  <a:lnTo>
                    <a:pt x="1954631" y="3207108"/>
                  </a:lnTo>
                  <a:lnTo>
                    <a:pt x="1955337" y="3206247"/>
                  </a:lnTo>
                  <a:lnTo>
                    <a:pt x="1955572" y="3204525"/>
                  </a:lnTo>
                  <a:lnTo>
                    <a:pt x="1956513" y="3203664"/>
                  </a:lnTo>
                  <a:lnTo>
                    <a:pt x="1957571" y="3202372"/>
                  </a:lnTo>
                  <a:lnTo>
                    <a:pt x="1957571" y="3201941"/>
                  </a:lnTo>
                  <a:lnTo>
                    <a:pt x="1957924" y="3201511"/>
                  </a:lnTo>
                  <a:lnTo>
                    <a:pt x="1958512" y="3198927"/>
                  </a:lnTo>
                  <a:lnTo>
                    <a:pt x="1959336" y="3196774"/>
                  </a:lnTo>
                  <a:lnTo>
                    <a:pt x="1960629" y="3195913"/>
                  </a:lnTo>
                  <a:lnTo>
                    <a:pt x="1962158" y="3194190"/>
                  </a:lnTo>
                  <a:lnTo>
                    <a:pt x="1962864" y="3193329"/>
                  </a:lnTo>
                  <a:lnTo>
                    <a:pt x="1963217" y="3192468"/>
                  </a:lnTo>
                  <a:lnTo>
                    <a:pt x="1966040" y="3189454"/>
                  </a:lnTo>
                  <a:lnTo>
                    <a:pt x="1966510" y="3189023"/>
                  </a:lnTo>
                  <a:lnTo>
                    <a:pt x="1967216" y="3188593"/>
                  </a:lnTo>
                  <a:lnTo>
                    <a:pt x="1969568" y="3185148"/>
                  </a:lnTo>
                  <a:lnTo>
                    <a:pt x="1969803" y="3184287"/>
                  </a:lnTo>
                  <a:lnTo>
                    <a:pt x="1970744" y="3182134"/>
                  </a:lnTo>
                  <a:lnTo>
                    <a:pt x="1970979" y="3179981"/>
                  </a:lnTo>
                  <a:lnTo>
                    <a:pt x="1971450" y="3178689"/>
                  </a:lnTo>
                  <a:lnTo>
                    <a:pt x="1972038" y="3177828"/>
                  </a:lnTo>
                  <a:lnTo>
                    <a:pt x="1972508" y="3177828"/>
                  </a:lnTo>
                  <a:lnTo>
                    <a:pt x="1974037" y="3176966"/>
                  </a:lnTo>
                  <a:lnTo>
                    <a:pt x="1974743" y="3176105"/>
                  </a:lnTo>
                  <a:lnTo>
                    <a:pt x="1974743" y="3175675"/>
                  </a:lnTo>
                  <a:lnTo>
                    <a:pt x="1974861" y="3175675"/>
                  </a:lnTo>
                  <a:lnTo>
                    <a:pt x="1977331" y="3173091"/>
                  </a:lnTo>
                  <a:lnTo>
                    <a:pt x="1977448" y="3173091"/>
                  </a:lnTo>
                  <a:lnTo>
                    <a:pt x="1978624" y="3172660"/>
                  </a:lnTo>
                  <a:lnTo>
                    <a:pt x="1978742" y="3172660"/>
                  </a:lnTo>
                  <a:lnTo>
                    <a:pt x="1979448" y="3171369"/>
                  </a:lnTo>
                  <a:lnTo>
                    <a:pt x="1979800" y="3170507"/>
                  </a:lnTo>
                  <a:lnTo>
                    <a:pt x="1980036" y="3170077"/>
                  </a:lnTo>
                  <a:lnTo>
                    <a:pt x="1980506" y="3169216"/>
                  </a:lnTo>
                  <a:lnTo>
                    <a:pt x="1981212" y="3167924"/>
                  </a:lnTo>
                  <a:lnTo>
                    <a:pt x="1981800" y="3167924"/>
                  </a:lnTo>
                  <a:lnTo>
                    <a:pt x="1982506" y="3167063"/>
                  </a:lnTo>
                  <a:lnTo>
                    <a:pt x="1984152" y="3166632"/>
                  </a:lnTo>
                  <a:lnTo>
                    <a:pt x="1984505" y="3164910"/>
                  </a:lnTo>
                  <a:lnTo>
                    <a:pt x="1986034" y="3164479"/>
                  </a:lnTo>
                  <a:lnTo>
                    <a:pt x="1987328" y="3162326"/>
                  </a:lnTo>
                  <a:lnTo>
                    <a:pt x="1987916" y="3161034"/>
                  </a:lnTo>
                  <a:lnTo>
                    <a:pt x="1988739" y="3160604"/>
                  </a:lnTo>
                  <a:lnTo>
                    <a:pt x="1988857" y="3160173"/>
                  </a:lnTo>
                  <a:lnTo>
                    <a:pt x="1989915" y="3159312"/>
                  </a:lnTo>
                  <a:lnTo>
                    <a:pt x="1990856" y="3158451"/>
                  </a:lnTo>
                  <a:lnTo>
                    <a:pt x="1992268" y="3157589"/>
                  </a:lnTo>
                  <a:lnTo>
                    <a:pt x="1993679" y="3155867"/>
                  </a:lnTo>
                  <a:lnTo>
                    <a:pt x="1994267" y="3154145"/>
                  </a:lnTo>
                  <a:lnTo>
                    <a:pt x="1994267" y="3153714"/>
                  </a:lnTo>
                  <a:lnTo>
                    <a:pt x="1994502" y="3153714"/>
                  </a:lnTo>
                  <a:lnTo>
                    <a:pt x="1994855" y="3153714"/>
                  </a:lnTo>
                  <a:lnTo>
                    <a:pt x="1994973" y="3153714"/>
                  </a:lnTo>
                  <a:lnTo>
                    <a:pt x="1996266" y="3153283"/>
                  </a:lnTo>
                  <a:lnTo>
                    <a:pt x="1997207" y="3152422"/>
                  </a:lnTo>
                  <a:lnTo>
                    <a:pt x="1999442" y="3151992"/>
                  </a:lnTo>
                  <a:lnTo>
                    <a:pt x="1999912" y="3150269"/>
                  </a:lnTo>
                  <a:lnTo>
                    <a:pt x="2001559" y="3146394"/>
                  </a:lnTo>
                  <a:lnTo>
                    <a:pt x="2002382" y="3145102"/>
                  </a:lnTo>
                  <a:lnTo>
                    <a:pt x="2003088" y="3143810"/>
                  </a:lnTo>
                  <a:lnTo>
                    <a:pt x="2004617" y="3142518"/>
                  </a:lnTo>
                  <a:lnTo>
                    <a:pt x="2005676" y="3141657"/>
                  </a:lnTo>
                  <a:lnTo>
                    <a:pt x="2006734" y="3141657"/>
                  </a:lnTo>
                  <a:lnTo>
                    <a:pt x="2007322" y="3140796"/>
                  </a:lnTo>
                  <a:lnTo>
                    <a:pt x="2007675" y="3140365"/>
                  </a:lnTo>
                  <a:lnTo>
                    <a:pt x="2008381" y="3138643"/>
                  </a:lnTo>
                  <a:lnTo>
                    <a:pt x="2009204" y="3136059"/>
                  </a:lnTo>
                  <a:lnTo>
                    <a:pt x="2009204" y="3135629"/>
                  </a:lnTo>
                  <a:lnTo>
                    <a:pt x="2009910" y="3133045"/>
                  </a:lnTo>
                  <a:lnTo>
                    <a:pt x="2011086" y="3132615"/>
                  </a:lnTo>
                  <a:lnTo>
                    <a:pt x="2013320" y="3128309"/>
                  </a:lnTo>
                  <a:lnTo>
                    <a:pt x="2013673" y="3128309"/>
                  </a:lnTo>
                  <a:lnTo>
                    <a:pt x="2015908" y="3127878"/>
                  </a:lnTo>
                  <a:lnTo>
                    <a:pt x="2016143" y="3127878"/>
                  </a:lnTo>
                  <a:lnTo>
                    <a:pt x="2017319" y="3126586"/>
                  </a:lnTo>
                  <a:lnTo>
                    <a:pt x="2017437" y="3126586"/>
                  </a:lnTo>
                  <a:lnTo>
                    <a:pt x="2018613" y="3125294"/>
                  </a:lnTo>
                  <a:lnTo>
                    <a:pt x="2019319" y="3124864"/>
                  </a:lnTo>
                  <a:lnTo>
                    <a:pt x="2019789" y="3124433"/>
                  </a:lnTo>
                  <a:lnTo>
                    <a:pt x="2019907" y="3124433"/>
                  </a:lnTo>
                  <a:lnTo>
                    <a:pt x="2020848" y="3122711"/>
                  </a:lnTo>
                  <a:lnTo>
                    <a:pt x="2023435" y="3119266"/>
                  </a:lnTo>
                  <a:lnTo>
                    <a:pt x="2023788" y="3118835"/>
                  </a:lnTo>
                  <a:lnTo>
                    <a:pt x="2025200" y="3118405"/>
                  </a:lnTo>
                  <a:lnTo>
                    <a:pt x="2026140" y="3117974"/>
                  </a:lnTo>
                  <a:lnTo>
                    <a:pt x="2028140" y="3116252"/>
                  </a:lnTo>
                  <a:lnTo>
                    <a:pt x="2029669" y="3116252"/>
                  </a:lnTo>
                  <a:lnTo>
                    <a:pt x="2029904" y="3115391"/>
                  </a:lnTo>
                  <a:lnTo>
                    <a:pt x="2030375" y="3114099"/>
                  </a:lnTo>
                  <a:lnTo>
                    <a:pt x="2030963" y="3112807"/>
                  </a:lnTo>
                  <a:lnTo>
                    <a:pt x="2031080" y="3112807"/>
                  </a:lnTo>
                  <a:lnTo>
                    <a:pt x="2031198" y="3111946"/>
                  </a:lnTo>
                  <a:lnTo>
                    <a:pt x="2031904" y="3111515"/>
                  </a:lnTo>
                  <a:lnTo>
                    <a:pt x="2032139" y="3111085"/>
                  </a:lnTo>
                  <a:lnTo>
                    <a:pt x="2033197" y="3108932"/>
                  </a:lnTo>
                  <a:lnTo>
                    <a:pt x="2034491" y="3107209"/>
                  </a:lnTo>
                  <a:lnTo>
                    <a:pt x="2035079" y="3106348"/>
                  </a:lnTo>
                  <a:lnTo>
                    <a:pt x="2036138" y="3105487"/>
                  </a:lnTo>
                  <a:lnTo>
                    <a:pt x="2036843" y="3104626"/>
                  </a:lnTo>
                  <a:lnTo>
                    <a:pt x="2040842" y="3099889"/>
                  </a:lnTo>
                  <a:lnTo>
                    <a:pt x="2041548" y="3099889"/>
                  </a:lnTo>
                  <a:lnTo>
                    <a:pt x="2042371" y="3098597"/>
                  </a:lnTo>
                  <a:lnTo>
                    <a:pt x="2042489" y="3098597"/>
                  </a:lnTo>
                  <a:lnTo>
                    <a:pt x="2042724" y="3098597"/>
                  </a:lnTo>
                  <a:lnTo>
                    <a:pt x="2043312" y="3096875"/>
                  </a:lnTo>
                  <a:lnTo>
                    <a:pt x="2045429" y="3093430"/>
                  </a:lnTo>
                  <a:lnTo>
                    <a:pt x="2046252" y="3091708"/>
                  </a:lnTo>
                  <a:lnTo>
                    <a:pt x="2046841" y="3090416"/>
                  </a:lnTo>
                  <a:lnTo>
                    <a:pt x="2047546" y="3088693"/>
                  </a:lnTo>
                  <a:lnTo>
                    <a:pt x="2049663" y="3086540"/>
                  </a:lnTo>
                  <a:lnTo>
                    <a:pt x="2051780" y="3085249"/>
                  </a:lnTo>
                  <a:lnTo>
                    <a:pt x="2052368" y="3083957"/>
                  </a:lnTo>
                  <a:lnTo>
                    <a:pt x="2052721" y="3083957"/>
                  </a:lnTo>
                  <a:lnTo>
                    <a:pt x="2054015" y="3083096"/>
                  </a:lnTo>
                  <a:lnTo>
                    <a:pt x="2056014" y="3080512"/>
                  </a:lnTo>
                  <a:lnTo>
                    <a:pt x="2056132" y="3079220"/>
                  </a:lnTo>
                  <a:lnTo>
                    <a:pt x="2056955" y="3077928"/>
                  </a:lnTo>
                  <a:lnTo>
                    <a:pt x="2058955" y="3077498"/>
                  </a:lnTo>
                  <a:lnTo>
                    <a:pt x="2059072" y="3077498"/>
                  </a:lnTo>
                  <a:lnTo>
                    <a:pt x="2060954" y="3076206"/>
                  </a:lnTo>
                  <a:lnTo>
                    <a:pt x="2061895" y="3075775"/>
                  </a:lnTo>
                  <a:lnTo>
                    <a:pt x="2063071" y="3074053"/>
                  </a:lnTo>
                  <a:lnTo>
                    <a:pt x="2063307" y="3073622"/>
                  </a:lnTo>
                  <a:lnTo>
                    <a:pt x="2065071" y="3067163"/>
                  </a:lnTo>
                  <a:lnTo>
                    <a:pt x="2065424" y="3066733"/>
                  </a:lnTo>
                  <a:lnTo>
                    <a:pt x="2067188" y="3065872"/>
                  </a:lnTo>
                  <a:lnTo>
                    <a:pt x="2067894" y="3064580"/>
                  </a:lnTo>
                  <a:lnTo>
                    <a:pt x="2068011" y="3064580"/>
                  </a:lnTo>
                  <a:lnTo>
                    <a:pt x="2069658" y="3060704"/>
                  </a:lnTo>
                  <a:lnTo>
                    <a:pt x="2070716" y="3060274"/>
                  </a:lnTo>
                  <a:lnTo>
                    <a:pt x="2071069" y="3057690"/>
                  </a:lnTo>
                  <a:lnTo>
                    <a:pt x="2072245" y="3057260"/>
                  </a:lnTo>
                  <a:lnTo>
                    <a:pt x="2072716" y="3055537"/>
                  </a:lnTo>
                  <a:lnTo>
                    <a:pt x="2074245" y="3054676"/>
                  </a:lnTo>
                  <a:lnTo>
                    <a:pt x="2075068" y="3054245"/>
                  </a:lnTo>
                  <a:lnTo>
                    <a:pt x="2075891" y="3053815"/>
                  </a:lnTo>
                  <a:lnTo>
                    <a:pt x="2076597" y="3052523"/>
                  </a:lnTo>
                  <a:lnTo>
                    <a:pt x="2077773" y="3051662"/>
                  </a:lnTo>
                  <a:lnTo>
                    <a:pt x="2078596" y="3049509"/>
                  </a:lnTo>
                  <a:lnTo>
                    <a:pt x="2079655" y="3048217"/>
                  </a:lnTo>
                  <a:lnTo>
                    <a:pt x="2080125" y="3048217"/>
                  </a:lnTo>
                  <a:lnTo>
                    <a:pt x="2081066" y="3046495"/>
                  </a:lnTo>
                  <a:lnTo>
                    <a:pt x="2081066" y="3046064"/>
                  </a:lnTo>
                  <a:lnTo>
                    <a:pt x="2081184" y="3045633"/>
                  </a:lnTo>
                  <a:lnTo>
                    <a:pt x="2081772" y="3045203"/>
                  </a:lnTo>
                  <a:lnTo>
                    <a:pt x="2082007" y="3045203"/>
                  </a:lnTo>
                  <a:lnTo>
                    <a:pt x="2082595" y="3043480"/>
                  </a:lnTo>
                  <a:lnTo>
                    <a:pt x="2083183" y="3042619"/>
                  </a:lnTo>
                  <a:lnTo>
                    <a:pt x="2084242" y="3041327"/>
                  </a:lnTo>
                  <a:lnTo>
                    <a:pt x="2085300" y="3040466"/>
                  </a:lnTo>
                  <a:lnTo>
                    <a:pt x="2085418" y="3040466"/>
                  </a:lnTo>
                  <a:lnTo>
                    <a:pt x="2086006" y="3040036"/>
                  </a:lnTo>
                  <a:lnTo>
                    <a:pt x="2086829" y="3040036"/>
                  </a:lnTo>
                  <a:lnTo>
                    <a:pt x="2087535" y="3039605"/>
                  </a:lnTo>
                  <a:lnTo>
                    <a:pt x="2087653" y="3039605"/>
                  </a:lnTo>
                  <a:lnTo>
                    <a:pt x="2089417" y="3035299"/>
                  </a:lnTo>
                  <a:lnTo>
                    <a:pt x="2090005" y="3034868"/>
                  </a:lnTo>
                  <a:lnTo>
                    <a:pt x="2090946" y="3034007"/>
                  </a:lnTo>
                  <a:lnTo>
                    <a:pt x="2091416" y="3031424"/>
                  </a:lnTo>
                  <a:lnTo>
                    <a:pt x="2092240" y="3030132"/>
                  </a:lnTo>
                  <a:lnTo>
                    <a:pt x="2092945" y="3028840"/>
                  </a:lnTo>
                  <a:lnTo>
                    <a:pt x="2093886" y="3027979"/>
                  </a:lnTo>
                  <a:lnTo>
                    <a:pt x="2096121" y="3027548"/>
                  </a:lnTo>
                  <a:lnTo>
                    <a:pt x="2096121" y="3027118"/>
                  </a:lnTo>
                  <a:lnTo>
                    <a:pt x="2096474" y="3026256"/>
                  </a:lnTo>
                  <a:lnTo>
                    <a:pt x="2097885" y="3025395"/>
                  </a:lnTo>
                  <a:lnTo>
                    <a:pt x="2098826" y="3025395"/>
                  </a:lnTo>
                  <a:lnTo>
                    <a:pt x="2099297" y="3024965"/>
                  </a:lnTo>
                  <a:lnTo>
                    <a:pt x="2099767" y="3023673"/>
                  </a:lnTo>
                  <a:lnTo>
                    <a:pt x="2100473" y="3022381"/>
                  </a:lnTo>
                  <a:lnTo>
                    <a:pt x="2100708" y="3022381"/>
                  </a:lnTo>
                  <a:lnTo>
                    <a:pt x="2100708" y="3021950"/>
                  </a:lnTo>
                  <a:lnTo>
                    <a:pt x="2102237" y="3020228"/>
                  </a:lnTo>
                  <a:lnTo>
                    <a:pt x="2103178" y="3019367"/>
                  </a:lnTo>
                  <a:lnTo>
                    <a:pt x="2103766" y="3018936"/>
                  </a:lnTo>
                  <a:lnTo>
                    <a:pt x="2104942" y="3017214"/>
                  </a:lnTo>
                  <a:lnTo>
                    <a:pt x="2105060" y="3017214"/>
                  </a:lnTo>
                  <a:lnTo>
                    <a:pt x="2106471" y="3016783"/>
                  </a:lnTo>
                  <a:lnTo>
                    <a:pt x="2107294" y="3015922"/>
                  </a:lnTo>
                  <a:lnTo>
                    <a:pt x="2108235" y="3012908"/>
                  </a:lnTo>
                  <a:lnTo>
                    <a:pt x="2108470" y="3012477"/>
                  </a:lnTo>
                  <a:lnTo>
                    <a:pt x="2112469" y="3008171"/>
                  </a:lnTo>
                  <a:lnTo>
                    <a:pt x="2112469" y="3007741"/>
                  </a:lnTo>
                  <a:lnTo>
                    <a:pt x="2113645" y="3007310"/>
                  </a:lnTo>
                  <a:lnTo>
                    <a:pt x="2114116" y="3007310"/>
                  </a:lnTo>
                  <a:lnTo>
                    <a:pt x="2114234" y="3006879"/>
                  </a:lnTo>
                  <a:lnTo>
                    <a:pt x="2114704" y="3006018"/>
                  </a:lnTo>
                  <a:lnTo>
                    <a:pt x="2114939" y="3004726"/>
                  </a:lnTo>
                  <a:lnTo>
                    <a:pt x="2116351" y="3003865"/>
                  </a:lnTo>
                  <a:lnTo>
                    <a:pt x="2118232" y="2999990"/>
                  </a:lnTo>
                  <a:lnTo>
                    <a:pt x="2118820" y="2998698"/>
                  </a:lnTo>
                  <a:lnTo>
                    <a:pt x="2120585" y="2995684"/>
                  </a:lnTo>
                  <a:lnTo>
                    <a:pt x="2120938" y="2995684"/>
                  </a:lnTo>
                  <a:lnTo>
                    <a:pt x="2121878" y="2995253"/>
                  </a:lnTo>
                  <a:lnTo>
                    <a:pt x="2122584" y="2993961"/>
                  </a:lnTo>
                  <a:lnTo>
                    <a:pt x="2123525" y="2993100"/>
                  </a:lnTo>
                  <a:lnTo>
                    <a:pt x="2123643" y="2992239"/>
                  </a:lnTo>
                  <a:lnTo>
                    <a:pt x="2123760" y="2992239"/>
                  </a:lnTo>
                  <a:lnTo>
                    <a:pt x="2124584" y="2990086"/>
                  </a:lnTo>
                  <a:lnTo>
                    <a:pt x="2125054" y="2988364"/>
                  </a:lnTo>
                  <a:lnTo>
                    <a:pt x="2125524" y="2988364"/>
                  </a:lnTo>
                  <a:lnTo>
                    <a:pt x="2126230" y="2986641"/>
                  </a:lnTo>
                  <a:lnTo>
                    <a:pt x="2126701" y="2986641"/>
                  </a:lnTo>
                  <a:lnTo>
                    <a:pt x="2127877" y="2984488"/>
                  </a:lnTo>
                  <a:lnTo>
                    <a:pt x="2129641" y="2983196"/>
                  </a:lnTo>
                  <a:lnTo>
                    <a:pt x="2132934" y="2976307"/>
                  </a:lnTo>
                  <a:lnTo>
                    <a:pt x="2133993" y="2973723"/>
                  </a:lnTo>
                  <a:lnTo>
                    <a:pt x="2135639" y="2970278"/>
                  </a:lnTo>
                  <a:lnTo>
                    <a:pt x="2136580" y="2969848"/>
                  </a:lnTo>
                  <a:lnTo>
                    <a:pt x="2137521" y="2968987"/>
                  </a:lnTo>
                  <a:lnTo>
                    <a:pt x="2138227" y="2967264"/>
                  </a:lnTo>
                  <a:lnTo>
                    <a:pt x="2138697" y="2965972"/>
                  </a:lnTo>
                  <a:lnTo>
                    <a:pt x="2138815" y="2965972"/>
                  </a:lnTo>
                  <a:lnTo>
                    <a:pt x="2138933" y="2965972"/>
                  </a:lnTo>
                  <a:lnTo>
                    <a:pt x="2139756" y="2965111"/>
                  </a:lnTo>
                  <a:lnTo>
                    <a:pt x="2140226" y="2963819"/>
                  </a:lnTo>
                  <a:lnTo>
                    <a:pt x="2141638" y="2963819"/>
                  </a:lnTo>
                  <a:lnTo>
                    <a:pt x="2142931" y="2962958"/>
                  </a:lnTo>
                  <a:lnTo>
                    <a:pt x="2144343" y="2959944"/>
                  </a:lnTo>
                  <a:lnTo>
                    <a:pt x="2145519" y="2958652"/>
                  </a:lnTo>
                  <a:lnTo>
                    <a:pt x="2145754" y="2957791"/>
                  </a:lnTo>
                  <a:lnTo>
                    <a:pt x="2147518" y="2955207"/>
                  </a:lnTo>
                  <a:lnTo>
                    <a:pt x="2148342" y="2955207"/>
                  </a:lnTo>
                  <a:lnTo>
                    <a:pt x="2149047" y="2955207"/>
                  </a:lnTo>
                  <a:lnTo>
                    <a:pt x="2149165" y="2955207"/>
                  </a:lnTo>
                  <a:lnTo>
                    <a:pt x="2149283" y="2955207"/>
                  </a:lnTo>
                  <a:lnTo>
                    <a:pt x="2150106" y="2953916"/>
                  </a:lnTo>
                  <a:lnTo>
                    <a:pt x="2150223" y="2953916"/>
                  </a:lnTo>
                  <a:lnTo>
                    <a:pt x="2151164" y="2952624"/>
                  </a:lnTo>
                  <a:lnTo>
                    <a:pt x="2151635" y="2951763"/>
                  </a:lnTo>
                  <a:lnTo>
                    <a:pt x="2152341" y="2951763"/>
                  </a:lnTo>
                  <a:lnTo>
                    <a:pt x="2153987" y="2949610"/>
                  </a:lnTo>
                  <a:lnTo>
                    <a:pt x="2154928" y="2948748"/>
                  </a:lnTo>
                  <a:lnTo>
                    <a:pt x="2156104" y="2947457"/>
                  </a:lnTo>
                  <a:lnTo>
                    <a:pt x="2156692" y="2947026"/>
                  </a:lnTo>
                  <a:lnTo>
                    <a:pt x="2157868" y="2944873"/>
                  </a:lnTo>
                  <a:lnTo>
                    <a:pt x="2158809" y="2942289"/>
                  </a:lnTo>
                  <a:lnTo>
                    <a:pt x="2159633" y="2940567"/>
                  </a:lnTo>
                  <a:lnTo>
                    <a:pt x="2160338" y="2939706"/>
                  </a:lnTo>
                  <a:lnTo>
                    <a:pt x="2160456" y="2939706"/>
                  </a:lnTo>
                  <a:lnTo>
                    <a:pt x="2160691" y="2939706"/>
                  </a:lnTo>
                  <a:lnTo>
                    <a:pt x="2163279" y="2936261"/>
                  </a:lnTo>
                  <a:lnTo>
                    <a:pt x="2164220" y="2934539"/>
                  </a:lnTo>
                  <a:lnTo>
                    <a:pt x="2165161" y="2934539"/>
                  </a:lnTo>
                  <a:lnTo>
                    <a:pt x="2166572" y="2933677"/>
                  </a:lnTo>
                  <a:lnTo>
                    <a:pt x="2166807" y="2933677"/>
                  </a:lnTo>
                  <a:lnTo>
                    <a:pt x="2167278" y="2930233"/>
                  </a:lnTo>
                  <a:lnTo>
                    <a:pt x="2168218" y="2928941"/>
                  </a:lnTo>
                  <a:lnTo>
                    <a:pt x="2169042" y="2927649"/>
                  </a:lnTo>
                  <a:lnTo>
                    <a:pt x="2169159" y="2927649"/>
                  </a:lnTo>
                  <a:lnTo>
                    <a:pt x="2169747" y="2927218"/>
                  </a:lnTo>
                  <a:lnTo>
                    <a:pt x="2171041" y="2926357"/>
                  </a:lnTo>
                  <a:lnTo>
                    <a:pt x="2172335" y="2925496"/>
                  </a:lnTo>
                  <a:lnTo>
                    <a:pt x="2173041" y="2924204"/>
                  </a:lnTo>
                  <a:lnTo>
                    <a:pt x="2173276" y="2923343"/>
                  </a:lnTo>
                  <a:lnTo>
                    <a:pt x="2174217" y="2922051"/>
                  </a:lnTo>
                  <a:lnTo>
                    <a:pt x="2174922" y="2920329"/>
                  </a:lnTo>
                  <a:lnTo>
                    <a:pt x="2175393" y="2919468"/>
                  </a:lnTo>
                  <a:lnTo>
                    <a:pt x="2176216" y="2918606"/>
                  </a:lnTo>
                  <a:lnTo>
                    <a:pt x="2179274" y="2915162"/>
                  </a:lnTo>
                  <a:lnTo>
                    <a:pt x="2181156" y="2913870"/>
                  </a:lnTo>
                  <a:lnTo>
                    <a:pt x="2181744" y="2913870"/>
                  </a:lnTo>
                  <a:lnTo>
                    <a:pt x="2182097" y="2913870"/>
                  </a:lnTo>
                  <a:lnTo>
                    <a:pt x="2184332" y="2910425"/>
                  </a:lnTo>
                  <a:lnTo>
                    <a:pt x="2184332" y="2909994"/>
                  </a:lnTo>
                  <a:lnTo>
                    <a:pt x="2185037" y="2909133"/>
                  </a:lnTo>
                  <a:lnTo>
                    <a:pt x="2185743" y="2906980"/>
                  </a:lnTo>
                  <a:lnTo>
                    <a:pt x="2185743" y="2906550"/>
                  </a:lnTo>
                  <a:lnTo>
                    <a:pt x="2185861" y="2906119"/>
                  </a:lnTo>
                  <a:lnTo>
                    <a:pt x="2186919" y="2904397"/>
                  </a:lnTo>
                  <a:lnTo>
                    <a:pt x="2187037" y="2904397"/>
                  </a:lnTo>
                  <a:lnTo>
                    <a:pt x="2188213" y="2901382"/>
                  </a:lnTo>
                  <a:lnTo>
                    <a:pt x="2188331" y="2900952"/>
                  </a:lnTo>
                  <a:lnTo>
                    <a:pt x="2190918" y="2898368"/>
                  </a:lnTo>
                  <a:lnTo>
                    <a:pt x="2191741" y="2896215"/>
                  </a:lnTo>
                  <a:lnTo>
                    <a:pt x="2192565" y="2894923"/>
                  </a:lnTo>
                  <a:lnTo>
                    <a:pt x="2194094" y="2894062"/>
                  </a:lnTo>
                  <a:lnTo>
                    <a:pt x="2194446" y="2894062"/>
                  </a:lnTo>
                  <a:lnTo>
                    <a:pt x="2195152" y="2892770"/>
                  </a:lnTo>
                  <a:lnTo>
                    <a:pt x="2196093" y="2891479"/>
                  </a:lnTo>
                  <a:lnTo>
                    <a:pt x="2197740" y="2889326"/>
                  </a:lnTo>
                  <a:lnTo>
                    <a:pt x="2199974" y="2888034"/>
                  </a:lnTo>
                  <a:lnTo>
                    <a:pt x="2200562" y="2886742"/>
                  </a:lnTo>
                  <a:lnTo>
                    <a:pt x="2201268" y="2885881"/>
                  </a:lnTo>
                  <a:lnTo>
                    <a:pt x="2202679" y="2884589"/>
                  </a:lnTo>
                  <a:lnTo>
                    <a:pt x="2203150" y="2884589"/>
                  </a:lnTo>
                  <a:lnTo>
                    <a:pt x="2203268" y="2883297"/>
                  </a:lnTo>
                  <a:lnTo>
                    <a:pt x="2203973" y="2882436"/>
                  </a:lnTo>
                  <a:lnTo>
                    <a:pt x="2204679" y="2881144"/>
                  </a:lnTo>
                  <a:lnTo>
                    <a:pt x="2207266" y="2878991"/>
                  </a:lnTo>
                  <a:lnTo>
                    <a:pt x="2208560" y="2877699"/>
                  </a:lnTo>
                  <a:lnTo>
                    <a:pt x="2208678" y="2877269"/>
                  </a:lnTo>
                  <a:lnTo>
                    <a:pt x="2210089" y="2875977"/>
                  </a:lnTo>
                  <a:lnTo>
                    <a:pt x="2210795" y="2875116"/>
                  </a:lnTo>
                  <a:lnTo>
                    <a:pt x="2211030" y="2874255"/>
                  </a:lnTo>
                  <a:lnTo>
                    <a:pt x="2212441" y="2872532"/>
                  </a:lnTo>
                  <a:lnTo>
                    <a:pt x="2212912" y="2872102"/>
                  </a:lnTo>
                  <a:lnTo>
                    <a:pt x="2213735" y="2871240"/>
                  </a:lnTo>
                  <a:lnTo>
                    <a:pt x="2214323" y="2869949"/>
                  </a:lnTo>
                  <a:lnTo>
                    <a:pt x="2216323" y="2867796"/>
                  </a:lnTo>
                  <a:lnTo>
                    <a:pt x="2216793" y="2867796"/>
                  </a:lnTo>
                  <a:lnTo>
                    <a:pt x="2217852" y="2866934"/>
                  </a:lnTo>
                  <a:lnTo>
                    <a:pt x="2219734" y="2864781"/>
                  </a:lnTo>
                  <a:lnTo>
                    <a:pt x="2220557" y="2862628"/>
                  </a:lnTo>
                  <a:lnTo>
                    <a:pt x="2220910" y="2861767"/>
                  </a:lnTo>
                  <a:lnTo>
                    <a:pt x="2221145" y="2860475"/>
                  </a:lnTo>
                  <a:lnTo>
                    <a:pt x="2222086" y="2857461"/>
                  </a:lnTo>
                  <a:lnTo>
                    <a:pt x="2223968" y="2855739"/>
                  </a:lnTo>
                  <a:lnTo>
                    <a:pt x="2224909" y="2853586"/>
                  </a:lnTo>
                  <a:lnTo>
                    <a:pt x="2225026" y="2853155"/>
                  </a:lnTo>
                  <a:lnTo>
                    <a:pt x="2225144" y="2853155"/>
                  </a:lnTo>
                  <a:lnTo>
                    <a:pt x="2228790" y="2851002"/>
                  </a:lnTo>
                  <a:lnTo>
                    <a:pt x="2230672" y="2848419"/>
                  </a:lnTo>
                  <a:lnTo>
                    <a:pt x="2231260" y="2848419"/>
                  </a:lnTo>
                  <a:lnTo>
                    <a:pt x="2231613" y="2848419"/>
                  </a:lnTo>
                  <a:lnTo>
                    <a:pt x="2232671" y="2846696"/>
                  </a:lnTo>
                  <a:lnTo>
                    <a:pt x="2233377" y="2844974"/>
                  </a:lnTo>
                  <a:lnTo>
                    <a:pt x="2235141" y="2843682"/>
                  </a:lnTo>
                  <a:lnTo>
                    <a:pt x="2235494" y="2843682"/>
                  </a:lnTo>
                  <a:lnTo>
                    <a:pt x="2236317" y="2842821"/>
                  </a:lnTo>
                  <a:lnTo>
                    <a:pt x="2236905" y="2840237"/>
                  </a:lnTo>
                  <a:lnTo>
                    <a:pt x="2237376" y="2839376"/>
                  </a:lnTo>
                  <a:lnTo>
                    <a:pt x="2237964" y="2834639"/>
                  </a:lnTo>
                  <a:lnTo>
                    <a:pt x="2238787" y="2834209"/>
                  </a:lnTo>
                  <a:lnTo>
                    <a:pt x="2240081" y="2831625"/>
                  </a:lnTo>
                  <a:lnTo>
                    <a:pt x="2240904" y="2829042"/>
                  </a:lnTo>
                  <a:lnTo>
                    <a:pt x="2242551" y="2827750"/>
                  </a:lnTo>
                  <a:lnTo>
                    <a:pt x="2243609" y="2827319"/>
                  </a:lnTo>
                  <a:lnTo>
                    <a:pt x="2244197" y="2826889"/>
                  </a:lnTo>
                  <a:lnTo>
                    <a:pt x="2245021" y="2826027"/>
                  </a:lnTo>
                  <a:lnTo>
                    <a:pt x="2246667" y="2824736"/>
                  </a:lnTo>
                  <a:lnTo>
                    <a:pt x="2248667" y="2823444"/>
                  </a:lnTo>
                  <a:lnTo>
                    <a:pt x="2249960" y="2819568"/>
                  </a:lnTo>
                  <a:lnTo>
                    <a:pt x="2250666" y="2818277"/>
                  </a:lnTo>
                  <a:lnTo>
                    <a:pt x="2251019" y="2817415"/>
                  </a:lnTo>
                  <a:lnTo>
                    <a:pt x="2252313" y="2815693"/>
                  </a:lnTo>
                  <a:lnTo>
                    <a:pt x="2252901" y="2815262"/>
                  </a:lnTo>
                  <a:lnTo>
                    <a:pt x="2253606" y="2813540"/>
                  </a:lnTo>
                  <a:lnTo>
                    <a:pt x="2254547" y="2812248"/>
                  </a:lnTo>
                  <a:lnTo>
                    <a:pt x="2255488" y="2809665"/>
                  </a:lnTo>
                  <a:lnTo>
                    <a:pt x="2257605" y="2808373"/>
                  </a:lnTo>
                  <a:lnTo>
                    <a:pt x="2258193" y="2807512"/>
                  </a:lnTo>
                  <a:lnTo>
                    <a:pt x="2258781" y="2806220"/>
                  </a:lnTo>
                  <a:lnTo>
                    <a:pt x="2260428" y="2803206"/>
                  </a:lnTo>
                  <a:lnTo>
                    <a:pt x="2261722" y="2802344"/>
                  </a:lnTo>
                  <a:lnTo>
                    <a:pt x="2262545" y="2800622"/>
                  </a:lnTo>
                  <a:lnTo>
                    <a:pt x="2262780" y="2800191"/>
                  </a:lnTo>
                  <a:lnTo>
                    <a:pt x="2263956" y="2799761"/>
                  </a:lnTo>
                  <a:lnTo>
                    <a:pt x="2264545" y="2798900"/>
                  </a:lnTo>
                  <a:lnTo>
                    <a:pt x="2266074" y="2795885"/>
                  </a:lnTo>
                  <a:lnTo>
                    <a:pt x="2266544" y="2795455"/>
                  </a:lnTo>
                  <a:lnTo>
                    <a:pt x="2268543" y="2791579"/>
                  </a:lnTo>
                  <a:lnTo>
                    <a:pt x="2269484" y="2788996"/>
                  </a:lnTo>
                  <a:lnTo>
                    <a:pt x="2270072" y="2788135"/>
                  </a:lnTo>
                  <a:lnTo>
                    <a:pt x="2271837" y="2785551"/>
                  </a:lnTo>
                  <a:lnTo>
                    <a:pt x="2271954" y="2785551"/>
                  </a:lnTo>
                  <a:lnTo>
                    <a:pt x="2272072" y="2785551"/>
                  </a:lnTo>
                  <a:lnTo>
                    <a:pt x="2273013" y="2784690"/>
                  </a:lnTo>
                  <a:lnTo>
                    <a:pt x="2274071" y="2784259"/>
                  </a:lnTo>
                  <a:lnTo>
                    <a:pt x="2275365" y="2782537"/>
                  </a:lnTo>
                  <a:lnTo>
                    <a:pt x="2275836" y="2782537"/>
                  </a:lnTo>
                  <a:lnTo>
                    <a:pt x="2275836" y="2782106"/>
                  </a:lnTo>
                  <a:lnTo>
                    <a:pt x="2277365" y="2781676"/>
                  </a:lnTo>
                  <a:lnTo>
                    <a:pt x="2278423" y="2778661"/>
                  </a:lnTo>
                  <a:lnTo>
                    <a:pt x="2278893" y="2777800"/>
                  </a:lnTo>
                  <a:lnTo>
                    <a:pt x="2280187" y="2777370"/>
                  </a:lnTo>
                  <a:lnTo>
                    <a:pt x="2281951" y="2776078"/>
                  </a:lnTo>
                  <a:lnTo>
                    <a:pt x="2282892" y="2774786"/>
                  </a:lnTo>
                  <a:lnTo>
                    <a:pt x="2283951" y="2774355"/>
                  </a:lnTo>
                  <a:lnTo>
                    <a:pt x="2283951" y="2773925"/>
                  </a:lnTo>
                  <a:lnTo>
                    <a:pt x="2284421" y="2773925"/>
                  </a:lnTo>
                  <a:lnTo>
                    <a:pt x="2285127" y="2773925"/>
                  </a:lnTo>
                  <a:lnTo>
                    <a:pt x="2285715" y="2773925"/>
                  </a:lnTo>
                  <a:lnTo>
                    <a:pt x="2287479" y="2772633"/>
                  </a:lnTo>
                  <a:lnTo>
                    <a:pt x="2288538" y="2771341"/>
                  </a:lnTo>
                  <a:lnTo>
                    <a:pt x="2289596" y="2770480"/>
                  </a:lnTo>
                  <a:lnTo>
                    <a:pt x="2290537" y="2769188"/>
                  </a:lnTo>
                  <a:lnTo>
                    <a:pt x="2293007" y="2767896"/>
                  </a:lnTo>
                  <a:lnTo>
                    <a:pt x="2293242" y="2767466"/>
                  </a:lnTo>
                  <a:lnTo>
                    <a:pt x="2293948" y="2767466"/>
                  </a:lnTo>
                  <a:lnTo>
                    <a:pt x="2296183" y="2765313"/>
                  </a:lnTo>
                  <a:lnTo>
                    <a:pt x="2297124" y="2764021"/>
                  </a:lnTo>
                  <a:lnTo>
                    <a:pt x="2298182" y="2761007"/>
                  </a:lnTo>
                  <a:lnTo>
                    <a:pt x="2298888" y="2758854"/>
                  </a:lnTo>
                  <a:lnTo>
                    <a:pt x="2299476" y="2757993"/>
                  </a:lnTo>
                  <a:lnTo>
                    <a:pt x="2300417" y="2756270"/>
                  </a:lnTo>
                  <a:lnTo>
                    <a:pt x="2301711" y="2754978"/>
                  </a:lnTo>
                  <a:lnTo>
                    <a:pt x="2302064" y="2751964"/>
                  </a:lnTo>
                  <a:lnTo>
                    <a:pt x="2302652" y="2751534"/>
                  </a:lnTo>
                  <a:lnTo>
                    <a:pt x="2305121" y="2747228"/>
                  </a:lnTo>
                  <a:lnTo>
                    <a:pt x="2306180" y="2746797"/>
                  </a:lnTo>
                  <a:lnTo>
                    <a:pt x="2309003" y="2745075"/>
                  </a:lnTo>
                  <a:lnTo>
                    <a:pt x="2310061" y="2742491"/>
                  </a:lnTo>
                  <a:lnTo>
                    <a:pt x="2310532" y="2741630"/>
                  </a:lnTo>
                  <a:lnTo>
                    <a:pt x="2310649" y="2740769"/>
                  </a:lnTo>
                  <a:lnTo>
                    <a:pt x="2311355" y="2739477"/>
                  </a:lnTo>
                  <a:lnTo>
                    <a:pt x="2312531" y="2737754"/>
                  </a:lnTo>
                  <a:lnTo>
                    <a:pt x="2313002" y="2735171"/>
                  </a:lnTo>
                  <a:lnTo>
                    <a:pt x="2313002" y="2734740"/>
                  </a:lnTo>
                  <a:lnTo>
                    <a:pt x="2313825" y="2732157"/>
                  </a:lnTo>
                  <a:lnTo>
                    <a:pt x="2313825" y="2731726"/>
                  </a:lnTo>
                  <a:lnTo>
                    <a:pt x="2314413" y="2731726"/>
                  </a:lnTo>
                  <a:lnTo>
                    <a:pt x="2315354" y="2731295"/>
                  </a:lnTo>
                  <a:lnTo>
                    <a:pt x="2315354" y="2730865"/>
                  </a:lnTo>
                  <a:lnTo>
                    <a:pt x="2316530" y="2728712"/>
                  </a:lnTo>
                  <a:lnTo>
                    <a:pt x="2318059" y="2727851"/>
                  </a:lnTo>
                  <a:lnTo>
                    <a:pt x="2319235" y="2725698"/>
                  </a:lnTo>
                  <a:lnTo>
                    <a:pt x="2319470" y="2725698"/>
                  </a:lnTo>
                  <a:lnTo>
                    <a:pt x="2321705" y="2724406"/>
                  </a:lnTo>
                  <a:lnTo>
                    <a:pt x="2323822" y="2721822"/>
                  </a:lnTo>
                  <a:lnTo>
                    <a:pt x="2324057" y="2721392"/>
                  </a:lnTo>
                  <a:lnTo>
                    <a:pt x="2324293" y="2720961"/>
                  </a:lnTo>
                  <a:lnTo>
                    <a:pt x="2329820" y="2714071"/>
                  </a:lnTo>
                  <a:lnTo>
                    <a:pt x="2330409" y="2713641"/>
                  </a:lnTo>
                  <a:lnTo>
                    <a:pt x="2331820" y="2711057"/>
                  </a:lnTo>
                  <a:lnTo>
                    <a:pt x="2332290" y="2708904"/>
                  </a:lnTo>
                  <a:lnTo>
                    <a:pt x="2332408" y="2708904"/>
                  </a:lnTo>
                  <a:lnTo>
                    <a:pt x="2334525" y="2708043"/>
                  </a:lnTo>
                  <a:lnTo>
                    <a:pt x="2335584" y="2705890"/>
                  </a:lnTo>
                  <a:lnTo>
                    <a:pt x="2335584" y="2705459"/>
                  </a:lnTo>
                  <a:lnTo>
                    <a:pt x="2336760" y="2703737"/>
                  </a:lnTo>
                  <a:lnTo>
                    <a:pt x="2337465" y="2702015"/>
                  </a:lnTo>
                  <a:lnTo>
                    <a:pt x="2337818" y="2702015"/>
                  </a:lnTo>
                  <a:lnTo>
                    <a:pt x="2338877" y="2701153"/>
                  </a:lnTo>
                  <a:lnTo>
                    <a:pt x="2340171" y="2699431"/>
                  </a:lnTo>
                  <a:lnTo>
                    <a:pt x="2340641" y="2699000"/>
                  </a:lnTo>
                  <a:lnTo>
                    <a:pt x="2341700" y="2698570"/>
                  </a:lnTo>
                  <a:lnTo>
                    <a:pt x="2343111" y="2695986"/>
                  </a:lnTo>
                  <a:lnTo>
                    <a:pt x="2344522" y="2694264"/>
                  </a:lnTo>
                  <a:lnTo>
                    <a:pt x="2345698" y="2692541"/>
                  </a:lnTo>
                  <a:lnTo>
                    <a:pt x="2345934" y="2692111"/>
                  </a:lnTo>
                  <a:lnTo>
                    <a:pt x="2347110" y="2691680"/>
                  </a:lnTo>
                  <a:lnTo>
                    <a:pt x="2347698" y="2690819"/>
                  </a:lnTo>
                  <a:lnTo>
                    <a:pt x="2349227" y="2687805"/>
                  </a:lnTo>
                  <a:lnTo>
                    <a:pt x="2350991" y="2682638"/>
                  </a:lnTo>
                  <a:lnTo>
                    <a:pt x="2353226" y="2681776"/>
                  </a:lnTo>
                  <a:lnTo>
                    <a:pt x="2354284" y="2681776"/>
                  </a:lnTo>
                  <a:lnTo>
                    <a:pt x="2355696" y="2680915"/>
                  </a:lnTo>
                  <a:lnTo>
                    <a:pt x="2355931" y="2680485"/>
                  </a:lnTo>
                  <a:lnTo>
                    <a:pt x="2356989" y="2680054"/>
                  </a:lnTo>
                  <a:lnTo>
                    <a:pt x="2358989" y="2677470"/>
                  </a:lnTo>
                  <a:lnTo>
                    <a:pt x="2360400" y="2676179"/>
                  </a:lnTo>
                  <a:lnTo>
                    <a:pt x="2360400" y="2675748"/>
                  </a:lnTo>
                  <a:lnTo>
                    <a:pt x="2361341" y="2673595"/>
                  </a:lnTo>
                  <a:lnTo>
                    <a:pt x="2362164" y="2673595"/>
                  </a:lnTo>
                  <a:lnTo>
                    <a:pt x="2362752" y="2673595"/>
                  </a:lnTo>
                  <a:lnTo>
                    <a:pt x="2363341" y="2671442"/>
                  </a:lnTo>
                  <a:lnTo>
                    <a:pt x="2363929" y="2669720"/>
                  </a:lnTo>
                  <a:lnTo>
                    <a:pt x="2366163" y="2667136"/>
                  </a:lnTo>
                  <a:lnTo>
                    <a:pt x="2366987" y="2664983"/>
                  </a:lnTo>
                  <a:lnTo>
                    <a:pt x="2368280" y="2664122"/>
                  </a:lnTo>
                  <a:lnTo>
                    <a:pt x="2369456" y="2662399"/>
                  </a:lnTo>
                  <a:lnTo>
                    <a:pt x="2370868" y="2661538"/>
                  </a:lnTo>
                  <a:lnTo>
                    <a:pt x="2371456" y="2658955"/>
                  </a:lnTo>
                  <a:lnTo>
                    <a:pt x="2372044" y="2658524"/>
                  </a:lnTo>
                  <a:lnTo>
                    <a:pt x="2373455" y="2656802"/>
                  </a:lnTo>
                  <a:lnTo>
                    <a:pt x="2373573" y="2656802"/>
                  </a:lnTo>
                  <a:lnTo>
                    <a:pt x="2375808" y="2655940"/>
                  </a:lnTo>
                  <a:lnTo>
                    <a:pt x="2376278" y="2655079"/>
                  </a:lnTo>
                  <a:lnTo>
                    <a:pt x="2377689" y="2653787"/>
                  </a:lnTo>
                  <a:lnTo>
                    <a:pt x="2379218" y="2649912"/>
                  </a:lnTo>
                  <a:lnTo>
                    <a:pt x="2379218" y="2649481"/>
                  </a:lnTo>
                  <a:lnTo>
                    <a:pt x="2380395" y="2647328"/>
                  </a:lnTo>
                  <a:lnTo>
                    <a:pt x="2381453" y="2646037"/>
                  </a:lnTo>
                  <a:lnTo>
                    <a:pt x="2381688" y="2644745"/>
                  </a:lnTo>
                  <a:lnTo>
                    <a:pt x="2384629" y="2642592"/>
                  </a:lnTo>
                  <a:lnTo>
                    <a:pt x="2385334" y="2641300"/>
                  </a:lnTo>
                  <a:lnTo>
                    <a:pt x="2385805" y="2641300"/>
                  </a:lnTo>
                  <a:lnTo>
                    <a:pt x="2386863" y="2640439"/>
                  </a:lnTo>
                  <a:lnTo>
                    <a:pt x="2388628" y="2639578"/>
                  </a:lnTo>
                  <a:lnTo>
                    <a:pt x="2389451" y="2637425"/>
                  </a:lnTo>
                  <a:lnTo>
                    <a:pt x="2389921" y="2636994"/>
                  </a:lnTo>
                  <a:lnTo>
                    <a:pt x="2390745" y="2635272"/>
                  </a:lnTo>
                  <a:lnTo>
                    <a:pt x="2391333" y="2634841"/>
                  </a:lnTo>
                  <a:lnTo>
                    <a:pt x="2392391" y="2633119"/>
                  </a:lnTo>
                  <a:lnTo>
                    <a:pt x="2393332" y="2631396"/>
                  </a:lnTo>
                  <a:lnTo>
                    <a:pt x="2394744" y="2630535"/>
                  </a:lnTo>
                  <a:lnTo>
                    <a:pt x="2395920" y="2630104"/>
                  </a:lnTo>
                  <a:lnTo>
                    <a:pt x="2397566" y="2628813"/>
                  </a:lnTo>
                  <a:lnTo>
                    <a:pt x="2398625" y="2626229"/>
                  </a:lnTo>
                  <a:lnTo>
                    <a:pt x="2400977" y="2623645"/>
                  </a:lnTo>
                  <a:lnTo>
                    <a:pt x="2401565" y="2622784"/>
                  </a:lnTo>
                  <a:lnTo>
                    <a:pt x="2402506" y="2622784"/>
                  </a:lnTo>
                  <a:lnTo>
                    <a:pt x="2402977" y="2620631"/>
                  </a:lnTo>
                  <a:lnTo>
                    <a:pt x="2404035" y="2617617"/>
                  </a:lnTo>
                  <a:lnTo>
                    <a:pt x="2404976" y="2615895"/>
                  </a:lnTo>
                  <a:lnTo>
                    <a:pt x="2406152" y="2614172"/>
                  </a:lnTo>
                  <a:lnTo>
                    <a:pt x="2406623" y="2613311"/>
                  </a:lnTo>
                  <a:lnTo>
                    <a:pt x="2406623" y="2612880"/>
                  </a:lnTo>
                  <a:lnTo>
                    <a:pt x="2410151" y="2611158"/>
                  </a:lnTo>
                  <a:lnTo>
                    <a:pt x="2411327" y="2610297"/>
                  </a:lnTo>
                  <a:lnTo>
                    <a:pt x="2411327" y="2609866"/>
                  </a:lnTo>
                  <a:lnTo>
                    <a:pt x="2414385" y="2608144"/>
                  </a:lnTo>
                  <a:lnTo>
                    <a:pt x="2414503" y="2608144"/>
                  </a:lnTo>
                  <a:lnTo>
                    <a:pt x="2415914" y="2604699"/>
                  </a:lnTo>
                  <a:lnTo>
                    <a:pt x="2418266" y="2604699"/>
                  </a:lnTo>
                  <a:lnTo>
                    <a:pt x="2419443" y="2603838"/>
                  </a:lnTo>
                  <a:lnTo>
                    <a:pt x="2419560" y="2603838"/>
                  </a:lnTo>
                  <a:lnTo>
                    <a:pt x="2421442" y="2600824"/>
                  </a:lnTo>
                  <a:lnTo>
                    <a:pt x="2421560" y="2600824"/>
                  </a:lnTo>
                  <a:lnTo>
                    <a:pt x="2422265" y="2599962"/>
                  </a:lnTo>
                  <a:lnTo>
                    <a:pt x="2423912" y="2598671"/>
                  </a:lnTo>
                  <a:lnTo>
                    <a:pt x="2424853" y="2597809"/>
                  </a:lnTo>
                  <a:lnTo>
                    <a:pt x="2426147" y="2597379"/>
                  </a:lnTo>
                  <a:lnTo>
                    <a:pt x="2427087" y="2596948"/>
                  </a:lnTo>
                  <a:lnTo>
                    <a:pt x="2428264" y="2594795"/>
                  </a:lnTo>
                  <a:lnTo>
                    <a:pt x="2429322" y="2592642"/>
                  </a:lnTo>
                  <a:lnTo>
                    <a:pt x="2430616" y="2591781"/>
                  </a:lnTo>
                  <a:lnTo>
                    <a:pt x="2430851" y="2591781"/>
                  </a:lnTo>
                  <a:lnTo>
                    <a:pt x="2431086" y="2588767"/>
                  </a:lnTo>
                  <a:lnTo>
                    <a:pt x="2431910" y="2586183"/>
                  </a:lnTo>
                  <a:lnTo>
                    <a:pt x="2433439" y="2584461"/>
                  </a:lnTo>
                  <a:lnTo>
                    <a:pt x="2434144" y="2583600"/>
                  </a:lnTo>
                  <a:lnTo>
                    <a:pt x="2435320" y="2581447"/>
                  </a:lnTo>
                  <a:lnTo>
                    <a:pt x="2435673" y="2581447"/>
                  </a:lnTo>
                  <a:lnTo>
                    <a:pt x="2436967" y="2581016"/>
                  </a:lnTo>
                  <a:lnTo>
                    <a:pt x="2439555" y="2580585"/>
                  </a:lnTo>
                  <a:lnTo>
                    <a:pt x="2440613" y="2579724"/>
                  </a:lnTo>
                  <a:lnTo>
                    <a:pt x="2441554" y="2579724"/>
                  </a:lnTo>
                  <a:lnTo>
                    <a:pt x="2443671" y="2577141"/>
                  </a:lnTo>
                  <a:lnTo>
                    <a:pt x="2445318" y="2575418"/>
                  </a:lnTo>
                  <a:lnTo>
                    <a:pt x="2445788" y="2574988"/>
                  </a:lnTo>
                  <a:lnTo>
                    <a:pt x="2445788" y="2574557"/>
                  </a:lnTo>
                  <a:lnTo>
                    <a:pt x="2446259" y="2574557"/>
                  </a:lnTo>
                  <a:lnTo>
                    <a:pt x="2449199" y="2573696"/>
                  </a:lnTo>
                  <a:lnTo>
                    <a:pt x="2451786" y="2571973"/>
                  </a:lnTo>
                  <a:lnTo>
                    <a:pt x="2454139" y="2569820"/>
                  </a:lnTo>
                  <a:lnTo>
                    <a:pt x="2455433" y="2567667"/>
                  </a:lnTo>
                  <a:lnTo>
                    <a:pt x="2455903" y="2566806"/>
                  </a:lnTo>
                  <a:lnTo>
                    <a:pt x="2456256" y="2565945"/>
                  </a:lnTo>
                  <a:lnTo>
                    <a:pt x="2456373" y="2565945"/>
                  </a:lnTo>
                  <a:lnTo>
                    <a:pt x="2458255" y="2564653"/>
                  </a:lnTo>
                  <a:lnTo>
                    <a:pt x="2460960" y="2562070"/>
                  </a:lnTo>
                  <a:lnTo>
                    <a:pt x="2461078" y="2562070"/>
                  </a:lnTo>
                  <a:lnTo>
                    <a:pt x="2461548" y="2562070"/>
                  </a:lnTo>
                  <a:lnTo>
                    <a:pt x="2461666" y="2561639"/>
                  </a:lnTo>
                  <a:lnTo>
                    <a:pt x="2462725" y="2558625"/>
                  </a:lnTo>
                  <a:lnTo>
                    <a:pt x="2463548" y="2558194"/>
                  </a:lnTo>
                  <a:lnTo>
                    <a:pt x="2464254" y="2556041"/>
                  </a:lnTo>
                  <a:lnTo>
                    <a:pt x="2466959" y="2551305"/>
                  </a:lnTo>
                  <a:lnTo>
                    <a:pt x="2468958" y="2549582"/>
                  </a:lnTo>
                  <a:lnTo>
                    <a:pt x="2469429" y="2548290"/>
                  </a:lnTo>
                  <a:lnTo>
                    <a:pt x="2470722" y="2548290"/>
                  </a:lnTo>
                  <a:lnTo>
                    <a:pt x="2472839" y="2545707"/>
                  </a:lnTo>
                  <a:lnTo>
                    <a:pt x="2475309" y="2543554"/>
                  </a:lnTo>
                  <a:lnTo>
                    <a:pt x="2475545" y="2543123"/>
                  </a:lnTo>
                  <a:lnTo>
                    <a:pt x="2476015" y="2542693"/>
                  </a:lnTo>
                  <a:lnTo>
                    <a:pt x="2477426" y="2541831"/>
                  </a:lnTo>
                  <a:lnTo>
                    <a:pt x="2480720" y="2537956"/>
                  </a:lnTo>
                  <a:lnTo>
                    <a:pt x="2480955" y="2537956"/>
                  </a:lnTo>
                  <a:lnTo>
                    <a:pt x="2482366" y="2537525"/>
                  </a:lnTo>
                  <a:lnTo>
                    <a:pt x="2482719" y="2537525"/>
                  </a:lnTo>
                  <a:lnTo>
                    <a:pt x="2483542" y="2537095"/>
                  </a:lnTo>
                  <a:lnTo>
                    <a:pt x="2484483" y="2536664"/>
                  </a:lnTo>
                  <a:lnTo>
                    <a:pt x="2484483" y="2535803"/>
                  </a:lnTo>
                  <a:lnTo>
                    <a:pt x="2485659" y="2534081"/>
                  </a:lnTo>
                  <a:lnTo>
                    <a:pt x="2485777" y="2534081"/>
                  </a:lnTo>
                  <a:lnTo>
                    <a:pt x="2488129" y="2533650"/>
                  </a:lnTo>
                  <a:lnTo>
                    <a:pt x="2489423" y="2533219"/>
                  </a:lnTo>
                  <a:lnTo>
                    <a:pt x="2490011" y="2533219"/>
                  </a:lnTo>
                  <a:lnTo>
                    <a:pt x="2491775" y="2529775"/>
                  </a:lnTo>
                  <a:lnTo>
                    <a:pt x="2492128" y="2528913"/>
                  </a:lnTo>
                  <a:lnTo>
                    <a:pt x="2494716" y="2528483"/>
                  </a:lnTo>
                  <a:lnTo>
                    <a:pt x="2495892" y="2525899"/>
                  </a:lnTo>
                  <a:lnTo>
                    <a:pt x="2497891" y="2525038"/>
                  </a:lnTo>
                  <a:lnTo>
                    <a:pt x="2498832" y="2523746"/>
                  </a:lnTo>
                  <a:lnTo>
                    <a:pt x="2503772" y="2516426"/>
                  </a:lnTo>
                  <a:lnTo>
                    <a:pt x="2504478" y="2513412"/>
                  </a:lnTo>
                  <a:lnTo>
                    <a:pt x="2505301" y="2510828"/>
                  </a:lnTo>
                  <a:lnTo>
                    <a:pt x="2507653" y="2509967"/>
                  </a:lnTo>
                  <a:lnTo>
                    <a:pt x="2507771" y="2509967"/>
                  </a:lnTo>
                  <a:lnTo>
                    <a:pt x="2508006" y="2509967"/>
                  </a:lnTo>
                  <a:lnTo>
                    <a:pt x="2509182" y="2505661"/>
                  </a:lnTo>
                  <a:lnTo>
                    <a:pt x="2509182" y="2505230"/>
                  </a:lnTo>
                  <a:lnTo>
                    <a:pt x="2510829" y="2503077"/>
                  </a:lnTo>
                  <a:lnTo>
                    <a:pt x="2511064" y="2503077"/>
                  </a:lnTo>
                  <a:lnTo>
                    <a:pt x="2512475" y="2501355"/>
                  </a:lnTo>
                  <a:lnTo>
                    <a:pt x="2513534" y="2500063"/>
                  </a:lnTo>
                  <a:lnTo>
                    <a:pt x="2515769" y="2496188"/>
                  </a:lnTo>
                  <a:lnTo>
                    <a:pt x="2516827" y="2495327"/>
                  </a:lnTo>
                  <a:lnTo>
                    <a:pt x="2517768" y="2493174"/>
                  </a:lnTo>
                  <a:lnTo>
                    <a:pt x="2518003" y="2492743"/>
                  </a:lnTo>
                  <a:lnTo>
                    <a:pt x="2518121" y="2491021"/>
                  </a:lnTo>
                  <a:lnTo>
                    <a:pt x="2519650" y="2486284"/>
                  </a:lnTo>
                  <a:lnTo>
                    <a:pt x="2521179" y="2485423"/>
                  </a:lnTo>
                  <a:lnTo>
                    <a:pt x="2522708" y="2482409"/>
                  </a:lnTo>
                  <a:lnTo>
                    <a:pt x="2523884" y="2480686"/>
                  </a:lnTo>
                  <a:lnTo>
                    <a:pt x="2525178" y="2480686"/>
                  </a:lnTo>
                  <a:lnTo>
                    <a:pt x="2526472" y="2478964"/>
                  </a:lnTo>
                  <a:lnTo>
                    <a:pt x="2526942" y="2478964"/>
                  </a:lnTo>
                  <a:lnTo>
                    <a:pt x="2527648" y="2477672"/>
                  </a:lnTo>
                  <a:lnTo>
                    <a:pt x="2529294" y="2475519"/>
                  </a:lnTo>
                  <a:lnTo>
                    <a:pt x="2530706" y="2472935"/>
                  </a:lnTo>
                  <a:lnTo>
                    <a:pt x="2532117" y="2471644"/>
                  </a:lnTo>
                  <a:lnTo>
                    <a:pt x="2532352" y="2471213"/>
                  </a:lnTo>
                  <a:lnTo>
                    <a:pt x="2533528" y="2468629"/>
                  </a:lnTo>
                  <a:lnTo>
                    <a:pt x="2534705" y="2466046"/>
                  </a:lnTo>
                  <a:lnTo>
                    <a:pt x="2535175" y="2465615"/>
                  </a:lnTo>
                  <a:lnTo>
                    <a:pt x="2537880" y="2462601"/>
                  </a:lnTo>
                  <a:lnTo>
                    <a:pt x="2538939" y="2460879"/>
                  </a:lnTo>
                  <a:lnTo>
                    <a:pt x="2540350" y="2460017"/>
                  </a:lnTo>
                  <a:lnTo>
                    <a:pt x="2541291" y="2459587"/>
                  </a:lnTo>
                  <a:lnTo>
                    <a:pt x="2543878" y="2457003"/>
                  </a:lnTo>
                  <a:lnTo>
                    <a:pt x="2544114" y="2457003"/>
                  </a:lnTo>
                  <a:lnTo>
                    <a:pt x="2547172" y="2456573"/>
                  </a:lnTo>
                  <a:lnTo>
                    <a:pt x="2548465" y="2452697"/>
                  </a:lnTo>
                  <a:lnTo>
                    <a:pt x="2549877" y="2450544"/>
                  </a:lnTo>
                  <a:lnTo>
                    <a:pt x="2550230" y="2449683"/>
                  </a:lnTo>
                  <a:lnTo>
                    <a:pt x="2551523" y="2448391"/>
                  </a:lnTo>
                  <a:lnTo>
                    <a:pt x="2552817" y="2447530"/>
                  </a:lnTo>
                  <a:lnTo>
                    <a:pt x="2553993" y="2446669"/>
                  </a:lnTo>
                  <a:lnTo>
                    <a:pt x="2556581" y="2445377"/>
                  </a:lnTo>
                  <a:lnTo>
                    <a:pt x="2557757" y="2444516"/>
                  </a:lnTo>
                  <a:lnTo>
                    <a:pt x="2557992" y="2444516"/>
                  </a:lnTo>
                  <a:lnTo>
                    <a:pt x="2558698" y="2444085"/>
                  </a:lnTo>
                  <a:lnTo>
                    <a:pt x="2560697" y="2442793"/>
                  </a:lnTo>
                  <a:lnTo>
                    <a:pt x="2560815" y="2442793"/>
                  </a:lnTo>
                  <a:lnTo>
                    <a:pt x="2560933" y="2442793"/>
                  </a:lnTo>
                  <a:lnTo>
                    <a:pt x="2563638" y="2440210"/>
                  </a:lnTo>
                  <a:lnTo>
                    <a:pt x="2565519" y="2438918"/>
                  </a:lnTo>
                  <a:lnTo>
                    <a:pt x="2565755" y="2438918"/>
                  </a:lnTo>
                  <a:lnTo>
                    <a:pt x="2566108" y="2438918"/>
                  </a:lnTo>
                  <a:lnTo>
                    <a:pt x="2566225" y="2438487"/>
                  </a:lnTo>
                  <a:lnTo>
                    <a:pt x="2568695" y="2435904"/>
                  </a:lnTo>
                  <a:lnTo>
                    <a:pt x="2569166" y="2435043"/>
                  </a:lnTo>
                  <a:lnTo>
                    <a:pt x="2570694" y="2434181"/>
                  </a:lnTo>
                  <a:lnTo>
                    <a:pt x="2571165" y="2432459"/>
                  </a:lnTo>
                  <a:lnTo>
                    <a:pt x="2572812" y="2431598"/>
                  </a:lnTo>
                  <a:lnTo>
                    <a:pt x="2573635" y="2430737"/>
                  </a:lnTo>
                  <a:lnTo>
                    <a:pt x="2574576" y="2429014"/>
                  </a:lnTo>
                  <a:lnTo>
                    <a:pt x="2575164" y="2428584"/>
                  </a:lnTo>
                  <a:lnTo>
                    <a:pt x="2575281" y="2428584"/>
                  </a:lnTo>
                  <a:lnTo>
                    <a:pt x="2577046" y="2428153"/>
                  </a:lnTo>
                  <a:lnTo>
                    <a:pt x="2578810" y="2427722"/>
                  </a:lnTo>
                  <a:lnTo>
                    <a:pt x="2580104" y="2425569"/>
                  </a:lnTo>
                  <a:lnTo>
                    <a:pt x="2582221" y="2423416"/>
                  </a:lnTo>
                  <a:lnTo>
                    <a:pt x="2583867" y="2421263"/>
                  </a:lnTo>
                  <a:lnTo>
                    <a:pt x="2584338" y="2421263"/>
                  </a:lnTo>
                  <a:lnTo>
                    <a:pt x="2584455" y="2421263"/>
                  </a:lnTo>
                  <a:lnTo>
                    <a:pt x="2585161" y="2421263"/>
                  </a:lnTo>
                  <a:lnTo>
                    <a:pt x="2586808" y="2419972"/>
                  </a:lnTo>
                  <a:lnTo>
                    <a:pt x="2590218" y="2416527"/>
                  </a:lnTo>
                  <a:lnTo>
                    <a:pt x="2590336" y="2415666"/>
                  </a:lnTo>
                  <a:lnTo>
                    <a:pt x="2591277" y="2413082"/>
                  </a:lnTo>
                  <a:lnTo>
                    <a:pt x="2592924" y="2410929"/>
                  </a:lnTo>
                  <a:lnTo>
                    <a:pt x="2594570" y="2410068"/>
                  </a:lnTo>
                  <a:lnTo>
                    <a:pt x="2594923" y="2410068"/>
                  </a:lnTo>
                  <a:lnTo>
                    <a:pt x="2596570" y="2407915"/>
                  </a:lnTo>
                  <a:lnTo>
                    <a:pt x="2597628" y="2407484"/>
                  </a:lnTo>
                  <a:lnTo>
                    <a:pt x="2599392" y="2407484"/>
                  </a:lnTo>
                  <a:lnTo>
                    <a:pt x="2602333" y="2403178"/>
                  </a:lnTo>
                  <a:lnTo>
                    <a:pt x="2602450" y="2403178"/>
                  </a:lnTo>
                  <a:lnTo>
                    <a:pt x="2603274" y="2402317"/>
                  </a:lnTo>
                  <a:lnTo>
                    <a:pt x="2603979" y="2400595"/>
                  </a:lnTo>
                  <a:lnTo>
                    <a:pt x="2605391" y="2399303"/>
                  </a:lnTo>
                  <a:lnTo>
                    <a:pt x="2605979" y="2397580"/>
                  </a:lnTo>
                  <a:lnTo>
                    <a:pt x="2607861" y="2393705"/>
                  </a:lnTo>
                  <a:lnTo>
                    <a:pt x="2609978" y="2391983"/>
                  </a:lnTo>
                  <a:lnTo>
                    <a:pt x="2611742" y="2390691"/>
                  </a:lnTo>
                  <a:lnTo>
                    <a:pt x="2612800" y="2387246"/>
                  </a:lnTo>
                  <a:lnTo>
                    <a:pt x="2613506" y="2386815"/>
                  </a:lnTo>
                  <a:lnTo>
                    <a:pt x="2614212" y="2385524"/>
                  </a:lnTo>
                  <a:lnTo>
                    <a:pt x="2616329" y="2382940"/>
                  </a:lnTo>
                  <a:lnTo>
                    <a:pt x="2618446" y="2382079"/>
                  </a:lnTo>
                  <a:lnTo>
                    <a:pt x="2619740" y="2380356"/>
                  </a:lnTo>
                  <a:lnTo>
                    <a:pt x="2620092" y="2379495"/>
                  </a:lnTo>
                  <a:lnTo>
                    <a:pt x="2620445" y="2379495"/>
                  </a:lnTo>
                  <a:lnTo>
                    <a:pt x="2622092" y="2378634"/>
                  </a:lnTo>
                  <a:lnTo>
                    <a:pt x="2624444" y="2376050"/>
                  </a:lnTo>
                  <a:lnTo>
                    <a:pt x="2625738" y="2375189"/>
                  </a:lnTo>
                  <a:lnTo>
                    <a:pt x="2627032" y="2374759"/>
                  </a:lnTo>
                  <a:lnTo>
                    <a:pt x="2628561" y="2373467"/>
                  </a:lnTo>
                  <a:lnTo>
                    <a:pt x="2629972" y="2371314"/>
                  </a:lnTo>
                  <a:lnTo>
                    <a:pt x="2630207" y="2371314"/>
                  </a:lnTo>
                  <a:lnTo>
                    <a:pt x="2630795" y="2371314"/>
                  </a:lnTo>
                  <a:lnTo>
                    <a:pt x="2630913" y="2371314"/>
                  </a:lnTo>
                  <a:lnTo>
                    <a:pt x="2630913" y="2370883"/>
                  </a:lnTo>
                  <a:lnTo>
                    <a:pt x="2632207" y="2367438"/>
                  </a:lnTo>
                  <a:lnTo>
                    <a:pt x="2633148" y="2366147"/>
                  </a:lnTo>
                  <a:lnTo>
                    <a:pt x="2634559" y="2364855"/>
                  </a:lnTo>
                  <a:lnTo>
                    <a:pt x="2634677" y="2364855"/>
                  </a:lnTo>
                  <a:lnTo>
                    <a:pt x="2636676" y="2363132"/>
                  </a:lnTo>
                  <a:lnTo>
                    <a:pt x="2637852" y="2363132"/>
                  </a:lnTo>
                  <a:lnTo>
                    <a:pt x="2640910" y="2357535"/>
                  </a:lnTo>
                  <a:lnTo>
                    <a:pt x="2642086" y="2356243"/>
                  </a:lnTo>
                  <a:lnTo>
                    <a:pt x="2644321" y="2354520"/>
                  </a:lnTo>
                  <a:lnTo>
                    <a:pt x="2645262" y="2354090"/>
                  </a:lnTo>
                  <a:lnTo>
                    <a:pt x="2646320" y="2351937"/>
                  </a:lnTo>
                  <a:lnTo>
                    <a:pt x="2646791" y="2351937"/>
                  </a:lnTo>
                  <a:lnTo>
                    <a:pt x="2649026" y="2349784"/>
                  </a:lnTo>
                  <a:lnTo>
                    <a:pt x="2649143" y="2349784"/>
                  </a:lnTo>
                  <a:lnTo>
                    <a:pt x="2650084" y="2346339"/>
                  </a:lnTo>
                  <a:lnTo>
                    <a:pt x="2653260" y="2342894"/>
                  </a:lnTo>
                  <a:lnTo>
                    <a:pt x="2655259" y="2342464"/>
                  </a:lnTo>
                  <a:lnTo>
                    <a:pt x="2656435" y="2341602"/>
                  </a:lnTo>
                  <a:lnTo>
                    <a:pt x="2657847" y="2338588"/>
                  </a:lnTo>
                  <a:lnTo>
                    <a:pt x="2659023" y="2337296"/>
                  </a:lnTo>
                  <a:lnTo>
                    <a:pt x="2659728" y="2336866"/>
                  </a:lnTo>
                  <a:lnTo>
                    <a:pt x="2659964" y="2336435"/>
                  </a:lnTo>
                  <a:lnTo>
                    <a:pt x="2662316" y="2334713"/>
                  </a:lnTo>
                  <a:lnTo>
                    <a:pt x="2664551" y="2332560"/>
                  </a:lnTo>
                  <a:lnTo>
                    <a:pt x="2666432" y="2331699"/>
                  </a:lnTo>
                  <a:lnTo>
                    <a:pt x="2666903" y="2331699"/>
                  </a:lnTo>
                  <a:lnTo>
                    <a:pt x="2668550" y="2330407"/>
                  </a:lnTo>
                  <a:lnTo>
                    <a:pt x="2668785" y="2329976"/>
                  </a:lnTo>
                  <a:lnTo>
                    <a:pt x="2670314" y="2326962"/>
                  </a:lnTo>
                  <a:lnTo>
                    <a:pt x="2672078" y="2324809"/>
                  </a:lnTo>
                  <a:lnTo>
                    <a:pt x="2674430" y="2323087"/>
                  </a:lnTo>
                  <a:lnTo>
                    <a:pt x="2676547" y="2322225"/>
                  </a:lnTo>
                  <a:lnTo>
                    <a:pt x="2677371" y="2320934"/>
                  </a:lnTo>
                  <a:lnTo>
                    <a:pt x="2678782" y="2318781"/>
                  </a:lnTo>
                  <a:lnTo>
                    <a:pt x="2680664" y="2316628"/>
                  </a:lnTo>
                  <a:lnTo>
                    <a:pt x="2682428" y="2314905"/>
                  </a:lnTo>
                  <a:lnTo>
                    <a:pt x="2684310" y="2313613"/>
                  </a:lnTo>
                  <a:lnTo>
                    <a:pt x="2684545" y="2313613"/>
                  </a:lnTo>
                  <a:lnTo>
                    <a:pt x="2689014" y="2308446"/>
                  </a:lnTo>
                  <a:lnTo>
                    <a:pt x="2689720" y="2308446"/>
                  </a:lnTo>
                  <a:lnTo>
                    <a:pt x="2689838" y="2308016"/>
                  </a:lnTo>
                  <a:lnTo>
                    <a:pt x="2691367" y="2306293"/>
                  </a:lnTo>
                  <a:lnTo>
                    <a:pt x="2692308" y="2306293"/>
                  </a:lnTo>
                  <a:lnTo>
                    <a:pt x="2694778" y="2304571"/>
                  </a:lnTo>
                  <a:lnTo>
                    <a:pt x="2696777" y="2303279"/>
                  </a:lnTo>
                  <a:lnTo>
                    <a:pt x="2697247" y="2301557"/>
                  </a:lnTo>
                  <a:lnTo>
                    <a:pt x="2698776" y="2299404"/>
                  </a:lnTo>
                  <a:lnTo>
                    <a:pt x="2700541" y="2297681"/>
                  </a:lnTo>
                  <a:lnTo>
                    <a:pt x="2702305" y="2295959"/>
                  </a:lnTo>
                  <a:lnTo>
                    <a:pt x="2705128" y="2294236"/>
                  </a:lnTo>
                  <a:lnTo>
                    <a:pt x="2705598" y="2294236"/>
                  </a:lnTo>
                  <a:lnTo>
                    <a:pt x="2706069" y="2294236"/>
                  </a:lnTo>
                  <a:lnTo>
                    <a:pt x="2706539" y="2294236"/>
                  </a:lnTo>
                  <a:lnTo>
                    <a:pt x="2707833" y="2292945"/>
                  </a:lnTo>
                  <a:lnTo>
                    <a:pt x="2709715" y="2291222"/>
                  </a:lnTo>
                  <a:lnTo>
                    <a:pt x="2710773" y="2289500"/>
                  </a:lnTo>
                  <a:lnTo>
                    <a:pt x="2710773" y="2289069"/>
                  </a:lnTo>
                  <a:lnTo>
                    <a:pt x="2711008" y="2288639"/>
                  </a:lnTo>
                  <a:lnTo>
                    <a:pt x="2712537" y="2285624"/>
                  </a:lnTo>
                  <a:lnTo>
                    <a:pt x="2713831" y="2283041"/>
                  </a:lnTo>
                  <a:lnTo>
                    <a:pt x="2717359" y="2278735"/>
                  </a:lnTo>
                  <a:lnTo>
                    <a:pt x="2717830" y="2278304"/>
                  </a:lnTo>
                  <a:lnTo>
                    <a:pt x="2719829" y="2276151"/>
                  </a:lnTo>
                  <a:lnTo>
                    <a:pt x="2721241" y="2275721"/>
                  </a:lnTo>
                  <a:lnTo>
                    <a:pt x="2722535" y="2275721"/>
                  </a:lnTo>
                  <a:lnTo>
                    <a:pt x="2725240" y="2273137"/>
                  </a:lnTo>
                  <a:lnTo>
                    <a:pt x="2727121" y="2269262"/>
                  </a:lnTo>
                  <a:lnTo>
                    <a:pt x="2727239" y="2268831"/>
                  </a:lnTo>
                  <a:lnTo>
                    <a:pt x="2729239" y="2265817"/>
                  </a:lnTo>
                  <a:lnTo>
                    <a:pt x="2730532" y="2264956"/>
                  </a:lnTo>
                  <a:lnTo>
                    <a:pt x="2732885" y="2263664"/>
                  </a:lnTo>
                  <a:lnTo>
                    <a:pt x="2734884" y="2260650"/>
                  </a:lnTo>
                  <a:lnTo>
                    <a:pt x="2735237" y="2260219"/>
                  </a:lnTo>
                  <a:lnTo>
                    <a:pt x="2735590" y="2260219"/>
                  </a:lnTo>
                  <a:lnTo>
                    <a:pt x="2736295" y="2259358"/>
                  </a:lnTo>
                  <a:lnTo>
                    <a:pt x="2736766" y="2258497"/>
                  </a:lnTo>
                  <a:lnTo>
                    <a:pt x="2736883" y="2258497"/>
                  </a:lnTo>
                  <a:lnTo>
                    <a:pt x="2738530" y="2257635"/>
                  </a:lnTo>
                  <a:lnTo>
                    <a:pt x="2738648" y="2257635"/>
                  </a:lnTo>
                  <a:lnTo>
                    <a:pt x="2739706" y="2255052"/>
                  </a:lnTo>
                  <a:lnTo>
                    <a:pt x="2741235" y="2254191"/>
                  </a:lnTo>
                  <a:lnTo>
                    <a:pt x="2743235" y="2250746"/>
                  </a:lnTo>
                  <a:lnTo>
                    <a:pt x="2743352" y="2250746"/>
                  </a:lnTo>
                  <a:lnTo>
                    <a:pt x="2744293" y="2249023"/>
                  </a:lnTo>
                  <a:lnTo>
                    <a:pt x="2744881" y="2248162"/>
                  </a:lnTo>
                  <a:lnTo>
                    <a:pt x="2746410" y="2247301"/>
                  </a:lnTo>
                  <a:lnTo>
                    <a:pt x="2748880" y="2245579"/>
                  </a:lnTo>
                  <a:lnTo>
                    <a:pt x="2750174" y="2242995"/>
                  </a:lnTo>
                  <a:lnTo>
                    <a:pt x="2750527" y="2242564"/>
                  </a:lnTo>
                  <a:lnTo>
                    <a:pt x="2751585" y="2242564"/>
                  </a:lnTo>
                  <a:lnTo>
                    <a:pt x="2752761" y="2239550"/>
                  </a:lnTo>
                  <a:lnTo>
                    <a:pt x="2754290" y="2237397"/>
                  </a:lnTo>
                  <a:lnTo>
                    <a:pt x="2755937" y="2233952"/>
                  </a:lnTo>
                  <a:lnTo>
                    <a:pt x="2757466" y="2230508"/>
                  </a:lnTo>
                  <a:lnTo>
                    <a:pt x="2759348" y="2228785"/>
                  </a:lnTo>
                  <a:lnTo>
                    <a:pt x="2761465" y="2227493"/>
                  </a:lnTo>
                  <a:lnTo>
                    <a:pt x="2761582" y="2227063"/>
                  </a:lnTo>
                  <a:lnTo>
                    <a:pt x="2761582" y="2226632"/>
                  </a:lnTo>
                  <a:lnTo>
                    <a:pt x="2763347" y="2222326"/>
                  </a:lnTo>
                  <a:lnTo>
                    <a:pt x="2763464" y="2222326"/>
                  </a:lnTo>
                  <a:lnTo>
                    <a:pt x="2764523" y="2220604"/>
                  </a:lnTo>
                  <a:lnTo>
                    <a:pt x="2766169" y="2220604"/>
                  </a:lnTo>
                  <a:lnTo>
                    <a:pt x="2766405" y="2220173"/>
                  </a:lnTo>
                  <a:lnTo>
                    <a:pt x="2767228" y="2215867"/>
                  </a:lnTo>
                  <a:lnTo>
                    <a:pt x="2767228" y="2215006"/>
                  </a:lnTo>
                  <a:lnTo>
                    <a:pt x="2767346" y="2215006"/>
                  </a:lnTo>
                  <a:lnTo>
                    <a:pt x="2770874" y="2209408"/>
                  </a:lnTo>
                  <a:lnTo>
                    <a:pt x="2772756" y="2206825"/>
                  </a:lnTo>
                  <a:lnTo>
                    <a:pt x="2774520" y="2201657"/>
                  </a:lnTo>
                  <a:lnTo>
                    <a:pt x="2775108" y="2200796"/>
                  </a:lnTo>
                  <a:lnTo>
                    <a:pt x="2776167" y="2198643"/>
                  </a:lnTo>
                  <a:lnTo>
                    <a:pt x="2778401" y="2196060"/>
                  </a:lnTo>
                  <a:lnTo>
                    <a:pt x="2780871" y="2193907"/>
                  </a:lnTo>
                  <a:lnTo>
                    <a:pt x="2781694" y="2193476"/>
                  </a:lnTo>
                  <a:lnTo>
                    <a:pt x="2784164" y="2190892"/>
                  </a:lnTo>
                  <a:lnTo>
                    <a:pt x="2784400" y="2190462"/>
                  </a:lnTo>
                  <a:lnTo>
                    <a:pt x="2784635" y="2190031"/>
                  </a:lnTo>
                  <a:lnTo>
                    <a:pt x="2786164" y="2187017"/>
                  </a:lnTo>
                  <a:lnTo>
                    <a:pt x="2787928" y="2184864"/>
                  </a:lnTo>
                  <a:lnTo>
                    <a:pt x="2790280" y="2184003"/>
                  </a:lnTo>
                  <a:lnTo>
                    <a:pt x="2792868" y="2179697"/>
                  </a:lnTo>
                  <a:lnTo>
                    <a:pt x="2793456" y="2179697"/>
                  </a:lnTo>
                  <a:lnTo>
                    <a:pt x="2795691" y="2177974"/>
                  </a:lnTo>
                  <a:lnTo>
                    <a:pt x="2796749" y="2177544"/>
                  </a:lnTo>
                  <a:lnTo>
                    <a:pt x="2798866" y="2176683"/>
                  </a:lnTo>
                  <a:lnTo>
                    <a:pt x="2799689" y="2173238"/>
                  </a:lnTo>
                  <a:lnTo>
                    <a:pt x="2800160" y="2172807"/>
                  </a:lnTo>
                  <a:lnTo>
                    <a:pt x="2802277" y="2171085"/>
                  </a:lnTo>
                  <a:lnTo>
                    <a:pt x="2803806" y="2170654"/>
                  </a:lnTo>
                  <a:lnTo>
                    <a:pt x="2806158" y="2169362"/>
                  </a:lnTo>
                  <a:lnTo>
                    <a:pt x="2807570" y="2167640"/>
                  </a:lnTo>
                  <a:lnTo>
                    <a:pt x="2807805" y="2167209"/>
                  </a:lnTo>
                  <a:lnTo>
                    <a:pt x="2808628" y="2166348"/>
                  </a:lnTo>
                  <a:lnTo>
                    <a:pt x="2808746" y="2166348"/>
                  </a:lnTo>
                  <a:lnTo>
                    <a:pt x="2809922" y="2164195"/>
                  </a:lnTo>
                  <a:lnTo>
                    <a:pt x="2810040" y="2163765"/>
                  </a:lnTo>
                  <a:lnTo>
                    <a:pt x="2813921" y="2162042"/>
                  </a:lnTo>
                  <a:lnTo>
                    <a:pt x="2814038" y="2162042"/>
                  </a:lnTo>
                  <a:lnTo>
                    <a:pt x="2814156" y="2162042"/>
                  </a:lnTo>
                  <a:lnTo>
                    <a:pt x="2816508" y="2161181"/>
                  </a:lnTo>
                  <a:lnTo>
                    <a:pt x="2816626" y="2161181"/>
                  </a:lnTo>
                  <a:lnTo>
                    <a:pt x="2819096" y="2159459"/>
                  </a:lnTo>
                  <a:lnTo>
                    <a:pt x="2820037" y="2159028"/>
                  </a:lnTo>
                  <a:lnTo>
                    <a:pt x="2822036" y="2159028"/>
                  </a:lnTo>
                  <a:lnTo>
                    <a:pt x="2822154" y="2159028"/>
                  </a:lnTo>
                  <a:lnTo>
                    <a:pt x="2822977" y="2157736"/>
                  </a:lnTo>
                  <a:lnTo>
                    <a:pt x="2823448" y="2156014"/>
                  </a:lnTo>
                  <a:lnTo>
                    <a:pt x="2826153" y="2154722"/>
                  </a:lnTo>
                  <a:lnTo>
                    <a:pt x="2828858" y="2152569"/>
                  </a:lnTo>
                  <a:lnTo>
                    <a:pt x="2830622" y="2150416"/>
                  </a:lnTo>
                  <a:lnTo>
                    <a:pt x="2831681" y="2148694"/>
                  </a:lnTo>
                  <a:lnTo>
                    <a:pt x="2834033" y="2146110"/>
                  </a:lnTo>
                  <a:lnTo>
                    <a:pt x="2834033" y="2145679"/>
                  </a:lnTo>
                  <a:lnTo>
                    <a:pt x="2835679" y="2143957"/>
                  </a:lnTo>
                  <a:lnTo>
                    <a:pt x="2837444" y="2141373"/>
                  </a:lnTo>
                  <a:lnTo>
                    <a:pt x="2838267" y="2140943"/>
                  </a:lnTo>
                  <a:lnTo>
                    <a:pt x="2840266" y="2137929"/>
                  </a:lnTo>
                  <a:lnTo>
                    <a:pt x="2841325" y="2137929"/>
                  </a:lnTo>
                  <a:lnTo>
                    <a:pt x="2844618" y="2135776"/>
                  </a:lnTo>
                  <a:lnTo>
                    <a:pt x="2844736" y="2135776"/>
                  </a:lnTo>
                  <a:lnTo>
                    <a:pt x="2844971" y="2135776"/>
                  </a:lnTo>
                  <a:lnTo>
                    <a:pt x="2846029" y="2131900"/>
                  </a:lnTo>
                  <a:lnTo>
                    <a:pt x="2846970" y="2131039"/>
                  </a:lnTo>
                  <a:lnTo>
                    <a:pt x="2848735" y="2129317"/>
                  </a:lnTo>
                  <a:lnTo>
                    <a:pt x="2848735" y="2128886"/>
                  </a:lnTo>
                  <a:lnTo>
                    <a:pt x="2850852" y="2127164"/>
                  </a:lnTo>
                  <a:lnTo>
                    <a:pt x="2851087" y="2127164"/>
                  </a:lnTo>
                  <a:lnTo>
                    <a:pt x="2852969" y="2126302"/>
                  </a:lnTo>
                  <a:lnTo>
                    <a:pt x="2855086" y="2123719"/>
                  </a:lnTo>
                  <a:lnTo>
                    <a:pt x="2856027" y="2122427"/>
                  </a:lnTo>
                  <a:lnTo>
                    <a:pt x="2857556" y="2121135"/>
                  </a:lnTo>
                  <a:lnTo>
                    <a:pt x="2857673" y="2120705"/>
                  </a:lnTo>
                  <a:lnTo>
                    <a:pt x="2857673" y="2120274"/>
                  </a:lnTo>
                  <a:lnTo>
                    <a:pt x="2859202" y="2118121"/>
                  </a:lnTo>
                  <a:lnTo>
                    <a:pt x="2860966" y="2115537"/>
                  </a:lnTo>
                  <a:lnTo>
                    <a:pt x="2862966" y="2111662"/>
                  </a:lnTo>
                  <a:lnTo>
                    <a:pt x="2867906" y="2107356"/>
                  </a:lnTo>
                  <a:lnTo>
                    <a:pt x="2867906" y="2106925"/>
                  </a:lnTo>
                  <a:lnTo>
                    <a:pt x="2869082" y="2106064"/>
                  </a:lnTo>
                  <a:lnTo>
                    <a:pt x="2870376" y="2103911"/>
                  </a:lnTo>
                  <a:lnTo>
                    <a:pt x="2870376" y="2103481"/>
                  </a:lnTo>
                  <a:lnTo>
                    <a:pt x="2870376" y="2102619"/>
                  </a:lnTo>
                  <a:lnTo>
                    <a:pt x="2871552" y="2102619"/>
                  </a:lnTo>
                  <a:lnTo>
                    <a:pt x="2874257" y="2102619"/>
                  </a:lnTo>
                  <a:lnTo>
                    <a:pt x="2877197" y="2101328"/>
                  </a:lnTo>
                  <a:lnTo>
                    <a:pt x="2877315" y="2101328"/>
                  </a:lnTo>
                  <a:lnTo>
                    <a:pt x="2880255" y="2100036"/>
                  </a:lnTo>
                  <a:lnTo>
                    <a:pt x="2880726" y="2100036"/>
                  </a:lnTo>
                  <a:lnTo>
                    <a:pt x="2882372" y="2097452"/>
                  </a:lnTo>
                  <a:lnTo>
                    <a:pt x="2886489" y="2093577"/>
                  </a:lnTo>
                  <a:lnTo>
                    <a:pt x="2887194" y="2093146"/>
                  </a:lnTo>
                  <a:lnTo>
                    <a:pt x="2887783" y="2092716"/>
                  </a:lnTo>
                  <a:lnTo>
                    <a:pt x="2888959" y="2091424"/>
                  </a:lnTo>
                  <a:lnTo>
                    <a:pt x="2888959" y="2090563"/>
                  </a:lnTo>
                  <a:lnTo>
                    <a:pt x="2890841" y="2089701"/>
                  </a:lnTo>
                  <a:lnTo>
                    <a:pt x="2891899" y="2087979"/>
                  </a:lnTo>
                  <a:lnTo>
                    <a:pt x="2893428" y="2085395"/>
                  </a:lnTo>
                  <a:lnTo>
                    <a:pt x="2893546" y="2085395"/>
                  </a:lnTo>
                  <a:lnTo>
                    <a:pt x="2893781" y="2084965"/>
                  </a:lnTo>
                  <a:lnTo>
                    <a:pt x="2896251" y="2082381"/>
                  </a:lnTo>
                  <a:lnTo>
                    <a:pt x="2897309" y="2082381"/>
                  </a:lnTo>
                  <a:lnTo>
                    <a:pt x="2899544" y="2082381"/>
                  </a:lnTo>
                  <a:lnTo>
                    <a:pt x="2899897" y="2081951"/>
                  </a:lnTo>
                  <a:lnTo>
                    <a:pt x="2900485" y="2081089"/>
                  </a:lnTo>
                  <a:lnTo>
                    <a:pt x="2903543" y="2077214"/>
                  </a:lnTo>
                  <a:lnTo>
                    <a:pt x="2905189" y="2074630"/>
                  </a:lnTo>
                  <a:lnTo>
                    <a:pt x="2908600" y="2071186"/>
                  </a:lnTo>
                  <a:lnTo>
                    <a:pt x="2908835" y="2070755"/>
                  </a:lnTo>
                  <a:lnTo>
                    <a:pt x="2911188" y="2067741"/>
                  </a:lnTo>
                  <a:lnTo>
                    <a:pt x="2911305" y="2067310"/>
                  </a:lnTo>
                  <a:lnTo>
                    <a:pt x="2913070" y="2065588"/>
                  </a:lnTo>
                  <a:lnTo>
                    <a:pt x="2914716" y="2061712"/>
                  </a:lnTo>
                  <a:lnTo>
                    <a:pt x="2916128" y="2059129"/>
                  </a:lnTo>
                  <a:lnTo>
                    <a:pt x="2916598" y="2057837"/>
                  </a:lnTo>
                  <a:lnTo>
                    <a:pt x="2918833" y="2055253"/>
                  </a:lnTo>
                  <a:lnTo>
                    <a:pt x="2920009" y="2054392"/>
                  </a:lnTo>
                  <a:lnTo>
                    <a:pt x="2920479" y="2053100"/>
                  </a:lnTo>
                  <a:lnTo>
                    <a:pt x="2920597" y="2052670"/>
                  </a:lnTo>
                  <a:lnTo>
                    <a:pt x="2922479" y="2048794"/>
                  </a:lnTo>
                  <a:lnTo>
                    <a:pt x="2922479" y="2048364"/>
                  </a:lnTo>
                  <a:lnTo>
                    <a:pt x="2924125" y="2047072"/>
                  </a:lnTo>
                  <a:lnTo>
                    <a:pt x="2924243" y="2046641"/>
                  </a:lnTo>
                  <a:lnTo>
                    <a:pt x="2925772" y="2045350"/>
                  </a:lnTo>
                  <a:lnTo>
                    <a:pt x="2925890" y="2045350"/>
                  </a:lnTo>
                  <a:lnTo>
                    <a:pt x="2926360" y="2045350"/>
                  </a:lnTo>
                  <a:lnTo>
                    <a:pt x="2928477" y="2041474"/>
                  </a:lnTo>
                  <a:lnTo>
                    <a:pt x="2928830" y="2041474"/>
                  </a:lnTo>
                  <a:lnTo>
                    <a:pt x="2929183" y="2040182"/>
                  </a:lnTo>
                  <a:lnTo>
                    <a:pt x="2931888" y="2038029"/>
                  </a:lnTo>
                  <a:lnTo>
                    <a:pt x="2933182" y="2037599"/>
                  </a:lnTo>
                  <a:lnTo>
                    <a:pt x="2933182" y="2036738"/>
                  </a:lnTo>
                  <a:lnTo>
                    <a:pt x="2934711" y="2035015"/>
                  </a:lnTo>
                  <a:lnTo>
                    <a:pt x="2936240" y="2033293"/>
                  </a:lnTo>
                  <a:lnTo>
                    <a:pt x="2938474" y="2031140"/>
                  </a:lnTo>
                  <a:lnTo>
                    <a:pt x="2941179" y="2027264"/>
                  </a:lnTo>
                  <a:lnTo>
                    <a:pt x="2942826" y="2025542"/>
                  </a:lnTo>
                  <a:lnTo>
                    <a:pt x="2944825" y="2023389"/>
                  </a:lnTo>
                  <a:lnTo>
                    <a:pt x="2945178" y="2023389"/>
                  </a:lnTo>
                  <a:lnTo>
                    <a:pt x="2945531" y="2022958"/>
                  </a:lnTo>
                  <a:lnTo>
                    <a:pt x="2950471" y="2020375"/>
                  </a:lnTo>
                  <a:lnTo>
                    <a:pt x="2950471" y="2019944"/>
                  </a:lnTo>
                  <a:lnTo>
                    <a:pt x="2953764" y="2018652"/>
                  </a:lnTo>
                  <a:lnTo>
                    <a:pt x="2954117" y="2018652"/>
                  </a:lnTo>
                  <a:lnTo>
                    <a:pt x="2955646" y="2016499"/>
                  </a:lnTo>
                  <a:lnTo>
                    <a:pt x="2957175" y="2013485"/>
                  </a:lnTo>
                  <a:lnTo>
                    <a:pt x="2958822" y="2012193"/>
                  </a:lnTo>
                  <a:lnTo>
                    <a:pt x="2960703" y="2008749"/>
                  </a:lnTo>
                  <a:lnTo>
                    <a:pt x="2961291" y="2007457"/>
                  </a:lnTo>
                  <a:lnTo>
                    <a:pt x="2961644" y="2007026"/>
                  </a:lnTo>
                  <a:lnTo>
                    <a:pt x="2963291" y="2007026"/>
                  </a:lnTo>
                  <a:lnTo>
                    <a:pt x="2964585" y="2006165"/>
                  </a:lnTo>
                  <a:lnTo>
                    <a:pt x="2967290" y="2004012"/>
                  </a:lnTo>
                  <a:lnTo>
                    <a:pt x="2967290" y="2003581"/>
                  </a:lnTo>
                  <a:lnTo>
                    <a:pt x="2969054" y="1999275"/>
                  </a:lnTo>
                  <a:lnTo>
                    <a:pt x="2970465" y="1998414"/>
                  </a:lnTo>
                  <a:lnTo>
                    <a:pt x="2971406" y="1998414"/>
                  </a:lnTo>
                  <a:lnTo>
                    <a:pt x="2971524" y="1997984"/>
                  </a:lnTo>
                  <a:lnTo>
                    <a:pt x="2972465" y="1996692"/>
                  </a:lnTo>
                  <a:lnTo>
                    <a:pt x="2975288" y="1994108"/>
                  </a:lnTo>
                  <a:lnTo>
                    <a:pt x="2979051" y="1991525"/>
                  </a:lnTo>
                  <a:lnTo>
                    <a:pt x="2980698" y="1988080"/>
                  </a:lnTo>
                  <a:lnTo>
                    <a:pt x="2982697" y="1986788"/>
                  </a:lnTo>
                  <a:lnTo>
                    <a:pt x="2985402" y="1983774"/>
                  </a:lnTo>
                  <a:lnTo>
                    <a:pt x="2986931" y="1983343"/>
                  </a:lnTo>
                  <a:lnTo>
                    <a:pt x="2989872" y="1980329"/>
                  </a:lnTo>
                  <a:lnTo>
                    <a:pt x="2991401" y="1979037"/>
                  </a:lnTo>
                  <a:lnTo>
                    <a:pt x="2991401" y="1978607"/>
                  </a:lnTo>
                  <a:lnTo>
                    <a:pt x="2992694" y="1975592"/>
                  </a:lnTo>
                  <a:lnTo>
                    <a:pt x="2993047" y="1975162"/>
                  </a:lnTo>
                  <a:lnTo>
                    <a:pt x="2993988" y="1974731"/>
                  </a:lnTo>
                  <a:lnTo>
                    <a:pt x="2994106" y="1974301"/>
                  </a:lnTo>
                  <a:lnTo>
                    <a:pt x="2994459" y="1974301"/>
                  </a:lnTo>
                  <a:lnTo>
                    <a:pt x="2996929" y="1973009"/>
                  </a:lnTo>
                  <a:lnTo>
                    <a:pt x="2997399" y="1971717"/>
                  </a:lnTo>
                  <a:lnTo>
                    <a:pt x="2999163" y="1971286"/>
                  </a:lnTo>
                  <a:lnTo>
                    <a:pt x="2999281" y="1970856"/>
                  </a:lnTo>
                  <a:lnTo>
                    <a:pt x="3001751" y="1967411"/>
                  </a:lnTo>
                  <a:lnTo>
                    <a:pt x="3001868" y="1966980"/>
                  </a:lnTo>
                  <a:lnTo>
                    <a:pt x="3002574" y="1966980"/>
                  </a:lnTo>
                  <a:lnTo>
                    <a:pt x="3002927" y="1966550"/>
                  </a:lnTo>
                  <a:lnTo>
                    <a:pt x="3005632" y="1966119"/>
                  </a:lnTo>
                  <a:lnTo>
                    <a:pt x="3007867" y="1965689"/>
                  </a:lnTo>
                  <a:lnTo>
                    <a:pt x="3007984" y="1965258"/>
                  </a:lnTo>
                  <a:lnTo>
                    <a:pt x="3008690" y="1965258"/>
                  </a:lnTo>
                  <a:lnTo>
                    <a:pt x="3009043" y="1964827"/>
                  </a:lnTo>
                  <a:lnTo>
                    <a:pt x="3014571" y="1959660"/>
                  </a:lnTo>
                  <a:lnTo>
                    <a:pt x="3017511" y="1957938"/>
                  </a:lnTo>
                  <a:lnTo>
                    <a:pt x="3019863" y="1954493"/>
                  </a:lnTo>
                  <a:lnTo>
                    <a:pt x="3021275" y="1951479"/>
                  </a:lnTo>
                  <a:lnTo>
                    <a:pt x="3023274" y="1948034"/>
                  </a:lnTo>
                  <a:lnTo>
                    <a:pt x="3024097" y="1948034"/>
                  </a:lnTo>
                  <a:lnTo>
                    <a:pt x="3026567" y="1945450"/>
                  </a:lnTo>
                  <a:lnTo>
                    <a:pt x="3028332" y="1942867"/>
                  </a:lnTo>
                  <a:lnTo>
                    <a:pt x="3030213" y="1942436"/>
                  </a:lnTo>
                  <a:lnTo>
                    <a:pt x="3030566" y="1942436"/>
                  </a:lnTo>
                  <a:lnTo>
                    <a:pt x="3033036" y="1939853"/>
                  </a:lnTo>
                  <a:lnTo>
                    <a:pt x="3033154" y="1939422"/>
                  </a:lnTo>
                  <a:lnTo>
                    <a:pt x="3034095" y="1938561"/>
                  </a:lnTo>
                  <a:lnTo>
                    <a:pt x="3036212" y="1935547"/>
                  </a:lnTo>
                  <a:lnTo>
                    <a:pt x="3038917" y="1935547"/>
                  </a:lnTo>
                  <a:lnTo>
                    <a:pt x="3039034" y="1935547"/>
                  </a:lnTo>
                  <a:lnTo>
                    <a:pt x="3039152" y="1935547"/>
                  </a:lnTo>
                  <a:lnTo>
                    <a:pt x="3041622" y="1932963"/>
                  </a:lnTo>
                  <a:lnTo>
                    <a:pt x="3041740" y="1932963"/>
                  </a:lnTo>
                  <a:lnTo>
                    <a:pt x="3042445" y="1931671"/>
                  </a:lnTo>
                  <a:lnTo>
                    <a:pt x="3042445" y="1931241"/>
                  </a:lnTo>
                  <a:lnTo>
                    <a:pt x="3044092" y="1930379"/>
                  </a:lnTo>
                  <a:lnTo>
                    <a:pt x="3047032" y="1927796"/>
                  </a:lnTo>
                  <a:lnTo>
                    <a:pt x="3047150" y="1927365"/>
                  </a:lnTo>
                  <a:lnTo>
                    <a:pt x="3049737" y="1925212"/>
                  </a:lnTo>
                  <a:lnTo>
                    <a:pt x="3051502" y="1924782"/>
                  </a:lnTo>
                  <a:lnTo>
                    <a:pt x="3053619" y="1922629"/>
                  </a:lnTo>
                  <a:lnTo>
                    <a:pt x="3056206" y="1919614"/>
                  </a:lnTo>
                  <a:lnTo>
                    <a:pt x="3058323" y="1917461"/>
                  </a:lnTo>
                  <a:lnTo>
                    <a:pt x="3058676" y="1917031"/>
                  </a:lnTo>
                  <a:lnTo>
                    <a:pt x="3059852" y="1917031"/>
                  </a:lnTo>
                  <a:lnTo>
                    <a:pt x="3061734" y="1912725"/>
                  </a:lnTo>
                  <a:lnTo>
                    <a:pt x="3063028" y="1910141"/>
                  </a:lnTo>
                  <a:lnTo>
                    <a:pt x="3065733" y="1908419"/>
                  </a:lnTo>
                  <a:lnTo>
                    <a:pt x="3065733" y="1907988"/>
                  </a:lnTo>
                  <a:lnTo>
                    <a:pt x="3065851" y="1907988"/>
                  </a:lnTo>
                  <a:lnTo>
                    <a:pt x="3068203" y="1905835"/>
                  </a:lnTo>
                  <a:lnTo>
                    <a:pt x="3068909" y="1905835"/>
                  </a:lnTo>
                  <a:lnTo>
                    <a:pt x="3070555" y="1902821"/>
                  </a:lnTo>
                  <a:lnTo>
                    <a:pt x="3073378" y="1900237"/>
                  </a:lnTo>
                  <a:lnTo>
                    <a:pt x="3073731" y="1899807"/>
                  </a:lnTo>
                  <a:lnTo>
                    <a:pt x="3074789" y="1899807"/>
                  </a:lnTo>
                  <a:lnTo>
                    <a:pt x="3077377" y="1898946"/>
                  </a:lnTo>
                  <a:lnTo>
                    <a:pt x="3077612" y="1898515"/>
                  </a:lnTo>
                  <a:lnTo>
                    <a:pt x="3081140" y="1897223"/>
                  </a:lnTo>
                  <a:lnTo>
                    <a:pt x="3083375" y="1893348"/>
                  </a:lnTo>
                  <a:lnTo>
                    <a:pt x="3083375" y="1892487"/>
                  </a:lnTo>
                  <a:lnTo>
                    <a:pt x="3083375" y="1892056"/>
                  </a:lnTo>
                  <a:lnTo>
                    <a:pt x="3083846" y="1891195"/>
                  </a:lnTo>
                  <a:lnTo>
                    <a:pt x="3083846" y="1890764"/>
                  </a:lnTo>
                  <a:lnTo>
                    <a:pt x="3087492" y="1889472"/>
                  </a:lnTo>
                  <a:lnTo>
                    <a:pt x="3088197" y="1888611"/>
                  </a:lnTo>
                  <a:lnTo>
                    <a:pt x="3088550" y="1888181"/>
                  </a:lnTo>
                  <a:lnTo>
                    <a:pt x="3089256" y="1886889"/>
                  </a:lnTo>
                  <a:lnTo>
                    <a:pt x="3092079" y="1882583"/>
                  </a:lnTo>
                  <a:lnTo>
                    <a:pt x="3093490" y="1880860"/>
                  </a:lnTo>
                  <a:lnTo>
                    <a:pt x="3095725" y="1877416"/>
                  </a:lnTo>
                  <a:lnTo>
                    <a:pt x="3097959" y="1875263"/>
                  </a:lnTo>
                  <a:lnTo>
                    <a:pt x="3098194" y="1874832"/>
                  </a:lnTo>
                  <a:lnTo>
                    <a:pt x="3101723" y="1871818"/>
                  </a:lnTo>
                  <a:lnTo>
                    <a:pt x="3103605" y="1870957"/>
                  </a:lnTo>
                  <a:lnTo>
                    <a:pt x="3106192" y="1869665"/>
                  </a:lnTo>
                  <a:lnTo>
                    <a:pt x="3106780" y="1869234"/>
                  </a:lnTo>
                  <a:lnTo>
                    <a:pt x="3110074" y="1865789"/>
                  </a:lnTo>
                  <a:lnTo>
                    <a:pt x="3113720" y="1861483"/>
                  </a:lnTo>
                  <a:lnTo>
                    <a:pt x="3114543" y="1860192"/>
                  </a:lnTo>
                  <a:lnTo>
                    <a:pt x="3114660" y="1859761"/>
                  </a:lnTo>
                  <a:lnTo>
                    <a:pt x="3114778" y="1859761"/>
                  </a:lnTo>
                  <a:lnTo>
                    <a:pt x="3114896" y="1859330"/>
                  </a:lnTo>
                  <a:lnTo>
                    <a:pt x="3117483" y="1856747"/>
                  </a:lnTo>
                  <a:lnTo>
                    <a:pt x="3117954" y="1856747"/>
                  </a:lnTo>
                  <a:lnTo>
                    <a:pt x="3118189" y="1855886"/>
                  </a:lnTo>
                  <a:lnTo>
                    <a:pt x="3119365" y="1854163"/>
                  </a:lnTo>
                  <a:lnTo>
                    <a:pt x="3122070" y="1852010"/>
                  </a:lnTo>
                  <a:lnTo>
                    <a:pt x="3122893" y="1852010"/>
                  </a:lnTo>
                  <a:lnTo>
                    <a:pt x="3123129" y="1851580"/>
                  </a:lnTo>
                  <a:lnTo>
                    <a:pt x="3123246" y="1850718"/>
                  </a:lnTo>
                  <a:lnTo>
                    <a:pt x="3125951" y="1848996"/>
                  </a:lnTo>
                  <a:lnTo>
                    <a:pt x="3127128" y="1848996"/>
                  </a:lnTo>
                  <a:lnTo>
                    <a:pt x="3128892" y="1848135"/>
                  </a:lnTo>
                  <a:lnTo>
                    <a:pt x="3131479" y="1844690"/>
                  </a:lnTo>
                  <a:lnTo>
                    <a:pt x="3135949" y="1842968"/>
                  </a:lnTo>
                  <a:lnTo>
                    <a:pt x="3138771" y="1839953"/>
                  </a:lnTo>
                  <a:lnTo>
                    <a:pt x="3139477" y="1839092"/>
                  </a:lnTo>
                  <a:lnTo>
                    <a:pt x="3141359" y="1836509"/>
                  </a:lnTo>
                  <a:lnTo>
                    <a:pt x="3141359" y="1836078"/>
                  </a:lnTo>
                  <a:lnTo>
                    <a:pt x="3145240" y="1834786"/>
                  </a:lnTo>
                  <a:lnTo>
                    <a:pt x="3145358" y="1834786"/>
                  </a:lnTo>
                  <a:lnTo>
                    <a:pt x="3147710" y="1832633"/>
                  </a:lnTo>
                  <a:lnTo>
                    <a:pt x="3149121" y="1831341"/>
                  </a:lnTo>
                  <a:lnTo>
                    <a:pt x="3151121" y="1830050"/>
                  </a:lnTo>
                  <a:lnTo>
                    <a:pt x="3152532" y="1827466"/>
                  </a:lnTo>
                  <a:lnTo>
                    <a:pt x="3153003" y="1827035"/>
                  </a:lnTo>
                  <a:lnTo>
                    <a:pt x="3153826" y="1825744"/>
                  </a:lnTo>
                  <a:lnTo>
                    <a:pt x="3155825" y="1824021"/>
                  </a:lnTo>
                  <a:lnTo>
                    <a:pt x="3155825" y="1823591"/>
                  </a:lnTo>
                  <a:lnTo>
                    <a:pt x="3156766" y="1823160"/>
                  </a:lnTo>
                  <a:lnTo>
                    <a:pt x="3157825" y="1823160"/>
                  </a:lnTo>
                  <a:lnTo>
                    <a:pt x="3160060" y="1821868"/>
                  </a:lnTo>
                  <a:lnTo>
                    <a:pt x="3160177" y="1821007"/>
                  </a:lnTo>
                  <a:lnTo>
                    <a:pt x="3161824" y="1817562"/>
                  </a:lnTo>
                  <a:lnTo>
                    <a:pt x="3164882" y="1816701"/>
                  </a:lnTo>
                  <a:lnTo>
                    <a:pt x="3165705" y="1815840"/>
                  </a:lnTo>
                  <a:lnTo>
                    <a:pt x="3166528" y="1815840"/>
                  </a:lnTo>
                  <a:lnTo>
                    <a:pt x="3170645" y="1813687"/>
                  </a:lnTo>
                  <a:lnTo>
                    <a:pt x="3176290" y="1810673"/>
                  </a:lnTo>
                  <a:lnTo>
                    <a:pt x="3179113" y="1805936"/>
                  </a:lnTo>
                  <a:lnTo>
                    <a:pt x="3179231" y="1805936"/>
                  </a:lnTo>
                  <a:lnTo>
                    <a:pt x="3182524" y="1803783"/>
                  </a:lnTo>
                  <a:lnTo>
                    <a:pt x="3184170" y="1802061"/>
                  </a:lnTo>
                  <a:lnTo>
                    <a:pt x="3184288" y="1802061"/>
                  </a:lnTo>
                  <a:lnTo>
                    <a:pt x="3185817" y="1799046"/>
                  </a:lnTo>
                  <a:lnTo>
                    <a:pt x="3186405" y="1797755"/>
                  </a:lnTo>
                  <a:lnTo>
                    <a:pt x="3186876" y="1797324"/>
                  </a:lnTo>
                  <a:lnTo>
                    <a:pt x="3187228" y="1797324"/>
                  </a:lnTo>
                  <a:lnTo>
                    <a:pt x="3189934" y="1795602"/>
                  </a:lnTo>
                  <a:lnTo>
                    <a:pt x="3190051" y="1795171"/>
                  </a:lnTo>
                  <a:lnTo>
                    <a:pt x="3192051" y="1793879"/>
                  </a:lnTo>
                  <a:lnTo>
                    <a:pt x="3192992" y="1793449"/>
                  </a:lnTo>
                  <a:lnTo>
                    <a:pt x="3194756" y="1790865"/>
                  </a:lnTo>
                  <a:lnTo>
                    <a:pt x="3194756" y="1790434"/>
                  </a:lnTo>
                  <a:lnTo>
                    <a:pt x="3196520" y="1789143"/>
                  </a:lnTo>
                  <a:lnTo>
                    <a:pt x="3196638" y="1789143"/>
                  </a:lnTo>
                  <a:lnTo>
                    <a:pt x="3196755" y="1788712"/>
                  </a:lnTo>
                  <a:lnTo>
                    <a:pt x="3196990" y="1788281"/>
                  </a:lnTo>
                  <a:lnTo>
                    <a:pt x="3197343" y="1788281"/>
                  </a:lnTo>
                  <a:lnTo>
                    <a:pt x="3198990" y="1787851"/>
                  </a:lnTo>
                  <a:lnTo>
                    <a:pt x="3201813" y="1784406"/>
                  </a:lnTo>
                  <a:lnTo>
                    <a:pt x="3201813" y="1783975"/>
                  </a:lnTo>
                  <a:lnTo>
                    <a:pt x="3202518" y="1783975"/>
                  </a:lnTo>
                  <a:lnTo>
                    <a:pt x="3202754" y="1783975"/>
                  </a:lnTo>
                  <a:lnTo>
                    <a:pt x="3202871" y="1783975"/>
                  </a:lnTo>
                  <a:lnTo>
                    <a:pt x="3204988" y="1780531"/>
                  </a:lnTo>
                  <a:lnTo>
                    <a:pt x="3206517" y="1778808"/>
                  </a:lnTo>
                  <a:lnTo>
                    <a:pt x="3209222" y="1774072"/>
                  </a:lnTo>
                  <a:lnTo>
                    <a:pt x="3212398" y="1771488"/>
                  </a:lnTo>
                  <a:lnTo>
                    <a:pt x="3213221" y="1771488"/>
                  </a:lnTo>
                  <a:lnTo>
                    <a:pt x="3215456" y="1769766"/>
                  </a:lnTo>
                  <a:lnTo>
                    <a:pt x="3215456" y="1769335"/>
                  </a:lnTo>
                  <a:lnTo>
                    <a:pt x="3218514" y="1768904"/>
                  </a:lnTo>
                  <a:lnTo>
                    <a:pt x="3218631" y="1768043"/>
                  </a:lnTo>
                  <a:lnTo>
                    <a:pt x="3222160" y="1764168"/>
                  </a:lnTo>
                  <a:lnTo>
                    <a:pt x="3225218" y="1762015"/>
                  </a:lnTo>
                  <a:lnTo>
                    <a:pt x="3225218" y="1761584"/>
                  </a:lnTo>
                  <a:lnTo>
                    <a:pt x="3226394" y="1760292"/>
                  </a:lnTo>
                  <a:lnTo>
                    <a:pt x="3227688" y="1759001"/>
                  </a:lnTo>
                  <a:lnTo>
                    <a:pt x="3229805" y="1756848"/>
                  </a:lnTo>
                  <a:lnTo>
                    <a:pt x="3232392" y="1753403"/>
                  </a:lnTo>
                  <a:lnTo>
                    <a:pt x="3234274" y="1752972"/>
                  </a:lnTo>
                  <a:lnTo>
                    <a:pt x="3235803" y="1752972"/>
                  </a:lnTo>
                  <a:lnTo>
                    <a:pt x="3237567" y="1752111"/>
                  </a:lnTo>
                  <a:lnTo>
                    <a:pt x="3237685" y="1752111"/>
                  </a:lnTo>
                  <a:lnTo>
                    <a:pt x="3240272" y="1750819"/>
                  </a:lnTo>
                  <a:lnTo>
                    <a:pt x="3241684" y="1750819"/>
                  </a:lnTo>
                  <a:lnTo>
                    <a:pt x="3242390" y="1749527"/>
                  </a:lnTo>
                  <a:lnTo>
                    <a:pt x="3242625" y="1749527"/>
                  </a:lnTo>
                  <a:lnTo>
                    <a:pt x="3242742" y="1749527"/>
                  </a:lnTo>
                  <a:lnTo>
                    <a:pt x="3243330" y="1749527"/>
                  </a:lnTo>
                  <a:lnTo>
                    <a:pt x="3246741" y="1747374"/>
                  </a:lnTo>
                  <a:lnTo>
                    <a:pt x="3250623" y="1743068"/>
                  </a:lnTo>
                  <a:lnTo>
                    <a:pt x="3252152" y="1743068"/>
                  </a:lnTo>
                  <a:lnTo>
                    <a:pt x="3255210" y="1740485"/>
                  </a:lnTo>
                  <a:lnTo>
                    <a:pt x="3255327" y="1740485"/>
                  </a:lnTo>
                  <a:lnTo>
                    <a:pt x="3258267" y="1737471"/>
                  </a:lnTo>
                  <a:lnTo>
                    <a:pt x="3258856" y="1737471"/>
                  </a:lnTo>
                  <a:lnTo>
                    <a:pt x="3261914" y="1734887"/>
                  </a:lnTo>
                  <a:lnTo>
                    <a:pt x="3263325" y="1733165"/>
                  </a:lnTo>
                  <a:lnTo>
                    <a:pt x="3266148" y="1729720"/>
                  </a:lnTo>
                  <a:lnTo>
                    <a:pt x="3266383" y="1728859"/>
                  </a:lnTo>
                  <a:lnTo>
                    <a:pt x="3266618" y="1727567"/>
                  </a:lnTo>
                  <a:lnTo>
                    <a:pt x="3266736" y="1727567"/>
                  </a:lnTo>
                  <a:lnTo>
                    <a:pt x="3268618" y="1723691"/>
                  </a:lnTo>
                  <a:lnTo>
                    <a:pt x="3269323" y="1723261"/>
                  </a:lnTo>
                  <a:lnTo>
                    <a:pt x="3270147" y="1721969"/>
                  </a:lnTo>
                  <a:lnTo>
                    <a:pt x="3272616" y="1720247"/>
                  </a:lnTo>
                  <a:lnTo>
                    <a:pt x="3272734" y="1720247"/>
                  </a:lnTo>
                  <a:lnTo>
                    <a:pt x="3272852" y="1720247"/>
                  </a:lnTo>
                  <a:lnTo>
                    <a:pt x="3276498" y="1715941"/>
                  </a:lnTo>
                  <a:lnTo>
                    <a:pt x="3277321" y="1715941"/>
                  </a:lnTo>
                  <a:lnTo>
                    <a:pt x="3277439" y="1715079"/>
                  </a:lnTo>
                  <a:lnTo>
                    <a:pt x="3277791" y="1714218"/>
                  </a:lnTo>
                  <a:lnTo>
                    <a:pt x="3280379" y="1711204"/>
                  </a:lnTo>
                  <a:lnTo>
                    <a:pt x="3282614" y="1708190"/>
                  </a:lnTo>
                  <a:lnTo>
                    <a:pt x="3286024" y="1706898"/>
                  </a:lnTo>
                  <a:lnTo>
                    <a:pt x="3286965" y="1706467"/>
                  </a:lnTo>
                  <a:lnTo>
                    <a:pt x="3289670" y="1701300"/>
                  </a:lnTo>
                  <a:lnTo>
                    <a:pt x="3294257" y="1699147"/>
                  </a:lnTo>
                  <a:lnTo>
                    <a:pt x="3294610" y="1697855"/>
                  </a:lnTo>
                  <a:lnTo>
                    <a:pt x="3296022" y="1694411"/>
                  </a:lnTo>
                  <a:lnTo>
                    <a:pt x="3299080" y="1692688"/>
                  </a:lnTo>
                  <a:lnTo>
                    <a:pt x="3299080" y="1691827"/>
                  </a:lnTo>
                  <a:lnTo>
                    <a:pt x="3302490" y="1689674"/>
                  </a:lnTo>
                  <a:lnTo>
                    <a:pt x="3303314" y="1688382"/>
                  </a:lnTo>
                  <a:lnTo>
                    <a:pt x="3308724" y="1684507"/>
                  </a:lnTo>
                  <a:lnTo>
                    <a:pt x="3308724" y="1684076"/>
                  </a:lnTo>
                  <a:lnTo>
                    <a:pt x="3308842" y="1683646"/>
                  </a:lnTo>
                  <a:lnTo>
                    <a:pt x="3309077" y="1683215"/>
                  </a:lnTo>
                  <a:lnTo>
                    <a:pt x="3309312" y="1683215"/>
                  </a:lnTo>
                  <a:lnTo>
                    <a:pt x="3311429" y="1681923"/>
                  </a:lnTo>
                  <a:lnTo>
                    <a:pt x="3311664" y="1681062"/>
                  </a:lnTo>
                  <a:lnTo>
                    <a:pt x="3311900" y="1680631"/>
                  </a:lnTo>
                  <a:lnTo>
                    <a:pt x="3313311" y="1678909"/>
                  </a:lnTo>
                  <a:lnTo>
                    <a:pt x="3313899" y="1677617"/>
                  </a:lnTo>
                  <a:lnTo>
                    <a:pt x="3315898" y="1674603"/>
                  </a:lnTo>
                  <a:lnTo>
                    <a:pt x="3315898" y="1673311"/>
                  </a:lnTo>
                  <a:lnTo>
                    <a:pt x="3317780" y="1672881"/>
                  </a:lnTo>
                  <a:lnTo>
                    <a:pt x="3319192" y="1672019"/>
                  </a:lnTo>
                  <a:lnTo>
                    <a:pt x="3319662" y="1671158"/>
                  </a:lnTo>
                  <a:lnTo>
                    <a:pt x="3324837" y="1665130"/>
                  </a:lnTo>
                  <a:lnTo>
                    <a:pt x="3329071" y="1663838"/>
                  </a:lnTo>
                  <a:lnTo>
                    <a:pt x="3331776" y="1662977"/>
                  </a:lnTo>
                  <a:lnTo>
                    <a:pt x="3335187" y="1658671"/>
                  </a:lnTo>
                  <a:lnTo>
                    <a:pt x="3335187" y="1658240"/>
                  </a:lnTo>
                  <a:lnTo>
                    <a:pt x="3339892" y="1654365"/>
                  </a:lnTo>
                  <a:lnTo>
                    <a:pt x="3340950" y="1653504"/>
                  </a:lnTo>
                  <a:lnTo>
                    <a:pt x="3344832" y="1650489"/>
                  </a:lnTo>
                  <a:lnTo>
                    <a:pt x="3347066" y="1647906"/>
                  </a:lnTo>
                  <a:lnTo>
                    <a:pt x="3350830" y="1642308"/>
                  </a:lnTo>
                  <a:lnTo>
                    <a:pt x="3350948" y="1641877"/>
                  </a:lnTo>
                  <a:lnTo>
                    <a:pt x="3351183" y="1641447"/>
                  </a:lnTo>
                  <a:lnTo>
                    <a:pt x="3351653" y="1640155"/>
                  </a:lnTo>
                  <a:lnTo>
                    <a:pt x="3353535" y="1637571"/>
                  </a:lnTo>
                  <a:lnTo>
                    <a:pt x="3353653" y="1637571"/>
                  </a:lnTo>
                  <a:lnTo>
                    <a:pt x="3355770" y="1636710"/>
                  </a:lnTo>
                  <a:lnTo>
                    <a:pt x="3358357" y="1635418"/>
                  </a:lnTo>
                  <a:lnTo>
                    <a:pt x="3358475" y="1634988"/>
                  </a:lnTo>
                  <a:lnTo>
                    <a:pt x="3361650" y="1633696"/>
                  </a:lnTo>
                  <a:lnTo>
                    <a:pt x="3362827" y="1632835"/>
                  </a:lnTo>
                  <a:lnTo>
                    <a:pt x="3363415" y="1632404"/>
                  </a:lnTo>
                  <a:lnTo>
                    <a:pt x="3365414" y="1628959"/>
                  </a:lnTo>
                  <a:lnTo>
                    <a:pt x="3365414" y="1628529"/>
                  </a:lnTo>
                  <a:lnTo>
                    <a:pt x="3367766" y="1628098"/>
                  </a:lnTo>
                  <a:lnTo>
                    <a:pt x="3371648" y="1622931"/>
                  </a:lnTo>
                  <a:lnTo>
                    <a:pt x="3374706" y="1620347"/>
                  </a:lnTo>
                  <a:lnTo>
                    <a:pt x="3375999" y="1619056"/>
                  </a:lnTo>
                  <a:lnTo>
                    <a:pt x="3378940" y="1616903"/>
                  </a:lnTo>
                  <a:lnTo>
                    <a:pt x="3381057" y="1615180"/>
                  </a:lnTo>
                  <a:lnTo>
                    <a:pt x="3385997" y="1614319"/>
                  </a:lnTo>
                  <a:lnTo>
                    <a:pt x="3386467" y="1614319"/>
                  </a:lnTo>
                  <a:lnTo>
                    <a:pt x="3390819" y="1612166"/>
                  </a:lnTo>
                  <a:lnTo>
                    <a:pt x="3391407" y="1612166"/>
                  </a:lnTo>
                  <a:lnTo>
                    <a:pt x="3391524" y="1612166"/>
                  </a:lnTo>
                  <a:lnTo>
                    <a:pt x="3395288" y="1610874"/>
                  </a:lnTo>
                  <a:lnTo>
                    <a:pt x="3397523" y="1610444"/>
                  </a:lnTo>
                  <a:lnTo>
                    <a:pt x="3397640" y="1610444"/>
                  </a:lnTo>
                  <a:lnTo>
                    <a:pt x="3397640" y="1610013"/>
                  </a:lnTo>
                  <a:lnTo>
                    <a:pt x="3401757" y="1606999"/>
                  </a:lnTo>
                  <a:lnTo>
                    <a:pt x="3402227" y="1606999"/>
                  </a:lnTo>
                  <a:lnTo>
                    <a:pt x="3402345" y="1606138"/>
                  </a:lnTo>
                  <a:lnTo>
                    <a:pt x="3403403" y="1605707"/>
                  </a:lnTo>
                  <a:lnTo>
                    <a:pt x="3407167" y="1603123"/>
                  </a:lnTo>
                  <a:lnTo>
                    <a:pt x="3408343" y="1602693"/>
                  </a:lnTo>
                  <a:lnTo>
                    <a:pt x="3408461" y="1602262"/>
                  </a:lnTo>
                  <a:lnTo>
                    <a:pt x="3408579" y="1602262"/>
                  </a:lnTo>
                  <a:lnTo>
                    <a:pt x="3408696" y="1602262"/>
                  </a:lnTo>
                  <a:lnTo>
                    <a:pt x="3411401" y="1600109"/>
                  </a:lnTo>
                  <a:lnTo>
                    <a:pt x="3412460" y="1600109"/>
                  </a:lnTo>
                  <a:lnTo>
                    <a:pt x="3412930" y="1599679"/>
                  </a:lnTo>
                  <a:lnTo>
                    <a:pt x="3417282" y="1596234"/>
                  </a:lnTo>
                  <a:lnTo>
                    <a:pt x="3422692" y="1588914"/>
                  </a:lnTo>
                  <a:lnTo>
                    <a:pt x="3422927" y="1588914"/>
                  </a:lnTo>
                  <a:lnTo>
                    <a:pt x="3424574" y="1585038"/>
                  </a:lnTo>
                  <a:lnTo>
                    <a:pt x="3427279" y="1582024"/>
                  </a:lnTo>
                  <a:lnTo>
                    <a:pt x="3430337" y="1577287"/>
                  </a:lnTo>
                  <a:lnTo>
                    <a:pt x="3434689" y="1573412"/>
                  </a:lnTo>
                  <a:lnTo>
                    <a:pt x="3434689" y="1572981"/>
                  </a:lnTo>
                  <a:lnTo>
                    <a:pt x="3434689" y="1572551"/>
                  </a:lnTo>
                  <a:lnTo>
                    <a:pt x="3436806" y="1570398"/>
                  </a:lnTo>
                  <a:lnTo>
                    <a:pt x="3440217" y="1569106"/>
                  </a:lnTo>
                  <a:lnTo>
                    <a:pt x="3440217" y="1567814"/>
                  </a:lnTo>
                  <a:lnTo>
                    <a:pt x="3440687" y="1566092"/>
                  </a:lnTo>
                  <a:lnTo>
                    <a:pt x="3442922" y="1563939"/>
                  </a:lnTo>
                  <a:lnTo>
                    <a:pt x="3443980" y="1561786"/>
                  </a:lnTo>
                  <a:lnTo>
                    <a:pt x="3445039" y="1560063"/>
                  </a:lnTo>
                  <a:lnTo>
                    <a:pt x="3445157" y="1559633"/>
                  </a:lnTo>
                  <a:lnTo>
                    <a:pt x="3446450" y="1557049"/>
                  </a:lnTo>
                  <a:lnTo>
                    <a:pt x="3448685" y="1555757"/>
                  </a:lnTo>
                  <a:lnTo>
                    <a:pt x="3450684" y="1554035"/>
                  </a:lnTo>
                  <a:lnTo>
                    <a:pt x="3451155" y="1552743"/>
                  </a:lnTo>
                  <a:lnTo>
                    <a:pt x="3451978" y="1551021"/>
                  </a:lnTo>
                  <a:lnTo>
                    <a:pt x="3452566" y="1550160"/>
                  </a:lnTo>
                  <a:lnTo>
                    <a:pt x="3452801" y="1550160"/>
                  </a:lnTo>
                  <a:lnTo>
                    <a:pt x="3455507" y="1547576"/>
                  </a:lnTo>
                  <a:lnTo>
                    <a:pt x="3457624" y="1546284"/>
                  </a:lnTo>
                  <a:lnTo>
                    <a:pt x="3462093" y="1542839"/>
                  </a:lnTo>
                  <a:lnTo>
                    <a:pt x="3462093" y="1542409"/>
                  </a:lnTo>
                  <a:lnTo>
                    <a:pt x="3467621" y="1539395"/>
                  </a:lnTo>
                  <a:lnTo>
                    <a:pt x="3468327" y="1538964"/>
                  </a:lnTo>
                  <a:lnTo>
                    <a:pt x="3472325" y="1537672"/>
                  </a:lnTo>
                  <a:lnTo>
                    <a:pt x="3477618" y="1535089"/>
                  </a:lnTo>
                  <a:lnTo>
                    <a:pt x="3477618" y="1534227"/>
                  </a:lnTo>
                  <a:lnTo>
                    <a:pt x="3478089" y="1533366"/>
                  </a:lnTo>
                  <a:lnTo>
                    <a:pt x="3482087" y="1532074"/>
                  </a:lnTo>
                  <a:lnTo>
                    <a:pt x="3482205" y="1532074"/>
                  </a:lnTo>
                  <a:lnTo>
                    <a:pt x="3482440" y="1532074"/>
                  </a:lnTo>
                  <a:lnTo>
                    <a:pt x="3486557" y="1529060"/>
                  </a:lnTo>
                  <a:lnTo>
                    <a:pt x="3487262" y="1527768"/>
                  </a:lnTo>
                  <a:lnTo>
                    <a:pt x="3489732" y="1525615"/>
                  </a:lnTo>
                  <a:lnTo>
                    <a:pt x="3489850" y="1525615"/>
                  </a:lnTo>
                  <a:lnTo>
                    <a:pt x="3489968" y="1524754"/>
                  </a:lnTo>
                  <a:lnTo>
                    <a:pt x="3490320" y="1523893"/>
                  </a:lnTo>
                  <a:lnTo>
                    <a:pt x="3490556" y="1523032"/>
                  </a:lnTo>
                  <a:lnTo>
                    <a:pt x="3492085" y="1522601"/>
                  </a:lnTo>
                  <a:lnTo>
                    <a:pt x="3495025" y="1519156"/>
                  </a:lnTo>
                  <a:lnTo>
                    <a:pt x="3495495" y="1519156"/>
                  </a:lnTo>
                  <a:lnTo>
                    <a:pt x="3495613" y="1519156"/>
                  </a:lnTo>
                  <a:lnTo>
                    <a:pt x="3495613" y="1518295"/>
                  </a:lnTo>
                  <a:lnTo>
                    <a:pt x="3497848" y="1517003"/>
                  </a:lnTo>
                  <a:lnTo>
                    <a:pt x="3497965" y="1517003"/>
                  </a:lnTo>
                  <a:lnTo>
                    <a:pt x="3498906" y="1514850"/>
                  </a:lnTo>
                  <a:lnTo>
                    <a:pt x="3502905" y="1510975"/>
                  </a:lnTo>
                  <a:lnTo>
                    <a:pt x="3507022" y="1508822"/>
                  </a:lnTo>
                  <a:lnTo>
                    <a:pt x="3513961" y="1504516"/>
                  </a:lnTo>
                  <a:lnTo>
                    <a:pt x="3514079" y="1504516"/>
                  </a:lnTo>
                  <a:lnTo>
                    <a:pt x="3517607" y="1503224"/>
                  </a:lnTo>
                  <a:lnTo>
                    <a:pt x="3517607" y="1502794"/>
                  </a:lnTo>
                  <a:lnTo>
                    <a:pt x="3521018" y="1500210"/>
                  </a:lnTo>
                  <a:lnTo>
                    <a:pt x="3521488" y="1500210"/>
                  </a:lnTo>
                  <a:lnTo>
                    <a:pt x="3522312" y="1499349"/>
                  </a:lnTo>
                  <a:lnTo>
                    <a:pt x="3525252" y="1495904"/>
                  </a:lnTo>
                  <a:lnTo>
                    <a:pt x="3525487" y="1495473"/>
                  </a:lnTo>
                  <a:lnTo>
                    <a:pt x="3525605" y="1495043"/>
                  </a:lnTo>
                  <a:lnTo>
                    <a:pt x="3525958" y="1495043"/>
                  </a:lnTo>
                  <a:lnTo>
                    <a:pt x="3529016" y="1493751"/>
                  </a:lnTo>
                  <a:lnTo>
                    <a:pt x="3529133" y="1492459"/>
                  </a:lnTo>
                  <a:lnTo>
                    <a:pt x="3529839" y="1491167"/>
                  </a:lnTo>
                  <a:lnTo>
                    <a:pt x="3530545" y="1490306"/>
                  </a:lnTo>
                  <a:lnTo>
                    <a:pt x="3532897" y="1489014"/>
                  </a:lnTo>
                  <a:lnTo>
                    <a:pt x="3533014" y="1488153"/>
                  </a:lnTo>
                  <a:lnTo>
                    <a:pt x="3533014" y="1487723"/>
                  </a:lnTo>
                  <a:lnTo>
                    <a:pt x="3535955" y="1486000"/>
                  </a:lnTo>
                  <a:lnTo>
                    <a:pt x="3536896" y="1485139"/>
                  </a:lnTo>
                  <a:lnTo>
                    <a:pt x="3537249" y="1485139"/>
                  </a:lnTo>
                  <a:lnTo>
                    <a:pt x="3537366" y="1484708"/>
                  </a:lnTo>
                  <a:lnTo>
                    <a:pt x="3538072" y="1484278"/>
                  </a:lnTo>
                  <a:lnTo>
                    <a:pt x="3540189" y="1481694"/>
                  </a:lnTo>
                  <a:lnTo>
                    <a:pt x="3542071" y="1480402"/>
                  </a:lnTo>
                  <a:lnTo>
                    <a:pt x="3546658" y="1476527"/>
                  </a:lnTo>
                  <a:lnTo>
                    <a:pt x="3546658" y="1476096"/>
                  </a:lnTo>
                  <a:lnTo>
                    <a:pt x="3551597" y="1474374"/>
                  </a:lnTo>
                  <a:lnTo>
                    <a:pt x="3556302" y="1467915"/>
                  </a:lnTo>
                  <a:lnTo>
                    <a:pt x="3556302" y="1467484"/>
                  </a:lnTo>
                  <a:lnTo>
                    <a:pt x="3556302" y="1467054"/>
                  </a:lnTo>
                  <a:lnTo>
                    <a:pt x="3558890" y="1465331"/>
                  </a:lnTo>
                  <a:lnTo>
                    <a:pt x="3561242" y="1464901"/>
                  </a:lnTo>
                  <a:lnTo>
                    <a:pt x="3561242" y="1464470"/>
                  </a:lnTo>
                  <a:lnTo>
                    <a:pt x="3561948" y="1464040"/>
                  </a:lnTo>
                  <a:lnTo>
                    <a:pt x="3565711" y="1461025"/>
                  </a:lnTo>
                  <a:lnTo>
                    <a:pt x="3565946" y="1460164"/>
                  </a:lnTo>
                  <a:lnTo>
                    <a:pt x="3568887" y="1457581"/>
                  </a:lnTo>
                  <a:lnTo>
                    <a:pt x="3569357" y="1456289"/>
                  </a:lnTo>
                  <a:lnTo>
                    <a:pt x="3571239" y="1454566"/>
                  </a:lnTo>
                  <a:lnTo>
                    <a:pt x="3571239" y="1453705"/>
                  </a:lnTo>
                  <a:lnTo>
                    <a:pt x="3574297" y="1453275"/>
                  </a:lnTo>
                  <a:lnTo>
                    <a:pt x="3574415" y="1452844"/>
                  </a:lnTo>
                  <a:lnTo>
                    <a:pt x="3574532" y="1452844"/>
                  </a:lnTo>
                  <a:lnTo>
                    <a:pt x="3575591" y="1451983"/>
                  </a:lnTo>
                  <a:lnTo>
                    <a:pt x="3579002" y="1451122"/>
                  </a:lnTo>
                  <a:lnTo>
                    <a:pt x="3579002" y="1450691"/>
                  </a:lnTo>
                  <a:lnTo>
                    <a:pt x="3579590" y="1448538"/>
                  </a:lnTo>
                  <a:lnTo>
                    <a:pt x="3579707" y="1448538"/>
                  </a:lnTo>
                  <a:lnTo>
                    <a:pt x="3580766" y="1445093"/>
                  </a:lnTo>
                  <a:lnTo>
                    <a:pt x="3581354" y="1444232"/>
                  </a:lnTo>
                  <a:lnTo>
                    <a:pt x="3585941" y="1439926"/>
                  </a:lnTo>
                  <a:lnTo>
                    <a:pt x="3586058" y="1439926"/>
                  </a:lnTo>
                  <a:lnTo>
                    <a:pt x="3590057" y="1436481"/>
                  </a:lnTo>
                  <a:lnTo>
                    <a:pt x="3595585" y="1433898"/>
                  </a:lnTo>
                  <a:lnTo>
                    <a:pt x="3597820" y="1430883"/>
                  </a:lnTo>
                  <a:lnTo>
                    <a:pt x="3598408" y="1430453"/>
                  </a:lnTo>
                  <a:lnTo>
                    <a:pt x="3602054" y="1428300"/>
                  </a:lnTo>
                  <a:lnTo>
                    <a:pt x="3602642" y="1427439"/>
                  </a:lnTo>
                  <a:lnTo>
                    <a:pt x="3602760" y="1427439"/>
                  </a:lnTo>
                  <a:lnTo>
                    <a:pt x="3605700" y="1426147"/>
                  </a:lnTo>
                  <a:lnTo>
                    <a:pt x="3606641" y="1424855"/>
                  </a:lnTo>
                  <a:lnTo>
                    <a:pt x="3608405" y="1423994"/>
                  </a:lnTo>
                  <a:lnTo>
                    <a:pt x="3611816" y="1420549"/>
                  </a:lnTo>
                  <a:lnTo>
                    <a:pt x="3611934" y="1420549"/>
                  </a:lnTo>
                  <a:lnTo>
                    <a:pt x="3615227" y="1420118"/>
                  </a:lnTo>
                  <a:lnTo>
                    <a:pt x="3615580" y="1419257"/>
                  </a:lnTo>
                  <a:lnTo>
                    <a:pt x="3615697" y="1419257"/>
                  </a:lnTo>
                  <a:lnTo>
                    <a:pt x="3615697" y="1418827"/>
                  </a:lnTo>
                  <a:lnTo>
                    <a:pt x="3617814" y="1416243"/>
                  </a:lnTo>
                  <a:lnTo>
                    <a:pt x="3618050" y="1415382"/>
                  </a:lnTo>
                  <a:lnTo>
                    <a:pt x="3620755" y="1412368"/>
                  </a:lnTo>
                  <a:lnTo>
                    <a:pt x="3620872" y="1411937"/>
                  </a:lnTo>
                  <a:lnTo>
                    <a:pt x="3620990" y="1411506"/>
                  </a:lnTo>
                  <a:lnTo>
                    <a:pt x="3623577" y="1410215"/>
                  </a:lnTo>
                  <a:lnTo>
                    <a:pt x="3624401" y="1409353"/>
                  </a:lnTo>
                  <a:lnTo>
                    <a:pt x="3624871" y="1408923"/>
                  </a:lnTo>
                  <a:lnTo>
                    <a:pt x="3625812" y="1408492"/>
                  </a:lnTo>
                  <a:lnTo>
                    <a:pt x="3626047" y="1408492"/>
                  </a:lnTo>
                  <a:lnTo>
                    <a:pt x="3627694" y="1407631"/>
                  </a:lnTo>
                  <a:lnTo>
                    <a:pt x="3629340" y="1404617"/>
                  </a:lnTo>
                  <a:lnTo>
                    <a:pt x="3633339" y="1401603"/>
                  </a:lnTo>
                  <a:lnTo>
                    <a:pt x="3637221" y="1398158"/>
                  </a:lnTo>
                  <a:lnTo>
                    <a:pt x="3642513" y="1394282"/>
                  </a:lnTo>
                  <a:lnTo>
                    <a:pt x="3643337" y="1393421"/>
                  </a:lnTo>
                  <a:lnTo>
                    <a:pt x="3643337" y="1392991"/>
                  </a:lnTo>
                  <a:lnTo>
                    <a:pt x="3643454" y="1392560"/>
                  </a:lnTo>
                  <a:lnTo>
                    <a:pt x="3646512" y="1388685"/>
                  </a:lnTo>
                  <a:lnTo>
                    <a:pt x="3648276" y="1387393"/>
                  </a:lnTo>
                  <a:lnTo>
                    <a:pt x="3648512" y="1386962"/>
                  </a:lnTo>
                  <a:lnTo>
                    <a:pt x="3651452" y="1383087"/>
                  </a:lnTo>
                  <a:lnTo>
                    <a:pt x="3651570" y="1383087"/>
                  </a:lnTo>
                  <a:lnTo>
                    <a:pt x="3652158" y="1380073"/>
                  </a:lnTo>
                  <a:lnTo>
                    <a:pt x="3652158" y="1379642"/>
                  </a:lnTo>
                  <a:lnTo>
                    <a:pt x="3654510" y="1377058"/>
                  </a:lnTo>
                  <a:lnTo>
                    <a:pt x="3656392" y="1376197"/>
                  </a:lnTo>
                  <a:lnTo>
                    <a:pt x="3656509" y="1376197"/>
                  </a:lnTo>
                  <a:lnTo>
                    <a:pt x="3659685" y="1373614"/>
                  </a:lnTo>
                  <a:lnTo>
                    <a:pt x="3663449" y="1370599"/>
                  </a:lnTo>
                  <a:lnTo>
                    <a:pt x="3663919" y="1370169"/>
                  </a:lnTo>
                  <a:lnTo>
                    <a:pt x="3664390" y="1369738"/>
                  </a:lnTo>
                  <a:lnTo>
                    <a:pt x="3667330" y="1368016"/>
                  </a:lnTo>
                  <a:lnTo>
                    <a:pt x="3667330" y="1367155"/>
                  </a:lnTo>
                  <a:lnTo>
                    <a:pt x="3667330" y="1366724"/>
                  </a:lnTo>
                  <a:lnTo>
                    <a:pt x="3667683" y="1366293"/>
                  </a:lnTo>
                  <a:lnTo>
                    <a:pt x="3668153" y="1365863"/>
                  </a:lnTo>
                  <a:lnTo>
                    <a:pt x="3672505" y="1362418"/>
                  </a:lnTo>
                  <a:lnTo>
                    <a:pt x="3676974" y="1359834"/>
                  </a:lnTo>
                  <a:lnTo>
                    <a:pt x="3682385" y="1355959"/>
                  </a:lnTo>
                  <a:lnTo>
                    <a:pt x="3684266" y="1353806"/>
                  </a:lnTo>
                  <a:lnTo>
                    <a:pt x="3684384" y="1352514"/>
                  </a:lnTo>
                  <a:lnTo>
                    <a:pt x="3689794" y="1349500"/>
                  </a:lnTo>
                  <a:lnTo>
                    <a:pt x="3693558" y="1346486"/>
                  </a:lnTo>
                  <a:lnTo>
                    <a:pt x="3693793" y="1346486"/>
                  </a:lnTo>
                  <a:lnTo>
                    <a:pt x="3694969" y="1345194"/>
                  </a:lnTo>
                  <a:lnTo>
                    <a:pt x="3696381" y="1343472"/>
                  </a:lnTo>
                  <a:lnTo>
                    <a:pt x="3699909" y="1340457"/>
                  </a:lnTo>
                  <a:lnTo>
                    <a:pt x="3699909" y="1340027"/>
                  </a:lnTo>
                  <a:lnTo>
                    <a:pt x="3702732" y="1338304"/>
                  </a:lnTo>
                  <a:lnTo>
                    <a:pt x="3702967" y="1336582"/>
                  </a:lnTo>
                  <a:lnTo>
                    <a:pt x="3703320" y="1334429"/>
                  </a:lnTo>
                  <a:lnTo>
                    <a:pt x="3704966" y="1333137"/>
                  </a:lnTo>
                  <a:lnTo>
                    <a:pt x="3704966" y="1332707"/>
                  </a:lnTo>
                  <a:lnTo>
                    <a:pt x="3707084" y="1331415"/>
                  </a:lnTo>
                  <a:lnTo>
                    <a:pt x="3707319" y="1331415"/>
                  </a:lnTo>
                  <a:lnTo>
                    <a:pt x="3707436" y="1331415"/>
                  </a:lnTo>
                  <a:lnTo>
                    <a:pt x="3708965" y="1330123"/>
                  </a:lnTo>
                  <a:lnTo>
                    <a:pt x="3709083" y="1330123"/>
                  </a:lnTo>
                  <a:lnTo>
                    <a:pt x="3709906" y="1329262"/>
                  </a:lnTo>
                  <a:lnTo>
                    <a:pt x="3710024" y="1328831"/>
                  </a:lnTo>
                  <a:lnTo>
                    <a:pt x="3710259" y="1328401"/>
                  </a:lnTo>
                  <a:lnTo>
                    <a:pt x="3712259" y="1326248"/>
                  </a:lnTo>
                  <a:lnTo>
                    <a:pt x="3713082" y="1324956"/>
                  </a:lnTo>
                  <a:lnTo>
                    <a:pt x="3718492" y="1321511"/>
                  </a:lnTo>
                  <a:lnTo>
                    <a:pt x="3722138" y="1319358"/>
                  </a:lnTo>
                  <a:lnTo>
                    <a:pt x="3726490" y="1317205"/>
                  </a:lnTo>
                  <a:lnTo>
                    <a:pt x="3726843" y="1316774"/>
                  </a:lnTo>
                  <a:lnTo>
                    <a:pt x="3730018" y="1315483"/>
                  </a:lnTo>
                  <a:lnTo>
                    <a:pt x="3731900" y="1313330"/>
                  </a:lnTo>
                  <a:lnTo>
                    <a:pt x="3732018" y="1312899"/>
                  </a:lnTo>
                  <a:lnTo>
                    <a:pt x="3735546" y="1309454"/>
                  </a:lnTo>
                  <a:lnTo>
                    <a:pt x="3735546" y="1309024"/>
                  </a:lnTo>
                  <a:lnTo>
                    <a:pt x="3735899" y="1308162"/>
                  </a:lnTo>
                  <a:lnTo>
                    <a:pt x="3736134" y="1307732"/>
                  </a:lnTo>
                  <a:lnTo>
                    <a:pt x="3736134" y="1307301"/>
                  </a:lnTo>
                  <a:lnTo>
                    <a:pt x="3738839" y="1303856"/>
                  </a:lnTo>
                  <a:lnTo>
                    <a:pt x="3739898" y="1300842"/>
                  </a:lnTo>
                  <a:lnTo>
                    <a:pt x="3740721" y="1299981"/>
                  </a:lnTo>
                  <a:lnTo>
                    <a:pt x="3740721" y="1299550"/>
                  </a:lnTo>
                  <a:lnTo>
                    <a:pt x="3740839" y="1299550"/>
                  </a:lnTo>
                  <a:lnTo>
                    <a:pt x="3743426" y="1298259"/>
                  </a:lnTo>
                  <a:lnTo>
                    <a:pt x="3743544" y="1298259"/>
                  </a:lnTo>
                  <a:lnTo>
                    <a:pt x="3746014" y="1295675"/>
                  </a:lnTo>
                  <a:lnTo>
                    <a:pt x="3746720" y="1294814"/>
                  </a:lnTo>
                  <a:lnTo>
                    <a:pt x="3747072" y="1293953"/>
                  </a:lnTo>
                  <a:lnTo>
                    <a:pt x="3747896" y="1292661"/>
                  </a:lnTo>
                  <a:lnTo>
                    <a:pt x="3750836" y="1290938"/>
                  </a:lnTo>
                  <a:lnTo>
                    <a:pt x="3756717" y="1286202"/>
                  </a:lnTo>
                  <a:lnTo>
                    <a:pt x="3761304" y="1284910"/>
                  </a:lnTo>
                  <a:lnTo>
                    <a:pt x="3765185" y="1280604"/>
                  </a:lnTo>
                  <a:lnTo>
                    <a:pt x="3766596" y="1279743"/>
                  </a:lnTo>
                  <a:lnTo>
                    <a:pt x="3772007" y="1276729"/>
                  </a:lnTo>
                  <a:lnTo>
                    <a:pt x="3772124" y="1276729"/>
                  </a:lnTo>
                  <a:lnTo>
                    <a:pt x="3772477" y="1275437"/>
                  </a:lnTo>
                  <a:lnTo>
                    <a:pt x="3772477" y="1274145"/>
                  </a:lnTo>
                  <a:lnTo>
                    <a:pt x="3775653" y="1272423"/>
                  </a:lnTo>
                  <a:lnTo>
                    <a:pt x="3775770" y="1271131"/>
                  </a:lnTo>
                  <a:lnTo>
                    <a:pt x="3776358" y="1270270"/>
                  </a:lnTo>
                  <a:lnTo>
                    <a:pt x="3782827" y="1268547"/>
                  </a:lnTo>
                  <a:lnTo>
                    <a:pt x="3782827" y="1267686"/>
                  </a:lnTo>
                  <a:lnTo>
                    <a:pt x="3786708" y="1266394"/>
                  </a:lnTo>
                  <a:lnTo>
                    <a:pt x="3786826" y="1265964"/>
                  </a:lnTo>
                  <a:lnTo>
                    <a:pt x="3787179" y="1265964"/>
                  </a:lnTo>
                  <a:lnTo>
                    <a:pt x="3788237" y="1265964"/>
                  </a:lnTo>
                  <a:lnTo>
                    <a:pt x="3788355" y="1265964"/>
                  </a:lnTo>
                  <a:lnTo>
                    <a:pt x="3790942" y="1264241"/>
                  </a:lnTo>
                  <a:lnTo>
                    <a:pt x="3791531" y="1262949"/>
                  </a:lnTo>
                  <a:lnTo>
                    <a:pt x="3791648" y="1262949"/>
                  </a:lnTo>
                  <a:lnTo>
                    <a:pt x="3791883" y="1262949"/>
                  </a:lnTo>
                  <a:lnTo>
                    <a:pt x="3793883" y="1262088"/>
                  </a:lnTo>
                  <a:lnTo>
                    <a:pt x="3794941" y="1261227"/>
                  </a:lnTo>
                  <a:lnTo>
                    <a:pt x="3795059" y="1260796"/>
                  </a:lnTo>
                  <a:lnTo>
                    <a:pt x="3795294" y="1259505"/>
                  </a:lnTo>
                  <a:lnTo>
                    <a:pt x="3800469" y="1255199"/>
                  </a:lnTo>
                  <a:lnTo>
                    <a:pt x="3804939" y="1253046"/>
                  </a:lnTo>
                  <a:lnTo>
                    <a:pt x="3809290" y="1249601"/>
                  </a:lnTo>
                  <a:lnTo>
                    <a:pt x="3809408" y="1249601"/>
                  </a:lnTo>
                  <a:lnTo>
                    <a:pt x="3809526" y="1249170"/>
                  </a:lnTo>
                  <a:lnTo>
                    <a:pt x="3813054" y="1246156"/>
                  </a:lnTo>
                  <a:lnTo>
                    <a:pt x="3814112" y="1245725"/>
                  </a:lnTo>
                  <a:lnTo>
                    <a:pt x="3817994" y="1244434"/>
                  </a:lnTo>
                  <a:lnTo>
                    <a:pt x="3818111" y="1244003"/>
                  </a:lnTo>
                  <a:lnTo>
                    <a:pt x="3819523" y="1243572"/>
                  </a:lnTo>
                  <a:lnTo>
                    <a:pt x="3821993" y="1240558"/>
                  </a:lnTo>
                  <a:lnTo>
                    <a:pt x="3822463" y="1239697"/>
                  </a:lnTo>
                  <a:lnTo>
                    <a:pt x="3826109" y="1237113"/>
                  </a:lnTo>
                  <a:lnTo>
                    <a:pt x="3826109" y="1236252"/>
                  </a:lnTo>
                  <a:lnTo>
                    <a:pt x="3827050" y="1234530"/>
                  </a:lnTo>
                  <a:lnTo>
                    <a:pt x="3827756" y="1234099"/>
                  </a:lnTo>
                  <a:lnTo>
                    <a:pt x="3827873" y="1234099"/>
                  </a:lnTo>
                  <a:lnTo>
                    <a:pt x="3830108" y="1232807"/>
                  </a:lnTo>
                  <a:lnTo>
                    <a:pt x="3830108" y="1232377"/>
                  </a:lnTo>
                  <a:lnTo>
                    <a:pt x="3830226" y="1232377"/>
                  </a:lnTo>
                  <a:lnTo>
                    <a:pt x="3830226" y="1231946"/>
                  </a:lnTo>
                  <a:lnTo>
                    <a:pt x="3830226" y="1231516"/>
                  </a:lnTo>
                  <a:lnTo>
                    <a:pt x="3833636" y="1230654"/>
                  </a:lnTo>
                  <a:lnTo>
                    <a:pt x="3835048" y="1229363"/>
                  </a:lnTo>
                  <a:lnTo>
                    <a:pt x="3835283" y="1229363"/>
                  </a:lnTo>
                  <a:lnTo>
                    <a:pt x="3835636" y="1228071"/>
                  </a:lnTo>
                  <a:lnTo>
                    <a:pt x="3835636" y="1227640"/>
                  </a:lnTo>
                  <a:lnTo>
                    <a:pt x="3835754" y="1226779"/>
                  </a:lnTo>
                  <a:lnTo>
                    <a:pt x="3837988" y="1222042"/>
                  </a:lnTo>
                  <a:lnTo>
                    <a:pt x="3843163" y="1218598"/>
                  </a:lnTo>
                  <a:lnTo>
                    <a:pt x="3848573" y="1215153"/>
                  </a:lnTo>
                  <a:lnTo>
                    <a:pt x="3853984" y="1213000"/>
                  </a:lnTo>
                  <a:lnTo>
                    <a:pt x="3853984" y="1212569"/>
                  </a:lnTo>
                  <a:lnTo>
                    <a:pt x="3856336" y="1211708"/>
                  </a:lnTo>
                  <a:lnTo>
                    <a:pt x="3860453" y="1208694"/>
                  </a:lnTo>
                  <a:lnTo>
                    <a:pt x="3860570" y="1208694"/>
                  </a:lnTo>
                  <a:lnTo>
                    <a:pt x="3860805" y="1206541"/>
                  </a:lnTo>
                  <a:lnTo>
                    <a:pt x="3860923" y="1206541"/>
                  </a:lnTo>
                  <a:lnTo>
                    <a:pt x="3864804" y="1204388"/>
                  </a:lnTo>
                  <a:lnTo>
                    <a:pt x="3868568" y="1201804"/>
                  </a:lnTo>
                  <a:lnTo>
                    <a:pt x="3869391" y="1200943"/>
                  </a:lnTo>
                  <a:lnTo>
                    <a:pt x="3872214" y="1198790"/>
                  </a:lnTo>
                  <a:lnTo>
                    <a:pt x="3872567" y="1197929"/>
                  </a:lnTo>
                  <a:lnTo>
                    <a:pt x="3875037" y="1196637"/>
                  </a:lnTo>
                  <a:lnTo>
                    <a:pt x="3877271" y="1195776"/>
                  </a:lnTo>
                  <a:lnTo>
                    <a:pt x="3877507" y="1195776"/>
                  </a:lnTo>
                  <a:lnTo>
                    <a:pt x="3877859" y="1195776"/>
                  </a:lnTo>
                  <a:lnTo>
                    <a:pt x="3877977" y="1195776"/>
                  </a:lnTo>
                  <a:lnTo>
                    <a:pt x="3879741" y="1193192"/>
                  </a:lnTo>
                  <a:lnTo>
                    <a:pt x="3879741" y="1192331"/>
                  </a:lnTo>
                  <a:lnTo>
                    <a:pt x="3880212" y="1191470"/>
                  </a:lnTo>
                  <a:lnTo>
                    <a:pt x="3880800" y="1189747"/>
                  </a:lnTo>
                  <a:lnTo>
                    <a:pt x="3880917" y="1188886"/>
                  </a:lnTo>
                  <a:lnTo>
                    <a:pt x="3883858" y="1187164"/>
                  </a:lnTo>
                  <a:lnTo>
                    <a:pt x="3891973" y="1180274"/>
                  </a:lnTo>
                  <a:lnTo>
                    <a:pt x="3892444" y="1178982"/>
                  </a:lnTo>
                  <a:lnTo>
                    <a:pt x="3896678" y="1178121"/>
                  </a:lnTo>
                  <a:lnTo>
                    <a:pt x="3900794" y="1175968"/>
                  </a:lnTo>
                  <a:lnTo>
                    <a:pt x="3901029" y="1175538"/>
                  </a:lnTo>
                  <a:lnTo>
                    <a:pt x="3901147" y="1175538"/>
                  </a:lnTo>
                  <a:lnTo>
                    <a:pt x="3905499" y="1173385"/>
                  </a:lnTo>
                  <a:lnTo>
                    <a:pt x="3906087" y="1172093"/>
                  </a:lnTo>
                  <a:lnTo>
                    <a:pt x="3907381" y="1171662"/>
                  </a:lnTo>
                  <a:lnTo>
                    <a:pt x="3907498" y="1171662"/>
                  </a:lnTo>
                  <a:lnTo>
                    <a:pt x="3911379" y="1167787"/>
                  </a:lnTo>
                  <a:lnTo>
                    <a:pt x="3915496" y="1164773"/>
                  </a:lnTo>
                  <a:lnTo>
                    <a:pt x="3915731" y="1163911"/>
                  </a:lnTo>
                  <a:lnTo>
                    <a:pt x="3916202" y="1163481"/>
                  </a:lnTo>
                  <a:lnTo>
                    <a:pt x="3917378" y="1163050"/>
                  </a:lnTo>
                  <a:lnTo>
                    <a:pt x="3918201" y="1161758"/>
                  </a:lnTo>
                  <a:lnTo>
                    <a:pt x="3920083" y="1159605"/>
                  </a:lnTo>
                  <a:lnTo>
                    <a:pt x="3920436" y="1159175"/>
                  </a:lnTo>
                  <a:lnTo>
                    <a:pt x="3920436" y="1158314"/>
                  </a:lnTo>
                  <a:lnTo>
                    <a:pt x="3923259" y="1156161"/>
                  </a:lnTo>
                  <a:lnTo>
                    <a:pt x="3924435" y="1155299"/>
                  </a:lnTo>
                  <a:lnTo>
                    <a:pt x="3924670" y="1154438"/>
                  </a:lnTo>
                  <a:lnTo>
                    <a:pt x="3924670" y="1153577"/>
                  </a:lnTo>
                  <a:lnTo>
                    <a:pt x="3925493" y="1152285"/>
                  </a:lnTo>
                  <a:lnTo>
                    <a:pt x="3928316" y="1150993"/>
                  </a:lnTo>
                  <a:lnTo>
                    <a:pt x="3928434" y="1150563"/>
                  </a:lnTo>
                  <a:lnTo>
                    <a:pt x="3933373" y="1148840"/>
                  </a:lnTo>
                  <a:lnTo>
                    <a:pt x="3937960" y="1146257"/>
                  </a:lnTo>
                  <a:lnTo>
                    <a:pt x="3938666" y="1145396"/>
                  </a:lnTo>
                  <a:lnTo>
                    <a:pt x="3943018" y="1144104"/>
                  </a:lnTo>
                  <a:lnTo>
                    <a:pt x="3944900" y="1140659"/>
                  </a:lnTo>
                  <a:lnTo>
                    <a:pt x="3948781" y="1138937"/>
                  </a:lnTo>
                  <a:lnTo>
                    <a:pt x="3952897" y="1135492"/>
                  </a:lnTo>
                  <a:lnTo>
                    <a:pt x="3953133" y="1134631"/>
                  </a:lnTo>
                  <a:lnTo>
                    <a:pt x="3953368" y="1134200"/>
                  </a:lnTo>
                  <a:lnTo>
                    <a:pt x="3953368" y="1133769"/>
                  </a:lnTo>
                  <a:lnTo>
                    <a:pt x="3953485" y="1133769"/>
                  </a:lnTo>
                  <a:lnTo>
                    <a:pt x="3956543" y="1132047"/>
                  </a:lnTo>
                  <a:lnTo>
                    <a:pt x="3958896" y="1128172"/>
                  </a:lnTo>
                  <a:lnTo>
                    <a:pt x="3959013" y="1128172"/>
                  </a:lnTo>
                  <a:lnTo>
                    <a:pt x="3959131" y="1127310"/>
                  </a:lnTo>
                  <a:lnTo>
                    <a:pt x="3961366" y="1126019"/>
                  </a:lnTo>
                  <a:lnTo>
                    <a:pt x="3961483" y="1125588"/>
                  </a:lnTo>
                  <a:lnTo>
                    <a:pt x="3963012" y="1123435"/>
                  </a:lnTo>
                  <a:lnTo>
                    <a:pt x="3965600" y="1121713"/>
                  </a:lnTo>
                  <a:lnTo>
                    <a:pt x="3965717" y="1121282"/>
                  </a:lnTo>
                  <a:lnTo>
                    <a:pt x="3966423" y="1119560"/>
                  </a:lnTo>
                  <a:lnTo>
                    <a:pt x="3969246" y="1116545"/>
                  </a:lnTo>
                  <a:lnTo>
                    <a:pt x="3970775" y="1114823"/>
                  </a:lnTo>
                  <a:lnTo>
                    <a:pt x="3970892" y="1114823"/>
                  </a:lnTo>
                  <a:lnTo>
                    <a:pt x="3970892" y="1114392"/>
                  </a:lnTo>
                  <a:lnTo>
                    <a:pt x="3973127" y="1113962"/>
                  </a:lnTo>
                  <a:lnTo>
                    <a:pt x="3977479" y="1110948"/>
                  </a:lnTo>
                  <a:lnTo>
                    <a:pt x="3979478" y="1108795"/>
                  </a:lnTo>
                  <a:lnTo>
                    <a:pt x="3984418" y="1106642"/>
                  </a:lnTo>
                  <a:lnTo>
                    <a:pt x="3985006" y="1106211"/>
                  </a:lnTo>
                  <a:lnTo>
                    <a:pt x="3985359" y="1104919"/>
                  </a:lnTo>
                  <a:lnTo>
                    <a:pt x="3989475" y="1102336"/>
                  </a:lnTo>
                  <a:lnTo>
                    <a:pt x="3989475" y="1101905"/>
                  </a:lnTo>
                  <a:lnTo>
                    <a:pt x="3992298" y="1099752"/>
                  </a:lnTo>
                  <a:lnTo>
                    <a:pt x="3994062" y="1099321"/>
                  </a:lnTo>
                  <a:lnTo>
                    <a:pt x="3996415" y="1098891"/>
                  </a:lnTo>
                  <a:lnTo>
                    <a:pt x="3998885" y="1097599"/>
                  </a:lnTo>
                  <a:lnTo>
                    <a:pt x="4001590" y="1095446"/>
                  </a:lnTo>
                  <a:lnTo>
                    <a:pt x="4001825" y="1095015"/>
                  </a:lnTo>
                  <a:lnTo>
                    <a:pt x="4002060" y="1094154"/>
                  </a:lnTo>
                  <a:lnTo>
                    <a:pt x="4003471" y="1091140"/>
                  </a:lnTo>
                  <a:lnTo>
                    <a:pt x="4004295" y="1090279"/>
                  </a:lnTo>
                  <a:lnTo>
                    <a:pt x="4007706" y="1089848"/>
                  </a:lnTo>
                  <a:lnTo>
                    <a:pt x="4007941" y="1089418"/>
                  </a:lnTo>
                  <a:lnTo>
                    <a:pt x="4008058" y="1088987"/>
                  </a:lnTo>
                  <a:lnTo>
                    <a:pt x="4010175" y="1088126"/>
                  </a:lnTo>
                  <a:lnTo>
                    <a:pt x="4010764" y="1086834"/>
                  </a:lnTo>
                  <a:lnTo>
                    <a:pt x="4010881" y="1086403"/>
                  </a:lnTo>
                  <a:lnTo>
                    <a:pt x="4011469" y="1084681"/>
                  </a:lnTo>
                  <a:lnTo>
                    <a:pt x="4012057" y="1083820"/>
                  </a:lnTo>
                  <a:lnTo>
                    <a:pt x="4013822" y="1082528"/>
                  </a:lnTo>
                  <a:lnTo>
                    <a:pt x="4014292" y="1082097"/>
                  </a:lnTo>
                  <a:lnTo>
                    <a:pt x="4019232" y="1079944"/>
                  </a:lnTo>
                  <a:lnTo>
                    <a:pt x="4023819" y="1079083"/>
                  </a:lnTo>
                  <a:lnTo>
                    <a:pt x="4028406" y="1074777"/>
                  </a:lnTo>
                  <a:lnTo>
                    <a:pt x="4034169" y="1071332"/>
                  </a:lnTo>
                  <a:lnTo>
                    <a:pt x="4034522" y="1070902"/>
                  </a:lnTo>
                  <a:lnTo>
                    <a:pt x="4037462" y="1069179"/>
                  </a:lnTo>
                  <a:lnTo>
                    <a:pt x="4038285" y="1068318"/>
                  </a:lnTo>
                  <a:lnTo>
                    <a:pt x="4038521" y="1068318"/>
                  </a:lnTo>
                  <a:lnTo>
                    <a:pt x="4040873" y="1064443"/>
                  </a:lnTo>
                  <a:lnTo>
                    <a:pt x="4042637" y="1061859"/>
                  </a:lnTo>
                  <a:lnTo>
                    <a:pt x="4043460" y="1060998"/>
                  </a:lnTo>
                  <a:lnTo>
                    <a:pt x="4043460" y="1060567"/>
                  </a:lnTo>
                  <a:lnTo>
                    <a:pt x="4044166" y="1059706"/>
                  </a:lnTo>
                  <a:lnTo>
                    <a:pt x="4047106" y="1058845"/>
                  </a:lnTo>
                  <a:lnTo>
                    <a:pt x="4047106" y="1058414"/>
                  </a:lnTo>
                  <a:lnTo>
                    <a:pt x="4052164" y="1053247"/>
                  </a:lnTo>
                  <a:lnTo>
                    <a:pt x="4052281" y="1053247"/>
                  </a:lnTo>
                  <a:lnTo>
                    <a:pt x="4052517" y="1053247"/>
                  </a:lnTo>
                  <a:lnTo>
                    <a:pt x="4053458" y="1052386"/>
                  </a:lnTo>
                  <a:lnTo>
                    <a:pt x="4053928" y="1051525"/>
                  </a:lnTo>
                  <a:lnTo>
                    <a:pt x="4056986" y="1050664"/>
                  </a:lnTo>
                  <a:lnTo>
                    <a:pt x="4057927" y="1048941"/>
                  </a:lnTo>
                  <a:lnTo>
                    <a:pt x="4057927" y="1048511"/>
                  </a:lnTo>
                  <a:lnTo>
                    <a:pt x="4060162" y="1046788"/>
                  </a:lnTo>
                  <a:lnTo>
                    <a:pt x="4064278" y="1044205"/>
                  </a:lnTo>
                  <a:lnTo>
                    <a:pt x="4066160" y="1042913"/>
                  </a:lnTo>
                  <a:lnTo>
                    <a:pt x="4069453" y="1042482"/>
                  </a:lnTo>
                  <a:lnTo>
                    <a:pt x="4069571" y="1042482"/>
                  </a:lnTo>
                  <a:lnTo>
                    <a:pt x="4073334" y="1039468"/>
                  </a:lnTo>
                  <a:lnTo>
                    <a:pt x="4077921" y="1037315"/>
                  </a:lnTo>
                  <a:lnTo>
                    <a:pt x="4078157" y="1036023"/>
                  </a:lnTo>
                  <a:lnTo>
                    <a:pt x="4078157" y="1035593"/>
                  </a:lnTo>
                  <a:lnTo>
                    <a:pt x="4079333" y="1032148"/>
                  </a:lnTo>
                  <a:lnTo>
                    <a:pt x="4081450" y="1030425"/>
                  </a:lnTo>
                  <a:lnTo>
                    <a:pt x="4085213" y="1028703"/>
                  </a:lnTo>
                  <a:lnTo>
                    <a:pt x="4085331" y="1028272"/>
                  </a:lnTo>
                  <a:lnTo>
                    <a:pt x="4088624" y="1027411"/>
                  </a:lnTo>
                  <a:lnTo>
                    <a:pt x="4088859" y="1026981"/>
                  </a:lnTo>
                  <a:lnTo>
                    <a:pt x="4090271" y="1023536"/>
                  </a:lnTo>
                  <a:lnTo>
                    <a:pt x="4090506" y="1023536"/>
                  </a:lnTo>
                  <a:lnTo>
                    <a:pt x="4094387" y="1022244"/>
                  </a:lnTo>
                  <a:lnTo>
                    <a:pt x="4094975" y="1021813"/>
                  </a:lnTo>
                  <a:lnTo>
                    <a:pt x="4094975" y="1021383"/>
                  </a:lnTo>
                  <a:lnTo>
                    <a:pt x="4097680" y="1020522"/>
                  </a:lnTo>
                  <a:lnTo>
                    <a:pt x="4098033" y="1019660"/>
                  </a:lnTo>
                  <a:lnTo>
                    <a:pt x="4098151" y="1018369"/>
                  </a:lnTo>
                  <a:lnTo>
                    <a:pt x="4098151" y="1017938"/>
                  </a:lnTo>
                  <a:lnTo>
                    <a:pt x="4099209" y="1017507"/>
                  </a:lnTo>
                  <a:lnTo>
                    <a:pt x="4099562" y="1017077"/>
                  </a:lnTo>
                  <a:lnTo>
                    <a:pt x="4099798" y="1016646"/>
                  </a:lnTo>
                  <a:lnTo>
                    <a:pt x="4102738" y="1011048"/>
                  </a:lnTo>
                  <a:lnTo>
                    <a:pt x="4105796" y="1009326"/>
                  </a:lnTo>
                  <a:lnTo>
                    <a:pt x="4110030" y="1006742"/>
                  </a:lnTo>
                  <a:lnTo>
                    <a:pt x="4113323" y="1004589"/>
                  </a:lnTo>
                  <a:lnTo>
                    <a:pt x="4113441" y="1004159"/>
                  </a:lnTo>
                  <a:lnTo>
                    <a:pt x="4114970" y="1002006"/>
                  </a:lnTo>
                  <a:lnTo>
                    <a:pt x="4119204" y="999853"/>
                  </a:lnTo>
                  <a:lnTo>
                    <a:pt x="4122144" y="998130"/>
                  </a:lnTo>
                  <a:lnTo>
                    <a:pt x="4122144" y="997700"/>
                  </a:lnTo>
                  <a:lnTo>
                    <a:pt x="4125790" y="997269"/>
                  </a:lnTo>
                  <a:lnTo>
                    <a:pt x="4126261" y="997269"/>
                  </a:lnTo>
                  <a:lnTo>
                    <a:pt x="4126966" y="995977"/>
                  </a:lnTo>
                  <a:lnTo>
                    <a:pt x="4131083" y="992102"/>
                  </a:lnTo>
                  <a:lnTo>
                    <a:pt x="4134141" y="991241"/>
                  </a:lnTo>
                  <a:lnTo>
                    <a:pt x="4135435" y="990380"/>
                  </a:lnTo>
                  <a:lnTo>
                    <a:pt x="4138140" y="987796"/>
                  </a:lnTo>
                  <a:lnTo>
                    <a:pt x="4138375" y="987796"/>
                  </a:lnTo>
                  <a:lnTo>
                    <a:pt x="4138375" y="987365"/>
                  </a:lnTo>
                  <a:lnTo>
                    <a:pt x="4138493" y="987365"/>
                  </a:lnTo>
                  <a:lnTo>
                    <a:pt x="4140845" y="986504"/>
                  </a:lnTo>
                  <a:lnTo>
                    <a:pt x="4142139" y="986074"/>
                  </a:lnTo>
                  <a:lnTo>
                    <a:pt x="4142727" y="985643"/>
                  </a:lnTo>
                  <a:lnTo>
                    <a:pt x="4143080" y="985212"/>
                  </a:lnTo>
                  <a:lnTo>
                    <a:pt x="4144138" y="983921"/>
                  </a:lnTo>
                  <a:lnTo>
                    <a:pt x="4144491" y="983059"/>
                  </a:lnTo>
                  <a:lnTo>
                    <a:pt x="4148372" y="980476"/>
                  </a:lnTo>
                  <a:lnTo>
                    <a:pt x="4149666" y="979184"/>
                  </a:lnTo>
                  <a:lnTo>
                    <a:pt x="4149666" y="978753"/>
                  </a:lnTo>
                  <a:lnTo>
                    <a:pt x="4151665" y="977462"/>
                  </a:lnTo>
                  <a:lnTo>
                    <a:pt x="4155547" y="976170"/>
                  </a:lnTo>
                  <a:lnTo>
                    <a:pt x="4161427" y="972294"/>
                  </a:lnTo>
                  <a:lnTo>
                    <a:pt x="4165426" y="970141"/>
                  </a:lnTo>
                  <a:lnTo>
                    <a:pt x="4166250" y="968850"/>
                  </a:lnTo>
                  <a:lnTo>
                    <a:pt x="4166838" y="968850"/>
                  </a:lnTo>
                  <a:lnTo>
                    <a:pt x="4170131" y="968419"/>
                  </a:lnTo>
                  <a:lnTo>
                    <a:pt x="4170248" y="967988"/>
                  </a:lnTo>
                  <a:lnTo>
                    <a:pt x="4172248" y="966697"/>
                  </a:lnTo>
                  <a:lnTo>
                    <a:pt x="4173777" y="964113"/>
                  </a:lnTo>
                  <a:lnTo>
                    <a:pt x="4178599" y="963682"/>
                  </a:lnTo>
                  <a:lnTo>
                    <a:pt x="4178952" y="962821"/>
                  </a:lnTo>
                  <a:lnTo>
                    <a:pt x="4178952" y="962391"/>
                  </a:lnTo>
                  <a:lnTo>
                    <a:pt x="4182951" y="961099"/>
                  </a:lnTo>
                  <a:lnTo>
                    <a:pt x="4185303" y="960238"/>
                  </a:lnTo>
                  <a:lnTo>
                    <a:pt x="4188008" y="958946"/>
                  </a:lnTo>
                  <a:lnTo>
                    <a:pt x="4188243" y="958946"/>
                  </a:lnTo>
                  <a:lnTo>
                    <a:pt x="4189537" y="956793"/>
                  </a:lnTo>
                  <a:lnTo>
                    <a:pt x="4189655" y="955932"/>
                  </a:lnTo>
                  <a:lnTo>
                    <a:pt x="4192125" y="953348"/>
                  </a:lnTo>
                  <a:lnTo>
                    <a:pt x="4194124" y="951626"/>
                  </a:lnTo>
                  <a:lnTo>
                    <a:pt x="4194359" y="951195"/>
                  </a:lnTo>
                  <a:lnTo>
                    <a:pt x="4194712" y="950764"/>
                  </a:lnTo>
                  <a:lnTo>
                    <a:pt x="4196712" y="948611"/>
                  </a:lnTo>
                  <a:lnTo>
                    <a:pt x="4197182" y="946889"/>
                  </a:lnTo>
                  <a:lnTo>
                    <a:pt x="4198241" y="946458"/>
                  </a:lnTo>
                  <a:lnTo>
                    <a:pt x="4201416" y="946458"/>
                  </a:lnTo>
                  <a:lnTo>
                    <a:pt x="4204592" y="945597"/>
                  </a:lnTo>
                  <a:lnTo>
                    <a:pt x="4208120" y="945167"/>
                  </a:lnTo>
                  <a:lnTo>
                    <a:pt x="4208356" y="944736"/>
                  </a:lnTo>
                  <a:lnTo>
                    <a:pt x="4209532" y="943444"/>
                  </a:lnTo>
                  <a:lnTo>
                    <a:pt x="4212825" y="942583"/>
                  </a:lnTo>
                  <a:lnTo>
                    <a:pt x="4214471" y="941722"/>
                  </a:lnTo>
                  <a:lnTo>
                    <a:pt x="4218470" y="939999"/>
                  </a:lnTo>
                  <a:lnTo>
                    <a:pt x="4222469" y="938708"/>
                  </a:lnTo>
                  <a:lnTo>
                    <a:pt x="4222822" y="938708"/>
                  </a:lnTo>
                  <a:lnTo>
                    <a:pt x="4224586" y="936555"/>
                  </a:lnTo>
                  <a:lnTo>
                    <a:pt x="4225645" y="936555"/>
                  </a:lnTo>
                  <a:lnTo>
                    <a:pt x="4228820" y="933540"/>
                  </a:lnTo>
                  <a:lnTo>
                    <a:pt x="4228820" y="932249"/>
                  </a:lnTo>
                  <a:lnTo>
                    <a:pt x="4229056" y="932249"/>
                  </a:lnTo>
                  <a:lnTo>
                    <a:pt x="4229056" y="931387"/>
                  </a:lnTo>
                  <a:lnTo>
                    <a:pt x="4231173" y="930096"/>
                  </a:lnTo>
                  <a:lnTo>
                    <a:pt x="4232819" y="927943"/>
                  </a:lnTo>
                  <a:lnTo>
                    <a:pt x="4232937" y="927943"/>
                  </a:lnTo>
                  <a:lnTo>
                    <a:pt x="4233525" y="927512"/>
                  </a:lnTo>
                  <a:lnTo>
                    <a:pt x="4234348" y="927081"/>
                  </a:lnTo>
                  <a:lnTo>
                    <a:pt x="4237759" y="924928"/>
                  </a:lnTo>
                  <a:lnTo>
                    <a:pt x="4238230" y="924928"/>
                  </a:lnTo>
                  <a:lnTo>
                    <a:pt x="4238347" y="924498"/>
                  </a:lnTo>
                  <a:lnTo>
                    <a:pt x="4239406" y="923206"/>
                  </a:lnTo>
                  <a:lnTo>
                    <a:pt x="4241993" y="921484"/>
                  </a:lnTo>
                  <a:lnTo>
                    <a:pt x="4246345" y="919331"/>
                  </a:lnTo>
                  <a:lnTo>
                    <a:pt x="4249168" y="918039"/>
                  </a:lnTo>
                  <a:lnTo>
                    <a:pt x="4252814" y="916747"/>
                  </a:lnTo>
                  <a:lnTo>
                    <a:pt x="4256813" y="915886"/>
                  </a:lnTo>
                  <a:lnTo>
                    <a:pt x="4257048" y="915455"/>
                  </a:lnTo>
                  <a:lnTo>
                    <a:pt x="4257871" y="914163"/>
                  </a:lnTo>
                  <a:lnTo>
                    <a:pt x="4262223" y="913302"/>
                  </a:lnTo>
                  <a:lnTo>
                    <a:pt x="4262693" y="912441"/>
                  </a:lnTo>
                  <a:lnTo>
                    <a:pt x="4268221" y="908566"/>
                  </a:lnTo>
                  <a:lnTo>
                    <a:pt x="4268221" y="907704"/>
                  </a:lnTo>
                  <a:lnTo>
                    <a:pt x="4268456" y="906843"/>
                  </a:lnTo>
                  <a:lnTo>
                    <a:pt x="4268692" y="906843"/>
                  </a:lnTo>
                  <a:lnTo>
                    <a:pt x="4272691" y="904260"/>
                  </a:lnTo>
                  <a:lnTo>
                    <a:pt x="4272808" y="903398"/>
                  </a:lnTo>
                  <a:lnTo>
                    <a:pt x="4274925" y="902107"/>
                  </a:lnTo>
                  <a:lnTo>
                    <a:pt x="4278571" y="899523"/>
                  </a:lnTo>
                  <a:lnTo>
                    <a:pt x="4279042" y="898231"/>
                  </a:lnTo>
                  <a:lnTo>
                    <a:pt x="4279277" y="898231"/>
                  </a:lnTo>
                  <a:lnTo>
                    <a:pt x="4279630" y="897801"/>
                  </a:lnTo>
                  <a:lnTo>
                    <a:pt x="4283629" y="896509"/>
                  </a:lnTo>
                  <a:lnTo>
                    <a:pt x="4284805" y="894356"/>
                  </a:lnTo>
                  <a:lnTo>
                    <a:pt x="4285275" y="893495"/>
                  </a:lnTo>
                  <a:lnTo>
                    <a:pt x="4287510" y="892203"/>
                  </a:lnTo>
                  <a:lnTo>
                    <a:pt x="4292567" y="889189"/>
                  </a:lnTo>
                  <a:lnTo>
                    <a:pt x="4292685" y="889189"/>
                  </a:lnTo>
                  <a:lnTo>
                    <a:pt x="4296096" y="887036"/>
                  </a:lnTo>
                  <a:lnTo>
                    <a:pt x="4296213" y="887036"/>
                  </a:lnTo>
                  <a:lnTo>
                    <a:pt x="4300095" y="885313"/>
                  </a:lnTo>
                  <a:lnTo>
                    <a:pt x="4304682" y="881868"/>
                  </a:lnTo>
                  <a:lnTo>
                    <a:pt x="4307269" y="880577"/>
                  </a:lnTo>
                  <a:lnTo>
                    <a:pt x="4307387" y="880146"/>
                  </a:lnTo>
                  <a:lnTo>
                    <a:pt x="4310915" y="878854"/>
                  </a:lnTo>
                  <a:lnTo>
                    <a:pt x="4314091" y="877993"/>
                  </a:lnTo>
                  <a:lnTo>
                    <a:pt x="4314796" y="877562"/>
                  </a:lnTo>
                  <a:lnTo>
                    <a:pt x="4317384" y="874118"/>
                  </a:lnTo>
                  <a:lnTo>
                    <a:pt x="4317854" y="872395"/>
                  </a:lnTo>
                  <a:lnTo>
                    <a:pt x="4319383" y="871534"/>
                  </a:lnTo>
                  <a:lnTo>
                    <a:pt x="4321853" y="870242"/>
                  </a:lnTo>
                  <a:lnTo>
                    <a:pt x="4321971" y="870242"/>
                  </a:lnTo>
                  <a:lnTo>
                    <a:pt x="4322441" y="869812"/>
                  </a:lnTo>
                  <a:lnTo>
                    <a:pt x="4326323" y="868950"/>
                  </a:lnTo>
                  <a:lnTo>
                    <a:pt x="4329028" y="868089"/>
                  </a:lnTo>
                  <a:lnTo>
                    <a:pt x="4329263" y="867228"/>
                  </a:lnTo>
                  <a:lnTo>
                    <a:pt x="4329969" y="865075"/>
                  </a:lnTo>
                  <a:lnTo>
                    <a:pt x="4330674" y="863353"/>
                  </a:lnTo>
                  <a:lnTo>
                    <a:pt x="4333615" y="859908"/>
                  </a:lnTo>
                  <a:lnTo>
                    <a:pt x="4333850" y="859477"/>
                  </a:lnTo>
                  <a:lnTo>
                    <a:pt x="4337614" y="856463"/>
                  </a:lnTo>
                  <a:lnTo>
                    <a:pt x="4342083" y="855171"/>
                  </a:lnTo>
                  <a:lnTo>
                    <a:pt x="4345141" y="854741"/>
                  </a:lnTo>
                  <a:lnTo>
                    <a:pt x="4347258" y="853449"/>
                  </a:lnTo>
                  <a:lnTo>
                    <a:pt x="4350316" y="853449"/>
                  </a:lnTo>
                  <a:lnTo>
                    <a:pt x="4353609" y="851726"/>
                  </a:lnTo>
                  <a:lnTo>
                    <a:pt x="4354432" y="850004"/>
                  </a:lnTo>
                  <a:lnTo>
                    <a:pt x="4354668" y="848712"/>
                  </a:lnTo>
                  <a:lnTo>
                    <a:pt x="4357726" y="846990"/>
                  </a:lnTo>
                  <a:lnTo>
                    <a:pt x="4359607" y="844837"/>
                  </a:lnTo>
                  <a:lnTo>
                    <a:pt x="4361607" y="844406"/>
                  </a:lnTo>
                  <a:lnTo>
                    <a:pt x="4361725" y="844406"/>
                  </a:lnTo>
                  <a:lnTo>
                    <a:pt x="4366194" y="843545"/>
                  </a:lnTo>
                  <a:lnTo>
                    <a:pt x="4366194" y="843114"/>
                  </a:lnTo>
                  <a:lnTo>
                    <a:pt x="4366194" y="842684"/>
                  </a:lnTo>
                  <a:lnTo>
                    <a:pt x="4368429" y="841823"/>
                  </a:lnTo>
                  <a:lnTo>
                    <a:pt x="4371604" y="841392"/>
                  </a:lnTo>
                  <a:lnTo>
                    <a:pt x="4371604" y="840961"/>
                  </a:lnTo>
                  <a:lnTo>
                    <a:pt x="4372427" y="840531"/>
                  </a:lnTo>
                  <a:lnTo>
                    <a:pt x="4373721" y="837517"/>
                  </a:lnTo>
                  <a:lnTo>
                    <a:pt x="4374309" y="837086"/>
                  </a:lnTo>
                  <a:lnTo>
                    <a:pt x="4374544" y="836655"/>
                  </a:lnTo>
                  <a:lnTo>
                    <a:pt x="4377602" y="834933"/>
                  </a:lnTo>
                  <a:lnTo>
                    <a:pt x="4377720" y="834933"/>
                  </a:lnTo>
                  <a:lnTo>
                    <a:pt x="4380072" y="833641"/>
                  </a:lnTo>
                  <a:lnTo>
                    <a:pt x="4380308" y="833211"/>
                  </a:lnTo>
                  <a:lnTo>
                    <a:pt x="4383248" y="831919"/>
                  </a:lnTo>
                  <a:lnTo>
                    <a:pt x="4386776" y="831058"/>
                  </a:lnTo>
                  <a:lnTo>
                    <a:pt x="4390658" y="828474"/>
                  </a:lnTo>
                  <a:lnTo>
                    <a:pt x="4391363" y="828043"/>
                  </a:lnTo>
                  <a:lnTo>
                    <a:pt x="4392304" y="827613"/>
                  </a:lnTo>
                  <a:lnTo>
                    <a:pt x="4395715" y="826752"/>
                  </a:lnTo>
                  <a:lnTo>
                    <a:pt x="4398303" y="826752"/>
                  </a:lnTo>
                  <a:lnTo>
                    <a:pt x="4399361" y="826321"/>
                  </a:lnTo>
                  <a:lnTo>
                    <a:pt x="4402066" y="825029"/>
                  </a:lnTo>
                  <a:lnTo>
                    <a:pt x="4402654" y="824599"/>
                  </a:lnTo>
                  <a:lnTo>
                    <a:pt x="4402654" y="822015"/>
                  </a:lnTo>
                  <a:lnTo>
                    <a:pt x="4404889" y="821154"/>
                  </a:lnTo>
                  <a:lnTo>
                    <a:pt x="4405007" y="821154"/>
                  </a:lnTo>
                  <a:lnTo>
                    <a:pt x="4405007" y="820723"/>
                  </a:lnTo>
                  <a:lnTo>
                    <a:pt x="4407947" y="819431"/>
                  </a:lnTo>
                  <a:lnTo>
                    <a:pt x="4408535" y="816848"/>
                  </a:lnTo>
                  <a:lnTo>
                    <a:pt x="4411005" y="816417"/>
                  </a:lnTo>
                  <a:lnTo>
                    <a:pt x="4416062" y="813834"/>
                  </a:lnTo>
                  <a:lnTo>
                    <a:pt x="4419003" y="813403"/>
                  </a:lnTo>
                  <a:lnTo>
                    <a:pt x="4421120" y="810389"/>
                  </a:lnTo>
                  <a:lnTo>
                    <a:pt x="4421237" y="809958"/>
                  </a:lnTo>
                  <a:lnTo>
                    <a:pt x="4421590" y="808236"/>
                  </a:lnTo>
                  <a:lnTo>
                    <a:pt x="4425236" y="803499"/>
                  </a:lnTo>
                  <a:lnTo>
                    <a:pt x="4425589" y="803069"/>
                  </a:lnTo>
                  <a:lnTo>
                    <a:pt x="4426295" y="802207"/>
                  </a:lnTo>
                  <a:lnTo>
                    <a:pt x="4427353" y="802207"/>
                  </a:lnTo>
                  <a:lnTo>
                    <a:pt x="4429706" y="802207"/>
                  </a:lnTo>
                  <a:lnTo>
                    <a:pt x="4432764" y="800485"/>
                  </a:lnTo>
                  <a:lnTo>
                    <a:pt x="4435822" y="800054"/>
                  </a:lnTo>
                  <a:lnTo>
                    <a:pt x="4438409" y="796610"/>
                  </a:lnTo>
                  <a:lnTo>
                    <a:pt x="4440761" y="795318"/>
                  </a:lnTo>
                  <a:lnTo>
                    <a:pt x="4440761" y="794887"/>
                  </a:lnTo>
                  <a:lnTo>
                    <a:pt x="4442761" y="794026"/>
                  </a:lnTo>
                  <a:lnTo>
                    <a:pt x="4443349" y="793165"/>
                  </a:lnTo>
                  <a:lnTo>
                    <a:pt x="4443702" y="793165"/>
                  </a:lnTo>
                  <a:lnTo>
                    <a:pt x="4446524" y="790581"/>
                  </a:lnTo>
                  <a:lnTo>
                    <a:pt x="4448289" y="788859"/>
                  </a:lnTo>
                  <a:lnTo>
                    <a:pt x="4450170" y="787567"/>
                  </a:lnTo>
                  <a:lnTo>
                    <a:pt x="4452758" y="785845"/>
                  </a:lnTo>
                  <a:lnTo>
                    <a:pt x="4452758" y="785414"/>
                  </a:lnTo>
                  <a:lnTo>
                    <a:pt x="4452993" y="784553"/>
                  </a:lnTo>
                  <a:lnTo>
                    <a:pt x="4453228" y="784553"/>
                  </a:lnTo>
                  <a:lnTo>
                    <a:pt x="4458992" y="780677"/>
                  </a:lnTo>
                  <a:lnTo>
                    <a:pt x="4459697" y="779816"/>
                  </a:lnTo>
                  <a:lnTo>
                    <a:pt x="4459932" y="779816"/>
                  </a:lnTo>
                  <a:lnTo>
                    <a:pt x="4461226" y="778955"/>
                  </a:lnTo>
                  <a:lnTo>
                    <a:pt x="4465343" y="776371"/>
                  </a:lnTo>
                  <a:lnTo>
                    <a:pt x="4465696" y="775941"/>
                  </a:lnTo>
                  <a:lnTo>
                    <a:pt x="4467460" y="775510"/>
                  </a:lnTo>
                  <a:lnTo>
                    <a:pt x="4470400" y="773357"/>
                  </a:lnTo>
                  <a:lnTo>
                    <a:pt x="4473458" y="771204"/>
                  </a:lnTo>
                  <a:lnTo>
                    <a:pt x="4476163" y="768621"/>
                  </a:lnTo>
                  <a:lnTo>
                    <a:pt x="4480633" y="767329"/>
                  </a:lnTo>
                  <a:lnTo>
                    <a:pt x="4480868" y="767329"/>
                  </a:lnTo>
                  <a:lnTo>
                    <a:pt x="4483220" y="766037"/>
                  </a:lnTo>
                  <a:lnTo>
                    <a:pt x="4485690" y="765606"/>
                  </a:lnTo>
                  <a:lnTo>
                    <a:pt x="4488866" y="764315"/>
                  </a:lnTo>
                  <a:lnTo>
                    <a:pt x="4492041" y="763884"/>
                  </a:lnTo>
                  <a:lnTo>
                    <a:pt x="4492276" y="763884"/>
                  </a:lnTo>
                  <a:lnTo>
                    <a:pt x="4492747" y="763453"/>
                  </a:lnTo>
                  <a:lnTo>
                    <a:pt x="4493100" y="763453"/>
                  </a:lnTo>
                  <a:lnTo>
                    <a:pt x="4493570" y="763453"/>
                  </a:lnTo>
                  <a:lnTo>
                    <a:pt x="4497922" y="762162"/>
                  </a:lnTo>
                  <a:lnTo>
                    <a:pt x="4498275" y="761731"/>
                  </a:lnTo>
                  <a:lnTo>
                    <a:pt x="4499686" y="760870"/>
                  </a:lnTo>
                  <a:lnTo>
                    <a:pt x="4501215" y="760009"/>
                  </a:lnTo>
                  <a:lnTo>
                    <a:pt x="4505332" y="757856"/>
                  </a:lnTo>
                  <a:lnTo>
                    <a:pt x="4506978" y="757425"/>
                  </a:lnTo>
                  <a:lnTo>
                    <a:pt x="4507684" y="756564"/>
                  </a:lnTo>
                  <a:lnTo>
                    <a:pt x="4508154" y="755272"/>
                  </a:lnTo>
                  <a:lnTo>
                    <a:pt x="4510742" y="755272"/>
                  </a:lnTo>
                  <a:lnTo>
                    <a:pt x="4513329" y="754841"/>
                  </a:lnTo>
                  <a:lnTo>
                    <a:pt x="4513447" y="754841"/>
                  </a:lnTo>
                  <a:lnTo>
                    <a:pt x="4516387" y="753980"/>
                  </a:lnTo>
                  <a:lnTo>
                    <a:pt x="4518034" y="753119"/>
                  </a:lnTo>
                  <a:lnTo>
                    <a:pt x="4518151" y="753119"/>
                  </a:lnTo>
                  <a:lnTo>
                    <a:pt x="4518151" y="752688"/>
                  </a:lnTo>
                  <a:lnTo>
                    <a:pt x="4518387" y="752258"/>
                  </a:lnTo>
                  <a:lnTo>
                    <a:pt x="4519328" y="751827"/>
                  </a:lnTo>
                  <a:lnTo>
                    <a:pt x="4522856" y="750966"/>
                  </a:lnTo>
                  <a:lnTo>
                    <a:pt x="4528031" y="747521"/>
                  </a:lnTo>
                  <a:lnTo>
                    <a:pt x="4530971" y="745799"/>
                  </a:lnTo>
                  <a:lnTo>
                    <a:pt x="4533912" y="745368"/>
                  </a:lnTo>
                  <a:lnTo>
                    <a:pt x="4533912" y="744938"/>
                  </a:lnTo>
                  <a:lnTo>
                    <a:pt x="4533912" y="744507"/>
                  </a:lnTo>
                  <a:lnTo>
                    <a:pt x="4537205" y="744076"/>
                  </a:lnTo>
                  <a:lnTo>
                    <a:pt x="4538381" y="741923"/>
                  </a:lnTo>
                  <a:lnTo>
                    <a:pt x="4542262" y="741493"/>
                  </a:lnTo>
                  <a:lnTo>
                    <a:pt x="4545085" y="738479"/>
                  </a:lnTo>
                  <a:lnTo>
                    <a:pt x="4545908" y="736326"/>
                  </a:lnTo>
                  <a:lnTo>
                    <a:pt x="4548731" y="735464"/>
                  </a:lnTo>
                  <a:lnTo>
                    <a:pt x="4551319" y="733311"/>
                  </a:lnTo>
                  <a:lnTo>
                    <a:pt x="4551319" y="730728"/>
                  </a:lnTo>
                  <a:lnTo>
                    <a:pt x="4553201" y="729867"/>
                  </a:lnTo>
                  <a:lnTo>
                    <a:pt x="4555553" y="729867"/>
                  </a:lnTo>
                  <a:lnTo>
                    <a:pt x="4555670" y="729867"/>
                  </a:lnTo>
                  <a:lnTo>
                    <a:pt x="4555788" y="729005"/>
                  </a:lnTo>
                  <a:lnTo>
                    <a:pt x="4555788" y="728575"/>
                  </a:lnTo>
                  <a:lnTo>
                    <a:pt x="4555906" y="728575"/>
                  </a:lnTo>
                  <a:lnTo>
                    <a:pt x="4557082" y="727283"/>
                  </a:lnTo>
                  <a:lnTo>
                    <a:pt x="4558376" y="725991"/>
                  </a:lnTo>
                  <a:lnTo>
                    <a:pt x="4562963" y="723838"/>
                  </a:lnTo>
                  <a:lnTo>
                    <a:pt x="4563315" y="722977"/>
                  </a:lnTo>
                  <a:lnTo>
                    <a:pt x="4565785" y="721255"/>
                  </a:lnTo>
                  <a:lnTo>
                    <a:pt x="4565785" y="720824"/>
                  </a:lnTo>
                  <a:lnTo>
                    <a:pt x="4568138" y="718240"/>
                  </a:lnTo>
                  <a:lnTo>
                    <a:pt x="4570019" y="718240"/>
                  </a:lnTo>
                  <a:lnTo>
                    <a:pt x="4572372" y="717379"/>
                  </a:lnTo>
                  <a:lnTo>
                    <a:pt x="4574371" y="715657"/>
                  </a:lnTo>
                  <a:lnTo>
                    <a:pt x="4574724" y="714365"/>
                  </a:lnTo>
                  <a:lnTo>
                    <a:pt x="4575665" y="713504"/>
                  </a:lnTo>
                  <a:lnTo>
                    <a:pt x="4578135" y="711781"/>
                  </a:lnTo>
                  <a:lnTo>
                    <a:pt x="4578252" y="711781"/>
                  </a:lnTo>
                  <a:lnTo>
                    <a:pt x="4578252" y="711351"/>
                  </a:lnTo>
                  <a:lnTo>
                    <a:pt x="4583427" y="709198"/>
                  </a:lnTo>
                  <a:lnTo>
                    <a:pt x="4585544" y="708767"/>
                  </a:lnTo>
                  <a:lnTo>
                    <a:pt x="4585780" y="708337"/>
                  </a:lnTo>
                  <a:lnTo>
                    <a:pt x="4589073" y="706614"/>
                  </a:lnTo>
                  <a:lnTo>
                    <a:pt x="4589191" y="706614"/>
                  </a:lnTo>
                  <a:lnTo>
                    <a:pt x="4591896" y="704031"/>
                  </a:lnTo>
                  <a:lnTo>
                    <a:pt x="4597424" y="702308"/>
                  </a:lnTo>
                  <a:lnTo>
                    <a:pt x="4599070" y="701447"/>
                  </a:lnTo>
                  <a:lnTo>
                    <a:pt x="4600011" y="700155"/>
                  </a:lnTo>
                  <a:lnTo>
                    <a:pt x="4600481" y="699725"/>
                  </a:lnTo>
                  <a:lnTo>
                    <a:pt x="4603069" y="699294"/>
                  </a:lnTo>
                  <a:lnTo>
                    <a:pt x="4604833" y="698863"/>
                  </a:lnTo>
                  <a:lnTo>
                    <a:pt x="4604833" y="698433"/>
                  </a:lnTo>
                  <a:lnTo>
                    <a:pt x="4605421" y="698002"/>
                  </a:lnTo>
                  <a:lnTo>
                    <a:pt x="4609420" y="696280"/>
                  </a:lnTo>
                  <a:lnTo>
                    <a:pt x="4610949" y="693266"/>
                  </a:lnTo>
                  <a:lnTo>
                    <a:pt x="4611420" y="692404"/>
                  </a:lnTo>
                  <a:lnTo>
                    <a:pt x="4612596" y="691113"/>
                  </a:lnTo>
                  <a:lnTo>
                    <a:pt x="4614242" y="690251"/>
                  </a:lnTo>
                  <a:lnTo>
                    <a:pt x="4615536" y="689821"/>
                  </a:lnTo>
                  <a:lnTo>
                    <a:pt x="4617888" y="688098"/>
                  </a:lnTo>
                  <a:lnTo>
                    <a:pt x="4618006" y="688098"/>
                  </a:lnTo>
                  <a:lnTo>
                    <a:pt x="4624945" y="685515"/>
                  </a:lnTo>
                  <a:lnTo>
                    <a:pt x="4624945" y="685084"/>
                  </a:lnTo>
                  <a:lnTo>
                    <a:pt x="4625063" y="685084"/>
                  </a:lnTo>
                  <a:lnTo>
                    <a:pt x="4627298" y="684654"/>
                  </a:lnTo>
                  <a:lnTo>
                    <a:pt x="4627533" y="684223"/>
                  </a:lnTo>
                  <a:lnTo>
                    <a:pt x="4630003" y="683362"/>
                  </a:lnTo>
                  <a:lnTo>
                    <a:pt x="4631414" y="682501"/>
                  </a:lnTo>
                  <a:lnTo>
                    <a:pt x="4634707" y="681209"/>
                  </a:lnTo>
                  <a:lnTo>
                    <a:pt x="4637883" y="677764"/>
                  </a:lnTo>
                  <a:lnTo>
                    <a:pt x="4638236" y="676903"/>
                  </a:lnTo>
                  <a:lnTo>
                    <a:pt x="4640823" y="676472"/>
                  </a:lnTo>
                  <a:lnTo>
                    <a:pt x="4640941" y="676472"/>
                  </a:lnTo>
                  <a:lnTo>
                    <a:pt x="4644234" y="675180"/>
                  </a:lnTo>
                  <a:lnTo>
                    <a:pt x="4647762" y="671736"/>
                  </a:lnTo>
                  <a:lnTo>
                    <a:pt x="4649056" y="670444"/>
                  </a:lnTo>
                  <a:lnTo>
                    <a:pt x="4650115" y="668721"/>
                  </a:lnTo>
                  <a:lnTo>
                    <a:pt x="4650232" y="668291"/>
                  </a:lnTo>
                  <a:lnTo>
                    <a:pt x="4652702" y="666999"/>
                  </a:lnTo>
                  <a:lnTo>
                    <a:pt x="4652820" y="666138"/>
                  </a:lnTo>
                  <a:lnTo>
                    <a:pt x="4653055" y="665707"/>
                  </a:lnTo>
                  <a:lnTo>
                    <a:pt x="4653526" y="664415"/>
                  </a:lnTo>
                  <a:lnTo>
                    <a:pt x="4655525" y="663124"/>
                  </a:lnTo>
                  <a:lnTo>
                    <a:pt x="4661759" y="660971"/>
                  </a:lnTo>
                  <a:lnTo>
                    <a:pt x="4665169" y="659679"/>
                  </a:lnTo>
                  <a:lnTo>
                    <a:pt x="4667051" y="658387"/>
                  </a:lnTo>
                  <a:lnTo>
                    <a:pt x="4669286" y="657095"/>
                  </a:lnTo>
                  <a:lnTo>
                    <a:pt x="4669521" y="655803"/>
                  </a:lnTo>
                  <a:lnTo>
                    <a:pt x="4670109" y="654942"/>
                  </a:lnTo>
                  <a:lnTo>
                    <a:pt x="4672932" y="654512"/>
                  </a:lnTo>
                  <a:lnTo>
                    <a:pt x="4677754" y="653650"/>
                  </a:lnTo>
                  <a:lnTo>
                    <a:pt x="4680459" y="652359"/>
                  </a:lnTo>
                  <a:lnTo>
                    <a:pt x="4680577" y="651928"/>
                  </a:lnTo>
                  <a:lnTo>
                    <a:pt x="4683400" y="650206"/>
                  </a:lnTo>
                  <a:lnTo>
                    <a:pt x="4685517" y="649775"/>
                  </a:lnTo>
                  <a:lnTo>
                    <a:pt x="4686693" y="649344"/>
                  </a:lnTo>
                  <a:lnTo>
                    <a:pt x="4688222" y="646330"/>
                  </a:lnTo>
                  <a:lnTo>
                    <a:pt x="4688927" y="645900"/>
                  </a:lnTo>
                  <a:lnTo>
                    <a:pt x="4689986" y="645469"/>
                  </a:lnTo>
                  <a:lnTo>
                    <a:pt x="4693867" y="643747"/>
                  </a:lnTo>
                  <a:lnTo>
                    <a:pt x="4693985" y="643747"/>
                  </a:lnTo>
                  <a:lnTo>
                    <a:pt x="4694338" y="642885"/>
                  </a:lnTo>
                  <a:lnTo>
                    <a:pt x="4697748" y="639441"/>
                  </a:lnTo>
                  <a:lnTo>
                    <a:pt x="4699748" y="639010"/>
                  </a:lnTo>
                  <a:lnTo>
                    <a:pt x="4700101" y="638149"/>
                  </a:lnTo>
                  <a:lnTo>
                    <a:pt x="4702335" y="637718"/>
                  </a:lnTo>
                  <a:lnTo>
                    <a:pt x="4703747" y="634704"/>
                  </a:lnTo>
                  <a:lnTo>
                    <a:pt x="4705276" y="633843"/>
                  </a:lnTo>
                  <a:lnTo>
                    <a:pt x="4707040" y="633412"/>
                  </a:lnTo>
                  <a:lnTo>
                    <a:pt x="4709039" y="632982"/>
                  </a:lnTo>
                  <a:lnTo>
                    <a:pt x="4711039" y="632551"/>
                  </a:lnTo>
                  <a:lnTo>
                    <a:pt x="4715155" y="631259"/>
                  </a:lnTo>
                  <a:lnTo>
                    <a:pt x="4715508" y="631259"/>
                  </a:lnTo>
                  <a:lnTo>
                    <a:pt x="4717272" y="629967"/>
                  </a:lnTo>
                  <a:lnTo>
                    <a:pt x="4717625" y="629537"/>
                  </a:lnTo>
                  <a:lnTo>
                    <a:pt x="4720683" y="629106"/>
                  </a:lnTo>
                  <a:lnTo>
                    <a:pt x="4721154" y="628676"/>
                  </a:lnTo>
                  <a:lnTo>
                    <a:pt x="4725270" y="626523"/>
                  </a:lnTo>
                  <a:lnTo>
                    <a:pt x="4728093" y="625661"/>
                  </a:lnTo>
                  <a:lnTo>
                    <a:pt x="4730798" y="624800"/>
                  </a:lnTo>
                  <a:lnTo>
                    <a:pt x="4731621" y="623078"/>
                  </a:lnTo>
                  <a:lnTo>
                    <a:pt x="4732209" y="621355"/>
                  </a:lnTo>
                  <a:lnTo>
                    <a:pt x="4735385" y="620925"/>
                  </a:lnTo>
                  <a:lnTo>
                    <a:pt x="4739031" y="619633"/>
                  </a:lnTo>
                  <a:lnTo>
                    <a:pt x="4739149" y="619633"/>
                  </a:lnTo>
                  <a:lnTo>
                    <a:pt x="4739502" y="619202"/>
                  </a:lnTo>
                  <a:lnTo>
                    <a:pt x="4745617" y="615758"/>
                  </a:lnTo>
                  <a:lnTo>
                    <a:pt x="4745617" y="615327"/>
                  </a:lnTo>
                  <a:lnTo>
                    <a:pt x="4745853" y="615327"/>
                  </a:lnTo>
                  <a:lnTo>
                    <a:pt x="4746206" y="615327"/>
                  </a:lnTo>
                  <a:lnTo>
                    <a:pt x="4749852" y="614896"/>
                  </a:lnTo>
                  <a:lnTo>
                    <a:pt x="4749969" y="614896"/>
                  </a:lnTo>
                  <a:lnTo>
                    <a:pt x="4751263" y="614896"/>
                  </a:lnTo>
                  <a:lnTo>
                    <a:pt x="4752910" y="614035"/>
                  </a:lnTo>
                  <a:lnTo>
                    <a:pt x="4754439" y="613605"/>
                  </a:lnTo>
                  <a:lnTo>
                    <a:pt x="4756085" y="613174"/>
                  </a:lnTo>
                  <a:lnTo>
                    <a:pt x="4756438" y="612313"/>
                  </a:lnTo>
                  <a:lnTo>
                    <a:pt x="4757732" y="611882"/>
                  </a:lnTo>
                  <a:lnTo>
                    <a:pt x="4757849" y="611452"/>
                  </a:lnTo>
                  <a:lnTo>
                    <a:pt x="4760084" y="611021"/>
                  </a:lnTo>
                  <a:lnTo>
                    <a:pt x="4766788" y="607146"/>
                  </a:lnTo>
                  <a:lnTo>
                    <a:pt x="4768905" y="604993"/>
                  </a:lnTo>
                  <a:lnTo>
                    <a:pt x="4769023" y="604562"/>
                  </a:lnTo>
                  <a:lnTo>
                    <a:pt x="4771493" y="604562"/>
                  </a:lnTo>
                  <a:lnTo>
                    <a:pt x="4772081" y="604131"/>
                  </a:lnTo>
                  <a:lnTo>
                    <a:pt x="4776432" y="603701"/>
                  </a:lnTo>
                  <a:lnTo>
                    <a:pt x="4777961" y="601978"/>
                  </a:lnTo>
                  <a:lnTo>
                    <a:pt x="4778079" y="601978"/>
                  </a:lnTo>
                  <a:lnTo>
                    <a:pt x="4779490" y="601117"/>
                  </a:lnTo>
                  <a:lnTo>
                    <a:pt x="4781843" y="600687"/>
                  </a:lnTo>
                  <a:lnTo>
                    <a:pt x="4784430" y="599395"/>
                  </a:lnTo>
                  <a:lnTo>
                    <a:pt x="4785371" y="598534"/>
                  </a:lnTo>
                  <a:lnTo>
                    <a:pt x="4788664" y="597242"/>
                  </a:lnTo>
                  <a:lnTo>
                    <a:pt x="4788900" y="596811"/>
                  </a:lnTo>
                  <a:lnTo>
                    <a:pt x="4792428" y="594658"/>
                  </a:lnTo>
                  <a:lnTo>
                    <a:pt x="4792898" y="594658"/>
                  </a:lnTo>
                  <a:lnTo>
                    <a:pt x="4798544" y="593797"/>
                  </a:lnTo>
                  <a:lnTo>
                    <a:pt x="4800661" y="593797"/>
                  </a:lnTo>
                  <a:lnTo>
                    <a:pt x="4802896" y="592936"/>
                  </a:lnTo>
                  <a:lnTo>
                    <a:pt x="4805954" y="591213"/>
                  </a:lnTo>
                  <a:lnTo>
                    <a:pt x="4808894" y="589060"/>
                  </a:lnTo>
                  <a:lnTo>
                    <a:pt x="4810188" y="589060"/>
                  </a:lnTo>
                  <a:lnTo>
                    <a:pt x="4811246" y="587769"/>
                  </a:lnTo>
                  <a:lnTo>
                    <a:pt x="4812775" y="587338"/>
                  </a:lnTo>
                  <a:lnTo>
                    <a:pt x="4812893" y="587338"/>
                  </a:lnTo>
                  <a:lnTo>
                    <a:pt x="4812893" y="586477"/>
                  </a:lnTo>
                  <a:lnTo>
                    <a:pt x="4815833" y="585616"/>
                  </a:lnTo>
                  <a:lnTo>
                    <a:pt x="4817245" y="583893"/>
                  </a:lnTo>
                  <a:lnTo>
                    <a:pt x="4817715" y="583032"/>
                  </a:lnTo>
                  <a:lnTo>
                    <a:pt x="4820655" y="581740"/>
                  </a:lnTo>
                  <a:lnTo>
                    <a:pt x="4823831" y="580448"/>
                  </a:lnTo>
                  <a:lnTo>
                    <a:pt x="4825242" y="579587"/>
                  </a:lnTo>
                  <a:lnTo>
                    <a:pt x="4825478" y="578295"/>
                  </a:lnTo>
                  <a:lnTo>
                    <a:pt x="4827712" y="578295"/>
                  </a:lnTo>
                  <a:lnTo>
                    <a:pt x="4831241" y="577434"/>
                  </a:lnTo>
                  <a:lnTo>
                    <a:pt x="4831594" y="576573"/>
                  </a:lnTo>
                  <a:lnTo>
                    <a:pt x="4834651" y="576142"/>
                  </a:lnTo>
                  <a:lnTo>
                    <a:pt x="4837004" y="575281"/>
                  </a:lnTo>
                  <a:lnTo>
                    <a:pt x="4838180" y="573128"/>
                  </a:lnTo>
                  <a:lnTo>
                    <a:pt x="4838298" y="573128"/>
                  </a:lnTo>
                  <a:lnTo>
                    <a:pt x="4840767" y="572267"/>
                  </a:lnTo>
                  <a:lnTo>
                    <a:pt x="4841355" y="571836"/>
                  </a:lnTo>
                  <a:lnTo>
                    <a:pt x="4842532" y="571406"/>
                  </a:lnTo>
                  <a:lnTo>
                    <a:pt x="4847942" y="569683"/>
                  </a:lnTo>
                  <a:lnTo>
                    <a:pt x="4849588" y="567961"/>
                  </a:lnTo>
                  <a:lnTo>
                    <a:pt x="4851588" y="567530"/>
                  </a:lnTo>
                  <a:lnTo>
                    <a:pt x="4852176" y="564947"/>
                  </a:lnTo>
                  <a:lnTo>
                    <a:pt x="4854058" y="562363"/>
                  </a:lnTo>
                  <a:lnTo>
                    <a:pt x="4855704" y="561933"/>
                  </a:lnTo>
                  <a:lnTo>
                    <a:pt x="4858762" y="561502"/>
                  </a:lnTo>
                  <a:lnTo>
                    <a:pt x="4861703" y="558057"/>
                  </a:lnTo>
                  <a:lnTo>
                    <a:pt x="4862173" y="558057"/>
                  </a:lnTo>
                  <a:lnTo>
                    <a:pt x="4864290" y="556765"/>
                  </a:lnTo>
                  <a:lnTo>
                    <a:pt x="4872170" y="553321"/>
                  </a:lnTo>
                  <a:lnTo>
                    <a:pt x="4872170" y="552890"/>
                  </a:lnTo>
                  <a:lnTo>
                    <a:pt x="4873935" y="552029"/>
                  </a:lnTo>
                  <a:lnTo>
                    <a:pt x="4876169" y="549015"/>
                  </a:lnTo>
                  <a:lnTo>
                    <a:pt x="4878874" y="547292"/>
                  </a:lnTo>
                  <a:lnTo>
                    <a:pt x="4879110" y="546862"/>
                  </a:lnTo>
                  <a:lnTo>
                    <a:pt x="4879463" y="546862"/>
                  </a:lnTo>
                  <a:lnTo>
                    <a:pt x="4879815" y="546431"/>
                  </a:lnTo>
                  <a:lnTo>
                    <a:pt x="4881580" y="545570"/>
                  </a:lnTo>
                  <a:lnTo>
                    <a:pt x="4882050" y="545139"/>
                  </a:lnTo>
                  <a:lnTo>
                    <a:pt x="4884755" y="542986"/>
                  </a:lnTo>
                  <a:lnTo>
                    <a:pt x="4884873" y="542986"/>
                  </a:lnTo>
                  <a:lnTo>
                    <a:pt x="4884990" y="542556"/>
                  </a:lnTo>
                  <a:lnTo>
                    <a:pt x="4888989" y="541264"/>
                  </a:lnTo>
                  <a:lnTo>
                    <a:pt x="4889107" y="541264"/>
                  </a:lnTo>
                  <a:lnTo>
                    <a:pt x="4889813" y="540833"/>
                  </a:lnTo>
                  <a:lnTo>
                    <a:pt x="4893459" y="538250"/>
                  </a:lnTo>
                  <a:lnTo>
                    <a:pt x="4893694" y="538250"/>
                  </a:lnTo>
                  <a:lnTo>
                    <a:pt x="4895223" y="537388"/>
                  </a:lnTo>
                  <a:lnTo>
                    <a:pt x="4897105" y="536958"/>
                  </a:lnTo>
                  <a:lnTo>
                    <a:pt x="4901104" y="534374"/>
                  </a:lnTo>
                  <a:lnTo>
                    <a:pt x="4902750" y="534374"/>
                  </a:lnTo>
                  <a:lnTo>
                    <a:pt x="4903573" y="533082"/>
                  </a:lnTo>
                  <a:lnTo>
                    <a:pt x="4904632" y="532652"/>
                  </a:lnTo>
                  <a:lnTo>
                    <a:pt x="4907808" y="532221"/>
                  </a:lnTo>
                  <a:lnTo>
                    <a:pt x="4908160" y="531360"/>
                  </a:lnTo>
                  <a:lnTo>
                    <a:pt x="4912512" y="526623"/>
                  </a:lnTo>
                  <a:lnTo>
                    <a:pt x="4914747" y="526193"/>
                  </a:lnTo>
                  <a:lnTo>
                    <a:pt x="4915217" y="524901"/>
                  </a:lnTo>
                  <a:lnTo>
                    <a:pt x="4916864" y="524901"/>
                  </a:lnTo>
                  <a:lnTo>
                    <a:pt x="4919922" y="524470"/>
                  </a:lnTo>
                  <a:lnTo>
                    <a:pt x="4920510" y="524040"/>
                  </a:lnTo>
                  <a:lnTo>
                    <a:pt x="4923568" y="523179"/>
                  </a:lnTo>
                  <a:lnTo>
                    <a:pt x="4923685" y="523179"/>
                  </a:lnTo>
                  <a:lnTo>
                    <a:pt x="4925920" y="522748"/>
                  </a:lnTo>
                  <a:lnTo>
                    <a:pt x="4926391" y="521456"/>
                  </a:lnTo>
                  <a:lnTo>
                    <a:pt x="4928508" y="520595"/>
                  </a:lnTo>
                  <a:lnTo>
                    <a:pt x="4929449" y="519303"/>
                  </a:lnTo>
                  <a:lnTo>
                    <a:pt x="4933683" y="516720"/>
                  </a:lnTo>
                  <a:lnTo>
                    <a:pt x="4934506" y="516720"/>
                  </a:lnTo>
                  <a:lnTo>
                    <a:pt x="4937564" y="516289"/>
                  </a:lnTo>
                  <a:lnTo>
                    <a:pt x="4940269" y="515428"/>
                  </a:lnTo>
                  <a:lnTo>
                    <a:pt x="4940387" y="515428"/>
                  </a:lnTo>
                  <a:lnTo>
                    <a:pt x="4941798" y="514997"/>
                  </a:lnTo>
                  <a:lnTo>
                    <a:pt x="4942033" y="514567"/>
                  </a:lnTo>
                  <a:lnTo>
                    <a:pt x="4943092" y="514136"/>
                  </a:lnTo>
                  <a:lnTo>
                    <a:pt x="4945444" y="511122"/>
                  </a:lnTo>
                  <a:lnTo>
                    <a:pt x="4948620" y="508969"/>
                  </a:lnTo>
                  <a:lnTo>
                    <a:pt x="4951560" y="508538"/>
                  </a:lnTo>
                  <a:lnTo>
                    <a:pt x="4952501" y="506816"/>
                  </a:lnTo>
                  <a:lnTo>
                    <a:pt x="4954500" y="506385"/>
                  </a:lnTo>
                  <a:lnTo>
                    <a:pt x="4955088" y="505524"/>
                  </a:lnTo>
                  <a:lnTo>
                    <a:pt x="4955088" y="505093"/>
                  </a:lnTo>
                  <a:lnTo>
                    <a:pt x="4957088" y="504663"/>
                  </a:lnTo>
                  <a:lnTo>
                    <a:pt x="4959911" y="503371"/>
                  </a:lnTo>
                  <a:lnTo>
                    <a:pt x="4960969" y="502940"/>
                  </a:lnTo>
                  <a:lnTo>
                    <a:pt x="4965321" y="500357"/>
                  </a:lnTo>
                  <a:lnTo>
                    <a:pt x="4967673" y="499496"/>
                  </a:lnTo>
                  <a:lnTo>
                    <a:pt x="4973083" y="496912"/>
                  </a:lnTo>
                  <a:lnTo>
                    <a:pt x="4973319" y="496912"/>
                  </a:lnTo>
                  <a:lnTo>
                    <a:pt x="4975906" y="494759"/>
                  </a:lnTo>
                  <a:lnTo>
                    <a:pt x="4976494" y="494759"/>
                  </a:lnTo>
                  <a:lnTo>
                    <a:pt x="4977435" y="494328"/>
                  </a:lnTo>
                  <a:lnTo>
                    <a:pt x="4978494" y="494328"/>
                  </a:lnTo>
                  <a:lnTo>
                    <a:pt x="4980258" y="492175"/>
                  </a:lnTo>
                  <a:lnTo>
                    <a:pt x="4981199" y="491745"/>
                  </a:lnTo>
                  <a:lnTo>
                    <a:pt x="4983198" y="490022"/>
                  </a:lnTo>
                  <a:lnTo>
                    <a:pt x="4987080" y="488300"/>
                  </a:lnTo>
                  <a:lnTo>
                    <a:pt x="4989667" y="487008"/>
                  </a:lnTo>
                  <a:lnTo>
                    <a:pt x="4991431" y="486578"/>
                  </a:lnTo>
                  <a:lnTo>
                    <a:pt x="4991549" y="486578"/>
                  </a:lnTo>
                  <a:lnTo>
                    <a:pt x="4992843" y="486147"/>
                  </a:lnTo>
                  <a:lnTo>
                    <a:pt x="4993901" y="483563"/>
                  </a:lnTo>
                  <a:lnTo>
                    <a:pt x="4996606" y="483133"/>
                  </a:lnTo>
                  <a:lnTo>
                    <a:pt x="4998135" y="482272"/>
                  </a:lnTo>
                  <a:lnTo>
                    <a:pt x="5000135" y="480549"/>
                  </a:lnTo>
                  <a:lnTo>
                    <a:pt x="5000252" y="480549"/>
                  </a:lnTo>
                  <a:lnTo>
                    <a:pt x="5002134" y="478396"/>
                  </a:lnTo>
                  <a:lnTo>
                    <a:pt x="5002722" y="478396"/>
                  </a:lnTo>
                  <a:lnTo>
                    <a:pt x="5003075" y="478396"/>
                  </a:lnTo>
                  <a:lnTo>
                    <a:pt x="5003193" y="477966"/>
                  </a:lnTo>
                  <a:lnTo>
                    <a:pt x="5006721" y="475382"/>
                  </a:lnTo>
                  <a:lnTo>
                    <a:pt x="5006839" y="475382"/>
                  </a:lnTo>
                  <a:lnTo>
                    <a:pt x="5010367" y="473660"/>
                  </a:lnTo>
                  <a:lnTo>
                    <a:pt x="5010602" y="472798"/>
                  </a:lnTo>
                  <a:lnTo>
                    <a:pt x="5012837" y="472368"/>
                  </a:lnTo>
                  <a:lnTo>
                    <a:pt x="5015072" y="471937"/>
                  </a:lnTo>
                  <a:lnTo>
                    <a:pt x="5015895" y="471076"/>
                  </a:lnTo>
                  <a:lnTo>
                    <a:pt x="5017189" y="469354"/>
                  </a:lnTo>
                  <a:lnTo>
                    <a:pt x="5017659" y="468923"/>
                  </a:lnTo>
                  <a:lnTo>
                    <a:pt x="5021070" y="468062"/>
                  </a:lnTo>
                  <a:lnTo>
                    <a:pt x="5023070" y="468062"/>
                  </a:lnTo>
                  <a:lnTo>
                    <a:pt x="5023775" y="467631"/>
                  </a:lnTo>
                  <a:lnTo>
                    <a:pt x="5025304" y="466770"/>
                  </a:lnTo>
                  <a:lnTo>
                    <a:pt x="5026010" y="466339"/>
                  </a:lnTo>
                  <a:lnTo>
                    <a:pt x="5028009" y="466339"/>
                  </a:lnTo>
                  <a:lnTo>
                    <a:pt x="5028715" y="465909"/>
                  </a:lnTo>
                  <a:lnTo>
                    <a:pt x="5030479" y="465048"/>
                  </a:lnTo>
                  <a:lnTo>
                    <a:pt x="5033302" y="464617"/>
                  </a:lnTo>
                  <a:lnTo>
                    <a:pt x="5036713" y="461603"/>
                  </a:lnTo>
                  <a:lnTo>
                    <a:pt x="5039183" y="461603"/>
                  </a:lnTo>
                  <a:lnTo>
                    <a:pt x="5040829" y="461603"/>
                  </a:lnTo>
                  <a:lnTo>
                    <a:pt x="5041535" y="460742"/>
                  </a:lnTo>
                  <a:lnTo>
                    <a:pt x="5043064" y="460742"/>
                  </a:lnTo>
                  <a:lnTo>
                    <a:pt x="5046828" y="460311"/>
                  </a:lnTo>
                  <a:lnTo>
                    <a:pt x="5047886" y="459450"/>
                  </a:lnTo>
                  <a:lnTo>
                    <a:pt x="5051885" y="458158"/>
                  </a:lnTo>
                  <a:lnTo>
                    <a:pt x="5053649" y="457297"/>
                  </a:lnTo>
                  <a:lnTo>
                    <a:pt x="5056002" y="456866"/>
                  </a:lnTo>
                  <a:lnTo>
                    <a:pt x="5057648" y="455144"/>
                  </a:lnTo>
                  <a:lnTo>
                    <a:pt x="5059648" y="452130"/>
                  </a:lnTo>
                  <a:lnTo>
                    <a:pt x="5060000" y="451699"/>
                  </a:lnTo>
                  <a:lnTo>
                    <a:pt x="5060471" y="450838"/>
                  </a:lnTo>
                  <a:lnTo>
                    <a:pt x="5060824" y="450838"/>
                  </a:lnTo>
                  <a:lnTo>
                    <a:pt x="5061647" y="450838"/>
                  </a:lnTo>
                  <a:lnTo>
                    <a:pt x="5062588" y="449977"/>
                  </a:lnTo>
                  <a:lnTo>
                    <a:pt x="5063176" y="449977"/>
                  </a:lnTo>
                  <a:lnTo>
                    <a:pt x="5063294" y="449977"/>
                  </a:lnTo>
                  <a:lnTo>
                    <a:pt x="5066587" y="448685"/>
                  </a:lnTo>
                  <a:lnTo>
                    <a:pt x="5068939" y="448685"/>
                  </a:lnTo>
                  <a:lnTo>
                    <a:pt x="5074820" y="446101"/>
                  </a:lnTo>
                  <a:lnTo>
                    <a:pt x="5075643" y="445240"/>
                  </a:lnTo>
                  <a:lnTo>
                    <a:pt x="5077172" y="445240"/>
                  </a:lnTo>
                  <a:lnTo>
                    <a:pt x="5080818" y="443948"/>
                  </a:lnTo>
                  <a:lnTo>
                    <a:pt x="5081759" y="443948"/>
                  </a:lnTo>
                  <a:lnTo>
                    <a:pt x="5084582" y="441795"/>
                  </a:lnTo>
                  <a:lnTo>
                    <a:pt x="5086816" y="440934"/>
                  </a:lnTo>
                  <a:lnTo>
                    <a:pt x="5089169" y="440934"/>
                  </a:lnTo>
                  <a:lnTo>
                    <a:pt x="5089639" y="439642"/>
                  </a:lnTo>
                  <a:lnTo>
                    <a:pt x="5090815" y="438350"/>
                  </a:lnTo>
                  <a:lnTo>
                    <a:pt x="5094226" y="436628"/>
                  </a:lnTo>
                  <a:lnTo>
                    <a:pt x="5098343" y="434906"/>
                  </a:lnTo>
                  <a:lnTo>
                    <a:pt x="5100695" y="433614"/>
                  </a:lnTo>
                  <a:lnTo>
                    <a:pt x="5103871" y="432322"/>
                  </a:lnTo>
                  <a:lnTo>
                    <a:pt x="5103871" y="431891"/>
                  </a:lnTo>
                  <a:lnTo>
                    <a:pt x="5104694" y="431461"/>
                  </a:lnTo>
                  <a:lnTo>
                    <a:pt x="5107164" y="430600"/>
                  </a:lnTo>
                  <a:lnTo>
                    <a:pt x="5109516" y="430600"/>
                  </a:lnTo>
                  <a:lnTo>
                    <a:pt x="5110457" y="430600"/>
                  </a:lnTo>
                  <a:lnTo>
                    <a:pt x="5111398" y="430169"/>
                  </a:lnTo>
                  <a:lnTo>
                    <a:pt x="5113044" y="428447"/>
                  </a:lnTo>
                  <a:lnTo>
                    <a:pt x="5113985" y="428447"/>
                  </a:lnTo>
                  <a:lnTo>
                    <a:pt x="5117396" y="427585"/>
                  </a:lnTo>
                  <a:lnTo>
                    <a:pt x="5119866" y="425863"/>
                  </a:lnTo>
                  <a:lnTo>
                    <a:pt x="5119984" y="425002"/>
                  </a:lnTo>
                  <a:lnTo>
                    <a:pt x="5124218" y="422418"/>
                  </a:lnTo>
                  <a:lnTo>
                    <a:pt x="5124335" y="421988"/>
                  </a:lnTo>
                  <a:lnTo>
                    <a:pt x="5124335" y="421126"/>
                  </a:lnTo>
                  <a:lnTo>
                    <a:pt x="5125394" y="420696"/>
                  </a:lnTo>
                  <a:lnTo>
                    <a:pt x="5125394" y="420265"/>
                  </a:lnTo>
                  <a:lnTo>
                    <a:pt x="5126570" y="419835"/>
                  </a:lnTo>
                  <a:lnTo>
                    <a:pt x="5127393" y="418112"/>
                  </a:lnTo>
                  <a:lnTo>
                    <a:pt x="5130099" y="416820"/>
                  </a:lnTo>
                  <a:lnTo>
                    <a:pt x="5131863" y="416820"/>
                  </a:lnTo>
                  <a:lnTo>
                    <a:pt x="5132921" y="415959"/>
                  </a:lnTo>
                  <a:lnTo>
                    <a:pt x="5135509" y="415098"/>
                  </a:lnTo>
                  <a:lnTo>
                    <a:pt x="5138332" y="413806"/>
                  </a:lnTo>
                  <a:lnTo>
                    <a:pt x="5140801" y="412514"/>
                  </a:lnTo>
                  <a:lnTo>
                    <a:pt x="5142448" y="412084"/>
                  </a:lnTo>
                  <a:lnTo>
                    <a:pt x="5144212" y="410361"/>
                  </a:lnTo>
                  <a:lnTo>
                    <a:pt x="5144565" y="410361"/>
                  </a:lnTo>
                  <a:lnTo>
                    <a:pt x="5144683" y="410361"/>
                  </a:lnTo>
                  <a:lnTo>
                    <a:pt x="5145153" y="410361"/>
                  </a:lnTo>
                  <a:lnTo>
                    <a:pt x="5145153" y="409931"/>
                  </a:lnTo>
                  <a:lnTo>
                    <a:pt x="5146682" y="408639"/>
                  </a:lnTo>
                  <a:lnTo>
                    <a:pt x="5148564" y="406917"/>
                  </a:lnTo>
                  <a:lnTo>
                    <a:pt x="5150563" y="405625"/>
                  </a:lnTo>
                  <a:lnTo>
                    <a:pt x="5150799" y="405194"/>
                  </a:lnTo>
                  <a:lnTo>
                    <a:pt x="5154209" y="403902"/>
                  </a:lnTo>
                  <a:lnTo>
                    <a:pt x="5157267" y="403472"/>
                  </a:lnTo>
                  <a:lnTo>
                    <a:pt x="5159384" y="402180"/>
                  </a:lnTo>
                  <a:lnTo>
                    <a:pt x="5161502" y="400888"/>
                  </a:lnTo>
                  <a:lnTo>
                    <a:pt x="5162913" y="400888"/>
                  </a:lnTo>
                  <a:lnTo>
                    <a:pt x="5163971" y="399596"/>
                  </a:lnTo>
                  <a:lnTo>
                    <a:pt x="5169852" y="397443"/>
                  </a:lnTo>
                  <a:lnTo>
                    <a:pt x="5171852" y="397013"/>
                  </a:lnTo>
                  <a:lnTo>
                    <a:pt x="5177379" y="395290"/>
                  </a:lnTo>
                  <a:lnTo>
                    <a:pt x="5177497" y="394860"/>
                  </a:lnTo>
                  <a:lnTo>
                    <a:pt x="5177968" y="394860"/>
                  </a:lnTo>
                  <a:lnTo>
                    <a:pt x="5178438" y="394429"/>
                  </a:lnTo>
                  <a:lnTo>
                    <a:pt x="5180437" y="393137"/>
                  </a:lnTo>
                  <a:lnTo>
                    <a:pt x="5180790" y="393137"/>
                  </a:lnTo>
                  <a:lnTo>
                    <a:pt x="5182202" y="393137"/>
                  </a:lnTo>
                  <a:lnTo>
                    <a:pt x="5185730" y="392707"/>
                  </a:lnTo>
                  <a:lnTo>
                    <a:pt x="5185965" y="392276"/>
                  </a:lnTo>
                  <a:lnTo>
                    <a:pt x="5186671" y="392276"/>
                  </a:lnTo>
                  <a:lnTo>
                    <a:pt x="5189258" y="390554"/>
                  </a:lnTo>
                  <a:lnTo>
                    <a:pt x="5196080" y="387970"/>
                  </a:lnTo>
                  <a:lnTo>
                    <a:pt x="5196668" y="387970"/>
                  </a:lnTo>
                  <a:lnTo>
                    <a:pt x="5196786" y="387970"/>
                  </a:lnTo>
                  <a:lnTo>
                    <a:pt x="5197374" y="387109"/>
                  </a:lnTo>
                  <a:lnTo>
                    <a:pt x="5199256" y="385817"/>
                  </a:lnTo>
                  <a:lnTo>
                    <a:pt x="5201608" y="384525"/>
                  </a:lnTo>
                  <a:lnTo>
                    <a:pt x="5205019" y="380219"/>
                  </a:lnTo>
                  <a:lnTo>
                    <a:pt x="5207724" y="378928"/>
                  </a:lnTo>
                  <a:lnTo>
                    <a:pt x="5208900" y="378928"/>
                  </a:lnTo>
                  <a:lnTo>
                    <a:pt x="5210782" y="377636"/>
                  </a:lnTo>
                  <a:lnTo>
                    <a:pt x="5212899" y="375913"/>
                  </a:lnTo>
                  <a:lnTo>
                    <a:pt x="5216075" y="375483"/>
                  </a:lnTo>
                  <a:lnTo>
                    <a:pt x="5217133" y="374191"/>
                  </a:lnTo>
                  <a:lnTo>
                    <a:pt x="5217251" y="374191"/>
                  </a:lnTo>
                  <a:lnTo>
                    <a:pt x="5218427" y="374191"/>
                  </a:lnTo>
                  <a:lnTo>
                    <a:pt x="5222073" y="372899"/>
                  </a:lnTo>
                  <a:lnTo>
                    <a:pt x="5223719" y="372038"/>
                  </a:lnTo>
                  <a:lnTo>
                    <a:pt x="5225484" y="370746"/>
                  </a:lnTo>
                  <a:lnTo>
                    <a:pt x="5228424" y="369885"/>
                  </a:lnTo>
                  <a:lnTo>
                    <a:pt x="5230659" y="369454"/>
                  </a:lnTo>
                  <a:lnTo>
                    <a:pt x="5230894" y="369454"/>
                  </a:lnTo>
                  <a:lnTo>
                    <a:pt x="5233011" y="369024"/>
                  </a:lnTo>
                  <a:lnTo>
                    <a:pt x="5233246" y="368593"/>
                  </a:lnTo>
                  <a:lnTo>
                    <a:pt x="5239833" y="366440"/>
                  </a:lnTo>
                  <a:lnTo>
                    <a:pt x="5240538" y="365579"/>
                  </a:lnTo>
                  <a:lnTo>
                    <a:pt x="5240891" y="365579"/>
                  </a:lnTo>
                  <a:lnTo>
                    <a:pt x="5244067" y="362995"/>
                  </a:lnTo>
                  <a:lnTo>
                    <a:pt x="5244890" y="362565"/>
                  </a:lnTo>
                  <a:lnTo>
                    <a:pt x="5247125" y="361273"/>
                  </a:lnTo>
                  <a:lnTo>
                    <a:pt x="5247478" y="361273"/>
                  </a:lnTo>
                  <a:lnTo>
                    <a:pt x="5247713" y="360842"/>
                  </a:lnTo>
                  <a:lnTo>
                    <a:pt x="5249124" y="359551"/>
                  </a:lnTo>
                  <a:lnTo>
                    <a:pt x="5253241" y="359120"/>
                  </a:lnTo>
                  <a:lnTo>
                    <a:pt x="5253476" y="359120"/>
                  </a:lnTo>
                  <a:lnTo>
                    <a:pt x="5255711" y="357828"/>
                  </a:lnTo>
                  <a:lnTo>
                    <a:pt x="5258416" y="357398"/>
                  </a:lnTo>
                  <a:lnTo>
                    <a:pt x="5261121" y="356106"/>
                  </a:lnTo>
                  <a:lnTo>
                    <a:pt x="5262650" y="355675"/>
                  </a:lnTo>
                  <a:lnTo>
                    <a:pt x="5262767" y="355245"/>
                  </a:lnTo>
                  <a:lnTo>
                    <a:pt x="5265120" y="353522"/>
                  </a:lnTo>
                  <a:lnTo>
                    <a:pt x="5267119" y="351800"/>
                  </a:lnTo>
                  <a:lnTo>
                    <a:pt x="5269001" y="350508"/>
                  </a:lnTo>
                  <a:lnTo>
                    <a:pt x="5269119" y="349647"/>
                  </a:lnTo>
                  <a:lnTo>
                    <a:pt x="5269824" y="349216"/>
                  </a:lnTo>
                  <a:lnTo>
                    <a:pt x="5269824" y="348786"/>
                  </a:lnTo>
                  <a:lnTo>
                    <a:pt x="5270177" y="347924"/>
                  </a:lnTo>
                  <a:lnTo>
                    <a:pt x="5274999" y="345771"/>
                  </a:lnTo>
                  <a:lnTo>
                    <a:pt x="5274999" y="345341"/>
                  </a:lnTo>
                  <a:lnTo>
                    <a:pt x="5276528" y="344910"/>
                  </a:lnTo>
                  <a:lnTo>
                    <a:pt x="5282644" y="343618"/>
                  </a:lnTo>
                  <a:lnTo>
                    <a:pt x="5285702" y="341896"/>
                  </a:lnTo>
                  <a:lnTo>
                    <a:pt x="5286290" y="341896"/>
                  </a:lnTo>
                  <a:lnTo>
                    <a:pt x="5290642" y="339312"/>
                  </a:lnTo>
                  <a:lnTo>
                    <a:pt x="5290760" y="339312"/>
                  </a:lnTo>
                  <a:lnTo>
                    <a:pt x="5291112" y="338882"/>
                  </a:lnTo>
                  <a:lnTo>
                    <a:pt x="5292994" y="338451"/>
                  </a:lnTo>
                  <a:lnTo>
                    <a:pt x="5296405" y="336729"/>
                  </a:lnTo>
                  <a:lnTo>
                    <a:pt x="5297111" y="336729"/>
                  </a:lnTo>
                  <a:lnTo>
                    <a:pt x="5299698" y="335868"/>
                  </a:lnTo>
                  <a:lnTo>
                    <a:pt x="5300169" y="335006"/>
                  </a:lnTo>
                  <a:lnTo>
                    <a:pt x="5302521" y="334145"/>
                  </a:lnTo>
                  <a:lnTo>
                    <a:pt x="5302756" y="334145"/>
                  </a:lnTo>
                  <a:lnTo>
                    <a:pt x="5302991" y="332853"/>
                  </a:lnTo>
                  <a:lnTo>
                    <a:pt x="5303109" y="332853"/>
                  </a:lnTo>
                  <a:lnTo>
                    <a:pt x="5304873" y="332423"/>
                  </a:lnTo>
                  <a:lnTo>
                    <a:pt x="5307696" y="332423"/>
                  </a:lnTo>
                  <a:lnTo>
                    <a:pt x="5311107" y="331562"/>
                  </a:lnTo>
                  <a:lnTo>
                    <a:pt x="5312636" y="330700"/>
                  </a:lnTo>
                  <a:lnTo>
                    <a:pt x="5314988" y="329839"/>
                  </a:lnTo>
                  <a:lnTo>
                    <a:pt x="5316164" y="328978"/>
                  </a:lnTo>
                  <a:lnTo>
                    <a:pt x="5316282" y="328978"/>
                  </a:lnTo>
                  <a:lnTo>
                    <a:pt x="5316752" y="328547"/>
                  </a:lnTo>
                  <a:lnTo>
                    <a:pt x="5316870" y="328117"/>
                  </a:lnTo>
                  <a:lnTo>
                    <a:pt x="5319222" y="328117"/>
                  </a:lnTo>
                  <a:lnTo>
                    <a:pt x="5319340" y="328117"/>
                  </a:lnTo>
                  <a:lnTo>
                    <a:pt x="5321927" y="327686"/>
                  </a:lnTo>
                  <a:lnTo>
                    <a:pt x="5322045" y="327686"/>
                  </a:lnTo>
                  <a:lnTo>
                    <a:pt x="5325573" y="326825"/>
                  </a:lnTo>
                  <a:lnTo>
                    <a:pt x="5327808" y="325964"/>
                  </a:lnTo>
                  <a:lnTo>
                    <a:pt x="5329808" y="324672"/>
                  </a:lnTo>
                  <a:lnTo>
                    <a:pt x="5332042" y="322950"/>
                  </a:lnTo>
                  <a:lnTo>
                    <a:pt x="5333101" y="322519"/>
                  </a:lnTo>
                  <a:lnTo>
                    <a:pt x="5333806" y="322088"/>
                  </a:lnTo>
                  <a:lnTo>
                    <a:pt x="5337923" y="320366"/>
                  </a:lnTo>
                  <a:lnTo>
                    <a:pt x="5338041" y="320366"/>
                  </a:lnTo>
                  <a:lnTo>
                    <a:pt x="5338041" y="319935"/>
                  </a:lnTo>
                  <a:lnTo>
                    <a:pt x="5343921" y="315199"/>
                  </a:lnTo>
                  <a:lnTo>
                    <a:pt x="5346274" y="313907"/>
                  </a:lnTo>
                  <a:lnTo>
                    <a:pt x="5348508" y="313476"/>
                  </a:lnTo>
                  <a:lnTo>
                    <a:pt x="5349567" y="313476"/>
                  </a:lnTo>
                  <a:lnTo>
                    <a:pt x="5351566" y="311323"/>
                  </a:lnTo>
                  <a:lnTo>
                    <a:pt x="5351684" y="311323"/>
                  </a:lnTo>
                  <a:lnTo>
                    <a:pt x="5352037" y="311323"/>
                  </a:lnTo>
                  <a:lnTo>
                    <a:pt x="5352742" y="310893"/>
                  </a:lnTo>
                  <a:lnTo>
                    <a:pt x="5353213" y="310032"/>
                  </a:lnTo>
                  <a:lnTo>
                    <a:pt x="5355330" y="308309"/>
                  </a:lnTo>
                  <a:lnTo>
                    <a:pt x="5355683" y="308309"/>
                  </a:lnTo>
                  <a:lnTo>
                    <a:pt x="5358035" y="308309"/>
                  </a:lnTo>
                  <a:lnTo>
                    <a:pt x="5358623" y="307879"/>
                  </a:lnTo>
                  <a:lnTo>
                    <a:pt x="5361446" y="307448"/>
                  </a:lnTo>
                  <a:lnTo>
                    <a:pt x="5364621" y="305726"/>
                  </a:lnTo>
                  <a:lnTo>
                    <a:pt x="5364739" y="305295"/>
                  </a:lnTo>
                  <a:lnTo>
                    <a:pt x="5365562" y="304864"/>
                  </a:lnTo>
                  <a:lnTo>
                    <a:pt x="5366268" y="304864"/>
                  </a:lnTo>
                  <a:lnTo>
                    <a:pt x="5366621" y="304434"/>
                  </a:lnTo>
                  <a:lnTo>
                    <a:pt x="5368738" y="304434"/>
                  </a:lnTo>
                  <a:lnTo>
                    <a:pt x="5369444" y="304003"/>
                  </a:lnTo>
                  <a:lnTo>
                    <a:pt x="5370384" y="302281"/>
                  </a:lnTo>
                  <a:lnTo>
                    <a:pt x="5375324" y="301420"/>
                  </a:lnTo>
                  <a:lnTo>
                    <a:pt x="5375442" y="300558"/>
                  </a:lnTo>
                  <a:lnTo>
                    <a:pt x="5376030" y="300558"/>
                  </a:lnTo>
                  <a:lnTo>
                    <a:pt x="5381323" y="300128"/>
                  </a:lnTo>
                  <a:lnTo>
                    <a:pt x="5381793" y="299267"/>
                  </a:lnTo>
                  <a:lnTo>
                    <a:pt x="5383557" y="297975"/>
                  </a:lnTo>
                  <a:lnTo>
                    <a:pt x="5383675" y="297975"/>
                  </a:lnTo>
                  <a:lnTo>
                    <a:pt x="5385204" y="295822"/>
                  </a:lnTo>
                  <a:lnTo>
                    <a:pt x="5387674" y="294530"/>
                  </a:lnTo>
                  <a:lnTo>
                    <a:pt x="5390026" y="290655"/>
                  </a:lnTo>
                  <a:lnTo>
                    <a:pt x="5392378" y="290655"/>
                  </a:lnTo>
                  <a:lnTo>
                    <a:pt x="5396260" y="288071"/>
                  </a:lnTo>
                  <a:lnTo>
                    <a:pt x="5396495" y="288071"/>
                  </a:lnTo>
                  <a:lnTo>
                    <a:pt x="5396612" y="287640"/>
                  </a:lnTo>
                  <a:lnTo>
                    <a:pt x="5399318" y="287210"/>
                  </a:lnTo>
                  <a:lnTo>
                    <a:pt x="5399670" y="287210"/>
                  </a:lnTo>
                  <a:lnTo>
                    <a:pt x="5400376" y="286349"/>
                  </a:lnTo>
                  <a:lnTo>
                    <a:pt x="5403787" y="285487"/>
                  </a:lnTo>
                  <a:lnTo>
                    <a:pt x="5406139" y="284626"/>
                  </a:lnTo>
                  <a:lnTo>
                    <a:pt x="5406610" y="284626"/>
                  </a:lnTo>
                  <a:lnTo>
                    <a:pt x="5409550" y="283765"/>
                  </a:lnTo>
                  <a:lnTo>
                    <a:pt x="5410491" y="283765"/>
                  </a:lnTo>
                  <a:lnTo>
                    <a:pt x="5411197" y="283334"/>
                  </a:lnTo>
                  <a:lnTo>
                    <a:pt x="5412843" y="282473"/>
                  </a:lnTo>
                  <a:lnTo>
                    <a:pt x="5414255" y="282473"/>
                  </a:lnTo>
                  <a:lnTo>
                    <a:pt x="5414490" y="281612"/>
                  </a:lnTo>
                  <a:lnTo>
                    <a:pt x="5415431" y="280320"/>
                  </a:lnTo>
                  <a:lnTo>
                    <a:pt x="5415784" y="279890"/>
                  </a:lnTo>
                  <a:lnTo>
                    <a:pt x="5416960" y="279028"/>
                  </a:lnTo>
                  <a:lnTo>
                    <a:pt x="5420135" y="277306"/>
                  </a:lnTo>
                  <a:lnTo>
                    <a:pt x="5424252" y="274722"/>
                  </a:lnTo>
                  <a:lnTo>
                    <a:pt x="5426839" y="274292"/>
                  </a:lnTo>
                  <a:lnTo>
                    <a:pt x="5427192" y="273861"/>
                  </a:lnTo>
                  <a:lnTo>
                    <a:pt x="5428368" y="273861"/>
                  </a:lnTo>
                  <a:lnTo>
                    <a:pt x="5430485" y="272569"/>
                  </a:lnTo>
                  <a:lnTo>
                    <a:pt x="5430721" y="272569"/>
                  </a:lnTo>
                  <a:lnTo>
                    <a:pt x="5430838" y="272569"/>
                  </a:lnTo>
                  <a:lnTo>
                    <a:pt x="5431073" y="272139"/>
                  </a:lnTo>
                  <a:lnTo>
                    <a:pt x="5433073" y="272139"/>
                  </a:lnTo>
                  <a:lnTo>
                    <a:pt x="5434014" y="270847"/>
                  </a:lnTo>
                  <a:lnTo>
                    <a:pt x="5439071" y="267833"/>
                  </a:lnTo>
                  <a:lnTo>
                    <a:pt x="5442717" y="265680"/>
                  </a:lnTo>
                  <a:lnTo>
                    <a:pt x="5443188" y="265680"/>
                  </a:lnTo>
                  <a:lnTo>
                    <a:pt x="5444834" y="264388"/>
                  </a:lnTo>
                  <a:lnTo>
                    <a:pt x="5446598" y="263527"/>
                  </a:lnTo>
                  <a:lnTo>
                    <a:pt x="5447069" y="263527"/>
                  </a:lnTo>
                  <a:lnTo>
                    <a:pt x="5447187" y="263527"/>
                  </a:lnTo>
                  <a:lnTo>
                    <a:pt x="5448127" y="262666"/>
                  </a:lnTo>
                  <a:lnTo>
                    <a:pt x="5450362" y="262666"/>
                  </a:lnTo>
                  <a:lnTo>
                    <a:pt x="5454243" y="260943"/>
                  </a:lnTo>
                  <a:lnTo>
                    <a:pt x="5455420" y="260082"/>
                  </a:lnTo>
                  <a:lnTo>
                    <a:pt x="5457301" y="259651"/>
                  </a:lnTo>
                  <a:lnTo>
                    <a:pt x="5458595" y="257498"/>
                  </a:lnTo>
                  <a:lnTo>
                    <a:pt x="5459066" y="257498"/>
                  </a:lnTo>
                  <a:lnTo>
                    <a:pt x="5459889" y="256207"/>
                  </a:lnTo>
                  <a:lnTo>
                    <a:pt x="5460830" y="255776"/>
                  </a:lnTo>
                  <a:lnTo>
                    <a:pt x="5461418" y="254915"/>
                  </a:lnTo>
                  <a:lnTo>
                    <a:pt x="5464123" y="254054"/>
                  </a:lnTo>
                  <a:lnTo>
                    <a:pt x="5465182" y="253192"/>
                  </a:lnTo>
                  <a:lnTo>
                    <a:pt x="5465417" y="253192"/>
                  </a:lnTo>
                  <a:lnTo>
                    <a:pt x="5472474" y="250609"/>
                  </a:lnTo>
                  <a:lnTo>
                    <a:pt x="5472826" y="250609"/>
                  </a:lnTo>
                  <a:lnTo>
                    <a:pt x="5473767" y="250609"/>
                  </a:lnTo>
                  <a:lnTo>
                    <a:pt x="5473885" y="250609"/>
                  </a:lnTo>
                  <a:lnTo>
                    <a:pt x="5473885" y="249748"/>
                  </a:lnTo>
                  <a:lnTo>
                    <a:pt x="5474120" y="249317"/>
                  </a:lnTo>
                  <a:lnTo>
                    <a:pt x="5474355" y="249317"/>
                  </a:lnTo>
                  <a:lnTo>
                    <a:pt x="5477649" y="248025"/>
                  </a:lnTo>
                  <a:lnTo>
                    <a:pt x="5480589" y="246733"/>
                  </a:lnTo>
                  <a:lnTo>
                    <a:pt x="5482588" y="246303"/>
                  </a:lnTo>
                  <a:lnTo>
                    <a:pt x="5482824" y="245872"/>
                  </a:lnTo>
                  <a:lnTo>
                    <a:pt x="5485411" y="244580"/>
                  </a:lnTo>
                  <a:lnTo>
                    <a:pt x="5486940" y="244580"/>
                  </a:lnTo>
                  <a:lnTo>
                    <a:pt x="5487528" y="244580"/>
                  </a:lnTo>
                  <a:lnTo>
                    <a:pt x="5488940" y="243289"/>
                  </a:lnTo>
                  <a:lnTo>
                    <a:pt x="5489292" y="243289"/>
                  </a:lnTo>
                  <a:lnTo>
                    <a:pt x="5492115" y="241997"/>
                  </a:lnTo>
                  <a:lnTo>
                    <a:pt x="5495291" y="241566"/>
                  </a:lnTo>
                  <a:lnTo>
                    <a:pt x="5497173" y="238983"/>
                  </a:lnTo>
                  <a:lnTo>
                    <a:pt x="5498349" y="238552"/>
                  </a:lnTo>
                  <a:lnTo>
                    <a:pt x="5500701" y="238121"/>
                  </a:lnTo>
                  <a:lnTo>
                    <a:pt x="5501289" y="238121"/>
                  </a:lnTo>
                  <a:lnTo>
                    <a:pt x="5501289" y="237691"/>
                  </a:lnTo>
                  <a:lnTo>
                    <a:pt x="5501407" y="237691"/>
                  </a:lnTo>
                  <a:lnTo>
                    <a:pt x="5503877" y="235107"/>
                  </a:lnTo>
                  <a:lnTo>
                    <a:pt x="5504112" y="235107"/>
                  </a:lnTo>
                  <a:lnTo>
                    <a:pt x="5505758" y="235107"/>
                  </a:lnTo>
                  <a:lnTo>
                    <a:pt x="5508464" y="232524"/>
                  </a:lnTo>
                  <a:lnTo>
                    <a:pt x="5508699" y="232524"/>
                  </a:lnTo>
                  <a:lnTo>
                    <a:pt x="5511992" y="232093"/>
                  </a:lnTo>
                  <a:lnTo>
                    <a:pt x="5515756" y="232093"/>
                  </a:lnTo>
                  <a:lnTo>
                    <a:pt x="5516697" y="232093"/>
                  </a:lnTo>
                  <a:lnTo>
                    <a:pt x="5517520" y="232093"/>
                  </a:lnTo>
                  <a:lnTo>
                    <a:pt x="5517638" y="232093"/>
                  </a:lnTo>
                  <a:lnTo>
                    <a:pt x="5518226" y="231662"/>
                  </a:lnTo>
                  <a:lnTo>
                    <a:pt x="5519049" y="231662"/>
                  </a:lnTo>
                  <a:lnTo>
                    <a:pt x="5521989" y="230801"/>
                  </a:lnTo>
                  <a:lnTo>
                    <a:pt x="5522224" y="230801"/>
                  </a:lnTo>
                  <a:lnTo>
                    <a:pt x="5523401" y="229940"/>
                  </a:lnTo>
                  <a:lnTo>
                    <a:pt x="5525871" y="229509"/>
                  </a:lnTo>
                  <a:lnTo>
                    <a:pt x="5528576" y="229509"/>
                  </a:lnTo>
                  <a:lnTo>
                    <a:pt x="5528693" y="229079"/>
                  </a:lnTo>
                  <a:lnTo>
                    <a:pt x="5530105" y="228648"/>
                  </a:lnTo>
                  <a:lnTo>
                    <a:pt x="5533515" y="227787"/>
                  </a:lnTo>
                  <a:lnTo>
                    <a:pt x="5533515" y="226926"/>
                  </a:lnTo>
                  <a:lnTo>
                    <a:pt x="5536456" y="226926"/>
                  </a:lnTo>
                  <a:lnTo>
                    <a:pt x="5538102" y="226926"/>
                  </a:lnTo>
                  <a:lnTo>
                    <a:pt x="5539279" y="226926"/>
                  </a:lnTo>
                  <a:lnTo>
                    <a:pt x="5541278" y="226926"/>
                  </a:lnTo>
                  <a:lnTo>
                    <a:pt x="5542454" y="226065"/>
                  </a:lnTo>
                  <a:lnTo>
                    <a:pt x="5544806" y="225634"/>
                  </a:lnTo>
                  <a:lnTo>
                    <a:pt x="5544924" y="225634"/>
                  </a:lnTo>
                  <a:lnTo>
                    <a:pt x="5546688" y="225203"/>
                  </a:lnTo>
                  <a:lnTo>
                    <a:pt x="5547041" y="225203"/>
                  </a:lnTo>
                  <a:lnTo>
                    <a:pt x="5548688" y="225203"/>
                  </a:lnTo>
                  <a:lnTo>
                    <a:pt x="5548805" y="225203"/>
                  </a:lnTo>
                  <a:lnTo>
                    <a:pt x="5551628" y="223912"/>
                  </a:lnTo>
                  <a:lnTo>
                    <a:pt x="5551746" y="223912"/>
                  </a:lnTo>
                  <a:lnTo>
                    <a:pt x="5555745" y="223050"/>
                  </a:lnTo>
                  <a:lnTo>
                    <a:pt x="5555980" y="223050"/>
                  </a:lnTo>
                  <a:lnTo>
                    <a:pt x="5559979" y="221759"/>
                  </a:lnTo>
                  <a:lnTo>
                    <a:pt x="5559979" y="221328"/>
                  </a:lnTo>
                  <a:lnTo>
                    <a:pt x="5561625" y="220897"/>
                  </a:lnTo>
                  <a:lnTo>
                    <a:pt x="5562801" y="218744"/>
                  </a:lnTo>
                  <a:lnTo>
                    <a:pt x="5563860" y="218744"/>
                  </a:lnTo>
                  <a:lnTo>
                    <a:pt x="5567271" y="216161"/>
                  </a:lnTo>
                  <a:lnTo>
                    <a:pt x="5567388" y="215730"/>
                  </a:lnTo>
                  <a:lnTo>
                    <a:pt x="5569976" y="213577"/>
                  </a:lnTo>
                  <a:lnTo>
                    <a:pt x="5572093" y="212716"/>
                  </a:lnTo>
                  <a:lnTo>
                    <a:pt x="5574916" y="210563"/>
                  </a:lnTo>
                  <a:lnTo>
                    <a:pt x="5575268" y="210563"/>
                  </a:lnTo>
                  <a:lnTo>
                    <a:pt x="5575386" y="210563"/>
                  </a:lnTo>
                  <a:lnTo>
                    <a:pt x="5577974" y="210132"/>
                  </a:lnTo>
                  <a:lnTo>
                    <a:pt x="5578326" y="210132"/>
                  </a:lnTo>
                  <a:lnTo>
                    <a:pt x="5578562" y="210132"/>
                  </a:lnTo>
                  <a:lnTo>
                    <a:pt x="5580679" y="208841"/>
                  </a:lnTo>
                  <a:lnTo>
                    <a:pt x="5580914" y="208841"/>
                  </a:lnTo>
                  <a:lnTo>
                    <a:pt x="5582796" y="208841"/>
                  </a:lnTo>
                  <a:lnTo>
                    <a:pt x="5583031" y="208841"/>
                  </a:lnTo>
                  <a:lnTo>
                    <a:pt x="5585619" y="207979"/>
                  </a:lnTo>
                  <a:lnTo>
                    <a:pt x="5586795" y="206257"/>
                  </a:lnTo>
                  <a:lnTo>
                    <a:pt x="5590558" y="205396"/>
                  </a:lnTo>
                  <a:lnTo>
                    <a:pt x="5593616" y="204965"/>
                  </a:lnTo>
                  <a:lnTo>
                    <a:pt x="5596674" y="203673"/>
                  </a:lnTo>
                  <a:lnTo>
                    <a:pt x="5599027" y="202812"/>
                  </a:lnTo>
                  <a:lnTo>
                    <a:pt x="5602202" y="200659"/>
                  </a:lnTo>
                  <a:lnTo>
                    <a:pt x="5604437" y="200659"/>
                  </a:lnTo>
                  <a:lnTo>
                    <a:pt x="5604790" y="200229"/>
                  </a:lnTo>
                  <a:lnTo>
                    <a:pt x="5604907" y="200229"/>
                  </a:lnTo>
                  <a:lnTo>
                    <a:pt x="5607377" y="198937"/>
                  </a:lnTo>
                  <a:lnTo>
                    <a:pt x="5609729" y="198506"/>
                  </a:lnTo>
                  <a:lnTo>
                    <a:pt x="5609965" y="198506"/>
                  </a:lnTo>
                  <a:lnTo>
                    <a:pt x="5610200" y="198076"/>
                  </a:lnTo>
                  <a:lnTo>
                    <a:pt x="5612435" y="197645"/>
                  </a:lnTo>
                  <a:lnTo>
                    <a:pt x="5613611" y="197645"/>
                  </a:lnTo>
                  <a:lnTo>
                    <a:pt x="5617257" y="195492"/>
                  </a:lnTo>
                  <a:lnTo>
                    <a:pt x="5619256" y="195492"/>
                  </a:lnTo>
                  <a:lnTo>
                    <a:pt x="5619727" y="195061"/>
                  </a:lnTo>
                  <a:lnTo>
                    <a:pt x="5619962" y="195061"/>
                  </a:lnTo>
                  <a:lnTo>
                    <a:pt x="5622197" y="194631"/>
                  </a:lnTo>
                  <a:lnTo>
                    <a:pt x="5623138" y="194200"/>
                  </a:lnTo>
                  <a:lnTo>
                    <a:pt x="5623255" y="193770"/>
                  </a:lnTo>
                  <a:lnTo>
                    <a:pt x="5625725" y="193339"/>
                  </a:lnTo>
                  <a:lnTo>
                    <a:pt x="5626431" y="192908"/>
                  </a:lnTo>
                  <a:lnTo>
                    <a:pt x="5628783" y="191186"/>
                  </a:lnTo>
                  <a:lnTo>
                    <a:pt x="5629724" y="190325"/>
                  </a:lnTo>
                  <a:lnTo>
                    <a:pt x="5631488" y="190325"/>
                  </a:lnTo>
                  <a:lnTo>
                    <a:pt x="5634076" y="190325"/>
                  </a:lnTo>
                  <a:lnTo>
                    <a:pt x="5634781" y="190325"/>
                  </a:lnTo>
                  <a:lnTo>
                    <a:pt x="5635017" y="190325"/>
                  </a:lnTo>
                  <a:lnTo>
                    <a:pt x="5640074" y="189033"/>
                  </a:lnTo>
                  <a:lnTo>
                    <a:pt x="5642073" y="187741"/>
                  </a:lnTo>
                  <a:lnTo>
                    <a:pt x="5645602" y="187311"/>
                  </a:lnTo>
                  <a:lnTo>
                    <a:pt x="5645719" y="187311"/>
                  </a:lnTo>
                  <a:lnTo>
                    <a:pt x="5648777" y="186449"/>
                  </a:lnTo>
                  <a:lnTo>
                    <a:pt x="5648895" y="186449"/>
                  </a:lnTo>
                  <a:lnTo>
                    <a:pt x="5649013" y="186449"/>
                  </a:lnTo>
                  <a:lnTo>
                    <a:pt x="5649130" y="186449"/>
                  </a:lnTo>
                  <a:lnTo>
                    <a:pt x="5653247" y="183866"/>
                  </a:lnTo>
                  <a:lnTo>
                    <a:pt x="5656187" y="182574"/>
                  </a:lnTo>
                  <a:lnTo>
                    <a:pt x="5657951" y="182143"/>
                  </a:lnTo>
                  <a:lnTo>
                    <a:pt x="5661127" y="181713"/>
                  </a:lnTo>
                  <a:lnTo>
                    <a:pt x="5661245" y="181282"/>
                  </a:lnTo>
                  <a:lnTo>
                    <a:pt x="5661950" y="181282"/>
                  </a:lnTo>
                  <a:lnTo>
                    <a:pt x="5663126" y="180852"/>
                  </a:lnTo>
                  <a:lnTo>
                    <a:pt x="5663714" y="180421"/>
                  </a:lnTo>
                  <a:lnTo>
                    <a:pt x="5664302" y="180421"/>
                  </a:lnTo>
                  <a:lnTo>
                    <a:pt x="5666772" y="179990"/>
                  </a:lnTo>
                  <a:lnTo>
                    <a:pt x="5669125" y="179990"/>
                  </a:lnTo>
                  <a:lnTo>
                    <a:pt x="5669478" y="179560"/>
                  </a:lnTo>
                  <a:lnTo>
                    <a:pt x="5672065" y="179560"/>
                  </a:lnTo>
                  <a:lnTo>
                    <a:pt x="5673594" y="179129"/>
                  </a:lnTo>
                  <a:lnTo>
                    <a:pt x="5674417" y="178699"/>
                  </a:lnTo>
                  <a:lnTo>
                    <a:pt x="5675005" y="178699"/>
                  </a:lnTo>
                  <a:lnTo>
                    <a:pt x="5675476" y="178699"/>
                  </a:lnTo>
                  <a:lnTo>
                    <a:pt x="5675593" y="178699"/>
                  </a:lnTo>
                  <a:lnTo>
                    <a:pt x="5679240" y="177837"/>
                  </a:lnTo>
                  <a:lnTo>
                    <a:pt x="5683121" y="176546"/>
                  </a:lnTo>
                  <a:lnTo>
                    <a:pt x="5684062" y="176546"/>
                  </a:lnTo>
                  <a:lnTo>
                    <a:pt x="5686296" y="176115"/>
                  </a:lnTo>
                  <a:lnTo>
                    <a:pt x="5687708" y="174393"/>
                  </a:lnTo>
                  <a:lnTo>
                    <a:pt x="5690883" y="173101"/>
                  </a:lnTo>
                  <a:lnTo>
                    <a:pt x="5691707" y="173101"/>
                  </a:lnTo>
                  <a:lnTo>
                    <a:pt x="5691707" y="172670"/>
                  </a:lnTo>
                  <a:lnTo>
                    <a:pt x="5695117" y="171378"/>
                  </a:lnTo>
                  <a:lnTo>
                    <a:pt x="5695235" y="171378"/>
                  </a:lnTo>
                  <a:lnTo>
                    <a:pt x="5695353" y="170948"/>
                  </a:lnTo>
                  <a:lnTo>
                    <a:pt x="5697940" y="170948"/>
                  </a:lnTo>
                  <a:lnTo>
                    <a:pt x="5702880" y="167072"/>
                  </a:lnTo>
                  <a:lnTo>
                    <a:pt x="5704056" y="167072"/>
                  </a:lnTo>
                  <a:lnTo>
                    <a:pt x="5704174" y="167072"/>
                  </a:lnTo>
                  <a:lnTo>
                    <a:pt x="5706408" y="165350"/>
                  </a:lnTo>
                  <a:lnTo>
                    <a:pt x="5707937" y="165350"/>
                  </a:lnTo>
                  <a:lnTo>
                    <a:pt x="5710407" y="164919"/>
                  </a:lnTo>
                  <a:lnTo>
                    <a:pt x="5711348" y="164058"/>
                  </a:lnTo>
                  <a:lnTo>
                    <a:pt x="5713936" y="163628"/>
                  </a:lnTo>
                  <a:lnTo>
                    <a:pt x="5715935" y="161044"/>
                  </a:lnTo>
                  <a:lnTo>
                    <a:pt x="5716053" y="161044"/>
                  </a:lnTo>
                  <a:lnTo>
                    <a:pt x="5716170" y="159322"/>
                  </a:lnTo>
                  <a:lnTo>
                    <a:pt x="5716288" y="159322"/>
                  </a:lnTo>
                  <a:lnTo>
                    <a:pt x="5719464" y="158891"/>
                  </a:lnTo>
                  <a:lnTo>
                    <a:pt x="5719699" y="158460"/>
                  </a:lnTo>
                  <a:lnTo>
                    <a:pt x="5719934" y="158460"/>
                  </a:lnTo>
                  <a:lnTo>
                    <a:pt x="5720405" y="158460"/>
                  </a:lnTo>
                  <a:lnTo>
                    <a:pt x="5723698" y="158030"/>
                  </a:lnTo>
                  <a:lnTo>
                    <a:pt x="5727697" y="157169"/>
                  </a:lnTo>
                  <a:lnTo>
                    <a:pt x="5727697" y="155877"/>
                  </a:lnTo>
                  <a:lnTo>
                    <a:pt x="5731343" y="155446"/>
                  </a:lnTo>
                  <a:lnTo>
                    <a:pt x="5731460" y="155016"/>
                  </a:lnTo>
                  <a:lnTo>
                    <a:pt x="5731695" y="154154"/>
                  </a:lnTo>
                  <a:lnTo>
                    <a:pt x="5731931" y="154154"/>
                  </a:lnTo>
                  <a:lnTo>
                    <a:pt x="5734753" y="152863"/>
                  </a:lnTo>
                  <a:lnTo>
                    <a:pt x="5736400" y="152863"/>
                  </a:lnTo>
                  <a:lnTo>
                    <a:pt x="5738164" y="152001"/>
                  </a:lnTo>
                  <a:lnTo>
                    <a:pt x="5740987" y="151571"/>
                  </a:lnTo>
                  <a:lnTo>
                    <a:pt x="5741693" y="151571"/>
                  </a:lnTo>
                  <a:lnTo>
                    <a:pt x="5744751" y="149848"/>
                  </a:lnTo>
                  <a:lnTo>
                    <a:pt x="5747456" y="149418"/>
                  </a:lnTo>
                  <a:lnTo>
                    <a:pt x="5747926" y="148987"/>
                  </a:lnTo>
                  <a:lnTo>
                    <a:pt x="5749220" y="148557"/>
                  </a:lnTo>
                  <a:lnTo>
                    <a:pt x="5750984" y="147695"/>
                  </a:lnTo>
                  <a:lnTo>
                    <a:pt x="5754865" y="146834"/>
                  </a:lnTo>
                  <a:lnTo>
                    <a:pt x="5754983" y="146834"/>
                  </a:lnTo>
                  <a:lnTo>
                    <a:pt x="5755336" y="146834"/>
                  </a:lnTo>
                  <a:lnTo>
                    <a:pt x="5756512" y="146834"/>
                  </a:lnTo>
                  <a:lnTo>
                    <a:pt x="5757806" y="145542"/>
                  </a:lnTo>
                  <a:lnTo>
                    <a:pt x="5759100" y="145542"/>
                  </a:lnTo>
                  <a:lnTo>
                    <a:pt x="5761099" y="145112"/>
                  </a:lnTo>
                  <a:lnTo>
                    <a:pt x="5763216" y="143820"/>
                  </a:lnTo>
                  <a:lnTo>
                    <a:pt x="5763451" y="143820"/>
                  </a:lnTo>
                  <a:lnTo>
                    <a:pt x="5765921" y="143820"/>
                  </a:lnTo>
                  <a:lnTo>
                    <a:pt x="5768509" y="142959"/>
                  </a:lnTo>
                  <a:lnTo>
                    <a:pt x="5768862" y="142959"/>
                  </a:lnTo>
                  <a:lnTo>
                    <a:pt x="5770038" y="141667"/>
                  </a:lnTo>
                  <a:lnTo>
                    <a:pt x="5770391" y="141236"/>
                  </a:lnTo>
                  <a:lnTo>
                    <a:pt x="5773096" y="140806"/>
                  </a:lnTo>
                  <a:lnTo>
                    <a:pt x="5773213" y="140806"/>
                  </a:lnTo>
                  <a:lnTo>
                    <a:pt x="5775330" y="140375"/>
                  </a:lnTo>
                  <a:lnTo>
                    <a:pt x="5775918" y="140375"/>
                  </a:lnTo>
                  <a:lnTo>
                    <a:pt x="5776977" y="140375"/>
                  </a:lnTo>
                  <a:lnTo>
                    <a:pt x="5780035" y="139945"/>
                  </a:lnTo>
                  <a:lnTo>
                    <a:pt x="5781564" y="139083"/>
                  </a:lnTo>
                  <a:lnTo>
                    <a:pt x="5784151" y="137361"/>
                  </a:lnTo>
                  <a:lnTo>
                    <a:pt x="5786621" y="135639"/>
                  </a:lnTo>
                  <a:lnTo>
                    <a:pt x="5786974" y="135639"/>
                  </a:lnTo>
                  <a:lnTo>
                    <a:pt x="5786974" y="135208"/>
                  </a:lnTo>
                  <a:lnTo>
                    <a:pt x="5791326" y="133055"/>
                  </a:lnTo>
                  <a:lnTo>
                    <a:pt x="5792855" y="133055"/>
                  </a:lnTo>
                  <a:lnTo>
                    <a:pt x="5793208" y="133055"/>
                  </a:lnTo>
                  <a:lnTo>
                    <a:pt x="5793796" y="133055"/>
                  </a:lnTo>
                  <a:lnTo>
                    <a:pt x="5795560" y="131333"/>
                  </a:lnTo>
                  <a:lnTo>
                    <a:pt x="5795678" y="131333"/>
                  </a:lnTo>
                  <a:lnTo>
                    <a:pt x="5797207" y="131333"/>
                  </a:lnTo>
                  <a:lnTo>
                    <a:pt x="5798736" y="130471"/>
                  </a:lnTo>
                  <a:lnTo>
                    <a:pt x="5800617" y="130471"/>
                  </a:lnTo>
                  <a:lnTo>
                    <a:pt x="5805322" y="129180"/>
                  </a:lnTo>
                  <a:lnTo>
                    <a:pt x="5805557" y="129180"/>
                  </a:lnTo>
                  <a:lnTo>
                    <a:pt x="5806616" y="129180"/>
                  </a:lnTo>
                  <a:lnTo>
                    <a:pt x="5808968" y="128749"/>
                  </a:lnTo>
                  <a:lnTo>
                    <a:pt x="5809086" y="128749"/>
                  </a:lnTo>
                  <a:lnTo>
                    <a:pt x="5809439" y="128318"/>
                  </a:lnTo>
                  <a:lnTo>
                    <a:pt x="5809556" y="128318"/>
                  </a:lnTo>
                  <a:lnTo>
                    <a:pt x="5812496" y="128318"/>
                  </a:lnTo>
                  <a:lnTo>
                    <a:pt x="5814143" y="128318"/>
                  </a:lnTo>
                  <a:lnTo>
                    <a:pt x="5814966" y="128318"/>
                  </a:lnTo>
                  <a:lnTo>
                    <a:pt x="5815437" y="127457"/>
                  </a:lnTo>
                  <a:lnTo>
                    <a:pt x="5815554" y="127457"/>
                  </a:lnTo>
                  <a:lnTo>
                    <a:pt x="5817671" y="127027"/>
                  </a:lnTo>
                  <a:lnTo>
                    <a:pt x="5817789" y="126596"/>
                  </a:lnTo>
                  <a:lnTo>
                    <a:pt x="5817907" y="126596"/>
                  </a:lnTo>
                  <a:lnTo>
                    <a:pt x="5818260" y="126165"/>
                  </a:lnTo>
                  <a:lnTo>
                    <a:pt x="5821670" y="124874"/>
                  </a:lnTo>
                  <a:lnTo>
                    <a:pt x="5826022" y="123582"/>
                  </a:lnTo>
                  <a:lnTo>
                    <a:pt x="5827081" y="123151"/>
                  </a:lnTo>
                  <a:lnTo>
                    <a:pt x="5831432" y="122721"/>
                  </a:lnTo>
                  <a:lnTo>
                    <a:pt x="5831903" y="122721"/>
                  </a:lnTo>
                  <a:lnTo>
                    <a:pt x="5832138" y="122290"/>
                  </a:lnTo>
                  <a:lnTo>
                    <a:pt x="5834490" y="121429"/>
                  </a:lnTo>
                  <a:lnTo>
                    <a:pt x="5834490" y="120998"/>
                  </a:lnTo>
                  <a:lnTo>
                    <a:pt x="5836607" y="120568"/>
                  </a:lnTo>
                  <a:lnTo>
                    <a:pt x="5836725" y="120137"/>
                  </a:lnTo>
                  <a:lnTo>
                    <a:pt x="5837313" y="119276"/>
                  </a:lnTo>
                  <a:lnTo>
                    <a:pt x="5839077" y="118415"/>
                  </a:lnTo>
                  <a:lnTo>
                    <a:pt x="5839077" y="117984"/>
                  </a:lnTo>
                  <a:lnTo>
                    <a:pt x="5840489" y="117553"/>
                  </a:lnTo>
                  <a:lnTo>
                    <a:pt x="5841900" y="117553"/>
                  </a:lnTo>
                  <a:lnTo>
                    <a:pt x="5843076" y="117123"/>
                  </a:lnTo>
                  <a:lnTo>
                    <a:pt x="5846017" y="116692"/>
                  </a:lnTo>
                  <a:lnTo>
                    <a:pt x="5846722" y="116692"/>
                  </a:lnTo>
                  <a:lnTo>
                    <a:pt x="5847428" y="116692"/>
                  </a:lnTo>
                  <a:lnTo>
                    <a:pt x="5848722" y="116262"/>
                  </a:lnTo>
                  <a:lnTo>
                    <a:pt x="5850839" y="115831"/>
                  </a:lnTo>
                  <a:lnTo>
                    <a:pt x="5851192" y="115831"/>
                  </a:lnTo>
                  <a:lnTo>
                    <a:pt x="5852015" y="115400"/>
                  </a:lnTo>
                  <a:lnTo>
                    <a:pt x="5852015" y="114970"/>
                  </a:lnTo>
                  <a:lnTo>
                    <a:pt x="5854485" y="114539"/>
                  </a:lnTo>
                  <a:lnTo>
                    <a:pt x="5854602" y="114109"/>
                  </a:lnTo>
                  <a:lnTo>
                    <a:pt x="5856602" y="114109"/>
                  </a:lnTo>
                  <a:lnTo>
                    <a:pt x="5857072" y="114109"/>
                  </a:lnTo>
                  <a:lnTo>
                    <a:pt x="5857425" y="114109"/>
                  </a:lnTo>
                  <a:lnTo>
                    <a:pt x="5858601" y="113678"/>
                  </a:lnTo>
                  <a:lnTo>
                    <a:pt x="5860718" y="113678"/>
                  </a:lnTo>
                  <a:lnTo>
                    <a:pt x="5864482" y="111525"/>
                  </a:lnTo>
                  <a:lnTo>
                    <a:pt x="5867658" y="110233"/>
                  </a:lnTo>
                  <a:lnTo>
                    <a:pt x="5867775" y="110233"/>
                  </a:lnTo>
                  <a:lnTo>
                    <a:pt x="5867893" y="110233"/>
                  </a:lnTo>
                  <a:lnTo>
                    <a:pt x="5871068" y="109803"/>
                  </a:lnTo>
                  <a:lnTo>
                    <a:pt x="5872480" y="108941"/>
                  </a:lnTo>
                  <a:lnTo>
                    <a:pt x="5875773" y="107219"/>
                  </a:lnTo>
                  <a:lnTo>
                    <a:pt x="5876831" y="107219"/>
                  </a:lnTo>
                  <a:lnTo>
                    <a:pt x="5879066" y="105066"/>
                  </a:lnTo>
                  <a:lnTo>
                    <a:pt x="5880360" y="103774"/>
                  </a:lnTo>
                  <a:lnTo>
                    <a:pt x="5882595" y="102482"/>
                  </a:lnTo>
                  <a:lnTo>
                    <a:pt x="5884006" y="101621"/>
                  </a:lnTo>
                  <a:lnTo>
                    <a:pt x="5884712" y="100760"/>
                  </a:lnTo>
                  <a:lnTo>
                    <a:pt x="5887887" y="99468"/>
                  </a:lnTo>
                  <a:lnTo>
                    <a:pt x="5888122" y="99038"/>
                  </a:lnTo>
                  <a:lnTo>
                    <a:pt x="5890240" y="98607"/>
                  </a:lnTo>
                  <a:lnTo>
                    <a:pt x="5890475" y="98607"/>
                  </a:lnTo>
                  <a:lnTo>
                    <a:pt x="5891886" y="98176"/>
                  </a:lnTo>
                  <a:lnTo>
                    <a:pt x="5892827" y="97746"/>
                  </a:lnTo>
                  <a:lnTo>
                    <a:pt x="5894238" y="96885"/>
                  </a:lnTo>
                  <a:lnTo>
                    <a:pt x="5894356" y="96885"/>
                  </a:lnTo>
                  <a:lnTo>
                    <a:pt x="5894591" y="96885"/>
                  </a:lnTo>
                  <a:lnTo>
                    <a:pt x="5899061" y="94301"/>
                  </a:lnTo>
                  <a:lnTo>
                    <a:pt x="5902942" y="93440"/>
                  </a:lnTo>
                  <a:lnTo>
                    <a:pt x="5903648" y="93009"/>
                  </a:lnTo>
                  <a:lnTo>
                    <a:pt x="5905059" y="92579"/>
                  </a:lnTo>
                  <a:lnTo>
                    <a:pt x="5905177" y="92579"/>
                  </a:lnTo>
                  <a:lnTo>
                    <a:pt x="5908587" y="91287"/>
                  </a:lnTo>
                  <a:lnTo>
                    <a:pt x="5908705" y="91287"/>
                  </a:lnTo>
                  <a:lnTo>
                    <a:pt x="5908823" y="90856"/>
                  </a:lnTo>
                  <a:lnTo>
                    <a:pt x="5909058" y="90856"/>
                  </a:lnTo>
                  <a:lnTo>
                    <a:pt x="5911645" y="90856"/>
                  </a:lnTo>
                  <a:lnTo>
                    <a:pt x="5912233" y="90856"/>
                  </a:lnTo>
                  <a:lnTo>
                    <a:pt x="5913057" y="90856"/>
                  </a:lnTo>
                  <a:lnTo>
                    <a:pt x="5914115" y="90426"/>
                  </a:lnTo>
                  <a:lnTo>
                    <a:pt x="5917526" y="89995"/>
                  </a:lnTo>
                  <a:lnTo>
                    <a:pt x="5919761" y="88703"/>
                  </a:lnTo>
                  <a:lnTo>
                    <a:pt x="5921290" y="87411"/>
                  </a:lnTo>
                  <a:lnTo>
                    <a:pt x="5923289" y="86981"/>
                  </a:lnTo>
                  <a:lnTo>
                    <a:pt x="5923407" y="86981"/>
                  </a:lnTo>
                  <a:lnTo>
                    <a:pt x="5923524" y="86981"/>
                  </a:lnTo>
                  <a:lnTo>
                    <a:pt x="5924348" y="86981"/>
                  </a:lnTo>
                  <a:lnTo>
                    <a:pt x="5924936" y="86981"/>
                  </a:lnTo>
                  <a:lnTo>
                    <a:pt x="5929640" y="85258"/>
                  </a:lnTo>
                  <a:lnTo>
                    <a:pt x="5930699" y="84397"/>
                  </a:lnTo>
                  <a:lnTo>
                    <a:pt x="5930816" y="84397"/>
                  </a:lnTo>
                  <a:lnTo>
                    <a:pt x="5932581" y="84397"/>
                  </a:lnTo>
                  <a:lnTo>
                    <a:pt x="5932698" y="84397"/>
                  </a:lnTo>
                  <a:lnTo>
                    <a:pt x="5932816" y="84397"/>
                  </a:lnTo>
                  <a:lnTo>
                    <a:pt x="5934227" y="84397"/>
                  </a:lnTo>
                  <a:lnTo>
                    <a:pt x="5938814" y="83967"/>
                  </a:lnTo>
                  <a:lnTo>
                    <a:pt x="5942225" y="82675"/>
                  </a:lnTo>
                  <a:lnTo>
                    <a:pt x="5942460" y="82675"/>
                  </a:lnTo>
                  <a:lnTo>
                    <a:pt x="5945871" y="82244"/>
                  </a:lnTo>
                  <a:lnTo>
                    <a:pt x="5946224" y="82244"/>
                  </a:lnTo>
                  <a:lnTo>
                    <a:pt x="5949752" y="81383"/>
                  </a:lnTo>
                  <a:lnTo>
                    <a:pt x="5950693" y="81383"/>
                  </a:lnTo>
                  <a:lnTo>
                    <a:pt x="5951281" y="81383"/>
                  </a:lnTo>
                  <a:lnTo>
                    <a:pt x="5951399" y="80952"/>
                  </a:lnTo>
                  <a:lnTo>
                    <a:pt x="5951399" y="80522"/>
                  </a:lnTo>
                  <a:lnTo>
                    <a:pt x="5953516" y="80522"/>
                  </a:lnTo>
                  <a:lnTo>
                    <a:pt x="5953634" y="80522"/>
                  </a:lnTo>
                  <a:lnTo>
                    <a:pt x="5955398" y="80522"/>
                  </a:lnTo>
                  <a:lnTo>
                    <a:pt x="5957044" y="80091"/>
                  </a:lnTo>
                  <a:lnTo>
                    <a:pt x="5959161" y="79230"/>
                  </a:lnTo>
                  <a:lnTo>
                    <a:pt x="5961514" y="79230"/>
                  </a:lnTo>
                  <a:lnTo>
                    <a:pt x="5962455" y="78799"/>
                  </a:lnTo>
                  <a:lnTo>
                    <a:pt x="5962925" y="78799"/>
                  </a:lnTo>
                  <a:lnTo>
                    <a:pt x="5966336" y="78799"/>
                  </a:lnTo>
                  <a:lnTo>
                    <a:pt x="5967394" y="78369"/>
                  </a:lnTo>
                  <a:lnTo>
                    <a:pt x="5969276" y="77508"/>
                  </a:lnTo>
                  <a:lnTo>
                    <a:pt x="5970100" y="77508"/>
                  </a:lnTo>
                  <a:lnTo>
                    <a:pt x="5970335" y="77077"/>
                  </a:lnTo>
                  <a:lnTo>
                    <a:pt x="5970452" y="77077"/>
                  </a:lnTo>
                  <a:lnTo>
                    <a:pt x="5970688" y="77077"/>
                  </a:lnTo>
                  <a:lnTo>
                    <a:pt x="5971746" y="77077"/>
                  </a:lnTo>
                  <a:lnTo>
                    <a:pt x="5976568" y="75355"/>
                  </a:lnTo>
                  <a:lnTo>
                    <a:pt x="5976686" y="75355"/>
                  </a:lnTo>
                  <a:lnTo>
                    <a:pt x="5979744" y="75355"/>
                  </a:lnTo>
                  <a:lnTo>
                    <a:pt x="5980214" y="75355"/>
                  </a:lnTo>
                  <a:lnTo>
                    <a:pt x="5981038" y="75355"/>
                  </a:lnTo>
                  <a:lnTo>
                    <a:pt x="5984096" y="73632"/>
                  </a:lnTo>
                  <a:lnTo>
                    <a:pt x="5984213" y="73632"/>
                  </a:lnTo>
                  <a:lnTo>
                    <a:pt x="5984449" y="73632"/>
                  </a:lnTo>
                  <a:lnTo>
                    <a:pt x="5987036" y="73632"/>
                  </a:lnTo>
                  <a:lnTo>
                    <a:pt x="5987742" y="73632"/>
                  </a:lnTo>
                  <a:lnTo>
                    <a:pt x="5987859" y="73632"/>
                  </a:lnTo>
                  <a:lnTo>
                    <a:pt x="5988212" y="73632"/>
                  </a:lnTo>
                  <a:lnTo>
                    <a:pt x="5989859" y="73202"/>
                  </a:lnTo>
                  <a:lnTo>
                    <a:pt x="5991741" y="72771"/>
                  </a:lnTo>
                  <a:lnTo>
                    <a:pt x="5994328" y="72771"/>
                  </a:lnTo>
                  <a:lnTo>
                    <a:pt x="5995151" y="71910"/>
                  </a:lnTo>
                  <a:lnTo>
                    <a:pt x="5997151" y="70618"/>
                  </a:lnTo>
                  <a:lnTo>
                    <a:pt x="5998445" y="70618"/>
                  </a:lnTo>
                  <a:lnTo>
                    <a:pt x="6000209" y="70187"/>
                  </a:lnTo>
                  <a:lnTo>
                    <a:pt x="6001503" y="70187"/>
                  </a:lnTo>
                  <a:lnTo>
                    <a:pt x="6002208" y="70187"/>
                  </a:lnTo>
                  <a:lnTo>
                    <a:pt x="6004208" y="69757"/>
                  </a:lnTo>
                  <a:lnTo>
                    <a:pt x="6004208" y="69326"/>
                  </a:lnTo>
                  <a:lnTo>
                    <a:pt x="6004561" y="69326"/>
                  </a:lnTo>
                  <a:lnTo>
                    <a:pt x="6005737" y="68896"/>
                  </a:lnTo>
                  <a:lnTo>
                    <a:pt x="6005854" y="68896"/>
                  </a:lnTo>
                  <a:lnTo>
                    <a:pt x="6007619" y="68896"/>
                  </a:lnTo>
                  <a:lnTo>
                    <a:pt x="6008442" y="68896"/>
                  </a:lnTo>
                  <a:lnTo>
                    <a:pt x="6011617" y="68465"/>
                  </a:lnTo>
                  <a:lnTo>
                    <a:pt x="6011735" y="67604"/>
                  </a:lnTo>
                  <a:lnTo>
                    <a:pt x="6014675" y="67173"/>
                  </a:lnTo>
                  <a:lnTo>
                    <a:pt x="6015028" y="67173"/>
                  </a:lnTo>
                  <a:lnTo>
                    <a:pt x="6018086" y="67173"/>
                  </a:lnTo>
                  <a:lnTo>
                    <a:pt x="6018086" y="66743"/>
                  </a:lnTo>
                  <a:lnTo>
                    <a:pt x="6018321" y="66743"/>
                  </a:lnTo>
                  <a:lnTo>
                    <a:pt x="6019145" y="66743"/>
                  </a:lnTo>
                  <a:lnTo>
                    <a:pt x="6021262" y="66743"/>
                  </a:lnTo>
                  <a:lnTo>
                    <a:pt x="6021497" y="66743"/>
                  </a:lnTo>
                  <a:lnTo>
                    <a:pt x="6023614" y="66743"/>
                  </a:lnTo>
                  <a:lnTo>
                    <a:pt x="6024555" y="66743"/>
                  </a:lnTo>
                  <a:lnTo>
                    <a:pt x="6027260" y="66743"/>
                  </a:lnTo>
                  <a:lnTo>
                    <a:pt x="6029377" y="66312"/>
                  </a:lnTo>
                  <a:lnTo>
                    <a:pt x="6031024" y="65451"/>
                  </a:lnTo>
                  <a:lnTo>
                    <a:pt x="6031141" y="65451"/>
                  </a:lnTo>
                  <a:lnTo>
                    <a:pt x="6031259" y="65451"/>
                  </a:lnTo>
                  <a:lnTo>
                    <a:pt x="6031965" y="65451"/>
                  </a:lnTo>
                  <a:lnTo>
                    <a:pt x="6032318" y="65451"/>
                  </a:lnTo>
                  <a:lnTo>
                    <a:pt x="6033729" y="65451"/>
                  </a:lnTo>
                  <a:lnTo>
                    <a:pt x="6035258" y="65020"/>
                  </a:lnTo>
                  <a:lnTo>
                    <a:pt x="6036199" y="65020"/>
                  </a:lnTo>
                  <a:lnTo>
                    <a:pt x="6039727" y="63728"/>
                  </a:lnTo>
                  <a:lnTo>
                    <a:pt x="6040433" y="63298"/>
                  </a:lnTo>
                  <a:lnTo>
                    <a:pt x="6043373" y="63298"/>
                  </a:lnTo>
                  <a:lnTo>
                    <a:pt x="6044079" y="62437"/>
                  </a:lnTo>
                  <a:lnTo>
                    <a:pt x="6044785" y="62437"/>
                  </a:lnTo>
                  <a:lnTo>
                    <a:pt x="6047607" y="61575"/>
                  </a:lnTo>
                  <a:lnTo>
                    <a:pt x="6047960" y="61575"/>
                  </a:lnTo>
                  <a:lnTo>
                    <a:pt x="6049607" y="60714"/>
                  </a:lnTo>
                  <a:lnTo>
                    <a:pt x="6049960" y="60714"/>
                  </a:lnTo>
                  <a:lnTo>
                    <a:pt x="6051136" y="60284"/>
                  </a:lnTo>
                  <a:lnTo>
                    <a:pt x="6052430" y="59853"/>
                  </a:lnTo>
                  <a:lnTo>
                    <a:pt x="6053488" y="59422"/>
                  </a:lnTo>
                  <a:lnTo>
                    <a:pt x="6055017" y="58992"/>
                  </a:lnTo>
                  <a:lnTo>
                    <a:pt x="6055135" y="58992"/>
                  </a:lnTo>
                  <a:lnTo>
                    <a:pt x="6055958" y="58992"/>
                  </a:lnTo>
                  <a:lnTo>
                    <a:pt x="6057017" y="58131"/>
                  </a:lnTo>
                  <a:lnTo>
                    <a:pt x="6057957" y="58131"/>
                  </a:lnTo>
                  <a:lnTo>
                    <a:pt x="6059016" y="58131"/>
                  </a:lnTo>
                  <a:lnTo>
                    <a:pt x="6059134" y="58131"/>
                  </a:lnTo>
                  <a:lnTo>
                    <a:pt x="6061133" y="56839"/>
                  </a:lnTo>
                  <a:lnTo>
                    <a:pt x="6061956" y="56839"/>
                  </a:lnTo>
                  <a:lnTo>
                    <a:pt x="6062192" y="56839"/>
                  </a:lnTo>
                  <a:lnTo>
                    <a:pt x="6062192" y="56408"/>
                  </a:lnTo>
                  <a:lnTo>
                    <a:pt x="6062780" y="56408"/>
                  </a:lnTo>
                  <a:lnTo>
                    <a:pt x="6063368" y="56408"/>
                  </a:lnTo>
                  <a:lnTo>
                    <a:pt x="6065367" y="55978"/>
                  </a:lnTo>
                  <a:lnTo>
                    <a:pt x="6068425" y="54686"/>
                  </a:lnTo>
                  <a:lnTo>
                    <a:pt x="6071365" y="53394"/>
                  </a:lnTo>
                  <a:lnTo>
                    <a:pt x="6071718" y="52963"/>
                  </a:lnTo>
                  <a:lnTo>
                    <a:pt x="6073130" y="51241"/>
                  </a:lnTo>
                  <a:lnTo>
                    <a:pt x="6073718" y="51241"/>
                  </a:lnTo>
                  <a:lnTo>
                    <a:pt x="6073835" y="51241"/>
                  </a:lnTo>
                  <a:lnTo>
                    <a:pt x="6074894" y="51241"/>
                  </a:lnTo>
                  <a:lnTo>
                    <a:pt x="6075129" y="50380"/>
                  </a:lnTo>
                  <a:lnTo>
                    <a:pt x="6075247" y="50380"/>
                  </a:lnTo>
                  <a:lnTo>
                    <a:pt x="6076540" y="50380"/>
                  </a:lnTo>
                  <a:lnTo>
                    <a:pt x="6078187" y="49949"/>
                  </a:lnTo>
                  <a:lnTo>
                    <a:pt x="6079598" y="49088"/>
                  </a:lnTo>
                  <a:lnTo>
                    <a:pt x="6079951" y="49088"/>
                  </a:lnTo>
                  <a:lnTo>
                    <a:pt x="6081598" y="48227"/>
                  </a:lnTo>
                  <a:lnTo>
                    <a:pt x="6081951" y="47796"/>
                  </a:lnTo>
                  <a:lnTo>
                    <a:pt x="6083245" y="47796"/>
                  </a:lnTo>
                  <a:lnTo>
                    <a:pt x="6084303" y="47366"/>
                  </a:lnTo>
                  <a:lnTo>
                    <a:pt x="6084421" y="47366"/>
                  </a:lnTo>
                  <a:lnTo>
                    <a:pt x="6084421" y="46935"/>
                  </a:lnTo>
                  <a:lnTo>
                    <a:pt x="6085714" y="46935"/>
                  </a:lnTo>
                  <a:lnTo>
                    <a:pt x="6086538" y="46935"/>
                  </a:lnTo>
                  <a:lnTo>
                    <a:pt x="6087243" y="46935"/>
                  </a:lnTo>
                  <a:lnTo>
                    <a:pt x="6087596" y="46504"/>
                  </a:lnTo>
                  <a:lnTo>
                    <a:pt x="6090301" y="45213"/>
                  </a:lnTo>
                  <a:lnTo>
                    <a:pt x="6090654" y="45213"/>
                  </a:lnTo>
                  <a:lnTo>
                    <a:pt x="6093477" y="43921"/>
                  </a:lnTo>
                  <a:lnTo>
                    <a:pt x="6093477" y="43060"/>
                  </a:lnTo>
                  <a:lnTo>
                    <a:pt x="6096770" y="42198"/>
                  </a:lnTo>
                  <a:lnTo>
                    <a:pt x="6096770" y="41768"/>
                  </a:lnTo>
                  <a:lnTo>
                    <a:pt x="6097005" y="41768"/>
                  </a:lnTo>
                  <a:lnTo>
                    <a:pt x="6098887" y="40907"/>
                  </a:lnTo>
                  <a:lnTo>
                    <a:pt x="6099005" y="40907"/>
                  </a:lnTo>
                  <a:lnTo>
                    <a:pt x="6099122" y="40907"/>
                  </a:lnTo>
                  <a:lnTo>
                    <a:pt x="6100416" y="40907"/>
                  </a:lnTo>
                  <a:lnTo>
                    <a:pt x="6101592" y="40476"/>
                  </a:lnTo>
                  <a:lnTo>
                    <a:pt x="6103121" y="40045"/>
                  </a:lnTo>
                  <a:lnTo>
                    <a:pt x="6104415" y="39615"/>
                  </a:lnTo>
                  <a:lnTo>
                    <a:pt x="6106650" y="39184"/>
                  </a:lnTo>
                  <a:lnTo>
                    <a:pt x="6108767" y="39184"/>
                  </a:lnTo>
                  <a:lnTo>
                    <a:pt x="6109708" y="38754"/>
                  </a:lnTo>
                  <a:lnTo>
                    <a:pt x="6110413" y="38754"/>
                  </a:lnTo>
                  <a:lnTo>
                    <a:pt x="6110766" y="38754"/>
                  </a:lnTo>
                  <a:lnTo>
                    <a:pt x="6112178" y="38323"/>
                  </a:lnTo>
                  <a:lnTo>
                    <a:pt x="6113471" y="38323"/>
                  </a:lnTo>
                  <a:lnTo>
                    <a:pt x="6113707" y="37462"/>
                  </a:lnTo>
                  <a:lnTo>
                    <a:pt x="6113824" y="37031"/>
                  </a:lnTo>
                  <a:lnTo>
                    <a:pt x="6114412" y="37031"/>
                  </a:lnTo>
                  <a:lnTo>
                    <a:pt x="6115824" y="36170"/>
                  </a:lnTo>
                  <a:lnTo>
                    <a:pt x="6118999" y="36170"/>
                  </a:lnTo>
                  <a:lnTo>
                    <a:pt x="6119117" y="35739"/>
                  </a:lnTo>
                  <a:lnTo>
                    <a:pt x="6121352" y="35739"/>
                  </a:lnTo>
                  <a:lnTo>
                    <a:pt x="6122057" y="35739"/>
                  </a:lnTo>
                  <a:lnTo>
                    <a:pt x="6123704" y="35309"/>
                  </a:lnTo>
                  <a:lnTo>
                    <a:pt x="6123821" y="35309"/>
                  </a:lnTo>
                  <a:lnTo>
                    <a:pt x="6124292" y="34878"/>
                  </a:lnTo>
                  <a:lnTo>
                    <a:pt x="6124410" y="34878"/>
                  </a:lnTo>
                  <a:lnTo>
                    <a:pt x="6125703" y="34878"/>
                  </a:lnTo>
                  <a:lnTo>
                    <a:pt x="6125938" y="34017"/>
                  </a:lnTo>
                  <a:lnTo>
                    <a:pt x="6128056" y="33586"/>
                  </a:lnTo>
                  <a:lnTo>
                    <a:pt x="6130290" y="33586"/>
                  </a:lnTo>
                  <a:lnTo>
                    <a:pt x="6131231" y="33586"/>
                  </a:lnTo>
                  <a:lnTo>
                    <a:pt x="6132407" y="33586"/>
                  </a:lnTo>
                  <a:lnTo>
                    <a:pt x="6133583" y="33586"/>
                  </a:lnTo>
                  <a:lnTo>
                    <a:pt x="6134289" y="33156"/>
                  </a:lnTo>
                  <a:lnTo>
                    <a:pt x="6136289" y="32725"/>
                  </a:lnTo>
                  <a:lnTo>
                    <a:pt x="6136641" y="32725"/>
                  </a:lnTo>
                  <a:lnTo>
                    <a:pt x="6137465" y="32295"/>
                  </a:lnTo>
                  <a:lnTo>
                    <a:pt x="6138758" y="32295"/>
                  </a:lnTo>
                  <a:lnTo>
                    <a:pt x="6139347" y="31433"/>
                  </a:lnTo>
                  <a:lnTo>
                    <a:pt x="6139464" y="31433"/>
                  </a:lnTo>
                  <a:lnTo>
                    <a:pt x="6143110" y="31003"/>
                  </a:lnTo>
                  <a:lnTo>
                    <a:pt x="6144404" y="30572"/>
                  </a:lnTo>
                  <a:lnTo>
                    <a:pt x="6147697" y="30142"/>
                  </a:lnTo>
                  <a:lnTo>
                    <a:pt x="6149932" y="30142"/>
                  </a:lnTo>
                  <a:lnTo>
                    <a:pt x="6150049" y="30142"/>
                  </a:lnTo>
                  <a:lnTo>
                    <a:pt x="6150285" y="30142"/>
                  </a:lnTo>
                  <a:lnTo>
                    <a:pt x="6152519" y="29280"/>
                  </a:lnTo>
                  <a:lnTo>
                    <a:pt x="6153695" y="28419"/>
                  </a:lnTo>
                  <a:lnTo>
                    <a:pt x="6154754" y="28419"/>
                  </a:lnTo>
                  <a:lnTo>
                    <a:pt x="6155342" y="28419"/>
                  </a:lnTo>
                  <a:lnTo>
                    <a:pt x="6157341" y="28419"/>
                  </a:lnTo>
                  <a:lnTo>
                    <a:pt x="6157930" y="28419"/>
                  </a:lnTo>
                  <a:lnTo>
                    <a:pt x="6158400" y="28419"/>
                  </a:lnTo>
                  <a:lnTo>
                    <a:pt x="6159106" y="27989"/>
                  </a:lnTo>
                  <a:lnTo>
                    <a:pt x="6160752" y="27989"/>
                  </a:lnTo>
                  <a:lnTo>
                    <a:pt x="6161693" y="27989"/>
                  </a:lnTo>
                  <a:lnTo>
                    <a:pt x="6163105" y="27989"/>
                  </a:lnTo>
                  <a:lnTo>
                    <a:pt x="6163222" y="27989"/>
                  </a:lnTo>
                  <a:lnTo>
                    <a:pt x="6163575" y="27989"/>
                  </a:lnTo>
                  <a:lnTo>
                    <a:pt x="6165457" y="27989"/>
                  </a:lnTo>
                  <a:lnTo>
                    <a:pt x="6165810" y="27989"/>
                  </a:lnTo>
                  <a:lnTo>
                    <a:pt x="6166633" y="27989"/>
                  </a:lnTo>
                  <a:lnTo>
                    <a:pt x="6168397" y="27558"/>
                  </a:lnTo>
                  <a:lnTo>
                    <a:pt x="6169809" y="26697"/>
                  </a:lnTo>
                  <a:lnTo>
                    <a:pt x="6170397" y="26266"/>
                  </a:lnTo>
                  <a:lnTo>
                    <a:pt x="6172279" y="26266"/>
                  </a:lnTo>
                  <a:lnTo>
                    <a:pt x="6172396" y="26266"/>
                  </a:lnTo>
                  <a:lnTo>
                    <a:pt x="6173102" y="26266"/>
                  </a:lnTo>
                  <a:lnTo>
                    <a:pt x="6174043" y="25405"/>
                  </a:lnTo>
                  <a:lnTo>
                    <a:pt x="6174278" y="25405"/>
                  </a:lnTo>
                  <a:lnTo>
                    <a:pt x="6175572" y="25405"/>
                  </a:lnTo>
                  <a:lnTo>
                    <a:pt x="6176395" y="25405"/>
                  </a:lnTo>
                  <a:lnTo>
                    <a:pt x="6176513" y="25405"/>
                  </a:lnTo>
                  <a:lnTo>
                    <a:pt x="6177806" y="25405"/>
                  </a:lnTo>
                  <a:lnTo>
                    <a:pt x="6178159" y="25405"/>
                  </a:lnTo>
                  <a:lnTo>
                    <a:pt x="6178394" y="25405"/>
                  </a:lnTo>
                  <a:lnTo>
                    <a:pt x="6179923" y="25405"/>
                  </a:lnTo>
                  <a:lnTo>
                    <a:pt x="6180276" y="25405"/>
                  </a:lnTo>
                  <a:lnTo>
                    <a:pt x="6180276" y="24974"/>
                  </a:lnTo>
                  <a:lnTo>
                    <a:pt x="6181100" y="24544"/>
                  </a:lnTo>
                  <a:lnTo>
                    <a:pt x="6181688" y="24544"/>
                  </a:lnTo>
                  <a:lnTo>
                    <a:pt x="6181805" y="24544"/>
                  </a:lnTo>
                  <a:lnTo>
                    <a:pt x="6181923" y="24544"/>
                  </a:lnTo>
                  <a:lnTo>
                    <a:pt x="6184158" y="24544"/>
                  </a:lnTo>
                  <a:lnTo>
                    <a:pt x="6187333" y="24113"/>
                  </a:lnTo>
                  <a:lnTo>
                    <a:pt x="6188392" y="23683"/>
                  </a:lnTo>
                  <a:lnTo>
                    <a:pt x="6188509" y="23683"/>
                  </a:lnTo>
                  <a:lnTo>
                    <a:pt x="6188627" y="23683"/>
                  </a:lnTo>
                  <a:lnTo>
                    <a:pt x="6189215" y="23683"/>
                  </a:lnTo>
                  <a:lnTo>
                    <a:pt x="6190038" y="23252"/>
                  </a:lnTo>
                  <a:lnTo>
                    <a:pt x="6190626" y="23252"/>
                  </a:lnTo>
                  <a:lnTo>
                    <a:pt x="6190744" y="23252"/>
                  </a:lnTo>
                  <a:lnTo>
                    <a:pt x="6192861" y="22391"/>
                  </a:lnTo>
                  <a:lnTo>
                    <a:pt x="6193684" y="22391"/>
                  </a:lnTo>
                  <a:lnTo>
                    <a:pt x="6194743" y="22391"/>
                  </a:lnTo>
                  <a:lnTo>
                    <a:pt x="6195449" y="22391"/>
                  </a:lnTo>
                  <a:lnTo>
                    <a:pt x="6195566" y="22391"/>
                  </a:lnTo>
                  <a:lnTo>
                    <a:pt x="6197213" y="21960"/>
                  </a:lnTo>
                  <a:lnTo>
                    <a:pt x="6197330" y="21960"/>
                  </a:lnTo>
                  <a:lnTo>
                    <a:pt x="6197330" y="21530"/>
                  </a:lnTo>
                  <a:lnTo>
                    <a:pt x="6198036" y="21099"/>
                  </a:lnTo>
                  <a:lnTo>
                    <a:pt x="6198859" y="21099"/>
                  </a:lnTo>
                  <a:lnTo>
                    <a:pt x="6198977" y="21099"/>
                  </a:lnTo>
                  <a:lnTo>
                    <a:pt x="6199095" y="21099"/>
                  </a:lnTo>
                  <a:lnTo>
                    <a:pt x="6200388" y="20668"/>
                  </a:lnTo>
                  <a:lnTo>
                    <a:pt x="6200624" y="20668"/>
                  </a:lnTo>
                  <a:lnTo>
                    <a:pt x="6201447" y="20238"/>
                  </a:lnTo>
                  <a:lnTo>
                    <a:pt x="6203093" y="20238"/>
                  </a:lnTo>
                  <a:lnTo>
                    <a:pt x="6203211" y="20238"/>
                  </a:lnTo>
                  <a:lnTo>
                    <a:pt x="6204387" y="19807"/>
                  </a:lnTo>
                  <a:lnTo>
                    <a:pt x="6205093" y="19807"/>
                  </a:lnTo>
                  <a:lnTo>
                    <a:pt x="6206975" y="19807"/>
                  </a:lnTo>
                  <a:lnTo>
                    <a:pt x="6208739" y="18946"/>
                  </a:lnTo>
                  <a:lnTo>
                    <a:pt x="6209445" y="18946"/>
                  </a:lnTo>
                  <a:lnTo>
                    <a:pt x="6210150" y="18515"/>
                  </a:lnTo>
                  <a:lnTo>
                    <a:pt x="6210856" y="18515"/>
                  </a:lnTo>
                  <a:lnTo>
                    <a:pt x="6211209" y="18515"/>
                  </a:lnTo>
                  <a:lnTo>
                    <a:pt x="6212267" y="18085"/>
                  </a:lnTo>
                  <a:lnTo>
                    <a:pt x="6213091" y="18085"/>
                  </a:lnTo>
                  <a:lnTo>
                    <a:pt x="6213914" y="17654"/>
                  </a:lnTo>
                  <a:lnTo>
                    <a:pt x="6214149" y="17654"/>
                  </a:lnTo>
                  <a:lnTo>
                    <a:pt x="6214502" y="17654"/>
                  </a:lnTo>
                  <a:lnTo>
                    <a:pt x="6214620" y="17654"/>
                  </a:lnTo>
                  <a:lnTo>
                    <a:pt x="6216384" y="17654"/>
                  </a:lnTo>
                  <a:lnTo>
                    <a:pt x="6216501" y="17654"/>
                  </a:lnTo>
                  <a:lnTo>
                    <a:pt x="6216619" y="17654"/>
                  </a:lnTo>
                  <a:lnTo>
                    <a:pt x="6217442" y="17224"/>
                  </a:lnTo>
                  <a:lnTo>
                    <a:pt x="6218383" y="17224"/>
                  </a:lnTo>
                  <a:lnTo>
                    <a:pt x="6219324" y="17224"/>
                  </a:lnTo>
                  <a:lnTo>
                    <a:pt x="6220853" y="17224"/>
                  </a:lnTo>
                  <a:lnTo>
                    <a:pt x="6221206" y="16793"/>
                  </a:lnTo>
                  <a:lnTo>
                    <a:pt x="6221794" y="16362"/>
                  </a:lnTo>
                  <a:lnTo>
                    <a:pt x="6221912" y="16362"/>
                  </a:lnTo>
                  <a:lnTo>
                    <a:pt x="6223323" y="16362"/>
                  </a:lnTo>
                  <a:lnTo>
                    <a:pt x="6223911" y="15932"/>
                  </a:lnTo>
                  <a:lnTo>
                    <a:pt x="6224970" y="15932"/>
                  </a:lnTo>
                  <a:lnTo>
                    <a:pt x="6226734" y="15501"/>
                  </a:lnTo>
                  <a:lnTo>
                    <a:pt x="6227792" y="15071"/>
                  </a:lnTo>
                  <a:lnTo>
                    <a:pt x="6227910" y="15071"/>
                  </a:lnTo>
                  <a:lnTo>
                    <a:pt x="6228028" y="15071"/>
                  </a:lnTo>
                  <a:lnTo>
                    <a:pt x="6228381" y="15071"/>
                  </a:lnTo>
                  <a:lnTo>
                    <a:pt x="6228616" y="15071"/>
                  </a:lnTo>
                  <a:lnTo>
                    <a:pt x="6229674" y="14640"/>
                  </a:lnTo>
                  <a:lnTo>
                    <a:pt x="6231321" y="14640"/>
                  </a:lnTo>
                  <a:lnTo>
                    <a:pt x="6231438" y="14640"/>
                  </a:lnTo>
                  <a:lnTo>
                    <a:pt x="6232967" y="14640"/>
                  </a:lnTo>
                  <a:lnTo>
                    <a:pt x="6233673" y="14640"/>
                  </a:lnTo>
                  <a:lnTo>
                    <a:pt x="6234261" y="14640"/>
                  </a:lnTo>
                  <a:lnTo>
                    <a:pt x="6234614" y="14640"/>
                  </a:lnTo>
                  <a:lnTo>
                    <a:pt x="6235202" y="14640"/>
                  </a:lnTo>
                  <a:lnTo>
                    <a:pt x="6236025" y="14209"/>
                  </a:lnTo>
                  <a:lnTo>
                    <a:pt x="6236143" y="14209"/>
                  </a:lnTo>
                  <a:lnTo>
                    <a:pt x="6237554" y="14209"/>
                  </a:lnTo>
                  <a:lnTo>
                    <a:pt x="6238495" y="14209"/>
                  </a:lnTo>
                  <a:lnTo>
                    <a:pt x="6239201" y="13348"/>
                  </a:lnTo>
                  <a:lnTo>
                    <a:pt x="6239436" y="13348"/>
                  </a:lnTo>
                  <a:lnTo>
                    <a:pt x="6239554" y="13348"/>
                  </a:lnTo>
                  <a:lnTo>
                    <a:pt x="6240024" y="13348"/>
                  </a:lnTo>
                  <a:lnTo>
                    <a:pt x="6240377" y="13348"/>
                  </a:lnTo>
                  <a:lnTo>
                    <a:pt x="6240730" y="13348"/>
                  </a:lnTo>
                  <a:lnTo>
                    <a:pt x="6240965" y="13348"/>
                  </a:lnTo>
                  <a:lnTo>
                    <a:pt x="6241906" y="13348"/>
                  </a:lnTo>
                  <a:lnTo>
                    <a:pt x="6242612" y="13348"/>
                  </a:lnTo>
                  <a:lnTo>
                    <a:pt x="6242729" y="13348"/>
                  </a:lnTo>
                  <a:lnTo>
                    <a:pt x="6243200" y="13348"/>
                  </a:lnTo>
                  <a:lnTo>
                    <a:pt x="6244141" y="12918"/>
                  </a:lnTo>
                  <a:lnTo>
                    <a:pt x="6245317" y="12487"/>
                  </a:lnTo>
                  <a:lnTo>
                    <a:pt x="6246375" y="12487"/>
                  </a:lnTo>
                  <a:lnTo>
                    <a:pt x="6247199" y="12487"/>
                  </a:lnTo>
                  <a:lnTo>
                    <a:pt x="6248022" y="12487"/>
                  </a:lnTo>
                  <a:lnTo>
                    <a:pt x="6248375" y="11626"/>
                  </a:lnTo>
                  <a:lnTo>
                    <a:pt x="6248728" y="11626"/>
                  </a:lnTo>
                  <a:lnTo>
                    <a:pt x="6249433" y="11195"/>
                  </a:lnTo>
                  <a:lnTo>
                    <a:pt x="6250610" y="11195"/>
                  </a:lnTo>
                  <a:lnTo>
                    <a:pt x="6251080" y="11195"/>
                  </a:lnTo>
                  <a:lnTo>
                    <a:pt x="6251198" y="11195"/>
                  </a:lnTo>
                  <a:lnTo>
                    <a:pt x="6251786" y="11195"/>
                  </a:lnTo>
                  <a:lnTo>
                    <a:pt x="6252021" y="11195"/>
                  </a:lnTo>
                  <a:lnTo>
                    <a:pt x="6253432" y="11195"/>
                  </a:lnTo>
                  <a:lnTo>
                    <a:pt x="6254020" y="11195"/>
                  </a:lnTo>
                  <a:lnTo>
                    <a:pt x="6254844" y="11195"/>
                  </a:lnTo>
                  <a:lnTo>
                    <a:pt x="6255197" y="11195"/>
                  </a:lnTo>
                  <a:lnTo>
                    <a:pt x="6255785" y="11195"/>
                  </a:lnTo>
                  <a:lnTo>
                    <a:pt x="6256020" y="11195"/>
                  </a:lnTo>
                  <a:lnTo>
                    <a:pt x="6256490" y="11195"/>
                  </a:lnTo>
                  <a:lnTo>
                    <a:pt x="6256961" y="11195"/>
                  </a:lnTo>
                  <a:lnTo>
                    <a:pt x="6257314" y="11195"/>
                  </a:lnTo>
                  <a:lnTo>
                    <a:pt x="6258019" y="11195"/>
                  </a:lnTo>
                  <a:lnTo>
                    <a:pt x="6258372" y="11195"/>
                  </a:lnTo>
                  <a:lnTo>
                    <a:pt x="6259078" y="11195"/>
                  </a:lnTo>
                  <a:lnTo>
                    <a:pt x="6259784" y="10765"/>
                  </a:lnTo>
                  <a:lnTo>
                    <a:pt x="6260842" y="10765"/>
                  </a:lnTo>
                  <a:lnTo>
                    <a:pt x="6262018" y="10334"/>
                  </a:lnTo>
                  <a:lnTo>
                    <a:pt x="6263077" y="10334"/>
                  </a:lnTo>
                  <a:lnTo>
                    <a:pt x="6263194" y="10334"/>
                  </a:lnTo>
                  <a:lnTo>
                    <a:pt x="6264135" y="10334"/>
                  </a:lnTo>
                  <a:lnTo>
                    <a:pt x="6264488" y="10334"/>
                  </a:lnTo>
                  <a:lnTo>
                    <a:pt x="6264959" y="10334"/>
                  </a:lnTo>
                  <a:lnTo>
                    <a:pt x="6265547" y="9903"/>
                  </a:lnTo>
                  <a:lnTo>
                    <a:pt x="6266252" y="9903"/>
                  </a:lnTo>
                  <a:lnTo>
                    <a:pt x="6266370" y="9903"/>
                  </a:lnTo>
                  <a:lnTo>
                    <a:pt x="6267076" y="9903"/>
                  </a:lnTo>
                  <a:lnTo>
                    <a:pt x="6267193" y="9903"/>
                  </a:lnTo>
                  <a:lnTo>
                    <a:pt x="6268017" y="9903"/>
                  </a:lnTo>
                  <a:lnTo>
                    <a:pt x="6268722" y="9903"/>
                  </a:lnTo>
                  <a:lnTo>
                    <a:pt x="6269428" y="9903"/>
                  </a:lnTo>
                  <a:lnTo>
                    <a:pt x="6269898" y="9903"/>
                  </a:lnTo>
                  <a:lnTo>
                    <a:pt x="6270134" y="9903"/>
                  </a:lnTo>
                  <a:lnTo>
                    <a:pt x="6270604" y="9903"/>
                  </a:lnTo>
                  <a:lnTo>
                    <a:pt x="6270722" y="9903"/>
                  </a:lnTo>
                  <a:lnTo>
                    <a:pt x="6271427" y="9903"/>
                  </a:lnTo>
                  <a:lnTo>
                    <a:pt x="6271898" y="9903"/>
                  </a:lnTo>
                  <a:lnTo>
                    <a:pt x="6272486" y="9903"/>
                  </a:lnTo>
                  <a:lnTo>
                    <a:pt x="6273427" y="9903"/>
                  </a:lnTo>
                  <a:lnTo>
                    <a:pt x="6273897" y="9903"/>
                  </a:lnTo>
                  <a:lnTo>
                    <a:pt x="6274603" y="9903"/>
                  </a:lnTo>
                  <a:lnTo>
                    <a:pt x="6275544" y="9903"/>
                  </a:lnTo>
                  <a:lnTo>
                    <a:pt x="6275661" y="9473"/>
                  </a:lnTo>
                  <a:lnTo>
                    <a:pt x="6276014" y="9473"/>
                  </a:lnTo>
                  <a:lnTo>
                    <a:pt x="6277543" y="9473"/>
                  </a:lnTo>
                  <a:lnTo>
                    <a:pt x="6277661" y="9473"/>
                  </a:lnTo>
                  <a:lnTo>
                    <a:pt x="6278367" y="9473"/>
                  </a:lnTo>
                  <a:lnTo>
                    <a:pt x="6279072" y="9042"/>
                  </a:lnTo>
                  <a:lnTo>
                    <a:pt x="6279660" y="9042"/>
                  </a:lnTo>
                  <a:lnTo>
                    <a:pt x="6280131" y="9042"/>
                  </a:lnTo>
                  <a:lnTo>
                    <a:pt x="6280836" y="8612"/>
                  </a:lnTo>
                  <a:lnTo>
                    <a:pt x="6281425" y="8181"/>
                  </a:lnTo>
                  <a:lnTo>
                    <a:pt x="6281542" y="8181"/>
                  </a:lnTo>
                  <a:lnTo>
                    <a:pt x="6281777" y="8181"/>
                  </a:lnTo>
                  <a:lnTo>
                    <a:pt x="6282365" y="7750"/>
                  </a:lnTo>
                  <a:lnTo>
                    <a:pt x="6282601" y="7750"/>
                  </a:lnTo>
                  <a:lnTo>
                    <a:pt x="6283189" y="7750"/>
                  </a:lnTo>
                  <a:lnTo>
                    <a:pt x="6283894" y="7320"/>
                  </a:lnTo>
                  <a:lnTo>
                    <a:pt x="6284483" y="7320"/>
                  </a:lnTo>
                  <a:lnTo>
                    <a:pt x="6286129" y="7320"/>
                  </a:lnTo>
                  <a:lnTo>
                    <a:pt x="6286247" y="7320"/>
                  </a:lnTo>
                  <a:lnTo>
                    <a:pt x="6287070" y="7320"/>
                  </a:lnTo>
                  <a:lnTo>
                    <a:pt x="6288011" y="6459"/>
                  </a:lnTo>
                  <a:lnTo>
                    <a:pt x="6288599" y="6459"/>
                  </a:lnTo>
                  <a:lnTo>
                    <a:pt x="6289775" y="6028"/>
                  </a:lnTo>
                  <a:lnTo>
                    <a:pt x="6290010" y="6028"/>
                  </a:lnTo>
                  <a:lnTo>
                    <a:pt x="6291069" y="6028"/>
                  </a:lnTo>
                  <a:lnTo>
                    <a:pt x="6291187" y="6028"/>
                  </a:lnTo>
                  <a:lnTo>
                    <a:pt x="6291657" y="6028"/>
                  </a:lnTo>
                  <a:lnTo>
                    <a:pt x="6292245" y="6028"/>
                  </a:lnTo>
                  <a:lnTo>
                    <a:pt x="6292598" y="6028"/>
                  </a:lnTo>
                  <a:lnTo>
                    <a:pt x="6293304" y="6028"/>
                  </a:lnTo>
                  <a:lnTo>
                    <a:pt x="6294244" y="6028"/>
                  </a:lnTo>
                  <a:lnTo>
                    <a:pt x="6294597" y="6028"/>
                  </a:lnTo>
                  <a:lnTo>
                    <a:pt x="6295185" y="6028"/>
                  </a:lnTo>
                  <a:lnTo>
                    <a:pt x="6295891" y="6028"/>
                  </a:lnTo>
                  <a:lnTo>
                    <a:pt x="6296009" y="6028"/>
                  </a:lnTo>
                  <a:lnTo>
                    <a:pt x="6296362" y="5597"/>
                  </a:lnTo>
                  <a:lnTo>
                    <a:pt x="6296950" y="5597"/>
                  </a:lnTo>
                  <a:lnTo>
                    <a:pt x="6297067" y="5597"/>
                  </a:lnTo>
                  <a:lnTo>
                    <a:pt x="6297420" y="5597"/>
                  </a:lnTo>
                  <a:lnTo>
                    <a:pt x="6298008" y="5597"/>
                  </a:lnTo>
                  <a:lnTo>
                    <a:pt x="6298361" y="5597"/>
                  </a:lnTo>
                  <a:lnTo>
                    <a:pt x="6299302" y="5597"/>
                  </a:lnTo>
                  <a:lnTo>
                    <a:pt x="6299420" y="5597"/>
                  </a:lnTo>
                  <a:lnTo>
                    <a:pt x="6299890" y="5597"/>
                  </a:lnTo>
                  <a:lnTo>
                    <a:pt x="6300125" y="5597"/>
                  </a:lnTo>
                  <a:lnTo>
                    <a:pt x="6300478" y="5597"/>
                  </a:lnTo>
                  <a:lnTo>
                    <a:pt x="6300596" y="5597"/>
                  </a:lnTo>
                  <a:lnTo>
                    <a:pt x="6300831" y="5597"/>
                  </a:lnTo>
                  <a:lnTo>
                    <a:pt x="6301301" y="5597"/>
                  </a:lnTo>
                  <a:lnTo>
                    <a:pt x="6301537" y="5597"/>
                  </a:lnTo>
                  <a:lnTo>
                    <a:pt x="6301654" y="5597"/>
                  </a:lnTo>
                  <a:lnTo>
                    <a:pt x="6301889" y="5597"/>
                  </a:lnTo>
                  <a:lnTo>
                    <a:pt x="6302007" y="5597"/>
                  </a:lnTo>
                  <a:lnTo>
                    <a:pt x="6302125" y="5597"/>
                  </a:lnTo>
                  <a:lnTo>
                    <a:pt x="6302713" y="5597"/>
                  </a:lnTo>
                  <a:lnTo>
                    <a:pt x="6303771" y="5597"/>
                  </a:lnTo>
                  <a:lnTo>
                    <a:pt x="6303889" y="5597"/>
                  </a:lnTo>
                  <a:lnTo>
                    <a:pt x="6304124" y="5597"/>
                  </a:lnTo>
                  <a:lnTo>
                    <a:pt x="6304359" y="5597"/>
                  </a:lnTo>
                  <a:lnTo>
                    <a:pt x="6304477" y="5597"/>
                  </a:lnTo>
                  <a:lnTo>
                    <a:pt x="6305065" y="5597"/>
                  </a:lnTo>
                  <a:lnTo>
                    <a:pt x="6305888" y="5597"/>
                  </a:lnTo>
                  <a:lnTo>
                    <a:pt x="6306712" y="5167"/>
                  </a:lnTo>
                  <a:lnTo>
                    <a:pt x="6306829" y="5167"/>
                  </a:lnTo>
                  <a:lnTo>
                    <a:pt x="6307064" y="5167"/>
                  </a:lnTo>
                  <a:lnTo>
                    <a:pt x="6307182" y="5167"/>
                  </a:lnTo>
                  <a:lnTo>
                    <a:pt x="6307653" y="5167"/>
                  </a:lnTo>
                  <a:lnTo>
                    <a:pt x="6308005" y="5167"/>
                  </a:lnTo>
                  <a:lnTo>
                    <a:pt x="6308711" y="5167"/>
                  </a:lnTo>
                  <a:lnTo>
                    <a:pt x="6309064" y="5167"/>
                  </a:lnTo>
                  <a:lnTo>
                    <a:pt x="6309182" y="5167"/>
                  </a:lnTo>
                  <a:lnTo>
                    <a:pt x="6309299" y="5167"/>
                  </a:lnTo>
                  <a:lnTo>
                    <a:pt x="6309887" y="5167"/>
                  </a:lnTo>
                  <a:lnTo>
                    <a:pt x="6310593" y="5167"/>
                  </a:lnTo>
                  <a:lnTo>
                    <a:pt x="6310710" y="5167"/>
                  </a:lnTo>
                  <a:lnTo>
                    <a:pt x="6310828" y="5167"/>
                  </a:lnTo>
                  <a:lnTo>
                    <a:pt x="6311299" y="5167"/>
                  </a:lnTo>
                  <a:lnTo>
                    <a:pt x="6311416" y="5167"/>
                  </a:lnTo>
                  <a:lnTo>
                    <a:pt x="6311651" y="5167"/>
                  </a:lnTo>
                  <a:lnTo>
                    <a:pt x="6312828" y="5167"/>
                  </a:lnTo>
                  <a:lnTo>
                    <a:pt x="6313886" y="5167"/>
                  </a:lnTo>
                  <a:lnTo>
                    <a:pt x="6314121" y="5167"/>
                  </a:lnTo>
                  <a:lnTo>
                    <a:pt x="6314239" y="5167"/>
                  </a:lnTo>
                  <a:lnTo>
                    <a:pt x="6314357" y="5167"/>
                  </a:lnTo>
                  <a:lnTo>
                    <a:pt x="6314357" y="4736"/>
                  </a:lnTo>
                  <a:lnTo>
                    <a:pt x="6314827" y="4736"/>
                  </a:lnTo>
                  <a:lnTo>
                    <a:pt x="6315650" y="4736"/>
                  </a:lnTo>
                  <a:lnTo>
                    <a:pt x="6315768" y="4736"/>
                  </a:lnTo>
                  <a:lnTo>
                    <a:pt x="6316121" y="4736"/>
                  </a:lnTo>
                  <a:lnTo>
                    <a:pt x="6316474" y="4736"/>
                  </a:lnTo>
                  <a:lnTo>
                    <a:pt x="6316826" y="4736"/>
                  </a:lnTo>
                  <a:lnTo>
                    <a:pt x="6317062" y="4736"/>
                  </a:lnTo>
                  <a:lnTo>
                    <a:pt x="6317179" y="4736"/>
                  </a:lnTo>
                  <a:lnTo>
                    <a:pt x="6317767" y="4306"/>
                  </a:lnTo>
                  <a:lnTo>
                    <a:pt x="6317885" y="4306"/>
                  </a:lnTo>
                  <a:lnTo>
                    <a:pt x="6318238" y="4306"/>
                  </a:lnTo>
                  <a:lnTo>
                    <a:pt x="6318355" y="4306"/>
                  </a:lnTo>
                  <a:lnTo>
                    <a:pt x="6318473" y="4306"/>
                  </a:lnTo>
                  <a:lnTo>
                    <a:pt x="6318943" y="4306"/>
                  </a:lnTo>
                  <a:lnTo>
                    <a:pt x="6319179" y="3875"/>
                  </a:lnTo>
                  <a:lnTo>
                    <a:pt x="6319532" y="3875"/>
                  </a:lnTo>
                  <a:lnTo>
                    <a:pt x="6319649" y="3875"/>
                  </a:lnTo>
                  <a:lnTo>
                    <a:pt x="6320002" y="3875"/>
                  </a:lnTo>
                  <a:lnTo>
                    <a:pt x="6320120" y="3875"/>
                  </a:lnTo>
                  <a:lnTo>
                    <a:pt x="6320120" y="3444"/>
                  </a:lnTo>
                  <a:lnTo>
                    <a:pt x="6320708" y="3014"/>
                  </a:lnTo>
                  <a:lnTo>
                    <a:pt x="6320825" y="3014"/>
                  </a:lnTo>
                  <a:lnTo>
                    <a:pt x="6321061" y="3014"/>
                  </a:lnTo>
                  <a:lnTo>
                    <a:pt x="6321649" y="3014"/>
                  </a:lnTo>
                  <a:lnTo>
                    <a:pt x="6321884" y="2583"/>
                  </a:lnTo>
                  <a:lnTo>
                    <a:pt x="6322354" y="2583"/>
                  </a:lnTo>
                  <a:lnTo>
                    <a:pt x="6322472" y="2583"/>
                  </a:lnTo>
                  <a:lnTo>
                    <a:pt x="6322590" y="2583"/>
                  </a:lnTo>
                  <a:lnTo>
                    <a:pt x="6322707" y="2583"/>
                  </a:lnTo>
                  <a:lnTo>
                    <a:pt x="6323060" y="2583"/>
                  </a:lnTo>
                  <a:lnTo>
                    <a:pt x="6323178" y="2583"/>
                  </a:lnTo>
                  <a:lnTo>
                    <a:pt x="6323766" y="2153"/>
                  </a:lnTo>
                  <a:lnTo>
                    <a:pt x="6323883" y="2153"/>
                  </a:lnTo>
                  <a:lnTo>
                    <a:pt x="6324354" y="2153"/>
                  </a:lnTo>
                  <a:lnTo>
                    <a:pt x="6324589" y="2153"/>
                  </a:lnTo>
                  <a:lnTo>
                    <a:pt x="6324824" y="2153"/>
                  </a:lnTo>
                  <a:lnTo>
                    <a:pt x="6325059" y="2153"/>
                  </a:lnTo>
                  <a:lnTo>
                    <a:pt x="6325177" y="2153"/>
                  </a:lnTo>
                  <a:lnTo>
                    <a:pt x="6325295" y="2153"/>
                  </a:lnTo>
                  <a:lnTo>
                    <a:pt x="6325530" y="2153"/>
                  </a:lnTo>
                  <a:lnTo>
                    <a:pt x="6326236" y="2153"/>
                  </a:lnTo>
                  <a:lnTo>
                    <a:pt x="6326353" y="2153"/>
                  </a:lnTo>
                  <a:lnTo>
                    <a:pt x="6326471" y="2153"/>
                  </a:lnTo>
                  <a:lnTo>
                    <a:pt x="6326588" y="2153"/>
                  </a:lnTo>
                  <a:lnTo>
                    <a:pt x="6326706" y="2153"/>
                  </a:lnTo>
                  <a:lnTo>
                    <a:pt x="6326824" y="2153"/>
                  </a:lnTo>
                  <a:lnTo>
                    <a:pt x="6327059" y="1722"/>
                  </a:lnTo>
                  <a:lnTo>
                    <a:pt x="6327412" y="1722"/>
                  </a:lnTo>
                  <a:lnTo>
                    <a:pt x="6327529" y="1722"/>
                  </a:lnTo>
                  <a:lnTo>
                    <a:pt x="6327765" y="1722"/>
                  </a:lnTo>
                  <a:lnTo>
                    <a:pt x="6328000" y="1722"/>
                  </a:lnTo>
                  <a:lnTo>
                    <a:pt x="6328588" y="1722"/>
                  </a:lnTo>
                  <a:lnTo>
                    <a:pt x="6328705" y="1722"/>
                  </a:lnTo>
                  <a:lnTo>
                    <a:pt x="6329058" y="1722"/>
                  </a:lnTo>
                  <a:lnTo>
                    <a:pt x="6329176" y="1722"/>
                  </a:lnTo>
                  <a:lnTo>
                    <a:pt x="6329294" y="1722"/>
                  </a:lnTo>
                  <a:lnTo>
                    <a:pt x="6329411" y="1722"/>
                  </a:lnTo>
                  <a:lnTo>
                    <a:pt x="6329529" y="1291"/>
                  </a:lnTo>
                  <a:lnTo>
                    <a:pt x="6329646" y="1291"/>
                  </a:lnTo>
                  <a:lnTo>
                    <a:pt x="6329764" y="1291"/>
                  </a:lnTo>
                  <a:lnTo>
                    <a:pt x="6329882" y="1291"/>
                  </a:lnTo>
                  <a:lnTo>
                    <a:pt x="6330117" y="1291"/>
                  </a:lnTo>
                  <a:lnTo>
                    <a:pt x="6330234" y="1291"/>
                  </a:lnTo>
                  <a:lnTo>
                    <a:pt x="6330470" y="1291"/>
                  </a:lnTo>
                  <a:lnTo>
                    <a:pt x="6330705" y="1291"/>
                  </a:lnTo>
                  <a:lnTo>
                    <a:pt x="6331293" y="861"/>
                  </a:lnTo>
                  <a:lnTo>
                    <a:pt x="6331411" y="861"/>
                  </a:lnTo>
                  <a:lnTo>
                    <a:pt x="6331763" y="861"/>
                  </a:lnTo>
                  <a:lnTo>
                    <a:pt x="6332116" y="861"/>
                  </a:lnTo>
                  <a:lnTo>
                    <a:pt x="6332234" y="861"/>
                  </a:lnTo>
                  <a:lnTo>
                    <a:pt x="6332352" y="861"/>
                  </a:lnTo>
                  <a:lnTo>
                    <a:pt x="6332469" y="861"/>
                  </a:lnTo>
                  <a:lnTo>
                    <a:pt x="6332940" y="861"/>
                  </a:lnTo>
                  <a:lnTo>
                    <a:pt x="6333292" y="861"/>
                  </a:lnTo>
                  <a:lnTo>
                    <a:pt x="6333410" y="861"/>
                  </a:lnTo>
                  <a:lnTo>
                    <a:pt x="6333528" y="861"/>
                  </a:lnTo>
                  <a:lnTo>
                    <a:pt x="6333763" y="861"/>
                  </a:lnTo>
                  <a:lnTo>
                    <a:pt x="6334351" y="861"/>
                  </a:lnTo>
                  <a:lnTo>
                    <a:pt x="6334469" y="861"/>
                  </a:lnTo>
                  <a:lnTo>
                    <a:pt x="6334704" y="861"/>
                  </a:lnTo>
                  <a:lnTo>
                    <a:pt x="6334821" y="861"/>
                  </a:lnTo>
                  <a:lnTo>
                    <a:pt x="6335057" y="861"/>
                  </a:lnTo>
                  <a:lnTo>
                    <a:pt x="6335174" y="861"/>
                  </a:lnTo>
                  <a:lnTo>
                    <a:pt x="6335527" y="430"/>
                  </a:lnTo>
                  <a:lnTo>
                    <a:pt x="6335645" y="430"/>
                  </a:lnTo>
                  <a:lnTo>
                    <a:pt x="6335762" y="430"/>
                  </a:lnTo>
                  <a:lnTo>
                    <a:pt x="6335880" y="430"/>
                  </a:lnTo>
                  <a:lnTo>
                    <a:pt x="6336233" y="430"/>
                  </a:lnTo>
                  <a:lnTo>
                    <a:pt x="6336350" y="430"/>
                  </a:lnTo>
                  <a:lnTo>
                    <a:pt x="6336468" y="430"/>
                  </a:lnTo>
                  <a:lnTo>
                    <a:pt x="6336586" y="430"/>
                  </a:lnTo>
                  <a:lnTo>
                    <a:pt x="6336703" y="430"/>
                  </a:lnTo>
                  <a:lnTo>
                    <a:pt x="6336821" y="430"/>
                  </a:lnTo>
                  <a:lnTo>
                    <a:pt x="6336938" y="430"/>
                  </a:lnTo>
                  <a:lnTo>
                    <a:pt x="6337174" y="430"/>
                  </a:lnTo>
                  <a:lnTo>
                    <a:pt x="6337291" y="430"/>
                  </a:lnTo>
                  <a:lnTo>
                    <a:pt x="6337409" y="430"/>
                  </a:lnTo>
                  <a:lnTo>
                    <a:pt x="6337527" y="430"/>
                  </a:lnTo>
                  <a:lnTo>
                    <a:pt x="6337644" y="430"/>
                  </a:lnTo>
                  <a:lnTo>
                    <a:pt x="6337762" y="430"/>
                  </a:lnTo>
                  <a:lnTo>
                    <a:pt x="6337997" y="430"/>
                  </a:lnTo>
                  <a:lnTo>
                    <a:pt x="6338115" y="430"/>
                  </a:lnTo>
                  <a:lnTo>
                    <a:pt x="6338350" y="430"/>
                  </a:lnTo>
                  <a:lnTo>
                    <a:pt x="6338467" y="430"/>
                  </a:lnTo>
                  <a:lnTo>
                    <a:pt x="6338585" y="430"/>
                  </a:lnTo>
                  <a:lnTo>
                    <a:pt x="6338703" y="430"/>
                  </a:lnTo>
                  <a:lnTo>
                    <a:pt x="6338938" y="430"/>
                  </a:lnTo>
                  <a:lnTo>
                    <a:pt x="6339056" y="430"/>
                  </a:lnTo>
                  <a:lnTo>
                    <a:pt x="6339173" y="430"/>
                  </a:lnTo>
                  <a:lnTo>
                    <a:pt x="6339291" y="430"/>
                  </a:lnTo>
                  <a:lnTo>
                    <a:pt x="6339408" y="430"/>
                  </a:lnTo>
                  <a:lnTo>
                    <a:pt x="6339526" y="430"/>
                  </a:lnTo>
                  <a:lnTo>
                    <a:pt x="6339526" y="0"/>
                  </a:lnTo>
                  <a:lnTo>
                    <a:pt x="6339526" y="0"/>
                  </a:lnTo>
                  <a:lnTo>
                    <a:pt x="6339644" y="0"/>
                  </a:lnTo>
                  <a:lnTo>
                    <a:pt x="6339761" y="0"/>
                  </a:lnTo>
                  <a:lnTo>
                    <a:pt x="6339879" y="0"/>
                  </a:lnTo>
                  <a:lnTo>
                    <a:pt x="6339996" y="0"/>
                  </a:lnTo>
                  <a:lnTo>
                    <a:pt x="6340114" y="0"/>
                  </a:lnTo>
                  <a:lnTo>
                    <a:pt x="6340232" y="0"/>
                  </a:lnTo>
                  <a:lnTo>
                    <a:pt x="6340349" y="0"/>
                  </a:lnTo>
                  <a:lnTo>
                    <a:pt x="6340467" y="0"/>
                  </a:lnTo>
                  <a:lnTo>
                    <a:pt x="6340585" y="0"/>
                  </a:lnTo>
                  <a:lnTo>
                    <a:pt x="6340585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652822" y="69589"/>
              <a:ext cx="6340585" cy="6340585"/>
            </a:xfrm>
            <a:custGeom>
              <a:avLst/>
              <a:pathLst>
                <a:path w="6340585" h="6340585">
                  <a:moveTo>
                    <a:pt x="0" y="6340585"/>
                  </a:moveTo>
                  <a:lnTo>
                    <a:pt x="0" y="6340154"/>
                  </a:lnTo>
                  <a:lnTo>
                    <a:pt x="0" y="6339723"/>
                  </a:lnTo>
                  <a:lnTo>
                    <a:pt x="0" y="6339293"/>
                  </a:lnTo>
                  <a:lnTo>
                    <a:pt x="117" y="6339293"/>
                  </a:lnTo>
                  <a:lnTo>
                    <a:pt x="117" y="6338862"/>
                  </a:lnTo>
                  <a:lnTo>
                    <a:pt x="235" y="6338862"/>
                  </a:lnTo>
                  <a:lnTo>
                    <a:pt x="352" y="6338862"/>
                  </a:lnTo>
                  <a:lnTo>
                    <a:pt x="352" y="6338432"/>
                  </a:lnTo>
                  <a:lnTo>
                    <a:pt x="352" y="6338001"/>
                  </a:lnTo>
                  <a:lnTo>
                    <a:pt x="470" y="6338001"/>
                  </a:lnTo>
                  <a:lnTo>
                    <a:pt x="470" y="6337570"/>
                  </a:lnTo>
                  <a:lnTo>
                    <a:pt x="470" y="6337140"/>
                  </a:lnTo>
                  <a:lnTo>
                    <a:pt x="588" y="6337140"/>
                  </a:lnTo>
                  <a:lnTo>
                    <a:pt x="705" y="6337140"/>
                  </a:lnTo>
                  <a:lnTo>
                    <a:pt x="823" y="6337140"/>
                  </a:lnTo>
                  <a:lnTo>
                    <a:pt x="823" y="6336709"/>
                  </a:lnTo>
                  <a:lnTo>
                    <a:pt x="823" y="6336279"/>
                  </a:lnTo>
                  <a:lnTo>
                    <a:pt x="823" y="6335848"/>
                  </a:lnTo>
                  <a:lnTo>
                    <a:pt x="823" y="6335417"/>
                  </a:lnTo>
                  <a:lnTo>
                    <a:pt x="823" y="6334987"/>
                  </a:lnTo>
                  <a:lnTo>
                    <a:pt x="940" y="6334987"/>
                  </a:lnTo>
                  <a:lnTo>
                    <a:pt x="940" y="6334556"/>
                  </a:lnTo>
                  <a:lnTo>
                    <a:pt x="940" y="6334126"/>
                  </a:lnTo>
                  <a:lnTo>
                    <a:pt x="940" y="6333695"/>
                  </a:lnTo>
                  <a:lnTo>
                    <a:pt x="940" y="6333264"/>
                  </a:lnTo>
                  <a:lnTo>
                    <a:pt x="1058" y="6333264"/>
                  </a:lnTo>
                  <a:lnTo>
                    <a:pt x="1176" y="6333264"/>
                  </a:lnTo>
                  <a:lnTo>
                    <a:pt x="1293" y="6333264"/>
                  </a:lnTo>
                  <a:lnTo>
                    <a:pt x="1293" y="6332834"/>
                  </a:lnTo>
                  <a:lnTo>
                    <a:pt x="1293" y="6332403"/>
                  </a:lnTo>
                  <a:lnTo>
                    <a:pt x="1411" y="6332403"/>
                  </a:lnTo>
                  <a:lnTo>
                    <a:pt x="1528" y="6332403"/>
                  </a:lnTo>
                  <a:lnTo>
                    <a:pt x="1528" y="6331973"/>
                  </a:lnTo>
                  <a:lnTo>
                    <a:pt x="1528" y="6331542"/>
                  </a:lnTo>
                  <a:lnTo>
                    <a:pt x="1646" y="6331542"/>
                  </a:lnTo>
                  <a:lnTo>
                    <a:pt x="1646" y="6331111"/>
                  </a:lnTo>
                  <a:lnTo>
                    <a:pt x="1764" y="6331111"/>
                  </a:lnTo>
                  <a:lnTo>
                    <a:pt x="1881" y="6331111"/>
                  </a:lnTo>
                  <a:lnTo>
                    <a:pt x="1881" y="6330681"/>
                  </a:lnTo>
                  <a:lnTo>
                    <a:pt x="1881" y="6330250"/>
                  </a:lnTo>
                  <a:lnTo>
                    <a:pt x="1881" y="6329820"/>
                  </a:lnTo>
                  <a:lnTo>
                    <a:pt x="1881" y="6329389"/>
                  </a:lnTo>
                  <a:lnTo>
                    <a:pt x="1881" y="6328958"/>
                  </a:lnTo>
                  <a:lnTo>
                    <a:pt x="1999" y="6328958"/>
                  </a:lnTo>
                  <a:lnTo>
                    <a:pt x="2117" y="6328958"/>
                  </a:lnTo>
                  <a:lnTo>
                    <a:pt x="2234" y="6328958"/>
                  </a:lnTo>
                  <a:lnTo>
                    <a:pt x="2234" y="6328528"/>
                  </a:lnTo>
                  <a:lnTo>
                    <a:pt x="2352" y="6328528"/>
                  </a:lnTo>
                  <a:lnTo>
                    <a:pt x="2352" y="6328097"/>
                  </a:lnTo>
                  <a:lnTo>
                    <a:pt x="2469" y="6328097"/>
                  </a:lnTo>
                  <a:lnTo>
                    <a:pt x="2587" y="6328097"/>
                  </a:lnTo>
                  <a:lnTo>
                    <a:pt x="2587" y="6327667"/>
                  </a:lnTo>
                  <a:lnTo>
                    <a:pt x="2587" y="6327236"/>
                  </a:lnTo>
                  <a:lnTo>
                    <a:pt x="2705" y="6327236"/>
                  </a:lnTo>
                  <a:lnTo>
                    <a:pt x="2705" y="6326805"/>
                  </a:lnTo>
                  <a:lnTo>
                    <a:pt x="2822" y="6326805"/>
                  </a:lnTo>
                  <a:lnTo>
                    <a:pt x="2940" y="6326805"/>
                  </a:lnTo>
                  <a:lnTo>
                    <a:pt x="3057" y="6326805"/>
                  </a:lnTo>
                  <a:lnTo>
                    <a:pt x="3057" y="6326375"/>
                  </a:lnTo>
                  <a:lnTo>
                    <a:pt x="3175" y="6326375"/>
                  </a:lnTo>
                  <a:lnTo>
                    <a:pt x="3175" y="6325944"/>
                  </a:lnTo>
                  <a:lnTo>
                    <a:pt x="3293" y="6325944"/>
                  </a:lnTo>
                  <a:lnTo>
                    <a:pt x="3410" y="6325944"/>
                  </a:lnTo>
                  <a:lnTo>
                    <a:pt x="3528" y="6325944"/>
                  </a:lnTo>
                  <a:lnTo>
                    <a:pt x="3646" y="6325944"/>
                  </a:lnTo>
                  <a:lnTo>
                    <a:pt x="3646" y="6325514"/>
                  </a:lnTo>
                  <a:lnTo>
                    <a:pt x="3646" y="6325083"/>
                  </a:lnTo>
                  <a:lnTo>
                    <a:pt x="3763" y="6325083"/>
                  </a:lnTo>
                  <a:lnTo>
                    <a:pt x="3763" y="6324652"/>
                  </a:lnTo>
                  <a:lnTo>
                    <a:pt x="3763" y="6324222"/>
                  </a:lnTo>
                  <a:lnTo>
                    <a:pt x="3763" y="6323791"/>
                  </a:lnTo>
                  <a:lnTo>
                    <a:pt x="3763" y="6323361"/>
                  </a:lnTo>
                  <a:lnTo>
                    <a:pt x="3763" y="6322930"/>
                  </a:lnTo>
                  <a:lnTo>
                    <a:pt x="3881" y="6322930"/>
                  </a:lnTo>
                  <a:lnTo>
                    <a:pt x="3998" y="6322930"/>
                  </a:lnTo>
                  <a:lnTo>
                    <a:pt x="4116" y="6322930"/>
                  </a:lnTo>
                  <a:lnTo>
                    <a:pt x="4234" y="6322930"/>
                  </a:lnTo>
                  <a:lnTo>
                    <a:pt x="4351" y="6322930"/>
                  </a:lnTo>
                  <a:lnTo>
                    <a:pt x="4351" y="6322499"/>
                  </a:lnTo>
                  <a:lnTo>
                    <a:pt x="4351" y="6322069"/>
                  </a:lnTo>
                  <a:lnTo>
                    <a:pt x="4351" y="6321638"/>
                  </a:lnTo>
                  <a:lnTo>
                    <a:pt x="4469" y="6321638"/>
                  </a:lnTo>
                  <a:lnTo>
                    <a:pt x="4586" y="6321638"/>
                  </a:lnTo>
                  <a:lnTo>
                    <a:pt x="4586" y="6321208"/>
                  </a:lnTo>
                  <a:lnTo>
                    <a:pt x="4586" y="6320777"/>
                  </a:lnTo>
                  <a:lnTo>
                    <a:pt x="4586" y="6320346"/>
                  </a:lnTo>
                  <a:lnTo>
                    <a:pt x="4704" y="6320346"/>
                  </a:lnTo>
                  <a:lnTo>
                    <a:pt x="4704" y="6319916"/>
                  </a:lnTo>
                  <a:lnTo>
                    <a:pt x="4822" y="6319916"/>
                  </a:lnTo>
                  <a:lnTo>
                    <a:pt x="4822" y="6319485"/>
                  </a:lnTo>
                  <a:lnTo>
                    <a:pt x="4822" y="6319055"/>
                  </a:lnTo>
                  <a:lnTo>
                    <a:pt x="4939" y="6319055"/>
                  </a:lnTo>
                  <a:lnTo>
                    <a:pt x="4939" y="6318624"/>
                  </a:lnTo>
                  <a:lnTo>
                    <a:pt x="5057" y="6318624"/>
                  </a:lnTo>
                  <a:lnTo>
                    <a:pt x="5175" y="6318624"/>
                  </a:lnTo>
                  <a:lnTo>
                    <a:pt x="5292" y="6318624"/>
                  </a:lnTo>
                  <a:lnTo>
                    <a:pt x="5410" y="6318624"/>
                  </a:lnTo>
                  <a:lnTo>
                    <a:pt x="5410" y="6318193"/>
                  </a:lnTo>
                  <a:lnTo>
                    <a:pt x="5527" y="6318193"/>
                  </a:lnTo>
                  <a:lnTo>
                    <a:pt x="5527" y="6317763"/>
                  </a:lnTo>
                  <a:lnTo>
                    <a:pt x="5527" y="6317332"/>
                  </a:lnTo>
                  <a:lnTo>
                    <a:pt x="5527" y="6316902"/>
                  </a:lnTo>
                  <a:lnTo>
                    <a:pt x="5527" y="6316471"/>
                  </a:lnTo>
                  <a:lnTo>
                    <a:pt x="5645" y="6316471"/>
                  </a:lnTo>
                  <a:lnTo>
                    <a:pt x="5763" y="6316471"/>
                  </a:lnTo>
                  <a:lnTo>
                    <a:pt x="5880" y="6316471"/>
                  </a:lnTo>
                  <a:lnTo>
                    <a:pt x="5880" y="6316040"/>
                  </a:lnTo>
                  <a:lnTo>
                    <a:pt x="5998" y="6316040"/>
                  </a:lnTo>
                  <a:lnTo>
                    <a:pt x="6115" y="6316040"/>
                  </a:lnTo>
                  <a:lnTo>
                    <a:pt x="6115" y="6315610"/>
                  </a:lnTo>
                  <a:lnTo>
                    <a:pt x="6233" y="6315610"/>
                  </a:lnTo>
                  <a:lnTo>
                    <a:pt x="6351" y="6315610"/>
                  </a:lnTo>
                  <a:lnTo>
                    <a:pt x="6351" y="6315179"/>
                  </a:lnTo>
                  <a:lnTo>
                    <a:pt x="6351" y="6314749"/>
                  </a:lnTo>
                  <a:lnTo>
                    <a:pt x="6468" y="6314749"/>
                  </a:lnTo>
                  <a:lnTo>
                    <a:pt x="6468" y="6314318"/>
                  </a:lnTo>
                  <a:lnTo>
                    <a:pt x="6586" y="6314318"/>
                  </a:lnTo>
                  <a:lnTo>
                    <a:pt x="6586" y="6313887"/>
                  </a:lnTo>
                  <a:lnTo>
                    <a:pt x="6704" y="6313887"/>
                  </a:lnTo>
                  <a:lnTo>
                    <a:pt x="6821" y="6313887"/>
                  </a:lnTo>
                  <a:lnTo>
                    <a:pt x="6821" y="6313457"/>
                  </a:lnTo>
                  <a:lnTo>
                    <a:pt x="6939" y="6313457"/>
                  </a:lnTo>
                  <a:lnTo>
                    <a:pt x="7056" y="6313457"/>
                  </a:lnTo>
                  <a:lnTo>
                    <a:pt x="7174" y="6313457"/>
                  </a:lnTo>
                  <a:lnTo>
                    <a:pt x="7174" y="6313026"/>
                  </a:lnTo>
                  <a:lnTo>
                    <a:pt x="7174" y="6312596"/>
                  </a:lnTo>
                  <a:lnTo>
                    <a:pt x="7174" y="6312165"/>
                  </a:lnTo>
                  <a:lnTo>
                    <a:pt x="7292" y="6312165"/>
                  </a:lnTo>
                  <a:lnTo>
                    <a:pt x="7292" y="6311734"/>
                  </a:lnTo>
                  <a:lnTo>
                    <a:pt x="7409" y="6311734"/>
                  </a:lnTo>
                  <a:lnTo>
                    <a:pt x="7409" y="6311304"/>
                  </a:lnTo>
                  <a:lnTo>
                    <a:pt x="7409" y="6310873"/>
                  </a:lnTo>
                  <a:lnTo>
                    <a:pt x="7409" y="6310443"/>
                  </a:lnTo>
                  <a:lnTo>
                    <a:pt x="7409" y="6310012"/>
                  </a:lnTo>
                  <a:lnTo>
                    <a:pt x="7527" y="6310012"/>
                  </a:lnTo>
                  <a:lnTo>
                    <a:pt x="7644" y="6310012"/>
                  </a:lnTo>
                  <a:lnTo>
                    <a:pt x="7762" y="6310012"/>
                  </a:lnTo>
                  <a:lnTo>
                    <a:pt x="7880" y="6310012"/>
                  </a:lnTo>
                  <a:lnTo>
                    <a:pt x="7880" y="6309581"/>
                  </a:lnTo>
                  <a:lnTo>
                    <a:pt x="7997" y="6309581"/>
                  </a:lnTo>
                  <a:lnTo>
                    <a:pt x="7997" y="6309151"/>
                  </a:lnTo>
                  <a:lnTo>
                    <a:pt x="8115" y="6309151"/>
                  </a:lnTo>
                  <a:lnTo>
                    <a:pt x="8232" y="6309151"/>
                  </a:lnTo>
                  <a:lnTo>
                    <a:pt x="8232" y="6308720"/>
                  </a:lnTo>
                  <a:lnTo>
                    <a:pt x="8350" y="6308720"/>
                  </a:lnTo>
                  <a:lnTo>
                    <a:pt x="8350" y="6308290"/>
                  </a:lnTo>
                  <a:lnTo>
                    <a:pt x="8350" y="6307859"/>
                  </a:lnTo>
                  <a:lnTo>
                    <a:pt x="8350" y="6307428"/>
                  </a:lnTo>
                  <a:lnTo>
                    <a:pt x="8468" y="6307428"/>
                  </a:lnTo>
                  <a:lnTo>
                    <a:pt x="8585" y="6307428"/>
                  </a:lnTo>
                  <a:lnTo>
                    <a:pt x="8585" y="6306998"/>
                  </a:lnTo>
                  <a:lnTo>
                    <a:pt x="8703" y="6306998"/>
                  </a:lnTo>
                  <a:lnTo>
                    <a:pt x="8821" y="6306998"/>
                  </a:lnTo>
                  <a:lnTo>
                    <a:pt x="8821" y="6306567"/>
                  </a:lnTo>
                  <a:lnTo>
                    <a:pt x="8821" y="6306137"/>
                  </a:lnTo>
                  <a:lnTo>
                    <a:pt x="8938" y="6306137"/>
                  </a:lnTo>
                  <a:lnTo>
                    <a:pt x="9056" y="6306137"/>
                  </a:lnTo>
                  <a:lnTo>
                    <a:pt x="9173" y="6306137"/>
                  </a:lnTo>
                  <a:lnTo>
                    <a:pt x="9173" y="6305706"/>
                  </a:lnTo>
                  <a:lnTo>
                    <a:pt x="9173" y="6305275"/>
                  </a:lnTo>
                  <a:lnTo>
                    <a:pt x="9173" y="6304845"/>
                  </a:lnTo>
                  <a:lnTo>
                    <a:pt x="9291" y="6304845"/>
                  </a:lnTo>
                  <a:lnTo>
                    <a:pt x="9291" y="6304414"/>
                  </a:lnTo>
                  <a:lnTo>
                    <a:pt x="9409" y="6304414"/>
                  </a:lnTo>
                  <a:lnTo>
                    <a:pt x="9409" y="6303984"/>
                  </a:lnTo>
                  <a:lnTo>
                    <a:pt x="9526" y="6303984"/>
                  </a:lnTo>
                  <a:lnTo>
                    <a:pt x="9644" y="6303984"/>
                  </a:lnTo>
                  <a:lnTo>
                    <a:pt x="9761" y="6303984"/>
                  </a:lnTo>
                  <a:lnTo>
                    <a:pt x="9879" y="6303984"/>
                  </a:lnTo>
                  <a:lnTo>
                    <a:pt x="9879" y="6303553"/>
                  </a:lnTo>
                  <a:lnTo>
                    <a:pt x="9879" y="6303122"/>
                  </a:lnTo>
                  <a:lnTo>
                    <a:pt x="9997" y="6303122"/>
                  </a:lnTo>
                  <a:lnTo>
                    <a:pt x="10114" y="6303122"/>
                  </a:lnTo>
                  <a:lnTo>
                    <a:pt x="10232" y="6303122"/>
                  </a:lnTo>
                  <a:lnTo>
                    <a:pt x="10350" y="6303122"/>
                  </a:lnTo>
                  <a:lnTo>
                    <a:pt x="10467" y="6303122"/>
                  </a:lnTo>
                  <a:lnTo>
                    <a:pt x="10585" y="6303122"/>
                  </a:lnTo>
                  <a:lnTo>
                    <a:pt x="10585" y="6302692"/>
                  </a:lnTo>
                  <a:lnTo>
                    <a:pt x="10702" y="6302692"/>
                  </a:lnTo>
                  <a:lnTo>
                    <a:pt x="10820" y="6302692"/>
                  </a:lnTo>
                  <a:lnTo>
                    <a:pt x="10938" y="6302692"/>
                  </a:lnTo>
                  <a:lnTo>
                    <a:pt x="11055" y="6302692"/>
                  </a:lnTo>
                  <a:lnTo>
                    <a:pt x="11173" y="6302692"/>
                  </a:lnTo>
                  <a:lnTo>
                    <a:pt x="11173" y="6302261"/>
                  </a:lnTo>
                  <a:lnTo>
                    <a:pt x="11173" y="6301831"/>
                  </a:lnTo>
                  <a:lnTo>
                    <a:pt x="11173" y="6301400"/>
                  </a:lnTo>
                  <a:lnTo>
                    <a:pt x="11290" y="6301400"/>
                  </a:lnTo>
                  <a:lnTo>
                    <a:pt x="11290" y="6300969"/>
                  </a:lnTo>
                  <a:lnTo>
                    <a:pt x="11408" y="6300969"/>
                  </a:lnTo>
                  <a:lnTo>
                    <a:pt x="11526" y="6300969"/>
                  </a:lnTo>
                  <a:lnTo>
                    <a:pt x="11526" y="6300539"/>
                  </a:lnTo>
                  <a:lnTo>
                    <a:pt x="11526" y="6300108"/>
                  </a:lnTo>
                  <a:lnTo>
                    <a:pt x="11643" y="6300108"/>
                  </a:lnTo>
                  <a:lnTo>
                    <a:pt x="11643" y="6299678"/>
                  </a:lnTo>
                  <a:lnTo>
                    <a:pt x="11761" y="6299678"/>
                  </a:lnTo>
                  <a:lnTo>
                    <a:pt x="11761" y="6299247"/>
                  </a:lnTo>
                  <a:lnTo>
                    <a:pt x="11879" y="6299247"/>
                  </a:lnTo>
                  <a:lnTo>
                    <a:pt x="11996" y="6299247"/>
                  </a:lnTo>
                  <a:lnTo>
                    <a:pt x="12114" y="6299247"/>
                  </a:lnTo>
                  <a:lnTo>
                    <a:pt x="12114" y="6298816"/>
                  </a:lnTo>
                  <a:lnTo>
                    <a:pt x="12231" y="6298816"/>
                  </a:lnTo>
                  <a:lnTo>
                    <a:pt x="12349" y="6298816"/>
                  </a:lnTo>
                  <a:lnTo>
                    <a:pt x="12467" y="6298816"/>
                  </a:lnTo>
                  <a:lnTo>
                    <a:pt x="12584" y="6298816"/>
                  </a:lnTo>
                  <a:lnTo>
                    <a:pt x="12702" y="6298816"/>
                  </a:lnTo>
                  <a:lnTo>
                    <a:pt x="12702" y="6298386"/>
                  </a:lnTo>
                  <a:lnTo>
                    <a:pt x="12702" y="6297955"/>
                  </a:lnTo>
                  <a:lnTo>
                    <a:pt x="12819" y="6297955"/>
                  </a:lnTo>
                  <a:lnTo>
                    <a:pt x="12819" y="6297525"/>
                  </a:lnTo>
                  <a:lnTo>
                    <a:pt x="12937" y="6297525"/>
                  </a:lnTo>
                  <a:lnTo>
                    <a:pt x="13055" y="6297525"/>
                  </a:lnTo>
                  <a:lnTo>
                    <a:pt x="13055" y="6297094"/>
                  </a:lnTo>
                  <a:lnTo>
                    <a:pt x="13055" y="6296663"/>
                  </a:lnTo>
                  <a:lnTo>
                    <a:pt x="13172" y="6296663"/>
                  </a:lnTo>
                  <a:lnTo>
                    <a:pt x="13290" y="6296663"/>
                  </a:lnTo>
                  <a:lnTo>
                    <a:pt x="13290" y="6296233"/>
                  </a:lnTo>
                  <a:lnTo>
                    <a:pt x="13290" y="6295802"/>
                  </a:lnTo>
                  <a:lnTo>
                    <a:pt x="13408" y="6295802"/>
                  </a:lnTo>
                  <a:lnTo>
                    <a:pt x="13525" y="6295802"/>
                  </a:lnTo>
                  <a:lnTo>
                    <a:pt x="13643" y="6295802"/>
                  </a:lnTo>
                  <a:lnTo>
                    <a:pt x="13643" y="6295372"/>
                  </a:lnTo>
                  <a:lnTo>
                    <a:pt x="13643" y="6294941"/>
                  </a:lnTo>
                  <a:lnTo>
                    <a:pt x="13760" y="6294941"/>
                  </a:lnTo>
                  <a:lnTo>
                    <a:pt x="13760" y="6294510"/>
                  </a:lnTo>
                  <a:lnTo>
                    <a:pt x="13878" y="6294510"/>
                  </a:lnTo>
                  <a:lnTo>
                    <a:pt x="13996" y="6294510"/>
                  </a:lnTo>
                  <a:lnTo>
                    <a:pt x="14113" y="6294510"/>
                  </a:lnTo>
                  <a:lnTo>
                    <a:pt x="14113" y="6294080"/>
                  </a:lnTo>
                  <a:lnTo>
                    <a:pt x="14231" y="6294080"/>
                  </a:lnTo>
                  <a:lnTo>
                    <a:pt x="14348" y="6294080"/>
                  </a:lnTo>
                  <a:lnTo>
                    <a:pt x="14466" y="6294080"/>
                  </a:lnTo>
                  <a:lnTo>
                    <a:pt x="14466" y="6293649"/>
                  </a:lnTo>
                  <a:lnTo>
                    <a:pt x="14466" y="6293219"/>
                  </a:lnTo>
                  <a:lnTo>
                    <a:pt x="14466" y="6292788"/>
                  </a:lnTo>
                  <a:lnTo>
                    <a:pt x="14466" y="6292357"/>
                  </a:lnTo>
                  <a:lnTo>
                    <a:pt x="14584" y="6292357"/>
                  </a:lnTo>
                  <a:lnTo>
                    <a:pt x="14701" y="6292357"/>
                  </a:lnTo>
                  <a:lnTo>
                    <a:pt x="14701" y="6291927"/>
                  </a:lnTo>
                  <a:lnTo>
                    <a:pt x="14701" y="6291496"/>
                  </a:lnTo>
                  <a:lnTo>
                    <a:pt x="14819" y="6291496"/>
                  </a:lnTo>
                  <a:lnTo>
                    <a:pt x="14937" y="6291496"/>
                  </a:lnTo>
                  <a:lnTo>
                    <a:pt x="14937" y="6291066"/>
                  </a:lnTo>
                  <a:lnTo>
                    <a:pt x="15054" y="6291066"/>
                  </a:lnTo>
                  <a:lnTo>
                    <a:pt x="15172" y="6291066"/>
                  </a:lnTo>
                  <a:lnTo>
                    <a:pt x="15289" y="6291066"/>
                  </a:lnTo>
                  <a:lnTo>
                    <a:pt x="15407" y="6291066"/>
                  </a:lnTo>
                  <a:lnTo>
                    <a:pt x="15525" y="6291066"/>
                  </a:lnTo>
                  <a:lnTo>
                    <a:pt x="15525" y="6290635"/>
                  </a:lnTo>
                  <a:lnTo>
                    <a:pt x="15525" y="6290204"/>
                  </a:lnTo>
                  <a:lnTo>
                    <a:pt x="15642" y="6290204"/>
                  </a:lnTo>
                  <a:lnTo>
                    <a:pt x="15642" y="6289774"/>
                  </a:lnTo>
                  <a:lnTo>
                    <a:pt x="15642" y="6289343"/>
                  </a:lnTo>
                  <a:lnTo>
                    <a:pt x="15760" y="6289343"/>
                  </a:lnTo>
                  <a:lnTo>
                    <a:pt x="15877" y="6289343"/>
                  </a:lnTo>
                  <a:lnTo>
                    <a:pt x="15995" y="6289343"/>
                  </a:lnTo>
                  <a:lnTo>
                    <a:pt x="16113" y="6289343"/>
                  </a:lnTo>
                  <a:lnTo>
                    <a:pt x="16230" y="6289343"/>
                  </a:lnTo>
                  <a:lnTo>
                    <a:pt x="16230" y="6288913"/>
                  </a:lnTo>
                  <a:lnTo>
                    <a:pt x="16348" y="6288913"/>
                  </a:lnTo>
                  <a:lnTo>
                    <a:pt x="16348" y="6288482"/>
                  </a:lnTo>
                  <a:lnTo>
                    <a:pt x="16465" y="6288482"/>
                  </a:lnTo>
                  <a:lnTo>
                    <a:pt x="16583" y="6288482"/>
                  </a:lnTo>
                  <a:lnTo>
                    <a:pt x="16701" y="6288482"/>
                  </a:lnTo>
                  <a:lnTo>
                    <a:pt x="16818" y="6288482"/>
                  </a:lnTo>
                  <a:lnTo>
                    <a:pt x="16936" y="6288482"/>
                  </a:lnTo>
                  <a:lnTo>
                    <a:pt x="17054" y="6288482"/>
                  </a:lnTo>
                  <a:lnTo>
                    <a:pt x="17171" y="6288482"/>
                  </a:lnTo>
                  <a:lnTo>
                    <a:pt x="17289" y="6288482"/>
                  </a:lnTo>
                  <a:lnTo>
                    <a:pt x="17289" y="6288051"/>
                  </a:lnTo>
                  <a:lnTo>
                    <a:pt x="17406" y="6288051"/>
                  </a:lnTo>
                  <a:lnTo>
                    <a:pt x="17406" y="6287621"/>
                  </a:lnTo>
                  <a:lnTo>
                    <a:pt x="17406" y="6287190"/>
                  </a:lnTo>
                  <a:lnTo>
                    <a:pt x="17524" y="6287190"/>
                  </a:lnTo>
                  <a:lnTo>
                    <a:pt x="17524" y="6286760"/>
                  </a:lnTo>
                  <a:lnTo>
                    <a:pt x="17642" y="6286760"/>
                  </a:lnTo>
                  <a:lnTo>
                    <a:pt x="17759" y="6286760"/>
                  </a:lnTo>
                  <a:lnTo>
                    <a:pt x="17877" y="6286760"/>
                  </a:lnTo>
                  <a:lnTo>
                    <a:pt x="17877" y="6286329"/>
                  </a:lnTo>
                  <a:lnTo>
                    <a:pt x="17877" y="6285898"/>
                  </a:lnTo>
                  <a:lnTo>
                    <a:pt x="17994" y="6285898"/>
                  </a:lnTo>
                  <a:lnTo>
                    <a:pt x="18112" y="6285898"/>
                  </a:lnTo>
                  <a:lnTo>
                    <a:pt x="18112" y="6285468"/>
                  </a:lnTo>
                  <a:lnTo>
                    <a:pt x="18112" y="6285037"/>
                  </a:lnTo>
                  <a:lnTo>
                    <a:pt x="18230" y="6285037"/>
                  </a:lnTo>
                  <a:lnTo>
                    <a:pt x="18347" y="6285037"/>
                  </a:lnTo>
                  <a:lnTo>
                    <a:pt x="18347" y="6284607"/>
                  </a:lnTo>
                  <a:lnTo>
                    <a:pt x="18465" y="6284607"/>
                  </a:lnTo>
                  <a:lnTo>
                    <a:pt x="18583" y="6284607"/>
                  </a:lnTo>
                  <a:lnTo>
                    <a:pt x="18583" y="6284176"/>
                  </a:lnTo>
                  <a:lnTo>
                    <a:pt x="18700" y="6284176"/>
                  </a:lnTo>
                  <a:lnTo>
                    <a:pt x="18818" y="6284176"/>
                  </a:lnTo>
                  <a:lnTo>
                    <a:pt x="18935" y="6284176"/>
                  </a:lnTo>
                  <a:lnTo>
                    <a:pt x="19053" y="6284176"/>
                  </a:lnTo>
                  <a:lnTo>
                    <a:pt x="19053" y="6283745"/>
                  </a:lnTo>
                  <a:lnTo>
                    <a:pt x="19171" y="6283745"/>
                  </a:lnTo>
                  <a:lnTo>
                    <a:pt x="19288" y="6283745"/>
                  </a:lnTo>
                  <a:lnTo>
                    <a:pt x="19406" y="6283745"/>
                  </a:lnTo>
                  <a:lnTo>
                    <a:pt x="19406" y="6283315"/>
                  </a:lnTo>
                  <a:lnTo>
                    <a:pt x="19523" y="6283315"/>
                  </a:lnTo>
                  <a:lnTo>
                    <a:pt x="19523" y="6282884"/>
                  </a:lnTo>
                  <a:lnTo>
                    <a:pt x="19641" y="6282884"/>
                  </a:lnTo>
                  <a:lnTo>
                    <a:pt x="19641" y="6282454"/>
                  </a:lnTo>
                  <a:lnTo>
                    <a:pt x="19641" y="6282023"/>
                  </a:lnTo>
                  <a:lnTo>
                    <a:pt x="19759" y="6282023"/>
                  </a:lnTo>
                  <a:lnTo>
                    <a:pt x="19759" y="6281592"/>
                  </a:lnTo>
                  <a:lnTo>
                    <a:pt x="19876" y="6281592"/>
                  </a:lnTo>
                  <a:lnTo>
                    <a:pt x="19876" y="6281162"/>
                  </a:lnTo>
                  <a:lnTo>
                    <a:pt x="19876" y="6280731"/>
                  </a:lnTo>
                  <a:lnTo>
                    <a:pt x="19994" y="6280731"/>
                  </a:lnTo>
                  <a:lnTo>
                    <a:pt x="20112" y="6280731"/>
                  </a:lnTo>
                  <a:lnTo>
                    <a:pt x="20229" y="6280731"/>
                  </a:lnTo>
                  <a:lnTo>
                    <a:pt x="20347" y="6280731"/>
                  </a:lnTo>
                  <a:lnTo>
                    <a:pt x="20347" y="6280301"/>
                  </a:lnTo>
                  <a:lnTo>
                    <a:pt x="20464" y="6280301"/>
                  </a:lnTo>
                  <a:lnTo>
                    <a:pt x="20582" y="6280301"/>
                  </a:lnTo>
                  <a:lnTo>
                    <a:pt x="20582" y="6279870"/>
                  </a:lnTo>
                  <a:lnTo>
                    <a:pt x="20700" y="6279870"/>
                  </a:lnTo>
                  <a:lnTo>
                    <a:pt x="20700" y="6279439"/>
                  </a:lnTo>
                  <a:lnTo>
                    <a:pt x="20817" y="6279439"/>
                  </a:lnTo>
                  <a:lnTo>
                    <a:pt x="20817" y="6279009"/>
                  </a:lnTo>
                  <a:lnTo>
                    <a:pt x="20817" y="6278578"/>
                  </a:lnTo>
                  <a:lnTo>
                    <a:pt x="20935" y="6278578"/>
                  </a:lnTo>
                  <a:lnTo>
                    <a:pt x="21052" y="6278578"/>
                  </a:lnTo>
                  <a:lnTo>
                    <a:pt x="21170" y="6278578"/>
                  </a:lnTo>
                  <a:lnTo>
                    <a:pt x="21170" y="6278148"/>
                  </a:lnTo>
                  <a:lnTo>
                    <a:pt x="21170" y="6277717"/>
                  </a:lnTo>
                  <a:lnTo>
                    <a:pt x="21288" y="6277717"/>
                  </a:lnTo>
                  <a:lnTo>
                    <a:pt x="21405" y="6277717"/>
                  </a:lnTo>
                  <a:lnTo>
                    <a:pt x="21405" y="6277286"/>
                  </a:lnTo>
                  <a:lnTo>
                    <a:pt x="21405" y="6276856"/>
                  </a:lnTo>
                  <a:lnTo>
                    <a:pt x="21523" y="6276856"/>
                  </a:lnTo>
                  <a:lnTo>
                    <a:pt x="21641" y="6276856"/>
                  </a:lnTo>
                  <a:lnTo>
                    <a:pt x="21758" y="6276856"/>
                  </a:lnTo>
                  <a:lnTo>
                    <a:pt x="21758" y="6276425"/>
                  </a:lnTo>
                  <a:lnTo>
                    <a:pt x="21758" y="6275995"/>
                  </a:lnTo>
                  <a:lnTo>
                    <a:pt x="21758" y="6275564"/>
                  </a:lnTo>
                  <a:lnTo>
                    <a:pt x="21876" y="6275564"/>
                  </a:lnTo>
                  <a:lnTo>
                    <a:pt x="21993" y="6275564"/>
                  </a:lnTo>
                  <a:lnTo>
                    <a:pt x="22111" y="6275564"/>
                  </a:lnTo>
                  <a:lnTo>
                    <a:pt x="22111" y="6275133"/>
                  </a:lnTo>
                  <a:lnTo>
                    <a:pt x="22229" y="6275133"/>
                  </a:lnTo>
                  <a:lnTo>
                    <a:pt x="22229" y="6274703"/>
                  </a:lnTo>
                  <a:lnTo>
                    <a:pt x="22346" y="6274703"/>
                  </a:lnTo>
                  <a:lnTo>
                    <a:pt x="22464" y="6274703"/>
                  </a:lnTo>
                  <a:lnTo>
                    <a:pt x="22581" y="6274703"/>
                  </a:lnTo>
                  <a:lnTo>
                    <a:pt x="22581" y="6274272"/>
                  </a:lnTo>
                  <a:lnTo>
                    <a:pt x="22699" y="6274272"/>
                  </a:lnTo>
                  <a:lnTo>
                    <a:pt x="22699" y="6273842"/>
                  </a:lnTo>
                  <a:lnTo>
                    <a:pt x="22817" y="6273842"/>
                  </a:lnTo>
                  <a:lnTo>
                    <a:pt x="22934" y="6273842"/>
                  </a:lnTo>
                  <a:lnTo>
                    <a:pt x="22934" y="6273411"/>
                  </a:lnTo>
                  <a:lnTo>
                    <a:pt x="22934" y="6272980"/>
                  </a:lnTo>
                  <a:lnTo>
                    <a:pt x="22934" y="6272550"/>
                  </a:lnTo>
                  <a:lnTo>
                    <a:pt x="22934" y="6272119"/>
                  </a:lnTo>
                  <a:lnTo>
                    <a:pt x="22934" y="6271689"/>
                  </a:lnTo>
                  <a:lnTo>
                    <a:pt x="23052" y="6271689"/>
                  </a:lnTo>
                  <a:lnTo>
                    <a:pt x="23170" y="6271689"/>
                  </a:lnTo>
                  <a:lnTo>
                    <a:pt x="23287" y="6271689"/>
                  </a:lnTo>
                  <a:lnTo>
                    <a:pt x="23405" y="6271689"/>
                  </a:lnTo>
                  <a:lnTo>
                    <a:pt x="23522" y="6271689"/>
                  </a:lnTo>
                  <a:lnTo>
                    <a:pt x="23640" y="6271689"/>
                  </a:lnTo>
                  <a:lnTo>
                    <a:pt x="23640" y="6271258"/>
                  </a:lnTo>
                  <a:lnTo>
                    <a:pt x="23640" y="6270827"/>
                  </a:lnTo>
                  <a:lnTo>
                    <a:pt x="23640" y="6270397"/>
                  </a:lnTo>
                  <a:lnTo>
                    <a:pt x="23758" y="6270397"/>
                  </a:lnTo>
                  <a:lnTo>
                    <a:pt x="23875" y="6270397"/>
                  </a:lnTo>
                  <a:lnTo>
                    <a:pt x="23875" y="6269966"/>
                  </a:lnTo>
                  <a:lnTo>
                    <a:pt x="23993" y="6269966"/>
                  </a:lnTo>
                  <a:lnTo>
                    <a:pt x="24110" y="6269966"/>
                  </a:lnTo>
                  <a:lnTo>
                    <a:pt x="24228" y="6269966"/>
                  </a:lnTo>
                  <a:lnTo>
                    <a:pt x="24346" y="6269966"/>
                  </a:lnTo>
                  <a:lnTo>
                    <a:pt x="24346" y="6269536"/>
                  </a:lnTo>
                  <a:lnTo>
                    <a:pt x="24346" y="6269105"/>
                  </a:lnTo>
                  <a:lnTo>
                    <a:pt x="24346" y="6268674"/>
                  </a:lnTo>
                  <a:lnTo>
                    <a:pt x="24346" y="6268244"/>
                  </a:lnTo>
                  <a:lnTo>
                    <a:pt x="24463" y="6268244"/>
                  </a:lnTo>
                  <a:lnTo>
                    <a:pt x="24581" y="6268244"/>
                  </a:lnTo>
                  <a:lnTo>
                    <a:pt x="24698" y="6268244"/>
                  </a:lnTo>
                  <a:lnTo>
                    <a:pt x="24816" y="6268244"/>
                  </a:lnTo>
                  <a:lnTo>
                    <a:pt x="24816" y="6267813"/>
                  </a:lnTo>
                  <a:lnTo>
                    <a:pt x="24816" y="6267383"/>
                  </a:lnTo>
                  <a:lnTo>
                    <a:pt x="24934" y="6267383"/>
                  </a:lnTo>
                  <a:lnTo>
                    <a:pt x="25051" y="6267383"/>
                  </a:lnTo>
                  <a:lnTo>
                    <a:pt x="25051" y="6266952"/>
                  </a:lnTo>
                  <a:lnTo>
                    <a:pt x="25169" y="6266952"/>
                  </a:lnTo>
                  <a:lnTo>
                    <a:pt x="25169" y="6266521"/>
                  </a:lnTo>
                  <a:lnTo>
                    <a:pt x="25287" y="6266521"/>
                  </a:lnTo>
                  <a:lnTo>
                    <a:pt x="25404" y="6266521"/>
                  </a:lnTo>
                  <a:lnTo>
                    <a:pt x="25404" y="6266091"/>
                  </a:lnTo>
                  <a:lnTo>
                    <a:pt x="25404" y="6265660"/>
                  </a:lnTo>
                  <a:lnTo>
                    <a:pt x="25522" y="6265660"/>
                  </a:lnTo>
                  <a:lnTo>
                    <a:pt x="25639" y="6265660"/>
                  </a:lnTo>
                  <a:lnTo>
                    <a:pt x="25757" y="6265660"/>
                  </a:lnTo>
                  <a:lnTo>
                    <a:pt x="25875" y="6265660"/>
                  </a:lnTo>
                  <a:lnTo>
                    <a:pt x="25875" y="6265230"/>
                  </a:lnTo>
                  <a:lnTo>
                    <a:pt x="25992" y="6265230"/>
                  </a:lnTo>
                  <a:lnTo>
                    <a:pt x="26110" y="6265230"/>
                  </a:lnTo>
                  <a:lnTo>
                    <a:pt x="26227" y="6265230"/>
                  </a:lnTo>
                  <a:lnTo>
                    <a:pt x="26227" y="6264799"/>
                  </a:lnTo>
                  <a:lnTo>
                    <a:pt x="26227" y="6264368"/>
                  </a:lnTo>
                  <a:lnTo>
                    <a:pt x="26227" y="6263938"/>
                  </a:lnTo>
                  <a:lnTo>
                    <a:pt x="26345" y="6263938"/>
                  </a:lnTo>
                  <a:lnTo>
                    <a:pt x="26345" y="6263507"/>
                  </a:lnTo>
                  <a:lnTo>
                    <a:pt x="26345" y="6263077"/>
                  </a:lnTo>
                  <a:lnTo>
                    <a:pt x="26345" y="6262646"/>
                  </a:lnTo>
                  <a:lnTo>
                    <a:pt x="26345" y="6262215"/>
                  </a:lnTo>
                  <a:lnTo>
                    <a:pt x="26345" y="6261785"/>
                  </a:lnTo>
                  <a:lnTo>
                    <a:pt x="26345" y="6261354"/>
                  </a:lnTo>
                  <a:lnTo>
                    <a:pt x="26345" y="6260924"/>
                  </a:lnTo>
                  <a:lnTo>
                    <a:pt x="26345" y="6260493"/>
                  </a:lnTo>
                  <a:lnTo>
                    <a:pt x="26463" y="6260493"/>
                  </a:lnTo>
                  <a:lnTo>
                    <a:pt x="26580" y="6260493"/>
                  </a:lnTo>
                  <a:lnTo>
                    <a:pt x="26698" y="6260493"/>
                  </a:lnTo>
                  <a:lnTo>
                    <a:pt x="26816" y="6260493"/>
                  </a:lnTo>
                  <a:lnTo>
                    <a:pt x="26816" y="6260062"/>
                  </a:lnTo>
                  <a:lnTo>
                    <a:pt x="26816" y="6259632"/>
                  </a:lnTo>
                  <a:lnTo>
                    <a:pt x="26933" y="6259632"/>
                  </a:lnTo>
                  <a:lnTo>
                    <a:pt x="27051" y="6259632"/>
                  </a:lnTo>
                  <a:lnTo>
                    <a:pt x="27168" y="6259632"/>
                  </a:lnTo>
                  <a:lnTo>
                    <a:pt x="27286" y="6259632"/>
                  </a:lnTo>
                  <a:lnTo>
                    <a:pt x="27286" y="6259201"/>
                  </a:lnTo>
                  <a:lnTo>
                    <a:pt x="27286" y="6258771"/>
                  </a:lnTo>
                  <a:lnTo>
                    <a:pt x="27404" y="6258771"/>
                  </a:lnTo>
                  <a:lnTo>
                    <a:pt x="27404" y="6258340"/>
                  </a:lnTo>
                  <a:lnTo>
                    <a:pt x="27404" y="6257909"/>
                  </a:lnTo>
                  <a:lnTo>
                    <a:pt x="27404" y="6257479"/>
                  </a:lnTo>
                  <a:lnTo>
                    <a:pt x="27404" y="6257048"/>
                  </a:lnTo>
                  <a:lnTo>
                    <a:pt x="27521" y="6257048"/>
                  </a:lnTo>
                  <a:lnTo>
                    <a:pt x="27521" y="6256618"/>
                  </a:lnTo>
                  <a:lnTo>
                    <a:pt x="27639" y="6256618"/>
                  </a:lnTo>
                  <a:lnTo>
                    <a:pt x="27756" y="6256618"/>
                  </a:lnTo>
                  <a:lnTo>
                    <a:pt x="27874" y="6256618"/>
                  </a:lnTo>
                  <a:lnTo>
                    <a:pt x="27992" y="6256618"/>
                  </a:lnTo>
                  <a:lnTo>
                    <a:pt x="28109" y="6256618"/>
                  </a:lnTo>
                  <a:lnTo>
                    <a:pt x="28109" y="6256187"/>
                  </a:lnTo>
                  <a:lnTo>
                    <a:pt x="28227" y="6256187"/>
                  </a:lnTo>
                  <a:lnTo>
                    <a:pt x="28227" y="6255756"/>
                  </a:lnTo>
                  <a:lnTo>
                    <a:pt x="28345" y="6255756"/>
                  </a:lnTo>
                  <a:lnTo>
                    <a:pt x="28345" y="6255326"/>
                  </a:lnTo>
                  <a:lnTo>
                    <a:pt x="28345" y="6254895"/>
                  </a:lnTo>
                  <a:lnTo>
                    <a:pt x="28462" y="6254895"/>
                  </a:lnTo>
                  <a:lnTo>
                    <a:pt x="28462" y="6254465"/>
                  </a:lnTo>
                  <a:lnTo>
                    <a:pt x="28580" y="6254465"/>
                  </a:lnTo>
                  <a:lnTo>
                    <a:pt x="28580" y="6254034"/>
                  </a:lnTo>
                  <a:lnTo>
                    <a:pt x="28580" y="6253603"/>
                  </a:lnTo>
                  <a:lnTo>
                    <a:pt x="28697" y="6253603"/>
                  </a:lnTo>
                  <a:lnTo>
                    <a:pt x="28697" y="6253173"/>
                  </a:lnTo>
                  <a:lnTo>
                    <a:pt x="28815" y="6253173"/>
                  </a:lnTo>
                  <a:lnTo>
                    <a:pt x="28933" y="6253173"/>
                  </a:lnTo>
                  <a:lnTo>
                    <a:pt x="29050" y="6253173"/>
                  </a:lnTo>
                  <a:lnTo>
                    <a:pt x="29168" y="6253173"/>
                  </a:lnTo>
                  <a:lnTo>
                    <a:pt x="29168" y="6252742"/>
                  </a:lnTo>
                  <a:lnTo>
                    <a:pt x="29168" y="6252312"/>
                  </a:lnTo>
                  <a:lnTo>
                    <a:pt x="29168" y="6251881"/>
                  </a:lnTo>
                  <a:lnTo>
                    <a:pt x="29285" y="6251881"/>
                  </a:lnTo>
                  <a:lnTo>
                    <a:pt x="29285" y="6251450"/>
                  </a:lnTo>
                  <a:lnTo>
                    <a:pt x="29403" y="6251450"/>
                  </a:lnTo>
                  <a:lnTo>
                    <a:pt x="29521" y="6251450"/>
                  </a:lnTo>
                  <a:lnTo>
                    <a:pt x="29638" y="6251450"/>
                  </a:lnTo>
                  <a:lnTo>
                    <a:pt x="29756" y="6251450"/>
                  </a:lnTo>
                  <a:lnTo>
                    <a:pt x="29874" y="6251450"/>
                  </a:lnTo>
                  <a:lnTo>
                    <a:pt x="29991" y="6251450"/>
                  </a:lnTo>
                  <a:lnTo>
                    <a:pt x="29991" y="6251020"/>
                  </a:lnTo>
                  <a:lnTo>
                    <a:pt x="29991" y="6250589"/>
                  </a:lnTo>
                  <a:lnTo>
                    <a:pt x="30109" y="6250589"/>
                  </a:lnTo>
                  <a:lnTo>
                    <a:pt x="30109" y="6250159"/>
                  </a:lnTo>
                  <a:lnTo>
                    <a:pt x="30109" y="6249728"/>
                  </a:lnTo>
                  <a:lnTo>
                    <a:pt x="30109" y="6249297"/>
                  </a:lnTo>
                  <a:lnTo>
                    <a:pt x="30226" y="6249297"/>
                  </a:lnTo>
                  <a:lnTo>
                    <a:pt x="30344" y="6249297"/>
                  </a:lnTo>
                  <a:lnTo>
                    <a:pt x="30462" y="6249297"/>
                  </a:lnTo>
                  <a:lnTo>
                    <a:pt x="30579" y="6249297"/>
                  </a:lnTo>
                  <a:lnTo>
                    <a:pt x="30579" y="6248867"/>
                  </a:lnTo>
                  <a:lnTo>
                    <a:pt x="30579" y="6248436"/>
                  </a:lnTo>
                  <a:lnTo>
                    <a:pt x="30697" y="6248436"/>
                  </a:lnTo>
                  <a:lnTo>
                    <a:pt x="30814" y="6248436"/>
                  </a:lnTo>
                  <a:lnTo>
                    <a:pt x="30814" y="6248006"/>
                  </a:lnTo>
                  <a:lnTo>
                    <a:pt x="30814" y="6247575"/>
                  </a:lnTo>
                  <a:lnTo>
                    <a:pt x="30814" y="6247144"/>
                  </a:lnTo>
                  <a:lnTo>
                    <a:pt x="30932" y="6247144"/>
                  </a:lnTo>
                  <a:lnTo>
                    <a:pt x="31050" y="6247144"/>
                  </a:lnTo>
                  <a:lnTo>
                    <a:pt x="31167" y="6247144"/>
                  </a:lnTo>
                  <a:lnTo>
                    <a:pt x="31167" y="6246714"/>
                  </a:lnTo>
                  <a:lnTo>
                    <a:pt x="31285" y="6246714"/>
                  </a:lnTo>
                  <a:lnTo>
                    <a:pt x="31403" y="6246714"/>
                  </a:lnTo>
                  <a:lnTo>
                    <a:pt x="31520" y="6246714"/>
                  </a:lnTo>
                  <a:lnTo>
                    <a:pt x="31638" y="6246714"/>
                  </a:lnTo>
                  <a:lnTo>
                    <a:pt x="31755" y="6246714"/>
                  </a:lnTo>
                  <a:lnTo>
                    <a:pt x="31873" y="6246714"/>
                  </a:lnTo>
                  <a:lnTo>
                    <a:pt x="31873" y="6246283"/>
                  </a:lnTo>
                  <a:lnTo>
                    <a:pt x="31991" y="6246283"/>
                  </a:lnTo>
                  <a:lnTo>
                    <a:pt x="31991" y="6245853"/>
                  </a:lnTo>
                  <a:lnTo>
                    <a:pt x="32108" y="6245853"/>
                  </a:lnTo>
                  <a:lnTo>
                    <a:pt x="32226" y="6245853"/>
                  </a:lnTo>
                  <a:lnTo>
                    <a:pt x="32343" y="6245853"/>
                  </a:lnTo>
                  <a:lnTo>
                    <a:pt x="32343" y="6245422"/>
                  </a:lnTo>
                  <a:lnTo>
                    <a:pt x="32461" y="6245422"/>
                  </a:lnTo>
                  <a:lnTo>
                    <a:pt x="32461" y="6244991"/>
                  </a:lnTo>
                  <a:lnTo>
                    <a:pt x="32579" y="6244991"/>
                  </a:lnTo>
                  <a:lnTo>
                    <a:pt x="32579" y="6244561"/>
                  </a:lnTo>
                  <a:lnTo>
                    <a:pt x="32696" y="6244561"/>
                  </a:lnTo>
                  <a:lnTo>
                    <a:pt x="32814" y="6244561"/>
                  </a:lnTo>
                  <a:lnTo>
                    <a:pt x="32931" y="6244561"/>
                  </a:lnTo>
                  <a:lnTo>
                    <a:pt x="33049" y="6244561"/>
                  </a:lnTo>
                  <a:lnTo>
                    <a:pt x="33167" y="6244561"/>
                  </a:lnTo>
                  <a:lnTo>
                    <a:pt x="33284" y="6244561"/>
                  </a:lnTo>
                  <a:lnTo>
                    <a:pt x="33284" y="6244130"/>
                  </a:lnTo>
                  <a:lnTo>
                    <a:pt x="33402" y="6244130"/>
                  </a:lnTo>
                  <a:lnTo>
                    <a:pt x="33520" y="6244130"/>
                  </a:lnTo>
                  <a:lnTo>
                    <a:pt x="33637" y="6244130"/>
                  </a:lnTo>
                  <a:lnTo>
                    <a:pt x="33637" y="6243700"/>
                  </a:lnTo>
                  <a:lnTo>
                    <a:pt x="33755" y="6243700"/>
                  </a:lnTo>
                  <a:lnTo>
                    <a:pt x="33755" y="6243269"/>
                  </a:lnTo>
                  <a:lnTo>
                    <a:pt x="33872" y="6243269"/>
                  </a:lnTo>
                  <a:lnTo>
                    <a:pt x="33872" y="6242838"/>
                  </a:lnTo>
                  <a:lnTo>
                    <a:pt x="33872" y="6242408"/>
                  </a:lnTo>
                  <a:lnTo>
                    <a:pt x="33990" y="6242408"/>
                  </a:lnTo>
                  <a:lnTo>
                    <a:pt x="34108" y="6242408"/>
                  </a:lnTo>
                  <a:lnTo>
                    <a:pt x="34225" y="6242408"/>
                  </a:lnTo>
                  <a:lnTo>
                    <a:pt x="34225" y="6241977"/>
                  </a:lnTo>
                  <a:lnTo>
                    <a:pt x="34343" y="6241977"/>
                  </a:lnTo>
                  <a:lnTo>
                    <a:pt x="34460" y="6241977"/>
                  </a:lnTo>
                  <a:lnTo>
                    <a:pt x="34460" y="6241547"/>
                  </a:lnTo>
                  <a:lnTo>
                    <a:pt x="34578" y="6241547"/>
                  </a:lnTo>
                  <a:lnTo>
                    <a:pt x="34578" y="6241116"/>
                  </a:lnTo>
                  <a:lnTo>
                    <a:pt x="34578" y="6240685"/>
                  </a:lnTo>
                  <a:lnTo>
                    <a:pt x="34578" y="6240255"/>
                  </a:lnTo>
                  <a:lnTo>
                    <a:pt x="34578" y="6239824"/>
                  </a:lnTo>
                  <a:lnTo>
                    <a:pt x="34696" y="6239824"/>
                  </a:lnTo>
                  <a:lnTo>
                    <a:pt x="34813" y="6239824"/>
                  </a:lnTo>
                  <a:lnTo>
                    <a:pt x="34813" y="6239394"/>
                  </a:lnTo>
                  <a:lnTo>
                    <a:pt x="34813" y="6238963"/>
                  </a:lnTo>
                  <a:lnTo>
                    <a:pt x="34931" y="6238963"/>
                  </a:lnTo>
                  <a:lnTo>
                    <a:pt x="35049" y="6238963"/>
                  </a:lnTo>
                  <a:lnTo>
                    <a:pt x="35049" y="6238532"/>
                  </a:lnTo>
                  <a:lnTo>
                    <a:pt x="35049" y="6238102"/>
                  </a:lnTo>
                  <a:lnTo>
                    <a:pt x="35049" y="6237671"/>
                  </a:lnTo>
                  <a:lnTo>
                    <a:pt x="35049" y="6237241"/>
                  </a:lnTo>
                  <a:lnTo>
                    <a:pt x="35166" y="6237241"/>
                  </a:lnTo>
                  <a:lnTo>
                    <a:pt x="35166" y="6236810"/>
                  </a:lnTo>
                  <a:lnTo>
                    <a:pt x="35284" y="6236810"/>
                  </a:lnTo>
                  <a:lnTo>
                    <a:pt x="35284" y="6236379"/>
                  </a:lnTo>
                  <a:lnTo>
                    <a:pt x="35401" y="6236379"/>
                  </a:lnTo>
                  <a:lnTo>
                    <a:pt x="35519" y="6236379"/>
                  </a:lnTo>
                  <a:lnTo>
                    <a:pt x="35519" y="6235949"/>
                  </a:lnTo>
                  <a:lnTo>
                    <a:pt x="35519" y="6235518"/>
                  </a:lnTo>
                  <a:lnTo>
                    <a:pt x="35519" y="6235088"/>
                  </a:lnTo>
                  <a:lnTo>
                    <a:pt x="35519" y="6234657"/>
                  </a:lnTo>
                  <a:lnTo>
                    <a:pt x="35637" y="6234657"/>
                  </a:lnTo>
                  <a:lnTo>
                    <a:pt x="35754" y="6234657"/>
                  </a:lnTo>
                  <a:lnTo>
                    <a:pt x="35872" y="6234657"/>
                  </a:lnTo>
                  <a:lnTo>
                    <a:pt x="35989" y="6234657"/>
                  </a:lnTo>
                  <a:lnTo>
                    <a:pt x="36107" y="6234657"/>
                  </a:lnTo>
                  <a:lnTo>
                    <a:pt x="36225" y="6234657"/>
                  </a:lnTo>
                  <a:lnTo>
                    <a:pt x="36225" y="6234226"/>
                  </a:lnTo>
                  <a:lnTo>
                    <a:pt x="36342" y="6234226"/>
                  </a:lnTo>
                  <a:lnTo>
                    <a:pt x="36342" y="6233796"/>
                  </a:lnTo>
                  <a:lnTo>
                    <a:pt x="36342" y="6233365"/>
                  </a:lnTo>
                  <a:lnTo>
                    <a:pt x="36460" y="6233365"/>
                  </a:lnTo>
                  <a:lnTo>
                    <a:pt x="36460" y="6232935"/>
                  </a:lnTo>
                  <a:lnTo>
                    <a:pt x="36578" y="6232935"/>
                  </a:lnTo>
                  <a:lnTo>
                    <a:pt x="36695" y="6232935"/>
                  </a:lnTo>
                  <a:lnTo>
                    <a:pt x="36813" y="6232935"/>
                  </a:lnTo>
                  <a:lnTo>
                    <a:pt x="36930" y="6232935"/>
                  </a:lnTo>
                  <a:lnTo>
                    <a:pt x="37048" y="6232935"/>
                  </a:lnTo>
                  <a:lnTo>
                    <a:pt x="37048" y="6232504"/>
                  </a:lnTo>
                  <a:lnTo>
                    <a:pt x="37048" y="6232073"/>
                  </a:lnTo>
                  <a:lnTo>
                    <a:pt x="37048" y="6231643"/>
                  </a:lnTo>
                  <a:lnTo>
                    <a:pt x="37166" y="6231643"/>
                  </a:lnTo>
                  <a:lnTo>
                    <a:pt x="37166" y="6231212"/>
                  </a:lnTo>
                  <a:lnTo>
                    <a:pt x="37283" y="6231212"/>
                  </a:lnTo>
                  <a:lnTo>
                    <a:pt x="37401" y="6231212"/>
                  </a:lnTo>
                  <a:lnTo>
                    <a:pt x="37518" y="6231212"/>
                  </a:lnTo>
                  <a:lnTo>
                    <a:pt x="37636" y="6231212"/>
                  </a:lnTo>
                  <a:lnTo>
                    <a:pt x="37636" y="6230782"/>
                  </a:lnTo>
                  <a:lnTo>
                    <a:pt x="37636" y="6230351"/>
                  </a:lnTo>
                  <a:lnTo>
                    <a:pt x="37636" y="6229920"/>
                  </a:lnTo>
                  <a:lnTo>
                    <a:pt x="37636" y="6229490"/>
                  </a:lnTo>
                  <a:lnTo>
                    <a:pt x="37636" y="6229059"/>
                  </a:lnTo>
                  <a:lnTo>
                    <a:pt x="37754" y="6229059"/>
                  </a:lnTo>
                  <a:lnTo>
                    <a:pt x="37871" y="6229059"/>
                  </a:lnTo>
                  <a:lnTo>
                    <a:pt x="37989" y="6229059"/>
                  </a:lnTo>
                  <a:lnTo>
                    <a:pt x="38107" y="6229059"/>
                  </a:lnTo>
                  <a:lnTo>
                    <a:pt x="38107" y="6228629"/>
                  </a:lnTo>
                  <a:lnTo>
                    <a:pt x="38224" y="6228629"/>
                  </a:lnTo>
                  <a:lnTo>
                    <a:pt x="38224" y="6228198"/>
                  </a:lnTo>
                  <a:lnTo>
                    <a:pt x="38224" y="6227767"/>
                  </a:lnTo>
                  <a:lnTo>
                    <a:pt x="38224" y="6227337"/>
                  </a:lnTo>
                  <a:lnTo>
                    <a:pt x="38342" y="6227337"/>
                  </a:lnTo>
                  <a:lnTo>
                    <a:pt x="38342" y="6226906"/>
                  </a:lnTo>
                  <a:lnTo>
                    <a:pt x="38459" y="6226906"/>
                  </a:lnTo>
                  <a:lnTo>
                    <a:pt x="38459" y="6226476"/>
                  </a:lnTo>
                  <a:lnTo>
                    <a:pt x="38577" y="6226476"/>
                  </a:lnTo>
                  <a:lnTo>
                    <a:pt x="38577" y="6226045"/>
                  </a:lnTo>
                  <a:lnTo>
                    <a:pt x="38695" y="6226045"/>
                  </a:lnTo>
                  <a:lnTo>
                    <a:pt x="38812" y="6226045"/>
                  </a:lnTo>
                  <a:lnTo>
                    <a:pt x="38812" y="6225614"/>
                  </a:lnTo>
                  <a:lnTo>
                    <a:pt x="38930" y="6225614"/>
                  </a:lnTo>
                  <a:lnTo>
                    <a:pt x="39047" y="6225614"/>
                  </a:lnTo>
                  <a:lnTo>
                    <a:pt x="39165" y="6225614"/>
                  </a:lnTo>
                  <a:lnTo>
                    <a:pt x="39283" y="6225614"/>
                  </a:lnTo>
                  <a:lnTo>
                    <a:pt x="39283" y="6225184"/>
                  </a:lnTo>
                  <a:lnTo>
                    <a:pt x="39400" y="6225184"/>
                  </a:lnTo>
                  <a:lnTo>
                    <a:pt x="39518" y="6225184"/>
                  </a:lnTo>
                  <a:lnTo>
                    <a:pt x="39636" y="6225184"/>
                  </a:lnTo>
                  <a:lnTo>
                    <a:pt x="39753" y="6225184"/>
                  </a:lnTo>
                  <a:lnTo>
                    <a:pt x="39871" y="6225184"/>
                  </a:lnTo>
                  <a:lnTo>
                    <a:pt x="39871" y="6224753"/>
                  </a:lnTo>
                  <a:lnTo>
                    <a:pt x="39988" y="6224753"/>
                  </a:lnTo>
                  <a:lnTo>
                    <a:pt x="39988" y="6224323"/>
                  </a:lnTo>
                  <a:lnTo>
                    <a:pt x="40106" y="6224323"/>
                  </a:lnTo>
                  <a:lnTo>
                    <a:pt x="40224" y="6224323"/>
                  </a:lnTo>
                  <a:lnTo>
                    <a:pt x="40224" y="6223892"/>
                  </a:lnTo>
                  <a:lnTo>
                    <a:pt x="40224" y="6223461"/>
                  </a:lnTo>
                  <a:lnTo>
                    <a:pt x="40224" y="6223031"/>
                  </a:lnTo>
                  <a:lnTo>
                    <a:pt x="40224" y="6222600"/>
                  </a:lnTo>
                  <a:lnTo>
                    <a:pt x="40224" y="6222170"/>
                  </a:lnTo>
                  <a:lnTo>
                    <a:pt x="40224" y="6221739"/>
                  </a:lnTo>
                  <a:lnTo>
                    <a:pt x="40341" y="6221739"/>
                  </a:lnTo>
                  <a:lnTo>
                    <a:pt x="40459" y="6221739"/>
                  </a:lnTo>
                  <a:lnTo>
                    <a:pt x="40576" y="6221739"/>
                  </a:lnTo>
                  <a:lnTo>
                    <a:pt x="40576" y="6221308"/>
                  </a:lnTo>
                  <a:lnTo>
                    <a:pt x="40576" y="6220878"/>
                  </a:lnTo>
                  <a:lnTo>
                    <a:pt x="40576" y="6220447"/>
                  </a:lnTo>
                  <a:lnTo>
                    <a:pt x="40576" y="6220017"/>
                  </a:lnTo>
                  <a:lnTo>
                    <a:pt x="40576" y="6219586"/>
                  </a:lnTo>
                  <a:lnTo>
                    <a:pt x="40694" y="6219586"/>
                  </a:lnTo>
                  <a:lnTo>
                    <a:pt x="40812" y="6219586"/>
                  </a:lnTo>
                  <a:lnTo>
                    <a:pt x="40929" y="6219586"/>
                  </a:lnTo>
                  <a:lnTo>
                    <a:pt x="41047" y="6219586"/>
                  </a:lnTo>
                  <a:lnTo>
                    <a:pt x="41164" y="6219586"/>
                  </a:lnTo>
                  <a:lnTo>
                    <a:pt x="41164" y="6219155"/>
                  </a:lnTo>
                  <a:lnTo>
                    <a:pt x="41282" y="6219155"/>
                  </a:lnTo>
                  <a:lnTo>
                    <a:pt x="41282" y="6218725"/>
                  </a:lnTo>
                  <a:lnTo>
                    <a:pt x="41282" y="6218294"/>
                  </a:lnTo>
                  <a:lnTo>
                    <a:pt x="41400" y="6218294"/>
                  </a:lnTo>
                  <a:lnTo>
                    <a:pt x="41517" y="6218294"/>
                  </a:lnTo>
                  <a:lnTo>
                    <a:pt x="41517" y="6217864"/>
                  </a:lnTo>
                  <a:lnTo>
                    <a:pt x="41635" y="6217864"/>
                  </a:lnTo>
                  <a:lnTo>
                    <a:pt x="41635" y="6217433"/>
                  </a:lnTo>
                  <a:lnTo>
                    <a:pt x="41753" y="6217433"/>
                  </a:lnTo>
                  <a:lnTo>
                    <a:pt x="41753" y="6217002"/>
                  </a:lnTo>
                  <a:lnTo>
                    <a:pt x="41753" y="6216572"/>
                  </a:lnTo>
                  <a:lnTo>
                    <a:pt x="41870" y="6216572"/>
                  </a:lnTo>
                  <a:lnTo>
                    <a:pt x="41988" y="6216572"/>
                  </a:lnTo>
                  <a:lnTo>
                    <a:pt x="41988" y="6216141"/>
                  </a:lnTo>
                  <a:lnTo>
                    <a:pt x="41988" y="6215711"/>
                  </a:lnTo>
                  <a:lnTo>
                    <a:pt x="41988" y="6215280"/>
                  </a:lnTo>
                  <a:lnTo>
                    <a:pt x="41988" y="6214849"/>
                  </a:lnTo>
                  <a:lnTo>
                    <a:pt x="42105" y="6214849"/>
                  </a:lnTo>
                  <a:lnTo>
                    <a:pt x="42223" y="6214849"/>
                  </a:lnTo>
                  <a:lnTo>
                    <a:pt x="42341" y="6214849"/>
                  </a:lnTo>
                  <a:lnTo>
                    <a:pt x="42458" y="6214849"/>
                  </a:lnTo>
                  <a:lnTo>
                    <a:pt x="42576" y="6214849"/>
                  </a:lnTo>
                  <a:lnTo>
                    <a:pt x="42576" y="6214419"/>
                  </a:lnTo>
                  <a:lnTo>
                    <a:pt x="42693" y="6214419"/>
                  </a:lnTo>
                  <a:lnTo>
                    <a:pt x="42693" y="6213988"/>
                  </a:lnTo>
                  <a:lnTo>
                    <a:pt x="42811" y="6213988"/>
                  </a:lnTo>
                  <a:lnTo>
                    <a:pt x="42811" y="6213558"/>
                  </a:lnTo>
                  <a:lnTo>
                    <a:pt x="42929" y="6213558"/>
                  </a:lnTo>
                  <a:lnTo>
                    <a:pt x="42929" y="6213127"/>
                  </a:lnTo>
                  <a:lnTo>
                    <a:pt x="43046" y="6213127"/>
                  </a:lnTo>
                  <a:lnTo>
                    <a:pt x="43046" y="6212696"/>
                  </a:lnTo>
                  <a:lnTo>
                    <a:pt x="43046" y="6212266"/>
                  </a:lnTo>
                  <a:lnTo>
                    <a:pt x="43164" y="6212266"/>
                  </a:lnTo>
                  <a:lnTo>
                    <a:pt x="43282" y="6212266"/>
                  </a:lnTo>
                  <a:lnTo>
                    <a:pt x="43399" y="6212266"/>
                  </a:lnTo>
                  <a:lnTo>
                    <a:pt x="43517" y="6212266"/>
                  </a:lnTo>
                  <a:lnTo>
                    <a:pt x="43634" y="6212266"/>
                  </a:lnTo>
                  <a:lnTo>
                    <a:pt x="43752" y="6212266"/>
                  </a:lnTo>
                  <a:lnTo>
                    <a:pt x="43870" y="6212266"/>
                  </a:lnTo>
                  <a:lnTo>
                    <a:pt x="43870" y="6211835"/>
                  </a:lnTo>
                  <a:lnTo>
                    <a:pt x="43870" y="6211405"/>
                  </a:lnTo>
                  <a:lnTo>
                    <a:pt x="43987" y="6211405"/>
                  </a:lnTo>
                  <a:lnTo>
                    <a:pt x="44105" y="6211405"/>
                  </a:lnTo>
                  <a:lnTo>
                    <a:pt x="44105" y="6210974"/>
                  </a:lnTo>
                  <a:lnTo>
                    <a:pt x="44222" y="6210974"/>
                  </a:lnTo>
                  <a:lnTo>
                    <a:pt x="44340" y="6210974"/>
                  </a:lnTo>
                  <a:lnTo>
                    <a:pt x="44340" y="6210543"/>
                  </a:lnTo>
                  <a:lnTo>
                    <a:pt x="44458" y="6210543"/>
                  </a:lnTo>
                  <a:lnTo>
                    <a:pt x="44575" y="6210543"/>
                  </a:lnTo>
                  <a:lnTo>
                    <a:pt x="44575" y="6210113"/>
                  </a:lnTo>
                  <a:lnTo>
                    <a:pt x="44693" y="6210113"/>
                  </a:lnTo>
                  <a:lnTo>
                    <a:pt x="44693" y="6209682"/>
                  </a:lnTo>
                  <a:lnTo>
                    <a:pt x="44811" y="6209682"/>
                  </a:lnTo>
                  <a:lnTo>
                    <a:pt x="44811" y="6209252"/>
                  </a:lnTo>
                  <a:lnTo>
                    <a:pt x="44928" y="6209252"/>
                  </a:lnTo>
                  <a:lnTo>
                    <a:pt x="45046" y="6209252"/>
                  </a:lnTo>
                  <a:lnTo>
                    <a:pt x="45163" y="6209252"/>
                  </a:lnTo>
                  <a:lnTo>
                    <a:pt x="45281" y="6209252"/>
                  </a:lnTo>
                  <a:lnTo>
                    <a:pt x="45281" y="6208821"/>
                  </a:lnTo>
                  <a:lnTo>
                    <a:pt x="45399" y="6208821"/>
                  </a:lnTo>
                  <a:lnTo>
                    <a:pt x="45399" y="6208390"/>
                  </a:lnTo>
                  <a:lnTo>
                    <a:pt x="45516" y="6208390"/>
                  </a:lnTo>
                  <a:lnTo>
                    <a:pt x="45634" y="6208390"/>
                  </a:lnTo>
                  <a:lnTo>
                    <a:pt x="45634" y="6207960"/>
                  </a:lnTo>
                  <a:lnTo>
                    <a:pt x="45751" y="6207960"/>
                  </a:lnTo>
                  <a:lnTo>
                    <a:pt x="45869" y="6207960"/>
                  </a:lnTo>
                  <a:lnTo>
                    <a:pt x="45869" y="6207529"/>
                  </a:lnTo>
                  <a:lnTo>
                    <a:pt x="45869" y="6207099"/>
                  </a:lnTo>
                  <a:lnTo>
                    <a:pt x="45987" y="6207099"/>
                  </a:lnTo>
                  <a:lnTo>
                    <a:pt x="46104" y="6207099"/>
                  </a:lnTo>
                  <a:lnTo>
                    <a:pt x="46222" y="6207099"/>
                  </a:lnTo>
                  <a:lnTo>
                    <a:pt x="46340" y="6207099"/>
                  </a:lnTo>
                  <a:lnTo>
                    <a:pt x="46340" y="6206668"/>
                  </a:lnTo>
                  <a:lnTo>
                    <a:pt x="46457" y="6206668"/>
                  </a:lnTo>
                  <a:lnTo>
                    <a:pt x="46575" y="6206668"/>
                  </a:lnTo>
                  <a:lnTo>
                    <a:pt x="46692" y="6206668"/>
                  </a:lnTo>
                  <a:lnTo>
                    <a:pt x="46692" y="6206237"/>
                  </a:lnTo>
                  <a:lnTo>
                    <a:pt x="46810" y="6206237"/>
                  </a:lnTo>
                  <a:lnTo>
                    <a:pt x="46810" y="6205807"/>
                  </a:lnTo>
                  <a:lnTo>
                    <a:pt x="46928" y="6205807"/>
                  </a:lnTo>
                  <a:lnTo>
                    <a:pt x="46928" y="6205376"/>
                  </a:lnTo>
                  <a:lnTo>
                    <a:pt x="46928" y="6204946"/>
                  </a:lnTo>
                  <a:lnTo>
                    <a:pt x="47045" y="6204946"/>
                  </a:lnTo>
                  <a:lnTo>
                    <a:pt x="47163" y="6204946"/>
                  </a:lnTo>
                  <a:lnTo>
                    <a:pt x="47280" y="6204946"/>
                  </a:lnTo>
                  <a:lnTo>
                    <a:pt x="47398" y="6204946"/>
                  </a:lnTo>
                  <a:lnTo>
                    <a:pt x="47398" y="6204515"/>
                  </a:lnTo>
                  <a:lnTo>
                    <a:pt x="47398" y="6204084"/>
                  </a:lnTo>
                  <a:lnTo>
                    <a:pt x="47516" y="6204084"/>
                  </a:lnTo>
                  <a:lnTo>
                    <a:pt x="47516" y="6203654"/>
                  </a:lnTo>
                  <a:lnTo>
                    <a:pt x="47516" y="6203223"/>
                  </a:lnTo>
                  <a:lnTo>
                    <a:pt x="47516" y="6202793"/>
                  </a:lnTo>
                  <a:lnTo>
                    <a:pt x="47633" y="6202793"/>
                  </a:lnTo>
                  <a:lnTo>
                    <a:pt x="47751" y="6202793"/>
                  </a:lnTo>
                  <a:lnTo>
                    <a:pt x="47869" y="6202793"/>
                  </a:lnTo>
                  <a:lnTo>
                    <a:pt x="47869" y="6202362"/>
                  </a:lnTo>
                  <a:lnTo>
                    <a:pt x="47986" y="6202362"/>
                  </a:lnTo>
                  <a:lnTo>
                    <a:pt x="48104" y="6202362"/>
                  </a:lnTo>
                  <a:lnTo>
                    <a:pt x="48104" y="6201931"/>
                  </a:lnTo>
                  <a:lnTo>
                    <a:pt x="48104" y="6201501"/>
                  </a:lnTo>
                  <a:lnTo>
                    <a:pt x="48221" y="6201501"/>
                  </a:lnTo>
                  <a:lnTo>
                    <a:pt x="48339" y="6201501"/>
                  </a:lnTo>
                  <a:lnTo>
                    <a:pt x="48339" y="6201070"/>
                  </a:lnTo>
                  <a:lnTo>
                    <a:pt x="48457" y="6201070"/>
                  </a:lnTo>
                  <a:lnTo>
                    <a:pt x="48457" y="6200640"/>
                  </a:lnTo>
                  <a:lnTo>
                    <a:pt x="48457" y="6200209"/>
                  </a:lnTo>
                  <a:lnTo>
                    <a:pt x="48574" y="6200209"/>
                  </a:lnTo>
                  <a:lnTo>
                    <a:pt x="48692" y="6200209"/>
                  </a:lnTo>
                  <a:lnTo>
                    <a:pt x="48809" y="6200209"/>
                  </a:lnTo>
                  <a:lnTo>
                    <a:pt x="48809" y="6199778"/>
                  </a:lnTo>
                  <a:lnTo>
                    <a:pt x="48809" y="6199348"/>
                  </a:lnTo>
                  <a:lnTo>
                    <a:pt x="48927" y="6199348"/>
                  </a:lnTo>
                  <a:lnTo>
                    <a:pt x="49045" y="6199348"/>
                  </a:lnTo>
                  <a:lnTo>
                    <a:pt x="49045" y="6198917"/>
                  </a:lnTo>
                  <a:lnTo>
                    <a:pt x="49162" y="6198917"/>
                  </a:lnTo>
                  <a:lnTo>
                    <a:pt x="49280" y="6198917"/>
                  </a:lnTo>
                  <a:lnTo>
                    <a:pt x="49397" y="6198917"/>
                  </a:lnTo>
                  <a:lnTo>
                    <a:pt x="49397" y="6198487"/>
                  </a:lnTo>
                  <a:lnTo>
                    <a:pt x="49397" y="6198056"/>
                  </a:lnTo>
                  <a:lnTo>
                    <a:pt x="49397" y="6197625"/>
                  </a:lnTo>
                  <a:lnTo>
                    <a:pt x="49397" y="6197195"/>
                  </a:lnTo>
                  <a:lnTo>
                    <a:pt x="49397" y="6196764"/>
                  </a:lnTo>
                  <a:lnTo>
                    <a:pt x="49397" y="6196334"/>
                  </a:lnTo>
                  <a:lnTo>
                    <a:pt x="49515" y="6196334"/>
                  </a:lnTo>
                  <a:lnTo>
                    <a:pt x="49633" y="6196334"/>
                  </a:lnTo>
                  <a:lnTo>
                    <a:pt x="49750" y="6196334"/>
                  </a:lnTo>
                  <a:lnTo>
                    <a:pt x="49868" y="6196334"/>
                  </a:lnTo>
                  <a:lnTo>
                    <a:pt x="49986" y="6196334"/>
                  </a:lnTo>
                  <a:lnTo>
                    <a:pt x="49986" y="6195903"/>
                  </a:lnTo>
                  <a:lnTo>
                    <a:pt x="50103" y="6195903"/>
                  </a:lnTo>
                  <a:lnTo>
                    <a:pt x="50221" y="6195903"/>
                  </a:lnTo>
                  <a:lnTo>
                    <a:pt x="50338" y="6195903"/>
                  </a:lnTo>
                  <a:lnTo>
                    <a:pt x="50456" y="6195903"/>
                  </a:lnTo>
                  <a:lnTo>
                    <a:pt x="50456" y="6195472"/>
                  </a:lnTo>
                  <a:lnTo>
                    <a:pt x="50456" y="6195042"/>
                  </a:lnTo>
                  <a:lnTo>
                    <a:pt x="50574" y="6195042"/>
                  </a:lnTo>
                  <a:lnTo>
                    <a:pt x="50691" y="6195042"/>
                  </a:lnTo>
                  <a:lnTo>
                    <a:pt x="50809" y="6195042"/>
                  </a:lnTo>
                  <a:lnTo>
                    <a:pt x="50926" y="6195042"/>
                  </a:lnTo>
                  <a:lnTo>
                    <a:pt x="51044" y="6195042"/>
                  </a:lnTo>
                  <a:lnTo>
                    <a:pt x="51044" y="6194611"/>
                  </a:lnTo>
                  <a:lnTo>
                    <a:pt x="51044" y="6194181"/>
                  </a:lnTo>
                  <a:lnTo>
                    <a:pt x="51044" y="6193750"/>
                  </a:lnTo>
                  <a:lnTo>
                    <a:pt x="51162" y="6193750"/>
                  </a:lnTo>
                  <a:lnTo>
                    <a:pt x="51162" y="6193319"/>
                  </a:lnTo>
                  <a:lnTo>
                    <a:pt x="51279" y="6193319"/>
                  </a:lnTo>
                  <a:lnTo>
                    <a:pt x="51397" y="6193319"/>
                  </a:lnTo>
                  <a:lnTo>
                    <a:pt x="51515" y="6193319"/>
                  </a:lnTo>
                  <a:lnTo>
                    <a:pt x="51632" y="6193319"/>
                  </a:lnTo>
                  <a:lnTo>
                    <a:pt x="51750" y="6193319"/>
                  </a:lnTo>
                  <a:lnTo>
                    <a:pt x="51750" y="6192889"/>
                  </a:lnTo>
                  <a:lnTo>
                    <a:pt x="51750" y="6192458"/>
                  </a:lnTo>
                  <a:lnTo>
                    <a:pt x="51750" y="6192028"/>
                  </a:lnTo>
                  <a:lnTo>
                    <a:pt x="51867" y="6192028"/>
                  </a:lnTo>
                  <a:lnTo>
                    <a:pt x="51867" y="6191597"/>
                  </a:lnTo>
                  <a:lnTo>
                    <a:pt x="51867" y="6191166"/>
                  </a:lnTo>
                  <a:lnTo>
                    <a:pt x="51985" y="6191166"/>
                  </a:lnTo>
                  <a:lnTo>
                    <a:pt x="52103" y="6191166"/>
                  </a:lnTo>
                  <a:lnTo>
                    <a:pt x="52220" y="6191166"/>
                  </a:lnTo>
                  <a:lnTo>
                    <a:pt x="52338" y="6191166"/>
                  </a:lnTo>
                  <a:lnTo>
                    <a:pt x="52455" y="6191166"/>
                  </a:lnTo>
                  <a:lnTo>
                    <a:pt x="52573" y="6191166"/>
                  </a:lnTo>
                  <a:lnTo>
                    <a:pt x="52573" y="6190736"/>
                  </a:lnTo>
                  <a:lnTo>
                    <a:pt x="52691" y="6190736"/>
                  </a:lnTo>
                  <a:lnTo>
                    <a:pt x="52808" y="6190736"/>
                  </a:lnTo>
                  <a:lnTo>
                    <a:pt x="52926" y="6190736"/>
                  </a:lnTo>
                  <a:lnTo>
                    <a:pt x="52926" y="6190305"/>
                  </a:lnTo>
                  <a:lnTo>
                    <a:pt x="53044" y="6190305"/>
                  </a:lnTo>
                  <a:lnTo>
                    <a:pt x="53161" y="6190305"/>
                  </a:lnTo>
                  <a:lnTo>
                    <a:pt x="53161" y="6189875"/>
                  </a:lnTo>
                  <a:lnTo>
                    <a:pt x="53279" y="6189875"/>
                  </a:lnTo>
                  <a:lnTo>
                    <a:pt x="53396" y="6189875"/>
                  </a:lnTo>
                  <a:lnTo>
                    <a:pt x="53514" y="6189875"/>
                  </a:lnTo>
                  <a:lnTo>
                    <a:pt x="53514" y="6189444"/>
                  </a:lnTo>
                  <a:lnTo>
                    <a:pt x="53514" y="6189013"/>
                  </a:lnTo>
                  <a:lnTo>
                    <a:pt x="53514" y="6188583"/>
                  </a:lnTo>
                  <a:lnTo>
                    <a:pt x="53514" y="6188152"/>
                  </a:lnTo>
                  <a:lnTo>
                    <a:pt x="53632" y="6188152"/>
                  </a:lnTo>
                  <a:lnTo>
                    <a:pt x="53749" y="6188152"/>
                  </a:lnTo>
                  <a:lnTo>
                    <a:pt x="53867" y="6188152"/>
                  </a:lnTo>
                  <a:lnTo>
                    <a:pt x="53984" y="6188152"/>
                  </a:lnTo>
                  <a:lnTo>
                    <a:pt x="54102" y="6188152"/>
                  </a:lnTo>
                  <a:lnTo>
                    <a:pt x="54220" y="6188152"/>
                  </a:lnTo>
                  <a:lnTo>
                    <a:pt x="54337" y="6188152"/>
                  </a:lnTo>
                  <a:lnTo>
                    <a:pt x="54337" y="6187722"/>
                  </a:lnTo>
                  <a:lnTo>
                    <a:pt x="54337" y="6187291"/>
                  </a:lnTo>
                  <a:lnTo>
                    <a:pt x="54455" y="6187291"/>
                  </a:lnTo>
                  <a:lnTo>
                    <a:pt x="54573" y="6187291"/>
                  </a:lnTo>
                  <a:lnTo>
                    <a:pt x="54573" y="6186860"/>
                  </a:lnTo>
                  <a:lnTo>
                    <a:pt x="54573" y="6186430"/>
                  </a:lnTo>
                  <a:lnTo>
                    <a:pt x="54690" y="6186430"/>
                  </a:lnTo>
                  <a:lnTo>
                    <a:pt x="54690" y="6185999"/>
                  </a:lnTo>
                  <a:lnTo>
                    <a:pt x="54690" y="6185569"/>
                  </a:lnTo>
                  <a:lnTo>
                    <a:pt x="54690" y="6185138"/>
                  </a:lnTo>
                  <a:lnTo>
                    <a:pt x="54808" y="6185138"/>
                  </a:lnTo>
                  <a:lnTo>
                    <a:pt x="54925" y="6185138"/>
                  </a:lnTo>
                  <a:lnTo>
                    <a:pt x="54925" y="6184707"/>
                  </a:lnTo>
                  <a:lnTo>
                    <a:pt x="55043" y="6184707"/>
                  </a:lnTo>
                  <a:lnTo>
                    <a:pt x="55043" y="6184277"/>
                  </a:lnTo>
                  <a:lnTo>
                    <a:pt x="55043" y="6183846"/>
                  </a:lnTo>
                  <a:lnTo>
                    <a:pt x="55161" y="6183846"/>
                  </a:lnTo>
                  <a:lnTo>
                    <a:pt x="55278" y="6183846"/>
                  </a:lnTo>
                  <a:lnTo>
                    <a:pt x="55278" y="6183416"/>
                  </a:lnTo>
                  <a:lnTo>
                    <a:pt x="55396" y="6183416"/>
                  </a:lnTo>
                  <a:lnTo>
                    <a:pt x="55396" y="6182985"/>
                  </a:lnTo>
                  <a:lnTo>
                    <a:pt x="55513" y="6182985"/>
                  </a:lnTo>
                  <a:lnTo>
                    <a:pt x="55513" y="6182554"/>
                  </a:lnTo>
                  <a:lnTo>
                    <a:pt x="55513" y="6182124"/>
                  </a:lnTo>
                  <a:lnTo>
                    <a:pt x="55513" y="6181693"/>
                  </a:lnTo>
                  <a:lnTo>
                    <a:pt x="55513" y="6181263"/>
                  </a:lnTo>
                  <a:lnTo>
                    <a:pt x="55513" y="6180832"/>
                  </a:lnTo>
                  <a:lnTo>
                    <a:pt x="55631" y="6180832"/>
                  </a:lnTo>
                  <a:lnTo>
                    <a:pt x="55631" y="6180401"/>
                  </a:lnTo>
                  <a:lnTo>
                    <a:pt x="55749" y="6180401"/>
                  </a:lnTo>
                  <a:lnTo>
                    <a:pt x="55866" y="6180401"/>
                  </a:lnTo>
                  <a:lnTo>
                    <a:pt x="55866" y="6179971"/>
                  </a:lnTo>
                  <a:lnTo>
                    <a:pt x="55984" y="6179971"/>
                  </a:lnTo>
                  <a:lnTo>
                    <a:pt x="56102" y="6179971"/>
                  </a:lnTo>
                  <a:lnTo>
                    <a:pt x="56102" y="6179540"/>
                  </a:lnTo>
                  <a:lnTo>
                    <a:pt x="56219" y="6179540"/>
                  </a:lnTo>
                  <a:lnTo>
                    <a:pt x="56337" y="6179540"/>
                  </a:lnTo>
                  <a:lnTo>
                    <a:pt x="56337" y="6179110"/>
                  </a:lnTo>
                  <a:lnTo>
                    <a:pt x="56337" y="6178679"/>
                  </a:lnTo>
                  <a:lnTo>
                    <a:pt x="56337" y="6178248"/>
                  </a:lnTo>
                  <a:lnTo>
                    <a:pt x="56337" y="6177818"/>
                  </a:lnTo>
                  <a:lnTo>
                    <a:pt x="56337" y="6177387"/>
                  </a:lnTo>
                  <a:lnTo>
                    <a:pt x="56454" y="6177387"/>
                  </a:lnTo>
                  <a:lnTo>
                    <a:pt x="56454" y="6176957"/>
                  </a:lnTo>
                  <a:lnTo>
                    <a:pt x="56454" y="6176526"/>
                  </a:lnTo>
                  <a:lnTo>
                    <a:pt x="56572" y="6176526"/>
                  </a:lnTo>
                  <a:lnTo>
                    <a:pt x="56572" y="6176095"/>
                  </a:lnTo>
                  <a:lnTo>
                    <a:pt x="56572" y="6175665"/>
                  </a:lnTo>
                  <a:lnTo>
                    <a:pt x="56572" y="6175234"/>
                  </a:lnTo>
                  <a:lnTo>
                    <a:pt x="56572" y="6174804"/>
                  </a:lnTo>
                  <a:lnTo>
                    <a:pt x="56572" y="6174373"/>
                  </a:lnTo>
                  <a:lnTo>
                    <a:pt x="56690" y="6174373"/>
                  </a:lnTo>
                  <a:lnTo>
                    <a:pt x="56807" y="6174373"/>
                  </a:lnTo>
                  <a:lnTo>
                    <a:pt x="56925" y="6174373"/>
                  </a:lnTo>
                  <a:lnTo>
                    <a:pt x="56925" y="6173942"/>
                  </a:lnTo>
                  <a:lnTo>
                    <a:pt x="56925" y="6173512"/>
                  </a:lnTo>
                  <a:lnTo>
                    <a:pt x="56925" y="6173081"/>
                  </a:lnTo>
                  <a:lnTo>
                    <a:pt x="57042" y="6173081"/>
                  </a:lnTo>
                  <a:lnTo>
                    <a:pt x="57160" y="6173081"/>
                  </a:lnTo>
                  <a:lnTo>
                    <a:pt x="57278" y="6173081"/>
                  </a:lnTo>
                  <a:lnTo>
                    <a:pt x="57395" y="6173081"/>
                  </a:lnTo>
                  <a:lnTo>
                    <a:pt x="57513" y="6173081"/>
                  </a:lnTo>
                  <a:lnTo>
                    <a:pt x="57513" y="6172651"/>
                  </a:lnTo>
                  <a:lnTo>
                    <a:pt x="57513" y="6172220"/>
                  </a:lnTo>
                  <a:lnTo>
                    <a:pt x="57630" y="6172220"/>
                  </a:lnTo>
                  <a:lnTo>
                    <a:pt x="57748" y="6172220"/>
                  </a:lnTo>
                  <a:lnTo>
                    <a:pt x="57866" y="6172220"/>
                  </a:lnTo>
                  <a:lnTo>
                    <a:pt x="57866" y="6171789"/>
                  </a:lnTo>
                  <a:lnTo>
                    <a:pt x="57983" y="6171789"/>
                  </a:lnTo>
                  <a:lnTo>
                    <a:pt x="57983" y="6171359"/>
                  </a:lnTo>
                  <a:lnTo>
                    <a:pt x="57983" y="6170928"/>
                  </a:lnTo>
                  <a:lnTo>
                    <a:pt x="57983" y="6170498"/>
                  </a:lnTo>
                  <a:lnTo>
                    <a:pt x="58101" y="6170498"/>
                  </a:lnTo>
                  <a:lnTo>
                    <a:pt x="58101" y="6170067"/>
                  </a:lnTo>
                  <a:lnTo>
                    <a:pt x="58101" y="6169636"/>
                  </a:lnTo>
                  <a:lnTo>
                    <a:pt x="58101" y="6169206"/>
                  </a:lnTo>
                  <a:lnTo>
                    <a:pt x="58101" y="6168775"/>
                  </a:lnTo>
                  <a:lnTo>
                    <a:pt x="58219" y="6168775"/>
                  </a:lnTo>
                  <a:lnTo>
                    <a:pt x="58219" y="6168345"/>
                  </a:lnTo>
                  <a:lnTo>
                    <a:pt x="58219" y="6167914"/>
                  </a:lnTo>
                  <a:lnTo>
                    <a:pt x="58336" y="6167914"/>
                  </a:lnTo>
                  <a:lnTo>
                    <a:pt x="58336" y="6167483"/>
                  </a:lnTo>
                  <a:lnTo>
                    <a:pt x="58454" y="6167483"/>
                  </a:lnTo>
                  <a:lnTo>
                    <a:pt x="58454" y="6167053"/>
                  </a:lnTo>
                  <a:lnTo>
                    <a:pt x="58454" y="6166622"/>
                  </a:lnTo>
                  <a:lnTo>
                    <a:pt x="58571" y="6166622"/>
                  </a:lnTo>
                  <a:lnTo>
                    <a:pt x="58689" y="6166622"/>
                  </a:lnTo>
                  <a:lnTo>
                    <a:pt x="58689" y="6166192"/>
                  </a:lnTo>
                  <a:lnTo>
                    <a:pt x="58807" y="6166192"/>
                  </a:lnTo>
                  <a:lnTo>
                    <a:pt x="58924" y="6166192"/>
                  </a:lnTo>
                  <a:lnTo>
                    <a:pt x="59042" y="6166192"/>
                  </a:lnTo>
                  <a:lnTo>
                    <a:pt x="59042" y="6165761"/>
                  </a:lnTo>
                  <a:lnTo>
                    <a:pt x="59042" y="6165330"/>
                  </a:lnTo>
                  <a:lnTo>
                    <a:pt x="59159" y="6165330"/>
                  </a:lnTo>
                  <a:lnTo>
                    <a:pt x="59159" y="6164900"/>
                  </a:lnTo>
                  <a:lnTo>
                    <a:pt x="59159" y="6164469"/>
                  </a:lnTo>
                  <a:lnTo>
                    <a:pt x="59159" y="6164039"/>
                  </a:lnTo>
                  <a:lnTo>
                    <a:pt x="59159" y="6163608"/>
                  </a:lnTo>
                  <a:lnTo>
                    <a:pt x="59159" y="6163177"/>
                  </a:lnTo>
                  <a:lnTo>
                    <a:pt x="59159" y="6162747"/>
                  </a:lnTo>
                  <a:lnTo>
                    <a:pt x="59159" y="6162316"/>
                  </a:lnTo>
                  <a:lnTo>
                    <a:pt x="59159" y="6161886"/>
                  </a:lnTo>
                  <a:lnTo>
                    <a:pt x="59159" y="6161455"/>
                  </a:lnTo>
                  <a:lnTo>
                    <a:pt x="59277" y="6161455"/>
                  </a:lnTo>
                  <a:lnTo>
                    <a:pt x="59277" y="6161024"/>
                  </a:lnTo>
                  <a:lnTo>
                    <a:pt x="59277" y="6160594"/>
                  </a:lnTo>
                  <a:lnTo>
                    <a:pt x="59395" y="6160594"/>
                  </a:lnTo>
                  <a:lnTo>
                    <a:pt x="59512" y="6160594"/>
                  </a:lnTo>
                  <a:lnTo>
                    <a:pt x="59630" y="6160594"/>
                  </a:lnTo>
                  <a:lnTo>
                    <a:pt x="59748" y="6160594"/>
                  </a:lnTo>
                  <a:lnTo>
                    <a:pt x="59865" y="6160594"/>
                  </a:lnTo>
                  <a:lnTo>
                    <a:pt x="59865" y="6160163"/>
                  </a:lnTo>
                  <a:lnTo>
                    <a:pt x="59983" y="6160163"/>
                  </a:lnTo>
                  <a:lnTo>
                    <a:pt x="59983" y="6159733"/>
                  </a:lnTo>
                  <a:lnTo>
                    <a:pt x="59983" y="6159302"/>
                  </a:lnTo>
                  <a:lnTo>
                    <a:pt x="59983" y="6158871"/>
                  </a:lnTo>
                  <a:lnTo>
                    <a:pt x="60100" y="6158871"/>
                  </a:lnTo>
                  <a:lnTo>
                    <a:pt x="60218" y="6158871"/>
                  </a:lnTo>
                  <a:lnTo>
                    <a:pt x="60218" y="6158441"/>
                  </a:lnTo>
                  <a:lnTo>
                    <a:pt x="60336" y="6158441"/>
                  </a:lnTo>
                  <a:lnTo>
                    <a:pt x="60453" y="6158441"/>
                  </a:lnTo>
                  <a:lnTo>
                    <a:pt x="60453" y="6158010"/>
                  </a:lnTo>
                  <a:lnTo>
                    <a:pt x="60571" y="6158010"/>
                  </a:lnTo>
                  <a:lnTo>
                    <a:pt x="60571" y="6157580"/>
                  </a:lnTo>
                  <a:lnTo>
                    <a:pt x="60571" y="6157149"/>
                  </a:lnTo>
                  <a:lnTo>
                    <a:pt x="60688" y="6157149"/>
                  </a:lnTo>
                  <a:lnTo>
                    <a:pt x="60688" y="6156718"/>
                  </a:lnTo>
                  <a:lnTo>
                    <a:pt x="60688" y="6156288"/>
                  </a:lnTo>
                  <a:lnTo>
                    <a:pt x="60806" y="6156288"/>
                  </a:lnTo>
                  <a:lnTo>
                    <a:pt x="60806" y="6155857"/>
                  </a:lnTo>
                  <a:lnTo>
                    <a:pt x="60924" y="6155857"/>
                  </a:lnTo>
                  <a:lnTo>
                    <a:pt x="61041" y="6155857"/>
                  </a:lnTo>
                  <a:lnTo>
                    <a:pt x="61159" y="6155857"/>
                  </a:lnTo>
                  <a:lnTo>
                    <a:pt x="61159" y="6155427"/>
                  </a:lnTo>
                  <a:lnTo>
                    <a:pt x="61159" y="6154996"/>
                  </a:lnTo>
                  <a:lnTo>
                    <a:pt x="61277" y="6154996"/>
                  </a:lnTo>
                  <a:lnTo>
                    <a:pt x="61394" y="6154996"/>
                  </a:lnTo>
                  <a:lnTo>
                    <a:pt x="61512" y="6154996"/>
                  </a:lnTo>
                  <a:lnTo>
                    <a:pt x="61629" y="6154996"/>
                  </a:lnTo>
                  <a:lnTo>
                    <a:pt x="61629" y="6154565"/>
                  </a:lnTo>
                  <a:lnTo>
                    <a:pt x="61747" y="6154565"/>
                  </a:lnTo>
                  <a:lnTo>
                    <a:pt x="61865" y="6154565"/>
                  </a:lnTo>
                  <a:lnTo>
                    <a:pt x="61865" y="6154135"/>
                  </a:lnTo>
                  <a:lnTo>
                    <a:pt x="61982" y="6154135"/>
                  </a:lnTo>
                  <a:lnTo>
                    <a:pt x="62100" y="6154135"/>
                  </a:lnTo>
                  <a:lnTo>
                    <a:pt x="62100" y="6153704"/>
                  </a:lnTo>
                  <a:lnTo>
                    <a:pt x="62217" y="6153704"/>
                  </a:lnTo>
                  <a:lnTo>
                    <a:pt x="62217" y="6153274"/>
                  </a:lnTo>
                  <a:lnTo>
                    <a:pt x="62217" y="6152843"/>
                  </a:lnTo>
                  <a:lnTo>
                    <a:pt x="62335" y="6152843"/>
                  </a:lnTo>
                  <a:lnTo>
                    <a:pt x="62453" y="6152843"/>
                  </a:lnTo>
                  <a:lnTo>
                    <a:pt x="62453" y="6152412"/>
                  </a:lnTo>
                  <a:lnTo>
                    <a:pt x="62453" y="6151982"/>
                  </a:lnTo>
                  <a:lnTo>
                    <a:pt x="62570" y="6151982"/>
                  </a:lnTo>
                  <a:lnTo>
                    <a:pt x="62688" y="6151982"/>
                  </a:lnTo>
                  <a:lnTo>
                    <a:pt x="62688" y="6151551"/>
                  </a:lnTo>
                  <a:lnTo>
                    <a:pt x="62806" y="6151551"/>
                  </a:lnTo>
                  <a:lnTo>
                    <a:pt x="62806" y="6151121"/>
                  </a:lnTo>
                  <a:lnTo>
                    <a:pt x="62806" y="6150690"/>
                  </a:lnTo>
                  <a:lnTo>
                    <a:pt x="62923" y="6150690"/>
                  </a:lnTo>
                  <a:lnTo>
                    <a:pt x="62923" y="6150259"/>
                  </a:lnTo>
                  <a:lnTo>
                    <a:pt x="63041" y="6150259"/>
                  </a:lnTo>
                  <a:lnTo>
                    <a:pt x="63158" y="6150259"/>
                  </a:lnTo>
                  <a:lnTo>
                    <a:pt x="63158" y="6149829"/>
                  </a:lnTo>
                  <a:lnTo>
                    <a:pt x="63276" y="6149829"/>
                  </a:lnTo>
                  <a:lnTo>
                    <a:pt x="63276" y="6149398"/>
                  </a:lnTo>
                  <a:lnTo>
                    <a:pt x="63394" y="6149398"/>
                  </a:lnTo>
                  <a:lnTo>
                    <a:pt x="63394" y="6148968"/>
                  </a:lnTo>
                  <a:lnTo>
                    <a:pt x="63511" y="6148968"/>
                  </a:lnTo>
                  <a:lnTo>
                    <a:pt x="63511" y="6148537"/>
                  </a:lnTo>
                  <a:lnTo>
                    <a:pt x="63629" y="6148537"/>
                  </a:lnTo>
                  <a:lnTo>
                    <a:pt x="63746" y="6148537"/>
                  </a:lnTo>
                  <a:lnTo>
                    <a:pt x="63864" y="6148537"/>
                  </a:lnTo>
                  <a:lnTo>
                    <a:pt x="63982" y="6148537"/>
                  </a:lnTo>
                  <a:lnTo>
                    <a:pt x="63982" y="6148106"/>
                  </a:lnTo>
                  <a:lnTo>
                    <a:pt x="64099" y="6148106"/>
                  </a:lnTo>
                  <a:lnTo>
                    <a:pt x="64099" y="6147676"/>
                  </a:lnTo>
                  <a:lnTo>
                    <a:pt x="64099" y="6147245"/>
                  </a:lnTo>
                  <a:lnTo>
                    <a:pt x="64217" y="6147245"/>
                  </a:lnTo>
                  <a:lnTo>
                    <a:pt x="64335" y="6147245"/>
                  </a:lnTo>
                  <a:lnTo>
                    <a:pt x="64452" y="6147245"/>
                  </a:lnTo>
                  <a:lnTo>
                    <a:pt x="64452" y="6146815"/>
                  </a:lnTo>
                  <a:lnTo>
                    <a:pt x="64570" y="6146815"/>
                  </a:lnTo>
                  <a:lnTo>
                    <a:pt x="64687" y="6146815"/>
                  </a:lnTo>
                  <a:lnTo>
                    <a:pt x="64687" y="6146384"/>
                  </a:lnTo>
                  <a:lnTo>
                    <a:pt x="64687" y="6145953"/>
                  </a:lnTo>
                  <a:lnTo>
                    <a:pt x="64687" y="6145523"/>
                  </a:lnTo>
                  <a:lnTo>
                    <a:pt x="64687" y="6145092"/>
                  </a:lnTo>
                  <a:lnTo>
                    <a:pt x="64805" y="6145092"/>
                  </a:lnTo>
                  <a:lnTo>
                    <a:pt x="64805" y="6144662"/>
                  </a:lnTo>
                  <a:lnTo>
                    <a:pt x="64805" y="6144231"/>
                  </a:lnTo>
                  <a:lnTo>
                    <a:pt x="64923" y="6144231"/>
                  </a:lnTo>
                  <a:lnTo>
                    <a:pt x="65040" y="6144231"/>
                  </a:lnTo>
                  <a:lnTo>
                    <a:pt x="65158" y="6144231"/>
                  </a:lnTo>
                  <a:lnTo>
                    <a:pt x="65158" y="6143800"/>
                  </a:lnTo>
                  <a:lnTo>
                    <a:pt x="65275" y="6143800"/>
                  </a:lnTo>
                  <a:lnTo>
                    <a:pt x="65393" y="6143800"/>
                  </a:lnTo>
                  <a:lnTo>
                    <a:pt x="65511" y="6143800"/>
                  </a:lnTo>
                  <a:lnTo>
                    <a:pt x="65511" y="6143370"/>
                  </a:lnTo>
                  <a:lnTo>
                    <a:pt x="65628" y="6143370"/>
                  </a:lnTo>
                  <a:lnTo>
                    <a:pt x="65746" y="6143370"/>
                  </a:lnTo>
                  <a:lnTo>
                    <a:pt x="65863" y="6143370"/>
                  </a:lnTo>
                  <a:lnTo>
                    <a:pt x="65981" y="6143370"/>
                  </a:lnTo>
                  <a:lnTo>
                    <a:pt x="65981" y="6142939"/>
                  </a:lnTo>
                  <a:lnTo>
                    <a:pt x="66099" y="6142939"/>
                  </a:lnTo>
                  <a:lnTo>
                    <a:pt x="66216" y="6142939"/>
                  </a:lnTo>
                  <a:lnTo>
                    <a:pt x="66216" y="6142509"/>
                  </a:lnTo>
                  <a:lnTo>
                    <a:pt x="66334" y="6142509"/>
                  </a:lnTo>
                  <a:lnTo>
                    <a:pt x="66452" y="6142509"/>
                  </a:lnTo>
                  <a:lnTo>
                    <a:pt x="66452" y="6142078"/>
                  </a:lnTo>
                  <a:lnTo>
                    <a:pt x="66569" y="6142078"/>
                  </a:lnTo>
                  <a:lnTo>
                    <a:pt x="66569" y="6141647"/>
                  </a:lnTo>
                  <a:lnTo>
                    <a:pt x="66569" y="6141217"/>
                  </a:lnTo>
                  <a:lnTo>
                    <a:pt x="66569" y="6140786"/>
                  </a:lnTo>
                  <a:lnTo>
                    <a:pt x="66569" y="6140356"/>
                  </a:lnTo>
                  <a:lnTo>
                    <a:pt x="66687" y="6140356"/>
                  </a:lnTo>
                  <a:lnTo>
                    <a:pt x="66687" y="6139925"/>
                  </a:lnTo>
                  <a:lnTo>
                    <a:pt x="66804" y="6139925"/>
                  </a:lnTo>
                  <a:lnTo>
                    <a:pt x="66922" y="6139925"/>
                  </a:lnTo>
                  <a:lnTo>
                    <a:pt x="67040" y="6139925"/>
                  </a:lnTo>
                  <a:lnTo>
                    <a:pt x="67157" y="6139925"/>
                  </a:lnTo>
                  <a:lnTo>
                    <a:pt x="67275" y="6139925"/>
                  </a:lnTo>
                  <a:lnTo>
                    <a:pt x="67275" y="6139494"/>
                  </a:lnTo>
                  <a:lnTo>
                    <a:pt x="67392" y="6139494"/>
                  </a:lnTo>
                  <a:lnTo>
                    <a:pt x="67392" y="6139064"/>
                  </a:lnTo>
                  <a:lnTo>
                    <a:pt x="67392" y="6138633"/>
                  </a:lnTo>
                  <a:lnTo>
                    <a:pt x="67392" y="6138203"/>
                  </a:lnTo>
                  <a:lnTo>
                    <a:pt x="67392" y="6137772"/>
                  </a:lnTo>
                  <a:lnTo>
                    <a:pt x="67510" y="6137772"/>
                  </a:lnTo>
                  <a:lnTo>
                    <a:pt x="67628" y="6137772"/>
                  </a:lnTo>
                  <a:lnTo>
                    <a:pt x="67628" y="6137341"/>
                  </a:lnTo>
                  <a:lnTo>
                    <a:pt x="67745" y="6137341"/>
                  </a:lnTo>
                  <a:lnTo>
                    <a:pt x="67745" y="6136911"/>
                  </a:lnTo>
                  <a:lnTo>
                    <a:pt x="67863" y="6136911"/>
                  </a:lnTo>
                  <a:lnTo>
                    <a:pt x="67863" y="6136480"/>
                  </a:lnTo>
                  <a:lnTo>
                    <a:pt x="67863" y="6136050"/>
                  </a:lnTo>
                  <a:lnTo>
                    <a:pt x="67981" y="6136050"/>
                  </a:lnTo>
                  <a:lnTo>
                    <a:pt x="68098" y="6136050"/>
                  </a:lnTo>
                  <a:lnTo>
                    <a:pt x="68216" y="6136050"/>
                  </a:lnTo>
                  <a:lnTo>
                    <a:pt x="68216" y="6135619"/>
                  </a:lnTo>
                  <a:lnTo>
                    <a:pt x="68216" y="6135188"/>
                  </a:lnTo>
                  <a:lnTo>
                    <a:pt x="68216" y="6134758"/>
                  </a:lnTo>
                  <a:lnTo>
                    <a:pt x="68333" y="6134758"/>
                  </a:lnTo>
                  <a:lnTo>
                    <a:pt x="68451" y="6134758"/>
                  </a:lnTo>
                  <a:lnTo>
                    <a:pt x="68569" y="6134758"/>
                  </a:lnTo>
                  <a:lnTo>
                    <a:pt x="68569" y="6134327"/>
                  </a:lnTo>
                  <a:lnTo>
                    <a:pt x="68686" y="6134327"/>
                  </a:lnTo>
                  <a:lnTo>
                    <a:pt x="68686" y="6133897"/>
                  </a:lnTo>
                  <a:lnTo>
                    <a:pt x="68804" y="6133897"/>
                  </a:lnTo>
                  <a:lnTo>
                    <a:pt x="68804" y="6133466"/>
                  </a:lnTo>
                  <a:lnTo>
                    <a:pt x="68921" y="6133466"/>
                  </a:lnTo>
                  <a:lnTo>
                    <a:pt x="68921" y="6133035"/>
                  </a:lnTo>
                  <a:lnTo>
                    <a:pt x="69039" y="6133035"/>
                  </a:lnTo>
                  <a:lnTo>
                    <a:pt x="69039" y="6132605"/>
                  </a:lnTo>
                  <a:lnTo>
                    <a:pt x="69157" y="6132605"/>
                  </a:lnTo>
                  <a:lnTo>
                    <a:pt x="69157" y="6132174"/>
                  </a:lnTo>
                  <a:lnTo>
                    <a:pt x="69157" y="6131744"/>
                  </a:lnTo>
                  <a:lnTo>
                    <a:pt x="69157" y="6131313"/>
                  </a:lnTo>
                  <a:lnTo>
                    <a:pt x="69157" y="6130882"/>
                  </a:lnTo>
                  <a:lnTo>
                    <a:pt x="69274" y="6130882"/>
                  </a:lnTo>
                  <a:lnTo>
                    <a:pt x="69392" y="6130882"/>
                  </a:lnTo>
                  <a:lnTo>
                    <a:pt x="69510" y="6130882"/>
                  </a:lnTo>
                  <a:lnTo>
                    <a:pt x="69627" y="6130882"/>
                  </a:lnTo>
                  <a:lnTo>
                    <a:pt x="69745" y="6130882"/>
                  </a:lnTo>
                  <a:lnTo>
                    <a:pt x="69862" y="6130882"/>
                  </a:lnTo>
                  <a:lnTo>
                    <a:pt x="69980" y="6130882"/>
                  </a:lnTo>
                  <a:lnTo>
                    <a:pt x="70098" y="6130882"/>
                  </a:lnTo>
                  <a:lnTo>
                    <a:pt x="70215" y="6130882"/>
                  </a:lnTo>
                  <a:lnTo>
                    <a:pt x="70333" y="6130882"/>
                  </a:lnTo>
                  <a:lnTo>
                    <a:pt x="70450" y="6130882"/>
                  </a:lnTo>
                  <a:lnTo>
                    <a:pt x="70568" y="6130882"/>
                  </a:lnTo>
                  <a:lnTo>
                    <a:pt x="70568" y="6130452"/>
                  </a:lnTo>
                  <a:lnTo>
                    <a:pt x="70686" y="6130452"/>
                  </a:lnTo>
                  <a:lnTo>
                    <a:pt x="70803" y="6130452"/>
                  </a:lnTo>
                  <a:lnTo>
                    <a:pt x="70803" y="6130021"/>
                  </a:lnTo>
                  <a:lnTo>
                    <a:pt x="70803" y="6129591"/>
                  </a:lnTo>
                  <a:lnTo>
                    <a:pt x="70921" y="6129591"/>
                  </a:lnTo>
                  <a:lnTo>
                    <a:pt x="70921" y="6129160"/>
                  </a:lnTo>
                  <a:lnTo>
                    <a:pt x="70921" y="6128729"/>
                  </a:lnTo>
                  <a:lnTo>
                    <a:pt x="71039" y="6128729"/>
                  </a:lnTo>
                  <a:lnTo>
                    <a:pt x="71156" y="6128729"/>
                  </a:lnTo>
                  <a:lnTo>
                    <a:pt x="71156" y="6128299"/>
                  </a:lnTo>
                  <a:lnTo>
                    <a:pt x="71156" y="6127868"/>
                  </a:lnTo>
                  <a:lnTo>
                    <a:pt x="71156" y="6127438"/>
                  </a:lnTo>
                  <a:lnTo>
                    <a:pt x="71156" y="6127007"/>
                  </a:lnTo>
                  <a:lnTo>
                    <a:pt x="71274" y="6127007"/>
                  </a:lnTo>
                  <a:lnTo>
                    <a:pt x="71391" y="6127007"/>
                  </a:lnTo>
                  <a:lnTo>
                    <a:pt x="71509" y="6127007"/>
                  </a:lnTo>
                  <a:lnTo>
                    <a:pt x="71509" y="6126576"/>
                  </a:lnTo>
                  <a:lnTo>
                    <a:pt x="71509" y="6126146"/>
                  </a:lnTo>
                  <a:lnTo>
                    <a:pt x="71627" y="6126146"/>
                  </a:lnTo>
                  <a:lnTo>
                    <a:pt x="71744" y="6126146"/>
                  </a:lnTo>
                  <a:lnTo>
                    <a:pt x="71744" y="6125715"/>
                  </a:lnTo>
                  <a:lnTo>
                    <a:pt x="71744" y="6125285"/>
                  </a:lnTo>
                  <a:lnTo>
                    <a:pt x="71862" y="6125285"/>
                  </a:lnTo>
                  <a:lnTo>
                    <a:pt x="71979" y="6125285"/>
                  </a:lnTo>
                  <a:lnTo>
                    <a:pt x="72097" y="6125285"/>
                  </a:lnTo>
                  <a:lnTo>
                    <a:pt x="72097" y="6124854"/>
                  </a:lnTo>
                  <a:lnTo>
                    <a:pt x="72215" y="6124854"/>
                  </a:lnTo>
                  <a:lnTo>
                    <a:pt x="72215" y="6124423"/>
                  </a:lnTo>
                  <a:lnTo>
                    <a:pt x="72215" y="6123993"/>
                  </a:lnTo>
                  <a:lnTo>
                    <a:pt x="72332" y="6123993"/>
                  </a:lnTo>
                  <a:lnTo>
                    <a:pt x="72450" y="6123993"/>
                  </a:lnTo>
                  <a:lnTo>
                    <a:pt x="72568" y="6123993"/>
                  </a:lnTo>
                  <a:lnTo>
                    <a:pt x="72685" y="6123993"/>
                  </a:lnTo>
                  <a:lnTo>
                    <a:pt x="72685" y="6123562"/>
                  </a:lnTo>
                  <a:lnTo>
                    <a:pt x="72803" y="6123562"/>
                  </a:lnTo>
                  <a:lnTo>
                    <a:pt x="72920" y="6123562"/>
                  </a:lnTo>
                  <a:lnTo>
                    <a:pt x="73038" y="6123562"/>
                  </a:lnTo>
                  <a:lnTo>
                    <a:pt x="73038" y="6123132"/>
                  </a:lnTo>
                  <a:lnTo>
                    <a:pt x="73038" y="6122701"/>
                  </a:lnTo>
                  <a:lnTo>
                    <a:pt x="73156" y="6122701"/>
                  </a:lnTo>
                  <a:lnTo>
                    <a:pt x="73156" y="6122270"/>
                  </a:lnTo>
                  <a:lnTo>
                    <a:pt x="73156" y="6121840"/>
                  </a:lnTo>
                  <a:lnTo>
                    <a:pt x="73273" y="6121840"/>
                  </a:lnTo>
                  <a:lnTo>
                    <a:pt x="73391" y="6121840"/>
                  </a:lnTo>
                  <a:lnTo>
                    <a:pt x="73508" y="6121840"/>
                  </a:lnTo>
                  <a:lnTo>
                    <a:pt x="73626" y="6121840"/>
                  </a:lnTo>
                  <a:lnTo>
                    <a:pt x="73744" y="6121840"/>
                  </a:lnTo>
                  <a:lnTo>
                    <a:pt x="73861" y="6121840"/>
                  </a:lnTo>
                  <a:lnTo>
                    <a:pt x="73861" y="6121409"/>
                  </a:lnTo>
                  <a:lnTo>
                    <a:pt x="73979" y="6121409"/>
                  </a:lnTo>
                  <a:lnTo>
                    <a:pt x="73979" y="6120979"/>
                  </a:lnTo>
                  <a:lnTo>
                    <a:pt x="74096" y="6120979"/>
                  </a:lnTo>
                  <a:lnTo>
                    <a:pt x="74214" y="6120979"/>
                  </a:lnTo>
                  <a:lnTo>
                    <a:pt x="74332" y="6120979"/>
                  </a:lnTo>
                  <a:lnTo>
                    <a:pt x="74332" y="6120548"/>
                  </a:lnTo>
                  <a:lnTo>
                    <a:pt x="74449" y="6120548"/>
                  </a:lnTo>
                  <a:lnTo>
                    <a:pt x="74449" y="6120117"/>
                  </a:lnTo>
                  <a:lnTo>
                    <a:pt x="74449" y="6119687"/>
                  </a:lnTo>
                  <a:lnTo>
                    <a:pt x="74449" y="6119256"/>
                  </a:lnTo>
                  <a:lnTo>
                    <a:pt x="74449" y="6118826"/>
                  </a:lnTo>
                  <a:lnTo>
                    <a:pt x="74449" y="6118395"/>
                  </a:lnTo>
                  <a:lnTo>
                    <a:pt x="74567" y="6118395"/>
                  </a:lnTo>
                  <a:lnTo>
                    <a:pt x="74685" y="6118395"/>
                  </a:lnTo>
                  <a:lnTo>
                    <a:pt x="74802" y="6118395"/>
                  </a:lnTo>
                  <a:lnTo>
                    <a:pt x="74802" y="6117964"/>
                  </a:lnTo>
                  <a:lnTo>
                    <a:pt x="74920" y="6117964"/>
                  </a:lnTo>
                  <a:lnTo>
                    <a:pt x="75037" y="6117964"/>
                  </a:lnTo>
                  <a:lnTo>
                    <a:pt x="75037" y="6117534"/>
                  </a:lnTo>
                  <a:lnTo>
                    <a:pt x="75155" y="6117534"/>
                  </a:lnTo>
                  <a:lnTo>
                    <a:pt x="75155" y="6117103"/>
                  </a:lnTo>
                  <a:lnTo>
                    <a:pt x="75155" y="6116673"/>
                  </a:lnTo>
                  <a:lnTo>
                    <a:pt x="75273" y="6116673"/>
                  </a:lnTo>
                  <a:lnTo>
                    <a:pt x="75273" y="6116242"/>
                  </a:lnTo>
                  <a:lnTo>
                    <a:pt x="75273" y="6115811"/>
                  </a:lnTo>
                  <a:lnTo>
                    <a:pt x="75273" y="6115381"/>
                  </a:lnTo>
                  <a:lnTo>
                    <a:pt x="75390" y="6115381"/>
                  </a:lnTo>
                  <a:lnTo>
                    <a:pt x="75508" y="6115381"/>
                  </a:lnTo>
                  <a:lnTo>
                    <a:pt x="75625" y="6115381"/>
                  </a:lnTo>
                  <a:lnTo>
                    <a:pt x="75743" y="6115381"/>
                  </a:lnTo>
                  <a:lnTo>
                    <a:pt x="75861" y="6115381"/>
                  </a:lnTo>
                  <a:lnTo>
                    <a:pt x="75978" y="6115381"/>
                  </a:lnTo>
                  <a:lnTo>
                    <a:pt x="75978" y="6114950"/>
                  </a:lnTo>
                  <a:lnTo>
                    <a:pt x="75978" y="6114520"/>
                  </a:lnTo>
                  <a:lnTo>
                    <a:pt x="75978" y="6114089"/>
                  </a:lnTo>
                  <a:lnTo>
                    <a:pt x="76096" y="6114089"/>
                  </a:lnTo>
                  <a:lnTo>
                    <a:pt x="76214" y="6114089"/>
                  </a:lnTo>
                  <a:lnTo>
                    <a:pt x="76214" y="6113658"/>
                  </a:lnTo>
                  <a:lnTo>
                    <a:pt x="76214" y="6113228"/>
                  </a:lnTo>
                  <a:lnTo>
                    <a:pt x="76214" y="6112797"/>
                  </a:lnTo>
                  <a:lnTo>
                    <a:pt x="76214" y="6112367"/>
                  </a:lnTo>
                  <a:lnTo>
                    <a:pt x="76214" y="6111936"/>
                  </a:lnTo>
                  <a:lnTo>
                    <a:pt x="76214" y="6111505"/>
                  </a:lnTo>
                  <a:lnTo>
                    <a:pt x="76214" y="6111075"/>
                  </a:lnTo>
                  <a:lnTo>
                    <a:pt x="76331" y="6111075"/>
                  </a:lnTo>
                  <a:lnTo>
                    <a:pt x="76449" y="6111075"/>
                  </a:lnTo>
                  <a:lnTo>
                    <a:pt x="76566" y="6111075"/>
                  </a:lnTo>
                  <a:lnTo>
                    <a:pt x="76566" y="6110644"/>
                  </a:lnTo>
                  <a:lnTo>
                    <a:pt x="76684" y="6110644"/>
                  </a:lnTo>
                  <a:lnTo>
                    <a:pt x="76802" y="6110644"/>
                  </a:lnTo>
                  <a:lnTo>
                    <a:pt x="76919" y="6110644"/>
                  </a:lnTo>
                  <a:lnTo>
                    <a:pt x="77037" y="6110644"/>
                  </a:lnTo>
                  <a:lnTo>
                    <a:pt x="77154" y="6110644"/>
                  </a:lnTo>
                  <a:lnTo>
                    <a:pt x="77272" y="6110644"/>
                  </a:lnTo>
                  <a:lnTo>
                    <a:pt x="77390" y="6110644"/>
                  </a:lnTo>
                  <a:lnTo>
                    <a:pt x="77390" y="6110214"/>
                  </a:lnTo>
                  <a:lnTo>
                    <a:pt x="77507" y="6110214"/>
                  </a:lnTo>
                  <a:lnTo>
                    <a:pt x="77507" y="6109783"/>
                  </a:lnTo>
                  <a:lnTo>
                    <a:pt x="77625" y="6109783"/>
                  </a:lnTo>
                  <a:lnTo>
                    <a:pt x="77625" y="6109352"/>
                  </a:lnTo>
                  <a:lnTo>
                    <a:pt x="77625" y="6108922"/>
                  </a:lnTo>
                  <a:lnTo>
                    <a:pt x="77743" y="6108922"/>
                  </a:lnTo>
                  <a:lnTo>
                    <a:pt x="77743" y="6108491"/>
                  </a:lnTo>
                  <a:lnTo>
                    <a:pt x="77743" y="6108061"/>
                  </a:lnTo>
                  <a:lnTo>
                    <a:pt x="77743" y="6107630"/>
                  </a:lnTo>
                  <a:lnTo>
                    <a:pt x="77743" y="6107199"/>
                  </a:lnTo>
                  <a:lnTo>
                    <a:pt x="77743" y="6106769"/>
                  </a:lnTo>
                  <a:lnTo>
                    <a:pt x="77860" y="6106769"/>
                  </a:lnTo>
                  <a:lnTo>
                    <a:pt x="77978" y="6106769"/>
                  </a:lnTo>
                  <a:lnTo>
                    <a:pt x="78095" y="6106769"/>
                  </a:lnTo>
                  <a:lnTo>
                    <a:pt x="78213" y="6106769"/>
                  </a:lnTo>
                  <a:lnTo>
                    <a:pt x="78331" y="6106769"/>
                  </a:lnTo>
                  <a:lnTo>
                    <a:pt x="78331" y="6106338"/>
                  </a:lnTo>
                  <a:lnTo>
                    <a:pt x="78331" y="6105908"/>
                  </a:lnTo>
                  <a:lnTo>
                    <a:pt x="78448" y="6105908"/>
                  </a:lnTo>
                  <a:lnTo>
                    <a:pt x="78448" y="6105477"/>
                  </a:lnTo>
                  <a:lnTo>
                    <a:pt x="78448" y="6105046"/>
                  </a:lnTo>
                  <a:lnTo>
                    <a:pt x="78566" y="6105046"/>
                  </a:lnTo>
                  <a:lnTo>
                    <a:pt x="78566" y="6104616"/>
                  </a:lnTo>
                  <a:lnTo>
                    <a:pt x="78566" y="6104185"/>
                  </a:lnTo>
                  <a:lnTo>
                    <a:pt x="78566" y="6103755"/>
                  </a:lnTo>
                  <a:lnTo>
                    <a:pt x="78683" y="6103755"/>
                  </a:lnTo>
                  <a:lnTo>
                    <a:pt x="78683" y="6103324"/>
                  </a:lnTo>
                  <a:lnTo>
                    <a:pt x="78683" y="6102893"/>
                  </a:lnTo>
                  <a:lnTo>
                    <a:pt x="78801" y="6102893"/>
                  </a:lnTo>
                  <a:lnTo>
                    <a:pt x="78919" y="6102893"/>
                  </a:lnTo>
                  <a:lnTo>
                    <a:pt x="79036" y="6102893"/>
                  </a:lnTo>
                  <a:lnTo>
                    <a:pt x="79154" y="6102893"/>
                  </a:lnTo>
                  <a:lnTo>
                    <a:pt x="79154" y="6102463"/>
                  </a:lnTo>
                  <a:lnTo>
                    <a:pt x="79154" y="6102032"/>
                  </a:lnTo>
                  <a:lnTo>
                    <a:pt x="79272" y="6102032"/>
                  </a:lnTo>
                  <a:lnTo>
                    <a:pt x="79389" y="6102032"/>
                  </a:lnTo>
                  <a:lnTo>
                    <a:pt x="79507" y="6102032"/>
                  </a:lnTo>
                  <a:lnTo>
                    <a:pt x="79624" y="6102032"/>
                  </a:lnTo>
                  <a:lnTo>
                    <a:pt x="79742" y="6102032"/>
                  </a:lnTo>
                  <a:lnTo>
                    <a:pt x="79742" y="6101602"/>
                  </a:lnTo>
                  <a:lnTo>
                    <a:pt x="79742" y="6101171"/>
                  </a:lnTo>
                  <a:lnTo>
                    <a:pt x="79860" y="6101171"/>
                  </a:lnTo>
                  <a:lnTo>
                    <a:pt x="79977" y="6101171"/>
                  </a:lnTo>
                  <a:lnTo>
                    <a:pt x="80095" y="6101171"/>
                  </a:lnTo>
                  <a:lnTo>
                    <a:pt x="80095" y="6100740"/>
                  </a:lnTo>
                  <a:lnTo>
                    <a:pt x="80095" y="6100310"/>
                  </a:lnTo>
                  <a:lnTo>
                    <a:pt x="80212" y="6100310"/>
                  </a:lnTo>
                  <a:lnTo>
                    <a:pt x="80212" y="6099879"/>
                  </a:lnTo>
                  <a:lnTo>
                    <a:pt x="80212" y="6099449"/>
                  </a:lnTo>
                  <a:lnTo>
                    <a:pt x="80330" y="6099449"/>
                  </a:lnTo>
                  <a:lnTo>
                    <a:pt x="80448" y="6099449"/>
                  </a:lnTo>
                  <a:lnTo>
                    <a:pt x="80448" y="6099018"/>
                  </a:lnTo>
                  <a:lnTo>
                    <a:pt x="80448" y="6098587"/>
                  </a:lnTo>
                  <a:lnTo>
                    <a:pt x="80565" y="6098587"/>
                  </a:lnTo>
                  <a:lnTo>
                    <a:pt x="80565" y="6098157"/>
                  </a:lnTo>
                  <a:lnTo>
                    <a:pt x="80683" y="6098157"/>
                  </a:lnTo>
                  <a:lnTo>
                    <a:pt x="80800" y="6098157"/>
                  </a:lnTo>
                  <a:lnTo>
                    <a:pt x="80800" y="6097726"/>
                  </a:lnTo>
                  <a:lnTo>
                    <a:pt x="80800" y="6097296"/>
                  </a:lnTo>
                  <a:lnTo>
                    <a:pt x="80918" y="6097296"/>
                  </a:lnTo>
                  <a:lnTo>
                    <a:pt x="81036" y="6097296"/>
                  </a:lnTo>
                  <a:lnTo>
                    <a:pt x="81153" y="6097296"/>
                  </a:lnTo>
                  <a:lnTo>
                    <a:pt x="81153" y="6096865"/>
                  </a:lnTo>
                  <a:lnTo>
                    <a:pt x="81271" y="6096865"/>
                  </a:lnTo>
                  <a:lnTo>
                    <a:pt x="81271" y="6096434"/>
                  </a:lnTo>
                  <a:lnTo>
                    <a:pt x="81271" y="6096004"/>
                  </a:lnTo>
                  <a:lnTo>
                    <a:pt x="81271" y="6095573"/>
                  </a:lnTo>
                  <a:lnTo>
                    <a:pt x="81271" y="6095143"/>
                  </a:lnTo>
                  <a:lnTo>
                    <a:pt x="81271" y="6094712"/>
                  </a:lnTo>
                  <a:lnTo>
                    <a:pt x="81271" y="6094281"/>
                  </a:lnTo>
                  <a:lnTo>
                    <a:pt x="81271" y="6093851"/>
                  </a:lnTo>
                  <a:lnTo>
                    <a:pt x="81271" y="6093420"/>
                  </a:lnTo>
                  <a:lnTo>
                    <a:pt x="81389" y="6093420"/>
                  </a:lnTo>
                  <a:lnTo>
                    <a:pt x="81506" y="6093420"/>
                  </a:lnTo>
                  <a:lnTo>
                    <a:pt x="81506" y="6092990"/>
                  </a:lnTo>
                  <a:lnTo>
                    <a:pt x="81624" y="6092990"/>
                  </a:lnTo>
                  <a:lnTo>
                    <a:pt x="81741" y="6092990"/>
                  </a:lnTo>
                  <a:lnTo>
                    <a:pt x="81859" y="6092990"/>
                  </a:lnTo>
                  <a:lnTo>
                    <a:pt x="81977" y="6092990"/>
                  </a:lnTo>
                  <a:lnTo>
                    <a:pt x="81977" y="6092559"/>
                  </a:lnTo>
                  <a:lnTo>
                    <a:pt x="82094" y="6092559"/>
                  </a:lnTo>
                  <a:lnTo>
                    <a:pt x="82212" y="6092559"/>
                  </a:lnTo>
                  <a:lnTo>
                    <a:pt x="82329" y="6092559"/>
                  </a:lnTo>
                  <a:lnTo>
                    <a:pt x="82329" y="6092128"/>
                  </a:lnTo>
                  <a:lnTo>
                    <a:pt x="82447" y="6092128"/>
                  </a:lnTo>
                  <a:lnTo>
                    <a:pt x="82565" y="6092128"/>
                  </a:lnTo>
                  <a:lnTo>
                    <a:pt x="82682" y="6092128"/>
                  </a:lnTo>
                  <a:lnTo>
                    <a:pt x="82682" y="6091698"/>
                  </a:lnTo>
                  <a:lnTo>
                    <a:pt x="82800" y="6091698"/>
                  </a:lnTo>
                  <a:lnTo>
                    <a:pt x="82918" y="6091698"/>
                  </a:lnTo>
                  <a:lnTo>
                    <a:pt x="82918" y="6091267"/>
                  </a:lnTo>
                  <a:lnTo>
                    <a:pt x="83035" y="6091267"/>
                  </a:lnTo>
                  <a:lnTo>
                    <a:pt x="83035" y="6090837"/>
                  </a:lnTo>
                  <a:lnTo>
                    <a:pt x="83153" y="6090837"/>
                  </a:lnTo>
                  <a:lnTo>
                    <a:pt x="83270" y="6090837"/>
                  </a:lnTo>
                  <a:lnTo>
                    <a:pt x="83388" y="6090837"/>
                  </a:lnTo>
                  <a:lnTo>
                    <a:pt x="83506" y="6090837"/>
                  </a:lnTo>
                  <a:lnTo>
                    <a:pt x="83623" y="6090837"/>
                  </a:lnTo>
                  <a:lnTo>
                    <a:pt x="83623" y="6090406"/>
                  </a:lnTo>
                  <a:lnTo>
                    <a:pt x="83741" y="6090406"/>
                  </a:lnTo>
                  <a:lnTo>
                    <a:pt x="83858" y="6090406"/>
                  </a:lnTo>
                  <a:lnTo>
                    <a:pt x="83976" y="6090406"/>
                  </a:lnTo>
                  <a:lnTo>
                    <a:pt x="84094" y="6090406"/>
                  </a:lnTo>
                  <a:lnTo>
                    <a:pt x="84211" y="6090406"/>
                  </a:lnTo>
                  <a:lnTo>
                    <a:pt x="84329" y="6090406"/>
                  </a:lnTo>
                  <a:lnTo>
                    <a:pt x="84329" y="6089975"/>
                  </a:lnTo>
                  <a:lnTo>
                    <a:pt x="84447" y="6089975"/>
                  </a:lnTo>
                  <a:lnTo>
                    <a:pt x="84564" y="6089975"/>
                  </a:lnTo>
                  <a:lnTo>
                    <a:pt x="84564" y="6089545"/>
                  </a:lnTo>
                  <a:lnTo>
                    <a:pt x="84682" y="6089545"/>
                  </a:lnTo>
                  <a:lnTo>
                    <a:pt x="84799" y="6089545"/>
                  </a:lnTo>
                  <a:lnTo>
                    <a:pt x="84917" y="6089545"/>
                  </a:lnTo>
                  <a:lnTo>
                    <a:pt x="85035" y="6089545"/>
                  </a:lnTo>
                  <a:lnTo>
                    <a:pt x="85152" y="6089545"/>
                  </a:lnTo>
                  <a:lnTo>
                    <a:pt x="85270" y="6089545"/>
                  </a:lnTo>
                  <a:lnTo>
                    <a:pt x="85270" y="6089114"/>
                  </a:lnTo>
                  <a:lnTo>
                    <a:pt x="85270" y="6088684"/>
                  </a:lnTo>
                  <a:lnTo>
                    <a:pt x="85270" y="6088253"/>
                  </a:lnTo>
                  <a:lnTo>
                    <a:pt x="85387" y="6088253"/>
                  </a:lnTo>
                  <a:lnTo>
                    <a:pt x="85387" y="6087822"/>
                  </a:lnTo>
                  <a:lnTo>
                    <a:pt x="85505" y="6087822"/>
                  </a:lnTo>
                  <a:lnTo>
                    <a:pt x="85623" y="6087822"/>
                  </a:lnTo>
                  <a:lnTo>
                    <a:pt x="85740" y="6087822"/>
                  </a:lnTo>
                  <a:lnTo>
                    <a:pt x="85740" y="6087392"/>
                  </a:lnTo>
                  <a:lnTo>
                    <a:pt x="85740" y="6086961"/>
                  </a:lnTo>
                  <a:lnTo>
                    <a:pt x="85858" y="6086961"/>
                  </a:lnTo>
                  <a:lnTo>
                    <a:pt x="85858" y="6086531"/>
                  </a:lnTo>
                  <a:lnTo>
                    <a:pt x="85858" y="6086100"/>
                  </a:lnTo>
                  <a:lnTo>
                    <a:pt x="85976" y="6086100"/>
                  </a:lnTo>
                  <a:lnTo>
                    <a:pt x="86093" y="6086100"/>
                  </a:lnTo>
                  <a:lnTo>
                    <a:pt x="86211" y="6086100"/>
                  </a:lnTo>
                  <a:lnTo>
                    <a:pt x="86328" y="6086100"/>
                  </a:lnTo>
                  <a:lnTo>
                    <a:pt x="86446" y="6086100"/>
                  </a:lnTo>
                  <a:lnTo>
                    <a:pt x="86564" y="6086100"/>
                  </a:lnTo>
                  <a:lnTo>
                    <a:pt x="86681" y="6086100"/>
                  </a:lnTo>
                  <a:lnTo>
                    <a:pt x="86681" y="6085669"/>
                  </a:lnTo>
                  <a:lnTo>
                    <a:pt x="86799" y="6085669"/>
                  </a:lnTo>
                  <a:lnTo>
                    <a:pt x="86799" y="6085239"/>
                  </a:lnTo>
                  <a:lnTo>
                    <a:pt x="86916" y="6085239"/>
                  </a:lnTo>
                  <a:lnTo>
                    <a:pt x="86916" y="6084808"/>
                  </a:lnTo>
                  <a:lnTo>
                    <a:pt x="87034" y="6084808"/>
                  </a:lnTo>
                  <a:lnTo>
                    <a:pt x="87034" y="6084378"/>
                  </a:lnTo>
                  <a:lnTo>
                    <a:pt x="87034" y="6083947"/>
                  </a:lnTo>
                  <a:lnTo>
                    <a:pt x="87034" y="6083516"/>
                  </a:lnTo>
                  <a:lnTo>
                    <a:pt x="87152" y="6083516"/>
                  </a:lnTo>
                  <a:lnTo>
                    <a:pt x="87269" y="6083516"/>
                  </a:lnTo>
                  <a:lnTo>
                    <a:pt x="87387" y="6083516"/>
                  </a:lnTo>
                  <a:lnTo>
                    <a:pt x="87505" y="6083516"/>
                  </a:lnTo>
                  <a:lnTo>
                    <a:pt x="87622" y="6083516"/>
                  </a:lnTo>
                  <a:lnTo>
                    <a:pt x="87622" y="6083086"/>
                  </a:lnTo>
                  <a:lnTo>
                    <a:pt x="87740" y="6083086"/>
                  </a:lnTo>
                  <a:lnTo>
                    <a:pt x="87857" y="6083086"/>
                  </a:lnTo>
                  <a:lnTo>
                    <a:pt x="87857" y="6082655"/>
                  </a:lnTo>
                  <a:lnTo>
                    <a:pt x="87975" y="6082655"/>
                  </a:lnTo>
                  <a:lnTo>
                    <a:pt x="87975" y="6082225"/>
                  </a:lnTo>
                  <a:lnTo>
                    <a:pt x="87975" y="6081794"/>
                  </a:lnTo>
                  <a:lnTo>
                    <a:pt x="88093" y="6081794"/>
                  </a:lnTo>
                  <a:lnTo>
                    <a:pt x="88210" y="6081794"/>
                  </a:lnTo>
                  <a:lnTo>
                    <a:pt x="88210" y="6081363"/>
                  </a:lnTo>
                  <a:lnTo>
                    <a:pt x="88328" y="6081363"/>
                  </a:lnTo>
                  <a:lnTo>
                    <a:pt x="88445" y="6081363"/>
                  </a:lnTo>
                  <a:lnTo>
                    <a:pt x="88563" y="6081363"/>
                  </a:lnTo>
                  <a:lnTo>
                    <a:pt x="88681" y="6081363"/>
                  </a:lnTo>
                  <a:lnTo>
                    <a:pt x="88681" y="6080933"/>
                  </a:lnTo>
                  <a:lnTo>
                    <a:pt x="88798" y="6080933"/>
                  </a:lnTo>
                  <a:lnTo>
                    <a:pt x="88916" y="6080933"/>
                  </a:lnTo>
                  <a:lnTo>
                    <a:pt x="89033" y="6080933"/>
                  </a:lnTo>
                  <a:lnTo>
                    <a:pt x="89151" y="6080933"/>
                  </a:lnTo>
                  <a:lnTo>
                    <a:pt x="89269" y="6080933"/>
                  </a:lnTo>
                  <a:lnTo>
                    <a:pt x="89269" y="6080502"/>
                  </a:lnTo>
                  <a:lnTo>
                    <a:pt x="89386" y="6080502"/>
                  </a:lnTo>
                  <a:lnTo>
                    <a:pt x="89386" y="6080072"/>
                  </a:lnTo>
                  <a:lnTo>
                    <a:pt x="89386" y="6079641"/>
                  </a:lnTo>
                  <a:lnTo>
                    <a:pt x="89504" y="6079641"/>
                  </a:lnTo>
                  <a:lnTo>
                    <a:pt x="89504" y="6079210"/>
                  </a:lnTo>
                  <a:lnTo>
                    <a:pt x="89504" y="6078780"/>
                  </a:lnTo>
                  <a:lnTo>
                    <a:pt x="89622" y="6078780"/>
                  </a:lnTo>
                  <a:lnTo>
                    <a:pt x="89622" y="6078349"/>
                  </a:lnTo>
                  <a:lnTo>
                    <a:pt x="89739" y="6078349"/>
                  </a:lnTo>
                  <a:lnTo>
                    <a:pt x="89857" y="6078349"/>
                  </a:lnTo>
                  <a:lnTo>
                    <a:pt x="89974" y="6078349"/>
                  </a:lnTo>
                  <a:lnTo>
                    <a:pt x="90092" y="6078349"/>
                  </a:lnTo>
                  <a:lnTo>
                    <a:pt x="90092" y="6077919"/>
                  </a:lnTo>
                  <a:lnTo>
                    <a:pt x="90092" y="6077488"/>
                  </a:lnTo>
                  <a:lnTo>
                    <a:pt x="90210" y="6077488"/>
                  </a:lnTo>
                  <a:lnTo>
                    <a:pt x="90327" y="6077488"/>
                  </a:lnTo>
                  <a:lnTo>
                    <a:pt x="90327" y="6077057"/>
                  </a:lnTo>
                  <a:lnTo>
                    <a:pt x="90445" y="6077057"/>
                  </a:lnTo>
                  <a:lnTo>
                    <a:pt x="90445" y="6076627"/>
                  </a:lnTo>
                  <a:lnTo>
                    <a:pt x="90445" y="6076196"/>
                  </a:lnTo>
                  <a:lnTo>
                    <a:pt x="90445" y="6075766"/>
                  </a:lnTo>
                  <a:lnTo>
                    <a:pt x="90445" y="6075335"/>
                  </a:lnTo>
                  <a:lnTo>
                    <a:pt x="90562" y="6075335"/>
                  </a:lnTo>
                  <a:lnTo>
                    <a:pt x="90562" y="6074904"/>
                  </a:lnTo>
                  <a:lnTo>
                    <a:pt x="90680" y="6074904"/>
                  </a:lnTo>
                  <a:lnTo>
                    <a:pt x="90798" y="6074904"/>
                  </a:lnTo>
                  <a:lnTo>
                    <a:pt x="90798" y="6074474"/>
                  </a:lnTo>
                  <a:lnTo>
                    <a:pt x="90798" y="6074043"/>
                  </a:lnTo>
                  <a:lnTo>
                    <a:pt x="90798" y="6073613"/>
                  </a:lnTo>
                  <a:lnTo>
                    <a:pt x="90915" y="6073613"/>
                  </a:lnTo>
                  <a:lnTo>
                    <a:pt x="91033" y="6073613"/>
                  </a:lnTo>
                  <a:lnTo>
                    <a:pt x="91151" y="6073613"/>
                  </a:lnTo>
                  <a:lnTo>
                    <a:pt x="91268" y="6073613"/>
                  </a:lnTo>
                  <a:lnTo>
                    <a:pt x="91386" y="6073613"/>
                  </a:lnTo>
                  <a:lnTo>
                    <a:pt x="91386" y="6073182"/>
                  </a:lnTo>
                  <a:lnTo>
                    <a:pt x="91503" y="6073182"/>
                  </a:lnTo>
                  <a:lnTo>
                    <a:pt x="91621" y="6073182"/>
                  </a:lnTo>
                  <a:lnTo>
                    <a:pt x="91621" y="6072751"/>
                  </a:lnTo>
                  <a:lnTo>
                    <a:pt x="91739" y="6072751"/>
                  </a:lnTo>
                  <a:lnTo>
                    <a:pt x="91856" y="6072751"/>
                  </a:lnTo>
                  <a:lnTo>
                    <a:pt x="91974" y="6072751"/>
                  </a:lnTo>
                  <a:lnTo>
                    <a:pt x="92091" y="6072751"/>
                  </a:lnTo>
                  <a:lnTo>
                    <a:pt x="92209" y="6072751"/>
                  </a:lnTo>
                  <a:lnTo>
                    <a:pt x="92327" y="6072751"/>
                  </a:lnTo>
                  <a:lnTo>
                    <a:pt x="92444" y="6072751"/>
                  </a:lnTo>
                  <a:lnTo>
                    <a:pt x="92444" y="6072321"/>
                  </a:lnTo>
                  <a:lnTo>
                    <a:pt x="92562" y="6072321"/>
                  </a:lnTo>
                  <a:lnTo>
                    <a:pt x="92680" y="6072321"/>
                  </a:lnTo>
                  <a:lnTo>
                    <a:pt x="92680" y="6071890"/>
                  </a:lnTo>
                  <a:lnTo>
                    <a:pt x="92680" y="6071460"/>
                  </a:lnTo>
                  <a:lnTo>
                    <a:pt x="92680" y="6071029"/>
                  </a:lnTo>
                  <a:lnTo>
                    <a:pt x="92680" y="6070598"/>
                  </a:lnTo>
                  <a:lnTo>
                    <a:pt x="92797" y="6070598"/>
                  </a:lnTo>
                  <a:lnTo>
                    <a:pt x="92915" y="6070598"/>
                  </a:lnTo>
                  <a:lnTo>
                    <a:pt x="93032" y="6070598"/>
                  </a:lnTo>
                  <a:lnTo>
                    <a:pt x="93150" y="6070598"/>
                  </a:lnTo>
                  <a:lnTo>
                    <a:pt x="93150" y="6070168"/>
                  </a:lnTo>
                  <a:lnTo>
                    <a:pt x="93150" y="6069737"/>
                  </a:lnTo>
                  <a:lnTo>
                    <a:pt x="93268" y="6069737"/>
                  </a:lnTo>
                  <a:lnTo>
                    <a:pt x="93268" y="6069307"/>
                  </a:lnTo>
                  <a:lnTo>
                    <a:pt x="93385" y="6069307"/>
                  </a:lnTo>
                  <a:lnTo>
                    <a:pt x="93385" y="6068876"/>
                  </a:lnTo>
                  <a:lnTo>
                    <a:pt x="93385" y="6068445"/>
                  </a:lnTo>
                  <a:lnTo>
                    <a:pt x="93385" y="6068015"/>
                  </a:lnTo>
                  <a:lnTo>
                    <a:pt x="93385" y="6067584"/>
                  </a:lnTo>
                  <a:lnTo>
                    <a:pt x="93503" y="6067584"/>
                  </a:lnTo>
                  <a:lnTo>
                    <a:pt x="93620" y="6067584"/>
                  </a:lnTo>
                  <a:lnTo>
                    <a:pt x="93620" y="6067154"/>
                  </a:lnTo>
                  <a:lnTo>
                    <a:pt x="93738" y="6067154"/>
                  </a:lnTo>
                  <a:lnTo>
                    <a:pt x="93856" y="6067154"/>
                  </a:lnTo>
                  <a:lnTo>
                    <a:pt x="93973" y="6067154"/>
                  </a:lnTo>
                  <a:lnTo>
                    <a:pt x="93973" y="6066723"/>
                  </a:lnTo>
                  <a:lnTo>
                    <a:pt x="93973" y="6066292"/>
                  </a:lnTo>
                  <a:lnTo>
                    <a:pt x="93973" y="6065862"/>
                  </a:lnTo>
                  <a:lnTo>
                    <a:pt x="93973" y="6065431"/>
                  </a:lnTo>
                  <a:lnTo>
                    <a:pt x="94091" y="6065431"/>
                  </a:lnTo>
                  <a:lnTo>
                    <a:pt x="94091" y="6065001"/>
                  </a:lnTo>
                  <a:lnTo>
                    <a:pt x="94209" y="6065001"/>
                  </a:lnTo>
                  <a:lnTo>
                    <a:pt x="94326" y="6065001"/>
                  </a:lnTo>
                  <a:lnTo>
                    <a:pt x="94326" y="6064570"/>
                  </a:lnTo>
                  <a:lnTo>
                    <a:pt x="94326" y="6064139"/>
                  </a:lnTo>
                  <a:lnTo>
                    <a:pt x="94326" y="6063709"/>
                  </a:lnTo>
                  <a:lnTo>
                    <a:pt x="94326" y="6063278"/>
                  </a:lnTo>
                  <a:lnTo>
                    <a:pt x="94326" y="6062848"/>
                  </a:lnTo>
                  <a:lnTo>
                    <a:pt x="94444" y="6062848"/>
                  </a:lnTo>
                  <a:lnTo>
                    <a:pt x="94444" y="6062417"/>
                  </a:lnTo>
                  <a:lnTo>
                    <a:pt x="94561" y="6062417"/>
                  </a:lnTo>
                  <a:lnTo>
                    <a:pt x="94679" y="6062417"/>
                  </a:lnTo>
                  <a:lnTo>
                    <a:pt x="94797" y="6062417"/>
                  </a:lnTo>
                  <a:lnTo>
                    <a:pt x="94797" y="6061986"/>
                  </a:lnTo>
                  <a:lnTo>
                    <a:pt x="94914" y="6061986"/>
                  </a:lnTo>
                  <a:lnTo>
                    <a:pt x="94914" y="6061556"/>
                  </a:lnTo>
                  <a:lnTo>
                    <a:pt x="94914" y="6061125"/>
                  </a:lnTo>
                  <a:lnTo>
                    <a:pt x="95032" y="6061125"/>
                  </a:lnTo>
                  <a:lnTo>
                    <a:pt x="95149" y="6061125"/>
                  </a:lnTo>
                  <a:lnTo>
                    <a:pt x="95267" y="6061125"/>
                  </a:lnTo>
                  <a:lnTo>
                    <a:pt x="95267" y="6060695"/>
                  </a:lnTo>
                  <a:lnTo>
                    <a:pt x="95385" y="6060695"/>
                  </a:lnTo>
                  <a:lnTo>
                    <a:pt x="95502" y="6060695"/>
                  </a:lnTo>
                  <a:lnTo>
                    <a:pt x="95620" y="6060695"/>
                  </a:lnTo>
                  <a:lnTo>
                    <a:pt x="95620" y="6060264"/>
                  </a:lnTo>
                  <a:lnTo>
                    <a:pt x="95738" y="6060264"/>
                  </a:lnTo>
                  <a:lnTo>
                    <a:pt x="95855" y="6060264"/>
                  </a:lnTo>
                  <a:lnTo>
                    <a:pt x="95973" y="6060264"/>
                  </a:lnTo>
                  <a:lnTo>
                    <a:pt x="96090" y="6060264"/>
                  </a:lnTo>
                  <a:lnTo>
                    <a:pt x="96208" y="6060264"/>
                  </a:lnTo>
                  <a:lnTo>
                    <a:pt x="96208" y="6059833"/>
                  </a:lnTo>
                  <a:lnTo>
                    <a:pt x="96208" y="6059403"/>
                  </a:lnTo>
                  <a:lnTo>
                    <a:pt x="96326" y="6059403"/>
                  </a:lnTo>
                  <a:lnTo>
                    <a:pt x="96443" y="6059403"/>
                  </a:lnTo>
                  <a:lnTo>
                    <a:pt x="96561" y="6059403"/>
                  </a:lnTo>
                  <a:lnTo>
                    <a:pt x="96561" y="6058972"/>
                  </a:lnTo>
                  <a:lnTo>
                    <a:pt x="96678" y="6058972"/>
                  </a:lnTo>
                  <a:lnTo>
                    <a:pt x="96678" y="6058542"/>
                  </a:lnTo>
                  <a:lnTo>
                    <a:pt x="96796" y="6058542"/>
                  </a:lnTo>
                  <a:lnTo>
                    <a:pt x="96914" y="6058542"/>
                  </a:lnTo>
                  <a:lnTo>
                    <a:pt x="96914" y="6058111"/>
                  </a:lnTo>
                  <a:lnTo>
                    <a:pt x="96914" y="6057680"/>
                  </a:lnTo>
                  <a:lnTo>
                    <a:pt x="96914" y="6057250"/>
                  </a:lnTo>
                  <a:lnTo>
                    <a:pt x="96914" y="6056819"/>
                  </a:lnTo>
                  <a:lnTo>
                    <a:pt x="97031" y="6056819"/>
                  </a:lnTo>
                  <a:lnTo>
                    <a:pt x="97031" y="6056389"/>
                  </a:lnTo>
                  <a:lnTo>
                    <a:pt x="97031" y="6055958"/>
                  </a:lnTo>
                  <a:lnTo>
                    <a:pt x="97149" y="6055958"/>
                  </a:lnTo>
                  <a:lnTo>
                    <a:pt x="97266" y="6055958"/>
                  </a:lnTo>
                  <a:lnTo>
                    <a:pt x="97384" y="6055958"/>
                  </a:lnTo>
                  <a:lnTo>
                    <a:pt x="97384" y="6055527"/>
                  </a:lnTo>
                  <a:lnTo>
                    <a:pt x="97502" y="6055527"/>
                  </a:lnTo>
                  <a:lnTo>
                    <a:pt x="97619" y="6055527"/>
                  </a:lnTo>
                  <a:lnTo>
                    <a:pt x="97619" y="6055097"/>
                  </a:lnTo>
                  <a:lnTo>
                    <a:pt x="97619" y="6054666"/>
                  </a:lnTo>
                  <a:lnTo>
                    <a:pt x="97737" y="6054666"/>
                  </a:lnTo>
                  <a:lnTo>
                    <a:pt x="97737" y="6054236"/>
                  </a:lnTo>
                  <a:lnTo>
                    <a:pt x="97737" y="6053805"/>
                  </a:lnTo>
                  <a:lnTo>
                    <a:pt x="97737" y="6053374"/>
                  </a:lnTo>
                  <a:lnTo>
                    <a:pt x="97737" y="6052944"/>
                  </a:lnTo>
                  <a:lnTo>
                    <a:pt x="97855" y="6052944"/>
                  </a:lnTo>
                  <a:lnTo>
                    <a:pt x="97972" y="6052944"/>
                  </a:lnTo>
                  <a:lnTo>
                    <a:pt x="97972" y="6052513"/>
                  </a:lnTo>
                  <a:lnTo>
                    <a:pt x="98090" y="6052513"/>
                  </a:lnTo>
                  <a:lnTo>
                    <a:pt x="98090" y="6052083"/>
                  </a:lnTo>
                  <a:lnTo>
                    <a:pt x="98207" y="6052083"/>
                  </a:lnTo>
                  <a:lnTo>
                    <a:pt x="98325" y="6052083"/>
                  </a:lnTo>
                  <a:lnTo>
                    <a:pt x="98443" y="6052083"/>
                  </a:lnTo>
                  <a:lnTo>
                    <a:pt x="98443" y="6051652"/>
                  </a:lnTo>
                  <a:lnTo>
                    <a:pt x="98443" y="6051221"/>
                  </a:lnTo>
                  <a:lnTo>
                    <a:pt x="98560" y="6051221"/>
                  </a:lnTo>
                  <a:lnTo>
                    <a:pt x="98560" y="6050791"/>
                  </a:lnTo>
                  <a:lnTo>
                    <a:pt x="98678" y="6050791"/>
                  </a:lnTo>
                  <a:lnTo>
                    <a:pt x="98678" y="6050360"/>
                  </a:lnTo>
                  <a:lnTo>
                    <a:pt x="98678" y="6049930"/>
                  </a:lnTo>
                  <a:lnTo>
                    <a:pt x="98678" y="6049499"/>
                  </a:lnTo>
                  <a:lnTo>
                    <a:pt x="98678" y="6049068"/>
                  </a:lnTo>
                  <a:lnTo>
                    <a:pt x="98678" y="6048638"/>
                  </a:lnTo>
                  <a:lnTo>
                    <a:pt x="98795" y="6048638"/>
                  </a:lnTo>
                  <a:lnTo>
                    <a:pt x="98913" y="6048638"/>
                  </a:lnTo>
                  <a:lnTo>
                    <a:pt x="99031" y="6048638"/>
                  </a:lnTo>
                  <a:lnTo>
                    <a:pt x="99031" y="6048207"/>
                  </a:lnTo>
                  <a:lnTo>
                    <a:pt x="99031" y="6047777"/>
                  </a:lnTo>
                  <a:lnTo>
                    <a:pt x="99031" y="6047346"/>
                  </a:lnTo>
                  <a:lnTo>
                    <a:pt x="99031" y="6046915"/>
                  </a:lnTo>
                  <a:lnTo>
                    <a:pt x="99031" y="6046485"/>
                  </a:lnTo>
                  <a:lnTo>
                    <a:pt x="99031" y="6046054"/>
                  </a:lnTo>
                  <a:lnTo>
                    <a:pt x="99148" y="6046054"/>
                  </a:lnTo>
                  <a:lnTo>
                    <a:pt x="99266" y="6046054"/>
                  </a:lnTo>
                  <a:lnTo>
                    <a:pt x="99266" y="6045624"/>
                  </a:lnTo>
                  <a:lnTo>
                    <a:pt x="99266" y="6045193"/>
                  </a:lnTo>
                  <a:lnTo>
                    <a:pt x="99384" y="6045193"/>
                  </a:lnTo>
                  <a:lnTo>
                    <a:pt x="99501" y="6045193"/>
                  </a:lnTo>
                  <a:lnTo>
                    <a:pt x="99501" y="6044762"/>
                  </a:lnTo>
                  <a:lnTo>
                    <a:pt x="99501" y="6044332"/>
                  </a:lnTo>
                  <a:lnTo>
                    <a:pt x="99619" y="6044332"/>
                  </a:lnTo>
                  <a:lnTo>
                    <a:pt x="99736" y="6044332"/>
                  </a:lnTo>
                  <a:lnTo>
                    <a:pt x="99736" y="6043901"/>
                  </a:lnTo>
                  <a:lnTo>
                    <a:pt x="99736" y="6043471"/>
                  </a:lnTo>
                  <a:lnTo>
                    <a:pt x="99854" y="6043471"/>
                  </a:lnTo>
                  <a:lnTo>
                    <a:pt x="99854" y="6043040"/>
                  </a:lnTo>
                  <a:lnTo>
                    <a:pt x="99854" y="6042609"/>
                  </a:lnTo>
                  <a:lnTo>
                    <a:pt x="99972" y="6042609"/>
                  </a:lnTo>
                  <a:lnTo>
                    <a:pt x="99972" y="6042179"/>
                  </a:lnTo>
                  <a:lnTo>
                    <a:pt x="100089" y="6042179"/>
                  </a:lnTo>
                  <a:lnTo>
                    <a:pt x="100089" y="6041748"/>
                  </a:lnTo>
                  <a:lnTo>
                    <a:pt x="100207" y="6041748"/>
                  </a:lnTo>
                  <a:lnTo>
                    <a:pt x="100207" y="6041318"/>
                  </a:lnTo>
                  <a:lnTo>
                    <a:pt x="100324" y="6041318"/>
                  </a:lnTo>
                  <a:lnTo>
                    <a:pt x="100442" y="6041318"/>
                  </a:lnTo>
                  <a:lnTo>
                    <a:pt x="100560" y="6041318"/>
                  </a:lnTo>
                  <a:lnTo>
                    <a:pt x="100677" y="6041318"/>
                  </a:lnTo>
                  <a:lnTo>
                    <a:pt x="100795" y="6041318"/>
                  </a:lnTo>
                  <a:lnTo>
                    <a:pt x="100913" y="6041318"/>
                  </a:lnTo>
                  <a:lnTo>
                    <a:pt x="100913" y="6040887"/>
                  </a:lnTo>
                  <a:lnTo>
                    <a:pt x="101030" y="6040887"/>
                  </a:lnTo>
                  <a:lnTo>
                    <a:pt x="101148" y="6040887"/>
                  </a:lnTo>
                  <a:lnTo>
                    <a:pt x="101148" y="6040456"/>
                  </a:lnTo>
                  <a:lnTo>
                    <a:pt x="101148" y="6040026"/>
                  </a:lnTo>
                  <a:lnTo>
                    <a:pt x="101148" y="6039595"/>
                  </a:lnTo>
                  <a:lnTo>
                    <a:pt x="101148" y="6039165"/>
                  </a:lnTo>
                  <a:lnTo>
                    <a:pt x="101265" y="6039165"/>
                  </a:lnTo>
                  <a:lnTo>
                    <a:pt x="101265" y="6038734"/>
                  </a:lnTo>
                  <a:lnTo>
                    <a:pt x="101265" y="6038303"/>
                  </a:lnTo>
                  <a:lnTo>
                    <a:pt x="101383" y="6038303"/>
                  </a:lnTo>
                  <a:lnTo>
                    <a:pt x="101383" y="6037873"/>
                  </a:lnTo>
                  <a:lnTo>
                    <a:pt x="101383" y="6037442"/>
                  </a:lnTo>
                  <a:lnTo>
                    <a:pt x="101383" y="6037012"/>
                  </a:lnTo>
                  <a:lnTo>
                    <a:pt x="101383" y="6036581"/>
                  </a:lnTo>
                  <a:lnTo>
                    <a:pt x="101383" y="6036150"/>
                  </a:lnTo>
                  <a:lnTo>
                    <a:pt x="101501" y="6036150"/>
                  </a:lnTo>
                  <a:lnTo>
                    <a:pt x="101618" y="6036150"/>
                  </a:lnTo>
                  <a:lnTo>
                    <a:pt x="101736" y="6036150"/>
                  </a:lnTo>
                  <a:lnTo>
                    <a:pt x="101853" y="6036150"/>
                  </a:lnTo>
                  <a:lnTo>
                    <a:pt x="101971" y="6036150"/>
                  </a:lnTo>
                  <a:lnTo>
                    <a:pt x="102089" y="6036150"/>
                  </a:lnTo>
                  <a:lnTo>
                    <a:pt x="102206" y="6036150"/>
                  </a:lnTo>
                  <a:lnTo>
                    <a:pt x="102206" y="6035720"/>
                  </a:lnTo>
                  <a:lnTo>
                    <a:pt x="102324" y="6035720"/>
                  </a:lnTo>
                  <a:lnTo>
                    <a:pt x="102442" y="6035720"/>
                  </a:lnTo>
                  <a:lnTo>
                    <a:pt x="102442" y="6035289"/>
                  </a:lnTo>
                  <a:lnTo>
                    <a:pt x="102559" y="6035289"/>
                  </a:lnTo>
                  <a:lnTo>
                    <a:pt x="102677" y="6035289"/>
                  </a:lnTo>
                  <a:lnTo>
                    <a:pt x="102794" y="6035289"/>
                  </a:lnTo>
                  <a:lnTo>
                    <a:pt x="102794" y="6034859"/>
                  </a:lnTo>
                  <a:lnTo>
                    <a:pt x="102912" y="6034859"/>
                  </a:lnTo>
                  <a:lnTo>
                    <a:pt x="103030" y="6034859"/>
                  </a:lnTo>
                  <a:lnTo>
                    <a:pt x="103030" y="6034428"/>
                  </a:lnTo>
                  <a:lnTo>
                    <a:pt x="103147" y="6034428"/>
                  </a:lnTo>
                  <a:lnTo>
                    <a:pt x="103265" y="6034428"/>
                  </a:lnTo>
                  <a:lnTo>
                    <a:pt x="103382" y="6034428"/>
                  </a:lnTo>
                  <a:lnTo>
                    <a:pt x="103382" y="6033997"/>
                  </a:lnTo>
                  <a:lnTo>
                    <a:pt x="103382" y="6033567"/>
                  </a:lnTo>
                  <a:lnTo>
                    <a:pt x="103500" y="6033567"/>
                  </a:lnTo>
                  <a:lnTo>
                    <a:pt x="103618" y="6033567"/>
                  </a:lnTo>
                  <a:lnTo>
                    <a:pt x="103618" y="6033136"/>
                  </a:lnTo>
                  <a:lnTo>
                    <a:pt x="103735" y="6033136"/>
                  </a:lnTo>
                  <a:lnTo>
                    <a:pt x="103853" y="6033136"/>
                  </a:lnTo>
                  <a:lnTo>
                    <a:pt x="103971" y="6033136"/>
                  </a:lnTo>
                  <a:lnTo>
                    <a:pt x="104088" y="6033136"/>
                  </a:lnTo>
                  <a:lnTo>
                    <a:pt x="104088" y="6032706"/>
                  </a:lnTo>
                  <a:lnTo>
                    <a:pt x="104206" y="6032706"/>
                  </a:lnTo>
                  <a:lnTo>
                    <a:pt x="104323" y="6032706"/>
                  </a:lnTo>
                  <a:lnTo>
                    <a:pt x="104441" y="6032706"/>
                  </a:lnTo>
                  <a:lnTo>
                    <a:pt x="104559" y="6032706"/>
                  </a:lnTo>
                  <a:lnTo>
                    <a:pt x="104676" y="6032706"/>
                  </a:lnTo>
                  <a:lnTo>
                    <a:pt x="104794" y="6032706"/>
                  </a:lnTo>
                  <a:lnTo>
                    <a:pt x="104794" y="6032275"/>
                  </a:lnTo>
                  <a:lnTo>
                    <a:pt x="104794" y="6031844"/>
                  </a:lnTo>
                  <a:lnTo>
                    <a:pt x="104911" y="6031844"/>
                  </a:lnTo>
                  <a:lnTo>
                    <a:pt x="104911" y="6031414"/>
                  </a:lnTo>
                  <a:lnTo>
                    <a:pt x="105029" y="6031414"/>
                  </a:lnTo>
                  <a:lnTo>
                    <a:pt x="105147" y="6031414"/>
                  </a:lnTo>
                  <a:lnTo>
                    <a:pt x="105147" y="6030983"/>
                  </a:lnTo>
                  <a:lnTo>
                    <a:pt x="105264" y="6030983"/>
                  </a:lnTo>
                  <a:lnTo>
                    <a:pt x="105382" y="6030983"/>
                  </a:lnTo>
                  <a:lnTo>
                    <a:pt x="105499" y="6030983"/>
                  </a:lnTo>
                  <a:lnTo>
                    <a:pt x="105617" y="6030983"/>
                  </a:lnTo>
                  <a:lnTo>
                    <a:pt x="105735" y="6030983"/>
                  </a:lnTo>
                  <a:lnTo>
                    <a:pt x="105735" y="6030553"/>
                  </a:lnTo>
                  <a:lnTo>
                    <a:pt x="105735" y="6030122"/>
                  </a:lnTo>
                  <a:lnTo>
                    <a:pt x="105735" y="6029691"/>
                  </a:lnTo>
                  <a:lnTo>
                    <a:pt x="105852" y="6029691"/>
                  </a:lnTo>
                  <a:lnTo>
                    <a:pt x="105970" y="6029691"/>
                  </a:lnTo>
                  <a:lnTo>
                    <a:pt x="106088" y="6029691"/>
                  </a:lnTo>
                  <a:lnTo>
                    <a:pt x="106205" y="6029691"/>
                  </a:lnTo>
                  <a:lnTo>
                    <a:pt x="106323" y="6029691"/>
                  </a:lnTo>
                  <a:lnTo>
                    <a:pt x="106440" y="6029691"/>
                  </a:lnTo>
                  <a:lnTo>
                    <a:pt x="106440" y="6029261"/>
                  </a:lnTo>
                  <a:lnTo>
                    <a:pt x="106558" y="6029261"/>
                  </a:lnTo>
                  <a:lnTo>
                    <a:pt x="106676" y="6029261"/>
                  </a:lnTo>
                  <a:lnTo>
                    <a:pt x="106793" y="6029261"/>
                  </a:lnTo>
                  <a:lnTo>
                    <a:pt x="106911" y="6029261"/>
                  </a:lnTo>
                  <a:lnTo>
                    <a:pt x="106911" y="6028830"/>
                  </a:lnTo>
                  <a:lnTo>
                    <a:pt x="107028" y="6028830"/>
                  </a:lnTo>
                  <a:lnTo>
                    <a:pt x="107146" y="6028830"/>
                  </a:lnTo>
                  <a:lnTo>
                    <a:pt x="107264" y="6028830"/>
                  </a:lnTo>
                  <a:lnTo>
                    <a:pt x="107381" y="6028830"/>
                  </a:lnTo>
                  <a:lnTo>
                    <a:pt x="107381" y="6028400"/>
                  </a:lnTo>
                  <a:lnTo>
                    <a:pt x="107499" y="6028400"/>
                  </a:lnTo>
                  <a:lnTo>
                    <a:pt x="107617" y="6028400"/>
                  </a:lnTo>
                  <a:lnTo>
                    <a:pt x="107734" y="6028400"/>
                  </a:lnTo>
                  <a:lnTo>
                    <a:pt x="107734" y="6027969"/>
                  </a:lnTo>
                  <a:lnTo>
                    <a:pt x="107852" y="6027969"/>
                  </a:lnTo>
                  <a:lnTo>
                    <a:pt x="107969" y="6027969"/>
                  </a:lnTo>
                  <a:lnTo>
                    <a:pt x="107969" y="6027538"/>
                  </a:lnTo>
                  <a:lnTo>
                    <a:pt x="107969" y="6027108"/>
                  </a:lnTo>
                  <a:lnTo>
                    <a:pt x="107969" y="6026677"/>
                  </a:lnTo>
                  <a:lnTo>
                    <a:pt x="108087" y="6026677"/>
                  </a:lnTo>
                  <a:lnTo>
                    <a:pt x="108087" y="6026247"/>
                  </a:lnTo>
                  <a:lnTo>
                    <a:pt x="108087" y="6025816"/>
                  </a:lnTo>
                  <a:lnTo>
                    <a:pt x="108087" y="6025385"/>
                  </a:lnTo>
                  <a:lnTo>
                    <a:pt x="108205" y="6025385"/>
                  </a:lnTo>
                  <a:lnTo>
                    <a:pt x="108205" y="6024955"/>
                  </a:lnTo>
                  <a:lnTo>
                    <a:pt x="108205" y="6024524"/>
                  </a:lnTo>
                  <a:lnTo>
                    <a:pt x="108205" y="6024094"/>
                  </a:lnTo>
                  <a:lnTo>
                    <a:pt x="108322" y="6024094"/>
                  </a:lnTo>
                  <a:lnTo>
                    <a:pt x="108322" y="6023663"/>
                  </a:lnTo>
                  <a:lnTo>
                    <a:pt x="108440" y="6023663"/>
                  </a:lnTo>
                  <a:lnTo>
                    <a:pt x="108557" y="6023663"/>
                  </a:lnTo>
                  <a:lnTo>
                    <a:pt x="108557" y="6023232"/>
                  </a:lnTo>
                  <a:lnTo>
                    <a:pt x="108557" y="6022802"/>
                  </a:lnTo>
                  <a:lnTo>
                    <a:pt x="108675" y="6022802"/>
                  </a:lnTo>
                  <a:lnTo>
                    <a:pt x="108675" y="6022371"/>
                  </a:lnTo>
                  <a:lnTo>
                    <a:pt x="108793" y="6022371"/>
                  </a:lnTo>
                  <a:lnTo>
                    <a:pt x="108910" y="6022371"/>
                  </a:lnTo>
                  <a:lnTo>
                    <a:pt x="109028" y="6022371"/>
                  </a:lnTo>
                  <a:lnTo>
                    <a:pt x="109028" y="6021941"/>
                  </a:lnTo>
                  <a:lnTo>
                    <a:pt x="109028" y="6021510"/>
                  </a:lnTo>
                  <a:lnTo>
                    <a:pt x="109028" y="6021079"/>
                  </a:lnTo>
                  <a:lnTo>
                    <a:pt x="109146" y="6021079"/>
                  </a:lnTo>
                  <a:lnTo>
                    <a:pt x="109263" y="6021079"/>
                  </a:lnTo>
                  <a:lnTo>
                    <a:pt x="109381" y="6021079"/>
                  </a:lnTo>
                  <a:lnTo>
                    <a:pt x="109498" y="6021079"/>
                  </a:lnTo>
                  <a:lnTo>
                    <a:pt x="109616" y="6021079"/>
                  </a:lnTo>
                  <a:lnTo>
                    <a:pt x="109734" y="6021079"/>
                  </a:lnTo>
                  <a:lnTo>
                    <a:pt x="109734" y="6020649"/>
                  </a:lnTo>
                  <a:lnTo>
                    <a:pt x="109851" y="6020649"/>
                  </a:lnTo>
                  <a:lnTo>
                    <a:pt x="109851" y="6020218"/>
                  </a:lnTo>
                  <a:lnTo>
                    <a:pt x="109969" y="6020218"/>
                  </a:lnTo>
                  <a:lnTo>
                    <a:pt x="109969" y="6019788"/>
                  </a:lnTo>
                  <a:lnTo>
                    <a:pt x="109969" y="6019357"/>
                  </a:lnTo>
                  <a:lnTo>
                    <a:pt x="110086" y="6019357"/>
                  </a:lnTo>
                  <a:lnTo>
                    <a:pt x="110086" y="6018926"/>
                  </a:lnTo>
                  <a:lnTo>
                    <a:pt x="110204" y="6018926"/>
                  </a:lnTo>
                  <a:lnTo>
                    <a:pt x="110322" y="6018926"/>
                  </a:lnTo>
                  <a:lnTo>
                    <a:pt x="110322" y="6018496"/>
                  </a:lnTo>
                  <a:lnTo>
                    <a:pt x="110439" y="6018496"/>
                  </a:lnTo>
                  <a:lnTo>
                    <a:pt x="110439" y="6018065"/>
                  </a:lnTo>
                  <a:lnTo>
                    <a:pt x="110557" y="6018065"/>
                  </a:lnTo>
                  <a:lnTo>
                    <a:pt x="110675" y="6018065"/>
                  </a:lnTo>
                  <a:lnTo>
                    <a:pt x="110792" y="6018065"/>
                  </a:lnTo>
                  <a:lnTo>
                    <a:pt x="110792" y="6017635"/>
                  </a:lnTo>
                  <a:lnTo>
                    <a:pt x="110910" y="6017635"/>
                  </a:lnTo>
                  <a:lnTo>
                    <a:pt x="111027" y="6017635"/>
                  </a:lnTo>
                  <a:lnTo>
                    <a:pt x="111145" y="6017635"/>
                  </a:lnTo>
                  <a:lnTo>
                    <a:pt x="111263" y="6017635"/>
                  </a:lnTo>
                  <a:lnTo>
                    <a:pt x="111380" y="6017635"/>
                  </a:lnTo>
                  <a:lnTo>
                    <a:pt x="111380" y="6017204"/>
                  </a:lnTo>
                  <a:lnTo>
                    <a:pt x="111380" y="6016773"/>
                  </a:lnTo>
                  <a:lnTo>
                    <a:pt x="111498" y="6016773"/>
                  </a:lnTo>
                  <a:lnTo>
                    <a:pt x="111615" y="6016773"/>
                  </a:lnTo>
                  <a:lnTo>
                    <a:pt x="111615" y="6016343"/>
                  </a:lnTo>
                  <a:lnTo>
                    <a:pt x="111615" y="6015912"/>
                  </a:lnTo>
                  <a:lnTo>
                    <a:pt x="111733" y="6015912"/>
                  </a:lnTo>
                  <a:lnTo>
                    <a:pt x="111851" y="6015912"/>
                  </a:lnTo>
                  <a:lnTo>
                    <a:pt x="111851" y="6015482"/>
                  </a:lnTo>
                  <a:lnTo>
                    <a:pt x="111851" y="6015051"/>
                  </a:lnTo>
                  <a:lnTo>
                    <a:pt x="111968" y="6015051"/>
                  </a:lnTo>
                  <a:lnTo>
                    <a:pt x="111968" y="6014620"/>
                  </a:lnTo>
                  <a:lnTo>
                    <a:pt x="112086" y="6014620"/>
                  </a:lnTo>
                  <a:lnTo>
                    <a:pt x="112204" y="6014620"/>
                  </a:lnTo>
                  <a:lnTo>
                    <a:pt x="112321" y="6014620"/>
                  </a:lnTo>
                  <a:lnTo>
                    <a:pt x="112321" y="6014190"/>
                  </a:lnTo>
                  <a:lnTo>
                    <a:pt x="112439" y="6014190"/>
                  </a:lnTo>
                  <a:lnTo>
                    <a:pt x="112556" y="6014190"/>
                  </a:lnTo>
                  <a:lnTo>
                    <a:pt x="112674" y="6014190"/>
                  </a:lnTo>
                  <a:lnTo>
                    <a:pt x="112674" y="6013759"/>
                  </a:lnTo>
                  <a:lnTo>
                    <a:pt x="112674" y="6013329"/>
                  </a:lnTo>
                  <a:lnTo>
                    <a:pt x="112674" y="6012898"/>
                  </a:lnTo>
                  <a:lnTo>
                    <a:pt x="112792" y="6012898"/>
                  </a:lnTo>
                  <a:lnTo>
                    <a:pt x="112792" y="6012467"/>
                  </a:lnTo>
                  <a:lnTo>
                    <a:pt x="112909" y="6012467"/>
                  </a:lnTo>
                  <a:lnTo>
                    <a:pt x="112909" y="6012037"/>
                  </a:lnTo>
                  <a:lnTo>
                    <a:pt x="113027" y="6012037"/>
                  </a:lnTo>
                  <a:lnTo>
                    <a:pt x="113027" y="6011606"/>
                  </a:lnTo>
                  <a:lnTo>
                    <a:pt x="113027" y="6011176"/>
                  </a:lnTo>
                  <a:lnTo>
                    <a:pt x="113144" y="6011176"/>
                  </a:lnTo>
                  <a:lnTo>
                    <a:pt x="113262" y="6011176"/>
                  </a:lnTo>
                  <a:lnTo>
                    <a:pt x="113262" y="6010745"/>
                  </a:lnTo>
                  <a:lnTo>
                    <a:pt x="113262" y="6010314"/>
                  </a:lnTo>
                  <a:lnTo>
                    <a:pt x="113262" y="6009884"/>
                  </a:lnTo>
                  <a:lnTo>
                    <a:pt x="113262" y="6009453"/>
                  </a:lnTo>
                  <a:lnTo>
                    <a:pt x="113262" y="6009023"/>
                  </a:lnTo>
                  <a:lnTo>
                    <a:pt x="113380" y="6009023"/>
                  </a:lnTo>
                  <a:lnTo>
                    <a:pt x="113497" y="6009023"/>
                  </a:lnTo>
                  <a:lnTo>
                    <a:pt x="113615" y="6009023"/>
                  </a:lnTo>
                  <a:lnTo>
                    <a:pt x="113615" y="6008592"/>
                  </a:lnTo>
                  <a:lnTo>
                    <a:pt x="113615" y="6008161"/>
                  </a:lnTo>
                  <a:lnTo>
                    <a:pt x="113615" y="6007731"/>
                  </a:lnTo>
                  <a:lnTo>
                    <a:pt x="113732" y="6007731"/>
                  </a:lnTo>
                  <a:lnTo>
                    <a:pt x="113850" y="6007731"/>
                  </a:lnTo>
                  <a:lnTo>
                    <a:pt x="113968" y="6007731"/>
                  </a:lnTo>
                  <a:lnTo>
                    <a:pt x="114085" y="6007731"/>
                  </a:lnTo>
                  <a:lnTo>
                    <a:pt x="114203" y="6007731"/>
                  </a:lnTo>
                  <a:lnTo>
                    <a:pt x="114321" y="6007731"/>
                  </a:lnTo>
                  <a:lnTo>
                    <a:pt x="114321" y="6007300"/>
                  </a:lnTo>
                  <a:lnTo>
                    <a:pt x="114321" y="6006870"/>
                  </a:lnTo>
                  <a:lnTo>
                    <a:pt x="114438" y="6006870"/>
                  </a:lnTo>
                  <a:lnTo>
                    <a:pt x="114556" y="6006870"/>
                  </a:lnTo>
                  <a:lnTo>
                    <a:pt x="114556" y="6006439"/>
                  </a:lnTo>
                  <a:lnTo>
                    <a:pt x="114556" y="6006008"/>
                  </a:lnTo>
                  <a:lnTo>
                    <a:pt x="114673" y="6006008"/>
                  </a:lnTo>
                  <a:lnTo>
                    <a:pt x="114791" y="6006008"/>
                  </a:lnTo>
                  <a:lnTo>
                    <a:pt x="114791" y="6005578"/>
                  </a:lnTo>
                  <a:lnTo>
                    <a:pt x="114909" y="6005578"/>
                  </a:lnTo>
                  <a:lnTo>
                    <a:pt x="114909" y="6005147"/>
                  </a:lnTo>
                  <a:lnTo>
                    <a:pt x="115026" y="6005147"/>
                  </a:lnTo>
                  <a:lnTo>
                    <a:pt x="115026" y="6004717"/>
                  </a:lnTo>
                  <a:lnTo>
                    <a:pt x="115144" y="6004717"/>
                  </a:lnTo>
                  <a:lnTo>
                    <a:pt x="115261" y="6004717"/>
                  </a:lnTo>
                  <a:lnTo>
                    <a:pt x="115261" y="6004286"/>
                  </a:lnTo>
                  <a:lnTo>
                    <a:pt x="115379" y="6004286"/>
                  </a:lnTo>
                  <a:lnTo>
                    <a:pt x="115379" y="6003855"/>
                  </a:lnTo>
                  <a:lnTo>
                    <a:pt x="115379" y="6003425"/>
                  </a:lnTo>
                  <a:lnTo>
                    <a:pt x="115497" y="6003425"/>
                  </a:lnTo>
                  <a:lnTo>
                    <a:pt x="115497" y="6002994"/>
                  </a:lnTo>
                  <a:lnTo>
                    <a:pt x="115497" y="6002564"/>
                  </a:lnTo>
                  <a:lnTo>
                    <a:pt x="115614" y="6002564"/>
                  </a:lnTo>
                  <a:lnTo>
                    <a:pt x="115732" y="6002564"/>
                  </a:lnTo>
                  <a:lnTo>
                    <a:pt x="115732" y="6002133"/>
                  </a:lnTo>
                  <a:lnTo>
                    <a:pt x="115850" y="6002133"/>
                  </a:lnTo>
                  <a:lnTo>
                    <a:pt x="115967" y="6002133"/>
                  </a:lnTo>
                  <a:lnTo>
                    <a:pt x="115967" y="6001702"/>
                  </a:lnTo>
                  <a:lnTo>
                    <a:pt x="115967" y="6001272"/>
                  </a:lnTo>
                  <a:lnTo>
                    <a:pt x="115967" y="6000841"/>
                  </a:lnTo>
                  <a:lnTo>
                    <a:pt x="115967" y="6000411"/>
                  </a:lnTo>
                  <a:lnTo>
                    <a:pt x="116085" y="6000411"/>
                  </a:lnTo>
                  <a:lnTo>
                    <a:pt x="116085" y="5999980"/>
                  </a:lnTo>
                  <a:lnTo>
                    <a:pt x="116202" y="5999980"/>
                  </a:lnTo>
                  <a:lnTo>
                    <a:pt x="116320" y="5999980"/>
                  </a:lnTo>
                  <a:lnTo>
                    <a:pt x="116438" y="5999980"/>
                  </a:lnTo>
                  <a:lnTo>
                    <a:pt x="116555" y="5999980"/>
                  </a:lnTo>
                  <a:lnTo>
                    <a:pt x="116555" y="5999549"/>
                  </a:lnTo>
                  <a:lnTo>
                    <a:pt x="116673" y="5999549"/>
                  </a:lnTo>
                  <a:lnTo>
                    <a:pt x="116790" y="5999549"/>
                  </a:lnTo>
                  <a:lnTo>
                    <a:pt x="116908" y="5999549"/>
                  </a:lnTo>
                  <a:lnTo>
                    <a:pt x="117026" y="5999549"/>
                  </a:lnTo>
                  <a:lnTo>
                    <a:pt x="117026" y="5999119"/>
                  </a:lnTo>
                  <a:lnTo>
                    <a:pt x="117143" y="5999119"/>
                  </a:lnTo>
                  <a:lnTo>
                    <a:pt x="117143" y="5998688"/>
                  </a:lnTo>
                  <a:lnTo>
                    <a:pt x="117261" y="5998688"/>
                  </a:lnTo>
                  <a:lnTo>
                    <a:pt x="117261" y="5998258"/>
                  </a:lnTo>
                  <a:lnTo>
                    <a:pt x="117379" y="5998258"/>
                  </a:lnTo>
                  <a:lnTo>
                    <a:pt x="117496" y="5998258"/>
                  </a:lnTo>
                  <a:lnTo>
                    <a:pt x="117496" y="5997827"/>
                  </a:lnTo>
                  <a:lnTo>
                    <a:pt x="117496" y="5997396"/>
                  </a:lnTo>
                  <a:lnTo>
                    <a:pt x="117496" y="5996966"/>
                  </a:lnTo>
                  <a:lnTo>
                    <a:pt x="117496" y="5996535"/>
                  </a:lnTo>
                  <a:lnTo>
                    <a:pt x="117496" y="5996105"/>
                  </a:lnTo>
                  <a:lnTo>
                    <a:pt x="117614" y="5996105"/>
                  </a:lnTo>
                  <a:lnTo>
                    <a:pt x="117731" y="5996105"/>
                  </a:lnTo>
                  <a:lnTo>
                    <a:pt x="117849" y="5996105"/>
                  </a:lnTo>
                  <a:lnTo>
                    <a:pt x="117967" y="5996105"/>
                  </a:lnTo>
                  <a:lnTo>
                    <a:pt x="118084" y="5996105"/>
                  </a:lnTo>
                  <a:lnTo>
                    <a:pt x="118202" y="5996105"/>
                  </a:lnTo>
                  <a:lnTo>
                    <a:pt x="118319" y="5996105"/>
                  </a:lnTo>
                  <a:lnTo>
                    <a:pt x="118319" y="5995674"/>
                  </a:lnTo>
                  <a:lnTo>
                    <a:pt x="118319" y="5995243"/>
                  </a:lnTo>
                  <a:lnTo>
                    <a:pt x="118319" y="5994813"/>
                  </a:lnTo>
                  <a:lnTo>
                    <a:pt x="118437" y="5994813"/>
                  </a:lnTo>
                  <a:lnTo>
                    <a:pt x="118555" y="5994813"/>
                  </a:lnTo>
                  <a:lnTo>
                    <a:pt x="118555" y="5994382"/>
                  </a:lnTo>
                  <a:lnTo>
                    <a:pt x="118672" y="5994382"/>
                  </a:lnTo>
                  <a:lnTo>
                    <a:pt x="118672" y="5993952"/>
                  </a:lnTo>
                  <a:lnTo>
                    <a:pt x="118790" y="5993952"/>
                  </a:lnTo>
                  <a:lnTo>
                    <a:pt x="118790" y="5993521"/>
                  </a:lnTo>
                  <a:lnTo>
                    <a:pt x="118790" y="5993090"/>
                  </a:lnTo>
                  <a:lnTo>
                    <a:pt x="118908" y="5993090"/>
                  </a:lnTo>
                  <a:lnTo>
                    <a:pt x="118908" y="5992660"/>
                  </a:lnTo>
                  <a:lnTo>
                    <a:pt x="119025" y="5992660"/>
                  </a:lnTo>
                  <a:lnTo>
                    <a:pt x="119143" y="5992660"/>
                  </a:lnTo>
                  <a:lnTo>
                    <a:pt x="119260" y="5992660"/>
                  </a:lnTo>
                  <a:lnTo>
                    <a:pt x="119260" y="5992229"/>
                  </a:lnTo>
                  <a:lnTo>
                    <a:pt x="119378" y="5992229"/>
                  </a:lnTo>
                  <a:lnTo>
                    <a:pt x="119496" y="5992229"/>
                  </a:lnTo>
                  <a:lnTo>
                    <a:pt x="119613" y="5992229"/>
                  </a:lnTo>
                  <a:lnTo>
                    <a:pt x="119731" y="5992229"/>
                  </a:lnTo>
                  <a:lnTo>
                    <a:pt x="119731" y="5991799"/>
                  </a:lnTo>
                  <a:lnTo>
                    <a:pt x="119848" y="5991799"/>
                  </a:lnTo>
                  <a:lnTo>
                    <a:pt x="119848" y="5991368"/>
                  </a:lnTo>
                  <a:lnTo>
                    <a:pt x="119848" y="5990937"/>
                  </a:lnTo>
                  <a:lnTo>
                    <a:pt x="119966" y="5990937"/>
                  </a:lnTo>
                  <a:lnTo>
                    <a:pt x="119966" y="5990507"/>
                  </a:lnTo>
                  <a:lnTo>
                    <a:pt x="120084" y="5990507"/>
                  </a:lnTo>
                  <a:lnTo>
                    <a:pt x="120201" y="5990507"/>
                  </a:lnTo>
                  <a:lnTo>
                    <a:pt x="120201" y="5990076"/>
                  </a:lnTo>
                  <a:lnTo>
                    <a:pt x="120319" y="5990076"/>
                  </a:lnTo>
                  <a:lnTo>
                    <a:pt x="120437" y="5990076"/>
                  </a:lnTo>
                  <a:lnTo>
                    <a:pt x="120437" y="5989646"/>
                  </a:lnTo>
                  <a:lnTo>
                    <a:pt x="120554" y="5989646"/>
                  </a:lnTo>
                  <a:lnTo>
                    <a:pt x="120554" y="5989215"/>
                  </a:lnTo>
                  <a:lnTo>
                    <a:pt x="120672" y="5989215"/>
                  </a:lnTo>
                  <a:lnTo>
                    <a:pt x="120789" y="5989215"/>
                  </a:lnTo>
                  <a:lnTo>
                    <a:pt x="120789" y="5988784"/>
                  </a:lnTo>
                  <a:lnTo>
                    <a:pt x="120907" y="5988784"/>
                  </a:lnTo>
                  <a:lnTo>
                    <a:pt x="121025" y="5988784"/>
                  </a:lnTo>
                  <a:lnTo>
                    <a:pt x="121142" y="5988784"/>
                  </a:lnTo>
                  <a:lnTo>
                    <a:pt x="121260" y="5988784"/>
                  </a:lnTo>
                  <a:lnTo>
                    <a:pt x="121260" y="5988354"/>
                  </a:lnTo>
                  <a:lnTo>
                    <a:pt x="121377" y="5988354"/>
                  </a:lnTo>
                  <a:lnTo>
                    <a:pt x="121495" y="5988354"/>
                  </a:lnTo>
                  <a:lnTo>
                    <a:pt x="121613" y="5988354"/>
                  </a:lnTo>
                  <a:lnTo>
                    <a:pt x="121613" y="5987923"/>
                  </a:lnTo>
                  <a:lnTo>
                    <a:pt x="121730" y="5987923"/>
                  </a:lnTo>
                  <a:lnTo>
                    <a:pt x="121848" y="5987923"/>
                  </a:lnTo>
                  <a:lnTo>
                    <a:pt x="121965" y="5987923"/>
                  </a:lnTo>
                  <a:lnTo>
                    <a:pt x="121965" y="5987493"/>
                  </a:lnTo>
                  <a:lnTo>
                    <a:pt x="122083" y="5987493"/>
                  </a:lnTo>
                  <a:lnTo>
                    <a:pt x="122201" y="5987493"/>
                  </a:lnTo>
                  <a:lnTo>
                    <a:pt x="122318" y="5987493"/>
                  </a:lnTo>
                  <a:lnTo>
                    <a:pt x="122436" y="5987493"/>
                  </a:lnTo>
                  <a:lnTo>
                    <a:pt x="122554" y="5987493"/>
                  </a:lnTo>
                  <a:lnTo>
                    <a:pt x="122671" y="5987493"/>
                  </a:lnTo>
                  <a:lnTo>
                    <a:pt x="122789" y="5987493"/>
                  </a:lnTo>
                  <a:lnTo>
                    <a:pt x="122906" y="5987493"/>
                  </a:lnTo>
                  <a:lnTo>
                    <a:pt x="123024" y="5987493"/>
                  </a:lnTo>
                  <a:lnTo>
                    <a:pt x="123142" y="5987493"/>
                  </a:lnTo>
                  <a:lnTo>
                    <a:pt x="123259" y="5987493"/>
                  </a:lnTo>
                  <a:lnTo>
                    <a:pt x="123377" y="5987493"/>
                  </a:lnTo>
                  <a:lnTo>
                    <a:pt x="123377" y="5987062"/>
                  </a:lnTo>
                  <a:lnTo>
                    <a:pt x="123494" y="5987062"/>
                  </a:lnTo>
                  <a:lnTo>
                    <a:pt x="123494" y="5986631"/>
                  </a:lnTo>
                  <a:lnTo>
                    <a:pt x="123612" y="5986631"/>
                  </a:lnTo>
                  <a:lnTo>
                    <a:pt x="123612" y="5986201"/>
                  </a:lnTo>
                  <a:lnTo>
                    <a:pt x="123612" y="5985770"/>
                  </a:lnTo>
                  <a:lnTo>
                    <a:pt x="123730" y="5985770"/>
                  </a:lnTo>
                  <a:lnTo>
                    <a:pt x="123847" y="5985770"/>
                  </a:lnTo>
                  <a:lnTo>
                    <a:pt x="123847" y="5985340"/>
                  </a:lnTo>
                  <a:lnTo>
                    <a:pt x="123847" y="5984909"/>
                  </a:lnTo>
                  <a:lnTo>
                    <a:pt x="123965" y="5984909"/>
                  </a:lnTo>
                  <a:lnTo>
                    <a:pt x="123965" y="5984478"/>
                  </a:lnTo>
                  <a:lnTo>
                    <a:pt x="123965" y="5984048"/>
                  </a:lnTo>
                  <a:lnTo>
                    <a:pt x="123965" y="5983617"/>
                  </a:lnTo>
                  <a:lnTo>
                    <a:pt x="124083" y="5983617"/>
                  </a:lnTo>
                  <a:lnTo>
                    <a:pt x="124083" y="5983187"/>
                  </a:lnTo>
                  <a:lnTo>
                    <a:pt x="124200" y="5983187"/>
                  </a:lnTo>
                  <a:lnTo>
                    <a:pt x="124318" y="5983187"/>
                  </a:lnTo>
                  <a:lnTo>
                    <a:pt x="124435" y="5983187"/>
                  </a:lnTo>
                  <a:lnTo>
                    <a:pt x="124435" y="5982756"/>
                  </a:lnTo>
                  <a:lnTo>
                    <a:pt x="124553" y="5982756"/>
                  </a:lnTo>
                  <a:lnTo>
                    <a:pt x="124671" y="5982756"/>
                  </a:lnTo>
                  <a:lnTo>
                    <a:pt x="124788" y="5982756"/>
                  </a:lnTo>
                  <a:lnTo>
                    <a:pt x="124906" y="5982756"/>
                  </a:lnTo>
                  <a:lnTo>
                    <a:pt x="124906" y="5982325"/>
                  </a:lnTo>
                  <a:lnTo>
                    <a:pt x="125023" y="5982325"/>
                  </a:lnTo>
                  <a:lnTo>
                    <a:pt x="125023" y="5981895"/>
                  </a:lnTo>
                  <a:lnTo>
                    <a:pt x="125141" y="5981895"/>
                  </a:lnTo>
                  <a:lnTo>
                    <a:pt x="125141" y="5981464"/>
                  </a:lnTo>
                  <a:lnTo>
                    <a:pt x="125141" y="5981034"/>
                  </a:lnTo>
                  <a:lnTo>
                    <a:pt x="125259" y="5981034"/>
                  </a:lnTo>
                  <a:lnTo>
                    <a:pt x="125259" y="5980603"/>
                  </a:lnTo>
                  <a:lnTo>
                    <a:pt x="125376" y="5980603"/>
                  </a:lnTo>
                  <a:lnTo>
                    <a:pt x="125494" y="5980603"/>
                  </a:lnTo>
                  <a:lnTo>
                    <a:pt x="125494" y="5980172"/>
                  </a:lnTo>
                  <a:lnTo>
                    <a:pt x="125494" y="5979742"/>
                  </a:lnTo>
                  <a:lnTo>
                    <a:pt x="125612" y="5979742"/>
                  </a:lnTo>
                  <a:lnTo>
                    <a:pt x="125729" y="5979742"/>
                  </a:lnTo>
                  <a:lnTo>
                    <a:pt x="125847" y="5979742"/>
                  </a:lnTo>
                  <a:lnTo>
                    <a:pt x="125964" y="5979742"/>
                  </a:lnTo>
                  <a:lnTo>
                    <a:pt x="126082" y="5979742"/>
                  </a:lnTo>
                  <a:lnTo>
                    <a:pt x="126200" y="5979742"/>
                  </a:lnTo>
                  <a:lnTo>
                    <a:pt x="126200" y="5979311"/>
                  </a:lnTo>
                  <a:lnTo>
                    <a:pt x="126317" y="5979311"/>
                  </a:lnTo>
                  <a:lnTo>
                    <a:pt x="126317" y="5978881"/>
                  </a:lnTo>
                  <a:lnTo>
                    <a:pt x="126317" y="5978450"/>
                  </a:lnTo>
                  <a:lnTo>
                    <a:pt x="126435" y="5978450"/>
                  </a:lnTo>
                  <a:lnTo>
                    <a:pt x="126435" y="5978019"/>
                  </a:lnTo>
                  <a:lnTo>
                    <a:pt x="126552" y="5978019"/>
                  </a:lnTo>
                  <a:lnTo>
                    <a:pt x="126552" y="5977589"/>
                  </a:lnTo>
                  <a:lnTo>
                    <a:pt x="126552" y="5977158"/>
                  </a:lnTo>
                  <a:lnTo>
                    <a:pt x="126552" y="5976728"/>
                  </a:lnTo>
                  <a:lnTo>
                    <a:pt x="126552" y="5976297"/>
                  </a:lnTo>
                  <a:lnTo>
                    <a:pt x="126670" y="5976297"/>
                  </a:lnTo>
                  <a:lnTo>
                    <a:pt x="126670" y="5975866"/>
                  </a:lnTo>
                  <a:lnTo>
                    <a:pt x="126788" y="5975866"/>
                  </a:lnTo>
                  <a:lnTo>
                    <a:pt x="126905" y="5975866"/>
                  </a:lnTo>
                  <a:lnTo>
                    <a:pt x="127023" y="5975866"/>
                  </a:lnTo>
                  <a:lnTo>
                    <a:pt x="127141" y="5975866"/>
                  </a:lnTo>
                  <a:lnTo>
                    <a:pt x="127258" y="5975866"/>
                  </a:lnTo>
                  <a:lnTo>
                    <a:pt x="127376" y="5975866"/>
                  </a:lnTo>
                  <a:lnTo>
                    <a:pt x="127493" y="5975866"/>
                  </a:lnTo>
                  <a:lnTo>
                    <a:pt x="127493" y="5975436"/>
                  </a:lnTo>
                  <a:lnTo>
                    <a:pt x="127493" y="5975005"/>
                  </a:lnTo>
                  <a:lnTo>
                    <a:pt x="127611" y="5975005"/>
                  </a:lnTo>
                  <a:lnTo>
                    <a:pt x="127729" y="5975005"/>
                  </a:lnTo>
                  <a:lnTo>
                    <a:pt x="127846" y="5975005"/>
                  </a:lnTo>
                  <a:lnTo>
                    <a:pt x="127964" y="5975005"/>
                  </a:lnTo>
                  <a:lnTo>
                    <a:pt x="128081" y="5975005"/>
                  </a:lnTo>
                  <a:lnTo>
                    <a:pt x="128081" y="5974575"/>
                  </a:lnTo>
                  <a:lnTo>
                    <a:pt x="128081" y="5974144"/>
                  </a:lnTo>
                  <a:lnTo>
                    <a:pt x="128199" y="5974144"/>
                  </a:lnTo>
                  <a:lnTo>
                    <a:pt x="128317" y="5974144"/>
                  </a:lnTo>
                  <a:lnTo>
                    <a:pt x="128317" y="5973713"/>
                  </a:lnTo>
                  <a:lnTo>
                    <a:pt x="128434" y="5973713"/>
                  </a:lnTo>
                  <a:lnTo>
                    <a:pt x="128552" y="5973713"/>
                  </a:lnTo>
                  <a:lnTo>
                    <a:pt x="128670" y="5973713"/>
                  </a:lnTo>
                  <a:lnTo>
                    <a:pt x="128787" y="5973713"/>
                  </a:lnTo>
                  <a:lnTo>
                    <a:pt x="128787" y="5973283"/>
                  </a:lnTo>
                  <a:lnTo>
                    <a:pt x="128787" y="5972852"/>
                  </a:lnTo>
                  <a:lnTo>
                    <a:pt x="128905" y="5972852"/>
                  </a:lnTo>
                  <a:lnTo>
                    <a:pt x="129022" y="5972852"/>
                  </a:lnTo>
                  <a:lnTo>
                    <a:pt x="129022" y="5972422"/>
                  </a:lnTo>
                  <a:lnTo>
                    <a:pt x="129140" y="5972422"/>
                  </a:lnTo>
                  <a:lnTo>
                    <a:pt x="129258" y="5972422"/>
                  </a:lnTo>
                  <a:lnTo>
                    <a:pt x="129375" y="5972422"/>
                  </a:lnTo>
                  <a:lnTo>
                    <a:pt x="129493" y="5972422"/>
                  </a:lnTo>
                  <a:lnTo>
                    <a:pt x="129493" y="5971991"/>
                  </a:lnTo>
                  <a:lnTo>
                    <a:pt x="129610" y="5971991"/>
                  </a:lnTo>
                  <a:lnTo>
                    <a:pt x="129610" y="5971560"/>
                  </a:lnTo>
                  <a:lnTo>
                    <a:pt x="129728" y="5971560"/>
                  </a:lnTo>
                  <a:lnTo>
                    <a:pt x="129846" y="5971560"/>
                  </a:lnTo>
                  <a:lnTo>
                    <a:pt x="129963" y="5971560"/>
                  </a:lnTo>
                  <a:lnTo>
                    <a:pt x="130081" y="5971560"/>
                  </a:lnTo>
                  <a:lnTo>
                    <a:pt x="130081" y="5971130"/>
                  </a:lnTo>
                  <a:lnTo>
                    <a:pt x="130198" y="5971130"/>
                  </a:lnTo>
                  <a:lnTo>
                    <a:pt x="130316" y="5971130"/>
                  </a:lnTo>
                  <a:lnTo>
                    <a:pt x="130316" y="5970699"/>
                  </a:lnTo>
                  <a:lnTo>
                    <a:pt x="130434" y="5970699"/>
                  </a:lnTo>
                  <a:lnTo>
                    <a:pt x="130551" y="5970699"/>
                  </a:lnTo>
                  <a:lnTo>
                    <a:pt x="130669" y="5970699"/>
                  </a:lnTo>
                  <a:lnTo>
                    <a:pt x="130669" y="5970269"/>
                  </a:lnTo>
                  <a:lnTo>
                    <a:pt x="130787" y="5970269"/>
                  </a:lnTo>
                  <a:lnTo>
                    <a:pt x="130787" y="5969838"/>
                  </a:lnTo>
                  <a:lnTo>
                    <a:pt x="130787" y="5969407"/>
                  </a:lnTo>
                  <a:lnTo>
                    <a:pt x="130787" y="5968977"/>
                  </a:lnTo>
                  <a:lnTo>
                    <a:pt x="130787" y="5968546"/>
                  </a:lnTo>
                  <a:lnTo>
                    <a:pt x="130787" y="5968116"/>
                  </a:lnTo>
                  <a:lnTo>
                    <a:pt x="130787" y="5967685"/>
                  </a:lnTo>
                  <a:lnTo>
                    <a:pt x="130904" y="5967685"/>
                  </a:lnTo>
                  <a:lnTo>
                    <a:pt x="130904" y="5967254"/>
                  </a:lnTo>
                  <a:lnTo>
                    <a:pt x="130904" y="5966824"/>
                  </a:lnTo>
                  <a:lnTo>
                    <a:pt x="131022" y="5966824"/>
                  </a:lnTo>
                  <a:lnTo>
                    <a:pt x="131139" y="5966824"/>
                  </a:lnTo>
                  <a:lnTo>
                    <a:pt x="131257" y="5966824"/>
                  </a:lnTo>
                  <a:lnTo>
                    <a:pt x="131375" y="5966824"/>
                  </a:lnTo>
                  <a:lnTo>
                    <a:pt x="131492" y="5966824"/>
                  </a:lnTo>
                  <a:lnTo>
                    <a:pt x="131610" y="5966824"/>
                  </a:lnTo>
                  <a:lnTo>
                    <a:pt x="131727" y="5966824"/>
                  </a:lnTo>
                  <a:lnTo>
                    <a:pt x="131727" y="5966393"/>
                  </a:lnTo>
                  <a:lnTo>
                    <a:pt x="131845" y="5966393"/>
                  </a:lnTo>
                  <a:lnTo>
                    <a:pt x="131845" y="5965963"/>
                  </a:lnTo>
                  <a:lnTo>
                    <a:pt x="131845" y="5965532"/>
                  </a:lnTo>
                  <a:lnTo>
                    <a:pt x="131963" y="5965532"/>
                  </a:lnTo>
                  <a:lnTo>
                    <a:pt x="131963" y="5965101"/>
                  </a:lnTo>
                  <a:lnTo>
                    <a:pt x="132080" y="5965101"/>
                  </a:lnTo>
                  <a:lnTo>
                    <a:pt x="132080" y="5964671"/>
                  </a:lnTo>
                  <a:lnTo>
                    <a:pt x="132198" y="5964671"/>
                  </a:lnTo>
                  <a:lnTo>
                    <a:pt x="132316" y="5964671"/>
                  </a:lnTo>
                  <a:lnTo>
                    <a:pt x="132316" y="5964240"/>
                  </a:lnTo>
                  <a:lnTo>
                    <a:pt x="132433" y="5964240"/>
                  </a:lnTo>
                  <a:lnTo>
                    <a:pt x="132433" y="5963810"/>
                  </a:lnTo>
                  <a:lnTo>
                    <a:pt x="132433" y="5963379"/>
                  </a:lnTo>
                  <a:lnTo>
                    <a:pt x="132551" y="5963379"/>
                  </a:lnTo>
                  <a:lnTo>
                    <a:pt x="132551" y="5962948"/>
                  </a:lnTo>
                  <a:lnTo>
                    <a:pt x="132668" y="5962948"/>
                  </a:lnTo>
                  <a:lnTo>
                    <a:pt x="132786" y="5962948"/>
                  </a:lnTo>
                  <a:lnTo>
                    <a:pt x="132786" y="5962518"/>
                  </a:lnTo>
                  <a:lnTo>
                    <a:pt x="132904" y="5962518"/>
                  </a:lnTo>
                  <a:lnTo>
                    <a:pt x="133021" y="5962518"/>
                  </a:lnTo>
                  <a:lnTo>
                    <a:pt x="133021" y="5962087"/>
                  </a:lnTo>
                  <a:lnTo>
                    <a:pt x="133139" y="5962087"/>
                  </a:lnTo>
                  <a:lnTo>
                    <a:pt x="133139" y="5961657"/>
                  </a:lnTo>
                  <a:lnTo>
                    <a:pt x="133256" y="5961657"/>
                  </a:lnTo>
                  <a:lnTo>
                    <a:pt x="133374" y="5961657"/>
                  </a:lnTo>
                  <a:lnTo>
                    <a:pt x="133374" y="5961226"/>
                  </a:lnTo>
                  <a:lnTo>
                    <a:pt x="133492" y="5961226"/>
                  </a:lnTo>
                  <a:lnTo>
                    <a:pt x="133492" y="5960795"/>
                  </a:lnTo>
                  <a:lnTo>
                    <a:pt x="133492" y="5960365"/>
                  </a:lnTo>
                  <a:lnTo>
                    <a:pt x="133609" y="5960365"/>
                  </a:lnTo>
                  <a:lnTo>
                    <a:pt x="133609" y="5959934"/>
                  </a:lnTo>
                  <a:lnTo>
                    <a:pt x="133727" y="5959934"/>
                  </a:lnTo>
                  <a:lnTo>
                    <a:pt x="133727" y="5959504"/>
                  </a:lnTo>
                  <a:lnTo>
                    <a:pt x="133845" y="5959504"/>
                  </a:lnTo>
                  <a:lnTo>
                    <a:pt x="133845" y="5959073"/>
                  </a:lnTo>
                  <a:lnTo>
                    <a:pt x="133962" y="5959073"/>
                  </a:lnTo>
                  <a:lnTo>
                    <a:pt x="134080" y="5959073"/>
                  </a:lnTo>
                  <a:lnTo>
                    <a:pt x="134197" y="5959073"/>
                  </a:lnTo>
                  <a:lnTo>
                    <a:pt x="134315" y="5959073"/>
                  </a:lnTo>
                  <a:lnTo>
                    <a:pt x="134433" y="5959073"/>
                  </a:lnTo>
                  <a:lnTo>
                    <a:pt x="134550" y="5959073"/>
                  </a:lnTo>
                  <a:lnTo>
                    <a:pt x="134550" y="5958642"/>
                  </a:lnTo>
                  <a:lnTo>
                    <a:pt x="134668" y="5958642"/>
                  </a:lnTo>
                  <a:lnTo>
                    <a:pt x="134668" y="5958212"/>
                  </a:lnTo>
                  <a:lnTo>
                    <a:pt x="134785" y="5958212"/>
                  </a:lnTo>
                  <a:lnTo>
                    <a:pt x="134785" y="5957781"/>
                  </a:lnTo>
                  <a:lnTo>
                    <a:pt x="134785" y="5957351"/>
                  </a:lnTo>
                  <a:lnTo>
                    <a:pt x="134903" y="5957351"/>
                  </a:lnTo>
                  <a:lnTo>
                    <a:pt x="135021" y="5957351"/>
                  </a:lnTo>
                  <a:lnTo>
                    <a:pt x="135138" y="5957351"/>
                  </a:lnTo>
                  <a:lnTo>
                    <a:pt x="135138" y="5956920"/>
                  </a:lnTo>
                  <a:lnTo>
                    <a:pt x="135138" y="5956489"/>
                  </a:lnTo>
                  <a:lnTo>
                    <a:pt x="135256" y="5956489"/>
                  </a:lnTo>
                  <a:lnTo>
                    <a:pt x="135374" y="5956489"/>
                  </a:lnTo>
                  <a:lnTo>
                    <a:pt x="135491" y="5956489"/>
                  </a:lnTo>
                  <a:lnTo>
                    <a:pt x="135609" y="5956489"/>
                  </a:lnTo>
                  <a:lnTo>
                    <a:pt x="135609" y="5956059"/>
                  </a:lnTo>
                  <a:lnTo>
                    <a:pt x="135609" y="5955628"/>
                  </a:lnTo>
                  <a:lnTo>
                    <a:pt x="135726" y="5955628"/>
                  </a:lnTo>
                  <a:lnTo>
                    <a:pt x="135844" y="5955628"/>
                  </a:lnTo>
                  <a:lnTo>
                    <a:pt x="135844" y="5955198"/>
                  </a:lnTo>
                  <a:lnTo>
                    <a:pt x="135844" y="5954767"/>
                  </a:lnTo>
                  <a:lnTo>
                    <a:pt x="135844" y="5954336"/>
                  </a:lnTo>
                  <a:lnTo>
                    <a:pt x="135844" y="5953906"/>
                  </a:lnTo>
                  <a:lnTo>
                    <a:pt x="135844" y="5953475"/>
                  </a:lnTo>
                  <a:lnTo>
                    <a:pt x="135962" y="5953475"/>
                  </a:lnTo>
                  <a:lnTo>
                    <a:pt x="136079" y="5953475"/>
                  </a:lnTo>
                  <a:lnTo>
                    <a:pt x="136079" y="5953045"/>
                  </a:lnTo>
                  <a:lnTo>
                    <a:pt x="136079" y="5952614"/>
                  </a:lnTo>
                  <a:lnTo>
                    <a:pt x="136079" y="5952183"/>
                  </a:lnTo>
                  <a:lnTo>
                    <a:pt x="136079" y="5951753"/>
                  </a:lnTo>
                  <a:lnTo>
                    <a:pt x="136079" y="5951322"/>
                  </a:lnTo>
                  <a:lnTo>
                    <a:pt x="136079" y="5950892"/>
                  </a:lnTo>
                  <a:lnTo>
                    <a:pt x="136079" y="5950461"/>
                  </a:lnTo>
                  <a:lnTo>
                    <a:pt x="136197" y="5950461"/>
                  </a:lnTo>
                  <a:lnTo>
                    <a:pt x="136197" y="5950030"/>
                  </a:lnTo>
                  <a:lnTo>
                    <a:pt x="136197" y="5949600"/>
                  </a:lnTo>
                  <a:lnTo>
                    <a:pt x="136314" y="5949600"/>
                  </a:lnTo>
                  <a:lnTo>
                    <a:pt x="136314" y="5949169"/>
                  </a:lnTo>
                  <a:lnTo>
                    <a:pt x="136432" y="5949169"/>
                  </a:lnTo>
                  <a:lnTo>
                    <a:pt x="136550" y="5949169"/>
                  </a:lnTo>
                  <a:lnTo>
                    <a:pt x="136667" y="5949169"/>
                  </a:lnTo>
                  <a:lnTo>
                    <a:pt x="136785" y="5949169"/>
                  </a:lnTo>
                  <a:lnTo>
                    <a:pt x="136785" y="5948739"/>
                  </a:lnTo>
                  <a:lnTo>
                    <a:pt x="136785" y="5948308"/>
                  </a:lnTo>
                  <a:lnTo>
                    <a:pt x="136785" y="5947877"/>
                  </a:lnTo>
                  <a:lnTo>
                    <a:pt x="136903" y="5947877"/>
                  </a:lnTo>
                  <a:lnTo>
                    <a:pt x="137020" y="5947877"/>
                  </a:lnTo>
                  <a:lnTo>
                    <a:pt x="137138" y="5947877"/>
                  </a:lnTo>
                  <a:lnTo>
                    <a:pt x="137138" y="5947447"/>
                  </a:lnTo>
                  <a:lnTo>
                    <a:pt x="137255" y="5947447"/>
                  </a:lnTo>
                  <a:lnTo>
                    <a:pt x="137373" y="5947447"/>
                  </a:lnTo>
                  <a:lnTo>
                    <a:pt x="137373" y="5947016"/>
                  </a:lnTo>
                  <a:lnTo>
                    <a:pt x="137491" y="5947016"/>
                  </a:lnTo>
                  <a:lnTo>
                    <a:pt x="137608" y="5947016"/>
                  </a:lnTo>
                  <a:lnTo>
                    <a:pt x="137726" y="5947016"/>
                  </a:lnTo>
                  <a:lnTo>
                    <a:pt x="137843" y="5947016"/>
                  </a:lnTo>
                  <a:lnTo>
                    <a:pt x="137961" y="5947016"/>
                  </a:lnTo>
                  <a:lnTo>
                    <a:pt x="138079" y="5947016"/>
                  </a:lnTo>
                  <a:lnTo>
                    <a:pt x="138196" y="5947016"/>
                  </a:lnTo>
                  <a:lnTo>
                    <a:pt x="138314" y="5947016"/>
                  </a:lnTo>
                  <a:lnTo>
                    <a:pt x="138431" y="5947016"/>
                  </a:lnTo>
                  <a:lnTo>
                    <a:pt x="138549" y="5947016"/>
                  </a:lnTo>
                  <a:lnTo>
                    <a:pt x="138549" y="5946586"/>
                  </a:lnTo>
                  <a:lnTo>
                    <a:pt x="138667" y="5946586"/>
                  </a:lnTo>
                  <a:lnTo>
                    <a:pt x="138784" y="5946586"/>
                  </a:lnTo>
                  <a:lnTo>
                    <a:pt x="138902" y="5946586"/>
                  </a:lnTo>
                  <a:lnTo>
                    <a:pt x="139020" y="5946586"/>
                  </a:lnTo>
                  <a:lnTo>
                    <a:pt x="139020" y="5946155"/>
                  </a:lnTo>
                  <a:lnTo>
                    <a:pt x="139020" y="5945724"/>
                  </a:lnTo>
                  <a:lnTo>
                    <a:pt x="139137" y="5945724"/>
                  </a:lnTo>
                  <a:lnTo>
                    <a:pt x="139137" y="5945294"/>
                  </a:lnTo>
                  <a:lnTo>
                    <a:pt x="139255" y="5945294"/>
                  </a:lnTo>
                  <a:lnTo>
                    <a:pt x="139372" y="5945294"/>
                  </a:lnTo>
                  <a:lnTo>
                    <a:pt x="139372" y="5944863"/>
                  </a:lnTo>
                  <a:lnTo>
                    <a:pt x="139490" y="5944863"/>
                  </a:lnTo>
                  <a:lnTo>
                    <a:pt x="139608" y="5944863"/>
                  </a:lnTo>
                  <a:lnTo>
                    <a:pt x="139608" y="5944433"/>
                  </a:lnTo>
                  <a:lnTo>
                    <a:pt x="139725" y="5944433"/>
                  </a:lnTo>
                  <a:lnTo>
                    <a:pt x="139843" y="5944433"/>
                  </a:lnTo>
                  <a:lnTo>
                    <a:pt x="139843" y="5944002"/>
                  </a:lnTo>
                  <a:lnTo>
                    <a:pt x="139960" y="5944002"/>
                  </a:lnTo>
                  <a:lnTo>
                    <a:pt x="140078" y="5944002"/>
                  </a:lnTo>
                  <a:lnTo>
                    <a:pt x="140078" y="5943571"/>
                  </a:lnTo>
                  <a:lnTo>
                    <a:pt x="140078" y="5943141"/>
                  </a:lnTo>
                  <a:lnTo>
                    <a:pt x="140196" y="5943141"/>
                  </a:lnTo>
                  <a:lnTo>
                    <a:pt x="140196" y="5942710"/>
                  </a:lnTo>
                  <a:lnTo>
                    <a:pt x="140313" y="5942710"/>
                  </a:lnTo>
                  <a:lnTo>
                    <a:pt x="140431" y="5942710"/>
                  </a:lnTo>
                  <a:lnTo>
                    <a:pt x="140549" y="5942710"/>
                  </a:lnTo>
                  <a:lnTo>
                    <a:pt x="140666" y="5942710"/>
                  </a:lnTo>
                  <a:lnTo>
                    <a:pt x="140666" y="5942280"/>
                  </a:lnTo>
                  <a:lnTo>
                    <a:pt x="140784" y="5942280"/>
                  </a:lnTo>
                  <a:lnTo>
                    <a:pt x="140784" y="5941849"/>
                  </a:lnTo>
                  <a:lnTo>
                    <a:pt x="140901" y="5941849"/>
                  </a:lnTo>
                  <a:lnTo>
                    <a:pt x="140901" y="5941418"/>
                  </a:lnTo>
                  <a:lnTo>
                    <a:pt x="141019" y="5941418"/>
                  </a:lnTo>
                  <a:lnTo>
                    <a:pt x="141019" y="5940988"/>
                  </a:lnTo>
                  <a:lnTo>
                    <a:pt x="141137" y="5940988"/>
                  </a:lnTo>
                  <a:lnTo>
                    <a:pt x="141254" y="5940988"/>
                  </a:lnTo>
                  <a:lnTo>
                    <a:pt x="141254" y="5940557"/>
                  </a:lnTo>
                  <a:lnTo>
                    <a:pt x="141254" y="5940127"/>
                  </a:lnTo>
                  <a:lnTo>
                    <a:pt x="141254" y="5939696"/>
                  </a:lnTo>
                  <a:lnTo>
                    <a:pt x="141372" y="5939696"/>
                  </a:lnTo>
                  <a:lnTo>
                    <a:pt x="141372" y="5939265"/>
                  </a:lnTo>
                  <a:lnTo>
                    <a:pt x="141489" y="5939265"/>
                  </a:lnTo>
                  <a:lnTo>
                    <a:pt x="141607" y="5939265"/>
                  </a:lnTo>
                  <a:lnTo>
                    <a:pt x="141607" y="5938835"/>
                  </a:lnTo>
                  <a:lnTo>
                    <a:pt x="141725" y="5938835"/>
                  </a:lnTo>
                  <a:lnTo>
                    <a:pt x="141842" y="5938835"/>
                  </a:lnTo>
                  <a:lnTo>
                    <a:pt x="141842" y="5938404"/>
                  </a:lnTo>
                  <a:lnTo>
                    <a:pt x="141960" y="5938404"/>
                  </a:lnTo>
                  <a:lnTo>
                    <a:pt x="142078" y="5938404"/>
                  </a:lnTo>
                  <a:lnTo>
                    <a:pt x="142195" y="5938404"/>
                  </a:lnTo>
                  <a:lnTo>
                    <a:pt x="142195" y="5937974"/>
                  </a:lnTo>
                  <a:lnTo>
                    <a:pt x="142195" y="5937543"/>
                  </a:lnTo>
                  <a:lnTo>
                    <a:pt x="142313" y="5937543"/>
                  </a:lnTo>
                  <a:lnTo>
                    <a:pt x="142430" y="5937543"/>
                  </a:lnTo>
                  <a:lnTo>
                    <a:pt x="142430" y="5937112"/>
                  </a:lnTo>
                  <a:lnTo>
                    <a:pt x="142430" y="5936682"/>
                  </a:lnTo>
                  <a:lnTo>
                    <a:pt x="142548" y="5936682"/>
                  </a:lnTo>
                  <a:lnTo>
                    <a:pt x="142666" y="5936682"/>
                  </a:lnTo>
                  <a:lnTo>
                    <a:pt x="142666" y="5936251"/>
                  </a:lnTo>
                  <a:lnTo>
                    <a:pt x="142666" y="5935821"/>
                  </a:lnTo>
                  <a:lnTo>
                    <a:pt x="142783" y="5935821"/>
                  </a:lnTo>
                  <a:lnTo>
                    <a:pt x="142783" y="5935390"/>
                  </a:lnTo>
                  <a:lnTo>
                    <a:pt x="142901" y="5935390"/>
                  </a:lnTo>
                  <a:lnTo>
                    <a:pt x="143018" y="5935390"/>
                  </a:lnTo>
                  <a:lnTo>
                    <a:pt x="143136" y="5935390"/>
                  </a:lnTo>
                  <a:lnTo>
                    <a:pt x="143136" y="5934959"/>
                  </a:lnTo>
                  <a:lnTo>
                    <a:pt x="143254" y="5934959"/>
                  </a:lnTo>
                  <a:lnTo>
                    <a:pt x="143254" y="5934529"/>
                  </a:lnTo>
                  <a:lnTo>
                    <a:pt x="143254" y="5934098"/>
                  </a:lnTo>
                  <a:lnTo>
                    <a:pt x="143254" y="5933668"/>
                  </a:lnTo>
                  <a:lnTo>
                    <a:pt x="143371" y="5933668"/>
                  </a:lnTo>
                  <a:lnTo>
                    <a:pt x="143371" y="5933237"/>
                  </a:lnTo>
                  <a:lnTo>
                    <a:pt x="143371" y="5932806"/>
                  </a:lnTo>
                  <a:lnTo>
                    <a:pt x="143371" y="5932376"/>
                  </a:lnTo>
                  <a:lnTo>
                    <a:pt x="143489" y="5932376"/>
                  </a:lnTo>
                  <a:lnTo>
                    <a:pt x="143489" y="5931945"/>
                  </a:lnTo>
                  <a:lnTo>
                    <a:pt x="143489" y="5931515"/>
                  </a:lnTo>
                  <a:lnTo>
                    <a:pt x="143489" y="5931084"/>
                  </a:lnTo>
                  <a:lnTo>
                    <a:pt x="143489" y="5930653"/>
                  </a:lnTo>
                  <a:lnTo>
                    <a:pt x="143607" y="5930653"/>
                  </a:lnTo>
                  <a:lnTo>
                    <a:pt x="143724" y="5930653"/>
                  </a:lnTo>
                  <a:lnTo>
                    <a:pt x="143724" y="5930223"/>
                  </a:lnTo>
                  <a:lnTo>
                    <a:pt x="143842" y="5930223"/>
                  </a:lnTo>
                  <a:lnTo>
                    <a:pt x="143959" y="5930223"/>
                  </a:lnTo>
                  <a:lnTo>
                    <a:pt x="144077" y="5930223"/>
                  </a:lnTo>
                  <a:lnTo>
                    <a:pt x="144077" y="5929792"/>
                  </a:lnTo>
                  <a:lnTo>
                    <a:pt x="144195" y="5929792"/>
                  </a:lnTo>
                  <a:lnTo>
                    <a:pt x="144195" y="5929362"/>
                  </a:lnTo>
                  <a:lnTo>
                    <a:pt x="144195" y="5928931"/>
                  </a:lnTo>
                  <a:lnTo>
                    <a:pt x="144312" y="5928931"/>
                  </a:lnTo>
                  <a:lnTo>
                    <a:pt x="144312" y="5928500"/>
                  </a:lnTo>
                  <a:lnTo>
                    <a:pt x="144430" y="5928500"/>
                  </a:lnTo>
                  <a:lnTo>
                    <a:pt x="144430" y="5928070"/>
                  </a:lnTo>
                  <a:lnTo>
                    <a:pt x="144547" y="5928070"/>
                  </a:lnTo>
                  <a:lnTo>
                    <a:pt x="144547" y="5927639"/>
                  </a:lnTo>
                  <a:lnTo>
                    <a:pt x="144665" y="5927639"/>
                  </a:lnTo>
                  <a:lnTo>
                    <a:pt x="144783" y="5927639"/>
                  </a:lnTo>
                  <a:lnTo>
                    <a:pt x="144900" y="5927639"/>
                  </a:lnTo>
                  <a:lnTo>
                    <a:pt x="145018" y="5927639"/>
                  </a:lnTo>
                  <a:lnTo>
                    <a:pt x="145136" y="5927639"/>
                  </a:lnTo>
                  <a:lnTo>
                    <a:pt x="145136" y="5927209"/>
                  </a:lnTo>
                  <a:lnTo>
                    <a:pt x="145136" y="5926778"/>
                  </a:lnTo>
                  <a:lnTo>
                    <a:pt x="145136" y="5926347"/>
                  </a:lnTo>
                  <a:lnTo>
                    <a:pt x="145136" y="5925917"/>
                  </a:lnTo>
                  <a:lnTo>
                    <a:pt x="145136" y="5925486"/>
                  </a:lnTo>
                  <a:lnTo>
                    <a:pt x="145136" y="5925056"/>
                  </a:lnTo>
                  <a:lnTo>
                    <a:pt x="145136" y="5924625"/>
                  </a:lnTo>
                  <a:lnTo>
                    <a:pt x="145136" y="5924194"/>
                  </a:lnTo>
                  <a:lnTo>
                    <a:pt x="145136" y="5923764"/>
                  </a:lnTo>
                  <a:lnTo>
                    <a:pt x="145136" y="5923333"/>
                  </a:lnTo>
                  <a:lnTo>
                    <a:pt x="145253" y="5923333"/>
                  </a:lnTo>
                  <a:lnTo>
                    <a:pt x="145371" y="5923333"/>
                  </a:lnTo>
                  <a:lnTo>
                    <a:pt x="145371" y="5922903"/>
                  </a:lnTo>
                  <a:lnTo>
                    <a:pt x="145488" y="5922903"/>
                  </a:lnTo>
                  <a:lnTo>
                    <a:pt x="145606" y="5922903"/>
                  </a:lnTo>
                  <a:lnTo>
                    <a:pt x="145724" y="5922903"/>
                  </a:lnTo>
                  <a:lnTo>
                    <a:pt x="145724" y="5922472"/>
                  </a:lnTo>
                  <a:lnTo>
                    <a:pt x="145841" y="5922472"/>
                  </a:lnTo>
                  <a:lnTo>
                    <a:pt x="145841" y="5922041"/>
                  </a:lnTo>
                  <a:lnTo>
                    <a:pt x="145959" y="5922041"/>
                  </a:lnTo>
                  <a:lnTo>
                    <a:pt x="146076" y="5922041"/>
                  </a:lnTo>
                  <a:lnTo>
                    <a:pt x="146076" y="5921611"/>
                  </a:lnTo>
                  <a:lnTo>
                    <a:pt x="146076" y="5921180"/>
                  </a:lnTo>
                  <a:lnTo>
                    <a:pt x="146194" y="5921180"/>
                  </a:lnTo>
                  <a:lnTo>
                    <a:pt x="146312" y="5921180"/>
                  </a:lnTo>
                  <a:lnTo>
                    <a:pt x="146312" y="5920750"/>
                  </a:lnTo>
                  <a:lnTo>
                    <a:pt x="146312" y="5920319"/>
                  </a:lnTo>
                  <a:lnTo>
                    <a:pt x="146429" y="5920319"/>
                  </a:lnTo>
                  <a:lnTo>
                    <a:pt x="146429" y="5919888"/>
                  </a:lnTo>
                  <a:lnTo>
                    <a:pt x="146429" y="5919458"/>
                  </a:lnTo>
                  <a:lnTo>
                    <a:pt x="146547" y="5919458"/>
                  </a:lnTo>
                  <a:lnTo>
                    <a:pt x="146547" y="5919027"/>
                  </a:lnTo>
                  <a:lnTo>
                    <a:pt x="146664" y="5919027"/>
                  </a:lnTo>
                  <a:lnTo>
                    <a:pt x="146782" y="5919027"/>
                  </a:lnTo>
                  <a:lnTo>
                    <a:pt x="146900" y="5919027"/>
                  </a:lnTo>
                  <a:lnTo>
                    <a:pt x="147017" y="5919027"/>
                  </a:lnTo>
                  <a:lnTo>
                    <a:pt x="147135" y="5919027"/>
                  </a:lnTo>
                  <a:lnTo>
                    <a:pt x="147253" y="5919027"/>
                  </a:lnTo>
                  <a:lnTo>
                    <a:pt x="147253" y="5918597"/>
                  </a:lnTo>
                  <a:lnTo>
                    <a:pt x="147370" y="5918597"/>
                  </a:lnTo>
                  <a:lnTo>
                    <a:pt x="147370" y="5918166"/>
                  </a:lnTo>
                  <a:lnTo>
                    <a:pt x="147488" y="5918166"/>
                  </a:lnTo>
                  <a:lnTo>
                    <a:pt x="147488" y="5917735"/>
                  </a:lnTo>
                  <a:lnTo>
                    <a:pt x="147488" y="5917305"/>
                  </a:lnTo>
                  <a:lnTo>
                    <a:pt x="147605" y="5917305"/>
                  </a:lnTo>
                  <a:lnTo>
                    <a:pt x="147723" y="5917305"/>
                  </a:lnTo>
                  <a:lnTo>
                    <a:pt x="147723" y="5916874"/>
                  </a:lnTo>
                  <a:lnTo>
                    <a:pt x="147723" y="5916444"/>
                  </a:lnTo>
                  <a:lnTo>
                    <a:pt x="147723" y="5916013"/>
                  </a:lnTo>
                  <a:lnTo>
                    <a:pt x="147723" y="5915582"/>
                  </a:lnTo>
                  <a:lnTo>
                    <a:pt x="147841" y="5915582"/>
                  </a:lnTo>
                  <a:lnTo>
                    <a:pt x="147841" y="5915152"/>
                  </a:lnTo>
                  <a:lnTo>
                    <a:pt x="147841" y="5914721"/>
                  </a:lnTo>
                  <a:lnTo>
                    <a:pt x="147958" y="5914721"/>
                  </a:lnTo>
                  <a:lnTo>
                    <a:pt x="148076" y="5914721"/>
                  </a:lnTo>
                  <a:lnTo>
                    <a:pt x="148193" y="5914721"/>
                  </a:lnTo>
                  <a:lnTo>
                    <a:pt x="148193" y="5914291"/>
                  </a:lnTo>
                  <a:lnTo>
                    <a:pt x="148193" y="5913860"/>
                  </a:lnTo>
                  <a:lnTo>
                    <a:pt x="148311" y="5913860"/>
                  </a:lnTo>
                  <a:lnTo>
                    <a:pt x="148429" y="5913860"/>
                  </a:lnTo>
                  <a:lnTo>
                    <a:pt x="148429" y="5913429"/>
                  </a:lnTo>
                  <a:lnTo>
                    <a:pt x="148429" y="5912999"/>
                  </a:lnTo>
                  <a:lnTo>
                    <a:pt x="148546" y="5912999"/>
                  </a:lnTo>
                  <a:lnTo>
                    <a:pt x="148664" y="5912999"/>
                  </a:lnTo>
                  <a:lnTo>
                    <a:pt x="148782" y="5912999"/>
                  </a:lnTo>
                  <a:lnTo>
                    <a:pt x="148899" y="5912999"/>
                  </a:lnTo>
                  <a:lnTo>
                    <a:pt x="149017" y="5912999"/>
                  </a:lnTo>
                  <a:lnTo>
                    <a:pt x="149134" y="5912999"/>
                  </a:lnTo>
                  <a:lnTo>
                    <a:pt x="149134" y="5912568"/>
                  </a:lnTo>
                  <a:lnTo>
                    <a:pt x="149252" y="5912568"/>
                  </a:lnTo>
                  <a:lnTo>
                    <a:pt x="149252" y="5912138"/>
                  </a:lnTo>
                  <a:lnTo>
                    <a:pt x="149370" y="5912138"/>
                  </a:lnTo>
                  <a:lnTo>
                    <a:pt x="149487" y="5912138"/>
                  </a:lnTo>
                  <a:lnTo>
                    <a:pt x="149487" y="5911707"/>
                  </a:lnTo>
                  <a:lnTo>
                    <a:pt x="149605" y="5911707"/>
                  </a:lnTo>
                  <a:lnTo>
                    <a:pt x="149722" y="5911707"/>
                  </a:lnTo>
                  <a:lnTo>
                    <a:pt x="149722" y="5911276"/>
                  </a:lnTo>
                  <a:lnTo>
                    <a:pt x="149840" y="5911276"/>
                  </a:lnTo>
                  <a:lnTo>
                    <a:pt x="149958" y="5911276"/>
                  </a:lnTo>
                  <a:lnTo>
                    <a:pt x="149958" y="5910846"/>
                  </a:lnTo>
                  <a:lnTo>
                    <a:pt x="150075" y="5910846"/>
                  </a:lnTo>
                  <a:lnTo>
                    <a:pt x="150075" y="5910415"/>
                  </a:lnTo>
                  <a:lnTo>
                    <a:pt x="150193" y="5910415"/>
                  </a:lnTo>
                  <a:lnTo>
                    <a:pt x="150193" y="5909985"/>
                  </a:lnTo>
                  <a:lnTo>
                    <a:pt x="150311" y="5909985"/>
                  </a:lnTo>
                  <a:lnTo>
                    <a:pt x="150311" y="5909554"/>
                  </a:lnTo>
                  <a:lnTo>
                    <a:pt x="150311" y="5909123"/>
                  </a:lnTo>
                  <a:lnTo>
                    <a:pt x="150311" y="5908693"/>
                  </a:lnTo>
                  <a:lnTo>
                    <a:pt x="150311" y="5908262"/>
                  </a:lnTo>
                  <a:lnTo>
                    <a:pt x="150311" y="5907832"/>
                  </a:lnTo>
                  <a:lnTo>
                    <a:pt x="150428" y="5907832"/>
                  </a:lnTo>
                  <a:lnTo>
                    <a:pt x="150546" y="5907832"/>
                  </a:lnTo>
                  <a:lnTo>
                    <a:pt x="150546" y="5907401"/>
                  </a:lnTo>
                  <a:lnTo>
                    <a:pt x="150546" y="5906970"/>
                  </a:lnTo>
                  <a:lnTo>
                    <a:pt x="150546" y="5906540"/>
                  </a:lnTo>
                  <a:lnTo>
                    <a:pt x="150663" y="5906540"/>
                  </a:lnTo>
                  <a:lnTo>
                    <a:pt x="150663" y="5906109"/>
                  </a:lnTo>
                  <a:lnTo>
                    <a:pt x="150663" y="5905679"/>
                  </a:lnTo>
                  <a:lnTo>
                    <a:pt x="150781" y="5905679"/>
                  </a:lnTo>
                  <a:lnTo>
                    <a:pt x="150781" y="5905248"/>
                  </a:lnTo>
                  <a:lnTo>
                    <a:pt x="150781" y="5904817"/>
                  </a:lnTo>
                  <a:lnTo>
                    <a:pt x="150899" y="5904817"/>
                  </a:lnTo>
                  <a:lnTo>
                    <a:pt x="150899" y="5904387"/>
                  </a:lnTo>
                  <a:lnTo>
                    <a:pt x="151016" y="5904387"/>
                  </a:lnTo>
                  <a:lnTo>
                    <a:pt x="151134" y="5904387"/>
                  </a:lnTo>
                  <a:lnTo>
                    <a:pt x="151134" y="5903956"/>
                  </a:lnTo>
                  <a:lnTo>
                    <a:pt x="151134" y="5903526"/>
                  </a:lnTo>
                  <a:lnTo>
                    <a:pt x="151251" y="5903526"/>
                  </a:lnTo>
                  <a:lnTo>
                    <a:pt x="151369" y="5903526"/>
                  </a:lnTo>
                  <a:lnTo>
                    <a:pt x="151487" y="5903526"/>
                  </a:lnTo>
                  <a:lnTo>
                    <a:pt x="151604" y="5903526"/>
                  </a:lnTo>
                  <a:lnTo>
                    <a:pt x="151722" y="5903526"/>
                  </a:lnTo>
                  <a:lnTo>
                    <a:pt x="151722" y="5903095"/>
                  </a:lnTo>
                  <a:lnTo>
                    <a:pt x="151840" y="5903095"/>
                  </a:lnTo>
                  <a:lnTo>
                    <a:pt x="151957" y="5903095"/>
                  </a:lnTo>
                  <a:lnTo>
                    <a:pt x="151957" y="5902664"/>
                  </a:lnTo>
                  <a:lnTo>
                    <a:pt x="152075" y="5902664"/>
                  </a:lnTo>
                  <a:lnTo>
                    <a:pt x="152075" y="5902234"/>
                  </a:lnTo>
                  <a:lnTo>
                    <a:pt x="152192" y="5902234"/>
                  </a:lnTo>
                  <a:lnTo>
                    <a:pt x="152310" y="5902234"/>
                  </a:lnTo>
                  <a:lnTo>
                    <a:pt x="152428" y="5902234"/>
                  </a:lnTo>
                  <a:lnTo>
                    <a:pt x="152428" y="5901803"/>
                  </a:lnTo>
                  <a:lnTo>
                    <a:pt x="152428" y="5901373"/>
                  </a:lnTo>
                  <a:lnTo>
                    <a:pt x="152428" y="5900942"/>
                  </a:lnTo>
                  <a:lnTo>
                    <a:pt x="152428" y="5900511"/>
                  </a:lnTo>
                  <a:lnTo>
                    <a:pt x="152545" y="5900511"/>
                  </a:lnTo>
                  <a:lnTo>
                    <a:pt x="152545" y="5900081"/>
                  </a:lnTo>
                  <a:lnTo>
                    <a:pt x="152663" y="5900081"/>
                  </a:lnTo>
                  <a:lnTo>
                    <a:pt x="152780" y="5900081"/>
                  </a:lnTo>
                  <a:lnTo>
                    <a:pt x="152898" y="5900081"/>
                  </a:lnTo>
                  <a:lnTo>
                    <a:pt x="152898" y="5899650"/>
                  </a:lnTo>
                  <a:lnTo>
                    <a:pt x="153016" y="5899650"/>
                  </a:lnTo>
                  <a:lnTo>
                    <a:pt x="153016" y="5899220"/>
                  </a:lnTo>
                  <a:lnTo>
                    <a:pt x="153133" y="5899220"/>
                  </a:lnTo>
                  <a:lnTo>
                    <a:pt x="153133" y="5898789"/>
                  </a:lnTo>
                  <a:lnTo>
                    <a:pt x="153251" y="5898789"/>
                  </a:lnTo>
                  <a:lnTo>
                    <a:pt x="153369" y="5898789"/>
                  </a:lnTo>
                  <a:lnTo>
                    <a:pt x="153486" y="5898789"/>
                  </a:lnTo>
                  <a:lnTo>
                    <a:pt x="153486" y="5898358"/>
                  </a:lnTo>
                  <a:lnTo>
                    <a:pt x="153604" y="5898358"/>
                  </a:lnTo>
                  <a:lnTo>
                    <a:pt x="153604" y="5897928"/>
                  </a:lnTo>
                  <a:lnTo>
                    <a:pt x="153721" y="5897928"/>
                  </a:lnTo>
                  <a:lnTo>
                    <a:pt x="153721" y="5897497"/>
                  </a:lnTo>
                  <a:lnTo>
                    <a:pt x="153721" y="5897067"/>
                  </a:lnTo>
                  <a:lnTo>
                    <a:pt x="153839" y="5897067"/>
                  </a:lnTo>
                  <a:lnTo>
                    <a:pt x="153839" y="5896636"/>
                  </a:lnTo>
                  <a:lnTo>
                    <a:pt x="153957" y="5896636"/>
                  </a:lnTo>
                  <a:lnTo>
                    <a:pt x="153957" y="5896205"/>
                  </a:lnTo>
                  <a:lnTo>
                    <a:pt x="153957" y="5895775"/>
                  </a:lnTo>
                  <a:lnTo>
                    <a:pt x="154074" y="5895775"/>
                  </a:lnTo>
                  <a:lnTo>
                    <a:pt x="154192" y="5895775"/>
                  </a:lnTo>
                  <a:lnTo>
                    <a:pt x="154192" y="5895344"/>
                  </a:lnTo>
                  <a:lnTo>
                    <a:pt x="154309" y="5895344"/>
                  </a:lnTo>
                  <a:lnTo>
                    <a:pt x="154309" y="5894914"/>
                  </a:lnTo>
                  <a:lnTo>
                    <a:pt x="154309" y="5894483"/>
                  </a:lnTo>
                  <a:lnTo>
                    <a:pt x="154427" y="5894483"/>
                  </a:lnTo>
                  <a:lnTo>
                    <a:pt x="154545" y="5894483"/>
                  </a:lnTo>
                  <a:lnTo>
                    <a:pt x="154662" y="5894483"/>
                  </a:lnTo>
                  <a:lnTo>
                    <a:pt x="154780" y="5894483"/>
                  </a:lnTo>
                  <a:lnTo>
                    <a:pt x="154780" y="5894052"/>
                  </a:lnTo>
                  <a:lnTo>
                    <a:pt x="154897" y="5894052"/>
                  </a:lnTo>
                  <a:lnTo>
                    <a:pt x="155015" y="5894052"/>
                  </a:lnTo>
                  <a:lnTo>
                    <a:pt x="155133" y="5894052"/>
                  </a:lnTo>
                  <a:lnTo>
                    <a:pt x="155250" y="5894052"/>
                  </a:lnTo>
                  <a:lnTo>
                    <a:pt x="155250" y="5893622"/>
                  </a:lnTo>
                  <a:lnTo>
                    <a:pt x="155368" y="5893622"/>
                  </a:lnTo>
                  <a:lnTo>
                    <a:pt x="155368" y="5893191"/>
                  </a:lnTo>
                  <a:lnTo>
                    <a:pt x="155486" y="5893191"/>
                  </a:lnTo>
                  <a:lnTo>
                    <a:pt x="155486" y="5892761"/>
                  </a:lnTo>
                  <a:lnTo>
                    <a:pt x="155603" y="5892761"/>
                  </a:lnTo>
                  <a:lnTo>
                    <a:pt x="155603" y="5892330"/>
                  </a:lnTo>
                  <a:lnTo>
                    <a:pt x="155721" y="5892330"/>
                  </a:lnTo>
                  <a:lnTo>
                    <a:pt x="155838" y="5892330"/>
                  </a:lnTo>
                  <a:lnTo>
                    <a:pt x="155956" y="5892330"/>
                  </a:lnTo>
                  <a:lnTo>
                    <a:pt x="155956" y="5891899"/>
                  </a:lnTo>
                  <a:lnTo>
                    <a:pt x="155956" y="5891469"/>
                  </a:lnTo>
                  <a:lnTo>
                    <a:pt x="155956" y="5891038"/>
                  </a:lnTo>
                  <a:lnTo>
                    <a:pt x="155956" y="5890608"/>
                  </a:lnTo>
                  <a:lnTo>
                    <a:pt x="155956" y="5890177"/>
                  </a:lnTo>
                  <a:lnTo>
                    <a:pt x="155956" y="5889746"/>
                  </a:lnTo>
                  <a:lnTo>
                    <a:pt x="156074" y="5889746"/>
                  </a:lnTo>
                  <a:lnTo>
                    <a:pt x="156074" y="5889316"/>
                  </a:lnTo>
                  <a:lnTo>
                    <a:pt x="156074" y="5888885"/>
                  </a:lnTo>
                  <a:lnTo>
                    <a:pt x="156191" y="5888885"/>
                  </a:lnTo>
                  <a:lnTo>
                    <a:pt x="156309" y="5888885"/>
                  </a:lnTo>
                  <a:lnTo>
                    <a:pt x="156426" y="5888885"/>
                  </a:lnTo>
                  <a:lnTo>
                    <a:pt x="156426" y="5888455"/>
                  </a:lnTo>
                  <a:lnTo>
                    <a:pt x="156544" y="5888455"/>
                  </a:lnTo>
                  <a:lnTo>
                    <a:pt x="156544" y="5888024"/>
                  </a:lnTo>
                  <a:lnTo>
                    <a:pt x="156662" y="5888024"/>
                  </a:lnTo>
                  <a:lnTo>
                    <a:pt x="156779" y="5888024"/>
                  </a:lnTo>
                  <a:lnTo>
                    <a:pt x="156897" y="5888024"/>
                  </a:lnTo>
                  <a:lnTo>
                    <a:pt x="156897" y="5887593"/>
                  </a:lnTo>
                  <a:lnTo>
                    <a:pt x="157015" y="5887593"/>
                  </a:lnTo>
                  <a:lnTo>
                    <a:pt x="157015" y="5887163"/>
                  </a:lnTo>
                  <a:lnTo>
                    <a:pt x="157015" y="5886732"/>
                  </a:lnTo>
                  <a:lnTo>
                    <a:pt x="157132" y="5886732"/>
                  </a:lnTo>
                  <a:lnTo>
                    <a:pt x="157132" y="5886302"/>
                  </a:lnTo>
                  <a:lnTo>
                    <a:pt x="157250" y="5886302"/>
                  </a:lnTo>
                  <a:lnTo>
                    <a:pt x="157367" y="5886302"/>
                  </a:lnTo>
                  <a:lnTo>
                    <a:pt x="157485" y="5886302"/>
                  </a:lnTo>
                  <a:lnTo>
                    <a:pt x="157485" y="5885871"/>
                  </a:lnTo>
                  <a:lnTo>
                    <a:pt x="157485" y="5885440"/>
                  </a:lnTo>
                  <a:lnTo>
                    <a:pt x="157603" y="5885440"/>
                  </a:lnTo>
                  <a:lnTo>
                    <a:pt x="157603" y="5885010"/>
                  </a:lnTo>
                  <a:lnTo>
                    <a:pt x="157720" y="5885010"/>
                  </a:lnTo>
                  <a:lnTo>
                    <a:pt x="157838" y="5885010"/>
                  </a:lnTo>
                  <a:lnTo>
                    <a:pt x="157955" y="5885010"/>
                  </a:lnTo>
                  <a:lnTo>
                    <a:pt x="157955" y="5884579"/>
                  </a:lnTo>
                  <a:lnTo>
                    <a:pt x="157955" y="5884149"/>
                  </a:lnTo>
                  <a:lnTo>
                    <a:pt x="157955" y="5883718"/>
                  </a:lnTo>
                  <a:lnTo>
                    <a:pt x="158073" y="5883718"/>
                  </a:lnTo>
                  <a:lnTo>
                    <a:pt x="158073" y="5883287"/>
                  </a:lnTo>
                  <a:lnTo>
                    <a:pt x="158073" y="5882857"/>
                  </a:lnTo>
                  <a:lnTo>
                    <a:pt x="158191" y="5882857"/>
                  </a:lnTo>
                  <a:lnTo>
                    <a:pt x="158308" y="5882857"/>
                  </a:lnTo>
                  <a:lnTo>
                    <a:pt x="158308" y="5882426"/>
                  </a:lnTo>
                  <a:lnTo>
                    <a:pt x="158308" y="5881996"/>
                  </a:lnTo>
                  <a:lnTo>
                    <a:pt x="158308" y="5881565"/>
                  </a:lnTo>
                  <a:lnTo>
                    <a:pt x="158426" y="5881565"/>
                  </a:lnTo>
                  <a:lnTo>
                    <a:pt x="158544" y="5881565"/>
                  </a:lnTo>
                  <a:lnTo>
                    <a:pt x="158544" y="5881134"/>
                  </a:lnTo>
                  <a:lnTo>
                    <a:pt x="158544" y="5880704"/>
                  </a:lnTo>
                  <a:lnTo>
                    <a:pt x="158544" y="5880273"/>
                  </a:lnTo>
                  <a:lnTo>
                    <a:pt x="158544" y="5879843"/>
                  </a:lnTo>
                  <a:lnTo>
                    <a:pt x="158544" y="5879412"/>
                  </a:lnTo>
                  <a:lnTo>
                    <a:pt x="158661" y="5879412"/>
                  </a:lnTo>
                  <a:lnTo>
                    <a:pt x="158661" y="5878981"/>
                  </a:lnTo>
                  <a:lnTo>
                    <a:pt x="158779" y="5878981"/>
                  </a:lnTo>
                  <a:lnTo>
                    <a:pt x="158896" y="5878981"/>
                  </a:lnTo>
                  <a:lnTo>
                    <a:pt x="158896" y="5878551"/>
                  </a:lnTo>
                  <a:lnTo>
                    <a:pt x="159014" y="5878551"/>
                  </a:lnTo>
                  <a:lnTo>
                    <a:pt x="159014" y="5878120"/>
                  </a:lnTo>
                  <a:lnTo>
                    <a:pt x="159132" y="5878120"/>
                  </a:lnTo>
                  <a:lnTo>
                    <a:pt x="159249" y="5878120"/>
                  </a:lnTo>
                  <a:lnTo>
                    <a:pt x="159367" y="5878120"/>
                  </a:lnTo>
                  <a:lnTo>
                    <a:pt x="159367" y="5877690"/>
                  </a:lnTo>
                  <a:lnTo>
                    <a:pt x="159367" y="5877259"/>
                  </a:lnTo>
                  <a:lnTo>
                    <a:pt x="159367" y="5876828"/>
                  </a:lnTo>
                  <a:lnTo>
                    <a:pt x="159367" y="5876398"/>
                  </a:lnTo>
                  <a:lnTo>
                    <a:pt x="159367" y="5875967"/>
                  </a:lnTo>
                  <a:lnTo>
                    <a:pt x="159484" y="5875967"/>
                  </a:lnTo>
                  <a:lnTo>
                    <a:pt x="159602" y="5875967"/>
                  </a:lnTo>
                  <a:lnTo>
                    <a:pt x="159720" y="5875967"/>
                  </a:lnTo>
                  <a:lnTo>
                    <a:pt x="159837" y="5875967"/>
                  </a:lnTo>
                  <a:lnTo>
                    <a:pt x="159955" y="5875967"/>
                  </a:lnTo>
                  <a:lnTo>
                    <a:pt x="160073" y="5875967"/>
                  </a:lnTo>
                  <a:lnTo>
                    <a:pt x="160073" y="5875537"/>
                  </a:lnTo>
                  <a:lnTo>
                    <a:pt x="160073" y="5875106"/>
                  </a:lnTo>
                  <a:lnTo>
                    <a:pt x="160073" y="5874675"/>
                  </a:lnTo>
                  <a:lnTo>
                    <a:pt x="160190" y="5874675"/>
                  </a:lnTo>
                  <a:lnTo>
                    <a:pt x="160190" y="5874245"/>
                  </a:lnTo>
                  <a:lnTo>
                    <a:pt x="160308" y="5874245"/>
                  </a:lnTo>
                  <a:lnTo>
                    <a:pt x="160425" y="5874245"/>
                  </a:lnTo>
                  <a:lnTo>
                    <a:pt x="160425" y="5873814"/>
                  </a:lnTo>
                  <a:lnTo>
                    <a:pt x="160543" y="5873814"/>
                  </a:lnTo>
                  <a:lnTo>
                    <a:pt x="160661" y="5873814"/>
                  </a:lnTo>
                  <a:lnTo>
                    <a:pt x="160778" y="5873814"/>
                  </a:lnTo>
                  <a:lnTo>
                    <a:pt x="160778" y="5873384"/>
                  </a:lnTo>
                  <a:lnTo>
                    <a:pt x="160778" y="5872953"/>
                  </a:lnTo>
                  <a:lnTo>
                    <a:pt x="160896" y="5872953"/>
                  </a:lnTo>
                  <a:lnTo>
                    <a:pt x="160896" y="5872522"/>
                  </a:lnTo>
                  <a:lnTo>
                    <a:pt x="161013" y="5872522"/>
                  </a:lnTo>
                  <a:lnTo>
                    <a:pt x="161013" y="5872092"/>
                  </a:lnTo>
                  <a:lnTo>
                    <a:pt x="161013" y="5871661"/>
                  </a:lnTo>
                  <a:lnTo>
                    <a:pt x="161131" y="5871661"/>
                  </a:lnTo>
                  <a:lnTo>
                    <a:pt x="161249" y="5871661"/>
                  </a:lnTo>
                  <a:lnTo>
                    <a:pt x="161366" y="5871661"/>
                  </a:lnTo>
                  <a:lnTo>
                    <a:pt x="161366" y="5871231"/>
                  </a:lnTo>
                  <a:lnTo>
                    <a:pt x="161366" y="5870800"/>
                  </a:lnTo>
                  <a:lnTo>
                    <a:pt x="161484" y="5870800"/>
                  </a:lnTo>
                  <a:lnTo>
                    <a:pt x="161601" y="5870800"/>
                  </a:lnTo>
                  <a:lnTo>
                    <a:pt x="161601" y="5870369"/>
                  </a:lnTo>
                  <a:lnTo>
                    <a:pt x="161719" y="5870369"/>
                  </a:lnTo>
                  <a:lnTo>
                    <a:pt x="161837" y="5870369"/>
                  </a:lnTo>
                  <a:lnTo>
                    <a:pt x="161954" y="5870369"/>
                  </a:lnTo>
                  <a:lnTo>
                    <a:pt x="161954" y="5869939"/>
                  </a:lnTo>
                  <a:lnTo>
                    <a:pt x="162072" y="5869939"/>
                  </a:lnTo>
                  <a:lnTo>
                    <a:pt x="162190" y="5869939"/>
                  </a:lnTo>
                  <a:lnTo>
                    <a:pt x="162307" y="5869939"/>
                  </a:lnTo>
                  <a:lnTo>
                    <a:pt x="162425" y="5869939"/>
                  </a:lnTo>
                  <a:lnTo>
                    <a:pt x="162425" y="5869508"/>
                  </a:lnTo>
                  <a:lnTo>
                    <a:pt x="162425" y="5869078"/>
                  </a:lnTo>
                  <a:lnTo>
                    <a:pt x="162542" y="5869078"/>
                  </a:lnTo>
                  <a:lnTo>
                    <a:pt x="162660" y="5869078"/>
                  </a:lnTo>
                  <a:lnTo>
                    <a:pt x="162778" y="5869078"/>
                  </a:lnTo>
                  <a:lnTo>
                    <a:pt x="162895" y="5869078"/>
                  </a:lnTo>
                  <a:lnTo>
                    <a:pt x="163013" y="5869078"/>
                  </a:lnTo>
                  <a:lnTo>
                    <a:pt x="163013" y="5868647"/>
                  </a:lnTo>
                  <a:lnTo>
                    <a:pt x="163130" y="5868647"/>
                  </a:lnTo>
                  <a:lnTo>
                    <a:pt x="163130" y="5868216"/>
                  </a:lnTo>
                  <a:lnTo>
                    <a:pt x="163130" y="5867786"/>
                  </a:lnTo>
                  <a:lnTo>
                    <a:pt x="163130" y="5867355"/>
                  </a:lnTo>
                  <a:lnTo>
                    <a:pt x="163248" y="5867355"/>
                  </a:lnTo>
                  <a:lnTo>
                    <a:pt x="163366" y="5867355"/>
                  </a:lnTo>
                  <a:lnTo>
                    <a:pt x="163483" y="5867355"/>
                  </a:lnTo>
                  <a:lnTo>
                    <a:pt x="163483" y="5866925"/>
                  </a:lnTo>
                  <a:lnTo>
                    <a:pt x="163601" y="5866925"/>
                  </a:lnTo>
                  <a:lnTo>
                    <a:pt x="163719" y="5866925"/>
                  </a:lnTo>
                  <a:lnTo>
                    <a:pt x="163836" y="5866925"/>
                  </a:lnTo>
                  <a:lnTo>
                    <a:pt x="163836" y="5866494"/>
                  </a:lnTo>
                  <a:lnTo>
                    <a:pt x="163954" y="5866494"/>
                  </a:lnTo>
                  <a:lnTo>
                    <a:pt x="164071" y="5866494"/>
                  </a:lnTo>
                  <a:lnTo>
                    <a:pt x="164189" y="5866494"/>
                  </a:lnTo>
                  <a:lnTo>
                    <a:pt x="164307" y="5866494"/>
                  </a:lnTo>
                  <a:lnTo>
                    <a:pt x="164424" y="5866494"/>
                  </a:lnTo>
                  <a:lnTo>
                    <a:pt x="164424" y="5866063"/>
                  </a:lnTo>
                  <a:lnTo>
                    <a:pt x="164424" y="5865633"/>
                  </a:lnTo>
                  <a:lnTo>
                    <a:pt x="164542" y="5865633"/>
                  </a:lnTo>
                  <a:lnTo>
                    <a:pt x="164659" y="5865633"/>
                  </a:lnTo>
                  <a:lnTo>
                    <a:pt x="164659" y="5865202"/>
                  </a:lnTo>
                  <a:lnTo>
                    <a:pt x="164777" y="5865202"/>
                  </a:lnTo>
                  <a:lnTo>
                    <a:pt x="164777" y="5864772"/>
                  </a:lnTo>
                  <a:lnTo>
                    <a:pt x="164777" y="5864341"/>
                  </a:lnTo>
                  <a:lnTo>
                    <a:pt x="164895" y="5864341"/>
                  </a:lnTo>
                  <a:lnTo>
                    <a:pt x="165012" y="5864341"/>
                  </a:lnTo>
                  <a:lnTo>
                    <a:pt x="165012" y="5863910"/>
                  </a:lnTo>
                  <a:lnTo>
                    <a:pt x="165012" y="5863480"/>
                  </a:lnTo>
                  <a:lnTo>
                    <a:pt x="165012" y="5863049"/>
                  </a:lnTo>
                  <a:lnTo>
                    <a:pt x="165130" y="5863049"/>
                  </a:lnTo>
                  <a:lnTo>
                    <a:pt x="165248" y="5863049"/>
                  </a:lnTo>
                  <a:lnTo>
                    <a:pt x="165365" y="5863049"/>
                  </a:lnTo>
                  <a:lnTo>
                    <a:pt x="165365" y="5862619"/>
                  </a:lnTo>
                  <a:lnTo>
                    <a:pt x="165365" y="5862188"/>
                  </a:lnTo>
                  <a:lnTo>
                    <a:pt x="165483" y="5862188"/>
                  </a:lnTo>
                  <a:lnTo>
                    <a:pt x="165600" y="5862188"/>
                  </a:lnTo>
                  <a:lnTo>
                    <a:pt x="165718" y="5862188"/>
                  </a:lnTo>
                  <a:lnTo>
                    <a:pt x="165718" y="5861757"/>
                  </a:lnTo>
                  <a:lnTo>
                    <a:pt x="165718" y="5861327"/>
                  </a:lnTo>
                  <a:lnTo>
                    <a:pt x="165836" y="5861327"/>
                  </a:lnTo>
                  <a:lnTo>
                    <a:pt x="165953" y="5861327"/>
                  </a:lnTo>
                  <a:lnTo>
                    <a:pt x="165953" y="5860896"/>
                  </a:lnTo>
                  <a:lnTo>
                    <a:pt x="166071" y="5860896"/>
                  </a:lnTo>
                  <a:lnTo>
                    <a:pt x="166071" y="5860466"/>
                  </a:lnTo>
                  <a:lnTo>
                    <a:pt x="166071" y="5860035"/>
                  </a:lnTo>
                  <a:lnTo>
                    <a:pt x="166071" y="5859604"/>
                  </a:lnTo>
                  <a:lnTo>
                    <a:pt x="166071" y="5859174"/>
                  </a:lnTo>
                  <a:lnTo>
                    <a:pt x="166071" y="5858743"/>
                  </a:lnTo>
                  <a:lnTo>
                    <a:pt x="166188" y="5858743"/>
                  </a:lnTo>
                  <a:lnTo>
                    <a:pt x="166306" y="5858743"/>
                  </a:lnTo>
                  <a:lnTo>
                    <a:pt x="166424" y="5858743"/>
                  </a:lnTo>
                  <a:lnTo>
                    <a:pt x="166424" y="5858313"/>
                  </a:lnTo>
                  <a:lnTo>
                    <a:pt x="166424" y="5857882"/>
                  </a:lnTo>
                  <a:lnTo>
                    <a:pt x="166541" y="5857882"/>
                  </a:lnTo>
                  <a:lnTo>
                    <a:pt x="166659" y="5857882"/>
                  </a:lnTo>
                  <a:lnTo>
                    <a:pt x="166659" y="5857451"/>
                  </a:lnTo>
                  <a:lnTo>
                    <a:pt x="166777" y="5857451"/>
                  </a:lnTo>
                  <a:lnTo>
                    <a:pt x="166777" y="5857021"/>
                  </a:lnTo>
                  <a:lnTo>
                    <a:pt x="166777" y="5856590"/>
                  </a:lnTo>
                  <a:lnTo>
                    <a:pt x="166777" y="5856160"/>
                  </a:lnTo>
                  <a:lnTo>
                    <a:pt x="166777" y="5855729"/>
                  </a:lnTo>
                  <a:lnTo>
                    <a:pt x="166894" y="5855729"/>
                  </a:lnTo>
                  <a:lnTo>
                    <a:pt x="167012" y="5855729"/>
                  </a:lnTo>
                  <a:lnTo>
                    <a:pt x="167129" y="5855729"/>
                  </a:lnTo>
                  <a:lnTo>
                    <a:pt x="167129" y="5855298"/>
                  </a:lnTo>
                  <a:lnTo>
                    <a:pt x="167129" y="5854868"/>
                  </a:lnTo>
                  <a:lnTo>
                    <a:pt x="167247" y="5854868"/>
                  </a:lnTo>
                  <a:lnTo>
                    <a:pt x="167247" y="5854437"/>
                  </a:lnTo>
                  <a:lnTo>
                    <a:pt x="167365" y="5854437"/>
                  </a:lnTo>
                  <a:lnTo>
                    <a:pt x="167482" y="5854437"/>
                  </a:lnTo>
                  <a:lnTo>
                    <a:pt x="167482" y="5854007"/>
                  </a:lnTo>
                  <a:lnTo>
                    <a:pt x="167600" y="5854007"/>
                  </a:lnTo>
                  <a:lnTo>
                    <a:pt x="167600" y="5853576"/>
                  </a:lnTo>
                  <a:lnTo>
                    <a:pt x="167717" y="5853576"/>
                  </a:lnTo>
                  <a:lnTo>
                    <a:pt x="167717" y="5853145"/>
                  </a:lnTo>
                  <a:lnTo>
                    <a:pt x="167717" y="5852715"/>
                  </a:lnTo>
                  <a:lnTo>
                    <a:pt x="167717" y="5852284"/>
                  </a:lnTo>
                  <a:lnTo>
                    <a:pt x="167835" y="5852284"/>
                  </a:lnTo>
                  <a:lnTo>
                    <a:pt x="167953" y="5852284"/>
                  </a:lnTo>
                  <a:lnTo>
                    <a:pt x="168070" y="5852284"/>
                  </a:lnTo>
                  <a:lnTo>
                    <a:pt x="168070" y="5851854"/>
                  </a:lnTo>
                  <a:lnTo>
                    <a:pt x="168070" y="5851423"/>
                  </a:lnTo>
                  <a:lnTo>
                    <a:pt x="168188" y="5851423"/>
                  </a:lnTo>
                  <a:lnTo>
                    <a:pt x="168188" y="5850992"/>
                  </a:lnTo>
                  <a:lnTo>
                    <a:pt x="168306" y="5850992"/>
                  </a:lnTo>
                  <a:lnTo>
                    <a:pt x="168306" y="5850562"/>
                  </a:lnTo>
                  <a:lnTo>
                    <a:pt x="168423" y="5850562"/>
                  </a:lnTo>
                  <a:lnTo>
                    <a:pt x="168541" y="5850562"/>
                  </a:lnTo>
                  <a:lnTo>
                    <a:pt x="168541" y="5850131"/>
                  </a:lnTo>
                  <a:lnTo>
                    <a:pt x="168541" y="5849701"/>
                  </a:lnTo>
                  <a:lnTo>
                    <a:pt x="168658" y="5849701"/>
                  </a:lnTo>
                  <a:lnTo>
                    <a:pt x="168658" y="5849270"/>
                  </a:lnTo>
                  <a:lnTo>
                    <a:pt x="168658" y="5848839"/>
                  </a:lnTo>
                  <a:lnTo>
                    <a:pt x="168658" y="5848409"/>
                  </a:lnTo>
                  <a:lnTo>
                    <a:pt x="168776" y="5848409"/>
                  </a:lnTo>
                  <a:lnTo>
                    <a:pt x="168776" y="5847978"/>
                  </a:lnTo>
                  <a:lnTo>
                    <a:pt x="168894" y="5847978"/>
                  </a:lnTo>
                  <a:lnTo>
                    <a:pt x="169011" y="5847978"/>
                  </a:lnTo>
                  <a:lnTo>
                    <a:pt x="169011" y="5847548"/>
                  </a:lnTo>
                  <a:lnTo>
                    <a:pt x="169011" y="5847117"/>
                  </a:lnTo>
                  <a:lnTo>
                    <a:pt x="169011" y="5846686"/>
                  </a:lnTo>
                  <a:lnTo>
                    <a:pt x="169011" y="5846256"/>
                  </a:lnTo>
                  <a:lnTo>
                    <a:pt x="169129" y="5846256"/>
                  </a:lnTo>
                  <a:lnTo>
                    <a:pt x="169129" y="5845825"/>
                  </a:lnTo>
                  <a:lnTo>
                    <a:pt x="169129" y="5845395"/>
                  </a:lnTo>
                  <a:lnTo>
                    <a:pt x="169246" y="5845395"/>
                  </a:lnTo>
                  <a:lnTo>
                    <a:pt x="169246" y="5844964"/>
                  </a:lnTo>
                  <a:lnTo>
                    <a:pt x="169364" y="5844964"/>
                  </a:lnTo>
                  <a:lnTo>
                    <a:pt x="169364" y="5844533"/>
                  </a:lnTo>
                  <a:lnTo>
                    <a:pt x="169482" y="5844533"/>
                  </a:lnTo>
                  <a:lnTo>
                    <a:pt x="169599" y="5844533"/>
                  </a:lnTo>
                  <a:lnTo>
                    <a:pt x="169717" y="5844533"/>
                  </a:lnTo>
                  <a:lnTo>
                    <a:pt x="169834" y="5844533"/>
                  </a:lnTo>
                  <a:lnTo>
                    <a:pt x="169834" y="5844103"/>
                  </a:lnTo>
                  <a:lnTo>
                    <a:pt x="169952" y="5844103"/>
                  </a:lnTo>
                  <a:lnTo>
                    <a:pt x="170070" y="5844103"/>
                  </a:lnTo>
                  <a:lnTo>
                    <a:pt x="170070" y="5843672"/>
                  </a:lnTo>
                  <a:lnTo>
                    <a:pt x="170187" y="5843672"/>
                  </a:lnTo>
                  <a:lnTo>
                    <a:pt x="170305" y="5843672"/>
                  </a:lnTo>
                  <a:lnTo>
                    <a:pt x="170423" y="5843672"/>
                  </a:lnTo>
                  <a:lnTo>
                    <a:pt x="170540" y="5843672"/>
                  </a:lnTo>
                  <a:lnTo>
                    <a:pt x="170658" y="5843672"/>
                  </a:lnTo>
                  <a:lnTo>
                    <a:pt x="170775" y="5843672"/>
                  </a:lnTo>
                  <a:lnTo>
                    <a:pt x="170893" y="5843672"/>
                  </a:lnTo>
                  <a:lnTo>
                    <a:pt x="170893" y="5843242"/>
                  </a:lnTo>
                  <a:lnTo>
                    <a:pt x="170893" y="5842811"/>
                  </a:lnTo>
                  <a:lnTo>
                    <a:pt x="171011" y="5842811"/>
                  </a:lnTo>
                  <a:lnTo>
                    <a:pt x="171128" y="5842811"/>
                  </a:lnTo>
                  <a:lnTo>
                    <a:pt x="171246" y="5842811"/>
                  </a:lnTo>
                  <a:lnTo>
                    <a:pt x="171246" y="5842380"/>
                  </a:lnTo>
                  <a:lnTo>
                    <a:pt x="171246" y="5841950"/>
                  </a:lnTo>
                  <a:lnTo>
                    <a:pt x="171363" y="5841950"/>
                  </a:lnTo>
                  <a:lnTo>
                    <a:pt x="171363" y="5841519"/>
                  </a:lnTo>
                  <a:lnTo>
                    <a:pt x="171363" y="5841089"/>
                  </a:lnTo>
                  <a:lnTo>
                    <a:pt x="171481" y="5841089"/>
                  </a:lnTo>
                  <a:lnTo>
                    <a:pt x="171599" y="5841089"/>
                  </a:lnTo>
                  <a:lnTo>
                    <a:pt x="171716" y="5841089"/>
                  </a:lnTo>
                  <a:lnTo>
                    <a:pt x="171834" y="5841089"/>
                  </a:lnTo>
                  <a:lnTo>
                    <a:pt x="171952" y="5841089"/>
                  </a:lnTo>
                  <a:lnTo>
                    <a:pt x="171952" y="5840658"/>
                  </a:lnTo>
                  <a:lnTo>
                    <a:pt x="172069" y="5840658"/>
                  </a:lnTo>
                  <a:lnTo>
                    <a:pt x="172069" y="5840227"/>
                  </a:lnTo>
                  <a:lnTo>
                    <a:pt x="172069" y="5839797"/>
                  </a:lnTo>
                  <a:lnTo>
                    <a:pt x="172187" y="5839797"/>
                  </a:lnTo>
                  <a:lnTo>
                    <a:pt x="172187" y="5839366"/>
                  </a:lnTo>
                  <a:lnTo>
                    <a:pt x="172304" y="5839366"/>
                  </a:lnTo>
                  <a:lnTo>
                    <a:pt x="172304" y="5838936"/>
                  </a:lnTo>
                  <a:lnTo>
                    <a:pt x="172304" y="5838505"/>
                  </a:lnTo>
                  <a:lnTo>
                    <a:pt x="172422" y="5838505"/>
                  </a:lnTo>
                  <a:lnTo>
                    <a:pt x="172422" y="5838074"/>
                  </a:lnTo>
                  <a:lnTo>
                    <a:pt x="172540" y="5838074"/>
                  </a:lnTo>
                  <a:lnTo>
                    <a:pt x="172540" y="5837644"/>
                  </a:lnTo>
                  <a:lnTo>
                    <a:pt x="172657" y="5837644"/>
                  </a:lnTo>
                  <a:lnTo>
                    <a:pt x="172775" y="5837644"/>
                  </a:lnTo>
                  <a:lnTo>
                    <a:pt x="172892" y="5837644"/>
                  </a:lnTo>
                  <a:lnTo>
                    <a:pt x="173010" y="5837644"/>
                  </a:lnTo>
                  <a:lnTo>
                    <a:pt x="173128" y="5837644"/>
                  </a:lnTo>
                  <a:lnTo>
                    <a:pt x="173245" y="5837644"/>
                  </a:lnTo>
                  <a:lnTo>
                    <a:pt x="173245" y="5837213"/>
                  </a:lnTo>
                  <a:lnTo>
                    <a:pt x="173363" y="5837213"/>
                  </a:lnTo>
                  <a:lnTo>
                    <a:pt x="173363" y="5836783"/>
                  </a:lnTo>
                  <a:lnTo>
                    <a:pt x="173481" y="5836783"/>
                  </a:lnTo>
                  <a:lnTo>
                    <a:pt x="173481" y="5836352"/>
                  </a:lnTo>
                  <a:lnTo>
                    <a:pt x="173598" y="5836352"/>
                  </a:lnTo>
                  <a:lnTo>
                    <a:pt x="173598" y="5835921"/>
                  </a:lnTo>
                  <a:lnTo>
                    <a:pt x="173598" y="5835491"/>
                  </a:lnTo>
                  <a:lnTo>
                    <a:pt x="173716" y="5835491"/>
                  </a:lnTo>
                  <a:lnTo>
                    <a:pt x="173716" y="5835060"/>
                  </a:lnTo>
                  <a:lnTo>
                    <a:pt x="173716" y="5834630"/>
                  </a:lnTo>
                  <a:lnTo>
                    <a:pt x="173833" y="5834630"/>
                  </a:lnTo>
                  <a:lnTo>
                    <a:pt x="173951" y="5834630"/>
                  </a:lnTo>
                  <a:lnTo>
                    <a:pt x="173951" y="5834199"/>
                  </a:lnTo>
                  <a:lnTo>
                    <a:pt x="174069" y="5834199"/>
                  </a:lnTo>
                  <a:lnTo>
                    <a:pt x="174069" y="5833768"/>
                  </a:lnTo>
                  <a:lnTo>
                    <a:pt x="174069" y="5833338"/>
                  </a:lnTo>
                  <a:lnTo>
                    <a:pt x="174186" y="5833338"/>
                  </a:lnTo>
                  <a:lnTo>
                    <a:pt x="174304" y="5833338"/>
                  </a:lnTo>
                  <a:lnTo>
                    <a:pt x="174304" y="5832907"/>
                  </a:lnTo>
                  <a:lnTo>
                    <a:pt x="174421" y="5832907"/>
                  </a:lnTo>
                  <a:lnTo>
                    <a:pt x="174539" y="5832907"/>
                  </a:lnTo>
                  <a:lnTo>
                    <a:pt x="174539" y="5832477"/>
                  </a:lnTo>
                  <a:lnTo>
                    <a:pt x="174657" y="5832477"/>
                  </a:lnTo>
                  <a:lnTo>
                    <a:pt x="174774" y="5832477"/>
                  </a:lnTo>
                  <a:lnTo>
                    <a:pt x="174892" y="5832477"/>
                  </a:lnTo>
                  <a:lnTo>
                    <a:pt x="174892" y="5832046"/>
                  </a:lnTo>
                  <a:lnTo>
                    <a:pt x="175010" y="5832046"/>
                  </a:lnTo>
                  <a:lnTo>
                    <a:pt x="175127" y="5832046"/>
                  </a:lnTo>
                  <a:lnTo>
                    <a:pt x="175127" y="5831615"/>
                  </a:lnTo>
                  <a:lnTo>
                    <a:pt x="175127" y="5831185"/>
                  </a:lnTo>
                  <a:lnTo>
                    <a:pt x="175245" y="5831185"/>
                  </a:lnTo>
                  <a:lnTo>
                    <a:pt x="175362" y="5831185"/>
                  </a:lnTo>
                  <a:lnTo>
                    <a:pt x="175362" y="5830754"/>
                  </a:lnTo>
                  <a:lnTo>
                    <a:pt x="175480" y="5830754"/>
                  </a:lnTo>
                  <a:lnTo>
                    <a:pt x="175598" y="5830754"/>
                  </a:lnTo>
                  <a:lnTo>
                    <a:pt x="175598" y="5830324"/>
                  </a:lnTo>
                  <a:lnTo>
                    <a:pt x="175598" y="5829893"/>
                  </a:lnTo>
                  <a:lnTo>
                    <a:pt x="175715" y="5829893"/>
                  </a:lnTo>
                  <a:lnTo>
                    <a:pt x="175715" y="5829462"/>
                  </a:lnTo>
                  <a:lnTo>
                    <a:pt x="175833" y="5829462"/>
                  </a:lnTo>
                  <a:lnTo>
                    <a:pt x="175950" y="5829462"/>
                  </a:lnTo>
                  <a:lnTo>
                    <a:pt x="175950" y="5829032"/>
                  </a:lnTo>
                  <a:lnTo>
                    <a:pt x="176068" y="5829032"/>
                  </a:lnTo>
                  <a:lnTo>
                    <a:pt x="176068" y="5828601"/>
                  </a:lnTo>
                  <a:lnTo>
                    <a:pt x="176186" y="5828601"/>
                  </a:lnTo>
                  <a:lnTo>
                    <a:pt x="176303" y="5828601"/>
                  </a:lnTo>
                  <a:lnTo>
                    <a:pt x="176421" y="5828601"/>
                  </a:lnTo>
                  <a:lnTo>
                    <a:pt x="176421" y="5828171"/>
                  </a:lnTo>
                  <a:lnTo>
                    <a:pt x="176421" y="5827740"/>
                  </a:lnTo>
                  <a:lnTo>
                    <a:pt x="176421" y="5827309"/>
                  </a:lnTo>
                  <a:lnTo>
                    <a:pt x="176421" y="5826879"/>
                  </a:lnTo>
                  <a:lnTo>
                    <a:pt x="176539" y="5826879"/>
                  </a:lnTo>
                  <a:lnTo>
                    <a:pt x="176656" y="5826879"/>
                  </a:lnTo>
                  <a:lnTo>
                    <a:pt x="176656" y="5826448"/>
                  </a:lnTo>
                  <a:lnTo>
                    <a:pt x="176656" y="5826018"/>
                  </a:lnTo>
                  <a:lnTo>
                    <a:pt x="176774" y="5826018"/>
                  </a:lnTo>
                  <a:lnTo>
                    <a:pt x="176891" y="5826018"/>
                  </a:lnTo>
                  <a:lnTo>
                    <a:pt x="176891" y="5825587"/>
                  </a:lnTo>
                  <a:lnTo>
                    <a:pt x="176891" y="5825156"/>
                  </a:lnTo>
                  <a:lnTo>
                    <a:pt x="177009" y="5825156"/>
                  </a:lnTo>
                  <a:lnTo>
                    <a:pt x="177009" y="5824726"/>
                  </a:lnTo>
                  <a:lnTo>
                    <a:pt x="177009" y="5824295"/>
                  </a:lnTo>
                  <a:lnTo>
                    <a:pt x="177127" y="5824295"/>
                  </a:lnTo>
                  <a:lnTo>
                    <a:pt x="177127" y="5823865"/>
                  </a:lnTo>
                  <a:lnTo>
                    <a:pt x="177244" y="5823865"/>
                  </a:lnTo>
                  <a:lnTo>
                    <a:pt x="177362" y="5823865"/>
                  </a:lnTo>
                  <a:lnTo>
                    <a:pt x="177362" y="5823434"/>
                  </a:lnTo>
                  <a:lnTo>
                    <a:pt x="177479" y="5823434"/>
                  </a:lnTo>
                  <a:lnTo>
                    <a:pt x="177479" y="5823003"/>
                  </a:lnTo>
                  <a:lnTo>
                    <a:pt x="177479" y="5822573"/>
                  </a:lnTo>
                  <a:lnTo>
                    <a:pt x="177597" y="5822573"/>
                  </a:lnTo>
                  <a:lnTo>
                    <a:pt x="177597" y="5822142"/>
                  </a:lnTo>
                  <a:lnTo>
                    <a:pt x="177715" y="5822142"/>
                  </a:lnTo>
                  <a:lnTo>
                    <a:pt x="177715" y="5821712"/>
                  </a:lnTo>
                  <a:lnTo>
                    <a:pt x="177715" y="5821281"/>
                  </a:lnTo>
                  <a:lnTo>
                    <a:pt x="177715" y="5820850"/>
                  </a:lnTo>
                  <a:lnTo>
                    <a:pt x="177715" y="5820420"/>
                  </a:lnTo>
                  <a:lnTo>
                    <a:pt x="177832" y="5820420"/>
                  </a:lnTo>
                  <a:lnTo>
                    <a:pt x="177832" y="5819989"/>
                  </a:lnTo>
                  <a:lnTo>
                    <a:pt x="177950" y="5819989"/>
                  </a:lnTo>
                  <a:lnTo>
                    <a:pt x="178067" y="5819989"/>
                  </a:lnTo>
                  <a:lnTo>
                    <a:pt x="178185" y="5819989"/>
                  </a:lnTo>
                  <a:lnTo>
                    <a:pt x="178303" y="5819989"/>
                  </a:lnTo>
                  <a:lnTo>
                    <a:pt x="178420" y="5819989"/>
                  </a:lnTo>
                  <a:lnTo>
                    <a:pt x="178420" y="5819559"/>
                  </a:lnTo>
                  <a:lnTo>
                    <a:pt x="178538" y="5819559"/>
                  </a:lnTo>
                  <a:lnTo>
                    <a:pt x="178656" y="5819559"/>
                  </a:lnTo>
                  <a:lnTo>
                    <a:pt x="178773" y="5819559"/>
                  </a:lnTo>
                  <a:lnTo>
                    <a:pt x="178773" y="5819128"/>
                  </a:lnTo>
                  <a:lnTo>
                    <a:pt x="178891" y="5819128"/>
                  </a:lnTo>
                  <a:lnTo>
                    <a:pt x="178891" y="5818697"/>
                  </a:lnTo>
                  <a:lnTo>
                    <a:pt x="178891" y="5818267"/>
                  </a:lnTo>
                  <a:lnTo>
                    <a:pt x="179008" y="5818267"/>
                  </a:lnTo>
                  <a:lnTo>
                    <a:pt x="179008" y="5817836"/>
                  </a:lnTo>
                  <a:lnTo>
                    <a:pt x="179126" y="5817836"/>
                  </a:lnTo>
                  <a:lnTo>
                    <a:pt x="179244" y="5817836"/>
                  </a:lnTo>
                  <a:lnTo>
                    <a:pt x="179361" y="5817836"/>
                  </a:lnTo>
                  <a:lnTo>
                    <a:pt x="179479" y="5817836"/>
                  </a:lnTo>
                  <a:lnTo>
                    <a:pt x="179479" y="5817406"/>
                  </a:lnTo>
                  <a:lnTo>
                    <a:pt x="179596" y="5817406"/>
                  </a:lnTo>
                  <a:lnTo>
                    <a:pt x="179714" y="5817406"/>
                  </a:lnTo>
                  <a:lnTo>
                    <a:pt x="179714" y="5816975"/>
                  </a:lnTo>
                  <a:lnTo>
                    <a:pt x="179832" y="5816975"/>
                  </a:lnTo>
                  <a:lnTo>
                    <a:pt x="179832" y="5816544"/>
                  </a:lnTo>
                  <a:lnTo>
                    <a:pt x="179949" y="5816544"/>
                  </a:lnTo>
                  <a:lnTo>
                    <a:pt x="179949" y="5816114"/>
                  </a:lnTo>
                  <a:lnTo>
                    <a:pt x="179949" y="5815683"/>
                  </a:lnTo>
                  <a:lnTo>
                    <a:pt x="180067" y="5815683"/>
                  </a:lnTo>
                  <a:lnTo>
                    <a:pt x="180185" y="5815683"/>
                  </a:lnTo>
                  <a:lnTo>
                    <a:pt x="180302" y="5815683"/>
                  </a:lnTo>
                  <a:lnTo>
                    <a:pt x="180420" y="5815683"/>
                  </a:lnTo>
                  <a:lnTo>
                    <a:pt x="180537" y="5815683"/>
                  </a:lnTo>
                  <a:lnTo>
                    <a:pt x="180655" y="5815683"/>
                  </a:lnTo>
                  <a:lnTo>
                    <a:pt x="180655" y="5815253"/>
                  </a:lnTo>
                  <a:lnTo>
                    <a:pt x="180655" y="5814822"/>
                  </a:lnTo>
                  <a:lnTo>
                    <a:pt x="180773" y="5814822"/>
                  </a:lnTo>
                  <a:lnTo>
                    <a:pt x="180773" y="5814391"/>
                  </a:lnTo>
                  <a:lnTo>
                    <a:pt x="180890" y="5814391"/>
                  </a:lnTo>
                  <a:lnTo>
                    <a:pt x="180890" y="5813961"/>
                  </a:lnTo>
                  <a:lnTo>
                    <a:pt x="181008" y="5813961"/>
                  </a:lnTo>
                  <a:lnTo>
                    <a:pt x="181008" y="5813530"/>
                  </a:lnTo>
                  <a:lnTo>
                    <a:pt x="181125" y="5813530"/>
                  </a:lnTo>
                  <a:lnTo>
                    <a:pt x="181243" y="5813530"/>
                  </a:lnTo>
                  <a:lnTo>
                    <a:pt x="181243" y="5813100"/>
                  </a:lnTo>
                  <a:lnTo>
                    <a:pt x="181243" y="5812669"/>
                  </a:lnTo>
                  <a:lnTo>
                    <a:pt x="181361" y="5812669"/>
                  </a:lnTo>
                  <a:lnTo>
                    <a:pt x="181478" y="5812669"/>
                  </a:lnTo>
                  <a:lnTo>
                    <a:pt x="181478" y="5812238"/>
                  </a:lnTo>
                  <a:lnTo>
                    <a:pt x="181596" y="5812238"/>
                  </a:lnTo>
                  <a:lnTo>
                    <a:pt x="181714" y="5812238"/>
                  </a:lnTo>
                  <a:lnTo>
                    <a:pt x="181831" y="5812238"/>
                  </a:lnTo>
                  <a:lnTo>
                    <a:pt x="181831" y="5811808"/>
                  </a:lnTo>
                  <a:lnTo>
                    <a:pt x="181949" y="5811808"/>
                  </a:lnTo>
                  <a:lnTo>
                    <a:pt x="181949" y="5811377"/>
                  </a:lnTo>
                  <a:lnTo>
                    <a:pt x="182066" y="5811377"/>
                  </a:lnTo>
                  <a:lnTo>
                    <a:pt x="182184" y="5811377"/>
                  </a:lnTo>
                  <a:lnTo>
                    <a:pt x="182184" y="5810947"/>
                  </a:lnTo>
                  <a:lnTo>
                    <a:pt x="182302" y="5810947"/>
                  </a:lnTo>
                  <a:lnTo>
                    <a:pt x="182419" y="5810947"/>
                  </a:lnTo>
                  <a:lnTo>
                    <a:pt x="182537" y="5810947"/>
                  </a:lnTo>
                  <a:lnTo>
                    <a:pt x="182654" y="5810947"/>
                  </a:lnTo>
                  <a:lnTo>
                    <a:pt x="182654" y="5810516"/>
                  </a:lnTo>
                  <a:lnTo>
                    <a:pt x="182654" y="5810085"/>
                  </a:lnTo>
                  <a:lnTo>
                    <a:pt x="182654" y="5809655"/>
                  </a:lnTo>
                  <a:lnTo>
                    <a:pt x="182772" y="5809655"/>
                  </a:lnTo>
                  <a:lnTo>
                    <a:pt x="182890" y="5809655"/>
                  </a:lnTo>
                  <a:lnTo>
                    <a:pt x="182890" y="5809224"/>
                  </a:lnTo>
                  <a:lnTo>
                    <a:pt x="183007" y="5809224"/>
                  </a:lnTo>
                  <a:lnTo>
                    <a:pt x="183007" y="5808794"/>
                  </a:lnTo>
                  <a:lnTo>
                    <a:pt x="183125" y="5808794"/>
                  </a:lnTo>
                  <a:lnTo>
                    <a:pt x="183125" y="5808363"/>
                  </a:lnTo>
                  <a:lnTo>
                    <a:pt x="183243" y="5808363"/>
                  </a:lnTo>
                  <a:lnTo>
                    <a:pt x="183360" y="5808363"/>
                  </a:lnTo>
                  <a:lnTo>
                    <a:pt x="183360" y="5807932"/>
                  </a:lnTo>
                  <a:lnTo>
                    <a:pt x="183360" y="5807502"/>
                  </a:lnTo>
                  <a:lnTo>
                    <a:pt x="183360" y="5807071"/>
                  </a:lnTo>
                  <a:lnTo>
                    <a:pt x="183360" y="5806641"/>
                  </a:lnTo>
                  <a:lnTo>
                    <a:pt x="183360" y="5806210"/>
                  </a:lnTo>
                  <a:lnTo>
                    <a:pt x="183478" y="5806210"/>
                  </a:lnTo>
                  <a:lnTo>
                    <a:pt x="183595" y="5806210"/>
                  </a:lnTo>
                  <a:lnTo>
                    <a:pt x="183713" y="5806210"/>
                  </a:lnTo>
                  <a:lnTo>
                    <a:pt x="183713" y="5805779"/>
                  </a:lnTo>
                  <a:lnTo>
                    <a:pt x="183713" y="5805349"/>
                  </a:lnTo>
                  <a:lnTo>
                    <a:pt x="183831" y="5805349"/>
                  </a:lnTo>
                  <a:lnTo>
                    <a:pt x="183831" y="5804918"/>
                  </a:lnTo>
                  <a:lnTo>
                    <a:pt x="183831" y="5804488"/>
                  </a:lnTo>
                  <a:lnTo>
                    <a:pt x="183948" y="5804488"/>
                  </a:lnTo>
                  <a:lnTo>
                    <a:pt x="184066" y="5804488"/>
                  </a:lnTo>
                  <a:lnTo>
                    <a:pt x="184183" y="5804488"/>
                  </a:lnTo>
                  <a:lnTo>
                    <a:pt x="184301" y="5804488"/>
                  </a:lnTo>
                  <a:lnTo>
                    <a:pt x="184419" y="5804488"/>
                  </a:lnTo>
                  <a:lnTo>
                    <a:pt x="184419" y="5804057"/>
                  </a:lnTo>
                  <a:lnTo>
                    <a:pt x="184536" y="5804057"/>
                  </a:lnTo>
                  <a:lnTo>
                    <a:pt x="184654" y="5804057"/>
                  </a:lnTo>
                  <a:lnTo>
                    <a:pt x="184654" y="5803626"/>
                  </a:lnTo>
                  <a:lnTo>
                    <a:pt x="184654" y="5803196"/>
                  </a:lnTo>
                  <a:lnTo>
                    <a:pt x="184772" y="5803196"/>
                  </a:lnTo>
                  <a:lnTo>
                    <a:pt x="184889" y="5803196"/>
                  </a:lnTo>
                  <a:lnTo>
                    <a:pt x="185007" y="5803196"/>
                  </a:lnTo>
                  <a:lnTo>
                    <a:pt x="185007" y="5802765"/>
                  </a:lnTo>
                  <a:lnTo>
                    <a:pt x="185007" y="5802335"/>
                  </a:lnTo>
                  <a:lnTo>
                    <a:pt x="185124" y="5802335"/>
                  </a:lnTo>
                  <a:lnTo>
                    <a:pt x="185124" y="5801904"/>
                  </a:lnTo>
                  <a:lnTo>
                    <a:pt x="185242" y="5801904"/>
                  </a:lnTo>
                  <a:lnTo>
                    <a:pt x="185360" y="5801904"/>
                  </a:lnTo>
                  <a:lnTo>
                    <a:pt x="185477" y="5801904"/>
                  </a:lnTo>
                  <a:lnTo>
                    <a:pt x="185595" y="5801904"/>
                  </a:lnTo>
                  <a:lnTo>
                    <a:pt x="185712" y="5801904"/>
                  </a:lnTo>
                  <a:lnTo>
                    <a:pt x="185830" y="5801904"/>
                  </a:lnTo>
                  <a:lnTo>
                    <a:pt x="185948" y="5801904"/>
                  </a:lnTo>
                  <a:lnTo>
                    <a:pt x="186065" y="5801904"/>
                  </a:lnTo>
                  <a:lnTo>
                    <a:pt x="186183" y="5801904"/>
                  </a:lnTo>
                  <a:lnTo>
                    <a:pt x="186300" y="5801904"/>
                  </a:lnTo>
                  <a:lnTo>
                    <a:pt x="186300" y="5801473"/>
                  </a:lnTo>
                  <a:lnTo>
                    <a:pt x="186418" y="5801473"/>
                  </a:lnTo>
                  <a:lnTo>
                    <a:pt x="186536" y="5801473"/>
                  </a:lnTo>
                  <a:lnTo>
                    <a:pt x="186653" y="5801473"/>
                  </a:lnTo>
                  <a:lnTo>
                    <a:pt x="186653" y="5801043"/>
                  </a:lnTo>
                  <a:lnTo>
                    <a:pt x="186653" y="5800612"/>
                  </a:lnTo>
                  <a:lnTo>
                    <a:pt x="186771" y="5800612"/>
                  </a:lnTo>
                  <a:lnTo>
                    <a:pt x="186889" y="5800612"/>
                  </a:lnTo>
                  <a:lnTo>
                    <a:pt x="186889" y="5800182"/>
                  </a:lnTo>
                  <a:lnTo>
                    <a:pt x="187006" y="5800182"/>
                  </a:lnTo>
                  <a:lnTo>
                    <a:pt x="187006" y="5799751"/>
                  </a:lnTo>
                  <a:lnTo>
                    <a:pt x="187006" y="5799320"/>
                  </a:lnTo>
                  <a:lnTo>
                    <a:pt x="187006" y="5798890"/>
                  </a:lnTo>
                  <a:lnTo>
                    <a:pt x="187006" y="5798459"/>
                  </a:lnTo>
                  <a:lnTo>
                    <a:pt x="187124" y="5798459"/>
                  </a:lnTo>
                  <a:lnTo>
                    <a:pt x="187241" y="5798459"/>
                  </a:lnTo>
                  <a:lnTo>
                    <a:pt x="187241" y="5798029"/>
                  </a:lnTo>
                  <a:lnTo>
                    <a:pt x="187241" y="5797598"/>
                  </a:lnTo>
                  <a:lnTo>
                    <a:pt x="187359" y="5797598"/>
                  </a:lnTo>
                  <a:lnTo>
                    <a:pt x="187359" y="5797167"/>
                  </a:lnTo>
                  <a:lnTo>
                    <a:pt x="187359" y="5796737"/>
                  </a:lnTo>
                  <a:lnTo>
                    <a:pt x="187477" y="5796737"/>
                  </a:lnTo>
                  <a:lnTo>
                    <a:pt x="187477" y="5796306"/>
                  </a:lnTo>
                  <a:lnTo>
                    <a:pt x="187594" y="5796306"/>
                  </a:lnTo>
                  <a:lnTo>
                    <a:pt x="187712" y="5796306"/>
                  </a:lnTo>
                  <a:lnTo>
                    <a:pt x="187829" y="5796306"/>
                  </a:lnTo>
                  <a:lnTo>
                    <a:pt x="187947" y="5796306"/>
                  </a:lnTo>
                  <a:lnTo>
                    <a:pt x="188065" y="5796306"/>
                  </a:lnTo>
                  <a:lnTo>
                    <a:pt x="188182" y="5796306"/>
                  </a:lnTo>
                  <a:lnTo>
                    <a:pt x="188182" y="5795876"/>
                  </a:lnTo>
                  <a:lnTo>
                    <a:pt x="188300" y="5795876"/>
                  </a:lnTo>
                  <a:lnTo>
                    <a:pt x="188418" y="5795876"/>
                  </a:lnTo>
                  <a:lnTo>
                    <a:pt x="188535" y="5795876"/>
                  </a:lnTo>
                  <a:lnTo>
                    <a:pt x="188653" y="5795876"/>
                  </a:lnTo>
                  <a:lnTo>
                    <a:pt x="188653" y="5795445"/>
                  </a:lnTo>
                  <a:lnTo>
                    <a:pt x="188653" y="5795014"/>
                  </a:lnTo>
                  <a:lnTo>
                    <a:pt x="188653" y="5794584"/>
                  </a:lnTo>
                  <a:lnTo>
                    <a:pt x="188770" y="5794584"/>
                  </a:lnTo>
                  <a:lnTo>
                    <a:pt x="188770" y="5794153"/>
                  </a:lnTo>
                  <a:lnTo>
                    <a:pt x="188888" y="5794153"/>
                  </a:lnTo>
                  <a:lnTo>
                    <a:pt x="188888" y="5793723"/>
                  </a:lnTo>
                  <a:lnTo>
                    <a:pt x="188888" y="5793292"/>
                  </a:lnTo>
                  <a:lnTo>
                    <a:pt x="188888" y="5792861"/>
                  </a:lnTo>
                  <a:lnTo>
                    <a:pt x="188888" y="5792431"/>
                  </a:lnTo>
                  <a:lnTo>
                    <a:pt x="188888" y="5792000"/>
                  </a:lnTo>
                  <a:lnTo>
                    <a:pt x="189006" y="5792000"/>
                  </a:lnTo>
                  <a:lnTo>
                    <a:pt x="189123" y="5792000"/>
                  </a:lnTo>
                  <a:lnTo>
                    <a:pt x="189123" y="5791570"/>
                  </a:lnTo>
                  <a:lnTo>
                    <a:pt x="189241" y="5791570"/>
                  </a:lnTo>
                  <a:lnTo>
                    <a:pt x="189358" y="5791570"/>
                  </a:lnTo>
                  <a:lnTo>
                    <a:pt x="189476" y="5791570"/>
                  </a:lnTo>
                  <a:lnTo>
                    <a:pt x="189594" y="5791570"/>
                  </a:lnTo>
                  <a:lnTo>
                    <a:pt x="189711" y="5791570"/>
                  </a:lnTo>
                  <a:lnTo>
                    <a:pt x="189829" y="5791570"/>
                  </a:lnTo>
                  <a:lnTo>
                    <a:pt x="189829" y="5791139"/>
                  </a:lnTo>
                  <a:lnTo>
                    <a:pt x="189829" y="5790708"/>
                  </a:lnTo>
                  <a:lnTo>
                    <a:pt x="189947" y="5790708"/>
                  </a:lnTo>
                  <a:lnTo>
                    <a:pt x="189947" y="5790278"/>
                  </a:lnTo>
                  <a:lnTo>
                    <a:pt x="190064" y="5790278"/>
                  </a:lnTo>
                  <a:lnTo>
                    <a:pt x="190182" y="5790278"/>
                  </a:lnTo>
                  <a:lnTo>
                    <a:pt x="190182" y="5789847"/>
                  </a:lnTo>
                  <a:lnTo>
                    <a:pt x="190299" y="5789847"/>
                  </a:lnTo>
                  <a:lnTo>
                    <a:pt x="190299" y="5789417"/>
                  </a:lnTo>
                  <a:lnTo>
                    <a:pt x="190417" y="5789417"/>
                  </a:lnTo>
                  <a:lnTo>
                    <a:pt x="190535" y="5789417"/>
                  </a:lnTo>
                  <a:lnTo>
                    <a:pt x="190652" y="5789417"/>
                  </a:lnTo>
                  <a:lnTo>
                    <a:pt x="190770" y="5789417"/>
                  </a:lnTo>
                  <a:lnTo>
                    <a:pt x="190770" y="5788986"/>
                  </a:lnTo>
                  <a:lnTo>
                    <a:pt x="190887" y="5788986"/>
                  </a:lnTo>
                  <a:lnTo>
                    <a:pt x="191005" y="5788986"/>
                  </a:lnTo>
                  <a:lnTo>
                    <a:pt x="191123" y="5788986"/>
                  </a:lnTo>
                  <a:lnTo>
                    <a:pt x="191123" y="5788555"/>
                  </a:lnTo>
                  <a:lnTo>
                    <a:pt x="191123" y="5788125"/>
                  </a:lnTo>
                  <a:lnTo>
                    <a:pt x="191123" y="5787694"/>
                  </a:lnTo>
                  <a:lnTo>
                    <a:pt x="191240" y="5787694"/>
                  </a:lnTo>
                  <a:lnTo>
                    <a:pt x="191358" y="5787694"/>
                  </a:lnTo>
                  <a:lnTo>
                    <a:pt x="191476" y="5787694"/>
                  </a:lnTo>
                  <a:lnTo>
                    <a:pt x="191593" y="5787694"/>
                  </a:lnTo>
                  <a:lnTo>
                    <a:pt x="191593" y="5787264"/>
                  </a:lnTo>
                  <a:lnTo>
                    <a:pt x="191593" y="5786833"/>
                  </a:lnTo>
                  <a:lnTo>
                    <a:pt x="191711" y="5786833"/>
                  </a:lnTo>
                  <a:lnTo>
                    <a:pt x="191828" y="5786833"/>
                  </a:lnTo>
                  <a:lnTo>
                    <a:pt x="191946" y="5786833"/>
                  </a:lnTo>
                  <a:lnTo>
                    <a:pt x="192064" y="5786833"/>
                  </a:lnTo>
                  <a:lnTo>
                    <a:pt x="192064" y="5786402"/>
                  </a:lnTo>
                  <a:lnTo>
                    <a:pt x="192181" y="5786402"/>
                  </a:lnTo>
                  <a:lnTo>
                    <a:pt x="192181" y="5785972"/>
                  </a:lnTo>
                  <a:lnTo>
                    <a:pt x="192299" y="5785972"/>
                  </a:lnTo>
                  <a:lnTo>
                    <a:pt x="192416" y="5785972"/>
                  </a:lnTo>
                  <a:lnTo>
                    <a:pt x="192416" y="5785541"/>
                  </a:lnTo>
                  <a:lnTo>
                    <a:pt x="192534" y="5785541"/>
                  </a:lnTo>
                  <a:lnTo>
                    <a:pt x="192652" y="5785541"/>
                  </a:lnTo>
                  <a:lnTo>
                    <a:pt x="192769" y="5785541"/>
                  </a:lnTo>
                  <a:lnTo>
                    <a:pt x="192887" y="5785541"/>
                  </a:lnTo>
                  <a:lnTo>
                    <a:pt x="192887" y="5785111"/>
                  </a:lnTo>
                  <a:lnTo>
                    <a:pt x="193005" y="5785111"/>
                  </a:lnTo>
                  <a:lnTo>
                    <a:pt x="193005" y="5784680"/>
                  </a:lnTo>
                  <a:lnTo>
                    <a:pt x="193122" y="5784680"/>
                  </a:lnTo>
                  <a:lnTo>
                    <a:pt x="193122" y="5784249"/>
                  </a:lnTo>
                  <a:lnTo>
                    <a:pt x="193240" y="5784249"/>
                  </a:lnTo>
                  <a:lnTo>
                    <a:pt x="193357" y="5784249"/>
                  </a:lnTo>
                  <a:lnTo>
                    <a:pt x="193475" y="5784249"/>
                  </a:lnTo>
                  <a:lnTo>
                    <a:pt x="193475" y="5783819"/>
                  </a:lnTo>
                  <a:lnTo>
                    <a:pt x="193593" y="5783819"/>
                  </a:lnTo>
                  <a:lnTo>
                    <a:pt x="193710" y="5783819"/>
                  </a:lnTo>
                  <a:lnTo>
                    <a:pt x="193828" y="5783819"/>
                  </a:lnTo>
                  <a:lnTo>
                    <a:pt x="193945" y="5783819"/>
                  </a:lnTo>
                  <a:lnTo>
                    <a:pt x="193945" y="5783388"/>
                  </a:lnTo>
                  <a:lnTo>
                    <a:pt x="194063" y="5783388"/>
                  </a:lnTo>
                  <a:lnTo>
                    <a:pt x="194181" y="5783388"/>
                  </a:lnTo>
                  <a:lnTo>
                    <a:pt x="194298" y="5783388"/>
                  </a:lnTo>
                  <a:lnTo>
                    <a:pt x="194416" y="5783388"/>
                  </a:lnTo>
                  <a:lnTo>
                    <a:pt x="194533" y="5783388"/>
                  </a:lnTo>
                  <a:lnTo>
                    <a:pt x="194651" y="5783388"/>
                  </a:lnTo>
                  <a:lnTo>
                    <a:pt x="194651" y="5782958"/>
                  </a:lnTo>
                  <a:lnTo>
                    <a:pt x="194651" y="5782527"/>
                  </a:lnTo>
                  <a:lnTo>
                    <a:pt x="194769" y="5782527"/>
                  </a:lnTo>
                  <a:lnTo>
                    <a:pt x="194769" y="5782096"/>
                  </a:lnTo>
                  <a:lnTo>
                    <a:pt x="194886" y="5782096"/>
                  </a:lnTo>
                  <a:lnTo>
                    <a:pt x="195004" y="5782096"/>
                  </a:lnTo>
                  <a:lnTo>
                    <a:pt x="195122" y="5782096"/>
                  </a:lnTo>
                  <a:lnTo>
                    <a:pt x="195239" y="5782096"/>
                  </a:lnTo>
                  <a:lnTo>
                    <a:pt x="195239" y="5781666"/>
                  </a:lnTo>
                  <a:lnTo>
                    <a:pt x="195357" y="5781666"/>
                  </a:lnTo>
                  <a:lnTo>
                    <a:pt x="195474" y="5781666"/>
                  </a:lnTo>
                  <a:lnTo>
                    <a:pt x="195474" y="5781235"/>
                  </a:lnTo>
                  <a:lnTo>
                    <a:pt x="195592" y="5781235"/>
                  </a:lnTo>
                  <a:lnTo>
                    <a:pt x="195592" y="5780805"/>
                  </a:lnTo>
                  <a:lnTo>
                    <a:pt x="195592" y="5780374"/>
                  </a:lnTo>
                  <a:lnTo>
                    <a:pt x="195710" y="5780374"/>
                  </a:lnTo>
                  <a:lnTo>
                    <a:pt x="195827" y="5780374"/>
                  </a:lnTo>
                  <a:lnTo>
                    <a:pt x="195827" y="5779943"/>
                  </a:lnTo>
                  <a:lnTo>
                    <a:pt x="195827" y="5779513"/>
                  </a:lnTo>
                  <a:lnTo>
                    <a:pt x="195945" y="5779513"/>
                  </a:lnTo>
                  <a:lnTo>
                    <a:pt x="196062" y="5779513"/>
                  </a:lnTo>
                  <a:lnTo>
                    <a:pt x="196180" y="5779513"/>
                  </a:lnTo>
                  <a:lnTo>
                    <a:pt x="196180" y="5779082"/>
                  </a:lnTo>
                  <a:lnTo>
                    <a:pt x="196298" y="5779082"/>
                  </a:lnTo>
                  <a:lnTo>
                    <a:pt x="196298" y="5778652"/>
                  </a:lnTo>
                  <a:lnTo>
                    <a:pt x="196415" y="5778652"/>
                  </a:lnTo>
                  <a:lnTo>
                    <a:pt x="196533" y="5778652"/>
                  </a:lnTo>
                  <a:lnTo>
                    <a:pt x="196533" y="5778221"/>
                  </a:lnTo>
                  <a:lnTo>
                    <a:pt x="196651" y="5778221"/>
                  </a:lnTo>
                  <a:lnTo>
                    <a:pt x="196768" y="5778221"/>
                  </a:lnTo>
                  <a:lnTo>
                    <a:pt x="196886" y="5778221"/>
                  </a:lnTo>
                  <a:lnTo>
                    <a:pt x="197003" y="5778221"/>
                  </a:lnTo>
                  <a:lnTo>
                    <a:pt x="197003" y="5777790"/>
                  </a:lnTo>
                  <a:lnTo>
                    <a:pt x="197003" y="5777360"/>
                  </a:lnTo>
                  <a:lnTo>
                    <a:pt x="197003" y="5776929"/>
                  </a:lnTo>
                  <a:lnTo>
                    <a:pt x="197003" y="5776499"/>
                  </a:lnTo>
                  <a:lnTo>
                    <a:pt x="197121" y="5776499"/>
                  </a:lnTo>
                  <a:lnTo>
                    <a:pt x="197239" y="5776499"/>
                  </a:lnTo>
                  <a:lnTo>
                    <a:pt x="197239" y="5776068"/>
                  </a:lnTo>
                  <a:lnTo>
                    <a:pt x="197356" y="5776068"/>
                  </a:lnTo>
                  <a:lnTo>
                    <a:pt x="197474" y="5776068"/>
                  </a:lnTo>
                  <a:lnTo>
                    <a:pt x="197474" y="5775637"/>
                  </a:lnTo>
                  <a:lnTo>
                    <a:pt x="197591" y="5775637"/>
                  </a:lnTo>
                  <a:lnTo>
                    <a:pt x="197591" y="5775207"/>
                  </a:lnTo>
                  <a:lnTo>
                    <a:pt x="197591" y="5774776"/>
                  </a:lnTo>
                  <a:lnTo>
                    <a:pt x="197591" y="5774346"/>
                  </a:lnTo>
                  <a:lnTo>
                    <a:pt x="197591" y="5773915"/>
                  </a:lnTo>
                  <a:lnTo>
                    <a:pt x="197591" y="5773484"/>
                  </a:lnTo>
                  <a:lnTo>
                    <a:pt x="197709" y="5773484"/>
                  </a:lnTo>
                  <a:lnTo>
                    <a:pt x="197827" y="5773484"/>
                  </a:lnTo>
                  <a:lnTo>
                    <a:pt x="197827" y="5773054"/>
                  </a:lnTo>
                  <a:lnTo>
                    <a:pt x="197944" y="5773054"/>
                  </a:lnTo>
                  <a:lnTo>
                    <a:pt x="198062" y="5773054"/>
                  </a:lnTo>
                  <a:lnTo>
                    <a:pt x="198180" y="5773054"/>
                  </a:lnTo>
                  <a:lnTo>
                    <a:pt x="198297" y="5773054"/>
                  </a:lnTo>
                  <a:lnTo>
                    <a:pt x="198415" y="5773054"/>
                  </a:lnTo>
                  <a:lnTo>
                    <a:pt x="198415" y="5772623"/>
                  </a:lnTo>
                  <a:lnTo>
                    <a:pt x="198532" y="5772623"/>
                  </a:lnTo>
                  <a:lnTo>
                    <a:pt x="198650" y="5772623"/>
                  </a:lnTo>
                  <a:lnTo>
                    <a:pt x="198768" y="5772623"/>
                  </a:lnTo>
                  <a:lnTo>
                    <a:pt x="198768" y="5772193"/>
                  </a:lnTo>
                  <a:lnTo>
                    <a:pt x="198885" y="5772193"/>
                  </a:lnTo>
                  <a:lnTo>
                    <a:pt x="199003" y="5772193"/>
                  </a:lnTo>
                  <a:lnTo>
                    <a:pt x="199003" y="5771762"/>
                  </a:lnTo>
                  <a:lnTo>
                    <a:pt x="199120" y="5771762"/>
                  </a:lnTo>
                  <a:lnTo>
                    <a:pt x="199238" y="5771762"/>
                  </a:lnTo>
                  <a:lnTo>
                    <a:pt x="199238" y="5771331"/>
                  </a:lnTo>
                  <a:lnTo>
                    <a:pt x="199356" y="5771331"/>
                  </a:lnTo>
                  <a:lnTo>
                    <a:pt x="199473" y="5771331"/>
                  </a:lnTo>
                  <a:lnTo>
                    <a:pt x="199591" y="5771331"/>
                  </a:lnTo>
                  <a:lnTo>
                    <a:pt x="199591" y="5770901"/>
                  </a:lnTo>
                  <a:lnTo>
                    <a:pt x="199709" y="5770901"/>
                  </a:lnTo>
                  <a:lnTo>
                    <a:pt x="199709" y="5770470"/>
                  </a:lnTo>
                  <a:lnTo>
                    <a:pt x="199826" y="5770470"/>
                  </a:lnTo>
                  <a:lnTo>
                    <a:pt x="199944" y="5770470"/>
                  </a:lnTo>
                  <a:lnTo>
                    <a:pt x="199944" y="5770040"/>
                  </a:lnTo>
                  <a:lnTo>
                    <a:pt x="200061" y="5770040"/>
                  </a:lnTo>
                  <a:lnTo>
                    <a:pt x="200061" y="5769609"/>
                  </a:lnTo>
                  <a:lnTo>
                    <a:pt x="200179" y="5769609"/>
                  </a:lnTo>
                  <a:lnTo>
                    <a:pt x="200297" y="5769609"/>
                  </a:lnTo>
                  <a:lnTo>
                    <a:pt x="200414" y="5769609"/>
                  </a:lnTo>
                  <a:lnTo>
                    <a:pt x="200414" y="5769178"/>
                  </a:lnTo>
                  <a:lnTo>
                    <a:pt x="200414" y="5768748"/>
                  </a:lnTo>
                  <a:lnTo>
                    <a:pt x="200532" y="5768748"/>
                  </a:lnTo>
                  <a:lnTo>
                    <a:pt x="200532" y="5768317"/>
                  </a:lnTo>
                  <a:lnTo>
                    <a:pt x="200532" y="5767887"/>
                  </a:lnTo>
                  <a:lnTo>
                    <a:pt x="200532" y="5767456"/>
                  </a:lnTo>
                  <a:lnTo>
                    <a:pt x="200649" y="5767456"/>
                  </a:lnTo>
                  <a:lnTo>
                    <a:pt x="200767" y="5767456"/>
                  </a:lnTo>
                  <a:lnTo>
                    <a:pt x="200885" y="5767456"/>
                  </a:lnTo>
                  <a:lnTo>
                    <a:pt x="200885" y="5767025"/>
                  </a:lnTo>
                  <a:lnTo>
                    <a:pt x="200885" y="5766595"/>
                  </a:lnTo>
                  <a:lnTo>
                    <a:pt x="201002" y="5766595"/>
                  </a:lnTo>
                  <a:lnTo>
                    <a:pt x="201120" y="5766595"/>
                  </a:lnTo>
                  <a:lnTo>
                    <a:pt x="201238" y="5766595"/>
                  </a:lnTo>
                  <a:lnTo>
                    <a:pt x="201238" y="5766164"/>
                  </a:lnTo>
                  <a:lnTo>
                    <a:pt x="201238" y="5765734"/>
                  </a:lnTo>
                  <a:lnTo>
                    <a:pt x="201238" y="5765303"/>
                  </a:lnTo>
                  <a:lnTo>
                    <a:pt x="201238" y="5764872"/>
                  </a:lnTo>
                  <a:lnTo>
                    <a:pt x="201355" y="5764872"/>
                  </a:lnTo>
                  <a:lnTo>
                    <a:pt x="201355" y="5764442"/>
                  </a:lnTo>
                  <a:lnTo>
                    <a:pt x="201355" y="5764011"/>
                  </a:lnTo>
                  <a:lnTo>
                    <a:pt x="201473" y="5764011"/>
                  </a:lnTo>
                  <a:lnTo>
                    <a:pt x="201590" y="5764011"/>
                  </a:lnTo>
                  <a:lnTo>
                    <a:pt x="201708" y="5764011"/>
                  </a:lnTo>
                  <a:lnTo>
                    <a:pt x="201826" y="5764011"/>
                  </a:lnTo>
                  <a:lnTo>
                    <a:pt x="201826" y="5763581"/>
                  </a:lnTo>
                  <a:lnTo>
                    <a:pt x="201826" y="5763150"/>
                  </a:lnTo>
                  <a:lnTo>
                    <a:pt x="201943" y="5763150"/>
                  </a:lnTo>
                  <a:lnTo>
                    <a:pt x="201943" y="5762719"/>
                  </a:lnTo>
                  <a:lnTo>
                    <a:pt x="201943" y="5762289"/>
                  </a:lnTo>
                  <a:lnTo>
                    <a:pt x="201943" y="5761858"/>
                  </a:lnTo>
                  <a:lnTo>
                    <a:pt x="202061" y="5761858"/>
                  </a:lnTo>
                  <a:lnTo>
                    <a:pt x="202061" y="5761428"/>
                  </a:lnTo>
                  <a:lnTo>
                    <a:pt x="202178" y="5761428"/>
                  </a:lnTo>
                  <a:lnTo>
                    <a:pt x="202296" y="5761428"/>
                  </a:lnTo>
                  <a:lnTo>
                    <a:pt x="202414" y="5761428"/>
                  </a:lnTo>
                  <a:lnTo>
                    <a:pt x="202531" y="5761428"/>
                  </a:lnTo>
                  <a:lnTo>
                    <a:pt x="202649" y="5761428"/>
                  </a:lnTo>
                  <a:lnTo>
                    <a:pt x="202766" y="5761428"/>
                  </a:lnTo>
                  <a:lnTo>
                    <a:pt x="202766" y="5760997"/>
                  </a:lnTo>
                  <a:lnTo>
                    <a:pt x="202766" y="5760566"/>
                  </a:lnTo>
                  <a:lnTo>
                    <a:pt x="202884" y="5760566"/>
                  </a:lnTo>
                  <a:lnTo>
                    <a:pt x="203002" y="5760566"/>
                  </a:lnTo>
                  <a:lnTo>
                    <a:pt x="203119" y="5760566"/>
                  </a:lnTo>
                  <a:lnTo>
                    <a:pt x="203119" y="5760136"/>
                  </a:lnTo>
                  <a:lnTo>
                    <a:pt x="203237" y="5760136"/>
                  </a:lnTo>
                  <a:lnTo>
                    <a:pt x="203237" y="5759705"/>
                  </a:lnTo>
                  <a:lnTo>
                    <a:pt x="203355" y="5759705"/>
                  </a:lnTo>
                  <a:lnTo>
                    <a:pt x="203355" y="5759275"/>
                  </a:lnTo>
                  <a:lnTo>
                    <a:pt x="203472" y="5759275"/>
                  </a:lnTo>
                  <a:lnTo>
                    <a:pt x="203590" y="5759275"/>
                  </a:lnTo>
                  <a:lnTo>
                    <a:pt x="203590" y="5758844"/>
                  </a:lnTo>
                  <a:lnTo>
                    <a:pt x="203590" y="5758413"/>
                  </a:lnTo>
                  <a:lnTo>
                    <a:pt x="203590" y="5757983"/>
                  </a:lnTo>
                  <a:lnTo>
                    <a:pt x="203707" y="5757983"/>
                  </a:lnTo>
                  <a:lnTo>
                    <a:pt x="203707" y="5757552"/>
                  </a:lnTo>
                  <a:lnTo>
                    <a:pt x="203707" y="5757122"/>
                  </a:lnTo>
                  <a:lnTo>
                    <a:pt x="203825" y="5757122"/>
                  </a:lnTo>
                  <a:lnTo>
                    <a:pt x="203943" y="5757122"/>
                  </a:lnTo>
                  <a:lnTo>
                    <a:pt x="203943" y="5756691"/>
                  </a:lnTo>
                  <a:lnTo>
                    <a:pt x="203943" y="5756260"/>
                  </a:lnTo>
                  <a:lnTo>
                    <a:pt x="203943" y="5755830"/>
                  </a:lnTo>
                  <a:lnTo>
                    <a:pt x="204060" y="5755830"/>
                  </a:lnTo>
                  <a:lnTo>
                    <a:pt x="204178" y="5755830"/>
                  </a:lnTo>
                  <a:lnTo>
                    <a:pt x="204295" y="5755830"/>
                  </a:lnTo>
                  <a:lnTo>
                    <a:pt x="204413" y="5755830"/>
                  </a:lnTo>
                  <a:lnTo>
                    <a:pt x="204413" y="5755399"/>
                  </a:lnTo>
                  <a:lnTo>
                    <a:pt x="204531" y="5755399"/>
                  </a:lnTo>
                  <a:lnTo>
                    <a:pt x="204531" y="5754969"/>
                  </a:lnTo>
                  <a:lnTo>
                    <a:pt x="204531" y="5754538"/>
                  </a:lnTo>
                  <a:lnTo>
                    <a:pt x="204648" y="5754538"/>
                  </a:lnTo>
                  <a:lnTo>
                    <a:pt x="204766" y="5754538"/>
                  </a:lnTo>
                  <a:lnTo>
                    <a:pt x="204884" y="5754538"/>
                  </a:lnTo>
                  <a:lnTo>
                    <a:pt x="205001" y="5754538"/>
                  </a:lnTo>
                  <a:lnTo>
                    <a:pt x="205001" y="5754107"/>
                  </a:lnTo>
                  <a:lnTo>
                    <a:pt x="205119" y="5754107"/>
                  </a:lnTo>
                  <a:lnTo>
                    <a:pt x="205236" y="5754107"/>
                  </a:lnTo>
                  <a:lnTo>
                    <a:pt x="205354" y="5754107"/>
                  </a:lnTo>
                  <a:lnTo>
                    <a:pt x="205354" y="5753677"/>
                  </a:lnTo>
                  <a:lnTo>
                    <a:pt x="205354" y="5753246"/>
                  </a:lnTo>
                  <a:lnTo>
                    <a:pt x="205354" y="5752816"/>
                  </a:lnTo>
                  <a:lnTo>
                    <a:pt x="205354" y="5752385"/>
                  </a:lnTo>
                  <a:lnTo>
                    <a:pt x="205354" y="5751954"/>
                  </a:lnTo>
                  <a:lnTo>
                    <a:pt x="205354" y="5751524"/>
                  </a:lnTo>
                  <a:lnTo>
                    <a:pt x="205354" y="5751093"/>
                  </a:lnTo>
                  <a:lnTo>
                    <a:pt x="205354" y="5750663"/>
                  </a:lnTo>
                  <a:lnTo>
                    <a:pt x="205354" y="5750232"/>
                  </a:lnTo>
                  <a:lnTo>
                    <a:pt x="205354" y="5749801"/>
                  </a:lnTo>
                  <a:lnTo>
                    <a:pt x="205354" y="5749371"/>
                  </a:lnTo>
                  <a:lnTo>
                    <a:pt x="205354" y="5748940"/>
                  </a:lnTo>
                  <a:lnTo>
                    <a:pt x="205472" y="5748940"/>
                  </a:lnTo>
                  <a:lnTo>
                    <a:pt x="205472" y="5748510"/>
                  </a:lnTo>
                  <a:lnTo>
                    <a:pt x="205472" y="5748079"/>
                  </a:lnTo>
                  <a:lnTo>
                    <a:pt x="205472" y="5747648"/>
                  </a:lnTo>
                  <a:lnTo>
                    <a:pt x="205589" y="5747648"/>
                  </a:lnTo>
                  <a:lnTo>
                    <a:pt x="205707" y="5747648"/>
                  </a:lnTo>
                  <a:lnTo>
                    <a:pt x="205824" y="5747648"/>
                  </a:lnTo>
                  <a:lnTo>
                    <a:pt x="205942" y="5747648"/>
                  </a:lnTo>
                  <a:lnTo>
                    <a:pt x="206060" y="5747648"/>
                  </a:lnTo>
                  <a:lnTo>
                    <a:pt x="206177" y="5747648"/>
                  </a:lnTo>
                  <a:lnTo>
                    <a:pt x="206295" y="5747648"/>
                  </a:lnTo>
                  <a:lnTo>
                    <a:pt x="206413" y="5747648"/>
                  </a:lnTo>
                  <a:lnTo>
                    <a:pt x="206413" y="5747218"/>
                  </a:lnTo>
                  <a:lnTo>
                    <a:pt x="206530" y="5747218"/>
                  </a:lnTo>
                  <a:lnTo>
                    <a:pt x="206648" y="5747218"/>
                  </a:lnTo>
                  <a:lnTo>
                    <a:pt x="206648" y="5746787"/>
                  </a:lnTo>
                  <a:lnTo>
                    <a:pt x="206648" y="5746357"/>
                  </a:lnTo>
                  <a:lnTo>
                    <a:pt x="206648" y="5745926"/>
                  </a:lnTo>
                  <a:lnTo>
                    <a:pt x="206765" y="5745926"/>
                  </a:lnTo>
                  <a:lnTo>
                    <a:pt x="206883" y="5745926"/>
                  </a:lnTo>
                  <a:lnTo>
                    <a:pt x="207001" y="5745926"/>
                  </a:lnTo>
                  <a:lnTo>
                    <a:pt x="207001" y="5745495"/>
                  </a:lnTo>
                  <a:lnTo>
                    <a:pt x="207118" y="5745495"/>
                  </a:lnTo>
                  <a:lnTo>
                    <a:pt x="207118" y="5745065"/>
                  </a:lnTo>
                  <a:lnTo>
                    <a:pt x="207236" y="5745065"/>
                  </a:lnTo>
                  <a:lnTo>
                    <a:pt x="207353" y="5745065"/>
                  </a:lnTo>
                  <a:lnTo>
                    <a:pt x="207471" y="5745065"/>
                  </a:lnTo>
                  <a:lnTo>
                    <a:pt x="207589" y="5745065"/>
                  </a:lnTo>
                  <a:lnTo>
                    <a:pt x="207706" y="5745065"/>
                  </a:lnTo>
                  <a:lnTo>
                    <a:pt x="207824" y="5745065"/>
                  </a:lnTo>
                  <a:lnTo>
                    <a:pt x="207824" y="5744634"/>
                  </a:lnTo>
                  <a:lnTo>
                    <a:pt x="207942" y="5744634"/>
                  </a:lnTo>
                  <a:lnTo>
                    <a:pt x="208059" y="5744634"/>
                  </a:lnTo>
                  <a:lnTo>
                    <a:pt x="208059" y="5744204"/>
                  </a:lnTo>
                  <a:lnTo>
                    <a:pt x="208177" y="5744204"/>
                  </a:lnTo>
                  <a:lnTo>
                    <a:pt x="208294" y="5744204"/>
                  </a:lnTo>
                  <a:lnTo>
                    <a:pt x="208412" y="5744204"/>
                  </a:lnTo>
                  <a:lnTo>
                    <a:pt x="208530" y="5744204"/>
                  </a:lnTo>
                  <a:lnTo>
                    <a:pt x="208530" y="5743773"/>
                  </a:lnTo>
                  <a:lnTo>
                    <a:pt x="208530" y="5743342"/>
                  </a:lnTo>
                  <a:lnTo>
                    <a:pt x="208530" y="5742912"/>
                  </a:lnTo>
                  <a:lnTo>
                    <a:pt x="208647" y="5742912"/>
                  </a:lnTo>
                  <a:lnTo>
                    <a:pt x="208765" y="5742912"/>
                  </a:lnTo>
                  <a:lnTo>
                    <a:pt x="208765" y="5742481"/>
                  </a:lnTo>
                  <a:lnTo>
                    <a:pt x="208882" y="5742481"/>
                  </a:lnTo>
                  <a:lnTo>
                    <a:pt x="209000" y="5742481"/>
                  </a:lnTo>
                  <a:lnTo>
                    <a:pt x="209000" y="5742051"/>
                  </a:lnTo>
                  <a:lnTo>
                    <a:pt x="209118" y="5742051"/>
                  </a:lnTo>
                  <a:lnTo>
                    <a:pt x="209118" y="5741620"/>
                  </a:lnTo>
                  <a:lnTo>
                    <a:pt x="209235" y="5741620"/>
                  </a:lnTo>
                  <a:lnTo>
                    <a:pt x="209235" y="5741189"/>
                  </a:lnTo>
                  <a:lnTo>
                    <a:pt x="209235" y="5740759"/>
                  </a:lnTo>
                  <a:lnTo>
                    <a:pt x="209353" y="5740759"/>
                  </a:lnTo>
                  <a:lnTo>
                    <a:pt x="209471" y="5740759"/>
                  </a:lnTo>
                  <a:lnTo>
                    <a:pt x="209471" y="5740328"/>
                  </a:lnTo>
                  <a:lnTo>
                    <a:pt x="209471" y="5739898"/>
                  </a:lnTo>
                  <a:lnTo>
                    <a:pt x="209588" y="5739898"/>
                  </a:lnTo>
                  <a:lnTo>
                    <a:pt x="209706" y="5739898"/>
                  </a:lnTo>
                  <a:lnTo>
                    <a:pt x="209823" y="5739898"/>
                  </a:lnTo>
                  <a:lnTo>
                    <a:pt x="209941" y="5739898"/>
                  </a:lnTo>
                  <a:lnTo>
                    <a:pt x="210059" y="5739898"/>
                  </a:lnTo>
                  <a:lnTo>
                    <a:pt x="210176" y="5739898"/>
                  </a:lnTo>
                  <a:lnTo>
                    <a:pt x="210176" y="5739467"/>
                  </a:lnTo>
                  <a:lnTo>
                    <a:pt x="210294" y="5739467"/>
                  </a:lnTo>
                  <a:lnTo>
                    <a:pt x="210411" y="5739467"/>
                  </a:lnTo>
                  <a:lnTo>
                    <a:pt x="210411" y="5739036"/>
                  </a:lnTo>
                  <a:lnTo>
                    <a:pt x="210411" y="5738606"/>
                  </a:lnTo>
                  <a:lnTo>
                    <a:pt x="210529" y="5738606"/>
                  </a:lnTo>
                  <a:lnTo>
                    <a:pt x="210647" y="5738606"/>
                  </a:lnTo>
                  <a:lnTo>
                    <a:pt x="210647" y="5738175"/>
                  </a:lnTo>
                  <a:lnTo>
                    <a:pt x="210764" y="5738175"/>
                  </a:lnTo>
                  <a:lnTo>
                    <a:pt x="210882" y="5738175"/>
                  </a:lnTo>
                  <a:lnTo>
                    <a:pt x="210999" y="5738175"/>
                  </a:lnTo>
                  <a:lnTo>
                    <a:pt x="211117" y="5738175"/>
                  </a:lnTo>
                  <a:lnTo>
                    <a:pt x="211235" y="5738175"/>
                  </a:lnTo>
                  <a:lnTo>
                    <a:pt x="211352" y="5738175"/>
                  </a:lnTo>
                  <a:lnTo>
                    <a:pt x="211470" y="5738175"/>
                  </a:lnTo>
                  <a:lnTo>
                    <a:pt x="211470" y="5737745"/>
                  </a:lnTo>
                  <a:lnTo>
                    <a:pt x="211470" y="5737314"/>
                  </a:lnTo>
                  <a:lnTo>
                    <a:pt x="211588" y="5737314"/>
                  </a:lnTo>
                  <a:lnTo>
                    <a:pt x="211588" y="5736883"/>
                  </a:lnTo>
                  <a:lnTo>
                    <a:pt x="211588" y="5736453"/>
                  </a:lnTo>
                  <a:lnTo>
                    <a:pt x="211705" y="5736453"/>
                  </a:lnTo>
                  <a:lnTo>
                    <a:pt x="211705" y="5736022"/>
                  </a:lnTo>
                  <a:lnTo>
                    <a:pt x="211823" y="5736022"/>
                  </a:lnTo>
                  <a:lnTo>
                    <a:pt x="211823" y="5735592"/>
                  </a:lnTo>
                  <a:lnTo>
                    <a:pt x="211823" y="5735161"/>
                  </a:lnTo>
                  <a:lnTo>
                    <a:pt x="211823" y="5734730"/>
                  </a:lnTo>
                  <a:lnTo>
                    <a:pt x="211940" y="5734730"/>
                  </a:lnTo>
                  <a:lnTo>
                    <a:pt x="211940" y="5734300"/>
                  </a:lnTo>
                  <a:lnTo>
                    <a:pt x="211940" y="5733869"/>
                  </a:lnTo>
                  <a:lnTo>
                    <a:pt x="212058" y="5733869"/>
                  </a:lnTo>
                  <a:lnTo>
                    <a:pt x="212176" y="5733869"/>
                  </a:lnTo>
                  <a:lnTo>
                    <a:pt x="212293" y="5733869"/>
                  </a:lnTo>
                  <a:lnTo>
                    <a:pt x="212411" y="5733869"/>
                  </a:lnTo>
                  <a:lnTo>
                    <a:pt x="212411" y="5733439"/>
                  </a:lnTo>
                  <a:lnTo>
                    <a:pt x="212528" y="5733439"/>
                  </a:lnTo>
                  <a:lnTo>
                    <a:pt x="212646" y="5733439"/>
                  </a:lnTo>
                  <a:lnTo>
                    <a:pt x="212646" y="5733008"/>
                  </a:lnTo>
                  <a:lnTo>
                    <a:pt x="212764" y="5733008"/>
                  </a:lnTo>
                  <a:lnTo>
                    <a:pt x="212764" y="5732577"/>
                  </a:lnTo>
                  <a:lnTo>
                    <a:pt x="212881" y="5732577"/>
                  </a:lnTo>
                  <a:lnTo>
                    <a:pt x="212999" y="5732577"/>
                  </a:lnTo>
                  <a:lnTo>
                    <a:pt x="213117" y="5732577"/>
                  </a:lnTo>
                  <a:lnTo>
                    <a:pt x="213234" y="5732577"/>
                  </a:lnTo>
                  <a:lnTo>
                    <a:pt x="213352" y="5732577"/>
                  </a:lnTo>
                  <a:lnTo>
                    <a:pt x="213469" y="5732577"/>
                  </a:lnTo>
                  <a:lnTo>
                    <a:pt x="213587" y="5732577"/>
                  </a:lnTo>
                  <a:lnTo>
                    <a:pt x="213705" y="5732577"/>
                  </a:lnTo>
                  <a:lnTo>
                    <a:pt x="213822" y="5732577"/>
                  </a:lnTo>
                  <a:lnTo>
                    <a:pt x="213822" y="5732147"/>
                  </a:lnTo>
                  <a:lnTo>
                    <a:pt x="213940" y="5732147"/>
                  </a:lnTo>
                  <a:lnTo>
                    <a:pt x="214057" y="5732147"/>
                  </a:lnTo>
                  <a:lnTo>
                    <a:pt x="214175" y="5732147"/>
                  </a:lnTo>
                  <a:lnTo>
                    <a:pt x="214175" y="5731716"/>
                  </a:lnTo>
                  <a:lnTo>
                    <a:pt x="214175" y="5731286"/>
                  </a:lnTo>
                  <a:lnTo>
                    <a:pt x="214175" y="5730855"/>
                  </a:lnTo>
                  <a:lnTo>
                    <a:pt x="214175" y="5730424"/>
                  </a:lnTo>
                  <a:lnTo>
                    <a:pt x="214293" y="5730424"/>
                  </a:lnTo>
                  <a:lnTo>
                    <a:pt x="214410" y="5730424"/>
                  </a:lnTo>
                  <a:lnTo>
                    <a:pt x="214410" y="5729994"/>
                  </a:lnTo>
                  <a:lnTo>
                    <a:pt x="214528" y="5729994"/>
                  </a:lnTo>
                  <a:lnTo>
                    <a:pt x="214528" y="5729563"/>
                  </a:lnTo>
                  <a:lnTo>
                    <a:pt x="214528" y="5729133"/>
                  </a:lnTo>
                  <a:lnTo>
                    <a:pt x="214528" y="5728702"/>
                  </a:lnTo>
                  <a:lnTo>
                    <a:pt x="214528" y="5728271"/>
                  </a:lnTo>
                  <a:lnTo>
                    <a:pt x="214646" y="5728271"/>
                  </a:lnTo>
                  <a:lnTo>
                    <a:pt x="214646" y="5727841"/>
                  </a:lnTo>
                  <a:lnTo>
                    <a:pt x="214763" y="5727841"/>
                  </a:lnTo>
                  <a:lnTo>
                    <a:pt x="214881" y="5727841"/>
                  </a:lnTo>
                  <a:lnTo>
                    <a:pt x="214998" y="5727841"/>
                  </a:lnTo>
                  <a:lnTo>
                    <a:pt x="214998" y="5727410"/>
                  </a:lnTo>
                  <a:lnTo>
                    <a:pt x="214998" y="5726980"/>
                  </a:lnTo>
                  <a:lnTo>
                    <a:pt x="214998" y="5726549"/>
                  </a:lnTo>
                  <a:lnTo>
                    <a:pt x="214998" y="5726118"/>
                  </a:lnTo>
                  <a:lnTo>
                    <a:pt x="215116" y="5726118"/>
                  </a:lnTo>
                  <a:lnTo>
                    <a:pt x="215234" y="5726118"/>
                  </a:lnTo>
                  <a:lnTo>
                    <a:pt x="215351" y="5726118"/>
                  </a:lnTo>
                  <a:lnTo>
                    <a:pt x="215351" y="5725688"/>
                  </a:lnTo>
                  <a:lnTo>
                    <a:pt x="215469" y="5725688"/>
                  </a:lnTo>
                  <a:lnTo>
                    <a:pt x="215469" y="5725257"/>
                  </a:lnTo>
                  <a:lnTo>
                    <a:pt x="215469" y="5724827"/>
                  </a:lnTo>
                  <a:lnTo>
                    <a:pt x="215586" y="5724827"/>
                  </a:lnTo>
                  <a:lnTo>
                    <a:pt x="215586" y="5724396"/>
                  </a:lnTo>
                  <a:lnTo>
                    <a:pt x="215586" y="5723965"/>
                  </a:lnTo>
                  <a:lnTo>
                    <a:pt x="215704" y="5723965"/>
                  </a:lnTo>
                  <a:lnTo>
                    <a:pt x="215822" y="5723965"/>
                  </a:lnTo>
                  <a:lnTo>
                    <a:pt x="215939" y="5723965"/>
                  </a:lnTo>
                  <a:lnTo>
                    <a:pt x="216057" y="5723965"/>
                  </a:lnTo>
                  <a:lnTo>
                    <a:pt x="216057" y="5723535"/>
                  </a:lnTo>
                  <a:lnTo>
                    <a:pt x="216175" y="5723535"/>
                  </a:lnTo>
                  <a:lnTo>
                    <a:pt x="216292" y="5723535"/>
                  </a:lnTo>
                  <a:lnTo>
                    <a:pt x="216292" y="5723104"/>
                  </a:lnTo>
                  <a:lnTo>
                    <a:pt x="216410" y="5723104"/>
                  </a:lnTo>
                  <a:lnTo>
                    <a:pt x="216527" y="5723104"/>
                  </a:lnTo>
                  <a:lnTo>
                    <a:pt x="216645" y="5723104"/>
                  </a:lnTo>
                  <a:lnTo>
                    <a:pt x="216645" y="5722674"/>
                  </a:lnTo>
                  <a:lnTo>
                    <a:pt x="216645" y="5722243"/>
                  </a:lnTo>
                  <a:lnTo>
                    <a:pt x="216763" y="5722243"/>
                  </a:lnTo>
                  <a:lnTo>
                    <a:pt x="216880" y="5722243"/>
                  </a:lnTo>
                  <a:lnTo>
                    <a:pt x="216998" y="5722243"/>
                  </a:lnTo>
                  <a:lnTo>
                    <a:pt x="217115" y="5722243"/>
                  </a:lnTo>
                  <a:lnTo>
                    <a:pt x="217233" y="5722243"/>
                  </a:lnTo>
                  <a:lnTo>
                    <a:pt x="217233" y="5721812"/>
                  </a:lnTo>
                  <a:lnTo>
                    <a:pt x="217233" y="5721382"/>
                  </a:lnTo>
                  <a:lnTo>
                    <a:pt x="217351" y="5721382"/>
                  </a:lnTo>
                  <a:lnTo>
                    <a:pt x="217468" y="5721382"/>
                  </a:lnTo>
                  <a:lnTo>
                    <a:pt x="217468" y="5720951"/>
                  </a:lnTo>
                  <a:lnTo>
                    <a:pt x="217586" y="5720951"/>
                  </a:lnTo>
                  <a:lnTo>
                    <a:pt x="217704" y="5720951"/>
                  </a:lnTo>
                  <a:lnTo>
                    <a:pt x="217821" y="5720951"/>
                  </a:lnTo>
                  <a:lnTo>
                    <a:pt x="217939" y="5720951"/>
                  </a:lnTo>
                  <a:lnTo>
                    <a:pt x="218056" y="5720951"/>
                  </a:lnTo>
                  <a:lnTo>
                    <a:pt x="218174" y="5720951"/>
                  </a:lnTo>
                  <a:lnTo>
                    <a:pt x="218174" y="5720521"/>
                  </a:lnTo>
                  <a:lnTo>
                    <a:pt x="218174" y="5720090"/>
                  </a:lnTo>
                  <a:lnTo>
                    <a:pt x="218174" y="5719659"/>
                  </a:lnTo>
                  <a:lnTo>
                    <a:pt x="218292" y="5719659"/>
                  </a:lnTo>
                  <a:lnTo>
                    <a:pt x="218292" y="5719229"/>
                  </a:lnTo>
                  <a:lnTo>
                    <a:pt x="218292" y="5718798"/>
                  </a:lnTo>
                  <a:lnTo>
                    <a:pt x="218292" y="5718368"/>
                  </a:lnTo>
                  <a:lnTo>
                    <a:pt x="218409" y="5718368"/>
                  </a:lnTo>
                  <a:lnTo>
                    <a:pt x="218527" y="5718368"/>
                  </a:lnTo>
                  <a:lnTo>
                    <a:pt x="218644" y="5718368"/>
                  </a:lnTo>
                  <a:lnTo>
                    <a:pt x="218762" y="5718368"/>
                  </a:lnTo>
                  <a:lnTo>
                    <a:pt x="218880" y="5718368"/>
                  </a:lnTo>
                  <a:lnTo>
                    <a:pt x="218997" y="5718368"/>
                  </a:lnTo>
                  <a:lnTo>
                    <a:pt x="219115" y="5718368"/>
                  </a:lnTo>
                  <a:lnTo>
                    <a:pt x="219232" y="5718368"/>
                  </a:lnTo>
                  <a:lnTo>
                    <a:pt x="219232" y="5717937"/>
                  </a:lnTo>
                  <a:lnTo>
                    <a:pt x="219350" y="5717937"/>
                  </a:lnTo>
                  <a:lnTo>
                    <a:pt x="219350" y="5717506"/>
                  </a:lnTo>
                  <a:lnTo>
                    <a:pt x="219350" y="5717076"/>
                  </a:lnTo>
                  <a:lnTo>
                    <a:pt x="219468" y="5717076"/>
                  </a:lnTo>
                  <a:lnTo>
                    <a:pt x="219585" y="5717076"/>
                  </a:lnTo>
                  <a:lnTo>
                    <a:pt x="219703" y="5717076"/>
                  </a:lnTo>
                  <a:lnTo>
                    <a:pt x="219821" y="5717076"/>
                  </a:lnTo>
                  <a:lnTo>
                    <a:pt x="219938" y="5717076"/>
                  </a:lnTo>
                  <a:lnTo>
                    <a:pt x="220056" y="5717076"/>
                  </a:lnTo>
                  <a:lnTo>
                    <a:pt x="220173" y="5717076"/>
                  </a:lnTo>
                  <a:lnTo>
                    <a:pt x="220291" y="5717076"/>
                  </a:lnTo>
                  <a:lnTo>
                    <a:pt x="220409" y="5717076"/>
                  </a:lnTo>
                  <a:lnTo>
                    <a:pt x="220526" y="5717076"/>
                  </a:lnTo>
                  <a:lnTo>
                    <a:pt x="220644" y="5717076"/>
                  </a:lnTo>
                  <a:lnTo>
                    <a:pt x="220761" y="5717076"/>
                  </a:lnTo>
                  <a:lnTo>
                    <a:pt x="220879" y="5717076"/>
                  </a:lnTo>
                  <a:lnTo>
                    <a:pt x="220879" y="5716645"/>
                  </a:lnTo>
                  <a:lnTo>
                    <a:pt x="220879" y="5716215"/>
                  </a:lnTo>
                  <a:lnTo>
                    <a:pt x="220997" y="5716215"/>
                  </a:lnTo>
                  <a:lnTo>
                    <a:pt x="220997" y="5715784"/>
                  </a:lnTo>
                  <a:lnTo>
                    <a:pt x="221114" y="5715784"/>
                  </a:lnTo>
                  <a:lnTo>
                    <a:pt x="221232" y="5715784"/>
                  </a:lnTo>
                  <a:lnTo>
                    <a:pt x="221232" y="5715353"/>
                  </a:lnTo>
                  <a:lnTo>
                    <a:pt x="221232" y="5714923"/>
                  </a:lnTo>
                  <a:lnTo>
                    <a:pt x="221350" y="5714923"/>
                  </a:lnTo>
                  <a:lnTo>
                    <a:pt x="221350" y="5714492"/>
                  </a:lnTo>
                  <a:lnTo>
                    <a:pt x="221350" y="5714062"/>
                  </a:lnTo>
                  <a:lnTo>
                    <a:pt x="221350" y="5713631"/>
                  </a:lnTo>
                  <a:lnTo>
                    <a:pt x="221350" y="5713200"/>
                  </a:lnTo>
                  <a:lnTo>
                    <a:pt x="221467" y="5713200"/>
                  </a:lnTo>
                  <a:lnTo>
                    <a:pt x="221467" y="5712770"/>
                  </a:lnTo>
                  <a:lnTo>
                    <a:pt x="221585" y="5712770"/>
                  </a:lnTo>
                  <a:lnTo>
                    <a:pt x="221702" y="5712770"/>
                  </a:lnTo>
                  <a:lnTo>
                    <a:pt x="221820" y="5712770"/>
                  </a:lnTo>
                  <a:lnTo>
                    <a:pt x="221938" y="5712770"/>
                  </a:lnTo>
                  <a:lnTo>
                    <a:pt x="222055" y="5712770"/>
                  </a:lnTo>
                  <a:lnTo>
                    <a:pt x="222173" y="5712770"/>
                  </a:lnTo>
                  <a:lnTo>
                    <a:pt x="222290" y="5712770"/>
                  </a:lnTo>
                  <a:lnTo>
                    <a:pt x="222408" y="5712770"/>
                  </a:lnTo>
                  <a:lnTo>
                    <a:pt x="222408" y="5712339"/>
                  </a:lnTo>
                  <a:lnTo>
                    <a:pt x="222408" y="5711909"/>
                  </a:lnTo>
                  <a:lnTo>
                    <a:pt x="222408" y="5711478"/>
                  </a:lnTo>
                  <a:lnTo>
                    <a:pt x="222526" y="5711478"/>
                  </a:lnTo>
                  <a:lnTo>
                    <a:pt x="222643" y="5711478"/>
                  </a:lnTo>
                  <a:lnTo>
                    <a:pt x="222643" y="5711047"/>
                  </a:lnTo>
                  <a:lnTo>
                    <a:pt x="222761" y="5711047"/>
                  </a:lnTo>
                  <a:lnTo>
                    <a:pt x="222761" y="5710617"/>
                  </a:lnTo>
                  <a:lnTo>
                    <a:pt x="222761" y="5710186"/>
                  </a:lnTo>
                  <a:lnTo>
                    <a:pt x="222879" y="5710186"/>
                  </a:lnTo>
                  <a:lnTo>
                    <a:pt x="222879" y="5709756"/>
                  </a:lnTo>
                  <a:lnTo>
                    <a:pt x="222996" y="5709756"/>
                  </a:lnTo>
                  <a:lnTo>
                    <a:pt x="222996" y="5709325"/>
                  </a:lnTo>
                  <a:lnTo>
                    <a:pt x="222996" y="5708894"/>
                  </a:lnTo>
                  <a:lnTo>
                    <a:pt x="222996" y="5708464"/>
                  </a:lnTo>
                  <a:lnTo>
                    <a:pt x="223114" y="5708464"/>
                  </a:lnTo>
                  <a:lnTo>
                    <a:pt x="223114" y="5708033"/>
                  </a:lnTo>
                  <a:lnTo>
                    <a:pt x="223114" y="5707603"/>
                  </a:lnTo>
                  <a:lnTo>
                    <a:pt x="223231" y="5707603"/>
                  </a:lnTo>
                  <a:lnTo>
                    <a:pt x="223231" y="5707172"/>
                  </a:lnTo>
                  <a:lnTo>
                    <a:pt x="223349" y="5707172"/>
                  </a:lnTo>
                  <a:lnTo>
                    <a:pt x="223349" y="5706741"/>
                  </a:lnTo>
                  <a:lnTo>
                    <a:pt x="223349" y="5706311"/>
                  </a:lnTo>
                  <a:lnTo>
                    <a:pt x="223467" y="5706311"/>
                  </a:lnTo>
                  <a:lnTo>
                    <a:pt x="223467" y="5705880"/>
                  </a:lnTo>
                  <a:lnTo>
                    <a:pt x="223584" y="5705880"/>
                  </a:lnTo>
                  <a:lnTo>
                    <a:pt x="223584" y="5705450"/>
                  </a:lnTo>
                  <a:lnTo>
                    <a:pt x="223702" y="5705450"/>
                  </a:lnTo>
                  <a:lnTo>
                    <a:pt x="223819" y="5705450"/>
                  </a:lnTo>
                  <a:lnTo>
                    <a:pt x="223937" y="5705450"/>
                  </a:lnTo>
                  <a:lnTo>
                    <a:pt x="223937" y="5705019"/>
                  </a:lnTo>
                  <a:lnTo>
                    <a:pt x="224055" y="5705019"/>
                  </a:lnTo>
                  <a:lnTo>
                    <a:pt x="224055" y="5704588"/>
                  </a:lnTo>
                  <a:lnTo>
                    <a:pt x="224055" y="5704158"/>
                  </a:lnTo>
                  <a:lnTo>
                    <a:pt x="224172" y="5704158"/>
                  </a:lnTo>
                  <a:lnTo>
                    <a:pt x="224290" y="5704158"/>
                  </a:lnTo>
                  <a:lnTo>
                    <a:pt x="224408" y="5704158"/>
                  </a:lnTo>
                  <a:lnTo>
                    <a:pt x="224525" y="5704158"/>
                  </a:lnTo>
                  <a:lnTo>
                    <a:pt x="224643" y="5704158"/>
                  </a:lnTo>
                  <a:lnTo>
                    <a:pt x="224760" y="5704158"/>
                  </a:lnTo>
                  <a:lnTo>
                    <a:pt x="224760" y="5703727"/>
                  </a:lnTo>
                  <a:lnTo>
                    <a:pt x="224760" y="5703297"/>
                  </a:lnTo>
                  <a:lnTo>
                    <a:pt x="224760" y="5702866"/>
                  </a:lnTo>
                  <a:lnTo>
                    <a:pt x="224760" y="5702435"/>
                  </a:lnTo>
                  <a:lnTo>
                    <a:pt x="224760" y="5702005"/>
                  </a:lnTo>
                  <a:lnTo>
                    <a:pt x="224878" y="5702005"/>
                  </a:lnTo>
                  <a:lnTo>
                    <a:pt x="224878" y="5701574"/>
                  </a:lnTo>
                  <a:lnTo>
                    <a:pt x="224878" y="5701144"/>
                  </a:lnTo>
                  <a:lnTo>
                    <a:pt x="224878" y="5700713"/>
                  </a:lnTo>
                  <a:lnTo>
                    <a:pt x="224996" y="5700713"/>
                  </a:lnTo>
                  <a:lnTo>
                    <a:pt x="224996" y="5700282"/>
                  </a:lnTo>
                  <a:lnTo>
                    <a:pt x="225113" y="5700282"/>
                  </a:lnTo>
                  <a:lnTo>
                    <a:pt x="225231" y="5700282"/>
                  </a:lnTo>
                  <a:lnTo>
                    <a:pt x="225348" y="5700282"/>
                  </a:lnTo>
                  <a:lnTo>
                    <a:pt x="225466" y="5700282"/>
                  </a:lnTo>
                  <a:lnTo>
                    <a:pt x="225584" y="5700282"/>
                  </a:lnTo>
                  <a:lnTo>
                    <a:pt x="225584" y="5699852"/>
                  </a:lnTo>
                  <a:lnTo>
                    <a:pt x="225701" y="5699852"/>
                  </a:lnTo>
                  <a:lnTo>
                    <a:pt x="225701" y="5699421"/>
                  </a:lnTo>
                  <a:lnTo>
                    <a:pt x="225701" y="5698991"/>
                  </a:lnTo>
                  <a:lnTo>
                    <a:pt x="225819" y="5698991"/>
                  </a:lnTo>
                  <a:lnTo>
                    <a:pt x="225937" y="5698991"/>
                  </a:lnTo>
                  <a:lnTo>
                    <a:pt x="225937" y="5698560"/>
                  </a:lnTo>
                  <a:lnTo>
                    <a:pt x="225937" y="5698129"/>
                  </a:lnTo>
                  <a:lnTo>
                    <a:pt x="225937" y="5697699"/>
                  </a:lnTo>
                  <a:lnTo>
                    <a:pt x="226054" y="5697699"/>
                  </a:lnTo>
                  <a:lnTo>
                    <a:pt x="226172" y="5697699"/>
                  </a:lnTo>
                  <a:lnTo>
                    <a:pt x="226289" y="5697699"/>
                  </a:lnTo>
                  <a:lnTo>
                    <a:pt x="226407" y="5697699"/>
                  </a:lnTo>
                  <a:lnTo>
                    <a:pt x="226525" y="5697699"/>
                  </a:lnTo>
                  <a:lnTo>
                    <a:pt x="226642" y="5697699"/>
                  </a:lnTo>
                  <a:lnTo>
                    <a:pt x="226760" y="5697699"/>
                  </a:lnTo>
                  <a:lnTo>
                    <a:pt x="226760" y="5697268"/>
                  </a:lnTo>
                  <a:lnTo>
                    <a:pt x="226760" y="5696838"/>
                  </a:lnTo>
                  <a:lnTo>
                    <a:pt x="226877" y="5696838"/>
                  </a:lnTo>
                  <a:lnTo>
                    <a:pt x="226877" y="5696407"/>
                  </a:lnTo>
                  <a:lnTo>
                    <a:pt x="226995" y="5696407"/>
                  </a:lnTo>
                  <a:lnTo>
                    <a:pt x="227113" y="5696407"/>
                  </a:lnTo>
                  <a:lnTo>
                    <a:pt x="227113" y="5695976"/>
                  </a:lnTo>
                  <a:lnTo>
                    <a:pt x="227230" y="5695976"/>
                  </a:lnTo>
                  <a:lnTo>
                    <a:pt x="227348" y="5695976"/>
                  </a:lnTo>
                  <a:lnTo>
                    <a:pt x="227465" y="5695976"/>
                  </a:lnTo>
                  <a:lnTo>
                    <a:pt x="227465" y="5695546"/>
                  </a:lnTo>
                  <a:lnTo>
                    <a:pt x="227465" y="5695115"/>
                  </a:lnTo>
                  <a:lnTo>
                    <a:pt x="227583" y="5695115"/>
                  </a:lnTo>
                  <a:lnTo>
                    <a:pt x="227583" y="5694685"/>
                  </a:lnTo>
                  <a:lnTo>
                    <a:pt x="227583" y="5694254"/>
                  </a:lnTo>
                  <a:lnTo>
                    <a:pt x="227583" y="5693823"/>
                  </a:lnTo>
                  <a:lnTo>
                    <a:pt x="227583" y="5693393"/>
                  </a:lnTo>
                  <a:lnTo>
                    <a:pt x="227583" y="5692962"/>
                  </a:lnTo>
                  <a:lnTo>
                    <a:pt x="227583" y="5692532"/>
                  </a:lnTo>
                  <a:lnTo>
                    <a:pt x="227583" y="5692101"/>
                  </a:lnTo>
                  <a:lnTo>
                    <a:pt x="227701" y="5692101"/>
                  </a:lnTo>
                  <a:lnTo>
                    <a:pt x="227818" y="5692101"/>
                  </a:lnTo>
                  <a:lnTo>
                    <a:pt x="227936" y="5692101"/>
                  </a:lnTo>
                  <a:lnTo>
                    <a:pt x="228054" y="5692101"/>
                  </a:lnTo>
                  <a:lnTo>
                    <a:pt x="228171" y="5692101"/>
                  </a:lnTo>
                  <a:lnTo>
                    <a:pt x="228289" y="5692101"/>
                  </a:lnTo>
                  <a:lnTo>
                    <a:pt x="228289" y="5691670"/>
                  </a:lnTo>
                  <a:lnTo>
                    <a:pt x="228406" y="5691670"/>
                  </a:lnTo>
                  <a:lnTo>
                    <a:pt x="228406" y="5691240"/>
                  </a:lnTo>
                  <a:lnTo>
                    <a:pt x="228406" y="5690809"/>
                  </a:lnTo>
                  <a:lnTo>
                    <a:pt x="228524" y="5690809"/>
                  </a:lnTo>
                  <a:lnTo>
                    <a:pt x="228524" y="5690379"/>
                  </a:lnTo>
                  <a:lnTo>
                    <a:pt x="228524" y="5689948"/>
                  </a:lnTo>
                  <a:lnTo>
                    <a:pt x="228642" y="5689948"/>
                  </a:lnTo>
                  <a:lnTo>
                    <a:pt x="228759" y="5689948"/>
                  </a:lnTo>
                  <a:lnTo>
                    <a:pt x="228877" y="5689948"/>
                  </a:lnTo>
                  <a:lnTo>
                    <a:pt x="228877" y="5689517"/>
                  </a:lnTo>
                  <a:lnTo>
                    <a:pt x="228877" y="5689087"/>
                  </a:lnTo>
                  <a:lnTo>
                    <a:pt x="228877" y="5688656"/>
                  </a:lnTo>
                  <a:lnTo>
                    <a:pt x="228994" y="5688656"/>
                  </a:lnTo>
                  <a:lnTo>
                    <a:pt x="229112" y="5688656"/>
                  </a:lnTo>
                  <a:lnTo>
                    <a:pt x="229112" y="5688226"/>
                  </a:lnTo>
                  <a:lnTo>
                    <a:pt x="229112" y="5687795"/>
                  </a:lnTo>
                  <a:lnTo>
                    <a:pt x="229230" y="5687795"/>
                  </a:lnTo>
                  <a:lnTo>
                    <a:pt x="229230" y="5687364"/>
                  </a:lnTo>
                  <a:lnTo>
                    <a:pt x="229347" y="5687364"/>
                  </a:lnTo>
                  <a:lnTo>
                    <a:pt x="229347" y="5686934"/>
                  </a:lnTo>
                  <a:lnTo>
                    <a:pt x="229465" y="5686934"/>
                  </a:lnTo>
                  <a:lnTo>
                    <a:pt x="229583" y="5686934"/>
                  </a:lnTo>
                  <a:lnTo>
                    <a:pt x="229583" y="5686503"/>
                  </a:lnTo>
                  <a:lnTo>
                    <a:pt x="229700" y="5686503"/>
                  </a:lnTo>
                  <a:lnTo>
                    <a:pt x="229700" y="5686073"/>
                  </a:lnTo>
                  <a:lnTo>
                    <a:pt x="229818" y="5686073"/>
                  </a:lnTo>
                  <a:lnTo>
                    <a:pt x="229935" y="5686073"/>
                  </a:lnTo>
                  <a:lnTo>
                    <a:pt x="229935" y="5685642"/>
                  </a:lnTo>
                  <a:lnTo>
                    <a:pt x="229935" y="5685211"/>
                  </a:lnTo>
                  <a:lnTo>
                    <a:pt x="229935" y="5684781"/>
                  </a:lnTo>
                  <a:lnTo>
                    <a:pt x="229935" y="5684350"/>
                  </a:lnTo>
                  <a:lnTo>
                    <a:pt x="230053" y="5684350"/>
                  </a:lnTo>
                  <a:lnTo>
                    <a:pt x="230171" y="5684350"/>
                  </a:lnTo>
                  <a:lnTo>
                    <a:pt x="230288" y="5684350"/>
                  </a:lnTo>
                  <a:lnTo>
                    <a:pt x="230288" y="5683920"/>
                  </a:lnTo>
                  <a:lnTo>
                    <a:pt x="230288" y="5683489"/>
                  </a:lnTo>
                  <a:lnTo>
                    <a:pt x="230406" y="5683489"/>
                  </a:lnTo>
                  <a:lnTo>
                    <a:pt x="230523" y="5683489"/>
                  </a:lnTo>
                  <a:lnTo>
                    <a:pt x="230523" y="5683058"/>
                  </a:lnTo>
                  <a:lnTo>
                    <a:pt x="230523" y="5682628"/>
                  </a:lnTo>
                  <a:lnTo>
                    <a:pt x="230641" y="5682628"/>
                  </a:lnTo>
                  <a:lnTo>
                    <a:pt x="230759" y="5682628"/>
                  </a:lnTo>
                  <a:lnTo>
                    <a:pt x="230876" y="5682628"/>
                  </a:lnTo>
                  <a:lnTo>
                    <a:pt x="230994" y="5682628"/>
                  </a:lnTo>
                  <a:lnTo>
                    <a:pt x="231112" y="5682628"/>
                  </a:lnTo>
                  <a:lnTo>
                    <a:pt x="231229" y="5682628"/>
                  </a:lnTo>
                  <a:lnTo>
                    <a:pt x="231347" y="5682628"/>
                  </a:lnTo>
                  <a:lnTo>
                    <a:pt x="231464" y="5682628"/>
                  </a:lnTo>
                  <a:lnTo>
                    <a:pt x="231582" y="5682628"/>
                  </a:lnTo>
                  <a:lnTo>
                    <a:pt x="231582" y="5682197"/>
                  </a:lnTo>
                  <a:lnTo>
                    <a:pt x="231700" y="5682197"/>
                  </a:lnTo>
                  <a:lnTo>
                    <a:pt x="231817" y="5682197"/>
                  </a:lnTo>
                  <a:lnTo>
                    <a:pt x="231817" y="5681767"/>
                  </a:lnTo>
                  <a:lnTo>
                    <a:pt x="231817" y="5681336"/>
                  </a:lnTo>
                  <a:lnTo>
                    <a:pt x="231817" y="5680905"/>
                  </a:lnTo>
                  <a:lnTo>
                    <a:pt x="231935" y="5680905"/>
                  </a:lnTo>
                  <a:lnTo>
                    <a:pt x="231935" y="5680475"/>
                  </a:lnTo>
                  <a:lnTo>
                    <a:pt x="231935" y="5680044"/>
                  </a:lnTo>
                  <a:lnTo>
                    <a:pt x="231935" y="5679614"/>
                  </a:lnTo>
                  <a:lnTo>
                    <a:pt x="232052" y="5679614"/>
                  </a:lnTo>
                  <a:lnTo>
                    <a:pt x="232170" y="5679614"/>
                  </a:lnTo>
                  <a:lnTo>
                    <a:pt x="232288" y="5679614"/>
                  </a:lnTo>
                  <a:lnTo>
                    <a:pt x="232405" y="5679614"/>
                  </a:lnTo>
                  <a:lnTo>
                    <a:pt x="232405" y="5679183"/>
                  </a:lnTo>
                  <a:lnTo>
                    <a:pt x="232523" y="5679183"/>
                  </a:lnTo>
                  <a:lnTo>
                    <a:pt x="232523" y="5678752"/>
                  </a:lnTo>
                  <a:lnTo>
                    <a:pt x="232523" y="5678322"/>
                  </a:lnTo>
                  <a:lnTo>
                    <a:pt x="232641" y="5678322"/>
                  </a:lnTo>
                  <a:lnTo>
                    <a:pt x="232758" y="5678322"/>
                  </a:lnTo>
                  <a:lnTo>
                    <a:pt x="232758" y="5677891"/>
                  </a:lnTo>
                  <a:lnTo>
                    <a:pt x="232876" y="5677891"/>
                  </a:lnTo>
                  <a:lnTo>
                    <a:pt x="232876" y="5677461"/>
                  </a:lnTo>
                  <a:lnTo>
                    <a:pt x="232876" y="5677030"/>
                  </a:lnTo>
                  <a:lnTo>
                    <a:pt x="232876" y="5676599"/>
                  </a:lnTo>
                  <a:lnTo>
                    <a:pt x="232993" y="5676599"/>
                  </a:lnTo>
                  <a:lnTo>
                    <a:pt x="232993" y="5676169"/>
                  </a:lnTo>
                  <a:lnTo>
                    <a:pt x="233111" y="5676169"/>
                  </a:lnTo>
                  <a:lnTo>
                    <a:pt x="233229" y="5676169"/>
                  </a:lnTo>
                  <a:lnTo>
                    <a:pt x="233346" y="5676169"/>
                  </a:lnTo>
                  <a:lnTo>
                    <a:pt x="233464" y="5676169"/>
                  </a:lnTo>
                  <a:lnTo>
                    <a:pt x="233581" y="5676169"/>
                  </a:lnTo>
                  <a:lnTo>
                    <a:pt x="233699" y="5676169"/>
                  </a:lnTo>
                  <a:lnTo>
                    <a:pt x="233699" y="5675738"/>
                  </a:lnTo>
                  <a:lnTo>
                    <a:pt x="233817" y="5675738"/>
                  </a:lnTo>
                  <a:lnTo>
                    <a:pt x="233934" y="5675738"/>
                  </a:lnTo>
                  <a:lnTo>
                    <a:pt x="233934" y="5675308"/>
                  </a:lnTo>
                  <a:lnTo>
                    <a:pt x="234052" y="5675308"/>
                  </a:lnTo>
                  <a:lnTo>
                    <a:pt x="234170" y="5675308"/>
                  </a:lnTo>
                  <a:lnTo>
                    <a:pt x="234287" y="5675308"/>
                  </a:lnTo>
                  <a:lnTo>
                    <a:pt x="234287" y="5674877"/>
                  </a:lnTo>
                  <a:lnTo>
                    <a:pt x="234287" y="5674446"/>
                  </a:lnTo>
                  <a:lnTo>
                    <a:pt x="234405" y="5674446"/>
                  </a:lnTo>
                  <a:lnTo>
                    <a:pt x="234522" y="5674446"/>
                  </a:lnTo>
                  <a:lnTo>
                    <a:pt x="234640" y="5674446"/>
                  </a:lnTo>
                  <a:lnTo>
                    <a:pt x="234640" y="5674016"/>
                  </a:lnTo>
                  <a:lnTo>
                    <a:pt x="234640" y="5673585"/>
                  </a:lnTo>
                  <a:lnTo>
                    <a:pt x="234758" y="5673585"/>
                  </a:lnTo>
                  <a:lnTo>
                    <a:pt x="234758" y="5673155"/>
                  </a:lnTo>
                  <a:lnTo>
                    <a:pt x="234875" y="5673155"/>
                  </a:lnTo>
                  <a:lnTo>
                    <a:pt x="234993" y="5673155"/>
                  </a:lnTo>
                  <a:lnTo>
                    <a:pt x="235110" y="5673155"/>
                  </a:lnTo>
                  <a:lnTo>
                    <a:pt x="235228" y="5673155"/>
                  </a:lnTo>
                  <a:lnTo>
                    <a:pt x="235228" y="5672724"/>
                  </a:lnTo>
                  <a:lnTo>
                    <a:pt x="235346" y="5672724"/>
                  </a:lnTo>
                  <a:lnTo>
                    <a:pt x="235463" y="5672724"/>
                  </a:lnTo>
                  <a:lnTo>
                    <a:pt x="235581" y="5672724"/>
                  </a:lnTo>
                  <a:lnTo>
                    <a:pt x="235698" y="5672724"/>
                  </a:lnTo>
                  <a:lnTo>
                    <a:pt x="235816" y="5672724"/>
                  </a:lnTo>
                  <a:lnTo>
                    <a:pt x="235816" y="5672293"/>
                  </a:lnTo>
                  <a:lnTo>
                    <a:pt x="235816" y="5671863"/>
                  </a:lnTo>
                  <a:lnTo>
                    <a:pt x="235816" y="5671432"/>
                  </a:lnTo>
                  <a:lnTo>
                    <a:pt x="235934" y="5671432"/>
                  </a:lnTo>
                  <a:lnTo>
                    <a:pt x="235934" y="5671002"/>
                  </a:lnTo>
                  <a:lnTo>
                    <a:pt x="236051" y="5671002"/>
                  </a:lnTo>
                  <a:lnTo>
                    <a:pt x="236051" y="5670571"/>
                  </a:lnTo>
                  <a:lnTo>
                    <a:pt x="236051" y="5670140"/>
                  </a:lnTo>
                  <a:lnTo>
                    <a:pt x="236051" y="5669710"/>
                  </a:lnTo>
                  <a:lnTo>
                    <a:pt x="236169" y="5669710"/>
                  </a:lnTo>
                  <a:lnTo>
                    <a:pt x="236287" y="5669710"/>
                  </a:lnTo>
                  <a:lnTo>
                    <a:pt x="236287" y="5669279"/>
                  </a:lnTo>
                  <a:lnTo>
                    <a:pt x="236404" y="5669279"/>
                  </a:lnTo>
                  <a:lnTo>
                    <a:pt x="236404" y="5668849"/>
                  </a:lnTo>
                  <a:lnTo>
                    <a:pt x="236522" y="5668849"/>
                  </a:lnTo>
                  <a:lnTo>
                    <a:pt x="236522" y="5668418"/>
                  </a:lnTo>
                  <a:lnTo>
                    <a:pt x="236639" y="5668418"/>
                  </a:lnTo>
                  <a:lnTo>
                    <a:pt x="236757" y="5668418"/>
                  </a:lnTo>
                  <a:lnTo>
                    <a:pt x="236757" y="5667987"/>
                  </a:lnTo>
                  <a:lnTo>
                    <a:pt x="236757" y="5667557"/>
                  </a:lnTo>
                  <a:lnTo>
                    <a:pt x="236875" y="5667557"/>
                  </a:lnTo>
                  <a:lnTo>
                    <a:pt x="236875" y="5667126"/>
                  </a:lnTo>
                  <a:lnTo>
                    <a:pt x="236875" y="5666696"/>
                  </a:lnTo>
                  <a:lnTo>
                    <a:pt x="236875" y="5666265"/>
                  </a:lnTo>
                  <a:lnTo>
                    <a:pt x="236992" y="5666265"/>
                  </a:lnTo>
                  <a:lnTo>
                    <a:pt x="236992" y="5665834"/>
                  </a:lnTo>
                  <a:lnTo>
                    <a:pt x="236992" y="5665404"/>
                  </a:lnTo>
                  <a:lnTo>
                    <a:pt x="237110" y="5665404"/>
                  </a:lnTo>
                  <a:lnTo>
                    <a:pt x="237227" y="5665404"/>
                  </a:lnTo>
                  <a:lnTo>
                    <a:pt x="237227" y="5664973"/>
                  </a:lnTo>
                  <a:lnTo>
                    <a:pt x="237345" y="5664973"/>
                  </a:lnTo>
                  <a:lnTo>
                    <a:pt x="237345" y="5664543"/>
                  </a:lnTo>
                  <a:lnTo>
                    <a:pt x="237345" y="5664112"/>
                  </a:lnTo>
                  <a:lnTo>
                    <a:pt x="237463" y="5664112"/>
                  </a:lnTo>
                  <a:lnTo>
                    <a:pt x="237580" y="5664112"/>
                  </a:lnTo>
                  <a:lnTo>
                    <a:pt x="237698" y="5664112"/>
                  </a:lnTo>
                  <a:lnTo>
                    <a:pt x="237816" y="5664112"/>
                  </a:lnTo>
                  <a:lnTo>
                    <a:pt x="237816" y="5663681"/>
                  </a:lnTo>
                  <a:lnTo>
                    <a:pt x="237933" y="5663681"/>
                  </a:lnTo>
                  <a:lnTo>
                    <a:pt x="237933" y="5663251"/>
                  </a:lnTo>
                  <a:lnTo>
                    <a:pt x="238051" y="5663251"/>
                  </a:lnTo>
                  <a:lnTo>
                    <a:pt x="238168" y="5663251"/>
                  </a:lnTo>
                  <a:lnTo>
                    <a:pt x="238168" y="5662820"/>
                  </a:lnTo>
                  <a:lnTo>
                    <a:pt x="238168" y="5662390"/>
                  </a:lnTo>
                  <a:lnTo>
                    <a:pt x="238286" y="5662390"/>
                  </a:lnTo>
                  <a:lnTo>
                    <a:pt x="238286" y="5661959"/>
                  </a:lnTo>
                  <a:lnTo>
                    <a:pt x="238286" y="5661528"/>
                  </a:lnTo>
                  <a:lnTo>
                    <a:pt x="238404" y="5661528"/>
                  </a:lnTo>
                  <a:lnTo>
                    <a:pt x="238404" y="5661098"/>
                  </a:lnTo>
                  <a:lnTo>
                    <a:pt x="238404" y="5660667"/>
                  </a:lnTo>
                  <a:lnTo>
                    <a:pt x="238521" y="5660667"/>
                  </a:lnTo>
                  <a:lnTo>
                    <a:pt x="238639" y="5660667"/>
                  </a:lnTo>
                  <a:lnTo>
                    <a:pt x="238756" y="5660667"/>
                  </a:lnTo>
                  <a:lnTo>
                    <a:pt x="238756" y="5660237"/>
                  </a:lnTo>
                  <a:lnTo>
                    <a:pt x="238874" y="5660237"/>
                  </a:lnTo>
                  <a:lnTo>
                    <a:pt x="238992" y="5660237"/>
                  </a:lnTo>
                  <a:lnTo>
                    <a:pt x="238992" y="5659806"/>
                  </a:lnTo>
                  <a:lnTo>
                    <a:pt x="239109" y="5659806"/>
                  </a:lnTo>
                  <a:lnTo>
                    <a:pt x="239109" y="5659375"/>
                  </a:lnTo>
                  <a:lnTo>
                    <a:pt x="239227" y="5659375"/>
                  </a:lnTo>
                  <a:lnTo>
                    <a:pt x="239345" y="5659375"/>
                  </a:lnTo>
                  <a:lnTo>
                    <a:pt x="239462" y="5659375"/>
                  </a:lnTo>
                  <a:lnTo>
                    <a:pt x="239462" y="5658945"/>
                  </a:lnTo>
                  <a:lnTo>
                    <a:pt x="239580" y="5658945"/>
                  </a:lnTo>
                  <a:lnTo>
                    <a:pt x="239580" y="5658514"/>
                  </a:lnTo>
                  <a:lnTo>
                    <a:pt x="239580" y="5658084"/>
                  </a:lnTo>
                  <a:lnTo>
                    <a:pt x="239580" y="5657653"/>
                  </a:lnTo>
                  <a:lnTo>
                    <a:pt x="239697" y="5657653"/>
                  </a:lnTo>
                  <a:lnTo>
                    <a:pt x="239697" y="5657222"/>
                  </a:lnTo>
                  <a:lnTo>
                    <a:pt x="239697" y="5656792"/>
                  </a:lnTo>
                  <a:lnTo>
                    <a:pt x="239815" y="5656792"/>
                  </a:lnTo>
                  <a:lnTo>
                    <a:pt x="239933" y="5656792"/>
                  </a:lnTo>
                  <a:lnTo>
                    <a:pt x="239933" y="5656361"/>
                  </a:lnTo>
                  <a:lnTo>
                    <a:pt x="240050" y="5656361"/>
                  </a:lnTo>
                  <a:lnTo>
                    <a:pt x="240168" y="5656361"/>
                  </a:lnTo>
                  <a:lnTo>
                    <a:pt x="240285" y="5656361"/>
                  </a:lnTo>
                  <a:lnTo>
                    <a:pt x="240285" y="5655931"/>
                  </a:lnTo>
                  <a:lnTo>
                    <a:pt x="240285" y="5655500"/>
                  </a:lnTo>
                  <a:lnTo>
                    <a:pt x="240403" y="5655500"/>
                  </a:lnTo>
                  <a:lnTo>
                    <a:pt x="240521" y="5655500"/>
                  </a:lnTo>
                  <a:lnTo>
                    <a:pt x="240521" y="5655069"/>
                  </a:lnTo>
                  <a:lnTo>
                    <a:pt x="240521" y="5654639"/>
                  </a:lnTo>
                  <a:lnTo>
                    <a:pt x="240638" y="5654639"/>
                  </a:lnTo>
                  <a:lnTo>
                    <a:pt x="240756" y="5654639"/>
                  </a:lnTo>
                  <a:lnTo>
                    <a:pt x="240756" y="5654208"/>
                  </a:lnTo>
                  <a:lnTo>
                    <a:pt x="240874" y="5654208"/>
                  </a:lnTo>
                  <a:lnTo>
                    <a:pt x="240874" y="5653778"/>
                  </a:lnTo>
                  <a:lnTo>
                    <a:pt x="240874" y="5653347"/>
                  </a:lnTo>
                  <a:lnTo>
                    <a:pt x="240991" y="5653347"/>
                  </a:lnTo>
                  <a:lnTo>
                    <a:pt x="240991" y="5652916"/>
                  </a:lnTo>
                  <a:lnTo>
                    <a:pt x="240991" y="5652486"/>
                  </a:lnTo>
                  <a:lnTo>
                    <a:pt x="241109" y="5652486"/>
                  </a:lnTo>
                  <a:lnTo>
                    <a:pt x="241226" y="5652486"/>
                  </a:lnTo>
                  <a:lnTo>
                    <a:pt x="241226" y="5652055"/>
                  </a:lnTo>
                  <a:lnTo>
                    <a:pt x="241226" y="5651625"/>
                  </a:lnTo>
                  <a:lnTo>
                    <a:pt x="241226" y="5651194"/>
                  </a:lnTo>
                  <a:lnTo>
                    <a:pt x="241344" y="5651194"/>
                  </a:lnTo>
                  <a:lnTo>
                    <a:pt x="241462" y="5651194"/>
                  </a:lnTo>
                  <a:lnTo>
                    <a:pt x="241462" y="5650763"/>
                  </a:lnTo>
                  <a:lnTo>
                    <a:pt x="241462" y="5650333"/>
                  </a:lnTo>
                  <a:lnTo>
                    <a:pt x="241462" y="5649902"/>
                  </a:lnTo>
                  <a:lnTo>
                    <a:pt x="241579" y="5649902"/>
                  </a:lnTo>
                  <a:lnTo>
                    <a:pt x="241697" y="5649902"/>
                  </a:lnTo>
                  <a:lnTo>
                    <a:pt x="241814" y="5649902"/>
                  </a:lnTo>
                  <a:lnTo>
                    <a:pt x="241932" y="5649902"/>
                  </a:lnTo>
                  <a:lnTo>
                    <a:pt x="242050" y="5649902"/>
                  </a:lnTo>
                  <a:lnTo>
                    <a:pt x="242167" y="5649902"/>
                  </a:lnTo>
                  <a:lnTo>
                    <a:pt x="242285" y="5649902"/>
                  </a:lnTo>
                  <a:lnTo>
                    <a:pt x="242402" y="5649902"/>
                  </a:lnTo>
                  <a:lnTo>
                    <a:pt x="242520" y="5649902"/>
                  </a:lnTo>
                  <a:lnTo>
                    <a:pt x="242638" y="5649902"/>
                  </a:lnTo>
                  <a:lnTo>
                    <a:pt x="242755" y="5649902"/>
                  </a:lnTo>
                  <a:lnTo>
                    <a:pt x="242755" y="5649472"/>
                  </a:lnTo>
                  <a:lnTo>
                    <a:pt x="242873" y="5649472"/>
                  </a:lnTo>
                  <a:lnTo>
                    <a:pt x="242991" y="5649472"/>
                  </a:lnTo>
                  <a:lnTo>
                    <a:pt x="242991" y="5649041"/>
                  </a:lnTo>
                  <a:lnTo>
                    <a:pt x="243108" y="5649041"/>
                  </a:lnTo>
                  <a:lnTo>
                    <a:pt x="243108" y="5648610"/>
                  </a:lnTo>
                  <a:lnTo>
                    <a:pt x="243108" y="5648180"/>
                  </a:lnTo>
                  <a:lnTo>
                    <a:pt x="243226" y="5648180"/>
                  </a:lnTo>
                  <a:lnTo>
                    <a:pt x="243226" y="5647749"/>
                  </a:lnTo>
                  <a:lnTo>
                    <a:pt x="243226" y="5647319"/>
                  </a:lnTo>
                  <a:lnTo>
                    <a:pt x="243226" y="5646888"/>
                  </a:lnTo>
                  <a:lnTo>
                    <a:pt x="243343" y="5646888"/>
                  </a:lnTo>
                  <a:lnTo>
                    <a:pt x="243461" y="5646888"/>
                  </a:lnTo>
                  <a:lnTo>
                    <a:pt x="243579" y="5646888"/>
                  </a:lnTo>
                  <a:lnTo>
                    <a:pt x="243696" y="5646888"/>
                  </a:lnTo>
                  <a:lnTo>
                    <a:pt x="243814" y="5646888"/>
                  </a:lnTo>
                  <a:lnTo>
                    <a:pt x="243931" y="5646888"/>
                  </a:lnTo>
                  <a:lnTo>
                    <a:pt x="244049" y="5646888"/>
                  </a:lnTo>
                  <a:lnTo>
                    <a:pt x="244049" y="5646457"/>
                  </a:lnTo>
                  <a:lnTo>
                    <a:pt x="244167" y="5646457"/>
                  </a:lnTo>
                  <a:lnTo>
                    <a:pt x="244284" y="5646457"/>
                  </a:lnTo>
                  <a:lnTo>
                    <a:pt x="244402" y="5646457"/>
                  </a:lnTo>
                  <a:lnTo>
                    <a:pt x="244402" y="5646027"/>
                  </a:lnTo>
                  <a:lnTo>
                    <a:pt x="244520" y="5646027"/>
                  </a:lnTo>
                  <a:lnTo>
                    <a:pt x="244520" y="5645596"/>
                  </a:lnTo>
                  <a:lnTo>
                    <a:pt x="244520" y="5645166"/>
                  </a:lnTo>
                  <a:lnTo>
                    <a:pt x="244637" y="5645166"/>
                  </a:lnTo>
                  <a:lnTo>
                    <a:pt x="244637" y="5644735"/>
                  </a:lnTo>
                  <a:lnTo>
                    <a:pt x="244637" y="5644304"/>
                  </a:lnTo>
                  <a:lnTo>
                    <a:pt x="244755" y="5644304"/>
                  </a:lnTo>
                  <a:lnTo>
                    <a:pt x="244872" y="5644304"/>
                  </a:lnTo>
                  <a:lnTo>
                    <a:pt x="244872" y="5643874"/>
                  </a:lnTo>
                  <a:lnTo>
                    <a:pt x="244990" y="5643874"/>
                  </a:lnTo>
                  <a:lnTo>
                    <a:pt x="244990" y="5643443"/>
                  </a:lnTo>
                  <a:lnTo>
                    <a:pt x="244990" y="5643013"/>
                  </a:lnTo>
                  <a:lnTo>
                    <a:pt x="245108" y="5643013"/>
                  </a:lnTo>
                  <a:lnTo>
                    <a:pt x="245225" y="5643013"/>
                  </a:lnTo>
                  <a:lnTo>
                    <a:pt x="245343" y="5643013"/>
                  </a:lnTo>
                  <a:lnTo>
                    <a:pt x="245343" y="5642582"/>
                  </a:lnTo>
                  <a:lnTo>
                    <a:pt x="245343" y="5642151"/>
                  </a:lnTo>
                  <a:lnTo>
                    <a:pt x="245460" y="5642151"/>
                  </a:lnTo>
                  <a:lnTo>
                    <a:pt x="245578" y="5642151"/>
                  </a:lnTo>
                  <a:lnTo>
                    <a:pt x="245578" y="5641721"/>
                  </a:lnTo>
                  <a:lnTo>
                    <a:pt x="245578" y="5641290"/>
                  </a:lnTo>
                  <a:lnTo>
                    <a:pt x="245696" y="5641290"/>
                  </a:lnTo>
                  <a:lnTo>
                    <a:pt x="245696" y="5640860"/>
                  </a:lnTo>
                  <a:lnTo>
                    <a:pt x="245813" y="5640860"/>
                  </a:lnTo>
                  <a:lnTo>
                    <a:pt x="245931" y="5640860"/>
                  </a:lnTo>
                  <a:lnTo>
                    <a:pt x="246049" y="5640860"/>
                  </a:lnTo>
                  <a:lnTo>
                    <a:pt x="246166" y="5640860"/>
                  </a:lnTo>
                  <a:lnTo>
                    <a:pt x="246166" y="5640429"/>
                  </a:lnTo>
                  <a:lnTo>
                    <a:pt x="246284" y="5640429"/>
                  </a:lnTo>
                  <a:lnTo>
                    <a:pt x="246284" y="5639998"/>
                  </a:lnTo>
                  <a:lnTo>
                    <a:pt x="246401" y="5639998"/>
                  </a:lnTo>
                  <a:lnTo>
                    <a:pt x="246401" y="5639568"/>
                  </a:lnTo>
                  <a:lnTo>
                    <a:pt x="246401" y="5639137"/>
                  </a:lnTo>
                  <a:lnTo>
                    <a:pt x="246519" y="5639137"/>
                  </a:lnTo>
                  <a:lnTo>
                    <a:pt x="246519" y="5638707"/>
                  </a:lnTo>
                  <a:lnTo>
                    <a:pt x="246519" y="5638276"/>
                  </a:lnTo>
                  <a:lnTo>
                    <a:pt x="246519" y="5637845"/>
                  </a:lnTo>
                  <a:lnTo>
                    <a:pt x="246637" y="5637845"/>
                  </a:lnTo>
                  <a:lnTo>
                    <a:pt x="246754" y="5637845"/>
                  </a:lnTo>
                  <a:lnTo>
                    <a:pt x="246754" y="5637415"/>
                  </a:lnTo>
                  <a:lnTo>
                    <a:pt x="246754" y="5636984"/>
                  </a:lnTo>
                  <a:lnTo>
                    <a:pt x="246872" y="5636984"/>
                  </a:lnTo>
                  <a:lnTo>
                    <a:pt x="246989" y="5636984"/>
                  </a:lnTo>
                  <a:lnTo>
                    <a:pt x="247107" y="5636984"/>
                  </a:lnTo>
                  <a:lnTo>
                    <a:pt x="247225" y="5636984"/>
                  </a:lnTo>
                  <a:lnTo>
                    <a:pt x="247225" y="5636554"/>
                  </a:lnTo>
                  <a:lnTo>
                    <a:pt x="247342" y="5636554"/>
                  </a:lnTo>
                  <a:lnTo>
                    <a:pt x="247460" y="5636554"/>
                  </a:lnTo>
                  <a:lnTo>
                    <a:pt x="247460" y="5636123"/>
                  </a:lnTo>
                  <a:lnTo>
                    <a:pt x="247460" y="5635692"/>
                  </a:lnTo>
                  <a:lnTo>
                    <a:pt x="247578" y="5635692"/>
                  </a:lnTo>
                  <a:lnTo>
                    <a:pt x="247695" y="5635692"/>
                  </a:lnTo>
                  <a:lnTo>
                    <a:pt x="247695" y="5635262"/>
                  </a:lnTo>
                  <a:lnTo>
                    <a:pt x="247813" y="5635262"/>
                  </a:lnTo>
                  <a:lnTo>
                    <a:pt x="247930" y="5635262"/>
                  </a:lnTo>
                  <a:lnTo>
                    <a:pt x="247930" y="5634831"/>
                  </a:lnTo>
                  <a:lnTo>
                    <a:pt x="247930" y="5634401"/>
                  </a:lnTo>
                  <a:lnTo>
                    <a:pt x="248048" y="5634401"/>
                  </a:lnTo>
                  <a:lnTo>
                    <a:pt x="248166" y="5634401"/>
                  </a:lnTo>
                  <a:lnTo>
                    <a:pt x="248166" y="5633970"/>
                  </a:lnTo>
                  <a:lnTo>
                    <a:pt x="248166" y="5633539"/>
                  </a:lnTo>
                  <a:lnTo>
                    <a:pt x="248283" y="5633539"/>
                  </a:lnTo>
                  <a:lnTo>
                    <a:pt x="248401" y="5633539"/>
                  </a:lnTo>
                  <a:lnTo>
                    <a:pt x="248518" y="5633539"/>
                  </a:lnTo>
                  <a:lnTo>
                    <a:pt x="248636" y="5633539"/>
                  </a:lnTo>
                  <a:lnTo>
                    <a:pt x="248754" y="5633539"/>
                  </a:lnTo>
                  <a:lnTo>
                    <a:pt x="248871" y="5633539"/>
                  </a:lnTo>
                  <a:lnTo>
                    <a:pt x="248989" y="5633539"/>
                  </a:lnTo>
                  <a:lnTo>
                    <a:pt x="249107" y="5633539"/>
                  </a:lnTo>
                  <a:lnTo>
                    <a:pt x="249224" y="5633539"/>
                  </a:lnTo>
                  <a:lnTo>
                    <a:pt x="249224" y="5633109"/>
                  </a:lnTo>
                  <a:lnTo>
                    <a:pt x="249342" y="5633109"/>
                  </a:lnTo>
                  <a:lnTo>
                    <a:pt x="249459" y="5633109"/>
                  </a:lnTo>
                  <a:lnTo>
                    <a:pt x="249577" y="5633109"/>
                  </a:lnTo>
                  <a:lnTo>
                    <a:pt x="249577" y="5632678"/>
                  </a:lnTo>
                  <a:lnTo>
                    <a:pt x="249577" y="5632248"/>
                  </a:lnTo>
                  <a:lnTo>
                    <a:pt x="249695" y="5632248"/>
                  </a:lnTo>
                  <a:lnTo>
                    <a:pt x="249695" y="5631817"/>
                  </a:lnTo>
                  <a:lnTo>
                    <a:pt x="249812" y="5631817"/>
                  </a:lnTo>
                  <a:lnTo>
                    <a:pt x="249930" y="5631817"/>
                  </a:lnTo>
                  <a:lnTo>
                    <a:pt x="250047" y="5631817"/>
                  </a:lnTo>
                  <a:lnTo>
                    <a:pt x="250165" y="5631817"/>
                  </a:lnTo>
                  <a:lnTo>
                    <a:pt x="250283" y="5631817"/>
                  </a:lnTo>
                  <a:lnTo>
                    <a:pt x="250400" y="5631817"/>
                  </a:lnTo>
                  <a:lnTo>
                    <a:pt x="250400" y="5631386"/>
                  </a:lnTo>
                  <a:lnTo>
                    <a:pt x="250518" y="5631386"/>
                  </a:lnTo>
                  <a:lnTo>
                    <a:pt x="250518" y="5630956"/>
                  </a:lnTo>
                  <a:lnTo>
                    <a:pt x="250518" y="5630525"/>
                  </a:lnTo>
                  <a:lnTo>
                    <a:pt x="250518" y="5630095"/>
                  </a:lnTo>
                  <a:lnTo>
                    <a:pt x="250635" y="5630095"/>
                  </a:lnTo>
                  <a:lnTo>
                    <a:pt x="250635" y="5629664"/>
                  </a:lnTo>
                  <a:lnTo>
                    <a:pt x="250635" y="5629233"/>
                  </a:lnTo>
                  <a:lnTo>
                    <a:pt x="250635" y="5628803"/>
                  </a:lnTo>
                  <a:lnTo>
                    <a:pt x="250753" y="5628803"/>
                  </a:lnTo>
                  <a:lnTo>
                    <a:pt x="250753" y="5628372"/>
                  </a:lnTo>
                  <a:lnTo>
                    <a:pt x="250753" y="5627942"/>
                  </a:lnTo>
                  <a:lnTo>
                    <a:pt x="250871" y="5627942"/>
                  </a:lnTo>
                  <a:lnTo>
                    <a:pt x="250871" y="5627511"/>
                  </a:lnTo>
                  <a:lnTo>
                    <a:pt x="250988" y="5627511"/>
                  </a:lnTo>
                  <a:lnTo>
                    <a:pt x="250988" y="5627080"/>
                  </a:lnTo>
                  <a:lnTo>
                    <a:pt x="251106" y="5627080"/>
                  </a:lnTo>
                  <a:lnTo>
                    <a:pt x="251106" y="5626650"/>
                  </a:lnTo>
                  <a:lnTo>
                    <a:pt x="251224" y="5626650"/>
                  </a:lnTo>
                  <a:lnTo>
                    <a:pt x="251224" y="5626219"/>
                  </a:lnTo>
                  <a:lnTo>
                    <a:pt x="251224" y="5625789"/>
                  </a:lnTo>
                  <a:lnTo>
                    <a:pt x="251224" y="5625358"/>
                  </a:lnTo>
                  <a:lnTo>
                    <a:pt x="251224" y="5624927"/>
                  </a:lnTo>
                  <a:lnTo>
                    <a:pt x="251341" y="5624927"/>
                  </a:lnTo>
                  <a:lnTo>
                    <a:pt x="251341" y="5624497"/>
                  </a:lnTo>
                  <a:lnTo>
                    <a:pt x="251459" y="5624497"/>
                  </a:lnTo>
                  <a:lnTo>
                    <a:pt x="251459" y="5624066"/>
                  </a:lnTo>
                  <a:lnTo>
                    <a:pt x="251576" y="5624066"/>
                  </a:lnTo>
                  <a:lnTo>
                    <a:pt x="251694" y="5624066"/>
                  </a:lnTo>
                  <a:lnTo>
                    <a:pt x="251812" y="5624066"/>
                  </a:lnTo>
                  <a:lnTo>
                    <a:pt x="251929" y="5624066"/>
                  </a:lnTo>
                  <a:lnTo>
                    <a:pt x="252047" y="5624066"/>
                  </a:lnTo>
                  <a:lnTo>
                    <a:pt x="252047" y="5623636"/>
                  </a:lnTo>
                  <a:lnTo>
                    <a:pt x="252164" y="5623636"/>
                  </a:lnTo>
                  <a:lnTo>
                    <a:pt x="252164" y="5623205"/>
                  </a:lnTo>
                  <a:lnTo>
                    <a:pt x="252282" y="5623205"/>
                  </a:lnTo>
                  <a:lnTo>
                    <a:pt x="252400" y="5623205"/>
                  </a:lnTo>
                  <a:lnTo>
                    <a:pt x="252517" y="5623205"/>
                  </a:lnTo>
                  <a:lnTo>
                    <a:pt x="252635" y="5623205"/>
                  </a:lnTo>
                  <a:lnTo>
                    <a:pt x="252753" y="5623205"/>
                  </a:lnTo>
                  <a:lnTo>
                    <a:pt x="252753" y="5622774"/>
                  </a:lnTo>
                  <a:lnTo>
                    <a:pt x="252753" y="5622344"/>
                  </a:lnTo>
                  <a:lnTo>
                    <a:pt x="252753" y="5621913"/>
                  </a:lnTo>
                  <a:lnTo>
                    <a:pt x="252870" y="5621913"/>
                  </a:lnTo>
                  <a:lnTo>
                    <a:pt x="252870" y="5621483"/>
                  </a:lnTo>
                  <a:lnTo>
                    <a:pt x="252870" y="5621052"/>
                  </a:lnTo>
                  <a:lnTo>
                    <a:pt x="252988" y="5621052"/>
                  </a:lnTo>
                  <a:lnTo>
                    <a:pt x="253105" y="5621052"/>
                  </a:lnTo>
                  <a:lnTo>
                    <a:pt x="253105" y="5620621"/>
                  </a:lnTo>
                  <a:lnTo>
                    <a:pt x="253223" y="5620621"/>
                  </a:lnTo>
                  <a:lnTo>
                    <a:pt x="253223" y="5620191"/>
                  </a:lnTo>
                  <a:lnTo>
                    <a:pt x="253341" y="5620191"/>
                  </a:lnTo>
                  <a:lnTo>
                    <a:pt x="253458" y="5620191"/>
                  </a:lnTo>
                  <a:lnTo>
                    <a:pt x="253576" y="5620191"/>
                  </a:lnTo>
                  <a:lnTo>
                    <a:pt x="253693" y="5620191"/>
                  </a:lnTo>
                  <a:lnTo>
                    <a:pt x="253811" y="5620191"/>
                  </a:lnTo>
                  <a:lnTo>
                    <a:pt x="253929" y="5620191"/>
                  </a:lnTo>
                  <a:lnTo>
                    <a:pt x="254046" y="5620191"/>
                  </a:lnTo>
                  <a:lnTo>
                    <a:pt x="254046" y="5619760"/>
                  </a:lnTo>
                  <a:lnTo>
                    <a:pt x="254046" y="5619330"/>
                  </a:lnTo>
                  <a:lnTo>
                    <a:pt x="254164" y="5619330"/>
                  </a:lnTo>
                  <a:lnTo>
                    <a:pt x="254282" y="5619330"/>
                  </a:lnTo>
                  <a:lnTo>
                    <a:pt x="254282" y="5618899"/>
                  </a:lnTo>
                  <a:lnTo>
                    <a:pt x="254399" y="5618899"/>
                  </a:lnTo>
                  <a:lnTo>
                    <a:pt x="254517" y="5618899"/>
                  </a:lnTo>
                  <a:lnTo>
                    <a:pt x="254517" y="5618468"/>
                  </a:lnTo>
                  <a:lnTo>
                    <a:pt x="254517" y="5618038"/>
                  </a:lnTo>
                  <a:lnTo>
                    <a:pt x="254634" y="5618038"/>
                  </a:lnTo>
                  <a:lnTo>
                    <a:pt x="254634" y="5617607"/>
                  </a:lnTo>
                  <a:lnTo>
                    <a:pt x="254752" y="5617607"/>
                  </a:lnTo>
                  <a:lnTo>
                    <a:pt x="254752" y="5617177"/>
                  </a:lnTo>
                  <a:lnTo>
                    <a:pt x="254870" y="5617177"/>
                  </a:lnTo>
                  <a:lnTo>
                    <a:pt x="254987" y="5617177"/>
                  </a:lnTo>
                  <a:lnTo>
                    <a:pt x="254987" y="5616746"/>
                  </a:lnTo>
                  <a:lnTo>
                    <a:pt x="255105" y="5616746"/>
                  </a:lnTo>
                  <a:lnTo>
                    <a:pt x="255222" y="5616746"/>
                  </a:lnTo>
                  <a:lnTo>
                    <a:pt x="255222" y="5616315"/>
                  </a:lnTo>
                  <a:lnTo>
                    <a:pt x="255340" y="5616315"/>
                  </a:lnTo>
                  <a:lnTo>
                    <a:pt x="255340" y="5615885"/>
                  </a:lnTo>
                  <a:lnTo>
                    <a:pt x="255340" y="5615454"/>
                  </a:lnTo>
                  <a:lnTo>
                    <a:pt x="255340" y="5615024"/>
                  </a:lnTo>
                  <a:lnTo>
                    <a:pt x="255340" y="5614593"/>
                  </a:lnTo>
                  <a:lnTo>
                    <a:pt x="255340" y="5614162"/>
                  </a:lnTo>
                  <a:lnTo>
                    <a:pt x="255340" y="5613732"/>
                  </a:lnTo>
                  <a:lnTo>
                    <a:pt x="255458" y="5613732"/>
                  </a:lnTo>
                  <a:lnTo>
                    <a:pt x="255575" y="5613732"/>
                  </a:lnTo>
                  <a:lnTo>
                    <a:pt x="255693" y="5613732"/>
                  </a:lnTo>
                  <a:lnTo>
                    <a:pt x="255693" y="5613301"/>
                  </a:lnTo>
                  <a:lnTo>
                    <a:pt x="255693" y="5612871"/>
                  </a:lnTo>
                  <a:lnTo>
                    <a:pt x="255811" y="5612871"/>
                  </a:lnTo>
                  <a:lnTo>
                    <a:pt x="255811" y="5612440"/>
                  </a:lnTo>
                  <a:lnTo>
                    <a:pt x="255928" y="5612440"/>
                  </a:lnTo>
                  <a:lnTo>
                    <a:pt x="256046" y="5612440"/>
                  </a:lnTo>
                  <a:lnTo>
                    <a:pt x="256163" y="5612440"/>
                  </a:lnTo>
                  <a:lnTo>
                    <a:pt x="256281" y="5612440"/>
                  </a:lnTo>
                  <a:lnTo>
                    <a:pt x="256399" y="5612440"/>
                  </a:lnTo>
                  <a:lnTo>
                    <a:pt x="256399" y="5612009"/>
                  </a:lnTo>
                  <a:lnTo>
                    <a:pt x="256399" y="5611579"/>
                  </a:lnTo>
                  <a:lnTo>
                    <a:pt x="256516" y="5611579"/>
                  </a:lnTo>
                  <a:lnTo>
                    <a:pt x="256634" y="5611579"/>
                  </a:lnTo>
                  <a:lnTo>
                    <a:pt x="256751" y="5611579"/>
                  </a:lnTo>
                  <a:lnTo>
                    <a:pt x="256869" y="5611579"/>
                  </a:lnTo>
                  <a:lnTo>
                    <a:pt x="256869" y="5611148"/>
                  </a:lnTo>
                  <a:lnTo>
                    <a:pt x="256987" y="5611148"/>
                  </a:lnTo>
                  <a:lnTo>
                    <a:pt x="256987" y="5610718"/>
                  </a:lnTo>
                  <a:lnTo>
                    <a:pt x="256987" y="5610287"/>
                  </a:lnTo>
                  <a:lnTo>
                    <a:pt x="257104" y="5610287"/>
                  </a:lnTo>
                  <a:lnTo>
                    <a:pt x="257104" y="5609856"/>
                  </a:lnTo>
                  <a:lnTo>
                    <a:pt x="257104" y="5609426"/>
                  </a:lnTo>
                  <a:lnTo>
                    <a:pt x="257104" y="5608995"/>
                  </a:lnTo>
                  <a:lnTo>
                    <a:pt x="257104" y="5608565"/>
                  </a:lnTo>
                  <a:lnTo>
                    <a:pt x="257104" y="5608134"/>
                  </a:lnTo>
                  <a:lnTo>
                    <a:pt x="257222" y="5608134"/>
                  </a:lnTo>
                  <a:lnTo>
                    <a:pt x="257340" y="5608134"/>
                  </a:lnTo>
                  <a:lnTo>
                    <a:pt x="257340" y="5607703"/>
                  </a:lnTo>
                  <a:lnTo>
                    <a:pt x="257340" y="5607273"/>
                  </a:lnTo>
                  <a:lnTo>
                    <a:pt x="257340" y="5606842"/>
                  </a:lnTo>
                  <a:lnTo>
                    <a:pt x="257457" y="5606842"/>
                  </a:lnTo>
                  <a:lnTo>
                    <a:pt x="257575" y="5606842"/>
                  </a:lnTo>
                  <a:lnTo>
                    <a:pt x="257692" y="5606842"/>
                  </a:lnTo>
                  <a:lnTo>
                    <a:pt x="257692" y="5606412"/>
                  </a:lnTo>
                  <a:lnTo>
                    <a:pt x="257692" y="5605981"/>
                  </a:lnTo>
                  <a:lnTo>
                    <a:pt x="257692" y="5605550"/>
                  </a:lnTo>
                  <a:lnTo>
                    <a:pt x="257692" y="5605120"/>
                  </a:lnTo>
                  <a:lnTo>
                    <a:pt x="257692" y="5604689"/>
                  </a:lnTo>
                  <a:lnTo>
                    <a:pt x="257692" y="5604259"/>
                  </a:lnTo>
                  <a:lnTo>
                    <a:pt x="257810" y="5604259"/>
                  </a:lnTo>
                  <a:lnTo>
                    <a:pt x="257928" y="5604259"/>
                  </a:lnTo>
                  <a:lnTo>
                    <a:pt x="258045" y="5604259"/>
                  </a:lnTo>
                  <a:lnTo>
                    <a:pt x="258163" y="5604259"/>
                  </a:lnTo>
                  <a:lnTo>
                    <a:pt x="258280" y="5604259"/>
                  </a:lnTo>
                  <a:lnTo>
                    <a:pt x="258280" y="5603828"/>
                  </a:lnTo>
                  <a:lnTo>
                    <a:pt x="258398" y="5603828"/>
                  </a:lnTo>
                  <a:lnTo>
                    <a:pt x="258398" y="5603397"/>
                  </a:lnTo>
                  <a:lnTo>
                    <a:pt x="258516" y="5603397"/>
                  </a:lnTo>
                  <a:lnTo>
                    <a:pt x="258516" y="5602967"/>
                  </a:lnTo>
                  <a:lnTo>
                    <a:pt x="258516" y="5602536"/>
                  </a:lnTo>
                  <a:lnTo>
                    <a:pt x="258633" y="5602536"/>
                  </a:lnTo>
                  <a:lnTo>
                    <a:pt x="258633" y="5602106"/>
                  </a:lnTo>
                  <a:lnTo>
                    <a:pt x="258633" y="5601675"/>
                  </a:lnTo>
                  <a:lnTo>
                    <a:pt x="258751" y="5601675"/>
                  </a:lnTo>
                  <a:lnTo>
                    <a:pt x="258868" y="5601675"/>
                  </a:lnTo>
                  <a:lnTo>
                    <a:pt x="258986" y="5601675"/>
                  </a:lnTo>
                  <a:lnTo>
                    <a:pt x="259104" y="5601675"/>
                  </a:lnTo>
                  <a:lnTo>
                    <a:pt x="259104" y="5601244"/>
                  </a:lnTo>
                  <a:lnTo>
                    <a:pt x="259221" y="5601244"/>
                  </a:lnTo>
                  <a:lnTo>
                    <a:pt x="259339" y="5601244"/>
                  </a:lnTo>
                  <a:lnTo>
                    <a:pt x="259457" y="5601244"/>
                  </a:lnTo>
                  <a:lnTo>
                    <a:pt x="259574" y="5601244"/>
                  </a:lnTo>
                  <a:lnTo>
                    <a:pt x="259574" y="5600814"/>
                  </a:lnTo>
                  <a:lnTo>
                    <a:pt x="259692" y="5600814"/>
                  </a:lnTo>
                  <a:lnTo>
                    <a:pt x="259809" y="5600814"/>
                  </a:lnTo>
                  <a:lnTo>
                    <a:pt x="259927" y="5600814"/>
                  </a:lnTo>
                  <a:lnTo>
                    <a:pt x="259927" y="5600383"/>
                  </a:lnTo>
                  <a:lnTo>
                    <a:pt x="260045" y="5600383"/>
                  </a:lnTo>
                  <a:lnTo>
                    <a:pt x="260045" y="5599953"/>
                  </a:lnTo>
                  <a:lnTo>
                    <a:pt x="260045" y="5599522"/>
                  </a:lnTo>
                  <a:lnTo>
                    <a:pt x="260045" y="5599091"/>
                  </a:lnTo>
                  <a:lnTo>
                    <a:pt x="260045" y="5598661"/>
                  </a:lnTo>
                  <a:lnTo>
                    <a:pt x="260045" y="5598230"/>
                  </a:lnTo>
                  <a:lnTo>
                    <a:pt x="260045" y="5597800"/>
                  </a:lnTo>
                  <a:lnTo>
                    <a:pt x="260045" y="5597369"/>
                  </a:lnTo>
                  <a:lnTo>
                    <a:pt x="260162" y="5597369"/>
                  </a:lnTo>
                  <a:lnTo>
                    <a:pt x="260162" y="5596938"/>
                  </a:lnTo>
                  <a:lnTo>
                    <a:pt x="260162" y="5596508"/>
                  </a:lnTo>
                  <a:lnTo>
                    <a:pt x="260280" y="5596508"/>
                  </a:lnTo>
                  <a:lnTo>
                    <a:pt x="260280" y="5596077"/>
                  </a:lnTo>
                  <a:lnTo>
                    <a:pt x="260397" y="5596077"/>
                  </a:lnTo>
                  <a:lnTo>
                    <a:pt x="260397" y="5595647"/>
                  </a:lnTo>
                  <a:lnTo>
                    <a:pt x="260397" y="5595216"/>
                  </a:lnTo>
                  <a:lnTo>
                    <a:pt x="260515" y="5595216"/>
                  </a:lnTo>
                  <a:lnTo>
                    <a:pt x="260633" y="5595216"/>
                  </a:lnTo>
                  <a:lnTo>
                    <a:pt x="260633" y="5594785"/>
                  </a:lnTo>
                  <a:lnTo>
                    <a:pt x="260750" y="5594785"/>
                  </a:lnTo>
                  <a:lnTo>
                    <a:pt x="260750" y="5594355"/>
                  </a:lnTo>
                  <a:lnTo>
                    <a:pt x="260868" y="5594355"/>
                  </a:lnTo>
                  <a:lnTo>
                    <a:pt x="260986" y="5594355"/>
                  </a:lnTo>
                  <a:lnTo>
                    <a:pt x="260986" y="5593924"/>
                  </a:lnTo>
                  <a:lnTo>
                    <a:pt x="261103" y="5593924"/>
                  </a:lnTo>
                  <a:lnTo>
                    <a:pt x="261221" y="5593924"/>
                  </a:lnTo>
                  <a:lnTo>
                    <a:pt x="261338" y="5593924"/>
                  </a:lnTo>
                  <a:lnTo>
                    <a:pt x="261456" y="5593924"/>
                  </a:lnTo>
                  <a:lnTo>
                    <a:pt x="261574" y="5593924"/>
                  </a:lnTo>
                  <a:lnTo>
                    <a:pt x="261691" y="5593924"/>
                  </a:lnTo>
                  <a:lnTo>
                    <a:pt x="261809" y="5593924"/>
                  </a:lnTo>
                  <a:lnTo>
                    <a:pt x="261926" y="5593924"/>
                  </a:lnTo>
                  <a:lnTo>
                    <a:pt x="261926" y="5593494"/>
                  </a:lnTo>
                  <a:lnTo>
                    <a:pt x="262044" y="5593494"/>
                  </a:lnTo>
                  <a:lnTo>
                    <a:pt x="262044" y="5593063"/>
                  </a:lnTo>
                  <a:lnTo>
                    <a:pt x="262044" y="5592632"/>
                  </a:lnTo>
                  <a:lnTo>
                    <a:pt x="262044" y="5592202"/>
                  </a:lnTo>
                  <a:lnTo>
                    <a:pt x="262162" y="5592202"/>
                  </a:lnTo>
                  <a:lnTo>
                    <a:pt x="262279" y="5592202"/>
                  </a:lnTo>
                  <a:lnTo>
                    <a:pt x="262397" y="5592202"/>
                  </a:lnTo>
                  <a:lnTo>
                    <a:pt x="262515" y="5592202"/>
                  </a:lnTo>
                  <a:lnTo>
                    <a:pt x="262632" y="5592202"/>
                  </a:lnTo>
                  <a:lnTo>
                    <a:pt x="262750" y="5592202"/>
                  </a:lnTo>
                  <a:lnTo>
                    <a:pt x="262750" y="5591771"/>
                  </a:lnTo>
                  <a:lnTo>
                    <a:pt x="262867" y="5591771"/>
                  </a:lnTo>
                  <a:lnTo>
                    <a:pt x="262985" y="5591771"/>
                  </a:lnTo>
                  <a:lnTo>
                    <a:pt x="262985" y="5591341"/>
                  </a:lnTo>
                  <a:lnTo>
                    <a:pt x="262985" y="5590910"/>
                  </a:lnTo>
                  <a:lnTo>
                    <a:pt x="263103" y="5590910"/>
                  </a:lnTo>
                  <a:lnTo>
                    <a:pt x="263220" y="5590910"/>
                  </a:lnTo>
                  <a:lnTo>
                    <a:pt x="263338" y="5590910"/>
                  </a:lnTo>
                  <a:lnTo>
                    <a:pt x="263455" y="5590910"/>
                  </a:lnTo>
                  <a:lnTo>
                    <a:pt x="263455" y="5590479"/>
                  </a:lnTo>
                  <a:lnTo>
                    <a:pt x="263455" y="5590049"/>
                  </a:lnTo>
                  <a:lnTo>
                    <a:pt x="263573" y="5590049"/>
                  </a:lnTo>
                  <a:lnTo>
                    <a:pt x="263573" y="5589618"/>
                  </a:lnTo>
                  <a:lnTo>
                    <a:pt x="263573" y="5589188"/>
                  </a:lnTo>
                  <a:lnTo>
                    <a:pt x="263573" y="5588757"/>
                  </a:lnTo>
                  <a:lnTo>
                    <a:pt x="263691" y="5588757"/>
                  </a:lnTo>
                  <a:lnTo>
                    <a:pt x="263808" y="5588757"/>
                  </a:lnTo>
                  <a:lnTo>
                    <a:pt x="263926" y="5588757"/>
                  </a:lnTo>
                  <a:lnTo>
                    <a:pt x="264044" y="5588757"/>
                  </a:lnTo>
                  <a:lnTo>
                    <a:pt x="264044" y="5588326"/>
                  </a:lnTo>
                  <a:lnTo>
                    <a:pt x="264161" y="5588326"/>
                  </a:lnTo>
                  <a:lnTo>
                    <a:pt x="264279" y="5588326"/>
                  </a:lnTo>
                  <a:lnTo>
                    <a:pt x="264279" y="5587896"/>
                  </a:lnTo>
                  <a:lnTo>
                    <a:pt x="264279" y="5587465"/>
                  </a:lnTo>
                  <a:lnTo>
                    <a:pt x="264279" y="5587035"/>
                  </a:lnTo>
                  <a:lnTo>
                    <a:pt x="264279" y="5586604"/>
                  </a:lnTo>
                  <a:lnTo>
                    <a:pt x="264396" y="5586604"/>
                  </a:lnTo>
                  <a:lnTo>
                    <a:pt x="264514" y="5586604"/>
                  </a:lnTo>
                  <a:lnTo>
                    <a:pt x="264632" y="5586604"/>
                  </a:lnTo>
                  <a:lnTo>
                    <a:pt x="264749" y="5586604"/>
                  </a:lnTo>
                  <a:lnTo>
                    <a:pt x="264749" y="5586173"/>
                  </a:lnTo>
                  <a:lnTo>
                    <a:pt x="264867" y="5586173"/>
                  </a:lnTo>
                  <a:lnTo>
                    <a:pt x="264984" y="5586173"/>
                  </a:lnTo>
                  <a:lnTo>
                    <a:pt x="265102" y="5586173"/>
                  </a:lnTo>
                  <a:lnTo>
                    <a:pt x="265220" y="5586173"/>
                  </a:lnTo>
                  <a:lnTo>
                    <a:pt x="265220" y="5585743"/>
                  </a:lnTo>
                  <a:lnTo>
                    <a:pt x="265337" y="5585743"/>
                  </a:lnTo>
                  <a:lnTo>
                    <a:pt x="265455" y="5585743"/>
                  </a:lnTo>
                  <a:lnTo>
                    <a:pt x="265573" y="5585743"/>
                  </a:lnTo>
                  <a:lnTo>
                    <a:pt x="265690" y="5585743"/>
                  </a:lnTo>
                  <a:lnTo>
                    <a:pt x="265808" y="5585743"/>
                  </a:lnTo>
                  <a:lnTo>
                    <a:pt x="265925" y="5585743"/>
                  </a:lnTo>
                  <a:lnTo>
                    <a:pt x="265925" y="5585312"/>
                  </a:lnTo>
                  <a:lnTo>
                    <a:pt x="265925" y="5584882"/>
                  </a:lnTo>
                  <a:lnTo>
                    <a:pt x="266043" y="5584882"/>
                  </a:lnTo>
                  <a:lnTo>
                    <a:pt x="266161" y="5584882"/>
                  </a:lnTo>
                  <a:lnTo>
                    <a:pt x="266161" y="5584451"/>
                  </a:lnTo>
                  <a:lnTo>
                    <a:pt x="266278" y="5584451"/>
                  </a:lnTo>
                  <a:lnTo>
                    <a:pt x="266396" y="5584451"/>
                  </a:lnTo>
                  <a:lnTo>
                    <a:pt x="266396" y="5584020"/>
                  </a:lnTo>
                  <a:lnTo>
                    <a:pt x="266396" y="5583590"/>
                  </a:lnTo>
                  <a:lnTo>
                    <a:pt x="266513" y="5583590"/>
                  </a:lnTo>
                  <a:lnTo>
                    <a:pt x="266631" y="5583590"/>
                  </a:lnTo>
                  <a:lnTo>
                    <a:pt x="266631" y="5583159"/>
                  </a:lnTo>
                  <a:lnTo>
                    <a:pt x="266749" y="5583159"/>
                  </a:lnTo>
                  <a:lnTo>
                    <a:pt x="266866" y="5583159"/>
                  </a:lnTo>
                  <a:lnTo>
                    <a:pt x="266866" y="5582729"/>
                  </a:lnTo>
                  <a:lnTo>
                    <a:pt x="266984" y="5582729"/>
                  </a:lnTo>
                  <a:lnTo>
                    <a:pt x="267101" y="5582729"/>
                  </a:lnTo>
                  <a:lnTo>
                    <a:pt x="267101" y="5582298"/>
                  </a:lnTo>
                  <a:lnTo>
                    <a:pt x="267219" y="5582298"/>
                  </a:lnTo>
                  <a:lnTo>
                    <a:pt x="267219" y="5581867"/>
                  </a:lnTo>
                  <a:lnTo>
                    <a:pt x="267337" y="5581867"/>
                  </a:lnTo>
                  <a:lnTo>
                    <a:pt x="267337" y="5581437"/>
                  </a:lnTo>
                  <a:lnTo>
                    <a:pt x="267454" y="5581437"/>
                  </a:lnTo>
                  <a:lnTo>
                    <a:pt x="267454" y="5581006"/>
                  </a:lnTo>
                  <a:lnTo>
                    <a:pt x="267454" y="5580576"/>
                  </a:lnTo>
                  <a:lnTo>
                    <a:pt x="267572" y="5580576"/>
                  </a:lnTo>
                  <a:lnTo>
                    <a:pt x="267572" y="5580145"/>
                  </a:lnTo>
                  <a:lnTo>
                    <a:pt x="267572" y="5579714"/>
                  </a:lnTo>
                  <a:lnTo>
                    <a:pt x="267572" y="5579284"/>
                  </a:lnTo>
                  <a:lnTo>
                    <a:pt x="267572" y="5578853"/>
                  </a:lnTo>
                  <a:lnTo>
                    <a:pt x="267572" y="5578423"/>
                  </a:lnTo>
                  <a:lnTo>
                    <a:pt x="267572" y="5577992"/>
                  </a:lnTo>
                  <a:lnTo>
                    <a:pt x="267572" y="5577561"/>
                  </a:lnTo>
                  <a:lnTo>
                    <a:pt x="267690" y="5577561"/>
                  </a:lnTo>
                  <a:lnTo>
                    <a:pt x="267690" y="5577131"/>
                  </a:lnTo>
                  <a:lnTo>
                    <a:pt x="267807" y="5577131"/>
                  </a:lnTo>
                  <a:lnTo>
                    <a:pt x="267925" y="5577131"/>
                  </a:lnTo>
                  <a:lnTo>
                    <a:pt x="268042" y="5577131"/>
                  </a:lnTo>
                  <a:lnTo>
                    <a:pt x="268042" y="5576700"/>
                  </a:lnTo>
                  <a:lnTo>
                    <a:pt x="268160" y="5576700"/>
                  </a:lnTo>
                  <a:lnTo>
                    <a:pt x="268160" y="5576270"/>
                  </a:lnTo>
                  <a:lnTo>
                    <a:pt x="268278" y="5576270"/>
                  </a:lnTo>
                  <a:lnTo>
                    <a:pt x="268395" y="5576270"/>
                  </a:lnTo>
                  <a:lnTo>
                    <a:pt x="268395" y="5575839"/>
                  </a:lnTo>
                  <a:lnTo>
                    <a:pt x="268395" y="5575408"/>
                  </a:lnTo>
                  <a:lnTo>
                    <a:pt x="268513" y="5575408"/>
                  </a:lnTo>
                  <a:lnTo>
                    <a:pt x="268630" y="5575408"/>
                  </a:lnTo>
                  <a:lnTo>
                    <a:pt x="268630" y="5574978"/>
                  </a:lnTo>
                  <a:lnTo>
                    <a:pt x="268748" y="5574978"/>
                  </a:lnTo>
                  <a:lnTo>
                    <a:pt x="268748" y="5574547"/>
                  </a:lnTo>
                  <a:lnTo>
                    <a:pt x="268748" y="5574117"/>
                  </a:lnTo>
                  <a:lnTo>
                    <a:pt x="268866" y="5574117"/>
                  </a:lnTo>
                  <a:lnTo>
                    <a:pt x="268866" y="5573686"/>
                  </a:lnTo>
                  <a:lnTo>
                    <a:pt x="268983" y="5573686"/>
                  </a:lnTo>
                  <a:lnTo>
                    <a:pt x="269101" y="5573686"/>
                  </a:lnTo>
                  <a:lnTo>
                    <a:pt x="269101" y="5573255"/>
                  </a:lnTo>
                  <a:lnTo>
                    <a:pt x="269219" y="5573255"/>
                  </a:lnTo>
                  <a:lnTo>
                    <a:pt x="269219" y="5572825"/>
                  </a:lnTo>
                  <a:lnTo>
                    <a:pt x="269336" y="5572825"/>
                  </a:lnTo>
                  <a:lnTo>
                    <a:pt x="269454" y="5572825"/>
                  </a:lnTo>
                  <a:lnTo>
                    <a:pt x="269571" y="5572825"/>
                  </a:lnTo>
                  <a:lnTo>
                    <a:pt x="269689" y="5572825"/>
                  </a:lnTo>
                  <a:lnTo>
                    <a:pt x="269807" y="5572825"/>
                  </a:lnTo>
                  <a:lnTo>
                    <a:pt x="269807" y="5572394"/>
                  </a:lnTo>
                  <a:lnTo>
                    <a:pt x="269924" y="5572394"/>
                  </a:lnTo>
                  <a:lnTo>
                    <a:pt x="270042" y="5572394"/>
                  </a:lnTo>
                  <a:lnTo>
                    <a:pt x="270042" y="5571964"/>
                  </a:lnTo>
                  <a:lnTo>
                    <a:pt x="270042" y="5571533"/>
                  </a:lnTo>
                  <a:lnTo>
                    <a:pt x="270042" y="5571102"/>
                  </a:lnTo>
                  <a:lnTo>
                    <a:pt x="270159" y="5571102"/>
                  </a:lnTo>
                  <a:lnTo>
                    <a:pt x="270277" y="5571102"/>
                  </a:lnTo>
                  <a:lnTo>
                    <a:pt x="270277" y="5570672"/>
                  </a:lnTo>
                  <a:lnTo>
                    <a:pt x="270395" y="5570672"/>
                  </a:lnTo>
                  <a:lnTo>
                    <a:pt x="270512" y="5570672"/>
                  </a:lnTo>
                  <a:lnTo>
                    <a:pt x="270630" y="5570672"/>
                  </a:lnTo>
                  <a:lnTo>
                    <a:pt x="270748" y="5570672"/>
                  </a:lnTo>
                  <a:lnTo>
                    <a:pt x="270865" y="5570672"/>
                  </a:lnTo>
                  <a:lnTo>
                    <a:pt x="270983" y="5570672"/>
                  </a:lnTo>
                  <a:lnTo>
                    <a:pt x="270983" y="5570241"/>
                  </a:lnTo>
                  <a:lnTo>
                    <a:pt x="271100" y="5570241"/>
                  </a:lnTo>
                  <a:lnTo>
                    <a:pt x="271100" y="5569811"/>
                  </a:lnTo>
                  <a:lnTo>
                    <a:pt x="271218" y="5569811"/>
                  </a:lnTo>
                  <a:lnTo>
                    <a:pt x="271218" y="5569380"/>
                  </a:lnTo>
                  <a:lnTo>
                    <a:pt x="271218" y="5568949"/>
                  </a:lnTo>
                  <a:lnTo>
                    <a:pt x="271336" y="5568949"/>
                  </a:lnTo>
                  <a:lnTo>
                    <a:pt x="271453" y="5568949"/>
                  </a:lnTo>
                  <a:lnTo>
                    <a:pt x="271453" y="5568519"/>
                  </a:lnTo>
                  <a:lnTo>
                    <a:pt x="271571" y="5568519"/>
                  </a:lnTo>
                  <a:lnTo>
                    <a:pt x="271688" y="5568519"/>
                  </a:lnTo>
                  <a:lnTo>
                    <a:pt x="271806" y="5568519"/>
                  </a:lnTo>
                  <a:lnTo>
                    <a:pt x="271806" y="5568088"/>
                  </a:lnTo>
                  <a:lnTo>
                    <a:pt x="271924" y="5568088"/>
                  </a:lnTo>
                  <a:lnTo>
                    <a:pt x="272041" y="5568088"/>
                  </a:lnTo>
                  <a:lnTo>
                    <a:pt x="272041" y="5567658"/>
                  </a:lnTo>
                  <a:lnTo>
                    <a:pt x="272159" y="5567658"/>
                  </a:lnTo>
                  <a:lnTo>
                    <a:pt x="272277" y="5567658"/>
                  </a:lnTo>
                  <a:lnTo>
                    <a:pt x="272277" y="5567227"/>
                  </a:lnTo>
                  <a:lnTo>
                    <a:pt x="272277" y="5566796"/>
                  </a:lnTo>
                  <a:lnTo>
                    <a:pt x="272394" y="5566796"/>
                  </a:lnTo>
                  <a:lnTo>
                    <a:pt x="272512" y="5566796"/>
                  </a:lnTo>
                  <a:lnTo>
                    <a:pt x="272512" y="5566366"/>
                  </a:lnTo>
                  <a:lnTo>
                    <a:pt x="272629" y="5566366"/>
                  </a:lnTo>
                  <a:lnTo>
                    <a:pt x="272747" y="5566366"/>
                  </a:lnTo>
                  <a:lnTo>
                    <a:pt x="272747" y="5565935"/>
                  </a:lnTo>
                  <a:lnTo>
                    <a:pt x="272865" y="5565935"/>
                  </a:lnTo>
                  <a:lnTo>
                    <a:pt x="272982" y="5565935"/>
                  </a:lnTo>
                  <a:lnTo>
                    <a:pt x="272982" y="5565505"/>
                  </a:lnTo>
                  <a:lnTo>
                    <a:pt x="273100" y="5565505"/>
                  </a:lnTo>
                  <a:lnTo>
                    <a:pt x="273217" y="5565505"/>
                  </a:lnTo>
                  <a:lnTo>
                    <a:pt x="273335" y="5565505"/>
                  </a:lnTo>
                  <a:lnTo>
                    <a:pt x="273335" y="5565074"/>
                  </a:lnTo>
                  <a:lnTo>
                    <a:pt x="273335" y="5564643"/>
                  </a:lnTo>
                  <a:lnTo>
                    <a:pt x="273453" y="5564643"/>
                  </a:lnTo>
                  <a:lnTo>
                    <a:pt x="273453" y="5564213"/>
                  </a:lnTo>
                  <a:lnTo>
                    <a:pt x="273570" y="5564213"/>
                  </a:lnTo>
                  <a:lnTo>
                    <a:pt x="273570" y="5563782"/>
                  </a:lnTo>
                  <a:lnTo>
                    <a:pt x="273688" y="5563782"/>
                  </a:lnTo>
                  <a:lnTo>
                    <a:pt x="273688" y="5563352"/>
                  </a:lnTo>
                  <a:lnTo>
                    <a:pt x="273688" y="5562921"/>
                  </a:lnTo>
                  <a:lnTo>
                    <a:pt x="273806" y="5562921"/>
                  </a:lnTo>
                  <a:lnTo>
                    <a:pt x="273806" y="5562490"/>
                  </a:lnTo>
                  <a:lnTo>
                    <a:pt x="273806" y="5562060"/>
                  </a:lnTo>
                  <a:lnTo>
                    <a:pt x="273806" y="5561629"/>
                  </a:lnTo>
                  <a:lnTo>
                    <a:pt x="273923" y="5561629"/>
                  </a:lnTo>
                  <a:lnTo>
                    <a:pt x="273923" y="5561199"/>
                  </a:lnTo>
                  <a:lnTo>
                    <a:pt x="274041" y="5561199"/>
                  </a:lnTo>
                  <a:lnTo>
                    <a:pt x="274158" y="5561199"/>
                  </a:lnTo>
                  <a:lnTo>
                    <a:pt x="274276" y="5561199"/>
                  </a:lnTo>
                  <a:lnTo>
                    <a:pt x="274394" y="5561199"/>
                  </a:lnTo>
                  <a:lnTo>
                    <a:pt x="274511" y="5561199"/>
                  </a:lnTo>
                  <a:lnTo>
                    <a:pt x="274629" y="5561199"/>
                  </a:lnTo>
                  <a:lnTo>
                    <a:pt x="274746" y="5561199"/>
                  </a:lnTo>
                  <a:lnTo>
                    <a:pt x="274864" y="5561199"/>
                  </a:lnTo>
                  <a:lnTo>
                    <a:pt x="274864" y="5560768"/>
                  </a:lnTo>
                  <a:lnTo>
                    <a:pt x="274864" y="5560337"/>
                  </a:lnTo>
                  <a:lnTo>
                    <a:pt x="274864" y="5559907"/>
                  </a:lnTo>
                  <a:lnTo>
                    <a:pt x="274864" y="5559476"/>
                  </a:lnTo>
                  <a:lnTo>
                    <a:pt x="274982" y="5559476"/>
                  </a:lnTo>
                  <a:lnTo>
                    <a:pt x="275099" y="5559476"/>
                  </a:lnTo>
                  <a:lnTo>
                    <a:pt x="275217" y="5559476"/>
                  </a:lnTo>
                  <a:lnTo>
                    <a:pt x="275217" y="5559046"/>
                  </a:lnTo>
                  <a:lnTo>
                    <a:pt x="275334" y="5559046"/>
                  </a:lnTo>
                  <a:lnTo>
                    <a:pt x="275452" y="5559046"/>
                  </a:lnTo>
                  <a:lnTo>
                    <a:pt x="275452" y="5558615"/>
                  </a:lnTo>
                  <a:lnTo>
                    <a:pt x="275570" y="5558615"/>
                  </a:lnTo>
                  <a:lnTo>
                    <a:pt x="275687" y="5558615"/>
                  </a:lnTo>
                  <a:lnTo>
                    <a:pt x="275805" y="5558615"/>
                  </a:lnTo>
                  <a:lnTo>
                    <a:pt x="275805" y="5558184"/>
                  </a:lnTo>
                  <a:lnTo>
                    <a:pt x="275805" y="5557754"/>
                  </a:lnTo>
                  <a:lnTo>
                    <a:pt x="275923" y="5557754"/>
                  </a:lnTo>
                  <a:lnTo>
                    <a:pt x="275923" y="5557323"/>
                  </a:lnTo>
                  <a:lnTo>
                    <a:pt x="275923" y="5556893"/>
                  </a:lnTo>
                  <a:lnTo>
                    <a:pt x="276040" y="5556893"/>
                  </a:lnTo>
                  <a:lnTo>
                    <a:pt x="276040" y="5556462"/>
                  </a:lnTo>
                  <a:lnTo>
                    <a:pt x="276040" y="5556031"/>
                  </a:lnTo>
                  <a:lnTo>
                    <a:pt x="276158" y="5556031"/>
                  </a:lnTo>
                  <a:lnTo>
                    <a:pt x="276158" y="5555601"/>
                  </a:lnTo>
                  <a:lnTo>
                    <a:pt x="276158" y="5555170"/>
                  </a:lnTo>
                  <a:lnTo>
                    <a:pt x="276158" y="5554740"/>
                  </a:lnTo>
                  <a:lnTo>
                    <a:pt x="276158" y="5554309"/>
                  </a:lnTo>
                  <a:lnTo>
                    <a:pt x="276275" y="5554309"/>
                  </a:lnTo>
                  <a:lnTo>
                    <a:pt x="276393" y="5554309"/>
                  </a:lnTo>
                  <a:lnTo>
                    <a:pt x="276393" y="5553878"/>
                  </a:lnTo>
                  <a:lnTo>
                    <a:pt x="276393" y="5553448"/>
                  </a:lnTo>
                  <a:lnTo>
                    <a:pt x="276511" y="5553448"/>
                  </a:lnTo>
                  <a:lnTo>
                    <a:pt x="276628" y="5553448"/>
                  </a:lnTo>
                  <a:lnTo>
                    <a:pt x="276628" y="5553017"/>
                  </a:lnTo>
                  <a:lnTo>
                    <a:pt x="276746" y="5553017"/>
                  </a:lnTo>
                  <a:lnTo>
                    <a:pt x="276863" y="5553017"/>
                  </a:lnTo>
                  <a:lnTo>
                    <a:pt x="276981" y="5553017"/>
                  </a:lnTo>
                  <a:lnTo>
                    <a:pt x="276981" y="5552587"/>
                  </a:lnTo>
                  <a:lnTo>
                    <a:pt x="276981" y="5552156"/>
                  </a:lnTo>
                  <a:lnTo>
                    <a:pt x="277099" y="5552156"/>
                  </a:lnTo>
                  <a:lnTo>
                    <a:pt x="277216" y="5552156"/>
                  </a:lnTo>
                  <a:lnTo>
                    <a:pt x="277334" y="5552156"/>
                  </a:lnTo>
                  <a:lnTo>
                    <a:pt x="277334" y="5551725"/>
                  </a:lnTo>
                  <a:lnTo>
                    <a:pt x="277452" y="5551725"/>
                  </a:lnTo>
                  <a:lnTo>
                    <a:pt x="277569" y="5551725"/>
                  </a:lnTo>
                  <a:lnTo>
                    <a:pt x="277569" y="5551295"/>
                  </a:lnTo>
                  <a:lnTo>
                    <a:pt x="277687" y="5551295"/>
                  </a:lnTo>
                  <a:lnTo>
                    <a:pt x="277804" y="5551295"/>
                  </a:lnTo>
                  <a:lnTo>
                    <a:pt x="277804" y="5550864"/>
                  </a:lnTo>
                  <a:lnTo>
                    <a:pt x="277922" y="5550864"/>
                  </a:lnTo>
                  <a:lnTo>
                    <a:pt x="278040" y="5550864"/>
                  </a:lnTo>
                  <a:lnTo>
                    <a:pt x="278040" y="5550434"/>
                  </a:lnTo>
                  <a:lnTo>
                    <a:pt x="278040" y="5550003"/>
                  </a:lnTo>
                  <a:lnTo>
                    <a:pt x="278157" y="5550003"/>
                  </a:lnTo>
                  <a:lnTo>
                    <a:pt x="278157" y="5549572"/>
                  </a:lnTo>
                  <a:lnTo>
                    <a:pt x="278275" y="5549572"/>
                  </a:lnTo>
                  <a:lnTo>
                    <a:pt x="278392" y="5549572"/>
                  </a:lnTo>
                  <a:lnTo>
                    <a:pt x="278392" y="5549142"/>
                  </a:lnTo>
                  <a:lnTo>
                    <a:pt x="278510" y="5549142"/>
                  </a:lnTo>
                  <a:lnTo>
                    <a:pt x="278510" y="5548711"/>
                  </a:lnTo>
                  <a:lnTo>
                    <a:pt x="278628" y="5548711"/>
                  </a:lnTo>
                  <a:lnTo>
                    <a:pt x="278745" y="5548711"/>
                  </a:lnTo>
                  <a:lnTo>
                    <a:pt x="278745" y="5548281"/>
                  </a:lnTo>
                  <a:lnTo>
                    <a:pt x="278745" y="5547850"/>
                  </a:lnTo>
                  <a:lnTo>
                    <a:pt x="278863" y="5547850"/>
                  </a:lnTo>
                  <a:lnTo>
                    <a:pt x="278863" y="5547419"/>
                  </a:lnTo>
                  <a:lnTo>
                    <a:pt x="278863" y="5546989"/>
                  </a:lnTo>
                  <a:lnTo>
                    <a:pt x="278981" y="5546989"/>
                  </a:lnTo>
                  <a:lnTo>
                    <a:pt x="279098" y="5546989"/>
                  </a:lnTo>
                  <a:lnTo>
                    <a:pt x="279098" y="5546558"/>
                  </a:lnTo>
                  <a:lnTo>
                    <a:pt x="279098" y="5546128"/>
                  </a:lnTo>
                  <a:lnTo>
                    <a:pt x="279098" y="5545697"/>
                  </a:lnTo>
                  <a:lnTo>
                    <a:pt x="279216" y="5545697"/>
                  </a:lnTo>
                  <a:lnTo>
                    <a:pt x="279333" y="5545697"/>
                  </a:lnTo>
                  <a:lnTo>
                    <a:pt x="279451" y="5545697"/>
                  </a:lnTo>
                  <a:lnTo>
                    <a:pt x="279451" y="5545266"/>
                  </a:lnTo>
                  <a:lnTo>
                    <a:pt x="279451" y="5544836"/>
                  </a:lnTo>
                  <a:lnTo>
                    <a:pt x="279569" y="5544836"/>
                  </a:lnTo>
                  <a:lnTo>
                    <a:pt x="279569" y="5544405"/>
                  </a:lnTo>
                  <a:lnTo>
                    <a:pt x="279686" y="5544405"/>
                  </a:lnTo>
                  <a:lnTo>
                    <a:pt x="279804" y="5544405"/>
                  </a:lnTo>
                  <a:lnTo>
                    <a:pt x="279804" y="5543975"/>
                  </a:lnTo>
                  <a:lnTo>
                    <a:pt x="279921" y="5543975"/>
                  </a:lnTo>
                  <a:lnTo>
                    <a:pt x="280039" y="5543975"/>
                  </a:lnTo>
                  <a:lnTo>
                    <a:pt x="280157" y="5543975"/>
                  </a:lnTo>
                  <a:lnTo>
                    <a:pt x="280157" y="5543544"/>
                  </a:lnTo>
                  <a:lnTo>
                    <a:pt x="280274" y="5543544"/>
                  </a:lnTo>
                  <a:lnTo>
                    <a:pt x="280274" y="5543113"/>
                  </a:lnTo>
                  <a:lnTo>
                    <a:pt x="280392" y="5543113"/>
                  </a:lnTo>
                  <a:lnTo>
                    <a:pt x="280392" y="5542683"/>
                  </a:lnTo>
                  <a:lnTo>
                    <a:pt x="280510" y="5542683"/>
                  </a:lnTo>
                  <a:lnTo>
                    <a:pt x="280510" y="5542252"/>
                  </a:lnTo>
                  <a:lnTo>
                    <a:pt x="280627" y="5542252"/>
                  </a:lnTo>
                  <a:lnTo>
                    <a:pt x="280745" y="5542252"/>
                  </a:lnTo>
                  <a:lnTo>
                    <a:pt x="280862" y="5542252"/>
                  </a:lnTo>
                  <a:lnTo>
                    <a:pt x="280980" y="5542252"/>
                  </a:lnTo>
                  <a:lnTo>
                    <a:pt x="281098" y="5542252"/>
                  </a:lnTo>
                  <a:lnTo>
                    <a:pt x="281215" y="5542252"/>
                  </a:lnTo>
                  <a:lnTo>
                    <a:pt x="281215" y="5541822"/>
                  </a:lnTo>
                  <a:lnTo>
                    <a:pt x="281215" y="5541391"/>
                  </a:lnTo>
                  <a:lnTo>
                    <a:pt x="281333" y="5541391"/>
                  </a:lnTo>
                  <a:lnTo>
                    <a:pt x="281333" y="5540960"/>
                  </a:lnTo>
                  <a:lnTo>
                    <a:pt x="281333" y="5540530"/>
                  </a:lnTo>
                  <a:lnTo>
                    <a:pt x="281450" y="5540530"/>
                  </a:lnTo>
                  <a:lnTo>
                    <a:pt x="281450" y="5540099"/>
                  </a:lnTo>
                  <a:lnTo>
                    <a:pt x="281568" y="5540099"/>
                  </a:lnTo>
                  <a:lnTo>
                    <a:pt x="281686" y="5540099"/>
                  </a:lnTo>
                  <a:lnTo>
                    <a:pt x="281803" y="5540099"/>
                  </a:lnTo>
                  <a:lnTo>
                    <a:pt x="281921" y="5540099"/>
                  </a:lnTo>
                  <a:lnTo>
                    <a:pt x="281921" y="5539669"/>
                  </a:lnTo>
                  <a:lnTo>
                    <a:pt x="282039" y="5539669"/>
                  </a:lnTo>
                  <a:lnTo>
                    <a:pt x="282156" y="5539669"/>
                  </a:lnTo>
                  <a:lnTo>
                    <a:pt x="282274" y="5539669"/>
                  </a:lnTo>
                  <a:lnTo>
                    <a:pt x="282274" y="5539238"/>
                  </a:lnTo>
                  <a:lnTo>
                    <a:pt x="282391" y="5539238"/>
                  </a:lnTo>
                  <a:lnTo>
                    <a:pt x="282509" y="5539238"/>
                  </a:lnTo>
                  <a:lnTo>
                    <a:pt x="282627" y="5539238"/>
                  </a:lnTo>
                  <a:lnTo>
                    <a:pt x="282744" y="5539238"/>
                  </a:lnTo>
                  <a:lnTo>
                    <a:pt x="282744" y="5538807"/>
                  </a:lnTo>
                  <a:lnTo>
                    <a:pt x="282862" y="5538807"/>
                  </a:lnTo>
                  <a:lnTo>
                    <a:pt x="282862" y="5538377"/>
                  </a:lnTo>
                  <a:lnTo>
                    <a:pt x="282862" y="5537946"/>
                  </a:lnTo>
                  <a:lnTo>
                    <a:pt x="282979" y="5537946"/>
                  </a:lnTo>
                  <a:lnTo>
                    <a:pt x="282979" y="5537516"/>
                  </a:lnTo>
                  <a:lnTo>
                    <a:pt x="282979" y="5537085"/>
                  </a:lnTo>
                  <a:lnTo>
                    <a:pt x="282979" y="5536654"/>
                  </a:lnTo>
                  <a:lnTo>
                    <a:pt x="282979" y="5536224"/>
                  </a:lnTo>
                  <a:lnTo>
                    <a:pt x="283097" y="5536224"/>
                  </a:lnTo>
                  <a:lnTo>
                    <a:pt x="283097" y="5535793"/>
                  </a:lnTo>
                  <a:lnTo>
                    <a:pt x="283097" y="5535363"/>
                  </a:lnTo>
                  <a:lnTo>
                    <a:pt x="283215" y="5535363"/>
                  </a:lnTo>
                  <a:lnTo>
                    <a:pt x="283215" y="5534932"/>
                  </a:lnTo>
                  <a:lnTo>
                    <a:pt x="283215" y="5534501"/>
                  </a:lnTo>
                  <a:lnTo>
                    <a:pt x="283332" y="5534501"/>
                  </a:lnTo>
                  <a:lnTo>
                    <a:pt x="283332" y="5534071"/>
                  </a:lnTo>
                  <a:lnTo>
                    <a:pt x="283332" y="5533640"/>
                  </a:lnTo>
                  <a:lnTo>
                    <a:pt x="283332" y="5533210"/>
                  </a:lnTo>
                  <a:lnTo>
                    <a:pt x="283332" y="5532779"/>
                  </a:lnTo>
                  <a:lnTo>
                    <a:pt x="283450" y="5532779"/>
                  </a:lnTo>
                  <a:lnTo>
                    <a:pt x="283567" y="5532779"/>
                  </a:lnTo>
                  <a:lnTo>
                    <a:pt x="283685" y="5532779"/>
                  </a:lnTo>
                  <a:lnTo>
                    <a:pt x="283803" y="5532779"/>
                  </a:lnTo>
                  <a:lnTo>
                    <a:pt x="283803" y="5532348"/>
                  </a:lnTo>
                  <a:lnTo>
                    <a:pt x="283803" y="5531918"/>
                  </a:lnTo>
                  <a:lnTo>
                    <a:pt x="283920" y="5531918"/>
                  </a:lnTo>
                  <a:lnTo>
                    <a:pt x="284038" y="5531918"/>
                  </a:lnTo>
                  <a:lnTo>
                    <a:pt x="284038" y="5531487"/>
                  </a:lnTo>
                  <a:lnTo>
                    <a:pt x="284156" y="5531487"/>
                  </a:lnTo>
                  <a:lnTo>
                    <a:pt x="284156" y="5531057"/>
                  </a:lnTo>
                  <a:lnTo>
                    <a:pt x="284273" y="5531057"/>
                  </a:lnTo>
                  <a:lnTo>
                    <a:pt x="284273" y="5530626"/>
                  </a:lnTo>
                  <a:lnTo>
                    <a:pt x="284391" y="5530626"/>
                  </a:lnTo>
                  <a:lnTo>
                    <a:pt x="284508" y="5530626"/>
                  </a:lnTo>
                  <a:lnTo>
                    <a:pt x="284508" y="5530195"/>
                  </a:lnTo>
                  <a:lnTo>
                    <a:pt x="284626" y="5530195"/>
                  </a:lnTo>
                  <a:lnTo>
                    <a:pt x="284626" y="5529765"/>
                  </a:lnTo>
                  <a:lnTo>
                    <a:pt x="284744" y="5529765"/>
                  </a:lnTo>
                  <a:lnTo>
                    <a:pt x="284861" y="5529765"/>
                  </a:lnTo>
                  <a:lnTo>
                    <a:pt x="284979" y="5529765"/>
                  </a:lnTo>
                  <a:lnTo>
                    <a:pt x="285096" y="5529765"/>
                  </a:lnTo>
                  <a:lnTo>
                    <a:pt x="285214" y="5529765"/>
                  </a:lnTo>
                  <a:lnTo>
                    <a:pt x="285214" y="5529334"/>
                  </a:lnTo>
                  <a:lnTo>
                    <a:pt x="285214" y="5528904"/>
                  </a:lnTo>
                  <a:lnTo>
                    <a:pt x="285332" y="5528904"/>
                  </a:lnTo>
                  <a:lnTo>
                    <a:pt x="285449" y="5528904"/>
                  </a:lnTo>
                  <a:lnTo>
                    <a:pt x="285449" y="5528473"/>
                  </a:lnTo>
                  <a:lnTo>
                    <a:pt x="285567" y="5528473"/>
                  </a:lnTo>
                  <a:lnTo>
                    <a:pt x="285685" y="5528473"/>
                  </a:lnTo>
                  <a:lnTo>
                    <a:pt x="285802" y="5528473"/>
                  </a:lnTo>
                  <a:lnTo>
                    <a:pt x="285802" y="5528042"/>
                  </a:lnTo>
                  <a:lnTo>
                    <a:pt x="285802" y="5527612"/>
                  </a:lnTo>
                  <a:lnTo>
                    <a:pt x="285802" y="5527181"/>
                  </a:lnTo>
                  <a:lnTo>
                    <a:pt x="285802" y="5526751"/>
                  </a:lnTo>
                  <a:lnTo>
                    <a:pt x="285920" y="5526751"/>
                  </a:lnTo>
                  <a:lnTo>
                    <a:pt x="285920" y="5526320"/>
                  </a:lnTo>
                  <a:lnTo>
                    <a:pt x="286037" y="5526320"/>
                  </a:lnTo>
                  <a:lnTo>
                    <a:pt x="286155" y="5526320"/>
                  </a:lnTo>
                  <a:lnTo>
                    <a:pt x="286273" y="5526320"/>
                  </a:lnTo>
                  <a:lnTo>
                    <a:pt x="286273" y="5525889"/>
                  </a:lnTo>
                  <a:lnTo>
                    <a:pt x="286390" y="5525889"/>
                  </a:lnTo>
                  <a:lnTo>
                    <a:pt x="286390" y="5525459"/>
                  </a:lnTo>
                  <a:lnTo>
                    <a:pt x="286508" y="5525459"/>
                  </a:lnTo>
                  <a:lnTo>
                    <a:pt x="286625" y="5525459"/>
                  </a:lnTo>
                  <a:lnTo>
                    <a:pt x="286625" y="5525028"/>
                  </a:lnTo>
                  <a:lnTo>
                    <a:pt x="286743" y="5525028"/>
                  </a:lnTo>
                  <a:lnTo>
                    <a:pt x="286861" y="5525028"/>
                  </a:lnTo>
                  <a:lnTo>
                    <a:pt x="286861" y="5524598"/>
                  </a:lnTo>
                  <a:lnTo>
                    <a:pt x="286978" y="5524598"/>
                  </a:lnTo>
                  <a:lnTo>
                    <a:pt x="287096" y="5524598"/>
                  </a:lnTo>
                  <a:lnTo>
                    <a:pt x="287096" y="5524167"/>
                  </a:lnTo>
                  <a:lnTo>
                    <a:pt x="287214" y="5524167"/>
                  </a:lnTo>
                  <a:lnTo>
                    <a:pt x="287331" y="5524167"/>
                  </a:lnTo>
                  <a:lnTo>
                    <a:pt x="287449" y="5524167"/>
                  </a:lnTo>
                  <a:lnTo>
                    <a:pt x="287449" y="5523736"/>
                  </a:lnTo>
                  <a:lnTo>
                    <a:pt x="287566" y="5523736"/>
                  </a:lnTo>
                  <a:lnTo>
                    <a:pt x="287566" y="5523306"/>
                  </a:lnTo>
                  <a:lnTo>
                    <a:pt x="287684" y="5523306"/>
                  </a:lnTo>
                  <a:lnTo>
                    <a:pt x="287802" y="5523306"/>
                  </a:lnTo>
                  <a:lnTo>
                    <a:pt x="287919" y="5523306"/>
                  </a:lnTo>
                  <a:lnTo>
                    <a:pt x="288037" y="5523306"/>
                  </a:lnTo>
                  <a:lnTo>
                    <a:pt x="288154" y="5523306"/>
                  </a:lnTo>
                  <a:lnTo>
                    <a:pt x="288272" y="5523306"/>
                  </a:lnTo>
                  <a:lnTo>
                    <a:pt x="288272" y="5522875"/>
                  </a:lnTo>
                  <a:lnTo>
                    <a:pt x="288390" y="5522875"/>
                  </a:lnTo>
                  <a:lnTo>
                    <a:pt x="288390" y="5522445"/>
                  </a:lnTo>
                  <a:lnTo>
                    <a:pt x="288507" y="5522445"/>
                  </a:lnTo>
                  <a:lnTo>
                    <a:pt x="288625" y="5522445"/>
                  </a:lnTo>
                  <a:lnTo>
                    <a:pt x="288743" y="5522445"/>
                  </a:lnTo>
                  <a:lnTo>
                    <a:pt x="288743" y="5522014"/>
                  </a:lnTo>
                  <a:lnTo>
                    <a:pt x="288860" y="5522014"/>
                  </a:lnTo>
                  <a:lnTo>
                    <a:pt x="288978" y="5522014"/>
                  </a:lnTo>
                  <a:lnTo>
                    <a:pt x="288978" y="5521583"/>
                  </a:lnTo>
                  <a:lnTo>
                    <a:pt x="288978" y="5521153"/>
                  </a:lnTo>
                  <a:lnTo>
                    <a:pt x="288978" y="5520722"/>
                  </a:lnTo>
                  <a:lnTo>
                    <a:pt x="288978" y="5520292"/>
                  </a:lnTo>
                  <a:lnTo>
                    <a:pt x="288978" y="5519861"/>
                  </a:lnTo>
                  <a:lnTo>
                    <a:pt x="288978" y="5519430"/>
                  </a:lnTo>
                  <a:lnTo>
                    <a:pt x="288978" y="5519000"/>
                  </a:lnTo>
                  <a:lnTo>
                    <a:pt x="289095" y="5519000"/>
                  </a:lnTo>
                  <a:lnTo>
                    <a:pt x="289213" y="5519000"/>
                  </a:lnTo>
                  <a:lnTo>
                    <a:pt x="289213" y="5518569"/>
                  </a:lnTo>
                  <a:lnTo>
                    <a:pt x="289213" y="5518139"/>
                  </a:lnTo>
                  <a:lnTo>
                    <a:pt x="289213" y="5517708"/>
                  </a:lnTo>
                  <a:lnTo>
                    <a:pt x="289331" y="5517708"/>
                  </a:lnTo>
                  <a:lnTo>
                    <a:pt x="289448" y="5517708"/>
                  </a:lnTo>
                  <a:lnTo>
                    <a:pt x="289566" y="5517708"/>
                  </a:lnTo>
                  <a:lnTo>
                    <a:pt x="289566" y="5517277"/>
                  </a:lnTo>
                  <a:lnTo>
                    <a:pt x="289566" y="5516847"/>
                  </a:lnTo>
                  <a:lnTo>
                    <a:pt x="289566" y="5516416"/>
                  </a:lnTo>
                  <a:lnTo>
                    <a:pt x="289566" y="5515986"/>
                  </a:lnTo>
                  <a:lnTo>
                    <a:pt x="289683" y="5515986"/>
                  </a:lnTo>
                  <a:lnTo>
                    <a:pt x="289683" y="5515555"/>
                  </a:lnTo>
                  <a:lnTo>
                    <a:pt x="289801" y="5515555"/>
                  </a:lnTo>
                  <a:lnTo>
                    <a:pt x="289801" y="5515124"/>
                  </a:lnTo>
                  <a:lnTo>
                    <a:pt x="289919" y="5515124"/>
                  </a:lnTo>
                  <a:lnTo>
                    <a:pt x="290036" y="5515124"/>
                  </a:lnTo>
                  <a:lnTo>
                    <a:pt x="290036" y="5514694"/>
                  </a:lnTo>
                  <a:lnTo>
                    <a:pt x="290154" y="5514694"/>
                  </a:lnTo>
                  <a:lnTo>
                    <a:pt x="290272" y="5514694"/>
                  </a:lnTo>
                  <a:lnTo>
                    <a:pt x="290272" y="5514263"/>
                  </a:lnTo>
                  <a:lnTo>
                    <a:pt x="290389" y="5514263"/>
                  </a:lnTo>
                  <a:lnTo>
                    <a:pt x="290389" y="5513833"/>
                  </a:lnTo>
                  <a:lnTo>
                    <a:pt x="290507" y="5513833"/>
                  </a:lnTo>
                  <a:lnTo>
                    <a:pt x="290624" y="5513833"/>
                  </a:lnTo>
                  <a:lnTo>
                    <a:pt x="290624" y="5513402"/>
                  </a:lnTo>
                  <a:lnTo>
                    <a:pt x="290742" y="5513402"/>
                  </a:lnTo>
                  <a:lnTo>
                    <a:pt x="290860" y="5513402"/>
                  </a:lnTo>
                  <a:lnTo>
                    <a:pt x="290860" y="5512971"/>
                  </a:lnTo>
                  <a:lnTo>
                    <a:pt x="290977" y="5512971"/>
                  </a:lnTo>
                  <a:lnTo>
                    <a:pt x="291095" y="5512971"/>
                  </a:lnTo>
                  <a:lnTo>
                    <a:pt x="291212" y="5512971"/>
                  </a:lnTo>
                  <a:lnTo>
                    <a:pt x="291212" y="5512541"/>
                  </a:lnTo>
                  <a:lnTo>
                    <a:pt x="291330" y="5512541"/>
                  </a:lnTo>
                  <a:lnTo>
                    <a:pt x="291330" y="5512110"/>
                  </a:lnTo>
                  <a:lnTo>
                    <a:pt x="291448" y="5512110"/>
                  </a:lnTo>
                  <a:lnTo>
                    <a:pt x="291565" y="5512110"/>
                  </a:lnTo>
                  <a:lnTo>
                    <a:pt x="291565" y="5511680"/>
                  </a:lnTo>
                  <a:lnTo>
                    <a:pt x="291683" y="5511680"/>
                  </a:lnTo>
                  <a:lnTo>
                    <a:pt x="291800" y="5511680"/>
                  </a:lnTo>
                  <a:lnTo>
                    <a:pt x="291918" y="5511680"/>
                  </a:lnTo>
                  <a:lnTo>
                    <a:pt x="291918" y="5511249"/>
                  </a:lnTo>
                  <a:lnTo>
                    <a:pt x="291918" y="5510818"/>
                  </a:lnTo>
                  <a:lnTo>
                    <a:pt x="291918" y="5510388"/>
                  </a:lnTo>
                  <a:lnTo>
                    <a:pt x="291918" y="5509957"/>
                  </a:lnTo>
                  <a:lnTo>
                    <a:pt x="292036" y="5509957"/>
                  </a:lnTo>
                  <a:lnTo>
                    <a:pt x="292153" y="5509957"/>
                  </a:lnTo>
                  <a:lnTo>
                    <a:pt x="292271" y="5509957"/>
                  </a:lnTo>
                  <a:lnTo>
                    <a:pt x="292389" y="5509957"/>
                  </a:lnTo>
                  <a:lnTo>
                    <a:pt x="292389" y="5509527"/>
                  </a:lnTo>
                  <a:lnTo>
                    <a:pt x="292506" y="5509527"/>
                  </a:lnTo>
                  <a:lnTo>
                    <a:pt x="292624" y="5509527"/>
                  </a:lnTo>
                  <a:lnTo>
                    <a:pt x="292624" y="5509096"/>
                  </a:lnTo>
                  <a:lnTo>
                    <a:pt x="292741" y="5509096"/>
                  </a:lnTo>
                  <a:lnTo>
                    <a:pt x="292859" y="5509096"/>
                  </a:lnTo>
                  <a:lnTo>
                    <a:pt x="292859" y="5508665"/>
                  </a:lnTo>
                  <a:lnTo>
                    <a:pt x="292859" y="5508235"/>
                  </a:lnTo>
                  <a:lnTo>
                    <a:pt x="292977" y="5508235"/>
                  </a:lnTo>
                  <a:lnTo>
                    <a:pt x="293094" y="5508235"/>
                  </a:lnTo>
                  <a:lnTo>
                    <a:pt x="293094" y="5507804"/>
                  </a:lnTo>
                  <a:lnTo>
                    <a:pt x="293212" y="5507804"/>
                  </a:lnTo>
                  <a:lnTo>
                    <a:pt x="293212" y="5507374"/>
                  </a:lnTo>
                  <a:lnTo>
                    <a:pt x="293212" y="5506943"/>
                  </a:lnTo>
                  <a:lnTo>
                    <a:pt x="293329" y="5506943"/>
                  </a:lnTo>
                  <a:lnTo>
                    <a:pt x="293447" y="5506943"/>
                  </a:lnTo>
                  <a:lnTo>
                    <a:pt x="293447" y="5506512"/>
                  </a:lnTo>
                  <a:lnTo>
                    <a:pt x="293565" y="5506512"/>
                  </a:lnTo>
                  <a:lnTo>
                    <a:pt x="293565" y="5506082"/>
                  </a:lnTo>
                  <a:lnTo>
                    <a:pt x="293682" y="5506082"/>
                  </a:lnTo>
                  <a:lnTo>
                    <a:pt x="293800" y="5506082"/>
                  </a:lnTo>
                  <a:lnTo>
                    <a:pt x="293800" y="5505651"/>
                  </a:lnTo>
                  <a:lnTo>
                    <a:pt x="293800" y="5505221"/>
                  </a:lnTo>
                  <a:lnTo>
                    <a:pt x="293918" y="5505221"/>
                  </a:lnTo>
                  <a:lnTo>
                    <a:pt x="293918" y="5504790"/>
                  </a:lnTo>
                  <a:lnTo>
                    <a:pt x="294035" y="5504790"/>
                  </a:lnTo>
                  <a:lnTo>
                    <a:pt x="294153" y="5504790"/>
                  </a:lnTo>
                  <a:lnTo>
                    <a:pt x="294153" y="5504359"/>
                  </a:lnTo>
                  <a:lnTo>
                    <a:pt x="294270" y="5504359"/>
                  </a:lnTo>
                  <a:lnTo>
                    <a:pt x="294388" y="5504359"/>
                  </a:lnTo>
                  <a:lnTo>
                    <a:pt x="294388" y="5503929"/>
                  </a:lnTo>
                  <a:lnTo>
                    <a:pt x="294388" y="5503498"/>
                  </a:lnTo>
                  <a:lnTo>
                    <a:pt x="294506" y="5503498"/>
                  </a:lnTo>
                  <a:lnTo>
                    <a:pt x="294506" y="5503068"/>
                  </a:lnTo>
                  <a:lnTo>
                    <a:pt x="294623" y="5503068"/>
                  </a:lnTo>
                  <a:lnTo>
                    <a:pt x="294623" y="5502637"/>
                  </a:lnTo>
                  <a:lnTo>
                    <a:pt x="294741" y="5502637"/>
                  </a:lnTo>
                  <a:lnTo>
                    <a:pt x="294858" y="5502637"/>
                  </a:lnTo>
                  <a:lnTo>
                    <a:pt x="294976" y="5502637"/>
                  </a:lnTo>
                  <a:lnTo>
                    <a:pt x="294976" y="5502206"/>
                  </a:lnTo>
                  <a:lnTo>
                    <a:pt x="294976" y="5501776"/>
                  </a:lnTo>
                  <a:lnTo>
                    <a:pt x="294976" y="5501345"/>
                  </a:lnTo>
                  <a:lnTo>
                    <a:pt x="295094" y="5501345"/>
                  </a:lnTo>
                  <a:lnTo>
                    <a:pt x="295211" y="5501345"/>
                  </a:lnTo>
                  <a:lnTo>
                    <a:pt x="295211" y="5500915"/>
                  </a:lnTo>
                  <a:lnTo>
                    <a:pt x="295329" y="5500915"/>
                  </a:lnTo>
                  <a:lnTo>
                    <a:pt x="295447" y="5500915"/>
                  </a:lnTo>
                  <a:lnTo>
                    <a:pt x="295564" y="5500915"/>
                  </a:lnTo>
                  <a:lnTo>
                    <a:pt x="295682" y="5500915"/>
                  </a:lnTo>
                  <a:lnTo>
                    <a:pt x="295799" y="5500915"/>
                  </a:lnTo>
                  <a:lnTo>
                    <a:pt x="295799" y="5500484"/>
                  </a:lnTo>
                  <a:lnTo>
                    <a:pt x="295917" y="5500484"/>
                  </a:lnTo>
                  <a:lnTo>
                    <a:pt x="296035" y="5500484"/>
                  </a:lnTo>
                  <a:lnTo>
                    <a:pt x="296152" y="5500484"/>
                  </a:lnTo>
                  <a:lnTo>
                    <a:pt x="296270" y="5500484"/>
                  </a:lnTo>
                  <a:lnTo>
                    <a:pt x="296387" y="5500484"/>
                  </a:lnTo>
                  <a:lnTo>
                    <a:pt x="296505" y="5500484"/>
                  </a:lnTo>
                  <a:lnTo>
                    <a:pt x="296623" y="5500484"/>
                  </a:lnTo>
                  <a:lnTo>
                    <a:pt x="296740" y="5500484"/>
                  </a:lnTo>
                  <a:lnTo>
                    <a:pt x="296858" y="5500484"/>
                  </a:lnTo>
                  <a:lnTo>
                    <a:pt x="296976" y="5500484"/>
                  </a:lnTo>
                  <a:lnTo>
                    <a:pt x="297093" y="5500484"/>
                  </a:lnTo>
                  <a:lnTo>
                    <a:pt x="297211" y="5500484"/>
                  </a:lnTo>
                  <a:lnTo>
                    <a:pt x="297211" y="5500053"/>
                  </a:lnTo>
                  <a:lnTo>
                    <a:pt x="297328" y="5500053"/>
                  </a:lnTo>
                  <a:lnTo>
                    <a:pt x="297446" y="5500053"/>
                  </a:lnTo>
                  <a:lnTo>
                    <a:pt x="297446" y="5499623"/>
                  </a:lnTo>
                  <a:lnTo>
                    <a:pt x="297564" y="5499623"/>
                  </a:lnTo>
                  <a:lnTo>
                    <a:pt x="297564" y="5499192"/>
                  </a:lnTo>
                  <a:lnTo>
                    <a:pt x="297564" y="5498762"/>
                  </a:lnTo>
                  <a:lnTo>
                    <a:pt x="297681" y="5498762"/>
                  </a:lnTo>
                  <a:lnTo>
                    <a:pt x="297681" y="5498331"/>
                  </a:lnTo>
                  <a:lnTo>
                    <a:pt x="297799" y="5498331"/>
                  </a:lnTo>
                  <a:lnTo>
                    <a:pt x="297916" y="5498331"/>
                  </a:lnTo>
                  <a:lnTo>
                    <a:pt x="297916" y="5497900"/>
                  </a:lnTo>
                  <a:lnTo>
                    <a:pt x="297916" y="5497470"/>
                  </a:lnTo>
                  <a:lnTo>
                    <a:pt x="298034" y="5497470"/>
                  </a:lnTo>
                  <a:lnTo>
                    <a:pt x="298034" y="5497039"/>
                  </a:lnTo>
                  <a:lnTo>
                    <a:pt x="298034" y="5496609"/>
                  </a:lnTo>
                  <a:lnTo>
                    <a:pt x="298152" y="5496609"/>
                  </a:lnTo>
                  <a:lnTo>
                    <a:pt x="298152" y="5496178"/>
                  </a:lnTo>
                  <a:lnTo>
                    <a:pt x="298152" y="5495747"/>
                  </a:lnTo>
                  <a:lnTo>
                    <a:pt x="298269" y="5495747"/>
                  </a:lnTo>
                  <a:lnTo>
                    <a:pt x="298387" y="5495747"/>
                  </a:lnTo>
                  <a:lnTo>
                    <a:pt x="298505" y="5495747"/>
                  </a:lnTo>
                  <a:lnTo>
                    <a:pt x="298622" y="5495747"/>
                  </a:lnTo>
                  <a:lnTo>
                    <a:pt x="298622" y="5495317"/>
                  </a:lnTo>
                  <a:lnTo>
                    <a:pt x="298740" y="5495317"/>
                  </a:lnTo>
                  <a:lnTo>
                    <a:pt x="298857" y="5495317"/>
                  </a:lnTo>
                  <a:lnTo>
                    <a:pt x="298975" y="5495317"/>
                  </a:lnTo>
                  <a:lnTo>
                    <a:pt x="299093" y="5495317"/>
                  </a:lnTo>
                  <a:lnTo>
                    <a:pt x="299210" y="5495317"/>
                  </a:lnTo>
                  <a:lnTo>
                    <a:pt x="299328" y="5495317"/>
                  </a:lnTo>
                  <a:lnTo>
                    <a:pt x="299328" y="5494886"/>
                  </a:lnTo>
                  <a:lnTo>
                    <a:pt x="299445" y="5494886"/>
                  </a:lnTo>
                  <a:lnTo>
                    <a:pt x="299563" y="5494886"/>
                  </a:lnTo>
                  <a:lnTo>
                    <a:pt x="299563" y="5494456"/>
                  </a:lnTo>
                  <a:lnTo>
                    <a:pt x="299681" y="5494456"/>
                  </a:lnTo>
                  <a:lnTo>
                    <a:pt x="299681" y="5494025"/>
                  </a:lnTo>
                  <a:lnTo>
                    <a:pt x="299798" y="5494025"/>
                  </a:lnTo>
                  <a:lnTo>
                    <a:pt x="299916" y="5494025"/>
                  </a:lnTo>
                  <a:lnTo>
                    <a:pt x="300033" y="5494025"/>
                  </a:lnTo>
                  <a:lnTo>
                    <a:pt x="300151" y="5494025"/>
                  </a:lnTo>
                  <a:lnTo>
                    <a:pt x="300269" y="5494025"/>
                  </a:lnTo>
                  <a:lnTo>
                    <a:pt x="300269" y="5493594"/>
                  </a:lnTo>
                  <a:lnTo>
                    <a:pt x="300386" y="5493594"/>
                  </a:lnTo>
                  <a:lnTo>
                    <a:pt x="300386" y="5493164"/>
                  </a:lnTo>
                  <a:lnTo>
                    <a:pt x="300504" y="5493164"/>
                  </a:lnTo>
                  <a:lnTo>
                    <a:pt x="300504" y="5492733"/>
                  </a:lnTo>
                  <a:lnTo>
                    <a:pt x="300504" y="5492303"/>
                  </a:lnTo>
                  <a:lnTo>
                    <a:pt x="300504" y="5491872"/>
                  </a:lnTo>
                  <a:lnTo>
                    <a:pt x="300504" y="5491441"/>
                  </a:lnTo>
                  <a:lnTo>
                    <a:pt x="300504" y="5491011"/>
                  </a:lnTo>
                  <a:lnTo>
                    <a:pt x="300622" y="5491011"/>
                  </a:lnTo>
                  <a:lnTo>
                    <a:pt x="300739" y="5491011"/>
                  </a:lnTo>
                  <a:lnTo>
                    <a:pt x="300857" y="5491011"/>
                  </a:lnTo>
                  <a:lnTo>
                    <a:pt x="300974" y="5491011"/>
                  </a:lnTo>
                  <a:lnTo>
                    <a:pt x="300974" y="5490580"/>
                  </a:lnTo>
                  <a:lnTo>
                    <a:pt x="301092" y="5490580"/>
                  </a:lnTo>
                  <a:lnTo>
                    <a:pt x="301092" y="5490150"/>
                  </a:lnTo>
                  <a:lnTo>
                    <a:pt x="301092" y="5489719"/>
                  </a:lnTo>
                  <a:lnTo>
                    <a:pt x="301210" y="5489719"/>
                  </a:lnTo>
                  <a:lnTo>
                    <a:pt x="301210" y="5489288"/>
                  </a:lnTo>
                  <a:lnTo>
                    <a:pt x="301327" y="5489288"/>
                  </a:lnTo>
                  <a:lnTo>
                    <a:pt x="301327" y="5488858"/>
                  </a:lnTo>
                  <a:lnTo>
                    <a:pt x="301327" y="5488427"/>
                  </a:lnTo>
                  <a:lnTo>
                    <a:pt x="301327" y="5487997"/>
                  </a:lnTo>
                  <a:lnTo>
                    <a:pt x="301445" y="5487997"/>
                  </a:lnTo>
                  <a:lnTo>
                    <a:pt x="301562" y="5487997"/>
                  </a:lnTo>
                  <a:lnTo>
                    <a:pt x="301562" y="5487566"/>
                  </a:lnTo>
                  <a:lnTo>
                    <a:pt x="301562" y="5487135"/>
                  </a:lnTo>
                  <a:lnTo>
                    <a:pt x="301680" y="5487135"/>
                  </a:lnTo>
                  <a:lnTo>
                    <a:pt x="301680" y="5486705"/>
                  </a:lnTo>
                  <a:lnTo>
                    <a:pt x="301680" y="5486274"/>
                  </a:lnTo>
                  <a:lnTo>
                    <a:pt x="301798" y="5486274"/>
                  </a:lnTo>
                  <a:lnTo>
                    <a:pt x="301915" y="5486274"/>
                  </a:lnTo>
                  <a:lnTo>
                    <a:pt x="302033" y="5486274"/>
                  </a:lnTo>
                  <a:lnTo>
                    <a:pt x="302151" y="5486274"/>
                  </a:lnTo>
                  <a:lnTo>
                    <a:pt x="302151" y="5485844"/>
                  </a:lnTo>
                  <a:lnTo>
                    <a:pt x="302151" y="5485413"/>
                  </a:lnTo>
                  <a:lnTo>
                    <a:pt x="302151" y="5484982"/>
                  </a:lnTo>
                  <a:lnTo>
                    <a:pt x="302268" y="5484982"/>
                  </a:lnTo>
                  <a:lnTo>
                    <a:pt x="302386" y="5484982"/>
                  </a:lnTo>
                  <a:lnTo>
                    <a:pt x="302386" y="5484552"/>
                  </a:lnTo>
                  <a:lnTo>
                    <a:pt x="302503" y="5484552"/>
                  </a:lnTo>
                  <a:lnTo>
                    <a:pt x="302621" y="5484552"/>
                  </a:lnTo>
                  <a:lnTo>
                    <a:pt x="302739" y="5484552"/>
                  </a:lnTo>
                  <a:lnTo>
                    <a:pt x="302856" y="5484552"/>
                  </a:lnTo>
                  <a:lnTo>
                    <a:pt x="302974" y="5484552"/>
                  </a:lnTo>
                  <a:lnTo>
                    <a:pt x="302974" y="5484121"/>
                  </a:lnTo>
                  <a:lnTo>
                    <a:pt x="302974" y="5483691"/>
                  </a:lnTo>
                  <a:lnTo>
                    <a:pt x="303091" y="5483691"/>
                  </a:lnTo>
                  <a:lnTo>
                    <a:pt x="303209" y="5483691"/>
                  </a:lnTo>
                  <a:lnTo>
                    <a:pt x="303209" y="5483260"/>
                  </a:lnTo>
                  <a:lnTo>
                    <a:pt x="303327" y="5483260"/>
                  </a:lnTo>
                  <a:lnTo>
                    <a:pt x="303327" y="5482829"/>
                  </a:lnTo>
                  <a:lnTo>
                    <a:pt x="303327" y="5482399"/>
                  </a:lnTo>
                  <a:lnTo>
                    <a:pt x="303327" y="5481968"/>
                  </a:lnTo>
                  <a:lnTo>
                    <a:pt x="303444" y="5481968"/>
                  </a:lnTo>
                  <a:lnTo>
                    <a:pt x="303562" y="5481968"/>
                  </a:lnTo>
                  <a:lnTo>
                    <a:pt x="303562" y="5481538"/>
                  </a:lnTo>
                  <a:lnTo>
                    <a:pt x="303680" y="5481538"/>
                  </a:lnTo>
                  <a:lnTo>
                    <a:pt x="303797" y="5481538"/>
                  </a:lnTo>
                  <a:lnTo>
                    <a:pt x="303915" y="5481538"/>
                  </a:lnTo>
                  <a:lnTo>
                    <a:pt x="303915" y="5481107"/>
                  </a:lnTo>
                  <a:lnTo>
                    <a:pt x="303915" y="5480676"/>
                  </a:lnTo>
                  <a:lnTo>
                    <a:pt x="304032" y="5480676"/>
                  </a:lnTo>
                  <a:lnTo>
                    <a:pt x="304032" y="5480246"/>
                  </a:lnTo>
                  <a:lnTo>
                    <a:pt x="304032" y="5479815"/>
                  </a:lnTo>
                  <a:lnTo>
                    <a:pt x="304150" y="5479815"/>
                  </a:lnTo>
                  <a:lnTo>
                    <a:pt x="304268" y="5479815"/>
                  </a:lnTo>
                  <a:lnTo>
                    <a:pt x="304268" y="5479385"/>
                  </a:lnTo>
                  <a:lnTo>
                    <a:pt x="304385" y="5479385"/>
                  </a:lnTo>
                  <a:lnTo>
                    <a:pt x="304503" y="5479385"/>
                  </a:lnTo>
                  <a:lnTo>
                    <a:pt x="304503" y="5478954"/>
                  </a:lnTo>
                  <a:lnTo>
                    <a:pt x="304620" y="5478954"/>
                  </a:lnTo>
                  <a:lnTo>
                    <a:pt x="304738" y="5478954"/>
                  </a:lnTo>
                  <a:lnTo>
                    <a:pt x="304856" y="5478954"/>
                  </a:lnTo>
                  <a:lnTo>
                    <a:pt x="304973" y="5478954"/>
                  </a:lnTo>
                  <a:lnTo>
                    <a:pt x="304973" y="5478523"/>
                  </a:lnTo>
                  <a:lnTo>
                    <a:pt x="305091" y="5478523"/>
                  </a:lnTo>
                  <a:lnTo>
                    <a:pt x="305209" y="5478523"/>
                  </a:lnTo>
                  <a:lnTo>
                    <a:pt x="305326" y="5478523"/>
                  </a:lnTo>
                  <a:lnTo>
                    <a:pt x="305444" y="5478523"/>
                  </a:lnTo>
                  <a:lnTo>
                    <a:pt x="305561" y="5478523"/>
                  </a:lnTo>
                  <a:lnTo>
                    <a:pt x="305561" y="5478093"/>
                  </a:lnTo>
                  <a:lnTo>
                    <a:pt x="305561" y="5477662"/>
                  </a:lnTo>
                  <a:lnTo>
                    <a:pt x="305679" y="5477662"/>
                  </a:lnTo>
                  <a:lnTo>
                    <a:pt x="305679" y="5477232"/>
                  </a:lnTo>
                  <a:lnTo>
                    <a:pt x="305797" y="5477232"/>
                  </a:lnTo>
                  <a:lnTo>
                    <a:pt x="305914" y="5477232"/>
                  </a:lnTo>
                  <a:lnTo>
                    <a:pt x="306032" y="5477232"/>
                  </a:lnTo>
                  <a:lnTo>
                    <a:pt x="306032" y="5476801"/>
                  </a:lnTo>
                  <a:lnTo>
                    <a:pt x="306149" y="5476801"/>
                  </a:lnTo>
                  <a:lnTo>
                    <a:pt x="306267" y="5476801"/>
                  </a:lnTo>
                  <a:lnTo>
                    <a:pt x="306385" y="5476801"/>
                  </a:lnTo>
                  <a:lnTo>
                    <a:pt x="306502" y="5476801"/>
                  </a:lnTo>
                  <a:lnTo>
                    <a:pt x="306502" y="5476370"/>
                  </a:lnTo>
                  <a:lnTo>
                    <a:pt x="306620" y="5476370"/>
                  </a:lnTo>
                  <a:lnTo>
                    <a:pt x="306620" y="5475940"/>
                  </a:lnTo>
                  <a:lnTo>
                    <a:pt x="306738" y="5475940"/>
                  </a:lnTo>
                  <a:lnTo>
                    <a:pt x="306855" y="5475940"/>
                  </a:lnTo>
                  <a:lnTo>
                    <a:pt x="306855" y="5475509"/>
                  </a:lnTo>
                  <a:lnTo>
                    <a:pt x="306973" y="5475509"/>
                  </a:lnTo>
                  <a:lnTo>
                    <a:pt x="307090" y="5475509"/>
                  </a:lnTo>
                  <a:lnTo>
                    <a:pt x="307208" y="5475509"/>
                  </a:lnTo>
                  <a:lnTo>
                    <a:pt x="307326" y="5475509"/>
                  </a:lnTo>
                  <a:lnTo>
                    <a:pt x="307443" y="5475509"/>
                  </a:lnTo>
                  <a:lnTo>
                    <a:pt x="307443" y="5475079"/>
                  </a:lnTo>
                  <a:lnTo>
                    <a:pt x="307443" y="5474648"/>
                  </a:lnTo>
                  <a:lnTo>
                    <a:pt x="307561" y="5474648"/>
                  </a:lnTo>
                  <a:lnTo>
                    <a:pt x="307678" y="5474648"/>
                  </a:lnTo>
                  <a:lnTo>
                    <a:pt x="307678" y="5474217"/>
                  </a:lnTo>
                  <a:lnTo>
                    <a:pt x="307678" y="5473787"/>
                  </a:lnTo>
                  <a:lnTo>
                    <a:pt x="307796" y="5473787"/>
                  </a:lnTo>
                  <a:lnTo>
                    <a:pt x="307914" y="5473787"/>
                  </a:lnTo>
                  <a:lnTo>
                    <a:pt x="308031" y="5473787"/>
                  </a:lnTo>
                  <a:lnTo>
                    <a:pt x="308031" y="5473356"/>
                  </a:lnTo>
                  <a:lnTo>
                    <a:pt x="308031" y="5472926"/>
                  </a:lnTo>
                  <a:lnTo>
                    <a:pt x="308149" y="5472926"/>
                  </a:lnTo>
                  <a:lnTo>
                    <a:pt x="308149" y="5472495"/>
                  </a:lnTo>
                  <a:lnTo>
                    <a:pt x="308149" y="5472064"/>
                  </a:lnTo>
                  <a:lnTo>
                    <a:pt x="308149" y="5471634"/>
                  </a:lnTo>
                  <a:lnTo>
                    <a:pt x="308266" y="5471634"/>
                  </a:lnTo>
                  <a:lnTo>
                    <a:pt x="308384" y="5471634"/>
                  </a:lnTo>
                  <a:lnTo>
                    <a:pt x="308502" y="5471634"/>
                  </a:lnTo>
                  <a:lnTo>
                    <a:pt x="308502" y="5471203"/>
                  </a:lnTo>
                  <a:lnTo>
                    <a:pt x="308619" y="5471203"/>
                  </a:lnTo>
                  <a:lnTo>
                    <a:pt x="308737" y="5471203"/>
                  </a:lnTo>
                  <a:lnTo>
                    <a:pt x="308855" y="5471203"/>
                  </a:lnTo>
                  <a:lnTo>
                    <a:pt x="308855" y="5470773"/>
                  </a:lnTo>
                  <a:lnTo>
                    <a:pt x="308855" y="5470342"/>
                  </a:lnTo>
                  <a:lnTo>
                    <a:pt x="308855" y="5469911"/>
                  </a:lnTo>
                  <a:lnTo>
                    <a:pt x="308972" y="5469911"/>
                  </a:lnTo>
                  <a:lnTo>
                    <a:pt x="308972" y="5469481"/>
                  </a:lnTo>
                  <a:lnTo>
                    <a:pt x="308972" y="5469050"/>
                  </a:lnTo>
                  <a:lnTo>
                    <a:pt x="309090" y="5469050"/>
                  </a:lnTo>
                  <a:lnTo>
                    <a:pt x="309207" y="5469050"/>
                  </a:lnTo>
                  <a:lnTo>
                    <a:pt x="309325" y="5469050"/>
                  </a:lnTo>
                  <a:lnTo>
                    <a:pt x="309325" y="5468620"/>
                  </a:lnTo>
                  <a:lnTo>
                    <a:pt x="309325" y="5468189"/>
                  </a:lnTo>
                  <a:lnTo>
                    <a:pt x="309443" y="5468189"/>
                  </a:lnTo>
                  <a:lnTo>
                    <a:pt x="309560" y="5468189"/>
                  </a:lnTo>
                  <a:lnTo>
                    <a:pt x="309560" y="5467758"/>
                  </a:lnTo>
                  <a:lnTo>
                    <a:pt x="309560" y="5467328"/>
                  </a:lnTo>
                  <a:lnTo>
                    <a:pt x="309560" y="5466897"/>
                  </a:lnTo>
                  <a:lnTo>
                    <a:pt x="309678" y="5466897"/>
                  </a:lnTo>
                  <a:lnTo>
                    <a:pt x="309795" y="5466897"/>
                  </a:lnTo>
                  <a:lnTo>
                    <a:pt x="309795" y="5466467"/>
                  </a:lnTo>
                  <a:lnTo>
                    <a:pt x="309913" y="5466467"/>
                  </a:lnTo>
                  <a:lnTo>
                    <a:pt x="310031" y="5466467"/>
                  </a:lnTo>
                  <a:lnTo>
                    <a:pt x="310031" y="5466036"/>
                  </a:lnTo>
                  <a:lnTo>
                    <a:pt x="310031" y="5465605"/>
                  </a:lnTo>
                  <a:lnTo>
                    <a:pt x="310148" y="5465605"/>
                  </a:lnTo>
                  <a:lnTo>
                    <a:pt x="310148" y="5465175"/>
                  </a:lnTo>
                  <a:lnTo>
                    <a:pt x="310266" y="5465175"/>
                  </a:lnTo>
                  <a:lnTo>
                    <a:pt x="310384" y="5465175"/>
                  </a:lnTo>
                  <a:lnTo>
                    <a:pt x="310384" y="5464744"/>
                  </a:lnTo>
                  <a:lnTo>
                    <a:pt x="310501" y="5464744"/>
                  </a:lnTo>
                  <a:lnTo>
                    <a:pt x="310501" y="5464314"/>
                  </a:lnTo>
                  <a:lnTo>
                    <a:pt x="310501" y="5463883"/>
                  </a:lnTo>
                  <a:lnTo>
                    <a:pt x="310619" y="5463883"/>
                  </a:lnTo>
                  <a:lnTo>
                    <a:pt x="310736" y="5463883"/>
                  </a:lnTo>
                  <a:lnTo>
                    <a:pt x="310736" y="5463452"/>
                  </a:lnTo>
                  <a:lnTo>
                    <a:pt x="310736" y="5463022"/>
                  </a:lnTo>
                  <a:lnTo>
                    <a:pt x="310736" y="5462591"/>
                  </a:lnTo>
                  <a:lnTo>
                    <a:pt x="310854" y="5462591"/>
                  </a:lnTo>
                  <a:lnTo>
                    <a:pt x="310972" y="5462591"/>
                  </a:lnTo>
                  <a:lnTo>
                    <a:pt x="311089" y="5462591"/>
                  </a:lnTo>
                  <a:lnTo>
                    <a:pt x="311089" y="5462161"/>
                  </a:lnTo>
                  <a:lnTo>
                    <a:pt x="311089" y="5461730"/>
                  </a:lnTo>
                  <a:lnTo>
                    <a:pt x="311207" y="5461730"/>
                  </a:lnTo>
                  <a:lnTo>
                    <a:pt x="311207" y="5461299"/>
                  </a:lnTo>
                  <a:lnTo>
                    <a:pt x="311207" y="5460869"/>
                  </a:lnTo>
                  <a:lnTo>
                    <a:pt x="311207" y="5460438"/>
                  </a:lnTo>
                  <a:lnTo>
                    <a:pt x="311207" y="5460008"/>
                  </a:lnTo>
                  <a:lnTo>
                    <a:pt x="311324" y="5460008"/>
                  </a:lnTo>
                  <a:lnTo>
                    <a:pt x="311442" y="5460008"/>
                  </a:lnTo>
                  <a:lnTo>
                    <a:pt x="311560" y="5460008"/>
                  </a:lnTo>
                  <a:lnTo>
                    <a:pt x="311560" y="5459577"/>
                  </a:lnTo>
                  <a:lnTo>
                    <a:pt x="311677" y="5459577"/>
                  </a:lnTo>
                  <a:lnTo>
                    <a:pt x="311795" y="5459577"/>
                  </a:lnTo>
                  <a:lnTo>
                    <a:pt x="311913" y="5459577"/>
                  </a:lnTo>
                  <a:lnTo>
                    <a:pt x="312030" y="5459577"/>
                  </a:lnTo>
                  <a:lnTo>
                    <a:pt x="312148" y="5459577"/>
                  </a:lnTo>
                  <a:lnTo>
                    <a:pt x="312265" y="5459577"/>
                  </a:lnTo>
                  <a:lnTo>
                    <a:pt x="312265" y="5459146"/>
                  </a:lnTo>
                  <a:lnTo>
                    <a:pt x="312383" y="5459146"/>
                  </a:lnTo>
                  <a:lnTo>
                    <a:pt x="312501" y="5459146"/>
                  </a:lnTo>
                  <a:lnTo>
                    <a:pt x="312618" y="5459146"/>
                  </a:lnTo>
                  <a:lnTo>
                    <a:pt x="312618" y="5458716"/>
                  </a:lnTo>
                  <a:lnTo>
                    <a:pt x="312618" y="5458285"/>
                  </a:lnTo>
                  <a:lnTo>
                    <a:pt x="312736" y="5458285"/>
                  </a:lnTo>
                  <a:lnTo>
                    <a:pt x="312736" y="5457855"/>
                  </a:lnTo>
                  <a:lnTo>
                    <a:pt x="312853" y="5457855"/>
                  </a:lnTo>
                  <a:lnTo>
                    <a:pt x="312971" y="5457855"/>
                  </a:lnTo>
                  <a:lnTo>
                    <a:pt x="313089" y="5457855"/>
                  </a:lnTo>
                  <a:lnTo>
                    <a:pt x="313206" y="5457855"/>
                  </a:lnTo>
                  <a:lnTo>
                    <a:pt x="313206" y="5457424"/>
                  </a:lnTo>
                  <a:lnTo>
                    <a:pt x="313206" y="5456993"/>
                  </a:lnTo>
                  <a:lnTo>
                    <a:pt x="313206" y="5456563"/>
                  </a:lnTo>
                  <a:lnTo>
                    <a:pt x="313206" y="5456132"/>
                  </a:lnTo>
                  <a:lnTo>
                    <a:pt x="313324" y="5456132"/>
                  </a:lnTo>
                  <a:lnTo>
                    <a:pt x="313442" y="5456132"/>
                  </a:lnTo>
                  <a:lnTo>
                    <a:pt x="313442" y="5455702"/>
                  </a:lnTo>
                  <a:lnTo>
                    <a:pt x="313559" y="5455702"/>
                  </a:lnTo>
                  <a:lnTo>
                    <a:pt x="313677" y="5455702"/>
                  </a:lnTo>
                  <a:lnTo>
                    <a:pt x="313794" y="5455702"/>
                  </a:lnTo>
                  <a:lnTo>
                    <a:pt x="313912" y="5455702"/>
                  </a:lnTo>
                  <a:lnTo>
                    <a:pt x="314030" y="5455702"/>
                  </a:lnTo>
                  <a:lnTo>
                    <a:pt x="314147" y="5455702"/>
                  </a:lnTo>
                  <a:lnTo>
                    <a:pt x="314147" y="5455271"/>
                  </a:lnTo>
                  <a:lnTo>
                    <a:pt x="314147" y="5454840"/>
                  </a:lnTo>
                  <a:lnTo>
                    <a:pt x="314265" y="5454840"/>
                  </a:lnTo>
                  <a:lnTo>
                    <a:pt x="314382" y="5454840"/>
                  </a:lnTo>
                  <a:lnTo>
                    <a:pt x="314500" y="5454840"/>
                  </a:lnTo>
                  <a:lnTo>
                    <a:pt x="314618" y="5454840"/>
                  </a:lnTo>
                  <a:lnTo>
                    <a:pt x="314735" y="5454840"/>
                  </a:lnTo>
                  <a:lnTo>
                    <a:pt x="314853" y="5454840"/>
                  </a:lnTo>
                  <a:lnTo>
                    <a:pt x="314853" y="5454410"/>
                  </a:lnTo>
                  <a:lnTo>
                    <a:pt x="314971" y="5454410"/>
                  </a:lnTo>
                  <a:lnTo>
                    <a:pt x="315088" y="5454410"/>
                  </a:lnTo>
                  <a:lnTo>
                    <a:pt x="315088" y="5453979"/>
                  </a:lnTo>
                  <a:lnTo>
                    <a:pt x="315206" y="5453979"/>
                  </a:lnTo>
                  <a:lnTo>
                    <a:pt x="315323" y="5453979"/>
                  </a:lnTo>
                  <a:lnTo>
                    <a:pt x="315441" y="5453979"/>
                  </a:lnTo>
                  <a:lnTo>
                    <a:pt x="315441" y="5453549"/>
                  </a:lnTo>
                  <a:lnTo>
                    <a:pt x="315441" y="5453118"/>
                  </a:lnTo>
                  <a:lnTo>
                    <a:pt x="315559" y="5453118"/>
                  </a:lnTo>
                  <a:lnTo>
                    <a:pt x="315676" y="5453118"/>
                  </a:lnTo>
                  <a:lnTo>
                    <a:pt x="315676" y="5452687"/>
                  </a:lnTo>
                  <a:lnTo>
                    <a:pt x="315794" y="5452687"/>
                  </a:lnTo>
                  <a:lnTo>
                    <a:pt x="315794" y="5452257"/>
                  </a:lnTo>
                  <a:lnTo>
                    <a:pt x="315911" y="5452257"/>
                  </a:lnTo>
                  <a:lnTo>
                    <a:pt x="316029" y="5452257"/>
                  </a:lnTo>
                  <a:lnTo>
                    <a:pt x="316029" y="5451826"/>
                  </a:lnTo>
                  <a:lnTo>
                    <a:pt x="316147" y="5451826"/>
                  </a:lnTo>
                  <a:lnTo>
                    <a:pt x="316147" y="5451396"/>
                  </a:lnTo>
                  <a:lnTo>
                    <a:pt x="316147" y="5450965"/>
                  </a:lnTo>
                  <a:lnTo>
                    <a:pt x="316147" y="5450534"/>
                  </a:lnTo>
                  <a:lnTo>
                    <a:pt x="316264" y="5450534"/>
                  </a:lnTo>
                  <a:lnTo>
                    <a:pt x="316382" y="5450534"/>
                  </a:lnTo>
                  <a:lnTo>
                    <a:pt x="316382" y="5450104"/>
                  </a:lnTo>
                  <a:lnTo>
                    <a:pt x="316499" y="5450104"/>
                  </a:lnTo>
                  <a:lnTo>
                    <a:pt x="316617" y="5450104"/>
                  </a:lnTo>
                  <a:lnTo>
                    <a:pt x="316735" y="5450104"/>
                  </a:lnTo>
                  <a:lnTo>
                    <a:pt x="316852" y="5450104"/>
                  </a:lnTo>
                  <a:lnTo>
                    <a:pt x="316970" y="5450104"/>
                  </a:lnTo>
                  <a:lnTo>
                    <a:pt x="317088" y="5450104"/>
                  </a:lnTo>
                  <a:lnTo>
                    <a:pt x="317088" y="5449673"/>
                  </a:lnTo>
                  <a:lnTo>
                    <a:pt x="317205" y="5449673"/>
                  </a:lnTo>
                  <a:lnTo>
                    <a:pt x="317205" y="5449243"/>
                  </a:lnTo>
                  <a:lnTo>
                    <a:pt x="317323" y="5449243"/>
                  </a:lnTo>
                  <a:lnTo>
                    <a:pt x="317323" y="5448812"/>
                  </a:lnTo>
                  <a:lnTo>
                    <a:pt x="317440" y="5448812"/>
                  </a:lnTo>
                  <a:lnTo>
                    <a:pt x="317558" y="5448812"/>
                  </a:lnTo>
                  <a:lnTo>
                    <a:pt x="317676" y="5448812"/>
                  </a:lnTo>
                  <a:lnTo>
                    <a:pt x="317793" y="5448812"/>
                  </a:lnTo>
                  <a:lnTo>
                    <a:pt x="317911" y="5448812"/>
                  </a:lnTo>
                  <a:lnTo>
                    <a:pt x="318028" y="5448812"/>
                  </a:lnTo>
                  <a:lnTo>
                    <a:pt x="318146" y="5448812"/>
                  </a:lnTo>
                  <a:lnTo>
                    <a:pt x="318146" y="5448381"/>
                  </a:lnTo>
                  <a:lnTo>
                    <a:pt x="318264" y="5448381"/>
                  </a:lnTo>
                  <a:lnTo>
                    <a:pt x="318264" y="5447951"/>
                  </a:lnTo>
                  <a:lnTo>
                    <a:pt x="318264" y="5447520"/>
                  </a:lnTo>
                  <a:lnTo>
                    <a:pt x="318264" y="5447090"/>
                  </a:lnTo>
                  <a:lnTo>
                    <a:pt x="318381" y="5447090"/>
                  </a:lnTo>
                  <a:lnTo>
                    <a:pt x="318499" y="5447090"/>
                  </a:lnTo>
                  <a:lnTo>
                    <a:pt x="318617" y="5447090"/>
                  </a:lnTo>
                  <a:lnTo>
                    <a:pt x="318734" y="5447090"/>
                  </a:lnTo>
                  <a:lnTo>
                    <a:pt x="318852" y="5447090"/>
                  </a:lnTo>
                  <a:lnTo>
                    <a:pt x="318969" y="5447090"/>
                  </a:lnTo>
                  <a:lnTo>
                    <a:pt x="319087" y="5447090"/>
                  </a:lnTo>
                  <a:lnTo>
                    <a:pt x="319205" y="5447090"/>
                  </a:lnTo>
                  <a:lnTo>
                    <a:pt x="319322" y="5447090"/>
                  </a:lnTo>
                  <a:lnTo>
                    <a:pt x="319440" y="5447090"/>
                  </a:lnTo>
                  <a:lnTo>
                    <a:pt x="319557" y="5447090"/>
                  </a:lnTo>
                  <a:lnTo>
                    <a:pt x="319675" y="5447090"/>
                  </a:lnTo>
                  <a:lnTo>
                    <a:pt x="319675" y="5446659"/>
                  </a:lnTo>
                  <a:lnTo>
                    <a:pt x="319793" y="5446659"/>
                  </a:lnTo>
                  <a:lnTo>
                    <a:pt x="319793" y="5446228"/>
                  </a:lnTo>
                  <a:lnTo>
                    <a:pt x="319793" y="5445798"/>
                  </a:lnTo>
                  <a:lnTo>
                    <a:pt x="319910" y="5445798"/>
                  </a:lnTo>
                  <a:lnTo>
                    <a:pt x="320028" y="5445798"/>
                  </a:lnTo>
                  <a:lnTo>
                    <a:pt x="320146" y="5445798"/>
                  </a:lnTo>
                  <a:lnTo>
                    <a:pt x="320263" y="5445798"/>
                  </a:lnTo>
                  <a:lnTo>
                    <a:pt x="320381" y="5445798"/>
                  </a:lnTo>
                  <a:lnTo>
                    <a:pt x="320498" y="5445798"/>
                  </a:lnTo>
                  <a:lnTo>
                    <a:pt x="320498" y="5445367"/>
                  </a:lnTo>
                  <a:lnTo>
                    <a:pt x="320498" y="5444937"/>
                  </a:lnTo>
                  <a:lnTo>
                    <a:pt x="320498" y="5444506"/>
                  </a:lnTo>
                  <a:lnTo>
                    <a:pt x="320616" y="5444506"/>
                  </a:lnTo>
                  <a:lnTo>
                    <a:pt x="320616" y="5444075"/>
                  </a:lnTo>
                  <a:lnTo>
                    <a:pt x="320734" y="5444075"/>
                  </a:lnTo>
                  <a:lnTo>
                    <a:pt x="320734" y="5443645"/>
                  </a:lnTo>
                  <a:lnTo>
                    <a:pt x="320851" y="5443645"/>
                  </a:lnTo>
                  <a:lnTo>
                    <a:pt x="320851" y="5443214"/>
                  </a:lnTo>
                  <a:lnTo>
                    <a:pt x="320851" y="5442784"/>
                  </a:lnTo>
                  <a:lnTo>
                    <a:pt x="320851" y="5442353"/>
                  </a:lnTo>
                  <a:lnTo>
                    <a:pt x="320851" y="5441922"/>
                  </a:lnTo>
                  <a:lnTo>
                    <a:pt x="320969" y="5441922"/>
                  </a:lnTo>
                  <a:lnTo>
                    <a:pt x="321086" y="5441922"/>
                  </a:lnTo>
                  <a:lnTo>
                    <a:pt x="321204" y="5441922"/>
                  </a:lnTo>
                  <a:lnTo>
                    <a:pt x="321322" y="5441922"/>
                  </a:lnTo>
                  <a:lnTo>
                    <a:pt x="321322" y="5441492"/>
                  </a:lnTo>
                  <a:lnTo>
                    <a:pt x="321322" y="5441061"/>
                  </a:lnTo>
                  <a:lnTo>
                    <a:pt x="321322" y="5440631"/>
                  </a:lnTo>
                  <a:lnTo>
                    <a:pt x="321322" y="5440200"/>
                  </a:lnTo>
                  <a:lnTo>
                    <a:pt x="321439" y="5440200"/>
                  </a:lnTo>
                  <a:lnTo>
                    <a:pt x="321439" y="5439769"/>
                  </a:lnTo>
                  <a:lnTo>
                    <a:pt x="321439" y="5439339"/>
                  </a:lnTo>
                  <a:lnTo>
                    <a:pt x="321557" y="5439339"/>
                  </a:lnTo>
                  <a:lnTo>
                    <a:pt x="321557" y="5438908"/>
                  </a:lnTo>
                  <a:lnTo>
                    <a:pt x="321675" y="5438908"/>
                  </a:lnTo>
                  <a:lnTo>
                    <a:pt x="321792" y="5438908"/>
                  </a:lnTo>
                  <a:lnTo>
                    <a:pt x="321910" y="5438908"/>
                  </a:lnTo>
                  <a:lnTo>
                    <a:pt x="322027" y="5438908"/>
                  </a:lnTo>
                  <a:lnTo>
                    <a:pt x="322027" y="5438478"/>
                  </a:lnTo>
                  <a:lnTo>
                    <a:pt x="322027" y="5438047"/>
                  </a:lnTo>
                  <a:lnTo>
                    <a:pt x="322027" y="5437616"/>
                  </a:lnTo>
                  <a:lnTo>
                    <a:pt x="322027" y="5437186"/>
                  </a:lnTo>
                  <a:lnTo>
                    <a:pt x="322027" y="5436755"/>
                  </a:lnTo>
                  <a:lnTo>
                    <a:pt x="322027" y="5436325"/>
                  </a:lnTo>
                  <a:lnTo>
                    <a:pt x="322145" y="5436325"/>
                  </a:lnTo>
                  <a:lnTo>
                    <a:pt x="322263" y="5436325"/>
                  </a:lnTo>
                  <a:lnTo>
                    <a:pt x="322263" y="5435894"/>
                  </a:lnTo>
                  <a:lnTo>
                    <a:pt x="322263" y="5435463"/>
                  </a:lnTo>
                  <a:lnTo>
                    <a:pt x="322263" y="5435033"/>
                  </a:lnTo>
                  <a:lnTo>
                    <a:pt x="322380" y="5435033"/>
                  </a:lnTo>
                  <a:lnTo>
                    <a:pt x="322498" y="5435033"/>
                  </a:lnTo>
                  <a:lnTo>
                    <a:pt x="322498" y="5434602"/>
                  </a:lnTo>
                  <a:lnTo>
                    <a:pt x="322498" y="5434172"/>
                  </a:lnTo>
                  <a:lnTo>
                    <a:pt x="322615" y="5434172"/>
                  </a:lnTo>
                  <a:lnTo>
                    <a:pt x="322615" y="5433741"/>
                  </a:lnTo>
                  <a:lnTo>
                    <a:pt x="322733" y="5433741"/>
                  </a:lnTo>
                  <a:lnTo>
                    <a:pt x="322851" y="5433741"/>
                  </a:lnTo>
                  <a:lnTo>
                    <a:pt x="322851" y="5433310"/>
                  </a:lnTo>
                  <a:lnTo>
                    <a:pt x="322968" y="5433310"/>
                  </a:lnTo>
                  <a:lnTo>
                    <a:pt x="323086" y="5433310"/>
                  </a:lnTo>
                  <a:lnTo>
                    <a:pt x="323086" y="5432880"/>
                  </a:lnTo>
                  <a:lnTo>
                    <a:pt x="323203" y="5432880"/>
                  </a:lnTo>
                  <a:lnTo>
                    <a:pt x="323203" y="5432449"/>
                  </a:lnTo>
                  <a:lnTo>
                    <a:pt x="323321" y="5432449"/>
                  </a:lnTo>
                  <a:lnTo>
                    <a:pt x="323321" y="5432019"/>
                  </a:lnTo>
                  <a:lnTo>
                    <a:pt x="323439" y="5432019"/>
                  </a:lnTo>
                  <a:lnTo>
                    <a:pt x="323439" y="5431588"/>
                  </a:lnTo>
                  <a:lnTo>
                    <a:pt x="323556" y="5431588"/>
                  </a:lnTo>
                  <a:lnTo>
                    <a:pt x="323674" y="5431588"/>
                  </a:lnTo>
                  <a:lnTo>
                    <a:pt x="323792" y="5431588"/>
                  </a:lnTo>
                  <a:lnTo>
                    <a:pt x="323909" y="5431588"/>
                  </a:lnTo>
                  <a:lnTo>
                    <a:pt x="323909" y="5431157"/>
                  </a:lnTo>
                  <a:lnTo>
                    <a:pt x="324027" y="5431157"/>
                  </a:lnTo>
                  <a:lnTo>
                    <a:pt x="324027" y="5430727"/>
                  </a:lnTo>
                  <a:lnTo>
                    <a:pt x="324027" y="5430296"/>
                  </a:lnTo>
                  <a:lnTo>
                    <a:pt x="324144" y="5430296"/>
                  </a:lnTo>
                  <a:lnTo>
                    <a:pt x="324262" y="5430296"/>
                  </a:lnTo>
                  <a:lnTo>
                    <a:pt x="324262" y="5429866"/>
                  </a:lnTo>
                  <a:lnTo>
                    <a:pt x="324380" y="5429866"/>
                  </a:lnTo>
                  <a:lnTo>
                    <a:pt x="324380" y="5429435"/>
                  </a:lnTo>
                  <a:lnTo>
                    <a:pt x="324380" y="5429004"/>
                  </a:lnTo>
                  <a:lnTo>
                    <a:pt x="324380" y="5428574"/>
                  </a:lnTo>
                  <a:lnTo>
                    <a:pt x="324497" y="5428574"/>
                  </a:lnTo>
                  <a:lnTo>
                    <a:pt x="324615" y="5428574"/>
                  </a:lnTo>
                  <a:lnTo>
                    <a:pt x="324732" y="5428574"/>
                  </a:lnTo>
                  <a:lnTo>
                    <a:pt x="324850" y="5428574"/>
                  </a:lnTo>
                  <a:lnTo>
                    <a:pt x="324968" y="5428574"/>
                  </a:lnTo>
                  <a:lnTo>
                    <a:pt x="325085" y="5428574"/>
                  </a:lnTo>
                  <a:lnTo>
                    <a:pt x="325085" y="5428143"/>
                  </a:lnTo>
                  <a:lnTo>
                    <a:pt x="325203" y="5428143"/>
                  </a:lnTo>
                  <a:lnTo>
                    <a:pt x="325321" y="5428143"/>
                  </a:lnTo>
                  <a:lnTo>
                    <a:pt x="325438" y="5428143"/>
                  </a:lnTo>
                  <a:lnTo>
                    <a:pt x="325438" y="5427713"/>
                  </a:lnTo>
                  <a:lnTo>
                    <a:pt x="325556" y="5427713"/>
                  </a:lnTo>
                  <a:lnTo>
                    <a:pt x="325556" y="5427282"/>
                  </a:lnTo>
                  <a:lnTo>
                    <a:pt x="325556" y="5426851"/>
                  </a:lnTo>
                  <a:lnTo>
                    <a:pt x="325556" y="5426421"/>
                  </a:lnTo>
                  <a:lnTo>
                    <a:pt x="325556" y="5425990"/>
                  </a:lnTo>
                  <a:lnTo>
                    <a:pt x="325673" y="5425990"/>
                  </a:lnTo>
                  <a:lnTo>
                    <a:pt x="325791" y="5425990"/>
                  </a:lnTo>
                  <a:lnTo>
                    <a:pt x="325909" y="5425990"/>
                  </a:lnTo>
                  <a:lnTo>
                    <a:pt x="326026" y="5425990"/>
                  </a:lnTo>
                  <a:lnTo>
                    <a:pt x="326144" y="5425990"/>
                  </a:lnTo>
                  <a:lnTo>
                    <a:pt x="326144" y="5425560"/>
                  </a:lnTo>
                  <a:lnTo>
                    <a:pt x="326144" y="5425129"/>
                  </a:lnTo>
                  <a:lnTo>
                    <a:pt x="326261" y="5425129"/>
                  </a:lnTo>
                  <a:lnTo>
                    <a:pt x="326261" y="5424698"/>
                  </a:lnTo>
                  <a:lnTo>
                    <a:pt x="326261" y="5424268"/>
                  </a:lnTo>
                  <a:lnTo>
                    <a:pt x="326379" y="5424268"/>
                  </a:lnTo>
                  <a:lnTo>
                    <a:pt x="326379" y="5423837"/>
                  </a:lnTo>
                  <a:lnTo>
                    <a:pt x="326497" y="5423837"/>
                  </a:lnTo>
                  <a:lnTo>
                    <a:pt x="326614" y="5423837"/>
                  </a:lnTo>
                  <a:lnTo>
                    <a:pt x="326732" y="5423837"/>
                  </a:lnTo>
                  <a:lnTo>
                    <a:pt x="326732" y="5423407"/>
                  </a:lnTo>
                  <a:lnTo>
                    <a:pt x="326732" y="5422976"/>
                  </a:lnTo>
                  <a:lnTo>
                    <a:pt x="326850" y="5422976"/>
                  </a:lnTo>
                  <a:lnTo>
                    <a:pt x="326850" y="5422545"/>
                  </a:lnTo>
                  <a:lnTo>
                    <a:pt x="326967" y="5422545"/>
                  </a:lnTo>
                  <a:lnTo>
                    <a:pt x="327085" y="5422545"/>
                  </a:lnTo>
                  <a:lnTo>
                    <a:pt x="327202" y="5422545"/>
                  </a:lnTo>
                  <a:lnTo>
                    <a:pt x="327202" y="5422115"/>
                  </a:lnTo>
                  <a:lnTo>
                    <a:pt x="327202" y="5421684"/>
                  </a:lnTo>
                  <a:lnTo>
                    <a:pt x="327202" y="5421254"/>
                  </a:lnTo>
                  <a:lnTo>
                    <a:pt x="327320" y="5421254"/>
                  </a:lnTo>
                  <a:lnTo>
                    <a:pt x="327438" y="5421254"/>
                  </a:lnTo>
                  <a:lnTo>
                    <a:pt x="327555" y="5421254"/>
                  </a:lnTo>
                  <a:lnTo>
                    <a:pt x="327555" y="5420823"/>
                  </a:lnTo>
                  <a:lnTo>
                    <a:pt x="327555" y="5420392"/>
                  </a:lnTo>
                  <a:lnTo>
                    <a:pt x="327673" y="5420392"/>
                  </a:lnTo>
                  <a:lnTo>
                    <a:pt x="327790" y="5420392"/>
                  </a:lnTo>
                  <a:lnTo>
                    <a:pt x="327790" y="5419962"/>
                  </a:lnTo>
                  <a:lnTo>
                    <a:pt x="327908" y="5419962"/>
                  </a:lnTo>
                  <a:lnTo>
                    <a:pt x="327908" y="5419531"/>
                  </a:lnTo>
                  <a:lnTo>
                    <a:pt x="328026" y="5419531"/>
                  </a:lnTo>
                  <a:lnTo>
                    <a:pt x="328026" y="5419101"/>
                  </a:lnTo>
                  <a:lnTo>
                    <a:pt x="328026" y="5418670"/>
                  </a:lnTo>
                  <a:lnTo>
                    <a:pt x="328143" y="5418670"/>
                  </a:lnTo>
                  <a:lnTo>
                    <a:pt x="328261" y="5418670"/>
                  </a:lnTo>
                  <a:lnTo>
                    <a:pt x="328379" y="5418670"/>
                  </a:lnTo>
                  <a:lnTo>
                    <a:pt x="328379" y="5418239"/>
                  </a:lnTo>
                  <a:lnTo>
                    <a:pt x="328496" y="5418239"/>
                  </a:lnTo>
                  <a:lnTo>
                    <a:pt x="328614" y="5418239"/>
                  </a:lnTo>
                  <a:lnTo>
                    <a:pt x="328731" y="5418239"/>
                  </a:lnTo>
                  <a:lnTo>
                    <a:pt x="328849" y="5418239"/>
                  </a:lnTo>
                  <a:lnTo>
                    <a:pt x="328967" y="5418239"/>
                  </a:lnTo>
                  <a:lnTo>
                    <a:pt x="329084" y="5418239"/>
                  </a:lnTo>
                  <a:lnTo>
                    <a:pt x="329084" y="5417809"/>
                  </a:lnTo>
                  <a:lnTo>
                    <a:pt x="329202" y="5417809"/>
                  </a:lnTo>
                  <a:lnTo>
                    <a:pt x="329319" y="5417809"/>
                  </a:lnTo>
                  <a:lnTo>
                    <a:pt x="329319" y="5417378"/>
                  </a:lnTo>
                  <a:lnTo>
                    <a:pt x="329437" y="5417378"/>
                  </a:lnTo>
                  <a:lnTo>
                    <a:pt x="329555" y="5417378"/>
                  </a:lnTo>
                  <a:lnTo>
                    <a:pt x="329672" y="5417378"/>
                  </a:lnTo>
                  <a:lnTo>
                    <a:pt x="329790" y="5417378"/>
                  </a:lnTo>
                  <a:lnTo>
                    <a:pt x="329908" y="5417378"/>
                  </a:lnTo>
                  <a:lnTo>
                    <a:pt x="330025" y="5417378"/>
                  </a:lnTo>
                  <a:lnTo>
                    <a:pt x="330143" y="5417378"/>
                  </a:lnTo>
                  <a:lnTo>
                    <a:pt x="330260" y="5417378"/>
                  </a:lnTo>
                  <a:lnTo>
                    <a:pt x="330378" y="5417378"/>
                  </a:lnTo>
                  <a:lnTo>
                    <a:pt x="330496" y="5417378"/>
                  </a:lnTo>
                  <a:lnTo>
                    <a:pt x="330613" y="5417378"/>
                  </a:lnTo>
                  <a:lnTo>
                    <a:pt x="330731" y="5417378"/>
                  </a:lnTo>
                  <a:lnTo>
                    <a:pt x="330848" y="5417378"/>
                  </a:lnTo>
                  <a:lnTo>
                    <a:pt x="330848" y="5416948"/>
                  </a:lnTo>
                  <a:lnTo>
                    <a:pt x="330848" y="5416517"/>
                  </a:lnTo>
                  <a:lnTo>
                    <a:pt x="330966" y="5416517"/>
                  </a:lnTo>
                  <a:lnTo>
                    <a:pt x="331084" y="5416517"/>
                  </a:lnTo>
                  <a:lnTo>
                    <a:pt x="331201" y="5416517"/>
                  </a:lnTo>
                  <a:lnTo>
                    <a:pt x="331201" y="5416086"/>
                  </a:lnTo>
                  <a:lnTo>
                    <a:pt x="331319" y="5416086"/>
                  </a:lnTo>
                  <a:lnTo>
                    <a:pt x="331436" y="5416086"/>
                  </a:lnTo>
                  <a:lnTo>
                    <a:pt x="331436" y="5415656"/>
                  </a:lnTo>
                  <a:lnTo>
                    <a:pt x="331554" y="5415656"/>
                  </a:lnTo>
                  <a:lnTo>
                    <a:pt x="331672" y="5415656"/>
                  </a:lnTo>
                  <a:lnTo>
                    <a:pt x="331672" y="5415225"/>
                  </a:lnTo>
                  <a:lnTo>
                    <a:pt x="331672" y="5414795"/>
                  </a:lnTo>
                  <a:lnTo>
                    <a:pt x="331789" y="5414795"/>
                  </a:lnTo>
                  <a:lnTo>
                    <a:pt x="331789" y="5414364"/>
                  </a:lnTo>
                  <a:lnTo>
                    <a:pt x="331789" y="5413933"/>
                  </a:lnTo>
                  <a:lnTo>
                    <a:pt x="331907" y="5413933"/>
                  </a:lnTo>
                  <a:lnTo>
                    <a:pt x="332025" y="5413933"/>
                  </a:lnTo>
                  <a:lnTo>
                    <a:pt x="332025" y="5413503"/>
                  </a:lnTo>
                  <a:lnTo>
                    <a:pt x="332025" y="5413072"/>
                  </a:lnTo>
                  <a:lnTo>
                    <a:pt x="332142" y="5413072"/>
                  </a:lnTo>
                  <a:lnTo>
                    <a:pt x="332260" y="5413072"/>
                  </a:lnTo>
                  <a:lnTo>
                    <a:pt x="332377" y="5413072"/>
                  </a:lnTo>
                  <a:lnTo>
                    <a:pt x="332495" y="5413072"/>
                  </a:lnTo>
                  <a:lnTo>
                    <a:pt x="332613" y="5413072"/>
                  </a:lnTo>
                  <a:lnTo>
                    <a:pt x="332730" y="5413072"/>
                  </a:lnTo>
                  <a:lnTo>
                    <a:pt x="332848" y="5413072"/>
                  </a:lnTo>
                  <a:lnTo>
                    <a:pt x="332848" y="5412642"/>
                  </a:lnTo>
                  <a:lnTo>
                    <a:pt x="332965" y="5412642"/>
                  </a:lnTo>
                  <a:lnTo>
                    <a:pt x="332965" y="5412211"/>
                  </a:lnTo>
                  <a:lnTo>
                    <a:pt x="332965" y="5411780"/>
                  </a:lnTo>
                  <a:lnTo>
                    <a:pt x="332965" y="5411350"/>
                  </a:lnTo>
                  <a:lnTo>
                    <a:pt x="333083" y="5411350"/>
                  </a:lnTo>
                  <a:lnTo>
                    <a:pt x="333201" y="5411350"/>
                  </a:lnTo>
                  <a:lnTo>
                    <a:pt x="333318" y="5411350"/>
                  </a:lnTo>
                  <a:lnTo>
                    <a:pt x="333436" y="5411350"/>
                  </a:lnTo>
                  <a:lnTo>
                    <a:pt x="333554" y="5411350"/>
                  </a:lnTo>
                  <a:lnTo>
                    <a:pt x="333554" y="5410919"/>
                  </a:lnTo>
                  <a:lnTo>
                    <a:pt x="333554" y="5410489"/>
                  </a:lnTo>
                  <a:lnTo>
                    <a:pt x="333671" y="5410489"/>
                  </a:lnTo>
                  <a:lnTo>
                    <a:pt x="333789" y="5410489"/>
                  </a:lnTo>
                  <a:lnTo>
                    <a:pt x="333906" y="5410489"/>
                  </a:lnTo>
                  <a:lnTo>
                    <a:pt x="334024" y="5410489"/>
                  </a:lnTo>
                  <a:lnTo>
                    <a:pt x="334142" y="5410489"/>
                  </a:lnTo>
                  <a:lnTo>
                    <a:pt x="334142" y="5410058"/>
                  </a:lnTo>
                  <a:lnTo>
                    <a:pt x="334259" y="5410058"/>
                  </a:lnTo>
                  <a:lnTo>
                    <a:pt x="334377" y="5410058"/>
                  </a:lnTo>
                  <a:lnTo>
                    <a:pt x="334377" y="5409627"/>
                  </a:lnTo>
                  <a:lnTo>
                    <a:pt x="334494" y="5409627"/>
                  </a:lnTo>
                  <a:lnTo>
                    <a:pt x="334612" y="5409627"/>
                  </a:lnTo>
                  <a:lnTo>
                    <a:pt x="334730" y="5409627"/>
                  </a:lnTo>
                  <a:lnTo>
                    <a:pt x="334847" y="5409627"/>
                  </a:lnTo>
                  <a:lnTo>
                    <a:pt x="334847" y="5409197"/>
                  </a:lnTo>
                  <a:lnTo>
                    <a:pt x="334847" y="5408766"/>
                  </a:lnTo>
                  <a:lnTo>
                    <a:pt x="334847" y="5408336"/>
                  </a:lnTo>
                  <a:lnTo>
                    <a:pt x="334965" y="5408336"/>
                  </a:lnTo>
                  <a:lnTo>
                    <a:pt x="334965" y="5407905"/>
                  </a:lnTo>
                  <a:lnTo>
                    <a:pt x="334965" y="5407474"/>
                  </a:lnTo>
                  <a:lnTo>
                    <a:pt x="335083" y="5407474"/>
                  </a:lnTo>
                  <a:lnTo>
                    <a:pt x="335083" y="5407044"/>
                  </a:lnTo>
                  <a:lnTo>
                    <a:pt x="335200" y="5407044"/>
                  </a:lnTo>
                  <a:lnTo>
                    <a:pt x="335200" y="5406613"/>
                  </a:lnTo>
                  <a:lnTo>
                    <a:pt x="335318" y="5406613"/>
                  </a:lnTo>
                  <a:lnTo>
                    <a:pt x="335318" y="5406183"/>
                  </a:lnTo>
                  <a:lnTo>
                    <a:pt x="335318" y="5405752"/>
                  </a:lnTo>
                  <a:lnTo>
                    <a:pt x="335435" y="5405752"/>
                  </a:lnTo>
                  <a:lnTo>
                    <a:pt x="335435" y="5405321"/>
                  </a:lnTo>
                  <a:lnTo>
                    <a:pt x="335553" y="5405321"/>
                  </a:lnTo>
                  <a:lnTo>
                    <a:pt x="335671" y="5405321"/>
                  </a:lnTo>
                  <a:lnTo>
                    <a:pt x="335788" y="5405321"/>
                  </a:lnTo>
                  <a:lnTo>
                    <a:pt x="335788" y="5404891"/>
                  </a:lnTo>
                  <a:lnTo>
                    <a:pt x="335906" y="5404891"/>
                  </a:lnTo>
                  <a:lnTo>
                    <a:pt x="336023" y="5404891"/>
                  </a:lnTo>
                  <a:lnTo>
                    <a:pt x="336141" y="5404891"/>
                  </a:lnTo>
                  <a:lnTo>
                    <a:pt x="336259" y="5404891"/>
                  </a:lnTo>
                  <a:lnTo>
                    <a:pt x="336259" y="5404460"/>
                  </a:lnTo>
                  <a:lnTo>
                    <a:pt x="336376" y="5404460"/>
                  </a:lnTo>
                  <a:lnTo>
                    <a:pt x="336494" y="5404460"/>
                  </a:lnTo>
                  <a:lnTo>
                    <a:pt x="336612" y="5404460"/>
                  </a:lnTo>
                  <a:lnTo>
                    <a:pt x="336612" y="5404030"/>
                  </a:lnTo>
                  <a:lnTo>
                    <a:pt x="336612" y="5403599"/>
                  </a:lnTo>
                  <a:lnTo>
                    <a:pt x="336612" y="5403168"/>
                  </a:lnTo>
                  <a:lnTo>
                    <a:pt x="336729" y="5403168"/>
                  </a:lnTo>
                  <a:lnTo>
                    <a:pt x="336847" y="5403168"/>
                  </a:lnTo>
                  <a:lnTo>
                    <a:pt x="336847" y="5402738"/>
                  </a:lnTo>
                  <a:lnTo>
                    <a:pt x="336964" y="5402738"/>
                  </a:lnTo>
                  <a:lnTo>
                    <a:pt x="336964" y="5402307"/>
                  </a:lnTo>
                  <a:lnTo>
                    <a:pt x="337082" y="5402307"/>
                  </a:lnTo>
                  <a:lnTo>
                    <a:pt x="337200" y="5402307"/>
                  </a:lnTo>
                  <a:lnTo>
                    <a:pt x="337200" y="5401877"/>
                  </a:lnTo>
                  <a:lnTo>
                    <a:pt x="337200" y="5401446"/>
                  </a:lnTo>
                  <a:lnTo>
                    <a:pt x="337200" y="5401015"/>
                  </a:lnTo>
                  <a:lnTo>
                    <a:pt x="337317" y="5401015"/>
                  </a:lnTo>
                  <a:lnTo>
                    <a:pt x="337317" y="5400585"/>
                  </a:lnTo>
                  <a:lnTo>
                    <a:pt x="337435" y="5400585"/>
                  </a:lnTo>
                  <a:lnTo>
                    <a:pt x="337552" y="5400585"/>
                  </a:lnTo>
                  <a:lnTo>
                    <a:pt x="337670" y="5400585"/>
                  </a:lnTo>
                  <a:lnTo>
                    <a:pt x="337788" y="5400585"/>
                  </a:lnTo>
                  <a:lnTo>
                    <a:pt x="337905" y="5400585"/>
                  </a:lnTo>
                  <a:lnTo>
                    <a:pt x="337905" y="5400154"/>
                  </a:lnTo>
                  <a:lnTo>
                    <a:pt x="337905" y="5399724"/>
                  </a:lnTo>
                  <a:lnTo>
                    <a:pt x="338023" y="5399724"/>
                  </a:lnTo>
                  <a:lnTo>
                    <a:pt x="338141" y="5399724"/>
                  </a:lnTo>
                  <a:lnTo>
                    <a:pt x="338258" y="5399724"/>
                  </a:lnTo>
                  <a:lnTo>
                    <a:pt x="338376" y="5399724"/>
                  </a:lnTo>
                  <a:lnTo>
                    <a:pt x="338376" y="5399293"/>
                  </a:lnTo>
                  <a:lnTo>
                    <a:pt x="338493" y="5399293"/>
                  </a:lnTo>
                  <a:lnTo>
                    <a:pt x="338611" y="5399293"/>
                  </a:lnTo>
                  <a:lnTo>
                    <a:pt x="338729" y="5399293"/>
                  </a:lnTo>
                  <a:lnTo>
                    <a:pt x="338729" y="5398862"/>
                  </a:lnTo>
                  <a:lnTo>
                    <a:pt x="338846" y="5398862"/>
                  </a:lnTo>
                  <a:lnTo>
                    <a:pt x="338846" y="5398432"/>
                  </a:lnTo>
                  <a:lnTo>
                    <a:pt x="338964" y="5398432"/>
                  </a:lnTo>
                  <a:lnTo>
                    <a:pt x="339081" y="5398432"/>
                  </a:lnTo>
                  <a:lnTo>
                    <a:pt x="339199" y="5398432"/>
                  </a:lnTo>
                  <a:lnTo>
                    <a:pt x="339317" y="5398432"/>
                  </a:lnTo>
                  <a:lnTo>
                    <a:pt x="339317" y="5398001"/>
                  </a:lnTo>
                  <a:lnTo>
                    <a:pt x="339434" y="5398001"/>
                  </a:lnTo>
                  <a:lnTo>
                    <a:pt x="339552" y="5398001"/>
                  </a:lnTo>
                  <a:lnTo>
                    <a:pt x="339669" y="5398001"/>
                  </a:lnTo>
                  <a:lnTo>
                    <a:pt x="339787" y="5398001"/>
                  </a:lnTo>
                  <a:lnTo>
                    <a:pt x="339905" y="5398001"/>
                  </a:lnTo>
                  <a:lnTo>
                    <a:pt x="339905" y="5397571"/>
                  </a:lnTo>
                  <a:lnTo>
                    <a:pt x="340022" y="5397571"/>
                  </a:lnTo>
                  <a:lnTo>
                    <a:pt x="340022" y="5397140"/>
                  </a:lnTo>
                  <a:lnTo>
                    <a:pt x="340140" y="5397140"/>
                  </a:lnTo>
                  <a:lnTo>
                    <a:pt x="340258" y="5397140"/>
                  </a:lnTo>
                  <a:lnTo>
                    <a:pt x="340375" y="5397140"/>
                  </a:lnTo>
                  <a:lnTo>
                    <a:pt x="340493" y="5397140"/>
                  </a:lnTo>
                  <a:lnTo>
                    <a:pt x="340610" y="5397140"/>
                  </a:lnTo>
                  <a:lnTo>
                    <a:pt x="340728" y="5397140"/>
                  </a:lnTo>
                  <a:lnTo>
                    <a:pt x="340728" y="5396709"/>
                  </a:lnTo>
                  <a:lnTo>
                    <a:pt x="340846" y="5396709"/>
                  </a:lnTo>
                  <a:lnTo>
                    <a:pt x="340963" y="5396709"/>
                  </a:lnTo>
                  <a:lnTo>
                    <a:pt x="340963" y="5396279"/>
                  </a:lnTo>
                  <a:lnTo>
                    <a:pt x="341081" y="5396279"/>
                  </a:lnTo>
                  <a:lnTo>
                    <a:pt x="341081" y="5395848"/>
                  </a:lnTo>
                  <a:lnTo>
                    <a:pt x="341198" y="5395848"/>
                  </a:lnTo>
                  <a:lnTo>
                    <a:pt x="341198" y="5395418"/>
                  </a:lnTo>
                  <a:lnTo>
                    <a:pt x="341316" y="5395418"/>
                  </a:lnTo>
                  <a:lnTo>
                    <a:pt x="341316" y="5394987"/>
                  </a:lnTo>
                  <a:lnTo>
                    <a:pt x="341316" y="5394556"/>
                  </a:lnTo>
                  <a:lnTo>
                    <a:pt x="341434" y="5394556"/>
                  </a:lnTo>
                  <a:lnTo>
                    <a:pt x="341551" y="5394556"/>
                  </a:lnTo>
                  <a:lnTo>
                    <a:pt x="341669" y="5394556"/>
                  </a:lnTo>
                  <a:lnTo>
                    <a:pt x="341669" y="5394126"/>
                  </a:lnTo>
                  <a:lnTo>
                    <a:pt x="341787" y="5394126"/>
                  </a:lnTo>
                  <a:lnTo>
                    <a:pt x="341787" y="5393695"/>
                  </a:lnTo>
                  <a:lnTo>
                    <a:pt x="341904" y="5393695"/>
                  </a:lnTo>
                  <a:lnTo>
                    <a:pt x="342022" y="5393695"/>
                  </a:lnTo>
                  <a:lnTo>
                    <a:pt x="342022" y="5393265"/>
                  </a:lnTo>
                  <a:lnTo>
                    <a:pt x="342139" y="5393265"/>
                  </a:lnTo>
                  <a:lnTo>
                    <a:pt x="342257" y="5393265"/>
                  </a:lnTo>
                  <a:lnTo>
                    <a:pt x="342375" y="5393265"/>
                  </a:lnTo>
                  <a:lnTo>
                    <a:pt x="342492" y="5393265"/>
                  </a:lnTo>
                  <a:lnTo>
                    <a:pt x="342610" y="5393265"/>
                  </a:lnTo>
                  <a:lnTo>
                    <a:pt x="342727" y="5393265"/>
                  </a:lnTo>
                  <a:lnTo>
                    <a:pt x="342845" y="5393265"/>
                  </a:lnTo>
                  <a:lnTo>
                    <a:pt x="342845" y="5392834"/>
                  </a:lnTo>
                  <a:lnTo>
                    <a:pt x="342845" y="5392403"/>
                  </a:lnTo>
                  <a:lnTo>
                    <a:pt x="342963" y="5392403"/>
                  </a:lnTo>
                  <a:lnTo>
                    <a:pt x="342963" y="5391973"/>
                  </a:lnTo>
                  <a:lnTo>
                    <a:pt x="343080" y="5391973"/>
                  </a:lnTo>
                  <a:lnTo>
                    <a:pt x="343198" y="5391973"/>
                  </a:lnTo>
                  <a:lnTo>
                    <a:pt x="343198" y="5391542"/>
                  </a:lnTo>
                  <a:lnTo>
                    <a:pt x="343316" y="5391542"/>
                  </a:lnTo>
                  <a:lnTo>
                    <a:pt x="343316" y="5391112"/>
                  </a:lnTo>
                  <a:lnTo>
                    <a:pt x="343316" y="5390681"/>
                  </a:lnTo>
                  <a:lnTo>
                    <a:pt x="343316" y="5390250"/>
                  </a:lnTo>
                  <a:lnTo>
                    <a:pt x="343433" y="5390250"/>
                  </a:lnTo>
                  <a:lnTo>
                    <a:pt x="343433" y="5389820"/>
                  </a:lnTo>
                  <a:lnTo>
                    <a:pt x="343551" y="5389820"/>
                  </a:lnTo>
                  <a:lnTo>
                    <a:pt x="343668" y="5389820"/>
                  </a:lnTo>
                  <a:lnTo>
                    <a:pt x="343668" y="5389389"/>
                  </a:lnTo>
                  <a:lnTo>
                    <a:pt x="343668" y="5388959"/>
                  </a:lnTo>
                  <a:lnTo>
                    <a:pt x="343786" y="5388959"/>
                  </a:lnTo>
                  <a:lnTo>
                    <a:pt x="343786" y="5388528"/>
                  </a:lnTo>
                  <a:lnTo>
                    <a:pt x="343904" y="5388528"/>
                  </a:lnTo>
                  <a:lnTo>
                    <a:pt x="344021" y="5388528"/>
                  </a:lnTo>
                  <a:lnTo>
                    <a:pt x="344021" y="5388097"/>
                  </a:lnTo>
                  <a:lnTo>
                    <a:pt x="344139" y="5388097"/>
                  </a:lnTo>
                  <a:lnTo>
                    <a:pt x="344139" y="5387667"/>
                  </a:lnTo>
                  <a:lnTo>
                    <a:pt x="344139" y="5387236"/>
                  </a:lnTo>
                  <a:lnTo>
                    <a:pt x="344139" y="5386806"/>
                  </a:lnTo>
                  <a:lnTo>
                    <a:pt x="344256" y="5386806"/>
                  </a:lnTo>
                  <a:lnTo>
                    <a:pt x="344256" y="5386375"/>
                  </a:lnTo>
                  <a:lnTo>
                    <a:pt x="344256" y="5385944"/>
                  </a:lnTo>
                  <a:lnTo>
                    <a:pt x="344256" y="5385514"/>
                  </a:lnTo>
                  <a:lnTo>
                    <a:pt x="344374" y="5385514"/>
                  </a:lnTo>
                  <a:lnTo>
                    <a:pt x="344492" y="5385514"/>
                  </a:lnTo>
                  <a:lnTo>
                    <a:pt x="344609" y="5385514"/>
                  </a:lnTo>
                  <a:lnTo>
                    <a:pt x="344727" y="5385514"/>
                  </a:lnTo>
                  <a:lnTo>
                    <a:pt x="344727" y="5385083"/>
                  </a:lnTo>
                  <a:lnTo>
                    <a:pt x="344845" y="5385083"/>
                  </a:lnTo>
                  <a:lnTo>
                    <a:pt x="344962" y="5385083"/>
                  </a:lnTo>
                  <a:lnTo>
                    <a:pt x="345080" y="5385083"/>
                  </a:lnTo>
                  <a:lnTo>
                    <a:pt x="345080" y="5384653"/>
                  </a:lnTo>
                  <a:lnTo>
                    <a:pt x="345080" y="5384222"/>
                  </a:lnTo>
                  <a:lnTo>
                    <a:pt x="345080" y="5383791"/>
                  </a:lnTo>
                  <a:lnTo>
                    <a:pt x="345080" y="5383361"/>
                  </a:lnTo>
                  <a:lnTo>
                    <a:pt x="345197" y="5383361"/>
                  </a:lnTo>
                  <a:lnTo>
                    <a:pt x="345197" y="5382930"/>
                  </a:lnTo>
                  <a:lnTo>
                    <a:pt x="345315" y="5382930"/>
                  </a:lnTo>
                  <a:lnTo>
                    <a:pt x="345315" y="5382500"/>
                  </a:lnTo>
                  <a:lnTo>
                    <a:pt x="345433" y="5382500"/>
                  </a:lnTo>
                  <a:lnTo>
                    <a:pt x="345433" y="5382069"/>
                  </a:lnTo>
                  <a:lnTo>
                    <a:pt x="345433" y="5381638"/>
                  </a:lnTo>
                  <a:lnTo>
                    <a:pt x="345433" y="5381208"/>
                  </a:lnTo>
                  <a:lnTo>
                    <a:pt x="345550" y="5381208"/>
                  </a:lnTo>
                  <a:lnTo>
                    <a:pt x="345550" y="5380777"/>
                  </a:lnTo>
                  <a:lnTo>
                    <a:pt x="345668" y="5380777"/>
                  </a:lnTo>
                  <a:lnTo>
                    <a:pt x="345785" y="5380777"/>
                  </a:lnTo>
                  <a:lnTo>
                    <a:pt x="345785" y="5380347"/>
                  </a:lnTo>
                  <a:lnTo>
                    <a:pt x="345903" y="5380347"/>
                  </a:lnTo>
                  <a:lnTo>
                    <a:pt x="345903" y="5379916"/>
                  </a:lnTo>
                  <a:lnTo>
                    <a:pt x="345903" y="5379485"/>
                  </a:lnTo>
                  <a:lnTo>
                    <a:pt x="346021" y="5379485"/>
                  </a:lnTo>
                  <a:lnTo>
                    <a:pt x="346138" y="5379485"/>
                  </a:lnTo>
                  <a:lnTo>
                    <a:pt x="346256" y="5379485"/>
                  </a:lnTo>
                  <a:lnTo>
                    <a:pt x="346256" y="5379055"/>
                  </a:lnTo>
                  <a:lnTo>
                    <a:pt x="346256" y="5378624"/>
                  </a:lnTo>
                  <a:lnTo>
                    <a:pt x="346256" y="5378194"/>
                  </a:lnTo>
                  <a:lnTo>
                    <a:pt x="346374" y="5378194"/>
                  </a:lnTo>
                  <a:lnTo>
                    <a:pt x="346491" y="5378194"/>
                  </a:lnTo>
                  <a:lnTo>
                    <a:pt x="346609" y="5378194"/>
                  </a:lnTo>
                  <a:lnTo>
                    <a:pt x="346726" y="5378194"/>
                  </a:lnTo>
                  <a:lnTo>
                    <a:pt x="346844" y="5378194"/>
                  </a:lnTo>
                  <a:lnTo>
                    <a:pt x="346962" y="5378194"/>
                  </a:lnTo>
                  <a:lnTo>
                    <a:pt x="347079" y="5378194"/>
                  </a:lnTo>
                  <a:lnTo>
                    <a:pt x="347197" y="5378194"/>
                  </a:lnTo>
                  <a:lnTo>
                    <a:pt x="347197" y="5377763"/>
                  </a:lnTo>
                  <a:lnTo>
                    <a:pt x="347314" y="5377763"/>
                  </a:lnTo>
                  <a:lnTo>
                    <a:pt x="347314" y="5377332"/>
                  </a:lnTo>
                  <a:lnTo>
                    <a:pt x="347314" y="5376902"/>
                  </a:lnTo>
                  <a:lnTo>
                    <a:pt x="347314" y="5376471"/>
                  </a:lnTo>
                  <a:lnTo>
                    <a:pt x="347432" y="5376471"/>
                  </a:lnTo>
                  <a:lnTo>
                    <a:pt x="347432" y="5376041"/>
                  </a:lnTo>
                  <a:lnTo>
                    <a:pt x="347550" y="5376041"/>
                  </a:lnTo>
                  <a:lnTo>
                    <a:pt x="347550" y="5375610"/>
                  </a:lnTo>
                  <a:lnTo>
                    <a:pt x="347550" y="5375179"/>
                  </a:lnTo>
                  <a:lnTo>
                    <a:pt x="347667" y="5375179"/>
                  </a:lnTo>
                  <a:lnTo>
                    <a:pt x="347667" y="5374749"/>
                  </a:lnTo>
                  <a:lnTo>
                    <a:pt x="347667" y="5374318"/>
                  </a:lnTo>
                  <a:lnTo>
                    <a:pt x="347785" y="5374318"/>
                  </a:lnTo>
                  <a:lnTo>
                    <a:pt x="347902" y="5374318"/>
                  </a:lnTo>
                  <a:lnTo>
                    <a:pt x="347902" y="5373888"/>
                  </a:lnTo>
                  <a:lnTo>
                    <a:pt x="348020" y="5373888"/>
                  </a:lnTo>
                  <a:lnTo>
                    <a:pt x="348020" y="5373457"/>
                  </a:lnTo>
                  <a:lnTo>
                    <a:pt x="348020" y="5373026"/>
                  </a:lnTo>
                  <a:lnTo>
                    <a:pt x="348138" y="5373026"/>
                  </a:lnTo>
                  <a:lnTo>
                    <a:pt x="348138" y="5372596"/>
                  </a:lnTo>
                  <a:lnTo>
                    <a:pt x="348255" y="5372596"/>
                  </a:lnTo>
                  <a:lnTo>
                    <a:pt x="348373" y="5372596"/>
                  </a:lnTo>
                  <a:lnTo>
                    <a:pt x="348373" y="5372165"/>
                  </a:lnTo>
                  <a:lnTo>
                    <a:pt x="348491" y="5372165"/>
                  </a:lnTo>
                  <a:lnTo>
                    <a:pt x="348608" y="5372165"/>
                  </a:lnTo>
                  <a:lnTo>
                    <a:pt x="348608" y="5371735"/>
                  </a:lnTo>
                  <a:lnTo>
                    <a:pt x="348608" y="5371304"/>
                  </a:lnTo>
                  <a:lnTo>
                    <a:pt x="348608" y="5370873"/>
                  </a:lnTo>
                  <a:lnTo>
                    <a:pt x="348608" y="5370443"/>
                  </a:lnTo>
                  <a:lnTo>
                    <a:pt x="348608" y="5370012"/>
                  </a:lnTo>
                  <a:lnTo>
                    <a:pt x="348608" y="5369582"/>
                  </a:lnTo>
                  <a:lnTo>
                    <a:pt x="348608" y="5369151"/>
                  </a:lnTo>
                  <a:lnTo>
                    <a:pt x="348726" y="5369151"/>
                  </a:lnTo>
                  <a:lnTo>
                    <a:pt x="348726" y="5368720"/>
                  </a:lnTo>
                  <a:lnTo>
                    <a:pt x="348843" y="5368720"/>
                  </a:lnTo>
                  <a:lnTo>
                    <a:pt x="348843" y="5368290"/>
                  </a:lnTo>
                  <a:lnTo>
                    <a:pt x="348843" y="5367859"/>
                  </a:lnTo>
                  <a:lnTo>
                    <a:pt x="348843" y="5367429"/>
                  </a:lnTo>
                  <a:lnTo>
                    <a:pt x="348843" y="5366998"/>
                  </a:lnTo>
                  <a:lnTo>
                    <a:pt x="348843" y="5366567"/>
                  </a:lnTo>
                  <a:lnTo>
                    <a:pt x="348843" y="5366137"/>
                  </a:lnTo>
                  <a:lnTo>
                    <a:pt x="348843" y="5365706"/>
                  </a:lnTo>
                  <a:lnTo>
                    <a:pt x="348961" y="5365706"/>
                  </a:lnTo>
                  <a:lnTo>
                    <a:pt x="349079" y="5365706"/>
                  </a:lnTo>
                  <a:lnTo>
                    <a:pt x="349196" y="5365706"/>
                  </a:lnTo>
                  <a:lnTo>
                    <a:pt x="349314" y="5365706"/>
                  </a:lnTo>
                  <a:lnTo>
                    <a:pt x="349431" y="5365706"/>
                  </a:lnTo>
                  <a:lnTo>
                    <a:pt x="349549" y="5365706"/>
                  </a:lnTo>
                  <a:lnTo>
                    <a:pt x="349549" y="5365276"/>
                  </a:lnTo>
                  <a:lnTo>
                    <a:pt x="349549" y="5364845"/>
                  </a:lnTo>
                  <a:lnTo>
                    <a:pt x="349549" y="5364414"/>
                  </a:lnTo>
                  <a:lnTo>
                    <a:pt x="349667" y="5364414"/>
                  </a:lnTo>
                  <a:lnTo>
                    <a:pt x="349667" y="5363984"/>
                  </a:lnTo>
                  <a:lnTo>
                    <a:pt x="349784" y="5363984"/>
                  </a:lnTo>
                  <a:lnTo>
                    <a:pt x="349902" y="5363984"/>
                  </a:lnTo>
                  <a:lnTo>
                    <a:pt x="350020" y="5363984"/>
                  </a:lnTo>
                  <a:lnTo>
                    <a:pt x="350137" y="5363984"/>
                  </a:lnTo>
                  <a:lnTo>
                    <a:pt x="350255" y="5363984"/>
                  </a:lnTo>
                  <a:lnTo>
                    <a:pt x="350372" y="5363984"/>
                  </a:lnTo>
                  <a:lnTo>
                    <a:pt x="350490" y="5363984"/>
                  </a:lnTo>
                  <a:lnTo>
                    <a:pt x="350608" y="5363984"/>
                  </a:lnTo>
                  <a:lnTo>
                    <a:pt x="350725" y="5363984"/>
                  </a:lnTo>
                  <a:lnTo>
                    <a:pt x="350725" y="5363553"/>
                  </a:lnTo>
                  <a:lnTo>
                    <a:pt x="350843" y="5363553"/>
                  </a:lnTo>
                  <a:lnTo>
                    <a:pt x="350843" y="5363123"/>
                  </a:lnTo>
                  <a:lnTo>
                    <a:pt x="350843" y="5362692"/>
                  </a:lnTo>
                  <a:lnTo>
                    <a:pt x="350960" y="5362692"/>
                  </a:lnTo>
                  <a:lnTo>
                    <a:pt x="351078" y="5362692"/>
                  </a:lnTo>
                  <a:lnTo>
                    <a:pt x="351078" y="5362261"/>
                  </a:lnTo>
                  <a:lnTo>
                    <a:pt x="351196" y="5362261"/>
                  </a:lnTo>
                  <a:lnTo>
                    <a:pt x="351313" y="5362261"/>
                  </a:lnTo>
                  <a:lnTo>
                    <a:pt x="351431" y="5362261"/>
                  </a:lnTo>
                  <a:lnTo>
                    <a:pt x="351431" y="5361831"/>
                  </a:lnTo>
                  <a:lnTo>
                    <a:pt x="351549" y="5361831"/>
                  </a:lnTo>
                  <a:lnTo>
                    <a:pt x="351666" y="5361831"/>
                  </a:lnTo>
                  <a:lnTo>
                    <a:pt x="351784" y="5361831"/>
                  </a:lnTo>
                  <a:lnTo>
                    <a:pt x="351784" y="5361400"/>
                  </a:lnTo>
                  <a:lnTo>
                    <a:pt x="351901" y="5361400"/>
                  </a:lnTo>
                  <a:lnTo>
                    <a:pt x="352019" y="5361400"/>
                  </a:lnTo>
                  <a:lnTo>
                    <a:pt x="352019" y="5360970"/>
                  </a:lnTo>
                  <a:lnTo>
                    <a:pt x="352019" y="5360539"/>
                  </a:lnTo>
                  <a:lnTo>
                    <a:pt x="352019" y="5360108"/>
                  </a:lnTo>
                  <a:lnTo>
                    <a:pt x="352137" y="5360108"/>
                  </a:lnTo>
                  <a:lnTo>
                    <a:pt x="352137" y="5359678"/>
                  </a:lnTo>
                  <a:lnTo>
                    <a:pt x="352137" y="5359247"/>
                  </a:lnTo>
                  <a:lnTo>
                    <a:pt x="352254" y="5359247"/>
                  </a:lnTo>
                  <a:lnTo>
                    <a:pt x="352372" y="5359247"/>
                  </a:lnTo>
                  <a:lnTo>
                    <a:pt x="352489" y="5359247"/>
                  </a:lnTo>
                  <a:lnTo>
                    <a:pt x="352607" y="5359247"/>
                  </a:lnTo>
                  <a:lnTo>
                    <a:pt x="352607" y="5358817"/>
                  </a:lnTo>
                  <a:lnTo>
                    <a:pt x="352607" y="5358386"/>
                  </a:lnTo>
                  <a:lnTo>
                    <a:pt x="352725" y="5358386"/>
                  </a:lnTo>
                  <a:lnTo>
                    <a:pt x="352725" y="5357955"/>
                  </a:lnTo>
                  <a:lnTo>
                    <a:pt x="352842" y="5357955"/>
                  </a:lnTo>
                  <a:lnTo>
                    <a:pt x="352960" y="5357955"/>
                  </a:lnTo>
                  <a:lnTo>
                    <a:pt x="353078" y="5357955"/>
                  </a:lnTo>
                  <a:lnTo>
                    <a:pt x="353195" y="5357955"/>
                  </a:lnTo>
                  <a:lnTo>
                    <a:pt x="353313" y="5357955"/>
                  </a:lnTo>
                  <a:lnTo>
                    <a:pt x="353313" y="5357525"/>
                  </a:lnTo>
                  <a:lnTo>
                    <a:pt x="353313" y="5357094"/>
                  </a:lnTo>
                  <a:lnTo>
                    <a:pt x="353430" y="5357094"/>
                  </a:lnTo>
                  <a:lnTo>
                    <a:pt x="353430" y="5356664"/>
                  </a:lnTo>
                  <a:lnTo>
                    <a:pt x="353430" y="5356233"/>
                  </a:lnTo>
                  <a:lnTo>
                    <a:pt x="353548" y="5356233"/>
                  </a:lnTo>
                  <a:lnTo>
                    <a:pt x="353666" y="5356233"/>
                  </a:lnTo>
                  <a:lnTo>
                    <a:pt x="353666" y="5355802"/>
                  </a:lnTo>
                  <a:lnTo>
                    <a:pt x="353783" y="5355802"/>
                  </a:lnTo>
                  <a:lnTo>
                    <a:pt x="353901" y="5355802"/>
                  </a:lnTo>
                  <a:lnTo>
                    <a:pt x="353901" y="5355372"/>
                  </a:lnTo>
                  <a:lnTo>
                    <a:pt x="353901" y="5354941"/>
                  </a:lnTo>
                  <a:lnTo>
                    <a:pt x="354018" y="5354941"/>
                  </a:lnTo>
                  <a:lnTo>
                    <a:pt x="354136" y="5354941"/>
                  </a:lnTo>
                  <a:lnTo>
                    <a:pt x="354136" y="5354511"/>
                  </a:lnTo>
                  <a:lnTo>
                    <a:pt x="354254" y="5354511"/>
                  </a:lnTo>
                  <a:lnTo>
                    <a:pt x="354254" y="5354080"/>
                  </a:lnTo>
                  <a:lnTo>
                    <a:pt x="354371" y="5354080"/>
                  </a:lnTo>
                  <a:lnTo>
                    <a:pt x="354489" y="5354080"/>
                  </a:lnTo>
                  <a:lnTo>
                    <a:pt x="354607" y="5354080"/>
                  </a:lnTo>
                  <a:lnTo>
                    <a:pt x="354724" y="5354080"/>
                  </a:lnTo>
                  <a:lnTo>
                    <a:pt x="354724" y="5353649"/>
                  </a:lnTo>
                  <a:lnTo>
                    <a:pt x="354842" y="5353649"/>
                  </a:lnTo>
                  <a:lnTo>
                    <a:pt x="354842" y="5353219"/>
                  </a:lnTo>
                  <a:lnTo>
                    <a:pt x="354959" y="5353219"/>
                  </a:lnTo>
                  <a:lnTo>
                    <a:pt x="355077" y="5353219"/>
                  </a:lnTo>
                  <a:lnTo>
                    <a:pt x="355077" y="5352788"/>
                  </a:lnTo>
                  <a:lnTo>
                    <a:pt x="355195" y="5352788"/>
                  </a:lnTo>
                  <a:lnTo>
                    <a:pt x="355312" y="5352788"/>
                  </a:lnTo>
                  <a:lnTo>
                    <a:pt x="355430" y="5352788"/>
                  </a:lnTo>
                  <a:lnTo>
                    <a:pt x="355547" y="5352788"/>
                  </a:lnTo>
                  <a:lnTo>
                    <a:pt x="355547" y="5352358"/>
                  </a:lnTo>
                  <a:lnTo>
                    <a:pt x="355665" y="5352358"/>
                  </a:lnTo>
                  <a:lnTo>
                    <a:pt x="355783" y="5352358"/>
                  </a:lnTo>
                  <a:lnTo>
                    <a:pt x="355900" y="5352358"/>
                  </a:lnTo>
                  <a:lnTo>
                    <a:pt x="355900" y="5351927"/>
                  </a:lnTo>
                  <a:lnTo>
                    <a:pt x="356018" y="5351927"/>
                  </a:lnTo>
                  <a:lnTo>
                    <a:pt x="356018" y="5351496"/>
                  </a:lnTo>
                  <a:lnTo>
                    <a:pt x="356135" y="5351496"/>
                  </a:lnTo>
                  <a:lnTo>
                    <a:pt x="356135" y="5351066"/>
                  </a:lnTo>
                  <a:lnTo>
                    <a:pt x="356135" y="5350635"/>
                  </a:lnTo>
                  <a:lnTo>
                    <a:pt x="356135" y="5350205"/>
                  </a:lnTo>
                  <a:lnTo>
                    <a:pt x="356253" y="5350205"/>
                  </a:lnTo>
                  <a:lnTo>
                    <a:pt x="356253" y="5349774"/>
                  </a:lnTo>
                  <a:lnTo>
                    <a:pt x="356253" y="5349343"/>
                  </a:lnTo>
                  <a:lnTo>
                    <a:pt x="356371" y="5349343"/>
                  </a:lnTo>
                  <a:lnTo>
                    <a:pt x="356488" y="5349343"/>
                  </a:lnTo>
                  <a:lnTo>
                    <a:pt x="356606" y="5349343"/>
                  </a:lnTo>
                  <a:lnTo>
                    <a:pt x="356606" y="5348913"/>
                  </a:lnTo>
                  <a:lnTo>
                    <a:pt x="356724" y="5348913"/>
                  </a:lnTo>
                  <a:lnTo>
                    <a:pt x="356724" y="5348482"/>
                  </a:lnTo>
                  <a:lnTo>
                    <a:pt x="356841" y="5348482"/>
                  </a:lnTo>
                  <a:lnTo>
                    <a:pt x="356959" y="5348482"/>
                  </a:lnTo>
                  <a:lnTo>
                    <a:pt x="357076" y="5348482"/>
                  </a:lnTo>
                  <a:lnTo>
                    <a:pt x="357194" y="5348482"/>
                  </a:lnTo>
                  <a:lnTo>
                    <a:pt x="357194" y="5348052"/>
                  </a:lnTo>
                  <a:lnTo>
                    <a:pt x="357194" y="5347621"/>
                  </a:lnTo>
                  <a:lnTo>
                    <a:pt x="357194" y="5347190"/>
                  </a:lnTo>
                  <a:lnTo>
                    <a:pt x="357194" y="5346760"/>
                  </a:lnTo>
                  <a:lnTo>
                    <a:pt x="357194" y="5346329"/>
                  </a:lnTo>
                  <a:lnTo>
                    <a:pt x="357312" y="5346329"/>
                  </a:lnTo>
                  <a:lnTo>
                    <a:pt x="357429" y="5346329"/>
                  </a:lnTo>
                  <a:lnTo>
                    <a:pt x="357547" y="5346329"/>
                  </a:lnTo>
                  <a:lnTo>
                    <a:pt x="357664" y="5346329"/>
                  </a:lnTo>
                  <a:lnTo>
                    <a:pt x="357664" y="5345899"/>
                  </a:lnTo>
                  <a:lnTo>
                    <a:pt x="357664" y="5345468"/>
                  </a:lnTo>
                  <a:lnTo>
                    <a:pt x="357782" y="5345468"/>
                  </a:lnTo>
                  <a:lnTo>
                    <a:pt x="357782" y="5345037"/>
                  </a:lnTo>
                  <a:lnTo>
                    <a:pt x="357900" y="5345037"/>
                  </a:lnTo>
                  <a:lnTo>
                    <a:pt x="358017" y="5345037"/>
                  </a:lnTo>
                  <a:lnTo>
                    <a:pt x="358017" y="5344607"/>
                  </a:lnTo>
                  <a:lnTo>
                    <a:pt x="358135" y="5344607"/>
                  </a:lnTo>
                  <a:lnTo>
                    <a:pt x="358135" y="5344176"/>
                  </a:lnTo>
                  <a:lnTo>
                    <a:pt x="358253" y="5344176"/>
                  </a:lnTo>
                  <a:lnTo>
                    <a:pt x="358253" y="5343746"/>
                  </a:lnTo>
                  <a:lnTo>
                    <a:pt x="358370" y="5343746"/>
                  </a:lnTo>
                  <a:lnTo>
                    <a:pt x="358370" y="5343315"/>
                  </a:lnTo>
                  <a:lnTo>
                    <a:pt x="358488" y="5343315"/>
                  </a:lnTo>
                  <a:lnTo>
                    <a:pt x="358605" y="5343315"/>
                  </a:lnTo>
                  <a:lnTo>
                    <a:pt x="358605" y="5342884"/>
                  </a:lnTo>
                  <a:lnTo>
                    <a:pt x="358605" y="5342454"/>
                  </a:lnTo>
                  <a:lnTo>
                    <a:pt x="358605" y="5342023"/>
                  </a:lnTo>
                  <a:lnTo>
                    <a:pt x="358605" y="5341593"/>
                  </a:lnTo>
                  <a:lnTo>
                    <a:pt x="358605" y="5341162"/>
                  </a:lnTo>
                  <a:lnTo>
                    <a:pt x="358723" y="5341162"/>
                  </a:lnTo>
                  <a:lnTo>
                    <a:pt x="358841" y="5341162"/>
                  </a:lnTo>
                  <a:lnTo>
                    <a:pt x="358958" y="5341162"/>
                  </a:lnTo>
                  <a:lnTo>
                    <a:pt x="359076" y="5341162"/>
                  </a:lnTo>
                  <a:lnTo>
                    <a:pt x="359193" y="5341162"/>
                  </a:lnTo>
                  <a:lnTo>
                    <a:pt x="359311" y="5341162"/>
                  </a:lnTo>
                  <a:lnTo>
                    <a:pt x="359429" y="5341162"/>
                  </a:lnTo>
                  <a:lnTo>
                    <a:pt x="359546" y="5341162"/>
                  </a:lnTo>
                  <a:lnTo>
                    <a:pt x="359664" y="5341162"/>
                  </a:lnTo>
                  <a:lnTo>
                    <a:pt x="359664" y="5340731"/>
                  </a:lnTo>
                  <a:lnTo>
                    <a:pt x="359664" y="5340301"/>
                  </a:lnTo>
                  <a:lnTo>
                    <a:pt x="359782" y="5340301"/>
                  </a:lnTo>
                  <a:lnTo>
                    <a:pt x="359782" y="5339870"/>
                  </a:lnTo>
                  <a:lnTo>
                    <a:pt x="359899" y="5339870"/>
                  </a:lnTo>
                  <a:lnTo>
                    <a:pt x="360017" y="5339870"/>
                  </a:lnTo>
                  <a:lnTo>
                    <a:pt x="360017" y="5339440"/>
                  </a:lnTo>
                  <a:lnTo>
                    <a:pt x="360134" y="5339440"/>
                  </a:lnTo>
                  <a:lnTo>
                    <a:pt x="360134" y="5339009"/>
                  </a:lnTo>
                  <a:lnTo>
                    <a:pt x="360252" y="5339009"/>
                  </a:lnTo>
                  <a:lnTo>
                    <a:pt x="360370" y="5339009"/>
                  </a:lnTo>
                  <a:lnTo>
                    <a:pt x="360487" y="5339009"/>
                  </a:lnTo>
                  <a:lnTo>
                    <a:pt x="360487" y="5338578"/>
                  </a:lnTo>
                  <a:lnTo>
                    <a:pt x="360605" y="5338578"/>
                  </a:lnTo>
                  <a:lnTo>
                    <a:pt x="360605" y="5338148"/>
                  </a:lnTo>
                  <a:lnTo>
                    <a:pt x="360722" y="5338148"/>
                  </a:lnTo>
                  <a:lnTo>
                    <a:pt x="360840" y="5338148"/>
                  </a:lnTo>
                  <a:lnTo>
                    <a:pt x="360840" y="5337717"/>
                  </a:lnTo>
                  <a:lnTo>
                    <a:pt x="360840" y="5337287"/>
                  </a:lnTo>
                  <a:lnTo>
                    <a:pt x="360840" y="5336856"/>
                  </a:lnTo>
                  <a:lnTo>
                    <a:pt x="360958" y="5336856"/>
                  </a:lnTo>
                  <a:lnTo>
                    <a:pt x="361075" y="5336856"/>
                  </a:lnTo>
                  <a:lnTo>
                    <a:pt x="361075" y="5336425"/>
                  </a:lnTo>
                  <a:lnTo>
                    <a:pt x="361075" y="5335995"/>
                  </a:lnTo>
                  <a:lnTo>
                    <a:pt x="361075" y="5335564"/>
                  </a:lnTo>
                  <a:lnTo>
                    <a:pt x="361193" y="5335564"/>
                  </a:lnTo>
                  <a:lnTo>
                    <a:pt x="361311" y="5335564"/>
                  </a:lnTo>
                  <a:lnTo>
                    <a:pt x="361311" y="5335134"/>
                  </a:lnTo>
                  <a:lnTo>
                    <a:pt x="361311" y="5334703"/>
                  </a:lnTo>
                  <a:lnTo>
                    <a:pt x="361428" y="5334703"/>
                  </a:lnTo>
                  <a:lnTo>
                    <a:pt x="361428" y="5334272"/>
                  </a:lnTo>
                  <a:lnTo>
                    <a:pt x="361428" y="5333842"/>
                  </a:lnTo>
                  <a:lnTo>
                    <a:pt x="361428" y="5333411"/>
                  </a:lnTo>
                  <a:lnTo>
                    <a:pt x="361546" y="5333411"/>
                  </a:lnTo>
                  <a:lnTo>
                    <a:pt x="361546" y="5332981"/>
                  </a:lnTo>
                  <a:lnTo>
                    <a:pt x="361546" y="5332550"/>
                  </a:lnTo>
                  <a:lnTo>
                    <a:pt x="361663" y="5332550"/>
                  </a:lnTo>
                  <a:lnTo>
                    <a:pt x="361781" y="5332550"/>
                  </a:lnTo>
                  <a:lnTo>
                    <a:pt x="361899" y="5332550"/>
                  </a:lnTo>
                  <a:lnTo>
                    <a:pt x="361899" y="5332119"/>
                  </a:lnTo>
                  <a:lnTo>
                    <a:pt x="362016" y="5332119"/>
                  </a:lnTo>
                  <a:lnTo>
                    <a:pt x="362016" y="5331689"/>
                  </a:lnTo>
                  <a:lnTo>
                    <a:pt x="362134" y="5331689"/>
                  </a:lnTo>
                  <a:lnTo>
                    <a:pt x="362134" y="5331258"/>
                  </a:lnTo>
                  <a:lnTo>
                    <a:pt x="362251" y="5331258"/>
                  </a:lnTo>
                  <a:lnTo>
                    <a:pt x="362369" y="5331258"/>
                  </a:lnTo>
                  <a:lnTo>
                    <a:pt x="362369" y="5330828"/>
                  </a:lnTo>
                  <a:lnTo>
                    <a:pt x="362487" y="5330828"/>
                  </a:lnTo>
                  <a:lnTo>
                    <a:pt x="362604" y="5330828"/>
                  </a:lnTo>
                  <a:lnTo>
                    <a:pt x="362604" y="5330397"/>
                  </a:lnTo>
                  <a:lnTo>
                    <a:pt x="362722" y="5330397"/>
                  </a:lnTo>
                  <a:lnTo>
                    <a:pt x="362722" y="5329966"/>
                  </a:lnTo>
                  <a:lnTo>
                    <a:pt x="362722" y="5329536"/>
                  </a:lnTo>
                  <a:lnTo>
                    <a:pt x="362840" y="5329536"/>
                  </a:lnTo>
                  <a:lnTo>
                    <a:pt x="362957" y="5329536"/>
                  </a:lnTo>
                  <a:lnTo>
                    <a:pt x="363075" y="5329536"/>
                  </a:lnTo>
                  <a:lnTo>
                    <a:pt x="363192" y="5329536"/>
                  </a:lnTo>
                  <a:lnTo>
                    <a:pt x="363310" y="5329536"/>
                  </a:lnTo>
                  <a:lnTo>
                    <a:pt x="363428" y="5329536"/>
                  </a:lnTo>
                  <a:lnTo>
                    <a:pt x="363428" y="5329105"/>
                  </a:lnTo>
                  <a:lnTo>
                    <a:pt x="363545" y="5329105"/>
                  </a:lnTo>
                  <a:lnTo>
                    <a:pt x="363545" y="5328675"/>
                  </a:lnTo>
                  <a:lnTo>
                    <a:pt x="363545" y="5328244"/>
                  </a:lnTo>
                  <a:lnTo>
                    <a:pt x="363663" y="5328244"/>
                  </a:lnTo>
                  <a:lnTo>
                    <a:pt x="363780" y="5328244"/>
                  </a:lnTo>
                  <a:lnTo>
                    <a:pt x="363780" y="5327813"/>
                  </a:lnTo>
                  <a:lnTo>
                    <a:pt x="363898" y="5327813"/>
                  </a:lnTo>
                  <a:lnTo>
                    <a:pt x="363898" y="5327383"/>
                  </a:lnTo>
                  <a:lnTo>
                    <a:pt x="364016" y="5327383"/>
                  </a:lnTo>
                  <a:lnTo>
                    <a:pt x="364133" y="5327383"/>
                  </a:lnTo>
                  <a:lnTo>
                    <a:pt x="364251" y="5327383"/>
                  </a:lnTo>
                  <a:lnTo>
                    <a:pt x="364251" y="5326952"/>
                  </a:lnTo>
                  <a:lnTo>
                    <a:pt x="364251" y="5326522"/>
                  </a:lnTo>
                  <a:lnTo>
                    <a:pt x="364251" y="5326091"/>
                  </a:lnTo>
                  <a:lnTo>
                    <a:pt x="364251" y="5325660"/>
                  </a:lnTo>
                  <a:lnTo>
                    <a:pt x="364368" y="5325660"/>
                  </a:lnTo>
                  <a:lnTo>
                    <a:pt x="364486" y="5325660"/>
                  </a:lnTo>
                  <a:lnTo>
                    <a:pt x="364604" y="5325660"/>
                  </a:lnTo>
                  <a:lnTo>
                    <a:pt x="364721" y="5325660"/>
                  </a:lnTo>
                  <a:lnTo>
                    <a:pt x="364721" y="5325230"/>
                  </a:lnTo>
                  <a:lnTo>
                    <a:pt x="364839" y="5325230"/>
                  </a:lnTo>
                  <a:lnTo>
                    <a:pt x="364957" y="5325230"/>
                  </a:lnTo>
                  <a:lnTo>
                    <a:pt x="364957" y="5324799"/>
                  </a:lnTo>
                  <a:lnTo>
                    <a:pt x="365074" y="5324799"/>
                  </a:lnTo>
                  <a:lnTo>
                    <a:pt x="365074" y="5324369"/>
                  </a:lnTo>
                  <a:lnTo>
                    <a:pt x="365074" y="5323938"/>
                  </a:lnTo>
                  <a:lnTo>
                    <a:pt x="365074" y="5323507"/>
                  </a:lnTo>
                  <a:lnTo>
                    <a:pt x="365192" y="5323507"/>
                  </a:lnTo>
                  <a:lnTo>
                    <a:pt x="365309" y="5323507"/>
                  </a:lnTo>
                  <a:lnTo>
                    <a:pt x="365427" y="5323507"/>
                  </a:lnTo>
                  <a:lnTo>
                    <a:pt x="365427" y="5323077"/>
                  </a:lnTo>
                  <a:lnTo>
                    <a:pt x="365545" y="5323077"/>
                  </a:lnTo>
                  <a:lnTo>
                    <a:pt x="365662" y="5323077"/>
                  </a:lnTo>
                  <a:lnTo>
                    <a:pt x="365780" y="5323077"/>
                  </a:lnTo>
                  <a:lnTo>
                    <a:pt x="365780" y="5322646"/>
                  </a:lnTo>
                  <a:lnTo>
                    <a:pt x="365780" y="5322216"/>
                  </a:lnTo>
                  <a:lnTo>
                    <a:pt x="365897" y="5322216"/>
                  </a:lnTo>
                  <a:lnTo>
                    <a:pt x="366015" y="5322216"/>
                  </a:lnTo>
                  <a:lnTo>
                    <a:pt x="366015" y="5321785"/>
                  </a:lnTo>
                  <a:lnTo>
                    <a:pt x="366133" y="5321785"/>
                  </a:lnTo>
                  <a:lnTo>
                    <a:pt x="366250" y="5321785"/>
                  </a:lnTo>
                  <a:lnTo>
                    <a:pt x="366368" y="5321785"/>
                  </a:lnTo>
                  <a:lnTo>
                    <a:pt x="366486" y="5321785"/>
                  </a:lnTo>
                  <a:lnTo>
                    <a:pt x="366486" y="5321354"/>
                  </a:lnTo>
                  <a:lnTo>
                    <a:pt x="366486" y="5320924"/>
                  </a:lnTo>
                  <a:lnTo>
                    <a:pt x="366603" y="5320924"/>
                  </a:lnTo>
                  <a:lnTo>
                    <a:pt x="366603" y="5320493"/>
                  </a:lnTo>
                  <a:lnTo>
                    <a:pt x="366603" y="5320063"/>
                  </a:lnTo>
                  <a:lnTo>
                    <a:pt x="366721" y="5320063"/>
                  </a:lnTo>
                  <a:lnTo>
                    <a:pt x="366838" y="5320063"/>
                  </a:lnTo>
                  <a:lnTo>
                    <a:pt x="366956" y="5320063"/>
                  </a:lnTo>
                  <a:lnTo>
                    <a:pt x="366956" y="5319632"/>
                  </a:lnTo>
                  <a:lnTo>
                    <a:pt x="366956" y="5319201"/>
                  </a:lnTo>
                  <a:lnTo>
                    <a:pt x="366956" y="5318771"/>
                  </a:lnTo>
                  <a:lnTo>
                    <a:pt x="366956" y="5318340"/>
                  </a:lnTo>
                  <a:lnTo>
                    <a:pt x="366956" y="5317910"/>
                  </a:lnTo>
                  <a:lnTo>
                    <a:pt x="366956" y="5317479"/>
                  </a:lnTo>
                  <a:lnTo>
                    <a:pt x="366956" y="5317048"/>
                  </a:lnTo>
                  <a:lnTo>
                    <a:pt x="367074" y="5317048"/>
                  </a:lnTo>
                  <a:lnTo>
                    <a:pt x="367074" y="5316618"/>
                  </a:lnTo>
                  <a:lnTo>
                    <a:pt x="367074" y="5316187"/>
                  </a:lnTo>
                  <a:lnTo>
                    <a:pt x="367191" y="5316187"/>
                  </a:lnTo>
                  <a:lnTo>
                    <a:pt x="367191" y="5315757"/>
                  </a:lnTo>
                  <a:lnTo>
                    <a:pt x="367191" y="5315326"/>
                  </a:lnTo>
                  <a:lnTo>
                    <a:pt x="367191" y="5314895"/>
                  </a:lnTo>
                  <a:lnTo>
                    <a:pt x="367309" y="5314895"/>
                  </a:lnTo>
                  <a:lnTo>
                    <a:pt x="367309" y="5314465"/>
                  </a:lnTo>
                  <a:lnTo>
                    <a:pt x="367426" y="5314465"/>
                  </a:lnTo>
                  <a:lnTo>
                    <a:pt x="367426" y="5314034"/>
                  </a:lnTo>
                  <a:lnTo>
                    <a:pt x="367544" y="5314034"/>
                  </a:lnTo>
                  <a:lnTo>
                    <a:pt x="367544" y="5313604"/>
                  </a:lnTo>
                  <a:lnTo>
                    <a:pt x="367544" y="5313173"/>
                  </a:lnTo>
                  <a:lnTo>
                    <a:pt x="367544" y="5312742"/>
                  </a:lnTo>
                  <a:lnTo>
                    <a:pt x="367662" y="5312742"/>
                  </a:lnTo>
                  <a:lnTo>
                    <a:pt x="367662" y="5312312"/>
                  </a:lnTo>
                  <a:lnTo>
                    <a:pt x="367779" y="5312312"/>
                  </a:lnTo>
                  <a:lnTo>
                    <a:pt x="367897" y="5312312"/>
                  </a:lnTo>
                  <a:lnTo>
                    <a:pt x="367897" y="5311881"/>
                  </a:lnTo>
                  <a:lnTo>
                    <a:pt x="368015" y="5311881"/>
                  </a:lnTo>
                  <a:lnTo>
                    <a:pt x="368015" y="5311451"/>
                  </a:lnTo>
                  <a:lnTo>
                    <a:pt x="368132" y="5311451"/>
                  </a:lnTo>
                  <a:lnTo>
                    <a:pt x="368250" y="5311451"/>
                  </a:lnTo>
                  <a:lnTo>
                    <a:pt x="368367" y="5311451"/>
                  </a:lnTo>
                  <a:lnTo>
                    <a:pt x="368485" y="5311451"/>
                  </a:lnTo>
                  <a:lnTo>
                    <a:pt x="368603" y="5311451"/>
                  </a:lnTo>
                  <a:lnTo>
                    <a:pt x="368720" y="5311451"/>
                  </a:lnTo>
                  <a:lnTo>
                    <a:pt x="368720" y="5311020"/>
                  </a:lnTo>
                  <a:lnTo>
                    <a:pt x="368838" y="5311020"/>
                  </a:lnTo>
                  <a:lnTo>
                    <a:pt x="368838" y="5310589"/>
                  </a:lnTo>
                  <a:lnTo>
                    <a:pt x="368955" y="5310589"/>
                  </a:lnTo>
                  <a:lnTo>
                    <a:pt x="368955" y="5310159"/>
                  </a:lnTo>
                  <a:lnTo>
                    <a:pt x="369073" y="5310159"/>
                  </a:lnTo>
                  <a:lnTo>
                    <a:pt x="369191" y="5310159"/>
                  </a:lnTo>
                  <a:lnTo>
                    <a:pt x="369191" y="5309728"/>
                  </a:lnTo>
                  <a:lnTo>
                    <a:pt x="369308" y="5309728"/>
                  </a:lnTo>
                  <a:lnTo>
                    <a:pt x="369426" y="5309728"/>
                  </a:lnTo>
                  <a:lnTo>
                    <a:pt x="369544" y="5309728"/>
                  </a:lnTo>
                  <a:lnTo>
                    <a:pt x="369544" y="5309298"/>
                  </a:lnTo>
                  <a:lnTo>
                    <a:pt x="369661" y="5309298"/>
                  </a:lnTo>
                  <a:lnTo>
                    <a:pt x="369661" y="5308867"/>
                  </a:lnTo>
                  <a:lnTo>
                    <a:pt x="369779" y="5308867"/>
                  </a:lnTo>
                  <a:lnTo>
                    <a:pt x="369896" y="5308867"/>
                  </a:lnTo>
                  <a:lnTo>
                    <a:pt x="369896" y="5308436"/>
                  </a:lnTo>
                  <a:lnTo>
                    <a:pt x="369896" y="5308006"/>
                  </a:lnTo>
                  <a:lnTo>
                    <a:pt x="370014" y="5308006"/>
                  </a:lnTo>
                  <a:lnTo>
                    <a:pt x="370014" y="5307575"/>
                  </a:lnTo>
                  <a:lnTo>
                    <a:pt x="370132" y="5307575"/>
                  </a:lnTo>
                  <a:lnTo>
                    <a:pt x="370132" y="5307145"/>
                  </a:lnTo>
                  <a:lnTo>
                    <a:pt x="370132" y="5306714"/>
                  </a:lnTo>
                  <a:lnTo>
                    <a:pt x="370132" y="5306283"/>
                  </a:lnTo>
                  <a:lnTo>
                    <a:pt x="370249" y="5306283"/>
                  </a:lnTo>
                  <a:lnTo>
                    <a:pt x="370249" y="5305853"/>
                  </a:lnTo>
                  <a:lnTo>
                    <a:pt x="370367" y="5305853"/>
                  </a:lnTo>
                  <a:lnTo>
                    <a:pt x="370367" y="5305422"/>
                  </a:lnTo>
                  <a:lnTo>
                    <a:pt x="370367" y="5304992"/>
                  </a:lnTo>
                  <a:lnTo>
                    <a:pt x="370484" y="5304992"/>
                  </a:lnTo>
                  <a:lnTo>
                    <a:pt x="370602" y="5304992"/>
                  </a:lnTo>
                  <a:lnTo>
                    <a:pt x="370720" y="5304992"/>
                  </a:lnTo>
                  <a:lnTo>
                    <a:pt x="370720" y="5304561"/>
                  </a:lnTo>
                  <a:lnTo>
                    <a:pt x="370837" y="5304561"/>
                  </a:lnTo>
                  <a:lnTo>
                    <a:pt x="370955" y="5304561"/>
                  </a:lnTo>
                  <a:lnTo>
                    <a:pt x="370955" y="5304130"/>
                  </a:lnTo>
                  <a:lnTo>
                    <a:pt x="371073" y="5304130"/>
                  </a:lnTo>
                  <a:lnTo>
                    <a:pt x="371190" y="5304130"/>
                  </a:lnTo>
                  <a:lnTo>
                    <a:pt x="371308" y="5304130"/>
                  </a:lnTo>
                  <a:lnTo>
                    <a:pt x="371425" y="5304130"/>
                  </a:lnTo>
                  <a:lnTo>
                    <a:pt x="371425" y="5303700"/>
                  </a:lnTo>
                  <a:lnTo>
                    <a:pt x="371425" y="5303269"/>
                  </a:lnTo>
                  <a:lnTo>
                    <a:pt x="371543" y="5303269"/>
                  </a:lnTo>
                  <a:lnTo>
                    <a:pt x="371661" y="5303269"/>
                  </a:lnTo>
                  <a:lnTo>
                    <a:pt x="371778" y="5303269"/>
                  </a:lnTo>
                  <a:lnTo>
                    <a:pt x="371778" y="5302839"/>
                  </a:lnTo>
                  <a:lnTo>
                    <a:pt x="371778" y="5302408"/>
                  </a:lnTo>
                  <a:lnTo>
                    <a:pt x="371896" y="5302408"/>
                  </a:lnTo>
                  <a:lnTo>
                    <a:pt x="371896" y="5301977"/>
                  </a:lnTo>
                  <a:lnTo>
                    <a:pt x="372013" y="5301977"/>
                  </a:lnTo>
                  <a:lnTo>
                    <a:pt x="372131" y="5301977"/>
                  </a:lnTo>
                  <a:lnTo>
                    <a:pt x="372249" y="5301977"/>
                  </a:lnTo>
                  <a:lnTo>
                    <a:pt x="372366" y="5301977"/>
                  </a:lnTo>
                  <a:lnTo>
                    <a:pt x="372484" y="5301977"/>
                  </a:lnTo>
                  <a:lnTo>
                    <a:pt x="372484" y="5301547"/>
                  </a:lnTo>
                  <a:lnTo>
                    <a:pt x="372601" y="5301547"/>
                  </a:lnTo>
                  <a:lnTo>
                    <a:pt x="372719" y="5301547"/>
                  </a:lnTo>
                  <a:lnTo>
                    <a:pt x="372837" y="5301547"/>
                  </a:lnTo>
                  <a:lnTo>
                    <a:pt x="372837" y="5301116"/>
                  </a:lnTo>
                  <a:lnTo>
                    <a:pt x="372837" y="5300686"/>
                  </a:lnTo>
                  <a:lnTo>
                    <a:pt x="372837" y="5300255"/>
                  </a:lnTo>
                  <a:lnTo>
                    <a:pt x="372954" y="5300255"/>
                  </a:lnTo>
                  <a:lnTo>
                    <a:pt x="372954" y="5299824"/>
                  </a:lnTo>
                  <a:lnTo>
                    <a:pt x="372954" y="5299394"/>
                  </a:lnTo>
                  <a:lnTo>
                    <a:pt x="373072" y="5299394"/>
                  </a:lnTo>
                  <a:lnTo>
                    <a:pt x="373072" y="5298963"/>
                  </a:lnTo>
                  <a:lnTo>
                    <a:pt x="373190" y="5298963"/>
                  </a:lnTo>
                  <a:lnTo>
                    <a:pt x="373307" y="5298963"/>
                  </a:lnTo>
                  <a:lnTo>
                    <a:pt x="373307" y="5298533"/>
                  </a:lnTo>
                  <a:lnTo>
                    <a:pt x="373307" y="5298102"/>
                  </a:lnTo>
                  <a:lnTo>
                    <a:pt x="373425" y="5298102"/>
                  </a:lnTo>
                  <a:lnTo>
                    <a:pt x="373542" y="5298102"/>
                  </a:lnTo>
                  <a:lnTo>
                    <a:pt x="373542" y="5297671"/>
                  </a:lnTo>
                  <a:lnTo>
                    <a:pt x="373660" y="5297671"/>
                  </a:lnTo>
                  <a:lnTo>
                    <a:pt x="373778" y="5297671"/>
                  </a:lnTo>
                  <a:lnTo>
                    <a:pt x="373778" y="5297241"/>
                  </a:lnTo>
                  <a:lnTo>
                    <a:pt x="373778" y="5296810"/>
                  </a:lnTo>
                  <a:lnTo>
                    <a:pt x="373895" y="5296810"/>
                  </a:lnTo>
                  <a:lnTo>
                    <a:pt x="373895" y="5296380"/>
                  </a:lnTo>
                  <a:lnTo>
                    <a:pt x="373895" y="5295949"/>
                  </a:lnTo>
                  <a:lnTo>
                    <a:pt x="373895" y="5295518"/>
                  </a:lnTo>
                  <a:lnTo>
                    <a:pt x="373895" y="5295088"/>
                  </a:lnTo>
                  <a:lnTo>
                    <a:pt x="374013" y="5295088"/>
                  </a:lnTo>
                  <a:lnTo>
                    <a:pt x="374130" y="5295088"/>
                  </a:lnTo>
                  <a:lnTo>
                    <a:pt x="374248" y="5295088"/>
                  </a:lnTo>
                  <a:lnTo>
                    <a:pt x="374366" y="5295088"/>
                  </a:lnTo>
                  <a:lnTo>
                    <a:pt x="374366" y="5294657"/>
                  </a:lnTo>
                  <a:lnTo>
                    <a:pt x="374366" y="5294227"/>
                  </a:lnTo>
                  <a:lnTo>
                    <a:pt x="374366" y="5293796"/>
                  </a:lnTo>
                  <a:lnTo>
                    <a:pt x="374483" y="5293796"/>
                  </a:lnTo>
                  <a:lnTo>
                    <a:pt x="374483" y="5293365"/>
                  </a:lnTo>
                  <a:lnTo>
                    <a:pt x="374601" y="5293365"/>
                  </a:lnTo>
                  <a:lnTo>
                    <a:pt x="374601" y="5292935"/>
                  </a:lnTo>
                  <a:lnTo>
                    <a:pt x="374719" y="5292935"/>
                  </a:lnTo>
                  <a:lnTo>
                    <a:pt x="374836" y="5292935"/>
                  </a:lnTo>
                  <a:lnTo>
                    <a:pt x="374954" y="5292935"/>
                  </a:lnTo>
                  <a:lnTo>
                    <a:pt x="375071" y="5292935"/>
                  </a:lnTo>
                  <a:lnTo>
                    <a:pt x="375189" y="5292935"/>
                  </a:lnTo>
                  <a:lnTo>
                    <a:pt x="375307" y="5292935"/>
                  </a:lnTo>
                  <a:lnTo>
                    <a:pt x="375424" y="5292935"/>
                  </a:lnTo>
                  <a:lnTo>
                    <a:pt x="375542" y="5292935"/>
                  </a:lnTo>
                  <a:lnTo>
                    <a:pt x="375659" y="5292935"/>
                  </a:lnTo>
                  <a:lnTo>
                    <a:pt x="375777" y="5292935"/>
                  </a:lnTo>
                  <a:lnTo>
                    <a:pt x="375777" y="5292504"/>
                  </a:lnTo>
                  <a:lnTo>
                    <a:pt x="375777" y="5292074"/>
                  </a:lnTo>
                  <a:lnTo>
                    <a:pt x="375777" y="5291643"/>
                  </a:lnTo>
                  <a:lnTo>
                    <a:pt x="375777" y="5291212"/>
                  </a:lnTo>
                  <a:lnTo>
                    <a:pt x="375895" y="5291212"/>
                  </a:lnTo>
                  <a:lnTo>
                    <a:pt x="376012" y="5291212"/>
                  </a:lnTo>
                  <a:lnTo>
                    <a:pt x="376012" y="5290782"/>
                  </a:lnTo>
                  <a:lnTo>
                    <a:pt x="376012" y="5290351"/>
                  </a:lnTo>
                  <a:lnTo>
                    <a:pt x="376012" y="5289921"/>
                  </a:lnTo>
                  <a:lnTo>
                    <a:pt x="376012" y="5289490"/>
                  </a:lnTo>
                  <a:lnTo>
                    <a:pt x="376130" y="5289490"/>
                  </a:lnTo>
                  <a:lnTo>
                    <a:pt x="376130" y="5289059"/>
                  </a:lnTo>
                  <a:lnTo>
                    <a:pt x="376248" y="5289059"/>
                  </a:lnTo>
                  <a:lnTo>
                    <a:pt x="376365" y="5289059"/>
                  </a:lnTo>
                  <a:lnTo>
                    <a:pt x="376365" y="5288629"/>
                  </a:lnTo>
                  <a:lnTo>
                    <a:pt x="376483" y="5288629"/>
                  </a:lnTo>
                  <a:lnTo>
                    <a:pt x="376483" y="5288198"/>
                  </a:lnTo>
                  <a:lnTo>
                    <a:pt x="376483" y="5287768"/>
                  </a:lnTo>
                  <a:lnTo>
                    <a:pt x="376483" y="5287337"/>
                  </a:lnTo>
                  <a:lnTo>
                    <a:pt x="376483" y="5286906"/>
                  </a:lnTo>
                  <a:lnTo>
                    <a:pt x="376600" y="5286906"/>
                  </a:lnTo>
                  <a:lnTo>
                    <a:pt x="376600" y="5286476"/>
                  </a:lnTo>
                  <a:lnTo>
                    <a:pt x="376718" y="5286476"/>
                  </a:lnTo>
                  <a:lnTo>
                    <a:pt x="376718" y="5286045"/>
                  </a:lnTo>
                  <a:lnTo>
                    <a:pt x="376718" y="5285615"/>
                  </a:lnTo>
                  <a:lnTo>
                    <a:pt x="376718" y="5285184"/>
                  </a:lnTo>
                  <a:lnTo>
                    <a:pt x="376718" y="5284753"/>
                  </a:lnTo>
                  <a:lnTo>
                    <a:pt x="376836" y="5284753"/>
                  </a:lnTo>
                  <a:lnTo>
                    <a:pt x="376836" y="5284323"/>
                  </a:lnTo>
                  <a:lnTo>
                    <a:pt x="376836" y="5283892"/>
                  </a:lnTo>
                  <a:lnTo>
                    <a:pt x="376953" y="5283892"/>
                  </a:lnTo>
                  <a:lnTo>
                    <a:pt x="377071" y="5283892"/>
                  </a:lnTo>
                  <a:lnTo>
                    <a:pt x="377188" y="5283892"/>
                  </a:lnTo>
                  <a:lnTo>
                    <a:pt x="377306" y="5283892"/>
                  </a:lnTo>
                  <a:lnTo>
                    <a:pt x="377306" y="5283462"/>
                  </a:lnTo>
                  <a:lnTo>
                    <a:pt x="377424" y="5283462"/>
                  </a:lnTo>
                  <a:lnTo>
                    <a:pt x="377541" y="5283462"/>
                  </a:lnTo>
                  <a:lnTo>
                    <a:pt x="377541" y="5283031"/>
                  </a:lnTo>
                  <a:lnTo>
                    <a:pt x="377659" y="5283031"/>
                  </a:lnTo>
                  <a:lnTo>
                    <a:pt x="377777" y="5283031"/>
                  </a:lnTo>
                  <a:lnTo>
                    <a:pt x="377894" y="5283031"/>
                  </a:lnTo>
                  <a:lnTo>
                    <a:pt x="378012" y="5283031"/>
                  </a:lnTo>
                  <a:lnTo>
                    <a:pt x="378012" y="5282600"/>
                  </a:lnTo>
                  <a:lnTo>
                    <a:pt x="378129" y="5282600"/>
                  </a:lnTo>
                  <a:lnTo>
                    <a:pt x="378129" y="5282170"/>
                  </a:lnTo>
                  <a:lnTo>
                    <a:pt x="378247" y="5282170"/>
                  </a:lnTo>
                  <a:lnTo>
                    <a:pt x="378247" y="5281739"/>
                  </a:lnTo>
                  <a:lnTo>
                    <a:pt x="378247" y="5281309"/>
                  </a:lnTo>
                  <a:lnTo>
                    <a:pt x="378247" y="5280878"/>
                  </a:lnTo>
                  <a:lnTo>
                    <a:pt x="378247" y="5280447"/>
                  </a:lnTo>
                  <a:lnTo>
                    <a:pt x="378247" y="5280017"/>
                  </a:lnTo>
                  <a:lnTo>
                    <a:pt x="378365" y="5280017"/>
                  </a:lnTo>
                  <a:lnTo>
                    <a:pt x="378365" y="5279586"/>
                  </a:lnTo>
                  <a:lnTo>
                    <a:pt x="378482" y="5279586"/>
                  </a:lnTo>
                  <a:lnTo>
                    <a:pt x="378600" y="5279586"/>
                  </a:lnTo>
                  <a:lnTo>
                    <a:pt x="378717" y="5279586"/>
                  </a:lnTo>
                  <a:lnTo>
                    <a:pt x="378835" y="5279586"/>
                  </a:lnTo>
                  <a:lnTo>
                    <a:pt x="378953" y="5279586"/>
                  </a:lnTo>
                  <a:lnTo>
                    <a:pt x="378953" y="5279156"/>
                  </a:lnTo>
                  <a:lnTo>
                    <a:pt x="378953" y="5278725"/>
                  </a:lnTo>
                  <a:lnTo>
                    <a:pt x="378953" y="5278294"/>
                  </a:lnTo>
                  <a:lnTo>
                    <a:pt x="379070" y="5278294"/>
                  </a:lnTo>
                  <a:lnTo>
                    <a:pt x="379070" y="5277864"/>
                  </a:lnTo>
                  <a:lnTo>
                    <a:pt x="379070" y="5277433"/>
                  </a:lnTo>
                  <a:lnTo>
                    <a:pt x="379070" y="5277003"/>
                  </a:lnTo>
                  <a:lnTo>
                    <a:pt x="379070" y="5276572"/>
                  </a:lnTo>
                  <a:lnTo>
                    <a:pt x="379188" y="5276572"/>
                  </a:lnTo>
                  <a:lnTo>
                    <a:pt x="379306" y="5276572"/>
                  </a:lnTo>
                  <a:lnTo>
                    <a:pt x="379306" y="5276141"/>
                  </a:lnTo>
                  <a:lnTo>
                    <a:pt x="379423" y="5276141"/>
                  </a:lnTo>
                  <a:lnTo>
                    <a:pt x="379541" y="5276141"/>
                  </a:lnTo>
                  <a:lnTo>
                    <a:pt x="379541" y="5275711"/>
                  </a:lnTo>
                  <a:lnTo>
                    <a:pt x="379658" y="5275711"/>
                  </a:lnTo>
                  <a:lnTo>
                    <a:pt x="379658" y="5275280"/>
                  </a:lnTo>
                  <a:lnTo>
                    <a:pt x="379658" y="5274850"/>
                  </a:lnTo>
                  <a:lnTo>
                    <a:pt x="379658" y="5274419"/>
                  </a:lnTo>
                  <a:lnTo>
                    <a:pt x="379658" y="5273988"/>
                  </a:lnTo>
                  <a:lnTo>
                    <a:pt x="379658" y="5273558"/>
                  </a:lnTo>
                  <a:lnTo>
                    <a:pt x="379776" y="5273558"/>
                  </a:lnTo>
                  <a:lnTo>
                    <a:pt x="379894" y="5273558"/>
                  </a:lnTo>
                  <a:lnTo>
                    <a:pt x="379894" y="5273127"/>
                  </a:lnTo>
                  <a:lnTo>
                    <a:pt x="380011" y="5273127"/>
                  </a:lnTo>
                  <a:lnTo>
                    <a:pt x="380011" y="5272697"/>
                  </a:lnTo>
                  <a:lnTo>
                    <a:pt x="380129" y="5272697"/>
                  </a:lnTo>
                  <a:lnTo>
                    <a:pt x="380246" y="5272697"/>
                  </a:lnTo>
                  <a:lnTo>
                    <a:pt x="380246" y="5272266"/>
                  </a:lnTo>
                  <a:lnTo>
                    <a:pt x="380364" y="5272266"/>
                  </a:lnTo>
                  <a:lnTo>
                    <a:pt x="380482" y="5272266"/>
                  </a:lnTo>
                  <a:lnTo>
                    <a:pt x="380599" y="5272266"/>
                  </a:lnTo>
                  <a:lnTo>
                    <a:pt x="380599" y="5271835"/>
                  </a:lnTo>
                  <a:lnTo>
                    <a:pt x="380717" y="5271835"/>
                  </a:lnTo>
                  <a:lnTo>
                    <a:pt x="380834" y="5271835"/>
                  </a:lnTo>
                  <a:lnTo>
                    <a:pt x="380834" y="5271405"/>
                  </a:lnTo>
                  <a:lnTo>
                    <a:pt x="380834" y="5270974"/>
                  </a:lnTo>
                  <a:lnTo>
                    <a:pt x="380952" y="5270974"/>
                  </a:lnTo>
                  <a:lnTo>
                    <a:pt x="381070" y="5270974"/>
                  </a:lnTo>
                  <a:lnTo>
                    <a:pt x="381070" y="5270544"/>
                  </a:lnTo>
                  <a:lnTo>
                    <a:pt x="381070" y="5270113"/>
                  </a:lnTo>
                  <a:lnTo>
                    <a:pt x="381187" y="5270113"/>
                  </a:lnTo>
                  <a:lnTo>
                    <a:pt x="381305" y="5270113"/>
                  </a:lnTo>
                  <a:lnTo>
                    <a:pt x="381423" y="5270113"/>
                  </a:lnTo>
                  <a:lnTo>
                    <a:pt x="381540" y="5270113"/>
                  </a:lnTo>
                  <a:lnTo>
                    <a:pt x="381540" y="5269682"/>
                  </a:lnTo>
                  <a:lnTo>
                    <a:pt x="381540" y="5269252"/>
                  </a:lnTo>
                  <a:lnTo>
                    <a:pt x="381658" y="5269252"/>
                  </a:lnTo>
                  <a:lnTo>
                    <a:pt x="381775" y="5269252"/>
                  </a:lnTo>
                  <a:lnTo>
                    <a:pt x="381893" y="5269252"/>
                  </a:lnTo>
                  <a:lnTo>
                    <a:pt x="382011" y="5269252"/>
                  </a:lnTo>
                  <a:lnTo>
                    <a:pt x="382011" y="5268821"/>
                  </a:lnTo>
                  <a:lnTo>
                    <a:pt x="382128" y="5268821"/>
                  </a:lnTo>
                  <a:lnTo>
                    <a:pt x="382246" y="5268821"/>
                  </a:lnTo>
                  <a:lnTo>
                    <a:pt x="382246" y="5268391"/>
                  </a:lnTo>
                  <a:lnTo>
                    <a:pt x="382246" y="5267960"/>
                  </a:lnTo>
                  <a:lnTo>
                    <a:pt x="382363" y="5267960"/>
                  </a:lnTo>
                  <a:lnTo>
                    <a:pt x="382481" y="5267960"/>
                  </a:lnTo>
                  <a:lnTo>
                    <a:pt x="382481" y="5267529"/>
                  </a:lnTo>
                  <a:lnTo>
                    <a:pt x="382599" y="5267529"/>
                  </a:lnTo>
                  <a:lnTo>
                    <a:pt x="382599" y="5267099"/>
                  </a:lnTo>
                  <a:lnTo>
                    <a:pt x="382716" y="5267099"/>
                  </a:lnTo>
                  <a:lnTo>
                    <a:pt x="382834" y="5267099"/>
                  </a:lnTo>
                  <a:lnTo>
                    <a:pt x="382952" y="5267099"/>
                  </a:lnTo>
                  <a:lnTo>
                    <a:pt x="382952" y="5266668"/>
                  </a:lnTo>
                  <a:lnTo>
                    <a:pt x="383069" y="5266668"/>
                  </a:lnTo>
                  <a:lnTo>
                    <a:pt x="383069" y="5266238"/>
                  </a:lnTo>
                  <a:lnTo>
                    <a:pt x="383187" y="5266238"/>
                  </a:lnTo>
                  <a:lnTo>
                    <a:pt x="383304" y="5266238"/>
                  </a:lnTo>
                  <a:lnTo>
                    <a:pt x="383422" y="5266238"/>
                  </a:lnTo>
                  <a:lnTo>
                    <a:pt x="383422" y="5265807"/>
                  </a:lnTo>
                  <a:lnTo>
                    <a:pt x="383422" y="5265376"/>
                  </a:lnTo>
                  <a:lnTo>
                    <a:pt x="383540" y="5265376"/>
                  </a:lnTo>
                  <a:lnTo>
                    <a:pt x="383657" y="5265376"/>
                  </a:lnTo>
                  <a:lnTo>
                    <a:pt x="383775" y="5265376"/>
                  </a:lnTo>
                  <a:lnTo>
                    <a:pt x="383775" y="5264946"/>
                  </a:lnTo>
                  <a:lnTo>
                    <a:pt x="383775" y="5264515"/>
                  </a:lnTo>
                  <a:lnTo>
                    <a:pt x="383892" y="5264515"/>
                  </a:lnTo>
                  <a:lnTo>
                    <a:pt x="383892" y="5264085"/>
                  </a:lnTo>
                  <a:lnTo>
                    <a:pt x="384010" y="5264085"/>
                  </a:lnTo>
                  <a:lnTo>
                    <a:pt x="384128" y="5264085"/>
                  </a:lnTo>
                  <a:lnTo>
                    <a:pt x="384245" y="5264085"/>
                  </a:lnTo>
                  <a:lnTo>
                    <a:pt x="384363" y="5264085"/>
                  </a:lnTo>
                  <a:lnTo>
                    <a:pt x="384363" y="5263654"/>
                  </a:lnTo>
                  <a:lnTo>
                    <a:pt x="384363" y="5263223"/>
                  </a:lnTo>
                  <a:lnTo>
                    <a:pt x="384363" y="5262793"/>
                  </a:lnTo>
                  <a:lnTo>
                    <a:pt x="384363" y="5262362"/>
                  </a:lnTo>
                  <a:lnTo>
                    <a:pt x="384363" y="5261932"/>
                  </a:lnTo>
                  <a:lnTo>
                    <a:pt x="384363" y="5261501"/>
                  </a:lnTo>
                  <a:lnTo>
                    <a:pt x="384363" y="5261070"/>
                  </a:lnTo>
                  <a:lnTo>
                    <a:pt x="384481" y="5261070"/>
                  </a:lnTo>
                  <a:lnTo>
                    <a:pt x="384481" y="5260640"/>
                  </a:lnTo>
                  <a:lnTo>
                    <a:pt x="384481" y="5260209"/>
                  </a:lnTo>
                  <a:lnTo>
                    <a:pt x="384598" y="5260209"/>
                  </a:lnTo>
                  <a:lnTo>
                    <a:pt x="384716" y="5260209"/>
                  </a:lnTo>
                  <a:lnTo>
                    <a:pt x="384716" y="5259779"/>
                  </a:lnTo>
                  <a:lnTo>
                    <a:pt x="384833" y="5259779"/>
                  </a:lnTo>
                  <a:lnTo>
                    <a:pt x="384951" y="5259779"/>
                  </a:lnTo>
                  <a:lnTo>
                    <a:pt x="384951" y="5259348"/>
                  </a:lnTo>
                  <a:lnTo>
                    <a:pt x="384951" y="5258917"/>
                  </a:lnTo>
                  <a:lnTo>
                    <a:pt x="385069" y="5258917"/>
                  </a:lnTo>
                  <a:lnTo>
                    <a:pt x="385186" y="5258917"/>
                  </a:lnTo>
                  <a:lnTo>
                    <a:pt x="385186" y="5258487"/>
                  </a:lnTo>
                  <a:lnTo>
                    <a:pt x="385186" y="5258056"/>
                  </a:lnTo>
                  <a:lnTo>
                    <a:pt x="385186" y="5257626"/>
                  </a:lnTo>
                  <a:lnTo>
                    <a:pt x="385186" y="5257195"/>
                  </a:lnTo>
                  <a:lnTo>
                    <a:pt x="385304" y="5257195"/>
                  </a:lnTo>
                  <a:lnTo>
                    <a:pt x="385421" y="5257195"/>
                  </a:lnTo>
                  <a:lnTo>
                    <a:pt x="385539" y="5257195"/>
                  </a:lnTo>
                  <a:lnTo>
                    <a:pt x="385657" y="5257195"/>
                  </a:lnTo>
                  <a:lnTo>
                    <a:pt x="385774" y="5257195"/>
                  </a:lnTo>
                  <a:lnTo>
                    <a:pt x="385892" y="5257195"/>
                  </a:lnTo>
                  <a:lnTo>
                    <a:pt x="386010" y="5257195"/>
                  </a:lnTo>
                  <a:lnTo>
                    <a:pt x="386127" y="5257195"/>
                  </a:lnTo>
                  <a:lnTo>
                    <a:pt x="386127" y="5256764"/>
                  </a:lnTo>
                  <a:lnTo>
                    <a:pt x="386127" y="5256334"/>
                  </a:lnTo>
                  <a:lnTo>
                    <a:pt x="386127" y="5255903"/>
                  </a:lnTo>
                  <a:lnTo>
                    <a:pt x="386127" y="5255473"/>
                  </a:lnTo>
                  <a:lnTo>
                    <a:pt x="386245" y="5255473"/>
                  </a:lnTo>
                  <a:lnTo>
                    <a:pt x="386362" y="5255473"/>
                  </a:lnTo>
                  <a:lnTo>
                    <a:pt x="386362" y="5255042"/>
                  </a:lnTo>
                  <a:lnTo>
                    <a:pt x="386480" y="5255042"/>
                  </a:lnTo>
                  <a:lnTo>
                    <a:pt x="386480" y="5254611"/>
                  </a:lnTo>
                  <a:lnTo>
                    <a:pt x="386598" y="5254611"/>
                  </a:lnTo>
                  <a:lnTo>
                    <a:pt x="386598" y="5254181"/>
                  </a:lnTo>
                  <a:lnTo>
                    <a:pt x="386598" y="5253750"/>
                  </a:lnTo>
                  <a:lnTo>
                    <a:pt x="386715" y="5253750"/>
                  </a:lnTo>
                  <a:lnTo>
                    <a:pt x="386833" y="5253750"/>
                  </a:lnTo>
                  <a:lnTo>
                    <a:pt x="386950" y="5253750"/>
                  </a:lnTo>
                  <a:lnTo>
                    <a:pt x="386950" y="5253320"/>
                  </a:lnTo>
                  <a:lnTo>
                    <a:pt x="387068" y="5253320"/>
                  </a:lnTo>
                  <a:lnTo>
                    <a:pt x="387068" y="5252889"/>
                  </a:lnTo>
                  <a:lnTo>
                    <a:pt x="387068" y="5252458"/>
                  </a:lnTo>
                  <a:lnTo>
                    <a:pt x="387068" y="5252028"/>
                  </a:lnTo>
                  <a:lnTo>
                    <a:pt x="387186" y="5252028"/>
                  </a:lnTo>
                  <a:lnTo>
                    <a:pt x="387303" y="5252028"/>
                  </a:lnTo>
                  <a:lnTo>
                    <a:pt x="387303" y="5251597"/>
                  </a:lnTo>
                  <a:lnTo>
                    <a:pt x="387421" y="5251597"/>
                  </a:lnTo>
                  <a:lnTo>
                    <a:pt x="387421" y="5251167"/>
                  </a:lnTo>
                  <a:lnTo>
                    <a:pt x="387539" y="5251167"/>
                  </a:lnTo>
                  <a:lnTo>
                    <a:pt x="387539" y="5250736"/>
                  </a:lnTo>
                  <a:lnTo>
                    <a:pt x="387656" y="5250736"/>
                  </a:lnTo>
                  <a:lnTo>
                    <a:pt x="387656" y="5250305"/>
                  </a:lnTo>
                  <a:lnTo>
                    <a:pt x="387774" y="5250305"/>
                  </a:lnTo>
                  <a:lnTo>
                    <a:pt x="387891" y="5250305"/>
                  </a:lnTo>
                  <a:lnTo>
                    <a:pt x="388009" y="5250305"/>
                  </a:lnTo>
                  <a:lnTo>
                    <a:pt x="388009" y="5249875"/>
                  </a:lnTo>
                  <a:lnTo>
                    <a:pt x="388009" y="5249444"/>
                  </a:lnTo>
                  <a:lnTo>
                    <a:pt x="388127" y="5249444"/>
                  </a:lnTo>
                  <a:lnTo>
                    <a:pt x="388244" y="5249444"/>
                  </a:lnTo>
                  <a:lnTo>
                    <a:pt x="388362" y="5249444"/>
                  </a:lnTo>
                  <a:lnTo>
                    <a:pt x="388479" y="5249444"/>
                  </a:lnTo>
                  <a:lnTo>
                    <a:pt x="388479" y="5249014"/>
                  </a:lnTo>
                  <a:lnTo>
                    <a:pt x="388479" y="5248583"/>
                  </a:lnTo>
                  <a:lnTo>
                    <a:pt x="388479" y="5248152"/>
                  </a:lnTo>
                  <a:lnTo>
                    <a:pt x="388479" y="5247722"/>
                  </a:lnTo>
                  <a:lnTo>
                    <a:pt x="388597" y="5247722"/>
                  </a:lnTo>
                  <a:lnTo>
                    <a:pt x="388715" y="5247722"/>
                  </a:lnTo>
                  <a:lnTo>
                    <a:pt x="388715" y="5247291"/>
                  </a:lnTo>
                  <a:lnTo>
                    <a:pt x="388715" y="5246861"/>
                  </a:lnTo>
                  <a:lnTo>
                    <a:pt x="388832" y="5246861"/>
                  </a:lnTo>
                  <a:lnTo>
                    <a:pt x="388832" y="5246430"/>
                  </a:lnTo>
                  <a:lnTo>
                    <a:pt x="388950" y="5246430"/>
                  </a:lnTo>
                  <a:lnTo>
                    <a:pt x="388950" y="5245999"/>
                  </a:lnTo>
                  <a:lnTo>
                    <a:pt x="389067" y="5245999"/>
                  </a:lnTo>
                  <a:lnTo>
                    <a:pt x="389067" y="5245569"/>
                  </a:lnTo>
                  <a:lnTo>
                    <a:pt x="389067" y="5245138"/>
                  </a:lnTo>
                  <a:lnTo>
                    <a:pt x="389185" y="5245138"/>
                  </a:lnTo>
                  <a:lnTo>
                    <a:pt x="389303" y="5245138"/>
                  </a:lnTo>
                  <a:lnTo>
                    <a:pt x="389420" y="5245138"/>
                  </a:lnTo>
                  <a:lnTo>
                    <a:pt x="389538" y="5245138"/>
                  </a:lnTo>
                  <a:lnTo>
                    <a:pt x="389656" y="5245138"/>
                  </a:lnTo>
                  <a:lnTo>
                    <a:pt x="389773" y="5245138"/>
                  </a:lnTo>
                  <a:lnTo>
                    <a:pt x="389891" y="5245138"/>
                  </a:lnTo>
                  <a:lnTo>
                    <a:pt x="390008" y="5245138"/>
                  </a:lnTo>
                  <a:lnTo>
                    <a:pt x="390008" y="5244708"/>
                  </a:lnTo>
                  <a:lnTo>
                    <a:pt x="390008" y="5244277"/>
                  </a:lnTo>
                  <a:lnTo>
                    <a:pt x="390008" y="5243846"/>
                  </a:lnTo>
                  <a:lnTo>
                    <a:pt x="390126" y="5243846"/>
                  </a:lnTo>
                  <a:lnTo>
                    <a:pt x="390244" y="5243846"/>
                  </a:lnTo>
                  <a:lnTo>
                    <a:pt x="390244" y="5243416"/>
                  </a:lnTo>
                  <a:lnTo>
                    <a:pt x="390244" y="5242985"/>
                  </a:lnTo>
                  <a:lnTo>
                    <a:pt x="390244" y="5242555"/>
                  </a:lnTo>
                  <a:lnTo>
                    <a:pt x="390361" y="5242555"/>
                  </a:lnTo>
                  <a:lnTo>
                    <a:pt x="390479" y="5242555"/>
                  </a:lnTo>
                  <a:lnTo>
                    <a:pt x="390479" y="5242124"/>
                  </a:lnTo>
                  <a:lnTo>
                    <a:pt x="390479" y="5241693"/>
                  </a:lnTo>
                  <a:lnTo>
                    <a:pt x="390479" y="5241263"/>
                  </a:lnTo>
                  <a:lnTo>
                    <a:pt x="390596" y="5241263"/>
                  </a:lnTo>
                  <a:lnTo>
                    <a:pt x="390596" y="5240832"/>
                  </a:lnTo>
                  <a:lnTo>
                    <a:pt x="390714" y="5240832"/>
                  </a:lnTo>
                  <a:lnTo>
                    <a:pt x="390832" y="5240832"/>
                  </a:lnTo>
                  <a:lnTo>
                    <a:pt x="390832" y="5240402"/>
                  </a:lnTo>
                  <a:lnTo>
                    <a:pt x="390949" y="5240402"/>
                  </a:lnTo>
                  <a:lnTo>
                    <a:pt x="390949" y="5239971"/>
                  </a:lnTo>
                  <a:lnTo>
                    <a:pt x="391067" y="5239971"/>
                  </a:lnTo>
                  <a:lnTo>
                    <a:pt x="391185" y="5239971"/>
                  </a:lnTo>
                  <a:lnTo>
                    <a:pt x="391302" y="5239971"/>
                  </a:lnTo>
                  <a:lnTo>
                    <a:pt x="391420" y="5239971"/>
                  </a:lnTo>
                  <a:lnTo>
                    <a:pt x="391420" y="5239540"/>
                  </a:lnTo>
                  <a:lnTo>
                    <a:pt x="391537" y="5239540"/>
                  </a:lnTo>
                  <a:lnTo>
                    <a:pt x="391655" y="5239540"/>
                  </a:lnTo>
                  <a:lnTo>
                    <a:pt x="391655" y="5239110"/>
                  </a:lnTo>
                  <a:lnTo>
                    <a:pt x="391773" y="5239110"/>
                  </a:lnTo>
                  <a:lnTo>
                    <a:pt x="391773" y="5238679"/>
                  </a:lnTo>
                  <a:lnTo>
                    <a:pt x="391890" y="5238679"/>
                  </a:lnTo>
                  <a:lnTo>
                    <a:pt x="391890" y="5238249"/>
                  </a:lnTo>
                  <a:lnTo>
                    <a:pt x="391890" y="5237818"/>
                  </a:lnTo>
                  <a:lnTo>
                    <a:pt x="392008" y="5237818"/>
                  </a:lnTo>
                  <a:lnTo>
                    <a:pt x="392125" y="5237818"/>
                  </a:lnTo>
                  <a:lnTo>
                    <a:pt x="392243" y="5237818"/>
                  </a:lnTo>
                  <a:lnTo>
                    <a:pt x="392361" y="5237818"/>
                  </a:lnTo>
                  <a:lnTo>
                    <a:pt x="392478" y="5237818"/>
                  </a:lnTo>
                  <a:lnTo>
                    <a:pt x="392478" y="5237387"/>
                  </a:lnTo>
                  <a:lnTo>
                    <a:pt x="392478" y="5236957"/>
                  </a:lnTo>
                  <a:lnTo>
                    <a:pt x="392596" y="5236957"/>
                  </a:lnTo>
                  <a:lnTo>
                    <a:pt x="392714" y="5236957"/>
                  </a:lnTo>
                  <a:lnTo>
                    <a:pt x="392714" y="5236526"/>
                  </a:lnTo>
                  <a:lnTo>
                    <a:pt x="392714" y="5236096"/>
                  </a:lnTo>
                  <a:lnTo>
                    <a:pt x="392831" y="5236096"/>
                  </a:lnTo>
                  <a:lnTo>
                    <a:pt x="392949" y="5236096"/>
                  </a:lnTo>
                  <a:lnTo>
                    <a:pt x="393066" y="5236096"/>
                  </a:lnTo>
                  <a:lnTo>
                    <a:pt x="393066" y="5235665"/>
                  </a:lnTo>
                  <a:lnTo>
                    <a:pt x="393184" y="5235665"/>
                  </a:lnTo>
                  <a:lnTo>
                    <a:pt x="393302" y="5235665"/>
                  </a:lnTo>
                  <a:lnTo>
                    <a:pt x="393419" y="5235665"/>
                  </a:lnTo>
                  <a:lnTo>
                    <a:pt x="393537" y="5235665"/>
                  </a:lnTo>
                  <a:lnTo>
                    <a:pt x="393537" y="5235234"/>
                  </a:lnTo>
                  <a:lnTo>
                    <a:pt x="393654" y="5235234"/>
                  </a:lnTo>
                  <a:lnTo>
                    <a:pt x="393654" y="5234804"/>
                  </a:lnTo>
                  <a:lnTo>
                    <a:pt x="393772" y="5234804"/>
                  </a:lnTo>
                  <a:lnTo>
                    <a:pt x="393772" y="5234373"/>
                  </a:lnTo>
                  <a:lnTo>
                    <a:pt x="393890" y="5234373"/>
                  </a:lnTo>
                  <a:lnTo>
                    <a:pt x="393890" y="5233943"/>
                  </a:lnTo>
                  <a:lnTo>
                    <a:pt x="393890" y="5233512"/>
                  </a:lnTo>
                  <a:lnTo>
                    <a:pt x="394007" y="5233512"/>
                  </a:lnTo>
                  <a:lnTo>
                    <a:pt x="394125" y="5233512"/>
                  </a:lnTo>
                  <a:lnTo>
                    <a:pt x="394243" y="5233512"/>
                  </a:lnTo>
                  <a:lnTo>
                    <a:pt x="394243" y="5233081"/>
                  </a:lnTo>
                  <a:lnTo>
                    <a:pt x="394360" y="5233081"/>
                  </a:lnTo>
                  <a:lnTo>
                    <a:pt x="394478" y="5233081"/>
                  </a:lnTo>
                  <a:lnTo>
                    <a:pt x="394595" y="5233081"/>
                  </a:lnTo>
                  <a:lnTo>
                    <a:pt x="394713" y="5233081"/>
                  </a:lnTo>
                  <a:lnTo>
                    <a:pt x="394831" y="5233081"/>
                  </a:lnTo>
                  <a:lnTo>
                    <a:pt x="394948" y="5233081"/>
                  </a:lnTo>
                  <a:lnTo>
                    <a:pt x="395066" y="5233081"/>
                  </a:lnTo>
                  <a:lnTo>
                    <a:pt x="395183" y="5233081"/>
                  </a:lnTo>
                  <a:lnTo>
                    <a:pt x="395301" y="5233081"/>
                  </a:lnTo>
                  <a:lnTo>
                    <a:pt x="395419" y="5233081"/>
                  </a:lnTo>
                  <a:lnTo>
                    <a:pt x="395419" y="5232651"/>
                  </a:lnTo>
                  <a:lnTo>
                    <a:pt x="395419" y="5232220"/>
                  </a:lnTo>
                  <a:lnTo>
                    <a:pt x="395419" y="5231790"/>
                  </a:lnTo>
                  <a:lnTo>
                    <a:pt x="395536" y="5231790"/>
                  </a:lnTo>
                  <a:lnTo>
                    <a:pt x="395536" y="5231359"/>
                  </a:lnTo>
                  <a:lnTo>
                    <a:pt x="395536" y="5230928"/>
                  </a:lnTo>
                  <a:lnTo>
                    <a:pt x="395536" y="5230498"/>
                  </a:lnTo>
                  <a:lnTo>
                    <a:pt x="395654" y="5230498"/>
                  </a:lnTo>
                  <a:lnTo>
                    <a:pt x="395772" y="5230498"/>
                  </a:lnTo>
                  <a:lnTo>
                    <a:pt x="395889" y="5230498"/>
                  </a:lnTo>
                  <a:lnTo>
                    <a:pt x="396007" y="5230498"/>
                  </a:lnTo>
                  <a:lnTo>
                    <a:pt x="396007" y="5230067"/>
                  </a:lnTo>
                  <a:lnTo>
                    <a:pt x="396124" y="5230067"/>
                  </a:lnTo>
                  <a:lnTo>
                    <a:pt x="396242" y="5230067"/>
                  </a:lnTo>
                  <a:lnTo>
                    <a:pt x="396242" y="5229637"/>
                  </a:lnTo>
                  <a:lnTo>
                    <a:pt x="396242" y="5229206"/>
                  </a:lnTo>
                  <a:lnTo>
                    <a:pt x="396360" y="5229206"/>
                  </a:lnTo>
                  <a:lnTo>
                    <a:pt x="396477" y="5229206"/>
                  </a:lnTo>
                  <a:lnTo>
                    <a:pt x="396477" y="5228775"/>
                  </a:lnTo>
                  <a:lnTo>
                    <a:pt x="396595" y="5228775"/>
                  </a:lnTo>
                  <a:lnTo>
                    <a:pt x="396595" y="5228345"/>
                  </a:lnTo>
                  <a:lnTo>
                    <a:pt x="396712" y="5228345"/>
                  </a:lnTo>
                  <a:lnTo>
                    <a:pt x="396712" y="5227914"/>
                  </a:lnTo>
                  <a:lnTo>
                    <a:pt x="396830" y="5227914"/>
                  </a:lnTo>
                  <a:lnTo>
                    <a:pt x="396948" y="5227914"/>
                  </a:lnTo>
                  <a:lnTo>
                    <a:pt x="396948" y="5227484"/>
                  </a:lnTo>
                  <a:lnTo>
                    <a:pt x="396948" y="5227053"/>
                  </a:lnTo>
                  <a:lnTo>
                    <a:pt x="397065" y="5227053"/>
                  </a:lnTo>
                  <a:lnTo>
                    <a:pt x="397183" y="5227053"/>
                  </a:lnTo>
                  <a:lnTo>
                    <a:pt x="397300" y="5227053"/>
                  </a:lnTo>
                  <a:lnTo>
                    <a:pt x="397418" y="5227053"/>
                  </a:lnTo>
                  <a:lnTo>
                    <a:pt x="397418" y="5226622"/>
                  </a:lnTo>
                  <a:lnTo>
                    <a:pt x="397418" y="5226192"/>
                  </a:lnTo>
                  <a:lnTo>
                    <a:pt x="397536" y="5226192"/>
                  </a:lnTo>
                  <a:lnTo>
                    <a:pt x="397536" y="5225761"/>
                  </a:lnTo>
                  <a:lnTo>
                    <a:pt x="397536" y="5225331"/>
                  </a:lnTo>
                  <a:lnTo>
                    <a:pt x="397653" y="5225331"/>
                  </a:lnTo>
                  <a:lnTo>
                    <a:pt x="397653" y="5224900"/>
                  </a:lnTo>
                  <a:lnTo>
                    <a:pt x="397771" y="5224900"/>
                  </a:lnTo>
                  <a:lnTo>
                    <a:pt x="397889" y="5224900"/>
                  </a:lnTo>
                  <a:lnTo>
                    <a:pt x="398006" y="5224900"/>
                  </a:lnTo>
                  <a:lnTo>
                    <a:pt x="398124" y="5224900"/>
                  </a:lnTo>
                  <a:lnTo>
                    <a:pt x="398241" y="5224900"/>
                  </a:lnTo>
                  <a:lnTo>
                    <a:pt x="398241" y="5224469"/>
                  </a:lnTo>
                  <a:lnTo>
                    <a:pt x="398359" y="5224469"/>
                  </a:lnTo>
                  <a:lnTo>
                    <a:pt x="398477" y="5224469"/>
                  </a:lnTo>
                  <a:lnTo>
                    <a:pt x="398477" y="5224039"/>
                  </a:lnTo>
                  <a:lnTo>
                    <a:pt x="398594" y="5224039"/>
                  </a:lnTo>
                  <a:lnTo>
                    <a:pt x="398594" y="5223608"/>
                  </a:lnTo>
                  <a:lnTo>
                    <a:pt x="398712" y="5223608"/>
                  </a:lnTo>
                  <a:lnTo>
                    <a:pt x="398829" y="5223608"/>
                  </a:lnTo>
                  <a:lnTo>
                    <a:pt x="398829" y="5223178"/>
                  </a:lnTo>
                  <a:lnTo>
                    <a:pt x="398947" y="5223178"/>
                  </a:lnTo>
                  <a:lnTo>
                    <a:pt x="398947" y="5222747"/>
                  </a:lnTo>
                  <a:lnTo>
                    <a:pt x="398947" y="5222316"/>
                  </a:lnTo>
                  <a:lnTo>
                    <a:pt x="399065" y="5222316"/>
                  </a:lnTo>
                  <a:lnTo>
                    <a:pt x="399065" y="5221886"/>
                  </a:lnTo>
                  <a:lnTo>
                    <a:pt x="399182" y="5221886"/>
                  </a:lnTo>
                  <a:lnTo>
                    <a:pt x="399300" y="5221886"/>
                  </a:lnTo>
                  <a:lnTo>
                    <a:pt x="399418" y="5221886"/>
                  </a:lnTo>
                  <a:lnTo>
                    <a:pt x="399535" y="5221886"/>
                  </a:lnTo>
                  <a:lnTo>
                    <a:pt x="399653" y="5221886"/>
                  </a:lnTo>
                  <a:lnTo>
                    <a:pt x="399653" y="5221455"/>
                  </a:lnTo>
                  <a:lnTo>
                    <a:pt x="399653" y="5221025"/>
                  </a:lnTo>
                  <a:lnTo>
                    <a:pt x="399770" y="5221025"/>
                  </a:lnTo>
                  <a:lnTo>
                    <a:pt x="399888" y="5221025"/>
                  </a:lnTo>
                  <a:lnTo>
                    <a:pt x="400006" y="5221025"/>
                  </a:lnTo>
                  <a:lnTo>
                    <a:pt x="400123" y="5221025"/>
                  </a:lnTo>
                  <a:lnTo>
                    <a:pt x="400241" y="5221025"/>
                  </a:lnTo>
                  <a:lnTo>
                    <a:pt x="400358" y="5221025"/>
                  </a:lnTo>
                  <a:lnTo>
                    <a:pt x="400476" y="5221025"/>
                  </a:lnTo>
                  <a:lnTo>
                    <a:pt x="400476" y="5220594"/>
                  </a:lnTo>
                  <a:lnTo>
                    <a:pt x="400476" y="5220163"/>
                  </a:lnTo>
                  <a:lnTo>
                    <a:pt x="400594" y="5220163"/>
                  </a:lnTo>
                  <a:lnTo>
                    <a:pt x="400711" y="5220163"/>
                  </a:lnTo>
                  <a:lnTo>
                    <a:pt x="400829" y="5220163"/>
                  </a:lnTo>
                  <a:lnTo>
                    <a:pt x="400829" y="5219733"/>
                  </a:lnTo>
                  <a:lnTo>
                    <a:pt x="400829" y="5219302"/>
                  </a:lnTo>
                  <a:lnTo>
                    <a:pt x="400947" y="5219302"/>
                  </a:lnTo>
                  <a:lnTo>
                    <a:pt x="400947" y="5218872"/>
                  </a:lnTo>
                  <a:lnTo>
                    <a:pt x="400947" y="5218441"/>
                  </a:lnTo>
                  <a:lnTo>
                    <a:pt x="400947" y="5218010"/>
                  </a:lnTo>
                  <a:lnTo>
                    <a:pt x="401064" y="5218010"/>
                  </a:lnTo>
                  <a:lnTo>
                    <a:pt x="401182" y="5218010"/>
                  </a:lnTo>
                  <a:lnTo>
                    <a:pt x="401182" y="5217580"/>
                  </a:lnTo>
                  <a:lnTo>
                    <a:pt x="401182" y="5217149"/>
                  </a:lnTo>
                  <a:lnTo>
                    <a:pt x="401182" y="5216719"/>
                  </a:lnTo>
                  <a:lnTo>
                    <a:pt x="401299" y="5216719"/>
                  </a:lnTo>
                  <a:lnTo>
                    <a:pt x="401417" y="5216719"/>
                  </a:lnTo>
                  <a:lnTo>
                    <a:pt x="401535" y="5216719"/>
                  </a:lnTo>
                  <a:lnTo>
                    <a:pt x="401652" y="5216719"/>
                  </a:lnTo>
                  <a:lnTo>
                    <a:pt x="401770" y="5216719"/>
                  </a:lnTo>
                  <a:lnTo>
                    <a:pt x="401887" y="5216719"/>
                  </a:lnTo>
                  <a:lnTo>
                    <a:pt x="401887" y="5216288"/>
                  </a:lnTo>
                  <a:lnTo>
                    <a:pt x="402005" y="5216288"/>
                  </a:lnTo>
                  <a:lnTo>
                    <a:pt x="402123" y="5216288"/>
                  </a:lnTo>
                  <a:lnTo>
                    <a:pt x="402123" y="5215857"/>
                  </a:lnTo>
                  <a:lnTo>
                    <a:pt x="402240" y="5215857"/>
                  </a:lnTo>
                  <a:lnTo>
                    <a:pt x="402358" y="5215857"/>
                  </a:lnTo>
                  <a:lnTo>
                    <a:pt x="402476" y="5215857"/>
                  </a:lnTo>
                  <a:lnTo>
                    <a:pt x="402593" y="5215857"/>
                  </a:lnTo>
                  <a:lnTo>
                    <a:pt x="402711" y="5215857"/>
                  </a:lnTo>
                  <a:lnTo>
                    <a:pt x="402828" y="5215857"/>
                  </a:lnTo>
                  <a:lnTo>
                    <a:pt x="402946" y="5215857"/>
                  </a:lnTo>
                  <a:lnTo>
                    <a:pt x="403064" y="5215857"/>
                  </a:lnTo>
                  <a:lnTo>
                    <a:pt x="403064" y="5215427"/>
                  </a:lnTo>
                  <a:lnTo>
                    <a:pt x="403064" y="5214996"/>
                  </a:lnTo>
                  <a:lnTo>
                    <a:pt x="403181" y="5214996"/>
                  </a:lnTo>
                  <a:lnTo>
                    <a:pt x="403181" y="5214566"/>
                  </a:lnTo>
                  <a:lnTo>
                    <a:pt x="403181" y="5214135"/>
                  </a:lnTo>
                  <a:lnTo>
                    <a:pt x="403181" y="5213704"/>
                  </a:lnTo>
                  <a:lnTo>
                    <a:pt x="403299" y="5213704"/>
                  </a:lnTo>
                  <a:lnTo>
                    <a:pt x="403299" y="5213274"/>
                  </a:lnTo>
                  <a:lnTo>
                    <a:pt x="403416" y="5213274"/>
                  </a:lnTo>
                  <a:lnTo>
                    <a:pt x="403416" y="5212843"/>
                  </a:lnTo>
                  <a:lnTo>
                    <a:pt x="403416" y="5212413"/>
                  </a:lnTo>
                  <a:lnTo>
                    <a:pt x="403416" y="5211982"/>
                  </a:lnTo>
                  <a:lnTo>
                    <a:pt x="403534" y="5211982"/>
                  </a:lnTo>
                  <a:lnTo>
                    <a:pt x="403534" y="5211551"/>
                  </a:lnTo>
                  <a:lnTo>
                    <a:pt x="403534" y="5211121"/>
                  </a:lnTo>
                  <a:lnTo>
                    <a:pt x="403652" y="5211121"/>
                  </a:lnTo>
                  <a:lnTo>
                    <a:pt x="403769" y="5211121"/>
                  </a:lnTo>
                  <a:lnTo>
                    <a:pt x="403769" y="5210690"/>
                  </a:lnTo>
                  <a:lnTo>
                    <a:pt x="403887" y="5210690"/>
                  </a:lnTo>
                  <a:lnTo>
                    <a:pt x="404004" y="5210690"/>
                  </a:lnTo>
                  <a:lnTo>
                    <a:pt x="404004" y="5210260"/>
                  </a:lnTo>
                  <a:lnTo>
                    <a:pt x="404122" y="5210260"/>
                  </a:lnTo>
                  <a:lnTo>
                    <a:pt x="404122" y="5209829"/>
                  </a:lnTo>
                  <a:lnTo>
                    <a:pt x="404240" y="5209829"/>
                  </a:lnTo>
                  <a:lnTo>
                    <a:pt x="404240" y="5209398"/>
                  </a:lnTo>
                  <a:lnTo>
                    <a:pt x="404357" y="5209398"/>
                  </a:lnTo>
                  <a:lnTo>
                    <a:pt x="404357" y="5208968"/>
                  </a:lnTo>
                  <a:lnTo>
                    <a:pt x="404357" y="5208537"/>
                  </a:lnTo>
                  <a:lnTo>
                    <a:pt x="404475" y="5208537"/>
                  </a:lnTo>
                  <a:lnTo>
                    <a:pt x="404475" y="5208107"/>
                  </a:lnTo>
                  <a:lnTo>
                    <a:pt x="404593" y="5208107"/>
                  </a:lnTo>
                  <a:lnTo>
                    <a:pt x="404710" y="5208107"/>
                  </a:lnTo>
                  <a:lnTo>
                    <a:pt x="404710" y="5207676"/>
                  </a:lnTo>
                  <a:lnTo>
                    <a:pt x="404828" y="5207676"/>
                  </a:lnTo>
                  <a:lnTo>
                    <a:pt x="404828" y="5207245"/>
                  </a:lnTo>
                  <a:lnTo>
                    <a:pt x="404945" y="5207245"/>
                  </a:lnTo>
                  <a:lnTo>
                    <a:pt x="405063" y="5207245"/>
                  </a:lnTo>
                  <a:lnTo>
                    <a:pt x="405181" y="5207245"/>
                  </a:lnTo>
                  <a:lnTo>
                    <a:pt x="405298" y="5207245"/>
                  </a:lnTo>
                  <a:lnTo>
                    <a:pt x="405298" y="5206815"/>
                  </a:lnTo>
                  <a:lnTo>
                    <a:pt x="405298" y="5206384"/>
                  </a:lnTo>
                  <a:lnTo>
                    <a:pt x="405298" y="5205954"/>
                  </a:lnTo>
                  <a:lnTo>
                    <a:pt x="405298" y="5205523"/>
                  </a:lnTo>
                  <a:lnTo>
                    <a:pt x="405416" y="5205523"/>
                  </a:lnTo>
                  <a:lnTo>
                    <a:pt x="405416" y="5205092"/>
                  </a:lnTo>
                  <a:lnTo>
                    <a:pt x="405533" y="5205092"/>
                  </a:lnTo>
                  <a:lnTo>
                    <a:pt x="405533" y="5204662"/>
                  </a:lnTo>
                  <a:lnTo>
                    <a:pt x="405533" y="5204231"/>
                  </a:lnTo>
                  <a:lnTo>
                    <a:pt x="405651" y="5204231"/>
                  </a:lnTo>
                  <a:lnTo>
                    <a:pt x="405769" y="5204231"/>
                  </a:lnTo>
                  <a:lnTo>
                    <a:pt x="405769" y="5203801"/>
                  </a:lnTo>
                  <a:lnTo>
                    <a:pt x="405886" y="5203801"/>
                  </a:lnTo>
                  <a:lnTo>
                    <a:pt x="406004" y="5203801"/>
                  </a:lnTo>
                  <a:lnTo>
                    <a:pt x="406004" y="5203370"/>
                  </a:lnTo>
                  <a:lnTo>
                    <a:pt x="406004" y="5202939"/>
                  </a:lnTo>
                  <a:lnTo>
                    <a:pt x="406004" y="5202509"/>
                  </a:lnTo>
                  <a:lnTo>
                    <a:pt x="406122" y="5202509"/>
                  </a:lnTo>
                  <a:lnTo>
                    <a:pt x="406239" y="5202509"/>
                  </a:lnTo>
                  <a:lnTo>
                    <a:pt x="406357" y="5202509"/>
                  </a:lnTo>
                  <a:lnTo>
                    <a:pt x="406474" y="5202509"/>
                  </a:lnTo>
                  <a:lnTo>
                    <a:pt x="406474" y="5202078"/>
                  </a:lnTo>
                  <a:lnTo>
                    <a:pt x="406592" y="5202078"/>
                  </a:lnTo>
                  <a:lnTo>
                    <a:pt x="406592" y="5201648"/>
                  </a:lnTo>
                  <a:lnTo>
                    <a:pt x="406710" y="5201648"/>
                  </a:lnTo>
                  <a:lnTo>
                    <a:pt x="406827" y="5201648"/>
                  </a:lnTo>
                  <a:lnTo>
                    <a:pt x="406945" y="5201648"/>
                  </a:lnTo>
                  <a:lnTo>
                    <a:pt x="407062" y="5201648"/>
                  </a:lnTo>
                  <a:lnTo>
                    <a:pt x="407062" y="5201217"/>
                  </a:lnTo>
                  <a:lnTo>
                    <a:pt x="407062" y="5200786"/>
                  </a:lnTo>
                  <a:lnTo>
                    <a:pt x="407180" y="5200786"/>
                  </a:lnTo>
                  <a:lnTo>
                    <a:pt x="407180" y="5200356"/>
                  </a:lnTo>
                  <a:lnTo>
                    <a:pt x="407298" y="5200356"/>
                  </a:lnTo>
                  <a:lnTo>
                    <a:pt x="407415" y="5200356"/>
                  </a:lnTo>
                  <a:lnTo>
                    <a:pt x="407415" y="5199925"/>
                  </a:lnTo>
                  <a:lnTo>
                    <a:pt x="407533" y="5199925"/>
                  </a:lnTo>
                  <a:lnTo>
                    <a:pt x="407651" y="5199925"/>
                  </a:lnTo>
                  <a:lnTo>
                    <a:pt x="407768" y="5199925"/>
                  </a:lnTo>
                  <a:lnTo>
                    <a:pt x="407886" y="5199925"/>
                  </a:lnTo>
                  <a:lnTo>
                    <a:pt x="408003" y="5199925"/>
                  </a:lnTo>
                  <a:lnTo>
                    <a:pt x="408003" y="5199495"/>
                  </a:lnTo>
                  <a:lnTo>
                    <a:pt x="408003" y="5199064"/>
                  </a:lnTo>
                  <a:lnTo>
                    <a:pt x="408121" y="5199064"/>
                  </a:lnTo>
                  <a:lnTo>
                    <a:pt x="408239" y="5199064"/>
                  </a:lnTo>
                  <a:lnTo>
                    <a:pt x="408239" y="5198633"/>
                  </a:lnTo>
                  <a:lnTo>
                    <a:pt x="408356" y="5198633"/>
                  </a:lnTo>
                  <a:lnTo>
                    <a:pt x="408474" y="5198633"/>
                  </a:lnTo>
                  <a:lnTo>
                    <a:pt x="408474" y="5198203"/>
                  </a:lnTo>
                  <a:lnTo>
                    <a:pt x="408591" y="5198203"/>
                  </a:lnTo>
                  <a:lnTo>
                    <a:pt x="408591" y="5197772"/>
                  </a:lnTo>
                  <a:lnTo>
                    <a:pt x="408709" y="5197772"/>
                  </a:lnTo>
                  <a:lnTo>
                    <a:pt x="408827" y="5197772"/>
                  </a:lnTo>
                  <a:lnTo>
                    <a:pt x="408827" y="5197342"/>
                  </a:lnTo>
                  <a:lnTo>
                    <a:pt x="408827" y="5196911"/>
                  </a:lnTo>
                  <a:lnTo>
                    <a:pt x="408944" y="5196911"/>
                  </a:lnTo>
                  <a:lnTo>
                    <a:pt x="408944" y="5196480"/>
                  </a:lnTo>
                  <a:lnTo>
                    <a:pt x="409062" y="5196480"/>
                  </a:lnTo>
                  <a:lnTo>
                    <a:pt x="409062" y="5196050"/>
                  </a:lnTo>
                  <a:lnTo>
                    <a:pt x="409180" y="5196050"/>
                  </a:lnTo>
                  <a:lnTo>
                    <a:pt x="409180" y="5195619"/>
                  </a:lnTo>
                  <a:lnTo>
                    <a:pt x="409180" y="5195189"/>
                  </a:lnTo>
                  <a:lnTo>
                    <a:pt x="409297" y="5195189"/>
                  </a:lnTo>
                  <a:lnTo>
                    <a:pt x="409297" y="5194758"/>
                  </a:lnTo>
                  <a:lnTo>
                    <a:pt x="409415" y="5194758"/>
                  </a:lnTo>
                  <a:lnTo>
                    <a:pt x="409532" y="5194758"/>
                  </a:lnTo>
                  <a:lnTo>
                    <a:pt x="409650" y="5194758"/>
                  </a:lnTo>
                  <a:lnTo>
                    <a:pt x="409650" y="5194327"/>
                  </a:lnTo>
                  <a:lnTo>
                    <a:pt x="409768" y="5194327"/>
                  </a:lnTo>
                  <a:lnTo>
                    <a:pt x="409885" y="5194327"/>
                  </a:lnTo>
                  <a:lnTo>
                    <a:pt x="410003" y="5194327"/>
                  </a:lnTo>
                  <a:lnTo>
                    <a:pt x="410120" y="5194327"/>
                  </a:lnTo>
                  <a:lnTo>
                    <a:pt x="410238" y="5194327"/>
                  </a:lnTo>
                  <a:lnTo>
                    <a:pt x="410356" y="5194327"/>
                  </a:lnTo>
                  <a:lnTo>
                    <a:pt x="410473" y="5194327"/>
                  </a:lnTo>
                  <a:lnTo>
                    <a:pt x="410473" y="5193897"/>
                  </a:lnTo>
                  <a:lnTo>
                    <a:pt x="410473" y="5193466"/>
                  </a:lnTo>
                  <a:lnTo>
                    <a:pt x="410591" y="5193466"/>
                  </a:lnTo>
                  <a:lnTo>
                    <a:pt x="410709" y="5193466"/>
                  </a:lnTo>
                  <a:lnTo>
                    <a:pt x="410826" y="5193466"/>
                  </a:lnTo>
                  <a:lnTo>
                    <a:pt x="410826" y="5193036"/>
                  </a:lnTo>
                  <a:lnTo>
                    <a:pt x="410944" y="5193036"/>
                  </a:lnTo>
                  <a:lnTo>
                    <a:pt x="411061" y="5193036"/>
                  </a:lnTo>
                  <a:lnTo>
                    <a:pt x="411061" y="5192605"/>
                  </a:lnTo>
                  <a:lnTo>
                    <a:pt x="411179" y="5192605"/>
                  </a:lnTo>
                  <a:lnTo>
                    <a:pt x="411297" y="5192605"/>
                  </a:lnTo>
                  <a:lnTo>
                    <a:pt x="411414" y="5192605"/>
                  </a:lnTo>
                  <a:lnTo>
                    <a:pt x="411532" y="5192605"/>
                  </a:lnTo>
                  <a:lnTo>
                    <a:pt x="411649" y="5192605"/>
                  </a:lnTo>
                  <a:lnTo>
                    <a:pt x="411767" y="5192605"/>
                  </a:lnTo>
                  <a:lnTo>
                    <a:pt x="411885" y="5192605"/>
                  </a:lnTo>
                  <a:lnTo>
                    <a:pt x="412002" y="5192605"/>
                  </a:lnTo>
                  <a:lnTo>
                    <a:pt x="412002" y="5192174"/>
                  </a:lnTo>
                  <a:lnTo>
                    <a:pt x="412002" y="5191744"/>
                  </a:lnTo>
                  <a:lnTo>
                    <a:pt x="412120" y="5191744"/>
                  </a:lnTo>
                  <a:lnTo>
                    <a:pt x="412237" y="5191744"/>
                  </a:lnTo>
                  <a:lnTo>
                    <a:pt x="412355" y="5191744"/>
                  </a:lnTo>
                  <a:lnTo>
                    <a:pt x="412473" y="5191744"/>
                  </a:lnTo>
                  <a:lnTo>
                    <a:pt x="412473" y="5191313"/>
                  </a:lnTo>
                  <a:lnTo>
                    <a:pt x="412590" y="5191313"/>
                  </a:lnTo>
                  <a:lnTo>
                    <a:pt x="412708" y="5191313"/>
                  </a:lnTo>
                  <a:lnTo>
                    <a:pt x="412826" y="5191313"/>
                  </a:lnTo>
                  <a:lnTo>
                    <a:pt x="412943" y="5191313"/>
                  </a:lnTo>
                  <a:lnTo>
                    <a:pt x="412943" y="5190883"/>
                  </a:lnTo>
                  <a:lnTo>
                    <a:pt x="412943" y="5190452"/>
                  </a:lnTo>
                  <a:lnTo>
                    <a:pt x="413061" y="5190452"/>
                  </a:lnTo>
                  <a:lnTo>
                    <a:pt x="413061" y="5190021"/>
                  </a:lnTo>
                  <a:lnTo>
                    <a:pt x="413178" y="5190021"/>
                  </a:lnTo>
                  <a:lnTo>
                    <a:pt x="413178" y="5189591"/>
                  </a:lnTo>
                  <a:lnTo>
                    <a:pt x="413296" y="5189591"/>
                  </a:lnTo>
                  <a:lnTo>
                    <a:pt x="413296" y="5189160"/>
                  </a:lnTo>
                  <a:lnTo>
                    <a:pt x="413414" y="5189160"/>
                  </a:lnTo>
                  <a:lnTo>
                    <a:pt x="413531" y="5189160"/>
                  </a:lnTo>
                  <a:lnTo>
                    <a:pt x="413531" y="5188730"/>
                  </a:lnTo>
                  <a:lnTo>
                    <a:pt x="413649" y="5188730"/>
                  </a:lnTo>
                  <a:lnTo>
                    <a:pt x="413766" y="5188730"/>
                  </a:lnTo>
                  <a:lnTo>
                    <a:pt x="413884" y="5188730"/>
                  </a:lnTo>
                  <a:lnTo>
                    <a:pt x="414002" y="5188730"/>
                  </a:lnTo>
                  <a:lnTo>
                    <a:pt x="414119" y="5188730"/>
                  </a:lnTo>
                  <a:lnTo>
                    <a:pt x="414237" y="5188730"/>
                  </a:lnTo>
                  <a:lnTo>
                    <a:pt x="414237" y="5188299"/>
                  </a:lnTo>
                  <a:lnTo>
                    <a:pt x="414237" y="5187868"/>
                  </a:lnTo>
                  <a:lnTo>
                    <a:pt x="414237" y="5187438"/>
                  </a:lnTo>
                  <a:lnTo>
                    <a:pt x="414355" y="5187438"/>
                  </a:lnTo>
                  <a:lnTo>
                    <a:pt x="414472" y="5187438"/>
                  </a:lnTo>
                  <a:lnTo>
                    <a:pt x="414590" y="5187438"/>
                  </a:lnTo>
                  <a:lnTo>
                    <a:pt x="414707" y="5187438"/>
                  </a:lnTo>
                  <a:lnTo>
                    <a:pt x="414825" y="5187438"/>
                  </a:lnTo>
                  <a:lnTo>
                    <a:pt x="414943" y="5187438"/>
                  </a:lnTo>
                  <a:lnTo>
                    <a:pt x="414943" y="5187007"/>
                  </a:lnTo>
                  <a:lnTo>
                    <a:pt x="414943" y="5186577"/>
                  </a:lnTo>
                  <a:lnTo>
                    <a:pt x="414943" y="5186146"/>
                  </a:lnTo>
                  <a:lnTo>
                    <a:pt x="415060" y="5186146"/>
                  </a:lnTo>
                  <a:lnTo>
                    <a:pt x="415178" y="5186146"/>
                  </a:lnTo>
                  <a:lnTo>
                    <a:pt x="415295" y="5186146"/>
                  </a:lnTo>
                  <a:lnTo>
                    <a:pt x="415295" y="5185715"/>
                  </a:lnTo>
                  <a:lnTo>
                    <a:pt x="415295" y="5185285"/>
                  </a:lnTo>
                  <a:lnTo>
                    <a:pt x="415413" y="5185285"/>
                  </a:lnTo>
                  <a:lnTo>
                    <a:pt x="415531" y="5185285"/>
                  </a:lnTo>
                  <a:lnTo>
                    <a:pt x="415648" y="5185285"/>
                  </a:lnTo>
                  <a:lnTo>
                    <a:pt x="415766" y="5185285"/>
                  </a:lnTo>
                  <a:lnTo>
                    <a:pt x="415884" y="5185285"/>
                  </a:lnTo>
                  <a:lnTo>
                    <a:pt x="416001" y="5185285"/>
                  </a:lnTo>
                  <a:lnTo>
                    <a:pt x="416001" y="5184854"/>
                  </a:lnTo>
                  <a:lnTo>
                    <a:pt x="416119" y="5184854"/>
                  </a:lnTo>
                  <a:lnTo>
                    <a:pt x="416119" y="5184424"/>
                  </a:lnTo>
                  <a:lnTo>
                    <a:pt x="416119" y="5183993"/>
                  </a:lnTo>
                  <a:lnTo>
                    <a:pt x="416236" y="5183993"/>
                  </a:lnTo>
                  <a:lnTo>
                    <a:pt x="416354" y="5183993"/>
                  </a:lnTo>
                  <a:lnTo>
                    <a:pt x="416354" y="5183562"/>
                  </a:lnTo>
                  <a:lnTo>
                    <a:pt x="416354" y="5183132"/>
                  </a:lnTo>
                  <a:lnTo>
                    <a:pt x="416354" y="5182701"/>
                  </a:lnTo>
                  <a:lnTo>
                    <a:pt x="416472" y="5182701"/>
                  </a:lnTo>
                  <a:lnTo>
                    <a:pt x="416589" y="5182701"/>
                  </a:lnTo>
                  <a:lnTo>
                    <a:pt x="416707" y="5182701"/>
                  </a:lnTo>
                  <a:lnTo>
                    <a:pt x="416707" y="5182271"/>
                  </a:lnTo>
                  <a:lnTo>
                    <a:pt x="416707" y="5181840"/>
                  </a:lnTo>
                  <a:lnTo>
                    <a:pt x="416824" y="5181840"/>
                  </a:lnTo>
                  <a:lnTo>
                    <a:pt x="416942" y="5181840"/>
                  </a:lnTo>
                  <a:lnTo>
                    <a:pt x="417060" y="5181840"/>
                  </a:lnTo>
                  <a:lnTo>
                    <a:pt x="417177" y="5181840"/>
                  </a:lnTo>
                  <a:lnTo>
                    <a:pt x="417295" y="5181840"/>
                  </a:lnTo>
                  <a:lnTo>
                    <a:pt x="417413" y="5181840"/>
                  </a:lnTo>
                  <a:lnTo>
                    <a:pt x="417530" y="5181840"/>
                  </a:lnTo>
                  <a:lnTo>
                    <a:pt x="417530" y="5181409"/>
                  </a:lnTo>
                  <a:lnTo>
                    <a:pt x="417648" y="5181409"/>
                  </a:lnTo>
                  <a:lnTo>
                    <a:pt x="417648" y="5180979"/>
                  </a:lnTo>
                  <a:lnTo>
                    <a:pt x="417648" y="5180548"/>
                  </a:lnTo>
                  <a:lnTo>
                    <a:pt x="417648" y="5180118"/>
                  </a:lnTo>
                  <a:lnTo>
                    <a:pt x="417648" y="5179687"/>
                  </a:lnTo>
                  <a:lnTo>
                    <a:pt x="417648" y="5179256"/>
                  </a:lnTo>
                  <a:lnTo>
                    <a:pt x="417648" y="5178826"/>
                  </a:lnTo>
                  <a:lnTo>
                    <a:pt x="417648" y="5178395"/>
                  </a:lnTo>
                  <a:lnTo>
                    <a:pt x="417648" y="5177965"/>
                  </a:lnTo>
                  <a:lnTo>
                    <a:pt x="417765" y="5177965"/>
                  </a:lnTo>
                  <a:lnTo>
                    <a:pt x="417883" y="5177965"/>
                  </a:lnTo>
                  <a:lnTo>
                    <a:pt x="418001" y="5177965"/>
                  </a:lnTo>
                  <a:lnTo>
                    <a:pt x="418118" y="5177965"/>
                  </a:lnTo>
                  <a:lnTo>
                    <a:pt x="418118" y="5177534"/>
                  </a:lnTo>
                  <a:lnTo>
                    <a:pt x="418236" y="5177534"/>
                  </a:lnTo>
                  <a:lnTo>
                    <a:pt x="418353" y="5177534"/>
                  </a:lnTo>
                  <a:lnTo>
                    <a:pt x="418471" y="5177534"/>
                  </a:lnTo>
                  <a:lnTo>
                    <a:pt x="418471" y="5177103"/>
                  </a:lnTo>
                  <a:lnTo>
                    <a:pt x="418471" y="5176673"/>
                  </a:lnTo>
                  <a:lnTo>
                    <a:pt x="418471" y="5176242"/>
                  </a:lnTo>
                  <a:lnTo>
                    <a:pt x="418589" y="5176242"/>
                  </a:lnTo>
                  <a:lnTo>
                    <a:pt x="418706" y="5176242"/>
                  </a:lnTo>
                  <a:lnTo>
                    <a:pt x="418824" y="5176242"/>
                  </a:lnTo>
                  <a:lnTo>
                    <a:pt x="418824" y="5175812"/>
                  </a:lnTo>
                  <a:lnTo>
                    <a:pt x="418942" y="5175812"/>
                  </a:lnTo>
                  <a:lnTo>
                    <a:pt x="418942" y="5175381"/>
                  </a:lnTo>
                  <a:lnTo>
                    <a:pt x="419059" y="5175381"/>
                  </a:lnTo>
                  <a:lnTo>
                    <a:pt x="419059" y="5174950"/>
                  </a:lnTo>
                  <a:lnTo>
                    <a:pt x="419177" y="5174950"/>
                  </a:lnTo>
                  <a:lnTo>
                    <a:pt x="419177" y="5174520"/>
                  </a:lnTo>
                  <a:lnTo>
                    <a:pt x="419294" y="5174520"/>
                  </a:lnTo>
                  <a:lnTo>
                    <a:pt x="419294" y="5174089"/>
                  </a:lnTo>
                  <a:lnTo>
                    <a:pt x="419294" y="5173659"/>
                  </a:lnTo>
                  <a:lnTo>
                    <a:pt x="419412" y="5173659"/>
                  </a:lnTo>
                  <a:lnTo>
                    <a:pt x="419530" y="5173659"/>
                  </a:lnTo>
                  <a:lnTo>
                    <a:pt x="419647" y="5173659"/>
                  </a:lnTo>
                  <a:lnTo>
                    <a:pt x="419765" y="5173659"/>
                  </a:lnTo>
                  <a:lnTo>
                    <a:pt x="419765" y="5173228"/>
                  </a:lnTo>
                  <a:lnTo>
                    <a:pt x="419765" y="5172797"/>
                  </a:lnTo>
                  <a:lnTo>
                    <a:pt x="419882" y="5172797"/>
                  </a:lnTo>
                  <a:lnTo>
                    <a:pt x="420000" y="5172797"/>
                  </a:lnTo>
                  <a:lnTo>
                    <a:pt x="420118" y="5172797"/>
                  </a:lnTo>
                  <a:lnTo>
                    <a:pt x="420118" y="5172367"/>
                  </a:lnTo>
                  <a:lnTo>
                    <a:pt x="420235" y="5172367"/>
                  </a:lnTo>
                  <a:lnTo>
                    <a:pt x="420353" y="5172367"/>
                  </a:lnTo>
                  <a:lnTo>
                    <a:pt x="420353" y="5171936"/>
                  </a:lnTo>
                  <a:lnTo>
                    <a:pt x="420470" y="5171936"/>
                  </a:lnTo>
                  <a:lnTo>
                    <a:pt x="420588" y="5171936"/>
                  </a:lnTo>
                  <a:lnTo>
                    <a:pt x="420588" y="5171506"/>
                  </a:lnTo>
                  <a:lnTo>
                    <a:pt x="420706" y="5171506"/>
                  </a:lnTo>
                  <a:lnTo>
                    <a:pt x="420823" y="5171506"/>
                  </a:lnTo>
                  <a:lnTo>
                    <a:pt x="420823" y="5171075"/>
                  </a:lnTo>
                  <a:lnTo>
                    <a:pt x="420823" y="5170644"/>
                  </a:lnTo>
                  <a:lnTo>
                    <a:pt x="420941" y="5170644"/>
                  </a:lnTo>
                  <a:lnTo>
                    <a:pt x="420941" y="5170214"/>
                  </a:lnTo>
                  <a:lnTo>
                    <a:pt x="421059" y="5170214"/>
                  </a:lnTo>
                  <a:lnTo>
                    <a:pt x="421176" y="5170214"/>
                  </a:lnTo>
                  <a:lnTo>
                    <a:pt x="421294" y="5170214"/>
                  </a:lnTo>
                  <a:lnTo>
                    <a:pt x="421411" y="5170214"/>
                  </a:lnTo>
                  <a:lnTo>
                    <a:pt x="421411" y="5169783"/>
                  </a:lnTo>
                  <a:lnTo>
                    <a:pt x="421529" y="5169783"/>
                  </a:lnTo>
                  <a:lnTo>
                    <a:pt x="421529" y="5169353"/>
                  </a:lnTo>
                  <a:lnTo>
                    <a:pt x="421647" y="5169353"/>
                  </a:lnTo>
                  <a:lnTo>
                    <a:pt x="421647" y="5168922"/>
                  </a:lnTo>
                  <a:lnTo>
                    <a:pt x="421764" y="5168922"/>
                  </a:lnTo>
                  <a:lnTo>
                    <a:pt x="421882" y="5168922"/>
                  </a:lnTo>
                  <a:lnTo>
                    <a:pt x="421999" y="5168922"/>
                  </a:lnTo>
                  <a:lnTo>
                    <a:pt x="422117" y="5168922"/>
                  </a:lnTo>
                  <a:lnTo>
                    <a:pt x="422117" y="5168491"/>
                  </a:lnTo>
                  <a:lnTo>
                    <a:pt x="422117" y="5168061"/>
                  </a:lnTo>
                  <a:lnTo>
                    <a:pt x="422235" y="5168061"/>
                  </a:lnTo>
                  <a:lnTo>
                    <a:pt x="422352" y="5168061"/>
                  </a:lnTo>
                  <a:lnTo>
                    <a:pt x="422352" y="5167630"/>
                  </a:lnTo>
                  <a:lnTo>
                    <a:pt x="422470" y="5167630"/>
                  </a:lnTo>
                  <a:lnTo>
                    <a:pt x="422588" y="5167630"/>
                  </a:lnTo>
                  <a:lnTo>
                    <a:pt x="422705" y="5167630"/>
                  </a:lnTo>
                  <a:lnTo>
                    <a:pt x="422705" y="5167200"/>
                  </a:lnTo>
                  <a:lnTo>
                    <a:pt x="422705" y="5166769"/>
                  </a:lnTo>
                  <a:lnTo>
                    <a:pt x="422823" y="5166769"/>
                  </a:lnTo>
                  <a:lnTo>
                    <a:pt x="422823" y="5166338"/>
                  </a:lnTo>
                  <a:lnTo>
                    <a:pt x="422940" y="5166338"/>
                  </a:lnTo>
                  <a:lnTo>
                    <a:pt x="422940" y="5165908"/>
                  </a:lnTo>
                  <a:lnTo>
                    <a:pt x="423058" y="5165908"/>
                  </a:lnTo>
                  <a:lnTo>
                    <a:pt x="423058" y="5165477"/>
                  </a:lnTo>
                  <a:lnTo>
                    <a:pt x="423176" y="5165477"/>
                  </a:lnTo>
                  <a:lnTo>
                    <a:pt x="423293" y="5165477"/>
                  </a:lnTo>
                  <a:lnTo>
                    <a:pt x="423411" y="5165477"/>
                  </a:lnTo>
                  <a:lnTo>
                    <a:pt x="423528" y="5165477"/>
                  </a:lnTo>
                  <a:lnTo>
                    <a:pt x="423528" y="5165047"/>
                  </a:lnTo>
                  <a:lnTo>
                    <a:pt x="423528" y="5164616"/>
                  </a:lnTo>
                  <a:lnTo>
                    <a:pt x="423646" y="5164616"/>
                  </a:lnTo>
                  <a:lnTo>
                    <a:pt x="423646" y="5164185"/>
                  </a:lnTo>
                  <a:lnTo>
                    <a:pt x="423764" y="5164185"/>
                  </a:lnTo>
                  <a:lnTo>
                    <a:pt x="423764" y="5163755"/>
                  </a:lnTo>
                  <a:lnTo>
                    <a:pt x="423881" y="5163755"/>
                  </a:lnTo>
                  <a:lnTo>
                    <a:pt x="423881" y="5163324"/>
                  </a:lnTo>
                  <a:lnTo>
                    <a:pt x="423881" y="5162894"/>
                  </a:lnTo>
                  <a:lnTo>
                    <a:pt x="423881" y="5162463"/>
                  </a:lnTo>
                  <a:lnTo>
                    <a:pt x="423999" y="5162463"/>
                  </a:lnTo>
                  <a:lnTo>
                    <a:pt x="424117" y="5162463"/>
                  </a:lnTo>
                  <a:lnTo>
                    <a:pt x="424234" y="5162463"/>
                  </a:lnTo>
                  <a:lnTo>
                    <a:pt x="424234" y="5162032"/>
                  </a:lnTo>
                  <a:lnTo>
                    <a:pt x="424234" y="5161602"/>
                  </a:lnTo>
                  <a:lnTo>
                    <a:pt x="424352" y="5161602"/>
                  </a:lnTo>
                  <a:lnTo>
                    <a:pt x="424352" y="5161171"/>
                  </a:lnTo>
                  <a:lnTo>
                    <a:pt x="424469" y="5161171"/>
                  </a:lnTo>
                  <a:lnTo>
                    <a:pt x="424587" y="5161171"/>
                  </a:lnTo>
                  <a:lnTo>
                    <a:pt x="424705" y="5161171"/>
                  </a:lnTo>
                  <a:lnTo>
                    <a:pt x="424822" y="5161171"/>
                  </a:lnTo>
                  <a:lnTo>
                    <a:pt x="424940" y="5161171"/>
                  </a:lnTo>
                  <a:lnTo>
                    <a:pt x="425057" y="5161171"/>
                  </a:lnTo>
                  <a:lnTo>
                    <a:pt x="425057" y="5160741"/>
                  </a:lnTo>
                  <a:lnTo>
                    <a:pt x="425175" y="5160741"/>
                  </a:lnTo>
                  <a:lnTo>
                    <a:pt x="425293" y="5160741"/>
                  </a:lnTo>
                  <a:lnTo>
                    <a:pt x="425293" y="5160310"/>
                  </a:lnTo>
                  <a:lnTo>
                    <a:pt x="425410" y="5160310"/>
                  </a:lnTo>
                  <a:lnTo>
                    <a:pt x="425410" y="5159879"/>
                  </a:lnTo>
                  <a:lnTo>
                    <a:pt x="425410" y="5159449"/>
                  </a:lnTo>
                  <a:lnTo>
                    <a:pt x="425528" y="5159449"/>
                  </a:lnTo>
                  <a:lnTo>
                    <a:pt x="425528" y="5159018"/>
                  </a:lnTo>
                  <a:lnTo>
                    <a:pt x="425646" y="5159018"/>
                  </a:lnTo>
                  <a:lnTo>
                    <a:pt x="425763" y="5159018"/>
                  </a:lnTo>
                  <a:lnTo>
                    <a:pt x="425763" y="5158588"/>
                  </a:lnTo>
                  <a:lnTo>
                    <a:pt x="425881" y="5158588"/>
                  </a:lnTo>
                  <a:lnTo>
                    <a:pt x="425998" y="5158588"/>
                  </a:lnTo>
                  <a:lnTo>
                    <a:pt x="426116" y="5158588"/>
                  </a:lnTo>
                  <a:lnTo>
                    <a:pt x="426116" y="5158157"/>
                  </a:lnTo>
                  <a:lnTo>
                    <a:pt x="426234" y="5158157"/>
                  </a:lnTo>
                  <a:lnTo>
                    <a:pt x="426234" y="5157726"/>
                  </a:lnTo>
                  <a:lnTo>
                    <a:pt x="426351" y="5157726"/>
                  </a:lnTo>
                  <a:lnTo>
                    <a:pt x="426351" y="5157296"/>
                  </a:lnTo>
                  <a:lnTo>
                    <a:pt x="426469" y="5157296"/>
                  </a:lnTo>
                  <a:lnTo>
                    <a:pt x="426586" y="5157296"/>
                  </a:lnTo>
                  <a:lnTo>
                    <a:pt x="426704" y="5157296"/>
                  </a:lnTo>
                  <a:lnTo>
                    <a:pt x="426822" y="5157296"/>
                  </a:lnTo>
                  <a:lnTo>
                    <a:pt x="426822" y="5156865"/>
                  </a:lnTo>
                  <a:lnTo>
                    <a:pt x="426939" y="5156865"/>
                  </a:lnTo>
                  <a:lnTo>
                    <a:pt x="427057" y="5156865"/>
                  </a:lnTo>
                  <a:lnTo>
                    <a:pt x="427175" y="5156865"/>
                  </a:lnTo>
                  <a:lnTo>
                    <a:pt x="427292" y="5156865"/>
                  </a:lnTo>
                  <a:lnTo>
                    <a:pt x="427410" y="5156865"/>
                  </a:lnTo>
                  <a:lnTo>
                    <a:pt x="427527" y="5156865"/>
                  </a:lnTo>
                  <a:lnTo>
                    <a:pt x="427645" y="5156865"/>
                  </a:lnTo>
                  <a:lnTo>
                    <a:pt x="427763" y="5156865"/>
                  </a:lnTo>
                  <a:lnTo>
                    <a:pt x="427763" y="5156435"/>
                  </a:lnTo>
                  <a:lnTo>
                    <a:pt x="427763" y="5156004"/>
                  </a:lnTo>
                  <a:lnTo>
                    <a:pt x="427880" y="5156004"/>
                  </a:lnTo>
                  <a:lnTo>
                    <a:pt x="427880" y="5155573"/>
                  </a:lnTo>
                  <a:lnTo>
                    <a:pt x="427880" y="5155143"/>
                  </a:lnTo>
                  <a:lnTo>
                    <a:pt x="427998" y="5155143"/>
                  </a:lnTo>
                  <a:lnTo>
                    <a:pt x="428115" y="5155143"/>
                  </a:lnTo>
                  <a:lnTo>
                    <a:pt x="428233" y="5155143"/>
                  </a:lnTo>
                  <a:lnTo>
                    <a:pt x="428233" y="5154712"/>
                  </a:lnTo>
                  <a:lnTo>
                    <a:pt x="428233" y="5154282"/>
                  </a:lnTo>
                  <a:lnTo>
                    <a:pt x="428233" y="5153851"/>
                  </a:lnTo>
                  <a:lnTo>
                    <a:pt x="428351" y="5153851"/>
                  </a:lnTo>
                  <a:lnTo>
                    <a:pt x="428351" y="5153420"/>
                  </a:lnTo>
                  <a:lnTo>
                    <a:pt x="428468" y="5153420"/>
                  </a:lnTo>
                  <a:lnTo>
                    <a:pt x="428586" y="5153420"/>
                  </a:lnTo>
                  <a:lnTo>
                    <a:pt x="428703" y="5153420"/>
                  </a:lnTo>
                  <a:lnTo>
                    <a:pt x="428703" y="5152990"/>
                  </a:lnTo>
                  <a:lnTo>
                    <a:pt x="428703" y="5152559"/>
                  </a:lnTo>
                  <a:lnTo>
                    <a:pt x="428703" y="5152129"/>
                  </a:lnTo>
                  <a:lnTo>
                    <a:pt x="428821" y="5152129"/>
                  </a:lnTo>
                  <a:lnTo>
                    <a:pt x="428821" y="5151698"/>
                  </a:lnTo>
                  <a:lnTo>
                    <a:pt x="428939" y="5151698"/>
                  </a:lnTo>
                  <a:lnTo>
                    <a:pt x="428939" y="5151267"/>
                  </a:lnTo>
                  <a:lnTo>
                    <a:pt x="428939" y="5150837"/>
                  </a:lnTo>
                  <a:lnTo>
                    <a:pt x="429056" y="5150837"/>
                  </a:lnTo>
                  <a:lnTo>
                    <a:pt x="429056" y="5150406"/>
                  </a:lnTo>
                  <a:lnTo>
                    <a:pt x="429056" y="5149976"/>
                  </a:lnTo>
                  <a:lnTo>
                    <a:pt x="429174" y="5149976"/>
                  </a:lnTo>
                  <a:lnTo>
                    <a:pt x="429292" y="5149976"/>
                  </a:lnTo>
                  <a:lnTo>
                    <a:pt x="429409" y="5149976"/>
                  </a:lnTo>
                  <a:lnTo>
                    <a:pt x="429527" y="5149976"/>
                  </a:lnTo>
                  <a:lnTo>
                    <a:pt x="429644" y="5149976"/>
                  </a:lnTo>
                  <a:lnTo>
                    <a:pt x="429762" y="5149976"/>
                  </a:lnTo>
                  <a:lnTo>
                    <a:pt x="429762" y="5149545"/>
                  </a:lnTo>
                  <a:lnTo>
                    <a:pt x="429880" y="5149545"/>
                  </a:lnTo>
                  <a:lnTo>
                    <a:pt x="429997" y="5149545"/>
                  </a:lnTo>
                  <a:lnTo>
                    <a:pt x="430115" y="5149545"/>
                  </a:lnTo>
                  <a:lnTo>
                    <a:pt x="430115" y="5149114"/>
                  </a:lnTo>
                  <a:lnTo>
                    <a:pt x="430115" y="5148684"/>
                  </a:lnTo>
                  <a:lnTo>
                    <a:pt x="430232" y="5148684"/>
                  </a:lnTo>
                  <a:lnTo>
                    <a:pt x="430232" y="5148253"/>
                  </a:lnTo>
                  <a:lnTo>
                    <a:pt x="430350" y="5148253"/>
                  </a:lnTo>
                  <a:lnTo>
                    <a:pt x="430468" y="5148253"/>
                  </a:lnTo>
                  <a:lnTo>
                    <a:pt x="430585" y="5148253"/>
                  </a:lnTo>
                  <a:lnTo>
                    <a:pt x="430703" y="5148253"/>
                  </a:lnTo>
                  <a:lnTo>
                    <a:pt x="430821" y="5148253"/>
                  </a:lnTo>
                  <a:lnTo>
                    <a:pt x="430938" y="5148253"/>
                  </a:lnTo>
                  <a:lnTo>
                    <a:pt x="431056" y="5148253"/>
                  </a:lnTo>
                  <a:lnTo>
                    <a:pt x="431173" y="5148253"/>
                  </a:lnTo>
                  <a:lnTo>
                    <a:pt x="431291" y="5148253"/>
                  </a:lnTo>
                  <a:lnTo>
                    <a:pt x="431409" y="5148253"/>
                  </a:lnTo>
                  <a:lnTo>
                    <a:pt x="431526" y="5148253"/>
                  </a:lnTo>
                  <a:lnTo>
                    <a:pt x="431526" y="5147823"/>
                  </a:lnTo>
                  <a:lnTo>
                    <a:pt x="431526" y="5147392"/>
                  </a:lnTo>
                  <a:lnTo>
                    <a:pt x="431644" y="5147392"/>
                  </a:lnTo>
                  <a:lnTo>
                    <a:pt x="431644" y="5146961"/>
                  </a:lnTo>
                  <a:lnTo>
                    <a:pt x="431644" y="5146531"/>
                  </a:lnTo>
                  <a:lnTo>
                    <a:pt x="431644" y="5146100"/>
                  </a:lnTo>
                  <a:lnTo>
                    <a:pt x="431644" y="5145670"/>
                  </a:lnTo>
                  <a:lnTo>
                    <a:pt x="431644" y="5145239"/>
                  </a:lnTo>
                  <a:lnTo>
                    <a:pt x="431761" y="5145239"/>
                  </a:lnTo>
                  <a:lnTo>
                    <a:pt x="431879" y="5145239"/>
                  </a:lnTo>
                  <a:lnTo>
                    <a:pt x="431997" y="5145239"/>
                  </a:lnTo>
                  <a:lnTo>
                    <a:pt x="431997" y="5144808"/>
                  </a:lnTo>
                  <a:lnTo>
                    <a:pt x="432114" y="5144808"/>
                  </a:lnTo>
                  <a:lnTo>
                    <a:pt x="432232" y="5144808"/>
                  </a:lnTo>
                  <a:lnTo>
                    <a:pt x="432232" y="5144378"/>
                  </a:lnTo>
                  <a:lnTo>
                    <a:pt x="432350" y="5144378"/>
                  </a:lnTo>
                  <a:lnTo>
                    <a:pt x="432350" y="5143947"/>
                  </a:lnTo>
                  <a:lnTo>
                    <a:pt x="432467" y="5143947"/>
                  </a:lnTo>
                  <a:lnTo>
                    <a:pt x="432585" y="5143947"/>
                  </a:lnTo>
                  <a:lnTo>
                    <a:pt x="432702" y="5143947"/>
                  </a:lnTo>
                  <a:lnTo>
                    <a:pt x="432820" y="5143947"/>
                  </a:lnTo>
                  <a:lnTo>
                    <a:pt x="432820" y="5143517"/>
                  </a:lnTo>
                  <a:lnTo>
                    <a:pt x="432820" y="5143086"/>
                  </a:lnTo>
                  <a:lnTo>
                    <a:pt x="432820" y="5142655"/>
                  </a:lnTo>
                  <a:lnTo>
                    <a:pt x="432938" y="5142655"/>
                  </a:lnTo>
                  <a:lnTo>
                    <a:pt x="432938" y="5142225"/>
                  </a:lnTo>
                  <a:lnTo>
                    <a:pt x="433055" y="5142225"/>
                  </a:lnTo>
                  <a:lnTo>
                    <a:pt x="433173" y="5142225"/>
                  </a:lnTo>
                  <a:lnTo>
                    <a:pt x="433173" y="5141794"/>
                  </a:lnTo>
                  <a:lnTo>
                    <a:pt x="433290" y="5141794"/>
                  </a:lnTo>
                  <a:lnTo>
                    <a:pt x="433408" y="5141794"/>
                  </a:lnTo>
                  <a:lnTo>
                    <a:pt x="433526" y="5141794"/>
                  </a:lnTo>
                  <a:lnTo>
                    <a:pt x="433643" y="5141794"/>
                  </a:lnTo>
                  <a:lnTo>
                    <a:pt x="433643" y="5141364"/>
                  </a:lnTo>
                  <a:lnTo>
                    <a:pt x="433761" y="5141364"/>
                  </a:lnTo>
                  <a:lnTo>
                    <a:pt x="433761" y="5140933"/>
                  </a:lnTo>
                  <a:lnTo>
                    <a:pt x="433879" y="5140933"/>
                  </a:lnTo>
                  <a:lnTo>
                    <a:pt x="433879" y="5140502"/>
                  </a:lnTo>
                  <a:lnTo>
                    <a:pt x="433996" y="5140502"/>
                  </a:lnTo>
                  <a:lnTo>
                    <a:pt x="433996" y="5140072"/>
                  </a:lnTo>
                  <a:lnTo>
                    <a:pt x="434114" y="5140072"/>
                  </a:lnTo>
                  <a:lnTo>
                    <a:pt x="434231" y="5140072"/>
                  </a:lnTo>
                  <a:lnTo>
                    <a:pt x="434231" y="5139641"/>
                  </a:lnTo>
                  <a:lnTo>
                    <a:pt x="434349" y="5139641"/>
                  </a:lnTo>
                  <a:lnTo>
                    <a:pt x="434467" y="5139641"/>
                  </a:lnTo>
                  <a:lnTo>
                    <a:pt x="434467" y="5139211"/>
                  </a:lnTo>
                  <a:lnTo>
                    <a:pt x="434467" y="5138780"/>
                  </a:lnTo>
                  <a:lnTo>
                    <a:pt x="434584" y="5138780"/>
                  </a:lnTo>
                  <a:lnTo>
                    <a:pt x="434702" y="5138780"/>
                  </a:lnTo>
                  <a:lnTo>
                    <a:pt x="434702" y="5138349"/>
                  </a:lnTo>
                  <a:lnTo>
                    <a:pt x="434702" y="5137919"/>
                  </a:lnTo>
                  <a:lnTo>
                    <a:pt x="434702" y="5137488"/>
                  </a:lnTo>
                  <a:lnTo>
                    <a:pt x="434819" y="5137488"/>
                  </a:lnTo>
                  <a:lnTo>
                    <a:pt x="434937" y="5137488"/>
                  </a:lnTo>
                  <a:lnTo>
                    <a:pt x="435055" y="5137488"/>
                  </a:lnTo>
                  <a:lnTo>
                    <a:pt x="435172" y="5137488"/>
                  </a:lnTo>
                  <a:lnTo>
                    <a:pt x="435290" y="5137488"/>
                  </a:lnTo>
                  <a:lnTo>
                    <a:pt x="435408" y="5137488"/>
                  </a:lnTo>
                  <a:lnTo>
                    <a:pt x="435525" y="5137488"/>
                  </a:lnTo>
                  <a:lnTo>
                    <a:pt x="435525" y="5137058"/>
                  </a:lnTo>
                  <a:lnTo>
                    <a:pt x="435643" y="5137058"/>
                  </a:lnTo>
                  <a:lnTo>
                    <a:pt x="435643" y="5136627"/>
                  </a:lnTo>
                  <a:lnTo>
                    <a:pt x="435643" y="5136196"/>
                  </a:lnTo>
                  <a:lnTo>
                    <a:pt x="435760" y="5136196"/>
                  </a:lnTo>
                  <a:lnTo>
                    <a:pt x="435760" y="5135766"/>
                  </a:lnTo>
                  <a:lnTo>
                    <a:pt x="435760" y="5135335"/>
                  </a:lnTo>
                  <a:lnTo>
                    <a:pt x="435760" y="5134905"/>
                  </a:lnTo>
                  <a:lnTo>
                    <a:pt x="435878" y="5134905"/>
                  </a:lnTo>
                  <a:lnTo>
                    <a:pt x="435878" y="5134474"/>
                  </a:lnTo>
                  <a:lnTo>
                    <a:pt x="435878" y="5134043"/>
                  </a:lnTo>
                  <a:lnTo>
                    <a:pt x="435996" y="5134043"/>
                  </a:lnTo>
                  <a:lnTo>
                    <a:pt x="436113" y="5134043"/>
                  </a:lnTo>
                  <a:lnTo>
                    <a:pt x="436231" y="5134043"/>
                  </a:lnTo>
                  <a:lnTo>
                    <a:pt x="436348" y="5134043"/>
                  </a:lnTo>
                  <a:lnTo>
                    <a:pt x="436348" y="5133613"/>
                  </a:lnTo>
                  <a:lnTo>
                    <a:pt x="436348" y="5133182"/>
                  </a:lnTo>
                  <a:lnTo>
                    <a:pt x="436348" y="5132752"/>
                  </a:lnTo>
                  <a:lnTo>
                    <a:pt x="436466" y="5132752"/>
                  </a:lnTo>
                  <a:lnTo>
                    <a:pt x="436584" y="5132752"/>
                  </a:lnTo>
                  <a:lnTo>
                    <a:pt x="436584" y="5132321"/>
                  </a:lnTo>
                  <a:lnTo>
                    <a:pt x="436584" y="5131890"/>
                  </a:lnTo>
                  <a:lnTo>
                    <a:pt x="436701" y="5131890"/>
                  </a:lnTo>
                  <a:lnTo>
                    <a:pt x="436819" y="5131890"/>
                  </a:lnTo>
                  <a:lnTo>
                    <a:pt x="436936" y="5131890"/>
                  </a:lnTo>
                  <a:lnTo>
                    <a:pt x="436936" y="5131460"/>
                  </a:lnTo>
                  <a:lnTo>
                    <a:pt x="437054" y="5131460"/>
                  </a:lnTo>
                  <a:lnTo>
                    <a:pt x="437054" y="5131029"/>
                  </a:lnTo>
                  <a:lnTo>
                    <a:pt x="437172" y="5131029"/>
                  </a:lnTo>
                  <a:lnTo>
                    <a:pt x="437289" y="5131029"/>
                  </a:lnTo>
                  <a:lnTo>
                    <a:pt x="437289" y="5130599"/>
                  </a:lnTo>
                  <a:lnTo>
                    <a:pt x="437407" y="5130599"/>
                  </a:lnTo>
                  <a:lnTo>
                    <a:pt x="437407" y="5130168"/>
                  </a:lnTo>
                  <a:lnTo>
                    <a:pt x="437525" y="5130168"/>
                  </a:lnTo>
                  <a:lnTo>
                    <a:pt x="437642" y="5130168"/>
                  </a:lnTo>
                  <a:lnTo>
                    <a:pt x="437760" y="5130168"/>
                  </a:lnTo>
                  <a:lnTo>
                    <a:pt x="437877" y="5130168"/>
                  </a:lnTo>
                  <a:lnTo>
                    <a:pt x="437995" y="5130168"/>
                  </a:lnTo>
                  <a:lnTo>
                    <a:pt x="438113" y="5130168"/>
                  </a:lnTo>
                  <a:lnTo>
                    <a:pt x="438230" y="5130168"/>
                  </a:lnTo>
                  <a:lnTo>
                    <a:pt x="438348" y="5130168"/>
                  </a:lnTo>
                  <a:lnTo>
                    <a:pt x="438348" y="5129737"/>
                  </a:lnTo>
                  <a:lnTo>
                    <a:pt x="438465" y="5129737"/>
                  </a:lnTo>
                  <a:lnTo>
                    <a:pt x="438583" y="5129737"/>
                  </a:lnTo>
                  <a:lnTo>
                    <a:pt x="438701" y="5129737"/>
                  </a:lnTo>
                  <a:lnTo>
                    <a:pt x="438701" y="5129307"/>
                  </a:lnTo>
                  <a:lnTo>
                    <a:pt x="438818" y="5129307"/>
                  </a:lnTo>
                  <a:lnTo>
                    <a:pt x="438818" y="5128876"/>
                  </a:lnTo>
                  <a:lnTo>
                    <a:pt x="438936" y="5128876"/>
                  </a:lnTo>
                  <a:lnTo>
                    <a:pt x="438936" y="5128446"/>
                  </a:lnTo>
                  <a:lnTo>
                    <a:pt x="439054" y="5128446"/>
                  </a:lnTo>
                  <a:lnTo>
                    <a:pt x="439171" y="5128446"/>
                  </a:lnTo>
                  <a:lnTo>
                    <a:pt x="439289" y="5128446"/>
                  </a:lnTo>
                  <a:lnTo>
                    <a:pt x="439406" y="5128446"/>
                  </a:lnTo>
                  <a:lnTo>
                    <a:pt x="439406" y="5128015"/>
                  </a:lnTo>
                  <a:lnTo>
                    <a:pt x="439524" y="5128015"/>
                  </a:lnTo>
                  <a:lnTo>
                    <a:pt x="439524" y="5127584"/>
                  </a:lnTo>
                  <a:lnTo>
                    <a:pt x="439524" y="5127154"/>
                  </a:lnTo>
                  <a:lnTo>
                    <a:pt x="439642" y="5127154"/>
                  </a:lnTo>
                  <a:lnTo>
                    <a:pt x="439759" y="5127154"/>
                  </a:lnTo>
                  <a:lnTo>
                    <a:pt x="439877" y="5127154"/>
                  </a:lnTo>
                  <a:lnTo>
                    <a:pt x="439877" y="5126723"/>
                  </a:lnTo>
                  <a:lnTo>
                    <a:pt x="439994" y="5126723"/>
                  </a:lnTo>
                  <a:lnTo>
                    <a:pt x="440112" y="5126723"/>
                  </a:lnTo>
                  <a:lnTo>
                    <a:pt x="440230" y="5126723"/>
                  </a:lnTo>
                  <a:lnTo>
                    <a:pt x="440230" y="5126293"/>
                  </a:lnTo>
                  <a:lnTo>
                    <a:pt x="440347" y="5126293"/>
                  </a:lnTo>
                  <a:lnTo>
                    <a:pt x="440465" y="5126293"/>
                  </a:lnTo>
                  <a:lnTo>
                    <a:pt x="440465" y="5125862"/>
                  </a:lnTo>
                  <a:lnTo>
                    <a:pt x="440583" y="5125862"/>
                  </a:lnTo>
                  <a:lnTo>
                    <a:pt x="440700" y="5125862"/>
                  </a:lnTo>
                  <a:lnTo>
                    <a:pt x="440700" y="5125431"/>
                  </a:lnTo>
                  <a:lnTo>
                    <a:pt x="440818" y="5125431"/>
                  </a:lnTo>
                  <a:lnTo>
                    <a:pt x="440935" y="5125431"/>
                  </a:lnTo>
                  <a:lnTo>
                    <a:pt x="441053" y="5125431"/>
                  </a:lnTo>
                  <a:lnTo>
                    <a:pt x="441171" y="5125431"/>
                  </a:lnTo>
                  <a:lnTo>
                    <a:pt x="441288" y="5125431"/>
                  </a:lnTo>
                  <a:lnTo>
                    <a:pt x="441406" y="5125431"/>
                  </a:lnTo>
                  <a:lnTo>
                    <a:pt x="441523" y="5125431"/>
                  </a:lnTo>
                  <a:lnTo>
                    <a:pt x="441641" y="5125431"/>
                  </a:lnTo>
                  <a:lnTo>
                    <a:pt x="441759" y="5125431"/>
                  </a:lnTo>
                  <a:lnTo>
                    <a:pt x="441876" y="5125431"/>
                  </a:lnTo>
                  <a:lnTo>
                    <a:pt x="441876" y="5125001"/>
                  </a:lnTo>
                  <a:lnTo>
                    <a:pt x="441876" y="5124570"/>
                  </a:lnTo>
                  <a:lnTo>
                    <a:pt x="441994" y="5124570"/>
                  </a:lnTo>
                  <a:lnTo>
                    <a:pt x="441994" y="5124140"/>
                  </a:lnTo>
                  <a:lnTo>
                    <a:pt x="441994" y="5123709"/>
                  </a:lnTo>
                  <a:lnTo>
                    <a:pt x="441994" y="5123278"/>
                  </a:lnTo>
                  <a:lnTo>
                    <a:pt x="441994" y="5122848"/>
                  </a:lnTo>
                  <a:lnTo>
                    <a:pt x="442112" y="5122848"/>
                  </a:lnTo>
                  <a:lnTo>
                    <a:pt x="442112" y="5122417"/>
                  </a:lnTo>
                  <a:lnTo>
                    <a:pt x="442112" y="5121987"/>
                  </a:lnTo>
                  <a:lnTo>
                    <a:pt x="442229" y="5121987"/>
                  </a:lnTo>
                  <a:lnTo>
                    <a:pt x="442347" y="5121987"/>
                  </a:lnTo>
                  <a:lnTo>
                    <a:pt x="442464" y="5121987"/>
                  </a:lnTo>
                  <a:lnTo>
                    <a:pt x="442582" y="5121987"/>
                  </a:lnTo>
                  <a:lnTo>
                    <a:pt x="442582" y="5121556"/>
                  </a:lnTo>
                  <a:lnTo>
                    <a:pt x="442700" y="5121556"/>
                  </a:lnTo>
                  <a:lnTo>
                    <a:pt x="442700" y="5121125"/>
                  </a:lnTo>
                  <a:lnTo>
                    <a:pt x="442817" y="5121125"/>
                  </a:lnTo>
                  <a:lnTo>
                    <a:pt x="442935" y="5121125"/>
                  </a:lnTo>
                  <a:lnTo>
                    <a:pt x="442935" y="5120695"/>
                  </a:lnTo>
                  <a:lnTo>
                    <a:pt x="442935" y="5120264"/>
                  </a:lnTo>
                  <a:lnTo>
                    <a:pt x="442935" y="5119834"/>
                  </a:lnTo>
                  <a:lnTo>
                    <a:pt x="443052" y="5119834"/>
                  </a:lnTo>
                  <a:lnTo>
                    <a:pt x="443170" y="5119834"/>
                  </a:lnTo>
                  <a:lnTo>
                    <a:pt x="443170" y="5119403"/>
                  </a:lnTo>
                  <a:lnTo>
                    <a:pt x="443288" y="5119403"/>
                  </a:lnTo>
                  <a:lnTo>
                    <a:pt x="443405" y="5119403"/>
                  </a:lnTo>
                  <a:lnTo>
                    <a:pt x="443523" y="5119403"/>
                  </a:lnTo>
                  <a:lnTo>
                    <a:pt x="443641" y="5119403"/>
                  </a:lnTo>
                  <a:lnTo>
                    <a:pt x="443641" y="5118972"/>
                  </a:lnTo>
                  <a:lnTo>
                    <a:pt x="443641" y="5118542"/>
                  </a:lnTo>
                  <a:lnTo>
                    <a:pt x="443758" y="5118542"/>
                  </a:lnTo>
                  <a:lnTo>
                    <a:pt x="443876" y="5118542"/>
                  </a:lnTo>
                  <a:lnTo>
                    <a:pt x="443993" y="5118542"/>
                  </a:lnTo>
                  <a:lnTo>
                    <a:pt x="444111" y="5118542"/>
                  </a:lnTo>
                  <a:lnTo>
                    <a:pt x="444111" y="5118111"/>
                  </a:lnTo>
                  <a:lnTo>
                    <a:pt x="444111" y="5117681"/>
                  </a:lnTo>
                  <a:lnTo>
                    <a:pt x="444229" y="5117681"/>
                  </a:lnTo>
                  <a:lnTo>
                    <a:pt x="444346" y="5117681"/>
                  </a:lnTo>
                  <a:lnTo>
                    <a:pt x="444346" y="5117250"/>
                  </a:lnTo>
                  <a:lnTo>
                    <a:pt x="444464" y="5117250"/>
                  </a:lnTo>
                  <a:lnTo>
                    <a:pt x="444581" y="5117250"/>
                  </a:lnTo>
                  <a:lnTo>
                    <a:pt x="444581" y="5116819"/>
                  </a:lnTo>
                  <a:lnTo>
                    <a:pt x="444581" y="5116389"/>
                  </a:lnTo>
                  <a:lnTo>
                    <a:pt x="444699" y="5116389"/>
                  </a:lnTo>
                  <a:lnTo>
                    <a:pt x="444817" y="5116389"/>
                  </a:lnTo>
                  <a:lnTo>
                    <a:pt x="444934" y="5116389"/>
                  </a:lnTo>
                  <a:lnTo>
                    <a:pt x="445052" y="5116389"/>
                  </a:lnTo>
                  <a:lnTo>
                    <a:pt x="445052" y="5115958"/>
                  </a:lnTo>
                  <a:lnTo>
                    <a:pt x="445052" y="5115528"/>
                  </a:lnTo>
                  <a:lnTo>
                    <a:pt x="445169" y="5115528"/>
                  </a:lnTo>
                  <a:lnTo>
                    <a:pt x="445169" y="5115097"/>
                  </a:lnTo>
                  <a:lnTo>
                    <a:pt x="445287" y="5115097"/>
                  </a:lnTo>
                  <a:lnTo>
                    <a:pt x="445287" y="5114666"/>
                  </a:lnTo>
                  <a:lnTo>
                    <a:pt x="445405" y="5114666"/>
                  </a:lnTo>
                  <a:lnTo>
                    <a:pt x="445522" y="5114666"/>
                  </a:lnTo>
                  <a:lnTo>
                    <a:pt x="445640" y="5114666"/>
                  </a:lnTo>
                  <a:lnTo>
                    <a:pt x="445640" y="5114236"/>
                  </a:lnTo>
                  <a:lnTo>
                    <a:pt x="445758" y="5114236"/>
                  </a:lnTo>
                  <a:lnTo>
                    <a:pt x="445758" y="5113805"/>
                  </a:lnTo>
                  <a:lnTo>
                    <a:pt x="445875" y="5113805"/>
                  </a:lnTo>
                  <a:lnTo>
                    <a:pt x="445993" y="5113805"/>
                  </a:lnTo>
                  <a:lnTo>
                    <a:pt x="446110" y="5113805"/>
                  </a:lnTo>
                  <a:lnTo>
                    <a:pt x="446228" y="5113805"/>
                  </a:lnTo>
                  <a:lnTo>
                    <a:pt x="446346" y="5113805"/>
                  </a:lnTo>
                  <a:lnTo>
                    <a:pt x="446346" y="5113375"/>
                  </a:lnTo>
                  <a:lnTo>
                    <a:pt x="446346" y="5112944"/>
                  </a:lnTo>
                  <a:lnTo>
                    <a:pt x="446463" y="5112944"/>
                  </a:lnTo>
                  <a:lnTo>
                    <a:pt x="446581" y="5112944"/>
                  </a:lnTo>
                  <a:lnTo>
                    <a:pt x="446581" y="5112513"/>
                  </a:lnTo>
                  <a:lnTo>
                    <a:pt x="446698" y="5112513"/>
                  </a:lnTo>
                  <a:lnTo>
                    <a:pt x="446816" y="5112513"/>
                  </a:lnTo>
                  <a:lnTo>
                    <a:pt x="446934" y="5112513"/>
                  </a:lnTo>
                  <a:lnTo>
                    <a:pt x="446934" y="5112083"/>
                  </a:lnTo>
                  <a:lnTo>
                    <a:pt x="447051" y="5112083"/>
                  </a:lnTo>
                  <a:lnTo>
                    <a:pt x="447051" y="5111652"/>
                  </a:lnTo>
                  <a:lnTo>
                    <a:pt x="447169" y="5111652"/>
                  </a:lnTo>
                  <a:lnTo>
                    <a:pt x="447169" y="5111222"/>
                  </a:lnTo>
                  <a:lnTo>
                    <a:pt x="447169" y="5110791"/>
                  </a:lnTo>
                  <a:lnTo>
                    <a:pt x="447287" y="5110791"/>
                  </a:lnTo>
                  <a:lnTo>
                    <a:pt x="447404" y="5110791"/>
                  </a:lnTo>
                  <a:lnTo>
                    <a:pt x="447522" y="5110791"/>
                  </a:lnTo>
                  <a:lnTo>
                    <a:pt x="447639" y="5110791"/>
                  </a:lnTo>
                  <a:lnTo>
                    <a:pt x="447757" y="5110791"/>
                  </a:lnTo>
                  <a:lnTo>
                    <a:pt x="447757" y="5110360"/>
                  </a:lnTo>
                  <a:lnTo>
                    <a:pt x="447875" y="5110360"/>
                  </a:lnTo>
                  <a:lnTo>
                    <a:pt x="447992" y="5110360"/>
                  </a:lnTo>
                  <a:lnTo>
                    <a:pt x="448110" y="5110360"/>
                  </a:lnTo>
                  <a:lnTo>
                    <a:pt x="448227" y="5110360"/>
                  </a:lnTo>
                  <a:lnTo>
                    <a:pt x="448227" y="5109930"/>
                  </a:lnTo>
                  <a:lnTo>
                    <a:pt x="448345" y="5109930"/>
                  </a:lnTo>
                  <a:lnTo>
                    <a:pt x="448345" y="5109499"/>
                  </a:lnTo>
                  <a:lnTo>
                    <a:pt x="448463" y="5109499"/>
                  </a:lnTo>
                  <a:lnTo>
                    <a:pt x="448580" y="5109499"/>
                  </a:lnTo>
                  <a:lnTo>
                    <a:pt x="448698" y="5109499"/>
                  </a:lnTo>
                  <a:lnTo>
                    <a:pt x="448698" y="5109069"/>
                  </a:lnTo>
                  <a:lnTo>
                    <a:pt x="448816" y="5109069"/>
                  </a:lnTo>
                  <a:lnTo>
                    <a:pt x="448816" y="5108638"/>
                  </a:lnTo>
                  <a:lnTo>
                    <a:pt x="448933" y="5108638"/>
                  </a:lnTo>
                  <a:lnTo>
                    <a:pt x="448933" y="5108207"/>
                  </a:lnTo>
                  <a:lnTo>
                    <a:pt x="449051" y="5108207"/>
                  </a:lnTo>
                  <a:lnTo>
                    <a:pt x="449051" y="5107777"/>
                  </a:lnTo>
                  <a:lnTo>
                    <a:pt x="449168" y="5107777"/>
                  </a:lnTo>
                  <a:lnTo>
                    <a:pt x="449286" y="5107777"/>
                  </a:lnTo>
                  <a:lnTo>
                    <a:pt x="449404" y="5107777"/>
                  </a:lnTo>
                  <a:lnTo>
                    <a:pt x="449521" y="5107777"/>
                  </a:lnTo>
                  <a:lnTo>
                    <a:pt x="449521" y="5107346"/>
                  </a:lnTo>
                  <a:lnTo>
                    <a:pt x="449639" y="5107346"/>
                  </a:lnTo>
                  <a:lnTo>
                    <a:pt x="449756" y="5107346"/>
                  </a:lnTo>
                  <a:lnTo>
                    <a:pt x="449874" y="5107346"/>
                  </a:lnTo>
                  <a:lnTo>
                    <a:pt x="449992" y="5107346"/>
                  </a:lnTo>
                  <a:lnTo>
                    <a:pt x="450109" y="5107346"/>
                  </a:lnTo>
                  <a:lnTo>
                    <a:pt x="450227" y="5107346"/>
                  </a:lnTo>
                  <a:lnTo>
                    <a:pt x="450227" y="5106916"/>
                  </a:lnTo>
                  <a:lnTo>
                    <a:pt x="450345" y="5106916"/>
                  </a:lnTo>
                  <a:lnTo>
                    <a:pt x="450462" y="5106916"/>
                  </a:lnTo>
                  <a:lnTo>
                    <a:pt x="450462" y="5106485"/>
                  </a:lnTo>
                  <a:lnTo>
                    <a:pt x="450462" y="5106054"/>
                  </a:lnTo>
                  <a:lnTo>
                    <a:pt x="450580" y="5106054"/>
                  </a:lnTo>
                  <a:lnTo>
                    <a:pt x="450697" y="5106054"/>
                  </a:lnTo>
                  <a:lnTo>
                    <a:pt x="450697" y="5105624"/>
                  </a:lnTo>
                  <a:lnTo>
                    <a:pt x="450697" y="5105193"/>
                  </a:lnTo>
                  <a:lnTo>
                    <a:pt x="450697" y="5104763"/>
                  </a:lnTo>
                  <a:lnTo>
                    <a:pt x="450815" y="5104763"/>
                  </a:lnTo>
                  <a:lnTo>
                    <a:pt x="450933" y="5104763"/>
                  </a:lnTo>
                  <a:lnTo>
                    <a:pt x="451050" y="5104763"/>
                  </a:lnTo>
                  <a:lnTo>
                    <a:pt x="451168" y="5104763"/>
                  </a:lnTo>
                  <a:lnTo>
                    <a:pt x="451285" y="5104763"/>
                  </a:lnTo>
                  <a:lnTo>
                    <a:pt x="451403" y="5104763"/>
                  </a:lnTo>
                  <a:lnTo>
                    <a:pt x="451403" y="5104332"/>
                  </a:lnTo>
                  <a:lnTo>
                    <a:pt x="451403" y="5103901"/>
                  </a:lnTo>
                  <a:lnTo>
                    <a:pt x="451403" y="5103471"/>
                  </a:lnTo>
                  <a:lnTo>
                    <a:pt x="451521" y="5103471"/>
                  </a:lnTo>
                  <a:lnTo>
                    <a:pt x="451638" y="5103471"/>
                  </a:lnTo>
                  <a:lnTo>
                    <a:pt x="451638" y="5103040"/>
                  </a:lnTo>
                  <a:lnTo>
                    <a:pt x="451638" y="5102610"/>
                  </a:lnTo>
                  <a:lnTo>
                    <a:pt x="451756" y="5102610"/>
                  </a:lnTo>
                  <a:lnTo>
                    <a:pt x="451756" y="5102179"/>
                  </a:lnTo>
                  <a:lnTo>
                    <a:pt x="451874" y="5102179"/>
                  </a:lnTo>
                  <a:lnTo>
                    <a:pt x="451991" y="5102179"/>
                  </a:lnTo>
                  <a:lnTo>
                    <a:pt x="452109" y="5102179"/>
                  </a:lnTo>
                  <a:lnTo>
                    <a:pt x="452226" y="5102179"/>
                  </a:lnTo>
                  <a:lnTo>
                    <a:pt x="452344" y="5102179"/>
                  </a:lnTo>
                  <a:lnTo>
                    <a:pt x="452344" y="5101748"/>
                  </a:lnTo>
                  <a:lnTo>
                    <a:pt x="452344" y="5101318"/>
                  </a:lnTo>
                  <a:lnTo>
                    <a:pt x="452344" y="5100887"/>
                  </a:lnTo>
                  <a:lnTo>
                    <a:pt x="452462" y="5100887"/>
                  </a:lnTo>
                  <a:lnTo>
                    <a:pt x="452579" y="5100887"/>
                  </a:lnTo>
                  <a:lnTo>
                    <a:pt x="452579" y="5100457"/>
                  </a:lnTo>
                  <a:lnTo>
                    <a:pt x="452697" y="5100457"/>
                  </a:lnTo>
                  <a:lnTo>
                    <a:pt x="452697" y="5100026"/>
                  </a:lnTo>
                  <a:lnTo>
                    <a:pt x="452814" y="5100026"/>
                  </a:lnTo>
                  <a:lnTo>
                    <a:pt x="452814" y="5099595"/>
                  </a:lnTo>
                  <a:lnTo>
                    <a:pt x="452932" y="5099595"/>
                  </a:lnTo>
                  <a:lnTo>
                    <a:pt x="453050" y="5099595"/>
                  </a:lnTo>
                  <a:lnTo>
                    <a:pt x="453167" y="5099595"/>
                  </a:lnTo>
                  <a:lnTo>
                    <a:pt x="453285" y="5099595"/>
                  </a:lnTo>
                  <a:lnTo>
                    <a:pt x="453285" y="5099165"/>
                  </a:lnTo>
                  <a:lnTo>
                    <a:pt x="453402" y="5099165"/>
                  </a:lnTo>
                  <a:lnTo>
                    <a:pt x="453402" y="5098734"/>
                  </a:lnTo>
                  <a:lnTo>
                    <a:pt x="453402" y="5098304"/>
                  </a:lnTo>
                  <a:lnTo>
                    <a:pt x="453520" y="5098304"/>
                  </a:lnTo>
                  <a:lnTo>
                    <a:pt x="453638" y="5098304"/>
                  </a:lnTo>
                  <a:lnTo>
                    <a:pt x="453638" y="5097873"/>
                  </a:lnTo>
                  <a:lnTo>
                    <a:pt x="453755" y="5097873"/>
                  </a:lnTo>
                  <a:lnTo>
                    <a:pt x="453873" y="5097873"/>
                  </a:lnTo>
                  <a:lnTo>
                    <a:pt x="453991" y="5097873"/>
                  </a:lnTo>
                  <a:lnTo>
                    <a:pt x="454108" y="5097873"/>
                  </a:lnTo>
                  <a:lnTo>
                    <a:pt x="454108" y="5097442"/>
                  </a:lnTo>
                  <a:lnTo>
                    <a:pt x="454108" y="5097012"/>
                  </a:lnTo>
                  <a:lnTo>
                    <a:pt x="454108" y="5096581"/>
                  </a:lnTo>
                  <a:lnTo>
                    <a:pt x="454226" y="5096581"/>
                  </a:lnTo>
                  <a:lnTo>
                    <a:pt x="454226" y="5096151"/>
                  </a:lnTo>
                  <a:lnTo>
                    <a:pt x="454226" y="5095720"/>
                  </a:lnTo>
                  <a:lnTo>
                    <a:pt x="454226" y="5095289"/>
                  </a:lnTo>
                  <a:lnTo>
                    <a:pt x="454343" y="5095289"/>
                  </a:lnTo>
                  <a:lnTo>
                    <a:pt x="454343" y="5094859"/>
                  </a:lnTo>
                  <a:lnTo>
                    <a:pt x="454343" y="5094428"/>
                  </a:lnTo>
                  <a:lnTo>
                    <a:pt x="454343" y="5093998"/>
                  </a:lnTo>
                  <a:lnTo>
                    <a:pt x="454461" y="5093998"/>
                  </a:lnTo>
                  <a:lnTo>
                    <a:pt x="454461" y="5093567"/>
                  </a:lnTo>
                  <a:lnTo>
                    <a:pt x="454461" y="5093136"/>
                  </a:lnTo>
                  <a:lnTo>
                    <a:pt x="454579" y="5093136"/>
                  </a:lnTo>
                  <a:lnTo>
                    <a:pt x="454696" y="5093136"/>
                  </a:lnTo>
                  <a:lnTo>
                    <a:pt x="454814" y="5093136"/>
                  </a:lnTo>
                  <a:lnTo>
                    <a:pt x="454931" y="5093136"/>
                  </a:lnTo>
                  <a:lnTo>
                    <a:pt x="454931" y="5092706"/>
                  </a:lnTo>
                  <a:lnTo>
                    <a:pt x="455049" y="5092706"/>
                  </a:lnTo>
                  <a:lnTo>
                    <a:pt x="455049" y="5092275"/>
                  </a:lnTo>
                  <a:lnTo>
                    <a:pt x="455049" y="5091845"/>
                  </a:lnTo>
                  <a:lnTo>
                    <a:pt x="455167" y="5091845"/>
                  </a:lnTo>
                  <a:lnTo>
                    <a:pt x="455167" y="5091414"/>
                  </a:lnTo>
                  <a:lnTo>
                    <a:pt x="455284" y="5091414"/>
                  </a:lnTo>
                  <a:lnTo>
                    <a:pt x="455402" y="5091414"/>
                  </a:lnTo>
                  <a:lnTo>
                    <a:pt x="455402" y="5090983"/>
                  </a:lnTo>
                  <a:lnTo>
                    <a:pt x="455520" y="5090983"/>
                  </a:lnTo>
                  <a:lnTo>
                    <a:pt x="455520" y="5090553"/>
                  </a:lnTo>
                  <a:lnTo>
                    <a:pt x="455637" y="5090553"/>
                  </a:lnTo>
                  <a:lnTo>
                    <a:pt x="455755" y="5090553"/>
                  </a:lnTo>
                  <a:lnTo>
                    <a:pt x="455872" y="5090553"/>
                  </a:lnTo>
                  <a:lnTo>
                    <a:pt x="455990" y="5090553"/>
                  </a:lnTo>
                  <a:lnTo>
                    <a:pt x="455990" y="5090122"/>
                  </a:lnTo>
                  <a:lnTo>
                    <a:pt x="455990" y="5089692"/>
                  </a:lnTo>
                  <a:lnTo>
                    <a:pt x="456108" y="5089692"/>
                  </a:lnTo>
                  <a:lnTo>
                    <a:pt x="456225" y="5089692"/>
                  </a:lnTo>
                  <a:lnTo>
                    <a:pt x="456225" y="5089261"/>
                  </a:lnTo>
                  <a:lnTo>
                    <a:pt x="456225" y="5088830"/>
                  </a:lnTo>
                  <a:lnTo>
                    <a:pt x="456343" y="5088830"/>
                  </a:lnTo>
                  <a:lnTo>
                    <a:pt x="456460" y="5088830"/>
                  </a:lnTo>
                  <a:lnTo>
                    <a:pt x="456578" y="5088830"/>
                  </a:lnTo>
                  <a:lnTo>
                    <a:pt x="456578" y="5088400"/>
                  </a:lnTo>
                  <a:lnTo>
                    <a:pt x="456696" y="5088400"/>
                  </a:lnTo>
                  <a:lnTo>
                    <a:pt x="456813" y="5088400"/>
                  </a:lnTo>
                  <a:lnTo>
                    <a:pt x="456813" y="5087969"/>
                  </a:lnTo>
                  <a:lnTo>
                    <a:pt x="456931" y="5087969"/>
                  </a:lnTo>
                  <a:lnTo>
                    <a:pt x="456931" y="5087539"/>
                  </a:lnTo>
                  <a:lnTo>
                    <a:pt x="457049" y="5087539"/>
                  </a:lnTo>
                  <a:lnTo>
                    <a:pt x="457049" y="5087108"/>
                  </a:lnTo>
                  <a:lnTo>
                    <a:pt x="457166" y="5087108"/>
                  </a:lnTo>
                  <a:lnTo>
                    <a:pt x="457284" y="5087108"/>
                  </a:lnTo>
                  <a:lnTo>
                    <a:pt x="457284" y="5086677"/>
                  </a:lnTo>
                  <a:lnTo>
                    <a:pt x="457401" y="5086677"/>
                  </a:lnTo>
                  <a:lnTo>
                    <a:pt x="457519" y="5086677"/>
                  </a:lnTo>
                  <a:lnTo>
                    <a:pt x="457519" y="5086247"/>
                  </a:lnTo>
                  <a:lnTo>
                    <a:pt x="457637" y="5086247"/>
                  </a:lnTo>
                  <a:lnTo>
                    <a:pt x="457637" y="5085816"/>
                  </a:lnTo>
                  <a:lnTo>
                    <a:pt x="457754" y="5085816"/>
                  </a:lnTo>
                  <a:lnTo>
                    <a:pt x="457754" y="5085386"/>
                  </a:lnTo>
                  <a:lnTo>
                    <a:pt x="457872" y="5085386"/>
                  </a:lnTo>
                  <a:lnTo>
                    <a:pt x="457989" y="5085386"/>
                  </a:lnTo>
                  <a:lnTo>
                    <a:pt x="458107" y="5085386"/>
                  </a:lnTo>
                  <a:lnTo>
                    <a:pt x="458225" y="5085386"/>
                  </a:lnTo>
                  <a:lnTo>
                    <a:pt x="458342" y="5085386"/>
                  </a:lnTo>
                  <a:lnTo>
                    <a:pt x="458460" y="5085386"/>
                  </a:lnTo>
                  <a:lnTo>
                    <a:pt x="458578" y="5085386"/>
                  </a:lnTo>
                  <a:lnTo>
                    <a:pt x="458695" y="5085386"/>
                  </a:lnTo>
                  <a:lnTo>
                    <a:pt x="458695" y="5084955"/>
                  </a:lnTo>
                  <a:lnTo>
                    <a:pt x="458813" y="5084955"/>
                  </a:lnTo>
                  <a:lnTo>
                    <a:pt x="458813" y="5084524"/>
                  </a:lnTo>
                  <a:lnTo>
                    <a:pt x="458813" y="5084094"/>
                  </a:lnTo>
                  <a:lnTo>
                    <a:pt x="458930" y="5084094"/>
                  </a:lnTo>
                  <a:lnTo>
                    <a:pt x="458930" y="5083663"/>
                  </a:lnTo>
                  <a:lnTo>
                    <a:pt x="459048" y="5083663"/>
                  </a:lnTo>
                  <a:lnTo>
                    <a:pt x="459166" y="5083663"/>
                  </a:lnTo>
                  <a:lnTo>
                    <a:pt x="459283" y="5083663"/>
                  </a:lnTo>
                  <a:lnTo>
                    <a:pt x="459283" y="5083233"/>
                  </a:lnTo>
                  <a:lnTo>
                    <a:pt x="459283" y="5082802"/>
                  </a:lnTo>
                  <a:lnTo>
                    <a:pt x="459283" y="5082371"/>
                  </a:lnTo>
                  <a:lnTo>
                    <a:pt x="459401" y="5082371"/>
                  </a:lnTo>
                  <a:lnTo>
                    <a:pt x="459518" y="5082371"/>
                  </a:lnTo>
                  <a:lnTo>
                    <a:pt x="459518" y="5081941"/>
                  </a:lnTo>
                  <a:lnTo>
                    <a:pt x="459636" y="5081941"/>
                  </a:lnTo>
                  <a:lnTo>
                    <a:pt x="459636" y="5081510"/>
                  </a:lnTo>
                  <a:lnTo>
                    <a:pt x="459754" y="5081510"/>
                  </a:lnTo>
                  <a:lnTo>
                    <a:pt x="459871" y="5081510"/>
                  </a:lnTo>
                  <a:lnTo>
                    <a:pt x="459871" y="5081080"/>
                  </a:lnTo>
                  <a:lnTo>
                    <a:pt x="459989" y="5081080"/>
                  </a:lnTo>
                  <a:lnTo>
                    <a:pt x="460107" y="5081080"/>
                  </a:lnTo>
                  <a:lnTo>
                    <a:pt x="460224" y="5081080"/>
                  </a:lnTo>
                  <a:lnTo>
                    <a:pt x="460342" y="5081080"/>
                  </a:lnTo>
                  <a:lnTo>
                    <a:pt x="460459" y="5081080"/>
                  </a:lnTo>
                  <a:lnTo>
                    <a:pt x="460577" y="5081080"/>
                  </a:lnTo>
                  <a:lnTo>
                    <a:pt x="460577" y="5080649"/>
                  </a:lnTo>
                  <a:lnTo>
                    <a:pt x="460577" y="5080218"/>
                  </a:lnTo>
                  <a:lnTo>
                    <a:pt x="460695" y="5080218"/>
                  </a:lnTo>
                  <a:lnTo>
                    <a:pt x="460695" y="5079788"/>
                  </a:lnTo>
                  <a:lnTo>
                    <a:pt x="460812" y="5079788"/>
                  </a:lnTo>
                  <a:lnTo>
                    <a:pt x="460812" y="5079357"/>
                  </a:lnTo>
                  <a:lnTo>
                    <a:pt x="460930" y="5079357"/>
                  </a:lnTo>
                  <a:lnTo>
                    <a:pt x="461047" y="5079357"/>
                  </a:lnTo>
                  <a:lnTo>
                    <a:pt x="461165" y="5079357"/>
                  </a:lnTo>
                  <a:lnTo>
                    <a:pt x="461165" y="5078927"/>
                  </a:lnTo>
                  <a:lnTo>
                    <a:pt x="461165" y="5078496"/>
                  </a:lnTo>
                  <a:lnTo>
                    <a:pt x="461165" y="5078065"/>
                  </a:lnTo>
                  <a:lnTo>
                    <a:pt x="461283" y="5078065"/>
                  </a:lnTo>
                  <a:lnTo>
                    <a:pt x="461283" y="5077635"/>
                  </a:lnTo>
                  <a:lnTo>
                    <a:pt x="461400" y="5077635"/>
                  </a:lnTo>
                  <a:lnTo>
                    <a:pt x="461518" y="5077635"/>
                  </a:lnTo>
                  <a:lnTo>
                    <a:pt x="461635" y="5077635"/>
                  </a:lnTo>
                  <a:lnTo>
                    <a:pt x="461635" y="5077204"/>
                  </a:lnTo>
                  <a:lnTo>
                    <a:pt x="461753" y="5077204"/>
                  </a:lnTo>
                  <a:lnTo>
                    <a:pt x="461871" y="5077204"/>
                  </a:lnTo>
                  <a:lnTo>
                    <a:pt x="461871" y="5076774"/>
                  </a:lnTo>
                  <a:lnTo>
                    <a:pt x="461988" y="5076774"/>
                  </a:lnTo>
                  <a:lnTo>
                    <a:pt x="462106" y="5076774"/>
                  </a:lnTo>
                  <a:lnTo>
                    <a:pt x="462224" y="5076774"/>
                  </a:lnTo>
                  <a:lnTo>
                    <a:pt x="462341" y="5076774"/>
                  </a:lnTo>
                  <a:lnTo>
                    <a:pt x="462341" y="5076343"/>
                  </a:lnTo>
                  <a:lnTo>
                    <a:pt x="462459" y="5076343"/>
                  </a:lnTo>
                  <a:lnTo>
                    <a:pt x="462459" y="5075912"/>
                  </a:lnTo>
                  <a:lnTo>
                    <a:pt x="462576" y="5075912"/>
                  </a:lnTo>
                  <a:lnTo>
                    <a:pt x="462694" y="5075912"/>
                  </a:lnTo>
                  <a:lnTo>
                    <a:pt x="462694" y="5075482"/>
                  </a:lnTo>
                  <a:lnTo>
                    <a:pt x="462812" y="5075482"/>
                  </a:lnTo>
                  <a:lnTo>
                    <a:pt x="462812" y="5075051"/>
                  </a:lnTo>
                  <a:lnTo>
                    <a:pt x="462929" y="5075051"/>
                  </a:lnTo>
                  <a:lnTo>
                    <a:pt x="462929" y="5074621"/>
                  </a:lnTo>
                  <a:lnTo>
                    <a:pt x="462929" y="5074190"/>
                  </a:lnTo>
                  <a:lnTo>
                    <a:pt x="462929" y="5073759"/>
                  </a:lnTo>
                  <a:lnTo>
                    <a:pt x="463047" y="5073759"/>
                  </a:lnTo>
                  <a:lnTo>
                    <a:pt x="463047" y="5073329"/>
                  </a:lnTo>
                  <a:lnTo>
                    <a:pt x="463047" y="5072898"/>
                  </a:lnTo>
                  <a:lnTo>
                    <a:pt x="463047" y="5072468"/>
                  </a:lnTo>
                  <a:lnTo>
                    <a:pt x="463164" y="5072468"/>
                  </a:lnTo>
                  <a:lnTo>
                    <a:pt x="463282" y="5072468"/>
                  </a:lnTo>
                  <a:lnTo>
                    <a:pt x="463282" y="5072037"/>
                  </a:lnTo>
                  <a:lnTo>
                    <a:pt x="463400" y="5072037"/>
                  </a:lnTo>
                  <a:lnTo>
                    <a:pt x="463400" y="5071606"/>
                  </a:lnTo>
                  <a:lnTo>
                    <a:pt x="463517" y="5071606"/>
                  </a:lnTo>
                  <a:lnTo>
                    <a:pt x="463635" y="5071606"/>
                  </a:lnTo>
                  <a:lnTo>
                    <a:pt x="463635" y="5071176"/>
                  </a:lnTo>
                  <a:lnTo>
                    <a:pt x="463753" y="5071176"/>
                  </a:lnTo>
                  <a:lnTo>
                    <a:pt x="463870" y="5071176"/>
                  </a:lnTo>
                  <a:lnTo>
                    <a:pt x="463988" y="5071176"/>
                  </a:lnTo>
                  <a:lnTo>
                    <a:pt x="463988" y="5070745"/>
                  </a:lnTo>
                  <a:lnTo>
                    <a:pt x="464105" y="5070745"/>
                  </a:lnTo>
                  <a:lnTo>
                    <a:pt x="464223" y="5070745"/>
                  </a:lnTo>
                  <a:lnTo>
                    <a:pt x="464341" y="5070745"/>
                  </a:lnTo>
                  <a:lnTo>
                    <a:pt x="464341" y="5070315"/>
                  </a:lnTo>
                  <a:lnTo>
                    <a:pt x="464458" y="5070315"/>
                  </a:lnTo>
                  <a:lnTo>
                    <a:pt x="464576" y="5070315"/>
                  </a:lnTo>
                  <a:lnTo>
                    <a:pt x="464693" y="5070315"/>
                  </a:lnTo>
                  <a:lnTo>
                    <a:pt x="464811" y="5070315"/>
                  </a:lnTo>
                  <a:lnTo>
                    <a:pt x="464929" y="5070315"/>
                  </a:lnTo>
                  <a:lnTo>
                    <a:pt x="465046" y="5070315"/>
                  </a:lnTo>
                  <a:lnTo>
                    <a:pt x="465164" y="5070315"/>
                  </a:lnTo>
                  <a:lnTo>
                    <a:pt x="465164" y="5069884"/>
                  </a:lnTo>
                  <a:lnTo>
                    <a:pt x="465282" y="5069884"/>
                  </a:lnTo>
                  <a:lnTo>
                    <a:pt x="465399" y="5069884"/>
                  </a:lnTo>
                  <a:lnTo>
                    <a:pt x="465517" y="5069884"/>
                  </a:lnTo>
                  <a:lnTo>
                    <a:pt x="465517" y="5069453"/>
                  </a:lnTo>
                  <a:lnTo>
                    <a:pt x="465634" y="5069453"/>
                  </a:lnTo>
                  <a:lnTo>
                    <a:pt x="465752" y="5069453"/>
                  </a:lnTo>
                  <a:lnTo>
                    <a:pt x="465752" y="5069023"/>
                  </a:lnTo>
                  <a:lnTo>
                    <a:pt x="465752" y="5068592"/>
                  </a:lnTo>
                  <a:lnTo>
                    <a:pt x="465870" y="5068592"/>
                  </a:lnTo>
                  <a:lnTo>
                    <a:pt x="465987" y="5068592"/>
                  </a:lnTo>
                  <a:lnTo>
                    <a:pt x="466105" y="5068592"/>
                  </a:lnTo>
                  <a:lnTo>
                    <a:pt x="466105" y="5068162"/>
                  </a:lnTo>
                  <a:lnTo>
                    <a:pt x="466105" y="5067731"/>
                  </a:lnTo>
                  <a:lnTo>
                    <a:pt x="466105" y="5067300"/>
                  </a:lnTo>
                  <a:lnTo>
                    <a:pt x="466105" y="5066870"/>
                  </a:lnTo>
                  <a:lnTo>
                    <a:pt x="466105" y="5066439"/>
                  </a:lnTo>
                  <a:lnTo>
                    <a:pt x="466222" y="5066439"/>
                  </a:lnTo>
                  <a:lnTo>
                    <a:pt x="466340" y="5066439"/>
                  </a:lnTo>
                  <a:lnTo>
                    <a:pt x="466458" y="5066439"/>
                  </a:lnTo>
                  <a:lnTo>
                    <a:pt x="466575" y="5066439"/>
                  </a:lnTo>
                  <a:lnTo>
                    <a:pt x="466575" y="5066009"/>
                  </a:lnTo>
                  <a:lnTo>
                    <a:pt x="466693" y="5066009"/>
                  </a:lnTo>
                  <a:lnTo>
                    <a:pt x="466693" y="5065578"/>
                  </a:lnTo>
                  <a:lnTo>
                    <a:pt x="466811" y="5065578"/>
                  </a:lnTo>
                  <a:lnTo>
                    <a:pt x="466811" y="5065147"/>
                  </a:lnTo>
                  <a:lnTo>
                    <a:pt x="466928" y="5065147"/>
                  </a:lnTo>
                  <a:lnTo>
                    <a:pt x="467046" y="5065147"/>
                  </a:lnTo>
                  <a:lnTo>
                    <a:pt x="467046" y="5064717"/>
                  </a:lnTo>
                  <a:lnTo>
                    <a:pt x="467163" y="5064717"/>
                  </a:lnTo>
                  <a:lnTo>
                    <a:pt x="467163" y="5064286"/>
                  </a:lnTo>
                  <a:lnTo>
                    <a:pt x="467163" y="5063856"/>
                  </a:lnTo>
                  <a:lnTo>
                    <a:pt x="467281" y="5063856"/>
                  </a:lnTo>
                  <a:lnTo>
                    <a:pt x="467281" y="5063425"/>
                  </a:lnTo>
                  <a:lnTo>
                    <a:pt x="467399" y="5063425"/>
                  </a:lnTo>
                  <a:lnTo>
                    <a:pt x="467399" y="5062994"/>
                  </a:lnTo>
                  <a:lnTo>
                    <a:pt x="467516" y="5062994"/>
                  </a:lnTo>
                  <a:lnTo>
                    <a:pt x="467634" y="5062994"/>
                  </a:lnTo>
                  <a:lnTo>
                    <a:pt x="467751" y="5062994"/>
                  </a:lnTo>
                  <a:lnTo>
                    <a:pt x="467869" y="5062994"/>
                  </a:lnTo>
                  <a:lnTo>
                    <a:pt x="467987" y="5062994"/>
                  </a:lnTo>
                  <a:lnTo>
                    <a:pt x="467987" y="5062564"/>
                  </a:lnTo>
                  <a:lnTo>
                    <a:pt x="468104" y="5062564"/>
                  </a:lnTo>
                  <a:lnTo>
                    <a:pt x="468104" y="5062133"/>
                  </a:lnTo>
                  <a:lnTo>
                    <a:pt x="468104" y="5061703"/>
                  </a:lnTo>
                  <a:lnTo>
                    <a:pt x="468104" y="5061272"/>
                  </a:lnTo>
                  <a:lnTo>
                    <a:pt x="468222" y="5061272"/>
                  </a:lnTo>
                  <a:lnTo>
                    <a:pt x="468340" y="5061272"/>
                  </a:lnTo>
                  <a:lnTo>
                    <a:pt x="468340" y="5060841"/>
                  </a:lnTo>
                  <a:lnTo>
                    <a:pt x="468340" y="5060411"/>
                  </a:lnTo>
                  <a:lnTo>
                    <a:pt x="468457" y="5060411"/>
                  </a:lnTo>
                  <a:lnTo>
                    <a:pt x="468575" y="5060411"/>
                  </a:lnTo>
                  <a:lnTo>
                    <a:pt x="468692" y="5060411"/>
                  </a:lnTo>
                  <a:lnTo>
                    <a:pt x="468810" y="5060411"/>
                  </a:lnTo>
                  <a:lnTo>
                    <a:pt x="468928" y="5060411"/>
                  </a:lnTo>
                  <a:lnTo>
                    <a:pt x="468928" y="5059980"/>
                  </a:lnTo>
                  <a:lnTo>
                    <a:pt x="468928" y="5059550"/>
                  </a:lnTo>
                  <a:lnTo>
                    <a:pt x="469045" y="5059550"/>
                  </a:lnTo>
                  <a:lnTo>
                    <a:pt x="469045" y="5059119"/>
                  </a:lnTo>
                  <a:lnTo>
                    <a:pt x="469045" y="5058688"/>
                  </a:lnTo>
                  <a:lnTo>
                    <a:pt x="469163" y="5058688"/>
                  </a:lnTo>
                  <a:lnTo>
                    <a:pt x="469163" y="5058258"/>
                  </a:lnTo>
                  <a:lnTo>
                    <a:pt x="469163" y="5057827"/>
                  </a:lnTo>
                  <a:lnTo>
                    <a:pt x="469280" y="5057827"/>
                  </a:lnTo>
                  <a:lnTo>
                    <a:pt x="469280" y="5057397"/>
                  </a:lnTo>
                  <a:lnTo>
                    <a:pt x="469398" y="5057397"/>
                  </a:lnTo>
                  <a:lnTo>
                    <a:pt x="469516" y="5057397"/>
                  </a:lnTo>
                  <a:lnTo>
                    <a:pt x="469516" y="5056966"/>
                  </a:lnTo>
                  <a:lnTo>
                    <a:pt x="469516" y="5056535"/>
                  </a:lnTo>
                  <a:lnTo>
                    <a:pt x="469516" y="5056105"/>
                  </a:lnTo>
                  <a:lnTo>
                    <a:pt x="469516" y="5055674"/>
                  </a:lnTo>
                  <a:lnTo>
                    <a:pt x="469516" y="5055244"/>
                  </a:lnTo>
                  <a:lnTo>
                    <a:pt x="469516" y="5054813"/>
                  </a:lnTo>
                  <a:lnTo>
                    <a:pt x="469633" y="5054813"/>
                  </a:lnTo>
                  <a:lnTo>
                    <a:pt x="469633" y="5054382"/>
                  </a:lnTo>
                  <a:lnTo>
                    <a:pt x="469633" y="5053952"/>
                  </a:lnTo>
                  <a:lnTo>
                    <a:pt x="469751" y="5053952"/>
                  </a:lnTo>
                  <a:lnTo>
                    <a:pt x="469751" y="5053521"/>
                  </a:lnTo>
                  <a:lnTo>
                    <a:pt x="469751" y="5053091"/>
                  </a:lnTo>
                  <a:lnTo>
                    <a:pt x="469868" y="5053091"/>
                  </a:lnTo>
                  <a:lnTo>
                    <a:pt x="469868" y="5052660"/>
                  </a:lnTo>
                  <a:lnTo>
                    <a:pt x="469986" y="5052660"/>
                  </a:lnTo>
                  <a:lnTo>
                    <a:pt x="470104" y="5052660"/>
                  </a:lnTo>
                  <a:lnTo>
                    <a:pt x="470221" y="5052660"/>
                  </a:lnTo>
                  <a:lnTo>
                    <a:pt x="470221" y="5052229"/>
                  </a:lnTo>
                  <a:lnTo>
                    <a:pt x="470339" y="5052229"/>
                  </a:lnTo>
                  <a:lnTo>
                    <a:pt x="470339" y="5051799"/>
                  </a:lnTo>
                  <a:lnTo>
                    <a:pt x="470339" y="5051368"/>
                  </a:lnTo>
                  <a:lnTo>
                    <a:pt x="470457" y="5051368"/>
                  </a:lnTo>
                  <a:lnTo>
                    <a:pt x="470574" y="5051368"/>
                  </a:lnTo>
                  <a:lnTo>
                    <a:pt x="470692" y="5051368"/>
                  </a:lnTo>
                  <a:lnTo>
                    <a:pt x="470809" y="5051368"/>
                  </a:lnTo>
                  <a:lnTo>
                    <a:pt x="470927" y="5051368"/>
                  </a:lnTo>
                  <a:lnTo>
                    <a:pt x="470927" y="5050938"/>
                  </a:lnTo>
                  <a:lnTo>
                    <a:pt x="471045" y="5050938"/>
                  </a:lnTo>
                  <a:lnTo>
                    <a:pt x="471162" y="5050938"/>
                  </a:lnTo>
                  <a:lnTo>
                    <a:pt x="471280" y="5050938"/>
                  </a:lnTo>
                  <a:lnTo>
                    <a:pt x="471280" y="5050507"/>
                  </a:lnTo>
                  <a:lnTo>
                    <a:pt x="471397" y="5050507"/>
                  </a:lnTo>
                  <a:lnTo>
                    <a:pt x="471397" y="5050076"/>
                  </a:lnTo>
                  <a:lnTo>
                    <a:pt x="471515" y="5050076"/>
                  </a:lnTo>
                  <a:lnTo>
                    <a:pt x="471515" y="5049646"/>
                  </a:lnTo>
                  <a:lnTo>
                    <a:pt x="471515" y="5049215"/>
                  </a:lnTo>
                  <a:lnTo>
                    <a:pt x="471515" y="5048785"/>
                  </a:lnTo>
                  <a:lnTo>
                    <a:pt x="471633" y="5048785"/>
                  </a:lnTo>
                  <a:lnTo>
                    <a:pt x="471750" y="5048785"/>
                  </a:lnTo>
                  <a:lnTo>
                    <a:pt x="471750" y="5048354"/>
                  </a:lnTo>
                  <a:lnTo>
                    <a:pt x="471750" y="5047923"/>
                  </a:lnTo>
                  <a:lnTo>
                    <a:pt x="471868" y="5047923"/>
                  </a:lnTo>
                  <a:lnTo>
                    <a:pt x="471986" y="5047923"/>
                  </a:lnTo>
                  <a:lnTo>
                    <a:pt x="471986" y="5047493"/>
                  </a:lnTo>
                  <a:lnTo>
                    <a:pt x="472103" y="5047493"/>
                  </a:lnTo>
                  <a:lnTo>
                    <a:pt x="472221" y="5047493"/>
                  </a:lnTo>
                  <a:lnTo>
                    <a:pt x="472338" y="5047493"/>
                  </a:lnTo>
                  <a:lnTo>
                    <a:pt x="472456" y="5047493"/>
                  </a:lnTo>
                  <a:lnTo>
                    <a:pt x="472456" y="5047062"/>
                  </a:lnTo>
                  <a:lnTo>
                    <a:pt x="472574" y="5047062"/>
                  </a:lnTo>
                  <a:lnTo>
                    <a:pt x="472574" y="5046632"/>
                  </a:lnTo>
                  <a:lnTo>
                    <a:pt x="472691" y="5046632"/>
                  </a:lnTo>
                  <a:lnTo>
                    <a:pt x="472809" y="5046632"/>
                  </a:lnTo>
                  <a:lnTo>
                    <a:pt x="472926" y="5046632"/>
                  </a:lnTo>
                  <a:lnTo>
                    <a:pt x="472926" y="5046201"/>
                  </a:lnTo>
                  <a:lnTo>
                    <a:pt x="473044" y="5046201"/>
                  </a:lnTo>
                  <a:lnTo>
                    <a:pt x="473044" y="5045770"/>
                  </a:lnTo>
                  <a:lnTo>
                    <a:pt x="473044" y="5045340"/>
                  </a:lnTo>
                  <a:lnTo>
                    <a:pt x="473162" y="5045340"/>
                  </a:lnTo>
                  <a:lnTo>
                    <a:pt x="473279" y="5045340"/>
                  </a:lnTo>
                  <a:lnTo>
                    <a:pt x="473279" y="5044909"/>
                  </a:lnTo>
                  <a:lnTo>
                    <a:pt x="473397" y="5044909"/>
                  </a:lnTo>
                  <a:lnTo>
                    <a:pt x="473515" y="5044909"/>
                  </a:lnTo>
                  <a:lnTo>
                    <a:pt x="473632" y="5044909"/>
                  </a:lnTo>
                  <a:lnTo>
                    <a:pt x="473750" y="5044909"/>
                  </a:lnTo>
                  <a:lnTo>
                    <a:pt x="473750" y="5044479"/>
                  </a:lnTo>
                  <a:lnTo>
                    <a:pt x="473867" y="5044479"/>
                  </a:lnTo>
                  <a:lnTo>
                    <a:pt x="473867" y="5044048"/>
                  </a:lnTo>
                  <a:lnTo>
                    <a:pt x="473867" y="5043617"/>
                  </a:lnTo>
                  <a:lnTo>
                    <a:pt x="473985" y="5043617"/>
                  </a:lnTo>
                  <a:lnTo>
                    <a:pt x="474103" y="5043617"/>
                  </a:lnTo>
                  <a:lnTo>
                    <a:pt x="474220" y="5043617"/>
                  </a:lnTo>
                  <a:lnTo>
                    <a:pt x="474338" y="5043617"/>
                  </a:lnTo>
                  <a:lnTo>
                    <a:pt x="474455" y="5043617"/>
                  </a:lnTo>
                  <a:lnTo>
                    <a:pt x="474573" y="5043617"/>
                  </a:lnTo>
                  <a:lnTo>
                    <a:pt x="474691" y="5043617"/>
                  </a:lnTo>
                  <a:lnTo>
                    <a:pt x="474691" y="5043187"/>
                  </a:lnTo>
                  <a:lnTo>
                    <a:pt x="474808" y="5043187"/>
                  </a:lnTo>
                  <a:lnTo>
                    <a:pt x="474926" y="5043187"/>
                  </a:lnTo>
                  <a:lnTo>
                    <a:pt x="474926" y="5042756"/>
                  </a:lnTo>
                  <a:lnTo>
                    <a:pt x="474926" y="5042326"/>
                  </a:lnTo>
                  <a:lnTo>
                    <a:pt x="474926" y="5041895"/>
                  </a:lnTo>
                  <a:lnTo>
                    <a:pt x="475044" y="5041895"/>
                  </a:lnTo>
                  <a:lnTo>
                    <a:pt x="475161" y="5041895"/>
                  </a:lnTo>
                  <a:lnTo>
                    <a:pt x="475161" y="5041464"/>
                  </a:lnTo>
                  <a:lnTo>
                    <a:pt x="475161" y="5041034"/>
                  </a:lnTo>
                  <a:lnTo>
                    <a:pt x="475279" y="5041034"/>
                  </a:lnTo>
                  <a:lnTo>
                    <a:pt x="475279" y="5040603"/>
                  </a:lnTo>
                  <a:lnTo>
                    <a:pt x="475279" y="5040173"/>
                  </a:lnTo>
                  <a:lnTo>
                    <a:pt x="475396" y="5040173"/>
                  </a:lnTo>
                  <a:lnTo>
                    <a:pt x="475396" y="5039742"/>
                  </a:lnTo>
                  <a:lnTo>
                    <a:pt x="475514" y="5039742"/>
                  </a:lnTo>
                  <a:lnTo>
                    <a:pt x="475514" y="5039311"/>
                  </a:lnTo>
                  <a:lnTo>
                    <a:pt x="475514" y="5038881"/>
                  </a:lnTo>
                  <a:lnTo>
                    <a:pt x="475514" y="5038450"/>
                  </a:lnTo>
                  <a:lnTo>
                    <a:pt x="475632" y="5038450"/>
                  </a:lnTo>
                  <a:lnTo>
                    <a:pt x="475749" y="5038450"/>
                  </a:lnTo>
                  <a:lnTo>
                    <a:pt x="475749" y="5038020"/>
                  </a:lnTo>
                  <a:lnTo>
                    <a:pt x="475749" y="5037589"/>
                  </a:lnTo>
                  <a:lnTo>
                    <a:pt x="475867" y="5037589"/>
                  </a:lnTo>
                  <a:lnTo>
                    <a:pt x="475867" y="5037158"/>
                  </a:lnTo>
                  <a:lnTo>
                    <a:pt x="475984" y="5037158"/>
                  </a:lnTo>
                  <a:lnTo>
                    <a:pt x="475984" y="5036728"/>
                  </a:lnTo>
                  <a:lnTo>
                    <a:pt x="475984" y="5036297"/>
                  </a:lnTo>
                  <a:lnTo>
                    <a:pt x="475984" y="5035867"/>
                  </a:lnTo>
                  <a:lnTo>
                    <a:pt x="475984" y="5035436"/>
                  </a:lnTo>
                  <a:lnTo>
                    <a:pt x="476102" y="5035436"/>
                  </a:lnTo>
                  <a:lnTo>
                    <a:pt x="476220" y="5035436"/>
                  </a:lnTo>
                  <a:lnTo>
                    <a:pt x="476337" y="5035436"/>
                  </a:lnTo>
                  <a:lnTo>
                    <a:pt x="476455" y="5035436"/>
                  </a:lnTo>
                  <a:lnTo>
                    <a:pt x="476455" y="5035005"/>
                  </a:lnTo>
                  <a:lnTo>
                    <a:pt x="476573" y="5035005"/>
                  </a:lnTo>
                  <a:lnTo>
                    <a:pt x="476690" y="5035005"/>
                  </a:lnTo>
                  <a:lnTo>
                    <a:pt x="476808" y="5035005"/>
                  </a:lnTo>
                  <a:lnTo>
                    <a:pt x="476925" y="5035005"/>
                  </a:lnTo>
                  <a:lnTo>
                    <a:pt x="476925" y="5034575"/>
                  </a:lnTo>
                  <a:lnTo>
                    <a:pt x="477043" y="5034575"/>
                  </a:lnTo>
                  <a:lnTo>
                    <a:pt x="477043" y="5034144"/>
                  </a:lnTo>
                  <a:lnTo>
                    <a:pt x="477161" y="5034144"/>
                  </a:lnTo>
                  <a:lnTo>
                    <a:pt x="477278" y="5034144"/>
                  </a:lnTo>
                  <a:lnTo>
                    <a:pt x="477396" y="5034144"/>
                  </a:lnTo>
                  <a:lnTo>
                    <a:pt x="477513" y="5034144"/>
                  </a:lnTo>
                  <a:lnTo>
                    <a:pt x="477631" y="5034144"/>
                  </a:lnTo>
                  <a:lnTo>
                    <a:pt x="477631" y="5033714"/>
                  </a:lnTo>
                  <a:lnTo>
                    <a:pt x="477749" y="5033714"/>
                  </a:lnTo>
                  <a:lnTo>
                    <a:pt x="477866" y="5033714"/>
                  </a:lnTo>
                  <a:lnTo>
                    <a:pt x="477984" y="5033714"/>
                  </a:lnTo>
                  <a:lnTo>
                    <a:pt x="478101" y="5033714"/>
                  </a:lnTo>
                  <a:lnTo>
                    <a:pt x="478101" y="5033283"/>
                  </a:lnTo>
                  <a:lnTo>
                    <a:pt x="478101" y="5032852"/>
                  </a:lnTo>
                  <a:lnTo>
                    <a:pt x="478219" y="5032852"/>
                  </a:lnTo>
                  <a:lnTo>
                    <a:pt x="478219" y="5032422"/>
                  </a:lnTo>
                  <a:lnTo>
                    <a:pt x="478219" y="5031991"/>
                  </a:lnTo>
                  <a:lnTo>
                    <a:pt x="478337" y="5031991"/>
                  </a:lnTo>
                  <a:lnTo>
                    <a:pt x="478454" y="5031991"/>
                  </a:lnTo>
                  <a:lnTo>
                    <a:pt x="478572" y="5031991"/>
                  </a:lnTo>
                  <a:lnTo>
                    <a:pt x="478690" y="5031991"/>
                  </a:lnTo>
                  <a:lnTo>
                    <a:pt x="478690" y="5031561"/>
                  </a:lnTo>
                  <a:lnTo>
                    <a:pt x="478807" y="5031561"/>
                  </a:lnTo>
                  <a:lnTo>
                    <a:pt x="478807" y="5031130"/>
                  </a:lnTo>
                  <a:lnTo>
                    <a:pt x="478925" y="5031130"/>
                  </a:lnTo>
                  <a:lnTo>
                    <a:pt x="479042" y="5031130"/>
                  </a:lnTo>
                  <a:lnTo>
                    <a:pt x="479160" y="5031130"/>
                  </a:lnTo>
                  <a:lnTo>
                    <a:pt x="479278" y="5031130"/>
                  </a:lnTo>
                  <a:lnTo>
                    <a:pt x="479395" y="5031130"/>
                  </a:lnTo>
                  <a:lnTo>
                    <a:pt x="479395" y="5030699"/>
                  </a:lnTo>
                  <a:lnTo>
                    <a:pt x="479513" y="5030699"/>
                  </a:lnTo>
                  <a:lnTo>
                    <a:pt x="479630" y="5030699"/>
                  </a:lnTo>
                  <a:lnTo>
                    <a:pt x="479630" y="5030269"/>
                  </a:lnTo>
                  <a:lnTo>
                    <a:pt x="479748" y="5030269"/>
                  </a:lnTo>
                  <a:lnTo>
                    <a:pt x="479748" y="5029838"/>
                  </a:lnTo>
                  <a:lnTo>
                    <a:pt x="479748" y="5029408"/>
                  </a:lnTo>
                  <a:lnTo>
                    <a:pt x="479866" y="5029408"/>
                  </a:lnTo>
                  <a:lnTo>
                    <a:pt x="479866" y="5028977"/>
                  </a:lnTo>
                  <a:lnTo>
                    <a:pt x="479866" y="5028546"/>
                  </a:lnTo>
                  <a:lnTo>
                    <a:pt x="479983" y="5028546"/>
                  </a:lnTo>
                  <a:lnTo>
                    <a:pt x="480101" y="5028546"/>
                  </a:lnTo>
                  <a:lnTo>
                    <a:pt x="480101" y="5028116"/>
                  </a:lnTo>
                  <a:lnTo>
                    <a:pt x="480219" y="5028116"/>
                  </a:lnTo>
                  <a:lnTo>
                    <a:pt x="480219" y="5027685"/>
                  </a:lnTo>
                  <a:lnTo>
                    <a:pt x="480219" y="5027255"/>
                  </a:lnTo>
                  <a:lnTo>
                    <a:pt x="480219" y="5026824"/>
                  </a:lnTo>
                  <a:lnTo>
                    <a:pt x="480219" y="5026393"/>
                  </a:lnTo>
                  <a:lnTo>
                    <a:pt x="480336" y="5026393"/>
                  </a:lnTo>
                  <a:lnTo>
                    <a:pt x="480336" y="5025963"/>
                  </a:lnTo>
                  <a:lnTo>
                    <a:pt x="480454" y="5025963"/>
                  </a:lnTo>
                  <a:lnTo>
                    <a:pt x="480454" y="5025532"/>
                  </a:lnTo>
                  <a:lnTo>
                    <a:pt x="480571" y="5025532"/>
                  </a:lnTo>
                  <a:lnTo>
                    <a:pt x="480571" y="5025102"/>
                  </a:lnTo>
                  <a:lnTo>
                    <a:pt x="480571" y="5024671"/>
                  </a:lnTo>
                  <a:lnTo>
                    <a:pt x="480571" y="5024240"/>
                  </a:lnTo>
                  <a:lnTo>
                    <a:pt x="480689" y="5024240"/>
                  </a:lnTo>
                  <a:lnTo>
                    <a:pt x="480689" y="5023810"/>
                  </a:lnTo>
                  <a:lnTo>
                    <a:pt x="480689" y="5023379"/>
                  </a:lnTo>
                  <a:lnTo>
                    <a:pt x="480807" y="5023379"/>
                  </a:lnTo>
                  <a:lnTo>
                    <a:pt x="480924" y="5023379"/>
                  </a:lnTo>
                  <a:lnTo>
                    <a:pt x="481042" y="5023379"/>
                  </a:lnTo>
                  <a:lnTo>
                    <a:pt x="481159" y="5023379"/>
                  </a:lnTo>
                  <a:lnTo>
                    <a:pt x="481277" y="5023379"/>
                  </a:lnTo>
                  <a:lnTo>
                    <a:pt x="481395" y="5023379"/>
                  </a:lnTo>
                  <a:lnTo>
                    <a:pt x="481395" y="5022949"/>
                  </a:lnTo>
                  <a:lnTo>
                    <a:pt x="481512" y="5022949"/>
                  </a:lnTo>
                  <a:lnTo>
                    <a:pt x="481512" y="5022518"/>
                  </a:lnTo>
                  <a:lnTo>
                    <a:pt x="481512" y="5022087"/>
                  </a:lnTo>
                  <a:lnTo>
                    <a:pt x="481630" y="5022087"/>
                  </a:lnTo>
                  <a:lnTo>
                    <a:pt x="481630" y="5021657"/>
                  </a:lnTo>
                  <a:lnTo>
                    <a:pt x="481748" y="5021657"/>
                  </a:lnTo>
                  <a:lnTo>
                    <a:pt x="481865" y="5021657"/>
                  </a:lnTo>
                  <a:lnTo>
                    <a:pt x="481865" y="5021226"/>
                  </a:lnTo>
                  <a:lnTo>
                    <a:pt x="481865" y="5020796"/>
                  </a:lnTo>
                  <a:lnTo>
                    <a:pt x="481983" y="5020796"/>
                  </a:lnTo>
                  <a:lnTo>
                    <a:pt x="482100" y="5020796"/>
                  </a:lnTo>
                  <a:lnTo>
                    <a:pt x="482218" y="5020796"/>
                  </a:lnTo>
                  <a:lnTo>
                    <a:pt x="482336" y="5020796"/>
                  </a:lnTo>
                  <a:lnTo>
                    <a:pt x="482336" y="5020365"/>
                  </a:lnTo>
                  <a:lnTo>
                    <a:pt x="482453" y="5020365"/>
                  </a:lnTo>
                  <a:lnTo>
                    <a:pt x="482571" y="5020365"/>
                  </a:lnTo>
                  <a:lnTo>
                    <a:pt x="482688" y="5020365"/>
                  </a:lnTo>
                  <a:lnTo>
                    <a:pt x="482806" y="5020365"/>
                  </a:lnTo>
                  <a:lnTo>
                    <a:pt x="482806" y="5019934"/>
                  </a:lnTo>
                  <a:lnTo>
                    <a:pt x="482806" y="5019504"/>
                  </a:lnTo>
                  <a:lnTo>
                    <a:pt x="482924" y="5019504"/>
                  </a:lnTo>
                  <a:lnTo>
                    <a:pt x="482924" y="5019073"/>
                  </a:lnTo>
                  <a:lnTo>
                    <a:pt x="482924" y="5018643"/>
                  </a:lnTo>
                  <a:lnTo>
                    <a:pt x="483041" y="5018643"/>
                  </a:lnTo>
                  <a:lnTo>
                    <a:pt x="483159" y="5018643"/>
                  </a:lnTo>
                  <a:lnTo>
                    <a:pt x="483159" y="5018212"/>
                  </a:lnTo>
                  <a:lnTo>
                    <a:pt x="483277" y="5018212"/>
                  </a:lnTo>
                  <a:lnTo>
                    <a:pt x="483394" y="5018212"/>
                  </a:lnTo>
                  <a:lnTo>
                    <a:pt x="483512" y="5018212"/>
                  </a:lnTo>
                  <a:lnTo>
                    <a:pt x="483629" y="5018212"/>
                  </a:lnTo>
                  <a:lnTo>
                    <a:pt x="483629" y="5017781"/>
                  </a:lnTo>
                  <a:lnTo>
                    <a:pt x="483747" y="5017781"/>
                  </a:lnTo>
                  <a:lnTo>
                    <a:pt x="483865" y="5017781"/>
                  </a:lnTo>
                  <a:lnTo>
                    <a:pt x="483865" y="5017351"/>
                  </a:lnTo>
                  <a:lnTo>
                    <a:pt x="483982" y="5017351"/>
                  </a:lnTo>
                  <a:lnTo>
                    <a:pt x="484100" y="5017351"/>
                  </a:lnTo>
                  <a:lnTo>
                    <a:pt x="484217" y="5017351"/>
                  </a:lnTo>
                  <a:lnTo>
                    <a:pt x="484335" y="5017351"/>
                  </a:lnTo>
                  <a:lnTo>
                    <a:pt x="484335" y="5016920"/>
                  </a:lnTo>
                  <a:lnTo>
                    <a:pt x="484335" y="5016490"/>
                  </a:lnTo>
                  <a:lnTo>
                    <a:pt x="484453" y="5016490"/>
                  </a:lnTo>
                  <a:lnTo>
                    <a:pt x="484453" y="5016059"/>
                  </a:lnTo>
                  <a:lnTo>
                    <a:pt x="484570" y="5016059"/>
                  </a:lnTo>
                  <a:lnTo>
                    <a:pt x="484570" y="5015628"/>
                  </a:lnTo>
                  <a:lnTo>
                    <a:pt x="484688" y="5015628"/>
                  </a:lnTo>
                  <a:lnTo>
                    <a:pt x="484688" y="5015198"/>
                  </a:lnTo>
                  <a:lnTo>
                    <a:pt x="484688" y="5014767"/>
                  </a:lnTo>
                  <a:lnTo>
                    <a:pt x="484805" y="5014767"/>
                  </a:lnTo>
                  <a:lnTo>
                    <a:pt x="484923" y="5014767"/>
                  </a:lnTo>
                  <a:lnTo>
                    <a:pt x="485041" y="5014767"/>
                  </a:lnTo>
                  <a:lnTo>
                    <a:pt x="485041" y="5014337"/>
                  </a:lnTo>
                  <a:lnTo>
                    <a:pt x="485158" y="5014337"/>
                  </a:lnTo>
                  <a:lnTo>
                    <a:pt x="485158" y="5013906"/>
                  </a:lnTo>
                  <a:lnTo>
                    <a:pt x="485276" y="5013906"/>
                  </a:lnTo>
                  <a:lnTo>
                    <a:pt x="485394" y="5013906"/>
                  </a:lnTo>
                  <a:lnTo>
                    <a:pt x="485394" y="5013475"/>
                  </a:lnTo>
                  <a:lnTo>
                    <a:pt x="485394" y="5013045"/>
                  </a:lnTo>
                  <a:lnTo>
                    <a:pt x="485394" y="5012614"/>
                  </a:lnTo>
                  <a:lnTo>
                    <a:pt x="485511" y="5012614"/>
                  </a:lnTo>
                  <a:lnTo>
                    <a:pt x="485511" y="5012184"/>
                  </a:lnTo>
                  <a:lnTo>
                    <a:pt x="485629" y="5012184"/>
                  </a:lnTo>
                  <a:lnTo>
                    <a:pt x="485746" y="5012184"/>
                  </a:lnTo>
                  <a:lnTo>
                    <a:pt x="485746" y="5011753"/>
                  </a:lnTo>
                  <a:lnTo>
                    <a:pt x="485746" y="5011322"/>
                  </a:lnTo>
                  <a:lnTo>
                    <a:pt x="485746" y="5010892"/>
                  </a:lnTo>
                  <a:lnTo>
                    <a:pt x="485864" y="5010892"/>
                  </a:lnTo>
                  <a:lnTo>
                    <a:pt x="485982" y="5010892"/>
                  </a:lnTo>
                  <a:lnTo>
                    <a:pt x="486099" y="5010892"/>
                  </a:lnTo>
                  <a:lnTo>
                    <a:pt x="486217" y="5010892"/>
                  </a:lnTo>
                  <a:lnTo>
                    <a:pt x="486334" y="5010892"/>
                  </a:lnTo>
                  <a:lnTo>
                    <a:pt x="486452" y="5010892"/>
                  </a:lnTo>
                  <a:lnTo>
                    <a:pt x="486570" y="5010892"/>
                  </a:lnTo>
                  <a:lnTo>
                    <a:pt x="486570" y="5010461"/>
                  </a:lnTo>
                  <a:lnTo>
                    <a:pt x="486687" y="5010461"/>
                  </a:lnTo>
                  <a:lnTo>
                    <a:pt x="486805" y="5010461"/>
                  </a:lnTo>
                  <a:lnTo>
                    <a:pt x="486805" y="5010031"/>
                  </a:lnTo>
                  <a:lnTo>
                    <a:pt x="486923" y="5010031"/>
                  </a:lnTo>
                  <a:lnTo>
                    <a:pt x="486923" y="5009600"/>
                  </a:lnTo>
                  <a:lnTo>
                    <a:pt x="487040" y="5009600"/>
                  </a:lnTo>
                  <a:lnTo>
                    <a:pt x="487040" y="5009169"/>
                  </a:lnTo>
                  <a:lnTo>
                    <a:pt x="487040" y="5008739"/>
                  </a:lnTo>
                  <a:lnTo>
                    <a:pt x="487158" y="5008739"/>
                  </a:lnTo>
                  <a:lnTo>
                    <a:pt x="487275" y="5008739"/>
                  </a:lnTo>
                  <a:lnTo>
                    <a:pt x="487393" y="5008739"/>
                  </a:lnTo>
                  <a:lnTo>
                    <a:pt x="487511" y="5008739"/>
                  </a:lnTo>
                  <a:lnTo>
                    <a:pt x="487511" y="5008308"/>
                  </a:lnTo>
                  <a:lnTo>
                    <a:pt x="487511" y="5007878"/>
                  </a:lnTo>
                  <a:lnTo>
                    <a:pt x="487628" y="5007878"/>
                  </a:lnTo>
                  <a:lnTo>
                    <a:pt x="487746" y="5007878"/>
                  </a:lnTo>
                  <a:lnTo>
                    <a:pt x="487863" y="5007878"/>
                  </a:lnTo>
                  <a:lnTo>
                    <a:pt x="487863" y="5007447"/>
                  </a:lnTo>
                  <a:lnTo>
                    <a:pt x="487981" y="5007447"/>
                  </a:lnTo>
                  <a:lnTo>
                    <a:pt x="488099" y="5007447"/>
                  </a:lnTo>
                  <a:lnTo>
                    <a:pt x="488099" y="5007016"/>
                  </a:lnTo>
                  <a:lnTo>
                    <a:pt x="488216" y="5007016"/>
                  </a:lnTo>
                  <a:lnTo>
                    <a:pt x="488216" y="5006586"/>
                  </a:lnTo>
                  <a:lnTo>
                    <a:pt x="488216" y="5006155"/>
                  </a:lnTo>
                  <a:lnTo>
                    <a:pt x="488334" y="5006155"/>
                  </a:lnTo>
                  <a:lnTo>
                    <a:pt x="488452" y="5006155"/>
                  </a:lnTo>
                  <a:lnTo>
                    <a:pt x="488569" y="5006155"/>
                  </a:lnTo>
                  <a:lnTo>
                    <a:pt x="488687" y="5006155"/>
                  </a:lnTo>
                  <a:lnTo>
                    <a:pt x="488804" y="5006155"/>
                  </a:lnTo>
                  <a:lnTo>
                    <a:pt x="488804" y="5005725"/>
                  </a:lnTo>
                  <a:lnTo>
                    <a:pt x="488922" y="5005725"/>
                  </a:lnTo>
                  <a:lnTo>
                    <a:pt x="489040" y="5005725"/>
                  </a:lnTo>
                  <a:lnTo>
                    <a:pt x="489157" y="5005725"/>
                  </a:lnTo>
                  <a:lnTo>
                    <a:pt x="489275" y="5005725"/>
                  </a:lnTo>
                  <a:lnTo>
                    <a:pt x="489275" y="5005294"/>
                  </a:lnTo>
                  <a:lnTo>
                    <a:pt x="489392" y="5005294"/>
                  </a:lnTo>
                  <a:lnTo>
                    <a:pt x="489510" y="5005294"/>
                  </a:lnTo>
                  <a:lnTo>
                    <a:pt x="489628" y="5005294"/>
                  </a:lnTo>
                  <a:lnTo>
                    <a:pt x="489628" y="5004863"/>
                  </a:lnTo>
                  <a:lnTo>
                    <a:pt x="489745" y="5004863"/>
                  </a:lnTo>
                  <a:lnTo>
                    <a:pt x="489863" y="5004863"/>
                  </a:lnTo>
                  <a:lnTo>
                    <a:pt x="489981" y="5004863"/>
                  </a:lnTo>
                  <a:lnTo>
                    <a:pt x="489981" y="5004433"/>
                  </a:lnTo>
                  <a:lnTo>
                    <a:pt x="490098" y="5004433"/>
                  </a:lnTo>
                  <a:lnTo>
                    <a:pt x="490098" y="5004002"/>
                  </a:lnTo>
                  <a:lnTo>
                    <a:pt x="490098" y="5003572"/>
                  </a:lnTo>
                  <a:lnTo>
                    <a:pt x="490216" y="5003572"/>
                  </a:lnTo>
                  <a:lnTo>
                    <a:pt x="490333" y="5003572"/>
                  </a:lnTo>
                  <a:lnTo>
                    <a:pt x="490333" y="5003141"/>
                  </a:lnTo>
                  <a:lnTo>
                    <a:pt x="490451" y="5003141"/>
                  </a:lnTo>
                  <a:lnTo>
                    <a:pt x="490569" y="5003141"/>
                  </a:lnTo>
                  <a:lnTo>
                    <a:pt x="490686" y="5003141"/>
                  </a:lnTo>
                  <a:lnTo>
                    <a:pt x="490804" y="5003141"/>
                  </a:lnTo>
                  <a:lnTo>
                    <a:pt x="490921" y="5003141"/>
                  </a:lnTo>
                  <a:lnTo>
                    <a:pt x="491039" y="5003141"/>
                  </a:lnTo>
                  <a:lnTo>
                    <a:pt x="491039" y="5002710"/>
                  </a:lnTo>
                  <a:lnTo>
                    <a:pt x="491157" y="5002710"/>
                  </a:lnTo>
                  <a:lnTo>
                    <a:pt x="491274" y="5002710"/>
                  </a:lnTo>
                  <a:lnTo>
                    <a:pt x="491392" y="5002710"/>
                  </a:lnTo>
                  <a:lnTo>
                    <a:pt x="491392" y="5002280"/>
                  </a:lnTo>
                  <a:lnTo>
                    <a:pt x="491510" y="5002280"/>
                  </a:lnTo>
                  <a:lnTo>
                    <a:pt x="491510" y="5001849"/>
                  </a:lnTo>
                  <a:lnTo>
                    <a:pt x="491627" y="5001849"/>
                  </a:lnTo>
                  <a:lnTo>
                    <a:pt x="491745" y="5001849"/>
                  </a:lnTo>
                  <a:lnTo>
                    <a:pt x="491862" y="5001849"/>
                  </a:lnTo>
                  <a:lnTo>
                    <a:pt x="491980" y="5001849"/>
                  </a:lnTo>
                  <a:lnTo>
                    <a:pt x="492098" y="5001849"/>
                  </a:lnTo>
                  <a:lnTo>
                    <a:pt x="492098" y="5001419"/>
                  </a:lnTo>
                  <a:lnTo>
                    <a:pt x="492098" y="5000988"/>
                  </a:lnTo>
                  <a:lnTo>
                    <a:pt x="492098" y="5000557"/>
                  </a:lnTo>
                  <a:lnTo>
                    <a:pt x="492215" y="5000557"/>
                  </a:lnTo>
                  <a:lnTo>
                    <a:pt x="492333" y="5000557"/>
                  </a:lnTo>
                  <a:lnTo>
                    <a:pt x="492333" y="5000127"/>
                  </a:lnTo>
                  <a:lnTo>
                    <a:pt x="492333" y="4999696"/>
                  </a:lnTo>
                  <a:lnTo>
                    <a:pt x="492333" y="4999266"/>
                  </a:lnTo>
                  <a:lnTo>
                    <a:pt x="492333" y="4998835"/>
                  </a:lnTo>
                  <a:lnTo>
                    <a:pt x="492450" y="4998835"/>
                  </a:lnTo>
                  <a:lnTo>
                    <a:pt x="492450" y="4998404"/>
                  </a:lnTo>
                  <a:lnTo>
                    <a:pt x="492568" y="4998404"/>
                  </a:lnTo>
                  <a:lnTo>
                    <a:pt x="492568" y="4997974"/>
                  </a:lnTo>
                  <a:lnTo>
                    <a:pt x="492568" y="4997543"/>
                  </a:lnTo>
                  <a:lnTo>
                    <a:pt x="492686" y="4997543"/>
                  </a:lnTo>
                  <a:lnTo>
                    <a:pt x="492803" y="4997543"/>
                  </a:lnTo>
                  <a:lnTo>
                    <a:pt x="492803" y="4997113"/>
                  </a:lnTo>
                  <a:lnTo>
                    <a:pt x="492803" y="4996682"/>
                  </a:lnTo>
                  <a:lnTo>
                    <a:pt x="492921" y="4996682"/>
                  </a:lnTo>
                  <a:lnTo>
                    <a:pt x="492921" y="4996251"/>
                  </a:lnTo>
                  <a:lnTo>
                    <a:pt x="493038" y="4996251"/>
                  </a:lnTo>
                  <a:lnTo>
                    <a:pt x="493156" y="4996251"/>
                  </a:lnTo>
                  <a:lnTo>
                    <a:pt x="493274" y="4996251"/>
                  </a:lnTo>
                  <a:lnTo>
                    <a:pt x="493391" y="4996251"/>
                  </a:lnTo>
                  <a:lnTo>
                    <a:pt x="493509" y="4996251"/>
                  </a:lnTo>
                  <a:lnTo>
                    <a:pt x="493627" y="4996251"/>
                  </a:lnTo>
                  <a:lnTo>
                    <a:pt x="493627" y="4995821"/>
                  </a:lnTo>
                  <a:lnTo>
                    <a:pt x="493627" y="4995390"/>
                  </a:lnTo>
                  <a:lnTo>
                    <a:pt x="493744" y="4995390"/>
                  </a:lnTo>
                  <a:lnTo>
                    <a:pt x="493862" y="4995390"/>
                  </a:lnTo>
                  <a:lnTo>
                    <a:pt x="493979" y="4995390"/>
                  </a:lnTo>
                  <a:lnTo>
                    <a:pt x="494097" y="4995390"/>
                  </a:lnTo>
                  <a:lnTo>
                    <a:pt x="494215" y="4995390"/>
                  </a:lnTo>
                  <a:lnTo>
                    <a:pt x="494332" y="4995390"/>
                  </a:lnTo>
                  <a:lnTo>
                    <a:pt x="494450" y="4995390"/>
                  </a:lnTo>
                  <a:lnTo>
                    <a:pt x="494567" y="4995390"/>
                  </a:lnTo>
                  <a:lnTo>
                    <a:pt x="494567" y="4994960"/>
                  </a:lnTo>
                  <a:lnTo>
                    <a:pt x="494685" y="4994960"/>
                  </a:lnTo>
                  <a:lnTo>
                    <a:pt x="494803" y="4994960"/>
                  </a:lnTo>
                  <a:lnTo>
                    <a:pt x="494803" y="4994529"/>
                  </a:lnTo>
                  <a:lnTo>
                    <a:pt x="494920" y="4994529"/>
                  </a:lnTo>
                  <a:lnTo>
                    <a:pt x="495038" y="4994529"/>
                  </a:lnTo>
                  <a:lnTo>
                    <a:pt x="495156" y="4994529"/>
                  </a:lnTo>
                  <a:lnTo>
                    <a:pt x="495273" y="4994529"/>
                  </a:lnTo>
                  <a:lnTo>
                    <a:pt x="495273" y="4994098"/>
                  </a:lnTo>
                  <a:lnTo>
                    <a:pt x="495391" y="4994098"/>
                  </a:lnTo>
                  <a:lnTo>
                    <a:pt x="495508" y="4994098"/>
                  </a:lnTo>
                  <a:lnTo>
                    <a:pt x="495626" y="4994098"/>
                  </a:lnTo>
                  <a:lnTo>
                    <a:pt x="495744" y="4994098"/>
                  </a:lnTo>
                  <a:lnTo>
                    <a:pt x="495744" y="4993668"/>
                  </a:lnTo>
                  <a:lnTo>
                    <a:pt x="495744" y="4993237"/>
                  </a:lnTo>
                  <a:lnTo>
                    <a:pt x="495861" y="4993237"/>
                  </a:lnTo>
                  <a:lnTo>
                    <a:pt x="495979" y="4993237"/>
                  </a:lnTo>
                  <a:lnTo>
                    <a:pt x="495979" y="4992807"/>
                  </a:lnTo>
                  <a:lnTo>
                    <a:pt x="496096" y="4992807"/>
                  </a:lnTo>
                  <a:lnTo>
                    <a:pt x="496214" y="4992807"/>
                  </a:lnTo>
                  <a:lnTo>
                    <a:pt x="496214" y="4992376"/>
                  </a:lnTo>
                  <a:lnTo>
                    <a:pt x="496214" y="4991945"/>
                  </a:lnTo>
                  <a:lnTo>
                    <a:pt x="496332" y="4991945"/>
                  </a:lnTo>
                  <a:lnTo>
                    <a:pt x="496449" y="4991945"/>
                  </a:lnTo>
                  <a:lnTo>
                    <a:pt x="496449" y="4991515"/>
                  </a:lnTo>
                  <a:lnTo>
                    <a:pt x="496567" y="4991515"/>
                  </a:lnTo>
                  <a:lnTo>
                    <a:pt x="496567" y="4991084"/>
                  </a:lnTo>
                  <a:lnTo>
                    <a:pt x="496567" y="4990654"/>
                  </a:lnTo>
                  <a:lnTo>
                    <a:pt x="496685" y="4990654"/>
                  </a:lnTo>
                  <a:lnTo>
                    <a:pt x="496802" y="4990654"/>
                  </a:lnTo>
                  <a:lnTo>
                    <a:pt x="496920" y="4990654"/>
                  </a:lnTo>
                  <a:lnTo>
                    <a:pt x="497037" y="4990654"/>
                  </a:lnTo>
                  <a:lnTo>
                    <a:pt x="497155" y="4990654"/>
                  </a:lnTo>
                  <a:lnTo>
                    <a:pt x="497273" y="4990654"/>
                  </a:lnTo>
                  <a:lnTo>
                    <a:pt x="497273" y="4990223"/>
                  </a:lnTo>
                  <a:lnTo>
                    <a:pt x="497390" y="4990223"/>
                  </a:lnTo>
                  <a:lnTo>
                    <a:pt x="497508" y="4990223"/>
                  </a:lnTo>
                  <a:lnTo>
                    <a:pt x="497508" y="4989792"/>
                  </a:lnTo>
                  <a:lnTo>
                    <a:pt x="497625" y="4989792"/>
                  </a:lnTo>
                  <a:lnTo>
                    <a:pt x="497743" y="4989792"/>
                  </a:lnTo>
                  <a:lnTo>
                    <a:pt x="497861" y="4989792"/>
                  </a:lnTo>
                  <a:lnTo>
                    <a:pt x="497861" y="4989362"/>
                  </a:lnTo>
                  <a:lnTo>
                    <a:pt x="497978" y="4989362"/>
                  </a:lnTo>
                  <a:lnTo>
                    <a:pt x="498096" y="4989362"/>
                  </a:lnTo>
                  <a:lnTo>
                    <a:pt x="498214" y="4989362"/>
                  </a:lnTo>
                  <a:lnTo>
                    <a:pt x="498331" y="4989362"/>
                  </a:lnTo>
                  <a:lnTo>
                    <a:pt x="498331" y="4988931"/>
                  </a:lnTo>
                  <a:lnTo>
                    <a:pt x="498449" y="4988931"/>
                  </a:lnTo>
                  <a:lnTo>
                    <a:pt x="498566" y="4988931"/>
                  </a:lnTo>
                  <a:lnTo>
                    <a:pt x="498684" y="4988931"/>
                  </a:lnTo>
                  <a:lnTo>
                    <a:pt x="498802" y="4988931"/>
                  </a:lnTo>
                  <a:lnTo>
                    <a:pt x="498802" y="4988501"/>
                  </a:lnTo>
                  <a:lnTo>
                    <a:pt x="498919" y="4988501"/>
                  </a:lnTo>
                  <a:lnTo>
                    <a:pt x="499037" y="4988501"/>
                  </a:lnTo>
                  <a:lnTo>
                    <a:pt x="499037" y="4988070"/>
                  </a:lnTo>
                  <a:lnTo>
                    <a:pt x="499154" y="4988070"/>
                  </a:lnTo>
                  <a:lnTo>
                    <a:pt x="499154" y="4987639"/>
                  </a:lnTo>
                  <a:lnTo>
                    <a:pt x="499272" y="4987639"/>
                  </a:lnTo>
                  <a:lnTo>
                    <a:pt x="499272" y="4987209"/>
                  </a:lnTo>
                  <a:lnTo>
                    <a:pt x="499272" y="4986778"/>
                  </a:lnTo>
                  <a:lnTo>
                    <a:pt x="499272" y="4986348"/>
                  </a:lnTo>
                  <a:lnTo>
                    <a:pt x="499272" y="4985917"/>
                  </a:lnTo>
                  <a:lnTo>
                    <a:pt x="499390" y="4985917"/>
                  </a:lnTo>
                  <a:lnTo>
                    <a:pt x="499507" y="4985917"/>
                  </a:lnTo>
                  <a:lnTo>
                    <a:pt x="499507" y="4985486"/>
                  </a:lnTo>
                  <a:lnTo>
                    <a:pt x="499507" y="4985056"/>
                  </a:lnTo>
                  <a:lnTo>
                    <a:pt x="499507" y="4984625"/>
                  </a:lnTo>
                  <a:lnTo>
                    <a:pt x="499625" y="4984625"/>
                  </a:lnTo>
                  <a:lnTo>
                    <a:pt x="499743" y="4984625"/>
                  </a:lnTo>
                  <a:lnTo>
                    <a:pt x="499743" y="4984195"/>
                  </a:lnTo>
                  <a:lnTo>
                    <a:pt x="499860" y="4984195"/>
                  </a:lnTo>
                  <a:lnTo>
                    <a:pt x="499860" y="4983764"/>
                  </a:lnTo>
                  <a:lnTo>
                    <a:pt x="499978" y="4983764"/>
                  </a:lnTo>
                  <a:lnTo>
                    <a:pt x="499978" y="4983333"/>
                  </a:lnTo>
                  <a:lnTo>
                    <a:pt x="499978" y="4982903"/>
                  </a:lnTo>
                  <a:lnTo>
                    <a:pt x="500095" y="4982903"/>
                  </a:lnTo>
                  <a:lnTo>
                    <a:pt x="500095" y="4982472"/>
                  </a:lnTo>
                  <a:lnTo>
                    <a:pt x="500213" y="4982472"/>
                  </a:lnTo>
                  <a:lnTo>
                    <a:pt x="500213" y="4982042"/>
                  </a:lnTo>
                  <a:lnTo>
                    <a:pt x="500331" y="4982042"/>
                  </a:lnTo>
                  <a:lnTo>
                    <a:pt x="500331" y="4981611"/>
                  </a:lnTo>
                  <a:lnTo>
                    <a:pt x="500331" y="4981180"/>
                  </a:lnTo>
                  <a:lnTo>
                    <a:pt x="500331" y="4980750"/>
                  </a:lnTo>
                  <a:lnTo>
                    <a:pt x="500448" y="4980750"/>
                  </a:lnTo>
                  <a:lnTo>
                    <a:pt x="500566" y="4980750"/>
                  </a:lnTo>
                  <a:lnTo>
                    <a:pt x="500566" y="4980319"/>
                  </a:lnTo>
                  <a:lnTo>
                    <a:pt x="500683" y="4980319"/>
                  </a:lnTo>
                  <a:lnTo>
                    <a:pt x="500801" y="4980319"/>
                  </a:lnTo>
                  <a:lnTo>
                    <a:pt x="500801" y="4979889"/>
                  </a:lnTo>
                  <a:lnTo>
                    <a:pt x="500801" y="4979458"/>
                  </a:lnTo>
                  <a:lnTo>
                    <a:pt x="500801" y="4979027"/>
                  </a:lnTo>
                  <a:lnTo>
                    <a:pt x="500919" y="4979027"/>
                  </a:lnTo>
                  <a:lnTo>
                    <a:pt x="501036" y="4979027"/>
                  </a:lnTo>
                  <a:lnTo>
                    <a:pt x="501154" y="4979027"/>
                  </a:lnTo>
                  <a:lnTo>
                    <a:pt x="501271" y="4979027"/>
                  </a:lnTo>
                  <a:lnTo>
                    <a:pt x="501389" y="4979027"/>
                  </a:lnTo>
                  <a:lnTo>
                    <a:pt x="501507" y="4979027"/>
                  </a:lnTo>
                  <a:lnTo>
                    <a:pt x="501624" y="4979027"/>
                  </a:lnTo>
                  <a:lnTo>
                    <a:pt x="501742" y="4979027"/>
                  </a:lnTo>
                  <a:lnTo>
                    <a:pt x="501860" y="4979027"/>
                  </a:lnTo>
                  <a:lnTo>
                    <a:pt x="501977" y="4979027"/>
                  </a:lnTo>
                  <a:lnTo>
                    <a:pt x="502095" y="4979027"/>
                  </a:lnTo>
                  <a:lnTo>
                    <a:pt x="502212" y="4979027"/>
                  </a:lnTo>
                  <a:lnTo>
                    <a:pt x="502212" y="4978597"/>
                  </a:lnTo>
                  <a:lnTo>
                    <a:pt x="502212" y="4978166"/>
                  </a:lnTo>
                  <a:lnTo>
                    <a:pt x="502330" y="4978166"/>
                  </a:lnTo>
                  <a:lnTo>
                    <a:pt x="502448" y="4978166"/>
                  </a:lnTo>
                  <a:lnTo>
                    <a:pt x="502448" y="4977736"/>
                  </a:lnTo>
                  <a:lnTo>
                    <a:pt x="502565" y="4977736"/>
                  </a:lnTo>
                  <a:lnTo>
                    <a:pt x="502565" y="4977305"/>
                  </a:lnTo>
                  <a:lnTo>
                    <a:pt x="502565" y="4976874"/>
                  </a:lnTo>
                  <a:lnTo>
                    <a:pt x="502565" y="4976444"/>
                  </a:lnTo>
                  <a:lnTo>
                    <a:pt x="502565" y="4976013"/>
                  </a:lnTo>
                  <a:lnTo>
                    <a:pt x="502565" y="4975583"/>
                  </a:lnTo>
                  <a:lnTo>
                    <a:pt x="502683" y="4975583"/>
                  </a:lnTo>
                  <a:lnTo>
                    <a:pt x="502683" y="4975152"/>
                  </a:lnTo>
                  <a:lnTo>
                    <a:pt x="502800" y="4975152"/>
                  </a:lnTo>
                  <a:lnTo>
                    <a:pt x="502918" y="4975152"/>
                  </a:lnTo>
                  <a:lnTo>
                    <a:pt x="502918" y="4974721"/>
                  </a:lnTo>
                  <a:lnTo>
                    <a:pt x="503036" y="4974721"/>
                  </a:lnTo>
                  <a:lnTo>
                    <a:pt x="503036" y="4974291"/>
                  </a:lnTo>
                  <a:lnTo>
                    <a:pt x="503153" y="4974291"/>
                  </a:lnTo>
                  <a:lnTo>
                    <a:pt x="503153" y="4973860"/>
                  </a:lnTo>
                  <a:lnTo>
                    <a:pt x="503271" y="4973860"/>
                  </a:lnTo>
                  <a:lnTo>
                    <a:pt x="503271" y="4973430"/>
                  </a:lnTo>
                  <a:lnTo>
                    <a:pt x="503271" y="4972999"/>
                  </a:lnTo>
                  <a:lnTo>
                    <a:pt x="503271" y="4972568"/>
                  </a:lnTo>
                  <a:lnTo>
                    <a:pt x="503389" y="4972568"/>
                  </a:lnTo>
                  <a:lnTo>
                    <a:pt x="503506" y="4972568"/>
                  </a:lnTo>
                  <a:lnTo>
                    <a:pt x="503624" y="4972568"/>
                  </a:lnTo>
                  <a:lnTo>
                    <a:pt x="503624" y="4972138"/>
                  </a:lnTo>
                  <a:lnTo>
                    <a:pt x="503741" y="4972138"/>
                  </a:lnTo>
                  <a:lnTo>
                    <a:pt x="503859" y="4972138"/>
                  </a:lnTo>
                  <a:lnTo>
                    <a:pt x="503859" y="4971707"/>
                  </a:lnTo>
                  <a:lnTo>
                    <a:pt x="503977" y="4971707"/>
                  </a:lnTo>
                  <a:lnTo>
                    <a:pt x="504094" y="4971707"/>
                  </a:lnTo>
                  <a:lnTo>
                    <a:pt x="504212" y="4971707"/>
                  </a:lnTo>
                  <a:lnTo>
                    <a:pt x="504212" y="4971277"/>
                  </a:lnTo>
                  <a:lnTo>
                    <a:pt x="504329" y="4971277"/>
                  </a:lnTo>
                  <a:lnTo>
                    <a:pt x="504447" y="4971277"/>
                  </a:lnTo>
                  <a:lnTo>
                    <a:pt x="504447" y="4970846"/>
                  </a:lnTo>
                  <a:lnTo>
                    <a:pt x="504447" y="4970415"/>
                  </a:lnTo>
                  <a:lnTo>
                    <a:pt x="504565" y="4970415"/>
                  </a:lnTo>
                  <a:lnTo>
                    <a:pt x="504565" y="4969985"/>
                  </a:lnTo>
                  <a:lnTo>
                    <a:pt x="504565" y="4969554"/>
                  </a:lnTo>
                  <a:lnTo>
                    <a:pt x="504682" y="4969554"/>
                  </a:lnTo>
                  <a:lnTo>
                    <a:pt x="504682" y="4969124"/>
                  </a:lnTo>
                  <a:lnTo>
                    <a:pt x="504800" y="4969124"/>
                  </a:lnTo>
                  <a:lnTo>
                    <a:pt x="504918" y="4969124"/>
                  </a:lnTo>
                  <a:lnTo>
                    <a:pt x="504918" y="4968693"/>
                  </a:lnTo>
                  <a:lnTo>
                    <a:pt x="505035" y="4968693"/>
                  </a:lnTo>
                  <a:lnTo>
                    <a:pt x="505153" y="4968693"/>
                  </a:lnTo>
                  <a:lnTo>
                    <a:pt x="505270" y="4968693"/>
                  </a:lnTo>
                  <a:lnTo>
                    <a:pt x="505388" y="4968693"/>
                  </a:lnTo>
                  <a:lnTo>
                    <a:pt x="505506" y="4968693"/>
                  </a:lnTo>
                  <a:lnTo>
                    <a:pt x="505506" y="4968262"/>
                  </a:lnTo>
                  <a:lnTo>
                    <a:pt x="505506" y="4967832"/>
                  </a:lnTo>
                  <a:lnTo>
                    <a:pt x="505623" y="4967832"/>
                  </a:lnTo>
                  <a:lnTo>
                    <a:pt x="505741" y="4967832"/>
                  </a:lnTo>
                  <a:lnTo>
                    <a:pt x="505858" y="4967832"/>
                  </a:lnTo>
                  <a:lnTo>
                    <a:pt x="505858" y="4967401"/>
                  </a:lnTo>
                  <a:lnTo>
                    <a:pt x="505976" y="4967401"/>
                  </a:lnTo>
                  <a:lnTo>
                    <a:pt x="506094" y="4967401"/>
                  </a:lnTo>
                  <a:lnTo>
                    <a:pt x="506211" y="4967401"/>
                  </a:lnTo>
                  <a:lnTo>
                    <a:pt x="506329" y="4967401"/>
                  </a:lnTo>
                  <a:lnTo>
                    <a:pt x="506447" y="4967401"/>
                  </a:lnTo>
                  <a:lnTo>
                    <a:pt x="506447" y="4966971"/>
                  </a:lnTo>
                  <a:lnTo>
                    <a:pt x="506564" y="4966971"/>
                  </a:lnTo>
                  <a:lnTo>
                    <a:pt x="506682" y="4966971"/>
                  </a:lnTo>
                  <a:lnTo>
                    <a:pt x="506799" y="4966971"/>
                  </a:lnTo>
                  <a:lnTo>
                    <a:pt x="506917" y="4966971"/>
                  </a:lnTo>
                  <a:lnTo>
                    <a:pt x="507035" y="4966971"/>
                  </a:lnTo>
                  <a:lnTo>
                    <a:pt x="507152" y="4966971"/>
                  </a:lnTo>
                  <a:lnTo>
                    <a:pt x="507152" y="4966540"/>
                  </a:lnTo>
                  <a:lnTo>
                    <a:pt x="507270" y="4966540"/>
                  </a:lnTo>
                  <a:lnTo>
                    <a:pt x="507387" y="4966540"/>
                  </a:lnTo>
                  <a:lnTo>
                    <a:pt x="507505" y="4966540"/>
                  </a:lnTo>
                  <a:lnTo>
                    <a:pt x="507505" y="4966109"/>
                  </a:lnTo>
                  <a:lnTo>
                    <a:pt x="507623" y="4966109"/>
                  </a:lnTo>
                  <a:lnTo>
                    <a:pt x="507740" y="4966109"/>
                  </a:lnTo>
                  <a:lnTo>
                    <a:pt x="507858" y="4966109"/>
                  </a:lnTo>
                  <a:lnTo>
                    <a:pt x="507858" y="4965679"/>
                  </a:lnTo>
                  <a:lnTo>
                    <a:pt x="507858" y="4965248"/>
                  </a:lnTo>
                  <a:lnTo>
                    <a:pt x="507858" y="4964818"/>
                  </a:lnTo>
                  <a:lnTo>
                    <a:pt x="507858" y="4964387"/>
                  </a:lnTo>
                  <a:lnTo>
                    <a:pt x="507976" y="4964387"/>
                  </a:lnTo>
                  <a:lnTo>
                    <a:pt x="507976" y="4963956"/>
                  </a:lnTo>
                  <a:lnTo>
                    <a:pt x="508093" y="4963956"/>
                  </a:lnTo>
                  <a:lnTo>
                    <a:pt x="508093" y="4963526"/>
                  </a:lnTo>
                  <a:lnTo>
                    <a:pt x="508093" y="4963095"/>
                  </a:lnTo>
                  <a:lnTo>
                    <a:pt x="508093" y="4962665"/>
                  </a:lnTo>
                  <a:lnTo>
                    <a:pt x="508211" y="4962665"/>
                  </a:lnTo>
                  <a:lnTo>
                    <a:pt x="508211" y="4962234"/>
                  </a:lnTo>
                  <a:lnTo>
                    <a:pt x="508211" y="4961803"/>
                  </a:lnTo>
                  <a:lnTo>
                    <a:pt x="508328" y="4961803"/>
                  </a:lnTo>
                  <a:lnTo>
                    <a:pt x="508446" y="4961803"/>
                  </a:lnTo>
                  <a:lnTo>
                    <a:pt x="508564" y="4961803"/>
                  </a:lnTo>
                  <a:lnTo>
                    <a:pt x="508681" y="4961803"/>
                  </a:lnTo>
                  <a:lnTo>
                    <a:pt x="508799" y="4961803"/>
                  </a:lnTo>
                  <a:lnTo>
                    <a:pt x="508916" y="4961803"/>
                  </a:lnTo>
                  <a:lnTo>
                    <a:pt x="509034" y="4961803"/>
                  </a:lnTo>
                  <a:lnTo>
                    <a:pt x="509152" y="4961803"/>
                  </a:lnTo>
                  <a:lnTo>
                    <a:pt x="509269" y="4961803"/>
                  </a:lnTo>
                  <a:lnTo>
                    <a:pt x="509387" y="4961803"/>
                  </a:lnTo>
                  <a:lnTo>
                    <a:pt x="509504" y="4961803"/>
                  </a:lnTo>
                  <a:lnTo>
                    <a:pt x="509504" y="4961373"/>
                  </a:lnTo>
                  <a:lnTo>
                    <a:pt x="509504" y="4960942"/>
                  </a:lnTo>
                  <a:lnTo>
                    <a:pt x="509622" y="4960942"/>
                  </a:lnTo>
                  <a:lnTo>
                    <a:pt x="509740" y="4960942"/>
                  </a:lnTo>
                  <a:lnTo>
                    <a:pt x="509857" y="4960942"/>
                  </a:lnTo>
                  <a:lnTo>
                    <a:pt x="509975" y="4960942"/>
                  </a:lnTo>
                  <a:lnTo>
                    <a:pt x="510093" y="4960942"/>
                  </a:lnTo>
                  <a:lnTo>
                    <a:pt x="510093" y="4960512"/>
                  </a:lnTo>
                  <a:lnTo>
                    <a:pt x="510210" y="4960512"/>
                  </a:lnTo>
                  <a:lnTo>
                    <a:pt x="510328" y="4960512"/>
                  </a:lnTo>
                  <a:lnTo>
                    <a:pt x="510445" y="4960512"/>
                  </a:lnTo>
                  <a:lnTo>
                    <a:pt x="510563" y="4960512"/>
                  </a:lnTo>
                  <a:lnTo>
                    <a:pt x="510681" y="4960512"/>
                  </a:lnTo>
                  <a:lnTo>
                    <a:pt x="510798" y="4960512"/>
                  </a:lnTo>
                  <a:lnTo>
                    <a:pt x="510798" y="4960081"/>
                  </a:lnTo>
                  <a:lnTo>
                    <a:pt x="510798" y="4959650"/>
                  </a:lnTo>
                  <a:lnTo>
                    <a:pt x="510798" y="4959220"/>
                  </a:lnTo>
                  <a:lnTo>
                    <a:pt x="510916" y="4959220"/>
                  </a:lnTo>
                  <a:lnTo>
                    <a:pt x="510916" y="4958789"/>
                  </a:lnTo>
                  <a:lnTo>
                    <a:pt x="511033" y="4958789"/>
                  </a:lnTo>
                  <a:lnTo>
                    <a:pt x="511151" y="4958789"/>
                  </a:lnTo>
                  <a:lnTo>
                    <a:pt x="511269" y="4958789"/>
                  </a:lnTo>
                  <a:lnTo>
                    <a:pt x="511386" y="4958789"/>
                  </a:lnTo>
                  <a:lnTo>
                    <a:pt x="511504" y="4958789"/>
                  </a:lnTo>
                  <a:lnTo>
                    <a:pt x="511622" y="4958789"/>
                  </a:lnTo>
                  <a:lnTo>
                    <a:pt x="511622" y="4958359"/>
                  </a:lnTo>
                  <a:lnTo>
                    <a:pt x="511739" y="4958359"/>
                  </a:lnTo>
                  <a:lnTo>
                    <a:pt x="511857" y="4958359"/>
                  </a:lnTo>
                  <a:lnTo>
                    <a:pt x="511857" y="4957928"/>
                  </a:lnTo>
                  <a:lnTo>
                    <a:pt x="511974" y="4957928"/>
                  </a:lnTo>
                  <a:lnTo>
                    <a:pt x="511974" y="4957497"/>
                  </a:lnTo>
                  <a:lnTo>
                    <a:pt x="512092" y="4957497"/>
                  </a:lnTo>
                  <a:lnTo>
                    <a:pt x="512210" y="4957497"/>
                  </a:lnTo>
                  <a:lnTo>
                    <a:pt x="512327" y="4957497"/>
                  </a:lnTo>
                  <a:lnTo>
                    <a:pt x="512445" y="4957497"/>
                  </a:lnTo>
                  <a:lnTo>
                    <a:pt x="512445" y="4957067"/>
                  </a:lnTo>
                  <a:lnTo>
                    <a:pt x="512562" y="4957067"/>
                  </a:lnTo>
                  <a:lnTo>
                    <a:pt x="512562" y="4956636"/>
                  </a:lnTo>
                  <a:lnTo>
                    <a:pt x="512680" y="4956636"/>
                  </a:lnTo>
                  <a:lnTo>
                    <a:pt x="512680" y="4956206"/>
                  </a:lnTo>
                  <a:lnTo>
                    <a:pt x="512680" y="4955775"/>
                  </a:lnTo>
                  <a:lnTo>
                    <a:pt x="512680" y="4955344"/>
                  </a:lnTo>
                  <a:lnTo>
                    <a:pt x="512680" y="4954914"/>
                  </a:lnTo>
                  <a:lnTo>
                    <a:pt x="512798" y="4954914"/>
                  </a:lnTo>
                  <a:lnTo>
                    <a:pt x="512798" y="4954483"/>
                  </a:lnTo>
                  <a:lnTo>
                    <a:pt x="512798" y="4954053"/>
                  </a:lnTo>
                  <a:lnTo>
                    <a:pt x="512915" y="4954053"/>
                  </a:lnTo>
                  <a:lnTo>
                    <a:pt x="513033" y="4954053"/>
                  </a:lnTo>
                  <a:lnTo>
                    <a:pt x="513151" y="4954053"/>
                  </a:lnTo>
                  <a:lnTo>
                    <a:pt x="513268" y="4954053"/>
                  </a:lnTo>
                  <a:lnTo>
                    <a:pt x="513268" y="4953622"/>
                  </a:lnTo>
                  <a:lnTo>
                    <a:pt x="513386" y="4953622"/>
                  </a:lnTo>
                  <a:lnTo>
                    <a:pt x="513386" y="4953191"/>
                  </a:lnTo>
                  <a:lnTo>
                    <a:pt x="513503" y="4953191"/>
                  </a:lnTo>
                  <a:lnTo>
                    <a:pt x="513503" y="4952761"/>
                  </a:lnTo>
                  <a:lnTo>
                    <a:pt x="513503" y="4952330"/>
                  </a:lnTo>
                  <a:lnTo>
                    <a:pt x="513621" y="4952330"/>
                  </a:lnTo>
                  <a:lnTo>
                    <a:pt x="513621" y="4951900"/>
                  </a:lnTo>
                  <a:lnTo>
                    <a:pt x="513739" y="4951900"/>
                  </a:lnTo>
                  <a:lnTo>
                    <a:pt x="513739" y="4951469"/>
                  </a:lnTo>
                  <a:lnTo>
                    <a:pt x="513856" y="4951469"/>
                  </a:lnTo>
                  <a:lnTo>
                    <a:pt x="513974" y="4951469"/>
                  </a:lnTo>
                  <a:lnTo>
                    <a:pt x="514091" y="4951469"/>
                  </a:lnTo>
                  <a:lnTo>
                    <a:pt x="514091" y="4951038"/>
                  </a:lnTo>
                  <a:lnTo>
                    <a:pt x="514091" y="4950608"/>
                  </a:lnTo>
                  <a:lnTo>
                    <a:pt x="514091" y="4950177"/>
                  </a:lnTo>
                  <a:lnTo>
                    <a:pt x="514209" y="4950177"/>
                  </a:lnTo>
                  <a:lnTo>
                    <a:pt x="514209" y="4949747"/>
                  </a:lnTo>
                  <a:lnTo>
                    <a:pt x="514327" y="4949747"/>
                  </a:lnTo>
                  <a:lnTo>
                    <a:pt x="514444" y="4949747"/>
                  </a:lnTo>
                  <a:lnTo>
                    <a:pt x="514444" y="4949316"/>
                  </a:lnTo>
                  <a:lnTo>
                    <a:pt x="514562" y="4949316"/>
                  </a:lnTo>
                  <a:lnTo>
                    <a:pt x="514562" y="4948885"/>
                  </a:lnTo>
                  <a:lnTo>
                    <a:pt x="514680" y="4948885"/>
                  </a:lnTo>
                  <a:lnTo>
                    <a:pt x="514797" y="4948885"/>
                  </a:lnTo>
                  <a:lnTo>
                    <a:pt x="514915" y="4948885"/>
                  </a:lnTo>
                  <a:lnTo>
                    <a:pt x="515032" y="4948885"/>
                  </a:lnTo>
                  <a:lnTo>
                    <a:pt x="515150" y="4948885"/>
                  </a:lnTo>
                  <a:lnTo>
                    <a:pt x="515268" y="4948885"/>
                  </a:lnTo>
                  <a:lnTo>
                    <a:pt x="515385" y="4948885"/>
                  </a:lnTo>
                  <a:lnTo>
                    <a:pt x="515385" y="4948455"/>
                  </a:lnTo>
                  <a:lnTo>
                    <a:pt x="515503" y="4948455"/>
                  </a:lnTo>
                  <a:lnTo>
                    <a:pt x="515503" y="4948024"/>
                  </a:lnTo>
                  <a:lnTo>
                    <a:pt x="515503" y="4947594"/>
                  </a:lnTo>
                  <a:lnTo>
                    <a:pt x="515503" y="4947163"/>
                  </a:lnTo>
                  <a:lnTo>
                    <a:pt x="515620" y="4947163"/>
                  </a:lnTo>
                  <a:lnTo>
                    <a:pt x="515738" y="4947163"/>
                  </a:lnTo>
                  <a:lnTo>
                    <a:pt x="515738" y="4946732"/>
                  </a:lnTo>
                  <a:lnTo>
                    <a:pt x="515856" y="4946732"/>
                  </a:lnTo>
                  <a:lnTo>
                    <a:pt x="515856" y="4946302"/>
                  </a:lnTo>
                  <a:lnTo>
                    <a:pt x="515856" y="4945871"/>
                  </a:lnTo>
                  <a:lnTo>
                    <a:pt x="515973" y="4945871"/>
                  </a:lnTo>
                  <a:lnTo>
                    <a:pt x="516091" y="4945871"/>
                  </a:lnTo>
                  <a:lnTo>
                    <a:pt x="516209" y="4945871"/>
                  </a:lnTo>
                  <a:lnTo>
                    <a:pt x="516326" y="4945871"/>
                  </a:lnTo>
                  <a:lnTo>
                    <a:pt x="516444" y="4945871"/>
                  </a:lnTo>
                  <a:lnTo>
                    <a:pt x="516561" y="4945871"/>
                  </a:lnTo>
                  <a:lnTo>
                    <a:pt x="516679" y="4945871"/>
                  </a:lnTo>
                  <a:lnTo>
                    <a:pt x="516797" y="4945871"/>
                  </a:lnTo>
                  <a:lnTo>
                    <a:pt x="516914" y="4945871"/>
                  </a:lnTo>
                  <a:lnTo>
                    <a:pt x="517032" y="4945871"/>
                  </a:lnTo>
                  <a:lnTo>
                    <a:pt x="517149" y="4945871"/>
                  </a:lnTo>
                  <a:lnTo>
                    <a:pt x="517267" y="4945871"/>
                  </a:lnTo>
                  <a:lnTo>
                    <a:pt x="517267" y="4945441"/>
                  </a:lnTo>
                  <a:lnTo>
                    <a:pt x="517385" y="4945441"/>
                  </a:lnTo>
                  <a:lnTo>
                    <a:pt x="517502" y="4945441"/>
                  </a:lnTo>
                  <a:lnTo>
                    <a:pt x="517502" y="4945010"/>
                  </a:lnTo>
                  <a:lnTo>
                    <a:pt x="517620" y="4945010"/>
                  </a:lnTo>
                  <a:lnTo>
                    <a:pt x="517737" y="4945010"/>
                  </a:lnTo>
                  <a:lnTo>
                    <a:pt x="517737" y="4944579"/>
                  </a:lnTo>
                  <a:lnTo>
                    <a:pt x="517855" y="4944579"/>
                  </a:lnTo>
                  <a:lnTo>
                    <a:pt x="517973" y="4944579"/>
                  </a:lnTo>
                  <a:lnTo>
                    <a:pt x="518090" y="4944579"/>
                  </a:lnTo>
                  <a:lnTo>
                    <a:pt x="518208" y="4944579"/>
                  </a:lnTo>
                  <a:lnTo>
                    <a:pt x="518208" y="4944149"/>
                  </a:lnTo>
                  <a:lnTo>
                    <a:pt x="518208" y="4943718"/>
                  </a:lnTo>
                  <a:lnTo>
                    <a:pt x="518326" y="4943718"/>
                  </a:lnTo>
                  <a:lnTo>
                    <a:pt x="518326" y="4943288"/>
                  </a:lnTo>
                  <a:lnTo>
                    <a:pt x="518326" y="4942857"/>
                  </a:lnTo>
                  <a:lnTo>
                    <a:pt x="518326" y="4942426"/>
                  </a:lnTo>
                  <a:lnTo>
                    <a:pt x="518326" y="4941996"/>
                  </a:lnTo>
                  <a:lnTo>
                    <a:pt x="518443" y="4941996"/>
                  </a:lnTo>
                  <a:lnTo>
                    <a:pt x="518443" y="4941565"/>
                  </a:lnTo>
                  <a:lnTo>
                    <a:pt x="518443" y="4941135"/>
                  </a:lnTo>
                  <a:lnTo>
                    <a:pt x="518561" y="4941135"/>
                  </a:lnTo>
                  <a:lnTo>
                    <a:pt x="518678" y="4941135"/>
                  </a:lnTo>
                  <a:lnTo>
                    <a:pt x="518678" y="4940704"/>
                  </a:lnTo>
                  <a:lnTo>
                    <a:pt x="518678" y="4940273"/>
                  </a:lnTo>
                  <a:lnTo>
                    <a:pt x="518796" y="4940273"/>
                  </a:lnTo>
                  <a:lnTo>
                    <a:pt x="518796" y="4939843"/>
                  </a:lnTo>
                  <a:lnTo>
                    <a:pt x="518914" y="4939843"/>
                  </a:lnTo>
                  <a:lnTo>
                    <a:pt x="518914" y="4939412"/>
                  </a:lnTo>
                  <a:lnTo>
                    <a:pt x="518914" y="4938982"/>
                  </a:lnTo>
                  <a:lnTo>
                    <a:pt x="519031" y="4938982"/>
                  </a:lnTo>
                  <a:lnTo>
                    <a:pt x="519149" y="4938982"/>
                  </a:lnTo>
                  <a:lnTo>
                    <a:pt x="519266" y="4938982"/>
                  </a:lnTo>
                  <a:lnTo>
                    <a:pt x="519266" y="4938551"/>
                  </a:lnTo>
                  <a:lnTo>
                    <a:pt x="519384" y="4938551"/>
                  </a:lnTo>
                  <a:lnTo>
                    <a:pt x="519502" y="4938551"/>
                  </a:lnTo>
                  <a:lnTo>
                    <a:pt x="519619" y="4938551"/>
                  </a:lnTo>
                  <a:lnTo>
                    <a:pt x="519619" y="4938120"/>
                  </a:lnTo>
                  <a:lnTo>
                    <a:pt x="519619" y="4937690"/>
                  </a:lnTo>
                  <a:lnTo>
                    <a:pt x="519619" y="4937259"/>
                  </a:lnTo>
                  <a:lnTo>
                    <a:pt x="519737" y="4937259"/>
                  </a:lnTo>
                  <a:lnTo>
                    <a:pt x="519855" y="4937259"/>
                  </a:lnTo>
                  <a:lnTo>
                    <a:pt x="519972" y="4937259"/>
                  </a:lnTo>
                  <a:lnTo>
                    <a:pt x="519972" y="4936829"/>
                  </a:lnTo>
                  <a:lnTo>
                    <a:pt x="519972" y="4936398"/>
                  </a:lnTo>
                  <a:lnTo>
                    <a:pt x="519972" y="4935967"/>
                  </a:lnTo>
                  <a:lnTo>
                    <a:pt x="520090" y="4935967"/>
                  </a:lnTo>
                  <a:lnTo>
                    <a:pt x="520090" y="4935537"/>
                  </a:lnTo>
                  <a:lnTo>
                    <a:pt x="520090" y="4935106"/>
                  </a:lnTo>
                  <a:lnTo>
                    <a:pt x="520090" y="4934676"/>
                  </a:lnTo>
                  <a:lnTo>
                    <a:pt x="520090" y="4934245"/>
                  </a:lnTo>
                  <a:lnTo>
                    <a:pt x="520090" y="4933814"/>
                  </a:lnTo>
                  <a:lnTo>
                    <a:pt x="520207" y="4933814"/>
                  </a:lnTo>
                  <a:lnTo>
                    <a:pt x="520325" y="4933814"/>
                  </a:lnTo>
                  <a:lnTo>
                    <a:pt x="520443" y="4933814"/>
                  </a:lnTo>
                  <a:lnTo>
                    <a:pt x="520560" y="4933814"/>
                  </a:lnTo>
                  <a:lnTo>
                    <a:pt x="520678" y="4933814"/>
                  </a:lnTo>
                  <a:lnTo>
                    <a:pt x="520678" y="4933384"/>
                  </a:lnTo>
                  <a:lnTo>
                    <a:pt x="520795" y="4933384"/>
                  </a:lnTo>
                  <a:lnTo>
                    <a:pt x="520913" y="4933384"/>
                  </a:lnTo>
                  <a:lnTo>
                    <a:pt x="521031" y="4933384"/>
                  </a:lnTo>
                  <a:lnTo>
                    <a:pt x="521031" y="4932953"/>
                  </a:lnTo>
                  <a:lnTo>
                    <a:pt x="521148" y="4932953"/>
                  </a:lnTo>
                  <a:lnTo>
                    <a:pt x="521266" y="4932953"/>
                  </a:lnTo>
                  <a:lnTo>
                    <a:pt x="521266" y="4932523"/>
                  </a:lnTo>
                  <a:lnTo>
                    <a:pt x="521384" y="4932523"/>
                  </a:lnTo>
                  <a:lnTo>
                    <a:pt x="521501" y="4932523"/>
                  </a:lnTo>
                  <a:lnTo>
                    <a:pt x="521501" y="4932092"/>
                  </a:lnTo>
                  <a:lnTo>
                    <a:pt x="521619" y="4932092"/>
                  </a:lnTo>
                  <a:lnTo>
                    <a:pt x="521736" y="4932092"/>
                  </a:lnTo>
                  <a:lnTo>
                    <a:pt x="521736" y="4931661"/>
                  </a:lnTo>
                  <a:lnTo>
                    <a:pt x="521854" y="4931661"/>
                  </a:lnTo>
                  <a:lnTo>
                    <a:pt x="521854" y="4931231"/>
                  </a:lnTo>
                  <a:lnTo>
                    <a:pt x="521972" y="4931231"/>
                  </a:lnTo>
                  <a:lnTo>
                    <a:pt x="521972" y="4930800"/>
                  </a:lnTo>
                  <a:lnTo>
                    <a:pt x="521972" y="4930370"/>
                  </a:lnTo>
                  <a:lnTo>
                    <a:pt x="522089" y="4930370"/>
                  </a:lnTo>
                  <a:lnTo>
                    <a:pt x="522207" y="4930370"/>
                  </a:lnTo>
                  <a:lnTo>
                    <a:pt x="522324" y="4930370"/>
                  </a:lnTo>
                  <a:lnTo>
                    <a:pt x="522324" y="4929939"/>
                  </a:lnTo>
                  <a:lnTo>
                    <a:pt x="522442" y="4929939"/>
                  </a:lnTo>
                  <a:lnTo>
                    <a:pt x="522442" y="4929508"/>
                  </a:lnTo>
                  <a:lnTo>
                    <a:pt x="522560" y="4929508"/>
                  </a:lnTo>
                  <a:lnTo>
                    <a:pt x="522560" y="4929078"/>
                  </a:lnTo>
                  <a:lnTo>
                    <a:pt x="522677" y="4929078"/>
                  </a:lnTo>
                  <a:lnTo>
                    <a:pt x="522795" y="4929078"/>
                  </a:lnTo>
                  <a:lnTo>
                    <a:pt x="522795" y="4928647"/>
                  </a:lnTo>
                  <a:lnTo>
                    <a:pt x="522913" y="4928647"/>
                  </a:lnTo>
                  <a:lnTo>
                    <a:pt x="522913" y="4928217"/>
                  </a:lnTo>
                  <a:lnTo>
                    <a:pt x="523030" y="4928217"/>
                  </a:lnTo>
                  <a:lnTo>
                    <a:pt x="523148" y="4928217"/>
                  </a:lnTo>
                  <a:lnTo>
                    <a:pt x="523265" y="4928217"/>
                  </a:lnTo>
                  <a:lnTo>
                    <a:pt x="523383" y="4928217"/>
                  </a:lnTo>
                  <a:lnTo>
                    <a:pt x="523383" y="4927786"/>
                  </a:lnTo>
                  <a:lnTo>
                    <a:pt x="523383" y="4927355"/>
                  </a:lnTo>
                  <a:lnTo>
                    <a:pt x="523501" y="4927355"/>
                  </a:lnTo>
                  <a:lnTo>
                    <a:pt x="523501" y="4926925"/>
                  </a:lnTo>
                  <a:lnTo>
                    <a:pt x="523501" y="4926494"/>
                  </a:lnTo>
                  <a:lnTo>
                    <a:pt x="523618" y="4926494"/>
                  </a:lnTo>
                  <a:lnTo>
                    <a:pt x="523618" y="4926064"/>
                  </a:lnTo>
                  <a:lnTo>
                    <a:pt x="523618" y="4925633"/>
                  </a:lnTo>
                  <a:lnTo>
                    <a:pt x="523618" y="4925202"/>
                  </a:lnTo>
                  <a:lnTo>
                    <a:pt x="523736" y="4925202"/>
                  </a:lnTo>
                  <a:lnTo>
                    <a:pt x="523736" y="4924772"/>
                  </a:lnTo>
                  <a:lnTo>
                    <a:pt x="523736" y="4924341"/>
                  </a:lnTo>
                  <a:lnTo>
                    <a:pt x="523736" y="4923911"/>
                  </a:lnTo>
                  <a:lnTo>
                    <a:pt x="523853" y="4923911"/>
                  </a:lnTo>
                  <a:lnTo>
                    <a:pt x="523971" y="4923911"/>
                  </a:lnTo>
                  <a:lnTo>
                    <a:pt x="523971" y="4923480"/>
                  </a:lnTo>
                  <a:lnTo>
                    <a:pt x="523971" y="4923049"/>
                  </a:lnTo>
                  <a:lnTo>
                    <a:pt x="523971" y="4922619"/>
                  </a:lnTo>
                  <a:lnTo>
                    <a:pt x="523971" y="4922188"/>
                  </a:lnTo>
                  <a:lnTo>
                    <a:pt x="524089" y="4922188"/>
                  </a:lnTo>
                  <a:lnTo>
                    <a:pt x="524206" y="4922188"/>
                  </a:lnTo>
                  <a:lnTo>
                    <a:pt x="524206" y="4921758"/>
                  </a:lnTo>
                  <a:lnTo>
                    <a:pt x="524324" y="4921758"/>
                  </a:lnTo>
                  <a:lnTo>
                    <a:pt x="524442" y="4921758"/>
                  </a:lnTo>
                  <a:lnTo>
                    <a:pt x="524442" y="4921327"/>
                  </a:lnTo>
                  <a:lnTo>
                    <a:pt x="524559" y="4921327"/>
                  </a:lnTo>
                  <a:lnTo>
                    <a:pt x="524677" y="4921327"/>
                  </a:lnTo>
                  <a:lnTo>
                    <a:pt x="524794" y="4921327"/>
                  </a:lnTo>
                  <a:lnTo>
                    <a:pt x="524794" y="4920896"/>
                  </a:lnTo>
                  <a:lnTo>
                    <a:pt x="524794" y="4920466"/>
                  </a:lnTo>
                  <a:lnTo>
                    <a:pt x="524912" y="4920466"/>
                  </a:lnTo>
                  <a:lnTo>
                    <a:pt x="525030" y="4920466"/>
                  </a:lnTo>
                  <a:lnTo>
                    <a:pt x="525147" y="4920466"/>
                  </a:lnTo>
                  <a:lnTo>
                    <a:pt x="525147" y="4920035"/>
                  </a:lnTo>
                  <a:lnTo>
                    <a:pt x="525265" y="4920035"/>
                  </a:lnTo>
                  <a:lnTo>
                    <a:pt x="525382" y="4920035"/>
                  </a:lnTo>
                  <a:lnTo>
                    <a:pt x="525382" y="4919605"/>
                  </a:lnTo>
                  <a:lnTo>
                    <a:pt x="525382" y="4919174"/>
                  </a:lnTo>
                  <a:lnTo>
                    <a:pt x="525500" y="4919174"/>
                  </a:lnTo>
                  <a:lnTo>
                    <a:pt x="525500" y="4918743"/>
                  </a:lnTo>
                  <a:lnTo>
                    <a:pt x="525618" y="4918743"/>
                  </a:lnTo>
                  <a:lnTo>
                    <a:pt x="525618" y="4918313"/>
                  </a:lnTo>
                  <a:lnTo>
                    <a:pt x="525735" y="4918313"/>
                  </a:lnTo>
                  <a:lnTo>
                    <a:pt x="525853" y="4918313"/>
                  </a:lnTo>
                  <a:lnTo>
                    <a:pt x="525853" y="4917882"/>
                  </a:lnTo>
                  <a:lnTo>
                    <a:pt x="525970" y="4917882"/>
                  </a:lnTo>
                  <a:lnTo>
                    <a:pt x="525970" y="4917452"/>
                  </a:lnTo>
                  <a:lnTo>
                    <a:pt x="526088" y="4917452"/>
                  </a:lnTo>
                  <a:lnTo>
                    <a:pt x="526206" y="4917452"/>
                  </a:lnTo>
                  <a:lnTo>
                    <a:pt x="526323" y="4917452"/>
                  </a:lnTo>
                  <a:lnTo>
                    <a:pt x="526441" y="4917452"/>
                  </a:lnTo>
                  <a:lnTo>
                    <a:pt x="526441" y="4917021"/>
                  </a:lnTo>
                  <a:lnTo>
                    <a:pt x="526559" y="4917021"/>
                  </a:lnTo>
                  <a:lnTo>
                    <a:pt x="526676" y="4917021"/>
                  </a:lnTo>
                  <a:lnTo>
                    <a:pt x="526794" y="4917021"/>
                  </a:lnTo>
                  <a:lnTo>
                    <a:pt x="526911" y="4917021"/>
                  </a:lnTo>
                  <a:lnTo>
                    <a:pt x="527029" y="4917021"/>
                  </a:lnTo>
                  <a:lnTo>
                    <a:pt x="527029" y="4916590"/>
                  </a:lnTo>
                  <a:lnTo>
                    <a:pt x="527147" y="4916590"/>
                  </a:lnTo>
                  <a:lnTo>
                    <a:pt x="527264" y="4916590"/>
                  </a:lnTo>
                  <a:lnTo>
                    <a:pt x="527382" y="4916590"/>
                  </a:lnTo>
                  <a:lnTo>
                    <a:pt x="527382" y="4916160"/>
                  </a:lnTo>
                  <a:lnTo>
                    <a:pt x="527499" y="4916160"/>
                  </a:lnTo>
                  <a:lnTo>
                    <a:pt x="527617" y="4916160"/>
                  </a:lnTo>
                  <a:lnTo>
                    <a:pt x="527735" y="4916160"/>
                  </a:lnTo>
                  <a:lnTo>
                    <a:pt x="527735" y="4915729"/>
                  </a:lnTo>
                  <a:lnTo>
                    <a:pt x="527852" y="4915729"/>
                  </a:lnTo>
                  <a:lnTo>
                    <a:pt x="527970" y="4915729"/>
                  </a:lnTo>
                  <a:lnTo>
                    <a:pt x="528088" y="4915729"/>
                  </a:lnTo>
                  <a:lnTo>
                    <a:pt x="528205" y="4915729"/>
                  </a:lnTo>
                  <a:lnTo>
                    <a:pt x="528323" y="4915729"/>
                  </a:lnTo>
                  <a:lnTo>
                    <a:pt x="528440" y="4915729"/>
                  </a:lnTo>
                  <a:lnTo>
                    <a:pt x="528558" y="4915729"/>
                  </a:lnTo>
                  <a:lnTo>
                    <a:pt x="528676" y="4915729"/>
                  </a:lnTo>
                  <a:lnTo>
                    <a:pt x="528793" y="4915729"/>
                  </a:lnTo>
                  <a:lnTo>
                    <a:pt x="528793" y="4915299"/>
                  </a:lnTo>
                  <a:lnTo>
                    <a:pt x="528793" y="4914868"/>
                  </a:lnTo>
                  <a:lnTo>
                    <a:pt x="528911" y="4914868"/>
                  </a:lnTo>
                  <a:lnTo>
                    <a:pt x="528911" y="4914437"/>
                  </a:lnTo>
                  <a:lnTo>
                    <a:pt x="529028" y="4914437"/>
                  </a:lnTo>
                  <a:lnTo>
                    <a:pt x="529146" y="4914437"/>
                  </a:lnTo>
                  <a:lnTo>
                    <a:pt x="529264" y="4914437"/>
                  </a:lnTo>
                  <a:lnTo>
                    <a:pt x="529264" y="4914007"/>
                  </a:lnTo>
                  <a:lnTo>
                    <a:pt x="529381" y="4914007"/>
                  </a:lnTo>
                  <a:lnTo>
                    <a:pt x="529381" y="4913576"/>
                  </a:lnTo>
                  <a:lnTo>
                    <a:pt x="529381" y="4913146"/>
                  </a:lnTo>
                  <a:lnTo>
                    <a:pt x="529381" y="4912715"/>
                  </a:lnTo>
                  <a:lnTo>
                    <a:pt x="529499" y="4912715"/>
                  </a:lnTo>
                  <a:lnTo>
                    <a:pt x="529617" y="4912715"/>
                  </a:lnTo>
                  <a:lnTo>
                    <a:pt x="529734" y="4912715"/>
                  </a:lnTo>
                  <a:lnTo>
                    <a:pt x="529852" y="4912715"/>
                  </a:lnTo>
                  <a:lnTo>
                    <a:pt x="529969" y="4912715"/>
                  </a:lnTo>
                  <a:lnTo>
                    <a:pt x="530087" y="4912715"/>
                  </a:lnTo>
                  <a:lnTo>
                    <a:pt x="530205" y="4912715"/>
                  </a:lnTo>
                  <a:lnTo>
                    <a:pt x="530322" y="4912715"/>
                  </a:lnTo>
                  <a:lnTo>
                    <a:pt x="530322" y="4912284"/>
                  </a:lnTo>
                  <a:lnTo>
                    <a:pt x="530440" y="4912284"/>
                  </a:lnTo>
                  <a:lnTo>
                    <a:pt x="530557" y="4912284"/>
                  </a:lnTo>
                  <a:lnTo>
                    <a:pt x="530675" y="4912284"/>
                  </a:lnTo>
                  <a:lnTo>
                    <a:pt x="530793" y="4912284"/>
                  </a:lnTo>
                  <a:lnTo>
                    <a:pt x="530793" y="4911854"/>
                  </a:lnTo>
                  <a:lnTo>
                    <a:pt x="530793" y="4911423"/>
                  </a:lnTo>
                  <a:lnTo>
                    <a:pt x="530910" y="4911423"/>
                  </a:lnTo>
                  <a:lnTo>
                    <a:pt x="531028" y="4911423"/>
                  </a:lnTo>
                  <a:lnTo>
                    <a:pt x="531146" y="4911423"/>
                  </a:lnTo>
                  <a:lnTo>
                    <a:pt x="531263" y="4911423"/>
                  </a:lnTo>
                  <a:lnTo>
                    <a:pt x="531263" y="4910993"/>
                  </a:lnTo>
                  <a:lnTo>
                    <a:pt x="531381" y="4910993"/>
                  </a:lnTo>
                  <a:lnTo>
                    <a:pt x="531498" y="4910993"/>
                  </a:lnTo>
                  <a:lnTo>
                    <a:pt x="531616" y="4910993"/>
                  </a:lnTo>
                  <a:lnTo>
                    <a:pt x="531616" y="4910562"/>
                  </a:lnTo>
                  <a:lnTo>
                    <a:pt x="531734" y="4910562"/>
                  </a:lnTo>
                  <a:lnTo>
                    <a:pt x="531851" y="4910562"/>
                  </a:lnTo>
                  <a:lnTo>
                    <a:pt x="531969" y="4910562"/>
                  </a:lnTo>
                  <a:lnTo>
                    <a:pt x="531969" y="4910131"/>
                  </a:lnTo>
                  <a:lnTo>
                    <a:pt x="531969" y="4909701"/>
                  </a:lnTo>
                  <a:lnTo>
                    <a:pt x="532086" y="4909701"/>
                  </a:lnTo>
                  <a:lnTo>
                    <a:pt x="532204" y="4909701"/>
                  </a:lnTo>
                  <a:lnTo>
                    <a:pt x="532322" y="4909701"/>
                  </a:lnTo>
                  <a:lnTo>
                    <a:pt x="532322" y="4909270"/>
                  </a:lnTo>
                  <a:lnTo>
                    <a:pt x="532439" y="4909270"/>
                  </a:lnTo>
                  <a:lnTo>
                    <a:pt x="532557" y="4909270"/>
                  </a:lnTo>
                  <a:lnTo>
                    <a:pt x="532557" y="4908840"/>
                  </a:lnTo>
                  <a:lnTo>
                    <a:pt x="532675" y="4908840"/>
                  </a:lnTo>
                  <a:lnTo>
                    <a:pt x="532792" y="4908840"/>
                  </a:lnTo>
                  <a:lnTo>
                    <a:pt x="532910" y="4908840"/>
                  </a:lnTo>
                  <a:lnTo>
                    <a:pt x="532910" y="4908409"/>
                  </a:lnTo>
                  <a:lnTo>
                    <a:pt x="533027" y="4908409"/>
                  </a:lnTo>
                  <a:lnTo>
                    <a:pt x="533145" y="4908409"/>
                  </a:lnTo>
                  <a:lnTo>
                    <a:pt x="533263" y="4908409"/>
                  </a:lnTo>
                  <a:lnTo>
                    <a:pt x="533380" y="4908409"/>
                  </a:lnTo>
                  <a:lnTo>
                    <a:pt x="533498" y="4908409"/>
                  </a:lnTo>
                  <a:lnTo>
                    <a:pt x="533498" y="4907978"/>
                  </a:lnTo>
                  <a:lnTo>
                    <a:pt x="533615" y="4907978"/>
                  </a:lnTo>
                  <a:lnTo>
                    <a:pt x="533733" y="4907978"/>
                  </a:lnTo>
                  <a:lnTo>
                    <a:pt x="533851" y="4907978"/>
                  </a:lnTo>
                  <a:lnTo>
                    <a:pt x="533968" y="4907978"/>
                  </a:lnTo>
                  <a:lnTo>
                    <a:pt x="534086" y="4907978"/>
                  </a:lnTo>
                  <a:lnTo>
                    <a:pt x="534086" y="4907548"/>
                  </a:lnTo>
                  <a:lnTo>
                    <a:pt x="534203" y="4907548"/>
                  </a:lnTo>
                  <a:lnTo>
                    <a:pt x="534321" y="4907548"/>
                  </a:lnTo>
                  <a:lnTo>
                    <a:pt x="534439" y="4907548"/>
                  </a:lnTo>
                  <a:lnTo>
                    <a:pt x="534556" y="4907548"/>
                  </a:lnTo>
                  <a:lnTo>
                    <a:pt x="534556" y="4907117"/>
                  </a:lnTo>
                  <a:lnTo>
                    <a:pt x="534674" y="4907117"/>
                  </a:lnTo>
                  <a:lnTo>
                    <a:pt x="534792" y="4907117"/>
                  </a:lnTo>
                  <a:lnTo>
                    <a:pt x="534909" y="4907117"/>
                  </a:lnTo>
                  <a:lnTo>
                    <a:pt x="535027" y="4907117"/>
                  </a:lnTo>
                  <a:lnTo>
                    <a:pt x="535144" y="4907117"/>
                  </a:lnTo>
                  <a:lnTo>
                    <a:pt x="535262" y="4907117"/>
                  </a:lnTo>
                  <a:lnTo>
                    <a:pt x="535380" y="4907117"/>
                  </a:lnTo>
                  <a:lnTo>
                    <a:pt x="535497" y="4907117"/>
                  </a:lnTo>
                  <a:lnTo>
                    <a:pt x="535615" y="4907117"/>
                  </a:lnTo>
                  <a:lnTo>
                    <a:pt x="535732" y="4907117"/>
                  </a:lnTo>
                  <a:lnTo>
                    <a:pt x="535732" y="4906687"/>
                  </a:lnTo>
                  <a:lnTo>
                    <a:pt x="535850" y="4906687"/>
                  </a:lnTo>
                  <a:lnTo>
                    <a:pt x="535968" y="4906687"/>
                  </a:lnTo>
                  <a:lnTo>
                    <a:pt x="536085" y="4906687"/>
                  </a:lnTo>
                  <a:lnTo>
                    <a:pt x="536203" y="4906687"/>
                  </a:lnTo>
                  <a:lnTo>
                    <a:pt x="536321" y="4906687"/>
                  </a:lnTo>
                  <a:lnTo>
                    <a:pt x="536438" y="4906687"/>
                  </a:lnTo>
                  <a:lnTo>
                    <a:pt x="536556" y="4906687"/>
                  </a:lnTo>
                  <a:lnTo>
                    <a:pt x="536556" y="4906256"/>
                  </a:lnTo>
                  <a:lnTo>
                    <a:pt x="536673" y="4906256"/>
                  </a:lnTo>
                  <a:lnTo>
                    <a:pt x="536791" y="4906256"/>
                  </a:lnTo>
                  <a:lnTo>
                    <a:pt x="536909" y="4906256"/>
                  </a:lnTo>
                  <a:lnTo>
                    <a:pt x="537026" y="4906256"/>
                  </a:lnTo>
                  <a:lnTo>
                    <a:pt x="537026" y="4905825"/>
                  </a:lnTo>
                  <a:lnTo>
                    <a:pt x="537144" y="4905825"/>
                  </a:lnTo>
                  <a:lnTo>
                    <a:pt x="537144" y="4905395"/>
                  </a:lnTo>
                  <a:lnTo>
                    <a:pt x="537144" y="4904964"/>
                  </a:lnTo>
                  <a:lnTo>
                    <a:pt x="537261" y="4904964"/>
                  </a:lnTo>
                  <a:lnTo>
                    <a:pt x="537261" y="4904534"/>
                  </a:lnTo>
                  <a:lnTo>
                    <a:pt x="537379" y="4904534"/>
                  </a:lnTo>
                  <a:lnTo>
                    <a:pt x="537497" y="4904534"/>
                  </a:lnTo>
                  <a:lnTo>
                    <a:pt x="537614" y="4904534"/>
                  </a:lnTo>
                  <a:lnTo>
                    <a:pt x="537614" y="4904103"/>
                  </a:lnTo>
                  <a:lnTo>
                    <a:pt x="537732" y="4904103"/>
                  </a:lnTo>
                  <a:lnTo>
                    <a:pt x="537732" y="4903672"/>
                  </a:lnTo>
                  <a:lnTo>
                    <a:pt x="537850" y="4903672"/>
                  </a:lnTo>
                  <a:lnTo>
                    <a:pt x="537967" y="4903672"/>
                  </a:lnTo>
                  <a:lnTo>
                    <a:pt x="537967" y="4903242"/>
                  </a:lnTo>
                  <a:lnTo>
                    <a:pt x="538085" y="4903242"/>
                  </a:lnTo>
                  <a:lnTo>
                    <a:pt x="538202" y="4903242"/>
                  </a:lnTo>
                  <a:lnTo>
                    <a:pt x="538202" y="4902811"/>
                  </a:lnTo>
                  <a:lnTo>
                    <a:pt x="538202" y="4902381"/>
                  </a:lnTo>
                  <a:lnTo>
                    <a:pt x="538202" y="4901950"/>
                  </a:lnTo>
                  <a:lnTo>
                    <a:pt x="538202" y="4901519"/>
                  </a:lnTo>
                  <a:lnTo>
                    <a:pt x="538202" y="4901089"/>
                  </a:lnTo>
                  <a:lnTo>
                    <a:pt x="538320" y="4901089"/>
                  </a:lnTo>
                  <a:lnTo>
                    <a:pt x="538438" y="4901089"/>
                  </a:lnTo>
                  <a:lnTo>
                    <a:pt x="538438" y="4900658"/>
                  </a:lnTo>
                  <a:lnTo>
                    <a:pt x="538438" y="4900228"/>
                  </a:lnTo>
                  <a:lnTo>
                    <a:pt x="538555" y="4900228"/>
                  </a:lnTo>
                  <a:lnTo>
                    <a:pt x="538555" y="4899797"/>
                  </a:lnTo>
                  <a:lnTo>
                    <a:pt x="538673" y="4899797"/>
                  </a:lnTo>
                  <a:lnTo>
                    <a:pt x="538673" y="4899366"/>
                  </a:lnTo>
                  <a:lnTo>
                    <a:pt x="538790" y="4899366"/>
                  </a:lnTo>
                  <a:lnTo>
                    <a:pt x="538790" y="4898936"/>
                  </a:lnTo>
                  <a:lnTo>
                    <a:pt x="538908" y="4898936"/>
                  </a:lnTo>
                  <a:lnTo>
                    <a:pt x="539026" y="4898936"/>
                  </a:lnTo>
                  <a:lnTo>
                    <a:pt x="539143" y="4898936"/>
                  </a:lnTo>
                  <a:lnTo>
                    <a:pt x="539261" y="4898936"/>
                  </a:lnTo>
                  <a:lnTo>
                    <a:pt x="539379" y="4898936"/>
                  </a:lnTo>
                  <a:lnTo>
                    <a:pt x="539379" y="4898505"/>
                  </a:lnTo>
                  <a:lnTo>
                    <a:pt x="539379" y="4898075"/>
                  </a:lnTo>
                  <a:lnTo>
                    <a:pt x="539379" y="4897644"/>
                  </a:lnTo>
                  <a:lnTo>
                    <a:pt x="539379" y="4897213"/>
                  </a:lnTo>
                  <a:lnTo>
                    <a:pt x="539379" y="4896783"/>
                  </a:lnTo>
                  <a:lnTo>
                    <a:pt x="539379" y="4896352"/>
                  </a:lnTo>
                  <a:lnTo>
                    <a:pt x="539496" y="4896352"/>
                  </a:lnTo>
                  <a:lnTo>
                    <a:pt x="539496" y="4895922"/>
                  </a:lnTo>
                  <a:lnTo>
                    <a:pt x="539614" y="4895922"/>
                  </a:lnTo>
                  <a:lnTo>
                    <a:pt x="539731" y="4895922"/>
                  </a:lnTo>
                  <a:lnTo>
                    <a:pt x="539731" y="4895491"/>
                  </a:lnTo>
                  <a:lnTo>
                    <a:pt x="539849" y="4895491"/>
                  </a:lnTo>
                  <a:lnTo>
                    <a:pt x="539967" y="4895491"/>
                  </a:lnTo>
                  <a:lnTo>
                    <a:pt x="540084" y="4895491"/>
                  </a:lnTo>
                  <a:lnTo>
                    <a:pt x="540084" y="4895060"/>
                  </a:lnTo>
                  <a:lnTo>
                    <a:pt x="540084" y="4894630"/>
                  </a:lnTo>
                  <a:lnTo>
                    <a:pt x="540202" y="4894630"/>
                  </a:lnTo>
                  <a:lnTo>
                    <a:pt x="540202" y="4894199"/>
                  </a:lnTo>
                  <a:lnTo>
                    <a:pt x="540319" y="4894199"/>
                  </a:lnTo>
                  <a:lnTo>
                    <a:pt x="540319" y="4893769"/>
                  </a:lnTo>
                  <a:lnTo>
                    <a:pt x="540437" y="4893769"/>
                  </a:lnTo>
                  <a:lnTo>
                    <a:pt x="540555" y="4893769"/>
                  </a:lnTo>
                  <a:lnTo>
                    <a:pt x="540555" y="4893338"/>
                  </a:lnTo>
                  <a:lnTo>
                    <a:pt x="540555" y="4892907"/>
                  </a:lnTo>
                  <a:lnTo>
                    <a:pt x="540672" y="4892907"/>
                  </a:lnTo>
                  <a:lnTo>
                    <a:pt x="540790" y="4892907"/>
                  </a:lnTo>
                  <a:lnTo>
                    <a:pt x="540908" y="4892907"/>
                  </a:lnTo>
                  <a:lnTo>
                    <a:pt x="540908" y="4892477"/>
                  </a:lnTo>
                  <a:lnTo>
                    <a:pt x="541025" y="4892477"/>
                  </a:lnTo>
                  <a:lnTo>
                    <a:pt x="541143" y="4892477"/>
                  </a:lnTo>
                  <a:lnTo>
                    <a:pt x="541143" y="4892046"/>
                  </a:lnTo>
                  <a:lnTo>
                    <a:pt x="541260" y="4892046"/>
                  </a:lnTo>
                  <a:lnTo>
                    <a:pt x="541378" y="4892046"/>
                  </a:lnTo>
                  <a:lnTo>
                    <a:pt x="541496" y="4892046"/>
                  </a:lnTo>
                  <a:lnTo>
                    <a:pt x="541496" y="4891616"/>
                  </a:lnTo>
                  <a:lnTo>
                    <a:pt x="541496" y="4891185"/>
                  </a:lnTo>
                  <a:lnTo>
                    <a:pt x="541496" y="4890754"/>
                  </a:lnTo>
                  <a:lnTo>
                    <a:pt x="541496" y="4890324"/>
                  </a:lnTo>
                  <a:lnTo>
                    <a:pt x="541496" y="4889893"/>
                  </a:lnTo>
                  <a:lnTo>
                    <a:pt x="541613" y="4889893"/>
                  </a:lnTo>
                  <a:lnTo>
                    <a:pt x="541613" y="4889463"/>
                  </a:lnTo>
                  <a:lnTo>
                    <a:pt x="541731" y="4889463"/>
                  </a:lnTo>
                  <a:lnTo>
                    <a:pt x="541848" y="4889463"/>
                  </a:lnTo>
                  <a:lnTo>
                    <a:pt x="541966" y="4889463"/>
                  </a:lnTo>
                  <a:lnTo>
                    <a:pt x="542084" y="4889463"/>
                  </a:lnTo>
                  <a:lnTo>
                    <a:pt x="542201" y="4889463"/>
                  </a:lnTo>
                  <a:lnTo>
                    <a:pt x="542319" y="4889463"/>
                  </a:lnTo>
                  <a:lnTo>
                    <a:pt x="542436" y="4889463"/>
                  </a:lnTo>
                  <a:lnTo>
                    <a:pt x="542554" y="4889463"/>
                  </a:lnTo>
                  <a:lnTo>
                    <a:pt x="542672" y="4889463"/>
                  </a:lnTo>
                  <a:lnTo>
                    <a:pt x="542672" y="4889032"/>
                  </a:lnTo>
                  <a:lnTo>
                    <a:pt x="542789" y="4889032"/>
                  </a:lnTo>
                  <a:lnTo>
                    <a:pt x="542789" y="4888601"/>
                  </a:lnTo>
                  <a:lnTo>
                    <a:pt x="542907" y="4888601"/>
                  </a:lnTo>
                  <a:lnTo>
                    <a:pt x="543025" y="4888601"/>
                  </a:lnTo>
                  <a:lnTo>
                    <a:pt x="543142" y="4888601"/>
                  </a:lnTo>
                  <a:lnTo>
                    <a:pt x="543142" y="4888171"/>
                  </a:lnTo>
                  <a:lnTo>
                    <a:pt x="543260" y="4888171"/>
                  </a:lnTo>
                  <a:lnTo>
                    <a:pt x="543260" y="4887740"/>
                  </a:lnTo>
                  <a:lnTo>
                    <a:pt x="543377" y="4887740"/>
                  </a:lnTo>
                  <a:lnTo>
                    <a:pt x="543495" y="4887740"/>
                  </a:lnTo>
                  <a:lnTo>
                    <a:pt x="543613" y="4887740"/>
                  </a:lnTo>
                  <a:lnTo>
                    <a:pt x="543730" y="4887740"/>
                  </a:lnTo>
                  <a:lnTo>
                    <a:pt x="543848" y="4887740"/>
                  </a:lnTo>
                  <a:lnTo>
                    <a:pt x="543965" y="4887740"/>
                  </a:lnTo>
                  <a:lnTo>
                    <a:pt x="544083" y="4887740"/>
                  </a:lnTo>
                  <a:lnTo>
                    <a:pt x="544201" y="4887740"/>
                  </a:lnTo>
                  <a:lnTo>
                    <a:pt x="544318" y="4887740"/>
                  </a:lnTo>
                  <a:lnTo>
                    <a:pt x="544436" y="4887740"/>
                  </a:lnTo>
                  <a:lnTo>
                    <a:pt x="544436" y="4887310"/>
                  </a:lnTo>
                  <a:lnTo>
                    <a:pt x="544554" y="4887310"/>
                  </a:lnTo>
                  <a:lnTo>
                    <a:pt x="544671" y="4887310"/>
                  </a:lnTo>
                  <a:lnTo>
                    <a:pt x="544671" y="4886879"/>
                  </a:lnTo>
                  <a:lnTo>
                    <a:pt x="544671" y="4886448"/>
                  </a:lnTo>
                  <a:lnTo>
                    <a:pt x="544671" y="4886018"/>
                  </a:lnTo>
                  <a:lnTo>
                    <a:pt x="544789" y="4886018"/>
                  </a:lnTo>
                  <a:lnTo>
                    <a:pt x="544906" y="4886018"/>
                  </a:lnTo>
                  <a:lnTo>
                    <a:pt x="544906" y="4885587"/>
                  </a:lnTo>
                  <a:lnTo>
                    <a:pt x="545024" y="4885587"/>
                  </a:lnTo>
                  <a:lnTo>
                    <a:pt x="545024" y="4885157"/>
                  </a:lnTo>
                  <a:lnTo>
                    <a:pt x="545024" y="4884726"/>
                  </a:lnTo>
                  <a:lnTo>
                    <a:pt x="545142" y="4884726"/>
                  </a:lnTo>
                  <a:lnTo>
                    <a:pt x="545142" y="4884295"/>
                  </a:lnTo>
                  <a:lnTo>
                    <a:pt x="545259" y="4884295"/>
                  </a:lnTo>
                  <a:lnTo>
                    <a:pt x="545377" y="4884295"/>
                  </a:lnTo>
                  <a:lnTo>
                    <a:pt x="545494" y="4884295"/>
                  </a:lnTo>
                  <a:lnTo>
                    <a:pt x="545612" y="4884295"/>
                  </a:lnTo>
                  <a:lnTo>
                    <a:pt x="545730" y="4884295"/>
                  </a:lnTo>
                  <a:lnTo>
                    <a:pt x="545847" y="4884295"/>
                  </a:lnTo>
                  <a:lnTo>
                    <a:pt x="545847" y="4883865"/>
                  </a:lnTo>
                  <a:lnTo>
                    <a:pt x="545965" y="4883865"/>
                  </a:lnTo>
                  <a:lnTo>
                    <a:pt x="546083" y="4883865"/>
                  </a:lnTo>
                  <a:lnTo>
                    <a:pt x="546083" y="4883434"/>
                  </a:lnTo>
                  <a:lnTo>
                    <a:pt x="546200" y="4883434"/>
                  </a:lnTo>
                  <a:lnTo>
                    <a:pt x="546318" y="4883434"/>
                  </a:lnTo>
                  <a:lnTo>
                    <a:pt x="546435" y="4883434"/>
                  </a:lnTo>
                  <a:lnTo>
                    <a:pt x="546553" y="4883434"/>
                  </a:lnTo>
                  <a:lnTo>
                    <a:pt x="546671" y="4883434"/>
                  </a:lnTo>
                  <a:lnTo>
                    <a:pt x="546671" y="4883004"/>
                  </a:lnTo>
                  <a:lnTo>
                    <a:pt x="546671" y="4882573"/>
                  </a:lnTo>
                  <a:lnTo>
                    <a:pt x="546671" y="4882142"/>
                  </a:lnTo>
                  <a:lnTo>
                    <a:pt x="546671" y="4881712"/>
                  </a:lnTo>
                  <a:lnTo>
                    <a:pt x="546788" y="4881712"/>
                  </a:lnTo>
                  <a:lnTo>
                    <a:pt x="546788" y="4881281"/>
                  </a:lnTo>
                  <a:lnTo>
                    <a:pt x="546906" y="4881281"/>
                  </a:lnTo>
                  <a:lnTo>
                    <a:pt x="546906" y="4880851"/>
                  </a:lnTo>
                  <a:lnTo>
                    <a:pt x="546906" y="4880420"/>
                  </a:lnTo>
                  <a:lnTo>
                    <a:pt x="547023" y="4880420"/>
                  </a:lnTo>
                  <a:lnTo>
                    <a:pt x="547023" y="4879989"/>
                  </a:lnTo>
                  <a:lnTo>
                    <a:pt x="547141" y="4879989"/>
                  </a:lnTo>
                  <a:lnTo>
                    <a:pt x="547141" y="4879559"/>
                  </a:lnTo>
                  <a:lnTo>
                    <a:pt x="547259" y="4879559"/>
                  </a:lnTo>
                  <a:lnTo>
                    <a:pt x="547376" y="4879559"/>
                  </a:lnTo>
                  <a:lnTo>
                    <a:pt x="547376" y="4879128"/>
                  </a:lnTo>
                  <a:lnTo>
                    <a:pt x="547494" y="4879128"/>
                  </a:lnTo>
                  <a:lnTo>
                    <a:pt x="547612" y="4879128"/>
                  </a:lnTo>
                  <a:lnTo>
                    <a:pt x="547612" y="4878698"/>
                  </a:lnTo>
                  <a:lnTo>
                    <a:pt x="547612" y="4878267"/>
                  </a:lnTo>
                  <a:lnTo>
                    <a:pt x="547729" y="4878267"/>
                  </a:lnTo>
                  <a:lnTo>
                    <a:pt x="547847" y="4878267"/>
                  </a:lnTo>
                  <a:lnTo>
                    <a:pt x="547964" y="4878267"/>
                  </a:lnTo>
                  <a:lnTo>
                    <a:pt x="548082" y="4878267"/>
                  </a:lnTo>
                  <a:lnTo>
                    <a:pt x="548200" y="4878267"/>
                  </a:lnTo>
                  <a:lnTo>
                    <a:pt x="548317" y="4878267"/>
                  </a:lnTo>
                  <a:lnTo>
                    <a:pt x="548435" y="4878267"/>
                  </a:lnTo>
                  <a:lnTo>
                    <a:pt x="548552" y="4878267"/>
                  </a:lnTo>
                  <a:lnTo>
                    <a:pt x="548552" y="4877836"/>
                  </a:lnTo>
                  <a:lnTo>
                    <a:pt x="548552" y="4877406"/>
                  </a:lnTo>
                  <a:lnTo>
                    <a:pt x="548670" y="4877406"/>
                  </a:lnTo>
                  <a:lnTo>
                    <a:pt x="548670" y="4876975"/>
                  </a:lnTo>
                  <a:lnTo>
                    <a:pt x="548788" y="4876975"/>
                  </a:lnTo>
                  <a:lnTo>
                    <a:pt x="548788" y="4876545"/>
                  </a:lnTo>
                  <a:lnTo>
                    <a:pt x="548905" y="4876545"/>
                  </a:lnTo>
                  <a:lnTo>
                    <a:pt x="549023" y="4876545"/>
                  </a:lnTo>
                  <a:lnTo>
                    <a:pt x="549141" y="4876545"/>
                  </a:lnTo>
                  <a:lnTo>
                    <a:pt x="549258" y="4876545"/>
                  </a:lnTo>
                  <a:lnTo>
                    <a:pt x="549376" y="4876545"/>
                  </a:lnTo>
                  <a:lnTo>
                    <a:pt x="549493" y="4876545"/>
                  </a:lnTo>
                  <a:lnTo>
                    <a:pt x="549493" y="4876114"/>
                  </a:lnTo>
                  <a:lnTo>
                    <a:pt x="549611" y="4876114"/>
                  </a:lnTo>
                  <a:lnTo>
                    <a:pt x="549611" y="4875683"/>
                  </a:lnTo>
                  <a:lnTo>
                    <a:pt x="549729" y="4875683"/>
                  </a:lnTo>
                  <a:lnTo>
                    <a:pt x="549729" y="4875253"/>
                  </a:lnTo>
                  <a:lnTo>
                    <a:pt x="549846" y="4875253"/>
                  </a:lnTo>
                  <a:lnTo>
                    <a:pt x="549964" y="4875253"/>
                  </a:lnTo>
                  <a:lnTo>
                    <a:pt x="550081" y="4875253"/>
                  </a:lnTo>
                  <a:lnTo>
                    <a:pt x="550081" y="4874822"/>
                  </a:lnTo>
                  <a:lnTo>
                    <a:pt x="550081" y="4874392"/>
                  </a:lnTo>
                  <a:lnTo>
                    <a:pt x="550081" y="4873961"/>
                  </a:lnTo>
                  <a:lnTo>
                    <a:pt x="550199" y="4873961"/>
                  </a:lnTo>
                  <a:lnTo>
                    <a:pt x="550317" y="4873961"/>
                  </a:lnTo>
                  <a:lnTo>
                    <a:pt x="550434" y="4873961"/>
                  </a:lnTo>
                  <a:lnTo>
                    <a:pt x="550552" y="4873961"/>
                  </a:lnTo>
                  <a:lnTo>
                    <a:pt x="550669" y="4873961"/>
                  </a:lnTo>
                  <a:lnTo>
                    <a:pt x="550669" y="4873530"/>
                  </a:lnTo>
                  <a:lnTo>
                    <a:pt x="550669" y="4873100"/>
                  </a:lnTo>
                  <a:lnTo>
                    <a:pt x="550787" y="4873100"/>
                  </a:lnTo>
                  <a:lnTo>
                    <a:pt x="550905" y="4873100"/>
                  </a:lnTo>
                  <a:lnTo>
                    <a:pt x="550905" y="4872669"/>
                  </a:lnTo>
                  <a:lnTo>
                    <a:pt x="550905" y="4872239"/>
                  </a:lnTo>
                  <a:lnTo>
                    <a:pt x="550905" y="4871808"/>
                  </a:lnTo>
                  <a:lnTo>
                    <a:pt x="551022" y="4871808"/>
                  </a:lnTo>
                  <a:lnTo>
                    <a:pt x="551140" y="4871808"/>
                  </a:lnTo>
                  <a:lnTo>
                    <a:pt x="551258" y="4871808"/>
                  </a:lnTo>
                  <a:lnTo>
                    <a:pt x="551375" y="4871808"/>
                  </a:lnTo>
                  <a:lnTo>
                    <a:pt x="551375" y="4871377"/>
                  </a:lnTo>
                  <a:lnTo>
                    <a:pt x="551375" y="4870947"/>
                  </a:lnTo>
                  <a:lnTo>
                    <a:pt x="551375" y="4870516"/>
                  </a:lnTo>
                  <a:lnTo>
                    <a:pt x="551493" y="4870516"/>
                  </a:lnTo>
                  <a:lnTo>
                    <a:pt x="551610" y="4870516"/>
                  </a:lnTo>
                  <a:lnTo>
                    <a:pt x="551728" y="4870516"/>
                  </a:lnTo>
                  <a:lnTo>
                    <a:pt x="551728" y="4870086"/>
                  </a:lnTo>
                  <a:lnTo>
                    <a:pt x="551846" y="4870086"/>
                  </a:lnTo>
                  <a:lnTo>
                    <a:pt x="551963" y="4870086"/>
                  </a:lnTo>
                  <a:lnTo>
                    <a:pt x="551963" y="4869655"/>
                  </a:lnTo>
                  <a:lnTo>
                    <a:pt x="551963" y="4869224"/>
                  </a:lnTo>
                  <a:lnTo>
                    <a:pt x="552081" y="4869224"/>
                  </a:lnTo>
                  <a:lnTo>
                    <a:pt x="552081" y="4868794"/>
                  </a:lnTo>
                  <a:lnTo>
                    <a:pt x="552198" y="4868794"/>
                  </a:lnTo>
                  <a:lnTo>
                    <a:pt x="552316" y="4868794"/>
                  </a:lnTo>
                  <a:lnTo>
                    <a:pt x="552434" y="4868794"/>
                  </a:lnTo>
                  <a:lnTo>
                    <a:pt x="552551" y="4868794"/>
                  </a:lnTo>
                  <a:lnTo>
                    <a:pt x="552551" y="4868363"/>
                  </a:lnTo>
                  <a:lnTo>
                    <a:pt x="552551" y="4867933"/>
                  </a:lnTo>
                  <a:lnTo>
                    <a:pt x="552669" y="4867933"/>
                  </a:lnTo>
                  <a:lnTo>
                    <a:pt x="552669" y="4867502"/>
                  </a:lnTo>
                  <a:lnTo>
                    <a:pt x="552787" y="4867502"/>
                  </a:lnTo>
                  <a:lnTo>
                    <a:pt x="552904" y="4867502"/>
                  </a:lnTo>
                  <a:lnTo>
                    <a:pt x="552904" y="4867071"/>
                  </a:lnTo>
                  <a:lnTo>
                    <a:pt x="553022" y="4867071"/>
                  </a:lnTo>
                  <a:lnTo>
                    <a:pt x="553139" y="4867071"/>
                  </a:lnTo>
                  <a:lnTo>
                    <a:pt x="553139" y="4866641"/>
                  </a:lnTo>
                  <a:lnTo>
                    <a:pt x="553257" y="4866641"/>
                  </a:lnTo>
                  <a:lnTo>
                    <a:pt x="553375" y="4866641"/>
                  </a:lnTo>
                  <a:lnTo>
                    <a:pt x="553375" y="4866210"/>
                  </a:lnTo>
                  <a:lnTo>
                    <a:pt x="553492" y="4866210"/>
                  </a:lnTo>
                  <a:lnTo>
                    <a:pt x="553492" y="4865780"/>
                  </a:lnTo>
                  <a:lnTo>
                    <a:pt x="553610" y="4865780"/>
                  </a:lnTo>
                  <a:lnTo>
                    <a:pt x="553727" y="4865780"/>
                  </a:lnTo>
                  <a:lnTo>
                    <a:pt x="553727" y="4865349"/>
                  </a:lnTo>
                  <a:lnTo>
                    <a:pt x="553845" y="4865349"/>
                  </a:lnTo>
                  <a:lnTo>
                    <a:pt x="553845" y="4864918"/>
                  </a:lnTo>
                  <a:lnTo>
                    <a:pt x="553963" y="4864918"/>
                  </a:lnTo>
                  <a:lnTo>
                    <a:pt x="554080" y="4864918"/>
                  </a:lnTo>
                  <a:lnTo>
                    <a:pt x="554198" y="4864918"/>
                  </a:lnTo>
                  <a:lnTo>
                    <a:pt x="554198" y="4864488"/>
                  </a:lnTo>
                  <a:lnTo>
                    <a:pt x="554316" y="4864488"/>
                  </a:lnTo>
                  <a:lnTo>
                    <a:pt x="554433" y="4864488"/>
                  </a:lnTo>
                  <a:lnTo>
                    <a:pt x="554433" y="4864057"/>
                  </a:lnTo>
                  <a:lnTo>
                    <a:pt x="554551" y="4864057"/>
                  </a:lnTo>
                  <a:lnTo>
                    <a:pt x="554668" y="4864057"/>
                  </a:lnTo>
                  <a:lnTo>
                    <a:pt x="554786" y="4864057"/>
                  </a:lnTo>
                  <a:lnTo>
                    <a:pt x="554786" y="4863627"/>
                  </a:lnTo>
                  <a:lnTo>
                    <a:pt x="554786" y="4863196"/>
                  </a:lnTo>
                  <a:lnTo>
                    <a:pt x="554786" y="4862765"/>
                  </a:lnTo>
                  <a:lnTo>
                    <a:pt x="554904" y="4862765"/>
                  </a:lnTo>
                  <a:lnTo>
                    <a:pt x="554904" y="4862335"/>
                  </a:lnTo>
                  <a:lnTo>
                    <a:pt x="555021" y="4862335"/>
                  </a:lnTo>
                  <a:lnTo>
                    <a:pt x="555021" y="4861904"/>
                  </a:lnTo>
                  <a:lnTo>
                    <a:pt x="555021" y="4861474"/>
                  </a:lnTo>
                  <a:lnTo>
                    <a:pt x="555021" y="4861043"/>
                  </a:lnTo>
                  <a:lnTo>
                    <a:pt x="555139" y="4861043"/>
                  </a:lnTo>
                  <a:lnTo>
                    <a:pt x="555139" y="4860612"/>
                  </a:lnTo>
                  <a:lnTo>
                    <a:pt x="555256" y="4860612"/>
                  </a:lnTo>
                  <a:lnTo>
                    <a:pt x="555374" y="4860612"/>
                  </a:lnTo>
                  <a:lnTo>
                    <a:pt x="555492" y="4860612"/>
                  </a:lnTo>
                  <a:lnTo>
                    <a:pt x="555609" y="4860612"/>
                  </a:lnTo>
                  <a:lnTo>
                    <a:pt x="555727" y="4860612"/>
                  </a:lnTo>
                  <a:lnTo>
                    <a:pt x="555727" y="4860182"/>
                  </a:lnTo>
                  <a:lnTo>
                    <a:pt x="555845" y="4860182"/>
                  </a:lnTo>
                  <a:lnTo>
                    <a:pt x="555845" y="4859751"/>
                  </a:lnTo>
                  <a:lnTo>
                    <a:pt x="555962" y="4859751"/>
                  </a:lnTo>
                  <a:lnTo>
                    <a:pt x="556080" y="4859751"/>
                  </a:lnTo>
                  <a:lnTo>
                    <a:pt x="556080" y="4859321"/>
                  </a:lnTo>
                  <a:lnTo>
                    <a:pt x="556197" y="4859321"/>
                  </a:lnTo>
                  <a:lnTo>
                    <a:pt x="556315" y="4859321"/>
                  </a:lnTo>
                  <a:lnTo>
                    <a:pt x="556433" y="4859321"/>
                  </a:lnTo>
                  <a:lnTo>
                    <a:pt x="556433" y="4858890"/>
                  </a:lnTo>
                  <a:lnTo>
                    <a:pt x="556433" y="4858459"/>
                  </a:lnTo>
                  <a:lnTo>
                    <a:pt x="556550" y="4858459"/>
                  </a:lnTo>
                  <a:lnTo>
                    <a:pt x="556668" y="4858459"/>
                  </a:lnTo>
                  <a:lnTo>
                    <a:pt x="556785" y="4858459"/>
                  </a:lnTo>
                  <a:lnTo>
                    <a:pt x="556785" y="4858029"/>
                  </a:lnTo>
                  <a:lnTo>
                    <a:pt x="556785" y="4857598"/>
                  </a:lnTo>
                  <a:lnTo>
                    <a:pt x="556785" y="4857168"/>
                  </a:lnTo>
                  <a:lnTo>
                    <a:pt x="556903" y="4857168"/>
                  </a:lnTo>
                  <a:lnTo>
                    <a:pt x="557021" y="4857168"/>
                  </a:lnTo>
                  <a:lnTo>
                    <a:pt x="557021" y="4856737"/>
                  </a:lnTo>
                  <a:lnTo>
                    <a:pt x="557021" y="4856306"/>
                  </a:lnTo>
                  <a:lnTo>
                    <a:pt x="557138" y="4856306"/>
                  </a:lnTo>
                  <a:lnTo>
                    <a:pt x="557138" y="4855876"/>
                  </a:lnTo>
                  <a:lnTo>
                    <a:pt x="557256" y="4855876"/>
                  </a:lnTo>
                  <a:lnTo>
                    <a:pt x="557374" y="4855876"/>
                  </a:lnTo>
                  <a:lnTo>
                    <a:pt x="557491" y="4855876"/>
                  </a:lnTo>
                  <a:lnTo>
                    <a:pt x="557609" y="4855876"/>
                  </a:lnTo>
                  <a:lnTo>
                    <a:pt x="557726" y="4855876"/>
                  </a:lnTo>
                  <a:lnTo>
                    <a:pt x="557844" y="4855876"/>
                  </a:lnTo>
                  <a:lnTo>
                    <a:pt x="557962" y="4855876"/>
                  </a:lnTo>
                  <a:lnTo>
                    <a:pt x="558079" y="4855876"/>
                  </a:lnTo>
                  <a:lnTo>
                    <a:pt x="558197" y="4855876"/>
                  </a:lnTo>
                  <a:lnTo>
                    <a:pt x="558197" y="4855445"/>
                  </a:lnTo>
                  <a:lnTo>
                    <a:pt x="558314" y="4855445"/>
                  </a:lnTo>
                  <a:lnTo>
                    <a:pt x="558314" y="4855015"/>
                  </a:lnTo>
                  <a:lnTo>
                    <a:pt x="558314" y="4854584"/>
                  </a:lnTo>
                  <a:lnTo>
                    <a:pt x="558432" y="4854584"/>
                  </a:lnTo>
                  <a:lnTo>
                    <a:pt x="558550" y="4854584"/>
                  </a:lnTo>
                  <a:lnTo>
                    <a:pt x="558667" y="4854584"/>
                  </a:lnTo>
                  <a:lnTo>
                    <a:pt x="558785" y="4854584"/>
                  </a:lnTo>
                  <a:lnTo>
                    <a:pt x="558785" y="4854153"/>
                  </a:lnTo>
                  <a:lnTo>
                    <a:pt x="558902" y="4854153"/>
                  </a:lnTo>
                  <a:lnTo>
                    <a:pt x="559020" y="4854153"/>
                  </a:lnTo>
                  <a:lnTo>
                    <a:pt x="559138" y="4854153"/>
                  </a:lnTo>
                  <a:lnTo>
                    <a:pt x="559138" y="4853723"/>
                  </a:lnTo>
                  <a:lnTo>
                    <a:pt x="559138" y="4853292"/>
                  </a:lnTo>
                  <a:lnTo>
                    <a:pt x="559255" y="4853292"/>
                  </a:lnTo>
                  <a:lnTo>
                    <a:pt x="559373" y="4853292"/>
                  </a:lnTo>
                  <a:lnTo>
                    <a:pt x="559373" y="4852862"/>
                  </a:lnTo>
                  <a:lnTo>
                    <a:pt x="559491" y="4852862"/>
                  </a:lnTo>
                  <a:lnTo>
                    <a:pt x="559608" y="4852862"/>
                  </a:lnTo>
                  <a:lnTo>
                    <a:pt x="559726" y="4852862"/>
                  </a:lnTo>
                  <a:lnTo>
                    <a:pt x="559843" y="4852862"/>
                  </a:lnTo>
                  <a:lnTo>
                    <a:pt x="559843" y="4852431"/>
                  </a:lnTo>
                  <a:lnTo>
                    <a:pt x="559843" y="4852000"/>
                  </a:lnTo>
                  <a:lnTo>
                    <a:pt x="559961" y="4852000"/>
                  </a:lnTo>
                  <a:lnTo>
                    <a:pt x="560079" y="4852000"/>
                  </a:lnTo>
                  <a:lnTo>
                    <a:pt x="560079" y="4851570"/>
                  </a:lnTo>
                  <a:lnTo>
                    <a:pt x="560196" y="4851570"/>
                  </a:lnTo>
                  <a:lnTo>
                    <a:pt x="560314" y="4851570"/>
                  </a:lnTo>
                  <a:lnTo>
                    <a:pt x="560314" y="4851139"/>
                  </a:lnTo>
                  <a:lnTo>
                    <a:pt x="560431" y="4851139"/>
                  </a:lnTo>
                  <a:lnTo>
                    <a:pt x="560549" y="4851139"/>
                  </a:lnTo>
                  <a:lnTo>
                    <a:pt x="560667" y="4851139"/>
                  </a:lnTo>
                  <a:lnTo>
                    <a:pt x="560784" y="4851139"/>
                  </a:lnTo>
                  <a:lnTo>
                    <a:pt x="560902" y="4851139"/>
                  </a:lnTo>
                  <a:lnTo>
                    <a:pt x="561020" y="4851139"/>
                  </a:lnTo>
                  <a:lnTo>
                    <a:pt x="561020" y="4850709"/>
                  </a:lnTo>
                  <a:lnTo>
                    <a:pt x="561137" y="4850709"/>
                  </a:lnTo>
                  <a:lnTo>
                    <a:pt x="561255" y="4850709"/>
                  </a:lnTo>
                  <a:lnTo>
                    <a:pt x="561372" y="4850709"/>
                  </a:lnTo>
                  <a:lnTo>
                    <a:pt x="561372" y="4850278"/>
                  </a:lnTo>
                  <a:lnTo>
                    <a:pt x="561490" y="4850278"/>
                  </a:lnTo>
                  <a:lnTo>
                    <a:pt x="561608" y="4850278"/>
                  </a:lnTo>
                  <a:lnTo>
                    <a:pt x="561608" y="4849847"/>
                  </a:lnTo>
                  <a:lnTo>
                    <a:pt x="561725" y="4849847"/>
                  </a:lnTo>
                  <a:lnTo>
                    <a:pt x="561725" y="4849417"/>
                  </a:lnTo>
                  <a:lnTo>
                    <a:pt x="561843" y="4849417"/>
                  </a:lnTo>
                  <a:lnTo>
                    <a:pt x="561843" y="4848986"/>
                  </a:lnTo>
                  <a:lnTo>
                    <a:pt x="561960" y="4848986"/>
                  </a:lnTo>
                  <a:lnTo>
                    <a:pt x="562078" y="4848986"/>
                  </a:lnTo>
                  <a:lnTo>
                    <a:pt x="562196" y="4848986"/>
                  </a:lnTo>
                  <a:lnTo>
                    <a:pt x="562313" y="4848986"/>
                  </a:lnTo>
                  <a:lnTo>
                    <a:pt x="562313" y="4848556"/>
                  </a:lnTo>
                  <a:lnTo>
                    <a:pt x="562313" y="4848125"/>
                  </a:lnTo>
                  <a:lnTo>
                    <a:pt x="562313" y="4847694"/>
                  </a:lnTo>
                  <a:lnTo>
                    <a:pt x="562431" y="4847694"/>
                  </a:lnTo>
                  <a:lnTo>
                    <a:pt x="562431" y="4847264"/>
                  </a:lnTo>
                  <a:lnTo>
                    <a:pt x="562549" y="4847264"/>
                  </a:lnTo>
                  <a:lnTo>
                    <a:pt x="562666" y="4847264"/>
                  </a:lnTo>
                  <a:lnTo>
                    <a:pt x="562784" y="4847264"/>
                  </a:lnTo>
                  <a:lnTo>
                    <a:pt x="562901" y="4847264"/>
                  </a:lnTo>
                  <a:lnTo>
                    <a:pt x="563019" y="4847264"/>
                  </a:lnTo>
                  <a:lnTo>
                    <a:pt x="563019" y="4846833"/>
                  </a:lnTo>
                  <a:lnTo>
                    <a:pt x="563137" y="4846833"/>
                  </a:lnTo>
                  <a:lnTo>
                    <a:pt x="563254" y="4846833"/>
                  </a:lnTo>
                  <a:lnTo>
                    <a:pt x="563372" y="4846833"/>
                  </a:lnTo>
                  <a:lnTo>
                    <a:pt x="563372" y="4846403"/>
                  </a:lnTo>
                  <a:lnTo>
                    <a:pt x="563489" y="4846403"/>
                  </a:lnTo>
                  <a:lnTo>
                    <a:pt x="563489" y="4845972"/>
                  </a:lnTo>
                  <a:lnTo>
                    <a:pt x="563607" y="4845972"/>
                  </a:lnTo>
                  <a:lnTo>
                    <a:pt x="563725" y="4845972"/>
                  </a:lnTo>
                  <a:lnTo>
                    <a:pt x="563725" y="4845541"/>
                  </a:lnTo>
                  <a:lnTo>
                    <a:pt x="563725" y="4845111"/>
                  </a:lnTo>
                  <a:lnTo>
                    <a:pt x="563842" y="4845111"/>
                  </a:lnTo>
                  <a:lnTo>
                    <a:pt x="563960" y="4845111"/>
                  </a:lnTo>
                  <a:lnTo>
                    <a:pt x="564078" y="4845111"/>
                  </a:lnTo>
                  <a:lnTo>
                    <a:pt x="564078" y="4844680"/>
                  </a:lnTo>
                  <a:lnTo>
                    <a:pt x="564195" y="4844680"/>
                  </a:lnTo>
                  <a:lnTo>
                    <a:pt x="564195" y="4844250"/>
                  </a:lnTo>
                  <a:lnTo>
                    <a:pt x="564195" y="4843819"/>
                  </a:lnTo>
                  <a:lnTo>
                    <a:pt x="564195" y="4843388"/>
                  </a:lnTo>
                  <a:lnTo>
                    <a:pt x="564313" y="4843388"/>
                  </a:lnTo>
                  <a:lnTo>
                    <a:pt x="564430" y="4843388"/>
                  </a:lnTo>
                  <a:lnTo>
                    <a:pt x="564548" y="4843388"/>
                  </a:lnTo>
                  <a:lnTo>
                    <a:pt x="564548" y="4842958"/>
                  </a:lnTo>
                  <a:lnTo>
                    <a:pt x="564548" y="4842527"/>
                  </a:lnTo>
                  <a:lnTo>
                    <a:pt x="564548" y="4842097"/>
                  </a:lnTo>
                  <a:lnTo>
                    <a:pt x="564548" y="4841666"/>
                  </a:lnTo>
                  <a:lnTo>
                    <a:pt x="564666" y="4841666"/>
                  </a:lnTo>
                  <a:lnTo>
                    <a:pt x="564666" y="4841235"/>
                  </a:lnTo>
                  <a:lnTo>
                    <a:pt x="564783" y="4841235"/>
                  </a:lnTo>
                  <a:lnTo>
                    <a:pt x="564901" y="4841235"/>
                  </a:lnTo>
                  <a:lnTo>
                    <a:pt x="565018" y="4841235"/>
                  </a:lnTo>
                  <a:lnTo>
                    <a:pt x="565136" y="4841235"/>
                  </a:lnTo>
                  <a:lnTo>
                    <a:pt x="565136" y="4840805"/>
                  </a:lnTo>
                  <a:lnTo>
                    <a:pt x="565254" y="4840805"/>
                  </a:lnTo>
                  <a:lnTo>
                    <a:pt x="565371" y="4840805"/>
                  </a:lnTo>
                  <a:lnTo>
                    <a:pt x="565371" y="4840374"/>
                  </a:lnTo>
                  <a:lnTo>
                    <a:pt x="565371" y="4839944"/>
                  </a:lnTo>
                  <a:lnTo>
                    <a:pt x="565489" y="4839944"/>
                  </a:lnTo>
                  <a:lnTo>
                    <a:pt x="565606" y="4839944"/>
                  </a:lnTo>
                  <a:lnTo>
                    <a:pt x="565724" y="4839944"/>
                  </a:lnTo>
                  <a:lnTo>
                    <a:pt x="565842" y="4839944"/>
                  </a:lnTo>
                  <a:lnTo>
                    <a:pt x="565842" y="4839513"/>
                  </a:lnTo>
                  <a:lnTo>
                    <a:pt x="565959" y="4839513"/>
                  </a:lnTo>
                  <a:lnTo>
                    <a:pt x="566077" y="4839513"/>
                  </a:lnTo>
                  <a:lnTo>
                    <a:pt x="566077" y="4839082"/>
                  </a:lnTo>
                  <a:lnTo>
                    <a:pt x="566195" y="4839082"/>
                  </a:lnTo>
                  <a:lnTo>
                    <a:pt x="566195" y="4838652"/>
                  </a:lnTo>
                  <a:lnTo>
                    <a:pt x="566312" y="4838652"/>
                  </a:lnTo>
                  <a:lnTo>
                    <a:pt x="566430" y="4838652"/>
                  </a:lnTo>
                  <a:lnTo>
                    <a:pt x="566547" y="4838652"/>
                  </a:lnTo>
                  <a:lnTo>
                    <a:pt x="566547" y="4838221"/>
                  </a:lnTo>
                  <a:lnTo>
                    <a:pt x="566547" y="4837791"/>
                  </a:lnTo>
                  <a:lnTo>
                    <a:pt x="566665" y="4837791"/>
                  </a:lnTo>
                  <a:lnTo>
                    <a:pt x="566783" y="4837791"/>
                  </a:lnTo>
                  <a:lnTo>
                    <a:pt x="566900" y="4837791"/>
                  </a:lnTo>
                  <a:lnTo>
                    <a:pt x="567018" y="4837791"/>
                  </a:lnTo>
                  <a:lnTo>
                    <a:pt x="567018" y="4837360"/>
                  </a:lnTo>
                  <a:lnTo>
                    <a:pt x="567135" y="4837360"/>
                  </a:lnTo>
                  <a:lnTo>
                    <a:pt x="567253" y="4837360"/>
                  </a:lnTo>
                  <a:lnTo>
                    <a:pt x="567253" y="4836929"/>
                  </a:lnTo>
                  <a:lnTo>
                    <a:pt x="567253" y="4836499"/>
                  </a:lnTo>
                  <a:lnTo>
                    <a:pt x="567371" y="4836499"/>
                  </a:lnTo>
                  <a:lnTo>
                    <a:pt x="567488" y="4836499"/>
                  </a:lnTo>
                  <a:lnTo>
                    <a:pt x="567488" y="4836068"/>
                  </a:lnTo>
                  <a:lnTo>
                    <a:pt x="567488" y="4835638"/>
                  </a:lnTo>
                  <a:lnTo>
                    <a:pt x="567606" y="4835638"/>
                  </a:lnTo>
                  <a:lnTo>
                    <a:pt x="567606" y="4835207"/>
                  </a:lnTo>
                  <a:lnTo>
                    <a:pt x="567606" y="4834776"/>
                  </a:lnTo>
                  <a:lnTo>
                    <a:pt x="567606" y="4834346"/>
                  </a:lnTo>
                  <a:lnTo>
                    <a:pt x="567724" y="4834346"/>
                  </a:lnTo>
                  <a:lnTo>
                    <a:pt x="567724" y="4833915"/>
                  </a:lnTo>
                  <a:lnTo>
                    <a:pt x="567724" y="4833485"/>
                  </a:lnTo>
                  <a:lnTo>
                    <a:pt x="567724" y="4833054"/>
                  </a:lnTo>
                  <a:lnTo>
                    <a:pt x="567724" y="4832623"/>
                  </a:lnTo>
                  <a:lnTo>
                    <a:pt x="567724" y="4832193"/>
                  </a:lnTo>
                  <a:lnTo>
                    <a:pt x="567841" y="4832193"/>
                  </a:lnTo>
                  <a:lnTo>
                    <a:pt x="567959" y="4832193"/>
                  </a:lnTo>
                  <a:lnTo>
                    <a:pt x="567959" y="4831762"/>
                  </a:lnTo>
                  <a:lnTo>
                    <a:pt x="568076" y="4831762"/>
                  </a:lnTo>
                  <a:lnTo>
                    <a:pt x="568076" y="4831332"/>
                  </a:lnTo>
                  <a:lnTo>
                    <a:pt x="568194" y="4831332"/>
                  </a:lnTo>
                  <a:lnTo>
                    <a:pt x="568194" y="4830901"/>
                  </a:lnTo>
                  <a:lnTo>
                    <a:pt x="568194" y="4830470"/>
                  </a:lnTo>
                  <a:lnTo>
                    <a:pt x="568194" y="4830040"/>
                  </a:lnTo>
                  <a:lnTo>
                    <a:pt x="568194" y="4829609"/>
                  </a:lnTo>
                  <a:lnTo>
                    <a:pt x="568194" y="4829179"/>
                  </a:lnTo>
                  <a:lnTo>
                    <a:pt x="568312" y="4829179"/>
                  </a:lnTo>
                  <a:lnTo>
                    <a:pt x="568429" y="4829179"/>
                  </a:lnTo>
                  <a:lnTo>
                    <a:pt x="568547" y="4829179"/>
                  </a:lnTo>
                  <a:lnTo>
                    <a:pt x="568547" y="4828748"/>
                  </a:lnTo>
                  <a:lnTo>
                    <a:pt x="568664" y="4828748"/>
                  </a:lnTo>
                  <a:lnTo>
                    <a:pt x="568664" y="4828317"/>
                  </a:lnTo>
                  <a:lnTo>
                    <a:pt x="568664" y="4827887"/>
                  </a:lnTo>
                  <a:lnTo>
                    <a:pt x="568664" y="4827456"/>
                  </a:lnTo>
                  <a:lnTo>
                    <a:pt x="568782" y="4827456"/>
                  </a:lnTo>
                  <a:lnTo>
                    <a:pt x="568900" y="4827456"/>
                  </a:lnTo>
                  <a:lnTo>
                    <a:pt x="568900" y="4827026"/>
                  </a:lnTo>
                  <a:lnTo>
                    <a:pt x="568900" y="4826595"/>
                  </a:lnTo>
                  <a:lnTo>
                    <a:pt x="569017" y="4826595"/>
                  </a:lnTo>
                  <a:lnTo>
                    <a:pt x="569135" y="4826595"/>
                  </a:lnTo>
                  <a:lnTo>
                    <a:pt x="569253" y="4826595"/>
                  </a:lnTo>
                  <a:lnTo>
                    <a:pt x="569253" y="4826164"/>
                  </a:lnTo>
                  <a:lnTo>
                    <a:pt x="569370" y="4826164"/>
                  </a:lnTo>
                  <a:lnTo>
                    <a:pt x="569488" y="4826164"/>
                  </a:lnTo>
                  <a:lnTo>
                    <a:pt x="569605" y="4826164"/>
                  </a:lnTo>
                  <a:lnTo>
                    <a:pt x="569723" y="4826164"/>
                  </a:lnTo>
                  <a:lnTo>
                    <a:pt x="569723" y="4825734"/>
                  </a:lnTo>
                  <a:lnTo>
                    <a:pt x="569723" y="4825303"/>
                  </a:lnTo>
                  <a:lnTo>
                    <a:pt x="569841" y="4825303"/>
                  </a:lnTo>
                  <a:lnTo>
                    <a:pt x="569958" y="4825303"/>
                  </a:lnTo>
                  <a:lnTo>
                    <a:pt x="570076" y="4825303"/>
                  </a:lnTo>
                  <a:lnTo>
                    <a:pt x="570076" y="4824873"/>
                  </a:lnTo>
                  <a:lnTo>
                    <a:pt x="570076" y="4824442"/>
                  </a:lnTo>
                  <a:lnTo>
                    <a:pt x="570076" y="4824011"/>
                  </a:lnTo>
                  <a:lnTo>
                    <a:pt x="570193" y="4824011"/>
                  </a:lnTo>
                  <a:lnTo>
                    <a:pt x="570193" y="4823581"/>
                  </a:lnTo>
                  <a:lnTo>
                    <a:pt x="570311" y="4823581"/>
                  </a:lnTo>
                  <a:lnTo>
                    <a:pt x="570311" y="4823150"/>
                  </a:lnTo>
                  <a:lnTo>
                    <a:pt x="570311" y="4822720"/>
                  </a:lnTo>
                  <a:lnTo>
                    <a:pt x="570429" y="4822720"/>
                  </a:lnTo>
                  <a:lnTo>
                    <a:pt x="570546" y="4822720"/>
                  </a:lnTo>
                  <a:lnTo>
                    <a:pt x="570664" y="4822720"/>
                  </a:lnTo>
                  <a:lnTo>
                    <a:pt x="570782" y="4822720"/>
                  </a:lnTo>
                  <a:lnTo>
                    <a:pt x="570899" y="4822720"/>
                  </a:lnTo>
                  <a:lnTo>
                    <a:pt x="571017" y="4822720"/>
                  </a:lnTo>
                  <a:lnTo>
                    <a:pt x="571134" y="4822720"/>
                  </a:lnTo>
                  <a:lnTo>
                    <a:pt x="571134" y="4822289"/>
                  </a:lnTo>
                  <a:lnTo>
                    <a:pt x="571252" y="4822289"/>
                  </a:lnTo>
                  <a:lnTo>
                    <a:pt x="571370" y="4822289"/>
                  </a:lnTo>
                  <a:lnTo>
                    <a:pt x="571487" y="4822289"/>
                  </a:lnTo>
                  <a:lnTo>
                    <a:pt x="571605" y="4822289"/>
                  </a:lnTo>
                  <a:lnTo>
                    <a:pt x="571722" y="4822289"/>
                  </a:lnTo>
                  <a:lnTo>
                    <a:pt x="571722" y="4821858"/>
                  </a:lnTo>
                  <a:lnTo>
                    <a:pt x="571722" y="4821428"/>
                  </a:lnTo>
                  <a:lnTo>
                    <a:pt x="571722" y="4820997"/>
                  </a:lnTo>
                  <a:lnTo>
                    <a:pt x="571722" y="4820567"/>
                  </a:lnTo>
                  <a:lnTo>
                    <a:pt x="571722" y="4820136"/>
                  </a:lnTo>
                  <a:lnTo>
                    <a:pt x="571722" y="4819705"/>
                  </a:lnTo>
                  <a:lnTo>
                    <a:pt x="571722" y="4819275"/>
                  </a:lnTo>
                  <a:lnTo>
                    <a:pt x="571840" y="4819275"/>
                  </a:lnTo>
                  <a:lnTo>
                    <a:pt x="571840" y="4818844"/>
                  </a:lnTo>
                  <a:lnTo>
                    <a:pt x="571958" y="4818844"/>
                  </a:lnTo>
                  <a:lnTo>
                    <a:pt x="572075" y="4818844"/>
                  </a:lnTo>
                  <a:lnTo>
                    <a:pt x="572193" y="4818844"/>
                  </a:lnTo>
                  <a:lnTo>
                    <a:pt x="572311" y="4818844"/>
                  </a:lnTo>
                  <a:lnTo>
                    <a:pt x="572311" y="4818414"/>
                  </a:lnTo>
                  <a:lnTo>
                    <a:pt x="572311" y="4817983"/>
                  </a:lnTo>
                  <a:lnTo>
                    <a:pt x="572428" y="4817983"/>
                  </a:lnTo>
                  <a:lnTo>
                    <a:pt x="572428" y="4817552"/>
                  </a:lnTo>
                  <a:lnTo>
                    <a:pt x="572546" y="4817552"/>
                  </a:lnTo>
                  <a:lnTo>
                    <a:pt x="572663" y="4817552"/>
                  </a:lnTo>
                  <a:lnTo>
                    <a:pt x="572781" y="4817552"/>
                  </a:lnTo>
                  <a:lnTo>
                    <a:pt x="572899" y="4817552"/>
                  </a:lnTo>
                  <a:lnTo>
                    <a:pt x="573016" y="4817552"/>
                  </a:lnTo>
                  <a:lnTo>
                    <a:pt x="573134" y="4817552"/>
                  </a:lnTo>
                  <a:lnTo>
                    <a:pt x="573251" y="4817552"/>
                  </a:lnTo>
                  <a:lnTo>
                    <a:pt x="573369" y="4817552"/>
                  </a:lnTo>
                  <a:lnTo>
                    <a:pt x="573487" y="4817552"/>
                  </a:lnTo>
                  <a:lnTo>
                    <a:pt x="573487" y="4817122"/>
                  </a:lnTo>
                  <a:lnTo>
                    <a:pt x="573604" y="4817122"/>
                  </a:lnTo>
                  <a:lnTo>
                    <a:pt x="573722" y="4817122"/>
                  </a:lnTo>
                  <a:lnTo>
                    <a:pt x="573839" y="4817122"/>
                  </a:lnTo>
                  <a:lnTo>
                    <a:pt x="573957" y="4817122"/>
                  </a:lnTo>
                  <a:lnTo>
                    <a:pt x="574075" y="4817122"/>
                  </a:lnTo>
                  <a:lnTo>
                    <a:pt x="574192" y="4817122"/>
                  </a:lnTo>
                  <a:lnTo>
                    <a:pt x="574192" y="4816691"/>
                  </a:lnTo>
                  <a:lnTo>
                    <a:pt x="574310" y="4816691"/>
                  </a:lnTo>
                  <a:lnTo>
                    <a:pt x="574310" y="4816261"/>
                  </a:lnTo>
                  <a:lnTo>
                    <a:pt x="574310" y="4815830"/>
                  </a:lnTo>
                  <a:lnTo>
                    <a:pt x="574428" y="4815830"/>
                  </a:lnTo>
                  <a:lnTo>
                    <a:pt x="574545" y="4815830"/>
                  </a:lnTo>
                  <a:lnTo>
                    <a:pt x="574663" y="4815830"/>
                  </a:lnTo>
                  <a:lnTo>
                    <a:pt x="574780" y="4815830"/>
                  </a:lnTo>
                  <a:lnTo>
                    <a:pt x="574898" y="4815830"/>
                  </a:lnTo>
                  <a:lnTo>
                    <a:pt x="575016" y="4815830"/>
                  </a:lnTo>
                  <a:lnTo>
                    <a:pt x="575133" y="4815830"/>
                  </a:lnTo>
                  <a:lnTo>
                    <a:pt x="575251" y="4815830"/>
                  </a:lnTo>
                  <a:lnTo>
                    <a:pt x="575251" y="4815399"/>
                  </a:lnTo>
                  <a:lnTo>
                    <a:pt x="575251" y="4814969"/>
                  </a:lnTo>
                  <a:lnTo>
                    <a:pt x="575251" y="4814538"/>
                  </a:lnTo>
                  <a:lnTo>
                    <a:pt x="575368" y="4814538"/>
                  </a:lnTo>
                  <a:lnTo>
                    <a:pt x="575486" y="4814538"/>
                  </a:lnTo>
                  <a:lnTo>
                    <a:pt x="575604" y="4814538"/>
                  </a:lnTo>
                  <a:lnTo>
                    <a:pt x="575721" y="4814538"/>
                  </a:lnTo>
                  <a:lnTo>
                    <a:pt x="575839" y="4814538"/>
                  </a:lnTo>
                  <a:lnTo>
                    <a:pt x="575839" y="4814108"/>
                  </a:lnTo>
                  <a:lnTo>
                    <a:pt x="575957" y="4814108"/>
                  </a:lnTo>
                  <a:lnTo>
                    <a:pt x="576074" y="4814108"/>
                  </a:lnTo>
                  <a:lnTo>
                    <a:pt x="576192" y="4814108"/>
                  </a:lnTo>
                  <a:lnTo>
                    <a:pt x="576192" y="4813677"/>
                  </a:lnTo>
                  <a:lnTo>
                    <a:pt x="576192" y="4813246"/>
                  </a:lnTo>
                  <a:lnTo>
                    <a:pt x="576309" y="4813246"/>
                  </a:lnTo>
                  <a:lnTo>
                    <a:pt x="576427" y="4813246"/>
                  </a:lnTo>
                  <a:lnTo>
                    <a:pt x="576545" y="4813246"/>
                  </a:lnTo>
                  <a:lnTo>
                    <a:pt x="576662" y="4813246"/>
                  </a:lnTo>
                  <a:lnTo>
                    <a:pt x="576780" y="4813246"/>
                  </a:lnTo>
                  <a:lnTo>
                    <a:pt x="576780" y="4812816"/>
                  </a:lnTo>
                  <a:lnTo>
                    <a:pt x="576897" y="4812816"/>
                  </a:lnTo>
                  <a:lnTo>
                    <a:pt x="577015" y="4812816"/>
                  </a:lnTo>
                  <a:lnTo>
                    <a:pt x="577133" y="4812816"/>
                  </a:lnTo>
                  <a:lnTo>
                    <a:pt x="577133" y="4812385"/>
                  </a:lnTo>
                  <a:lnTo>
                    <a:pt x="577133" y="4811955"/>
                  </a:lnTo>
                  <a:lnTo>
                    <a:pt x="577133" y="4811524"/>
                  </a:lnTo>
                  <a:lnTo>
                    <a:pt x="577133" y="4811093"/>
                  </a:lnTo>
                  <a:lnTo>
                    <a:pt x="577250" y="4811093"/>
                  </a:lnTo>
                  <a:lnTo>
                    <a:pt x="577250" y="4810663"/>
                  </a:lnTo>
                  <a:lnTo>
                    <a:pt x="577368" y="4810663"/>
                  </a:lnTo>
                  <a:lnTo>
                    <a:pt x="577368" y="4810232"/>
                  </a:lnTo>
                  <a:lnTo>
                    <a:pt x="577486" y="4810232"/>
                  </a:lnTo>
                  <a:lnTo>
                    <a:pt x="577603" y="4810232"/>
                  </a:lnTo>
                  <a:lnTo>
                    <a:pt x="577603" y="4809802"/>
                  </a:lnTo>
                  <a:lnTo>
                    <a:pt x="577721" y="4809802"/>
                  </a:lnTo>
                  <a:lnTo>
                    <a:pt x="577838" y="4809802"/>
                  </a:lnTo>
                  <a:lnTo>
                    <a:pt x="577838" y="4809371"/>
                  </a:lnTo>
                  <a:lnTo>
                    <a:pt x="577838" y="4808940"/>
                  </a:lnTo>
                  <a:lnTo>
                    <a:pt x="577956" y="4808940"/>
                  </a:lnTo>
                  <a:lnTo>
                    <a:pt x="577956" y="4808510"/>
                  </a:lnTo>
                  <a:lnTo>
                    <a:pt x="578074" y="4808510"/>
                  </a:lnTo>
                  <a:lnTo>
                    <a:pt x="578074" y="4808079"/>
                  </a:lnTo>
                  <a:lnTo>
                    <a:pt x="578191" y="4808079"/>
                  </a:lnTo>
                  <a:lnTo>
                    <a:pt x="578309" y="4808079"/>
                  </a:lnTo>
                  <a:lnTo>
                    <a:pt x="578426" y="4808079"/>
                  </a:lnTo>
                  <a:lnTo>
                    <a:pt x="578544" y="4808079"/>
                  </a:lnTo>
                  <a:lnTo>
                    <a:pt x="578662" y="4808079"/>
                  </a:lnTo>
                  <a:lnTo>
                    <a:pt x="578779" y="4808079"/>
                  </a:lnTo>
                  <a:lnTo>
                    <a:pt x="578779" y="4807649"/>
                  </a:lnTo>
                  <a:lnTo>
                    <a:pt x="578779" y="4807218"/>
                  </a:lnTo>
                  <a:lnTo>
                    <a:pt x="578897" y="4807218"/>
                  </a:lnTo>
                  <a:lnTo>
                    <a:pt x="578897" y="4806787"/>
                  </a:lnTo>
                  <a:lnTo>
                    <a:pt x="579015" y="4806787"/>
                  </a:lnTo>
                  <a:lnTo>
                    <a:pt x="579015" y="4806357"/>
                  </a:lnTo>
                  <a:lnTo>
                    <a:pt x="579132" y="4806357"/>
                  </a:lnTo>
                  <a:lnTo>
                    <a:pt x="579250" y="4806357"/>
                  </a:lnTo>
                  <a:lnTo>
                    <a:pt x="579367" y="4806357"/>
                  </a:lnTo>
                  <a:lnTo>
                    <a:pt x="579367" y="4805926"/>
                  </a:lnTo>
                  <a:lnTo>
                    <a:pt x="579485" y="4805926"/>
                  </a:lnTo>
                  <a:lnTo>
                    <a:pt x="579485" y="4805496"/>
                  </a:lnTo>
                  <a:lnTo>
                    <a:pt x="579603" y="4805496"/>
                  </a:lnTo>
                  <a:lnTo>
                    <a:pt x="579720" y="4805496"/>
                  </a:lnTo>
                  <a:lnTo>
                    <a:pt x="579838" y="4805496"/>
                  </a:lnTo>
                  <a:lnTo>
                    <a:pt x="579955" y="4805496"/>
                  </a:lnTo>
                  <a:lnTo>
                    <a:pt x="580073" y="4805496"/>
                  </a:lnTo>
                  <a:lnTo>
                    <a:pt x="580073" y="4805065"/>
                  </a:lnTo>
                  <a:lnTo>
                    <a:pt x="580191" y="4805065"/>
                  </a:lnTo>
                  <a:lnTo>
                    <a:pt x="580191" y="4804634"/>
                  </a:lnTo>
                  <a:lnTo>
                    <a:pt x="580308" y="4804634"/>
                  </a:lnTo>
                  <a:lnTo>
                    <a:pt x="580426" y="4804634"/>
                  </a:lnTo>
                  <a:lnTo>
                    <a:pt x="580544" y="4804634"/>
                  </a:lnTo>
                  <a:lnTo>
                    <a:pt x="580544" y="4804204"/>
                  </a:lnTo>
                  <a:lnTo>
                    <a:pt x="580661" y="4804204"/>
                  </a:lnTo>
                  <a:lnTo>
                    <a:pt x="580661" y="4803773"/>
                  </a:lnTo>
                  <a:lnTo>
                    <a:pt x="580661" y="4803343"/>
                  </a:lnTo>
                  <a:lnTo>
                    <a:pt x="580779" y="4803343"/>
                  </a:lnTo>
                  <a:lnTo>
                    <a:pt x="580896" y="4803343"/>
                  </a:lnTo>
                  <a:lnTo>
                    <a:pt x="581014" y="4803343"/>
                  </a:lnTo>
                  <a:lnTo>
                    <a:pt x="581014" y="4802912"/>
                  </a:lnTo>
                  <a:lnTo>
                    <a:pt x="581132" y="4802912"/>
                  </a:lnTo>
                  <a:lnTo>
                    <a:pt x="581249" y="4802912"/>
                  </a:lnTo>
                  <a:lnTo>
                    <a:pt x="581367" y="4802912"/>
                  </a:lnTo>
                  <a:lnTo>
                    <a:pt x="581367" y="4802481"/>
                  </a:lnTo>
                  <a:lnTo>
                    <a:pt x="581484" y="4802481"/>
                  </a:lnTo>
                  <a:lnTo>
                    <a:pt x="581602" y="4802481"/>
                  </a:lnTo>
                  <a:lnTo>
                    <a:pt x="581720" y="4802481"/>
                  </a:lnTo>
                  <a:lnTo>
                    <a:pt x="581837" y="4802481"/>
                  </a:lnTo>
                  <a:lnTo>
                    <a:pt x="581837" y="4802051"/>
                  </a:lnTo>
                  <a:lnTo>
                    <a:pt x="581955" y="4802051"/>
                  </a:lnTo>
                  <a:lnTo>
                    <a:pt x="582072" y="4802051"/>
                  </a:lnTo>
                  <a:lnTo>
                    <a:pt x="582072" y="4801620"/>
                  </a:lnTo>
                  <a:lnTo>
                    <a:pt x="582190" y="4801620"/>
                  </a:lnTo>
                  <a:lnTo>
                    <a:pt x="582308" y="4801620"/>
                  </a:lnTo>
                  <a:lnTo>
                    <a:pt x="582425" y="4801620"/>
                  </a:lnTo>
                  <a:lnTo>
                    <a:pt x="582425" y="4801190"/>
                  </a:lnTo>
                  <a:lnTo>
                    <a:pt x="582543" y="4801190"/>
                  </a:lnTo>
                  <a:lnTo>
                    <a:pt x="582661" y="4801190"/>
                  </a:lnTo>
                  <a:lnTo>
                    <a:pt x="582661" y="4800759"/>
                  </a:lnTo>
                  <a:lnTo>
                    <a:pt x="582778" y="4800759"/>
                  </a:lnTo>
                  <a:lnTo>
                    <a:pt x="582896" y="4800759"/>
                  </a:lnTo>
                  <a:lnTo>
                    <a:pt x="583013" y="4800759"/>
                  </a:lnTo>
                  <a:lnTo>
                    <a:pt x="583131" y="4800759"/>
                  </a:lnTo>
                  <a:lnTo>
                    <a:pt x="583131" y="4800328"/>
                  </a:lnTo>
                  <a:lnTo>
                    <a:pt x="583249" y="4800328"/>
                  </a:lnTo>
                  <a:lnTo>
                    <a:pt x="583249" y="4799898"/>
                  </a:lnTo>
                  <a:lnTo>
                    <a:pt x="583366" y="4799898"/>
                  </a:lnTo>
                  <a:lnTo>
                    <a:pt x="583484" y="4799898"/>
                  </a:lnTo>
                  <a:lnTo>
                    <a:pt x="583484" y="4799467"/>
                  </a:lnTo>
                  <a:lnTo>
                    <a:pt x="583484" y="4799037"/>
                  </a:lnTo>
                  <a:lnTo>
                    <a:pt x="583601" y="4799037"/>
                  </a:lnTo>
                  <a:lnTo>
                    <a:pt x="583719" y="4799037"/>
                  </a:lnTo>
                  <a:lnTo>
                    <a:pt x="583719" y="4798606"/>
                  </a:lnTo>
                  <a:lnTo>
                    <a:pt x="583837" y="4798606"/>
                  </a:lnTo>
                  <a:lnTo>
                    <a:pt x="583954" y="4798606"/>
                  </a:lnTo>
                  <a:lnTo>
                    <a:pt x="583954" y="4798175"/>
                  </a:lnTo>
                  <a:lnTo>
                    <a:pt x="584072" y="4798175"/>
                  </a:lnTo>
                  <a:lnTo>
                    <a:pt x="584190" y="4798175"/>
                  </a:lnTo>
                  <a:lnTo>
                    <a:pt x="584307" y="4798175"/>
                  </a:lnTo>
                  <a:lnTo>
                    <a:pt x="584425" y="4798175"/>
                  </a:lnTo>
                  <a:lnTo>
                    <a:pt x="584542" y="4798175"/>
                  </a:lnTo>
                  <a:lnTo>
                    <a:pt x="584660" y="4798175"/>
                  </a:lnTo>
                  <a:lnTo>
                    <a:pt x="584778" y="4798175"/>
                  </a:lnTo>
                  <a:lnTo>
                    <a:pt x="584895" y="4798175"/>
                  </a:lnTo>
                  <a:lnTo>
                    <a:pt x="584895" y="4797745"/>
                  </a:lnTo>
                  <a:lnTo>
                    <a:pt x="585013" y="4797745"/>
                  </a:lnTo>
                  <a:lnTo>
                    <a:pt x="585130" y="4797745"/>
                  </a:lnTo>
                  <a:lnTo>
                    <a:pt x="585248" y="4797745"/>
                  </a:lnTo>
                  <a:lnTo>
                    <a:pt x="585248" y="4797314"/>
                  </a:lnTo>
                  <a:lnTo>
                    <a:pt x="585248" y="4796884"/>
                  </a:lnTo>
                  <a:lnTo>
                    <a:pt x="585248" y="4796453"/>
                  </a:lnTo>
                  <a:lnTo>
                    <a:pt x="585366" y="4796453"/>
                  </a:lnTo>
                  <a:lnTo>
                    <a:pt x="585483" y="4796453"/>
                  </a:lnTo>
                  <a:lnTo>
                    <a:pt x="585601" y="4796453"/>
                  </a:lnTo>
                  <a:lnTo>
                    <a:pt x="585719" y="4796453"/>
                  </a:lnTo>
                  <a:lnTo>
                    <a:pt x="585836" y="4796453"/>
                  </a:lnTo>
                  <a:lnTo>
                    <a:pt x="585954" y="4796453"/>
                  </a:lnTo>
                  <a:lnTo>
                    <a:pt x="586071" y="4796453"/>
                  </a:lnTo>
                  <a:lnTo>
                    <a:pt x="586189" y="4796453"/>
                  </a:lnTo>
                  <a:lnTo>
                    <a:pt x="586307" y="4796453"/>
                  </a:lnTo>
                  <a:lnTo>
                    <a:pt x="586424" y="4796453"/>
                  </a:lnTo>
                  <a:lnTo>
                    <a:pt x="586542" y="4796453"/>
                  </a:lnTo>
                  <a:lnTo>
                    <a:pt x="586659" y="4796453"/>
                  </a:lnTo>
                  <a:lnTo>
                    <a:pt x="586659" y="4796022"/>
                  </a:lnTo>
                  <a:lnTo>
                    <a:pt x="586659" y="4795592"/>
                  </a:lnTo>
                  <a:lnTo>
                    <a:pt x="586777" y="4795592"/>
                  </a:lnTo>
                  <a:lnTo>
                    <a:pt x="586895" y="4795592"/>
                  </a:lnTo>
                  <a:lnTo>
                    <a:pt x="587012" y="4795592"/>
                  </a:lnTo>
                  <a:lnTo>
                    <a:pt x="587130" y="4795592"/>
                  </a:lnTo>
                  <a:lnTo>
                    <a:pt x="587130" y="4795161"/>
                  </a:lnTo>
                  <a:lnTo>
                    <a:pt x="587130" y="4794731"/>
                  </a:lnTo>
                  <a:lnTo>
                    <a:pt x="587248" y="4794731"/>
                  </a:lnTo>
                  <a:lnTo>
                    <a:pt x="587365" y="4794731"/>
                  </a:lnTo>
                  <a:lnTo>
                    <a:pt x="587365" y="4794300"/>
                  </a:lnTo>
                  <a:lnTo>
                    <a:pt x="587483" y="4794300"/>
                  </a:lnTo>
                  <a:lnTo>
                    <a:pt x="587600" y="4794300"/>
                  </a:lnTo>
                  <a:lnTo>
                    <a:pt x="587718" y="4794300"/>
                  </a:lnTo>
                  <a:lnTo>
                    <a:pt x="587718" y="4793869"/>
                  </a:lnTo>
                  <a:lnTo>
                    <a:pt x="587836" y="4793869"/>
                  </a:lnTo>
                  <a:lnTo>
                    <a:pt x="587836" y="4793439"/>
                  </a:lnTo>
                  <a:lnTo>
                    <a:pt x="587836" y="4793008"/>
                  </a:lnTo>
                  <a:lnTo>
                    <a:pt x="587953" y="4793008"/>
                  </a:lnTo>
                  <a:lnTo>
                    <a:pt x="587953" y="4792578"/>
                  </a:lnTo>
                  <a:lnTo>
                    <a:pt x="587953" y="4792147"/>
                  </a:lnTo>
                  <a:lnTo>
                    <a:pt x="588071" y="4792147"/>
                  </a:lnTo>
                  <a:lnTo>
                    <a:pt x="588071" y="4791716"/>
                  </a:lnTo>
                  <a:lnTo>
                    <a:pt x="588188" y="4791716"/>
                  </a:lnTo>
                  <a:lnTo>
                    <a:pt x="588306" y="4791716"/>
                  </a:lnTo>
                  <a:lnTo>
                    <a:pt x="588306" y="4791286"/>
                  </a:lnTo>
                  <a:lnTo>
                    <a:pt x="588424" y="4791286"/>
                  </a:lnTo>
                  <a:lnTo>
                    <a:pt x="588541" y="4791286"/>
                  </a:lnTo>
                  <a:lnTo>
                    <a:pt x="588541" y="4790855"/>
                  </a:lnTo>
                  <a:lnTo>
                    <a:pt x="588541" y="4790425"/>
                  </a:lnTo>
                  <a:lnTo>
                    <a:pt x="588659" y="4790425"/>
                  </a:lnTo>
                  <a:lnTo>
                    <a:pt x="588777" y="4790425"/>
                  </a:lnTo>
                  <a:lnTo>
                    <a:pt x="588777" y="4789994"/>
                  </a:lnTo>
                  <a:lnTo>
                    <a:pt x="588894" y="4789994"/>
                  </a:lnTo>
                  <a:lnTo>
                    <a:pt x="588894" y="4789563"/>
                  </a:lnTo>
                  <a:lnTo>
                    <a:pt x="589012" y="4789563"/>
                  </a:lnTo>
                  <a:lnTo>
                    <a:pt x="589012" y="4789133"/>
                  </a:lnTo>
                  <a:lnTo>
                    <a:pt x="589129" y="4789133"/>
                  </a:lnTo>
                  <a:lnTo>
                    <a:pt x="589129" y="4788702"/>
                  </a:lnTo>
                  <a:lnTo>
                    <a:pt x="589247" y="4788702"/>
                  </a:lnTo>
                  <a:lnTo>
                    <a:pt x="589365" y="4788702"/>
                  </a:lnTo>
                  <a:lnTo>
                    <a:pt x="589365" y="4788272"/>
                  </a:lnTo>
                  <a:lnTo>
                    <a:pt x="589482" y="4788272"/>
                  </a:lnTo>
                  <a:lnTo>
                    <a:pt x="589600" y="4788272"/>
                  </a:lnTo>
                  <a:lnTo>
                    <a:pt x="589717" y="4788272"/>
                  </a:lnTo>
                  <a:lnTo>
                    <a:pt x="589835" y="4788272"/>
                  </a:lnTo>
                  <a:lnTo>
                    <a:pt x="589835" y="4787841"/>
                  </a:lnTo>
                  <a:lnTo>
                    <a:pt x="589953" y="4787841"/>
                  </a:lnTo>
                  <a:lnTo>
                    <a:pt x="590070" y="4787841"/>
                  </a:lnTo>
                  <a:lnTo>
                    <a:pt x="590188" y="4787841"/>
                  </a:lnTo>
                  <a:lnTo>
                    <a:pt x="590305" y="4787841"/>
                  </a:lnTo>
                  <a:lnTo>
                    <a:pt x="590305" y="4787410"/>
                  </a:lnTo>
                  <a:lnTo>
                    <a:pt x="590305" y="4786980"/>
                  </a:lnTo>
                  <a:lnTo>
                    <a:pt x="590305" y="4786549"/>
                  </a:lnTo>
                  <a:lnTo>
                    <a:pt x="590305" y="4786119"/>
                  </a:lnTo>
                  <a:lnTo>
                    <a:pt x="590423" y="4786119"/>
                  </a:lnTo>
                  <a:lnTo>
                    <a:pt x="590423" y="4785688"/>
                  </a:lnTo>
                  <a:lnTo>
                    <a:pt x="590423" y="4785257"/>
                  </a:lnTo>
                  <a:lnTo>
                    <a:pt x="590423" y="4784827"/>
                  </a:lnTo>
                  <a:lnTo>
                    <a:pt x="590541" y="4784827"/>
                  </a:lnTo>
                  <a:lnTo>
                    <a:pt x="590541" y="4784396"/>
                  </a:lnTo>
                  <a:lnTo>
                    <a:pt x="590658" y="4784396"/>
                  </a:lnTo>
                  <a:lnTo>
                    <a:pt x="590658" y="4783966"/>
                  </a:lnTo>
                  <a:lnTo>
                    <a:pt x="590776" y="4783966"/>
                  </a:lnTo>
                  <a:lnTo>
                    <a:pt x="590776" y="4783535"/>
                  </a:lnTo>
                  <a:lnTo>
                    <a:pt x="590894" y="4783535"/>
                  </a:lnTo>
                  <a:lnTo>
                    <a:pt x="591011" y="4783535"/>
                  </a:lnTo>
                  <a:lnTo>
                    <a:pt x="591129" y="4783535"/>
                  </a:lnTo>
                  <a:lnTo>
                    <a:pt x="591246" y="4783535"/>
                  </a:lnTo>
                  <a:lnTo>
                    <a:pt x="591246" y="4783104"/>
                  </a:lnTo>
                  <a:lnTo>
                    <a:pt x="591364" y="4783104"/>
                  </a:lnTo>
                  <a:lnTo>
                    <a:pt x="591364" y="4782674"/>
                  </a:lnTo>
                  <a:lnTo>
                    <a:pt x="591364" y="4782243"/>
                  </a:lnTo>
                  <a:lnTo>
                    <a:pt x="591482" y="4782243"/>
                  </a:lnTo>
                  <a:lnTo>
                    <a:pt x="591482" y="4781813"/>
                  </a:lnTo>
                  <a:lnTo>
                    <a:pt x="591599" y="4781813"/>
                  </a:lnTo>
                  <a:lnTo>
                    <a:pt x="591717" y="4781813"/>
                  </a:lnTo>
                  <a:lnTo>
                    <a:pt x="591834" y="4781813"/>
                  </a:lnTo>
                  <a:lnTo>
                    <a:pt x="591952" y="4781813"/>
                  </a:lnTo>
                  <a:lnTo>
                    <a:pt x="592070" y="4781813"/>
                  </a:lnTo>
                  <a:lnTo>
                    <a:pt x="592187" y="4781813"/>
                  </a:lnTo>
                  <a:lnTo>
                    <a:pt x="592305" y="4781813"/>
                  </a:lnTo>
                  <a:lnTo>
                    <a:pt x="592423" y="4781813"/>
                  </a:lnTo>
                  <a:lnTo>
                    <a:pt x="592540" y="4781813"/>
                  </a:lnTo>
                  <a:lnTo>
                    <a:pt x="592658" y="4781813"/>
                  </a:lnTo>
                  <a:lnTo>
                    <a:pt x="592775" y="4781813"/>
                  </a:lnTo>
                  <a:lnTo>
                    <a:pt x="592893" y="4781813"/>
                  </a:lnTo>
                  <a:lnTo>
                    <a:pt x="593011" y="4781813"/>
                  </a:lnTo>
                  <a:lnTo>
                    <a:pt x="593128" y="4781813"/>
                  </a:lnTo>
                  <a:lnTo>
                    <a:pt x="593128" y="4781382"/>
                  </a:lnTo>
                  <a:lnTo>
                    <a:pt x="593246" y="4781382"/>
                  </a:lnTo>
                  <a:lnTo>
                    <a:pt x="593246" y="4780951"/>
                  </a:lnTo>
                  <a:lnTo>
                    <a:pt x="593246" y="4780521"/>
                  </a:lnTo>
                  <a:lnTo>
                    <a:pt x="593363" y="4780521"/>
                  </a:lnTo>
                  <a:lnTo>
                    <a:pt x="593481" y="4780521"/>
                  </a:lnTo>
                  <a:lnTo>
                    <a:pt x="593481" y="4780090"/>
                  </a:lnTo>
                  <a:lnTo>
                    <a:pt x="593599" y="4780090"/>
                  </a:lnTo>
                  <a:lnTo>
                    <a:pt x="593716" y="4780090"/>
                  </a:lnTo>
                  <a:lnTo>
                    <a:pt x="593834" y="4780090"/>
                  </a:lnTo>
                  <a:lnTo>
                    <a:pt x="593834" y="4779660"/>
                  </a:lnTo>
                  <a:lnTo>
                    <a:pt x="593952" y="4779660"/>
                  </a:lnTo>
                  <a:lnTo>
                    <a:pt x="594069" y="4779660"/>
                  </a:lnTo>
                  <a:lnTo>
                    <a:pt x="594187" y="4779660"/>
                  </a:lnTo>
                  <a:lnTo>
                    <a:pt x="594304" y="4779660"/>
                  </a:lnTo>
                  <a:lnTo>
                    <a:pt x="594422" y="4779660"/>
                  </a:lnTo>
                  <a:lnTo>
                    <a:pt x="594422" y="4779229"/>
                  </a:lnTo>
                  <a:lnTo>
                    <a:pt x="594540" y="4779229"/>
                  </a:lnTo>
                  <a:lnTo>
                    <a:pt x="594657" y="4779229"/>
                  </a:lnTo>
                  <a:lnTo>
                    <a:pt x="594657" y="4778798"/>
                  </a:lnTo>
                  <a:lnTo>
                    <a:pt x="594657" y="4778368"/>
                  </a:lnTo>
                  <a:lnTo>
                    <a:pt x="594775" y="4778368"/>
                  </a:lnTo>
                  <a:lnTo>
                    <a:pt x="594892" y="4778368"/>
                  </a:lnTo>
                  <a:lnTo>
                    <a:pt x="594892" y="4777937"/>
                  </a:lnTo>
                  <a:lnTo>
                    <a:pt x="594892" y="4777507"/>
                  </a:lnTo>
                  <a:lnTo>
                    <a:pt x="594892" y="4777076"/>
                  </a:lnTo>
                  <a:lnTo>
                    <a:pt x="594892" y="4776645"/>
                  </a:lnTo>
                  <a:lnTo>
                    <a:pt x="595010" y="4776645"/>
                  </a:lnTo>
                  <a:lnTo>
                    <a:pt x="595010" y="4776215"/>
                  </a:lnTo>
                  <a:lnTo>
                    <a:pt x="595010" y="4775784"/>
                  </a:lnTo>
                  <a:lnTo>
                    <a:pt x="595128" y="4775784"/>
                  </a:lnTo>
                  <a:lnTo>
                    <a:pt x="595245" y="4775784"/>
                  </a:lnTo>
                  <a:lnTo>
                    <a:pt x="595363" y="4775784"/>
                  </a:lnTo>
                  <a:lnTo>
                    <a:pt x="595481" y="4775784"/>
                  </a:lnTo>
                  <a:lnTo>
                    <a:pt x="595598" y="4775784"/>
                  </a:lnTo>
                  <a:lnTo>
                    <a:pt x="595716" y="4775784"/>
                  </a:lnTo>
                  <a:lnTo>
                    <a:pt x="595716" y="4775354"/>
                  </a:lnTo>
                  <a:lnTo>
                    <a:pt x="595716" y="4774923"/>
                  </a:lnTo>
                  <a:lnTo>
                    <a:pt x="595716" y="4774492"/>
                  </a:lnTo>
                  <a:lnTo>
                    <a:pt x="595716" y="4774062"/>
                  </a:lnTo>
                  <a:lnTo>
                    <a:pt x="595833" y="4774062"/>
                  </a:lnTo>
                  <a:lnTo>
                    <a:pt x="595951" y="4774062"/>
                  </a:lnTo>
                  <a:lnTo>
                    <a:pt x="595951" y="4773631"/>
                  </a:lnTo>
                  <a:lnTo>
                    <a:pt x="596069" y="4773631"/>
                  </a:lnTo>
                  <a:lnTo>
                    <a:pt x="596069" y="4773201"/>
                  </a:lnTo>
                  <a:lnTo>
                    <a:pt x="596069" y="4772770"/>
                  </a:lnTo>
                  <a:lnTo>
                    <a:pt x="596186" y="4772770"/>
                  </a:lnTo>
                  <a:lnTo>
                    <a:pt x="596186" y="4772339"/>
                  </a:lnTo>
                  <a:lnTo>
                    <a:pt x="596304" y="4772339"/>
                  </a:lnTo>
                  <a:lnTo>
                    <a:pt x="596304" y="4771909"/>
                  </a:lnTo>
                  <a:lnTo>
                    <a:pt x="596421" y="4771909"/>
                  </a:lnTo>
                  <a:lnTo>
                    <a:pt x="596539" y="4771909"/>
                  </a:lnTo>
                  <a:lnTo>
                    <a:pt x="596657" y="4771909"/>
                  </a:lnTo>
                  <a:lnTo>
                    <a:pt x="596774" y="4771909"/>
                  </a:lnTo>
                  <a:lnTo>
                    <a:pt x="596892" y="4771909"/>
                  </a:lnTo>
                  <a:lnTo>
                    <a:pt x="596892" y="4771478"/>
                  </a:lnTo>
                  <a:lnTo>
                    <a:pt x="596892" y="4771048"/>
                  </a:lnTo>
                  <a:lnTo>
                    <a:pt x="597010" y="4771048"/>
                  </a:lnTo>
                  <a:lnTo>
                    <a:pt x="597010" y="4770617"/>
                  </a:lnTo>
                  <a:lnTo>
                    <a:pt x="597010" y="4770186"/>
                  </a:lnTo>
                  <a:lnTo>
                    <a:pt x="597010" y="4769756"/>
                  </a:lnTo>
                  <a:lnTo>
                    <a:pt x="597010" y="4769325"/>
                  </a:lnTo>
                  <a:lnTo>
                    <a:pt x="597010" y="4768895"/>
                  </a:lnTo>
                  <a:lnTo>
                    <a:pt x="597127" y="4768895"/>
                  </a:lnTo>
                  <a:lnTo>
                    <a:pt x="597245" y="4768895"/>
                  </a:lnTo>
                  <a:lnTo>
                    <a:pt x="597245" y="4768464"/>
                  </a:lnTo>
                  <a:lnTo>
                    <a:pt x="597362" y="4768464"/>
                  </a:lnTo>
                  <a:lnTo>
                    <a:pt x="597362" y="4768033"/>
                  </a:lnTo>
                  <a:lnTo>
                    <a:pt x="597362" y="4767603"/>
                  </a:lnTo>
                  <a:lnTo>
                    <a:pt x="597480" y="4767603"/>
                  </a:lnTo>
                  <a:lnTo>
                    <a:pt x="597598" y="4767603"/>
                  </a:lnTo>
                  <a:lnTo>
                    <a:pt x="597598" y="4767172"/>
                  </a:lnTo>
                  <a:lnTo>
                    <a:pt x="597598" y="4766742"/>
                  </a:lnTo>
                  <a:lnTo>
                    <a:pt x="597715" y="4766742"/>
                  </a:lnTo>
                  <a:lnTo>
                    <a:pt x="597715" y="4766311"/>
                  </a:lnTo>
                  <a:lnTo>
                    <a:pt x="597833" y="4766311"/>
                  </a:lnTo>
                  <a:lnTo>
                    <a:pt x="597833" y="4765880"/>
                  </a:lnTo>
                  <a:lnTo>
                    <a:pt x="597950" y="4765880"/>
                  </a:lnTo>
                  <a:lnTo>
                    <a:pt x="598068" y="4765880"/>
                  </a:lnTo>
                  <a:lnTo>
                    <a:pt x="598068" y="4765450"/>
                  </a:lnTo>
                  <a:lnTo>
                    <a:pt x="598068" y="4765019"/>
                  </a:lnTo>
                  <a:lnTo>
                    <a:pt x="598068" y="4764589"/>
                  </a:lnTo>
                  <a:lnTo>
                    <a:pt x="598186" y="4764589"/>
                  </a:lnTo>
                  <a:lnTo>
                    <a:pt x="598303" y="4764589"/>
                  </a:lnTo>
                  <a:lnTo>
                    <a:pt x="598421" y="4764589"/>
                  </a:lnTo>
                  <a:lnTo>
                    <a:pt x="598538" y="4764589"/>
                  </a:lnTo>
                  <a:lnTo>
                    <a:pt x="598656" y="4764589"/>
                  </a:lnTo>
                  <a:lnTo>
                    <a:pt x="598774" y="4764589"/>
                  </a:lnTo>
                  <a:lnTo>
                    <a:pt x="598891" y="4764589"/>
                  </a:lnTo>
                  <a:lnTo>
                    <a:pt x="598891" y="4764158"/>
                  </a:lnTo>
                  <a:lnTo>
                    <a:pt x="598891" y="4763727"/>
                  </a:lnTo>
                  <a:lnTo>
                    <a:pt x="598891" y="4763297"/>
                  </a:lnTo>
                  <a:lnTo>
                    <a:pt x="599009" y="4763297"/>
                  </a:lnTo>
                  <a:lnTo>
                    <a:pt x="599127" y="4763297"/>
                  </a:lnTo>
                  <a:lnTo>
                    <a:pt x="599127" y="4762866"/>
                  </a:lnTo>
                  <a:lnTo>
                    <a:pt x="599244" y="4762866"/>
                  </a:lnTo>
                  <a:lnTo>
                    <a:pt x="599362" y="4762866"/>
                  </a:lnTo>
                  <a:lnTo>
                    <a:pt x="599479" y="4762866"/>
                  </a:lnTo>
                  <a:lnTo>
                    <a:pt x="599597" y="4762866"/>
                  </a:lnTo>
                  <a:lnTo>
                    <a:pt x="599715" y="4762866"/>
                  </a:lnTo>
                  <a:lnTo>
                    <a:pt x="599832" y="4762866"/>
                  </a:lnTo>
                  <a:lnTo>
                    <a:pt x="599832" y="4762436"/>
                  </a:lnTo>
                  <a:lnTo>
                    <a:pt x="599832" y="4762005"/>
                  </a:lnTo>
                  <a:lnTo>
                    <a:pt x="599950" y="4762005"/>
                  </a:lnTo>
                  <a:lnTo>
                    <a:pt x="600067" y="4762005"/>
                  </a:lnTo>
                  <a:lnTo>
                    <a:pt x="600185" y="4762005"/>
                  </a:lnTo>
                  <a:lnTo>
                    <a:pt x="600185" y="4761574"/>
                  </a:lnTo>
                  <a:lnTo>
                    <a:pt x="600303" y="4761574"/>
                  </a:lnTo>
                  <a:lnTo>
                    <a:pt x="600303" y="4761144"/>
                  </a:lnTo>
                  <a:lnTo>
                    <a:pt x="600303" y="4760713"/>
                  </a:lnTo>
                  <a:lnTo>
                    <a:pt x="600420" y="4760713"/>
                  </a:lnTo>
                  <a:lnTo>
                    <a:pt x="600420" y="4760283"/>
                  </a:lnTo>
                  <a:lnTo>
                    <a:pt x="600420" y="4759852"/>
                  </a:lnTo>
                  <a:lnTo>
                    <a:pt x="600420" y="4759421"/>
                  </a:lnTo>
                  <a:lnTo>
                    <a:pt x="600538" y="4759421"/>
                  </a:lnTo>
                  <a:lnTo>
                    <a:pt x="600656" y="4759421"/>
                  </a:lnTo>
                  <a:lnTo>
                    <a:pt x="600656" y="4758991"/>
                  </a:lnTo>
                  <a:lnTo>
                    <a:pt x="600656" y="4758560"/>
                  </a:lnTo>
                  <a:lnTo>
                    <a:pt x="600656" y="4758130"/>
                  </a:lnTo>
                  <a:lnTo>
                    <a:pt x="600773" y="4758130"/>
                  </a:lnTo>
                  <a:lnTo>
                    <a:pt x="600891" y="4758130"/>
                  </a:lnTo>
                  <a:lnTo>
                    <a:pt x="601008" y="4758130"/>
                  </a:lnTo>
                  <a:lnTo>
                    <a:pt x="601126" y="4758130"/>
                  </a:lnTo>
                  <a:lnTo>
                    <a:pt x="601126" y="4757699"/>
                  </a:lnTo>
                  <a:lnTo>
                    <a:pt x="601244" y="4757699"/>
                  </a:lnTo>
                  <a:lnTo>
                    <a:pt x="601244" y="4757268"/>
                  </a:lnTo>
                  <a:lnTo>
                    <a:pt x="601361" y="4757268"/>
                  </a:lnTo>
                  <a:lnTo>
                    <a:pt x="601361" y="4756838"/>
                  </a:lnTo>
                  <a:lnTo>
                    <a:pt x="601479" y="4756838"/>
                  </a:lnTo>
                  <a:lnTo>
                    <a:pt x="601479" y="4756407"/>
                  </a:lnTo>
                  <a:lnTo>
                    <a:pt x="601479" y="4755977"/>
                  </a:lnTo>
                  <a:lnTo>
                    <a:pt x="601596" y="4755977"/>
                  </a:lnTo>
                  <a:lnTo>
                    <a:pt x="601714" y="4755977"/>
                  </a:lnTo>
                  <a:lnTo>
                    <a:pt x="601832" y="4755977"/>
                  </a:lnTo>
                  <a:lnTo>
                    <a:pt x="601832" y="4755546"/>
                  </a:lnTo>
                  <a:lnTo>
                    <a:pt x="601949" y="4755546"/>
                  </a:lnTo>
                  <a:lnTo>
                    <a:pt x="601949" y="4755115"/>
                  </a:lnTo>
                  <a:lnTo>
                    <a:pt x="601949" y="4754685"/>
                  </a:lnTo>
                  <a:lnTo>
                    <a:pt x="601949" y="4754254"/>
                  </a:lnTo>
                  <a:lnTo>
                    <a:pt x="602067" y="4754254"/>
                  </a:lnTo>
                  <a:lnTo>
                    <a:pt x="602185" y="4754254"/>
                  </a:lnTo>
                  <a:lnTo>
                    <a:pt x="602302" y="4754254"/>
                  </a:lnTo>
                  <a:lnTo>
                    <a:pt x="602302" y="4753824"/>
                  </a:lnTo>
                  <a:lnTo>
                    <a:pt x="602302" y="4753393"/>
                  </a:lnTo>
                  <a:lnTo>
                    <a:pt x="602420" y="4753393"/>
                  </a:lnTo>
                  <a:lnTo>
                    <a:pt x="602537" y="4753393"/>
                  </a:lnTo>
                  <a:lnTo>
                    <a:pt x="602655" y="4753393"/>
                  </a:lnTo>
                  <a:lnTo>
                    <a:pt x="602773" y="4753393"/>
                  </a:lnTo>
                  <a:lnTo>
                    <a:pt x="602773" y="4752962"/>
                  </a:lnTo>
                  <a:lnTo>
                    <a:pt x="602773" y="4752532"/>
                  </a:lnTo>
                  <a:lnTo>
                    <a:pt x="602773" y="4752101"/>
                  </a:lnTo>
                  <a:lnTo>
                    <a:pt x="602890" y="4752101"/>
                  </a:lnTo>
                  <a:lnTo>
                    <a:pt x="603008" y="4752101"/>
                  </a:lnTo>
                  <a:lnTo>
                    <a:pt x="603125" y="4752101"/>
                  </a:lnTo>
                  <a:lnTo>
                    <a:pt x="603125" y="4751671"/>
                  </a:lnTo>
                  <a:lnTo>
                    <a:pt x="603243" y="4751671"/>
                  </a:lnTo>
                  <a:lnTo>
                    <a:pt x="603361" y="4751671"/>
                  </a:lnTo>
                  <a:lnTo>
                    <a:pt x="603478" y="4751671"/>
                  </a:lnTo>
                  <a:lnTo>
                    <a:pt x="603596" y="4751671"/>
                  </a:lnTo>
                  <a:lnTo>
                    <a:pt x="603714" y="4751671"/>
                  </a:lnTo>
                  <a:lnTo>
                    <a:pt x="603714" y="4751240"/>
                  </a:lnTo>
                  <a:lnTo>
                    <a:pt x="603714" y="4750809"/>
                  </a:lnTo>
                  <a:lnTo>
                    <a:pt x="603831" y="4750809"/>
                  </a:lnTo>
                  <a:lnTo>
                    <a:pt x="603949" y="4750809"/>
                  </a:lnTo>
                  <a:lnTo>
                    <a:pt x="604066" y="4750809"/>
                  </a:lnTo>
                  <a:lnTo>
                    <a:pt x="604184" y="4750809"/>
                  </a:lnTo>
                  <a:lnTo>
                    <a:pt x="604302" y="4750809"/>
                  </a:lnTo>
                  <a:lnTo>
                    <a:pt x="604302" y="4750379"/>
                  </a:lnTo>
                  <a:lnTo>
                    <a:pt x="604419" y="4750379"/>
                  </a:lnTo>
                  <a:lnTo>
                    <a:pt x="604419" y="4749948"/>
                  </a:lnTo>
                  <a:lnTo>
                    <a:pt x="604419" y="4749518"/>
                  </a:lnTo>
                  <a:lnTo>
                    <a:pt x="604537" y="4749518"/>
                  </a:lnTo>
                  <a:lnTo>
                    <a:pt x="604654" y="4749518"/>
                  </a:lnTo>
                  <a:lnTo>
                    <a:pt x="604654" y="4749087"/>
                  </a:lnTo>
                  <a:lnTo>
                    <a:pt x="604772" y="4749087"/>
                  </a:lnTo>
                  <a:lnTo>
                    <a:pt x="604890" y="4749087"/>
                  </a:lnTo>
                  <a:lnTo>
                    <a:pt x="605007" y="4749087"/>
                  </a:lnTo>
                  <a:lnTo>
                    <a:pt x="605007" y="4748656"/>
                  </a:lnTo>
                  <a:lnTo>
                    <a:pt x="605125" y="4748656"/>
                  </a:lnTo>
                  <a:lnTo>
                    <a:pt x="605243" y="4748656"/>
                  </a:lnTo>
                  <a:lnTo>
                    <a:pt x="605243" y="4748226"/>
                  </a:lnTo>
                  <a:lnTo>
                    <a:pt x="605360" y="4748226"/>
                  </a:lnTo>
                  <a:lnTo>
                    <a:pt x="605478" y="4748226"/>
                  </a:lnTo>
                  <a:lnTo>
                    <a:pt x="605595" y="4748226"/>
                  </a:lnTo>
                  <a:lnTo>
                    <a:pt x="605713" y="4748226"/>
                  </a:lnTo>
                  <a:lnTo>
                    <a:pt x="605713" y="4747795"/>
                  </a:lnTo>
                  <a:lnTo>
                    <a:pt x="605713" y="4747365"/>
                  </a:lnTo>
                  <a:lnTo>
                    <a:pt x="605713" y="4746934"/>
                  </a:lnTo>
                  <a:lnTo>
                    <a:pt x="605713" y="4746503"/>
                  </a:lnTo>
                  <a:lnTo>
                    <a:pt x="605831" y="4746503"/>
                  </a:lnTo>
                  <a:lnTo>
                    <a:pt x="605831" y="4746073"/>
                  </a:lnTo>
                  <a:lnTo>
                    <a:pt x="605948" y="4746073"/>
                  </a:lnTo>
                  <a:lnTo>
                    <a:pt x="606066" y="4746073"/>
                  </a:lnTo>
                  <a:lnTo>
                    <a:pt x="606183" y="4746073"/>
                  </a:lnTo>
                  <a:lnTo>
                    <a:pt x="606183" y="4745642"/>
                  </a:lnTo>
                  <a:lnTo>
                    <a:pt x="606301" y="4745642"/>
                  </a:lnTo>
                  <a:lnTo>
                    <a:pt x="606301" y="4745212"/>
                  </a:lnTo>
                  <a:lnTo>
                    <a:pt x="606419" y="4745212"/>
                  </a:lnTo>
                  <a:lnTo>
                    <a:pt x="606536" y="4745212"/>
                  </a:lnTo>
                  <a:lnTo>
                    <a:pt x="606654" y="4745212"/>
                  </a:lnTo>
                  <a:lnTo>
                    <a:pt x="606654" y="4744781"/>
                  </a:lnTo>
                  <a:lnTo>
                    <a:pt x="606771" y="4744781"/>
                  </a:lnTo>
                  <a:lnTo>
                    <a:pt x="606889" y="4744781"/>
                  </a:lnTo>
                  <a:lnTo>
                    <a:pt x="607007" y="4744781"/>
                  </a:lnTo>
                  <a:lnTo>
                    <a:pt x="607007" y="4744350"/>
                  </a:lnTo>
                  <a:lnTo>
                    <a:pt x="607124" y="4744350"/>
                  </a:lnTo>
                  <a:lnTo>
                    <a:pt x="607242" y="4744350"/>
                  </a:lnTo>
                  <a:lnTo>
                    <a:pt x="607360" y="4744350"/>
                  </a:lnTo>
                  <a:lnTo>
                    <a:pt x="607477" y="4744350"/>
                  </a:lnTo>
                  <a:lnTo>
                    <a:pt x="607595" y="4744350"/>
                  </a:lnTo>
                  <a:lnTo>
                    <a:pt x="607712" y="4744350"/>
                  </a:lnTo>
                  <a:lnTo>
                    <a:pt x="607830" y="4744350"/>
                  </a:lnTo>
                  <a:lnTo>
                    <a:pt x="607830" y="4743920"/>
                  </a:lnTo>
                  <a:lnTo>
                    <a:pt x="607948" y="4743920"/>
                  </a:lnTo>
                  <a:lnTo>
                    <a:pt x="608065" y="4743920"/>
                  </a:lnTo>
                  <a:lnTo>
                    <a:pt x="608183" y="4743920"/>
                  </a:lnTo>
                  <a:lnTo>
                    <a:pt x="608300" y="4743920"/>
                  </a:lnTo>
                  <a:lnTo>
                    <a:pt x="608418" y="4743920"/>
                  </a:lnTo>
                  <a:lnTo>
                    <a:pt x="608418" y="4743489"/>
                  </a:lnTo>
                  <a:lnTo>
                    <a:pt x="608536" y="4743489"/>
                  </a:lnTo>
                  <a:lnTo>
                    <a:pt x="608653" y="4743489"/>
                  </a:lnTo>
                  <a:lnTo>
                    <a:pt x="608771" y="4743489"/>
                  </a:lnTo>
                  <a:lnTo>
                    <a:pt x="608889" y="4743489"/>
                  </a:lnTo>
                  <a:lnTo>
                    <a:pt x="609006" y="4743489"/>
                  </a:lnTo>
                  <a:lnTo>
                    <a:pt x="609124" y="4743489"/>
                  </a:lnTo>
                  <a:lnTo>
                    <a:pt x="609241" y="4743489"/>
                  </a:lnTo>
                  <a:lnTo>
                    <a:pt x="609241" y="4743059"/>
                  </a:lnTo>
                  <a:lnTo>
                    <a:pt x="609359" y="4743059"/>
                  </a:lnTo>
                  <a:lnTo>
                    <a:pt x="609359" y="4742628"/>
                  </a:lnTo>
                  <a:lnTo>
                    <a:pt x="609359" y="4742197"/>
                  </a:lnTo>
                  <a:lnTo>
                    <a:pt x="609359" y="4741767"/>
                  </a:lnTo>
                  <a:lnTo>
                    <a:pt x="609477" y="4741767"/>
                  </a:lnTo>
                  <a:lnTo>
                    <a:pt x="609594" y="4741767"/>
                  </a:lnTo>
                  <a:lnTo>
                    <a:pt x="609712" y="4741767"/>
                  </a:lnTo>
                  <a:lnTo>
                    <a:pt x="609829" y="4741767"/>
                  </a:lnTo>
                  <a:lnTo>
                    <a:pt x="609829" y="4741336"/>
                  </a:lnTo>
                  <a:lnTo>
                    <a:pt x="609947" y="4741336"/>
                  </a:lnTo>
                  <a:lnTo>
                    <a:pt x="609947" y="4740906"/>
                  </a:lnTo>
                  <a:lnTo>
                    <a:pt x="609947" y="4740475"/>
                  </a:lnTo>
                  <a:lnTo>
                    <a:pt x="610065" y="4740475"/>
                  </a:lnTo>
                  <a:lnTo>
                    <a:pt x="610182" y="4740475"/>
                  </a:lnTo>
                  <a:lnTo>
                    <a:pt x="610300" y="4740475"/>
                  </a:lnTo>
                  <a:lnTo>
                    <a:pt x="610418" y="4740475"/>
                  </a:lnTo>
                  <a:lnTo>
                    <a:pt x="610535" y="4740475"/>
                  </a:lnTo>
                  <a:lnTo>
                    <a:pt x="610653" y="4740475"/>
                  </a:lnTo>
                  <a:lnTo>
                    <a:pt x="610770" y="4740475"/>
                  </a:lnTo>
                  <a:lnTo>
                    <a:pt x="610770" y="4740044"/>
                  </a:lnTo>
                  <a:lnTo>
                    <a:pt x="610770" y="4739614"/>
                  </a:lnTo>
                  <a:lnTo>
                    <a:pt x="610888" y="4739614"/>
                  </a:lnTo>
                  <a:lnTo>
                    <a:pt x="610888" y="4739183"/>
                  </a:lnTo>
                  <a:lnTo>
                    <a:pt x="611006" y="4739183"/>
                  </a:lnTo>
                  <a:lnTo>
                    <a:pt x="611006" y="4738753"/>
                  </a:lnTo>
                  <a:lnTo>
                    <a:pt x="611123" y="4738753"/>
                  </a:lnTo>
                  <a:lnTo>
                    <a:pt x="611241" y="4738753"/>
                  </a:lnTo>
                  <a:lnTo>
                    <a:pt x="611241" y="4738322"/>
                  </a:lnTo>
                  <a:lnTo>
                    <a:pt x="611358" y="4738322"/>
                  </a:lnTo>
                  <a:lnTo>
                    <a:pt x="611476" y="4738322"/>
                  </a:lnTo>
                  <a:lnTo>
                    <a:pt x="611594" y="4738322"/>
                  </a:lnTo>
                  <a:lnTo>
                    <a:pt x="611594" y="4737891"/>
                  </a:lnTo>
                  <a:lnTo>
                    <a:pt x="611594" y="4737461"/>
                  </a:lnTo>
                  <a:lnTo>
                    <a:pt x="611711" y="4737461"/>
                  </a:lnTo>
                  <a:lnTo>
                    <a:pt x="611829" y="4737461"/>
                  </a:lnTo>
                  <a:lnTo>
                    <a:pt x="611947" y="4737461"/>
                  </a:lnTo>
                  <a:lnTo>
                    <a:pt x="611947" y="4737030"/>
                  </a:lnTo>
                  <a:lnTo>
                    <a:pt x="611947" y="4736600"/>
                  </a:lnTo>
                  <a:lnTo>
                    <a:pt x="612064" y="4736600"/>
                  </a:lnTo>
                  <a:lnTo>
                    <a:pt x="612064" y="4736169"/>
                  </a:lnTo>
                  <a:lnTo>
                    <a:pt x="612064" y="4735738"/>
                  </a:lnTo>
                  <a:lnTo>
                    <a:pt x="612064" y="4735308"/>
                  </a:lnTo>
                  <a:lnTo>
                    <a:pt x="612182" y="4735308"/>
                  </a:lnTo>
                  <a:lnTo>
                    <a:pt x="612299" y="4735308"/>
                  </a:lnTo>
                  <a:lnTo>
                    <a:pt x="612417" y="4735308"/>
                  </a:lnTo>
                  <a:lnTo>
                    <a:pt x="612417" y="4734877"/>
                  </a:lnTo>
                  <a:lnTo>
                    <a:pt x="612417" y="4734447"/>
                  </a:lnTo>
                  <a:lnTo>
                    <a:pt x="612535" y="4734447"/>
                  </a:lnTo>
                  <a:lnTo>
                    <a:pt x="612535" y="4734016"/>
                  </a:lnTo>
                  <a:lnTo>
                    <a:pt x="612535" y="4733585"/>
                  </a:lnTo>
                  <a:lnTo>
                    <a:pt x="612652" y="4733585"/>
                  </a:lnTo>
                  <a:lnTo>
                    <a:pt x="612770" y="4733585"/>
                  </a:lnTo>
                  <a:lnTo>
                    <a:pt x="612887" y="4733585"/>
                  </a:lnTo>
                  <a:lnTo>
                    <a:pt x="613005" y="4733585"/>
                  </a:lnTo>
                  <a:lnTo>
                    <a:pt x="613123" y="4733585"/>
                  </a:lnTo>
                  <a:lnTo>
                    <a:pt x="613240" y="4733585"/>
                  </a:lnTo>
                  <a:lnTo>
                    <a:pt x="613240" y="4733155"/>
                  </a:lnTo>
                  <a:lnTo>
                    <a:pt x="613240" y="4732724"/>
                  </a:lnTo>
                  <a:lnTo>
                    <a:pt x="613240" y="4732294"/>
                  </a:lnTo>
                  <a:lnTo>
                    <a:pt x="613358" y="4732294"/>
                  </a:lnTo>
                  <a:lnTo>
                    <a:pt x="613476" y="4732294"/>
                  </a:lnTo>
                  <a:lnTo>
                    <a:pt x="613593" y="4732294"/>
                  </a:lnTo>
                  <a:lnTo>
                    <a:pt x="613593" y="4731863"/>
                  </a:lnTo>
                  <a:lnTo>
                    <a:pt x="613711" y="4731863"/>
                  </a:lnTo>
                  <a:lnTo>
                    <a:pt x="613828" y="4731863"/>
                  </a:lnTo>
                  <a:lnTo>
                    <a:pt x="613828" y="4731432"/>
                  </a:lnTo>
                  <a:lnTo>
                    <a:pt x="613946" y="4731432"/>
                  </a:lnTo>
                  <a:lnTo>
                    <a:pt x="613946" y="4731002"/>
                  </a:lnTo>
                  <a:lnTo>
                    <a:pt x="614064" y="4731002"/>
                  </a:lnTo>
                  <a:lnTo>
                    <a:pt x="614064" y="4730571"/>
                  </a:lnTo>
                  <a:lnTo>
                    <a:pt x="614064" y="4730141"/>
                  </a:lnTo>
                  <a:lnTo>
                    <a:pt x="614064" y="4729710"/>
                  </a:lnTo>
                  <a:lnTo>
                    <a:pt x="614181" y="4729710"/>
                  </a:lnTo>
                  <a:lnTo>
                    <a:pt x="614181" y="4729279"/>
                  </a:lnTo>
                  <a:lnTo>
                    <a:pt x="614181" y="4728849"/>
                  </a:lnTo>
                  <a:lnTo>
                    <a:pt x="614181" y="4728418"/>
                  </a:lnTo>
                  <a:lnTo>
                    <a:pt x="614299" y="4728418"/>
                  </a:lnTo>
                  <a:lnTo>
                    <a:pt x="614416" y="4728418"/>
                  </a:lnTo>
                  <a:lnTo>
                    <a:pt x="614534" y="4728418"/>
                  </a:lnTo>
                  <a:lnTo>
                    <a:pt x="614652" y="4728418"/>
                  </a:lnTo>
                  <a:lnTo>
                    <a:pt x="614769" y="4728418"/>
                  </a:lnTo>
                  <a:lnTo>
                    <a:pt x="614887" y="4728418"/>
                  </a:lnTo>
                  <a:lnTo>
                    <a:pt x="614887" y="4727988"/>
                  </a:lnTo>
                  <a:lnTo>
                    <a:pt x="614887" y="4727557"/>
                  </a:lnTo>
                  <a:lnTo>
                    <a:pt x="615004" y="4727557"/>
                  </a:lnTo>
                  <a:lnTo>
                    <a:pt x="615004" y="4727126"/>
                  </a:lnTo>
                  <a:lnTo>
                    <a:pt x="615122" y="4727126"/>
                  </a:lnTo>
                  <a:lnTo>
                    <a:pt x="615240" y="4727126"/>
                  </a:lnTo>
                  <a:lnTo>
                    <a:pt x="615240" y="4726696"/>
                  </a:lnTo>
                  <a:lnTo>
                    <a:pt x="615240" y="4726265"/>
                  </a:lnTo>
                  <a:lnTo>
                    <a:pt x="615240" y="4725835"/>
                  </a:lnTo>
                  <a:lnTo>
                    <a:pt x="615240" y="4725404"/>
                  </a:lnTo>
                  <a:lnTo>
                    <a:pt x="615357" y="4725404"/>
                  </a:lnTo>
                  <a:lnTo>
                    <a:pt x="615357" y="4724973"/>
                  </a:lnTo>
                  <a:lnTo>
                    <a:pt x="615357" y="4724543"/>
                  </a:lnTo>
                  <a:lnTo>
                    <a:pt x="615475" y="4724543"/>
                  </a:lnTo>
                  <a:lnTo>
                    <a:pt x="615593" y="4724543"/>
                  </a:lnTo>
                  <a:lnTo>
                    <a:pt x="615593" y="4724112"/>
                  </a:lnTo>
                  <a:lnTo>
                    <a:pt x="615593" y="4723682"/>
                  </a:lnTo>
                  <a:lnTo>
                    <a:pt x="615710" y="4723682"/>
                  </a:lnTo>
                  <a:lnTo>
                    <a:pt x="615828" y="4723682"/>
                  </a:lnTo>
                  <a:lnTo>
                    <a:pt x="615828" y="4723251"/>
                  </a:lnTo>
                  <a:lnTo>
                    <a:pt x="615945" y="4723251"/>
                  </a:lnTo>
                  <a:lnTo>
                    <a:pt x="615945" y="4722820"/>
                  </a:lnTo>
                  <a:lnTo>
                    <a:pt x="615945" y="4722390"/>
                  </a:lnTo>
                  <a:lnTo>
                    <a:pt x="615945" y="4721959"/>
                  </a:lnTo>
                  <a:lnTo>
                    <a:pt x="615945" y="4721529"/>
                  </a:lnTo>
                  <a:lnTo>
                    <a:pt x="615945" y="4721098"/>
                  </a:lnTo>
                  <a:lnTo>
                    <a:pt x="616063" y="4721098"/>
                  </a:lnTo>
                  <a:lnTo>
                    <a:pt x="616181" y="4721098"/>
                  </a:lnTo>
                  <a:lnTo>
                    <a:pt x="616181" y="4720667"/>
                  </a:lnTo>
                  <a:lnTo>
                    <a:pt x="616181" y="4720237"/>
                  </a:lnTo>
                  <a:lnTo>
                    <a:pt x="616298" y="4720237"/>
                  </a:lnTo>
                  <a:lnTo>
                    <a:pt x="616416" y="4720237"/>
                  </a:lnTo>
                  <a:lnTo>
                    <a:pt x="616533" y="4720237"/>
                  </a:lnTo>
                  <a:lnTo>
                    <a:pt x="616651" y="4720237"/>
                  </a:lnTo>
                  <a:lnTo>
                    <a:pt x="616769" y="4720237"/>
                  </a:lnTo>
                  <a:lnTo>
                    <a:pt x="616886" y="4720237"/>
                  </a:lnTo>
                  <a:lnTo>
                    <a:pt x="616886" y="4719806"/>
                  </a:lnTo>
                  <a:lnTo>
                    <a:pt x="617004" y="4719806"/>
                  </a:lnTo>
                  <a:lnTo>
                    <a:pt x="617122" y="4719806"/>
                  </a:lnTo>
                  <a:lnTo>
                    <a:pt x="617122" y="4719376"/>
                  </a:lnTo>
                  <a:lnTo>
                    <a:pt x="617122" y="4718945"/>
                  </a:lnTo>
                  <a:lnTo>
                    <a:pt x="617122" y="4718514"/>
                  </a:lnTo>
                  <a:lnTo>
                    <a:pt x="617122" y="4718084"/>
                  </a:lnTo>
                  <a:lnTo>
                    <a:pt x="617239" y="4718084"/>
                  </a:lnTo>
                  <a:lnTo>
                    <a:pt x="617239" y="4717653"/>
                  </a:lnTo>
                  <a:lnTo>
                    <a:pt x="617357" y="4717653"/>
                  </a:lnTo>
                  <a:lnTo>
                    <a:pt x="617474" y="4717653"/>
                  </a:lnTo>
                  <a:lnTo>
                    <a:pt x="617592" y="4717653"/>
                  </a:lnTo>
                  <a:lnTo>
                    <a:pt x="617592" y="4717223"/>
                  </a:lnTo>
                  <a:lnTo>
                    <a:pt x="617710" y="4717223"/>
                  </a:lnTo>
                  <a:lnTo>
                    <a:pt x="617827" y="4717223"/>
                  </a:lnTo>
                  <a:lnTo>
                    <a:pt x="617827" y="4716792"/>
                  </a:lnTo>
                  <a:lnTo>
                    <a:pt x="617945" y="4716792"/>
                  </a:lnTo>
                  <a:lnTo>
                    <a:pt x="618062" y="4716792"/>
                  </a:lnTo>
                  <a:lnTo>
                    <a:pt x="618180" y="4716792"/>
                  </a:lnTo>
                  <a:lnTo>
                    <a:pt x="618298" y="4716792"/>
                  </a:lnTo>
                  <a:lnTo>
                    <a:pt x="618415" y="4716792"/>
                  </a:lnTo>
                  <a:lnTo>
                    <a:pt x="618415" y="4716361"/>
                  </a:lnTo>
                  <a:lnTo>
                    <a:pt x="618533" y="4716361"/>
                  </a:lnTo>
                  <a:lnTo>
                    <a:pt x="618651" y="4716361"/>
                  </a:lnTo>
                  <a:lnTo>
                    <a:pt x="618768" y="4716361"/>
                  </a:lnTo>
                  <a:lnTo>
                    <a:pt x="618768" y="4715931"/>
                  </a:lnTo>
                  <a:lnTo>
                    <a:pt x="618886" y="4715931"/>
                  </a:lnTo>
                  <a:lnTo>
                    <a:pt x="618886" y="4715500"/>
                  </a:lnTo>
                  <a:lnTo>
                    <a:pt x="618886" y="4715070"/>
                  </a:lnTo>
                  <a:lnTo>
                    <a:pt x="619003" y="4715070"/>
                  </a:lnTo>
                  <a:lnTo>
                    <a:pt x="619121" y="4715070"/>
                  </a:lnTo>
                  <a:lnTo>
                    <a:pt x="619121" y="4714639"/>
                  </a:lnTo>
                  <a:lnTo>
                    <a:pt x="619121" y="4714208"/>
                  </a:lnTo>
                  <a:lnTo>
                    <a:pt x="619239" y="4714208"/>
                  </a:lnTo>
                  <a:lnTo>
                    <a:pt x="619239" y="4713778"/>
                  </a:lnTo>
                  <a:lnTo>
                    <a:pt x="619239" y="4713347"/>
                  </a:lnTo>
                  <a:lnTo>
                    <a:pt x="619239" y="4712917"/>
                  </a:lnTo>
                  <a:lnTo>
                    <a:pt x="619239" y="4712486"/>
                  </a:lnTo>
                  <a:lnTo>
                    <a:pt x="619356" y="4712486"/>
                  </a:lnTo>
                  <a:lnTo>
                    <a:pt x="619356" y="4712055"/>
                  </a:lnTo>
                  <a:lnTo>
                    <a:pt x="619474" y="4712055"/>
                  </a:lnTo>
                  <a:lnTo>
                    <a:pt x="619474" y="4711625"/>
                  </a:lnTo>
                  <a:lnTo>
                    <a:pt x="619591" y="4711625"/>
                  </a:lnTo>
                  <a:lnTo>
                    <a:pt x="619709" y="4711625"/>
                  </a:lnTo>
                  <a:lnTo>
                    <a:pt x="619827" y="4711625"/>
                  </a:lnTo>
                  <a:lnTo>
                    <a:pt x="619827" y="4711194"/>
                  </a:lnTo>
                  <a:lnTo>
                    <a:pt x="619944" y="4711194"/>
                  </a:lnTo>
                  <a:lnTo>
                    <a:pt x="620062" y="4711194"/>
                  </a:lnTo>
                  <a:lnTo>
                    <a:pt x="620180" y="4711194"/>
                  </a:lnTo>
                  <a:lnTo>
                    <a:pt x="620297" y="4711194"/>
                  </a:lnTo>
                  <a:lnTo>
                    <a:pt x="620297" y="4710764"/>
                  </a:lnTo>
                  <a:lnTo>
                    <a:pt x="620415" y="4710764"/>
                  </a:lnTo>
                  <a:lnTo>
                    <a:pt x="620532" y="4710764"/>
                  </a:lnTo>
                  <a:lnTo>
                    <a:pt x="620650" y="4710764"/>
                  </a:lnTo>
                  <a:lnTo>
                    <a:pt x="620650" y="4710333"/>
                  </a:lnTo>
                  <a:lnTo>
                    <a:pt x="620650" y="4709902"/>
                  </a:lnTo>
                  <a:lnTo>
                    <a:pt x="620768" y="4709902"/>
                  </a:lnTo>
                  <a:lnTo>
                    <a:pt x="620768" y="4709472"/>
                  </a:lnTo>
                  <a:lnTo>
                    <a:pt x="620885" y="4709472"/>
                  </a:lnTo>
                  <a:lnTo>
                    <a:pt x="621003" y="4709472"/>
                  </a:lnTo>
                  <a:lnTo>
                    <a:pt x="621120" y="4709472"/>
                  </a:lnTo>
                  <a:lnTo>
                    <a:pt x="621120" y="4709041"/>
                  </a:lnTo>
                  <a:lnTo>
                    <a:pt x="621120" y="4708611"/>
                  </a:lnTo>
                  <a:lnTo>
                    <a:pt x="621120" y="4708180"/>
                  </a:lnTo>
                  <a:lnTo>
                    <a:pt x="621238" y="4708180"/>
                  </a:lnTo>
                  <a:lnTo>
                    <a:pt x="621356" y="4708180"/>
                  </a:lnTo>
                  <a:lnTo>
                    <a:pt x="621473" y="4708180"/>
                  </a:lnTo>
                  <a:lnTo>
                    <a:pt x="621473" y="4707749"/>
                  </a:lnTo>
                  <a:lnTo>
                    <a:pt x="621591" y="4707749"/>
                  </a:lnTo>
                  <a:lnTo>
                    <a:pt x="621709" y="4707749"/>
                  </a:lnTo>
                  <a:lnTo>
                    <a:pt x="621826" y="4707749"/>
                  </a:lnTo>
                  <a:lnTo>
                    <a:pt x="621944" y="4707749"/>
                  </a:lnTo>
                  <a:lnTo>
                    <a:pt x="622061" y="4707749"/>
                  </a:lnTo>
                  <a:lnTo>
                    <a:pt x="622061" y="4707319"/>
                  </a:lnTo>
                  <a:lnTo>
                    <a:pt x="622179" y="4707319"/>
                  </a:lnTo>
                  <a:lnTo>
                    <a:pt x="622179" y="4706888"/>
                  </a:lnTo>
                  <a:lnTo>
                    <a:pt x="622297" y="4706888"/>
                  </a:lnTo>
                  <a:lnTo>
                    <a:pt x="622297" y="4706458"/>
                  </a:lnTo>
                  <a:lnTo>
                    <a:pt x="622414" y="4706458"/>
                  </a:lnTo>
                  <a:lnTo>
                    <a:pt x="622532" y="4706458"/>
                  </a:lnTo>
                  <a:lnTo>
                    <a:pt x="622649" y="4706458"/>
                  </a:lnTo>
                  <a:lnTo>
                    <a:pt x="622649" y="4706027"/>
                  </a:lnTo>
                  <a:lnTo>
                    <a:pt x="622649" y="4705596"/>
                  </a:lnTo>
                  <a:lnTo>
                    <a:pt x="622767" y="4705596"/>
                  </a:lnTo>
                  <a:lnTo>
                    <a:pt x="622885" y="4705596"/>
                  </a:lnTo>
                  <a:lnTo>
                    <a:pt x="623002" y="4705596"/>
                  </a:lnTo>
                  <a:lnTo>
                    <a:pt x="623120" y="4705596"/>
                  </a:lnTo>
                  <a:lnTo>
                    <a:pt x="623237" y="4705596"/>
                  </a:lnTo>
                  <a:lnTo>
                    <a:pt x="623355" y="4705596"/>
                  </a:lnTo>
                  <a:lnTo>
                    <a:pt x="623473" y="4705596"/>
                  </a:lnTo>
                  <a:lnTo>
                    <a:pt x="623473" y="4705166"/>
                  </a:lnTo>
                  <a:lnTo>
                    <a:pt x="623473" y="4704735"/>
                  </a:lnTo>
                  <a:lnTo>
                    <a:pt x="623590" y="4704735"/>
                  </a:lnTo>
                  <a:lnTo>
                    <a:pt x="623708" y="4704735"/>
                  </a:lnTo>
                  <a:lnTo>
                    <a:pt x="623826" y="4704735"/>
                  </a:lnTo>
                  <a:lnTo>
                    <a:pt x="623943" y="4704735"/>
                  </a:lnTo>
                  <a:lnTo>
                    <a:pt x="624061" y="4704735"/>
                  </a:lnTo>
                  <a:lnTo>
                    <a:pt x="624178" y="4704735"/>
                  </a:lnTo>
                  <a:lnTo>
                    <a:pt x="624296" y="4704735"/>
                  </a:lnTo>
                  <a:lnTo>
                    <a:pt x="624296" y="4704305"/>
                  </a:lnTo>
                  <a:lnTo>
                    <a:pt x="624414" y="4704305"/>
                  </a:lnTo>
                  <a:lnTo>
                    <a:pt x="624531" y="4704305"/>
                  </a:lnTo>
                  <a:lnTo>
                    <a:pt x="624531" y="4703874"/>
                  </a:lnTo>
                  <a:lnTo>
                    <a:pt x="624649" y="4703874"/>
                  </a:lnTo>
                  <a:lnTo>
                    <a:pt x="624766" y="4703874"/>
                  </a:lnTo>
                  <a:lnTo>
                    <a:pt x="624884" y="4703874"/>
                  </a:lnTo>
                  <a:lnTo>
                    <a:pt x="625002" y="4703874"/>
                  </a:lnTo>
                  <a:lnTo>
                    <a:pt x="625002" y="4703443"/>
                  </a:lnTo>
                  <a:lnTo>
                    <a:pt x="625119" y="4703443"/>
                  </a:lnTo>
                  <a:lnTo>
                    <a:pt x="625237" y="4703443"/>
                  </a:lnTo>
                  <a:lnTo>
                    <a:pt x="625355" y="4703443"/>
                  </a:lnTo>
                  <a:lnTo>
                    <a:pt x="625472" y="4703443"/>
                  </a:lnTo>
                  <a:lnTo>
                    <a:pt x="625590" y="4703443"/>
                  </a:lnTo>
                  <a:lnTo>
                    <a:pt x="625707" y="4703443"/>
                  </a:lnTo>
                  <a:lnTo>
                    <a:pt x="625825" y="4703443"/>
                  </a:lnTo>
                  <a:lnTo>
                    <a:pt x="625943" y="4703443"/>
                  </a:lnTo>
                  <a:lnTo>
                    <a:pt x="626060" y="4703443"/>
                  </a:lnTo>
                  <a:lnTo>
                    <a:pt x="626178" y="4703443"/>
                  </a:lnTo>
                  <a:lnTo>
                    <a:pt x="626295" y="4703443"/>
                  </a:lnTo>
                  <a:lnTo>
                    <a:pt x="626413" y="4703443"/>
                  </a:lnTo>
                  <a:lnTo>
                    <a:pt x="626531" y="4703443"/>
                  </a:lnTo>
                  <a:lnTo>
                    <a:pt x="626648" y="4703443"/>
                  </a:lnTo>
                  <a:lnTo>
                    <a:pt x="626766" y="4703443"/>
                  </a:lnTo>
                  <a:lnTo>
                    <a:pt x="626766" y="4703013"/>
                  </a:lnTo>
                  <a:lnTo>
                    <a:pt x="626884" y="4703013"/>
                  </a:lnTo>
                  <a:lnTo>
                    <a:pt x="627001" y="4703013"/>
                  </a:lnTo>
                  <a:lnTo>
                    <a:pt x="627001" y="4702582"/>
                  </a:lnTo>
                  <a:lnTo>
                    <a:pt x="627001" y="4702152"/>
                  </a:lnTo>
                  <a:lnTo>
                    <a:pt x="627119" y="4702152"/>
                  </a:lnTo>
                  <a:lnTo>
                    <a:pt x="627119" y="4701721"/>
                  </a:lnTo>
                  <a:lnTo>
                    <a:pt x="627236" y="4701721"/>
                  </a:lnTo>
                  <a:lnTo>
                    <a:pt x="627354" y="4701721"/>
                  </a:lnTo>
                  <a:lnTo>
                    <a:pt x="627472" y="4701721"/>
                  </a:lnTo>
                  <a:lnTo>
                    <a:pt x="627472" y="4701290"/>
                  </a:lnTo>
                  <a:lnTo>
                    <a:pt x="627472" y="4700860"/>
                  </a:lnTo>
                  <a:lnTo>
                    <a:pt x="627589" y="4700860"/>
                  </a:lnTo>
                  <a:lnTo>
                    <a:pt x="627589" y="4700429"/>
                  </a:lnTo>
                  <a:lnTo>
                    <a:pt x="627589" y="4699999"/>
                  </a:lnTo>
                  <a:lnTo>
                    <a:pt x="627707" y="4699999"/>
                  </a:lnTo>
                  <a:lnTo>
                    <a:pt x="627707" y="4699568"/>
                  </a:lnTo>
                  <a:lnTo>
                    <a:pt x="627707" y="4699137"/>
                  </a:lnTo>
                  <a:lnTo>
                    <a:pt x="627707" y="4698707"/>
                  </a:lnTo>
                  <a:lnTo>
                    <a:pt x="627707" y="4698276"/>
                  </a:lnTo>
                  <a:lnTo>
                    <a:pt x="627824" y="4698276"/>
                  </a:lnTo>
                  <a:lnTo>
                    <a:pt x="627942" y="4698276"/>
                  </a:lnTo>
                  <a:lnTo>
                    <a:pt x="627942" y="4697846"/>
                  </a:lnTo>
                  <a:lnTo>
                    <a:pt x="627942" y="4697415"/>
                  </a:lnTo>
                  <a:lnTo>
                    <a:pt x="628060" y="4697415"/>
                  </a:lnTo>
                  <a:lnTo>
                    <a:pt x="628177" y="4697415"/>
                  </a:lnTo>
                  <a:lnTo>
                    <a:pt x="628177" y="4696984"/>
                  </a:lnTo>
                  <a:lnTo>
                    <a:pt x="628295" y="4696984"/>
                  </a:lnTo>
                  <a:lnTo>
                    <a:pt x="628413" y="4696984"/>
                  </a:lnTo>
                  <a:lnTo>
                    <a:pt x="628413" y="4696554"/>
                  </a:lnTo>
                  <a:lnTo>
                    <a:pt x="628413" y="4696123"/>
                  </a:lnTo>
                  <a:lnTo>
                    <a:pt x="628413" y="4695693"/>
                  </a:lnTo>
                  <a:lnTo>
                    <a:pt x="628413" y="4695262"/>
                  </a:lnTo>
                  <a:lnTo>
                    <a:pt x="628530" y="4695262"/>
                  </a:lnTo>
                  <a:lnTo>
                    <a:pt x="628530" y="4694831"/>
                  </a:lnTo>
                  <a:lnTo>
                    <a:pt x="628648" y="4694831"/>
                  </a:lnTo>
                  <a:lnTo>
                    <a:pt x="628765" y="4694831"/>
                  </a:lnTo>
                  <a:lnTo>
                    <a:pt x="628883" y="4694831"/>
                  </a:lnTo>
                  <a:lnTo>
                    <a:pt x="629001" y="4694831"/>
                  </a:lnTo>
                  <a:lnTo>
                    <a:pt x="629118" y="4694831"/>
                  </a:lnTo>
                  <a:lnTo>
                    <a:pt x="629118" y="4694401"/>
                  </a:lnTo>
                  <a:lnTo>
                    <a:pt x="629118" y="4693970"/>
                  </a:lnTo>
                  <a:lnTo>
                    <a:pt x="629236" y="4693970"/>
                  </a:lnTo>
                  <a:lnTo>
                    <a:pt x="629353" y="4693970"/>
                  </a:lnTo>
                  <a:lnTo>
                    <a:pt x="629471" y="4693970"/>
                  </a:lnTo>
                  <a:lnTo>
                    <a:pt x="629589" y="4693970"/>
                  </a:lnTo>
                  <a:lnTo>
                    <a:pt x="629589" y="4693540"/>
                  </a:lnTo>
                  <a:lnTo>
                    <a:pt x="629706" y="4693540"/>
                  </a:lnTo>
                  <a:lnTo>
                    <a:pt x="629706" y="4693109"/>
                  </a:lnTo>
                  <a:lnTo>
                    <a:pt x="629706" y="4692678"/>
                  </a:lnTo>
                  <a:lnTo>
                    <a:pt x="629706" y="4692248"/>
                  </a:lnTo>
                  <a:lnTo>
                    <a:pt x="629824" y="4692248"/>
                  </a:lnTo>
                  <a:lnTo>
                    <a:pt x="629824" y="4691817"/>
                  </a:lnTo>
                  <a:lnTo>
                    <a:pt x="629942" y="4691817"/>
                  </a:lnTo>
                  <a:lnTo>
                    <a:pt x="630059" y="4691817"/>
                  </a:lnTo>
                  <a:lnTo>
                    <a:pt x="630177" y="4691817"/>
                  </a:lnTo>
                  <a:lnTo>
                    <a:pt x="630294" y="4691817"/>
                  </a:lnTo>
                  <a:lnTo>
                    <a:pt x="630412" y="4691817"/>
                  </a:lnTo>
                  <a:lnTo>
                    <a:pt x="630530" y="4691817"/>
                  </a:lnTo>
                  <a:lnTo>
                    <a:pt x="630647" y="4691817"/>
                  </a:lnTo>
                  <a:lnTo>
                    <a:pt x="630647" y="4691387"/>
                  </a:lnTo>
                  <a:lnTo>
                    <a:pt x="630647" y="4690956"/>
                  </a:lnTo>
                  <a:lnTo>
                    <a:pt x="630765" y="4690956"/>
                  </a:lnTo>
                  <a:lnTo>
                    <a:pt x="630882" y="4690956"/>
                  </a:lnTo>
                  <a:lnTo>
                    <a:pt x="631000" y="4690956"/>
                  </a:lnTo>
                  <a:lnTo>
                    <a:pt x="631000" y="4690525"/>
                  </a:lnTo>
                  <a:lnTo>
                    <a:pt x="631118" y="4690525"/>
                  </a:lnTo>
                  <a:lnTo>
                    <a:pt x="631235" y="4690525"/>
                  </a:lnTo>
                  <a:lnTo>
                    <a:pt x="631353" y="4690525"/>
                  </a:lnTo>
                  <a:lnTo>
                    <a:pt x="631470" y="4690525"/>
                  </a:lnTo>
                  <a:lnTo>
                    <a:pt x="631588" y="4690525"/>
                  </a:lnTo>
                  <a:lnTo>
                    <a:pt x="631588" y="4690095"/>
                  </a:lnTo>
                  <a:lnTo>
                    <a:pt x="631706" y="4690095"/>
                  </a:lnTo>
                  <a:lnTo>
                    <a:pt x="631706" y="4689664"/>
                  </a:lnTo>
                  <a:lnTo>
                    <a:pt x="631706" y="4689234"/>
                  </a:lnTo>
                  <a:lnTo>
                    <a:pt x="631706" y="4688803"/>
                  </a:lnTo>
                  <a:lnTo>
                    <a:pt x="631823" y="4688803"/>
                  </a:lnTo>
                  <a:lnTo>
                    <a:pt x="631823" y="4688372"/>
                  </a:lnTo>
                  <a:lnTo>
                    <a:pt x="631823" y="4687942"/>
                  </a:lnTo>
                  <a:lnTo>
                    <a:pt x="631941" y="4687942"/>
                  </a:lnTo>
                  <a:lnTo>
                    <a:pt x="632059" y="4687942"/>
                  </a:lnTo>
                  <a:lnTo>
                    <a:pt x="632059" y="4687511"/>
                  </a:lnTo>
                  <a:lnTo>
                    <a:pt x="632176" y="4687511"/>
                  </a:lnTo>
                  <a:lnTo>
                    <a:pt x="632294" y="4687511"/>
                  </a:lnTo>
                  <a:lnTo>
                    <a:pt x="632294" y="4687081"/>
                  </a:lnTo>
                  <a:lnTo>
                    <a:pt x="632411" y="4687081"/>
                  </a:lnTo>
                  <a:lnTo>
                    <a:pt x="632411" y="4686650"/>
                  </a:lnTo>
                  <a:lnTo>
                    <a:pt x="632529" y="4686650"/>
                  </a:lnTo>
                  <a:lnTo>
                    <a:pt x="632647" y="4686650"/>
                  </a:lnTo>
                  <a:lnTo>
                    <a:pt x="632647" y="4686219"/>
                  </a:lnTo>
                  <a:lnTo>
                    <a:pt x="632647" y="4685789"/>
                  </a:lnTo>
                  <a:lnTo>
                    <a:pt x="632647" y="4685358"/>
                  </a:lnTo>
                  <a:lnTo>
                    <a:pt x="632647" y="4684928"/>
                  </a:lnTo>
                  <a:lnTo>
                    <a:pt x="632647" y="4684497"/>
                  </a:lnTo>
                  <a:lnTo>
                    <a:pt x="632764" y="4684497"/>
                  </a:lnTo>
                  <a:lnTo>
                    <a:pt x="632882" y="4684497"/>
                  </a:lnTo>
                  <a:lnTo>
                    <a:pt x="632882" y="4684066"/>
                  </a:lnTo>
                  <a:lnTo>
                    <a:pt x="632999" y="4684066"/>
                  </a:lnTo>
                  <a:lnTo>
                    <a:pt x="632999" y="4683636"/>
                  </a:lnTo>
                  <a:lnTo>
                    <a:pt x="633117" y="4683636"/>
                  </a:lnTo>
                  <a:lnTo>
                    <a:pt x="633235" y="4683636"/>
                  </a:lnTo>
                  <a:lnTo>
                    <a:pt x="633352" y="4683636"/>
                  </a:lnTo>
                  <a:lnTo>
                    <a:pt x="633470" y="4683636"/>
                  </a:lnTo>
                  <a:lnTo>
                    <a:pt x="633470" y="4683205"/>
                  </a:lnTo>
                  <a:lnTo>
                    <a:pt x="633588" y="4683205"/>
                  </a:lnTo>
                  <a:lnTo>
                    <a:pt x="633705" y="4683205"/>
                  </a:lnTo>
                  <a:lnTo>
                    <a:pt x="633823" y="4683205"/>
                  </a:lnTo>
                  <a:lnTo>
                    <a:pt x="633823" y="4682775"/>
                  </a:lnTo>
                  <a:lnTo>
                    <a:pt x="633823" y="4682344"/>
                  </a:lnTo>
                  <a:lnTo>
                    <a:pt x="633940" y="4682344"/>
                  </a:lnTo>
                  <a:lnTo>
                    <a:pt x="634058" y="4682344"/>
                  </a:lnTo>
                  <a:lnTo>
                    <a:pt x="634176" y="4682344"/>
                  </a:lnTo>
                  <a:lnTo>
                    <a:pt x="634293" y="4682344"/>
                  </a:lnTo>
                  <a:lnTo>
                    <a:pt x="634293" y="4681913"/>
                  </a:lnTo>
                  <a:lnTo>
                    <a:pt x="634411" y="4681913"/>
                  </a:lnTo>
                  <a:lnTo>
                    <a:pt x="634411" y="4681483"/>
                  </a:lnTo>
                  <a:lnTo>
                    <a:pt x="634528" y="4681483"/>
                  </a:lnTo>
                  <a:lnTo>
                    <a:pt x="634646" y="4681483"/>
                  </a:lnTo>
                  <a:lnTo>
                    <a:pt x="634764" y="4681483"/>
                  </a:lnTo>
                  <a:lnTo>
                    <a:pt x="634881" y="4681483"/>
                  </a:lnTo>
                  <a:lnTo>
                    <a:pt x="634999" y="4681483"/>
                  </a:lnTo>
                  <a:lnTo>
                    <a:pt x="634999" y="4681052"/>
                  </a:lnTo>
                  <a:lnTo>
                    <a:pt x="635117" y="4681052"/>
                  </a:lnTo>
                  <a:lnTo>
                    <a:pt x="635234" y="4681052"/>
                  </a:lnTo>
                  <a:lnTo>
                    <a:pt x="635352" y="4681052"/>
                  </a:lnTo>
                  <a:lnTo>
                    <a:pt x="635469" y="4681052"/>
                  </a:lnTo>
                  <a:lnTo>
                    <a:pt x="635469" y="4680622"/>
                  </a:lnTo>
                  <a:lnTo>
                    <a:pt x="635587" y="4680622"/>
                  </a:lnTo>
                  <a:lnTo>
                    <a:pt x="635587" y="4680191"/>
                  </a:lnTo>
                  <a:lnTo>
                    <a:pt x="635705" y="4680191"/>
                  </a:lnTo>
                  <a:lnTo>
                    <a:pt x="635822" y="4680191"/>
                  </a:lnTo>
                  <a:lnTo>
                    <a:pt x="635940" y="4680191"/>
                  </a:lnTo>
                  <a:lnTo>
                    <a:pt x="636057" y="4680191"/>
                  </a:lnTo>
                  <a:lnTo>
                    <a:pt x="636175" y="4680191"/>
                  </a:lnTo>
                  <a:lnTo>
                    <a:pt x="636175" y="4679760"/>
                  </a:lnTo>
                  <a:lnTo>
                    <a:pt x="636293" y="4679760"/>
                  </a:lnTo>
                  <a:lnTo>
                    <a:pt x="636410" y="4679760"/>
                  </a:lnTo>
                  <a:lnTo>
                    <a:pt x="636528" y="4679760"/>
                  </a:lnTo>
                  <a:lnTo>
                    <a:pt x="636528" y="4679330"/>
                  </a:lnTo>
                  <a:lnTo>
                    <a:pt x="636528" y="4678899"/>
                  </a:lnTo>
                  <a:lnTo>
                    <a:pt x="636528" y="4678469"/>
                  </a:lnTo>
                  <a:lnTo>
                    <a:pt x="636646" y="4678469"/>
                  </a:lnTo>
                  <a:lnTo>
                    <a:pt x="636763" y="4678469"/>
                  </a:lnTo>
                  <a:lnTo>
                    <a:pt x="636881" y="4678469"/>
                  </a:lnTo>
                  <a:lnTo>
                    <a:pt x="636998" y="4678469"/>
                  </a:lnTo>
                  <a:lnTo>
                    <a:pt x="636998" y="4678038"/>
                  </a:lnTo>
                  <a:lnTo>
                    <a:pt x="636998" y="4677607"/>
                  </a:lnTo>
                  <a:lnTo>
                    <a:pt x="636998" y="4677177"/>
                  </a:lnTo>
                  <a:lnTo>
                    <a:pt x="637116" y="4677177"/>
                  </a:lnTo>
                  <a:lnTo>
                    <a:pt x="637234" y="4677177"/>
                  </a:lnTo>
                  <a:lnTo>
                    <a:pt x="637351" y="4677177"/>
                  </a:lnTo>
                  <a:lnTo>
                    <a:pt x="637469" y="4677177"/>
                  </a:lnTo>
                  <a:lnTo>
                    <a:pt x="637586" y="4677177"/>
                  </a:lnTo>
                  <a:lnTo>
                    <a:pt x="637704" y="4677177"/>
                  </a:lnTo>
                  <a:lnTo>
                    <a:pt x="637704" y="4676746"/>
                  </a:lnTo>
                  <a:lnTo>
                    <a:pt x="637822" y="4676746"/>
                  </a:lnTo>
                  <a:lnTo>
                    <a:pt x="637939" y="4676746"/>
                  </a:lnTo>
                  <a:lnTo>
                    <a:pt x="638057" y="4676746"/>
                  </a:lnTo>
                  <a:lnTo>
                    <a:pt x="638057" y="4676316"/>
                  </a:lnTo>
                  <a:lnTo>
                    <a:pt x="638175" y="4676316"/>
                  </a:lnTo>
                  <a:lnTo>
                    <a:pt x="638292" y="4676316"/>
                  </a:lnTo>
                  <a:lnTo>
                    <a:pt x="638292" y="4675885"/>
                  </a:lnTo>
                  <a:lnTo>
                    <a:pt x="638410" y="4675885"/>
                  </a:lnTo>
                  <a:lnTo>
                    <a:pt x="638527" y="4675885"/>
                  </a:lnTo>
                  <a:lnTo>
                    <a:pt x="638645" y="4675885"/>
                  </a:lnTo>
                  <a:lnTo>
                    <a:pt x="638645" y="4675454"/>
                  </a:lnTo>
                  <a:lnTo>
                    <a:pt x="638763" y="4675454"/>
                  </a:lnTo>
                  <a:lnTo>
                    <a:pt x="638763" y="4675024"/>
                  </a:lnTo>
                  <a:lnTo>
                    <a:pt x="638763" y="4674593"/>
                  </a:lnTo>
                  <a:lnTo>
                    <a:pt x="638880" y="4674593"/>
                  </a:lnTo>
                  <a:lnTo>
                    <a:pt x="638998" y="4674593"/>
                  </a:lnTo>
                  <a:lnTo>
                    <a:pt x="638998" y="4674163"/>
                  </a:lnTo>
                  <a:lnTo>
                    <a:pt x="638998" y="4673732"/>
                  </a:lnTo>
                  <a:lnTo>
                    <a:pt x="639115" y="4673732"/>
                  </a:lnTo>
                  <a:lnTo>
                    <a:pt x="639233" y="4673732"/>
                  </a:lnTo>
                  <a:lnTo>
                    <a:pt x="639233" y="4673301"/>
                  </a:lnTo>
                  <a:lnTo>
                    <a:pt x="639351" y="4673301"/>
                  </a:lnTo>
                  <a:lnTo>
                    <a:pt x="639468" y="4673301"/>
                  </a:lnTo>
                  <a:lnTo>
                    <a:pt x="639586" y="4673301"/>
                  </a:lnTo>
                  <a:lnTo>
                    <a:pt x="639586" y="4672871"/>
                  </a:lnTo>
                  <a:lnTo>
                    <a:pt x="639703" y="4672871"/>
                  </a:lnTo>
                  <a:lnTo>
                    <a:pt x="639703" y="4672440"/>
                  </a:lnTo>
                  <a:lnTo>
                    <a:pt x="639703" y="4672010"/>
                  </a:lnTo>
                  <a:lnTo>
                    <a:pt x="639821" y="4672010"/>
                  </a:lnTo>
                  <a:lnTo>
                    <a:pt x="639939" y="4672010"/>
                  </a:lnTo>
                  <a:lnTo>
                    <a:pt x="639939" y="4671579"/>
                  </a:lnTo>
                  <a:lnTo>
                    <a:pt x="640056" y="4671579"/>
                  </a:lnTo>
                  <a:lnTo>
                    <a:pt x="640056" y="4671148"/>
                  </a:lnTo>
                  <a:lnTo>
                    <a:pt x="640174" y="4671148"/>
                  </a:lnTo>
                  <a:lnTo>
                    <a:pt x="640292" y="4671148"/>
                  </a:lnTo>
                  <a:lnTo>
                    <a:pt x="640409" y="4671148"/>
                  </a:lnTo>
                  <a:lnTo>
                    <a:pt x="640527" y="4671148"/>
                  </a:lnTo>
                  <a:lnTo>
                    <a:pt x="640644" y="4671148"/>
                  </a:lnTo>
                  <a:lnTo>
                    <a:pt x="640762" y="4671148"/>
                  </a:lnTo>
                  <a:lnTo>
                    <a:pt x="640880" y="4671148"/>
                  </a:lnTo>
                  <a:lnTo>
                    <a:pt x="640997" y="4671148"/>
                  </a:lnTo>
                  <a:lnTo>
                    <a:pt x="640997" y="4670718"/>
                  </a:lnTo>
                  <a:lnTo>
                    <a:pt x="641115" y="4670718"/>
                  </a:lnTo>
                  <a:lnTo>
                    <a:pt x="641115" y="4670287"/>
                  </a:lnTo>
                  <a:lnTo>
                    <a:pt x="641115" y="4669857"/>
                  </a:lnTo>
                  <a:lnTo>
                    <a:pt x="641232" y="4669857"/>
                  </a:lnTo>
                  <a:lnTo>
                    <a:pt x="641350" y="4669857"/>
                  </a:lnTo>
                  <a:lnTo>
                    <a:pt x="641468" y="4669857"/>
                  </a:lnTo>
                  <a:lnTo>
                    <a:pt x="641468" y="4669426"/>
                  </a:lnTo>
                  <a:lnTo>
                    <a:pt x="641585" y="4669426"/>
                  </a:lnTo>
                  <a:lnTo>
                    <a:pt x="641585" y="4668995"/>
                  </a:lnTo>
                  <a:lnTo>
                    <a:pt x="641703" y="4668995"/>
                  </a:lnTo>
                  <a:lnTo>
                    <a:pt x="641821" y="4668995"/>
                  </a:lnTo>
                  <a:lnTo>
                    <a:pt x="641821" y="4668565"/>
                  </a:lnTo>
                  <a:lnTo>
                    <a:pt x="641938" y="4668565"/>
                  </a:lnTo>
                  <a:lnTo>
                    <a:pt x="641938" y="4668134"/>
                  </a:lnTo>
                  <a:lnTo>
                    <a:pt x="642056" y="4668134"/>
                  </a:lnTo>
                  <a:lnTo>
                    <a:pt x="642056" y="4667704"/>
                  </a:lnTo>
                  <a:lnTo>
                    <a:pt x="642173" y="4667704"/>
                  </a:lnTo>
                  <a:lnTo>
                    <a:pt x="642291" y="4667704"/>
                  </a:lnTo>
                  <a:lnTo>
                    <a:pt x="642409" y="4667704"/>
                  </a:lnTo>
                  <a:lnTo>
                    <a:pt x="642409" y="4667273"/>
                  </a:lnTo>
                  <a:lnTo>
                    <a:pt x="642409" y="4666842"/>
                  </a:lnTo>
                  <a:lnTo>
                    <a:pt x="642409" y="4666412"/>
                  </a:lnTo>
                  <a:lnTo>
                    <a:pt x="642526" y="4666412"/>
                  </a:lnTo>
                  <a:lnTo>
                    <a:pt x="642644" y="4666412"/>
                  </a:lnTo>
                  <a:lnTo>
                    <a:pt x="642644" y="4665981"/>
                  </a:lnTo>
                  <a:lnTo>
                    <a:pt x="642761" y="4665981"/>
                  </a:lnTo>
                  <a:lnTo>
                    <a:pt x="642761" y="4665551"/>
                  </a:lnTo>
                  <a:lnTo>
                    <a:pt x="642761" y="4665120"/>
                  </a:lnTo>
                  <a:lnTo>
                    <a:pt x="642879" y="4665120"/>
                  </a:lnTo>
                  <a:lnTo>
                    <a:pt x="642997" y="4665120"/>
                  </a:lnTo>
                  <a:lnTo>
                    <a:pt x="643114" y="4665120"/>
                  </a:lnTo>
                  <a:lnTo>
                    <a:pt x="643232" y="4665120"/>
                  </a:lnTo>
                  <a:lnTo>
                    <a:pt x="643350" y="4665120"/>
                  </a:lnTo>
                  <a:lnTo>
                    <a:pt x="643467" y="4665120"/>
                  </a:lnTo>
                  <a:lnTo>
                    <a:pt x="643467" y="4664689"/>
                  </a:lnTo>
                  <a:lnTo>
                    <a:pt x="643585" y="4664689"/>
                  </a:lnTo>
                  <a:lnTo>
                    <a:pt x="643702" y="4664689"/>
                  </a:lnTo>
                  <a:lnTo>
                    <a:pt x="643820" y="4664689"/>
                  </a:lnTo>
                  <a:lnTo>
                    <a:pt x="643820" y="4664259"/>
                  </a:lnTo>
                  <a:lnTo>
                    <a:pt x="643820" y="4663828"/>
                  </a:lnTo>
                  <a:lnTo>
                    <a:pt x="643938" y="4663828"/>
                  </a:lnTo>
                  <a:lnTo>
                    <a:pt x="643938" y="4663398"/>
                  </a:lnTo>
                  <a:lnTo>
                    <a:pt x="643938" y="4662967"/>
                  </a:lnTo>
                  <a:lnTo>
                    <a:pt x="644055" y="4662967"/>
                  </a:lnTo>
                  <a:lnTo>
                    <a:pt x="644173" y="4662967"/>
                  </a:lnTo>
                  <a:lnTo>
                    <a:pt x="644290" y="4662967"/>
                  </a:lnTo>
                  <a:lnTo>
                    <a:pt x="644290" y="4662536"/>
                  </a:lnTo>
                  <a:lnTo>
                    <a:pt x="644290" y="4662106"/>
                  </a:lnTo>
                  <a:lnTo>
                    <a:pt x="644408" y="4662106"/>
                  </a:lnTo>
                  <a:lnTo>
                    <a:pt x="644408" y="4661675"/>
                  </a:lnTo>
                  <a:lnTo>
                    <a:pt x="644408" y="4661245"/>
                  </a:lnTo>
                  <a:lnTo>
                    <a:pt x="644526" y="4661245"/>
                  </a:lnTo>
                  <a:lnTo>
                    <a:pt x="644526" y="4660814"/>
                  </a:lnTo>
                  <a:lnTo>
                    <a:pt x="644526" y="4660383"/>
                  </a:lnTo>
                  <a:lnTo>
                    <a:pt x="644643" y="4660383"/>
                  </a:lnTo>
                  <a:lnTo>
                    <a:pt x="644643" y="4659953"/>
                  </a:lnTo>
                  <a:lnTo>
                    <a:pt x="644761" y="4659953"/>
                  </a:lnTo>
                  <a:lnTo>
                    <a:pt x="644879" y="4659953"/>
                  </a:lnTo>
                  <a:lnTo>
                    <a:pt x="644996" y="4659953"/>
                  </a:lnTo>
                  <a:lnTo>
                    <a:pt x="645114" y="4659953"/>
                  </a:lnTo>
                  <a:lnTo>
                    <a:pt x="645114" y="4659522"/>
                  </a:lnTo>
                  <a:lnTo>
                    <a:pt x="645114" y="4659092"/>
                  </a:lnTo>
                  <a:lnTo>
                    <a:pt x="645231" y="4659092"/>
                  </a:lnTo>
                  <a:lnTo>
                    <a:pt x="645231" y="4658661"/>
                  </a:lnTo>
                  <a:lnTo>
                    <a:pt x="645349" y="4658661"/>
                  </a:lnTo>
                  <a:lnTo>
                    <a:pt x="645349" y="4658230"/>
                  </a:lnTo>
                  <a:lnTo>
                    <a:pt x="645467" y="4658230"/>
                  </a:lnTo>
                  <a:lnTo>
                    <a:pt x="645467" y="4657800"/>
                  </a:lnTo>
                  <a:lnTo>
                    <a:pt x="645584" y="4657800"/>
                  </a:lnTo>
                  <a:lnTo>
                    <a:pt x="645702" y="4657800"/>
                  </a:lnTo>
                  <a:lnTo>
                    <a:pt x="645702" y="4657369"/>
                  </a:lnTo>
                  <a:lnTo>
                    <a:pt x="645819" y="4657369"/>
                  </a:lnTo>
                  <a:lnTo>
                    <a:pt x="645819" y="4656939"/>
                  </a:lnTo>
                  <a:lnTo>
                    <a:pt x="645937" y="4656939"/>
                  </a:lnTo>
                  <a:lnTo>
                    <a:pt x="646055" y="4656939"/>
                  </a:lnTo>
                  <a:lnTo>
                    <a:pt x="646055" y="4656508"/>
                  </a:lnTo>
                  <a:lnTo>
                    <a:pt x="646055" y="4656077"/>
                  </a:lnTo>
                  <a:lnTo>
                    <a:pt x="646172" y="4656077"/>
                  </a:lnTo>
                  <a:lnTo>
                    <a:pt x="646290" y="4656077"/>
                  </a:lnTo>
                  <a:lnTo>
                    <a:pt x="646407" y="4656077"/>
                  </a:lnTo>
                  <a:lnTo>
                    <a:pt x="646525" y="4656077"/>
                  </a:lnTo>
                  <a:lnTo>
                    <a:pt x="646643" y="4656077"/>
                  </a:lnTo>
                  <a:lnTo>
                    <a:pt x="646760" y="4656077"/>
                  </a:lnTo>
                  <a:lnTo>
                    <a:pt x="646760" y="4655647"/>
                  </a:lnTo>
                  <a:lnTo>
                    <a:pt x="646878" y="4655647"/>
                  </a:lnTo>
                  <a:lnTo>
                    <a:pt x="646996" y="4655647"/>
                  </a:lnTo>
                  <a:lnTo>
                    <a:pt x="647113" y="4655647"/>
                  </a:lnTo>
                  <a:lnTo>
                    <a:pt x="647113" y="4655216"/>
                  </a:lnTo>
                  <a:lnTo>
                    <a:pt x="647113" y="4654786"/>
                  </a:lnTo>
                  <a:lnTo>
                    <a:pt x="647231" y="4654786"/>
                  </a:lnTo>
                  <a:lnTo>
                    <a:pt x="647348" y="4654786"/>
                  </a:lnTo>
                  <a:lnTo>
                    <a:pt x="647348" y="4654355"/>
                  </a:lnTo>
                  <a:lnTo>
                    <a:pt x="647348" y="4653924"/>
                  </a:lnTo>
                  <a:lnTo>
                    <a:pt x="647466" y="4653924"/>
                  </a:lnTo>
                  <a:lnTo>
                    <a:pt x="647584" y="4653924"/>
                  </a:lnTo>
                  <a:lnTo>
                    <a:pt x="647584" y="4653494"/>
                  </a:lnTo>
                  <a:lnTo>
                    <a:pt x="647584" y="4653063"/>
                  </a:lnTo>
                  <a:lnTo>
                    <a:pt x="647701" y="4653063"/>
                  </a:lnTo>
                  <a:lnTo>
                    <a:pt x="647819" y="4653063"/>
                  </a:lnTo>
                  <a:lnTo>
                    <a:pt x="647819" y="4652633"/>
                  </a:lnTo>
                  <a:lnTo>
                    <a:pt x="647936" y="4652633"/>
                  </a:lnTo>
                  <a:lnTo>
                    <a:pt x="648054" y="4652633"/>
                  </a:lnTo>
                  <a:lnTo>
                    <a:pt x="648054" y="4652202"/>
                  </a:lnTo>
                  <a:lnTo>
                    <a:pt x="648172" y="4652202"/>
                  </a:lnTo>
                  <a:lnTo>
                    <a:pt x="648289" y="4652202"/>
                  </a:lnTo>
                  <a:lnTo>
                    <a:pt x="648407" y="4652202"/>
                  </a:lnTo>
                  <a:lnTo>
                    <a:pt x="648525" y="4652202"/>
                  </a:lnTo>
                  <a:lnTo>
                    <a:pt x="648525" y="4651771"/>
                  </a:lnTo>
                  <a:lnTo>
                    <a:pt x="648642" y="4651771"/>
                  </a:lnTo>
                  <a:lnTo>
                    <a:pt x="648642" y="4651341"/>
                  </a:lnTo>
                  <a:lnTo>
                    <a:pt x="648760" y="4651341"/>
                  </a:lnTo>
                  <a:lnTo>
                    <a:pt x="648760" y="4650910"/>
                  </a:lnTo>
                  <a:lnTo>
                    <a:pt x="648877" y="4650910"/>
                  </a:lnTo>
                  <a:lnTo>
                    <a:pt x="648995" y="4650910"/>
                  </a:lnTo>
                  <a:lnTo>
                    <a:pt x="648995" y="4650480"/>
                  </a:lnTo>
                  <a:lnTo>
                    <a:pt x="648995" y="4650049"/>
                  </a:lnTo>
                  <a:lnTo>
                    <a:pt x="649113" y="4650049"/>
                  </a:lnTo>
                  <a:lnTo>
                    <a:pt x="649113" y="4649618"/>
                  </a:lnTo>
                  <a:lnTo>
                    <a:pt x="649230" y="4649618"/>
                  </a:lnTo>
                  <a:lnTo>
                    <a:pt x="649348" y="4649618"/>
                  </a:lnTo>
                  <a:lnTo>
                    <a:pt x="649465" y="4649618"/>
                  </a:lnTo>
                  <a:lnTo>
                    <a:pt x="649465" y="4649188"/>
                  </a:lnTo>
                  <a:lnTo>
                    <a:pt x="649465" y="4648757"/>
                  </a:lnTo>
                  <a:lnTo>
                    <a:pt x="649583" y="4648757"/>
                  </a:lnTo>
                  <a:lnTo>
                    <a:pt x="649583" y="4648327"/>
                  </a:lnTo>
                  <a:lnTo>
                    <a:pt x="649701" y="4648327"/>
                  </a:lnTo>
                  <a:lnTo>
                    <a:pt x="649701" y="4647896"/>
                  </a:lnTo>
                  <a:lnTo>
                    <a:pt x="649701" y="4647465"/>
                  </a:lnTo>
                  <a:lnTo>
                    <a:pt x="649818" y="4647465"/>
                  </a:lnTo>
                  <a:lnTo>
                    <a:pt x="649818" y="4647035"/>
                  </a:lnTo>
                  <a:lnTo>
                    <a:pt x="649936" y="4647035"/>
                  </a:lnTo>
                  <a:lnTo>
                    <a:pt x="650054" y="4647035"/>
                  </a:lnTo>
                  <a:lnTo>
                    <a:pt x="650171" y="4647035"/>
                  </a:lnTo>
                  <a:lnTo>
                    <a:pt x="650289" y="4647035"/>
                  </a:lnTo>
                  <a:lnTo>
                    <a:pt x="650289" y="4646604"/>
                  </a:lnTo>
                  <a:lnTo>
                    <a:pt x="650289" y="4646174"/>
                  </a:lnTo>
                  <a:lnTo>
                    <a:pt x="650406" y="4646174"/>
                  </a:lnTo>
                  <a:lnTo>
                    <a:pt x="650524" y="4646174"/>
                  </a:lnTo>
                  <a:lnTo>
                    <a:pt x="650524" y="4645743"/>
                  </a:lnTo>
                  <a:lnTo>
                    <a:pt x="650642" y="4645743"/>
                  </a:lnTo>
                  <a:lnTo>
                    <a:pt x="650759" y="4645743"/>
                  </a:lnTo>
                  <a:lnTo>
                    <a:pt x="650759" y="4645312"/>
                  </a:lnTo>
                  <a:lnTo>
                    <a:pt x="650877" y="4645312"/>
                  </a:lnTo>
                  <a:lnTo>
                    <a:pt x="650994" y="4645312"/>
                  </a:lnTo>
                  <a:lnTo>
                    <a:pt x="651112" y="4645312"/>
                  </a:lnTo>
                  <a:lnTo>
                    <a:pt x="651230" y="4645312"/>
                  </a:lnTo>
                  <a:lnTo>
                    <a:pt x="651347" y="4645312"/>
                  </a:lnTo>
                  <a:lnTo>
                    <a:pt x="651465" y="4645312"/>
                  </a:lnTo>
                  <a:lnTo>
                    <a:pt x="651465" y="4644882"/>
                  </a:lnTo>
                  <a:lnTo>
                    <a:pt x="651583" y="4644882"/>
                  </a:lnTo>
                  <a:lnTo>
                    <a:pt x="651700" y="4644882"/>
                  </a:lnTo>
                  <a:lnTo>
                    <a:pt x="651818" y="4644882"/>
                  </a:lnTo>
                  <a:lnTo>
                    <a:pt x="651935" y="4644882"/>
                  </a:lnTo>
                  <a:lnTo>
                    <a:pt x="652053" y="4644882"/>
                  </a:lnTo>
                  <a:lnTo>
                    <a:pt x="652171" y="4644882"/>
                  </a:lnTo>
                  <a:lnTo>
                    <a:pt x="652288" y="4644882"/>
                  </a:lnTo>
                  <a:lnTo>
                    <a:pt x="652406" y="4644882"/>
                  </a:lnTo>
                  <a:lnTo>
                    <a:pt x="652406" y="4644451"/>
                  </a:lnTo>
                  <a:lnTo>
                    <a:pt x="652523" y="4644451"/>
                  </a:lnTo>
                  <a:lnTo>
                    <a:pt x="652523" y="4644021"/>
                  </a:lnTo>
                  <a:lnTo>
                    <a:pt x="652641" y="4644021"/>
                  </a:lnTo>
                  <a:lnTo>
                    <a:pt x="652641" y="4643590"/>
                  </a:lnTo>
                  <a:lnTo>
                    <a:pt x="652641" y="4643159"/>
                  </a:lnTo>
                  <a:lnTo>
                    <a:pt x="652641" y="4642729"/>
                  </a:lnTo>
                  <a:lnTo>
                    <a:pt x="652641" y="4642298"/>
                  </a:lnTo>
                  <a:lnTo>
                    <a:pt x="652759" y="4642298"/>
                  </a:lnTo>
                  <a:lnTo>
                    <a:pt x="652876" y="4642298"/>
                  </a:lnTo>
                  <a:lnTo>
                    <a:pt x="652876" y="4641868"/>
                  </a:lnTo>
                  <a:lnTo>
                    <a:pt x="652994" y="4641868"/>
                  </a:lnTo>
                  <a:lnTo>
                    <a:pt x="653112" y="4641868"/>
                  </a:lnTo>
                  <a:lnTo>
                    <a:pt x="653112" y="4641437"/>
                  </a:lnTo>
                  <a:lnTo>
                    <a:pt x="653112" y="4641006"/>
                  </a:lnTo>
                  <a:lnTo>
                    <a:pt x="653112" y="4640576"/>
                  </a:lnTo>
                  <a:lnTo>
                    <a:pt x="653229" y="4640576"/>
                  </a:lnTo>
                  <a:lnTo>
                    <a:pt x="653347" y="4640576"/>
                  </a:lnTo>
                  <a:lnTo>
                    <a:pt x="653464" y="4640576"/>
                  </a:lnTo>
                  <a:lnTo>
                    <a:pt x="653582" y="4640576"/>
                  </a:lnTo>
                  <a:lnTo>
                    <a:pt x="653700" y="4640576"/>
                  </a:lnTo>
                  <a:lnTo>
                    <a:pt x="653817" y="4640576"/>
                  </a:lnTo>
                  <a:lnTo>
                    <a:pt x="653817" y="4640145"/>
                  </a:lnTo>
                  <a:lnTo>
                    <a:pt x="653935" y="4640145"/>
                  </a:lnTo>
                  <a:lnTo>
                    <a:pt x="653935" y="4639715"/>
                  </a:lnTo>
                  <a:lnTo>
                    <a:pt x="653935" y="4639284"/>
                  </a:lnTo>
                  <a:lnTo>
                    <a:pt x="654052" y="4639284"/>
                  </a:lnTo>
                  <a:lnTo>
                    <a:pt x="654170" y="4639284"/>
                  </a:lnTo>
                  <a:lnTo>
                    <a:pt x="654170" y="4638853"/>
                  </a:lnTo>
                  <a:lnTo>
                    <a:pt x="654288" y="4638853"/>
                  </a:lnTo>
                  <a:lnTo>
                    <a:pt x="654288" y="4638423"/>
                  </a:lnTo>
                  <a:lnTo>
                    <a:pt x="654288" y="4637992"/>
                  </a:lnTo>
                  <a:lnTo>
                    <a:pt x="654405" y="4637992"/>
                  </a:lnTo>
                  <a:lnTo>
                    <a:pt x="654523" y="4637992"/>
                  </a:lnTo>
                  <a:lnTo>
                    <a:pt x="654523" y="4637562"/>
                  </a:lnTo>
                  <a:lnTo>
                    <a:pt x="654640" y="4637562"/>
                  </a:lnTo>
                  <a:lnTo>
                    <a:pt x="654758" y="4637562"/>
                  </a:lnTo>
                  <a:lnTo>
                    <a:pt x="654758" y="4637131"/>
                  </a:lnTo>
                  <a:lnTo>
                    <a:pt x="654876" y="4637131"/>
                  </a:lnTo>
                  <a:lnTo>
                    <a:pt x="654993" y="4637131"/>
                  </a:lnTo>
                  <a:lnTo>
                    <a:pt x="654993" y="4636700"/>
                  </a:lnTo>
                  <a:lnTo>
                    <a:pt x="655111" y="4636700"/>
                  </a:lnTo>
                  <a:lnTo>
                    <a:pt x="655229" y="4636700"/>
                  </a:lnTo>
                  <a:lnTo>
                    <a:pt x="655346" y="4636700"/>
                  </a:lnTo>
                  <a:lnTo>
                    <a:pt x="655464" y="4636700"/>
                  </a:lnTo>
                  <a:lnTo>
                    <a:pt x="655581" y="4636700"/>
                  </a:lnTo>
                  <a:lnTo>
                    <a:pt x="655699" y="4636700"/>
                  </a:lnTo>
                  <a:lnTo>
                    <a:pt x="655699" y="4636270"/>
                  </a:lnTo>
                  <a:lnTo>
                    <a:pt x="655817" y="4636270"/>
                  </a:lnTo>
                  <a:lnTo>
                    <a:pt x="655934" y="4636270"/>
                  </a:lnTo>
                  <a:lnTo>
                    <a:pt x="655934" y="4635839"/>
                  </a:lnTo>
                  <a:lnTo>
                    <a:pt x="655934" y="4635409"/>
                  </a:lnTo>
                  <a:lnTo>
                    <a:pt x="656052" y="4635409"/>
                  </a:lnTo>
                  <a:lnTo>
                    <a:pt x="656169" y="4635409"/>
                  </a:lnTo>
                  <a:lnTo>
                    <a:pt x="656287" y="4635409"/>
                  </a:lnTo>
                  <a:lnTo>
                    <a:pt x="656405" y="4635409"/>
                  </a:lnTo>
                  <a:lnTo>
                    <a:pt x="656405" y="4634978"/>
                  </a:lnTo>
                  <a:lnTo>
                    <a:pt x="656522" y="4634978"/>
                  </a:lnTo>
                  <a:lnTo>
                    <a:pt x="656522" y="4634547"/>
                  </a:lnTo>
                  <a:lnTo>
                    <a:pt x="656640" y="4634547"/>
                  </a:lnTo>
                  <a:lnTo>
                    <a:pt x="656758" y="4634547"/>
                  </a:lnTo>
                  <a:lnTo>
                    <a:pt x="656875" y="4634547"/>
                  </a:lnTo>
                  <a:lnTo>
                    <a:pt x="656993" y="4634547"/>
                  </a:lnTo>
                  <a:lnTo>
                    <a:pt x="656993" y="4634117"/>
                  </a:lnTo>
                  <a:lnTo>
                    <a:pt x="657110" y="4634117"/>
                  </a:lnTo>
                  <a:lnTo>
                    <a:pt x="657228" y="4634117"/>
                  </a:lnTo>
                  <a:lnTo>
                    <a:pt x="657228" y="4633686"/>
                  </a:lnTo>
                  <a:lnTo>
                    <a:pt x="657228" y="4633256"/>
                  </a:lnTo>
                  <a:lnTo>
                    <a:pt x="657346" y="4633256"/>
                  </a:lnTo>
                  <a:lnTo>
                    <a:pt x="657463" y="4633256"/>
                  </a:lnTo>
                  <a:lnTo>
                    <a:pt x="657463" y="4632825"/>
                  </a:lnTo>
                  <a:lnTo>
                    <a:pt x="657463" y="4632394"/>
                  </a:lnTo>
                  <a:lnTo>
                    <a:pt x="657581" y="4632394"/>
                  </a:lnTo>
                  <a:lnTo>
                    <a:pt x="657581" y="4631964"/>
                  </a:lnTo>
                  <a:lnTo>
                    <a:pt x="657698" y="4631964"/>
                  </a:lnTo>
                  <a:lnTo>
                    <a:pt x="657816" y="4631964"/>
                  </a:lnTo>
                  <a:lnTo>
                    <a:pt x="657816" y="4631533"/>
                  </a:lnTo>
                  <a:lnTo>
                    <a:pt x="657934" y="4631533"/>
                  </a:lnTo>
                  <a:lnTo>
                    <a:pt x="658051" y="4631533"/>
                  </a:lnTo>
                  <a:lnTo>
                    <a:pt x="658169" y="4631533"/>
                  </a:lnTo>
                  <a:lnTo>
                    <a:pt x="658287" y="4631533"/>
                  </a:lnTo>
                  <a:lnTo>
                    <a:pt x="658404" y="4631533"/>
                  </a:lnTo>
                  <a:lnTo>
                    <a:pt x="658522" y="4631533"/>
                  </a:lnTo>
                  <a:lnTo>
                    <a:pt x="658639" y="4631533"/>
                  </a:lnTo>
                  <a:lnTo>
                    <a:pt x="658639" y="4631103"/>
                  </a:lnTo>
                  <a:lnTo>
                    <a:pt x="658757" y="4631103"/>
                  </a:lnTo>
                  <a:lnTo>
                    <a:pt x="658875" y="4631103"/>
                  </a:lnTo>
                  <a:lnTo>
                    <a:pt x="658992" y="4631103"/>
                  </a:lnTo>
                  <a:lnTo>
                    <a:pt x="658992" y="4630672"/>
                  </a:lnTo>
                  <a:lnTo>
                    <a:pt x="659110" y="4630672"/>
                  </a:lnTo>
                  <a:lnTo>
                    <a:pt x="659110" y="4630241"/>
                  </a:lnTo>
                  <a:lnTo>
                    <a:pt x="659110" y="4629811"/>
                  </a:lnTo>
                  <a:lnTo>
                    <a:pt x="659227" y="4629811"/>
                  </a:lnTo>
                  <a:lnTo>
                    <a:pt x="659345" y="4629811"/>
                  </a:lnTo>
                  <a:lnTo>
                    <a:pt x="659463" y="4629811"/>
                  </a:lnTo>
                  <a:lnTo>
                    <a:pt x="659580" y="4629811"/>
                  </a:lnTo>
                  <a:lnTo>
                    <a:pt x="659580" y="4629380"/>
                  </a:lnTo>
                  <a:lnTo>
                    <a:pt x="659580" y="4628950"/>
                  </a:lnTo>
                  <a:lnTo>
                    <a:pt x="659698" y="4628950"/>
                  </a:lnTo>
                  <a:lnTo>
                    <a:pt x="659816" y="4628950"/>
                  </a:lnTo>
                  <a:lnTo>
                    <a:pt x="659816" y="4628519"/>
                  </a:lnTo>
                  <a:lnTo>
                    <a:pt x="659933" y="4628519"/>
                  </a:lnTo>
                  <a:lnTo>
                    <a:pt x="659933" y="4628088"/>
                  </a:lnTo>
                  <a:lnTo>
                    <a:pt x="660051" y="4628088"/>
                  </a:lnTo>
                  <a:lnTo>
                    <a:pt x="660168" y="4628088"/>
                  </a:lnTo>
                  <a:lnTo>
                    <a:pt x="660168" y="4627658"/>
                  </a:lnTo>
                  <a:lnTo>
                    <a:pt x="660286" y="4627658"/>
                  </a:lnTo>
                  <a:lnTo>
                    <a:pt x="660404" y="4627658"/>
                  </a:lnTo>
                  <a:lnTo>
                    <a:pt x="660521" y="4627658"/>
                  </a:lnTo>
                  <a:lnTo>
                    <a:pt x="660521" y="4627227"/>
                  </a:lnTo>
                  <a:lnTo>
                    <a:pt x="660639" y="4627227"/>
                  </a:lnTo>
                  <a:lnTo>
                    <a:pt x="660756" y="4627227"/>
                  </a:lnTo>
                  <a:lnTo>
                    <a:pt x="660874" y="4627227"/>
                  </a:lnTo>
                  <a:lnTo>
                    <a:pt x="660992" y="4627227"/>
                  </a:lnTo>
                  <a:lnTo>
                    <a:pt x="661109" y="4627227"/>
                  </a:lnTo>
                  <a:lnTo>
                    <a:pt x="661227" y="4627227"/>
                  </a:lnTo>
                  <a:lnTo>
                    <a:pt x="661345" y="4627227"/>
                  </a:lnTo>
                  <a:lnTo>
                    <a:pt x="661345" y="4626797"/>
                  </a:lnTo>
                  <a:lnTo>
                    <a:pt x="661345" y="4626366"/>
                  </a:lnTo>
                  <a:lnTo>
                    <a:pt x="661462" y="4626366"/>
                  </a:lnTo>
                  <a:lnTo>
                    <a:pt x="661462" y="4625935"/>
                  </a:lnTo>
                  <a:lnTo>
                    <a:pt x="661580" y="4625935"/>
                  </a:lnTo>
                  <a:lnTo>
                    <a:pt x="661697" y="4625935"/>
                  </a:lnTo>
                  <a:lnTo>
                    <a:pt x="661815" y="4625935"/>
                  </a:lnTo>
                  <a:lnTo>
                    <a:pt x="661933" y="4625935"/>
                  </a:lnTo>
                  <a:lnTo>
                    <a:pt x="662050" y="4625935"/>
                  </a:lnTo>
                  <a:lnTo>
                    <a:pt x="662168" y="4625935"/>
                  </a:lnTo>
                  <a:lnTo>
                    <a:pt x="662168" y="4625505"/>
                  </a:lnTo>
                  <a:lnTo>
                    <a:pt x="662285" y="4625505"/>
                  </a:lnTo>
                  <a:lnTo>
                    <a:pt x="662403" y="4625505"/>
                  </a:lnTo>
                  <a:lnTo>
                    <a:pt x="662403" y="4625074"/>
                  </a:lnTo>
                  <a:lnTo>
                    <a:pt x="662521" y="4625074"/>
                  </a:lnTo>
                  <a:lnTo>
                    <a:pt x="662638" y="4625074"/>
                  </a:lnTo>
                  <a:lnTo>
                    <a:pt x="662638" y="4624644"/>
                  </a:lnTo>
                  <a:lnTo>
                    <a:pt x="662756" y="4624644"/>
                  </a:lnTo>
                  <a:lnTo>
                    <a:pt x="662873" y="4624644"/>
                  </a:lnTo>
                  <a:lnTo>
                    <a:pt x="662991" y="4624644"/>
                  </a:lnTo>
                  <a:lnTo>
                    <a:pt x="663109" y="4624644"/>
                  </a:lnTo>
                  <a:lnTo>
                    <a:pt x="663226" y="4624644"/>
                  </a:lnTo>
                  <a:lnTo>
                    <a:pt x="663226" y="4624213"/>
                  </a:lnTo>
                  <a:lnTo>
                    <a:pt x="663344" y="4624213"/>
                  </a:lnTo>
                  <a:lnTo>
                    <a:pt x="663462" y="4624213"/>
                  </a:lnTo>
                  <a:lnTo>
                    <a:pt x="663462" y="4623782"/>
                  </a:lnTo>
                  <a:lnTo>
                    <a:pt x="663579" y="4623782"/>
                  </a:lnTo>
                  <a:lnTo>
                    <a:pt x="663697" y="4623782"/>
                  </a:lnTo>
                  <a:lnTo>
                    <a:pt x="663814" y="4623782"/>
                  </a:lnTo>
                  <a:lnTo>
                    <a:pt x="663814" y="4623352"/>
                  </a:lnTo>
                  <a:lnTo>
                    <a:pt x="663932" y="4623352"/>
                  </a:lnTo>
                  <a:lnTo>
                    <a:pt x="664050" y="4623352"/>
                  </a:lnTo>
                  <a:lnTo>
                    <a:pt x="664167" y="4623352"/>
                  </a:lnTo>
                  <a:lnTo>
                    <a:pt x="664285" y="4623352"/>
                  </a:lnTo>
                  <a:lnTo>
                    <a:pt x="664402" y="4623352"/>
                  </a:lnTo>
                  <a:lnTo>
                    <a:pt x="664520" y="4623352"/>
                  </a:lnTo>
                  <a:lnTo>
                    <a:pt x="664520" y="4622921"/>
                  </a:lnTo>
                  <a:lnTo>
                    <a:pt x="664638" y="4622921"/>
                  </a:lnTo>
                  <a:lnTo>
                    <a:pt x="664638" y="4622491"/>
                  </a:lnTo>
                  <a:lnTo>
                    <a:pt x="664755" y="4622491"/>
                  </a:lnTo>
                  <a:lnTo>
                    <a:pt x="664755" y="4622060"/>
                  </a:lnTo>
                  <a:lnTo>
                    <a:pt x="664755" y="4621629"/>
                  </a:lnTo>
                  <a:lnTo>
                    <a:pt x="664873" y="4621629"/>
                  </a:lnTo>
                  <a:lnTo>
                    <a:pt x="664873" y="4621199"/>
                  </a:lnTo>
                  <a:lnTo>
                    <a:pt x="664991" y="4621199"/>
                  </a:lnTo>
                  <a:lnTo>
                    <a:pt x="664991" y="4620768"/>
                  </a:lnTo>
                  <a:lnTo>
                    <a:pt x="665108" y="4620768"/>
                  </a:lnTo>
                  <a:lnTo>
                    <a:pt x="665226" y="4620768"/>
                  </a:lnTo>
                  <a:lnTo>
                    <a:pt x="665343" y="4620768"/>
                  </a:lnTo>
                  <a:lnTo>
                    <a:pt x="665461" y="4620768"/>
                  </a:lnTo>
                  <a:lnTo>
                    <a:pt x="665579" y="4620768"/>
                  </a:lnTo>
                  <a:lnTo>
                    <a:pt x="665579" y="4620338"/>
                  </a:lnTo>
                  <a:lnTo>
                    <a:pt x="665696" y="4620338"/>
                  </a:lnTo>
                  <a:lnTo>
                    <a:pt x="665814" y="4620338"/>
                  </a:lnTo>
                  <a:lnTo>
                    <a:pt x="665931" y="4620338"/>
                  </a:lnTo>
                  <a:lnTo>
                    <a:pt x="666049" y="4620338"/>
                  </a:lnTo>
                  <a:lnTo>
                    <a:pt x="666167" y="4620338"/>
                  </a:lnTo>
                  <a:lnTo>
                    <a:pt x="666284" y="4620338"/>
                  </a:lnTo>
                  <a:lnTo>
                    <a:pt x="666402" y="4620338"/>
                  </a:lnTo>
                  <a:lnTo>
                    <a:pt x="666402" y="4619907"/>
                  </a:lnTo>
                  <a:lnTo>
                    <a:pt x="666520" y="4619907"/>
                  </a:lnTo>
                  <a:lnTo>
                    <a:pt x="666520" y="4619476"/>
                  </a:lnTo>
                  <a:lnTo>
                    <a:pt x="666520" y="4619046"/>
                  </a:lnTo>
                  <a:lnTo>
                    <a:pt x="666520" y="4618615"/>
                  </a:lnTo>
                  <a:lnTo>
                    <a:pt x="666520" y="4618185"/>
                  </a:lnTo>
                  <a:lnTo>
                    <a:pt x="666637" y="4618185"/>
                  </a:lnTo>
                  <a:lnTo>
                    <a:pt x="666637" y="4617754"/>
                  </a:lnTo>
                  <a:lnTo>
                    <a:pt x="666755" y="4617754"/>
                  </a:lnTo>
                  <a:lnTo>
                    <a:pt x="666872" y="4617754"/>
                  </a:lnTo>
                  <a:lnTo>
                    <a:pt x="666872" y="4617323"/>
                  </a:lnTo>
                  <a:lnTo>
                    <a:pt x="666872" y="4616893"/>
                  </a:lnTo>
                  <a:lnTo>
                    <a:pt x="666872" y="4616462"/>
                  </a:lnTo>
                  <a:lnTo>
                    <a:pt x="666990" y="4616462"/>
                  </a:lnTo>
                  <a:lnTo>
                    <a:pt x="666990" y="4616032"/>
                  </a:lnTo>
                  <a:lnTo>
                    <a:pt x="667108" y="4616032"/>
                  </a:lnTo>
                  <a:lnTo>
                    <a:pt x="667108" y="4615601"/>
                  </a:lnTo>
                  <a:lnTo>
                    <a:pt x="667225" y="4615601"/>
                  </a:lnTo>
                  <a:lnTo>
                    <a:pt x="667225" y="4615170"/>
                  </a:lnTo>
                  <a:lnTo>
                    <a:pt x="667225" y="4614740"/>
                  </a:lnTo>
                  <a:lnTo>
                    <a:pt x="667343" y="4614740"/>
                  </a:lnTo>
                  <a:lnTo>
                    <a:pt x="667460" y="4614740"/>
                  </a:lnTo>
                  <a:lnTo>
                    <a:pt x="667578" y="4614740"/>
                  </a:lnTo>
                  <a:lnTo>
                    <a:pt x="667696" y="4614740"/>
                  </a:lnTo>
                  <a:lnTo>
                    <a:pt x="667696" y="4614309"/>
                  </a:lnTo>
                  <a:lnTo>
                    <a:pt x="667813" y="4614309"/>
                  </a:lnTo>
                  <a:lnTo>
                    <a:pt x="667931" y="4614309"/>
                  </a:lnTo>
                  <a:lnTo>
                    <a:pt x="668049" y="4614309"/>
                  </a:lnTo>
                  <a:lnTo>
                    <a:pt x="668166" y="4614309"/>
                  </a:lnTo>
                  <a:lnTo>
                    <a:pt x="668284" y="4614309"/>
                  </a:lnTo>
                  <a:lnTo>
                    <a:pt x="668401" y="4614309"/>
                  </a:lnTo>
                  <a:lnTo>
                    <a:pt x="668519" y="4614309"/>
                  </a:lnTo>
                  <a:lnTo>
                    <a:pt x="668637" y="4614309"/>
                  </a:lnTo>
                  <a:lnTo>
                    <a:pt x="668637" y="4613879"/>
                  </a:lnTo>
                  <a:lnTo>
                    <a:pt x="668754" y="4613879"/>
                  </a:lnTo>
                  <a:lnTo>
                    <a:pt x="668872" y="4613879"/>
                  </a:lnTo>
                  <a:lnTo>
                    <a:pt x="668989" y="4613879"/>
                  </a:lnTo>
                  <a:lnTo>
                    <a:pt x="669107" y="4613879"/>
                  </a:lnTo>
                  <a:lnTo>
                    <a:pt x="669225" y="4613879"/>
                  </a:lnTo>
                  <a:lnTo>
                    <a:pt x="669225" y="4613448"/>
                  </a:lnTo>
                  <a:lnTo>
                    <a:pt x="669342" y="4613448"/>
                  </a:lnTo>
                  <a:lnTo>
                    <a:pt x="669460" y="4613448"/>
                  </a:lnTo>
                  <a:lnTo>
                    <a:pt x="669460" y="4613017"/>
                  </a:lnTo>
                  <a:lnTo>
                    <a:pt x="669460" y="4612587"/>
                  </a:lnTo>
                  <a:lnTo>
                    <a:pt x="669460" y="4612156"/>
                  </a:lnTo>
                  <a:lnTo>
                    <a:pt x="669578" y="4612156"/>
                  </a:lnTo>
                  <a:lnTo>
                    <a:pt x="669578" y="4611726"/>
                  </a:lnTo>
                  <a:lnTo>
                    <a:pt x="669695" y="4611726"/>
                  </a:lnTo>
                  <a:lnTo>
                    <a:pt x="669813" y="4611726"/>
                  </a:lnTo>
                  <a:lnTo>
                    <a:pt x="669813" y="4611295"/>
                  </a:lnTo>
                  <a:lnTo>
                    <a:pt x="669813" y="4610864"/>
                  </a:lnTo>
                  <a:lnTo>
                    <a:pt x="669930" y="4610864"/>
                  </a:lnTo>
                  <a:lnTo>
                    <a:pt x="670048" y="4610864"/>
                  </a:lnTo>
                  <a:lnTo>
                    <a:pt x="670048" y="4610434"/>
                  </a:lnTo>
                  <a:lnTo>
                    <a:pt x="670048" y="4610003"/>
                  </a:lnTo>
                  <a:lnTo>
                    <a:pt x="670048" y="4609573"/>
                  </a:lnTo>
                  <a:lnTo>
                    <a:pt x="670048" y="4609142"/>
                  </a:lnTo>
                  <a:lnTo>
                    <a:pt x="670166" y="4609142"/>
                  </a:lnTo>
                  <a:lnTo>
                    <a:pt x="670283" y="4609142"/>
                  </a:lnTo>
                  <a:lnTo>
                    <a:pt x="670401" y="4609142"/>
                  </a:lnTo>
                  <a:lnTo>
                    <a:pt x="670518" y="4609142"/>
                  </a:lnTo>
                  <a:lnTo>
                    <a:pt x="670518" y="4608711"/>
                  </a:lnTo>
                  <a:lnTo>
                    <a:pt x="670518" y="4608281"/>
                  </a:lnTo>
                  <a:lnTo>
                    <a:pt x="670636" y="4608281"/>
                  </a:lnTo>
                  <a:lnTo>
                    <a:pt x="670754" y="4608281"/>
                  </a:lnTo>
                  <a:lnTo>
                    <a:pt x="670754" y="4607850"/>
                  </a:lnTo>
                  <a:lnTo>
                    <a:pt x="670754" y="4607420"/>
                  </a:lnTo>
                  <a:lnTo>
                    <a:pt x="670754" y="4606989"/>
                  </a:lnTo>
                  <a:lnTo>
                    <a:pt x="670871" y="4606989"/>
                  </a:lnTo>
                  <a:lnTo>
                    <a:pt x="670989" y="4606989"/>
                  </a:lnTo>
                  <a:lnTo>
                    <a:pt x="671106" y="4606989"/>
                  </a:lnTo>
                  <a:lnTo>
                    <a:pt x="671224" y="4606989"/>
                  </a:lnTo>
                  <a:lnTo>
                    <a:pt x="671224" y="4606558"/>
                  </a:lnTo>
                  <a:lnTo>
                    <a:pt x="671342" y="4606558"/>
                  </a:lnTo>
                  <a:lnTo>
                    <a:pt x="671459" y="4606558"/>
                  </a:lnTo>
                  <a:lnTo>
                    <a:pt x="671577" y="4606558"/>
                  </a:lnTo>
                  <a:lnTo>
                    <a:pt x="671577" y="4606128"/>
                  </a:lnTo>
                  <a:lnTo>
                    <a:pt x="671695" y="4606128"/>
                  </a:lnTo>
                  <a:lnTo>
                    <a:pt x="671812" y="4606128"/>
                  </a:lnTo>
                  <a:lnTo>
                    <a:pt x="671930" y="4606128"/>
                  </a:lnTo>
                  <a:lnTo>
                    <a:pt x="671930" y="4605697"/>
                  </a:lnTo>
                  <a:lnTo>
                    <a:pt x="671930" y="4605267"/>
                  </a:lnTo>
                  <a:lnTo>
                    <a:pt x="671930" y="4604836"/>
                  </a:lnTo>
                  <a:lnTo>
                    <a:pt x="672047" y="4604836"/>
                  </a:lnTo>
                  <a:lnTo>
                    <a:pt x="672047" y="4604405"/>
                  </a:lnTo>
                  <a:lnTo>
                    <a:pt x="672047" y="4603975"/>
                  </a:lnTo>
                  <a:lnTo>
                    <a:pt x="672165" y="4603975"/>
                  </a:lnTo>
                  <a:lnTo>
                    <a:pt x="672283" y="4603975"/>
                  </a:lnTo>
                  <a:lnTo>
                    <a:pt x="672400" y="4603975"/>
                  </a:lnTo>
                  <a:lnTo>
                    <a:pt x="672518" y="4603975"/>
                  </a:lnTo>
                  <a:lnTo>
                    <a:pt x="672635" y="4603975"/>
                  </a:lnTo>
                  <a:lnTo>
                    <a:pt x="672753" y="4603975"/>
                  </a:lnTo>
                  <a:lnTo>
                    <a:pt x="672753" y="4603544"/>
                  </a:lnTo>
                  <a:lnTo>
                    <a:pt x="672871" y="4603544"/>
                  </a:lnTo>
                  <a:lnTo>
                    <a:pt x="672988" y="4603544"/>
                  </a:lnTo>
                  <a:lnTo>
                    <a:pt x="672988" y="4603114"/>
                  </a:lnTo>
                  <a:lnTo>
                    <a:pt x="673106" y="4603114"/>
                  </a:lnTo>
                  <a:lnTo>
                    <a:pt x="673224" y="4603114"/>
                  </a:lnTo>
                  <a:lnTo>
                    <a:pt x="673341" y="4603114"/>
                  </a:lnTo>
                  <a:lnTo>
                    <a:pt x="673459" y="4603114"/>
                  </a:lnTo>
                  <a:lnTo>
                    <a:pt x="673576" y="4603114"/>
                  </a:lnTo>
                  <a:lnTo>
                    <a:pt x="673576" y="4602683"/>
                  </a:lnTo>
                  <a:lnTo>
                    <a:pt x="673694" y="4602683"/>
                  </a:lnTo>
                  <a:lnTo>
                    <a:pt x="673694" y="4602252"/>
                  </a:lnTo>
                  <a:lnTo>
                    <a:pt x="673812" y="4602252"/>
                  </a:lnTo>
                  <a:lnTo>
                    <a:pt x="673929" y="4602252"/>
                  </a:lnTo>
                  <a:lnTo>
                    <a:pt x="674047" y="4602252"/>
                  </a:lnTo>
                  <a:lnTo>
                    <a:pt x="674047" y="4601822"/>
                  </a:lnTo>
                  <a:lnTo>
                    <a:pt x="674164" y="4601822"/>
                  </a:lnTo>
                  <a:lnTo>
                    <a:pt x="674282" y="4601822"/>
                  </a:lnTo>
                  <a:lnTo>
                    <a:pt x="674400" y="4601822"/>
                  </a:lnTo>
                  <a:lnTo>
                    <a:pt x="674517" y="4601822"/>
                  </a:lnTo>
                  <a:lnTo>
                    <a:pt x="674517" y="4601391"/>
                  </a:lnTo>
                  <a:lnTo>
                    <a:pt x="674517" y="4600961"/>
                  </a:lnTo>
                  <a:lnTo>
                    <a:pt x="674635" y="4600961"/>
                  </a:lnTo>
                  <a:lnTo>
                    <a:pt x="674635" y="4600530"/>
                  </a:lnTo>
                  <a:lnTo>
                    <a:pt x="674753" y="4600530"/>
                  </a:lnTo>
                  <a:lnTo>
                    <a:pt x="674870" y="4600530"/>
                  </a:lnTo>
                  <a:lnTo>
                    <a:pt x="674988" y="4600530"/>
                  </a:lnTo>
                  <a:lnTo>
                    <a:pt x="675105" y="4600530"/>
                  </a:lnTo>
                  <a:lnTo>
                    <a:pt x="675105" y="4600099"/>
                  </a:lnTo>
                  <a:lnTo>
                    <a:pt x="675223" y="4600099"/>
                  </a:lnTo>
                  <a:lnTo>
                    <a:pt x="675223" y="4599669"/>
                  </a:lnTo>
                  <a:lnTo>
                    <a:pt x="675341" y="4599669"/>
                  </a:lnTo>
                  <a:lnTo>
                    <a:pt x="675458" y="4599669"/>
                  </a:lnTo>
                  <a:lnTo>
                    <a:pt x="675576" y="4599669"/>
                  </a:lnTo>
                  <a:lnTo>
                    <a:pt x="675576" y="4599238"/>
                  </a:lnTo>
                  <a:lnTo>
                    <a:pt x="675576" y="4598808"/>
                  </a:lnTo>
                  <a:lnTo>
                    <a:pt x="675576" y="4598377"/>
                  </a:lnTo>
                  <a:lnTo>
                    <a:pt x="675576" y="4597946"/>
                  </a:lnTo>
                  <a:lnTo>
                    <a:pt x="675693" y="4597946"/>
                  </a:lnTo>
                  <a:lnTo>
                    <a:pt x="675693" y="4597516"/>
                  </a:lnTo>
                  <a:lnTo>
                    <a:pt x="675693" y="4597085"/>
                  </a:lnTo>
                  <a:lnTo>
                    <a:pt x="675811" y="4597085"/>
                  </a:lnTo>
                  <a:lnTo>
                    <a:pt x="675929" y="4597085"/>
                  </a:lnTo>
                  <a:lnTo>
                    <a:pt x="675929" y="4596655"/>
                  </a:lnTo>
                  <a:lnTo>
                    <a:pt x="675929" y="4596224"/>
                  </a:lnTo>
                  <a:lnTo>
                    <a:pt x="676046" y="4596224"/>
                  </a:lnTo>
                  <a:lnTo>
                    <a:pt x="676164" y="4596224"/>
                  </a:lnTo>
                  <a:lnTo>
                    <a:pt x="676164" y="4595793"/>
                  </a:lnTo>
                  <a:lnTo>
                    <a:pt x="676282" y="4595793"/>
                  </a:lnTo>
                  <a:lnTo>
                    <a:pt x="676399" y="4595793"/>
                  </a:lnTo>
                  <a:lnTo>
                    <a:pt x="676517" y="4595793"/>
                  </a:lnTo>
                  <a:lnTo>
                    <a:pt x="676517" y="4595363"/>
                  </a:lnTo>
                  <a:lnTo>
                    <a:pt x="676634" y="4595363"/>
                  </a:lnTo>
                  <a:lnTo>
                    <a:pt x="676752" y="4595363"/>
                  </a:lnTo>
                  <a:lnTo>
                    <a:pt x="676870" y="4595363"/>
                  </a:lnTo>
                  <a:lnTo>
                    <a:pt x="676870" y="4594932"/>
                  </a:lnTo>
                  <a:lnTo>
                    <a:pt x="676987" y="4594932"/>
                  </a:lnTo>
                  <a:lnTo>
                    <a:pt x="677105" y="4594932"/>
                  </a:lnTo>
                  <a:lnTo>
                    <a:pt x="677222" y="4594932"/>
                  </a:lnTo>
                  <a:lnTo>
                    <a:pt x="677340" y="4594932"/>
                  </a:lnTo>
                  <a:lnTo>
                    <a:pt x="677340" y="4594502"/>
                  </a:lnTo>
                  <a:lnTo>
                    <a:pt x="677458" y="4594502"/>
                  </a:lnTo>
                  <a:lnTo>
                    <a:pt x="677575" y="4594502"/>
                  </a:lnTo>
                  <a:lnTo>
                    <a:pt x="677693" y="4594502"/>
                  </a:lnTo>
                  <a:lnTo>
                    <a:pt x="677811" y="4594502"/>
                  </a:lnTo>
                  <a:lnTo>
                    <a:pt x="677928" y="4594502"/>
                  </a:lnTo>
                  <a:lnTo>
                    <a:pt x="678046" y="4594502"/>
                  </a:lnTo>
                  <a:lnTo>
                    <a:pt x="678163" y="4594502"/>
                  </a:lnTo>
                  <a:lnTo>
                    <a:pt x="678281" y="4594502"/>
                  </a:lnTo>
                  <a:lnTo>
                    <a:pt x="678399" y="4594502"/>
                  </a:lnTo>
                  <a:lnTo>
                    <a:pt x="678516" y="4594502"/>
                  </a:lnTo>
                  <a:lnTo>
                    <a:pt x="678516" y="4594071"/>
                  </a:lnTo>
                  <a:lnTo>
                    <a:pt x="678634" y="4594071"/>
                  </a:lnTo>
                  <a:lnTo>
                    <a:pt x="678751" y="4594071"/>
                  </a:lnTo>
                  <a:lnTo>
                    <a:pt x="678869" y="4594071"/>
                  </a:lnTo>
                  <a:lnTo>
                    <a:pt x="678987" y="4594071"/>
                  </a:lnTo>
                  <a:lnTo>
                    <a:pt x="678987" y="4593640"/>
                  </a:lnTo>
                  <a:lnTo>
                    <a:pt x="679104" y="4593640"/>
                  </a:lnTo>
                  <a:lnTo>
                    <a:pt x="679222" y="4593640"/>
                  </a:lnTo>
                  <a:lnTo>
                    <a:pt x="679339" y="4593640"/>
                  </a:lnTo>
                  <a:lnTo>
                    <a:pt x="679457" y="4593640"/>
                  </a:lnTo>
                  <a:lnTo>
                    <a:pt x="679457" y="4593210"/>
                  </a:lnTo>
                  <a:lnTo>
                    <a:pt x="679575" y="4593210"/>
                  </a:lnTo>
                  <a:lnTo>
                    <a:pt x="679692" y="4593210"/>
                  </a:lnTo>
                  <a:lnTo>
                    <a:pt x="679810" y="4593210"/>
                  </a:lnTo>
                  <a:lnTo>
                    <a:pt x="679810" y="4592779"/>
                  </a:lnTo>
                  <a:lnTo>
                    <a:pt x="679810" y="4592349"/>
                  </a:lnTo>
                  <a:lnTo>
                    <a:pt x="679928" y="4592349"/>
                  </a:lnTo>
                  <a:lnTo>
                    <a:pt x="679928" y="4591918"/>
                  </a:lnTo>
                  <a:lnTo>
                    <a:pt x="679928" y="4591487"/>
                  </a:lnTo>
                  <a:lnTo>
                    <a:pt x="680045" y="4591487"/>
                  </a:lnTo>
                  <a:lnTo>
                    <a:pt x="680163" y="4591487"/>
                  </a:lnTo>
                  <a:lnTo>
                    <a:pt x="680280" y="4591487"/>
                  </a:lnTo>
                  <a:lnTo>
                    <a:pt x="680280" y="4591057"/>
                  </a:lnTo>
                  <a:lnTo>
                    <a:pt x="680398" y="4591057"/>
                  </a:lnTo>
                  <a:lnTo>
                    <a:pt x="680398" y="4590626"/>
                  </a:lnTo>
                  <a:lnTo>
                    <a:pt x="680516" y="4590626"/>
                  </a:lnTo>
                  <a:lnTo>
                    <a:pt x="680633" y="4590626"/>
                  </a:lnTo>
                  <a:lnTo>
                    <a:pt x="680751" y="4590626"/>
                  </a:lnTo>
                  <a:lnTo>
                    <a:pt x="680751" y="4590196"/>
                  </a:lnTo>
                  <a:lnTo>
                    <a:pt x="680751" y="4589765"/>
                  </a:lnTo>
                  <a:lnTo>
                    <a:pt x="680751" y="4589334"/>
                  </a:lnTo>
                  <a:lnTo>
                    <a:pt x="680868" y="4589334"/>
                  </a:lnTo>
                  <a:lnTo>
                    <a:pt x="680986" y="4589334"/>
                  </a:lnTo>
                  <a:lnTo>
                    <a:pt x="680986" y="4588904"/>
                  </a:lnTo>
                  <a:lnTo>
                    <a:pt x="681104" y="4588904"/>
                  </a:lnTo>
                  <a:lnTo>
                    <a:pt x="681104" y="4588473"/>
                  </a:lnTo>
                  <a:lnTo>
                    <a:pt x="681221" y="4588473"/>
                  </a:lnTo>
                  <a:lnTo>
                    <a:pt x="681339" y="4588473"/>
                  </a:lnTo>
                  <a:lnTo>
                    <a:pt x="681339" y="4588043"/>
                  </a:lnTo>
                  <a:lnTo>
                    <a:pt x="681339" y="4587612"/>
                  </a:lnTo>
                  <a:lnTo>
                    <a:pt x="681457" y="4587612"/>
                  </a:lnTo>
                  <a:lnTo>
                    <a:pt x="681457" y="4587181"/>
                  </a:lnTo>
                  <a:lnTo>
                    <a:pt x="681574" y="4587181"/>
                  </a:lnTo>
                  <a:lnTo>
                    <a:pt x="681692" y="4587181"/>
                  </a:lnTo>
                  <a:lnTo>
                    <a:pt x="681692" y="4586751"/>
                  </a:lnTo>
                  <a:lnTo>
                    <a:pt x="681692" y="4586320"/>
                  </a:lnTo>
                  <a:lnTo>
                    <a:pt x="681809" y="4586320"/>
                  </a:lnTo>
                  <a:lnTo>
                    <a:pt x="681809" y="4585890"/>
                  </a:lnTo>
                  <a:lnTo>
                    <a:pt x="681927" y="4585890"/>
                  </a:lnTo>
                  <a:lnTo>
                    <a:pt x="681927" y="4585459"/>
                  </a:lnTo>
                  <a:lnTo>
                    <a:pt x="682045" y="4585459"/>
                  </a:lnTo>
                  <a:lnTo>
                    <a:pt x="682045" y="4585028"/>
                  </a:lnTo>
                  <a:lnTo>
                    <a:pt x="682045" y="4584598"/>
                  </a:lnTo>
                  <a:lnTo>
                    <a:pt x="682162" y="4584598"/>
                  </a:lnTo>
                  <a:lnTo>
                    <a:pt x="682162" y="4584167"/>
                  </a:lnTo>
                  <a:lnTo>
                    <a:pt x="682280" y="4584167"/>
                  </a:lnTo>
                  <a:lnTo>
                    <a:pt x="682397" y="4584167"/>
                  </a:lnTo>
                  <a:lnTo>
                    <a:pt x="682515" y="4584167"/>
                  </a:lnTo>
                  <a:lnTo>
                    <a:pt x="682515" y="4583737"/>
                  </a:lnTo>
                  <a:lnTo>
                    <a:pt x="682515" y="4583306"/>
                  </a:lnTo>
                  <a:lnTo>
                    <a:pt x="682633" y="4583306"/>
                  </a:lnTo>
                  <a:lnTo>
                    <a:pt x="682633" y="4582875"/>
                  </a:lnTo>
                  <a:lnTo>
                    <a:pt x="682750" y="4582875"/>
                  </a:lnTo>
                  <a:lnTo>
                    <a:pt x="682750" y="4582445"/>
                  </a:lnTo>
                  <a:lnTo>
                    <a:pt x="682750" y="4582014"/>
                  </a:lnTo>
                  <a:lnTo>
                    <a:pt x="682868" y="4582014"/>
                  </a:lnTo>
                  <a:lnTo>
                    <a:pt x="682986" y="4582014"/>
                  </a:lnTo>
                  <a:lnTo>
                    <a:pt x="682986" y="4581584"/>
                  </a:lnTo>
                  <a:lnTo>
                    <a:pt x="683103" y="4581584"/>
                  </a:lnTo>
                  <a:lnTo>
                    <a:pt x="683103" y="4581153"/>
                  </a:lnTo>
                  <a:lnTo>
                    <a:pt x="683103" y="4580722"/>
                  </a:lnTo>
                  <a:lnTo>
                    <a:pt x="683221" y="4580722"/>
                  </a:lnTo>
                  <a:lnTo>
                    <a:pt x="683338" y="4580722"/>
                  </a:lnTo>
                  <a:lnTo>
                    <a:pt x="683456" y="4580722"/>
                  </a:lnTo>
                  <a:lnTo>
                    <a:pt x="683574" y="4580722"/>
                  </a:lnTo>
                  <a:lnTo>
                    <a:pt x="683691" y="4580722"/>
                  </a:lnTo>
                  <a:lnTo>
                    <a:pt x="683809" y="4580722"/>
                  </a:lnTo>
                  <a:lnTo>
                    <a:pt x="683926" y="4580722"/>
                  </a:lnTo>
                  <a:lnTo>
                    <a:pt x="684044" y="4580722"/>
                  </a:lnTo>
                  <a:lnTo>
                    <a:pt x="684044" y="4580292"/>
                  </a:lnTo>
                  <a:lnTo>
                    <a:pt x="684044" y="4579861"/>
                  </a:lnTo>
                  <a:lnTo>
                    <a:pt x="684162" y="4579861"/>
                  </a:lnTo>
                  <a:lnTo>
                    <a:pt x="684279" y="4579861"/>
                  </a:lnTo>
                  <a:lnTo>
                    <a:pt x="684397" y="4579861"/>
                  </a:lnTo>
                  <a:lnTo>
                    <a:pt x="684515" y="4579861"/>
                  </a:lnTo>
                  <a:lnTo>
                    <a:pt x="684515" y="4579431"/>
                  </a:lnTo>
                  <a:lnTo>
                    <a:pt x="684632" y="4579431"/>
                  </a:lnTo>
                  <a:lnTo>
                    <a:pt x="684750" y="4579431"/>
                  </a:lnTo>
                  <a:lnTo>
                    <a:pt x="684867" y="4579431"/>
                  </a:lnTo>
                  <a:lnTo>
                    <a:pt x="684985" y="4579431"/>
                  </a:lnTo>
                  <a:lnTo>
                    <a:pt x="685103" y="4579431"/>
                  </a:lnTo>
                  <a:lnTo>
                    <a:pt x="685220" y="4579431"/>
                  </a:lnTo>
                  <a:lnTo>
                    <a:pt x="685220" y="4579000"/>
                  </a:lnTo>
                  <a:lnTo>
                    <a:pt x="685220" y="4578569"/>
                  </a:lnTo>
                  <a:lnTo>
                    <a:pt x="685338" y="4578569"/>
                  </a:lnTo>
                  <a:lnTo>
                    <a:pt x="685455" y="4578569"/>
                  </a:lnTo>
                  <a:lnTo>
                    <a:pt x="685573" y="4578569"/>
                  </a:lnTo>
                  <a:lnTo>
                    <a:pt x="685691" y="4578569"/>
                  </a:lnTo>
                  <a:lnTo>
                    <a:pt x="685691" y="4578139"/>
                  </a:lnTo>
                  <a:lnTo>
                    <a:pt x="685691" y="4577708"/>
                  </a:lnTo>
                  <a:lnTo>
                    <a:pt x="685808" y="4577708"/>
                  </a:lnTo>
                  <a:lnTo>
                    <a:pt x="685926" y="4577708"/>
                  </a:lnTo>
                  <a:lnTo>
                    <a:pt x="686044" y="4577708"/>
                  </a:lnTo>
                  <a:lnTo>
                    <a:pt x="686161" y="4577708"/>
                  </a:lnTo>
                  <a:lnTo>
                    <a:pt x="686279" y="4577708"/>
                  </a:lnTo>
                  <a:lnTo>
                    <a:pt x="686396" y="4577708"/>
                  </a:lnTo>
                  <a:lnTo>
                    <a:pt x="686514" y="4577708"/>
                  </a:lnTo>
                  <a:lnTo>
                    <a:pt x="686632" y="4577708"/>
                  </a:lnTo>
                  <a:lnTo>
                    <a:pt x="686749" y="4577708"/>
                  </a:lnTo>
                  <a:lnTo>
                    <a:pt x="686867" y="4577708"/>
                  </a:lnTo>
                  <a:lnTo>
                    <a:pt x="686867" y="4577278"/>
                  </a:lnTo>
                  <a:lnTo>
                    <a:pt x="686984" y="4577278"/>
                  </a:lnTo>
                  <a:lnTo>
                    <a:pt x="686984" y="4576847"/>
                  </a:lnTo>
                  <a:lnTo>
                    <a:pt x="686984" y="4576416"/>
                  </a:lnTo>
                  <a:lnTo>
                    <a:pt x="687102" y="4576416"/>
                  </a:lnTo>
                  <a:lnTo>
                    <a:pt x="687220" y="4576416"/>
                  </a:lnTo>
                  <a:lnTo>
                    <a:pt x="687220" y="4575986"/>
                  </a:lnTo>
                  <a:lnTo>
                    <a:pt x="687337" y="4575986"/>
                  </a:lnTo>
                  <a:lnTo>
                    <a:pt x="687455" y="4575986"/>
                  </a:lnTo>
                  <a:lnTo>
                    <a:pt x="687572" y="4575986"/>
                  </a:lnTo>
                  <a:lnTo>
                    <a:pt x="687690" y="4575986"/>
                  </a:lnTo>
                  <a:lnTo>
                    <a:pt x="687808" y="4575986"/>
                  </a:lnTo>
                  <a:lnTo>
                    <a:pt x="687925" y="4575986"/>
                  </a:lnTo>
                  <a:lnTo>
                    <a:pt x="688043" y="4575986"/>
                  </a:lnTo>
                  <a:lnTo>
                    <a:pt x="688161" y="4575986"/>
                  </a:lnTo>
                  <a:lnTo>
                    <a:pt x="688278" y="4575986"/>
                  </a:lnTo>
                  <a:lnTo>
                    <a:pt x="688278" y="4575555"/>
                  </a:lnTo>
                  <a:lnTo>
                    <a:pt x="688278" y="4575125"/>
                  </a:lnTo>
                  <a:lnTo>
                    <a:pt x="688278" y="4574694"/>
                  </a:lnTo>
                  <a:lnTo>
                    <a:pt x="688396" y="4574694"/>
                  </a:lnTo>
                  <a:lnTo>
                    <a:pt x="688396" y="4574263"/>
                  </a:lnTo>
                  <a:lnTo>
                    <a:pt x="688396" y="4573833"/>
                  </a:lnTo>
                  <a:lnTo>
                    <a:pt x="688513" y="4573833"/>
                  </a:lnTo>
                  <a:lnTo>
                    <a:pt x="688513" y="4573402"/>
                  </a:lnTo>
                  <a:lnTo>
                    <a:pt x="688513" y="4572972"/>
                  </a:lnTo>
                  <a:lnTo>
                    <a:pt x="688631" y="4572972"/>
                  </a:lnTo>
                  <a:lnTo>
                    <a:pt x="688631" y="4572541"/>
                  </a:lnTo>
                  <a:lnTo>
                    <a:pt x="688631" y="4572110"/>
                  </a:lnTo>
                  <a:lnTo>
                    <a:pt x="688749" y="4572110"/>
                  </a:lnTo>
                  <a:lnTo>
                    <a:pt x="688749" y="4571680"/>
                  </a:lnTo>
                  <a:lnTo>
                    <a:pt x="688866" y="4571680"/>
                  </a:lnTo>
                  <a:lnTo>
                    <a:pt x="688866" y="4571249"/>
                  </a:lnTo>
                  <a:lnTo>
                    <a:pt x="688866" y="4570819"/>
                  </a:lnTo>
                  <a:lnTo>
                    <a:pt x="688984" y="4570819"/>
                  </a:lnTo>
                  <a:lnTo>
                    <a:pt x="688984" y="4570388"/>
                  </a:lnTo>
                  <a:lnTo>
                    <a:pt x="688984" y="4569957"/>
                  </a:lnTo>
                  <a:lnTo>
                    <a:pt x="689101" y="4569957"/>
                  </a:lnTo>
                  <a:lnTo>
                    <a:pt x="689219" y="4569957"/>
                  </a:lnTo>
                  <a:lnTo>
                    <a:pt x="689219" y="4569527"/>
                  </a:lnTo>
                  <a:lnTo>
                    <a:pt x="689337" y="4569527"/>
                  </a:lnTo>
                  <a:lnTo>
                    <a:pt x="689454" y="4569527"/>
                  </a:lnTo>
                  <a:lnTo>
                    <a:pt x="689572" y="4569527"/>
                  </a:lnTo>
                  <a:lnTo>
                    <a:pt x="689690" y="4569527"/>
                  </a:lnTo>
                  <a:lnTo>
                    <a:pt x="689807" y="4569527"/>
                  </a:lnTo>
                  <a:lnTo>
                    <a:pt x="689925" y="4569527"/>
                  </a:lnTo>
                  <a:lnTo>
                    <a:pt x="689925" y="4569096"/>
                  </a:lnTo>
                  <a:lnTo>
                    <a:pt x="690042" y="4569096"/>
                  </a:lnTo>
                  <a:lnTo>
                    <a:pt x="690042" y="4568666"/>
                  </a:lnTo>
                  <a:lnTo>
                    <a:pt x="690160" y="4568666"/>
                  </a:lnTo>
                  <a:lnTo>
                    <a:pt x="690278" y="4568666"/>
                  </a:lnTo>
                  <a:lnTo>
                    <a:pt x="690278" y="4568235"/>
                  </a:lnTo>
                  <a:lnTo>
                    <a:pt x="690395" y="4568235"/>
                  </a:lnTo>
                  <a:lnTo>
                    <a:pt x="690513" y="4568235"/>
                  </a:lnTo>
                  <a:lnTo>
                    <a:pt x="690630" y="4568235"/>
                  </a:lnTo>
                  <a:lnTo>
                    <a:pt x="690630" y="4567804"/>
                  </a:lnTo>
                  <a:lnTo>
                    <a:pt x="690748" y="4567804"/>
                  </a:lnTo>
                  <a:lnTo>
                    <a:pt x="690748" y="4567374"/>
                  </a:lnTo>
                  <a:lnTo>
                    <a:pt x="690866" y="4567374"/>
                  </a:lnTo>
                  <a:lnTo>
                    <a:pt x="690983" y="4567374"/>
                  </a:lnTo>
                  <a:lnTo>
                    <a:pt x="690983" y="4566943"/>
                  </a:lnTo>
                  <a:lnTo>
                    <a:pt x="690983" y="4566513"/>
                  </a:lnTo>
                  <a:lnTo>
                    <a:pt x="690983" y="4566082"/>
                  </a:lnTo>
                  <a:lnTo>
                    <a:pt x="691101" y="4566082"/>
                  </a:lnTo>
                  <a:lnTo>
                    <a:pt x="691219" y="4566082"/>
                  </a:lnTo>
                  <a:lnTo>
                    <a:pt x="691336" y="4566082"/>
                  </a:lnTo>
                  <a:lnTo>
                    <a:pt x="691336" y="4565651"/>
                  </a:lnTo>
                  <a:lnTo>
                    <a:pt x="691454" y="4565651"/>
                  </a:lnTo>
                  <a:lnTo>
                    <a:pt x="691454" y="4565221"/>
                  </a:lnTo>
                  <a:lnTo>
                    <a:pt x="691571" y="4565221"/>
                  </a:lnTo>
                  <a:lnTo>
                    <a:pt x="691689" y="4565221"/>
                  </a:lnTo>
                  <a:lnTo>
                    <a:pt x="691689" y="4564790"/>
                  </a:lnTo>
                  <a:lnTo>
                    <a:pt x="691807" y="4564790"/>
                  </a:lnTo>
                  <a:lnTo>
                    <a:pt x="691924" y="4564790"/>
                  </a:lnTo>
                  <a:lnTo>
                    <a:pt x="692042" y="4564790"/>
                  </a:lnTo>
                  <a:lnTo>
                    <a:pt x="692042" y="4564360"/>
                  </a:lnTo>
                  <a:lnTo>
                    <a:pt x="692042" y="4563929"/>
                  </a:lnTo>
                  <a:lnTo>
                    <a:pt x="692159" y="4563929"/>
                  </a:lnTo>
                  <a:lnTo>
                    <a:pt x="692277" y="4563929"/>
                  </a:lnTo>
                  <a:lnTo>
                    <a:pt x="692277" y="4563498"/>
                  </a:lnTo>
                  <a:lnTo>
                    <a:pt x="692395" y="4563498"/>
                  </a:lnTo>
                  <a:lnTo>
                    <a:pt x="692512" y="4563498"/>
                  </a:lnTo>
                  <a:lnTo>
                    <a:pt x="692630" y="4563498"/>
                  </a:lnTo>
                  <a:lnTo>
                    <a:pt x="692748" y="4563498"/>
                  </a:lnTo>
                  <a:lnTo>
                    <a:pt x="692748" y="4563068"/>
                  </a:lnTo>
                  <a:lnTo>
                    <a:pt x="692748" y="4562637"/>
                  </a:lnTo>
                  <a:lnTo>
                    <a:pt x="692865" y="4562637"/>
                  </a:lnTo>
                  <a:lnTo>
                    <a:pt x="692983" y="4562637"/>
                  </a:lnTo>
                  <a:lnTo>
                    <a:pt x="692983" y="4562207"/>
                  </a:lnTo>
                  <a:lnTo>
                    <a:pt x="692983" y="4561776"/>
                  </a:lnTo>
                  <a:lnTo>
                    <a:pt x="692983" y="4561345"/>
                  </a:lnTo>
                  <a:lnTo>
                    <a:pt x="692983" y="4560915"/>
                  </a:lnTo>
                  <a:lnTo>
                    <a:pt x="692983" y="4560484"/>
                  </a:lnTo>
                  <a:lnTo>
                    <a:pt x="692983" y="4560054"/>
                  </a:lnTo>
                  <a:lnTo>
                    <a:pt x="693100" y="4560054"/>
                  </a:lnTo>
                  <a:lnTo>
                    <a:pt x="693218" y="4560054"/>
                  </a:lnTo>
                  <a:lnTo>
                    <a:pt x="693336" y="4560054"/>
                  </a:lnTo>
                  <a:lnTo>
                    <a:pt x="693453" y="4560054"/>
                  </a:lnTo>
                  <a:lnTo>
                    <a:pt x="693571" y="4560054"/>
                  </a:lnTo>
                  <a:lnTo>
                    <a:pt x="693688" y="4560054"/>
                  </a:lnTo>
                  <a:lnTo>
                    <a:pt x="693688" y="4559623"/>
                  </a:lnTo>
                  <a:lnTo>
                    <a:pt x="693688" y="4559192"/>
                  </a:lnTo>
                  <a:lnTo>
                    <a:pt x="693688" y="4558762"/>
                  </a:lnTo>
                  <a:lnTo>
                    <a:pt x="693806" y="4558762"/>
                  </a:lnTo>
                  <a:lnTo>
                    <a:pt x="693806" y="4558331"/>
                  </a:lnTo>
                  <a:lnTo>
                    <a:pt x="693806" y="4557901"/>
                  </a:lnTo>
                  <a:lnTo>
                    <a:pt x="693924" y="4557901"/>
                  </a:lnTo>
                  <a:lnTo>
                    <a:pt x="694041" y="4557901"/>
                  </a:lnTo>
                  <a:lnTo>
                    <a:pt x="694041" y="4557470"/>
                  </a:lnTo>
                  <a:lnTo>
                    <a:pt x="694159" y="4557470"/>
                  </a:lnTo>
                  <a:lnTo>
                    <a:pt x="694159" y="4557039"/>
                  </a:lnTo>
                  <a:lnTo>
                    <a:pt x="694277" y="4557039"/>
                  </a:lnTo>
                  <a:lnTo>
                    <a:pt x="694277" y="4556609"/>
                  </a:lnTo>
                  <a:lnTo>
                    <a:pt x="694394" y="4556609"/>
                  </a:lnTo>
                  <a:lnTo>
                    <a:pt x="694512" y="4556609"/>
                  </a:lnTo>
                  <a:lnTo>
                    <a:pt x="694629" y="4556609"/>
                  </a:lnTo>
                  <a:lnTo>
                    <a:pt x="694747" y="4556609"/>
                  </a:lnTo>
                  <a:lnTo>
                    <a:pt x="694865" y="4556609"/>
                  </a:lnTo>
                  <a:lnTo>
                    <a:pt x="694865" y="4556178"/>
                  </a:lnTo>
                  <a:lnTo>
                    <a:pt x="694865" y="4555748"/>
                  </a:lnTo>
                  <a:lnTo>
                    <a:pt x="694982" y="4555748"/>
                  </a:lnTo>
                  <a:lnTo>
                    <a:pt x="695100" y="4555748"/>
                  </a:lnTo>
                  <a:lnTo>
                    <a:pt x="695217" y="4555748"/>
                  </a:lnTo>
                  <a:lnTo>
                    <a:pt x="695217" y="4555317"/>
                  </a:lnTo>
                  <a:lnTo>
                    <a:pt x="695335" y="4555317"/>
                  </a:lnTo>
                  <a:lnTo>
                    <a:pt x="695453" y="4555317"/>
                  </a:lnTo>
                  <a:lnTo>
                    <a:pt x="695570" y="4555317"/>
                  </a:lnTo>
                  <a:lnTo>
                    <a:pt x="695570" y="4554886"/>
                  </a:lnTo>
                  <a:lnTo>
                    <a:pt x="695688" y="4554886"/>
                  </a:lnTo>
                  <a:lnTo>
                    <a:pt x="695688" y="4554456"/>
                  </a:lnTo>
                  <a:lnTo>
                    <a:pt x="695805" y="4554456"/>
                  </a:lnTo>
                  <a:lnTo>
                    <a:pt x="695923" y="4554456"/>
                  </a:lnTo>
                  <a:lnTo>
                    <a:pt x="696041" y="4554456"/>
                  </a:lnTo>
                  <a:lnTo>
                    <a:pt x="696158" y="4554456"/>
                  </a:lnTo>
                  <a:lnTo>
                    <a:pt x="696276" y="4554456"/>
                  </a:lnTo>
                  <a:lnTo>
                    <a:pt x="696276" y="4554025"/>
                  </a:lnTo>
                  <a:lnTo>
                    <a:pt x="696394" y="4554025"/>
                  </a:lnTo>
                  <a:lnTo>
                    <a:pt x="696511" y="4554025"/>
                  </a:lnTo>
                  <a:lnTo>
                    <a:pt x="696629" y="4554025"/>
                  </a:lnTo>
                  <a:lnTo>
                    <a:pt x="696629" y="4553595"/>
                  </a:lnTo>
                  <a:lnTo>
                    <a:pt x="696746" y="4553595"/>
                  </a:lnTo>
                  <a:lnTo>
                    <a:pt x="696864" y="4553595"/>
                  </a:lnTo>
                  <a:lnTo>
                    <a:pt x="696982" y="4553595"/>
                  </a:lnTo>
                  <a:lnTo>
                    <a:pt x="697099" y="4553595"/>
                  </a:lnTo>
                  <a:lnTo>
                    <a:pt x="697099" y="4553164"/>
                  </a:lnTo>
                  <a:lnTo>
                    <a:pt x="697217" y="4553164"/>
                  </a:lnTo>
                  <a:lnTo>
                    <a:pt x="697334" y="4553164"/>
                  </a:lnTo>
                  <a:lnTo>
                    <a:pt x="697452" y="4553164"/>
                  </a:lnTo>
                  <a:lnTo>
                    <a:pt x="697570" y="4553164"/>
                  </a:lnTo>
                  <a:lnTo>
                    <a:pt x="697570" y="4552733"/>
                  </a:lnTo>
                  <a:lnTo>
                    <a:pt x="697687" y="4552733"/>
                  </a:lnTo>
                  <a:lnTo>
                    <a:pt x="697805" y="4552733"/>
                  </a:lnTo>
                  <a:lnTo>
                    <a:pt x="697805" y="4552303"/>
                  </a:lnTo>
                  <a:lnTo>
                    <a:pt x="697805" y="4551872"/>
                  </a:lnTo>
                  <a:lnTo>
                    <a:pt x="697923" y="4551872"/>
                  </a:lnTo>
                  <a:lnTo>
                    <a:pt x="698040" y="4551872"/>
                  </a:lnTo>
                  <a:lnTo>
                    <a:pt x="698158" y="4551872"/>
                  </a:lnTo>
                  <a:lnTo>
                    <a:pt x="698275" y="4551872"/>
                  </a:lnTo>
                  <a:lnTo>
                    <a:pt x="698275" y="4551442"/>
                  </a:lnTo>
                  <a:lnTo>
                    <a:pt x="698393" y="4551442"/>
                  </a:lnTo>
                  <a:lnTo>
                    <a:pt x="698511" y="4551442"/>
                  </a:lnTo>
                  <a:lnTo>
                    <a:pt x="698628" y="4551442"/>
                  </a:lnTo>
                  <a:lnTo>
                    <a:pt x="698746" y="4551442"/>
                  </a:lnTo>
                  <a:lnTo>
                    <a:pt x="698863" y="4551442"/>
                  </a:lnTo>
                  <a:lnTo>
                    <a:pt x="698981" y="4551442"/>
                  </a:lnTo>
                  <a:lnTo>
                    <a:pt x="698981" y="4551011"/>
                  </a:lnTo>
                  <a:lnTo>
                    <a:pt x="699099" y="4551011"/>
                  </a:lnTo>
                  <a:lnTo>
                    <a:pt x="699216" y="4551011"/>
                  </a:lnTo>
                  <a:lnTo>
                    <a:pt x="699334" y="4551011"/>
                  </a:lnTo>
                  <a:lnTo>
                    <a:pt x="699452" y="4551011"/>
                  </a:lnTo>
                  <a:lnTo>
                    <a:pt x="699452" y="4550580"/>
                  </a:lnTo>
                  <a:lnTo>
                    <a:pt x="699452" y="4550150"/>
                  </a:lnTo>
                  <a:lnTo>
                    <a:pt x="699569" y="4550150"/>
                  </a:lnTo>
                  <a:lnTo>
                    <a:pt x="699687" y="4550150"/>
                  </a:lnTo>
                  <a:lnTo>
                    <a:pt x="699804" y="4550150"/>
                  </a:lnTo>
                  <a:lnTo>
                    <a:pt x="699804" y="4549719"/>
                  </a:lnTo>
                  <a:lnTo>
                    <a:pt x="699804" y="4549289"/>
                  </a:lnTo>
                  <a:lnTo>
                    <a:pt x="699804" y="4548858"/>
                  </a:lnTo>
                  <a:lnTo>
                    <a:pt x="699804" y="4548427"/>
                  </a:lnTo>
                  <a:lnTo>
                    <a:pt x="699922" y="4548427"/>
                  </a:lnTo>
                  <a:lnTo>
                    <a:pt x="700040" y="4548427"/>
                  </a:lnTo>
                  <a:lnTo>
                    <a:pt x="700040" y="4547997"/>
                  </a:lnTo>
                  <a:lnTo>
                    <a:pt x="700040" y="4547566"/>
                  </a:lnTo>
                  <a:lnTo>
                    <a:pt x="700157" y="4547566"/>
                  </a:lnTo>
                  <a:lnTo>
                    <a:pt x="700275" y="4547566"/>
                  </a:lnTo>
                  <a:lnTo>
                    <a:pt x="700392" y="4547566"/>
                  </a:lnTo>
                  <a:lnTo>
                    <a:pt x="700510" y="4547566"/>
                  </a:lnTo>
                  <a:lnTo>
                    <a:pt x="700628" y="4547566"/>
                  </a:lnTo>
                  <a:lnTo>
                    <a:pt x="700745" y="4547566"/>
                  </a:lnTo>
                  <a:lnTo>
                    <a:pt x="700863" y="4547566"/>
                  </a:lnTo>
                  <a:lnTo>
                    <a:pt x="700863" y="4547136"/>
                  </a:lnTo>
                  <a:lnTo>
                    <a:pt x="700981" y="4547136"/>
                  </a:lnTo>
                  <a:lnTo>
                    <a:pt x="700981" y="4546705"/>
                  </a:lnTo>
                  <a:lnTo>
                    <a:pt x="701098" y="4546705"/>
                  </a:lnTo>
                  <a:lnTo>
                    <a:pt x="701098" y="4546274"/>
                  </a:lnTo>
                  <a:lnTo>
                    <a:pt x="701216" y="4546274"/>
                  </a:lnTo>
                  <a:lnTo>
                    <a:pt x="701333" y="4546274"/>
                  </a:lnTo>
                  <a:lnTo>
                    <a:pt x="701451" y="4546274"/>
                  </a:lnTo>
                  <a:lnTo>
                    <a:pt x="701569" y="4546274"/>
                  </a:lnTo>
                  <a:lnTo>
                    <a:pt x="701686" y="4546274"/>
                  </a:lnTo>
                  <a:lnTo>
                    <a:pt x="701686" y="4545844"/>
                  </a:lnTo>
                  <a:lnTo>
                    <a:pt x="701686" y="4545413"/>
                  </a:lnTo>
                  <a:lnTo>
                    <a:pt x="701686" y="4544983"/>
                  </a:lnTo>
                  <a:lnTo>
                    <a:pt x="701804" y="4544983"/>
                  </a:lnTo>
                  <a:lnTo>
                    <a:pt x="701804" y="4544552"/>
                  </a:lnTo>
                  <a:lnTo>
                    <a:pt x="701804" y="4544121"/>
                  </a:lnTo>
                  <a:lnTo>
                    <a:pt x="701804" y="4543691"/>
                  </a:lnTo>
                  <a:lnTo>
                    <a:pt x="701804" y="4543260"/>
                  </a:lnTo>
                  <a:lnTo>
                    <a:pt x="701921" y="4543260"/>
                  </a:lnTo>
                  <a:lnTo>
                    <a:pt x="702039" y="4543260"/>
                  </a:lnTo>
                  <a:lnTo>
                    <a:pt x="702157" y="4543260"/>
                  </a:lnTo>
                  <a:lnTo>
                    <a:pt x="702157" y="4542830"/>
                  </a:lnTo>
                  <a:lnTo>
                    <a:pt x="702274" y="4542830"/>
                  </a:lnTo>
                  <a:lnTo>
                    <a:pt x="702392" y="4542830"/>
                  </a:lnTo>
                  <a:lnTo>
                    <a:pt x="702510" y="4542830"/>
                  </a:lnTo>
                  <a:lnTo>
                    <a:pt x="702510" y="4542399"/>
                  </a:lnTo>
                  <a:lnTo>
                    <a:pt x="702510" y="4541968"/>
                  </a:lnTo>
                  <a:lnTo>
                    <a:pt x="702627" y="4541968"/>
                  </a:lnTo>
                  <a:lnTo>
                    <a:pt x="702745" y="4541968"/>
                  </a:lnTo>
                  <a:lnTo>
                    <a:pt x="702745" y="4541538"/>
                  </a:lnTo>
                  <a:lnTo>
                    <a:pt x="702862" y="4541538"/>
                  </a:lnTo>
                  <a:lnTo>
                    <a:pt x="702980" y="4541538"/>
                  </a:lnTo>
                  <a:lnTo>
                    <a:pt x="703098" y="4541538"/>
                  </a:lnTo>
                  <a:lnTo>
                    <a:pt x="703098" y="4541107"/>
                  </a:lnTo>
                  <a:lnTo>
                    <a:pt x="703215" y="4541107"/>
                  </a:lnTo>
                  <a:lnTo>
                    <a:pt x="703333" y="4541107"/>
                  </a:lnTo>
                  <a:lnTo>
                    <a:pt x="703333" y="4540677"/>
                  </a:lnTo>
                  <a:lnTo>
                    <a:pt x="703450" y="4540677"/>
                  </a:lnTo>
                  <a:lnTo>
                    <a:pt x="703450" y="4540246"/>
                  </a:lnTo>
                  <a:lnTo>
                    <a:pt x="703450" y="4539815"/>
                  </a:lnTo>
                  <a:lnTo>
                    <a:pt x="703568" y="4539815"/>
                  </a:lnTo>
                  <a:lnTo>
                    <a:pt x="703568" y="4539385"/>
                  </a:lnTo>
                  <a:lnTo>
                    <a:pt x="703686" y="4539385"/>
                  </a:lnTo>
                  <a:lnTo>
                    <a:pt x="703686" y="4538954"/>
                  </a:lnTo>
                  <a:lnTo>
                    <a:pt x="703803" y="4538954"/>
                  </a:lnTo>
                  <a:lnTo>
                    <a:pt x="703921" y="4538954"/>
                  </a:lnTo>
                  <a:lnTo>
                    <a:pt x="704038" y="4538954"/>
                  </a:lnTo>
                  <a:lnTo>
                    <a:pt x="704038" y="4538524"/>
                  </a:lnTo>
                  <a:lnTo>
                    <a:pt x="704156" y="4538524"/>
                  </a:lnTo>
                  <a:lnTo>
                    <a:pt x="704156" y="4538093"/>
                  </a:lnTo>
                  <a:lnTo>
                    <a:pt x="704156" y="4537662"/>
                  </a:lnTo>
                  <a:lnTo>
                    <a:pt x="704274" y="4537662"/>
                  </a:lnTo>
                  <a:lnTo>
                    <a:pt x="704391" y="4537662"/>
                  </a:lnTo>
                  <a:lnTo>
                    <a:pt x="704509" y="4537662"/>
                  </a:lnTo>
                  <a:lnTo>
                    <a:pt x="704509" y="4537232"/>
                  </a:lnTo>
                  <a:lnTo>
                    <a:pt x="704627" y="4537232"/>
                  </a:lnTo>
                  <a:lnTo>
                    <a:pt x="704627" y="4536801"/>
                  </a:lnTo>
                  <a:lnTo>
                    <a:pt x="704744" y="4536801"/>
                  </a:lnTo>
                  <a:lnTo>
                    <a:pt x="704744" y="4536371"/>
                  </a:lnTo>
                  <a:lnTo>
                    <a:pt x="704862" y="4536371"/>
                  </a:lnTo>
                  <a:lnTo>
                    <a:pt x="704979" y="4536371"/>
                  </a:lnTo>
                  <a:lnTo>
                    <a:pt x="705097" y="4536371"/>
                  </a:lnTo>
                  <a:lnTo>
                    <a:pt x="705215" y="4536371"/>
                  </a:lnTo>
                  <a:lnTo>
                    <a:pt x="705215" y="4535940"/>
                  </a:lnTo>
                  <a:lnTo>
                    <a:pt x="705332" y="4535940"/>
                  </a:lnTo>
                  <a:lnTo>
                    <a:pt x="705332" y="4535509"/>
                  </a:lnTo>
                  <a:lnTo>
                    <a:pt x="705332" y="4535079"/>
                  </a:lnTo>
                  <a:lnTo>
                    <a:pt x="705332" y="4534648"/>
                  </a:lnTo>
                  <a:lnTo>
                    <a:pt x="705450" y="4534648"/>
                  </a:lnTo>
                  <a:lnTo>
                    <a:pt x="705450" y="4534218"/>
                  </a:lnTo>
                  <a:lnTo>
                    <a:pt x="705567" y="4534218"/>
                  </a:lnTo>
                  <a:lnTo>
                    <a:pt x="705567" y="4533787"/>
                  </a:lnTo>
                  <a:lnTo>
                    <a:pt x="705567" y="4533356"/>
                  </a:lnTo>
                  <a:lnTo>
                    <a:pt x="705567" y="4532926"/>
                  </a:lnTo>
                  <a:lnTo>
                    <a:pt x="705567" y="4532495"/>
                  </a:lnTo>
                  <a:lnTo>
                    <a:pt x="705567" y="4532065"/>
                  </a:lnTo>
                  <a:lnTo>
                    <a:pt x="705685" y="4532065"/>
                  </a:lnTo>
                  <a:lnTo>
                    <a:pt x="705803" y="4532065"/>
                  </a:lnTo>
                  <a:lnTo>
                    <a:pt x="705920" y="4532065"/>
                  </a:lnTo>
                  <a:lnTo>
                    <a:pt x="705920" y="4531634"/>
                  </a:lnTo>
                  <a:lnTo>
                    <a:pt x="706038" y="4531634"/>
                  </a:lnTo>
                  <a:lnTo>
                    <a:pt x="706038" y="4531203"/>
                  </a:lnTo>
                  <a:lnTo>
                    <a:pt x="706038" y="4530773"/>
                  </a:lnTo>
                  <a:lnTo>
                    <a:pt x="706156" y="4530773"/>
                  </a:lnTo>
                  <a:lnTo>
                    <a:pt x="706156" y="4530342"/>
                  </a:lnTo>
                  <a:lnTo>
                    <a:pt x="706156" y="4529912"/>
                  </a:lnTo>
                  <a:lnTo>
                    <a:pt x="706273" y="4529912"/>
                  </a:lnTo>
                  <a:lnTo>
                    <a:pt x="706391" y="4529912"/>
                  </a:lnTo>
                  <a:lnTo>
                    <a:pt x="706508" y="4529912"/>
                  </a:lnTo>
                  <a:lnTo>
                    <a:pt x="706626" y="4529912"/>
                  </a:lnTo>
                  <a:lnTo>
                    <a:pt x="706744" y="4529912"/>
                  </a:lnTo>
                  <a:lnTo>
                    <a:pt x="706861" y="4529912"/>
                  </a:lnTo>
                  <a:lnTo>
                    <a:pt x="706861" y="4529481"/>
                  </a:lnTo>
                  <a:lnTo>
                    <a:pt x="706979" y="4529481"/>
                  </a:lnTo>
                  <a:lnTo>
                    <a:pt x="706979" y="4529050"/>
                  </a:lnTo>
                  <a:lnTo>
                    <a:pt x="707096" y="4529050"/>
                  </a:lnTo>
                  <a:lnTo>
                    <a:pt x="707096" y="4528620"/>
                  </a:lnTo>
                  <a:lnTo>
                    <a:pt x="707096" y="4528189"/>
                  </a:lnTo>
                  <a:lnTo>
                    <a:pt x="707214" y="4528189"/>
                  </a:lnTo>
                  <a:lnTo>
                    <a:pt x="707214" y="4527759"/>
                  </a:lnTo>
                  <a:lnTo>
                    <a:pt x="707332" y="4527759"/>
                  </a:lnTo>
                  <a:lnTo>
                    <a:pt x="707449" y="4527759"/>
                  </a:lnTo>
                  <a:lnTo>
                    <a:pt x="707567" y="4527759"/>
                  </a:lnTo>
                  <a:lnTo>
                    <a:pt x="707685" y="4527759"/>
                  </a:lnTo>
                  <a:lnTo>
                    <a:pt x="707685" y="4527328"/>
                  </a:lnTo>
                  <a:lnTo>
                    <a:pt x="707802" y="4527328"/>
                  </a:lnTo>
                  <a:lnTo>
                    <a:pt x="707920" y="4527328"/>
                  </a:lnTo>
                  <a:lnTo>
                    <a:pt x="708037" y="4527328"/>
                  </a:lnTo>
                  <a:lnTo>
                    <a:pt x="708037" y="4526897"/>
                  </a:lnTo>
                  <a:lnTo>
                    <a:pt x="708155" y="4526897"/>
                  </a:lnTo>
                  <a:lnTo>
                    <a:pt x="708273" y="4526897"/>
                  </a:lnTo>
                  <a:lnTo>
                    <a:pt x="708390" y="4526897"/>
                  </a:lnTo>
                  <a:lnTo>
                    <a:pt x="708508" y="4526897"/>
                  </a:lnTo>
                  <a:lnTo>
                    <a:pt x="708508" y="4526467"/>
                  </a:lnTo>
                  <a:lnTo>
                    <a:pt x="708508" y="4526036"/>
                  </a:lnTo>
                  <a:lnTo>
                    <a:pt x="708508" y="4525606"/>
                  </a:lnTo>
                  <a:lnTo>
                    <a:pt x="708625" y="4525606"/>
                  </a:lnTo>
                  <a:lnTo>
                    <a:pt x="708743" y="4525606"/>
                  </a:lnTo>
                  <a:lnTo>
                    <a:pt x="708743" y="4525175"/>
                  </a:lnTo>
                  <a:lnTo>
                    <a:pt x="708861" y="4525175"/>
                  </a:lnTo>
                  <a:lnTo>
                    <a:pt x="708978" y="4525175"/>
                  </a:lnTo>
                  <a:lnTo>
                    <a:pt x="708978" y="4524744"/>
                  </a:lnTo>
                  <a:lnTo>
                    <a:pt x="709096" y="4524744"/>
                  </a:lnTo>
                  <a:lnTo>
                    <a:pt x="709214" y="4524744"/>
                  </a:lnTo>
                  <a:lnTo>
                    <a:pt x="709331" y="4524744"/>
                  </a:lnTo>
                  <a:lnTo>
                    <a:pt x="709449" y="4524744"/>
                  </a:lnTo>
                  <a:lnTo>
                    <a:pt x="709566" y="4524744"/>
                  </a:lnTo>
                  <a:lnTo>
                    <a:pt x="709684" y="4524744"/>
                  </a:lnTo>
                  <a:lnTo>
                    <a:pt x="709802" y="4524744"/>
                  </a:lnTo>
                  <a:lnTo>
                    <a:pt x="709919" y="4524744"/>
                  </a:lnTo>
                  <a:lnTo>
                    <a:pt x="710037" y="4524744"/>
                  </a:lnTo>
                  <a:lnTo>
                    <a:pt x="710037" y="4524314"/>
                  </a:lnTo>
                  <a:lnTo>
                    <a:pt x="710154" y="4524314"/>
                  </a:lnTo>
                  <a:lnTo>
                    <a:pt x="710154" y="4523883"/>
                  </a:lnTo>
                  <a:lnTo>
                    <a:pt x="710154" y="4523453"/>
                  </a:lnTo>
                  <a:lnTo>
                    <a:pt x="710272" y="4523453"/>
                  </a:lnTo>
                  <a:lnTo>
                    <a:pt x="710272" y="4523022"/>
                  </a:lnTo>
                  <a:lnTo>
                    <a:pt x="710272" y="4522591"/>
                  </a:lnTo>
                  <a:lnTo>
                    <a:pt x="710390" y="4522591"/>
                  </a:lnTo>
                  <a:lnTo>
                    <a:pt x="710390" y="4522161"/>
                  </a:lnTo>
                  <a:lnTo>
                    <a:pt x="710507" y="4522161"/>
                  </a:lnTo>
                  <a:lnTo>
                    <a:pt x="710625" y="4522161"/>
                  </a:lnTo>
                  <a:lnTo>
                    <a:pt x="710743" y="4522161"/>
                  </a:lnTo>
                  <a:lnTo>
                    <a:pt x="710743" y="4521730"/>
                  </a:lnTo>
                  <a:lnTo>
                    <a:pt x="710860" y="4521730"/>
                  </a:lnTo>
                  <a:lnTo>
                    <a:pt x="710978" y="4521730"/>
                  </a:lnTo>
                  <a:lnTo>
                    <a:pt x="710978" y="4521300"/>
                  </a:lnTo>
                  <a:lnTo>
                    <a:pt x="711095" y="4521300"/>
                  </a:lnTo>
                  <a:lnTo>
                    <a:pt x="711213" y="4521300"/>
                  </a:lnTo>
                  <a:lnTo>
                    <a:pt x="711213" y="4520869"/>
                  </a:lnTo>
                  <a:lnTo>
                    <a:pt x="711331" y="4520869"/>
                  </a:lnTo>
                  <a:lnTo>
                    <a:pt x="711448" y="4520869"/>
                  </a:lnTo>
                  <a:lnTo>
                    <a:pt x="711448" y="4520438"/>
                  </a:lnTo>
                  <a:lnTo>
                    <a:pt x="711448" y="4520008"/>
                  </a:lnTo>
                  <a:lnTo>
                    <a:pt x="711566" y="4520008"/>
                  </a:lnTo>
                  <a:lnTo>
                    <a:pt x="711683" y="4520008"/>
                  </a:lnTo>
                  <a:lnTo>
                    <a:pt x="711683" y="4519577"/>
                  </a:lnTo>
                  <a:lnTo>
                    <a:pt x="711683" y="4519147"/>
                  </a:lnTo>
                  <a:lnTo>
                    <a:pt x="711801" y="4519147"/>
                  </a:lnTo>
                  <a:lnTo>
                    <a:pt x="711801" y="4518716"/>
                  </a:lnTo>
                  <a:lnTo>
                    <a:pt x="711801" y="4518285"/>
                  </a:lnTo>
                  <a:lnTo>
                    <a:pt x="711919" y="4518285"/>
                  </a:lnTo>
                  <a:lnTo>
                    <a:pt x="712036" y="4518285"/>
                  </a:lnTo>
                  <a:lnTo>
                    <a:pt x="712036" y="4517855"/>
                  </a:lnTo>
                  <a:lnTo>
                    <a:pt x="712036" y="4517424"/>
                  </a:lnTo>
                  <a:lnTo>
                    <a:pt x="712154" y="4517424"/>
                  </a:lnTo>
                  <a:lnTo>
                    <a:pt x="712271" y="4517424"/>
                  </a:lnTo>
                  <a:lnTo>
                    <a:pt x="712271" y="4516994"/>
                  </a:lnTo>
                  <a:lnTo>
                    <a:pt x="712271" y="4516563"/>
                  </a:lnTo>
                  <a:lnTo>
                    <a:pt x="712389" y="4516563"/>
                  </a:lnTo>
                  <a:lnTo>
                    <a:pt x="712389" y="4516132"/>
                  </a:lnTo>
                  <a:lnTo>
                    <a:pt x="712507" y="4516132"/>
                  </a:lnTo>
                  <a:lnTo>
                    <a:pt x="712624" y="4516132"/>
                  </a:lnTo>
                  <a:lnTo>
                    <a:pt x="712742" y="4516132"/>
                  </a:lnTo>
                  <a:lnTo>
                    <a:pt x="712742" y="4515702"/>
                  </a:lnTo>
                  <a:lnTo>
                    <a:pt x="712860" y="4515702"/>
                  </a:lnTo>
                  <a:lnTo>
                    <a:pt x="712977" y="4515702"/>
                  </a:lnTo>
                  <a:lnTo>
                    <a:pt x="713095" y="4515702"/>
                  </a:lnTo>
                  <a:lnTo>
                    <a:pt x="713095" y="4515271"/>
                  </a:lnTo>
                  <a:lnTo>
                    <a:pt x="713095" y="4514841"/>
                  </a:lnTo>
                  <a:lnTo>
                    <a:pt x="713212" y="4514841"/>
                  </a:lnTo>
                  <a:lnTo>
                    <a:pt x="713212" y="4514410"/>
                  </a:lnTo>
                  <a:lnTo>
                    <a:pt x="713330" y="4514410"/>
                  </a:lnTo>
                  <a:lnTo>
                    <a:pt x="713330" y="4513979"/>
                  </a:lnTo>
                  <a:lnTo>
                    <a:pt x="713330" y="4513549"/>
                  </a:lnTo>
                  <a:lnTo>
                    <a:pt x="713448" y="4513549"/>
                  </a:lnTo>
                  <a:lnTo>
                    <a:pt x="713448" y="4513118"/>
                  </a:lnTo>
                  <a:lnTo>
                    <a:pt x="713565" y="4513118"/>
                  </a:lnTo>
                  <a:lnTo>
                    <a:pt x="713683" y="4513118"/>
                  </a:lnTo>
                  <a:lnTo>
                    <a:pt x="713800" y="4513118"/>
                  </a:lnTo>
                  <a:lnTo>
                    <a:pt x="713918" y="4513118"/>
                  </a:lnTo>
                  <a:lnTo>
                    <a:pt x="713918" y="4512688"/>
                  </a:lnTo>
                  <a:lnTo>
                    <a:pt x="714036" y="4512688"/>
                  </a:lnTo>
                  <a:lnTo>
                    <a:pt x="714153" y="4512688"/>
                  </a:lnTo>
                  <a:lnTo>
                    <a:pt x="714153" y="4512257"/>
                  </a:lnTo>
                  <a:lnTo>
                    <a:pt x="714271" y="4512257"/>
                  </a:lnTo>
                  <a:lnTo>
                    <a:pt x="714389" y="4512257"/>
                  </a:lnTo>
                  <a:lnTo>
                    <a:pt x="714389" y="4511826"/>
                  </a:lnTo>
                  <a:lnTo>
                    <a:pt x="714506" y="4511826"/>
                  </a:lnTo>
                  <a:lnTo>
                    <a:pt x="714506" y="4511396"/>
                  </a:lnTo>
                  <a:lnTo>
                    <a:pt x="714624" y="4511396"/>
                  </a:lnTo>
                  <a:lnTo>
                    <a:pt x="714624" y="4510965"/>
                  </a:lnTo>
                  <a:lnTo>
                    <a:pt x="714624" y="4510535"/>
                  </a:lnTo>
                  <a:lnTo>
                    <a:pt x="714624" y="4510104"/>
                  </a:lnTo>
                  <a:lnTo>
                    <a:pt x="714624" y="4509673"/>
                  </a:lnTo>
                  <a:lnTo>
                    <a:pt x="714624" y="4509243"/>
                  </a:lnTo>
                  <a:lnTo>
                    <a:pt x="714741" y="4509243"/>
                  </a:lnTo>
                  <a:lnTo>
                    <a:pt x="714859" y="4509243"/>
                  </a:lnTo>
                  <a:lnTo>
                    <a:pt x="714859" y="4508812"/>
                  </a:lnTo>
                  <a:lnTo>
                    <a:pt x="714859" y="4508382"/>
                  </a:lnTo>
                  <a:lnTo>
                    <a:pt x="714977" y="4508382"/>
                  </a:lnTo>
                  <a:lnTo>
                    <a:pt x="715094" y="4508382"/>
                  </a:lnTo>
                  <a:lnTo>
                    <a:pt x="715212" y="4508382"/>
                  </a:lnTo>
                  <a:lnTo>
                    <a:pt x="715329" y="4508382"/>
                  </a:lnTo>
                  <a:lnTo>
                    <a:pt x="715447" y="4508382"/>
                  </a:lnTo>
                  <a:lnTo>
                    <a:pt x="715565" y="4508382"/>
                  </a:lnTo>
                  <a:lnTo>
                    <a:pt x="715565" y="4507951"/>
                  </a:lnTo>
                  <a:lnTo>
                    <a:pt x="715682" y="4507951"/>
                  </a:lnTo>
                  <a:lnTo>
                    <a:pt x="715800" y="4507951"/>
                  </a:lnTo>
                  <a:lnTo>
                    <a:pt x="715918" y="4507951"/>
                  </a:lnTo>
                  <a:lnTo>
                    <a:pt x="716035" y="4507951"/>
                  </a:lnTo>
                  <a:lnTo>
                    <a:pt x="716035" y="4507520"/>
                  </a:lnTo>
                  <a:lnTo>
                    <a:pt x="716153" y="4507520"/>
                  </a:lnTo>
                  <a:lnTo>
                    <a:pt x="716153" y="4507090"/>
                  </a:lnTo>
                  <a:lnTo>
                    <a:pt x="716153" y="4506659"/>
                  </a:lnTo>
                  <a:lnTo>
                    <a:pt x="716153" y="4506229"/>
                  </a:lnTo>
                  <a:lnTo>
                    <a:pt x="716270" y="4506229"/>
                  </a:lnTo>
                  <a:lnTo>
                    <a:pt x="716270" y="4505798"/>
                  </a:lnTo>
                  <a:lnTo>
                    <a:pt x="716270" y="4505367"/>
                  </a:lnTo>
                  <a:lnTo>
                    <a:pt x="716388" y="4505367"/>
                  </a:lnTo>
                  <a:lnTo>
                    <a:pt x="716506" y="4505367"/>
                  </a:lnTo>
                  <a:lnTo>
                    <a:pt x="716623" y="4505367"/>
                  </a:lnTo>
                  <a:lnTo>
                    <a:pt x="716741" y="4505367"/>
                  </a:lnTo>
                  <a:lnTo>
                    <a:pt x="716741" y="4504937"/>
                  </a:lnTo>
                  <a:lnTo>
                    <a:pt x="716741" y="4504506"/>
                  </a:lnTo>
                  <a:lnTo>
                    <a:pt x="716858" y="4504506"/>
                  </a:lnTo>
                  <a:lnTo>
                    <a:pt x="716976" y="4504506"/>
                  </a:lnTo>
                  <a:lnTo>
                    <a:pt x="717094" y="4504506"/>
                  </a:lnTo>
                  <a:lnTo>
                    <a:pt x="717094" y="4504076"/>
                  </a:lnTo>
                  <a:lnTo>
                    <a:pt x="717211" y="4504076"/>
                  </a:lnTo>
                  <a:lnTo>
                    <a:pt x="717211" y="4503645"/>
                  </a:lnTo>
                  <a:lnTo>
                    <a:pt x="717329" y="4503645"/>
                  </a:lnTo>
                  <a:lnTo>
                    <a:pt x="717447" y="4503645"/>
                  </a:lnTo>
                  <a:lnTo>
                    <a:pt x="717447" y="4503214"/>
                  </a:lnTo>
                  <a:lnTo>
                    <a:pt x="717447" y="4502784"/>
                  </a:lnTo>
                  <a:lnTo>
                    <a:pt x="717564" y="4502784"/>
                  </a:lnTo>
                  <a:lnTo>
                    <a:pt x="717682" y="4502784"/>
                  </a:lnTo>
                  <a:lnTo>
                    <a:pt x="717799" y="4502784"/>
                  </a:lnTo>
                  <a:lnTo>
                    <a:pt x="717917" y="4502784"/>
                  </a:lnTo>
                  <a:lnTo>
                    <a:pt x="717917" y="4502353"/>
                  </a:lnTo>
                  <a:lnTo>
                    <a:pt x="718035" y="4502353"/>
                  </a:lnTo>
                  <a:lnTo>
                    <a:pt x="718035" y="4501923"/>
                  </a:lnTo>
                  <a:lnTo>
                    <a:pt x="718152" y="4501923"/>
                  </a:lnTo>
                  <a:lnTo>
                    <a:pt x="718270" y="4501923"/>
                  </a:lnTo>
                  <a:lnTo>
                    <a:pt x="718387" y="4501923"/>
                  </a:lnTo>
                  <a:lnTo>
                    <a:pt x="718505" y="4501923"/>
                  </a:lnTo>
                  <a:lnTo>
                    <a:pt x="718623" y="4501923"/>
                  </a:lnTo>
                  <a:lnTo>
                    <a:pt x="718623" y="4501492"/>
                  </a:lnTo>
                  <a:lnTo>
                    <a:pt x="718740" y="4501492"/>
                  </a:lnTo>
                  <a:lnTo>
                    <a:pt x="718858" y="4501492"/>
                  </a:lnTo>
                  <a:lnTo>
                    <a:pt x="718858" y="4501061"/>
                  </a:lnTo>
                  <a:lnTo>
                    <a:pt x="718976" y="4501061"/>
                  </a:lnTo>
                  <a:lnTo>
                    <a:pt x="719093" y="4501061"/>
                  </a:lnTo>
                  <a:lnTo>
                    <a:pt x="719093" y="4500631"/>
                  </a:lnTo>
                  <a:lnTo>
                    <a:pt x="719211" y="4500631"/>
                  </a:lnTo>
                  <a:lnTo>
                    <a:pt x="719211" y="4500200"/>
                  </a:lnTo>
                  <a:lnTo>
                    <a:pt x="719211" y="4499770"/>
                  </a:lnTo>
                  <a:lnTo>
                    <a:pt x="719211" y="4499339"/>
                  </a:lnTo>
                  <a:lnTo>
                    <a:pt x="719328" y="4499339"/>
                  </a:lnTo>
                  <a:lnTo>
                    <a:pt x="719328" y="4498908"/>
                  </a:lnTo>
                  <a:lnTo>
                    <a:pt x="719328" y="4498478"/>
                  </a:lnTo>
                  <a:lnTo>
                    <a:pt x="719446" y="4498478"/>
                  </a:lnTo>
                  <a:lnTo>
                    <a:pt x="719564" y="4498478"/>
                  </a:lnTo>
                  <a:lnTo>
                    <a:pt x="719681" y="4498478"/>
                  </a:lnTo>
                  <a:lnTo>
                    <a:pt x="719799" y="4498478"/>
                  </a:lnTo>
                  <a:lnTo>
                    <a:pt x="719916" y="4498478"/>
                  </a:lnTo>
                  <a:lnTo>
                    <a:pt x="719916" y="4498047"/>
                  </a:lnTo>
                  <a:lnTo>
                    <a:pt x="720034" y="4498047"/>
                  </a:lnTo>
                  <a:lnTo>
                    <a:pt x="720152" y="4498047"/>
                  </a:lnTo>
                  <a:lnTo>
                    <a:pt x="720152" y="4497617"/>
                  </a:lnTo>
                  <a:lnTo>
                    <a:pt x="720152" y="4497186"/>
                  </a:lnTo>
                  <a:lnTo>
                    <a:pt x="720152" y="4496755"/>
                  </a:lnTo>
                  <a:lnTo>
                    <a:pt x="720269" y="4496755"/>
                  </a:lnTo>
                  <a:lnTo>
                    <a:pt x="720269" y="4496325"/>
                  </a:lnTo>
                  <a:lnTo>
                    <a:pt x="720269" y="4495894"/>
                  </a:lnTo>
                  <a:lnTo>
                    <a:pt x="720387" y="4495894"/>
                  </a:lnTo>
                  <a:lnTo>
                    <a:pt x="720504" y="4495894"/>
                  </a:lnTo>
                  <a:lnTo>
                    <a:pt x="720622" y="4495894"/>
                  </a:lnTo>
                  <a:lnTo>
                    <a:pt x="720622" y="4495464"/>
                  </a:lnTo>
                  <a:lnTo>
                    <a:pt x="720622" y="4495033"/>
                  </a:lnTo>
                  <a:lnTo>
                    <a:pt x="720740" y="4495033"/>
                  </a:lnTo>
                  <a:lnTo>
                    <a:pt x="720740" y="4494602"/>
                  </a:lnTo>
                  <a:lnTo>
                    <a:pt x="720857" y="4494602"/>
                  </a:lnTo>
                  <a:lnTo>
                    <a:pt x="720975" y="4494602"/>
                  </a:lnTo>
                  <a:lnTo>
                    <a:pt x="720975" y="4494172"/>
                  </a:lnTo>
                  <a:lnTo>
                    <a:pt x="721093" y="4494172"/>
                  </a:lnTo>
                  <a:lnTo>
                    <a:pt x="721093" y="4493741"/>
                  </a:lnTo>
                  <a:lnTo>
                    <a:pt x="721210" y="4493741"/>
                  </a:lnTo>
                  <a:lnTo>
                    <a:pt x="721328" y="4493741"/>
                  </a:lnTo>
                  <a:lnTo>
                    <a:pt x="721328" y="4493311"/>
                  </a:lnTo>
                  <a:lnTo>
                    <a:pt x="721328" y="4492880"/>
                  </a:lnTo>
                  <a:lnTo>
                    <a:pt x="721445" y="4492880"/>
                  </a:lnTo>
                  <a:lnTo>
                    <a:pt x="721445" y="4492449"/>
                  </a:lnTo>
                  <a:lnTo>
                    <a:pt x="721445" y="4492019"/>
                  </a:lnTo>
                  <a:lnTo>
                    <a:pt x="721445" y="4491588"/>
                  </a:lnTo>
                  <a:lnTo>
                    <a:pt x="721563" y="4491588"/>
                  </a:lnTo>
                  <a:lnTo>
                    <a:pt x="721563" y="4491158"/>
                  </a:lnTo>
                  <a:lnTo>
                    <a:pt x="721681" y="4491158"/>
                  </a:lnTo>
                  <a:lnTo>
                    <a:pt x="721798" y="4491158"/>
                  </a:lnTo>
                  <a:lnTo>
                    <a:pt x="721916" y="4491158"/>
                  </a:lnTo>
                  <a:lnTo>
                    <a:pt x="722033" y="4491158"/>
                  </a:lnTo>
                  <a:lnTo>
                    <a:pt x="722151" y="4491158"/>
                  </a:lnTo>
                  <a:lnTo>
                    <a:pt x="722269" y="4491158"/>
                  </a:lnTo>
                  <a:lnTo>
                    <a:pt x="722269" y="4490727"/>
                  </a:lnTo>
                  <a:lnTo>
                    <a:pt x="722386" y="4490727"/>
                  </a:lnTo>
                  <a:lnTo>
                    <a:pt x="722504" y="4490727"/>
                  </a:lnTo>
                  <a:lnTo>
                    <a:pt x="722504" y="4490296"/>
                  </a:lnTo>
                  <a:lnTo>
                    <a:pt x="722504" y="4489866"/>
                  </a:lnTo>
                  <a:lnTo>
                    <a:pt x="722504" y="4489435"/>
                  </a:lnTo>
                  <a:lnTo>
                    <a:pt x="722622" y="4489435"/>
                  </a:lnTo>
                  <a:lnTo>
                    <a:pt x="722622" y="4489005"/>
                  </a:lnTo>
                  <a:lnTo>
                    <a:pt x="722739" y="4489005"/>
                  </a:lnTo>
                  <a:lnTo>
                    <a:pt x="722857" y="4489005"/>
                  </a:lnTo>
                  <a:lnTo>
                    <a:pt x="722974" y="4489005"/>
                  </a:lnTo>
                  <a:lnTo>
                    <a:pt x="722974" y="4488574"/>
                  </a:lnTo>
                  <a:lnTo>
                    <a:pt x="723092" y="4488574"/>
                  </a:lnTo>
                  <a:lnTo>
                    <a:pt x="723210" y="4488574"/>
                  </a:lnTo>
                  <a:lnTo>
                    <a:pt x="723327" y="4488574"/>
                  </a:lnTo>
                  <a:lnTo>
                    <a:pt x="723445" y="4488574"/>
                  </a:lnTo>
                  <a:lnTo>
                    <a:pt x="723562" y="4488574"/>
                  </a:lnTo>
                  <a:lnTo>
                    <a:pt x="723562" y="4488143"/>
                  </a:lnTo>
                  <a:lnTo>
                    <a:pt x="723680" y="4488143"/>
                  </a:lnTo>
                  <a:lnTo>
                    <a:pt x="723680" y="4487713"/>
                  </a:lnTo>
                  <a:lnTo>
                    <a:pt x="723680" y="4487282"/>
                  </a:lnTo>
                  <a:lnTo>
                    <a:pt x="723798" y="4487282"/>
                  </a:lnTo>
                  <a:lnTo>
                    <a:pt x="723915" y="4487282"/>
                  </a:lnTo>
                  <a:lnTo>
                    <a:pt x="724033" y="4487282"/>
                  </a:lnTo>
                  <a:lnTo>
                    <a:pt x="724151" y="4487282"/>
                  </a:lnTo>
                  <a:lnTo>
                    <a:pt x="724151" y="4486852"/>
                  </a:lnTo>
                  <a:lnTo>
                    <a:pt x="724268" y="4486852"/>
                  </a:lnTo>
                  <a:lnTo>
                    <a:pt x="724386" y="4486852"/>
                  </a:lnTo>
                  <a:lnTo>
                    <a:pt x="724386" y="4486421"/>
                  </a:lnTo>
                  <a:lnTo>
                    <a:pt x="724503" y="4486421"/>
                  </a:lnTo>
                  <a:lnTo>
                    <a:pt x="724503" y="4485990"/>
                  </a:lnTo>
                  <a:lnTo>
                    <a:pt x="724621" y="4485990"/>
                  </a:lnTo>
                  <a:lnTo>
                    <a:pt x="724739" y="4485990"/>
                  </a:lnTo>
                  <a:lnTo>
                    <a:pt x="724856" y="4485990"/>
                  </a:lnTo>
                  <a:lnTo>
                    <a:pt x="724856" y="4485560"/>
                  </a:lnTo>
                  <a:lnTo>
                    <a:pt x="724974" y="4485560"/>
                  </a:lnTo>
                  <a:lnTo>
                    <a:pt x="724974" y="4485129"/>
                  </a:lnTo>
                  <a:lnTo>
                    <a:pt x="725091" y="4485129"/>
                  </a:lnTo>
                  <a:lnTo>
                    <a:pt x="725209" y="4485129"/>
                  </a:lnTo>
                  <a:lnTo>
                    <a:pt x="725209" y="4484699"/>
                  </a:lnTo>
                  <a:lnTo>
                    <a:pt x="725209" y="4484268"/>
                  </a:lnTo>
                  <a:lnTo>
                    <a:pt x="725209" y="4483837"/>
                  </a:lnTo>
                  <a:lnTo>
                    <a:pt x="725209" y="4483407"/>
                  </a:lnTo>
                  <a:lnTo>
                    <a:pt x="725209" y="4482976"/>
                  </a:lnTo>
                  <a:lnTo>
                    <a:pt x="725209" y="4482546"/>
                  </a:lnTo>
                  <a:lnTo>
                    <a:pt x="725327" y="4482546"/>
                  </a:lnTo>
                  <a:lnTo>
                    <a:pt x="725444" y="4482546"/>
                  </a:lnTo>
                  <a:lnTo>
                    <a:pt x="725562" y="4482546"/>
                  </a:lnTo>
                  <a:lnTo>
                    <a:pt x="725680" y="4482546"/>
                  </a:lnTo>
                  <a:lnTo>
                    <a:pt x="725797" y="4482546"/>
                  </a:lnTo>
                  <a:lnTo>
                    <a:pt x="725915" y="4482546"/>
                  </a:lnTo>
                  <a:lnTo>
                    <a:pt x="725915" y="4482115"/>
                  </a:lnTo>
                  <a:lnTo>
                    <a:pt x="726032" y="4482115"/>
                  </a:lnTo>
                  <a:lnTo>
                    <a:pt x="726032" y="4481684"/>
                  </a:lnTo>
                  <a:lnTo>
                    <a:pt x="726150" y="4481684"/>
                  </a:lnTo>
                  <a:lnTo>
                    <a:pt x="726268" y="4481684"/>
                  </a:lnTo>
                  <a:lnTo>
                    <a:pt x="726268" y="4481254"/>
                  </a:lnTo>
                  <a:lnTo>
                    <a:pt x="726385" y="4481254"/>
                  </a:lnTo>
                  <a:lnTo>
                    <a:pt x="726503" y="4481254"/>
                  </a:lnTo>
                  <a:lnTo>
                    <a:pt x="726503" y="4480823"/>
                  </a:lnTo>
                  <a:lnTo>
                    <a:pt x="726503" y="4480393"/>
                  </a:lnTo>
                  <a:lnTo>
                    <a:pt x="726503" y="4479962"/>
                  </a:lnTo>
                  <a:lnTo>
                    <a:pt x="726620" y="4479962"/>
                  </a:lnTo>
                  <a:lnTo>
                    <a:pt x="726738" y="4479962"/>
                  </a:lnTo>
                  <a:lnTo>
                    <a:pt x="726738" y="4479531"/>
                  </a:lnTo>
                  <a:lnTo>
                    <a:pt x="726738" y="4479101"/>
                  </a:lnTo>
                  <a:lnTo>
                    <a:pt x="726738" y="4478670"/>
                  </a:lnTo>
                  <a:lnTo>
                    <a:pt x="726856" y="4478670"/>
                  </a:lnTo>
                  <a:lnTo>
                    <a:pt x="726973" y="4478670"/>
                  </a:lnTo>
                  <a:lnTo>
                    <a:pt x="727091" y="4478670"/>
                  </a:lnTo>
                  <a:lnTo>
                    <a:pt x="727208" y="4478670"/>
                  </a:lnTo>
                  <a:lnTo>
                    <a:pt x="727208" y="4478240"/>
                  </a:lnTo>
                  <a:lnTo>
                    <a:pt x="727326" y="4478240"/>
                  </a:lnTo>
                  <a:lnTo>
                    <a:pt x="727326" y="4477809"/>
                  </a:lnTo>
                  <a:lnTo>
                    <a:pt x="727444" y="4477809"/>
                  </a:lnTo>
                  <a:lnTo>
                    <a:pt x="727561" y="4477809"/>
                  </a:lnTo>
                  <a:lnTo>
                    <a:pt x="727679" y="4477809"/>
                  </a:lnTo>
                  <a:lnTo>
                    <a:pt x="727679" y="4477378"/>
                  </a:lnTo>
                  <a:lnTo>
                    <a:pt x="727679" y="4476948"/>
                  </a:lnTo>
                  <a:lnTo>
                    <a:pt x="727679" y="4476517"/>
                  </a:lnTo>
                  <a:lnTo>
                    <a:pt x="727797" y="4476517"/>
                  </a:lnTo>
                  <a:lnTo>
                    <a:pt x="727797" y="4476087"/>
                  </a:lnTo>
                  <a:lnTo>
                    <a:pt x="727914" y="4476087"/>
                  </a:lnTo>
                  <a:lnTo>
                    <a:pt x="728032" y="4476087"/>
                  </a:lnTo>
                  <a:lnTo>
                    <a:pt x="728149" y="4476087"/>
                  </a:lnTo>
                  <a:lnTo>
                    <a:pt x="728149" y="4475656"/>
                  </a:lnTo>
                  <a:lnTo>
                    <a:pt x="728267" y="4475656"/>
                  </a:lnTo>
                  <a:lnTo>
                    <a:pt x="728267" y="4475225"/>
                  </a:lnTo>
                  <a:lnTo>
                    <a:pt x="728267" y="4474795"/>
                  </a:lnTo>
                  <a:lnTo>
                    <a:pt x="728385" y="4474795"/>
                  </a:lnTo>
                  <a:lnTo>
                    <a:pt x="728385" y="4474364"/>
                  </a:lnTo>
                  <a:lnTo>
                    <a:pt x="728502" y="4474364"/>
                  </a:lnTo>
                  <a:lnTo>
                    <a:pt x="728502" y="4473934"/>
                  </a:lnTo>
                  <a:lnTo>
                    <a:pt x="728502" y="4473503"/>
                  </a:lnTo>
                  <a:lnTo>
                    <a:pt x="728620" y="4473503"/>
                  </a:lnTo>
                  <a:lnTo>
                    <a:pt x="728620" y="4473072"/>
                  </a:lnTo>
                  <a:lnTo>
                    <a:pt x="728737" y="4473072"/>
                  </a:lnTo>
                  <a:lnTo>
                    <a:pt x="728855" y="4473072"/>
                  </a:lnTo>
                  <a:lnTo>
                    <a:pt x="728855" y="4472642"/>
                  </a:lnTo>
                  <a:lnTo>
                    <a:pt x="728973" y="4472642"/>
                  </a:lnTo>
                  <a:lnTo>
                    <a:pt x="729090" y="4472642"/>
                  </a:lnTo>
                  <a:lnTo>
                    <a:pt x="729090" y="4472211"/>
                  </a:lnTo>
                  <a:lnTo>
                    <a:pt x="729208" y="4472211"/>
                  </a:lnTo>
                  <a:lnTo>
                    <a:pt x="729208" y="4471781"/>
                  </a:lnTo>
                  <a:lnTo>
                    <a:pt x="729208" y="4471350"/>
                  </a:lnTo>
                  <a:lnTo>
                    <a:pt x="729326" y="4471350"/>
                  </a:lnTo>
                  <a:lnTo>
                    <a:pt x="729443" y="4471350"/>
                  </a:lnTo>
                  <a:lnTo>
                    <a:pt x="729561" y="4471350"/>
                  </a:lnTo>
                  <a:lnTo>
                    <a:pt x="729678" y="4471350"/>
                  </a:lnTo>
                  <a:lnTo>
                    <a:pt x="729796" y="4471350"/>
                  </a:lnTo>
                  <a:lnTo>
                    <a:pt x="729914" y="4471350"/>
                  </a:lnTo>
                  <a:lnTo>
                    <a:pt x="729914" y="4470919"/>
                  </a:lnTo>
                  <a:lnTo>
                    <a:pt x="729914" y="4470489"/>
                  </a:lnTo>
                  <a:lnTo>
                    <a:pt x="730031" y="4470489"/>
                  </a:lnTo>
                  <a:lnTo>
                    <a:pt x="730149" y="4470489"/>
                  </a:lnTo>
                  <a:lnTo>
                    <a:pt x="730266" y="4470489"/>
                  </a:lnTo>
                  <a:lnTo>
                    <a:pt x="730266" y="4470058"/>
                  </a:lnTo>
                  <a:lnTo>
                    <a:pt x="730266" y="4469628"/>
                  </a:lnTo>
                  <a:lnTo>
                    <a:pt x="730384" y="4469628"/>
                  </a:lnTo>
                  <a:lnTo>
                    <a:pt x="730502" y="4469628"/>
                  </a:lnTo>
                  <a:lnTo>
                    <a:pt x="730619" y="4469628"/>
                  </a:lnTo>
                  <a:lnTo>
                    <a:pt x="730737" y="4469628"/>
                  </a:lnTo>
                  <a:lnTo>
                    <a:pt x="730855" y="4469628"/>
                  </a:lnTo>
                  <a:lnTo>
                    <a:pt x="730972" y="4469628"/>
                  </a:lnTo>
                  <a:lnTo>
                    <a:pt x="731090" y="4469628"/>
                  </a:lnTo>
                  <a:lnTo>
                    <a:pt x="731207" y="4469628"/>
                  </a:lnTo>
                  <a:lnTo>
                    <a:pt x="731325" y="4469628"/>
                  </a:lnTo>
                  <a:lnTo>
                    <a:pt x="731325" y="4469197"/>
                  </a:lnTo>
                  <a:lnTo>
                    <a:pt x="731443" y="4469197"/>
                  </a:lnTo>
                  <a:lnTo>
                    <a:pt x="731443" y="4468766"/>
                  </a:lnTo>
                  <a:lnTo>
                    <a:pt x="731560" y="4468766"/>
                  </a:lnTo>
                  <a:lnTo>
                    <a:pt x="731678" y="4468766"/>
                  </a:lnTo>
                  <a:lnTo>
                    <a:pt x="731678" y="4468336"/>
                  </a:lnTo>
                  <a:lnTo>
                    <a:pt x="731678" y="4467905"/>
                  </a:lnTo>
                  <a:lnTo>
                    <a:pt x="731678" y="4467475"/>
                  </a:lnTo>
                  <a:lnTo>
                    <a:pt x="731795" y="4467475"/>
                  </a:lnTo>
                  <a:lnTo>
                    <a:pt x="731913" y="4467475"/>
                  </a:lnTo>
                  <a:lnTo>
                    <a:pt x="731913" y="4467044"/>
                  </a:lnTo>
                  <a:lnTo>
                    <a:pt x="732031" y="4467044"/>
                  </a:lnTo>
                  <a:lnTo>
                    <a:pt x="732148" y="4467044"/>
                  </a:lnTo>
                  <a:lnTo>
                    <a:pt x="732266" y="4467044"/>
                  </a:lnTo>
                  <a:lnTo>
                    <a:pt x="732384" y="4467044"/>
                  </a:lnTo>
                  <a:lnTo>
                    <a:pt x="732384" y="4466613"/>
                  </a:lnTo>
                  <a:lnTo>
                    <a:pt x="732501" y="4466613"/>
                  </a:lnTo>
                  <a:lnTo>
                    <a:pt x="732619" y="4466613"/>
                  </a:lnTo>
                  <a:lnTo>
                    <a:pt x="732736" y="4466613"/>
                  </a:lnTo>
                  <a:lnTo>
                    <a:pt x="732854" y="4466613"/>
                  </a:lnTo>
                  <a:lnTo>
                    <a:pt x="732972" y="4466613"/>
                  </a:lnTo>
                  <a:lnTo>
                    <a:pt x="733089" y="4466613"/>
                  </a:lnTo>
                  <a:lnTo>
                    <a:pt x="733207" y="4466613"/>
                  </a:lnTo>
                  <a:lnTo>
                    <a:pt x="733324" y="4466613"/>
                  </a:lnTo>
                  <a:lnTo>
                    <a:pt x="733324" y="4466183"/>
                  </a:lnTo>
                  <a:lnTo>
                    <a:pt x="733442" y="4466183"/>
                  </a:lnTo>
                  <a:lnTo>
                    <a:pt x="733560" y="4466183"/>
                  </a:lnTo>
                  <a:lnTo>
                    <a:pt x="733560" y="4465752"/>
                  </a:lnTo>
                  <a:lnTo>
                    <a:pt x="733560" y="4465322"/>
                  </a:lnTo>
                  <a:lnTo>
                    <a:pt x="733677" y="4465322"/>
                  </a:lnTo>
                  <a:lnTo>
                    <a:pt x="733677" y="4464891"/>
                  </a:lnTo>
                  <a:lnTo>
                    <a:pt x="733795" y="4464891"/>
                  </a:lnTo>
                  <a:lnTo>
                    <a:pt x="733913" y="4464891"/>
                  </a:lnTo>
                  <a:lnTo>
                    <a:pt x="734030" y="4464891"/>
                  </a:lnTo>
                  <a:lnTo>
                    <a:pt x="734148" y="4464891"/>
                  </a:lnTo>
                  <a:lnTo>
                    <a:pt x="734148" y="4464460"/>
                  </a:lnTo>
                  <a:lnTo>
                    <a:pt x="734265" y="4464460"/>
                  </a:lnTo>
                  <a:lnTo>
                    <a:pt x="734265" y="4464030"/>
                  </a:lnTo>
                  <a:lnTo>
                    <a:pt x="734383" y="4464030"/>
                  </a:lnTo>
                  <a:lnTo>
                    <a:pt x="734383" y="4463599"/>
                  </a:lnTo>
                  <a:lnTo>
                    <a:pt x="734383" y="4463169"/>
                  </a:lnTo>
                  <a:lnTo>
                    <a:pt x="734383" y="4462738"/>
                  </a:lnTo>
                  <a:lnTo>
                    <a:pt x="734383" y="4462307"/>
                  </a:lnTo>
                  <a:lnTo>
                    <a:pt x="734383" y="4461877"/>
                  </a:lnTo>
                  <a:lnTo>
                    <a:pt x="734383" y="4461446"/>
                  </a:lnTo>
                  <a:lnTo>
                    <a:pt x="734501" y="4461446"/>
                  </a:lnTo>
                  <a:lnTo>
                    <a:pt x="734618" y="4461446"/>
                  </a:lnTo>
                  <a:lnTo>
                    <a:pt x="734736" y="4461446"/>
                  </a:lnTo>
                  <a:lnTo>
                    <a:pt x="734853" y="4461446"/>
                  </a:lnTo>
                  <a:lnTo>
                    <a:pt x="734971" y="4461446"/>
                  </a:lnTo>
                  <a:lnTo>
                    <a:pt x="735089" y="4461446"/>
                  </a:lnTo>
                  <a:lnTo>
                    <a:pt x="735206" y="4461446"/>
                  </a:lnTo>
                  <a:lnTo>
                    <a:pt x="735206" y="4461016"/>
                  </a:lnTo>
                  <a:lnTo>
                    <a:pt x="735324" y="4461016"/>
                  </a:lnTo>
                  <a:lnTo>
                    <a:pt x="735441" y="4461016"/>
                  </a:lnTo>
                  <a:lnTo>
                    <a:pt x="735559" y="4461016"/>
                  </a:lnTo>
                  <a:lnTo>
                    <a:pt x="735559" y="4460585"/>
                  </a:lnTo>
                  <a:lnTo>
                    <a:pt x="735677" y="4460585"/>
                  </a:lnTo>
                  <a:lnTo>
                    <a:pt x="735794" y="4460585"/>
                  </a:lnTo>
                  <a:lnTo>
                    <a:pt x="735912" y="4460585"/>
                  </a:lnTo>
                  <a:lnTo>
                    <a:pt x="735912" y="4460154"/>
                  </a:lnTo>
                  <a:lnTo>
                    <a:pt x="736030" y="4460154"/>
                  </a:lnTo>
                  <a:lnTo>
                    <a:pt x="736147" y="4460154"/>
                  </a:lnTo>
                  <a:lnTo>
                    <a:pt x="736147" y="4459724"/>
                  </a:lnTo>
                  <a:lnTo>
                    <a:pt x="736147" y="4459293"/>
                  </a:lnTo>
                  <a:lnTo>
                    <a:pt x="736265" y="4459293"/>
                  </a:lnTo>
                  <a:lnTo>
                    <a:pt x="736382" y="4459293"/>
                  </a:lnTo>
                  <a:lnTo>
                    <a:pt x="736500" y="4459293"/>
                  </a:lnTo>
                  <a:lnTo>
                    <a:pt x="736618" y="4459293"/>
                  </a:lnTo>
                  <a:lnTo>
                    <a:pt x="736618" y="4458863"/>
                  </a:lnTo>
                  <a:lnTo>
                    <a:pt x="736735" y="4458863"/>
                  </a:lnTo>
                  <a:lnTo>
                    <a:pt x="736735" y="4458432"/>
                  </a:lnTo>
                  <a:lnTo>
                    <a:pt x="736853" y="4458432"/>
                  </a:lnTo>
                  <a:lnTo>
                    <a:pt x="736970" y="4458432"/>
                  </a:lnTo>
                  <a:lnTo>
                    <a:pt x="736970" y="4458001"/>
                  </a:lnTo>
                  <a:lnTo>
                    <a:pt x="737088" y="4458001"/>
                  </a:lnTo>
                  <a:lnTo>
                    <a:pt x="737088" y="4457571"/>
                  </a:lnTo>
                  <a:lnTo>
                    <a:pt x="737088" y="4457140"/>
                  </a:lnTo>
                  <a:lnTo>
                    <a:pt x="737206" y="4457140"/>
                  </a:lnTo>
                  <a:lnTo>
                    <a:pt x="737206" y="4456710"/>
                  </a:lnTo>
                  <a:lnTo>
                    <a:pt x="737323" y="4456710"/>
                  </a:lnTo>
                  <a:lnTo>
                    <a:pt x="737441" y="4456710"/>
                  </a:lnTo>
                  <a:lnTo>
                    <a:pt x="737559" y="4456710"/>
                  </a:lnTo>
                  <a:lnTo>
                    <a:pt x="737559" y="4456279"/>
                  </a:lnTo>
                  <a:lnTo>
                    <a:pt x="737559" y="4455848"/>
                  </a:lnTo>
                  <a:lnTo>
                    <a:pt x="737559" y="4455418"/>
                  </a:lnTo>
                  <a:lnTo>
                    <a:pt x="737676" y="4455418"/>
                  </a:lnTo>
                  <a:lnTo>
                    <a:pt x="737794" y="4455418"/>
                  </a:lnTo>
                  <a:lnTo>
                    <a:pt x="737794" y="4454987"/>
                  </a:lnTo>
                  <a:lnTo>
                    <a:pt x="737911" y="4454987"/>
                  </a:lnTo>
                  <a:lnTo>
                    <a:pt x="738029" y="4454987"/>
                  </a:lnTo>
                  <a:lnTo>
                    <a:pt x="738147" y="4454987"/>
                  </a:lnTo>
                  <a:lnTo>
                    <a:pt x="738147" y="4454557"/>
                  </a:lnTo>
                  <a:lnTo>
                    <a:pt x="738264" y="4454557"/>
                  </a:lnTo>
                  <a:lnTo>
                    <a:pt x="738382" y="4454557"/>
                  </a:lnTo>
                  <a:lnTo>
                    <a:pt x="738499" y="4454557"/>
                  </a:lnTo>
                  <a:lnTo>
                    <a:pt x="738617" y="4454557"/>
                  </a:lnTo>
                  <a:lnTo>
                    <a:pt x="738617" y="4454126"/>
                  </a:lnTo>
                  <a:lnTo>
                    <a:pt x="738735" y="4454126"/>
                  </a:lnTo>
                  <a:lnTo>
                    <a:pt x="738852" y="4454126"/>
                  </a:lnTo>
                  <a:lnTo>
                    <a:pt x="738970" y="4454126"/>
                  </a:lnTo>
                  <a:lnTo>
                    <a:pt x="739088" y="4454126"/>
                  </a:lnTo>
                  <a:lnTo>
                    <a:pt x="739205" y="4454126"/>
                  </a:lnTo>
                  <a:lnTo>
                    <a:pt x="739323" y="4454126"/>
                  </a:lnTo>
                  <a:lnTo>
                    <a:pt x="739323" y="4453695"/>
                  </a:lnTo>
                  <a:lnTo>
                    <a:pt x="739323" y="4453265"/>
                  </a:lnTo>
                  <a:lnTo>
                    <a:pt x="739323" y="4452834"/>
                  </a:lnTo>
                  <a:lnTo>
                    <a:pt x="739323" y="4452404"/>
                  </a:lnTo>
                  <a:lnTo>
                    <a:pt x="739323" y="4451973"/>
                  </a:lnTo>
                  <a:lnTo>
                    <a:pt x="739440" y="4451973"/>
                  </a:lnTo>
                  <a:lnTo>
                    <a:pt x="739558" y="4451973"/>
                  </a:lnTo>
                  <a:lnTo>
                    <a:pt x="739676" y="4451973"/>
                  </a:lnTo>
                  <a:lnTo>
                    <a:pt x="739793" y="4451973"/>
                  </a:lnTo>
                  <a:lnTo>
                    <a:pt x="739911" y="4451973"/>
                  </a:lnTo>
                  <a:lnTo>
                    <a:pt x="740028" y="4451973"/>
                  </a:lnTo>
                  <a:lnTo>
                    <a:pt x="740146" y="4451973"/>
                  </a:lnTo>
                  <a:lnTo>
                    <a:pt x="740146" y="4451542"/>
                  </a:lnTo>
                  <a:lnTo>
                    <a:pt x="740264" y="4451542"/>
                  </a:lnTo>
                  <a:lnTo>
                    <a:pt x="740264" y="4451112"/>
                  </a:lnTo>
                  <a:lnTo>
                    <a:pt x="740264" y="4450681"/>
                  </a:lnTo>
                  <a:lnTo>
                    <a:pt x="740381" y="4450681"/>
                  </a:lnTo>
                  <a:lnTo>
                    <a:pt x="740381" y="4450251"/>
                  </a:lnTo>
                  <a:lnTo>
                    <a:pt x="740381" y="4449820"/>
                  </a:lnTo>
                  <a:lnTo>
                    <a:pt x="740499" y="4449820"/>
                  </a:lnTo>
                  <a:lnTo>
                    <a:pt x="740499" y="4449389"/>
                  </a:lnTo>
                  <a:lnTo>
                    <a:pt x="740617" y="4449389"/>
                  </a:lnTo>
                  <a:lnTo>
                    <a:pt x="740734" y="4449389"/>
                  </a:lnTo>
                  <a:lnTo>
                    <a:pt x="740734" y="4448959"/>
                  </a:lnTo>
                  <a:lnTo>
                    <a:pt x="740852" y="4448959"/>
                  </a:lnTo>
                  <a:lnTo>
                    <a:pt x="740969" y="4448959"/>
                  </a:lnTo>
                  <a:lnTo>
                    <a:pt x="740969" y="4448528"/>
                  </a:lnTo>
                  <a:lnTo>
                    <a:pt x="741087" y="4448528"/>
                  </a:lnTo>
                  <a:lnTo>
                    <a:pt x="741087" y="4448098"/>
                  </a:lnTo>
                  <a:lnTo>
                    <a:pt x="741205" y="4448098"/>
                  </a:lnTo>
                  <a:lnTo>
                    <a:pt x="741322" y="4448098"/>
                  </a:lnTo>
                  <a:lnTo>
                    <a:pt x="741440" y="4448098"/>
                  </a:lnTo>
                  <a:lnTo>
                    <a:pt x="741557" y="4448098"/>
                  </a:lnTo>
                  <a:lnTo>
                    <a:pt x="741675" y="4448098"/>
                  </a:lnTo>
                  <a:lnTo>
                    <a:pt x="741793" y="4448098"/>
                  </a:lnTo>
                  <a:lnTo>
                    <a:pt x="741910" y="4448098"/>
                  </a:lnTo>
                  <a:lnTo>
                    <a:pt x="742028" y="4448098"/>
                  </a:lnTo>
                  <a:lnTo>
                    <a:pt x="742146" y="4448098"/>
                  </a:lnTo>
                  <a:lnTo>
                    <a:pt x="742146" y="4447667"/>
                  </a:lnTo>
                  <a:lnTo>
                    <a:pt x="742146" y="4447236"/>
                  </a:lnTo>
                  <a:lnTo>
                    <a:pt x="742263" y="4447236"/>
                  </a:lnTo>
                  <a:lnTo>
                    <a:pt x="742263" y="4446806"/>
                  </a:lnTo>
                  <a:lnTo>
                    <a:pt x="742381" y="4446806"/>
                  </a:lnTo>
                  <a:lnTo>
                    <a:pt x="742381" y="4446375"/>
                  </a:lnTo>
                  <a:lnTo>
                    <a:pt x="742381" y="4445945"/>
                  </a:lnTo>
                  <a:lnTo>
                    <a:pt x="742498" y="4445945"/>
                  </a:lnTo>
                  <a:lnTo>
                    <a:pt x="742498" y="4445514"/>
                  </a:lnTo>
                  <a:lnTo>
                    <a:pt x="742498" y="4445083"/>
                  </a:lnTo>
                  <a:lnTo>
                    <a:pt x="742498" y="4444653"/>
                  </a:lnTo>
                  <a:lnTo>
                    <a:pt x="742498" y="4444222"/>
                  </a:lnTo>
                  <a:lnTo>
                    <a:pt x="742616" y="4444222"/>
                  </a:lnTo>
                  <a:lnTo>
                    <a:pt x="742734" y="4444222"/>
                  </a:lnTo>
                  <a:lnTo>
                    <a:pt x="742851" y="4444222"/>
                  </a:lnTo>
                  <a:lnTo>
                    <a:pt x="742851" y="4443792"/>
                  </a:lnTo>
                  <a:lnTo>
                    <a:pt x="742969" y="4443792"/>
                  </a:lnTo>
                  <a:lnTo>
                    <a:pt x="743086" y="4443792"/>
                  </a:lnTo>
                  <a:lnTo>
                    <a:pt x="743086" y="4443361"/>
                  </a:lnTo>
                  <a:lnTo>
                    <a:pt x="743086" y="4442930"/>
                  </a:lnTo>
                  <a:lnTo>
                    <a:pt x="743204" y="4442930"/>
                  </a:lnTo>
                  <a:lnTo>
                    <a:pt x="743204" y="4442500"/>
                  </a:lnTo>
                  <a:lnTo>
                    <a:pt x="743322" y="4442500"/>
                  </a:lnTo>
                  <a:lnTo>
                    <a:pt x="743439" y="4442500"/>
                  </a:lnTo>
                  <a:lnTo>
                    <a:pt x="743557" y="4442500"/>
                  </a:lnTo>
                  <a:lnTo>
                    <a:pt x="743674" y="4442500"/>
                  </a:lnTo>
                  <a:lnTo>
                    <a:pt x="743792" y="4442500"/>
                  </a:lnTo>
                  <a:lnTo>
                    <a:pt x="743910" y="4442500"/>
                  </a:lnTo>
                  <a:lnTo>
                    <a:pt x="744027" y="4442500"/>
                  </a:lnTo>
                  <a:lnTo>
                    <a:pt x="744145" y="4442500"/>
                  </a:lnTo>
                  <a:lnTo>
                    <a:pt x="744145" y="4442069"/>
                  </a:lnTo>
                  <a:lnTo>
                    <a:pt x="744263" y="4442069"/>
                  </a:lnTo>
                  <a:lnTo>
                    <a:pt x="744263" y="4441639"/>
                  </a:lnTo>
                  <a:lnTo>
                    <a:pt x="744263" y="4441208"/>
                  </a:lnTo>
                  <a:lnTo>
                    <a:pt x="744380" y="4441208"/>
                  </a:lnTo>
                  <a:lnTo>
                    <a:pt x="744380" y="4440777"/>
                  </a:lnTo>
                  <a:lnTo>
                    <a:pt x="744380" y="4440347"/>
                  </a:lnTo>
                  <a:lnTo>
                    <a:pt x="744498" y="4440347"/>
                  </a:lnTo>
                  <a:lnTo>
                    <a:pt x="744615" y="4440347"/>
                  </a:lnTo>
                  <a:lnTo>
                    <a:pt x="744733" y="4440347"/>
                  </a:lnTo>
                  <a:lnTo>
                    <a:pt x="744851" y="4440347"/>
                  </a:lnTo>
                  <a:lnTo>
                    <a:pt x="744968" y="4440347"/>
                  </a:lnTo>
                  <a:lnTo>
                    <a:pt x="744968" y="4439916"/>
                  </a:lnTo>
                  <a:lnTo>
                    <a:pt x="744968" y="4439486"/>
                  </a:lnTo>
                  <a:lnTo>
                    <a:pt x="745086" y="4439486"/>
                  </a:lnTo>
                  <a:lnTo>
                    <a:pt x="745203" y="4439486"/>
                  </a:lnTo>
                  <a:lnTo>
                    <a:pt x="745203" y="4439055"/>
                  </a:lnTo>
                  <a:lnTo>
                    <a:pt x="745321" y="4439055"/>
                  </a:lnTo>
                  <a:lnTo>
                    <a:pt x="745439" y="4439055"/>
                  </a:lnTo>
                  <a:lnTo>
                    <a:pt x="745439" y="4438624"/>
                  </a:lnTo>
                  <a:lnTo>
                    <a:pt x="745439" y="4438194"/>
                  </a:lnTo>
                  <a:lnTo>
                    <a:pt x="745556" y="4438194"/>
                  </a:lnTo>
                  <a:lnTo>
                    <a:pt x="745674" y="4438194"/>
                  </a:lnTo>
                  <a:lnTo>
                    <a:pt x="745674" y="4437763"/>
                  </a:lnTo>
                  <a:lnTo>
                    <a:pt x="745674" y="4437333"/>
                  </a:lnTo>
                  <a:lnTo>
                    <a:pt x="745792" y="4437333"/>
                  </a:lnTo>
                  <a:lnTo>
                    <a:pt x="745909" y="4437333"/>
                  </a:lnTo>
                  <a:lnTo>
                    <a:pt x="746027" y="4437333"/>
                  </a:lnTo>
                  <a:lnTo>
                    <a:pt x="746027" y="4436902"/>
                  </a:lnTo>
                  <a:lnTo>
                    <a:pt x="746144" y="4436902"/>
                  </a:lnTo>
                  <a:lnTo>
                    <a:pt x="746262" y="4436902"/>
                  </a:lnTo>
                  <a:lnTo>
                    <a:pt x="746262" y="4436471"/>
                  </a:lnTo>
                  <a:lnTo>
                    <a:pt x="746380" y="4436471"/>
                  </a:lnTo>
                  <a:lnTo>
                    <a:pt x="746497" y="4436471"/>
                  </a:lnTo>
                  <a:lnTo>
                    <a:pt x="746497" y="4436041"/>
                  </a:lnTo>
                  <a:lnTo>
                    <a:pt x="746615" y="4436041"/>
                  </a:lnTo>
                  <a:lnTo>
                    <a:pt x="746732" y="4436041"/>
                  </a:lnTo>
                  <a:lnTo>
                    <a:pt x="746732" y="4435610"/>
                  </a:lnTo>
                  <a:lnTo>
                    <a:pt x="746850" y="4435610"/>
                  </a:lnTo>
                  <a:lnTo>
                    <a:pt x="746968" y="4435610"/>
                  </a:lnTo>
                  <a:lnTo>
                    <a:pt x="747085" y="4435610"/>
                  </a:lnTo>
                  <a:lnTo>
                    <a:pt x="747203" y="4435610"/>
                  </a:lnTo>
                  <a:lnTo>
                    <a:pt x="747321" y="4435610"/>
                  </a:lnTo>
                  <a:lnTo>
                    <a:pt x="747438" y="4435610"/>
                  </a:lnTo>
                  <a:lnTo>
                    <a:pt x="747556" y="4435610"/>
                  </a:lnTo>
                  <a:lnTo>
                    <a:pt x="747556" y="4435180"/>
                  </a:lnTo>
                  <a:lnTo>
                    <a:pt x="747556" y="4434749"/>
                  </a:lnTo>
                  <a:lnTo>
                    <a:pt x="747673" y="4434749"/>
                  </a:lnTo>
                  <a:lnTo>
                    <a:pt x="747791" y="4434749"/>
                  </a:lnTo>
                  <a:lnTo>
                    <a:pt x="747791" y="4434318"/>
                  </a:lnTo>
                  <a:lnTo>
                    <a:pt x="747909" y="4434318"/>
                  </a:lnTo>
                  <a:lnTo>
                    <a:pt x="747909" y="4433888"/>
                  </a:lnTo>
                  <a:lnTo>
                    <a:pt x="748026" y="4433888"/>
                  </a:lnTo>
                  <a:lnTo>
                    <a:pt x="748144" y="4433888"/>
                  </a:lnTo>
                  <a:lnTo>
                    <a:pt x="748261" y="4433888"/>
                  </a:lnTo>
                  <a:lnTo>
                    <a:pt x="748261" y="4433457"/>
                  </a:lnTo>
                  <a:lnTo>
                    <a:pt x="748379" y="4433457"/>
                  </a:lnTo>
                  <a:lnTo>
                    <a:pt x="748497" y="4433457"/>
                  </a:lnTo>
                  <a:lnTo>
                    <a:pt x="748614" y="4433457"/>
                  </a:lnTo>
                  <a:lnTo>
                    <a:pt x="748732" y="4433457"/>
                  </a:lnTo>
                  <a:lnTo>
                    <a:pt x="748850" y="4433457"/>
                  </a:lnTo>
                  <a:lnTo>
                    <a:pt x="748967" y="4433457"/>
                  </a:lnTo>
                  <a:lnTo>
                    <a:pt x="749085" y="4433457"/>
                  </a:lnTo>
                  <a:lnTo>
                    <a:pt x="749202" y="4433457"/>
                  </a:lnTo>
                  <a:lnTo>
                    <a:pt x="749320" y="4433457"/>
                  </a:lnTo>
                  <a:lnTo>
                    <a:pt x="749438" y="4433457"/>
                  </a:lnTo>
                  <a:lnTo>
                    <a:pt x="749438" y="4433027"/>
                  </a:lnTo>
                  <a:lnTo>
                    <a:pt x="749555" y="4433027"/>
                  </a:lnTo>
                  <a:lnTo>
                    <a:pt x="749673" y="4433027"/>
                  </a:lnTo>
                  <a:lnTo>
                    <a:pt x="749673" y="4432596"/>
                  </a:lnTo>
                  <a:lnTo>
                    <a:pt x="749790" y="4432596"/>
                  </a:lnTo>
                  <a:lnTo>
                    <a:pt x="749908" y="4432596"/>
                  </a:lnTo>
                  <a:lnTo>
                    <a:pt x="749908" y="4432165"/>
                  </a:lnTo>
                  <a:lnTo>
                    <a:pt x="749908" y="4431735"/>
                  </a:lnTo>
                  <a:lnTo>
                    <a:pt x="750026" y="4431735"/>
                  </a:lnTo>
                  <a:lnTo>
                    <a:pt x="750026" y="4431304"/>
                  </a:lnTo>
                  <a:lnTo>
                    <a:pt x="750143" y="4431304"/>
                  </a:lnTo>
                  <a:lnTo>
                    <a:pt x="750261" y="4431304"/>
                  </a:lnTo>
                  <a:lnTo>
                    <a:pt x="750379" y="4431304"/>
                  </a:lnTo>
                  <a:lnTo>
                    <a:pt x="750379" y="4430874"/>
                  </a:lnTo>
                  <a:lnTo>
                    <a:pt x="750379" y="4430443"/>
                  </a:lnTo>
                  <a:lnTo>
                    <a:pt x="750496" y="4430443"/>
                  </a:lnTo>
                  <a:lnTo>
                    <a:pt x="750614" y="4430443"/>
                  </a:lnTo>
                  <a:lnTo>
                    <a:pt x="750731" y="4430443"/>
                  </a:lnTo>
                  <a:lnTo>
                    <a:pt x="750731" y="4430012"/>
                  </a:lnTo>
                  <a:lnTo>
                    <a:pt x="750849" y="4430012"/>
                  </a:lnTo>
                  <a:lnTo>
                    <a:pt x="750967" y="4430012"/>
                  </a:lnTo>
                  <a:lnTo>
                    <a:pt x="751084" y="4430012"/>
                  </a:lnTo>
                  <a:lnTo>
                    <a:pt x="751202" y="4430012"/>
                  </a:lnTo>
                  <a:lnTo>
                    <a:pt x="751202" y="4429582"/>
                  </a:lnTo>
                  <a:lnTo>
                    <a:pt x="751319" y="4429582"/>
                  </a:lnTo>
                  <a:lnTo>
                    <a:pt x="751319" y="4429151"/>
                  </a:lnTo>
                  <a:lnTo>
                    <a:pt x="751437" y="4429151"/>
                  </a:lnTo>
                  <a:lnTo>
                    <a:pt x="751555" y="4429151"/>
                  </a:lnTo>
                  <a:lnTo>
                    <a:pt x="751672" y="4429151"/>
                  </a:lnTo>
                  <a:lnTo>
                    <a:pt x="751790" y="4429151"/>
                  </a:lnTo>
                  <a:lnTo>
                    <a:pt x="751790" y="4428721"/>
                  </a:lnTo>
                  <a:lnTo>
                    <a:pt x="751790" y="4428290"/>
                  </a:lnTo>
                  <a:lnTo>
                    <a:pt x="751790" y="4427859"/>
                  </a:lnTo>
                  <a:lnTo>
                    <a:pt x="751790" y="4427429"/>
                  </a:lnTo>
                  <a:lnTo>
                    <a:pt x="751907" y="4427429"/>
                  </a:lnTo>
                  <a:lnTo>
                    <a:pt x="752025" y="4427429"/>
                  </a:lnTo>
                  <a:lnTo>
                    <a:pt x="752143" y="4427429"/>
                  </a:lnTo>
                  <a:lnTo>
                    <a:pt x="752143" y="4426998"/>
                  </a:lnTo>
                  <a:lnTo>
                    <a:pt x="752143" y="4426568"/>
                  </a:lnTo>
                  <a:lnTo>
                    <a:pt x="752260" y="4426568"/>
                  </a:lnTo>
                  <a:lnTo>
                    <a:pt x="752378" y="4426568"/>
                  </a:lnTo>
                  <a:lnTo>
                    <a:pt x="752496" y="4426568"/>
                  </a:lnTo>
                  <a:lnTo>
                    <a:pt x="752613" y="4426568"/>
                  </a:lnTo>
                  <a:lnTo>
                    <a:pt x="752731" y="4426568"/>
                  </a:lnTo>
                  <a:lnTo>
                    <a:pt x="752848" y="4426568"/>
                  </a:lnTo>
                  <a:lnTo>
                    <a:pt x="752966" y="4426568"/>
                  </a:lnTo>
                  <a:lnTo>
                    <a:pt x="753084" y="4426568"/>
                  </a:lnTo>
                  <a:lnTo>
                    <a:pt x="753201" y="4426568"/>
                  </a:lnTo>
                  <a:lnTo>
                    <a:pt x="753319" y="4426568"/>
                  </a:lnTo>
                  <a:lnTo>
                    <a:pt x="753436" y="4426568"/>
                  </a:lnTo>
                  <a:lnTo>
                    <a:pt x="753554" y="4426568"/>
                  </a:lnTo>
                  <a:lnTo>
                    <a:pt x="753672" y="4426568"/>
                  </a:lnTo>
                  <a:lnTo>
                    <a:pt x="753789" y="4426568"/>
                  </a:lnTo>
                  <a:lnTo>
                    <a:pt x="753789" y="4426137"/>
                  </a:lnTo>
                  <a:lnTo>
                    <a:pt x="753907" y="4426137"/>
                  </a:lnTo>
                  <a:lnTo>
                    <a:pt x="754025" y="4426137"/>
                  </a:lnTo>
                  <a:lnTo>
                    <a:pt x="754142" y="4426137"/>
                  </a:lnTo>
                  <a:lnTo>
                    <a:pt x="754260" y="4426137"/>
                  </a:lnTo>
                  <a:lnTo>
                    <a:pt x="754260" y="4425706"/>
                  </a:lnTo>
                  <a:lnTo>
                    <a:pt x="754377" y="4425706"/>
                  </a:lnTo>
                  <a:lnTo>
                    <a:pt x="754377" y="4425276"/>
                  </a:lnTo>
                  <a:lnTo>
                    <a:pt x="754495" y="4425276"/>
                  </a:lnTo>
                  <a:lnTo>
                    <a:pt x="754613" y="4425276"/>
                  </a:lnTo>
                  <a:lnTo>
                    <a:pt x="754730" y="4425276"/>
                  </a:lnTo>
                  <a:lnTo>
                    <a:pt x="754730" y="4424845"/>
                  </a:lnTo>
                  <a:lnTo>
                    <a:pt x="754848" y="4424845"/>
                  </a:lnTo>
                  <a:lnTo>
                    <a:pt x="754848" y="4424415"/>
                  </a:lnTo>
                  <a:lnTo>
                    <a:pt x="754965" y="4424415"/>
                  </a:lnTo>
                  <a:lnTo>
                    <a:pt x="754965" y="4423984"/>
                  </a:lnTo>
                  <a:lnTo>
                    <a:pt x="754965" y="4423553"/>
                  </a:lnTo>
                  <a:lnTo>
                    <a:pt x="755083" y="4423553"/>
                  </a:lnTo>
                  <a:lnTo>
                    <a:pt x="755083" y="4423123"/>
                  </a:lnTo>
                  <a:lnTo>
                    <a:pt x="755201" y="4423123"/>
                  </a:lnTo>
                  <a:lnTo>
                    <a:pt x="755318" y="4423123"/>
                  </a:lnTo>
                  <a:lnTo>
                    <a:pt x="755436" y="4423123"/>
                  </a:lnTo>
                  <a:lnTo>
                    <a:pt x="755436" y="4422692"/>
                  </a:lnTo>
                  <a:lnTo>
                    <a:pt x="755554" y="4422692"/>
                  </a:lnTo>
                  <a:lnTo>
                    <a:pt x="755671" y="4422692"/>
                  </a:lnTo>
                  <a:lnTo>
                    <a:pt x="755789" y="4422692"/>
                  </a:lnTo>
                  <a:lnTo>
                    <a:pt x="755789" y="4422262"/>
                  </a:lnTo>
                  <a:lnTo>
                    <a:pt x="755906" y="4422262"/>
                  </a:lnTo>
                  <a:lnTo>
                    <a:pt x="755906" y="4421831"/>
                  </a:lnTo>
                  <a:lnTo>
                    <a:pt x="755906" y="4421400"/>
                  </a:lnTo>
                  <a:lnTo>
                    <a:pt x="756024" y="4421400"/>
                  </a:lnTo>
                  <a:lnTo>
                    <a:pt x="756024" y="4420970"/>
                  </a:lnTo>
                  <a:lnTo>
                    <a:pt x="756024" y="4420539"/>
                  </a:lnTo>
                  <a:lnTo>
                    <a:pt x="756142" y="4420539"/>
                  </a:lnTo>
                  <a:lnTo>
                    <a:pt x="756259" y="4420539"/>
                  </a:lnTo>
                  <a:lnTo>
                    <a:pt x="756377" y="4420539"/>
                  </a:lnTo>
                  <a:lnTo>
                    <a:pt x="756377" y="4420109"/>
                  </a:lnTo>
                  <a:lnTo>
                    <a:pt x="756494" y="4420109"/>
                  </a:lnTo>
                  <a:lnTo>
                    <a:pt x="756612" y="4420109"/>
                  </a:lnTo>
                  <a:lnTo>
                    <a:pt x="756730" y="4420109"/>
                  </a:lnTo>
                  <a:lnTo>
                    <a:pt x="756847" y="4420109"/>
                  </a:lnTo>
                  <a:lnTo>
                    <a:pt x="756847" y="4419678"/>
                  </a:lnTo>
                  <a:lnTo>
                    <a:pt x="756965" y="4419678"/>
                  </a:lnTo>
                  <a:lnTo>
                    <a:pt x="757083" y="4419678"/>
                  </a:lnTo>
                  <a:lnTo>
                    <a:pt x="757200" y="4419678"/>
                  </a:lnTo>
                  <a:lnTo>
                    <a:pt x="757318" y="4419678"/>
                  </a:lnTo>
                  <a:lnTo>
                    <a:pt x="757435" y="4419678"/>
                  </a:lnTo>
                  <a:lnTo>
                    <a:pt x="757435" y="4419247"/>
                  </a:lnTo>
                  <a:lnTo>
                    <a:pt x="757553" y="4419247"/>
                  </a:lnTo>
                  <a:lnTo>
                    <a:pt x="757553" y="4418817"/>
                  </a:lnTo>
                  <a:lnTo>
                    <a:pt x="757671" y="4418817"/>
                  </a:lnTo>
                  <a:lnTo>
                    <a:pt x="757788" y="4418817"/>
                  </a:lnTo>
                  <a:lnTo>
                    <a:pt x="757788" y="4418386"/>
                  </a:lnTo>
                  <a:lnTo>
                    <a:pt x="757788" y="4417956"/>
                  </a:lnTo>
                  <a:lnTo>
                    <a:pt x="757788" y="4417525"/>
                  </a:lnTo>
                  <a:lnTo>
                    <a:pt x="757788" y="4417094"/>
                  </a:lnTo>
                  <a:lnTo>
                    <a:pt x="757788" y="4416664"/>
                  </a:lnTo>
                  <a:lnTo>
                    <a:pt x="757906" y="4416664"/>
                  </a:lnTo>
                  <a:lnTo>
                    <a:pt x="757906" y="4416233"/>
                  </a:lnTo>
                  <a:lnTo>
                    <a:pt x="758023" y="4416233"/>
                  </a:lnTo>
                  <a:lnTo>
                    <a:pt x="758023" y="4415803"/>
                  </a:lnTo>
                  <a:lnTo>
                    <a:pt x="758141" y="4415803"/>
                  </a:lnTo>
                  <a:lnTo>
                    <a:pt x="758259" y="4415803"/>
                  </a:lnTo>
                  <a:lnTo>
                    <a:pt x="758376" y="4415803"/>
                  </a:lnTo>
                  <a:lnTo>
                    <a:pt x="758376" y="4415372"/>
                  </a:lnTo>
                  <a:lnTo>
                    <a:pt x="758494" y="4415372"/>
                  </a:lnTo>
                  <a:lnTo>
                    <a:pt x="758612" y="4415372"/>
                  </a:lnTo>
                  <a:lnTo>
                    <a:pt x="758729" y="4415372"/>
                  </a:lnTo>
                  <a:lnTo>
                    <a:pt x="758729" y="4414941"/>
                  </a:lnTo>
                  <a:lnTo>
                    <a:pt x="758729" y="4414511"/>
                  </a:lnTo>
                  <a:lnTo>
                    <a:pt x="758729" y="4414080"/>
                  </a:lnTo>
                  <a:lnTo>
                    <a:pt x="758847" y="4414080"/>
                  </a:lnTo>
                  <a:lnTo>
                    <a:pt x="758964" y="4414080"/>
                  </a:lnTo>
                  <a:lnTo>
                    <a:pt x="759082" y="4414080"/>
                  </a:lnTo>
                  <a:lnTo>
                    <a:pt x="759082" y="4413650"/>
                  </a:lnTo>
                  <a:lnTo>
                    <a:pt x="759200" y="4413650"/>
                  </a:lnTo>
                  <a:lnTo>
                    <a:pt x="759200" y="4413219"/>
                  </a:lnTo>
                  <a:lnTo>
                    <a:pt x="759200" y="4412788"/>
                  </a:lnTo>
                  <a:lnTo>
                    <a:pt x="759317" y="4412788"/>
                  </a:lnTo>
                  <a:lnTo>
                    <a:pt x="759435" y="4412788"/>
                  </a:lnTo>
                  <a:lnTo>
                    <a:pt x="759552" y="4412788"/>
                  </a:lnTo>
                  <a:lnTo>
                    <a:pt x="759552" y="4412358"/>
                  </a:lnTo>
                  <a:lnTo>
                    <a:pt x="759670" y="4412358"/>
                  </a:lnTo>
                  <a:lnTo>
                    <a:pt x="759670" y="4411927"/>
                  </a:lnTo>
                  <a:lnTo>
                    <a:pt x="759670" y="4411497"/>
                  </a:lnTo>
                  <a:lnTo>
                    <a:pt x="759788" y="4411497"/>
                  </a:lnTo>
                  <a:lnTo>
                    <a:pt x="759905" y="4411497"/>
                  </a:lnTo>
                  <a:lnTo>
                    <a:pt x="760023" y="4411497"/>
                  </a:lnTo>
                  <a:lnTo>
                    <a:pt x="760140" y="4411497"/>
                  </a:lnTo>
                  <a:lnTo>
                    <a:pt x="760258" y="4411497"/>
                  </a:lnTo>
                  <a:lnTo>
                    <a:pt x="760376" y="4411497"/>
                  </a:lnTo>
                  <a:lnTo>
                    <a:pt x="760493" y="4411497"/>
                  </a:lnTo>
                  <a:lnTo>
                    <a:pt x="760611" y="4411497"/>
                  </a:lnTo>
                  <a:lnTo>
                    <a:pt x="760729" y="4411497"/>
                  </a:lnTo>
                  <a:lnTo>
                    <a:pt x="760846" y="4411497"/>
                  </a:lnTo>
                  <a:lnTo>
                    <a:pt x="760846" y="4411066"/>
                  </a:lnTo>
                  <a:lnTo>
                    <a:pt x="760846" y="4410635"/>
                  </a:lnTo>
                  <a:lnTo>
                    <a:pt x="760846" y="4410205"/>
                  </a:lnTo>
                  <a:lnTo>
                    <a:pt x="760964" y="4410205"/>
                  </a:lnTo>
                  <a:lnTo>
                    <a:pt x="760964" y="4409774"/>
                  </a:lnTo>
                  <a:lnTo>
                    <a:pt x="760964" y="4409344"/>
                  </a:lnTo>
                  <a:lnTo>
                    <a:pt x="760964" y="4408913"/>
                  </a:lnTo>
                  <a:lnTo>
                    <a:pt x="761081" y="4408913"/>
                  </a:lnTo>
                  <a:lnTo>
                    <a:pt x="761199" y="4408913"/>
                  </a:lnTo>
                  <a:lnTo>
                    <a:pt x="761317" y="4408913"/>
                  </a:lnTo>
                  <a:lnTo>
                    <a:pt x="761434" y="4408913"/>
                  </a:lnTo>
                  <a:lnTo>
                    <a:pt x="761552" y="4408913"/>
                  </a:lnTo>
                  <a:lnTo>
                    <a:pt x="761552" y="4408482"/>
                  </a:lnTo>
                  <a:lnTo>
                    <a:pt x="761669" y="4408482"/>
                  </a:lnTo>
                  <a:lnTo>
                    <a:pt x="761669" y="4408052"/>
                  </a:lnTo>
                  <a:lnTo>
                    <a:pt x="761787" y="4408052"/>
                  </a:lnTo>
                  <a:lnTo>
                    <a:pt x="761905" y="4408052"/>
                  </a:lnTo>
                  <a:lnTo>
                    <a:pt x="762022" y="4408052"/>
                  </a:lnTo>
                  <a:lnTo>
                    <a:pt x="762140" y="4408052"/>
                  </a:lnTo>
                  <a:lnTo>
                    <a:pt x="762140" y="4407621"/>
                  </a:lnTo>
                  <a:lnTo>
                    <a:pt x="762258" y="4407621"/>
                  </a:lnTo>
                  <a:lnTo>
                    <a:pt x="762375" y="4407621"/>
                  </a:lnTo>
                  <a:lnTo>
                    <a:pt x="762493" y="4407621"/>
                  </a:lnTo>
                  <a:lnTo>
                    <a:pt x="762493" y="4407191"/>
                  </a:lnTo>
                  <a:lnTo>
                    <a:pt x="762493" y="4406760"/>
                  </a:lnTo>
                  <a:lnTo>
                    <a:pt x="762610" y="4406760"/>
                  </a:lnTo>
                  <a:lnTo>
                    <a:pt x="762728" y="4406760"/>
                  </a:lnTo>
                  <a:lnTo>
                    <a:pt x="762846" y="4406760"/>
                  </a:lnTo>
                  <a:lnTo>
                    <a:pt x="762963" y="4406760"/>
                  </a:lnTo>
                  <a:lnTo>
                    <a:pt x="763081" y="4406760"/>
                  </a:lnTo>
                  <a:lnTo>
                    <a:pt x="763081" y="4406329"/>
                  </a:lnTo>
                  <a:lnTo>
                    <a:pt x="763198" y="4406329"/>
                  </a:lnTo>
                  <a:lnTo>
                    <a:pt x="763316" y="4406329"/>
                  </a:lnTo>
                  <a:lnTo>
                    <a:pt x="763316" y="4405899"/>
                  </a:lnTo>
                  <a:lnTo>
                    <a:pt x="763316" y="4405468"/>
                  </a:lnTo>
                  <a:lnTo>
                    <a:pt x="763316" y="4405038"/>
                  </a:lnTo>
                  <a:lnTo>
                    <a:pt x="763316" y="4404607"/>
                  </a:lnTo>
                  <a:lnTo>
                    <a:pt x="763434" y="4404607"/>
                  </a:lnTo>
                  <a:lnTo>
                    <a:pt x="763551" y="4404607"/>
                  </a:lnTo>
                  <a:lnTo>
                    <a:pt x="763669" y="4404607"/>
                  </a:lnTo>
                  <a:lnTo>
                    <a:pt x="763669" y="4404176"/>
                  </a:lnTo>
                  <a:lnTo>
                    <a:pt x="763787" y="4404176"/>
                  </a:lnTo>
                  <a:lnTo>
                    <a:pt x="763904" y="4404176"/>
                  </a:lnTo>
                  <a:lnTo>
                    <a:pt x="763904" y="4403746"/>
                  </a:lnTo>
                  <a:lnTo>
                    <a:pt x="764022" y="4403746"/>
                  </a:lnTo>
                  <a:lnTo>
                    <a:pt x="764139" y="4403746"/>
                  </a:lnTo>
                  <a:lnTo>
                    <a:pt x="764257" y="4403746"/>
                  </a:lnTo>
                  <a:lnTo>
                    <a:pt x="764375" y="4403746"/>
                  </a:lnTo>
                  <a:lnTo>
                    <a:pt x="764492" y="4403746"/>
                  </a:lnTo>
                  <a:lnTo>
                    <a:pt x="764610" y="4403746"/>
                  </a:lnTo>
                  <a:lnTo>
                    <a:pt x="764610" y="4403315"/>
                  </a:lnTo>
                  <a:lnTo>
                    <a:pt x="764727" y="4403315"/>
                  </a:lnTo>
                  <a:lnTo>
                    <a:pt x="764845" y="4403315"/>
                  </a:lnTo>
                  <a:lnTo>
                    <a:pt x="764845" y="4402885"/>
                  </a:lnTo>
                  <a:lnTo>
                    <a:pt x="764963" y="4402885"/>
                  </a:lnTo>
                  <a:lnTo>
                    <a:pt x="765080" y="4402885"/>
                  </a:lnTo>
                  <a:lnTo>
                    <a:pt x="765198" y="4402885"/>
                  </a:lnTo>
                  <a:lnTo>
                    <a:pt x="765316" y="4402885"/>
                  </a:lnTo>
                  <a:lnTo>
                    <a:pt x="765433" y="4402885"/>
                  </a:lnTo>
                  <a:lnTo>
                    <a:pt x="765551" y="4402885"/>
                  </a:lnTo>
                  <a:lnTo>
                    <a:pt x="765668" y="4402885"/>
                  </a:lnTo>
                  <a:lnTo>
                    <a:pt x="765786" y="4402885"/>
                  </a:lnTo>
                  <a:lnTo>
                    <a:pt x="765786" y="4402454"/>
                  </a:lnTo>
                  <a:lnTo>
                    <a:pt x="765786" y="4402023"/>
                  </a:lnTo>
                  <a:lnTo>
                    <a:pt x="765786" y="4401593"/>
                  </a:lnTo>
                  <a:lnTo>
                    <a:pt x="765904" y="4401593"/>
                  </a:lnTo>
                  <a:lnTo>
                    <a:pt x="765904" y="4401162"/>
                  </a:lnTo>
                  <a:lnTo>
                    <a:pt x="765904" y="4400732"/>
                  </a:lnTo>
                  <a:lnTo>
                    <a:pt x="766021" y="4400732"/>
                  </a:lnTo>
                  <a:lnTo>
                    <a:pt x="766139" y="4400732"/>
                  </a:lnTo>
                  <a:lnTo>
                    <a:pt x="766139" y="4400301"/>
                  </a:lnTo>
                  <a:lnTo>
                    <a:pt x="766139" y="4399870"/>
                  </a:lnTo>
                  <a:lnTo>
                    <a:pt x="766139" y="4399440"/>
                  </a:lnTo>
                  <a:lnTo>
                    <a:pt x="766256" y="4399440"/>
                  </a:lnTo>
                  <a:lnTo>
                    <a:pt x="766374" y="4399440"/>
                  </a:lnTo>
                  <a:lnTo>
                    <a:pt x="766492" y="4399440"/>
                  </a:lnTo>
                  <a:lnTo>
                    <a:pt x="766609" y="4399440"/>
                  </a:lnTo>
                  <a:lnTo>
                    <a:pt x="766727" y="4399440"/>
                  </a:lnTo>
                  <a:lnTo>
                    <a:pt x="766845" y="4399440"/>
                  </a:lnTo>
                  <a:lnTo>
                    <a:pt x="766962" y="4399440"/>
                  </a:lnTo>
                  <a:lnTo>
                    <a:pt x="767080" y="4399440"/>
                  </a:lnTo>
                  <a:lnTo>
                    <a:pt x="767197" y="4399440"/>
                  </a:lnTo>
                  <a:lnTo>
                    <a:pt x="767315" y="4399440"/>
                  </a:lnTo>
                  <a:lnTo>
                    <a:pt x="767315" y="4399009"/>
                  </a:lnTo>
                  <a:lnTo>
                    <a:pt x="767433" y="4399009"/>
                  </a:lnTo>
                  <a:lnTo>
                    <a:pt x="767550" y="4399009"/>
                  </a:lnTo>
                  <a:lnTo>
                    <a:pt x="767668" y="4399009"/>
                  </a:lnTo>
                  <a:lnTo>
                    <a:pt x="767668" y="4398579"/>
                  </a:lnTo>
                  <a:lnTo>
                    <a:pt x="767785" y="4398579"/>
                  </a:lnTo>
                  <a:lnTo>
                    <a:pt x="767903" y="4398579"/>
                  </a:lnTo>
                  <a:lnTo>
                    <a:pt x="768021" y="4398579"/>
                  </a:lnTo>
                  <a:lnTo>
                    <a:pt x="768138" y="4398579"/>
                  </a:lnTo>
                  <a:lnTo>
                    <a:pt x="768138" y="4398148"/>
                  </a:lnTo>
                  <a:lnTo>
                    <a:pt x="768256" y="4398148"/>
                  </a:lnTo>
                  <a:lnTo>
                    <a:pt x="768373" y="4398148"/>
                  </a:lnTo>
                  <a:lnTo>
                    <a:pt x="768373" y="4397717"/>
                  </a:lnTo>
                  <a:lnTo>
                    <a:pt x="768491" y="4397717"/>
                  </a:lnTo>
                  <a:lnTo>
                    <a:pt x="768491" y="4397287"/>
                  </a:lnTo>
                  <a:lnTo>
                    <a:pt x="768609" y="4397287"/>
                  </a:lnTo>
                  <a:lnTo>
                    <a:pt x="768609" y="4396856"/>
                  </a:lnTo>
                  <a:lnTo>
                    <a:pt x="768726" y="4396856"/>
                  </a:lnTo>
                  <a:lnTo>
                    <a:pt x="768844" y="4396856"/>
                  </a:lnTo>
                  <a:lnTo>
                    <a:pt x="768962" y="4396856"/>
                  </a:lnTo>
                  <a:lnTo>
                    <a:pt x="769079" y="4396856"/>
                  </a:lnTo>
                  <a:lnTo>
                    <a:pt x="769197" y="4396856"/>
                  </a:lnTo>
                  <a:lnTo>
                    <a:pt x="769314" y="4396856"/>
                  </a:lnTo>
                  <a:lnTo>
                    <a:pt x="769432" y="4396856"/>
                  </a:lnTo>
                  <a:lnTo>
                    <a:pt x="769432" y="4396426"/>
                  </a:lnTo>
                  <a:lnTo>
                    <a:pt x="769550" y="4396426"/>
                  </a:lnTo>
                  <a:lnTo>
                    <a:pt x="769550" y="4395995"/>
                  </a:lnTo>
                  <a:lnTo>
                    <a:pt x="769667" y="4395995"/>
                  </a:lnTo>
                  <a:lnTo>
                    <a:pt x="769785" y="4395995"/>
                  </a:lnTo>
                  <a:lnTo>
                    <a:pt x="769902" y="4395995"/>
                  </a:lnTo>
                  <a:lnTo>
                    <a:pt x="770020" y="4395995"/>
                  </a:lnTo>
                  <a:lnTo>
                    <a:pt x="770138" y="4395995"/>
                  </a:lnTo>
                  <a:lnTo>
                    <a:pt x="770138" y="4395564"/>
                  </a:lnTo>
                  <a:lnTo>
                    <a:pt x="770255" y="4395564"/>
                  </a:lnTo>
                  <a:lnTo>
                    <a:pt x="770373" y="4395564"/>
                  </a:lnTo>
                  <a:lnTo>
                    <a:pt x="770491" y="4395564"/>
                  </a:lnTo>
                  <a:lnTo>
                    <a:pt x="770491" y="4395134"/>
                  </a:lnTo>
                  <a:lnTo>
                    <a:pt x="770608" y="4395134"/>
                  </a:lnTo>
                  <a:lnTo>
                    <a:pt x="770726" y="4395134"/>
                  </a:lnTo>
                  <a:lnTo>
                    <a:pt x="770843" y="4395134"/>
                  </a:lnTo>
                  <a:lnTo>
                    <a:pt x="770961" y="4395134"/>
                  </a:lnTo>
                  <a:lnTo>
                    <a:pt x="771079" y="4395134"/>
                  </a:lnTo>
                  <a:lnTo>
                    <a:pt x="771079" y="4394703"/>
                  </a:lnTo>
                  <a:lnTo>
                    <a:pt x="771196" y="4394703"/>
                  </a:lnTo>
                  <a:lnTo>
                    <a:pt x="771314" y="4394703"/>
                  </a:lnTo>
                  <a:lnTo>
                    <a:pt x="771431" y="4394703"/>
                  </a:lnTo>
                  <a:lnTo>
                    <a:pt x="771549" y="4394703"/>
                  </a:lnTo>
                  <a:lnTo>
                    <a:pt x="771549" y="4394273"/>
                  </a:lnTo>
                  <a:lnTo>
                    <a:pt x="771667" y="4394273"/>
                  </a:lnTo>
                  <a:lnTo>
                    <a:pt x="771784" y="4394273"/>
                  </a:lnTo>
                  <a:lnTo>
                    <a:pt x="771902" y="4394273"/>
                  </a:lnTo>
                  <a:lnTo>
                    <a:pt x="771902" y="4393842"/>
                  </a:lnTo>
                  <a:lnTo>
                    <a:pt x="772020" y="4393842"/>
                  </a:lnTo>
                  <a:lnTo>
                    <a:pt x="772020" y="4393411"/>
                  </a:lnTo>
                  <a:lnTo>
                    <a:pt x="772137" y="4393411"/>
                  </a:lnTo>
                  <a:lnTo>
                    <a:pt x="772255" y="4393411"/>
                  </a:lnTo>
                  <a:lnTo>
                    <a:pt x="772372" y="4393411"/>
                  </a:lnTo>
                  <a:lnTo>
                    <a:pt x="772490" y="4393411"/>
                  </a:lnTo>
                  <a:lnTo>
                    <a:pt x="772608" y="4393411"/>
                  </a:lnTo>
                  <a:lnTo>
                    <a:pt x="772725" y="4393411"/>
                  </a:lnTo>
                  <a:lnTo>
                    <a:pt x="772725" y="4392981"/>
                  </a:lnTo>
                  <a:lnTo>
                    <a:pt x="772843" y="4392981"/>
                  </a:lnTo>
                  <a:lnTo>
                    <a:pt x="772960" y="4392981"/>
                  </a:lnTo>
                  <a:lnTo>
                    <a:pt x="772960" y="4392550"/>
                  </a:lnTo>
                  <a:lnTo>
                    <a:pt x="773078" y="4392550"/>
                  </a:lnTo>
                  <a:lnTo>
                    <a:pt x="773078" y="4392120"/>
                  </a:lnTo>
                  <a:lnTo>
                    <a:pt x="773196" y="4392120"/>
                  </a:lnTo>
                  <a:lnTo>
                    <a:pt x="773196" y="4391689"/>
                  </a:lnTo>
                  <a:lnTo>
                    <a:pt x="773196" y="4391258"/>
                  </a:lnTo>
                  <a:lnTo>
                    <a:pt x="773196" y="4390828"/>
                  </a:lnTo>
                  <a:lnTo>
                    <a:pt x="773196" y="4390397"/>
                  </a:lnTo>
                  <a:lnTo>
                    <a:pt x="773196" y="4389967"/>
                  </a:lnTo>
                  <a:lnTo>
                    <a:pt x="773313" y="4389967"/>
                  </a:lnTo>
                  <a:lnTo>
                    <a:pt x="773313" y="4389536"/>
                  </a:lnTo>
                  <a:lnTo>
                    <a:pt x="773313" y="4389105"/>
                  </a:lnTo>
                  <a:lnTo>
                    <a:pt x="773313" y="4388675"/>
                  </a:lnTo>
                  <a:lnTo>
                    <a:pt x="773431" y="4388675"/>
                  </a:lnTo>
                  <a:lnTo>
                    <a:pt x="773431" y="4388244"/>
                  </a:lnTo>
                  <a:lnTo>
                    <a:pt x="773549" y="4388244"/>
                  </a:lnTo>
                  <a:lnTo>
                    <a:pt x="773666" y="4388244"/>
                  </a:lnTo>
                  <a:lnTo>
                    <a:pt x="773666" y="4387814"/>
                  </a:lnTo>
                  <a:lnTo>
                    <a:pt x="773784" y="4387814"/>
                  </a:lnTo>
                  <a:lnTo>
                    <a:pt x="773901" y="4387814"/>
                  </a:lnTo>
                  <a:lnTo>
                    <a:pt x="773901" y="4387383"/>
                  </a:lnTo>
                  <a:lnTo>
                    <a:pt x="774019" y="4387383"/>
                  </a:lnTo>
                  <a:lnTo>
                    <a:pt x="774137" y="4387383"/>
                  </a:lnTo>
                  <a:lnTo>
                    <a:pt x="774254" y="4387383"/>
                  </a:lnTo>
                  <a:lnTo>
                    <a:pt x="774254" y="4386952"/>
                  </a:lnTo>
                  <a:lnTo>
                    <a:pt x="774372" y="4386952"/>
                  </a:lnTo>
                  <a:lnTo>
                    <a:pt x="774489" y="4386952"/>
                  </a:lnTo>
                  <a:lnTo>
                    <a:pt x="774489" y="4386522"/>
                  </a:lnTo>
                  <a:lnTo>
                    <a:pt x="774607" y="4386522"/>
                  </a:lnTo>
                  <a:lnTo>
                    <a:pt x="774725" y="4386522"/>
                  </a:lnTo>
                  <a:lnTo>
                    <a:pt x="774725" y="4386091"/>
                  </a:lnTo>
                  <a:lnTo>
                    <a:pt x="774842" y="4386091"/>
                  </a:lnTo>
                  <a:lnTo>
                    <a:pt x="774842" y="4385661"/>
                  </a:lnTo>
                  <a:lnTo>
                    <a:pt x="774960" y="4385661"/>
                  </a:lnTo>
                  <a:lnTo>
                    <a:pt x="775078" y="4385661"/>
                  </a:lnTo>
                  <a:lnTo>
                    <a:pt x="775195" y="4385661"/>
                  </a:lnTo>
                  <a:lnTo>
                    <a:pt x="775313" y="4385661"/>
                  </a:lnTo>
                  <a:lnTo>
                    <a:pt x="775313" y="4385230"/>
                  </a:lnTo>
                  <a:lnTo>
                    <a:pt x="775430" y="4385230"/>
                  </a:lnTo>
                  <a:lnTo>
                    <a:pt x="775430" y="4384799"/>
                  </a:lnTo>
                  <a:lnTo>
                    <a:pt x="775430" y="4384369"/>
                  </a:lnTo>
                  <a:lnTo>
                    <a:pt x="775548" y="4384369"/>
                  </a:lnTo>
                  <a:lnTo>
                    <a:pt x="775666" y="4384369"/>
                  </a:lnTo>
                  <a:lnTo>
                    <a:pt x="775783" y="4384369"/>
                  </a:lnTo>
                  <a:lnTo>
                    <a:pt x="775901" y="4384369"/>
                  </a:lnTo>
                  <a:lnTo>
                    <a:pt x="776018" y="4384369"/>
                  </a:lnTo>
                  <a:lnTo>
                    <a:pt x="776136" y="4384369"/>
                  </a:lnTo>
                  <a:lnTo>
                    <a:pt x="776254" y="4384369"/>
                  </a:lnTo>
                  <a:lnTo>
                    <a:pt x="776254" y="4383938"/>
                  </a:lnTo>
                  <a:lnTo>
                    <a:pt x="776371" y="4383938"/>
                  </a:lnTo>
                  <a:lnTo>
                    <a:pt x="776371" y="4383508"/>
                  </a:lnTo>
                  <a:lnTo>
                    <a:pt x="776489" y="4383508"/>
                  </a:lnTo>
                  <a:lnTo>
                    <a:pt x="776606" y="4383508"/>
                  </a:lnTo>
                  <a:lnTo>
                    <a:pt x="776606" y="4383077"/>
                  </a:lnTo>
                  <a:lnTo>
                    <a:pt x="776606" y="4382646"/>
                  </a:lnTo>
                  <a:lnTo>
                    <a:pt x="776724" y="4382646"/>
                  </a:lnTo>
                  <a:lnTo>
                    <a:pt x="776842" y="4382646"/>
                  </a:lnTo>
                  <a:lnTo>
                    <a:pt x="776842" y="4382216"/>
                  </a:lnTo>
                  <a:lnTo>
                    <a:pt x="776959" y="4382216"/>
                  </a:lnTo>
                  <a:lnTo>
                    <a:pt x="777077" y="4382216"/>
                  </a:lnTo>
                  <a:lnTo>
                    <a:pt x="777195" y="4382216"/>
                  </a:lnTo>
                  <a:lnTo>
                    <a:pt x="777195" y="4381785"/>
                  </a:lnTo>
                  <a:lnTo>
                    <a:pt x="777195" y="4381355"/>
                  </a:lnTo>
                  <a:lnTo>
                    <a:pt x="777312" y="4381355"/>
                  </a:lnTo>
                  <a:lnTo>
                    <a:pt x="777430" y="4381355"/>
                  </a:lnTo>
                  <a:lnTo>
                    <a:pt x="777547" y="4381355"/>
                  </a:lnTo>
                  <a:lnTo>
                    <a:pt x="777665" y="4381355"/>
                  </a:lnTo>
                  <a:lnTo>
                    <a:pt x="777783" y="4381355"/>
                  </a:lnTo>
                  <a:lnTo>
                    <a:pt x="777900" y="4381355"/>
                  </a:lnTo>
                  <a:lnTo>
                    <a:pt x="778018" y="4381355"/>
                  </a:lnTo>
                  <a:lnTo>
                    <a:pt x="778135" y="4381355"/>
                  </a:lnTo>
                  <a:lnTo>
                    <a:pt x="778253" y="4381355"/>
                  </a:lnTo>
                  <a:lnTo>
                    <a:pt x="778371" y="4381355"/>
                  </a:lnTo>
                  <a:lnTo>
                    <a:pt x="778488" y="4381355"/>
                  </a:lnTo>
                  <a:lnTo>
                    <a:pt x="778488" y="4380924"/>
                  </a:lnTo>
                  <a:lnTo>
                    <a:pt x="778606" y="4380924"/>
                  </a:lnTo>
                  <a:lnTo>
                    <a:pt x="778724" y="4380924"/>
                  </a:lnTo>
                  <a:lnTo>
                    <a:pt x="778841" y="4380924"/>
                  </a:lnTo>
                  <a:lnTo>
                    <a:pt x="778959" y="4380924"/>
                  </a:lnTo>
                  <a:lnTo>
                    <a:pt x="778959" y="4380493"/>
                  </a:lnTo>
                  <a:lnTo>
                    <a:pt x="779076" y="4380493"/>
                  </a:lnTo>
                  <a:lnTo>
                    <a:pt x="779194" y="4380493"/>
                  </a:lnTo>
                  <a:lnTo>
                    <a:pt x="779194" y="4380063"/>
                  </a:lnTo>
                  <a:lnTo>
                    <a:pt x="779194" y="4379632"/>
                  </a:lnTo>
                  <a:lnTo>
                    <a:pt x="779312" y="4379632"/>
                  </a:lnTo>
                  <a:lnTo>
                    <a:pt x="779429" y="4379632"/>
                  </a:lnTo>
                  <a:lnTo>
                    <a:pt x="779429" y="4379202"/>
                  </a:lnTo>
                  <a:lnTo>
                    <a:pt x="779429" y="4378771"/>
                  </a:lnTo>
                  <a:lnTo>
                    <a:pt x="779547" y="4378771"/>
                  </a:lnTo>
                  <a:lnTo>
                    <a:pt x="779547" y="4378340"/>
                  </a:lnTo>
                  <a:lnTo>
                    <a:pt x="779664" y="4378340"/>
                  </a:lnTo>
                  <a:lnTo>
                    <a:pt x="779664" y="4377910"/>
                  </a:lnTo>
                  <a:lnTo>
                    <a:pt x="779664" y="4377479"/>
                  </a:lnTo>
                  <a:lnTo>
                    <a:pt x="779664" y="4377049"/>
                  </a:lnTo>
                  <a:lnTo>
                    <a:pt x="779782" y="4377049"/>
                  </a:lnTo>
                  <a:lnTo>
                    <a:pt x="779900" y="4377049"/>
                  </a:lnTo>
                  <a:lnTo>
                    <a:pt x="779900" y="4376618"/>
                  </a:lnTo>
                  <a:lnTo>
                    <a:pt x="780017" y="4376618"/>
                  </a:lnTo>
                  <a:lnTo>
                    <a:pt x="780017" y="4376187"/>
                  </a:lnTo>
                  <a:lnTo>
                    <a:pt x="780017" y="4375757"/>
                  </a:lnTo>
                  <a:lnTo>
                    <a:pt x="780135" y="4375757"/>
                  </a:lnTo>
                  <a:lnTo>
                    <a:pt x="780253" y="4375757"/>
                  </a:lnTo>
                  <a:lnTo>
                    <a:pt x="780253" y="4375326"/>
                  </a:lnTo>
                  <a:lnTo>
                    <a:pt x="780253" y="4374896"/>
                  </a:lnTo>
                  <a:lnTo>
                    <a:pt x="780370" y="4374896"/>
                  </a:lnTo>
                  <a:lnTo>
                    <a:pt x="780370" y="4374465"/>
                  </a:lnTo>
                  <a:lnTo>
                    <a:pt x="780488" y="4374465"/>
                  </a:lnTo>
                  <a:lnTo>
                    <a:pt x="780605" y="4374465"/>
                  </a:lnTo>
                  <a:lnTo>
                    <a:pt x="780723" y="4374465"/>
                  </a:lnTo>
                  <a:lnTo>
                    <a:pt x="780723" y="4374034"/>
                  </a:lnTo>
                  <a:lnTo>
                    <a:pt x="780841" y="4374034"/>
                  </a:lnTo>
                  <a:lnTo>
                    <a:pt x="780958" y="4374034"/>
                  </a:lnTo>
                  <a:lnTo>
                    <a:pt x="781076" y="4374034"/>
                  </a:lnTo>
                  <a:lnTo>
                    <a:pt x="781193" y="4374034"/>
                  </a:lnTo>
                  <a:lnTo>
                    <a:pt x="781311" y="4374034"/>
                  </a:lnTo>
                  <a:lnTo>
                    <a:pt x="781429" y="4374034"/>
                  </a:lnTo>
                  <a:lnTo>
                    <a:pt x="781546" y="4374034"/>
                  </a:lnTo>
                  <a:lnTo>
                    <a:pt x="781664" y="4374034"/>
                  </a:lnTo>
                  <a:lnTo>
                    <a:pt x="781782" y="4374034"/>
                  </a:lnTo>
                  <a:lnTo>
                    <a:pt x="781782" y="4373604"/>
                  </a:lnTo>
                  <a:lnTo>
                    <a:pt x="781899" y="4373604"/>
                  </a:lnTo>
                  <a:lnTo>
                    <a:pt x="781899" y="4373173"/>
                  </a:lnTo>
                  <a:lnTo>
                    <a:pt x="782017" y="4373173"/>
                  </a:lnTo>
                  <a:lnTo>
                    <a:pt x="782134" y="4373173"/>
                  </a:lnTo>
                  <a:lnTo>
                    <a:pt x="782134" y="4372743"/>
                  </a:lnTo>
                  <a:lnTo>
                    <a:pt x="782252" y="4372743"/>
                  </a:lnTo>
                  <a:lnTo>
                    <a:pt x="782370" y="4372743"/>
                  </a:lnTo>
                  <a:lnTo>
                    <a:pt x="782487" y="4372743"/>
                  </a:lnTo>
                  <a:lnTo>
                    <a:pt x="782487" y="4372312"/>
                  </a:lnTo>
                  <a:lnTo>
                    <a:pt x="782605" y="4372312"/>
                  </a:lnTo>
                  <a:lnTo>
                    <a:pt x="782605" y="4371881"/>
                  </a:lnTo>
                  <a:lnTo>
                    <a:pt x="782722" y="4371881"/>
                  </a:lnTo>
                  <a:lnTo>
                    <a:pt x="782840" y="4371881"/>
                  </a:lnTo>
                  <a:lnTo>
                    <a:pt x="782958" y="4371881"/>
                  </a:lnTo>
                  <a:lnTo>
                    <a:pt x="783075" y="4371881"/>
                  </a:lnTo>
                  <a:lnTo>
                    <a:pt x="783193" y="4371881"/>
                  </a:lnTo>
                  <a:lnTo>
                    <a:pt x="783311" y="4371881"/>
                  </a:lnTo>
                  <a:lnTo>
                    <a:pt x="783428" y="4371881"/>
                  </a:lnTo>
                  <a:lnTo>
                    <a:pt x="783546" y="4371881"/>
                  </a:lnTo>
                  <a:lnTo>
                    <a:pt x="783663" y="4371881"/>
                  </a:lnTo>
                  <a:lnTo>
                    <a:pt x="783781" y="4371881"/>
                  </a:lnTo>
                  <a:lnTo>
                    <a:pt x="783899" y="4371881"/>
                  </a:lnTo>
                  <a:lnTo>
                    <a:pt x="784016" y="4371881"/>
                  </a:lnTo>
                  <a:lnTo>
                    <a:pt x="784134" y="4371881"/>
                  </a:lnTo>
                  <a:lnTo>
                    <a:pt x="784251" y="4371881"/>
                  </a:lnTo>
                  <a:lnTo>
                    <a:pt x="784251" y="4371451"/>
                  </a:lnTo>
                  <a:lnTo>
                    <a:pt x="784369" y="4371451"/>
                  </a:lnTo>
                  <a:lnTo>
                    <a:pt x="784487" y="4371451"/>
                  </a:lnTo>
                  <a:lnTo>
                    <a:pt x="784487" y="4371020"/>
                  </a:lnTo>
                  <a:lnTo>
                    <a:pt x="784604" y="4371020"/>
                  </a:lnTo>
                  <a:lnTo>
                    <a:pt x="784604" y="4370590"/>
                  </a:lnTo>
                  <a:lnTo>
                    <a:pt x="784722" y="4370590"/>
                  </a:lnTo>
                  <a:lnTo>
                    <a:pt x="784839" y="4370590"/>
                  </a:lnTo>
                  <a:lnTo>
                    <a:pt x="784839" y="4370159"/>
                  </a:lnTo>
                  <a:lnTo>
                    <a:pt x="784957" y="4370159"/>
                  </a:lnTo>
                  <a:lnTo>
                    <a:pt x="785075" y="4370159"/>
                  </a:lnTo>
                  <a:lnTo>
                    <a:pt x="785192" y="4370159"/>
                  </a:lnTo>
                  <a:lnTo>
                    <a:pt x="785192" y="4369728"/>
                  </a:lnTo>
                  <a:lnTo>
                    <a:pt x="785192" y="4369298"/>
                  </a:lnTo>
                  <a:lnTo>
                    <a:pt x="785310" y="4369298"/>
                  </a:lnTo>
                  <a:lnTo>
                    <a:pt x="785428" y="4369298"/>
                  </a:lnTo>
                  <a:lnTo>
                    <a:pt x="785545" y="4369298"/>
                  </a:lnTo>
                  <a:lnTo>
                    <a:pt x="785663" y="4369298"/>
                  </a:lnTo>
                  <a:lnTo>
                    <a:pt x="785780" y="4369298"/>
                  </a:lnTo>
                  <a:lnTo>
                    <a:pt x="785898" y="4369298"/>
                  </a:lnTo>
                  <a:lnTo>
                    <a:pt x="786016" y="4369298"/>
                  </a:lnTo>
                  <a:lnTo>
                    <a:pt x="786133" y="4369298"/>
                  </a:lnTo>
                  <a:lnTo>
                    <a:pt x="786251" y="4369298"/>
                  </a:lnTo>
                  <a:lnTo>
                    <a:pt x="786368" y="4369298"/>
                  </a:lnTo>
                  <a:lnTo>
                    <a:pt x="786486" y="4369298"/>
                  </a:lnTo>
                  <a:lnTo>
                    <a:pt x="786486" y="4368867"/>
                  </a:lnTo>
                  <a:lnTo>
                    <a:pt x="786604" y="4368867"/>
                  </a:lnTo>
                  <a:lnTo>
                    <a:pt x="786721" y="4368867"/>
                  </a:lnTo>
                  <a:lnTo>
                    <a:pt x="786721" y="4368437"/>
                  </a:lnTo>
                  <a:lnTo>
                    <a:pt x="786839" y="4368437"/>
                  </a:lnTo>
                  <a:lnTo>
                    <a:pt x="786957" y="4368437"/>
                  </a:lnTo>
                  <a:lnTo>
                    <a:pt x="787074" y="4368437"/>
                  </a:lnTo>
                  <a:lnTo>
                    <a:pt x="787192" y="4368437"/>
                  </a:lnTo>
                  <a:lnTo>
                    <a:pt x="787309" y="4368437"/>
                  </a:lnTo>
                  <a:lnTo>
                    <a:pt x="787427" y="4368437"/>
                  </a:lnTo>
                  <a:lnTo>
                    <a:pt x="787427" y="4368006"/>
                  </a:lnTo>
                  <a:lnTo>
                    <a:pt x="787545" y="4368006"/>
                  </a:lnTo>
                  <a:lnTo>
                    <a:pt x="787662" y="4368006"/>
                  </a:lnTo>
                  <a:lnTo>
                    <a:pt x="787780" y="4368006"/>
                  </a:lnTo>
                  <a:lnTo>
                    <a:pt x="787780" y="4367575"/>
                  </a:lnTo>
                  <a:lnTo>
                    <a:pt x="787780" y="4367145"/>
                  </a:lnTo>
                  <a:lnTo>
                    <a:pt x="787780" y="4366714"/>
                  </a:lnTo>
                  <a:lnTo>
                    <a:pt x="787897" y="4366714"/>
                  </a:lnTo>
                  <a:lnTo>
                    <a:pt x="787897" y="4366284"/>
                  </a:lnTo>
                  <a:lnTo>
                    <a:pt x="788015" y="4366284"/>
                  </a:lnTo>
                  <a:lnTo>
                    <a:pt x="788133" y="4366284"/>
                  </a:lnTo>
                  <a:lnTo>
                    <a:pt x="788250" y="4366284"/>
                  </a:lnTo>
                  <a:lnTo>
                    <a:pt x="788250" y="4365853"/>
                  </a:lnTo>
                  <a:lnTo>
                    <a:pt x="788368" y="4365853"/>
                  </a:lnTo>
                  <a:lnTo>
                    <a:pt x="788486" y="4365853"/>
                  </a:lnTo>
                  <a:lnTo>
                    <a:pt x="788603" y="4365853"/>
                  </a:lnTo>
                  <a:lnTo>
                    <a:pt x="788603" y="4365422"/>
                  </a:lnTo>
                  <a:lnTo>
                    <a:pt x="788721" y="4365422"/>
                  </a:lnTo>
                  <a:lnTo>
                    <a:pt x="788721" y="4364992"/>
                  </a:lnTo>
                  <a:lnTo>
                    <a:pt x="788838" y="4364992"/>
                  </a:lnTo>
                  <a:lnTo>
                    <a:pt x="788956" y="4364992"/>
                  </a:lnTo>
                  <a:lnTo>
                    <a:pt x="788956" y="4364561"/>
                  </a:lnTo>
                  <a:lnTo>
                    <a:pt x="789074" y="4364561"/>
                  </a:lnTo>
                  <a:lnTo>
                    <a:pt x="789191" y="4364561"/>
                  </a:lnTo>
                  <a:lnTo>
                    <a:pt x="789191" y="4364131"/>
                  </a:lnTo>
                  <a:lnTo>
                    <a:pt x="789309" y="4364131"/>
                  </a:lnTo>
                  <a:lnTo>
                    <a:pt x="789426" y="4364131"/>
                  </a:lnTo>
                  <a:lnTo>
                    <a:pt x="789426" y="4363700"/>
                  </a:lnTo>
                  <a:lnTo>
                    <a:pt x="789426" y="4363269"/>
                  </a:lnTo>
                  <a:lnTo>
                    <a:pt x="789426" y="4362839"/>
                  </a:lnTo>
                  <a:lnTo>
                    <a:pt x="789544" y="4362839"/>
                  </a:lnTo>
                  <a:lnTo>
                    <a:pt x="789662" y="4362839"/>
                  </a:lnTo>
                  <a:lnTo>
                    <a:pt x="789779" y="4362839"/>
                  </a:lnTo>
                  <a:lnTo>
                    <a:pt x="789779" y="4362408"/>
                  </a:lnTo>
                  <a:lnTo>
                    <a:pt x="789897" y="4362408"/>
                  </a:lnTo>
                  <a:lnTo>
                    <a:pt x="789897" y="4361978"/>
                  </a:lnTo>
                  <a:lnTo>
                    <a:pt x="790015" y="4361978"/>
                  </a:lnTo>
                  <a:lnTo>
                    <a:pt x="790015" y="4361547"/>
                  </a:lnTo>
                  <a:lnTo>
                    <a:pt x="790015" y="4361116"/>
                  </a:lnTo>
                  <a:lnTo>
                    <a:pt x="790015" y="4360686"/>
                  </a:lnTo>
                  <a:lnTo>
                    <a:pt x="790132" y="4360686"/>
                  </a:lnTo>
                  <a:lnTo>
                    <a:pt x="790250" y="4360686"/>
                  </a:lnTo>
                  <a:lnTo>
                    <a:pt x="790367" y="4360686"/>
                  </a:lnTo>
                  <a:lnTo>
                    <a:pt x="790367" y="4360255"/>
                  </a:lnTo>
                  <a:lnTo>
                    <a:pt x="790485" y="4360255"/>
                  </a:lnTo>
                  <a:lnTo>
                    <a:pt x="790485" y="4359825"/>
                  </a:lnTo>
                  <a:lnTo>
                    <a:pt x="790603" y="4359825"/>
                  </a:lnTo>
                  <a:lnTo>
                    <a:pt x="790720" y="4359825"/>
                  </a:lnTo>
                  <a:lnTo>
                    <a:pt x="790838" y="4359825"/>
                  </a:lnTo>
                  <a:lnTo>
                    <a:pt x="790838" y="4359394"/>
                  </a:lnTo>
                  <a:lnTo>
                    <a:pt x="790955" y="4359394"/>
                  </a:lnTo>
                  <a:lnTo>
                    <a:pt x="790955" y="4358963"/>
                  </a:lnTo>
                  <a:lnTo>
                    <a:pt x="790955" y="4358533"/>
                  </a:lnTo>
                  <a:lnTo>
                    <a:pt x="790955" y="4358102"/>
                  </a:lnTo>
                  <a:lnTo>
                    <a:pt x="791073" y="4358102"/>
                  </a:lnTo>
                  <a:lnTo>
                    <a:pt x="791073" y="4357672"/>
                  </a:lnTo>
                  <a:lnTo>
                    <a:pt x="791191" y="4357672"/>
                  </a:lnTo>
                  <a:lnTo>
                    <a:pt x="791191" y="4357241"/>
                  </a:lnTo>
                  <a:lnTo>
                    <a:pt x="791308" y="4357241"/>
                  </a:lnTo>
                  <a:lnTo>
                    <a:pt x="791308" y="4356810"/>
                  </a:lnTo>
                  <a:lnTo>
                    <a:pt x="791308" y="4356380"/>
                  </a:lnTo>
                  <a:lnTo>
                    <a:pt x="791308" y="4355949"/>
                  </a:lnTo>
                  <a:lnTo>
                    <a:pt x="791426" y="4355949"/>
                  </a:lnTo>
                  <a:lnTo>
                    <a:pt x="791544" y="4355949"/>
                  </a:lnTo>
                  <a:lnTo>
                    <a:pt x="791661" y="4355949"/>
                  </a:lnTo>
                  <a:lnTo>
                    <a:pt x="791779" y="4355949"/>
                  </a:lnTo>
                  <a:lnTo>
                    <a:pt x="791779" y="4355519"/>
                  </a:lnTo>
                  <a:lnTo>
                    <a:pt x="791896" y="4355519"/>
                  </a:lnTo>
                  <a:lnTo>
                    <a:pt x="792014" y="4355519"/>
                  </a:lnTo>
                  <a:lnTo>
                    <a:pt x="792132" y="4355519"/>
                  </a:lnTo>
                  <a:lnTo>
                    <a:pt x="792132" y="4355088"/>
                  </a:lnTo>
                  <a:lnTo>
                    <a:pt x="792132" y="4354657"/>
                  </a:lnTo>
                  <a:lnTo>
                    <a:pt x="792249" y="4354657"/>
                  </a:lnTo>
                  <a:lnTo>
                    <a:pt x="792249" y="4354227"/>
                  </a:lnTo>
                  <a:lnTo>
                    <a:pt x="792367" y="4354227"/>
                  </a:lnTo>
                  <a:lnTo>
                    <a:pt x="792367" y="4353796"/>
                  </a:lnTo>
                  <a:lnTo>
                    <a:pt x="792484" y="4353796"/>
                  </a:lnTo>
                  <a:lnTo>
                    <a:pt x="792484" y="4353366"/>
                  </a:lnTo>
                  <a:lnTo>
                    <a:pt x="792484" y="4352935"/>
                  </a:lnTo>
                  <a:lnTo>
                    <a:pt x="792602" y="4352935"/>
                  </a:lnTo>
                  <a:lnTo>
                    <a:pt x="792602" y="4352504"/>
                  </a:lnTo>
                  <a:lnTo>
                    <a:pt x="792602" y="4352074"/>
                  </a:lnTo>
                  <a:lnTo>
                    <a:pt x="792720" y="4352074"/>
                  </a:lnTo>
                  <a:lnTo>
                    <a:pt x="792837" y="4352074"/>
                  </a:lnTo>
                  <a:lnTo>
                    <a:pt x="792955" y="4352074"/>
                  </a:lnTo>
                  <a:lnTo>
                    <a:pt x="792955" y="4351643"/>
                  </a:lnTo>
                  <a:lnTo>
                    <a:pt x="793072" y="4351643"/>
                  </a:lnTo>
                  <a:lnTo>
                    <a:pt x="793190" y="4351643"/>
                  </a:lnTo>
                  <a:lnTo>
                    <a:pt x="793308" y="4351643"/>
                  </a:lnTo>
                  <a:lnTo>
                    <a:pt x="793308" y="4351213"/>
                  </a:lnTo>
                  <a:lnTo>
                    <a:pt x="793425" y="4351213"/>
                  </a:lnTo>
                  <a:lnTo>
                    <a:pt x="793425" y="4350782"/>
                  </a:lnTo>
                  <a:lnTo>
                    <a:pt x="793543" y="4350782"/>
                  </a:lnTo>
                  <a:lnTo>
                    <a:pt x="793661" y="4350782"/>
                  </a:lnTo>
                  <a:lnTo>
                    <a:pt x="793778" y="4350782"/>
                  </a:lnTo>
                  <a:lnTo>
                    <a:pt x="793896" y="4350782"/>
                  </a:lnTo>
                  <a:lnTo>
                    <a:pt x="794013" y="4350782"/>
                  </a:lnTo>
                  <a:lnTo>
                    <a:pt x="794131" y="4350782"/>
                  </a:lnTo>
                  <a:lnTo>
                    <a:pt x="794249" y="4350782"/>
                  </a:lnTo>
                  <a:lnTo>
                    <a:pt x="794366" y="4350782"/>
                  </a:lnTo>
                  <a:lnTo>
                    <a:pt x="794366" y="4350351"/>
                  </a:lnTo>
                  <a:lnTo>
                    <a:pt x="794366" y="4349921"/>
                  </a:lnTo>
                  <a:lnTo>
                    <a:pt x="794366" y="4349490"/>
                  </a:lnTo>
                  <a:lnTo>
                    <a:pt x="794484" y="4349490"/>
                  </a:lnTo>
                  <a:lnTo>
                    <a:pt x="794601" y="4349490"/>
                  </a:lnTo>
                  <a:lnTo>
                    <a:pt x="794719" y="4349490"/>
                  </a:lnTo>
                  <a:lnTo>
                    <a:pt x="794719" y="4349060"/>
                  </a:lnTo>
                  <a:lnTo>
                    <a:pt x="794837" y="4349060"/>
                  </a:lnTo>
                  <a:lnTo>
                    <a:pt x="794954" y="4349060"/>
                  </a:lnTo>
                  <a:lnTo>
                    <a:pt x="794954" y="4348629"/>
                  </a:lnTo>
                  <a:lnTo>
                    <a:pt x="795072" y="4348629"/>
                  </a:lnTo>
                  <a:lnTo>
                    <a:pt x="795190" y="4348629"/>
                  </a:lnTo>
                  <a:lnTo>
                    <a:pt x="795190" y="4348198"/>
                  </a:lnTo>
                  <a:lnTo>
                    <a:pt x="795190" y="4347768"/>
                  </a:lnTo>
                  <a:lnTo>
                    <a:pt x="795307" y="4347768"/>
                  </a:lnTo>
                  <a:lnTo>
                    <a:pt x="795425" y="4347768"/>
                  </a:lnTo>
                  <a:lnTo>
                    <a:pt x="795425" y="4347337"/>
                  </a:lnTo>
                  <a:lnTo>
                    <a:pt x="795542" y="4347337"/>
                  </a:lnTo>
                  <a:lnTo>
                    <a:pt x="795660" y="4347337"/>
                  </a:lnTo>
                  <a:lnTo>
                    <a:pt x="795778" y="4347337"/>
                  </a:lnTo>
                  <a:lnTo>
                    <a:pt x="795778" y="4346907"/>
                  </a:lnTo>
                  <a:lnTo>
                    <a:pt x="795778" y="4346476"/>
                  </a:lnTo>
                  <a:lnTo>
                    <a:pt x="795778" y="4346045"/>
                  </a:lnTo>
                  <a:lnTo>
                    <a:pt x="795895" y="4346045"/>
                  </a:lnTo>
                  <a:lnTo>
                    <a:pt x="796013" y="4346045"/>
                  </a:lnTo>
                  <a:lnTo>
                    <a:pt x="796130" y="4346045"/>
                  </a:lnTo>
                  <a:lnTo>
                    <a:pt x="796248" y="4346045"/>
                  </a:lnTo>
                  <a:lnTo>
                    <a:pt x="796366" y="4346045"/>
                  </a:lnTo>
                  <a:lnTo>
                    <a:pt x="796483" y="4346045"/>
                  </a:lnTo>
                  <a:lnTo>
                    <a:pt x="796601" y="4346045"/>
                  </a:lnTo>
                  <a:lnTo>
                    <a:pt x="796719" y="4346045"/>
                  </a:lnTo>
                  <a:lnTo>
                    <a:pt x="796719" y="4345615"/>
                  </a:lnTo>
                  <a:lnTo>
                    <a:pt x="796836" y="4345615"/>
                  </a:lnTo>
                  <a:lnTo>
                    <a:pt x="796836" y="4345184"/>
                  </a:lnTo>
                  <a:lnTo>
                    <a:pt x="796954" y="4345184"/>
                  </a:lnTo>
                  <a:lnTo>
                    <a:pt x="796954" y="4344754"/>
                  </a:lnTo>
                  <a:lnTo>
                    <a:pt x="796954" y="4344323"/>
                  </a:lnTo>
                  <a:lnTo>
                    <a:pt x="796954" y="4343892"/>
                  </a:lnTo>
                  <a:lnTo>
                    <a:pt x="797071" y="4343892"/>
                  </a:lnTo>
                  <a:lnTo>
                    <a:pt x="797189" y="4343892"/>
                  </a:lnTo>
                  <a:lnTo>
                    <a:pt x="797189" y="4343462"/>
                  </a:lnTo>
                  <a:lnTo>
                    <a:pt x="797307" y="4343462"/>
                  </a:lnTo>
                  <a:lnTo>
                    <a:pt x="797307" y="4343031"/>
                  </a:lnTo>
                  <a:lnTo>
                    <a:pt x="797307" y="4342601"/>
                  </a:lnTo>
                  <a:lnTo>
                    <a:pt x="797424" y="4342601"/>
                  </a:lnTo>
                  <a:lnTo>
                    <a:pt x="797542" y="4342601"/>
                  </a:lnTo>
                  <a:lnTo>
                    <a:pt x="797659" y="4342601"/>
                  </a:lnTo>
                  <a:lnTo>
                    <a:pt x="797777" y="4342601"/>
                  </a:lnTo>
                  <a:lnTo>
                    <a:pt x="797777" y="4342170"/>
                  </a:lnTo>
                  <a:lnTo>
                    <a:pt x="797895" y="4342170"/>
                  </a:lnTo>
                  <a:lnTo>
                    <a:pt x="798012" y="4342170"/>
                  </a:lnTo>
                  <a:lnTo>
                    <a:pt x="798130" y="4342170"/>
                  </a:lnTo>
                  <a:lnTo>
                    <a:pt x="798248" y="4342170"/>
                  </a:lnTo>
                  <a:lnTo>
                    <a:pt x="798248" y="4341739"/>
                  </a:lnTo>
                  <a:lnTo>
                    <a:pt x="798365" y="4341739"/>
                  </a:lnTo>
                  <a:lnTo>
                    <a:pt x="798483" y="4341739"/>
                  </a:lnTo>
                  <a:lnTo>
                    <a:pt x="798483" y="4341309"/>
                  </a:lnTo>
                  <a:lnTo>
                    <a:pt x="798483" y="4340878"/>
                  </a:lnTo>
                  <a:lnTo>
                    <a:pt x="798483" y="4340448"/>
                  </a:lnTo>
                  <a:lnTo>
                    <a:pt x="798600" y="4340448"/>
                  </a:lnTo>
                  <a:lnTo>
                    <a:pt x="798718" y="4340448"/>
                  </a:lnTo>
                  <a:lnTo>
                    <a:pt x="798718" y="4340017"/>
                  </a:lnTo>
                  <a:lnTo>
                    <a:pt x="798718" y="4339586"/>
                  </a:lnTo>
                  <a:lnTo>
                    <a:pt x="798836" y="4339586"/>
                  </a:lnTo>
                  <a:lnTo>
                    <a:pt x="798836" y="4339156"/>
                  </a:lnTo>
                  <a:lnTo>
                    <a:pt x="798953" y="4339156"/>
                  </a:lnTo>
                  <a:lnTo>
                    <a:pt x="798953" y="4338725"/>
                  </a:lnTo>
                  <a:lnTo>
                    <a:pt x="799071" y="4338725"/>
                  </a:lnTo>
                  <a:lnTo>
                    <a:pt x="799188" y="4338725"/>
                  </a:lnTo>
                  <a:lnTo>
                    <a:pt x="799306" y="4338725"/>
                  </a:lnTo>
                  <a:lnTo>
                    <a:pt x="799424" y="4338725"/>
                  </a:lnTo>
                  <a:lnTo>
                    <a:pt x="799424" y="4338295"/>
                  </a:lnTo>
                  <a:lnTo>
                    <a:pt x="799424" y="4337864"/>
                  </a:lnTo>
                  <a:lnTo>
                    <a:pt x="799424" y="4337433"/>
                  </a:lnTo>
                  <a:lnTo>
                    <a:pt x="799424" y="4337003"/>
                  </a:lnTo>
                  <a:lnTo>
                    <a:pt x="799424" y="4336572"/>
                  </a:lnTo>
                  <a:lnTo>
                    <a:pt x="799424" y="4336142"/>
                  </a:lnTo>
                  <a:lnTo>
                    <a:pt x="799541" y="4336142"/>
                  </a:lnTo>
                  <a:lnTo>
                    <a:pt x="799659" y="4336142"/>
                  </a:lnTo>
                  <a:lnTo>
                    <a:pt x="799777" y="4336142"/>
                  </a:lnTo>
                  <a:lnTo>
                    <a:pt x="799894" y="4336142"/>
                  </a:lnTo>
                  <a:lnTo>
                    <a:pt x="800012" y="4336142"/>
                  </a:lnTo>
                  <a:lnTo>
                    <a:pt x="800012" y="4335711"/>
                  </a:lnTo>
                  <a:lnTo>
                    <a:pt x="800129" y="4335711"/>
                  </a:lnTo>
                  <a:lnTo>
                    <a:pt x="800247" y="4335711"/>
                  </a:lnTo>
                  <a:lnTo>
                    <a:pt x="800365" y="4335711"/>
                  </a:lnTo>
                  <a:lnTo>
                    <a:pt x="800365" y="4335280"/>
                  </a:lnTo>
                  <a:lnTo>
                    <a:pt x="800482" y="4335280"/>
                  </a:lnTo>
                  <a:lnTo>
                    <a:pt x="800600" y="4335280"/>
                  </a:lnTo>
                  <a:lnTo>
                    <a:pt x="800600" y="4334850"/>
                  </a:lnTo>
                  <a:lnTo>
                    <a:pt x="800717" y="4334850"/>
                  </a:lnTo>
                  <a:lnTo>
                    <a:pt x="800835" y="4334850"/>
                  </a:lnTo>
                  <a:lnTo>
                    <a:pt x="800835" y="4334419"/>
                  </a:lnTo>
                  <a:lnTo>
                    <a:pt x="800953" y="4334419"/>
                  </a:lnTo>
                  <a:lnTo>
                    <a:pt x="801070" y="4334419"/>
                  </a:lnTo>
                  <a:lnTo>
                    <a:pt x="801188" y="4334419"/>
                  </a:lnTo>
                  <a:lnTo>
                    <a:pt x="801305" y="4334419"/>
                  </a:lnTo>
                  <a:lnTo>
                    <a:pt x="801305" y="4333989"/>
                  </a:lnTo>
                  <a:lnTo>
                    <a:pt x="801423" y="4333989"/>
                  </a:lnTo>
                  <a:lnTo>
                    <a:pt x="801423" y="4333558"/>
                  </a:lnTo>
                  <a:lnTo>
                    <a:pt x="801541" y="4333558"/>
                  </a:lnTo>
                  <a:lnTo>
                    <a:pt x="801658" y="4333558"/>
                  </a:lnTo>
                  <a:lnTo>
                    <a:pt x="801658" y="4333127"/>
                  </a:lnTo>
                  <a:lnTo>
                    <a:pt x="801776" y="4333127"/>
                  </a:lnTo>
                  <a:lnTo>
                    <a:pt x="801776" y="4332697"/>
                  </a:lnTo>
                  <a:lnTo>
                    <a:pt x="801894" y="4332697"/>
                  </a:lnTo>
                  <a:lnTo>
                    <a:pt x="801894" y="4332266"/>
                  </a:lnTo>
                  <a:lnTo>
                    <a:pt x="801894" y="4331836"/>
                  </a:lnTo>
                  <a:lnTo>
                    <a:pt x="801894" y="4331405"/>
                  </a:lnTo>
                  <a:lnTo>
                    <a:pt x="801894" y="4330974"/>
                  </a:lnTo>
                  <a:lnTo>
                    <a:pt x="802011" y="4330974"/>
                  </a:lnTo>
                  <a:lnTo>
                    <a:pt x="802011" y="4330544"/>
                  </a:lnTo>
                  <a:lnTo>
                    <a:pt x="802011" y="4330113"/>
                  </a:lnTo>
                  <a:lnTo>
                    <a:pt x="802129" y="4330113"/>
                  </a:lnTo>
                  <a:lnTo>
                    <a:pt x="802129" y="4329683"/>
                  </a:lnTo>
                  <a:lnTo>
                    <a:pt x="802246" y="4329683"/>
                  </a:lnTo>
                  <a:lnTo>
                    <a:pt x="802364" y="4329683"/>
                  </a:lnTo>
                  <a:lnTo>
                    <a:pt x="802364" y="4329252"/>
                  </a:lnTo>
                  <a:lnTo>
                    <a:pt x="802482" y="4329252"/>
                  </a:lnTo>
                  <a:lnTo>
                    <a:pt x="802482" y="4328821"/>
                  </a:lnTo>
                  <a:lnTo>
                    <a:pt x="802599" y="4328821"/>
                  </a:lnTo>
                  <a:lnTo>
                    <a:pt x="802717" y="4328821"/>
                  </a:lnTo>
                  <a:lnTo>
                    <a:pt x="802717" y="4328391"/>
                  </a:lnTo>
                  <a:lnTo>
                    <a:pt x="802834" y="4328391"/>
                  </a:lnTo>
                  <a:lnTo>
                    <a:pt x="802834" y="4327960"/>
                  </a:lnTo>
                  <a:lnTo>
                    <a:pt x="802952" y="4327960"/>
                  </a:lnTo>
                  <a:lnTo>
                    <a:pt x="802952" y="4327530"/>
                  </a:lnTo>
                  <a:lnTo>
                    <a:pt x="803070" y="4327530"/>
                  </a:lnTo>
                  <a:lnTo>
                    <a:pt x="803070" y="4327099"/>
                  </a:lnTo>
                  <a:lnTo>
                    <a:pt x="803070" y="4326668"/>
                  </a:lnTo>
                  <a:lnTo>
                    <a:pt x="803187" y="4326668"/>
                  </a:lnTo>
                  <a:lnTo>
                    <a:pt x="803305" y="4326668"/>
                  </a:lnTo>
                  <a:lnTo>
                    <a:pt x="803423" y="4326668"/>
                  </a:lnTo>
                  <a:lnTo>
                    <a:pt x="803540" y="4326668"/>
                  </a:lnTo>
                  <a:lnTo>
                    <a:pt x="803658" y="4326668"/>
                  </a:lnTo>
                  <a:lnTo>
                    <a:pt x="803658" y="4326238"/>
                  </a:lnTo>
                  <a:lnTo>
                    <a:pt x="803775" y="4326238"/>
                  </a:lnTo>
                  <a:lnTo>
                    <a:pt x="803893" y="4326238"/>
                  </a:lnTo>
                  <a:lnTo>
                    <a:pt x="803893" y="4325807"/>
                  </a:lnTo>
                  <a:lnTo>
                    <a:pt x="804011" y="4325807"/>
                  </a:lnTo>
                  <a:lnTo>
                    <a:pt x="804128" y="4325807"/>
                  </a:lnTo>
                  <a:lnTo>
                    <a:pt x="804246" y="4325807"/>
                  </a:lnTo>
                  <a:lnTo>
                    <a:pt x="804246" y="4325377"/>
                  </a:lnTo>
                  <a:lnTo>
                    <a:pt x="804363" y="4325377"/>
                  </a:lnTo>
                  <a:lnTo>
                    <a:pt x="804363" y="4324946"/>
                  </a:lnTo>
                  <a:lnTo>
                    <a:pt x="804363" y="4324515"/>
                  </a:lnTo>
                  <a:lnTo>
                    <a:pt x="804481" y="4324515"/>
                  </a:lnTo>
                  <a:lnTo>
                    <a:pt x="804599" y="4324515"/>
                  </a:lnTo>
                  <a:lnTo>
                    <a:pt x="804716" y="4324515"/>
                  </a:lnTo>
                  <a:lnTo>
                    <a:pt x="804834" y="4324515"/>
                  </a:lnTo>
                  <a:lnTo>
                    <a:pt x="804834" y="4324085"/>
                  </a:lnTo>
                  <a:lnTo>
                    <a:pt x="804952" y="4324085"/>
                  </a:lnTo>
                  <a:lnTo>
                    <a:pt x="804952" y="4323654"/>
                  </a:lnTo>
                  <a:lnTo>
                    <a:pt x="805069" y="4323654"/>
                  </a:lnTo>
                  <a:lnTo>
                    <a:pt x="805187" y="4323654"/>
                  </a:lnTo>
                  <a:lnTo>
                    <a:pt x="805187" y="4323224"/>
                  </a:lnTo>
                  <a:lnTo>
                    <a:pt x="805304" y="4323224"/>
                  </a:lnTo>
                  <a:lnTo>
                    <a:pt x="805422" y="4323224"/>
                  </a:lnTo>
                  <a:lnTo>
                    <a:pt x="805422" y="4322793"/>
                  </a:lnTo>
                  <a:lnTo>
                    <a:pt x="805540" y="4322793"/>
                  </a:lnTo>
                  <a:lnTo>
                    <a:pt x="805657" y="4322793"/>
                  </a:lnTo>
                  <a:lnTo>
                    <a:pt x="805775" y="4322793"/>
                  </a:lnTo>
                  <a:lnTo>
                    <a:pt x="805892" y="4322793"/>
                  </a:lnTo>
                  <a:lnTo>
                    <a:pt x="805892" y="4322362"/>
                  </a:lnTo>
                  <a:lnTo>
                    <a:pt x="805892" y="4321932"/>
                  </a:lnTo>
                  <a:lnTo>
                    <a:pt x="805892" y="4321501"/>
                  </a:lnTo>
                  <a:lnTo>
                    <a:pt x="805892" y="4321071"/>
                  </a:lnTo>
                  <a:lnTo>
                    <a:pt x="805892" y="4320640"/>
                  </a:lnTo>
                  <a:lnTo>
                    <a:pt x="806010" y="4320640"/>
                  </a:lnTo>
                  <a:lnTo>
                    <a:pt x="806010" y="4320209"/>
                  </a:lnTo>
                  <a:lnTo>
                    <a:pt x="806128" y="4320209"/>
                  </a:lnTo>
                  <a:lnTo>
                    <a:pt x="806245" y="4320209"/>
                  </a:lnTo>
                  <a:lnTo>
                    <a:pt x="806363" y="4320209"/>
                  </a:lnTo>
                  <a:lnTo>
                    <a:pt x="806363" y="4319779"/>
                  </a:lnTo>
                  <a:lnTo>
                    <a:pt x="806481" y="4319779"/>
                  </a:lnTo>
                  <a:lnTo>
                    <a:pt x="806481" y="4319348"/>
                  </a:lnTo>
                  <a:lnTo>
                    <a:pt x="806481" y="4318918"/>
                  </a:lnTo>
                  <a:lnTo>
                    <a:pt x="806481" y="4318487"/>
                  </a:lnTo>
                  <a:lnTo>
                    <a:pt x="806598" y="4318487"/>
                  </a:lnTo>
                  <a:lnTo>
                    <a:pt x="806716" y="4318487"/>
                  </a:lnTo>
                  <a:lnTo>
                    <a:pt x="806833" y="4318487"/>
                  </a:lnTo>
                  <a:lnTo>
                    <a:pt x="806951" y="4318487"/>
                  </a:lnTo>
                  <a:lnTo>
                    <a:pt x="806951" y="4318056"/>
                  </a:lnTo>
                  <a:lnTo>
                    <a:pt x="807069" y="4318056"/>
                  </a:lnTo>
                  <a:lnTo>
                    <a:pt x="807069" y="4317626"/>
                  </a:lnTo>
                  <a:lnTo>
                    <a:pt x="807186" y="4317626"/>
                  </a:lnTo>
                  <a:lnTo>
                    <a:pt x="807304" y="4317626"/>
                  </a:lnTo>
                  <a:lnTo>
                    <a:pt x="807304" y="4317195"/>
                  </a:lnTo>
                  <a:lnTo>
                    <a:pt x="807304" y="4316765"/>
                  </a:lnTo>
                  <a:lnTo>
                    <a:pt x="807304" y="4316334"/>
                  </a:lnTo>
                  <a:lnTo>
                    <a:pt x="807304" y="4315903"/>
                  </a:lnTo>
                  <a:lnTo>
                    <a:pt x="807421" y="4315903"/>
                  </a:lnTo>
                  <a:lnTo>
                    <a:pt x="807539" y="4315903"/>
                  </a:lnTo>
                  <a:lnTo>
                    <a:pt x="807657" y="4315903"/>
                  </a:lnTo>
                  <a:lnTo>
                    <a:pt x="807657" y="4315473"/>
                  </a:lnTo>
                  <a:lnTo>
                    <a:pt x="807774" y="4315473"/>
                  </a:lnTo>
                  <a:lnTo>
                    <a:pt x="807892" y="4315473"/>
                  </a:lnTo>
                  <a:lnTo>
                    <a:pt x="807892" y="4315042"/>
                  </a:lnTo>
                  <a:lnTo>
                    <a:pt x="808009" y="4315042"/>
                  </a:lnTo>
                  <a:lnTo>
                    <a:pt x="808127" y="4315042"/>
                  </a:lnTo>
                  <a:lnTo>
                    <a:pt x="808245" y="4315042"/>
                  </a:lnTo>
                  <a:lnTo>
                    <a:pt x="808245" y="4314612"/>
                  </a:lnTo>
                  <a:lnTo>
                    <a:pt x="808245" y="4314181"/>
                  </a:lnTo>
                  <a:lnTo>
                    <a:pt x="808245" y="4313750"/>
                  </a:lnTo>
                  <a:lnTo>
                    <a:pt x="808245" y="4313320"/>
                  </a:lnTo>
                  <a:lnTo>
                    <a:pt x="808362" y="4313320"/>
                  </a:lnTo>
                  <a:lnTo>
                    <a:pt x="808480" y="4313320"/>
                  </a:lnTo>
                  <a:lnTo>
                    <a:pt x="808480" y="4312889"/>
                  </a:lnTo>
                  <a:lnTo>
                    <a:pt x="808598" y="4312889"/>
                  </a:lnTo>
                  <a:lnTo>
                    <a:pt x="808715" y="4312889"/>
                  </a:lnTo>
                  <a:lnTo>
                    <a:pt x="808833" y="4312889"/>
                  </a:lnTo>
                  <a:lnTo>
                    <a:pt x="808833" y="4312459"/>
                  </a:lnTo>
                  <a:lnTo>
                    <a:pt x="808950" y="4312459"/>
                  </a:lnTo>
                  <a:lnTo>
                    <a:pt x="808950" y="4312028"/>
                  </a:lnTo>
                  <a:lnTo>
                    <a:pt x="809068" y="4312028"/>
                  </a:lnTo>
                  <a:lnTo>
                    <a:pt x="809068" y="4311597"/>
                  </a:lnTo>
                  <a:lnTo>
                    <a:pt x="809068" y="4311167"/>
                  </a:lnTo>
                  <a:lnTo>
                    <a:pt x="809068" y="4310736"/>
                  </a:lnTo>
                  <a:lnTo>
                    <a:pt x="809068" y="4310306"/>
                  </a:lnTo>
                  <a:lnTo>
                    <a:pt x="809186" y="4310306"/>
                  </a:lnTo>
                  <a:lnTo>
                    <a:pt x="809303" y="4310306"/>
                  </a:lnTo>
                  <a:lnTo>
                    <a:pt x="809421" y="4310306"/>
                  </a:lnTo>
                  <a:lnTo>
                    <a:pt x="809421" y="4309875"/>
                  </a:lnTo>
                  <a:lnTo>
                    <a:pt x="809538" y="4309875"/>
                  </a:lnTo>
                  <a:lnTo>
                    <a:pt x="809656" y="4309875"/>
                  </a:lnTo>
                  <a:lnTo>
                    <a:pt x="809774" y="4309875"/>
                  </a:lnTo>
                  <a:lnTo>
                    <a:pt x="809774" y="4309444"/>
                  </a:lnTo>
                  <a:lnTo>
                    <a:pt x="809891" y="4309444"/>
                  </a:lnTo>
                  <a:lnTo>
                    <a:pt x="810009" y="4309444"/>
                  </a:lnTo>
                  <a:lnTo>
                    <a:pt x="810009" y="4309014"/>
                  </a:lnTo>
                  <a:lnTo>
                    <a:pt x="810127" y="4309014"/>
                  </a:lnTo>
                  <a:lnTo>
                    <a:pt x="810244" y="4309014"/>
                  </a:lnTo>
                  <a:lnTo>
                    <a:pt x="810362" y="4309014"/>
                  </a:lnTo>
                  <a:lnTo>
                    <a:pt x="810479" y="4309014"/>
                  </a:lnTo>
                  <a:lnTo>
                    <a:pt x="810479" y="4308583"/>
                  </a:lnTo>
                  <a:lnTo>
                    <a:pt x="810479" y="4308153"/>
                  </a:lnTo>
                  <a:lnTo>
                    <a:pt x="810597" y="4308153"/>
                  </a:lnTo>
                  <a:lnTo>
                    <a:pt x="810715" y="4308153"/>
                  </a:lnTo>
                  <a:lnTo>
                    <a:pt x="810832" y="4308153"/>
                  </a:lnTo>
                  <a:lnTo>
                    <a:pt x="810950" y="4308153"/>
                  </a:lnTo>
                  <a:lnTo>
                    <a:pt x="810950" y="4307722"/>
                  </a:lnTo>
                  <a:lnTo>
                    <a:pt x="811067" y="4307722"/>
                  </a:lnTo>
                  <a:lnTo>
                    <a:pt x="811067" y="4307291"/>
                  </a:lnTo>
                  <a:lnTo>
                    <a:pt x="811185" y="4307291"/>
                  </a:lnTo>
                  <a:lnTo>
                    <a:pt x="811185" y="4306861"/>
                  </a:lnTo>
                  <a:lnTo>
                    <a:pt x="811185" y="4306430"/>
                  </a:lnTo>
                  <a:lnTo>
                    <a:pt x="811185" y="4306000"/>
                  </a:lnTo>
                  <a:lnTo>
                    <a:pt x="811185" y="4305569"/>
                  </a:lnTo>
                  <a:lnTo>
                    <a:pt x="811303" y="4305569"/>
                  </a:lnTo>
                  <a:lnTo>
                    <a:pt x="811420" y="4305569"/>
                  </a:lnTo>
                  <a:lnTo>
                    <a:pt x="811420" y="4305138"/>
                  </a:lnTo>
                  <a:lnTo>
                    <a:pt x="811538" y="4305138"/>
                  </a:lnTo>
                  <a:lnTo>
                    <a:pt x="811656" y="4305138"/>
                  </a:lnTo>
                  <a:lnTo>
                    <a:pt x="811656" y="4304708"/>
                  </a:lnTo>
                  <a:lnTo>
                    <a:pt x="811773" y="4304708"/>
                  </a:lnTo>
                  <a:lnTo>
                    <a:pt x="811891" y="4304708"/>
                  </a:lnTo>
                  <a:lnTo>
                    <a:pt x="812008" y="4304708"/>
                  </a:lnTo>
                  <a:lnTo>
                    <a:pt x="812008" y="4304277"/>
                  </a:lnTo>
                  <a:lnTo>
                    <a:pt x="812126" y="4304277"/>
                  </a:lnTo>
                  <a:lnTo>
                    <a:pt x="812244" y="4304277"/>
                  </a:lnTo>
                  <a:lnTo>
                    <a:pt x="812244" y="4303847"/>
                  </a:lnTo>
                  <a:lnTo>
                    <a:pt x="812244" y="4303416"/>
                  </a:lnTo>
                  <a:lnTo>
                    <a:pt x="812244" y="4302985"/>
                  </a:lnTo>
                  <a:lnTo>
                    <a:pt x="812361" y="4302985"/>
                  </a:lnTo>
                  <a:lnTo>
                    <a:pt x="812479" y="4302985"/>
                  </a:lnTo>
                  <a:lnTo>
                    <a:pt x="812479" y="4302555"/>
                  </a:lnTo>
                  <a:lnTo>
                    <a:pt x="812479" y="4302124"/>
                  </a:lnTo>
                  <a:lnTo>
                    <a:pt x="812479" y="4301694"/>
                  </a:lnTo>
                  <a:lnTo>
                    <a:pt x="812596" y="4301694"/>
                  </a:lnTo>
                  <a:lnTo>
                    <a:pt x="812596" y="4301263"/>
                  </a:lnTo>
                  <a:lnTo>
                    <a:pt x="812714" y="4301263"/>
                  </a:lnTo>
                  <a:lnTo>
                    <a:pt x="812832" y="4301263"/>
                  </a:lnTo>
                  <a:lnTo>
                    <a:pt x="812949" y="4301263"/>
                  </a:lnTo>
                  <a:lnTo>
                    <a:pt x="813067" y="4301263"/>
                  </a:lnTo>
                  <a:lnTo>
                    <a:pt x="813067" y="4300832"/>
                  </a:lnTo>
                  <a:lnTo>
                    <a:pt x="813185" y="4300832"/>
                  </a:lnTo>
                  <a:lnTo>
                    <a:pt x="813185" y="4300402"/>
                  </a:lnTo>
                  <a:lnTo>
                    <a:pt x="813302" y="4300402"/>
                  </a:lnTo>
                  <a:lnTo>
                    <a:pt x="813420" y="4300402"/>
                  </a:lnTo>
                  <a:lnTo>
                    <a:pt x="813420" y="4299971"/>
                  </a:lnTo>
                  <a:lnTo>
                    <a:pt x="813537" y="4299971"/>
                  </a:lnTo>
                  <a:lnTo>
                    <a:pt x="813537" y="4299541"/>
                  </a:lnTo>
                  <a:lnTo>
                    <a:pt x="813655" y="4299541"/>
                  </a:lnTo>
                  <a:lnTo>
                    <a:pt x="813773" y="4299541"/>
                  </a:lnTo>
                  <a:lnTo>
                    <a:pt x="813890" y="4299541"/>
                  </a:lnTo>
                  <a:lnTo>
                    <a:pt x="813890" y="4299110"/>
                  </a:lnTo>
                  <a:lnTo>
                    <a:pt x="813890" y="4298679"/>
                  </a:lnTo>
                  <a:lnTo>
                    <a:pt x="814008" y="4298679"/>
                  </a:lnTo>
                  <a:lnTo>
                    <a:pt x="814008" y="4298249"/>
                  </a:lnTo>
                  <a:lnTo>
                    <a:pt x="814125" y="4298249"/>
                  </a:lnTo>
                  <a:lnTo>
                    <a:pt x="814125" y="4297818"/>
                  </a:lnTo>
                  <a:lnTo>
                    <a:pt x="814243" y="4297818"/>
                  </a:lnTo>
                  <a:lnTo>
                    <a:pt x="814243" y="4297388"/>
                  </a:lnTo>
                  <a:lnTo>
                    <a:pt x="814243" y="4296957"/>
                  </a:lnTo>
                  <a:lnTo>
                    <a:pt x="814243" y="4296526"/>
                  </a:lnTo>
                  <a:lnTo>
                    <a:pt x="814361" y="4296526"/>
                  </a:lnTo>
                  <a:lnTo>
                    <a:pt x="814478" y="4296526"/>
                  </a:lnTo>
                  <a:lnTo>
                    <a:pt x="814596" y="4296526"/>
                  </a:lnTo>
                  <a:lnTo>
                    <a:pt x="814714" y="4296526"/>
                  </a:lnTo>
                  <a:lnTo>
                    <a:pt x="814714" y="4296096"/>
                  </a:lnTo>
                  <a:lnTo>
                    <a:pt x="814831" y="4296096"/>
                  </a:lnTo>
                  <a:lnTo>
                    <a:pt x="814831" y="4295665"/>
                  </a:lnTo>
                  <a:lnTo>
                    <a:pt x="814949" y="4295665"/>
                  </a:lnTo>
                  <a:lnTo>
                    <a:pt x="814949" y="4295235"/>
                  </a:lnTo>
                  <a:lnTo>
                    <a:pt x="814949" y="4294804"/>
                  </a:lnTo>
                  <a:lnTo>
                    <a:pt x="815066" y="4294804"/>
                  </a:lnTo>
                  <a:lnTo>
                    <a:pt x="815066" y="4294373"/>
                  </a:lnTo>
                  <a:lnTo>
                    <a:pt x="815066" y="4293943"/>
                  </a:lnTo>
                  <a:lnTo>
                    <a:pt x="815066" y="4293512"/>
                  </a:lnTo>
                  <a:lnTo>
                    <a:pt x="815184" y="4293512"/>
                  </a:lnTo>
                  <a:lnTo>
                    <a:pt x="815184" y="4293082"/>
                  </a:lnTo>
                  <a:lnTo>
                    <a:pt x="815184" y="4292651"/>
                  </a:lnTo>
                  <a:lnTo>
                    <a:pt x="815302" y="4292651"/>
                  </a:lnTo>
                  <a:lnTo>
                    <a:pt x="815302" y="4292220"/>
                  </a:lnTo>
                  <a:lnTo>
                    <a:pt x="815419" y="4292220"/>
                  </a:lnTo>
                  <a:lnTo>
                    <a:pt x="815537" y="4292220"/>
                  </a:lnTo>
                  <a:lnTo>
                    <a:pt x="815654" y="4292220"/>
                  </a:lnTo>
                  <a:lnTo>
                    <a:pt x="815772" y="4292220"/>
                  </a:lnTo>
                  <a:lnTo>
                    <a:pt x="815772" y="4291790"/>
                  </a:lnTo>
                  <a:lnTo>
                    <a:pt x="815772" y="4291359"/>
                  </a:lnTo>
                  <a:lnTo>
                    <a:pt x="815772" y="4290929"/>
                  </a:lnTo>
                  <a:lnTo>
                    <a:pt x="815890" y="4290929"/>
                  </a:lnTo>
                  <a:lnTo>
                    <a:pt x="815890" y="4290498"/>
                  </a:lnTo>
                  <a:lnTo>
                    <a:pt x="816007" y="4290498"/>
                  </a:lnTo>
                  <a:lnTo>
                    <a:pt x="816125" y="4290498"/>
                  </a:lnTo>
                  <a:lnTo>
                    <a:pt x="816125" y="4290067"/>
                  </a:lnTo>
                  <a:lnTo>
                    <a:pt x="816125" y="4289637"/>
                  </a:lnTo>
                  <a:lnTo>
                    <a:pt x="816125" y="4289206"/>
                  </a:lnTo>
                  <a:lnTo>
                    <a:pt x="816242" y="4289206"/>
                  </a:lnTo>
                  <a:lnTo>
                    <a:pt x="816360" y="4289206"/>
                  </a:lnTo>
                  <a:lnTo>
                    <a:pt x="816478" y="4289206"/>
                  </a:lnTo>
                  <a:lnTo>
                    <a:pt x="816595" y="4289206"/>
                  </a:lnTo>
                  <a:lnTo>
                    <a:pt x="816595" y="4288776"/>
                  </a:lnTo>
                  <a:lnTo>
                    <a:pt x="816713" y="4288776"/>
                  </a:lnTo>
                  <a:lnTo>
                    <a:pt x="816831" y="4288776"/>
                  </a:lnTo>
                  <a:lnTo>
                    <a:pt x="816831" y="4288345"/>
                  </a:lnTo>
                  <a:lnTo>
                    <a:pt x="816948" y="4288345"/>
                  </a:lnTo>
                  <a:lnTo>
                    <a:pt x="816948" y="4287914"/>
                  </a:lnTo>
                  <a:lnTo>
                    <a:pt x="817066" y="4287914"/>
                  </a:lnTo>
                  <a:lnTo>
                    <a:pt x="817183" y="4287914"/>
                  </a:lnTo>
                  <a:lnTo>
                    <a:pt x="817183" y="4287484"/>
                  </a:lnTo>
                  <a:lnTo>
                    <a:pt x="817183" y="4287053"/>
                  </a:lnTo>
                  <a:lnTo>
                    <a:pt x="817183" y="4286623"/>
                  </a:lnTo>
                  <a:lnTo>
                    <a:pt x="817301" y="4286623"/>
                  </a:lnTo>
                  <a:lnTo>
                    <a:pt x="817419" y="4286623"/>
                  </a:lnTo>
                  <a:lnTo>
                    <a:pt x="817536" y="4286623"/>
                  </a:lnTo>
                  <a:lnTo>
                    <a:pt x="817654" y="4286623"/>
                  </a:lnTo>
                  <a:lnTo>
                    <a:pt x="817771" y="4286623"/>
                  </a:lnTo>
                  <a:lnTo>
                    <a:pt x="817889" y="4286623"/>
                  </a:lnTo>
                  <a:lnTo>
                    <a:pt x="818007" y="4286623"/>
                  </a:lnTo>
                  <a:lnTo>
                    <a:pt x="818007" y="4286192"/>
                  </a:lnTo>
                  <a:lnTo>
                    <a:pt x="818007" y="4285761"/>
                  </a:lnTo>
                  <a:lnTo>
                    <a:pt x="818124" y="4285761"/>
                  </a:lnTo>
                  <a:lnTo>
                    <a:pt x="818242" y="4285761"/>
                  </a:lnTo>
                  <a:lnTo>
                    <a:pt x="818360" y="4285761"/>
                  </a:lnTo>
                  <a:lnTo>
                    <a:pt x="818477" y="4285761"/>
                  </a:lnTo>
                  <a:lnTo>
                    <a:pt x="818595" y="4285761"/>
                  </a:lnTo>
                  <a:lnTo>
                    <a:pt x="818712" y="4285761"/>
                  </a:lnTo>
                  <a:lnTo>
                    <a:pt x="818830" y="4285761"/>
                  </a:lnTo>
                  <a:lnTo>
                    <a:pt x="818948" y="4285761"/>
                  </a:lnTo>
                  <a:lnTo>
                    <a:pt x="819065" y="4285761"/>
                  </a:lnTo>
                  <a:lnTo>
                    <a:pt x="819065" y="4285331"/>
                  </a:lnTo>
                  <a:lnTo>
                    <a:pt x="819183" y="4285331"/>
                  </a:lnTo>
                  <a:lnTo>
                    <a:pt x="819183" y="4284900"/>
                  </a:lnTo>
                  <a:lnTo>
                    <a:pt x="819300" y="4284900"/>
                  </a:lnTo>
                  <a:lnTo>
                    <a:pt x="819418" y="4284900"/>
                  </a:lnTo>
                  <a:lnTo>
                    <a:pt x="819536" y="4284900"/>
                  </a:lnTo>
                  <a:lnTo>
                    <a:pt x="819653" y="4284900"/>
                  </a:lnTo>
                  <a:lnTo>
                    <a:pt x="819771" y="4284900"/>
                  </a:lnTo>
                  <a:lnTo>
                    <a:pt x="819889" y="4284900"/>
                  </a:lnTo>
                  <a:lnTo>
                    <a:pt x="820006" y="4284900"/>
                  </a:lnTo>
                  <a:lnTo>
                    <a:pt x="820124" y="4284900"/>
                  </a:lnTo>
                  <a:lnTo>
                    <a:pt x="820124" y="4284470"/>
                  </a:lnTo>
                  <a:lnTo>
                    <a:pt x="820124" y="4284039"/>
                  </a:lnTo>
                  <a:lnTo>
                    <a:pt x="820241" y="4284039"/>
                  </a:lnTo>
                  <a:lnTo>
                    <a:pt x="820359" y="4284039"/>
                  </a:lnTo>
                  <a:lnTo>
                    <a:pt x="820477" y="4284039"/>
                  </a:lnTo>
                  <a:lnTo>
                    <a:pt x="820477" y="4283608"/>
                  </a:lnTo>
                  <a:lnTo>
                    <a:pt x="820477" y="4283178"/>
                  </a:lnTo>
                  <a:lnTo>
                    <a:pt x="820594" y="4283178"/>
                  </a:lnTo>
                  <a:lnTo>
                    <a:pt x="820594" y="4282747"/>
                  </a:lnTo>
                  <a:lnTo>
                    <a:pt x="820712" y="4282747"/>
                  </a:lnTo>
                  <a:lnTo>
                    <a:pt x="820829" y="4282747"/>
                  </a:lnTo>
                  <a:lnTo>
                    <a:pt x="820947" y="4282747"/>
                  </a:lnTo>
                  <a:lnTo>
                    <a:pt x="821065" y="4282747"/>
                  </a:lnTo>
                  <a:lnTo>
                    <a:pt x="821182" y="4282747"/>
                  </a:lnTo>
                  <a:lnTo>
                    <a:pt x="821300" y="4282747"/>
                  </a:lnTo>
                  <a:lnTo>
                    <a:pt x="821418" y="4282747"/>
                  </a:lnTo>
                  <a:lnTo>
                    <a:pt x="821418" y="4282317"/>
                  </a:lnTo>
                  <a:lnTo>
                    <a:pt x="821418" y="4281886"/>
                  </a:lnTo>
                  <a:lnTo>
                    <a:pt x="821418" y="4281455"/>
                  </a:lnTo>
                  <a:lnTo>
                    <a:pt x="821535" y="4281455"/>
                  </a:lnTo>
                  <a:lnTo>
                    <a:pt x="821653" y="4281455"/>
                  </a:lnTo>
                  <a:lnTo>
                    <a:pt x="821770" y="4281455"/>
                  </a:lnTo>
                  <a:lnTo>
                    <a:pt x="821888" y="4281455"/>
                  </a:lnTo>
                  <a:lnTo>
                    <a:pt x="822006" y="4281455"/>
                  </a:lnTo>
                  <a:lnTo>
                    <a:pt x="822123" y="4281455"/>
                  </a:lnTo>
                  <a:lnTo>
                    <a:pt x="822123" y="4281025"/>
                  </a:lnTo>
                  <a:lnTo>
                    <a:pt x="822241" y="4281025"/>
                  </a:lnTo>
                  <a:lnTo>
                    <a:pt x="822358" y="4281025"/>
                  </a:lnTo>
                  <a:lnTo>
                    <a:pt x="822358" y="4280594"/>
                  </a:lnTo>
                  <a:lnTo>
                    <a:pt x="822476" y="4280594"/>
                  </a:lnTo>
                  <a:lnTo>
                    <a:pt x="822476" y="4280164"/>
                  </a:lnTo>
                  <a:lnTo>
                    <a:pt x="822594" y="4280164"/>
                  </a:lnTo>
                  <a:lnTo>
                    <a:pt x="822594" y="4279733"/>
                  </a:lnTo>
                  <a:lnTo>
                    <a:pt x="822711" y="4279733"/>
                  </a:lnTo>
                  <a:lnTo>
                    <a:pt x="822711" y="4279302"/>
                  </a:lnTo>
                  <a:lnTo>
                    <a:pt x="822829" y="4279302"/>
                  </a:lnTo>
                  <a:lnTo>
                    <a:pt x="822947" y="4279302"/>
                  </a:lnTo>
                  <a:lnTo>
                    <a:pt x="823064" y="4279302"/>
                  </a:lnTo>
                  <a:lnTo>
                    <a:pt x="823182" y="4279302"/>
                  </a:lnTo>
                  <a:lnTo>
                    <a:pt x="823299" y="4279302"/>
                  </a:lnTo>
                  <a:lnTo>
                    <a:pt x="823417" y="4279302"/>
                  </a:lnTo>
                  <a:lnTo>
                    <a:pt x="823535" y="4279302"/>
                  </a:lnTo>
                  <a:lnTo>
                    <a:pt x="823652" y="4279302"/>
                  </a:lnTo>
                  <a:lnTo>
                    <a:pt x="823770" y="4279302"/>
                  </a:lnTo>
                  <a:lnTo>
                    <a:pt x="823770" y="4278872"/>
                  </a:lnTo>
                  <a:lnTo>
                    <a:pt x="823887" y="4278872"/>
                  </a:lnTo>
                  <a:lnTo>
                    <a:pt x="824005" y="4278872"/>
                  </a:lnTo>
                  <a:lnTo>
                    <a:pt x="824005" y="4278441"/>
                  </a:lnTo>
                  <a:lnTo>
                    <a:pt x="824123" y="4278441"/>
                  </a:lnTo>
                  <a:lnTo>
                    <a:pt x="824240" y="4278441"/>
                  </a:lnTo>
                  <a:lnTo>
                    <a:pt x="824240" y="4278011"/>
                  </a:lnTo>
                  <a:lnTo>
                    <a:pt x="824358" y="4278011"/>
                  </a:lnTo>
                  <a:lnTo>
                    <a:pt x="824475" y="4278011"/>
                  </a:lnTo>
                  <a:lnTo>
                    <a:pt x="824475" y="4277580"/>
                  </a:lnTo>
                  <a:lnTo>
                    <a:pt x="824593" y="4277580"/>
                  </a:lnTo>
                  <a:lnTo>
                    <a:pt x="824593" y="4277149"/>
                  </a:lnTo>
                  <a:lnTo>
                    <a:pt x="824711" y="4277149"/>
                  </a:lnTo>
                  <a:lnTo>
                    <a:pt x="824711" y="4276719"/>
                  </a:lnTo>
                  <a:lnTo>
                    <a:pt x="824711" y="4276288"/>
                  </a:lnTo>
                  <a:lnTo>
                    <a:pt x="824711" y="4275858"/>
                  </a:lnTo>
                  <a:lnTo>
                    <a:pt x="824711" y="4275427"/>
                  </a:lnTo>
                  <a:lnTo>
                    <a:pt x="824828" y="4275427"/>
                  </a:lnTo>
                  <a:lnTo>
                    <a:pt x="824946" y="4275427"/>
                  </a:lnTo>
                  <a:lnTo>
                    <a:pt x="825064" y="4275427"/>
                  </a:lnTo>
                  <a:lnTo>
                    <a:pt x="825064" y="4274996"/>
                  </a:lnTo>
                  <a:lnTo>
                    <a:pt x="825181" y="4274996"/>
                  </a:lnTo>
                  <a:lnTo>
                    <a:pt x="825299" y="4274996"/>
                  </a:lnTo>
                  <a:lnTo>
                    <a:pt x="825416" y="4274996"/>
                  </a:lnTo>
                  <a:lnTo>
                    <a:pt x="825534" y="4274996"/>
                  </a:lnTo>
                  <a:lnTo>
                    <a:pt x="825652" y="4274996"/>
                  </a:lnTo>
                  <a:lnTo>
                    <a:pt x="825652" y="4274566"/>
                  </a:lnTo>
                  <a:lnTo>
                    <a:pt x="825769" y="4274566"/>
                  </a:lnTo>
                  <a:lnTo>
                    <a:pt x="825887" y="4274566"/>
                  </a:lnTo>
                  <a:lnTo>
                    <a:pt x="826004" y="4274566"/>
                  </a:lnTo>
                  <a:lnTo>
                    <a:pt x="826004" y="4274135"/>
                  </a:lnTo>
                  <a:lnTo>
                    <a:pt x="826004" y="4273705"/>
                  </a:lnTo>
                  <a:lnTo>
                    <a:pt x="826004" y="4273274"/>
                  </a:lnTo>
                  <a:lnTo>
                    <a:pt x="826004" y="4272843"/>
                  </a:lnTo>
                  <a:lnTo>
                    <a:pt x="826004" y="4272413"/>
                  </a:lnTo>
                  <a:lnTo>
                    <a:pt x="826004" y="4271982"/>
                  </a:lnTo>
                  <a:lnTo>
                    <a:pt x="826004" y="4271552"/>
                  </a:lnTo>
                  <a:lnTo>
                    <a:pt x="826122" y="4271552"/>
                  </a:lnTo>
                  <a:lnTo>
                    <a:pt x="826240" y="4271552"/>
                  </a:lnTo>
                  <a:lnTo>
                    <a:pt x="826240" y="4271121"/>
                  </a:lnTo>
                  <a:lnTo>
                    <a:pt x="826357" y="4271121"/>
                  </a:lnTo>
                  <a:lnTo>
                    <a:pt x="826475" y="4271121"/>
                  </a:lnTo>
                  <a:lnTo>
                    <a:pt x="826593" y="4271121"/>
                  </a:lnTo>
                  <a:lnTo>
                    <a:pt x="826593" y="4270690"/>
                  </a:lnTo>
                  <a:lnTo>
                    <a:pt x="826593" y="4270260"/>
                  </a:lnTo>
                  <a:lnTo>
                    <a:pt x="826710" y="4270260"/>
                  </a:lnTo>
                  <a:lnTo>
                    <a:pt x="826828" y="4270260"/>
                  </a:lnTo>
                  <a:lnTo>
                    <a:pt x="826945" y="4270260"/>
                  </a:lnTo>
                  <a:lnTo>
                    <a:pt x="826945" y="4269829"/>
                  </a:lnTo>
                  <a:lnTo>
                    <a:pt x="826945" y="4269399"/>
                  </a:lnTo>
                  <a:lnTo>
                    <a:pt x="827063" y="4269399"/>
                  </a:lnTo>
                  <a:lnTo>
                    <a:pt x="827063" y="4268968"/>
                  </a:lnTo>
                  <a:lnTo>
                    <a:pt x="827063" y="4268537"/>
                  </a:lnTo>
                  <a:lnTo>
                    <a:pt x="827181" y="4268537"/>
                  </a:lnTo>
                  <a:lnTo>
                    <a:pt x="827298" y="4268537"/>
                  </a:lnTo>
                  <a:lnTo>
                    <a:pt x="827416" y="4268537"/>
                  </a:lnTo>
                  <a:lnTo>
                    <a:pt x="827416" y="4268107"/>
                  </a:lnTo>
                  <a:lnTo>
                    <a:pt x="827533" y="4268107"/>
                  </a:lnTo>
                  <a:lnTo>
                    <a:pt x="827651" y="4268107"/>
                  </a:lnTo>
                  <a:lnTo>
                    <a:pt x="827769" y="4268107"/>
                  </a:lnTo>
                  <a:lnTo>
                    <a:pt x="827769" y="4267676"/>
                  </a:lnTo>
                  <a:lnTo>
                    <a:pt x="827769" y="4267246"/>
                  </a:lnTo>
                  <a:lnTo>
                    <a:pt x="827886" y="4267246"/>
                  </a:lnTo>
                  <a:lnTo>
                    <a:pt x="827886" y="4266815"/>
                  </a:lnTo>
                  <a:lnTo>
                    <a:pt x="827886" y="4266384"/>
                  </a:lnTo>
                  <a:lnTo>
                    <a:pt x="827886" y="4265954"/>
                  </a:lnTo>
                  <a:lnTo>
                    <a:pt x="828004" y="4265954"/>
                  </a:lnTo>
                  <a:lnTo>
                    <a:pt x="828122" y="4265954"/>
                  </a:lnTo>
                  <a:lnTo>
                    <a:pt x="828239" y="4265954"/>
                  </a:lnTo>
                  <a:lnTo>
                    <a:pt x="828357" y="4265954"/>
                  </a:lnTo>
                  <a:lnTo>
                    <a:pt x="828474" y="4265954"/>
                  </a:lnTo>
                  <a:lnTo>
                    <a:pt x="828592" y="4265954"/>
                  </a:lnTo>
                  <a:lnTo>
                    <a:pt x="828592" y="4265523"/>
                  </a:lnTo>
                  <a:lnTo>
                    <a:pt x="828592" y="4265093"/>
                  </a:lnTo>
                  <a:lnTo>
                    <a:pt x="828592" y="4264662"/>
                  </a:lnTo>
                  <a:lnTo>
                    <a:pt x="828710" y="4264662"/>
                  </a:lnTo>
                  <a:lnTo>
                    <a:pt x="828827" y="4264662"/>
                  </a:lnTo>
                  <a:lnTo>
                    <a:pt x="828945" y="4264662"/>
                  </a:lnTo>
                  <a:lnTo>
                    <a:pt x="829062" y="4264662"/>
                  </a:lnTo>
                  <a:lnTo>
                    <a:pt x="829062" y="4264231"/>
                  </a:lnTo>
                  <a:lnTo>
                    <a:pt x="829180" y="4264231"/>
                  </a:lnTo>
                  <a:lnTo>
                    <a:pt x="829298" y="4264231"/>
                  </a:lnTo>
                  <a:lnTo>
                    <a:pt x="829415" y="4264231"/>
                  </a:lnTo>
                  <a:lnTo>
                    <a:pt x="829533" y="4264231"/>
                  </a:lnTo>
                  <a:lnTo>
                    <a:pt x="829651" y="4264231"/>
                  </a:lnTo>
                  <a:lnTo>
                    <a:pt x="829768" y="4264231"/>
                  </a:lnTo>
                  <a:lnTo>
                    <a:pt x="829768" y="4263801"/>
                  </a:lnTo>
                  <a:lnTo>
                    <a:pt x="829886" y="4263801"/>
                  </a:lnTo>
                  <a:lnTo>
                    <a:pt x="830003" y="4263801"/>
                  </a:lnTo>
                  <a:lnTo>
                    <a:pt x="830121" y="4263801"/>
                  </a:lnTo>
                  <a:lnTo>
                    <a:pt x="830121" y="4263370"/>
                  </a:lnTo>
                  <a:lnTo>
                    <a:pt x="830121" y="4262940"/>
                  </a:lnTo>
                  <a:lnTo>
                    <a:pt x="830121" y="4262509"/>
                  </a:lnTo>
                  <a:lnTo>
                    <a:pt x="830121" y="4262078"/>
                  </a:lnTo>
                  <a:lnTo>
                    <a:pt x="830121" y="4261648"/>
                  </a:lnTo>
                  <a:lnTo>
                    <a:pt x="830121" y="4261217"/>
                  </a:lnTo>
                  <a:lnTo>
                    <a:pt x="830239" y="4261217"/>
                  </a:lnTo>
                  <a:lnTo>
                    <a:pt x="830239" y="4260787"/>
                  </a:lnTo>
                  <a:lnTo>
                    <a:pt x="830356" y="4260787"/>
                  </a:lnTo>
                  <a:lnTo>
                    <a:pt x="830474" y="4260787"/>
                  </a:lnTo>
                  <a:lnTo>
                    <a:pt x="830591" y="4260787"/>
                  </a:lnTo>
                  <a:lnTo>
                    <a:pt x="830709" y="4260787"/>
                  </a:lnTo>
                  <a:lnTo>
                    <a:pt x="830827" y="4260787"/>
                  </a:lnTo>
                  <a:lnTo>
                    <a:pt x="830827" y="4260356"/>
                  </a:lnTo>
                  <a:lnTo>
                    <a:pt x="830827" y="4259925"/>
                  </a:lnTo>
                  <a:lnTo>
                    <a:pt x="830944" y="4259925"/>
                  </a:lnTo>
                  <a:lnTo>
                    <a:pt x="831062" y="4259925"/>
                  </a:lnTo>
                  <a:lnTo>
                    <a:pt x="831180" y="4259925"/>
                  </a:lnTo>
                  <a:lnTo>
                    <a:pt x="831297" y="4259925"/>
                  </a:lnTo>
                  <a:lnTo>
                    <a:pt x="831415" y="4259925"/>
                  </a:lnTo>
                  <a:lnTo>
                    <a:pt x="831415" y="4259495"/>
                  </a:lnTo>
                  <a:lnTo>
                    <a:pt x="831415" y="4259064"/>
                  </a:lnTo>
                  <a:lnTo>
                    <a:pt x="831532" y="4259064"/>
                  </a:lnTo>
                  <a:lnTo>
                    <a:pt x="831650" y="4259064"/>
                  </a:lnTo>
                  <a:lnTo>
                    <a:pt x="831650" y="4258634"/>
                  </a:lnTo>
                  <a:lnTo>
                    <a:pt x="831650" y="4258203"/>
                  </a:lnTo>
                  <a:lnTo>
                    <a:pt x="831650" y="4257772"/>
                  </a:lnTo>
                  <a:lnTo>
                    <a:pt x="831768" y="4257772"/>
                  </a:lnTo>
                  <a:lnTo>
                    <a:pt x="831885" y="4257772"/>
                  </a:lnTo>
                  <a:lnTo>
                    <a:pt x="832003" y="4257772"/>
                  </a:lnTo>
                  <a:lnTo>
                    <a:pt x="832120" y="4257772"/>
                  </a:lnTo>
                  <a:lnTo>
                    <a:pt x="832238" y="4257772"/>
                  </a:lnTo>
                  <a:lnTo>
                    <a:pt x="832356" y="4257772"/>
                  </a:lnTo>
                  <a:lnTo>
                    <a:pt x="832356" y="4257342"/>
                  </a:lnTo>
                  <a:lnTo>
                    <a:pt x="832473" y="4257342"/>
                  </a:lnTo>
                  <a:lnTo>
                    <a:pt x="832473" y="4256911"/>
                  </a:lnTo>
                  <a:lnTo>
                    <a:pt x="832591" y="4256911"/>
                  </a:lnTo>
                  <a:lnTo>
                    <a:pt x="832591" y="4256481"/>
                  </a:lnTo>
                  <a:lnTo>
                    <a:pt x="832708" y="4256481"/>
                  </a:lnTo>
                  <a:lnTo>
                    <a:pt x="832708" y="4256050"/>
                  </a:lnTo>
                  <a:lnTo>
                    <a:pt x="832708" y="4255619"/>
                  </a:lnTo>
                  <a:lnTo>
                    <a:pt x="832826" y="4255619"/>
                  </a:lnTo>
                  <a:lnTo>
                    <a:pt x="832826" y="4255189"/>
                  </a:lnTo>
                  <a:lnTo>
                    <a:pt x="832944" y="4255189"/>
                  </a:lnTo>
                  <a:lnTo>
                    <a:pt x="833061" y="4255189"/>
                  </a:lnTo>
                  <a:lnTo>
                    <a:pt x="833061" y="4254758"/>
                  </a:lnTo>
                  <a:lnTo>
                    <a:pt x="833179" y="4254758"/>
                  </a:lnTo>
                  <a:lnTo>
                    <a:pt x="833297" y="4254758"/>
                  </a:lnTo>
                  <a:lnTo>
                    <a:pt x="833414" y="4254758"/>
                  </a:lnTo>
                  <a:lnTo>
                    <a:pt x="833532" y="4254758"/>
                  </a:lnTo>
                  <a:lnTo>
                    <a:pt x="833649" y="4254758"/>
                  </a:lnTo>
                  <a:lnTo>
                    <a:pt x="833767" y="4254758"/>
                  </a:lnTo>
                  <a:lnTo>
                    <a:pt x="833885" y="4254758"/>
                  </a:lnTo>
                  <a:lnTo>
                    <a:pt x="834002" y="4254758"/>
                  </a:lnTo>
                  <a:lnTo>
                    <a:pt x="834120" y="4254758"/>
                  </a:lnTo>
                  <a:lnTo>
                    <a:pt x="834120" y="4254328"/>
                  </a:lnTo>
                  <a:lnTo>
                    <a:pt x="834237" y="4254328"/>
                  </a:lnTo>
                  <a:lnTo>
                    <a:pt x="834355" y="4254328"/>
                  </a:lnTo>
                  <a:lnTo>
                    <a:pt x="834473" y="4254328"/>
                  </a:lnTo>
                  <a:lnTo>
                    <a:pt x="834590" y="4254328"/>
                  </a:lnTo>
                  <a:lnTo>
                    <a:pt x="834708" y="4254328"/>
                  </a:lnTo>
                  <a:lnTo>
                    <a:pt x="834826" y="4254328"/>
                  </a:lnTo>
                  <a:lnTo>
                    <a:pt x="834943" y="4254328"/>
                  </a:lnTo>
                  <a:lnTo>
                    <a:pt x="834943" y="4253897"/>
                  </a:lnTo>
                  <a:lnTo>
                    <a:pt x="835061" y="4253897"/>
                  </a:lnTo>
                  <a:lnTo>
                    <a:pt x="835178" y="4253897"/>
                  </a:lnTo>
                  <a:lnTo>
                    <a:pt x="835178" y="4253466"/>
                  </a:lnTo>
                  <a:lnTo>
                    <a:pt x="835178" y="4253036"/>
                  </a:lnTo>
                  <a:lnTo>
                    <a:pt x="835178" y="4252605"/>
                  </a:lnTo>
                  <a:lnTo>
                    <a:pt x="835178" y="4252175"/>
                  </a:lnTo>
                  <a:lnTo>
                    <a:pt x="835178" y="4251744"/>
                  </a:lnTo>
                  <a:lnTo>
                    <a:pt x="835178" y="4251313"/>
                  </a:lnTo>
                  <a:lnTo>
                    <a:pt x="835296" y="4251313"/>
                  </a:lnTo>
                  <a:lnTo>
                    <a:pt x="835414" y="4251313"/>
                  </a:lnTo>
                  <a:lnTo>
                    <a:pt x="835531" y="4251313"/>
                  </a:lnTo>
                  <a:lnTo>
                    <a:pt x="835649" y="4251313"/>
                  </a:lnTo>
                  <a:lnTo>
                    <a:pt x="835649" y="4250883"/>
                  </a:lnTo>
                  <a:lnTo>
                    <a:pt x="835766" y="4250883"/>
                  </a:lnTo>
                  <a:lnTo>
                    <a:pt x="835884" y="4250883"/>
                  </a:lnTo>
                  <a:lnTo>
                    <a:pt x="836002" y="4250883"/>
                  </a:lnTo>
                  <a:lnTo>
                    <a:pt x="836119" y="4250883"/>
                  </a:lnTo>
                  <a:lnTo>
                    <a:pt x="836237" y="4250883"/>
                  </a:lnTo>
                  <a:lnTo>
                    <a:pt x="836237" y="4250452"/>
                  </a:lnTo>
                  <a:lnTo>
                    <a:pt x="836355" y="4250452"/>
                  </a:lnTo>
                  <a:lnTo>
                    <a:pt x="836355" y="4250022"/>
                  </a:lnTo>
                  <a:lnTo>
                    <a:pt x="836472" y="4250022"/>
                  </a:lnTo>
                  <a:lnTo>
                    <a:pt x="836590" y="4250022"/>
                  </a:lnTo>
                  <a:lnTo>
                    <a:pt x="836707" y="4250022"/>
                  </a:lnTo>
                  <a:lnTo>
                    <a:pt x="836825" y="4250022"/>
                  </a:lnTo>
                  <a:lnTo>
                    <a:pt x="836943" y="4250022"/>
                  </a:lnTo>
                  <a:lnTo>
                    <a:pt x="836943" y="4249591"/>
                  </a:lnTo>
                  <a:lnTo>
                    <a:pt x="836943" y="4249160"/>
                  </a:lnTo>
                  <a:lnTo>
                    <a:pt x="837060" y="4249160"/>
                  </a:lnTo>
                  <a:lnTo>
                    <a:pt x="837178" y="4249160"/>
                  </a:lnTo>
                  <a:lnTo>
                    <a:pt x="837178" y="4248730"/>
                  </a:lnTo>
                  <a:lnTo>
                    <a:pt x="837295" y="4248730"/>
                  </a:lnTo>
                  <a:lnTo>
                    <a:pt x="837295" y="4248299"/>
                  </a:lnTo>
                  <a:lnTo>
                    <a:pt x="837413" y="4248299"/>
                  </a:lnTo>
                  <a:lnTo>
                    <a:pt x="837413" y="4247869"/>
                  </a:lnTo>
                  <a:lnTo>
                    <a:pt x="837413" y="4247438"/>
                  </a:lnTo>
                  <a:lnTo>
                    <a:pt x="837531" y="4247438"/>
                  </a:lnTo>
                  <a:lnTo>
                    <a:pt x="837531" y="4247007"/>
                  </a:lnTo>
                  <a:lnTo>
                    <a:pt x="837531" y="4246577"/>
                  </a:lnTo>
                  <a:lnTo>
                    <a:pt x="837648" y="4246577"/>
                  </a:lnTo>
                  <a:lnTo>
                    <a:pt x="837766" y="4246577"/>
                  </a:lnTo>
                  <a:lnTo>
                    <a:pt x="837766" y="4246146"/>
                  </a:lnTo>
                  <a:lnTo>
                    <a:pt x="837766" y="4245716"/>
                  </a:lnTo>
                  <a:lnTo>
                    <a:pt x="837766" y="4245285"/>
                  </a:lnTo>
                  <a:lnTo>
                    <a:pt x="837884" y="4245285"/>
                  </a:lnTo>
                  <a:lnTo>
                    <a:pt x="838001" y="4245285"/>
                  </a:lnTo>
                  <a:lnTo>
                    <a:pt x="838001" y="4244854"/>
                  </a:lnTo>
                  <a:lnTo>
                    <a:pt x="838119" y="4244854"/>
                  </a:lnTo>
                  <a:lnTo>
                    <a:pt x="838236" y="4244854"/>
                  </a:lnTo>
                  <a:lnTo>
                    <a:pt x="838354" y="4244854"/>
                  </a:lnTo>
                  <a:lnTo>
                    <a:pt x="838472" y="4244854"/>
                  </a:lnTo>
                  <a:lnTo>
                    <a:pt x="838472" y="4244424"/>
                  </a:lnTo>
                  <a:lnTo>
                    <a:pt x="838589" y="4244424"/>
                  </a:lnTo>
                  <a:lnTo>
                    <a:pt x="838707" y="4244424"/>
                  </a:lnTo>
                  <a:lnTo>
                    <a:pt x="838707" y="4243993"/>
                  </a:lnTo>
                  <a:lnTo>
                    <a:pt x="838707" y="4243563"/>
                  </a:lnTo>
                  <a:lnTo>
                    <a:pt x="838707" y="4243132"/>
                  </a:lnTo>
                  <a:lnTo>
                    <a:pt x="838824" y="4243132"/>
                  </a:lnTo>
                  <a:lnTo>
                    <a:pt x="838942" y="4243132"/>
                  </a:lnTo>
                  <a:lnTo>
                    <a:pt x="839060" y="4243132"/>
                  </a:lnTo>
                  <a:lnTo>
                    <a:pt x="839060" y="4242701"/>
                  </a:lnTo>
                  <a:lnTo>
                    <a:pt x="839060" y="4242271"/>
                  </a:lnTo>
                  <a:lnTo>
                    <a:pt x="839177" y="4242271"/>
                  </a:lnTo>
                  <a:lnTo>
                    <a:pt x="839177" y="4241840"/>
                  </a:lnTo>
                  <a:lnTo>
                    <a:pt x="839177" y="4241410"/>
                  </a:lnTo>
                  <a:lnTo>
                    <a:pt x="839295" y="4241410"/>
                  </a:lnTo>
                  <a:lnTo>
                    <a:pt x="839413" y="4241410"/>
                  </a:lnTo>
                  <a:lnTo>
                    <a:pt x="839530" y="4241410"/>
                  </a:lnTo>
                  <a:lnTo>
                    <a:pt x="839530" y="4240979"/>
                  </a:lnTo>
                  <a:lnTo>
                    <a:pt x="839648" y="4240979"/>
                  </a:lnTo>
                  <a:lnTo>
                    <a:pt x="839648" y="4240548"/>
                  </a:lnTo>
                  <a:lnTo>
                    <a:pt x="839765" y="4240548"/>
                  </a:lnTo>
                  <a:lnTo>
                    <a:pt x="839765" y="4240118"/>
                  </a:lnTo>
                  <a:lnTo>
                    <a:pt x="839883" y="4240118"/>
                  </a:lnTo>
                  <a:lnTo>
                    <a:pt x="840001" y="4240118"/>
                  </a:lnTo>
                  <a:lnTo>
                    <a:pt x="840118" y="4240118"/>
                  </a:lnTo>
                  <a:lnTo>
                    <a:pt x="840236" y="4240118"/>
                  </a:lnTo>
                  <a:lnTo>
                    <a:pt x="840236" y="4239687"/>
                  </a:lnTo>
                  <a:lnTo>
                    <a:pt x="840236" y="4239257"/>
                  </a:lnTo>
                  <a:lnTo>
                    <a:pt x="840353" y="4239257"/>
                  </a:lnTo>
                  <a:lnTo>
                    <a:pt x="840353" y="4238826"/>
                  </a:lnTo>
                  <a:lnTo>
                    <a:pt x="840471" y="4238826"/>
                  </a:lnTo>
                  <a:lnTo>
                    <a:pt x="840589" y="4238826"/>
                  </a:lnTo>
                  <a:lnTo>
                    <a:pt x="840706" y="4238826"/>
                  </a:lnTo>
                  <a:lnTo>
                    <a:pt x="840824" y="4238826"/>
                  </a:lnTo>
                  <a:lnTo>
                    <a:pt x="840941" y="4238826"/>
                  </a:lnTo>
                  <a:lnTo>
                    <a:pt x="840941" y="4238395"/>
                  </a:lnTo>
                  <a:lnTo>
                    <a:pt x="840941" y="4237965"/>
                  </a:lnTo>
                  <a:lnTo>
                    <a:pt x="841059" y="4237965"/>
                  </a:lnTo>
                  <a:lnTo>
                    <a:pt x="841177" y="4237965"/>
                  </a:lnTo>
                  <a:lnTo>
                    <a:pt x="841177" y="4237534"/>
                  </a:lnTo>
                  <a:lnTo>
                    <a:pt x="841294" y="4237534"/>
                  </a:lnTo>
                  <a:lnTo>
                    <a:pt x="841294" y="4237104"/>
                  </a:lnTo>
                  <a:lnTo>
                    <a:pt x="841412" y="4237104"/>
                  </a:lnTo>
                  <a:lnTo>
                    <a:pt x="841412" y="4236673"/>
                  </a:lnTo>
                  <a:lnTo>
                    <a:pt x="841530" y="4236673"/>
                  </a:lnTo>
                  <a:lnTo>
                    <a:pt x="841647" y="4236673"/>
                  </a:lnTo>
                  <a:lnTo>
                    <a:pt x="841765" y="4236673"/>
                  </a:lnTo>
                  <a:lnTo>
                    <a:pt x="841765" y="4236242"/>
                  </a:lnTo>
                  <a:lnTo>
                    <a:pt x="841882" y="4236242"/>
                  </a:lnTo>
                  <a:lnTo>
                    <a:pt x="842000" y="4236242"/>
                  </a:lnTo>
                  <a:lnTo>
                    <a:pt x="842118" y="4236242"/>
                  </a:lnTo>
                  <a:lnTo>
                    <a:pt x="842235" y="4236242"/>
                  </a:lnTo>
                  <a:lnTo>
                    <a:pt x="842353" y="4236242"/>
                  </a:lnTo>
                  <a:lnTo>
                    <a:pt x="842353" y="4235812"/>
                  </a:lnTo>
                  <a:lnTo>
                    <a:pt x="842353" y="4235381"/>
                  </a:lnTo>
                  <a:lnTo>
                    <a:pt x="842353" y="4234951"/>
                  </a:lnTo>
                  <a:lnTo>
                    <a:pt x="842470" y="4234951"/>
                  </a:lnTo>
                  <a:lnTo>
                    <a:pt x="842588" y="4234951"/>
                  </a:lnTo>
                  <a:lnTo>
                    <a:pt x="842588" y="4234520"/>
                  </a:lnTo>
                  <a:lnTo>
                    <a:pt x="842706" y="4234520"/>
                  </a:lnTo>
                  <a:lnTo>
                    <a:pt x="842706" y="4234089"/>
                  </a:lnTo>
                  <a:lnTo>
                    <a:pt x="842823" y="4234089"/>
                  </a:lnTo>
                  <a:lnTo>
                    <a:pt x="842941" y="4234089"/>
                  </a:lnTo>
                  <a:lnTo>
                    <a:pt x="842941" y="4233659"/>
                  </a:lnTo>
                  <a:lnTo>
                    <a:pt x="843059" y="4233659"/>
                  </a:lnTo>
                  <a:lnTo>
                    <a:pt x="843059" y="4233228"/>
                  </a:lnTo>
                  <a:lnTo>
                    <a:pt x="843176" y="4233228"/>
                  </a:lnTo>
                  <a:lnTo>
                    <a:pt x="843176" y="4232798"/>
                  </a:lnTo>
                  <a:lnTo>
                    <a:pt x="843176" y="4232367"/>
                  </a:lnTo>
                  <a:lnTo>
                    <a:pt x="843294" y="4232367"/>
                  </a:lnTo>
                  <a:lnTo>
                    <a:pt x="843294" y="4231936"/>
                  </a:lnTo>
                  <a:lnTo>
                    <a:pt x="843294" y="4231506"/>
                  </a:lnTo>
                  <a:lnTo>
                    <a:pt x="843411" y="4231506"/>
                  </a:lnTo>
                  <a:lnTo>
                    <a:pt x="843411" y="4231075"/>
                  </a:lnTo>
                  <a:lnTo>
                    <a:pt x="843529" y="4231075"/>
                  </a:lnTo>
                  <a:lnTo>
                    <a:pt x="843529" y="4230645"/>
                  </a:lnTo>
                  <a:lnTo>
                    <a:pt x="843529" y="4230214"/>
                  </a:lnTo>
                  <a:lnTo>
                    <a:pt x="843529" y="4229783"/>
                  </a:lnTo>
                  <a:lnTo>
                    <a:pt x="843529" y="4229353"/>
                  </a:lnTo>
                  <a:lnTo>
                    <a:pt x="843529" y="4228922"/>
                  </a:lnTo>
                  <a:lnTo>
                    <a:pt x="843529" y="4228492"/>
                  </a:lnTo>
                  <a:lnTo>
                    <a:pt x="843529" y="4228061"/>
                  </a:lnTo>
                  <a:lnTo>
                    <a:pt x="843647" y="4228061"/>
                  </a:lnTo>
                  <a:lnTo>
                    <a:pt x="843647" y="4227630"/>
                  </a:lnTo>
                  <a:lnTo>
                    <a:pt x="843764" y="4227630"/>
                  </a:lnTo>
                  <a:lnTo>
                    <a:pt x="843882" y="4227630"/>
                  </a:lnTo>
                  <a:lnTo>
                    <a:pt x="843999" y="4227630"/>
                  </a:lnTo>
                  <a:lnTo>
                    <a:pt x="844117" y="4227630"/>
                  </a:lnTo>
                  <a:lnTo>
                    <a:pt x="844117" y="4227200"/>
                  </a:lnTo>
                  <a:lnTo>
                    <a:pt x="844235" y="4227200"/>
                  </a:lnTo>
                  <a:lnTo>
                    <a:pt x="844352" y="4227200"/>
                  </a:lnTo>
                  <a:lnTo>
                    <a:pt x="844470" y="4227200"/>
                  </a:lnTo>
                  <a:lnTo>
                    <a:pt x="844588" y="4227200"/>
                  </a:lnTo>
                  <a:lnTo>
                    <a:pt x="844705" y="4227200"/>
                  </a:lnTo>
                  <a:lnTo>
                    <a:pt x="844823" y="4227200"/>
                  </a:lnTo>
                  <a:lnTo>
                    <a:pt x="844823" y="4226769"/>
                  </a:lnTo>
                  <a:lnTo>
                    <a:pt x="844940" y="4226769"/>
                  </a:lnTo>
                  <a:lnTo>
                    <a:pt x="845058" y="4226769"/>
                  </a:lnTo>
                  <a:lnTo>
                    <a:pt x="845176" y="4226769"/>
                  </a:lnTo>
                  <a:lnTo>
                    <a:pt x="845176" y="4226339"/>
                  </a:lnTo>
                  <a:lnTo>
                    <a:pt x="845176" y="4225908"/>
                  </a:lnTo>
                  <a:lnTo>
                    <a:pt x="845293" y="4225908"/>
                  </a:lnTo>
                  <a:lnTo>
                    <a:pt x="845293" y="4225477"/>
                  </a:lnTo>
                  <a:lnTo>
                    <a:pt x="845411" y="4225477"/>
                  </a:lnTo>
                  <a:lnTo>
                    <a:pt x="845411" y="4225047"/>
                  </a:lnTo>
                  <a:lnTo>
                    <a:pt x="845411" y="4224616"/>
                  </a:lnTo>
                  <a:lnTo>
                    <a:pt x="845411" y="4224186"/>
                  </a:lnTo>
                  <a:lnTo>
                    <a:pt x="845411" y="4223755"/>
                  </a:lnTo>
                  <a:lnTo>
                    <a:pt x="845528" y="4223755"/>
                  </a:lnTo>
                  <a:lnTo>
                    <a:pt x="845528" y="4223324"/>
                  </a:lnTo>
                  <a:lnTo>
                    <a:pt x="845646" y="4223324"/>
                  </a:lnTo>
                  <a:lnTo>
                    <a:pt x="845764" y="4223324"/>
                  </a:lnTo>
                  <a:lnTo>
                    <a:pt x="845764" y="4222894"/>
                  </a:lnTo>
                  <a:lnTo>
                    <a:pt x="845881" y="4222894"/>
                  </a:lnTo>
                  <a:lnTo>
                    <a:pt x="845999" y="4222894"/>
                  </a:lnTo>
                  <a:lnTo>
                    <a:pt x="845999" y="4222463"/>
                  </a:lnTo>
                  <a:lnTo>
                    <a:pt x="845999" y="4222033"/>
                  </a:lnTo>
                  <a:lnTo>
                    <a:pt x="845999" y="4221602"/>
                  </a:lnTo>
                  <a:lnTo>
                    <a:pt x="845999" y="4221171"/>
                  </a:lnTo>
                  <a:lnTo>
                    <a:pt x="845999" y="4220741"/>
                  </a:lnTo>
                  <a:lnTo>
                    <a:pt x="845999" y="4220310"/>
                  </a:lnTo>
                  <a:lnTo>
                    <a:pt x="846117" y="4220310"/>
                  </a:lnTo>
                  <a:lnTo>
                    <a:pt x="846234" y="4220310"/>
                  </a:lnTo>
                  <a:lnTo>
                    <a:pt x="846352" y="4220310"/>
                  </a:lnTo>
                  <a:lnTo>
                    <a:pt x="846469" y="4220310"/>
                  </a:lnTo>
                  <a:lnTo>
                    <a:pt x="846469" y="4219880"/>
                  </a:lnTo>
                  <a:lnTo>
                    <a:pt x="846587" y="4219880"/>
                  </a:lnTo>
                  <a:lnTo>
                    <a:pt x="846705" y="4219880"/>
                  </a:lnTo>
                  <a:lnTo>
                    <a:pt x="846822" y="4219880"/>
                  </a:lnTo>
                  <a:lnTo>
                    <a:pt x="846822" y="4219449"/>
                  </a:lnTo>
                  <a:lnTo>
                    <a:pt x="846822" y="4219018"/>
                  </a:lnTo>
                  <a:lnTo>
                    <a:pt x="846822" y="4218588"/>
                  </a:lnTo>
                  <a:lnTo>
                    <a:pt x="846940" y="4218588"/>
                  </a:lnTo>
                  <a:lnTo>
                    <a:pt x="846940" y="4218157"/>
                  </a:lnTo>
                  <a:lnTo>
                    <a:pt x="847057" y="4218157"/>
                  </a:lnTo>
                  <a:lnTo>
                    <a:pt x="847175" y="4218157"/>
                  </a:lnTo>
                  <a:lnTo>
                    <a:pt x="847175" y="4217727"/>
                  </a:lnTo>
                  <a:lnTo>
                    <a:pt x="847175" y="4217296"/>
                  </a:lnTo>
                  <a:lnTo>
                    <a:pt x="847293" y="4217296"/>
                  </a:lnTo>
                  <a:lnTo>
                    <a:pt x="847293" y="4216865"/>
                  </a:lnTo>
                  <a:lnTo>
                    <a:pt x="847293" y="4216435"/>
                  </a:lnTo>
                  <a:lnTo>
                    <a:pt x="847410" y="4216435"/>
                  </a:lnTo>
                  <a:lnTo>
                    <a:pt x="847410" y="4216004"/>
                  </a:lnTo>
                  <a:lnTo>
                    <a:pt x="847528" y="4216004"/>
                  </a:lnTo>
                  <a:lnTo>
                    <a:pt x="847528" y="4215574"/>
                  </a:lnTo>
                  <a:lnTo>
                    <a:pt x="847646" y="4215574"/>
                  </a:lnTo>
                  <a:lnTo>
                    <a:pt x="847646" y="4215143"/>
                  </a:lnTo>
                  <a:lnTo>
                    <a:pt x="847646" y="4214712"/>
                  </a:lnTo>
                  <a:lnTo>
                    <a:pt x="847646" y="4214282"/>
                  </a:lnTo>
                  <a:lnTo>
                    <a:pt x="847646" y="4213851"/>
                  </a:lnTo>
                  <a:lnTo>
                    <a:pt x="847763" y="4213851"/>
                  </a:lnTo>
                  <a:lnTo>
                    <a:pt x="847763" y="4213421"/>
                  </a:lnTo>
                  <a:lnTo>
                    <a:pt x="847763" y="4212990"/>
                  </a:lnTo>
                  <a:lnTo>
                    <a:pt x="847763" y="4212559"/>
                  </a:lnTo>
                  <a:lnTo>
                    <a:pt x="847881" y="4212559"/>
                  </a:lnTo>
                  <a:lnTo>
                    <a:pt x="847881" y="4212129"/>
                  </a:lnTo>
                  <a:lnTo>
                    <a:pt x="847998" y="4212129"/>
                  </a:lnTo>
                  <a:lnTo>
                    <a:pt x="847998" y="4211698"/>
                  </a:lnTo>
                  <a:lnTo>
                    <a:pt x="848116" y="4211698"/>
                  </a:lnTo>
                  <a:lnTo>
                    <a:pt x="848234" y="4211698"/>
                  </a:lnTo>
                  <a:lnTo>
                    <a:pt x="848234" y="4211268"/>
                  </a:lnTo>
                  <a:lnTo>
                    <a:pt x="848351" y="4211268"/>
                  </a:lnTo>
                  <a:lnTo>
                    <a:pt x="848469" y="4211268"/>
                  </a:lnTo>
                  <a:lnTo>
                    <a:pt x="848469" y="4210837"/>
                  </a:lnTo>
                  <a:lnTo>
                    <a:pt x="848586" y="4210837"/>
                  </a:lnTo>
                  <a:lnTo>
                    <a:pt x="848704" y="4210837"/>
                  </a:lnTo>
                  <a:lnTo>
                    <a:pt x="848822" y="4210837"/>
                  </a:lnTo>
                  <a:lnTo>
                    <a:pt x="848822" y="4210406"/>
                  </a:lnTo>
                  <a:lnTo>
                    <a:pt x="848822" y="4209976"/>
                  </a:lnTo>
                  <a:lnTo>
                    <a:pt x="848939" y="4209976"/>
                  </a:lnTo>
                  <a:lnTo>
                    <a:pt x="849057" y="4209976"/>
                  </a:lnTo>
                  <a:lnTo>
                    <a:pt x="849174" y="4209976"/>
                  </a:lnTo>
                  <a:lnTo>
                    <a:pt x="849292" y="4209976"/>
                  </a:lnTo>
                  <a:lnTo>
                    <a:pt x="849410" y="4209976"/>
                  </a:lnTo>
                  <a:lnTo>
                    <a:pt x="849527" y="4209976"/>
                  </a:lnTo>
                  <a:lnTo>
                    <a:pt x="849645" y="4209976"/>
                  </a:lnTo>
                  <a:lnTo>
                    <a:pt x="849763" y="4209976"/>
                  </a:lnTo>
                  <a:lnTo>
                    <a:pt x="849880" y="4209976"/>
                  </a:lnTo>
                  <a:lnTo>
                    <a:pt x="849880" y="4209545"/>
                  </a:lnTo>
                  <a:lnTo>
                    <a:pt x="849998" y="4209545"/>
                  </a:lnTo>
                  <a:lnTo>
                    <a:pt x="850115" y="4209545"/>
                  </a:lnTo>
                  <a:lnTo>
                    <a:pt x="850233" y="4209545"/>
                  </a:lnTo>
                  <a:lnTo>
                    <a:pt x="850351" y="4209545"/>
                  </a:lnTo>
                  <a:lnTo>
                    <a:pt x="850468" y="4209545"/>
                  </a:lnTo>
                  <a:lnTo>
                    <a:pt x="850586" y="4209545"/>
                  </a:lnTo>
                  <a:lnTo>
                    <a:pt x="850703" y="4209545"/>
                  </a:lnTo>
                  <a:lnTo>
                    <a:pt x="850703" y="4209115"/>
                  </a:lnTo>
                  <a:lnTo>
                    <a:pt x="850821" y="4209115"/>
                  </a:lnTo>
                  <a:lnTo>
                    <a:pt x="850939" y="4209115"/>
                  </a:lnTo>
                  <a:lnTo>
                    <a:pt x="850939" y="4208684"/>
                  </a:lnTo>
                  <a:lnTo>
                    <a:pt x="850939" y="4208253"/>
                  </a:lnTo>
                  <a:lnTo>
                    <a:pt x="851056" y="4208253"/>
                  </a:lnTo>
                  <a:lnTo>
                    <a:pt x="851056" y="4207823"/>
                  </a:lnTo>
                  <a:lnTo>
                    <a:pt x="851174" y="4207823"/>
                  </a:lnTo>
                  <a:lnTo>
                    <a:pt x="851292" y="4207823"/>
                  </a:lnTo>
                  <a:lnTo>
                    <a:pt x="851292" y="4207392"/>
                  </a:lnTo>
                  <a:lnTo>
                    <a:pt x="851409" y="4207392"/>
                  </a:lnTo>
                  <a:lnTo>
                    <a:pt x="851409" y="4206962"/>
                  </a:lnTo>
                  <a:lnTo>
                    <a:pt x="851527" y="4206962"/>
                  </a:lnTo>
                  <a:lnTo>
                    <a:pt x="851527" y="4206531"/>
                  </a:lnTo>
                  <a:lnTo>
                    <a:pt x="851644" y="4206531"/>
                  </a:lnTo>
                  <a:lnTo>
                    <a:pt x="851644" y="4206100"/>
                  </a:lnTo>
                  <a:lnTo>
                    <a:pt x="851644" y="4205670"/>
                  </a:lnTo>
                  <a:lnTo>
                    <a:pt x="851762" y="4205670"/>
                  </a:lnTo>
                  <a:lnTo>
                    <a:pt x="851880" y="4205670"/>
                  </a:lnTo>
                  <a:lnTo>
                    <a:pt x="851997" y="4205670"/>
                  </a:lnTo>
                  <a:lnTo>
                    <a:pt x="852115" y="4205670"/>
                  </a:lnTo>
                  <a:lnTo>
                    <a:pt x="852232" y="4205670"/>
                  </a:lnTo>
                  <a:lnTo>
                    <a:pt x="852350" y="4205670"/>
                  </a:lnTo>
                  <a:lnTo>
                    <a:pt x="852468" y="4205670"/>
                  </a:lnTo>
                  <a:lnTo>
                    <a:pt x="852468" y="4205239"/>
                  </a:lnTo>
                  <a:lnTo>
                    <a:pt x="852468" y="4204809"/>
                  </a:lnTo>
                  <a:lnTo>
                    <a:pt x="852585" y="4204809"/>
                  </a:lnTo>
                  <a:lnTo>
                    <a:pt x="852585" y="4204378"/>
                  </a:lnTo>
                  <a:lnTo>
                    <a:pt x="852585" y="4203947"/>
                  </a:lnTo>
                  <a:lnTo>
                    <a:pt x="852585" y="4203517"/>
                  </a:lnTo>
                  <a:lnTo>
                    <a:pt x="852703" y="4203517"/>
                  </a:lnTo>
                  <a:lnTo>
                    <a:pt x="852821" y="4203517"/>
                  </a:lnTo>
                  <a:lnTo>
                    <a:pt x="852821" y="4203086"/>
                  </a:lnTo>
                  <a:lnTo>
                    <a:pt x="852938" y="4203086"/>
                  </a:lnTo>
                  <a:lnTo>
                    <a:pt x="853056" y="4203086"/>
                  </a:lnTo>
                  <a:lnTo>
                    <a:pt x="853173" y="4203086"/>
                  </a:lnTo>
                  <a:lnTo>
                    <a:pt x="853173" y="4202656"/>
                  </a:lnTo>
                  <a:lnTo>
                    <a:pt x="853173" y="4202225"/>
                  </a:lnTo>
                  <a:lnTo>
                    <a:pt x="853173" y="4201794"/>
                  </a:lnTo>
                  <a:lnTo>
                    <a:pt x="853291" y="4201794"/>
                  </a:lnTo>
                  <a:lnTo>
                    <a:pt x="853291" y="4201364"/>
                  </a:lnTo>
                  <a:lnTo>
                    <a:pt x="853409" y="4201364"/>
                  </a:lnTo>
                  <a:lnTo>
                    <a:pt x="853526" y="4201364"/>
                  </a:lnTo>
                  <a:lnTo>
                    <a:pt x="853526" y="4200933"/>
                  </a:lnTo>
                  <a:lnTo>
                    <a:pt x="853644" y="4200933"/>
                  </a:lnTo>
                  <a:lnTo>
                    <a:pt x="853644" y="4200503"/>
                  </a:lnTo>
                  <a:lnTo>
                    <a:pt x="853644" y="4200072"/>
                  </a:lnTo>
                  <a:lnTo>
                    <a:pt x="853761" y="4200072"/>
                  </a:lnTo>
                  <a:lnTo>
                    <a:pt x="853761" y="4199641"/>
                  </a:lnTo>
                  <a:lnTo>
                    <a:pt x="853879" y="4199641"/>
                  </a:lnTo>
                  <a:lnTo>
                    <a:pt x="853997" y="4199641"/>
                  </a:lnTo>
                  <a:lnTo>
                    <a:pt x="853997" y="4199211"/>
                  </a:lnTo>
                  <a:lnTo>
                    <a:pt x="854114" y="4199211"/>
                  </a:lnTo>
                  <a:lnTo>
                    <a:pt x="854114" y="4198780"/>
                  </a:lnTo>
                  <a:lnTo>
                    <a:pt x="854232" y="4198780"/>
                  </a:lnTo>
                  <a:lnTo>
                    <a:pt x="854232" y="4198350"/>
                  </a:lnTo>
                  <a:lnTo>
                    <a:pt x="854350" y="4198350"/>
                  </a:lnTo>
                  <a:lnTo>
                    <a:pt x="854350" y="4197919"/>
                  </a:lnTo>
                  <a:lnTo>
                    <a:pt x="854350" y="4197488"/>
                  </a:lnTo>
                  <a:lnTo>
                    <a:pt x="854467" y="4197488"/>
                  </a:lnTo>
                  <a:lnTo>
                    <a:pt x="854585" y="4197488"/>
                  </a:lnTo>
                  <a:lnTo>
                    <a:pt x="854702" y="4197488"/>
                  </a:lnTo>
                  <a:lnTo>
                    <a:pt x="854820" y="4197488"/>
                  </a:lnTo>
                  <a:lnTo>
                    <a:pt x="854938" y="4197488"/>
                  </a:lnTo>
                  <a:lnTo>
                    <a:pt x="855055" y="4197488"/>
                  </a:lnTo>
                  <a:lnTo>
                    <a:pt x="855055" y="4197058"/>
                  </a:lnTo>
                  <a:lnTo>
                    <a:pt x="855173" y="4197058"/>
                  </a:lnTo>
                  <a:lnTo>
                    <a:pt x="855290" y="4197058"/>
                  </a:lnTo>
                  <a:lnTo>
                    <a:pt x="855408" y="4197058"/>
                  </a:lnTo>
                  <a:lnTo>
                    <a:pt x="855526" y="4197058"/>
                  </a:lnTo>
                  <a:lnTo>
                    <a:pt x="855643" y="4197058"/>
                  </a:lnTo>
                  <a:lnTo>
                    <a:pt x="855643" y="4196627"/>
                  </a:lnTo>
                  <a:lnTo>
                    <a:pt x="855761" y="4196627"/>
                  </a:lnTo>
                  <a:lnTo>
                    <a:pt x="855761" y="4196197"/>
                  </a:lnTo>
                  <a:lnTo>
                    <a:pt x="855879" y="4196197"/>
                  </a:lnTo>
                  <a:lnTo>
                    <a:pt x="855879" y="4195766"/>
                  </a:lnTo>
                  <a:lnTo>
                    <a:pt x="855879" y="4195335"/>
                  </a:lnTo>
                  <a:lnTo>
                    <a:pt x="855879" y="4194905"/>
                  </a:lnTo>
                  <a:lnTo>
                    <a:pt x="855996" y="4194905"/>
                  </a:lnTo>
                  <a:lnTo>
                    <a:pt x="855996" y="4194474"/>
                  </a:lnTo>
                  <a:lnTo>
                    <a:pt x="856114" y="4194474"/>
                  </a:lnTo>
                  <a:lnTo>
                    <a:pt x="856114" y="4194044"/>
                  </a:lnTo>
                  <a:lnTo>
                    <a:pt x="856231" y="4194044"/>
                  </a:lnTo>
                  <a:lnTo>
                    <a:pt x="856349" y="4194044"/>
                  </a:lnTo>
                  <a:lnTo>
                    <a:pt x="856467" y="4194044"/>
                  </a:lnTo>
                  <a:lnTo>
                    <a:pt x="856584" y="4194044"/>
                  </a:lnTo>
                  <a:lnTo>
                    <a:pt x="856702" y="4194044"/>
                  </a:lnTo>
                  <a:lnTo>
                    <a:pt x="856702" y="4193613"/>
                  </a:lnTo>
                  <a:lnTo>
                    <a:pt x="856702" y="4193182"/>
                  </a:lnTo>
                  <a:lnTo>
                    <a:pt x="856702" y="4192752"/>
                  </a:lnTo>
                  <a:lnTo>
                    <a:pt x="856702" y="4192321"/>
                  </a:lnTo>
                  <a:lnTo>
                    <a:pt x="856819" y="4192321"/>
                  </a:lnTo>
                  <a:lnTo>
                    <a:pt x="856937" y="4192321"/>
                  </a:lnTo>
                  <a:lnTo>
                    <a:pt x="857055" y="4192321"/>
                  </a:lnTo>
                  <a:lnTo>
                    <a:pt x="857172" y="4192321"/>
                  </a:lnTo>
                  <a:lnTo>
                    <a:pt x="857172" y="4191891"/>
                  </a:lnTo>
                  <a:lnTo>
                    <a:pt x="857290" y="4191891"/>
                  </a:lnTo>
                  <a:lnTo>
                    <a:pt x="857290" y="4191460"/>
                  </a:lnTo>
                  <a:lnTo>
                    <a:pt x="857407" y="4191460"/>
                  </a:lnTo>
                  <a:lnTo>
                    <a:pt x="857407" y="4191029"/>
                  </a:lnTo>
                  <a:lnTo>
                    <a:pt x="857525" y="4191029"/>
                  </a:lnTo>
                  <a:lnTo>
                    <a:pt x="857643" y="4191029"/>
                  </a:lnTo>
                  <a:lnTo>
                    <a:pt x="857760" y="4191029"/>
                  </a:lnTo>
                  <a:lnTo>
                    <a:pt x="857878" y="4191029"/>
                  </a:lnTo>
                  <a:lnTo>
                    <a:pt x="857878" y="4190599"/>
                  </a:lnTo>
                  <a:lnTo>
                    <a:pt x="857996" y="4190599"/>
                  </a:lnTo>
                  <a:lnTo>
                    <a:pt x="858113" y="4190599"/>
                  </a:lnTo>
                  <a:lnTo>
                    <a:pt x="858231" y="4190599"/>
                  </a:lnTo>
                  <a:lnTo>
                    <a:pt x="858348" y="4190599"/>
                  </a:lnTo>
                  <a:lnTo>
                    <a:pt x="858466" y="4190599"/>
                  </a:lnTo>
                  <a:lnTo>
                    <a:pt x="858584" y="4190599"/>
                  </a:lnTo>
                  <a:lnTo>
                    <a:pt x="858701" y="4190599"/>
                  </a:lnTo>
                  <a:lnTo>
                    <a:pt x="858701" y="4190168"/>
                  </a:lnTo>
                  <a:lnTo>
                    <a:pt x="858819" y="4190168"/>
                  </a:lnTo>
                  <a:lnTo>
                    <a:pt x="858936" y="4190168"/>
                  </a:lnTo>
                  <a:lnTo>
                    <a:pt x="859054" y="4190168"/>
                  </a:lnTo>
                  <a:lnTo>
                    <a:pt x="859172" y="4190168"/>
                  </a:lnTo>
                  <a:lnTo>
                    <a:pt x="859172" y="4189738"/>
                  </a:lnTo>
                  <a:lnTo>
                    <a:pt x="859289" y="4189738"/>
                  </a:lnTo>
                  <a:lnTo>
                    <a:pt x="859289" y="4189307"/>
                  </a:lnTo>
                  <a:lnTo>
                    <a:pt x="859407" y="4189307"/>
                  </a:lnTo>
                  <a:lnTo>
                    <a:pt x="859407" y="4188876"/>
                  </a:lnTo>
                  <a:lnTo>
                    <a:pt x="859525" y="4188876"/>
                  </a:lnTo>
                  <a:lnTo>
                    <a:pt x="859525" y="4188446"/>
                  </a:lnTo>
                  <a:lnTo>
                    <a:pt x="859642" y="4188446"/>
                  </a:lnTo>
                  <a:lnTo>
                    <a:pt x="859760" y="4188446"/>
                  </a:lnTo>
                  <a:lnTo>
                    <a:pt x="859760" y="4188015"/>
                  </a:lnTo>
                  <a:lnTo>
                    <a:pt x="859877" y="4188015"/>
                  </a:lnTo>
                  <a:lnTo>
                    <a:pt x="859995" y="4188015"/>
                  </a:lnTo>
                  <a:lnTo>
                    <a:pt x="860113" y="4188015"/>
                  </a:lnTo>
                  <a:lnTo>
                    <a:pt x="860230" y="4188015"/>
                  </a:lnTo>
                  <a:lnTo>
                    <a:pt x="860230" y="4187585"/>
                  </a:lnTo>
                  <a:lnTo>
                    <a:pt x="860348" y="4187585"/>
                  </a:lnTo>
                  <a:lnTo>
                    <a:pt x="860465" y="4187585"/>
                  </a:lnTo>
                  <a:lnTo>
                    <a:pt x="860465" y="4187154"/>
                  </a:lnTo>
                  <a:lnTo>
                    <a:pt x="860465" y="4186723"/>
                  </a:lnTo>
                  <a:lnTo>
                    <a:pt x="860583" y="4186723"/>
                  </a:lnTo>
                  <a:lnTo>
                    <a:pt x="860583" y="4186293"/>
                  </a:lnTo>
                  <a:lnTo>
                    <a:pt x="860701" y="4186293"/>
                  </a:lnTo>
                  <a:lnTo>
                    <a:pt x="860701" y="4185862"/>
                  </a:lnTo>
                  <a:lnTo>
                    <a:pt x="860818" y="4185862"/>
                  </a:lnTo>
                  <a:lnTo>
                    <a:pt x="860936" y="4185862"/>
                  </a:lnTo>
                  <a:lnTo>
                    <a:pt x="861054" y="4185862"/>
                  </a:lnTo>
                  <a:lnTo>
                    <a:pt x="861171" y="4185862"/>
                  </a:lnTo>
                  <a:lnTo>
                    <a:pt x="861289" y="4185862"/>
                  </a:lnTo>
                  <a:lnTo>
                    <a:pt x="861406" y="4185862"/>
                  </a:lnTo>
                  <a:lnTo>
                    <a:pt x="861406" y="4185432"/>
                  </a:lnTo>
                  <a:lnTo>
                    <a:pt x="861524" y="4185432"/>
                  </a:lnTo>
                  <a:lnTo>
                    <a:pt x="861642" y="4185432"/>
                  </a:lnTo>
                  <a:lnTo>
                    <a:pt x="861759" y="4185432"/>
                  </a:lnTo>
                  <a:lnTo>
                    <a:pt x="861877" y="4185432"/>
                  </a:lnTo>
                  <a:lnTo>
                    <a:pt x="861877" y="4185001"/>
                  </a:lnTo>
                  <a:lnTo>
                    <a:pt x="861994" y="4185001"/>
                  </a:lnTo>
                  <a:lnTo>
                    <a:pt x="861994" y="4184570"/>
                  </a:lnTo>
                  <a:lnTo>
                    <a:pt x="862112" y="4184570"/>
                  </a:lnTo>
                  <a:lnTo>
                    <a:pt x="862112" y="4184140"/>
                  </a:lnTo>
                  <a:lnTo>
                    <a:pt x="862230" y="4184140"/>
                  </a:lnTo>
                  <a:lnTo>
                    <a:pt x="862347" y="4184140"/>
                  </a:lnTo>
                  <a:lnTo>
                    <a:pt x="862465" y="4184140"/>
                  </a:lnTo>
                  <a:lnTo>
                    <a:pt x="862583" y="4184140"/>
                  </a:lnTo>
                  <a:lnTo>
                    <a:pt x="862700" y="4184140"/>
                  </a:lnTo>
                  <a:lnTo>
                    <a:pt x="862818" y="4184140"/>
                  </a:lnTo>
                  <a:lnTo>
                    <a:pt x="862818" y="4183709"/>
                  </a:lnTo>
                  <a:lnTo>
                    <a:pt x="862818" y="4183279"/>
                  </a:lnTo>
                  <a:lnTo>
                    <a:pt x="862935" y="4183279"/>
                  </a:lnTo>
                  <a:lnTo>
                    <a:pt x="862935" y="4182848"/>
                  </a:lnTo>
                  <a:lnTo>
                    <a:pt x="863053" y="4182848"/>
                  </a:lnTo>
                  <a:lnTo>
                    <a:pt x="863053" y="4182417"/>
                  </a:lnTo>
                  <a:lnTo>
                    <a:pt x="863171" y="4182417"/>
                  </a:lnTo>
                  <a:lnTo>
                    <a:pt x="863288" y="4182417"/>
                  </a:lnTo>
                  <a:lnTo>
                    <a:pt x="863288" y="4181987"/>
                  </a:lnTo>
                  <a:lnTo>
                    <a:pt x="863406" y="4181987"/>
                  </a:lnTo>
                  <a:lnTo>
                    <a:pt x="863523" y="4181987"/>
                  </a:lnTo>
                  <a:lnTo>
                    <a:pt x="863641" y="4181987"/>
                  </a:lnTo>
                  <a:lnTo>
                    <a:pt x="863759" y="4181987"/>
                  </a:lnTo>
                  <a:lnTo>
                    <a:pt x="863876" y="4181987"/>
                  </a:lnTo>
                  <a:lnTo>
                    <a:pt x="863994" y="4181987"/>
                  </a:lnTo>
                  <a:lnTo>
                    <a:pt x="863994" y="4181556"/>
                  </a:lnTo>
                  <a:lnTo>
                    <a:pt x="864112" y="4181556"/>
                  </a:lnTo>
                  <a:lnTo>
                    <a:pt x="864229" y="4181556"/>
                  </a:lnTo>
                  <a:lnTo>
                    <a:pt x="864347" y="4181556"/>
                  </a:lnTo>
                  <a:lnTo>
                    <a:pt x="864464" y="4181556"/>
                  </a:lnTo>
                  <a:lnTo>
                    <a:pt x="864582" y="4181556"/>
                  </a:lnTo>
                  <a:lnTo>
                    <a:pt x="864582" y="4181126"/>
                  </a:lnTo>
                  <a:lnTo>
                    <a:pt x="864700" y="4181126"/>
                  </a:lnTo>
                  <a:lnTo>
                    <a:pt x="864817" y="4181126"/>
                  </a:lnTo>
                  <a:lnTo>
                    <a:pt x="864935" y="4181126"/>
                  </a:lnTo>
                  <a:lnTo>
                    <a:pt x="864935" y="4180695"/>
                  </a:lnTo>
                  <a:lnTo>
                    <a:pt x="865052" y="4180695"/>
                  </a:lnTo>
                  <a:lnTo>
                    <a:pt x="865170" y="4180695"/>
                  </a:lnTo>
                  <a:lnTo>
                    <a:pt x="865170" y="4180264"/>
                  </a:lnTo>
                  <a:lnTo>
                    <a:pt x="865170" y="4179834"/>
                  </a:lnTo>
                  <a:lnTo>
                    <a:pt x="865288" y="4179834"/>
                  </a:lnTo>
                  <a:lnTo>
                    <a:pt x="865405" y="4179834"/>
                  </a:lnTo>
                  <a:lnTo>
                    <a:pt x="865523" y="4179834"/>
                  </a:lnTo>
                  <a:lnTo>
                    <a:pt x="865523" y="4179403"/>
                  </a:lnTo>
                  <a:lnTo>
                    <a:pt x="865523" y="4178973"/>
                  </a:lnTo>
                  <a:lnTo>
                    <a:pt x="865523" y="4178542"/>
                  </a:lnTo>
                  <a:lnTo>
                    <a:pt x="865640" y="4178542"/>
                  </a:lnTo>
                  <a:lnTo>
                    <a:pt x="865758" y="4178542"/>
                  </a:lnTo>
                  <a:lnTo>
                    <a:pt x="865758" y="4178111"/>
                  </a:lnTo>
                  <a:lnTo>
                    <a:pt x="865876" y="4178111"/>
                  </a:lnTo>
                  <a:lnTo>
                    <a:pt x="865993" y="4178111"/>
                  </a:lnTo>
                  <a:lnTo>
                    <a:pt x="866111" y="4178111"/>
                  </a:lnTo>
                  <a:lnTo>
                    <a:pt x="866229" y="4178111"/>
                  </a:lnTo>
                  <a:lnTo>
                    <a:pt x="866346" y="4178111"/>
                  </a:lnTo>
                  <a:lnTo>
                    <a:pt x="866464" y="4178111"/>
                  </a:lnTo>
                  <a:lnTo>
                    <a:pt x="866581" y="4178111"/>
                  </a:lnTo>
                  <a:lnTo>
                    <a:pt x="866699" y="4178111"/>
                  </a:lnTo>
                  <a:lnTo>
                    <a:pt x="866817" y="4178111"/>
                  </a:lnTo>
                  <a:lnTo>
                    <a:pt x="866934" y="4178111"/>
                  </a:lnTo>
                  <a:lnTo>
                    <a:pt x="866934" y="4177681"/>
                  </a:lnTo>
                  <a:lnTo>
                    <a:pt x="866934" y="4177250"/>
                  </a:lnTo>
                  <a:lnTo>
                    <a:pt x="866934" y="4176820"/>
                  </a:lnTo>
                  <a:lnTo>
                    <a:pt x="867052" y="4176820"/>
                  </a:lnTo>
                  <a:lnTo>
                    <a:pt x="867169" y="4176820"/>
                  </a:lnTo>
                  <a:lnTo>
                    <a:pt x="867287" y="4176820"/>
                  </a:lnTo>
                  <a:lnTo>
                    <a:pt x="867405" y="4176820"/>
                  </a:lnTo>
                  <a:lnTo>
                    <a:pt x="867522" y="4176820"/>
                  </a:lnTo>
                  <a:lnTo>
                    <a:pt x="867522" y="4176389"/>
                  </a:lnTo>
                  <a:lnTo>
                    <a:pt x="867640" y="4176389"/>
                  </a:lnTo>
                  <a:lnTo>
                    <a:pt x="867640" y="4175958"/>
                  </a:lnTo>
                  <a:lnTo>
                    <a:pt x="867758" y="4175958"/>
                  </a:lnTo>
                  <a:lnTo>
                    <a:pt x="867875" y="4175958"/>
                  </a:lnTo>
                  <a:lnTo>
                    <a:pt x="867875" y="4175528"/>
                  </a:lnTo>
                  <a:lnTo>
                    <a:pt x="867875" y="4175097"/>
                  </a:lnTo>
                  <a:lnTo>
                    <a:pt x="867875" y="4174667"/>
                  </a:lnTo>
                  <a:lnTo>
                    <a:pt x="867993" y="4174667"/>
                  </a:lnTo>
                  <a:lnTo>
                    <a:pt x="867993" y="4174236"/>
                  </a:lnTo>
                  <a:lnTo>
                    <a:pt x="867993" y="4173805"/>
                  </a:lnTo>
                  <a:lnTo>
                    <a:pt x="867993" y="4173375"/>
                  </a:lnTo>
                  <a:lnTo>
                    <a:pt x="868110" y="4173375"/>
                  </a:lnTo>
                  <a:lnTo>
                    <a:pt x="868110" y="4172944"/>
                  </a:lnTo>
                  <a:lnTo>
                    <a:pt x="868228" y="4172944"/>
                  </a:lnTo>
                  <a:lnTo>
                    <a:pt x="868346" y="4172944"/>
                  </a:lnTo>
                  <a:lnTo>
                    <a:pt x="868463" y="4172944"/>
                  </a:lnTo>
                  <a:lnTo>
                    <a:pt x="868581" y="4172944"/>
                  </a:lnTo>
                  <a:lnTo>
                    <a:pt x="868698" y="4172944"/>
                  </a:lnTo>
                  <a:lnTo>
                    <a:pt x="868816" y="4172944"/>
                  </a:lnTo>
                  <a:lnTo>
                    <a:pt x="868816" y="4172514"/>
                  </a:lnTo>
                  <a:lnTo>
                    <a:pt x="868816" y="4172083"/>
                  </a:lnTo>
                  <a:lnTo>
                    <a:pt x="868816" y="4171652"/>
                  </a:lnTo>
                  <a:lnTo>
                    <a:pt x="868934" y="4171652"/>
                  </a:lnTo>
                  <a:lnTo>
                    <a:pt x="868934" y="4171222"/>
                  </a:lnTo>
                  <a:lnTo>
                    <a:pt x="868934" y="4170791"/>
                  </a:lnTo>
                  <a:lnTo>
                    <a:pt x="868934" y="4170361"/>
                  </a:lnTo>
                  <a:lnTo>
                    <a:pt x="868934" y="4169930"/>
                  </a:lnTo>
                  <a:lnTo>
                    <a:pt x="868934" y="4169499"/>
                  </a:lnTo>
                  <a:lnTo>
                    <a:pt x="869051" y="4169499"/>
                  </a:lnTo>
                  <a:lnTo>
                    <a:pt x="869169" y="4169499"/>
                  </a:lnTo>
                  <a:lnTo>
                    <a:pt x="869169" y="4169069"/>
                  </a:lnTo>
                  <a:lnTo>
                    <a:pt x="869287" y="4169069"/>
                  </a:lnTo>
                  <a:lnTo>
                    <a:pt x="869404" y="4169069"/>
                  </a:lnTo>
                  <a:lnTo>
                    <a:pt x="869404" y="4168638"/>
                  </a:lnTo>
                  <a:lnTo>
                    <a:pt x="869522" y="4168638"/>
                  </a:lnTo>
                  <a:lnTo>
                    <a:pt x="869639" y="4168638"/>
                  </a:lnTo>
                  <a:lnTo>
                    <a:pt x="869639" y="4168208"/>
                  </a:lnTo>
                  <a:lnTo>
                    <a:pt x="869757" y="4168208"/>
                  </a:lnTo>
                  <a:lnTo>
                    <a:pt x="869875" y="4168208"/>
                  </a:lnTo>
                  <a:lnTo>
                    <a:pt x="869875" y="4167777"/>
                  </a:lnTo>
                  <a:lnTo>
                    <a:pt x="869992" y="4167777"/>
                  </a:lnTo>
                  <a:lnTo>
                    <a:pt x="870110" y="4167777"/>
                  </a:lnTo>
                  <a:lnTo>
                    <a:pt x="870227" y="4167777"/>
                  </a:lnTo>
                  <a:lnTo>
                    <a:pt x="870227" y="4167346"/>
                  </a:lnTo>
                  <a:lnTo>
                    <a:pt x="870345" y="4167346"/>
                  </a:lnTo>
                  <a:lnTo>
                    <a:pt x="870463" y="4167346"/>
                  </a:lnTo>
                  <a:lnTo>
                    <a:pt x="870463" y="4166916"/>
                  </a:lnTo>
                  <a:lnTo>
                    <a:pt x="870580" y="4166916"/>
                  </a:lnTo>
                  <a:lnTo>
                    <a:pt x="870580" y="4166485"/>
                  </a:lnTo>
                  <a:lnTo>
                    <a:pt x="870580" y="4166055"/>
                  </a:lnTo>
                  <a:lnTo>
                    <a:pt x="870698" y="4166055"/>
                  </a:lnTo>
                  <a:lnTo>
                    <a:pt x="870698" y="4165624"/>
                  </a:lnTo>
                  <a:lnTo>
                    <a:pt x="870698" y="4165193"/>
                  </a:lnTo>
                  <a:lnTo>
                    <a:pt x="870816" y="4165193"/>
                  </a:lnTo>
                  <a:lnTo>
                    <a:pt x="870933" y="4165193"/>
                  </a:lnTo>
                  <a:lnTo>
                    <a:pt x="871051" y="4165193"/>
                  </a:lnTo>
                  <a:lnTo>
                    <a:pt x="871168" y="4165193"/>
                  </a:lnTo>
                  <a:lnTo>
                    <a:pt x="871168" y="4164763"/>
                  </a:lnTo>
                  <a:lnTo>
                    <a:pt x="871168" y="4164332"/>
                  </a:lnTo>
                  <a:lnTo>
                    <a:pt x="871286" y="4164332"/>
                  </a:lnTo>
                  <a:lnTo>
                    <a:pt x="871286" y="4163902"/>
                  </a:lnTo>
                  <a:lnTo>
                    <a:pt x="871404" y="4163902"/>
                  </a:lnTo>
                  <a:lnTo>
                    <a:pt x="871404" y="4163471"/>
                  </a:lnTo>
                  <a:lnTo>
                    <a:pt x="871404" y="4163040"/>
                  </a:lnTo>
                  <a:lnTo>
                    <a:pt x="871404" y="4162610"/>
                  </a:lnTo>
                  <a:lnTo>
                    <a:pt x="871521" y="4162610"/>
                  </a:lnTo>
                  <a:lnTo>
                    <a:pt x="871639" y="4162610"/>
                  </a:lnTo>
                  <a:lnTo>
                    <a:pt x="871756" y="4162610"/>
                  </a:lnTo>
                  <a:lnTo>
                    <a:pt x="871874" y="4162610"/>
                  </a:lnTo>
                  <a:lnTo>
                    <a:pt x="871874" y="4162179"/>
                  </a:lnTo>
                  <a:lnTo>
                    <a:pt x="871992" y="4162179"/>
                  </a:lnTo>
                  <a:lnTo>
                    <a:pt x="871992" y="4161749"/>
                  </a:lnTo>
                  <a:lnTo>
                    <a:pt x="872109" y="4161749"/>
                  </a:lnTo>
                  <a:lnTo>
                    <a:pt x="872227" y="4161749"/>
                  </a:lnTo>
                  <a:lnTo>
                    <a:pt x="872345" y="4161749"/>
                  </a:lnTo>
                  <a:lnTo>
                    <a:pt x="872462" y="4161749"/>
                  </a:lnTo>
                  <a:lnTo>
                    <a:pt x="872580" y="4161749"/>
                  </a:lnTo>
                  <a:lnTo>
                    <a:pt x="872697" y="4161749"/>
                  </a:lnTo>
                  <a:lnTo>
                    <a:pt x="872697" y="4161318"/>
                  </a:lnTo>
                  <a:lnTo>
                    <a:pt x="872815" y="4161318"/>
                  </a:lnTo>
                  <a:lnTo>
                    <a:pt x="872815" y="4160887"/>
                  </a:lnTo>
                  <a:lnTo>
                    <a:pt x="872815" y="4160457"/>
                  </a:lnTo>
                  <a:lnTo>
                    <a:pt x="872933" y="4160457"/>
                  </a:lnTo>
                  <a:lnTo>
                    <a:pt x="873050" y="4160457"/>
                  </a:lnTo>
                  <a:lnTo>
                    <a:pt x="873168" y="4160457"/>
                  </a:lnTo>
                  <a:lnTo>
                    <a:pt x="873285" y="4160457"/>
                  </a:lnTo>
                  <a:lnTo>
                    <a:pt x="873285" y="4160026"/>
                  </a:lnTo>
                  <a:lnTo>
                    <a:pt x="873403" y="4160026"/>
                  </a:lnTo>
                  <a:lnTo>
                    <a:pt x="873521" y="4160026"/>
                  </a:lnTo>
                  <a:lnTo>
                    <a:pt x="873521" y="4159596"/>
                  </a:lnTo>
                  <a:lnTo>
                    <a:pt x="873638" y="4159596"/>
                  </a:lnTo>
                  <a:lnTo>
                    <a:pt x="873638" y="4159165"/>
                  </a:lnTo>
                  <a:lnTo>
                    <a:pt x="873756" y="4159165"/>
                  </a:lnTo>
                  <a:lnTo>
                    <a:pt x="873756" y="4158734"/>
                  </a:lnTo>
                  <a:lnTo>
                    <a:pt x="873873" y="4158734"/>
                  </a:lnTo>
                  <a:lnTo>
                    <a:pt x="873991" y="4158734"/>
                  </a:lnTo>
                  <a:lnTo>
                    <a:pt x="873991" y="4158304"/>
                  </a:lnTo>
                  <a:lnTo>
                    <a:pt x="873991" y="4157873"/>
                  </a:lnTo>
                  <a:lnTo>
                    <a:pt x="874109" y="4157873"/>
                  </a:lnTo>
                  <a:lnTo>
                    <a:pt x="874109" y="4157443"/>
                  </a:lnTo>
                  <a:lnTo>
                    <a:pt x="874226" y="4157443"/>
                  </a:lnTo>
                  <a:lnTo>
                    <a:pt x="874344" y="4157443"/>
                  </a:lnTo>
                  <a:lnTo>
                    <a:pt x="874462" y="4157443"/>
                  </a:lnTo>
                  <a:lnTo>
                    <a:pt x="874462" y="4157012"/>
                  </a:lnTo>
                  <a:lnTo>
                    <a:pt x="874579" y="4157012"/>
                  </a:lnTo>
                  <a:lnTo>
                    <a:pt x="874579" y="4156581"/>
                  </a:lnTo>
                  <a:lnTo>
                    <a:pt x="874697" y="4156581"/>
                  </a:lnTo>
                  <a:lnTo>
                    <a:pt x="874814" y="4156581"/>
                  </a:lnTo>
                  <a:lnTo>
                    <a:pt x="874932" y="4156581"/>
                  </a:lnTo>
                  <a:lnTo>
                    <a:pt x="874932" y="4156151"/>
                  </a:lnTo>
                  <a:lnTo>
                    <a:pt x="875050" y="4156151"/>
                  </a:lnTo>
                  <a:lnTo>
                    <a:pt x="875167" y="4156151"/>
                  </a:lnTo>
                  <a:lnTo>
                    <a:pt x="875285" y="4156151"/>
                  </a:lnTo>
                  <a:lnTo>
                    <a:pt x="875402" y="4156151"/>
                  </a:lnTo>
                  <a:lnTo>
                    <a:pt x="875402" y="4155720"/>
                  </a:lnTo>
                  <a:lnTo>
                    <a:pt x="875402" y="4155290"/>
                  </a:lnTo>
                  <a:lnTo>
                    <a:pt x="875402" y="4154859"/>
                  </a:lnTo>
                  <a:lnTo>
                    <a:pt x="875402" y="4154428"/>
                  </a:lnTo>
                  <a:lnTo>
                    <a:pt x="875520" y="4154428"/>
                  </a:lnTo>
                  <a:lnTo>
                    <a:pt x="875638" y="4154428"/>
                  </a:lnTo>
                  <a:lnTo>
                    <a:pt x="875755" y="4154428"/>
                  </a:lnTo>
                  <a:lnTo>
                    <a:pt x="875755" y="4153998"/>
                  </a:lnTo>
                  <a:lnTo>
                    <a:pt x="875873" y="4153998"/>
                  </a:lnTo>
                  <a:lnTo>
                    <a:pt x="875991" y="4153998"/>
                  </a:lnTo>
                  <a:lnTo>
                    <a:pt x="876108" y="4153998"/>
                  </a:lnTo>
                  <a:lnTo>
                    <a:pt x="876226" y="4153998"/>
                  </a:lnTo>
                  <a:lnTo>
                    <a:pt x="876226" y="4153567"/>
                  </a:lnTo>
                  <a:lnTo>
                    <a:pt x="876343" y="4153567"/>
                  </a:lnTo>
                  <a:lnTo>
                    <a:pt x="876461" y="4153567"/>
                  </a:lnTo>
                  <a:lnTo>
                    <a:pt x="876461" y="4153137"/>
                  </a:lnTo>
                  <a:lnTo>
                    <a:pt x="876579" y="4153137"/>
                  </a:lnTo>
                  <a:lnTo>
                    <a:pt x="876696" y="4153137"/>
                  </a:lnTo>
                  <a:lnTo>
                    <a:pt x="876696" y="4152706"/>
                  </a:lnTo>
                  <a:lnTo>
                    <a:pt x="876814" y="4152706"/>
                  </a:lnTo>
                  <a:lnTo>
                    <a:pt x="876931" y="4152706"/>
                  </a:lnTo>
                  <a:lnTo>
                    <a:pt x="877049" y="4152706"/>
                  </a:lnTo>
                  <a:lnTo>
                    <a:pt x="877167" y="4152706"/>
                  </a:lnTo>
                  <a:lnTo>
                    <a:pt x="877284" y="4152706"/>
                  </a:lnTo>
                  <a:lnTo>
                    <a:pt x="877402" y="4152706"/>
                  </a:lnTo>
                  <a:lnTo>
                    <a:pt x="877520" y="4152706"/>
                  </a:lnTo>
                  <a:lnTo>
                    <a:pt x="877637" y="4152706"/>
                  </a:lnTo>
                  <a:lnTo>
                    <a:pt x="877637" y="4152275"/>
                  </a:lnTo>
                  <a:lnTo>
                    <a:pt x="877755" y="4152275"/>
                  </a:lnTo>
                  <a:lnTo>
                    <a:pt x="877872" y="4152275"/>
                  </a:lnTo>
                  <a:lnTo>
                    <a:pt x="877872" y="4151845"/>
                  </a:lnTo>
                  <a:lnTo>
                    <a:pt x="877990" y="4151845"/>
                  </a:lnTo>
                  <a:lnTo>
                    <a:pt x="877990" y="4151414"/>
                  </a:lnTo>
                  <a:lnTo>
                    <a:pt x="877990" y="4150984"/>
                  </a:lnTo>
                  <a:lnTo>
                    <a:pt x="878108" y="4150984"/>
                  </a:lnTo>
                  <a:lnTo>
                    <a:pt x="878108" y="4150553"/>
                  </a:lnTo>
                  <a:lnTo>
                    <a:pt x="878225" y="4150553"/>
                  </a:lnTo>
                  <a:lnTo>
                    <a:pt x="878343" y="4150553"/>
                  </a:lnTo>
                  <a:lnTo>
                    <a:pt x="878460" y="4150553"/>
                  </a:lnTo>
                  <a:lnTo>
                    <a:pt x="878578" y="4150553"/>
                  </a:lnTo>
                  <a:lnTo>
                    <a:pt x="878578" y="4150122"/>
                  </a:lnTo>
                  <a:lnTo>
                    <a:pt x="878696" y="4150122"/>
                  </a:lnTo>
                  <a:lnTo>
                    <a:pt x="878696" y="4149692"/>
                  </a:lnTo>
                  <a:lnTo>
                    <a:pt x="878696" y="4149261"/>
                  </a:lnTo>
                  <a:lnTo>
                    <a:pt x="878813" y="4149261"/>
                  </a:lnTo>
                  <a:lnTo>
                    <a:pt x="878813" y="4148831"/>
                  </a:lnTo>
                  <a:lnTo>
                    <a:pt x="878931" y="4148831"/>
                  </a:lnTo>
                  <a:lnTo>
                    <a:pt x="879049" y="4148831"/>
                  </a:lnTo>
                  <a:lnTo>
                    <a:pt x="879166" y="4148831"/>
                  </a:lnTo>
                  <a:lnTo>
                    <a:pt x="879166" y="4148400"/>
                  </a:lnTo>
                  <a:lnTo>
                    <a:pt x="879166" y="4147969"/>
                  </a:lnTo>
                  <a:lnTo>
                    <a:pt x="879284" y="4147969"/>
                  </a:lnTo>
                  <a:lnTo>
                    <a:pt x="879284" y="4147539"/>
                  </a:lnTo>
                  <a:lnTo>
                    <a:pt x="879284" y="4147108"/>
                  </a:lnTo>
                  <a:lnTo>
                    <a:pt x="879401" y="4147108"/>
                  </a:lnTo>
                  <a:lnTo>
                    <a:pt x="879519" y="4147108"/>
                  </a:lnTo>
                  <a:lnTo>
                    <a:pt x="879519" y="4146678"/>
                  </a:lnTo>
                  <a:lnTo>
                    <a:pt x="879637" y="4146678"/>
                  </a:lnTo>
                  <a:lnTo>
                    <a:pt x="879637" y="4146247"/>
                  </a:lnTo>
                  <a:lnTo>
                    <a:pt x="879754" y="4146247"/>
                  </a:lnTo>
                  <a:lnTo>
                    <a:pt x="879872" y="4146247"/>
                  </a:lnTo>
                  <a:lnTo>
                    <a:pt x="879872" y="4145816"/>
                  </a:lnTo>
                  <a:lnTo>
                    <a:pt x="879989" y="4145816"/>
                  </a:lnTo>
                  <a:lnTo>
                    <a:pt x="880107" y="4145816"/>
                  </a:lnTo>
                  <a:lnTo>
                    <a:pt x="880225" y="4145816"/>
                  </a:lnTo>
                  <a:lnTo>
                    <a:pt x="880342" y="4145816"/>
                  </a:lnTo>
                  <a:lnTo>
                    <a:pt x="880460" y="4145816"/>
                  </a:lnTo>
                  <a:lnTo>
                    <a:pt x="880578" y="4145816"/>
                  </a:lnTo>
                  <a:lnTo>
                    <a:pt x="880578" y="4145386"/>
                  </a:lnTo>
                  <a:lnTo>
                    <a:pt x="880695" y="4145386"/>
                  </a:lnTo>
                  <a:lnTo>
                    <a:pt x="880695" y="4144955"/>
                  </a:lnTo>
                  <a:lnTo>
                    <a:pt x="880813" y="4144955"/>
                  </a:lnTo>
                  <a:lnTo>
                    <a:pt x="880813" y="4144525"/>
                  </a:lnTo>
                  <a:lnTo>
                    <a:pt x="880930" y="4144525"/>
                  </a:lnTo>
                  <a:lnTo>
                    <a:pt x="881048" y="4144525"/>
                  </a:lnTo>
                  <a:lnTo>
                    <a:pt x="881166" y="4144525"/>
                  </a:lnTo>
                  <a:lnTo>
                    <a:pt x="881166" y="4144094"/>
                  </a:lnTo>
                  <a:lnTo>
                    <a:pt x="881283" y="4144094"/>
                  </a:lnTo>
                  <a:lnTo>
                    <a:pt x="881401" y="4144094"/>
                  </a:lnTo>
                  <a:lnTo>
                    <a:pt x="881518" y="4144094"/>
                  </a:lnTo>
                  <a:lnTo>
                    <a:pt x="881636" y="4144094"/>
                  </a:lnTo>
                  <a:lnTo>
                    <a:pt x="881754" y="4144094"/>
                  </a:lnTo>
                  <a:lnTo>
                    <a:pt x="881754" y="4143663"/>
                  </a:lnTo>
                  <a:lnTo>
                    <a:pt x="881871" y="4143663"/>
                  </a:lnTo>
                  <a:lnTo>
                    <a:pt x="881871" y="4143233"/>
                  </a:lnTo>
                  <a:lnTo>
                    <a:pt x="881989" y="4143233"/>
                  </a:lnTo>
                  <a:lnTo>
                    <a:pt x="881989" y="4142802"/>
                  </a:lnTo>
                  <a:lnTo>
                    <a:pt x="882106" y="4142802"/>
                  </a:lnTo>
                  <a:lnTo>
                    <a:pt x="882106" y="4142372"/>
                  </a:lnTo>
                  <a:lnTo>
                    <a:pt x="882224" y="4142372"/>
                  </a:lnTo>
                  <a:lnTo>
                    <a:pt x="882342" y="4142372"/>
                  </a:lnTo>
                  <a:lnTo>
                    <a:pt x="882459" y="4142372"/>
                  </a:lnTo>
                  <a:lnTo>
                    <a:pt x="882577" y="4142372"/>
                  </a:lnTo>
                  <a:lnTo>
                    <a:pt x="882577" y="4141941"/>
                  </a:lnTo>
                  <a:lnTo>
                    <a:pt x="882695" y="4141941"/>
                  </a:lnTo>
                  <a:lnTo>
                    <a:pt x="882812" y="4141941"/>
                  </a:lnTo>
                  <a:lnTo>
                    <a:pt x="882812" y="4141510"/>
                  </a:lnTo>
                  <a:lnTo>
                    <a:pt x="882930" y="4141510"/>
                  </a:lnTo>
                  <a:lnTo>
                    <a:pt x="882930" y="4141080"/>
                  </a:lnTo>
                  <a:lnTo>
                    <a:pt x="883047" y="4141080"/>
                  </a:lnTo>
                  <a:lnTo>
                    <a:pt x="883165" y="4141080"/>
                  </a:lnTo>
                  <a:lnTo>
                    <a:pt x="883165" y="4140649"/>
                  </a:lnTo>
                  <a:lnTo>
                    <a:pt x="883283" y="4140649"/>
                  </a:lnTo>
                  <a:lnTo>
                    <a:pt x="883400" y="4140649"/>
                  </a:lnTo>
                  <a:lnTo>
                    <a:pt x="883518" y="4140649"/>
                  </a:lnTo>
                  <a:lnTo>
                    <a:pt x="883635" y="4140649"/>
                  </a:lnTo>
                  <a:lnTo>
                    <a:pt x="883753" y="4140649"/>
                  </a:lnTo>
                  <a:lnTo>
                    <a:pt x="883871" y="4140649"/>
                  </a:lnTo>
                  <a:lnTo>
                    <a:pt x="883988" y="4140649"/>
                  </a:lnTo>
                  <a:lnTo>
                    <a:pt x="884106" y="4140649"/>
                  </a:lnTo>
                  <a:lnTo>
                    <a:pt x="884224" y="4140649"/>
                  </a:lnTo>
                  <a:lnTo>
                    <a:pt x="884224" y="4140219"/>
                  </a:lnTo>
                  <a:lnTo>
                    <a:pt x="884224" y="4139788"/>
                  </a:lnTo>
                  <a:lnTo>
                    <a:pt x="884224" y="4139357"/>
                  </a:lnTo>
                  <a:lnTo>
                    <a:pt x="884224" y="4138927"/>
                  </a:lnTo>
                  <a:lnTo>
                    <a:pt x="884224" y="4138496"/>
                  </a:lnTo>
                  <a:lnTo>
                    <a:pt x="884224" y="4138066"/>
                  </a:lnTo>
                  <a:lnTo>
                    <a:pt x="884341" y="4138066"/>
                  </a:lnTo>
                  <a:lnTo>
                    <a:pt x="884459" y="4138066"/>
                  </a:lnTo>
                  <a:lnTo>
                    <a:pt x="884459" y="4137635"/>
                  </a:lnTo>
                  <a:lnTo>
                    <a:pt x="884576" y="4137635"/>
                  </a:lnTo>
                  <a:lnTo>
                    <a:pt x="884576" y="4137204"/>
                  </a:lnTo>
                  <a:lnTo>
                    <a:pt x="884576" y="4136774"/>
                  </a:lnTo>
                  <a:lnTo>
                    <a:pt x="884694" y="4136774"/>
                  </a:lnTo>
                  <a:lnTo>
                    <a:pt x="884812" y="4136774"/>
                  </a:lnTo>
                  <a:lnTo>
                    <a:pt x="884929" y="4136774"/>
                  </a:lnTo>
                  <a:lnTo>
                    <a:pt x="884929" y="4136343"/>
                  </a:lnTo>
                  <a:lnTo>
                    <a:pt x="885047" y="4136343"/>
                  </a:lnTo>
                  <a:lnTo>
                    <a:pt x="885047" y="4135913"/>
                  </a:lnTo>
                  <a:lnTo>
                    <a:pt x="885164" y="4135913"/>
                  </a:lnTo>
                  <a:lnTo>
                    <a:pt x="885282" y="4135913"/>
                  </a:lnTo>
                  <a:lnTo>
                    <a:pt x="885400" y="4135913"/>
                  </a:lnTo>
                  <a:lnTo>
                    <a:pt x="885400" y="4135482"/>
                  </a:lnTo>
                  <a:lnTo>
                    <a:pt x="885400" y="4135051"/>
                  </a:lnTo>
                  <a:lnTo>
                    <a:pt x="885517" y="4135051"/>
                  </a:lnTo>
                  <a:lnTo>
                    <a:pt x="885517" y="4134621"/>
                  </a:lnTo>
                  <a:lnTo>
                    <a:pt x="885635" y="4134621"/>
                  </a:lnTo>
                  <a:lnTo>
                    <a:pt x="885753" y="4134621"/>
                  </a:lnTo>
                  <a:lnTo>
                    <a:pt x="885870" y="4134621"/>
                  </a:lnTo>
                  <a:lnTo>
                    <a:pt x="885988" y="4134621"/>
                  </a:lnTo>
                  <a:lnTo>
                    <a:pt x="885988" y="4134190"/>
                  </a:lnTo>
                  <a:lnTo>
                    <a:pt x="885988" y="4133760"/>
                  </a:lnTo>
                  <a:lnTo>
                    <a:pt x="885988" y="4133329"/>
                  </a:lnTo>
                  <a:lnTo>
                    <a:pt x="886105" y="4133329"/>
                  </a:lnTo>
                  <a:lnTo>
                    <a:pt x="886105" y="4132898"/>
                  </a:lnTo>
                  <a:lnTo>
                    <a:pt x="886105" y="4132468"/>
                  </a:lnTo>
                  <a:lnTo>
                    <a:pt x="886223" y="4132468"/>
                  </a:lnTo>
                  <a:lnTo>
                    <a:pt x="886223" y="4132037"/>
                  </a:lnTo>
                  <a:lnTo>
                    <a:pt x="886223" y="4131607"/>
                  </a:lnTo>
                  <a:lnTo>
                    <a:pt x="886341" y="4131607"/>
                  </a:lnTo>
                  <a:lnTo>
                    <a:pt x="886458" y="4131607"/>
                  </a:lnTo>
                  <a:lnTo>
                    <a:pt x="886458" y="4131176"/>
                  </a:lnTo>
                  <a:lnTo>
                    <a:pt x="886576" y="4131176"/>
                  </a:lnTo>
                  <a:lnTo>
                    <a:pt x="886576" y="4130745"/>
                  </a:lnTo>
                  <a:lnTo>
                    <a:pt x="886693" y="4130745"/>
                  </a:lnTo>
                  <a:lnTo>
                    <a:pt x="886693" y="4130315"/>
                  </a:lnTo>
                  <a:lnTo>
                    <a:pt x="886693" y="4129884"/>
                  </a:lnTo>
                  <a:lnTo>
                    <a:pt x="886693" y="4129454"/>
                  </a:lnTo>
                  <a:lnTo>
                    <a:pt x="886811" y="4129454"/>
                  </a:lnTo>
                  <a:lnTo>
                    <a:pt x="886811" y="4129023"/>
                  </a:lnTo>
                  <a:lnTo>
                    <a:pt x="886929" y="4129023"/>
                  </a:lnTo>
                  <a:lnTo>
                    <a:pt x="886929" y="4128592"/>
                  </a:lnTo>
                  <a:lnTo>
                    <a:pt x="887046" y="4128592"/>
                  </a:lnTo>
                  <a:lnTo>
                    <a:pt x="887164" y="4128592"/>
                  </a:lnTo>
                  <a:lnTo>
                    <a:pt x="887282" y="4128592"/>
                  </a:lnTo>
                  <a:lnTo>
                    <a:pt x="887282" y="4128162"/>
                  </a:lnTo>
                  <a:lnTo>
                    <a:pt x="887282" y="4127731"/>
                  </a:lnTo>
                  <a:lnTo>
                    <a:pt x="887399" y="4127731"/>
                  </a:lnTo>
                  <a:lnTo>
                    <a:pt x="887399" y="4127301"/>
                  </a:lnTo>
                  <a:lnTo>
                    <a:pt x="887399" y="4126870"/>
                  </a:lnTo>
                  <a:lnTo>
                    <a:pt x="887517" y="4126870"/>
                  </a:lnTo>
                  <a:lnTo>
                    <a:pt x="887634" y="4126870"/>
                  </a:lnTo>
                  <a:lnTo>
                    <a:pt x="887752" y="4126870"/>
                  </a:lnTo>
                  <a:lnTo>
                    <a:pt x="887870" y="4126870"/>
                  </a:lnTo>
                  <a:lnTo>
                    <a:pt x="887870" y="4126439"/>
                  </a:lnTo>
                  <a:lnTo>
                    <a:pt x="887870" y="4126009"/>
                  </a:lnTo>
                  <a:lnTo>
                    <a:pt x="887870" y="4125578"/>
                  </a:lnTo>
                  <a:lnTo>
                    <a:pt x="887870" y="4125148"/>
                  </a:lnTo>
                  <a:lnTo>
                    <a:pt x="887870" y="4124717"/>
                  </a:lnTo>
                  <a:lnTo>
                    <a:pt x="887987" y="4124717"/>
                  </a:lnTo>
                  <a:lnTo>
                    <a:pt x="888105" y="4124717"/>
                  </a:lnTo>
                  <a:lnTo>
                    <a:pt x="888222" y="4124717"/>
                  </a:lnTo>
                  <a:lnTo>
                    <a:pt x="888340" y="4124717"/>
                  </a:lnTo>
                  <a:lnTo>
                    <a:pt x="888458" y="4124717"/>
                  </a:lnTo>
                  <a:lnTo>
                    <a:pt x="888575" y="4124717"/>
                  </a:lnTo>
                  <a:lnTo>
                    <a:pt x="888693" y="4124717"/>
                  </a:lnTo>
                  <a:lnTo>
                    <a:pt x="888693" y="4124286"/>
                  </a:lnTo>
                  <a:lnTo>
                    <a:pt x="888810" y="4124286"/>
                  </a:lnTo>
                  <a:lnTo>
                    <a:pt x="888928" y="4124286"/>
                  </a:lnTo>
                  <a:lnTo>
                    <a:pt x="889046" y="4124286"/>
                  </a:lnTo>
                  <a:lnTo>
                    <a:pt x="889046" y="4123856"/>
                  </a:lnTo>
                  <a:lnTo>
                    <a:pt x="889163" y="4123856"/>
                  </a:lnTo>
                  <a:lnTo>
                    <a:pt x="889163" y="4123425"/>
                  </a:lnTo>
                  <a:lnTo>
                    <a:pt x="889163" y="4122995"/>
                  </a:lnTo>
                  <a:lnTo>
                    <a:pt x="889163" y="4122564"/>
                  </a:lnTo>
                  <a:lnTo>
                    <a:pt x="889281" y="4122564"/>
                  </a:lnTo>
                  <a:lnTo>
                    <a:pt x="889399" y="4122564"/>
                  </a:lnTo>
                  <a:lnTo>
                    <a:pt x="889399" y="4122133"/>
                  </a:lnTo>
                  <a:lnTo>
                    <a:pt x="889399" y="4121703"/>
                  </a:lnTo>
                  <a:lnTo>
                    <a:pt x="889399" y="4121272"/>
                  </a:lnTo>
                  <a:lnTo>
                    <a:pt x="889516" y="4121272"/>
                  </a:lnTo>
                  <a:lnTo>
                    <a:pt x="889634" y="4121272"/>
                  </a:lnTo>
                  <a:lnTo>
                    <a:pt x="889751" y="4121272"/>
                  </a:lnTo>
                  <a:lnTo>
                    <a:pt x="889869" y="4121272"/>
                  </a:lnTo>
                  <a:lnTo>
                    <a:pt x="889987" y="4121272"/>
                  </a:lnTo>
                  <a:lnTo>
                    <a:pt x="889987" y="4120842"/>
                  </a:lnTo>
                  <a:lnTo>
                    <a:pt x="890104" y="4120842"/>
                  </a:lnTo>
                  <a:lnTo>
                    <a:pt x="890104" y="4120411"/>
                  </a:lnTo>
                  <a:lnTo>
                    <a:pt x="890222" y="4120411"/>
                  </a:lnTo>
                  <a:lnTo>
                    <a:pt x="890339" y="4120411"/>
                  </a:lnTo>
                  <a:lnTo>
                    <a:pt x="890339" y="4119980"/>
                  </a:lnTo>
                  <a:lnTo>
                    <a:pt x="890339" y="4119550"/>
                  </a:lnTo>
                  <a:lnTo>
                    <a:pt x="890457" y="4119550"/>
                  </a:lnTo>
                  <a:lnTo>
                    <a:pt x="890575" y="4119550"/>
                  </a:lnTo>
                  <a:lnTo>
                    <a:pt x="890575" y="4119119"/>
                  </a:lnTo>
                  <a:lnTo>
                    <a:pt x="890575" y="4118689"/>
                  </a:lnTo>
                  <a:lnTo>
                    <a:pt x="890692" y="4118689"/>
                  </a:lnTo>
                  <a:lnTo>
                    <a:pt x="890810" y="4118689"/>
                  </a:lnTo>
                  <a:lnTo>
                    <a:pt x="890810" y="4118258"/>
                  </a:lnTo>
                  <a:lnTo>
                    <a:pt x="890928" y="4118258"/>
                  </a:lnTo>
                  <a:lnTo>
                    <a:pt x="890928" y="4117827"/>
                  </a:lnTo>
                  <a:lnTo>
                    <a:pt x="890928" y="4117397"/>
                  </a:lnTo>
                  <a:lnTo>
                    <a:pt x="891045" y="4117397"/>
                  </a:lnTo>
                  <a:lnTo>
                    <a:pt x="891045" y="4116966"/>
                  </a:lnTo>
                  <a:lnTo>
                    <a:pt x="891163" y="4116966"/>
                  </a:lnTo>
                  <a:lnTo>
                    <a:pt x="891163" y="4116536"/>
                  </a:lnTo>
                  <a:lnTo>
                    <a:pt x="891280" y="4116536"/>
                  </a:lnTo>
                  <a:lnTo>
                    <a:pt x="891398" y="4116536"/>
                  </a:lnTo>
                  <a:lnTo>
                    <a:pt x="891516" y="4116536"/>
                  </a:lnTo>
                  <a:lnTo>
                    <a:pt x="891633" y="4116536"/>
                  </a:lnTo>
                  <a:lnTo>
                    <a:pt x="891751" y="4116536"/>
                  </a:lnTo>
                  <a:lnTo>
                    <a:pt x="891868" y="4116536"/>
                  </a:lnTo>
                  <a:lnTo>
                    <a:pt x="891986" y="4116536"/>
                  </a:lnTo>
                  <a:lnTo>
                    <a:pt x="892104" y="4116536"/>
                  </a:lnTo>
                  <a:lnTo>
                    <a:pt x="892104" y="4116105"/>
                  </a:lnTo>
                  <a:lnTo>
                    <a:pt x="892221" y="4116105"/>
                  </a:lnTo>
                  <a:lnTo>
                    <a:pt x="892339" y="4116105"/>
                  </a:lnTo>
                  <a:lnTo>
                    <a:pt x="892457" y="4116105"/>
                  </a:lnTo>
                  <a:lnTo>
                    <a:pt x="892457" y="4115674"/>
                  </a:lnTo>
                  <a:lnTo>
                    <a:pt x="892574" y="4115674"/>
                  </a:lnTo>
                  <a:lnTo>
                    <a:pt x="892692" y="4115674"/>
                  </a:lnTo>
                  <a:lnTo>
                    <a:pt x="892809" y="4115674"/>
                  </a:lnTo>
                  <a:lnTo>
                    <a:pt x="892927" y="4115674"/>
                  </a:lnTo>
                  <a:lnTo>
                    <a:pt x="893045" y="4115674"/>
                  </a:lnTo>
                  <a:lnTo>
                    <a:pt x="893045" y="4115244"/>
                  </a:lnTo>
                  <a:lnTo>
                    <a:pt x="893162" y="4115244"/>
                  </a:lnTo>
                  <a:lnTo>
                    <a:pt x="893280" y="4115244"/>
                  </a:lnTo>
                  <a:lnTo>
                    <a:pt x="893397" y="4115244"/>
                  </a:lnTo>
                  <a:lnTo>
                    <a:pt x="893515" y="4115244"/>
                  </a:lnTo>
                  <a:lnTo>
                    <a:pt x="893633" y="4115244"/>
                  </a:lnTo>
                  <a:lnTo>
                    <a:pt x="893633" y="4114813"/>
                  </a:lnTo>
                  <a:lnTo>
                    <a:pt x="893633" y="4114383"/>
                  </a:lnTo>
                  <a:lnTo>
                    <a:pt x="893633" y="4113952"/>
                  </a:lnTo>
                  <a:lnTo>
                    <a:pt x="893633" y="4113521"/>
                  </a:lnTo>
                  <a:lnTo>
                    <a:pt x="893750" y="4113521"/>
                  </a:lnTo>
                  <a:lnTo>
                    <a:pt x="893750" y="4113091"/>
                  </a:lnTo>
                  <a:lnTo>
                    <a:pt x="893868" y="4113091"/>
                  </a:lnTo>
                  <a:lnTo>
                    <a:pt x="893986" y="4113091"/>
                  </a:lnTo>
                  <a:lnTo>
                    <a:pt x="893986" y="4112660"/>
                  </a:lnTo>
                  <a:lnTo>
                    <a:pt x="894103" y="4112660"/>
                  </a:lnTo>
                  <a:lnTo>
                    <a:pt x="894221" y="4112660"/>
                  </a:lnTo>
                  <a:lnTo>
                    <a:pt x="894338" y="4112660"/>
                  </a:lnTo>
                  <a:lnTo>
                    <a:pt x="894338" y="4112230"/>
                  </a:lnTo>
                  <a:lnTo>
                    <a:pt x="894338" y="4111799"/>
                  </a:lnTo>
                  <a:lnTo>
                    <a:pt x="894456" y="4111799"/>
                  </a:lnTo>
                  <a:lnTo>
                    <a:pt x="894456" y="4111368"/>
                  </a:lnTo>
                  <a:lnTo>
                    <a:pt x="894574" y="4111368"/>
                  </a:lnTo>
                  <a:lnTo>
                    <a:pt x="894691" y="4111368"/>
                  </a:lnTo>
                  <a:lnTo>
                    <a:pt x="894809" y="4111368"/>
                  </a:lnTo>
                  <a:lnTo>
                    <a:pt x="894926" y="4111368"/>
                  </a:lnTo>
                  <a:lnTo>
                    <a:pt x="895044" y="4111368"/>
                  </a:lnTo>
                  <a:lnTo>
                    <a:pt x="895162" y="4111368"/>
                  </a:lnTo>
                  <a:lnTo>
                    <a:pt x="895162" y="4110938"/>
                  </a:lnTo>
                  <a:lnTo>
                    <a:pt x="895279" y="4110938"/>
                  </a:lnTo>
                  <a:lnTo>
                    <a:pt x="895279" y="4110507"/>
                  </a:lnTo>
                  <a:lnTo>
                    <a:pt x="895397" y="4110507"/>
                  </a:lnTo>
                  <a:lnTo>
                    <a:pt x="895397" y="4110077"/>
                  </a:lnTo>
                  <a:lnTo>
                    <a:pt x="895397" y="4109646"/>
                  </a:lnTo>
                  <a:lnTo>
                    <a:pt x="895397" y="4109215"/>
                  </a:lnTo>
                  <a:lnTo>
                    <a:pt x="895515" y="4109215"/>
                  </a:lnTo>
                  <a:lnTo>
                    <a:pt x="895632" y="4109215"/>
                  </a:lnTo>
                  <a:lnTo>
                    <a:pt x="895750" y="4109215"/>
                  </a:lnTo>
                  <a:lnTo>
                    <a:pt x="895750" y="4108785"/>
                  </a:lnTo>
                  <a:lnTo>
                    <a:pt x="895750" y="4108354"/>
                  </a:lnTo>
                  <a:lnTo>
                    <a:pt x="895750" y="4107924"/>
                  </a:lnTo>
                  <a:lnTo>
                    <a:pt x="895867" y="4107924"/>
                  </a:lnTo>
                  <a:lnTo>
                    <a:pt x="895985" y="4107924"/>
                  </a:lnTo>
                  <a:lnTo>
                    <a:pt x="896103" y="4107924"/>
                  </a:lnTo>
                  <a:lnTo>
                    <a:pt x="896220" y="4107924"/>
                  </a:lnTo>
                  <a:lnTo>
                    <a:pt x="896220" y="4107493"/>
                  </a:lnTo>
                  <a:lnTo>
                    <a:pt x="896338" y="4107493"/>
                  </a:lnTo>
                  <a:lnTo>
                    <a:pt x="896338" y="4107062"/>
                  </a:lnTo>
                  <a:lnTo>
                    <a:pt x="896338" y="4106632"/>
                  </a:lnTo>
                  <a:lnTo>
                    <a:pt x="896338" y="4106201"/>
                  </a:lnTo>
                  <a:lnTo>
                    <a:pt x="896455" y="4106201"/>
                  </a:lnTo>
                  <a:lnTo>
                    <a:pt x="896573" y="4106201"/>
                  </a:lnTo>
                  <a:lnTo>
                    <a:pt x="896573" y="4105771"/>
                  </a:lnTo>
                  <a:lnTo>
                    <a:pt x="896691" y="4105771"/>
                  </a:lnTo>
                  <a:lnTo>
                    <a:pt x="896808" y="4105771"/>
                  </a:lnTo>
                  <a:lnTo>
                    <a:pt x="896808" y="4105340"/>
                  </a:lnTo>
                  <a:lnTo>
                    <a:pt x="896926" y="4105340"/>
                  </a:lnTo>
                  <a:lnTo>
                    <a:pt x="897043" y="4105340"/>
                  </a:lnTo>
                  <a:lnTo>
                    <a:pt x="897161" y="4105340"/>
                  </a:lnTo>
                  <a:lnTo>
                    <a:pt x="897279" y="4105340"/>
                  </a:lnTo>
                  <a:lnTo>
                    <a:pt x="897396" y="4105340"/>
                  </a:lnTo>
                  <a:lnTo>
                    <a:pt x="897396" y="4104909"/>
                  </a:lnTo>
                  <a:lnTo>
                    <a:pt x="897396" y="4104479"/>
                  </a:lnTo>
                  <a:lnTo>
                    <a:pt x="897396" y="4104048"/>
                  </a:lnTo>
                  <a:lnTo>
                    <a:pt x="897396" y="4103618"/>
                  </a:lnTo>
                  <a:lnTo>
                    <a:pt x="897514" y="4103618"/>
                  </a:lnTo>
                  <a:lnTo>
                    <a:pt x="897632" y="4103618"/>
                  </a:lnTo>
                  <a:lnTo>
                    <a:pt x="897749" y="4103618"/>
                  </a:lnTo>
                  <a:lnTo>
                    <a:pt x="897867" y="4103618"/>
                  </a:lnTo>
                  <a:lnTo>
                    <a:pt x="897984" y="4103618"/>
                  </a:lnTo>
                  <a:lnTo>
                    <a:pt x="898102" y="4103618"/>
                  </a:lnTo>
                  <a:lnTo>
                    <a:pt x="898220" y="4103618"/>
                  </a:lnTo>
                  <a:lnTo>
                    <a:pt x="898220" y="4103187"/>
                  </a:lnTo>
                  <a:lnTo>
                    <a:pt x="898337" y="4103187"/>
                  </a:lnTo>
                  <a:lnTo>
                    <a:pt x="898337" y="4102756"/>
                  </a:lnTo>
                  <a:lnTo>
                    <a:pt x="898455" y="4102756"/>
                  </a:lnTo>
                  <a:lnTo>
                    <a:pt x="898455" y="4102326"/>
                  </a:lnTo>
                  <a:lnTo>
                    <a:pt x="898572" y="4102326"/>
                  </a:lnTo>
                  <a:lnTo>
                    <a:pt x="898690" y="4102326"/>
                  </a:lnTo>
                  <a:lnTo>
                    <a:pt x="898808" y="4102326"/>
                  </a:lnTo>
                  <a:lnTo>
                    <a:pt x="898925" y="4102326"/>
                  </a:lnTo>
                  <a:lnTo>
                    <a:pt x="899043" y="4102326"/>
                  </a:lnTo>
                  <a:lnTo>
                    <a:pt x="899043" y="4101895"/>
                  </a:lnTo>
                  <a:lnTo>
                    <a:pt x="899161" y="4101895"/>
                  </a:lnTo>
                  <a:lnTo>
                    <a:pt x="899278" y="4101895"/>
                  </a:lnTo>
                  <a:lnTo>
                    <a:pt x="899278" y="4101465"/>
                  </a:lnTo>
                  <a:lnTo>
                    <a:pt x="899396" y="4101465"/>
                  </a:lnTo>
                  <a:lnTo>
                    <a:pt x="899396" y="4101034"/>
                  </a:lnTo>
                  <a:lnTo>
                    <a:pt x="899513" y="4101034"/>
                  </a:lnTo>
                  <a:lnTo>
                    <a:pt x="899631" y="4101034"/>
                  </a:lnTo>
                  <a:lnTo>
                    <a:pt x="899631" y="4100603"/>
                  </a:lnTo>
                  <a:lnTo>
                    <a:pt x="899749" y="4100603"/>
                  </a:lnTo>
                  <a:lnTo>
                    <a:pt x="899749" y="4100173"/>
                  </a:lnTo>
                  <a:lnTo>
                    <a:pt x="899749" y="4099742"/>
                  </a:lnTo>
                  <a:lnTo>
                    <a:pt x="899866" y="4099742"/>
                  </a:lnTo>
                  <a:lnTo>
                    <a:pt x="899866" y="4099312"/>
                  </a:lnTo>
                  <a:lnTo>
                    <a:pt x="899866" y="4098881"/>
                  </a:lnTo>
                  <a:lnTo>
                    <a:pt x="899984" y="4098881"/>
                  </a:lnTo>
                  <a:lnTo>
                    <a:pt x="899984" y="4098450"/>
                  </a:lnTo>
                  <a:lnTo>
                    <a:pt x="900101" y="4098450"/>
                  </a:lnTo>
                  <a:lnTo>
                    <a:pt x="900219" y="4098450"/>
                  </a:lnTo>
                  <a:lnTo>
                    <a:pt x="900219" y="4098020"/>
                  </a:lnTo>
                  <a:lnTo>
                    <a:pt x="900337" y="4098020"/>
                  </a:lnTo>
                  <a:lnTo>
                    <a:pt x="900337" y="4097589"/>
                  </a:lnTo>
                  <a:lnTo>
                    <a:pt x="900454" y="4097589"/>
                  </a:lnTo>
                  <a:lnTo>
                    <a:pt x="900454" y="4097159"/>
                  </a:lnTo>
                  <a:lnTo>
                    <a:pt x="900572" y="4097159"/>
                  </a:lnTo>
                  <a:lnTo>
                    <a:pt x="900690" y="4097159"/>
                  </a:lnTo>
                  <a:lnTo>
                    <a:pt x="900807" y="4097159"/>
                  </a:lnTo>
                  <a:lnTo>
                    <a:pt x="900925" y="4097159"/>
                  </a:lnTo>
                  <a:lnTo>
                    <a:pt x="900925" y="4096728"/>
                  </a:lnTo>
                  <a:lnTo>
                    <a:pt x="901042" y="4096728"/>
                  </a:lnTo>
                  <a:lnTo>
                    <a:pt x="901160" y="4096728"/>
                  </a:lnTo>
                  <a:lnTo>
                    <a:pt x="901278" y="4096728"/>
                  </a:lnTo>
                  <a:lnTo>
                    <a:pt x="901278" y="4096297"/>
                  </a:lnTo>
                  <a:lnTo>
                    <a:pt x="901395" y="4096297"/>
                  </a:lnTo>
                  <a:lnTo>
                    <a:pt x="901395" y="4095867"/>
                  </a:lnTo>
                  <a:lnTo>
                    <a:pt x="901395" y="4095436"/>
                  </a:lnTo>
                  <a:lnTo>
                    <a:pt x="901513" y="4095436"/>
                  </a:lnTo>
                  <a:lnTo>
                    <a:pt x="901630" y="4095436"/>
                  </a:lnTo>
                  <a:lnTo>
                    <a:pt x="901630" y="4095006"/>
                  </a:lnTo>
                  <a:lnTo>
                    <a:pt x="901748" y="4095006"/>
                  </a:lnTo>
                  <a:lnTo>
                    <a:pt x="901866" y="4095006"/>
                  </a:lnTo>
                  <a:lnTo>
                    <a:pt x="901983" y="4095006"/>
                  </a:lnTo>
                  <a:lnTo>
                    <a:pt x="902101" y="4095006"/>
                  </a:lnTo>
                  <a:lnTo>
                    <a:pt x="902219" y="4095006"/>
                  </a:lnTo>
                  <a:lnTo>
                    <a:pt x="902336" y="4095006"/>
                  </a:lnTo>
                  <a:lnTo>
                    <a:pt x="902454" y="4095006"/>
                  </a:lnTo>
                  <a:lnTo>
                    <a:pt x="902571" y="4095006"/>
                  </a:lnTo>
                  <a:lnTo>
                    <a:pt x="902689" y="4095006"/>
                  </a:lnTo>
                  <a:lnTo>
                    <a:pt x="902689" y="4094575"/>
                  </a:lnTo>
                  <a:lnTo>
                    <a:pt x="902689" y="4094144"/>
                  </a:lnTo>
                  <a:lnTo>
                    <a:pt x="902807" y="4094144"/>
                  </a:lnTo>
                  <a:lnTo>
                    <a:pt x="902807" y="4093714"/>
                  </a:lnTo>
                  <a:lnTo>
                    <a:pt x="902924" y="4093714"/>
                  </a:lnTo>
                  <a:lnTo>
                    <a:pt x="903042" y="4093714"/>
                  </a:lnTo>
                  <a:lnTo>
                    <a:pt x="903159" y="4093714"/>
                  </a:lnTo>
                  <a:lnTo>
                    <a:pt x="903159" y="4093283"/>
                  </a:lnTo>
                  <a:lnTo>
                    <a:pt x="903277" y="4093283"/>
                  </a:lnTo>
                  <a:lnTo>
                    <a:pt x="903395" y="4093283"/>
                  </a:lnTo>
                  <a:lnTo>
                    <a:pt x="903395" y="4092853"/>
                  </a:lnTo>
                  <a:lnTo>
                    <a:pt x="903512" y="4092853"/>
                  </a:lnTo>
                  <a:lnTo>
                    <a:pt x="903630" y="4092853"/>
                  </a:lnTo>
                  <a:lnTo>
                    <a:pt x="903630" y="4092422"/>
                  </a:lnTo>
                  <a:lnTo>
                    <a:pt x="903630" y="4091991"/>
                  </a:lnTo>
                  <a:lnTo>
                    <a:pt x="903748" y="4091991"/>
                  </a:lnTo>
                  <a:lnTo>
                    <a:pt x="903865" y="4091991"/>
                  </a:lnTo>
                  <a:lnTo>
                    <a:pt x="903983" y="4091991"/>
                  </a:lnTo>
                  <a:lnTo>
                    <a:pt x="903983" y="4091561"/>
                  </a:lnTo>
                  <a:lnTo>
                    <a:pt x="904100" y="4091561"/>
                  </a:lnTo>
                  <a:lnTo>
                    <a:pt x="904100" y="4091130"/>
                  </a:lnTo>
                  <a:lnTo>
                    <a:pt x="904100" y="4090700"/>
                  </a:lnTo>
                  <a:lnTo>
                    <a:pt x="904218" y="4090700"/>
                  </a:lnTo>
                  <a:lnTo>
                    <a:pt x="904218" y="4090269"/>
                  </a:lnTo>
                  <a:lnTo>
                    <a:pt x="904336" y="4090269"/>
                  </a:lnTo>
                  <a:lnTo>
                    <a:pt x="904453" y="4090269"/>
                  </a:lnTo>
                  <a:lnTo>
                    <a:pt x="904453" y="4089838"/>
                  </a:lnTo>
                  <a:lnTo>
                    <a:pt x="904571" y="4089838"/>
                  </a:lnTo>
                  <a:lnTo>
                    <a:pt x="904571" y="4089408"/>
                  </a:lnTo>
                  <a:lnTo>
                    <a:pt x="904571" y="4088977"/>
                  </a:lnTo>
                  <a:lnTo>
                    <a:pt x="904571" y="4088547"/>
                  </a:lnTo>
                  <a:lnTo>
                    <a:pt x="904688" y="4088547"/>
                  </a:lnTo>
                  <a:lnTo>
                    <a:pt x="904806" y="4088547"/>
                  </a:lnTo>
                  <a:lnTo>
                    <a:pt x="904924" y="4088547"/>
                  </a:lnTo>
                  <a:lnTo>
                    <a:pt x="905041" y="4088547"/>
                  </a:lnTo>
                  <a:lnTo>
                    <a:pt x="905159" y="4088547"/>
                  </a:lnTo>
                  <a:lnTo>
                    <a:pt x="905276" y="4088547"/>
                  </a:lnTo>
                  <a:lnTo>
                    <a:pt x="905394" y="4088547"/>
                  </a:lnTo>
                  <a:lnTo>
                    <a:pt x="905394" y="4088116"/>
                  </a:lnTo>
                  <a:lnTo>
                    <a:pt x="905512" y="4088116"/>
                  </a:lnTo>
                  <a:lnTo>
                    <a:pt x="905629" y="4088116"/>
                  </a:lnTo>
                  <a:lnTo>
                    <a:pt x="905747" y="4088116"/>
                  </a:lnTo>
                  <a:lnTo>
                    <a:pt x="905865" y="4088116"/>
                  </a:lnTo>
                  <a:lnTo>
                    <a:pt x="905982" y="4088116"/>
                  </a:lnTo>
                  <a:lnTo>
                    <a:pt x="906100" y="4088116"/>
                  </a:lnTo>
                  <a:lnTo>
                    <a:pt x="906217" y="4088116"/>
                  </a:lnTo>
                  <a:lnTo>
                    <a:pt x="906335" y="4088116"/>
                  </a:lnTo>
                  <a:lnTo>
                    <a:pt x="906453" y="4088116"/>
                  </a:lnTo>
                  <a:lnTo>
                    <a:pt x="906570" y="4088116"/>
                  </a:lnTo>
                  <a:lnTo>
                    <a:pt x="906688" y="4088116"/>
                  </a:lnTo>
                  <a:lnTo>
                    <a:pt x="906805" y="4088116"/>
                  </a:lnTo>
                  <a:lnTo>
                    <a:pt x="906923" y="4088116"/>
                  </a:lnTo>
                  <a:lnTo>
                    <a:pt x="906923" y="4087685"/>
                  </a:lnTo>
                  <a:lnTo>
                    <a:pt x="907041" y="4087685"/>
                  </a:lnTo>
                  <a:lnTo>
                    <a:pt x="907041" y="4087255"/>
                  </a:lnTo>
                  <a:lnTo>
                    <a:pt x="907158" y="4087255"/>
                  </a:lnTo>
                  <a:lnTo>
                    <a:pt x="907158" y="4086824"/>
                  </a:lnTo>
                  <a:lnTo>
                    <a:pt x="907158" y="4086394"/>
                  </a:lnTo>
                  <a:lnTo>
                    <a:pt x="907158" y="4085963"/>
                  </a:lnTo>
                  <a:lnTo>
                    <a:pt x="907276" y="4085963"/>
                  </a:lnTo>
                  <a:lnTo>
                    <a:pt x="907276" y="4085532"/>
                  </a:lnTo>
                  <a:lnTo>
                    <a:pt x="907394" y="4085532"/>
                  </a:lnTo>
                  <a:lnTo>
                    <a:pt x="907394" y="4085102"/>
                  </a:lnTo>
                  <a:lnTo>
                    <a:pt x="907511" y="4085102"/>
                  </a:lnTo>
                  <a:lnTo>
                    <a:pt x="907511" y="4084671"/>
                  </a:lnTo>
                  <a:lnTo>
                    <a:pt x="907629" y="4084671"/>
                  </a:lnTo>
                  <a:lnTo>
                    <a:pt x="907746" y="4084671"/>
                  </a:lnTo>
                  <a:lnTo>
                    <a:pt x="907864" y="4084671"/>
                  </a:lnTo>
                  <a:lnTo>
                    <a:pt x="907864" y="4084241"/>
                  </a:lnTo>
                  <a:lnTo>
                    <a:pt x="907864" y="4083810"/>
                  </a:lnTo>
                  <a:lnTo>
                    <a:pt x="907982" y="4083810"/>
                  </a:lnTo>
                  <a:lnTo>
                    <a:pt x="908099" y="4083810"/>
                  </a:lnTo>
                  <a:lnTo>
                    <a:pt x="908217" y="4083810"/>
                  </a:lnTo>
                  <a:lnTo>
                    <a:pt x="908217" y="4083379"/>
                  </a:lnTo>
                  <a:lnTo>
                    <a:pt x="908334" y="4083379"/>
                  </a:lnTo>
                  <a:lnTo>
                    <a:pt x="908452" y="4083379"/>
                  </a:lnTo>
                  <a:lnTo>
                    <a:pt x="908452" y="4082949"/>
                  </a:lnTo>
                  <a:lnTo>
                    <a:pt x="908452" y="4082518"/>
                  </a:lnTo>
                  <a:lnTo>
                    <a:pt x="908452" y="4082088"/>
                  </a:lnTo>
                  <a:lnTo>
                    <a:pt x="908570" y="4082088"/>
                  </a:lnTo>
                  <a:lnTo>
                    <a:pt x="908570" y="4081657"/>
                  </a:lnTo>
                  <a:lnTo>
                    <a:pt x="908570" y="4081226"/>
                  </a:lnTo>
                  <a:lnTo>
                    <a:pt x="908570" y="4080796"/>
                  </a:lnTo>
                  <a:lnTo>
                    <a:pt x="908570" y="4080365"/>
                  </a:lnTo>
                  <a:lnTo>
                    <a:pt x="908687" y="4080365"/>
                  </a:lnTo>
                  <a:lnTo>
                    <a:pt x="908687" y="4079935"/>
                  </a:lnTo>
                  <a:lnTo>
                    <a:pt x="908805" y="4079935"/>
                  </a:lnTo>
                  <a:lnTo>
                    <a:pt x="908805" y="4079504"/>
                  </a:lnTo>
                  <a:lnTo>
                    <a:pt x="908805" y="4079073"/>
                  </a:lnTo>
                  <a:lnTo>
                    <a:pt x="908923" y="4079073"/>
                  </a:lnTo>
                  <a:lnTo>
                    <a:pt x="909040" y="4079073"/>
                  </a:lnTo>
                  <a:lnTo>
                    <a:pt x="909158" y="4079073"/>
                  </a:lnTo>
                  <a:lnTo>
                    <a:pt x="909158" y="4078643"/>
                  </a:lnTo>
                  <a:lnTo>
                    <a:pt x="909158" y="4078212"/>
                  </a:lnTo>
                  <a:lnTo>
                    <a:pt x="909275" y="4078212"/>
                  </a:lnTo>
                  <a:lnTo>
                    <a:pt x="909393" y="4078212"/>
                  </a:lnTo>
                  <a:lnTo>
                    <a:pt x="909393" y="4077782"/>
                  </a:lnTo>
                  <a:lnTo>
                    <a:pt x="909511" y="4077782"/>
                  </a:lnTo>
                  <a:lnTo>
                    <a:pt x="909511" y="4077351"/>
                  </a:lnTo>
                  <a:lnTo>
                    <a:pt x="909628" y="4077351"/>
                  </a:lnTo>
                  <a:lnTo>
                    <a:pt x="909746" y="4077351"/>
                  </a:lnTo>
                  <a:lnTo>
                    <a:pt x="909863" y="4077351"/>
                  </a:lnTo>
                  <a:lnTo>
                    <a:pt x="909981" y="4077351"/>
                  </a:lnTo>
                  <a:lnTo>
                    <a:pt x="910099" y="4077351"/>
                  </a:lnTo>
                  <a:lnTo>
                    <a:pt x="910216" y="4077351"/>
                  </a:lnTo>
                  <a:lnTo>
                    <a:pt x="910334" y="4077351"/>
                  </a:lnTo>
                  <a:lnTo>
                    <a:pt x="910452" y="4077351"/>
                  </a:lnTo>
                  <a:lnTo>
                    <a:pt x="910569" y="4077351"/>
                  </a:lnTo>
                  <a:lnTo>
                    <a:pt x="910687" y="4077351"/>
                  </a:lnTo>
                  <a:lnTo>
                    <a:pt x="910804" y="4077351"/>
                  </a:lnTo>
                  <a:lnTo>
                    <a:pt x="910804" y="4076920"/>
                  </a:lnTo>
                  <a:lnTo>
                    <a:pt x="910804" y="4076490"/>
                  </a:lnTo>
                  <a:lnTo>
                    <a:pt x="910922" y="4076490"/>
                  </a:lnTo>
                  <a:lnTo>
                    <a:pt x="911040" y="4076490"/>
                  </a:lnTo>
                  <a:lnTo>
                    <a:pt x="911157" y="4076490"/>
                  </a:lnTo>
                  <a:lnTo>
                    <a:pt x="911157" y="4076059"/>
                  </a:lnTo>
                  <a:lnTo>
                    <a:pt x="911157" y="4075629"/>
                  </a:lnTo>
                  <a:lnTo>
                    <a:pt x="911275" y="4075629"/>
                  </a:lnTo>
                  <a:lnTo>
                    <a:pt x="911392" y="4075629"/>
                  </a:lnTo>
                  <a:lnTo>
                    <a:pt x="911392" y="4075198"/>
                  </a:lnTo>
                  <a:lnTo>
                    <a:pt x="911510" y="4075198"/>
                  </a:lnTo>
                  <a:lnTo>
                    <a:pt x="911510" y="4074767"/>
                  </a:lnTo>
                  <a:lnTo>
                    <a:pt x="911510" y="4074337"/>
                  </a:lnTo>
                  <a:lnTo>
                    <a:pt x="911628" y="4074337"/>
                  </a:lnTo>
                  <a:lnTo>
                    <a:pt x="911745" y="4074337"/>
                  </a:lnTo>
                  <a:lnTo>
                    <a:pt x="911863" y="4074337"/>
                  </a:lnTo>
                  <a:lnTo>
                    <a:pt x="911863" y="4073906"/>
                  </a:lnTo>
                  <a:lnTo>
                    <a:pt x="911981" y="4073906"/>
                  </a:lnTo>
                  <a:lnTo>
                    <a:pt x="911981" y="4073476"/>
                  </a:lnTo>
                  <a:lnTo>
                    <a:pt x="912098" y="4073476"/>
                  </a:lnTo>
                  <a:lnTo>
                    <a:pt x="912216" y="4073476"/>
                  </a:lnTo>
                  <a:lnTo>
                    <a:pt x="912333" y="4073476"/>
                  </a:lnTo>
                  <a:lnTo>
                    <a:pt x="912333" y="4073045"/>
                  </a:lnTo>
                  <a:lnTo>
                    <a:pt x="912451" y="4073045"/>
                  </a:lnTo>
                  <a:lnTo>
                    <a:pt x="912451" y="4072614"/>
                  </a:lnTo>
                  <a:lnTo>
                    <a:pt x="912451" y="4072184"/>
                  </a:lnTo>
                  <a:lnTo>
                    <a:pt x="912569" y="4072184"/>
                  </a:lnTo>
                  <a:lnTo>
                    <a:pt x="912686" y="4072184"/>
                  </a:lnTo>
                  <a:lnTo>
                    <a:pt x="912804" y="4072184"/>
                  </a:lnTo>
                  <a:lnTo>
                    <a:pt x="912921" y="4072184"/>
                  </a:lnTo>
                  <a:lnTo>
                    <a:pt x="912921" y="4071753"/>
                  </a:lnTo>
                  <a:lnTo>
                    <a:pt x="913039" y="4071753"/>
                  </a:lnTo>
                  <a:lnTo>
                    <a:pt x="913039" y="4071323"/>
                  </a:lnTo>
                  <a:lnTo>
                    <a:pt x="913157" y="4071323"/>
                  </a:lnTo>
                  <a:lnTo>
                    <a:pt x="913274" y="4071323"/>
                  </a:lnTo>
                  <a:lnTo>
                    <a:pt x="913392" y="4071323"/>
                  </a:lnTo>
                  <a:lnTo>
                    <a:pt x="913509" y="4071323"/>
                  </a:lnTo>
                  <a:lnTo>
                    <a:pt x="913627" y="4071323"/>
                  </a:lnTo>
                  <a:lnTo>
                    <a:pt x="913745" y="4071323"/>
                  </a:lnTo>
                  <a:lnTo>
                    <a:pt x="913745" y="4070892"/>
                  </a:lnTo>
                  <a:lnTo>
                    <a:pt x="913745" y="4070461"/>
                  </a:lnTo>
                  <a:lnTo>
                    <a:pt x="913745" y="4070031"/>
                  </a:lnTo>
                  <a:lnTo>
                    <a:pt x="913745" y="4069600"/>
                  </a:lnTo>
                  <a:lnTo>
                    <a:pt x="913862" y="4069600"/>
                  </a:lnTo>
                  <a:lnTo>
                    <a:pt x="913862" y="4069170"/>
                  </a:lnTo>
                  <a:lnTo>
                    <a:pt x="913980" y="4069170"/>
                  </a:lnTo>
                  <a:lnTo>
                    <a:pt x="913980" y="4068739"/>
                  </a:lnTo>
                  <a:lnTo>
                    <a:pt x="914098" y="4068739"/>
                  </a:lnTo>
                  <a:lnTo>
                    <a:pt x="914215" y="4068739"/>
                  </a:lnTo>
                  <a:lnTo>
                    <a:pt x="914215" y="4068308"/>
                  </a:lnTo>
                  <a:lnTo>
                    <a:pt x="914215" y="4067878"/>
                  </a:lnTo>
                  <a:lnTo>
                    <a:pt x="914215" y="4067447"/>
                  </a:lnTo>
                  <a:lnTo>
                    <a:pt x="914333" y="4067447"/>
                  </a:lnTo>
                  <a:lnTo>
                    <a:pt x="914450" y="4067447"/>
                  </a:lnTo>
                  <a:lnTo>
                    <a:pt x="914568" y="4067447"/>
                  </a:lnTo>
                  <a:lnTo>
                    <a:pt x="914686" y="4067447"/>
                  </a:lnTo>
                  <a:lnTo>
                    <a:pt x="914803" y="4067447"/>
                  </a:lnTo>
                  <a:lnTo>
                    <a:pt x="914803" y="4067017"/>
                  </a:lnTo>
                  <a:lnTo>
                    <a:pt x="914921" y="4067017"/>
                  </a:lnTo>
                  <a:lnTo>
                    <a:pt x="915038" y="4067017"/>
                  </a:lnTo>
                  <a:lnTo>
                    <a:pt x="915038" y="4066586"/>
                  </a:lnTo>
                  <a:lnTo>
                    <a:pt x="915038" y="4066155"/>
                  </a:lnTo>
                  <a:lnTo>
                    <a:pt x="915156" y="4066155"/>
                  </a:lnTo>
                  <a:lnTo>
                    <a:pt x="915156" y="4065725"/>
                  </a:lnTo>
                  <a:lnTo>
                    <a:pt x="915274" y="4065725"/>
                  </a:lnTo>
                  <a:lnTo>
                    <a:pt x="915391" y="4065725"/>
                  </a:lnTo>
                  <a:lnTo>
                    <a:pt x="915509" y="4065725"/>
                  </a:lnTo>
                  <a:lnTo>
                    <a:pt x="915509" y="4065294"/>
                  </a:lnTo>
                  <a:lnTo>
                    <a:pt x="915627" y="4065294"/>
                  </a:lnTo>
                  <a:lnTo>
                    <a:pt x="915627" y="4064864"/>
                  </a:lnTo>
                  <a:lnTo>
                    <a:pt x="915627" y="4064433"/>
                  </a:lnTo>
                  <a:lnTo>
                    <a:pt x="915744" y="4064433"/>
                  </a:lnTo>
                  <a:lnTo>
                    <a:pt x="915862" y="4064433"/>
                  </a:lnTo>
                  <a:lnTo>
                    <a:pt x="915979" y="4064433"/>
                  </a:lnTo>
                  <a:lnTo>
                    <a:pt x="916097" y="4064433"/>
                  </a:lnTo>
                  <a:lnTo>
                    <a:pt x="916097" y="4064002"/>
                  </a:lnTo>
                  <a:lnTo>
                    <a:pt x="916215" y="4064002"/>
                  </a:lnTo>
                  <a:lnTo>
                    <a:pt x="916332" y="4064002"/>
                  </a:lnTo>
                  <a:lnTo>
                    <a:pt x="916450" y="4064002"/>
                  </a:lnTo>
                  <a:lnTo>
                    <a:pt x="916450" y="4063572"/>
                  </a:lnTo>
                  <a:lnTo>
                    <a:pt x="916450" y="4063141"/>
                  </a:lnTo>
                  <a:lnTo>
                    <a:pt x="916567" y="4063141"/>
                  </a:lnTo>
                  <a:lnTo>
                    <a:pt x="916685" y="4063141"/>
                  </a:lnTo>
                  <a:lnTo>
                    <a:pt x="916803" y="4063141"/>
                  </a:lnTo>
                  <a:lnTo>
                    <a:pt x="916920" y="4063141"/>
                  </a:lnTo>
                  <a:lnTo>
                    <a:pt x="917038" y="4063141"/>
                  </a:lnTo>
                  <a:lnTo>
                    <a:pt x="917038" y="4062711"/>
                  </a:lnTo>
                  <a:lnTo>
                    <a:pt x="917038" y="4062280"/>
                  </a:lnTo>
                  <a:lnTo>
                    <a:pt x="917038" y="4061849"/>
                  </a:lnTo>
                  <a:lnTo>
                    <a:pt x="917156" y="4061849"/>
                  </a:lnTo>
                  <a:lnTo>
                    <a:pt x="917273" y="4061849"/>
                  </a:lnTo>
                  <a:lnTo>
                    <a:pt x="917391" y="4061849"/>
                  </a:lnTo>
                  <a:lnTo>
                    <a:pt x="917391" y="4061419"/>
                  </a:lnTo>
                  <a:lnTo>
                    <a:pt x="917391" y="4060988"/>
                  </a:lnTo>
                  <a:lnTo>
                    <a:pt x="917508" y="4060988"/>
                  </a:lnTo>
                  <a:lnTo>
                    <a:pt x="917626" y="4060988"/>
                  </a:lnTo>
                  <a:lnTo>
                    <a:pt x="917626" y="4060558"/>
                  </a:lnTo>
                  <a:lnTo>
                    <a:pt x="917744" y="4060558"/>
                  </a:lnTo>
                  <a:lnTo>
                    <a:pt x="917861" y="4060558"/>
                  </a:lnTo>
                  <a:lnTo>
                    <a:pt x="917979" y="4060558"/>
                  </a:lnTo>
                  <a:lnTo>
                    <a:pt x="918096" y="4060558"/>
                  </a:lnTo>
                  <a:lnTo>
                    <a:pt x="918214" y="4060558"/>
                  </a:lnTo>
                  <a:lnTo>
                    <a:pt x="918332" y="4060558"/>
                  </a:lnTo>
                  <a:lnTo>
                    <a:pt x="918332" y="4060127"/>
                  </a:lnTo>
                  <a:lnTo>
                    <a:pt x="918332" y="4059696"/>
                  </a:lnTo>
                  <a:lnTo>
                    <a:pt x="918449" y="4059696"/>
                  </a:lnTo>
                  <a:lnTo>
                    <a:pt x="918567" y="4059696"/>
                  </a:lnTo>
                  <a:lnTo>
                    <a:pt x="918685" y="4059696"/>
                  </a:lnTo>
                  <a:lnTo>
                    <a:pt x="918802" y="4059696"/>
                  </a:lnTo>
                  <a:lnTo>
                    <a:pt x="918802" y="4059266"/>
                  </a:lnTo>
                  <a:lnTo>
                    <a:pt x="918920" y="4059266"/>
                  </a:lnTo>
                  <a:lnTo>
                    <a:pt x="918920" y="4058835"/>
                  </a:lnTo>
                  <a:lnTo>
                    <a:pt x="919037" y="4058835"/>
                  </a:lnTo>
                  <a:lnTo>
                    <a:pt x="919037" y="4058405"/>
                  </a:lnTo>
                  <a:lnTo>
                    <a:pt x="919037" y="4057974"/>
                  </a:lnTo>
                  <a:lnTo>
                    <a:pt x="919155" y="4057974"/>
                  </a:lnTo>
                  <a:lnTo>
                    <a:pt x="919273" y="4057974"/>
                  </a:lnTo>
                  <a:lnTo>
                    <a:pt x="919390" y="4057974"/>
                  </a:lnTo>
                  <a:lnTo>
                    <a:pt x="919390" y="4057543"/>
                  </a:lnTo>
                  <a:lnTo>
                    <a:pt x="919508" y="4057543"/>
                  </a:lnTo>
                  <a:lnTo>
                    <a:pt x="919625" y="4057543"/>
                  </a:lnTo>
                  <a:lnTo>
                    <a:pt x="919625" y="4057113"/>
                  </a:lnTo>
                  <a:lnTo>
                    <a:pt x="919743" y="4057113"/>
                  </a:lnTo>
                  <a:lnTo>
                    <a:pt x="919861" y="4057113"/>
                  </a:lnTo>
                  <a:lnTo>
                    <a:pt x="919978" y="4057113"/>
                  </a:lnTo>
                  <a:lnTo>
                    <a:pt x="920096" y="4057113"/>
                  </a:lnTo>
                  <a:lnTo>
                    <a:pt x="920096" y="4056682"/>
                  </a:lnTo>
                  <a:lnTo>
                    <a:pt x="920096" y="4056252"/>
                  </a:lnTo>
                  <a:lnTo>
                    <a:pt x="920214" y="4056252"/>
                  </a:lnTo>
                  <a:lnTo>
                    <a:pt x="920331" y="4056252"/>
                  </a:lnTo>
                  <a:lnTo>
                    <a:pt x="920449" y="4056252"/>
                  </a:lnTo>
                  <a:lnTo>
                    <a:pt x="920566" y="4056252"/>
                  </a:lnTo>
                  <a:lnTo>
                    <a:pt x="920684" y="4056252"/>
                  </a:lnTo>
                  <a:lnTo>
                    <a:pt x="920684" y="4055821"/>
                  </a:lnTo>
                  <a:lnTo>
                    <a:pt x="920802" y="4055821"/>
                  </a:lnTo>
                  <a:lnTo>
                    <a:pt x="920919" y="4055821"/>
                  </a:lnTo>
                  <a:lnTo>
                    <a:pt x="920919" y="4055390"/>
                  </a:lnTo>
                  <a:lnTo>
                    <a:pt x="921037" y="4055390"/>
                  </a:lnTo>
                  <a:lnTo>
                    <a:pt x="921037" y="4054960"/>
                  </a:lnTo>
                  <a:lnTo>
                    <a:pt x="921154" y="4054960"/>
                  </a:lnTo>
                  <a:lnTo>
                    <a:pt x="921154" y="4054529"/>
                  </a:lnTo>
                  <a:lnTo>
                    <a:pt x="921272" y="4054529"/>
                  </a:lnTo>
                  <a:lnTo>
                    <a:pt x="921390" y="4054529"/>
                  </a:lnTo>
                  <a:lnTo>
                    <a:pt x="921390" y="4054099"/>
                  </a:lnTo>
                  <a:lnTo>
                    <a:pt x="921507" y="4054099"/>
                  </a:lnTo>
                  <a:lnTo>
                    <a:pt x="921625" y="4054099"/>
                  </a:lnTo>
                  <a:lnTo>
                    <a:pt x="921742" y="4054099"/>
                  </a:lnTo>
                  <a:lnTo>
                    <a:pt x="921742" y="4053668"/>
                  </a:lnTo>
                  <a:lnTo>
                    <a:pt x="921742" y="4053237"/>
                  </a:lnTo>
                  <a:lnTo>
                    <a:pt x="921860" y="4053237"/>
                  </a:lnTo>
                  <a:lnTo>
                    <a:pt x="921978" y="4053237"/>
                  </a:lnTo>
                  <a:lnTo>
                    <a:pt x="922095" y="4053237"/>
                  </a:lnTo>
                  <a:lnTo>
                    <a:pt x="922213" y="4053237"/>
                  </a:lnTo>
                  <a:lnTo>
                    <a:pt x="922331" y="4053237"/>
                  </a:lnTo>
                  <a:lnTo>
                    <a:pt x="922331" y="4052807"/>
                  </a:lnTo>
                  <a:lnTo>
                    <a:pt x="922331" y="4052376"/>
                  </a:lnTo>
                  <a:lnTo>
                    <a:pt x="922448" y="4052376"/>
                  </a:lnTo>
                  <a:lnTo>
                    <a:pt x="922448" y="4051946"/>
                  </a:lnTo>
                  <a:lnTo>
                    <a:pt x="922448" y="4051515"/>
                  </a:lnTo>
                  <a:lnTo>
                    <a:pt x="922566" y="4051515"/>
                  </a:lnTo>
                  <a:lnTo>
                    <a:pt x="922683" y="4051515"/>
                  </a:lnTo>
                  <a:lnTo>
                    <a:pt x="922801" y="4051515"/>
                  </a:lnTo>
                  <a:lnTo>
                    <a:pt x="922801" y="4051084"/>
                  </a:lnTo>
                  <a:lnTo>
                    <a:pt x="922801" y="4050654"/>
                  </a:lnTo>
                  <a:lnTo>
                    <a:pt x="922919" y="4050654"/>
                  </a:lnTo>
                  <a:lnTo>
                    <a:pt x="922919" y="4050223"/>
                  </a:lnTo>
                  <a:lnTo>
                    <a:pt x="923036" y="4050223"/>
                  </a:lnTo>
                  <a:lnTo>
                    <a:pt x="923036" y="4049793"/>
                  </a:lnTo>
                  <a:lnTo>
                    <a:pt x="923154" y="4049793"/>
                  </a:lnTo>
                  <a:lnTo>
                    <a:pt x="923154" y="4049362"/>
                  </a:lnTo>
                  <a:lnTo>
                    <a:pt x="923271" y="4049362"/>
                  </a:lnTo>
                  <a:lnTo>
                    <a:pt x="923389" y="4049362"/>
                  </a:lnTo>
                  <a:lnTo>
                    <a:pt x="923507" y="4049362"/>
                  </a:lnTo>
                  <a:lnTo>
                    <a:pt x="923507" y="4048931"/>
                  </a:lnTo>
                  <a:lnTo>
                    <a:pt x="923624" y="4048931"/>
                  </a:lnTo>
                  <a:lnTo>
                    <a:pt x="923742" y="4048931"/>
                  </a:lnTo>
                  <a:lnTo>
                    <a:pt x="923860" y="4048931"/>
                  </a:lnTo>
                  <a:lnTo>
                    <a:pt x="923977" y="4048931"/>
                  </a:lnTo>
                  <a:lnTo>
                    <a:pt x="924095" y="4048931"/>
                  </a:lnTo>
                  <a:lnTo>
                    <a:pt x="924212" y="4048931"/>
                  </a:lnTo>
                  <a:lnTo>
                    <a:pt x="924212" y="4048501"/>
                  </a:lnTo>
                  <a:lnTo>
                    <a:pt x="924330" y="4048501"/>
                  </a:lnTo>
                  <a:lnTo>
                    <a:pt x="924448" y="4048501"/>
                  </a:lnTo>
                  <a:lnTo>
                    <a:pt x="924565" y="4048501"/>
                  </a:lnTo>
                  <a:lnTo>
                    <a:pt x="924565" y="4048070"/>
                  </a:lnTo>
                  <a:lnTo>
                    <a:pt x="924683" y="4048070"/>
                  </a:lnTo>
                  <a:lnTo>
                    <a:pt x="924683" y="4047640"/>
                  </a:lnTo>
                  <a:lnTo>
                    <a:pt x="924800" y="4047640"/>
                  </a:lnTo>
                  <a:lnTo>
                    <a:pt x="924800" y="4047209"/>
                  </a:lnTo>
                  <a:lnTo>
                    <a:pt x="924918" y="4047209"/>
                  </a:lnTo>
                  <a:lnTo>
                    <a:pt x="925036" y="4047209"/>
                  </a:lnTo>
                  <a:lnTo>
                    <a:pt x="925036" y="4046778"/>
                  </a:lnTo>
                  <a:lnTo>
                    <a:pt x="925153" y="4046778"/>
                  </a:lnTo>
                  <a:lnTo>
                    <a:pt x="925153" y="4046348"/>
                  </a:lnTo>
                  <a:lnTo>
                    <a:pt x="925271" y="4046348"/>
                  </a:lnTo>
                  <a:lnTo>
                    <a:pt x="925389" y="4046348"/>
                  </a:lnTo>
                  <a:lnTo>
                    <a:pt x="925506" y="4046348"/>
                  </a:lnTo>
                  <a:lnTo>
                    <a:pt x="925624" y="4046348"/>
                  </a:lnTo>
                  <a:lnTo>
                    <a:pt x="925624" y="4045917"/>
                  </a:lnTo>
                  <a:lnTo>
                    <a:pt x="925741" y="4045917"/>
                  </a:lnTo>
                  <a:lnTo>
                    <a:pt x="925859" y="4045917"/>
                  </a:lnTo>
                  <a:lnTo>
                    <a:pt x="925977" y="4045917"/>
                  </a:lnTo>
                  <a:lnTo>
                    <a:pt x="926094" y="4045917"/>
                  </a:lnTo>
                  <a:lnTo>
                    <a:pt x="926212" y="4045917"/>
                  </a:lnTo>
                  <a:lnTo>
                    <a:pt x="926329" y="4045917"/>
                  </a:lnTo>
                  <a:lnTo>
                    <a:pt x="926447" y="4045917"/>
                  </a:lnTo>
                  <a:lnTo>
                    <a:pt x="926565" y="4045917"/>
                  </a:lnTo>
                  <a:lnTo>
                    <a:pt x="926682" y="4045917"/>
                  </a:lnTo>
                  <a:lnTo>
                    <a:pt x="926800" y="4045917"/>
                  </a:lnTo>
                  <a:lnTo>
                    <a:pt x="926800" y="4045487"/>
                  </a:lnTo>
                  <a:lnTo>
                    <a:pt x="926800" y="4045056"/>
                  </a:lnTo>
                  <a:lnTo>
                    <a:pt x="926800" y="4044625"/>
                  </a:lnTo>
                  <a:lnTo>
                    <a:pt x="926918" y="4044625"/>
                  </a:lnTo>
                  <a:lnTo>
                    <a:pt x="926918" y="4044195"/>
                  </a:lnTo>
                  <a:lnTo>
                    <a:pt x="926918" y="4043764"/>
                  </a:lnTo>
                  <a:lnTo>
                    <a:pt x="926918" y="4043334"/>
                  </a:lnTo>
                  <a:lnTo>
                    <a:pt x="927035" y="4043334"/>
                  </a:lnTo>
                  <a:lnTo>
                    <a:pt x="927153" y="4043334"/>
                  </a:lnTo>
                  <a:lnTo>
                    <a:pt x="927270" y="4043334"/>
                  </a:lnTo>
                  <a:lnTo>
                    <a:pt x="927270" y="4042903"/>
                  </a:lnTo>
                  <a:lnTo>
                    <a:pt x="927270" y="4042472"/>
                  </a:lnTo>
                  <a:lnTo>
                    <a:pt x="927388" y="4042472"/>
                  </a:lnTo>
                  <a:lnTo>
                    <a:pt x="927388" y="4042042"/>
                  </a:lnTo>
                  <a:lnTo>
                    <a:pt x="927506" y="4042042"/>
                  </a:lnTo>
                  <a:lnTo>
                    <a:pt x="927506" y="4041611"/>
                  </a:lnTo>
                  <a:lnTo>
                    <a:pt x="927506" y="4041181"/>
                  </a:lnTo>
                  <a:lnTo>
                    <a:pt x="927506" y="4040750"/>
                  </a:lnTo>
                  <a:lnTo>
                    <a:pt x="927623" y="4040750"/>
                  </a:lnTo>
                  <a:lnTo>
                    <a:pt x="927623" y="4040319"/>
                  </a:lnTo>
                  <a:lnTo>
                    <a:pt x="927623" y="4039889"/>
                  </a:lnTo>
                  <a:lnTo>
                    <a:pt x="927741" y="4039889"/>
                  </a:lnTo>
                  <a:lnTo>
                    <a:pt x="927858" y="4039889"/>
                  </a:lnTo>
                  <a:lnTo>
                    <a:pt x="927858" y="4039458"/>
                  </a:lnTo>
                  <a:lnTo>
                    <a:pt x="927976" y="4039458"/>
                  </a:lnTo>
                  <a:lnTo>
                    <a:pt x="928094" y="4039458"/>
                  </a:lnTo>
                  <a:lnTo>
                    <a:pt x="928211" y="4039458"/>
                  </a:lnTo>
                  <a:lnTo>
                    <a:pt x="928329" y="4039458"/>
                  </a:lnTo>
                  <a:lnTo>
                    <a:pt x="928447" y="4039458"/>
                  </a:lnTo>
                  <a:lnTo>
                    <a:pt x="928447" y="4039028"/>
                  </a:lnTo>
                  <a:lnTo>
                    <a:pt x="928447" y="4038597"/>
                  </a:lnTo>
                  <a:lnTo>
                    <a:pt x="928564" y="4038597"/>
                  </a:lnTo>
                  <a:lnTo>
                    <a:pt x="928682" y="4038597"/>
                  </a:lnTo>
                  <a:lnTo>
                    <a:pt x="928799" y="4038597"/>
                  </a:lnTo>
                  <a:lnTo>
                    <a:pt x="928917" y="4038597"/>
                  </a:lnTo>
                  <a:lnTo>
                    <a:pt x="928917" y="4038166"/>
                  </a:lnTo>
                  <a:lnTo>
                    <a:pt x="928917" y="4037736"/>
                  </a:lnTo>
                  <a:lnTo>
                    <a:pt x="929035" y="4037736"/>
                  </a:lnTo>
                  <a:lnTo>
                    <a:pt x="929035" y="4037305"/>
                  </a:lnTo>
                  <a:lnTo>
                    <a:pt x="929152" y="4037305"/>
                  </a:lnTo>
                  <a:lnTo>
                    <a:pt x="929152" y="4036875"/>
                  </a:lnTo>
                  <a:lnTo>
                    <a:pt x="929152" y="4036444"/>
                  </a:lnTo>
                  <a:lnTo>
                    <a:pt x="929270" y="4036444"/>
                  </a:lnTo>
                  <a:lnTo>
                    <a:pt x="929270" y="4036013"/>
                  </a:lnTo>
                  <a:lnTo>
                    <a:pt x="929270" y="4035583"/>
                  </a:lnTo>
                  <a:lnTo>
                    <a:pt x="929387" y="4035583"/>
                  </a:lnTo>
                  <a:lnTo>
                    <a:pt x="929505" y="4035583"/>
                  </a:lnTo>
                  <a:lnTo>
                    <a:pt x="929623" y="4035583"/>
                  </a:lnTo>
                  <a:lnTo>
                    <a:pt x="929740" y="4035583"/>
                  </a:lnTo>
                  <a:lnTo>
                    <a:pt x="929858" y="4035583"/>
                  </a:lnTo>
                  <a:lnTo>
                    <a:pt x="929975" y="4035583"/>
                  </a:lnTo>
                  <a:lnTo>
                    <a:pt x="930093" y="4035583"/>
                  </a:lnTo>
                  <a:lnTo>
                    <a:pt x="930093" y="4035152"/>
                  </a:lnTo>
                  <a:lnTo>
                    <a:pt x="930211" y="4035152"/>
                  </a:lnTo>
                  <a:lnTo>
                    <a:pt x="930328" y="4035152"/>
                  </a:lnTo>
                  <a:lnTo>
                    <a:pt x="930328" y="4034722"/>
                  </a:lnTo>
                  <a:lnTo>
                    <a:pt x="930446" y="4034722"/>
                  </a:lnTo>
                  <a:lnTo>
                    <a:pt x="930564" y="4034722"/>
                  </a:lnTo>
                  <a:lnTo>
                    <a:pt x="930564" y="4034291"/>
                  </a:lnTo>
                  <a:lnTo>
                    <a:pt x="930681" y="4034291"/>
                  </a:lnTo>
                  <a:lnTo>
                    <a:pt x="930681" y="4033860"/>
                  </a:lnTo>
                  <a:lnTo>
                    <a:pt x="930799" y="4033860"/>
                  </a:lnTo>
                  <a:lnTo>
                    <a:pt x="930916" y="4033860"/>
                  </a:lnTo>
                  <a:lnTo>
                    <a:pt x="930916" y="4033430"/>
                  </a:lnTo>
                  <a:lnTo>
                    <a:pt x="931034" y="4033430"/>
                  </a:lnTo>
                  <a:lnTo>
                    <a:pt x="931152" y="4033430"/>
                  </a:lnTo>
                  <a:lnTo>
                    <a:pt x="931269" y="4033430"/>
                  </a:lnTo>
                  <a:lnTo>
                    <a:pt x="931269" y="4032999"/>
                  </a:lnTo>
                  <a:lnTo>
                    <a:pt x="931387" y="4032999"/>
                  </a:lnTo>
                  <a:lnTo>
                    <a:pt x="931504" y="4032999"/>
                  </a:lnTo>
                  <a:lnTo>
                    <a:pt x="931622" y="4032999"/>
                  </a:lnTo>
                  <a:lnTo>
                    <a:pt x="931740" y="4032999"/>
                  </a:lnTo>
                  <a:lnTo>
                    <a:pt x="931857" y="4032999"/>
                  </a:lnTo>
                  <a:lnTo>
                    <a:pt x="931975" y="4032999"/>
                  </a:lnTo>
                  <a:lnTo>
                    <a:pt x="932093" y="4032999"/>
                  </a:lnTo>
                  <a:lnTo>
                    <a:pt x="932210" y="4032999"/>
                  </a:lnTo>
                  <a:lnTo>
                    <a:pt x="932210" y="4032569"/>
                  </a:lnTo>
                  <a:lnTo>
                    <a:pt x="932210" y="4032138"/>
                  </a:lnTo>
                  <a:lnTo>
                    <a:pt x="932328" y="4032138"/>
                  </a:lnTo>
                  <a:lnTo>
                    <a:pt x="932445" y="4032138"/>
                  </a:lnTo>
                  <a:lnTo>
                    <a:pt x="932445" y="4031707"/>
                  </a:lnTo>
                  <a:lnTo>
                    <a:pt x="932445" y="4031277"/>
                  </a:lnTo>
                  <a:lnTo>
                    <a:pt x="932563" y="4031277"/>
                  </a:lnTo>
                  <a:lnTo>
                    <a:pt x="932563" y="4030846"/>
                  </a:lnTo>
                  <a:lnTo>
                    <a:pt x="932681" y="4030846"/>
                  </a:lnTo>
                  <a:lnTo>
                    <a:pt x="932798" y="4030846"/>
                  </a:lnTo>
                  <a:lnTo>
                    <a:pt x="932916" y="4030846"/>
                  </a:lnTo>
                  <a:lnTo>
                    <a:pt x="933033" y="4030846"/>
                  </a:lnTo>
                  <a:lnTo>
                    <a:pt x="933151" y="4030846"/>
                  </a:lnTo>
                  <a:lnTo>
                    <a:pt x="933269" y="4030846"/>
                  </a:lnTo>
                  <a:lnTo>
                    <a:pt x="933386" y="4030846"/>
                  </a:lnTo>
                  <a:lnTo>
                    <a:pt x="933504" y="4030846"/>
                  </a:lnTo>
                  <a:lnTo>
                    <a:pt x="933622" y="4030846"/>
                  </a:lnTo>
                  <a:lnTo>
                    <a:pt x="933739" y="4030846"/>
                  </a:lnTo>
                  <a:lnTo>
                    <a:pt x="933857" y="4030846"/>
                  </a:lnTo>
                  <a:lnTo>
                    <a:pt x="933974" y="4030846"/>
                  </a:lnTo>
                  <a:lnTo>
                    <a:pt x="934092" y="4030846"/>
                  </a:lnTo>
                  <a:lnTo>
                    <a:pt x="934092" y="4030416"/>
                  </a:lnTo>
                  <a:lnTo>
                    <a:pt x="934092" y="4029985"/>
                  </a:lnTo>
                  <a:lnTo>
                    <a:pt x="934210" y="4029985"/>
                  </a:lnTo>
                  <a:lnTo>
                    <a:pt x="934327" y="4029985"/>
                  </a:lnTo>
                  <a:lnTo>
                    <a:pt x="934445" y="4029985"/>
                  </a:lnTo>
                  <a:lnTo>
                    <a:pt x="934562" y="4029985"/>
                  </a:lnTo>
                  <a:lnTo>
                    <a:pt x="934680" y="4029985"/>
                  </a:lnTo>
                  <a:lnTo>
                    <a:pt x="934680" y="4029554"/>
                  </a:lnTo>
                  <a:lnTo>
                    <a:pt x="934798" y="4029554"/>
                  </a:lnTo>
                  <a:lnTo>
                    <a:pt x="934798" y="4029124"/>
                  </a:lnTo>
                  <a:lnTo>
                    <a:pt x="934798" y="4028693"/>
                  </a:lnTo>
                  <a:lnTo>
                    <a:pt x="934915" y="4028693"/>
                  </a:lnTo>
                  <a:lnTo>
                    <a:pt x="934915" y="4028263"/>
                  </a:lnTo>
                  <a:lnTo>
                    <a:pt x="935033" y="4028263"/>
                  </a:lnTo>
                  <a:lnTo>
                    <a:pt x="935151" y="4028263"/>
                  </a:lnTo>
                  <a:lnTo>
                    <a:pt x="935151" y="4027832"/>
                  </a:lnTo>
                  <a:lnTo>
                    <a:pt x="935268" y="4027832"/>
                  </a:lnTo>
                  <a:lnTo>
                    <a:pt x="935268" y="4027401"/>
                  </a:lnTo>
                  <a:lnTo>
                    <a:pt x="935268" y="4026971"/>
                  </a:lnTo>
                  <a:lnTo>
                    <a:pt x="935386" y="4026971"/>
                  </a:lnTo>
                  <a:lnTo>
                    <a:pt x="935503" y="4026971"/>
                  </a:lnTo>
                  <a:lnTo>
                    <a:pt x="935621" y="4026971"/>
                  </a:lnTo>
                  <a:lnTo>
                    <a:pt x="935739" y="4026971"/>
                  </a:lnTo>
                  <a:lnTo>
                    <a:pt x="935856" y="4026971"/>
                  </a:lnTo>
                  <a:lnTo>
                    <a:pt x="935856" y="4026540"/>
                  </a:lnTo>
                  <a:lnTo>
                    <a:pt x="935974" y="4026540"/>
                  </a:lnTo>
                  <a:lnTo>
                    <a:pt x="936091" y="4026540"/>
                  </a:lnTo>
                  <a:lnTo>
                    <a:pt x="936091" y="4026110"/>
                  </a:lnTo>
                  <a:lnTo>
                    <a:pt x="936209" y="4026110"/>
                  </a:lnTo>
                  <a:lnTo>
                    <a:pt x="936327" y="4026110"/>
                  </a:lnTo>
                  <a:lnTo>
                    <a:pt x="936327" y="4025679"/>
                  </a:lnTo>
                  <a:lnTo>
                    <a:pt x="936444" y="4025679"/>
                  </a:lnTo>
                  <a:lnTo>
                    <a:pt x="936562" y="4025679"/>
                  </a:lnTo>
                  <a:lnTo>
                    <a:pt x="936680" y="4025679"/>
                  </a:lnTo>
                  <a:lnTo>
                    <a:pt x="936797" y="4025679"/>
                  </a:lnTo>
                  <a:lnTo>
                    <a:pt x="936915" y="4025679"/>
                  </a:lnTo>
                  <a:lnTo>
                    <a:pt x="936915" y="4025248"/>
                  </a:lnTo>
                  <a:lnTo>
                    <a:pt x="937032" y="4025248"/>
                  </a:lnTo>
                  <a:lnTo>
                    <a:pt x="937032" y="4024818"/>
                  </a:lnTo>
                  <a:lnTo>
                    <a:pt x="937150" y="4024818"/>
                  </a:lnTo>
                  <a:lnTo>
                    <a:pt x="937268" y="4024818"/>
                  </a:lnTo>
                  <a:lnTo>
                    <a:pt x="937385" y="4024818"/>
                  </a:lnTo>
                  <a:lnTo>
                    <a:pt x="937503" y="4024818"/>
                  </a:lnTo>
                  <a:lnTo>
                    <a:pt x="937620" y="4024818"/>
                  </a:lnTo>
                  <a:lnTo>
                    <a:pt x="937738" y="4024818"/>
                  </a:lnTo>
                  <a:lnTo>
                    <a:pt x="937856" y="4024818"/>
                  </a:lnTo>
                  <a:lnTo>
                    <a:pt x="937856" y="4024387"/>
                  </a:lnTo>
                  <a:lnTo>
                    <a:pt x="937856" y="4023957"/>
                  </a:lnTo>
                  <a:lnTo>
                    <a:pt x="937856" y="4023526"/>
                  </a:lnTo>
                  <a:lnTo>
                    <a:pt x="937856" y="4023095"/>
                  </a:lnTo>
                  <a:lnTo>
                    <a:pt x="937856" y="4022665"/>
                  </a:lnTo>
                  <a:lnTo>
                    <a:pt x="937973" y="4022665"/>
                  </a:lnTo>
                  <a:lnTo>
                    <a:pt x="938091" y="4022665"/>
                  </a:lnTo>
                  <a:lnTo>
                    <a:pt x="938208" y="4022665"/>
                  </a:lnTo>
                  <a:lnTo>
                    <a:pt x="938326" y="4022665"/>
                  </a:lnTo>
                  <a:lnTo>
                    <a:pt x="938444" y="4022665"/>
                  </a:lnTo>
                  <a:lnTo>
                    <a:pt x="938444" y="4022234"/>
                  </a:lnTo>
                  <a:lnTo>
                    <a:pt x="938561" y="4022234"/>
                  </a:lnTo>
                  <a:lnTo>
                    <a:pt x="938679" y="4022234"/>
                  </a:lnTo>
                  <a:lnTo>
                    <a:pt x="938797" y="4022234"/>
                  </a:lnTo>
                  <a:lnTo>
                    <a:pt x="938914" y="4022234"/>
                  </a:lnTo>
                  <a:lnTo>
                    <a:pt x="939032" y="4022234"/>
                  </a:lnTo>
                  <a:lnTo>
                    <a:pt x="939149" y="4022234"/>
                  </a:lnTo>
                  <a:lnTo>
                    <a:pt x="939267" y="4022234"/>
                  </a:lnTo>
                  <a:lnTo>
                    <a:pt x="939385" y="4022234"/>
                  </a:lnTo>
                  <a:lnTo>
                    <a:pt x="939385" y="4021804"/>
                  </a:lnTo>
                  <a:lnTo>
                    <a:pt x="939502" y="4021804"/>
                  </a:lnTo>
                  <a:lnTo>
                    <a:pt x="939620" y="4021804"/>
                  </a:lnTo>
                  <a:lnTo>
                    <a:pt x="939620" y="4021373"/>
                  </a:lnTo>
                  <a:lnTo>
                    <a:pt x="939620" y="4020942"/>
                  </a:lnTo>
                  <a:lnTo>
                    <a:pt x="939737" y="4020942"/>
                  </a:lnTo>
                  <a:lnTo>
                    <a:pt x="939855" y="4020942"/>
                  </a:lnTo>
                  <a:lnTo>
                    <a:pt x="939973" y="4020942"/>
                  </a:lnTo>
                  <a:lnTo>
                    <a:pt x="939973" y="4020512"/>
                  </a:lnTo>
                  <a:lnTo>
                    <a:pt x="940090" y="4020512"/>
                  </a:lnTo>
                  <a:lnTo>
                    <a:pt x="940090" y="4020081"/>
                  </a:lnTo>
                  <a:lnTo>
                    <a:pt x="940208" y="4020081"/>
                  </a:lnTo>
                  <a:lnTo>
                    <a:pt x="940326" y="4020081"/>
                  </a:lnTo>
                  <a:lnTo>
                    <a:pt x="940443" y="4020081"/>
                  </a:lnTo>
                  <a:lnTo>
                    <a:pt x="940561" y="4020081"/>
                  </a:lnTo>
                  <a:lnTo>
                    <a:pt x="940678" y="4020081"/>
                  </a:lnTo>
                  <a:lnTo>
                    <a:pt x="940796" y="4020081"/>
                  </a:lnTo>
                  <a:lnTo>
                    <a:pt x="940914" y="4020081"/>
                  </a:lnTo>
                  <a:lnTo>
                    <a:pt x="941031" y="4020081"/>
                  </a:lnTo>
                  <a:lnTo>
                    <a:pt x="941031" y="4019651"/>
                  </a:lnTo>
                  <a:lnTo>
                    <a:pt x="941149" y="4019651"/>
                  </a:lnTo>
                  <a:lnTo>
                    <a:pt x="941266" y="4019651"/>
                  </a:lnTo>
                  <a:lnTo>
                    <a:pt x="941384" y="4019651"/>
                  </a:lnTo>
                  <a:lnTo>
                    <a:pt x="941502" y="4019651"/>
                  </a:lnTo>
                  <a:lnTo>
                    <a:pt x="941502" y="4019220"/>
                  </a:lnTo>
                  <a:lnTo>
                    <a:pt x="941619" y="4019220"/>
                  </a:lnTo>
                  <a:lnTo>
                    <a:pt x="941619" y="4018789"/>
                  </a:lnTo>
                  <a:lnTo>
                    <a:pt x="941619" y="4018359"/>
                  </a:lnTo>
                  <a:lnTo>
                    <a:pt x="941737" y="4018359"/>
                  </a:lnTo>
                  <a:lnTo>
                    <a:pt x="941855" y="4018359"/>
                  </a:lnTo>
                  <a:lnTo>
                    <a:pt x="941972" y="4018359"/>
                  </a:lnTo>
                  <a:lnTo>
                    <a:pt x="942090" y="4018359"/>
                  </a:lnTo>
                  <a:lnTo>
                    <a:pt x="942207" y="4018359"/>
                  </a:lnTo>
                  <a:lnTo>
                    <a:pt x="942325" y="4018359"/>
                  </a:lnTo>
                  <a:lnTo>
                    <a:pt x="942443" y="4018359"/>
                  </a:lnTo>
                  <a:lnTo>
                    <a:pt x="942560" y="4018359"/>
                  </a:lnTo>
                  <a:lnTo>
                    <a:pt x="942678" y="4018359"/>
                  </a:lnTo>
                  <a:lnTo>
                    <a:pt x="942795" y="4018359"/>
                  </a:lnTo>
                  <a:lnTo>
                    <a:pt x="942913" y="4018359"/>
                  </a:lnTo>
                  <a:lnTo>
                    <a:pt x="942913" y="4017928"/>
                  </a:lnTo>
                  <a:lnTo>
                    <a:pt x="942913" y="4017498"/>
                  </a:lnTo>
                  <a:lnTo>
                    <a:pt x="943031" y="4017498"/>
                  </a:lnTo>
                  <a:lnTo>
                    <a:pt x="943031" y="4017067"/>
                  </a:lnTo>
                  <a:lnTo>
                    <a:pt x="943148" y="4017067"/>
                  </a:lnTo>
                  <a:lnTo>
                    <a:pt x="943266" y="4017067"/>
                  </a:lnTo>
                  <a:lnTo>
                    <a:pt x="943266" y="4016636"/>
                  </a:lnTo>
                  <a:lnTo>
                    <a:pt x="943384" y="4016636"/>
                  </a:lnTo>
                  <a:lnTo>
                    <a:pt x="943384" y="4016206"/>
                  </a:lnTo>
                  <a:lnTo>
                    <a:pt x="943501" y="4016206"/>
                  </a:lnTo>
                  <a:lnTo>
                    <a:pt x="943619" y="4016206"/>
                  </a:lnTo>
                  <a:lnTo>
                    <a:pt x="943736" y="4016206"/>
                  </a:lnTo>
                  <a:lnTo>
                    <a:pt x="943736" y="4015775"/>
                  </a:lnTo>
                  <a:lnTo>
                    <a:pt x="943854" y="4015775"/>
                  </a:lnTo>
                  <a:lnTo>
                    <a:pt x="943854" y="4015345"/>
                  </a:lnTo>
                  <a:lnTo>
                    <a:pt x="943854" y="4014914"/>
                  </a:lnTo>
                  <a:lnTo>
                    <a:pt x="943972" y="4014914"/>
                  </a:lnTo>
                  <a:lnTo>
                    <a:pt x="944089" y="4014914"/>
                  </a:lnTo>
                  <a:lnTo>
                    <a:pt x="944207" y="4014914"/>
                  </a:lnTo>
                  <a:lnTo>
                    <a:pt x="944324" y="4014914"/>
                  </a:lnTo>
                  <a:lnTo>
                    <a:pt x="944324" y="4014483"/>
                  </a:lnTo>
                  <a:lnTo>
                    <a:pt x="944324" y="4014053"/>
                  </a:lnTo>
                  <a:lnTo>
                    <a:pt x="944324" y="4013622"/>
                  </a:lnTo>
                  <a:lnTo>
                    <a:pt x="944324" y="4013192"/>
                  </a:lnTo>
                  <a:lnTo>
                    <a:pt x="944324" y="4012761"/>
                  </a:lnTo>
                  <a:lnTo>
                    <a:pt x="944324" y="4012330"/>
                  </a:lnTo>
                  <a:lnTo>
                    <a:pt x="944442" y="4012330"/>
                  </a:lnTo>
                  <a:lnTo>
                    <a:pt x="944560" y="4012330"/>
                  </a:lnTo>
                  <a:lnTo>
                    <a:pt x="944677" y="4012330"/>
                  </a:lnTo>
                  <a:lnTo>
                    <a:pt x="944795" y="4012330"/>
                  </a:lnTo>
                  <a:lnTo>
                    <a:pt x="944913" y="4012330"/>
                  </a:lnTo>
                  <a:lnTo>
                    <a:pt x="944913" y="4011900"/>
                  </a:lnTo>
                  <a:lnTo>
                    <a:pt x="945030" y="4011900"/>
                  </a:lnTo>
                  <a:lnTo>
                    <a:pt x="945148" y="4011900"/>
                  </a:lnTo>
                  <a:lnTo>
                    <a:pt x="945265" y="4011900"/>
                  </a:lnTo>
                  <a:lnTo>
                    <a:pt x="945265" y="4011469"/>
                  </a:lnTo>
                  <a:lnTo>
                    <a:pt x="945383" y="4011469"/>
                  </a:lnTo>
                  <a:lnTo>
                    <a:pt x="945501" y="4011469"/>
                  </a:lnTo>
                  <a:lnTo>
                    <a:pt x="945618" y="4011469"/>
                  </a:lnTo>
                  <a:lnTo>
                    <a:pt x="945736" y="4011469"/>
                  </a:lnTo>
                  <a:lnTo>
                    <a:pt x="945853" y="4011469"/>
                  </a:lnTo>
                  <a:lnTo>
                    <a:pt x="945971" y="4011469"/>
                  </a:lnTo>
                  <a:lnTo>
                    <a:pt x="946089" y="4011469"/>
                  </a:lnTo>
                  <a:lnTo>
                    <a:pt x="946206" y="4011469"/>
                  </a:lnTo>
                  <a:lnTo>
                    <a:pt x="946324" y="4011469"/>
                  </a:lnTo>
                  <a:lnTo>
                    <a:pt x="946324" y="4011039"/>
                  </a:lnTo>
                  <a:lnTo>
                    <a:pt x="946441" y="4011039"/>
                  </a:lnTo>
                  <a:lnTo>
                    <a:pt x="946559" y="4011039"/>
                  </a:lnTo>
                  <a:lnTo>
                    <a:pt x="946559" y="4010608"/>
                  </a:lnTo>
                  <a:lnTo>
                    <a:pt x="946677" y="4010608"/>
                  </a:lnTo>
                  <a:lnTo>
                    <a:pt x="946794" y="4010608"/>
                  </a:lnTo>
                  <a:lnTo>
                    <a:pt x="946794" y="4010177"/>
                  </a:lnTo>
                  <a:lnTo>
                    <a:pt x="946794" y="4009747"/>
                  </a:lnTo>
                  <a:lnTo>
                    <a:pt x="946912" y="4009747"/>
                  </a:lnTo>
                  <a:lnTo>
                    <a:pt x="947030" y="4009747"/>
                  </a:lnTo>
                  <a:lnTo>
                    <a:pt x="947147" y="4009747"/>
                  </a:lnTo>
                  <a:lnTo>
                    <a:pt x="947147" y="4009316"/>
                  </a:lnTo>
                  <a:lnTo>
                    <a:pt x="947147" y="4008886"/>
                  </a:lnTo>
                  <a:lnTo>
                    <a:pt x="947265" y="4008886"/>
                  </a:lnTo>
                  <a:lnTo>
                    <a:pt x="947382" y="4008886"/>
                  </a:lnTo>
                  <a:lnTo>
                    <a:pt x="947382" y="4008455"/>
                  </a:lnTo>
                  <a:lnTo>
                    <a:pt x="947500" y="4008455"/>
                  </a:lnTo>
                  <a:lnTo>
                    <a:pt x="947500" y="4008024"/>
                  </a:lnTo>
                  <a:lnTo>
                    <a:pt x="947500" y="4007594"/>
                  </a:lnTo>
                  <a:lnTo>
                    <a:pt x="947500" y="4007163"/>
                  </a:lnTo>
                  <a:lnTo>
                    <a:pt x="947618" y="4007163"/>
                  </a:lnTo>
                  <a:lnTo>
                    <a:pt x="947735" y="4007163"/>
                  </a:lnTo>
                  <a:lnTo>
                    <a:pt x="947735" y="4006733"/>
                  </a:lnTo>
                  <a:lnTo>
                    <a:pt x="947853" y="4006733"/>
                  </a:lnTo>
                  <a:lnTo>
                    <a:pt x="947970" y="4006733"/>
                  </a:lnTo>
                  <a:lnTo>
                    <a:pt x="948088" y="4006733"/>
                  </a:lnTo>
                  <a:lnTo>
                    <a:pt x="948088" y="4006302"/>
                  </a:lnTo>
                  <a:lnTo>
                    <a:pt x="948206" y="4006302"/>
                  </a:lnTo>
                  <a:lnTo>
                    <a:pt x="948323" y="4006302"/>
                  </a:lnTo>
                  <a:lnTo>
                    <a:pt x="948441" y="4006302"/>
                  </a:lnTo>
                  <a:lnTo>
                    <a:pt x="948559" y="4006302"/>
                  </a:lnTo>
                  <a:lnTo>
                    <a:pt x="948676" y="4006302"/>
                  </a:lnTo>
                  <a:lnTo>
                    <a:pt x="948794" y="4006302"/>
                  </a:lnTo>
                  <a:lnTo>
                    <a:pt x="948794" y="4005871"/>
                  </a:lnTo>
                  <a:lnTo>
                    <a:pt x="948794" y="4005441"/>
                  </a:lnTo>
                  <a:lnTo>
                    <a:pt x="948794" y="4005010"/>
                  </a:lnTo>
                  <a:lnTo>
                    <a:pt x="948911" y="4005010"/>
                  </a:lnTo>
                  <a:lnTo>
                    <a:pt x="948911" y="4004580"/>
                  </a:lnTo>
                  <a:lnTo>
                    <a:pt x="948911" y="4004149"/>
                  </a:lnTo>
                  <a:lnTo>
                    <a:pt x="948911" y="4003718"/>
                  </a:lnTo>
                  <a:lnTo>
                    <a:pt x="949029" y="4003718"/>
                  </a:lnTo>
                  <a:lnTo>
                    <a:pt x="949147" y="4003718"/>
                  </a:lnTo>
                  <a:lnTo>
                    <a:pt x="949147" y="4003288"/>
                  </a:lnTo>
                  <a:lnTo>
                    <a:pt x="949264" y="4003288"/>
                  </a:lnTo>
                  <a:lnTo>
                    <a:pt x="949264" y="4002857"/>
                  </a:lnTo>
                  <a:lnTo>
                    <a:pt x="949382" y="4002857"/>
                  </a:lnTo>
                  <a:lnTo>
                    <a:pt x="949382" y="4002427"/>
                  </a:lnTo>
                  <a:lnTo>
                    <a:pt x="949499" y="4002427"/>
                  </a:lnTo>
                  <a:lnTo>
                    <a:pt x="949617" y="4002427"/>
                  </a:lnTo>
                  <a:lnTo>
                    <a:pt x="949617" y="4001996"/>
                  </a:lnTo>
                  <a:lnTo>
                    <a:pt x="949735" y="4001996"/>
                  </a:lnTo>
                  <a:lnTo>
                    <a:pt x="949735" y="4001565"/>
                  </a:lnTo>
                  <a:lnTo>
                    <a:pt x="949852" y="4001565"/>
                  </a:lnTo>
                  <a:lnTo>
                    <a:pt x="949970" y="4001565"/>
                  </a:lnTo>
                  <a:lnTo>
                    <a:pt x="950088" y="4001565"/>
                  </a:lnTo>
                  <a:lnTo>
                    <a:pt x="950205" y="4001565"/>
                  </a:lnTo>
                  <a:lnTo>
                    <a:pt x="950205" y="4001135"/>
                  </a:lnTo>
                  <a:lnTo>
                    <a:pt x="950323" y="4001135"/>
                  </a:lnTo>
                  <a:lnTo>
                    <a:pt x="950323" y="4000704"/>
                  </a:lnTo>
                  <a:lnTo>
                    <a:pt x="950323" y="4000274"/>
                  </a:lnTo>
                  <a:lnTo>
                    <a:pt x="950323" y="3999843"/>
                  </a:lnTo>
                  <a:lnTo>
                    <a:pt x="950323" y="3999412"/>
                  </a:lnTo>
                  <a:lnTo>
                    <a:pt x="950440" y="3999412"/>
                  </a:lnTo>
                  <a:lnTo>
                    <a:pt x="950558" y="3999412"/>
                  </a:lnTo>
                  <a:lnTo>
                    <a:pt x="950676" y="3999412"/>
                  </a:lnTo>
                  <a:lnTo>
                    <a:pt x="950676" y="3998982"/>
                  </a:lnTo>
                  <a:lnTo>
                    <a:pt x="950676" y="3998551"/>
                  </a:lnTo>
                  <a:lnTo>
                    <a:pt x="950676" y="3998121"/>
                  </a:lnTo>
                  <a:lnTo>
                    <a:pt x="950793" y="3998121"/>
                  </a:lnTo>
                  <a:lnTo>
                    <a:pt x="950911" y="3998121"/>
                  </a:lnTo>
                  <a:lnTo>
                    <a:pt x="951028" y="3998121"/>
                  </a:lnTo>
                  <a:lnTo>
                    <a:pt x="951146" y="3998121"/>
                  </a:lnTo>
                  <a:lnTo>
                    <a:pt x="951264" y="3998121"/>
                  </a:lnTo>
                  <a:lnTo>
                    <a:pt x="951381" y="3998121"/>
                  </a:lnTo>
                  <a:lnTo>
                    <a:pt x="951381" y="3997690"/>
                  </a:lnTo>
                  <a:lnTo>
                    <a:pt x="951499" y="3997690"/>
                  </a:lnTo>
                  <a:lnTo>
                    <a:pt x="951499" y="3997259"/>
                  </a:lnTo>
                  <a:lnTo>
                    <a:pt x="951617" y="3997259"/>
                  </a:lnTo>
                  <a:lnTo>
                    <a:pt x="951617" y="3996829"/>
                  </a:lnTo>
                  <a:lnTo>
                    <a:pt x="951617" y="3996398"/>
                  </a:lnTo>
                  <a:lnTo>
                    <a:pt x="951617" y="3995968"/>
                  </a:lnTo>
                  <a:lnTo>
                    <a:pt x="951734" y="3995968"/>
                  </a:lnTo>
                  <a:lnTo>
                    <a:pt x="951852" y="3995968"/>
                  </a:lnTo>
                  <a:lnTo>
                    <a:pt x="951852" y="3995537"/>
                  </a:lnTo>
                  <a:lnTo>
                    <a:pt x="951969" y="3995537"/>
                  </a:lnTo>
                  <a:lnTo>
                    <a:pt x="952087" y="3995537"/>
                  </a:lnTo>
                  <a:lnTo>
                    <a:pt x="952087" y="3995106"/>
                  </a:lnTo>
                  <a:lnTo>
                    <a:pt x="952087" y="3994676"/>
                  </a:lnTo>
                  <a:lnTo>
                    <a:pt x="952205" y="3994676"/>
                  </a:lnTo>
                  <a:lnTo>
                    <a:pt x="952322" y="3994676"/>
                  </a:lnTo>
                  <a:lnTo>
                    <a:pt x="952440" y="3994676"/>
                  </a:lnTo>
                  <a:lnTo>
                    <a:pt x="952440" y="3994245"/>
                  </a:lnTo>
                  <a:lnTo>
                    <a:pt x="952440" y="3993815"/>
                  </a:lnTo>
                  <a:lnTo>
                    <a:pt x="952557" y="3993815"/>
                  </a:lnTo>
                  <a:lnTo>
                    <a:pt x="952675" y="3993815"/>
                  </a:lnTo>
                  <a:lnTo>
                    <a:pt x="952793" y="3993815"/>
                  </a:lnTo>
                  <a:lnTo>
                    <a:pt x="952910" y="3993815"/>
                  </a:lnTo>
                  <a:lnTo>
                    <a:pt x="952910" y="3993384"/>
                  </a:lnTo>
                  <a:lnTo>
                    <a:pt x="953028" y="3993384"/>
                  </a:lnTo>
                  <a:lnTo>
                    <a:pt x="953146" y="3993384"/>
                  </a:lnTo>
                  <a:lnTo>
                    <a:pt x="953146" y="3992953"/>
                  </a:lnTo>
                  <a:lnTo>
                    <a:pt x="953263" y="3992953"/>
                  </a:lnTo>
                  <a:lnTo>
                    <a:pt x="953381" y="3992953"/>
                  </a:lnTo>
                  <a:lnTo>
                    <a:pt x="953498" y="3992953"/>
                  </a:lnTo>
                  <a:lnTo>
                    <a:pt x="953616" y="3992953"/>
                  </a:lnTo>
                  <a:lnTo>
                    <a:pt x="953734" y="3992953"/>
                  </a:lnTo>
                  <a:lnTo>
                    <a:pt x="953851" y="3992953"/>
                  </a:lnTo>
                  <a:lnTo>
                    <a:pt x="953969" y="3992953"/>
                  </a:lnTo>
                  <a:lnTo>
                    <a:pt x="954086" y="3992953"/>
                  </a:lnTo>
                  <a:lnTo>
                    <a:pt x="954204" y="3992953"/>
                  </a:lnTo>
                  <a:lnTo>
                    <a:pt x="954322" y="3992953"/>
                  </a:lnTo>
                  <a:lnTo>
                    <a:pt x="954439" y="3992953"/>
                  </a:lnTo>
                  <a:lnTo>
                    <a:pt x="954557" y="3992953"/>
                  </a:lnTo>
                  <a:lnTo>
                    <a:pt x="954557" y="3992523"/>
                  </a:lnTo>
                  <a:lnTo>
                    <a:pt x="954674" y="3992523"/>
                  </a:lnTo>
                  <a:lnTo>
                    <a:pt x="954792" y="3992523"/>
                  </a:lnTo>
                  <a:lnTo>
                    <a:pt x="954792" y="3992092"/>
                  </a:lnTo>
                  <a:lnTo>
                    <a:pt x="954910" y="3992092"/>
                  </a:lnTo>
                  <a:lnTo>
                    <a:pt x="955027" y="3992092"/>
                  </a:lnTo>
                  <a:lnTo>
                    <a:pt x="955145" y="3992092"/>
                  </a:lnTo>
                  <a:lnTo>
                    <a:pt x="955263" y="3992092"/>
                  </a:lnTo>
                  <a:lnTo>
                    <a:pt x="955263" y="3991662"/>
                  </a:lnTo>
                  <a:lnTo>
                    <a:pt x="955380" y="3991662"/>
                  </a:lnTo>
                  <a:lnTo>
                    <a:pt x="955498" y="3991662"/>
                  </a:lnTo>
                  <a:lnTo>
                    <a:pt x="955615" y="3991662"/>
                  </a:lnTo>
                  <a:lnTo>
                    <a:pt x="955733" y="3991662"/>
                  </a:lnTo>
                  <a:lnTo>
                    <a:pt x="955733" y="3991231"/>
                  </a:lnTo>
                  <a:lnTo>
                    <a:pt x="955851" y="3991231"/>
                  </a:lnTo>
                  <a:lnTo>
                    <a:pt x="955851" y="3990800"/>
                  </a:lnTo>
                  <a:lnTo>
                    <a:pt x="955968" y="3990800"/>
                  </a:lnTo>
                  <a:lnTo>
                    <a:pt x="956086" y="3990800"/>
                  </a:lnTo>
                  <a:lnTo>
                    <a:pt x="956086" y="3990370"/>
                  </a:lnTo>
                  <a:lnTo>
                    <a:pt x="956086" y="3989939"/>
                  </a:lnTo>
                  <a:lnTo>
                    <a:pt x="956086" y="3989509"/>
                  </a:lnTo>
                  <a:lnTo>
                    <a:pt x="956203" y="3989509"/>
                  </a:lnTo>
                  <a:lnTo>
                    <a:pt x="956203" y="3989078"/>
                  </a:lnTo>
                  <a:lnTo>
                    <a:pt x="956321" y="3989078"/>
                  </a:lnTo>
                  <a:lnTo>
                    <a:pt x="956321" y="3988647"/>
                  </a:lnTo>
                  <a:lnTo>
                    <a:pt x="956321" y="3988217"/>
                  </a:lnTo>
                  <a:lnTo>
                    <a:pt x="956439" y="3988217"/>
                  </a:lnTo>
                  <a:lnTo>
                    <a:pt x="956439" y="3987786"/>
                  </a:lnTo>
                  <a:lnTo>
                    <a:pt x="956556" y="3987786"/>
                  </a:lnTo>
                  <a:lnTo>
                    <a:pt x="956674" y="3987786"/>
                  </a:lnTo>
                  <a:lnTo>
                    <a:pt x="956674" y="3987356"/>
                  </a:lnTo>
                  <a:lnTo>
                    <a:pt x="956792" y="3987356"/>
                  </a:lnTo>
                  <a:lnTo>
                    <a:pt x="956792" y="3986925"/>
                  </a:lnTo>
                  <a:lnTo>
                    <a:pt x="956909" y="3986925"/>
                  </a:lnTo>
                  <a:lnTo>
                    <a:pt x="956909" y="3986494"/>
                  </a:lnTo>
                  <a:lnTo>
                    <a:pt x="956909" y="3986064"/>
                  </a:lnTo>
                  <a:lnTo>
                    <a:pt x="957027" y="3986064"/>
                  </a:lnTo>
                  <a:lnTo>
                    <a:pt x="957027" y="3985633"/>
                  </a:lnTo>
                  <a:lnTo>
                    <a:pt x="957144" y="3985633"/>
                  </a:lnTo>
                  <a:lnTo>
                    <a:pt x="957262" y="3985633"/>
                  </a:lnTo>
                  <a:lnTo>
                    <a:pt x="957380" y="3985633"/>
                  </a:lnTo>
                  <a:lnTo>
                    <a:pt x="957497" y="3985633"/>
                  </a:lnTo>
                  <a:lnTo>
                    <a:pt x="957615" y="3985633"/>
                  </a:lnTo>
                  <a:lnTo>
                    <a:pt x="957732" y="3985633"/>
                  </a:lnTo>
                  <a:lnTo>
                    <a:pt x="957850" y="3985633"/>
                  </a:lnTo>
                  <a:lnTo>
                    <a:pt x="957850" y="3985203"/>
                  </a:lnTo>
                  <a:lnTo>
                    <a:pt x="957850" y="3984772"/>
                  </a:lnTo>
                  <a:lnTo>
                    <a:pt x="957968" y="3984772"/>
                  </a:lnTo>
                  <a:lnTo>
                    <a:pt x="958085" y="3984772"/>
                  </a:lnTo>
                  <a:lnTo>
                    <a:pt x="958203" y="3984772"/>
                  </a:lnTo>
                  <a:lnTo>
                    <a:pt x="958321" y="3984772"/>
                  </a:lnTo>
                  <a:lnTo>
                    <a:pt x="958438" y="3984772"/>
                  </a:lnTo>
                  <a:lnTo>
                    <a:pt x="958438" y="3984341"/>
                  </a:lnTo>
                  <a:lnTo>
                    <a:pt x="958438" y="3983911"/>
                  </a:lnTo>
                  <a:lnTo>
                    <a:pt x="958556" y="3983911"/>
                  </a:lnTo>
                  <a:lnTo>
                    <a:pt x="958673" y="3983911"/>
                  </a:lnTo>
                  <a:lnTo>
                    <a:pt x="958791" y="3983911"/>
                  </a:lnTo>
                  <a:lnTo>
                    <a:pt x="958909" y="3983911"/>
                  </a:lnTo>
                  <a:lnTo>
                    <a:pt x="959026" y="3983911"/>
                  </a:lnTo>
                  <a:lnTo>
                    <a:pt x="959026" y="3983480"/>
                  </a:lnTo>
                  <a:lnTo>
                    <a:pt x="959144" y="3983480"/>
                  </a:lnTo>
                  <a:lnTo>
                    <a:pt x="959144" y="3983050"/>
                  </a:lnTo>
                  <a:lnTo>
                    <a:pt x="959261" y="3983050"/>
                  </a:lnTo>
                  <a:lnTo>
                    <a:pt x="959379" y="3983050"/>
                  </a:lnTo>
                  <a:lnTo>
                    <a:pt x="959379" y="3982619"/>
                  </a:lnTo>
                  <a:lnTo>
                    <a:pt x="959379" y="3982188"/>
                  </a:lnTo>
                  <a:lnTo>
                    <a:pt x="959497" y="3982188"/>
                  </a:lnTo>
                  <a:lnTo>
                    <a:pt x="959614" y="3982188"/>
                  </a:lnTo>
                  <a:lnTo>
                    <a:pt x="959614" y="3981758"/>
                  </a:lnTo>
                  <a:lnTo>
                    <a:pt x="959614" y="3981327"/>
                  </a:lnTo>
                  <a:lnTo>
                    <a:pt x="959732" y="3981327"/>
                  </a:lnTo>
                  <a:lnTo>
                    <a:pt x="959850" y="3981327"/>
                  </a:lnTo>
                  <a:lnTo>
                    <a:pt x="959967" y="3981327"/>
                  </a:lnTo>
                  <a:lnTo>
                    <a:pt x="960085" y="3981327"/>
                  </a:lnTo>
                  <a:lnTo>
                    <a:pt x="960085" y="3980897"/>
                  </a:lnTo>
                  <a:lnTo>
                    <a:pt x="960202" y="3980897"/>
                  </a:lnTo>
                  <a:lnTo>
                    <a:pt x="960320" y="3980897"/>
                  </a:lnTo>
                  <a:lnTo>
                    <a:pt x="960320" y="3980466"/>
                  </a:lnTo>
                  <a:lnTo>
                    <a:pt x="960438" y="3980466"/>
                  </a:lnTo>
                  <a:lnTo>
                    <a:pt x="960438" y="3980035"/>
                  </a:lnTo>
                  <a:lnTo>
                    <a:pt x="960555" y="3980035"/>
                  </a:lnTo>
                  <a:lnTo>
                    <a:pt x="960555" y="3979605"/>
                  </a:lnTo>
                  <a:lnTo>
                    <a:pt x="960555" y="3979174"/>
                  </a:lnTo>
                  <a:lnTo>
                    <a:pt x="960555" y="3978744"/>
                  </a:lnTo>
                  <a:lnTo>
                    <a:pt x="960673" y="3978744"/>
                  </a:lnTo>
                  <a:lnTo>
                    <a:pt x="960790" y="3978744"/>
                  </a:lnTo>
                  <a:lnTo>
                    <a:pt x="960790" y="3978313"/>
                  </a:lnTo>
                  <a:lnTo>
                    <a:pt x="960908" y="3978313"/>
                  </a:lnTo>
                  <a:lnTo>
                    <a:pt x="961026" y="3978313"/>
                  </a:lnTo>
                  <a:lnTo>
                    <a:pt x="961026" y="3977882"/>
                  </a:lnTo>
                  <a:lnTo>
                    <a:pt x="961143" y="3977882"/>
                  </a:lnTo>
                  <a:lnTo>
                    <a:pt x="961261" y="3977882"/>
                  </a:lnTo>
                  <a:lnTo>
                    <a:pt x="961379" y="3977882"/>
                  </a:lnTo>
                  <a:lnTo>
                    <a:pt x="961496" y="3977882"/>
                  </a:lnTo>
                  <a:lnTo>
                    <a:pt x="961614" y="3977882"/>
                  </a:lnTo>
                  <a:lnTo>
                    <a:pt x="961614" y="3977452"/>
                  </a:lnTo>
                  <a:lnTo>
                    <a:pt x="961614" y="3977021"/>
                  </a:lnTo>
                  <a:lnTo>
                    <a:pt x="961614" y="3976591"/>
                  </a:lnTo>
                  <a:lnTo>
                    <a:pt x="961731" y="3976591"/>
                  </a:lnTo>
                  <a:lnTo>
                    <a:pt x="961731" y="3976160"/>
                  </a:lnTo>
                  <a:lnTo>
                    <a:pt x="961849" y="3976160"/>
                  </a:lnTo>
                  <a:lnTo>
                    <a:pt x="961849" y="3975729"/>
                  </a:lnTo>
                  <a:lnTo>
                    <a:pt x="961967" y="3975729"/>
                  </a:lnTo>
                  <a:lnTo>
                    <a:pt x="962084" y="3975729"/>
                  </a:lnTo>
                  <a:lnTo>
                    <a:pt x="962202" y="3975729"/>
                  </a:lnTo>
                  <a:lnTo>
                    <a:pt x="962319" y="3975729"/>
                  </a:lnTo>
                  <a:lnTo>
                    <a:pt x="962319" y="3975299"/>
                  </a:lnTo>
                  <a:lnTo>
                    <a:pt x="962319" y="3974868"/>
                  </a:lnTo>
                  <a:lnTo>
                    <a:pt x="962437" y="3974868"/>
                  </a:lnTo>
                  <a:lnTo>
                    <a:pt x="962555" y="3974868"/>
                  </a:lnTo>
                  <a:lnTo>
                    <a:pt x="962672" y="3974868"/>
                  </a:lnTo>
                  <a:lnTo>
                    <a:pt x="962790" y="3974868"/>
                  </a:lnTo>
                  <a:lnTo>
                    <a:pt x="962907" y="3974868"/>
                  </a:lnTo>
                  <a:lnTo>
                    <a:pt x="962907" y="3974438"/>
                  </a:lnTo>
                  <a:lnTo>
                    <a:pt x="962907" y="3974007"/>
                  </a:lnTo>
                  <a:lnTo>
                    <a:pt x="962907" y="3973576"/>
                  </a:lnTo>
                  <a:lnTo>
                    <a:pt x="963025" y="3973576"/>
                  </a:lnTo>
                  <a:lnTo>
                    <a:pt x="963143" y="3973576"/>
                  </a:lnTo>
                  <a:lnTo>
                    <a:pt x="963260" y="3973576"/>
                  </a:lnTo>
                  <a:lnTo>
                    <a:pt x="963378" y="3973576"/>
                  </a:lnTo>
                  <a:lnTo>
                    <a:pt x="963378" y="3973146"/>
                  </a:lnTo>
                  <a:lnTo>
                    <a:pt x="963378" y="3972715"/>
                  </a:lnTo>
                  <a:lnTo>
                    <a:pt x="963378" y="3972285"/>
                  </a:lnTo>
                  <a:lnTo>
                    <a:pt x="963496" y="3972285"/>
                  </a:lnTo>
                  <a:lnTo>
                    <a:pt x="963613" y="3972285"/>
                  </a:lnTo>
                  <a:lnTo>
                    <a:pt x="963731" y="3972285"/>
                  </a:lnTo>
                  <a:lnTo>
                    <a:pt x="963731" y="3971854"/>
                  </a:lnTo>
                  <a:lnTo>
                    <a:pt x="963848" y="3971854"/>
                  </a:lnTo>
                  <a:lnTo>
                    <a:pt x="963966" y="3971854"/>
                  </a:lnTo>
                  <a:lnTo>
                    <a:pt x="964084" y="3971854"/>
                  </a:lnTo>
                  <a:lnTo>
                    <a:pt x="964201" y="3971854"/>
                  </a:lnTo>
                  <a:lnTo>
                    <a:pt x="964319" y="3971854"/>
                  </a:lnTo>
                  <a:lnTo>
                    <a:pt x="964436" y="3971854"/>
                  </a:lnTo>
                  <a:lnTo>
                    <a:pt x="964436" y="3971423"/>
                  </a:lnTo>
                  <a:lnTo>
                    <a:pt x="964436" y="3970993"/>
                  </a:lnTo>
                  <a:lnTo>
                    <a:pt x="964554" y="3970993"/>
                  </a:lnTo>
                  <a:lnTo>
                    <a:pt x="964554" y="3970562"/>
                  </a:lnTo>
                  <a:lnTo>
                    <a:pt x="964554" y="3970132"/>
                  </a:lnTo>
                  <a:lnTo>
                    <a:pt x="964672" y="3970132"/>
                  </a:lnTo>
                  <a:lnTo>
                    <a:pt x="964672" y="3969701"/>
                  </a:lnTo>
                  <a:lnTo>
                    <a:pt x="964789" y="3969701"/>
                  </a:lnTo>
                  <a:lnTo>
                    <a:pt x="964907" y="3969701"/>
                  </a:lnTo>
                  <a:lnTo>
                    <a:pt x="965025" y="3969701"/>
                  </a:lnTo>
                  <a:lnTo>
                    <a:pt x="965025" y="3969270"/>
                  </a:lnTo>
                  <a:lnTo>
                    <a:pt x="965142" y="3969270"/>
                  </a:lnTo>
                  <a:lnTo>
                    <a:pt x="965260" y="3969270"/>
                  </a:lnTo>
                  <a:lnTo>
                    <a:pt x="965377" y="3969270"/>
                  </a:lnTo>
                  <a:lnTo>
                    <a:pt x="965377" y="3968840"/>
                  </a:lnTo>
                  <a:lnTo>
                    <a:pt x="965495" y="3968840"/>
                  </a:lnTo>
                  <a:lnTo>
                    <a:pt x="965613" y="3968840"/>
                  </a:lnTo>
                  <a:lnTo>
                    <a:pt x="965613" y="3968409"/>
                  </a:lnTo>
                  <a:lnTo>
                    <a:pt x="965730" y="3968409"/>
                  </a:lnTo>
                  <a:lnTo>
                    <a:pt x="965848" y="3968409"/>
                  </a:lnTo>
                  <a:lnTo>
                    <a:pt x="965965" y="3968409"/>
                  </a:lnTo>
                  <a:lnTo>
                    <a:pt x="966083" y="3968409"/>
                  </a:lnTo>
                  <a:lnTo>
                    <a:pt x="966201" y="3968409"/>
                  </a:lnTo>
                  <a:lnTo>
                    <a:pt x="966318" y="3968409"/>
                  </a:lnTo>
                  <a:lnTo>
                    <a:pt x="966436" y="3968409"/>
                  </a:lnTo>
                  <a:lnTo>
                    <a:pt x="966554" y="3968409"/>
                  </a:lnTo>
                  <a:lnTo>
                    <a:pt x="966671" y="3968409"/>
                  </a:lnTo>
                  <a:lnTo>
                    <a:pt x="966789" y="3968409"/>
                  </a:lnTo>
                  <a:lnTo>
                    <a:pt x="966906" y="3968409"/>
                  </a:lnTo>
                  <a:lnTo>
                    <a:pt x="967024" y="3968409"/>
                  </a:lnTo>
                  <a:lnTo>
                    <a:pt x="967142" y="3968409"/>
                  </a:lnTo>
                  <a:lnTo>
                    <a:pt x="967259" y="3968409"/>
                  </a:lnTo>
                  <a:lnTo>
                    <a:pt x="967377" y="3968409"/>
                  </a:lnTo>
                  <a:lnTo>
                    <a:pt x="967494" y="3968409"/>
                  </a:lnTo>
                  <a:lnTo>
                    <a:pt x="967494" y="3967979"/>
                  </a:lnTo>
                  <a:lnTo>
                    <a:pt x="967494" y="3967548"/>
                  </a:lnTo>
                  <a:lnTo>
                    <a:pt x="967612" y="3967548"/>
                  </a:lnTo>
                  <a:lnTo>
                    <a:pt x="967730" y="3967548"/>
                  </a:lnTo>
                  <a:lnTo>
                    <a:pt x="967730" y="3967117"/>
                  </a:lnTo>
                  <a:lnTo>
                    <a:pt x="967847" y="3967117"/>
                  </a:lnTo>
                  <a:lnTo>
                    <a:pt x="967965" y="3967117"/>
                  </a:lnTo>
                  <a:lnTo>
                    <a:pt x="967965" y="3966687"/>
                  </a:lnTo>
                  <a:lnTo>
                    <a:pt x="968083" y="3966687"/>
                  </a:lnTo>
                  <a:lnTo>
                    <a:pt x="968200" y="3966687"/>
                  </a:lnTo>
                  <a:lnTo>
                    <a:pt x="968200" y="3966256"/>
                  </a:lnTo>
                  <a:lnTo>
                    <a:pt x="968318" y="3966256"/>
                  </a:lnTo>
                  <a:lnTo>
                    <a:pt x="968318" y="3965826"/>
                  </a:lnTo>
                  <a:lnTo>
                    <a:pt x="968435" y="3965826"/>
                  </a:lnTo>
                  <a:lnTo>
                    <a:pt x="968435" y="3965395"/>
                  </a:lnTo>
                  <a:lnTo>
                    <a:pt x="968435" y="3964964"/>
                  </a:lnTo>
                  <a:lnTo>
                    <a:pt x="968553" y="3964964"/>
                  </a:lnTo>
                  <a:lnTo>
                    <a:pt x="968671" y="3964964"/>
                  </a:lnTo>
                  <a:lnTo>
                    <a:pt x="968788" y="3964964"/>
                  </a:lnTo>
                  <a:lnTo>
                    <a:pt x="968906" y="3964964"/>
                  </a:lnTo>
                  <a:lnTo>
                    <a:pt x="969023" y="3964964"/>
                  </a:lnTo>
                  <a:lnTo>
                    <a:pt x="969141" y="3964964"/>
                  </a:lnTo>
                  <a:lnTo>
                    <a:pt x="969259" y="3964964"/>
                  </a:lnTo>
                  <a:lnTo>
                    <a:pt x="969376" y="3964964"/>
                  </a:lnTo>
                  <a:lnTo>
                    <a:pt x="969494" y="3964964"/>
                  </a:lnTo>
                  <a:lnTo>
                    <a:pt x="969494" y="3964534"/>
                  </a:lnTo>
                  <a:lnTo>
                    <a:pt x="969611" y="3964534"/>
                  </a:lnTo>
                  <a:lnTo>
                    <a:pt x="969611" y="3964103"/>
                  </a:lnTo>
                  <a:lnTo>
                    <a:pt x="969729" y="3964103"/>
                  </a:lnTo>
                  <a:lnTo>
                    <a:pt x="969847" y="3964103"/>
                  </a:lnTo>
                  <a:lnTo>
                    <a:pt x="969964" y="3964103"/>
                  </a:lnTo>
                  <a:lnTo>
                    <a:pt x="970082" y="3964103"/>
                  </a:lnTo>
                  <a:lnTo>
                    <a:pt x="970200" y="3964103"/>
                  </a:lnTo>
                  <a:lnTo>
                    <a:pt x="970317" y="3964103"/>
                  </a:lnTo>
                  <a:lnTo>
                    <a:pt x="970435" y="3964103"/>
                  </a:lnTo>
                  <a:lnTo>
                    <a:pt x="970435" y="3963673"/>
                  </a:lnTo>
                  <a:lnTo>
                    <a:pt x="970552" y="3963673"/>
                  </a:lnTo>
                  <a:lnTo>
                    <a:pt x="970670" y="3963673"/>
                  </a:lnTo>
                  <a:lnTo>
                    <a:pt x="970788" y="3963673"/>
                  </a:lnTo>
                  <a:lnTo>
                    <a:pt x="970905" y="3963673"/>
                  </a:lnTo>
                  <a:lnTo>
                    <a:pt x="970905" y="3963242"/>
                  </a:lnTo>
                  <a:lnTo>
                    <a:pt x="970905" y="3962811"/>
                  </a:lnTo>
                  <a:lnTo>
                    <a:pt x="971023" y="3962811"/>
                  </a:lnTo>
                  <a:lnTo>
                    <a:pt x="971023" y="3962381"/>
                  </a:lnTo>
                  <a:lnTo>
                    <a:pt x="971140" y="3962381"/>
                  </a:lnTo>
                  <a:lnTo>
                    <a:pt x="971258" y="3962381"/>
                  </a:lnTo>
                  <a:lnTo>
                    <a:pt x="971376" y="3962381"/>
                  </a:lnTo>
                  <a:lnTo>
                    <a:pt x="971376" y="3961950"/>
                  </a:lnTo>
                  <a:lnTo>
                    <a:pt x="971493" y="3961950"/>
                  </a:lnTo>
                  <a:lnTo>
                    <a:pt x="971493" y="3961520"/>
                  </a:lnTo>
                  <a:lnTo>
                    <a:pt x="971611" y="3961520"/>
                  </a:lnTo>
                  <a:lnTo>
                    <a:pt x="971729" y="3961520"/>
                  </a:lnTo>
                  <a:lnTo>
                    <a:pt x="971729" y="3961089"/>
                  </a:lnTo>
                  <a:lnTo>
                    <a:pt x="971729" y="3960658"/>
                  </a:lnTo>
                  <a:lnTo>
                    <a:pt x="971846" y="3960658"/>
                  </a:lnTo>
                  <a:lnTo>
                    <a:pt x="971846" y="3960228"/>
                  </a:lnTo>
                  <a:lnTo>
                    <a:pt x="971846" y="3959797"/>
                  </a:lnTo>
                  <a:lnTo>
                    <a:pt x="971964" y="3959797"/>
                  </a:lnTo>
                  <a:lnTo>
                    <a:pt x="972081" y="3959797"/>
                  </a:lnTo>
                  <a:lnTo>
                    <a:pt x="972199" y="3959797"/>
                  </a:lnTo>
                  <a:lnTo>
                    <a:pt x="972317" y="3959797"/>
                  </a:lnTo>
                  <a:lnTo>
                    <a:pt x="972317" y="3959367"/>
                  </a:lnTo>
                  <a:lnTo>
                    <a:pt x="972317" y="3958936"/>
                  </a:lnTo>
                  <a:lnTo>
                    <a:pt x="972317" y="3958505"/>
                  </a:lnTo>
                  <a:lnTo>
                    <a:pt x="972434" y="3958505"/>
                  </a:lnTo>
                  <a:lnTo>
                    <a:pt x="972552" y="3958505"/>
                  </a:lnTo>
                  <a:lnTo>
                    <a:pt x="972552" y="3958075"/>
                  </a:lnTo>
                  <a:lnTo>
                    <a:pt x="972552" y="3957644"/>
                  </a:lnTo>
                  <a:lnTo>
                    <a:pt x="972669" y="3957644"/>
                  </a:lnTo>
                  <a:lnTo>
                    <a:pt x="972787" y="3957644"/>
                  </a:lnTo>
                  <a:lnTo>
                    <a:pt x="972905" y="3957644"/>
                  </a:lnTo>
                  <a:lnTo>
                    <a:pt x="973022" y="3957644"/>
                  </a:lnTo>
                  <a:lnTo>
                    <a:pt x="973022" y="3957214"/>
                  </a:lnTo>
                  <a:lnTo>
                    <a:pt x="973140" y="3957214"/>
                  </a:lnTo>
                  <a:lnTo>
                    <a:pt x="973258" y="3957214"/>
                  </a:lnTo>
                  <a:lnTo>
                    <a:pt x="973375" y="3957214"/>
                  </a:lnTo>
                  <a:lnTo>
                    <a:pt x="973493" y="3957214"/>
                  </a:lnTo>
                  <a:lnTo>
                    <a:pt x="973610" y="3957214"/>
                  </a:lnTo>
                  <a:lnTo>
                    <a:pt x="973610" y="3956783"/>
                  </a:lnTo>
                  <a:lnTo>
                    <a:pt x="973610" y="3956352"/>
                  </a:lnTo>
                  <a:lnTo>
                    <a:pt x="973728" y="3956352"/>
                  </a:lnTo>
                  <a:lnTo>
                    <a:pt x="973846" y="3956352"/>
                  </a:lnTo>
                  <a:lnTo>
                    <a:pt x="973963" y="3956352"/>
                  </a:lnTo>
                  <a:lnTo>
                    <a:pt x="973963" y="3955922"/>
                  </a:lnTo>
                  <a:lnTo>
                    <a:pt x="974081" y="3955922"/>
                  </a:lnTo>
                  <a:lnTo>
                    <a:pt x="974198" y="3955922"/>
                  </a:lnTo>
                  <a:lnTo>
                    <a:pt x="974316" y="3955922"/>
                  </a:lnTo>
                  <a:lnTo>
                    <a:pt x="974434" y="3955922"/>
                  </a:lnTo>
                  <a:lnTo>
                    <a:pt x="974551" y="3955922"/>
                  </a:lnTo>
                  <a:lnTo>
                    <a:pt x="974551" y="3955491"/>
                  </a:lnTo>
                  <a:lnTo>
                    <a:pt x="974669" y="3955491"/>
                  </a:lnTo>
                  <a:lnTo>
                    <a:pt x="974669" y="3955061"/>
                  </a:lnTo>
                  <a:lnTo>
                    <a:pt x="974787" y="3955061"/>
                  </a:lnTo>
                  <a:lnTo>
                    <a:pt x="974787" y="3954630"/>
                  </a:lnTo>
                  <a:lnTo>
                    <a:pt x="974787" y="3954199"/>
                  </a:lnTo>
                  <a:lnTo>
                    <a:pt x="974787" y="3953769"/>
                  </a:lnTo>
                  <a:lnTo>
                    <a:pt x="974904" y="3953769"/>
                  </a:lnTo>
                  <a:lnTo>
                    <a:pt x="975022" y="3953769"/>
                  </a:lnTo>
                  <a:lnTo>
                    <a:pt x="975022" y="3953338"/>
                  </a:lnTo>
                  <a:lnTo>
                    <a:pt x="975022" y="3952908"/>
                  </a:lnTo>
                  <a:lnTo>
                    <a:pt x="975139" y="3952908"/>
                  </a:lnTo>
                  <a:lnTo>
                    <a:pt x="975257" y="3952908"/>
                  </a:lnTo>
                  <a:lnTo>
                    <a:pt x="975257" y="3952477"/>
                  </a:lnTo>
                  <a:lnTo>
                    <a:pt x="975375" y="3952477"/>
                  </a:lnTo>
                  <a:lnTo>
                    <a:pt x="975492" y="3952477"/>
                  </a:lnTo>
                  <a:lnTo>
                    <a:pt x="975610" y="3952477"/>
                  </a:lnTo>
                  <a:lnTo>
                    <a:pt x="975727" y="3952477"/>
                  </a:lnTo>
                  <a:lnTo>
                    <a:pt x="975845" y="3952477"/>
                  </a:lnTo>
                  <a:lnTo>
                    <a:pt x="975963" y="3952477"/>
                  </a:lnTo>
                  <a:lnTo>
                    <a:pt x="976080" y="3952477"/>
                  </a:lnTo>
                  <a:lnTo>
                    <a:pt x="976080" y="3952046"/>
                  </a:lnTo>
                  <a:lnTo>
                    <a:pt x="976080" y="3951616"/>
                  </a:lnTo>
                  <a:lnTo>
                    <a:pt x="976198" y="3951616"/>
                  </a:lnTo>
                  <a:lnTo>
                    <a:pt x="976316" y="3951616"/>
                  </a:lnTo>
                  <a:lnTo>
                    <a:pt x="976433" y="3951616"/>
                  </a:lnTo>
                  <a:lnTo>
                    <a:pt x="976551" y="3951616"/>
                  </a:lnTo>
                  <a:lnTo>
                    <a:pt x="976668" y="3951616"/>
                  </a:lnTo>
                  <a:lnTo>
                    <a:pt x="976786" y="3951616"/>
                  </a:lnTo>
                  <a:lnTo>
                    <a:pt x="976904" y="3951616"/>
                  </a:lnTo>
                  <a:lnTo>
                    <a:pt x="977021" y="3951616"/>
                  </a:lnTo>
                  <a:lnTo>
                    <a:pt x="977139" y="3951616"/>
                  </a:lnTo>
                  <a:lnTo>
                    <a:pt x="977139" y="3951185"/>
                  </a:lnTo>
                  <a:lnTo>
                    <a:pt x="977139" y="3950755"/>
                  </a:lnTo>
                  <a:lnTo>
                    <a:pt x="977256" y="3950755"/>
                  </a:lnTo>
                  <a:lnTo>
                    <a:pt x="977256" y="3950324"/>
                  </a:lnTo>
                  <a:lnTo>
                    <a:pt x="977256" y="3949893"/>
                  </a:lnTo>
                  <a:lnTo>
                    <a:pt x="977256" y="3949463"/>
                  </a:lnTo>
                  <a:lnTo>
                    <a:pt x="977374" y="3949463"/>
                  </a:lnTo>
                  <a:lnTo>
                    <a:pt x="977492" y="3949463"/>
                  </a:lnTo>
                  <a:lnTo>
                    <a:pt x="977609" y="3949463"/>
                  </a:lnTo>
                  <a:lnTo>
                    <a:pt x="977609" y="3949032"/>
                  </a:lnTo>
                  <a:lnTo>
                    <a:pt x="977609" y="3948602"/>
                  </a:lnTo>
                  <a:lnTo>
                    <a:pt x="977727" y="3948602"/>
                  </a:lnTo>
                  <a:lnTo>
                    <a:pt x="977844" y="3948602"/>
                  </a:lnTo>
                  <a:lnTo>
                    <a:pt x="977844" y="3948171"/>
                  </a:lnTo>
                  <a:lnTo>
                    <a:pt x="977844" y="3947740"/>
                  </a:lnTo>
                  <a:lnTo>
                    <a:pt x="977844" y="3947310"/>
                  </a:lnTo>
                  <a:lnTo>
                    <a:pt x="977962" y="3947310"/>
                  </a:lnTo>
                  <a:lnTo>
                    <a:pt x="978080" y="3947310"/>
                  </a:lnTo>
                  <a:lnTo>
                    <a:pt x="978197" y="3947310"/>
                  </a:lnTo>
                  <a:lnTo>
                    <a:pt x="978315" y="3947310"/>
                  </a:lnTo>
                  <a:lnTo>
                    <a:pt x="978433" y="3947310"/>
                  </a:lnTo>
                  <a:lnTo>
                    <a:pt x="978550" y="3947310"/>
                  </a:lnTo>
                  <a:lnTo>
                    <a:pt x="978550" y="3946879"/>
                  </a:lnTo>
                  <a:lnTo>
                    <a:pt x="978668" y="3946879"/>
                  </a:lnTo>
                  <a:lnTo>
                    <a:pt x="978785" y="3946879"/>
                  </a:lnTo>
                  <a:lnTo>
                    <a:pt x="978903" y="3946879"/>
                  </a:lnTo>
                  <a:lnTo>
                    <a:pt x="979021" y="3946879"/>
                  </a:lnTo>
                  <a:lnTo>
                    <a:pt x="979138" y="3946879"/>
                  </a:lnTo>
                  <a:lnTo>
                    <a:pt x="979138" y="3946449"/>
                  </a:lnTo>
                  <a:lnTo>
                    <a:pt x="979138" y="3946018"/>
                  </a:lnTo>
                  <a:lnTo>
                    <a:pt x="979138" y="3945587"/>
                  </a:lnTo>
                  <a:lnTo>
                    <a:pt x="979256" y="3945587"/>
                  </a:lnTo>
                  <a:lnTo>
                    <a:pt x="979373" y="3945587"/>
                  </a:lnTo>
                  <a:lnTo>
                    <a:pt x="979491" y="3945587"/>
                  </a:lnTo>
                  <a:lnTo>
                    <a:pt x="979609" y="3945587"/>
                  </a:lnTo>
                  <a:lnTo>
                    <a:pt x="979609" y="3945157"/>
                  </a:lnTo>
                  <a:lnTo>
                    <a:pt x="979726" y="3945157"/>
                  </a:lnTo>
                  <a:lnTo>
                    <a:pt x="979844" y="3945157"/>
                  </a:lnTo>
                  <a:lnTo>
                    <a:pt x="979844" y="3944726"/>
                  </a:lnTo>
                  <a:lnTo>
                    <a:pt x="979962" y="3944726"/>
                  </a:lnTo>
                  <a:lnTo>
                    <a:pt x="979962" y="3944296"/>
                  </a:lnTo>
                  <a:lnTo>
                    <a:pt x="979962" y="3943865"/>
                  </a:lnTo>
                  <a:lnTo>
                    <a:pt x="980079" y="3943865"/>
                  </a:lnTo>
                  <a:lnTo>
                    <a:pt x="980197" y="3943865"/>
                  </a:lnTo>
                  <a:lnTo>
                    <a:pt x="980314" y="3943865"/>
                  </a:lnTo>
                  <a:lnTo>
                    <a:pt x="980432" y="3943865"/>
                  </a:lnTo>
                  <a:lnTo>
                    <a:pt x="980432" y="3943434"/>
                  </a:lnTo>
                  <a:lnTo>
                    <a:pt x="980432" y="3943004"/>
                  </a:lnTo>
                  <a:lnTo>
                    <a:pt x="980550" y="3943004"/>
                  </a:lnTo>
                  <a:lnTo>
                    <a:pt x="980667" y="3943004"/>
                  </a:lnTo>
                  <a:lnTo>
                    <a:pt x="980785" y="3943004"/>
                  </a:lnTo>
                  <a:lnTo>
                    <a:pt x="980902" y="3943004"/>
                  </a:lnTo>
                  <a:lnTo>
                    <a:pt x="981020" y="3943004"/>
                  </a:lnTo>
                  <a:lnTo>
                    <a:pt x="981138" y="3943004"/>
                  </a:lnTo>
                  <a:lnTo>
                    <a:pt x="981138" y="3942573"/>
                  </a:lnTo>
                  <a:lnTo>
                    <a:pt x="981255" y="3942573"/>
                  </a:lnTo>
                  <a:lnTo>
                    <a:pt x="981255" y="3942143"/>
                  </a:lnTo>
                  <a:lnTo>
                    <a:pt x="981373" y="3942143"/>
                  </a:lnTo>
                  <a:lnTo>
                    <a:pt x="981373" y="3941712"/>
                  </a:lnTo>
                  <a:lnTo>
                    <a:pt x="981491" y="3941712"/>
                  </a:lnTo>
                  <a:lnTo>
                    <a:pt x="981608" y="3941712"/>
                  </a:lnTo>
                  <a:lnTo>
                    <a:pt x="981608" y="3941281"/>
                  </a:lnTo>
                  <a:lnTo>
                    <a:pt x="981726" y="3941281"/>
                  </a:lnTo>
                  <a:lnTo>
                    <a:pt x="981843" y="3941281"/>
                  </a:lnTo>
                  <a:lnTo>
                    <a:pt x="981961" y="3941281"/>
                  </a:lnTo>
                  <a:lnTo>
                    <a:pt x="982079" y="3941281"/>
                  </a:lnTo>
                  <a:lnTo>
                    <a:pt x="982079" y="3940851"/>
                  </a:lnTo>
                  <a:lnTo>
                    <a:pt x="982196" y="3940851"/>
                  </a:lnTo>
                  <a:lnTo>
                    <a:pt x="982196" y="3940420"/>
                  </a:lnTo>
                  <a:lnTo>
                    <a:pt x="982314" y="3940420"/>
                  </a:lnTo>
                  <a:lnTo>
                    <a:pt x="982431" y="3940420"/>
                  </a:lnTo>
                  <a:lnTo>
                    <a:pt x="982549" y="3940420"/>
                  </a:lnTo>
                  <a:lnTo>
                    <a:pt x="982667" y="3940420"/>
                  </a:lnTo>
                  <a:lnTo>
                    <a:pt x="982784" y="3940420"/>
                  </a:lnTo>
                  <a:lnTo>
                    <a:pt x="982902" y="3940420"/>
                  </a:lnTo>
                  <a:lnTo>
                    <a:pt x="982902" y="3939990"/>
                  </a:lnTo>
                  <a:lnTo>
                    <a:pt x="983020" y="3939990"/>
                  </a:lnTo>
                  <a:lnTo>
                    <a:pt x="983020" y="3939559"/>
                  </a:lnTo>
                  <a:lnTo>
                    <a:pt x="983137" y="3939559"/>
                  </a:lnTo>
                  <a:lnTo>
                    <a:pt x="983255" y="3939559"/>
                  </a:lnTo>
                  <a:lnTo>
                    <a:pt x="983255" y="3939128"/>
                  </a:lnTo>
                  <a:lnTo>
                    <a:pt x="983255" y="3938698"/>
                  </a:lnTo>
                  <a:lnTo>
                    <a:pt x="983255" y="3938267"/>
                  </a:lnTo>
                  <a:lnTo>
                    <a:pt x="983255" y="3937837"/>
                  </a:lnTo>
                  <a:lnTo>
                    <a:pt x="983372" y="3937837"/>
                  </a:lnTo>
                  <a:lnTo>
                    <a:pt x="983372" y="3937406"/>
                  </a:lnTo>
                  <a:lnTo>
                    <a:pt x="983490" y="3937406"/>
                  </a:lnTo>
                  <a:lnTo>
                    <a:pt x="983608" y="3937406"/>
                  </a:lnTo>
                  <a:lnTo>
                    <a:pt x="983608" y="3936975"/>
                  </a:lnTo>
                  <a:lnTo>
                    <a:pt x="983725" y="3936975"/>
                  </a:lnTo>
                  <a:lnTo>
                    <a:pt x="983843" y="3936975"/>
                  </a:lnTo>
                  <a:lnTo>
                    <a:pt x="983960" y="3936975"/>
                  </a:lnTo>
                  <a:lnTo>
                    <a:pt x="983960" y="3936545"/>
                  </a:lnTo>
                  <a:lnTo>
                    <a:pt x="984078" y="3936545"/>
                  </a:lnTo>
                  <a:lnTo>
                    <a:pt x="984196" y="3936545"/>
                  </a:lnTo>
                  <a:lnTo>
                    <a:pt x="984313" y="3936545"/>
                  </a:lnTo>
                  <a:lnTo>
                    <a:pt x="984431" y="3936545"/>
                  </a:lnTo>
                  <a:lnTo>
                    <a:pt x="984549" y="3936545"/>
                  </a:lnTo>
                  <a:lnTo>
                    <a:pt x="984549" y="3936114"/>
                  </a:lnTo>
                  <a:lnTo>
                    <a:pt x="984549" y="3935684"/>
                  </a:lnTo>
                  <a:lnTo>
                    <a:pt x="984666" y="3935684"/>
                  </a:lnTo>
                  <a:lnTo>
                    <a:pt x="984784" y="3935684"/>
                  </a:lnTo>
                  <a:lnTo>
                    <a:pt x="984784" y="3935253"/>
                  </a:lnTo>
                  <a:lnTo>
                    <a:pt x="984901" y="3935253"/>
                  </a:lnTo>
                  <a:lnTo>
                    <a:pt x="984901" y="3934822"/>
                  </a:lnTo>
                  <a:lnTo>
                    <a:pt x="985019" y="3934822"/>
                  </a:lnTo>
                  <a:lnTo>
                    <a:pt x="985137" y="3934822"/>
                  </a:lnTo>
                  <a:lnTo>
                    <a:pt x="985137" y="3934392"/>
                  </a:lnTo>
                  <a:lnTo>
                    <a:pt x="985254" y="3934392"/>
                  </a:lnTo>
                  <a:lnTo>
                    <a:pt x="985372" y="3934392"/>
                  </a:lnTo>
                  <a:lnTo>
                    <a:pt x="985489" y="3934392"/>
                  </a:lnTo>
                  <a:lnTo>
                    <a:pt x="985607" y="3934392"/>
                  </a:lnTo>
                  <a:lnTo>
                    <a:pt x="985725" y="3934392"/>
                  </a:lnTo>
                  <a:lnTo>
                    <a:pt x="985725" y="3933961"/>
                  </a:lnTo>
                  <a:lnTo>
                    <a:pt x="985842" y="3933961"/>
                  </a:lnTo>
                  <a:lnTo>
                    <a:pt x="985842" y="3933531"/>
                  </a:lnTo>
                  <a:lnTo>
                    <a:pt x="985960" y="3933531"/>
                  </a:lnTo>
                  <a:lnTo>
                    <a:pt x="986077" y="3933531"/>
                  </a:lnTo>
                  <a:lnTo>
                    <a:pt x="986077" y="3933100"/>
                  </a:lnTo>
                  <a:lnTo>
                    <a:pt x="986077" y="3932669"/>
                  </a:lnTo>
                  <a:lnTo>
                    <a:pt x="986195" y="3932669"/>
                  </a:lnTo>
                  <a:lnTo>
                    <a:pt x="986313" y="3932669"/>
                  </a:lnTo>
                  <a:lnTo>
                    <a:pt x="986430" y="3932669"/>
                  </a:lnTo>
                  <a:lnTo>
                    <a:pt x="986548" y="3932669"/>
                  </a:lnTo>
                  <a:lnTo>
                    <a:pt x="986666" y="3932669"/>
                  </a:lnTo>
                  <a:lnTo>
                    <a:pt x="986666" y="3932239"/>
                  </a:lnTo>
                  <a:lnTo>
                    <a:pt x="986666" y="3931808"/>
                  </a:lnTo>
                  <a:lnTo>
                    <a:pt x="986666" y="3931378"/>
                  </a:lnTo>
                  <a:lnTo>
                    <a:pt x="986783" y="3931378"/>
                  </a:lnTo>
                  <a:lnTo>
                    <a:pt x="986783" y="3930947"/>
                  </a:lnTo>
                  <a:lnTo>
                    <a:pt x="986783" y="3930516"/>
                  </a:lnTo>
                  <a:lnTo>
                    <a:pt x="986901" y="3930516"/>
                  </a:lnTo>
                  <a:lnTo>
                    <a:pt x="986901" y="3930086"/>
                  </a:lnTo>
                  <a:lnTo>
                    <a:pt x="987018" y="3930086"/>
                  </a:lnTo>
                  <a:lnTo>
                    <a:pt x="987018" y="3929655"/>
                  </a:lnTo>
                  <a:lnTo>
                    <a:pt x="987136" y="3929655"/>
                  </a:lnTo>
                  <a:lnTo>
                    <a:pt x="987254" y="3929655"/>
                  </a:lnTo>
                  <a:lnTo>
                    <a:pt x="987254" y="3929225"/>
                  </a:lnTo>
                  <a:lnTo>
                    <a:pt x="987254" y="3928794"/>
                  </a:lnTo>
                  <a:lnTo>
                    <a:pt x="987371" y="3928794"/>
                  </a:lnTo>
                  <a:lnTo>
                    <a:pt x="987371" y="3928363"/>
                  </a:lnTo>
                  <a:lnTo>
                    <a:pt x="987489" y="3928363"/>
                  </a:lnTo>
                  <a:lnTo>
                    <a:pt x="987489" y="3927933"/>
                  </a:lnTo>
                  <a:lnTo>
                    <a:pt x="987606" y="3927933"/>
                  </a:lnTo>
                  <a:lnTo>
                    <a:pt x="987724" y="3927933"/>
                  </a:lnTo>
                  <a:lnTo>
                    <a:pt x="987724" y="3927502"/>
                  </a:lnTo>
                  <a:lnTo>
                    <a:pt x="987842" y="3927502"/>
                  </a:lnTo>
                  <a:lnTo>
                    <a:pt x="987959" y="3927502"/>
                  </a:lnTo>
                  <a:lnTo>
                    <a:pt x="988077" y="3927502"/>
                  </a:lnTo>
                  <a:lnTo>
                    <a:pt x="988195" y="3927502"/>
                  </a:lnTo>
                  <a:lnTo>
                    <a:pt x="988195" y="3927072"/>
                  </a:lnTo>
                  <a:lnTo>
                    <a:pt x="988312" y="3927072"/>
                  </a:lnTo>
                  <a:lnTo>
                    <a:pt x="988430" y="3927072"/>
                  </a:lnTo>
                  <a:lnTo>
                    <a:pt x="988547" y="3927072"/>
                  </a:lnTo>
                  <a:lnTo>
                    <a:pt x="988665" y="3927072"/>
                  </a:lnTo>
                  <a:lnTo>
                    <a:pt x="988783" y="3927072"/>
                  </a:lnTo>
                  <a:lnTo>
                    <a:pt x="988783" y="3926641"/>
                  </a:lnTo>
                  <a:lnTo>
                    <a:pt x="988900" y="3926641"/>
                  </a:lnTo>
                  <a:lnTo>
                    <a:pt x="989018" y="3926641"/>
                  </a:lnTo>
                  <a:lnTo>
                    <a:pt x="989135" y="3926641"/>
                  </a:lnTo>
                  <a:lnTo>
                    <a:pt x="989135" y="3926210"/>
                  </a:lnTo>
                  <a:lnTo>
                    <a:pt x="989253" y="3926210"/>
                  </a:lnTo>
                  <a:lnTo>
                    <a:pt x="989371" y="3926210"/>
                  </a:lnTo>
                  <a:lnTo>
                    <a:pt x="989371" y="3925780"/>
                  </a:lnTo>
                  <a:lnTo>
                    <a:pt x="989371" y="3925349"/>
                  </a:lnTo>
                  <a:lnTo>
                    <a:pt x="989488" y="3925349"/>
                  </a:lnTo>
                  <a:lnTo>
                    <a:pt x="989606" y="3925349"/>
                  </a:lnTo>
                  <a:lnTo>
                    <a:pt x="989724" y="3925349"/>
                  </a:lnTo>
                  <a:lnTo>
                    <a:pt x="989841" y="3925349"/>
                  </a:lnTo>
                  <a:lnTo>
                    <a:pt x="989959" y="3925349"/>
                  </a:lnTo>
                  <a:lnTo>
                    <a:pt x="989959" y="3924919"/>
                  </a:lnTo>
                  <a:lnTo>
                    <a:pt x="990076" y="3924919"/>
                  </a:lnTo>
                  <a:lnTo>
                    <a:pt x="990194" y="3924919"/>
                  </a:lnTo>
                  <a:lnTo>
                    <a:pt x="990312" y="3924919"/>
                  </a:lnTo>
                  <a:lnTo>
                    <a:pt x="990312" y="3924488"/>
                  </a:lnTo>
                  <a:lnTo>
                    <a:pt x="990429" y="3924488"/>
                  </a:lnTo>
                  <a:lnTo>
                    <a:pt x="990429" y="3924057"/>
                  </a:lnTo>
                  <a:lnTo>
                    <a:pt x="990429" y="3923627"/>
                  </a:lnTo>
                  <a:lnTo>
                    <a:pt x="990547" y="3923627"/>
                  </a:lnTo>
                  <a:lnTo>
                    <a:pt x="990664" y="3923627"/>
                  </a:lnTo>
                  <a:lnTo>
                    <a:pt x="990782" y="3923627"/>
                  </a:lnTo>
                  <a:lnTo>
                    <a:pt x="990900" y="3923627"/>
                  </a:lnTo>
                  <a:lnTo>
                    <a:pt x="990900" y="3923196"/>
                  </a:lnTo>
                  <a:lnTo>
                    <a:pt x="991017" y="3923196"/>
                  </a:lnTo>
                  <a:lnTo>
                    <a:pt x="991135" y="3923196"/>
                  </a:lnTo>
                  <a:lnTo>
                    <a:pt x="991253" y="3923196"/>
                  </a:lnTo>
                  <a:lnTo>
                    <a:pt x="991253" y="3922766"/>
                  </a:lnTo>
                  <a:lnTo>
                    <a:pt x="991370" y="3922766"/>
                  </a:lnTo>
                  <a:lnTo>
                    <a:pt x="991370" y="3922335"/>
                  </a:lnTo>
                  <a:lnTo>
                    <a:pt x="991370" y="3921904"/>
                  </a:lnTo>
                  <a:lnTo>
                    <a:pt x="991488" y="3921904"/>
                  </a:lnTo>
                  <a:lnTo>
                    <a:pt x="991605" y="3921904"/>
                  </a:lnTo>
                  <a:lnTo>
                    <a:pt x="991605" y="3921474"/>
                  </a:lnTo>
                  <a:lnTo>
                    <a:pt x="991605" y="3921043"/>
                  </a:lnTo>
                  <a:lnTo>
                    <a:pt x="991723" y="3921043"/>
                  </a:lnTo>
                  <a:lnTo>
                    <a:pt x="991841" y="3921043"/>
                  </a:lnTo>
                  <a:lnTo>
                    <a:pt x="991841" y="3920613"/>
                  </a:lnTo>
                  <a:lnTo>
                    <a:pt x="991958" y="3920613"/>
                  </a:lnTo>
                  <a:lnTo>
                    <a:pt x="992076" y="3920613"/>
                  </a:lnTo>
                  <a:lnTo>
                    <a:pt x="992076" y="3920182"/>
                  </a:lnTo>
                  <a:lnTo>
                    <a:pt x="992076" y="3919751"/>
                  </a:lnTo>
                  <a:lnTo>
                    <a:pt x="992076" y="3919321"/>
                  </a:lnTo>
                  <a:lnTo>
                    <a:pt x="992193" y="3919321"/>
                  </a:lnTo>
                  <a:lnTo>
                    <a:pt x="992311" y="3919321"/>
                  </a:lnTo>
                  <a:lnTo>
                    <a:pt x="992429" y="3919321"/>
                  </a:lnTo>
                  <a:lnTo>
                    <a:pt x="992429" y="3918890"/>
                  </a:lnTo>
                  <a:lnTo>
                    <a:pt x="992546" y="3918890"/>
                  </a:lnTo>
                  <a:lnTo>
                    <a:pt x="992546" y="3918460"/>
                  </a:lnTo>
                  <a:lnTo>
                    <a:pt x="992664" y="3918460"/>
                  </a:lnTo>
                  <a:lnTo>
                    <a:pt x="992782" y="3918460"/>
                  </a:lnTo>
                  <a:lnTo>
                    <a:pt x="992782" y="3918029"/>
                  </a:lnTo>
                  <a:lnTo>
                    <a:pt x="992782" y="3917598"/>
                  </a:lnTo>
                  <a:lnTo>
                    <a:pt x="992899" y="3917598"/>
                  </a:lnTo>
                  <a:lnTo>
                    <a:pt x="993017" y="3917598"/>
                  </a:lnTo>
                  <a:lnTo>
                    <a:pt x="993134" y="3917598"/>
                  </a:lnTo>
                  <a:lnTo>
                    <a:pt x="993252" y="3917598"/>
                  </a:lnTo>
                  <a:lnTo>
                    <a:pt x="993370" y="3917598"/>
                  </a:lnTo>
                  <a:lnTo>
                    <a:pt x="993487" y="3917598"/>
                  </a:lnTo>
                  <a:lnTo>
                    <a:pt x="993487" y="3917168"/>
                  </a:lnTo>
                  <a:lnTo>
                    <a:pt x="993605" y="3917168"/>
                  </a:lnTo>
                  <a:lnTo>
                    <a:pt x="993722" y="3917168"/>
                  </a:lnTo>
                  <a:lnTo>
                    <a:pt x="993722" y="3916737"/>
                  </a:lnTo>
                  <a:lnTo>
                    <a:pt x="993722" y="3916307"/>
                  </a:lnTo>
                  <a:lnTo>
                    <a:pt x="993840" y="3916307"/>
                  </a:lnTo>
                  <a:lnTo>
                    <a:pt x="993958" y="3916307"/>
                  </a:lnTo>
                  <a:lnTo>
                    <a:pt x="994075" y="3916307"/>
                  </a:lnTo>
                  <a:lnTo>
                    <a:pt x="994075" y="3915876"/>
                  </a:lnTo>
                  <a:lnTo>
                    <a:pt x="994193" y="3915876"/>
                  </a:lnTo>
                  <a:lnTo>
                    <a:pt x="994193" y="3915445"/>
                  </a:lnTo>
                  <a:lnTo>
                    <a:pt x="994310" y="3915445"/>
                  </a:lnTo>
                  <a:lnTo>
                    <a:pt x="994428" y="3915445"/>
                  </a:lnTo>
                  <a:lnTo>
                    <a:pt x="994428" y="3915015"/>
                  </a:lnTo>
                  <a:lnTo>
                    <a:pt x="994428" y="3914584"/>
                  </a:lnTo>
                  <a:lnTo>
                    <a:pt x="994546" y="3914584"/>
                  </a:lnTo>
                  <a:lnTo>
                    <a:pt x="994546" y="3914154"/>
                  </a:lnTo>
                  <a:lnTo>
                    <a:pt x="994546" y="3913723"/>
                  </a:lnTo>
                  <a:lnTo>
                    <a:pt x="994546" y="3913292"/>
                  </a:lnTo>
                  <a:lnTo>
                    <a:pt x="994663" y="3913292"/>
                  </a:lnTo>
                  <a:lnTo>
                    <a:pt x="994663" y="3912862"/>
                  </a:lnTo>
                  <a:lnTo>
                    <a:pt x="994781" y="3912862"/>
                  </a:lnTo>
                  <a:lnTo>
                    <a:pt x="994899" y="3912862"/>
                  </a:lnTo>
                  <a:lnTo>
                    <a:pt x="995016" y="3912862"/>
                  </a:lnTo>
                  <a:lnTo>
                    <a:pt x="995134" y="3912862"/>
                  </a:lnTo>
                  <a:lnTo>
                    <a:pt x="995251" y="3912862"/>
                  </a:lnTo>
                  <a:lnTo>
                    <a:pt x="995369" y="3912862"/>
                  </a:lnTo>
                  <a:lnTo>
                    <a:pt x="995487" y="3912862"/>
                  </a:lnTo>
                  <a:lnTo>
                    <a:pt x="995604" y="3912862"/>
                  </a:lnTo>
                  <a:lnTo>
                    <a:pt x="995722" y="3912862"/>
                  </a:lnTo>
                  <a:lnTo>
                    <a:pt x="995839" y="3912862"/>
                  </a:lnTo>
                  <a:lnTo>
                    <a:pt x="995957" y="3912862"/>
                  </a:lnTo>
                  <a:lnTo>
                    <a:pt x="995957" y="3912431"/>
                  </a:lnTo>
                  <a:lnTo>
                    <a:pt x="996075" y="3912431"/>
                  </a:lnTo>
                  <a:lnTo>
                    <a:pt x="996075" y="3912001"/>
                  </a:lnTo>
                  <a:lnTo>
                    <a:pt x="996192" y="3912001"/>
                  </a:lnTo>
                  <a:lnTo>
                    <a:pt x="996310" y="3912001"/>
                  </a:lnTo>
                  <a:lnTo>
                    <a:pt x="996310" y="3911570"/>
                  </a:lnTo>
                  <a:lnTo>
                    <a:pt x="996428" y="3911570"/>
                  </a:lnTo>
                  <a:lnTo>
                    <a:pt x="996545" y="3911570"/>
                  </a:lnTo>
                  <a:lnTo>
                    <a:pt x="996545" y="3911139"/>
                  </a:lnTo>
                  <a:lnTo>
                    <a:pt x="996663" y="3911139"/>
                  </a:lnTo>
                  <a:lnTo>
                    <a:pt x="996780" y="3911139"/>
                  </a:lnTo>
                  <a:lnTo>
                    <a:pt x="996780" y="3910709"/>
                  </a:lnTo>
                  <a:lnTo>
                    <a:pt x="996780" y="3910278"/>
                  </a:lnTo>
                  <a:lnTo>
                    <a:pt x="996898" y="3910278"/>
                  </a:lnTo>
                  <a:lnTo>
                    <a:pt x="997016" y="3910278"/>
                  </a:lnTo>
                  <a:lnTo>
                    <a:pt x="997133" y="3910278"/>
                  </a:lnTo>
                  <a:lnTo>
                    <a:pt x="997251" y="3910278"/>
                  </a:lnTo>
                  <a:lnTo>
                    <a:pt x="997251" y="3909848"/>
                  </a:lnTo>
                  <a:lnTo>
                    <a:pt x="997251" y="3909417"/>
                  </a:lnTo>
                  <a:lnTo>
                    <a:pt x="997251" y="3908986"/>
                  </a:lnTo>
                  <a:lnTo>
                    <a:pt x="997368" y="3908986"/>
                  </a:lnTo>
                  <a:lnTo>
                    <a:pt x="997368" y="3908556"/>
                  </a:lnTo>
                  <a:lnTo>
                    <a:pt x="997486" y="3908556"/>
                  </a:lnTo>
                  <a:lnTo>
                    <a:pt x="997604" y="3908556"/>
                  </a:lnTo>
                  <a:lnTo>
                    <a:pt x="997604" y="3908125"/>
                  </a:lnTo>
                  <a:lnTo>
                    <a:pt x="997721" y="3908125"/>
                  </a:lnTo>
                  <a:lnTo>
                    <a:pt x="997839" y="3908125"/>
                  </a:lnTo>
                  <a:lnTo>
                    <a:pt x="997839" y="3907695"/>
                  </a:lnTo>
                  <a:lnTo>
                    <a:pt x="997957" y="3907695"/>
                  </a:lnTo>
                  <a:lnTo>
                    <a:pt x="998074" y="3907695"/>
                  </a:lnTo>
                  <a:lnTo>
                    <a:pt x="998074" y="3907264"/>
                  </a:lnTo>
                  <a:lnTo>
                    <a:pt x="998192" y="3907264"/>
                  </a:lnTo>
                  <a:lnTo>
                    <a:pt x="998192" y="3906833"/>
                  </a:lnTo>
                  <a:lnTo>
                    <a:pt x="998192" y="3906403"/>
                  </a:lnTo>
                  <a:lnTo>
                    <a:pt x="998192" y="3905972"/>
                  </a:lnTo>
                  <a:lnTo>
                    <a:pt x="998192" y="3905542"/>
                  </a:lnTo>
                  <a:lnTo>
                    <a:pt x="998309" y="3905542"/>
                  </a:lnTo>
                  <a:lnTo>
                    <a:pt x="998427" y="3905542"/>
                  </a:lnTo>
                  <a:lnTo>
                    <a:pt x="998545" y="3905542"/>
                  </a:lnTo>
                  <a:lnTo>
                    <a:pt x="998545" y="3905111"/>
                  </a:lnTo>
                  <a:lnTo>
                    <a:pt x="998545" y="3904680"/>
                  </a:lnTo>
                  <a:lnTo>
                    <a:pt x="998545" y="3904250"/>
                  </a:lnTo>
                  <a:lnTo>
                    <a:pt x="998662" y="3904250"/>
                  </a:lnTo>
                  <a:lnTo>
                    <a:pt x="998780" y="3904250"/>
                  </a:lnTo>
                  <a:lnTo>
                    <a:pt x="998780" y="3903819"/>
                  </a:lnTo>
                  <a:lnTo>
                    <a:pt x="998897" y="3903819"/>
                  </a:lnTo>
                  <a:lnTo>
                    <a:pt x="999015" y="3903819"/>
                  </a:lnTo>
                  <a:lnTo>
                    <a:pt x="999133" y="3903819"/>
                  </a:lnTo>
                  <a:lnTo>
                    <a:pt x="999250" y="3903819"/>
                  </a:lnTo>
                  <a:lnTo>
                    <a:pt x="999368" y="3903819"/>
                  </a:lnTo>
                  <a:lnTo>
                    <a:pt x="999486" y="3903819"/>
                  </a:lnTo>
                  <a:lnTo>
                    <a:pt x="999603" y="3903819"/>
                  </a:lnTo>
                  <a:lnTo>
                    <a:pt x="999721" y="3903819"/>
                  </a:lnTo>
                  <a:lnTo>
                    <a:pt x="999838" y="3903819"/>
                  </a:lnTo>
                  <a:lnTo>
                    <a:pt x="999956" y="3903819"/>
                  </a:lnTo>
                  <a:lnTo>
                    <a:pt x="1000074" y="3903819"/>
                  </a:lnTo>
                  <a:lnTo>
                    <a:pt x="1000074" y="3903389"/>
                  </a:lnTo>
                  <a:lnTo>
                    <a:pt x="1000074" y="3902958"/>
                  </a:lnTo>
                  <a:lnTo>
                    <a:pt x="1000191" y="3902958"/>
                  </a:lnTo>
                  <a:lnTo>
                    <a:pt x="1000191" y="3902527"/>
                  </a:lnTo>
                  <a:lnTo>
                    <a:pt x="1000191" y="3902097"/>
                  </a:lnTo>
                  <a:lnTo>
                    <a:pt x="1000191" y="3901666"/>
                  </a:lnTo>
                  <a:lnTo>
                    <a:pt x="1000191" y="3901236"/>
                  </a:lnTo>
                  <a:lnTo>
                    <a:pt x="1000309" y="3901236"/>
                  </a:lnTo>
                  <a:lnTo>
                    <a:pt x="1000426" y="3901236"/>
                  </a:lnTo>
                  <a:lnTo>
                    <a:pt x="1000426" y="3900805"/>
                  </a:lnTo>
                  <a:lnTo>
                    <a:pt x="1000544" y="3900805"/>
                  </a:lnTo>
                  <a:lnTo>
                    <a:pt x="1000662" y="3900805"/>
                  </a:lnTo>
                  <a:lnTo>
                    <a:pt x="1000779" y="3900805"/>
                  </a:lnTo>
                  <a:lnTo>
                    <a:pt x="1000897" y="3900805"/>
                  </a:lnTo>
                  <a:lnTo>
                    <a:pt x="1000897" y="3900374"/>
                  </a:lnTo>
                  <a:lnTo>
                    <a:pt x="1001015" y="3900374"/>
                  </a:lnTo>
                  <a:lnTo>
                    <a:pt x="1001132" y="3900374"/>
                  </a:lnTo>
                  <a:lnTo>
                    <a:pt x="1001132" y="3899944"/>
                  </a:lnTo>
                  <a:lnTo>
                    <a:pt x="1001132" y="3899513"/>
                  </a:lnTo>
                  <a:lnTo>
                    <a:pt x="1001132" y="3899083"/>
                  </a:lnTo>
                  <a:lnTo>
                    <a:pt x="1001132" y="3898652"/>
                  </a:lnTo>
                  <a:lnTo>
                    <a:pt x="1001250" y="3898652"/>
                  </a:lnTo>
                  <a:lnTo>
                    <a:pt x="1001367" y="3898652"/>
                  </a:lnTo>
                  <a:lnTo>
                    <a:pt x="1001485" y="3898652"/>
                  </a:lnTo>
                  <a:lnTo>
                    <a:pt x="1001603" y="3898652"/>
                  </a:lnTo>
                  <a:lnTo>
                    <a:pt x="1001603" y="3898221"/>
                  </a:lnTo>
                  <a:lnTo>
                    <a:pt x="1001720" y="3898221"/>
                  </a:lnTo>
                  <a:lnTo>
                    <a:pt x="1001838" y="3898221"/>
                  </a:lnTo>
                  <a:lnTo>
                    <a:pt x="1001838" y="3897791"/>
                  </a:lnTo>
                  <a:lnTo>
                    <a:pt x="1001838" y="3897360"/>
                  </a:lnTo>
                  <a:lnTo>
                    <a:pt x="1001955" y="3897360"/>
                  </a:lnTo>
                  <a:lnTo>
                    <a:pt x="1002073" y="3897360"/>
                  </a:lnTo>
                  <a:lnTo>
                    <a:pt x="1002191" y="3897360"/>
                  </a:lnTo>
                  <a:lnTo>
                    <a:pt x="1002308" y="3897360"/>
                  </a:lnTo>
                  <a:lnTo>
                    <a:pt x="1002426" y="3897360"/>
                  </a:lnTo>
                  <a:lnTo>
                    <a:pt x="1002426" y="3896930"/>
                  </a:lnTo>
                  <a:lnTo>
                    <a:pt x="1002543" y="3896930"/>
                  </a:lnTo>
                  <a:lnTo>
                    <a:pt x="1002661" y="3896930"/>
                  </a:lnTo>
                  <a:lnTo>
                    <a:pt x="1002661" y="3896499"/>
                  </a:lnTo>
                  <a:lnTo>
                    <a:pt x="1002779" y="3896499"/>
                  </a:lnTo>
                  <a:lnTo>
                    <a:pt x="1002896" y="3896499"/>
                  </a:lnTo>
                  <a:lnTo>
                    <a:pt x="1003014" y="3896499"/>
                  </a:lnTo>
                  <a:lnTo>
                    <a:pt x="1003014" y="3896068"/>
                  </a:lnTo>
                  <a:lnTo>
                    <a:pt x="1003014" y="3895638"/>
                  </a:lnTo>
                  <a:lnTo>
                    <a:pt x="1003132" y="3895638"/>
                  </a:lnTo>
                  <a:lnTo>
                    <a:pt x="1003249" y="3895638"/>
                  </a:lnTo>
                  <a:lnTo>
                    <a:pt x="1003367" y="3895638"/>
                  </a:lnTo>
                  <a:lnTo>
                    <a:pt x="1003367" y="3895207"/>
                  </a:lnTo>
                  <a:lnTo>
                    <a:pt x="1003367" y="3894777"/>
                  </a:lnTo>
                  <a:lnTo>
                    <a:pt x="1003367" y="3894346"/>
                  </a:lnTo>
                  <a:lnTo>
                    <a:pt x="1003367" y="3893915"/>
                  </a:lnTo>
                  <a:lnTo>
                    <a:pt x="1003367" y="3893485"/>
                  </a:lnTo>
                  <a:lnTo>
                    <a:pt x="1003367" y="3893054"/>
                  </a:lnTo>
                  <a:lnTo>
                    <a:pt x="1003367" y="3892624"/>
                  </a:lnTo>
                  <a:lnTo>
                    <a:pt x="1003484" y="3892624"/>
                  </a:lnTo>
                  <a:lnTo>
                    <a:pt x="1003484" y="3892193"/>
                  </a:lnTo>
                  <a:lnTo>
                    <a:pt x="1003602" y="3892193"/>
                  </a:lnTo>
                  <a:lnTo>
                    <a:pt x="1003602" y="3891762"/>
                  </a:lnTo>
                  <a:lnTo>
                    <a:pt x="1003720" y="3891762"/>
                  </a:lnTo>
                  <a:lnTo>
                    <a:pt x="1003837" y="3891762"/>
                  </a:lnTo>
                  <a:lnTo>
                    <a:pt x="1003955" y="3891762"/>
                  </a:lnTo>
                  <a:lnTo>
                    <a:pt x="1004072" y="3891762"/>
                  </a:lnTo>
                  <a:lnTo>
                    <a:pt x="1004190" y="3891762"/>
                  </a:lnTo>
                  <a:lnTo>
                    <a:pt x="1004308" y="3891762"/>
                  </a:lnTo>
                  <a:lnTo>
                    <a:pt x="1004308" y="3891332"/>
                  </a:lnTo>
                  <a:lnTo>
                    <a:pt x="1004425" y="3891332"/>
                  </a:lnTo>
                  <a:lnTo>
                    <a:pt x="1004543" y="3891332"/>
                  </a:lnTo>
                  <a:lnTo>
                    <a:pt x="1004661" y="3891332"/>
                  </a:lnTo>
                  <a:lnTo>
                    <a:pt x="1004778" y="3891332"/>
                  </a:lnTo>
                  <a:lnTo>
                    <a:pt x="1004778" y="3890901"/>
                  </a:lnTo>
                  <a:lnTo>
                    <a:pt x="1004778" y="3890471"/>
                  </a:lnTo>
                  <a:lnTo>
                    <a:pt x="1004896" y="3890471"/>
                  </a:lnTo>
                  <a:lnTo>
                    <a:pt x="1005013" y="3890471"/>
                  </a:lnTo>
                  <a:lnTo>
                    <a:pt x="1005013" y="3890040"/>
                  </a:lnTo>
                  <a:lnTo>
                    <a:pt x="1005131" y="3890040"/>
                  </a:lnTo>
                  <a:lnTo>
                    <a:pt x="1005249" y="3890040"/>
                  </a:lnTo>
                  <a:lnTo>
                    <a:pt x="1005366" y="3890040"/>
                  </a:lnTo>
                  <a:lnTo>
                    <a:pt x="1005484" y="3890040"/>
                  </a:lnTo>
                  <a:lnTo>
                    <a:pt x="1005484" y="3889609"/>
                  </a:lnTo>
                  <a:lnTo>
                    <a:pt x="1005601" y="3889609"/>
                  </a:lnTo>
                  <a:lnTo>
                    <a:pt x="1005719" y="3889609"/>
                  </a:lnTo>
                  <a:lnTo>
                    <a:pt x="1005837" y="3889609"/>
                  </a:lnTo>
                  <a:lnTo>
                    <a:pt x="1005954" y="3889609"/>
                  </a:lnTo>
                  <a:lnTo>
                    <a:pt x="1006072" y="3889609"/>
                  </a:lnTo>
                  <a:lnTo>
                    <a:pt x="1006072" y="3889179"/>
                  </a:lnTo>
                  <a:lnTo>
                    <a:pt x="1006190" y="3889179"/>
                  </a:lnTo>
                  <a:lnTo>
                    <a:pt x="1006190" y="3888748"/>
                  </a:lnTo>
                  <a:lnTo>
                    <a:pt x="1006307" y="3888748"/>
                  </a:lnTo>
                  <a:lnTo>
                    <a:pt x="1006425" y="3888748"/>
                  </a:lnTo>
                  <a:lnTo>
                    <a:pt x="1006542" y="3888748"/>
                  </a:lnTo>
                  <a:lnTo>
                    <a:pt x="1006660" y="3888748"/>
                  </a:lnTo>
                  <a:lnTo>
                    <a:pt x="1006660" y="3888318"/>
                  </a:lnTo>
                  <a:lnTo>
                    <a:pt x="1006778" y="3888318"/>
                  </a:lnTo>
                  <a:lnTo>
                    <a:pt x="1006895" y="3888318"/>
                  </a:lnTo>
                  <a:lnTo>
                    <a:pt x="1007013" y="3888318"/>
                  </a:lnTo>
                  <a:lnTo>
                    <a:pt x="1007013" y="3887887"/>
                  </a:lnTo>
                  <a:lnTo>
                    <a:pt x="1007130" y="3887887"/>
                  </a:lnTo>
                  <a:lnTo>
                    <a:pt x="1007130" y="3887456"/>
                  </a:lnTo>
                  <a:lnTo>
                    <a:pt x="1007248" y="3887456"/>
                  </a:lnTo>
                  <a:lnTo>
                    <a:pt x="1007366" y="3887456"/>
                  </a:lnTo>
                  <a:lnTo>
                    <a:pt x="1007366" y="3887026"/>
                  </a:lnTo>
                  <a:lnTo>
                    <a:pt x="1007483" y="3887026"/>
                  </a:lnTo>
                  <a:lnTo>
                    <a:pt x="1007601" y="3887026"/>
                  </a:lnTo>
                  <a:lnTo>
                    <a:pt x="1007719" y="3887026"/>
                  </a:lnTo>
                  <a:lnTo>
                    <a:pt x="1007836" y="3887026"/>
                  </a:lnTo>
                  <a:lnTo>
                    <a:pt x="1007836" y="3886595"/>
                  </a:lnTo>
                  <a:lnTo>
                    <a:pt x="1007836" y="3886165"/>
                  </a:lnTo>
                  <a:lnTo>
                    <a:pt x="1007954" y="3886165"/>
                  </a:lnTo>
                  <a:lnTo>
                    <a:pt x="1008071" y="3886165"/>
                  </a:lnTo>
                  <a:lnTo>
                    <a:pt x="1008189" y="3886165"/>
                  </a:lnTo>
                  <a:lnTo>
                    <a:pt x="1008189" y="3885734"/>
                  </a:lnTo>
                  <a:lnTo>
                    <a:pt x="1008307" y="3885734"/>
                  </a:lnTo>
                  <a:lnTo>
                    <a:pt x="1008424" y="3885734"/>
                  </a:lnTo>
                  <a:lnTo>
                    <a:pt x="1008424" y="3885303"/>
                  </a:lnTo>
                  <a:lnTo>
                    <a:pt x="1008542" y="3885303"/>
                  </a:lnTo>
                  <a:lnTo>
                    <a:pt x="1008659" y="3885303"/>
                  </a:lnTo>
                  <a:lnTo>
                    <a:pt x="1008777" y="3885303"/>
                  </a:lnTo>
                  <a:lnTo>
                    <a:pt x="1008895" y="3885303"/>
                  </a:lnTo>
                  <a:lnTo>
                    <a:pt x="1009012" y="3885303"/>
                  </a:lnTo>
                  <a:lnTo>
                    <a:pt x="1009130" y="3885303"/>
                  </a:lnTo>
                  <a:lnTo>
                    <a:pt x="1009248" y="3885303"/>
                  </a:lnTo>
                  <a:lnTo>
                    <a:pt x="1009248" y="3884873"/>
                  </a:lnTo>
                  <a:lnTo>
                    <a:pt x="1009365" y="3884873"/>
                  </a:lnTo>
                  <a:lnTo>
                    <a:pt x="1009483" y="3884873"/>
                  </a:lnTo>
                  <a:lnTo>
                    <a:pt x="1009483" y="3884442"/>
                  </a:lnTo>
                  <a:lnTo>
                    <a:pt x="1009483" y="3884012"/>
                  </a:lnTo>
                  <a:lnTo>
                    <a:pt x="1009600" y="3884012"/>
                  </a:lnTo>
                  <a:lnTo>
                    <a:pt x="1009718" y="3884012"/>
                  </a:lnTo>
                  <a:lnTo>
                    <a:pt x="1009718" y="3883581"/>
                  </a:lnTo>
                  <a:lnTo>
                    <a:pt x="1009836" y="3883581"/>
                  </a:lnTo>
                  <a:lnTo>
                    <a:pt x="1009836" y="3883150"/>
                  </a:lnTo>
                  <a:lnTo>
                    <a:pt x="1009836" y="3882720"/>
                  </a:lnTo>
                  <a:lnTo>
                    <a:pt x="1009953" y="3882720"/>
                  </a:lnTo>
                  <a:lnTo>
                    <a:pt x="1009953" y="3882289"/>
                  </a:lnTo>
                  <a:lnTo>
                    <a:pt x="1010071" y="3882289"/>
                  </a:lnTo>
                  <a:lnTo>
                    <a:pt x="1010188" y="3882289"/>
                  </a:lnTo>
                  <a:lnTo>
                    <a:pt x="1010306" y="3882289"/>
                  </a:lnTo>
                  <a:lnTo>
                    <a:pt x="1010424" y="3882289"/>
                  </a:lnTo>
                  <a:lnTo>
                    <a:pt x="1010541" y="3882289"/>
                  </a:lnTo>
                  <a:lnTo>
                    <a:pt x="1010659" y="3882289"/>
                  </a:lnTo>
                  <a:lnTo>
                    <a:pt x="1010776" y="3882289"/>
                  </a:lnTo>
                  <a:lnTo>
                    <a:pt x="1010894" y="3882289"/>
                  </a:lnTo>
                  <a:lnTo>
                    <a:pt x="1011012" y="3882289"/>
                  </a:lnTo>
                  <a:lnTo>
                    <a:pt x="1011129" y="3882289"/>
                  </a:lnTo>
                  <a:lnTo>
                    <a:pt x="1011129" y="3881859"/>
                  </a:lnTo>
                  <a:lnTo>
                    <a:pt x="1011129" y="3881428"/>
                  </a:lnTo>
                  <a:lnTo>
                    <a:pt x="1011247" y="3881428"/>
                  </a:lnTo>
                  <a:lnTo>
                    <a:pt x="1011247" y="3880997"/>
                  </a:lnTo>
                  <a:lnTo>
                    <a:pt x="1011365" y="3880997"/>
                  </a:lnTo>
                  <a:lnTo>
                    <a:pt x="1011365" y="3880567"/>
                  </a:lnTo>
                  <a:lnTo>
                    <a:pt x="1011482" y="3880567"/>
                  </a:lnTo>
                  <a:lnTo>
                    <a:pt x="1011600" y="3880567"/>
                  </a:lnTo>
                  <a:lnTo>
                    <a:pt x="1011717" y="3880567"/>
                  </a:lnTo>
                  <a:lnTo>
                    <a:pt x="1011717" y="3880136"/>
                  </a:lnTo>
                  <a:lnTo>
                    <a:pt x="1011717" y="3879706"/>
                  </a:lnTo>
                  <a:lnTo>
                    <a:pt x="1011835" y="3879706"/>
                  </a:lnTo>
                  <a:lnTo>
                    <a:pt x="1011953" y="3879706"/>
                  </a:lnTo>
                  <a:lnTo>
                    <a:pt x="1011953" y="3879275"/>
                  </a:lnTo>
                  <a:lnTo>
                    <a:pt x="1011953" y="3878844"/>
                  </a:lnTo>
                  <a:lnTo>
                    <a:pt x="1012070" y="3878844"/>
                  </a:lnTo>
                  <a:lnTo>
                    <a:pt x="1012070" y="3878414"/>
                  </a:lnTo>
                  <a:lnTo>
                    <a:pt x="1012188" y="3878414"/>
                  </a:lnTo>
                  <a:lnTo>
                    <a:pt x="1012305" y="3878414"/>
                  </a:lnTo>
                  <a:lnTo>
                    <a:pt x="1012305" y="3877983"/>
                  </a:lnTo>
                  <a:lnTo>
                    <a:pt x="1012423" y="3877983"/>
                  </a:lnTo>
                  <a:lnTo>
                    <a:pt x="1012423" y="3877553"/>
                  </a:lnTo>
                  <a:lnTo>
                    <a:pt x="1012541" y="3877553"/>
                  </a:lnTo>
                  <a:lnTo>
                    <a:pt x="1012658" y="3877553"/>
                  </a:lnTo>
                  <a:lnTo>
                    <a:pt x="1012776" y="3877553"/>
                  </a:lnTo>
                  <a:lnTo>
                    <a:pt x="1012894" y="3877553"/>
                  </a:lnTo>
                  <a:lnTo>
                    <a:pt x="1012894" y="3877122"/>
                  </a:lnTo>
                  <a:lnTo>
                    <a:pt x="1013011" y="3877122"/>
                  </a:lnTo>
                  <a:lnTo>
                    <a:pt x="1013129" y="3877122"/>
                  </a:lnTo>
                  <a:lnTo>
                    <a:pt x="1013246" y="3877122"/>
                  </a:lnTo>
                  <a:lnTo>
                    <a:pt x="1013246" y="3876691"/>
                  </a:lnTo>
                  <a:lnTo>
                    <a:pt x="1013364" y="3876691"/>
                  </a:lnTo>
                  <a:lnTo>
                    <a:pt x="1013482" y="3876691"/>
                  </a:lnTo>
                  <a:lnTo>
                    <a:pt x="1013599" y="3876691"/>
                  </a:lnTo>
                  <a:lnTo>
                    <a:pt x="1013599" y="3876261"/>
                  </a:lnTo>
                  <a:lnTo>
                    <a:pt x="1013599" y="3875830"/>
                  </a:lnTo>
                  <a:lnTo>
                    <a:pt x="1013717" y="3875830"/>
                  </a:lnTo>
                  <a:lnTo>
                    <a:pt x="1013834" y="3875830"/>
                  </a:lnTo>
                  <a:lnTo>
                    <a:pt x="1013952" y="3875830"/>
                  </a:lnTo>
                  <a:lnTo>
                    <a:pt x="1014070" y="3875830"/>
                  </a:lnTo>
                  <a:lnTo>
                    <a:pt x="1014187" y="3875830"/>
                  </a:lnTo>
                  <a:lnTo>
                    <a:pt x="1014305" y="3875830"/>
                  </a:lnTo>
                  <a:lnTo>
                    <a:pt x="1014305" y="3875400"/>
                  </a:lnTo>
                  <a:lnTo>
                    <a:pt x="1014423" y="3875400"/>
                  </a:lnTo>
                  <a:lnTo>
                    <a:pt x="1014540" y="3875400"/>
                  </a:lnTo>
                  <a:lnTo>
                    <a:pt x="1014658" y="3875400"/>
                  </a:lnTo>
                  <a:lnTo>
                    <a:pt x="1014775" y="3875400"/>
                  </a:lnTo>
                  <a:lnTo>
                    <a:pt x="1014893" y="3875400"/>
                  </a:lnTo>
                  <a:lnTo>
                    <a:pt x="1015011" y="3875400"/>
                  </a:lnTo>
                  <a:lnTo>
                    <a:pt x="1015011" y="3874969"/>
                  </a:lnTo>
                  <a:lnTo>
                    <a:pt x="1015128" y="3874969"/>
                  </a:lnTo>
                  <a:lnTo>
                    <a:pt x="1015128" y="3874538"/>
                  </a:lnTo>
                  <a:lnTo>
                    <a:pt x="1015246" y="3874538"/>
                  </a:lnTo>
                  <a:lnTo>
                    <a:pt x="1015246" y="3874108"/>
                  </a:lnTo>
                  <a:lnTo>
                    <a:pt x="1015246" y="3873677"/>
                  </a:lnTo>
                  <a:lnTo>
                    <a:pt x="1015363" y="3873677"/>
                  </a:lnTo>
                  <a:lnTo>
                    <a:pt x="1015481" y="3873677"/>
                  </a:lnTo>
                  <a:lnTo>
                    <a:pt x="1015481" y="3873247"/>
                  </a:lnTo>
                  <a:lnTo>
                    <a:pt x="1015599" y="3873247"/>
                  </a:lnTo>
                  <a:lnTo>
                    <a:pt x="1015599" y="3872816"/>
                  </a:lnTo>
                  <a:lnTo>
                    <a:pt x="1015716" y="3872816"/>
                  </a:lnTo>
                  <a:lnTo>
                    <a:pt x="1015716" y="3872385"/>
                  </a:lnTo>
                  <a:lnTo>
                    <a:pt x="1015834" y="3872385"/>
                  </a:lnTo>
                  <a:lnTo>
                    <a:pt x="1015834" y="3871955"/>
                  </a:lnTo>
                  <a:lnTo>
                    <a:pt x="1015834" y="3871524"/>
                  </a:lnTo>
                  <a:lnTo>
                    <a:pt x="1015952" y="3871524"/>
                  </a:lnTo>
                  <a:lnTo>
                    <a:pt x="1016069" y="3871524"/>
                  </a:lnTo>
                  <a:lnTo>
                    <a:pt x="1016187" y="3871524"/>
                  </a:lnTo>
                  <a:lnTo>
                    <a:pt x="1016304" y="3871524"/>
                  </a:lnTo>
                  <a:lnTo>
                    <a:pt x="1016304" y="3871094"/>
                  </a:lnTo>
                  <a:lnTo>
                    <a:pt x="1016422" y="3871094"/>
                  </a:lnTo>
                  <a:lnTo>
                    <a:pt x="1016540" y="3871094"/>
                  </a:lnTo>
                  <a:lnTo>
                    <a:pt x="1016657" y="3871094"/>
                  </a:lnTo>
                  <a:lnTo>
                    <a:pt x="1016775" y="3871094"/>
                  </a:lnTo>
                  <a:lnTo>
                    <a:pt x="1016775" y="3870663"/>
                  </a:lnTo>
                  <a:lnTo>
                    <a:pt x="1016775" y="3870232"/>
                  </a:lnTo>
                  <a:lnTo>
                    <a:pt x="1016892" y="3870232"/>
                  </a:lnTo>
                  <a:lnTo>
                    <a:pt x="1017010" y="3870232"/>
                  </a:lnTo>
                  <a:lnTo>
                    <a:pt x="1017128" y="3870232"/>
                  </a:lnTo>
                  <a:lnTo>
                    <a:pt x="1017245" y="3870232"/>
                  </a:lnTo>
                  <a:lnTo>
                    <a:pt x="1017363" y="3870232"/>
                  </a:lnTo>
                  <a:lnTo>
                    <a:pt x="1017481" y="3870232"/>
                  </a:lnTo>
                  <a:lnTo>
                    <a:pt x="1017598" y="3870232"/>
                  </a:lnTo>
                  <a:lnTo>
                    <a:pt x="1017598" y="3869802"/>
                  </a:lnTo>
                  <a:lnTo>
                    <a:pt x="1017716" y="3869802"/>
                  </a:lnTo>
                  <a:lnTo>
                    <a:pt x="1017833" y="3869802"/>
                  </a:lnTo>
                  <a:lnTo>
                    <a:pt x="1017951" y="3869802"/>
                  </a:lnTo>
                  <a:lnTo>
                    <a:pt x="1017951" y="3869371"/>
                  </a:lnTo>
                  <a:lnTo>
                    <a:pt x="1018069" y="3869371"/>
                  </a:lnTo>
                  <a:lnTo>
                    <a:pt x="1018069" y="3868941"/>
                  </a:lnTo>
                  <a:lnTo>
                    <a:pt x="1018069" y="3868510"/>
                  </a:lnTo>
                  <a:lnTo>
                    <a:pt x="1018186" y="3868510"/>
                  </a:lnTo>
                  <a:lnTo>
                    <a:pt x="1018186" y="3868079"/>
                  </a:lnTo>
                  <a:lnTo>
                    <a:pt x="1018186" y="3867649"/>
                  </a:lnTo>
                  <a:lnTo>
                    <a:pt x="1018186" y="3867218"/>
                  </a:lnTo>
                  <a:lnTo>
                    <a:pt x="1018304" y="3867218"/>
                  </a:lnTo>
                  <a:lnTo>
                    <a:pt x="1018421" y="3867218"/>
                  </a:lnTo>
                  <a:lnTo>
                    <a:pt x="1018539" y="3867218"/>
                  </a:lnTo>
                  <a:lnTo>
                    <a:pt x="1018539" y="3866788"/>
                  </a:lnTo>
                  <a:lnTo>
                    <a:pt x="1018657" y="3866788"/>
                  </a:lnTo>
                  <a:lnTo>
                    <a:pt x="1018774" y="3866788"/>
                  </a:lnTo>
                  <a:lnTo>
                    <a:pt x="1018774" y="3866357"/>
                  </a:lnTo>
                  <a:lnTo>
                    <a:pt x="1018892" y="3866357"/>
                  </a:lnTo>
                  <a:lnTo>
                    <a:pt x="1019009" y="3866357"/>
                  </a:lnTo>
                  <a:lnTo>
                    <a:pt x="1019127" y="3866357"/>
                  </a:lnTo>
                  <a:lnTo>
                    <a:pt x="1019245" y="3866357"/>
                  </a:lnTo>
                  <a:lnTo>
                    <a:pt x="1019245" y="3865926"/>
                  </a:lnTo>
                  <a:lnTo>
                    <a:pt x="1019362" y="3865926"/>
                  </a:lnTo>
                  <a:lnTo>
                    <a:pt x="1019362" y="3865496"/>
                  </a:lnTo>
                  <a:lnTo>
                    <a:pt x="1019480" y="3865496"/>
                  </a:lnTo>
                  <a:lnTo>
                    <a:pt x="1019598" y="3865496"/>
                  </a:lnTo>
                  <a:lnTo>
                    <a:pt x="1019598" y="3865065"/>
                  </a:lnTo>
                  <a:lnTo>
                    <a:pt x="1019715" y="3865065"/>
                  </a:lnTo>
                  <a:lnTo>
                    <a:pt x="1019833" y="3865065"/>
                  </a:lnTo>
                  <a:lnTo>
                    <a:pt x="1019950" y="3865065"/>
                  </a:lnTo>
                  <a:lnTo>
                    <a:pt x="1020068" y="3865065"/>
                  </a:lnTo>
                  <a:lnTo>
                    <a:pt x="1020068" y="3864635"/>
                  </a:lnTo>
                  <a:lnTo>
                    <a:pt x="1020068" y="3864204"/>
                  </a:lnTo>
                  <a:lnTo>
                    <a:pt x="1020186" y="3864204"/>
                  </a:lnTo>
                  <a:lnTo>
                    <a:pt x="1020303" y="3864204"/>
                  </a:lnTo>
                  <a:lnTo>
                    <a:pt x="1020421" y="3864204"/>
                  </a:lnTo>
                  <a:lnTo>
                    <a:pt x="1020538" y="3864204"/>
                  </a:lnTo>
                  <a:lnTo>
                    <a:pt x="1020656" y="3864204"/>
                  </a:lnTo>
                  <a:lnTo>
                    <a:pt x="1020774" y="3864204"/>
                  </a:lnTo>
                  <a:lnTo>
                    <a:pt x="1020891" y="3864204"/>
                  </a:lnTo>
                  <a:lnTo>
                    <a:pt x="1020891" y="3863773"/>
                  </a:lnTo>
                  <a:lnTo>
                    <a:pt x="1020891" y="3863343"/>
                  </a:lnTo>
                  <a:lnTo>
                    <a:pt x="1021009" y="3863343"/>
                  </a:lnTo>
                  <a:lnTo>
                    <a:pt x="1021127" y="3863343"/>
                  </a:lnTo>
                  <a:lnTo>
                    <a:pt x="1021244" y="3863343"/>
                  </a:lnTo>
                  <a:lnTo>
                    <a:pt x="1021362" y="3863343"/>
                  </a:lnTo>
                  <a:lnTo>
                    <a:pt x="1021479" y="3863343"/>
                  </a:lnTo>
                  <a:lnTo>
                    <a:pt x="1021597" y="3863343"/>
                  </a:lnTo>
                  <a:lnTo>
                    <a:pt x="1021597" y="3862912"/>
                  </a:lnTo>
                  <a:lnTo>
                    <a:pt x="1021597" y="3862482"/>
                  </a:lnTo>
                  <a:lnTo>
                    <a:pt x="1021597" y="3862051"/>
                  </a:lnTo>
                  <a:lnTo>
                    <a:pt x="1021597" y="3861620"/>
                  </a:lnTo>
                  <a:lnTo>
                    <a:pt x="1021715" y="3861620"/>
                  </a:lnTo>
                  <a:lnTo>
                    <a:pt x="1021715" y="3861190"/>
                  </a:lnTo>
                  <a:lnTo>
                    <a:pt x="1021715" y="3860759"/>
                  </a:lnTo>
                  <a:lnTo>
                    <a:pt x="1021715" y="3860329"/>
                  </a:lnTo>
                  <a:lnTo>
                    <a:pt x="1021715" y="3859898"/>
                  </a:lnTo>
                  <a:lnTo>
                    <a:pt x="1021832" y="3859898"/>
                  </a:lnTo>
                  <a:lnTo>
                    <a:pt x="1021950" y="3859898"/>
                  </a:lnTo>
                  <a:lnTo>
                    <a:pt x="1022067" y="3859898"/>
                  </a:lnTo>
                  <a:lnTo>
                    <a:pt x="1022067" y="3859467"/>
                  </a:lnTo>
                  <a:lnTo>
                    <a:pt x="1022185" y="3859467"/>
                  </a:lnTo>
                  <a:lnTo>
                    <a:pt x="1022303" y="3859467"/>
                  </a:lnTo>
                  <a:lnTo>
                    <a:pt x="1022420" y="3859467"/>
                  </a:lnTo>
                  <a:lnTo>
                    <a:pt x="1022538" y="3859467"/>
                  </a:lnTo>
                  <a:lnTo>
                    <a:pt x="1022656" y="3859467"/>
                  </a:lnTo>
                  <a:lnTo>
                    <a:pt x="1022656" y="3859037"/>
                  </a:lnTo>
                  <a:lnTo>
                    <a:pt x="1022656" y="3858606"/>
                  </a:lnTo>
                  <a:lnTo>
                    <a:pt x="1022773" y="3858606"/>
                  </a:lnTo>
                  <a:lnTo>
                    <a:pt x="1022891" y="3858606"/>
                  </a:lnTo>
                  <a:lnTo>
                    <a:pt x="1023008" y="3858606"/>
                  </a:lnTo>
                  <a:lnTo>
                    <a:pt x="1023126" y="3858606"/>
                  </a:lnTo>
                  <a:lnTo>
                    <a:pt x="1023244" y="3858606"/>
                  </a:lnTo>
                  <a:lnTo>
                    <a:pt x="1023244" y="3858176"/>
                  </a:lnTo>
                  <a:lnTo>
                    <a:pt x="1023244" y="3857745"/>
                  </a:lnTo>
                  <a:lnTo>
                    <a:pt x="1023361" y="3857745"/>
                  </a:lnTo>
                  <a:lnTo>
                    <a:pt x="1023479" y="3857745"/>
                  </a:lnTo>
                  <a:lnTo>
                    <a:pt x="1023596" y="3857745"/>
                  </a:lnTo>
                  <a:lnTo>
                    <a:pt x="1023596" y="3857314"/>
                  </a:lnTo>
                  <a:lnTo>
                    <a:pt x="1023596" y="3856884"/>
                  </a:lnTo>
                  <a:lnTo>
                    <a:pt x="1023596" y="3856453"/>
                  </a:lnTo>
                  <a:lnTo>
                    <a:pt x="1023714" y="3856453"/>
                  </a:lnTo>
                  <a:lnTo>
                    <a:pt x="1023714" y="3856023"/>
                  </a:lnTo>
                  <a:lnTo>
                    <a:pt x="1023832" y="3856023"/>
                  </a:lnTo>
                  <a:lnTo>
                    <a:pt x="1023949" y="3856023"/>
                  </a:lnTo>
                  <a:lnTo>
                    <a:pt x="1024067" y="3856023"/>
                  </a:lnTo>
                  <a:lnTo>
                    <a:pt x="1024185" y="3856023"/>
                  </a:lnTo>
                  <a:lnTo>
                    <a:pt x="1024185" y="3855592"/>
                  </a:lnTo>
                  <a:lnTo>
                    <a:pt x="1024302" y="3855592"/>
                  </a:lnTo>
                  <a:lnTo>
                    <a:pt x="1024420" y="3855592"/>
                  </a:lnTo>
                  <a:lnTo>
                    <a:pt x="1024537" y="3855592"/>
                  </a:lnTo>
                  <a:lnTo>
                    <a:pt x="1024655" y="3855592"/>
                  </a:lnTo>
                  <a:lnTo>
                    <a:pt x="1024655" y="3855161"/>
                  </a:lnTo>
                  <a:lnTo>
                    <a:pt x="1024773" y="3855161"/>
                  </a:lnTo>
                  <a:lnTo>
                    <a:pt x="1024890" y="3855161"/>
                  </a:lnTo>
                  <a:lnTo>
                    <a:pt x="1024890" y="3854731"/>
                  </a:lnTo>
                  <a:lnTo>
                    <a:pt x="1025008" y="3854731"/>
                  </a:lnTo>
                  <a:lnTo>
                    <a:pt x="1025125" y="3854731"/>
                  </a:lnTo>
                  <a:lnTo>
                    <a:pt x="1025125" y="3854300"/>
                  </a:lnTo>
                  <a:lnTo>
                    <a:pt x="1025125" y="3853870"/>
                  </a:lnTo>
                  <a:lnTo>
                    <a:pt x="1025243" y="3853870"/>
                  </a:lnTo>
                  <a:lnTo>
                    <a:pt x="1025243" y="3853439"/>
                  </a:lnTo>
                  <a:lnTo>
                    <a:pt x="1025361" y="3853439"/>
                  </a:lnTo>
                  <a:lnTo>
                    <a:pt x="1025478" y="3853439"/>
                  </a:lnTo>
                  <a:lnTo>
                    <a:pt x="1025596" y="3853439"/>
                  </a:lnTo>
                  <a:lnTo>
                    <a:pt x="1025714" y="3853439"/>
                  </a:lnTo>
                  <a:lnTo>
                    <a:pt x="1025831" y="3853439"/>
                  </a:lnTo>
                  <a:lnTo>
                    <a:pt x="1025831" y="3853008"/>
                  </a:lnTo>
                  <a:lnTo>
                    <a:pt x="1025831" y="3852578"/>
                  </a:lnTo>
                  <a:lnTo>
                    <a:pt x="1025831" y="3852147"/>
                  </a:lnTo>
                  <a:lnTo>
                    <a:pt x="1025949" y="3852147"/>
                  </a:lnTo>
                  <a:lnTo>
                    <a:pt x="1026066" y="3852147"/>
                  </a:lnTo>
                  <a:lnTo>
                    <a:pt x="1026066" y="3851717"/>
                  </a:lnTo>
                  <a:lnTo>
                    <a:pt x="1026066" y="3851286"/>
                  </a:lnTo>
                  <a:lnTo>
                    <a:pt x="1026184" y="3851286"/>
                  </a:lnTo>
                  <a:lnTo>
                    <a:pt x="1026302" y="3851286"/>
                  </a:lnTo>
                  <a:lnTo>
                    <a:pt x="1026419" y="3851286"/>
                  </a:lnTo>
                  <a:lnTo>
                    <a:pt x="1026537" y="3851286"/>
                  </a:lnTo>
                  <a:lnTo>
                    <a:pt x="1026654" y="3851286"/>
                  </a:lnTo>
                  <a:lnTo>
                    <a:pt x="1026772" y="3851286"/>
                  </a:lnTo>
                  <a:lnTo>
                    <a:pt x="1026890" y="3851286"/>
                  </a:lnTo>
                  <a:lnTo>
                    <a:pt x="1027007" y="3851286"/>
                  </a:lnTo>
                  <a:lnTo>
                    <a:pt x="1027007" y="3850855"/>
                  </a:lnTo>
                  <a:lnTo>
                    <a:pt x="1027125" y="3850855"/>
                  </a:lnTo>
                  <a:lnTo>
                    <a:pt x="1027242" y="3850855"/>
                  </a:lnTo>
                  <a:lnTo>
                    <a:pt x="1027360" y="3850855"/>
                  </a:lnTo>
                  <a:lnTo>
                    <a:pt x="1027360" y="3850425"/>
                  </a:lnTo>
                  <a:lnTo>
                    <a:pt x="1027478" y="3850425"/>
                  </a:lnTo>
                  <a:lnTo>
                    <a:pt x="1027595" y="3850425"/>
                  </a:lnTo>
                  <a:lnTo>
                    <a:pt x="1027713" y="3850425"/>
                  </a:lnTo>
                  <a:lnTo>
                    <a:pt x="1027713" y="3849994"/>
                  </a:lnTo>
                  <a:lnTo>
                    <a:pt x="1027831" y="3849994"/>
                  </a:lnTo>
                  <a:lnTo>
                    <a:pt x="1027948" y="3849994"/>
                  </a:lnTo>
                  <a:lnTo>
                    <a:pt x="1027948" y="3849564"/>
                  </a:lnTo>
                  <a:lnTo>
                    <a:pt x="1028066" y="3849564"/>
                  </a:lnTo>
                  <a:lnTo>
                    <a:pt x="1028183" y="3849564"/>
                  </a:lnTo>
                  <a:lnTo>
                    <a:pt x="1028301" y="3849564"/>
                  </a:lnTo>
                  <a:lnTo>
                    <a:pt x="1028419" y="3849564"/>
                  </a:lnTo>
                  <a:lnTo>
                    <a:pt x="1028536" y="3849564"/>
                  </a:lnTo>
                  <a:lnTo>
                    <a:pt x="1028654" y="3849564"/>
                  </a:lnTo>
                  <a:lnTo>
                    <a:pt x="1028771" y="3849564"/>
                  </a:lnTo>
                  <a:lnTo>
                    <a:pt x="1028889" y="3849564"/>
                  </a:lnTo>
                  <a:lnTo>
                    <a:pt x="1029007" y="3849564"/>
                  </a:lnTo>
                  <a:lnTo>
                    <a:pt x="1029124" y="3849564"/>
                  </a:lnTo>
                  <a:lnTo>
                    <a:pt x="1029242" y="3849564"/>
                  </a:lnTo>
                  <a:lnTo>
                    <a:pt x="1029242" y="3849133"/>
                  </a:lnTo>
                  <a:lnTo>
                    <a:pt x="1029360" y="3849133"/>
                  </a:lnTo>
                  <a:lnTo>
                    <a:pt x="1029477" y="3849133"/>
                  </a:lnTo>
                  <a:lnTo>
                    <a:pt x="1029595" y="3849133"/>
                  </a:lnTo>
                  <a:lnTo>
                    <a:pt x="1029712" y="3849133"/>
                  </a:lnTo>
                  <a:lnTo>
                    <a:pt x="1029830" y="3849133"/>
                  </a:lnTo>
                  <a:lnTo>
                    <a:pt x="1029948" y="3849133"/>
                  </a:lnTo>
                  <a:lnTo>
                    <a:pt x="1029948" y="3848702"/>
                  </a:lnTo>
                  <a:lnTo>
                    <a:pt x="1029948" y="3848272"/>
                  </a:lnTo>
                  <a:lnTo>
                    <a:pt x="1030065" y="3848272"/>
                  </a:lnTo>
                  <a:lnTo>
                    <a:pt x="1030065" y="3847841"/>
                  </a:lnTo>
                  <a:lnTo>
                    <a:pt x="1030183" y="3847841"/>
                  </a:lnTo>
                  <a:lnTo>
                    <a:pt x="1030300" y="3847841"/>
                  </a:lnTo>
                  <a:lnTo>
                    <a:pt x="1030300" y="3847411"/>
                  </a:lnTo>
                  <a:lnTo>
                    <a:pt x="1030418" y="3847411"/>
                  </a:lnTo>
                  <a:lnTo>
                    <a:pt x="1030418" y="3846980"/>
                  </a:lnTo>
                  <a:lnTo>
                    <a:pt x="1030418" y="3846549"/>
                  </a:lnTo>
                  <a:lnTo>
                    <a:pt x="1030418" y="3846119"/>
                  </a:lnTo>
                  <a:lnTo>
                    <a:pt x="1030536" y="3846119"/>
                  </a:lnTo>
                  <a:lnTo>
                    <a:pt x="1030653" y="3846119"/>
                  </a:lnTo>
                  <a:lnTo>
                    <a:pt x="1030771" y="3846119"/>
                  </a:lnTo>
                  <a:lnTo>
                    <a:pt x="1030771" y="3845688"/>
                  </a:lnTo>
                  <a:lnTo>
                    <a:pt x="1030889" y="3845688"/>
                  </a:lnTo>
                  <a:lnTo>
                    <a:pt x="1031006" y="3845688"/>
                  </a:lnTo>
                  <a:lnTo>
                    <a:pt x="1031124" y="3845688"/>
                  </a:lnTo>
                  <a:lnTo>
                    <a:pt x="1031241" y="3845688"/>
                  </a:lnTo>
                  <a:lnTo>
                    <a:pt x="1031359" y="3845688"/>
                  </a:lnTo>
                  <a:lnTo>
                    <a:pt x="1031359" y="3845258"/>
                  </a:lnTo>
                  <a:lnTo>
                    <a:pt x="1031359" y="3844827"/>
                  </a:lnTo>
                  <a:lnTo>
                    <a:pt x="1031477" y="3844827"/>
                  </a:lnTo>
                  <a:lnTo>
                    <a:pt x="1031594" y="3844827"/>
                  </a:lnTo>
                  <a:lnTo>
                    <a:pt x="1031594" y="3844396"/>
                  </a:lnTo>
                  <a:lnTo>
                    <a:pt x="1031594" y="3843966"/>
                  </a:lnTo>
                  <a:lnTo>
                    <a:pt x="1031712" y="3843966"/>
                  </a:lnTo>
                  <a:lnTo>
                    <a:pt x="1031829" y="3843966"/>
                  </a:lnTo>
                  <a:lnTo>
                    <a:pt x="1031829" y="3843535"/>
                  </a:lnTo>
                  <a:lnTo>
                    <a:pt x="1031829" y="3843105"/>
                  </a:lnTo>
                  <a:lnTo>
                    <a:pt x="1031947" y="3843105"/>
                  </a:lnTo>
                  <a:lnTo>
                    <a:pt x="1032065" y="3843105"/>
                  </a:lnTo>
                  <a:lnTo>
                    <a:pt x="1032065" y="3842674"/>
                  </a:lnTo>
                  <a:lnTo>
                    <a:pt x="1032182" y="3842674"/>
                  </a:lnTo>
                  <a:lnTo>
                    <a:pt x="1032300" y="3842674"/>
                  </a:lnTo>
                  <a:lnTo>
                    <a:pt x="1032300" y="3842243"/>
                  </a:lnTo>
                  <a:lnTo>
                    <a:pt x="1032300" y="3841813"/>
                  </a:lnTo>
                  <a:lnTo>
                    <a:pt x="1032300" y="3841382"/>
                  </a:lnTo>
                  <a:lnTo>
                    <a:pt x="1032418" y="3841382"/>
                  </a:lnTo>
                  <a:lnTo>
                    <a:pt x="1032418" y="3840952"/>
                  </a:lnTo>
                  <a:lnTo>
                    <a:pt x="1032418" y="3840521"/>
                  </a:lnTo>
                  <a:lnTo>
                    <a:pt x="1032535" y="3840521"/>
                  </a:lnTo>
                  <a:lnTo>
                    <a:pt x="1032535" y="3840090"/>
                  </a:lnTo>
                  <a:lnTo>
                    <a:pt x="1032653" y="3840090"/>
                  </a:lnTo>
                  <a:lnTo>
                    <a:pt x="1032653" y="3839660"/>
                  </a:lnTo>
                  <a:lnTo>
                    <a:pt x="1032770" y="3839660"/>
                  </a:lnTo>
                  <a:lnTo>
                    <a:pt x="1032888" y="3839660"/>
                  </a:lnTo>
                  <a:lnTo>
                    <a:pt x="1032888" y="3839229"/>
                  </a:lnTo>
                  <a:lnTo>
                    <a:pt x="1032888" y="3838799"/>
                  </a:lnTo>
                  <a:lnTo>
                    <a:pt x="1033006" y="3838799"/>
                  </a:lnTo>
                  <a:lnTo>
                    <a:pt x="1033006" y="3838368"/>
                  </a:lnTo>
                  <a:lnTo>
                    <a:pt x="1033123" y="3838368"/>
                  </a:lnTo>
                  <a:lnTo>
                    <a:pt x="1033123" y="3837937"/>
                  </a:lnTo>
                  <a:lnTo>
                    <a:pt x="1033241" y="3837937"/>
                  </a:lnTo>
                  <a:lnTo>
                    <a:pt x="1033241" y="3837507"/>
                  </a:lnTo>
                  <a:lnTo>
                    <a:pt x="1033358" y="3837507"/>
                  </a:lnTo>
                  <a:lnTo>
                    <a:pt x="1033358" y="3837076"/>
                  </a:lnTo>
                  <a:lnTo>
                    <a:pt x="1033358" y="3836646"/>
                  </a:lnTo>
                  <a:lnTo>
                    <a:pt x="1033476" y="3836646"/>
                  </a:lnTo>
                  <a:lnTo>
                    <a:pt x="1033594" y="3836646"/>
                  </a:lnTo>
                  <a:lnTo>
                    <a:pt x="1033711" y="3836646"/>
                  </a:lnTo>
                  <a:lnTo>
                    <a:pt x="1033829" y="3836646"/>
                  </a:lnTo>
                  <a:lnTo>
                    <a:pt x="1033947" y="3836646"/>
                  </a:lnTo>
                  <a:lnTo>
                    <a:pt x="1034064" y="3836646"/>
                  </a:lnTo>
                  <a:lnTo>
                    <a:pt x="1034182" y="3836646"/>
                  </a:lnTo>
                  <a:lnTo>
                    <a:pt x="1034299" y="3836646"/>
                  </a:lnTo>
                  <a:lnTo>
                    <a:pt x="1034299" y="3836215"/>
                  </a:lnTo>
                  <a:lnTo>
                    <a:pt x="1034417" y="3836215"/>
                  </a:lnTo>
                  <a:lnTo>
                    <a:pt x="1034417" y="3835784"/>
                  </a:lnTo>
                  <a:lnTo>
                    <a:pt x="1034535" y="3835784"/>
                  </a:lnTo>
                  <a:lnTo>
                    <a:pt x="1034535" y="3835354"/>
                  </a:lnTo>
                  <a:lnTo>
                    <a:pt x="1034652" y="3835354"/>
                  </a:lnTo>
                  <a:lnTo>
                    <a:pt x="1034770" y="3835354"/>
                  </a:lnTo>
                  <a:lnTo>
                    <a:pt x="1034887" y="3835354"/>
                  </a:lnTo>
                  <a:lnTo>
                    <a:pt x="1034887" y="3834923"/>
                  </a:lnTo>
                  <a:lnTo>
                    <a:pt x="1034887" y="3834493"/>
                  </a:lnTo>
                  <a:lnTo>
                    <a:pt x="1035005" y="3834493"/>
                  </a:lnTo>
                  <a:lnTo>
                    <a:pt x="1035005" y="3834062"/>
                  </a:lnTo>
                  <a:lnTo>
                    <a:pt x="1035123" y="3834062"/>
                  </a:lnTo>
                  <a:lnTo>
                    <a:pt x="1035240" y="3834062"/>
                  </a:lnTo>
                  <a:lnTo>
                    <a:pt x="1035240" y="3833631"/>
                  </a:lnTo>
                  <a:lnTo>
                    <a:pt x="1035358" y="3833631"/>
                  </a:lnTo>
                  <a:lnTo>
                    <a:pt x="1035475" y="3833631"/>
                  </a:lnTo>
                  <a:lnTo>
                    <a:pt x="1035593" y="3833631"/>
                  </a:lnTo>
                  <a:lnTo>
                    <a:pt x="1035711" y="3833631"/>
                  </a:lnTo>
                  <a:lnTo>
                    <a:pt x="1035711" y="3833201"/>
                  </a:lnTo>
                  <a:lnTo>
                    <a:pt x="1035828" y="3833201"/>
                  </a:lnTo>
                  <a:lnTo>
                    <a:pt x="1035946" y="3833201"/>
                  </a:lnTo>
                  <a:lnTo>
                    <a:pt x="1036064" y="3833201"/>
                  </a:lnTo>
                  <a:lnTo>
                    <a:pt x="1036064" y="3832770"/>
                  </a:lnTo>
                  <a:lnTo>
                    <a:pt x="1036181" y="3832770"/>
                  </a:lnTo>
                  <a:lnTo>
                    <a:pt x="1036299" y="3832770"/>
                  </a:lnTo>
                  <a:lnTo>
                    <a:pt x="1036416" y="3832770"/>
                  </a:lnTo>
                  <a:lnTo>
                    <a:pt x="1036534" y="3832770"/>
                  </a:lnTo>
                  <a:lnTo>
                    <a:pt x="1036652" y="3832770"/>
                  </a:lnTo>
                  <a:lnTo>
                    <a:pt x="1036769" y="3832770"/>
                  </a:lnTo>
                  <a:lnTo>
                    <a:pt x="1036887" y="3832770"/>
                  </a:lnTo>
                  <a:lnTo>
                    <a:pt x="1036887" y="3832340"/>
                  </a:lnTo>
                  <a:lnTo>
                    <a:pt x="1037004" y="3832340"/>
                  </a:lnTo>
                  <a:lnTo>
                    <a:pt x="1037122" y="3832340"/>
                  </a:lnTo>
                  <a:lnTo>
                    <a:pt x="1037122" y="3831909"/>
                  </a:lnTo>
                  <a:lnTo>
                    <a:pt x="1037122" y="3831478"/>
                  </a:lnTo>
                  <a:lnTo>
                    <a:pt x="1037122" y="3831048"/>
                  </a:lnTo>
                  <a:lnTo>
                    <a:pt x="1037240" y="3831048"/>
                  </a:lnTo>
                  <a:lnTo>
                    <a:pt x="1037357" y="3831048"/>
                  </a:lnTo>
                  <a:lnTo>
                    <a:pt x="1037475" y="3831048"/>
                  </a:lnTo>
                  <a:lnTo>
                    <a:pt x="1037475" y="3830617"/>
                  </a:lnTo>
                  <a:lnTo>
                    <a:pt x="1037475" y="3830187"/>
                  </a:lnTo>
                  <a:lnTo>
                    <a:pt x="1037593" y="3830187"/>
                  </a:lnTo>
                  <a:lnTo>
                    <a:pt x="1037710" y="3830187"/>
                  </a:lnTo>
                  <a:lnTo>
                    <a:pt x="1037828" y="3830187"/>
                  </a:lnTo>
                  <a:lnTo>
                    <a:pt x="1037828" y="3829756"/>
                  </a:lnTo>
                  <a:lnTo>
                    <a:pt x="1037828" y="3829325"/>
                  </a:lnTo>
                  <a:lnTo>
                    <a:pt x="1037945" y="3829325"/>
                  </a:lnTo>
                  <a:lnTo>
                    <a:pt x="1038063" y="3829325"/>
                  </a:lnTo>
                  <a:lnTo>
                    <a:pt x="1038181" y="3829325"/>
                  </a:lnTo>
                  <a:lnTo>
                    <a:pt x="1038181" y="3828895"/>
                  </a:lnTo>
                  <a:lnTo>
                    <a:pt x="1038181" y="3828464"/>
                  </a:lnTo>
                  <a:lnTo>
                    <a:pt x="1038298" y="3828464"/>
                  </a:lnTo>
                  <a:lnTo>
                    <a:pt x="1038416" y="3828464"/>
                  </a:lnTo>
                  <a:lnTo>
                    <a:pt x="1038533" y="3828464"/>
                  </a:lnTo>
                  <a:lnTo>
                    <a:pt x="1038533" y="3828034"/>
                  </a:lnTo>
                  <a:lnTo>
                    <a:pt x="1038651" y="3828034"/>
                  </a:lnTo>
                  <a:lnTo>
                    <a:pt x="1038651" y="3827603"/>
                  </a:lnTo>
                  <a:lnTo>
                    <a:pt x="1038651" y="3827172"/>
                  </a:lnTo>
                  <a:lnTo>
                    <a:pt x="1038769" y="3827172"/>
                  </a:lnTo>
                  <a:lnTo>
                    <a:pt x="1038886" y="3827172"/>
                  </a:lnTo>
                  <a:lnTo>
                    <a:pt x="1039004" y="3827172"/>
                  </a:lnTo>
                  <a:lnTo>
                    <a:pt x="1039004" y="3826742"/>
                  </a:lnTo>
                  <a:lnTo>
                    <a:pt x="1039122" y="3826742"/>
                  </a:lnTo>
                  <a:lnTo>
                    <a:pt x="1039239" y="3826742"/>
                  </a:lnTo>
                  <a:lnTo>
                    <a:pt x="1039357" y="3826742"/>
                  </a:lnTo>
                  <a:lnTo>
                    <a:pt x="1039357" y="3826311"/>
                  </a:lnTo>
                  <a:lnTo>
                    <a:pt x="1039474" y="3826311"/>
                  </a:lnTo>
                  <a:lnTo>
                    <a:pt x="1039592" y="3826311"/>
                  </a:lnTo>
                  <a:lnTo>
                    <a:pt x="1039710" y="3826311"/>
                  </a:lnTo>
                  <a:lnTo>
                    <a:pt x="1039827" y="3826311"/>
                  </a:lnTo>
                  <a:lnTo>
                    <a:pt x="1039827" y="3825881"/>
                  </a:lnTo>
                  <a:lnTo>
                    <a:pt x="1039827" y="3825450"/>
                  </a:lnTo>
                  <a:lnTo>
                    <a:pt x="1039827" y="3825019"/>
                  </a:lnTo>
                  <a:lnTo>
                    <a:pt x="1039945" y="3825019"/>
                  </a:lnTo>
                  <a:lnTo>
                    <a:pt x="1040062" y="3825019"/>
                  </a:lnTo>
                  <a:lnTo>
                    <a:pt x="1040180" y="3825019"/>
                  </a:lnTo>
                  <a:lnTo>
                    <a:pt x="1040180" y="3824589"/>
                  </a:lnTo>
                  <a:lnTo>
                    <a:pt x="1040180" y="3824158"/>
                  </a:lnTo>
                  <a:lnTo>
                    <a:pt x="1040298" y="3824158"/>
                  </a:lnTo>
                  <a:lnTo>
                    <a:pt x="1040415" y="3824158"/>
                  </a:lnTo>
                  <a:lnTo>
                    <a:pt x="1040533" y="3824158"/>
                  </a:lnTo>
                  <a:lnTo>
                    <a:pt x="1040533" y="3823728"/>
                  </a:lnTo>
                  <a:lnTo>
                    <a:pt x="1040651" y="3823728"/>
                  </a:lnTo>
                  <a:lnTo>
                    <a:pt x="1040768" y="3823728"/>
                  </a:lnTo>
                  <a:lnTo>
                    <a:pt x="1040886" y="3823728"/>
                  </a:lnTo>
                  <a:lnTo>
                    <a:pt x="1041003" y="3823728"/>
                  </a:lnTo>
                  <a:lnTo>
                    <a:pt x="1041003" y="3823297"/>
                  </a:lnTo>
                  <a:lnTo>
                    <a:pt x="1041121" y="3823297"/>
                  </a:lnTo>
                  <a:lnTo>
                    <a:pt x="1041239" y="3823297"/>
                  </a:lnTo>
                  <a:lnTo>
                    <a:pt x="1041356" y="3823297"/>
                  </a:lnTo>
                  <a:lnTo>
                    <a:pt x="1041474" y="3823297"/>
                  </a:lnTo>
                  <a:lnTo>
                    <a:pt x="1041591" y="3823297"/>
                  </a:lnTo>
                  <a:lnTo>
                    <a:pt x="1041709" y="3823297"/>
                  </a:lnTo>
                  <a:lnTo>
                    <a:pt x="1041827" y="3823297"/>
                  </a:lnTo>
                  <a:lnTo>
                    <a:pt x="1041827" y="3822866"/>
                  </a:lnTo>
                  <a:lnTo>
                    <a:pt x="1041944" y="3822866"/>
                  </a:lnTo>
                  <a:lnTo>
                    <a:pt x="1041944" y="3822436"/>
                  </a:lnTo>
                  <a:lnTo>
                    <a:pt x="1042062" y="3822436"/>
                  </a:lnTo>
                  <a:lnTo>
                    <a:pt x="1042062" y="3822005"/>
                  </a:lnTo>
                  <a:lnTo>
                    <a:pt x="1042062" y="3821575"/>
                  </a:lnTo>
                  <a:lnTo>
                    <a:pt x="1042062" y="3821144"/>
                  </a:lnTo>
                  <a:lnTo>
                    <a:pt x="1042062" y="3820713"/>
                  </a:lnTo>
                  <a:lnTo>
                    <a:pt x="1042180" y="3820713"/>
                  </a:lnTo>
                  <a:lnTo>
                    <a:pt x="1042297" y="3820713"/>
                  </a:lnTo>
                  <a:lnTo>
                    <a:pt x="1042297" y="3820283"/>
                  </a:lnTo>
                  <a:lnTo>
                    <a:pt x="1042415" y="3820283"/>
                  </a:lnTo>
                  <a:lnTo>
                    <a:pt x="1042415" y="3819852"/>
                  </a:lnTo>
                  <a:lnTo>
                    <a:pt x="1042415" y="3819422"/>
                  </a:lnTo>
                  <a:lnTo>
                    <a:pt x="1042532" y="3819422"/>
                  </a:lnTo>
                  <a:lnTo>
                    <a:pt x="1042650" y="3819422"/>
                  </a:lnTo>
                  <a:lnTo>
                    <a:pt x="1042768" y="3819422"/>
                  </a:lnTo>
                  <a:lnTo>
                    <a:pt x="1042885" y="3819422"/>
                  </a:lnTo>
                  <a:lnTo>
                    <a:pt x="1042885" y="3818991"/>
                  </a:lnTo>
                  <a:lnTo>
                    <a:pt x="1043003" y="3818991"/>
                  </a:lnTo>
                  <a:lnTo>
                    <a:pt x="1043120" y="3818991"/>
                  </a:lnTo>
                  <a:lnTo>
                    <a:pt x="1043238" y="3818991"/>
                  </a:lnTo>
                  <a:lnTo>
                    <a:pt x="1043356" y="3818991"/>
                  </a:lnTo>
                  <a:lnTo>
                    <a:pt x="1043356" y="3818560"/>
                  </a:lnTo>
                  <a:lnTo>
                    <a:pt x="1043356" y="3818130"/>
                  </a:lnTo>
                  <a:lnTo>
                    <a:pt x="1043356" y="3817699"/>
                  </a:lnTo>
                  <a:lnTo>
                    <a:pt x="1043356" y="3817269"/>
                  </a:lnTo>
                  <a:lnTo>
                    <a:pt x="1043356" y="3816838"/>
                  </a:lnTo>
                  <a:lnTo>
                    <a:pt x="1043473" y="3816838"/>
                  </a:lnTo>
                  <a:lnTo>
                    <a:pt x="1043591" y="3816838"/>
                  </a:lnTo>
                  <a:lnTo>
                    <a:pt x="1043708" y="3816838"/>
                  </a:lnTo>
                  <a:lnTo>
                    <a:pt x="1043826" y="3816838"/>
                  </a:lnTo>
                  <a:lnTo>
                    <a:pt x="1043944" y="3816838"/>
                  </a:lnTo>
                  <a:lnTo>
                    <a:pt x="1044061" y="3816838"/>
                  </a:lnTo>
                  <a:lnTo>
                    <a:pt x="1044061" y="3816407"/>
                  </a:lnTo>
                  <a:lnTo>
                    <a:pt x="1044179" y="3816407"/>
                  </a:lnTo>
                  <a:lnTo>
                    <a:pt x="1044297" y="3816407"/>
                  </a:lnTo>
                  <a:lnTo>
                    <a:pt x="1044297" y="3815977"/>
                  </a:lnTo>
                  <a:lnTo>
                    <a:pt x="1044297" y="3815546"/>
                  </a:lnTo>
                  <a:lnTo>
                    <a:pt x="1044414" y="3815546"/>
                  </a:lnTo>
                  <a:lnTo>
                    <a:pt x="1044414" y="3815116"/>
                  </a:lnTo>
                  <a:lnTo>
                    <a:pt x="1044532" y="3815116"/>
                  </a:lnTo>
                  <a:lnTo>
                    <a:pt x="1044649" y="3815116"/>
                  </a:lnTo>
                  <a:lnTo>
                    <a:pt x="1044767" y="3815116"/>
                  </a:lnTo>
                  <a:lnTo>
                    <a:pt x="1044885" y="3815116"/>
                  </a:lnTo>
                  <a:lnTo>
                    <a:pt x="1044885" y="3814685"/>
                  </a:lnTo>
                  <a:lnTo>
                    <a:pt x="1045002" y="3814685"/>
                  </a:lnTo>
                  <a:lnTo>
                    <a:pt x="1045120" y="3814685"/>
                  </a:lnTo>
                  <a:lnTo>
                    <a:pt x="1045237" y="3814685"/>
                  </a:lnTo>
                  <a:lnTo>
                    <a:pt x="1045355" y="3814685"/>
                  </a:lnTo>
                  <a:lnTo>
                    <a:pt x="1045473" y="3814685"/>
                  </a:lnTo>
                  <a:lnTo>
                    <a:pt x="1045590" y="3814685"/>
                  </a:lnTo>
                  <a:lnTo>
                    <a:pt x="1045708" y="3814685"/>
                  </a:lnTo>
                  <a:lnTo>
                    <a:pt x="1045826" y="3814685"/>
                  </a:lnTo>
                  <a:lnTo>
                    <a:pt x="1045826" y="3814254"/>
                  </a:lnTo>
                  <a:lnTo>
                    <a:pt x="1045943" y="3814254"/>
                  </a:lnTo>
                  <a:lnTo>
                    <a:pt x="1045943" y="3813824"/>
                  </a:lnTo>
                  <a:lnTo>
                    <a:pt x="1046061" y="3813824"/>
                  </a:lnTo>
                  <a:lnTo>
                    <a:pt x="1046061" y="3813393"/>
                  </a:lnTo>
                  <a:lnTo>
                    <a:pt x="1046178" y="3813393"/>
                  </a:lnTo>
                  <a:lnTo>
                    <a:pt x="1046296" y="3813393"/>
                  </a:lnTo>
                  <a:lnTo>
                    <a:pt x="1046414" y="3813393"/>
                  </a:lnTo>
                  <a:lnTo>
                    <a:pt x="1046531" y="3813393"/>
                  </a:lnTo>
                  <a:lnTo>
                    <a:pt x="1046649" y="3813393"/>
                  </a:lnTo>
                  <a:lnTo>
                    <a:pt x="1046649" y="3812963"/>
                  </a:lnTo>
                  <a:lnTo>
                    <a:pt x="1046649" y="3812532"/>
                  </a:lnTo>
                  <a:lnTo>
                    <a:pt x="1046766" y="3812532"/>
                  </a:lnTo>
                  <a:lnTo>
                    <a:pt x="1046884" y="3812532"/>
                  </a:lnTo>
                  <a:lnTo>
                    <a:pt x="1047002" y="3812532"/>
                  </a:lnTo>
                  <a:lnTo>
                    <a:pt x="1047119" y="3812532"/>
                  </a:lnTo>
                  <a:lnTo>
                    <a:pt x="1047119" y="3812101"/>
                  </a:lnTo>
                  <a:lnTo>
                    <a:pt x="1047119" y="3811671"/>
                  </a:lnTo>
                  <a:lnTo>
                    <a:pt x="1047237" y="3811671"/>
                  </a:lnTo>
                  <a:lnTo>
                    <a:pt x="1047355" y="3811671"/>
                  </a:lnTo>
                  <a:lnTo>
                    <a:pt x="1047472" y="3811671"/>
                  </a:lnTo>
                  <a:lnTo>
                    <a:pt x="1047590" y="3811671"/>
                  </a:lnTo>
                  <a:lnTo>
                    <a:pt x="1047590" y="3811240"/>
                  </a:lnTo>
                  <a:lnTo>
                    <a:pt x="1047707" y="3811240"/>
                  </a:lnTo>
                  <a:lnTo>
                    <a:pt x="1047825" y="3811240"/>
                  </a:lnTo>
                  <a:lnTo>
                    <a:pt x="1047943" y="3811240"/>
                  </a:lnTo>
                  <a:lnTo>
                    <a:pt x="1048060" y="3811240"/>
                  </a:lnTo>
                  <a:lnTo>
                    <a:pt x="1048178" y="3811240"/>
                  </a:lnTo>
                  <a:lnTo>
                    <a:pt x="1048295" y="3811240"/>
                  </a:lnTo>
                  <a:lnTo>
                    <a:pt x="1048413" y="3811240"/>
                  </a:lnTo>
                  <a:lnTo>
                    <a:pt x="1048531" y="3811240"/>
                  </a:lnTo>
                  <a:lnTo>
                    <a:pt x="1048648" y="3811240"/>
                  </a:lnTo>
                  <a:lnTo>
                    <a:pt x="1048648" y="3810810"/>
                  </a:lnTo>
                  <a:lnTo>
                    <a:pt x="1048766" y="3810810"/>
                  </a:lnTo>
                  <a:lnTo>
                    <a:pt x="1048884" y="3810810"/>
                  </a:lnTo>
                  <a:lnTo>
                    <a:pt x="1049001" y="3810810"/>
                  </a:lnTo>
                  <a:lnTo>
                    <a:pt x="1049119" y="3810810"/>
                  </a:lnTo>
                  <a:lnTo>
                    <a:pt x="1049119" y="3810379"/>
                  </a:lnTo>
                  <a:lnTo>
                    <a:pt x="1049236" y="3810379"/>
                  </a:lnTo>
                  <a:lnTo>
                    <a:pt x="1049236" y="3809948"/>
                  </a:lnTo>
                  <a:lnTo>
                    <a:pt x="1049354" y="3809948"/>
                  </a:lnTo>
                  <a:lnTo>
                    <a:pt x="1049472" y="3809948"/>
                  </a:lnTo>
                  <a:lnTo>
                    <a:pt x="1049472" y="3809518"/>
                  </a:lnTo>
                  <a:lnTo>
                    <a:pt x="1049589" y="3809518"/>
                  </a:lnTo>
                  <a:lnTo>
                    <a:pt x="1049707" y="3809518"/>
                  </a:lnTo>
                  <a:lnTo>
                    <a:pt x="1049824" y="3809518"/>
                  </a:lnTo>
                  <a:lnTo>
                    <a:pt x="1049824" y="3809087"/>
                  </a:lnTo>
                  <a:lnTo>
                    <a:pt x="1049824" y="3808657"/>
                  </a:lnTo>
                  <a:lnTo>
                    <a:pt x="1049942" y="3808657"/>
                  </a:lnTo>
                  <a:lnTo>
                    <a:pt x="1050060" y="3808657"/>
                  </a:lnTo>
                  <a:lnTo>
                    <a:pt x="1050177" y="3808657"/>
                  </a:lnTo>
                  <a:lnTo>
                    <a:pt x="1050295" y="3808657"/>
                  </a:lnTo>
                  <a:lnTo>
                    <a:pt x="1050412" y="3808657"/>
                  </a:lnTo>
                  <a:lnTo>
                    <a:pt x="1050530" y="3808657"/>
                  </a:lnTo>
                  <a:lnTo>
                    <a:pt x="1050530" y="3808226"/>
                  </a:lnTo>
                  <a:lnTo>
                    <a:pt x="1050648" y="3808226"/>
                  </a:lnTo>
                  <a:lnTo>
                    <a:pt x="1050648" y="3807795"/>
                  </a:lnTo>
                  <a:lnTo>
                    <a:pt x="1050765" y="3807795"/>
                  </a:lnTo>
                  <a:lnTo>
                    <a:pt x="1050883" y="3807795"/>
                  </a:lnTo>
                  <a:lnTo>
                    <a:pt x="1051001" y="3807795"/>
                  </a:lnTo>
                  <a:lnTo>
                    <a:pt x="1051001" y="3807365"/>
                  </a:lnTo>
                  <a:lnTo>
                    <a:pt x="1051118" y="3807365"/>
                  </a:lnTo>
                  <a:lnTo>
                    <a:pt x="1051236" y="3807365"/>
                  </a:lnTo>
                  <a:lnTo>
                    <a:pt x="1051353" y="3807365"/>
                  </a:lnTo>
                  <a:lnTo>
                    <a:pt x="1051471" y="3807365"/>
                  </a:lnTo>
                  <a:lnTo>
                    <a:pt x="1051589" y="3807365"/>
                  </a:lnTo>
                  <a:lnTo>
                    <a:pt x="1051706" y="3807365"/>
                  </a:lnTo>
                  <a:lnTo>
                    <a:pt x="1051706" y="3806934"/>
                  </a:lnTo>
                  <a:lnTo>
                    <a:pt x="1051706" y="3806504"/>
                  </a:lnTo>
                  <a:lnTo>
                    <a:pt x="1051824" y="3806504"/>
                  </a:lnTo>
                  <a:lnTo>
                    <a:pt x="1051824" y="3806073"/>
                  </a:lnTo>
                  <a:lnTo>
                    <a:pt x="1051941" y="3806073"/>
                  </a:lnTo>
                  <a:lnTo>
                    <a:pt x="1052059" y="3806073"/>
                  </a:lnTo>
                  <a:lnTo>
                    <a:pt x="1052059" y="3805642"/>
                  </a:lnTo>
                  <a:lnTo>
                    <a:pt x="1052177" y="3805642"/>
                  </a:lnTo>
                  <a:lnTo>
                    <a:pt x="1052294" y="3805642"/>
                  </a:lnTo>
                  <a:lnTo>
                    <a:pt x="1052412" y="3805642"/>
                  </a:lnTo>
                  <a:lnTo>
                    <a:pt x="1052412" y="3805212"/>
                  </a:lnTo>
                  <a:lnTo>
                    <a:pt x="1052530" y="3805212"/>
                  </a:lnTo>
                  <a:lnTo>
                    <a:pt x="1052530" y="3804781"/>
                  </a:lnTo>
                  <a:lnTo>
                    <a:pt x="1052530" y="3804351"/>
                  </a:lnTo>
                  <a:lnTo>
                    <a:pt x="1052647" y="3804351"/>
                  </a:lnTo>
                  <a:lnTo>
                    <a:pt x="1052647" y="3803920"/>
                  </a:lnTo>
                  <a:lnTo>
                    <a:pt x="1052765" y="3803920"/>
                  </a:lnTo>
                  <a:lnTo>
                    <a:pt x="1052882" y="3803920"/>
                  </a:lnTo>
                  <a:lnTo>
                    <a:pt x="1052882" y="3803489"/>
                  </a:lnTo>
                  <a:lnTo>
                    <a:pt x="1053000" y="3803489"/>
                  </a:lnTo>
                  <a:lnTo>
                    <a:pt x="1053118" y="3803489"/>
                  </a:lnTo>
                  <a:lnTo>
                    <a:pt x="1053118" y="3803059"/>
                  </a:lnTo>
                  <a:lnTo>
                    <a:pt x="1053235" y="3803059"/>
                  </a:lnTo>
                  <a:lnTo>
                    <a:pt x="1053353" y="3803059"/>
                  </a:lnTo>
                  <a:lnTo>
                    <a:pt x="1053470" y="3803059"/>
                  </a:lnTo>
                  <a:lnTo>
                    <a:pt x="1053588" y="3803059"/>
                  </a:lnTo>
                  <a:lnTo>
                    <a:pt x="1053706" y="3803059"/>
                  </a:lnTo>
                  <a:lnTo>
                    <a:pt x="1053706" y="3802628"/>
                  </a:lnTo>
                  <a:lnTo>
                    <a:pt x="1053823" y="3802628"/>
                  </a:lnTo>
                  <a:lnTo>
                    <a:pt x="1053941" y="3802628"/>
                  </a:lnTo>
                  <a:lnTo>
                    <a:pt x="1054059" y="3802628"/>
                  </a:lnTo>
                  <a:lnTo>
                    <a:pt x="1054176" y="3802628"/>
                  </a:lnTo>
                  <a:lnTo>
                    <a:pt x="1054294" y="3802628"/>
                  </a:lnTo>
                  <a:lnTo>
                    <a:pt x="1054294" y="3802198"/>
                  </a:lnTo>
                  <a:lnTo>
                    <a:pt x="1054294" y="3801767"/>
                  </a:lnTo>
                  <a:lnTo>
                    <a:pt x="1054411" y="3801767"/>
                  </a:lnTo>
                  <a:lnTo>
                    <a:pt x="1054411" y="3801336"/>
                  </a:lnTo>
                  <a:lnTo>
                    <a:pt x="1054411" y="3800906"/>
                  </a:lnTo>
                  <a:lnTo>
                    <a:pt x="1054529" y="3800906"/>
                  </a:lnTo>
                  <a:lnTo>
                    <a:pt x="1054647" y="3800906"/>
                  </a:lnTo>
                  <a:lnTo>
                    <a:pt x="1054647" y="3800475"/>
                  </a:lnTo>
                  <a:lnTo>
                    <a:pt x="1054647" y="3800045"/>
                  </a:lnTo>
                  <a:lnTo>
                    <a:pt x="1054764" y="3800045"/>
                  </a:lnTo>
                  <a:lnTo>
                    <a:pt x="1054882" y="3800045"/>
                  </a:lnTo>
                  <a:lnTo>
                    <a:pt x="1054999" y="3800045"/>
                  </a:lnTo>
                  <a:lnTo>
                    <a:pt x="1054999" y="3799614"/>
                  </a:lnTo>
                  <a:lnTo>
                    <a:pt x="1054999" y="3799183"/>
                  </a:lnTo>
                  <a:lnTo>
                    <a:pt x="1055117" y="3799183"/>
                  </a:lnTo>
                  <a:lnTo>
                    <a:pt x="1055117" y="3798753"/>
                  </a:lnTo>
                  <a:lnTo>
                    <a:pt x="1055235" y="3798753"/>
                  </a:lnTo>
                  <a:lnTo>
                    <a:pt x="1055352" y="3798753"/>
                  </a:lnTo>
                  <a:lnTo>
                    <a:pt x="1055470" y="3798753"/>
                  </a:lnTo>
                  <a:lnTo>
                    <a:pt x="1055470" y="3798322"/>
                  </a:lnTo>
                  <a:lnTo>
                    <a:pt x="1055470" y="3797892"/>
                  </a:lnTo>
                  <a:lnTo>
                    <a:pt x="1055588" y="3797892"/>
                  </a:lnTo>
                  <a:lnTo>
                    <a:pt x="1055705" y="3797892"/>
                  </a:lnTo>
                  <a:lnTo>
                    <a:pt x="1055823" y="3797892"/>
                  </a:lnTo>
                  <a:lnTo>
                    <a:pt x="1055823" y="3797461"/>
                  </a:lnTo>
                  <a:lnTo>
                    <a:pt x="1055823" y="3797030"/>
                  </a:lnTo>
                  <a:lnTo>
                    <a:pt x="1055823" y="3796600"/>
                  </a:lnTo>
                  <a:lnTo>
                    <a:pt x="1055940" y="3796600"/>
                  </a:lnTo>
                  <a:lnTo>
                    <a:pt x="1056058" y="3796600"/>
                  </a:lnTo>
                  <a:lnTo>
                    <a:pt x="1056058" y="3796169"/>
                  </a:lnTo>
                  <a:lnTo>
                    <a:pt x="1056176" y="3796169"/>
                  </a:lnTo>
                  <a:lnTo>
                    <a:pt x="1056293" y="3796169"/>
                  </a:lnTo>
                  <a:lnTo>
                    <a:pt x="1056411" y="3796169"/>
                  </a:lnTo>
                  <a:lnTo>
                    <a:pt x="1056528" y="3796169"/>
                  </a:lnTo>
                  <a:lnTo>
                    <a:pt x="1056646" y="3796169"/>
                  </a:lnTo>
                  <a:lnTo>
                    <a:pt x="1056764" y="3796169"/>
                  </a:lnTo>
                  <a:lnTo>
                    <a:pt x="1056764" y="3795739"/>
                  </a:lnTo>
                  <a:lnTo>
                    <a:pt x="1056881" y="3795739"/>
                  </a:lnTo>
                  <a:lnTo>
                    <a:pt x="1056999" y="3795739"/>
                  </a:lnTo>
                  <a:lnTo>
                    <a:pt x="1057117" y="3795739"/>
                  </a:lnTo>
                  <a:lnTo>
                    <a:pt x="1057234" y="3795739"/>
                  </a:lnTo>
                  <a:lnTo>
                    <a:pt x="1057352" y="3795739"/>
                  </a:lnTo>
                  <a:lnTo>
                    <a:pt x="1057469" y="3795739"/>
                  </a:lnTo>
                  <a:lnTo>
                    <a:pt x="1057469" y="3795308"/>
                  </a:lnTo>
                  <a:lnTo>
                    <a:pt x="1057469" y="3794877"/>
                  </a:lnTo>
                  <a:lnTo>
                    <a:pt x="1057587" y="3794877"/>
                  </a:lnTo>
                  <a:lnTo>
                    <a:pt x="1057587" y="3794447"/>
                  </a:lnTo>
                  <a:lnTo>
                    <a:pt x="1057587" y="3794016"/>
                  </a:lnTo>
                  <a:lnTo>
                    <a:pt x="1057705" y="3794016"/>
                  </a:lnTo>
                  <a:lnTo>
                    <a:pt x="1057822" y="3794016"/>
                  </a:lnTo>
                  <a:lnTo>
                    <a:pt x="1057940" y="3794016"/>
                  </a:lnTo>
                  <a:lnTo>
                    <a:pt x="1058057" y="3794016"/>
                  </a:lnTo>
                  <a:lnTo>
                    <a:pt x="1058175" y="3794016"/>
                  </a:lnTo>
                  <a:lnTo>
                    <a:pt x="1058175" y="3793586"/>
                  </a:lnTo>
                  <a:lnTo>
                    <a:pt x="1058175" y="3793155"/>
                  </a:lnTo>
                  <a:lnTo>
                    <a:pt x="1058293" y="3793155"/>
                  </a:lnTo>
                  <a:lnTo>
                    <a:pt x="1058293" y="3792724"/>
                  </a:lnTo>
                  <a:lnTo>
                    <a:pt x="1058293" y="3792294"/>
                  </a:lnTo>
                  <a:lnTo>
                    <a:pt x="1058410" y="3792294"/>
                  </a:lnTo>
                  <a:lnTo>
                    <a:pt x="1058528" y="3792294"/>
                  </a:lnTo>
                  <a:lnTo>
                    <a:pt x="1058645" y="3792294"/>
                  </a:lnTo>
                  <a:lnTo>
                    <a:pt x="1058763" y="3792294"/>
                  </a:lnTo>
                  <a:lnTo>
                    <a:pt x="1058763" y="3791863"/>
                  </a:lnTo>
                  <a:lnTo>
                    <a:pt x="1058881" y="3791863"/>
                  </a:lnTo>
                  <a:lnTo>
                    <a:pt x="1058881" y="3791433"/>
                  </a:lnTo>
                  <a:lnTo>
                    <a:pt x="1058998" y="3791433"/>
                  </a:lnTo>
                  <a:lnTo>
                    <a:pt x="1059116" y="3791433"/>
                  </a:lnTo>
                  <a:lnTo>
                    <a:pt x="1059234" y="3791433"/>
                  </a:lnTo>
                  <a:lnTo>
                    <a:pt x="1059351" y="3791433"/>
                  </a:lnTo>
                  <a:lnTo>
                    <a:pt x="1059469" y="3791433"/>
                  </a:lnTo>
                  <a:lnTo>
                    <a:pt x="1059469" y="3791002"/>
                  </a:lnTo>
                  <a:lnTo>
                    <a:pt x="1059586" y="3791002"/>
                  </a:lnTo>
                  <a:lnTo>
                    <a:pt x="1059704" y="3791002"/>
                  </a:lnTo>
                  <a:lnTo>
                    <a:pt x="1059822" y="3791002"/>
                  </a:lnTo>
                  <a:lnTo>
                    <a:pt x="1059822" y="3790571"/>
                  </a:lnTo>
                  <a:lnTo>
                    <a:pt x="1059939" y="3790571"/>
                  </a:lnTo>
                  <a:lnTo>
                    <a:pt x="1060057" y="3790571"/>
                  </a:lnTo>
                  <a:lnTo>
                    <a:pt x="1060174" y="3790571"/>
                  </a:lnTo>
                  <a:lnTo>
                    <a:pt x="1060292" y="3790571"/>
                  </a:lnTo>
                  <a:lnTo>
                    <a:pt x="1060410" y="3790571"/>
                  </a:lnTo>
                  <a:lnTo>
                    <a:pt x="1060527" y="3790571"/>
                  </a:lnTo>
                  <a:lnTo>
                    <a:pt x="1060645" y="3790571"/>
                  </a:lnTo>
                  <a:lnTo>
                    <a:pt x="1060645" y="3790141"/>
                  </a:lnTo>
                  <a:lnTo>
                    <a:pt x="1060763" y="3790141"/>
                  </a:lnTo>
                  <a:lnTo>
                    <a:pt x="1060880" y="3790141"/>
                  </a:lnTo>
                  <a:lnTo>
                    <a:pt x="1060998" y="3790141"/>
                  </a:lnTo>
                  <a:lnTo>
                    <a:pt x="1061115" y="3790141"/>
                  </a:lnTo>
                  <a:lnTo>
                    <a:pt x="1061115" y="3789710"/>
                  </a:lnTo>
                  <a:lnTo>
                    <a:pt x="1061115" y="3789280"/>
                  </a:lnTo>
                  <a:lnTo>
                    <a:pt x="1061115" y="3788849"/>
                  </a:lnTo>
                  <a:lnTo>
                    <a:pt x="1061115" y="3788418"/>
                  </a:lnTo>
                  <a:lnTo>
                    <a:pt x="1061233" y="3788418"/>
                  </a:lnTo>
                  <a:lnTo>
                    <a:pt x="1061351" y="3788418"/>
                  </a:lnTo>
                  <a:lnTo>
                    <a:pt x="1061351" y="3787988"/>
                  </a:lnTo>
                  <a:lnTo>
                    <a:pt x="1061468" y="3787988"/>
                  </a:lnTo>
                  <a:lnTo>
                    <a:pt x="1061586" y="3787988"/>
                  </a:lnTo>
                  <a:lnTo>
                    <a:pt x="1061586" y="3787557"/>
                  </a:lnTo>
                  <a:lnTo>
                    <a:pt x="1061586" y="3787127"/>
                  </a:lnTo>
                  <a:lnTo>
                    <a:pt x="1061703" y="3787127"/>
                  </a:lnTo>
                  <a:lnTo>
                    <a:pt x="1061821" y="3787127"/>
                  </a:lnTo>
                  <a:lnTo>
                    <a:pt x="1061939" y="3787127"/>
                  </a:lnTo>
                  <a:lnTo>
                    <a:pt x="1062056" y="3787127"/>
                  </a:lnTo>
                  <a:lnTo>
                    <a:pt x="1062174" y="3787127"/>
                  </a:lnTo>
                  <a:lnTo>
                    <a:pt x="1062174" y="3786696"/>
                  </a:lnTo>
                  <a:lnTo>
                    <a:pt x="1062174" y="3786265"/>
                  </a:lnTo>
                  <a:lnTo>
                    <a:pt x="1062292" y="3786265"/>
                  </a:lnTo>
                  <a:lnTo>
                    <a:pt x="1062292" y="3785835"/>
                  </a:lnTo>
                  <a:lnTo>
                    <a:pt x="1062409" y="3785835"/>
                  </a:lnTo>
                  <a:lnTo>
                    <a:pt x="1062409" y="3785404"/>
                  </a:lnTo>
                  <a:lnTo>
                    <a:pt x="1062527" y="3785404"/>
                  </a:lnTo>
                  <a:lnTo>
                    <a:pt x="1062644" y="3785404"/>
                  </a:lnTo>
                  <a:lnTo>
                    <a:pt x="1062644" y="3784974"/>
                  </a:lnTo>
                  <a:lnTo>
                    <a:pt x="1062762" y="3784974"/>
                  </a:lnTo>
                  <a:lnTo>
                    <a:pt x="1062880" y="3784974"/>
                  </a:lnTo>
                  <a:lnTo>
                    <a:pt x="1062880" y="3784543"/>
                  </a:lnTo>
                  <a:lnTo>
                    <a:pt x="1062880" y="3784112"/>
                  </a:lnTo>
                  <a:lnTo>
                    <a:pt x="1062997" y="3784112"/>
                  </a:lnTo>
                  <a:lnTo>
                    <a:pt x="1062997" y="3783682"/>
                  </a:lnTo>
                  <a:lnTo>
                    <a:pt x="1062997" y="3783251"/>
                  </a:lnTo>
                  <a:lnTo>
                    <a:pt x="1063115" y="3783251"/>
                  </a:lnTo>
                  <a:lnTo>
                    <a:pt x="1063232" y="3783251"/>
                  </a:lnTo>
                  <a:lnTo>
                    <a:pt x="1063232" y="3782821"/>
                  </a:lnTo>
                  <a:lnTo>
                    <a:pt x="1063350" y="3782821"/>
                  </a:lnTo>
                  <a:lnTo>
                    <a:pt x="1063350" y="3782390"/>
                  </a:lnTo>
                  <a:lnTo>
                    <a:pt x="1063468" y="3782390"/>
                  </a:lnTo>
                  <a:lnTo>
                    <a:pt x="1063468" y="3781959"/>
                  </a:lnTo>
                  <a:lnTo>
                    <a:pt x="1063585" y="3781959"/>
                  </a:lnTo>
                  <a:lnTo>
                    <a:pt x="1063585" y="3781529"/>
                  </a:lnTo>
                  <a:lnTo>
                    <a:pt x="1063703" y="3781529"/>
                  </a:lnTo>
                  <a:lnTo>
                    <a:pt x="1063703" y="3781098"/>
                  </a:lnTo>
                  <a:lnTo>
                    <a:pt x="1063703" y="3780668"/>
                  </a:lnTo>
                  <a:lnTo>
                    <a:pt x="1063703" y="3780237"/>
                  </a:lnTo>
                  <a:lnTo>
                    <a:pt x="1063703" y="3779806"/>
                  </a:lnTo>
                  <a:lnTo>
                    <a:pt x="1063821" y="3779806"/>
                  </a:lnTo>
                  <a:lnTo>
                    <a:pt x="1063938" y="3779806"/>
                  </a:lnTo>
                  <a:lnTo>
                    <a:pt x="1064056" y="3779806"/>
                  </a:lnTo>
                  <a:lnTo>
                    <a:pt x="1064173" y="3779806"/>
                  </a:lnTo>
                  <a:lnTo>
                    <a:pt x="1064291" y="3779806"/>
                  </a:lnTo>
                  <a:lnTo>
                    <a:pt x="1064291" y="3779376"/>
                  </a:lnTo>
                  <a:lnTo>
                    <a:pt x="1064409" y="3779376"/>
                  </a:lnTo>
                  <a:lnTo>
                    <a:pt x="1064526" y="3779376"/>
                  </a:lnTo>
                  <a:lnTo>
                    <a:pt x="1064644" y="3779376"/>
                  </a:lnTo>
                  <a:lnTo>
                    <a:pt x="1064761" y="3779376"/>
                  </a:lnTo>
                  <a:lnTo>
                    <a:pt x="1064879" y="3779376"/>
                  </a:lnTo>
                  <a:lnTo>
                    <a:pt x="1064879" y="3778945"/>
                  </a:lnTo>
                  <a:lnTo>
                    <a:pt x="1064997" y="3778945"/>
                  </a:lnTo>
                  <a:lnTo>
                    <a:pt x="1065114" y="3778945"/>
                  </a:lnTo>
                  <a:lnTo>
                    <a:pt x="1065114" y="3778515"/>
                  </a:lnTo>
                  <a:lnTo>
                    <a:pt x="1065232" y="3778515"/>
                  </a:lnTo>
                  <a:lnTo>
                    <a:pt x="1065350" y="3778515"/>
                  </a:lnTo>
                  <a:lnTo>
                    <a:pt x="1065350" y="3778084"/>
                  </a:lnTo>
                  <a:lnTo>
                    <a:pt x="1065350" y="3777653"/>
                  </a:lnTo>
                  <a:lnTo>
                    <a:pt x="1065350" y="3777223"/>
                  </a:lnTo>
                  <a:lnTo>
                    <a:pt x="1065350" y="3776792"/>
                  </a:lnTo>
                  <a:lnTo>
                    <a:pt x="1065467" y="3776792"/>
                  </a:lnTo>
                  <a:lnTo>
                    <a:pt x="1065585" y="3776792"/>
                  </a:lnTo>
                  <a:lnTo>
                    <a:pt x="1065702" y="3776792"/>
                  </a:lnTo>
                  <a:lnTo>
                    <a:pt x="1065820" y="3776792"/>
                  </a:lnTo>
                  <a:lnTo>
                    <a:pt x="1065820" y="3776362"/>
                  </a:lnTo>
                  <a:lnTo>
                    <a:pt x="1065938" y="3776362"/>
                  </a:lnTo>
                  <a:lnTo>
                    <a:pt x="1066055" y="3776362"/>
                  </a:lnTo>
                  <a:lnTo>
                    <a:pt x="1066173" y="3776362"/>
                  </a:lnTo>
                  <a:lnTo>
                    <a:pt x="1066290" y="3776362"/>
                  </a:lnTo>
                  <a:lnTo>
                    <a:pt x="1066408" y="3776362"/>
                  </a:lnTo>
                  <a:lnTo>
                    <a:pt x="1066408" y="3775931"/>
                  </a:lnTo>
                  <a:lnTo>
                    <a:pt x="1066408" y="3775500"/>
                  </a:lnTo>
                  <a:lnTo>
                    <a:pt x="1066408" y="3775070"/>
                  </a:lnTo>
                  <a:lnTo>
                    <a:pt x="1066526" y="3775070"/>
                  </a:lnTo>
                  <a:lnTo>
                    <a:pt x="1066643" y="3775070"/>
                  </a:lnTo>
                  <a:lnTo>
                    <a:pt x="1066761" y="3775070"/>
                  </a:lnTo>
                  <a:lnTo>
                    <a:pt x="1066878" y="3775070"/>
                  </a:lnTo>
                  <a:lnTo>
                    <a:pt x="1066996" y="3775070"/>
                  </a:lnTo>
                  <a:lnTo>
                    <a:pt x="1067114" y="3775070"/>
                  </a:lnTo>
                  <a:lnTo>
                    <a:pt x="1067231" y="3775070"/>
                  </a:lnTo>
                  <a:lnTo>
                    <a:pt x="1067349" y="3775070"/>
                  </a:lnTo>
                  <a:lnTo>
                    <a:pt x="1067467" y="3775070"/>
                  </a:lnTo>
                  <a:lnTo>
                    <a:pt x="1067584" y="3775070"/>
                  </a:lnTo>
                  <a:lnTo>
                    <a:pt x="1067702" y="3775070"/>
                  </a:lnTo>
                  <a:lnTo>
                    <a:pt x="1067819" y="3775070"/>
                  </a:lnTo>
                  <a:lnTo>
                    <a:pt x="1067937" y="3775070"/>
                  </a:lnTo>
                  <a:lnTo>
                    <a:pt x="1068055" y="3775070"/>
                  </a:lnTo>
                  <a:lnTo>
                    <a:pt x="1068055" y="3774639"/>
                  </a:lnTo>
                  <a:lnTo>
                    <a:pt x="1068172" y="3774639"/>
                  </a:lnTo>
                  <a:lnTo>
                    <a:pt x="1068290" y="3774639"/>
                  </a:lnTo>
                  <a:lnTo>
                    <a:pt x="1068290" y="3774209"/>
                  </a:lnTo>
                  <a:lnTo>
                    <a:pt x="1068290" y="3773778"/>
                  </a:lnTo>
                  <a:lnTo>
                    <a:pt x="1068407" y="3773778"/>
                  </a:lnTo>
                  <a:lnTo>
                    <a:pt x="1068525" y="3773778"/>
                  </a:lnTo>
                  <a:lnTo>
                    <a:pt x="1068643" y="3773778"/>
                  </a:lnTo>
                  <a:lnTo>
                    <a:pt x="1068760" y="3773778"/>
                  </a:lnTo>
                  <a:lnTo>
                    <a:pt x="1068760" y="3773347"/>
                  </a:lnTo>
                  <a:lnTo>
                    <a:pt x="1068760" y="3772917"/>
                  </a:lnTo>
                  <a:lnTo>
                    <a:pt x="1068760" y="3772486"/>
                  </a:lnTo>
                  <a:lnTo>
                    <a:pt x="1068878" y="3772486"/>
                  </a:lnTo>
                  <a:lnTo>
                    <a:pt x="1068996" y="3772486"/>
                  </a:lnTo>
                  <a:lnTo>
                    <a:pt x="1069113" y="3772486"/>
                  </a:lnTo>
                  <a:lnTo>
                    <a:pt x="1069231" y="3772486"/>
                  </a:lnTo>
                  <a:lnTo>
                    <a:pt x="1069348" y="3772486"/>
                  </a:lnTo>
                  <a:lnTo>
                    <a:pt x="1069466" y="3772486"/>
                  </a:lnTo>
                  <a:lnTo>
                    <a:pt x="1069584" y="3772486"/>
                  </a:lnTo>
                  <a:lnTo>
                    <a:pt x="1069584" y="3772056"/>
                  </a:lnTo>
                  <a:lnTo>
                    <a:pt x="1069701" y="3772056"/>
                  </a:lnTo>
                  <a:lnTo>
                    <a:pt x="1069701" y="3771625"/>
                  </a:lnTo>
                  <a:lnTo>
                    <a:pt x="1069819" y="3771625"/>
                  </a:lnTo>
                  <a:lnTo>
                    <a:pt x="1069819" y="3771194"/>
                  </a:lnTo>
                  <a:lnTo>
                    <a:pt x="1069936" y="3771194"/>
                  </a:lnTo>
                  <a:lnTo>
                    <a:pt x="1070054" y="3771194"/>
                  </a:lnTo>
                  <a:lnTo>
                    <a:pt x="1070172" y="3771194"/>
                  </a:lnTo>
                  <a:lnTo>
                    <a:pt x="1070289" y="3771194"/>
                  </a:lnTo>
                  <a:lnTo>
                    <a:pt x="1070289" y="3770764"/>
                  </a:lnTo>
                  <a:lnTo>
                    <a:pt x="1070289" y="3770333"/>
                  </a:lnTo>
                  <a:lnTo>
                    <a:pt x="1070407" y="3770333"/>
                  </a:lnTo>
                  <a:lnTo>
                    <a:pt x="1070525" y="3770333"/>
                  </a:lnTo>
                  <a:lnTo>
                    <a:pt x="1070642" y="3770333"/>
                  </a:lnTo>
                  <a:lnTo>
                    <a:pt x="1070760" y="3770333"/>
                  </a:lnTo>
                  <a:lnTo>
                    <a:pt x="1070760" y="3769903"/>
                  </a:lnTo>
                  <a:lnTo>
                    <a:pt x="1070877" y="3769903"/>
                  </a:lnTo>
                  <a:lnTo>
                    <a:pt x="1070877" y="3769472"/>
                  </a:lnTo>
                  <a:lnTo>
                    <a:pt x="1070995" y="3769472"/>
                  </a:lnTo>
                  <a:lnTo>
                    <a:pt x="1071113" y="3769472"/>
                  </a:lnTo>
                  <a:lnTo>
                    <a:pt x="1071230" y="3769472"/>
                  </a:lnTo>
                  <a:lnTo>
                    <a:pt x="1071348" y="3769472"/>
                  </a:lnTo>
                  <a:lnTo>
                    <a:pt x="1071465" y="3769472"/>
                  </a:lnTo>
                  <a:lnTo>
                    <a:pt x="1071583" y="3769472"/>
                  </a:lnTo>
                  <a:lnTo>
                    <a:pt x="1071701" y="3769472"/>
                  </a:lnTo>
                  <a:lnTo>
                    <a:pt x="1071818" y="3769472"/>
                  </a:lnTo>
                  <a:lnTo>
                    <a:pt x="1071936" y="3769472"/>
                  </a:lnTo>
                  <a:lnTo>
                    <a:pt x="1072054" y="3769472"/>
                  </a:lnTo>
                  <a:lnTo>
                    <a:pt x="1072171" y="3769472"/>
                  </a:lnTo>
                  <a:lnTo>
                    <a:pt x="1072289" y="3769472"/>
                  </a:lnTo>
                  <a:lnTo>
                    <a:pt x="1072289" y="3769041"/>
                  </a:lnTo>
                  <a:lnTo>
                    <a:pt x="1072406" y="3769041"/>
                  </a:lnTo>
                  <a:lnTo>
                    <a:pt x="1072524" y="3769041"/>
                  </a:lnTo>
                  <a:lnTo>
                    <a:pt x="1072642" y="3769041"/>
                  </a:lnTo>
                  <a:lnTo>
                    <a:pt x="1072759" y="3769041"/>
                  </a:lnTo>
                  <a:lnTo>
                    <a:pt x="1072759" y="3768611"/>
                  </a:lnTo>
                  <a:lnTo>
                    <a:pt x="1072759" y="3768180"/>
                  </a:lnTo>
                  <a:lnTo>
                    <a:pt x="1072759" y="3767750"/>
                  </a:lnTo>
                  <a:lnTo>
                    <a:pt x="1072759" y="3767319"/>
                  </a:lnTo>
                  <a:lnTo>
                    <a:pt x="1072877" y="3767319"/>
                  </a:lnTo>
                  <a:lnTo>
                    <a:pt x="1072994" y="3767319"/>
                  </a:lnTo>
                  <a:lnTo>
                    <a:pt x="1073112" y="3767319"/>
                  </a:lnTo>
                  <a:lnTo>
                    <a:pt x="1073230" y="3767319"/>
                  </a:lnTo>
                  <a:lnTo>
                    <a:pt x="1073230" y="3766888"/>
                  </a:lnTo>
                  <a:lnTo>
                    <a:pt x="1073347" y="3766888"/>
                  </a:lnTo>
                  <a:lnTo>
                    <a:pt x="1073465" y="3766888"/>
                  </a:lnTo>
                  <a:lnTo>
                    <a:pt x="1073583" y="3766888"/>
                  </a:lnTo>
                  <a:lnTo>
                    <a:pt x="1073700" y="3766888"/>
                  </a:lnTo>
                  <a:lnTo>
                    <a:pt x="1073818" y="3766888"/>
                  </a:lnTo>
                  <a:lnTo>
                    <a:pt x="1073935" y="3766888"/>
                  </a:lnTo>
                  <a:lnTo>
                    <a:pt x="1074053" y="3766888"/>
                  </a:lnTo>
                  <a:lnTo>
                    <a:pt x="1074171" y="3766888"/>
                  </a:lnTo>
                  <a:lnTo>
                    <a:pt x="1074171" y="3766458"/>
                  </a:lnTo>
                  <a:lnTo>
                    <a:pt x="1074288" y="3766458"/>
                  </a:lnTo>
                  <a:lnTo>
                    <a:pt x="1074406" y="3766458"/>
                  </a:lnTo>
                  <a:lnTo>
                    <a:pt x="1074406" y="3766027"/>
                  </a:lnTo>
                  <a:lnTo>
                    <a:pt x="1074523" y="3766027"/>
                  </a:lnTo>
                  <a:lnTo>
                    <a:pt x="1074523" y="3765597"/>
                  </a:lnTo>
                  <a:lnTo>
                    <a:pt x="1074641" y="3765597"/>
                  </a:lnTo>
                  <a:lnTo>
                    <a:pt x="1074759" y="3765597"/>
                  </a:lnTo>
                  <a:lnTo>
                    <a:pt x="1074759" y="3765166"/>
                  </a:lnTo>
                  <a:lnTo>
                    <a:pt x="1074876" y="3765166"/>
                  </a:lnTo>
                  <a:lnTo>
                    <a:pt x="1074994" y="3765166"/>
                  </a:lnTo>
                  <a:lnTo>
                    <a:pt x="1075111" y="3765166"/>
                  </a:lnTo>
                  <a:lnTo>
                    <a:pt x="1075229" y="3765166"/>
                  </a:lnTo>
                  <a:lnTo>
                    <a:pt x="1075347" y="3765166"/>
                  </a:lnTo>
                  <a:lnTo>
                    <a:pt x="1075464" y="3765166"/>
                  </a:lnTo>
                  <a:lnTo>
                    <a:pt x="1075464" y="3764735"/>
                  </a:lnTo>
                  <a:lnTo>
                    <a:pt x="1075464" y="3764305"/>
                  </a:lnTo>
                  <a:lnTo>
                    <a:pt x="1075582" y="3764305"/>
                  </a:lnTo>
                  <a:lnTo>
                    <a:pt x="1075700" y="3764305"/>
                  </a:lnTo>
                  <a:lnTo>
                    <a:pt x="1075817" y="3764305"/>
                  </a:lnTo>
                  <a:lnTo>
                    <a:pt x="1075935" y="3764305"/>
                  </a:lnTo>
                  <a:lnTo>
                    <a:pt x="1076052" y="3764305"/>
                  </a:lnTo>
                  <a:lnTo>
                    <a:pt x="1076052" y="3763874"/>
                  </a:lnTo>
                  <a:lnTo>
                    <a:pt x="1076170" y="3763874"/>
                  </a:lnTo>
                  <a:lnTo>
                    <a:pt x="1076288" y="3763874"/>
                  </a:lnTo>
                  <a:lnTo>
                    <a:pt x="1076405" y="3763874"/>
                  </a:lnTo>
                  <a:lnTo>
                    <a:pt x="1076523" y="3763874"/>
                  </a:lnTo>
                  <a:lnTo>
                    <a:pt x="1076640" y="3763874"/>
                  </a:lnTo>
                  <a:lnTo>
                    <a:pt x="1076758" y="3763874"/>
                  </a:lnTo>
                  <a:lnTo>
                    <a:pt x="1076876" y="3763874"/>
                  </a:lnTo>
                  <a:lnTo>
                    <a:pt x="1076993" y="3763874"/>
                  </a:lnTo>
                  <a:lnTo>
                    <a:pt x="1076993" y="3763444"/>
                  </a:lnTo>
                  <a:lnTo>
                    <a:pt x="1076993" y="3763013"/>
                  </a:lnTo>
                  <a:lnTo>
                    <a:pt x="1077111" y="3763013"/>
                  </a:lnTo>
                  <a:lnTo>
                    <a:pt x="1077229" y="3763013"/>
                  </a:lnTo>
                  <a:lnTo>
                    <a:pt x="1077346" y="3763013"/>
                  </a:lnTo>
                  <a:lnTo>
                    <a:pt x="1077464" y="3763013"/>
                  </a:lnTo>
                  <a:lnTo>
                    <a:pt x="1077581" y="3763013"/>
                  </a:lnTo>
                  <a:lnTo>
                    <a:pt x="1077699" y="3763013"/>
                  </a:lnTo>
                  <a:lnTo>
                    <a:pt x="1077817" y="3763013"/>
                  </a:lnTo>
                  <a:lnTo>
                    <a:pt x="1077817" y="3762582"/>
                  </a:lnTo>
                  <a:lnTo>
                    <a:pt x="1077934" y="3762582"/>
                  </a:lnTo>
                  <a:lnTo>
                    <a:pt x="1078052" y="3762582"/>
                  </a:lnTo>
                  <a:lnTo>
                    <a:pt x="1078169" y="3762582"/>
                  </a:lnTo>
                  <a:lnTo>
                    <a:pt x="1078287" y="3762582"/>
                  </a:lnTo>
                  <a:lnTo>
                    <a:pt x="1078287" y="3762152"/>
                  </a:lnTo>
                  <a:lnTo>
                    <a:pt x="1078287" y="3761721"/>
                  </a:lnTo>
                  <a:lnTo>
                    <a:pt x="1078287" y="3761291"/>
                  </a:lnTo>
                  <a:lnTo>
                    <a:pt x="1078405" y="3761291"/>
                  </a:lnTo>
                  <a:lnTo>
                    <a:pt x="1078522" y="3761291"/>
                  </a:lnTo>
                  <a:lnTo>
                    <a:pt x="1078640" y="3761291"/>
                  </a:lnTo>
                  <a:lnTo>
                    <a:pt x="1078758" y="3761291"/>
                  </a:lnTo>
                  <a:lnTo>
                    <a:pt x="1078875" y="3761291"/>
                  </a:lnTo>
                  <a:lnTo>
                    <a:pt x="1078993" y="3761291"/>
                  </a:lnTo>
                  <a:lnTo>
                    <a:pt x="1078993" y="3760860"/>
                  </a:lnTo>
                  <a:lnTo>
                    <a:pt x="1079110" y="3760860"/>
                  </a:lnTo>
                  <a:lnTo>
                    <a:pt x="1079228" y="3760860"/>
                  </a:lnTo>
                  <a:lnTo>
                    <a:pt x="1079346" y="3760860"/>
                  </a:lnTo>
                  <a:lnTo>
                    <a:pt x="1079346" y="3760429"/>
                  </a:lnTo>
                  <a:lnTo>
                    <a:pt x="1079463" y="3760429"/>
                  </a:lnTo>
                  <a:lnTo>
                    <a:pt x="1079581" y="3760429"/>
                  </a:lnTo>
                  <a:lnTo>
                    <a:pt x="1079581" y="3759999"/>
                  </a:lnTo>
                  <a:lnTo>
                    <a:pt x="1079581" y="3759568"/>
                  </a:lnTo>
                  <a:lnTo>
                    <a:pt x="1079581" y="3759138"/>
                  </a:lnTo>
                  <a:lnTo>
                    <a:pt x="1079581" y="3758707"/>
                  </a:lnTo>
                  <a:lnTo>
                    <a:pt x="1079581" y="3758276"/>
                  </a:lnTo>
                  <a:lnTo>
                    <a:pt x="1079698" y="3758276"/>
                  </a:lnTo>
                  <a:lnTo>
                    <a:pt x="1079816" y="3758276"/>
                  </a:lnTo>
                  <a:lnTo>
                    <a:pt x="1079934" y="3758276"/>
                  </a:lnTo>
                  <a:lnTo>
                    <a:pt x="1080051" y="3758276"/>
                  </a:lnTo>
                  <a:lnTo>
                    <a:pt x="1080051" y="3757846"/>
                  </a:lnTo>
                  <a:lnTo>
                    <a:pt x="1080169" y="3757846"/>
                  </a:lnTo>
                  <a:lnTo>
                    <a:pt x="1080287" y="3757846"/>
                  </a:lnTo>
                  <a:lnTo>
                    <a:pt x="1080404" y="3757846"/>
                  </a:lnTo>
                  <a:lnTo>
                    <a:pt x="1080522" y="3757846"/>
                  </a:lnTo>
                  <a:lnTo>
                    <a:pt x="1080522" y="3757415"/>
                  </a:lnTo>
                  <a:lnTo>
                    <a:pt x="1080522" y="3756985"/>
                  </a:lnTo>
                  <a:lnTo>
                    <a:pt x="1080639" y="3756985"/>
                  </a:lnTo>
                  <a:lnTo>
                    <a:pt x="1080757" y="3756985"/>
                  </a:lnTo>
                  <a:lnTo>
                    <a:pt x="1080875" y="3756985"/>
                  </a:lnTo>
                  <a:lnTo>
                    <a:pt x="1080875" y="3756554"/>
                  </a:lnTo>
                  <a:lnTo>
                    <a:pt x="1080992" y="3756554"/>
                  </a:lnTo>
                  <a:lnTo>
                    <a:pt x="1081110" y="3756554"/>
                  </a:lnTo>
                  <a:lnTo>
                    <a:pt x="1081110" y="3756123"/>
                  </a:lnTo>
                  <a:lnTo>
                    <a:pt x="1081227" y="3756123"/>
                  </a:lnTo>
                  <a:lnTo>
                    <a:pt x="1081345" y="3756123"/>
                  </a:lnTo>
                  <a:lnTo>
                    <a:pt x="1081463" y="3756123"/>
                  </a:lnTo>
                  <a:lnTo>
                    <a:pt x="1081580" y="3756123"/>
                  </a:lnTo>
                  <a:lnTo>
                    <a:pt x="1081698" y="3756123"/>
                  </a:lnTo>
                  <a:lnTo>
                    <a:pt x="1081816" y="3756123"/>
                  </a:lnTo>
                  <a:lnTo>
                    <a:pt x="1081933" y="3756123"/>
                  </a:lnTo>
                  <a:lnTo>
                    <a:pt x="1082051" y="3756123"/>
                  </a:lnTo>
                  <a:lnTo>
                    <a:pt x="1082168" y="3756123"/>
                  </a:lnTo>
                  <a:lnTo>
                    <a:pt x="1082286" y="3756123"/>
                  </a:lnTo>
                  <a:lnTo>
                    <a:pt x="1082286" y="3755693"/>
                  </a:lnTo>
                  <a:lnTo>
                    <a:pt x="1082404" y="3755693"/>
                  </a:lnTo>
                  <a:lnTo>
                    <a:pt x="1082521" y="3755693"/>
                  </a:lnTo>
                  <a:lnTo>
                    <a:pt x="1082639" y="3755693"/>
                  </a:lnTo>
                  <a:lnTo>
                    <a:pt x="1082756" y="3755693"/>
                  </a:lnTo>
                  <a:lnTo>
                    <a:pt x="1082874" y="3755693"/>
                  </a:lnTo>
                  <a:lnTo>
                    <a:pt x="1082992" y="3755693"/>
                  </a:lnTo>
                  <a:lnTo>
                    <a:pt x="1082992" y="3755262"/>
                  </a:lnTo>
                  <a:lnTo>
                    <a:pt x="1083109" y="3755262"/>
                  </a:lnTo>
                  <a:lnTo>
                    <a:pt x="1083227" y="3755262"/>
                  </a:lnTo>
                  <a:lnTo>
                    <a:pt x="1083227" y="3754832"/>
                  </a:lnTo>
                  <a:lnTo>
                    <a:pt x="1083227" y="3754401"/>
                  </a:lnTo>
                  <a:lnTo>
                    <a:pt x="1083227" y="3753970"/>
                  </a:lnTo>
                  <a:lnTo>
                    <a:pt x="1083344" y="3753970"/>
                  </a:lnTo>
                  <a:lnTo>
                    <a:pt x="1083344" y="3753540"/>
                  </a:lnTo>
                  <a:lnTo>
                    <a:pt x="1083344" y="3753109"/>
                  </a:lnTo>
                  <a:lnTo>
                    <a:pt x="1083344" y="3752679"/>
                  </a:lnTo>
                  <a:lnTo>
                    <a:pt x="1083462" y="3752679"/>
                  </a:lnTo>
                  <a:lnTo>
                    <a:pt x="1083580" y="3752679"/>
                  </a:lnTo>
                  <a:lnTo>
                    <a:pt x="1083697" y="3752679"/>
                  </a:lnTo>
                  <a:lnTo>
                    <a:pt x="1083815" y="3752679"/>
                  </a:lnTo>
                  <a:lnTo>
                    <a:pt x="1083933" y="3752679"/>
                  </a:lnTo>
                  <a:lnTo>
                    <a:pt x="1084050" y="3752679"/>
                  </a:lnTo>
                  <a:lnTo>
                    <a:pt x="1084168" y="3752679"/>
                  </a:lnTo>
                  <a:lnTo>
                    <a:pt x="1084285" y="3752679"/>
                  </a:lnTo>
                  <a:lnTo>
                    <a:pt x="1084403" y="3752679"/>
                  </a:lnTo>
                  <a:lnTo>
                    <a:pt x="1084521" y="3752679"/>
                  </a:lnTo>
                  <a:lnTo>
                    <a:pt x="1084638" y="3752679"/>
                  </a:lnTo>
                  <a:lnTo>
                    <a:pt x="1084638" y="3752248"/>
                  </a:lnTo>
                  <a:lnTo>
                    <a:pt x="1084756" y="3752248"/>
                  </a:lnTo>
                  <a:lnTo>
                    <a:pt x="1084873" y="3752248"/>
                  </a:lnTo>
                  <a:lnTo>
                    <a:pt x="1084991" y="3752248"/>
                  </a:lnTo>
                  <a:lnTo>
                    <a:pt x="1084991" y="3751817"/>
                  </a:lnTo>
                  <a:lnTo>
                    <a:pt x="1084991" y="3751387"/>
                  </a:lnTo>
                  <a:lnTo>
                    <a:pt x="1084991" y="3750956"/>
                  </a:lnTo>
                  <a:lnTo>
                    <a:pt x="1085109" y="3750956"/>
                  </a:lnTo>
                  <a:lnTo>
                    <a:pt x="1085226" y="3750956"/>
                  </a:lnTo>
                  <a:lnTo>
                    <a:pt x="1085344" y="3750956"/>
                  </a:lnTo>
                  <a:lnTo>
                    <a:pt x="1085462" y="3750956"/>
                  </a:lnTo>
                  <a:lnTo>
                    <a:pt x="1085462" y="3750526"/>
                  </a:lnTo>
                  <a:lnTo>
                    <a:pt x="1085579" y="3750526"/>
                  </a:lnTo>
                  <a:lnTo>
                    <a:pt x="1085579" y="3750095"/>
                  </a:lnTo>
                  <a:lnTo>
                    <a:pt x="1085697" y="3750095"/>
                  </a:lnTo>
                  <a:lnTo>
                    <a:pt x="1085814" y="3750095"/>
                  </a:lnTo>
                  <a:lnTo>
                    <a:pt x="1085932" y="3750095"/>
                  </a:lnTo>
                  <a:lnTo>
                    <a:pt x="1086050" y="3750095"/>
                  </a:lnTo>
                  <a:lnTo>
                    <a:pt x="1086167" y="3750095"/>
                  </a:lnTo>
                  <a:lnTo>
                    <a:pt x="1086285" y="3750095"/>
                  </a:lnTo>
                  <a:lnTo>
                    <a:pt x="1086402" y="3750095"/>
                  </a:lnTo>
                  <a:lnTo>
                    <a:pt x="1086402" y="3749664"/>
                  </a:lnTo>
                  <a:lnTo>
                    <a:pt x="1086402" y="3749234"/>
                  </a:lnTo>
                  <a:lnTo>
                    <a:pt x="1086520" y="3749234"/>
                  </a:lnTo>
                  <a:lnTo>
                    <a:pt x="1086520" y="3748803"/>
                  </a:lnTo>
                  <a:lnTo>
                    <a:pt x="1086638" y="3748803"/>
                  </a:lnTo>
                  <a:lnTo>
                    <a:pt x="1086755" y="3748803"/>
                  </a:lnTo>
                  <a:lnTo>
                    <a:pt x="1086873" y="3748803"/>
                  </a:lnTo>
                  <a:lnTo>
                    <a:pt x="1086991" y="3748803"/>
                  </a:lnTo>
                  <a:lnTo>
                    <a:pt x="1087108" y="3748803"/>
                  </a:lnTo>
                  <a:lnTo>
                    <a:pt x="1087226" y="3748803"/>
                  </a:lnTo>
                  <a:lnTo>
                    <a:pt x="1087343" y="3748803"/>
                  </a:lnTo>
                  <a:lnTo>
                    <a:pt x="1087461" y="3748803"/>
                  </a:lnTo>
                  <a:lnTo>
                    <a:pt x="1087579" y="3748803"/>
                  </a:lnTo>
                  <a:lnTo>
                    <a:pt x="1087696" y="3748803"/>
                  </a:lnTo>
                  <a:lnTo>
                    <a:pt x="1087814" y="3748803"/>
                  </a:lnTo>
                  <a:lnTo>
                    <a:pt x="1087814" y="3748373"/>
                  </a:lnTo>
                  <a:lnTo>
                    <a:pt x="1087931" y="3748373"/>
                  </a:lnTo>
                  <a:lnTo>
                    <a:pt x="1088049" y="3748373"/>
                  </a:lnTo>
                  <a:lnTo>
                    <a:pt x="1088167" y="3748373"/>
                  </a:lnTo>
                  <a:lnTo>
                    <a:pt x="1088284" y="3748373"/>
                  </a:lnTo>
                  <a:lnTo>
                    <a:pt x="1088402" y="3748373"/>
                  </a:lnTo>
                  <a:lnTo>
                    <a:pt x="1088520" y="3748373"/>
                  </a:lnTo>
                  <a:lnTo>
                    <a:pt x="1088520" y="3747942"/>
                  </a:lnTo>
                  <a:lnTo>
                    <a:pt x="1088637" y="3747942"/>
                  </a:lnTo>
                  <a:lnTo>
                    <a:pt x="1088637" y="3747511"/>
                  </a:lnTo>
                  <a:lnTo>
                    <a:pt x="1088637" y="3747081"/>
                  </a:lnTo>
                  <a:lnTo>
                    <a:pt x="1088755" y="3747081"/>
                  </a:lnTo>
                  <a:lnTo>
                    <a:pt x="1088755" y="3746650"/>
                  </a:lnTo>
                  <a:lnTo>
                    <a:pt x="1088872" y="3746650"/>
                  </a:lnTo>
                  <a:lnTo>
                    <a:pt x="1088990" y="3746650"/>
                  </a:lnTo>
                  <a:lnTo>
                    <a:pt x="1089108" y="3746650"/>
                  </a:lnTo>
                  <a:lnTo>
                    <a:pt x="1089108" y="3746220"/>
                  </a:lnTo>
                  <a:lnTo>
                    <a:pt x="1089108" y="3745789"/>
                  </a:lnTo>
                  <a:lnTo>
                    <a:pt x="1089225" y="3745789"/>
                  </a:lnTo>
                  <a:lnTo>
                    <a:pt x="1089343" y="3745789"/>
                  </a:lnTo>
                  <a:lnTo>
                    <a:pt x="1089460" y="3745789"/>
                  </a:lnTo>
                  <a:lnTo>
                    <a:pt x="1089578" y="3745789"/>
                  </a:lnTo>
                  <a:lnTo>
                    <a:pt x="1089696" y="3745789"/>
                  </a:lnTo>
                  <a:lnTo>
                    <a:pt x="1089813" y="3745789"/>
                  </a:lnTo>
                  <a:lnTo>
                    <a:pt x="1089931" y="3745789"/>
                  </a:lnTo>
                  <a:lnTo>
                    <a:pt x="1090049" y="3745789"/>
                  </a:lnTo>
                  <a:lnTo>
                    <a:pt x="1090166" y="3745789"/>
                  </a:lnTo>
                  <a:lnTo>
                    <a:pt x="1090166" y="3745358"/>
                  </a:lnTo>
                  <a:lnTo>
                    <a:pt x="1090284" y="3745358"/>
                  </a:lnTo>
                  <a:lnTo>
                    <a:pt x="1090401" y="3745358"/>
                  </a:lnTo>
                  <a:lnTo>
                    <a:pt x="1090401" y="3744928"/>
                  </a:lnTo>
                  <a:lnTo>
                    <a:pt x="1090401" y="3744497"/>
                  </a:lnTo>
                  <a:lnTo>
                    <a:pt x="1090519" y="3744497"/>
                  </a:lnTo>
                  <a:lnTo>
                    <a:pt x="1090637" y="3744497"/>
                  </a:lnTo>
                  <a:lnTo>
                    <a:pt x="1090637" y="3744067"/>
                  </a:lnTo>
                  <a:lnTo>
                    <a:pt x="1090637" y="3743636"/>
                  </a:lnTo>
                  <a:lnTo>
                    <a:pt x="1090754" y="3743636"/>
                  </a:lnTo>
                  <a:lnTo>
                    <a:pt x="1090872" y="3743636"/>
                  </a:lnTo>
                  <a:lnTo>
                    <a:pt x="1090989" y="3743636"/>
                  </a:lnTo>
                  <a:lnTo>
                    <a:pt x="1091107" y="3743636"/>
                  </a:lnTo>
                  <a:lnTo>
                    <a:pt x="1091225" y="3743636"/>
                  </a:lnTo>
                  <a:lnTo>
                    <a:pt x="1091342" y="3743636"/>
                  </a:lnTo>
                  <a:lnTo>
                    <a:pt x="1091460" y="3743636"/>
                  </a:lnTo>
                  <a:lnTo>
                    <a:pt x="1091577" y="3743636"/>
                  </a:lnTo>
                  <a:lnTo>
                    <a:pt x="1091695" y="3743636"/>
                  </a:lnTo>
                  <a:lnTo>
                    <a:pt x="1091695" y="3743205"/>
                  </a:lnTo>
                  <a:lnTo>
                    <a:pt x="1091695" y="3742775"/>
                  </a:lnTo>
                  <a:lnTo>
                    <a:pt x="1091813" y="3742775"/>
                  </a:lnTo>
                  <a:lnTo>
                    <a:pt x="1091813" y="3742344"/>
                  </a:lnTo>
                  <a:lnTo>
                    <a:pt x="1091930" y="3742344"/>
                  </a:lnTo>
                  <a:lnTo>
                    <a:pt x="1091930" y="3741914"/>
                  </a:lnTo>
                  <a:lnTo>
                    <a:pt x="1092048" y="3741914"/>
                  </a:lnTo>
                  <a:lnTo>
                    <a:pt x="1092166" y="3741914"/>
                  </a:lnTo>
                  <a:lnTo>
                    <a:pt x="1092283" y="3741914"/>
                  </a:lnTo>
                  <a:lnTo>
                    <a:pt x="1092401" y="3741914"/>
                  </a:lnTo>
                  <a:lnTo>
                    <a:pt x="1092401" y="3741483"/>
                  </a:lnTo>
                  <a:lnTo>
                    <a:pt x="1092518" y="3741483"/>
                  </a:lnTo>
                  <a:lnTo>
                    <a:pt x="1092636" y="3741483"/>
                  </a:lnTo>
                  <a:lnTo>
                    <a:pt x="1092754" y="3741483"/>
                  </a:lnTo>
                  <a:lnTo>
                    <a:pt x="1092871" y="3741483"/>
                  </a:lnTo>
                  <a:lnTo>
                    <a:pt x="1092989" y="3741483"/>
                  </a:lnTo>
                  <a:lnTo>
                    <a:pt x="1092989" y="3741052"/>
                  </a:lnTo>
                  <a:lnTo>
                    <a:pt x="1092989" y="3740622"/>
                  </a:lnTo>
                  <a:lnTo>
                    <a:pt x="1092989" y="3740191"/>
                  </a:lnTo>
                  <a:lnTo>
                    <a:pt x="1092989" y="3739761"/>
                  </a:lnTo>
                  <a:lnTo>
                    <a:pt x="1093106" y="3739761"/>
                  </a:lnTo>
                  <a:lnTo>
                    <a:pt x="1093224" y="3739761"/>
                  </a:lnTo>
                  <a:lnTo>
                    <a:pt x="1093224" y="3739330"/>
                  </a:lnTo>
                  <a:lnTo>
                    <a:pt x="1093342" y="3739330"/>
                  </a:lnTo>
                  <a:lnTo>
                    <a:pt x="1093459" y="3739330"/>
                  </a:lnTo>
                  <a:lnTo>
                    <a:pt x="1093577" y="3739330"/>
                  </a:lnTo>
                  <a:lnTo>
                    <a:pt x="1093577" y="3738899"/>
                  </a:lnTo>
                  <a:lnTo>
                    <a:pt x="1093695" y="3738899"/>
                  </a:lnTo>
                  <a:lnTo>
                    <a:pt x="1093812" y="3738899"/>
                  </a:lnTo>
                  <a:lnTo>
                    <a:pt x="1093812" y="3738469"/>
                  </a:lnTo>
                  <a:lnTo>
                    <a:pt x="1093930" y="3738469"/>
                  </a:lnTo>
                  <a:lnTo>
                    <a:pt x="1093930" y="3738038"/>
                  </a:lnTo>
                  <a:lnTo>
                    <a:pt x="1094047" y="3738038"/>
                  </a:lnTo>
                  <a:lnTo>
                    <a:pt x="1094165" y="3738038"/>
                  </a:lnTo>
                  <a:lnTo>
                    <a:pt x="1094283" y="3738038"/>
                  </a:lnTo>
                  <a:lnTo>
                    <a:pt x="1094400" y="3738038"/>
                  </a:lnTo>
                  <a:lnTo>
                    <a:pt x="1094400" y="3737608"/>
                  </a:lnTo>
                  <a:lnTo>
                    <a:pt x="1094400" y="3737177"/>
                  </a:lnTo>
                  <a:lnTo>
                    <a:pt x="1094400" y="3736746"/>
                  </a:lnTo>
                  <a:lnTo>
                    <a:pt x="1094518" y="3736746"/>
                  </a:lnTo>
                  <a:lnTo>
                    <a:pt x="1094635" y="3736746"/>
                  </a:lnTo>
                  <a:lnTo>
                    <a:pt x="1094635" y="3736316"/>
                  </a:lnTo>
                  <a:lnTo>
                    <a:pt x="1094635" y="3735885"/>
                  </a:lnTo>
                  <a:lnTo>
                    <a:pt x="1094753" y="3735885"/>
                  </a:lnTo>
                  <a:lnTo>
                    <a:pt x="1094871" y="3735885"/>
                  </a:lnTo>
                  <a:lnTo>
                    <a:pt x="1094988" y="3735885"/>
                  </a:lnTo>
                  <a:lnTo>
                    <a:pt x="1095106" y="3735885"/>
                  </a:lnTo>
                  <a:lnTo>
                    <a:pt x="1095224" y="3735885"/>
                  </a:lnTo>
                  <a:lnTo>
                    <a:pt x="1095341" y="3735885"/>
                  </a:lnTo>
                  <a:lnTo>
                    <a:pt x="1095459" y="3735885"/>
                  </a:lnTo>
                  <a:lnTo>
                    <a:pt x="1095576" y="3735885"/>
                  </a:lnTo>
                  <a:lnTo>
                    <a:pt x="1095576" y="3735455"/>
                  </a:lnTo>
                  <a:lnTo>
                    <a:pt x="1095576" y="3735024"/>
                  </a:lnTo>
                  <a:lnTo>
                    <a:pt x="1095576" y="3734593"/>
                  </a:lnTo>
                  <a:lnTo>
                    <a:pt x="1095694" y="3734593"/>
                  </a:lnTo>
                  <a:lnTo>
                    <a:pt x="1095812" y="3734593"/>
                  </a:lnTo>
                  <a:lnTo>
                    <a:pt x="1095929" y="3734593"/>
                  </a:lnTo>
                  <a:lnTo>
                    <a:pt x="1096047" y="3734593"/>
                  </a:lnTo>
                  <a:lnTo>
                    <a:pt x="1096164" y="3734593"/>
                  </a:lnTo>
                  <a:lnTo>
                    <a:pt x="1096282" y="3734593"/>
                  </a:lnTo>
                  <a:lnTo>
                    <a:pt x="1096400" y="3734593"/>
                  </a:lnTo>
                  <a:lnTo>
                    <a:pt x="1096517" y="3734593"/>
                  </a:lnTo>
                  <a:lnTo>
                    <a:pt x="1096635" y="3734593"/>
                  </a:lnTo>
                  <a:lnTo>
                    <a:pt x="1096753" y="3734593"/>
                  </a:lnTo>
                  <a:lnTo>
                    <a:pt x="1096753" y="3734163"/>
                  </a:lnTo>
                  <a:lnTo>
                    <a:pt x="1096753" y="3733732"/>
                  </a:lnTo>
                  <a:lnTo>
                    <a:pt x="1096870" y="3733732"/>
                  </a:lnTo>
                  <a:lnTo>
                    <a:pt x="1096870" y="3733302"/>
                  </a:lnTo>
                  <a:lnTo>
                    <a:pt x="1096870" y="3732871"/>
                  </a:lnTo>
                  <a:lnTo>
                    <a:pt x="1096870" y="3732440"/>
                  </a:lnTo>
                  <a:lnTo>
                    <a:pt x="1096988" y="3732440"/>
                  </a:lnTo>
                  <a:lnTo>
                    <a:pt x="1096988" y="3732010"/>
                  </a:lnTo>
                  <a:lnTo>
                    <a:pt x="1097105" y="3732010"/>
                  </a:lnTo>
                  <a:lnTo>
                    <a:pt x="1097223" y="3732010"/>
                  </a:lnTo>
                  <a:lnTo>
                    <a:pt x="1097341" y="3732010"/>
                  </a:lnTo>
                  <a:lnTo>
                    <a:pt x="1097458" y="3732010"/>
                  </a:lnTo>
                  <a:lnTo>
                    <a:pt x="1097576" y="3732010"/>
                  </a:lnTo>
                  <a:lnTo>
                    <a:pt x="1097576" y="3731579"/>
                  </a:lnTo>
                  <a:lnTo>
                    <a:pt x="1097693" y="3731579"/>
                  </a:lnTo>
                  <a:lnTo>
                    <a:pt x="1097811" y="3731579"/>
                  </a:lnTo>
                  <a:lnTo>
                    <a:pt x="1097929" y="3731579"/>
                  </a:lnTo>
                  <a:lnTo>
                    <a:pt x="1098046" y="3731579"/>
                  </a:lnTo>
                  <a:lnTo>
                    <a:pt x="1098046" y="3731149"/>
                  </a:lnTo>
                  <a:lnTo>
                    <a:pt x="1098164" y="3731149"/>
                  </a:lnTo>
                  <a:lnTo>
                    <a:pt x="1098282" y="3731149"/>
                  </a:lnTo>
                  <a:lnTo>
                    <a:pt x="1098399" y="3731149"/>
                  </a:lnTo>
                  <a:lnTo>
                    <a:pt x="1098399" y="3730718"/>
                  </a:lnTo>
                  <a:lnTo>
                    <a:pt x="1098517" y="3730718"/>
                  </a:lnTo>
                  <a:lnTo>
                    <a:pt x="1098634" y="3730718"/>
                  </a:lnTo>
                  <a:lnTo>
                    <a:pt x="1098752" y="3730718"/>
                  </a:lnTo>
                  <a:lnTo>
                    <a:pt x="1098870" y="3730718"/>
                  </a:lnTo>
                  <a:lnTo>
                    <a:pt x="1098987" y="3730718"/>
                  </a:lnTo>
                  <a:lnTo>
                    <a:pt x="1099105" y="3730718"/>
                  </a:lnTo>
                  <a:lnTo>
                    <a:pt x="1099105" y="3730287"/>
                  </a:lnTo>
                  <a:lnTo>
                    <a:pt x="1099222" y="3730287"/>
                  </a:lnTo>
                  <a:lnTo>
                    <a:pt x="1099340" y="3730287"/>
                  </a:lnTo>
                  <a:lnTo>
                    <a:pt x="1099458" y="3730287"/>
                  </a:lnTo>
                  <a:lnTo>
                    <a:pt x="1099575" y="3730287"/>
                  </a:lnTo>
                  <a:lnTo>
                    <a:pt x="1099693" y="3730287"/>
                  </a:lnTo>
                  <a:lnTo>
                    <a:pt x="1099810" y="3730287"/>
                  </a:lnTo>
                  <a:lnTo>
                    <a:pt x="1099928" y="3730287"/>
                  </a:lnTo>
                  <a:lnTo>
                    <a:pt x="1099928" y="3729857"/>
                  </a:lnTo>
                  <a:lnTo>
                    <a:pt x="1099928" y="3729426"/>
                  </a:lnTo>
                  <a:lnTo>
                    <a:pt x="1100046" y="3729426"/>
                  </a:lnTo>
                  <a:lnTo>
                    <a:pt x="1100163" y="3729426"/>
                  </a:lnTo>
                  <a:lnTo>
                    <a:pt x="1100163" y="3728996"/>
                  </a:lnTo>
                  <a:lnTo>
                    <a:pt x="1100281" y="3728996"/>
                  </a:lnTo>
                  <a:lnTo>
                    <a:pt x="1100281" y="3728565"/>
                  </a:lnTo>
                  <a:lnTo>
                    <a:pt x="1100399" y="3728565"/>
                  </a:lnTo>
                  <a:lnTo>
                    <a:pt x="1100516" y="3728565"/>
                  </a:lnTo>
                  <a:lnTo>
                    <a:pt x="1100634" y="3728565"/>
                  </a:lnTo>
                  <a:lnTo>
                    <a:pt x="1100634" y="3728134"/>
                  </a:lnTo>
                  <a:lnTo>
                    <a:pt x="1100751" y="3728134"/>
                  </a:lnTo>
                  <a:lnTo>
                    <a:pt x="1100751" y="3727704"/>
                  </a:lnTo>
                  <a:lnTo>
                    <a:pt x="1100751" y="3727273"/>
                  </a:lnTo>
                  <a:lnTo>
                    <a:pt x="1100869" y="3727273"/>
                  </a:lnTo>
                  <a:lnTo>
                    <a:pt x="1100987" y="3727273"/>
                  </a:lnTo>
                  <a:lnTo>
                    <a:pt x="1101104" y="3727273"/>
                  </a:lnTo>
                  <a:lnTo>
                    <a:pt x="1101222" y="3727273"/>
                  </a:lnTo>
                  <a:lnTo>
                    <a:pt x="1101339" y="3727273"/>
                  </a:lnTo>
                  <a:lnTo>
                    <a:pt x="1101457" y="3727273"/>
                  </a:lnTo>
                  <a:lnTo>
                    <a:pt x="1101575" y="3727273"/>
                  </a:lnTo>
                  <a:lnTo>
                    <a:pt x="1101692" y="3727273"/>
                  </a:lnTo>
                  <a:lnTo>
                    <a:pt x="1101810" y="3727273"/>
                  </a:lnTo>
                  <a:lnTo>
                    <a:pt x="1101928" y="3727273"/>
                  </a:lnTo>
                  <a:lnTo>
                    <a:pt x="1102045" y="3727273"/>
                  </a:lnTo>
                  <a:lnTo>
                    <a:pt x="1102163" y="3727273"/>
                  </a:lnTo>
                  <a:lnTo>
                    <a:pt x="1102163" y="3726843"/>
                  </a:lnTo>
                  <a:lnTo>
                    <a:pt x="1102280" y="3726843"/>
                  </a:lnTo>
                  <a:lnTo>
                    <a:pt x="1102398" y="3726843"/>
                  </a:lnTo>
                  <a:lnTo>
                    <a:pt x="1102516" y="3726843"/>
                  </a:lnTo>
                  <a:lnTo>
                    <a:pt x="1102516" y="3726412"/>
                  </a:lnTo>
                  <a:lnTo>
                    <a:pt x="1102633" y="3726412"/>
                  </a:lnTo>
                  <a:lnTo>
                    <a:pt x="1102751" y="3726412"/>
                  </a:lnTo>
                  <a:lnTo>
                    <a:pt x="1102868" y="3726412"/>
                  </a:lnTo>
                  <a:lnTo>
                    <a:pt x="1102986" y="3726412"/>
                  </a:lnTo>
                  <a:lnTo>
                    <a:pt x="1102986" y="3725981"/>
                  </a:lnTo>
                  <a:lnTo>
                    <a:pt x="1103104" y="3725981"/>
                  </a:lnTo>
                  <a:lnTo>
                    <a:pt x="1103104" y="3725551"/>
                  </a:lnTo>
                  <a:lnTo>
                    <a:pt x="1103104" y="3725120"/>
                  </a:lnTo>
                  <a:lnTo>
                    <a:pt x="1103104" y="3724690"/>
                  </a:lnTo>
                  <a:lnTo>
                    <a:pt x="1103221" y="3724690"/>
                  </a:lnTo>
                  <a:lnTo>
                    <a:pt x="1103339" y="3724690"/>
                  </a:lnTo>
                  <a:lnTo>
                    <a:pt x="1103457" y="3724690"/>
                  </a:lnTo>
                  <a:lnTo>
                    <a:pt x="1103574" y="3724690"/>
                  </a:lnTo>
                  <a:lnTo>
                    <a:pt x="1103692" y="3724690"/>
                  </a:lnTo>
                  <a:lnTo>
                    <a:pt x="1103809" y="3724690"/>
                  </a:lnTo>
                  <a:lnTo>
                    <a:pt x="1103927" y="3724690"/>
                  </a:lnTo>
                  <a:lnTo>
                    <a:pt x="1104045" y="3724690"/>
                  </a:lnTo>
                  <a:lnTo>
                    <a:pt x="1104045" y="3724259"/>
                  </a:lnTo>
                  <a:lnTo>
                    <a:pt x="1104162" y="3724259"/>
                  </a:lnTo>
                  <a:lnTo>
                    <a:pt x="1104280" y="3724259"/>
                  </a:lnTo>
                  <a:lnTo>
                    <a:pt x="1104397" y="3724259"/>
                  </a:lnTo>
                  <a:lnTo>
                    <a:pt x="1104397" y="3723828"/>
                  </a:lnTo>
                  <a:lnTo>
                    <a:pt x="1104515" y="3723828"/>
                  </a:lnTo>
                  <a:lnTo>
                    <a:pt x="1104633" y="3723828"/>
                  </a:lnTo>
                  <a:lnTo>
                    <a:pt x="1104750" y="3723828"/>
                  </a:lnTo>
                  <a:lnTo>
                    <a:pt x="1104750" y="3723398"/>
                  </a:lnTo>
                  <a:lnTo>
                    <a:pt x="1104750" y="3722967"/>
                  </a:lnTo>
                  <a:lnTo>
                    <a:pt x="1104868" y="3722967"/>
                  </a:lnTo>
                  <a:lnTo>
                    <a:pt x="1104986" y="3722967"/>
                  </a:lnTo>
                  <a:lnTo>
                    <a:pt x="1105103" y="3722967"/>
                  </a:lnTo>
                  <a:lnTo>
                    <a:pt x="1105221" y="3722967"/>
                  </a:lnTo>
                  <a:lnTo>
                    <a:pt x="1105338" y="3722967"/>
                  </a:lnTo>
                  <a:lnTo>
                    <a:pt x="1105456" y="3722967"/>
                  </a:lnTo>
                  <a:lnTo>
                    <a:pt x="1105574" y="3722967"/>
                  </a:lnTo>
                  <a:lnTo>
                    <a:pt x="1105691" y="3722967"/>
                  </a:lnTo>
                  <a:lnTo>
                    <a:pt x="1105809" y="3722967"/>
                  </a:lnTo>
                  <a:lnTo>
                    <a:pt x="1105809" y="3722537"/>
                  </a:lnTo>
                  <a:lnTo>
                    <a:pt x="1105809" y="3722106"/>
                  </a:lnTo>
                  <a:lnTo>
                    <a:pt x="1105809" y="3721675"/>
                  </a:lnTo>
                  <a:lnTo>
                    <a:pt x="1105926" y="3721675"/>
                  </a:lnTo>
                  <a:lnTo>
                    <a:pt x="1106044" y="3721675"/>
                  </a:lnTo>
                  <a:lnTo>
                    <a:pt x="1106162" y="3721675"/>
                  </a:lnTo>
                  <a:lnTo>
                    <a:pt x="1106279" y="3721675"/>
                  </a:lnTo>
                  <a:lnTo>
                    <a:pt x="1106279" y="3721245"/>
                  </a:lnTo>
                  <a:lnTo>
                    <a:pt x="1106279" y="3720814"/>
                  </a:lnTo>
                  <a:lnTo>
                    <a:pt x="1106397" y="3720814"/>
                  </a:lnTo>
                  <a:lnTo>
                    <a:pt x="1106397" y="3720384"/>
                  </a:lnTo>
                  <a:lnTo>
                    <a:pt x="1106515" y="3720384"/>
                  </a:lnTo>
                  <a:lnTo>
                    <a:pt x="1106632" y="3720384"/>
                  </a:lnTo>
                  <a:lnTo>
                    <a:pt x="1106632" y="3719953"/>
                  </a:lnTo>
                  <a:lnTo>
                    <a:pt x="1106750" y="3719953"/>
                  </a:lnTo>
                  <a:lnTo>
                    <a:pt x="1106750" y="3719522"/>
                  </a:lnTo>
                  <a:lnTo>
                    <a:pt x="1106867" y="3719522"/>
                  </a:lnTo>
                  <a:lnTo>
                    <a:pt x="1106985" y="3719522"/>
                  </a:lnTo>
                  <a:lnTo>
                    <a:pt x="1107103" y="3719522"/>
                  </a:lnTo>
                  <a:lnTo>
                    <a:pt x="1107220" y="3719522"/>
                  </a:lnTo>
                  <a:lnTo>
                    <a:pt x="1107220" y="3719092"/>
                  </a:lnTo>
                  <a:lnTo>
                    <a:pt x="1107338" y="3719092"/>
                  </a:lnTo>
                  <a:lnTo>
                    <a:pt x="1107455" y="3719092"/>
                  </a:lnTo>
                  <a:lnTo>
                    <a:pt x="1107455" y="3718661"/>
                  </a:lnTo>
                  <a:lnTo>
                    <a:pt x="1107455" y="3718231"/>
                  </a:lnTo>
                  <a:lnTo>
                    <a:pt x="1107573" y="3718231"/>
                  </a:lnTo>
                  <a:lnTo>
                    <a:pt x="1107691" y="3718231"/>
                  </a:lnTo>
                  <a:lnTo>
                    <a:pt x="1107691" y="3717800"/>
                  </a:lnTo>
                  <a:lnTo>
                    <a:pt x="1107691" y="3717369"/>
                  </a:lnTo>
                  <a:lnTo>
                    <a:pt x="1107808" y="3717369"/>
                  </a:lnTo>
                  <a:lnTo>
                    <a:pt x="1107808" y="3716939"/>
                  </a:lnTo>
                  <a:lnTo>
                    <a:pt x="1107926" y="3716939"/>
                  </a:lnTo>
                  <a:lnTo>
                    <a:pt x="1107926" y="3716508"/>
                  </a:lnTo>
                  <a:lnTo>
                    <a:pt x="1108043" y="3716508"/>
                  </a:lnTo>
                  <a:lnTo>
                    <a:pt x="1108161" y="3716508"/>
                  </a:lnTo>
                  <a:lnTo>
                    <a:pt x="1108161" y="3716078"/>
                  </a:lnTo>
                  <a:lnTo>
                    <a:pt x="1108279" y="3716078"/>
                  </a:lnTo>
                  <a:lnTo>
                    <a:pt x="1108396" y="3716078"/>
                  </a:lnTo>
                  <a:lnTo>
                    <a:pt x="1108396" y="3715647"/>
                  </a:lnTo>
                  <a:lnTo>
                    <a:pt x="1108514" y="3715647"/>
                  </a:lnTo>
                  <a:lnTo>
                    <a:pt x="1108632" y="3715647"/>
                  </a:lnTo>
                  <a:lnTo>
                    <a:pt x="1108632" y="3715216"/>
                  </a:lnTo>
                  <a:lnTo>
                    <a:pt x="1108749" y="3715216"/>
                  </a:lnTo>
                  <a:lnTo>
                    <a:pt x="1108749" y="3714786"/>
                  </a:lnTo>
                  <a:lnTo>
                    <a:pt x="1108749" y="3714355"/>
                  </a:lnTo>
                  <a:lnTo>
                    <a:pt x="1108867" y="3714355"/>
                  </a:lnTo>
                  <a:lnTo>
                    <a:pt x="1108867" y="3713925"/>
                  </a:lnTo>
                  <a:lnTo>
                    <a:pt x="1108867" y="3713494"/>
                  </a:lnTo>
                  <a:lnTo>
                    <a:pt x="1108984" y="3713494"/>
                  </a:lnTo>
                  <a:lnTo>
                    <a:pt x="1108984" y="3713063"/>
                  </a:lnTo>
                  <a:lnTo>
                    <a:pt x="1108984" y="3712633"/>
                  </a:lnTo>
                  <a:lnTo>
                    <a:pt x="1109102" y="3712633"/>
                  </a:lnTo>
                  <a:lnTo>
                    <a:pt x="1109102" y="3712202"/>
                  </a:lnTo>
                  <a:lnTo>
                    <a:pt x="1109220" y="3712202"/>
                  </a:lnTo>
                  <a:lnTo>
                    <a:pt x="1109337" y="3712202"/>
                  </a:lnTo>
                  <a:lnTo>
                    <a:pt x="1109337" y="3711772"/>
                  </a:lnTo>
                  <a:lnTo>
                    <a:pt x="1109455" y="3711772"/>
                  </a:lnTo>
                  <a:lnTo>
                    <a:pt x="1109572" y="3711772"/>
                  </a:lnTo>
                  <a:lnTo>
                    <a:pt x="1109690" y="3711772"/>
                  </a:lnTo>
                  <a:lnTo>
                    <a:pt x="1109690" y="3711341"/>
                  </a:lnTo>
                  <a:lnTo>
                    <a:pt x="1109808" y="3711341"/>
                  </a:lnTo>
                  <a:lnTo>
                    <a:pt x="1109925" y="3711341"/>
                  </a:lnTo>
                  <a:lnTo>
                    <a:pt x="1110043" y="3711341"/>
                  </a:lnTo>
                  <a:lnTo>
                    <a:pt x="1110161" y="3711341"/>
                  </a:lnTo>
                  <a:lnTo>
                    <a:pt x="1110161" y="3710910"/>
                  </a:lnTo>
                  <a:lnTo>
                    <a:pt x="1110278" y="3710910"/>
                  </a:lnTo>
                  <a:lnTo>
                    <a:pt x="1110396" y="3710910"/>
                  </a:lnTo>
                  <a:lnTo>
                    <a:pt x="1110513" y="3710910"/>
                  </a:lnTo>
                  <a:lnTo>
                    <a:pt x="1110631" y="3710910"/>
                  </a:lnTo>
                  <a:lnTo>
                    <a:pt x="1110749" y="3710910"/>
                  </a:lnTo>
                  <a:lnTo>
                    <a:pt x="1110866" y="3710910"/>
                  </a:lnTo>
                  <a:lnTo>
                    <a:pt x="1110984" y="3710910"/>
                  </a:lnTo>
                  <a:lnTo>
                    <a:pt x="1111101" y="3710910"/>
                  </a:lnTo>
                  <a:lnTo>
                    <a:pt x="1111101" y="3710480"/>
                  </a:lnTo>
                  <a:lnTo>
                    <a:pt x="1111101" y="3710049"/>
                  </a:lnTo>
                  <a:lnTo>
                    <a:pt x="1111219" y="3710049"/>
                  </a:lnTo>
                  <a:lnTo>
                    <a:pt x="1111337" y="3710049"/>
                  </a:lnTo>
                  <a:lnTo>
                    <a:pt x="1111454" y="3710049"/>
                  </a:lnTo>
                  <a:lnTo>
                    <a:pt x="1111572" y="3710049"/>
                  </a:lnTo>
                  <a:lnTo>
                    <a:pt x="1111690" y="3710049"/>
                  </a:lnTo>
                  <a:lnTo>
                    <a:pt x="1111690" y="3709619"/>
                  </a:lnTo>
                  <a:lnTo>
                    <a:pt x="1111690" y="3709188"/>
                  </a:lnTo>
                  <a:lnTo>
                    <a:pt x="1111807" y="3709188"/>
                  </a:lnTo>
                  <a:lnTo>
                    <a:pt x="1111925" y="3709188"/>
                  </a:lnTo>
                  <a:lnTo>
                    <a:pt x="1111925" y="3708757"/>
                  </a:lnTo>
                  <a:lnTo>
                    <a:pt x="1111925" y="3708327"/>
                  </a:lnTo>
                  <a:lnTo>
                    <a:pt x="1112042" y="3708327"/>
                  </a:lnTo>
                  <a:lnTo>
                    <a:pt x="1112042" y="3707896"/>
                  </a:lnTo>
                  <a:lnTo>
                    <a:pt x="1112160" y="3707896"/>
                  </a:lnTo>
                  <a:lnTo>
                    <a:pt x="1112160" y="3707466"/>
                  </a:lnTo>
                  <a:lnTo>
                    <a:pt x="1112278" y="3707466"/>
                  </a:lnTo>
                  <a:lnTo>
                    <a:pt x="1112395" y="3707466"/>
                  </a:lnTo>
                  <a:lnTo>
                    <a:pt x="1112395" y="3707035"/>
                  </a:lnTo>
                  <a:lnTo>
                    <a:pt x="1112395" y="3706604"/>
                  </a:lnTo>
                  <a:lnTo>
                    <a:pt x="1112395" y="3706174"/>
                  </a:lnTo>
                  <a:lnTo>
                    <a:pt x="1112513" y="3706174"/>
                  </a:lnTo>
                  <a:lnTo>
                    <a:pt x="1112630" y="3706174"/>
                  </a:lnTo>
                  <a:lnTo>
                    <a:pt x="1112748" y="3706174"/>
                  </a:lnTo>
                  <a:lnTo>
                    <a:pt x="1112866" y="3706174"/>
                  </a:lnTo>
                  <a:lnTo>
                    <a:pt x="1112983" y="3706174"/>
                  </a:lnTo>
                  <a:lnTo>
                    <a:pt x="1113101" y="3706174"/>
                  </a:lnTo>
                  <a:lnTo>
                    <a:pt x="1113101" y="3705743"/>
                  </a:lnTo>
                  <a:lnTo>
                    <a:pt x="1113101" y="3705313"/>
                  </a:lnTo>
                  <a:lnTo>
                    <a:pt x="1113219" y="3705313"/>
                  </a:lnTo>
                  <a:lnTo>
                    <a:pt x="1113336" y="3705313"/>
                  </a:lnTo>
                  <a:lnTo>
                    <a:pt x="1113336" y="3704882"/>
                  </a:lnTo>
                  <a:lnTo>
                    <a:pt x="1113454" y="3704882"/>
                  </a:lnTo>
                  <a:lnTo>
                    <a:pt x="1113454" y="3704451"/>
                  </a:lnTo>
                  <a:lnTo>
                    <a:pt x="1113571" y="3704451"/>
                  </a:lnTo>
                  <a:lnTo>
                    <a:pt x="1113689" y="3704451"/>
                  </a:lnTo>
                  <a:lnTo>
                    <a:pt x="1113807" y="3704451"/>
                  </a:lnTo>
                  <a:lnTo>
                    <a:pt x="1113924" y="3704451"/>
                  </a:lnTo>
                  <a:lnTo>
                    <a:pt x="1113924" y="3704021"/>
                  </a:lnTo>
                  <a:lnTo>
                    <a:pt x="1114042" y="3704021"/>
                  </a:lnTo>
                  <a:lnTo>
                    <a:pt x="1114159" y="3704021"/>
                  </a:lnTo>
                  <a:lnTo>
                    <a:pt x="1114277" y="3704021"/>
                  </a:lnTo>
                  <a:lnTo>
                    <a:pt x="1114395" y="3704021"/>
                  </a:lnTo>
                  <a:lnTo>
                    <a:pt x="1114512" y="3704021"/>
                  </a:lnTo>
                  <a:lnTo>
                    <a:pt x="1114512" y="3703590"/>
                  </a:lnTo>
                  <a:lnTo>
                    <a:pt x="1114512" y="3703160"/>
                  </a:lnTo>
                  <a:lnTo>
                    <a:pt x="1114630" y="3703160"/>
                  </a:lnTo>
                  <a:lnTo>
                    <a:pt x="1114748" y="3703160"/>
                  </a:lnTo>
                  <a:lnTo>
                    <a:pt x="1114748" y="3702729"/>
                  </a:lnTo>
                  <a:lnTo>
                    <a:pt x="1114748" y="3702298"/>
                  </a:lnTo>
                  <a:lnTo>
                    <a:pt x="1114865" y="3702298"/>
                  </a:lnTo>
                  <a:lnTo>
                    <a:pt x="1114983" y="3702298"/>
                  </a:lnTo>
                  <a:lnTo>
                    <a:pt x="1115100" y="3702298"/>
                  </a:lnTo>
                  <a:lnTo>
                    <a:pt x="1115100" y="3701868"/>
                  </a:lnTo>
                  <a:lnTo>
                    <a:pt x="1115100" y="3701437"/>
                  </a:lnTo>
                  <a:lnTo>
                    <a:pt x="1115218" y="3701437"/>
                  </a:lnTo>
                  <a:lnTo>
                    <a:pt x="1115218" y="3701007"/>
                  </a:lnTo>
                  <a:lnTo>
                    <a:pt x="1115336" y="3701007"/>
                  </a:lnTo>
                  <a:lnTo>
                    <a:pt x="1115336" y="3700576"/>
                  </a:lnTo>
                  <a:lnTo>
                    <a:pt x="1115336" y="3700145"/>
                  </a:lnTo>
                  <a:lnTo>
                    <a:pt x="1115453" y="3700145"/>
                  </a:lnTo>
                  <a:lnTo>
                    <a:pt x="1115571" y="3700145"/>
                  </a:lnTo>
                  <a:lnTo>
                    <a:pt x="1115571" y="3699715"/>
                  </a:lnTo>
                  <a:lnTo>
                    <a:pt x="1115688" y="3699715"/>
                  </a:lnTo>
                  <a:lnTo>
                    <a:pt x="1115806" y="3699715"/>
                  </a:lnTo>
                  <a:lnTo>
                    <a:pt x="1115806" y="3699284"/>
                  </a:lnTo>
                  <a:lnTo>
                    <a:pt x="1115924" y="3699284"/>
                  </a:lnTo>
                  <a:lnTo>
                    <a:pt x="1116041" y="3699284"/>
                  </a:lnTo>
                  <a:lnTo>
                    <a:pt x="1116041" y="3698854"/>
                  </a:lnTo>
                  <a:lnTo>
                    <a:pt x="1116159" y="3698854"/>
                  </a:lnTo>
                  <a:lnTo>
                    <a:pt x="1116276" y="3698854"/>
                  </a:lnTo>
                  <a:lnTo>
                    <a:pt x="1116394" y="3698854"/>
                  </a:lnTo>
                  <a:lnTo>
                    <a:pt x="1116512" y="3698854"/>
                  </a:lnTo>
                  <a:lnTo>
                    <a:pt x="1116629" y="3698854"/>
                  </a:lnTo>
                  <a:lnTo>
                    <a:pt x="1116629" y="3698423"/>
                  </a:lnTo>
                  <a:lnTo>
                    <a:pt x="1116747" y="3698423"/>
                  </a:lnTo>
                  <a:lnTo>
                    <a:pt x="1116865" y="3698423"/>
                  </a:lnTo>
                  <a:lnTo>
                    <a:pt x="1116982" y="3698423"/>
                  </a:lnTo>
                  <a:lnTo>
                    <a:pt x="1116982" y="3697992"/>
                  </a:lnTo>
                  <a:lnTo>
                    <a:pt x="1116982" y="3697562"/>
                  </a:lnTo>
                  <a:lnTo>
                    <a:pt x="1117100" y="3697562"/>
                  </a:lnTo>
                  <a:lnTo>
                    <a:pt x="1117100" y="3697131"/>
                  </a:lnTo>
                  <a:lnTo>
                    <a:pt x="1117217" y="3697131"/>
                  </a:lnTo>
                  <a:lnTo>
                    <a:pt x="1117217" y="3696701"/>
                  </a:lnTo>
                  <a:lnTo>
                    <a:pt x="1117335" y="3696701"/>
                  </a:lnTo>
                  <a:lnTo>
                    <a:pt x="1117453" y="3696701"/>
                  </a:lnTo>
                  <a:lnTo>
                    <a:pt x="1117570" y="3696701"/>
                  </a:lnTo>
                  <a:lnTo>
                    <a:pt x="1117688" y="3696701"/>
                  </a:lnTo>
                  <a:lnTo>
                    <a:pt x="1117805" y="3696701"/>
                  </a:lnTo>
                  <a:lnTo>
                    <a:pt x="1117923" y="3696701"/>
                  </a:lnTo>
                  <a:lnTo>
                    <a:pt x="1117923" y="3696270"/>
                  </a:lnTo>
                  <a:lnTo>
                    <a:pt x="1118041" y="3696270"/>
                  </a:lnTo>
                  <a:lnTo>
                    <a:pt x="1118041" y="3695839"/>
                  </a:lnTo>
                  <a:lnTo>
                    <a:pt x="1118041" y="3695409"/>
                  </a:lnTo>
                  <a:lnTo>
                    <a:pt x="1118158" y="3695409"/>
                  </a:lnTo>
                  <a:lnTo>
                    <a:pt x="1118158" y="3694978"/>
                  </a:lnTo>
                  <a:lnTo>
                    <a:pt x="1118276" y="3694978"/>
                  </a:lnTo>
                  <a:lnTo>
                    <a:pt x="1118276" y="3694548"/>
                  </a:lnTo>
                  <a:lnTo>
                    <a:pt x="1118276" y="3694117"/>
                  </a:lnTo>
                  <a:lnTo>
                    <a:pt x="1118276" y="3693686"/>
                  </a:lnTo>
                  <a:lnTo>
                    <a:pt x="1118394" y="3693686"/>
                  </a:lnTo>
                  <a:lnTo>
                    <a:pt x="1118511" y="3693686"/>
                  </a:lnTo>
                  <a:lnTo>
                    <a:pt x="1118629" y="3693686"/>
                  </a:lnTo>
                  <a:lnTo>
                    <a:pt x="1118746" y="3693686"/>
                  </a:lnTo>
                  <a:lnTo>
                    <a:pt x="1118746" y="3693256"/>
                  </a:lnTo>
                  <a:lnTo>
                    <a:pt x="1118864" y="3693256"/>
                  </a:lnTo>
                  <a:lnTo>
                    <a:pt x="1118982" y="3693256"/>
                  </a:lnTo>
                  <a:lnTo>
                    <a:pt x="1118982" y="3692825"/>
                  </a:lnTo>
                  <a:lnTo>
                    <a:pt x="1118982" y="3692395"/>
                  </a:lnTo>
                  <a:lnTo>
                    <a:pt x="1119099" y="3692395"/>
                  </a:lnTo>
                  <a:lnTo>
                    <a:pt x="1119217" y="3692395"/>
                  </a:lnTo>
                  <a:lnTo>
                    <a:pt x="1119217" y="3691964"/>
                  </a:lnTo>
                  <a:lnTo>
                    <a:pt x="1119217" y="3691533"/>
                  </a:lnTo>
                  <a:lnTo>
                    <a:pt x="1119334" y="3691533"/>
                  </a:lnTo>
                  <a:lnTo>
                    <a:pt x="1119334" y="3691103"/>
                  </a:lnTo>
                  <a:lnTo>
                    <a:pt x="1119334" y="3690672"/>
                  </a:lnTo>
                  <a:lnTo>
                    <a:pt x="1119334" y="3690242"/>
                  </a:lnTo>
                  <a:lnTo>
                    <a:pt x="1119452" y="3690242"/>
                  </a:lnTo>
                  <a:lnTo>
                    <a:pt x="1119570" y="3690242"/>
                  </a:lnTo>
                  <a:lnTo>
                    <a:pt x="1119687" y="3690242"/>
                  </a:lnTo>
                  <a:lnTo>
                    <a:pt x="1119805" y="3690242"/>
                  </a:lnTo>
                  <a:lnTo>
                    <a:pt x="1119923" y="3690242"/>
                  </a:lnTo>
                  <a:lnTo>
                    <a:pt x="1120040" y="3690242"/>
                  </a:lnTo>
                  <a:lnTo>
                    <a:pt x="1120040" y="3689811"/>
                  </a:lnTo>
                  <a:lnTo>
                    <a:pt x="1120158" y="3689811"/>
                  </a:lnTo>
                  <a:lnTo>
                    <a:pt x="1120275" y="3689811"/>
                  </a:lnTo>
                  <a:lnTo>
                    <a:pt x="1120275" y="3689380"/>
                  </a:lnTo>
                  <a:lnTo>
                    <a:pt x="1120393" y="3689380"/>
                  </a:lnTo>
                  <a:lnTo>
                    <a:pt x="1120393" y="3688950"/>
                  </a:lnTo>
                  <a:lnTo>
                    <a:pt x="1120511" y="3688950"/>
                  </a:lnTo>
                  <a:lnTo>
                    <a:pt x="1120628" y="3688950"/>
                  </a:lnTo>
                  <a:lnTo>
                    <a:pt x="1120628" y="3688519"/>
                  </a:lnTo>
                  <a:lnTo>
                    <a:pt x="1120746" y="3688519"/>
                  </a:lnTo>
                  <a:lnTo>
                    <a:pt x="1120863" y="3688519"/>
                  </a:lnTo>
                  <a:lnTo>
                    <a:pt x="1120981" y="3688519"/>
                  </a:lnTo>
                  <a:lnTo>
                    <a:pt x="1120981" y="3688089"/>
                  </a:lnTo>
                  <a:lnTo>
                    <a:pt x="1120981" y="3687658"/>
                  </a:lnTo>
                  <a:lnTo>
                    <a:pt x="1121099" y="3687658"/>
                  </a:lnTo>
                  <a:lnTo>
                    <a:pt x="1121216" y="3687658"/>
                  </a:lnTo>
                  <a:lnTo>
                    <a:pt x="1121334" y="3687658"/>
                  </a:lnTo>
                  <a:lnTo>
                    <a:pt x="1121334" y="3687227"/>
                  </a:lnTo>
                  <a:lnTo>
                    <a:pt x="1121334" y="3686797"/>
                  </a:lnTo>
                  <a:lnTo>
                    <a:pt x="1121452" y="3686797"/>
                  </a:lnTo>
                  <a:lnTo>
                    <a:pt x="1121569" y="3686797"/>
                  </a:lnTo>
                  <a:lnTo>
                    <a:pt x="1121687" y="3686797"/>
                  </a:lnTo>
                  <a:lnTo>
                    <a:pt x="1121804" y="3686797"/>
                  </a:lnTo>
                  <a:lnTo>
                    <a:pt x="1121922" y="3686797"/>
                  </a:lnTo>
                  <a:lnTo>
                    <a:pt x="1122040" y="3686797"/>
                  </a:lnTo>
                  <a:lnTo>
                    <a:pt x="1122040" y="3686366"/>
                  </a:lnTo>
                  <a:lnTo>
                    <a:pt x="1122040" y="3685936"/>
                  </a:lnTo>
                  <a:lnTo>
                    <a:pt x="1122040" y="3685505"/>
                  </a:lnTo>
                  <a:lnTo>
                    <a:pt x="1122157" y="3685505"/>
                  </a:lnTo>
                  <a:lnTo>
                    <a:pt x="1122275" y="3685505"/>
                  </a:lnTo>
                  <a:lnTo>
                    <a:pt x="1122275" y="3685074"/>
                  </a:lnTo>
                  <a:lnTo>
                    <a:pt x="1122275" y="3684644"/>
                  </a:lnTo>
                  <a:lnTo>
                    <a:pt x="1122392" y="3684644"/>
                  </a:lnTo>
                  <a:lnTo>
                    <a:pt x="1122510" y="3684644"/>
                  </a:lnTo>
                  <a:lnTo>
                    <a:pt x="1122628" y="3684644"/>
                  </a:lnTo>
                  <a:lnTo>
                    <a:pt x="1122745" y="3684644"/>
                  </a:lnTo>
                  <a:lnTo>
                    <a:pt x="1122863" y="3684644"/>
                  </a:lnTo>
                  <a:lnTo>
                    <a:pt x="1122981" y="3684644"/>
                  </a:lnTo>
                  <a:lnTo>
                    <a:pt x="1122981" y="3684213"/>
                  </a:lnTo>
                  <a:lnTo>
                    <a:pt x="1123098" y="3684213"/>
                  </a:lnTo>
                  <a:lnTo>
                    <a:pt x="1123216" y="3684213"/>
                  </a:lnTo>
                  <a:lnTo>
                    <a:pt x="1123333" y="3684213"/>
                  </a:lnTo>
                  <a:lnTo>
                    <a:pt x="1123451" y="3684213"/>
                  </a:lnTo>
                  <a:lnTo>
                    <a:pt x="1123451" y="3683783"/>
                  </a:lnTo>
                  <a:lnTo>
                    <a:pt x="1123569" y="3683783"/>
                  </a:lnTo>
                  <a:lnTo>
                    <a:pt x="1123569" y="3683352"/>
                  </a:lnTo>
                  <a:lnTo>
                    <a:pt x="1123686" y="3683352"/>
                  </a:lnTo>
                  <a:lnTo>
                    <a:pt x="1123686" y="3682921"/>
                  </a:lnTo>
                  <a:lnTo>
                    <a:pt x="1123686" y="3682491"/>
                  </a:lnTo>
                  <a:lnTo>
                    <a:pt x="1123804" y="3682491"/>
                  </a:lnTo>
                  <a:lnTo>
                    <a:pt x="1123921" y="3682491"/>
                  </a:lnTo>
                  <a:lnTo>
                    <a:pt x="1124039" y="3682491"/>
                  </a:lnTo>
                  <a:lnTo>
                    <a:pt x="1124039" y="3682060"/>
                  </a:lnTo>
                  <a:lnTo>
                    <a:pt x="1124157" y="3682060"/>
                  </a:lnTo>
                  <a:lnTo>
                    <a:pt x="1124274" y="3682060"/>
                  </a:lnTo>
                  <a:lnTo>
                    <a:pt x="1124392" y="3682060"/>
                  </a:lnTo>
                  <a:lnTo>
                    <a:pt x="1124509" y="3682060"/>
                  </a:lnTo>
                  <a:lnTo>
                    <a:pt x="1124627" y="3682060"/>
                  </a:lnTo>
                  <a:lnTo>
                    <a:pt x="1124745" y="3682060"/>
                  </a:lnTo>
                  <a:lnTo>
                    <a:pt x="1124862" y="3682060"/>
                  </a:lnTo>
                  <a:lnTo>
                    <a:pt x="1124980" y="3682060"/>
                  </a:lnTo>
                  <a:lnTo>
                    <a:pt x="1124980" y="3681630"/>
                  </a:lnTo>
                  <a:lnTo>
                    <a:pt x="1125098" y="3681630"/>
                  </a:lnTo>
                  <a:lnTo>
                    <a:pt x="1125215" y="3681630"/>
                  </a:lnTo>
                  <a:lnTo>
                    <a:pt x="1125215" y="3681199"/>
                  </a:lnTo>
                  <a:lnTo>
                    <a:pt x="1125333" y="3681199"/>
                  </a:lnTo>
                  <a:lnTo>
                    <a:pt x="1125450" y="3681199"/>
                  </a:lnTo>
                  <a:lnTo>
                    <a:pt x="1125568" y="3681199"/>
                  </a:lnTo>
                  <a:lnTo>
                    <a:pt x="1125686" y="3681199"/>
                  </a:lnTo>
                  <a:lnTo>
                    <a:pt x="1125803" y="3681199"/>
                  </a:lnTo>
                  <a:lnTo>
                    <a:pt x="1125803" y="3680768"/>
                  </a:lnTo>
                  <a:lnTo>
                    <a:pt x="1125921" y="3680768"/>
                  </a:lnTo>
                  <a:lnTo>
                    <a:pt x="1126038" y="3680768"/>
                  </a:lnTo>
                  <a:lnTo>
                    <a:pt x="1126156" y="3680768"/>
                  </a:lnTo>
                  <a:lnTo>
                    <a:pt x="1126274" y="3680768"/>
                  </a:lnTo>
                  <a:lnTo>
                    <a:pt x="1126391" y="3680768"/>
                  </a:lnTo>
                  <a:lnTo>
                    <a:pt x="1126509" y="3680768"/>
                  </a:lnTo>
                  <a:lnTo>
                    <a:pt x="1126627" y="3680768"/>
                  </a:lnTo>
                  <a:lnTo>
                    <a:pt x="1126744" y="3680768"/>
                  </a:lnTo>
                  <a:lnTo>
                    <a:pt x="1126862" y="3680768"/>
                  </a:lnTo>
                  <a:lnTo>
                    <a:pt x="1126979" y="3680768"/>
                  </a:lnTo>
                  <a:lnTo>
                    <a:pt x="1127097" y="3680768"/>
                  </a:lnTo>
                  <a:lnTo>
                    <a:pt x="1127215" y="3680768"/>
                  </a:lnTo>
                  <a:lnTo>
                    <a:pt x="1127215" y="3680338"/>
                  </a:lnTo>
                  <a:lnTo>
                    <a:pt x="1127215" y="3679907"/>
                  </a:lnTo>
                  <a:lnTo>
                    <a:pt x="1127215" y="3679477"/>
                  </a:lnTo>
                  <a:lnTo>
                    <a:pt x="1127332" y="3679477"/>
                  </a:lnTo>
                  <a:lnTo>
                    <a:pt x="1127332" y="3679046"/>
                  </a:lnTo>
                  <a:lnTo>
                    <a:pt x="1127450" y="3679046"/>
                  </a:lnTo>
                  <a:lnTo>
                    <a:pt x="1127567" y="3679046"/>
                  </a:lnTo>
                  <a:lnTo>
                    <a:pt x="1127685" y="3679046"/>
                  </a:lnTo>
                  <a:lnTo>
                    <a:pt x="1127685" y="3678615"/>
                  </a:lnTo>
                  <a:lnTo>
                    <a:pt x="1127803" y="3678615"/>
                  </a:lnTo>
                  <a:lnTo>
                    <a:pt x="1127803" y="3678185"/>
                  </a:lnTo>
                  <a:lnTo>
                    <a:pt x="1127803" y="3677754"/>
                  </a:lnTo>
                  <a:lnTo>
                    <a:pt x="1127920" y="3677754"/>
                  </a:lnTo>
                  <a:lnTo>
                    <a:pt x="1128038" y="3677754"/>
                  </a:lnTo>
                  <a:lnTo>
                    <a:pt x="1128038" y="3677324"/>
                  </a:lnTo>
                  <a:lnTo>
                    <a:pt x="1128038" y="3676893"/>
                  </a:lnTo>
                  <a:lnTo>
                    <a:pt x="1128156" y="3676893"/>
                  </a:lnTo>
                  <a:lnTo>
                    <a:pt x="1128273" y="3676893"/>
                  </a:lnTo>
                  <a:lnTo>
                    <a:pt x="1128391" y="3676893"/>
                  </a:lnTo>
                  <a:lnTo>
                    <a:pt x="1128508" y="3676893"/>
                  </a:lnTo>
                  <a:lnTo>
                    <a:pt x="1128626" y="3676893"/>
                  </a:lnTo>
                  <a:lnTo>
                    <a:pt x="1128744" y="3676893"/>
                  </a:lnTo>
                  <a:lnTo>
                    <a:pt x="1128861" y="3676893"/>
                  </a:lnTo>
                  <a:lnTo>
                    <a:pt x="1128979" y="3676893"/>
                  </a:lnTo>
                  <a:lnTo>
                    <a:pt x="1129096" y="3676893"/>
                  </a:lnTo>
                  <a:lnTo>
                    <a:pt x="1129214" y="3676893"/>
                  </a:lnTo>
                  <a:lnTo>
                    <a:pt x="1129214" y="3676462"/>
                  </a:lnTo>
                  <a:lnTo>
                    <a:pt x="1129214" y="3676032"/>
                  </a:lnTo>
                  <a:lnTo>
                    <a:pt x="1129332" y="3676032"/>
                  </a:lnTo>
                  <a:lnTo>
                    <a:pt x="1129449" y="3676032"/>
                  </a:lnTo>
                  <a:lnTo>
                    <a:pt x="1129567" y="3676032"/>
                  </a:lnTo>
                  <a:lnTo>
                    <a:pt x="1129685" y="3676032"/>
                  </a:lnTo>
                  <a:lnTo>
                    <a:pt x="1129685" y="3675601"/>
                  </a:lnTo>
                  <a:lnTo>
                    <a:pt x="1129685" y="3675171"/>
                  </a:lnTo>
                  <a:lnTo>
                    <a:pt x="1129685" y="3674740"/>
                  </a:lnTo>
                  <a:lnTo>
                    <a:pt x="1129685" y="3674309"/>
                  </a:lnTo>
                  <a:lnTo>
                    <a:pt x="1129802" y="3674309"/>
                  </a:lnTo>
                  <a:lnTo>
                    <a:pt x="1129920" y="3674309"/>
                  </a:lnTo>
                  <a:lnTo>
                    <a:pt x="1129920" y="3673879"/>
                  </a:lnTo>
                  <a:lnTo>
                    <a:pt x="1129920" y="3673448"/>
                  </a:lnTo>
                  <a:lnTo>
                    <a:pt x="1129920" y="3673018"/>
                  </a:lnTo>
                  <a:lnTo>
                    <a:pt x="1130037" y="3673018"/>
                  </a:lnTo>
                  <a:lnTo>
                    <a:pt x="1130155" y="3673018"/>
                  </a:lnTo>
                  <a:lnTo>
                    <a:pt x="1130155" y="3672587"/>
                  </a:lnTo>
                  <a:lnTo>
                    <a:pt x="1130273" y="3672587"/>
                  </a:lnTo>
                  <a:lnTo>
                    <a:pt x="1130273" y="3672156"/>
                  </a:lnTo>
                  <a:lnTo>
                    <a:pt x="1130273" y="3671726"/>
                  </a:lnTo>
                  <a:lnTo>
                    <a:pt x="1130390" y="3671726"/>
                  </a:lnTo>
                  <a:lnTo>
                    <a:pt x="1130508" y="3671726"/>
                  </a:lnTo>
                  <a:lnTo>
                    <a:pt x="1130625" y="3671726"/>
                  </a:lnTo>
                  <a:lnTo>
                    <a:pt x="1130743" y="3671726"/>
                  </a:lnTo>
                  <a:lnTo>
                    <a:pt x="1130743" y="3671295"/>
                  </a:lnTo>
                  <a:lnTo>
                    <a:pt x="1130861" y="3671295"/>
                  </a:lnTo>
                  <a:lnTo>
                    <a:pt x="1130978" y="3671295"/>
                  </a:lnTo>
                  <a:lnTo>
                    <a:pt x="1131096" y="3671295"/>
                  </a:lnTo>
                  <a:lnTo>
                    <a:pt x="1131213" y="3671295"/>
                  </a:lnTo>
                  <a:lnTo>
                    <a:pt x="1131331" y="3671295"/>
                  </a:lnTo>
                  <a:lnTo>
                    <a:pt x="1131449" y="3671295"/>
                  </a:lnTo>
                  <a:lnTo>
                    <a:pt x="1131449" y="3670865"/>
                  </a:lnTo>
                  <a:lnTo>
                    <a:pt x="1131566" y="3670865"/>
                  </a:lnTo>
                  <a:lnTo>
                    <a:pt x="1131684" y="3670865"/>
                  </a:lnTo>
                  <a:lnTo>
                    <a:pt x="1131802" y="3670865"/>
                  </a:lnTo>
                  <a:lnTo>
                    <a:pt x="1131919" y="3670865"/>
                  </a:lnTo>
                  <a:lnTo>
                    <a:pt x="1132037" y="3670865"/>
                  </a:lnTo>
                  <a:lnTo>
                    <a:pt x="1132154" y="3670865"/>
                  </a:lnTo>
                  <a:lnTo>
                    <a:pt x="1132154" y="3670434"/>
                  </a:lnTo>
                  <a:lnTo>
                    <a:pt x="1132272" y="3670434"/>
                  </a:lnTo>
                  <a:lnTo>
                    <a:pt x="1132272" y="3670003"/>
                  </a:lnTo>
                  <a:lnTo>
                    <a:pt x="1132390" y="3670003"/>
                  </a:lnTo>
                  <a:lnTo>
                    <a:pt x="1132507" y="3670003"/>
                  </a:lnTo>
                  <a:lnTo>
                    <a:pt x="1132507" y="3669573"/>
                  </a:lnTo>
                  <a:lnTo>
                    <a:pt x="1132507" y="3669142"/>
                  </a:lnTo>
                  <a:lnTo>
                    <a:pt x="1132625" y="3669142"/>
                  </a:lnTo>
                  <a:lnTo>
                    <a:pt x="1132742" y="3669142"/>
                  </a:lnTo>
                  <a:lnTo>
                    <a:pt x="1132860" y="3669142"/>
                  </a:lnTo>
                  <a:lnTo>
                    <a:pt x="1132978" y="3669142"/>
                  </a:lnTo>
                  <a:lnTo>
                    <a:pt x="1132978" y="3668712"/>
                  </a:lnTo>
                  <a:lnTo>
                    <a:pt x="1133095" y="3668712"/>
                  </a:lnTo>
                  <a:lnTo>
                    <a:pt x="1133213" y="3668712"/>
                  </a:lnTo>
                  <a:lnTo>
                    <a:pt x="1133331" y="3668712"/>
                  </a:lnTo>
                  <a:lnTo>
                    <a:pt x="1133331" y="3668281"/>
                  </a:lnTo>
                  <a:lnTo>
                    <a:pt x="1133448" y="3668281"/>
                  </a:lnTo>
                  <a:lnTo>
                    <a:pt x="1133566" y="3668281"/>
                  </a:lnTo>
                  <a:lnTo>
                    <a:pt x="1133683" y="3668281"/>
                  </a:lnTo>
                  <a:lnTo>
                    <a:pt x="1133801" y="3668281"/>
                  </a:lnTo>
                  <a:lnTo>
                    <a:pt x="1133919" y="3668281"/>
                  </a:lnTo>
                  <a:lnTo>
                    <a:pt x="1134036" y="3668281"/>
                  </a:lnTo>
                  <a:lnTo>
                    <a:pt x="1134154" y="3668281"/>
                  </a:lnTo>
                  <a:lnTo>
                    <a:pt x="1134154" y="3667850"/>
                  </a:lnTo>
                  <a:lnTo>
                    <a:pt x="1134271" y="3667850"/>
                  </a:lnTo>
                  <a:lnTo>
                    <a:pt x="1134389" y="3667850"/>
                  </a:lnTo>
                  <a:lnTo>
                    <a:pt x="1134507" y="3667850"/>
                  </a:lnTo>
                  <a:lnTo>
                    <a:pt x="1134624" y="3667850"/>
                  </a:lnTo>
                  <a:lnTo>
                    <a:pt x="1134742" y="3667850"/>
                  </a:lnTo>
                  <a:lnTo>
                    <a:pt x="1134860" y="3667850"/>
                  </a:lnTo>
                  <a:lnTo>
                    <a:pt x="1134977" y="3667850"/>
                  </a:lnTo>
                  <a:lnTo>
                    <a:pt x="1135095" y="3667850"/>
                  </a:lnTo>
                  <a:lnTo>
                    <a:pt x="1135095" y="3667420"/>
                  </a:lnTo>
                  <a:lnTo>
                    <a:pt x="1135095" y="3666989"/>
                  </a:lnTo>
                  <a:lnTo>
                    <a:pt x="1135212" y="3666989"/>
                  </a:lnTo>
                  <a:lnTo>
                    <a:pt x="1135212" y="3666559"/>
                  </a:lnTo>
                  <a:lnTo>
                    <a:pt x="1135212" y="3666128"/>
                  </a:lnTo>
                  <a:lnTo>
                    <a:pt x="1135212" y="3665697"/>
                  </a:lnTo>
                  <a:lnTo>
                    <a:pt x="1135330" y="3665697"/>
                  </a:lnTo>
                  <a:lnTo>
                    <a:pt x="1135448" y="3665697"/>
                  </a:lnTo>
                  <a:lnTo>
                    <a:pt x="1135565" y="3665697"/>
                  </a:lnTo>
                  <a:lnTo>
                    <a:pt x="1135683" y="3665697"/>
                  </a:lnTo>
                  <a:lnTo>
                    <a:pt x="1135800" y="3665697"/>
                  </a:lnTo>
                  <a:lnTo>
                    <a:pt x="1135800" y="3665267"/>
                  </a:lnTo>
                  <a:lnTo>
                    <a:pt x="1135918" y="3665267"/>
                  </a:lnTo>
                  <a:lnTo>
                    <a:pt x="1136036" y="3665267"/>
                  </a:lnTo>
                  <a:lnTo>
                    <a:pt x="1136036" y="3664836"/>
                  </a:lnTo>
                  <a:lnTo>
                    <a:pt x="1136036" y="3664406"/>
                  </a:lnTo>
                  <a:lnTo>
                    <a:pt x="1136036" y="3663975"/>
                  </a:lnTo>
                  <a:lnTo>
                    <a:pt x="1136036" y="3663544"/>
                  </a:lnTo>
                  <a:lnTo>
                    <a:pt x="1136153" y="3663544"/>
                  </a:lnTo>
                  <a:lnTo>
                    <a:pt x="1136271" y="3663544"/>
                  </a:lnTo>
                  <a:lnTo>
                    <a:pt x="1136389" y="3663544"/>
                  </a:lnTo>
                  <a:lnTo>
                    <a:pt x="1136506" y="3663544"/>
                  </a:lnTo>
                  <a:lnTo>
                    <a:pt x="1136624" y="3663544"/>
                  </a:lnTo>
                  <a:lnTo>
                    <a:pt x="1136624" y="3663114"/>
                  </a:lnTo>
                  <a:lnTo>
                    <a:pt x="1136624" y="3662683"/>
                  </a:lnTo>
                  <a:lnTo>
                    <a:pt x="1136741" y="3662683"/>
                  </a:lnTo>
                  <a:lnTo>
                    <a:pt x="1136741" y="3662253"/>
                  </a:lnTo>
                  <a:lnTo>
                    <a:pt x="1136741" y="3661822"/>
                  </a:lnTo>
                  <a:lnTo>
                    <a:pt x="1136859" y="3661822"/>
                  </a:lnTo>
                  <a:lnTo>
                    <a:pt x="1136977" y="3661822"/>
                  </a:lnTo>
                  <a:lnTo>
                    <a:pt x="1137094" y="3661822"/>
                  </a:lnTo>
                  <a:lnTo>
                    <a:pt x="1137094" y="3661391"/>
                  </a:lnTo>
                  <a:lnTo>
                    <a:pt x="1137094" y="3660961"/>
                  </a:lnTo>
                  <a:lnTo>
                    <a:pt x="1137212" y="3660961"/>
                  </a:lnTo>
                  <a:lnTo>
                    <a:pt x="1137212" y="3660530"/>
                  </a:lnTo>
                  <a:lnTo>
                    <a:pt x="1137212" y="3660100"/>
                  </a:lnTo>
                  <a:lnTo>
                    <a:pt x="1137329" y="3660100"/>
                  </a:lnTo>
                  <a:lnTo>
                    <a:pt x="1137447" y="3660100"/>
                  </a:lnTo>
                  <a:lnTo>
                    <a:pt x="1137565" y="3660100"/>
                  </a:lnTo>
                  <a:lnTo>
                    <a:pt x="1137565" y="3659669"/>
                  </a:lnTo>
                  <a:lnTo>
                    <a:pt x="1137565" y="3659238"/>
                  </a:lnTo>
                  <a:lnTo>
                    <a:pt x="1137682" y="3659238"/>
                  </a:lnTo>
                  <a:lnTo>
                    <a:pt x="1137682" y="3658808"/>
                  </a:lnTo>
                  <a:lnTo>
                    <a:pt x="1137800" y="3658808"/>
                  </a:lnTo>
                  <a:lnTo>
                    <a:pt x="1137918" y="3658808"/>
                  </a:lnTo>
                  <a:lnTo>
                    <a:pt x="1137918" y="3658377"/>
                  </a:lnTo>
                  <a:lnTo>
                    <a:pt x="1138035" y="3658377"/>
                  </a:lnTo>
                  <a:lnTo>
                    <a:pt x="1138153" y="3658377"/>
                  </a:lnTo>
                  <a:lnTo>
                    <a:pt x="1138270" y="3658377"/>
                  </a:lnTo>
                  <a:lnTo>
                    <a:pt x="1138388" y="3658377"/>
                  </a:lnTo>
                  <a:lnTo>
                    <a:pt x="1138506" y="3658377"/>
                  </a:lnTo>
                  <a:lnTo>
                    <a:pt x="1138506" y="3657947"/>
                  </a:lnTo>
                  <a:lnTo>
                    <a:pt x="1138623" y="3657947"/>
                  </a:lnTo>
                  <a:lnTo>
                    <a:pt x="1138623" y="3657516"/>
                  </a:lnTo>
                  <a:lnTo>
                    <a:pt x="1138623" y="3657085"/>
                  </a:lnTo>
                  <a:lnTo>
                    <a:pt x="1138741" y="3657085"/>
                  </a:lnTo>
                  <a:lnTo>
                    <a:pt x="1138741" y="3656655"/>
                  </a:lnTo>
                  <a:lnTo>
                    <a:pt x="1138858" y="3656655"/>
                  </a:lnTo>
                  <a:lnTo>
                    <a:pt x="1138976" y="3656655"/>
                  </a:lnTo>
                  <a:lnTo>
                    <a:pt x="1139094" y="3656655"/>
                  </a:lnTo>
                  <a:lnTo>
                    <a:pt x="1139211" y="3656655"/>
                  </a:lnTo>
                  <a:lnTo>
                    <a:pt x="1139211" y="3656224"/>
                  </a:lnTo>
                  <a:lnTo>
                    <a:pt x="1139329" y="3656224"/>
                  </a:lnTo>
                  <a:lnTo>
                    <a:pt x="1139446" y="3656224"/>
                  </a:lnTo>
                  <a:lnTo>
                    <a:pt x="1139564" y="3656224"/>
                  </a:lnTo>
                  <a:lnTo>
                    <a:pt x="1139682" y="3656224"/>
                  </a:lnTo>
                  <a:lnTo>
                    <a:pt x="1139682" y="3655794"/>
                  </a:lnTo>
                  <a:lnTo>
                    <a:pt x="1139682" y="3655363"/>
                  </a:lnTo>
                  <a:lnTo>
                    <a:pt x="1139799" y="3655363"/>
                  </a:lnTo>
                  <a:lnTo>
                    <a:pt x="1139799" y="3654932"/>
                  </a:lnTo>
                  <a:lnTo>
                    <a:pt x="1139917" y="3654932"/>
                  </a:lnTo>
                  <a:lnTo>
                    <a:pt x="1139917" y="3654502"/>
                  </a:lnTo>
                  <a:lnTo>
                    <a:pt x="1140035" y="3654502"/>
                  </a:lnTo>
                  <a:lnTo>
                    <a:pt x="1140035" y="3654071"/>
                  </a:lnTo>
                  <a:lnTo>
                    <a:pt x="1140152" y="3654071"/>
                  </a:lnTo>
                  <a:lnTo>
                    <a:pt x="1140152" y="3653641"/>
                  </a:lnTo>
                  <a:lnTo>
                    <a:pt x="1140152" y="3653210"/>
                  </a:lnTo>
                  <a:lnTo>
                    <a:pt x="1140152" y="3652779"/>
                  </a:lnTo>
                  <a:lnTo>
                    <a:pt x="1140152" y="3652349"/>
                  </a:lnTo>
                  <a:lnTo>
                    <a:pt x="1140152" y="3651918"/>
                  </a:lnTo>
                  <a:lnTo>
                    <a:pt x="1140270" y="3651918"/>
                  </a:lnTo>
                  <a:lnTo>
                    <a:pt x="1140270" y="3651488"/>
                  </a:lnTo>
                  <a:lnTo>
                    <a:pt x="1140387" y="3651488"/>
                  </a:lnTo>
                  <a:lnTo>
                    <a:pt x="1140387" y="3651057"/>
                  </a:lnTo>
                  <a:lnTo>
                    <a:pt x="1140505" y="3651057"/>
                  </a:lnTo>
                  <a:lnTo>
                    <a:pt x="1140505" y="3650626"/>
                  </a:lnTo>
                  <a:lnTo>
                    <a:pt x="1140623" y="3650626"/>
                  </a:lnTo>
                  <a:lnTo>
                    <a:pt x="1140740" y="3650626"/>
                  </a:lnTo>
                  <a:lnTo>
                    <a:pt x="1140740" y="3650196"/>
                  </a:lnTo>
                  <a:lnTo>
                    <a:pt x="1140740" y="3649765"/>
                  </a:lnTo>
                  <a:lnTo>
                    <a:pt x="1140858" y="3649765"/>
                  </a:lnTo>
                  <a:lnTo>
                    <a:pt x="1140858" y="3649335"/>
                  </a:lnTo>
                  <a:lnTo>
                    <a:pt x="1140858" y="3648904"/>
                  </a:lnTo>
                  <a:lnTo>
                    <a:pt x="1140975" y="3648904"/>
                  </a:lnTo>
                  <a:lnTo>
                    <a:pt x="1140975" y="3648473"/>
                  </a:lnTo>
                  <a:lnTo>
                    <a:pt x="1141093" y="3648473"/>
                  </a:lnTo>
                  <a:lnTo>
                    <a:pt x="1141211" y="3648473"/>
                  </a:lnTo>
                  <a:lnTo>
                    <a:pt x="1141328" y="3648473"/>
                  </a:lnTo>
                  <a:lnTo>
                    <a:pt x="1141328" y="3648043"/>
                  </a:lnTo>
                  <a:lnTo>
                    <a:pt x="1141446" y="3648043"/>
                  </a:lnTo>
                  <a:lnTo>
                    <a:pt x="1141446" y="3647612"/>
                  </a:lnTo>
                  <a:lnTo>
                    <a:pt x="1141564" y="3647612"/>
                  </a:lnTo>
                  <a:lnTo>
                    <a:pt x="1141681" y="3647612"/>
                  </a:lnTo>
                  <a:lnTo>
                    <a:pt x="1141681" y="3647182"/>
                  </a:lnTo>
                  <a:lnTo>
                    <a:pt x="1141799" y="3647182"/>
                  </a:lnTo>
                  <a:lnTo>
                    <a:pt x="1141916" y="3647182"/>
                  </a:lnTo>
                  <a:lnTo>
                    <a:pt x="1141916" y="3646751"/>
                  </a:lnTo>
                  <a:lnTo>
                    <a:pt x="1141916" y="3646320"/>
                  </a:lnTo>
                  <a:lnTo>
                    <a:pt x="1142034" y="3646320"/>
                  </a:lnTo>
                  <a:lnTo>
                    <a:pt x="1142152" y="3646320"/>
                  </a:lnTo>
                  <a:lnTo>
                    <a:pt x="1142152" y="3645890"/>
                  </a:lnTo>
                  <a:lnTo>
                    <a:pt x="1142269" y="3645890"/>
                  </a:lnTo>
                  <a:lnTo>
                    <a:pt x="1142269" y="3645459"/>
                  </a:lnTo>
                  <a:lnTo>
                    <a:pt x="1142387" y="3645459"/>
                  </a:lnTo>
                  <a:lnTo>
                    <a:pt x="1142387" y="3645029"/>
                  </a:lnTo>
                  <a:lnTo>
                    <a:pt x="1142387" y="3644598"/>
                  </a:lnTo>
                  <a:lnTo>
                    <a:pt x="1142504" y="3644598"/>
                  </a:lnTo>
                  <a:lnTo>
                    <a:pt x="1142622" y="3644598"/>
                  </a:lnTo>
                  <a:lnTo>
                    <a:pt x="1142622" y="3644167"/>
                  </a:lnTo>
                  <a:lnTo>
                    <a:pt x="1142740" y="3644167"/>
                  </a:lnTo>
                  <a:lnTo>
                    <a:pt x="1142740" y="3643737"/>
                  </a:lnTo>
                  <a:lnTo>
                    <a:pt x="1142740" y="3643306"/>
                  </a:lnTo>
                  <a:lnTo>
                    <a:pt x="1142857" y="3643306"/>
                  </a:lnTo>
                  <a:lnTo>
                    <a:pt x="1142975" y="3643306"/>
                  </a:lnTo>
                  <a:lnTo>
                    <a:pt x="1142975" y="3642876"/>
                  </a:lnTo>
                  <a:lnTo>
                    <a:pt x="1143093" y="3642876"/>
                  </a:lnTo>
                  <a:lnTo>
                    <a:pt x="1143093" y="3642445"/>
                  </a:lnTo>
                  <a:lnTo>
                    <a:pt x="1143210" y="3642445"/>
                  </a:lnTo>
                  <a:lnTo>
                    <a:pt x="1143328" y="3642445"/>
                  </a:lnTo>
                  <a:lnTo>
                    <a:pt x="1143445" y="3642445"/>
                  </a:lnTo>
                  <a:lnTo>
                    <a:pt x="1143445" y="3642014"/>
                  </a:lnTo>
                  <a:lnTo>
                    <a:pt x="1143563" y="3642014"/>
                  </a:lnTo>
                  <a:lnTo>
                    <a:pt x="1143563" y="3641584"/>
                  </a:lnTo>
                  <a:lnTo>
                    <a:pt x="1143681" y="3641584"/>
                  </a:lnTo>
                  <a:lnTo>
                    <a:pt x="1143681" y="3641153"/>
                  </a:lnTo>
                  <a:lnTo>
                    <a:pt x="1143798" y="3641153"/>
                  </a:lnTo>
                  <a:lnTo>
                    <a:pt x="1143916" y="3641153"/>
                  </a:lnTo>
                  <a:lnTo>
                    <a:pt x="1143916" y="3640723"/>
                  </a:lnTo>
                  <a:lnTo>
                    <a:pt x="1144033" y="3640723"/>
                  </a:lnTo>
                  <a:lnTo>
                    <a:pt x="1144033" y="3640292"/>
                  </a:lnTo>
                  <a:lnTo>
                    <a:pt x="1144033" y="3639861"/>
                  </a:lnTo>
                  <a:lnTo>
                    <a:pt x="1144151" y="3639861"/>
                  </a:lnTo>
                  <a:lnTo>
                    <a:pt x="1144151" y="3639431"/>
                  </a:lnTo>
                  <a:lnTo>
                    <a:pt x="1144151" y="3639000"/>
                  </a:lnTo>
                  <a:lnTo>
                    <a:pt x="1144151" y="3638570"/>
                  </a:lnTo>
                  <a:lnTo>
                    <a:pt x="1144269" y="3638570"/>
                  </a:lnTo>
                  <a:lnTo>
                    <a:pt x="1144269" y="3638139"/>
                  </a:lnTo>
                  <a:lnTo>
                    <a:pt x="1144386" y="3638139"/>
                  </a:lnTo>
                  <a:lnTo>
                    <a:pt x="1144386" y="3637708"/>
                  </a:lnTo>
                  <a:lnTo>
                    <a:pt x="1144386" y="3637278"/>
                  </a:lnTo>
                  <a:lnTo>
                    <a:pt x="1144504" y="3637278"/>
                  </a:lnTo>
                  <a:lnTo>
                    <a:pt x="1144622" y="3637278"/>
                  </a:lnTo>
                  <a:lnTo>
                    <a:pt x="1144739" y="3637278"/>
                  </a:lnTo>
                  <a:lnTo>
                    <a:pt x="1144739" y="3636847"/>
                  </a:lnTo>
                  <a:lnTo>
                    <a:pt x="1144739" y="3636417"/>
                  </a:lnTo>
                  <a:lnTo>
                    <a:pt x="1144857" y="3636417"/>
                  </a:lnTo>
                  <a:lnTo>
                    <a:pt x="1144974" y="3636417"/>
                  </a:lnTo>
                  <a:lnTo>
                    <a:pt x="1145092" y="3636417"/>
                  </a:lnTo>
                  <a:lnTo>
                    <a:pt x="1145210" y="3636417"/>
                  </a:lnTo>
                  <a:lnTo>
                    <a:pt x="1145327" y="3636417"/>
                  </a:lnTo>
                  <a:lnTo>
                    <a:pt x="1145445" y="3636417"/>
                  </a:lnTo>
                  <a:lnTo>
                    <a:pt x="1145562" y="3636417"/>
                  </a:lnTo>
                  <a:lnTo>
                    <a:pt x="1145680" y="3636417"/>
                  </a:lnTo>
                  <a:lnTo>
                    <a:pt x="1145798" y="3636417"/>
                  </a:lnTo>
                  <a:lnTo>
                    <a:pt x="1145798" y="3635986"/>
                  </a:lnTo>
                  <a:lnTo>
                    <a:pt x="1145798" y="3635555"/>
                  </a:lnTo>
                  <a:lnTo>
                    <a:pt x="1145915" y="3635555"/>
                  </a:lnTo>
                  <a:lnTo>
                    <a:pt x="1146033" y="3635555"/>
                  </a:lnTo>
                  <a:lnTo>
                    <a:pt x="1146151" y="3635555"/>
                  </a:lnTo>
                  <a:lnTo>
                    <a:pt x="1146151" y="3635125"/>
                  </a:lnTo>
                  <a:lnTo>
                    <a:pt x="1146268" y="3635125"/>
                  </a:lnTo>
                  <a:lnTo>
                    <a:pt x="1146386" y="3635125"/>
                  </a:lnTo>
                  <a:lnTo>
                    <a:pt x="1146503" y="3635125"/>
                  </a:lnTo>
                  <a:lnTo>
                    <a:pt x="1146503" y="3634694"/>
                  </a:lnTo>
                  <a:lnTo>
                    <a:pt x="1146621" y="3634694"/>
                  </a:lnTo>
                  <a:lnTo>
                    <a:pt x="1146739" y="3634694"/>
                  </a:lnTo>
                  <a:lnTo>
                    <a:pt x="1146739" y="3634264"/>
                  </a:lnTo>
                  <a:lnTo>
                    <a:pt x="1146856" y="3634264"/>
                  </a:lnTo>
                  <a:lnTo>
                    <a:pt x="1146856" y="3633833"/>
                  </a:lnTo>
                  <a:lnTo>
                    <a:pt x="1146856" y="3633402"/>
                  </a:lnTo>
                  <a:lnTo>
                    <a:pt x="1146974" y="3633402"/>
                  </a:lnTo>
                  <a:lnTo>
                    <a:pt x="1147091" y="3633402"/>
                  </a:lnTo>
                  <a:lnTo>
                    <a:pt x="1147209" y="3633402"/>
                  </a:lnTo>
                  <a:lnTo>
                    <a:pt x="1147327" y="3633402"/>
                  </a:lnTo>
                  <a:lnTo>
                    <a:pt x="1147444" y="3633402"/>
                  </a:lnTo>
                  <a:lnTo>
                    <a:pt x="1147562" y="3633402"/>
                  </a:lnTo>
                  <a:lnTo>
                    <a:pt x="1147679" y="3633402"/>
                  </a:lnTo>
                  <a:lnTo>
                    <a:pt x="1147797" y="3633402"/>
                  </a:lnTo>
                  <a:lnTo>
                    <a:pt x="1147915" y="3633402"/>
                  </a:lnTo>
                  <a:lnTo>
                    <a:pt x="1148032" y="3633402"/>
                  </a:lnTo>
                  <a:lnTo>
                    <a:pt x="1148150" y="3633402"/>
                  </a:lnTo>
                  <a:lnTo>
                    <a:pt x="1148268" y="3633402"/>
                  </a:lnTo>
                  <a:lnTo>
                    <a:pt x="1148385" y="3633402"/>
                  </a:lnTo>
                  <a:lnTo>
                    <a:pt x="1148503" y="3633402"/>
                  </a:lnTo>
                  <a:lnTo>
                    <a:pt x="1148503" y="3632972"/>
                  </a:lnTo>
                  <a:lnTo>
                    <a:pt x="1148620" y="3632972"/>
                  </a:lnTo>
                  <a:lnTo>
                    <a:pt x="1148738" y="3632972"/>
                  </a:lnTo>
                  <a:lnTo>
                    <a:pt x="1148856" y="3632972"/>
                  </a:lnTo>
                  <a:lnTo>
                    <a:pt x="1148973" y="3632972"/>
                  </a:lnTo>
                  <a:lnTo>
                    <a:pt x="1149091" y="3632972"/>
                  </a:lnTo>
                  <a:lnTo>
                    <a:pt x="1149208" y="3632972"/>
                  </a:lnTo>
                  <a:lnTo>
                    <a:pt x="1149208" y="3632541"/>
                  </a:lnTo>
                  <a:lnTo>
                    <a:pt x="1149326" y="3632541"/>
                  </a:lnTo>
                  <a:lnTo>
                    <a:pt x="1149444" y="3632541"/>
                  </a:lnTo>
                  <a:lnTo>
                    <a:pt x="1149561" y="3632541"/>
                  </a:lnTo>
                  <a:lnTo>
                    <a:pt x="1149561" y="3632111"/>
                  </a:lnTo>
                  <a:lnTo>
                    <a:pt x="1149561" y="3631680"/>
                  </a:lnTo>
                  <a:lnTo>
                    <a:pt x="1149679" y="3631680"/>
                  </a:lnTo>
                  <a:lnTo>
                    <a:pt x="1149797" y="3631680"/>
                  </a:lnTo>
                  <a:lnTo>
                    <a:pt x="1149797" y="3631249"/>
                  </a:lnTo>
                  <a:lnTo>
                    <a:pt x="1149797" y="3630819"/>
                  </a:lnTo>
                  <a:lnTo>
                    <a:pt x="1149797" y="3630388"/>
                  </a:lnTo>
                  <a:lnTo>
                    <a:pt x="1149797" y="3629958"/>
                  </a:lnTo>
                  <a:lnTo>
                    <a:pt x="1149797" y="3629527"/>
                  </a:lnTo>
                  <a:lnTo>
                    <a:pt x="1149914" y="3629527"/>
                  </a:lnTo>
                  <a:lnTo>
                    <a:pt x="1150032" y="3629527"/>
                  </a:lnTo>
                  <a:lnTo>
                    <a:pt x="1150149" y="3629527"/>
                  </a:lnTo>
                  <a:lnTo>
                    <a:pt x="1150149" y="3629096"/>
                  </a:lnTo>
                  <a:lnTo>
                    <a:pt x="1150267" y="3629096"/>
                  </a:lnTo>
                  <a:lnTo>
                    <a:pt x="1150385" y="3629096"/>
                  </a:lnTo>
                  <a:lnTo>
                    <a:pt x="1150502" y="3629096"/>
                  </a:lnTo>
                  <a:lnTo>
                    <a:pt x="1150620" y="3629096"/>
                  </a:lnTo>
                  <a:lnTo>
                    <a:pt x="1150620" y="3628666"/>
                  </a:lnTo>
                  <a:lnTo>
                    <a:pt x="1150737" y="3628666"/>
                  </a:lnTo>
                  <a:lnTo>
                    <a:pt x="1150855" y="3628666"/>
                  </a:lnTo>
                  <a:lnTo>
                    <a:pt x="1150855" y="3628235"/>
                  </a:lnTo>
                  <a:lnTo>
                    <a:pt x="1150973" y="3628235"/>
                  </a:lnTo>
                  <a:lnTo>
                    <a:pt x="1151090" y="3628235"/>
                  </a:lnTo>
                  <a:lnTo>
                    <a:pt x="1151208" y="3628235"/>
                  </a:lnTo>
                  <a:lnTo>
                    <a:pt x="1151326" y="3628235"/>
                  </a:lnTo>
                  <a:lnTo>
                    <a:pt x="1151326" y="3627805"/>
                  </a:lnTo>
                  <a:lnTo>
                    <a:pt x="1151443" y="3627805"/>
                  </a:lnTo>
                  <a:lnTo>
                    <a:pt x="1151561" y="3627805"/>
                  </a:lnTo>
                  <a:lnTo>
                    <a:pt x="1151678" y="3627805"/>
                  </a:lnTo>
                  <a:lnTo>
                    <a:pt x="1151796" y="3627805"/>
                  </a:lnTo>
                  <a:lnTo>
                    <a:pt x="1151796" y="3627374"/>
                  </a:lnTo>
                  <a:lnTo>
                    <a:pt x="1151914" y="3627374"/>
                  </a:lnTo>
                  <a:lnTo>
                    <a:pt x="1152031" y="3627374"/>
                  </a:lnTo>
                  <a:lnTo>
                    <a:pt x="1152149" y="3627374"/>
                  </a:lnTo>
                  <a:lnTo>
                    <a:pt x="1152266" y="3627374"/>
                  </a:lnTo>
                  <a:lnTo>
                    <a:pt x="1152266" y="3626943"/>
                  </a:lnTo>
                  <a:lnTo>
                    <a:pt x="1152384" y="3626943"/>
                  </a:lnTo>
                  <a:lnTo>
                    <a:pt x="1152502" y="3626943"/>
                  </a:lnTo>
                  <a:lnTo>
                    <a:pt x="1152619" y="3626943"/>
                  </a:lnTo>
                  <a:lnTo>
                    <a:pt x="1152619" y="3626513"/>
                  </a:lnTo>
                  <a:lnTo>
                    <a:pt x="1152737" y="3626513"/>
                  </a:lnTo>
                  <a:lnTo>
                    <a:pt x="1152855" y="3626513"/>
                  </a:lnTo>
                  <a:lnTo>
                    <a:pt x="1152972" y="3626513"/>
                  </a:lnTo>
                  <a:lnTo>
                    <a:pt x="1153090" y="3626513"/>
                  </a:lnTo>
                  <a:lnTo>
                    <a:pt x="1153090" y="3626082"/>
                  </a:lnTo>
                  <a:lnTo>
                    <a:pt x="1153207" y="3626082"/>
                  </a:lnTo>
                  <a:lnTo>
                    <a:pt x="1153325" y="3626082"/>
                  </a:lnTo>
                  <a:lnTo>
                    <a:pt x="1153443" y="3626082"/>
                  </a:lnTo>
                  <a:lnTo>
                    <a:pt x="1153443" y="3625652"/>
                  </a:lnTo>
                  <a:lnTo>
                    <a:pt x="1153560" y="3625652"/>
                  </a:lnTo>
                  <a:lnTo>
                    <a:pt x="1153560" y="3625221"/>
                  </a:lnTo>
                  <a:lnTo>
                    <a:pt x="1153678" y="3625221"/>
                  </a:lnTo>
                  <a:lnTo>
                    <a:pt x="1153795" y="3625221"/>
                  </a:lnTo>
                  <a:lnTo>
                    <a:pt x="1153913" y="3625221"/>
                  </a:lnTo>
                  <a:lnTo>
                    <a:pt x="1154031" y="3625221"/>
                  </a:lnTo>
                  <a:lnTo>
                    <a:pt x="1154031" y="3624790"/>
                  </a:lnTo>
                  <a:lnTo>
                    <a:pt x="1154148" y="3624790"/>
                  </a:lnTo>
                  <a:lnTo>
                    <a:pt x="1154148" y="3624360"/>
                  </a:lnTo>
                  <a:lnTo>
                    <a:pt x="1154266" y="3624360"/>
                  </a:lnTo>
                  <a:lnTo>
                    <a:pt x="1154384" y="3624360"/>
                  </a:lnTo>
                  <a:lnTo>
                    <a:pt x="1154501" y="3624360"/>
                  </a:lnTo>
                  <a:lnTo>
                    <a:pt x="1154619" y="3624360"/>
                  </a:lnTo>
                  <a:lnTo>
                    <a:pt x="1154736" y="3624360"/>
                  </a:lnTo>
                  <a:lnTo>
                    <a:pt x="1154854" y="3624360"/>
                  </a:lnTo>
                  <a:lnTo>
                    <a:pt x="1154972" y="3624360"/>
                  </a:lnTo>
                  <a:lnTo>
                    <a:pt x="1155089" y="3624360"/>
                  </a:lnTo>
                  <a:lnTo>
                    <a:pt x="1155089" y="3623929"/>
                  </a:lnTo>
                  <a:lnTo>
                    <a:pt x="1155089" y="3623499"/>
                  </a:lnTo>
                  <a:lnTo>
                    <a:pt x="1155089" y="3623068"/>
                  </a:lnTo>
                  <a:lnTo>
                    <a:pt x="1155089" y="3622637"/>
                  </a:lnTo>
                  <a:lnTo>
                    <a:pt x="1155207" y="3622637"/>
                  </a:lnTo>
                  <a:lnTo>
                    <a:pt x="1155324" y="3622637"/>
                  </a:lnTo>
                  <a:lnTo>
                    <a:pt x="1155442" y="3622637"/>
                  </a:lnTo>
                  <a:lnTo>
                    <a:pt x="1155560" y="3622637"/>
                  </a:lnTo>
                  <a:lnTo>
                    <a:pt x="1155560" y="3622207"/>
                  </a:lnTo>
                  <a:lnTo>
                    <a:pt x="1155560" y="3621776"/>
                  </a:lnTo>
                  <a:lnTo>
                    <a:pt x="1155677" y="3621776"/>
                  </a:lnTo>
                  <a:lnTo>
                    <a:pt x="1155795" y="3621776"/>
                  </a:lnTo>
                  <a:lnTo>
                    <a:pt x="1155912" y="3621776"/>
                  </a:lnTo>
                  <a:lnTo>
                    <a:pt x="1156030" y="3621776"/>
                  </a:lnTo>
                  <a:lnTo>
                    <a:pt x="1156148" y="3621776"/>
                  </a:lnTo>
                  <a:lnTo>
                    <a:pt x="1156265" y="3621776"/>
                  </a:lnTo>
                  <a:lnTo>
                    <a:pt x="1156383" y="3621776"/>
                  </a:lnTo>
                  <a:lnTo>
                    <a:pt x="1156383" y="3621346"/>
                  </a:lnTo>
                  <a:lnTo>
                    <a:pt x="1156501" y="3621346"/>
                  </a:lnTo>
                  <a:lnTo>
                    <a:pt x="1156618" y="3621346"/>
                  </a:lnTo>
                  <a:lnTo>
                    <a:pt x="1156736" y="3621346"/>
                  </a:lnTo>
                  <a:lnTo>
                    <a:pt x="1156853" y="3621346"/>
                  </a:lnTo>
                  <a:lnTo>
                    <a:pt x="1156971" y="3621346"/>
                  </a:lnTo>
                  <a:lnTo>
                    <a:pt x="1157089" y="3621346"/>
                  </a:lnTo>
                  <a:lnTo>
                    <a:pt x="1157206" y="3621346"/>
                  </a:lnTo>
                  <a:lnTo>
                    <a:pt x="1157324" y="3621346"/>
                  </a:lnTo>
                  <a:lnTo>
                    <a:pt x="1157324" y="3620915"/>
                  </a:lnTo>
                  <a:lnTo>
                    <a:pt x="1157441" y="3620915"/>
                  </a:lnTo>
                  <a:lnTo>
                    <a:pt x="1157441" y="3620484"/>
                  </a:lnTo>
                  <a:lnTo>
                    <a:pt x="1157441" y="3620054"/>
                  </a:lnTo>
                  <a:lnTo>
                    <a:pt x="1157559" y="3620054"/>
                  </a:lnTo>
                  <a:lnTo>
                    <a:pt x="1157677" y="3620054"/>
                  </a:lnTo>
                  <a:lnTo>
                    <a:pt x="1157677" y="3619623"/>
                  </a:lnTo>
                  <a:lnTo>
                    <a:pt x="1157677" y="3619193"/>
                  </a:lnTo>
                  <a:lnTo>
                    <a:pt x="1157794" y="3619193"/>
                  </a:lnTo>
                  <a:lnTo>
                    <a:pt x="1157794" y="3618762"/>
                  </a:lnTo>
                  <a:lnTo>
                    <a:pt x="1157912" y="3618762"/>
                  </a:lnTo>
                  <a:lnTo>
                    <a:pt x="1157912" y="3618331"/>
                  </a:lnTo>
                  <a:lnTo>
                    <a:pt x="1158030" y="3618331"/>
                  </a:lnTo>
                  <a:lnTo>
                    <a:pt x="1158147" y="3618331"/>
                  </a:lnTo>
                  <a:lnTo>
                    <a:pt x="1158265" y="3618331"/>
                  </a:lnTo>
                  <a:lnTo>
                    <a:pt x="1158382" y="3618331"/>
                  </a:lnTo>
                  <a:lnTo>
                    <a:pt x="1158500" y="3618331"/>
                  </a:lnTo>
                  <a:lnTo>
                    <a:pt x="1158618" y="3618331"/>
                  </a:lnTo>
                  <a:lnTo>
                    <a:pt x="1158618" y="3617901"/>
                  </a:lnTo>
                  <a:lnTo>
                    <a:pt x="1158618" y="3617470"/>
                  </a:lnTo>
                  <a:lnTo>
                    <a:pt x="1158735" y="3617470"/>
                  </a:lnTo>
                  <a:lnTo>
                    <a:pt x="1158853" y="3617470"/>
                  </a:lnTo>
                  <a:lnTo>
                    <a:pt x="1158970" y="3617470"/>
                  </a:lnTo>
                  <a:lnTo>
                    <a:pt x="1159088" y="3617470"/>
                  </a:lnTo>
                  <a:lnTo>
                    <a:pt x="1159206" y="3617470"/>
                  </a:lnTo>
                  <a:lnTo>
                    <a:pt x="1159323" y="3617470"/>
                  </a:lnTo>
                  <a:lnTo>
                    <a:pt x="1159441" y="3617470"/>
                  </a:lnTo>
                  <a:lnTo>
                    <a:pt x="1159559" y="3617470"/>
                  </a:lnTo>
                  <a:lnTo>
                    <a:pt x="1159676" y="3617470"/>
                  </a:lnTo>
                  <a:lnTo>
                    <a:pt x="1159794" y="3617470"/>
                  </a:lnTo>
                  <a:lnTo>
                    <a:pt x="1159911" y="3617470"/>
                  </a:lnTo>
                  <a:lnTo>
                    <a:pt x="1160029" y="3617470"/>
                  </a:lnTo>
                  <a:lnTo>
                    <a:pt x="1160147" y="3617470"/>
                  </a:lnTo>
                  <a:lnTo>
                    <a:pt x="1160264" y="3617470"/>
                  </a:lnTo>
                  <a:lnTo>
                    <a:pt x="1160382" y="3617470"/>
                  </a:lnTo>
                  <a:lnTo>
                    <a:pt x="1160499" y="3617470"/>
                  </a:lnTo>
                  <a:lnTo>
                    <a:pt x="1160499" y="3617040"/>
                  </a:lnTo>
                  <a:lnTo>
                    <a:pt x="1160617" y="3617040"/>
                  </a:lnTo>
                  <a:lnTo>
                    <a:pt x="1160735" y="3617040"/>
                  </a:lnTo>
                  <a:lnTo>
                    <a:pt x="1160852" y="3617040"/>
                  </a:lnTo>
                  <a:lnTo>
                    <a:pt x="1160970" y="3617040"/>
                  </a:lnTo>
                  <a:lnTo>
                    <a:pt x="1160970" y="3616609"/>
                  </a:lnTo>
                  <a:lnTo>
                    <a:pt x="1161088" y="3616609"/>
                  </a:lnTo>
                  <a:lnTo>
                    <a:pt x="1161205" y="3616609"/>
                  </a:lnTo>
                  <a:lnTo>
                    <a:pt x="1161323" y="3616609"/>
                  </a:lnTo>
                  <a:lnTo>
                    <a:pt x="1161440" y="3616609"/>
                  </a:lnTo>
                  <a:lnTo>
                    <a:pt x="1161558" y="3616609"/>
                  </a:lnTo>
                  <a:lnTo>
                    <a:pt x="1161676" y="3616609"/>
                  </a:lnTo>
                  <a:lnTo>
                    <a:pt x="1161793" y="3616609"/>
                  </a:lnTo>
                  <a:lnTo>
                    <a:pt x="1161793" y="3616178"/>
                  </a:lnTo>
                  <a:lnTo>
                    <a:pt x="1161911" y="3616178"/>
                  </a:lnTo>
                  <a:lnTo>
                    <a:pt x="1161911" y="3615748"/>
                  </a:lnTo>
                  <a:lnTo>
                    <a:pt x="1162028" y="3615748"/>
                  </a:lnTo>
                  <a:lnTo>
                    <a:pt x="1162146" y="3615748"/>
                  </a:lnTo>
                  <a:lnTo>
                    <a:pt x="1162264" y="3615748"/>
                  </a:lnTo>
                  <a:lnTo>
                    <a:pt x="1162381" y="3615748"/>
                  </a:lnTo>
                  <a:lnTo>
                    <a:pt x="1162381" y="3615317"/>
                  </a:lnTo>
                  <a:lnTo>
                    <a:pt x="1162499" y="3615317"/>
                  </a:lnTo>
                  <a:lnTo>
                    <a:pt x="1162499" y="3614887"/>
                  </a:lnTo>
                  <a:lnTo>
                    <a:pt x="1162617" y="3614887"/>
                  </a:lnTo>
                  <a:lnTo>
                    <a:pt x="1162617" y="3614456"/>
                  </a:lnTo>
                  <a:lnTo>
                    <a:pt x="1162734" y="3614456"/>
                  </a:lnTo>
                  <a:lnTo>
                    <a:pt x="1162734" y="3614025"/>
                  </a:lnTo>
                  <a:lnTo>
                    <a:pt x="1162734" y="3613595"/>
                  </a:lnTo>
                  <a:lnTo>
                    <a:pt x="1162852" y="3613595"/>
                  </a:lnTo>
                  <a:lnTo>
                    <a:pt x="1162969" y="3613595"/>
                  </a:lnTo>
                  <a:lnTo>
                    <a:pt x="1163087" y="3613595"/>
                  </a:lnTo>
                  <a:lnTo>
                    <a:pt x="1163087" y="3613164"/>
                  </a:lnTo>
                  <a:lnTo>
                    <a:pt x="1163205" y="3613164"/>
                  </a:lnTo>
                  <a:lnTo>
                    <a:pt x="1163205" y="3612734"/>
                  </a:lnTo>
                  <a:lnTo>
                    <a:pt x="1163205" y="3612303"/>
                  </a:lnTo>
                  <a:lnTo>
                    <a:pt x="1163322" y="3612303"/>
                  </a:lnTo>
                  <a:lnTo>
                    <a:pt x="1163440" y="3612303"/>
                  </a:lnTo>
                  <a:lnTo>
                    <a:pt x="1163557" y="3612303"/>
                  </a:lnTo>
                  <a:lnTo>
                    <a:pt x="1163557" y="3611872"/>
                  </a:lnTo>
                  <a:lnTo>
                    <a:pt x="1163675" y="3611872"/>
                  </a:lnTo>
                  <a:lnTo>
                    <a:pt x="1163793" y="3611872"/>
                  </a:lnTo>
                  <a:lnTo>
                    <a:pt x="1163910" y="3611872"/>
                  </a:lnTo>
                  <a:lnTo>
                    <a:pt x="1163910" y="3611442"/>
                  </a:lnTo>
                  <a:lnTo>
                    <a:pt x="1163910" y="3611011"/>
                  </a:lnTo>
                  <a:lnTo>
                    <a:pt x="1164028" y="3611011"/>
                  </a:lnTo>
                  <a:lnTo>
                    <a:pt x="1164028" y="3610581"/>
                  </a:lnTo>
                  <a:lnTo>
                    <a:pt x="1164145" y="3610581"/>
                  </a:lnTo>
                  <a:lnTo>
                    <a:pt x="1164263" y="3610581"/>
                  </a:lnTo>
                  <a:lnTo>
                    <a:pt x="1164381" y="3610581"/>
                  </a:lnTo>
                  <a:lnTo>
                    <a:pt x="1164498" y="3610581"/>
                  </a:lnTo>
                  <a:lnTo>
                    <a:pt x="1164616" y="3610581"/>
                  </a:lnTo>
                  <a:lnTo>
                    <a:pt x="1164616" y="3610150"/>
                  </a:lnTo>
                  <a:lnTo>
                    <a:pt x="1164734" y="3610150"/>
                  </a:lnTo>
                  <a:lnTo>
                    <a:pt x="1164851" y="3610150"/>
                  </a:lnTo>
                  <a:lnTo>
                    <a:pt x="1164851" y="3609719"/>
                  </a:lnTo>
                  <a:lnTo>
                    <a:pt x="1164969" y="3609719"/>
                  </a:lnTo>
                  <a:lnTo>
                    <a:pt x="1165086" y="3609719"/>
                  </a:lnTo>
                  <a:lnTo>
                    <a:pt x="1165086" y="3609289"/>
                  </a:lnTo>
                  <a:lnTo>
                    <a:pt x="1165204" y="3609289"/>
                  </a:lnTo>
                  <a:lnTo>
                    <a:pt x="1165204" y="3608858"/>
                  </a:lnTo>
                  <a:lnTo>
                    <a:pt x="1165204" y="3608428"/>
                  </a:lnTo>
                  <a:lnTo>
                    <a:pt x="1165322" y="3608428"/>
                  </a:lnTo>
                  <a:lnTo>
                    <a:pt x="1165439" y="3608428"/>
                  </a:lnTo>
                  <a:lnTo>
                    <a:pt x="1165557" y="3608428"/>
                  </a:lnTo>
                  <a:lnTo>
                    <a:pt x="1165674" y="3608428"/>
                  </a:lnTo>
                  <a:lnTo>
                    <a:pt x="1165792" y="3608428"/>
                  </a:lnTo>
                  <a:lnTo>
                    <a:pt x="1165910" y="3608428"/>
                  </a:lnTo>
                  <a:lnTo>
                    <a:pt x="1165910" y="3607997"/>
                  </a:lnTo>
                  <a:lnTo>
                    <a:pt x="1166027" y="3607997"/>
                  </a:lnTo>
                  <a:lnTo>
                    <a:pt x="1166145" y="3607997"/>
                  </a:lnTo>
                  <a:lnTo>
                    <a:pt x="1166145" y="3607566"/>
                  </a:lnTo>
                  <a:lnTo>
                    <a:pt x="1166263" y="3607566"/>
                  </a:lnTo>
                  <a:lnTo>
                    <a:pt x="1166380" y="3607566"/>
                  </a:lnTo>
                  <a:lnTo>
                    <a:pt x="1166380" y="3607136"/>
                  </a:lnTo>
                  <a:lnTo>
                    <a:pt x="1166498" y="3607136"/>
                  </a:lnTo>
                  <a:lnTo>
                    <a:pt x="1166498" y="3606705"/>
                  </a:lnTo>
                  <a:lnTo>
                    <a:pt x="1166498" y="3606275"/>
                  </a:lnTo>
                  <a:lnTo>
                    <a:pt x="1166615" y="3606275"/>
                  </a:lnTo>
                  <a:lnTo>
                    <a:pt x="1166733" y="3606275"/>
                  </a:lnTo>
                  <a:lnTo>
                    <a:pt x="1166733" y="3605844"/>
                  </a:lnTo>
                  <a:lnTo>
                    <a:pt x="1166851" y="3605844"/>
                  </a:lnTo>
                  <a:lnTo>
                    <a:pt x="1166968" y="3605844"/>
                  </a:lnTo>
                  <a:lnTo>
                    <a:pt x="1167086" y="3605844"/>
                  </a:lnTo>
                  <a:lnTo>
                    <a:pt x="1167086" y="3605413"/>
                  </a:lnTo>
                  <a:lnTo>
                    <a:pt x="1167203" y="3605413"/>
                  </a:lnTo>
                  <a:lnTo>
                    <a:pt x="1167321" y="3605413"/>
                  </a:lnTo>
                  <a:lnTo>
                    <a:pt x="1167439" y="3605413"/>
                  </a:lnTo>
                  <a:lnTo>
                    <a:pt x="1167439" y="3604983"/>
                  </a:lnTo>
                  <a:lnTo>
                    <a:pt x="1167556" y="3604983"/>
                  </a:lnTo>
                  <a:lnTo>
                    <a:pt x="1167556" y="3604552"/>
                  </a:lnTo>
                  <a:lnTo>
                    <a:pt x="1167674" y="3604552"/>
                  </a:lnTo>
                  <a:lnTo>
                    <a:pt x="1167792" y="3604552"/>
                  </a:lnTo>
                  <a:lnTo>
                    <a:pt x="1167792" y="3604122"/>
                  </a:lnTo>
                  <a:lnTo>
                    <a:pt x="1167909" y="3604122"/>
                  </a:lnTo>
                  <a:lnTo>
                    <a:pt x="1167909" y="3603691"/>
                  </a:lnTo>
                  <a:lnTo>
                    <a:pt x="1168027" y="3603691"/>
                  </a:lnTo>
                  <a:lnTo>
                    <a:pt x="1168144" y="3603691"/>
                  </a:lnTo>
                  <a:lnTo>
                    <a:pt x="1168262" y="3603691"/>
                  </a:lnTo>
                  <a:lnTo>
                    <a:pt x="1168262" y="3603260"/>
                  </a:lnTo>
                  <a:lnTo>
                    <a:pt x="1168380" y="3603260"/>
                  </a:lnTo>
                  <a:lnTo>
                    <a:pt x="1168380" y="3602830"/>
                  </a:lnTo>
                  <a:lnTo>
                    <a:pt x="1168380" y="3602399"/>
                  </a:lnTo>
                  <a:lnTo>
                    <a:pt x="1168380" y="3601969"/>
                  </a:lnTo>
                  <a:lnTo>
                    <a:pt x="1168497" y="3601969"/>
                  </a:lnTo>
                  <a:lnTo>
                    <a:pt x="1168615" y="3601969"/>
                  </a:lnTo>
                  <a:lnTo>
                    <a:pt x="1168732" y="3601969"/>
                  </a:lnTo>
                  <a:lnTo>
                    <a:pt x="1168732" y="3601538"/>
                  </a:lnTo>
                  <a:lnTo>
                    <a:pt x="1168850" y="3601538"/>
                  </a:lnTo>
                  <a:lnTo>
                    <a:pt x="1168968" y="3601538"/>
                  </a:lnTo>
                  <a:lnTo>
                    <a:pt x="1169085" y="3601538"/>
                  </a:lnTo>
                  <a:lnTo>
                    <a:pt x="1169203" y="3601538"/>
                  </a:lnTo>
                  <a:lnTo>
                    <a:pt x="1169203" y="3601107"/>
                  </a:lnTo>
                  <a:lnTo>
                    <a:pt x="1169203" y="3600677"/>
                  </a:lnTo>
                  <a:lnTo>
                    <a:pt x="1169203" y="3600246"/>
                  </a:lnTo>
                  <a:lnTo>
                    <a:pt x="1169321" y="3600246"/>
                  </a:lnTo>
                  <a:lnTo>
                    <a:pt x="1169438" y="3600246"/>
                  </a:lnTo>
                  <a:lnTo>
                    <a:pt x="1169556" y="3600246"/>
                  </a:lnTo>
                  <a:lnTo>
                    <a:pt x="1169673" y="3600246"/>
                  </a:lnTo>
                  <a:lnTo>
                    <a:pt x="1169673" y="3599816"/>
                  </a:lnTo>
                  <a:lnTo>
                    <a:pt x="1169791" y="3599816"/>
                  </a:lnTo>
                  <a:lnTo>
                    <a:pt x="1169791" y="3599385"/>
                  </a:lnTo>
                  <a:lnTo>
                    <a:pt x="1169909" y="3599385"/>
                  </a:lnTo>
                  <a:lnTo>
                    <a:pt x="1170026" y="3599385"/>
                  </a:lnTo>
                  <a:lnTo>
                    <a:pt x="1170144" y="3599385"/>
                  </a:lnTo>
                  <a:lnTo>
                    <a:pt x="1170261" y="3599385"/>
                  </a:lnTo>
                  <a:lnTo>
                    <a:pt x="1170379" y="3599385"/>
                  </a:lnTo>
                  <a:lnTo>
                    <a:pt x="1170379" y="3598954"/>
                  </a:lnTo>
                  <a:lnTo>
                    <a:pt x="1170497" y="3598954"/>
                  </a:lnTo>
                  <a:lnTo>
                    <a:pt x="1170614" y="3598954"/>
                  </a:lnTo>
                  <a:lnTo>
                    <a:pt x="1170732" y="3598954"/>
                  </a:lnTo>
                  <a:lnTo>
                    <a:pt x="1170732" y="3598524"/>
                  </a:lnTo>
                  <a:lnTo>
                    <a:pt x="1170850" y="3598524"/>
                  </a:lnTo>
                  <a:lnTo>
                    <a:pt x="1170967" y="3598524"/>
                  </a:lnTo>
                  <a:lnTo>
                    <a:pt x="1171085" y="3598524"/>
                  </a:lnTo>
                  <a:lnTo>
                    <a:pt x="1171202" y="3598524"/>
                  </a:lnTo>
                  <a:lnTo>
                    <a:pt x="1171320" y="3598524"/>
                  </a:lnTo>
                  <a:lnTo>
                    <a:pt x="1171438" y="3598524"/>
                  </a:lnTo>
                  <a:lnTo>
                    <a:pt x="1171555" y="3598524"/>
                  </a:lnTo>
                  <a:lnTo>
                    <a:pt x="1171673" y="3598524"/>
                  </a:lnTo>
                  <a:lnTo>
                    <a:pt x="1171673" y="3598093"/>
                  </a:lnTo>
                  <a:lnTo>
                    <a:pt x="1171790" y="3598093"/>
                  </a:lnTo>
                  <a:lnTo>
                    <a:pt x="1171908" y="3598093"/>
                  </a:lnTo>
                  <a:lnTo>
                    <a:pt x="1172026" y="3598093"/>
                  </a:lnTo>
                  <a:lnTo>
                    <a:pt x="1172026" y="3597663"/>
                  </a:lnTo>
                  <a:lnTo>
                    <a:pt x="1172026" y="3597232"/>
                  </a:lnTo>
                  <a:lnTo>
                    <a:pt x="1172143" y="3597232"/>
                  </a:lnTo>
                  <a:lnTo>
                    <a:pt x="1172261" y="3597232"/>
                  </a:lnTo>
                  <a:lnTo>
                    <a:pt x="1172378" y="3597232"/>
                  </a:lnTo>
                  <a:lnTo>
                    <a:pt x="1172378" y="3596801"/>
                  </a:lnTo>
                  <a:lnTo>
                    <a:pt x="1172378" y="3596371"/>
                  </a:lnTo>
                  <a:lnTo>
                    <a:pt x="1172496" y="3596371"/>
                  </a:lnTo>
                  <a:lnTo>
                    <a:pt x="1172614" y="3596371"/>
                  </a:lnTo>
                  <a:lnTo>
                    <a:pt x="1172731" y="3596371"/>
                  </a:lnTo>
                  <a:lnTo>
                    <a:pt x="1172849" y="3596371"/>
                  </a:lnTo>
                  <a:lnTo>
                    <a:pt x="1172849" y="3595940"/>
                  </a:lnTo>
                  <a:lnTo>
                    <a:pt x="1172967" y="3595940"/>
                  </a:lnTo>
                  <a:lnTo>
                    <a:pt x="1173084" y="3595940"/>
                  </a:lnTo>
                  <a:lnTo>
                    <a:pt x="1173202" y="3595940"/>
                  </a:lnTo>
                  <a:lnTo>
                    <a:pt x="1173319" y="3595940"/>
                  </a:lnTo>
                  <a:lnTo>
                    <a:pt x="1173437" y="3595940"/>
                  </a:lnTo>
                  <a:lnTo>
                    <a:pt x="1173437" y="3595510"/>
                  </a:lnTo>
                  <a:lnTo>
                    <a:pt x="1173555" y="3595510"/>
                  </a:lnTo>
                  <a:lnTo>
                    <a:pt x="1173672" y="3595510"/>
                  </a:lnTo>
                  <a:lnTo>
                    <a:pt x="1173790" y="3595510"/>
                  </a:lnTo>
                  <a:lnTo>
                    <a:pt x="1173907" y="3595510"/>
                  </a:lnTo>
                  <a:lnTo>
                    <a:pt x="1174025" y="3595510"/>
                  </a:lnTo>
                  <a:lnTo>
                    <a:pt x="1174143" y="3595510"/>
                  </a:lnTo>
                  <a:lnTo>
                    <a:pt x="1174260" y="3595510"/>
                  </a:lnTo>
                  <a:lnTo>
                    <a:pt x="1174378" y="3595510"/>
                  </a:lnTo>
                  <a:lnTo>
                    <a:pt x="1174378" y="3595079"/>
                  </a:lnTo>
                  <a:lnTo>
                    <a:pt x="1174378" y="3594648"/>
                  </a:lnTo>
                  <a:lnTo>
                    <a:pt x="1174496" y="3594648"/>
                  </a:lnTo>
                  <a:lnTo>
                    <a:pt x="1174613" y="3594648"/>
                  </a:lnTo>
                  <a:lnTo>
                    <a:pt x="1174731" y="3594648"/>
                  </a:lnTo>
                  <a:lnTo>
                    <a:pt x="1174848" y="3594648"/>
                  </a:lnTo>
                  <a:lnTo>
                    <a:pt x="1174966" y="3594648"/>
                  </a:lnTo>
                  <a:lnTo>
                    <a:pt x="1175084" y="3594648"/>
                  </a:lnTo>
                  <a:lnTo>
                    <a:pt x="1175201" y="3594648"/>
                  </a:lnTo>
                  <a:lnTo>
                    <a:pt x="1175201" y="3594218"/>
                  </a:lnTo>
                  <a:lnTo>
                    <a:pt x="1175319" y="3594218"/>
                  </a:lnTo>
                  <a:lnTo>
                    <a:pt x="1175436" y="3594218"/>
                  </a:lnTo>
                  <a:lnTo>
                    <a:pt x="1175436" y="3593787"/>
                  </a:lnTo>
                  <a:lnTo>
                    <a:pt x="1175436" y="3593357"/>
                  </a:lnTo>
                  <a:lnTo>
                    <a:pt x="1175554" y="3593357"/>
                  </a:lnTo>
                  <a:lnTo>
                    <a:pt x="1175554" y="3592926"/>
                  </a:lnTo>
                  <a:lnTo>
                    <a:pt x="1175672" y="3592926"/>
                  </a:lnTo>
                  <a:lnTo>
                    <a:pt x="1175672" y="3592495"/>
                  </a:lnTo>
                  <a:lnTo>
                    <a:pt x="1175789" y="3592495"/>
                  </a:lnTo>
                  <a:lnTo>
                    <a:pt x="1175907" y="3592495"/>
                  </a:lnTo>
                  <a:lnTo>
                    <a:pt x="1175907" y="3592065"/>
                  </a:lnTo>
                  <a:lnTo>
                    <a:pt x="1175907" y="3591634"/>
                  </a:lnTo>
                  <a:lnTo>
                    <a:pt x="1176025" y="3591634"/>
                  </a:lnTo>
                  <a:lnTo>
                    <a:pt x="1176142" y="3591634"/>
                  </a:lnTo>
                  <a:lnTo>
                    <a:pt x="1176142" y="3591204"/>
                  </a:lnTo>
                  <a:lnTo>
                    <a:pt x="1176260" y="3591204"/>
                  </a:lnTo>
                  <a:lnTo>
                    <a:pt x="1176260" y="3590773"/>
                  </a:lnTo>
                  <a:lnTo>
                    <a:pt x="1176377" y="3590773"/>
                  </a:lnTo>
                  <a:lnTo>
                    <a:pt x="1176495" y="3590773"/>
                  </a:lnTo>
                  <a:lnTo>
                    <a:pt x="1176613" y="3590773"/>
                  </a:lnTo>
                  <a:lnTo>
                    <a:pt x="1176613" y="3590342"/>
                  </a:lnTo>
                  <a:lnTo>
                    <a:pt x="1176613" y="3589912"/>
                  </a:lnTo>
                  <a:lnTo>
                    <a:pt x="1176613" y="3589481"/>
                  </a:lnTo>
                  <a:lnTo>
                    <a:pt x="1176730" y="3589481"/>
                  </a:lnTo>
                  <a:lnTo>
                    <a:pt x="1176848" y="3589481"/>
                  </a:lnTo>
                  <a:lnTo>
                    <a:pt x="1176965" y="3589481"/>
                  </a:lnTo>
                  <a:lnTo>
                    <a:pt x="1177083" y="3589481"/>
                  </a:lnTo>
                  <a:lnTo>
                    <a:pt x="1177201" y="3589481"/>
                  </a:lnTo>
                  <a:lnTo>
                    <a:pt x="1177318" y="3589481"/>
                  </a:lnTo>
                  <a:lnTo>
                    <a:pt x="1177436" y="3589481"/>
                  </a:lnTo>
                  <a:lnTo>
                    <a:pt x="1177554" y="3589481"/>
                  </a:lnTo>
                  <a:lnTo>
                    <a:pt x="1177554" y="3589051"/>
                  </a:lnTo>
                  <a:lnTo>
                    <a:pt x="1177554" y="3588620"/>
                  </a:lnTo>
                  <a:lnTo>
                    <a:pt x="1177671" y="3588620"/>
                  </a:lnTo>
                  <a:lnTo>
                    <a:pt x="1177789" y="3588620"/>
                  </a:lnTo>
                  <a:lnTo>
                    <a:pt x="1177906" y="3588620"/>
                  </a:lnTo>
                  <a:lnTo>
                    <a:pt x="1178024" y="3588620"/>
                  </a:lnTo>
                  <a:lnTo>
                    <a:pt x="1178142" y="3588620"/>
                  </a:lnTo>
                  <a:lnTo>
                    <a:pt x="1178259" y="3588620"/>
                  </a:lnTo>
                  <a:lnTo>
                    <a:pt x="1178259" y="3588189"/>
                  </a:lnTo>
                  <a:lnTo>
                    <a:pt x="1178259" y="3587759"/>
                  </a:lnTo>
                  <a:lnTo>
                    <a:pt x="1178377" y="3587759"/>
                  </a:lnTo>
                  <a:lnTo>
                    <a:pt x="1178494" y="3587759"/>
                  </a:lnTo>
                  <a:lnTo>
                    <a:pt x="1178612" y="3587759"/>
                  </a:lnTo>
                  <a:lnTo>
                    <a:pt x="1178612" y="3587328"/>
                  </a:lnTo>
                  <a:lnTo>
                    <a:pt x="1178612" y="3586898"/>
                  </a:lnTo>
                  <a:lnTo>
                    <a:pt x="1178730" y="3586898"/>
                  </a:lnTo>
                  <a:lnTo>
                    <a:pt x="1178847" y="3586898"/>
                  </a:lnTo>
                  <a:lnTo>
                    <a:pt x="1178847" y="3586467"/>
                  </a:lnTo>
                  <a:lnTo>
                    <a:pt x="1178847" y="3586036"/>
                  </a:lnTo>
                  <a:lnTo>
                    <a:pt x="1178847" y="3585606"/>
                  </a:lnTo>
                  <a:lnTo>
                    <a:pt x="1178965" y="3585606"/>
                  </a:lnTo>
                  <a:lnTo>
                    <a:pt x="1179083" y="3585606"/>
                  </a:lnTo>
                  <a:lnTo>
                    <a:pt x="1179083" y="3585175"/>
                  </a:lnTo>
                  <a:lnTo>
                    <a:pt x="1179200" y="3585175"/>
                  </a:lnTo>
                  <a:lnTo>
                    <a:pt x="1179200" y="3584745"/>
                  </a:lnTo>
                  <a:lnTo>
                    <a:pt x="1179318" y="3584745"/>
                  </a:lnTo>
                  <a:lnTo>
                    <a:pt x="1179435" y="3584745"/>
                  </a:lnTo>
                  <a:lnTo>
                    <a:pt x="1179435" y="3584314"/>
                  </a:lnTo>
                  <a:lnTo>
                    <a:pt x="1179435" y="3583883"/>
                  </a:lnTo>
                  <a:lnTo>
                    <a:pt x="1179553" y="3583883"/>
                  </a:lnTo>
                  <a:lnTo>
                    <a:pt x="1179671" y="3583883"/>
                  </a:lnTo>
                  <a:lnTo>
                    <a:pt x="1179788" y="3583883"/>
                  </a:lnTo>
                  <a:lnTo>
                    <a:pt x="1179906" y="3583883"/>
                  </a:lnTo>
                  <a:lnTo>
                    <a:pt x="1180023" y="3583883"/>
                  </a:lnTo>
                  <a:lnTo>
                    <a:pt x="1180023" y="3583453"/>
                  </a:lnTo>
                  <a:lnTo>
                    <a:pt x="1180023" y="3583022"/>
                  </a:lnTo>
                  <a:lnTo>
                    <a:pt x="1180141" y="3583022"/>
                  </a:lnTo>
                  <a:lnTo>
                    <a:pt x="1180259" y="3583022"/>
                  </a:lnTo>
                  <a:lnTo>
                    <a:pt x="1180376" y="3583022"/>
                  </a:lnTo>
                  <a:lnTo>
                    <a:pt x="1180376" y="3582592"/>
                  </a:lnTo>
                  <a:lnTo>
                    <a:pt x="1180376" y="3582161"/>
                  </a:lnTo>
                  <a:lnTo>
                    <a:pt x="1180494" y="3582161"/>
                  </a:lnTo>
                  <a:lnTo>
                    <a:pt x="1180611" y="3582161"/>
                  </a:lnTo>
                  <a:lnTo>
                    <a:pt x="1180729" y="3582161"/>
                  </a:lnTo>
                  <a:lnTo>
                    <a:pt x="1180847" y="3582161"/>
                  </a:lnTo>
                  <a:lnTo>
                    <a:pt x="1180964" y="3582161"/>
                  </a:lnTo>
                  <a:lnTo>
                    <a:pt x="1181082" y="3582161"/>
                  </a:lnTo>
                  <a:lnTo>
                    <a:pt x="1181200" y="3582161"/>
                  </a:lnTo>
                  <a:lnTo>
                    <a:pt x="1181317" y="3582161"/>
                  </a:lnTo>
                  <a:lnTo>
                    <a:pt x="1181435" y="3582161"/>
                  </a:lnTo>
                  <a:lnTo>
                    <a:pt x="1181552" y="3582161"/>
                  </a:lnTo>
                  <a:lnTo>
                    <a:pt x="1181670" y="3582161"/>
                  </a:lnTo>
                  <a:lnTo>
                    <a:pt x="1181788" y="3582161"/>
                  </a:lnTo>
                  <a:lnTo>
                    <a:pt x="1181788" y="3581730"/>
                  </a:lnTo>
                  <a:lnTo>
                    <a:pt x="1181788" y="3581300"/>
                  </a:lnTo>
                  <a:lnTo>
                    <a:pt x="1181905" y="3581300"/>
                  </a:lnTo>
                  <a:lnTo>
                    <a:pt x="1182023" y="3581300"/>
                  </a:lnTo>
                  <a:lnTo>
                    <a:pt x="1182023" y="3580869"/>
                  </a:lnTo>
                  <a:lnTo>
                    <a:pt x="1182140" y="3580869"/>
                  </a:lnTo>
                  <a:lnTo>
                    <a:pt x="1182140" y="3580439"/>
                  </a:lnTo>
                  <a:lnTo>
                    <a:pt x="1182140" y="3580008"/>
                  </a:lnTo>
                  <a:lnTo>
                    <a:pt x="1182258" y="3580008"/>
                  </a:lnTo>
                  <a:lnTo>
                    <a:pt x="1182376" y="3580008"/>
                  </a:lnTo>
                  <a:lnTo>
                    <a:pt x="1182493" y="3580008"/>
                  </a:lnTo>
                  <a:lnTo>
                    <a:pt x="1182611" y="3580008"/>
                  </a:lnTo>
                  <a:lnTo>
                    <a:pt x="1182729" y="3580008"/>
                  </a:lnTo>
                  <a:lnTo>
                    <a:pt x="1182729" y="3579577"/>
                  </a:lnTo>
                  <a:lnTo>
                    <a:pt x="1182846" y="3579577"/>
                  </a:lnTo>
                  <a:lnTo>
                    <a:pt x="1182964" y="3579577"/>
                  </a:lnTo>
                  <a:lnTo>
                    <a:pt x="1182964" y="3579147"/>
                  </a:lnTo>
                  <a:lnTo>
                    <a:pt x="1183081" y="3579147"/>
                  </a:lnTo>
                  <a:lnTo>
                    <a:pt x="1183199" y="3579147"/>
                  </a:lnTo>
                  <a:lnTo>
                    <a:pt x="1183317" y="3579147"/>
                  </a:lnTo>
                  <a:lnTo>
                    <a:pt x="1183317" y="3578716"/>
                  </a:lnTo>
                  <a:lnTo>
                    <a:pt x="1183434" y="3578716"/>
                  </a:lnTo>
                  <a:lnTo>
                    <a:pt x="1183552" y="3578716"/>
                  </a:lnTo>
                  <a:lnTo>
                    <a:pt x="1183552" y="3578286"/>
                  </a:lnTo>
                  <a:lnTo>
                    <a:pt x="1183552" y="3577855"/>
                  </a:lnTo>
                  <a:lnTo>
                    <a:pt x="1183669" y="3577855"/>
                  </a:lnTo>
                  <a:lnTo>
                    <a:pt x="1183669" y="3577424"/>
                  </a:lnTo>
                  <a:lnTo>
                    <a:pt x="1183669" y="3576994"/>
                  </a:lnTo>
                  <a:lnTo>
                    <a:pt x="1183787" y="3576994"/>
                  </a:lnTo>
                  <a:lnTo>
                    <a:pt x="1183905" y="3576994"/>
                  </a:lnTo>
                  <a:lnTo>
                    <a:pt x="1184022" y="3576994"/>
                  </a:lnTo>
                  <a:lnTo>
                    <a:pt x="1184140" y="3576994"/>
                  </a:lnTo>
                  <a:lnTo>
                    <a:pt x="1184258" y="3576994"/>
                  </a:lnTo>
                  <a:lnTo>
                    <a:pt x="1184375" y="3576994"/>
                  </a:lnTo>
                  <a:lnTo>
                    <a:pt x="1184375" y="3576563"/>
                  </a:lnTo>
                  <a:lnTo>
                    <a:pt x="1184493" y="3576563"/>
                  </a:lnTo>
                  <a:lnTo>
                    <a:pt x="1184610" y="3576563"/>
                  </a:lnTo>
                  <a:lnTo>
                    <a:pt x="1184728" y="3576563"/>
                  </a:lnTo>
                  <a:lnTo>
                    <a:pt x="1184846" y="3576563"/>
                  </a:lnTo>
                  <a:lnTo>
                    <a:pt x="1184846" y="3576133"/>
                  </a:lnTo>
                  <a:lnTo>
                    <a:pt x="1184963" y="3576133"/>
                  </a:lnTo>
                  <a:lnTo>
                    <a:pt x="1184963" y="3575702"/>
                  </a:lnTo>
                  <a:lnTo>
                    <a:pt x="1185081" y="3575702"/>
                  </a:lnTo>
                  <a:lnTo>
                    <a:pt x="1185081" y="3575271"/>
                  </a:lnTo>
                  <a:lnTo>
                    <a:pt x="1185081" y="3574841"/>
                  </a:lnTo>
                  <a:lnTo>
                    <a:pt x="1185081" y="3574410"/>
                  </a:lnTo>
                  <a:lnTo>
                    <a:pt x="1185081" y="3573980"/>
                  </a:lnTo>
                  <a:lnTo>
                    <a:pt x="1185198" y="3573980"/>
                  </a:lnTo>
                  <a:lnTo>
                    <a:pt x="1185198" y="3573549"/>
                  </a:lnTo>
                  <a:lnTo>
                    <a:pt x="1185316" y="3573549"/>
                  </a:lnTo>
                  <a:lnTo>
                    <a:pt x="1185434" y="3573549"/>
                  </a:lnTo>
                  <a:lnTo>
                    <a:pt x="1185551" y="3573549"/>
                  </a:lnTo>
                  <a:lnTo>
                    <a:pt x="1185669" y="3573549"/>
                  </a:lnTo>
                  <a:lnTo>
                    <a:pt x="1185787" y="3573549"/>
                  </a:lnTo>
                  <a:lnTo>
                    <a:pt x="1185904" y="3573549"/>
                  </a:lnTo>
                  <a:lnTo>
                    <a:pt x="1186022" y="3573549"/>
                  </a:lnTo>
                  <a:lnTo>
                    <a:pt x="1186139" y="3573549"/>
                  </a:lnTo>
                  <a:lnTo>
                    <a:pt x="1186257" y="3573549"/>
                  </a:lnTo>
                  <a:lnTo>
                    <a:pt x="1186257" y="3573118"/>
                  </a:lnTo>
                  <a:lnTo>
                    <a:pt x="1186257" y="3572688"/>
                  </a:lnTo>
                  <a:lnTo>
                    <a:pt x="1186375" y="3572688"/>
                  </a:lnTo>
                  <a:lnTo>
                    <a:pt x="1186375" y="3572257"/>
                  </a:lnTo>
                  <a:lnTo>
                    <a:pt x="1186492" y="3572257"/>
                  </a:lnTo>
                  <a:lnTo>
                    <a:pt x="1186610" y="3572257"/>
                  </a:lnTo>
                  <a:lnTo>
                    <a:pt x="1186727" y="3572257"/>
                  </a:lnTo>
                  <a:lnTo>
                    <a:pt x="1186845" y="3572257"/>
                  </a:lnTo>
                  <a:lnTo>
                    <a:pt x="1186963" y="3572257"/>
                  </a:lnTo>
                  <a:lnTo>
                    <a:pt x="1187080" y="3572257"/>
                  </a:lnTo>
                  <a:lnTo>
                    <a:pt x="1187198" y="3572257"/>
                  </a:lnTo>
                  <a:lnTo>
                    <a:pt x="1187316" y="3572257"/>
                  </a:lnTo>
                  <a:lnTo>
                    <a:pt x="1187433" y="3572257"/>
                  </a:lnTo>
                  <a:lnTo>
                    <a:pt x="1187551" y="3572257"/>
                  </a:lnTo>
                  <a:lnTo>
                    <a:pt x="1187668" y="3572257"/>
                  </a:lnTo>
                  <a:lnTo>
                    <a:pt x="1187668" y="3571827"/>
                  </a:lnTo>
                  <a:lnTo>
                    <a:pt x="1187668" y="3571396"/>
                  </a:lnTo>
                  <a:lnTo>
                    <a:pt x="1187786" y="3571396"/>
                  </a:lnTo>
                  <a:lnTo>
                    <a:pt x="1187786" y="3570965"/>
                  </a:lnTo>
                  <a:lnTo>
                    <a:pt x="1187904" y="3570965"/>
                  </a:lnTo>
                  <a:lnTo>
                    <a:pt x="1187904" y="3570535"/>
                  </a:lnTo>
                  <a:lnTo>
                    <a:pt x="1187904" y="3570104"/>
                  </a:lnTo>
                  <a:lnTo>
                    <a:pt x="1188021" y="3570104"/>
                  </a:lnTo>
                  <a:lnTo>
                    <a:pt x="1188021" y="3569674"/>
                  </a:lnTo>
                  <a:lnTo>
                    <a:pt x="1188139" y="3569674"/>
                  </a:lnTo>
                  <a:lnTo>
                    <a:pt x="1188256" y="3569674"/>
                  </a:lnTo>
                  <a:lnTo>
                    <a:pt x="1188374" y="3569674"/>
                  </a:lnTo>
                  <a:lnTo>
                    <a:pt x="1188492" y="3569674"/>
                  </a:lnTo>
                  <a:lnTo>
                    <a:pt x="1188609" y="3569674"/>
                  </a:lnTo>
                  <a:lnTo>
                    <a:pt x="1188727" y="3569674"/>
                  </a:lnTo>
                  <a:lnTo>
                    <a:pt x="1188844" y="3569674"/>
                  </a:lnTo>
                  <a:lnTo>
                    <a:pt x="1188962" y="3569674"/>
                  </a:lnTo>
                  <a:lnTo>
                    <a:pt x="1189080" y="3569674"/>
                  </a:lnTo>
                  <a:lnTo>
                    <a:pt x="1189197" y="3569674"/>
                  </a:lnTo>
                  <a:lnTo>
                    <a:pt x="1189315" y="3569674"/>
                  </a:lnTo>
                  <a:lnTo>
                    <a:pt x="1189433" y="3569674"/>
                  </a:lnTo>
                  <a:lnTo>
                    <a:pt x="1189550" y="3569674"/>
                  </a:lnTo>
                  <a:lnTo>
                    <a:pt x="1189668" y="3569674"/>
                  </a:lnTo>
                  <a:lnTo>
                    <a:pt x="1189668" y="3569243"/>
                  </a:lnTo>
                  <a:lnTo>
                    <a:pt x="1189668" y="3568812"/>
                  </a:lnTo>
                  <a:lnTo>
                    <a:pt x="1189668" y="3568382"/>
                  </a:lnTo>
                  <a:lnTo>
                    <a:pt x="1189668" y="3567951"/>
                  </a:lnTo>
                  <a:lnTo>
                    <a:pt x="1189668" y="3567521"/>
                  </a:lnTo>
                  <a:lnTo>
                    <a:pt x="1189785" y="3567521"/>
                  </a:lnTo>
                  <a:lnTo>
                    <a:pt x="1189903" y="3567521"/>
                  </a:lnTo>
                  <a:lnTo>
                    <a:pt x="1189903" y="3567090"/>
                  </a:lnTo>
                  <a:lnTo>
                    <a:pt x="1189903" y="3566659"/>
                  </a:lnTo>
                  <a:lnTo>
                    <a:pt x="1189903" y="3566229"/>
                  </a:lnTo>
                  <a:lnTo>
                    <a:pt x="1190021" y="3566229"/>
                  </a:lnTo>
                  <a:lnTo>
                    <a:pt x="1190021" y="3565798"/>
                  </a:lnTo>
                  <a:lnTo>
                    <a:pt x="1190138" y="3565798"/>
                  </a:lnTo>
                  <a:lnTo>
                    <a:pt x="1190256" y="3565798"/>
                  </a:lnTo>
                  <a:lnTo>
                    <a:pt x="1190256" y="3565368"/>
                  </a:lnTo>
                  <a:lnTo>
                    <a:pt x="1190256" y="3564937"/>
                  </a:lnTo>
                  <a:lnTo>
                    <a:pt x="1190373" y="3564937"/>
                  </a:lnTo>
                  <a:lnTo>
                    <a:pt x="1190491" y="3564937"/>
                  </a:lnTo>
                  <a:lnTo>
                    <a:pt x="1190609" y="3564937"/>
                  </a:lnTo>
                  <a:lnTo>
                    <a:pt x="1190726" y="3564937"/>
                  </a:lnTo>
                  <a:lnTo>
                    <a:pt x="1190844" y="3564937"/>
                  </a:lnTo>
                  <a:lnTo>
                    <a:pt x="1190962" y="3564937"/>
                  </a:lnTo>
                  <a:lnTo>
                    <a:pt x="1190962" y="3564506"/>
                  </a:lnTo>
                  <a:lnTo>
                    <a:pt x="1191079" y="3564506"/>
                  </a:lnTo>
                  <a:lnTo>
                    <a:pt x="1191197" y="3564506"/>
                  </a:lnTo>
                  <a:lnTo>
                    <a:pt x="1191197" y="3564076"/>
                  </a:lnTo>
                  <a:lnTo>
                    <a:pt x="1191314" y="3564076"/>
                  </a:lnTo>
                  <a:lnTo>
                    <a:pt x="1191432" y="3564076"/>
                  </a:lnTo>
                  <a:lnTo>
                    <a:pt x="1191432" y="3563645"/>
                  </a:lnTo>
                  <a:lnTo>
                    <a:pt x="1191550" y="3563645"/>
                  </a:lnTo>
                  <a:lnTo>
                    <a:pt x="1191550" y="3563215"/>
                  </a:lnTo>
                  <a:lnTo>
                    <a:pt x="1191550" y="3562784"/>
                  </a:lnTo>
                  <a:lnTo>
                    <a:pt x="1191550" y="3562353"/>
                  </a:lnTo>
                  <a:lnTo>
                    <a:pt x="1191667" y="3562353"/>
                  </a:lnTo>
                  <a:lnTo>
                    <a:pt x="1191667" y="3561923"/>
                  </a:lnTo>
                  <a:lnTo>
                    <a:pt x="1191785" y="3561923"/>
                  </a:lnTo>
                  <a:lnTo>
                    <a:pt x="1191902" y="3561923"/>
                  </a:lnTo>
                  <a:lnTo>
                    <a:pt x="1192020" y="3561923"/>
                  </a:lnTo>
                  <a:lnTo>
                    <a:pt x="1192020" y="3561492"/>
                  </a:lnTo>
                  <a:lnTo>
                    <a:pt x="1192138" y="3561492"/>
                  </a:lnTo>
                  <a:lnTo>
                    <a:pt x="1192255" y="3561492"/>
                  </a:lnTo>
                  <a:lnTo>
                    <a:pt x="1192255" y="3561062"/>
                  </a:lnTo>
                  <a:lnTo>
                    <a:pt x="1192373" y="3561062"/>
                  </a:lnTo>
                  <a:lnTo>
                    <a:pt x="1192491" y="3561062"/>
                  </a:lnTo>
                  <a:lnTo>
                    <a:pt x="1192608" y="3561062"/>
                  </a:lnTo>
                  <a:lnTo>
                    <a:pt x="1192726" y="3561062"/>
                  </a:lnTo>
                  <a:lnTo>
                    <a:pt x="1192726" y="3560631"/>
                  </a:lnTo>
                  <a:lnTo>
                    <a:pt x="1192726" y="3560200"/>
                  </a:lnTo>
                  <a:lnTo>
                    <a:pt x="1192843" y="3560200"/>
                  </a:lnTo>
                  <a:lnTo>
                    <a:pt x="1192843" y="3559770"/>
                  </a:lnTo>
                  <a:lnTo>
                    <a:pt x="1192843" y="3559339"/>
                  </a:lnTo>
                  <a:lnTo>
                    <a:pt x="1192961" y="3559339"/>
                  </a:lnTo>
                  <a:lnTo>
                    <a:pt x="1192961" y="3558909"/>
                  </a:lnTo>
                  <a:lnTo>
                    <a:pt x="1192961" y="3558478"/>
                  </a:lnTo>
                  <a:lnTo>
                    <a:pt x="1192961" y="3558047"/>
                  </a:lnTo>
                  <a:lnTo>
                    <a:pt x="1192961" y="3557617"/>
                  </a:lnTo>
                  <a:lnTo>
                    <a:pt x="1193079" y="3557617"/>
                  </a:lnTo>
                  <a:lnTo>
                    <a:pt x="1193196" y="3557617"/>
                  </a:lnTo>
                  <a:lnTo>
                    <a:pt x="1193314" y="3557617"/>
                  </a:lnTo>
                  <a:lnTo>
                    <a:pt x="1193431" y="3557617"/>
                  </a:lnTo>
                  <a:lnTo>
                    <a:pt x="1193549" y="3557617"/>
                  </a:lnTo>
                  <a:lnTo>
                    <a:pt x="1193667" y="3557617"/>
                  </a:lnTo>
                  <a:lnTo>
                    <a:pt x="1193667" y="3557186"/>
                  </a:lnTo>
                  <a:lnTo>
                    <a:pt x="1193784" y="3557186"/>
                  </a:lnTo>
                  <a:lnTo>
                    <a:pt x="1193784" y="3556756"/>
                  </a:lnTo>
                  <a:lnTo>
                    <a:pt x="1193902" y="3556756"/>
                  </a:lnTo>
                  <a:lnTo>
                    <a:pt x="1194020" y="3556756"/>
                  </a:lnTo>
                  <a:lnTo>
                    <a:pt x="1194137" y="3556756"/>
                  </a:lnTo>
                  <a:lnTo>
                    <a:pt x="1194255" y="3556756"/>
                  </a:lnTo>
                  <a:lnTo>
                    <a:pt x="1194372" y="3556756"/>
                  </a:lnTo>
                  <a:lnTo>
                    <a:pt x="1194372" y="3556325"/>
                  </a:lnTo>
                  <a:lnTo>
                    <a:pt x="1194490" y="3556325"/>
                  </a:lnTo>
                  <a:lnTo>
                    <a:pt x="1194608" y="3556325"/>
                  </a:lnTo>
                  <a:lnTo>
                    <a:pt x="1194725" y="3556325"/>
                  </a:lnTo>
                  <a:lnTo>
                    <a:pt x="1194843" y="3556325"/>
                  </a:lnTo>
                  <a:lnTo>
                    <a:pt x="1194960" y="3556325"/>
                  </a:lnTo>
                  <a:lnTo>
                    <a:pt x="1195078" y="3556325"/>
                  </a:lnTo>
                  <a:lnTo>
                    <a:pt x="1195196" y="3556325"/>
                  </a:lnTo>
                  <a:lnTo>
                    <a:pt x="1195313" y="3556325"/>
                  </a:lnTo>
                  <a:lnTo>
                    <a:pt x="1195431" y="3556325"/>
                  </a:lnTo>
                  <a:lnTo>
                    <a:pt x="1195431" y="3555894"/>
                  </a:lnTo>
                  <a:lnTo>
                    <a:pt x="1195549" y="3555894"/>
                  </a:lnTo>
                  <a:lnTo>
                    <a:pt x="1195549" y="3555464"/>
                  </a:lnTo>
                  <a:lnTo>
                    <a:pt x="1195666" y="3555464"/>
                  </a:lnTo>
                  <a:lnTo>
                    <a:pt x="1195666" y="3555033"/>
                  </a:lnTo>
                  <a:lnTo>
                    <a:pt x="1195784" y="3555033"/>
                  </a:lnTo>
                  <a:lnTo>
                    <a:pt x="1195784" y="3554603"/>
                  </a:lnTo>
                  <a:lnTo>
                    <a:pt x="1195784" y="3554172"/>
                  </a:lnTo>
                  <a:lnTo>
                    <a:pt x="1195784" y="3553741"/>
                  </a:lnTo>
                  <a:lnTo>
                    <a:pt x="1195901" y="3553741"/>
                  </a:lnTo>
                  <a:lnTo>
                    <a:pt x="1196019" y="3553741"/>
                  </a:lnTo>
                  <a:lnTo>
                    <a:pt x="1196137" y="3553741"/>
                  </a:lnTo>
                  <a:lnTo>
                    <a:pt x="1196254" y="3553741"/>
                  </a:lnTo>
                  <a:lnTo>
                    <a:pt x="1196254" y="3553311"/>
                  </a:lnTo>
                  <a:lnTo>
                    <a:pt x="1196254" y="3552880"/>
                  </a:lnTo>
                  <a:lnTo>
                    <a:pt x="1196254" y="3552450"/>
                  </a:lnTo>
                  <a:lnTo>
                    <a:pt x="1196254" y="3552019"/>
                  </a:lnTo>
                  <a:lnTo>
                    <a:pt x="1196254" y="3551588"/>
                  </a:lnTo>
                  <a:lnTo>
                    <a:pt x="1196254" y="3551158"/>
                  </a:lnTo>
                  <a:lnTo>
                    <a:pt x="1196372" y="3551158"/>
                  </a:lnTo>
                  <a:lnTo>
                    <a:pt x="1196489" y="3551158"/>
                  </a:lnTo>
                  <a:lnTo>
                    <a:pt x="1196607" y="3551158"/>
                  </a:lnTo>
                  <a:lnTo>
                    <a:pt x="1196607" y="3550727"/>
                  </a:lnTo>
                  <a:lnTo>
                    <a:pt x="1196725" y="3550727"/>
                  </a:lnTo>
                  <a:lnTo>
                    <a:pt x="1196725" y="3550297"/>
                  </a:lnTo>
                  <a:lnTo>
                    <a:pt x="1196725" y="3549866"/>
                  </a:lnTo>
                  <a:lnTo>
                    <a:pt x="1196842" y="3549866"/>
                  </a:lnTo>
                  <a:lnTo>
                    <a:pt x="1196960" y="3549866"/>
                  </a:lnTo>
                  <a:lnTo>
                    <a:pt x="1196960" y="3549435"/>
                  </a:lnTo>
                  <a:lnTo>
                    <a:pt x="1196960" y="3549005"/>
                  </a:lnTo>
                  <a:lnTo>
                    <a:pt x="1197077" y="3549005"/>
                  </a:lnTo>
                  <a:lnTo>
                    <a:pt x="1197195" y="3549005"/>
                  </a:lnTo>
                  <a:lnTo>
                    <a:pt x="1197313" y="3549005"/>
                  </a:lnTo>
                  <a:lnTo>
                    <a:pt x="1197430" y="3549005"/>
                  </a:lnTo>
                  <a:lnTo>
                    <a:pt x="1197430" y="3548574"/>
                  </a:lnTo>
                  <a:lnTo>
                    <a:pt x="1197548" y="3548574"/>
                  </a:lnTo>
                  <a:lnTo>
                    <a:pt x="1197548" y="3548144"/>
                  </a:lnTo>
                  <a:lnTo>
                    <a:pt x="1197548" y="3547713"/>
                  </a:lnTo>
                  <a:lnTo>
                    <a:pt x="1197548" y="3547282"/>
                  </a:lnTo>
                  <a:lnTo>
                    <a:pt x="1197666" y="3547282"/>
                  </a:lnTo>
                  <a:lnTo>
                    <a:pt x="1197783" y="3547282"/>
                  </a:lnTo>
                  <a:lnTo>
                    <a:pt x="1197901" y="3547282"/>
                  </a:lnTo>
                  <a:lnTo>
                    <a:pt x="1198018" y="3547282"/>
                  </a:lnTo>
                  <a:lnTo>
                    <a:pt x="1198018" y="3546852"/>
                  </a:lnTo>
                  <a:lnTo>
                    <a:pt x="1198136" y="3546852"/>
                  </a:lnTo>
                  <a:lnTo>
                    <a:pt x="1198136" y="3546421"/>
                  </a:lnTo>
                  <a:lnTo>
                    <a:pt x="1198136" y="3545991"/>
                  </a:lnTo>
                  <a:lnTo>
                    <a:pt x="1198254" y="3545991"/>
                  </a:lnTo>
                  <a:lnTo>
                    <a:pt x="1198371" y="3545991"/>
                  </a:lnTo>
                  <a:lnTo>
                    <a:pt x="1198489" y="3545991"/>
                  </a:lnTo>
                  <a:lnTo>
                    <a:pt x="1198606" y="3545991"/>
                  </a:lnTo>
                  <a:lnTo>
                    <a:pt x="1198606" y="3545560"/>
                  </a:lnTo>
                  <a:lnTo>
                    <a:pt x="1198724" y="3545560"/>
                  </a:lnTo>
                  <a:lnTo>
                    <a:pt x="1198842" y="3545560"/>
                  </a:lnTo>
                  <a:lnTo>
                    <a:pt x="1198959" y="3545560"/>
                  </a:lnTo>
                  <a:lnTo>
                    <a:pt x="1199077" y="3545560"/>
                  </a:lnTo>
                  <a:lnTo>
                    <a:pt x="1199195" y="3545560"/>
                  </a:lnTo>
                  <a:lnTo>
                    <a:pt x="1199195" y="3545129"/>
                  </a:lnTo>
                  <a:lnTo>
                    <a:pt x="1199195" y="3544699"/>
                  </a:lnTo>
                  <a:lnTo>
                    <a:pt x="1199312" y="3544699"/>
                  </a:lnTo>
                  <a:lnTo>
                    <a:pt x="1199430" y="3544699"/>
                  </a:lnTo>
                  <a:lnTo>
                    <a:pt x="1199547" y="3544699"/>
                  </a:lnTo>
                  <a:lnTo>
                    <a:pt x="1199665" y="3544699"/>
                  </a:lnTo>
                  <a:lnTo>
                    <a:pt x="1199783" y="3544699"/>
                  </a:lnTo>
                  <a:lnTo>
                    <a:pt x="1199900" y="3544699"/>
                  </a:lnTo>
                  <a:lnTo>
                    <a:pt x="1200018" y="3544699"/>
                  </a:lnTo>
                  <a:lnTo>
                    <a:pt x="1200018" y="3544268"/>
                  </a:lnTo>
                  <a:lnTo>
                    <a:pt x="1200135" y="3544268"/>
                  </a:lnTo>
                  <a:lnTo>
                    <a:pt x="1200253" y="3544268"/>
                  </a:lnTo>
                  <a:lnTo>
                    <a:pt x="1200253" y="3543838"/>
                  </a:lnTo>
                  <a:lnTo>
                    <a:pt x="1200371" y="3543838"/>
                  </a:lnTo>
                  <a:lnTo>
                    <a:pt x="1200488" y="3543838"/>
                  </a:lnTo>
                  <a:lnTo>
                    <a:pt x="1200488" y="3543407"/>
                  </a:lnTo>
                  <a:lnTo>
                    <a:pt x="1200488" y="3542976"/>
                  </a:lnTo>
                  <a:lnTo>
                    <a:pt x="1200606" y="3542976"/>
                  </a:lnTo>
                  <a:lnTo>
                    <a:pt x="1200606" y="3542546"/>
                  </a:lnTo>
                  <a:lnTo>
                    <a:pt x="1200724" y="3542546"/>
                  </a:lnTo>
                  <a:lnTo>
                    <a:pt x="1200841" y="3542546"/>
                  </a:lnTo>
                  <a:lnTo>
                    <a:pt x="1200841" y="3542115"/>
                  </a:lnTo>
                  <a:lnTo>
                    <a:pt x="1200841" y="3541685"/>
                  </a:lnTo>
                  <a:lnTo>
                    <a:pt x="1200841" y="3541254"/>
                  </a:lnTo>
                  <a:lnTo>
                    <a:pt x="1200841" y="3540823"/>
                  </a:lnTo>
                  <a:lnTo>
                    <a:pt x="1200959" y="3540823"/>
                  </a:lnTo>
                  <a:lnTo>
                    <a:pt x="1200959" y="3540393"/>
                  </a:lnTo>
                  <a:lnTo>
                    <a:pt x="1200959" y="3539962"/>
                  </a:lnTo>
                  <a:lnTo>
                    <a:pt x="1200959" y="3539532"/>
                  </a:lnTo>
                  <a:lnTo>
                    <a:pt x="1200959" y="3539101"/>
                  </a:lnTo>
                  <a:lnTo>
                    <a:pt x="1200959" y="3538670"/>
                  </a:lnTo>
                  <a:lnTo>
                    <a:pt x="1200959" y="3538240"/>
                  </a:lnTo>
                  <a:lnTo>
                    <a:pt x="1201076" y="3538240"/>
                  </a:lnTo>
                  <a:lnTo>
                    <a:pt x="1201076" y="3537809"/>
                  </a:lnTo>
                  <a:lnTo>
                    <a:pt x="1201194" y="3537809"/>
                  </a:lnTo>
                  <a:lnTo>
                    <a:pt x="1201312" y="3537809"/>
                  </a:lnTo>
                  <a:lnTo>
                    <a:pt x="1201312" y="3537379"/>
                  </a:lnTo>
                  <a:lnTo>
                    <a:pt x="1201312" y="3536948"/>
                  </a:lnTo>
                  <a:lnTo>
                    <a:pt x="1201429" y="3536948"/>
                  </a:lnTo>
                  <a:lnTo>
                    <a:pt x="1201429" y="3536517"/>
                  </a:lnTo>
                  <a:lnTo>
                    <a:pt x="1201547" y="3536517"/>
                  </a:lnTo>
                  <a:lnTo>
                    <a:pt x="1201547" y="3536087"/>
                  </a:lnTo>
                  <a:lnTo>
                    <a:pt x="1201547" y="3535656"/>
                  </a:lnTo>
                  <a:lnTo>
                    <a:pt x="1201547" y="3535226"/>
                  </a:lnTo>
                  <a:lnTo>
                    <a:pt x="1201664" y="3535226"/>
                  </a:lnTo>
                  <a:lnTo>
                    <a:pt x="1201664" y="3534795"/>
                  </a:lnTo>
                  <a:lnTo>
                    <a:pt x="1201782" y="3534795"/>
                  </a:lnTo>
                  <a:lnTo>
                    <a:pt x="1201900" y="3534795"/>
                  </a:lnTo>
                  <a:lnTo>
                    <a:pt x="1202017" y="3534795"/>
                  </a:lnTo>
                  <a:lnTo>
                    <a:pt x="1202135" y="3534795"/>
                  </a:lnTo>
                  <a:lnTo>
                    <a:pt x="1202253" y="3534795"/>
                  </a:lnTo>
                  <a:lnTo>
                    <a:pt x="1202370" y="3534795"/>
                  </a:lnTo>
                  <a:lnTo>
                    <a:pt x="1202488" y="3534795"/>
                  </a:lnTo>
                  <a:lnTo>
                    <a:pt x="1202605" y="3534795"/>
                  </a:lnTo>
                  <a:lnTo>
                    <a:pt x="1202723" y="3534795"/>
                  </a:lnTo>
                  <a:lnTo>
                    <a:pt x="1202723" y="3534364"/>
                  </a:lnTo>
                  <a:lnTo>
                    <a:pt x="1202841" y="3534364"/>
                  </a:lnTo>
                  <a:lnTo>
                    <a:pt x="1202841" y="3533934"/>
                  </a:lnTo>
                  <a:lnTo>
                    <a:pt x="1202841" y="3533503"/>
                  </a:lnTo>
                  <a:lnTo>
                    <a:pt x="1202841" y="3533073"/>
                  </a:lnTo>
                  <a:lnTo>
                    <a:pt x="1202841" y="3532642"/>
                  </a:lnTo>
                  <a:lnTo>
                    <a:pt x="1202958" y="3532642"/>
                  </a:lnTo>
                  <a:lnTo>
                    <a:pt x="1203076" y="3532642"/>
                  </a:lnTo>
                  <a:lnTo>
                    <a:pt x="1203076" y="3532211"/>
                  </a:lnTo>
                  <a:lnTo>
                    <a:pt x="1203193" y="3532211"/>
                  </a:lnTo>
                  <a:lnTo>
                    <a:pt x="1203193" y="3531781"/>
                  </a:lnTo>
                  <a:lnTo>
                    <a:pt x="1203311" y="3531781"/>
                  </a:lnTo>
                  <a:lnTo>
                    <a:pt x="1203429" y="3531781"/>
                  </a:lnTo>
                  <a:lnTo>
                    <a:pt x="1203429" y="3531350"/>
                  </a:lnTo>
                  <a:lnTo>
                    <a:pt x="1203429" y="3530920"/>
                  </a:lnTo>
                  <a:lnTo>
                    <a:pt x="1203546" y="3530920"/>
                  </a:lnTo>
                  <a:lnTo>
                    <a:pt x="1203546" y="3530489"/>
                  </a:lnTo>
                  <a:lnTo>
                    <a:pt x="1203664" y="3530489"/>
                  </a:lnTo>
                  <a:lnTo>
                    <a:pt x="1203664" y="3530058"/>
                  </a:lnTo>
                  <a:lnTo>
                    <a:pt x="1203664" y="3529628"/>
                  </a:lnTo>
                  <a:lnTo>
                    <a:pt x="1203782" y="3529628"/>
                  </a:lnTo>
                  <a:lnTo>
                    <a:pt x="1203782" y="3529197"/>
                  </a:lnTo>
                  <a:lnTo>
                    <a:pt x="1203899" y="3529197"/>
                  </a:lnTo>
                  <a:lnTo>
                    <a:pt x="1203899" y="3528767"/>
                  </a:lnTo>
                  <a:lnTo>
                    <a:pt x="1204017" y="3528767"/>
                  </a:lnTo>
                  <a:lnTo>
                    <a:pt x="1204134" y="3528767"/>
                  </a:lnTo>
                  <a:lnTo>
                    <a:pt x="1204252" y="3528767"/>
                  </a:lnTo>
                  <a:lnTo>
                    <a:pt x="1204370" y="3528767"/>
                  </a:lnTo>
                  <a:lnTo>
                    <a:pt x="1204487" y="3528767"/>
                  </a:lnTo>
                  <a:lnTo>
                    <a:pt x="1204487" y="3528336"/>
                  </a:lnTo>
                  <a:lnTo>
                    <a:pt x="1204605" y="3528336"/>
                  </a:lnTo>
                  <a:lnTo>
                    <a:pt x="1204605" y="3527905"/>
                  </a:lnTo>
                  <a:lnTo>
                    <a:pt x="1204605" y="3527475"/>
                  </a:lnTo>
                  <a:lnTo>
                    <a:pt x="1204722" y="3527475"/>
                  </a:lnTo>
                  <a:lnTo>
                    <a:pt x="1204840" y="3527475"/>
                  </a:lnTo>
                  <a:lnTo>
                    <a:pt x="1204958" y="3527475"/>
                  </a:lnTo>
                  <a:lnTo>
                    <a:pt x="1205075" y="3527475"/>
                  </a:lnTo>
                  <a:lnTo>
                    <a:pt x="1205193" y="3527475"/>
                  </a:lnTo>
                  <a:lnTo>
                    <a:pt x="1205310" y="3527475"/>
                  </a:lnTo>
                  <a:lnTo>
                    <a:pt x="1205428" y="3527475"/>
                  </a:lnTo>
                  <a:lnTo>
                    <a:pt x="1205546" y="3527475"/>
                  </a:lnTo>
                  <a:lnTo>
                    <a:pt x="1205546" y="3527044"/>
                  </a:lnTo>
                  <a:lnTo>
                    <a:pt x="1205663" y="3527044"/>
                  </a:lnTo>
                  <a:lnTo>
                    <a:pt x="1205781" y="3527044"/>
                  </a:lnTo>
                  <a:lnTo>
                    <a:pt x="1205781" y="3526614"/>
                  </a:lnTo>
                  <a:lnTo>
                    <a:pt x="1205899" y="3526614"/>
                  </a:lnTo>
                  <a:lnTo>
                    <a:pt x="1206016" y="3526614"/>
                  </a:lnTo>
                  <a:lnTo>
                    <a:pt x="1206016" y="3526183"/>
                  </a:lnTo>
                  <a:lnTo>
                    <a:pt x="1206134" y="3526183"/>
                  </a:lnTo>
                  <a:lnTo>
                    <a:pt x="1206251" y="3526183"/>
                  </a:lnTo>
                  <a:lnTo>
                    <a:pt x="1206369" y="3526183"/>
                  </a:lnTo>
                  <a:lnTo>
                    <a:pt x="1206487" y="3526183"/>
                  </a:lnTo>
                  <a:lnTo>
                    <a:pt x="1206604" y="3526183"/>
                  </a:lnTo>
                  <a:lnTo>
                    <a:pt x="1206604" y="3525752"/>
                  </a:lnTo>
                  <a:lnTo>
                    <a:pt x="1206604" y="3525322"/>
                  </a:lnTo>
                  <a:lnTo>
                    <a:pt x="1206604" y="3524891"/>
                  </a:lnTo>
                  <a:lnTo>
                    <a:pt x="1206604" y="3524461"/>
                  </a:lnTo>
                  <a:lnTo>
                    <a:pt x="1206722" y="3524461"/>
                  </a:lnTo>
                  <a:lnTo>
                    <a:pt x="1206839" y="3524461"/>
                  </a:lnTo>
                  <a:lnTo>
                    <a:pt x="1206957" y="3524461"/>
                  </a:lnTo>
                  <a:lnTo>
                    <a:pt x="1206957" y="3524030"/>
                  </a:lnTo>
                  <a:lnTo>
                    <a:pt x="1207075" y="3524030"/>
                  </a:lnTo>
                  <a:lnTo>
                    <a:pt x="1207192" y="3524030"/>
                  </a:lnTo>
                  <a:lnTo>
                    <a:pt x="1207192" y="3523599"/>
                  </a:lnTo>
                  <a:lnTo>
                    <a:pt x="1207310" y="3523599"/>
                  </a:lnTo>
                  <a:lnTo>
                    <a:pt x="1207428" y="3523599"/>
                  </a:lnTo>
                  <a:lnTo>
                    <a:pt x="1207545" y="3523599"/>
                  </a:lnTo>
                  <a:lnTo>
                    <a:pt x="1207663" y="3523599"/>
                  </a:lnTo>
                  <a:lnTo>
                    <a:pt x="1207780" y="3523599"/>
                  </a:lnTo>
                  <a:lnTo>
                    <a:pt x="1207780" y="3523169"/>
                  </a:lnTo>
                  <a:lnTo>
                    <a:pt x="1207780" y="3522738"/>
                  </a:lnTo>
                  <a:lnTo>
                    <a:pt x="1207898" y="3522738"/>
                  </a:lnTo>
                  <a:lnTo>
                    <a:pt x="1208016" y="3522738"/>
                  </a:lnTo>
                  <a:lnTo>
                    <a:pt x="1208016" y="3522308"/>
                  </a:lnTo>
                  <a:lnTo>
                    <a:pt x="1208133" y="3522308"/>
                  </a:lnTo>
                  <a:lnTo>
                    <a:pt x="1208251" y="3522308"/>
                  </a:lnTo>
                  <a:lnTo>
                    <a:pt x="1208368" y="3522308"/>
                  </a:lnTo>
                  <a:lnTo>
                    <a:pt x="1208486" y="3522308"/>
                  </a:lnTo>
                  <a:lnTo>
                    <a:pt x="1208604" y="3522308"/>
                  </a:lnTo>
                  <a:lnTo>
                    <a:pt x="1208721" y="3522308"/>
                  </a:lnTo>
                  <a:lnTo>
                    <a:pt x="1208839" y="3522308"/>
                  </a:lnTo>
                  <a:lnTo>
                    <a:pt x="1208839" y="3521877"/>
                  </a:lnTo>
                  <a:lnTo>
                    <a:pt x="1208839" y="3521446"/>
                  </a:lnTo>
                  <a:lnTo>
                    <a:pt x="1208957" y="3521446"/>
                  </a:lnTo>
                  <a:lnTo>
                    <a:pt x="1208957" y="3521016"/>
                  </a:lnTo>
                  <a:lnTo>
                    <a:pt x="1209074" y="3521016"/>
                  </a:lnTo>
                  <a:lnTo>
                    <a:pt x="1209192" y="3521016"/>
                  </a:lnTo>
                  <a:lnTo>
                    <a:pt x="1209309" y="3521016"/>
                  </a:lnTo>
                  <a:lnTo>
                    <a:pt x="1209427" y="3521016"/>
                  </a:lnTo>
                  <a:lnTo>
                    <a:pt x="1209545" y="3521016"/>
                  </a:lnTo>
                  <a:lnTo>
                    <a:pt x="1209545" y="3520585"/>
                  </a:lnTo>
                  <a:lnTo>
                    <a:pt x="1209662" y="3520585"/>
                  </a:lnTo>
                  <a:lnTo>
                    <a:pt x="1209662" y="3520155"/>
                  </a:lnTo>
                  <a:lnTo>
                    <a:pt x="1209780" y="3520155"/>
                  </a:lnTo>
                  <a:lnTo>
                    <a:pt x="1209780" y="3519724"/>
                  </a:lnTo>
                  <a:lnTo>
                    <a:pt x="1209897" y="3519724"/>
                  </a:lnTo>
                  <a:lnTo>
                    <a:pt x="1210015" y="3519724"/>
                  </a:lnTo>
                  <a:lnTo>
                    <a:pt x="1210015" y="3519293"/>
                  </a:lnTo>
                  <a:lnTo>
                    <a:pt x="1210133" y="3519293"/>
                  </a:lnTo>
                  <a:lnTo>
                    <a:pt x="1210250" y="3519293"/>
                  </a:lnTo>
                  <a:lnTo>
                    <a:pt x="1210368" y="3519293"/>
                  </a:lnTo>
                  <a:lnTo>
                    <a:pt x="1210486" y="3519293"/>
                  </a:lnTo>
                  <a:lnTo>
                    <a:pt x="1210486" y="3518863"/>
                  </a:lnTo>
                  <a:lnTo>
                    <a:pt x="1210603" y="3518863"/>
                  </a:lnTo>
                  <a:lnTo>
                    <a:pt x="1210603" y="3518432"/>
                  </a:lnTo>
                  <a:lnTo>
                    <a:pt x="1210603" y="3518002"/>
                  </a:lnTo>
                  <a:lnTo>
                    <a:pt x="1210721" y="3518002"/>
                  </a:lnTo>
                  <a:lnTo>
                    <a:pt x="1210838" y="3518002"/>
                  </a:lnTo>
                  <a:lnTo>
                    <a:pt x="1210956" y="3518002"/>
                  </a:lnTo>
                  <a:lnTo>
                    <a:pt x="1211074" y="3518002"/>
                  </a:lnTo>
                  <a:lnTo>
                    <a:pt x="1211191" y="3518002"/>
                  </a:lnTo>
                  <a:lnTo>
                    <a:pt x="1211309" y="3518002"/>
                  </a:lnTo>
                  <a:lnTo>
                    <a:pt x="1211426" y="3518002"/>
                  </a:lnTo>
                  <a:lnTo>
                    <a:pt x="1211544" y="3518002"/>
                  </a:lnTo>
                  <a:lnTo>
                    <a:pt x="1211662" y="3518002"/>
                  </a:lnTo>
                  <a:lnTo>
                    <a:pt x="1211779" y="3518002"/>
                  </a:lnTo>
                  <a:lnTo>
                    <a:pt x="1211779" y="3517571"/>
                  </a:lnTo>
                  <a:lnTo>
                    <a:pt x="1211779" y="3517140"/>
                  </a:lnTo>
                  <a:lnTo>
                    <a:pt x="1211897" y="3517140"/>
                  </a:lnTo>
                  <a:lnTo>
                    <a:pt x="1212014" y="3517140"/>
                  </a:lnTo>
                  <a:lnTo>
                    <a:pt x="1212014" y="3516710"/>
                  </a:lnTo>
                  <a:lnTo>
                    <a:pt x="1212014" y="3516279"/>
                  </a:lnTo>
                  <a:lnTo>
                    <a:pt x="1212132" y="3516279"/>
                  </a:lnTo>
                  <a:lnTo>
                    <a:pt x="1212132" y="3515849"/>
                  </a:lnTo>
                  <a:lnTo>
                    <a:pt x="1212132" y="3515418"/>
                  </a:lnTo>
                  <a:lnTo>
                    <a:pt x="1212250" y="3515418"/>
                  </a:lnTo>
                  <a:lnTo>
                    <a:pt x="1212250" y="3514987"/>
                  </a:lnTo>
                  <a:lnTo>
                    <a:pt x="1212367" y="3514987"/>
                  </a:lnTo>
                  <a:lnTo>
                    <a:pt x="1212367" y="3514557"/>
                  </a:lnTo>
                  <a:lnTo>
                    <a:pt x="1212485" y="3514557"/>
                  </a:lnTo>
                  <a:lnTo>
                    <a:pt x="1212603" y="3514557"/>
                  </a:lnTo>
                  <a:lnTo>
                    <a:pt x="1212720" y="3514557"/>
                  </a:lnTo>
                  <a:lnTo>
                    <a:pt x="1212838" y="3514557"/>
                  </a:lnTo>
                  <a:lnTo>
                    <a:pt x="1212955" y="3514557"/>
                  </a:lnTo>
                  <a:lnTo>
                    <a:pt x="1213073" y="3514557"/>
                  </a:lnTo>
                  <a:lnTo>
                    <a:pt x="1213191" y="3514557"/>
                  </a:lnTo>
                  <a:lnTo>
                    <a:pt x="1213308" y="3514557"/>
                  </a:lnTo>
                  <a:lnTo>
                    <a:pt x="1213308" y="3514126"/>
                  </a:lnTo>
                  <a:lnTo>
                    <a:pt x="1213426" y="3514126"/>
                  </a:lnTo>
                  <a:lnTo>
                    <a:pt x="1213426" y="3513696"/>
                  </a:lnTo>
                  <a:lnTo>
                    <a:pt x="1213543" y="3513696"/>
                  </a:lnTo>
                  <a:lnTo>
                    <a:pt x="1213661" y="3513696"/>
                  </a:lnTo>
                  <a:lnTo>
                    <a:pt x="1213661" y="3513265"/>
                  </a:lnTo>
                  <a:lnTo>
                    <a:pt x="1213779" y="3513265"/>
                  </a:lnTo>
                  <a:lnTo>
                    <a:pt x="1213896" y="3513265"/>
                  </a:lnTo>
                  <a:lnTo>
                    <a:pt x="1214014" y="3513265"/>
                  </a:lnTo>
                  <a:lnTo>
                    <a:pt x="1214014" y="3512834"/>
                  </a:lnTo>
                  <a:lnTo>
                    <a:pt x="1214132" y="3512834"/>
                  </a:lnTo>
                  <a:lnTo>
                    <a:pt x="1214249" y="3512834"/>
                  </a:lnTo>
                  <a:lnTo>
                    <a:pt x="1214367" y="3512834"/>
                  </a:lnTo>
                  <a:lnTo>
                    <a:pt x="1214484" y="3512834"/>
                  </a:lnTo>
                  <a:lnTo>
                    <a:pt x="1214602" y="3512834"/>
                  </a:lnTo>
                  <a:lnTo>
                    <a:pt x="1214602" y="3512404"/>
                  </a:lnTo>
                  <a:lnTo>
                    <a:pt x="1214720" y="3512404"/>
                  </a:lnTo>
                  <a:lnTo>
                    <a:pt x="1214837" y="3512404"/>
                  </a:lnTo>
                  <a:lnTo>
                    <a:pt x="1214955" y="3512404"/>
                  </a:lnTo>
                  <a:lnTo>
                    <a:pt x="1215072" y="3512404"/>
                  </a:lnTo>
                  <a:lnTo>
                    <a:pt x="1215190" y="3512404"/>
                  </a:lnTo>
                  <a:lnTo>
                    <a:pt x="1215190" y="3511973"/>
                  </a:lnTo>
                  <a:lnTo>
                    <a:pt x="1215308" y="3511973"/>
                  </a:lnTo>
                  <a:lnTo>
                    <a:pt x="1215308" y="3511543"/>
                  </a:lnTo>
                  <a:lnTo>
                    <a:pt x="1215308" y="3511112"/>
                  </a:lnTo>
                  <a:lnTo>
                    <a:pt x="1215425" y="3511112"/>
                  </a:lnTo>
                  <a:lnTo>
                    <a:pt x="1215543" y="3511112"/>
                  </a:lnTo>
                  <a:lnTo>
                    <a:pt x="1215661" y="3511112"/>
                  </a:lnTo>
                  <a:lnTo>
                    <a:pt x="1215778" y="3511112"/>
                  </a:lnTo>
                  <a:lnTo>
                    <a:pt x="1215896" y="3511112"/>
                  </a:lnTo>
                  <a:lnTo>
                    <a:pt x="1216013" y="3511112"/>
                  </a:lnTo>
                  <a:lnTo>
                    <a:pt x="1216013" y="3510681"/>
                  </a:lnTo>
                  <a:lnTo>
                    <a:pt x="1216131" y="3510681"/>
                  </a:lnTo>
                  <a:lnTo>
                    <a:pt x="1216249" y="3510681"/>
                  </a:lnTo>
                  <a:lnTo>
                    <a:pt x="1216249" y="3510251"/>
                  </a:lnTo>
                  <a:lnTo>
                    <a:pt x="1216366" y="3510251"/>
                  </a:lnTo>
                  <a:lnTo>
                    <a:pt x="1216484" y="3510251"/>
                  </a:lnTo>
                  <a:lnTo>
                    <a:pt x="1216601" y="3510251"/>
                  </a:lnTo>
                  <a:lnTo>
                    <a:pt x="1216601" y="3509820"/>
                  </a:lnTo>
                  <a:lnTo>
                    <a:pt x="1216719" y="3509820"/>
                  </a:lnTo>
                  <a:lnTo>
                    <a:pt x="1216837" y="3509820"/>
                  </a:lnTo>
                  <a:lnTo>
                    <a:pt x="1216954" y="3509820"/>
                  </a:lnTo>
                  <a:lnTo>
                    <a:pt x="1216954" y="3509390"/>
                  </a:lnTo>
                  <a:lnTo>
                    <a:pt x="1216954" y="3508959"/>
                  </a:lnTo>
                  <a:lnTo>
                    <a:pt x="1217072" y="3508959"/>
                  </a:lnTo>
                  <a:lnTo>
                    <a:pt x="1217190" y="3508959"/>
                  </a:lnTo>
                  <a:lnTo>
                    <a:pt x="1217307" y="3508959"/>
                  </a:lnTo>
                  <a:lnTo>
                    <a:pt x="1217425" y="3508959"/>
                  </a:lnTo>
                  <a:lnTo>
                    <a:pt x="1217425" y="3508528"/>
                  </a:lnTo>
                  <a:lnTo>
                    <a:pt x="1217542" y="3508528"/>
                  </a:lnTo>
                  <a:lnTo>
                    <a:pt x="1217660" y="3508528"/>
                  </a:lnTo>
                  <a:lnTo>
                    <a:pt x="1217660" y="3508098"/>
                  </a:lnTo>
                  <a:lnTo>
                    <a:pt x="1217778" y="3508098"/>
                  </a:lnTo>
                  <a:lnTo>
                    <a:pt x="1217895" y="3508098"/>
                  </a:lnTo>
                  <a:lnTo>
                    <a:pt x="1217895" y="3507667"/>
                  </a:lnTo>
                  <a:lnTo>
                    <a:pt x="1218013" y="3507667"/>
                  </a:lnTo>
                  <a:lnTo>
                    <a:pt x="1218130" y="3507667"/>
                  </a:lnTo>
                  <a:lnTo>
                    <a:pt x="1218248" y="3507667"/>
                  </a:lnTo>
                  <a:lnTo>
                    <a:pt x="1218366" y="3507667"/>
                  </a:lnTo>
                  <a:lnTo>
                    <a:pt x="1218483" y="3507667"/>
                  </a:lnTo>
                  <a:lnTo>
                    <a:pt x="1218601" y="3507667"/>
                  </a:lnTo>
                  <a:lnTo>
                    <a:pt x="1218719" y="3507667"/>
                  </a:lnTo>
                  <a:lnTo>
                    <a:pt x="1218836" y="3507667"/>
                  </a:lnTo>
                  <a:lnTo>
                    <a:pt x="1218954" y="3507667"/>
                  </a:lnTo>
                  <a:lnTo>
                    <a:pt x="1219071" y="3507667"/>
                  </a:lnTo>
                  <a:lnTo>
                    <a:pt x="1219189" y="3507667"/>
                  </a:lnTo>
                  <a:lnTo>
                    <a:pt x="1219307" y="3507667"/>
                  </a:lnTo>
                  <a:lnTo>
                    <a:pt x="1219424" y="3507667"/>
                  </a:lnTo>
                  <a:lnTo>
                    <a:pt x="1219542" y="3507667"/>
                  </a:lnTo>
                  <a:lnTo>
                    <a:pt x="1219542" y="3507237"/>
                  </a:lnTo>
                  <a:lnTo>
                    <a:pt x="1219542" y="3506806"/>
                  </a:lnTo>
                  <a:lnTo>
                    <a:pt x="1219659" y="3506806"/>
                  </a:lnTo>
                  <a:lnTo>
                    <a:pt x="1219777" y="3506806"/>
                  </a:lnTo>
                  <a:lnTo>
                    <a:pt x="1219895" y="3506806"/>
                  </a:lnTo>
                  <a:lnTo>
                    <a:pt x="1220012" y="3506806"/>
                  </a:lnTo>
                  <a:lnTo>
                    <a:pt x="1220130" y="3506806"/>
                  </a:lnTo>
                  <a:lnTo>
                    <a:pt x="1220247" y="3506806"/>
                  </a:lnTo>
                  <a:lnTo>
                    <a:pt x="1220365" y="3506806"/>
                  </a:lnTo>
                  <a:lnTo>
                    <a:pt x="1220483" y="3506806"/>
                  </a:lnTo>
                  <a:lnTo>
                    <a:pt x="1220600" y="3506806"/>
                  </a:lnTo>
                  <a:lnTo>
                    <a:pt x="1220600" y="3506375"/>
                  </a:lnTo>
                  <a:lnTo>
                    <a:pt x="1220600" y="3505945"/>
                  </a:lnTo>
                  <a:lnTo>
                    <a:pt x="1220718" y="3505945"/>
                  </a:lnTo>
                  <a:lnTo>
                    <a:pt x="1220836" y="3505945"/>
                  </a:lnTo>
                  <a:lnTo>
                    <a:pt x="1220836" y="3505514"/>
                  </a:lnTo>
                  <a:lnTo>
                    <a:pt x="1220953" y="3505514"/>
                  </a:lnTo>
                  <a:lnTo>
                    <a:pt x="1220953" y="3505084"/>
                  </a:lnTo>
                  <a:lnTo>
                    <a:pt x="1221071" y="3505084"/>
                  </a:lnTo>
                  <a:lnTo>
                    <a:pt x="1221071" y="3504653"/>
                  </a:lnTo>
                  <a:lnTo>
                    <a:pt x="1221188" y="3504653"/>
                  </a:lnTo>
                  <a:lnTo>
                    <a:pt x="1221188" y="3504222"/>
                  </a:lnTo>
                  <a:lnTo>
                    <a:pt x="1221306" y="3504222"/>
                  </a:lnTo>
                  <a:lnTo>
                    <a:pt x="1221306" y="3503792"/>
                  </a:lnTo>
                  <a:lnTo>
                    <a:pt x="1221306" y="3503361"/>
                  </a:lnTo>
                  <a:lnTo>
                    <a:pt x="1221424" y="3503361"/>
                  </a:lnTo>
                  <a:lnTo>
                    <a:pt x="1221541" y="3503361"/>
                  </a:lnTo>
                  <a:lnTo>
                    <a:pt x="1221659" y="3503361"/>
                  </a:lnTo>
                  <a:lnTo>
                    <a:pt x="1221776" y="3503361"/>
                  </a:lnTo>
                  <a:lnTo>
                    <a:pt x="1221894" y="3503361"/>
                  </a:lnTo>
                  <a:lnTo>
                    <a:pt x="1222012" y="3503361"/>
                  </a:lnTo>
                  <a:lnTo>
                    <a:pt x="1222012" y="3502931"/>
                  </a:lnTo>
                  <a:lnTo>
                    <a:pt x="1222129" y="3502931"/>
                  </a:lnTo>
                  <a:lnTo>
                    <a:pt x="1222247" y="3502931"/>
                  </a:lnTo>
                  <a:lnTo>
                    <a:pt x="1222247" y="3502500"/>
                  </a:lnTo>
                  <a:lnTo>
                    <a:pt x="1222365" y="3502500"/>
                  </a:lnTo>
                  <a:lnTo>
                    <a:pt x="1222365" y="3502069"/>
                  </a:lnTo>
                  <a:lnTo>
                    <a:pt x="1222482" y="3502069"/>
                  </a:lnTo>
                  <a:lnTo>
                    <a:pt x="1222600" y="3502069"/>
                  </a:lnTo>
                  <a:lnTo>
                    <a:pt x="1222717" y="3502069"/>
                  </a:lnTo>
                  <a:lnTo>
                    <a:pt x="1222835" y="3502069"/>
                  </a:lnTo>
                  <a:lnTo>
                    <a:pt x="1222835" y="3501639"/>
                  </a:lnTo>
                  <a:lnTo>
                    <a:pt x="1222953" y="3501639"/>
                  </a:lnTo>
                  <a:lnTo>
                    <a:pt x="1222953" y="3501208"/>
                  </a:lnTo>
                  <a:lnTo>
                    <a:pt x="1223070" y="3501208"/>
                  </a:lnTo>
                  <a:lnTo>
                    <a:pt x="1223188" y="3501208"/>
                  </a:lnTo>
                  <a:lnTo>
                    <a:pt x="1223188" y="3500778"/>
                  </a:lnTo>
                  <a:lnTo>
                    <a:pt x="1223305" y="3500778"/>
                  </a:lnTo>
                  <a:lnTo>
                    <a:pt x="1223423" y="3500778"/>
                  </a:lnTo>
                  <a:lnTo>
                    <a:pt x="1223541" y="3500778"/>
                  </a:lnTo>
                  <a:lnTo>
                    <a:pt x="1223541" y="3500347"/>
                  </a:lnTo>
                  <a:lnTo>
                    <a:pt x="1223541" y="3499916"/>
                  </a:lnTo>
                  <a:lnTo>
                    <a:pt x="1223658" y="3499916"/>
                  </a:lnTo>
                  <a:lnTo>
                    <a:pt x="1223658" y="3499486"/>
                  </a:lnTo>
                  <a:lnTo>
                    <a:pt x="1223776" y="3499486"/>
                  </a:lnTo>
                  <a:lnTo>
                    <a:pt x="1223894" y="3499486"/>
                  </a:lnTo>
                  <a:lnTo>
                    <a:pt x="1224011" y="3499486"/>
                  </a:lnTo>
                  <a:lnTo>
                    <a:pt x="1224129" y="3499486"/>
                  </a:lnTo>
                  <a:lnTo>
                    <a:pt x="1224246" y="3499486"/>
                  </a:lnTo>
                  <a:lnTo>
                    <a:pt x="1224364" y="3499486"/>
                  </a:lnTo>
                  <a:lnTo>
                    <a:pt x="1224482" y="3499486"/>
                  </a:lnTo>
                  <a:lnTo>
                    <a:pt x="1224482" y="3499055"/>
                  </a:lnTo>
                  <a:lnTo>
                    <a:pt x="1224482" y="3498625"/>
                  </a:lnTo>
                  <a:lnTo>
                    <a:pt x="1224599" y="3498625"/>
                  </a:lnTo>
                  <a:lnTo>
                    <a:pt x="1224717" y="3498625"/>
                  </a:lnTo>
                  <a:lnTo>
                    <a:pt x="1224834" y="3498625"/>
                  </a:lnTo>
                  <a:lnTo>
                    <a:pt x="1224952" y="3498625"/>
                  </a:lnTo>
                  <a:lnTo>
                    <a:pt x="1225070" y="3498625"/>
                  </a:lnTo>
                  <a:lnTo>
                    <a:pt x="1225187" y="3498625"/>
                  </a:lnTo>
                  <a:lnTo>
                    <a:pt x="1225305" y="3498625"/>
                  </a:lnTo>
                  <a:lnTo>
                    <a:pt x="1225423" y="3498625"/>
                  </a:lnTo>
                  <a:lnTo>
                    <a:pt x="1225540" y="3498625"/>
                  </a:lnTo>
                  <a:lnTo>
                    <a:pt x="1225658" y="3498625"/>
                  </a:lnTo>
                  <a:lnTo>
                    <a:pt x="1225658" y="3498194"/>
                  </a:lnTo>
                  <a:lnTo>
                    <a:pt x="1225775" y="3498194"/>
                  </a:lnTo>
                  <a:lnTo>
                    <a:pt x="1225893" y="3498194"/>
                  </a:lnTo>
                  <a:lnTo>
                    <a:pt x="1226011" y="3498194"/>
                  </a:lnTo>
                  <a:lnTo>
                    <a:pt x="1226128" y="3498194"/>
                  </a:lnTo>
                  <a:lnTo>
                    <a:pt x="1226246" y="3498194"/>
                  </a:lnTo>
                  <a:lnTo>
                    <a:pt x="1226363" y="3498194"/>
                  </a:lnTo>
                  <a:lnTo>
                    <a:pt x="1226481" y="3498194"/>
                  </a:lnTo>
                  <a:lnTo>
                    <a:pt x="1226599" y="3498194"/>
                  </a:lnTo>
                  <a:lnTo>
                    <a:pt x="1226599" y="3497763"/>
                  </a:lnTo>
                  <a:lnTo>
                    <a:pt x="1226716" y="3497763"/>
                  </a:lnTo>
                  <a:lnTo>
                    <a:pt x="1226834" y="3497763"/>
                  </a:lnTo>
                  <a:lnTo>
                    <a:pt x="1226952" y="3497763"/>
                  </a:lnTo>
                  <a:lnTo>
                    <a:pt x="1227069" y="3497763"/>
                  </a:lnTo>
                  <a:lnTo>
                    <a:pt x="1227069" y="3497333"/>
                  </a:lnTo>
                  <a:lnTo>
                    <a:pt x="1227187" y="3497333"/>
                  </a:lnTo>
                  <a:lnTo>
                    <a:pt x="1227304" y="3497333"/>
                  </a:lnTo>
                  <a:lnTo>
                    <a:pt x="1227304" y="3496902"/>
                  </a:lnTo>
                  <a:lnTo>
                    <a:pt x="1227422" y="3496902"/>
                  </a:lnTo>
                  <a:lnTo>
                    <a:pt x="1227540" y="3496902"/>
                  </a:lnTo>
                  <a:lnTo>
                    <a:pt x="1227657" y="3496902"/>
                  </a:lnTo>
                  <a:lnTo>
                    <a:pt x="1227775" y="3496902"/>
                  </a:lnTo>
                  <a:lnTo>
                    <a:pt x="1227892" y="3496902"/>
                  </a:lnTo>
                  <a:lnTo>
                    <a:pt x="1228010" y="3496902"/>
                  </a:lnTo>
                  <a:lnTo>
                    <a:pt x="1228128" y="3496902"/>
                  </a:lnTo>
                  <a:lnTo>
                    <a:pt x="1228128" y="3496472"/>
                  </a:lnTo>
                  <a:lnTo>
                    <a:pt x="1228128" y="3496041"/>
                  </a:lnTo>
                  <a:lnTo>
                    <a:pt x="1228245" y="3496041"/>
                  </a:lnTo>
                  <a:lnTo>
                    <a:pt x="1228363" y="3496041"/>
                  </a:lnTo>
                  <a:lnTo>
                    <a:pt x="1228363" y="3495610"/>
                  </a:lnTo>
                  <a:lnTo>
                    <a:pt x="1228363" y="3495180"/>
                  </a:lnTo>
                  <a:lnTo>
                    <a:pt x="1228363" y="3494749"/>
                  </a:lnTo>
                  <a:lnTo>
                    <a:pt x="1228480" y="3494749"/>
                  </a:lnTo>
                  <a:lnTo>
                    <a:pt x="1228598" y="3494749"/>
                  </a:lnTo>
                  <a:lnTo>
                    <a:pt x="1228598" y="3494319"/>
                  </a:lnTo>
                  <a:lnTo>
                    <a:pt x="1228716" y="3494319"/>
                  </a:lnTo>
                  <a:lnTo>
                    <a:pt x="1228716" y="3493888"/>
                  </a:lnTo>
                  <a:lnTo>
                    <a:pt x="1228833" y="3493888"/>
                  </a:lnTo>
                  <a:lnTo>
                    <a:pt x="1228951" y="3493888"/>
                  </a:lnTo>
                  <a:lnTo>
                    <a:pt x="1229069" y="3493888"/>
                  </a:lnTo>
                  <a:lnTo>
                    <a:pt x="1229186" y="3493888"/>
                  </a:lnTo>
                  <a:lnTo>
                    <a:pt x="1229304" y="3493888"/>
                  </a:lnTo>
                  <a:lnTo>
                    <a:pt x="1229421" y="3493888"/>
                  </a:lnTo>
                  <a:lnTo>
                    <a:pt x="1229539" y="3493888"/>
                  </a:lnTo>
                  <a:lnTo>
                    <a:pt x="1229657" y="3493888"/>
                  </a:lnTo>
                  <a:lnTo>
                    <a:pt x="1229657" y="3493457"/>
                  </a:lnTo>
                  <a:lnTo>
                    <a:pt x="1229774" y="3493457"/>
                  </a:lnTo>
                  <a:lnTo>
                    <a:pt x="1229774" y="3493027"/>
                  </a:lnTo>
                  <a:lnTo>
                    <a:pt x="1229892" y="3493027"/>
                  </a:lnTo>
                  <a:lnTo>
                    <a:pt x="1229892" y="3492596"/>
                  </a:lnTo>
                  <a:lnTo>
                    <a:pt x="1230009" y="3492596"/>
                  </a:lnTo>
                  <a:lnTo>
                    <a:pt x="1230009" y="3492166"/>
                  </a:lnTo>
                  <a:lnTo>
                    <a:pt x="1230127" y="3492166"/>
                  </a:lnTo>
                  <a:lnTo>
                    <a:pt x="1230127" y="3491735"/>
                  </a:lnTo>
                  <a:lnTo>
                    <a:pt x="1230127" y="3491304"/>
                  </a:lnTo>
                  <a:lnTo>
                    <a:pt x="1230245" y="3491304"/>
                  </a:lnTo>
                  <a:lnTo>
                    <a:pt x="1230245" y="3490874"/>
                  </a:lnTo>
                  <a:lnTo>
                    <a:pt x="1230362" y="3490874"/>
                  </a:lnTo>
                  <a:lnTo>
                    <a:pt x="1230480" y="3490874"/>
                  </a:lnTo>
                  <a:lnTo>
                    <a:pt x="1230598" y="3490874"/>
                  </a:lnTo>
                  <a:lnTo>
                    <a:pt x="1230715" y="3490874"/>
                  </a:lnTo>
                  <a:lnTo>
                    <a:pt x="1230833" y="3490874"/>
                  </a:lnTo>
                  <a:lnTo>
                    <a:pt x="1230950" y="3490874"/>
                  </a:lnTo>
                  <a:lnTo>
                    <a:pt x="1231068" y="3490874"/>
                  </a:lnTo>
                  <a:lnTo>
                    <a:pt x="1231068" y="3490443"/>
                  </a:lnTo>
                  <a:lnTo>
                    <a:pt x="1231068" y="3490013"/>
                  </a:lnTo>
                  <a:lnTo>
                    <a:pt x="1231068" y="3489582"/>
                  </a:lnTo>
                  <a:lnTo>
                    <a:pt x="1231068" y="3489151"/>
                  </a:lnTo>
                  <a:lnTo>
                    <a:pt x="1231186" y="3489151"/>
                  </a:lnTo>
                  <a:lnTo>
                    <a:pt x="1231186" y="3488721"/>
                  </a:lnTo>
                  <a:lnTo>
                    <a:pt x="1231303" y="3488721"/>
                  </a:lnTo>
                  <a:lnTo>
                    <a:pt x="1231421" y="3488721"/>
                  </a:lnTo>
                  <a:lnTo>
                    <a:pt x="1231421" y="3488290"/>
                  </a:lnTo>
                  <a:lnTo>
                    <a:pt x="1231538" y="3488290"/>
                  </a:lnTo>
                  <a:lnTo>
                    <a:pt x="1231656" y="3488290"/>
                  </a:lnTo>
                  <a:lnTo>
                    <a:pt x="1231774" y="3488290"/>
                  </a:lnTo>
                  <a:lnTo>
                    <a:pt x="1231891" y="3488290"/>
                  </a:lnTo>
                  <a:lnTo>
                    <a:pt x="1232009" y="3488290"/>
                  </a:lnTo>
                  <a:lnTo>
                    <a:pt x="1232009" y="3487860"/>
                  </a:lnTo>
                  <a:lnTo>
                    <a:pt x="1232009" y="3487429"/>
                  </a:lnTo>
                  <a:lnTo>
                    <a:pt x="1232127" y="3487429"/>
                  </a:lnTo>
                  <a:lnTo>
                    <a:pt x="1232127" y="3486998"/>
                  </a:lnTo>
                  <a:lnTo>
                    <a:pt x="1232244" y="3486998"/>
                  </a:lnTo>
                  <a:lnTo>
                    <a:pt x="1232244" y="3486568"/>
                  </a:lnTo>
                  <a:lnTo>
                    <a:pt x="1232362" y="3486568"/>
                  </a:lnTo>
                  <a:lnTo>
                    <a:pt x="1232479" y="3486568"/>
                  </a:lnTo>
                  <a:lnTo>
                    <a:pt x="1232597" y="3486568"/>
                  </a:lnTo>
                  <a:lnTo>
                    <a:pt x="1232715" y="3486568"/>
                  </a:lnTo>
                  <a:lnTo>
                    <a:pt x="1232715" y="3486137"/>
                  </a:lnTo>
                  <a:lnTo>
                    <a:pt x="1232832" y="3486137"/>
                  </a:lnTo>
                  <a:lnTo>
                    <a:pt x="1232950" y="3486137"/>
                  </a:lnTo>
                  <a:lnTo>
                    <a:pt x="1233067" y="3486137"/>
                  </a:lnTo>
                  <a:lnTo>
                    <a:pt x="1233185" y="3486137"/>
                  </a:lnTo>
                  <a:lnTo>
                    <a:pt x="1233303" y="3486137"/>
                  </a:lnTo>
                  <a:lnTo>
                    <a:pt x="1233303" y="3485707"/>
                  </a:lnTo>
                  <a:lnTo>
                    <a:pt x="1233420" y="3485707"/>
                  </a:lnTo>
                  <a:lnTo>
                    <a:pt x="1233538" y="3485707"/>
                  </a:lnTo>
                  <a:lnTo>
                    <a:pt x="1233656" y="3485707"/>
                  </a:lnTo>
                  <a:lnTo>
                    <a:pt x="1233773" y="3485707"/>
                  </a:lnTo>
                  <a:lnTo>
                    <a:pt x="1233891" y="3485707"/>
                  </a:lnTo>
                  <a:lnTo>
                    <a:pt x="1233891" y="3485276"/>
                  </a:lnTo>
                  <a:lnTo>
                    <a:pt x="1233891" y="3484845"/>
                  </a:lnTo>
                  <a:lnTo>
                    <a:pt x="1234008" y="3484845"/>
                  </a:lnTo>
                  <a:lnTo>
                    <a:pt x="1234126" y="3484845"/>
                  </a:lnTo>
                  <a:lnTo>
                    <a:pt x="1234244" y="3484845"/>
                  </a:lnTo>
                  <a:lnTo>
                    <a:pt x="1234361" y="3484845"/>
                  </a:lnTo>
                  <a:lnTo>
                    <a:pt x="1234479" y="3484845"/>
                  </a:lnTo>
                  <a:lnTo>
                    <a:pt x="1234479" y="3484415"/>
                  </a:lnTo>
                  <a:lnTo>
                    <a:pt x="1234596" y="3484415"/>
                  </a:lnTo>
                  <a:lnTo>
                    <a:pt x="1234714" y="3484415"/>
                  </a:lnTo>
                  <a:lnTo>
                    <a:pt x="1234832" y="3484415"/>
                  </a:lnTo>
                  <a:lnTo>
                    <a:pt x="1234832" y="3483984"/>
                  </a:lnTo>
                  <a:lnTo>
                    <a:pt x="1234832" y="3483554"/>
                  </a:lnTo>
                  <a:lnTo>
                    <a:pt x="1234949" y="3483554"/>
                  </a:lnTo>
                  <a:lnTo>
                    <a:pt x="1235067" y="3483554"/>
                  </a:lnTo>
                  <a:lnTo>
                    <a:pt x="1235185" y="3483554"/>
                  </a:lnTo>
                  <a:lnTo>
                    <a:pt x="1235302" y="3483554"/>
                  </a:lnTo>
                  <a:lnTo>
                    <a:pt x="1235420" y="3483554"/>
                  </a:lnTo>
                  <a:lnTo>
                    <a:pt x="1235537" y="3483554"/>
                  </a:lnTo>
                  <a:lnTo>
                    <a:pt x="1235655" y="3483554"/>
                  </a:lnTo>
                  <a:lnTo>
                    <a:pt x="1235773" y="3483554"/>
                  </a:lnTo>
                  <a:lnTo>
                    <a:pt x="1235890" y="3483554"/>
                  </a:lnTo>
                  <a:lnTo>
                    <a:pt x="1236008" y="3483554"/>
                  </a:lnTo>
                  <a:lnTo>
                    <a:pt x="1236125" y="3483554"/>
                  </a:lnTo>
                  <a:lnTo>
                    <a:pt x="1236243" y="3483554"/>
                  </a:lnTo>
                  <a:lnTo>
                    <a:pt x="1236361" y="3483554"/>
                  </a:lnTo>
                  <a:lnTo>
                    <a:pt x="1236478" y="3483554"/>
                  </a:lnTo>
                  <a:lnTo>
                    <a:pt x="1236596" y="3483554"/>
                  </a:lnTo>
                  <a:lnTo>
                    <a:pt x="1236596" y="3483123"/>
                  </a:lnTo>
                  <a:lnTo>
                    <a:pt x="1236596" y="3482692"/>
                  </a:lnTo>
                  <a:lnTo>
                    <a:pt x="1236713" y="3482692"/>
                  </a:lnTo>
                  <a:lnTo>
                    <a:pt x="1236713" y="3482262"/>
                  </a:lnTo>
                  <a:lnTo>
                    <a:pt x="1236831" y="3482262"/>
                  </a:lnTo>
                  <a:lnTo>
                    <a:pt x="1236949" y="3482262"/>
                  </a:lnTo>
                  <a:lnTo>
                    <a:pt x="1236949" y="3481831"/>
                  </a:lnTo>
                  <a:lnTo>
                    <a:pt x="1237066" y="3481831"/>
                  </a:lnTo>
                  <a:lnTo>
                    <a:pt x="1237066" y="3481401"/>
                  </a:lnTo>
                  <a:lnTo>
                    <a:pt x="1237184" y="3481401"/>
                  </a:lnTo>
                  <a:lnTo>
                    <a:pt x="1237302" y="3481401"/>
                  </a:lnTo>
                  <a:lnTo>
                    <a:pt x="1237419" y="3481401"/>
                  </a:lnTo>
                  <a:lnTo>
                    <a:pt x="1237537" y="3481401"/>
                  </a:lnTo>
                  <a:lnTo>
                    <a:pt x="1237654" y="3481401"/>
                  </a:lnTo>
                  <a:lnTo>
                    <a:pt x="1237654" y="3480970"/>
                  </a:lnTo>
                  <a:lnTo>
                    <a:pt x="1237772" y="3480970"/>
                  </a:lnTo>
                  <a:lnTo>
                    <a:pt x="1237890" y="3480970"/>
                  </a:lnTo>
                  <a:lnTo>
                    <a:pt x="1238007" y="3480970"/>
                  </a:lnTo>
                  <a:lnTo>
                    <a:pt x="1238007" y="3480539"/>
                  </a:lnTo>
                  <a:lnTo>
                    <a:pt x="1238125" y="3480539"/>
                  </a:lnTo>
                  <a:lnTo>
                    <a:pt x="1238242" y="3480539"/>
                  </a:lnTo>
                  <a:lnTo>
                    <a:pt x="1238360" y="3480539"/>
                  </a:lnTo>
                  <a:lnTo>
                    <a:pt x="1238360" y="3480109"/>
                  </a:lnTo>
                  <a:lnTo>
                    <a:pt x="1238478" y="3480109"/>
                  </a:lnTo>
                  <a:lnTo>
                    <a:pt x="1238478" y="3479678"/>
                  </a:lnTo>
                  <a:lnTo>
                    <a:pt x="1238478" y="3479248"/>
                  </a:lnTo>
                  <a:lnTo>
                    <a:pt x="1238478" y="3478817"/>
                  </a:lnTo>
                  <a:lnTo>
                    <a:pt x="1238478" y="3478386"/>
                  </a:lnTo>
                  <a:lnTo>
                    <a:pt x="1238595" y="3478386"/>
                  </a:lnTo>
                  <a:lnTo>
                    <a:pt x="1238713" y="3478386"/>
                  </a:lnTo>
                  <a:lnTo>
                    <a:pt x="1238831" y="3478386"/>
                  </a:lnTo>
                  <a:lnTo>
                    <a:pt x="1238948" y="3478386"/>
                  </a:lnTo>
                  <a:lnTo>
                    <a:pt x="1239066" y="3478386"/>
                  </a:lnTo>
                  <a:lnTo>
                    <a:pt x="1239183" y="3478386"/>
                  </a:lnTo>
                  <a:lnTo>
                    <a:pt x="1239301" y="3478386"/>
                  </a:lnTo>
                  <a:lnTo>
                    <a:pt x="1239419" y="3478386"/>
                  </a:lnTo>
                  <a:lnTo>
                    <a:pt x="1239536" y="3478386"/>
                  </a:lnTo>
                  <a:lnTo>
                    <a:pt x="1239654" y="3478386"/>
                  </a:lnTo>
                  <a:lnTo>
                    <a:pt x="1239771" y="3478386"/>
                  </a:lnTo>
                  <a:lnTo>
                    <a:pt x="1239889" y="3478386"/>
                  </a:lnTo>
                  <a:lnTo>
                    <a:pt x="1240007" y="3478386"/>
                  </a:lnTo>
                  <a:lnTo>
                    <a:pt x="1240124" y="3478386"/>
                  </a:lnTo>
                  <a:lnTo>
                    <a:pt x="1240242" y="3478386"/>
                  </a:lnTo>
                  <a:lnTo>
                    <a:pt x="1240242" y="3477956"/>
                  </a:lnTo>
                  <a:lnTo>
                    <a:pt x="1240360" y="3477956"/>
                  </a:lnTo>
                  <a:lnTo>
                    <a:pt x="1240360" y="3477525"/>
                  </a:lnTo>
                  <a:lnTo>
                    <a:pt x="1240477" y="3477525"/>
                  </a:lnTo>
                  <a:lnTo>
                    <a:pt x="1240595" y="3477525"/>
                  </a:lnTo>
                  <a:lnTo>
                    <a:pt x="1240712" y="3477525"/>
                  </a:lnTo>
                  <a:lnTo>
                    <a:pt x="1240830" y="3477525"/>
                  </a:lnTo>
                  <a:lnTo>
                    <a:pt x="1240948" y="3477525"/>
                  </a:lnTo>
                  <a:lnTo>
                    <a:pt x="1241065" y="3477525"/>
                  </a:lnTo>
                  <a:lnTo>
                    <a:pt x="1241183" y="3477525"/>
                  </a:lnTo>
                  <a:lnTo>
                    <a:pt x="1241300" y="3477525"/>
                  </a:lnTo>
                  <a:lnTo>
                    <a:pt x="1241418" y="3477525"/>
                  </a:lnTo>
                  <a:lnTo>
                    <a:pt x="1241418" y="3477095"/>
                  </a:lnTo>
                  <a:lnTo>
                    <a:pt x="1241536" y="3477095"/>
                  </a:lnTo>
                  <a:lnTo>
                    <a:pt x="1241653" y="3477095"/>
                  </a:lnTo>
                  <a:lnTo>
                    <a:pt x="1241771" y="3477095"/>
                  </a:lnTo>
                  <a:lnTo>
                    <a:pt x="1241889" y="3477095"/>
                  </a:lnTo>
                  <a:lnTo>
                    <a:pt x="1242006" y="3477095"/>
                  </a:lnTo>
                  <a:lnTo>
                    <a:pt x="1242124" y="3477095"/>
                  </a:lnTo>
                  <a:lnTo>
                    <a:pt x="1242241" y="3477095"/>
                  </a:lnTo>
                  <a:lnTo>
                    <a:pt x="1242359" y="3477095"/>
                  </a:lnTo>
                  <a:lnTo>
                    <a:pt x="1242359" y="3476664"/>
                  </a:lnTo>
                  <a:lnTo>
                    <a:pt x="1242359" y="3476233"/>
                  </a:lnTo>
                  <a:lnTo>
                    <a:pt x="1242477" y="3476233"/>
                  </a:lnTo>
                  <a:lnTo>
                    <a:pt x="1242594" y="3476233"/>
                  </a:lnTo>
                  <a:lnTo>
                    <a:pt x="1242594" y="3475803"/>
                  </a:lnTo>
                  <a:lnTo>
                    <a:pt x="1242594" y="3475372"/>
                  </a:lnTo>
                  <a:lnTo>
                    <a:pt x="1242712" y="3475372"/>
                  </a:lnTo>
                  <a:lnTo>
                    <a:pt x="1242829" y="3475372"/>
                  </a:lnTo>
                  <a:lnTo>
                    <a:pt x="1242947" y="3475372"/>
                  </a:lnTo>
                  <a:lnTo>
                    <a:pt x="1243065" y="3475372"/>
                  </a:lnTo>
                  <a:lnTo>
                    <a:pt x="1243065" y="3474942"/>
                  </a:lnTo>
                  <a:lnTo>
                    <a:pt x="1243065" y="3474511"/>
                  </a:lnTo>
                  <a:lnTo>
                    <a:pt x="1243065" y="3474080"/>
                  </a:lnTo>
                  <a:lnTo>
                    <a:pt x="1243182" y="3474080"/>
                  </a:lnTo>
                  <a:lnTo>
                    <a:pt x="1243182" y="3473650"/>
                  </a:lnTo>
                  <a:lnTo>
                    <a:pt x="1243300" y="3473650"/>
                  </a:lnTo>
                  <a:lnTo>
                    <a:pt x="1243418" y="3473650"/>
                  </a:lnTo>
                  <a:lnTo>
                    <a:pt x="1243535" y="3473650"/>
                  </a:lnTo>
                  <a:lnTo>
                    <a:pt x="1243535" y="3473219"/>
                  </a:lnTo>
                  <a:lnTo>
                    <a:pt x="1243653" y="3473219"/>
                  </a:lnTo>
                  <a:lnTo>
                    <a:pt x="1243653" y="3472789"/>
                  </a:lnTo>
                  <a:lnTo>
                    <a:pt x="1243653" y="3472358"/>
                  </a:lnTo>
                  <a:lnTo>
                    <a:pt x="1243653" y="3471927"/>
                  </a:lnTo>
                  <a:lnTo>
                    <a:pt x="1243770" y="3471927"/>
                  </a:lnTo>
                  <a:lnTo>
                    <a:pt x="1243770" y="3471497"/>
                  </a:lnTo>
                  <a:lnTo>
                    <a:pt x="1243770" y="3471066"/>
                  </a:lnTo>
                  <a:lnTo>
                    <a:pt x="1243888" y="3471066"/>
                  </a:lnTo>
                  <a:lnTo>
                    <a:pt x="1244006" y="3471066"/>
                  </a:lnTo>
                  <a:lnTo>
                    <a:pt x="1244006" y="3470636"/>
                  </a:lnTo>
                  <a:lnTo>
                    <a:pt x="1244006" y="3470205"/>
                  </a:lnTo>
                  <a:lnTo>
                    <a:pt x="1244123" y="3470205"/>
                  </a:lnTo>
                  <a:lnTo>
                    <a:pt x="1244241" y="3470205"/>
                  </a:lnTo>
                  <a:lnTo>
                    <a:pt x="1244358" y="3470205"/>
                  </a:lnTo>
                  <a:lnTo>
                    <a:pt x="1244476" y="3470205"/>
                  </a:lnTo>
                  <a:lnTo>
                    <a:pt x="1244594" y="3470205"/>
                  </a:lnTo>
                  <a:lnTo>
                    <a:pt x="1244711" y="3470205"/>
                  </a:lnTo>
                  <a:lnTo>
                    <a:pt x="1244829" y="3470205"/>
                  </a:lnTo>
                  <a:lnTo>
                    <a:pt x="1244829" y="3469774"/>
                  </a:lnTo>
                  <a:lnTo>
                    <a:pt x="1244946" y="3469774"/>
                  </a:lnTo>
                  <a:lnTo>
                    <a:pt x="1245064" y="3469774"/>
                  </a:lnTo>
                  <a:lnTo>
                    <a:pt x="1245064" y="3469344"/>
                  </a:lnTo>
                  <a:lnTo>
                    <a:pt x="1245182" y="3469344"/>
                  </a:lnTo>
                  <a:lnTo>
                    <a:pt x="1245299" y="3469344"/>
                  </a:lnTo>
                  <a:lnTo>
                    <a:pt x="1245417" y="3469344"/>
                  </a:lnTo>
                  <a:lnTo>
                    <a:pt x="1245535" y="3469344"/>
                  </a:lnTo>
                  <a:lnTo>
                    <a:pt x="1245652" y="3469344"/>
                  </a:lnTo>
                  <a:lnTo>
                    <a:pt x="1245770" y="3469344"/>
                  </a:lnTo>
                  <a:lnTo>
                    <a:pt x="1245770" y="3468913"/>
                  </a:lnTo>
                  <a:lnTo>
                    <a:pt x="1245887" y="3468913"/>
                  </a:lnTo>
                  <a:lnTo>
                    <a:pt x="1246005" y="3468913"/>
                  </a:lnTo>
                  <a:lnTo>
                    <a:pt x="1246123" y="3468913"/>
                  </a:lnTo>
                  <a:lnTo>
                    <a:pt x="1246240" y="3468913"/>
                  </a:lnTo>
                  <a:lnTo>
                    <a:pt x="1246358" y="3468913"/>
                  </a:lnTo>
                  <a:lnTo>
                    <a:pt x="1246358" y="3468483"/>
                  </a:lnTo>
                  <a:lnTo>
                    <a:pt x="1246475" y="3468483"/>
                  </a:lnTo>
                  <a:lnTo>
                    <a:pt x="1246593" y="3468483"/>
                  </a:lnTo>
                  <a:lnTo>
                    <a:pt x="1246711" y="3468483"/>
                  </a:lnTo>
                  <a:lnTo>
                    <a:pt x="1246828" y="3468483"/>
                  </a:lnTo>
                  <a:lnTo>
                    <a:pt x="1246946" y="3468483"/>
                  </a:lnTo>
                  <a:lnTo>
                    <a:pt x="1246946" y="3468052"/>
                  </a:lnTo>
                  <a:lnTo>
                    <a:pt x="1246946" y="3467621"/>
                  </a:lnTo>
                  <a:lnTo>
                    <a:pt x="1247064" y="3467621"/>
                  </a:lnTo>
                  <a:lnTo>
                    <a:pt x="1247181" y="3467621"/>
                  </a:lnTo>
                  <a:lnTo>
                    <a:pt x="1247181" y="3467191"/>
                  </a:lnTo>
                  <a:lnTo>
                    <a:pt x="1247299" y="3467191"/>
                  </a:lnTo>
                  <a:lnTo>
                    <a:pt x="1247416" y="3467191"/>
                  </a:lnTo>
                  <a:lnTo>
                    <a:pt x="1247416" y="3466760"/>
                  </a:lnTo>
                  <a:lnTo>
                    <a:pt x="1247534" y="3466760"/>
                  </a:lnTo>
                  <a:lnTo>
                    <a:pt x="1247534" y="3466330"/>
                  </a:lnTo>
                  <a:lnTo>
                    <a:pt x="1247652" y="3466330"/>
                  </a:lnTo>
                  <a:lnTo>
                    <a:pt x="1247769" y="3466330"/>
                  </a:lnTo>
                  <a:lnTo>
                    <a:pt x="1247887" y="3466330"/>
                  </a:lnTo>
                  <a:lnTo>
                    <a:pt x="1248004" y="3466330"/>
                  </a:lnTo>
                  <a:lnTo>
                    <a:pt x="1248122" y="3466330"/>
                  </a:lnTo>
                  <a:lnTo>
                    <a:pt x="1248240" y="3466330"/>
                  </a:lnTo>
                  <a:lnTo>
                    <a:pt x="1248357" y="3466330"/>
                  </a:lnTo>
                  <a:lnTo>
                    <a:pt x="1248475" y="3466330"/>
                  </a:lnTo>
                  <a:lnTo>
                    <a:pt x="1248593" y="3466330"/>
                  </a:lnTo>
                  <a:lnTo>
                    <a:pt x="1248710" y="3466330"/>
                  </a:lnTo>
                  <a:lnTo>
                    <a:pt x="1248710" y="3465899"/>
                  </a:lnTo>
                  <a:lnTo>
                    <a:pt x="1248828" y="3465899"/>
                  </a:lnTo>
                  <a:lnTo>
                    <a:pt x="1248945" y="3465899"/>
                  </a:lnTo>
                  <a:lnTo>
                    <a:pt x="1249063" y="3465899"/>
                  </a:lnTo>
                  <a:lnTo>
                    <a:pt x="1249181" y="3465899"/>
                  </a:lnTo>
                  <a:lnTo>
                    <a:pt x="1249298" y="3465899"/>
                  </a:lnTo>
                  <a:lnTo>
                    <a:pt x="1249416" y="3465899"/>
                  </a:lnTo>
                  <a:lnTo>
                    <a:pt x="1249533" y="3465899"/>
                  </a:lnTo>
                  <a:lnTo>
                    <a:pt x="1249651" y="3465899"/>
                  </a:lnTo>
                  <a:lnTo>
                    <a:pt x="1249769" y="3465899"/>
                  </a:lnTo>
                  <a:lnTo>
                    <a:pt x="1249886" y="3465899"/>
                  </a:lnTo>
                  <a:lnTo>
                    <a:pt x="1249886" y="3465468"/>
                  </a:lnTo>
                  <a:lnTo>
                    <a:pt x="1250004" y="3465468"/>
                  </a:lnTo>
                  <a:lnTo>
                    <a:pt x="1250004" y="3465038"/>
                  </a:lnTo>
                  <a:lnTo>
                    <a:pt x="1250122" y="3465038"/>
                  </a:lnTo>
                  <a:lnTo>
                    <a:pt x="1250239" y="3465038"/>
                  </a:lnTo>
                  <a:lnTo>
                    <a:pt x="1250239" y="3464607"/>
                  </a:lnTo>
                  <a:lnTo>
                    <a:pt x="1250357" y="3464607"/>
                  </a:lnTo>
                  <a:lnTo>
                    <a:pt x="1250357" y="3464177"/>
                  </a:lnTo>
                  <a:lnTo>
                    <a:pt x="1250474" y="3464177"/>
                  </a:lnTo>
                  <a:lnTo>
                    <a:pt x="1250592" y="3464177"/>
                  </a:lnTo>
                  <a:lnTo>
                    <a:pt x="1250710" y="3464177"/>
                  </a:lnTo>
                  <a:lnTo>
                    <a:pt x="1250710" y="3463746"/>
                  </a:lnTo>
                  <a:lnTo>
                    <a:pt x="1250827" y="3463746"/>
                  </a:lnTo>
                  <a:lnTo>
                    <a:pt x="1250827" y="3463315"/>
                  </a:lnTo>
                  <a:lnTo>
                    <a:pt x="1250945" y="3463315"/>
                  </a:lnTo>
                  <a:lnTo>
                    <a:pt x="1251062" y="3463315"/>
                  </a:lnTo>
                  <a:lnTo>
                    <a:pt x="1251180" y="3463315"/>
                  </a:lnTo>
                  <a:lnTo>
                    <a:pt x="1251180" y="3462885"/>
                  </a:lnTo>
                  <a:lnTo>
                    <a:pt x="1251180" y="3462454"/>
                  </a:lnTo>
                  <a:lnTo>
                    <a:pt x="1251298" y="3462454"/>
                  </a:lnTo>
                  <a:lnTo>
                    <a:pt x="1251415" y="3462454"/>
                  </a:lnTo>
                  <a:lnTo>
                    <a:pt x="1251533" y="3462454"/>
                  </a:lnTo>
                  <a:lnTo>
                    <a:pt x="1251651" y="3462454"/>
                  </a:lnTo>
                  <a:lnTo>
                    <a:pt x="1251651" y="3462024"/>
                  </a:lnTo>
                  <a:lnTo>
                    <a:pt x="1251768" y="3462024"/>
                  </a:lnTo>
                  <a:lnTo>
                    <a:pt x="1251886" y="3462024"/>
                  </a:lnTo>
                  <a:lnTo>
                    <a:pt x="1252003" y="3462024"/>
                  </a:lnTo>
                  <a:lnTo>
                    <a:pt x="1252003" y="3461593"/>
                  </a:lnTo>
                  <a:lnTo>
                    <a:pt x="1252121" y="3461593"/>
                  </a:lnTo>
                  <a:lnTo>
                    <a:pt x="1252239" y="3461593"/>
                  </a:lnTo>
                  <a:lnTo>
                    <a:pt x="1252356" y="3461593"/>
                  </a:lnTo>
                  <a:lnTo>
                    <a:pt x="1252474" y="3461593"/>
                  </a:lnTo>
                  <a:lnTo>
                    <a:pt x="1252474" y="3461162"/>
                  </a:lnTo>
                  <a:lnTo>
                    <a:pt x="1252474" y="3460732"/>
                  </a:lnTo>
                  <a:lnTo>
                    <a:pt x="1252591" y="3460732"/>
                  </a:lnTo>
                  <a:lnTo>
                    <a:pt x="1252709" y="3460732"/>
                  </a:lnTo>
                  <a:lnTo>
                    <a:pt x="1252709" y="3460301"/>
                  </a:lnTo>
                  <a:lnTo>
                    <a:pt x="1252827" y="3460301"/>
                  </a:lnTo>
                  <a:lnTo>
                    <a:pt x="1252944" y="3460301"/>
                  </a:lnTo>
                  <a:lnTo>
                    <a:pt x="1253062" y="3460301"/>
                  </a:lnTo>
                  <a:lnTo>
                    <a:pt x="1253179" y="3460301"/>
                  </a:lnTo>
                  <a:lnTo>
                    <a:pt x="1253297" y="3460301"/>
                  </a:lnTo>
                  <a:lnTo>
                    <a:pt x="1253415" y="3460301"/>
                  </a:lnTo>
                  <a:lnTo>
                    <a:pt x="1253532" y="3460301"/>
                  </a:lnTo>
                  <a:lnTo>
                    <a:pt x="1253532" y="3459871"/>
                  </a:lnTo>
                  <a:lnTo>
                    <a:pt x="1253650" y="3459871"/>
                  </a:lnTo>
                  <a:lnTo>
                    <a:pt x="1253768" y="3459871"/>
                  </a:lnTo>
                  <a:lnTo>
                    <a:pt x="1253768" y="3459440"/>
                  </a:lnTo>
                  <a:lnTo>
                    <a:pt x="1253768" y="3459009"/>
                  </a:lnTo>
                  <a:lnTo>
                    <a:pt x="1253768" y="3458579"/>
                  </a:lnTo>
                  <a:lnTo>
                    <a:pt x="1253885" y="3458579"/>
                  </a:lnTo>
                  <a:lnTo>
                    <a:pt x="1254003" y="3458579"/>
                  </a:lnTo>
                  <a:lnTo>
                    <a:pt x="1254003" y="3458148"/>
                  </a:lnTo>
                  <a:lnTo>
                    <a:pt x="1254120" y="3458148"/>
                  </a:lnTo>
                  <a:lnTo>
                    <a:pt x="1254120" y="3457718"/>
                  </a:lnTo>
                  <a:lnTo>
                    <a:pt x="1254238" y="3457718"/>
                  </a:lnTo>
                  <a:lnTo>
                    <a:pt x="1254238" y="3457287"/>
                  </a:lnTo>
                  <a:lnTo>
                    <a:pt x="1254356" y="3457287"/>
                  </a:lnTo>
                  <a:lnTo>
                    <a:pt x="1254473" y="3457287"/>
                  </a:lnTo>
                  <a:lnTo>
                    <a:pt x="1254473" y="3456856"/>
                  </a:lnTo>
                  <a:lnTo>
                    <a:pt x="1254591" y="3456856"/>
                  </a:lnTo>
                  <a:lnTo>
                    <a:pt x="1254708" y="3456856"/>
                  </a:lnTo>
                  <a:lnTo>
                    <a:pt x="1254826" y="3456856"/>
                  </a:lnTo>
                  <a:lnTo>
                    <a:pt x="1254944" y="3456856"/>
                  </a:lnTo>
                  <a:lnTo>
                    <a:pt x="1255061" y="3456856"/>
                  </a:lnTo>
                  <a:lnTo>
                    <a:pt x="1255061" y="3456426"/>
                  </a:lnTo>
                  <a:lnTo>
                    <a:pt x="1255061" y="3455995"/>
                  </a:lnTo>
                  <a:lnTo>
                    <a:pt x="1255179" y="3455995"/>
                  </a:lnTo>
                  <a:lnTo>
                    <a:pt x="1255297" y="3455995"/>
                  </a:lnTo>
                  <a:lnTo>
                    <a:pt x="1255297" y="3455565"/>
                  </a:lnTo>
                  <a:lnTo>
                    <a:pt x="1255297" y="3455134"/>
                  </a:lnTo>
                  <a:lnTo>
                    <a:pt x="1255297" y="3454703"/>
                  </a:lnTo>
                  <a:lnTo>
                    <a:pt x="1255297" y="3454273"/>
                  </a:lnTo>
                  <a:lnTo>
                    <a:pt x="1255297" y="3453842"/>
                  </a:lnTo>
                  <a:lnTo>
                    <a:pt x="1255297" y="3453412"/>
                  </a:lnTo>
                  <a:lnTo>
                    <a:pt x="1255297" y="3452981"/>
                  </a:lnTo>
                  <a:lnTo>
                    <a:pt x="1255414" y="3452981"/>
                  </a:lnTo>
                  <a:lnTo>
                    <a:pt x="1255532" y="3452981"/>
                  </a:lnTo>
                  <a:lnTo>
                    <a:pt x="1255532" y="3452550"/>
                  </a:lnTo>
                  <a:lnTo>
                    <a:pt x="1255649" y="3452550"/>
                  </a:lnTo>
                  <a:lnTo>
                    <a:pt x="1255649" y="3452120"/>
                  </a:lnTo>
                  <a:lnTo>
                    <a:pt x="1255767" y="3452120"/>
                  </a:lnTo>
                  <a:lnTo>
                    <a:pt x="1255767" y="3451689"/>
                  </a:lnTo>
                  <a:lnTo>
                    <a:pt x="1255885" y="3451689"/>
                  </a:lnTo>
                  <a:lnTo>
                    <a:pt x="1256002" y="3451689"/>
                  </a:lnTo>
                  <a:lnTo>
                    <a:pt x="1256120" y="3451689"/>
                  </a:lnTo>
                  <a:lnTo>
                    <a:pt x="1256237" y="3451689"/>
                  </a:lnTo>
                  <a:lnTo>
                    <a:pt x="1256355" y="3451689"/>
                  </a:lnTo>
                  <a:lnTo>
                    <a:pt x="1256355" y="3451259"/>
                  </a:lnTo>
                  <a:lnTo>
                    <a:pt x="1256473" y="3451259"/>
                  </a:lnTo>
                  <a:lnTo>
                    <a:pt x="1256473" y="3450828"/>
                  </a:lnTo>
                  <a:lnTo>
                    <a:pt x="1256473" y="3450397"/>
                  </a:lnTo>
                  <a:lnTo>
                    <a:pt x="1256590" y="3450397"/>
                  </a:lnTo>
                  <a:lnTo>
                    <a:pt x="1256590" y="3449967"/>
                  </a:lnTo>
                  <a:lnTo>
                    <a:pt x="1256590" y="3449536"/>
                  </a:lnTo>
                  <a:lnTo>
                    <a:pt x="1256708" y="3449536"/>
                  </a:lnTo>
                  <a:lnTo>
                    <a:pt x="1256826" y="3449536"/>
                  </a:lnTo>
                  <a:lnTo>
                    <a:pt x="1256826" y="3449106"/>
                  </a:lnTo>
                  <a:lnTo>
                    <a:pt x="1256943" y="3449106"/>
                  </a:lnTo>
                  <a:lnTo>
                    <a:pt x="1257061" y="3449106"/>
                  </a:lnTo>
                  <a:lnTo>
                    <a:pt x="1257061" y="3448675"/>
                  </a:lnTo>
                  <a:lnTo>
                    <a:pt x="1257178" y="3448675"/>
                  </a:lnTo>
                  <a:lnTo>
                    <a:pt x="1257296" y="3448675"/>
                  </a:lnTo>
                  <a:lnTo>
                    <a:pt x="1257296" y="3448244"/>
                  </a:lnTo>
                  <a:lnTo>
                    <a:pt x="1257414" y="3448244"/>
                  </a:lnTo>
                  <a:lnTo>
                    <a:pt x="1257531" y="3448244"/>
                  </a:lnTo>
                  <a:lnTo>
                    <a:pt x="1257531" y="3447814"/>
                  </a:lnTo>
                  <a:lnTo>
                    <a:pt x="1257649" y="3447814"/>
                  </a:lnTo>
                  <a:lnTo>
                    <a:pt x="1257649" y="3447383"/>
                  </a:lnTo>
                  <a:lnTo>
                    <a:pt x="1257766" y="3447383"/>
                  </a:lnTo>
                  <a:lnTo>
                    <a:pt x="1257884" y="3447383"/>
                  </a:lnTo>
                  <a:lnTo>
                    <a:pt x="1257884" y="3446953"/>
                  </a:lnTo>
                  <a:lnTo>
                    <a:pt x="1258002" y="3446953"/>
                  </a:lnTo>
                  <a:lnTo>
                    <a:pt x="1258119" y="3446953"/>
                  </a:lnTo>
                  <a:lnTo>
                    <a:pt x="1258237" y="3446953"/>
                  </a:lnTo>
                  <a:lnTo>
                    <a:pt x="1258355" y="3446953"/>
                  </a:lnTo>
                  <a:lnTo>
                    <a:pt x="1258355" y="3446522"/>
                  </a:lnTo>
                  <a:lnTo>
                    <a:pt x="1258472" y="3446522"/>
                  </a:lnTo>
                  <a:lnTo>
                    <a:pt x="1258590" y="3446522"/>
                  </a:lnTo>
                  <a:lnTo>
                    <a:pt x="1258707" y="3446522"/>
                  </a:lnTo>
                  <a:lnTo>
                    <a:pt x="1258707" y="3446091"/>
                  </a:lnTo>
                  <a:lnTo>
                    <a:pt x="1258825" y="3446091"/>
                  </a:lnTo>
                  <a:lnTo>
                    <a:pt x="1258943" y="3446091"/>
                  </a:lnTo>
                  <a:lnTo>
                    <a:pt x="1258943" y="3445661"/>
                  </a:lnTo>
                  <a:lnTo>
                    <a:pt x="1259060" y="3445661"/>
                  </a:lnTo>
                  <a:lnTo>
                    <a:pt x="1259178" y="3445661"/>
                  </a:lnTo>
                  <a:lnTo>
                    <a:pt x="1259178" y="3445230"/>
                  </a:lnTo>
                  <a:lnTo>
                    <a:pt x="1259178" y="3444800"/>
                  </a:lnTo>
                  <a:lnTo>
                    <a:pt x="1259295" y="3444800"/>
                  </a:lnTo>
                  <a:lnTo>
                    <a:pt x="1259295" y="3444369"/>
                  </a:lnTo>
                  <a:lnTo>
                    <a:pt x="1259295" y="3443938"/>
                  </a:lnTo>
                  <a:lnTo>
                    <a:pt x="1259295" y="3443508"/>
                  </a:lnTo>
                  <a:lnTo>
                    <a:pt x="1259413" y="3443508"/>
                  </a:lnTo>
                  <a:lnTo>
                    <a:pt x="1259413" y="3443077"/>
                  </a:lnTo>
                  <a:lnTo>
                    <a:pt x="1259531" y="3443077"/>
                  </a:lnTo>
                  <a:lnTo>
                    <a:pt x="1259531" y="3442647"/>
                  </a:lnTo>
                  <a:lnTo>
                    <a:pt x="1259531" y="3442216"/>
                  </a:lnTo>
                  <a:lnTo>
                    <a:pt x="1259648" y="3442216"/>
                  </a:lnTo>
                  <a:lnTo>
                    <a:pt x="1259648" y="3441785"/>
                  </a:lnTo>
                  <a:lnTo>
                    <a:pt x="1259648" y="3441355"/>
                  </a:lnTo>
                  <a:lnTo>
                    <a:pt x="1259766" y="3441355"/>
                  </a:lnTo>
                  <a:lnTo>
                    <a:pt x="1259884" y="3441355"/>
                  </a:lnTo>
                  <a:lnTo>
                    <a:pt x="1260001" y="3441355"/>
                  </a:lnTo>
                  <a:lnTo>
                    <a:pt x="1260119" y="3441355"/>
                  </a:lnTo>
                  <a:lnTo>
                    <a:pt x="1260236" y="3441355"/>
                  </a:lnTo>
                  <a:lnTo>
                    <a:pt x="1260236" y="3440924"/>
                  </a:lnTo>
                  <a:lnTo>
                    <a:pt x="1260236" y="3440494"/>
                  </a:lnTo>
                  <a:lnTo>
                    <a:pt x="1260236" y="3440063"/>
                  </a:lnTo>
                  <a:lnTo>
                    <a:pt x="1260236" y="3439632"/>
                  </a:lnTo>
                  <a:lnTo>
                    <a:pt x="1260236" y="3439202"/>
                  </a:lnTo>
                  <a:lnTo>
                    <a:pt x="1260236" y="3438771"/>
                  </a:lnTo>
                  <a:lnTo>
                    <a:pt x="1260354" y="3438771"/>
                  </a:lnTo>
                  <a:lnTo>
                    <a:pt x="1260472" y="3438771"/>
                  </a:lnTo>
                  <a:lnTo>
                    <a:pt x="1260589" y="3438771"/>
                  </a:lnTo>
                  <a:lnTo>
                    <a:pt x="1260589" y="3438341"/>
                  </a:lnTo>
                  <a:lnTo>
                    <a:pt x="1260707" y="3438341"/>
                  </a:lnTo>
                  <a:lnTo>
                    <a:pt x="1260707" y="3437910"/>
                  </a:lnTo>
                  <a:lnTo>
                    <a:pt x="1260824" y="3437910"/>
                  </a:lnTo>
                  <a:lnTo>
                    <a:pt x="1260942" y="3437910"/>
                  </a:lnTo>
                  <a:lnTo>
                    <a:pt x="1261060" y="3437910"/>
                  </a:lnTo>
                  <a:lnTo>
                    <a:pt x="1261060" y="3437479"/>
                  </a:lnTo>
                  <a:lnTo>
                    <a:pt x="1261177" y="3437479"/>
                  </a:lnTo>
                  <a:lnTo>
                    <a:pt x="1261295" y="3437479"/>
                  </a:lnTo>
                  <a:lnTo>
                    <a:pt x="1261412" y="3437479"/>
                  </a:lnTo>
                  <a:lnTo>
                    <a:pt x="1261412" y="3437049"/>
                  </a:lnTo>
                  <a:lnTo>
                    <a:pt x="1261412" y="3436618"/>
                  </a:lnTo>
                  <a:lnTo>
                    <a:pt x="1261530" y="3436618"/>
                  </a:lnTo>
                  <a:lnTo>
                    <a:pt x="1261648" y="3436618"/>
                  </a:lnTo>
                  <a:lnTo>
                    <a:pt x="1261765" y="3436618"/>
                  </a:lnTo>
                  <a:lnTo>
                    <a:pt x="1261883" y="3436618"/>
                  </a:lnTo>
                  <a:lnTo>
                    <a:pt x="1262001" y="3436618"/>
                  </a:lnTo>
                  <a:lnTo>
                    <a:pt x="1262118" y="3436618"/>
                  </a:lnTo>
                  <a:lnTo>
                    <a:pt x="1262236" y="3436618"/>
                  </a:lnTo>
                  <a:lnTo>
                    <a:pt x="1262353" y="3436618"/>
                  </a:lnTo>
                  <a:lnTo>
                    <a:pt x="1262471" y="3436618"/>
                  </a:lnTo>
                  <a:lnTo>
                    <a:pt x="1262589" y="3436618"/>
                  </a:lnTo>
                  <a:lnTo>
                    <a:pt x="1262589" y="3436188"/>
                  </a:lnTo>
                  <a:lnTo>
                    <a:pt x="1262706" y="3436188"/>
                  </a:lnTo>
                  <a:lnTo>
                    <a:pt x="1262706" y="3435757"/>
                  </a:lnTo>
                  <a:lnTo>
                    <a:pt x="1262824" y="3435757"/>
                  </a:lnTo>
                  <a:lnTo>
                    <a:pt x="1262824" y="3435326"/>
                  </a:lnTo>
                  <a:lnTo>
                    <a:pt x="1262824" y="3434896"/>
                  </a:lnTo>
                  <a:lnTo>
                    <a:pt x="1262824" y="3434465"/>
                  </a:lnTo>
                  <a:lnTo>
                    <a:pt x="1262941" y="3434465"/>
                  </a:lnTo>
                  <a:lnTo>
                    <a:pt x="1263059" y="3434465"/>
                  </a:lnTo>
                  <a:lnTo>
                    <a:pt x="1263177" y="3434465"/>
                  </a:lnTo>
                  <a:lnTo>
                    <a:pt x="1263294" y="3434465"/>
                  </a:lnTo>
                  <a:lnTo>
                    <a:pt x="1263412" y="3434465"/>
                  </a:lnTo>
                  <a:lnTo>
                    <a:pt x="1263530" y="3434465"/>
                  </a:lnTo>
                  <a:lnTo>
                    <a:pt x="1263647" y="3434465"/>
                  </a:lnTo>
                  <a:lnTo>
                    <a:pt x="1263765" y="3434465"/>
                  </a:lnTo>
                  <a:lnTo>
                    <a:pt x="1263882" y="3434465"/>
                  </a:lnTo>
                  <a:lnTo>
                    <a:pt x="1263882" y="3434035"/>
                  </a:lnTo>
                  <a:lnTo>
                    <a:pt x="1263882" y="3433604"/>
                  </a:lnTo>
                  <a:lnTo>
                    <a:pt x="1264000" y="3433604"/>
                  </a:lnTo>
                  <a:lnTo>
                    <a:pt x="1264118" y="3433604"/>
                  </a:lnTo>
                  <a:lnTo>
                    <a:pt x="1264118" y="3433173"/>
                  </a:lnTo>
                  <a:lnTo>
                    <a:pt x="1264235" y="3433173"/>
                  </a:lnTo>
                  <a:lnTo>
                    <a:pt x="1264353" y="3433173"/>
                  </a:lnTo>
                  <a:lnTo>
                    <a:pt x="1264470" y="3433173"/>
                  </a:lnTo>
                  <a:lnTo>
                    <a:pt x="1264588" y="3433173"/>
                  </a:lnTo>
                  <a:lnTo>
                    <a:pt x="1264706" y="3433173"/>
                  </a:lnTo>
                  <a:lnTo>
                    <a:pt x="1264706" y="3432743"/>
                  </a:lnTo>
                  <a:lnTo>
                    <a:pt x="1264823" y="3432743"/>
                  </a:lnTo>
                  <a:lnTo>
                    <a:pt x="1264941" y="3432743"/>
                  </a:lnTo>
                  <a:lnTo>
                    <a:pt x="1264941" y="3432312"/>
                  </a:lnTo>
                  <a:lnTo>
                    <a:pt x="1264941" y="3431882"/>
                  </a:lnTo>
                  <a:lnTo>
                    <a:pt x="1264941" y="3431451"/>
                  </a:lnTo>
                  <a:lnTo>
                    <a:pt x="1265059" y="3431451"/>
                  </a:lnTo>
                  <a:lnTo>
                    <a:pt x="1265059" y="3431020"/>
                  </a:lnTo>
                  <a:lnTo>
                    <a:pt x="1265059" y="3430590"/>
                  </a:lnTo>
                  <a:lnTo>
                    <a:pt x="1265059" y="3430159"/>
                  </a:lnTo>
                  <a:lnTo>
                    <a:pt x="1265176" y="3430159"/>
                  </a:lnTo>
                  <a:lnTo>
                    <a:pt x="1265294" y="3430159"/>
                  </a:lnTo>
                  <a:lnTo>
                    <a:pt x="1265294" y="3429729"/>
                  </a:lnTo>
                  <a:lnTo>
                    <a:pt x="1265411" y="3429729"/>
                  </a:lnTo>
                  <a:lnTo>
                    <a:pt x="1265411" y="3429298"/>
                  </a:lnTo>
                  <a:lnTo>
                    <a:pt x="1265411" y="3428867"/>
                  </a:lnTo>
                  <a:lnTo>
                    <a:pt x="1265411" y="3428437"/>
                  </a:lnTo>
                  <a:lnTo>
                    <a:pt x="1265529" y="3428437"/>
                  </a:lnTo>
                  <a:lnTo>
                    <a:pt x="1265647" y="3428437"/>
                  </a:lnTo>
                  <a:lnTo>
                    <a:pt x="1265764" y="3428437"/>
                  </a:lnTo>
                  <a:lnTo>
                    <a:pt x="1265882" y="3428437"/>
                  </a:lnTo>
                  <a:lnTo>
                    <a:pt x="1265999" y="3428437"/>
                  </a:lnTo>
                  <a:lnTo>
                    <a:pt x="1266117" y="3428437"/>
                  </a:lnTo>
                  <a:lnTo>
                    <a:pt x="1266117" y="3428006"/>
                  </a:lnTo>
                  <a:lnTo>
                    <a:pt x="1266235" y="3428006"/>
                  </a:lnTo>
                  <a:lnTo>
                    <a:pt x="1266352" y="3428006"/>
                  </a:lnTo>
                  <a:lnTo>
                    <a:pt x="1266470" y="3428006"/>
                  </a:lnTo>
                  <a:lnTo>
                    <a:pt x="1266588" y="3428006"/>
                  </a:lnTo>
                  <a:lnTo>
                    <a:pt x="1266705" y="3428006"/>
                  </a:lnTo>
                  <a:lnTo>
                    <a:pt x="1266823" y="3428006"/>
                  </a:lnTo>
                  <a:lnTo>
                    <a:pt x="1266940" y="3428006"/>
                  </a:lnTo>
                  <a:lnTo>
                    <a:pt x="1266940" y="3427576"/>
                  </a:lnTo>
                  <a:lnTo>
                    <a:pt x="1267058" y="3427576"/>
                  </a:lnTo>
                  <a:lnTo>
                    <a:pt x="1267176" y="3427576"/>
                  </a:lnTo>
                  <a:lnTo>
                    <a:pt x="1267293" y="3427576"/>
                  </a:lnTo>
                  <a:lnTo>
                    <a:pt x="1267411" y="3427576"/>
                  </a:lnTo>
                  <a:lnTo>
                    <a:pt x="1267528" y="3427576"/>
                  </a:lnTo>
                  <a:lnTo>
                    <a:pt x="1267528" y="3427145"/>
                  </a:lnTo>
                  <a:lnTo>
                    <a:pt x="1267646" y="3427145"/>
                  </a:lnTo>
                  <a:lnTo>
                    <a:pt x="1267764" y="3427145"/>
                  </a:lnTo>
                  <a:lnTo>
                    <a:pt x="1267881" y="3427145"/>
                  </a:lnTo>
                  <a:lnTo>
                    <a:pt x="1267999" y="3427145"/>
                  </a:lnTo>
                  <a:lnTo>
                    <a:pt x="1268117" y="3427145"/>
                  </a:lnTo>
                  <a:lnTo>
                    <a:pt x="1268117" y="3426714"/>
                  </a:lnTo>
                  <a:lnTo>
                    <a:pt x="1268234" y="3426714"/>
                  </a:lnTo>
                  <a:lnTo>
                    <a:pt x="1268352" y="3426714"/>
                  </a:lnTo>
                  <a:lnTo>
                    <a:pt x="1268469" y="3426714"/>
                  </a:lnTo>
                  <a:lnTo>
                    <a:pt x="1268587" y="3426714"/>
                  </a:lnTo>
                  <a:lnTo>
                    <a:pt x="1268705" y="3426714"/>
                  </a:lnTo>
                  <a:lnTo>
                    <a:pt x="1268822" y="3426714"/>
                  </a:lnTo>
                  <a:lnTo>
                    <a:pt x="1268940" y="3426714"/>
                  </a:lnTo>
                  <a:lnTo>
                    <a:pt x="1269057" y="3426714"/>
                  </a:lnTo>
                  <a:lnTo>
                    <a:pt x="1269175" y="3426714"/>
                  </a:lnTo>
                  <a:lnTo>
                    <a:pt x="1269293" y="3426714"/>
                  </a:lnTo>
                  <a:lnTo>
                    <a:pt x="1269410" y="3426714"/>
                  </a:lnTo>
                  <a:lnTo>
                    <a:pt x="1269410" y="3426284"/>
                  </a:lnTo>
                  <a:lnTo>
                    <a:pt x="1269528" y="3426284"/>
                  </a:lnTo>
                  <a:lnTo>
                    <a:pt x="1269645" y="3426284"/>
                  </a:lnTo>
                  <a:lnTo>
                    <a:pt x="1269763" y="3426284"/>
                  </a:lnTo>
                  <a:lnTo>
                    <a:pt x="1269763" y="3425853"/>
                  </a:lnTo>
                  <a:lnTo>
                    <a:pt x="1269881" y="3425853"/>
                  </a:lnTo>
                  <a:lnTo>
                    <a:pt x="1269881" y="3425423"/>
                  </a:lnTo>
                  <a:lnTo>
                    <a:pt x="1269998" y="3425423"/>
                  </a:lnTo>
                  <a:lnTo>
                    <a:pt x="1269998" y="3424992"/>
                  </a:lnTo>
                  <a:lnTo>
                    <a:pt x="1269998" y="3424561"/>
                  </a:lnTo>
                  <a:lnTo>
                    <a:pt x="1270116" y="3424561"/>
                  </a:lnTo>
                  <a:lnTo>
                    <a:pt x="1270234" y="3424561"/>
                  </a:lnTo>
                  <a:lnTo>
                    <a:pt x="1270351" y="3424561"/>
                  </a:lnTo>
                  <a:lnTo>
                    <a:pt x="1270469" y="3424561"/>
                  </a:lnTo>
                  <a:lnTo>
                    <a:pt x="1270469" y="3424131"/>
                  </a:lnTo>
                  <a:lnTo>
                    <a:pt x="1270586" y="3424131"/>
                  </a:lnTo>
                  <a:lnTo>
                    <a:pt x="1270704" y="3424131"/>
                  </a:lnTo>
                  <a:lnTo>
                    <a:pt x="1270822" y="3424131"/>
                  </a:lnTo>
                  <a:lnTo>
                    <a:pt x="1270939" y="3424131"/>
                  </a:lnTo>
                  <a:lnTo>
                    <a:pt x="1270939" y="3423700"/>
                  </a:lnTo>
                  <a:lnTo>
                    <a:pt x="1270939" y="3423270"/>
                  </a:lnTo>
                  <a:lnTo>
                    <a:pt x="1271057" y="3423270"/>
                  </a:lnTo>
                  <a:lnTo>
                    <a:pt x="1271174" y="3423270"/>
                  </a:lnTo>
                  <a:lnTo>
                    <a:pt x="1271292" y="3423270"/>
                  </a:lnTo>
                  <a:lnTo>
                    <a:pt x="1271410" y="3423270"/>
                  </a:lnTo>
                  <a:lnTo>
                    <a:pt x="1271410" y="3422839"/>
                  </a:lnTo>
                  <a:lnTo>
                    <a:pt x="1271527" y="3422839"/>
                  </a:lnTo>
                  <a:lnTo>
                    <a:pt x="1271645" y="3422839"/>
                  </a:lnTo>
                  <a:lnTo>
                    <a:pt x="1271645" y="3422408"/>
                  </a:lnTo>
                  <a:lnTo>
                    <a:pt x="1271763" y="3422408"/>
                  </a:lnTo>
                  <a:lnTo>
                    <a:pt x="1271763" y="3421978"/>
                  </a:lnTo>
                  <a:lnTo>
                    <a:pt x="1271880" y="3421978"/>
                  </a:lnTo>
                  <a:lnTo>
                    <a:pt x="1271998" y="3421978"/>
                  </a:lnTo>
                  <a:lnTo>
                    <a:pt x="1271998" y="3421547"/>
                  </a:lnTo>
                  <a:lnTo>
                    <a:pt x="1272115" y="3421547"/>
                  </a:lnTo>
                  <a:lnTo>
                    <a:pt x="1272115" y="3421117"/>
                  </a:lnTo>
                  <a:lnTo>
                    <a:pt x="1272233" y="3421117"/>
                  </a:lnTo>
                  <a:lnTo>
                    <a:pt x="1272233" y="3420686"/>
                  </a:lnTo>
                  <a:lnTo>
                    <a:pt x="1272351" y="3420686"/>
                  </a:lnTo>
                  <a:lnTo>
                    <a:pt x="1272351" y="3420255"/>
                  </a:lnTo>
                  <a:lnTo>
                    <a:pt x="1272468" y="3420255"/>
                  </a:lnTo>
                  <a:lnTo>
                    <a:pt x="1272468" y="3419825"/>
                  </a:lnTo>
                  <a:lnTo>
                    <a:pt x="1272586" y="3419825"/>
                  </a:lnTo>
                  <a:lnTo>
                    <a:pt x="1272703" y="3419825"/>
                  </a:lnTo>
                  <a:lnTo>
                    <a:pt x="1272821" y="3419825"/>
                  </a:lnTo>
                  <a:lnTo>
                    <a:pt x="1272939" y="3419825"/>
                  </a:lnTo>
                  <a:lnTo>
                    <a:pt x="1272939" y="3419394"/>
                  </a:lnTo>
                  <a:lnTo>
                    <a:pt x="1272939" y="3418964"/>
                  </a:lnTo>
                  <a:lnTo>
                    <a:pt x="1273056" y="3418964"/>
                  </a:lnTo>
                  <a:lnTo>
                    <a:pt x="1273056" y="3418533"/>
                  </a:lnTo>
                  <a:lnTo>
                    <a:pt x="1273174" y="3418533"/>
                  </a:lnTo>
                  <a:lnTo>
                    <a:pt x="1273292" y="3418533"/>
                  </a:lnTo>
                  <a:lnTo>
                    <a:pt x="1273409" y="3418533"/>
                  </a:lnTo>
                  <a:lnTo>
                    <a:pt x="1273527" y="3418533"/>
                  </a:lnTo>
                  <a:lnTo>
                    <a:pt x="1273527" y="3418102"/>
                  </a:lnTo>
                  <a:lnTo>
                    <a:pt x="1273644" y="3418102"/>
                  </a:lnTo>
                  <a:lnTo>
                    <a:pt x="1273644" y="3417672"/>
                  </a:lnTo>
                  <a:lnTo>
                    <a:pt x="1273644" y="3417241"/>
                  </a:lnTo>
                  <a:lnTo>
                    <a:pt x="1273762" y="3417241"/>
                  </a:lnTo>
                  <a:lnTo>
                    <a:pt x="1273762" y="3416811"/>
                  </a:lnTo>
                  <a:lnTo>
                    <a:pt x="1273880" y="3416811"/>
                  </a:lnTo>
                  <a:lnTo>
                    <a:pt x="1273997" y="3416811"/>
                  </a:lnTo>
                  <a:lnTo>
                    <a:pt x="1274115" y="3416811"/>
                  </a:lnTo>
                  <a:lnTo>
                    <a:pt x="1274232" y="3416811"/>
                  </a:lnTo>
                  <a:lnTo>
                    <a:pt x="1274350" y="3416811"/>
                  </a:lnTo>
                  <a:lnTo>
                    <a:pt x="1274468" y="3416811"/>
                  </a:lnTo>
                  <a:lnTo>
                    <a:pt x="1274468" y="3416380"/>
                  </a:lnTo>
                  <a:lnTo>
                    <a:pt x="1274585" y="3416380"/>
                  </a:lnTo>
                  <a:lnTo>
                    <a:pt x="1274703" y="3416380"/>
                  </a:lnTo>
                  <a:lnTo>
                    <a:pt x="1274703" y="3415949"/>
                  </a:lnTo>
                  <a:lnTo>
                    <a:pt x="1274821" y="3415949"/>
                  </a:lnTo>
                  <a:lnTo>
                    <a:pt x="1274938" y="3415949"/>
                  </a:lnTo>
                  <a:lnTo>
                    <a:pt x="1275056" y="3415949"/>
                  </a:lnTo>
                  <a:lnTo>
                    <a:pt x="1275056" y="3415519"/>
                  </a:lnTo>
                  <a:lnTo>
                    <a:pt x="1275173" y="3415519"/>
                  </a:lnTo>
                  <a:lnTo>
                    <a:pt x="1275173" y="3415088"/>
                  </a:lnTo>
                  <a:lnTo>
                    <a:pt x="1275173" y="3414658"/>
                  </a:lnTo>
                  <a:lnTo>
                    <a:pt x="1275291" y="3414658"/>
                  </a:lnTo>
                  <a:lnTo>
                    <a:pt x="1275409" y="3414658"/>
                  </a:lnTo>
                  <a:lnTo>
                    <a:pt x="1275409" y="3414227"/>
                  </a:lnTo>
                  <a:lnTo>
                    <a:pt x="1275526" y="3414227"/>
                  </a:lnTo>
                  <a:lnTo>
                    <a:pt x="1275644" y="3414227"/>
                  </a:lnTo>
                  <a:lnTo>
                    <a:pt x="1275761" y="3414227"/>
                  </a:lnTo>
                  <a:lnTo>
                    <a:pt x="1275879" y="3414227"/>
                  </a:lnTo>
                  <a:lnTo>
                    <a:pt x="1275997" y="3414227"/>
                  </a:lnTo>
                  <a:lnTo>
                    <a:pt x="1275997" y="3413796"/>
                  </a:lnTo>
                  <a:lnTo>
                    <a:pt x="1275997" y="3413366"/>
                  </a:lnTo>
                  <a:lnTo>
                    <a:pt x="1276114" y="3413366"/>
                  </a:lnTo>
                  <a:lnTo>
                    <a:pt x="1276232" y="3413366"/>
                  </a:lnTo>
                  <a:lnTo>
                    <a:pt x="1276232" y="3412935"/>
                  </a:lnTo>
                  <a:lnTo>
                    <a:pt x="1276350" y="3412935"/>
                  </a:lnTo>
                  <a:lnTo>
                    <a:pt x="1276467" y="3412935"/>
                  </a:lnTo>
                  <a:lnTo>
                    <a:pt x="1276467" y="3412505"/>
                  </a:lnTo>
                  <a:lnTo>
                    <a:pt x="1276467" y="3412074"/>
                  </a:lnTo>
                  <a:lnTo>
                    <a:pt x="1276467" y="3411643"/>
                  </a:lnTo>
                  <a:lnTo>
                    <a:pt x="1276585" y="3411643"/>
                  </a:lnTo>
                  <a:lnTo>
                    <a:pt x="1276585" y="3411213"/>
                  </a:lnTo>
                  <a:lnTo>
                    <a:pt x="1276585" y="3410782"/>
                  </a:lnTo>
                  <a:lnTo>
                    <a:pt x="1276702" y="3410782"/>
                  </a:lnTo>
                  <a:lnTo>
                    <a:pt x="1276820" y="3410782"/>
                  </a:lnTo>
                  <a:lnTo>
                    <a:pt x="1276938" y="3410782"/>
                  </a:lnTo>
                  <a:lnTo>
                    <a:pt x="1277055" y="3410782"/>
                  </a:lnTo>
                  <a:lnTo>
                    <a:pt x="1277055" y="3410352"/>
                  </a:lnTo>
                  <a:lnTo>
                    <a:pt x="1277055" y="3409921"/>
                  </a:lnTo>
                  <a:lnTo>
                    <a:pt x="1277055" y="3409490"/>
                  </a:lnTo>
                  <a:lnTo>
                    <a:pt x="1277173" y="3409490"/>
                  </a:lnTo>
                  <a:lnTo>
                    <a:pt x="1277290" y="3409490"/>
                  </a:lnTo>
                  <a:lnTo>
                    <a:pt x="1277408" y="3409490"/>
                  </a:lnTo>
                  <a:lnTo>
                    <a:pt x="1277526" y="3409490"/>
                  </a:lnTo>
                  <a:lnTo>
                    <a:pt x="1277643" y="3409490"/>
                  </a:lnTo>
                  <a:lnTo>
                    <a:pt x="1277761" y="3409490"/>
                  </a:lnTo>
                  <a:lnTo>
                    <a:pt x="1277761" y="3409060"/>
                  </a:lnTo>
                  <a:lnTo>
                    <a:pt x="1277878" y="3409060"/>
                  </a:lnTo>
                  <a:lnTo>
                    <a:pt x="1277996" y="3409060"/>
                  </a:lnTo>
                  <a:lnTo>
                    <a:pt x="1277996" y="3408629"/>
                  </a:lnTo>
                  <a:lnTo>
                    <a:pt x="1278114" y="3408629"/>
                  </a:lnTo>
                  <a:lnTo>
                    <a:pt x="1278114" y="3408199"/>
                  </a:lnTo>
                  <a:lnTo>
                    <a:pt x="1278231" y="3408199"/>
                  </a:lnTo>
                  <a:lnTo>
                    <a:pt x="1278349" y="3408199"/>
                  </a:lnTo>
                  <a:lnTo>
                    <a:pt x="1278467" y="3408199"/>
                  </a:lnTo>
                  <a:lnTo>
                    <a:pt x="1278584" y="3408199"/>
                  </a:lnTo>
                  <a:lnTo>
                    <a:pt x="1278584" y="3407768"/>
                  </a:lnTo>
                  <a:lnTo>
                    <a:pt x="1278584" y="3407337"/>
                  </a:lnTo>
                  <a:lnTo>
                    <a:pt x="1278584" y="3406907"/>
                  </a:lnTo>
                  <a:lnTo>
                    <a:pt x="1278702" y="3406907"/>
                  </a:lnTo>
                  <a:lnTo>
                    <a:pt x="1278702" y="3406476"/>
                  </a:lnTo>
                  <a:lnTo>
                    <a:pt x="1278819" y="3406476"/>
                  </a:lnTo>
                  <a:lnTo>
                    <a:pt x="1278937" y="3406476"/>
                  </a:lnTo>
                  <a:lnTo>
                    <a:pt x="1279055" y="3406476"/>
                  </a:lnTo>
                  <a:lnTo>
                    <a:pt x="1279172" y="3406476"/>
                  </a:lnTo>
                  <a:lnTo>
                    <a:pt x="1279290" y="3406476"/>
                  </a:lnTo>
                  <a:lnTo>
                    <a:pt x="1279407" y="3406476"/>
                  </a:lnTo>
                  <a:lnTo>
                    <a:pt x="1279407" y="3406046"/>
                  </a:lnTo>
                  <a:lnTo>
                    <a:pt x="1279525" y="3406046"/>
                  </a:lnTo>
                  <a:lnTo>
                    <a:pt x="1279643" y="3406046"/>
                  </a:lnTo>
                  <a:lnTo>
                    <a:pt x="1279760" y="3406046"/>
                  </a:lnTo>
                  <a:lnTo>
                    <a:pt x="1279760" y="3405615"/>
                  </a:lnTo>
                  <a:lnTo>
                    <a:pt x="1279878" y="3405615"/>
                  </a:lnTo>
                  <a:lnTo>
                    <a:pt x="1279996" y="3405615"/>
                  </a:lnTo>
                  <a:lnTo>
                    <a:pt x="1279996" y="3405184"/>
                  </a:lnTo>
                  <a:lnTo>
                    <a:pt x="1279996" y="3404754"/>
                  </a:lnTo>
                  <a:lnTo>
                    <a:pt x="1280113" y="3404754"/>
                  </a:lnTo>
                  <a:lnTo>
                    <a:pt x="1280113" y="3404323"/>
                  </a:lnTo>
                  <a:lnTo>
                    <a:pt x="1280231" y="3404323"/>
                  </a:lnTo>
                  <a:lnTo>
                    <a:pt x="1280348" y="3404323"/>
                  </a:lnTo>
                  <a:lnTo>
                    <a:pt x="1280466" y="3404323"/>
                  </a:lnTo>
                  <a:lnTo>
                    <a:pt x="1280466" y="3403893"/>
                  </a:lnTo>
                  <a:lnTo>
                    <a:pt x="1280466" y="3403462"/>
                  </a:lnTo>
                  <a:lnTo>
                    <a:pt x="1280584" y="3403462"/>
                  </a:lnTo>
                  <a:lnTo>
                    <a:pt x="1280701" y="3403462"/>
                  </a:lnTo>
                  <a:lnTo>
                    <a:pt x="1280819" y="3403462"/>
                  </a:lnTo>
                  <a:lnTo>
                    <a:pt x="1280936" y="3403462"/>
                  </a:lnTo>
                  <a:lnTo>
                    <a:pt x="1281054" y="3403462"/>
                  </a:lnTo>
                  <a:lnTo>
                    <a:pt x="1281172" y="3403462"/>
                  </a:lnTo>
                  <a:lnTo>
                    <a:pt x="1281289" y="3403462"/>
                  </a:lnTo>
                  <a:lnTo>
                    <a:pt x="1281289" y="3403031"/>
                  </a:lnTo>
                  <a:lnTo>
                    <a:pt x="1281407" y="3403031"/>
                  </a:lnTo>
                  <a:lnTo>
                    <a:pt x="1281525" y="3403031"/>
                  </a:lnTo>
                  <a:lnTo>
                    <a:pt x="1281525" y="3402601"/>
                  </a:lnTo>
                  <a:lnTo>
                    <a:pt x="1281525" y="3402170"/>
                  </a:lnTo>
                  <a:lnTo>
                    <a:pt x="1281525" y="3401740"/>
                  </a:lnTo>
                  <a:lnTo>
                    <a:pt x="1281642" y="3401740"/>
                  </a:lnTo>
                  <a:lnTo>
                    <a:pt x="1281642" y="3401309"/>
                  </a:lnTo>
                  <a:lnTo>
                    <a:pt x="1281642" y="3400878"/>
                  </a:lnTo>
                  <a:lnTo>
                    <a:pt x="1281760" y="3400878"/>
                  </a:lnTo>
                  <a:lnTo>
                    <a:pt x="1281877" y="3400878"/>
                  </a:lnTo>
                  <a:lnTo>
                    <a:pt x="1281995" y="3400878"/>
                  </a:lnTo>
                  <a:lnTo>
                    <a:pt x="1281995" y="3400448"/>
                  </a:lnTo>
                  <a:lnTo>
                    <a:pt x="1282113" y="3400448"/>
                  </a:lnTo>
                  <a:lnTo>
                    <a:pt x="1282230" y="3400448"/>
                  </a:lnTo>
                  <a:lnTo>
                    <a:pt x="1282348" y="3400448"/>
                  </a:lnTo>
                  <a:lnTo>
                    <a:pt x="1282465" y="3400448"/>
                  </a:lnTo>
                  <a:lnTo>
                    <a:pt x="1282583" y="3400448"/>
                  </a:lnTo>
                  <a:lnTo>
                    <a:pt x="1282701" y="3400448"/>
                  </a:lnTo>
                  <a:lnTo>
                    <a:pt x="1282818" y="3400448"/>
                  </a:lnTo>
                  <a:lnTo>
                    <a:pt x="1282936" y="3400448"/>
                  </a:lnTo>
                  <a:lnTo>
                    <a:pt x="1283054" y="3400448"/>
                  </a:lnTo>
                  <a:lnTo>
                    <a:pt x="1283171" y="3400448"/>
                  </a:lnTo>
                  <a:lnTo>
                    <a:pt x="1283289" y="3400448"/>
                  </a:lnTo>
                  <a:lnTo>
                    <a:pt x="1283406" y="3400448"/>
                  </a:lnTo>
                  <a:lnTo>
                    <a:pt x="1283524" y="3400448"/>
                  </a:lnTo>
                  <a:lnTo>
                    <a:pt x="1283524" y="3400017"/>
                  </a:lnTo>
                  <a:lnTo>
                    <a:pt x="1283642" y="3400017"/>
                  </a:lnTo>
                  <a:lnTo>
                    <a:pt x="1283759" y="3400017"/>
                  </a:lnTo>
                  <a:lnTo>
                    <a:pt x="1283877" y="3400017"/>
                  </a:lnTo>
                  <a:lnTo>
                    <a:pt x="1283877" y="3399587"/>
                  </a:lnTo>
                  <a:lnTo>
                    <a:pt x="1283994" y="3399587"/>
                  </a:lnTo>
                  <a:lnTo>
                    <a:pt x="1283994" y="3399156"/>
                  </a:lnTo>
                  <a:lnTo>
                    <a:pt x="1283994" y="3398725"/>
                  </a:lnTo>
                  <a:lnTo>
                    <a:pt x="1284112" y="3398725"/>
                  </a:lnTo>
                  <a:lnTo>
                    <a:pt x="1284112" y="3398295"/>
                  </a:lnTo>
                  <a:lnTo>
                    <a:pt x="1284230" y="3398295"/>
                  </a:lnTo>
                  <a:lnTo>
                    <a:pt x="1284347" y="3398295"/>
                  </a:lnTo>
                  <a:lnTo>
                    <a:pt x="1284465" y="3398295"/>
                  </a:lnTo>
                  <a:lnTo>
                    <a:pt x="1284583" y="3398295"/>
                  </a:lnTo>
                  <a:lnTo>
                    <a:pt x="1284700" y="3398295"/>
                  </a:lnTo>
                  <a:lnTo>
                    <a:pt x="1284818" y="3398295"/>
                  </a:lnTo>
                  <a:lnTo>
                    <a:pt x="1284818" y="3397864"/>
                  </a:lnTo>
                  <a:lnTo>
                    <a:pt x="1284818" y="3397434"/>
                  </a:lnTo>
                  <a:lnTo>
                    <a:pt x="1284935" y="3397434"/>
                  </a:lnTo>
                  <a:lnTo>
                    <a:pt x="1285053" y="3397434"/>
                  </a:lnTo>
                  <a:lnTo>
                    <a:pt x="1285053" y="3397003"/>
                  </a:lnTo>
                  <a:lnTo>
                    <a:pt x="1285171" y="3397003"/>
                  </a:lnTo>
                  <a:lnTo>
                    <a:pt x="1285288" y="3397003"/>
                  </a:lnTo>
                  <a:lnTo>
                    <a:pt x="1285406" y="3397003"/>
                  </a:lnTo>
                  <a:lnTo>
                    <a:pt x="1285406" y="3396572"/>
                  </a:lnTo>
                  <a:lnTo>
                    <a:pt x="1285523" y="3396572"/>
                  </a:lnTo>
                  <a:lnTo>
                    <a:pt x="1285641" y="3396572"/>
                  </a:lnTo>
                  <a:lnTo>
                    <a:pt x="1285759" y="3396572"/>
                  </a:lnTo>
                  <a:lnTo>
                    <a:pt x="1285876" y="3396572"/>
                  </a:lnTo>
                  <a:lnTo>
                    <a:pt x="1285994" y="3396572"/>
                  </a:lnTo>
                  <a:lnTo>
                    <a:pt x="1286111" y="3396572"/>
                  </a:lnTo>
                  <a:lnTo>
                    <a:pt x="1286229" y="3396572"/>
                  </a:lnTo>
                  <a:lnTo>
                    <a:pt x="1286347" y="3396572"/>
                  </a:lnTo>
                  <a:lnTo>
                    <a:pt x="1286464" y="3396572"/>
                  </a:lnTo>
                  <a:lnTo>
                    <a:pt x="1286582" y="3396572"/>
                  </a:lnTo>
                  <a:lnTo>
                    <a:pt x="1286700" y="3396572"/>
                  </a:lnTo>
                  <a:lnTo>
                    <a:pt x="1286700" y="3396142"/>
                  </a:lnTo>
                  <a:lnTo>
                    <a:pt x="1286817" y="3396142"/>
                  </a:lnTo>
                  <a:lnTo>
                    <a:pt x="1286935" y="3396142"/>
                  </a:lnTo>
                  <a:lnTo>
                    <a:pt x="1287052" y="3396142"/>
                  </a:lnTo>
                  <a:lnTo>
                    <a:pt x="1287170" y="3396142"/>
                  </a:lnTo>
                  <a:lnTo>
                    <a:pt x="1287288" y="3396142"/>
                  </a:lnTo>
                  <a:lnTo>
                    <a:pt x="1287288" y="3395711"/>
                  </a:lnTo>
                  <a:lnTo>
                    <a:pt x="1287405" y="3395711"/>
                  </a:lnTo>
                  <a:lnTo>
                    <a:pt x="1287523" y="3395711"/>
                  </a:lnTo>
                  <a:lnTo>
                    <a:pt x="1287640" y="3395711"/>
                  </a:lnTo>
                  <a:lnTo>
                    <a:pt x="1287758" y="3395711"/>
                  </a:lnTo>
                  <a:lnTo>
                    <a:pt x="1287876" y="3395711"/>
                  </a:lnTo>
                  <a:lnTo>
                    <a:pt x="1287876" y="3395281"/>
                  </a:lnTo>
                  <a:lnTo>
                    <a:pt x="1287993" y="3395281"/>
                  </a:lnTo>
                  <a:lnTo>
                    <a:pt x="1288111" y="3395281"/>
                  </a:lnTo>
                  <a:lnTo>
                    <a:pt x="1288111" y="3394850"/>
                  </a:lnTo>
                  <a:lnTo>
                    <a:pt x="1288229" y="3394850"/>
                  </a:lnTo>
                  <a:lnTo>
                    <a:pt x="1288346" y="3394850"/>
                  </a:lnTo>
                  <a:lnTo>
                    <a:pt x="1288464" y="3394850"/>
                  </a:lnTo>
                  <a:lnTo>
                    <a:pt x="1288581" y="3394850"/>
                  </a:lnTo>
                  <a:lnTo>
                    <a:pt x="1288699" y="3394850"/>
                  </a:lnTo>
                  <a:lnTo>
                    <a:pt x="1288699" y="3394419"/>
                  </a:lnTo>
                  <a:lnTo>
                    <a:pt x="1288699" y="3393989"/>
                  </a:lnTo>
                  <a:lnTo>
                    <a:pt x="1288699" y="3393558"/>
                  </a:lnTo>
                  <a:lnTo>
                    <a:pt x="1288817" y="3393558"/>
                  </a:lnTo>
                  <a:lnTo>
                    <a:pt x="1288934" y="3393558"/>
                  </a:lnTo>
                  <a:lnTo>
                    <a:pt x="1288934" y="3393128"/>
                  </a:lnTo>
                  <a:lnTo>
                    <a:pt x="1289052" y="3393128"/>
                  </a:lnTo>
                  <a:lnTo>
                    <a:pt x="1289169" y="3393128"/>
                  </a:lnTo>
                  <a:lnTo>
                    <a:pt x="1289169" y="3392697"/>
                  </a:lnTo>
                  <a:lnTo>
                    <a:pt x="1289287" y="3392697"/>
                  </a:lnTo>
                  <a:lnTo>
                    <a:pt x="1289405" y="3392697"/>
                  </a:lnTo>
                  <a:lnTo>
                    <a:pt x="1289522" y="3392697"/>
                  </a:lnTo>
                  <a:lnTo>
                    <a:pt x="1289640" y="3392697"/>
                  </a:lnTo>
                  <a:lnTo>
                    <a:pt x="1289758" y="3392697"/>
                  </a:lnTo>
                  <a:lnTo>
                    <a:pt x="1289758" y="3392266"/>
                  </a:lnTo>
                  <a:lnTo>
                    <a:pt x="1289875" y="3392266"/>
                  </a:lnTo>
                  <a:lnTo>
                    <a:pt x="1289993" y="3392266"/>
                  </a:lnTo>
                  <a:lnTo>
                    <a:pt x="1289993" y="3391836"/>
                  </a:lnTo>
                  <a:lnTo>
                    <a:pt x="1290110" y="3391836"/>
                  </a:lnTo>
                  <a:lnTo>
                    <a:pt x="1290228" y="3391836"/>
                  </a:lnTo>
                  <a:lnTo>
                    <a:pt x="1290228" y="3391405"/>
                  </a:lnTo>
                  <a:lnTo>
                    <a:pt x="1290346" y="3391405"/>
                  </a:lnTo>
                  <a:lnTo>
                    <a:pt x="1290463" y="3391405"/>
                  </a:lnTo>
                  <a:lnTo>
                    <a:pt x="1290581" y="3391405"/>
                  </a:lnTo>
                  <a:lnTo>
                    <a:pt x="1290698" y="3391405"/>
                  </a:lnTo>
                  <a:lnTo>
                    <a:pt x="1290698" y="3390975"/>
                  </a:lnTo>
                  <a:lnTo>
                    <a:pt x="1290816" y="3390975"/>
                  </a:lnTo>
                  <a:lnTo>
                    <a:pt x="1290934" y="3390975"/>
                  </a:lnTo>
                  <a:lnTo>
                    <a:pt x="1290934" y="3390544"/>
                  </a:lnTo>
                  <a:lnTo>
                    <a:pt x="1291051" y="3390544"/>
                  </a:lnTo>
                  <a:lnTo>
                    <a:pt x="1291051" y="3390113"/>
                  </a:lnTo>
                  <a:lnTo>
                    <a:pt x="1291169" y="3390113"/>
                  </a:lnTo>
                  <a:lnTo>
                    <a:pt x="1291169" y="3389683"/>
                  </a:lnTo>
                  <a:lnTo>
                    <a:pt x="1291169" y="3389252"/>
                  </a:lnTo>
                  <a:lnTo>
                    <a:pt x="1291287" y="3389252"/>
                  </a:lnTo>
                  <a:lnTo>
                    <a:pt x="1291287" y="3388822"/>
                  </a:lnTo>
                  <a:lnTo>
                    <a:pt x="1291404" y="3388822"/>
                  </a:lnTo>
                  <a:lnTo>
                    <a:pt x="1291522" y="3388822"/>
                  </a:lnTo>
                  <a:lnTo>
                    <a:pt x="1291639" y="3388822"/>
                  </a:lnTo>
                  <a:lnTo>
                    <a:pt x="1291757" y="3388822"/>
                  </a:lnTo>
                  <a:lnTo>
                    <a:pt x="1291875" y="3388822"/>
                  </a:lnTo>
                  <a:lnTo>
                    <a:pt x="1291992" y="3388822"/>
                  </a:lnTo>
                  <a:lnTo>
                    <a:pt x="1292110" y="3388822"/>
                  </a:lnTo>
                  <a:lnTo>
                    <a:pt x="1292227" y="3388822"/>
                  </a:lnTo>
                  <a:lnTo>
                    <a:pt x="1292345" y="3388822"/>
                  </a:lnTo>
                  <a:lnTo>
                    <a:pt x="1292463" y="3388822"/>
                  </a:lnTo>
                  <a:lnTo>
                    <a:pt x="1292580" y="3388822"/>
                  </a:lnTo>
                  <a:lnTo>
                    <a:pt x="1292698" y="3388822"/>
                  </a:lnTo>
                  <a:lnTo>
                    <a:pt x="1292698" y="3388391"/>
                  </a:lnTo>
                  <a:lnTo>
                    <a:pt x="1292815" y="3388391"/>
                  </a:lnTo>
                  <a:lnTo>
                    <a:pt x="1292933" y="3388391"/>
                  </a:lnTo>
                  <a:lnTo>
                    <a:pt x="1293051" y="3388391"/>
                  </a:lnTo>
                  <a:lnTo>
                    <a:pt x="1293168" y="3388391"/>
                  </a:lnTo>
                  <a:lnTo>
                    <a:pt x="1293286" y="3388391"/>
                  </a:lnTo>
                  <a:lnTo>
                    <a:pt x="1293286" y="3387960"/>
                  </a:lnTo>
                  <a:lnTo>
                    <a:pt x="1293286" y="3387530"/>
                  </a:lnTo>
                  <a:lnTo>
                    <a:pt x="1293286" y="3387099"/>
                  </a:lnTo>
                  <a:lnTo>
                    <a:pt x="1293286" y="3386669"/>
                  </a:lnTo>
                  <a:lnTo>
                    <a:pt x="1293404" y="3386669"/>
                  </a:lnTo>
                  <a:lnTo>
                    <a:pt x="1293521" y="3386669"/>
                  </a:lnTo>
                  <a:lnTo>
                    <a:pt x="1293639" y="3386669"/>
                  </a:lnTo>
                  <a:lnTo>
                    <a:pt x="1293756" y="3386669"/>
                  </a:lnTo>
                  <a:lnTo>
                    <a:pt x="1293756" y="3386238"/>
                  </a:lnTo>
                  <a:lnTo>
                    <a:pt x="1293874" y="3386238"/>
                  </a:lnTo>
                  <a:lnTo>
                    <a:pt x="1293992" y="3386238"/>
                  </a:lnTo>
                  <a:lnTo>
                    <a:pt x="1294109" y="3386238"/>
                  </a:lnTo>
                  <a:lnTo>
                    <a:pt x="1294109" y="3385807"/>
                  </a:lnTo>
                  <a:lnTo>
                    <a:pt x="1294227" y="3385807"/>
                  </a:lnTo>
                  <a:lnTo>
                    <a:pt x="1294344" y="3385807"/>
                  </a:lnTo>
                  <a:lnTo>
                    <a:pt x="1294344" y="3385377"/>
                  </a:lnTo>
                  <a:lnTo>
                    <a:pt x="1294344" y="3384946"/>
                  </a:lnTo>
                  <a:lnTo>
                    <a:pt x="1294462" y="3384946"/>
                  </a:lnTo>
                  <a:lnTo>
                    <a:pt x="1294580" y="3384946"/>
                  </a:lnTo>
                  <a:lnTo>
                    <a:pt x="1294697" y="3384946"/>
                  </a:lnTo>
                  <a:lnTo>
                    <a:pt x="1294815" y="3384946"/>
                  </a:lnTo>
                  <a:lnTo>
                    <a:pt x="1294815" y="3384516"/>
                  </a:lnTo>
                  <a:lnTo>
                    <a:pt x="1294933" y="3384516"/>
                  </a:lnTo>
                  <a:lnTo>
                    <a:pt x="1295050" y="3384516"/>
                  </a:lnTo>
                  <a:lnTo>
                    <a:pt x="1295168" y="3384516"/>
                  </a:lnTo>
                  <a:lnTo>
                    <a:pt x="1295168" y="3384085"/>
                  </a:lnTo>
                  <a:lnTo>
                    <a:pt x="1295285" y="3384085"/>
                  </a:lnTo>
                  <a:lnTo>
                    <a:pt x="1295403" y="3384085"/>
                  </a:lnTo>
                  <a:lnTo>
                    <a:pt x="1295403" y="3383654"/>
                  </a:lnTo>
                  <a:lnTo>
                    <a:pt x="1295521" y="3383654"/>
                  </a:lnTo>
                  <a:lnTo>
                    <a:pt x="1295638" y="3383654"/>
                  </a:lnTo>
                  <a:lnTo>
                    <a:pt x="1295638" y="3383224"/>
                  </a:lnTo>
                  <a:lnTo>
                    <a:pt x="1295756" y="3383224"/>
                  </a:lnTo>
                  <a:lnTo>
                    <a:pt x="1295873" y="3383224"/>
                  </a:lnTo>
                  <a:lnTo>
                    <a:pt x="1295991" y="3383224"/>
                  </a:lnTo>
                  <a:lnTo>
                    <a:pt x="1295991" y="3382793"/>
                  </a:lnTo>
                  <a:lnTo>
                    <a:pt x="1296109" y="3382793"/>
                  </a:lnTo>
                  <a:lnTo>
                    <a:pt x="1296109" y="3382363"/>
                  </a:lnTo>
                  <a:lnTo>
                    <a:pt x="1296226" y="3382363"/>
                  </a:lnTo>
                  <a:lnTo>
                    <a:pt x="1296344" y="3382363"/>
                  </a:lnTo>
                  <a:lnTo>
                    <a:pt x="1296344" y="3381932"/>
                  </a:lnTo>
                  <a:lnTo>
                    <a:pt x="1296462" y="3381932"/>
                  </a:lnTo>
                  <a:lnTo>
                    <a:pt x="1296579" y="3381932"/>
                  </a:lnTo>
                  <a:lnTo>
                    <a:pt x="1296697" y="3381932"/>
                  </a:lnTo>
                  <a:lnTo>
                    <a:pt x="1296814" y="3381932"/>
                  </a:lnTo>
                  <a:lnTo>
                    <a:pt x="1296932" y="3381932"/>
                  </a:lnTo>
                  <a:lnTo>
                    <a:pt x="1296932" y="3381501"/>
                  </a:lnTo>
                  <a:lnTo>
                    <a:pt x="1297050" y="3381501"/>
                  </a:lnTo>
                  <a:lnTo>
                    <a:pt x="1297167" y="3381501"/>
                  </a:lnTo>
                  <a:lnTo>
                    <a:pt x="1297285" y="3381501"/>
                  </a:lnTo>
                  <a:lnTo>
                    <a:pt x="1297285" y="3381071"/>
                  </a:lnTo>
                  <a:lnTo>
                    <a:pt x="1297402" y="3381071"/>
                  </a:lnTo>
                  <a:lnTo>
                    <a:pt x="1297520" y="3381071"/>
                  </a:lnTo>
                  <a:lnTo>
                    <a:pt x="1297520" y="3380640"/>
                  </a:lnTo>
                  <a:lnTo>
                    <a:pt x="1297638" y="3380640"/>
                  </a:lnTo>
                  <a:lnTo>
                    <a:pt x="1297755" y="3380640"/>
                  </a:lnTo>
                  <a:lnTo>
                    <a:pt x="1297755" y="3380210"/>
                  </a:lnTo>
                  <a:lnTo>
                    <a:pt x="1297873" y="3380210"/>
                  </a:lnTo>
                  <a:lnTo>
                    <a:pt x="1297873" y="3379779"/>
                  </a:lnTo>
                  <a:lnTo>
                    <a:pt x="1297991" y="3379779"/>
                  </a:lnTo>
                  <a:lnTo>
                    <a:pt x="1298108" y="3379779"/>
                  </a:lnTo>
                  <a:lnTo>
                    <a:pt x="1298226" y="3379779"/>
                  </a:lnTo>
                  <a:lnTo>
                    <a:pt x="1298226" y="3379348"/>
                  </a:lnTo>
                  <a:lnTo>
                    <a:pt x="1298343" y="3379348"/>
                  </a:lnTo>
                  <a:lnTo>
                    <a:pt x="1298461" y="3379348"/>
                  </a:lnTo>
                  <a:lnTo>
                    <a:pt x="1298579" y="3379348"/>
                  </a:lnTo>
                  <a:lnTo>
                    <a:pt x="1298579" y="3378918"/>
                  </a:lnTo>
                  <a:lnTo>
                    <a:pt x="1298579" y="3378487"/>
                  </a:lnTo>
                  <a:lnTo>
                    <a:pt x="1298579" y="3378057"/>
                  </a:lnTo>
                  <a:lnTo>
                    <a:pt x="1298579" y="3377626"/>
                  </a:lnTo>
                  <a:lnTo>
                    <a:pt x="1298696" y="3377626"/>
                  </a:lnTo>
                  <a:lnTo>
                    <a:pt x="1298696" y="3377195"/>
                  </a:lnTo>
                  <a:lnTo>
                    <a:pt x="1298696" y="3376765"/>
                  </a:lnTo>
                  <a:lnTo>
                    <a:pt x="1298814" y="3376765"/>
                  </a:lnTo>
                  <a:lnTo>
                    <a:pt x="1298931" y="3376765"/>
                  </a:lnTo>
                  <a:lnTo>
                    <a:pt x="1299049" y="3376765"/>
                  </a:lnTo>
                  <a:lnTo>
                    <a:pt x="1299167" y="3376765"/>
                  </a:lnTo>
                  <a:lnTo>
                    <a:pt x="1299284" y="3376765"/>
                  </a:lnTo>
                  <a:lnTo>
                    <a:pt x="1299402" y="3376765"/>
                  </a:lnTo>
                  <a:lnTo>
                    <a:pt x="1299520" y="3376765"/>
                  </a:lnTo>
                  <a:lnTo>
                    <a:pt x="1299637" y="3376765"/>
                  </a:lnTo>
                  <a:lnTo>
                    <a:pt x="1299637" y="3376334"/>
                  </a:lnTo>
                  <a:lnTo>
                    <a:pt x="1299637" y="3375904"/>
                  </a:lnTo>
                  <a:lnTo>
                    <a:pt x="1299637" y="3375473"/>
                  </a:lnTo>
                  <a:lnTo>
                    <a:pt x="1299755" y="3375473"/>
                  </a:lnTo>
                  <a:lnTo>
                    <a:pt x="1299755" y="3375042"/>
                  </a:lnTo>
                  <a:lnTo>
                    <a:pt x="1299872" y="3375042"/>
                  </a:lnTo>
                  <a:lnTo>
                    <a:pt x="1299990" y="3375042"/>
                  </a:lnTo>
                  <a:lnTo>
                    <a:pt x="1300108" y="3375042"/>
                  </a:lnTo>
                  <a:lnTo>
                    <a:pt x="1300225" y="3375042"/>
                  </a:lnTo>
                  <a:lnTo>
                    <a:pt x="1300343" y="3375042"/>
                  </a:lnTo>
                  <a:lnTo>
                    <a:pt x="1300460" y="3375042"/>
                  </a:lnTo>
                  <a:lnTo>
                    <a:pt x="1300578" y="3375042"/>
                  </a:lnTo>
                  <a:lnTo>
                    <a:pt x="1300578" y="3374612"/>
                  </a:lnTo>
                  <a:lnTo>
                    <a:pt x="1300696" y="3374612"/>
                  </a:lnTo>
                  <a:lnTo>
                    <a:pt x="1300813" y="3374612"/>
                  </a:lnTo>
                  <a:lnTo>
                    <a:pt x="1300931" y="3374612"/>
                  </a:lnTo>
                  <a:lnTo>
                    <a:pt x="1301048" y="3374612"/>
                  </a:lnTo>
                  <a:lnTo>
                    <a:pt x="1301166" y="3374612"/>
                  </a:lnTo>
                  <a:lnTo>
                    <a:pt x="1301166" y="3374181"/>
                  </a:lnTo>
                  <a:lnTo>
                    <a:pt x="1301284" y="3374181"/>
                  </a:lnTo>
                  <a:lnTo>
                    <a:pt x="1301401" y="3374181"/>
                  </a:lnTo>
                  <a:lnTo>
                    <a:pt x="1301519" y="3374181"/>
                  </a:lnTo>
                  <a:lnTo>
                    <a:pt x="1301637" y="3374181"/>
                  </a:lnTo>
                  <a:lnTo>
                    <a:pt x="1301754" y="3374181"/>
                  </a:lnTo>
                  <a:lnTo>
                    <a:pt x="1301754" y="3373751"/>
                  </a:lnTo>
                  <a:lnTo>
                    <a:pt x="1301872" y="3373751"/>
                  </a:lnTo>
                  <a:lnTo>
                    <a:pt x="1301989" y="3373751"/>
                  </a:lnTo>
                  <a:lnTo>
                    <a:pt x="1302107" y="3373751"/>
                  </a:lnTo>
                  <a:lnTo>
                    <a:pt x="1302225" y="3373751"/>
                  </a:lnTo>
                  <a:lnTo>
                    <a:pt x="1302225" y="3373320"/>
                  </a:lnTo>
                  <a:lnTo>
                    <a:pt x="1302342" y="3373320"/>
                  </a:lnTo>
                  <a:lnTo>
                    <a:pt x="1302342" y="3372889"/>
                  </a:lnTo>
                  <a:lnTo>
                    <a:pt x="1302460" y="3372889"/>
                  </a:lnTo>
                  <a:lnTo>
                    <a:pt x="1302460" y="3372459"/>
                  </a:lnTo>
                  <a:lnTo>
                    <a:pt x="1302577" y="3372459"/>
                  </a:lnTo>
                  <a:lnTo>
                    <a:pt x="1302695" y="3372459"/>
                  </a:lnTo>
                  <a:lnTo>
                    <a:pt x="1302695" y="3372028"/>
                  </a:lnTo>
                  <a:lnTo>
                    <a:pt x="1302695" y="3371598"/>
                  </a:lnTo>
                  <a:lnTo>
                    <a:pt x="1302695" y="3371167"/>
                  </a:lnTo>
                  <a:lnTo>
                    <a:pt x="1302813" y="3371167"/>
                  </a:lnTo>
                  <a:lnTo>
                    <a:pt x="1302813" y="3370736"/>
                  </a:lnTo>
                  <a:lnTo>
                    <a:pt x="1302930" y="3370736"/>
                  </a:lnTo>
                  <a:lnTo>
                    <a:pt x="1303048" y="3370736"/>
                  </a:lnTo>
                  <a:lnTo>
                    <a:pt x="1303048" y="3370306"/>
                  </a:lnTo>
                  <a:lnTo>
                    <a:pt x="1303166" y="3370306"/>
                  </a:lnTo>
                  <a:lnTo>
                    <a:pt x="1303283" y="3370306"/>
                  </a:lnTo>
                  <a:lnTo>
                    <a:pt x="1303401" y="3370306"/>
                  </a:lnTo>
                  <a:lnTo>
                    <a:pt x="1303518" y="3370306"/>
                  </a:lnTo>
                  <a:lnTo>
                    <a:pt x="1303636" y="3370306"/>
                  </a:lnTo>
                  <a:lnTo>
                    <a:pt x="1303754" y="3370306"/>
                  </a:lnTo>
                  <a:lnTo>
                    <a:pt x="1303871" y="3370306"/>
                  </a:lnTo>
                  <a:lnTo>
                    <a:pt x="1303989" y="3370306"/>
                  </a:lnTo>
                  <a:lnTo>
                    <a:pt x="1303989" y="3369875"/>
                  </a:lnTo>
                  <a:lnTo>
                    <a:pt x="1303989" y="3369445"/>
                  </a:lnTo>
                  <a:lnTo>
                    <a:pt x="1304106" y="3369445"/>
                  </a:lnTo>
                  <a:lnTo>
                    <a:pt x="1304224" y="3369445"/>
                  </a:lnTo>
                  <a:lnTo>
                    <a:pt x="1304342" y="3369445"/>
                  </a:lnTo>
                  <a:lnTo>
                    <a:pt x="1304459" y="3369445"/>
                  </a:lnTo>
                  <a:lnTo>
                    <a:pt x="1304577" y="3369445"/>
                  </a:lnTo>
                  <a:lnTo>
                    <a:pt x="1304695" y="3369445"/>
                  </a:lnTo>
                  <a:lnTo>
                    <a:pt x="1304695" y="3369014"/>
                  </a:lnTo>
                  <a:lnTo>
                    <a:pt x="1304695" y="3368583"/>
                  </a:lnTo>
                  <a:lnTo>
                    <a:pt x="1304695" y="3368153"/>
                  </a:lnTo>
                  <a:lnTo>
                    <a:pt x="1304812" y="3368153"/>
                  </a:lnTo>
                  <a:lnTo>
                    <a:pt x="1304930" y="3368153"/>
                  </a:lnTo>
                  <a:lnTo>
                    <a:pt x="1305047" y="3368153"/>
                  </a:lnTo>
                  <a:lnTo>
                    <a:pt x="1305047" y="3367722"/>
                  </a:lnTo>
                  <a:lnTo>
                    <a:pt x="1305165" y="3367722"/>
                  </a:lnTo>
                  <a:lnTo>
                    <a:pt x="1305283" y="3367722"/>
                  </a:lnTo>
                  <a:lnTo>
                    <a:pt x="1305283" y="3367292"/>
                  </a:lnTo>
                  <a:lnTo>
                    <a:pt x="1305400" y="3367292"/>
                  </a:lnTo>
                  <a:lnTo>
                    <a:pt x="1305518" y="3367292"/>
                  </a:lnTo>
                  <a:lnTo>
                    <a:pt x="1305635" y="3367292"/>
                  </a:lnTo>
                  <a:lnTo>
                    <a:pt x="1305753" y="3367292"/>
                  </a:lnTo>
                  <a:lnTo>
                    <a:pt x="1305753" y="3366861"/>
                  </a:lnTo>
                  <a:lnTo>
                    <a:pt x="1305753" y="3366430"/>
                  </a:lnTo>
                  <a:lnTo>
                    <a:pt x="1305871" y="3366430"/>
                  </a:lnTo>
                  <a:lnTo>
                    <a:pt x="1305988" y="3366430"/>
                  </a:lnTo>
                  <a:lnTo>
                    <a:pt x="1306106" y="3366430"/>
                  </a:lnTo>
                  <a:lnTo>
                    <a:pt x="1306224" y="3366430"/>
                  </a:lnTo>
                  <a:lnTo>
                    <a:pt x="1306341" y="3366430"/>
                  </a:lnTo>
                  <a:lnTo>
                    <a:pt x="1306459" y="3366430"/>
                  </a:lnTo>
                  <a:lnTo>
                    <a:pt x="1306576" y="3366430"/>
                  </a:lnTo>
                  <a:lnTo>
                    <a:pt x="1306694" y="3366430"/>
                  </a:lnTo>
                  <a:lnTo>
                    <a:pt x="1306694" y="3366000"/>
                  </a:lnTo>
                  <a:lnTo>
                    <a:pt x="1306694" y="3365569"/>
                  </a:lnTo>
                  <a:lnTo>
                    <a:pt x="1306694" y="3365139"/>
                  </a:lnTo>
                  <a:lnTo>
                    <a:pt x="1306812" y="3365139"/>
                  </a:lnTo>
                  <a:lnTo>
                    <a:pt x="1306929" y="3365139"/>
                  </a:lnTo>
                  <a:lnTo>
                    <a:pt x="1306929" y="3364708"/>
                  </a:lnTo>
                  <a:lnTo>
                    <a:pt x="1307047" y="3364708"/>
                  </a:lnTo>
                  <a:lnTo>
                    <a:pt x="1307164" y="3364708"/>
                  </a:lnTo>
                  <a:lnTo>
                    <a:pt x="1307164" y="3364277"/>
                  </a:lnTo>
                  <a:lnTo>
                    <a:pt x="1307282" y="3364277"/>
                  </a:lnTo>
                  <a:lnTo>
                    <a:pt x="1307400" y="3364277"/>
                  </a:lnTo>
                  <a:lnTo>
                    <a:pt x="1307517" y="3364277"/>
                  </a:lnTo>
                  <a:lnTo>
                    <a:pt x="1307635" y="3364277"/>
                  </a:lnTo>
                  <a:lnTo>
                    <a:pt x="1307635" y="3363847"/>
                  </a:lnTo>
                  <a:lnTo>
                    <a:pt x="1307753" y="3363847"/>
                  </a:lnTo>
                  <a:lnTo>
                    <a:pt x="1307753" y="3363416"/>
                  </a:lnTo>
                  <a:lnTo>
                    <a:pt x="1307870" y="3363416"/>
                  </a:lnTo>
                  <a:lnTo>
                    <a:pt x="1307988" y="3363416"/>
                  </a:lnTo>
                  <a:lnTo>
                    <a:pt x="1307988" y="3362986"/>
                  </a:lnTo>
                  <a:lnTo>
                    <a:pt x="1308105" y="3362986"/>
                  </a:lnTo>
                  <a:lnTo>
                    <a:pt x="1308223" y="3362986"/>
                  </a:lnTo>
                  <a:lnTo>
                    <a:pt x="1308341" y="3362986"/>
                  </a:lnTo>
                  <a:lnTo>
                    <a:pt x="1308341" y="3362555"/>
                  </a:lnTo>
                  <a:lnTo>
                    <a:pt x="1308458" y="3362555"/>
                  </a:lnTo>
                  <a:lnTo>
                    <a:pt x="1308576" y="3362555"/>
                  </a:lnTo>
                  <a:lnTo>
                    <a:pt x="1308576" y="3362124"/>
                  </a:lnTo>
                  <a:lnTo>
                    <a:pt x="1308576" y="3361694"/>
                  </a:lnTo>
                  <a:lnTo>
                    <a:pt x="1308693" y="3361694"/>
                  </a:lnTo>
                  <a:lnTo>
                    <a:pt x="1308811" y="3361694"/>
                  </a:lnTo>
                  <a:lnTo>
                    <a:pt x="1308811" y="3361263"/>
                  </a:lnTo>
                  <a:lnTo>
                    <a:pt x="1308929" y="3361263"/>
                  </a:lnTo>
                  <a:lnTo>
                    <a:pt x="1308929" y="3360833"/>
                  </a:lnTo>
                  <a:lnTo>
                    <a:pt x="1308929" y="3360402"/>
                  </a:lnTo>
                  <a:lnTo>
                    <a:pt x="1308929" y="3359971"/>
                  </a:lnTo>
                  <a:lnTo>
                    <a:pt x="1309046" y="3359971"/>
                  </a:lnTo>
                  <a:lnTo>
                    <a:pt x="1309164" y="3359971"/>
                  </a:lnTo>
                  <a:lnTo>
                    <a:pt x="1309281" y="3359971"/>
                  </a:lnTo>
                  <a:lnTo>
                    <a:pt x="1309399" y="3359971"/>
                  </a:lnTo>
                  <a:lnTo>
                    <a:pt x="1309517" y="3359971"/>
                  </a:lnTo>
                  <a:lnTo>
                    <a:pt x="1309634" y="3359971"/>
                  </a:lnTo>
                  <a:lnTo>
                    <a:pt x="1309752" y="3359971"/>
                  </a:lnTo>
                  <a:lnTo>
                    <a:pt x="1309752" y="3359541"/>
                  </a:lnTo>
                  <a:lnTo>
                    <a:pt x="1309870" y="3359541"/>
                  </a:lnTo>
                  <a:lnTo>
                    <a:pt x="1309870" y="3359110"/>
                  </a:lnTo>
                  <a:lnTo>
                    <a:pt x="1309987" y="3359110"/>
                  </a:lnTo>
                  <a:lnTo>
                    <a:pt x="1309987" y="3358680"/>
                  </a:lnTo>
                  <a:lnTo>
                    <a:pt x="1310105" y="3358680"/>
                  </a:lnTo>
                  <a:lnTo>
                    <a:pt x="1310222" y="3358680"/>
                  </a:lnTo>
                  <a:lnTo>
                    <a:pt x="1310340" y="3358680"/>
                  </a:lnTo>
                  <a:lnTo>
                    <a:pt x="1310458" y="3358680"/>
                  </a:lnTo>
                  <a:lnTo>
                    <a:pt x="1310575" y="3358680"/>
                  </a:lnTo>
                  <a:lnTo>
                    <a:pt x="1310693" y="3358680"/>
                  </a:lnTo>
                  <a:lnTo>
                    <a:pt x="1310693" y="3358249"/>
                  </a:lnTo>
                  <a:lnTo>
                    <a:pt x="1310693" y="3357818"/>
                  </a:lnTo>
                  <a:lnTo>
                    <a:pt x="1310810" y="3357818"/>
                  </a:lnTo>
                  <a:lnTo>
                    <a:pt x="1310928" y="3357818"/>
                  </a:lnTo>
                  <a:lnTo>
                    <a:pt x="1310928" y="3357388"/>
                  </a:lnTo>
                  <a:lnTo>
                    <a:pt x="1311046" y="3357388"/>
                  </a:lnTo>
                  <a:lnTo>
                    <a:pt x="1311046" y="3356957"/>
                  </a:lnTo>
                  <a:lnTo>
                    <a:pt x="1311046" y="3356527"/>
                  </a:lnTo>
                  <a:lnTo>
                    <a:pt x="1311163" y="3356527"/>
                  </a:lnTo>
                  <a:lnTo>
                    <a:pt x="1311281" y="3356527"/>
                  </a:lnTo>
                  <a:lnTo>
                    <a:pt x="1311399" y="3356527"/>
                  </a:lnTo>
                  <a:lnTo>
                    <a:pt x="1311399" y="3356096"/>
                  </a:lnTo>
                  <a:lnTo>
                    <a:pt x="1311516" y="3356096"/>
                  </a:lnTo>
                  <a:lnTo>
                    <a:pt x="1311516" y="3355665"/>
                  </a:lnTo>
                  <a:lnTo>
                    <a:pt x="1311634" y="3355665"/>
                  </a:lnTo>
                  <a:lnTo>
                    <a:pt x="1311634" y="3355235"/>
                  </a:lnTo>
                  <a:lnTo>
                    <a:pt x="1311751" y="3355235"/>
                  </a:lnTo>
                  <a:lnTo>
                    <a:pt x="1311869" y="3355235"/>
                  </a:lnTo>
                  <a:lnTo>
                    <a:pt x="1311987" y="3355235"/>
                  </a:lnTo>
                  <a:lnTo>
                    <a:pt x="1312104" y="3355235"/>
                  </a:lnTo>
                  <a:lnTo>
                    <a:pt x="1312104" y="3354804"/>
                  </a:lnTo>
                  <a:lnTo>
                    <a:pt x="1312104" y="3354374"/>
                  </a:lnTo>
                  <a:lnTo>
                    <a:pt x="1312222" y="3354374"/>
                  </a:lnTo>
                  <a:lnTo>
                    <a:pt x="1312222" y="3353943"/>
                  </a:lnTo>
                  <a:lnTo>
                    <a:pt x="1312222" y="3353512"/>
                  </a:lnTo>
                  <a:lnTo>
                    <a:pt x="1312339" y="3353512"/>
                  </a:lnTo>
                  <a:lnTo>
                    <a:pt x="1312457" y="3353512"/>
                  </a:lnTo>
                  <a:lnTo>
                    <a:pt x="1312575" y="3353512"/>
                  </a:lnTo>
                  <a:lnTo>
                    <a:pt x="1312692" y="3353512"/>
                  </a:lnTo>
                  <a:lnTo>
                    <a:pt x="1312810" y="3353512"/>
                  </a:lnTo>
                  <a:lnTo>
                    <a:pt x="1312928" y="3353512"/>
                  </a:lnTo>
                  <a:lnTo>
                    <a:pt x="1313045" y="3353512"/>
                  </a:lnTo>
                  <a:lnTo>
                    <a:pt x="1313163" y="3353512"/>
                  </a:lnTo>
                  <a:lnTo>
                    <a:pt x="1313280" y="3353512"/>
                  </a:lnTo>
                  <a:lnTo>
                    <a:pt x="1313398" y="3353512"/>
                  </a:lnTo>
                  <a:lnTo>
                    <a:pt x="1313398" y="3353082"/>
                  </a:lnTo>
                  <a:lnTo>
                    <a:pt x="1313398" y="3352651"/>
                  </a:lnTo>
                  <a:lnTo>
                    <a:pt x="1313516" y="3352651"/>
                  </a:lnTo>
                  <a:lnTo>
                    <a:pt x="1313633" y="3352651"/>
                  </a:lnTo>
                  <a:lnTo>
                    <a:pt x="1313751" y="3352651"/>
                  </a:lnTo>
                  <a:lnTo>
                    <a:pt x="1313868" y="3352651"/>
                  </a:lnTo>
                  <a:lnTo>
                    <a:pt x="1313986" y="3352651"/>
                  </a:lnTo>
                  <a:lnTo>
                    <a:pt x="1313986" y="3352221"/>
                  </a:lnTo>
                  <a:lnTo>
                    <a:pt x="1314104" y="3352221"/>
                  </a:lnTo>
                  <a:lnTo>
                    <a:pt x="1314221" y="3352221"/>
                  </a:lnTo>
                  <a:lnTo>
                    <a:pt x="1314221" y="3351790"/>
                  </a:lnTo>
                  <a:lnTo>
                    <a:pt x="1314339" y="3351790"/>
                  </a:lnTo>
                  <a:lnTo>
                    <a:pt x="1314457" y="3351790"/>
                  </a:lnTo>
                  <a:lnTo>
                    <a:pt x="1314574" y="3351790"/>
                  </a:lnTo>
                  <a:lnTo>
                    <a:pt x="1314692" y="3351790"/>
                  </a:lnTo>
                  <a:lnTo>
                    <a:pt x="1314809" y="3351790"/>
                  </a:lnTo>
                  <a:lnTo>
                    <a:pt x="1314809" y="3351359"/>
                  </a:lnTo>
                  <a:lnTo>
                    <a:pt x="1314927" y="3351359"/>
                  </a:lnTo>
                  <a:lnTo>
                    <a:pt x="1315045" y="3351359"/>
                  </a:lnTo>
                  <a:lnTo>
                    <a:pt x="1315162" y="3351359"/>
                  </a:lnTo>
                  <a:lnTo>
                    <a:pt x="1315280" y="3351359"/>
                  </a:lnTo>
                  <a:lnTo>
                    <a:pt x="1315397" y="3351359"/>
                  </a:lnTo>
                  <a:lnTo>
                    <a:pt x="1315515" y="3351359"/>
                  </a:lnTo>
                  <a:lnTo>
                    <a:pt x="1315633" y="3351359"/>
                  </a:lnTo>
                  <a:lnTo>
                    <a:pt x="1315633" y="3350929"/>
                  </a:lnTo>
                  <a:lnTo>
                    <a:pt x="1315633" y="3350498"/>
                  </a:lnTo>
                  <a:lnTo>
                    <a:pt x="1315633" y="3350068"/>
                  </a:lnTo>
                  <a:lnTo>
                    <a:pt x="1315750" y="3350068"/>
                  </a:lnTo>
                  <a:lnTo>
                    <a:pt x="1315868" y="3350068"/>
                  </a:lnTo>
                  <a:lnTo>
                    <a:pt x="1315868" y="3349637"/>
                  </a:lnTo>
                  <a:lnTo>
                    <a:pt x="1315986" y="3349637"/>
                  </a:lnTo>
                  <a:lnTo>
                    <a:pt x="1315986" y="3349206"/>
                  </a:lnTo>
                  <a:lnTo>
                    <a:pt x="1316103" y="3349206"/>
                  </a:lnTo>
                  <a:lnTo>
                    <a:pt x="1316221" y="3349206"/>
                  </a:lnTo>
                  <a:lnTo>
                    <a:pt x="1316338" y="3349206"/>
                  </a:lnTo>
                  <a:lnTo>
                    <a:pt x="1316338" y="3348776"/>
                  </a:lnTo>
                  <a:lnTo>
                    <a:pt x="1316456" y="3348776"/>
                  </a:lnTo>
                  <a:lnTo>
                    <a:pt x="1316574" y="3348776"/>
                  </a:lnTo>
                  <a:lnTo>
                    <a:pt x="1316574" y="3348345"/>
                  </a:lnTo>
                  <a:lnTo>
                    <a:pt x="1316574" y="3347915"/>
                  </a:lnTo>
                  <a:lnTo>
                    <a:pt x="1316691" y="3347915"/>
                  </a:lnTo>
                  <a:lnTo>
                    <a:pt x="1316809" y="3347915"/>
                  </a:lnTo>
                  <a:lnTo>
                    <a:pt x="1316926" y="3347915"/>
                  </a:lnTo>
                  <a:lnTo>
                    <a:pt x="1316926" y="3347484"/>
                  </a:lnTo>
                  <a:lnTo>
                    <a:pt x="1317044" y="3347484"/>
                  </a:lnTo>
                  <a:lnTo>
                    <a:pt x="1317044" y="3347053"/>
                  </a:lnTo>
                  <a:lnTo>
                    <a:pt x="1317044" y="3346623"/>
                  </a:lnTo>
                  <a:lnTo>
                    <a:pt x="1317162" y="3346623"/>
                  </a:lnTo>
                  <a:lnTo>
                    <a:pt x="1317279" y="3346623"/>
                  </a:lnTo>
                  <a:lnTo>
                    <a:pt x="1317397" y="3346623"/>
                  </a:lnTo>
                  <a:lnTo>
                    <a:pt x="1317514" y="3346623"/>
                  </a:lnTo>
                  <a:lnTo>
                    <a:pt x="1317632" y="3346623"/>
                  </a:lnTo>
                  <a:lnTo>
                    <a:pt x="1317632" y="3346192"/>
                  </a:lnTo>
                  <a:lnTo>
                    <a:pt x="1317632" y="3345762"/>
                  </a:lnTo>
                  <a:lnTo>
                    <a:pt x="1317632" y="3345331"/>
                  </a:lnTo>
                  <a:lnTo>
                    <a:pt x="1317632" y="3344900"/>
                  </a:lnTo>
                  <a:lnTo>
                    <a:pt x="1317750" y="3344900"/>
                  </a:lnTo>
                  <a:lnTo>
                    <a:pt x="1317750" y="3344470"/>
                  </a:lnTo>
                  <a:lnTo>
                    <a:pt x="1317867" y="3344470"/>
                  </a:lnTo>
                  <a:lnTo>
                    <a:pt x="1317867" y="3344039"/>
                  </a:lnTo>
                  <a:lnTo>
                    <a:pt x="1317985" y="3344039"/>
                  </a:lnTo>
                  <a:lnTo>
                    <a:pt x="1318103" y="3344039"/>
                  </a:lnTo>
                  <a:lnTo>
                    <a:pt x="1318220" y="3344039"/>
                  </a:lnTo>
                  <a:lnTo>
                    <a:pt x="1318220" y="3343609"/>
                  </a:lnTo>
                  <a:lnTo>
                    <a:pt x="1318338" y="3343609"/>
                  </a:lnTo>
                  <a:lnTo>
                    <a:pt x="1318455" y="3343609"/>
                  </a:lnTo>
                  <a:lnTo>
                    <a:pt x="1318573" y="3343609"/>
                  </a:lnTo>
                  <a:lnTo>
                    <a:pt x="1318573" y="3343178"/>
                  </a:lnTo>
                  <a:lnTo>
                    <a:pt x="1318691" y="3343178"/>
                  </a:lnTo>
                  <a:lnTo>
                    <a:pt x="1318691" y="3342747"/>
                  </a:lnTo>
                  <a:lnTo>
                    <a:pt x="1318691" y="3342317"/>
                  </a:lnTo>
                  <a:lnTo>
                    <a:pt x="1318808" y="3342317"/>
                  </a:lnTo>
                  <a:lnTo>
                    <a:pt x="1318808" y="3341886"/>
                  </a:lnTo>
                  <a:lnTo>
                    <a:pt x="1318808" y="3341456"/>
                  </a:lnTo>
                  <a:lnTo>
                    <a:pt x="1318926" y="3341456"/>
                  </a:lnTo>
                  <a:lnTo>
                    <a:pt x="1318926" y="3341025"/>
                  </a:lnTo>
                  <a:lnTo>
                    <a:pt x="1318926" y="3340594"/>
                  </a:lnTo>
                  <a:lnTo>
                    <a:pt x="1319043" y="3340594"/>
                  </a:lnTo>
                  <a:lnTo>
                    <a:pt x="1319043" y="3340164"/>
                  </a:lnTo>
                  <a:lnTo>
                    <a:pt x="1319161" y="3340164"/>
                  </a:lnTo>
                  <a:lnTo>
                    <a:pt x="1319279" y="3340164"/>
                  </a:lnTo>
                  <a:lnTo>
                    <a:pt x="1319396" y="3340164"/>
                  </a:lnTo>
                  <a:lnTo>
                    <a:pt x="1319514" y="3340164"/>
                  </a:lnTo>
                  <a:lnTo>
                    <a:pt x="1319632" y="3340164"/>
                  </a:lnTo>
                  <a:lnTo>
                    <a:pt x="1319749" y="3340164"/>
                  </a:lnTo>
                  <a:lnTo>
                    <a:pt x="1319749" y="3339733"/>
                  </a:lnTo>
                  <a:lnTo>
                    <a:pt x="1319867" y="3339733"/>
                  </a:lnTo>
                  <a:lnTo>
                    <a:pt x="1319984" y="3339733"/>
                  </a:lnTo>
                  <a:lnTo>
                    <a:pt x="1320102" y="3339733"/>
                  </a:lnTo>
                  <a:lnTo>
                    <a:pt x="1320102" y="3339303"/>
                  </a:lnTo>
                  <a:lnTo>
                    <a:pt x="1320220" y="3339303"/>
                  </a:lnTo>
                  <a:lnTo>
                    <a:pt x="1320337" y="3339303"/>
                  </a:lnTo>
                  <a:lnTo>
                    <a:pt x="1320455" y="3339303"/>
                  </a:lnTo>
                  <a:lnTo>
                    <a:pt x="1320572" y="3339303"/>
                  </a:lnTo>
                  <a:lnTo>
                    <a:pt x="1320572" y="3338872"/>
                  </a:lnTo>
                  <a:lnTo>
                    <a:pt x="1320690" y="3338872"/>
                  </a:lnTo>
                  <a:lnTo>
                    <a:pt x="1320808" y="3338872"/>
                  </a:lnTo>
                  <a:lnTo>
                    <a:pt x="1320925" y="3338872"/>
                  </a:lnTo>
                  <a:lnTo>
                    <a:pt x="1321043" y="3338872"/>
                  </a:lnTo>
                  <a:lnTo>
                    <a:pt x="1321161" y="3338872"/>
                  </a:lnTo>
                  <a:lnTo>
                    <a:pt x="1321278" y="3338872"/>
                  </a:lnTo>
                  <a:lnTo>
                    <a:pt x="1321278" y="3338441"/>
                  </a:lnTo>
                  <a:lnTo>
                    <a:pt x="1321278" y="3338011"/>
                  </a:lnTo>
                  <a:lnTo>
                    <a:pt x="1321396" y="3338011"/>
                  </a:lnTo>
                  <a:lnTo>
                    <a:pt x="1321513" y="3338011"/>
                  </a:lnTo>
                  <a:lnTo>
                    <a:pt x="1321513" y="3337580"/>
                  </a:lnTo>
                  <a:lnTo>
                    <a:pt x="1321631" y="3337580"/>
                  </a:lnTo>
                  <a:lnTo>
                    <a:pt x="1321631" y="3337150"/>
                  </a:lnTo>
                  <a:lnTo>
                    <a:pt x="1321631" y="3336719"/>
                  </a:lnTo>
                  <a:lnTo>
                    <a:pt x="1321749" y="3336719"/>
                  </a:lnTo>
                  <a:lnTo>
                    <a:pt x="1321866" y="3336719"/>
                  </a:lnTo>
                  <a:lnTo>
                    <a:pt x="1321984" y="3336719"/>
                  </a:lnTo>
                  <a:lnTo>
                    <a:pt x="1322101" y="3336719"/>
                  </a:lnTo>
                  <a:lnTo>
                    <a:pt x="1322219" y="3336719"/>
                  </a:lnTo>
                  <a:lnTo>
                    <a:pt x="1322337" y="3336719"/>
                  </a:lnTo>
                  <a:lnTo>
                    <a:pt x="1322454" y="3336719"/>
                  </a:lnTo>
                  <a:lnTo>
                    <a:pt x="1322572" y="3336719"/>
                  </a:lnTo>
                  <a:lnTo>
                    <a:pt x="1322690" y="3336719"/>
                  </a:lnTo>
                  <a:lnTo>
                    <a:pt x="1322807" y="3336719"/>
                  </a:lnTo>
                  <a:lnTo>
                    <a:pt x="1322925" y="3336719"/>
                  </a:lnTo>
                  <a:lnTo>
                    <a:pt x="1323042" y="3336719"/>
                  </a:lnTo>
                  <a:lnTo>
                    <a:pt x="1323160" y="3336719"/>
                  </a:lnTo>
                  <a:lnTo>
                    <a:pt x="1323278" y="3336719"/>
                  </a:lnTo>
                  <a:lnTo>
                    <a:pt x="1323395" y="3336719"/>
                  </a:lnTo>
                  <a:lnTo>
                    <a:pt x="1323513" y="3336719"/>
                  </a:lnTo>
                  <a:lnTo>
                    <a:pt x="1323630" y="3336719"/>
                  </a:lnTo>
                  <a:lnTo>
                    <a:pt x="1323748" y="3336719"/>
                  </a:lnTo>
                  <a:lnTo>
                    <a:pt x="1323866" y="3336719"/>
                  </a:lnTo>
                  <a:lnTo>
                    <a:pt x="1323866" y="3336288"/>
                  </a:lnTo>
                  <a:lnTo>
                    <a:pt x="1323983" y="3336288"/>
                  </a:lnTo>
                  <a:lnTo>
                    <a:pt x="1324101" y="3336288"/>
                  </a:lnTo>
                  <a:lnTo>
                    <a:pt x="1324101" y="3335858"/>
                  </a:lnTo>
                  <a:lnTo>
                    <a:pt x="1324219" y="3335858"/>
                  </a:lnTo>
                  <a:lnTo>
                    <a:pt x="1324219" y="3335427"/>
                  </a:lnTo>
                  <a:lnTo>
                    <a:pt x="1324219" y="3334997"/>
                  </a:lnTo>
                  <a:lnTo>
                    <a:pt x="1324336" y="3334997"/>
                  </a:lnTo>
                  <a:lnTo>
                    <a:pt x="1324336" y="3334566"/>
                  </a:lnTo>
                  <a:lnTo>
                    <a:pt x="1324454" y="3334566"/>
                  </a:lnTo>
                  <a:lnTo>
                    <a:pt x="1324571" y="3334566"/>
                  </a:lnTo>
                  <a:lnTo>
                    <a:pt x="1324571" y="3334135"/>
                  </a:lnTo>
                  <a:lnTo>
                    <a:pt x="1324571" y="3333705"/>
                  </a:lnTo>
                  <a:lnTo>
                    <a:pt x="1324571" y="3333274"/>
                  </a:lnTo>
                  <a:lnTo>
                    <a:pt x="1324689" y="3333274"/>
                  </a:lnTo>
                  <a:lnTo>
                    <a:pt x="1324807" y="3333274"/>
                  </a:lnTo>
                  <a:lnTo>
                    <a:pt x="1324924" y="3333274"/>
                  </a:lnTo>
                  <a:lnTo>
                    <a:pt x="1324924" y="3332844"/>
                  </a:lnTo>
                  <a:lnTo>
                    <a:pt x="1325042" y="3332844"/>
                  </a:lnTo>
                  <a:lnTo>
                    <a:pt x="1325159" y="3332844"/>
                  </a:lnTo>
                  <a:lnTo>
                    <a:pt x="1325277" y="3332844"/>
                  </a:lnTo>
                  <a:lnTo>
                    <a:pt x="1325277" y="3332413"/>
                  </a:lnTo>
                  <a:lnTo>
                    <a:pt x="1325277" y="3331982"/>
                  </a:lnTo>
                  <a:lnTo>
                    <a:pt x="1325395" y="3331982"/>
                  </a:lnTo>
                  <a:lnTo>
                    <a:pt x="1325512" y="3331982"/>
                  </a:lnTo>
                  <a:lnTo>
                    <a:pt x="1325630" y="3331982"/>
                  </a:lnTo>
                  <a:lnTo>
                    <a:pt x="1325747" y="3331982"/>
                  </a:lnTo>
                  <a:lnTo>
                    <a:pt x="1325747" y="3331552"/>
                  </a:lnTo>
                  <a:lnTo>
                    <a:pt x="1325747" y="3331121"/>
                  </a:lnTo>
                  <a:lnTo>
                    <a:pt x="1325865" y="3331121"/>
                  </a:lnTo>
                  <a:lnTo>
                    <a:pt x="1325983" y="3331121"/>
                  </a:lnTo>
                  <a:lnTo>
                    <a:pt x="1326100" y="3331121"/>
                  </a:lnTo>
                  <a:lnTo>
                    <a:pt x="1326218" y="3331121"/>
                  </a:lnTo>
                  <a:lnTo>
                    <a:pt x="1326336" y="3331121"/>
                  </a:lnTo>
                  <a:lnTo>
                    <a:pt x="1326453" y="3331121"/>
                  </a:lnTo>
                  <a:lnTo>
                    <a:pt x="1326571" y="3331121"/>
                  </a:lnTo>
                  <a:lnTo>
                    <a:pt x="1326571" y="3330691"/>
                  </a:lnTo>
                  <a:lnTo>
                    <a:pt x="1326688" y="3330691"/>
                  </a:lnTo>
                  <a:lnTo>
                    <a:pt x="1326806" y="3330691"/>
                  </a:lnTo>
                  <a:lnTo>
                    <a:pt x="1326924" y="3330691"/>
                  </a:lnTo>
                  <a:lnTo>
                    <a:pt x="1327041" y="3330691"/>
                  </a:lnTo>
                  <a:lnTo>
                    <a:pt x="1327159" y="3330691"/>
                  </a:lnTo>
                  <a:lnTo>
                    <a:pt x="1327159" y="3330260"/>
                  </a:lnTo>
                  <a:lnTo>
                    <a:pt x="1327276" y="3330260"/>
                  </a:lnTo>
                  <a:lnTo>
                    <a:pt x="1327394" y="3330260"/>
                  </a:lnTo>
                  <a:lnTo>
                    <a:pt x="1327512" y="3330260"/>
                  </a:lnTo>
                  <a:lnTo>
                    <a:pt x="1327629" y="3330260"/>
                  </a:lnTo>
                  <a:lnTo>
                    <a:pt x="1327747" y="3330260"/>
                  </a:lnTo>
                  <a:lnTo>
                    <a:pt x="1327747" y="3329829"/>
                  </a:lnTo>
                  <a:lnTo>
                    <a:pt x="1327865" y="3329829"/>
                  </a:lnTo>
                  <a:lnTo>
                    <a:pt x="1327982" y="3329829"/>
                  </a:lnTo>
                  <a:lnTo>
                    <a:pt x="1328100" y="3329829"/>
                  </a:lnTo>
                  <a:lnTo>
                    <a:pt x="1328217" y="3329829"/>
                  </a:lnTo>
                  <a:lnTo>
                    <a:pt x="1328335" y="3329829"/>
                  </a:lnTo>
                  <a:lnTo>
                    <a:pt x="1328335" y="3329399"/>
                  </a:lnTo>
                  <a:lnTo>
                    <a:pt x="1328453" y="3329399"/>
                  </a:lnTo>
                  <a:lnTo>
                    <a:pt x="1328570" y="3329399"/>
                  </a:lnTo>
                  <a:lnTo>
                    <a:pt x="1328570" y="3328968"/>
                  </a:lnTo>
                  <a:lnTo>
                    <a:pt x="1328570" y="3328538"/>
                  </a:lnTo>
                  <a:lnTo>
                    <a:pt x="1328570" y="3328107"/>
                  </a:lnTo>
                  <a:lnTo>
                    <a:pt x="1328688" y="3328107"/>
                  </a:lnTo>
                  <a:lnTo>
                    <a:pt x="1328805" y="3328107"/>
                  </a:lnTo>
                  <a:lnTo>
                    <a:pt x="1328805" y="3327676"/>
                  </a:lnTo>
                  <a:lnTo>
                    <a:pt x="1328923" y="3327676"/>
                  </a:lnTo>
                  <a:lnTo>
                    <a:pt x="1329041" y="3327676"/>
                  </a:lnTo>
                  <a:lnTo>
                    <a:pt x="1329041" y="3327246"/>
                  </a:lnTo>
                  <a:lnTo>
                    <a:pt x="1329158" y="3327246"/>
                  </a:lnTo>
                  <a:lnTo>
                    <a:pt x="1329276" y="3327246"/>
                  </a:lnTo>
                  <a:lnTo>
                    <a:pt x="1329394" y="3327246"/>
                  </a:lnTo>
                  <a:lnTo>
                    <a:pt x="1329394" y="3326815"/>
                  </a:lnTo>
                  <a:lnTo>
                    <a:pt x="1329511" y="3326815"/>
                  </a:lnTo>
                  <a:lnTo>
                    <a:pt x="1329629" y="3326815"/>
                  </a:lnTo>
                  <a:lnTo>
                    <a:pt x="1329746" y="3326815"/>
                  </a:lnTo>
                  <a:lnTo>
                    <a:pt x="1329864" y="3326815"/>
                  </a:lnTo>
                  <a:lnTo>
                    <a:pt x="1329982" y="3326815"/>
                  </a:lnTo>
                  <a:lnTo>
                    <a:pt x="1329982" y="3326385"/>
                  </a:lnTo>
                  <a:lnTo>
                    <a:pt x="1329982" y="3325954"/>
                  </a:lnTo>
                  <a:lnTo>
                    <a:pt x="1330099" y="3325954"/>
                  </a:lnTo>
                  <a:lnTo>
                    <a:pt x="1330099" y="3325523"/>
                  </a:lnTo>
                  <a:lnTo>
                    <a:pt x="1330099" y="3325093"/>
                  </a:lnTo>
                  <a:lnTo>
                    <a:pt x="1330217" y="3325093"/>
                  </a:lnTo>
                  <a:lnTo>
                    <a:pt x="1330334" y="3325093"/>
                  </a:lnTo>
                  <a:lnTo>
                    <a:pt x="1330452" y="3325093"/>
                  </a:lnTo>
                  <a:lnTo>
                    <a:pt x="1330570" y="3325093"/>
                  </a:lnTo>
                  <a:lnTo>
                    <a:pt x="1330687" y="3325093"/>
                  </a:lnTo>
                  <a:lnTo>
                    <a:pt x="1330687" y="3324662"/>
                  </a:lnTo>
                  <a:lnTo>
                    <a:pt x="1330687" y="3324232"/>
                  </a:lnTo>
                  <a:lnTo>
                    <a:pt x="1330805" y="3324232"/>
                  </a:lnTo>
                  <a:lnTo>
                    <a:pt x="1330805" y="3323801"/>
                  </a:lnTo>
                  <a:lnTo>
                    <a:pt x="1330805" y="3323370"/>
                  </a:lnTo>
                  <a:lnTo>
                    <a:pt x="1330923" y="3323370"/>
                  </a:lnTo>
                  <a:lnTo>
                    <a:pt x="1331040" y="3323370"/>
                  </a:lnTo>
                  <a:lnTo>
                    <a:pt x="1331158" y="3323370"/>
                  </a:lnTo>
                  <a:lnTo>
                    <a:pt x="1331275" y="3323370"/>
                  </a:lnTo>
                  <a:lnTo>
                    <a:pt x="1331393" y="3323370"/>
                  </a:lnTo>
                  <a:lnTo>
                    <a:pt x="1331511" y="3323370"/>
                  </a:lnTo>
                  <a:lnTo>
                    <a:pt x="1331628" y="3323370"/>
                  </a:lnTo>
                  <a:lnTo>
                    <a:pt x="1331746" y="3323370"/>
                  </a:lnTo>
                  <a:lnTo>
                    <a:pt x="1331746" y="3322940"/>
                  </a:lnTo>
                  <a:lnTo>
                    <a:pt x="1331746" y="3322509"/>
                  </a:lnTo>
                  <a:lnTo>
                    <a:pt x="1331746" y="3322079"/>
                  </a:lnTo>
                  <a:lnTo>
                    <a:pt x="1331746" y="3321648"/>
                  </a:lnTo>
                  <a:lnTo>
                    <a:pt x="1331863" y="3321648"/>
                  </a:lnTo>
                  <a:lnTo>
                    <a:pt x="1331981" y="3321648"/>
                  </a:lnTo>
                  <a:lnTo>
                    <a:pt x="1332099" y="3321648"/>
                  </a:lnTo>
                  <a:lnTo>
                    <a:pt x="1332099" y="3321217"/>
                  </a:lnTo>
                  <a:lnTo>
                    <a:pt x="1332216" y="3321217"/>
                  </a:lnTo>
                  <a:lnTo>
                    <a:pt x="1332216" y="3320787"/>
                  </a:lnTo>
                  <a:lnTo>
                    <a:pt x="1332334" y="3320787"/>
                  </a:lnTo>
                  <a:lnTo>
                    <a:pt x="1332334" y="3320356"/>
                  </a:lnTo>
                  <a:lnTo>
                    <a:pt x="1332452" y="3320356"/>
                  </a:lnTo>
                  <a:lnTo>
                    <a:pt x="1332452" y="3319926"/>
                  </a:lnTo>
                  <a:lnTo>
                    <a:pt x="1332452" y="3319495"/>
                  </a:lnTo>
                  <a:lnTo>
                    <a:pt x="1332452" y="3319064"/>
                  </a:lnTo>
                  <a:lnTo>
                    <a:pt x="1332452" y="3318634"/>
                  </a:lnTo>
                  <a:lnTo>
                    <a:pt x="1332569" y="3318634"/>
                  </a:lnTo>
                  <a:lnTo>
                    <a:pt x="1332687" y="3318634"/>
                  </a:lnTo>
                  <a:lnTo>
                    <a:pt x="1332804" y="3318634"/>
                  </a:lnTo>
                  <a:lnTo>
                    <a:pt x="1332922" y="3318634"/>
                  </a:lnTo>
                  <a:lnTo>
                    <a:pt x="1333040" y="3318634"/>
                  </a:lnTo>
                  <a:lnTo>
                    <a:pt x="1333040" y="3318203"/>
                  </a:lnTo>
                  <a:lnTo>
                    <a:pt x="1333157" y="3318203"/>
                  </a:lnTo>
                  <a:lnTo>
                    <a:pt x="1333275" y="3318203"/>
                  </a:lnTo>
                  <a:lnTo>
                    <a:pt x="1333392" y="3318203"/>
                  </a:lnTo>
                  <a:lnTo>
                    <a:pt x="1333510" y="3318203"/>
                  </a:lnTo>
                  <a:lnTo>
                    <a:pt x="1333628" y="3318203"/>
                  </a:lnTo>
                  <a:lnTo>
                    <a:pt x="1333745" y="3318203"/>
                  </a:lnTo>
                  <a:lnTo>
                    <a:pt x="1333745" y="3317773"/>
                  </a:lnTo>
                  <a:lnTo>
                    <a:pt x="1333863" y="3317773"/>
                  </a:lnTo>
                  <a:lnTo>
                    <a:pt x="1333980" y="3317773"/>
                  </a:lnTo>
                  <a:lnTo>
                    <a:pt x="1333980" y="3317342"/>
                  </a:lnTo>
                  <a:lnTo>
                    <a:pt x="1333980" y="3316911"/>
                  </a:lnTo>
                  <a:lnTo>
                    <a:pt x="1334098" y="3316911"/>
                  </a:lnTo>
                  <a:lnTo>
                    <a:pt x="1334098" y="3316481"/>
                  </a:lnTo>
                  <a:lnTo>
                    <a:pt x="1334216" y="3316481"/>
                  </a:lnTo>
                  <a:lnTo>
                    <a:pt x="1334216" y="3316050"/>
                  </a:lnTo>
                  <a:lnTo>
                    <a:pt x="1334333" y="3316050"/>
                  </a:lnTo>
                  <a:lnTo>
                    <a:pt x="1334451" y="3316050"/>
                  </a:lnTo>
                  <a:lnTo>
                    <a:pt x="1334569" y="3316050"/>
                  </a:lnTo>
                  <a:lnTo>
                    <a:pt x="1334686" y="3316050"/>
                  </a:lnTo>
                  <a:lnTo>
                    <a:pt x="1334686" y="3315620"/>
                  </a:lnTo>
                  <a:lnTo>
                    <a:pt x="1334686" y="3315189"/>
                  </a:lnTo>
                  <a:lnTo>
                    <a:pt x="1334804" y="3315189"/>
                  </a:lnTo>
                  <a:lnTo>
                    <a:pt x="1334921" y="3315189"/>
                  </a:lnTo>
                  <a:lnTo>
                    <a:pt x="1335039" y="3315189"/>
                  </a:lnTo>
                  <a:lnTo>
                    <a:pt x="1335157" y="3315189"/>
                  </a:lnTo>
                  <a:lnTo>
                    <a:pt x="1335274" y="3315189"/>
                  </a:lnTo>
                  <a:lnTo>
                    <a:pt x="1335392" y="3315189"/>
                  </a:lnTo>
                  <a:lnTo>
                    <a:pt x="1335392" y="3314758"/>
                  </a:lnTo>
                  <a:lnTo>
                    <a:pt x="1335392" y="3314328"/>
                  </a:lnTo>
                  <a:lnTo>
                    <a:pt x="1335392" y="3313897"/>
                  </a:lnTo>
                  <a:lnTo>
                    <a:pt x="1335392" y="3313467"/>
                  </a:lnTo>
                  <a:lnTo>
                    <a:pt x="1335509" y="3313467"/>
                  </a:lnTo>
                  <a:lnTo>
                    <a:pt x="1335627" y="3313467"/>
                  </a:lnTo>
                  <a:lnTo>
                    <a:pt x="1335745" y="3313467"/>
                  </a:lnTo>
                  <a:lnTo>
                    <a:pt x="1335862" y="3313467"/>
                  </a:lnTo>
                  <a:lnTo>
                    <a:pt x="1335980" y="3313467"/>
                  </a:lnTo>
                  <a:lnTo>
                    <a:pt x="1335980" y="3313036"/>
                  </a:lnTo>
                  <a:lnTo>
                    <a:pt x="1335980" y="3312605"/>
                  </a:lnTo>
                  <a:lnTo>
                    <a:pt x="1336098" y="3312605"/>
                  </a:lnTo>
                  <a:lnTo>
                    <a:pt x="1336215" y="3312605"/>
                  </a:lnTo>
                  <a:lnTo>
                    <a:pt x="1336333" y="3312605"/>
                  </a:lnTo>
                  <a:lnTo>
                    <a:pt x="1336333" y="3312175"/>
                  </a:lnTo>
                  <a:lnTo>
                    <a:pt x="1336450" y="3312175"/>
                  </a:lnTo>
                  <a:lnTo>
                    <a:pt x="1336568" y="3312175"/>
                  </a:lnTo>
                  <a:lnTo>
                    <a:pt x="1336568" y="3311744"/>
                  </a:lnTo>
                  <a:lnTo>
                    <a:pt x="1336568" y="3311314"/>
                  </a:lnTo>
                  <a:lnTo>
                    <a:pt x="1336686" y="3311314"/>
                  </a:lnTo>
                  <a:lnTo>
                    <a:pt x="1336803" y="3311314"/>
                  </a:lnTo>
                  <a:lnTo>
                    <a:pt x="1336921" y="3311314"/>
                  </a:lnTo>
                  <a:lnTo>
                    <a:pt x="1337038" y="3311314"/>
                  </a:lnTo>
                  <a:lnTo>
                    <a:pt x="1337038" y="3310883"/>
                  </a:lnTo>
                  <a:lnTo>
                    <a:pt x="1337156" y="3310883"/>
                  </a:lnTo>
                  <a:lnTo>
                    <a:pt x="1337274" y="3310883"/>
                  </a:lnTo>
                  <a:lnTo>
                    <a:pt x="1337274" y="3310452"/>
                  </a:lnTo>
                  <a:lnTo>
                    <a:pt x="1337391" y="3310452"/>
                  </a:lnTo>
                  <a:lnTo>
                    <a:pt x="1337391" y="3310022"/>
                  </a:lnTo>
                  <a:lnTo>
                    <a:pt x="1337509" y="3310022"/>
                  </a:lnTo>
                  <a:lnTo>
                    <a:pt x="1337509" y="3309591"/>
                  </a:lnTo>
                  <a:lnTo>
                    <a:pt x="1337627" y="3309591"/>
                  </a:lnTo>
                  <a:lnTo>
                    <a:pt x="1337627" y="3309161"/>
                  </a:lnTo>
                  <a:lnTo>
                    <a:pt x="1337744" y="3309161"/>
                  </a:lnTo>
                  <a:lnTo>
                    <a:pt x="1337862" y="3309161"/>
                  </a:lnTo>
                  <a:lnTo>
                    <a:pt x="1337979" y="3309161"/>
                  </a:lnTo>
                  <a:lnTo>
                    <a:pt x="1338097" y="3309161"/>
                  </a:lnTo>
                  <a:lnTo>
                    <a:pt x="1338215" y="3309161"/>
                  </a:lnTo>
                  <a:lnTo>
                    <a:pt x="1338332" y="3309161"/>
                  </a:lnTo>
                  <a:lnTo>
                    <a:pt x="1338450" y="3309161"/>
                  </a:lnTo>
                  <a:lnTo>
                    <a:pt x="1338450" y="3308730"/>
                  </a:lnTo>
                  <a:lnTo>
                    <a:pt x="1338567" y="3308730"/>
                  </a:lnTo>
                  <a:lnTo>
                    <a:pt x="1338685" y="3308730"/>
                  </a:lnTo>
                  <a:lnTo>
                    <a:pt x="1338803" y="3308730"/>
                  </a:lnTo>
                  <a:lnTo>
                    <a:pt x="1338920" y="3308730"/>
                  </a:lnTo>
                  <a:lnTo>
                    <a:pt x="1339038" y="3308730"/>
                  </a:lnTo>
                  <a:lnTo>
                    <a:pt x="1339038" y="3308299"/>
                  </a:lnTo>
                  <a:lnTo>
                    <a:pt x="1339156" y="3308299"/>
                  </a:lnTo>
                  <a:lnTo>
                    <a:pt x="1339156" y="3307869"/>
                  </a:lnTo>
                  <a:lnTo>
                    <a:pt x="1339156" y="3307438"/>
                  </a:lnTo>
                  <a:lnTo>
                    <a:pt x="1339156" y="3307008"/>
                  </a:lnTo>
                  <a:lnTo>
                    <a:pt x="1339273" y="3307008"/>
                  </a:lnTo>
                  <a:lnTo>
                    <a:pt x="1339391" y="3307008"/>
                  </a:lnTo>
                  <a:lnTo>
                    <a:pt x="1339391" y="3306577"/>
                  </a:lnTo>
                  <a:lnTo>
                    <a:pt x="1339508" y="3306577"/>
                  </a:lnTo>
                  <a:lnTo>
                    <a:pt x="1339626" y="3306577"/>
                  </a:lnTo>
                  <a:lnTo>
                    <a:pt x="1339744" y="3306577"/>
                  </a:lnTo>
                  <a:lnTo>
                    <a:pt x="1339861" y="3306577"/>
                  </a:lnTo>
                  <a:lnTo>
                    <a:pt x="1339861" y="3306146"/>
                  </a:lnTo>
                  <a:lnTo>
                    <a:pt x="1339979" y="3306146"/>
                  </a:lnTo>
                  <a:lnTo>
                    <a:pt x="1339979" y="3305716"/>
                  </a:lnTo>
                  <a:lnTo>
                    <a:pt x="1340096" y="3305716"/>
                  </a:lnTo>
                  <a:lnTo>
                    <a:pt x="1340096" y="3305285"/>
                  </a:lnTo>
                  <a:lnTo>
                    <a:pt x="1340214" y="3305285"/>
                  </a:lnTo>
                  <a:lnTo>
                    <a:pt x="1340332" y="3305285"/>
                  </a:lnTo>
                  <a:lnTo>
                    <a:pt x="1340332" y="3304855"/>
                  </a:lnTo>
                  <a:lnTo>
                    <a:pt x="1340332" y="3304424"/>
                  </a:lnTo>
                  <a:lnTo>
                    <a:pt x="1340449" y="3304424"/>
                  </a:lnTo>
                  <a:lnTo>
                    <a:pt x="1340567" y="3304424"/>
                  </a:lnTo>
                  <a:lnTo>
                    <a:pt x="1340685" y="3304424"/>
                  </a:lnTo>
                  <a:lnTo>
                    <a:pt x="1340802" y="3304424"/>
                  </a:lnTo>
                  <a:lnTo>
                    <a:pt x="1340920" y="3304424"/>
                  </a:lnTo>
                  <a:lnTo>
                    <a:pt x="1341037" y="3304424"/>
                  </a:lnTo>
                  <a:lnTo>
                    <a:pt x="1341037" y="3303993"/>
                  </a:lnTo>
                  <a:lnTo>
                    <a:pt x="1341155" y="3303993"/>
                  </a:lnTo>
                  <a:lnTo>
                    <a:pt x="1341273" y="3303993"/>
                  </a:lnTo>
                  <a:lnTo>
                    <a:pt x="1341390" y="3303993"/>
                  </a:lnTo>
                  <a:lnTo>
                    <a:pt x="1341508" y="3303993"/>
                  </a:lnTo>
                  <a:lnTo>
                    <a:pt x="1341508" y="3303563"/>
                  </a:lnTo>
                  <a:lnTo>
                    <a:pt x="1341625" y="3303563"/>
                  </a:lnTo>
                  <a:lnTo>
                    <a:pt x="1341743" y="3303563"/>
                  </a:lnTo>
                  <a:lnTo>
                    <a:pt x="1341861" y="3303563"/>
                  </a:lnTo>
                  <a:lnTo>
                    <a:pt x="1341861" y="3303132"/>
                  </a:lnTo>
                  <a:lnTo>
                    <a:pt x="1341978" y="3303132"/>
                  </a:lnTo>
                  <a:lnTo>
                    <a:pt x="1342096" y="3303132"/>
                  </a:lnTo>
                  <a:lnTo>
                    <a:pt x="1342213" y="3303132"/>
                  </a:lnTo>
                  <a:lnTo>
                    <a:pt x="1342213" y="3302702"/>
                  </a:lnTo>
                  <a:lnTo>
                    <a:pt x="1342331" y="3302702"/>
                  </a:lnTo>
                  <a:lnTo>
                    <a:pt x="1342449" y="3302702"/>
                  </a:lnTo>
                  <a:lnTo>
                    <a:pt x="1342566" y="3302702"/>
                  </a:lnTo>
                  <a:lnTo>
                    <a:pt x="1342566" y="3302271"/>
                  </a:lnTo>
                  <a:lnTo>
                    <a:pt x="1342684" y="3302271"/>
                  </a:lnTo>
                  <a:lnTo>
                    <a:pt x="1342684" y="3301840"/>
                  </a:lnTo>
                  <a:lnTo>
                    <a:pt x="1342802" y="3301840"/>
                  </a:lnTo>
                  <a:lnTo>
                    <a:pt x="1342919" y="3301840"/>
                  </a:lnTo>
                  <a:lnTo>
                    <a:pt x="1342919" y="3301410"/>
                  </a:lnTo>
                  <a:lnTo>
                    <a:pt x="1342919" y="3300979"/>
                  </a:lnTo>
                  <a:lnTo>
                    <a:pt x="1343037" y="3300979"/>
                  </a:lnTo>
                  <a:lnTo>
                    <a:pt x="1343154" y="3300979"/>
                  </a:lnTo>
                  <a:lnTo>
                    <a:pt x="1343272" y="3300979"/>
                  </a:lnTo>
                  <a:lnTo>
                    <a:pt x="1343272" y="3300549"/>
                  </a:lnTo>
                  <a:lnTo>
                    <a:pt x="1343390" y="3300549"/>
                  </a:lnTo>
                  <a:lnTo>
                    <a:pt x="1343507" y="3300549"/>
                  </a:lnTo>
                  <a:lnTo>
                    <a:pt x="1343507" y="3300118"/>
                  </a:lnTo>
                  <a:lnTo>
                    <a:pt x="1343507" y="3299687"/>
                  </a:lnTo>
                  <a:lnTo>
                    <a:pt x="1343507" y="3299257"/>
                  </a:lnTo>
                  <a:lnTo>
                    <a:pt x="1343507" y="3298826"/>
                  </a:lnTo>
                  <a:lnTo>
                    <a:pt x="1343507" y="3298396"/>
                  </a:lnTo>
                  <a:lnTo>
                    <a:pt x="1343625" y="3298396"/>
                  </a:lnTo>
                  <a:lnTo>
                    <a:pt x="1343742" y="3298396"/>
                  </a:lnTo>
                  <a:lnTo>
                    <a:pt x="1343742" y="3297965"/>
                  </a:lnTo>
                  <a:lnTo>
                    <a:pt x="1343860" y="3297965"/>
                  </a:lnTo>
                  <a:lnTo>
                    <a:pt x="1343978" y="3297965"/>
                  </a:lnTo>
                  <a:lnTo>
                    <a:pt x="1344095" y="3297965"/>
                  </a:lnTo>
                  <a:lnTo>
                    <a:pt x="1344213" y="3297965"/>
                  </a:lnTo>
                  <a:lnTo>
                    <a:pt x="1344331" y="3297965"/>
                  </a:lnTo>
                  <a:lnTo>
                    <a:pt x="1344331" y="3297534"/>
                  </a:lnTo>
                  <a:lnTo>
                    <a:pt x="1344448" y="3297534"/>
                  </a:lnTo>
                  <a:lnTo>
                    <a:pt x="1344566" y="3297534"/>
                  </a:lnTo>
                  <a:lnTo>
                    <a:pt x="1344683" y="3297534"/>
                  </a:lnTo>
                  <a:lnTo>
                    <a:pt x="1344801" y="3297534"/>
                  </a:lnTo>
                  <a:lnTo>
                    <a:pt x="1344801" y="3297104"/>
                  </a:lnTo>
                  <a:lnTo>
                    <a:pt x="1344919" y="3297104"/>
                  </a:lnTo>
                  <a:lnTo>
                    <a:pt x="1344919" y="3296673"/>
                  </a:lnTo>
                  <a:lnTo>
                    <a:pt x="1345036" y="3296673"/>
                  </a:lnTo>
                  <a:lnTo>
                    <a:pt x="1345154" y="3296673"/>
                  </a:lnTo>
                  <a:lnTo>
                    <a:pt x="1345154" y="3296243"/>
                  </a:lnTo>
                  <a:lnTo>
                    <a:pt x="1345154" y="3295812"/>
                  </a:lnTo>
                  <a:lnTo>
                    <a:pt x="1345271" y="3295812"/>
                  </a:lnTo>
                  <a:lnTo>
                    <a:pt x="1345271" y="3295381"/>
                  </a:lnTo>
                  <a:lnTo>
                    <a:pt x="1345389" y="3295381"/>
                  </a:lnTo>
                  <a:lnTo>
                    <a:pt x="1345507" y="3295381"/>
                  </a:lnTo>
                  <a:lnTo>
                    <a:pt x="1345507" y="3294951"/>
                  </a:lnTo>
                  <a:lnTo>
                    <a:pt x="1345624" y="3294951"/>
                  </a:lnTo>
                  <a:lnTo>
                    <a:pt x="1345624" y="3294520"/>
                  </a:lnTo>
                  <a:lnTo>
                    <a:pt x="1345624" y="3294090"/>
                  </a:lnTo>
                  <a:lnTo>
                    <a:pt x="1345624" y="3293659"/>
                  </a:lnTo>
                  <a:lnTo>
                    <a:pt x="1345624" y="3293228"/>
                  </a:lnTo>
                  <a:lnTo>
                    <a:pt x="1345742" y="3293228"/>
                  </a:lnTo>
                  <a:lnTo>
                    <a:pt x="1345742" y="3292798"/>
                  </a:lnTo>
                  <a:lnTo>
                    <a:pt x="1345742" y="3292367"/>
                  </a:lnTo>
                  <a:lnTo>
                    <a:pt x="1345742" y="3291937"/>
                  </a:lnTo>
                  <a:lnTo>
                    <a:pt x="1345860" y="3291937"/>
                  </a:lnTo>
                  <a:lnTo>
                    <a:pt x="1345977" y="3291937"/>
                  </a:lnTo>
                  <a:lnTo>
                    <a:pt x="1345977" y="3291506"/>
                  </a:lnTo>
                  <a:lnTo>
                    <a:pt x="1346095" y="3291506"/>
                  </a:lnTo>
                  <a:lnTo>
                    <a:pt x="1346212" y="3291506"/>
                  </a:lnTo>
                  <a:lnTo>
                    <a:pt x="1346212" y="3291075"/>
                  </a:lnTo>
                  <a:lnTo>
                    <a:pt x="1346330" y="3291075"/>
                  </a:lnTo>
                  <a:lnTo>
                    <a:pt x="1346330" y="3290645"/>
                  </a:lnTo>
                  <a:lnTo>
                    <a:pt x="1346448" y="3290645"/>
                  </a:lnTo>
                  <a:lnTo>
                    <a:pt x="1346448" y="3290214"/>
                  </a:lnTo>
                  <a:lnTo>
                    <a:pt x="1346565" y="3290214"/>
                  </a:lnTo>
                  <a:lnTo>
                    <a:pt x="1346565" y="3289784"/>
                  </a:lnTo>
                  <a:lnTo>
                    <a:pt x="1346683" y="3289784"/>
                  </a:lnTo>
                  <a:lnTo>
                    <a:pt x="1346800" y="3289784"/>
                  </a:lnTo>
                  <a:lnTo>
                    <a:pt x="1346800" y="3289353"/>
                  </a:lnTo>
                  <a:lnTo>
                    <a:pt x="1346800" y="3288922"/>
                  </a:lnTo>
                  <a:lnTo>
                    <a:pt x="1346918" y="3288922"/>
                  </a:lnTo>
                  <a:lnTo>
                    <a:pt x="1347036" y="3288922"/>
                  </a:lnTo>
                  <a:lnTo>
                    <a:pt x="1347153" y="3288922"/>
                  </a:lnTo>
                  <a:lnTo>
                    <a:pt x="1347271" y="3288922"/>
                  </a:lnTo>
                  <a:lnTo>
                    <a:pt x="1347389" y="3288922"/>
                  </a:lnTo>
                  <a:lnTo>
                    <a:pt x="1347506" y="3288922"/>
                  </a:lnTo>
                  <a:lnTo>
                    <a:pt x="1347506" y="3288492"/>
                  </a:lnTo>
                  <a:lnTo>
                    <a:pt x="1347624" y="3288492"/>
                  </a:lnTo>
                  <a:lnTo>
                    <a:pt x="1347741" y="3288492"/>
                  </a:lnTo>
                  <a:lnTo>
                    <a:pt x="1347741" y="3288061"/>
                  </a:lnTo>
                  <a:lnTo>
                    <a:pt x="1347741" y="3287631"/>
                  </a:lnTo>
                  <a:lnTo>
                    <a:pt x="1347859" y="3287631"/>
                  </a:lnTo>
                  <a:lnTo>
                    <a:pt x="1347977" y="3287631"/>
                  </a:lnTo>
                  <a:lnTo>
                    <a:pt x="1348094" y="3287631"/>
                  </a:lnTo>
                  <a:lnTo>
                    <a:pt x="1348212" y="3287631"/>
                  </a:lnTo>
                  <a:lnTo>
                    <a:pt x="1348329" y="3287631"/>
                  </a:lnTo>
                  <a:lnTo>
                    <a:pt x="1348447" y="3287631"/>
                  </a:lnTo>
                  <a:lnTo>
                    <a:pt x="1348565" y="3287631"/>
                  </a:lnTo>
                  <a:lnTo>
                    <a:pt x="1348565" y="3287200"/>
                  </a:lnTo>
                  <a:lnTo>
                    <a:pt x="1348682" y="3287200"/>
                  </a:lnTo>
                  <a:lnTo>
                    <a:pt x="1348682" y="3286769"/>
                  </a:lnTo>
                  <a:lnTo>
                    <a:pt x="1348800" y="3286769"/>
                  </a:lnTo>
                  <a:lnTo>
                    <a:pt x="1348918" y="3286769"/>
                  </a:lnTo>
                  <a:lnTo>
                    <a:pt x="1349035" y="3286769"/>
                  </a:lnTo>
                  <a:lnTo>
                    <a:pt x="1349035" y="3286339"/>
                  </a:lnTo>
                  <a:lnTo>
                    <a:pt x="1349153" y="3286339"/>
                  </a:lnTo>
                  <a:lnTo>
                    <a:pt x="1349270" y="3286339"/>
                  </a:lnTo>
                  <a:lnTo>
                    <a:pt x="1349388" y="3286339"/>
                  </a:lnTo>
                  <a:lnTo>
                    <a:pt x="1349506" y="3286339"/>
                  </a:lnTo>
                  <a:lnTo>
                    <a:pt x="1349506" y="3285908"/>
                  </a:lnTo>
                  <a:lnTo>
                    <a:pt x="1349623" y="3285908"/>
                  </a:lnTo>
                  <a:lnTo>
                    <a:pt x="1349741" y="3285908"/>
                  </a:lnTo>
                  <a:lnTo>
                    <a:pt x="1349741" y="3285478"/>
                  </a:lnTo>
                  <a:lnTo>
                    <a:pt x="1349858" y="3285478"/>
                  </a:lnTo>
                  <a:lnTo>
                    <a:pt x="1349976" y="3285478"/>
                  </a:lnTo>
                  <a:lnTo>
                    <a:pt x="1350094" y="3285478"/>
                  </a:lnTo>
                  <a:lnTo>
                    <a:pt x="1350211" y="3285478"/>
                  </a:lnTo>
                  <a:lnTo>
                    <a:pt x="1350329" y="3285478"/>
                  </a:lnTo>
                  <a:lnTo>
                    <a:pt x="1350329" y="3285047"/>
                  </a:lnTo>
                  <a:lnTo>
                    <a:pt x="1350446" y="3285047"/>
                  </a:lnTo>
                  <a:lnTo>
                    <a:pt x="1350446" y="3284616"/>
                  </a:lnTo>
                  <a:lnTo>
                    <a:pt x="1350564" y="3284616"/>
                  </a:lnTo>
                  <a:lnTo>
                    <a:pt x="1350682" y="3284616"/>
                  </a:lnTo>
                  <a:lnTo>
                    <a:pt x="1350799" y="3284616"/>
                  </a:lnTo>
                  <a:lnTo>
                    <a:pt x="1350917" y="3284616"/>
                  </a:lnTo>
                  <a:lnTo>
                    <a:pt x="1350917" y="3284186"/>
                  </a:lnTo>
                  <a:lnTo>
                    <a:pt x="1350917" y="3283755"/>
                  </a:lnTo>
                  <a:lnTo>
                    <a:pt x="1350917" y="3283325"/>
                  </a:lnTo>
                  <a:lnTo>
                    <a:pt x="1351035" y="3283325"/>
                  </a:lnTo>
                  <a:lnTo>
                    <a:pt x="1351152" y="3283325"/>
                  </a:lnTo>
                  <a:lnTo>
                    <a:pt x="1351152" y="3282894"/>
                  </a:lnTo>
                  <a:lnTo>
                    <a:pt x="1351152" y="3282463"/>
                  </a:lnTo>
                  <a:lnTo>
                    <a:pt x="1351270" y="3282463"/>
                  </a:lnTo>
                  <a:lnTo>
                    <a:pt x="1351387" y="3282463"/>
                  </a:lnTo>
                  <a:lnTo>
                    <a:pt x="1351505" y="3282463"/>
                  </a:lnTo>
                  <a:lnTo>
                    <a:pt x="1351623" y="3282463"/>
                  </a:lnTo>
                  <a:lnTo>
                    <a:pt x="1351740" y="3282463"/>
                  </a:lnTo>
                  <a:lnTo>
                    <a:pt x="1351858" y="3282463"/>
                  </a:lnTo>
                  <a:lnTo>
                    <a:pt x="1351975" y="3282463"/>
                  </a:lnTo>
                  <a:lnTo>
                    <a:pt x="1352093" y="3282463"/>
                  </a:lnTo>
                  <a:lnTo>
                    <a:pt x="1352211" y="3282463"/>
                  </a:lnTo>
                  <a:lnTo>
                    <a:pt x="1352211" y="3282033"/>
                  </a:lnTo>
                  <a:lnTo>
                    <a:pt x="1352328" y="3282033"/>
                  </a:lnTo>
                  <a:lnTo>
                    <a:pt x="1352446" y="3282033"/>
                  </a:lnTo>
                  <a:lnTo>
                    <a:pt x="1352564" y="3282033"/>
                  </a:lnTo>
                  <a:lnTo>
                    <a:pt x="1352681" y="3282033"/>
                  </a:lnTo>
                  <a:lnTo>
                    <a:pt x="1352799" y="3282033"/>
                  </a:lnTo>
                  <a:lnTo>
                    <a:pt x="1352916" y="3282033"/>
                  </a:lnTo>
                  <a:lnTo>
                    <a:pt x="1353034" y="3282033"/>
                  </a:lnTo>
                  <a:lnTo>
                    <a:pt x="1353152" y="3282033"/>
                  </a:lnTo>
                  <a:lnTo>
                    <a:pt x="1353269" y="3282033"/>
                  </a:lnTo>
                  <a:lnTo>
                    <a:pt x="1353387" y="3282033"/>
                  </a:lnTo>
                  <a:lnTo>
                    <a:pt x="1353504" y="3282033"/>
                  </a:lnTo>
                  <a:lnTo>
                    <a:pt x="1353622" y="3282033"/>
                  </a:lnTo>
                  <a:lnTo>
                    <a:pt x="1353622" y="3281602"/>
                  </a:lnTo>
                  <a:lnTo>
                    <a:pt x="1353740" y="3281602"/>
                  </a:lnTo>
                  <a:lnTo>
                    <a:pt x="1353740" y="3281172"/>
                  </a:lnTo>
                  <a:lnTo>
                    <a:pt x="1353740" y="3280741"/>
                  </a:lnTo>
                  <a:lnTo>
                    <a:pt x="1353740" y="3280310"/>
                  </a:lnTo>
                  <a:lnTo>
                    <a:pt x="1353740" y="3279880"/>
                  </a:lnTo>
                  <a:lnTo>
                    <a:pt x="1353857" y="3279880"/>
                  </a:lnTo>
                  <a:lnTo>
                    <a:pt x="1353975" y="3279880"/>
                  </a:lnTo>
                  <a:lnTo>
                    <a:pt x="1354093" y="3279880"/>
                  </a:lnTo>
                  <a:lnTo>
                    <a:pt x="1354210" y="3279880"/>
                  </a:lnTo>
                  <a:lnTo>
                    <a:pt x="1354210" y="3279449"/>
                  </a:lnTo>
                  <a:lnTo>
                    <a:pt x="1354328" y="3279449"/>
                  </a:lnTo>
                  <a:lnTo>
                    <a:pt x="1354328" y="3279019"/>
                  </a:lnTo>
                  <a:lnTo>
                    <a:pt x="1354445" y="3279019"/>
                  </a:lnTo>
                  <a:lnTo>
                    <a:pt x="1354563" y="3279019"/>
                  </a:lnTo>
                  <a:lnTo>
                    <a:pt x="1354563" y="3278588"/>
                  </a:lnTo>
                  <a:lnTo>
                    <a:pt x="1354563" y="3278157"/>
                  </a:lnTo>
                  <a:lnTo>
                    <a:pt x="1354563" y="3277727"/>
                  </a:lnTo>
                  <a:lnTo>
                    <a:pt x="1354563" y="3277296"/>
                  </a:lnTo>
                  <a:lnTo>
                    <a:pt x="1354681" y="3277296"/>
                  </a:lnTo>
                  <a:lnTo>
                    <a:pt x="1354798" y="3277296"/>
                  </a:lnTo>
                  <a:lnTo>
                    <a:pt x="1354916" y="3277296"/>
                  </a:lnTo>
                  <a:lnTo>
                    <a:pt x="1354916" y="3276866"/>
                  </a:lnTo>
                  <a:lnTo>
                    <a:pt x="1354916" y="3276435"/>
                  </a:lnTo>
                  <a:lnTo>
                    <a:pt x="1354916" y="3276004"/>
                  </a:lnTo>
                  <a:lnTo>
                    <a:pt x="1355033" y="3276004"/>
                  </a:lnTo>
                  <a:lnTo>
                    <a:pt x="1355033" y="3275574"/>
                  </a:lnTo>
                  <a:lnTo>
                    <a:pt x="1355151" y="3275574"/>
                  </a:lnTo>
                  <a:lnTo>
                    <a:pt x="1355269" y="3275574"/>
                  </a:lnTo>
                  <a:lnTo>
                    <a:pt x="1355386" y="3275574"/>
                  </a:lnTo>
                  <a:lnTo>
                    <a:pt x="1355386" y="3275143"/>
                  </a:lnTo>
                  <a:lnTo>
                    <a:pt x="1355504" y="3275143"/>
                  </a:lnTo>
                  <a:lnTo>
                    <a:pt x="1355622" y="3275143"/>
                  </a:lnTo>
                  <a:lnTo>
                    <a:pt x="1355622" y="3274713"/>
                  </a:lnTo>
                  <a:lnTo>
                    <a:pt x="1355739" y="3274713"/>
                  </a:lnTo>
                  <a:lnTo>
                    <a:pt x="1355857" y="3274713"/>
                  </a:lnTo>
                  <a:lnTo>
                    <a:pt x="1355857" y="3274282"/>
                  </a:lnTo>
                  <a:lnTo>
                    <a:pt x="1355974" y="3274282"/>
                  </a:lnTo>
                  <a:lnTo>
                    <a:pt x="1355974" y="3273851"/>
                  </a:lnTo>
                  <a:lnTo>
                    <a:pt x="1356092" y="3273851"/>
                  </a:lnTo>
                  <a:lnTo>
                    <a:pt x="1356210" y="3273851"/>
                  </a:lnTo>
                  <a:lnTo>
                    <a:pt x="1356327" y="3273851"/>
                  </a:lnTo>
                  <a:lnTo>
                    <a:pt x="1356445" y="3273851"/>
                  </a:lnTo>
                  <a:lnTo>
                    <a:pt x="1356562" y="3273851"/>
                  </a:lnTo>
                  <a:lnTo>
                    <a:pt x="1356562" y="3273421"/>
                  </a:lnTo>
                  <a:lnTo>
                    <a:pt x="1356680" y="3273421"/>
                  </a:lnTo>
                  <a:lnTo>
                    <a:pt x="1356798" y="3273421"/>
                  </a:lnTo>
                  <a:lnTo>
                    <a:pt x="1356915" y="3273421"/>
                  </a:lnTo>
                  <a:lnTo>
                    <a:pt x="1356915" y="3272990"/>
                  </a:lnTo>
                  <a:lnTo>
                    <a:pt x="1356915" y="3272560"/>
                  </a:lnTo>
                  <a:lnTo>
                    <a:pt x="1357033" y="3272560"/>
                  </a:lnTo>
                  <a:lnTo>
                    <a:pt x="1357151" y="3272560"/>
                  </a:lnTo>
                  <a:lnTo>
                    <a:pt x="1357268" y="3272560"/>
                  </a:lnTo>
                  <a:lnTo>
                    <a:pt x="1357268" y="3272129"/>
                  </a:lnTo>
                  <a:lnTo>
                    <a:pt x="1357386" y="3272129"/>
                  </a:lnTo>
                  <a:lnTo>
                    <a:pt x="1357503" y="3272129"/>
                  </a:lnTo>
                  <a:lnTo>
                    <a:pt x="1357621" y="3272129"/>
                  </a:lnTo>
                  <a:lnTo>
                    <a:pt x="1357739" y="3272129"/>
                  </a:lnTo>
                  <a:lnTo>
                    <a:pt x="1357856" y="3272129"/>
                  </a:lnTo>
                  <a:lnTo>
                    <a:pt x="1357974" y="3272129"/>
                  </a:lnTo>
                  <a:lnTo>
                    <a:pt x="1358091" y="3272129"/>
                  </a:lnTo>
                  <a:lnTo>
                    <a:pt x="1358209" y="3272129"/>
                  </a:lnTo>
                  <a:lnTo>
                    <a:pt x="1358327" y="3272129"/>
                  </a:lnTo>
                  <a:lnTo>
                    <a:pt x="1358444" y="3272129"/>
                  </a:lnTo>
                  <a:lnTo>
                    <a:pt x="1358562" y="3272129"/>
                  </a:lnTo>
                  <a:lnTo>
                    <a:pt x="1358562" y="3271698"/>
                  </a:lnTo>
                  <a:lnTo>
                    <a:pt x="1358562" y="3271268"/>
                  </a:lnTo>
                  <a:lnTo>
                    <a:pt x="1358562" y="3270837"/>
                  </a:lnTo>
                  <a:lnTo>
                    <a:pt x="1358679" y="3270837"/>
                  </a:lnTo>
                  <a:lnTo>
                    <a:pt x="1358679" y="3270407"/>
                  </a:lnTo>
                  <a:lnTo>
                    <a:pt x="1358797" y="3270407"/>
                  </a:lnTo>
                  <a:lnTo>
                    <a:pt x="1358797" y="3269976"/>
                  </a:lnTo>
                  <a:lnTo>
                    <a:pt x="1358915" y="3269976"/>
                  </a:lnTo>
                  <a:lnTo>
                    <a:pt x="1359032" y="3269976"/>
                  </a:lnTo>
                  <a:lnTo>
                    <a:pt x="1359150" y="3269976"/>
                  </a:lnTo>
                  <a:lnTo>
                    <a:pt x="1359150" y="3269545"/>
                  </a:lnTo>
                  <a:lnTo>
                    <a:pt x="1359268" y="3269545"/>
                  </a:lnTo>
                  <a:lnTo>
                    <a:pt x="1359268" y="3269115"/>
                  </a:lnTo>
                  <a:lnTo>
                    <a:pt x="1359385" y="3269115"/>
                  </a:lnTo>
                  <a:lnTo>
                    <a:pt x="1359503" y="3269115"/>
                  </a:lnTo>
                  <a:lnTo>
                    <a:pt x="1359620" y="3269115"/>
                  </a:lnTo>
                  <a:lnTo>
                    <a:pt x="1359738" y="3269115"/>
                  </a:lnTo>
                  <a:lnTo>
                    <a:pt x="1359856" y="3269115"/>
                  </a:lnTo>
                  <a:lnTo>
                    <a:pt x="1359856" y="3268684"/>
                  </a:lnTo>
                  <a:lnTo>
                    <a:pt x="1359856" y="3268254"/>
                  </a:lnTo>
                  <a:lnTo>
                    <a:pt x="1359973" y="3268254"/>
                  </a:lnTo>
                  <a:lnTo>
                    <a:pt x="1360091" y="3268254"/>
                  </a:lnTo>
                  <a:lnTo>
                    <a:pt x="1360208" y="3268254"/>
                  </a:lnTo>
                  <a:lnTo>
                    <a:pt x="1360326" y="3268254"/>
                  </a:lnTo>
                  <a:lnTo>
                    <a:pt x="1360444" y="3268254"/>
                  </a:lnTo>
                  <a:lnTo>
                    <a:pt x="1360561" y="3268254"/>
                  </a:lnTo>
                  <a:lnTo>
                    <a:pt x="1360561" y="3267823"/>
                  </a:lnTo>
                  <a:lnTo>
                    <a:pt x="1360561" y="3267392"/>
                  </a:lnTo>
                  <a:lnTo>
                    <a:pt x="1360561" y="3266962"/>
                  </a:lnTo>
                  <a:lnTo>
                    <a:pt x="1360561" y="3266531"/>
                  </a:lnTo>
                  <a:lnTo>
                    <a:pt x="1360679" y="3266531"/>
                  </a:lnTo>
                  <a:lnTo>
                    <a:pt x="1360797" y="3266531"/>
                  </a:lnTo>
                  <a:lnTo>
                    <a:pt x="1360914" y="3266531"/>
                  </a:lnTo>
                  <a:lnTo>
                    <a:pt x="1361032" y="3266531"/>
                  </a:lnTo>
                  <a:lnTo>
                    <a:pt x="1361032" y="3266101"/>
                  </a:lnTo>
                  <a:lnTo>
                    <a:pt x="1361149" y="3266101"/>
                  </a:lnTo>
                  <a:lnTo>
                    <a:pt x="1361267" y="3266101"/>
                  </a:lnTo>
                  <a:lnTo>
                    <a:pt x="1361385" y="3266101"/>
                  </a:lnTo>
                  <a:lnTo>
                    <a:pt x="1361385" y="3265670"/>
                  </a:lnTo>
                  <a:lnTo>
                    <a:pt x="1361385" y="3265239"/>
                  </a:lnTo>
                  <a:lnTo>
                    <a:pt x="1361502" y="3265239"/>
                  </a:lnTo>
                  <a:lnTo>
                    <a:pt x="1361620" y="3265239"/>
                  </a:lnTo>
                  <a:lnTo>
                    <a:pt x="1361737" y="3265239"/>
                  </a:lnTo>
                  <a:lnTo>
                    <a:pt x="1361855" y="3265239"/>
                  </a:lnTo>
                  <a:lnTo>
                    <a:pt x="1361973" y="3265239"/>
                  </a:lnTo>
                  <a:lnTo>
                    <a:pt x="1362090" y="3265239"/>
                  </a:lnTo>
                  <a:lnTo>
                    <a:pt x="1362208" y="3265239"/>
                  </a:lnTo>
                  <a:lnTo>
                    <a:pt x="1362208" y="3264809"/>
                  </a:lnTo>
                  <a:lnTo>
                    <a:pt x="1362326" y="3264809"/>
                  </a:lnTo>
                  <a:lnTo>
                    <a:pt x="1362443" y="3264809"/>
                  </a:lnTo>
                  <a:lnTo>
                    <a:pt x="1362561" y="3264809"/>
                  </a:lnTo>
                  <a:lnTo>
                    <a:pt x="1362678" y="3264809"/>
                  </a:lnTo>
                  <a:lnTo>
                    <a:pt x="1362796" y="3264809"/>
                  </a:lnTo>
                  <a:lnTo>
                    <a:pt x="1362914" y="3264809"/>
                  </a:lnTo>
                  <a:lnTo>
                    <a:pt x="1363031" y="3264809"/>
                  </a:lnTo>
                  <a:lnTo>
                    <a:pt x="1363149" y="3264809"/>
                  </a:lnTo>
                  <a:lnTo>
                    <a:pt x="1363266" y="3264809"/>
                  </a:lnTo>
                  <a:lnTo>
                    <a:pt x="1363384" y="3264809"/>
                  </a:lnTo>
                  <a:lnTo>
                    <a:pt x="1363384" y="3264378"/>
                  </a:lnTo>
                  <a:lnTo>
                    <a:pt x="1363502" y="3264378"/>
                  </a:lnTo>
                  <a:lnTo>
                    <a:pt x="1363619" y="3264378"/>
                  </a:lnTo>
                  <a:lnTo>
                    <a:pt x="1363619" y="3263948"/>
                  </a:lnTo>
                  <a:lnTo>
                    <a:pt x="1363737" y="3263948"/>
                  </a:lnTo>
                  <a:lnTo>
                    <a:pt x="1363855" y="3263948"/>
                  </a:lnTo>
                  <a:lnTo>
                    <a:pt x="1363972" y="3263948"/>
                  </a:lnTo>
                  <a:lnTo>
                    <a:pt x="1363972" y="3263517"/>
                  </a:lnTo>
                  <a:lnTo>
                    <a:pt x="1364090" y="3263517"/>
                  </a:lnTo>
                  <a:lnTo>
                    <a:pt x="1364207" y="3263517"/>
                  </a:lnTo>
                  <a:lnTo>
                    <a:pt x="1364207" y="3263086"/>
                  </a:lnTo>
                  <a:lnTo>
                    <a:pt x="1364325" y="3263086"/>
                  </a:lnTo>
                  <a:lnTo>
                    <a:pt x="1364443" y="3263086"/>
                  </a:lnTo>
                  <a:lnTo>
                    <a:pt x="1364560" y="3263086"/>
                  </a:lnTo>
                  <a:lnTo>
                    <a:pt x="1364560" y="3262656"/>
                  </a:lnTo>
                  <a:lnTo>
                    <a:pt x="1364678" y="3262656"/>
                  </a:lnTo>
                  <a:lnTo>
                    <a:pt x="1364795" y="3262656"/>
                  </a:lnTo>
                  <a:lnTo>
                    <a:pt x="1364913" y="3262656"/>
                  </a:lnTo>
                  <a:lnTo>
                    <a:pt x="1364913" y="3262225"/>
                  </a:lnTo>
                  <a:lnTo>
                    <a:pt x="1365031" y="3262225"/>
                  </a:lnTo>
                  <a:lnTo>
                    <a:pt x="1365031" y="3261795"/>
                  </a:lnTo>
                  <a:lnTo>
                    <a:pt x="1365148" y="3261795"/>
                  </a:lnTo>
                  <a:lnTo>
                    <a:pt x="1365148" y="3261364"/>
                  </a:lnTo>
                  <a:lnTo>
                    <a:pt x="1365148" y="3260933"/>
                  </a:lnTo>
                  <a:lnTo>
                    <a:pt x="1365148" y="3260503"/>
                  </a:lnTo>
                  <a:lnTo>
                    <a:pt x="1365148" y="3260072"/>
                  </a:lnTo>
                  <a:lnTo>
                    <a:pt x="1365266" y="3260072"/>
                  </a:lnTo>
                  <a:lnTo>
                    <a:pt x="1365266" y="3259642"/>
                  </a:lnTo>
                  <a:lnTo>
                    <a:pt x="1365384" y="3259642"/>
                  </a:lnTo>
                  <a:lnTo>
                    <a:pt x="1365501" y="3259642"/>
                  </a:lnTo>
                  <a:lnTo>
                    <a:pt x="1365501" y="3259211"/>
                  </a:lnTo>
                  <a:lnTo>
                    <a:pt x="1365619" y="3259211"/>
                  </a:lnTo>
                  <a:lnTo>
                    <a:pt x="1365736" y="3259211"/>
                  </a:lnTo>
                  <a:lnTo>
                    <a:pt x="1365736" y="3258780"/>
                  </a:lnTo>
                  <a:lnTo>
                    <a:pt x="1365854" y="3258780"/>
                  </a:lnTo>
                  <a:lnTo>
                    <a:pt x="1365854" y="3258350"/>
                  </a:lnTo>
                  <a:lnTo>
                    <a:pt x="1365972" y="3258350"/>
                  </a:lnTo>
                  <a:lnTo>
                    <a:pt x="1365972" y="3257919"/>
                  </a:lnTo>
                  <a:lnTo>
                    <a:pt x="1365972" y="3257489"/>
                  </a:lnTo>
                  <a:lnTo>
                    <a:pt x="1365972" y="3257058"/>
                  </a:lnTo>
                  <a:lnTo>
                    <a:pt x="1365972" y="3256627"/>
                  </a:lnTo>
                  <a:lnTo>
                    <a:pt x="1366089" y="3256627"/>
                  </a:lnTo>
                  <a:lnTo>
                    <a:pt x="1366207" y="3256627"/>
                  </a:lnTo>
                  <a:lnTo>
                    <a:pt x="1366324" y="3256627"/>
                  </a:lnTo>
                  <a:lnTo>
                    <a:pt x="1366442" y="3256627"/>
                  </a:lnTo>
                  <a:lnTo>
                    <a:pt x="1366560" y="3256627"/>
                  </a:lnTo>
                  <a:lnTo>
                    <a:pt x="1366677" y="3256627"/>
                  </a:lnTo>
                  <a:lnTo>
                    <a:pt x="1366795" y="3256627"/>
                  </a:lnTo>
                  <a:lnTo>
                    <a:pt x="1366912" y="3256627"/>
                  </a:lnTo>
                  <a:lnTo>
                    <a:pt x="1367030" y="3256627"/>
                  </a:lnTo>
                  <a:lnTo>
                    <a:pt x="1367030" y="3256197"/>
                  </a:lnTo>
                  <a:lnTo>
                    <a:pt x="1367148" y="3256197"/>
                  </a:lnTo>
                  <a:lnTo>
                    <a:pt x="1367265" y="3256197"/>
                  </a:lnTo>
                  <a:lnTo>
                    <a:pt x="1367383" y="3256197"/>
                  </a:lnTo>
                  <a:lnTo>
                    <a:pt x="1367383" y="3255766"/>
                  </a:lnTo>
                  <a:lnTo>
                    <a:pt x="1367383" y="3255336"/>
                  </a:lnTo>
                  <a:lnTo>
                    <a:pt x="1367501" y="3255336"/>
                  </a:lnTo>
                  <a:lnTo>
                    <a:pt x="1367618" y="3255336"/>
                  </a:lnTo>
                  <a:lnTo>
                    <a:pt x="1367736" y="3255336"/>
                  </a:lnTo>
                  <a:lnTo>
                    <a:pt x="1367853" y="3255336"/>
                  </a:lnTo>
                  <a:lnTo>
                    <a:pt x="1367853" y="3254905"/>
                  </a:lnTo>
                  <a:lnTo>
                    <a:pt x="1367971" y="3254905"/>
                  </a:lnTo>
                  <a:lnTo>
                    <a:pt x="1368089" y="3254905"/>
                  </a:lnTo>
                  <a:lnTo>
                    <a:pt x="1368206" y="3254905"/>
                  </a:lnTo>
                  <a:lnTo>
                    <a:pt x="1368324" y="3254905"/>
                  </a:lnTo>
                  <a:lnTo>
                    <a:pt x="1368324" y="3254474"/>
                  </a:lnTo>
                  <a:lnTo>
                    <a:pt x="1368441" y="3254474"/>
                  </a:lnTo>
                  <a:lnTo>
                    <a:pt x="1368559" y="3254474"/>
                  </a:lnTo>
                  <a:lnTo>
                    <a:pt x="1368677" y="3254474"/>
                  </a:lnTo>
                  <a:lnTo>
                    <a:pt x="1368794" y="3254474"/>
                  </a:lnTo>
                  <a:lnTo>
                    <a:pt x="1368912" y="3254474"/>
                  </a:lnTo>
                  <a:lnTo>
                    <a:pt x="1368912" y="3254044"/>
                  </a:lnTo>
                  <a:lnTo>
                    <a:pt x="1369030" y="3254044"/>
                  </a:lnTo>
                  <a:lnTo>
                    <a:pt x="1369147" y="3254044"/>
                  </a:lnTo>
                  <a:lnTo>
                    <a:pt x="1369147" y="3253613"/>
                  </a:lnTo>
                  <a:lnTo>
                    <a:pt x="1369265" y="3253613"/>
                  </a:lnTo>
                  <a:lnTo>
                    <a:pt x="1369382" y="3253613"/>
                  </a:lnTo>
                  <a:lnTo>
                    <a:pt x="1369500" y="3253613"/>
                  </a:lnTo>
                  <a:lnTo>
                    <a:pt x="1369500" y="3253183"/>
                  </a:lnTo>
                  <a:lnTo>
                    <a:pt x="1369618" y="3253183"/>
                  </a:lnTo>
                  <a:lnTo>
                    <a:pt x="1369735" y="3253183"/>
                  </a:lnTo>
                  <a:lnTo>
                    <a:pt x="1369853" y="3253183"/>
                  </a:lnTo>
                  <a:lnTo>
                    <a:pt x="1369970" y="3253183"/>
                  </a:lnTo>
                  <a:lnTo>
                    <a:pt x="1370088" y="3253183"/>
                  </a:lnTo>
                  <a:lnTo>
                    <a:pt x="1370206" y="3253183"/>
                  </a:lnTo>
                  <a:lnTo>
                    <a:pt x="1370323" y="3253183"/>
                  </a:lnTo>
                  <a:lnTo>
                    <a:pt x="1370323" y="3252752"/>
                  </a:lnTo>
                  <a:lnTo>
                    <a:pt x="1370441" y="3252752"/>
                  </a:lnTo>
                  <a:lnTo>
                    <a:pt x="1370441" y="3252321"/>
                  </a:lnTo>
                  <a:lnTo>
                    <a:pt x="1370559" y="3252321"/>
                  </a:lnTo>
                  <a:lnTo>
                    <a:pt x="1370676" y="3252321"/>
                  </a:lnTo>
                  <a:lnTo>
                    <a:pt x="1370676" y="3251891"/>
                  </a:lnTo>
                  <a:lnTo>
                    <a:pt x="1370794" y="3251891"/>
                  </a:lnTo>
                  <a:lnTo>
                    <a:pt x="1370794" y="3251460"/>
                  </a:lnTo>
                  <a:lnTo>
                    <a:pt x="1370911" y="3251460"/>
                  </a:lnTo>
                  <a:lnTo>
                    <a:pt x="1370911" y="3251030"/>
                  </a:lnTo>
                  <a:lnTo>
                    <a:pt x="1370911" y="3250599"/>
                  </a:lnTo>
                  <a:lnTo>
                    <a:pt x="1371029" y="3250599"/>
                  </a:lnTo>
                  <a:lnTo>
                    <a:pt x="1371029" y="3250168"/>
                  </a:lnTo>
                  <a:lnTo>
                    <a:pt x="1371147" y="3250168"/>
                  </a:lnTo>
                  <a:lnTo>
                    <a:pt x="1371147" y="3249738"/>
                  </a:lnTo>
                  <a:lnTo>
                    <a:pt x="1371264" y="3249738"/>
                  </a:lnTo>
                  <a:lnTo>
                    <a:pt x="1371264" y="3249307"/>
                  </a:lnTo>
                  <a:lnTo>
                    <a:pt x="1371264" y="3248877"/>
                  </a:lnTo>
                  <a:lnTo>
                    <a:pt x="1371382" y="3248877"/>
                  </a:lnTo>
                  <a:lnTo>
                    <a:pt x="1371382" y="3248446"/>
                  </a:lnTo>
                  <a:lnTo>
                    <a:pt x="1371382" y="3248015"/>
                  </a:lnTo>
                  <a:lnTo>
                    <a:pt x="1371499" y="3248015"/>
                  </a:lnTo>
                  <a:lnTo>
                    <a:pt x="1371499" y="3247585"/>
                  </a:lnTo>
                  <a:lnTo>
                    <a:pt x="1371617" y="3247585"/>
                  </a:lnTo>
                  <a:lnTo>
                    <a:pt x="1371735" y="3247585"/>
                  </a:lnTo>
                  <a:lnTo>
                    <a:pt x="1371735" y="3247154"/>
                  </a:lnTo>
                  <a:lnTo>
                    <a:pt x="1371735" y="3246724"/>
                  </a:lnTo>
                  <a:lnTo>
                    <a:pt x="1371852" y="3246724"/>
                  </a:lnTo>
                  <a:lnTo>
                    <a:pt x="1371970" y="3246724"/>
                  </a:lnTo>
                  <a:lnTo>
                    <a:pt x="1372088" y="3246724"/>
                  </a:lnTo>
                  <a:lnTo>
                    <a:pt x="1372205" y="3246724"/>
                  </a:lnTo>
                  <a:lnTo>
                    <a:pt x="1372323" y="3246724"/>
                  </a:lnTo>
                  <a:lnTo>
                    <a:pt x="1372440" y="3246724"/>
                  </a:lnTo>
                  <a:lnTo>
                    <a:pt x="1372558" y="3246724"/>
                  </a:lnTo>
                  <a:lnTo>
                    <a:pt x="1372676" y="3246724"/>
                  </a:lnTo>
                  <a:lnTo>
                    <a:pt x="1372793" y="3246724"/>
                  </a:lnTo>
                  <a:lnTo>
                    <a:pt x="1372911" y="3246724"/>
                  </a:lnTo>
                  <a:lnTo>
                    <a:pt x="1373028" y="3246724"/>
                  </a:lnTo>
                  <a:lnTo>
                    <a:pt x="1373146" y="3246724"/>
                  </a:lnTo>
                  <a:lnTo>
                    <a:pt x="1373264" y="3246724"/>
                  </a:lnTo>
                  <a:lnTo>
                    <a:pt x="1373381" y="3246724"/>
                  </a:lnTo>
                  <a:lnTo>
                    <a:pt x="1373499" y="3246724"/>
                  </a:lnTo>
                  <a:lnTo>
                    <a:pt x="1373499" y="3246293"/>
                  </a:lnTo>
                  <a:lnTo>
                    <a:pt x="1373616" y="3246293"/>
                  </a:lnTo>
                  <a:lnTo>
                    <a:pt x="1373734" y="3246293"/>
                  </a:lnTo>
                  <a:lnTo>
                    <a:pt x="1373852" y="3246293"/>
                  </a:lnTo>
                  <a:lnTo>
                    <a:pt x="1373969" y="3246293"/>
                  </a:lnTo>
                  <a:lnTo>
                    <a:pt x="1374087" y="3246293"/>
                  </a:lnTo>
                  <a:lnTo>
                    <a:pt x="1374205" y="3246293"/>
                  </a:lnTo>
                  <a:lnTo>
                    <a:pt x="1374205" y="3245862"/>
                  </a:lnTo>
                  <a:lnTo>
                    <a:pt x="1374322" y="3245862"/>
                  </a:lnTo>
                  <a:lnTo>
                    <a:pt x="1374440" y="3245862"/>
                  </a:lnTo>
                  <a:lnTo>
                    <a:pt x="1374440" y="3245432"/>
                  </a:lnTo>
                  <a:lnTo>
                    <a:pt x="1374557" y="3245432"/>
                  </a:lnTo>
                  <a:lnTo>
                    <a:pt x="1374557" y="3245001"/>
                  </a:lnTo>
                  <a:lnTo>
                    <a:pt x="1374557" y="3244571"/>
                  </a:lnTo>
                  <a:lnTo>
                    <a:pt x="1374675" y="3244571"/>
                  </a:lnTo>
                  <a:lnTo>
                    <a:pt x="1374675" y="3244140"/>
                  </a:lnTo>
                  <a:lnTo>
                    <a:pt x="1374793" y="3244140"/>
                  </a:lnTo>
                  <a:lnTo>
                    <a:pt x="1374910" y="3244140"/>
                  </a:lnTo>
                  <a:lnTo>
                    <a:pt x="1374910" y="3243709"/>
                  </a:lnTo>
                  <a:lnTo>
                    <a:pt x="1375028" y="3243709"/>
                  </a:lnTo>
                  <a:lnTo>
                    <a:pt x="1375145" y="3243709"/>
                  </a:lnTo>
                  <a:lnTo>
                    <a:pt x="1375145" y="3243279"/>
                  </a:lnTo>
                  <a:lnTo>
                    <a:pt x="1375145" y="3242848"/>
                  </a:lnTo>
                  <a:lnTo>
                    <a:pt x="1375145" y="3242418"/>
                  </a:lnTo>
                  <a:lnTo>
                    <a:pt x="1375145" y="3241987"/>
                  </a:lnTo>
                  <a:lnTo>
                    <a:pt x="1375263" y="3241987"/>
                  </a:lnTo>
                  <a:lnTo>
                    <a:pt x="1375263" y="3241556"/>
                  </a:lnTo>
                  <a:lnTo>
                    <a:pt x="1375381" y="3241556"/>
                  </a:lnTo>
                  <a:lnTo>
                    <a:pt x="1375498" y="3241556"/>
                  </a:lnTo>
                  <a:lnTo>
                    <a:pt x="1375616" y="3241556"/>
                  </a:lnTo>
                  <a:lnTo>
                    <a:pt x="1375616" y="3241126"/>
                  </a:lnTo>
                  <a:lnTo>
                    <a:pt x="1375734" y="3241126"/>
                  </a:lnTo>
                  <a:lnTo>
                    <a:pt x="1375851" y="3241126"/>
                  </a:lnTo>
                  <a:lnTo>
                    <a:pt x="1375969" y="3241126"/>
                  </a:lnTo>
                  <a:lnTo>
                    <a:pt x="1375969" y="3240695"/>
                  </a:lnTo>
                  <a:lnTo>
                    <a:pt x="1375969" y="3240265"/>
                  </a:lnTo>
                  <a:lnTo>
                    <a:pt x="1376086" y="3240265"/>
                  </a:lnTo>
                  <a:lnTo>
                    <a:pt x="1376204" y="3240265"/>
                  </a:lnTo>
                  <a:lnTo>
                    <a:pt x="1376322" y="3240265"/>
                  </a:lnTo>
                  <a:lnTo>
                    <a:pt x="1376439" y="3240265"/>
                  </a:lnTo>
                  <a:lnTo>
                    <a:pt x="1376439" y="3239834"/>
                  </a:lnTo>
                  <a:lnTo>
                    <a:pt x="1376439" y="3239403"/>
                  </a:lnTo>
                  <a:lnTo>
                    <a:pt x="1376557" y="3239403"/>
                  </a:lnTo>
                  <a:lnTo>
                    <a:pt x="1376674" y="3239403"/>
                  </a:lnTo>
                  <a:lnTo>
                    <a:pt x="1376792" y="3239403"/>
                  </a:lnTo>
                  <a:lnTo>
                    <a:pt x="1376910" y="3239403"/>
                  </a:lnTo>
                  <a:lnTo>
                    <a:pt x="1376910" y="3238973"/>
                  </a:lnTo>
                  <a:lnTo>
                    <a:pt x="1376910" y="3238542"/>
                  </a:lnTo>
                  <a:lnTo>
                    <a:pt x="1377027" y="3238542"/>
                  </a:lnTo>
                  <a:lnTo>
                    <a:pt x="1377145" y="3238542"/>
                  </a:lnTo>
                  <a:lnTo>
                    <a:pt x="1377145" y="3238112"/>
                  </a:lnTo>
                  <a:lnTo>
                    <a:pt x="1377263" y="3238112"/>
                  </a:lnTo>
                  <a:lnTo>
                    <a:pt x="1377380" y="3238112"/>
                  </a:lnTo>
                  <a:lnTo>
                    <a:pt x="1377498" y="3238112"/>
                  </a:lnTo>
                  <a:lnTo>
                    <a:pt x="1377615" y="3238112"/>
                  </a:lnTo>
                  <a:lnTo>
                    <a:pt x="1377615" y="3237681"/>
                  </a:lnTo>
                  <a:lnTo>
                    <a:pt x="1377733" y="3237681"/>
                  </a:lnTo>
                  <a:lnTo>
                    <a:pt x="1377733" y="3237250"/>
                  </a:lnTo>
                  <a:lnTo>
                    <a:pt x="1377851" y="3237250"/>
                  </a:lnTo>
                  <a:lnTo>
                    <a:pt x="1377968" y="3237250"/>
                  </a:lnTo>
                  <a:lnTo>
                    <a:pt x="1377968" y="3236820"/>
                  </a:lnTo>
                  <a:lnTo>
                    <a:pt x="1378086" y="3236820"/>
                  </a:lnTo>
                  <a:lnTo>
                    <a:pt x="1378203" y="3236820"/>
                  </a:lnTo>
                  <a:lnTo>
                    <a:pt x="1378321" y="3236820"/>
                  </a:lnTo>
                  <a:lnTo>
                    <a:pt x="1378321" y="3236389"/>
                  </a:lnTo>
                  <a:lnTo>
                    <a:pt x="1378321" y="3235959"/>
                  </a:lnTo>
                  <a:lnTo>
                    <a:pt x="1378439" y="3235959"/>
                  </a:lnTo>
                  <a:lnTo>
                    <a:pt x="1378556" y="3235959"/>
                  </a:lnTo>
                  <a:lnTo>
                    <a:pt x="1378674" y="3235959"/>
                  </a:lnTo>
                  <a:lnTo>
                    <a:pt x="1378792" y="3235959"/>
                  </a:lnTo>
                  <a:lnTo>
                    <a:pt x="1378792" y="3235528"/>
                  </a:lnTo>
                  <a:lnTo>
                    <a:pt x="1378909" y="3235528"/>
                  </a:lnTo>
                  <a:lnTo>
                    <a:pt x="1379027" y="3235528"/>
                  </a:lnTo>
                  <a:lnTo>
                    <a:pt x="1379144" y="3235528"/>
                  </a:lnTo>
                  <a:lnTo>
                    <a:pt x="1379262" y="3235528"/>
                  </a:lnTo>
                  <a:lnTo>
                    <a:pt x="1379380" y="3235528"/>
                  </a:lnTo>
                  <a:lnTo>
                    <a:pt x="1379497" y="3235528"/>
                  </a:lnTo>
                  <a:lnTo>
                    <a:pt x="1379497" y="3235097"/>
                  </a:lnTo>
                  <a:lnTo>
                    <a:pt x="1379615" y="3235097"/>
                  </a:lnTo>
                  <a:lnTo>
                    <a:pt x="1379732" y="3235097"/>
                  </a:lnTo>
                  <a:lnTo>
                    <a:pt x="1379850" y="3235097"/>
                  </a:lnTo>
                  <a:lnTo>
                    <a:pt x="1379968" y="3235097"/>
                  </a:lnTo>
                  <a:lnTo>
                    <a:pt x="1380085" y="3235097"/>
                  </a:lnTo>
                  <a:lnTo>
                    <a:pt x="1380085" y="3234667"/>
                  </a:lnTo>
                  <a:lnTo>
                    <a:pt x="1380203" y="3234667"/>
                  </a:lnTo>
                  <a:lnTo>
                    <a:pt x="1380321" y="3234667"/>
                  </a:lnTo>
                  <a:lnTo>
                    <a:pt x="1380438" y="3234667"/>
                  </a:lnTo>
                  <a:lnTo>
                    <a:pt x="1380556" y="3234667"/>
                  </a:lnTo>
                  <a:lnTo>
                    <a:pt x="1380556" y="3234236"/>
                  </a:lnTo>
                  <a:lnTo>
                    <a:pt x="1380673" y="3234236"/>
                  </a:lnTo>
                  <a:lnTo>
                    <a:pt x="1380791" y="3234236"/>
                  </a:lnTo>
                  <a:lnTo>
                    <a:pt x="1380909" y="3234236"/>
                  </a:lnTo>
                  <a:lnTo>
                    <a:pt x="1380909" y="3233806"/>
                  </a:lnTo>
                  <a:lnTo>
                    <a:pt x="1381026" y="3233806"/>
                  </a:lnTo>
                  <a:lnTo>
                    <a:pt x="1381026" y="3233375"/>
                  </a:lnTo>
                  <a:lnTo>
                    <a:pt x="1381026" y="3232944"/>
                  </a:lnTo>
                  <a:lnTo>
                    <a:pt x="1381144" y="3232944"/>
                  </a:lnTo>
                  <a:lnTo>
                    <a:pt x="1381261" y="3232944"/>
                  </a:lnTo>
                  <a:lnTo>
                    <a:pt x="1381261" y="3232514"/>
                  </a:lnTo>
                  <a:lnTo>
                    <a:pt x="1381379" y="3232514"/>
                  </a:lnTo>
                  <a:lnTo>
                    <a:pt x="1381497" y="3232514"/>
                  </a:lnTo>
                  <a:lnTo>
                    <a:pt x="1381497" y="3232083"/>
                  </a:lnTo>
                  <a:lnTo>
                    <a:pt x="1381614" y="3232083"/>
                  </a:lnTo>
                  <a:lnTo>
                    <a:pt x="1381732" y="3232083"/>
                  </a:lnTo>
                  <a:lnTo>
                    <a:pt x="1381732" y="3231653"/>
                  </a:lnTo>
                  <a:lnTo>
                    <a:pt x="1381849" y="3231653"/>
                  </a:lnTo>
                  <a:lnTo>
                    <a:pt x="1381849" y="3231222"/>
                  </a:lnTo>
                  <a:lnTo>
                    <a:pt x="1381967" y="3231222"/>
                  </a:lnTo>
                  <a:lnTo>
                    <a:pt x="1382085" y="3231222"/>
                  </a:lnTo>
                  <a:lnTo>
                    <a:pt x="1382085" y="3230791"/>
                  </a:lnTo>
                  <a:lnTo>
                    <a:pt x="1382202" y="3230791"/>
                  </a:lnTo>
                  <a:lnTo>
                    <a:pt x="1382320" y="3230791"/>
                  </a:lnTo>
                  <a:lnTo>
                    <a:pt x="1382438" y="3230791"/>
                  </a:lnTo>
                  <a:lnTo>
                    <a:pt x="1382555" y="3230791"/>
                  </a:lnTo>
                  <a:lnTo>
                    <a:pt x="1382555" y="3230361"/>
                  </a:lnTo>
                  <a:lnTo>
                    <a:pt x="1382673" y="3230361"/>
                  </a:lnTo>
                  <a:lnTo>
                    <a:pt x="1382673" y="3229930"/>
                  </a:lnTo>
                  <a:lnTo>
                    <a:pt x="1382790" y="3229930"/>
                  </a:lnTo>
                  <a:lnTo>
                    <a:pt x="1382790" y="3229500"/>
                  </a:lnTo>
                  <a:lnTo>
                    <a:pt x="1382790" y="3229069"/>
                  </a:lnTo>
                  <a:lnTo>
                    <a:pt x="1382908" y="3229069"/>
                  </a:lnTo>
                  <a:lnTo>
                    <a:pt x="1383026" y="3229069"/>
                  </a:lnTo>
                  <a:lnTo>
                    <a:pt x="1383143" y="3229069"/>
                  </a:lnTo>
                  <a:lnTo>
                    <a:pt x="1383143" y="3228638"/>
                  </a:lnTo>
                  <a:lnTo>
                    <a:pt x="1383261" y="3228638"/>
                  </a:lnTo>
                  <a:lnTo>
                    <a:pt x="1383378" y="3228638"/>
                  </a:lnTo>
                  <a:lnTo>
                    <a:pt x="1383496" y="3228638"/>
                  </a:lnTo>
                  <a:lnTo>
                    <a:pt x="1383614" y="3228638"/>
                  </a:lnTo>
                  <a:lnTo>
                    <a:pt x="1383614" y="3228208"/>
                  </a:lnTo>
                  <a:lnTo>
                    <a:pt x="1383614" y="3227777"/>
                  </a:lnTo>
                  <a:lnTo>
                    <a:pt x="1383731" y="3227777"/>
                  </a:lnTo>
                  <a:lnTo>
                    <a:pt x="1383849" y="3227777"/>
                  </a:lnTo>
                  <a:lnTo>
                    <a:pt x="1383849" y="3227347"/>
                  </a:lnTo>
                  <a:lnTo>
                    <a:pt x="1383849" y="3226916"/>
                  </a:lnTo>
                  <a:lnTo>
                    <a:pt x="1383849" y="3226485"/>
                  </a:lnTo>
                  <a:lnTo>
                    <a:pt x="1383849" y="3226055"/>
                  </a:lnTo>
                  <a:lnTo>
                    <a:pt x="1383967" y="3226055"/>
                  </a:lnTo>
                  <a:lnTo>
                    <a:pt x="1383967" y="3225624"/>
                  </a:lnTo>
                  <a:lnTo>
                    <a:pt x="1384084" y="3225624"/>
                  </a:lnTo>
                  <a:lnTo>
                    <a:pt x="1384084" y="3225194"/>
                  </a:lnTo>
                  <a:lnTo>
                    <a:pt x="1384084" y="3224763"/>
                  </a:lnTo>
                  <a:lnTo>
                    <a:pt x="1384084" y="3224332"/>
                  </a:lnTo>
                  <a:lnTo>
                    <a:pt x="1384202" y="3224332"/>
                  </a:lnTo>
                  <a:lnTo>
                    <a:pt x="1384319" y="3224332"/>
                  </a:lnTo>
                  <a:lnTo>
                    <a:pt x="1384437" y="3224332"/>
                  </a:lnTo>
                  <a:lnTo>
                    <a:pt x="1384555" y="3224332"/>
                  </a:lnTo>
                  <a:lnTo>
                    <a:pt x="1384672" y="3224332"/>
                  </a:lnTo>
                  <a:lnTo>
                    <a:pt x="1384790" y="3224332"/>
                  </a:lnTo>
                  <a:lnTo>
                    <a:pt x="1384907" y="3224332"/>
                  </a:lnTo>
                  <a:lnTo>
                    <a:pt x="1385025" y="3224332"/>
                  </a:lnTo>
                  <a:lnTo>
                    <a:pt x="1385025" y="3223902"/>
                  </a:lnTo>
                  <a:lnTo>
                    <a:pt x="1385025" y="3223471"/>
                  </a:lnTo>
                  <a:lnTo>
                    <a:pt x="1385025" y="3223041"/>
                  </a:lnTo>
                  <a:lnTo>
                    <a:pt x="1385143" y="3223041"/>
                  </a:lnTo>
                  <a:lnTo>
                    <a:pt x="1385143" y="3222610"/>
                  </a:lnTo>
                  <a:lnTo>
                    <a:pt x="1385143" y="3222179"/>
                  </a:lnTo>
                  <a:lnTo>
                    <a:pt x="1385143" y="3221749"/>
                  </a:lnTo>
                  <a:lnTo>
                    <a:pt x="1385143" y="3221318"/>
                  </a:lnTo>
                  <a:lnTo>
                    <a:pt x="1385143" y="3220888"/>
                  </a:lnTo>
                  <a:lnTo>
                    <a:pt x="1385143" y="3220457"/>
                  </a:lnTo>
                  <a:lnTo>
                    <a:pt x="1385260" y="3220457"/>
                  </a:lnTo>
                  <a:lnTo>
                    <a:pt x="1385260" y="3220026"/>
                  </a:lnTo>
                  <a:lnTo>
                    <a:pt x="1385378" y="3220026"/>
                  </a:lnTo>
                  <a:lnTo>
                    <a:pt x="1385378" y="3219596"/>
                  </a:lnTo>
                  <a:lnTo>
                    <a:pt x="1385496" y="3219596"/>
                  </a:lnTo>
                  <a:lnTo>
                    <a:pt x="1385613" y="3219596"/>
                  </a:lnTo>
                  <a:lnTo>
                    <a:pt x="1385613" y="3219165"/>
                  </a:lnTo>
                  <a:lnTo>
                    <a:pt x="1385731" y="3219165"/>
                  </a:lnTo>
                  <a:lnTo>
                    <a:pt x="1385848" y="3219165"/>
                  </a:lnTo>
                  <a:lnTo>
                    <a:pt x="1385966" y="3219165"/>
                  </a:lnTo>
                  <a:lnTo>
                    <a:pt x="1385966" y="3218735"/>
                  </a:lnTo>
                  <a:lnTo>
                    <a:pt x="1386084" y="3218735"/>
                  </a:lnTo>
                  <a:lnTo>
                    <a:pt x="1386201" y="3218735"/>
                  </a:lnTo>
                  <a:lnTo>
                    <a:pt x="1386319" y="3218735"/>
                  </a:lnTo>
                  <a:lnTo>
                    <a:pt x="1386436" y="3218735"/>
                  </a:lnTo>
                  <a:lnTo>
                    <a:pt x="1386554" y="3218735"/>
                  </a:lnTo>
                  <a:lnTo>
                    <a:pt x="1386672" y="3218735"/>
                  </a:lnTo>
                  <a:lnTo>
                    <a:pt x="1386672" y="3218304"/>
                  </a:lnTo>
                  <a:lnTo>
                    <a:pt x="1386789" y="3218304"/>
                  </a:lnTo>
                  <a:lnTo>
                    <a:pt x="1386907" y="3218304"/>
                  </a:lnTo>
                  <a:lnTo>
                    <a:pt x="1387025" y="3218304"/>
                  </a:lnTo>
                  <a:lnTo>
                    <a:pt x="1387025" y="3217873"/>
                  </a:lnTo>
                  <a:lnTo>
                    <a:pt x="1387142" y="3217873"/>
                  </a:lnTo>
                  <a:lnTo>
                    <a:pt x="1387142" y="3217443"/>
                  </a:lnTo>
                  <a:lnTo>
                    <a:pt x="1387260" y="3217443"/>
                  </a:lnTo>
                  <a:lnTo>
                    <a:pt x="1387377" y="3217443"/>
                  </a:lnTo>
                  <a:lnTo>
                    <a:pt x="1387495" y="3217443"/>
                  </a:lnTo>
                  <a:lnTo>
                    <a:pt x="1387613" y="3217443"/>
                  </a:lnTo>
                  <a:lnTo>
                    <a:pt x="1387613" y="3217012"/>
                  </a:lnTo>
                  <a:lnTo>
                    <a:pt x="1387730" y="3217012"/>
                  </a:lnTo>
                  <a:lnTo>
                    <a:pt x="1387848" y="3217012"/>
                  </a:lnTo>
                  <a:lnTo>
                    <a:pt x="1387965" y="3217012"/>
                  </a:lnTo>
                  <a:lnTo>
                    <a:pt x="1388083" y="3217012"/>
                  </a:lnTo>
                  <a:lnTo>
                    <a:pt x="1388083" y="3216582"/>
                  </a:lnTo>
                  <a:lnTo>
                    <a:pt x="1388201" y="3216582"/>
                  </a:lnTo>
                  <a:lnTo>
                    <a:pt x="1388318" y="3216582"/>
                  </a:lnTo>
                  <a:lnTo>
                    <a:pt x="1388318" y="3216151"/>
                  </a:lnTo>
                  <a:lnTo>
                    <a:pt x="1388436" y="3216151"/>
                  </a:lnTo>
                  <a:lnTo>
                    <a:pt x="1388554" y="3216151"/>
                  </a:lnTo>
                  <a:lnTo>
                    <a:pt x="1388554" y="3215720"/>
                  </a:lnTo>
                  <a:lnTo>
                    <a:pt x="1388671" y="3215720"/>
                  </a:lnTo>
                  <a:lnTo>
                    <a:pt x="1388789" y="3215720"/>
                  </a:lnTo>
                  <a:lnTo>
                    <a:pt x="1388789" y="3215290"/>
                  </a:lnTo>
                  <a:lnTo>
                    <a:pt x="1388906" y="3215290"/>
                  </a:lnTo>
                  <a:lnTo>
                    <a:pt x="1389024" y="3215290"/>
                  </a:lnTo>
                  <a:lnTo>
                    <a:pt x="1389142" y="3215290"/>
                  </a:lnTo>
                  <a:lnTo>
                    <a:pt x="1389142" y="3214859"/>
                  </a:lnTo>
                  <a:lnTo>
                    <a:pt x="1389259" y="3214859"/>
                  </a:lnTo>
                  <a:lnTo>
                    <a:pt x="1389377" y="3214859"/>
                  </a:lnTo>
                  <a:lnTo>
                    <a:pt x="1389494" y="3214859"/>
                  </a:lnTo>
                  <a:lnTo>
                    <a:pt x="1389494" y="3214429"/>
                  </a:lnTo>
                  <a:lnTo>
                    <a:pt x="1389612" y="3214429"/>
                  </a:lnTo>
                  <a:lnTo>
                    <a:pt x="1389730" y="3214429"/>
                  </a:lnTo>
                  <a:lnTo>
                    <a:pt x="1389847" y="3214429"/>
                  </a:lnTo>
                  <a:lnTo>
                    <a:pt x="1389965" y="3214429"/>
                  </a:lnTo>
                  <a:lnTo>
                    <a:pt x="1390082" y="3214429"/>
                  </a:lnTo>
                  <a:lnTo>
                    <a:pt x="1390200" y="3214429"/>
                  </a:lnTo>
                  <a:lnTo>
                    <a:pt x="1390318" y="3214429"/>
                  </a:lnTo>
                  <a:lnTo>
                    <a:pt x="1390435" y="3214429"/>
                  </a:lnTo>
                  <a:lnTo>
                    <a:pt x="1390553" y="3214429"/>
                  </a:lnTo>
                  <a:lnTo>
                    <a:pt x="1390671" y="3214429"/>
                  </a:lnTo>
                  <a:lnTo>
                    <a:pt x="1390788" y="3214429"/>
                  </a:lnTo>
                  <a:lnTo>
                    <a:pt x="1390788" y="3213998"/>
                  </a:lnTo>
                  <a:lnTo>
                    <a:pt x="1390906" y="3213998"/>
                  </a:lnTo>
                  <a:lnTo>
                    <a:pt x="1391023" y="3213998"/>
                  </a:lnTo>
                  <a:lnTo>
                    <a:pt x="1391023" y="3213567"/>
                  </a:lnTo>
                  <a:lnTo>
                    <a:pt x="1391141" y="3213567"/>
                  </a:lnTo>
                  <a:lnTo>
                    <a:pt x="1391259" y="3213567"/>
                  </a:lnTo>
                  <a:lnTo>
                    <a:pt x="1391376" y="3213567"/>
                  </a:lnTo>
                  <a:lnTo>
                    <a:pt x="1391494" y="3213567"/>
                  </a:lnTo>
                  <a:lnTo>
                    <a:pt x="1391611" y="3213567"/>
                  </a:lnTo>
                  <a:lnTo>
                    <a:pt x="1391729" y="3213567"/>
                  </a:lnTo>
                  <a:lnTo>
                    <a:pt x="1391847" y="3213567"/>
                  </a:lnTo>
                  <a:lnTo>
                    <a:pt x="1391964" y="3213567"/>
                  </a:lnTo>
                  <a:lnTo>
                    <a:pt x="1392082" y="3213567"/>
                  </a:lnTo>
                  <a:lnTo>
                    <a:pt x="1392200" y="3213567"/>
                  </a:lnTo>
                  <a:lnTo>
                    <a:pt x="1392317" y="3213567"/>
                  </a:lnTo>
                  <a:lnTo>
                    <a:pt x="1392435" y="3213567"/>
                  </a:lnTo>
                  <a:lnTo>
                    <a:pt x="1392552" y="3213567"/>
                  </a:lnTo>
                  <a:lnTo>
                    <a:pt x="1392670" y="3213567"/>
                  </a:lnTo>
                  <a:lnTo>
                    <a:pt x="1392788" y="3213567"/>
                  </a:lnTo>
                  <a:lnTo>
                    <a:pt x="1392905" y="3213567"/>
                  </a:lnTo>
                  <a:lnTo>
                    <a:pt x="1393023" y="3213567"/>
                  </a:lnTo>
                  <a:lnTo>
                    <a:pt x="1393140" y="3213567"/>
                  </a:lnTo>
                  <a:lnTo>
                    <a:pt x="1393140" y="3213137"/>
                  </a:lnTo>
                  <a:lnTo>
                    <a:pt x="1393258" y="3213137"/>
                  </a:lnTo>
                  <a:lnTo>
                    <a:pt x="1393376" y="3213137"/>
                  </a:lnTo>
                  <a:lnTo>
                    <a:pt x="1393493" y="3213137"/>
                  </a:lnTo>
                  <a:lnTo>
                    <a:pt x="1393611" y="3213137"/>
                  </a:lnTo>
                  <a:lnTo>
                    <a:pt x="1393729" y="3213137"/>
                  </a:lnTo>
                  <a:lnTo>
                    <a:pt x="1393729" y="3212706"/>
                  </a:lnTo>
                  <a:lnTo>
                    <a:pt x="1393846" y="3212706"/>
                  </a:lnTo>
                  <a:lnTo>
                    <a:pt x="1393964" y="3212706"/>
                  </a:lnTo>
                  <a:lnTo>
                    <a:pt x="1393964" y="3212276"/>
                  </a:lnTo>
                  <a:lnTo>
                    <a:pt x="1393964" y="3211845"/>
                  </a:lnTo>
                  <a:lnTo>
                    <a:pt x="1393964" y="3211414"/>
                  </a:lnTo>
                  <a:lnTo>
                    <a:pt x="1394081" y="3211414"/>
                  </a:lnTo>
                  <a:lnTo>
                    <a:pt x="1394199" y="3211414"/>
                  </a:lnTo>
                  <a:lnTo>
                    <a:pt x="1394199" y="3210984"/>
                  </a:lnTo>
                  <a:lnTo>
                    <a:pt x="1394317" y="3210984"/>
                  </a:lnTo>
                  <a:lnTo>
                    <a:pt x="1394434" y="3210984"/>
                  </a:lnTo>
                  <a:lnTo>
                    <a:pt x="1394552" y="3210984"/>
                  </a:lnTo>
                  <a:lnTo>
                    <a:pt x="1394552" y="3210553"/>
                  </a:lnTo>
                  <a:lnTo>
                    <a:pt x="1394669" y="3210553"/>
                  </a:lnTo>
                  <a:lnTo>
                    <a:pt x="1394669" y="3210123"/>
                  </a:lnTo>
                  <a:lnTo>
                    <a:pt x="1394669" y="3209692"/>
                  </a:lnTo>
                  <a:lnTo>
                    <a:pt x="1394787" y="3209692"/>
                  </a:lnTo>
                  <a:lnTo>
                    <a:pt x="1394787" y="3209261"/>
                  </a:lnTo>
                  <a:lnTo>
                    <a:pt x="1394787" y="3208831"/>
                  </a:lnTo>
                  <a:lnTo>
                    <a:pt x="1394905" y="3208831"/>
                  </a:lnTo>
                  <a:lnTo>
                    <a:pt x="1395022" y="3208831"/>
                  </a:lnTo>
                  <a:lnTo>
                    <a:pt x="1395140" y="3208831"/>
                  </a:lnTo>
                  <a:lnTo>
                    <a:pt x="1395258" y="3208831"/>
                  </a:lnTo>
                  <a:lnTo>
                    <a:pt x="1395258" y="3208400"/>
                  </a:lnTo>
                  <a:lnTo>
                    <a:pt x="1395375" y="3208400"/>
                  </a:lnTo>
                  <a:lnTo>
                    <a:pt x="1395493" y="3208400"/>
                  </a:lnTo>
                  <a:lnTo>
                    <a:pt x="1395493" y="3207970"/>
                  </a:lnTo>
                  <a:lnTo>
                    <a:pt x="1395610" y="3207970"/>
                  </a:lnTo>
                  <a:lnTo>
                    <a:pt x="1395728" y="3207970"/>
                  </a:lnTo>
                  <a:lnTo>
                    <a:pt x="1395728" y="3207539"/>
                  </a:lnTo>
                  <a:lnTo>
                    <a:pt x="1395846" y="3207539"/>
                  </a:lnTo>
                  <a:lnTo>
                    <a:pt x="1395963" y="3207539"/>
                  </a:lnTo>
                  <a:lnTo>
                    <a:pt x="1395963" y="3207108"/>
                  </a:lnTo>
                  <a:lnTo>
                    <a:pt x="1396081" y="3207108"/>
                  </a:lnTo>
                  <a:lnTo>
                    <a:pt x="1396198" y="3207108"/>
                  </a:lnTo>
                  <a:lnTo>
                    <a:pt x="1396316" y="3207108"/>
                  </a:lnTo>
                  <a:lnTo>
                    <a:pt x="1396434" y="3207108"/>
                  </a:lnTo>
                  <a:lnTo>
                    <a:pt x="1396551" y="3207108"/>
                  </a:lnTo>
                  <a:lnTo>
                    <a:pt x="1396551" y="3206678"/>
                  </a:lnTo>
                  <a:lnTo>
                    <a:pt x="1396669" y="3206678"/>
                  </a:lnTo>
                  <a:lnTo>
                    <a:pt x="1396669" y="3206247"/>
                  </a:lnTo>
                  <a:lnTo>
                    <a:pt x="1396669" y="3205817"/>
                  </a:lnTo>
                  <a:lnTo>
                    <a:pt x="1396669" y="3205386"/>
                  </a:lnTo>
                  <a:lnTo>
                    <a:pt x="1396669" y="3204955"/>
                  </a:lnTo>
                  <a:lnTo>
                    <a:pt x="1396669" y="3204525"/>
                  </a:lnTo>
                  <a:lnTo>
                    <a:pt x="1396787" y="3204525"/>
                  </a:lnTo>
                  <a:lnTo>
                    <a:pt x="1396904" y="3204525"/>
                  </a:lnTo>
                  <a:lnTo>
                    <a:pt x="1396904" y="3204094"/>
                  </a:lnTo>
                  <a:lnTo>
                    <a:pt x="1397022" y="3204094"/>
                  </a:lnTo>
                  <a:lnTo>
                    <a:pt x="1397022" y="3203664"/>
                  </a:lnTo>
                  <a:lnTo>
                    <a:pt x="1397022" y="3203233"/>
                  </a:lnTo>
                  <a:lnTo>
                    <a:pt x="1397139" y="3203233"/>
                  </a:lnTo>
                  <a:lnTo>
                    <a:pt x="1397257" y="3203233"/>
                  </a:lnTo>
                  <a:lnTo>
                    <a:pt x="1397257" y="3202802"/>
                  </a:lnTo>
                  <a:lnTo>
                    <a:pt x="1397375" y="3202802"/>
                  </a:lnTo>
                  <a:lnTo>
                    <a:pt x="1397375" y="3202372"/>
                  </a:lnTo>
                  <a:lnTo>
                    <a:pt x="1397492" y="3202372"/>
                  </a:lnTo>
                  <a:lnTo>
                    <a:pt x="1397610" y="3202372"/>
                  </a:lnTo>
                  <a:lnTo>
                    <a:pt x="1397727" y="3202372"/>
                  </a:lnTo>
                  <a:lnTo>
                    <a:pt x="1397845" y="3202372"/>
                  </a:lnTo>
                  <a:lnTo>
                    <a:pt x="1397963" y="3202372"/>
                  </a:lnTo>
                  <a:lnTo>
                    <a:pt x="1398080" y="3202372"/>
                  </a:lnTo>
                  <a:lnTo>
                    <a:pt x="1398080" y="3201941"/>
                  </a:lnTo>
                  <a:lnTo>
                    <a:pt x="1398198" y="3201941"/>
                  </a:lnTo>
                  <a:lnTo>
                    <a:pt x="1398315" y="3201941"/>
                  </a:lnTo>
                  <a:lnTo>
                    <a:pt x="1398433" y="3201941"/>
                  </a:lnTo>
                  <a:lnTo>
                    <a:pt x="1398551" y="3201941"/>
                  </a:lnTo>
                  <a:lnTo>
                    <a:pt x="1398551" y="3201511"/>
                  </a:lnTo>
                  <a:lnTo>
                    <a:pt x="1398551" y="3201080"/>
                  </a:lnTo>
                  <a:lnTo>
                    <a:pt x="1398668" y="3201080"/>
                  </a:lnTo>
                  <a:lnTo>
                    <a:pt x="1398786" y="3201080"/>
                  </a:lnTo>
                  <a:lnTo>
                    <a:pt x="1398786" y="3200649"/>
                  </a:lnTo>
                  <a:lnTo>
                    <a:pt x="1398904" y="3200649"/>
                  </a:lnTo>
                  <a:lnTo>
                    <a:pt x="1399021" y="3200649"/>
                  </a:lnTo>
                  <a:lnTo>
                    <a:pt x="1399139" y="3200649"/>
                  </a:lnTo>
                  <a:lnTo>
                    <a:pt x="1399256" y="3200649"/>
                  </a:lnTo>
                  <a:lnTo>
                    <a:pt x="1399374" y="3200649"/>
                  </a:lnTo>
                  <a:lnTo>
                    <a:pt x="1399492" y="3200649"/>
                  </a:lnTo>
                  <a:lnTo>
                    <a:pt x="1399609" y="3200649"/>
                  </a:lnTo>
                  <a:lnTo>
                    <a:pt x="1399609" y="3200219"/>
                  </a:lnTo>
                  <a:lnTo>
                    <a:pt x="1399609" y="3199788"/>
                  </a:lnTo>
                  <a:lnTo>
                    <a:pt x="1399609" y="3199358"/>
                  </a:lnTo>
                  <a:lnTo>
                    <a:pt x="1399609" y="3198927"/>
                  </a:lnTo>
                  <a:lnTo>
                    <a:pt x="1399609" y="3198496"/>
                  </a:lnTo>
                  <a:lnTo>
                    <a:pt x="1399727" y="3198496"/>
                  </a:lnTo>
                  <a:lnTo>
                    <a:pt x="1399844" y="3198496"/>
                  </a:lnTo>
                  <a:lnTo>
                    <a:pt x="1399962" y="3198496"/>
                  </a:lnTo>
                  <a:lnTo>
                    <a:pt x="1400080" y="3198496"/>
                  </a:lnTo>
                  <a:lnTo>
                    <a:pt x="1400080" y="3198066"/>
                  </a:lnTo>
                  <a:lnTo>
                    <a:pt x="1400080" y="3197635"/>
                  </a:lnTo>
                  <a:lnTo>
                    <a:pt x="1400080" y="3197205"/>
                  </a:lnTo>
                  <a:lnTo>
                    <a:pt x="1400080" y="3196774"/>
                  </a:lnTo>
                  <a:lnTo>
                    <a:pt x="1400080" y="3196343"/>
                  </a:lnTo>
                  <a:lnTo>
                    <a:pt x="1400197" y="3196343"/>
                  </a:lnTo>
                  <a:lnTo>
                    <a:pt x="1400315" y="3196343"/>
                  </a:lnTo>
                  <a:lnTo>
                    <a:pt x="1400315" y="3195913"/>
                  </a:lnTo>
                  <a:lnTo>
                    <a:pt x="1400433" y="3195913"/>
                  </a:lnTo>
                  <a:lnTo>
                    <a:pt x="1400550" y="3195913"/>
                  </a:lnTo>
                  <a:lnTo>
                    <a:pt x="1400668" y="3195913"/>
                  </a:lnTo>
                  <a:lnTo>
                    <a:pt x="1400668" y="3195482"/>
                  </a:lnTo>
                  <a:lnTo>
                    <a:pt x="1400785" y="3195482"/>
                  </a:lnTo>
                  <a:lnTo>
                    <a:pt x="1400903" y="3195482"/>
                  </a:lnTo>
                  <a:lnTo>
                    <a:pt x="1400903" y="3195052"/>
                  </a:lnTo>
                  <a:lnTo>
                    <a:pt x="1401021" y="3195052"/>
                  </a:lnTo>
                  <a:lnTo>
                    <a:pt x="1401021" y="3194621"/>
                  </a:lnTo>
                  <a:lnTo>
                    <a:pt x="1401138" y="3194621"/>
                  </a:lnTo>
                  <a:lnTo>
                    <a:pt x="1401256" y="3194621"/>
                  </a:lnTo>
                  <a:lnTo>
                    <a:pt x="1401256" y="3194190"/>
                  </a:lnTo>
                  <a:lnTo>
                    <a:pt x="1401256" y="3193760"/>
                  </a:lnTo>
                  <a:lnTo>
                    <a:pt x="1401373" y="3193760"/>
                  </a:lnTo>
                  <a:lnTo>
                    <a:pt x="1401373" y="3193329"/>
                  </a:lnTo>
                  <a:lnTo>
                    <a:pt x="1401373" y="3192899"/>
                  </a:lnTo>
                  <a:lnTo>
                    <a:pt x="1401491" y="3192899"/>
                  </a:lnTo>
                  <a:lnTo>
                    <a:pt x="1401491" y="3192468"/>
                  </a:lnTo>
                  <a:lnTo>
                    <a:pt x="1401491" y="3192037"/>
                  </a:lnTo>
                  <a:lnTo>
                    <a:pt x="1401491" y="3191607"/>
                  </a:lnTo>
                  <a:lnTo>
                    <a:pt x="1401609" y="3191607"/>
                  </a:lnTo>
                  <a:lnTo>
                    <a:pt x="1401726" y="3191607"/>
                  </a:lnTo>
                  <a:lnTo>
                    <a:pt x="1401726" y="3191176"/>
                  </a:lnTo>
                  <a:lnTo>
                    <a:pt x="1401726" y="3190746"/>
                  </a:lnTo>
                  <a:lnTo>
                    <a:pt x="1401726" y="3190315"/>
                  </a:lnTo>
                  <a:lnTo>
                    <a:pt x="1401844" y="3190315"/>
                  </a:lnTo>
                  <a:lnTo>
                    <a:pt x="1401844" y="3189884"/>
                  </a:lnTo>
                  <a:lnTo>
                    <a:pt x="1401844" y="3189454"/>
                  </a:lnTo>
                  <a:lnTo>
                    <a:pt x="1401962" y="3189454"/>
                  </a:lnTo>
                  <a:lnTo>
                    <a:pt x="1401962" y="3189023"/>
                  </a:lnTo>
                  <a:lnTo>
                    <a:pt x="1402079" y="3189023"/>
                  </a:lnTo>
                  <a:lnTo>
                    <a:pt x="1402079" y="3188593"/>
                  </a:lnTo>
                  <a:lnTo>
                    <a:pt x="1402197" y="3188593"/>
                  </a:lnTo>
                  <a:lnTo>
                    <a:pt x="1402314" y="3188593"/>
                  </a:lnTo>
                  <a:lnTo>
                    <a:pt x="1402314" y="3188162"/>
                  </a:lnTo>
                  <a:lnTo>
                    <a:pt x="1402432" y="3188162"/>
                  </a:lnTo>
                  <a:lnTo>
                    <a:pt x="1402550" y="3188162"/>
                  </a:lnTo>
                  <a:lnTo>
                    <a:pt x="1402550" y="3187731"/>
                  </a:lnTo>
                  <a:lnTo>
                    <a:pt x="1402667" y="3187731"/>
                  </a:lnTo>
                  <a:lnTo>
                    <a:pt x="1402785" y="3187731"/>
                  </a:lnTo>
                  <a:lnTo>
                    <a:pt x="1402785" y="3187301"/>
                  </a:lnTo>
                  <a:lnTo>
                    <a:pt x="1402785" y="3186870"/>
                  </a:lnTo>
                  <a:lnTo>
                    <a:pt x="1402785" y="3186440"/>
                  </a:lnTo>
                  <a:lnTo>
                    <a:pt x="1402785" y="3186009"/>
                  </a:lnTo>
                  <a:lnTo>
                    <a:pt x="1402785" y="3185578"/>
                  </a:lnTo>
                  <a:lnTo>
                    <a:pt x="1402902" y="3185578"/>
                  </a:lnTo>
                  <a:lnTo>
                    <a:pt x="1402902" y="3185148"/>
                  </a:lnTo>
                  <a:lnTo>
                    <a:pt x="1403020" y="3185148"/>
                  </a:lnTo>
                  <a:lnTo>
                    <a:pt x="1403020" y="3184717"/>
                  </a:lnTo>
                  <a:lnTo>
                    <a:pt x="1403138" y="3184717"/>
                  </a:lnTo>
                  <a:lnTo>
                    <a:pt x="1403138" y="3184287"/>
                  </a:lnTo>
                  <a:lnTo>
                    <a:pt x="1403255" y="3184287"/>
                  </a:lnTo>
                  <a:lnTo>
                    <a:pt x="1403373" y="3184287"/>
                  </a:lnTo>
                  <a:lnTo>
                    <a:pt x="1403491" y="3184287"/>
                  </a:lnTo>
                  <a:lnTo>
                    <a:pt x="1403608" y="3184287"/>
                  </a:lnTo>
                  <a:lnTo>
                    <a:pt x="1403726" y="3184287"/>
                  </a:lnTo>
                  <a:lnTo>
                    <a:pt x="1403843" y="3184287"/>
                  </a:lnTo>
                  <a:lnTo>
                    <a:pt x="1403961" y="3184287"/>
                  </a:lnTo>
                  <a:lnTo>
                    <a:pt x="1404079" y="3184287"/>
                  </a:lnTo>
                  <a:lnTo>
                    <a:pt x="1404196" y="3184287"/>
                  </a:lnTo>
                  <a:lnTo>
                    <a:pt x="1404196" y="3183856"/>
                  </a:lnTo>
                  <a:lnTo>
                    <a:pt x="1404314" y="3183856"/>
                  </a:lnTo>
                  <a:lnTo>
                    <a:pt x="1404431" y="3183856"/>
                  </a:lnTo>
                  <a:lnTo>
                    <a:pt x="1404549" y="3183856"/>
                  </a:lnTo>
                  <a:lnTo>
                    <a:pt x="1404667" y="3183856"/>
                  </a:lnTo>
                  <a:lnTo>
                    <a:pt x="1404667" y="3183425"/>
                  </a:lnTo>
                  <a:lnTo>
                    <a:pt x="1404784" y="3183425"/>
                  </a:lnTo>
                  <a:lnTo>
                    <a:pt x="1404902" y="3183425"/>
                  </a:lnTo>
                  <a:lnTo>
                    <a:pt x="1404902" y="3182995"/>
                  </a:lnTo>
                  <a:lnTo>
                    <a:pt x="1405020" y="3182995"/>
                  </a:lnTo>
                  <a:lnTo>
                    <a:pt x="1405137" y="3182995"/>
                  </a:lnTo>
                  <a:lnTo>
                    <a:pt x="1405255" y="3182995"/>
                  </a:lnTo>
                  <a:lnTo>
                    <a:pt x="1405255" y="3182564"/>
                  </a:lnTo>
                  <a:lnTo>
                    <a:pt x="1405372" y="3182564"/>
                  </a:lnTo>
                  <a:lnTo>
                    <a:pt x="1405490" y="3182564"/>
                  </a:lnTo>
                  <a:lnTo>
                    <a:pt x="1405490" y="3182134"/>
                  </a:lnTo>
                  <a:lnTo>
                    <a:pt x="1405608" y="3182134"/>
                  </a:lnTo>
                  <a:lnTo>
                    <a:pt x="1405725" y="3182134"/>
                  </a:lnTo>
                  <a:lnTo>
                    <a:pt x="1405843" y="3182134"/>
                  </a:lnTo>
                  <a:lnTo>
                    <a:pt x="1405960" y="3182134"/>
                  </a:lnTo>
                  <a:lnTo>
                    <a:pt x="1405960" y="3181703"/>
                  </a:lnTo>
                  <a:lnTo>
                    <a:pt x="1406078" y="3181703"/>
                  </a:lnTo>
                  <a:lnTo>
                    <a:pt x="1406196" y="3181703"/>
                  </a:lnTo>
                  <a:lnTo>
                    <a:pt x="1406313" y="3181703"/>
                  </a:lnTo>
                  <a:lnTo>
                    <a:pt x="1406431" y="3181703"/>
                  </a:lnTo>
                  <a:lnTo>
                    <a:pt x="1406548" y="3181703"/>
                  </a:lnTo>
                  <a:lnTo>
                    <a:pt x="1406666" y="3181703"/>
                  </a:lnTo>
                  <a:lnTo>
                    <a:pt x="1406784" y="3181703"/>
                  </a:lnTo>
                  <a:lnTo>
                    <a:pt x="1406784" y="3181272"/>
                  </a:lnTo>
                  <a:lnTo>
                    <a:pt x="1406784" y="3180842"/>
                  </a:lnTo>
                  <a:lnTo>
                    <a:pt x="1406901" y="3180842"/>
                  </a:lnTo>
                  <a:lnTo>
                    <a:pt x="1406901" y="3180411"/>
                  </a:lnTo>
                  <a:lnTo>
                    <a:pt x="1407019" y="3180411"/>
                  </a:lnTo>
                  <a:lnTo>
                    <a:pt x="1407137" y="3180411"/>
                  </a:lnTo>
                  <a:lnTo>
                    <a:pt x="1407254" y="3180411"/>
                  </a:lnTo>
                  <a:lnTo>
                    <a:pt x="1407372" y="3180411"/>
                  </a:lnTo>
                  <a:lnTo>
                    <a:pt x="1407372" y="3179981"/>
                  </a:lnTo>
                  <a:lnTo>
                    <a:pt x="1407372" y="3179550"/>
                  </a:lnTo>
                  <a:lnTo>
                    <a:pt x="1407372" y="3179119"/>
                  </a:lnTo>
                  <a:lnTo>
                    <a:pt x="1407372" y="3178689"/>
                  </a:lnTo>
                  <a:lnTo>
                    <a:pt x="1407489" y="3178689"/>
                  </a:lnTo>
                  <a:lnTo>
                    <a:pt x="1407489" y="3178258"/>
                  </a:lnTo>
                  <a:lnTo>
                    <a:pt x="1407489" y="3177828"/>
                  </a:lnTo>
                  <a:lnTo>
                    <a:pt x="1407489" y="3177397"/>
                  </a:lnTo>
                  <a:lnTo>
                    <a:pt x="1407489" y="3176966"/>
                  </a:lnTo>
                  <a:lnTo>
                    <a:pt x="1407607" y="3176966"/>
                  </a:lnTo>
                  <a:lnTo>
                    <a:pt x="1407607" y="3176536"/>
                  </a:lnTo>
                  <a:lnTo>
                    <a:pt x="1407607" y="3176105"/>
                  </a:lnTo>
                  <a:lnTo>
                    <a:pt x="1407725" y="3176105"/>
                  </a:lnTo>
                  <a:lnTo>
                    <a:pt x="1407725" y="3175675"/>
                  </a:lnTo>
                  <a:lnTo>
                    <a:pt x="1407725" y="3175244"/>
                  </a:lnTo>
                  <a:lnTo>
                    <a:pt x="1407842" y="3175244"/>
                  </a:lnTo>
                  <a:lnTo>
                    <a:pt x="1407960" y="3175244"/>
                  </a:lnTo>
                  <a:lnTo>
                    <a:pt x="1407960" y="3174813"/>
                  </a:lnTo>
                  <a:lnTo>
                    <a:pt x="1408077" y="3174813"/>
                  </a:lnTo>
                  <a:lnTo>
                    <a:pt x="1408195" y="3174813"/>
                  </a:lnTo>
                  <a:lnTo>
                    <a:pt x="1408313" y="3174813"/>
                  </a:lnTo>
                  <a:lnTo>
                    <a:pt x="1408430" y="3174813"/>
                  </a:lnTo>
                  <a:lnTo>
                    <a:pt x="1408548" y="3174813"/>
                  </a:lnTo>
                  <a:lnTo>
                    <a:pt x="1408666" y="3174813"/>
                  </a:lnTo>
                  <a:lnTo>
                    <a:pt x="1408666" y="3174383"/>
                  </a:lnTo>
                  <a:lnTo>
                    <a:pt x="1408666" y="3173952"/>
                  </a:lnTo>
                  <a:lnTo>
                    <a:pt x="1408783" y="3173952"/>
                  </a:lnTo>
                  <a:lnTo>
                    <a:pt x="1408901" y="3173952"/>
                  </a:lnTo>
                  <a:lnTo>
                    <a:pt x="1409018" y="3173952"/>
                  </a:lnTo>
                  <a:lnTo>
                    <a:pt x="1409136" y="3173952"/>
                  </a:lnTo>
                  <a:lnTo>
                    <a:pt x="1409254" y="3173952"/>
                  </a:lnTo>
                  <a:lnTo>
                    <a:pt x="1409371" y="3173952"/>
                  </a:lnTo>
                  <a:lnTo>
                    <a:pt x="1409489" y="3173952"/>
                  </a:lnTo>
                  <a:lnTo>
                    <a:pt x="1409606" y="3173952"/>
                  </a:lnTo>
                  <a:lnTo>
                    <a:pt x="1409724" y="3173952"/>
                  </a:lnTo>
                  <a:lnTo>
                    <a:pt x="1409842" y="3173952"/>
                  </a:lnTo>
                  <a:lnTo>
                    <a:pt x="1409842" y="3173522"/>
                  </a:lnTo>
                  <a:lnTo>
                    <a:pt x="1409959" y="3173522"/>
                  </a:lnTo>
                  <a:lnTo>
                    <a:pt x="1410077" y="3173522"/>
                  </a:lnTo>
                  <a:lnTo>
                    <a:pt x="1410195" y="3173522"/>
                  </a:lnTo>
                  <a:lnTo>
                    <a:pt x="1410312" y="3173522"/>
                  </a:lnTo>
                  <a:lnTo>
                    <a:pt x="1410430" y="3173522"/>
                  </a:lnTo>
                  <a:lnTo>
                    <a:pt x="1410547" y="3173522"/>
                  </a:lnTo>
                  <a:lnTo>
                    <a:pt x="1410665" y="3173522"/>
                  </a:lnTo>
                  <a:lnTo>
                    <a:pt x="1410783" y="3173522"/>
                  </a:lnTo>
                  <a:lnTo>
                    <a:pt x="1410900" y="3173522"/>
                  </a:lnTo>
                  <a:lnTo>
                    <a:pt x="1410900" y="3173091"/>
                  </a:lnTo>
                  <a:lnTo>
                    <a:pt x="1411018" y="3173091"/>
                  </a:lnTo>
                  <a:lnTo>
                    <a:pt x="1411135" y="3173091"/>
                  </a:lnTo>
                  <a:lnTo>
                    <a:pt x="1411135" y="3172660"/>
                  </a:lnTo>
                  <a:lnTo>
                    <a:pt x="1411135" y="3172230"/>
                  </a:lnTo>
                  <a:lnTo>
                    <a:pt x="1411253" y="3172230"/>
                  </a:lnTo>
                  <a:lnTo>
                    <a:pt x="1411371" y="3172230"/>
                  </a:lnTo>
                  <a:lnTo>
                    <a:pt x="1411488" y="3172230"/>
                  </a:lnTo>
                  <a:lnTo>
                    <a:pt x="1411606" y="3172230"/>
                  </a:lnTo>
                  <a:lnTo>
                    <a:pt x="1411724" y="3172230"/>
                  </a:lnTo>
                  <a:lnTo>
                    <a:pt x="1411841" y="3172230"/>
                  </a:lnTo>
                  <a:lnTo>
                    <a:pt x="1411959" y="3172230"/>
                  </a:lnTo>
                  <a:lnTo>
                    <a:pt x="1412076" y="3172230"/>
                  </a:lnTo>
                  <a:lnTo>
                    <a:pt x="1412194" y="3172230"/>
                  </a:lnTo>
                  <a:lnTo>
                    <a:pt x="1412312" y="3172230"/>
                  </a:lnTo>
                  <a:lnTo>
                    <a:pt x="1412312" y="3171799"/>
                  </a:lnTo>
                  <a:lnTo>
                    <a:pt x="1412429" y="3171799"/>
                  </a:lnTo>
                  <a:lnTo>
                    <a:pt x="1412547" y="3171799"/>
                  </a:lnTo>
                  <a:lnTo>
                    <a:pt x="1412547" y="3171369"/>
                  </a:lnTo>
                  <a:lnTo>
                    <a:pt x="1412664" y="3171369"/>
                  </a:lnTo>
                  <a:lnTo>
                    <a:pt x="1412782" y="3171369"/>
                  </a:lnTo>
                  <a:lnTo>
                    <a:pt x="1412782" y="3170938"/>
                  </a:lnTo>
                  <a:lnTo>
                    <a:pt x="1412782" y="3170507"/>
                  </a:lnTo>
                  <a:lnTo>
                    <a:pt x="1412782" y="3170077"/>
                  </a:lnTo>
                  <a:lnTo>
                    <a:pt x="1412782" y="3169646"/>
                  </a:lnTo>
                  <a:lnTo>
                    <a:pt x="1412782" y="3169216"/>
                  </a:lnTo>
                  <a:lnTo>
                    <a:pt x="1412782" y="3168785"/>
                  </a:lnTo>
                  <a:lnTo>
                    <a:pt x="1412900" y="3168785"/>
                  </a:lnTo>
                  <a:lnTo>
                    <a:pt x="1413017" y="3168785"/>
                  </a:lnTo>
                  <a:lnTo>
                    <a:pt x="1413135" y="3168785"/>
                  </a:lnTo>
                  <a:lnTo>
                    <a:pt x="1413135" y="3168354"/>
                  </a:lnTo>
                  <a:lnTo>
                    <a:pt x="1413253" y="3168354"/>
                  </a:lnTo>
                  <a:lnTo>
                    <a:pt x="1413370" y="3168354"/>
                  </a:lnTo>
                  <a:lnTo>
                    <a:pt x="1413488" y="3168354"/>
                  </a:lnTo>
                  <a:lnTo>
                    <a:pt x="1413488" y="3167924"/>
                  </a:lnTo>
                  <a:lnTo>
                    <a:pt x="1413488" y="3167493"/>
                  </a:lnTo>
                  <a:lnTo>
                    <a:pt x="1413605" y="3167493"/>
                  </a:lnTo>
                  <a:lnTo>
                    <a:pt x="1413605" y="3167063"/>
                  </a:lnTo>
                  <a:lnTo>
                    <a:pt x="1413723" y="3167063"/>
                  </a:lnTo>
                  <a:lnTo>
                    <a:pt x="1413723" y="3166632"/>
                  </a:lnTo>
                  <a:lnTo>
                    <a:pt x="1413841" y="3166632"/>
                  </a:lnTo>
                  <a:lnTo>
                    <a:pt x="1413958" y="3166632"/>
                  </a:lnTo>
                  <a:lnTo>
                    <a:pt x="1413958" y="3166201"/>
                  </a:lnTo>
                  <a:lnTo>
                    <a:pt x="1414076" y="3166201"/>
                  </a:lnTo>
                  <a:lnTo>
                    <a:pt x="1414193" y="3166201"/>
                  </a:lnTo>
                  <a:lnTo>
                    <a:pt x="1414311" y="3166201"/>
                  </a:lnTo>
                  <a:lnTo>
                    <a:pt x="1414311" y="3165771"/>
                  </a:lnTo>
                  <a:lnTo>
                    <a:pt x="1414311" y="3165340"/>
                  </a:lnTo>
                  <a:lnTo>
                    <a:pt x="1414429" y="3165340"/>
                  </a:lnTo>
                  <a:lnTo>
                    <a:pt x="1414546" y="3165340"/>
                  </a:lnTo>
                  <a:lnTo>
                    <a:pt x="1414664" y="3165340"/>
                  </a:lnTo>
                  <a:lnTo>
                    <a:pt x="1414781" y="3165340"/>
                  </a:lnTo>
                  <a:lnTo>
                    <a:pt x="1414899" y="3165340"/>
                  </a:lnTo>
                  <a:lnTo>
                    <a:pt x="1415017" y="3165340"/>
                  </a:lnTo>
                  <a:lnTo>
                    <a:pt x="1415134" y="3165340"/>
                  </a:lnTo>
                  <a:lnTo>
                    <a:pt x="1415134" y="3164910"/>
                  </a:lnTo>
                  <a:lnTo>
                    <a:pt x="1415134" y="3164479"/>
                  </a:lnTo>
                  <a:lnTo>
                    <a:pt x="1415252" y="3164479"/>
                  </a:lnTo>
                  <a:lnTo>
                    <a:pt x="1415370" y="3164479"/>
                  </a:lnTo>
                  <a:lnTo>
                    <a:pt x="1415370" y="3164048"/>
                  </a:lnTo>
                  <a:lnTo>
                    <a:pt x="1415487" y="3164048"/>
                  </a:lnTo>
                  <a:lnTo>
                    <a:pt x="1415487" y="3163618"/>
                  </a:lnTo>
                  <a:lnTo>
                    <a:pt x="1415605" y="3163618"/>
                  </a:lnTo>
                  <a:lnTo>
                    <a:pt x="1415605" y="3163187"/>
                  </a:lnTo>
                  <a:lnTo>
                    <a:pt x="1415722" y="3163187"/>
                  </a:lnTo>
                  <a:lnTo>
                    <a:pt x="1415840" y="3163187"/>
                  </a:lnTo>
                  <a:lnTo>
                    <a:pt x="1415840" y="3162757"/>
                  </a:lnTo>
                  <a:lnTo>
                    <a:pt x="1415840" y="3162326"/>
                  </a:lnTo>
                  <a:lnTo>
                    <a:pt x="1415958" y="3162326"/>
                  </a:lnTo>
                  <a:lnTo>
                    <a:pt x="1415958" y="3161895"/>
                  </a:lnTo>
                  <a:lnTo>
                    <a:pt x="1416075" y="3161895"/>
                  </a:lnTo>
                  <a:lnTo>
                    <a:pt x="1416193" y="3161895"/>
                  </a:lnTo>
                  <a:lnTo>
                    <a:pt x="1416310" y="3161895"/>
                  </a:lnTo>
                  <a:lnTo>
                    <a:pt x="1416310" y="3161465"/>
                  </a:lnTo>
                  <a:lnTo>
                    <a:pt x="1416428" y="3161465"/>
                  </a:lnTo>
                  <a:lnTo>
                    <a:pt x="1416546" y="3161465"/>
                  </a:lnTo>
                  <a:lnTo>
                    <a:pt x="1416663" y="3161465"/>
                  </a:lnTo>
                  <a:lnTo>
                    <a:pt x="1416663" y="3161034"/>
                  </a:lnTo>
                  <a:lnTo>
                    <a:pt x="1416781" y="3161034"/>
                  </a:lnTo>
                  <a:lnTo>
                    <a:pt x="1416899" y="3161034"/>
                  </a:lnTo>
                  <a:lnTo>
                    <a:pt x="1417016" y="3161034"/>
                  </a:lnTo>
                  <a:lnTo>
                    <a:pt x="1417134" y="3161034"/>
                  </a:lnTo>
                  <a:lnTo>
                    <a:pt x="1417251" y="3161034"/>
                  </a:lnTo>
                  <a:lnTo>
                    <a:pt x="1417369" y="3161034"/>
                  </a:lnTo>
                  <a:lnTo>
                    <a:pt x="1417487" y="3161034"/>
                  </a:lnTo>
                  <a:lnTo>
                    <a:pt x="1417604" y="3161034"/>
                  </a:lnTo>
                  <a:lnTo>
                    <a:pt x="1417722" y="3161034"/>
                  </a:lnTo>
                  <a:lnTo>
                    <a:pt x="1417839" y="3161034"/>
                  </a:lnTo>
                  <a:lnTo>
                    <a:pt x="1417957" y="3161034"/>
                  </a:lnTo>
                  <a:lnTo>
                    <a:pt x="1417957" y="3160604"/>
                  </a:lnTo>
                  <a:lnTo>
                    <a:pt x="1418075" y="3160604"/>
                  </a:lnTo>
                  <a:lnTo>
                    <a:pt x="1418192" y="3160604"/>
                  </a:lnTo>
                  <a:lnTo>
                    <a:pt x="1418192" y="3160173"/>
                  </a:lnTo>
                  <a:lnTo>
                    <a:pt x="1418310" y="3160173"/>
                  </a:lnTo>
                  <a:lnTo>
                    <a:pt x="1418310" y="3159742"/>
                  </a:lnTo>
                  <a:lnTo>
                    <a:pt x="1418310" y="3159312"/>
                  </a:lnTo>
                  <a:lnTo>
                    <a:pt x="1418310" y="3158881"/>
                  </a:lnTo>
                  <a:lnTo>
                    <a:pt x="1418428" y="3158881"/>
                  </a:lnTo>
                  <a:lnTo>
                    <a:pt x="1418545" y="3158881"/>
                  </a:lnTo>
                  <a:lnTo>
                    <a:pt x="1418663" y="3158881"/>
                  </a:lnTo>
                  <a:lnTo>
                    <a:pt x="1418780" y="3158881"/>
                  </a:lnTo>
                  <a:lnTo>
                    <a:pt x="1418780" y="3158451"/>
                  </a:lnTo>
                  <a:lnTo>
                    <a:pt x="1418898" y="3158451"/>
                  </a:lnTo>
                  <a:lnTo>
                    <a:pt x="1419016" y="3158451"/>
                  </a:lnTo>
                  <a:lnTo>
                    <a:pt x="1419016" y="3158020"/>
                  </a:lnTo>
                  <a:lnTo>
                    <a:pt x="1419133" y="3158020"/>
                  </a:lnTo>
                  <a:lnTo>
                    <a:pt x="1419251" y="3158020"/>
                  </a:lnTo>
                  <a:lnTo>
                    <a:pt x="1419368" y="3158020"/>
                  </a:lnTo>
                  <a:lnTo>
                    <a:pt x="1419368" y="3157589"/>
                  </a:lnTo>
                  <a:lnTo>
                    <a:pt x="1419486" y="3157589"/>
                  </a:lnTo>
                  <a:lnTo>
                    <a:pt x="1419604" y="3157589"/>
                  </a:lnTo>
                  <a:lnTo>
                    <a:pt x="1419721" y="3157589"/>
                  </a:lnTo>
                  <a:lnTo>
                    <a:pt x="1419721" y="3157159"/>
                  </a:lnTo>
                  <a:lnTo>
                    <a:pt x="1419721" y="3156728"/>
                  </a:lnTo>
                  <a:lnTo>
                    <a:pt x="1419839" y="3156728"/>
                  </a:lnTo>
                  <a:lnTo>
                    <a:pt x="1419957" y="3156728"/>
                  </a:lnTo>
                  <a:lnTo>
                    <a:pt x="1420074" y="3156728"/>
                  </a:lnTo>
                  <a:lnTo>
                    <a:pt x="1420192" y="3156728"/>
                  </a:lnTo>
                  <a:lnTo>
                    <a:pt x="1420309" y="3156728"/>
                  </a:lnTo>
                  <a:lnTo>
                    <a:pt x="1420309" y="3156298"/>
                  </a:lnTo>
                  <a:lnTo>
                    <a:pt x="1420427" y="3156298"/>
                  </a:lnTo>
                  <a:lnTo>
                    <a:pt x="1420545" y="3156298"/>
                  </a:lnTo>
                  <a:lnTo>
                    <a:pt x="1420662" y="3156298"/>
                  </a:lnTo>
                  <a:lnTo>
                    <a:pt x="1420780" y="3156298"/>
                  </a:lnTo>
                  <a:lnTo>
                    <a:pt x="1420780" y="3155867"/>
                  </a:lnTo>
                  <a:lnTo>
                    <a:pt x="1420897" y="3155867"/>
                  </a:lnTo>
                  <a:lnTo>
                    <a:pt x="1421015" y="3155867"/>
                  </a:lnTo>
                  <a:lnTo>
                    <a:pt x="1421133" y="3155867"/>
                  </a:lnTo>
                  <a:lnTo>
                    <a:pt x="1421250" y="3155867"/>
                  </a:lnTo>
                  <a:lnTo>
                    <a:pt x="1421368" y="3155867"/>
                  </a:lnTo>
                  <a:lnTo>
                    <a:pt x="1421368" y="3155436"/>
                  </a:lnTo>
                  <a:lnTo>
                    <a:pt x="1421486" y="3155436"/>
                  </a:lnTo>
                  <a:lnTo>
                    <a:pt x="1421603" y="3155436"/>
                  </a:lnTo>
                  <a:lnTo>
                    <a:pt x="1421721" y="3155436"/>
                  </a:lnTo>
                  <a:lnTo>
                    <a:pt x="1421838" y="3155436"/>
                  </a:lnTo>
                  <a:lnTo>
                    <a:pt x="1421838" y="3155006"/>
                  </a:lnTo>
                  <a:lnTo>
                    <a:pt x="1421838" y="3154575"/>
                  </a:lnTo>
                  <a:lnTo>
                    <a:pt x="1421838" y="3154145"/>
                  </a:lnTo>
                  <a:lnTo>
                    <a:pt x="1421956" y="3154145"/>
                  </a:lnTo>
                  <a:lnTo>
                    <a:pt x="1422074" y="3154145"/>
                  </a:lnTo>
                  <a:lnTo>
                    <a:pt x="1422191" y="3154145"/>
                  </a:lnTo>
                  <a:lnTo>
                    <a:pt x="1422309" y="3154145"/>
                  </a:lnTo>
                  <a:lnTo>
                    <a:pt x="1422426" y="3154145"/>
                  </a:lnTo>
                  <a:lnTo>
                    <a:pt x="1422544" y="3154145"/>
                  </a:lnTo>
                  <a:lnTo>
                    <a:pt x="1422544" y="3153714"/>
                  </a:lnTo>
                  <a:lnTo>
                    <a:pt x="1422662" y="3153714"/>
                  </a:lnTo>
                  <a:lnTo>
                    <a:pt x="1422779" y="3153714"/>
                  </a:lnTo>
                  <a:lnTo>
                    <a:pt x="1422779" y="3153283"/>
                  </a:lnTo>
                  <a:lnTo>
                    <a:pt x="1422897" y="3153283"/>
                  </a:lnTo>
                  <a:lnTo>
                    <a:pt x="1423014" y="3153283"/>
                  </a:lnTo>
                  <a:lnTo>
                    <a:pt x="1423014" y="3152853"/>
                  </a:lnTo>
                  <a:lnTo>
                    <a:pt x="1423014" y="3152422"/>
                  </a:lnTo>
                  <a:lnTo>
                    <a:pt x="1423132" y="3152422"/>
                  </a:lnTo>
                  <a:lnTo>
                    <a:pt x="1423132" y="3151992"/>
                  </a:lnTo>
                  <a:lnTo>
                    <a:pt x="1423250" y="3151992"/>
                  </a:lnTo>
                  <a:lnTo>
                    <a:pt x="1423250" y="3151561"/>
                  </a:lnTo>
                  <a:lnTo>
                    <a:pt x="1423367" y="3151561"/>
                  </a:lnTo>
                  <a:lnTo>
                    <a:pt x="1423485" y="3151561"/>
                  </a:lnTo>
                  <a:lnTo>
                    <a:pt x="1423603" y="3151561"/>
                  </a:lnTo>
                  <a:lnTo>
                    <a:pt x="1423720" y="3151561"/>
                  </a:lnTo>
                  <a:lnTo>
                    <a:pt x="1423838" y="3151561"/>
                  </a:lnTo>
                  <a:lnTo>
                    <a:pt x="1423838" y="3151130"/>
                  </a:lnTo>
                  <a:lnTo>
                    <a:pt x="1423838" y="3150700"/>
                  </a:lnTo>
                  <a:lnTo>
                    <a:pt x="1423838" y="3150269"/>
                  </a:lnTo>
                  <a:lnTo>
                    <a:pt x="1423955" y="3150269"/>
                  </a:lnTo>
                  <a:lnTo>
                    <a:pt x="1424073" y="3150269"/>
                  </a:lnTo>
                  <a:lnTo>
                    <a:pt x="1424191" y="3150269"/>
                  </a:lnTo>
                  <a:lnTo>
                    <a:pt x="1424308" y="3150269"/>
                  </a:lnTo>
                  <a:lnTo>
                    <a:pt x="1424426" y="3150269"/>
                  </a:lnTo>
                  <a:lnTo>
                    <a:pt x="1424426" y="3149839"/>
                  </a:lnTo>
                  <a:lnTo>
                    <a:pt x="1424543" y="3149839"/>
                  </a:lnTo>
                  <a:lnTo>
                    <a:pt x="1424661" y="3149839"/>
                  </a:lnTo>
                  <a:lnTo>
                    <a:pt x="1424779" y="3149839"/>
                  </a:lnTo>
                  <a:lnTo>
                    <a:pt x="1424896" y="3149839"/>
                  </a:lnTo>
                  <a:lnTo>
                    <a:pt x="1425014" y="3149839"/>
                  </a:lnTo>
                  <a:lnTo>
                    <a:pt x="1425132" y="3149839"/>
                  </a:lnTo>
                  <a:lnTo>
                    <a:pt x="1425249" y="3149839"/>
                  </a:lnTo>
                  <a:lnTo>
                    <a:pt x="1425367" y="3149839"/>
                  </a:lnTo>
                  <a:lnTo>
                    <a:pt x="1425484" y="3149839"/>
                  </a:lnTo>
                  <a:lnTo>
                    <a:pt x="1425602" y="3149839"/>
                  </a:lnTo>
                  <a:lnTo>
                    <a:pt x="1425602" y="3149408"/>
                  </a:lnTo>
                  <a:lnTo>
                    <a:pt x="1425602" y="3148977"/>
                  </a:lnTo>
                  <a:lnTo>
                    <a:pt x="1425602" y="3148547"/>
                  </a:lnTo>
                  <a:lnTo>
                    <a:pt x="1425720" y="3148547"/>
                  </a:lnTo>
                  <a:lnTo>
                    <a:pt x="1425837" y="3148547"/>
                  </a:lnTo>
                  <a:lnTo>
                    <a:pt x="1425955" y="3148547"/>
                  </a:lnTo>
                  <a:lnTo>
                    <a:pt x="1425955" y="3148116"/>
                  </a:lnTo>
                  <a:lnTo>
                    <a:pt x="1426072" y="3148116"/>
                  </a:lnTo>
                  <a:lnTo>
                    <a:pt x="1426072" y="3147686"/>
                  </a:lnTo>
                  <a:lnTo>
                    <a:pt x="1426190" y="3147686"/>
                  </a:lnTo>
                  <a:lnTo>
                    <a:pt x="1426308" y="3147686"/>
                  </a:lnTo>
                  <a:lnTo>
                    <a:pt x="1426425" y="3147686"/>
                  </a:lnTo>
                  <a:lnTo>
                    <a:pt x="1426543" y="3147686"/>
                  </a:lnTo>
                  <a:lnTo>
                    <a:pt x="1426543" y="3147255"/>
                  </a:lnTo>
                  <a:lnTo>
                    <a:pt x="1426543" y="3146824"/>
                  </a:lnTo>
                  <a:lnTo>
                    <a:pt x="1426661" y="3146824"/>
                  </a:lnTo>
                  <a:lnTo>
                    <a:pt x="1426778" y="3146824"/>
                  </a:lnTo>
                  <a:lnTo>
                    <a:pt x="1426896" y="3146824"/>
                  </a:lnTo>
                  <a:lnTo>
                    <a:pt x="1427013" y="3146824"/>
                  </a:lnTo>
                  <a:lnTo>
                    <a:pt x="1427131" y="3146824"/>
                  </a:lnTo>
                  <a:lnTo>
                    <a:pt x="1427249" y="3146824"/>
                  </a:lnTo>
                  <a:lnTo>
                    <a:pt x="1427366" y="3146824"/>
                  </a:lnTo>
                  <a:lnTo>
                    <a:pt x="1427484" y="3146824"/>
                  </a:lnTo>
                  <a:lnTo>
                    <a:pt x="1427484" y="3146394"/>
                  </a:lnTo>
                  <a:lnTo>
                    <a:pt x="1427601" y="3146394"/>
                  </a:lnTo>
                  <a:lnTo>
                    <a:pt x="1427601" y="3145963"/>
                  </a:lnTo>
                  <a:lnTo>
                    <a:pt x="1427719" y="3145963"/>
                  </a:lnTo>
                  <a:lnTo>
                    <a:pt x="1427719" y="3145533"/>
                  </a:lnTo>
                  <a:lnTo>
                    <a:pt x="1427837" y="3145533"/>
                  </a:lnTo>
                  <a:lnTo>
                    <a:pt x="1427837" y="3145102"/>
                  </a:lnTo>
                  <a:lnTo>
                    <a:pt x="1427837" y="3144671"/>
                  </a:lnTo>
                  <a:lnTo>
                    <a:pt x="1427954" y="3144671"/>
                  </a:lnTo>
                  <a:lnTo>
                    <a:pt x="1427954" y="3144241"/>
                  </a:lnTo>
                  <a:lnTo>
                    <a:pt x="1428072" y="3144241"/>
                  </a:lnTo>
                  <a:lnTo>
                    <a:pt x="1428190" y="3144241"/>
                  </a:lnTo>
                  <a:lnTo>
                    <a:pt x="1428190" y="3143810"/>
                  </a:lnTo>
                  <a:lnTo>
                    <a:pt x="1428190" y="3143380"/>
                  </a:lnTo>
                  <a:lnTo>
                    <a:pt x="1428307" y="3143380"/>
                  </a:lnTo>
                  <a:lnTo>
                    <a:pt x="1428307" y="3142949"/>
                  </a:lnTo>
                  <a:lnTo>
                    <a:pt x="1428307" y="3142518"/>
                  </a:lnTo>
                  <a:lnTo>
                    <a:pt x="1428425" y="3142518"/>
                  </a:lnTo>
                  <a:lnTo>
                    <a:pt x="1428542" y="3142518"/>
                  </a:lnTo>
                  <a:lnTo>
                    <a:pt x="1428660" y="3142518"/>
                  </a:lnTo>
                  <a:lnTo>
                    <a:pt x="1428778" y="3142518"/>
                  </a:lnTo>
                  <a:lnTo>
                    <a:pt x="1428895" y="3142518"/>
                  </a:lnTo>
                  <a:lnTo>
                    <a:pt x="1428895" y="3142088"/>
                  </a:lnTo>
                  <a:lnTo>
                    <a:pt x="1429013" y="3142088"/>
                  </a:lnTo>
                  <a:lnTo>
                    <a:pt x="1429130" y="3142088"/>
                  </a:lnTo>
                  <a:lnTo>
                    <a:pt x="1429248" y="3142088"/>
                  </a:lnTo>
                  <a:lnTo>
                    <a:pt x="1429366" y="3142088"/>
                  </a:lnTo>
                  <a:lnTo>
                    <a:pt x="1429366" y="3141657"/>
                  </a:lnTo>
                  <a:lnTo>
                    <a:pt x="1429483" y="3141657"/>
                  </a:lnTo>
                  <a:lnTo>
                    <a:pt x="1429601" y="3141657"/>
                  </a:lnTo>
                  <a:lnTo>
                    <a:pt x="1429601" y="3141227"/>
                  </a:lnTo>
                  <a:lnTo>
                    <a:pt x="1429719" y="3141227"/>
                  </a:lnTo>
                  <a:lnTo>
                    <a:pt x="1429836" y="3141227"/>
                  </a:lnTo>
                  <a:lnTo>
                    <a:pt x="1429954" y="3141227"/>
                  </a:lnTo>
                  <a:lnTo>
                    <a:pt x="1430071" y="3141227"/>
                  </a:lnTo>
                  <a:lnTo>
                    <a:pt x="1430071" y="3140796"/>
                  </a:lnTo>
                  <a:lnTo>
                    <a:pt x="1430189" y="3140796"/>
                  </a:lnTo>
                  <a:lnTo>
                    <a:pt x="1430189" y="3140365"/>
                  </a:lnTo>
                  <a:lnTo>
                    <a:pt x="1430307" y="3140365"/>
                  </a:lnTo>
                  <a:lnTo>
                    <a:pt x="1430424" y="3140365"/>
                  </a:lnTo>
                  <a:lnTo>
                    <a:pt x="1430424" y="3139935"/>
                  </a:lnTo>
                  <a:lnTo>
                    <a:pt x="1430542" y="3139935"/>
                  </a:lnTo>
                  <a:lnTo>
                    <a:pt x="1430659" y="3139935"/>
                  </a:lnTo>
                  <a:lnTo>
                    <a:pt x="1430659" y="3139504"/>
                  </a:lnTo>
                  <a:lnTo>
                    <a:pt x="1430777" y="3139504"/>
                  </a:lnTo>
                  <a:lnTo>
                    <a:pt x="1430895" y="3139504"/>
                  </a:lnTo>
                  <a:lnTo>
                    <a:pt x="1431012" y="3139504"/>
                  </a:lnTo>
                  <a:lnTo>
                    <a:pt x="1431130" y="3139504"/>
                  </a:lnTo>
                  <a:lnTo>
                    <a:pt x="1431130" y="3139074"/>
                  </a:lnTo>
                  <a:lnTo>
                    <a:pt x="1431130" y="3138643"/>
                  </a:lnTo>
                  <a:lnTo>
                    <a:pt x="1431247" y="3138643"/>
                  </a:lnTo>
                  <a:lnTo>
                    <a:pt x="1431247" y="3138212"/>
                  </a:lnTo>
                  <a:lnTo>
                    <a:pt x="1431365" y="3138212"/>
                  </a:lnTo>
                  <a:lnTo>
                    <a:pt x="1431483" y="3138212"/>
                  </a:lnTo>
                  <a:lnTo>
                    <a:pt x="1431600" y="3138212"/>
                  </a:lnTo>
                  <a:lnTo>
                    <a:pt x="1431718" y="3138212"/>
                  </a:lnTo>
                  <a:lnTo>
                    <a:pt x="1431836" y="3138212"/>
                  </a:lnTo>
                  <a:lnTo>
                    <a:pt x="1431953" y="3138212"/>
                  </a:lnTo>
                  <a:lnTo>
                    <a:pt x="1432071" y="3138212"/>
                  </a:lnTo>
                  <a:lnTo>
                    <a:pt x="1432071" y="3137782"/>
                  </a:lnTo>
                  <a:lnTo>
                    <a:pt x="1432071" y="3137351"/>
                  </a:lnTo>
                  <a:lnTo>
                    <a:pt x="1432188" y="3137351"/>
                  </a:lnTo>
                  <a:lnTo>
                    <a:pt x="1432306" y="3137351"/>
                  </a:lnTo>
                  <a:lnTo>
                    <a:pt x="1432424" y="3137351"/>
                  </a:lnTo>
                  <a:lnTo>
                    <a:pt x="1432424" y="3136921"/>
                  </a:lnTo>
                  <a:lnTo>
                    <a:pt x="1432541" y="3136921"/>
                  </a:lnTo>
                  <a:lnTo>
                    <a:pt x="1432659" y="3136921"/>
                  </a:lnTo>
                  <a:lnTo>
                    <a:pt x="1432776" y="3136921"/>
                  </a:lnTo>
                  <a:lnTo>
                    <a:pt x="1432776" y="3136490"/>
                  </a:lnTo>
                  <a:lnTo>
                    <a:pt x="1432776" y="3136059"/>
                  </a:lnTo>
                  <a:lnTo>
                    <a:pt x="1432894" y="3136059"/>
                  </a:lnTo>
                  <a:lnTo>
                    <a:pt x="1433012" y="3136059"/>
                  </a:lnTo>
                  <a:lnTo>
                    <a:pt x="1433129" y="3136059"/>
                  </a:lnTo>
                  <a:lnTo>
                    <a:pt x="1433247" y="3136059"/>
                  </a:lnTo>
                  <a:lnTo>
                    <a:pt x="1433365" y="3136059"/>
                  </a:lnTo>
                  <a:lnTo>
                    <a:pt x="1433365" y="3135629"/>
                  </a:lnTo>
                  <a:lnTo>
                    <a:pt x="1433482" y="3135629"/>
                  </a:lnTo>
                  <a:lnTo>
                    <a:pt x="1433600" y="3135629"/>
                  </a:lnTo>
                  <a:lnTo>
                    <a:pt x="1433600" y="3135198"/>
                  </a:lnTo>
                  <a:lnTo>
                    <a:pt x="1433717" y="3135198"/>
                  </a:lnTo>
                  <a:lnTo>
                    <a:pt x="1433717" y="3134768"/>
                  </a:lnTo>
                  <a:lnTo>
                    <a:pt x="1433717" y="3134337"/>
                  </a:lnTo>
                  <a:lnTo>
                    <a:pt x="1433717" y="3133906"/>
                  </a:lnTo>
                  <a:lnTo>
                    <a:pt x="1433835" y="3133906"/>
                  </a:lnTo>
                  <a:lnTo>
                    <a:pt x="1433835" y="3133476"/>
                  </a:lnTo>
                  <a:lnTo>
                    <a:pt x="1433953" y="3133476"/>
                  </a:lnTo>
                  <a:lnTo>
                    <a:pt x="1434070" y="3133476"/>
                  </a:lnTo>
                  <a:lnTo>
                    <a:pt x="1434188" y="3133476"/>
                  </a:lnTo>
                  <a:lnTo>
                    <a:pt x="1434305" y="3133476"/>
                  </a:lnTo>
                  <a:lnTo>
                    <a:pt x="1434423" y="3133476"/>
                  </a:lnTo>
                  <a:lnTo>
                    <a:pt x="1434541" y="3133476"/>
                  </a:lnTo>
                  <a:lnTo>
                    <a:pt x="1434541" y="3133045"/>
                  </a:lnTo>
                  <a:lnTo>
                    <a:pt x="1434658" y="3133045"/>
                  </a:lnTo>
                  <a:lnTo>
                    <a:pt x="1434776" y="3133045"/>
                  </a:lnTo>
                  <a:lnTo>
                    <a:pt x="1434894" y="3133045"/>
                  </a:lnTo>
                  <a:lnTo>
                    <a:pt x="1435011" y="3133045"/>
                  </a:lnTo>
                  <a:lnTo>
                    <a:pt x="1435011" y="3132615"/>
                  </a:lnTo>
                  <a:lnTo>
                    <a:pt x="1435129" y="3132615"/>
                  </a:lnTo>
                  <a:lnTo>
                    <a:pt x="1435246" y="3132615"/>
                  </a:lnTo>
                  <a:lnTo>
                    <a:pt x="1435364" y="3132615"/>
                  </a:lnTo>
                  <a:lnTo>
                    <a:pt x="1435482" y="3132615"/>
                  </a:lnTo>
                  <a:lnTo>
                    <a:pt x="1435482" y="3132184"/>
                  </a:lnTo>
                  <a:lnTo>
                    <a:pt x="1435599" y="3132184"/>
                  </a:lnTo>
                  <a:lnTo>
                    <a:pt x="1435717" y="3132184"/>
                  </a:lnTo>
                  <a:lnTo>
                    <a:pt x="1435717" y="3131753"/>
                  </a:lnTo>
                  <a:lnTo>
                    <a:pt x="1435834" y="3131753"/>
                  </a:lnTo>
                  <a:lnTo>
                    <a:pt x="1435952" y="3131753"/>
                  </a:lnTo>
                  <a:lnTo>
                    <a:pt x="1435952" y="3131323"/>
                  </a:lnTo>
                  <a:lnTo>
                    <a:pt x="1436070" y="3131323"/>
                  </a:lnTo>
                  <a:lnTo>
                    <a:pt x="1436187" y="3131323"/>
                  </a:lnTo>
                  <a:lnTo>
                    <a:pt x="1436305" y="3131323"/>
                  </a:lnTo>
                  <a:lnTo>
                    <a:pt x="1436305" y="3130892"/>
                  </a:lnTo>
                  <a:lnTo>
                    <a:pt x="1436305" y="3130462"/>
                  </a:lnTo>
                  <a:lnTo>
                    <a:pt x="1436423" y="3130462"/>
                  </a:lnTo>
                  <a:lnTo>
                    <a:pt x="1436540" y="3130462"/>
                  </a:lnTo>
                  <a:lnTo>
                    <a:pt x="1436540" y="3130031"/>
                  </a:lnTo>
                  <a:lnTo>
                    <a:pt x="1436658" y="3130031"/>
                  </a:lnTo>
                  <a:lnTo>
                    <a:pt x="1436658" y="3129600"/>
                  </a:lnTo>
                  <a:lnTo>
                    <a:pt x="1436658" y="3129170"/>
                  </a:lnTo>
                  <a:lnTo>
                    <a:pt x="1436775" y="3129170"/>
                  </a:lnTo>
                  <a:lnTo>
                    <a:pt x="1436893" y="3129170"/>
                  </a:lnTo>
                  <a:lnTo>
                    <a:pt x="1437011" y="3129170"/>
                  </a:lnTo>
                  <a:lnTo>
                    <a:pt x="1437011" y="3128739"/>
                  </a:lnTo>
                  <a:lnTo>
                    <a:pt x="1437011" y="3128309"/>
                  </a:lnTo>
                  <a:lnTo>
                    <a:pt x="1437128" y="3128309"/>
                  </a:lnTo>
                  <a:lnTo>
                    <a:pt x="1437246" y="3128309"/>
                  </a:lnTo>
                  <a:lnTo>
                    <a:pt x="1437246" y="3127878"/>
                  </a:lnTo>
                  <a:lnTo>
                    <a:pt x="1437246" y="3127447"/>
                  </a:lnTo>
                  <a:lnTo>
                    <a:pt x="1437363" y="3127447"/>
                  </a:lnTo>
                  <a:lnTo>
                    <a:pt x="1437481" y="3127447"/>
                  </a:lnTo>
                  <a:lnTo>
                    <a:pt x="1437599" y="3127447"/>
                  </a:lnTo>
                  <a:lnTo>
                    <a:pt x="1437716" y="3127447"/>
                  </a:lnTo>
                  <a:lnTo>
                    <a:pt x="1437834" y="3127447"/>
                  </a:lnTo>
                  <a:lnTo>
                    <a:pt x="1437952" y="3127447"/>
                  </a:lnTo>
                  <a:lnTo>
                    <a:pt x="1437952" y="3127017"/>
                  </a:lnTo>
                  <a:lnTo>
                    <a:pt x="1438069" y="3127017"/>
                  </a:lnTo>
                  <a:lnTo>
                    <a:pt x="1438069" y="3126586"/>
                  </a:lnTo>
                  <a:lnTo>
                    <a:pt x="1438069" y="3126156"/>
                  </a:lnTo>
                  <a:lnTo>
                    <a:pt x="1438187" y="3126156"/>
                  </a:lnTo>
                  <a:lnTo>
                    <a:pt x="1438187" y="3125725"/>
                  </a:lnTo>
                  <a:lnTo>
                    <a:pt x="1438304" y="3125725"/>
                  </a:lnTo>
                  <a:lnTo>
                    <a:pt x="1438422" y="3125725"/>
                  </a:lnTo>
                  <a:lnTo>
                    <a:pt x="1438540" y="3125725"/>
                  </a:lnTo>
                  <a:lnTo>
                    <a:pt x="1438657" y="3125725"/>
                  </a:lnTo>
                  <a:lnTo>
                    <a:pt x="1438775" y="3125725"/>
                  </a:lnTo>
                  <a:lnTo>
                    <a:pt x="1438775" y="3125294"/>
                  </a:lnTo>
                  <a:lnTo>
                    <a:pt x="1438892" y="3125294"/>
                  </a:lnTo>
                  <a:lnTo>
                    <a:pt x="1439010" y="3125294"/>
                  </a:lnTo>
                  <a:lnTo>
                    <a:pt x="1439128" y="3125294"/>
                  </a:lnTo>
                  <a:lnTo>
                    <a:pt x="1439245" y="3125294"/>
                  </a:lnTo>
                  <a:lnTo>
                    <a:pt x="1439363" y="3125294"/>
                  </a:lnTo>
                  <a:lnTo>
                    <a:pt x="1439480" y="3125294"/>
                  </a:lnTo>
                  <a:lnTo>
                    <a:pt x="1439598" y="3125294"/>
                  </a:lnTo>
                  <a:lnTo>
                    <a:pt x="1439598" y="3124864"/>
                  </a:lnTo>
                  <a:lnTo>
                    <a:pt x="1439598" y="3124433"/>
                  </a:lnTo>
                  <a:lnTo>
                    <a:pt x="1439598" y="3124003"/>
                  </a:lnTo>
                  <a:lnTo>
                    <a:pt x="1439598" y="3123572"/>
                  </a:lnTo>
                  <a:lnTo>
                    <a:pt x="1439716" y="3123572"/>
                  </a:lnTo>
                  <a:lnTo>
                    <a:pt x="1439833" y="3123572"/>
                  </a:lnTo>
                  <a:lnTo>
                    <a:pt x="1439951" y="3123572"/>
                  </a:lnTo>
                  <a:lnTo>
                    <a:pt x="1439951" y="3123141"/>
                  </a:lnTo>
                  <a:lnTo>
                    <a:pt x="1439951" y="3122711"/>
                  </a:lnTo>
                  <a:lnTo>
                    <a:pt x="1440069" y="3122711"/>
                  </a:lnTo>
                  <a:lnTo>
                    <a:pt x="1440186" y="3122711"/>
                  </a:lnTo>
                  <a:lnTo>
                    <a:pt x="1440304" y="3122711"/>
                  </a:lnTo>
                  <a:lnTo>
                    <a:pt x="1440421" y="3122711"/>
                  </a:lnTo>
                  <a:lnTo>
                    <a:pt x="1440539" y="3122711"/>
                  </a:lnTo>
                  <a:lnTo>
                    <a:pt x="1440657" y="3122711"/>
                  </a:lnTo>
                  <a:lnTo>
                    <a:pt x="1440774" y="3122711"/>
                  </a:lnTo>
                  <a:lnTo>
                    <a:pt x="1440892" y="3122711"/>
                  </a:lnTo>
                  <a:lnTo>
                    <a:pt x="1441009" y="3122711"/>
                  </a:lnTo>
                  <a:lnTo>
                    <a:pt x="1441127" y="3122711"/>
                  </a:lnTo>
                  <a:lnTo>
                    <a:pt x="1441245" y="3122711"/>
                  </a:lnTo>
                  <a:lnTo>
                    <a:pt x="1441245" y="3122280"/>
                  </a:lnTo>
                  <a:lnTo>
                    <a:pt x="1441245" y="3121850"/>
                  </a:lnTo>
                  <a:lnTo>
                    <a:pt x="1441362" y="3121850"/>
                  </a:lnTo>
                  <a:lnTo>
                    <a:pt x="1441480" y="3121850"/>
                  </a:lnTo>
                  <a:lnTo>
                    <a:pt x="1441598" y="3121850"/>
                  </a:lnTo>
                  <a:lnTo>
                    <a:pt x="1441598" y="3121419"/>
                  </a:lnTo>
                  <a:lnTo>
                    <a:pt x="1441715" y="3121419"/>
                  </a:lnTo>
                  <a:lnTo>
                    <a:pt x="1441833" y="3121419"/>
                  </a:lnTo>
                  <a:lnTo>
                    <a:pt x="1441950" y="3121419"/>
                  </a:lnTo>
                  <a:lnTo>
                    <a:pt x="1442068" y="3121419"/>
                  </a:lnTo>
                  <a:lnTo>
                    <a:pt x="1442186" y="3121419"/>
                  </a:lnTo>
                  <a:lnTo>
                    <a:pt x="1442303" y="3121419"/>
                  </a:lnTo>
                  <a:lnTo>
                    <a:pt x="1442421" y="3121419"/>
                  </a:lnTo>
                  <a:lnTo>
                    <a:pt x="1442538" y="3121419"/>
                  </a:lnTo>
                  <a:lnTo>
                    <a:pt x="1442656" y="3121419"/>
                  </a:lnTo>
                  <a:lnTo>
                    <a:pt x="1442774" y="3121419"/>
                  </a:lnTo>
                  <a:lnTo>
                    <a:pt x="1442891" y="3121419"/>
                  </a:lnTo>
                  <a:lnTo>
                    <a:pt x="1443009" y="3121419"/>
                  </a:lnTo>
                  <a:lnTo>
                    <a:pt x="1443009" y="3120988"/>
                  </a:lnTo>
                  <a:lnTo>
                    <a:pt x="1443009" y="3120558"/>
                  </a:lnTo>
                  <a:lnTo>
                    <a:pt x="1443127" y="3120558"/>
                  </a:lnTo>
                  <a:lnTo>
                    <a:pt x="1443244" y="3120558"/>
                  </a:lnTo>
                  <a:lnTo>
                    <a:pt x="1443362" y="3120558"/>
                  </a:lnTo>
                  <a:lnTo>
                    <a:pt x="1443362" y="3120127"/>
                  </a:lnTo>
                  <a:lnTo>
                    <a:pt x="1443479" y="3120127"/>
                  </a:lnTo>
                  <a:lnTo>
                    <a:pt x="1443597" y="3120127"/>
                  </a:lnTo>
                  <a:lnTo>
                    <a:pt x="1443597" y="3119697"/>
                  </a:lnTo>
                  <a:lnTo>
                    <a:pt x="1443597" y="3119266"/>
                  </a:lnTo>
                  <a:lnTo>
                    <a:pt x="1443715" y="3119266"/>
                  </a:lnTo>
                  <a:lnTo>
                    <a:pt x="1443832" y="3119266"/>
                  </a:lnTo>
                  <a:lnTo>
                    <a:pt x="1443950" y="3119266"/>
                  </a:lnTo>
                  <a:lnTo>
                    <a:pt x="1443950" y="3118835"/>
                  </a:lnTo>
                  <a:lnTo>
                    <a:pt x="1444067" y="3118835"/>
                  </a:lnTo>
                  <a:lnTo>
                    <a:pt x="1444185" y="3118835"/>
                  </a:lnTo>
                  <a:lnTo>
                    <a:pt x="1444303" y="3118835"/>
                  </a:lnTo>
                  <a:lnTo>
                    <a:pt x="1444420" y="3118835"/>
                  </a:lnTo>
                  <a:lnTo>
                    <a:pt x="1444420" y="3118405"/>
                  </a:lnTo>
                  <a:lnTo>
                    <a:pt x="1444538" y="3118405"/>
                  </a:lnTo>
                  <a:lnTo>
                    <a:pt x="1444538" y="3117974"/>
                  </a:lnTo>
                  <a:lnTo>
                    <a:pt x="1444656" y="3117974"/>
                  </a:lnTo>
                  <a:lnTo>
                    <a:pt x="1444773" y="3117974"/>
                  </a:lnTo>
                  <a:lnTo>
                    <a:pt x="1444891" y="3117974"/>
                  </a:lnTo>
                  <a:lnTo>
                    <a:pt x="1445008" y="3117974"/>
                  </a:lnTo>
                  <a:lnTo>
                    <a:pt x="1445008" y="3117544"/>
                  </a:lnTo>
                  <a:lnTo>
                    <a:pt x="1445126" y="3117544"/>
                  </a:lnTo>
                  <a:lnTo>
                    <a:pt x="1445244" y="3117544"/>
                  </a:lnTo>
                  <a:lnTo>
                    <a:pt x="1445361" y="3117544"/>
                  </a:lnTo>
                  <a:lnTo>
                    <a:pt x="1445479" y="3117544"/>
                  </a:lnTo>
                  <a:lnTo>
                    <a:pt x="1445596" y="3117544"/>
                  </a:lnTo>
                  <a:lnTo>
                    <a:pt x="1445714" y="3117544"/>
                  </a:lnTo>
                  <a:lnTo>
                    <a:pt x="1445832" y="3117544"/>
                  </a:lnTo>
                  <a:lnTo>
                    <a:pt x="1445949" y="3117544"/>
                  </a:lnTo>
                  <a:lnTo>
                    <a:pt x="1446067" y="3117544"/>
                  </a:lnTo>
                  <a:lnTo>
                    <a:pt x="1446185" y="3117544"/>
                  </a:lnTo>
                  <a:lnTo>
                    <a:pt x="1446185" y="3117113"/>
                  </a:lnTo>
                  <a:lnTo>
                    <a:pt x="1446302" y="3117113"/>
                  </a:lnTo>
                  <a:lnTo>
                    <a:pt x="1446420" y="3117113"/>
                  </a:lnTo>
                  <a:lnTo>
                    <a:pt x="1446537" y="3117113"/>
                  </a:lnTo>
                  <a:lnTo>
                    <a:pt x="1446655" y="3117113"/>
                  </a:lnTo>
                  <a:lnTo>
                    <a:pt x="1446773" y="3117113"/>
                  </a:lnTo>
                  <a:lnTo>
                    <a:pt x="1446890" y="3117113"/>
                  </a:lnTo>
                  <a:lnTo>
                    <a:pt x="1447008" y="3117113"/>
                  </a:lnTo>
                  <a:lnTo>
                    <a:pt x="1447125" y="3117113"/>
                  </a:lnTo>
                  <a:lnTo>
                    <a:pt x="1447243" y="3117113"/>
                  </a:lnTo>
                  <a:lnTo>
                    <a:pt x="1447361" y="3117113"/>
                  </a:lnTo>
                  <a:lnTo>
                    <a:pt x="1447478" y="3117113"/>
                  </a:lnTo>
                  <a:lnTo>
                    <a:pt x="1447596" y="3117113"/>
                  </a:lnTo>
                  <a:lnTo>
                    <a:pt x="1447596" y="3116682"/>
                  </a:lnTo>
                  <a:lnTo>
                    <a:pt x="1447596" y="3116252"/>
                  </a:lnTo>
                  <a:lnTo>
                    <a:pt x="1447713" y="3116252"/>
                  </a:lnTo>
                  <a:lnTo>
                    <a:pt x="1447831" y="3116252"/>
                  </a:lnTo>
                  <a:lnTo>
                    <a:pt x="1447949" y="3116252"/>
                  </a:lnTo>
                  <a:lnTo>
                    <a:pt x="1448066" y="3116252"/>
                  </a:lnTo>
                  <a:lnTo>
                    <a:pt x="1448184" y="3116252"/>
                  </a:lnTo>
                  <a:lnTo>
                    <a:pt x="1448302" y="3116252"/>
                  </a:lnTo>
                  <a:lnTo>
                    <a:pt x="1448302" y="3115821"/>
                  </a:lnTo>
                  <a:lnTo>
                    <a:pt x="1448419" y="3115821"/>
                  </a:lnTo>
                  <a:lnTo>
                    <a:pt x="1448537" y="3115821"/>
                  </a:lnTo>
                  <a:lnTo>
                    <a:pt x="1448654" y="3115821"/>
                  </a:lnTo>
                  <a:lnTo>
                    <a:pt x="1448772" y="3115821"/>
                  </a:lnTo>
                  <a:lnTo>
                    <a:pt x="1448772" y="3115391"/>
                  </a:lnTo>
                  <a:lnTo>
                    <a:pt x="1448890" y="3115391"/>
                  </a:lnTo>
                  <a:lnTo>
                    <a:pt x="1448890" y="3114960"/>
                  </a:lnTo>
                  <a:lnTo>
                    <a:pt x="1449007" y="3114960"/>
                  </a:lnTo>
                  <a:lnTo>
                    <a:pt x="1449007" y="3114529"/>
                  </a:lnTo>
                  <a:lnTo>
                    <a:pt x="1449125" y="3114529"/>
                  </a:lnTo>
                  <a:lnTo>
                    <a:pt x="1449125" y="3114099"/>
                  </a:lnTo>
                  <a:lnTo>
                    <a:pt x="1449242" y="3114099"/>
                  </a:lnTo>
                  <a:lnTo>
                    <a:pt x="1449242" y="3113668"/>
                  </a:lnTo>
                  <a:lnTo>
                    <a:pt x="1449242" y="3113238"/>
                  </a:lnTo>
                  <a:lnTo>
                    <a:pt x="1449360" y="3113238"/>
                  </a:lnTo>
                  <a:lnTo>
                    <a:pt x="1449478" y="3113238"/>
                  </a:lnTo>
                  <a:lnTo>
                    <a:pt x="1449595" y="3113238"/>
                  </a:lnTo>
                  <a:lnTo>
                    <a:pt x="1449713" y="3113238"/>
                  </a:lnTo>
                  <a:lnTo>
                    <a:pt x="1449831" y="3113238"/>
                  </a:lnTo>
                  <a:lnTo>
                    <a:pt x="1449948" y="3113238"/>
                  </a:lnTo>
                  <a:lnTo>
                    <a:pt x="1450066" y="3113238"/>
                  </a:lnTo>
                  <a:lnTo>
                    <a:pt x="1450183" y="3113238"/>
                  </a:lnTo>
                  <a:lnTo>
                    <a:pt x="1450183" y="3112807"/>
                  </a:lnTo>
                  <a:lnTo>
                    <a:pt x="1450301" y="3112807"/>
                  </a:lnTo>
                  <a:lnTo>
                    <a:pt x="1450301" y="3112376"/>
                  </a:lnTo>
                  <a:lnTo>
                    <a:pt x="1450419" y="3112376"/>
                  </a:lnTo>
                  <a:lnTo>
                    <a:pt x="1450536" y="3112376"/>
                  </a:lnTo>
                  <a:lnTo>
                    <a:pt x="1450654" y="3112376"/>
                  </a:lnTo>
                  <a:lnTo>
                    <a:pt x="1450654" y="3111946"/>
                  </a:lnTo>
                  <a:lnTo>
                    <a:pt x="1450654" y="3111515"/>
                  </a:lnTo>
                  <a:lnTo>
                    <a:pt x="1450771" y="3111515"/>
                  </a:lnTo>
                  <a:lnTo>
                    <a:pt x="1450889" y="3111515"/>
                  </a:lnTo>
                  <a:lnTo>
                    <a:pt x="1451007" y="3111515"/>
                  </a:lnTo>
                  <a:lnTo>
                    <a:pt x="1451124" y="3111515"/>
                  </a:lnTo>
                  <a:lnTo>
                    <a:pt x="1451124" y="3111085"/>
                  </a:lnTo>
                  <a:lnTo>
                    <a:pt x="1451124" y="3110654"/>
                  </a:lnTo>
                  <a:lnTo>
                    <a:pt x="1451242" y="3110654"/>
                  </a:lnTo>
                  <a:lnTo>
                    <a:pt x="1451360" y="3110654"/>
                  </a:lnTo>
                  <a:lnTo>
                    <a:pt x="1451360" y="3110223"/>
                  </a:lnTo>
                  <a:lnTo>
                    <a:pt x="1451477" y="3110223"/>
                  </a:lnTo>
                  <a:lnTo>
                    <a:pt x="1451477" y="3109793"/>
                  </a:lnTo>
                  <a:lnTo>
                    <a:pt x="1451477" y="3109362"/>
                  </a:lnTo>
                  <a:lnTo>
                    <a:pt x="1451595" y="3109362"/>
                  </a:lnTo>
                  <a:lnTo>
                    <a:pt x="1451712" y="3109362"/>
                  </a:lnTo>
                  <a:lnTo>
                    <a:pt x="1451712" y="3108932"/>
                  </a:lnTo>
                  <a:lnTo>
                    <a:pt x="1451830" y="3108932"/>
                  </a:lnTo>
                  <a:lnTo>
                    <a:pt x="1451948" y="3108932"/>
                  </a:lnTo>
                  <a:lnTo>
                    <a:pt x="1452065" y="3108932"/>
                  </a:lnTo>
                  <a:lnTo>
                    <a:pt x="1452065" y="3108501"/>
                  </a:lnTo>
                  <a:lnTo>
                    <a:pt x="1452065" y="3108070"/>
                  </a:lnTo>
                  <a:lnTo>
                    <a:pt x="1452065" y="3107640"/>
                  </a:lnTo>
                  <a:lnTo>
                    <a:pt x="1452183" y="3107640"/>
                  </a:lnTo>
                  <a:lnTo>
                    <a:pt x="1452300" y="3107640"/>
                  </a:lnTo>
                  <a:lnTo>
                    <a:pt x="1452300" y="3107209"/>
                  </a:lnTo>
                  <a:lnTo>
                    <a:pt x="1452300" y="3106779"/>
                  </a:lnTo>
                  <a:lnTo>
                    <a:pt x="1452300" y="3106348"/>
                  </a:lnTo>
                  <a:lnTo>
                    <a:pt x="1452418" y="3106348"/>
                  </a:lnTo>
                  <a:lnTo>
                    <a:pt x="1452536" y="3106348"/>
                  </a:lnTo>
                  <a:lnTo>
                    <a:pt x="1452653" y="3106348"/>
                  </a:lnTo>
                  <a:lnTo>
                    <a:pt x="1452771" y="3106348"/>
                  </a:lnTo>
                  <a:lnTo>
                    <a:pt x="1452771" y="3105917"/>
                  </a:lnTo>
                  <a:lnTo>
                    <a:pt x="1452771" y="3105487"/>
                  </a:lnTo>
                  <a:lnTo>
                    <a:pt x="1452889" y="3105487"/>
                  </a:lnTo>
                  <a:lnTo>
                    <a:pt x="1452889" y="3105056"/>
                  </a:lnTo>
                  <a:lnTo>
                    <a:pt x="1453006" y="3105056"/>
                  </a:lnTo>
                  <a:lnTo>
                    <a:pt x="1453124" y="3105056"/>
                  </a:lnTo>
                  <a:lnTo>
                    <a:pt x="1453241" y="3105056"/>
                  </a:lnTo>
                  <a:lnTo>
                    <a:pt x="1453359" y="3105056"/>
                  </a:lnTo>
                  <a:lnTo>
                    <a:pt x="1453359" y="3104626"/>
                  </a:lnTo>
                  <a:lnTo>
                    <a:pt x="1453477" y="3104626"/>
                  </a:lnTo>
                  <a:lnTo>
                    <a:pt x="1453477" y="3104195"/>
                  </a:lnTo>
                  <a:lnTo>
                    <a:pt x="1453594" y="3104195"/>
                  </a:lnTo>
                  <a:lnTo>
                    <a:pt x="1453712" y="3104195"/>
                  </a:lnTo>
                  <a:lnTo>
                    <a:pt x="1453829" y="3104195"/>
                  </a:lnTo>
                  <a:lnTo>
                    <a:pt x="1453947" y="3104195"/>
                  </a:lnTo>
                  <a:lnTo>
                    <a:pt x="1454065" y="3104195"/>
                  </a:lnTo>
                  <a:lnTo>
                    <a:pt x="1454182" y="3104195"/>
                  </a:lnTo>
                  <a:lnTo>
                    <a:pt x="1454300" y="3104195"/>
                  </a:lnTo>
                  <a:lnTo>
                    <a:pt x="1454417" y="3104195"/>
                  </a:lnTo>
                  <a:lnTo>
                    <a:pt x="1454535" y="3104195"/>
                  </a:lnTo>
                  <a:lnTo>
                    <a:pt x="1454535" y="3103764"/>
                  </a:lnTo>
                  <a:lnTo>
                    <a:pt x="1454653" y="3103764"/>
                  </a:lnTo>
                  <a:lnTo>
                    <a:pt x="1454770" y="3103764"/>
                  </a:lnTo>
                  <a:lnTo>
                    <a:pt x="1454770" y="3103334"/>
                  </a:lnTo>
                  <a:lnTo>
                    <a:pt x="1454888" y="3103334"/>
                  </a:lnTo>
                  <a:lnTo>
                    <a:pt x="1455006" y="3103334"/>
                  </a:lnTo>
                  <a:lnTo>
                    <a:pt x="1455006" y="3102903"/>
                  </a:lnTo>
                  <a:lnTo>
                    <a:pt x="1455123" y="3102903"/>
                  </a:lnTo>
                  <a:lnTo>
                    <a:pt x="1455241" y="3102903"/>
                  </a:lnTo>
                  <a:lnTo>
                    <a:pt x="1455241" y="3102473"/>
                  </a:lnTo>
                  <a:lnTo>
                    <a:pt x="1455358" y="3102473"/>
                  </a:lnTo>
                  <a:lnTo>
                    <a:pt x="1455476" y="3102473"/>
                  </a:lnTo>
                  <a:lnTo>
                    <a:pt x="1455594" y="3102473"/>
                  </a:lnTo>
                  <a:lnTo>
                    <a:pt x="1455711" y="3102473"/>
                  </a:lnTo>
                  <a:lnTo>
                    <a:pt x="1455829" y="3102473"/>
                  </a:lnTo>
                  <a:lnTo>
                    <a:pt x="1455946" y="3102473"/>
                  </a:lnTo>
                  <a:lnTo>
                    <a:pt x="1456064" y="3102473"/>
                  </a:lnTo>
                  <a:lnTo>
                    <a:pt x="1456182" y="3102473"/>
                  </a:lnTo>
                  <a:lnTo>
                    <a:pt x="1456299" y="3102473"/>
                  </a:lnTo>
                  <a:lnTo>
                    <a:pt x="1456417" y="3102473"/>
                  </a:lnTo>
                  <a:lnTo>
                    <a:pt x="1456535" y="3102473"/>
                  </a:lnTo>
                  <a:lnTo>
                    <a:pt x="1456652" y="3102473"/>
                  </a:lnTo>
                  <a:lnTo>
                    <a:pt x="1456770" y="3102473"/>
                  </a:lnTo>
                  <a:lnTo>
                    <a:pt x="1456887" y="3102473"/>
                  </a:lnTo>
                  <a:lnTo>
                    <a:pt x="1457005" y="3102473"/>
                  </a:lnTo>
                  <a:lnTo>
                    <a:pt x="1457123" y="3102473"/>
                  </a:lnTo>
                  <a:lnTo>
                    <a:pt x="1457240" y="3102473"/>
                  </a:lnTo>
                  <a:lnTo>
                    <a:pt x="1457240" y="3102042"/>
                  </a:lnTo>
                  <a:lnTo>
                    <a:pt x="1457240" y="3101611"/>
                  </a:lnTo>
                  <a:lnTo>
                    <a:pt x="1457358" y="3101611"/>
                  </a:lnTo>
                  <a:lnTo>
                    <a:pt x="1457475" y="3101611"/>
                  </a:lnTo>
                  <a:lnTo>
                    <a:pt x="1457475" y="3101181"/>
                  </a:lnTo>
                  <a:lnTo>
                    <a:pt x="1457593" y="3101181"/>
                  </a:lnTo>
                  <a:lnTo>
                    <a:pt x="1457711" y="3101181"/>
                  </a:lnTo>
                  <a:lnTo>
                    <a:pt x="1457711" y="3100750"/>
                  </a:lnTo>
                  <a:lnTo>
                    <a:pt x="1457711" y="3100320"/>
                  </a:lnTo>
                  <a:lnTo>
                    <a:pt x="1457828" y="3100320"/>
                  </a:lnTo>
                  <a:lnTo>
                    <a:pt x="1457946" y="3100320"/>
                  </a:lnTo>
                  <a:lnTo>
                    <a:pt x="1458064" y="3100320"/>
                  </a:lnTo>
                  <a:lnTo>
                    <a:pt x="1458181" y="3100320"/>
                  </a:lnTo>
                  <a:lnTo>
                    <a:pt x="1458299" y="3100320"/>
                  </a:lnTo>
                  <a:lnTo>
                    <a:pt x="1458416" y="3100320"/>
                  </a:lnTo>
                  <a:lnTo>
                    <a:pt x="1458534" y="3100320"/>
                  </a:lnTo>
                  <a:lnTo>
                    <a:pt x="1458534" y="3099889"/>
                  </a:lnTo>
                  <a:lnTo>
                    <a:pt x="1458652" y="3099889"/>
                  </a:lnTo>
                  <a:lnTo>
                    <a:pt x="1458769" y="3099889"/>
                  </a:lnTo>
                  <a:lnTo>
                    <a:pt x="1458887" y="3099889"/>
                  </a:lnTo>
                  <a:lnTo>
                    <a:pt x="1459004" y="3099889"/>
                  </a:lnTo>
                  <a:lnTo>
                    <a:pt x="1459004" y="3099458"/>
                  </a:lnTo>
                  <a:lnTo>
                    <a:pt x="1459004" y="3099028"/>
                  </a:lnTo>
                  <a:lnTo>
                    <a:pt x="1459122" y="3099028"/>
                  </a:lnTo>
                  <a:lnTo>
                    <a:pt x="1459240" y="3099028"/>
                  </a:lnTo>
                  <a:lnTo>
                    <a:pt x="1459240" y="3098597"/>
                  </a:lnTo>
                  <a:lnTo>
                    <a:pt x="1459357" y="3098597"/>
                  </a:lnTo>
                  <a:lnTo>
                    <a:pt x="1459475" y="3098597"/>
                  </a:lnTo>
                  <a:lnTo>
                    <a:pt x="1459593" y="3098597"/>
                  </a:lnTo>
                  <a:lnTo>
                    <a:pt x="1459593" y="3098167"/>
                  </a:lnTo>
                  <a:lnTo>
                    <a:pt x="1459710" y="3098167"/>
                  </a:lnTo>
                  <a:lnTo>
                    <a:pt x="1459828" y="3098167"/>
                  </a:lnTo>
                  <a:lnTo>
                    <a:pt x="1459945" y="3098167"/>
                  </a:lnTo>
                  <a:lnTo>
                    <a:pt x="1460063" y="3098167"/>
                  </a:lnTo>
                  <a:lnTo>
                    <a:pt x="1460181" y="3098167"/>
                  </a:lnTo>
                  <a:lnTo>
                    <a:pt x="1460298" y="3098167"/>
                  </a:lnTo>
                  <a:lnTo>
                    <a:pt x="1460416" y="3098167"/>
                  </a:lnTo>
                  <a:lnTo>
                    <a:pt x="1460533" y="3098167"/>
                  </a:lnTo>
                  <a:lnTo>
                    <a:pt x="1460533" y="3097736"/>
                  </a:lnTo>
                  <a:lnTo>
                    <a:pt x="1460651" y="3097736"/>
                  </a:lnTo>
                  <a:lnTo>
                    <a:pt x="1460651" y="3097305"/>
                  </a:lnTo>
                  <a:lnTo>
                    <a:pt x="1460769" y="3097305"/>
                  </a:lnTo>
                  <a:lnTo>
                    <a:pt x="1460886" y="3097305"/>
                  </a:lnTo>
                  <a:lnTo>
                    <a:pt x="1460886" y="3096875"/>
                  </a:lnTo>
                  <a:lnTo>
                    <a:pt x="1461004" y="3096875"/>
                  </a:lnTo>
                  <a:lnTo>
                    <a:pt x="1461004" y="3096444"/>
                  </a:lnTo>
                  <a:lnTo>
                    <a:pt x="1461122" y="3096444"/>
                  </a:lnTo>
                  <a:lnTo>
                    <a:pt x="1461239" y="3096444"/>
                  </a:lnTo>
                  <a:lnTo>
                    <a:pt x="1461357" y="3096444"/>
                  </a:lnTo>
                  <a:lnTo>
                    <a:pt x="1461474" y="3096444"/>
                  </a:lnTo>
                  <a:lnTo>
                    <a:pt x="1461592" y="3096444"/>
                  </a:lnTo>
                  <a:lnTo>
                    <a:pt x="1461710" y="3096444"/>
                  </a:lnTo>
                  <a:lnTo>
                    <a:pt x="1461710" y="3096014"/>
                  </a:lnTo>
                  <a:lnTo>
                    <a:pt x="1461827" y="3096014"/>
                  </a:lnTo>
                  <a:lnTo>
                    <a:pt x="1461827" y="3095583"/>
                  </a:lnTo>
                  <a:lnTo>
                    <a:pt x="1461827" y="3095152"/>
                  </a:lnTo>
                  <a:lnTo>
                    <a:pt x="1461945" y="3095152"/>
                  </a:lnTo>
                  <a:lnTo>
                    <a:pt x="1462062" y="3095152"/>
                  </a:lnTo>
                  <a:lnTo>
                    <a:pt x="1462180" y="3095152"/>
                  </a:lnTo>
                  <a:lnTo>
                    <a:pt x="1462298" y="3095152"/>
                  </a:lnTo>
                  <a:lnTo>
                    <a:pt x="1462298" y="3094722"/>
                  </a:lnTo>
                  <a:lnTo>
                    <a:pt x="1462298" y="3094291"/>
                  </a:lnTo>
                  <a:lnTo>
                    <a:pt x="1462298" y="3093861"/>
                  </a:lnTo>
                  <a:lnTo>
                    <a:pt x="1462298" y="3093430"/>
                  </a:lnTo>
                  <a:lnTo>
                    <a:pt x="1462415" y="3093430"/>
                  </a:lnTo>
                  <a:lnTo>
                    <a:pt x="1462533" y="3093430"/>
                  </a:lnTo>
                  <a:lnTo>
                    <a:pt x="1462650" y="3093430"/>
                  </a:lnTo>
                  <a:lnTo>
                    <a:pt x="1462768" y="3093430"/>
                  </a:lnTo>
                  <a:lnTo>
                    <a:pt x="1462886" y="3093430"/>
                  </a:lnTo>
                  <a:lnTo>
                    <a:pt x="1463003" y="3093430"/>
                  </a:lnTo>
                  <a:lnTo>
                    <a:pt x="1463121" y="3093430"/>
                  </a:lnTo>
                  <a:lnTo>
                    <a:pt x="1463239" y="3093430"/>
                  </a:lnTo>
                  <a:lnTo>
                    <a:pt x="1463239" y="3092999"/>
                  </a:lnTo>
                  <a:lnTo>
                    <a:pt x="1463356" y="3092999"/>
                  </a:lnTo>
                  <a:lnTo>
                    <a:pt x="1463474" y="3092999"/>
                  </a:lnTo>
                  <a:lnTo>
                    <a:pt x="1463591" y="3092999"/>
                  </a:lnTo>
                  <a:lnTo>
                    <a:pt x="1463591" y="3092569"/>
                  </a:lnTo>
                  <a:lnTo>
                    <a:pt x="1463591" y="3092138"/>
                  </a:lnTo>
                  <a:lnTo>
                    <a:pt x="1463709" y="3092138"/>
                  </a:lnTo>
                  <a:lnTo>
                    <a:pt x="1463827" y="3092138"/>
                  </a:lnTo>
                  <a:lnTo>
                    <a:pt x="1463944" y="3092138"/>
                  </a:lnTo>
                  <a:lnTo>
                    <a:pt x="1464062" y="3092138"/>
                  </a:lnTo>
                  <a:lnTo>
                    <a:pt x="1464179" y="3092138"/>
                  </a:lnTo>
                  <a:lnTo>
                    <a:pt x="1464297" y="3092138"/>
                  </a:lnTo>
                  <a:lnTo>
                    <a:pt x="1464415" y="3092138"/>
                  </a:lnTo>
                  <a:lnTo>
                    <a:pt x="1464532" y="3092138"/>
                  </a:lnTo>
                  <a:lnTo>
                    <a:pt x="1464650" y="3092138"/>
                  </a:lnTo>
                  <a:lnTo>
                    <a:pt x="1464650" y="3091708"/>
                  </a:lnTo>
                  <a:lnTo>
                    <a:pt x="1464768" y="3091708"/>
                  </a:lnTo>
                  <a:lnTo>
                    <a:pt x="1464885" y="3091708"/>
                  </a:lnTo>
                  <a:lnTo>
                    <a:pt x="1464885" y="3091277"/>
                  </a:lnTo>
                  <a:lnTo>
                    <a:pt x="1464885" y="3090846"/>
                  </a:lnTo>
                  <a:lnTo>
                    <a:pt x="1465003" y="3090846"/>
                  </a:lnTo>
                  <a:lnTo>
                    <a:pt x="1465120" y="3090846"/>
                  </a:lnTo>
                  <a:lnTo>
                    <a:pt x="1465238" y="3090846"/>
                  </a:lnTo>
                  <a:lnTo>
                    <a:pt x="1465356" y="3090846"/>
                  </a:lnTo>
                  <a:lnTo>
                    <a:pt x="1465473" y="3090846"/>
                  </a:lnTo>
                  <a:lnTo>
                    <a:pt x="1465473" y="3090416"/>
                  </a:lnTo>
                  <a:lnTo>
                    <a:pt x="1465591" y="3090416"/>
                  </a:lnTo>
                  <a:lnTo>
                    <a:pt x="1465591" y="3089985"/>
                  </a:lnTo>
                  <a:lnTo>
                    <a:pt x="1465708" y="3089985"/>
                  </a:lnTo>
                  <a:lnTo>
                    <a:pt x="1465708" y="3089555"/>
                  </a:lnTo>
                  <a:lnTo>
                    <a:pt x="1465708" y="3089124"/>
                  </a:lnTo>
                  <a:lnTo>
                    <a:pt x="1465708" y="3088693"/>
                  </a:lnTo>
                  <a:lnTo>
                    <a:pt x="1465826" y="3088693"/>
                  </a:lnTo>
                  <a:lnTo>
                    <a:pt x="1465826" y="3088263"/>
                  </a:lnTo>
                  <a:lnTo>
                    <a:pt x="1465944" y="3088263"/>
                  </a:lnTo>
                  <a:lnTo>
                    <a:pt x="1466061" y="3088263"/>
                  </a:lnTo>
                  <a:lnTo>
                    <a:pt x="1466179" y="3088263"/>
                  </a:lnTo>
                  <a:lnTo>
                    <a:pt x="1466297" y="3088263"/>
                  </a:lnTo>
                  <a:lnTo>
                    <a:pt x="1466414" y="3088263"/>
                  </a:lnTo>
                  <a:lnTo>
                    <a:pt x="1466532" y="3088263"/>
                  </a:lnTo>
                  <a:lnTo>
                    <a:pt x="1466532" y="3087832"/>
                  </a:lnTo>
                  <a:lnTo>
                    <a:pt x="1466649" y="3087832"/>
                  </a:lnTo>
                  <a:lnTo>
                    <a:pt x="1466767" y="3087832"/>
                  </a:lnTo>
                  <a:lnTo>
                    <a:pt x="1466885" y="3087832"/>
                  </a:lnTo>
                  <a:lnTo>
                    <a:pt x="1466885" y="3087402"/>
                  </a:lnTo>
                  <a:lnTo>
                    <a:pt x="1467002" y="3087402"/>
                  </a:lnTo>
                  <a:lnTo>
                    <a:pt x="1467120" y="3087402"/>
                  </a:lnTo>
                  <a:lnTo>
                    <a:pt x="1467237" y="3087402"/>
                  </a:lnTo>
                  <a:lnTo>
                    <a:pt x="1467237" y="3086971"/>
                  </a:lnTo>
                  <a:lnTo>
                    <a:pt x="1467355" y="3086971"/>
                  </a:lnTo>
                  <a:lnTo>
                    <a:pt x="1467473" y="3086971"/>
                  </a:lnTo>
                  <a:lnTo>
                    <a:pt x="1467473" y="3086540"/>
                  </a:lnTo>
                  <a:lnTo>
                    <a:pt x="1467590" y="3086540"/>
                  </a:lnTo>
                  <a:lnTo>
                    <a:pt x="1467708" y="3086540"/>
                  </a:lnTo>
                  <a:lnTo>
                    <a:pt x="1467826" y="3086540"/>
                  </a:lnTo>
                  <a:lnTo>
                    <a:pt x="1467943" y="3086540"/>
                  </a:lnTo>
                  <a:lnTo>
                    <a:pt x="1468061" y="3086540"/>
                  </a:lnTo>
                  <a:lnTo>
                    <a:pt x="1468178" y="3086540"/>
                  </a:lnTo>
                  <a:lnTo>
                    <a:pt x="1468296" y="3086540"/>
                  </a:lnTo>
                  <a:lnTo>
                    <a:pt x="1468296" y="3086110"/>
                  </a:lnTo>
                  <a:lnTo>
                    <a:pt x="1468414" y="3086110"/>
                  </a:lnTo>
                  <a:lnTo>
                    <a:pt x="1468531" y="3086110"/>
                  </a:lnTo>
                  <a:lnTo>
                    <a:pt x="1468649" y="3086110"/>
                  </a:lnTo>
                  <a:lnTo>
                    <a:pt x="1468649" y="3085679"/>
                  </a:lnTo>
                  <a:lnTo>
                    <a:pt x="1468766" y="3085679"/>
                  </a:lnTo>
                  <a:lnTo>
                    <a:pt x="1468884" y="3085679"/>
                  </a:lnTo>
                  <a:lnTo>
                    <a:pt x="1469002" y="3085679"/>
                  </a:lnTo>
                  <a:lnTo>
                    <a:pt x="1469119" y="3085679"/>
                  </a:lnTo>
                  <a:lnTo>
                    <a:pt x="1469237" y="3085679"/>
                  </a:lnTo>
                  <a:lnTo>
                    <a:pt x="1469355" y="3085679"/>
                  </a:lnTo>
                  <a:lnTo>
                    <a:pt x="1469472" y="3085679"/>
                  </a:lnTo>
                  <a:lnTo>
                    <a:pt x="1469590" y="3085679"/>
                  </a:lnTo>
                  <a:lnTo>
                    <a:pt x="1469707" y="3085679"/>
                  </a:lnTo>
                  <a:lnTo>
                    <a:pt x="1469825" y="3085679"/>
                  </a:lnTo>
                  <a:lnTo>
                    <a:pt x="1469943" y="3085679"/>
                  </a:lnTo>
                  <a:lnTo>
                    <a:pt x="1469943" y="3085249"/>
                  </a:lnTo>
                  <a:lnTo>
                    <a:pt x="1469943" y="3084818"/>
                  </a:lnTo>
                  <a:lnTo>
                    <a:pt x="1470060" y="3084818"/>
                  </a:lnTo>
                  <a:lnTo>
                    <a:pt x="1470060" y="3084387"/>
                  </a:lnTo>
                  <a:lnTo>
                    <a:pt x="1470178" y="3084387"/>
                  </a:lnTo>
                  <a:lnTo>
                    <a:pt x="1470295" y="3084387"/>
                  </a:lnTo>
                  <a:lnTo>
                    <a:pt x="1470413" y="3084387"/>
                  </a:lnTo>
                  <a:lnTo>
                    <a:pt x="1470531" y="3084387"/>
                  </a:lnTo>
                  <a:lnTo>
                    <a:pt x="1470531" y="3083957"/>
                  </a:lnTo>
                  <a:lnTo>
                    <a:pt x="1470648" y="3083957"/>
                  </a:lnTo>
                  <a:lnTo>
                    <a:pt x="1470766" y="3083957"/>
                  </a:lnTo>
                  <a:lnTo>
                    <a:pt x="1470766" y="3083526"/>
                  </a:lnTo>
                  <a:lnTo>
                    <a:pt x="1470883" y="3083526"/>
                  </a:lnTo>
                  <a:lnTo>
                    <a:pt x="1471001" y="3083526"/>
                  </a:lnTo>
                  <a:lnTo>
                    <a:pt x="1471119" y="3083526"/>
                  </a:lnTo>
                  <a:lnTo>
                    <a:pt x="1471119" y="3083096"/>
                  </a:lnTo>
                  <a:lnTo>
                    <a:pt x="1471119" y="3082665"/>
                  </a:lnTo>
                  <a:lnTo>
                    <a:pt x="1471236" y="3082665"/>
                  </a:lnTo>
                  <a:lnTo>
                    <a:pt x="1471354" y="3082665"/>
                  </a:lnTo>
                  <a:lnTo>
                    <a:pt x="1471472" y="3082665"/>
                  </a:lnTo>
                  <a:lnTo>
                    <a:pt x="1471589" y="3082665"/>
                  </a:lnTo>
                  <a:lnTo>
                    <a:pt x="1471589" y="3082234"/>
                  </a:lnTo>
                  <a:lnTo>
                    <a:pt x="1471589" y="3081804"/>
                  </a:lnTo>
                  <a:lnTo>
                    <a:pt x="1471707" y="3081804"/>
                  </a:lnTo>
                  <a:lnTo>
                    <a:pt x="1471824" y="3081804"/>
                  </a:lnTo>
                  <a:lnTo>
                    <a:pt x="1471824" y="3081373"/>
                  </a:lnTo>
                  <a:lnTo>
                    <a:pt x="1471824" y="3080943"/>
                  </a:lnTo>
                  <a:lnTo>
                    <a:pt x="1471942" y="3080943"/>
                  </a:lnTo>
                  <a:lnTo>
                    <a:pt x="1472060" y="3080943"/>
                  </a:lnTo>
                  <a:lnTo>
                    <a:pt x="1472177" y="3080943"/>
                  </a:lnTo>
                  <a:lnTo>
                    <a:pt x="1472177" y="3080512"/>
                  </a:lnTo>
                  <a:lnTo>
                    <a:pt x="1472295" y="3080512"/>
                  </a:lnTo>
                  <a:lnTo>
                    <a:pt x="1472412" y="3080512"/>
                  </a:lnTo>
                  <a:lnTo>
                    <a:pt x="1472530" y="3080512"/>
                  </a:lnTo>
                  <a:lnTo>
                    <a:pt x="1472530" y="3080081"/>
                  </a:lnTo>
                  <a:lnTo>
                    <a:pt x="1472530" y="3079651"/>
                  </a:lnTo>
                  <a:lnTo>
                    <a:pt x="1472530" y="3079220"/>
                  </a:lnTo>
                  <a:lnTo>
                    <a:pt x="1472648" y="3079220"/>
                  </a:lnTo>
                  <a:lnTo>
                    <a:pt x="1472765" y="3079220"/>
                  </a:lnTo>
                  <a:lnTo>
                    <a:pt x="1472765" y="3078790"/>
                  </a:lnTo>
                  <a:lnTo>
                    <a:pt x="1472765" y="3078359"/>
                  </a:lnTo>
                  <a:lnTo>
                    <a:pt x="1472883" y="3078359"/>
                  </a:lnTo>
                  <a:lnTo>
                    <a:pt x="1472883" y="3077928"/>
                  </a:lnTo>
                  <a:lnTo>
                    <a:pt x="1473001" y="3077928"/>
                  </a:lnTo>
                  <a:lnTo>
                    <a:pt x="1473001" y="3077498"/>
                  </a:lnTo>
                  <a:lnTo>
                    <a:pt x="1473001" y="3077067"/>
                  </a:lnTo>
                  <a:lnTo>
                    <a:pt x="1473118" y="3077067"/>
                  </a:lnTo>
                  <a:lnTo>
                    <a:pt x="1473118" y="3076637"/>
                  </a:lnTo>
                  <a:lnTo>
                    <a:pt x="1473236" y="3076637"/>
                  </a:lnTo>
                  <a:lnTo>
                    <a:pt x="1473236" y="3076206"/>
                  </a:lnTo>
                  <a:lnTo>
                    <a:pt x="1473353" y="3076206"/>
                  </a:lnTo>
                  <a:lnTo>
                    <a:pt x="1473471" y="3076206"/>
                  </a:lnTo>
                  <a:lnTo>
                    <a:pt x="1473589" y="3076206"/>
                  </a:lnTo>
                  <a:lnTo>
                    <a:pt x="1473706" y="3076206"/>
                  </a:lnTo>
                  <a:lnTo>
                    <a:pt x="1473824" y="3076206"/>
                  </a:lnTo>
                  <a:lnTo>
                    <a:pt x="1473824" y="3075775"/>
                  </a:lnTo>
                  <a:lnTo>
                    <a:pt x="1473941" y="3075775"/>
                  </a:lnTo>
                  <a:lnTo>
                    <a:pt x="1474059" y="3075775"/>
                  </a:lnTo>
                  <a:lnTo>
                    <a:pt x="1474177" y="3075775"/>
                  </a:lnTo>
                  <a:lnTo>
                    <a:pt x="1474294" y="3075775"/>
                  </a:lnTo>
                  <a:lnTo>
                    <a:pt x="1474294" y="3075345"/>
                  </a:lnTo>
                  <a:lnTo>
                    <a:pt x="1474412" y="3075345"/>
                  </a:lnTo>
                  <a:lnTo>
                    <a:pt x="1474530" y="3075345"/>
                  </a:lnTo>
                  <a:lnTo>
                    <a:pt x="1474647" y="3075345"/>
                  </a:lnTo>
                  <a:lnTo>
                    <a:pt x="1474765" y="3075345"/>
                  </a:lnTo>
                  <a:lnTo>
                    <a:pt x="1474882" y="3075345"/>
                  </a:lnTo>
                  <a:lnTo>
                    <a:pt x="1474882" y="3074914"/>
                  </a:lnTo>
                  <a:lnTo>
                    <a:pt x="1475000" y="3074914"/>
                  </a:lnTo>
                  <a:lnTo>
                    <a:pt x="1475118" y="3074914"/>
                  </a:lnTo>
                  <a:lnTo>
                    <a:pt x="1475118" y="3074484"/>
                  </a:lnTo>
                  <a:lnTo>
                    <a:pt x="1475118" y="3074053"/>
                  </a:lnTo>
                  <a:lnTo>
                    <a:pt x="1475118" y="3073622"/>
                  </a:lnTo>
                  <a:lnTo>
                    <a:pt x="1475235" y="3073622"/>
                  </a:lnTo>
                  <a:lnTo>
                    <a:pt x="1475353" y="3073622"/>
                  </a:lnTo>
                  <a:lnTo>
                    <a:pt x="1475470" y="3073622"/>
                  </a:lnTo>
                  <a:lnTo>
                    <a:pt x="1475588" y="3073622"/>
                  </a:lnTo>
                  <a:lnTo>
                    <a:pt x="1475706" y="3073622"/>
                  </a:lnTo>
                  <a:lnTo>
                    <a:pt x="1475706" y="3073192"/>
                  </a:lnTo>
                  <a:lnTo>
                    <a:pt x="1475823" y="3073192"/>
                  </a:lnTo>
                  <a:lnTo>
                    <a:pt x="1475823" y="3072761"/>
                  </a:lnTo>
                  <a:lnTo>
                    <a:pt x="1475941" y="3072761"/>
                  </a:lnTo>
                  <a:lnTo>
                    <a:pt x="1475941" y="3072331"/>
                  </a:lnTo>
                  <a:lnTo>
                    <a:pt x="1476059" y="3072331"/>
                  </a:lnTo>
                  <a:lnTo>
                    <a:pt x="1476176" y="3072331"/>
                  </a:lnTo>
                  <a:lnTo>
                    <a:pt x="1476176" y="3071900"/>
                  </a:lnTo>
                  <a:lnTo>
                    <a:pt x="1476176" y="3071469"/>
                  </a:lnTo>
                  <a:lnTo>
                    <a:pt x="1476176" y="3071039"/>
                  </a:lnTo>
                  <a:lnTo>
                    <a:pt x="1476294" y="3071039"/>
                  </a:lnTo>
                  <a:lnTo>
                    <a:pt x="1476294" y="3070608"/>
                  </a:lnTo>
                  <a:lnTo>
                    <a:pt x="1476411" y="3070608"/>
                  </a:lnTo>
                  <a:lnTo>
                    <a:pt x="1476411" y="3070178"/>
                  </a:lnTo>
                  <a:lnTo>
                    <a:pt x="1476411" y="3069747"/>
                  </a:lnTo>
                  <a:lnTo>
                    <a:pt x="1476529" y="3069747"/>
                  </a:lnTo>
                  <a:lnTo>
                    <a:pt x="1476647" y="3069747"/>
                  </a:lnTo>
                  <a:lnTo>
                    <a:pt x="1476764" y="3069747"/>
                  </a:lnTo>
                  <a:lnTo>
                    <a:pt x="1476882" y="3069747"/>
                  </a:lnTo>
                  <a:lnTo>
                    <a:pt x="1476882" y="3069316"/>
                  </a:lnTo>
                  <a:lnTo>
                    <a:pt x="1476999" y="3069316"/>
                  </a:lnTo>
                  <a:lnTo>
                    <a:pt x="1476999" y="3068886"/>
                  </a:lnTo>
                  <a:lnTo>
                    <a:pt x="1477117" y="3068886"/>
                  </a:lnTo>
                  <a:lnTo>
                    <a:pt x="1477117" y="3068455"/>
                  </a:lnTo>
                  <a:lnTo>
                    <a:pt x="1477235" y="3068455"/>
                  </a:lnTo>
                  <a:lnTo>
                    <a:pt x="1477352" y="3068455"/>
                  </a:lnTo>
                  <a:lnTo>
                    <a:pt x="1477470" y="3068455"/>
                  </a:lnTo>
                  <a:lnTo>
                    <a:pt x="1477470" y="3068025"/>
                  </a:lnTo>
                  <a:lnTo>
                    <a:pt x="1477588" y="3068025"/>
                  </a:lnTo>
                  <a:lnTo>
                    <a:pt x="1477705" y="3068025"/>
                  </a:lnTo>
                  <a:lnTo>
                    <a:pt x="1477823" y="3068025"/>
                  </a:lnTo>
                  <a:lnTo>
                    <a:pt x="1477940" y="3068025"/>
                  </a:lnTo>
                  <a:lnTo>
                    <a:pt x="1478058" y="3068025"/>
                  </a:lnTo>
                  <a:lnTo>
                    <a:pt x="1478176" y="3068025"/>
                  </a:lnTo>
                  <a:lnTo>
                    <a:pt x="1478176" y="3067594"/>
                  </a:lnTo>
                  <a:lnTo>
                    <a:pt x="1478176" y="3067163"/>
                  </a:lnTo>
                  <a:lnTo>
                    <a:pt x="1478293" y="3067163"/>
                  </a:lnTo>
                  <a:lnTo>
                    <a:pt x="1478293" y="3066733"/>
                  </a:lnTo>
                  <a:lnTo>
                    <a:pt x="1478293" y="3066302"/>
                  </a:lnTo>
                  <a:lnTo>
                    <a:pt x="1478411" y="3066302"/>
                  </a:lnTo>
                  <a:lnTo>
                    <a:pt x="1478528" y="3066302"/>
                  </a:lnTo>
                  <a:lnTo>
                    <a:pt x="1478528" y="3065872"/>
                  </a:lnTo>
                  <a:lnTo>
                    <a:pt x="1478528" y="3065441"/>
                  </a:lnTo>
                  <a:lnTo>
                    <a:pt x="1478528" y="3065010"/>
                  </a:lnTo>
                  <a:lnTo>
                    <a:pt x="1478528" y="3064580"/>
                  </a:lnTo>
                  <a:lnTo>
                    <a:pt x="1478528" y="3064149"/>
                  </a:lnTo>
                  <a:lnTo>
                    <a:pt x="1478528" y="3063719"/>
                  </a:lnTo>
                  <a:lnTo>
                    <a:pt x="1478528" y="3063288"/>
                  </a:lnTo>
                  <a:lnTo>
                    <a:pt x="1478646" y="3063288"/>
                  </a:lnTo>
                  <a:lnTo>
                    <a:pt x="1478646" y="3062857"/>
                  </a:lnTo>
                  <a:lnTo>
                    <a:pt x="1478646" y="3062427"/>
                  </a:lnTo>
                  <a:lnTo>
                    <a:pt x="1478764" y="3062427"/>
                  </a:lnTo>
                  <a:lnTo>
                    <a:pt x="1478764" y="3061996"/>
                  </a:lnTo>
                  <a:lnTo>
                    <a:pt x="1478764" y="3061566"/>
                  </a:lnTo>
                  <a:lnTo>
                    <a:pt x="1478881" y="3061566"/>
                  </a:lnTo>
                  <a:lnTo>
                    <a:pt x="1478881" y="3061135"/>
                  </a:lnTo>
                  <a:lnTo>
                    <a:pt x="1478999" y="3061135"/>
                  </a:lnTo>
                  <a:lnTo>
                    <a:pt x="1478999" y="3060704"/>
                  </a:lnTo>
                  <a:lnTo>
                    <a:pt x="1479116" y="3060704"/>
                  </a:lnTo>
                  <a:lnTo>
                    <a:pt x="1479234" y="3060704"/>
                  </a:lnTo>
                  <a:lnTo>
                    <a:pt x="1479352" y="3060704"/>
                  </a:lnTo>
                  <a:lnTo>
                    <a:pt x="1479352" y="3060274"/>
                  </a:lnTo>
                  <a:lnTo>
                    <a:pt x="1479469" y="3060274"/>
                  </a:lnTo>
                  <a:lnTo>
                    <a:pt x="1479587" y="3060274"/>
                  </a:lnTo>
                  <a:lnTo>
                    <a:pt x="1479587" y="3059843"/>
                  </a:lnTo>
                  <a:lnTo>
                    <a:pt x="1479705" y="3059843"/>
                  </a:lnTo>
                  <a:lnTo>
                    <a:pt x="1479822" y="3059843"/>
                  </a:lnTo>
                  <a:lnTo>
                    <a:pt x="1479940" y="3059843"/>
                  </a:lnTo>
                  <a:lnTo>
                    <a:pt x="1480057" y="3059843"/>
                  </a:lnTo>
                  <a:lnTo>
                    <a:pt x="1480175" y="3059843"/>
                  </a:lnTo>
                  <a:lnTo>
                    <a:pt x="1480293" y="3059843"/>
                  </a:lnTo>
                  <a:lnTo>
                    <a:pt x="1480410" y="3059843"/>
                  </a:lnTo>
                  <a:lnTo>
                    <a:pt x="1480410" y="3059413"/>
                  </a:lnTo>
                  <a:lnTo>
                    <a:pt x="1480528" y="3059413"/>
                  </a:lnTo>
                  <a:lnTo>
                    <a:pt x="1480528" y="3058982"/>
                  </a:lnTo>
                  <a:lnTo>
                    <a:pt x="1480645" y="3058982"/>
                  </a:lnTo>
                  <a:lnTo>
                    <a:pt x="1480763" y="3058982"/>
                  </a:lnTo>
                  <a:lnTo>
                    <a:pt x="1480763" y="3058551"/>
                  </a:lnTo>
                  <a:lnTo>
                    <a:pt x="1480881" y="3058551"/>
                  </a:lnTo>
                  <a:lnTo>
                    <a:pt x="1480998" y="3058551"/>
                  </a:lnTo>
                  <a:lnTo>
                    <a:pt x="1481116" y="3058551"/>
                  </a:lnTo>
                  <a:lnTo>
                    <a:pt x="1481116" y="3058121"/>
                  </a:lnTo>
                  <a:lnTo>
                    <a:pt x="1481234" y="3058121"/>
                  </a:lnTo>
                  <a:lnTo>
                    <a:pt x="1481234" y="3057690"/>
                  </a:lnTo>
                  <a:lnTo>
                    <a:pt x="1481351" y="3057690"/>
                  </a:lnTo>
                  <a:lnTo>
                    <a:pt x="1481469" y="3057690"/>
                  </a:lnTo>
                  <a:lnTo>
                    <a:pt x="1481586" y="3057690"/>
                  </a:lnTo>
                  <a:lnTo>
                    <a:pt x="1481704" y="3057690"/>
                  </a:lnTo>
                  <a:lnTo>
                    <a:pt x="1481822" y="3057690"/>
                  </a:lnTo>
                  <a:lnTo>
                    <a:pt x="1481939" y="3057690"/>
                  </a:lnTo>
                  <a:lnTo>
                    <a:pt x="1482057" y="3057690"/>
                  </a:lnTo>
                  <a:lnTo>
                    <a:pt x="1482057" y="3057260"/>
                  </a:lnTo>
                  <a:lnTo>
                    <a:pt x="1482174" y="3057260"/>
                  </a:lnTo>
                  <a:lnTo>
                    <a:pt x="1482292" y="3057260"/>
                  </a:lnTo>
                  <a:lnTo>
                    <a:pt x="1482410" y="3057260"/>
                  </a:lnTo>
                  <a:lnTo>
                    <a:pt x="1482410" y="3056829"/>
                  </a:lnTo>
                  <a:lnTo>
                    <a:pt x="1482527" y="3056829"/>
                  </a:lnTo>
                  <a:lnTo>
                    <a:pt x="1482527" y="3056398"/>
                  </a:lnTo>
                  <a:lnTo>
                    <a:pt x="1482645" y="3056398"/>
                  </a:lnTo>
                  <a:lnTo>
                    <a:pt x="1482763" y="3056398"/>
                  </a:lnTo>
                  <a:lnTo>
                    <a:pt x="1482880" y="3056398"/>
                  </a:lnTo>
                  <a:lnTo>
                    <a:pt x="1482998" y="3056398"/>
                  </a:lnTo>
                  <a:lnTo>
                    <a:pt x="1482998" y="3055968"/>
                  </a:lnTo>
                  <a:lnTo>
                    <a:pt x="1483115" y="3055968"/>
                  </a:lnTo>
                  <a:lnTo>
                    <a:pt x="1483233" y="3055968"/>
                  </a:lnTo>
                  <a:lnTo>
                    <a:pt x="1483351" y="3055968"/>
                  </a:lnTo>
                  <a:lnTo>
                    <a:pt x="1483468" y="3055968"/>
                  </a:lnTo>
                  <a:lnTo>
                    <a:pt x="1483586" y="3055968"/>
                  </a:lnTo>
                  <a:lnTo>
                    <a:pt x="1483586" y="3055537"/>
                  </a:lnTo>
                  <a:lnTo>
                    <a:pt x="1483703" y="3055537"/>
                  </a:lnTo>
                  <a:lnTo>
                    <a:pt x="1483821" y="3055537"/>
                  </a:lnTo>
                  <a:lnTo>
                    <a:pt x="1483821" y="3055107"/>
                  </a:lnTo>
                  <a:lnTo>
                    <a:pt x="1483939" y="3055107"/>
                  </a:lnTo>
                  <a:lnTo>
                    <a:pt x="1484056" y="3055107"/>
                  </a:lnTo>
                  <a:lnTo>
                    <a:pt x="1484174" y="3055107"/>
                  </a:lnTo>
                  <a:lnTo>
                    <a:pt x="1484174" y="3054676"/>
                  </a:lnTo>
                  <a:lnTo>
                    <a:pt x="1484292" y="3054676"/>
                  </a:lnTo>
                  <a:lnTo>
                    <a:pt x="1484409" y="3054676"/>
                  </a:lnTo>
                  <a:lnTo>
                    <a:pt x="1484409" y="3054245"/>
                  </a:lnTo>
                  <a:lnTo>
                    <a:pt x="1484527" y="3054245"/>
                  </a:lnTo>
                  <a:lnTo>
                    <a:pt x="1484644" y="3054245"/>
                  </a:lnTo>
                  <a:lnTo>
                    <a:pt x="1484762" y="3054245"/>
                  </a:lnTo>
                  <a:lnTo>
                    <a:pt x="1484880" y="3054245"/>
                  </a:lnTo>
                  <a:lnTo>
                    <a:pt x="1484997" y="3054245"/>
                  </a:lnTo>
                  <a:lnTo>
                    <a:pt x="1484997" y="3053815"/>
                  </a:lnTo>
                  <a:lnTo>
                    <a:pt x="1485115" y="3053815"/>
                  </a:lnTo>
                  <a:lnTo>
                    <a:pt x="1485115" y="3053384"/>
                  </a:lnTo>
                  <a:lnTo>
                    <a:pt x="1485232" y="3053384"/>
                  </a:lnTo>
                  <a:lnTo>
                    <a:pt x="1485350" y="3053384"/>
                  </a:lnTo>
                  <a:lnTo>
                    <a:pt x="1485468" y="3053384"/>
                  </a:lnTo>
                  <a:lnTo>
                    <a:pt x="1485585" y="3053384"/>
                  </a:lnTo>
                  <a:lnTo>
                    <a:pt x="1485703" y="3053384"/>
                  </a:lnTo>
                  <a:lnTo>
                    <a:pt x="1485821" y="3053384"/>
                  </a:lnTo>
                  <a:lnTo>
                    <a:pt x="1485938" y="3053384"/>
                  </a:lnTo>
                  <a:lnTo>
                    <a:pt x="1486056" y="3053384"/>
                  </a:lnTo>
                  <a:lnTo>
                    <a:pt x="1486056" y="3052954"/>
                  </a:lnTo>
                  <a:lnTo>
                    <a:pt x="1486173" y="3052954"/>
                  </a:lnTo>
                  <a:lnTo>
                    <a:pt x="1486291" y="3052954"/>
                  </a:lnTo>
                  <a:lnTo>
                    <a:pt x="1486291" y="3052523"/>
                  </a:lnTo>
                  <a:lnTo>
                    <a:pt x="1486409" y="3052523"/>
                  </a:lnTo>
                  <a:lnTo>
                    <a:pt x="1486409" y="3052092"/>
                  </a:lnTo>
                  <a:lnTo>
                    <a:pt x="1486526" y="3052092"/>
                  </a:lnTo>
                  <a:lnTo>
                    <a:pt x="1486644" y="3052092"/>
                  </a:lnTo>
                  <a:lnTo>
                    <a:pt x="1486761" y="3052092"/>
                  </a:lnTo>
                  <a:lnTo>
                    <a:pt x="1486879" y="3052092"/>
                  </a:lnTo>
                  <a:lnTo>
                    <a:pt x="1486879" y="3051662"/>
                  </a:lnTo>
                  <a:lnTo>
                    <a:pt x="1486997" y="3051662"/>
                  </a:lnTo>
                  <a:lnTo>
                    <a:pt x="1486997" y="3051231"/>
                  </a:lnTo>
                  <a:lnTo>
                    <a:pt x="1487114" y="3051231"/>
                  </a:lnTo>
                  <a:lnTo>
                    <a:pt x="1487232" y="3051231"/>
                  </a:lnTo>
                  <a:lnTo>
                    <a:pt x="1487232" y="3050801"/>
                  </a:lnTo>
                  <a:lnTo>
                    <a:pt x="1487349" y="3050801"/>
                  </a:lnTo>
                  <a:lnTo>
                    <a:pt x="1487467" y="3050801"/>
                  </a:lnTo>
                  <a:lnTo>
                    <a:pt x="1487585" y="3050801"/>
                  </a:lnTo>
                  <a:lnTo>
                    <a:pt x="1487585" y="3050370"/>
                  </a:lnTo>
                  <a:lnTo>
                    <a:pt x="1487702" y="3050370"/>
                  </a:lnTo>
                  <a:lnTo>
                    <a:pt x="1487702" y="3049939"/>
                  </a:lnTo>
                  <a:lnTo>
                    <a:pt x="1487820" y="3049939"/>
                  </a:lnTo>
                  <a:lnTo>
                    <a:pt x="1487938" y="3049939"/>
                  </a:lnTo>
                  <a:lnTo>
                    <a:pt x="1488055" y="3049939"/>
                  </a:lnTo>
                  <a:lnTo>
                    <a:pt x="1488055" y="3049509"/>
                  </a:lnTo>
                  <a:lnTo>
                    <a:pt x="1488055" y="3049078"/>
                  </a:lnTo>
                  <a:lnTo>
                    <a:pt x="1488173" y="3049078"/>
                  </a:lnTo>
                  <a:lnTo>
                    <a:pt x="1488173" y="3048648"/>
                  </a:lnTo>
                  <a:lnTo>
                    <a:pt x="1488290" y="3048648"/>
                  </a:lnTo>
                  <a:lnTo>
                    <a:pt x="1488408" y="3048648"/>
                  </a:lnTo>
                  <a:lnTo>
                    <a:pt x="1488526" y="3048648"/>
                  </a:lnTo>
                  <a:lnTo>
                    <a:pt x="1488526" y="3048217"/>
                  </a:lnTo>
                  <a:lnTo>
                    <a:pt x="1488526" y="3047786"/>
                  </a:lnTo>
                  <a:lnTo>
                    <a:pt x="1488643" y="3047786"/>
                  </a:lnTo>
                  <a:lnTo>
                    <a:pt x="1488761" y="3047786"/>
                  </a:lnTo>
                  <a:lnTo>
                    <a:pt x="1488878" y="3047786"/>
                  </a:lnTo>
                  <a:lnTo>
                    <a:pt x="1488996" y="3047786"/>
                  </a:lnTo>
                  <a:lnTo>
                    <a:pt x="1489114" y="3047786"/>
                  </a:lnTo>
                  <a:lnTo>
                    <a:pt x="1489114" y="3047356"/>
                  </a:lnTo>
                  <a:lnTo>
                    <a:pt x="1489231" y="3047356"/>
                  </a:lnTo>
                  <a:lnTo>
                    <a:pt x="1489231" y="3046925"/>
                  </a:lnTo>
                  <a:lnTo>
                    <a:pt x="1489349" y="3046925"/>
                  </a:lnTo>
                  <a:lnTo>
                    <a:pt x="1489467" y="3046925"/>
                  </a:lnTo>
                  <a:lnTo>
                    <a:pt x="1489584" y="3046925"/>
                  </a:lnTo>
                  <a:lnTo>
                    <a:pt x="1489702" y="3046925"/>
                  </a:lnTo>
                  <a:lnTo>
                    <a:pt x="1489819" y="3046925"/>
                  </a:lnTo>
                  <a:lnTo>
                    <a:pt x="1489937" y="3046925"/>
                  </a:lnTo>
                  <a:lnTo>
                    <a:pt x="1489937" y="3046495"/>
                  </a:lnTo>
                  <a:lnTo>
                    <a:pt x="1489937" y="3046064"/>
                  </a:lnTo>
                  <a:lnTo>
                    <a:pt x="1490055" y="3046064"/>
                  </a:lnTo>
                  <a:lnTo>
                    <a:pt x="1490172" y="3046064"/>
                  </a:lnTo>
                  <a:lnTo>
                    <a:pt x="1490172" y="3045633"/>
                  </a:lnTo>
                  <a:lnTo>
                    <a:pt x="1490290" y="3045633"/>
                  </a:lnTo>
                  <a:lnTo>
                    <a:pt x="1490290" y="3045203"/>
                  </a:lnTo>
                  <a:lnTo>
                    <a:pt x="1490407" y="3045203"/>
                  </a:lnTo>
                  <a:lnTo>
                    <a:pt x="1490525" y="3045203"/>
                  </a:lnTo>
                  <a:lnTo>
                    <a:pt x="1490643" y="3045203"/>
                  </a:lnTo>
                  <a:lnTo>
                    <a:pt x="1490760" y="3045203"/>
                  </a:lnTo>
                  <a:lnTo>
                    <a:pt x="1490878" y="3045203"/>
                  </a:lnTo>
                  <a:lnTo>
                    <a:pt x="1490878" y="3044772"/>
                  </a:lnTo>
                  <a:lnTo>
                    <a:pt x="1490996" y="3044772"/>
                  </a:lnTo>
                  <a:lnTo>
                    <a:pt x="1491113" y="3044772"/>
                  </a:lnTo>
                  <a:lnTo>
                    <a:pt x="1491113" y="3044342"/>
                  </a:lnTo>
                  <a:lnTo>
                    <a:pt x="1491113" y="3043911"/>
                  </a:lnTo>
                  <a:lnTo>
                    <a:pt x="1491231" y="3043911"/>
                  </a:lnTo>
                  <a:lnTo>
                    <a:pt x="1491348" y="3043911"/>
                  </a:lnTo>
                  <a:lnTo>
                    <a:pt x="1491466" y="3043911"/>
                  </a:lnTo>
                  <a:lnTo>
                    <a:pt x="1491466" y="3043480"/>
                  </a:lnTo>
                  <a:lnTo>
                    <a:pt x="1491584" y="3043480"/>
                  </a:lnTo>
                  <a:lnTo>
                    <a:pt x="1491584" y="3043050"/>
                  </a:lnTo>
                  <a:lnTo>
                    <a:pt x="1491701" y="3043050"/>
                  </a:lnTo>
                  <a:lnTo>
                    <a:pt x="1491819" y="3043050"/>
                  </a:lnTo>
                  <a:lnTo>
                    <a:pt x="1491936" y="3043050"/>
                  </a:lnTo>
                  <a:lnTo>
                    <a:pt x="1492054" y="3043050"/>
                  </a:lnTo>
                  <a:lnTo>
                    <a:pt x="1492054" y="3042619"/>
                  </a:lnTo>
                  <a:lnTo>
                    <a:pt x="1492172" y="3042619"/>
                  </a:lnTo>
                  <a:lnTo>
                    <a:pt x="1492289" y="3042619"/>
                  </a:lnTo>
                  <a:lnTo>
                    <a:pt x="1492407" y="3042619"/>
                  </a:lnTo>
                  <a:lnTo>
                    <a:pt x="1492525" y="3042619"/>
                  </a:lnTo>
                  <a:lnTo>
                    <a:pt x="1492525" y="3042189"/>
                  </a:lnTo>
                  <a:lnTo>
                    <a:pt x="1492642" y="3042189"/>
                  </a:lnTo>
                  <a:lnTo>
                    <a:pt x="1492760" y="3042189"/>
                  </a:lnTo>
                  <a:lnTo>
                    <a:pt x="1492877" y="3042189"/>
                  </a:lnTo>
                  <a:lnTo>
                    <a:pt x="1492877" y="3041758"/>
                  </a:lnTo>
                  <a:lnTo>
                    <a:pt x="1492995" y="3041758"/>
                  </a:lnTo>
                  <a:lnTo>
                    <a:pt x="1493113" y="3041758"/>
                  </a:lnTo>
                  <a:lnTo>
                    <a:pt x="1493113" y="3041327"/>
                  </a:lnTo>
                  <a:lnTo>
                    <a:pt x="1493113" y="3040897"/>
                  </a:lnTo>
                  <a:lnTo>
                    <a:pt x="1493113" y="3040466"/>
                  </a:lnTo>
                  <a:lnTo>
                    <a:pt x="1493230" y="3040466"/>
                  </a:lnTo>
                  <a:lnTo>
                    <a:pt x="1493348" y="3040466"/>
                  </a:lnTo>
                  <a:lnTo>
                    <a:pt x="1493465" y="3040466"/>
                  </a:lnTo>
                  <a:lnTo>
                    <a:pt x="1493583" y="3040466"/>
                  </a:lnTo>
                  <a:lnTo>
                    <a:pt x="1493583" y="3040036"/>
                  </a:lnTo>
                  <a:lnTo>
                    <a:pt x="1493701" y="3040036"/>
                  </a:lnTo>
                  <a:lnTo>
                    <a:pt x="1493818" y="3040036"/>
                  </a:lnTo>
                  <a:lnTo>
                    <a:pt x="1493936" y="3040036"/>
                  </a:lnTo>
                  <a:lnTo>
                    <a:pt x="1494054" y="3040036"/>
                  </a:lnTo>
                  <a:lnTo>
                    <a:pt x="1494171" y="3040036"/>
                  </a:lnTo>
                  <a:lnTo>
                    <a:pt x="1494289" y="3040036"/>
                  </a:lnTo>
                  <a:lnTo>
                    <a:pt x="1494406" y="3040036"/>
                  </a:lnTo>
                  <a:lnTo>
                    <a:pt x="1494524" y="3040036"/>
                  </a:lnTo>
                  <a:lnTo>
                    <a:pt x="1494642" y="3040036"/>
                  </a:lnTo>
                  <a:lnTo>
                    <a:pt x="1494759" y="3040036"/>
                  </a:lnTo>
                  <a:lnTo>
                    <a:pt x="1494759" y="3039605"/>
                  </a:lnTo>
                  <a:lnTo>
                    <a:pt x="1494877" y="3039605"/>
                  </a:lnTo>
                  <a:lnTo>
                    <a:pt x="1494994" y="3039605"/>
                  </a:lnTo>
                  <a:lnTo>
                    <a:pt x="1495112" y="3039605"/>
                  </a:lnTo>
                  <a:lnTo>
                    <a:pt x="1495230" y="3039605"/>
                  </a:lnTo>
                  <a:lnTo>
                    <a:pt x="1495230" y="3039174"/>
                  </a:lnTo>
                  <a:lnTo>
                    <a:pt x="1495347" y="3039174"/>
                  </a:lnTo>
                  <a:lnTo>
                    <a:pt x="1495465" y="3039174"/>
                  </a:lnTo>
                  <a:lnTo>
                    <a:pt x="1495582" y="3039174"/>
                  </a:lnTo>
                  <a:lnTo>
                    <a:pt x="1495700" y="3039174"/>
                  </a:lnTo>
                  <a:lnTo>
                    <a:pt x="1495818" y="3039174"/>
                  </a:lnTo>
                  <a:lnTo>
                    <a:pt x="1495935" y="3039174"/>
                  </a:lnTo>
                  <a:lnTo>
                    <a:pt x="1495935" y="3038744"/>
                  </a:lnTo>
                  <a:lnTo>
                    <a:pt x="1495935" y="3038313"/>
                  </a:lnTo>
                  <a:lnTo>
                    <a:pt x="1496053" y="3038313"/>
                  </a:lnTo>
                  <a:lnTo>
                    <a:pt x="1496171" y="3038313"/>
                  </a:lnTo>
                  <a:lnTo>
                    <a:pt x="1496288" y="3038313"/>
                  </a:lnTo>
                  <a:lnTo>
                    <a:pt x="1496288" y="3037883"/>
                  </a:lnTo>
                  <a:lnTo>
                    <a:pt x="1496406" y="3037883"/>
                  </a:lnTo>
                  <a:lnTo>
                    <a:pt x="1496523" y="3037883"/>
                  </a:lnTo>
                  <a:lnTo>
                    <a:pt x="1496641" y="3037883"/>
                  </a:lnTo>
                  <a:lnTo>
                    <a:pt x="1496759" y="3037883"/>
                  </a:lnTo>
                  <a:lnTo>
                    <a:pt x="1496876" y="3037883"/>
                  </a:lnTo>
                  <a:lnTo>
                    <a:pt x="1496994" y="3037883"/>
                  </a:lnTo>
                  <a:lnTo>
                    <a:pt x="1497111" y="3037883"/>
                  </a:lnTo>
                  <a:lnTo>
                    <a:pt x="1497111" y="3037452"/>
                  </a:lnTo>
                  <a:lnTo>
                    <a:pt x="1497229" y="3037452"/>
                  </a:lnTo>
                  <a:lnTo>
                    <a:pt x="1497347" y="3037452"/>
                  </a:lnTo>
                  <a:lnTo>
                    <a:pt x="1497347" y="3037021"/>
                  </a:lnTo>
                  <a:lnTo>
                    <a:pt x="1497347" y="3036591"/>
                  </a:lnTo>
                  <a:lnTo>
                    <a:pt x="1497347" y="3036160"/>
                  </a:lnTo>
                  <a:lnTo>
                    <a:pt x="1497347" y="3035730"/>
                  </a:lnTo>
                  <a:lnTo>
                    <a:pt x="1497464" y="3035730"/>
                  </a:lnTo>
                  <a:lnTo>
                    <a:pt x="1497582" y="3035730"/>
                  </a:lnTo>
                  <a:lnTo>
                    <a:pt x="1497700" y="3035730"/>
                  </a:lnTo>
                  <a:lnTo>
                    <a:pt x="1497817" y="3035730"/>
                  </a:lnTo>
                  <a:lnTo>
                    <a:pt x="1497935" y="3035730"/>
                  </a:lnTo>
                  <a:lnTo>
                    <a:pt x="1497935" y="3035299"/>
                  </a:lnTo>
                  <a:lnTo>
                    <a:pt x="1498052" y="3035299"/>
                  </a:lnTo>
                  <a:lnTo>
                    <a:pt x="1498170" y="3035299"/>
                  </a:lnTo>
                  <a:lnTo>
                    <a:pt x="1498288" y="3035299"/>
                  </a:lnTo>
                  <a:lnTo>
                    <a:pt x="1498405" y="3035299"/>
                  </a:lnTo>
                  <a:lnTo>
                    <a:pt x="1498405" y="3034868"/>
                  </a:lnTo>
                  <a:lnTo>
                    <a:pt x="1498523" y="3034868"/>
                  </a:lnTo>
                  <a:lnTo>
                    <a:pt x="1498640" y="3034868"/>
                  </a:lnTo>
                  <a:lnTo>
                    <a:pt x="1498758" y="3034868"/>
                  </a:lnTo>
                  <a:lnTo>
                    <a:pt x="1498876" y="3034868"/>
                  </a:lnTo>
                  <a:lnTo>
                    <a:pt x="1498993" y="3034868"/>
                  </a:lnTo>
                  <a:lnTo>
                    <a:pt x="1499111" y="3034868"/>
                  </a:lnTo>
                  <a:lnTo>
                    <a:pt x="1499111" y="3034438"/>
                  </a:lnTo>
                  <a:lnTo>
                    <a:pt x="1499111" y="3034007"/>
                  </a:lnTo>
                  <a:lnTo>
                    <a:pt x="1499111" y="3033577"/>
                  </a:lnTo>
                  <a:lnTo>
                    <a:pt x="1499229" y="3033577"/>
                  </a:lnTo>
                  <a:lnTo>
                    <a:pt x="1499229" y="3033146"/>
                  </a:lnTo>
                  <a:lnTo>
                    <a:pt x="1499346" y="3033146"/>
                  </a:lnTo>
                  <a:lnTo>
                    <a:pt x="1499464" y="3033146"/>
                  </a:lnTo>
                  <a:lnTo>
                    <a:pt x="1499581" y="3033146"/>
                  </a:lnTo>
                  <a:lnTo>
                    <a:pt x="1499581" y="3032715"/>
                  </a:lnTo>
                  <a:lnTo>
                    <a:pt x="1499581" y="3032285"/>
                  </a:lnTo>
                  <a:lnTo>
                    <a:pt x="1499581" y="3031854"/>
                  </a:lnTo>
                  <a:lnTo>
                    <a:pt x="1499699" y="3031854"/>
                  </a:lnTo>
                  <a:lnTo>
                    <a:pt x="1499817" y="3031854"/>
                  </a:lnTo>
                  <a:lnTo>
                    <a:pt x="1499934" y="3031854"/>
                  </a:lnTo>
                  <a:lnTo>
                    <a:pt x="1500052" y="3031854"/>
                  </a:lnTo>
                  <a:lnTo>
                    <a:pt x="1500169" y="3031854"/>
                  </a:lnTo>
                  <a:lnTo>
                    <a:pt x="1500287" y="3031854"/>
                  </a:lnTo>
                  <a:lnTo>
                    <a:pt x="1500405" y="3031854"/>
                  </a:lnTo>
                  <a:lnTo>
                    <a:pt x="1500522" y="3031854"/>
                  </a:lnTo>
                  <a:lnTo>
                    <a:pt x="1500640" y="3031854"/>
                  </a:lnTo>
                  <a:lnTo>
                    <a:pt x="1500640" y="3031424"/>
                  </a:lnTo>
                  <a:lnTo>
                    <a:pt x="1500758" y="3031424"/>
                  </a:lnTo>
                  <a:lnTo>
                    <a:pt x="1500875" y="3031424"/>
                  </a:lnTo>
                  <a:lnTo>
                    <a:pt x="1500875" y="3030993"/>
                  </a:lnTo>
                  <a:lnTo>
                    <a:pt x="1500993" y="3030993"/>
                  </a:lnTo>
                  <a:lnTo>
                    <a:pt x="1501110" y="3030993"/>
                  </a:lnTo>
                  <a:lnTo>
                    <a:pt x="1501228" y="3030993"/>
                  </a:lnTo>
                  <a:lnTo>
                    <a:pt x="1501228" y="3030562"/>
                  </a:lnTo>
                  <a:lnTo>
                    <a:pt x="1501346" y="3030562"/>
                  </a:lnTo>
                  <a:lnTo>
                    <a:pt x="1501346" y="3030132"/>
                  </a:lnTo>
                  <a:lnTo>
                    <a:pt x="1501463" y="3030132"/>
                  </a:lnTo>
                  <a:lnTo>
                    <a:pt x="1501581" y="3030132"/>
                  </a:lnTo>
                  <a:lnTo>
                    <a:pt x="1501698" y="3030132"/>
                  </a:lnTo>
                  <a:lnTo>
                    <a:pt x="1501816" y="3030132"/>
                  </a:lnTo>
                  <a:lnTo>
                    <a:pt x="1501934" y="3030132"/>
                  </a:lnTo>
                  <a:lnTo>
                    <a:pt x="1502051" y="3030132"/>
                  </a:lnTo>
                  <a:lnTo>
                    <a:pt x="1502169" y="3030132"/>
                  </a:lnTo>
                  <a:lnTo>
                    <a:pt x="1502287" y="3030132"/>
                  </a:lnTo>
                  <a:lnTo>
                    <a:pt x="1502404" y="3030132"/>
                  </a:lnTo>
                  <a:lnTo>
                    <a:pt x="1502522" y="3030132"/>
                  </a:lnTo>
                  <a:lnTo>
                    <a:pt x="1502639" y="3030132"/>
                  </a:lnTo>
                  <a:lnTo>
                    <a:pt x="1502639" y="3029701"/>
                  </a:lnTo>
                  <a:lnTo>
                    <a:pt x="1502757" y="3029701"/>
                  </a:lnTo>
                  <a:lnTo>
                    <a:pt x="1502875" y="3029701"/>
                  </a:lnTo>
                  <a:lnTo>
                    <a:pt x="1502875" y="3029271"/>
                  </a:lnTo>
                  <a:lnTo>
                    <a:pt x="1502992" y="3029271"/>
                  </a:lnTo>
                  <a:lnTo>
                    <a:pt x="1502992" y="3028840"/>
                  </a:lnTo>
                  <a:lnTo>
                    <a:pt x="1503110" y="3028840"/>
                  </a:lnTo>
                  <a:lnTo>
                    <a:pt x="1503227" y="3028840"/>
                  </a:lnTo>
                  <a:lnTo>
                    <a:pt x="1503227" y="3028409"/>
                  </a:lnTo>
                  <a:lnTo>
                    <a:pt x="1503227" y="3027979"/>
                  </a:lnTo>
                  <a:lnTo>
                    <a:pt x="1503345" y="3027979"/>
                  </a:lnTo>
                  <a:lnTo>
                    <a:pt x="1503345" y="3027548"/>
                  </a:lnTo>
                  <a:lnTo>
                    <a:pt x="1503345" y="3027118"/>
                  </a:lnTo>
                  <a:lnTo>
                    <a:pt x="1503463" y="3027118"/>
                  </a:lnTo>
                  <a:lnTo>
                    <a:pt x="1503580" y="3027118"/>
                  </a:lnTo>
                  <a:lnTo>
                    <a:pt x="1503580" y="3026687"/>
                  </a:lnTo>
                  <a:lnTo>
                    <a:pt x="1503580" y="3026256"/>
                  </a:lnTo>
                  <a:lnTo>
                    <a:pt x="1503698" y="3026256"/>
                  </a:lnTo>
                  <a:lnTo>
                    <a:pt x="1503698" y="3025826"/>
                  </a:lnTo>
                  <a:lnTo>
                    <a:pt x="1503815" y="3025826"/>
                  </a:lnTo>
                  <a:lnTo>
                    <a:pt x="1503933" y="3025826"/>
                  </a:lnTo>
                  <a:lnTo>
                    <a:pt x="1504051" y="3025826"/>
                  </a:lnTo>
                  <a:lnTo>
                    <a:pt x="1504168" y="3025826"/>
                  </a:lnTo>
                  <a:lnTo>
                    <a:pt x="1504286" y="3025826"/>
                  </a:lnTo>
                  <a:lnTo>
                    <a:pt x="1504404" y="3025826"/>
                  </a:lnTo>
                  <a:lnTo>
                    <a:pt x="1504521" y="3025826"/>
                  </a:lnTo>
                  <a:lnTo>
                    <a:pt x="1504521" y="3025395"/>
                  </a:lnTo>
                  <a:lnTo>
                    <a:pt x="1504639" y="3025395"/>
                  </a:lnTo>
                  <a:lnTo>
                    <a:pt x="1504756" y="3025395"/>
                  </a:lnTo>
                  <a:lnTo>
                    <a:pt x="1504874" y="3025395"/>
                  </a:lnTo>
                  <a:lnTo>
                    <a:pt x="1504874" y="3024965"/>
                  </a:lnTo>
                  <a:lnTo>
                    <a:pt x="1504992" y="3024965"/>
                  </a:lnTo>
                  <a:lnTo>
                    <a:pt x="1504992" y="3024534"/>
                  </a:lnTo>
                  <a:lnTo>
                    <a:pt x="1505109" y="3024534"/>
                  </a:lnTo>
                  <a:lnTo>
                    <a:pt x="1505227" y="3024534"/>
                  </a:lnTo>
                  <a:lnTo>
                    <a:pt x="1505344" y="3024534"/>
                  </a:lnTo>
                  <a:lnTo>
                    <a:pt x="1505462" y="3024534"/>
                  </a:lnTo>
                  <a:lnTo>
                    <a:pt x="1505462" y="3024103"/>
                  </a:lnTo>
                  <a:lnTo>
                    <a:pt x="1505580" y="3024103"/>
                  </a:lnTo>
                  <a:lnTo>
                    <a:pt x="1505697" y="3024103"/>
                  </a:lnTo>
                  <a:lnTo>
                    <a:pt x="1505815" y="3024103"/>
                  </a:lnTo>
                  <a:lnTo>
                    <a:pt x="1505933" y="3024103"/>
                  </a:lnTo>
                  <a:lnTo>
                    <a:pt x="1506050" y="3024103"/>
                  </a:lnTo>
                  <a:lnTo>
                    <a:pt x="1506168" y="3024103"/>
                  </a:lnTo>
                  <a:lnTo>
                    <a:pt x="1506285" y="3024103"/>
                  </a:lnTo>
                  <a:lnTo>
                    <a:pt x="1506403" y="3024103"/>
                  </a:lnTo>
                  <a:lnTo>
                    <a:pt x="1506521" y="3024103"/>
                  </a:lnTo>
                  <a:lnTo>
                    <a:pt x="1506638" y="3024103"/>
                  </a:lnTo>
                  <a:lnTo>
                    <a:pt x="1506756" y="3024103"/>
                  </a:lnTo>
                  <a:lnTo>
                    <a:pt x="1506756" y="3023673"/>
                  </a:lnTo>
                  <a:lnTo>
                    <a:pt x="1506873" y="3023673"/>
                  </a:lnTo>
                  <a:lnTo>
                    <a:pt x="1506873" y="3023242"/>
                  </a:lnTo>
                  <a:lnTo>
                    <a:pt x="1506873" y="3022812"/>
                  </a:lnTo>
                  <a:lnTo>
                    <a:pt x="1506873" y="3022381"/>
                  </a:lnTo>
                  <a:lnTo>
                    <a:pt x="1506991" y="3022381"/>
                  </a:lnTo>
                  <a:lnTo>
                    <a:pt x="1507109" y="3022381"/>
                  </a:lnTo>
                  <a:lnTo>
                    <a:pt x="1507109" y="3021950"/>
                  </a:lnTo>
                  <a:lnTo>
                    <a:pt x="1507226" y="3021950"/>
                  </a:lnTo>
                  <a:lnTo>
                    <a:pt x="1507344" y="3021950"/>
                  </a:lnTo>
                  <a:lnTo>
                    <a:pt x="1507344" y="3021520"/>
                  </a:lnTo>
                  <a:lnTo>
                    <a:pt x="1507462" y="3021520"/>
                  </a:lnTo>
                  <a:lnTo>
                    <a:pt x="1507579" y="3021520"/>
                  </a:lnTo>
                  <a:lnTo>
                    <a:pt x="1507697" y="3021520"/>
                  </a:lnTo>
                  <a:lnTo>
                    <a:pt x="1507697" y="3021089"/>
                  </a:lnTo>
                  <a:lnTo>
                    <a:pt x="1507814" y="3021089"/>
                  </a:lnTo>
                  <a:lnTo>
                    <a:pt x="1507932" y="3021089"/>
                  </a:lnTo>
                  <a:lnTo>
                    <a:pt x="1508050" y="3021089"/>
                  </a:lnTo>
                  <a:lnTo>
                    <a:pt x="1508167" y="3021089"/>
                  </a:lnTo>
                  <a:lnTo>
                    <a:pt x="1508167" y="3020659"/>
                  </a:lnTo>
                  <a:lnTo>
                    <a:pt x="1508285" y="3020659"/>
                  </a:lnTo>
                  <a:lnTo>
                    <a:pt x="1508402" y="3020659"/>
                  </a:lnTo>
                  <a:lnTo>
                    <a:pt x="1508520" y="3020659"/>
                  </a:lnTo>
                  <a:lnTo>
                    <a:pt x="1508520" y="3020228"/>
                  </a:lnTo>
                  <a:lnTo>
                    <a:pt x="1508638" y="3020228"/>
                  </a:lnTo>
                  <a:lnTo>
                    <a:pt x="1508638" y="3019797"/>
                  </a:lnTo>
                  <a:lnTo>
                    <a:pt x="1508638" y="3019367"/>
                  </a:lnTo>
                  <a:lnTo>
                    <a:pt x="1508755" y="3019367"/>
                  </a:lnTo>
                  <a:lnTo>
                    <a:pt x="1508755" y="3018936"/>
                  </a:lnTo>
                  <a:lnTo>
                    <a:pt x="1508873" y="3018936"/>
                  </a:lnTo>
                  <a:lnTo>
                    <a:pt x="1508873" y="3018506"/>
                  </a:lnTo>
                  <a:lnTo>
                    <a:pt x="1508991" y="3018506"/>
                  </a:lnTo>
                  <a:lnTo>
                    <a:pt x="1509108" y="3018506"/>
                  </a:lnTo>
                  <a:lnTo>
                    <a:pt x="1509226" y="3018506"/>
                  </a:lnTo>
                  <a:lnTo>
                    <a:pt x="1509226" y="3018075"/>
                  </a:lnTo>
                  <a:lnTo>
                    <a:pt x="1509343" y="3018075"/>
                  </a:lnTo>
                  <a:lnTo>
                    <a:pt x="1509461" y="3018075"/>
                  </a:lnTo>
                  <a:lnTo>
                    <a:pt x="1509579" y="3018075"/>
                  </a:lnTo>
                  <a:lnTo>
                    <a:pt x="1509696" y="3018075"/>
                  </a:lnTo>
                  <a:lnTo>
                    <a:pt x="1509814" y="3018075"/>
                  </a:lnTo>
                  <a:lnTo>
                    <a:pt x="1509931" y="3018075"/>
                  </a:lnTo>
                  <a:lnTo>
                    <a:pt x="1510049" y="3018075"/>
                  </a:lnTo>
                  <a:lnTo>
                    <a:pt x="1510167" y="3018075"/>
                  </a:lnTo>
                  <a:lnTo>
                    <a:pt x="1510167" y="3017644"/>
                  </a:lnTo>
                  <a:lnTo>
                    <a:pt x="1510284" y="3017644"/>
                  </a:lnTo>
                  <a:lnTo>
                    <a:pt x="1510402" y="3017644"/>
                  </a:lnTo>
                  <a:lnTo>
                    <a:pt x="1510402" y="3017214"/>
                  </a:lnTo>
                  <a:lnTo>
                    <a:pt x="1510402" y="3016783"/>
                  </a:lnTo>
                  <a:lnTo>
                    <a:pt x="1510520" y="3016783"/>
                  </a:lnTo>
                  <a:lnTo>
                    <a:pt x="1510637" y="3016783"/>
                  </a:lnTo>
                  <a:lnTo>
                    <a:pt x="1510755" y="3016783"/>
                  </a:lnTo>
                  <a:lnTo>
                    <a:pt x="1510872" y="3016783"/>
                  </a:lnTo>
                  <a:lnTo>
                    <a:pt x="1510872" y="3016353"/>
                  </a:lnTo>
                  <a:lnTo>
                    <a:pt x="1510990" y="3016353"/>
                  </a:lnTo>
                  <a:lnTo>
                    <a:pt x="1511108" y="3016353"/>
                  </a:lnTo>
                  <a:lnTo>
                    <a:pt x="1511225" y="3016353"/>
                  </a:lnTo>
                  <a:lnTo>
                    <a:pt x="1511225" y="3015922"/>
                  </a:lnTo>
                  <a:lnTo>
                    <a:pt x="1511343" y="3015922"/>
                  </a:lnTo>
                  <a:lnTo>
                    <a:pt x="1511460" y="3015922"/>
                  </a:lnTo>
                  <a:lnTo>
                    <a:pt x="1511578" y="3015922"/>
                  </a:lnTo>
                  <a:lnTo>
                    <a:pt x="1511696" y="3015922"/>
                  </a:lnTo>
                  <a:lnTo>
                    <a:pt x="1511813" y="3015922"/>
                  </a:lnTo>
                  <a:lnTo>
                    <a:pt x="1511931" y="3015922"/>
                  </a:lnTo>
                  <a:lnTo>
                    <a:pt x="1512048" y="3015922"/>
                  </a:lnTo>
                  <a:lnTo>
                    <a:pt x="1512048" y="3015491"/>
                  </a:lnTo>
                  <a:lnTo>
                    <a:pt x="1512166" y="3015491"/>
                  </a:lnTo>
                  <a:lnTo>
                    <a:pt x="1512166" y="3015061"/>
                  </a:lnTo>
                  <a:lnTo>
                    <a:pt x="1512284" y="3015061"/>
                  </a:lnTo>
                  <a:lnTo>
                    <a:pt x="1512401" y="3015061"/>
                  </a:lnTo>
                  <a:lnTo>
                    <a:pt x="1512519" y="3015061"/>
                  </a:lnTo>
                  <a:lnTo>
                    <a:pt x="1512637" y="3015061"/>
                  </a:lnTo>
                  <a:lnTo>
                    <a:pt x="1512637" y="3014630"/>
                  </a:lnTo>
                  <a:lnTo>
                    <a:pt x="1512754" y="3014630"/>
                  </a:lnTo>
                  <a:lnTo>
                    <a:pt x="1512872" y="3014630"/>
                  </a:lnTo>
                  <a:lnTo>
                    <a:pt x="1512872" y="3014200"/>
                  </a:lnTo>
                  <a:lnTo>
                    <a:pt x="1512989" y="3014200"/>
                  </a:lnTo>
                  <a:lnTo>
                    <a:pt x="1513107" y="3014200"/>
                  </a:lnTo>
                  <a:lnTo>
                    <a:pt x="1513225" y="3014200"/>
                  </a:lnTo>
                  <a:lnTo>
                    <a:pt x="1513342" y="3014200"/>
                  </a:lnTo>
                  <a:lnTo>
                    <a:pt x="1513460" y="3014200"/>
                  </a:lnTo>
                  <a:lnTo>
                    <a:pt x="1513577" y="3014200"/>
                  </a:lnTo>
                  <a:lnTo>
                    <a:pt x="1513695" y="3014200"/>
                  </a:lnTo>
                  <a:lnTo>
                    <a:pt x="1513813" y="3014200"/>
                  </a:lnTo>
                  <a:lnTo>
                    <a:pt x="1513930" y="3014200"/>
                  </a:lnTo>
                  <a:lnTo>
                    <a:pt x="1513930" y="3013769"/>
                  </a:lnTo>
                  <a:lnTo>
                    <a:pt x="1514048" y="3013769"/>
                  </a:lnTo>
                  <a:lnTo>
                    <a:pt x="1514166" y="3013769"/>
                  </a:lnTo>
                  <a:lnTo>
                    <a:pt x="1514283" y="3013769"/>
                  </a:lnTo>
                  <a:lnTo>
                    <a:pt x="1514401" y="3013769"/>
                  </a:lnTo>
                  <a:lnTo>
                    <a:pt x="1514518" y="3013769"/>
                  </a:lnTo>
                  <a:lnTo>
                    <a:pt x="1514636" y="3013769"/>
                  </a:lnTo>
                  <a:lnTo>
                    <a:pt x="1514636" y="3013338"/>
                  </a:lnTo>
                  <a:lnTo>
                    <a:pt x="1514754" y="3013338"/>
                  </a:lnTo>
                  <a:lnTo>
                    <a:pt x="1514871" y="3013338"/>
                  </a:lnTo>
                  <a:lnTo>
                    <a:pt x="1514989" y="3013338"/>
                  </a:lnTo>
                  <a:lnTo>
                    <a:pt x="1515106" y="3013338"/>
                  </a:lnTo>
                  <a:lnTo>
                    <a:pt x="1515224" y="3013338"/>
                  </a:lnTo>
                  <a:lnTo>
                    <a:pt x="1515342" y="3013338"/>
                  </a:lnTo>
                  <a:lnTo>
                    <a:pt x="1515342" y="3012908"/>
                  </a:lnTo>
                  <a:lnTo>
                    <a:pt x="1515459" y="3012908"/>
                  </a:lnTo>
                  <a:lnTo>
                    <a:pt x="1515577" y="3012908"/>
                  </a:lnTo>
                  <a:lnTo>
                    <a:pt x="1515695" y="3012908"/>
                  </a:lnTo>
                  <a:lnTo>
                    <a:pt x="1515812" y="3012908"/>
                  </a:lnTo>
                  <a:lnTo>
                    <a:pt x="1515930" y="3012908"/>
                  </a:lnTo>
                  <a:lnTo>
                    <a:pt x="1515930" y="3012477"/>
                  </a:lnTo>
                  <a:lnTo>
                    <a:pt x="1516047" y="3012477"/>
                  </a:lnTo>
                  <a:lnTo>
                    <a:pt x="1516165" y="3012477"/>
                  </a:lnTo>
                  <a:lnTo>
                    <a:pt x="1516283" y="3012477"/>
                  </a:lnTo>
                  <a:lnTo>
                    <a:pt x="1516400" y="3012477"/>
                  </a:lnTo>
                  <a:lnTo>
                    <a:pt x="1516518" y="3012477"/>
                  </a:lnTo>
                  <a:lnTo>
                    <a:pt x="1516635" y="3012477"/>
                  </a:lnTo>
                  <a:lnTo>
                    <a:pt x="1516753" y="3012477"/>
                  </a:lnTo>
                  <a:lnTo>
                    <a:pt x="1516871" y="3012477"/>
                  </a:lnTo>
                  <a:lnTo>
                    <a:pt x="1516871" y="3012047"/>
                  </a:lnTo>
                  <a:lnTo>
                    <a:pt x="1516871" y="3011616"/>
                  </a:lnTo>
                  <a:lnTo>
                    <a:pt x="1516871" y="3011185"/>
                  </a:lnTo>
                  <a:lnTo>
                    <a:pt x="1516988" y="3011185"/>
                  </a:lnTo>
                  <a:lnTo>
                    <a:pt x="1516988" y="3010755"/>
                  </a:lnTo>
                  <a:lnTo>
                    <a:pt x="1517106" y="3010755"/>
                  </a:lnTo>
                  <a:lnTo>
                    <a:pt x="1517224" y="3010755"/>
                  </a:lnTo>
                  <a:lnTo>
                    <a:pt x="1517224" y="3010324"/>
                  </a:lnTo>
                  <a:lnTo>
                    <a:pt x="1517224" y="3009894"/>
                  </a:lnTo>
                  <a:lnTo>
                    <a:pt x="1517224" y="3009463"/>
                  </a:lnTo>
                  <a:lnTo>
                    <a:pt x="1517341" y="3009463"/>
                  </a:lnTo>
                  <a:lnTo>
                    <a:pt x="1517459" y="3009463"/>
                  </a:lnTo>
                  <a:lnTo>
                    <a:pt x="1517576" y="3009463"/>
                  </a:lnTo>
                  <a:lnTo>
                    <a:pt x="1517576" y="3009032"/>
                  </a:lnTo>
                  <a:lnTo>
                    <a:pt x="1517694" y="3009032"/>
                  </a:lnTo>
                  <a:lnTo>
                    <a:pt x="1517812" y="3009032"/>
                  </a:lnTo>
                  <a:lnTo>
                    <a:pt x="1517929" y="3009032"/>
                  </a:lnTo>
                  <a:lnTo>
                    <a:pt x="1518047" y="3009032"/>
                  </a:lnTo>
                  <a:lnTo>
                    <a:pt x="1518164" y="3009032"/>
                  </a:lnTo>
                  <a:lnTo>
                    <a:pt x="1518282" y="3009032"/>
                  </a:lnTo>
                  <a:lnTo>
                    <a:pt x="1518400" y="3009032"/>
                  </a:lnTo>
                  <a:lnTo>
                    <a:pt x="1518517" y="3009032"/>
                  </a:lnTo>
                  <a:lnTo>
                    <a:pt x="1518517" y="3008602"/>
                  </a:lnTo>
                  <a:lnTo>
                    <a:pt x="1518635" y="3008602"/>
                  </a:lnTo>
                  <a:lnTo>
                    <a:pt x="1518635" y="3008171"/>
                  </a:lnTo>
                  <a:lnTo>
                    <a:pt x="1518635" y="3007741"/>
                  </a:lnTo>
                  <a:lnTo>
                    <a:pt x="1518635" y="3007310"/>
                  </a:lnTo>
                  <a:lnTo>
                    <a:pt x="1518635" y="3006879"/>
                  </a:lnTo>
                  <a:lnTo>
                    <a:pt x="1518753" y="3006879"/>
                  </a:lnTo>
                  <a:lnTo>
                    <a:pt x="1518870" y="3006879"/>
                  </a:lnTo>
                  <a:lnTo>
                    <a:pt x="1518870" y="3006449"/>
                  </a:lnTo>
                  <a:lnTo>
                    <a:pt x="1518870" y="3006018"/>
                  </a:lnTo>
                  <a:lnTo>
                    <a:pt x="1518988" y="3006018"/>
                  </a:lnTo>
                  <a:lnTo>
                    <a:pt x="1519105" y="3006018"/>
                  </a:lnTo>
                  <a:lnTo>
                    <a:pt x="1519223" y="3006018"/>
                  </a:lnTo>
                  <a:lnTo>
                    <a:pt x="1519341" y="3006018"/>
                  </a:lnTo>
                  <a:lnTo>
                    <a:pt x="1519458" y="3006018"/>
                  </a:lnTo>
                  <a:lnTo>
                    <a:pt x="1519576" y="3006018"/>
                  </a:lnTo>
                  <a:lnTo>
                    <a:pt x="1519693" y="3006018"/>
                  </a:lnTo>
                  <a:lnTo>
                    <a:pt x="1519811" y="3006018"/>
                  </a:lnTo>
                  <a:lnTo>
                    <a:pt x="1519929" y="3006018"/>
                  </a:lnTo>
                  <a:lnTo>
                    <a:pt x="1520046" y="3006018"/>
                  </a:lnTo>
                  <a:lnTo>
                    <a:pt x="1520164" y="3006018"/>
                  </a:lnTo>
                  <a:lnTo>
                    <a:pt x="1520281" y="3006018"/>
                  </a:lnTo>
                  <a:lnTo>
                    <a:pt x="1520399" y="3006018"/>
                  </a:lnTo>
                  <a:lnTo>
                    <a:pt x="1520517" y="3006018"/>
                  </a:lnTo>
                  <a:lnTo>
                    <a:pt x="1520517" y="3005588"/>
                  </a:lnTo>
                  <a:lnTo>
                    <a:pt x="1520517" y="3005157"/>
                  </a:lnTo>
                  <a:lnTo>
                    <a:pt x="1520634" y="3005157"/>
                  </a:lnTo>
                  <a:lnTo>
                    <a:pt x="1520634" y="3004726"/>
                  </a:lnTo>
                  <a:lnTo>
                    <a:pt x="1520634" y="3004296"/>
                  </a:lnTo>
                  <a:lnTo>
                    <a:pt x="1520752" y="3004296"/>
                  </a:lnTo>
                  <a:lnTo>
                    <a:pt x="1520870" y="3004296"/>
                  </a:lnTo>
                  <a:lnTo>
                    <a:pt x="1520987" y="3004296"/>
                  </a:lnTo>
                  <a:lnTo>
                    <a:pt x="1521105" y="3004296"/>
                  </a:lnTo>
                  <a:lnTo>
                    <a:pt x="1521222" y="3004296"/>
                  </a:lnTo>
                  <a:lnTo>
                    <a:pt x="1521222" y="3003865"/>
                  </a:lnTo>
                  <a:lnTo>
                    <a:pt x="1521340" y="3003865"/>
                  </a:lnTo>
                  <a:lnTo>
                    <a:pt x="1521340" y="3003435"/>
                  </a:lnTo>
                  <a:lnTo>
                    <a:pt x="1521458" y="3003435"/>
                  </a:lnTo>
                  <a:lnTo>
                    <a:pt x="1521458" y="3003004"/>
                  </a:lnTo>
                  <a:lnTo>
                    <a:pt x="1521575" y="3003004"/>
                  </a:lnTo>
                  <a:lnTo>
                    <a:pt x="1521693" y="3003004"/>
                  </a:lnTo>
                  <a:lnTo>
                    <a:pt x="1521810" y="3003004"/>
                  </a:lnTo>
                  <a:lnTo>
                    <a:pt x="1521810" y="3002573"/>
                  </a:lnTo>
                  <a:lnTo>
                    <a:pt x="1521810" y="3002143"/>
                  </a:lnTo>
                  <a:lnTo>
                    <a:pt x="1521928" y="3002143"/>
                  </a:lnTo>
                  <a:lnTo>
                    <a:pt x="1522046" y="3002143"/>
                  </a:lnTo>
                  <a:lnTo>
                    <a:pt x="1522163" y="3002143"/>
                  </a:lnTo>
                  <a:lnTo>
                    <a:pt x="1522281" y="3002143"/>
                  </a:lnTo>
                  <a:lnTo>
                    <a:pt x="1522399" y="3002143"/>
                  </a:lnTo>
                  <a:lnTo>
                    <a:pt x="1522516" y="3002143"/>
                  </a:lnTo>
                  <a:lnTo>
                    <a:pt x="1522634" y="3002143"/>
                  </a:lnTo>
                  <a:lnTo>
                    <a:pt x="1522751" y="3002143"/>
                  </a:lnTo>
                  <a:lnTo>
                    <a:pt x="1522869" y="3002143"/>
                  </a:lnTo>
                  <a:lnTo>
                    <a:pt x="1522869" y="3001712"/>
                  </a:lnTo>
                  <a:lnTo>
                    <a:pt x="1522987" y="3001712"/>
                  </a:lnTo>
                  <a:lnTo>
                    <a:pt x="1522987" y="3001282"/>
                  </a:lnTo>
                  <a:lnTo>
                    <a:pt x="1523104" y="3001282"/>
                  </a:lnTo>
                  <a:lnTo>
                    <a:pt x="1523104" y="3000851"/>
                  </a:lnTo>
                  <a:lnTo>
                    <a:pt x="1523104" y="3000420"/>
                  </a:lnTo>
                  <a:lnTo>
                    <a:pt x="1523104" y="2999990"/>
                  </a:lnTo>
                  <a:lnTo>
                    <a:pt x="1523222" y="2999990"/>
                  </a:lnTo>
                  <a:lnTo>
                    <a:pt x="1523222" y="2999559"/>
                  </a:lnTo>
                  <a:lnTo>
                    <a:pt x="1523339" y="2999559"/>
                  </a:lnTo>
                  <a:lnTo>
                    <a:pt x="1523457" y="2999559"/>
                  </a:lnTo>
                  <a:lnTo>
                    <a:pt x="1523575" y="2999559"/>
                  </a:lnTo>
                  <a:lnTo>
                    <a:pt x="1523575" y="2999129"/>
                  </a:lnTo>
                  <a:lnTo>
                    <a:pt x="1523692" y="2999129"/>
                  </a:lnTo>
                  <a:lnTo>
                    <a:pt x="1523692" y="2998698"/>
                  </a:lnTo>
                  <a:lnTo>
                    <a:pt x="1523810" y="2998698"/>
                  </a:lnTo>
                  <a:lnTo>
                    <a:pt x="1523928" y="2998698"/>
                  </a:lnTo>
                  <a:lnTo>
                    <a:pt x="1524045" y="2998698"/>
                  </a:lnTo>
                  <a:lnTo>
                    <a:pt x="1524163" y="2998698"/>
                  </a:lnTo>
                  <a:lnTo>
                    <a:pt x="1524280" y="2998698"/>
                  </a:lnTo>
                  <a:lnTo>
                    <a:pt x="1524280" y="2998267"/>
                  </a:lnTo>
                  <a:lnTo>
                    <a:pt x="1524280" y="2997837"/>
                  </a:lnTo>
                  <a:lnTo>
                    <a:pt x="1524398" y="2997837"/>
                  </a:lnTo>
                  <a:lnTo>
                    <a:pt x="1524516" y="2997837"/>
                  </a:lnTo>
                  <a:lnTo>
                    <a:pt x="1524633" y="2997837"/>
                  </a:lnTo>
                  <a:lnTo>
                    <a:pt x="1524633" y="2997406"/>
                  </a:lnTo>
                  <a:lnTo>
                    <a:pt x="1524751" y="2997406"/>
                  </a:lnTo>
                  <a:lnTo>
                    <a:pt x="1524868" y="2997406"/>
                  </a:lnTo>
                  <a:lnTo>
                    <a:pt x="1524986" y="2997406"/>
                  </a:lnTo>
                  <a:lnTo>
                    <a:pt x="1525104" y="2997406"/>
                  </a:lnTo>
                  <a:lnTo>
                    <a:pt x="1525221" y="2997406"/>
                  </a:lnTo>
                  <a:lnTo>
                    <a:pt x="1525339" y="2997406"/>
                  </a:lnTo>
                  <a:lnTo>
                    <a:pt x="1525339" y="2996976"/>
                  </a:lnTo>
                  <a:lnTo>
                    <a:pt x="1525457" y="2996976"/>
                  </a:lnTo>
                  <a:lnTo>
                    <a:pt x="1525574" y="2996976"/>
                  </a:lnTo>
                  <a:lnTo>
                    <a:pt x="1525692" y="2996976"/>
                  </a:lnTo>
                  <a:lnTo>
                    <a:pt x="1525809" y="2996976"/>
                  </a:lnTo>
                  <a:lnTo>
                    <a:pt x="1525927" y="2996976"/>
                  </a:lnTo>
                  <a:lnTo>
                    <a:pt x="1525927" y="2996545"/>
                  </a:lnTo>
                  <a:lnTo>
                    <a:pt x="1526045" y="2996545"/>
                  </a:lnTo>
                  <a:lnTo>
                    <a:pt x="1526162" y="2996545"/>
                  </a:lnTo>
                  <a:lnTo>
                    <a:pt x="1526162" y="2996114"/>
                  </a:lnTo>
                  <a:lnTo>
                    <a:pt x="1526162" y="2995684"/>
                  </a:lnTo>
                  <a:lnTo>
                    <a:pt x="1526280" y="2995684"/>
                  </a:lnTo>
                  <a:lnTo>
                    <a:pt x="1526397" y="2995684"/>
                  </a:lnTo>
                  <a:lnTo>
                    <a:pt x="1526515" y="2995684"/>
                  </a:lnTo>
                  <a:lnTo>
                    <a:pt x="1526633" y="2995684"/>
                  </a:lnTo>
                  <a:lnTo>
                    <a:pt x="1526750" y="2995684"/>
                  </a:lnTo>
                  <a:lnTo>
                    <a:pt x="1526750" y="2995253"/>
                  </a:lnTo>
                  <a:lnTo>
                    <a:pt x="1526750" y="2994823"/>
                  </a:lnTo>
                  <a:lnTo>
                    <a:pt x="1526750" y="2994392"/>
                  </a:lnTo>
                  <a:lnTo>
                    <a:pt x="1526750" y="2993961"/>
                  </a:lnTo>
                  <a:lnTo>
                    <a:pt x="1526868" y="2993961"/>
                  </a:lnTo>
                  <a:lnTo>
                    <a:pt x="1526868" y="2993531"/>
                  </a:lnTo>
                  <a:lnTo>
                    <a:pt x="1526986" y="2993531"/>
                  </a:lnTo>
                  <a:lnTo>
                    <a:pt x="1527103" y="2993531"/>
                  </a:lnTo>
                  <a:lnTo>
                    <a:pt x="1527103" y="2993100"/>
                  </a:lnTo>
                  <a:lnTo>
                    <a:pt x="1527221" y="2993100"/>
                  </a:lnTo>
                  <a:lnTo>
                    <a:pt x="1527338" y="2993100"/>
                  </a:lnTo>
                  <a:lnTo>
                    <a:pt x="1527456" y="2993100"/>
                  </a:lnTo>
                  <a:lnTo>
                    <a:pt x="1527574" y="2993100"/>
                  </a:lnTo>
                  <a:lnTo>
                    <a:pt x="1527691" y="2993100"/>
                  </a:lnTo>
                  <a:lnTo>
                    <a:pt x="1527809" y="2993100"/>
                  </a:lnTo>
                  <a:lnTo>
                    <a:pt x="1527809" y="2992670"/>
                  </a:lnTo>
                  <a:lnTo>
                    <a:pt x="1527926" y="2992670"/>
                  </a:lnTo>
                  <a:lnTo>
                    <a:pt x="1528044" y="2992670"/>
                  </a:lnTo>
                  <a:lnTo>
                    <a:pt x="1528162" y="2992670"/>
                  </a:lnTo>
                  <a:lnTo>
                    <a:pt x="1528162" y="2992239"/>
                  </a:lnTo>
                  <a:lnTo>
                    <a:pt x="1528279" y="2992239"/>
                  </a:lnTo>
                  <a:lnTo>
                    <a:pt x="1528397" y="2992239"/>
                  </a:lnTo>
                  <a:lnTo>
                    <a:pt x="1528514" y="2992239"/>
                  </a:lnTo>
                  <a:lnTo>
                    <a:pt x="1528632" y="2992239"/>
                  </a:lnTo>
                  <a:lnTo>
                    <a:pt x="1528750" y="2992239"/>
                  </a:lnTo>
                  <a:lnTo>
                    <a:pt x="1528867" y="2992239"/>
                  </a:lnTo>
                  <a:lnTo>
                    <a:pt x="1528985" y="2992239"/>
                  </a:lnTo>
                  <a:lnTo>
                    <a:pt x="1529103" y="2992239"/>
                  </a:lnTo>
                  <a:lnTo>
                    <a:pt x="1529220" y="2992239"/>
                  </a:lnTo>
                  <a:lnTo>
                    <a:pt x="1529220" y="2991808"/>
                  </a:lnTo>
                  <a:lnTo>
                    <a:pt x="1529220" y="2991378"/>
                  </a:lnTo>
                  <a:lnTo>
                    <a:pt x="1529338" y="2991378"/>
                  </a:lnTo>
                  <a:lnTo>
                    <a:pt x="1529455" y="2991378"/>
                  </a:lnTo>
                  <a:lnTo>
                    <a:pt x="1529573" y="2991378"/>
                  </a:lnTo>
                  <a:lnTo>
                    <a:pt x="1529691" y="2991378"/>
                  </a:lnTo>
                  <a:lnTo>
                    <a:pt x="1529808" y="2991378"/>
                  </a:lnTo>
                  <a:lnTo>
                    <a:pt x="1529926" y="2991378"/>
                  </a:lnTo>
                  <a:lnTo>
                    <a:pt x="1529926" y="2990947"/>
                  </a:lnTo>
                  <a:lnTo>
                    <a:pt x="1530043" y="2990947"/>
                  </a:lnTo>
                  <a:lnTo>
                    <a:pt x="1530161" y="2990947"/>
                  </a:lnTo>
                  <a:lnTo>
                    <a:pt x="1530279" y="2990947"/>
                  </a:lnTo>
                  <a:lnTo>
                    <a:pt x="1530396" y="2990947"/>
                  </a:lnTo>
                  <a:lnTo>
                    <a:pt x="1530514" y="2990947"/>
                  </a:lnTo>
                  <a:lnTo>
                    <a:pt x="1530632" y="2990947"/>
                  </a:lnTo>
                  <a:lnTo>
                    <a:pt x="1530749" y="2990947"/>
                  </a:lnTo>
                  <a:lnTo>
                    <a:pt x="1530749" y="2990517"/>
                  </a:lnTo>
                  <a:lnTo>
                    <a:pt x="1530867" y="2990517"/>
                  </a:lnTo>
                  <a:lnTo>
                    <a:pt x="1530867" y="2990086"/>
                  </a:lnTo>
                  <a:lnTo>
                    <a:pt x="1530867" y="2989655"/>
                  </a:lnTo>
                  <a:lnTo>
                    <a:pt x="1530984" y="2989655"/>
                  </a:lnTo>
                  <a:lnTo>
                    <a:pt x="1531102" y="2989655"/>
                  </a:lnTo>
                  <a:lnTo>
                    <a:pt x="1531102" y="2989225"/>
                  </a:lnTo>
                  <a:lnTo>
                    <a:pt x="1531220" y="2989225"/>
                  </a:lnTo>
                  <a:lnTo>
                    <a:pt x="1531337" y="2989225"/>
                  </a:lnTo>
                  <a:lnTo>
                    <a:pt x="1531455" y="2989225"/>
                  </a:lnTo>
                  <a:lnTo>
                    <a:pt x="1531572" y="2989225"/>
                  </a:lnTo>
                  <a:lnTo>
                    <a:pt x="1531690" y="2989225"/>
                  </a:lnTo>
                  <a:lnTo>
                    <a:pt x="1531808" y="2989225"/>
                  </a:lnTo>
                  <a:lnTo>
                    <a:pt x="1531925" y="2989225"/>
                  </a:lnTo>
                  <a:lnTo>
                    <a:pt x="1532043" y="2989225"/>
                  </a:lnTo>
                  <a:lnTo>
                    <a:pt x="1532161" y="2989225"/>
                  </a:lnTo>
                  <a:lnTo>
                    <a:pt x="1532278" y="2989225"/>
                  </a:lnTo>
                  <a:lnTo>
                    <a:pt x="1532396" y="2989225"/>
                  </a:lnTo>
                  <a:lnTo>
                    <a:pt x="1532513" y="2989225"/>
                  </a:lnTo>
                  <a:lnTo>
                    <a:pt x="1532631" y="2989225"/>
                  </a:lnTo>
                  <a:lnTo>
                    <a:pt x="1532631" y="2988794"/>
                  </a:lnTo>
                  <a:lnTo>
                    <a:pt x="1532749" y="2988794"/>
                  </a:lnTo>
                  <a:lnTo>
                    <a:pt x="1532866" y="2988794"/>
                  </a:lnTo>
                  <a:lnTo>
                    <a:pt x="1532984" y="2988794"/>
                  </a:lnTo>
                  <a:lnTo>
                    <a:pt x="1532984" y="2988364"/>
                  </a:lnTo>
                  <a:lnTo>
                    <a:pt x="1533101" y="2988364"/>
                  </a:lnTo>
                  <a:lnTo>
                    <a:pt x="1533101" y="2987933"/>
                  </a:lnTo>
                  <a:lnTo>
                    <a:pt x="1533219" y="2987933"/>
                  </a:lnTo>
                  <a:lnTo>
                    <a:pt x="1533219" y="2987502"/>
                  </a:lnTo>
                  <a:lnTo>
                    <a:pt x="1533337" y="2987502"/>
                  </a:lnTo>
                  <a:lnTo>
                    <a:pt x="1533454" y="2987502"/>
                  </a:lnTo>
                  <a:lnTo>
                    <a:pt x="1533454" y="2987072"/>
                  </a:lnTo>
                  <a:lnTo>
                    <a:pt x="1533572" y="2987072"/>
                  </a:lnTo>
                  <a:lnTo>
                    <a:pt x="1533690" y="2987072"/>
                  </a:lnTo>
                  <a:lnTo>
                    <a:pt x="1533807" y="2987072"/>
                  </a:lnTo>
                  <a:lnTo>
                    <a:pt x="1533925" y="2987072"/>
                  </a:lnTo>
                  <a:lnTo>
                    <a:pt x="1534042" y="2987072"/>
                  </a:lnTo>
                  <a:lnTo>
                    <a:pt x="1534042" y="2986641"/>
                  </a:lnTo>
                  <a:lnTo>
                    <a:pt x="1534160" y="2986641"/>
                  </a:lnTo>
                  <a:lnTo>
                    <a:pt x="1534160" y="2986211"/>
                  </a:lnTo>
                  <a:lnTo>
                    <a:pt x="1534160" y="2985780"/>
                  </a:lnTo>
                  <a:lnTo>
                    <a:pt x="1534160" y="2985349"/>
                  </a:lnTo>
                  <a:lnTo>
                    <a:pt x="1534278" y="2985349"/>
                  </a:lnTo>
                  <a:lnTo>
                    <a:pt x="1534395" y="2985349"/>
                  </a:lnTo>
                  <a:lnTo>
                    <a:pt x="1534395" y="2984919"/>
                  </a:lnTo>
                  <a:lnTo>
                    <a:pt x="1534513" y="2984919"/>
                  </a:lnTo>
                  <a:lnTo>
                    <a:pt x="1534513" y="2984488"/>
                  </a:lnTo>
                  <a:lnTo>
                    <a:pt x="1534513" y="2984058"/>
                  </a:lnTo>
                  <a:lnTo>
                    <a:pt x="1534630" y="2984058"/>
                  </a:lnTo>
                  <a:lnTo>
                    <a:pt x="1534630" y="2983627"/>
                  </a:lnTo>
                  <a:lnTo>
                    <a:pt x="1534748" y="2983627"/>
                  </a:lnTo>
                  <a:lnTo>
                    <a:pt x="1534748" y="2983196"/>
                  </a:lnTo>
                  <a:lnTo>
                    <a:pt x="1534866" y="2983196"/>
                  </a:lnTo>
                  <a:lnTo>
                    <a:pt x="1534983" y="2983196"/>
                  </a:lnTo>
                  <a:lnTo>
                    <a:pt x="1535101" y="2983196"/>
                  </a:lnTo>
                  <a:lnTo>
                    <a:pt x="1535218" y="2983196"/>
                  </a:lnTo>
                  <a:lnTo>
                    <a:pt x="1535336" y="2983196"/>
                  </a:lnTo>
                  <a:lnTo>
                    <a:pt x="1535454" y="2983196"/>
                  </a:lnTo>
                  <a:lnTo>
                    <a:pt x="1535571" y="2983196"/>
                  </a:lnTo>
                  <a:lnTo>
                    <a:pt x="1535689" y="2983196"/>
                  </a:lnTo>
                  <a:lnTo>
                    <a:pt x="1535689" y="2982766"/>
                  </a:lnTo>
                  <a:lnTo>
                    <a:pt x="1535807" y="2982766"/>
                  </a:lnTo>
                  <a:lnTo>
                    <a:pt x="1535807" y="2982335"/>
                  </a:lnTo>
                  <a:lnTo>
                    <a:pt x="1535924" y="2982335"/>
                  </a:lnTo>
                  <a:lnTo>
                    <a:pt x="1535924" y="2981905"/>
                  </a:lnTo>
                  <a:lnTo>
                    <a:pt x="1536042" y="2981905"/>
                  </a:lnTo>
                  <a:lnTo>
                    <a:pt x="1536159" y="2981905"/>
                  </a:lnTo>
                  <a:lnTo>
                    <a:pt x="1536159" y="2981474"/>
                  </a:lnTo>
                  <a:lnTo>
                    <a:pt x="1536159" y="2981043"/>
                  </a:lnTo>
                  <a:lnTo>
                    <a:pt x="1536277" y="2981043"/>
                  </a:lnTo>
                  <a:lnTo>
                    <a:pt x="1536395" y="2981043"/>
                  </a:lnTo>
                  <a:lnTo>
                    <a:pt x="1536512" y="2981043"/>
                  </a:lnTo>
                  <a:lnTo>
                    <a:pt x="1536512" y="2980613"/>
                  </a:lnTo>
                  <a:lnTo>
                    <a:pt x="1536630" y="2980613"/>
                  </a:lnTo>
                  <a:lnTo>
                    <a:pt x="1536747" y="2980613"/>
                  </a:lnTo>
                  <a:lnTo>
                    <a:pt x="1536865" y="2980613"/>
                  </a:lnTo>
                  <a:lnTo>
                    <a:pt x="1536865" y="2980182"/>
                  </a:lnTo>
                  <a:lnTo>
                    <a:pt x="1536983" y="2980182"/>
                  </a:lnTo>
                  <a:lnTo>
                    <a:pt x="1537100" y="2980182"/>
                  </a:lnTo>
                  <a:lnTo>
                    <a:pt x="1537218" y="2980182"/>
                  </a:lnTo>
                  <a:lnTo>
                    <a:pt x="1537336" y="2980182"/>
                  </a:lnTo>
                  <a:lnTo>
                    <a:pt x="1537453" y="2980182"/>
                  </a:lnTo>
                  <a:lnTo>
                    <a:pt x="1537453" y="2979752"/>
                  </a:lnTo>
                  <a:lnTo>
                    <a:pt x="1537453" y="2979321"/>
                  </a:lnTo>
                  <a:lnTo>
                    <a:pt x="1537571" y="2979321"/>
                  </a:lnTo>
                  <a:lnTo>
                    <a:pt x="1537688" y="2979321"/>
                  </a:lnTo>
                  <a:lnTo>
                    <a:pt x="1537688" y="2978890"/>
                  </a:lnTo>
                  <a:lnTo>
                    <a:pt x="1537806" y="2978890"/>
                  </a:lnTo>
                  <a:lnTo>
                    <a:pt x="1537924" y="2978890"/>
                  </a:lnTo>
                  <a:lnTo>
                    <a:pt x="1538041" y="2978890"/>
                  </a:lnTo>
                  <a:lnTo>
                    <a:pt x="1538159" y="2978890"/>
                  </a:lnTo>
                  <a:lnTo>
                    <a:pt x="1538276" y="2978890"/>
                  </a:lnTo>
                  <a:lnTo>
                    <a:pt x="1538394" y="2978890"/>
                  </a:lnTo>
                  <a:lnTo>
                    <a:pt x="1538394" y="2978460"/>
                  </a:lnTo>
                  <a:lnTo>
                    <a:pt x="1538512" y="2978460"/>
                  </a:lnTo>
                  <a:lnTo>
                    <a:pt x="1538629" y="2978460"/>
                  </a:lnTo>
                  <a:lnTo>
                    <a:pt x="1538747" y="2978460"/>
                  </a:lnTo>
                  <a:lnTo>
                    <a:pt x="1538747" y="2978029"/>
                  </a:lnTo>
                  <a:lnTo>
                    <a:pt x="1538865" y="2978029"/>
                  </a:lnTo>
                  <a:lnTo>
                    <a:pt x="1538865" y="2977599"/>
                  </a:lnTo>
                  <a:lnTo>
                    <a:pt x="1538982" y="2977599"/>
                  </a:lnTo>
                  <a:lnTo>
                    <a:pt x="1539100" y="2977599"/>
                  </a:lnTo>
                  <a:lnTo>
                    <a:pt x="1539217" y="2977599"/>
                  </a:lnTo>
                  <a:lnTo>
                    <a:pt x="1539217" y="2977168"/>
                  </a:lnTo>
                  <a:lnTo>
                    <a:pt x="1539335" y="2977168"/>
                  </a:lnTo>
                  <a:lnTo>
                    <a:pt x="1539335" y="2976737"/>
                  </a:lnTo>
                  <a:lnTo>
                    <a:pt x="1539453" y="2976737"/>
                  </a:lnTo>
                  <a:lnTo>
                    <a:pt x="1539570" y="2976737"/>
                  </a:lnTo>
                  <a:lnTo>
                    <a:pt x="1539570" y="2976307"/>
                  </a:lnTo>
                  <a:lnTo>
                    <a:pt x="1539688" y="2976307"/>
                  </a:lnTo>
                  <a:lnTo>
                    <a:pt x="1539805" y="2976307"/>
                  </a:lnTo>
                  <a:lnTo>
                    <a:pt x="1539923" y="2976307"/>
                  </a:lnTo>
                  <a:lnTo>
                    <a:pt x="1539923" y="2975876"/>
                  </a:lnTo>
                  <a:lnTo>
                    <a:pt x="1540041" y="2975876"/>
                  </a:lnTo>
                  <a:lnTo>
                    <a:pt x="1540158" y="2975876"/>
                  </a:lnTo>
                  <a:lnTo>
                    <a:pt x="1540158" y="2975446"/>
                  </a:lnTo>
                  <a:lnTo>
                    <a:pt x="1540276" y="2975446"/>
                  </a:lnTo>
                  <a:lnTo>
                    <a:pt x="1540276" y="2975015"/>
                  </a:lnTo>
                  <a:lnTo>
                    <a:pt x="1540394" y="2975015"/>
                  </a:lnTo>
                  <a:lnTo>
                    <a:pt x="1540511" y="2975015"/>
                  </a:lnTo>
                  <a:lnTo>
                    <a:pt x="1540629" y="2975015"/>
                  </a:lnTo>
                  <a:lnTo>
                    <a:pt x="1540746" y="2975015"/>
                  </a:lnTo>
                  <a:lnTo>
                    <a:pt x="1540746" y="2974584"/>
                  </a:lnTo>
                  <a:lnTo>
                    <a:pt x="1540864" y="2974584"/>
                  </a:lnTo>
                  <a:lnTo>
                    <a:pt x="1540982" y="2974584"/>
                  </a:lnTo>
                  <a:lnTo>
                    <a:pt x="1540982" y="2974154"/>
                  </a:lnTo>
                  <a:lnTo>
                    <a:pt x="1541099" y="2974154"/>
                  </a:lnTo>
                  <a:lnTo>
                    <a:pt x="1541099" y="2973723"/>
                  </a:lnTo>
                  <a:lnTo>
                    <a:pt x="1541217" y="2973723"/>
                  </a:lnTo>
                  <a:lnTo>
                    <a:pt x="1541334" y="2973723"/>
                  </a:lnTo>
                  <a:lnTo>
                    <a:pt x="1541452" y="2973723"/>
                  </a:lnTo>
                  <a:lnTo>
                    <a:pt x="1541570" y="2973723"/>
                  </a:lnTo>
                  <a:lnTo>
                    <a:pt x="1541687" y="2973723"/>
                  </a:lnTo>
                  <a:lnTo>
                    <a:pt x="1541805" y="2973723"/>
                  </a:lnTo>
                  <a:lnTo>
                    <a:pt x="1541923" y="2973723"/>
                  </a:lnTo>
                  <a:lnTo>
                    <a:pt x="1542040" y="2973723"/>
                  </a:lnTo>
                  <a:lnTo>
                    <a:pt x="1542158" y="2973723"/>
                  </a:lnTo>
                  <a:lnTo>
                    <a:pt x="1542158" y="2973293"/>
                  </a:lnTo>
                  <a:lnTo>
                    <a:pt x="1542275" y="2973293"/>
                  </a:lnTo>
                  <a:lnTo>
                    <a:pt x="1542393" y="2973293"/>
                  </a:lnTo>
                  <a:lnTo>
                    <a:pt x="1542511" y="2973293"/>
                  </a:lnTo>
                  <a:lnTo>
                    <a:pt x="1542628" y="2973293"/>
                  </a:lnTo>
                  <a:lnTo>
                    <a:pt x="1542628" y="2972862"/>
                  </a:lnTo>
                  <a:lnTo>
                    <a:pt x="1542746" y="2972862"/>
                  </a:lnTo>
                  <a:lnTo>
                    <a:pt x="1542863" y="2972862"/>
                  </a:lnTo>
                  <a:lnTo>
                    <a:pt x="1542863" y="2972431"/>
                  </a:lnTo>
                  <a:lnTo>
                    <a:pt x="1542863" y="2972001"/>
                  </a:lnTo>
                  <a:lnTo>
                    <a:pt x="1542981" y="2972001"/>
                  </a:lnTo>
                  <a:lnTo>
                    <a:pt x="1542981" y="2971570"/>
                  </a:lnTo>
                  <a:lnTo>
                    <a:pt x="1543099" y="2971570"/>
                  </a:lnTo>
                  <a:lnTo>
                    <a:pt x="1543099" y="2971140"/>
                  </a:lnTo>
                  <a:lnTo>
                    <a:pt x="1543099" y="2970709"/>
                  </a:lnTo>
                  <a:lnTo>
                    <a:pt x="1543099" y="2970278"/>
                  </a:lnTo>
                  <a:lnTo>
                    <a:pt x="1543216" y="2970278"/>
                  </a:lnTo>
                  <a:lnTo>
                    <a:pt x="1543334" y="2970278"/>
                  </a:lnTo>
                  <a:lnTo>
                    <a:pt x="1543451" y="2970278"/>
                  </a:lnTo>
                  <a:lnTo>
                    <a:pt x="1543569" y="2970278"/>
                  </a:lnTo>
                  <a:lnTo>
                    <a:pt x="1543687" y="2970278"/>
                  </a:lnTo>
                  <a:lnTo>
                    <a:pt x="1543804" y="2970278"/>
                  </a:lnTo>
                  <a:lnTo>
                    <a:pt x="1543922" y="2970278"/>
                  </a:lnTo>
                  <a:lnTo>
                    <a:pt x="1544040" y="2970278"/>
                  </a:lnTo>
                  <a:lnTo>
                    <a:pt x="1544157" y="2970278"/>
                  </a:lnTo>
                  <a:lnTo>
                    <a:pt x="1544275" y="2970278"/>
                  </a:lnTo>
                  <a:lnTo>
                    <a:pt x="1544392" y="2970278"/>
                  </a:lnTo>
                  <a:lnTo>
                    <a:pt x="1544510" y="2970278"/>
                  </a:lnTo>
                  <a:lnTo>
                    <a:pt x="1544628" y="2970278"/>
                  </a:lnTo>
                  <a:lnTo>
                    <a:pt x="1544745" y="2970278"/>
                  </a:lnTo>
                  <a:lnTo>
                    <a:pt x="1544863" y="2970278"/>
                  </a:lnTo>
                  <a:lnTo>
                    <a:pt x="1544863" y="2969848"/>
                  </a:lnTo>
                  <a:lnTo>
                    <a:pt x="1544980" y="2969848"/>
                  </a:lnTo>
                  <a:lnTo>
                    <a:pt x="1545098" y="2969848"/>
                  </a:lnTo>
                  <a:lnTo>
                    <a:pt x="1545098" y="2969417"/>
                  </a:lnTo>
                  <a:lnTo>
                    <a:pt x="1545098" y="2968987"/>
                  </a:lnTo>
                  <a:lnTo>
                    <a:pt x="1545216" y="2968987"/>
                  </a:lnTo>
                  <a:lnTo>
                    <a:pt x="1545333" y="2968987"/>
                  </a:lnTo>
                  <a:lnTo>
                    <a:pt x="1545451" y="2968987"/>
                  </a:lnTo>
                  <a:lnTo>
                    <a:pt x="1545569" y="2968987"/>
                  </a:lnTo>
                  <a:lnTo>
                    <a:pt x="1545686" y="2968987"/>
                  </a:lnTo>
                  <a:lnTo>
                    <a:pt x="1545804" y="2968987"/>
                  </a:lnTo>
                  <a:lnTo>
                    <a:pt x="1545921" y="2968987"/>
                  </a:lnTo>
                  <a:lnTo>
                    <a:pt x="1545921" y="2968556"/>
                  </a:lnTo>
                  <a:lnTo>
                    <a:pt x="1545921" y="2968125"/>
                  </a:lnTo>
                  <a:lnTo>
                    <a:pt x="1546039" y="2968125"/>
                  </a:lnTo>
                  <a:lnTo>
                    <a:pt x="1546157" y="2968125"/>
                  </a:lnTo>
                  <a:lnTo>
                    <a:pt x="1546274" y="2968125"/>
                  </a:lnTo>
                  <a:lnTo>
                    <a:pt x="1546274" y="2967695"/>
                  </a:lnTo>
                  <a:lnTo>
                    <a:pt x="1546392" y="2967695"/>
                  </a:lnTo>
                  <a:lnTo>
                    <a:pt x="1546509" y="2967695"/>
                  </a:lnTo>
                  <a:lnTo>
                    <a:pt x="1546627" y="2967695"/>
                  </a:lnTo>
                  <a:lnTo>
                    <a:pt x="1546627" y="2967264"/>
                  </a:lnTo>
                  <a:lnTo>
                    <a:pt x="1546627" y="2966834"/>
                  </a:lnTo>
                  <a:lnTo>
                    <a:pt x="1546745" y="2966834"/>
                  </a:lnTo>
                  <a:lnTo>
                    <a:pt x="1546862" y="2966834"/>
                  </a:lnTo>
                  <a:lnTo>
                    <a:pt x="1546980" y="2966834"/>
                  </a:lnTo>
                  <a:lnTo>
                    <a:pt x="1546980" y="2966403"/>
                  </a:lnTo>
                  <a:lnTo>
                    <a:pt x="1547098" y="2966403"/>
                  </a:lnTo>
                  <a:lnTo>
                    <a:pt x="1547215" y="2966403"/>
                  </a:lnTo>
                  <a:lnTo>
                    <a:pt x="1547215" y="2965972"/>
                  </a:lnTo>
                  <a:lnTo>
                    <a:pt x="1547333" y="2965972"/>
                  </a:lnTo>
                  <a:lnTo>
                    <a:pt x="1547450" y="2965972"/>
                  </a:lnTo>
                  <a:lnTo>
                    <a:pt x="1547568" y="2965972"/>
                  </a:lnTo>
                  <a:lnTo>
                    <a:pt x="1547686" y="2965972"/>
                  </a:lnTo>
                  <a:lnTo>
                    <a:pt x="1547803" y="2965972"/>
                  </a:lnTo>
                  <a:lnTo>
                    <a:pt x="1547921" y="2965972"/>
                  </a:lnTo>
                  <a:lnTo>
                    <a:pt x="1548038" y="2965972"/>
                  </a:lnTo>
                  <a:lnTo>
                    <a:pt x="1548038" y="2965542"/>
                  </a:lnTo>
                  <a:lnTo>
                    <a:pt x="1548038" y="2965111"/>
                  </a:lnTo>
                  <a:lnTo>
                    <a:pt x="1548156" y="2965111"/>
                  </a:lnTo>
                  <a:lnTo>
                    <a:pt x="1548156" y="2964681"/>
                  </a:lnTo>
                  <a:lnTo>
                    <a:pt x="1548156" y="2964250"/>
                  </a:lnTo>
                  <a:lnTo>
                    <a:pt x="1548274" y="2964250"/>
                  </a:lnTo>
                  <a:lnTo>
                    <a:pt x="1548391" y="2964250"/>
                  </a:lnTo>
                  <a:lnTo>
                    <a:pt x="1548509" y="2964250"/>
                  </a:lnTo>
                  <a:lnTo>
                    <a:pt x="1548627" y="2964250"/>
                  </a:lnTo>
                  <a:lnTo>
                    <a:pt x="1548744" y="2964250"/>
                  </a:lnTo>
                  <a:lnTo>
                    <a:pt x="1548862" y="2964250"/>
                  </a:lnTo>
                  <a:lnTo>
                    <a:pt x="1548862" y="2963819"/>
                  </a:lnTo>
                  <a:lnTo>
                    <a:pt x="1548979" y="2963819"/>
                  </a:lnTo>
                  <a:lnTo>
                    <a:pt x="1549097" y="2963819"/>
                  </a:lnTo>
                  <a:lnTo>
                    <a:pt x="1549215" y="2963819"/>
                  </a:lnTo>
                  <a:lnTo>
                    <a:pt x="1549215" y="2963389"/>
                  </a:lnTo>
                  <a:lnTo>
                    <a:pt x="1549332" y="2963389"/>
                  </a:lnTo>
                  <a:lnTo>
                    <a:pt x="1549450" y="2963389"/>
                  </a:lnTo>
                  <a:lnTo>
                    <a:pt x="1549567" y="2963389"/>
                  </a:lnTo>
                  <a:lnTo>
                    <a:pt x="1549567" y="2962958"/>
                  </a:lnTo>
                  <a:lnTo>
                    <a:pt x="1549685" y="2962958"/>
                  </a:lnTo>
                  <a:lnTo>
                    <a:pt x="1549685" y="2962528"/>
                  </a:lnTo>
                  <a:lnTo>
                    <a:pt x="1549685" y="2962097"/>
                  </a:lnTo>
                  <a:lnTo>
                    <a:pt x="1549803" y="2962097"/>
                  </a:lnTo>
                  <a:lnTo>
                    <a:pt x="1549920" y="2962097"/>
                  </a:lnTo>
                  <a:lnTo>
                    <a:pt x="1550038" y="2962097"/>
                  </a:lnTo>
                  <a:lnTo>
                    <a:pt x="1550156" y="2962097"/>
                  </a:lnTo>
                  <a:lnTo>
                    <a:pt x="1550273" y="2962097"/>
                  </a:lnTo>
                  <a:lnTo>
                    <a:pt x="1550391" y="2962097"/>
                  </a:lnTo>
                  <a:lnTo>
                    <a:pt x="1550391" y="2961666"/>
                  </a:lnTo>
                  <a:lnTo>
                    <a:pt x="1550391" y="2961236"/>
                  </a:lnTo>
                  <a:lnTo>
                    <a:pt x="1550508" y="2961236"/>
                  </a:lnTo>
                  <a:lnTo>
                    <a:pt x="1550626" y="2961236"/>
                  </a:lnTo>
                  <a:lnTo>
                    <a:pt x="1550626" y="2960805"/>
                  </a:lnTo>
                  <a:lnTo>
                    <a:pt x="1550744" y="2960805"/>
                  </a:lnTo>
                  <a:lnTo>
                    <a:pt x="1550861" y="2960805"/>
                  </a:lnTo>
                  <a:lnTo>
                    <a:pt x="1550979" y="2960805"/>
                  </a:lnTo>
                  <a:lnTo>
                    <a:pt x="1550979" y="2960375"/>
                  </a:lnTo>
                  <a:lnTo>
                    <a:pt x="1551096" y="2960375"/>
                  </a:lnTo>
                  <a:lnTo>
                    <a:pt x="1551096" y="2959944"/>
                  </a:lnTo>
                  <a:lnTo>
                    <a:pt x="1551214" y="2959944"/>
                  </a:lnTo>
                  <a:lnTo>
                    <a:pt x="1551332" y="2959944"/>
                  </a:lnTo>
                  <a:lnTo>
                    <a:pt x="1551332" y="2959513"/>
                  </a:lnTo>
                  <a:lnTo>
                    <a:pt x="1551449" y="2959513"/>
                  </a:lnTo>
                  <a:lnTo>
                    <a:pt x="1551567" y="2959513"/>
                  </a:lnTo>
                  <a:lnTo>
                    <a:pt x="1551567" y="2959083"/>
                  </a:lnTo>
                  <a:lnTo>
                    <a:pt x="1551684" y="2959083"/>
                  </a:lnTo>
                  <a:lnTo>
                    <a:pt x="1551802" y="2959083"/>
                  </a:lnTo>
                  <a:lnTo>
                    <a:pt x="1551920" y="2959083"/>
                  </a:lnTo>
                  <a:lnTo>
                    <a:pt x="1552037" y="2959083"/>
                  </a:lnTo>
                  <a:lnTo>
                    <a:pt x="1552155" y="2959083"/>
                  </a:lnTo>
                  <a:lnTo>
                    <a:pt x="1552155" y="2958652"/>
                  </a:lnTo>
                  <a:lnTo>
                    <a:pt x="1552273" y="2958652"/>
                  </a:lnTo>
                  <a:lnTo>
                    <a:pt x="1552390" y="2958652"/>
                  </a:lnTo>
                  <a:lnTo>
                    <a:pt x="1552508" y="2958652"/>
                  </a:lnTo>
                  <a:lnTo>
                    <a:pt x="1552625" y="2958652"/>
                  </a:lnTo>
                  <a:lnTo>
                    <a:pt x="1552743" y="2958652"/>
                  </a:lnTo>
                  <a:lnTo>
                    <a:pt x="1552861" y="2958652"/>
                  </a:lnTo>
                  <a:lnTo>
                    <a:pt x="1552978" y="2958652"/>
                  </a:lnTo>
                  <a:lnTo>
                    <a:pt x="1553096" y="2958652"/>
                  </a:lnTo>
                  <a:lnTo>
                    <a:pt x="1553213" y="2958652"/>
                  </a:lnTo>
                  <a:lnTo>
                    <a:pt x="1553331" y="2958652"/>
                  </a:lnTo>
                  <a:lnTo>
                    <a:pt x="1553331" y="2958222"/>
                  </a:lnTo>
                  <a:lnTo>
                    <a:pt x="1553449" y="2958222"/>
                  </a:lnTo>
                  <a:lnTo>
                    <a:pt x="1553449" y="2957791"/>
                  </a:lnTo>
                  <a:lnTo>
                    <a:pt x="1553449" y="2957360"/>
                  </a:lnTo>
                  <a:lnTo>
                    <a:pt x="1553566" y="2957360"/>
                  </a:lnTo>
                  <a:lnTo>
                    <a:pt x="1553684" y="2957360"/>
                  </a:lnTo>
                  <a:lnTo>
                    <a:pt x="1553802" y="2957360"/>
                  </a:lnTo>
                  <a:lnTo>
                    <a:pt x="1553802" y="2956930"/>
                  </a:lnTo>
                  <a:lnTo>
                    <a:pt x="1553919" y="2956930"/>
                  </a:lnTo>
                  <a:lnTo>
                    <a:pt x="1554037" y="2956930"/>
                  </a:lnTo>
                  <a:lnTo>
                    <a:pt x="1554154" y="2956930"/>
                  </a:lnTo>
                  <a:lnTo>
                    <a:pt x="1554272" y="2956930"/>
                  </a:lnTo>
                  <a:lnTo>
                    <a:pt x="1554272" y="2956499"/>
                  </a:lnTo>
                  <a:lnTo>
                    <a:pt x="1554390" y="2956499"/>
                  </a:lnTo>
                  <a:lnTo>
                    <a:pt x="1554507" y="2956499"/>
                  </a:lnTo>
                  <a:lnTo>
                    <a:pt x="1554625" y="2956499"/>
                  </a:lnTo>
                  <a:lnTo>
                    <a:pt x="1554625" y="2956069"/>
                  </a:lnTo>
                  <a:lnTo>
                    <a:pt x="1554625" y="2955638"/>
                  </a:lnTo>
                  <a:lnTo>
                    <a:pt x="1554742" y="2955638"/>
                  </a:lnTo>
                  <a:lnTo>
                    <a:pt x="1554742" y="2955207"/>
                  </a:lnTo>
                  <a:lnTo>
                    <a:pt x="1554860" y="2955207"/>
                  </a:lnTo>
                  <a:lnTo>
                    <a:pt x="1554978" y="2955207"/>
                  </a:lnTo>
                  <a:lnTo>
                    <a:pt x="1555095" y="2955207"/>
                  </a:lnTo>
                  <a:lnTo>
                    <a:pt x="1555213" y="2955207"/>
                  </a:lnTo>
                  <a:lnTo>
                    <a:pt x="1555331" y="2955207"/>
                  </a:lnTo>
                  <a:lnTo>
                    <a:pt x="1555448" y="2955207"/>
                  </a:lnTo>
                  <a:lnTo>
                    <a:pt x="1555566" y="2955207"/>
                  </a:lnTo>
                  <a:lnTo>
                    <a:pt x="1555683" y="2955207"/>
                  </a:lnTo>
                  <a:lnTo>
                    <a:pt x="1555801" y="2955207"/>
                  </a:lnTo>
                  <a:lnTo>
                    <a:pt x="1555919" y="2955207"/>
                  </a:lnTo>
                  <a:lnTo>
                    <a:pt x="1556036" y="2955207"/>
                  </a:lnTo>
                  <a:lnTo>
                    <a:pt x="1556036" y="2954777"/>
                  </a:lnTo>
                  <a:lnTo>
                    <a:pt x="1556036" y="2954346"/>
                  </a:lnTo>
                  <a:lnTo>
                    <a:pt x="1556036" y="2953916"/>
                  </a:lnTo>
                  <a:lnTo>
                    <a:pt x="1556154" y="2953916"/>
                  </a:lnTo>
                  <a:lnTo>
                    <a:pt x="1556271" y="2953916"/>
                  </a:lnTo>
                  <a:lnTo>
                    <a:pt x="1556389" y="2953916"/>
                  </a:lnTo>
                  <a:lnTo>
                    <a:pt x="1556507" y="2953916"/>
                  </a:lnTo>
                  <a:lnTo>
                    <a:pt x="1556624" y="2953916"/>
                  </a:lnTo>
                  <a:lnTo>
                    <a:pt x="1556742" y="2953916"/>
                  </a:lnTo>
                  <a:lnTo>
                    <a:pt x="1556860" y="2953916"/>
                  </a:lnTo>
                  <a:lnTo>
                    <a:pt x="1556860" y="2953485"/>
                  </a:lnTo>
                  <a:lnTo>
                    <a:pt x="1556860" y="2953054"/>
                  </a:lnTo>
                  <a:lnTo>
                    <a:pt x="1556977" y="2953054"/>
                  </a:lnTo>
                  <a:lnTo>
                    <a:pt x="1557095" y="2953054"/>
                  </a:lnTo>
                  <a:lnTo>
                    <a:pt x="1557212" y="2953054"/>
                  </a:lnTo>
                  <a:lnTo>
                    <a:pt x="1557330" y="2953054"/>
                  </a:lnTo>
                  <a:lnTo>
                    <a:pt x="1557448" y="2953054"/>
                  </a:lnTo>
                  <a:lnTo>
                    <a:pt x="1557565" y="2953054"/>
                  </a:lnTo>
                  <a:lnTo>
                    <a:pt x="1557565" y="2952624"/>
                  </a:lnTo>
                  <a:lnTo>
                    <a:pt x="1557683" y="2952624"/>
                  </a:lnTo>
                  <a:lnTo>
                    <a:pt x="1557800" y="2952624"/>
                  </a:lnTo>
                  <a:lnTo>
                    <a:pt x="1557800" y="2952193"/>
                  </a:lnTo>
                  <a:lnTo>
                    <a:pt x="1557800" y="2951763"/>
                  </a:lnTo>
                  <a:lnTo>
                    <a:pt x="1557918" y="2951763"/>
                  </a:lnTo>
                  <a:lnTo>
                    <a:pt x="1557918" y="2951332"/>
                  </a:lnTo>
                  <a:lnTo>
                    <a:pt x="1557918" y="2950901"/>
                  </a:lnTo>
                  <a:lnTo>
                    <a:pt x="1557918" y="2950471"/>
                  </a:lnTo>
                  <a:lnTo>
                    <a:pt x="1557918" y="2950040"/>
                  </a:lnTo>
                  <a:lnTo>
                    <a:pt x="1558036" y="2950040"/>
                  </a:lnTo>
                  <a:lnTo>
                    <a:pt x="1558153" y="2950040"/>
                  </a:lnTo>
                  <a:lnTo>
                    <a:pt x="1558271" y="2950040"/>
                  </a:lnTo>
                  <a:lnTo>
                    <a:pt x="1558271" y="2949610"/>
                  </a:lnTo>
                  <a:lnTo>
                    <a:pt x="1558271" y="2949179"/>
                  </a:lnTo>
                  <a:lnTo>
                    <a:pt x="1558389" y="2949179"/>
                  </a:lnTo>
                  <a:lnTo>
                    <a:pt x="1558506" y="2949179"/>
                  </a:lnTo>
                  <a:lnTo>
                    <a:pt x="1558506" y="2948748"/>
                  </a:lnTo>
                  <a:lnTo>
                    <a:pt x="1558624" y="2948748"/>
                  </a:lnTo>
                  <a:lnTo>
                    <a:pt x="1558741" y="2948748"/>
                  </a:lnTo>
                  <a:lnTo>
                    <a:pt x="1558859" y="2948748"/>
                  </a:lnTo>
                  <a:lnTo>
                    <a:pt x="1558859" y="2948318"/>
                  </a:lnTo>
                  <a:lnTo>
                    <a:pt x="1558859" y="2947887"/>
                  </a:lnTo>
                  <a:lnTo>
                    <a:pt x="1558977" y="2947887"/>
                  </a:lnTo>
                  <a:lnTo>
                    <a:pt x="1559094" y="2947887"/>
                  </a:lnTo>
                  <a:lnTo>
                    <a:pt x="1559212" y="2947887"/>
                  </a:lnTo>
                  <a:lnTo>
                    <a:pt x="1559329" y="2947887"/>
                  </a:lnTo>
                  <a:lnTo>
                    <a:pt x="1559447" y="2947887"/>
                  </a:lnTo>
                  <a:lnTo>
                    <a:pt x="1559447" y="2947457"/>
                  </a:lnTo>
                  <a:lnTo>
                    <a:pt x="1559565" y="2947457"/>
                  </a:lnTo>
                  <a:lnTo>
                    <a:pt x="1559682" y="2947457"/>
                  </a:lnTo>
                  <a:lnTo>
                    <a:pt x="1559682" y="2947026"/>
                  </a:lnTo>
                  <a:lnTo>
                    <a:pt x="1559800" y="2947026"/>
                  </a:lnTo>
                  <a:lnTo>
                    <a:pt x="1559800" y="2946595"/>
                  </a:lnTo>
                  <a:lnTo>
                    <a:pt x="1559917" y="2946595"/>
                  </a:lnTo>
                  <a:lnTo>
                    <a:pt x="1560035" y="2946595"/>
                  </a:lnTo>
                  <a:lnTo>
                    <a:pt x="1560153" y="2946595"/>
                  </a:lnTo>
                  <a:lnTo>
                    <a:pt x="1560270" y="2946595"/>
                  </a:lnTo>
                  <a:lnTo>
                    <a:pt x="1560388" y="2946595"/>
                  </a:lnTo>
                  <a:lnTo>
                    <a:pt x="1560506" y="2946595"/>
                  </a:lnTo>
                  <a:lnTo>
                    <a:pt x="1560623" y="2946595"/>
                  </a:lnTo>
                  <a:lnTo>
                    <a:pt x="1560623" y="2946165"/>
                  </a:lnTo>
                  <a:lnTo>
                    <a:pt x="1560741" y="2946165"/>
                  </a:lnTo>
                  <a:lnTo>
                    <a:pt x="1560858" y="2946165"/>
                  </a:lnTo>
                  <a:lnTo>
                    <a:pt x="1560976" y="2946165"/>
                  </a:lnTo>
                  <a:lnTo>
                    <a:pt x="1560976" y="2945734"/>
                  </a:lnTo>
                  <a:lnTo>
                    <a:pt x="1561094" y="2945734"/>
                  </a:lnTo>
                  <a:lnTo>
                    <a:pt x="1561211" y="2945734"/>
                  </a:lnTo>
                  <a:lnTo>
                    <a:pt x="1561329" y="2945734"/>
                  </a:lnTo>
                  <a:lnTo>
                    <a:pt x="1561446" y="2945734"/>
                  </a:lnTo>
                  <a:lnTo>
                    <a:pt x="1561446" y="2945304"/>
                  </a:lnTo>
                  <a:lnTo>
                    <a:pt x="1561564" y="2945304"/>
                  </a:lnTo>
                  <a:lnTo>
                    <a:pt x="1561564" y="2944873"/>
                  </a:lnTo>
                  <a:lnTo>
                    <a:pt x="1561564" y="2944442"/>
                  </a:lnTo>
                  <a:lnTo>
                    <a:pt x="1561564" y="2944012"/>
                  </a:lnTo>
                  <a:lnTo>
                    <a:pt x="1561564" y="2943581"/>
                  </a:lnTo>
                  <a:lnTo>
                    <a:pt x="1561564" y="2943151"/>
                  </a:lnTo>
                  <a:lnTo>
                    <a:pt x="1561682" y="2943151"/>
                  </a:lnTo>
                  <a:lnTo>
                    <a:pt x="1561799" y="2943151"/>
                  </a:lnTo>
                  <a:lnTo>
                    <a:pt x="1561917" y="2943151"/>
                  </a:lnTo>
                  <a:lnTo>
                    <a:pt x="1561917" y="2942720"/>
                  </a:lnTo>
                  <a:lnTo>
                    <a:pt x="1562035" y="2942720"/>
                  </a:lnTo>
                  <a:lnTo>
                    <a:pt x="1562152" y="2942720"/>
                  </a:lnTo>
                  <a:lnTo>
                    <a:pt x="1562270" y="2942720"/>
                  </a:lnTo>
                  <a:lnTo>
                    <a:pt x="1562270" y="2942289"/>
                  </a:lnTo>
                  <a:lnTo>
                    <a:pt x="1562270" y="2941859"/>
                  </a:lnTo>
                  <a:lnTo>
                    <a:pt x="1562270" y="2941428"/>
                  </a:lnTo>
                  <a:lnTo>
                    <a:pt x="1562387" y="2941428"/>
                  </a:lnTo>
                  <a:lnTo>
                    <a:pt x="1562387" y="2940998"/>
                  </a:lnTo>
                  <a:lnTo>
                    <a:pt x="1562505" y="2940998"/>
                  </a:lnTo>
                  <a:lnTo>
                    <a:pt x="1562623" y="2940998"/>
                  </a:lnTo>
                  <a:lnTo>
                    <a:pt x="1562740" y="2940998"/>
                  </a:lnTo>
                  <a:lnTo>
                    <a:pt x="1562740" y="2940567"/>
                  </a:lnTo>
                  <a:lnTo>
                    <a:pt x="1562858" y="2940567"/>
                  </a:lnTo>
                  <a:lnTo>
                    <a:pt x="1562858" y="2940136"/>
                  </a:lnTo>
                  <a:lnTo>
                    <a:pt x="1562975" y="2940136"/>
                  </a:lnTo>
                  <a:lnTo>
                    <a:pt x="1562975" y="2939706"/>
                  </a:lnTo>
                  <a:lnTo>
                    <a:pt x="1562975" y="2939275"/>
                  </a:lnTo>
                  <a:lnTo>
                    <a:pt x="1562975" y="2938845"/>
                  </a:lnTo>
                  <a:lnTo>
                    <a:pt x="1562975" y="2938414"/>
                  </a:lnTo>
                  <a:lnTo>
                    <a:pt x="1563093" y="2938414"/>
                  </a:lnTo>
                  <a:lnTo>
                    <a:pt x="1563093" y="2937983"/>
                  </a:lnTo>
                  <a:lnTo>
                    <a:pt x="1563211" y="2937983"/>
                  </a:lnTo>
                  <a:lnTo>
                    <a:pt x="1563328" y="2937983"/>
                  </a:lnTo>
                  <a:lnTo>
                    <a:pt x="1563328" y="2937553"/>
                  </a:lnTo>
                  <a:lnTo>
                    <a:pt x="1563446" y="2937553"/>
                  </a:lnTo>
                  <a:lnTo>
                    <a:pt x="1563564" y="2937553"/>
                  </a:lnTo>
                  <a:lnTo>
                    <a:pt x="1563681" y="2937553"/>
                  </a:lnTo>
                  <a:lnTo>
                    <a:pt x="1563799" y="2937553"/>
                  </a:lnTo>
                  <a:lnTo>
                    <a:pt x="1563799" y="2937122"/>
                  </a:lnTo>
                  <a:lnTo>
                    <a:pt x="1563916" y="2937122"/>
                  </a:lnTo>
                  <a:lnTo>
                    <a:pt x="1564034" y="2937122"/>
                  </a:lnTo>
                  <a:lnTo>
                    <a:pt x="1564152" y="2937122"/>
                  </a:lnTo>
                  <a:lnTo>
                    <a:pt x="1564269" y="2937122"/>
                  </a:lnTo>
                  <a:lnTo>
                    <a:pt x="1564387" y="2937122"/>
                  </a:lnTo>
                  <a:lnTo>
                    <a:pt x="1564387" y="2936692"/>
                  </a:lnTo>
                  <a:lnTo>
                    <a:pt x="1564504" y="2936692"/>
                  </a:lnTo>
                  <a:lnTo>
                    <a:pt x="1564504" y="2936261"/>
                  </a:lnTo>
                  <a:lnTo>
                    <a:pt x="1564504" y="2935830"/>
                  </a:lnTo>
                  <a:lnTo>
                    <a:pt x="1564622" y="2935830"/>
                  </a:lnTo>
                  <a:lnTo>
                    <a:pt x="1564740" y="2935830"/>
                  </a:lnTo>
                  <a:lnTo>
                    <a:pt x="1564857" y="2935830"/>
                  </a:lnTo>
                  <a:lnTo>
                    <a:pt x="1564857" y="2935400"/>
                  </a:lnTo>
                  <a:lnTo>
                    <a:pt x="1564975" y="2935400"/>
                  </a:lnTo>
                  <a:lnTo>
                    <a:pt x="1565093" y="2935400"/>
                  </a:lnTo>
                  <a:lnTo>
                    <a:pt x="1565210" y="2935400"/>
                  </a:lnTo>
                  <a:lnTo>
                    <a:pt x="1565328" y="2935400"/>
                  </a:lnTo>
                  <a:lnTo>
                    <a:pt x="1565445" y="2935400"/>
                  </a:lnTo>
                  <a:lnTo>
                    <a:pt x="1565445" y="2934969"/>
                  </a:lnTo>
                  <a:lnTo>
                    <a:pt x="1565563" y="2934969"/>
                  </a:lnTo>
                  <a:lnTo>
                    <a:pt x="1565563" y="2934539"/>
                  </a:lnTo>
                  <a:lnTo>
                    <a:pt x="1565563" y="2934108"/>
                  </a:lnTo>
                  <a:lnTo>
                    <a:pt x="1565563" y="2933677"/>
                  </a:lnTo>
                  <a:lnTo>
                    <a:pt x="1565681" y="2933677"/>
                  </a:lnTo>
                  <a:lnTo>
                    <a:pt x="1565681" y="2933247"/>
                  </a:lnTo>
                  <a:lnTo>
                    <a:pt x="1565798" y="2933247"/>
                  </a:lnTo>
                  <a:lnTo>
                    <a:pt x="1565798" y="2932816"/>
                  </a:lnTo>
                  <a:lnTo>
                    <a:pt x="1565916" y="2932816"/>
                  </a:lnTo>
                  <a:lnTo>
                    <a:pt x="1566033" y="2932816"/>
                  </a:lnTo>
                  <a:lnTo>
                    <a:pt x="1566151" y="2932816"/>
                  </a:lnTo>
                  <a:lnTo>
                    <a:pt x="1566151" y="2932386"/>
                  </a:lnTo>
                  <a:lnTo>
                    <a:pt x="1566269" y="2932386"/>
                  </a:lnTo>
                  <a:lnTo>
                    <a:pt x="1566386" y="2932386"/>
                  </a:lnTo>
                  <a:lnTo>
                    <a:pt x="1566504" y="2932386"/>
                  </a:lnTo>
                  <a:lnTo>
                    <a:pt x="1566622" y="2932386"/>
                  </a:lnTo>
                  <a:lnTo>
                    <a:pt x="1566739" y="2932386"/>
                  </a:lnTo>
                  <a:lnTo>
                    <a:pt x="1566857" y="2932386"/>
                  </a:lnTo>
                  <a:lnTo>
                    <a:pt x="1566857" y="2931955"/>
                  </a:lnTo>
                  <a:lnTo>
                    <a:pt x="1566974" y="2931955"/>
                  </a:lnTo>
                  <a:lnTo>
                    <a:pt x="1566974" y="2931524"/>
                  </a:lnTo>
                  <a:lnTo>
                    <a:pt x="1567092" y="2931524"/>
                  </a:lnTo>
                  <a:lnTo>
                    <a:pt x="1567210" y="2931524"/>
                  </a:lnTo>
                  <a:lnTo>
                    <a:pt x="1567210" y="2931094"/>
                  </a:lnTo>
                  <a:lnTo>
                    <a:pt x="1567327" y="2931094"/>
                  </a:lnTo>
                  <a:lnTo>
                    <a:pt x="1567445" y="2931094"/>
                  </a:lnTo>
                  <a:lnTo>
                    <a:pt x="1567562" y="2931094"/>
                  </a:lnTo>
                  <a:lnTo>
                    <a:pt x="1567680" y="2931094"/>
                  </a:lnTo>
                  <a:lnTo>
                    <a:pt x="1567798" y="2931094"/>
                  </a:lnTo>
                  <a:lnTo>
                    <a:pt x="1567798" y="2930663"/>
                  </a:lnTo>
                  <a:lnTo>
                    <a:pt x="1567915" y="2930663"/>
                  </a:lnTo>
                  <a:lnTo>
                    <a:pt x="1568033" y="2930663"/>
                  </a:lnTo>
                  <a:lnTo>
                    <a:pt x="1568150" y="2930663"/>
                  </a:lnTo>
                  <a:lnTo>
                    <a:pt x="1568268" y="2930663"/>
                  </a:lnTo>
                  <a:lnTo>
                    <a:pt x="1568386" y="2930663"/>
                  </a:lnTo>
                  <a:lnTo>
                    <a:pt x="1568503" y="2930663"/>
                  </a:lnTo>
                  <a:lnTo>
                    <a:pt x="1568621" y="2930663"/>
                  </a:lnTo>
                  <a:lnTo>
                    <a:pt x="1568739" y="2930663"/>
                  </a:lnTo>
                  <a:lnTo>
                    <a:pt x="1568856" y="2930663"/>
                  </a:lnTo>
                  <a:lnTo>
                    <a:pt x="1568974" y="2930663"/>
                  </a:lnTo>
                  <a:lnTo>
                    <a:pt x="1569091" y="2930663"/>
                  </a:lnTo>
                  <a:lnTo>
                    <a:pt x="1569091" y="2930233"/>
                  </a:lnTo>
                  <a:lnTo>
                    <a:pt x="1569209" y="2930233"/>
                  </a:lnTo>
                  <a:lnTo>
                    <a:pt x="1569209" y="2929802"/>
                  </a:lnTo>
                  <a:lnTo>
                    <a:pt x="1569327" y="2929802"/>
                  </a:lnTo>
                  <a:lnTo>
                    <a:pt x="1569444" y="2929802"/>
                  </a:lnTo>
                  <a:lnTo>
                    <a:pt x="1569562" y="2929802"/>
                  </a:lnTo>
                  <a:lnTo>
                    <a:pt x="1569679" y="2929802"/>
                  </a:lnTo>
                  <a:lnTo>
                    <a:pt x="1569797" y="2929802"/>
                  </a:lnTo>
                  <a:lnTo>
                    <a:pt x="1569915" y="2929802"/>
                  </a:lnTo>
                  <a:lnTo>
                    <a:pt x="1570032" y="2929802"/>
                  </a:lnTo>
                  <a:lnTo>
                    <a:pt x="1570150" y="2929802"/>
                  </a:lnTo>
                  <a:lnTo>
                    <a:pt x="1570268" y="2929802"/>
                  </a:lnTo>
                  <a:lnTo>
                    <a:pt x="1570385" y="2929802"/>
                  </a:lnTo>
                  <a:lnTo>
                    <a:pt x="1570503" y="2929802"/>
                  </a:lnTo>
                  <a:lnTo>
                    <a:pt x="1570620" y="2929802"/>
                  </a:lnTo>
                  <a:lnTo>
                    <a:pt x="1570620" y="2929371"/>
                  </a:lnTo>
                  <a:lnTo>
                    <a:pt x="1570620" y="2928941"/>
                  </a:lnTo>
                  <a:lnTo>
                    <a:pt x="1570738" y="2928941"/>
                  </a:lnTo>
                  <a:lnTo>
                    <a:pt x="1570856" y="2928941"/>
                  </a:lnTo>
                  <a:lnTo>
                    <a:pt x="1570856" y="2928510"/>
                  </a:lnTo>
                  <a:lnTo>
                    <a:pt x="1570856" y="2928080"/>
                  </a:lnTo>
                  <a:lnTo>
                    <a:pt x="1570973" y="2928080"/>
                  </a:lnTo>
                  <a:lnTo>
                    <a:pt x="1571091" y="2928080"/>
                  </a:lnTo>
                  <a:lnTo>
                    <a:pt x="1571091" y="2927649"/>
                  </a:lnTo>
                  <a:lnTo>
                    <a:pt x="1571208" y="2927649"/>
                  </a:lnTo>
                  <a:lnTo>
                    <a:pt x="1571326" y="2927649"/>
                  </a:lnTo>
                  <a:lnTo>
                    <a:pt x="1571444" y="2927649"/>
                  </a:lnTo>
                  <a:lnTo>
                    <a:pt x="1571444" y="2927218"/>
                  </a:lnTo>
                  <a:lnTo>
                    <a:pt x="1571561" y="2927218"/>
                  </a:lnTo>
                  <a:lnTo>
                    <a:pt x="1571679" y="2927218"/>
                  </a:lnTo>
                  <a:lnTo>
                    <a:pt x="1571679" y="2926788"/>
                  </a:lnTo>
                  <a:lnTo>
                    <a:pt x="1571679" y="2926357"/>
                  </a:lnTo>
                  <a:lnTo>
                    <a:pt x="1571797" y="2926357"/>
                  </a:lnTo>
                  <a:lnTo>
                    <a:pt x="1571797" y="2925927"/>
                  </a:lnTo>
                  <a:lnTo>
                    <a:pt x="1571914" y="2925927"/>
                  </a:lnTo>
                  <a:lnTo>
                    <a:pt x="1572032" y="2925927"/>
                  </a:lnTo>
                  <a:lnTo>
                    <a:pt x="1572149" y="2925927"/>
                  </a:lnTo>
                  <a:lnTo>
                    <a:pt x="1572149" y="2925496"/>
                  </a:lnTo>
                  <a:lnTo>
                    <a:pt x="1572149" y="2925065"/>
                  </a:lnTo>
                  <a:lnTo>
                    <a:pt x="1572267" y="2925065"/>
                  </a:lnTo>
                  <a:lnTo>
                    <a:pt x="1572385" y="2925065"/>
                  </a:lnTo>
                  <a:lnTo>
                    <a:pt x="1572502" y="2925065"/>
                  </a:lnTo>
                  <a:lnTo>
                    <a:pt x="1572620" y="2925065"/>
                  </a:lnTo>
                  <a:lnTo>
                    <a:pt x="1572620" y="2924635"/>
                  </a:lnTo>
                  <a:lnTo>
                    <a:pt x="1572737" y="2924635"/>
                  </a:lnTo>
                  <a:lnTo>
                    <a:pt x="1572855" y="2924635"/>
                  </a:lnTo>
                  <a:lnTo>
                    <a:pt x="1572973" y="2924635"/>
                  </a:lnTo>
                  <a:lnTo>
                    <a:pt x="1573090" y="2924635"/>
                  </a:lnTo>
                  <a:lnTo>
                    <a:pt x="1573208" y="2924635"/>
                  </a:lnTo>
                  <a:lnTo>
                    <a:pt x="1573326" y="2924635"/>
                  </a:lnTo>
                  <a:lnTo>
                    <a:pt x="1573326" y="2924204"/>
                  </a:lnTo>
                  <a:lnTo>
                    <a:pt x="1573443" y="2924204"/>
                  </a:lnTo>
                  <a:lnTo>
                    <a:pt x="1573561" y="2924204"/>
                  </a:lnTo>
                  <a:lnTo>
                    <a:pt x="1573561" y="2923774"/>
                  </a:lnTo>
                  <a:lnTo>
                    <a:pt x="1573561" y="2923343"/>
                  </a:lnTo>
                  <a:lnTo>
                    <a:pt x="1573678" y="2923343"/>
                  </a:lnTo>
                  <a:lnTo>
                    <a:pt x="1573796" y="2923343"/>
                  </a:lnTo>
                  <a:lnTo>
                    <a:pt x="1573914" y="2923343"/>
                  </a:lnTo>
                  <a:lnTo>
                    <a:pt x="1574031" y="2923343"/>
                  </a:lnTo>
                  <a:lnTo>
                    <a:pt x="1574149" y="2923343"/>
                  </a:lnTo>
                  <a:lnTo>
                    <a:pt x="1574266" y="2923343"/>
                  </a:lnTo>
                  <a:lnTo>
                    <a:pt x="1574384" y="2923343"/>
                  </a:lnTo>
                  <a:lnTo>
                    <a:pt x="1574502" y="2923343"/>
                  </a:lnTo>
                  <a:lnTo>
                    <a:pt x="1574619" y="2923343"/>
                  </a:lnTo>
                  <a:lnTo>
                    <a:pt x="1574619" y="2922912"/>
                  </a:lnTo>
                  <a:lnTo>
                    <a:pt x="1574737" y="2922912"/>
                  </a:lnTo>
                  <a:lnTo>
                    <a:pt x="1574855" y="2922912"/>
                  </a:lnTo>
                  <a:lnTo>
                    <a:pt x="1574972" y="2922912"/>
                  </a:lnTo>
                  <a:lnTo>
                    <a:pt x="1575090" y="2922912"/>
                  </a:lnTo>
                  <a:lnTo>
                    <a:pt x="1575207" y="2922912"/>
                  </a:lnTo>
                  <a:lnTo>
                    <a:pt x="1575207" y="2922482"/>
                  </a:lnTo>
                  <a:lnTo>
                    <a:pt x="1575207" y="2922051"/>
                  </a:lnTo>
                  <a:lnTo>
                    <a:pt x="1575207" y="2921621"/>
                  </a:lnTo>
                  <a:lnTo>
                    <a:pt x="1575325" y="2921621"/>
                  </a:lnTo>
                  <a:lnTo>
                    <a:pt x="1575443" y="2921621"/>
                  </a:lnTo>
                  <a:lnTo>
                    <a:pt x="1575560" y="2921621"/>
                  </a:lnTo>
                  <a:lnTo>
                    <a:pt x="1575678" y="2921621"/>
                  </a:lnTo>
                  <a:lnTo>
                    <a:pt x="1575678" y="2921190"/>
                  </a:lnTo>
                  <a:lnTo>
                    <a:pt x="1575795" y="2921190"/>
                  </a:lnTo>
                  <a:lnTo>
                    <a:pt x="1575795" y="2920759"/>
                  </a:lnTo>
                  <a:lnTo>
                    <a:pt x="1575913" y="2920759"/>
                  </a:lnTo>
                  <a:lnTo>
                    <a:pt x="1575913" y="2920329"/>
                  </a:lnTo>
                  <a:lnTo>
                    <a:pt x="1576031" y="2920329"/>
                  </a:lnTo>
                  <a:lnTo>
                    <a:pt x="1576148" y="2920329"/>
                  </a:lnTo>
                  <a:lnTo>
                    <a:pt x="1576266" y="2920329"/>
                  </a:lnTo>
                  <a:lnTo>
                    <a:pt x="1576383" y="2920329"/>
                  </a:lnTo>
                  <a:lnTo>
                    <a:pt x="1576501" y="2920329"/>
                  </a:lnTo>
                  <a:lnTo>
                    <a:pt x="1576501" y="2919898"/>
                  </a:lnTo>
                  <a:lnTo>
                    <a:pt x="1576619" y="2919898"/>
                  </a:lnTo>
                  <a:lnTo>
                    <a:pt x="1576736" y="2919898"/>
                  </a:lnTo>
                  <a:lnTo>
                    <a:pt x="1576854" y="2919898"/>
                  </a:lnTo>
                  <a:lnTo>
                    <a:pt x="1576972" y="2919898"/>
                  </a:lnTo>
                  <a:lnTo>
                    <a:pt x="1576972" y="2919468"/>
                  </a:lnTo>
                  <a:lnTo>
                    <a:pt x="1577089" y="2919468"/>
                  </a:lnTo>
                  <a:lnTo>
                    <a:pt x="1577207" y="2919468"/>
                  </a:lnTo>
                  <a:lnTo>
                    <a:pt x="1577207" y="2919037"/>
                  </a:lnTo>
                  <a:lnTo>
                    <a:pt x="1577207" y="2918606"/>
                  </a:lnTo>
                  <a:lnTo>
                    <a:pt x="1577324" y="2918606"/>
                  </a:lnTo>
                  <a:lnTo>
                    <a:pt x="1577324" y="2918176"/>
                  </a:lnTo>
                  <a:lnTo>
                    <a:pt x="1577324" y="2917745"/>
                  </a:lnTo>
                  <a:lnTo>
                    <a:pt x="1577442" y="2917745"/>
                  </a:lnTo>
                  <a:lnTo>
                    <a:pt x="1577560" y="2917745"/>
                  </a:lnTo>
                  <a:lnTo>
                    <a:pt x="1577560" y="2917315"/>
                  </a:lnTo>
                  <a:lnTo>
                    <a:pt x="1577677" y="2917315"/>
                  </a:lnTo>
                  <a:lnTo>
                    <a:pt x="1577795" y="2917315"/>
                  </a:lnTo>
                  <a:lnTo>
                    <a:pt x="1577912" y="2917315"/>
                  </a:lnTo>
                  <a:lnTo>
                    <a:pt x="1578030" y="2917315"/>
                  </a:lnTo>
                  <a:lnTo>
                    <a:pt x="1578148" y="2917315"/>
                  </a:lnTo>
                  <a:lnTo>
                    <a:pt x="1578265" y="2917315"/>
                  </a:lnTo>
                  <a:lnTo>
                    <a:pt x="1578383" y="2917315"/>
                  </a:lnTo>
                  <a:lnTo>
                    <a:pt x="1578501" y="2917315"/>
                  </a:lnTo>
                  <a:lnTo>
                    <a:pt x="1578618" y="2917315"/>
                  </a:lnTo>
                  <a:lnTo>
                    <a:pt x="1578736" y="2917315"/>
                  </a:lnTo>
                  <a:lnTo>
                    <a:pt x="1578853" y="2917315"/>
                  </a:lnTo>
                  <a:lnTo>
                    <a:pt x="1578853" y="2916884"/>
                  </a:lnTo>
                  <a:lnTo>
                    <a:pt x="1578971" y="2916884"/>
                  </a:lnTo>
                  <a:lnTo>
                    <a:pt x="1579089" y="2916884"/>
                  </a:lnTo>
                  <a:lnTo>
                    <a:pt x="1579206" y="2916884"/>
                  </a:lnTo>
                  <a:lnTo>
                    <a:pt x="1579206" y="2916453"/>
                  </a:lnTo>
                  <a:lnTo>
                    <a:pt x="1579206" y="2916023"/>
                  </a:lnTo>
                  <a:lnTo>
                    <a:pt x="1579324" y="2916023"/>
                  </a:lnTo>
                  <a:lnTo>
                    <a:pt x="1579441" y="2916023"/>
                  </a:lnTo>
                  <a:lnTo>
                    <a:pt x="1579441" y="2915592"/>
                  </a:lnTo>
                  <a:lnTo>
                    <a:pt x="1579559" y="2915592"/>
                  </a:lnTo>
                  <a:lnTo>
                    <a:pt x="1579559" y="2915162"/>
                  </a:lnTo>
                  <a:lnTo>
                    <a:pt x="1579677" y="2915162"/>
                  </a:lnTo>
                  <a:lnTo>
                    <a:pt x="1579794" y="2915162"/>
                  </a:lnTo>
                  <a:lnTo>
                    <a:pt x="1579912" y="2915162"/>
                  </a:lnTo>
                  <a:lnTo>
                    <a:pt x="1579912" y="2914731"/>
                  </a:lnTo>
                  <a:lnTo>
                    <a:pt x="1580030" y="2914731"/>
                  </a:lnTo>
                  <a:lnTo>
                    <a:pt x="1580030" y="2914300"/>
                  </a:lnTo>
                  <a:lnTo>
                    <a:pt x="1580147" y="2914300"/>
                  </a:lnTo>
                  <a:lnTo>
                    <a:pt x="1580265" y="2914300"/>
                  </a:lnTo>
                  <a:lnTo>
                    <a:pt x="1580382" y="2914300"/>
                  </a:lnTo>
                  <a:lnTo>
                    <a:pt x="1580382" y="2913870"/>
                  </a:lnTo>
                  <a:lnTo>
                    <a:pt x="1580500" y="2913870"/>
                  </a:lnTo>
                  <a:lnTo>
                    <a:pt x="1580500" y="2913439"/>
                  </a:lnTo>
                  <a:lnTo>
                    <a:pt x="1580500" y="2913009"/>
                  </a:lnTo>
                  <a:lnTo>
                    <a:pt x="1580618" y="2913009"/>
                  </a:lnTo>
                  <a:lnTo>
                    <a:pt x="1580618" y="2912578"/>
                  </a:lnTo>
                  <a:lnTo>
                    <a:pt x="1580735" y="2912578"/>
                  </a:lnTo>
                  <a:lnTo>
                    <a:pt x="1580853" y="2912578"/>
                  </a:lnTo>
                  <a:lnTo>
                    <a:pt x="1580970" y="2912578"/>
                  </a:lnTo>
                  <a:lnTo>
                    <a:pt x="1581088" y="2912578"/>
                  </a:lnTo>
                  <a:lnTo>
                    <a:pt x="1581088" y="2912147"/>
                  </a:lnTo>
                  <a:lnTo>
                    <a:pt x="1581206" y="2912147"/>
                  </a:lnTo>
                  <a:lnTo>
                    <a:pt x="1581206" y="2911717"/>
                  </a:lnTo>
                  <a:lnTo>
                    <a:pt x="1581323" y="2911717"/>
                  </a:lnTo>
                  <a:lnTo>
                    <a:pt x="1581441" y="2911717"/>
                  </a:lnTo>
                  <a:lnTo>
                    <a:pt x="1581559" y="2911717"/>
                  </a:lnTo>
                  <a:lnTo>
                    <a:pt x="1581676" y="2911717"/>
                  </a:lnTo>
                  <a:lnTo>
                    <a:pt x="1581676" y="2911286"/>
                  </a:lnTo>
                  <a:lnTo>
                    <a:pt x="1581794" y="2911286"/>
                  </a:lnTo>
                  <a:lnTo>
                    <a:pt x="1581794" y="2910856"/>
                  </a:lnTo>
                  <a:lnTo>
                    <a:pt x="1581794" y="2910425"/>
                  </a:lnTo>
                  <a:lnTo>
                    <a:pt x="1581911" y="2910425"/>
                  </a:lnTo>
                  <a:lnTo>
                    <a:pt x="1581911" y="2909994"/>
                  </a:lnTo>
                  <a:lnTo>
                    <a:pt x="1582029" y="2909994"/>
                  </a:lnTo>
                  <a:lnTo>
                    <a:pt x="1582147" y="2909994"/>
                  </a:lnTo>
                  <a:lnTo>
                    <a:pt x="1582264" y="2909994"/>
                  </a:lnTo>
                  <a:lnTo>
                    <a:pt x="1582382" y="2909994"/>
                  </a:lnTo>
                  <a:lnTo>
                    <a:pt x="1582382" y="2909564"/>
                  </a:lnTo>
                  <a:lnTo>
                    <a:pt x="1582499" y="2909564"/>
                  </a:lnTo>
                  <a:lnTo>
                    <a:pt x="1582499" y="2909133"/>
                  </a:lnTo>
                  <a:lnTo>
                    <a:pt x="1582499" y="2908703"/>
                  </a:lnTo>
                  <a:lnTo>
                    <a:pt x="1582617" y="2908703"/>
                  </a:lnTo>
                  <a:lnTo>
                    <a:pt x="1582735" y="2908703"/>
                  </a:lnTo>
                  <a:lnTo>
                    <a:pt x="1582852" y="2908703"/>
                  </a:lnTo>
                  <a:lnTo>
                    <a:pt x="1582970" y="2908703"/>
                  </a:lnTo>
                  <a:lnTo>
                    <a:pt x="1582970" y="2908272"/>
                  </a:lnTo>
                  <a:lnTo>
                    <a:pt x="1583088" y="2908272"/>
                  </a:lnTo>
                  <a:lnTo>
                    <a:pt x="1583205" y="2908272"/>
                  </a:lnTo>
                  <a:lnTo>
                    <a:pt x="1583205" y="2907841"/>
                  </a:lnTo>
                  <a:lnTo>
                    <a:pt x="1583323" y="2907841"/>
                  </a:lnTo>
                  <a:lnTo>
                    <a:pt x="1583323" y="2907411"/>
                  </a:lnTo>
                  <a:lnTo>
                    <a:pt x="1583323" y="2906980"/>
                  </a:lnTo>
                  <a:lnTo>
                    <a:pt x="1583440" y="2906980"/>
                  </a:lnTo>
                  <a:lnTo>
                    <a:pt x="1583558" y="2906980"/>
                  </a:lnTo>
                  <a:lnTo>
                    <a:pt x="1583676" y="2906980"/>
                  </a:lnTo>
                  <a:lnTo>
                    <a:pt x="1583793" y="2906980"/>
                  </a:lnTo>
                  <a:lnTo>
                    <a:pt x="1583911" y="2906980"/>
                  </a:lnTo>
                  <a:lnTo>
                    <a:pt x="1584028" y="2906980"/>
                  </a:lnTo>
                  <a:lnTo>
                    <a:pt x="1584146" y="2906980"/>
                  </a:lnTo>
                  <a:lnTo>
                    <a:pt x="1584146" y="2906550"/>
                  </a:lnTo>
                  <a:lnTo>
                    <a:pt x="1584264" y="2906550"/>
                  </a:lnTo>
                  <a:lnTo>
                    <a:pt x="1584264" y="2906119"/>
                  </a:lnTo>
                  <a:lnTo>
                    <a:pt x="1584381" y="2906119"/>
                  </a:lnTo>
                  <a:lnTo>
                    <a:pt x="1584499" y="2906119"/>
                  </a:lnTo>
                  <a:lnTo>
                    <a:pt x="1584499" y="2905688"/>
                  </a:lnTo>
                  <a:lnTo>
                    <a:pt x="1584616" y="2905688"/>
                  </a:lnTo>
                  <a:lnTo>
                    <a:pt x="1584734" y="2905688"/>
                  </a:lnTo>
                  <a:lnTo>
                    <a:pt x="1584852" y="2905688"/>
                  </a:lnTo>
                  <a:lnTo>
                    <a:pt x="1584969" y="2905688"/>
                  </a:lnTo>
                  <a:lnTo>
                    <a:pt x="1584969" y="2905258"/>
                  </a:lnTo>
                  <a:lnTo>
                    <a:pt x="1585087" y="2905258"/>
                  </a:lnTo>
                  <a:lnTo>
                    <a:pt x="1585087" y="2904827"/>
                  </a:lnTo>
                  <a:lnTo>
                    <a:pt x="1585205" y="2904827"/>
                  </a:lnTo>
                  <a:lnTo>
                    <a:pt x="1585322" y="2904827"/>
                  </a:lnTo>
                  <a:lnTo>
                    <a:pt x="1585440" y="2904827"/>
                  </a:lnTo>
                  <a:lnTo>
                    <a:pt x="1585557" y="2904827"/>
                  </a:lnTo>
                  <a:lnTo>
                    <a:pt x="1585675" y="2904827"/>
                  </a:lnTo>
                  <a:lnTo>
                    <a:pt x="1585793" y="2904827"/>
                  </a:lnTo>
                  <a:lnTo>
                    <a:pt x="1585793" y="2904397"/>
                  </a:lnTo>
                  <a:lnTo>
                    <a:pt x="1585793" y="2903966"/>
                  </a:lnTo>
                  <a:lnTo>
                    <a:pt x="1585793" y="2903535"/>
                  </a:lnTo>
                  <a:lnTo>
                    <a:pt x="1585793" y="2903105"/>
                  </a:lnTo>
                  <a:lnTo>
                    <a:pt x="1585910" y="2903105"/>
                  </a:lnTo>
                  <a:lnTo>
                    <a:pt x="1585910" y="2902674"/>
                  </a:lnTo>
                  <a:lnTo>
                    <a:pt x="1585910" y="2902244"/>
                  </a:lnTo>
                  <a:lnTo>
                    <a:pt x="1586028" y="2902244"/>
                  </a:lnTo>
                  <a:lnTo>
                    <a:pt x="1586145" y="2902244"/>
                  </a:lnTo>
                  <a:lnTo>
                    <a:pt x="1586145" y="2901813"/>
                  </a:lnTo>
                  <a:lnTo>
                    <a:pt x="1586263" y="2901813"/>
                  </a:lnTo>
                  <a:lnTo>
                    <a:pt x="1586263" y="2901382"/>
                  </a:lnTo>
                  <a:lnTo>
                    <a:pt x="1586381" y="2901382"/>
                  </a:lnTo>
                  <a:lnTo>
                    <a:pt x="1586381" y="2900952"/>
                  </a:lnTo>
                  <a:lnTo>
                    <a:pt x="1586381" y="2900521"/>
                  </a:lnTo>
                  <a:lnTo>
                    <a:pt x="1586381" y="2900091"/>
                  </a:lnTo>
                  <a:lnTo>
                    <a:pt x="1586498" y="2900091"/>
                  </a:lnTo>
                  <a:lnTo>
                    <a:pt x="1586616" y="2900091"/>
                  </a:lnTo>
                  <a:lnTo>
                    <a:pt x="1586734" y="2900091"/>
                  </a:lnTo>
                  <a:lnTo>
                    <a:pt x="1586851" y="2900091"/>
                  </a:lnTo>
                  <a:lnTo>
                    <a:pt x="1586969" y="2900091"/>
                  </a:lnTo>
                  <a:lnTo>
                    <a:pt x="1587086" y="2900091"/>
                  </a:lnTo>
                  <a:lnTo>
                    <a:pt x="1587204" y="2900091"/>
                  </a:lnTo>
                  <a:lnTo>
                    <a:pt x="1587322" y="2900091"/>
                  </a:lnTo>
                  <a:lnTo>
                    <a:pt x="1587322" y="2899660"/>
                  </a:lnTo>
                  <a:lnTo>
                    <a:pt x="1587439" y="2899660"/>
                  </a:lnTo>
                  <a:lnTo>
                    <a:pt x="1587439" y="2899229"/>
                  </a:lnTo>
                  <a:lnTo>
                    <a:pt x="1587557" y="2899229"/>
                  </a:lnTo>
                  <a:lnTo>
                    <a:pt x="1587674" y="2899229"/>
                  </a:lnTo>
                  <a:lnTo>
                    <a:pt x="1587792" y="2899229"/>
                  </a:lnTo>
                  <a:lnTo>
                    <a:pt x="1587910" y="2899229"/>
                  </a:lnTo>
                  <a:lnTo>
                    <a:pt x="1588027" y="2899229"/>
                  </a:lnTo>
                  <a:lnTo>
                    <a:pt x="1588027" y="2898799"/>
                  </a:lnTo>
                  <a:lnTo>
                    <a:pt x="1588145" y="2898799"/>
                  </a:lnTo>
                  <a:lnTo>
                    <a:pt x="1588145" y="2898368"/>
                  </a:lnTo>
                  <a:lnTo>
                    <a:pt x="1588145" y="2897938"/>
                  </a:lnTo>
                  <a:lnTo>
                    <a:pt x="1588145" y="2897507"/>
                  </a:lnTo>
                  <a:lnTo>
                    <a:pt x="1588263" y="2897507"/>
                  </a:lnTo>
                  <a:lnTo>
                    <a:pt x="1588263" y="2897076"/>
                  </a:lnTo>
                  <a:lnTo>
                    <a:pt x="1588263" y="2896646"/>
                  </a:lnTo>
                  <a:lnTo>
                    <a:pt x="1588263" y="2896215"/>
                  </a:lnTo>
                  <a:lnTo>
                    <a:pt x="1588380" y="2896215"/>
                  </a:lnTo>
                  <a:lnTo>
                    <a:pt x="1588498" y="2896215"/>
                  </a:lnTo>
                  <a:lnTo>
                    <a:pt x="1588498" y="2895785"/>
                  </a:lnTo>
                  <a:lnTo>
                    <a:pt x="1588615" y="2895785"/>
                  </a:lnTo>
                  <a:lnTo>
                    <a:pt x="1588615" y="2895354"/>
                  </a:lnTo>
                  <a:lnTo>
                    <a:pt x="1588615" y="2894923"/>
                  </a:lnTo>
                  <a:lnTo>
                    <a:pt x="1588615" y="2894493"/>
                  </a:lnTo>
                  <a:lnTo>
                    <a:pt x="1588733" y="2894493"/>
                  </a:lnTo>
                  <a:lnTo>
                    <a:pt x="1588851" y="2894493"/>
                  </a:lnTo>
                  <a:lnTo>
                    <a:pt x="1588968" y="2894493"/>
                  </a:lnTo>
                  <a:lnTo>
                    <a:pt x="1589086" y="2894493"/>
                  </a:lnTo>
                  <a:lnTo>
                    <a:pt x="1589086" y="2894062"/>
                  </a:lnTo>
                  <a:lnTo>
                    <a:pt x="1589203" y="2894062"/>
                  </a:lnTo>
                  <a:lnTo>
                    <a:pt x="1589321" y="2894062"/>
                  </a:lnTo>
                  <a:lnTo>
                    <a:pt x="1589439" y="2894062"/>
                  </a:lnTo>
                  <a:lnTo>
                    <a:pt x="1589556" y="2894062"/>
                  </a:lnTo>
                  <a:lnTo>
                    <a:pt x="1589674" y="2894062"/>
                  </a:lnTo>
                  <a:lnTo>
                    <a:pt x="1589792" y="2894062"/>
                  </a:lnTo>
                  <a:lnTo>
                    <a:pt x="1589792" y="2893632"/>
                  </a:lnTo>
                  <a:lnTo>
                    <a:pt x="1589792" y="2893201"/>
                  </a:lnTo>
                  <a:lnTo>
                    <a:pt x="1589909" y="2893201"/>
                  </a:lnTo>
                  <a:lnTo>
                    <a:pt x="1590027" y="2893201"/>
                  </a:lnTo>
                  <a:lnTo>
                    <a:pt x="1590144" y="2893201"/>
                  </a:lnTo>
                  <a:lnTo>
                    <a:pt x="1590262" y="2893201"/>
                  </a:lnTo>
                  <a:lnTo>
                    <a:pt x="1590262" y="2892770"/>
                  </a:lnTo>
                  <a:lnTo>
                    <a:pt x="1590262" y="2892340"/>
                  </a:lnTo>
                  <a:lnTo>
                    <a:pt x="1590262" y="2891909"/>
                  </a:lnTo>
                  <a:lnTo>
                    <a:pt x="1590262" y="2891479"/>
                  </a:lnTo>
                  <a:lnTo>
                    <a:pt x="1590262" y="2891048"/>
                  </a:lnTo>
                  <a:lnTo>
                    <a:pt x="1590262" y="2890617"/>
                  </a:lnTo>
                  <a:lnTo>
                    <a:pt x="1590262" y="2890187"/>
                  </a:lnTo>
                  <a:lnTo>
                    <a:pt x="1590380" y="2890187"/>
                  </a:lnTo>
                  <a:lnTo>
                    <a:pt x="1590497" y="2890187"/>
                  </a:lnTo>
                  <a:lnTo>
                    <a:pt x="1590497" y="2889756"/>
                  </a:lnTo>
                  <a:lnTo>
                    <a:pt x="1590615" y="2889756"/>
                  </a:lnTo>
                  <a:lnTo>
                    <a:pt x="1590615" y="2889326"/>
                  </a:lnTo>
                  <a:lnTo>
                    <a:pt x="1590732" y="2889326"/>
                  </a:lnTo>
                  <a:lnTo>
                    <a:pt x="1590850" y="2889326"/>
                  </a:lnTo>
                  <a:lnTo>
                    <a:pt x="1590968" y="2889326"/>
                  </a:lnTo>
                  <a:lnTo>
                    <a:pt x="1590968" y="2888895"/>
                  </a:lnTo>
                  <a:lnTo>
                    <a:pt x="1590968" y="2888464"/>
                  </a:lnTo>
                  <a:lnTo>
                    <a:pt x="1590968" y="2888034"/>
                  </a:lnTo>
                  <a:lnTo>
                    <a:pt x="1591085" y="2888034"/>
                  </a:lnTo>
                  <a:lnTo>
                    <a:pt x="1591203" y="2888034"/>
                  </a:lnTo>
                  <a:lnTo>
                    <a:pt x="1591203" y="2887603"/>
                  </a:lnTo>
                  <a:lnTo>
                    <a:pt x="1591321" y="2887603"/>
                  </a:lnTo>
                  <a:lnTo>
                    <a:pt x="1591321" y="2887173"/>
                  </a:lnTo>
                  <a:lnTo>
                    <a:pt x="1591438" y="2887173"/>
                  </a:lnTo>
                  <a:lnTo>
                    <a:pt x="1591438" y="2886742"/>
                  </a:lnTo>
                  <a:lnTo>
                    <a:pt x="1591556" y="2886742"/>
                  </a:lnTo>
                  <a:lnTo>
                    <a:pt x="1591673" y="2886742"/>
                  </a:lnTo>
                  <a:lnTo>
                    <a:pt x="1591791" y="2886742"/>
                  </a:lnTo>
                  <a:lnTo>
                    <a:pt x="1591909" y="2886742"/>
                  </a:lnTo>
                  <a:lnTo>
                    <a:pt x="1592026" y="2886742"/>
                  </a:lnTo>
                  <a:lnTo>
                    <a:pt x="1592026" y="2886311"/>
                  </a:lnTo>
                  <a:lnTo>
                    <a:pt x="1592144" y="2886311"/>
                  </a:lnTo>
                  <a:lnTo>
                    <a:pt x="1592261" y="2886311"/>
                  </a:lnTo>
                  <a:lnTo>
                    <a:pt x="1592379" y="2886311"/>
                  </a:lnTo>
                  <a:lnTo>
                    <a:pt x="1592497" y="2886311"/>
                  </a:lnTo>
                  <a:lnTo>
                    <a:pt x="1592497" y="2885881"/>
                  </a:lnTo>
                  <a:lnTo>
                    <a:pt x="1592497" y="2885450"/>
                  </a:lnTo>
                  <a:lnTo>
                    <a:pt x="1592614" y="2885450"/>
                  </a:lnTo>
                  <a:lnTo>
                    <a:pt x="1592732" y="2885450"/>
                  </a:lnTo>
                  <a:lnTo>
                    <a:pt x="1592732" y="2885020"/>
                  </a:lnTo>
                  <a:lnTo>
                    <a:pt x="1592849" y="2885020"/>
                  </a:lnTo>
                  <a:lnTo>
                    <a:pt x="1592967" y="2885020"/>
                  </a:lnTo>
                  <a:lnTo>
                    <a:pt x="1593085" y="2885020"/>
                  </a:lnTo>
                  <a:lnTo>
                    <a:pt x="1593202" y="2885020"/>
                  </a:lnTo>
                  <a:lnTo>
                    <a:pt x="1593202" y="2884589"/>
                  </a:lnTo>
                  <a:lnTo>
                    <a:pt x="1593320" y="2884589"/>
                  </a:lnTo>
                  <a:lnTo>
                    <a:pt x="1593438" y="2884589"/>
                  </a:lnTo>
                  <a:lnTo>
                    <a:pt x="1593555" y="2884589"/>
                  </a:lnTo>
                  <a:lnTo>
                    <a:pt x="1593673" y="2884589"/>
                  </a:lnTo>
                  <a:lnTo>
                    <a:pt x="1593790" y="2884589"/>
                  </a:lnTo>
                  <a:lnTo>
                    <a:pt x="1593908" y="2884589"/>
                  </a:lnTo>
                  <a:lnTo>
                    <a:pt x="1594026" y="2884589"/>
                  </a:lnTo>
                  <a:lnTo>
                    <a:pt x="1594143" y="2884589"/>
                  </a:lnTo>
                  <a:lnTo>
                    <a:pt x="1594261" y="2884589"/>
                  </a:lnTo>
                  <a:lnTo>
                    <a:pt x="1594261" y="2884158"/>
                  </a:lnTo>
                  <a:lnTo>
                    <a:pt x="1594378" y="2884158"/>
                  </a:lnTo>
                  <a:lnTo>
                    <a:pt x="1594496" y="2884158"/>
                  </a:lnTo>
                  <a:lnTo>
                    <a:pt x="1594614" y="2884158"/>
                  </a:lnTo>
                  <a:lnTo>
                    <a:pt x="1594731" y="2884158"/>
                  </a:lnTo>
                  <a:lnTo>
                    <a:pt x="1594731" y="2883728"/>
                  </a:lnTo>
                  <a:lnTo>
                    <a:pt x="1594731" y="2883297"/>
                  </a:lnTo>
                  <a:lnTo>
                    <a:pt x="1594731" y="2882867"/>
                  </a:lnTo>
                  <a:lnTo>
                    <a:pt x="1594731" y="2882436"/>
                  </a:lnTo>
                  <a:lnTo>
                    <a:pt x="1594731" y="2882005"/>
                  </a:lnTo>
                  <a:lnTo>
                    <a:pt x="1594849" y="2882005"/>
                  </a:lnTo>
                  <a:lnTo>
                    <a:pt x="1594849" y="2881575"/>
                  </a:lnTo>
                  <a:lnTo>
                    <a:pt x="1594967" y="2881575"/>
                  </a:lnTo>
                  <a:lnTo>
                    <a:pt x="1595084" y="2881575"/>
                  </a:lnTo>
                  <a:lnTo>
                    <a:pt x="1595084" y="2881144"/>
                  </a:lnTo>
                  <a:lnTo>
                    <a:pt x="1595084" y="2880714"/>
                  </a:lnTo>
                  <a:lnTo>
                    <a:pt x="1595202" y="2880714"/>
                  </a:lnTo>
                  <a:lnTo>
                    <a:pt x="1595319" y="2880714"/>
                  </a:lnTo>
                  <a:lnTo>
                    <a:pt x="1595319" y="2880283"/>
                  </a:lnTo>
                  <a:lnTo>
                    <a:pt x="1595319" y="2879852"/>
                  </a:lnTo>
                  <a:lnTo>
                    <a:pt x="1595319" y="2879422"/>
                  </a:lnTo>
                  <a:lnTo>
                    <a:pt x="1595437" y="2879422"/>
                  </a:lnTo>
                  <a:lnTo>
                    <a:pt x="1595555" y="2879422"/>
                  </a:lnTo>
                  <a:lnTo>
                    <a:pt x="1595672" y="2879422"/>
                  </a:lnTo>
                  <a:lnTo>
                    <a:pt x="1595790" y="2879422"/>
                  </a:lnTo>
                  <a:lnTo>
                    <a:pt x="1595907" y="2879422"/>
                  </a:lnTo>
                  <a:lnTo>
                    <a:pt x="1595907" y="2878991"/>
                  </a:lnTo>
                  <a:lnTo>
                    <a:pt x="1595907" y="2878561"/>
                  </a:lnTo>
                  <a:lnTo>
                    <a:pt x="1595907" y="2878130"/>
                  </a:lnTo>
                  <a:lnTo>
                    <a:pt x="1596025" y="2878130"/>
                  </a:lnTo>
                  <a:lnTo>
                    <a:pt x="1596143" y="2878130"/>
                  </a:lnTo>
                  <a:lnTo>
                    <a:pt x="1596260" y="2878130"/>
                  </a:lnTo>
                  <a:lnTo>
                    <a:pt x="1596260" y="2877699"/>
                  </a:lnTo>
                  <a:lnTo>
                    <a:pt x="1596378" y="2877699"/>
                  </a:lnTo>
                  <a:lnTo>
                    <a:pt x="1596378" y="2877269"/>
                  </a:lnTo>
                  <a:lnTo>
                    <a:pt x="1596496" y="2877269"/>
                  </a:lnTo>
                  <a:lnTo>
                    <a:pt x="1596613" y="2877269"/>
                  </a:lnTo>
                  <a:lnTo>
                    <a:pt x="1596613" y="2876838"/>
                  </a:lnTo>
                  <a:lnTo>
                    <a:pt x="1596613" y="2876408"/>
                  </a:lnTo>
                  <a:lnTo>
                    <a:pt x="1596731" y="2876408"/>
                  </a:lnTo>
                  <a:lnTo>
                    <a:pt x="1596848" y="2876408"/>
                  </a:lnTo>
                  <a:lnTo>
                    <a:pt x="1596966" y="2876408"/>
                  </a:lnTo>
                  <a:lnTo>
                    <a:pt x="1596966" y="2875977"/>
                  </a:lnTo>
                  <a:lnTo>
                    <a:pt x="1596966" y="2875546"/>
                  </a:lnTo>
                  <a:lnTo>
                    <a:pt x="1597084" y="2875546"/>
                  </a:lnTo>
                  <a:lnTo>
                    <a:pt x="1597201" y="2875546"/>
                  </a:lnTo>
                  <a:lnTo>
                    <a:pt x="1597319" y="2875546"/>
                  </a:lnTo>
                  <a:lnTo>
                    <a:pt x="1597436" y="2875546"/>
                  </a:lnTo>
                  <a:lnTo>
                    <a:pt x="1597436" y="2875116"/>
                  </a:lnTo>
                  <a:lnTo>
                    <a:pt x="1597436" y="2874685"/>
                  </a:lnTo>
                  <a:lnTo>
                    <a:pt x="1597436" y="2874255"/>
                  </a:lnTo>
                  <a:lnTo>
                    <a:pt x="1597554" y="2874255"/>
                  </a:lnTo>
                  <a:lnTo>
                    <a:pt x="1597554" y="2873824"/>
                  </a:lnTo>
                  <a:lnTo>
                    <a:pt x="1597554" y="2873393"/>
                  </a:lnTo>
                  <a:lnTo>
                    <a:pt x="1597672" y="2873393"/>
                  </a:lnTo>
                  <a:lnTo>
                    <a:pt x="1597789" y="2873393"/>
                  </a:lnTo>
                  <a:lnTo>
                    <a:pt x="1597907" y="2873393"/>
                  </a:lnTo>
                  <a:lnTo>
                    <a:pt x="1598025" y="2873393"/>
                  </a:lnTo>
                  <a:lnTo>
                    <a:pt x="1598142" y="2873393"/>
                  </a:lnTo>
                  <a:lnTo>
                    <a:pt x="1598260" y="2873393"/>
                  </a:lnTo>
                  <a:lnTo>
                    <a:pt x="1598377" y="2873393"/>
                  </a:lnTo>
                  <a:lnTo>
                    <a:pt x="1598495" y="2873393"/>
                  </a:lnTo>
                  <a:lnTo>
                    <a:pt x="1598613" y="2873393"/>
                  </a:lnTo>
                  <a:lnTo>
                    <a:pt x="1598730" y="2873393"/>
                  </a:lnTo>
                  <a:lnTo>
                    <a:pt x="1598848" y="2873393"/>
                  </a:lnTo>
                  <a:lnTo>
                    <a:pt x="1598848" y="2872963"/>
                  </a:lnTo>
                  <a:lnTo>
                    <a:pt x="1598965" y="2872963"/>
                  </a:lnTo>
                  <a:lnTo>
                    <a:pt x="1598965" y="2872532"/>
                  </a:lnTo>
                  <a:lnTo>
                    <a:pt x="1599083" y="2872532"/>
                  </a:lnTo>
                  <a:lnTo>
                    <a:pt x="1599201" y="2872532"/>
                  </a:lnTo>
                  <a:lnTo>
                    <a:pt x="1599318" y="2872532"/>
                  </a:lnTo>
                  <a:lnTo>
                    <a:pt x="1599436" y="2872532"/>
                  </a:lnTo>
                  <a:lnTo>
                    <a:pt x="1599436" y="2872102"/>
                  </a:lnTo>
                  <a:lnTo>
                    <a:pt x="1599554" y="2872102"/>
                  </a:lnTo>
                  <a:lnTo>
                    <a:pt x="1599554" y="2871671"/>
                  </a:lnTo>
                  <a:lnTo>
                    <a:pt x="1599671" y="2871671"/>
                  </a:lnTo>
                  <a:lnTo>
                    <a:pt x="1599789" y="2871671"/>
                  </a:lnTo>
                  <a:lnTo>
                    <a:pt x="1599906" y="2871671"/>
                  </a:lnTo>
                  <a:lnTo>
                    <a:pt x="1599906" y="2871240"/>
                  </a:lnTo>
                  <a:lnTo>
                    <a:pt x="1600024" y="2871240"/>
                  </a:lnTo>
                  <a:lnTo>
                    <a:pt x="1600142" y="2871240"/>
                  </a:lnTo>
                  <a:lnTo>
                    <a:pt x="1600142" y="2870810"/>
                  </a:lnTo>
                  <a:lnTo>
                    <a:pt x="1600142" y="2870379"/>
                  </a:lnTo>
                  <a:lnTo>
                    <a:pt x="1600259" y="2870379"/>
                  </a:lnTo>
                  <a:lnTo>
                    <a:pt x="1600377" y="2870379"/>
                  </a:lnTo>
                  <a:lnTo>
                    <a:pt x="1600494" y="2870379"/>
                  </a:lnTo>
                  <a:lnTo>
                    <a:pt x="1600612" y="2870379"/>
                  </a:lnTo>
                  <a:lnTo>
                    <a:pt x="1600612" y="2869949"/>
                  </a:lnTo>
                  <a:lnTo>
                    <a:pt x="1600612" y="2869518"/>
                  </a:lnTo>
                  <a:lnTo>
                    <a:pt x="1600612" y="2869087"/>
                  </a:lnTo>
                  <a:lnTo>
                    <a:pt x="1600612" y="2868657"/>
                  </a:lnTo>
                  <a:lnTo>
                    <a:pt x="1600730" y="2868657"/>
                  </a:lnTo>
                  <a:lnTo>
                    <a:pt x="1600730" y="2868226"/>
                  </a:lnTo>
                  <a:lnTo>
                    <a:pt x="1600730" y="2867796"/>
                  </a:lnTo>
                  <a:lnTo>
                    <a:pt x="1600730" y="2867365"/>
                  </a:lnTo>
                  <a:lnTo>
                    <a:pt x="1600847" y="2867365"/>
                  </a:lnTo>
                  <a:lnTo>
                    <a:pt x="1600847" y="2866934"/>
                  </a:lnTo>
                  <a:lnTo>
                    <a:pt x="1600965" y="2866934"/>
                  </a:lnTo>
                  <a:lnTo>
                    <a:pt x="1601082" y="2866934"/>
                  </a:lnTo>
                  <a:lnTo>
                    <a:pt x="1601082" y="2866504"/>
                  </a:lnTo>
                  <a:lnTo>
                    <a:pt x="1601200" y="2866504"/>
                  </a:lnTo>
                  <a:lnTo>
                    <a:pt x="1601318" y="2866504"/>
                  </a:lnTo>
                  <a:lnTo>
                    <a:pt x="1601435" y="2866504"/>
                  </a:lnTo>
                  <a:lnTo>
                    <a:pt x="1601435" y="2866073"/>
                  </a:lnTo>
                  <a:lnTo>
                    <a:pt x="1601553" y="2866073"/>
                  </a:lnTo>
                  <a:lnTo>
                    <a:pt x="1601553" y="2865643"/>
                  </a:lnTo>
                  <a:lnTo>
                    <a:pt x="1601553" y="2865212"/>
                  </a:lnTo>
                  <a:lnTo>
                    <a:pt x="1601671" y="2865212"/>
                  </a:lnTo>
                  <a:lnTo>
                    <a:pt x="1601788" y="2865212"/>
                  </a:lnTo>
                  <a:lnTo>
                    <a:pt x="1601906" y="2865212"/>
                  </a:lnTo>
                  <a:lnTo>
                    <a:pt x="1602023" y="2865212"/>
                  </a:lnTo>
                  <a:lnTo>
                    <a:pt x="1602023" y="2864781"/>
                  </a:lnTo>
                  <a:lnTo>
                    <a:pt x="1602023" y="2864351"/>
                  </a:lnTo>
                  <a:lnTo>
                    <a:pt x="1602141" y="2864351"/>
                  </a:lnTo>
                  <a:lnTo>
                    <a:pt x="1602259" y="2864351"/>
                  </a:lnTo>
                  <a:lnTo>
                    <a:pt x="1602376" y="2864351"/>
                  </a:lnTo>
                  <a:lnTo>
                    <a:pt x="1602494" y="2864351"/>
                  </a:lnTo>
                  <a:lnTo>
                    <a:pt x="1602611" y="2864351"/>
                  </a:lnTo>
                  <a:lnTo>
                    <a:pt x="1602729" y="2864351"/>
                  </a:lnTo>
                  <a:lnTo>
                    <a:pt x="1602847" y="2864351"/>
                  </a:lnTo>
                  <a:lnTo>
                    <a:pt x="1602964" y="2864351"/>
                  </a:lnTo>
                  <a:lnTo>
                    <a:pt x="1602964" y="2863920"/>
                  </a:lnTo>
                  <a:lnTo>
                    <a:pt x="1603082" y="2863920"/>
                  </a:lnTo>
                  <a:lnTo>
                    <a:pt x="1603200" y="2863920"/>
                  </a:lnTo>
                  <a:lnTo>
                    <a:pt x="1603200" y="2863490"/>
                  </a:lnTo>
                  <a:lnTo>
                    <a:pt x="1603317" y="2863490"/>
                  </a:lnTo>
                  <a:lnTo>
                    <a:pt x="1603435" y="2863490"/>
                  </a:lnTo>
                  <a:lnTo>
                    <a:pt x="1603552" y="2863490"/>
                  </a:lnTo>
                  <a:lnTo>
                    <a:pt x="1603670" y="2863490"/>
                  </a:lnTo>
                  <a:lnTo>
                    <a:pt x="1603788" y="2863490"/>
                  </a:lnTo>
                  <a:lnTo>
                    <a:pt x="1603905" y="2863490"/>
                  </a:lnTo>
                  <a:lnTo>
                    <a:pt x="1603905" y="2863059"/>
                  </a:lnTo>
                  <a:lnTo>
                    <a:pt x="1604023" y="2863059"/>
                  </a:lnTo>
                  <a:lnTo>
                    <a:pt x="1604140" y="2863059"/>
                  </a:lnTo>
                  <a:lnTo>
                    <a:pt x="1604258" y="2863059"/>
                  </a:lnTo>
                  <a:lnTo>
                    <a:pt x="1604258" y="2862628"/>
                  </a:lnTo>
                  <a:lnTo>
                    <a:pt x="1604376" y="2862628"/>
                  </a:lnTo>
                  <a:lnTo>
                    <a:pt x="1604493" y="2862628"/>
                  </a:lnTo>
                  <a:lnTo>
                    <a:pt x="1604611" y="2862628"/>
                  </a:lnTo>
                  <a:lnTo>
                    <a:pt x="1604729" y="2862628"/>
                  </a:lnTo>
                  <a:lnTo>
                    <a:pt x="1604846" y="2862628"/>
                  </a:lnTo>
                  <a:lnTo>
                    <a:pt x="1604964" y="2862628"/>
                  </a:lnTo>
                  <a:lnTo>
                    <a:pt x="1604964" y="2862198"/>
                  </a:lnTo>
                  <a:lnTo>
                    <a:pt x="1604964" y="2861767"/>
                  </a:lnTo>
                  <a:lnTo>
                    <a:pt x="1605081" y="2861767"/>
                  </a:lnTo>
                  <a:lnTo>
                    <a:pt x="1605199" y="2861767"/>
                  </a:lnTo>
                  <a:lnTo>
                    <a:pt x="1605199" y="2861337"/>
                  </a:lnTo>
                  <a:lnTo>
                    <a:pt x="1605317" y="2861337"/>
                  </a:lnTo>
                  <a:lnTo>
                    <a:pt x="1605317" y="2860906"/>
                  </a:lnTo>
                  <a:lnTo>
                    <a:pt x="1605434" y="2860906"/>
                  </a:lnTo>
                  <a:lnTo>
                    <a:pt x="1605552" y="2860906"/>
                  </a:lnTo>
                  <a:lnTo>
                    <a:pt x="1605669" y="2860906"/>
                  </a:lnTo>
                  <a:lnTo>
                    <a:pt x="1605787" y="2860906"/>
                  </a:lnTo>
                  <a:lnTo>
                    <a:pt x="1605787" y="2860475"/>
                  </a:lnTo>
                  <a:lnTo>
                    <a:pt x="1605787" y="2860045"/>
                  </a:lnTo>
                  <a:lnTo>
                    <a:pt x="1605905" y="2860045"/>
                  </a:lnTo>
                  <a:lnTo>
                    <a:pt x="1606022" y="2860045"/>
                  </a:lnTo>
                  <a:lnTo>
                    <a:pt x="1606022" y="2859614"/>
                  </a:lnTo>
                  <a:lnTo>
                    <a:pt x="1606140" y="2859614"/>
                  </a:lnTo>
                  <a:lnTo>
                    <a:pt x="1606258" y="2859614"/>
                  </a:lnTo>
                  <a:lnTo>
                    <a:pt x="1606258" y="2859184"/>
                  </a:lnTo>
                  <a:lnTo>
                    <a:pt x="1606258" y="2858753"/>
                  </a:lnTo>
                  <a:lnTo>
                    <a:pt x="1606258" y="2858322"/>
                  </a:lnTo>
                  <a:lnTo>
                    <a:pt x="1606375" y="2858322"/>
                  </a:lnTo>
                  <a:lnTo>
                    <a:pt x="1606493" y="2858322"/>
                  </a:lnTo>
                  <a:lnTo>
                    <a:pt x="1606610" y="2858322"/>
                  </a:lnTo>
                  <a:lnTo>
                    <a:pt x="1606728" y="2858322"/>
                  </a:lnTo>
                  <a:lnTo>
                    <a:pt x="1606728" y="2857892"/>
                  </a:lnTo>
                  <a:lnTo>
                    <a:pt x="1606846" y="2857892"/>
                  </a:lnTo>
                  <a:lnTo>
                    <a:pt x="1606963" y="2857892"/>
                  </a:lnTo>
                  <a:lnTo>
                    <a:pt x="1606963" y="2857461"/>
                  </a:lnTo>
                  <a:lnTo>
                    <a:pt x="1606963" y="2857031"/>
                  </a:lnTo>
                  <a:lnTo>
                    <a:pt x="1607081" y="2857031"/>
                  </a:lnTo>
                  <a:lnTo>
                    <a:pt x="1607081" y="2856600"/>
                  </a:lnTo>
                  <a:lnTo>
                    <a:pt x="1607198" y="2856600"/>
                  </a:lnTo>
                  <a:lnTo>
                    <a:pt x="1607316" y="2856600"/>
                  </a:lnTo>
                  <a:lnTo>
                    <a:pt x="1607434" y="2856600"/>
                  </a:lnTo>
                  <a:lnTo>
                    <a:pt x="1607551" y="2856600"/>
                  </a:lnTo>
                  <a:lnTo>
                    <a:pt x="1607669" y="2856600"/>
                  </a:lnTo>
                  <a:lnTo>
                    <a:pt x="1607787" y="2856600"/>
                  </a:lnTo>
                  <a:lnTo>
                    <a:pt x="1607904" y="2856600"/>
                  </a:lnTo>
                  <a:lnTo>
                    <a:pt x="1608022" y="2856600"/>
                  </a:lnTo>
                  <a:lnTo>
                    <a:pt x="1608139" y="2856600"/>
                  </a:lnTo>
                  <a:lnTo>
                    <a:pt x="1608139" y="2856169"/>
                  </a:lnTo>
                  <a:lnTo>
                    <a:pt x="1608139" y="2855739"/>
                  </a:lnTo>
                  <a:lnTo>
                    <a:pt x="1608257" y="2855739"/>
                  </a:lnTo>
                  <a:lnTo>
                    <a:pt x="1608375" y="2855739"/>
                  </a:lnTo>
                  <a:lnTo>
                    <a:pt x="1608375" y="2855308"/>
                  </a:lnTo>
                  <a:lnTo>
                    <a:pt x="1608492" y="2855308"/>
                  </a:lnTo>
                  <a:lnTo>
                    <a:pt x="1608610" y="2855308"/>
                  </a:lnTo>
                  <a:lnTo>
                    <a:pt x="1608727" y="2855308"/>
                  </a:lnTo>
                  <a:lnTo>
                    <a:pt x="1608845" y="2855308"/>
                  </a:lnTo>
                  <a:lnTo>
                    <a:pt x="1608963" y="2855308"/>
                  </a:lnTo>
                  <a:lnTo>
                    <a:pt x="1609080" y="2855308"/>
                  </a:lnTo>
                  <a:lnTo>
                    <a:pt x="1609198" y="2855308"/>
                  </a:lnTo>
                  <a:lnTo>
                    <a:pt x="1609198" y="2854878"/>
                  </a:lnTo>
                  <a:lnTo>
                    <a:pt x="1609315" y="2854878"/>
                  </a:lnTo>
                  <a:lnTo>
                    <a:pt x="1609433" y="2854878"/>
                  </a:lnTo>
                  <a:lnTo>
                    <a:pt x="1609551" y="2854878"/>
                  </a:lnTo>
                  <a:lnTo>
                    <a:pt x="1609668" y="2854878"/>
                  </a:lnTo>
                  <a:lnTo>
                    <a:pt x="1609668" y="2854447"/>
                  </a:lnTo>
                  <a:lnTo>
                    <a:pt x="1609786" y="2854447"/>
                  </a:lnTo>
                  <a:lnTo>
                    <a:pt x="1609904" y="2854447"/>
                  </a:lnTo>
                  <a:lnTo>
                    <a:pt x="1609904" y="2854016"/>
                  </a:lnTo>
                  <a:lnTo>
                    <a:pt x="1610021" y="2854016"/>
                  </a:lnTo>
                  <a:lnTo>
                    <a:pt x="1610021" y="2853586"/>
                  </a:lnTo>
                  <a:lnTo>
                    <a:pt x="1610021" y="2853155"/>
                  </a:lnTo>
                  <a:lnTo>
                    <a:pt x="1610139" y="2853155"/>
                  </a:lnTo>
                  <a:lnTo>
                    <a:pt x="1610256" y="2853155"/>
                  </a:lnTo>
                  <a:lnTo>
                    <a:pt x="1610256" y="2852725"/>
                  </a:lnTo>
                  <a:lnTo>
                    <a:pt x="1610374" y="2852725"/>
                  </a:lnTo>
                  <a:lnTo>
                    <a:pt x="1610492" y="2852725"/>
                  </a:lnTo>
                  <a:lnTo>
                    <a:pt x="1610492" y="2852294"/>
                  </a:lnTo>
                  <a:lnTo>
                    <a:pt x="1610609" y="2852294"/>
                  </a:lnTo>
                  <a:lnTo>
                    <a:pt x="1610727" y="2852294"/>
                  </a:lnTo>
                  <a:lnTo>
                    <a:pt x="1610844" y="2852294"/>
                  </a:lnTo>
                  <a:lnTo>
                    <a:pt x="1610962" y="2852294"/>
                  </a:lnTo>
                  <a:lnTo>
                    <a:pt x="1611080" y="2852294"/>
                  </a:lnTo>
                  <a:lnTo>
                    <a:pt x="1611197" y="2852294"/>
                  </a:lnTo>
                  <a:lnTo>
                    <a:pt x="1611315" y="2852294"/>
                  </a:lnTo>
                  <a:lnTo>
                    <a:pt x="1611433" y="2852294"/>
                  </a:lnTo>
                  <a:lnTo>
                    <a:pt x="1611550" y="2852294"/>
                  </a:lnTo>
                  <a:lnTo>
                    <a:pt x="1611668" y="2852294"/>
                  </a:lnTo>
                  <a:lnTo>
                    <a:pt x="1611668" y="2851863"/>
                  </a:lnTo>
                  <a:lnTo>
                    <a:pt x="1611785" y="2851863"/>
                  </a:lnTo>
                  <a:lnTo>
                    <a:pt x="1611903" y="2851863"/>
                  </a:lnTo>
                  <a:lnTo>
                    <a:pt x="1612021" y="2851863"/>
                  </a:lnTo>
                  <a:lnTo>
                    <a:pt x="1612138" y="2851863"/>
                  </a:lnTo>
                  <a:lnTo>
                    <a:pt x="1612256" y="2851863"/>
                  </a:lnTo>
                  <a:lnTo>
                    <a:pt x="1612373" y="2851863"/>
                  </a:lnTo>
                  <a:lnTo>
                    <a:pt x="1612491" y="2851863"/>
                  </a:lnTo>
                  <a:lnTo>
                    <a:pt x="1612609" y="2851863"/>
                  </a:lnTo>
                  <a:lnTo>
                    <a:pt x="1612726" y="2851863"/>
                  </a:lnTo>
                  <a:lnTo>
                    <a:pt x="1612726" y="2851433"/>
                  </a:lnTo>
                  <a:lnTo>
                    <a:pt x="1612844" y="2851433"/>
                  </a:lnTo>
                  <a:lnTo>
                    <a:pt x="1612962" y="2851433"/>
                  </a:lnTo>
                  <a:lnTo>
                    <a:pt x="1612962" y="2851002"/>
                  </a:lnTo>
                  <a:lnTo>
                    <a:pt x="1613079" y="2851002"/>
                  </a:lnTo>
                  <a:lnTo>
                    <a:pt x="1613079" y="2850572"/>
                  </a:lnTo>
                  <a:lnTo>
                    <a:pt x="1613197" y="2850572"/>
                  </a:lnTo>
                  <a:lnTo>
                    <a:pt x="1613314" y="2850572"/>
                  </a:lnTo>
                  <a:lnTo>
                    <a:pt x="1613432" y="2850572"/>
                  </a:lnTo>
                  <a:lnTo>
                    <a:pt x="1613550" y="2850572"/>
                  </a:lnTo>
                  <a:lnTo>
                    <a:pt x="1613667" y="2850572"/>
                  </a:lnTo>
                  <a:lnTo>
                    <a:pt x="1613667" y="2850141"/>
                  </a:lnTo>
                  <a:lnTo>
                    <a:pt x="1613667" y="2849710"/>
                  </a:lnTo>
                  <a:lnTo>
                    <a:pt x="1613785" y="2849710"/>
                  </a:lnTo>
                  <a:lnTo>
                    <a:pt x="1613902" y="2849710"/>
                  </a:lnTo>
                  <a:lnTo>
                    <a:pt x="1613902" y="2849280"/>
                  </a:lnTo>
                  <a:lnTo>
                    <a:pt x="1614020" y="2849280"/>
                  </a:lnTo>
                  <a:lnTo>
                    <a:pt x="1614138" y="2849280"/>
                  </a:lnTo>
                  <a:lnTo>
                    <a:pt x="1614255" y="2849280"/>
                  </a:lnTo>
                  <a:lnTo>
                    <a:pt x="1614255" y="2848849"/>
                  </a:lnTo>
                  <a:lnTo>
                    <a:pt x="1614255" y="2848419"/>
                  </a:lnTo>
                  <a:lnTo>
                    <a:pt x="1614255" y="2847988"/>
                  </a:lnTo>
                  <a:lnTo>
                    <a:pt x="1614373" y="2847988"/>
                  </a:lnTo>
                  <a:lnTo>
                    <a:pt x="1614491" y="2847988"/>
                  </a:lnTo>
                  <a:lnTo>
                    <a:pt x="1614608" y="2847988"/>
                  </a:lnTo>
                  <a:lnTo>
                    <a:pt x="1614726" y="2847988"/>
                  </a:lnTo>
                  <a:lnTo>
                    <a:pt x="1614726" y="2847557"/>
                  </a:lnTo>
                  <a:lnTo>
                    <a:pt x="1614726" y="2847127"/>
                  </a:lnTo>
                  <a:lnTo>
                    <a:pt x="1614843" y="2847127"/>
                  </a:lnTo>
                  <a:lnTo>
                    <a:pt x="1614843" y="2846696"/>
                  </a:lnTo>
                  <a:lnTo>
                    <a:pt x="1614961" y="2846696"/>
                  </a:lnTo>
                  <a:lnTo>
                    <a:pt x="1615079" y="2846696"/>
                  </a:lnTo>
                  <a:lnTo>
                    <a:pt x="1615196" y="2846696"/>
                  </a:lnTo>
                  <a:lnTo>
                    <a:pt x="1615314" y="2846696"/>
                  </a:lnTo>
                  <a:lnTo>
                    <a:pt x="1615431" y="2846696"/>
                  </a:lnTo>
                  <a:lnTo>
                    <a:pt x="1615431" y="2846266"/>
                  </a:lnTo>
                  <a:lnTo>
                    <a:pt x="1615549" y="2846266"/>
                  </a:lnTo>
                  <a:lnTo>
                    <a:pt x="1615667" y="2846266"/>
                  </a:lnTo>
                  <a:lnTo>
                    <a:pt x="1615784" y="2846266"/>
                  </a:lnTo>
                  <a:lnTo>
                    <a:pt x="1615902" y="2846266"/>
                  </a:lnTo>
                  <a:lnTo>
                    <a:pt x="1616019" y="2846266"/>
                  </a:lnTo>
                  <a:lnTo>
                    <a:pt x="1616137" y="2846266"/>
                  </a:lnTo>
                  <a:lnTo>
                    <a:pt x="1616255" y="2846266"/>
                  </a:lnTo>
                  <a:lnTo>
                    <a:pt x="1616255" y="2845835"/>
                  </a:lnTo>
                  <a:lnTo>
                    <a:pt x="1616372" y="2845835"/>
                  </a:lnTo>
                  <a:lnTo>
                    <a:pt x="1616490" y="2845835"/>
                  </a:lnTo>
                  <a:lnTo>
                    <a:pt x="1616608" y="2845835"/>
                  </a:lnTo>
                  <a:lnTo>
                    <a:pt x="1616725" y="2845835"/>
                  </a:lnTo>
                  <a:lnTo>
                    <a:pt x="1616843" y="2845835"/>
                  </a:lnTo>
                  <a:lnTo>
                    <a:pt x="1616960" y="2845835"/>
                  </a:lnTo>
                  <a:lnTo>
                    <a:pt x="1617078" y="2845835"/>
                  </a:lnTo>
                  <a:lnTo>
                    <a:pt x="1617196" y="2845835"/>
                  </a:lnTo>
                  <a:lnTo>
                    <a:pt x="1617313" y="2845835"/>
                  </a:lnTo>
                  <a:lnTo>
                    <a:pt x="1617431" y="2845835"/>
                  </a:lnTo>
                  <a:lnTo>
                    <a:pt x="1617548" y="2845835"/>
                  </a:lnTo>
                  <a:lnTo>
                    <a:pt x="1617666" y="2845835"/>
                  </a:lnTo>
                  <a:lnTo>
                    <a:pt x="1617784" y="2845835"/>
                  </a:lnTo>
                  <a:lnTo>
                    <a:pt x="1617901" y="2845835"/>
                  </a:lnTo>
                  <a:lnTo>
                    <a:pt x="1618019" y="2845835"/>
                  </a:lnTo>
                  <a:lnTo>
                    <a:pt x="1618137" y="2845835"/>
                  </a:lnTo>
                  <a:lnTo>
                    <a:pt x="1618254" y="2845835"/>
                  </a:lnTo>
                  <a:lnTo>
                    <a:pt x="1618372" y="2845835"/>
                  </a:lnTo>
                  <a:lnTo>
                    <a:pt x="1618372" y="2845404"/>
                  </a:lnTo>
                  <a:lnTo>
                    <a:pt x="1618489" y="2845404"/>
                  </a:lnTo>
                  <a:lnTo>
                    <a:pt x="1618607" y="2845404"/>
                  </a:lnTo>
                  <a:lnTo>
                    <a:pt x="1618725" y="2845404"/>
                  </a:lnTo>
                  <a:lnTo>
                    <a:pt x="1618725" y="2844974"/>
                  </a:lnTo>
                  <a:lnTo>
                    <a:pt x="1618842" y="2844974"/>
                  </a:lnTo>
                  <a:lnTo>
                    <a:pt x="1618960" y="2844974"/>
                  </a:lnTo>
                  <a:lnTo>
                    <a:pt x="1619077" y="2844974"/>
                  </a:lnTo>
                  <a:lnTo>
                    <a:pt x="1619195" y="2844974"/>
                  </a:lnTo>
                  <a:lnTo>
                    <a:pt x="1619195" y="2844543"/>
                  </a:lnTo>
                  <a:lnTo>
                    <a:pt x="1619313" y="2844543"/>
                  </a:lnTo>
                  <a:lnTo>
                    <a:pt x="1619430" y="2844543"/>
                  </a:lnTo>
                  <a:lnTo>
                    <a:pt x="1619430" y="2844113"/>
                  </a:lnTo>
                  <a:lnTo>
                    <a:pt x="1619430" y="2843682"/>
                  </a:lnTo>
                  <a:lnTo>
                    <a:pt x="1619548" y="2843682"/>
                  </a:lnTo>
                  <a:lnTo>
                    <a:pt x="1619666" y="2843682"/>
                  </a:lnTo>
                  <a:lnTo>
                    <a:pt x="1619666" y="2843251"/>
                  </a:lnTo>
                  <a:lnTo>
                    <a:pt x="1619783" y="2843251"/>
                  </a:lnTo>
                  <a:lnTo>
                    <a:pt x="1619901" y="2843251"/>
                  </a:lnTo>
                  <a:lnTo>
                    <a:pt x="1620018" y="2843251"/>
                  </a:lnTo>
                  <a:lnTo>
                    <a:pt x="1620018" y="2842821"/>
                  </a:lnTo>
                  <a:lnTo>
                    <a:pt x="1620136" y="2842821"/>
                  </a:lnTo>
                  <a:lnTo>
                    <a:pt x="1620136" y="2842390"/>
                  </a:lnTo>
                  <a:lnTo>
                    <a:pt x="1620254" y="2842390"/>
                  </a:lnTo>
                  <a:lnTo>
                    <a:pt x="1620371" y="2842390"/>
                  </a:lnTo>
                  <a:lnTo>
                    <a:pt x="1620371" y="2841960"/>
                  </a:lnTo>
                  <a:lnTo>
                    <a:pt x="1620371" y="2841529"/>
                  </a:lnTo>
                  <a:lnTo>
                    <a:pt x="1620489" y="2841529"/>
                  </a:lnTo>
                  <a:lnTo>
                    <a:pt x="1620606" y="2841529"/>
                  </a:lnTo>
                  <a:lnTo>
                    <a:pt x="1620606" y="2841098"/>
                  </a:lnTo>
                  <a:lnTo>
                    <a:pt x="1620724" y="2841098"/>
                  </a:lnTo>
                  <a:lnTo>
                    <a:pt x="1620842" y="2841098"/>
                  </a:lnTo>
                  <a:lnTo>
                    <a:pt x="1620959" y="2841098"/>
                  </a:lnTo>
                  <a:lnTo>
                    <a:pt x="1621077" y="2841098"/>
                  </a:lnTo>
                  <a:lnTo>
                    <a:pt x="1621195" y="2841098"/>
                  </a:lnTo>
                  <a:lnTo>
                    <a:pt x="1621312" y="2841098"/>
                  </a:lnTo>
                  <a:lnTo>
                    <a:pt x="1621430" y="2841098"/>
                  </a:lnTo>
                  <a:lnTo>
                    <a:pt x="1621547" y="2841098"/>
                  </a:lnTo>
                  <a:lnTo>
                    <a:pt x="1621547" y="2840668"/>
                  </a:lnTo>
                  <a:lnTo>
                    <a:pt x="1621547" y="2840237"/>
                  </a:lnTo>
                  <a:lnTo>
                    <a:pt x="1621665" y="2840237"/>
                  </a:lnTo>
                  <a:lnTo>
                    <a:pt x="1621783" y="2840237"/>
                  </a:lnTo>
                  <a:lnTo>
                    <a:pt x="1621900" y="2840237"/>
                  </a:lnTo>
                  <a:lnTo>
                    <a:pt x="1621900" y="2839807"/>
                  </a:lnTo>
                  <a:lnTo>
                    <a:pt x="1622018" y="2839807"/>
                  </a:lnTo>
                  <a:lnTo>
                    <a:pt x="1622135" y="2839807"/>
                  </a:lnTo>
                  <a:lnTo>
                    <a:pt x="1622253" y="2839807"/>
                  </a:lnTo>
                  <a:lnTo>
                    <a:pt x="1622371" y="2839807"/>
                  </a:lnTo>
                  <a:lnTo>
                    <a:pt x="1622488" y="2839807"/>
                  </a:lnTo>
                  <a:lnTo>
                    <a:pt x="1622606" y="2839807"/>
                  </a:lnTo>
                  <a:lnTo>
                    <a:pt x="1622724" y="2839807"/>
                  </a:lnTo>
                  <a:lnTo>
                    <a:pt x="1622841" y="2839807"/>
                  </a:lnTo>
                  <a:lnTo>
                    <a:pt x="1622959" y="2839807"/>
                  </a:lnTo>
                  <a:lnTo>
                    <a:pt x="1623076" y="2839807"/>
                  </a:lnTo>
                  <a:lnTo>
                    <a:pt x="1623194" y="2839807"/>
                  </a:lnTo>
                  <a:lnTo>
                    <a:pt x="1623312" y="2839807"/>
                  </a:lnTo>
                  <a:lnTo>
                    <a:pt x="1623312" y="2839376"/>
                  </a:lnTo>
                  <a:lnTo>
                    <a:pt x="1623312" y="2838945"/>
                  </a:lnTo>
                  <a:lnTo>
                    <a:pt x="1623429" y="2838945"/>
                  </a:lnTo>
                  <a:lnTo>
                    <a:pt x="1623547" y="2838945"/>
                  </a:lnTo>
                  <a:lnTo>
                    <a:pt x="1623547" y="2838515"/>
                  </a:lnTo>
                  <a:lnTo>
                    <a:pt x="1623664" y="2838515"/>
                  </a:lnTo>
                  <a:lnTo>
                    <a:pt x="1623664" y="2838084"/>
                  </a:lnTo>
                  <a:lnTo>
                    <a:pt x="1623782" y="2838084"/>
                  </a:lnTo>
                  <a:lnTo>
                    <a:pt x="1623900" y="2838084"/>
                  </a:lnTo>
                  <a:lnTo>
                    <a:pt x="1623900" y="2837654"/>
                  </a:lnTo>
                  <a:lnTo>
                    <a:pt x="1624017" y="2837654"/>
                  </a:lnTo>
                  <a:lnTo>
                    <a:pt x="1624017" y="2837223"/>
                  </a:lnTo>
                  <a:lnTo>
                    <a:pt x="1624135" y="2837223"/>
                  </a:lnTo>
                  <a:lnTo>
                    <a:pt x="1624252" y="2837223"/>
                  </a:lnTo>
                  <a:lnTo>
                    <a:pt x="1624370" y="2837223"/>
                  </a:lnTo>
                  <a:lnTo>
                    <a:pt x="1624488" y="2837223"/>
                  </a:lnTo>
                  <a:lnTo>
                    <a:pt x="1624605" y="2837223"/>
                  </a:lnTo>
                  <a:lnTo>
                    <a:pt x="1624723" y="2837223"/>
                  </a:lnTo>
                  <a:lnTo>
                    <a:pt x="1624723" y="2836792"/>
                  </a:lnTo>
                  <a:lnTo>
                    <a:pt x="1624841" y="2836792"/>
                  </a:lnTo>
                  <a:lnTo>
                    <a:pt x="1624958" y="2836792"/>
                  </a:lnTo>
                  <a:lnTo>
                    <a:pt x="1625076" y="2836792"/>
                  </a:lnTo>
                  <a:lnTo>
                    <a:pt x="1625193" y="2836792"/>
                  </a:lnTo>
                  <a:lnTo>
                    <a:pt x="1625311" y="2836792"/>
                  </a:lnTo>
                  <a:lnTo>
                    <a:pt x="1625429" y="2836792"/>
                  </a:lnTo>
                  <a:lnTo>
                    <a:pt x="1625546" y="2836792"/>
                  </a:lnTo>
                  <a:lnTo>
                    <a:pt x="1625664" y="2836792"/>
                  </a:lnTo>
                  <a:lnTo>
                    <a:pt x="1625664" y="2836362"/>
                  </a:lnTo>
                  <a:lnTo>
                    <a:pt x="1625781" y="2836362"/>
                  </a:lnTo>
                  <a:lnTo>
                    <a:pt x="1625899" y="2836362"/>
                  </a:lnTo>
                  <a:lnTo>
                    <a:pt x="1626017" y="2836362"/>
                  </a:lnTo>
                  <a:lnTo>
                    <a:pt x="1626017" y="2835931"/>
                  </a:lnTo>
                  <a:lnTo>
                    <a:pt x="1626134" y="2835931"/>
                  </a:lnTo>
                  <a:lnTo>
                    <a:pt x="1626252" y="2835931"/>
                  </a:lnTo>
                  <a:lnTo>
                    <a:pt x="1626370" y="2835931"/>
                  </a:lnTo>
                  <a:lnTo>
                    <a:pt x="1626487" y="2835931"/>
                  </a:lnTo>
                  <a:lnTo>
                    <a:pt x="1626605" y="2835931"/>
                  </a:lnTo>
                  <a:lnTo>
                    <a:pt x="1626722" y="2835931"/>
                  </a:lnTo>
                  <a:lnTo>
                    <a:pt x="1626722" y="2835501"/>
                  </a:lnTo>
                  <a:lnTo>
                    <a:pt x="1626722" y="2835070"/>
                  </a:lnTo>
                  <a:lnTo>
                    <a:pt x="1626840" y="2835070"/>
                  </a:lnTo>
                  <a:lnTo>
                    <a:pt x="1626958" y="2835070"/>
                  </a:lnTo>
                  <a:lnTo>
                    <a:pt x="1627075" y="2835070"/>
                  </a:lnTo>
                  <a:lnTo>
                    <a:pt x="1627193" y="2835070"/>
                  </a:lnTo>
                  <a:lnTo>
                    <a:pt x="1627310" y="2835070"/>
                  </a:lnTo>
                  <a:lnTo>
                    <a:pt x="1627428" y="2835070"/>
                  </a:lnTo>
                  <a:lnTo>
                    <a:pt x="1627546" y="2835070"/>
                  </a:lnTo>
                  <a:lnTo>
                    <a:pt x="1627546" y="2834639"/>
                  </a:lnTo>
                  <a:lnTo>
                    <a:pt x="1627663" y="2834639"/>
                  </a:lnTo>
                  <a:lnTo>
                    <a:pt x="1627781" y="2834639"/>
                  </a:lnTo>
                  <a:lnTo>
                    <a:pt x="1627781" y="2834209"/>
                  </a:lnTo>
                  <a:lnTo>
                    <a:pt x="1627781" y="2833778"/>
                  </a:lnTo>
                  <a:lnTo>
                    <a:pt x="1627899" y="2833778"/>
                  </a:lnTo>
                  <a:lnTo>
                    <a:pt x="1628016" y="2833778"/>
                  </a:lnTo>
                  <a:lnTo>
                    <a:pt x="1628134" y="2833778"/>
                  </a:lnTo>
                  <a:lnTo>
                    <a:pt x="1628251" y="2833778"/>
                  </a:lnTo>
                  <a:lnTo>
                    <a:pt x="1628369" y="2833778"/>
                  </a:lnTo>
                  <a:lnTo>
                    <a:pt x="1628369" y="2833348"/>
                  </a:lnTo>
                  <a:lnTo>
                    <a:pt x="1628487" y="2833348"/>
                  </a:lnTo>
                  <a:lnTo>
                    <a:pt x="1628604" y="2833348"/>
                  </a:lnTo>
                  <a:lnTo>
                    <a:pt x="1628722" y="2833348"/>
                  </a:lnTo>
                  <a:lnTo>
                    <a:pt x="1628839" y="2833348"/>
                  </a:lnTo>
                  <a:lnTo>
                    <a:pt x="1628957" y="2833348"/>
                  </a:lnTo>
                  <a:lnTo>
                    <a:pt x="1629075" y="2833348"/>
                  </a:lnTo>
                  <a:lnTo>
                    <a:pt x="1629075" y="2832917"/>
                  </a:lnTo>
                  <a:lnTo>
                    <a:pt x="1629192" y="2832917"/>
                  </a:lnTo>
                  <a:lnTo>
                    <a:pt x="1629192" y="2832486"/>
                  </a:lnTo>
                  <a:lnTo>
                    <a:pt x="1629310" y="2832486"/>
                  </a:lnTo>
                  <a:lnTo>
                    <a:pt x="1629310" y="2832056"/>
                  </a:lnTo>
                  <a:lnTo>
                    <a:pt x="1629310" y="2831625"/>
                  </a:lnTo>
                  <a:lnTo>
                    <a:pt x="1629428" y="2831625"/>
                  </a:lnTo>
                  <a:lnTo>
                    <a:pt x="1629545" y="2831625"/>
                  </a:lnTo>
                  <a:lnTo>
                    <a:pt x="1629545" y="2831195"/>
                  </a:lnTo>
                  <a:lnTo>
                    <a:pt x="1629545" y="2830764"/>
                  </a:lnTo>
                  <a:lnTo>
                    <a:pt x="1629545" y="2830333"/>
                  </a:lnTo>
                  <a:lnTo>
                    <a:pt x="1629663" y="2830333"/>
                  </a:lnTo>
                  <a:lnTo>
                    <a:pt x="1629780" y="2830333"/>
                  </a:lnTo>
                  <a:lnTo>
                    <a:pt x="1629898" y="2830333"/>
                  </a:lnTo>
                  <a:lnTo>
                    <a:pt x="1630016" y="2830333"/>
                  </a:lnTo>
                  <a:lnTo>
                    <a:pt x="1630133" y="2830333"/>
                  </a:lnTo>
                  <a:lnTo>
                    <a:pt x="1630251" y="2830333"/>
                  </a:lnTo>
                  <a:lnTo>
                    <a:pt x="1630251" y="2829903"/>
                  </a:lnTo>
                  <a:lnTo>
                    <a:pt x="1630368" y="2829903"/>
                  </a:lnTo>
                  <a:lnTo>
                    <a:pt x="1630368" y="2829472"/>
                  </a:lnTo>
                  <a:lnTo>
                    <a:pt x="1630486" y="2829472"/>
                  </a:lnTo>
                  <a:lnTo>
                    <a:pt x="1630486" y="2829042"/>
                  </a:lnTo>
                  <a:lnTo>
                    <a:pt x="1630604" y="2829042"/>
                  </a:lnTo>
                  <a:lnTo>
                    <a:pt x="1630604" y="2828611"/>
                  </a:lnTo>
                  <a:lnTo>
                    <a:pt x="1630721" y="2828611"/>
                  </a:lnTo>
                  <a:lnTo>
                    <a:pt x="1630839" y="2828611"/>
                  </a:lnTo>
                  <a:lnTo>
                    <a:pt x="1630957" y="2828611"/>
                  </a:lnTo>
                  <a:lnTo>
                    <a:pt x="1631074" y="2828611"/>
                  </a:lnTo>
                  <a:lnTo>
                    <a:pt x="1631192" y="2828611"/>
                  </a:lnTo>
                  <a:lnTo>
                    <a:pt x="1631192" y="2828180"/>
                  </a:lnTo>
                  <a:lnTo>
                    <a:pt x="1631192" y="2827750"/>
                  </a:lnTo>
                  <a:lnTo>
                    <a:pt x="1631309" y="2827750"/>
                  </a:lnTo>
                  <a:lnTo>
                    <a:pt x="1631309" y="2827319"/>
                  </a:lnTo>
                  <a:lnTo>
                    <a:pt x="1631309" y="2826889"/>
                  </a:lnTo>
                  <a:lnTo>
                    <a:pt x="1631427" y="2826889"/>
                  </a:lnTo>
                  <a:lnTo>
                    <a:pt x="1631427" y="2826458"/>
                  </a:lnTo>
                  <a:lnTo>
                    <a:pt x="1631427" y="2826027"/>
                  </a:lnTo>
                  <a:lnTo>
                    <a:pt x="1631545" y="2826027"/>
                  </a:lnTo>
                  <a:lnTo>
                    <a:pt x="1631662" y="2826027"/>
                  </a:lnTo>
                  <a:lnTo>
                    <a:pt x="1631780" y="2826027"/>
                  </a:lnTo>
                  <a:lnTo>
                    <a:pt x="1631897" y="2826027"/>
                  </a:lnTo>
                  <a:lnTo>
                    <a:pt x="1632015" y="2826027"/>
                  </a:lnTo>
                  <a:lnTo>
                    <a:pt x="1632133" y="2826027"/>
                  </a:lnTo>
                  <a:lnTo>
                    <a:pt x="1632133" y="2825597"/>
                  </a:lnTo>
                  <a:lnTo>
                    <a:pt x="1632133" y="2825166"/>
                  </a:lnTo>
                  <a:lnTo>
                    <a:pt x="1632250" y="2825166"/>
                  </a:lnTo>
                  <a:lnTo>
                    <a:pt x="1632368" y="2825166"/>
                  </a:lnTo>
                  <a:lnTo>
                    <a:pt x="1632368" y="2824736"/>
                  </a:lnTo>
                  <a:lnTo>
                    <a:pt x="1632485" y="2824736"/>
                  </a:lnTo>
                  <a:lnTo>
                    <a:pt x="1632603" y="2824736"/>
                  </a:lnTo>
                  <a:lnTo>
                    <a:pt x="1632721" y="2824736"/>
                  </a:lnTo>
                  <a:lnTo>
                    <a:pt x="1632838" y="2824736"/>
                  </a:lnTo>
                  <a:lnTo>
                    <a:pt x="1632956" y="2824736"/>
                  </a:lnTo>
                  <a:lnTo>
                    <a:pt x="1633074" y="2824736"/>
                  </a:lnTo>
                  <a:lnTo>
                    <a:pt x="1633074" y="2824305"/>
                  </a:lnTo>
                  <a:lnTo>
                    <a:pt x="1633074" y="2823874"/>
                  </a:lnTo>
                  <a:lnTo>
                    <a:pt x="1633191" y="2823874"/>
                  </a:lnTo>
                  <a:lnTo>
                    <a:pt x="1633191" y="2823444"/>
                  </a:lnTo>
                  <a:lnTo>
                    <a:pt x="1633309" y="2823444"/>
                  </a:lnTo>
                  <a:lnTo>
                    <a:pt x="1633426" y="2823444"/>
                  </a:lnTo>
                  <a:lnTo>
                    <a:pt x="1633544" y="2823444"/>
                  </a:lnTo>
                  <a:lnTo>
                    <a:pt x="1633662" y="2823444"/>
                  </a:lnTo>
                  <a:lnTo>
                    <a:pt x="1633779" y="2823444"/>
                  </a:lnTo>
                  <a:lnTo>
                    <a:pt x="1633779" y="2823013"/>
                  </a:lnTo>
                  <a:lnTo>
                    <a:pt x="1633897" y="2823013"/>
                  </a:lnTo>
                  <a:lnTo>
                    <a:pt x="1633897" y="2822583"/>
                  </a:lnTo>
                  <a:lnTo>
                    <a:pt x="1634014" y="2822583"/>
                  </a:lnTo>
                  <a:lnTo>
                    <a:pt x="1634132" y="2822583"/>
                  </a:lnTo>
                  <a:lnTo>
                    <a:pt x="1634132" y="2822152"/>
                  </a:lnTo>
                  <a:lnTo>
                    <a:pt x="1634250" y="2822152"/>
                  </a:lnTo>
                  <a:lnTo>
                    <a:pt x="1634367" y="2822152"/>
                  </a:lnTo>
                  <a:lnTo>
                    <a:pt x="1634485" y="2822152"/>
                  </a:lnTo>
                  <a:lnTo>
                    <a:pt x="1634485" y="2821721"/>
                  </a:lnTo>
                  <a:lnTo>
                    <a:pt x="1634603" y="2821721"/>
                  </a:lnTo>
                  <a:lnTo>
                    <a:pt x="1634720" y="2821721"/>
                  </a:lnTo>
                  <a:lnTo>
                    <a:pt x="1634838" y="2821721"/>
                  </a:lnTo>
                  <a:lnTo>
                    <a:pt x="1634955" y="2821721"/>
                  </a:lnTo>
                  <a:lnTo>
                    <a:pt x="1635073" y="2821721"/>
                  </a:lnTo>
                  <a:lnTo>
                    <a:pt x="1635191" y="2821721"/>
                  </a:lnTo>
                  <a:lnTo>
                    <a:pt x="1635308" y="2821721"/>
                  </a:lnTo>
                  <a:lnTo>
                    <a:pt x="1635426" y="2821721"/>
                  </a:lnTo>
                  <a:lnTo>
                    <a:pt x="1635543" y="2821721"/>
                  </a:lnTo>
                  <a:lnTo>
                    <a:pt x="1635661" y="2821721"/>
                  </a:lnTo>
                  <a:lnTo>
                    <a:pt x="1635779" y="2821721"/>
                  </a:lnTo>
                  <a:lnTo>
                    <a:pt x="1635779" y="2821291"/>
                  </a:lnTo>
                  <a:lnTo>
                    <a:pt x="1635896" y="2821291"/>
                  </a:lnTo>
                  <a:lnTo>
                    <a:pt x="1636014" y="2821291"/>
                  </a:lnTo>
                  <a:lnTo>
                    <a:pt x="1636132" y="2821291"/>
                  </a:lnTo>
                  <a:lnTo>
                    <a:pt x="1636249" y="2821291"/>
                  </a:lnTo>
                  <a:lnTo>
                    <a:pt x="1636367" y="2821291"/>
                  </a:lnTo>
                  <a:lnTo>
                    <a:pt x="1636484" y="2821291"/>
                  </a:lnTo>
                  <a:lnTo>
                    <a:pt x="1636602" y="2821291"/>
                  </a:lnTo>
                  <a:lnTo>
                    <a:pt x="1636602" y="2820860"/>
                  </a:lnTo>
                  <a:lnTo>
                    <a:pt x="1636720" y="2820860"/>
                  </a:lnTo>
                  <a:lnTo>
                    <a:pt x="1636837" y="2820860"/>
                  </a:lnTo>
                  <a:lnTo>
                    <a:pt x="1636955" y="2820860"/>
                  </a:lnTo>
                  <a:lnTo>
                    <a:pt x="1637072" y="2820860"/>
                  </a:lnTo>
                  <a:lnTo>
                    <a:pt x="1637190" y="2820860"/>
                  </a:lnTo>
                  <a:lnTo>
                    <a:pt x="1637308" y="2820860"/>
                  </a:lnTo>
                  <a:lnTo>
                    <a:pt x="1637425" y="2820860"/>
                  </a:lnTo>
                  <a:lnTo>
                    <a:pt x="1637543" y="2820860"/>
                  </a:lnTo>
                  <a:lnTo>
                    <a:pt x="1637543" y="2820430"/>
                  </a:lnTo>
                  <a:lnTo>
                    <a:pt x="1637661" y="2820430"/>
                  </a:lnTo>
                  <a:lnTo>
                    <a:pt x="1637778" y="2820430"/>
                  </a:lnTo>
                  <a:lnTo>
                    <a:pt x="1637896" y="2820430"/>
                  </a:lnTo>
                  <a:lnTo>
                    <a:pt x="1638013" y="2820430"/>
                  </a:lnTo>
                  <a:lnTo>
                    <a:pt x="1638131" y="2820430"/>
                  </a:lnTo>
                  <a:lnTo>
                    <a:pt x="1638249" y="2820430"/>
                  </a:lnTo>
                  <a:lnTo>
                    <a:pt x="1638249" y="2819999"/>
                  </a:lnTo>
                  <a:lnTo>
                    <a:pt x="1638249" y="2819568"/>
                  </a:lnTo>
                  <a:lnTo>
                    <a:pt x="1638366" y="2819568"/>
                  </a:lnTo>
                  <a:lnTo>
                    <a:pt x="1638484" y="2819568"/>
                  </a:lnTo>
                  <a:lnTo>
                    <a:pt x="1638484" y="2819138"/>
                  </a:lnTo>
                  <a:lnTo>
                    <a:pt x="1638484" y="2818707"/>
                  </a:lnTo>
                  <a:lnTo>
                    <a:pt x="1638601" y="2818707"/>
                  </a:lnTo>
                  <a:lnTo>
                    <a:pt x="1638719" y="2818707"/>
                  </a:lnTo>
                  <a:lnTo>
                    <a:pt x="1638837" y="2818707"/>
                  </a:lnTo>
                  <a:lnTo>
                    <a:pt x="1638954" y="2818707"/>
                  </a:lnTo>
                  <a:lnTo>
                    <a:pt x="1638954" y="2818277"/>
                  </a:lnTo>
                  <a:lnTo>
                    <a:pt x="1638954" y="2817846"/>
                  </a:lnTo>
                  <a:lnTo>
                    <a:pt x="1639072" y="2817846"/>
                  </a:lnTo>
                  <a:lnTo>
                    <a:pt x="1639072" y="2817415"/>
                  </a:lnTo>
                  <a:lnTo>
                    <a:pt x="1639190" y="2817415"/>
                  </a:lnTo>
                  <a:lnTo>
                    <a:pt x="1639307" y="2817415"/>
                  </a:lnTo>
                  <a:lnTo>
                    <a:pt x="1639425" y="2817415"/>
                  </a:lnTo>
                  <a:lnTo>
                    <a:pt x="1639425" y="2816985"/>
                  </a:lnTo>
                  <a:lnTo>
                    <a:pt x="1639425" y="2816554"/>
                  </a:lnTo>
                  <a:lnTo>
                    <a:pt x="1639542" y="2816554"/>
                  </a:lnTo>
                  <a:lnTo>
                    <a:pt x="1639542" y="2816124"/>
                  </a:lnTo>
                  <a:lnTo>
                    <a:pt x="1639660" y="2816124"/>
                  </a:lnTo>
                  <a:lnTo>
                    <a:pt x="1639778" y="2816124"/>
                  </a:lnTo>
                  <a:lnTo>
                    <a:pt x="1639778" y="2815693"/>
                  </a:lnTo>
                  <a:lnTo>
                    <a:pt x="1639895" y="2815693"/>
                  </a:lnTo>
                  <a:lnTo>
                    <a:pt x="1640013" y="2815693"/>
                  </a:lnTo>
                  <a:lnTo>
                    <a:pt x="1640130" y="2815693"/>
                  </a:lnTo>
                  <a:lnTo>
                    <a:pt x="1640248" y="2815693"/>
                  </a:lnTo>
                  <a:lnTo>
                    <a:pt x="1640248" y="2815262"/>
                  </a:lnTo>
                  <a:lnTo>
                    <a:pt x="1640248" y="2814832"/>
                  </a:lnTo>
                  <a:lnTo>
                    <a:pt x="1640248" y="2814401"/>
                  </a:lnTo>
                  <a:lnTo>
                    <a:pt x="1640366" y="2814401"/>
                  </a:lnTo>
                  <a:lnTo>
                    <a:pt x="1640483" y="2814401"/>
                  </a:lnTo>
                  <a:lnTo>
                    <a:pt x="1640601" y="2814401"/>
                  </a:lnTo>
                  <a:lnTo>
                    <a:pt x="1640718" y="2814401"/>
                  </a:lnTo>
                  <a:lnTo>
                    <a:pt x="1640718" y="2813971"/>
                  </a:lnTo>
                  <a:lnTo>
                    <a:pt x="1640836" y="2813971"/>
                  </a:lnTo>
                  <a:lnTo>
                    <a:pt x="1640954" y="2813971"/>
                  </a:lnTo>
                  <a:lnTo>
                    <a:pt x="1640954" y="2813540"/>
                  </a:lnTo>
                  <a:lnTo>
                    <a:pt x="1641071" y="2813540"/>
                  </a:lnTo>
                  <a:lnTo>
                    <a:pt x="1641189" y="2813540"/>
                  </a:lnTo>
                  <a:lnTo>
                    <a:pt x="1641307" y="2813540"/>
                  </a:lnTo>
                  <a:lnTo>
                    <a:pt x="1641424" y="2813540"/>
                  </a:lnTo>
                  <a:lnTo>
                    <a:pt x="1641424" y="2813109"/>
                  </a:lnTo>
                  <a:lnTo>
                    <a:pt x="1641424" y="2812679"/>
                  </a:lnTo>
                  <a:lnTo>
                    <a:pt x="1641542" y="2812679"/>
                  </a:lnTo>
                  <a:lnTo>
                    <a:pt x="1641659" y="2812679"/>
                  </a:lnTo>
                  <a:lnTo>
                    <a:pt x="1641659" y="2812248"/>
                  </a:lnTo>
                  <a:lnTo>
                    <a:pt x="1641777" y="2812248"/>
                  </a:lnTo>
                  <a:lnTo>
                    <a:pt x="1641895" y="2812248"/>
                  </a:lnTo>
                  <a:lnTo>
                    <a:pt x="1642012" y="2812248"/>
                  </a:lnTo>
                  <a:lnTo>
                    <a:pt x="1642130" y="2812248"/>
                  </a:lnTo>
                  <a:lnTo>
                    <a:pt x="1642247" y="2812248"/>
                  </a:lnTo>
                  <a:lnTo>
                    <a:pt x="1642365" y="2812248"/>
                  </a:lnTo>
                  <a:lnTo>
                    <a:pt x="1642365" y="2811818"/>
                  </a:lnTo>
                  <a:lnTo>
                    <a:pt x="1642365" y="2811387"/>
                  </a:lnTo>
                  <a:lnTo>
                    <a:pt x="1642365" y="2810956"/>
                  </a:lnTo>
                  <a:lnTo>
                    <a:pt x="1642483" y="2810956"/>
                  </a:lnTo>
                  <a:lnTo>
                    <a:pt x="1642600" y="2810956"/>
                  </a:lnTo>
                  <a:lnTo>
                    <a:pt x="1642718" y="2810956"/>
                  </a:lnTo>
                  <a:lnTo>
                    <a:pt x="1642718" y="2810526"/>
                  </a:lnTo>
                  <a:lnTo>
                    <a:pt x="1642836" y="2810526"/>
                  </a:lnTo>
                  <a:lnTo>
                    <a:pt x="1642836" y="2810095"/>
                  </a:lnTo>
                  <a:lnTo>
                    <a:pt x="1642953" y="2810095"/>
                  </a:lnTo>
                  <a:lnTo>
                    <a:pt x="1642953" y="2809665"/>
                  </a:lnTo>
                  <a:lnTo>
                    <a:pt x="1643071" y="2809665"/>
                  </a:lnTo>
                  <a:lnTo>
                    <a:pt x="1643188" y="2809665"/>
                  </a:lnTo>
                  <a:lnTo>
                    <a:pt x="1643188" y="2809234"/>
                  </a:lnTo>
                  <a:lnTo>
                    <a:pt x="1643306" y="2809234"/>
                  </a:lnTo>
                  <a:lnTo>
                    <a:pt x="1643306" y="2808803"/>
                  </a:lnTo>
                  <a:lnTo>
                    <a:pt x="1643424" y="2808803"/>
                  </a:lnTo>
                  <a:lnTo>
                    <a:pt x="1643541" y="2808803"/>
                  </a:lnTo>
                  <a:lnTo>
                    <a:pt x="1643659" y="2808803"/>
                  </a:lnTo>
                  <a:lnTo>
                    <a:pt x="1643659" y="2808373"/>
                  </a:lnTo>
                  <a:lnTo>
                    <a:pt x="1643659" y="2807942"/>
                  </a:lnTo>
                  <a:lnTo>
                    <a:pt x="1643776" y="2807942"/>
                  </a:lnTo>
                  <a:lnTo>
                    <a:pt x="1643894" y="2807942"/>
                  </a:lnTo>
                  <a:lnTo>
                    <a:pt x="1644012" y="2807942"/>
                  </a:lnTo>
                  <a:lnTo>
                    <a:pt x="1644129" y="2807942"/>
                  </a:lnTo>
                  <a:lnTo>
                    <a:pt x="1644247" y="2807942"/>
                  </a:lnTo>
                  <a:lnTo>
                    <a:pt x="1644247" y="2807512"/>
                  </a:lnTo>
                  <a:lnTo>
                    <a:pt x="1644365" y="2807512"/>
                  </a:lnTo>
                  <a:lnTo>
                    <a:pt x="1644482" y="2807512"/>
                  </a:lnTo>
                  <a:lnTo>
                    <a:pt x="1644600" y="2807512"/>
                  </a:lnTo>
                  <a:lnTo>
                    <a:pt x="1644717" y="2807512"/>
                  </a:lnTo>
                  <a:lnTo>
                    <a:pt x="1644835" y="2807512"/>
                  </a:lnTo>
                  <a:lnTo>
                    <a:pt x="1644953" y="2807512"/>
                  </a:lnTo>
                  <a:lnTo>
                    <a:pt x="1645070" y="2807512"/>
                  </a:lnTo>
                  <a:lnTo>
                    <a:pt x="1645070" y="2807081"/>
                  </a:lnTo>
                  <a:lnTo>
                    <a:pt x="1645188" y="2807081"/>
                  </a:lnTo>
                  <a:lnTo>
                    <a:pt x="1645188" y="2806650"/>
                  </a:lnTo>
                  <a:lnTo>
                    <a:pt x="1645188" y="2806220"/>
                  </a:lnTo>
                  <a:lnTo>
                    <a:pt x="1645305" y="2806220"/>
                  </a:lnTo>
                  <a:lnTo>
                    <a:pt x="1645423" y="2806220"/>
                  </a:lnTo>
                  <a:lnTo>
                    <a:pt x="1645541" y="2806220"/>
                  </a:lnTo>
                  <a:lnTo>
                    <a:pt x="1645658" y="2806220"/>
                  </a:lnTo>
                  <a:lnTo>
                    <a:pt x="1645776" y="2806220"/>
                  </a:lnTo>
                  <a:lnTo>
                    <a:pt x="1645894" y="2806220"/>
                  </a:lnTo>
                  <a:lnTo>
                    <a:pt x="1646011" y="2806220"/>
                  </a:lnTo>
                  <a:lnTo>
                    <a:pt x="1646011" y="2805789"/>
                  </a:lnTo>
                  <a:lnTo>
                    <a:pt x="1646129" y="2805789"/>
                  </a:lnTo>
                  <a:lnTo>
                    <a:pt x="1646246" y="2805789"/>
                  </a:lnTo>
                  <a:lnTo>
                    <a:pt x="1646246" y="2805359"/>
                  </a:lnTo>
                  <a:lnTo>
                    <a:pt x="1646364" y="2805359"/>
                  </a:lnTo>
                  <a:lnTo>
                    <a:pt x="1646482" y="2805359"/>
                  </a:lnTo>
                  <a:lnTo>
                    <a:pt x="1646599" y="2805359"/>
                  </a:lnTo>
                  <a:lnTo>
                    <a:pt x="1646717" y="2805359"/>
                  </a:lnTo>
                  <a:lnTo>
                    <a:pt x="1646834" y="2805359"/>
                  </a:lnTo>
                  <a:lnTo>
                    <a:pt x="1646834" y="2804928"/>
                  </a:lnTo>
                  <a:lnTo>
                    <a:pt x="1646952" y="2804928"/>
                  </a:lnTo>
                  <a:lnTo>
                    <a:pt x="1646952" y="2804497"/>
                  </a:lnTo>
                  <a:lnTo>
                    <a:pt x="1646952" y="2804067"/>
                  </a:lnTo>
                  <a:lnTo>
                    <a:pt x="1647070" y="2804067"/>
                  </a:lnTo>
                  <a:lnTo>
                    <a:pt x="1647187" y="2804067"/>
                  </a:lnTo>
                  <a:lnTo>
                    <a:pt x="1647305" y="2804067"/>
                  </a:lnTo>
                  <a:lnTo>
                    <a:pt x="1647423" y="2804067"/>
                  </a:lnTo>
                  <a:lnTo>
                    <a:pt x="1647423" y="2803636"/>
                  </a:lnTo>
                  <a:lnTo>
                    <a:pt x="1647540" y="2803636"/>
                  </a:lnTo>
                  <a:lnTo>
                    <a:pt x="1647540" y="2803206"/>
                  </a:lnTo>
                  <a:lnTo>
                    <a:pt x="1647658" y="2803206"/>
                  </a:lnTo>
                  <a:lnTo>
                    <a:pt x="1647658" y="2802775"/>
                  </a:lnTo>
                  <a:lnTo>
                    <a:pt x="1647658" y="2802344"/>
                  </a:lnTo>
                  <a:lnTo>
                    <a:pt x="1647658" y="2801914"/>
                  </a:lnTo>
                  <a:lnTo>
                    <a:pt x="1647775" y="2801914"/>
                  </a:lnTo>
                  <a:lnTo>
                    <a:pt x="1647893" y="2801914"/>
                  </a:lnTo>
                  <a:lnTo>
                    <a:pt x="1647893" y="2801483"/>
                  </a:lnTo>
                  <a:lnTo>
                    <a:pt x="1648011" y="2801483"/>
                  </a:lnTo>
                  <a:lnTo>
                    <a:pt x="1648128" y="2801483"/>
                  </a:lnTo>
                  <a:lnTo>
                    <a:pt x="1648128" y="2801053"/>
                  </a:lnTo>
                  <a:lnTo>
                    <a:pt x="1648246" y="2801053"/>
                  </a:lnTo>
                  <a:lnTo>
                    <a:pt x="1648363" y="2801053"/>
                  </a:lnTo>
                  <a:lnTo>
                    <a:pt x="1648481" y="2801053"/>
                  </a:lnTo>
                  <a:lnTo>
                    <a:pt x="1648599" y="2801053"/>
                  </a:lnTo>
                  <a:lnTo>
                    <a:pt x="1648716" y="2801053"/>
                  </a:lnTo>
                  <a:lnTo>
                    <a:pt x="1648834" y="2801053"/>
                  </a:lnTo>
                  <a:lnTo>
                    <a:pt x="1648951" y="2801053"/>
                  </a:lnTo>
                  <a:lnTo>
                    <a:pt x="1648951" y="2800622"/>
                  </a:lnTo>
                  <a:lnTo>
                    <a:pt x="1649069" y="2800622"/>
                  </a:lnTo>
                  <a:lnTo>
                    <a:pt x="1649187" y="2800622"/>
                  </a:lnTo>
                  <a:lnTo>
                    <a:pt x="1649304" y="2800622"/>
                  </a:lnTo>
                  <a:lnTo>
                    <a:pt x="1649422" y="2800622"/>
                  </a:lnTo>
                  <a:lnTo>
                    <a:pt x="1649422" y="2800191"/>
                  </a:lnTo>
                  <a:lnTo>
                    <a:pt x="1649540" y="2800191"/>
                  </a:lnTo>
                  <a:lnTo>
                    <a:pt x="1649657" y="2800191"/>
                  </a:lnTo>
                  <a:lnTo>
                    <a:pt x="1649775" y="2800191"/>
                  </a:lnTo>
                  <a:lnTo>
                    <a:pt x="1649775" y="2799761"/>
                  </a:lnTo>
                  <a:lnTo>
                    <a:pt x="1649892" y="2799761"/>
                  </a:lnTo>
                  <a:lnTo>
                    <a:pt x="1650010" y="2799761"/>
                  </a:lnTo>
                  <a:lnTo>
                    <a:pt x="1650128" y="2799761"/>
                  </a:lnTo>
                  <a:lnTo>
                    <a:pt x="1650128" y="2799330"/>
                  </a:lnTo>
                  <a:lnTo>
                    <a:pt x="1650245" y="2799330"/>
                  </a:lnTo>
                  <a:lnTo>
                    <a:pt x="1650363" y="2799330"/>
                  </a:lnTo>
                  <a:lnTo>
                    <a:pt x="1650480" y="2799330"/>
                  </a:lnTo>
                  <a:lnTo>
                    <a:pt x="1650480" y="2798900"/>
                  </a:lnTo>
                  <a:lnTo>
                    <a:pt x="1650480" y="2798469"/>
                  </a:lnTo>
                  <a:lnTo>
                    <a:pt x="1650598" y="2798469"/>
                  </a:lnTo>
                  <a:lnTo>
                    <a:pt x="1650716" y="2798469"/>
                  </a:lnTo>
                  <a:lnTo>
                    <a:pt x="1650833" y="2798469"/>
                  </a:lnTo>
                  <a:lnTo>
                    <a:pt x="1650951" y="2798469"/>
                  </a:lnTo>
                  <a:lnTo>
                    <a:pt x="1651069" y="2798469"/>
                  </a:lnTo>
                  <a:lnTo>
                    <a:pt x="1651186" y="2798469"/>
                  </a:lnTo>
                  <a:lnTo>
                    <a:pt x="1651304" y="2798469"/>
                  </a:lnTo>
                  <a:lnTo>
                    <a:pt x="1651421" y="2798469"/>
                  </a:lnTo>
                  <a:lnTo>
                    <a:pt x="1651539" y="2798469"/>
                  </a:lnTo>
                  <a:lnTo>
                    <a:pt x="1651657" y="2798469"/>
                  </a:lnTo>
                  <a:lnTo>
                    <a:pt x="1651657" y="2798038"/>
                  </a:lnTo>
                  <a:lnTo>
                    <a:pt x="1651657" y="2797608"/>
                  </a:lnTo>
                  <a:lnTo>
                    <a:pt x="1651774" y="2797608"/>
                  </a:lnTo>
                  <a:lnTo>
                    <a:pt x="1651892" y="2797608"/>
                  </a:lnTo>
                  <a:lnTo>
                    <a:pt x="1652009" y="2797608"/>
                  </a:lnTo>
                  <a:lnTo>
                    <a:pt x="1652127" y="2797608"/>
                  </a:lnTo>
                  <a:lnTo>
                    <a:pt x="1652127" y="2797177"/>
                  </a:lnTo>
                  <a:lnTo>
                    <a:pt x="1652245" y="2797177"/>
                  </a:lnTo>
                  <a:lnTo>
                    <a:pt x="1652245" y="2796747"/>
                  </a:lnTo>
                  <a:lnTo>
                    <a:pt x="1652245" y="2796316"/>
                  </a:lnTo>
                  <a:lnTo>
                    <a:pt x="1652362" y="2796316"/>
                  </a:lnTo>
                  <a:lnTo>
                    <a:pt x="1652480" y="2796316"/>
                  </a:lnTo>
                  <a:lnTo>
                    <a:pt x="1652598" y="2796316"/>
                  </a:lnTo>
                  <a:lnTo>
                    <a:pt x="1652598" y="2795885"/>
                  </a:lnTo>
                  <a:lnTo>
                    <a:pt x="1652598" y="2795455"/>
                  </a:lnTo>
                  <a:lnTo>
                    <a:pt x="1652715" y="2795455"/>
                  </a:lnTo>
                  <a:lnTo>
                    <a:pt x="1652833" y="2795455"/>
                  </a:lnTo>
                  <a:lnTo>
                    <a:pt x="1652950" y="2795455"/>
                  </a:lnTo>
                  <a:lnTo>
                    <a:pt x="1653068" y="2795455"/>
                  </a:lnTo>
                  <a:lnTo>
                    <a:pt x="1653186" y="2795455"/>
                  </a:lnTo>
                  <a:lnTo>
                    <a:pt x="1653303" y="2795455"/>
                  </a:lnTo>
                  <a:lnTo>
                    <a:pt x="1653303" y="2795024"/>
                  </a:lnTo>
                  <a:lnTo>
                    <a:pt x="1653421" y="2795024"/>
                  </a:lnTo>
                  <a:lnTo>
                    <a:pt x="1653538" y="2795024"/>
                  </a:lnTo>
                  <a:lnTo>
                    <a:pt x="1653656" y="2795024"/>
                  </a:lnTo>
                  <a:lnTo>
                    <a:pt x="1653774" y="2795024"/>
                  </a:lnTo>
                  <a:lnTo>
                    <a:pt x="1653891" y="2795024"/>
                  </a:lnTo>
                  <a:lnTo>
                    <a:pt x="1654009" y="2795024"/>
                  </a:lnTo>
                  <a:lnTo>
                    <a:pt x="1654009" y="2794594"/>
                  </a:lnTo>
                  <a:lnTo>
                    <a:pt x="1654009" y="2794163"/>
                  </a:lnTo>
                  <a:lnTo>
                    <a:pt x="1654127" y="2794163"/>
                  </a:lnTo>
                  <a:lnTo>
                    <a:pt x="1654244" y="2794163"/>
                  </a:lnTo>
                  <a:lnTo>
                    <a:pt x="1654362" y="2794163"/>
                  </a:lnTo>
                  <a:lnTo>
                    <a:pt x="1654362" y="2793732"/>
                  </a:lnTo>
                  <a:lnTo>
                    <a:pt x="1654479" y="2793732"/>
                  </a:lnTo>
                  <a:lnTo>
                    <a:pt x="1654597" y="2793732"/>
                  </a:lnTo>
                  <a:lnTo>
                    <a:pt x="1654715" y="2793732"/>
                  </a:lnTo>
                  <a:lnTo>
                    <a:pt x="1654832" y="2793732"/>
                  </a:lnTo>
                  <a:lnTo>
                    <a:pt x="1654950" y="2793732"/>
                  </a:lnTo>
                  <a:lnTo>
                    <a:pt x="1655067" y="2793732"/>
                  </a:lnTo>
                  <a:lnTo>
                    <a:pt x="1655185" y="2793732"/>
                  </a:lnTo>
                  <a:lnTo>
                    <a:pt x="1655185" y="2793302"/>
                  </a:lnTo>
                  <a:lnTo>
                    <a:pt x="1655185" y="2792871"/>
                  </a:lnTo>
                  <a:lnTo>
                    <a:pt x="1655303" y="2792871"/>
                  </a:lnTo>
                  <a:lnTo>
                    <a:pt x="1655303" y="2792441"/>
                  </a:lnTo>
                  <a:lnTo>
                    <a:pt x="1655420" y="2792441"/>
                  </a:lnTo>
                  <a:lnTo>
                    <a:pt x="1655420" y="2792010"/>
                  </a:lnTo>
                  <a:lnTo>
                    <a:pt x="1655420" y="2791579"/>
                  </a:lnTo>
                  <a:lnTo>
                    <a:pt x="1655538" y="2791579"/>
                  </a:lnTo>
                  <a:lnTo>
                    <a:pt x="1655656" y="2791579"/>
                  </a:lnTo>
                  <a:lnTo>
                    <a:pt x="1655773" y="2791579"/>
                  </a:lnTo>
                  <a:lnTo>
                    <a:pt x="1655773" y="2791149"/>
                  </a:lnTo>
                  <a:lnTo>
                    <a:pt x="1655773" y="2790718"/>
                  </a:lnTo>
                  <a:lnTo>
                    <a:pt x="1655891" y="2790718"/>
                  </a:lnTo>
                  <a:lnTo>
                    <a:pt x="1656008" y="2790718"/>
                  </a:lnTo>
                  <a:lnTo>
                    <a:pt x="1656008" y="2790288"/>
                  </a:lnTo>
                  <a:lnTo>
                    <a:pt x="1656126" y="2790288"/>
                  </a:lnTo>
                  <a:lnTo>
                    <a:pt x="1656244" y="2790288"/>
                  </a:lnTo>
                  <a:lnTo>
                    <a:pt x="1656361" y="2790288"/>
                  </a:lnTo>
                  <a:lnTo>
                    <a:pt x="1656361" y="2789857"/>
                  </a:lnTo>
                  <a:lnTo>
                    <a:pt x="1656479" y="2789857"/>
                  </a:lnTo>
                  <a:lnTo>
                    <a:pt x="1656596" y="2789857"/>
                  </a:lnTo>
                  <a:lnTo>
                    <a:pt x="1656714" y="2789857"/>
                  </a:lnTo>
                  <a:lnTo>
                    <a:pt x="1656832" y="2789857"/>
                  </a:lnTo>
                  <a:lnTo>
                    <a:pt x="1656832" y="2789426"/>
                  </a:lnTo>
                  <a:lnTo>
                    <a:pt x="1656949" y="2789426"/>
                  </a:lnTo>
                  <a:lnTo>
                    <a:pt x="1657067" y="2789426"/>
                  </a:lnTo>
                  <a:lnTo>
                    <a:pt x="1657184" y="2789426"/>
                  </a:lnTo>
                  <a:lnTo>
                    <a:pt x="1657302" y="2789426"/>
                  </a:lnTo>
                  <a:lnTo>
                    <a:pt x="1657420" y="2789426"/>
                  </a:lnTo>
                  <a:lnTo>
                    <a:pt x="1657537" y="2789426"/>
                  </a:lnTo>
                  <a:lnTo>
                    <a:pt x="1657655" y="2789426"/>
                  </a:lnTo>
                  <a:lnTo>
                    <a:pt x="1657773" y="2789426"/>
                  </a:lnTo>
                  <a:lnTo>
                    <a:pt x="1657773" y="2788996"/>
                  </a:lnTo>
                  <a:lnTo>
                    <a:pt x="1657890" y="2788996"/>
                  </a:lnTo>
                  <a:lnTo>
                    <a:pt x="1658008" y="2788996"/>
                  </a:lnTo>
                  <a:lnTo>
                    <a:pt x="1658008" y="2788565"/>
                  </a:lnTo>
                  <a:lnTo>
                    <a:pt x="1658008" y="2788135"/>
                  </a:lnTo>
                  <a:lnTo>
                    <a:pt x="1658125" y="2788135"/>
                  </a:lnTo>
                  <a:lnTo>
                    <a:pt x="1658243" y="2788135"/>
                  </a:lnTo>
                  <a:lnTo>
                    <a:pt x="1658243" y="2787704"/>
                  </a:lnTo>
                  <a:lnTo>
                    <a:pt x="1658361" y="2787704"/>
                  </a:lnTo>
                  <a:lnTo>
                    <a:pt x="1658361" y="2787273"/>
                  </a:lnTo>
                  <a:lnTo>
                    <a:pt x="1658478" y="2787273"/>
                  </a:lnTo>
                  <a:lnTo>
                    <a:pt x="1658596" y="2787273"/>
                  </a:lnTo>
                  <a:lnTo>
                    <a:pt x="1658713" y="2787273"/>
                  </a:lnTo>
                  <a:lnTo>
                    <a:pt x="1658831" y="2787273"/>
                  </a:lnTo>
                  <a:lnTo>
                    <a:pt x="1658949" y="2787273"/>
                  </a:lnTo>
                  <a:lnTo>
                    <a:pt x="1658949" y="2786843"/>
                  </a:lnTo>
                  <a:lnTo>
                    <a:pt x="1658949" y="2786412"/>
                  </a:lnTo>
                  <a:lnTo>
                    <a:pt x="1659066" y="2786412"/>
                  </a:lnTo>
                  <a:lnTo>
                    <a:pt x="1659066" y="2785982"/>
                  </a:lnTo>
                  <a:lnTo>
                    <a:pt x="1659066" y="2785551"/>
                  </a:lnTo>
                  <a:lnTo>
                    <a:pt x="1659066" y="2785120"/>
                  </a:lnTo>
                  <a:lnTo>
                    <a:pt x="1659184" y="2785120"/>
                  </a:lnTo>
                  <a:lnTo>
                    <a:pt x="1659302" y="2785120"/>
                  </a:lnTo>
                  <a:lnTo>
                    <a:pt x="1659419" y="2785120"/>
                  </a:lnTo>
                  <a:lnTo>
                    <a:pt x="1659537" y="2785120"/>
                  </a:lnTo>
                  <a:lnTo>
                    <a:pt x="1659654" y="2785120"/>
                  </a:lnTo>
                  <a:lnTo>
                    <a:pt x="1659654" y="2784690"/>
                  </a:lnTo>
                  <a:lnTo>
                    <a:pt x="1659772" y="2784690"/>
                  </a:lnTo>
                  <a:lnTo>
                    <a:pt x="1659890" y="2784690"/>
                  </a:lnTo>
                  <a:lnTo>
                    <a:pt x="1660007" y="2784690"/>
                  </a:lnTo>
                  <a:lnTo>
                    <a:pt x="1660007" y="2784259"/>
                  </a:lnTo>
                  <a:lnTo>
                    <a:pt x="1660007" y="2783829"/>
                  </a:lnTo>
                  <a:lnTo>
                    <a:pt x="1660125" y="2783829"/>
                  </a:lnTo>
                  <a:lnTo>
                    <a:pt x="1660242" y="2783829"/>
                  </a:lnTo>
                  <a:lnTo>
                    <a:pt x="1660360" y="2783829"/>
                  </a:lnTo>
                  <a:lnTo>
                    <a:pt x="1660478" y="2783829"/>
                  </a:lnTo>
                  <a:lnTo>
                    <a:pt x="1660595" y="2783829"/>
                  </a:lnTo>
                  <a:lnTo>
                    <a:pt x="1660595" y="2783398"/>
                  </a:lnTo>
                  <a:lnTo>
                    <a:pt x="1660713" y="2783398"/>
                  </a:lnTo>
                  <a:lnTo>
                    <a:pt x="1660831" y="2783398"/>
                  </a:lnTo>
                  <a:lnTo>
                    <a:pt x="1660948" y="2783398"/>
                  </a:lnTo>
                  <a:lnTo>
                    <a:pt x="1661066" y="2783398"/>
                  </a:lnTo>
                  <a:lnTo>
                    <a:pt x="1661066" y="2782967"/>
                  </a:lnTo>
                  <a:lnTo>
                    <a:pt x="1661183" y="2782967"/>
                  </a:lnTo>
                  <a:lnTo>
                    <a:pt x="1661301" y="2782967"/>
                  </a:lnTo>
                  <a:lnTo>
                    <a:pt x="1661419" y="2782967"/>
                  </a:lnTo>
                  <a:lnTo>
                    <a:pt x="1661536" y="2782967"/>
                  </a:lnTo>
                  <a:lnTo>
                    <a:pt x="1661654" y="2782967"/>
                  </a:lnTo>
                  <a:lnTo>
                    <a:pt x="1661654" y="2782537"/>
                  </a:lnTo>
                  <a:lnTo>
                    <a:pt x="1661654" y="2782106"/>
                  </a:lnTo>
                  <a:lnTo>
                    <a:pt x="1661654" y="2781676"/>
                  </a:lnTo>
                  <a:lnTo>
                    <a:pt x="1661654" y="2781245"/>
                  </a:lnTo>
                  <a:lnTo>
                    <a:pt x="1661771" y="2781245"/>
                  </a:lnTo>
                  <a:lnTo>
                    <a:pt x="1661771" y="2780814"/>
                  </a:lnTo>
                  <a:lnTo>
                    <a:pt x="1661889" y="2780814"/>
                  </a:lnTo>
                  <a:lnTo>
                    <a:pt x="1662007" y="2780814"/>
                  </a:lnTo>
                  <a:lnTo>
                    <a:pt x="1662007" y="2780384"/>
                  </a:lnTo>
                  <a:lnTo>
                    <a:pt x="1662124" y="2780384"/>
                  </a:lnTo>
                  <a:lnTo>
                    <a:pt x="1662242" y="2780384"/>
                  </a:lnTo>
                  <a:lnTo>
                    <a:pt x="1662360" y="2780384"/>
                  </a:lnTo>
                  <a:lnTo>
                    <a:pt x="1662477" y="2780384"/>
                  </a:lnTo>
                  <a:lnTo>
                    <a:pt x="1662595" y="2780384"/>
                  </a:lnTo>
                  <a:lnTo>
                    <a:pt x="1662712" y="2780384"/>
                  </a:lnTo>
                  <a:lnTo>
                    <a:pt x="1662830" y="2780384"/>
                  </a:lnTo>
                  <a:lnTo>
                    <a:pt x="1662948" y="2780384"/>
                  </a:lnTo>
                  <a:lnTo>
                    <a:pt x="1662948" y="2779953"/>
                  </a:lnTo>
                  <a:lnTo>
                    <a:pt x="1663065" y="2779953"/>
                  </a:lnTo>
                  <a:lnTo>
                    <a:pt x="1663183" y="2779953"/>
                  </a:lnTo>
                  <a:lnTo>
                    <a:pt x="1663300" y="2779953"/>
                  </a:lnTo>
                  <a:lnTo>
                    <a:pt x="1663418" y="2779953"/>
                  </a:lnTo>
                  <a:lnTo>
                    <a:pt x="1663418" y="2779523"/>
                  </a:lnTo>
                  <a:lnTo>
                    <a:pt x="1663536" y="2779523"/>
                  </a:lnTo>
                  <a:lnTo>
                    <a:pt x="1663653" y="2779523"/>
                  </a:lnTo>
                  <a:lnTo>
                    <a:pt x="1663771" y="2779523"/>
                  </a:lnTo>
                  <a:lnTo>
                    <a:pt x="1663889" y="2779523"/>
                  </a:lnTo>
                  <a:lnTo>
                    <a:pt x="1664006" y="2779523"/>
                  </a:lnTo>
                  <a:lnTo>
                    <a:pt x="1664006" y="2779092"/>
                  </a:lnTo>
                  <a:lnTo>
                    <a:pt x="1664124" y="2779092"/>
                  </a:lnTo>
                  <a:lnTo>
                    <a:pt x="1664124" y="2778661"/>
                  </a:lnTo>
                  <a:lnTo>
                    <a:pt x="1664124" y="2778231"/>
                  </a:lnTo>
                  <a:lnTo>
                    <a:pt x="1664241" y="2778231"/>
                  </a:lnTo>
                  <a:lnTo>
                    <a:pt x="1664241" y="2777800"/>
                  </a:lnTo>
                  <a:lnTo>
                    <a:pt x="1664359" y="2777800"/>
                  </a:lnTo>
                  <a:lnTo>
                    <a:pt x="1664477" y="2777800"/>
                  </a:lnTo>
                  <a:lnTo>
                    <a:pt x="1664594" y="2777800"/>
                  </a:lnTo>
                  <a:lnTo>
                    <a:pt x="1664594" y="2777370"/>
                  </a:lnTo>
                  <a:lnTo>
                    <a:pt x="1664594" y="2776939"/>
                  </a:lnTo>
                  <a:lnTo>
                    <a:pt x="1664594" y="2776508"/>
                  </a:lnTo>
                  <a:lnTo>
                    <a:pt x="1664712" y="2776508"/>
                  </a:lnTo>
                  <a:lnTo>
                    <a:pt x="1664829" y="2776508"/>
                  </a:lnTo>
                  <a:lnTo>
                    <a:pt x="1664829" y="2776078"/>
                  </a:lnTo>
                  <a:lnTo>
                    <a:pt x="1664829" y="2775647"/>
                  </a:lnTo>
                  <a:lnTo>
                    <a:pt x="1664947" y="2775647"/>
                  </a:lnTo>
                  <a:lnTo>
                    <a:pt x="1664947" y="2775217"/>
                  </a:lnTo>
                  <a:lnTo>
                    <a:pt x="1665065" y="2775217"/>
                  </a:lnTo>
                  <a:lnTo>
                    <a:pt x="1665182" y="2775217"/>
                  </a:lnTo>
                  <a:lnTo>
                    <a:pt x="1665300" y="2775217"/>
                  </a:lnTo>
                  <a:lnTo>
                    <a:pt x="1665417" y="2775217"/>
                  </a:lnTo>
                  <a:lnTo>
                    <a:pt x="1665417" y="2774786"/>
                  </a:lnTo>
                  <a:lnTo>
                    <a:pt x="1665417" y="2774355"/>
                  </a:lnTo>
                  <a:lnTo>
                    <a:pt x="1665535" y="2774355"/>
                  </a:lnTo>
                  <a:lnTo>
                    <a:pt x="1665535" y="2773925"/>
                  </a:lnTo>
                  <a:lnTo>
                    <a:pt x="1665535" y="2773494"/>
                  </a:lnTo>
                  <a:lnTo>
                    <a:pt x="1665535" y="2773064"/>
                  </a:lnTo>
                  <a:lnTo>
                    <a:pt x="1665653" y="2773064"/>
                  </a:lnTo>
                  <a:lnTo>
                    <a:pt x="1665770" y="2773064"/>
                  </a:lnTo>
                  <a:lnTo>
                    <a:pt x="1665888" y="2773064"/>
                  </a:lnTo>
                  <a:lnTo>
                    <a:pt x="1666006" y="2773064"/>
                  </a:lnTo>
                  <a:lnTo>
                    <a:pt x="1666123" y="2773064"/>
                  </a:lnTo>
                  <a:lnTo>
                    <a:pt x="1666241" y="2773064"/>
                  </a:lnTo>
                  <a:lnTo>
                    <a:pt x="1666358" y="2773064"/>
                  </a:lnTo>
                  <a:lnTo>
                    <a:pt x="1666358" y="2772633"/>
                  </a:lnTo>
                  <a:lnTo>
                    <a:pt x="1666476" y="2772633"/>
                  </a:lnTo>
                  <a:lnTo>
                    <a:pt x="1666594" y="2772633"/>
                  </a:lnTo>
                  <a:lnTo>
                    <a:pt x="1666711" y="2772633"/>
                  </a:lnTo>
                  <a:lnTo>
                    <a:pt x="1666829" y="2772633"/>
                  </a:lnTo>
                  <a:lnTo>
                    <a:pt x="1666946" y="2772633"/>
                  </a:lnTo>
                  <a:lnTo>
                    <a:pt x="1666946" y="2772202"/>
                  </a:lnTo>
                  <a:lnTo>
                    <a:pt x="1666946" y="2771772"/>
                  </a:lnTo>
                  <a:lnTo>
                    <a:pt x="1667064" y="2771772"/>
                  </a:lnTo>
                  <a:lnTo>
                    <a:pt x="1667182" y="2771772"/>
                  </a:lnTo>
                  <a:lnTo>
                    <a:pt x="1667299" y="2771772"/>
                  </a:lnTo>
                  <a:lnTo>
                    <a:pt x="1667417" y="2771772"/>
                  </a:lnTo>
                  <a:lnTo>
                    <a:pt x="1667417" y="2771341"/>
                  </a:lnTo>
                  <a:lnTo>
                    <a:pt x="1667535" y="2771341"/>
                  </a:lnTo>
                  <a:lnTo>
                    <a:pt x="1667652" y="2771341"/>
                  </a:lnTo>
                  <a:lnTo>
                    <a:pt x="1667770" y="2771341"/>
                  </a:lnTo>
                  <a:lnTo>
                    <a:pt x="1667770" y="2770911"/>
                  </a:lnTo>
                  <a:lnTo>
                    <a:pt x="1667887" y="2770911"/>
                  </a:lnTo>
                  <a:lnTo>
                    <a:pt x="1668005" y="2770911"/>
                  </a:lnTo>
                  <a:lnTo>
                    <a:pt x="1668123" y="2770911"/>
                  </a:lnTo>
                  <a:lnTo>
                    <a:pt x="1668240" y="2770911"/>
                  </a:lnTo>
                  <a:lnTo>
                    <a:pt x="1668358" y="2770911"/>
                  </a:lnTo>
                  <a:lnTo>
                    <a:pt x="1668358" y="2770480"/>
                  </a:lnTo>
                  <a:lnTo>
                    <a:pt x="1668475" y="2770480"/>
                  </a:lnTo>
                  <a:lnTo>
                    <a:pt x="1668593" y="2770480"/>
                  </a:lnTo>
                  <a:lnTo>
                    <a:pt x="1668711" y="2770480"/>
                  </a:lnTo>
                  <a:lnTo>
                    <a:pt x="1668828" y="2770480"/>
                  </a:lnTo>
                  <a:lnTo>
                    <a:pt x="1668946" y="2770480"/>
                  </a:lnTo>
                  <a:lnTo>
                    <a:pt x="1669064" y="2770480"/>
                  </a:lnTo>
                  <a:lnTo>
                    <a:pt x="1669181" y="2770480"/>
                  </a:lnTo>
                  <a:lnTo>
                    <a:pt x="1669299" y="2770480"/>
                  </a:lnTo>
                  <a:lnTo>
                    <a:pt x="1669416" y="2770480"/>
                  </a:lnTo>
                  <a:lnTo>
                    <a:pt x="1669534" y="2770480"/>
                  </a:lnTo>
                  <a:lnTo>
                    <a:pt x="1669652" y="2770480"/>
                  </a:lnTo>
                  <a:lnTo>
                    <a:pt x="1669769" y="2770480"/>
                  </a:lnTo>
                  <a:lnTo>
                    <a:pt x="1669887" y="2770480"/>
                  </a:lnTo>
                  <a:lnTo>
                    <a:pt x="1670004" y="2770480"/>
                  </a:lnTo>
                  <a:lnTo>
                    <a:pt x="1670122" y="2770480"/>
                  </a:lnTo>
                  <a:lnTo>
                    <a:pt x="1670240" y="2770480"/>
                  </a:lnTo>
                  <a:lnTo>
                    <a:pt x="1670357" y="2770480"/>
                  </a:lnTo>
                  <a:lnTo>
                    <a:pt x="1670475" y="2770480"/>
                  </a:lnTo>
                  <a:lnTo>
                    <a:pt x="1670593" y="2770480"/>
                  </a:lnTo>
                  <a:lnTo>
                    <a:pt x="1670710" y="2770480"/>
                  </a:lnTo>
                  <a:lnTo>
                    <a:pt x="1670828" y="2770480"/>
                  </a:lnTo>
                  <a:lnTo>
                    <a:pt x="1670945" y="2770480"/>
                  </a:lnTo>
                  <a:lnTo>
                    <a:pt x="1671063" y="2770480"/>
                  </a:lnTo>
                  <a:lnTo>
                    <a:pt x="1671063" y="2770049"/>
                  </a:lnTo>
                  <a:lnTo>
                    <a:pt x="1671181" y="2770049"/>
                  </a:lnTo>
                  <a:lnTo>
                    <a:pt x="1671181" y="2769619"/>
                  </a:lnTo>
                  <a:lnTo>
                    <a:pt x="1671181" y="2769188"/>
                  </a:lnTo>
                  <a:lnTo>
                    <a:pt x="1671298" y="2769188"/>
                  </a:lnTo>
                  <a:lnTo>
                    <a:pt x="1671416" y="2769188"/>
                  </a:lnTo>
                  <a:lnTo>
                    <a:pt x="1671533" y="2769188"/>
                  </a:lnTo>
                  <a:lnTo>
                    <a:pt x="1671651" y="2769188"/>
                  </a:lnTo>
                  <a:lnTo>
                    <a:pt x="1671769" y="2769188"/>
                  </a:lnTo>
                  <a:lnTo>
                    <a:pt x="1671886" y="2769188"/>
                  </a:lnTo>
                  <a:lnTo>
                    <a:pt x="1672004" y="2769188"/>
                  </a:lnTo>
                  <a:lnTo>
                    <a:pt x="1672122" y="2769188"/>
                  </a:lnTo>
                  <a:lnTo>
                    <a:pt x="1672239" y="2769188"/>
                  </a:lnTo>
                  <a:lnTo>
                    <a:pt x="1672357" y="2769188"/>
                  </a:lnTo>
                  <a:lnTo>
                    <a:pt x="1672357" y="2768758"/>
                  </a:lnTo>
                  <a:lnTo>
                    <a:pt x="1672357" y="2768327"/>
                  </a:lnTo>
                  <a:lnTo>
                    <a:pt x="1672474" y="2768327"/>
                  </a:lnTo>
                  <a:lnTo>
                    <a:pt x="1672592" y="2768327"/>
                  </a:lnTo>
                  <a:lnTo>
                    <a:pt x="1672710" y="2768327"/>
                  </a:lnTo>
                  <a:lnTo>
                    <a:pt x="1672827" y="2768327"/>
                  </a:lnTo>
                  <a:lnTo>
                    <a:pt x="1672945" y="2768327"/>
                  </a:lnTo>
                  <a:lnTo>
                    <a:pt x="1673062" y="2768327"/>
                  </a:lnTo>
                  <a:lnTo>
                    <a:pt x="1673180" y="2768327"/>
                  </a:lnTo>
                  <a:lnTo>
                    <a:pt x="1673298" y="2768327"/>
                  </a:lnTo>
                  <a:lnTo>
                    <a:pt x="1673415" y="2768327"/>
                  </a:lnTo>
                  <a:lnTo>
                    <a:pt x="1673533" y="2768327"/>
                  </a:lnTo>
                  <a:lnTo>
                    <a:pt x="1673650" y="2768327"/>
                  </a:lnTo>
                  <a:lnTo>
                    <a:pt x="1673768" y="2768327"/>
                  </a:lnTo>
                  <a:lnTo>
                    <a:pt x="1673768" y="2767896"/>
                  </a:lnTo>
                  <a:lnTo>
                    <a:pt x="1673768" y="2767466"/>
                  </a:lnTo>
                  <a:lnTo>
                    <a:pt x="1673886" y="2767466"/>
                  </a:lnTo>
                  <a:lnTo>
                    <a:pt x="1674003" y="2767466"/>
                  </a:lnTo>
                  <a:lnTo>
                    <a:pt x="1674121" y="2767466"/>
                  </a:lnTo>
                  <a:lnTo>
                    <a:pt x="1674239" y="2767466"/>
                  </a:lnTo>
                  <a:lnTo>
                    <a:pt x="1674356" y="2767466"/>
                  </a:lnTo>
                  <a:lnTo>
                    <a:pt x="1674474" y="2767466"/>
                  </a:lnTo>
                  <a:lnTo>
                    <a:pt x="1674591" y="2767466"/>
                  </a:lnTo>
                  <a:lnTo>
                    <a:pt x="1674591" y="2767035"/>
                  </a:lnTo>
                  <a:lnTo>
                    <a:pt x="1674709" y="2767035"/>
                  </a:lnTo>
                  <a:lnTo>
                    <a:pt x="1674827" y="2767035"/>
                  </a:lnTo>
                  <a:lnTo>
                    <a:pt x="1674944" y="2767035"/>
                  </a:lnTo>
                  <a:lnTo>
                    <a:pt x="1675062" y="2767035"/>
                  </a:lnTo>
                  <a:lnTo>
                    <a:pt x="1675062" y="2766605"/>
                  </a:lnTo>
                  <a:lnTo>
                    <a:pt x="1675179" y="2766605"/>
                  </a:lnTo>
                  <a:lnTo>
                    <a:pt x="1675297" y="2766605"/>
                  </a:lnTo>
                  <a:lnTo>
                    <a:pt x="1675415" y="2766605"/>
                  </a:lnTo>
                  <a:lnTo>
                    <a:pt x="1675532" y="2766605"/>
                  </a:lnTo>
                  <a:lnTo>
                    <a:pt x="1675532" y="2766174"/>
                  </a:lnTo>
                  <a:lnTo>
                    <a:pt x="1675532" y="2765743"/>
                  </a:lnTo>
                  <a:lnTo>
                    <a:pt x="1675650" y="2765743"/>
                  </a:lnTo>
                  <a:lnTo>
                    <a:pt x="1675768" y="2765743"/>
                  </a:lnTo>
                  <a:lnTo>
                    <a:pt x="1675885" y="2765743"/>
                  </a:lnTo>
                  <a:lnTo>
                    <a:pt x="1676003" y="2765743"/>
                  </a:lnTo>
                  <a:lnTo>
                    <a:pt x="1676120" y="2765743"/>
                  </a:lnTo>
                  <a:lnTo>
                    <a:pt x="1676120" y="2765313"/>
                  </a:lnTo>
                  <a:lnTo>
                    <a:pt x="1676238" y="2765313"/>
                  </a:lnTo>
                  <a:lnTo>
                    <a:pt x="1676238" y="2764882"/>
                  </a:lnTo>
                  <a:lnTo>
                    <a:pt x="1676356" y="2764882"/>
                  </a:lnTo>
                  <a:lnTo>
                    <a:pt x="1676356" y="2764452"/>
                  </a:lnTo>
                  <a:lnTo>
                    <a:pt x="1676473" y="2764452"/>
                  </a:lnTo>
                  <a:lnTo>
                    <a:pt x="1676473" y="2764021"/>
                  </a:lnTo>
                  <a:lnTo>
                    <a:pt x="1676591" y="2764021"/>
                  </a:lnTo>
                  <a:lnTo>
                    <a:pt x="1676708" y="2764021"/>
                  </a:lnTo>
                  <a:lnTo>
                    <a:pt x="1676826" y="2764021"/>
                  </a:lnTo>
                  <a:lnTo>
                    <a:pt x="1676826" y="2763590"/>
                  </a:lnTo>
                  <a:lnTo>
                    <a:pt x="1676944" y="2763590"/>
                  </a:lnTo>
                  <a:lnTo>
                    <a:pt x="1676944" y="2763160"/>
                  </a:lnTo>
                  <a:lnTo>
                    <a:pt x="1677061" y="2763160"/>
                  </a:lnTo>
                  <a:lnTo>
                    <a:pt x="1677179" y="2763160"/>
                  </a:lnTo>
                  <a:lnTo>
                    <a:pt x="1677179" y="2762729"/>
                  </a:lnTo>
                  <a:lnTo>
                    <a:pt x="1677179" y="2762299"/>
                  </a:lnTo>
                  <a:lnTo>
                    <a:pt x="1677297" y="2762299"/>
                  </a:lnTo>
                  <a:lnTo>
                    <a:pt x="1677414" y="2762299"/>
                  </a:lnTo>
                  <a:lnTo>
                    <a:pt x="1677532" y="2762299"/>
                  </a:lnTo>
                  <a:lnTo>
                    <a:pt x="1677532" y="2761868"/>
                  </a:lnTo>
                  <a:lnTo>
                    <a:pt x="1677532" y="2761437"/>
                  </a:lnTo>
                  <a:lnTo>
                    <a:pt x="1677532" y="2761007"/>
                  </a:lnTo>
                  <a:lnTo>
                    <a:pt x="1677649" y="2761007"/>
                  </a:lnTo>
                  <a:lnTo>
                    <a:pt x="1677767" y="2761007"/>
                  </a:lnTo>
                  <a:lnTo>
                    <a:pt x="1677767" y="2760576"/>
                  </a:lnTo>
                  <a:lnTo>
                    <a:pt x="1677767" y="2760146"/>
                  </a:lnTo>
                  <a:lnTo>
                    <a:pt x="1677767" y="2759715"/>
                  </a:lnTo>
                  <a:lnTo>
                    <a:pt x="1677885" y="2759715"/>
                  </a:lnTo>
                  <a:lnTo>
                    <a:pt x="1678002" y="2759715"/>
                  </a:lnTo>
                  <a:lnTo>
                    <a:pt x="1678120" y="2759715"/>
                  </a:lnTo>
                  <a:lnTo>
                    <a:pt x="1678237" y="2759715"/>
                  </a:lnTo>
                  <a:lnTo>
                    <a:pt x="1678355" y="2759715"/>
                  </a:lnTo>
                  <a:lnTo>
                    <a:pt x="1678355" y="2759284"/>
                  </a:lnTo>
                  <a:lnTo>
                    <a:pt x="1678473" y="2759284"/>
                  </a:lnTo>
                  <a:lnTo>
                    <a:pt x="1678590" y="2759284"/>
                  </a:lnTo>
                  <a:lnTo>
                    <a:pt x="1678590" y="2758854"/>
                  </a:lnTo>
                  <a:lnTo>
                    <a:pt x="1678708" y="2758854"/>
                  </a:lnTo>
                  <a:lnTo>
                    <a:pt x="1678826" y="2758854"/>
                  </a:lnTo>
                  <a:lnTo>
                    <a:pt x="1678826" y="2758423"/>
                  </a:lnTo>
                  <a:lnTo>
                    <a:pt x="1678943" y="2758423"/>
                  </a:lnTo>
                  <a:lnTo>
                    <a:pt x="1678943" y="2757993"/>
                  </a:lnTo>
                  <a:lnTo>
                    <a:pt x="1678943" y="2757562"/>
                  </a:lnTo>
                  <a:lnTo>
                    <a:pt x="1679061" y="2757562"/>
                  </a:lnTo>
                  <a:lnTo>
                    <a:pt x="1679178" y="2757562"/>
                  </a:lnTo>
                  <a:lnTo>
                    <a:pt x="1679178" y="2757131"/>
                  </a:lnTo>
                  <a:lnTo>
                    <a:pt x="1679296" y="2757131"/>
                  </a:lnTo>
                  <a:lnTo>
                    <a:pt x="1679296" y="2756701"/>
                  </a:lnTo>
                  <a:lnTo>
                    <a:pt x="1679414" y="2756701"/>
                  </a:lnTo>
                  <a:lnTo>
                    <a:pt x="1679531" y="2756701"/>
                  </a:lnTo>
                  <a:lnTo>
                    <a:pt x="1679649" y="2756701"/>
                  </a:lnTo>
                  <a:lnTo>
                    <a:pt x="1679766" y="2756701"/>
                  </a:lnTo>
                  <a:lnTo>
                    <a:pt x="1679884" y="2756701"/>
                  </a:lnTo>
                  <a:lnTo>
                    <a:pt x="1680002" y="2756701"/>
                  </a:lnTo>
                  <a:lnTo>
                    <a:pt x="1680119" y="2756701"/>
                  </a:lnTo>
                  <a:lnTo>
                    <a:pt x="1680237" y="2756701"/>
                  </a:lnTo>
                  <a:lnTo>
                    <a:pt x="1680355" y="2756701"/>
                  </a:lnTo>
                  <a:lnTo>
                    <a:pt x="1680355" y="2756270"/>
                  </a:lnTo>
                  <a:lnTo>
                    <a:pt x="1680472" y="2756270"/>
                  </a:lnTo>
                  <a:lnTo>
                    <a:pt x="1680590" y="2756270"/>
                  </a:lnTo>
                  <a:lnTo>
                    <a:pt x="1680707" y="2756270"/>
                  </a:lnTo>
                  <a:lnTo>
                    <a:pt x="1680825" y="2756270"/>
                  </a:lnTo>
                  <a:lnTo>
                    <a:pt x="1680825" y="2755840"/>
                  </a:lnTo>
                  <a:lnTo>
                    <a:pt x="1680943" y="2755840"/>
                  </a:lnTo>
                  <a:lnTo>
                    <a:pt x="1681060" y="2755840"/>
                  </a:lnTo>
                  <a:lnTo>
                    <a:pt x="1681178" y="2755840"/>
                  </a:lnTo>
                  <a:lnTo>
                    <a:pt x="1681295" y="2755840"/>
                  </a:lnTo>
                  <a:lnTo>
                    <a:pt x="1681413" y="2755840"/>
                  </a:lnTo>
                  <a:lnTo>
                    <a:pt x="1681413" y="2755409"/>
                  </a:lnTo>
                  <a:lnTo>
                    <a:pt x="1681531" y="2755409"/>
                  </a:lnTo>
                  <a:lnTo>
                    <a:pt x="1681648" y="2755409"/>
                  </a:lnTo>
                  <a:lnTo>
                    <a:pt x="1681766" y="2755409"/>
                  </a:lnTo>
                  <a:lnTo>
                    <a:pt x="1681883" y="2755409"/>
                  </a:lnTo>
                  <a:lnTo>
                    <a:pt x="1681883" y="2754978"/>
                  </a:lnTo>
                  <a:lnTo>
                    <a:pt x="1681883" y="2754548"/>
                  </a:lnTo>
                  <a:lnTo>
                    <a:pt x="1682001" y="2754548"/>
                  </a:lnTo>
                  <a:lnTo>
                    <a:pt x="1682119" y="2754548"/>
                  </a:lnTo>
                  <a:lnTo>
                    <a:pt x="1682236" y="2754548"/>
                  </a:lnTo>
                  <a:lnTo>
                    <a:pt x="1682354" y="2754548"/>
                  </a:lnTo>
                  <a:lnTo>
                    <a:pt x="1682472" y="2754548"/>
                  </a:lnTo>
                  <a:lnTo>
                    <a:pt x="1682589" y="2754548"/>
                  </a:lnTo>
                  <a:lnTo>
                    <a:pt x="1682589" y="2754117"/>
                  </a:lnTo>
                  <a:lnTo>
                    <a:pt x="1682589" y="2753687"/>
                  </a:lnTo>
                  <a:lnTo>
                    <a:pt x="1682707" y="2753687"/>
                  </a:lnTo>
                  <a:lnTo>
                    <a:pt x="1682824" y="2753687"/>
                  </a:lnTo>
                  <a:lnTo>
                    <a:pt x="1682824" y="2753256"/>
                  </a:lnTo>
                  <a:lnTo>
                    <a:pt x="1682942" y="2753256"/>
                  </a:lnTo>
                  <a:lnTo>
                    <a:pt x="1683060" y="2753256"/>
                  </a:lnTo>
                  <a:lnTo>
                    <a:pt x="1683177" y="2753256"/>
                  </a:lnTo>
                  <a:lnTo>
                    <a:pt x="1683177" y="2752825"/>
                  </a:lnTo>
                  <a:lnTo>
                    <a:pt x="1683177" y="2752395"/>
                  </a:lnTo>
                  <a:lnTo>
                    <a:pt x="1683295" y="2752395"/>
                  </a:lnTo>
                  <a:lnTo>
                    <a:pt x="1683412" y="2752395"/>
                  </a:lnTo>
                  <a:lnTo>
                    <a:pt x="1683530" y="2752395"/>
                  </a:lnTo>
                  <a:lnTo>
                    <a:pt x="1683648" y="2752395"/>
                  </a:lnTo>
                  <a:lnTo>
                    <a:pt x="1683648" y="2751964"/>
                  </a:lnTo>
                  <a:lnTo>
                    <a:pt x="1683765" y="2751964"/>
                  </a:lnTo>
                  <a:lnTo>
                    <a:pt x="1683883" y="2751964"/>
                  </a:lnTo>
                  <a:lnTo>
                    <a:pt x="1684001" y="2751964"/>
                  </a:lnTo>
                  <a:lnTo>
                    <a:pt x="1684001" y="2751534"/>
                  </a:lnTo>
                  <a:lnTo>
                    <a:pt x="1684118" y="2751534"/>
                  </a:lnTo>
                  <a:lnTo>
                    <a:pt x="1684236" y="2751534"/>
                  </a:lnTo>
                  <a:lnTo>
                    <a:pt x="1684236" y="2751103"/>
                  </a:lnTo>
                  <a:lnTo>
                    <a:pt x="1684353" y="2751103"/>
                  </a:lnTo>
                  <a:lnTo>
                    <a:pt x="1684471" y="2751103"/>
                  </a:lnTo>
                  <a:lnTo>
                    <a:pt x="1684589" y="2751103"/>
                  </a:lnTo>
                  <a:lnTo>
                    <a:pt x="1684589" y="2750672"/>
                  </a:lnTo>
                  <a:lnTo>
                    <a:pt x="1684706" y="2750672"/>
                  </a:lnTo>
                  <a:lnTo>
                    <a:pt x="1684824" y="2750672"/>
                  </a:lnTo>
                  <a:lnTo>
                    <a:pt x="1684941" y="2750672"/>
                  </a:lnTo>
                  <a:lnTo>
                    <a:pt x="1685059" y="2750672"/>
                  </a:lnTo>
                  <a:lnTo>
                    <a:pt x="1685177" y="2750672"/>
                  </a:lnTo>
                  <a:lnTo>
                    <a:pt x="1685177" y="2750242"/>
                  </a:lnTo>
                  <a:lnTo>
                    <a:pt x="1685294" y="2750242"/>
                  </a:lnTo>
                  <a:lnTo>
                    <a:pt x="1685412" y="2750242"/>
                  </a:lnTo>
                  <a:lnTo>
                    <a:pt x="1685530" y="2750242"/>
                  </a:lnTo>
                  <a:lnTo>
                    <a:pt x="1685647" y="2750242"/>
                  </a:lnTo>
                  <a:lnTo>
                    <a:pt x="1685765" y="2750242"/>
                  </a:lnTo>
                  <a:lnTo>
                    <a:pt x="1685882" y="2750242"/>
                  </a:lnTo>
                  <a:lnTo>
                    <a:pt x="1686000" y="2750242"/>
                  </a:lnTo>
                  <a:lnTo>
                    <a:pt x="1686118" y="2750242"/>
                  </a:lnTo>
                  <a:lnTo>
                    <a:pt x="1686235" y="2750242"/>
                  </a:lnTo>
                  <a:lnTo>
                    <a:pt x="1686235" y="2749811"/>
                  </a:lnTo>
                  <a:lnTo>
                    <a:pt x="1686235" y="2749381"/>
                  </a:lnTo>
                  <a:lnTo>
                    <a:pt x="1686353" y="2749381"/>
                  </a:lnTo>
                  <a:lnTo>
                    <a:pt x="1686353" y="2748950"/>
                  </a:lnTo>
                  <a:lnTo>
                    <a:pt x="1686470" y="2748950"/>
                  </a:lnTo>
                  <a:lnTo>
                    <a:pt x="1686588" y="2748950"/>
                  </a:lnTo>
                  <a:lnTo>
                    <a:pt x="1686588" y="2748519"/>
                  </a:lnTo>
                  <a:lnTo>
                    <a:pt x="1686588" y="2748089"/>
                  </a:lnTo>
                  <a:lnTo>
                    <a:pt x="1686706" y="2748089"/>
                  </a:lnTo>
                  <a:lnTo>
                    <a:pt x="1686823" y="2748089"/>
                  </a:lnTo>
                  <a:lnTo>
                    <a:pt x="1686941" y="2748089"/>
                  </a:lnTo>
                  <a:lnTo>
                    <a:pt x="1686941" y="2747658"/>
                  </a:lnTo>
                  <a:lnTo>
                    <a:pt x="1687059" y="2747658"/>
                  </a:lnTo>
                  <a:lnTo>
                    <a:pt x="1687176" y="2747658"/>
                  </a:lnTo>
                  <a:lnTo>
                    <a:pt x="1687294" y="2747658"/>
                  </a:lnTo>
                  <a:lnTo>
                    <a:pt x="1687411" y="2747658"/>
                  </a:lnTo>
                  <a:lnTo>
                    <a:pt x="1687529" y="2747658"/>
                  </a:lnTo>
                  <a:lnTo>
                    <a:pt x="1687529" y="2747228"/>
                  </a:lnTo>
                  <a:lnTo>
                    <a:pt x="1687647" y="2747228"/>
                  </a:lnTo>
                  <a:lnTo>
                    <a:pt x="1687647" y="2746797"/>
                  </a:lnTo>
                  <a:lnTo>
                    <a:pt x="1687764" y="2746797"/>
                  </a:lnTo>
                  <a:lnTo>
                    <a:pt x="1687882" y="2746797"/>
                  </a:lnTo>
                  <a:lnTo>
                    <a:pt x="1687999" y="2746797"/>
                  </a:lnTo>
                  <a:lnTo>
                    <a:pt x="1687999" y="2746366"/>
                  </a:lnTo>
                  <a:lnTo>
                    <a:pt x="1687999" y="2745936"/>
                  </a:lnTo>
                  <a:lnTo>
                    <a:pt x="1688117" y="2745936"/>
                  </a:lnTo>
                  <a:lnTo>
                    <a:pt x="1688235" y="2745936"/>
                  </a:lnTo>
                  <a:lnTo>
                    <a:pt x="1688235" y="2745505"/>
                  </a:lnTo>
                  <a:lnTo>
                    <a:pt x="1688352" y="2745505"/>
                  </a:lnTo>
                  <a:lnTo>
                    <a:pt x="1688470" y="2745505"/>
                  </a:lnTo>
                  <a:lnTo>
                    <a:pt x="1688470" y="2745075"/>
                  </a:lnTo>
                  <a:lnTo>
                    <a:pt x="1688588" y="2745075"/>
                  </a:lnTo>
                  <a:lnTo>
                    <a:pt x="1688588" y="2744644"/>
                  </a:lnTo>
                  <a:lnTo>
                    <a:pt x="1688705" y="2744644"/>
                  </a:lnTo>
                  <a:lnTo>
                    <a:pt x="1688823" y="2744644"/>
                  </a:lnTo>
                  <a:lnTo>
                    <a:pt x="1688823" y="2744213"/>
                  </a:lnTo>
                  <a:lnTo>
                    <a:pt x="1688940" y="2744213"/>
                  </a:lnTo>
                  <a:lnTo>
                    <a:pt x="1689058" y="2744213"/>
                  </a:lnTo>
                  <a:lnTo>
                    <a:pt x="1689176" y="2744213"/>
                  </a:lnTo>
                  <a:lnTo>
                    <a:pt x="1689293" y="2744213"/>
                  </a:lnTo>
                  <a:lnTo>
                    <a:pt x="1689411" y="2744213"/>
                  </a:lnTo>
                  <a:lnTo>
                    <a:pt x="1689411" y="2743783"/>
                  </a:lnTo>
                  <a:lnTo>
                    <a:pt x="1689528" y="2743783"/>
                  </a:lnTo>
                  <a:lnTo>
                    <a:pt x="1689646" y="2743783"/>
                  </a:lnTo>
                  <a:lnTo>
                    <a:pt x="1689764" y="2743783"/>
                  </a:lnTo>
                  <a:lnTo>
                    <a:pt x="1689881" y="2743783"/>
                  </a:lnTo>
                  <a:lnTo>
                    <a:pt x="1689881" y="2743352"/>
                  </a:lnTo>
                  <a:lnTo>
                    <a:pt x="1689999" y="2743352"/>
                  </a:lnTo>
                  <a:lnTo>
                    <a:pt x="1690116" y="2743352"/>
                  </a:lnTo>
                  <a:lnTo>
                    <a:pt x="1690234" y="2743352"/>
                  </a:lnTo>
                  <a:lnTo>
                    <a:pt x="1690352" y="2743352"/>
                  </a:lnTo>
                  <a:lnTo>
                    <a:pt x="1690352" y="2742922"/>
                  </a:lnTo>
                  <a:lnTo>
                    <a:pt x="1690469" y="2742922"/>
                  </a:lnTo>
                  <a:lnTo>
                    <a:pt x="1690469" y="2742491"/>
                  </a:lnTo>
                  <a:lnTo>
                    <a:pt x="1690587" y="2742491"/>
                  </a:lnTo>
                  <a:lnTo>
                    <a:pt x="1690705" y="2742491"/>
                  </a:lnTo>
                  <a:lnTo>
                    <a:pt x="1690705" y="2742060"/>
                  </a:lnTo>
                  <a:lnTo>
                    <a:pt x="1690822" y="2742060"/>
                  </a:lnTo>
                  <a:lnTo>
                    <a:pt x="1690940" y="2742060"/>
                  </a:lnTo>
                  <a:lnTo>
                    <a:pt x="1691057" y="2742060"/>
                  </a:lnTo>
                  <a:lnTo>
                    <a:pt x="1691175" y="2742060"/>
                  </a:lnTo>
                  <a:lnTo>
                    <a:pt x="1691293" y="2742060"/>
                  </a:lnTo>
                  <a:lnTo>
                    <a:pt x="1691293" y="2741630"/>
                  </a:lnTo>
                  <a:lnTo>
                    <a:pt x="1691410" y="2741630"/>
                  </a:lnTo>
                  <a:lnTo>
                    <a:pt x="1691528" y="2741630"/>
                  </a:lnTo>
                  <a:lnTo>
                    <a:pt x="1691645" y="2741630"/>
                  </a:lnTo>
                  <a:lnTo>
                    <a:pt x="1691763" y="2741630"/>
                  </a:lnTo>
                  <a:lnTo>
                    <a:pt x="1691763" y="2741199"/>
                  </a:lnTo>
                  <a:lnTo>
                    <a:pt x="1691881" y="2741199"/>
                  </a:lnTo>
                  <a:lnTo>
                    <a:pt x="1691998" y="2741199"/>
                  </a:lnTo>
                  <a:lnTo>
                    <a:pt x="1692116" y="2741199"/>
                  </a:lnTo>
                  <a:lnTo>
                    <a:pt x="1692234" y="2741199"/>
                  </a:lnTo>
                  <a:lnTo>
                    <a:pt x="1692351" y="2741199"/>
                  </a:lnTo>
                  <a:lnTo>
                    <a:pt x="1692469" y="2741199"/>
                  </a:lnTo>
                  <a:lnTo>
                    <a:pt x="1692469" y="2740769"/>
                  </a:lnTo>
                  <a:lnTo>
                    <a:pt x="1692469" y="2740338"/>
                  </a:lnTo>
                  <a:lnTo>
                    <a:pt x="1692469" y="2739907"/>
                  </a:lnTo>
                  <a:lnTo>
                    <a:pt x="1692586" y="2739907"/>
                  </a:lnTo>
                  <a:lnTo>
                    <a:pt x="1692704" y="2739907"/>
                  </a:lnTo>
                  <a:lnTo>
                    <a:pt x="1692822" y="2739907"/>
                  </a:lnTo>
                  <a:lnTo>
                    <a:pt x="1692939" y="2739907"/>
                  </a:lnTo>
                  <a:lnTo>
                    <a:pt x="1693057" y="2739907"/>
                  </a:lnTo>
                  <a:lnTo>
                    <a:pt x="1693174" y="2739907"/>
                  </a:lnTo>
                  <a:lnTo>
                    <a:pt x="1693292" y="2739907"/>
                  </a:lnTo>
                  <a:lnTo>
                    <a:pt x="1693410" y="2739907"/>
                  </a:lnTo>
                  <a:lnTo>
                    <a:pt x="1693527" y="2739907"/>
                  </a:lnTo>
                  <a:lnTo>
                    <a:pt x="1693645" y="2739907"/>
                  </a:lnTo>
                  <a:lnTo>
                    <a:pt x="1693645" y="2739477"/>
                  </a:lnTo>
                  <a:lnTo>
                    <a:pt x="1693763" y="2739477"/>
                  </a:lnTo>
                  <a:lnTo>
                    <a:pt x="1693880" y="2739477"/>
                  </a:lnTo>
                  <a:lnTo>
                    <a:pt x="1693998" y="2739477"/>
                  </a:lnTo>
                  <a:lnTo>
                    <a:pt x="1694115" y="2739477"/>
                  </a:lnTo>
                  <a:lnTo>
                    <a:pt x="1694233" y="2739477"/>
                  </a:lnTo>
                  <a:lnTo>
                    <a:pt x="1694233" y="2739046"/>
                  </a:lnTo>
                  <a:lnTo>
                    <a:pt x="1694351" y="2739046"/>
                  </a:lnTo>
                  <a:lnTo>
                    <a:pt x="1694468" y="2739046"/>
                  </a:lnTo>
                  <a:lnTo>
                    <a:pt x="1694586" y="2739046"/>
                  </a:lnTo>
                  <a:lnTo>
                    <a:pt x="1694703" y="2739046"/>
                  </a:lnTo>
                  <a:lnTo>
                    <a:pt x="1694821" y="2739046"/>
                  </a:lnTo>
                  <a:lnTo>
                    <a:pt x="1694939" y="2739046"/>
                  </a:lnTo>
                  <a:lnTo>
                    <a:pt x="1695056" y="2739046"/>
                  </a:lnTo>
                  <a:lnTo>
                    <a:pt x="1695174" y="2739046"/>
                  </a:lnTo>
                  <a:lnTo>
                    <a:pt x="1695292" y="2739046"/>
                  </a:lnTo>
                  <a:lnTo>
                    <a:pt x="1695409" y="2739046"/>
                  </a:lnTo>
                  <a:lnTo>
                    <a:pt x="1695409" y="2738616"/>
                  </a:lnTo>
                  <a:lnTo>
                    <a:pt x="1695409" y="2738185"/>
                  </a:lnTo>
                  <a:lnTo>
                    <a:pt x="1695409" y="2737754"/>
                  </a:lnTo>
                  <a:lnTo>
                    <a:pt x="1695409" y="2737324"/>
                  </a:lnTo>
                  <a:lnTo>
                    <a:pt x="1695527" y="2737324"/>
                  </a:lnTo>
                  <a:lnTo>
                    <a:pt x="1695644" y="2737324"/>
                  </a:lnTo>
                  <a:lnTo>
                    <a:pt x="1695644" y="2736893"/>
                  </a:lnTo>
                  <a:lnTo>
                    <a:pt x="1695762" y="2736893"/>
                  </a:lnTo>
                  <a:lnTo>
                    <a:pt x="1695880" y="2736893"/>
                  </a:lnTo>
                  <a:lnTo>
                    <a:pt x="1695997" y="2736893"/>
                  </a:lnTo>
                  <a:lnTo>
                    <a:pt x="1695997" y="2736463"/>
                  </a:lnTo>
                  <a:lnTo>
                    <a:pt x="1696115" y="2736463"/>
                  </a:lnTo>
                  <a:lnTo>
                    <a:pt x="1696232" y="2736463"/>
                  </a:lnTo>
                  <a:lnTo>
                    <a:pt x="1696350" y="2736463"/>
                  </a:lnTo>
                  <a:lnTo>
                    <a:pt x="1696468" y="2736463"/>
                  </a:lnTo>
                  <a:lnTo>
                    <a:pt x="1696585" y="2736463"/>
                  </a:lnTo>
                  <a:lnTo>
                    <a:pt x="1696703" y="2736463"/>
                  </a:lnTo>
                  <a:lnTo>
                    <a:pt x="1696820" y="2736463"/>
                  </a:lnTo>
                  <a:lnTo>
                    <a:pt x="1696938" y="2736463"/>
                  </a:lnTo>
                  <a:lnTo>
                    <a:pt x="1697056" y="2736463"/>
                  </a:lnTo>
                  <a:lnTo>
                    <a:pt x="1697173" y="2736463"/>
                  </a:lnTo>
                  <a:lnTo>
                    <a:pt x="1697291" y="2736463"/>
                  </a:lnTo>
                  <a:lnTo>
                    <a:pt x="1697409" y="2736463"/>
                  </a:lnTo>
                  <a:lnTo>
                    <a:pt x="1697526" y="2736463"/>
                  </a:lnTo>
                  <a:lnTo>
                    <a:pt x="1697644" y="2736463"/>
                  </a:lnTo>
                  <a:lnTo>
                    <a:pt x="1697761" y="2736463"/>
                  </a:lnTo>
                  <a:lnTo>
                    <a:pt x="1697879" y="2736463"/>
                  </a:lnTo>
                  <a:lnTo>
                    <a:pt x="1697997" y="2736463"/>
                  </a:lnTo>
                  <a:lnTo>
                    <a:pt x="1698114" y="2736463"/>
                  </a:lnTo>
                  <a:lnTo>
                    <a:pt x="1698232" y="2736463"/>
                  </a:lnTo>
                  <a:lnTo>
                    <a:pt x="1698349" y="2736463"/>
                  </a:lnTo>
                  <a:lnTo>
                    <a:pt x="1698467" y="2736463"/>
                  </a:lnTo>
                  <a:lnTo>
                    <a:pt x="1698585" y="2736463"/>
                  </a:lnTo>
                  <a:lnTo>
                    <a:pt x="1698585" y="2736032"/>
                  </a:lnTo>
                  <a:lnTo>
                    <a:pt x="1698702" y="2736032"/>
                  </a:lnTo>
                  <a:lnTo>
                    <a:pt x="1698702" y="2735601"/>
                  </a:lnTo>
                  <a:lnTo>
                    <a:pt x="1698820" y="2735601"/>
                  </a:lnTo>
                  <a:lnTo>
                    <a:pt x="1698820" y="2735171"/>
                  </a:lnTo>
                  <a:lnTo>
                    <a:pt x="1698820" y="2734740"/>
                  </a:lnTo>
                  <a:lnTo>
                    <a:pt x="1698938" y="2734740"/>
                  </a:lnTo>
                  <a:lnTo>
                    <a:pt x="1699055" y="2734740"/>
                  </a:lnTo>
                  <a:lnTo>
                    <a:pt x="1699173" y="2734740"/>
                  </a:lnTo>
                  <a:lnTo>
                    <a:pt x="1699290" y="2734740"/>
                  </a:lnTo>
                  <a:lnTo>
                    <a:pt x="1699290" y="2734310"/>
                  </a:lnTo>
                  <a:lnTo>
                    <a:pt x="1699408" y="2734310"/>
                  </a:lnTo>
                  <a:lnTo>
                    <a:pt x="1699408" y="2733879"/>
                  </a:lnTo>
                  <a:lnTo>
                    <a:pt x="1699526" y="2733879"/>
                  </a:lnTo>
                  <a:lnTo>
                    <a:pt x="1699643" y="2733879"/>
                  </a:lnTo>
                  <a:lnTo>
                    <a:pt x="1699761" y="2733879"/>
                  </a:lnTo>
                  <a:lnTo>
                    <a:pt x="1699878" y="2733879"/>
                  </a:lnTo>
                  <a:lnTo>
                    <a:pt x="1699878" y="2733448"/>
                  </a:lnTo>
                  <a:lnTo>
                    <a:pt x="1699996" y="2733448"/>
                  </a:lnTo>
                  <a:lnTo>
                    <a:pt x="1700114" y="2733448"/>
                  </a:lnTo>
                  <a:lnTo>
                    <a:pt x="1700231" y="2733448"/>
                  </a:lnTo>
                  <a:lnTo>
                    <a:pt x="1700349" y="2733448"/>
                  </a:lnTo>
                  <a:lnTo>
                    <a:pt x="1700349" y="2733018"/>
                  </a:lnTo>
                  <a:lnTo>
                    <a:pt x="1700467" y="2733018"/>
                  </a:lnTo>
                  <a:lnTo>
                    <a:pt x="1700467" y="2732587"/>
                  </a:lnTo>
                  <a:lnTo>
                    <a:pt x="1700584" y="2732587"/>
                  </a:lnTo>
                  <a:lnTo>
                    <a:pt x="1700702" y="2732587"/>
                  </a:lnTo>
                  <a:lnTo>
                    <a:pt x="1700819" y="2732587"/>
                  </a:lnTo>
                  <a:lnTo>
                    <a:pt x="1700937" y="2732587"/>
                  </a:lnTo>
                  <a:lnTo>
                    <a:pt x="1701055" y="2732587"/>
                  </a:lnTo>
                  <a:lnTo>
                    <a:pt x="1701172" y="2732587"/>
                  </a:lnTo>
                  <a:lnTo>
                    <a:pt x="1701172" y="2732157"/>
                  </a:lnTo>
                  <a:lnTo>
                    <a:pt x="1701172" y="2731726"/>
                  </a:lnTo>
                  <a:lnTo>
                    <a:pt x="1701172" y="2731295"/>
                  </a:lnTo>
                  <a:lnTo>
                    <a:pt x="1701172" y="2730865"/>
                  </a:lnTo>
                  <a:lnTo>
                    <a:pt x="1701172" y="2730434"/>
                  </a:lnTo>
                  <a:lnTo>
                    <a:pt x="1701172" y="2730004"/>
                  </a:lnTo>
                  <a:lnTo>
                    <a:pt x="1701290" y="2730004"/>
                  </a:lnTo>
                  <a:lnTo>
                    <a:pt x="1701407" y="2730004"/>
                  </a:lnTo>
                  <a:lnTo>
                    <a:pt x="1701407" y="2729573"/>
                  </a:lnTo>
                  <a:lnTo>
                    <a:pt x="1701525" y="2729573"/>
                  </a:lnTo>
                  <a:lnTo>
                    <a:pt x="1701643" y="2729573"/>
                  </a:lnTo>
                  <a:lnTo>
                    <a:pt x="1701760" y="2729573"/>
                  </a:lnTo>
                  <a:lnTo>
                    <a:pt x="1701878" y="2729573"/>
                  </a:lnTo>
                  <a:lnTo>
                    <a:pt x="1701996" y="2729573"/>
                  </a:lnTo>
                  <a:lnTo>
                    <a:pt x="1702113" y="2729573"/>
                  </a:lnTo>
                  <a:lnTo>
                    <a:pt x="1702113" y="2729142"/>
                  </a:lnTo>
                  <a:lnTo>
                    <a:pt x="1702231" y="2729142"/>
                  </a:lnTo>
                  <a:lnTo>
                    <a:pt x="1702231" y="2728712"/>
                  </a:lnTo>
                  <a:lnTo>
                    <a:pt x="1702348" y="2728712"/>
                  </a:lnTo>
                  <a:lnTo>
                    <a:pt x="1702466" y="2728712"/>
                  </a:lnTo>
                  <a:lnTo>
                    <a:pt x="1702584" y="2728712"/>
                  </a:lnTo>
                  <a:lnTo>
                    <a:pt x="1702701" y="2728712"/>
                  </a:lnTo>
                  <a:lnTo>
                    <a:pt x="1702819" y="2728712"/>
                  </a:lnTo>
                  <a:lnTo>
                    <a:pt x="1702936" y="2728712"/>
                  </a:lnTo>
                  <a:lnTo>
                    <a:pt x="1702936" y="2728281"/>
                  </a:lnTo>
                  <a:lnTo>
                    <a:pt x="1703054" y="2728281"/>
                  </a:lnTo>
                  <a:lnTo>
                    <a:pt x="1703054" y="2727851"/>
                  </a:lnTo>
                  <a:lnTo>
                    <a:pt x="1703054" y="2727420"/>
                  </a:lnTo>
                  <a:lnTo>
                    <a:pt x="1703172" y="2727420"/>
                  </a:lnTo>
                  <a:lnTo>
                    <a:pt x="1703289" y="2727420"/>
                  </a:lnTo>
                  <a:lnTo>
                    <a:pt x="1703407" y="2727420"/>
                  </a:lnTo>
                  <a:lnTo>
                    <a:pt x="1703525" y="2727420"/>
                  </a:lnTo>
                  <a:lnTo>
                    <a:pt x="1703642" y="2727420"/>
                  </a:lnTo>
                  <a:lnTo>
                    <a:pt x="1703760" y="2727420"/>
                  </a:lnTo>
                  <a:lnTo>
                    <a:pt x="1703760" y="2726989"/>
                  </a:lnTo>
                  <a:lnTo>
                    <a:pt x="1703760" y="2726559"/>
                  </a:lnTo>
                  <a:lnTo>
                    <a:pt x="1703760" y="2726128"/>
                  </a:lnTo>
                  <a:lnTo>
                    <a:pt x="1703877" y="2726128"/>
                  </a:lnTo>
                  <a:lnTo>
                    <a:pt x="1703995" y="2726128"/>
                  </a:lnTo>
                  <a:lnTo>
                    <a:pt x="1703995" y="2725698"/>
                  </a:lnTo>
                  <a:lnTo>
                    <a:pt x="1704113" y="2725698"/>
                  </a:lnTo>
                  <a:lnTo>
                    <a:pt x="1704113" y="2725267"/>
                  </a:lnTo>
                  <a:lnTo>
                    <a:pt x="1704230" y="2725267"/>
                  </a:lnTo>
                  <a:lnTo>
                    <a:pt x="1704230" y="2724836"/>
                  </a:lnTo>
                  <a:lnTo>
                    <a:pt x="1704348" y="2724836"/>
                  </a:lnTo>
                  <a:lnTo>
                    <a:pt x="1704465" y="2724836"/>
                  </a:lnTo>
                  <a:lnTo>
                    <a:pt x="1704583" y="2724836"/>
                  </a:lnTo>
                  <a:lnTo>
                    <a:pt x="1704701" y="2724836"/>
                  </a:lnTo>
                  <a:lnTo>
                    <a:pt x="1704818" y="2724836"/>
                  </a:lnTo>
                  <a:lnTo>
                    <a:pt x="1704936" y="2724836"/>
                  </a:lnTo>
                  <a:lnTo>
                    <a:pt x="1705053" y="2724836"/>
                  </a:lnTo>
                  <a:lnTo>
                    <a:pt x="1705171" y="2724836"/>
                  </a:lnTo>
                  <a:lnTo>
                    <a:pt x="1705289" y="2724836"/>
                  </a:lnTo>
                  <a:lnTo>
                    <a:pt x="1705406" y="2724836"/>
                  </a:lnTo>
                  <a:lnTo>
                    <a:pt x="1705524" y="2724836"/>
                  </a:lnTo>
                  <a:lnTo>
                    <a:pt x="1705642" y="2724836"/>
                  </a:lnTo>
                  <a:lnTo>
                    <a:pt x="1705759" y="2724836"/>
                  </a:lnTo>
                  <a:lnTo>
                    <a:pt x="1705877" y="2724836"/>
                  </a:lnTo>
                  <a:lnTo>
                    <a:pt x="1705994" y="2724836"/>
                  </a:lnTo>
                  <a:lnTo>
                    <a:pt x="1706112" y="2724836"/>
                  </a:lnTo>
                  <a:lnTo>
                    <a:pt x="1706112" y="2724406"/>
                  </a:lnTo>
                  <a:lnTo>
                    <a:pt x="1706230" y="2724406"/>
                  </a:lnTo>
                  <a:lnTo>
                    <a:pt x="1706347" y="2724406"/>
                  </a:lnTo>
                  <a:lnTo>
                    <a:pt x="1706347" y="2723975"/>
                  </a:lnTo>
                  <a:lnTo>
                    <a:pt x="1706347" y="2723545"/>
                  </a:lnTo>
                  <a:lnTo>
                    <a:pt x="1706347" y="2723114"/>
                  </a:lnTo>
                  <a:lnTo>
                    <a:pt x="1706465" y="2723114"/>
                  </a:lnTo>
                  <a:lnTo>
                    <a:pt x="1706582" y="2723114"/>
                  </a:lnTo>
                  <a:lnTo>
                    <a:pt x="1706582" y="2722683"/>
                  </a:lnTo>
                  <a:lnTo>
                    <a:pt x="1706582" y="2722253"/>
                  </a:lnTo>
                  <a:lnTo>
                    <a:pt x="1706700" y="2722253"/>
                  </a:lnTo>
                  <a:lnTo>
                    <a:pt x="1706818" y="2722253"/>
                  </a:lnTo>
                  <a:lnTo>
                    <a:pt x="1706818" y="2721822"/>
                  </a:lnTo>
                  <a:lnTo>
                    <a:pt x="1706935" y="2721822"/>
                  </a:lnTo>
                  <a:lnTo>
                    <a:pt x="1707053" y="2721822"/>
                  </a:lnTo>
                  <a:lnTo>
                    <a:pt x="1707053" y="2721392"/>
                  </a:lnTo>
                  <a:lnTo>
                    <a:pt x="1707171" y="2721392"/>
                  </a:lnTo>
                  <a:lnTo>
                    <a:pt x="1707171" y="2720961"/>
                  </a:lnTo>
                  <a:lnTo>
                    <a:pt x="1707171" y="2720530"/>
                  </a:lnTo>
                  <a:lnTo>
                    <a:pt x="1707288" y="2720530"/>
                  </a:lnTo>
                  <a:lnTo>
                    <a:pt x="1707406" y="2720530"/>
                  </a:lnTo>
                  <a:lnTo>
                    <a:pt x="1707523" y="2720530"/>
                  </a:lnTo>
                  <a:lnTo>
                    <a:pt x="1707523" y="2720100"/>
                  </a:lnTo>
                  <a:lnTo>
                    <a:pt x="1707641" y="2720100"/>
                  </a:lnTo>
                  <a:lnTo>
                    <a:pt x="1707641" y="2719669"/>
                  </a:lnTo>
                  <a:lnTo>
                    <a:pt x="1707641" y="2719239"/>
                  </a:lnTo>
                  <a:lnTo>
                    <a:pt x="1707759" y="2719239"/>
                  </a:lnTo>
                  <a:lnTo>
                    <a:pt x="1707759" y="2718808"/>
                  </a:lnTo>
                  <a:lnTo>
                    <a:pt x="1707876" y="2718808"/>
                  </a:lnTo>
                  <a:lnTo>
                    <a:pt x="1707994" y="2718808"/>
                  </a:lnTo>
                  <a:lnTo>
                    <a:pt x="1707994" y="2718377"/>
                  </a:lnTo>
                  <a:lnTo>
                    <a:pt x="1708111" y="2718377"/>
                  </a:lnTo>
                  <a:lnTo>
                    <a:pt x="1708111" y="2717947"/>
                  </a:lnTo>
                  <a:lnTo>
                    <a:pt x="1708229" y="2717947"/>
                  </a:lnTo>
                  <a:lnTo>
                    <a:pt x="1708347" y="2717947"/>
                  </a:lnTo>
                  <a:lnTo>
                    <a:pt x="1708464" y="2717947"/>
                  </a:lnTo>
                  <a:lnTo>
                    <a:pt x="1708582" y="2717947"/>
                  </a:lnTo>
                  <a:lnTo>
                    <a:pt x="1708700" y="2717947"/>
                  </a:lnTo>
                  <a:lnTo>
                    <a:pt x="1708817" y="2717947"/>
                  </a:lnTo>
                  <a:lnTo>
                    <a:pt x="1708935" y="2717947"/>
                  </a:lnTo>
                  <a:lnTo>
                    <a:pt x="1708935" y="2717516"/>
                  </a:lnTo>
                  <a:lnTo>
                    <a:pt x="1709052" y="2717516"/>
                  </a:lnTo>
                  <a:lnTo>
                    <a:pt x="1709170" y="2717516"/>
                  </a:lnTo>
                  <a:lnTo>
                    <a:pt x="1709170" y="2717086"/>
                  </a:lnTo>
                  <a:lnTo>
                    <a:pt x="1709288" y="2717086"/>
                  </a:lnTo>
                  <a:lnTo>
                    <a:pt x="1709288" y="2716655"/>
                  </a:lnTo>
                  <a:lnTo>
                    <a:pt x="1709288" y="2716224"/>
                  </a:lnTo>
                  <a:lnTo>
                    <a:pt x="1709405" y="2716224"/>
                  </a:lnTo>
                  <a:lnTo>
                    <a:pt x="1709523" y="2716224"/>
                  </a:lnTo>
                  <a:lnTo>
                    <a:pt x="1709640" y="2716224"/>
                  </a:lnTo>
                  <a:lnTo>
                    <a:pt x="1709640" y="2715794"/>
                  </a:lnTo>
                  <a:lnTo>
                    <a:pt x="1709758" y="2715794"/>
                  </a:lnTo>
                  <a:lnTo>
                    <a:pt x="1709876" y="2715794"/>
                  </a:lnTo>
                  <a:lnTo>
                    <a:pt x="1709993" y="2715794"/>
                  </a:lnTo>
                  <a:lnTo>
                    <a:pt x="1710111" y="2715794"/>
                  </a:lnTo>
                  <a:lnTo>
                    <a:pt x="1710229" y="2715794"/>
                  </a:lnTo>
                  <a:lnTo>
                    <a:pt x="1710229" y="2715363"/>
                  </a:lnTo>
                  <a:lnTo>
                    <a:pt x="1710346" y="2715363"/>
                  </a:lnTo>
                  <a:lnTo>
                    <a:pt x="1710464" y="2715363"/>
                  </a:lnTo>
                  <a:lnTo>
                    <a:pt x="1710581" y="2715363"/>
                  </a:lnTo>
                  <a:lnTo>
                    <a:pt x="1710699" y="2715363"/>
                  </a:lnTo>
                  <a:lnTo>
                    <a:pt x="1710817" y="2715363"/>
                  </a:lnTo>
                  <a:lnTo>
                    <a:pt x="1710934" y="2715363"/>
                  </a:lnTo>
                  <a:lnTo>
                    <a:pt x="1711052" y="2715363"/>
                  </a:lnTo>
                  <a:lnTo>
                    <a:pt x="1711169" y="2715363"/>
                  </a:lnTo>
                  <a:lnTo>
                    <a:pt x="1711287" y="2715363"/>
                  </a:lnTo>
                  <a:lnTo>
                    <a:pt x="1711405" y="2715363"/>
                  </a:lnTo>
                  <a:lnTo>
                    <a:pt x="1711522" y="2715363"/>
                  </a:lnTo>
                  <a:lnTo>
                    <a:pt x="1711640" y="2715363"/>
                  </a:lnTo>
                  <a:lnTo>
                    <a:pt x="1711640" y="2714933"/>
                  </a:lnTo>
                  <a:lnTo>
                    <a:pt x="1711758" y="2714933"/>
                  </a:lnTo>
                  <a:lnTo>
                    <a:pt x="1711758" y="2714502"/>
                  </a:lnTo>
                  <a:lnTo>
                    <a:pt x="1711875" y="2714502"/>
                  </a:lnTo>
                  <a:lnTo>
                    <a:pt x="1711993" y="2714502"/>
                  </a:lnTo>
                  <a:lnTo>
                    <a:pt x="1712110" y="2714502"/>
                  </a:lnTo>
                  <a:lnTo>
                    <a:pt x="1712228" y="2714502"/>
                  </a:lnTo>
                  <a:lnTo>
                    <a:pt x="1712346" y="2714502"/>
                  </a:lnTo>
                  <a:lnTo>
                    <a:pt x="1712463" y="2714502"/>
                  </a:lnTo>
                  <a:lnTo>
                    <a:pt x="1712463" y="2714071"/>
                  </a:lnTo>
                  <a:lnTo>
                    <a:pt x="1712581" y="2714071"/>
                  </a:lnTo>
                  <a:lnTo>
                    <a:pt x="1712698" y="2714071"/>
                  </a:lnTo>
                  <a:lnTo>
                    <a:pt x="1712816" y="2714071"/>
                  </a:lnTo>
                  <a:lnTo>
                    <a:pt x="1712816" y="2713641"/>
                  </a:lnTo>
                  <a:lnTo>
                    <a:pt x="1712816" y="2713210"/>
                  </a:lnTo>
                  <a:lnTo>
                    <a:pt x="1712934" y="2713210"/>
                  </a:lnTo>
                  <a:lnTo>
                    <a:pt x="1713051" y="2713210"/>
                  </a:lnTo>
                  <a:lnTo>
                    <a:pt x="1713169" y="2713210"/>
                  </a:lnTo>
                  <a:lnTo>
                    <a:pt x="1713286" y="2713210"/>
                  </a:lnTo>
                  <a:lnTo>
                    <a:pt x="1713404" y="2713210"/>
                  </a:lnTo>
                  <a:lnTo>
                    <a:pt x="1713404" y="2712780"/>
                  </a:lnTo>
                  <a:lnTo>
                    <a:pt x="1713522" y="2712780"/>
                  </a:lnTo>
                  <a:lnTo>
                    <a:pt x="1713639" y="2712780"/>
                  </a:lnTo>
                  <a:lnTo>
                    <a:pt x="1713757" y="2712780"/>
                  </a:lnTo>
                  <a:lnTo>
                    <a:pt x="1713757" y="2712349"/>
                  </a:lnTo>
                  <a:lnTo>
                    <a:pt x="1713875" y="2712349"/>
                  </a:lnTo>
                  <a:lnTo>
                    <a:pt x="1713992" y="2712349"/>
                  </a:lnTo>
                  <a:lnTo>
                    <a:pt x="1714110" y="2712349"/>
                  </a:lnTo>
                  <a:lnTo>
                    <a:pt x="1714227" y="2712349"/>
                  </a:lnTo>
                  <a:lnTo>
                    <a:pt x="1714227" y="2711918"/>
                  </a:lnTo>
                  <a:lnTo>
                    <a:pt x="1714345" y="2711918"/>
                  </a:lnTo>
                  <a:lnTo>
                    <a:pt x="1714463" y="2711918"/>
                  </a:lnTo>
                  <a:lnTo>
                    <a:pt x="1714580" y="2711918"/>
                  </a:lnTo>
                  <a:lnTo>
                    <a:pt x="1714698" y="2711918"/>
                  </a:lnTo>
                  <a:lnTo>
                    <a:pt x="1714815" y="2711918"/>
                  </a:lnTo>
                  <a:lnTo>
                    <a:pt x="1714933" y="2711918"/>
                  </a:lnTo>
                  <a:lnTo>
                    <a:pt x="1715051" y="2711918"/>
                  </a:lnTo>
                  <a:lnTo>
                    <a:pt x="1715168" y="2711918"/>
                  </a:lnTo>
                  <a:lnTo>
                    <a:pt x="1715286" y="2711918"/>
                  </a:lnTo>
                  <a:lnTo>
                    <a:pt x="1715404" y="2711918"/>
                  </a:lnTo>
                  <a:lnTo>
                    <a:pt x="1715521" y="2711918"/>
                  </a:lnTo>
                  <a:lnTo>
                    <a:pt x="1715639" y="2711918"/>
                  </a:lnTo>
                  <a:lnTo>
                    <a:pt x="1715756" y="2711918"/>
                  </a:lnTo>
                  <a:lnTo>
                    <a:pt x="1715874" y="2711918"/>
                  </a:lnTo>
                  <a:lnTo>
                    <a:pt x="1715992" y="2711918"/>
                  </a:lnTo>
                  <a:lnTo>
                    <a:pt x="1716109" y="2711918"/>
                  </a:lnTo>
                  <a:lnTo>
                    <a:pt x="1716227" y="2711918"/>
                  </a:lnTo>
                  <a:lnTo>
                    <a:pt x="1716344" y="2711918"/>
                  </a:lnTo>
                  <a:lnTo>
                    <a:pt x="1716462" y="2711918"/>
                  </a:lnTo>
                  <a:lnTo>
                    <a:pt x="1716580" y="2711918"/>
                  </a:lnTo>
                  <a:lnTo>
                    <a:pt x="1716697" y="2711918"/>
                  </a:lnTo>
                  <a:lnTo>
                    <a:pt x="1716815" y="2711918"/>
                  </a:lnTo>
                  <a:lnTo>
                    <a:pt x="1716933" y="2711918"/>
                  </a:lnTo>
                  <a:lnTo>
                    <a:pt x="1716933" y="2711488"/>
                  </a:lnTo>
                  <a:lnTo>
                    <a:pt x="1717050" y="2711488"/>
                  </a:lnTo>
                  <a:lnTo>
                    <a:pt x="1717168" y="2711488"/>
                  </a:lnTo>
                  <a:lnTo>
                    <a:pt x="1717168" y="2711057"/>
                  </a:lnTo>
                  <a:lnTo>
                    <a:pt x="1717285" y="2711057"/>
                  </a:lnTo>
                  <a:lnTo>
                    <a:pt x="1717403" y="2711057"/>
                  </a:lnTo>
                  <a:lnTo>
                    <a:pt x="1717521" y="2711057"/>
                  </a:lnTo>
                  <a:lnTo>
                    <a:pt x="1717521" y="2710627"/>
                  </a:lnTo>
                  <a:lnTo>
                    <a:pt x="1717638" y="2710627"/>
                  </a:lnTo>
                  <a:lnTo>
                    <a:pt x="1717756" y="2710627"/>
                  </a:lnTo>
                  <a:lnTo>
                    <a:pt x="1717873" y="2710627"/>
                  </a:lnTo>
                  <a:lnTo>
                    <a:pt x="1717991" y="2710627"/>
                  </a:lnTo>
                  <a:lnTo>
                    <a:pt x="1718109" y="2710627"/>
                  </a:lnTo>
                  <a:lnTo>
                    <a:pt x="1718226" y="2710627"/>
                  </a:lnTo>
                  <a:lnTo>
                    <a:pt x="1718344" y="2710627"/>
                  </a:lnTo>
                  <a:lnTo>
                    <a:pt x="1718462" y="2710627"/>
                  </a:lnTo>
                  <a:lnTo>
                    <a:pt x="1718579" y="2710627"/>
                  </a:lnTo>
                  <a:lnTo>
                    <a:pt x="1718697" y="2710627"/>
                  </a:lnTo>
                  <a:lnTo>
                    <a:pt x="1718814" y="2710627"/>
                  </a:lnTo>
                  <a:lnTo>
                    <a:pt x="1718932" y="2710627"/>
                  </a:lnTo>
                  <a:lnTo>
                    <a:pt x="1718932" y="2710196"/>
                  </a:lnTo>
                  <a:lnTo>
                    <a:pt x="1719050" y="2710196"/>
                  </a:lnTo>
                  <a:lnTo>
                    <a:pt x="1719167" y="2710196"/>
                  </a:lnTo>
                  <a:lnTo>
                    <a:pt x="1719167" y="2709765"/>
                  </a:lnTo>
                  <a:lnTo>
                    <a:pt x="1719167" y="2709335"/>
                  </a:lnTo>
                  <a:lnTo>
                    <a:pt x="1719285" y="2709335"/>
                  </a:lnTo>
                  <a:lnTo>
                    <a:pt x="1719402" y="2709335"/>
                  </a:lnTo>
                  <a:lnTo>
                    <a:pt x="1719520" y="2709335"/>
                  </a:lnTo>
                  <a:lnTo>
                    <a:pt x="1719638" y="2709335"/>
                  </a:lnTo>
                  <a:lnTo>
                    <a:pt x="1719638" y="2708904"/>
                  </a:lnTo>
                  <a:lnTo>
                    <a:pt x="1719755" y="2708904"/>
                  </a:lnTo>
                  <a:lnTo>
                    <a:pt x="1719873" y="2708904"/>
                  </a:lnTo>
                  <a:lnTo>
                    <a:pt x="1719991" y="2708904"/>
                  </a:lnTo>
                  <a:lnTo>
                    <a:pt x="1720108" y="2708904"/>
                  </a:lnTo>
                  <a:lnTo>
                    <a:pt x="1720226" y="2708904"/>
                  </a:lnTo>
                  <a:lnTo>
                    <a:pt x="1720343" y="2708904"/>
                  </a:lnTo>
                  <a:lnTo>
                    <a:pt x="1720461" y="2708904"/>
                  </a:lnTo>
                  <a:lnTo>
                    <a:pt x="1720461" y="2708474"/>
                  </a:lnTo>
                  <a:lnTo>
                    <a:pt x="1720579" y="2708474"/>
                  </a:lnTo>
                  <a:lnTo>
                    <a:pt x="1720579" y="2708043"/>
                  </a:lnTo>
                  <a:lnTo>
                    <a:pt x="1720696" y="2708043"/>
                  </a:lnTo>
                  <a:lnTo>
                    <a:pt x="1720814" y="2708043"/>
                  </a:lnTo>
                  <a:lnTo>
                    <a:pt x="1720814" y="2707612"/>
                  </a:lnTo>
                  <a:lnTo>
                    <a:pt x="1720931" y="2707612"/>
                  </a:lnTo>
                  <a:lnTo>
                    <a:pt x="1721049" y="2707612"/>
                  </a:lnTo>
                  <a:lnTo>
                    <a:pt x="1721049" y="2707182"/>
                  </a:lnTo>
                  <a:lnTo>
                    <a:pt x="1721167" y="2707182"/>
                  </a:lnTo>
                  <a:lnTo>
                    <a:pt x="1721284" y="2707182"/>
                  </a:lnTo>
                  <a:lnTo>
                    <a:pt x="1721402" y="2707182"/>
                  </a:lnTo>
                  <a:lnTo>
                    <a:pt x="1721519" y="2707182"/>
                  </a:lnTo>
                  <a:lnTo>
                    <a:pt x="1721519" y="2706751"/>
                  </a:lnTo>
                  <a:lnTo>
                    <a:pt x="1721519" y="2706321"/>
                  </a:lnTo>
                  <a:lnTo>
                    <a:pt x="1721637" y="2706321"/>
                  </a:lnTo>
                  <a:lnTo>
                    <a:pt x="1721755" y="2706321"/>
                  </a:lnTo>
                  <a:lnTo>
                    <a:pt x="1721755" y="2705890"/>
                  </a:lnTo>
                  <a:lnTo>
                    <a:pt x="1721872" y="2705890"/>
                  </a:lnTo>
                  <a:lnTo>
                    <a:pt x="1721990" y="2705890"/>
                  </a:lnTo>
                  <a:lnTo>
                    <a:pt x="1722108" y="2705890"/>
                  </a:lnTo>
                  <a:lnTo>
                    <a:pt x="1722108" y="2705459"/>
                  </a:lnTo>
                  <a:lnTo>
                    <a:pt x="1722108" y="2705029"/>
                  </a:lnTo>
                  <a:lnTo>
                    <a:pt x="1722225" y="2705029"/>
                  </a:lnTo>
                  <a:lnTo>
                    <a:pt x="1722225" y="2704598"/>
                  </a:lnTo>
                  <a:lnTo>
                    <a:pt x="1722343" y="2704598"/>
                  </a:lnTo>
                  <a:lnTo>
                    <a:pt x="1722460" y="2704598"/>
                  </a:lnTo>
                  <a:lnTo>
                    <a:pt x="1722578" y="2704598"/>
                  </a:lnTo>
                  <a:lnTo>
                    <a:pt x="1722696" y="2704598"/>
                  </a:lnTo>
                  <a:lnTo>
                    <a:pt x="1722813" y="2704598"/>
                  </a:lnTo>
                  <a:lnTo>
                    <a:pt x="1722931" y="2704598"/>
                  </a:lnTo>
                  <a:lnTo>
                    <a:pt x="1722931" y="2704168"/>
                  </a:lnTo>
                  <a:lnTo>
                    <a:pt x="1723048" y="2704168"/>
                  </a:lnTo>
                  <a:lnTo>
                    <a:pt x="1723166" y="2704168"/>
                  </a:lnTo>
                  <a:lnTo>
                    <a:pt x="1723166" y="2703737"/>
                  </a:lnTo>
                  <a:lnTo>
                    <a:pt x="1723166" y="2703306"/>
                  </a:lnTo>
                  <a:lnTo>
                    <a:pt x="1723284" y="2703306"/>
                  </a:lnTo>
                  <a:lnTo>
                    <a:pt x="1723284" y="2702876"/>
                  </a:lnTo>
                  <a:lnTo>
                    <a:pt x="1723284" y="2702445"/>
                  </a:lnTo>
                  <a:lnTo>
                    <a:pt x="1723284" y="2702015"/>
                  </a:lnTo>
                  <a:lnTo>
                    <a:pt x="1723401" y="2702015"/>
                  </a:lnTo>
                  <a:lnTo>
                    <a:pt x="1723519" y="2702015"/>
                  </a:lnTo>
                  <a:lnTo>
                    <a:pt x="1723637" y="2702015"/>
                  </a:lnTo>
                  <a:lnTo>
                    <a:pt x="1723754" y="2702015"/>
                  </a:lnTo>
                  <a:lnTo>
                    <a:pt x="1723754" y="2701584"/>
                  </a:lnTo>
                  <a:lnTo>
                    <a:pt x="1723754" y="2701153"/>
                  </a:lnTo>
                  <a:lnTo>
                    <a:pt x="1723872" y="2701153"/>
                  </a:lnTo>
                  <a:lnTo>
                    <a:pt x="1723989" y="2701153"/>
                  </a:lnTo>
                  <a:lnTo>
                    <a:pt x="1724107" y="2701153"/>
                  </a:lnTo>
                  <a:lnTo>
                    <a:pt x="1724225" y="2701153"/>
                  </a:lnTo>
                  <a:lnTo>
                    <a:pt x="1724225" y="2700723"/>
                  </a:lnTo>
                  <a:lnTo>
                    <a:pt x="1724225" y="2700292"/>
                  </a:lnTo>
                  <a:lnTo>
                    <a:pt x="1724342" y="2700292"/>
                  </a:lnTo>
                  <a:lnTo>
                    <a:pt x="1724342" y="2699862"/>
                  </a:lnTo>
                  <a:lnTo>
                    <a:pt x="1724460" y="2699862"/>
                  </a:lnTo>
                  <a:lnTo>
                    <a:pt x="1724577" y="2699862"/>
                  </a:lnTo>
                  <a:lnTo>
                    <a:pt x="1724695" y="2699862"/>
                  </a:lnTo>
                  <a:lnTo>
                    <a:pt x="1724813" y="2699862"/>
                  </a:lnTo>
                  <a:lnTo>
                    <a:pt x="1724930" y="2699862"/>
                  </a:lnTo>
                  <a:lnTo>
                    <a:pt x="1725048" y="2699862"/>
                  </a:lnTo>
                  <a:lnTo>
                    <a:pt x="1725166" y="2699862"/>
                  </a:lnTo>
                  <a:lnTo>
                    <a:pt x="1725166" y="2699431"/>
                  </a:lnTo>
                  <a:lnTo>
                    <a:pt x="1725166" y="2699000"/>
                  </a:lnTo>
                  <a:lnTo>
                    <a:pt x="1725283" y="2699000"/>
                  </a:lnTo>
                  <a:lnTo>
                    <a:pt x="1725401" y="2699000"/>
                  </a:lnTo>
                  <a:lnTo>
                    <a:pt x="1725518" y="2699000"/>
                  </a:lnTo>
                  <a:lnTo>
                    <a:pt x="1725636" y="2699000"/>
                  </a:lnTo>
                  <a:lnTo>
                    <a:pt x="1725754" y="2699000"/>
                  </a:lnTo>
                  <a:lnTo>
                    <a:pt x="1725871" y="2699000"/>
                  </a:lnTo>
                  <a:lnTo>
                    <a:pt x="1725871" y="2698570"/>
                  </a:lnTo>
                  <a:lnTo>
                    <a:pt x="1725989" y="2698570"/>
                  </a:lnTo>
                  <a:lnTo>
                    <a:pt x="1726106" y="2698570"/>
                  </a:lnTo>
                  <a:lnTo>
                    <a:pt x="1726224" y="2698570"/>
                  </a:lnTo>
                  <a:lnTo>
                    <a:pt x="1726342" y="2698570"/>
                  </a:lnTo>
                  <a:lnTo>
                    <a:pt x="1726459" y="2698570"/>
                  </a:lnTo>
                  <a:lnTo>
                    <a:pt x="1726577" y="2698570"/>
                  </a:lnTo>
                  <a:lnTo>
                    <a:pt x="1726577" y="2698139"/>
                  </a:lnTo>
                  <a:lnTo>
                    <a:pt x="1726695" y="2698139"/>
                  </a:lnTo>
                  <a:lnTo>
                    <a:pt x="1726812" y="2698139"/>
                  </a:lnTo>
                  <a:lnTo>
                    <a:pt x="1726930" y="2698139"/>
                  </a:lnTo>
                  <a:lnTo>
                    <a:pt x="1727047" y="2698139"/>
                  </a:lnTo>
                  <a:lnTo>
                    <a:pt x="1727165" y="2698139"/>
                  </a:lnTo>
                  <a:lnTo>
                    <a:pt x="1727165" y="2697709"/>
                  </a:lnTo>
                  <a:lnTo>
                    <a:pt x="1727165" y="2697278"/>
                  </a:lnTo>
                  <a:lnTo>
                    <a:pt x="1727283" y="2697278"/>
                  </a:lnTo>
                  <a:lnTo>
                    <a:pt x="1727400" y="2697278"/>
                  </a:lnTo>
                  <a:lnTo>
                    <a:pt x="1727518" y="2697278"/>
                  </a:lnTo>
                  <a:lnTo>
                    <a:pt x="1727635" y="2697278"/>
                  </a:lnTo>
                  <a:lnTo>
                    <a:pt x="1727635" y="2696847"/>
                  </a:lnTo>
                  <a:lnTo>
                    <a:pt x="1727753" y="2696847"/>
                  </a:lnTo>
                  <a:lnTo>
                    <a:pt x="1727871" y="2696847"/>
                  </a:lnTo>
                  <a:lnTo>
                    <a:pt x="1727871" y="2696417"/>
                  </a:lnTo>
                  <a:lnTo>
                    <a:pt x="1727988" y="2696417"/>
                  </a:lnTo>
                  <a:lnTo>
                    <a:pt x="1728106" y="2696417"/>
                  </a:lnTo>
                  <a:lnTo>
                    <a:pt x="1728224" y="2696417"/>
                  </a:lnTo>
                  <a:lnTo>
                    <a:pt x="1728341" y="2696417"/>
                  </a:lnTo>
                  <a:lnTo>
                    <a:pt x="1728459" y="2696417"/>
                  </a:lnTo>
                  <a:lnTo>
                    <a:pt x="1728576" y="2696417"/>
                  </a:lnTo>
                  <a:lnTo>
                    <a:pt x="1728694" y="2696417"/>
                  </a:lnTo>
                  <a:lnTo>
                    <a:pt x="1728812" y="2696417"/>
                  </a:lnTo>
                  <a:lnTo>
                    <a:pt x="1728929" y="2696417"/>
                  </a:lnTo>
                  <a:lnTo>
                    <a:pt x="1729047" y="2696417"/>
                  </a:lnTo>
                  <a:lnTo>
                    <a:pt x="1729164" y="2696417"/>
                  </a:lnTo>
                  <a:lnTo>
                    <a:pt x="1729282" y="2696417"/>
                  </a:lnTo>
                  <a:lnTo>
                    <a:pt x="1729282" y="2695986"/>
                  </a:lnTo>
                  <a:lnTo>
                    <a:pt x="1729400" y="2695986"/>
                  </a:lnTo>
                  <a:lnTo>
                    <a:pt x="1729517" y="2695986"/>
                  </a:lnTo>
                  <a:lnTo>
                    <a:pt x="1729635" y="2695986"/>
                  </a:lnTo>
                  <a:lnTo>
                    <a:pt x="1729752" y="2695986"/>
                  </a:lnTo>
                  <a:lnTo>
                    <a:pt x="1729752" y="2695556"/>
                  </a:lnTo>
                  <a:lnTo>
                    <a:pt x="1729752" y="2695125"/>
                  </a:lnTo>
                  <a:lnTo>
                    <a:pt x="1729870" y="2695125"/>
                  </a:lnTo>
                  <a:lnTo>
                    <a:pt x="1729988" y="2695125"/>
                  </a:lnTo>
                  <a:lnTo>
                    <a:pt x="1730105" y="2695125"/>
                  </a:lnTo>
                  <a:lnTo>
                    <a:pt x="1730223" y="2695125"/>
                  </a:lnTo>
                  <a:lnTo>
                    <a:pt x="1730341" y="2695125"/>
                  </a:lnTo>
                  <a:lnTo>
                    <a:pt x="1730458" y="2695125"/>
                  </a:lnTo>
                  <a:lnTo>
                    <a:pt x="1730576" y="2695125"/>
                  </a:lnTo>
                  <a:lnTo>
                    <a:pt x="1730693" y="2695125"/>
                  </a:lnTo>
                  <a:lnTo>
                    <a:pt x="1730811" y="2695125"/>
                  </a:lnTo>
                  <a:lnTo>
                    <a:pt x="1730811" y="2694694"/>
                  </a:lnTo>
                  <a:lnTo>
                    <a:pt x="1730929" y="2694694"/>
                  </a:lnTo>
                  <a:lnTo>
                    <a:pt x="1731046" y="2694694"/>
                  </a:lnTo>
                  <a:lnTo>
                    <a:pt x="1731046" y="2694264"/>
                  </a:lnTo>
                  <a:lnTo>
                    <a:pt x="1731164" y="2694264"/>
                  </a:lnTo>
                  <a:lnTo>
                    <a:pt x="1731281" y="2694264"/>
                  </a:lnTo>
                  <a:lnTo>
                    <a:pt x="1731399" y="2694264"/>
                  </a:lnTo>
                  <a:lnTo>
                    <a:pt x="1731517" y="2694264"/>
                  </a:lnTo>
                  <a:lnTo>
                    <a:pt x="1731634" y="2694264"/>
                  </a:lnTo>
                  <a:lnTo>
                    <a:pt x="1731752" y="2694264"/>
                  </a:lnTo>
                  <a:lnTo>
                    <a:pt x="1731870" y="2694264"/>
                  </a:lnTo>
                  <a:lnTo>
                    <a:pt x="1731987" y="2694264"/>
                  </a:lnTo>
                  <a:lnTo>
                    <a:pt x="1731987" y="2693833"/>
                  </a:lnTo>
                  <a:lnTo>
                    <a:pt x="1731987" y="2693403"/>
                  </a:lnTo>
                  <a:lnTo>
                    <a:pt x="1731987" y="2692972"/>
                  </a:lnTo>
                  <a:lnTo>
                    <a:pt x="1731987" y="2692541"/>
                  </a:lnTo>
                  <a:lnTo>
                    <a:pt x="1732105" y="2692541"/>
                  </a:lnTo>
                  <a:lnTo>
                    <a:pt x="1732222" y="2692541"/>
                  </a:lnTo>
                  <a:lnTo>
                    <a:pt x="1732340" y="2692541"/>
                  </a:lnTo>
                  <a:lnTo>
                    <a:pt x="1732458" y="2692541"/>
                  </a:lnTo>
                  <a:lnTo>
                    <a:pt x="1732458" y="2692111"/>
                  </a:lnTo>
                  <a:lnTo>
                    <a:pt x="1732575" y="2692111"/>
                  </a:lnTo>
                  <a:lnTo>
                    <a:pt x="1732693" y="2692111"/>
                  </a:lnTo>
                  <a:lnTo>
                    <a:pt x="1732810" y="2692111"/>
                  </a:lnTo>
                  <a:lnTo>
                    <a:pt x="1732928" y="2692111"/>
                  </a:lnTo>
                  <a:lnTo>
                    <a:pt x="1733046" y="2692111"/>
                  </a:lnTo>
                  <a:lnTo>
                    <a:pt x="1733046" y="2691680"/>
                  </a:lnTo>
                  <a:lnTo>
                    <a:pt x="1733163" y="2691680"/>
                  </a:lnTo>
                  <a:lnTo>
                    <a:pt x="1733163" y="2691250"/>
                  </a:lnTo>
                  <a:lnTo>
                    <a:pt x="1733281" y="2691250"/>
                  </a:lnTo>
                  <a:lnTo>
                    <a:pt x="1733399" y="2691250"/>
                  </a:lnTo>
                  <a:lnTo>
                    <a:pt x="1733516" y="2691250"/>
                  </a:lnTo>
                  <a:lnTo>
                    <a:pt x="1733634" y="2691250"/>
                  </a:lnTo>
                  <a:lnTo>
                    <a:pt x="1733634" y="2690819"/>
                  </a:lnTo>
                  <a:lnTo>
                    <a:pt x="1733751" y="2690819"/>
                  </a:lnTo>
                  <a:lnTo>
                    <a:pt x="1733751" y="2690388"/>
                  </a:lnTo>
                  <a:lnTo>
                    <a:pt x="1733751" y="2689958"/>
                  </a:lnTo>
                  <a:lnTo>
                    <a:pt x="1733869" y="2689958"/>
                  </a:lnTo>
                  <a:lnTo>
                    <a:pt x="1733987" y="2689958"/>
                  </a:lnTo>
                  <a:lnTo>
                    <a:pt x="1734104" y="2689958"/>
                  </a:lnTo>
                  <a:lnTo>
                    <a:pt x="1734222" y="2689958"/>
                  </a:lnTo>
                  <a:lnTo>
                    <a:pt x="1734339" y="2689958"/>
                  </a:lnTo>
                  <a:lnTo>
                    <a:pt x="1734457" y="2689958"/>
                  </a:lnTo>
                  <a:lnTo>
                    <a:pt x="1734457" y="2689527"/>
                  </a:lnTo>
                  <a:lnTo>
                    <a:pt x="1734575" y="2689527"/>
                  </a:lnTo>
                  <a:lnTo>
                    <a:pt x="1734692" y="2689527"/>
                  </a:lnTo>
                  <a:lnTo>
                    <a:pt x="1734810" y="2689527"/>
                  </a:lnTo>
                  <a:lnTo>
                    <a:pt x="1734810" y="2689097"/>
                  </a:lnTo>
                  <a:lnTo>
                    <a:pt x="1734928" y="2689097"/>
                  </a:lnTo>
                  <a:lnTo>
                    <a:pt x="1734928" y="2688666"/>
                  </a:lnTo>
                  <a:lnTo>
                    <a:pt x="1735045" y="2688666"/>
                  </a:lnTo>
                  <a:lnTo>
                    <a:pt x="1735163" y="2688666"/>
                  </a:lnTo>
                  <a:lnTo>
                    <a:pt x="1735280" y="2688666"/>
                  </a:lnTo>
                  <a:lnTo>
                    <a:pt x="1735398" y="2688666"/>
                  </a:lnTo>
                  <a:lnTo>
                    <a:pt x="1735398" y="2688235"/>
                  </a:lnTo>
                  <a:lnTo>
                    <a:pt x="1735516" y="2688235"/>
                  </a:lnTo>
                  <a:lnTo>
                    <a:pt x="1735633" y="2688235"/>
                  </a:lnTo>
                  <a:lnTo>
                    <a:pt x="1735633" y="2687805"/>
                  </a:lnTo>
                  <a:lnTo>
                    <a:pt x="1735633" y="2687374"/>
                  </a:lnTo>
                  <a:lnTo>
                    <a:pt x="1735751" y="2687374"/>
                  </a:lnTo>
                  <a:lnTo>
                    <a:pt x="1735868" y="2687374"/>
                  </a:lnTo>
                  <a:lnTo>
                    <a:pt x="1735986" y="2687374"/>
                  </a:lnTo>
                  <a:lnTo>
                    <a:pt x="1736104" y="2687374"/>
                  </a:lnTo>
                  <a:lnTo>
                    <a:pt x="1736221" y="2687374"/>
                  </a:lnTo>
                  <a:lnTo>
                    <a:pt x="1736339" y="2687374"/>
                  </a:lnTo>
                  <a:lnTo>
                    <a:pt x="1736457" y="2687374"/>
                  </a:lnTo>
                  <a:lnTo>
                    <a:pt x="1736574" y="2687374"/>
                  </a:lnTo>
                  <a:lnTo>
                    <a:pt x="1736692" y="2687374"/>
                  </a:lnTo>
                  <a:lnTo>
                    <a:pt x="1736809" y="2687374"/>
                  </a:lnTo>
                  <a:lnTo>
                    <a:pt x="1736927" y="2687374"/>
                  </a:lnTo>
                  <a:lnTo>
                    <a:pt x="1736927" y="2686944"/>
                  </a:lnTo>
                  <a:lnTo>
                    <a:pt x="1737045" y="2686944"/>
                  </a:lnTo>
                  <a:lnTo>
                    <a:pt x="1737162" y="2686944"/>
                  </a:lnTo>
                  <a:lnTo>
                    <a:pt x="1737162" y="2686513"/>
                  </a:lnTo>
                  <a:lnTo>
                    <a:pt x="1737162" y="2686082"/>
                  </a:lnTo>
                  <a:lnTo>
                    <a:pt x="1737280" y="2686082"/>
                  </a:lnTo>
                  <a:lnTo>
                    <a:pt x="1737397" y="2686082"/>
                  </a:lnTo>
                  <a:lnTo>
                    <a:pt x="1737515" y="2686082"/>
                  </a:lnTo>
                  <a:lnTo>
                    <a:pt x="1737515" y="2685652"/>
                  </a:lnTo>
                  <a:lnTo>
                    <a:pt x="1737633" y="2685652"/>
                  </a:lnTo>
                  <a:lnTo>
                    <a:pt x="1737633" y="2685221"/>
                  </a:lnTo>
                  <a:lnTo>
                    <a:pt x="1737633" y="2684791"/>
                  </a:lnTo>
                  <a:lnTo>
                    <a:pt x="1737633" y="2684360"/>
                  </a:lnTo>
                  <a:lnTo>
                    <a:pt x="1737750" y="2684360"/>
                  </a:lnTo>
                  <a:lnTo>
                    <a:pt x="1737868" y="2684360"/>
                  </a:lnTo>
                  <a:lnTo>
                    <a:pt x="1737985" y="2684360"/>
                  </a:lnTo>
                  <a:lnTo>
                    <a:pt x="1738103" y="2684360"/>
                  </a:lnTo>
                  <a:lnTo>
                    <a:pt x="1738221" y="2684360"/>
                  </a:lnTo>
                  <a:lnTo>
                    <a:pt x="1738338" y="2684360"/>
                  </a:lnTo>
                  <a:lnTo>
                    <a:pt x="1738456" y="2684360"/>
                  </a:lnTo>
                  <a:lnTo>
                    <a:pt x="1738456" y="2683929"/>
                  </a:lnTo>
                  <a:lnTo>
                    <a:pt x="1738574" y="2683929"/>
                  </a:lnTo>
                  <a:lnTo>
                    <a:pt x="1738691" y="2683929"/>
                  </a:lnTo>
                  <a:lnTo>
                    <a:pt x="1738809" y="2683929"/>
                  </a:lnTo>
                  <a:lnTo>
                    <a:pt x="1738926" y="2683929"/>
                  </a:lnTo>
                  <a:lnTo>
                    <a:pt x="1739044" y="2683929"/>
                  </a:lnTo>
                  <a:lnTo>
                    <a:pt x="1739044" y="2683499"/>
                  </a:lnTo>
                  <a:lnTo>
                    <a:pt x="1739044" y="2683068"/>
                  </a:lnTo>
                  <a:lnTo>
                    <a:pt x="1739044" y="2682638"/>
                  </a:lnTo>
                  <a:lnTo>
                    <a:pt x="1739044" y="2682207"/>
                  </a:lnTo>
                  <a:lnTo>
                    <a:pt x="1739044" y="2681776"/>
                  </a:lnTo>
                  <a:lnTo>
                    <a:pt x="1739162" y="2681776"/>
                  </a:lnTo>
                  <a:lnTo>
                    <a:pt x="1739279" y="2681776"/>
                  </a:lnTo>
                  <a:lnTo>
                    <a:pt x="1739397" y="2681776"/>
                  </a:lnTo>
                  <a:lnTo>
                    <a:pt x="1739397" y="2681346"/>
                  </a:lnTo>
                  <a:lnTo>
                    <a:pt x="1739514" y="2681346"/>
                  </a:lnTo>
                  <a:lnTo>
                    <a:pt x="1739632" y="2681346"/>
                  </a:lnTo>
                  <a:lnTo>
                    <a:pt x="1739750" y="2681346"/>
                  </a:lnTo>
                  <a:lnTo>
                    <a:pt x="1739750" y="2680915"/>
                  </a:lnTo>
                  <a:lnTo>
                    <a:pt x="1739867" y="2680915"/>
                  </a:lnTo>
                  <a:lnTo>
                    <a:pt x="1739985" y="2680915"/>
                  </a:lnTo>
                  <a:lnTo>
                    <a:pt x="1739985" y="2680485"/>
                  </a:lnTo>
                  <a:lnTo>
                    <a:pt x="1739985" y="2680054"/>
                  </a:lnTo>
                  <a:lnTo>
                    <a:pt x="1739985" y="2679623"/>
                  </a:lnTo>
                  <a:lnTo>
                    <a:pt x="1740103" y="2679623"/>
                  </a:lnTo>
                  <a:lnTo>
                    <a:pt x="1740103" y="2679193"/>
                  </a:lnTo>
                  <a:lnTo>
                    <a:pt x="1740220" y="2679193"/>
                  </a:lnTo>
                  <a:lnTo>
                    <a:pt x="1740338" y="2679193"/>
                  </a:lnTo>
                  <a:lnTo>
                    <a:pt x="1740338" y="2678762"/>
                  </a:lnTo>
                  <a:lnTo>
                    <a:pt x="1740455" y="2678762"/>
                  </a:lnTo>
                  <a:lnTo>
                    <a:pt x="1740573" y="2678762"/>
                  </a:lnTo>
                  <a:lnTo>
                    <a:pt x="1740691" y="2678762"/>
                  </a:lnTo>
                  <a:lnTo>
                    <a:pt x="1740808" y="2678762"/>
                  </a:lnTo>
                  <a:lnTo>
                    <a:pt x="1740808" y="2678332"/>
                  </a:lnTo>
                  <a:lnTo>
                    <a:pt x="1740926" y="2678332"/>
                  </a:lnTo>
                  <a:lnTo>
                    <a:pt x="1740926" y="2677901"/>
                  </a:lnTo>
                  <a:lnTo>
                    <a:pt x="1741043" y="2677901"/>
                  </a:lnTo>
                  <a:lnTo>
                    <a:pt x="1741161" y="2677901"/>
                  </a:lnTo>
                  <a:lnTo>
                    <a:pt x="1741161" y="2677470"/>
                  </a:lnTo>
                  <a:lnTo>
                    <a:pt x="1741279" y="2677470"/>
                  </a:lnTo>
                  <a:lnTo>
                    <a:pt x="1741396" y="2677470"/>
                  </a:lnTo>
                  <a:lnTo>
                    <a:pt x="1741514" y="2677470"/>
                  </a:lnTo>
                  <a:lnTo>
                    <a:pt x="1741632" y="2677470"/>
                  </a:lnTo>
                  <a:lnTo>
                    <a:pt x="1741632" y="2677040"/>
                  </a:lnTo>
                  <a:lnTo>
                    <a:pt x="1741632" y="2676609"/>
                  </a:lnTo>
                  <a:lnTo>
                    <a:pt x="1741749" y="2676609"/>
                  </a:lnTo>
                  <a:lnTo>
                    <a:pt x="1741867" y="2676609"/>
                  </a:lnTo>
                  <a:lnTo>
                    <a:pt x="1741867" y="2676179"/>
                  </a:lnTo>
                  <a:lnTo>
                    <a:pt x="1741984" y="2676179"/>
                  </a:lnTo>
                  <a:lnTo>
                    <a:pt x="1741984" y="2675748"/>
                  </a:lnTo>
                  <a:lnTo>
                    <a:pt x="1742102" y="2675748"/>
                  </a:lnTo>
                  <a:lnTo>
                    <a:pt x="1742220" y="2675748"/>
                  </a:lnTo>
                  <a:lnTo>
                    <a:pt x="1742220" y="2675317"/>
                  </a:lnTo>
                  <a:lnTo>
                    <a:pt x="1742337" y="2675317"/>
                  </a:lnTo>
                  <a:lnTo>
                    <a:pt x="1742455" y="2675317"/>
                  </a:lnTo>
                  <a:lnTo>
                    <a:pt x="1742572" y="2675317"/>
                  </a:lnTo>
                  <a:lnTo>
                    <a:pt x="1742572" y="2674887"/>
                  </a:lnTo>
                  <a:lnTo>
                    <a:pt x="1742690" y="2674887"/>
                  </a:lnTo>
                  <a:lnTo>
                    <a:pt x="1742808" y="2674887"/>
                  </a:lnTo>
                  <a:lnTo>
                    <a:pt x="1742925" y="2674887"/>
                  </a:lnTo>
                  <a:lnTo>
                    <a:pt x="1742925" y="2674456"/>
                  </a:lnTo>
                  <a:lnTo>
                    <a:pt x="1743043" y="2674456"/>
                  </a:lnTo>
                  <a:lnTo>
                    <a:pt x="1743161" y="2674456"/>
                  </a:lnTo>
                  <a:lnTo>
                    <a:pt x="1743278" y="2674456"/>
                  </a:lnTo>
                  <a:lnTo>
                    <a:pt x="1743396" y="2674456"/>
                  </a:lnTo>
                  <a:lnTo>
                    <a:pt x="1743396" y="2674026"/>
                  </a:lnTo>
                  <a:lnTo>
                    <a:pt x="1743513" y="2674026"/>
                  </a:lnTo>
                  <a:lnTo>
                    <a:pt x="1743513" y="2673595"/>
                  </a:lnTo>
                  <a:lnTo>
                    <a:pt x="1743513" y="2673164"/>
                  </a:lnTo>
                  <a:lnTo>
                    <a:pt x="1743631" y="2673164"/>
                  </a:lnTo>
                  <a:lnTo>
                    <a:pt x="1743749" y="2673164"/>
                  </a:lnTo>
                  <a:lnTo>
                    <a:pt x="1743866" y="2673164"/>
                  </a:lnTo>
                  <a:lnTo>
                    <a:pt x="1743984" y="2673164"/>
                  </a:lnTo>
                  <a:lnTo>
                    <a:pt x="1744101" y="2673164"/>
                  </a:lnTo>
                  <a:lnTo>
                    <a:pt x="1744219" y="2673164"/>
                  </a:lnTo>
                  <a:lnTo>
                    <a:pt x="1744337" y="2673164"/>
                  </a:lnTo>
                  <a:lnTo>
                    <a:pt x="1744454" y="2673164"/>
                  </a:lnTo>
                  <a:lnTo>
                    <a:pt x="1744454" y="2672734"/>
                  </a:lnTo>
                  <a:lnTo>
                    <a:pt x="1744572" y="2672734"/>
                  </a:lnTo>
                  <a:lnTo>
                    <a:pt x="1744690" y="2672734"/>
                  </a:lnTo>
                  <a:lnTo>
                    <a:pt x="1744807" y="2672734"/>
                  </a:lnTo>
                  <a:lnTo>
                    <a:pt x="1744925" y="2672734"/>
                  </a:lnTo>
                  <a:lnTo>
                    <a:pt x="1745042" y="2672734"/>
                  </a:lnTo>
                  <a:lnTo>
                    <a:pt x="1745160" y="2672734"/>
                  </a:lnTo>
                  <a:lnTo>
                    <a:pt x="1745278" y="2672734"/>
                  </a:lnTo>
                  <a:lnTo>
                    <a:pt x="1745278" y="2672303"/>
                  </a:lnTo>
                  <a:lnTo>
                    <a:pt x="1745395" y="2672303"/>
                  </a:lnTo>
                  <a:lnTo>
                    <a:pt x="1745513" y="2672303"/>
                  </a:lnTo>
                  <a:lnTo>
                    <a:pt x="1745630" y="2672303"/>
                  </a:lnTo>
                  <a:lnTo>
                    <a:pt x="1745748" y="2672303"/>
                  </a:lnTo>
                  <a:lnTo>
                    <a:pt x="1745748" y="2671873"/>
                  </a:lnTo>
                  <a:lnTo>
                    <a:pt x="1745866" y="2671873"/>
                  </a:lnTo>
                  <a:lnTo>
                    <a:pt x="1745983" y="2671873"/>
                  </a:lnTo>
                  <a:lnTo>
                    <a:pt x="1746101" y="2671873"/>
                  </a:lnTo>
                  <a:lnTo>
                    <a:pt x="1746218" y="2671873"/>
                  </a:lnTo>
                  <a:lnTo>
                    <a:pt x="1746336" y="2671873"/>
                  </a:lnTo>
                  <a:lnTo>
                    <a:pt x="1746454" y="2671873"/>
                  </a:lnTo>
                  <a:lnTo>
                    <a:pt x="1746571" y="2671873"/>
                  </a:lnTo>
                  <a:lnTo>
                    <a:pt x="1746571" y="2671442"/>
                  </a:lnTo>
                  <a:lnTo>
                    <a:pt x="1746689" y="2671442"/>
                  </a:lnTo>
                  <a:lnTo>
                    <a:pt x="1746807" y="2671442"/>
                  </a:lnTo>
                  <a:lnTo>
                    <a:pt x="1746807" y="2671011"/>
                  </a:lnTo>
                  <a:lnTo>
                    <a:pt x="1746807" y="2670581"/>
                  </a:lnTo>
                  <a:lnTo>
                    <a:pt x="1746924" y="2670581"/>
                  </a:lnTo>
                  <a:lnTo>
                    <a:pt x="1747042" y="2670581"/>
                  </a:lnTo>
                  <a:lnTo>
                    <a:pt x="1747159" y="2670581"/>
                  </a:lnTo>
                  <a:lnTo>
                    <a:pt x="1747277" y="2670581"/>
                  </a:lnTo>
                  <a:lnTo>
                    <a:pt x="1747395" y="2670581"/>
                  </a:lnTo>
                  <a:lnTo>
                    <a:pt x="1747512" y="2670581"/>
                  </a:lnTo>
                  <a:lnTo>
                    <a:pt x="1747630" y="2670581"/>
                  </a:lnTo>
                  <a:lnTo>
                    <a:pt x="1747747" y="2670581"/>
                  </a:lnTo>
                  <a:lnTo>
                    <a:pt x="1747865" y="2670581"/>
                  </a:lnTo>
                  <a:lnTo>
                    <a:pt x="1747983" y="2670581"/>
                  </a:lnTo>
                  <a:lnTo>
                    <a:pt x="1747983" y="2670150"/>
                  </a:lnTo>
                  <a:lnTo>
                    <a:pt x="1748100" y="2670150"/>
                  </a:lnTo>
                  <a:lnTo>
                    <a:pt x="1748100" y="2669720"/>
                  </a:lnTo>
                  <a:lnTo>
                    <a:pt x="1748100" y="2669289"/>
                  </a:lnTo>
                  <a:lnTo>
                    <a:pt x="1748218" y="2669289"/>
                  </a:lnTo>
                  <a:lnTo>
                    <a:pt x="1748336" y="2669289"/>
                  </a:lnTo>
                  <a:lnTo>
                    <a:pt x="1748453" y="2669289"/>
                  </a:lnTo>
                  <a:lnTo>
                    <a:pt x="1748453" y="2668858"/>
                  </a:lnTo>
                  <a:lnTo>
                    <a:pt x="1748453" y="2668428"/>
                  </a:lnTo>
                  <a:lnTo>
                    <a:pt x="1748571" y="2668428"/>
                  </a:lnTo>
                  <a:lnTo>
                    <a:pt x="1748688" y="2668428"/>
                  </a:lnTo>
                  <a:lnTo>
                    <a:pt x="1748688" y="2667997"/>
                  </a:lnTo>
                  <a:lnTo>
                    <a:pt x="1748688" y="2667567"/>
                  </a:lnTo>
                  <a:lnTo>
                    <a:pt x="1748806" y="2667567"/>
                  </a:lnTo>
                  <a:lnTo>
                    <a:pt x="1748806" y="2667136"/>
                  </a:lnTo>
                  <a:lnTo>
                    <a:pt x="1748924" y="2667136"/>
                  </a:lnTo>
                  <a:lnTo>
                    <a:pt x="1748924" y="2666705"/>
                  </a:lnTo>
                  <a:lnTo>
                    <a:pt x="1749041" y="2666705"/>
                  </a:lnTo>
                  <a:lnTo>
                    <a:pt x="1749159" y="2666705"/>
                  </a:lnTo>
                  <a:lnTo>
                    <a:pt x="1749276" y="2666705"/>
                  </a:lnTo>
                  <a:lnTo>
                    <a:pt x="1749394" y="2666705"/>
                  </a:lnTo>
                  <a:lnTo>
                    <a:pt x="1749512" y="2666705"/>
                  </a:lnTo>
                  <a:lnTo>
                    <a:pt x="1749512" y="2666275"/>
                  </a:lnTo>
                  <a:lnTo>
                    <a:pt x="1749629" y="2666275"/>
                  </a:lnTo>
                  <a:lnTo>
                    <a:pt x="1749747" y="2666275"/>
                  </a:lnTo>
                  <a:lnTo>
                    <a:pt x="1749865" y="2666275"/>
                  </a:lnTo>
                  <a:lnTo>
                    <a:pt x="1749865" y="2665844"/>
                  </a:lnTo>
                  <a:lnTo>
                    <a:pt x="1749982" y="2665844"/>
                  </a:lnTo>
                  <a:lnTo>
                    <a:pt x="1749982" y="2665414"/>
                  </a:lnTo>
                  <a:lnTo>
                    <a:pt x="1750100" y="2665414"/>
                  </a:lnTo>
                  <a:lnTo>
                    <a:pt x="1750100" y="2664983"/>
                  </a:lnTo>
                  <a:lnTo>
                    <a:pt x="1750217" y="2664983"/>
                  </a:lnTo>
                  <a:lnTo>
                    <a:pt x="1750335" y="2664983"/>
                  </a:lnTo>
                  <a:lnTo>
                    <a:pt x="1750335" y="2664552"/>
                  </a:lnTo>
                  <a:lnTo>
                    <a:pt x="1750453" y="2664552"/>
                  </a:lnTo>
                  <a:lnTo>
                    <a:pt x="1750570" y="2664552"/>
                  </a:lnTo>
                  <a:lnTo>
                    <a:pt x="1750688" y="2664552"/>
                  </a:lnTo>
                  <a:lnTo>
                    <a:pt x="1750688" y="2664122"/>
                  </a:lnTo>
                  <a:lnTo>
                    <a:pt x="1750688" y="2663691"/>
                  </a:lnTo>
                  <a:lnTo>
                    <a:pt x="1750805" y="2663691"/>
                  </a:lnTo>
                  <a:lnTo>
                    <a:pt x="1750923" y="2663691"/>
                  </a:lnTo>
                  <a:lnTo>
                    <a:pt x="1751041" y="2663691"/>
                  </a:lnTo>
                  <a:lnTo>
                    <a:pt x="1751158" y="2663691"/>
                  </a:lnTo>
                  <a:lnTo>
                    <a:pt x="1751276" y="2663691"/>
                  </a:lnTo>
                  <a:lnTo>
                    <a:pt x="1751394" y="2663691"/>
                  </a:lnTo>
                  <a:lnTo>
                    <a:pt x="1751511" y="2663691"/>
                  </a:lnTo>
                  <a:lnTo>
                    <a:pt x="1751511" y="2663261"/>
                  </a:lnTo>
                  <a:lnTo>
                    <a:pt x="1751511" y="2662830"/>
                  </a:lnTo>
                  <a:lnTo>
                    <a:pt x="1751629" y="2662830"/>
                  </a:lnTo>
                  <a:lnTo>
                    <a:pt x="1751629" y="2662399"/>
                  </a:lnTo>
                  <a:lnTo>
                    <a:pt x="1751746" y="2662399"/>
                  </a:lnTo>
                  <a:lnTo>
                    <a:pt x="1751864" y="2662399"/>
                  </a:lnTo>
                  <a:lnTo>
                    <a:pt x="1751982" y="2662399"/>
                  </a:lnTo>
                  <a:lnTo>
                    <a:pt x="1752099" y="2662399"/>
                  </a:lnTo>
                  <a:lnTo>
                    <a:pt x="1752217" y="2662399"/>
                  </a:lnTo>
                  <a:lnTo>
                    <a:pt x="1752334" y="2662399"/>
                  </a:lnTo>
                  <a:lnTo>
                    <a:pt x="1752452" y="2662399"/>
                  </a:lnTo>
                  <a:lnTo>
                    <a:pt x="1752570" y="2662399"/>
                  </a:lnTo>
                  <a:lnTo>
                    <a:pt x="1752687" y="2662399"/>
                  </a:lnTo>
                  <a:lnTo>
                    <a:pt x="1752805" y="2662399"/>
                  </a:lnTo>
                  <a:lnTo>
                    <a:pt x="1752805" y="2661969"/>
                  </a:lnTo>
                  <a:lnTo>
                    <a:pt x="1752923" y="2661969"/>
                  </a:lnTo>
                  <a:lnTo>
                    <a:pt x="1753040" y="2661969"/>
                  </a:lnTo>
                  <a:lnTo>
                    <a:pt x="1753158" y="2661969"/>
                  </a:lnTo>
                  <a:lnTo>
                    <a:pt x="1753275" y="2661969"/>
                  </a:lnTo>
                  <a:lnTo>
                    <a:pt x="1753275" y="2661538"/>
                  </a:lnTo>
                  <a:lnTo>
                    <a:pt x="1753275" y="2661108"/>
                  </a:lnTo>
                  <a:lnTo>
                    <a:pt x="1753393" y="2661108"/>
                  </a:lnTo>
                  <a:lnTo>
                    <a:pt x="1753511" y="2661108"/>
                  </a:lnTo>
                  <a:lnTo>
                    <a:pt x="1753628" y="2661108"/>
                  </a:lnTo>
                  <a:lnTo>
                    <a:pt x="1753628" y="2660677"/>
                  </a:lnTo>
                  <a:lnTo>
                    <a:pt x="1753746" y="2660677"/>
                  </a:lnTo>
                  <a:lnTo>
                    <a:pt x="1753863" y="2660677"/>
                  </a:lnTo>
                  <a:lnTo>
                    <a:pt x="1753863" y="2660246"/>
                  </a:lnTo>
                  <a:lnTo>
                    <a:pt x="1753981" y="2660246"/>
                  </a:lnTo>
                  <a:lnTo>
                    <a:pt x="1754099" y="2660246"/>
                  </a:lnTo>
                  <a:lnTo>
                    <a:pt x="1754216" y="2660246"/>
                  </a:lnTo>
                  <a:lnTo>
                    <a:pt x="1754216" y="2659816"/>
                  </a:lnTo>
                  <a:lnTo>
                    <a:pt x="1754334" y="2659816"/>
                  </a:lnTo>
                  <a:lnTo>
                    <a:pt x="1754451" y="2659816"/>
                  </a:lnTo>
                  <a:lnTo>
                    <a:pt x="1754451" y="2659385"/>
                  </a:lnTo>
                  <a:lnTo>
                    <a:pt x="1754569" y="2659385"/>
                  </a:lnTo>
                  <a:lnTo>
                    <a:pt x="1754569" y="2658955"/>
                  </a:lnTo>
                  <a:lnTo>
                    <a:pt x="1754687" y="2658955"/>
                  </a:lnTo>
                  <a:lnTo>
                    <a:pt x="1754804" y="2658955"/>
                  </a:lnTo>
                  <a:lnTo>
                    <a:pt x="1754804" y="2658524"/>
                  </a:lnTo>
                  <a:lnTo>
                    <a:pt x="1754804" y="2658093"/>
                  </a:lnTo>
                  <a:lnTo>
                    <a:pt x="1754922" y="2658093"/>
                  </a:lnTo>
                  <a:lnTo>
                    <a:pt x="1755040" y="2658093"/>
                  </a:lnTo>
                  <a:lnTo>
                    <a:pt x="1755157" y="2658093"/>
                  </a:lnTo>
                  <a:lnTo>
                    <a:pt x="1755275" y="2658093"/>
                  </a:lnTo>
                  <a:lnTo>
                    <a:pt x="1755392" y="2658093"/>
                  </a:lnTo>
                  <a:lnTo>
                    <a:pt x="1755510" y="2658093"/>
                  </a:lnTo>
                  <a:lnTo>
                    <a:pt x="1755510" y="2657663"/>
                  </a:lnTo>
                  <a:lnTo>
                    <a:pt x="1755510" y="2657232"/>
                  </a:lnTo>
                  <a:lnTo>
                    <a:pt x="1755510" y="2656802"/>
                  </a:lnTo>
                  <a:lnTo>
                    <a:pt x="1755628" y="2656802"/>
                  </a:lnTo>
                  <a:lnTo>
                    <a:pt x="1755628" y="2656371"/>
                  </a:lnTo>
                  <a:lnTo>
                    <a:pt x="1755745" y="2656371"/>
                  </a:lnTo>
                  <a:lnTo>
                    <a:pt x="1755863" y="2656371"/>
                  </a:lnTo>
                  <a:lnTo>
                    <a:pt x="1755980" y="2656371"/>
                  </a:lnTo>
                  <a:lnTo>
                    <a:pt x="1756098" y="2656371"/>
                  </a:lnTo>
                  <a:lnTo>
                    <a:pt x="1756216" y="2656371"/>
                  </a:lnTo>
                  <a:lnTo>
                    <a:pt x="1756216" y="2655940"/>
                  </a:lnTo>
                  <a:lnTo>
                    <a:pt x="1756333" y="2655940"/>
                  </a:lnTo>
                  <a:lnTo>
                    <a:pt x="1756333" y="2655510"/>
                  </a:lnTo>
                  <a:lnTo>
                    <a:pt x="1756333" y="2655079"/>
                  </a:lnTo>
                  <a:lnTo>
                    <a:pt x="1756333" y="2654649"/>
                  </a:lnTo>
                  <a:lnTo>
                    <a:pt x="1756451" y="2654649"/>
                  </a:lnTo>
                  <a:lnTo>
                    <a:pt x="1756569" y="2654649"/>
                  </a:lnTo>
                  <a:lnTo>
                    <a:pt x="1756686" y="2654649"/>
                  </a:lnTo>
                  <a:lnTo>
                    <a:pt x="1756686" y="2654218"/>
                  </a:lnTo>
                  <a:lnTo>
                    <a:pt x="1756804" y="2654218"/>
                  </a:lnTo>
                  <a:lnTo>
                    <a:pt x="1756804" y="2653787"/>
                  </a:lnTo>
                  <a:lnTo>
                    <a:pt x="1756921" y="2653787"/>
                  </a:lnTo>
                  <a:lnTo>
                    <a:pt x="1757039" y="2653787"/>
                  </a:lnTo>
                  <a:lnTo>
                    <a:pt x="1757157" y="2653787"/>
                  </a:lnTo>
                  <a:lnTo>
                    <a:pt x="1757274" y="2653787"/>
                  </a:lnTo>
                  <a:lnTo>
                    <a:pt x="1757392" y="2653787"/>
                  </a:lnTo>
                  <a:lnTo>
                    <a:pt x="1757509" y="2653787"/>
                  </a:lnTo>
                  <a:lnTo>
                    <a:pt x="1757509" y="2653357"/>
                  </a:lnTo>
                  <a:lnTo>
                    <a:pt x="1757509" y="2652926"/>
                  </a:lnTo>
                  <a:lnTo>
                    <a:pt x="1757627" y="2652926"/>
                  </a:lnTo>
                  <a:lnTo>
                    <a:pt x="1757627" y="2652496"/>
                  </a:lnTo>
                  <a:lnTo>
                    <a:pt x="1757745" y="2652496"/>
                  </a:lnTo>
                  <a:lnTo>
                    <a:pt x="1757862" y="2652496"/>
                  </a:lnTo>
                  <a:lnTo>
                    <a:pt x="1757862" y="2652065"/>
                  </a:lnTo>
                  <a:lnTo>
                    <a:pt x="1757862" y="2651634"/>
                  </a:lnTo>
                  <a:lnTo>
                    <a:pt x="1757980" y="2651634"/>
                  </a:lnTo>
                  <a:lnTo>
                    <a:pt x="1758098" y="2651634"/>
                  </a:lnTo>
                  <a:lnTo>
                    <a:pt x="1758098" y="2651204"/>
                  </a:lnTo>
                  <a:lnTo>
                    <a:pt x="1758215" y="2651204"/>
                  </a:lnTo>
                  <a:lnTo>
                    <a:pt x="1758333" y="2651204"/>
                  </a:lnTo>
                  <a:lnTo>
                    <a:pt x="1758450" y="2651204"/>
                  </a:lnTo>
                  <a:lnTo>
                    <a:pt x="1758450" y="2650773"/>
                  </a:lnTo>
                  <a:lnTo>
                    <a:pt x="1758568" y="2650773"/>
                  </a:lnTo>
                  <a:lnTo>
                    <a:pt x="1758568" y="2650343"/>
                  </a:lnTo>
                  <a:lnTo>
                    <a:pt x="1758686" y="2650343"/>
                  </a:lnTo>
                  <a:lnTo>
                    <a:pt x="1758803" y="2650343"/>
                  </a:lnTo>
                  <a:lnTo>
                    <a:pt x="1758803" y="2649912"/>
                  </a:lnTo>
                  <a:lnTo>
                    <a:pt x="1758921" y="2649912"/>
                  </a:lnTo>
                  <a:lnTo>
                    <a:pt x="1759038" y="2649912"/>
                  </a:lnTo>
                  <a:lnTo>
                    <a:pt x="1759156" y="2649912"/>
                  </a:lnTo>
                  <a:lnTo>
                    <a:pt x="1759156" y="2649481"/>
                  </a:lnTo>
                  <a:lnTo>
                    <a:pt x="1759274" y="2649481"/>
                  </a:lnTo>
                  <a:lnTo>
                    <a:pt x="1759274" y="2649051"/>
                  </a:lnTo>
                  <a:lnTo>
                    <a:pt x="1759391" y="2649051"/>
                  </a:lnTo>
                  <a:lnTo>
                    <a:pt x="1759509" y="2649051"/>
                  </a:lnTo>
                  <a:lnTo>
                    <a:pt x="1759627" y="2649051"/>
                  </a:lnTo>
                  <a:lnTo>
                    <a:pt x="1759744" y="2649051"/>
                  </a:lnTo>
                  <a:lnTo>
                    <a:pt x="1759862" y="2649051"/>
                  </a:lnTo>
                  <a:lnTo>
                    <a:pt x="1759979" y="2649051"/>
                  </a:lnTo>
                  <a:lnTo>
                    <a:pt x="1760097" y="2649051"/>
                  </a:lnTo>
                  <a:lnTo>
                    <a:pt x="1760215" y="2649051"/>
                  </a:lnTo>
                  <a:lnTo>
                    <a:pt x="1760215" y="2648620"/>
                  </a:lnTo>
                  <a:lnTo>
                    <a:pt x="1760215" y="2648190"/>
                  </a:lnTo>
                  <a:lnTo>
                    <a:pt x="1760332" y="2648190"/>
                  </a:lnTo>
                  <a:lnTo>
                    <a:pt x="1760450" y="2648190"/>
                  </a:lnTo>
                  <a:lnTo>
                    <a:pt x="1760567" y="2648190"/>
                  </a:lnTo>
                  <a:lnTo>
                    <a:pt x="1760685" y="2648190"/>
                  </a:lnTo>
                  <a:lnTo>
                    <a:pt x="1760803" y="2648190"/>
                  </a:lnTo>
                  <a:lnTo>
                    <a:pt x="1760803" y="2647759"/>
                  </a:lnTo>
                  <a:lnTo>
                    <a:pt x="1760920" y="2647759"/>
                  </a:lnTo>
                  <a:lnTo>
                    <a:pt x="1761038" y="2647759"/>
                  </a:lnTo>
                  <a:lnTo>
                    <a:pt x="1761156" y="2647759"/>
                  </a:lnTo>
                  <a:lnTo>
                    <a:pt x="1761273" y="2647759"/>
                  </a:lnTo>
                  <a:lnTo>
                    <a:pt x="1761391" y="2647759"/>
                  </a:lnTo>
                  <a:lnTo>
                    <a:pt x="1761391" y="2647328"/>
                  </a:lnTo>
                  <a:lnTo>
                    <a:pt x="1761391" y="2646898"/>
                  </a:lnTo>
                  <a:lnTo>
                    <a:pt x="1761508" y="2646898"/>
                  </a:lnTo>
                  <a:lnTo>
                    <a:pt x="1761626" y="2646898"/>
                  </a:lnTo>
                  <a:lnTo>
                    <a:pt x="1761626" y="2646467"/>
                  </a:lnTo>
                  <a:lnTo>
                    <a:pt x="1761744" y="2646467"/>
                  </a:lnTo>
                  <a:lnTo>
                    <a:pt x="1761744" y="2646037"/>
                  </a:lnTo>
                  <a:lnTo>
                    <a:pt x="1761861" y="2646037"/>
                  </a:lnTo>
                  <a:lnTo>
                    <a:pt x="1761979" y="2646037"/>
                  </a:lnTo>
                  <a:lnTo>
                    <a:pt x="1762096" y="2646037"/>
                  </a:lnTo>
                  <a:lnTo>
                    <a:pt x="1762214" y="2646037"/>
                  </a:lnTo>
                  <a:lnTo>
                    <a:pt x="1762332" y="2646037"/>
                  </a:lnTo>
                  <a:lnTo>
                    <a:pt x="1762449" y="2646037"/>
                  </a:lnTo>
                  <a:lnTo>
                    <a:pt x="1762567" y="2646037"/>
                  </a:lnTo>
                  <a:lnTo>
                    <a:pt x="1762684" y="2646037"/>
                  </a:lnTo>
                  <a:lnTo>
                    <a:pt x="1762802" y="2646037"/>
                  </a:lnTo>
                  <a:lnTo>
                    <a:pt x="1762920" y="2646037"/>
                  </a:lnTo>
                  <a:lnTo>
                    <a:pt x="1763037" y="2646037"/>
                  </a:lnTo>
                  <a:lnTo>
                    <a:pt x="1763155" y="2646037"/>
                  </a:lnTo>
                  <a:lnTo>
                    <a:pt x="1763273" y="2646037"/>
                  </a:lnTo>
                  <a:lnTo>
                    <a:pt x="1763273" y="2645606"/>
                  </a:lnTo>
                  <a:lnTo>
                    <a:pt x="1763390" y="2645606"/>
                  </a:lnTo>
                  <a:lnTo>
                    <a:pt x="1763508" y="2645606"/>
                  </a:lnTo>
                  <a:lnTo>
                    <a:pt x="1763625" y="2645606"/>
                  </a:lnTo>
                  <a:lnTo>
                    <a:pt x="1763743" y="2645606"/>
                  </a:lnTo>
                  <a:lnTo>
                    <a:pt x="1763861" y="2645606"/>
                  </a:lnTo>
                  <a:lnTo>
                    <a:pt x="1763978" y="2645606"/>
                  </a:lnTo>
                  <a:lnTo>
                    <a:pt x="1764096" y="2645606"/>
                  </a:lnTo>
                  <a:lnTo>
                    <a:pt x="1764213" y="2645606"/>
                  </a:lnTo>
                  <a:lnTo>
                    <a:pt x="1764331" y="2645606"/>
                  </a:lnTo>
                  <a:lnTo>
                    <a:pt x="1764331" y="2645175"/>
                  </a:lnTo>
                  <a:lnTo>
                    <a:pt x="1764449" y="2645175"/>
                  </a:lnTo>
                  <a:lnTo>
                    <a:pt x="1764566" y="2645175"/>
                  </a:lnTo>
                  <a:lnTo>
                    <a:pt x="1764684" y="2645175"/>
                  </a:lnTo>
                  <a:lnTo>
                    <a:pt x="1764802" y="2645175"/>
                  </a:lnTo>
                  <a:lnTo>
                    <a:pt x="1764919" y="2645175"/>
                  </a:lnTo>
                  <a:lnTo>
                    <a:pt x="1765037" y="2645175"/>
                  </a:lnTo>
                  <a:lnTo>
                    <a:pt x="1765037" y="2644745"/>
                  </a:lnTo>
                  <a:lnTo>
                    <a:pt x="1765037" y="2644314"/>
                  </a:lnTo>
                  <a:lnTo>
                    <a:pt x="1765154" y="2644314"/>
                  </a:lnTo>
                  <a:lnTo>
                    <a:pt x="1765154" y="2643884"/>
                  </a:lnTo>
                  <a:lnTo>
                    <a:pt x="1765272" y="2643884"/>
                  </a:lnTo>
                  <a:lnTo>
                    <a:pt x="1765390" y="2643884"/>
                  </a:lnTo>
                  <a:lnTo>
                    <a:pt x="1765390" y="2643453"/>
                  </a:lnTo>
                  <a:lnTo>
                    <a:pt x="1765507" y="2643453"/>
                  </a:lnTo>
                  <a:lnTo>
                    <a:pt x="1765625" y="2643453"/>
                  </a:lnTo>
                  <a:lnTo>
                    <a:pt x="1765742" y="2643453"/>
                  </a:lnTo>
                  <a:lnTo>
                    <a:pt x="1765742" y="2643022"/>
                  </a:lnTo>
                  <a:lnTo>
                    <a:pt x="1765860" y="2643022"/>
                  </a:lnTo>
                  <a:lnTo>
                    <a:pt x="1765978" y="2643022"/>
                  </a:lnTo>
                  <a:lnTo>
                    <a:pt x="1765978" y="2642592"/>
                  </a:lnTo>
                  <a:lnTo>
                    <a:pt x="1766095" y="2642592"/>
                  </a:lnTo>
                  <a:lnTo>
                    <a:pt x="1766095" y="2642161"/>
                  </a:lnTo>
                  <a:lnTo>
                    <a:pt x="1766213" y="2642161"/>
                  </a:lnTo>
                  <a:lnTo>
                    <a:pt x="1766331" y="2642161"/>
                  </a:lnTo>
                  <a:lnTo>
                    <a:pt x="1766448" y="2642161"/>
                  </a:lnTo>
                  <a:lnTo>
                    <a:pt x="1766566" y="2642161"/>
                  </a:lnTo>
                  <a:lnTo>
                    <a:pt x="1766683" y="2642161"/>
                  </a:lnTo>
                  <a:lnTo>
                    <a:pt x="1766801" y="2642161"/>
                  </a:lnTo>
                  <a:lnTo>
                    <a:pt x="1766919" y="2642161"/>
                  </a:lnTo>
                  <a:lnTo>
                    <a:pt x="1767036" y="2642161"/>
                  </a:lnTo>
                  <a:lnTo>
                    <a:pt x="1767154" y="2642161"/>
                  </a:lnTo>
                  <a:lnTo>
                    <a:pt x="1767154" y="2641731"/>
                  </a:lnTo>
                  <a:lnTo>
                    <a:pt x="1767271" y="2641731"/>
                  </a:lnTo>
                  <a:lnTo>
                    <a:pt x="1767389" y="2641731"/>
                  </a:lnTo>
                  <a:lnTo>
                    <a:pt x="1767507" y="2641731"/>
                  </a:lnTo>
                  <a:lnTo>
                    <a:pt x="1767624" y="2641731"/>
                  </a:lnTo>
                  <a:lnTo>
                    <a:pt x="1767742" y="2641731"/>
                  </a:lnTo>
                  <a:lnTo>
                    <a:pt x="1767742" y="2641300"/>
                  </a:lnTo>
                  <a:lnTo>
                    <a:pt x="1767742" y="2640869"/>
                  </a:lnTo>
                  <a:lnTo>
                    <a:pt x="1767860" y="2640869"/>
                  </a:lnTo>
                  <a:lnTo>
                    <a:pt x="1767977" y="2640869"/>
                  </a:lnTo>
                  <a:lnTo>
                    <a:pt x="1767977" y="2640439"/>
                  </a:lnTo>
                  <a:lnTo>
                    <a:pt x="1767977" y="2640008"/>
                  </a:lnTo>
                  <a:lnTo>
                    <a:pt x="1767977" y="2639578"/>
                  </a:lnTo>
                  <a:lnTo>
                    <a:pt x="1767977" y="2639147"/>
                  </a:lnTo>
                  <a:lnTo>
                    <a:pt x="1767977" y="2638716"/>
                  </a:lnTo>
                  <a:lnTo>
                    <a:pt x="1768095" y="2638716"/>
                  </a:lnTo>
                  <a:lnTo>
                    <a:pt x="1768212" y="2638716"/>
                  </a:lnTo>
                  <a:lnTo>
                    <a:pt x="1768330" y="2638716"/>
                  </a:lnTo>
                  <a:lnTo>
                    <a:pt x="1768448" y="2638716"/>
                  </a:lnTo>
                  <a:lnTo>
                    <a:pt x="1768448" y="2638286"/>
                  </a:lnTo>
                  <a:lnTo>
                    <a:pt x="1768565" y="2638286"/>
                  </a:lnTo>
                  <a:lnTo>
                    <a:pt x="1768683" y="2638286"/>
                  </a:lnTo>
                  <a:lnTo>
                    <a:pt x="1768683" y="2637855"/>
                  </a:lnTo>
                  <a:lnTo>
                    <a:pt x="1768800" y="2637855"/>
                  </a:lnTo>
                  <a:lnTo>
                    <a:pt x="1768918" y="2637855"/>
                  </a:lnTo>
                  <a:lnTo>
                    <a:pt x="1769036" y="2637855"/>
                  </a:lnTo>
                  <a:lnTo>
                    <a:pt x="1769153" y="2637855"/>
                  </a:lnTo>
                  <a:lnTo>
                    <a:pt x="1769271" y="2637855"/>
                  </a:lnTo>
                  <a:lnTo>
                    <a:pt x="1769389" y="2637855"/>
                  </a:lnTo>
                  <a:lnTo>
                    <a:pt x="1769389" y="2637425"/>
                  </a:lnTo>
                  <a:lnTo>
                    <a:pt x="1769506" y="2637425"/>
                  </a:lnTo>
                  <a:lnTo>
                    <a:pt x="1769624" y="2637425"/>
                  </a:lnTo>
                  <a:lnTo>
                    <a:pt x="1769741" y="2637425"/>
                  </a:lnTo>
                  <a:lnTo>
                    <a:pt x="1769859" y="2637425"/>
                  </a:lnTo>
                  <a:lnTo>
                    <a:pt x="1769977" y="2637425"/>
                  </a:lnTo>
                  <a:lnTo>
                    <a:pt x="1769977" y="2636994"/>
                  </a:lnTo>
                  <a:lnTo>
                    <a:pt x="1770094" y="2636994"/>
                  </a:lnTo>
                  <a:lnTo>
                    <a:pt x="1770094" y="2636563"/>
                  </a:lnTo>
                  <a:lnTo>
                    <a:pt x="1770212" y="2636563"/>
                  </a:lnTo>
                  <a:lnTo>
                    <a:pt x="1770329" y="2636563"/>
                  </a:lnTo>
                  <a:lnTo>
                    <a:pt x="1770447" y="2636563"/>
                  </a:lnTo>
                  <a:lnTo>
                    <a:pt x="1770447" y="2636133"/>
                  </a:lnTo>
                  <a:lnTo>
                    <a:pt x="1770447" y="2635702"/>
                  </a:lnTo>
                  <a:lnTo>
                    <a:pt x="1770565" y="2635702"/>
                  </a:lnTo>
                  <a:lnTo>
                    <a:pt x="1770565" y="2635272"/>
                  </a:lnTo>
                  <a:lnTo>
                    <a:pt x="1770565" y="2634841"/>
                  </a:lnTo>
                  <a:lnTo>
                    <a:pt x="1770565" y="2634410"/>
                  </a:lnTo>
                  <a:lnTo>
                    <a:pt x="1770565" y="2633980"/>
                  </a:lnTo>
                  <a:lnTo>
                    <a:pt x="1770565" y="2633549"/>
                  </a:lnTo>
                  <a:lnTo>
                    <a:pt x="1770682" y="2633549"/>
                  </a:lnTo>
                  <a:lnTo>
                    <a:pt x="1770800" y="2633549"/>
                  </a:lnTo>
                  <a:lnTo>
                    <a:pt x="1770917" y="2633549"/>
                  </a:lnTo>
                  <a:lnTo>
                    <a:pt x="1771035" y="2633549"/>
                  </a:lnTo>
                  <a:lnTo>
                    <a:pt x="1771153" y="2633549"/>
                  </a:lnTo>
                  <a:lnTo>
                    <a:pt x="1771153" y="2633119"/>
                  </a:lnTo>
                  <a:lnTo>
                    <a:pt x="1771270" y="2633119"/>
                  </a:lnTo>
                  <a:lnTo>
                    <a:pt x="1771270" y="2632688"/>
                  </a:lnTo>
                  <a:lnTo>
                    <a:pt x="1771388" y="2632688"/>
                  </a:lnTo>
                  <a:lnTo>
                    <a:pt x="1771388" y="2632257"/>
                  </a:lnTo>
                  <a:lnTo>
                    <a:pt x="1771388" y="2631827"/>
                  </a:lnTo>
                  <a:lnTo>
                    <a:pt x="1771506" y="2631827"/>
                  </a:lnTo>
                  <a:lnTo>
                    <a:pt x="1771623" y="2631827"/>
                  </a:lnTo>
                  <a:lnTo>
                    <a:pt x="1771623" y="2631396"/>
                  </a:lnTo>
                  <a:lnTo>
                    <a:pt x="1771741" y="2631396"/>
                  </a:lnTo>
                  <a:lnTo>
                    <a:pt x="1771858" y="2631396"/>
                  </a:lnTo>
                  <a:lnTo>
                    <a:pt x="1771976" y="2631396"/>
                  </a:lnTo>
                  <a:lnTo>
                    <a:pt x="1772094" y="2631396"/>
                  </a:lnTo>
                  <a:lnTo>
                    <a:pt x="1772211" y="2631396"/>
                  </a:lnTo>
                  <a:lnTo>
                    <a:pt x="1772211" y="2630966"/>
                  </a:lnTo>
                  <a:lnTo>
                    <a:pt x="1772329" y="2630966"/>
                  </a:lnTo>
                  <a:lnTo>
                    <a:pt x="1772446" y="2630966"/>
                  </a:lnTo>
                  <a:lnTo>
                    <a:pt x="1772564" y="2630966"/>
                  </a:lnTo>
                  <a:lnTo>
                    <a:pt x="1772564" y="2630535"/>
                  </a:lnTo>
                  <a:lnTo>
                    <a:pt x="1772564" y="2630104"/>
                  </a:lnTo>
                  <a:lnTo>
                    <a:pt x="1772682" y="2630104"/>
                  </a:lnTo>
                  <a:lnTo>
                    <a:pt x="1772799" y="2630104"/>
                  </a:lnTo>
                  <a:lnTo>
                    <a:pt x="1772917" y="2630104"/>
                  </a:lnTo>
                  <a:lnTo>
                    <a:pt x="1772917" y="2629674"/>
                  </a:lnTo>
                  <a:lnTo>
                    <a:pt x="1772917" y="2629243"/>
                  </a:lnTo>
                  <a:lnTo>
                    <a:pt x="1773035" y="2629243"/>
                  </a:lnTo>
                  <a:lnTo>
                    <a:pt x="1773152" y="2629243"/>
                  </a:lnTo>
                  <a:lnTo>
                    <a:pt x="1773270" y="2629243"/>
                  </a:lnTo>
                  <a:lnTo>
                    <a:pt x="1773387" y="2629243"/>
                  </a:lnTo>
                  <a:lnTo>
                    <a:pt x="1773505" y="2629243"/>
                  </a:lnTo>
                  <a:lnTo>
                    <a:pt x="1773623" y="2629243"/>
                  </a:lnTo>
                  <a:lnTo>
                    <a:pt x="1773740" y="2629243"/>
                  </a:lnTo>
                  <a:lnTo>
                    <a:pt x="1773740" y="2628813"/>
                  </a:lnTo>
                  <a:lnTo>
                    <a:pt x="1773858" y="2628813"/>
                  </a:lnTo>
                  <a:lnTo>
                    <a:pt x="1773975" y="2628813"/>
                  </a:lnTo>
                  <a:lnTo>
                    <a:pt x="1774093" y="2628813"/>
                  </a:lnTo>
                  <a:lnTo>
                    <a:pt x="1774211" y="2628813"/>
                  </a:lnTo>
                  <a:lnTo>
                    <a:pt x="1774328" y="2628813"/>
                  </a:lnTo>
                  <a:lnTo>
                    <a:pt x="1774446" y="2628813"/>
                  </a:lnTo>
                  <a:lnTo>
                    <a:pt x="1774446" y="2628382"/>
                  </a:lnTo>
                  <a:lnTo>
                    <a:pt x="1774564" y="2628382"/>
                  </a:lnTo>
                  <a:lnTo>
                    <a:pt x="1774681" y="2628382"/>
                  </a:lnTo>
                  <a:lnTo>
                    <a:pt x="1774799" y="2628382"/>
                  </a:lnTo>
                  <a:lnTo>
                    <a:pt x="1774799" y="2627951"/>
                  </a:lnTo>
                  <a:lnTo>
                    <a:pt x="1774916" y="2627951"/>
                  </a:lnTo>
                  <a:lnTo>
                    <a:pt x="1774916" y="2627521"/>
                  </a:lnTo>
                  <a:lnTo>
                    <a:pt x="1775034" y="2627521"/>
                  </a:lnTo>
                  <a:lnTo>
                    <a:pt x="1775152" y="2627521"/>
                  </a:lnTo>
                  <a:lnTo>
                    <a:pt x="1775269" y="2627521"/>
                  </a:lnTo>
                  <a:lnTo>
                    <a:pt x="1775387" y="2627521"/>
                  </a:lnTo>
                  <a:lnTo>
                    <a:pt x="1775504" y="2627521"/>
                  </a:lnTo>
                  <a:lnTo>
                    <a:pt x="1775622" y="2627521"/>
                  </a:lnTo>
                  <a:lnTo>
                    <a:pt x="1775740" y="2627521"/>
                  </a:lnTo>
                  <a:lnTo>
                    <a:pt x="1775857" y="2627521"/>
                  </a:lnTo>
                  <a:lnTo>
                    <a:pt x="1775975" y="2627521"/>
                  </a:lnTo>
                  <a:lnTo>
                    <a:pt x="1776093" y="2627521"/>
                  </a:lnTo>
                  <a:lnTo>
                    <a:pt x="1776210" y="2627521"/>
                  </a:lnTo>
                  <a:lnTo>
                    <a:pt x="1776328" y="2627521"/>
                  </a:lnTo>
                  <a:lnTo>
                    <a:pt x="1776445" y="2627521"/>
                  </a:lnTo>
                  <a:lnTo>
                    <a:pt x="1776445" y="2627090"/>
                  </a:lnTo>
                  <a:lnTo>
                    <a:pt x="1776563" y="2627090"/>
                  </a:lnTo>
                  <a:lnTo>
                    <a:pt x="1776681" y="2627090"/>
                  </a:lnTo>
                  <a:lnTo>
                    <a:pt x="1776798" y="2627090"/>
                  </a:lnTo>
                  <a:lnTo>
                    <a:pt x="1776916" y="2627090"/>
                  </a:lnTo>
                  <a:lnTo>
                    <a:pt x="1777033" y="2627090"/>
                  </a:lnTo>
                  <a:lnTo>
                    <a:pt x="1777151" y="2627090"/>
                  </a:lnTo>
                  <a:lnTo>
                    <a:pt x="1777269" y="2627090"/>
                  </a:lnTo>
                  <a:lnTo>
                    <a:pt x="1777269" y="2626660"/>
                  </a:lnTo>
                  <a:lnTo>
                    <a:pt x="1777269" y="2626229"/>
                  </a:lnTo>
                  <a:lnTo>
                    <a:pt x="1777386" y="2626229"/>
                  </a:lnTo>
                  <a:lnTo>
                    <a:pt x="1777504" y="2626229"/>
                  </a:lnTo>
                  <a:lnTo>
                    <a:pt x="1777504" y="2625798"/>
                  </a:lnTo>
                  <a:lnTo>
                    <a:pt x="1777621" y="2625798"/>
                  </a:lnTo>
                  <a:lnTo>
                    <a:pt x="1777739" y="2625798"/>
                  </a:lnTo>
                  <a:lnTo>
                    <a:pt x="1777739" y="2625368"/>
                  </a:lnTo>
                  <a:lnTo>
                    <a:pt x="1777857" y="2625368"/>
                  </a:lnTo>
                  <a:lnTo>
                    <a:pt x="1777857" y="2624937"/>
                  </a:lnTo>
                  <a:lnTo>
                    <a:pt x="1777857" y="2624507"/>
                  </a:lnTo>
                  <a:lnTo>
                    <a:pt x="1777974" y="2624507"/>
                  </a:lnTo>
                  <a:lnTo>
                    <a:pt x="1778092" y="2624507"/>
                  </a:lnTo>
                  <a:lnTo>
                    <a:pt x="1778210" y="2624507"/>
                  </a:lnTo>
                  <a:lnTo>
                    <a:pt x="1778327" y="2624507"/>
                  </a:lnTo>
                  <a:lnTo>
                    <a:pt x="1778327" y="2624076"/>
                  </a:lnTo>
                  <a:lnTo>
                    <a:pt x="1778327" y="2623645"/>
                  </a:lnTo>
                  <a:lnTo>
                    <a:pt x="1778445" y="2623645"/>
                  </a:lnTo>
                  <a:lnTo>
                    <a:pt x="1778445" y="2623215"/>
                  </a:lnTo>
                  <a:lnTo>
                    <a:pt x="1778562" y="2623215"/>
                  </a:lnTo>
                  <a:lnTo>
                    <a:pt x="1778680" y="2623215"/>
                  </a:lnTo>
                  <a:lnTo>
                    <a:pt x="1778680" y="2622784"/>
                  </a:lnTo>
                  <a:lnTo>
                    <a:pt x="1778798" y="2622784"/>
                  </a:lnTo>
                  <a:lnTo>
                    <a:pt x="1778798" y="2622354"/>
                  </a:lnTo>
                  <a:lnTo>
                    <a:pt x="1778915" y="2622354"/>
                  </a:lnTo>
                  <a:lnTo>
                    <a:pt x="1779033" y="2622354"/>
                  </a:lnTo>
                  <a:lnTo>
                    <a:pt x="1779150" y="2622354"/>
                  </a:lnTo>
                  <a:lnTo>
                    <a:pt x="1779268" y="2622354"/>
                  </a:lnTo>
                  <a:lnTo>
                    <a:pt x="1779386" y="2622354"/>
                  </a:lnTo>
                  <a:lnTo>
                    <a:pt x="1779503" y="2622354"/>
                  </a:lnTo>
                  <a:lnTo>
                    <a:pt x="1779503" y="2621923"/>
                  </a:lnTo>
                  <a:lnTo>
                    <a:pt x="1779621" y="2621923"/>
                  </a:lnTo>
                  <a:lnTo>
                    <a:pt x="1779739" y="2621923"/>
                  </a:lnTo>
                  <a:lnTo>
                    <a:pt x="1779856" y="2621923"/>
                  </a:lnTo>
                  <a:lnTo>
                    <a:pt x="1779974" y="2621923"/>
                  </a:lnTo>
                  <a:lnTo>
                    <a:pt x="1780091" y="2621923"/>
                  </a:lnTo>
                  <a:lnTo>
                    <a:pt x="1780091" y="2621492"/>
                  </a:lnTo>
                  <a:lnTo>
                    <a:pt x="1780091" y="2621062"/>
                  </a:lnTo>
                  <a:lnTo>
                    <a:pt x="1780209" y="2621062"/>
                  </a:lnTo>
                  <a:lnTo>
                    <a:pt x="1780327" y="2621062"/>
                  </a:lnTo>
                  <a:lnTo>
                    <a:pt x="1780444" y="2621062"/>
                  </a:lnTo>
                  <a:lnTo>
                    <a:pt x="1780562" y="2621062"/>
                  </a:lnTo>
                  <a:lnTo>
                    <a:pt x="1780562" y="2620631"/>
                  </a:lnTo>
                  <a:lnTo>
                    <a:pt x="1780562" y="2620201"/>
                  </a:lnTo>
                  <a:lnTo>
                    <a:pt x="1780562" y="2619770"/>
                  </a:lnTo>
                  <a:lnTo>
                    <a:pt x="1780679" y="2619770"/>
                  </a:lnTo>
                  <a:lnTo>
                    <a:pt x="1780797" y="2619770"/>
                  </a:lnTo>
                  <a:lnTo>
                    <a:pt x="1780915" y="2619770"/>
                  </a:lnTo>
                  <a:lnTo>
                    <a:pt x="1781032" y="2619770"/>
                  </a:lnTo>
                  <a:lnTo>
                    <a:pt x="1781150" y="2619770"/>
                  </a:lnTo>
                  <a:lnTo>
                    <a:pt x="1781268" y="2619770"/>
                  </a:lnTo>
                  <a:lnTo>
                    <a:pt x="1781385" y="2619770"/>
                  </a:lnTo>
                  <a:lnTo>
                    <a:pt x="1781503" y="2619770"/>
                  </a:lnTo>
                  <a:lnTo>
                    <a:pt x="1781620" y="2619770"/>
                  </a:lnTo>
                  <a:lnTo>
                    <a:pt x="1781620" y="2619339"/>
                  </a:lnTo>
                  <a:lnTo>
                    <a:pt x="1781738" y="2619339"/>
                  </a:lnTo>
                  <a:lnTo>
                    <a:pt x="1781856" y="2619339"/>
                  </a:lnTo>
                  <a:lnTo>
                    <a:pt x="1781973" y="2619339"/>
                  </a:lnTo>
                  <a:lnTo>
                    <a:pt x="1782091" y="2619339"/>
                  </a:lnTo>
                  <a:lnTo>
                    <a:pt x="1782091" y="2618909"/>
                  </a:lnTo>
                  <a:lnTo>
                    <a:pt x="1782208" y="2618909"/>
                  </a:lnTo>
                  <a:lnTo>
                    <a:pt x="1782326" y="2618909"/>
                  </a:lnTo>
                  <a:lnTo>
                    <a:pt x="1782326" y="2618478"/>
                  </a:lnTo>
                  <a:lnTo>
                    <a:pt x="1782444" y="2618478"/>
                  </a:lnTo>
                  <a:lnTo>
                    <a:pt x="1782561" y="2618478"/>
                  </a:lnTo>
                  <a:lnTo>
                    <a:pt x="1782679" y="2618478"/>
                  </a:lnTo>
                  <a:lnTo>
                    <a:pt x="1782797" y="2618478"/>
                  </a:lnTo>
                  <a:lnTo>
                    <a:pt x="1782797" y="2618048"/>
                  </a:lnTo>
                  <a:lnTo>
                    <a:pt x="1782797" y="2617617"/>
                  </a:lnTo>
                  <a:lnTo>
                    <a:pt x="1782797" y="2617186"/>
                  </a:lnTo>
                  <a:lnTo>
                    <a:pt x="1782914" y="2617186"/>
                  </a:lnTo>
                  <a:lnTo>
                    <a:pt x="1783032" y="2617186"/>
                  </a:lnTo>
                  <a:lnTo>
                    <a:pt x="1783149" y="2617186"/>
                  </a:lnTo>
                  <a:lnTo>
                    <a:pt x="1783267" y="2617186"/>
                  </a:lnTo>
                  <a:lnTo>
                    <a:pt x="1783385" y="2617186"/>
                  </a:lnTo>
                  <a:lnTo>
                    <a:pt x="1783502" y="2617186"/>
                  </a:lnTo>
                  <a:lnTo>
                    <a:pt x="1783620" y="2617186"/>
                  </a:lnTo>
                  <a:lnTo>
                    <a:pt x="1783737" y="2617186"/>
                  </a:lnTo>
                  <a:lnTo>
                    <a:pt x="1783737" y="2616756"/>
                  </a:lnTo>
                  <a:lnTo>
                    <a:pt x="1783855" y="2616756"/>
                  </a:lnTo>
                  <a:lnTo>
                    <a:pt x="1783973" y="2616756"/>
                  </a:lnTo>
                  <a:lnTo>
                    <a:pt x="1784090" y="2616756"/>
                  </a:lnTo>
                  <a:lnTo>
                    <a:pt x="1784090" y="2616325"/>
                  </a:lnTo>
                  <a:lnTo>
                    <a:pt x="1784208" y="2616325"/>
                  </a:lnTo>
                  <a:lnTo>
                    <a:pt x="1784208" y="2615895"/>
                  </a:lnTo>
                  <a:lnTo>
                    <a:pt x="1784326" y="2615895"/>
                  </a:lnTo>
                  <a:lnTo>
                    <a:pt x="1784443" y="2615895"/>
                  </a:lnTo>
                  <a:lnTo>
                    <a:pt x="1784443" y="2615464"/>
                  </a:lnTo>
                  <a:lnTo>
                    <a:pt x="1784561" y="2615464"/>
                  </a:lnTo>
                  <a:lnTo>
                    <a:pt x="1784561" y="2615033"/>
                  </a:lnTo>
                  <a:lnTo>
                    <a:pt x="1784678" y="2615033"/>
                  </a:lnTo>
                  <a:lnTo>
                    <a:pt x="1784796" y="2615033"/>
                  </a:lnTo>
                  <a:lnTo>
                    <a:pt x="1784914" y="2615033"/>
                  </a:lnTo>
                  <a:lnTo>
                    <a:pt x="1784914" y="2614603"/>
                  </a:lnTo>
                  <a:lnTo>
                    <a:pt x="1785031" y="2614603"/>
                  </a:lnTo>
                  <a:lnTo>
                    <a:pt x="1785149" y="2614603"/>
                  </a:lnTo>
                  <a:lnTo>
                    <a:pt x="1785266" y="2614603"/>
                  </a:lnTo>
                  <a:lnTo>
                    <a:pt x="1785266" y="2614172"/>
                  </a:lnTo>
                  <a:lnTo>
                    <a:pt x="1785384" y="2614172"/>
                  </a:lnTo>
                  <a:lnTo>
                    <a:pt x="1785502" y="2614172"/>
                  </a:lnTo>
                  <a:lnTo>
                    <a:pt x="1785619" y="2614172"/>
                  </a:lnTo>
                  <a:lnTo>
                    <a:pt x="1785619" y="2613742"/>
                  </a:lnTo>
                  <a:lnTo>
                    <a:pt x="1785737" y="2613742"/>
                  </a:lnTo>
                  <a:lnTo>
                    <a:pt x="1785854" y="2613742"/>
                  </a:lnTo>
                  <a:lnTo>
                    <a:pt x="1785972" y="2613742"/>
                  </a:lnTo>
                  <a:lnTo>
                    <a:pt x="1786090" y="2613742"/>
                  </a:lnTo>
                  <a:lnTo>
                    <a:pt x="1786207" y="2613742"/>
                  </a:lnTo>
                  <a:lnTo>
                    <a:pt x="1786325" y="2613742"/>
                  </a:lnTo>
                  <a:lnTo>
                    <a:pt x="1786325" y="2613311"/>
                  </a:lnTo>
                  <a:lnTo>
                    <a:pt x="1786325" y="2612880"/>
                  </a:lnTo>
                  <a:lnTo>
                    <a:pt x="1786443" y="2612880"/>
                  </a:lnTo>
                  <a:lnTo>
                    <a:pt x="1786560" y="2612880"/>
                  </a:lnTo>
                  <a:lnTo>
                    <a:pt x="1786678" y="2612880"/>
                  </a:lnTo>
                  <a:lnTo>
                    <a:pt x="1786678" y="2612450"/>
                  </a:lnTo>
                  <a:lnTo>
                    <a:pt x="1786795" y="2612450"/>
                  </a:lnTo>
                  <a:lnTo>
                    <a:pt x="1786913" y="2612450"/>
                  </a:lnTo>
                  <a:lnTo>
                    <a:pt x="1787031" y="2612450"/>
                  </a:lnTo>
                  <a:lnTo>
                    <a:pt x="1787148" y="2612450"/>
                  </a:lnTo>
                  <a:lnTo>
                    <a:pt x="1787148" y="2612019"/>
                  </a:lnTo>
                  <a:lnTo>
                    <a:pt x="1787266" y="2612019"/>
                  </a:lnTo>
                  <a:lnTo>
                    <a:pt x="1787266" y="2611589"/>
                  </a:lnTo>
                  <a:lnTo>
                    <a:pt x="1787383" y="2611589"/>
                  </a:lnTo>
                  <a:lnTo>
                    <a:pt x="1787501" y="2611589"/>
                  </a:lnTo>
                  <a:lnTo>
                    <a:pt x="1787619" y="2611589"/>
                  </a:lnTo>
                  <a:lnTo>
                    <a:pt x="1787736" y="2611589"/>
                  </a:lnTo>
                  <a:lnTo>
                    <a:pt x="1787854" y="2611589"/>
                  </a:lnTo>
                  <a:lnTo>
                    <a:pt x="1787972" y="2611589"/>
                  </a:lnTo>
                  <a:lnTo>
                    <a:pt x="1787972" y="2611158"/>
                  </a:lnTo>
                  <a:lnTo>
                    <a:pt x="1787972" y="2610727"/>
                  </a:lnTo>
                  <a:lnTo>
                    <a:pt x="1787972" y="2610297"/>
                  </a:lnTo>
                  <a:lnTo>
                    <a:pt x="1788089" y="2610297"/>
                  </a:lnTo>
                  <a:lnTo>
                    <a:pt x="1788089" y="2609866"/>
                  </a:lnTo>
                  <a:lnTo>
                    <a:pt x="1788207" y="2609866"/>
                  </a:lnTo>
                  <a:lnTo>
                    <a:pt x="1788324" y="2609866"/>
                  </a:lnTo>
                  <a:lnTo>
                    <a:pt x="1788442" y="2609866"/>
                  </a:lnTo>
                  <a:lnTo>
                    <a:pt x="1788560" y="2609866"/>
                  </a:lnTo>
                  <a:lnTo>
                    <a:pt x="1788560" y="2609436"/>
                  </a:lnTo>
                  <a:lnTo>
                    <a:pt x="1788560" y="2609005"/>
                  </a:lnTo>
                  <a:lnTo>
                    <a:pt x="1788677" y="2609005"/>
                  </a:lnTo>
                  <a:lnTo>
                    <a:pt x="1788795" y="2609005"/>
                  </a:lnTo>
                  <a:lnTo>
                    <a:pt x="1788912" y="2609005"/>
                  </a:lnTo>
                  <a:lnTo>
                    <a:pt x="1788912" y="2608574"/>
                  </a:lnTo>
                  <a:lnTo>
                    <a:pt x="1788912" y="2608144"/>
                  </a:lnTo>
                  <a:lnTo>
                    <a:pt x="1789030" y="2608144"/>
                  </a:lnTo>
                  <a:lnTo>
                    <a:pt x="1789148" y="2608144"/>
                  </a:lnTo>
                  <a:lnTo>
                    <a:pt x="1789265" y="2608144"/>
                  </a:lnTo>
                  <a:lnTo>
                    <a:pt x="1789383" y="2608144"/>
                  </a:lnTo>
                  <a:lnTo>
                    <a:pt x="1789501" y="2608144"/>
                  </a:lnTo>
                  <a:lnTo>
                    <a:pt x="1789618" y="2608144"/>
                  </a:lnTo>
                  <a:lnTo>
                    <a:pt x="1789736" y="2608144"/>
                  </a:lnTo>
                  <a:lnTo>
                    <a:pt x="1789853" y="2608144"/>
                  </a:lnTo>
                  <a:lnTo>
                    <a:pt x="1789971" y="2608144"/>
                  </a:lnTo>
                  <a:lnTo>
                    <a:pt x="1790089" y="2608144"/>
                  </a:lnTo>
                  <a:lnTo>
                    <a:pt x="1790206" y="2608144"/>
                  </a:lnTo>
                  <a:lnTo>
                    <a:pt x="1790206" y="2607713"/>
                  </a:lnTo>
                  <a:lnTo>
                    <a:pt x="1790206" y="2607283"/>
                  </a:lnTo>
                  <a:lnTo>
                    <a:pt x="1790324" y="2607283"/>
                  </a:lnTo>
                  <a:lnTo>
                    <a:pt x="1790441" y="2607283"/>
                  </a:lnTo>
                  <a:lnTo>
                    <a:pt x="1790441" y="2606852"/>
                  </a:lnTo>
                  <a:lnTo>
                    <a:pt x="1790441" y="2606421"/>
                  </a:lnTo>
                  <a:lnTo>
                    <a:pt x="1790559" y="2606421"/>
                  </a:lnTo>
                  <a:lnTo>
                    <a:pt x="1790677" y="2606421"/>
                  </a:lnTo>
                  <a:lnTo>
                    <a:pt x="1790677" y="2605991"/>
                  </a:lnTo>
                  <a:lnTo>
                    <a:pt x="1790794" y="2605991"/>
                  </a:lnTo>
                  <a:lnTo>
                    <a:pt x="1790912" y="2605991"/>
                  </a:lnTo>
                  <a:lnTo>
                    <a:pt x="1790912" y="2605560"/>
                  </a:lnTo>
                  <a:lnTo>
                    <a:pt x="1791030" y="2605560"/>
                  </a:lnTo>
                  <a:lnTo>
                    <a:pt x="1791030" y="2605130"/>
                  </a:lnTo>
                  <a:lnTo>
                    <a:pt x="1791147" y="2605130"/>
                  </a:lnTo>
                  <a:lnTo>
                    <a:pt x="1791265" y="2605130"/>
                  </a:lnTo>
                  <a:lnTo>
                    <a:pt x="1791382" y="2605130"/>
                  </a:lnTo>
                  <a:lnTo>
                    <a:pt x="1791500" y="2605130"/>
                  </a:lnTo>
                  <a:lnTo>
                    <a:pt x="1791618" y="2605130"/>
                  </a:lnTo>
                  <a:lnTo>
                    <a:pt x="1791735" y="2605130"/>
                  </a:lnTo>
                  <a:lnTo>
                    <a:pt x="1791853" y="2605130"/>
                  </a:lnTo>
                  <a:lnTo>
                    <a:pt x="1791970" y="2605130"/>
                  </a:lnTo>
                  <a:lnTo>
                    <a:pt x="1792088" y="2605130"/>
                  </a:lnTo>
                  <a:lnTo>
                    <a:pt x="1792206" y="2605130"/>
                  </a:lnTo>
                  <a:lnTo>
                    <a:pt x="1792323" y="2605130"/>
                  </a:lnTo>
                  <a:lnTo>
                    <a:pt x="1792323" y="2604699"/>
                  </a:lnTo>
                  <a:lnTo>
                    <a:pt x="1792441" y="2604699"/>
                  </a:lnTo>
                  <a:lnTo>
                    <a:pt x="1792559" y="2604699"/>
                  </a:lnTo>
                  <a:lnTo>
                    <a:pt x="1792676" y="2604699"/>
                  </a:lnTo>
                  <a:lnTo>
                    <a:pt x="1792794" y="2604699"/>
                  </a:lnTo>
                  <a:lnTo>
                    <a:pt x="1792911" y="2604699"/>
                  </a:lnTo>
                  <a:lnTo>
                    <a:pt x="1793029" y="2604699"/>
                  </a:lnTo>
                  <a:lnTo>
                    <a:pt x="1793147" y="2604699"/>
                  </a:lnTo>
                  <a:lnTo>
                    <a:pt x="1793264" y="2604699"/>
                  </a:lnTo>
                  <a:lnTo>
                    <a:pt x="1793382" y="2604699"/>
                  </a:lnTo>
                  <a:lnTo>
                    <a:pt x="1793499" y="2604699"/>
                  </a:lnTo>
                  <a:lnTo>
                    <a:pt x="1793499" y="2604268"/>
                  </a:lnTo>
                  <a:lnTo>
                    <a:pt x="1793499" y="2603838"/>
                  </a:lnTo>
                  <a:lnTo>
                    <a:pt x="1793617" y="2603838"/>
                  </a:lnTo>
                  <a:lnTo>
                    <a:pt x="1793617" y="2603407"/>
                  </a:lnTo>
                  <a:lnTo>
                    <a:pt x="1793735" y="2603407"/>
                  </a:lnTo>
                  <a:lnTo>
                    <a:pt x="1793735" y="2602977"/>
                  </a:lnTo>
                  <a:lnTo>
                    <a:pt x="1793852" y="2602977"/>
                  </a:lnTo>
                  <a:lnTo>
                    <a:pt x="1793970" y="2602977"/>
                  </a:lnTo>
                  <a:lnTo>
                    <a:pt x="1794087" y="2602977"/>
                  </a:lnTo>
                  <a:lnTo>
                    <a:pt x="1794205" y="2602977"/>
                  </a:lnTo>
                  <a:lnTo>
                    <a:pt x="1794205" y="2602546"/>
                  </a:lnTo>
                  <a:lnTo>
                    <a:pt x="1794205" y="2602115"/>
                  </a:lnTo>
                  <a:lnTo>
                    <a:pt x="1794323" y="2602115"/>
                  </a:lnTo>
                  <a:lnTo>
                    <a:pt x="1794440" y="2602115"/>
                  </a:lnTo>
                  <a:lnTo>
                    <a:pt x="1794558" y="2602115"/>
                  </a:lnTo>
                  <a:lnTo>
                    <a:pt x="1794676" y="2602115"/>
                  </a:lnTo>
                  <a:lnTo>
                    <a:pt x="1794793" y="2602115"/>
                  </a:lnTo>
                  <a:lnTo>
                    <a:pt x="1794911" y="2602115"/>
                  </a:lnTo>
                  <a:lnTo>
                    <a:pt x="1795028" y="2602115"/>
                  </a:lnTo>
                  <a:lnTo>
                    <a:pt x="1795146" y="2602115"/>
                  </a:lnTo>
                  <a:lnTo>
                    <a:pt x="1795264" y="2602115"/>
                  </a:lnTo>
                  <a:lnTo>
                    <a:pt x="1795381" y="2602115"/>
                  </a:lnTo>
                  <a:lnTo>
                    <a:pt x="1795499" y="2602115"/>
                  </a:lnTo>
                  <a:lnTo>
                    <a:pt x="1795616" y="2602115"/>
                  </a:lnTo>
                  <a:lnTo>
                    <a:pt x="1795734" y="2602115"/>
                  </a:lnTo>
                  <a:lnTo>
                    <a:pt x="1795852" y="2602115"/>
                  </a:lnTo>
                  <a:lnTo>
                    <a:pt x="1795969" y="2602115"/>
                  </a:lnTo>
                  <a:lnTo>
                    <a:pt x="1796087" y="2602115"/>
                  </a:lnTo>
                  <a:lnTo>
                    <a:pt x="1796205" y="2602115"/>
                  </a:lnTo>
                  <a:lnTo>
                    <a:pt x="1796322" y="2602115"/>
                  </a:lnTo>
                  <a:lnTo>
                    <a:pt x="1796440" y="2602115"/>
                  </a:lnTo>
                  <a:lnTo>
                    <a:pt x="1796557" y="2602115"/>
                  </a:lnTo>
                  <a:lnTo>
                    <a:pt x="1796557" y="2601685"/>
                  </a:lnTo>
                  <a:lnTo>
                    <a:pt x="1796557" y="2601254"/>
                  </a:lnTo>
                  <a:lnTo>
                    <a:pt x="1796675" y="2601254"/>
                  </a:lnTo>
                  <a:lnTo>
                    <a:pt x="1796793" y="2601254"/>
                  </a:lnTo>
                  <a:lnTo>
                    <a:pt x="1796910" y="2601254"/>
                  </a:lnTo>
                  <a:lnTo>
                    <a:pt x="1797028" y="2601254"/>
                  </a:lnTo>
                  <a:lnTo>
                    <a:pt x="1797028" y="2600824"/>
                  </a:lnTo>
                  <a:lnTo>
                    <a:pt x="1797028" y="2600393"/>
                  </a:lnTo>
                  <a:lnTo>
                    <a:pt x="1797145" y="2600393"/>
                  </a:lnTo>
                  <a:lnTo>
                    <a:pt x="1797145" y="2599962"/>
                  </a:lnTo>
                  <a:lnTo>
                    <a:pt x="1797263" y="2599962"/>
                  </a:lnTo>
                  <a:lnTo>
                    <a:pt x="1797381" y="2599962"/>
                  </a:lnTo>
                  <a:lnTo>
                    <a:pt x="1797498" y="2599962"/>
                  </a:lnTo>
                  <a:lnTo>
                    <a:pt x="1797498" y="2599532"/>
                  </a:lnTo>
                  <a:lnTo>
                    <a:pt x="1797498" y="2599101"/>
                  </a:lnTo>
                  <a:lnTo>
                    <a:pt x="1797616" y="2599101"/>
                  </a:lnTo>
                  <a:lnTo>
                    <a:pt x="1797734" y="2599101"/>
                  </a:lnTo>
                  <a:lnTo>
                    <a:pt x="1797851" y="2599101"/>
                  </a:lnTo>
                  <a:lnTo>
                    <a:pt x="1797969" y="2599101"/>
                  </a:lnTo>
                  <a:lnTo>
                    <a:pt x="1798086" y="2599101"/>
                  </a:lnTo>
                  <a:lnTo>
                    <a:pt x="1798086" y="2598671"/>
                  </a:lnTo>
                  <a:lnTo>
                    <a:pt x="1798204" y="2598671"/>
                  </a:lnTo>
                  <a:lnTo>
                    <a:pt x="1798322" y="2598671"/>
                  </a:lnTo>
                  <a:lnTo>
                    <a:pt x="1798322" y="2598240"/>
                  </a:lnTo>
                  <a:lnTo>
                    <a:pt x="1798439" y="2598240"/>
                  </a:lnTo>
                  <a:lnTo>
                    <a:pt x="1798557" y="2598240"/>
                  </a:lnTo>
                  <a:lnTo>
                    <a:pt x="1798674" y="2598240"/>
                  </a:lnTo>
                  <a:lnTo>
                    <a:pt x="1798792" y="2598240"/>
                  </a:lnTo>
                  <a:lnTo>
                    <a:pt x="1798910" y="2598240"/>
                  </a:lnTo>
                  <a:lnTo>
                    <a:pt x="1799027" y="2598240"/>
                  </a:lnTo>
                  <a:lnTo>
                    <a:pt x="1799145" y="2598240"/>
                  </a:lnTo>
                  <a:lnTo>
                    <a:pt x="1799263" y="2598240"/>
                  </a:lnTo>
                  <a:lnTo>
                    <a:pt x="1799380" y="2598240"/>
                  </a:lnTo>
                  <a:lnTo>
                    <a:pt x="1799498" y="2598240"/>
                  </a:lnTo>
                  <a:lnTo>
                    <a:pt x="1799615" y="2598240"/>
                  </a:lnTo>
                  <a:lnTo>
                    <a:pt x="1799733" y="2598240"/>
                  </a:lnTo>
                  <a:lnTo>
                    <a:pt x="1799733" y="2597809"/>
                  </a:lnTo>
                  <a:lnTo>
                    <a:pt x="1799851" y="2597809"/>
                  </a:lnTo>
                  <a:lnTo>
                    <a:pt x="1799968" y="2597809"/>
                  </a:lnTo>
                  <a:lnTo>
                    <a:pt x="1799968" y="2597379"/>
                  </a:lnTo>
                  <a:lnTo>
                    <a:pt x="1799968" y="2596948"/>
                  </a:lnTo>
                  <a:lnTo>
                    <a:pt x="1799968" y="2596518"/>
                  </a:lnTo>
                  <a:lnTo>
                    <a:pt x="1800086" y="2596518"/>
                  </a:lnTo>
                  <a:lnTo>
                    <a:pt x="1800203" y="2596518"/>
                  </a:lnTo>
                  <a:lnTo>
                    <a:pt x="1800321" y="2596518"/>
                  </a:lnTo>
                  <a:lnTo>
                    <a:pt x="1800439" y="2596518"/>
                  </a:lnTo>
                  <a:lnTo>
                    <a:pt x="1800556" y="2596518"/>
                  </a:lnTo>
                  <a:lnTo>
                    <a:pt x="1800674" y="2596518"/>
                  </a:lnTo>
                  <a:lnTo>
                    <a:pt x="1800792" y="2596518"/>
                  </a:lnTo>
                  <a:lnTo>
                    <a:pt x="1800792" y="2596087"/>
                  </a:lnTo>
                  <a:lnTo>
                    <a:pt x="1800909" y="2596087"/>
                  </a:lnTo>
                  <a:lnTo>
                    <a:pt x="1801027" y="2596087"/>
                  </a:lnTo>
                  <a:lnTo>
                    <a:pt x="1801144" y="2596087"/>
                  </a:lnTo>
                  <a:lnTo>
                    <a:pt x="1801144" y="2595656"/>
                  </a:lnTo>
                  <a:lnTo>
                    <a:pt x="1801262" y="2595656"/>
                  </a:lnTo>
                  <a:lnTo>
                    <a:pt x="1801262" y="2595226"/>
                  </a:lnTo>
                  <a:lnTo>
                    <a:pt x="1801262" y="2594795"/>
                  </a:lnTo>
                  <a:lnTo>
                    <a:pt x="1801262" y="2594365"/>
                  </a:lnTo>
                  <a:lnTo>
                    <a:pt x="1801380" y="2594365"/>
                  </a:lnTo>
                  <a:lnTo>
                    <a:pt x="1801497" y="2594365"/>
                  </a:lnTo>
                  <a:lnTo>
                    <a:pt x="1801497" y="2593934"/>
                  </a:lnTo>
                  <a:lnTo>
                    <a:pt x="1801497" y="2593503"/>
                  </a:lnTo>
                  <a:lnTo>
                    <a:pt x="1801497" y="2593073"/>
                  </a:lnTo>
                  <a:lnTo>
                    <a:pt x="1801615" y="2593073"/>
                  </a:lnTo>
                  <a:lnTo>
                    <a:pt x="1801732" y="2593073"/>
                  </a:lnTo>
                  <a:lnTo>
                    <a:pt x="1801850" y="2593073"/>
                  </a:lnTo>
                  <a:lnTo>
                    <a:pt x="1801968" y="2593073"/>
                  </a:lnTo>
                  <a:lnTo>
                    <a:pt x="1802085" y="2593073"/>
                  </a:lnTo>
                  <a:lnTo>
                    <a:pt x="1802203" y="2593073"/>
                  </a:lnTo>
                  <a:lnTo>
                    <a:pt x="1802320" y="2593073"/>
                  </a:lnTo>
                  <a:lnTo>
                    <a:pt x="1802438" y="2593073"/>
                  </a:lnTo>
                  <a:lnTo>
                    <a:pt x="1802556" y="2593073"/>
                  </a:lnTo>
                  <a:lnTo>
                    <a:pt x="1802673" y="2593073"/>
                  </a:lnTo>
                  <a:lnTo>
                    <a:pt x="1802791" y="2593073"/>
                  </a:lnTo>
                  <a:lnTo>
                    <a:pt x="1802791" y="2592642"/>
                  </a:lnTo>
                  <a:lnTo>
                    <a:pt x="1802909" y="2592642"/>
                  </a:lnTo>
                  <a:lnTo>
                    <a:pt x="1802909" y="2592212"/>
                  </a:lnTo>
                  <a:lnTo>
                    <a:pt x="1803026" y="2592212"/>
                  </a:lnTo>
                  <a:lnTo>
                    <a:pt x="1803144" y="2592212"/>
                  </a:lnTo>
                  <a:lnTo>
                    <a:pt x="1803261" y="2592212"/>
                  </a:lnTo>
                  <a:lnTo>
                    <a:pt x="1803379" y="2592212"/>
                  </a:lnTo>
                  <a:lnTo>
                    <a:pt x="1803379" y="2591781"/>
                  </a:lnTo>
                  <a:lnTo>
                    <a:pt x="1803379" y="2591350"/>
                  </a:lnTo>
                  <a:lnTo>
                    <a:pt x="1803379" y="2590920"/>
                  </a:lnTo>
                  <a:lnTo>
                    <a:pt x="1803379" y="2590489"/>
                  </a:lnTo>
                  <a:lnTo>
                    <a:pt x="1803497" y="2590489"/>
                  </a:lnTo>
                  <a:lnTo>
                    <a:pt x="1803497" y="2590059"/>
                  </a:lnTo>
                  <a:lnTo>
                    <a:pt x="1803497" y="2589628"/>
                  </a:lnTo>
                  <a:lnTo>
                    <a:pt x="1803497" y="2589197"/>
                  </a:lnTo>
                  <a:lnTo>
                    <a:pt x="1803614" y="2589197"/>
                  </a:lnTo>
                  <a:lnTo>
                    <a:pt x="1803614" y="2588767"/>
                  </a:lnTo>
                  <a:lnTo>
                    <a:pt x="1803732" y="2588767"/>
                  </a:lnTo>
                  <a:lnTo>
                    <a:pt x="1803849" y="2588767"/>
                  </a:lnTo>
                  <a:lnTo>
                    <a:pt x="1803967" y="2588767"/>
                  </a:lnTo>
                  <a:lnTo>
                    <a:pt x="1804085" y="2588767"/>
                  </a:lnTo>
                  <a:lnTo>
                    <a:pt x="1804202" y="2588767"/>
                  </a:lnTo>
                  <a:lnTo>
                    <a:pt x="1804202" y="2588336"/>
                  </a:lnTo>
                  <a:lnTo>
                    <a:pt x="1804320" y="2588336"/>
                  </a:lnTo>
                  <a:lnTo>
                    <a:pt x="1804320" y="2587906"/>
                  </a:lnTo>
                  <a:lnTo>
                    <a:pt x="1804320" y="2587475"/>
                  </a:lnTo>
                  <a:lnTo>
                    <a:pt x="1804438" y="2587475"/>
                  </a:lnTo>
                  <a:lnTo>
                    <a:pt x="1804555" y="2587475"/>
                  </a:lnTo>
                  <a:lnTo>
                    <a:pt x="1804555" y="2587044"/>
                  </a:lnTo>
                  <a:lnTo>
                    <a:pt x="1804555" y="2586614"/>
                  </a:lnTo>
                  <a:lnTo>
                    <a:pt x="1804673" y="2586614"/>
                  </a:lnTo>
                  <a:lnTo>
                    <a:pt x="1804790" y="2586614"/>
                  </a:lnTo>
                  <a:lnTo>
                    <a:pt x="1804908" y="2586614"/>
                  </a:lnTo>
                  <a:lnTo>
                    <a:pt x="1805026" y="2586614"/>
                  </a:lnTo>
                  <a:lnTo>
                    <a:pt x="1805143" y="2586614"/>
                  </a:lnTo>
                  <a:lnTo>
                    <a:pt x="1805143" y="2586183"/>
                  </a:lnTo>
                  <a:lnTo>
                    <a:pt x="1805261" y="2586183"/>
                  </a:lnTo>
                  <a:lnTo>
                    <a:pt x="1805261" y="2585753"/>
                  </a:lnTo>
                  <a:lnTo>
                    <a:pt x="1805378" y="2585753"/>
                  </a:lnTo>
                  <a:lnTo>
                    <a:pt x="1805496" y="2585753"/>
                  </a:lnTo>
                  <a:lnTo>
                    <a:pt x="1805496" y="2585322"/>
                  </a:lnTo>
                  <a:lnTo>
                    <a:pt x="1805614" y="2585322"/>
                  </a:lnTo>
                  <a:lnTo>
                    <a:pt x="1805614" y="2584891"/>
                  </a:lnTo>
                  <a:lnTo>
                    <a:pt x="1805731" y="2584891"/>
                  </a:lnTo>
                  <a:lnTo>
                    <a:pt x="1805731" y="2584461"/>
                  </a:lnTo>
                  <a:lnTo>
                    <a:pt x="1805731" y="2584030"/>
                  </a:lnTo>
                  <a:lnTo>
                    <a:pt x="1805849" y="2584030"/>
                  </a:lnTo>
                  <a:lnTo>
                    <a:pt x="1805849" y="2583600"/>
                  </a:lnTo>
                  <a:lnTo>
                    <a:pt x="1805967" y="2583600"/>
                  </a:lnTo>
                  <a:lnTo>
                    <a:pt x="1806084" y="2583600"/>
                  </a:lnTo>
                  <a:lnTo>
                    <a:pt x="1806202" y="2583600"/>
                  </a:lnTo>
                  <a:lnTo>
                    <a:pt x="1806319" y="2583600"/>
                  </a:lnTo>
                  <a:lnTo>
                    <a:pt x="1806437" y="2583600"/>
                  </a:lnTo>
                  <a:lnTo>
                    <a:pt x="1806555" y="2583600"/>
                  </a:lnTo>
                  <a:lnTo>
                    <a:pt x="1806672" y="2583600"/>
                  </a:lnTo>
                  <a:lnTo>
                    <a:pt x="1806790" y="2583600"/>
                  </a:lnTo>
                  <a:lnTo>
                    <a:pt x="1806907" y="2583600"/>
                  </a:lnTo>
                  <a:lnTo>
                    <a:pt x="1807025" y="2583600"/>
                  </a:lnTo>
                  <a:lnTo>
                    <a:pt x="1807025" y="2583169"/>
                  </a:lnTo>
                  <a:lnTo>
                    <a:pt x="1807025" y="2582738"/>
                  </a:lnTo>
                  <a:lnTo>
                    <a:pt x="1807025" y="2582308"/>
                  </a:lnTo>
                  <a:lnTo>
                    <a:pt x="1807025" y="2581877"/>
                  </a:lnTo>
                  <a:lnTo>
                    <a:pt x="1807025" y="2581447"/>
                  </a:lnTo>
                  <a:lnTo>
                    <a:pt x="1807143" y="2581447"/>
                  </a:lnTo>
                  <a:lnTo>
                    <a:pt x="1807260" y="2581447"/>
                  </a:lnTo>
                  <a:lnTo>
                    <a:pt x="1807260" y="2581016"/>
                  </a:lnTo>
                  <a:lnTo>
                    <a:pt x="1807378" y="2581016"/>
                  </a:lnTo>
                  <a:lnTo>
                    <a:pt x="1807496" y="2581016"/>
                  </a:lnTo>
                  <a:lnTo>
                    <a:pt x="1807613" y="2581016"/>
                  </a:lnTo>
                  <a:lnTo>
                    <a:pt x="1807731" y="2581016"/>
                  </a:lnTo>
                  <a:lnTo>
                    <a:pt x="1807848" y="2581016"/>
                  </a:lnTo>
                  <a:lnTo>
                    <a:pt x="1807966" y="2581016"/>
                  </a:lnTo>
                  <a:lnTo>
                    <a:pt x="1808084" y="2581016"/>
                  </a:lnTo>
                  <a:lnTo>
                    <a:pt x="1808084" y="2580585"/>
                  </a:lnTo>
                  <a:lnTo>
                    <a:pt x="1808201" y="2580585"/>
                  </a:lnTo>
                  <a:lnTo>
                    <a:pt x="1808319" y="2580585"/>
                  </a:lnTo>
                  <a:lnTo>
                    <a:pt x="1808436" y="2580585"/>
                  </a:lnTo>
                  <a:lnTo>
                    <a:pt x="1808554" y="2580585"/>
                  </a:lnTo>
                  <a:lnTo>
                    <a:pt x="1808554" y="2580155"/>
                  </a:lnTo>
                  <a:lnTo>
                    <a:pt x="1808672" y="2580155"/>
                  </a:lnTo>
                  <a:lnTo>
                    <a:pt x="1808672" y="2579724"/>
                  </a:lnTo>
                  <a:lnTo>
                    <a:pt x="1808672" y="2579294"/>
                  </a:lnTo>
                  <a:lnTo>
                    <a:pt x="1808789" y="2579294"/>
                  </a:lnTo>
                  <a:lnTo>
                    <a:pt x="1808907" y="2579294"/>
                  </a:lnTo>
                  <a:lnTo>
                    <a:pt x="1809025" y="2579294"/>
                  </a:lnTo>
                  <a:lnTo>
                    <a:pt x="1809142" y="2579294"/>
                  </a:lnTo>
                  <a:lnTo>
                    <a:pt x="1809260" y="2579294"/>
                  </a:lnTo>
                  <a:lnTo>
                    <a:pt x="1809377" y="2579294"/>
                  </a:lnTo>
                  <a:lnTo>
                    <a:pt x="1809495" y="2579294"/>
                  </a:lnTo>
                  <a:lnTo>
                    <a:pt x="1809613" y="2579294"/>
                  </a:lnTo>
                  <a:lnTo>
                    <a:pt x="1809730" y="2579294"/>
                  </a:lnTo>
                  <a:lnTo>
                    <a:pt x="1809848" y="2579294"/>
                  </a:lnTo>
                  <a:lnTo>
                    <a:pt x="1809965" y="2579294"/>
                  </a:lnTo>
                  <a:lnTo>
                    <a:pt x="1810083" y="2579294"/>
                  </a:lnTo>
                  <a:lnTo>
                    <a:pt x="1810201" y="2579294"/>
                  </a:lnTo>
                  <a:lnTo>
                    <a:pt x="1810318" y="2579294"/>
                  </a:lnTo>
                  <a:lnTo>
                    <a:pt x="1810318" y="2578863"/>
                  </a:lnTo>
                  <a:lnTo>
                    <a:pt x="1810436" y="2578863"/>
                  </a:lnTo>
                  <a:lnTo>
                    <a:pt x="1810553" y="2578863"/>
                  </a:lnTo>
                  <a:lnTo>
                    <a:pt x="1810671" y="2578863"/>
                  </a:lnTo>
                  <a:lnTo>
                    <a:pt x="1810671" y="2578432"/>
                  </a:lnTo>
                  <a:lnTo>
                    <a:pt x="1810789" y="2578432"/>
                  </a:lnTo>
                  <a:lnTo>
                    <a:pt x="1810906" y="2578432"/>
                  </a:lnTo>
                  <a:lnTo>
                    <a:pt x="1811024" y="2578432"/>
                  </a:lnTo>
                  <a:lnTo>
                    <a:pt x="1811142" y="2578432"/>
                  </a:lnTo>
                  <a:lnTo>
                    <a:pt x="1811259" y="2578432"/>
                  </a:lnTo>
                  <a:lnTo>
                    <a:pt x="1811259" y="2578002"/>
                  </a:lnTo>
                  <a:lnTo>
                    <a:pt x="1811377" y="2578002"/>
                  </a:lnTo>
                  <a:lnTo>
                    <a:pt x="1811494" y="2578002"/>
                  </a:lnTo>
                  <a:lnTo>
                    <a:pt x="1811612" y="2578002"/>
                  </a:lnTo>
                  <a:lnTo>
                    <a:pt x="1811612" y="2577571"/>
                  </a:lnTo>
                  <a:lnTo>
                    <a:pt x="1811612" y="2577141"/>
                  </a:lnTo>
                  <a:lnTo>
                    <a:pt x="1811730" y="2577141"/>
                  </a:lnTo>
                  <a:lnTo>
                    <a:pt x="1811847" y="2577141"/>
                  </a:lnTo>
                  <a:lnTo>
                    <a:pt x="1811965" y="2577141"/>
                  </a:lnTo>
                  <a:lnTo>
                    <a:pt x="1812082" y="2577141"/>
                  </a:lnTo>
                  <a:lnTo>
                    <a:pt x="1812200" y="2577141"/>
                  </a:lnTo>
                  <a:lnTo>
                    <a:pt x="1812318" y="2577141"/>
                  </a:lnTo>
                  <a:lnTo>
                    <a:pt x="1812435" y="2577141"/>
                  </a:lnTo>
                  <a:lnTo>
                    <a:pt x="1812553" y="2577141"/>
                  </a:lnTo>
                  <a:lnTo>
                    <a:pt x="1812671" y="2577141"/>
                  </a:lnTo>
                  <a:lnTo>
                    <a:pt x="1812671" y="2576710"/>
                  </a:lnTo>
                  <a:lnTo>
                    <a:pt x="1812671" y="2576279"/>
                  </a:lnTo>
                  <a:lnTo>
                    <a:pt x="1812788" y="2576279"/>
                  </a:lnTo>
                  <a:lnTo>
                    <a:pt x="1812906" y="2576279"/>
                  </a:lnTo>
                  <a:lnTo>
                    <a:pt x="1813023" y="2576279"/>
                  </a:lnTo>
                  <a:lnTo>
                    <a:pt x="1813141" y="2576279"/>
                  </a:lnTo>
                  <a:lnTo>
                    <a:pt x="1813259" y="2576279"/>
                  </a:lnTo>
                  <a:lnTo>
                    <a:pt x="1813259" y="2575849"/>
                  </a:lnTo>
                  <a:lnTo>
                    <a:pt x="1813376" y="2575849"/>
                  </a:lnTo>
                  <a:lnTo>
                    <a:pt x="1813494" y="2575849"/>
                  </a:lnTo>
                  <a:lnTo>
                    <a:pt x="1813611" y="2575849"/>
                  </a:lnTo>
                  <a:lnTo>
                    <a:pt x="1813729" y="2575849"/>
                  </a:lnTo>
                  <a:lnTo>
                    <a:pt x="1813847" y="2575849"/>
                  </a:lnTo>
                  <a:lnTo>
                    <a:pt x="1813964" y="2575849"/>
                  </a:lnTo>
                  <a:lnTo>
                    <a:pt x="1814082" y="2575849"/>
                  </a:lnTo>
                  <a:lnTo>
                    <a:pt x="1814082" y="2575418"/>
                  </a:lnTo>
                  <a:lnTo>
                    <a:pt x="1814200" y="2575418"/>
                  </a:lnTo>
                  <a:lnTo>
                    <a:pt x="1814317" y="2575418"/>
                  </a:lnTo>
                  <a:lnTo>
                    <a:pt x="1814317" y="2574988"/>
                  </a:lnTo>
                  <a:lnTo>
                    <a:pt x="1814435" y="2574988"/>
                  </a:lnTo>
                  <a:lnTo>
                    <a:pt x="1814552" y="2574988"/>
                  </a:lnTo>
                  <a:lnTo>
                    <a:pt x="1814670" y="2574988"/>
                  </a:lnTo>
                  <a:lnTo>
                    <a:pt x="1814788" y="2574988"/>
                  </a:lnTo>
                  <a:lnTo>
                    <a:pt x="1814788" y="2574557"/>
                  </a:lnTo>
                  <a:lnTo>
                    <a:pt x="1814905" y="2574557"/>
                  </a:lnTo>
                  <a:lnTo>
                    <a:pt x="1815023" y="2574557"/>
                  </a:lnTo>
                  <a:lnTo>
                    <a:pt x="1815140" y="2574557"/>
                  </a:lnTo>
                  <a:lnTo>
                    <a:pt x="1815258" y="2574557"/>
                  </a:lnTo>
                  <a:lnTo>
                    <a:pt x="1815376" y="2574557"/>
                  </a:lnTo>
                  <a:lnTo>
                    <a:pt x="1815376" y="2574126"/>
                  </a:lnTo>
                  <a:lnTo>
                    <a:pt x="1815493" y="2574126"/>
                  </a:lnTo>
                  <a:lnTo>
                    <a:pt x="1815611" y="2574126"/>
                  </a:lnTo>
                  <a:lnTo>
                    <a:pt x="1815611" y="2573696"/>
                  </a:lnTo>
                  <a:lnTo>
                    <a:pt x="1815729" y="2573696"/>
                  </a:lnTo>
                  <a:lnTo>
                    <a:pt x="1815846" y="2573696"/>
                  </a:lnTo>
                  <a:lnTo>
                    <a:pt x="1815964" y="2573696"/>
                  </a:lnTo>
                  <a:lnTo>
                    <a:pt x="1815964" y="2573265"/>
                  </a:lnTo>
                  <a:lnTo>
                    <a:pt x="1816081" y="2573265"/>
                  </a:lnTo>
                  <a:lnTo>
                    <a:pt x="1816199" y="2573265"/>
                  </a:lnTo>
                  <a:lnTo>
                    <a:pt x="1816317" y="2573265"/>
                  </a:lnTo>
                  <a:lnTo>
                    <a:pt x="1816434" y="2573265"/>
                  </a:lnTo>
                  <a:lnTo>
                    <a:pt x="1816552" y="2573265"/>
                  </a:lnTo>
                  <a:lnTo>
                    <a:pt x="1816669" y="2573265"/>
                  </a:lnTo>
                  <a:lnTo>
                    <a:pt x="1816787" y="2573265"/>
                  </a:lnTo>
                  <a:lnTo>
                    <a:pt x="1816905" y="2573265"/>
                  </a:lnTo>
                  <a:lnTo>
                    <a:pt x="1817022" y="2573265"/>
                  </a:lnTo>
                  <a:lnTo>
                    <a:pt x="1817022" y="2572835"/>
                  </a:lnTo>
                  <a:lnTo>
                    <a:pt x="1817140" y="2572835"/>
                  </a:lnTo>
                  <a:lnTo>
                    <a:pt x="1817258" y="2572835"/>
                  </a:lnTo>
                  <a:lnTo>
                    <a:pt x="1817258" y="2572404"/>
                  </a:lnTo>
                  <a:lnTo>
                    <a:pt x="1817375" y="2572404"/>
                  </a:lnTo>
                  <a:lnTo>
                    <a:pt x="1817375" y="2571973"/>
                  </a:lnTo>
                  <a:lnTo>
                    <a:pt x="1817493" y="2571973"/>
                  </a:lnTo>
                  <a:lnTo>
                    <a:pt x="1817493" y="2571543"/>
                  </a:lnTo>
                  <a:lnTo>
                    <a:pt x="1817610" y="2571543"/>
                  </a:lnTo>
                  <a:lnTo>
                    <a:pt x="1817728" y="2571543"/>
                  </a:lnTo>
                  <a:lnTo>
                    <a:pt x="1817846" y="2571543"/>
                  </a:lnTo>
                  <a:lnTo>
                    <a:pt x="1817963" y="2571543"/>
                  </a:lnTo>
                  <a:lnTo>
                    <a:pt x="1818081" y="2571543"/>
                  </a:lnTo>
                  <a:lnTo>
                    <a:pt x="1818198" y="2571543"/>
                  </a:lnTo>
                  <a:lnTo>
                    <a:pt x="1818198" y="2571112"/>
                  </a:lnTo>
                  <a:lnTo>
                    <a:pt x="1818316" y="2571112"/>
                  </a:lnTo>
                  <a:lnTo>
                    <a:pt x="1818434" y="2571112"/>
                  </a:lnTo>
                  <a:lnTo>
                    <a:pt x="1818551" y="2571112"/>
                  </a:lnTo>
                  <a:lnTo>
                    <a:pt x="1818669" y="2571112"/>
                  </a:lnTo>
                  <a:lnTo>
                    <a:pt x="1818786" y="2571112"/>
                  </a:lnTo>
                  <a:lnTo>
                    <a:pt x="1818904" y="2571112"/>
                  </a:lnTo>
                  <a:lnTo>
                    <a:pt x="1818904" y="2570682"/>
                  </a:lnTo>
                  <a:lnTo>
                    <a:pt x="1819022" y="2570682"/>
                  </a:lnTo>
                  <a:lnTo>
                    <a:pt x="1819139" y="2570682"/>
                  </a:lnTo>
                  <a:lnTo>
                    <a:pt x="1819139" y="2570251"/>
                  </a:lnTo>
                  <a:lnTo>
                    <a:pt x="1819257" y="2570251"/>
                  </a:lnTo>
                  <a:lnTo>
                    <a:pt x="1819375" y="2570251"/>
                  </a:lnTo>
                  <a:lnTo>
                    <a:pt x="1819492" y="2570251"/>
                  </a:lnTo>
                  <a:lnTo>
                    <a:pt x="1819610" y="2570251"/>
                  </a:lnTo>
                  <a:lnTo>
                    <a:pt x="1819727" y="2570251"/>
                  </a:lnTo>
                  <a:lnTo>
                    <a:pt x="1819845" y="2570251"/>
                  </a:lnTo>
                  <a:lnTo>
                    <a:pt x="1819963" y="2570251"/>
                  </a:lnTo>
                  <a:lnTo>
                    <a:pt x="1819963" y="2569820"/>
                  </a:lnTo>
                  <a:lnTo>
                    <a:pt x="1820080" y="2569820"/>
                  </a:lnTo>
                  <a:lnTo>
                    <a:pt x="1820198" y="2569820"/>
                  </a:lnTo>
                  <a:lnTo>
                    <a:pt x="1820315" y="2569820"/>
                  </a:lnTo>
                  <a:lnTo>
                    <a:pt x="1820315" y="2569390"/>
                  </a:lnTo>
                  <a:lnTo>
                    <a:pt x="1820433" y="2569390"/>
                  </a:lnTo>
                  <a:lnTo>
                    <a:pt x="1820551" y="2569390"/>
                  </a:lnTo>
                  <a:lnTo>
                    <a:pt x="1820551" y="2568959"/>
                  </a:lnTo>
                  <a:lnTo>
                    <a:pt x="1820668" y="2568959"/>
                  </a:lnTo>
                  <a:lnTo>
                    <a:pt x="1820786" y="2568959"/>
                  </a:lnTo>
                  <a:lnTo>
                    <a:pt x="1820904" y="2568959"/>
                  </a:lnTo>
                  <a:lnTo>
                    <a:pt x="1821021" y="2568959"/>
                  </a:lnTo>
                  <a:lnTo>
                    <a:pt x="1821139" y="2568959"/>
                  </a:lnTo>
                  <a:lnTo>
                    <a:pt x="1821139" y="2568529"/>
                  </a:lnTo>
                  <a:lnTo>
                    <a:pt x="1821256" y="2568529"/>
                  </a:lnTo>
                  <a:lnTo>
                    <a:pt x="1821256" y="2568098"/>
                  </a:lnTo>
                  <a:lnTo>
                    <a:pt x="1821374" y="2568098"/>
                  </a:lnTo>
                  <a:lnTo>
                    <a:pt x="1821492" y="2568098"/>
                  </a:lnTo>
                  <a:lnTo>
                    <a:pt x="1821492" y="2567667"/>
                  </a:lnTo>
                  <a:lnTo>
                    <a:pt x="1821609" y="2567667"/>
                  </a:lnTo>
                  <a:lnTo>
                    <a:pt x="1821727" y="2567667"/>
                  </a:lnTo>
                  <a:lnTo>
                    <a:pt x="1821844" y="2567667"/>
                  </a:lnTo>
                  <a:lnTo>
                    <a:pt x="1821844" y="2567237"/>
                  </a:lnTo>
                  <a:lnTo>
                    <a:pt x="1821962" y="2567237"/>
                  </a:lnTo>
                  <a:lnTo>
                    <a:pt x="1822080" y="2567237"/>
                  </a:lnTo>
                  <a:lnTo>
                    <a:pt x="1822080" y="2566806"/>
                  </a:lnTo>
                  <a:lnTo>
                    <a:pt x="1822080" y="2566376"/>
                  </a:lnTo>
                  <a:lnTo>
                    <a:pt x="1822197" y="2566376"/>
                  </a:lnTo>
                  <a:lnTo>
                    <a:pt x="1822315" y="2566376"/>
                  </a:lnTo>
                  <a:lnTo>
                    <a:pt x="1822315" y="2565945"/>
                  </a:lnTo>
                  <a:lnTo>
                    <a:pt x="1822433" y="2565945"/>
                  </a:lnTo>
                  <a:lnTo>
                    <a:pt x="1822550" y="2565945"/>
                  </a:lnTo>
                  <a:lnTo>
                    <a:pt x="1822550" y="2565514"/>
                  </a:lnTo>
                  <a:lnTo>
                    <a:pt x="1822668" y="2565514"/>
                  </a:lnTo>
                  <a:lnTo>
                    <a:pt x="1822668" y="2565084"/>
                  </a:lnTo>
                  <a:lnTo>
                    <a:pt x="1822785" y="2565084"/>
                  </a:lnTo>
                  <a:lnTo>
                    <a:pt x="1822785" y="2564653"/>
                  </a:lnTo>
                  <a:lnTo>
                    <a:pt x="1822903" y="2564653"/>
                  </a:lnTo>
                  <a:lnTo>
                    <a:pt x="1823021" y="2564653"/>
                  </a:lnTo>
                  <a:lnTo>
                    <a:pt x="1823138" y="2564653"/>
                  </a:lnTo>
                  <a:lnTo>
                    <a:pt x="1823256" y="2564653"/>
                  </a:lnTo>
                  <a:lnTo>
                    <a:pt x="1823373" y="2564653"/>
                  </a:lnTo>
                  <a:lnTo>
                    <a:pt x="1823491" y="2564653"/>
                  </a:lnTo>
                  <a:lnTo>
                    <a:pt x="1823609" y="2564653"/>
                  </a:lnTo>
                  <a:lnTo>
                    <a:pt x="1823726" y="2564653"/>
                  </a:lnTo>
                  <a:lnTo>
                    <a:pt x="1823844" y="2564653"/>
                  </a:lnTo>
                  <a:lnTo>
                    <a:pt x="1823962" y="2564653"/>
                  </a:lnTo>
                  <a:lnTo>
                    <a:pt x="1824079" y="2564653"/>
                  </a:lnTo>
                  <a:lnTo>
                    <a:pt x="1824197" y="2564653"/>
                  </a:lnTo>
                  <a:lnTo>
                    <a:pt x="1824314" y="2564653"/>
                  </a:lnTo>
                  <a:lnTo>
                    <a:pt x="1824314" y="2564223"/>
                  </a:lnTo>
                  <a:lnTo>
                    <a:pt x="1824432" y="2564223"/>
                  </a:lnTo>
                  <a:lnTo>
                    <a:pt x="1824550" y="2564223"/>
                  </a:lnTo>
                  <a:lnTo>
                    <a:pt x="1824550" y="2563792"/>
                  </a:lnTo>
                  <a:lnTo>
                    <a:pt x="1824667" y="2563792"/>
                  </a:lnTo>
                  <a:lnTo>
                    <a:pt x="1824785" y="2563792"/>
                  </a:lnTo>
                  <a:lnTo>
                    <a:pt x="1824785" y="2563361"/>
                  </a:lnTo>
                  <a:lnTo>
                    <a:pt x="1824902" y="2563361"/>
                  </a:lnTo>
                  <a:lnTo>
                    <a:pt x="1825020" y="2563361"/>
                  </a:lnTo>
                  <a:lnTo>
                    <a:pt x="1825020" y="2562931"/>
                  </a:lnTo>
                  <a:lnTo>
                    <a:pt x="1825020" y="2562500"/>
                  </a:lnTo>
                  <a:lnTo>
                    <a:pt x="1825138" y="2562500"/>
                  </a:lnTo>
                  <a:lnTo>
                    <a:pt x="1825255" y="2562500"/>
                  </a:lnTo>
                  <a:lnTo>
                    <a:pt x="1825255" y="2562070"/>
                  </a:lnTo>
                  <a:lnTo>
                    <a:pt x="1825373" y="2562070"/>
                  </a:lnTo>
                  <a:lnTo>
                    <a:pt x="1825373" y="2561639"/>
                  </a:lnTo>
                  <a:lnTo>
                    <a:pt x="1825373" y="2561208"/>
                  </a:lnTo>
                  <a:lnTo>
                    <a:pt x="1825491" y="2561208"/>
                  </a:lnTo>
                  <a:lnTo>
                    <a:pt x="1825491" y="2560778"/>
                  </a:lnTo>
                  <a:lnTo>
                    <a:pt x="1825491" y="2560347"/>
                  </a:lnTo>
                  <a:lnTo>
                    <a:pt x="1825608" y="2560347"/>
                  </a:lnTo>
                  <a:lnTo>
                    <a:pt x="1825726" y="2560347"/>
                  </a:lnTo>
                  <a:lnTo>
                    <a:pt x="1825726" y="2559917"/>
                  </a:lnTo>
                  <a:lnTo>
                    <a:pt x="1825726" y="2559486"/>
                  </a:lnTo>
                  <a:lnTo>
                    <a:pt x="1825843" y="2559486"/>
                  </a:lnTo>
                  <a:lnTo>
                    <a:pt x="1825961" y="2559486"/>
                  </a:lnTo>
                  <a:lnTo>
                    <a:pt x="1825961" y="2559055"/>
                  </a:lnTo>
                  <a:lnTo>
                    <a:pt x="1826079" y="2559055"/>
                  </a:lnTo>
                  <a:lnTo>
                    <a:pt x="1826196" y="2559055"/>
                  </a:lnTo>
                  <a:lnTo>
                    <a:pt x="1826314" y="2559055"/>
                  </a:lnTo>
                  <a:lnTo>
                    <a:pt x="1826431" y="2559055"/>
                  </a:lnTo>
                  <a:lnTo>
                    <a:pt x="1826549" y="2559055"/>
                  </a:lnTo>
                  <a:lnTo>
                    <a:pt x="1826667" y="2559055"/>
                  </a:lnTo>
                  <a:lnTo>
                    <a:pt x="1826667" y="2558625"/>
                  </a:lnTo>
                  <a:lnTo>
                    <a:pt x="1826784" y="2558625"/>
                  </a:lnTo>
                  <a:lnTo>
                    <a:pt x="1826902" y="2558625"/>
                  </a:lnTo>
                  <a:lnTo>
                    <a:pt x="1826902" y="2558194"/>
                  </a:lnTo>
                  <a:lnTo>
                    <a:pt x="1826902" y="2557764"/>
                  </a:lnTo>
                  <a:lnTo>
                    <a:pt x="1827019" y="2557764"/>
                  </a:lnTo>
                  <a:lnTo>
                    <a:pt x="1827019" y="2557333"/>
                  </a:lnTo>
                  <a:lnTo>
                    <a:pt x="1827137" y="2557333"/>
                  </a:lnTo>
                  <a:lnTo>
                    <a:pt x="1827255" y="2557333"/>
                  </a:lnTo>
                  <a:lnTo>
                    <a:pt x="1827372" y="2557333"/>
                  </a:lnTo>
                  <a:lnTo>
                    <a:pt x="1827490" y="2557333"/>
                  </a:lnTo>
                  <a:lnTo>
                    <a:pt x="1827608" y="2557333"/>
                  </a:lnTo>
                  <a:lnTo>
                    <a:pt x="1827725" y="2557333"/>
                  </a:lnTo>
                  <a:lnTo>
                    <a:pt x="1827725" y="2556902"/>
                  </a:lnTo>
                  <a:lnTo>
                    <a:pt x="1827843" y="2556902"/>
                  </a:lnTo>
                  <a:lnTo>
                    <a:pt x="1827960" y="2556902"/>
                  </a:lnTo>
                  <a:lnTo>
                    <a:pt x="1828078" y="2556902"/>
                  </a:lnTo>
                  <a:lnTo>
                    <a:pt x="1828196" y="2556902"/>
                  </a:lnTo>
                  <a:lnTo>
                    <a:pt x="1828313" y="2556902"/>
                  </a:lnTo>
                  <a:lnTo>
                    <a:pt x="1828431" y="2556902"/>
                  </a:lnTo>
                  <a:lnTo>
                    <a:pt x="1828548" y="2556902"/>
                  </a:lnTo>
                  <a:lnTo>
                    <a:pt x="1828666" y="2556902"/>
                  </a:lnTo>
                  <a:lnTo>
                    <a:pt x="1828784" y="2556902"/>
                  </a:lnTo>
                  <a:lnTo>
                    <a:pt x="1828784" y="2556472"/>
                  </a:lnTo>
                  <a:lnTo>
                    <a:pt x="1828901" y="2556472"/>
                  </a:lnTo>
                  <a:lnTo>
                    <a:pt x="1828901" y="2556041"/>
                  </a:lnTo>
                  <a:lnTo>
                    <a:pt x="1829019" y="2556041"/>
                  </a:lnTo>
                  <a:lnTo>
                    <a:pt x="1829137" y="2556041"/>
                  </a:lnTo>
                  <a:lnTo>
                    <a:pt x="1829137" y="2555611"/>
                  </a:lnTo>
                  <a:lnTo>
                    <a:pt x="1829137" y="2555180"/>
                  </a:lnTo>
                  <a:lnTo>
                    <a:pt x="1829254" y="2555180"/>
                  </a:lnTo>
                  <a:lnTo>
                    <a:pt x="1829372" y="2555180"/>
                  </a:lnTo>
                  <a:lnTo>
                    <a:pt x="1829489" y="2555180"/>
                  </a:lnTo>
                  <a:lnTo>
                    <a:pt x="1829607" y="2555180"/>
                  </a:lnTo>
                  <a:lnTo>
                    <a:pt x="1829607" y="2554749"/>
                  </a:lnTo>
                  <a:lnTo>
                    <a:pt x="1829607" y="2554319"/>
                  </a:lnTo>
                  <a:lnTo>
                    <a:pt x="1829725" y="2554319"/>
                  </a:lnTo>
                  <a:lnTo>
                    <a:pt x="1829725" y="2553888"/>
                  </a:lnTo>
                  <a:lnTo>
                    <a:pt x="1829842" y="2553888"/>
                  </a:lnTo>
                  <a:lnTo>
                    <a:pt x="1829960" y="2553888"/>
                  </a:lnTo>
                  <a:lnTo>
                    <a:pt x="1830077" y="2553888"/>
                  </a:lnTo>
                  <a:lnTo>
                    <a:pt x="1830077" y="2553458"/>
                  </a:lnTo>
                  <a:lnTo>
                    <a:pt x="1830077" y="2553027"/>
                  </a:lnTo>
                  <a:lnTo>
                    <a:pt x="1830077" y="2552596"/>
                  </a:lnTo>
                  <a:lnTo>
                    <a:pt x="1830195" y="2552596"/>
                  </a:lnTo>
                  <a:lnTo>
                    <a:pt x="1830313" y="2552596"/>
                  </a:lnTo>
                  <a:lnTo>
                    <a:pt x="1830430" y="2552596"/>
                  </a:lnTo>
                  <a:lnTo>
                    <a:pt x="1830430" y="2552166"/>
                  </a:lnTo>
                  <a:lnTo>
                    <a:pt x="1830548" y="2552166"/>
                  </a:lnTo>
                  <a:lnTo>
                    <a:pt x="1830666" y="2552166"/>
                  </a:lnTo>
                  <a:lnTo>
                    <a:pt x="1830783" y="2552166"/>
                  </a:lnTo>
                  <a:lnTo>
                    <a:pt x="1830901" y="2552166"/>
                  </a:lnTo>
                  <a:lnTo>
                    <a:pt x="1831018" y="2552166"/>
                  </a:lnTo>
                  <a:lnTo>
                    <a:pt x="1831136" y="2552166"/>
                  </a:lnTo>
                  <a:lnTo>
                    <a:pt x="1831254" y="2552166"/>
                  </a:lnTo>
                  <a:lnTo>
                    <a:pt x="1831254" y="2551735"/>
                  </a:lnTo>
                  <a:lnTo>
                    <a:pt x="1831371" y="2551735"/>
                  </a:lnTo>
                  <a:lnTo>
                    <a:pt x="1831489" y="2551735"/>
                  </a:lnTo>
                  <a:lnTo>
                    <a:pt x="1831489" y="2551305"/>
                  </a:lnTo>
                  <a:lnTo>
                    <a:pt x="1831489" y="2550874"/>
                  </a:lnTo>
                  <a:lnTo>
                    <a:pt x="1831606" y="2550874"/>
                  </a:lnTo>
                  <a:lnTo>
                    <a:pt x="1831724" y="2550874"/>
                  </a:lnTo>
                  <a:lnTo>
                    <a:pt x="1831724" y="2550443"/>
                  </a:lnTo>
                  <a:lnTo>
                    <a:pt x="1831842" y="2550443"/>
                  </a:lnTo>
                  <a:lnTo>
                    <a:pt x="1831842" y="2550013"/>
                  </a:lnTo>
                  <a:lnTo>
                    <a:pt x="1831959" y="2550013"/>
                  </a:lnTo>
                  <a:lnTo>
                    <a:pt x="1832077" y="2550013"/>
                  </a:lnTo>
                  <a:lnTo>
                    <a:pt x="1832195" y="2550013"/>
                  </a:lnTo>
                  <a:lnTo>
                    <a:pt x="1832195" y="2549582"/>
                  </a:lnTo>
                  <a:lnTo>
                    <a:pt x="1832312" y="2549582"/>
                  </a:lnTo>
                  <a:lnTo>
                    <a:pt x="1832430" y="2549582"/>
                  </a:lnTo>
                  <a:lnTo>
                    <a:pt x="1832547" y="2549582"/>
                  </a:lnTo>
                  <a:lnTo>
                    <a:pt x="1832547" y="2549152"/>
                  </a:lnTo>
                  <a:lnTo>
                    <a:pt x="1832665" y="2549152"/>
                  </a:lnTo>
                  <a:lnTo>
                    <a:pt x="1832783" y="2549152"/>
                  </a:lnTo>
                  <a:lnTo>
                    <a:pt x="1832900" y="2549152"/>
                  </a:lnTo>
                  <a:lnTo>
                    <a:pt x="1833018" y="2549152"/>
                  </a:lnTo>
                  <a:lnTo>
                    <a:pt x="1833018" y="2548721"/>
                  </a:lnTo>
                  <a:lnTo>
                    <a:pt x="1833018" y="2548290"/>
                  </a:lnTo>
                  <a:lnTo>
                    <a:pt x="1833135" y="2548290"/>
                  </a:lnTo>
                  <a:lnTo>
                    <a:pt x="1833253" y="2548290"/>
                  </a:lnTo>
                  <a:lnTo>
                    <a:pt x="1833371" y="2548290"/>
                  </a:lnTo>
                  <a:lnTo>
                    <a:pt x="1833371" y="2547860"/>
                  </a:lnTo>
                  <a:lnTo>
                    <a:pt x="1833488" y="2547860"/>
                  </a:lnTo>
                  <a:lnTo>
                    <a:pt x="1833606" y="2547860"/>
                  </a:lnTo>
                  <a:lnTo>
                    <a:pt x="1833724" y="2547860"/>
                  </a:lnTo>
                  <a:lnTo>
                    <a:pt x="1833841" y="2547860"/>
                  </a:lnTo>
                  <a:lnTo>
                    <a:pt x="1833959" y="2547860"/>
                  </a:lnTo>
                  <a:lnTo>
                    <a:pt x="1833959" y="2547429"/>
                  </a:lnTo>
                  <a:lnTo>
                    <a:pt x="1834076" y="2547429"/>
                  </a:lnTo>
                  <a:lnTo>
                    <a:pt x="1834194" y="2547429"/>
                  </a:lnTo>
                  <a:lnTo>
                    <a:pt x="1834312" y="2547429"/>
                  </a:lnTo>
                  <a:lnTo>
                    <a:pt x="1834312" y="2546999"/>
                  </a:lnTo>
                  <a:lnTo>
                    <a:pt x="1834312" y="2546568"/>
                  </a:lnTo>
                  <a:lnTo>
                    <a:pt x="1834429" y="2546568"/>
                  </a:lnTo>
                  <a:lnTo>
                    <a:pt x="1834547" y="2546568"/>
                  </a:lnTo>
                  <a:lnTo>
                    <a:pt x="1834664" y="2546568"/>
                  </a:lnTo>
                  <a:lnTo>
                    <a:pt x="1834664" y="2546137"/>
                  </a:lnTo>
                  <a:lnTo>
                    <a:pt x="1834782" y="2546137"/>
                  </a:lnTo>
                  <a:lnTo>
                    <a:pt x="1834782" y="2545707"/>
                  </a:lnTo>
                  <a:lnTo>
                    <a:pt x="1834782" y="2545276"/>
                  </a:lnTo>
                  <a:lnTo>
                    <a:pt x="1834900" y="2545276"/>
                  </a:lnTo>
                  <a:lnTo>
                    <a:pt x="1834900" y="2544846"/>
                  </a:lnTo>
                  <a:lnTo>
                    <a:pt x="1834900" y="2544415"/>
                  </a:lnTo>
                  <a:lnTo>
                    <a:pt x="1835017" y="2544415"/>
                  </a:lnTo>
                  <a:lnTo>
                    <a:pt x="1835017" y="2543984"/>
                  </a:lnTo>
                  <a:lnTo>
                    <a:pt x="1835135" y="2543984"/>
                  </a:lnTo>
                  <a:lnTo>
                    <a:pt x="1835252" y="2543984"/>
                  </a:lnTo>
                  <a:lnTo>
                    <a:pt x="1835370" y="2543984"/>
                  </a:lnTo>
                  <a:lnTo>
                    <a:pt x="1835488" y="2543984"/>
                  </a:lnTo>
                  <a:lnTo>
                    <a:pt x="1835605" y="2543984"/>
                  </a:lnTo>
                  <a:lnTo>
                    <a:pt x="1835723" y="2543984"/>
                  </a:lnTo>
                  <a:lnTo>
                    <a:pt x="1835841" y="2543984"/>
                  </a:lnTo>
                  <a:lnTo>
                    <a:pt x="1835958" y="2543984"/>
                  </a:lnTo>
                  <a:lnTo>
                    <a:pt x="1836076" y="2543984"/>
                  </a:lnTo>
                  <a:lnTo>
                    <a:pt x="1836076" y="2543554"/>
                  </a:lnTo>
                  <a:lnTo>
                    <a:pt x="1836193" y="2543554"/>
                  </a:lnTo>
                  <a:lnTo>
                    <a:pt x="1836311" y="2543554"/>
                  </a:lnTo>
                  <a:lnTo>
                    <a:pt x="1836429" y="2543554"/>
                  </a:lnTo>
                  <a:lnTo>
                    <a:pt x="1836546" y="2543554"/>
                  </a:lnTo>
                  <a:lnTo>
                    <a:pt x="1836664" y="2543554"/>
                  </a:lnTo>
                  <a:lnTo>
                    <a:pt x="1836781" y="2543554"/>
                  </a:lnTo>
                  <a:lnTo>
                    <a:pt x="1836899" y="2543554"/>
                  </a:lnTo>
                  <a:lnTo>
                    <a:pt x="1837017" y="2543554"/>
                  </a:lnTo>
                  <a:lnTo>
                    <a:pt x="1837134" y="2543554"/>
                  </a:lnTo>
                  <a:lnTo>
                    <a:pt x="1837252" y="2543554"/>
                  </a:lnTo>
                  <a:lnTo>
                    <a:pt x="1837370" y="2543554"/>
                  </a:lnTo>
                  <a:lnTo>
                    <a:pt x="1837487" y="2543554"/>
                  </a:lnTo>
                  <a:lnTo>
                    <a:pt x="1837605" y="2543554"/>
                  </a:lnTo>
                  <a:lnTo>
                    <a:pt x="1837722" y="2543554"/>
                  </a:lnTo>
                  <a:lnTo>
                    <a:pt x="1837840" y="2543554"/>
                  </a:lnTo>
                  <a:lnTo>
                    <a:pt x="1837958" y="2543554"/>
                  </a:lnTo>
                  <a:lnTo>
                    <a:pt x="1838075" y="2543554"/>
                  </a:lnTo>
                  <a:lnTo>
                    <a:pt x="1838075" y="2543123"/>
                  </a:lnTo>
                  <a:lnTo>
                    <a:pt x="1838075" y="2542693"/>
                  </a:lnTo>
                  <a:lnTo>
                    <a:pt x="1838193" y="2542693"/>
                  </a:lnTo>
                  <a:lnTo>
                    <a:pt x="1838310" y="2542693"/>
                  </a:lnTo>
                  <a:lnTo>
                    <a:pt x="1838428" y="2542693"/>
                  </a:lnTo>
                  <a:lnTo>
                    <a:pt x="1838546" y="2542693"/>
                  </a:lnTo>
                  <a:lnTo>
                    <a:pt x="1838663" y="2542693"/>
                  </a:lnTo>
                  <a:lnTo>
                    <a:pt x="1838781" y="2542693"/>
                  </a:lnTo>
                  <a:lnTo>
                    <a:pt x="1838781" y="2542262"/>
                  </a:lnTo>
                  <a:lnTo>
                    <a:pt x="1838899" y="2542262"/>
                  </a:lnTo>
                  <a:lnTo>
                    <a:pt x="1839016" y="2542262"/>
                  </a:lnTo>
                  <a:lnTo>
                    <a:pt x="1839134" y="2542262"/>
                  </a:lnTo>
                  <a:lnTo>
                    <a:pt x="1839251" y="2542262"/>
                  </a:lnTo>
                  <a:lnTo>
                    <a:pt x="1839251" y="2541831"/>
                  </a:lnTo>
                  <a:lnTo>
                    <a:pt x="1839369" y="2541831"/>
                  </a:lnTo>
                  <a:lnTo>
                    <a:pt x="1839487" y="2541831"/>
                  </a:lnTo>
                  <a:lnTo>
                    <a:pt x="1839604" y="2541831"/>
                  </a:lnTo>
                  <a:lnTo>
                    <a:pt x="1839722" y="2541831"/>
                  </a:lnTo>
                  <a:lnTo>
                    <a:pt x="1839839" y="2541831"/>
                  </a:lnTo>
                  <a:lnTo>
                    <a:pt x="1839957" y="2541831"/>
                  </a:lnTo>
                  <a:lnTo>
                    <a:pt x="1840075" y="2541831"/>
                  </a:lnTo>
                  <a:lnTo>
                    <a:pt x="1840075" y="2541401"/>
                  </a:lnTo>
                  <a:lnTo>
                    <a:pt x="1840192" y="2541401"/>
                  </a:lnTo>
                  <a:lnTo>
                    <a:pt x="1840310" y="2541401"/>
                  </a:lnTo>
                  <a:lnTo>
                    <a:pt x="1840428" y="2541401"/>
                  </a:lnTo>
                  <a:lnTo>
                    <a:pt x="1840545" y="2541401"/>
                  </a:lnTo>
                  <a:lnTo>
                    <a:pt x="1840663" y="2541401"/>
                  </a:lnTo>
                  <a:lnTo>
                    <a:pt x="1840780" y="2541401"/>
                  </a:lnTo>
                  <a:lnTo>
                    <a:pt x="1840898" y="2541401"/>
                  </a:lnTo>
                  <a:lnTo>
                    <a:pt x="1840898" y="2540970"/>
                  </a:lnTo>
                  <a:lnTo>
                    <a:pt x="1840898" y="2540540"/>
                  </a:lnTo>
                  <a:lnTo>
                    <a:pt x="1841016" y="2540540"/>
                  </a:lnTo>
                  <a:lnTo>
                    <a:pt x="1841133" y="2540540"/>
                  </a:lnTo>
                  <a:lnTo>
                    <a:pt x="1841251" y="2540540"/>
                  </a:lnTo>
                  <a:lnTo>
                    <a:pt x="1841368" y="2540540"/>
                  </a:lnTo>
                  <a:lnTo>
                    <a:pt x="1841486" y="2540540"/>
                  </a:lnTo>
                  <a:lnTo>
                    <a:pt x="1841604" y="2540540"/>
                  </a:lnTo>
                  <a:lnTo>
                    <a:pt x="1841721" y="2540540"/>
                  </a:lnTo>
                  <a:lnTo>
                    <a:pt x="1841721" y="2540109"/>
                  </a:lnTo>
                  <a:lnTo>
                    <a:pt x="1841839" y="2540109"/>
                  </a:lnTo>
                  <a:lnTo>
                    <a:pt x="1841839" y="2539678"/>
                  </a:lnTo>
                  <a:lnTo>
                    <a:pt x="1841957" y="2539678"/>
                  </a:lnTo>
                  <a:lnTo>
                    <a:pt x="1842074" y="2539678"/>
                  </a:lnTo>
                  <a:lnTo>
                    <a:pt x="1842192" y="2539678"/>
                  </a:lnTo>
                  <a:lnTo>
                    <a:pt x="1842309" y="2539678"/>
                  </a:lnTo>
                  <a:lnTo>
                    <a:pt x="1842427" y="2539678"/>
                  </a:lnTo>
                  <a:lnTo>
                    <a:pt x="1842545" y="2539678"/>
                  </a:lnTo>
                  <a:lnTo>
                    <a:pt x="1842662" y="2539678"/>
                  </a:lnTo>
                  <a:lnTo>
                    <a:pt x="1842780" y="2539678"/>
                  </a:lnTo>
                  <a:lnTo>
                    <a:pt x="1842897" y="2539678"/>
                  </a:lnTo>
                  <a:lnTo>
                    <a:pt x="1843015" y="2539678"/>
                  </a:lnTo>
                  <a:lnTo>
                    <a:pt x="1843015" y="2539248"/>
                  </a:lnTo>
                  <a:lnTo>
                    <a:pt x="1843133" y="2539248"/>
                  </a:lnTo>
                  <a:lnTo>
                    <a:pt x="1843250" y="2539248"/>
                  </a:lnTo>
                  <a:lnTo>
                    <a:pt x="1843368" y="2539248"/>
                  </a:lnTo>
                  <a:lnTo>
                    <a:pt x="1843368" y="2538817"/>
                  </a:lnTo>
                  <a:lnTo>
                    <a:pt x="1843485" y="2538817"/>
                  </a:lnTo>
                  <a:lnTo>
                    <a:pt x="1843485" y="2538387"/>
                  </a:lnTo>
                  <a:lnTo>
                    <a:pt x="1843603" y="2538387"/>
                  </a:lnTo>
                  <a:lnTo>
                    <a:pt x="1843721" y="2538387"/>
                  </a:lnTo>
                  <a:lnTo>
                    <a:pt x="1843838" y="2538387"/>
                  </a:lnTo>
                  <a:lnTo>
                    <a:pt x="1843956" y="2538387"/>
                  </a:lnTo>
                  <a:lnTo>
                    <a:pt x="1843956" y="2537956"/>
                  </a:lnTo>
                  <a:lnTo>
                    <a:pt x="1844074" y="2537956"/>
                  </a:lnTo>
                  <a:lnTo>
                    <a:pt x="1844074" y="2537525"/>
                  </a:lnTo>
                  <a:lnTo>
                    <a:pt x="1844191" y="2537525"/>
                  </a:lnTo>
                  <a:lnTo>
                    <a:pt x="1844191" y="2537095"/>
                  </a:lnTo>
                  <a:lnTo>
                    <a:pt x="1844309" y="2537095"/>
                  </a:lnTo>
                  <a:lnTo>
                    <a:pt x="1844426" y="2537095"/>
                  </a:lnTo>
                  <a:lnTo>
                    <a:pt x="1844544" y="2537095"/>
                  </a:lnTo>
                  <a:lnTo>
                    <a:pt x="1844662" y="2537095"/>
                  </a:lnTo>
                  <a:lnTo>
                    <a:pt x="1844779" y="2537095"/>
                  </a:lnTo>
                  <a:lnTo>
                    <a:pt x="1844779" y="2536664"/>
                  </a:lnTo>
                  <a:lnTo>
                    <a:pt x="1844779" y="2536234"/>
                  </a:lnTo>
                  <a:lnTo>
                    <a:pt x="1844779" y="2535803"/>
                  </a:lnTo>
                  <a:lnTo>
                    <a:pt x="1844897" y="2535803"/>
                  </a:lnTo>
                  <a:lnTo>
                    <a:pt x="1845014" y="2535803"/>
                  </a:lnTo>
                  <a:lnTo>
                    <a:pt x="1845132" y="2535803"/>
                  </a:lnTo>
                  <a:lnTo>
                    <a:pt x="1845132" y="2535372"/>
                  </a:lnTo>
                  <a:lnTo>
                    <a:pt x="1845132" y="2534942"/>
                  </a:lnTo>
                  <a:lnTo>
                    <a:pt x="1845250" y="2534942"/>
                  </a:lnTo>
                  <a:lnTo>
                    <a:pt x="1845367" y="2534942"/>
                  </a:lnTo>
                  <a:lnTo>
                    <a:pt x="1845485" y="2534942"/>
                  </a:lnTo>
                  <a:lnTo>
                    <a:pt x="1845603" y="2534942"/>
                  </a:lnTo>
                  <a:lnTo>
                    <a:pt x="1845720" y="2534942"/>
                  </a:lnTo>
                  <a:lnTo>
                    <a:pt x="1845720" y="2534511"/>
                  </a:lnTo>
                  <a:lnTo>
                    <a:pt x="1845838" y="2534511"/>
                  </a:lnTo>
                  <a:lnTo>
                    <a:pt x="1845838" y="2534081"/>
                  </a:lnTo>
                  <a:lnTo>
                    <a:pt x="1845955" y="2534081"/>
                  </a:lnTo>
                  <a:lnTo>
                    <a:pt x="1846073" y="2534081"/>
                  </a:lnTo>
                  <a:lnTo>
                    <a:pt x="1846073" y="2533650"/>
                  </a:lnTo>
                  <a:lnTo>
                    <a:pt x="1846191" y="2533650"/>
                  </a:lnTo>
                  <a:lnTo>
                    <a:pt x="1846308" y="2533650"/>
                  </a:lnTo>
                  <a:lnTo>
                    <a:pt x="1846426" y="2533650"/>
                  </a:lnTo>
                  <a:lnTo>
                    <a:pt x="1846543" y="2533650"/>
                  </a:lnTo>
                  <a:lnTo>
                    <a:pt x="1846661" y="2533650"/>
                  </a:lnTo>
                  <a:lnTo>
                    <a:pt x="1846779" y="2533650"/>
                  </a:lnTo>
                  <a:lnTo>
                    <a:pt x="1846896" y="2533650"/>
                  </a:lnTo>
                  <a:lnTo>
                    <a:pt x="1846896" y="2533219"/>
                  </a:lnTo>
                  <a:lnTo>
                    <a:pt x="1847014" y="2533219"/>
                  </a:lnTo>
                  <a:lnTo>
                    <a:pt x="1847132" y="2533219"/>
                  </a:lnTo>
                  <a:lnTo>
                    <a:pt x="1847249" y="2533219"/>
                  </a:lnTo>
                  <a:lnTo>
                    <a:pt x="1847367" y="2533219"/>
                  </a:lnTo>
                  <a:lnTo>
                    <a:pt x="1847367" y="2532789"/>
                  </a:lnTo>
                  <a:lnTo>
                    <a:pt x="1847367" y="2532358"/>
                  </a:lnTo>
                  <a:lnTo>
                    <a:pt x="1847367" y="2531928"/>
                  </a:lnTo>
                  <a:lnTo>
                    <a:pt x="1847484" y="2531928"/>
                  </a:lnTo>
                  <a:lnTo>
                    <a:pt x="1847602" y="2531928"/>
                  </a:lnTo>
                  <a:lnTo>
                    <a:pt x="1847602" y="2531497"/>
                  </a:lnTo>
                  <a:lnTo>
                    <a:pt x="1847720" y="2531497"/>
                  </a:lnTo>
                  <a:lnTo>
                    <a:pt x="1847837" y="2531497"/>
                  </a:lnTo>
                  <a:lnTo>
                    <a:pt x="1847955" y="2531497"/>
                  </a:lnTo>
                  <a:lnTo>
                    <a:pt x="1848072" y="2531497"/>
                  </a:lnTo>
                  <a:lnTo>
                    <a:pt x="1848190" y="2531497"/>
                  </a:lnTo>
                  <a:lnTo>
                    <a:pt x="1848308" y="2531497"/>
                  </a:lnTo>
                  <a:lnTo>
                    <a:pt x="1848308" y="2531066"/>
                  </a:lnTo>
                  <a:lnTo>
                    <a:pt x="1848425" y="2531066"/>
                  </a:lnTo>
                  <a:lnTo>
                    <a:pt x="1848543" y="2531066"/>
                  </a:lnTo>
                  <a:lnTo>
                    <a:pt x="1848543" y="2530636"/>
                  </a:lnTo>
                  <a:lnTo>
                    <a:pt x="1848661" y="2530636"/>
                  </a:lnTo>
                  <a:lnTo>
                    <a:pt x="1848778" y="2530636"/>
                  </a:lnTo>
                  <a:lnTo>
                    <a:pt x="1848896" y="2530636"/>
                  </a:lnTo>
                  <a:lnTo>
                    <a:pt x="1849013" y="2530636"/>
                  </a:lnTo>
                  <a:lnTo>
                    <a:pt x="1849131" y="2530636"/>
                  </a:lnTo>
                  <a:lnTo>
                    <a:pt x="1849249" y="2530636"/>
                  </a:lnTo>
                  <a:lnTo>
                    <a:pt x="1849366" y="2530636"/>
                  </a:lnTo>
                  <a:lnTo>
                    <a:pt x="1849366" y="2530205"/>
                  </a:lnTo>
                  <a:lnTo>
                    <a:pt x="1849484" y="2530205"/>
                  </a:lnTo>
                  <a:lnTo>
                    <a:pt x="1849484" y="2529775"/>
                  </a:lnTo>
                  <a:lnTo>
                    <a:pt x="1849601" y="2529775"/>
                  </a:lnTo>
                  <a:lnTo>
                    <a:pt x="1849719" y="2529775"/>
                  </a:lnTo>
                  <a:lnTo>
                    <a:pt x="1849837" y="2529775"/>
                  </a:lnTo>
                  <a:lnTo>
                    <a:pt x="1849954" y="2529775"/>
                  </a:lnTo>
                  <a:lnTo>
                    <a:pt x="1850072" y="2529775"/>
                  </a:lnTo>
                  <a:lnTo>
                    <a:pt x="1850072" y="2529344"/>
                  </a:lnTo>
                  <a:lnTo>
                    <a:pt x="1850190" y="2529344"/>
                  </a:lnTo>
                  <a:lnTo>
                    <a:pt x="1850190" y="2528913"/>
                  </a:lnTo>
                  <a:lnTo>
                    <a:pt x="1850307" y="2528913"/>
                  </a:lnTo>
                  <a:lnTo>
                    <a:pt x="1850425" y="2528913"/>
                  </a:lnTo>
                  <a:lnTo>
                    <a:pt x="1850425" y="2528483"/>
                  </a:lnTo>
                  <a:lnTo>
                    <a:pt x="1850542" y="2528483"/>
                  </a:lnTo>
                  <a:lnTo>
                    <a:pt x="1850660" y="2528483"/>
                  </a:lnTo>
                  <a:lnTo>
                    <a:pt x="1850660" y="2528052"/>
                  </a:lnTo>
                  <a:lnTo>
                    <a:pt x="1850778" y="2528052"/>
                  </a:lnTo>
                  <a:lnTo>
                    <a:pt x="1850895" y="2528052"/>
                  </a:lnTo>
                  <a:lnTo>
                    <a:pt x="1851013" y="2528052"/>
                  </a:lnTo>
                  <a:lnTo>
                    <a:pt x="1851130" y="2528052"/>
                  </a:lnTo>
                  <a:lnTo>
                    <a:pt x="1851248" y="2528052"/>
                  </a:lnTo>
                  <a:lnTo>
                    <a:pt x="1851248" y="2527622"/>
                  </a:lnTo>
                  <a:lnTo>
                    <a:pt x="1851248" y="2527191"/>
                  </a:lnTo>
                  <a:lnTo>
                    <a:pt x="1851366" y="2527191"/>
                  </a:lnTo>
                  <a:lnTo>
                    <a:pt x="1851483" y="2527191"/>
                  </a:lnTo>
                  <a:lnTo>
                    <a:pt x="1851601" y="2527191"/>
                  </a:lnTo>
                  <a:lnTo>
                    <a:pt x="1851718" y="2527191"/>
                  </a:lnTo>
                  <a:lnTo>
                    <a:pt x="1851718" y="2526760"/>
                  </a:lnTo>
                  <a:lnTo>
                    <a:pt x="1851836" y="2526760"/>
                  </a:lnTo>
                  <a:lnTo>
                    <a:pt x="1851954" y="2526760"/>
                  </a:lnTo>
                  <a:lnTo>
                    <a:pt x="1851954" y="2526330"/>
                  </a:lnTo>
                  <a:lnTo>
                    <a:pt x="1852071" y="2526330"/>
                  </a:lnTo>
                  <a:lnTo>
                    <a:pt x="1852189" y="2526330"/>
                  </a:lnTo>
                  <a:lnTo>
                    <a:pt x="1852189" y="2525899"/>
                  </a:lnTo>
                  <a:lnTo>
                    <a:pt x="1852189" y="2525469"/>
                  </a:lnTo>
                  <a:lnTo>
                    <a:pt x="1852307" y="2525469"/>
                  </a:lnTo>
                  <a:lnTo>
                    <a:pt x="1852424" y="2525469"/>
                  </a:lnTo>
                  <a:lnTo>
                    <a:pt x="1852424" y="2525038"/>
                  </a:lnTo>
                  <a:lnTo>
                    <a:pt x="1852542" y="2525038"/>
                  </a:lnTo>
                  <a:lnTo>
                    <a:pt x="1852659" y="2525038"/>
                  </a:lnTo>
                  <a:lnTo>
                    <a:pt x="1852659" y="2524607"/>
                  </a:lnTo>
                  <a:lnTo>
                    <a:pt x="1852777" y="2524607"/>
                  </a:lnTo>
                  <a:lnTo>
                    <a:pt x="1852895" y="2524607"/>
                  </a:lnTo>
                  <a:lnTo>
                    <a:pt x="1853012" y="2524607"/>
                  </a:lnTo>
                  <a:lnTo>
                    <a:pt x="1853130" y="2524607"/>
                  </a:lnTo>
                  <a:lnTo>
                    <a:pt x="1853247" y="2524607"/>
                  </a:lnTo>
                  <a:lnTo>
                    <a:pt x="1853365" y="2524607"/>
                  </a:lnTo>
                  <a:lnTo>
                    <a:pt x="1853483" y="2524607"/>
                  </a:lnTo>
                  <a:lnTo>
                    <a:pt x="1853600" y="2524607"/>
                  </a:lnTo>
                  <a:lnTo>
                    <a:pt x="1853718" y="2524607"/>
                  </a:lnTo>
                  <a:lnTo>
                    <a:pt x="1853718" y="2524177"/>
                  </a:lnTo>
                  <a:lnTo>
                    <a:pt x="1853836" y="2524177"/>
                  </a:lnTo>
                  <a:lnTo>
                    <a:pt x="1853953" y="2524177"/>
                  </a:lnTo>
                  <a:lnTo>
                    <a:pt x="1853953" y="2523746"/>
                  </a:lnTo>
                  <a:lnTo>
                    <a:pt x="1854071" y="2523746"/>
                  </a:lnTo>
                  <a:lnTo>
                    <a:pt x="1854188" y="2523746"/>
                  </a:lnTo>
                  <a:lnTo>
                    <a:pt x="1854306" y="2523746"/>
                  </a:lnTo>
                  <a:lnTo>
                    <a:pt x="1854306" y="2523316"/>
                  </a:lnTo>
                  <a:lnTo>
                    <a:pt x="1854424" y="2523316"/>
                  </a:lnTo>
                  <a:lnTo>
                    <a:pt x="1854424" y="2522885"/>
                  </a:lnTo>
                  <a:lnTo>
                    <a:pt x="1854424" y="2522454"/>
                  </a:lnTo>
                  <a:lnTo>
                    <a:pt x="1854541" y="2522454"/>
                  </a:lnTo>
                  <a:lnTo>
                    <a:pt x="1854659" y="2522454"/>
                  </a:lnTo>
                  <a:lnTo>
                    <a:pt x="1854776" y="2522454"/>
                  </a:lnTo>
                  <a:lnTo>
                    <a:pt x="1854894" y="2522454"/>
                  </a:lnTo>
                  <a:lnTo>
                    <a:pt x="1855012" y="2522454"/>
                  </a:lnTo>
                  <a:lnTo>
                    <a:pt x="1855129" y="2522454"/>
                  </a:lnTo>
                  <a:lnTo>
                    <a:pt x="1855247" y="2522454"/>
                  </a:lnTo>
                  <a:lnTo>
                    <a:pt x="1855247" y="2522024"/>
                  </a:lnTo>
                  <a:lnTo>
                    <a:pt x="1855247" y="2521593"/>
                  </a:lnTo>
                  <a:lnTo>
                    <a:pt x="1855365" y="2521593"/>
                  </a:lnTo>
                  <a:lnTo>
                    <a:pt x="1855482" y="2521593"/>
                  </a:lnTo>
                  <a:lnTo>
                    <a:pt x="1855600" y="2521593"/>
                  </a:lnTo>
                  <a:lnTo>
                    <a:pt x="1855717" y="2521593"/>
                  </a:lnTo>
                  <a:lnTo>
                    <a:pt x="1855835" y="2521593"/>
                  </a:lnTo>
                  <a:lnTo>
                    <a:pt x="1855835" y="2521163"/>
                  </a:lnTo>
                  <a:lnTo>
                    <a:pt x="1855835" y="2520732"/>
                  </a:lnTo>
                  <a:lnTo>
                    <a:pt x="1855835" y="2520301"/>
                  </a:lnTo>
                  <a:lnTo>
                    <a:pt x="1855953" y="2520301"/>
                  </a:lnTo>
                  <a:lnTo>
                    <a:pt x="1855953" y="2519871"/>
                  </a:lnTo>
                  <a:lnTo>
                    <a:pt x="1856070" y="2519871"/>
                  </a:lnTo>
                  <a:lnTo>
                    <a:pt x="1856070" y="2519440"/>
                  </a:lnTo>
                  <a:lnTo>
                    <a:pt x="1856188" y="2519440"/>
                  </a:lnTo>
                  <a:lnTo>
                    <a:pt x="1856305" y="2519440"/>
                  </a:lnTo>
                  <a:lnTo>
                    <a:pt x="1856423" y="2519440"/>
                  </a:lnTo>
                  <a:lnTo>
                    <a:pt x="1856541" y="2519440"/>
                  </a:lnTo>
                  <a:lnTo>
                    <a:pt x="1856658" y="2519440"/>
                  </a:lnTo>
                  <a:lnTo>
                    <a:pt x="1856776" y="2519440"/>
                  </a:lnTo>
                  <a:lnTo>
                    <a:pt x="1856894" y="2519440"/>
                  </a:lnTo>
                  <a:lnTo>
                    <a:pt x="1857011" y="2519440"/>
                  </a:lnTo>
                  <a:lnTo>
                    <a:pt x="1857129" y="2519440"/>
                  </a:lnTo>
                  <a:lnTo>
                    <a:pt x="1857129" y="2519010"/>
                  </a:lnTo>
                  <a:lnTo>
                    <a:pt x="1857246" y="2519010"/>
                  </a:lnTo>
                  <a:lnTo>
                    <a:pt x="1857364" y="2519010"/>
                  </a:lnTo>
                  <a:lnTo>
                    <a:pt x="1857364" y="2518579"/>
                  </a:lnTo>
                  <a:lnTo>
                    <a:pt x="1857482" y="2518579"/>
                  </a:lnTo>
                  <a:lnTo>
                    <a:pt x="1857599" y="2518579"/>
                  </a:lnTo>
                  <a:lnTo>
                    <a:pt x="1857717" y="2518579"/>
                  </a:lnTo>
                  <a:lnTo>
                    <a:pt x="1857834" y="2518579"/>
                  </a:lnTo>
                  <a:lnTo>
                    <a:pt x="1857952" y="2518579"/>
                  </a:lnTo>
                  <a:lnTo>
                    <a:pt x="1858070" y="2518579"/>
                  </a:lnTo>
                  <a:lnTo>
                    <a:pt x="1858187" y="2518579"/>
                  </a:lnTo>
                  <a:lnTo>
                    <a:pt x="1858305" y="2518579"/>
                  </a:lnTo>
                  <a:lnTo>
                    <a:pt x="1858422" y="2518579"/>
                  </a:lnTo>
                  <a:lnTo>
                    <a:pt x="1858540" y="2518579"/>
                  </a:lnTo>
                  <a:lnTo>
                    <a:pt x="1858658" y="2518579"/>
                  </a:lnTo>
                  <a:lnTo>
                    <a:pt x="1858775" y="2518579"/>
                  </a:lnTo>
                  <a:lnTo>
                    <a:pt x="1858893" y="2518579"/>
                  </a:lnTo>
                  <a:lnTo>
                    <a:pt x="1859011" y="2518579"/>
                  </a:lnTo>
                  <a:lnTo>
                    <a:pt x="1859128" y="2518579"/>
                  </a:lnTo>
                  <a:lnTo>
                    <a:pt x="1859128" y="2518148"/>
                  </a:lnTo>
                  <a:lnTo>
                    <a:pt x="1859246" y="2518148"/>
                  </a:lnTo>
                  <a:lnTo>
                    <a:pt x="1859363" y="2518148"/>
                  </a:lnTo>
                  <a:lnTo>
                    <a:pt x="1859363" y="2517718"/>
                  </a:lnTo>
                  <a:lnTo>
                    <a:pt x="1859481" y="2517718"/>
                  </a:lnTo>
                  <a:lnTo>
                    <a:pt x="1859599" y="2517718"/>
                  </a:lnTo>
                  <a:lnTo>
                    <a:pt x="1859716" y="2517718"/>
                  </a:lnTo>
                  <a:lnTo>
                    <a:pt x="1859716" y="2517287"/>
                  </a:lnTo>
                  <a:lnTo>
                    <a:pt x="1859834" y="2517287"/>
                  </a:lnTo>
                  <a:lnTo>
                    <a:pt x="1859951" y="2517287"/>
                  </a:lnTo>
                  <a:lnTo>
                    <a:pt x="1860069" y="2517287"/>
                  </a:lnTo>
                  <a:lnTo>
                    <a:pt x="1860187" y="2517287"/>
                  </a:lnTo>
                  <a:lnTo>
                    <a:pt x="1860304" y="2517287"/>
                  </a:lnTo>
                  <a:lnTo>
                    <a:pt x="1860422" y="2517287"/>
                  </a:lnTo>
                  <a:lnTo>
                    <a:pt x="1860540" y="2517287"/>
                  </a:lnTo>
                  <a:lnTo>
                    <a:pt x="1860540" y="2516857"/>
                  </a:lnTo>
                  <a:lnTo>
                    <a:pt x="1860657" y="2516857"/>
                  </a:lnTo>
                  <a:lnTo>
                    <a:pt x="1860775" y="2516857"/>
                  </a:lnTo>
                  <a:lnTo>
                    <a:pt x="1860892" y="2516857"/>
                  </a:lnTo>
                  <a:lnTo>
                    <a:pt x="1861010" y="2516857"/>
                  </a:lnTo>
                  <a:lnTo>
                    <a:pt x="1861128" y="2516857"/>
                  </a:lnTo>
                  <a:lnTo>
                    <a:pt x="1861245" y="2516857"/>
                  </a:lnTo>
                  <a:lnTo>
                    <a:pt x="1861363" y="2516857"/>
                  </a:lnTo>
                  <a:lnTo>
                    <a:pt x="1861363" y="2516426"/>
                  </a:lnTo>
                  <a:lnTo>
                    <a:pt x="1861480" y="2516426"/>
                  </a:lnTo>
                  <a:lnTo>
                    <a:pt x="1861480" y="2515995"/>
                  </a:lnTo>
                  <a:lnTo>
                    <a:pt x="1861598" y="2515995"/>
                  </a:lnTo>
                  <a:lnTo>
                    <a:pt x="1861598" y="2515565"/>
                  </a:lnTo>
                  <a:lnTo>
                    <a:pt x="1861716" y="2515565"/>
                  </a:lnTo>
                  <a:lnTo>
                    <a:pt x="1861833" y="2515565"/>
                  </a:lnTo>
                  <a:lnTo>
                    <a:pt x="1861951" y="2515565"/>
                  </a:lnTo>
                  <a:lnTo>
                    <a:pt x="1862069" y="2515565"/>
                  </a:lnTo>
                  <a:lnTo>
                    <a:pt x="1862186" y="2515565"/>
                  </a:lnTo>
                  <a:lnTo>
                    <a:pt x="1862304" y="2515565"/>
                  </a:lnTo>
                  <a:lnTo>
                    <a:pt x="1862421" y="2515565"/>
                  </a:lnTo>
                  <a:lnTo>
                    <a:pt x="1862539" y="2515565"/>
                  </a:lnTo>
                  <a:lnTo>
                    <a:pt x="1862657" y="2515565"/>
                  </a:lnTo>
                  <a:lnTo>
                    <a:pt x="1862774" y="2515565"/>
                  </a:lnTo>
                  <a:lnTo>
                    <a:pt x="1862774" y="2515134"/>
                  </a:lnTo>
                  <a:lnTo>
                    <a:pt x="1862774" y="2514704"/>
                  </a:lnTo>
                  <a:lnTo>
                    <a:pt x="1862892" y="2514704"/>
                  </a:lnTo>
                  <a:lnTo>
                    <a:pt x="1863009" y="2514704"/>
                  </a:lnTo>
                  <a:lnTo>
                    <a:pt x="1863009" y="2514273"/>
                  </a:lnTo>
                  <a:lnTo>
                    <a:pt x="1863127" y="2514273"/>
                  </a:lnTo>
                  <a:lnTo>
                    <a:pt x="1863245" y="2514273"/>
                  </a:lnTo>
                  <a:lnTo>
                    <a:pt x="1863245" y="2513842"/>
                  </a:lnTo>
                  <a:lnTo>
                    <a:pt x="1863362" y="2513842"/>
                  </a:lnTo>
                  <a:lnTo>
                    <a:pt x="1863480" y="2513842"/>
                  </a:lnTo>
                  <a:lnTo>
                    <a:pt x="1863598" y="2513842"/>
                  </a:lnTo>
                  <a:lnTo>
                    <a:pt x="1863598" y="2513412"/>
                  </a:lnTo>
                  <a:lnTo>
                    <a:pt x="1863715" y="2513412"/>
                  </a:lnTo>
                  <a:lnTo>
                    <a:pt x="1863715" y="2512981"/>
                  </a:lnTo>
                  <a:lnTo>
                    <a:pt x="1863833" y="2512981"/>
                  </a:lnTo>
                  <a:lnTo>
                    <a:pt x="1863833" y="2512551"/>
                  </a:lnTo>
                  <a:lnTo>
                    <a:pt x="1863950" y="2512551"/>
                  </a:lnTo>
                  <a:lnTo>
                    <a:pt x="1864068" y="2512551"/>
                  </a:lnTo>
                  <a:lnTo>
                    <a:pt x="1864186" y="2512551"/>
                  </a:lnTo>
                  <a:lnTo>
                    <a:pt x="1864303" y="2512551"/>
                  </a:lnTo>
                  <a:lnTo>
                    <a:pt x="1864421" y="2512551"/>
                  </a:lnTo>
                  <a:lnTo>
                    <a:pt x="1864538" y="2512551"/>
                  </a:lnTo>
                  <a:lnTo>
                    <a:pt x="1864538" y="2512120"/>
                  </a:lnTo>
                  <a:lnTo>
                    <a:pt x="1864538" y="2511689"/>
                  </a:lnTo>
                  <a:lnTo>
                    <a:pt x="1864656" y="2511689"/>
                  </a:lnTo>
                  <a:lnTo>
                    <a:pt x="1864774" y="2511689"/>
                  </a:lnTo>
                  <a:lnTo>
                    <a:pt x="1864891" y="2511689"/>
                  </a:lnTo>
                  <a:lnTo>
                    <a:pt x="1865009" y="2511689"/>
                  </a:lnTo>
                  <a:lnTo>
                    <a:pt x="1865009" y="2511259"/>
                  </a:lnTo>
                  <a:lnTo>
                    <a:pt x="1865127" y="2511259"/>
                  </a:lnTo>
                  <a:lnTo>
                    <a:pt x="1865127" y="2510828"/>
                  </a:lnTo>
                  <a:lnTo>
                    <a:pt x="1865244" y="2510828"/>
                  </a:lnTo>
                  <a:lnTo>
                    <a:pt x="1865244" y="2510398"/>
                  </a:lnTo>
                  <a:lnTo>
                    <a:pt x="1865362" y="2510398"/>
                  </a:lnTo>
                  <a:lnTo>
                    <a:pt x="1865479" y="2510398"/>
                  </a:lnTo>
                  <a:lnTo>
                    <a:pt x="1865597" y="2510398"/>
                  </a:lnTo>
                  <a:lnTo>
                    <a:pt x="1865715" y="2510398"/>
                  </a:lnTo>
                  <a:lnTo>
                    <a:pt x="1865715" y="2509967"/>
                  </a:lnTo>
                  <a:lnTo>
                    <a:pt x="1865715" y="2509536"/>
                  </a:lnTo>
                  <a:lnTo>
                    <a:pt x="1865832" y="2509536"/>
                  </a:lnTo>
                  <a:lnTo>
                    <a:pt x="1865950" y="2509536"/>
                  </a:lnTo>
                  <a:lnTo>
                    <a:pt x="1865950" y="2509106"/>
                  </a:lnTo>
                  <a:lnTo>
                    <a:pt x="1866067" y="2509106"/>
                  </a:lnTo>
                  <a:lnTo>
                    <a:pt x="1866185" y="2509106"/>
                  </a:lnTo>
                  <a:lnTo>
                    <a:pt x="1866185" y="2508675"/>
                  </a:lnTo>
                  <a:lnTo>
                    <a:pt x="1866185" y="2508245"/>
                  </a:lnTo>
                  <a:lnTo>
                    <a:pt x="1866185" y="2507814"/>
                  </a:lnTo>
                  <a:lnTo>
                    <a:pt x="1866303" y="2507814"/>
                  </a:lnTo>
                  <a:lnTo>
                    <a:pt x="1866420" y="2507814"/>
                  </a:lnTo>
                  <a:lnTo>
                    <a:pt x="1866420" y="2507383"/>
                  </a:lnTo>
                  <a:lnTo>
                    <a:pt x="1866538" y="2507383"/>
                  </a:lnTo>
                  <a:lnTo>
                    <a:pt x="1866655" y="2507383"/>
                  </a:lnTo>
                  <a:lnTo>
                    <a:pt x="1866655" y="2506953"/>
                  </a:lnTo>
                  <a:lnTo>
                    <a:pt x="1866773" y="2506953"/>
                  </a:lnTo>
                  <a:lnTo>
                    <a:pt x="1866773" y="2506522"/>
                  </a:lnTo>
                  <a:lnTo>
                    <a:pt x="1866891" y="2506522"/>
                  </a:lnTo>
                  <a:lnTo>
                    <a:pt x="1867008" y="2506522"/>
                  </a:lnTo>
                  <a:lnTo>
                    <a:pt x="1867126" y="2506522"/>
                  </a:lnTo>
                  <a:lnTo>
                    <a:pt x="1867126" y="2506092"/>
                  </a:lnTo>
                  <a:lnTo>
                    <a:pt x="1867126" y="2505661"/>
                  </a:lnTo>
                  <a:lnTo>
                    <a:pt x="1867244" y="2505661"/>
                  </a:lnTo>
                  <a:lnTo>
                    <a:pt x="1867361" y="2505661"/>
                  </a:lnTo>
                  <a:lnTo>
                    <a:pt x="1867361" y="2505230"/>
                  </a:lnTo>
                  <a:lnTo>
                    <a:pt x="1867361" y="2504800"/>
                  </a:lnTo>
                  <a:lnTo>
                    <a:pt x="1867479" y="2504800"/>
                  </a:lnTo>
                  <a:lnTo>
                    <a:pt x="1867596" y="2504800"/>
                  </a:lnTo>
                  <a:lnTo>
                    <a:pt x="1867714" y="2504800"/>
                  </a:lnTo>
                  <a:lnTo>
                    <a:pt x="1867832" y="2504800"/>
                  </a:lnTo>
                  <a:lnTo>
                    <a:pt x="1867949" y="2504800"/>
                  </a:lnTo>
                  <a:lnTo>
                    <a:pt x="1868067" y="2504800"/>
                  </a:lnTo>
                  <a:lnTo>
                    <a:pt x="1868184" y="2504800"/>
                  </a:lnTo>
                  <a:lnTo>
                    <a:pt x="1868302" y="2504800"/>
                  </a:lnTo>
                  <a:lnTo>
                    <a:pt x="1868420" y="2504800"/>
                  </a:lnTo>
                  <a:lnTo>
                    <a:pt x="1868537" y="2504800"/>
                  </a:lnTo>
                  <a:lnTo>
                    <a:pt x="1868655" y="2504800"/>
                  </a:lnTo>
                  <a:lnTo>
                    <a:pt x="1868773" y="2504800"/>
                  </a:lnTo>
                  <a:lnTo>
                    <a:pt x="1868773" y="2504369"/>
                  </a:lnTo>
                  <a:lnTo>
                    <a:pt x="1868773" y="2503939"/>
                  </a:lnTo>
                  <a:lnTo>
                    <a:pt x="1868890" y="2503939"/>
                  </a:lnTo>
                  <a:lnTo>
                    <a:pt x="1869008" y="2503939"/>
                  </a:lnTo>
                  <a:lnTo>
                    <a:pt x="1869008" y="2503508"/>
                  </a:lnTo>
                  <a:lnTo>
                    <a:pt x="1869125" y="2503508"/>
                  </a:lnTo>
                  <a:lnTo>
                    <a:pt x="1869243" y="2503508"/>
                  </a:lnTo>
                  <a:lnTo>
                    <a:pt x="1869361" y="2503508"/>
                  </a:lnTo>
                  <a:lnTo>
                    <a:pt x="1869478" y="2503508"/>
                  </a:lnTo>
                  <a:lnTo>
                    <a:pt x="1869478" y="2503077"/>
                  </a:lnTo>
                  <a:lnTo>
                    <a:pt x="1869596" y="2503077"/>
                  </a:lnTo>
                  <a:lnTo>
                    <a:pt x="1869713" y="2503077"/>
                  </a:lnTo>
                  <a:lnTo>
                    <a:pt x="1869831" y="2503077"/>
                  </a:lnTo>
                  <a:lnTo>
                    <a:pt x="1869949" y="2503077"/>
                  </a:lnTo>
                  <a:lnTo>
                    <a:pt x="1869949" y="2502647"/>
                  </a:lnTo>
                  <a:lnTo>
                    <a:pt x="1869949" y="2502216"/>
                  </a:lnTo>
                  <a:lnTo>
                    <a:pt x="1870066" y="2502216"/>
                  </a:lnTo>
                  <a:lnTo>
                    <a:pt x="1870184" y="2502216"/>
                  </a:lnTo>
                  <a:lnTo>
                    <a:pt x="1870302" y="2502216"/>
                  </a:lnTo>
                  <a:lnTo>
                    <a:pt x="1870302" y="2501786"/>
                  </a:lnTo>
                  <a:lnTo>
                    <a:pt x="1870419" y="2501786"/>
                  </a:lnTo>
                  <a:lnTo>
                    <a:pt x="1870537" y="2501786"/>
                  </a:lnTo>
                  <a:lnTo>
                    <a:pt x="1870654" y="2501786"/>
                  </a:lnTo>
                  <a:lnTo>
                    <a:pt x="1870772" y="2501786"/>
                  </a:lnTo>
                  <a:lnTo>
                    <a:pt x="1870890" y="2501786"/>
                  </a:lnTo>
                  <a:lnTo>
                    <a:pt x="1870890" y="2501355"/>
                  </a:lnTo>
                  <a:lnTo>
                    <a:pt x="1871007" y="2501355"/>
                  </a:lnTo>
                  <a:lnTo>
                    <a:pt x="1871125" y="2501355"/>
                  </a:lnTo>
                  <a:lnTo>
                    <a:pt x="1871242" y="2501355"/>
                  </a:lnTo>
                  <a:lnTo>
                    <a:pt x="1871360" y="2501355"/>
                  </a:lnTo>
                  <a:lnTo>
                    <a:pt x="1871478" y="2501355"/>
                  </a:lnTo>
                  <a:lnTo>
                    <a:pt x="1871595" y="2501355"/>
                  </a:lnTo>
                  <a:lnTo>
                    <a:pt x="1871713" y="2501355"/>
                  </a:lnTo>
                  <a:lnTo>
                    <a:pt x="1871831" y="2501355"/>
                  </a:lnTo>
                  <a:lnTo>
                    <a:pt x="1871831" y="2500924"/>
                  </a:lnTo>
                  <a:lnTo>
                    <a:pt x="1871948" y="2500924"/>
                  </a:lnTo>
                  <a:lnTo>
                    <a:pt x="1872066" y="2500924"/>
                  </a:lnTo>
                  <a:lnTo>
                    <a:pt x="1872066" y="2500494"/>
                  </a:lnTo>
                  <a:lnTo>
                    <a:pt x="1872066" y="2500063"/>
                  </a:lnTo>
                  <a:lnTo>
                    <a:pt x="1872183" y="2500063"/>
                  </a:lnTo>
                  <a:lnTo>
                    <a:pt x="1872301" y="2500063"/>
                  </a:lnTo>
                  <a:lnTo>
                    <a:pt x="1872301" y="2499633"/>
                  </a:lnTo>
                  <a:lnTo>
                    <a:pt x="1872301" y="2499202"/>
                  </a:lnTo>
                  <a:lnTo>
                    <a:pt x="1872419" y="2499202"/>
                  </a:lnTo>
                  <a:lnTo>
                    <a:pt x="1872419" y="2498771"/>
                  </a:lnTo>
                  <a:lnTo>
                    <a:pt x="1872419" y="2498341"/>
                  </a:lnTo>
                  <a:lnTo>
                    <a:pt x="1872536" y="2498341"/>
                  </a:lnTo>
                  <a:lnTo>
                    <a:pt x="1872654" y="2498341"/>
                  </a:lnTo>
                  <a:lnTo>
                    <a:pt x="1872771" y="2498341"/>
                  </a:lnTo>
                  <a:lnTo>
                    <a:pt x="1872889" y="2498341"/>
                  </a:lnTo>
                  <a:lnTo>
                    <a:pt x="1873007" y="2498341"/>
                  </a:lnTo>
                  <a:lnTo>
                    <a:pt x="1873124" y="2498341"/>
                  </a:lnTo>
                  <a:lnTo>
                    <a:pt x="1873242" y="2498341"/>
                  </a:lnTo>
                  <a:lnTo>
                    <a:pt x="1873360" y="2498341"/>
                  </a:lnTo>
                  <a:lnTo>
                    <a:pt x="1873477" y="2498341"/>
                  </a:lnTo>
                  <a:lnTo>
                    <a:pt x="1873477" y="2497910"/>
                  </a:lnTo>
                  <a:lnTo>
                    <a:pt x="1873595" y="2497910"/>
                  </a:lnTo>
                  <a:lnTo>
                    <a:pt x="1873712" y="2497910"/>
                  </a:lnTo>
                  <a:lnTo>
                    <a:pt x="1873830" y="2497910"/>
                  </a:lnTo>
                  <a:lnTo>
                    <a:pt x="1873948" y="2497910"/>
                  </a:lnTo>
                  <a:lnTo>
                    <a:pt x="1874065" y="2497910"/>
                  </a:lnTo>
                  <a:lnTo>
                    <a:pt x="1874183" y="2497910"/>
                  </a:lnTo>
                  <a:lnTo>
                    <a:pt x="1874300" y="2497910"/>
                  </a:lnTo>
                  <a:lnTo>
                    <a:pt x="1874300" y="2497480"/>
                  </a:lnTo>
                  <a:lnTo>
                    <a:pt x="1874300" y="2497049"/>
                  </a:lnTo>
                  <a:lnTo>
                    <a:pt x="1874418" y="2497049"/>
                  </a:lnTo>
                  <a:lnTo>
                    <a:pt x="1874536" y="2497049"/>
                  </a:lnTo>
                  <a:lnTo>
                    <a:pt x="1874653" y="2497049"/>
                  </a:lnTo>
                  <a:lnTo>
                    <a:pt x="1874771" y="2497049"/>
                  </a:lnTo>
                  <a:lnTo>
                    <a:pt x="1874888" y="2497049"/>
                  </a:lnTo>
                  <a:lnTo>
                    <a:pt x="1875006" y="2497049"/>
                  </a:lnTo>
                  <a:lnTo>
                    <a:pt x="1875006" y="2496618"/>
                  </a:lnTo>
                  <a:lnTo>
                    <a:pt x="1875124" y="2496618"/>
                  </a:lnTo>
                  <a:lnTo>
                    <a:pt x="1875124" y="2496188"/>
                  </a:lnTo>
                  <a:lnTo>
                    <a:pt x="1875241" y="2496188"/>
                  </a:lnTo>
                  <a:lnTo>
                    <a:pt x="1875359" y="2496188"/>
                  </a:lnTo>
                  <a:lnTo>
                    <a:pt x="1875359" y="2495757"/>
                  </a:lnTo>
                  <a:lnTo>
                    <a:pt x="1875477" y="2495757"/>
                  </a:lnTo>
                  <a:lnTo>
                    <a:pt x="1875594" y="2495757"/>
                  </a:lnTo>
                  <a:lnTo>
                    <a:pt x="1875594" y="2495327"/>
                  </a:lnTo>
                  <a:lnTo>
                    <a:pt x="1875712" y="2495327"/>
                  </a:lnTo>
                  <a:lnTo>
                    <a:pt x="1875829" y="2495327"/>
                  </a:lnTo>
                  <a:lnTo>
                    <a:pt x="1875829" y="2494896"/>
                  </a:lnTo>
                  <a:lnTo>
                    <a:pt x="1875947" y="2494896"/>
                  </a:lnTo>
                  <a:lnTo>
                    <a:pt x="1876065" y="2494896"/>
                  </a:lnTo>
                  <a:lnTo>
                    <a:pt x="1876182" y="2494896"/>
                  </a:lnTo>
                  <a:lnTo>
                    <a:pt x="1876182" y="2494465"/>
                  </a:lnTo>
                  <a:lnTo>
                    <a:pt x="1876300" y="2494465"/>
                  </a:lnTo>
                  <a:lnTo>
                    <a:pt x="1876417" y="2494465"/>
                  </a:lnTo>
                  <a:lnTo>
                    <a:pt x="1876535" y="2494465"/>
                  </a:lnTo>
                  <a:lnTo>
                    <a:pt x="1876653" y="2494465"/>
                  </a:lnTo>
                  <a:lnTo>
                    <a:pt x="1876653" y="2494035"/>
                  </a:lnTo>
                  <a:lnTo>
                    <a:pt x="1876770" y="2494035"/>
                  </a:lnTo>
                  <a:lnTo>
                    <a:pt x="1876888" y="2494035"/>
                  </a:lnTo>
                  <a:lnTo>
                    <a:pt x="1876888" y="2493604"/>
                  </a:lnTo>
                  <a:lnTo>
                    <a:pt x="1877006" y="2493604"/>
                  </a:lnTo>
                  <a:lnTo>
                    <a:pt x="1877123" y="2493604"/>
                  </a:lnTo>
                  <a:lnTo>
                    <a:pt x="1877241" y="2493604"/>
                  </a:lnTo>
                  <a:lnTo>
                    <a:pt x="1877358" y="2493604"/>
                  </a:lnTo>
                  <a:lnTo>
                    <a:pt x="1877358" y="2493174"/>
                  </a:lnTo>
                  <a:lnTo>
                    <a:pt x="1877358" y="2492743"/>
                  </a:lnTo>
                  <a:lnTo>
                    <a:pt x="1877476" y="2492743"/>
                  </a:lnTo>
                  <a:lnTo>
                    <a:pt x="1877476" y="2492312"/>
                  </a:lnTo>
                  <a:lnTo>
                    <a:pt x="1877594" y="2492312"/>
                  </a:lnTo>
                  <a:lnTo>
                    <a:pt x="1877711" y="2492312"/>
                  </a:lnTo>
                  <a:lnTo>
                    <a:pt x="1877829" y="2492312"/>
                  </a:lnTo>
                  <a:lnTo>
                    <a:pt x="1877946" y="2492312"/>
                  </a:lnTo>
                  <a:lnTo>
                    <a:pt x="1878064" y="2492312"/>
                  </a:lnTo>
                  <a:lnTo>
                    <a:pt x="1878064" y="2491882"/>
                  </a:lnTo>
                  <a:lnTo>
                    <a:pt x="1878182" y="2491882"/>
                  </a:lnTo>
                  <a:lnTo>
                    <a:pt x="1878299" y="2491882"/>
                  </a:lnTo>
                  <a:lnTo>
                    <a:pt x="1878417" y="2491882"/>
                  </a:lnTo>
                  <a:lnTo>
                    <a:pt x="1878535" y="2491882"/>
                  </a:lnTo>
                  <a:lnTo>
                    <a:pt x="1878652" y="2491882"/>
                  </a:lnTo>
                  <a:lnTo>
                    <a:pt x="1878770" y="2491882"/>
                  </a:lnTo>
                  <a:lnTo>
                    <a:pt x="1878887" y="2491882"/>
                  </a:lnTo>
                  <a:lnTo>
                    <a:pt x="1879005" y="2491882"/>
                  </a:lnTo>
                  <a:lnTo>
                    <a:pt x="1879123" y="2491882"/>
                  </a:lnTo>
                  <a:lnTo>
                    <a:pt x="1879240" y="2491882"/>
                  </a:lnTo>
                  <a:lnTo>
                    <a:pt x="1879358" y="2491882"/>
                  </a:lnTo>
                  <a:lnTo>
                    <a:pt x="1879475" y="2491882"/>
                  </a:lnTo>
                  <a:lnTo>
                    <a:pt x="1879593" y="2491882"/>
                  </a:lnTo>
                  <a:lnTo>
                    <a:pt x="1879711" y="2491882"/>
                  </a:lnTo>
                  <a:lnTo>
                    <a:pt x="1879828" y="2491882"/>
                  </a:lnTo>
                  <a:lnTo>
                    <a:pt x="1879946" y="2491882"/>
                  </a:lnTo>
                  <a:lnTo>
                    <a:pt x="1880064" y="2491882"/>
                  </a:lnTo>
                  <a:lnTo>
                    <a:pt x="1880064" y="2491451"/>
                  </a:lnTo>
                  <a:lnTo>
                    <a:pt x="1880181" y="2491451"/>
                  </a:lnTo>
                  <a:lnTo>
                    <a:pt x="1880181" y="2491021"/>
                  </a:lnTo>
                  <a:lnTo>
                    <a:pt x="1880299" y="2491021"/>
                  </a:lnTo>
                  <a:lnTo>
                    <a:pt x="1880416" y="2491021"/>
                  </a:lnTo>
                  <a:lnTo>
                    <a:pt x="1880534" y="2491021"/>
                  </a:lnTo>
                  <a:lnTo>
                    <a:pt x="1880652" y="2491021"/>
                  </a:lnTo>
                  <a:lnTo>
                    <a:pt x="1880769" y="2491021"/>
                  </a:lnTo>
                  <a:lnTo>
                    <a:pt x="1880887" y="2491021"/>
                  </a:lnTo>
                  <a:lnTo>
                    <a:pt x="1881004" y="2491021"/>
                  </a:lnTo>
                  <a:lnTo>
                    <a:pt x="1881004" y="2490590"/>
                  </a:lnTo>
                  <a:lnTo>
                    <a:pt x="1881004" y="2490159"/>
                  </a:lnTo>
                  <a:lnTo>
                    <a:pt x="1881122" y="2490159"/>
                  </a:lnTo>
                  <a:lnTo>
                    <a:pt x="1881122" y="2489729"/>
                  </a:lnTo>
                  <a:lnTo>
                    <a:pt x="1881240" y="2489729"/>
                  </a:lnTo>
                  <a:lnTo>
                    <a:pt x="1881240" y="2489298"/>
                  </a:lnTo>
                  <a:lnTo>
                    <a:pt x="1881240" y="2488868"/>
                  </a:lnTo>
                  <a:lnTo>
                    <a:pt x="1881357" y="2488868"/>
                  </a:lnTo>
                  <a:lnTo>
                    <a:pt x="1881475" y="2488868"/>
                  </a:lnTo>
                  <a:lnTo>
                    <a:pt x="1881593" y="2488868"/>
                  </a:lnTo>
                  <a:lnTo>
                    <a:pt x="1881710" y="2488868"/>
                  </a:lnTo>
                  <a:lnTo>
                    <a:pt x="1881710" y="2488437"/>
                  </a:lnTo>
                  <a:lnTo>
                    <a:pt x="1881828" y="2488437"/>
                  </a:lnTo>
                  <a:lnTo>
                    <a:pt x="1881945" y="2488437"/>
                  </a:lnTo>
                  <a:lnTo>
                    <a:pt x="1882063" y="2488437"/>
                  </a:lnTo>
                  <a:lnTo>
                    <a:pt x="1882063" y="2488006"/>
                  </a:lnTo>
                  <a:lnTo>
                    <a:pt x="1882181" y="2488006"/>
                  </a:lnTo>
                  <a:lnTo>
                    <a:pt x="1882181" y="2487576"/>
                  </a:lnTo>
                  <a:lnTo>
                    <a:pt x="1882298" y="2487576"/>
                  </a:lnTo>
                  <a:lnTo>
                    <a:pt x="1882416" y="2487576"/>
                  </a:lnTo>
                  <a:lnTo>
                    <a:pt x="1882533" y="2487576"/>
                  </a:lnTo>
                  <a:lnTo>
                    <a:pt x="1882533" y="2487145"/>
                  </a:lnTo>
                  <a:lnTo>
                    <a:pt x="1882651" y="2487145"/>
                  </a:lnTo>
                  <a:lnTo>
                    <a:pt x="1882769" y="2487145"/>
                  </a:lnTo>
                  <a:lnTo>
                    <a:pt x="1882886" y="2487145"/>
                  </a:lnTo>
                  <a:lnTo>
                    <a:pt x="1883004" y="2487145"/>
                  </a:lnTo>
                  <a:lnTo>
                    <a:pt x="1883121" y="2487145"/>
                  </a:lnTo>
                  <a:lnTo>
                    <a:pt x="1883239" y="2487145"/>
                  </a:lnTo>
                  <a:lnTo>
                    <a:pt x="1883357" y="2487145"/>
                  </a:lnTo>
                  <a:lnTo>
                    <a:pt x="1883474" y="2487145"/>
                  </a:lnTo>
                  <a:lnTo>
                    <a:pt x="1883592" y="2487145"/>
                  </a:lnTo>
                  <a:lnTo>
                    <a:pt x="1883710" y="2487145"/>
                  </a:lnTo>
                  <a:lnTo>
                    <a:pt x="1883710" y="2486715"/>
                  </a:lnTo>
                  <a:lnTo>
                    <a:pt x="1883827" y="2486715"/>
                  </a:lnTo>
                  <a:lnTo>
                    <a:pt x="1883945" y="2486715"/>
                  </a:lnTo>
                  <a:lnTo>
                    <a:pt x="1883945" y="2486284"/>
                  </a:lnTo>
                  <a:lnTo>
                    <a:pt x="1884062" y="2486284"/>
                  </a:lnTo>
                  <a:lnTo>
                    <a:pt x="1884180" y="2486284"/>
                  </a:lnTo>
                  <a:lnTo>
                    <a:pt x="1884298" y="2486284"/>
                  </a:lnTo>
                  <a:lnTo>
                    <a:pt x="1884415" y="2486284"/>
                  </a:lnTo>
                  <a:lnTo>
                    <a:pt x="1884533" y="2486284"/>
                  </a:lnTo>
                  <a:lnTo>
                    <a:pt x="1884650" y="2486284"/>
                  </a:lnTo>
                  <a:lnTo>
                    <a:pt x="1884650" y="2485853"/>
                  </a:lnTo>
                  <a:lnTo>
                    <a:pt x="1884650" y="2485423"/>
                  </a:lnTo>
                  <a:lnTo>
                    <a:pt x="1884768" y="2485423"/>
                  </a:lnTo>
                  <a:lnTo>
                    <a:pt x="1884886" y="2485423"/>
                  </a:lnTo>
                  <a:lnTo>
                    <a:pt x="1885003" y="2485423"/>
                  </a:lnTo>
                  <a:lnTo>
                    <a:pt x="1885121" y="2485423"/>
                  </a:lnTo>
                  <a:lnTo>
                    <a:pt x="1885239" y="2485423"/>
                  </a:lnTo>
                  <a:lnTo>
                    <a:pt x="1885356" y="2485423"/>
                  </a:lnTo>
                  <a:lnTo>
                    <a:pt x="1885474" y="2485423"/>
                  </a:lnTo>
                  <a:lnTo>
                    <a:pt x="1885591" y="2485423"/>
                  </a:lnTo>
                  <a:lnTo>
                    <a:pt x="1885709" y="2485423"/>
                  </a:lnTo>
                  <a:lnTo>
                    <a:pt x="1885827" y="2485423"/>
                  </a:lnTo>
                  <a:lnTo>
                    <a:pt x="1885944" y="2485423"/>
                  </a:lnTo>
                  <a:lnTo>
                    <a:pt x="1886062" y="2485423"/>
                  </a:lnTo>
                  <a:lnTo>
                    <a:pt x="1886179" y="2485423"/>
                  </a:lnTo>
                  <a:lnTo>
                    <a:pt x="1886297" y="2485423"/>
                  </a:lnTo>
                  <a:lnTo>
                    <a:pt x="1886297" y="2484992"/>
                  </a:lnTo>
                  <a:lnTo>
                    <a:pt x="1886415" y="2484992"/>
                  </a:lnTo>
                  <a:lnTo>
                    <a:pt x="1886532" y="2484992"/>
                  </a:lnTo>
                  <a:lnTo>
                    <a:pt x="1886532" y="2484562"/>
                  </a:lnTo>
                  <a:lnTo>
                    <a:pt x="1886650" y="2484562"/>
                  </a:lnTo>
                  <a:lnTo>
                    <a:pt x="1886768" y="2484562"/>
                  </a:lnTo>
                  <a:lnTo>
                    <a:pt x="1886768" y="2484131"/>
                  </a:lnTo>
                  <a:lnTo>
                    <a:pt x="1886768" y="2483700"/>
                  </a:lnTo>
                  <a:lnTo>
                    <a:pt x="1886885" y="2483700"/>
                  </a:lnTo>
                  <a:lnTo>
                    <a:pt x="1887003" y="2483700"/>
                  </a:lnTo>
                  <a:lnTo>
                    <a:pt x="1887003" y="2483270"/>
                  </a:lnTo>
                  <a:lnTo>
                    <a:pt x="1887120" y="2483270"/>
                  </a:lnTo>
                  <a:lnTo>
                    <a:pt x="1887238" y="2483270"/>
                  </a:lnTo>
                  <a:lnTo>
                    <a:pt x="1887356" y="2483270"/>
                  </a:lnTo>
                  <a:lnTo>
                    <a:pt x="1887473" y="2483270"/>
                  </a:lnTo>
                  <a:lnTo>
                    <a:pt x="1887473" y="2482839"/>
                  </a:lnTo>
                  <a:lnTo>
                    <a:pt x="1887591" y="2482839"/>
                  </a:lnTo>
                  <a:lnTo>
                    <a:pt x="1887591" y="2482409"/>
                  </a:lnTo>
                  <a:lnTo>
                    <a:pt x="1887708" y="2482409"/>
                  </a:lnTo>
                  <a:lnTo>
                    <a:pt x="1887708" y="2481978"/>
                  </a:lnTo>
                  <a:lnTo>
                    <a:pt x="1887826" y="2481978"/>
                  </a:lnTo>
                  <a:lnTo>
                    <a:pt x="1887944" y="2481978"/>
                  </a:lnTo>
                  <a:lnTo>
                    <a:pt x="1888061" y="2481978"/>
                  </a:lnTo>
                  <a:lnTo>
                    <a:pt x="1888179" y="2481978"/>
                  </a:lnTo>
                  <a:lnTo>
                    <a:pt x="1888297" y="2481978"/>
                  </a:lnTo>
                  <a:lnTo>
                    <a:pt x="1888414" y="2481978"/>
                  </a:lnTo>
                  <a:lnTo>
                    <a:pt x="1888532" y="2481978"/>
                  </a:lnTo>
                  <a:lnTo>
                    <a:pt x="1888649" y="2481978"/>
                  </a:lnTo>
                  <a:lnTo>
                    <a:pt x="1888767" y="2481978"/>
                  </a:lnTo>
                  <a:lnTo>
                    <a:pt x="1888885" y="2481978"/>
                  </a:lnTo>
                  <a:lnTo>
                    <a:pt x="1889002" y="2481978"/>
                  </a:lnTo>
                  <a:lnTo>
                    <a:pt x="1889120" y="2481978"/>
                  </a:lnTo>
                  <a:lnTo>
                    <a:pt x="1889120" y="2481547"/>
                  </a:lnTo>
                  <a:lnTo>
                    <a:pt x="1889237" y="2481547"/>
                  </a:lnTo>
                  <a:lnTo>
                    <a:pt x="1889237" y="2481117"/>
                  </a:lnTo>
                  <a:lnTo>
                    <a:pt x="1889237" y="2480686"/>
                  </a:lnTo>
                  <a:lnTo>
                    <a:pt x="1889355" y="2480686"/>
                  </a:lnTo>
                  <a:lnTo>
                    <a:pt x="1889355" y="2480256"/>
                  </a:lnTo>
                  <a:lnTo>
                    <a:pt x="1889355" y="2479825"/>
                  </a:lnTo>
                  <a:lnTo>
                    <a:pt x="1889473" y="2479825"/>
                  </a:lnTo>
                  <a:lnTo>
                    <a:pt x="1889473" y="2479394"/>
                  </a:lnTo>
                  <a:lnTo>
                    <a:pt x="1889590" y="2479394"/>
                  </a:lnTo>
                  <a:lnTo>
                    <a:pt x="1889708" y="2479394"/>
                  </a:lnTo>
                  <a:lnTo>
                    <a:pt x="1889826" y="2479394"/>
                  </a:lnTo>
                  <a:lnTo>
                    <a:pt x="1889826" y="2478964"/>
                  </a:lnTo>
                  <a:lnTo>
                    <a:pt x="1889943" y="2478964"/>
                  </a:lnTo>
                  <a:lnTo>
                    <a:pt x="1889943" y="2478533"/>
                  </a:lnTo>
                  <a:lnTo>
                    <a:pt x="1890061" y="2478533"/>
                  </a:lnTo>
                  <a:lnTo>
                    <a:pt x="1890178" y="2478533"/>
                  </a:lnTo>
                  <a:lnTo>
                    <a:pt x="1890178" y="2478103"/>
                  </a:lnTo>
                  <a:lnTo>
                    <a:pt x="1890296" y="2478103"/>
                  </a:lnTo>
                  <a:lnTo>
                    <a:pt x="1890414" y="2478103"/>
                  </a:lnTo>
                  <a:lnTo>
                    <a:pt x="1890414" y="2477672"/>
                  </a:lnTo>
                  <a:lnTo>
                    <a:pt x="1890531" y="2477672"/>
                  </a:lnTo>
                  <a:lnTo>
                    <a:pt x="1890531" y="2477241"/>
                  </a:lnTo>
                  <a:lnTo>
                    <a:pt x="1890649" y="2477241"/>
                  </a:lnTo>
                  <a:lnTo>
                    <a:pt x="1890766" y="2477241"/>
                  </a:lnTo>
                  <a:lnTo>
                    <a:pt x="1890766" y="2476811"/>
                  </a:lnTo>
                  <a:lnTo>
                    <a:pt x="1890884" y="2476811"/>
                  </a:lnTo>
                  <a:lnTo>
                    <a:pt x="1891002" y="2476811"/>
                  </a:lnTo>
                  <a:lnTo>
                    <a:pt x="1891119" y="2476811"/>
                  </a:lnTo>
                  <a:lnTo>
                    <a:pt x="1891237" y="2476811"/>
                  </a:lnTo>
                  <a:lnTo>
                    <a:pt x="1891354" y="2476811"/>
                  </a:lnTo>
                  <a:lnTo>
                    <a:pt x="1891472" y="2476811"/>
                  </a:lnTo>
                  <a:lnTo>
                    <a:pt x="1891590" y="2476811"/>
                  </a:lnTo>
                  <a:lnTo>
                    <a:pt x="1891707" y="2476811"/>
                  </a:lnTo>
                  <a:lnTo>
                    <a:pt x="1891825" y="2476811"/>
                  </a:lnTo>
                  <a:lnTo>
                    <a:pt x="1891825" y="2476380"/>
                  </a:lnTo>
                  <a:lnTo>
                    <a:pt x="1891943" y="2476380"/>
                  </a:lnTo>
                  <a:lnTo>
                    <a:pt x="1891943" y="2475950"/>
                  </a:lnTo>
                  <a:lnTo>
                    <a:pt x="1892060" y="2475950"/>
                  </a:lnTo>
                  <a:lnTo>
                    <a:pt x="1892178" y="2475950"/>
                  </a:lnTo>
                  <a:lnTo>
                    <a:pt x="1892178" y="2475519"/>
                  </a:lnTo>
                  <a:lnTo>
                    <a:pt x="1892178" y="2475088"/>
                  </a:lnTo>
                  <a:lnTo>
                    <a:pt x="1892295" y="2475088"/>
                  </a:lnTo>
                  <a:lnTo>
                    <a:pt x="1892413" y="2475088"/>
                  </a:lnTo>
                  <a:lnTo>
                    <a:pt x="1892531" y="2475088"/>
                  </a:lnTo>
                  <a:lnTo>
                    <a:pt x="1892648" y="2475088"/>
                  </a:lnTo>
                  <a:lnTo>
                    <a:pt x="1892766" y="2475088"/>
                  </a:lnTo>
                  <a:lnTo>
                    <a:pt x="1892883" y="2475088"/>
                  </a:lnTo>
                  <a:lnTo>
                    <a:pt x="1892883" y="2474658"/>
                  </a:lnTo>
                  <a:lnTo>
                    <a:pt x="1893001" y="2474658"/>
                  </a:lnTo>
                  <a:lnTo>
                    <a:pt x="1893119" y="2474658"/>
                  </a:lnTo>
                  <a:lnTo>
                    <a:pt x="1893119" y="2474227"/>
                  </a:lnTo>
                  <a:lnTo>
                    <a:pt x="1893236" y="2474227"/>
                  </a:lnTo>
                  <a:lnTo>
                    <a:pt x="1893236" y="2473797"/>
                  </a:lnTo>
                  <a:lnTo>
                    <a:pt x="1893354" y="2473797"/>
                  </a:lnTo>
                  <a:lnTo>
                    <a:pt x="1893354" y="2473366"/>
                  </a:lnTo>
                  <a:lnTo>
                    <a:pt x="1893354" y="2472935"/>
                  </a:lnTo>
                  <a:lnTo>
                    <a:pt x="1893354" y="2472505"/>
                  </a:lnTo>
                  <a:lnTo>
                    <a:pt x="1893354" y="2472074"/>
                  </a:lnTo>
                  <a:lnTo>
                    <a:pt x="1893472" y="2472074"/>
                  </a:lnTo>
                  <a:lnTo>
                    <a:pt x="1893589" y="2472074"/>
                  </a:lnTo>
                  <a:lnTo>
                    <a:pt x="1893707" y="2472074"/>
                  </a:lnTo>
                  <a:lnTo>
                    <a:pt x="1893824" y="2472074"/>
                  </a:lnTo>
                  <a:lnTo>
                    <a:pt x="1893824" y="2471644"/>
                  </a:lnTo>
                  <a:lnTo>
                    <a:pt x="1893942" y="2471644"/>
                  </a:lnTo>
                  <a:lnTo>
                    <a:pt x="1894060" y="2471644"/>
                  </a:lnTo>
                  <a:lnTo>
                    <a:pt x="1894177" y="2471644"/>
                  </a:lnTo>
                  <a:lnTo>
                    <a:pt x="1894295" y="2471644"/>
                  </a:lnTo>
                  <a:lnTo>
                    <a:pt x="1894295" y="2471213"/>
                  </a:lnTo>
                  <a:lnTo>
                    <a:pt x="1894412" y="2471213"/>
                  </a:lnTo>
                  <a:lnTo>
                    <a:pt x="1894412" y="2470782"/>
                  </a:lnTo>
                  <a:lnTo>
                    <a:pt x="1894530" y="2470782"/>
                  </a:lnTo>
                  <a:lnTo>
                    <a:pt x="1894530" y="2470352"/>
                  </a:lnTo>
                  <a:lnTo>
                    <a:pt x="1894648" y="2470352"/>
                  </a:lnTo>
                  <a:lnTo>
                    <a:pt x="1894765" y="2470352"/>
                  </a:lnTo>
                  <a:lnTo>
                    <a:pt x="1894883" y="2470352"/>
                  </a:lnTo>
                  <a:lnTo>
                    <a:pt x="1894883" y="2469921"/>
                  </a:lnTo>
                  <a:lnTo>
                    <a:pt x="1895001" y="2469921"/>
                  </a:lnTo>
                  <a:lnTo>
                    <a:pt x="1895001" y="2469491"/>
                  </a:lnTo>
                  <a:lnTo>
                    <a:pt x="1895118" y="2469491"/>
                  </a:lnTo>
                  <a:lnTo>
                    <a:pt x="1895236" y="2469491"/>
                  </a:lnTo>
                  <a:lnTo>
                    <a:pt x="1895236" y="2469060"/>
                  </a:lnTo>
                  <a:lnTo>
                    <a:pt x="1895353" y="2469060"/>
                  </a:lnTo>
                  <a:lnTo>
                    <a:pt x="1895353" y="2468629"/>
                  </a:lnTo>
                  <a:lnTo>
                    <a:pt x="1895471" y="2468629"/>
                  </a:lnTo>
                  <a:lnTo>
                    <a:pt x="1895589" y="2468629"/>
                  </a:lnTo>
                  <a:lnTo>
                    <a:pt x="1895706" y="2468629"/>
                  </a:lnTo>
                  <a:lnTo>
                    <a:pt x="1895824" y="2468629"/>
                  </a:lnTo>
                  <a:lnTo>
                    <a:pt x="1895941" y="2468629"/>
                  </a:lnTo>
                  <a:lnTo>
                    <a:pt x="1896059" y="2468629"/>
                  </a:lnTo>
                  <a:lnTo>
                    <a:pt x="1896177" y="2468629"/>
                  </a:lnTo>
                  <a:lnTo>
                    <a:pt x="1896294" y="2468629"/>
                  </a:lnTo>
                  <a:lnTo>
                    <a:pt x="1896412" y="2468629"/>
                  </a:lnTo>
                  <a:lnTo>
                    <a:pt x="1896412" y="2468199"/>
                  </a:lnTo>
                  <a:lnTo>
                    <a:pt x="1896530" y="2468199"/>
                  </a:lnTo>
                  <a:lnTo>
                    <a:pt x="1896647" y="2468199"/>
                  </a:lnTo>
                  <a:lnTo>
                    <a:pt x="1896765" y="2468199"/>
                  </a:lnTo>
                  <a:lnTo>
                    <a:pt x="1896765" y="2467768"/>
                  </a:lnTo>
                  <a:lnTo>
                    <a:pt x="1896765" y="2467338"/>
                  </a:lnTo>
                  <a:lnTo>
                    <a:pt x="1896882" y="2467338"/>
                  </a:lnTo>
                  <a:lnTo>
                    <a:pt x="1897000" y="2467338"/>
                  </a:lnTo>
                  <a:lnTo>
                    <a:pt x="1897118" y="2467338"/>
                  </a:lnTo>
                  <a:lnTo>
                    <a:pt x="1897118" y="2466907"/>
                  </a:lnTo>
                  <a:lnTo>
                    <a:pt x="1897235" y="2466907"/>
                  </a:lnTo>
                  <a:lnTo>
                    <a:pt x="1897353" y="2466907"/>
                  </a:lnTo>
                  <a:lnTo>
                    <a:pt x="1897353" y="2466476"/>
                  </a:lnTo>
                  <a:lnTo>
                    <a:pt x="1897353" y="2466046"/>
                  </a:lnTo>
                  <a:lnTo>
                    <a:pt x="1897470" y="2466046"/>
                  </a:lnTo>
                  <a:lnTo>
                    <a:pt x="1897588" y="2466046"/>
                  </a:lnTo>
                  <a:lnTo>
                    <a:pt x="1897706" y="2466046"/>
                  </a:lnTo>
                  <a:lnTo>
                    <a:pt x="1897823" y="2466046"/>
                  </a:lnTo>
                  <a:lnTo>
                    <a:pt x="1897941" y="2466046"/>
                  </a:lnTo>
                  <a:lnTo>
                    <a:pt x="1898059" y="2466046"/>
                  </a:lnTo>
                  <a:lnTo>
                    <a:pt x="1898176" y="2466046"/>
                  </a:lnTo>
                  <a:lnTo>
                    <a:pt x="1898294" y="2466046"/>
                  </a:lnTo>
                  <a:lnTo>
                    <a:pt x="1898411" y="2466046"/>
                  </a:lnTo>
                  <a:lnTo>
                    <a:pt x="1898529" y="2466046"/>
                  </a:lnTo>
                  <a:lnTo>
                    <a:pt x="1898647" y="2466046"/>
                  </a:lnTo>
                  <a:lnTo>
                    <a:pt x="1898764" y="2466046"/>
                  </a:lnTo>
                  <a:lnTo>
                    <a:pt x="1898764" y="2465615"/>
                  </a:lnTo>
                  <a:lnTo>
                    <a:pt x="1898882" y="2465615"/>
                  </a:lnTo>
                  <a:lnTo>
                    <a:pt x="1898999" y="2465615"/>
                  </a:lnTo>
                  <a:lnTo>
                    <a:pt x="1899117" y="2465615"/>
                  </a:lnTo>
                  <a:lnTo>
                    <a:pt x="1899235" y="2465615"/>
                  </a:lnTo>
                  <a:lnTo>
                    <a:pt x="1899352" y="2465615"/>
                  </a:lnTo>
                  <a:lnTo>
                    <a:pt x="1899470" y="2465615"/>
                  </a:lnTo>
                  <a:lnTo>
                    <a:pt x="1899587" y="2465615"/>
                  </a:lnTo>
                  <a:lnTo>
                    <a:pt x="1899705" y="2465615"/>
                  </a:lnTo>
                  <a:lnTo>
                    <a:pt x="1899823" y="2465615"/>
                  </a:lnTo>
                  <a:lnTo>
                    <a:pt x="1899940" y="2465615"/>
                  </a:lnTo>
                  <a:lnTo>
                    <a:pt x="1900058" y="2465615"/>
                  </a:lnTo>
                  <a:lnTo>
                    <a:pt x="1900176" y="2465615"/>
                  </a:lnTo>
                  <a:lnTo>
                    <a:pt x="1900293" y="2465615"/>
                  </a:lnTo>
                  <a:lnTo>
                    <a:pt x="1900411" y="2465615"/>
                  </a:lnTo>
                  <a:lnTo>
                    <a:pt x="1900528" y="2465615"/>
                  </a:lnTo>
                  <a:lnTo>
                    <a:pt x="1900646" y="2465615"/>
                  </a:lnTo>
                  <a:lnTo>
                    <a:pt x="1900764" y="2465615"/>
                  </a:lnTo>
                  <a:lnTo>
                    <a:pt x="1900881" y="2465615"/>
                  </a:lnTo>
                  <a:lnTo>
                    <a:pt x="1900999" y="2465615"/>
                  </a:lnTo>
                  <a:lnTo>
                    <a:pt x="1901116" y="2465615"/>
                  </a:lnTo>
                  <a:lnTo>
                    <a:pt x="1901234" y="2465615"/>
                  </a:lnTo>
                  <a:lnTo>
                    <a:pt x="1901352" y="2465615"/>
                  </a:lnTo>
                  <a:lnTo>
                    <a:pt x="1901469" y="2465615"/>
                  </a:lnTo>
                  <a:lnTo>
                    <a:pt x="1901587" y="2465615"/>
                  </a:lnTo>
                  <a:lnTo>
                    <a:pt x="1901705" y="2465615"/>
                  </a:lnTo>
                  <a:lnTo>
                    <a:pt x="1901822" y="2465615"/>
                  </a:lnTo>
                  <a:lnTo>
                    <a:pt x="1901940" y="2465615"/>
                  </a:lnTo>
                  <a:lnTo>
                    <a:pt x="1902057" y="2465615"/>
                  </a:lnTo>
                  <a:lnTo>
                    <a:pt x="1902175" y="2465615"/>
                  </a:lnTo>
                  <a:lnTo>
                    <a:pt x="1902293" y="2465615"/>
                  </a:lnTo>
                  <a:lnTo>
                    <a:pt x="1902293" y="2465185"/>
                  </a:lnTo>
                  <a:lnTo>
                    <a:pt x="1902410" y="2465185"/>
                  </a:lnTo>
                  <a:lnTo>
                    <a:pt x="1902410" y="2464754"/>
                  </a:lnTo>
                  <a:lnTo>
                    <a:pt x="1902528" y="2464754"/>
                  </a:lnTo>
                  <a:lnTo>
                    <a:pt x="1902645" y="2464754"/>
                  </a:lnTo>
                  <a:lnTo>
                    <a:pt x="1902763" y="2464754"/>
                  </a:lnTo>
                  <a:lnTo>
                    <a:pt x="1902881" y="2464754"/>
                  </a:lnTo>
                  <a:lnTo>
                    <a:pt x="1902998" y="2464754"/>
                  </a:lnTo>
                  <a:lnTo>
                    <a:pt x="1903116" y="2464754"/>
                  </a:lnTo>
                  <a:lnTo>
                    <a:pt x="1903234" y="2464754"/>
                  </a:lnTo>
                  <a:lnTo>
                    <a:pt x="1903351" y="2464754"/>
                  </a:lnTo>
                  <a:lnTo>
                    <a:pt x="1903469" y="2464754"/>
                  </a:lnTo>
                  <a:lnTo>
                    <a:pt x="1903586" y="2464754"/>
                  </a:lnTo>
                  <a:lnTo>
                    <a:pt x="1903704" y="2464754"/>
                  </a:lnTo>
                  <a:lnTo>
                    <a:pt x="1903822" y="2464754"/>
                  </a:lnTo>
                  <a:lnTo>
                    <a:pt x="1903822" y="2464323"/>
                  </a:lnTo>
                  <a:lnTo>
                    <a:pt x="1903939" y="2464323"/>
                  </a:lnTo>
                  <a:lnTo>
                    <a:pt x="1903939" y="2463893"/>
                  </a:lnTo>
                  <a:lnTo>
                    <a:pt x="1903939" y="2463462"/>
                  </a:lnTo>
                  <a:lnTo>
                    <a:pt x="1904057" y="2463462"/>
                  </a:lnTo>
                  <a:lnTo>
                    <a:pt x="1904174" y="2463462"/>
                  </a:lnTo>
                  <a:lnTo>
                    <a:pt x="1904292" y="2463462"/>
                  </a:lnTo>
                  <a:lnTo>
                    <a:pt x="1904410" y="2463462"/>
                  </a:lnTo>
                  <a:lnTo>
                    <a:pt x="1904527" y="2463462"/>
                  </a:lnTo>
                  <a:lnTo>
                    <a:pt x="1904645" y="2463462"/>
                  </a:lnTo>
                  <a:lnTo>
                    <a:pt x="1904645" y="2463032"/>
                  </a:lnTo>
                  <a:lnTo>
                    <a:pt x="1904763" y="2463032"/>
                  </a:lnTo>
                  <a:lnTo>
                    <a:pt x="1904763" y="2462601"/>
                  </a:lnTo>
                  <a:lnTo>
                    <a:pt x="1904763" y="2462170"/>
                  </a:lnTo>
                  <a:lnTo>
                    <a:pt x="1904880" y="2462170"/>
                  </a:lnTo>
                  <a:lnTo>
                    <a:pt x="1904998" y="2462170"/>
                  </a:lnTo>
                  <a:lnTo>
                    <a:pt x="1905115" y="2462170"/>
                  </a:lnTo>
                  <a:lnTo>
                    <a:pt x="1905233" y="2462170"/>
                  </a:lnTo>
                  <a:lnTo>
                    <a:pt x="1905351" y="2462170"/>
                  </a:lnTo>
                  <a:lnTo>
                    <a:pt x="1905351" y="2461740"/>
                  </a:lnTo>
                  <a:lnTo>
                    <a:pt x="1905468" y="2461740"/>
                  </a:lnTo>
                  <a:lnTo>
                    <a:pt x="1905586" y="2461740"/>
                  </a:lnTo>
                  <a:lnTo>
                    <a:pt x="1905703" y="2461740"/>
                  </a:lnTo>
                  <a:lnTo>
                    <a:pt x="1905821" y="2461740"/>
                  </a:lnTo>
                  <a:lnTo>
                    <a:pt x="1905939" y="2461740"/>
                  </a:lnTo>
                  <a:lnTo>
                    <a:pt x="1906056" y="2461740"/>
                  </a:lnTo>
                  <a:lnTo>
                    <a:pt x="1906056" y="2461309"/>
                  </a:lnTo>
                  <a:lnTo>
                    <a:pt x="1906174" y="2461309"/>
                  </a:lnTo>
                  <a:lnTo>
                    <a:pt x="1906292" y="2461309"/>
                  </a:lnTo>
                  <a:lnTo>
                    <a:pt x="1906409" y="2461309"/>
                  </a:lnTo>
                  <a:lnTo>
                    <a:pt x="1906527" y="2461309"/>
                  </a:lnTo>
                  <a:lnTo>
                    <a:pt x="1906644" y="2461309"/>
                  </a:lnTo>
                  <a:lnTo>
                    <a:pt x="1906644" y="2460879"/>
                  </a:lnTo>
                  <a:lnTo>
                    <a:pt x="1906762" y="2460879"/>
                  </a:lnTo>
                  <a:lnTo>
                    <a:pt x="1906880" y="2460879"/>
                  </a:lnTo>
                  <a:lnTo>
                    <a:pt x="1906997" y="2460879"/>
                  </a:lnTo>
                  <a:lnTo>
                    <a:pt x="1907115" y="2460879"/>
                  </a:lnTo>
                  <a:lnTo>
                    <a:pt x="1907115" y="2460448"/>
                  </a:lnTo>
                  <a:lnTo>
                    <a:pt x="1907232" y="2460448"/>
                  </a:lnTo>
                  <a:lnTo>
                    <a:pt x="1907350" y="2460448"/>
                  </a:lnTo>
                  <a:lnTo>
                    <a:pt x="1907468" y="2460448"/>
                  </a:lnTo>
                  <a:lnTo>
                    <a:pt x="1907585" y="2460448"/>
                  </a:lnTo>
                  <a:lnTo>
                    <a:pt x="1907585" y="2460017"/>
                  </a:lnTo>
                  <a:lnTo>
                    <a:pt x="1907703" y="2460017"/>
                  </a:lnTo>
                  <a:lnTo>
                    <a:pt x="1907820" y="2460017"/>
                  </a:lnTo>
                  <a:lnTo>
                    <a:pt x="1907938" y="2460017"/>
                  </a:lnTo>
                  <a:lnTo>
                    <a:pt x="1907938" y="2459587"/>
                  </a:lnTo>
                  <a:lnTo>
                    <a:pt x="1907938" y="2459156"/>
                  </a:lnTo>
                  <a:lnTo>
                    <a:pt x="1908056" y="2459156"/>
                  </a:lnTo>
                  <a:lnTo>
                    <a:pt x="1908056" y="2458726"/>
                  </a:lnTo>
                  <a:lnTo>
                    <a:pt x="1908173" y="2458726"/>
                  </a:lnTo>
                  <a:lnTo>
                    <a:pt x="1908291" y="2458726"/>
                  </a:lnTo>
                  <a:lnTo>
                    <a:pt x="1908291" y="2458295"/>
                  </a:lnTo>
                  <a:lnTo>
                    <a:pt x="1908291" y="2457864"/>
                  </a:lnTo>
                  <a:lnTo>
                    <a:pt x="1908291" y="2457434"/>
                  </a:lnTo>
                  <a:lnTo>
                    <a:pt x="1908409" y="2457434"/>
                  </a:lnTo>
                  <a:lnTo>
                    <a:pt x="1908526" y="2457434"/>
                  </a:lnTo>
                  <a:lnTo>
                    <a:pt x="1908644" y="2457434"/>
                  </a:lnTo>
                  <a:lnTo>
                    <a:pt x="1908761" y="2457434"/>
                  </a:lnTo>
                  <a:lnTo>
                    <a:pt x="1908761" y="2457003"/>
                  </a:lnTo>
                  <a:lnTo>
                    <a:pt x="1908879" y="2457003"/>
                  </a:lnTo>
                  <a:lnTo>
                    <a:pt x="1908997" y="2457003"/>
                  </a:lnTo>
                  <a:lnTo>
                    <a:pt x="1909114" y="2457003"/>
                  </a:lnTo>
                  <a:lnTo>
                    <a:pt x="1909232" y="2457003"/>
                  </a:lnTo>
                  <a:lnTo>
                    <a:pt x="1909349" y="2457003"/>
                  </a:lnTo>
                  <a:lnTo>
                    <a:pt x="1909467" y="2457003"/>
                  </a:lnTo>
                  <a:lnTo>
                    <a:pt x="1909467" y="2456573"/>
                  </a:lnTo>
                  <a:lnTo>
                    <a:pt x="1909585" y="2456573"/>
                  </a:lnTo>
                  <a:lnTo>
                    <a:pt x="1909702" y="2456573"/>
                  </a:lnTo>
                  <a:lnTo>
                    <a:pt x="1909820" y="2456573"/>
                  </a:lnTo>
                  <a:lnTo>
                    <a:pt x="1909820" y="2456142"/>
                  </a:lnTo>
                  <a:lnTo>
                    <a:pt x="1909820" y="2455711"/>
                  </a:lnTo>
                  <a:lnTo>
                    <a:pt x="1909820" y="2455281"/>
                  </a:lnTo>
                  <a:lnTo>
                    <a:pt x="1909938" y="2455281"/>
                  </a:lnTo>
                  <a:lnTo>
                    <a:pt x="1910055" y="2455281"/>
                  </a:lnTo>
                  <a:lnTo>
                    <a:pt x="1910173" y="2455281"/>
                  </a:lnTo>
                  <a:lnTo>
                    <a:pt x="1910290" y="2455281"/>
                  </a:lnTo>
                  <a:lnTo>
                    <a:pt x="1910408" y="2455281"/>
                  </a:lnTo>
                  <a:lnTo>
                    <a:pt x="1910526" y="2455281"/>
                  </a:lnTo>
                  <a:lnTo>
                    <a:pt x="1910643" y="2455281"/>
                  </a:lnTo>
                  <a:lnTo>
                    <a:pt x="1910761" y="2455281"/>
                  </a:lnTo>
                  <a:lnTo>
                    <a:pt x="1910878" y="2455281"/>
                  </a:lnTo>
                  <a:lnTo>
                    <a:pt x="1910996" y="2455281"/>
                  </a:lnTo>
                  <a:lnTo>
                    <a:pt x="1911114" y="2455281"/>
                  </a:lnTo>
                  <a:lnTo>
                    <a:pt x="1911231" y="2455281"/>
                  </a:lnTo>
                  <a:lnTo>
                    <a:pt x="1911349" y="2455281"/>
                  </a:lnTo>
                  <a:lnTo>
                    <a:pt x="1911467" y="2455281"/>
                  </a:lnTo>
                  <a:lnTo>
                    <a:pt x="1911467" y="2454850"/>
                  </a:lnTo>
                  <a:lnTo>
                    <a:pt x="1911584" y="2454850"/>
                  </a:lnTo>
                  <a:lnTo>
                    <a:pt x="1911702" y="2454850"/>
                  </a:lnTo>
                  <a:lnTo>
                    <a:pt x="1911702" y="2454420"/>
                  </a:lnTo>
                  <a:lnTo>
                    <a:pt x="1911819" y="2454420"/>
                  </a:lnTo>
                  <a:lnTo>
                    <a:pt x="1911937" y="2454420"/>
                  </a:lnTo>
                  <a:lnTo>
                    <a:pt x="1912055" y="2454420"/>
                  </a:lnTo>
                  <a:lnTo>
                    <a:pt x="1912172" y="2454420"/>
                  </a:lnTo>
                  <a:lnTo>
                    <a:pt x="1912172" y="2453989"/>
                  </a:lnTo>
                  <a:lnTo>
                    <a:pt x="1912290" y="2453989"/>
                  </a:lnTo>
                  <a:lnTo>
                    <a:pt x="1912290" y="2453558"/>
                  </a:lnTo>
                  <a:lnTo>
                    <a:pt x="1912407" y="2453558"/>
                  </a:lnTo>
                  <a:lnTo>
                    <a:pt x="1912525" y="2453558"/>
                  </a:lnTo>
                  <a:lnTo>
                    <a:pt x="1912643" y="2453558"/>
                  </a:lnTo>
                  <a:lnTo>
                    <a:pt x="1912760" y="2453558"/>
                  </a:lnTo>
                  <a:lnTo>
                    <a:pt x="1912878" y="2453558"/>
                  </a:lnTo>
                  <a:lnTo>
                    <a:pt x="1912996" y="2453558"/>
                  </a:lnTo>
                  <a:lnTo>
                    <a:pt x="1913113" y="2453558"/>
                  </a:lnTo>
                  <a:lnTo>
                    <a:pt x="1913231" y="2453558"/>
                  </a:lnTo>
                  <a:lnTo>
                    <a:pt x="1913231" y="2453128"/>
                  </a:lnTo>
                  <a:lnTo>
                    <a:pt x="1913231" y="2452697"/>
                  </a:lnTo>
                  <a:lnTo>
                    <a:pt x="1913348" y="2452697"/>
                  </a:lnTo>
                  <a:lnTo>
                    <a:pt x="1913466" y="2452697"/>
                  </a:lnTo>
                  <a:lnTo>
                    <a:pt x="1913466" y="2452267"/>
                  </a:lnTo>
                  <a:lnTo>
                    <a:pt x="1913584" y="2452267"/>
                  </a:lnTo>
                  <a:lnTo>
                    <a:pt x="1913701" y="2452267"/>
                  </a:lnTo>
                  <a:lnTo>
                    <a:pt x="1913819" y="2452267"/>
                  </a:lnTo>
                  <a:lnTo>
                    <a:pt x="1913936" y="2452267"/>
                  </a:lnTo>
                  <a:lnTo>
                    <a:pt x="1914054" y="2452267"/>
                  </a:lnTo>
                  <a:lnTo>
                    <a:pt x="1914054" y="2451836"/>
                  </a:lnTo>
                  <a:lnTo>
                    <a:pt x="1914172" y="2451836"/>
                  </a:lnTo>
                  <a:lnTo>
                    <a:pt x="1914289" y="2451836"/>
                  </a:lnTo>
                  <a:lnTo>
                    <a:pt x="1914289" y="2451405"/>
                  </a:lnTo>
                  <a:lnTo>
                    <a:pt x="1914407" y="2451405"/>
                  </a:lnTo>
                  <a:lnTo>
                    <a:pt x="1914525" y="2451405"/>
                  </a:lnTo>
                  <a:lnTo>
                    <a:pt x="1914642" y="2451405"/>
                  </a:lnTo>
                  <a:lnTo>
                    <a:pt x="1914760" y="2451405"/>
                  </a:lnTo>
                  <a:lnTo>
                    <a:pt x="1914760" y="2450975"/>
                  </a:lnTo>
                  <a:lnTo>
                    <a:pt x="1914877" y="2450975"/>
                  </a:lnTo>
                  <a:lnTo>
                    <a:pt x="1914995" y="2450975"/>
                  </a:lnTo>
                  <a:lnTo>
                    <a:pt x="1915113" y="2450975"/>
                  </a:lnTo>
                  <a:lnTo>
                    <a:pt x="1915113" y="2450544"/>
                  </a:lnTo>
                  <a:lnTo>
                    <a:pt x="1915230" y="2450544"/>
                  </a:lnTo>
                  <a:lnTo>
                    <a:pt x="1915230" y="2450114"/>
                  </a:lnTo>
                  <a:lnTo>
                    <a:pt x="1915230" y="2449683"/>
                  </a:lnTo>
                  <a:lnTo>
                    <a:pt x="1915348" y="2449683"/>
                  </a:lnTo>
                  <a:lnTo>
                    <a:pt x="1915465" y="2449683"/>
                  </a:lnTo>
                  <a:lnTo>
                    <a:pt x="1915465" y="2449252"/>
                  </a:lnTo>
                  <a:lnTo>
                    <a:pt x="1915583" y="2449252"/>
                  </a:lnTo>
                  <a:lnTo>
                    <a:pt x="1915583" y="2448822"/>
                  </a:lnTo>
                  <a:lnTo>
                    <a:pt x="1915583" y="2448391"/>
                  </a:lnTo>
                  <a:lnTo>
                    <a:pt x="1915701" y="2448391"/>
                  </a:lnTo>
                  <a:lnTo>
                    <a:pt x="1915818" y="2448391"/>
                  </a:lnTo>
                  <a:lnTo>
                    <a:pt x="1915936" y="2448391"/>
                  </a:lnTo>
                  <a:lnTo>
                    <a:pt x="1916053" y="2448391"/>
                  </a:lnTo>
                  <a:lnTo>
                    <a:pt x="1916053" y="2447961"/>
                  </a:lnTo>
                  <a:lnTo>
                    <a:pt x="1916171" y="2447961"/>
                  </a:lnTo>
                  <a:lnTo>
                    <a:pt x="1916171" y="2447530"/>
                  </a:lnTo>
                  <a:lnTo>
                    <a:pt x="1916289" y="2447530"/>
                  </a:lnTo>
                  <a:lnTo>
                    <a:pt x="1916406" y="2447530"/>
                  </a:lnTo>
                  <a:lnTo>
                    <a:pt x="1916524" y="2447530"/>
                  </a:lnTo>
                  <a:lnTo>
                    <a:pt x="1916642" y="2447530"/>
                  </a:lnTo>
                  <a:lnTo>
                    <a:pt x="1916759" y="2447530"/>
                  </a:lnTo>
                  <a:lnTo>
                    <a:pt x="1916877" y="2447530"/>
                  </a:lnTo>
                  <a:lnTo>
                    <a:pt x="1916994" y="2447530"/>
                  </a:lnTo>
                  <a:lnTo>
                    <a:pt x="1917112" y="2447530"/>
                  </a:lnTo>
                  <a:lnTo>
                    <a:pt x="1917112" y="2447099"/>
                  </a:lnTo>
                  <a:lnTo>
                    <a:pt x="1917230" y="2447099"/>
                  </a:lnTo>
                  <a:lnTo>
                    <a:pt x="1917347" y="2447099"/>
                  </a:lnTo>
                  <a:lnTo>
                    <a:pt x="1917465" y="2447099"/>
                  </a:lnTo>
                  <a:lnTo>
                    <a:pt x="1917582" y="2447099"/>
                  </a:lnTo>
                  <a:lnTo>
                    <a:pt x="1917700" y="2447099"/>
                  </a:lnTo>
                  <a:lnTo>
                    <a:pt x="1917818" y="2447099"/>
                  </a:lnTo>
                  <a:lnTo>
                    <a:pt x="1917935" y="2447099"/>
                  </a:lnTo>
                  <a:lnTo>
                    <a:pt x="1918053" y="2447099"/>
                  </a:lnTo>
                  <a:lnTo>
                    <a:pt x="1918171" y="2447099"/>
                  </a:lnTo>
                  <a:lnTo>
                    <a:pt x="1918288" y="2447099"/>
                  </a:lnTo>
                  <a:lnTo>
                    <a:pt x="1918406" y="2447099"/>
                  </a:lnTo>
                  <a:lnTo>
                    <a:pt x="1918523" y="2447099"/>
                  </a:lnTo>
                  <a:lnTo>
                    <a:pt x="1918641" y="2447099"/>
                  </a:lnTo>
                  <a:lnTo>
                    <a:pt x="1918759" y="2447099"/>
                  </a:lnTo>
                  <a:lnTo>
                    <a:pt x="1918876" y="2447099"/>
                  </a:lnTo>
                  <a:lnTo>
                    <a:pt x="1918994" y="2447099"/>
                  </a:lnTo>
                  <a:lnTo>
                    <a:pt x="1919111" y="2447099"/>
                  </a:lnTo>
                  <a:lnTo>
                    <a:pt x="1919229" y="2447099"/>
                  </a:lnTo>
                  <a:lnTo>
                    <a:pt x="1919347" y="2447099"/>
                  </a:lnTo>
                  <a:lnTo>
                    <a:pt x="1919464" y="2447099"/>
                  </a:lnTo>
                  <a:lnTo>
                    <a:pt x="1919582" y="2447099"/>
                  </a:lnTo>
                  <a:lnTo>
                    <a:pt x="1919700" y="2447099"/>
                  </a:lnTo>
                  <a:lnTo>
                    <a:pt x="1919817" y="2447099"/>
                  </a:lnTo>
                  <a:lnTo>
                    <a:pt x="1919935" y="2447099"/>
                  </a:lnTo>
                  <a:lnTo>
                    <a:pt x="1920052" y="2447099"/>
                  </a:lnTo>
                  <a:lnTo>
                    <a:pt x="1920170" y="2447099"/>
                  </a:lnTo>
                  <a:lnTo>
                    <a:pt x="1920288" y="2447099"/>
                  </a:lnTo>
                  <a:lnTo>
                    <a:pt x="1920405" y="2447099"/>
                  </a:lnTo>
                  <a:lnTo>
                    <a:pt x="1920405" y="2446669"/>
                  </a:lnTo>
                  <a:lnTo>
                    <a:pt x="1920523" y="2446669"/>
                  </a:lnTo>
                  <a:lnTo>
                    <a:pt x="1920523" y="2446238"/>
                  </a:lnTo>
                  <a:lnTo>
                    <a:pt x="1920523" y="2445808"/>
                  </a:lnTo>
                  <a:lnTo>
                    <a:pt x="1920640" y="2445808"/>
                  </a:lnTo>
                  <a:lnTo>
                    <a:pt x="1920640" y="2445377"/>
                  </a:lnTo>
                  <a:lnTo>
                    <a:pt x="1920640" y="2444946"/>
                  </a:lnTo>
                  <a:lnTo>
                    <a:pt x="1920758" y="2444946"/>
                  </a:lnTo>
                  <a:lnTo>
                    <a:pt x="1920876" y="2444946"/>
                  </a:lnTo>
                  <a:lnTo>
                    <a:pt x="1920993" y="2444946"/>
                  </a:lnTo>
                  <a:lnTo>
                    <a:pt x="1921111" y="2444946"/>
                  </a:lnTo>
                  <a:lnTo>
                    <a:pt x="1921229" y="2444946"/>
                  </a:lnTo>
                  <a:lnTo>
                    <a:pt x="1921346" y="2444946"/>
                  </a:lnTo>
                  <a:lnTo>
                    <a:pt x="1921346" y="2444516"/>
                  </a:lnTo>
                  <a:lnTo>
                    <a:pt x="1921346" y="2444085"/>
                  </a:lnTo>
                  <a:lnTo>
                    <a:pt x="1921464" y="2444085"/>
                  </a:lnTo>
                  <a:lnTo>
                    <a:pt x="1921581" y="2444085"/>
                  </a:lnTo>
                  <a:lnTo>
                    <a:pt x="1921699" y="2444085"/>
                  </a:lnTo>
                  <a:lnTo>
                    <a:pt x="1921817" y="2444085"/>
                  </a:lnTo>
                  <a:lnTo>
                    <a:pt x="1921817" y="2443655"/>
                  </a:lnTo>
                  <a:lnTo>
                    <a:pt x="1921934" y="2443655"/>
                  </a:lnTo>
                  <a:lnTo>
                    <a:pt x="1922052" y="2443655"/>
                  </a:lnTo>
                  <a:lnTo>
                    <a:pt x="1922169" y="2443655"/>
                  </a:lnTo>
                  <a:lnTo>
                    <a:pt x="1922169" y="2443224"/>
                  </a:lnTo>
                  <a:lnTo>
                    <a:pt x="1922287" y="2443224"/>
                  </a:lnTo>
                  <a:lnTo>
                    <a:pt x="1922287" y="2442793"/>
                  </a:lnTo>
                  <a:lnTo>
                    <a:pt x="1922405" y="2442793"/>
                  </a:lnTo>
                  <a:lnTo>
                    <a:pt x="1922522" y="2442793"/>
                  </a:lnTo>
                  <a:lnTo>
                    <a:pt x="1922640" y="2442793"/>
                  </a:lnTo>
                  <a:lnTo>
                    <a:pt x="1922758" y="2442793"/>
                  </a:lnTo>
                  <a:lnTo>
                    <a:pt x="1922758" y="2442363"/>
                  </a:lnTo>
                  <a:lnTo>
                    <a:pt x="1922758" y="2441932"/>
                  </a:lnTo>
                  <a:lnTo>
                    <a:pt x="1922758" y="2441502"/>
                  </a:lnTo>
                  <a:lnTo>
                    <a:pt x="1922875" y="2441502"/>
                  </a:lnTo>
                  <a:lnTo>
                    <a:pt x="1922875" y="2441071"/>
                  </a:lnTo>
                  <a:lnTo>
                    <a:pt x="1922875" y="2440640"/>
                  </a:lnTo>
                  <a:lnTo>
                    <a:pt x="1922993" y="2440640"/>
                  </a:lnTo>
                  <a:lnTo>
                    <a:pt x="1923110" y="2440640"/>
                  </a:lnTo>
                  <a:lnTo>
                    <a:pt x="1923110" y="2440210"/>
                  </a:lnTo>
                  <a:lnTo>
                    <a:pt x="1923228" y="2440210"/>
                  </a:lnTo>
                  <a:lnTo>
                    <a:pt x="1923346" y="2440210"/>
                  </a:lnTo>
                  <a:lnTo>
                    <a:pt x="1923346" y="2439779"/>
                  </a:lnTo>
                  <a:lnTo>
                    <a:pt x="1923346" y="2439349"/>
                  </a:lnTo>
                  <a:lnTo>
                    <a:pt x="1923463" y="2439349"/>
                  </a:lnTo>
                  <a:lnTo>
                    <a:pt x="1923581" y="2439349"/>
                  </a:lnTo>
                  <a:lnTo>
                    <a:pt x="1923698" y="2439349"/>
                  </a:lnTo>
                  <a:lnTo>
                    <a:pt x="1923816" y="2439349"/>
                  </a:lnTo>
                  <a:lnTo>
                    <a:pt x="1923934" y="2439349"/>
                  </a:lnTo>
                  <a:lnTo>
                    <a:pt x="1924051" y="2439349"/>
                  </a:lnTo>
                  <a:lnTo>
                    <a:pt x="1924051" y="2438918"/>
                  </a:lnTo>
                  <a:lnTo>
                    <a:pt x="1924169" y="2438918"/>
                  </a:lnTo>
                  <a:lnTo>
                    <a:pt x="1924286" y="2438918"/>
                  </a:lnTo>
                  <a:lnTo>
                    <a:pt x="1924404" y="2438918"/>
                  </a:lnTo>
                  <a:lnTo>
                    <a:pt x="1924404" y="2438487"/>
                  </a:lnTo>
                  <a:lnTo>
                    <a:pt x="1924404" y="2438057"/>
                  </a:lnTo>
                  <a:lnTo>
                    <a:pt x="1924522" y="2438057"/>
                  </a:lnTo>
                  <a:lnTo>
                    <a:pt x="1924639" y="2438057"/>
                  </a:lnTo>
                  <a:lnTo>
                    <a:pt x="1924757" y="2438057"/>
                  </a:lnTo>
                  <a:lnTo>
                    <a:pt x="1924757" y="2437626"/>
                  </a:lnTo>
                  <a:lnTo>
                    <a:pt x="1924875" y="2437626"/>
                  </a:lnTo>
                  <a:lnTo>
                    <a:pt x="1924992" y="2437626"/>
                  </a:lnTo>
                  <a:lnTo>
                    <a:pt x="1924992" y="2437196"/>
                  </a:lnTo>
                  <a:lnTo>
                    <a:pt x="1925110" y="2437196"/>
                  </a:lnTo>
                  <a:lnTo>
                    <a:pt x="1925227" y="2437196"/>
                  </a:lnTo>
                  <a:lnTo>
                    <a:pt x="1925345" y="2437196"/>
                  </a:lnTo>
                  <a:lnTo>
                    <a:pt x="1925463" y="2437196"/>
                  </a:lnTo>
                  <a:lnTo>
                    <a:pt x="1925463" y="2436765"/>
                  </a:lnTo>
                  <a:lnTo>
                    <a:pt x="1925580" y="2436765"/>
                  </a:lnTo>
                  <a:lnTo>
                    <a:pt x="1925698" y="2436765"/>
                  </a:lnTo>
                  <a:lnTo>
                    <a:pt x="1925815" y="2436765"/>
                  </a:lnTo>
                  <a:lnTo>
                    <a:pt x="1925933" y="2436765"/>
                  </a:lnTo>
                  <a:lnTo>
                    <a:pt x="1926051" y="2436765"/>
                  </a:lnTo>
                  <a:lnTo>
                    <a:pt x="1926168" y="2436765"/>
                  </a:lnTo>
                  <a:lnTo>
                    <a:pt x="1926286" y="2436765"/>
                  </a:lnTo>
                  <a:lnTo>
                    <a:pt x="1926286" y="2436334"/>
                  </a:lnTo>
                  <a:lnTo>
                    <a:pt x="1926404" y="2436334"/>
                  </a:lnTo>
                  <a:lnTo>
                    <a:pt x="1926521" y="2436334"/>
                  </a:lnTo>
                  <a:lnTo>
                    <a:pt x="1926639" y="2436334"/>
                  </a:lnTo>
                  <a:lnTo>
                    <a:pt x="1926756" y="2436334"/>
                  </a:lnTo>
                  <a:lnTo>
                    <a:pt x="1926874" y="2436334"/>
                  </a:lnTo>
                  <a:lnTo>
                    <a:pt x="1926992" y="2436334"/>
                  </a:lnTo>
                  <a:lnTo>
                    <a:pt x="1927109" y="2436334"/>
                  </a:lnTo>
                  <a:lnTo>
                    <a:pt x="1927109" y="2435904"/>
                  </a:lnTo>
                  <a:lnTo>
                    <a:pt x="1927227" y="2435904"/>
                  </a:lnTo>
                  <a:lnTo>
                    <a:pt x="1927344" y="2435904"/>
                  </a:lnTo>
                  <a:lnTo>
                    <a:pt x="1927462" y="2435904"/>
                  </a:lnTo>
                  <a:lnTo>
                    <a:pt x="1927462" y="2435473"/>
                  </a:lnTo>
                  <a:lnTo>
                    <a:pt x="1927580" y="2435473"/>
                  </a:lnTo>
                  <a:lnTo>
                    <a:pt x="1927580" y="2435043"/>
                  </a:lnTo>
                  <a:lnTo>
                    <a:pt x="1927580" y="2434612"/>
                  </a:lnTo>
                  <a:lnTo>
                    <a:pt x="1927580" y="2434181"/>
                  </a:lnTo>
                  <a:lnTo>
                    <a:pt x="1927580" y="2433751"/>
                  </a:lnTo>
                  <a:lnTo>
                    <a:pt x="1927697" y="2433751"/>
                  </a:lnTo>
                  <a:lnTo>
                    <a:pt x="1927815" y="2433751"/>
                  </a:lnTo>
                  <a:lnTo>
                    <a:pt x="1927933" y="2433751"/>
                  </a:lnTo>
                  <a:lnTo>
                    <a:pt x="1927933" y="2433320"/>
                  </a:lnTo>
                  <a:lnTo>
                    <a:pt x="1928050" y="2433320"/>
                  </a:lnTo>
                  <a:lnTo>
                    <a:pt x="1928168" y="2433320"/>
                  </a:lnTo>
                  <a:lnTo>
                    <a:pt x="1928285" y="2433320"/>
                  </a:lnTo>
                  <a:lnTo>
                    <a:pt x="1928403" y="2433320"/>
                  </a:lnTo>
                  <a:lnTo>
                    <a:pt x="1928521" y="2433320"/>
                  </a:lnTo>
                  <a:lnTo>
                    <a:pt x="1928638" y="2433320"/>
                  </a:lnTo>
                  <a:lnTo>
                    <a:pt x="1928756" y="2433320"/>
                  </a:lnTo>
                  <a:lnTo>
                    <a:pt x="1928873" y="2433320"/>
                  </a:lnTo>
                  <a:lnTo>
                    <a:pt x="1928873" y="2432890"/>
                  </a:lnTo>
                  <a:lnTo>
                    <a:pt x="1928873" y="2432459"/>
                  </a:lnTo>
                  <a:lnTo>
                    <a:pt x="1928991" y="2432459"/>
                  </a:lnTo>
                  <a:lnTo>
                    <a:pt x="1928991" y="2432028"/>
                  </a:lnTo>
                  <a:lnTo>
                    <a:pt x="1929109" y="2432028"/>
                  </a:lnTo>
                  <a:lnTo>
                    <a:pt x="1929226" y="2432028"/>
                  </a:lnTo>
                  <a:lnTo>
                    <a:pt x="1929344" y="2432028"/>
                  </a:lnTo>
                  <a:lnTo>
                    <a:pt x="1929344" y="2431598"/>
                  </a:lnTo>
                  <a:lnTo>
                    <a:pt x="1929462" y="2431598"/>
                  </a:lnTo>
                  <a:lnTo>
                    <a:pt x="1929462" y="2431167"/>
                  </a:lnTo>
                  <a:lnTo>
                    <a:pt x="1929462" y="2430737"/>
                  </a:lnTo>
                  <a:lnTo>
                    <a:pt x="1929579" y="2430737"/>
                  </a:lnTo>
                  <a:lnTo>
                    <a:pt x="1929697" y="2430737"/>
                  </a:lnTo>
                  <a:lnTo>
                    <a:pt x="1929697" y="2430306"/>
                  </a:lnTo>
                  <a:lnTo>
                    <a:pt x="1929814" y="2430306"/>
                  </a:lnTo>
                  <a:lnTo>
                    <a:pt x="1929932" y="2430306"/>
                  </a:lnTo>
                  <a:lnTo>
                    <a:pt x="1930050" y="2430306"/>
                  </a:lnTo>
                  <a:lnTo>
                    <a:pt x="1930167" y="2430306"/>
                  </a:lnTo>
                  <a:lnTo>
                    <a:pt x="1930285" y="2430306"/>
                  </a:lnTo>
                  <a:lnTo>
                    <a:pt x="1930285" y="2429875"/>
                  </a:lnTo>
                  <a:lnTo>
                    <a:pt x="1930285" y="2429445"/>
                  </a:lnTo>
                  <a:lnTo>
                    <a:pt x="1930402" y="2429445"/>
                  </a:lnTo>
                  <a:lnTo>
                    <a:pt x="1930520" y="2429445"/>
                  </a:lnTo>
                  <a:lnTo>
                    <a:pt x="1930638" y="2429445"/>
                  </a:lnTo>
                  <a:lnTo>
                    <a:pt x="1930755" y="2429445"/>
                  </a:lnTo>
                  <a:lnTo>
                    <a:pt x="1930755" y="2429014"/>
                  </a:lnTo>
                  <a:lnTo>
                    <a:pt x="1930873" y="2429014"/>
                  </a:lnTo>
                  <a:lnTo>
                    <a:pt x="1930991" y="2429014"/>
                  </a:lnTo>
                  <a:lnTo>
                    <a:pt x="1930991" y="2428584"/>
                  </a:lnTo>
                  <a:lnTo>
                    <a:pt x="1931108" y="2428584"/>
                  </a:lnTo>
                  <a:lnTo>
                    <a:pt x="1931108" y="2428153"/>
                  </a:lnTo>
                  <a:lnTo>
                    <a:pt x="1931108" y="2427722"/>
                  </a:lnTo>
                  <a:lnTo>
                    <a:pt x="1931226" y="2427722"/>
                  </a:lnTo>
                  <a:lnTo>
                    <a:pt x="1931343" y="2427722"/>
                  </a:lnTo>
                  <a:lnTo>
                    <a:pt x="1931461" y="2427722"/>
                  </a:lnTo>
                  <a:lnTo>
                    <a:pt x="1931579" y="2427722"/>
                  </a:lnTo>
                  <a:lnTo>
                    <a:pt x="1931696" y="2427722"/>
                  </a:lnTo>
                  <a:lnTo>
                    <a:pt x="1931814" y="2427722"/>
                  </a:lnTo>
                  <a:lnTo>
                    <a:pt x="1931931" y="2427722"/>
                  </a:lnTo>
                  <a:lnTo>
                    <a:pt x="1932049" y="2427722"/>
                  </a:lnTo>
                  <a:lnTo>
                    <a:pt x="1932167" y="2427722"/>
                  </a:lnTo>
                  <a:lnTo>
                    <a:pt x="1932167" y="2427292"/>
                  </a:lnTo>
                  <a:lnTo>
                    <a:pt x="1932284" y="2427292"/>
                  </a:lnTo>
                  <a:lnTo>
                    <a:pt x="1932402" y="2427292"/>
                  </a:lnTo>
                  <a:lnTo>
                    <a:pt x="1932519" y="2427292"/>
                  </a:lnTo>
                  <a:lnTo>
                    <a:pt x="1932637" y="2427292"/>
                  </a:lnTo>
                  <a:lnTo>
                    <a:pt x="1932755" y="2427292"/>
                  </a:lnTo>
                  <a:lnTo>
                    <a:pt x="1932872" y="2427292"/>
                  </a:lnTo>
                  <a:lnTo>
                    <a:pt x="1932990" y="2427292"/>
                  </a:lnTo>
                  <a:lnTo>
                    <a:pt x="1932990" y="2426861"/>
                  </a:lnTo>
                  <a:lnTo>
                    <a:pt x="1933108" y="2426861"/>
                  </a:lnTo>
                  <a:lnTo>
                    <a:pt x="1933225" y="2426861"/>
                  </a:lnTo>
                  <a:lnTo>
                    <a:pt x="1933343" y="2426861"/>
                  </a:lnTo>
                  <a:lnTo>
                    <a:pt x="1933343" y="2426431"/>
                  </a:lnTo>
                  <a:lnTo>
                    <a:pt x="1933343" y="2426000"/>
                  </a:lnTo>
                  <a:lnTo>
                    <a:pt x="1933460" y="2426000"/>
                  </a:lnTo>
                  <a:lnTo>
                    <a:pt x="1933578" y="2426000"/>
                  </a:lnTo>
                  <a:lnTo>
                    <a:pt x="1933578" y="2425569"/>
                  </a:lnTo>
                  <a:lnTo>
                    <a:pt x="1933578" y="2425139"/>
                  </a:lnTo>
                  <a:lnTo>
                    <a:pt x="1933696" y="2425139"/>
                  </a:lnTo>
                  <a:lnTo>
                    <a:pt x="1933813" y="2425139"/>
                  </a:lnTo>
                  <a:lnTo>
                    <a:pt x="1933813" y="2424708"/>
                  </a:lnTo>
                  <a:lnTo>
                    <a:pt x="1933813" y="2424278"/>
                  </a:lnTo>
                  <a:lnTo>
                    <a:pt x="1933931" y="2424278"/>
                  </a:lnTo>
                  <a:lnTo>
                    <a:pt x="1934048" y="2424278"/>
                  </a:lnTo>
                  <a:lnTo>
                    <a:pt x="1934048" y="2423847"/>
                  </a:lnTo>
                  <a:lnTo>
                    <a:pt x="1934048" y="2423416"/>
                  </a:lnTo>
                  <a:lnTo>
                    <a:pt x="1934166" y="2423416"/>
                  </a:lnTo>
                  <a:lnTo>
                    <a:pt x="1934284" y="2423416"/>
                  </a:lnTo>
                  <a:lnTo>
                    <a:pt x="1934401" y="2423416"/>
                  </a:lnTo>
                  <a:lnTo>
                    <a:pt x="1934401" y="2422986"/>
                  </a:lnTo>
                  <a:lnTo>
                    <a:pt x="1934519" y="2422986"/>
                  </a:lnTo>
                  <a:lnTo>
                    <a:pt x="1934637" y="2422986"/>
                  </a:lnTo>
                  <a:lnTo>
                    <a:pt x="1934754" y="2422986"/>
                  </a:lnTo>
                  <a:lnTo>
                    <a:pt x="1934872" y="2422986"/>
                  </a:lnTo>
                  <a:lnTo>
                    <a:pt x="1934872" y="2422555"/>
                  </a:lnTo>
                  <a:lnTo>
                    <a:pt x="1934989" y="2422555"/>
                  </a:lnTo>
                  <a:lnTo>
                    <a:pt x="1935107" y="2422555"/>
                  </a:lnTo>
                  <a:lnTo>
                    <a:pt x="1935225" y="2422555"/>
                  </a:lnTo>
                  <a:lnTo>
                    <a:pt x="1935225" y="2422125"/>
                  </a:lnTo>
                  <a:lnTo>
                    <a:pt x="1935342" y="2422125"/>
                  </a:lnTo>
                  <a:lnTo>
                    <a:pt x="1935460" y="2422125"/>
                  </a:lnTo>
                  <a:lnTo>
                    <a:pt x="1935460" y="2421694"/>
                  </a:lnTo>
                  <a:lnTo>
                    <a:pt x="1935460" y="2421263"/>
                  </a:lnTo>
                  <a:lnTo>
                    <a:pt x="1935460" y="2420833"/>
                  </a:lnTo>
                  <a:lnTo>
                    <a:pt x="1935460" y="2420402"/>
                  </a:lnTo>
                  <a:lnTo>
                    <a:pt x="1935577" y="2420402"/>
                  </a:lnTo>
                  <a:lnTo>
                    <a:pt x="1935695" y="2420402"/>
                  </a:lnTo>
                  <a:lnTo>
                    <a:pt x="1935695" y="2419972"/>
                  </a:lnTo>
                  <a:lnTo>
                    <a:pt x="1935813" y="2419972"/>
                  </a:lnTo>
                  <a:lnTo>
                    <a:pt x="1935813" y="2419541"/>
                  </a:lnTo>
                  <a:lnTo>
                    <a:pt x="1935813" y="2419110"/>
                  </a:lnTo>
                  <a:lnTo>
                    <a:pt x="1935930" y="2419110"/>
                  </a:lnTo>
                  <a:lnTo>
                    <a:pt x="1936048" y="2419110"/>
                  </a:lnTo>
                  <a:lnTo>
                    <a:pt x="1936166" y="2419110"/>
                  </a:lnTo>
                  <a:lnTo>
                    <a:pt x="1936283" y="2419110"/>
                  </a:lnTo>
                  <a:lnTo>
                    <a:pt x="1936401" y="2419110"/>
                  </a:lnTo>
                  <a:lnTo>
                    <a:pt x="1936518" y="2419110"/>
                  </a:lnTo>
                  <a:lnTo>
                    <a:pt x="1936518" y="2418680"/>
                  </a:lnTo>
                  <a:lnTo>
                    <a:pt x="1936636" y="2418680"/>
                  </a:lnTo>
                  <a:lnTo>
                    <a:pt x="1936754" y="2418680"/>
                  </a:lnTo>
                  <a:lnTo>
                    <a:pt x="1936871" y="2418680"/>
                  </a:lnTo>
                  <a:lnTo>
                    <a:pt x="1936989" y="2418680"/>
                  </a:lnTo>
                  <a:lnTo>
                    <a:pt x="1937106" y="2418680"/>
                  </a:lnTo>
                  <a:lnTo>
                    <a:pt x="1937106" y="2418249"/>
                  </a:lnTo>
                  <a:lnTo>
                    <a:pt x="1937224" y="2418249"/>
                  </a:lnTo>
                  <a:lnTo>
                    <a:pt x="1937342" y="2418249"/>
                  </a:lnTo>
                  <a:lnTo>
                    <a:pt x="1937342" y="2417819"/>
                  </a:lnTo>
                  <a:lnTo>
                    <a:pt x="1937342" y="2417388"/>
                  </a:lnTo>
                  <a:lnTo>
                    <a:pt x="1937459" y="2417388"/>
                  </a:lnTo>
                  <a:lnTo>
                    <a:pt x="1937577" y="2417388"/>
                  </a:lnTo>
                  <a:lnTo>
                    <a:pt x="1937695" y="2417388"/>
                  </a:lnTo>
                  <a:lnTo>
                    <a:pt x="1937812" y="2417388"/>
                  </a:lnTo>
                  <a:lnTo>
                    <a:pt x="1937930" y="2417388"/>
                  </a:lnTo>
                  <a:lnTo>
                    <a:pt x="1938047" y="2417388"/>
                  </a:lnTo>
                  <a:lnTo>
                    <a:pt x="1938165" y="2417388"/>
                  </a:lnTo>
                  <a:lnTo>
                    <a:pt x="1938165" y="2416957"/>
                  </a:lnTo>
                  <a:lnTo>
                    <a:pt x="1938165" y="2416527"/>
                  </a:lnTo>
                  <a:lnTo>
                    <a:pt x="1938283" y="2416527"/>
                  </a:lnTo>
                  <a:lnTo>
                    <a:pt x="1938400" y="2416527"/>
                  </a:lnTo>
                  <a:lnTo>
                    <a:pt x="1938518" y="2416527"/>
                  </a:lnTo>
                  <a:lnTo>
                    <a:pt x="1938635" y="2416527"/>
                  </a:lnTo>
                  <a:lnTo>
                    <a:pt x="1938635" y="2416096"/>
                  </a:lnTo>
                  <a:lnTo>
                    <a:pt x="1938753" y="2416096"/>
                  </a:lnTo>
                  <a:lnTo>
                    <a:pt x="1938871" y="2416096"/>
                  </a:lnTo>
                  <a:lnTo>
                    <a:pt x="1938871" y="2415666"/>
                  </a:lnTo>
                  <a:lnTo>
                    <a:pt x="1938871" y="2415235"/>
                  </a:lnTo>
                  <a:lnTo>
                    <a:pt x="1938988" y="2415235"/>
                  </a:lnTo>
                  <a:lnTo>
                    <a:pt x="1939106" y="2415235"/>
                  </a:lnTo>
                  <a:lnTo>
                    <a:pt x="1939223" y="2415235"/>
                  </a:lnTo>
                  <a:lnTo>
                    <a:pt x="1939223" y="2414804"/>
                  </a:lnTo>
                  <a:lnTo>
                    <a:pt x="1939341" y="2414804"/>
                  </a:lnTo>
                  <a:lnTo>
                    <a:pt x="1939459" y="2414804"/>
                  </a:lnTo>
                  <a:lnTo>
                    <a:pt x="1939576" y="2414804"/>
                  </a:lnTo>
                  <a:lnTo>
                    <a:pt x="1939694" y="2414804"/>
                  </a:lnTo>
                  <a:lnTo>
                    <a:pt x="1939694" y="2414374"/>
                  </a:lnTo>
                  <a:lnTo>
                    <a:pt x="1939694" y="2413943"/>
                  </a:lnTo>
                  <a:lnTo>
                    <a:pt x="1939694" y="2413513"/>
                  </a:lnTo>
                  <a:lnTo>
                    <a:pt x="1939812" y="2413513"/>
                  </a:lnTo>
                  <a:lnTo>
                    <a:pt x="1939929" y="2413513"/>
                  </a:lnTo>
                  <a:lnTo>
                    <a:pt x="1940047" y="2413513"/>
                  </a:lnTo>
                  <a:lnTo>
                    <a:pt x="1940047" y="2413082"/>
                  </a:lnTo>
                  <a:lnTo>
                    <a:pt x="1940047" y="2412651"/>
                  </a:lnTo>
                  <a:lnTo>
                    <a:pt x="1940164" y="2412651"/>
                  </a:lnTo>
                  <a:lnTo>
                    <a:pt x="1940282" y="2412651"/>
                  </a:lnTo>
                  <a:lnTo>
                    <a:pt x="1940282" y="2412221"/>
                  </a:lnTo>
                  <a:lnTo>
                    <a:pt x="1940282" y="2411790"/>
                  </a:lnTo>
                  <a:lnTo>
                    <a:pt x="1940400" y="2411790"/>
                  </a:lnTo>
                  <a:lnTo>
                    <a:pt x="1940400" y="2411360"/>
                  </a:lnTo>
                  <a:lnTo>
                    <a:pt x="1940517" y="2411360"/>
                  </a:lnTo>
                  <a:lnTo>
                    <a:pt x="1940635" y="2411360"/>
                  </a:lnTo>
                  <a:lnTo>
                    <a:pt x="1940752" y="2411360"/>
                  </a:lnTo>
                  <a:lnTo>
                    <a:pt x="1940870" y="2411360"/>
                  </a:lnTo>
                  <a:lnTo>
                    <a:pt x="1940988" y="2411360"/>
                  </a:lnTo>
                  <a:lnTo>
                    <a:pt x="1941105" y="2411360"/>
                  </a:lnTo>
                  <a:lnTo>
                    <a:pt x="1941105" y="2410929"/>
                  </a:lnTo>
                  <a:lnTo>
                    <a:pt x="1941223" y="2410929"/>
                  </a:lnTo>
                  <a:lnTo>
                    <a:pt x="1941341" y="2410929"/>
                  </a:lnTo>
                  <a:lnTo>
                    <a:pt x="1941341" y="2410498"/>
                  </a:lnTo>
                  <a:lnTo>
                    <a:pt x="1941458" y="2410498"/>
                  </a:lnTo>
                  <a:lnTo>
                    <a:pt x="1941458" y="2410068"/>
                  </a:lnTo>
                  <a:lnTo>
                    <a:pt x="1941576" y="2410068"/>
                  </a:lnTo>
                  <a:lnTo>
                    <a:pt x="1941693" y="2410068"/>
                  </a:lnTo>
                  <a:lnTo>
                    <a:pt x="1941693" y="2409637"/>
                  </a:lnTo>
                  <a:lnTo>
                    <a:pt x="1941693" y="2409207"/>
                  </a:lnTo>
                  <a:lnTo>
                    <a:pt x="1941811" y="2409207"/>
                  </a:lnTo>
                  <a:lnTo>
                    <a:pt x="1941929" y="2409207"/>
                  </a:lnTo>
                  <a:lnTo>
                    <a:pt x="1941929" y="2408776"/>
                  </a:lnTo>
                  <a:lnTo>
                    <a:pt x="1942046" y="2408776"/>
                  </a:lnTo>
                  <a:lnTo>
                    <a:pt x="1942046" y="2408345"/>
                  </a:lnTo>
                  <a:lnTo>
                    <a:pt x="1942164" y="2408345"/>
                  </a:lnTo>
                  <a:lnTo>
                    <a:pt x="1942281" y="2408345"/>
                  </a:lnTo>
                  <a:lnTo>
                    <a:pt x="1942399" y="2408345"/>
                  </a:lnTo>
                  <a:lnTo>
                    <a:pt x="1942517" y="2408345"/>
                  </a:lnTo>
                  <a:lnTo>
                    <a:pt x="1942634" y="2408345"/>
                  </a:lnTo>
                  <a:lnTo>
                    <a:pt x="1942634" y="2407915"/>
                  </a:lnTo>
                  <a:lnTo>
                    <a:pt x="1942752" y="2407915"/>
                  </a:lnTo>
                  <a:lnTo>
                    <a:pt x="1942870" y="2407915"/>
                  </a:lnTo>
                  <a:lnTo>
                    <a:pt x="1942870" y="2407484"/>
                  </a:lnTo>
                  <a:lnTo>
                    <a:pt x="1942870" y="2407054"/>
                  </a:lnTo>
                  <a:lnTo>
                    <a:pt x="1942987" y="2407054"/>
                  </a:lnTo>
                  <a:lnTo>
                    <a:pt x="1943105" y="2407054"/>
                  </a:lnTo>
                  <a:lnTo>
                    <a:pt x="1943222" y="2407054"/>
                  </a:lnTo>
                  <a:lnTo>
                    <a:pt x="1943222" y="2406623"/>
                  </a:lnTo>
                  <a:lnTo>
                    <a:pt x="1943340" y="2406623"/>
                  </a:lnTo>
                  <a:lnTo>
                    <a:pt x="1943458" y="2406623"/>
                  </a:lnTo>
                  <a:lnTo>
                    <a:pt x="1943575" y="2406623"/>
                  </a:lnTo>
                  <a:lnTo>
                    <a:pt x="1943575" y="2406192"/>
                  </a:lnTo>
                  <a:lnTo>
                    <a:pt x="1943693" y="2406192"/>
                  </a:lnTo>
                  <a:lnTo>
                    <a:pt x="1943810" y="2406192"/>
                  </a:lnTo>
                  <a:lnTo>
                    <a:pt x="1943928" y="2406192"/>
                  </a:lnTo>
                  <a:lnTo>
                    <a:pt x="1943928" y="2405762"/>
                  </a:lnTo>
                  <a:lnTo>
                    <a:pt x="1943928" y="2405331"/>
                  </a:lnTo>
                  <a:lnTo>
                    <a:pt x="1944046" y="2405331"/>
                  </a:lnTo>
                  <a:lnTo>
                    <a:pt x="1944163" y="2405331"/>
                  </a:lnTo>
                  <a:lnTo>
                    <a:pt x="1944281" y="2405331"/>
                  </a:lnTo>
                  <a:lnTo>
                    <a:pt x="1944281" y="2404901"/>
                  </a:lnTo>
                  <a:lnTo>
                    <a:pt x="1944399" y="2404901"/>
                  </a:lnTo>
                  <a:lnTo>
                    <a:pt x="1944516" y="2404901"/>
                  </a:lnTo>
                  <a:lnTo>
                    <a:pt x="1944634" y="2404901"/>
                  </a:lnTo>
                  <a:lnTo>
                    <a:pt x="1944634" y="2404470"/>
                  </a:lnTo>
                  <a:lnTo>
                    <a:pt x="1944751" y="2404470"/>
                  </a:lnTo>
                  <a:lnTo>
                    <a:pt x="1944751" y="2404039"/>
                  </a:lnTo>
                  <a:lnTo>
                    <a:pt x="1944869" y="2404039"/>
                  </a:lnTo>
                  <a:lnTo>
                    <a:pt x="1944869" y="2403609"/>
                  </a:lnTo>
                  <a:lnTo>
                    <a:pt x="1944987" y="2403609"/>
                  </a:lnTo>
                  <a:lnTo>
                    <a:pt x="1944987" y="2403178"/>
                  </a:lnTo>
                  <a:lnTo>
                    <a:pt x="1944987" y="2402748"/>
                  </a:lnTo>
                  <a:lnTo>
                    <a:pt x="1944987" y="2402317"/>
                  </a:lnTo>
                  <a:lnTo>
                    <a:pt x="1945104" y="2402317"/>
                  </a:lnTo>
                  <a:lnTo>
                    <a:pt x="1945222" y="2402317"/>
                  </a:lnTo>
                  <a:lnTo>
                    <a:pt x="1945339" y="2402317"/>
                  </a:lnTo>
                  <a:lnTo>
                    <a:pt x="1945339" y="2401886"/>
                  </a:lnTo>
                  <a:lnTo>
                    <a:pt x="1945457" y="2401886"/>
                  </a:lnTo>
                  <a:lnTo>
                    <a:pt x="1945575" y="2401886"/>
                  </a:lnTo>
                  <a:lnTo>
                    <a:pt x="1945692" y="2401886"/>
                  </a:lnTo>
                  <a:lnTo>
                    <a:pt x="1945810" y="2401886"/>
                  </a:lnTo>
                  <a:lnTo>
                    <a:pt x="1945810" y="2401456"/>
                  </a:lnTo>
                  <a:lnTo>
                    <a:pt x="1945810" y="2401025"/>
                  </a:lnTo>
                  <a:lnTo>
                    <a:pt x="1945928" y="2401025"/>
                  </a:lnTo>
                  <a:lnTo>
                    <a:pt x="1946045" y="2401025"/>
                  </a:lnTo>
                  <a:lnTo>
                    <a:pt x="1946045" y="2400595"/>
                  </a:lnTo>
                  <a:lnTo>
                    <a:pt x="1946045" y="2400164"/>
                  </a:lnTo>
                  <a:lnTo>
                    <a:pt x="1946163" y="2400164"/>
                  </a:lnTo>
                  <a:lnTo>
                    <a:pt x="1946280" y="2400164"/>
                  </a:lnTo>
                  <a:lnTo>
                    <a:pt x="1946398" y="2400164"/>
                  </a:lnTo>
                  <a:lnTo>
                    <a:pt x="1946516" y="2400164"/>
                  </a:lnTo>
                  <a:lnTo>
                    <a:pt x="1946516" y="2399733"/>
                  </a:lnTo>
                  <a:lnTo>
                    <a:pt x="1946516" y="2399303"/>
                  </a:lnTo>
                  <a:lnTo>
                    <a:pt x="1946633" y="2399303"/>
                  </a:lnTo>
                  <a:lnTo>
                    <a:pt x="1946633" y="2398872"/>
                  </a:lnTo>
                  <a:lnTo>
                    <a:pt x="1946751" y="2398872"/>
                  </a:lnTo>
                  <a:lnTo>
                    <a:pt x="1946868" y="2398872"/>
                  </a:lnTo>
                  <a:lnTo>
                    <a:pt x="1946986" y="2398872"/>
                  </a:lnTo>
                  <a:lnTo>
                    <a:pt x="1947104" y="2398872"/>
                  </a:lnTo>
                  <a:lnTo>
                    <a:pt x="1947104" y="2398442"/>
                  </a:lnTo>
                  <a:lnTo>
                    <a:pt x="1947221" y="2398442"/>
                  </a:lnTo>
                  <a:lnTo>
                    <a:pt x="1947339" y="2398442"/>
                  </a:lnTo>
                  <a:lnTo>
                    <a:pt x="1947456" y="2398442"/>
                  </a:lnTo>
                  <a:lnTo>
                    <a:pt x="1947456" y="2398011"/>
                  </a:lnTo>
                  <a:lnTo>
                    <a:pt x="1947574" y="2398011"/>
                  </a:lnTo>
                  <a:lnTo>
                    <a:pt x="1947692" y="2398011"/>
                  </a:lnTo>
                  <a:lnTo>
                    <a:pt x="1947692" y="2397580"/>
                  </a:lnTo>
                  <a:lnTo>
                    <a:pt x="1947809" y="2397580"/>
                  </a:lnTo>
                  <a:lnTo>
                    <a:pt x="1947927" y="2397580"/>
                  </a:lnTo>
                  <a:lnTo>
                    <a:pt x="1948045" y="2397580"/>
                  </a:lnTo>
                  <a:lnTo>
                    <a:pt x="1948162" y="2397580"/>
                  </a:lnTo>
                  <a:lnTo>
                    <a:pt x="1948280" y="2397580"/>
                  </a:lnTo>
                  <a:lnTo>
                    <a:pt x="1948397" y="2397580"/>
                  </a:lnTo>
                  <a:lnTo>
                    <a:pt x="1948515" y="2397580"/>
                  </a:lnTo>
                  <a:lnTo>
                    <a:pt x="1948633" y="2397580"/>
                  </a:lnTo>
                  <a:lnTo>
                    <a:pt x="1948633" y="2397150"/>
                  </a:lnTo>
                  <a:lnTo>
                    <a:pt x="1948750" y="2397150"/>
                  </a:lnTo>
                  <a:lnTo>
                    <a:pt x="1948868" y="2397150"/>
                  </a:lnTo>
                  <a:lnTo>
                    <a:pt x="1948868" y="2396719"/>
                  </a:lnTo>
                  <a:lnTo>
                    <a:pt x="1948985" y="2396719"/>
                  </a:lnTo>
                  <a:lnTo>
                    <a:pt x="1948985" y="2396289"/>
                  </a:lnTo>
                  <a:lnTo>
                    <a:pt x="1949103" y="2396289"/>
                  </a:lnTo>
                  <a:lnTo>
                    <a:pt x="1949103" y="2395858"/>
                  </a:lnTo>
                  <a:lnTo>
                    <a:pt x="1949221" y="2395858"/>
                  </a:lnTo>
                  <a:lnTo>
                    <a:pt x="1949338" y="2395858"/>
                  </a:lnTo>
                  <a:lnTo>
                    <a:pt x="1949456" y="2395858"/>
                  </a:lnTo>
                  <a:lnTo>
                    <a:pt x="1949574" y="2395858"/>
                  </a:lnTo>
                  <a:lnTo>
                    <a:pt x="1949691" y="2395858"/>
                  </a:lnTo>
                  <a:lnTo>
                    <a:pt x="1949809" y="2395858"/>
                  </a:lnTo>
                  <a:lnTo>
                    <a:pt x="1949926" y="2395858"/>
                  </a:lnTo>
                  <a:lnTo>
                    <a:pt x="1950044" y="2395858"/>
                  </a:lnTo>
                  <a:lnTo>
                    <a:pt x="1950162" y="2395858"/>
                  </a:lnTo>
                  <a:lnTo>
                    <a:pt x="1950162" y="2395427"/>
                  </a:lnTo>
                  <a:lnTo>
                    <a:pt x="1950162" y="2394997"/>
                  </a:lnTo>
                  <a:lnTo>
                    <a:pt x="1950162" y="2394566"/>
                  </a:lnTo>
                  <a:lnTo>
                    <a:pt x="1950279" y="2394566"/>
                  </a:lnTo>
                  <a:lnTo>
                    <a:pt x="1950397" y="2394566"/>
                  </a:lnTo>
                  <a:lnTo>
                    <a:pt x="1950514" y="2394566"/>
                  </a:lnTo>
                  <a:lnTo>
                    <a:pt x="1950632" y="2394566"/>
                  </a:lnTo>
                  <a:lnTo>
                    <a:pt x="1950632" y="2394136"/>
                  </a:lnTo>
                  <a:lnTo>
                    <a:pt x="1950750" y="2394136"/>
                  </a:lnTo>
                  <a:lnTo>
                    <a:pt x="1950750" y="2393705"/>
                  </a:lnTo>
                  <a:lnTo>
                    <a:pt x="1950750" y="2393274"/>
                  </a:lnTo>
                  <a:lnTo>
                    <a:pt x="1950867" y="2393274"/>
                  </a:lnTo>
                  <a:lnTo>
                    <a:pt x="1950985" y="2393274"/>
                  </a:lnTo>
                  <a:lnTo>
                    <a:pt x="1950985" y="2392844"/>
                  </a:lnTo>
                  <a:lnTo>
                    <a:pt x="1951103" y="2392844"/>
                  </a:lnTo>
                  <a:lnTo>
                    <a:pt x="1951103" y="2392413"/>
                  </a:lnTo>
                  <a:lnTo>
                    <a:pt x="1951220" y="2392413"/>
                  </a:lnTo>
                  <a:lnTo>
                    <a:pt x="1951338" y="2392413"/>
                  </a:lnTo>
                  <a:lnTo>
                    <a:pt x="1951455" y="2392413"/>
                  </a:lnTo>
                  <a:lnTo>
                    <a:pt x="1951573" y="2392413"/>
                  </a:lnTo>
                  <a:lnTo>
                    <a:pt x="1951691" y="2392413"/>
                  </a:lnTo>
                  <a:lnTo>
                    <a:pt x="1951808" y="2392413"/>
                  </a:lnTo>
                  <a:lnTo>
                    <a:pt x="1951926" y="2392413"/>
                  </a:lnTo>
                  <a:lnTo>
                    <a:pt x="1951926" y="2391983"/>
                  </a:lnTo>
                  <a:lnTo>
                    <a:pt x="1952043" y="2391983"/>
                  </a:lnTo>
                  <a:lnTo>
                    <a:pt x="1952161" y="2391983"/>
                  </a:lnTo>
                  <a:lnTo>
                    <a:pt x="1952279" y="2391983"/>
                  </a:lnTo>
                  <a:lnTo>
                    <a:pt x="1952279" y="2391552"/>
                  </a:lnTo>
                  <a:lnTo>
                    <a:pt x="1952396" y="2391552"/>
                  </a:lnTo>
                  <a:lnTo>
                    <a:pt x="1952514" y="2391552"/>
                  </a:lnTo>
                  <a:lnTo>
                    <a:pt x="1952514" y="2391121"/>
                  </a:lnTo>
                  <a:lnTo>
                    <a:pt x="1952632" y="2391121"/>
                  </a:lnTo>
                  <a:lnTo>
                    <a:pt x="1952632" y="2390691"/>
                  </a:lnTo>
                  <a:lnTo>
                    <a:pt x="1952749" y="2390691"/>
                  </a:lnTo>
                  <a:lnTo>
                    <a:pt x="1952749" y="2390260"/>
                  </a:lnTo>
                  <a:lnTo>
                    <a:pt x="1952867" y="2390260"/>
                  </a:lnTo>
                  <a:lnTo>
                    <a:pt x="1952984" y="2390260"/>
                  </a:lnTo>
                  <a:lnTo>
                    <a:pt x="1953102" y="2390260"/>
                  </a:lnTo>
                  <a:lnTo>
                    <a:pt x="1953102" y="2389830"/>
                  </a:lnTo>
                  <a:lnTo>
                    <a:pt x="1953220" y="2389830"/>
                  </a:lnTo>
                  <a:lnTo>
                    <a:pt x="1953220" y="2389399"/>
                  </a:lnTo>
                  <a:lnTo>
                    <a:pt x="1953337" y="2389399"/>
                  </a:lnTo>
                  <a:lnTo>
                    <a:pt x="1953455" y="2389399"/>
                  </a:lnTo>
                  <a:lnTo>
                    <a:pt x="1953455" y="2388968"/>
                  </a:lnTo>
                  <a:lnTo>
                    <a:pt x="1953572" y="2388968"/>
                  </a:lnTo>
                  <a:lnTo>
                    <a:pt x="1953690" y="2388968"/>
                  </a:lnTo>
                  <a:lnTo>
                    <a:pt x="1953690" y="2388538"/>
                  </a:lnTo>
                  <a:lnTo>
                    <a:pt x="1953808" y="2388538"/>
                  </a:lnTo>
                  <a:lnTo>
                    <a:pt x="1953925" y="2388538"/>
                  </a:lnTo>
                  <a:lnTo>
                    <a:pt x="1954043" y="2388538"/>
                  </a:lnTo>
                  <a:lnTo>
                    <a:pt x="1954161" y="2388538"/>
                  </a:lnTo>
                  <a:lnTo>
                    <a:pt x="1954278" y="2388538"/>
                  </a:lnTo>
                  <a:lnTo>
                    <a:pt x="1954278" y="2388107"/>
                  </a:lnTo>
                  <a:lnTo>
                    <a:pt x="1954396" y="2388107"/>
                  </a:lnTo>
                  <a:lnTo>
                    <a:pt x="1954396" y="2387677"/>
                  </a:lnTo>
                  <a:lnTo>
                    <a:pt x="1954513" y="2387677"/>
                  </a:lnTo>
                  <a:lnTo>
                    <a:pt x="1954631" y="2387677"/>
                  </a:lnTo>
                  <a:lnTo>
                    <a:pt x="1954749" y="2387677"/>
                  </a:lnTo>
                  <a:lnTo>
                    <a:pt x="1954866" y="2387677"/>
                  </a:lnTo>
                  <a:lnTo>
                    <a:pt x="1954984" y="2387677"/>
                  </a:lnTo>
                  <a:lnTo>
                    <a:pt x="1955101" y="2387677"/>
                  </a:lnTo>
                  <a:lnTo>
                    <a:pt x="1955101" y="2387246"/>
                  </a:lnTo>
                  <a:lnTo>
                    <a:pt x="1955219" y="2387246"/>
                  </a:lnTo>
                  <a:lnTo>
                    <a:pt x="1955337" y="2387246"/>
                  </a:lnTo>
                  <a:lnTo>
                    <a:pt x="1955454" y="2387246"/>
                  </a:lnTo>
                  <a:lnTo>
                    <a:pt x="1955572" y="2387246"/>
                  </a:lnTo>
                  <a:lnTo>
                    <a:pt x="1955689" y="2387246"/>
                  </a:lnTo>
                  <a:lnTo>
                    <a:pt x="1955807" y="2387246"/>
                  </a:lnTo>
                  <a:lnTo>
                    <a:pt x="1955925" y="2387246"/>
                  </a:lnTo>
                  <a:lnTo>
                    <a:pt x="1956042" y="2387246"/>
                  </a:lnTo>
                  <a:lnTo>
                    <a:pt x="1956160" y="2387246"/>
                  </a:lnTo>
                  <a:lnTo>
                    <a:pt x="1956160" y="2386815"/>
                  </a:lnTo>
                  <a:lnTo>
                    <a:pt x="1956278" y="2386815"/>
                  </a:lnTo>
                  <a:lnTo>
                    <a:pt x="1956278" y="2386385"/>
                  </a:lnTo>
                  <a:lnTo>
                    <a:pt x="1956395" y="2386385"/>
                  </a:lnTo>
                  <a:lnTo>
                    <a:pt x="1956395" y="2385954"/>
                  </a:lnTo>
                  <a:lnTo>
                    <a:pt x="1956513" y="2385954"/>
                  </a:lnTo>
                  <a:lnTo>
                    <a:pt x="1956630" y="2385954"/>
                  </a:lnTo>
                  <a:lnTo>
                    <a:pt x="1956748" y="2385954"/>
                  </a:lnTo>
                  <a:lnTo>
                    <a:pt x="1956866" y="2385954"/>
                  </a:lnTo>
                  <a:lnTo>
                    <a:pt x="1956983" y="2385954"/>
                  </a:lnTo>
                  <a:lnTo>
                    <a:pt x="1957101" y="2385954"/>
                  </a:lnTo>
                  <a:lnTo>
                    <a:pt x="1957218" y="2385954"/>
                  </a:lnTo>
                  <a:lnTo>
                    <a:pt x="1957336" y="2385954"/>
                  </a:lnTo>
                  <a:lnTo>
                    <a:pt x="1957336" y="2385524"/>
                  </a:lnTo>
                  <a:lnTo>
                    <a:pt x="1957454" y="2385524"/>
                  </a:lnTo>
                  <a:lnTo>
                    <a:pt x="1957571" y="2385524"/>
                  </a:lnTo>
                  <a:lnTo>
                    <a:pt x="1957689" y="2385524"/>
                  </a:lnTo>
                  <a:lnTo>
                    <a:pt x="1957807" y="2385524"/>
                  </a:lnTo>
                  <a:lnTo>
                    <a:pt x="1957807" y="2385093"/>
                  </a:lnTo>
                  <a:lnTo>
                    <a:pt x="1957924" y="2385093"/>
                  </a:lnTo>
                  <a:lnTo>
                    <a:pt x="1958042" y="2385093"/>
                  </a:lnTo>
                  <a:lnTo>
                    <a:pt x="1958042" y="2384662"/>
                  </a:lnTo>
                  <a:lnTo>
                    <a:pt x="1958159" y="2384662"/>
                  </a:lnTo>
                  <a:lnTo>
                    <a:pt x="1958277" y="2384662"/>
                  </a:lnTo>
                  <a:lnTo>
                    <a:pt x="1958395" y="2384662"/>
                  </a:lnTo>
                  <a:lnTo>
                    <a:pt x="1958512" y="2384662"/>
                  </a:lnTo>
                  <a:lnTo>
                    <a:pt x="1958630" y="2384662"/>
                  </a:lnTo>
                  <a:lnTo>
                    <a:pt x="1958747" y="2384662"/>
                  </a:lnTo>
                  <a:lnTo>
                    <a:pt x="1958865" y="2384662"/>
                  </a:lnTo>
                  <a:lnTo>
                    <a:pt x="1958865" y="2384232"/>
                  </a:lnTo>
                  <a:lnTo>
                    <a:pt x="1958983" y="2384232"/>
                  </a:lnTo>
                  <a:lnTo>
                    <a:pt x="1959100" y="2384232"/>
                  </a:lnTo>
                  <a:lnTo>
                    <a:pt x="1959218" y="2384232"/>
                  </a:lnTo>
                  <a:lnTo>
                    <a:pt x="1959218" y="2383801"/>
                  </a:lnTo>
                  <a:lnTo>
                    <a:pt x="1959336" y="2383801"/>
                  </a:lnTo>
                  <a:lnTo>
                    <a:pt x="1959336" y="2383371"/>
                  </a:lnTo>
                  <a:lnTo>
                    <a:pt x="1959453" y="2383371"/>
                  </a:lnTo>
                  <a:lnTo>
                    <a:pt x="1959571" y="2383371"/>
                  </a:lnTo>
                  <a:lnTo>
                    <a:pt x="1959688" y="2383371"/>
                  </a:lnTo>
                  <a:lnTo>
                    <a:pt x="1959806" y="2383371"/>
                  </a:lnTo>
                  <a:lnTo>
                    <a:pt x="1959924" y="2383371"/>
                  </a:lnTo>
                  <a:lnTo>
                    <a:pt x="1960041" y="2383371"/>
                  </a:lnTo>
                  <a:lnTo>
                    <a:pt x="1960159" y="2383371"/>
                  </a:lnTo>
                  <a:lnTo>
                    <a:pt x="1960159" y="2382940"/>
                  </a:lnTo>
                  <a:lnTo>
                    <a:pt x="1960159" y="2382509"/>
                  </a:lnTo>
                  <a:lnTo>
                    <a:pt x="1960276" y="2382509"/>
                  </a:lnTo>
                  <a:lnTo>
                    <a:pt x="1960394" y="2382509"/>
                  </a:lnTo>
                  <a:lnTo>
                    <a:pt x="1960394" y="2382079"/>
                  </a:lnTo>
                  <a:lnTo>
                    <a:pt x="1960512" y="2382079"/>
                  </a:lnTo>
                  <a:lnTo>
                    <a:pt x="1960629" y="2382079"/>
                  </a:lnTo>
                  <a:lnTo>
                    <a:pt x="1960629" y="2381648"/>
                  </a:lnTo>
                  <a:lnTo>
                    <a:pt x="1960629" y="2381218"/>
                  </a:lnTo>
                  <a:lnTo>
                    <a:pt x="1960747" y="2381218"/>
                  </a:lnTo>
                  <a:lnTo>
                    <a:pt x="1960865" y="2381218"/>
                  </a:lnTo>
                  <a:lnTo>
                    <a:pt x="1960982" y="2381218"/>
                  </a:lnTo>
                  <a:lnTo>
                    <a:pt x="1960982" y="2380787"/>
                  </a:lnTo>
                  <a:lnTo>
                    <a:pt x="1961100" y="2380787"/>
                  </a:lnTo>
                  <a:lnTo>
                    <a:pt x="1961217" y="2380787"/>
                  </a:lnTo>
                  <a:lnTo>
                    <a:pt x="1961335" y="2380787"/>
                  </a:lnTo>
                  <a:lnTo>
                    <a:pt x="1961453" y="2380787"/>
                  </a:lnTo>
                  <a:lnTo>
                    <a:pt x="1961570" y="2380787"/>
                  </a:lnTo>
                  <a:lnTo>
                    <a:pt x="1961688" y="2380787"/>
                  </a:lnTo>
                  <a:lnTo>
                    <a:pt x="1961688" y="2380356"/>
                  </a:lnTo>
                  <a:lnTo>
                    <a:pt x="1961805" y="2380356"/>
                  </a:lnTo>
                  <a:lnTo>
                    <a:pt x="1961923" y="2380356"/>
                  </a:lnTo>
                  <a:lnTo>
                    <a:pt x="1962041" y="2380356"/>
                  </a:lnTo>
                  <a:lnTo>
                    <a:pt x="1962158" y="2380356"/>
                  </a:lnTo>
                  <a:lnTo>
                    <a:pt x="1962276" y="2380356"/>
                  </a:lnTo>
                  <a:lnTo>
                    <a:pt x="1962394" y="2380356"/>
                  </a:lnTo>
                  <a:lnTo>
                    <a:pt x="1962511" y="2380356"/>
                  </a:lnTo>
                  <a:lnTo>
                    <a:pt x="1962629" y="2380356"/>
                  </a:lnTo>
                  <a:lnTo>
                    <a:pt x="1962629" y="2379926"/>
                  </a:lnTo>
                  <a:lnTo>
                    <a:pt x="1962746" y="2379926"/>
                  </a:lnTo>
                  <a:lnTo>
                    <a:pt x="1962864" y="2379926"/>
                  </a:lnTo>
                  <a:lnTo>
                    <a:pt x="1962982" y="2379926"/>
                  </a:lnTo>
                  <a:lnTo>
                    <a:pt x="1963099" y="2379926"/>
                  </a:lnTo>
                  <a:lnTo>
                    <a:pt x="1963217" y="2379926"/>
                  </a:lnTo>
                  <a:lnTo>
                    <a:pt x="1963334" y="2379926"/>
                  </a:lnTo>
                  <a:lnTo>
                    <a:pt x="1963452" y="2379926"/>
                  </a:lnTo>
                  <a:lnTo>
                    <a:pt x="1963570" y="2379926"/>
                  </a:lnTo>
                  <a:lnTo>
                    <a:pt x="1963687" y="2379926"/>
                  </a:lnTo>
                  <a:lnTo>
                    <a:pt x="1963805" y="2379926"/>
                  </a:lnTo>
                  <a:lnTo>
                    <a:pt x="1963922" y="2379926"/>
                  </a:lnTo>
                  <a:lnTo>
                    <a:pt x="1963922" y="2379495"/>
                  </a:lnTo>
                  <a:lnTo>
                    <a:pt x="1963922" y="2379065"/>
                  </a:lnTo>
                  <a:lnTo>
                    <a:pt x="1963922" y="2378634"/>
                  </a:lnTo>
                  <a:lnTo>
                    <a:pt x="1964040" y="2378634"/>
                  </a:lnTo>
                  <a:lnTo>
                    <a:pt x="1964158" y="2378634"/>
                  </a:lnTo>
                  <a:lnTo>
                    <a:pt x="1964275" y="2378634"/>
                  </a:lnTo>
                  <a:lnTo>
                    <a:pt x="1964393" y="2378634"/>
                  </a:lnTo>
                  <a:lnTo>
                    <a:pt x="1964511" y="2378634"/>
                  </a:lnTo>
                  <a:lnTo>
                    <a:pt x="1964628" y="2378634"/>
                  </a:lnTo>
                  <a:lnTo>
                    <a:pt x="1964628" y="2378203"/>
                  </a:lnTo>
                  <a:lnTo>
                    <a:pt x="1964746" y="2378203"/>
                  </a:lnTo>
                  <a:lnTo>
                    <a:pt x="1964863" y="2378203"/>
                  </a:lnTo>
                  <a:lnTo>
                    <a:pt x="1964863" y="2377773"/>
                  </a:lnTo>
                  <a:lnTo>
                    <a:pt x="1964981" y="2377773"/>
                  </a:lnTo>
                  <a:lnTo>
                    <a:pt x="1965099" y="2377773"/>
                  </a:lnTo>
                  <a:lnTo>
                    <a:pt x="1965099" y="2377342"/>
                  </a:lnTo>
                  <a:lnTo>
                    <a:pt x="1965216" y="2377342"/>
                  </a:lnTo>
                  <a:lnTo>
                    <a:pt x="1965334" y="2377342"/>
                  </a:lnTo>
                  <a:lnTo>
                    <a:pt x="1965451" y="2377342"/>
                  </a:lnTo>
                  <a:lnTo>
                    <a:pt x="1965569" y="2377342"/>
                  </a:lnTo>
                  <a:lnTo>
                    <a:pt x="1965569" y="2376912"/>
                  </a:lnTo>
                  <a:lnTo>
                    <a:pt x="1965687" y="2376912"/>
                  </a:lnTo>
                  <a:lnTo>
                    <a:pt x="1965804" y="2376912"/>
                  </a:lnTo>
                  <a:lnTo>
                    <a:pt x="1965922" y="2376912"/>
                  </a:lnTo>
                  <a:lnTo>
                    <a:pt x="1966040" y="2376912"/>
                  </a:lnTo>
                  <a:lnTo>
                    <a:pt x="1966040" y="2376481"/>
                  </a:lnTo>
                  <a:lnTo>
                    <a:pt x="1966157" y="2376481"/>
                  </a:lnTo>
                  <a:lnTo>
                    <a:pt x="1966275" y="2376481"/>
                  </a:lnTo>
                  <a:lnTo>
                    <a:pt x="1966392" y="2376481"/>
                  </a:lnTo>
                  <a:lnTo>
                    <a:pt x="1966510" y="2376481"/>
                  </a:lnTo>
                  <a:lnTo>
                    <a:pt x="1966628" y="2376481"/>
                  </a:lnTo>
                  <a:lnTo>
                    <a:pt x="1966745" y="2376481"/>
                  </a:lnTo>
                  <a:lnTo>
                    <a:pt x="1966863" y="2376481"/>
                  </a:lnTo>
                  <a:lnTo>
                    <a:pt x="1966863" y="2376050"/>
                  </a:lnTo>
                  <a:lnTo>
                    <a:pt x="1966980" y="2376050"/>
                  </a:lnTo>
                  <a:lnTo>
                    <a:pt x="1967098" y="2376050"/>
                  </a:lnTo>
                  <a:lnTo>
                    <a:pt x="1967216" y="2376050"/>
                  </a:lnTo>
                  <a:lnTo>
                    <a:pt x="1967333" y="2376050"/>
                  </a:lnTo>
                  <a:lnTo>
                    <a:pt x="1967451" y="2376050"/>
                  </a:lnTo>
                  <a:lnTo>
                    <a:pt x="1967569" y="2376050"/>
                  </a:lnTo>
                  <a:lnTo>
                    <a:pt x="1967686" y="2376050"/>
                  </a:lnTo>
                  <a:lnTo>
                    <a:pt x="1967804" y="2376050"/>
                  </a:lnTo>
                  <a:lnTo>
                    <a:pt x="1967921" y="2376050"/>
                  </a:lnTo>
                  <a:lnTo>
                    <a:pt x="1967921" y="2375620"/>
                  </a:lnTo>
                  <a:lnTo>
                    <a:pt x="1968039" y="2375620"/>
                  </a:lnTo>
                  <a:lnTo>
                    <a:pt x="1968157" y="2375620"/>
                  </a:lnTo>
                  <a:lnTo>
                    <a:pt x="1968274" y="2375620"/>
                  </a:lnTo>
                  <a:lnTo>
                    <a:pt x="1968392" y="2375620"/>
                  </a:lnTo>
                  <a:lnTo>
                    <a:pt x="1968509" y="2375620"/>
                  </a:lnTo>
                  <a:lnTo>
                    <a:pt x="1968509" y="2375189"/>
                  </a:lnTo>
                  <a:lnTo>
                    <a:pt x="1968627" y="2375189"/>
                  </a:lnTo>
                  <a:lnTo>
                    <a:pt x="1968745" y="2375189"/>
                  </a:lnTo>
                  <a:lnTo>
                    <a:pt x="1968862" y="2375189"/>
                  </a:lnTo>
                  <a:lnTo>
                    <a:pt x="1968862" y="2374759"/>
                  </a:lnTo>
                  <a:lnTo>
                    <a:pt x="1968980" y="2374759"/>
                  </a:lnTo>
                  <a:lnTo>
                    <a:pt x="1969098" y="2374759"/>
                  </a:lnTo>
                  <a:lnTo>
                    <a:pt x="1969098" y="2374328"/>
                  </a:lnTo>
                  <a:lnTo>
                    <a:pt x="1969215" y="2374328"/>
                  </a:lnTo>
                  <a:lnTo>
                    <a:pt x="1969215" y="2373897"/>
                  </a:lnTo>
                  <a:lnTo>
                    <a:pt x="1969333" y="2373897"/>
                  </a:lnTo>
                  <a:lnTo>
                    <a:pt x="1969450" y="2373897"/>
                  </a:lnTo>
                  <a:lnTo>
                    <a:pt x="1969450" y="2373467"/>
                  </a:lnTo>
                  <a:lnTo>
                    <a:pt x="1969568" y="2373467"/>
                  </a:lnTo>
                  <a:lnTo>
                    <a:pt x="1969568" y="2373036"/>
                  </a:lnTo>
                  <a:lnTo>
                    <a:pt x="1969686" y="2373036"/>
                  </a:lnTo>
                  <a:lnTo>
                    <a:pt x="1969803" y="2373036"/>
                  </a:lnTo>
                  <a:lnTo>
                    <a:pt x="1969803" y="2372606"/>
                  </a:lnTo>
                  <a:lnTo>
                    <a:pt x="1969803" y="2372175"/>
                  </a:lnTo>
                  <a:lnTo>
                    <a:pt x="1969921" y="2372175"/>
                  </a:lnTo>
                  <a:lnTo>
                    <a:pt x="1970038" y="2372175"/>
                  </a:lnTo>
                  <a:lnTo>
                    <a:pt x="1970156" y="2372175"/>
                  </a:lnTo>
                  <a:lnTo>
                    <a:pt x="1970274" y="2372175"/>
                  </a:lnTo>
                  <a:lnTo>
                    <a:pt x="1970391" y="2372175"/>
                  </a:lnTo>
                  <a:lnTo>
                    <a:pt x="1970509" y="2372175"/>
                  </a:lnTo>
                  <a:lnTo>
                    <a:pt x="1970627" y="2372175"/>
                  </a:lnTo>
                  <a:lnTo>
                    <a:pt x="1970744" y="2372175"/>
                  </a:lnTo>
                  <a:lnTo>
                    <a:pt x="1970862" y="2372175"/>
                  </a:lnTo>
                  <a:lnTo>
                    <a:pt x="1970979" y="2372175"/>
                  </a:lnTo>
                  <a:lnTo>
                    <a:pt x="1971097" y="2372175"/>
                  </a:lnTo>
                  <a:lnTo>
                    <a:pt x="1971097" y="2371744"/>
                  </a:lnTo>
                  <a:lnTo>
                    <a:pt x="1971097" y="2371314"/>
                  </a:lnTo>
                  <a:lnTo>
                    <a:pt x="1971215" y="2371314"/>
                  </a:lnTo>
                  <a:lnTo>
                    <a:pt x="1971332" y="2371314"/>
                  </a:lnTo>
                  <a:lnTo>
                    <a:pt x="1971450" y="2371314"/>
                  </a:lnTo>
                  <a:lnTo>
                    <a:pt x="1971567" y="2371314"/>
                  </a:lnTo>
                  <a:lnTo>
                    <a:pt x="1971685" y="2371314"/>
                  </a:lnTo>
                  <a:lnTo>
                    <a:pt x="1971803" y="2371314"/>
                  </a:lnTo>
                  <a:lnTo>
                    <a:pt x="1971920" y="2371314"/>
                  </a:lnTo>
                  <a:lnTo>
                    <a:pt x="1972038" y="2371314"/>
                  </a:lnTo>
                  <a:lnTo>
                    <a:pt x="1972155" y="2371314"/>
                  </a:lnTo>
                  <a:lnTo>
                    <a:pt x="1972273" y="2371314"/>
                  </a:lnTo>
                  <a:lnTo>
                    <a:pt x="1972391" y="2371314"/>
                  </a:lnTo>
                  <a:lnTo>
                    <a:pt x="1972508" y="2371314"/>
                  </a:lnTo>
                  <a:lnTo>
                    <a:pt x="1972626" y="2371314"/>
                  </a:lnTo>
                  <a:lnTo>
                    <a:pt x="1972744" y="2371314"/>
                  </a:lnTo>
                  <a:lnTo>
                    <a:pt x="1972861" y="2371314"/>
                  </a:lnTo>
                  <a:lnTo>
                    <a:pt x="1972861" y="2370883"/>
                  </a:lnTo>
                  <a:lnTo>
                    <a:pt x="1972979" y="2370883"/>
                  </a:lnTo>
                  <a:lnTo>
                    <a:pt x="1972979" y="2370453"/>
                  </a:lnTo>
                  <a:lnTo>
                    <a:pt x="1972979" y="2370022"/>
                  </a:lnTo>
                  <a:lnTo>
                    <a:pt x="1972979" y="2369591"/>
                  </a:lnTo>
                  <a:lnTo>
                    <a:pt x="1973096" y="2369591"/>
                  </a:lnTo>
                  <a:lnTo>
                    <a:pt x="1973214" y="2369591"/>
                  </a:lnTo>
                  <a:lnTo>
                    <a:pt x="1973214" y="2369161"/>
                  </a:lnTo>
                  <a:lnTo>
                    <a:pt x="1973214" y="2368730"/>
                  </a:lnTo>
                  <a:lnTo>
                    <a:pt x="1973214" y="2368300"/>
                  </a:lnTo>
                  <a:lnTo>
                    <a:pt x="1973332" y="2368300"/>
                  </a:lnTo>
                  <a:lnTo>
                    <a:pt x="1973332" y="2367869"/>
                  </a:lnTo>
                  <a:lnTo>
                    <a:pt x="1973332" y="2367438"/>
                  </a:lnTo>
                  <a:lnTo>
                    <a:pt x="1973332" y="2367008"/>
                  </a:lnTo>
                  <a:lnTo>
                    <a:pt x="1973449" y="2367008"/>
                  </a:lnTo>
                  <a:lnTo>
                    <a:pt x="1973449" y="2366577"/>
                  </a:lnTo>
                  <a:lnTo>
                    <a:pt x="1973567" y="2366577"/>
                  </a:lnTo>
                  <a:lnTo>
                    <a:pt x="1973684" y="2366577"/>
                  </a:lnTo>
                  <a:lnTo>
                    <a:pt x="1973802" y="2366577"/>
                  </a:lnTo>
                  <a:lnTo>
                    <a:pt x="1973920" y="2366577"/>
                  </a:lnTo>
                  <a:lnTo>
                    <a:pt x="1974037" y="2366577"/>
                  </a:lnTo>
                  <a:lnTo>
                    <a:pt x="1974155" y="2366577"/>
                  </a:lnTo>
                  <a:lnTo>
                    <a:pt x="1974273" y="2366577"/>
                  </a:lnTo>
                  <a:lnTo>
                    <a:pt x="1974390" y="2366577"/>
                  </a:lnTo>
                  <a:lnTo>
                    <a:pt x="1974508" y="2366577"/>
                  </a:lnTo>
                  <a:lnTo>
                    <a:pt x="1974625" y="2366577"/>
                  </a:lnTo>
                  <a:lnTo>
                    <a:pt x="1974743" y="2366577"/>
                  </a:lnTo>
                  <a:lnTo>
                    <a:pt x="1974861" y="2366577"/>
                  </a:lnTo>
                  <a:lnTo>
                    <a:pt x="1974861" y="2366147"/>
                  </a:lnTo>
                  <a:lnTo>
                    <a:pt x="1974978" y="2366147"/>
                  </a:lnTo>
                  <a:lnTo>
                    <a:pt x="1975096" y="2366147"/>
                  </a:lnTo>
                  <a:lnTo>
                    <a:pt x="1975213" y="2366147"/>
                  </a:lnTo>
                  <a:lnTo>
                    <a:pt x="1975331" y="2366147"/>
                  </a:lnTo>
                  <a:lnTo>
                    <a:pt x="1975449" y="2366147"/>
                  </a:lnTo>
                  <a:lnTo>
                    <a:pt x="1975449" y="2365716"/>
                  </a:lnTo>
                  <a:lnTo>
                    <a:pt x="1975449" y="2365285"/>
                  </a:lnTo>
                  <a:lnTo>
                    <a:pt x="1975566" y="2365285"/>
                  </a:lnTo>
                  <a:lnTo>
                    <a:pt x="1975566" y="2364855"/>
                  </a:lnTo>
                  <a:lnTo>
                    <a:pt x="1975684" y="2364855"/>
                  </a:lnTo>
                  <a:lnTo>
                    <a:pt x="1975802" y="2364855"/>
                  </a:lnTo>
                  <a:lnTo>
                    <a:pt x="1975802" y="2364424"/>
                  </a:lnTo>
                  <a:lnTo>
                    <a:pt x="1975919" y="2364424"/>
                  </a:lnTo>
                  <a:lnTo>
                    <a:pt x="1976037" y="2364424"/>
                  </a:lnTo>
                  <a:lnTo>
                    <a:pt x="1976154" y="2364424"/>
                  </a:lnTo>
                  <a:lnTo>
                    <a:pt x="1976154" y="2363994"/>
                  </a:lnTo>
                  <a:lnTo>
                    <a:pt x="1976272" y="2363994"/>
                  </a:lnTo>
                  <a:lnTo>
                    <a:pt x="1976390" y="2363994"/>
                  </a:lnTo>
                  <a:lnTo>
                    <a:pt x="1976507" y="2363994"/>
                  </a:lnTo>
                  <a:lnTo>
                    <a:pt x="1976507" y="2363563"/>
                  </a:lnTo>
                  <a:lnTo>
                    <a:pt x="1976625" y="2363563"/>
                  </a:lnTo>
                  <a:lnTo>
                    <a:pt x="1976625" y="2363132"/>
                  </a:lnTo>
                  <a:lnTo>
                    <a:pt x="1976625" y="2362702"/>
                  </a:lnTo>
                  <a:lnTo>
                    <a:pt x="1976742" y="2362702"/>
                  </a:lnTo>
                  <a:lnTo>
                    <a:pt x="1976742" y="2362271"/>
                  </a:lnTo>
                  <a:lnTo>
                    <a:pt x="1976860" y="2362271"/>
                  </a:lnTo>
                  <a:lnTo>
                    <a:pt x="1976860" y="2361841"/>
                  </a:lnTo>
                  <a:lnTo>
                    <a:pt x="1976860" y="2361410"/>
                  </a:lnTo>
                  <a:lnTo>
                    <a:pt x="1976860" y="2360979"/>
                  </a:lnTo>
                  <a:lnTo>
                    <a:pt x="1976978" y="2360979"/>
                  </a:lnTo>
                  <a:lnTo>
                    <a:pt x="1977095" y="2360979"/>
                  </a:lnTo>
                  <a:lnTo>
                    <a:pt x="1977095" y="2360549"/>
                  </a:lnTo>
                  <a:lnTo>
                    <a:pt x="1977095" y="2360118"/>
                  </a:lnTo>
                  <a:lnTo>
                    <a:pt x="1977213" y="2360118"/>
                  </a:lnTo>
                  <a:lnTo>
                    <a:pt x="1977213" y="2359688"/>
                  </a:lnTo>
                  <a:lnTo>
                    <a:pt x="1977331" y="2359688"/>
                  </a:lnTo>
                  <a:lnTo>
                    <a:pt x="1977448" y="2359688"/>
                  </a:lnTo>
                  <a:lnTo>
                    <a:pt x="1977448" y="2359257"/>
                  </a:lnTo>
                  <a:lnTo>
                    <a:pt x="1977566" y="2359257"/>
                  </a:lnTo>
                  <a:lnTo>
                    <a:pt x="1977683" y="2359257"/>
                  </a:lnTo>
                  <a:lnTo>
                    <a:pt x="1977683" y="2358826"/>
                  </a:lnTo>
                  <a:lnTo>
                    <a:pt x="1977801" y="2358826"/>
                  </a:lnTo>
                  <a:lnTo>
                    <a:pt x="1977919" y="2358826"/>
                  </a:lnTo>
                  <a:lnTo>
                    <a:pt x="1978036" y="2358826"/>
                  </a:lnTo>
                  <a:lnTo>
                    <a:pt x="1978036" y="2358396"/>
                  </a:lnTo>
                  <a:lnTo>
                    <a:pt x="1978154" y="2358396"/>
                  </a:lnTo>
                  <a:lnTo>
                    <a:pt x="1978271" y="2358396"/>
                  </a:lnTo>
                  <a:lnTo>
                    <a:pt x="1978389" y="2358396"/>
                  </a:lnTo>
                  <a:lnTo>
                    <a:pt x="1978507" y="2358396"/>
                  </a:lnTo>
                  <a:lnTo>
                    <a:pt x="1978624" y="2358396"/>
                  </a:lnTo>
                  <a:lnTo>
                    <a:pt x="1978624" y="2357965"/>
                  </a:lnTo>
                  <a:lnTo>
                    <a:pt x="1978742" y="2357965"/>
                  </a:lnTo>
                  <a:lnTo>
                    <a:pt x="1978860" y="2357965"/>
                  </a:lnTo>
                  <a:lnTo>
                    <a:pt x="1978977" y="2357965"/>
                  </a:lnTo>
                  <a:lnTo>
                    <a:pt x="1979095" y="2357965"/>
                  </a:lnTo>
                  <a:lnTo>
                    <a:pt x="1979212" y="2357965"/>
                  </a:lnTo>
                  <a:lnTo>
                    <a:pt x="1979212" y="2357535"/>
                  </a:lnTo>
                  <a:lnTo>
                    <a:pt x="1979212" y="2357104"/>
                  </a:lnTo>
                  <a:lnTo>
                    <a:pt x="1979212" y="2356673"/>
                  </a:lnTo>
                  <a:lnTo>
                    <a:pt x="1979330" y="2356673"/>
                  </a:lnTo>
                  <a:lnTo>
                    <a:pt x="1979448" y="2356673"/>
                  </a:lnTo>
                  <a:lnTo>
                    <a:pt x="1979565" y="2356673"/>
                  </a:lnTo>
                  <a:lnTo>
                    <a:pt x="1979683" y="2356673"/>
                  </a:lnTo>
                  <a:lnTo>
                    <a:pt x="1979800" y="2356673"/>
                  </a:lnTo>
                  <a:lnTo>
                    <a:pt x="1979918" y="2356673"/>
                  </a:lnTo>
                  <a:lnTo>
                    <a:pt x="1979918" y="2356243"/>
                  </a:lnTo>
                  <a:lnTo>
                    <a:pt x="1980036" y="2356243"/>
                  </a:lnTo>
                  <a:lnTo>
                    <a:pt x="1980153" y="2356243"/>
                  </a:lnTo>
                  <a:lnTo>
                    <a:pt x="1980271" y="2356243"/>
                  </a:lnTo>
                  <a:lnTo>
                    <a:pt x="1980388" y="2356243"/>
                  </a:lnTo>
                  <a:lnTo>
                    <a:pt x="1980506" y="2356243"/>
                  </a:lnTo>
                  <a:lnTo>
                    <a:pt x="1980506" y="2355812"/>
                  </a:lnTo>
                  <a:lnTo>
                    <a:pt x="1980624" y="2355812"/>
                  </a:lnTo>
                  <a:lnTo>
                    <a:pt x="1980741" y="2355812"/>
                  </a:lnTo>
                  <a:lnTo>
                    <a:pt x="1980859" y="2355812"/>
                  </a:lnTo>
                  <a:lnTo>
                    <a:pt x="1980977" y="2355812"/>
                  </a:lnTo>
                  <a:lnTo>
                    <a:pt x="1981094" y="2355812"/>
                  </a:lnTo>
                  <a:lnTo>
                    <a:pt x="1981212" y="2355812"/>
                  </a:lnTo>
                  <a:lnTo>
                    <a:pt x="1981329" y="2355812"/>
                  </a:lnTo>
                  <a:lnTo>
                    <a:pt x="1981329" y="2355382"/>
                  </a:lnTo>
                  <a:lnTo>
                    <a:pt x="1981447" y="2355382"/>
                  </a:lnTo>
                  <a:lnTo>
                    <a:pt x="1981447" y="2354951"/>
                  </a:lnTo>
                  <a:lnTo>
                    <a:pt x="1981565" y="2354951"/>
                  </a:lnTo>
                  <a:lnTo>
                    <a:pt x="1981682" y="2354951"/>
                  </a:lnTo>
                  <a:lnTo>
                    <a:pt x="1981800" y="2354951"/>
                  </a:lnTo>
                  <a:lnTo>
                    <a:pt x="1981917" y="2354951"/>
                  </a:lnTo>
                  <a:lnTo>
                    <a:pt x="1982035" y="2354951"/>
                  </a:lnTo>
                  <a:lnTo>
                    <a:pt x="1982035" y="2354520"/>
                  </a:lnTo>
                  <a:lnTo>
                    <a:pt x="1982153" y="2354520"/>
                  </a:lnTo>
                  <a:lnTo>
                    <a:pt x="1982270" y="2354520"/>
                  </a:lnTo>
                  <a:lnTo>
                    <a:pt x="1982388" y="2354520"/>
                  </a:lnTo>
                  <a:lnTo>
                    <a:pt x="1982506" y="2354520"/>
                  </a:lnTo>
                  <a:lnTo>
                    <a:pt x="1982623" y="2354520"/>
                  </a:lnTo>
                  <a:lnTo>
                    <a:pt x="1982741" y="2354520"/>
                  </a:lnTo>
                  <a:lnTo>
                    <a:pt x="1982858" y="2354520"/>
                  </a:lnTo>
                  <a:lnTo>
                    <a:pt x="1982976" y="2354520"/>
                  </a:lnTo>
                  <a:lnTo>
                    <a:pt x="1983094" y="2354520"/>
                  </a:lnTo>
                  <a:lnTo>
                    <a:pt x="1983211" y="2354520"/>
                  </a:lnTo>
                  <a:lnTo>
                    <a:pt x="1983329" y="2354520"/>
                  </a:lnTo>
                  <a:lnTo>
                    <a:pt x="1983446" y="2354520"/>
                  </a:lnTo>
                  <a:lnTo>
                    <a:pt x="1983564" y="2354520"/>
                  </a:lnTo>
                  <a:lnTo>
                    <a:pt x="1983682" y="2354520"/>
                  </a:lnTo>
                  <a:lnTo>
                    <a:pt x="1983682" y="2354090"/>
                  </a:lnTo>
                  <a:lnTo>
                    <a:pt x="1983799" y="2354090"/>
                  </a:lnTo>
                  <a:lnTo>
                    <a:pt x="1983917" y="2354090"/>
                  </a:lnTo>
                  <a:lnTo>
                    <a:pt x="1984035" y="2354090"/>
                  </a:lnTo>
                  <a:lnTo>
                    <a:pt x="1984152" y="2354090"/>
                  </a:lnTo>
                  <a:lnTo>
                    <a:pt x="1984270" y="2354090"/>
                  </a:lnTo>
                  <a:lnTo>
                    <a:pt x="1984387" y="2354090"/>
                  </a:lnTo>
                  <a:lnTo>
                    <a:pt x="1984387" y="2353659"/>
                  </a:lnTo>
                  <a:lnTo>
                    <a:pt x="1984505" y="2353659"/>
                  </a:lnTo>
                  <a:lnTo>
                    <a:pt x="1984623" y="2353659"/>
                  </a:lnTo>
                  <a:lnTo>
                    <a:pt x="1984623" y="2353229"/>
                  </a:lnTo>
                  <a:lnTo>
                    <a:pt x="1984623" y="2352798"/>
                  </a:lnTo>
                  <a:lnTo>
                    <a:pt x="1984623" y="2352367"/>
                  </a:lnTo>
                  <a:lnTo>
                    <a:pt x="1984623" y="2351937"/>
                  </a:lnTo>
                  <a:lnTo>
                    <a:pt x="1984740" y="2351937"/>
                  </a:lnTo>
                  <a:lnTo>
                    <a:pt x="1984858" y="2351937"/>
                  </a:lnTo>
                  <a:lnTo>
                    <a:pt x="1984975" y="2351937"/>
                  </a:lnTo>
                  <a:lnTo>
                    <a:pt x="1985093" y="2351937"/>
                  </a:lnTo>
                  <a:lnTo>
                    <a:pt x="1985211" y="2351937"/>
                  </a:lnTo>
                  <a:lnTo>
                    <a:pt x="1985328" y="2351937"/>
                  </a:lnTo>
                  <a:lnTo>
                    <a:pt x="1985446" y="2351937"/>
                  </a:lnTo>
                  <a:lnTo>
                    <a:pt x="1985446" y="2351506"/>
                  </a:lnTo>
                  <a:lnTo>
                    <a:pt x="1985564" y="2351506"/>
                  </a:lnTo>
                  <a:lnTo>
                    <a:pt x="1985564" y="2351076"/>
                  </a:lnTo>
                  <a:lnTo>
                    <a:pt x="1985681" y="2351076"/>
                  </a:lnTo>
                  <a:lnTo>
                    <a:pt x="1985681" y="2350645"/>
                  </a:lnTo>
                  <a:lnTo>
                    <a:pt x="1985681" y="2350214"/>
                  </a:lnTo>
                  <a:lnTo>
                    <a:pt x="1985799" y="2350214"/>
                  </a:lnTo>
                  <a:lnTo>
                    <a:pt x="1985916" y="2350214"/>
                  </a:lnTo>
                  <a:lnTo>
                    <a:pt x="1986034" y="2350214"/>
                  </a:lnTo>
                  <a:lnTo>
                    <a:pt x="1986034" y="2349784"/>
                  </a:lnTo>
                  <a:lnTo>
                    <a:pt x="1986152" y="2349784"/>
                  </a:lnTo>
                  <a:lnTo>
                    <a:pt x="1986152" y="2349353"/>
                  </a:lnTo>
                  <a:lnTo>
                    <a:pt x="1986269" y="2349353"/>
                  </a:lnTo>
                  <a:lnTo>
                    <a:pt x="1986269" y="2348923"/>
                  </a:lnTo>
                  <a:lnTo>
                    <a:pt x="1986269" y="2348492"/>
                  </a:lnTo>
                  <a:lnTo>
                    <a:pt x="1986269" y="2348061"/>
                  </a:lnTo>
                  <a:lnTo>
                    <a:pt x="1986387" y="2348061"/>
                  </a:lnTo>
                  <a:lnTo>
                    <a:pt x="1986504" y="2348061"/>
                  </a:lnTo>
                  <a:lnTo>
                    <a:pt x="1986622" y="2348061"/>
                  </a:lnTo>
                  <a:lnTo>
                    <a:pt x="1986740" y="2348061"/>
                  </a:lnTo>
                  <a:lnTo>
                    <a:pt x="1986740" y="2347631"/>
                  </a:lnTo>
                  <a:lnTo>
                    <a:pt x="1986740" y="2347200"/>
                  </a:lnTo>
                  <a:lnTo>
                    <a:pt x="1986857" y="2347200"/>
                  </a:lnTo>
                  <a:lnTo>
                    <a:pt x="1986975" y="2347200"/>
                  </a:lnTo>
                  <a:lnTo>
                    <a:pt x="1986975" y="2346770"/>
                  </a:lnTo>
                  <a:lnTo>
                    <a:pt x="1987093" y="2346770"/>
                  </a:lnTo>
                  <a:lnTo>
                    <a:pt x="1987210" y="2346770"/>
                  </a:lnTo>
                  <a:lnTo>
                    <a:pt x="1987210" y="2346339"/>
                  </a:lnTo>
                  <a:lnTo>
                    <a:pt x="1987328" y="2346339"/>
                  </a:lnTo>
                  <a:lnTo>
                    <a:pt x="1987445" y="2346339"/>
                  </a:lnTo>
                  <a:lnTo>
                    <a:pt x="1987563" y="2346339"/>
                  </a:lnTo>
                  <a:lnTo>
                    <a:pt x="1987563" y="2345908"/>
                  </a:lnTo>
                  <a:lnTo>
                    <a:pt x="1987681" y="2345908"/>
                  </a:lnTo>
                  <a:lnTo>
                    <a:pt x="1987798" y="2345908"/>
                  </a:lnTo>
                  <a:lnTo>
                    <a:pt x="1987916" y="2345908"/>
                  </a:lnTo>
                  <a:lnTo>
                    <a:pt x="1988033" y="2345908"/>
                  </a:lnTo>
                  <a:lnTo>
                    <a:pt x="1988033" y="2345478"/>
                  </a:lnTo>
                  <a:lnTo>
                    <a:pt x="1988151" y="2345478"/>
                  </a:lnTo>
                  <a:lnTo>
                    <a:pt x="1988269" y="2345478"/>
                  </a:lnTo>
                  <a:lnTo>
                    <a:pt x="1988386" y="2345478"/>
                  </a:lnTo>
                  <a:lnTo>
                    <a:pt x="1988504" y="2345478"/>
                  </a:lnTo>
                  <a:lnTo>
                    <a:pt x="1988621" y="2345478"/>
                  </a:lnTo>
                  <a:lnTo>
                    <a:pt x="1988739" y="2345478"/>
                  </a:lnTo>
                  <a:lnTo>
                    <a:pt x="1988857" y="2345478"/>
                  </a:lnTo>
                  <a:lnTo>
                    <a:pt x="1988974" y="2345478"/>
                  </a:lnTo>
                  <a:lnTo>
                    <a:pt x="1989092" y="2345478"/>
                  </a:lnTo>
                  <a:lnTo>
                    <a:pt x="1989210" y="2345478"/>
                  </a:lnTo>
                  <a:lnTo>
                    <a:pt x="1989210" y="2345047"/>
                  </a:lnTo>
                  <a:lnTo>
                    <a:pt x="1989327" y="2345047"/>
                  </a:lnTo>
                  <a:lnTo>
                    <a:pt x="1989445" y="2345047"/>
                  </a:lnTo>
                  <a:lnTo>
                    <a:pt x="1989562" y="2345047"/>
                  </a:lnTo>
                  <a:lnTo>
                    <a:pt x="1989680" y="2345047"/>
                  </a:lnTo>
                  <a:lnTo>
                    <a:pt x="1989680" y="2344617"/>
                  </a:lnTo>
                  <a:lnTo>
                    <a:pt x="1989798" y="2344617"/>
                  </a:lnTo>
                  <a:lnTo>
                    <a:pt x="1989798" y="2344186"/>
                  </a:lnTo>
                  <a:lnTo>
                    <a:pt x="1989798" y="2343755"/>
                  </a:lnTo>
                  <a:lnTo>
                    <a:pt x="1989915" y="2343755"/>
                  </a:lnTo>
                  <a:lnTo>
                    <a:pt x="1990033" y="2343755"/>
                  </a:lnTo>
                  <a:lnTo>
                    <a:pt x="1990150" y="2343755"/>
                  </a:lnTo>
                  <a:lnTo>
                    <a:pt x="1990268" y="2343755"/>
                  </a:lnTo>
                  <a:lnTo>
                    <a:pt x="1990268" y="2343325"/>
                  </a:lnTo>
                  <a:lnTo>
                    <a:pt x="1990386" y="2343325"/>
                  </a:lnTo>
                  <a:lnTo>
                    <a:pt x="1990503" y="2343325"/>
                  </a:lnTo>
                  <a:lnTo>
                    <a:pt x="1990621" y="2343325"/>
                  </a:lnTo>
                  <a:lnTo>
                    <a:pt x="1990739" y="2343325"/>
                  </a:lnTo>
                  <a:lnTo>
                    <a:pt x="1990739" y="2342894"/>
                  </a:lnTo>
                  <a:lnTo>
                    <a:pt x="1990856" y="2342894"/>
                  </a:lnTo>
                  <a:lnTo>
                    <a:pt x="1990974" y="2342894"/>
                  </a:lnTo>
                  <a:lnTo>
                    <a:pt x="1990974" y="2342464"/>
                  </a:lnTo>
                  <a:lnTo>
                    <a:pt x="1991091" y="2342464"/>
                  </a:lnTo>
                  <a:lnTo>
                    <a:pt x="1991209" y="2342464"/>
                  </a:lnTo>
                  <a:lnTo>
                    <a:pt x="1991209" y="2342033"/>
                  </a:lnTo>
                  <a:lnTo>
                    <a:pt x="1991327" y="2342033"/>
                  </a:lnTo>
                  <a:lnTo>
                    <a:pt x="1991444" y="2342033"/>
                  </a:lnTo>
                  <a:lnTo>
                    <a:pt x="1991562" y="2342033"/>
                  </a:lnTo>
                  <a:lnTo>
                    <a:pt x="1991679" y="2342033"/>
                  </a:lnTo>
                  <a:lnTo>
                    <a:pt x="1991797" y="2342033"/>
                  </a:lnTo>
                  <a:lnTo>
                    <a:pt x="1991797" y="2341602"/>
                  </a:lnTo>
                  <a:lnTo>
                    <a:pt x="1991915" y="2341602"/>
                  </a:lnTo>
                  <a:lnTo>
                    <a:pt x="1992032" y="2341602"/>
                  </a:lnTo>
                  <a:lnTo>
                    <a:pt x="1992150" y="2341602"/>
                  </a:lnTo>
                  <a:lnTo>
                    <a:pt x="1992268" y="2341602"/>
                  </a:lnTo>
                  <a:lnTo>
                    <a:pt x="1992385" y="2341602"/>
                  </a:lnTo>
                  <a:lnTo>
                    <a:pt x="1992503" y="2341602"/>
                  </a:lnTo>
                  <a:lnTo>
                    <a:pt x="1992620" y="2341602"/>
                  </a:lnTo>
                  <a:lnTo>
                    <a:pt x="1992738" y="2341602"/>
                  </a:lnTo>
                  <a:lnTo>
                    <a:pt x="1992738" y="2341172"/>
                  </a:lnTo>
                  <a:lnTo>
                    <a:pt x="1992738" y="2340741"/>
                  </a:lnTo>
                  <a:lnTo>
                    <a:pt x="1992738" y="2340311"/>
                  </a:lnTo>
                  <a:lnTo>
                    <a:pt x="1992856" y="2340311"/>
                  </a:lnTo>
                  <a:lnTo>
                    <a:pt x="1992856" y="2339880"/>
                  </a:lnTo>
                  <a:lnTo>
                    <a:pt x="1992973" y="2339880"/>
                  </a:lnTo>
                  <a:lnTo>
                    <a:pt x="1993091" y="2339880"/>
                  </a:lnTo>
                  <a:lnTo>
                    <a:pt x="1993091" y="2339449"/>
                  </a:lnTo>
                  <a:lnTo>
                    <a:pt x="1993208" y="2339449"/>
                  </a:lnTo>
                  <a:lnTo>
                    <a:pt x="1993326" y="2339449"/>
                  </a:lnTo>
                  <a:lnTo>
                    <a:pt x="1993444" y="2339449"/>
                  </a:lnTo>
                  <a:lnTo>
                    <a:pt x="1993561" y="2339449"/>
                  </a:lnTo>
                  <a:lnTo>
                    <a:pt x="1993561" y="2339019"/>
                  </a:lnTo>
                  <a:lnTo>
                    <a:pt x="1993679" y="2339019"/>
                  </a:lnTo>
                  <a:lnTo>
                    <a:pt x="1993797" y="2339019"/>
                  </a:lnTo>
                  <a:lnTo>
                    <a:pt x="1993914" y="2339019"/>
                  </a:lnTo>
                  <a:lnTo>
                    <a:pt x="1993914" y="2338588"/>
                  </a:lnTo>
                  <a:lnTo>
                    <a:pt x="1994032" y="2338588"/>
                  </a:lnTo>
                  <a:lnTo>
                    <a:pt x="1994149" y="2338588"/>
                  </a:lnTo>
                  <a:lnTo>
                    <a:pt x="1994149" y="2338158"/>
                  </a:lnTo>
                  <a:lnTo>
                    <a:pt x="1994149" y="2337727"/>
                  </a:lnTo>
                  <a:lnTo>
                    <a:pt x="1994267" y="2337727"/>
                  </a:lnTo>
                  <a:lnTo>
                    <a:pt x="1994385" y="2337727"/>
                  </a:lnTo>
                  <a:lnTo>
                    <a:pt x="1994502" y="2337727"/>
                  </a:lnTo>
                  <a:lnTo>
                    <a:pt x="1994620" y="2337727"/>
                  </a:lnTo>
                  <a:lnTo>
                    <a:pt x="1994737" y="2337727"/>
                  </a:lnTo>
                  <a:lnTo>
                    <a:pt x="1994737" y="2337296"/>
                  </a:lnTo>
                  <a:lnTo>
                    <a:pt x="1994855" y="2337296"/>
                  </a:lnTo>
                  <a:lnTo>
                    <a:pt x="1994973" y="2337296"/>
                  </a:lnTo>
                  <a:lnTo>
                    <a:pt x="1995090" y="2337296"/>
                  </a:lnTo>
                  <a:lnTo>
                    <a:pt x="1995208" y="2337296"/>
                  </a:lnTo>
                  <a:lnTo>
                    <a:pt x="1995326" y="2337296"/>
                  </a:lnTo>
                  <a:lnTo>
                    <a:pt x="1995326" y="2336866"/>
                  </a:lnTo>
                  <a:lnTo>
                    <a:pt x="1995326" y="2336435"/>
                  </a:lnTo>
                  <a:lnTo>
                    <a:pt x="1995443" y="2336435"/>
                  </a:lnTo>
                  <a:lnTo>
                    <a:pt x="1995443" y="2336005"/>
                  </a:lnTo>
                  <a:lnTo>
                    <a:pt x="1995443" y="2335574"/>
                  </a:lnTo>
                  <a:lnTo>
                    <a:pt x="1995561" y="2335574"/>
                  </a:lnTo>
                  <a:lnTo>
                    <a:pt x="1995678" y="2335574"/>
                  </a:lnTo>
                  <a:lnTo>
                    <a:pt x="1995796" y="2335574"/>
                  </a:lnTo>
                  <a:lnTo>
                    <a:pt x="1995796" y="2335143"/>
                  </a:lnTo>
                  <a:lnTo>
                    <a:pt x="1995914" y="2335143"/>
                  </a:lnTo>
                  <a:lnTo>
                    <a:pt x="1996031" y="2335143"/>
                  </a:lnTo>
                  <a:lnTo>
                    <a:pt x="1996149" y="2335143"/>
                  </a:lnTo>
                  <a:lnTo>
                    <a:pt x="1996266" y="2335143"/>
                  </a:lnTo>
                  <a:lnTo>
                    <a:pt x="1996384" y="2335143"/>
                  </a:lnTo>
                  <a:lnTo>
                    <a:pt x="1996384" y="2334713"/>
                  </a:lnTo>
                  <a:lnTo>
                    <a:pt x="1996502" y="2334713"/>
                  </a:lnTo>
                  <a:lnTo>
                    <a:pt x="1996502" y="2334282"/>
                  </a:lnTo>
                  <a:lnTo>
                    <a:pt x="1996502" y="2333852"/>
                  </a:lnTo>
                  <a:lnTo>
                    <a:pt x="1996619" y="2333852"/>
                  </a:lnTo>
                  <a:lnTo>
                    <a:pt x="1996737" y="2333852"/>
                  </a:lnTo>
                  <a:lnTo>
                    <a:pt x="1996854" y="2333852"/>
                  </a:lnTo>
                  <a:lnTo>
                    <a:pt x="1996972" y="2333852"/>
                  </a:lnTo>
                  <a:lnTo>
                    <a:pt x="1996972" y="2333421"/>
                  </a:lnTo>
                  <a:lnTo>
                    <a:pt x="1997090" y="2333421"/>
                  </a:lnTo>
                  <a:lnTo>
                    <a:pt x="1997207" y="2333421"/>
                  </a:lnTo>
                  <a:lnTo>
                    <a:pt x="1997325" y="2333421"/>
                  </a:lnTo>
                  <a:lnTo>
                    <a:pt x="1997443" y="2333421"/>
                  </a:lnTo>
                  <a:lnTo>
                    <a:pt x="1997560" y="2333421"/>
                  </a:lnTo>
                  <a:lnTo>
                    <a:pt x="1997678" y="2333421"/>
                  </a:lnTo>
                  <a:lnTo>
                    <a:pt x="1997795" y="2333421"/>
                  </a:lnTo>
                  <a:lnTo>
                    <a:pt x="1997795" y="2332990"/>
                  </a:lnTo>
                  <a:lnTo>
                    <a:pt x="1997795" y="2332560"/>
                  </a:lnTo>
                  <a:lnTo>
                    <a:pt x="1997795" y="2332129"/>
                  </a:lnTo>
                  <a:lnTo>
                    <a:pt x="1997913" y="2332129"/>
                  </a:lnTo>
                  <a:lnTo>
                    <a:pt x="1998031" y="2332129"/>
                  </a:lnTo>
                  <a:lnTo>
                    <a:pt x="1998031" y="2331699"/>
                  </a:lnTo>
                  <a:lnTo>
                    <a:pt x="1998148" y="2331699"/>
                  </a:lnTo>
                  <a:lnTo>
                    <a:pt x="1998266" y="2331699"/>
                  </a:lnTo>
                  <a:lnTo>
                    <a:pt x="1998383" y="2331699"/>
                  </a:lnTo>
                  <a:lnTo>
                    <a:pt x="1998501" y="2331699"/>
                  </a:lnTo>
                  <a:lnTo>
                    <a:pt x="1998619" y="2331699"/>
                  </a:lnTo>
                  <a:lnTo>
                    <a:pt x="1998736" y="2331699"/>
                  </a:lnTo>
                  <a:lnTo>
                    <a:pt x="1998736" y="2331268"/>
                  </a:lnTo>
                  <a:lnTo>
                    <a:pt x="1998854" y="2331268"/>
                  </a:lnTo>
                  <a:lnTo>
                    <a:pt x="1998972" y="2331268"/>
                  </a:lnTo>
                  <a:lnTo>
                    <a:pt x="1999089" y="2331268"/>
                  </a:lnTo>
                  <a:lnTo>
                    <a:pt x="1999207" y="2331268"/>
                  </a:lnTo>
                  <a:lnTo>
                    <a:pt x="1999324" y="2331268"/>
                  </a:lnTo>
                  <a:lnTo>
                    <a:pt x="1999324" y="2330837"/>
                  </a:lnTo>
                  <a:lnTo>
                    <a:pt x="1999442" y="2330837"/>
                  </a:lnTo>
                  <a:lnTo>
                    <a:pt x="1999560" y="2330837"/>
                  </a:lnTo>
                  <a:lnTo>
                    <a:pt x="1999677" y="2330837"/>
                  </a:lnTo>
                  <a:lnTo>
                    <a:pt x="1999795" y="2330837"/>
                  </a:lnTo>
                  <a:lnTo>
                    <a:pt x="1999912" y="2330837"/>
                  </a:lnTo>
                  <a:lnTo>
                    <a:pt x="2000030" y="2330837"/>
                  </a:lnTo>
                  <a:lnTo>
                    <a:pt x="2000148" y="2330837"/>
                  </a:lnTo>
                  <a:lnTo>
                    <a:pt x="2000265" y="2330837"/>
                  </a:lnTo>
                  <a:lnTo>
                    <a:pt x="2000383" y="2330837"/>
                  </a:lnTo>
                  <a:lnTo>
                    <a:pt x="2000383" y="2330407"/>
                  </a:lnTo>
                  <a:lnTo>
                    <a:pt x="2000501" y="2330407"/>
                  </a:lnTo>
                  <a:lnTo>
                    <a:pt x="2000618" y="2330407"/>
                  </a:lnTo>
                  <a:lnTo>
                    <a:pt x="2000736" y="2330407"/>
                  </a:lnTo>
                  <a:lnTo>
                    <a:pt x="2000736" y="2329976"/>
                  </a:lnTo>
                  <a:lnTo>
                    <a:pt x="2000853" y="2329976"/>
                  </a:lnTo>
                  <a:lnTo>
                    <a:pt x="2000971" y="2329976"/>
                  </a:lnTo>
                  <a:lnTo>
                    <a:pt x="2001089" y="2329976"/>
                  </a:lnTo>
                  <a:lnTo>
                    <a:pt x="2001206" y="2329976"/>
                  </a:lnTo>
                  <a:lnTo>
                    <a:pt x="2001206" y="2329546"/>
                  </a:lnTo>
                  <a:lnTo>
                    <a:pt x="2001324" y="2329546"/>
                  </a:lnTo>
                  <a:lnTo>
                    <a:pt x="2001441" y="2329546"/>
                  </a:lnTo>
                  <a:lnTo>
                    <a:pt x="2001559" y="2329546"/>
                  </a:lnTo>
                  <a:lnTo>
                    <a:pt x="2001677" y="2329546"/>
                  </a:lnTo>
                  <a:lnTo>
                    <a:pt x="2001794" y="2329546"/>
                  </a:lnTo>
                  <a:lnTo>
                    <a:pt x="2001912" y="2329546"/>
                  </a:lnTo>
                  <a:lnTo>
                    <a:pt x="2002030" y="2329546"/>
                  </a:lnTo>
                  <a:lnTo>
                    <a:pt x="2002147" y="2329546"/>
                  </a:lnTo>
                  <a:lnTo>
                    <a:pt x="2002265" y="2329546"/>
                  </a:lnTo>
                  <a:lnTo>
                    <a:pt x="2002265" y="2329115"/>
                  </a:lnTo>
                  <a:lnTo>
                    <a:pt x="2002382" y="2329115"/>
                  </a:lnTo>
                  <a:lnTo>
                    <a:pt x="2002382" y="2328684"/>
                  </a:lnTo>
                  <a:lnTo>
                    <a:pt x="2002500" y="2328684"/>
                  </a:lnTo>
                  <a:lnTo>
                    <a:pt x="2002500" y="2328254"/>
                  </a:lnTo>
                  <a:lnTo>
                    <a:pt x="2002618" y="2328254"/>
                  </a:lnTo>
                  <a:lnTo>
                    <a:pt x="2002735" y="2328254"/>
                  </a:lnTo>
                  <a:lnTo>
                    <a:pt x="2002735" y="2327823"/>
                  </a:lnTo>
                  <a:lnTo>
                    <a:pt x="2002853" y="2327823"/>
                  </a:lnTo>
                  <a:lnTo>
                    <a:pt x="2002970" y="2327823"/>
                  </a:lnTo>
                  <a:lnTo>
                    <a:pt x="2003088" y="2327823"/>
                  </a:lnTo>
                  <a:lnTo>
                    <a:pt x="2003206" y="2327823"/>
                  </a:lnTo>
                  <a:lnTo>
                    <a:pt x="2003323" y="2327823"/>
                  </a:lnTo>
                  <a:lnTo>
                    <a:pt x="2003323" y="2327393"/>
                  </a:lnTo>
                  <a:lnTo>
                    <a:pt x="2003441" y="2327393"/>
                  </a:lnTo>
                  <a:lnTo>
                    <a:pt x="2003559" y="2327393"/>
                  </a:lnTo>
                  <a:lnTo>
                    <a:pt x="2003676" y="2327393"/>
                  </a:lnTo>
                  <a:lnTo>
                    <a:pt x="2003794" y="2327393"/>
                  </a:lnTo>
                  <a:lnTo>
                    <a:pt x="2003911" y="2327393"/>
                  </a:lnTo>
                  <a:lnTo>
                    <a:pt x="2004029" y="2327393"/>
                  </a:lnTo>
                  <a:lnTo>
                    <a:pt x="2004147" y="2327393"/>
                  </a:lnTo>
                  <a:lnTo>
                    <a:pt x="2004264" y="2327393"/>
                  </a:lnTo>
                  <a:lnTo>
                    <a:pt x="2004382" y="2327393"/>
                  </a:lnTo>
                  <a:lnTo>
                    <a:pt x="2004382" y="2326962"/>
                  </a:lnTo>
                  <a:lnTo>
                    <a:pt x="2004499" y="2326962"/>
                  </a:lnTo>
                  <a:lnTo>
                    <a:pt x="2004499" y="2326531"/>
                  </a:lnTo>
                  <a:lnTo>
                    <a:pt x="2004617" y="2326531"/>
                  </a:lnTo>
                  <a:lnTo>
                    <a:pt x="2004617" y="2326101"/>
                  </a:lnTo>
                  <a:lnTo>
                    <a:pt x="2004735" y="2326101"/>
                  </a:lnTo>
                  <a:lnTo>
                    <a:pt x="2004735" y="2325670"/>
                  </a:lnTo>
                  <a:lnTo>
                    <a:pt x="2004852" y="2325670"/>
                  </a:lnTo>
                  <a:lnTo>
                    <a:pt x="2004970" y="2325670"/>
                  </a:lnTo>
                  <a:lnTo>
                    <a:pt x="2004970" y="2325240"/>
                  </a:lnTo>
                  <a:lnTo>
                    <a:pt x="2005087" y="2325240"/>
                  </a:lnTo>
                  <a:lnTo>
                    <a:pt x="2005087" y="2324809"/>
                  </a:lnTo>
                  <a:lnTo>
                    <a:pt x="2005087" y="2324378"/>
                  </a:lnTo>
                  <a:lnTo>
                    <a:pt x="2005205" y="2324378"/>
                  </a:lnTo>
                  <a:lnTo>
                    <a:pt x="2005323" y="2324378"/>
                  </a:lnTo>
                  <a:lnTo>
                    <a:pt x="2005440" y="2324378"/>
                  </a:lnTo>
                  <a:lnTo>
                    <a:pt x="2005558" y="2324378"/>
                  </a:lnTo>
                  <a:lnTo>
                    <a:pt x="2005676" y="2324378"/>
                  </a:lnTo>
                  <a:lnTo>
                    <a:pt x="2005676" y="2323948"/>
                  </a:lnTo>
                  <a:lnTo>
                    <a:pt x="2005793" y="2323948"/>
                  </a:lnTo>
                  <a:lnTo>
                    <a:pt x="2005793" y="2323517"/>
                  </a:lnTo>
                  <a:lnTo>
                    <a:pt x="2005911" y="2323517"/>
                  </a:lnTo>
                  <a:lnTo>
                    <a:pt x="2005911" y="2323087"/>
                  </a:lnTo>
                  <a:lnTo>
                    <a:pt x="2006028" y="2323087"/>
                  </a:lnTo>
                  <a:lnTo>
                    <a:pt x="2006146" y="2323087"/>
                  </a:lnTo>
                  <a:lnTo>
                    <a:pt x="2006264" y="2323087"/>
                  </a:lnTo>
                  <a:lnTo>
                    <a:pt x="2006381" y="2323087"/>
                  </a:lnTo>
                  <a:lnTo>
                    <a:pt x="2006499" y="2323087"/>
                  </a:lnTo>
                  <a:lnTo>
                    <a:pt x="2006616" y="2323087"/>
                  </a:lnTo>
                  <a:lnTo>
                    <a:pt x="2006616" y="2322656"/>
                  </a:lnTo>
                  <a:lnTo>
                    <a:pt x="2006734" y="2322656"/>
                  </a:lnTo>
                  <a:lnTo>
                    <a:pt x="2006734" y="2322225"/>
                  </a:lnTo>
                  <a:lnTo>
                    <a:pt x="2006852" y="2322225"/>
                  </a:lnTo>
                  <a:lnTo>
                    <a:pt x="2006969" y="2322225"/>
                  </a:lnTo>
                  <a:lnTo>
                    <a:pt x="2007087" y="2322225"/>
                  </a:lnTo>
                  <a:lnTo>
                    <a:pt x="2007087" y="2321795"/>
                  </a:lnTo>
                  <a:lnTo>
                    <a:pt x="2007205" y="2321795"/>
                  </a:lnTo>
                  <a:lnTo>
                    <a:pt x="2007322" y="2321795"/>
                  </a:lnTo>
                  <a:lnTo>
                    <a:pt x="2007440" y="2321795"/>
                  </a:lnTo>
                  <a:lnTo>
                    <a:pt x="2007557" y="2321795"/>
                  </a:lnTo>
                  <a:lnTo>
                    <a:pt x="2007557" y="2321364"/>
                  </a:lnTo>
                  <a:lnTo>
                    <a:pt x="2007557" y="2320934"/>
                  </a:lnTo>
                  <a:lnTo>
                    <a:pt x="2007675" y="2320934"/>
                  </a:lnTo>
                  <a:lnTo>
                    <a:pt x="2007793" y="2320934"/>
                  </a:lnTo>
                  <a:lnTo>
                    <a:pt x="2007910" y="2320934"/>
                  </a:lnTo>
                  <a:lnTo>
                    <a:pt x="2008028" y="2320934"/>
                  </a:lnTo>
                  <a:lnTo>
                    <a:pt x="2008145" y="2320934"/>
                  </a:lnTo>
                  <a:lnTo>
                    <a:pt x="2008263" y="2320934"/>
                  </a:lnTo>
                  <a:lnTo>
                    <a:pt x="2008381" y="2320934"/>
                  </a:lnTo>
                  <a:lnTo>
                    <a:pt x="2008498" y="2320934"/>
                  </a:lnTo>
                  <a:lnTo>
                    <a:pt x="2008616" y="2320934"/>
                  </a:lnTo>
                  <a:lnTo>
                    <a:pt x="2008616" y="2320503"/>
                  </a:lnTo>
                  <a:lnTo>
                    <a:pt x="2008734" y="2320503"/>
                  </a:lnTo>
                  <a:lnTo>
                    <a:pt x="2008851" y="2320503"/>
                  </a:lnTo>
                  <a:lnTo>
                    <a:pt x="2008969" y="2320503"/>
                  </a:lnTo>
                  <a:lnTo>
                    <a:pt x="2009086" y="2320503"/>
                  </a:lnTo>
                  <a:lnTo>
                    <a:pt x="2009204" y="2320503"/>
                  </a:lnTo>
                  <a:lnTo>
                    <a:pt x="2009322" y="2320503"/>
                  </a:lnTo>
                  <a:lnTo>
                    <a:pt x="2009439" y="2320503"/>
                  </a:lnTo>
                  <a:lnTo>
                    <a:pt x="2009557" y="2320503"/>
                  </a:lnTo>
                  <a:lnTo>
                    <a:pt x="2009557" y="2320072"/>
                  </a:lnTo>
                  <a:lnTo>
                    <a:pt x="2009674" y="2320072"/>
                  </a:lnTo>
                  <a:lnTo>
                    <a:pt x="2009792" y="2320072"/>
                  </a:lnTo>
                  <a:lnTo>
                    <a:pt x="2009910" y="2320072"/>
                  </a:lnTo>
                  <a:lnTo>
                    <a:pt x="2009910" y="2319642"/>
                  </a:lnTo>
                  <a:lnTo>
                    <a:pt x="2010027" y="2319642"/>
                  </a:lnTo>
                  <a:lnTo>
                    <a:pt x="2010145" y="2319642"/>
                  </a:lnTo>
                  <a:lnTo>
                    <a:pt x="2010263" y="2319642"/>
                  </a:lnTo>
                  <a:lnTo>
                    <a:pt x="2010263" y="2319211"/>
                  </a:lnTo>
                  <a:lnTo>
                    <a:pt x="2010263" y="2318781"/>
                  </a:lnTo>
                  <a:lnTo>
                    <a:pt x="2010380" y="2318781"/>
                  </a:lnTo>
                  <a:lnTo>
                    <a:pt x="2010498" y="2318781"/>
                  </a:lnTo>
                  <a:lnTo>
                    <a:pt x="2010615" y="2318781"/>
                  </a:lnTo>
                  <a:lnTo>
                    <a:pt x="2010733" y="2318781"/>
                  </a:lnTo>
                  <a:lnTo>
                    <a:pt x="2010851" y="2318781"/>
                  </a:lnTo>
                  <a:lnTo>
                    <a:pt x="2010851" y="2318350"/>
                  </a:lnTo>
                  <a:lnTo>
                    <a:pt x="2010968" y="2318350"/>
                  </a:lnTo>
                  <a:lnTo>
                    <a:pt x="2011086" y="2318350"/>
                  </a:lnTo>
                  <a:lnTo>
                    <a:pt x="2011203" y="2318350"/>
                  </a:lnTo>
                  <a:lnTo>
                    <a:pt x="2011321" y="2318350"/>
                  </a:lnTo>
                  <a:lnTo>
                    <a:pt x="2011439" y="2318350"/>
                  </a:lnTo>
                  <a:lnTo>
                    <a:pt x="2011556" y="2318350"/>
                  </a:lnTo>
                  <a:lnTo>
                    <a:pt x="2011674" y="2318350"/>
                  </a:lnTo>
                  <a:lnTo>
                    <a:pt x="2011792" y="2318350"/>
                  </a:lnTo>
                  <a:lnTo>
                    <a:pt x="2011909" y="2318350"/>
                  </a:lnTo>
                  <a:lnTo>
                    <a:pt x="2011909" y="2317919"/>
                  </a:lnTo>
                  <a:lnTo>
                    <a:pt x="2012027" y="2317919"/>
                  </a:lnTo>
                  <a:lnTo>
                    <a:pt x="2012144" y="2317919"/>
                  </a:lnTo>
                  <a:lnTo>
                    <a:pt x="2012144" y="2317489"/>
                  </a:lnTo>
                  <a:lnTo>
                    <a:pt x="2012262" y="2317489"/>
                  </a:lnTo>
                  <a:lnTo>
                    <a:pt x="2012380" y="2317489"/>
                  </a:lnTo>
                  <a:lnTo>
                    <a:pt x="2012380" y="2317058"/>
                  </a:lnTo>
                  <a:lnTo>
                    <a:pt x="2012497" y="2317058"/>
                  </a:lnTo>
                  <a:lnTo>
                    <a:pt x="2012615" y="2317058"/>
                  </a:lnTo>
                  <a:lnTo>
                    <a:pt x="2012732" y="2317058"/>
                  </a:lnTo>
                  <a:lnTo>
                    <a:pt x="2012850" y="2317058"/>
                  </a:lnTo>
                  <a:lnTo>
                    <a:pt x="2012968" y="2317058"/>
                  </a:lnTo>
                  <a:lnTo>
                    <a:pt x="2013085" y="2317058"/>
                  </a:lnTo>
                  <a:lnTo>
                    <a:pt x="2013203" y="2317058"/>
                  </a:lnTo>
                  <a:lnTo>
                    <a:pt x="2013320" y="2317058"/>
                  </a:lnTo>
                  <a:lnTo>
                    <a:pt x="2013438" y="2317058"/>
                  </a:lnTo>
                  <a:lnTo>
                    <a:pt x="2013556" y="2317058"/>
                  </a:lnTo>
                  <a:lnTo>
                    <a:pt x="2013673" y="2317058"/>
                  </a:lnTo>
                  <a:lnTo>
                    <a:pt x="2013673" y="2316628"/>
                  </a:lnTo>
                  <a:lnTo>
                    <a:pt x="2013673" y="2316197"/>
                  </a:lnTo>
                  <a:lnTo>
                    <a:pt x="2013791" y="2316197"/>
                  </a:lnTo>
                  <a:lnTo>
                    <a:pt x="2013791" y="2315766"/>
                  </a:lnTo>
                  <a:lnTo>
                    <a:pt x="2013791" y="2315336"/>
                  </a:lnTo>
                  <a:lnTo>
                    <a:pt x="2013909" y="2315336"/>
                  </a:lnTo>
                  <a:lnTo>
                    <a:pt x="2014026" y="2315336"/>
                  </a:lnTo>
                  <a:lnTo>
                    <a:pt x="2014144" y="2315336"/>
                  </a:lnTo>
                  <a:lnTo>
                    <a:pt x="2014261" y="2315336"/>
                  </a:lnTo>
                  <a:lnTo>
                    <a:pt x="2014379" y="2315336"/>
                  </a:lnTo>
                  <a:lnTo>
                    <a:pt x="2014497" y="2315336"/>
                  </a:lnTo>
                  <a:lnTo>
                    <a:pt x="2014497" y="2314905"/>
                  </a:lnTo>
                  <a:lnTo>
                    <a:pt x="2014614" y="2314905"/>
                  </a:lnTo>
                  <a:lnTo>
                    <a:pt x="2014732" y="2314905"/>
                  </a:lnTo>
                  <a:lnTo>
                    <a:pt x="2014849" y="2314905"/>
                  </a:lnTo>
                  <a:lnTo>
                    <a:pt x="2014967" y="2314905"/>
                  </a:lnTo>
                  <a:lnTo>
                    <a:pt x="2015085" y="2314905"/>
                  </a:lnTo>
                  <a:lnTo>
                    <a:pt x="2015202" y="2314905"/>
                  </a:lnTo>
                  <a:lnTo>
                    <a:pt x="2015320" y="2314905"/>
                  </a:lnTo>
                  <a:lnTo>
                    <a:pt x="2015320" y="2314475"/>
                  </a:lnTo>
                  <a:lnTo>
                    <a:pt x="2015438" y="2314475"/>
                  </a:lnTo>
                  <a:lnTo>
                    <a:pt x="2015555" y="2314475"/>
                  </a:lnTo>
                  <a:lnTo>
                    <a:pt x="2015673" y="2314475"/>
                  </a:lnTo>
                  <a:lnTo>
                    <a:pt x="2015790" y="2314475"/>
                  </a:lnTo>
                  <a:lnTo>
                    <a:pt x="2015908" y="2314475"/>
                  </a:lnTo>
                  <a:lnTo>
                    <a:pt x="2016026" y="2314475"/>
                  </a:lnTo>
                  <a:lnTo>
                    <a:pt x="2016026" y="2314044"/>
                  </a:lnTo>
                  <a:lnTo>
                    <a:pt x="2016143" y="2314044"/>
                  </a:lnTo>
                  <a:lnTo>
                    <a:pt x="2016261" y="2314044"/>
                  </a:lnTo>
                  <a:lnTo>
                    <a:pt x="2016378" y="2314044"/>
                  </a:lnTo>
                  <a:lnTo>
                    <a:pt x="2016496" y="2314044"/>
                  </a:lnTo>
                  <a:lnTo>
                    <a:pt x="2016614" y="2314044"/>
                  </a:lnTo>
                  <a:lnTo>
                    <a:pt x="2016731" y="2314044"/>
                  </a:lnTo>
                  <a:lnTo>
                    <a:pt x="2016849" y="2314044"/>
                  </a:lnTo>
                  <a:lnTo>
                    <a:pt x="2016967" y="2314044"/>
                  </a:lnTo>
                  <a:lnTo>
                    <a:pt x="2017084" y="2314044"/>
                  </a:lnTo>
                  <a:lnTo>
                    <a:pt x="2017084" y="2313613"/>
                  </a:lnTo>
                  <a:lnTo>
                    <a:pt x="2017202" y="2313613"/>
                  </a:lnTo>
                  <a:lnTo>
                    <a:pt x="2017202" y="2313183"/>
                  </a:lnTo>
                  <a:lnTo>
                    <a:pt x="2017202" y="2312752"/>
                  </a:lnTo>
                  <a:lnTo>
                    <a:pt x="2017319" y="2312752"/>
                  </a:lnTo>
                  <a:lnTo>
                    <a:pt x="2017319" y="2312322"/>
                  </a:lnTo>
                  <a:lnTo>
                    <a:pt x="2017319" y="2311891"/>
                  </a:lnTo>
                  <a:lnTo>
                    <a:pt x="2017437" y="2311891"/>
                  </a:lnTo>
                  <a:lnTo>
                    <a:pt x="2017555" y="2311891"/>
                  </a:lnTo>
                  <a:lnTo>
                    <a:pt x="2017555" y="2311460"/>
                  </a:lnTo>
                  <a:lnTo>
                    <a:pt x="2017672" y="2311460"/>
                  </a:lnTo>
                  <a:lnTo>
                    <a:pt x="2017672" y="2311030"/>
                  </a:lnTo>
                  <a:lnTo>
                    <a:pt x="2017790" y="2311030"/>
                  </a:lnTo>
                  <a:lnTo>
                    <a:pt x="2017907" y="2311030"/>
                  </a:lnTo>
                  <a:lnTo>
                    <a:pt x="2017907" y="2310599"/>
                  </a:lnTo>
                  <a:lnTo>
                    <a:pt x="2017907" y="2310169"/>
                  </a:lnTo>
                  <a:lnTo>
                    <a:pt x="2018025" y="2310169"/>
                  </a:lnTo>
                  <a:lnTo>
                    <a:pt x="2018143" y="2310169"/>
                  </a:lnTo>
                  <a:lnTo>
                    <a:pt x="2018143" y="2309738"/>
                  </a:lnTo>
                  <a:lnTo>
                    <a:pt x="2018260" y="2309738"/>
                  </a:lnTo>
                  <a:lnTo>
                    <a:pt x="2018378" y="2309738"/>
                  </a:lnTo>
                  <a:lnTo>
                    <a:pt x="2018496" y="2309738"/>
                  </a:lnTo>
                  <a:lnTo>
                    <a:pt x="2018613" y="2309738"/>
                  </a:lnTo>
                  <a:lnTo>
                    <a:pt x="2018731" y="2309738"/>
                  </a:lnTo>
                  <a:lnTo>
                    <a:pt x="2018848" y="2309738"/>
                  </a:lnTo>
                  <a:lnTo>
                    <a:pt x="2018966" y="2309738"/>
                  </a:lnTo>
                  <a:lnTo>
                    <a:pt x="2018966" y="2309307"/>
                  </a:lnTo>
                  <a:lnTo>
                    <a:pt x="2018966" y="2308877"/>
                  </a:lnTo>
                  <a:lnTo>
                    <a:pt x="2019084" y="2308877"/>
                  </a:lnTo>
                  <a:lnTo>
                    <a:pt x="2019201" y="2308877"/>
                  </a:lnTo>
                  <a:lnTo>
                    <a:pt x="2019319" y="2308877"/>
                  </a:lnTo>
                  <a:lnTo>
                    <a:pt x="2019436" y="2308877"/>
                  </a:lnTo>
                  <a:lnTo>
                    <a:pt x="2019554" y="2308877"/>
                  </a:lnTo>
                  <a:lnTo>
                    <a:pt x="2019672" y="2308877"/>
                  </a:lnTo>
                  <a:lnTo>
                    <a:pt x="2019789" y="2308877"/>
                  </a:lnTo>
                  <a:lnTo>
                    <a:pt x="2019789" y="2308446"/>
                  </a:lnTo>
                  <a:lnTo>
                    <a:pt x="2019907" y="2308446"/>
                  </a:lnTo>
                  <a:lnTo>
                    <a:pt x="2019907" y="2308016"/>
                  </a:lnTo>
                  <a:lnTo>
                    <a:pt x="2020024" y="2308016"/>
                  </a:lnTo>
                  <a:lnTo>
                    <a:pt x="2020142" y="2308016"/>
                  </a:lnTo>
                  <a:lnTo>
                    <a:pt x="2020260" y="2308016"/>
                  </a:lnTo>
                  <a:lnTo>
                    <a:pt x="2020377" y="2308016"/>
                  </a:lnTo>
                  <a:lnTo>
                    <a:pt x="2020495" y="2308016"/>
                  </a:lnTo>
                  <a:lnTo>
                    <a:pt x="2020613" y="2308016"/>
                  </a:lnTo>
                  <a:lnTo>
                    <a:pt x="2020613" y="2307585"/>
                  </a:lnTo>
                  <a:lnTo>
                    <a:pt x="2020730" y="2307585"/>
                  </a:lnTo>
                  <a:lnTo>
                    <a:pt x="2020848" y="2307585"/>
                  </a:lnTo>
                  <a:lnTo>
                    <a:pt x="2020965" y="2307585"/>
                  </a:lnTo>
                  <a:lnTo>
                    <a:pt x="2021083" y="2307585"/>
                  </a:lnTo>
                  <a:lnTo>
                    <a:pt x="2021201" y="2307585"/>
                  </a:lnTo>
                  <a:lnTo>
                    <a:pt x="2021318" y="2307585"/>
                  </a:lnTo>
                  <a:lnTo>
                    <a:pt x="2021436" y="2307585"/>
                  </a:lnTo>
                  <a:lnTo>
                    <a:pt x="2021553" y="2307585"/>
                  </a:lnTo>
                  <a:lnTo>
                    <a:pt x="2021671" y="2307585"/>
                  </a:lnTo>
                  <a:lnTo>
                    <a:pt x="2021789" y="2307585"/>
                  </a:lnTo>
                  <a:lnTo>
                    <a:pt x="2021789" y="2307154"/>
                  </a:lnTo>
                  <a:lnTo>
                    <a:pt x="2021906" y="2307154"/>
                  </a:lnTo>
                  <a:lnTo>
                    <a:pt x="2022024" y="2307154"/>
                  </a:lnTo>
                  <a:lnTo>
                    <a:pt x="2022024" y="2306724"/>
                  </a:lnTo>
                  <a:lnTo>
                    <a:pt x="2022142" y="2306724"/>
                  </a:lnTo>
                  <a:lnTo>
                    <a:pt x="2022142" y="2306293"/>
                  </a:lnTo>
                  <a:lnTo>
                    <a:pt x="2022259" y="2306293"/>
                  </a:lnTo>
                  <a:lnTo>
                    <a:pt x="2022377" y="2306293"/>
                  </a:lnTo>
                  <a:lnTo>
                    <a:pt x="2022494" y="2306293"/>
                  </a:lnTo>
                  <a:lnTo>
                    <a:pt x="2022612" y="2306293"/>
                  </a:lnTo>
                  <a:lnTo>
                    <a:pt x="2022730" y="2306293"/>
                  </a:lnTo>
                  <a:lnTo>
                    <a:pt x="2022847" y="2306293"/>
                  </a:lnTo>
                  <a:lnTo>
                    <a:pt x="2022847" y="2305863"/>
                  </a:lnTo>
                  <a:lnTo>
                    <a:pt x="2022965" y="2305863"/>
                  </a:lnTo>
                  <a:lnTo>
                    <a:pt x="2023082" y="2305863"/>
                  </a:lnTo>
                  <a:lnTo>
                    <a:pt x="2023200" y="2305863"/>
                  </a:lnTo>
                  <a:lnTo>
                    <a:pt x="2023318" y="2305863"/>
                  </a:lnTo>
                  <a:lnTo>
                    <a:pt x="2023435" y="2305863"/>
                  </a:lnTo>
                  <a:lnTo>
                    <a:pt x="2023553" y="2305863"/>
                  </a:lnTo>
                  <a:lnTo>
                    <a:pt x="2023671" y="2305863"/>
                  </a:lnTo>
                  <a:lnTo>
                    <a:pt x="2023671" y="2305432"/>
                  </a:lnTo>
                  <a:lnTo>
                    <a:pt x="2023788" y="2305432"/>
                  </a:lnTo>
                  <a:lnTo>
                    <a:pt x="2023906" y="2305432"/>
                  </a:lnTo>
                  <a:lnTo>
                    <a:pt x="2024023" y="2305432"/>
                  </a:lnTo>
                  <a:lnTo>
                    <a:pt x="2024023" y="2305001"/>
                  </a:lnTo>
                  <a:lnTo>
                    <a:pt x="2024023" y="2304571"/>
                  </a:lnTo>
                  <a:lnTo>
                    <a:pt x="2024023" y="2304140"/>
                  </a:lnTo>
                  <a:lnTo>
                    <a:pt x="2024023" y="2303710"/>
                  </a:lnTo>
                  <a:lnTo>
                    <a:pt x="2024023" y="2303279"/>
                  </a:lnTo>
                  <a:lnTo>
                    <a:pt x="2024141" y="2303279"/>
                  </a:lnTo>
                  <a:lnTo>
                    <a:pt x="2024259" y="2303279"/>
                  </a:lnTo>
                  <a:lnTo>
                    <a:pt x="2024376" y="2303279"/>
                  </a:lnTo>
                  <a:lnTo>
                    <a:pt x="2024376" y="2302848"/>
                  </a:lnTo>
                  <a:lnTo>
                    <a:pt x="2024376" y="2302418"/>
                  </a:lnTo>
                  <a:lnTo>
                    <a:pt x="2024494" y="2302418"/>
                  </a:lnTo>
                  <a:lnTo>
                    <a:pt x="2024611" y="2302418"/>
                  </a:lnTo>
                  <a:lnTo>
                    <a:pt x="2024729" y="2302418"/>
                  </a:lnTo>
                  <a:lnTo>
                    <a:pt x="2024847" y="2302418"/>
                  </a:lnTo>
                  <a:lnTo>
                    <a:pt x="2024964" y="2302418"/>
                  </a:lnTo>
                  <a:lnTo>
                    <a:pt x="2024964" y="2301987"/>
                  </a:lnTo>
                  <a:lnTo>
                    <a:pt x="2025082" y="2301987"/>
                  </a:lnTo>
                  <a:lnTo>
                    <a:pt x="2025082" y="2301557"/>
                  </a:lnTo>
                  <a:lnTo>
                    <a:pt x="2025200" y="2301557"/>
                  </a:lnTo>
                  <a:lnTo>
                    <a:pt x="2025200" y="2301126"/>
                  </a:lnTo>
                  <a:lnTo>
                    <a:pt x="2025317" y="2301126"/>
                  </a:lnTo>
                  <a:lnTo>
                    <a:pt x="2025435" y="2301126"/>
                  </a:lnTo>
                  <a:lnTo>
                    <a:pt x="2025552" y="2301126"/>
                  </a:lnTo>
                  <a:lnTo>
                    <a:pt x="2025552" y="2300695"/>
                  </a:lnTo>
                  <a:lnTo>
                    <a:pt x="2025670" y="2300695"/>
                  </a:lnTo>
                  <a:lnTo>
                    <a:pt x="2025788" y="2300695"/>
                  </a:lnTo>
                  <a:lnTo>
                    <a:pt x="2025905" y="2300695"/>
                  </a:lnTo>
                  <a:lnTo>
                    <a:pt x="2025905" y="2300265"/>
                  </a:lnTo>
                  <a:lnTo>
                    <a:pt x="2025905" y="2299834"/>
                  </a:lnTo>
                  <a:lnTo>
                    <a:pt x="2026023" y="2299834"/>
                  </a:lnTo>
                  <a:lnTo>
                    <a:pt x="2026140" y="2299834"/>
                  </a:lnTo>
                  <a:lnTo>
                    <a:pt x="2026140" y="2299404"/>
                  </a:lnTo>
                  <a:lnTo>
                    <a:pt x="2026258" y="2299404"/>
                  </a:lnTo>
                  <a:lnTo>
                    <a:pt x="2026376" y="2299404"/>
                  </a:lnTo>
                  <a:lnTo>
                    <a:pt x="2026376" y="2298973"/>
                  </a:lnTo>
                  <a:lnTo>
                    <a:pt x="2026493" y="2298973"/>
                  </a:lnTo>
                  <a:lnTo>
                    <a:pt x="2026611" y="2298973"/>
                  </a:lnTo>
                  <a:lnTo>
                    <a:pt x="2026729" y="2298973"/>
                  </a:lnTo>
                  <a:lnTo>
                    <a:pt x="2026846" y="2298973"/>
                  </a:lnTo>
                  <a:lnTo>
                    <a:pt x="2026846" y="2298542"/>
                  </a:lnTo>
                  <a:lnTo>
                    <a:pt x="2026964" y="2298542"/>
                  </a:lnTo>
                  <a:lnTo>
                    <a:pt x="2026964" y="2298112"/>
                  </a:lnTo>
                  <a:lnTo>
                    <a:pt x="2027081" y="2298112"/>
                  </a:lnTo>
                  <a:lnTo>
                    <a:pt x="2027081" y="2297681"/>
                  </a:lnTo>
                  <a:lnTo>
                    <a:pt x="2027199" y="2297681"/>
                  </a:lnTo>
                  <a:lnTo>
                    <a:pt x="2027317" y="2297681"/>
                  </a:lnTo>
                  <a:lnTo>
                    <a:pt x="2027434" y="2297681"/>
                  </a:lnTo>
                  <a:lnTo>
                    <a:pt x="2027552" y="2297681"/>
                  </a:lnTo>
                  <a:lnTo>
                    <a:pt x="2027669" y="2297681"/>
                  </a:lnTo>
                  <a:lnTo>
                    <a:pt x="2027669" y="2297251"/>
                  </a:lnTo>
                  <a:lnTo>
                    <a:pt x="2027787" y="2297251"/>
                  </a:lnTo>
                  <a:lnTo>
                    <a:pt x="2027905" y="2297251"/>
                  </a:lnTo>
                  <a:lnTo>
                    <a:pt x="2027905" y="2296820"/>
                  </a:lnTo>
                  <a:lnTo>
                    <a:pt x="2028022" y="2296820"/>
                  </a:lnTo>
                  <a:lnTo>
                    <a:pt x="2028140" y="2296820"/>
                  </a:lnTo>
                  <a:lnTo>
                    <a:pt x="2028140" y="2296389"/>
                  </a:lnTo>
                  <a:lnTo>
                    <a:pt x="2028257" y="2296389"/>
                  </a:lnTo>
                  <a:lnTo>
                    <a:pt x="2028375" y="2296389"/>
                  </a:lnTo>
                  <a:lnTo>
                    <a:pt x="2028375" y="2295959"/>
                  </a:lnTo>
                  <a:lnTo>
                    <a:pt x="2028493" y="2295959"/>
                  </a:lnTo>
                  <a:lnTo>
                    <a:pt x="2028610" y="2295959"/>
                  </a:lnTo>
                  <a:lnTo>
                    <a:pt x="2028728" y="2295959"/>
                  </a:lnTo>
                  <a:lnTo>
                    <a:pt x="2028728" y="2295528"/>
                  </a:lnTo>
                  <a:lnTo>
                    <a:pt x="2028846" y="2295528"/>
                  </a:lnTo>
                  <a:lnTo>
                    <a:pt x="2028963" y="2295528"/>
                  </a:lnTo>
                  <a:lnTo>
                    <a:pt x="2029081" y="2295528"/>
                  </a:lnTo>
                  <a:lnTo>
                    <a:pt x="2029198" y="2295528"/>
                  </a:lnTo>
                  <a:lnTo>
                    <a:pt x="2029316" y="2295528"/>
                  </a:lnTo>
                  <a:lnTo>
                    <a:pt x="2029434" y="2295528"/>
                  </a:lnTo>
                  <a:lnTo>
                    <a:pt x="2029551" y="2295528"/>
                  </a:lnTo>
                  <a:lnTo>
                    <a:pt x="2029669" y="2295528"/>
                  </a:lnTo>
                  <a:lnTo>
                    <a:pt x="2029786" y="2295528"/>
                  </a:lnTo>
                  <a:lnTo>
                    <a:pt x="2029786" y="2295098"/>
                  </a:lnTo>
                  <a:lnTo>
                    <a:pt x="2029904" y="2295098"/>
                  </a:lnTo>
                  <a:lnTo>
                    <a:pt x="2030022" y="2295098"/>
                  </a:lnTo>
                  <a:lnTo>
                    <a:pt x="2030139" y="2295098"/>
                  </a:lnTo>
                  <a:lnTo>
                    <a:pt x="2030257" y="2295098"/>
                  </a:lnTo>
                  <a:lnTo>
                    <a:pt x="2030375" y="2295098"/>
                  </a:lnTo>
                  <a:lnTo>
                    <a:pt x="2030375" y="2294667"/>
                  </a:lnTo>
                  <a:lnTo>
                    <a:pt x="2030375" y="2294236"/>
                  </a:lnTo>
                  <a:lnTo>
                    <a:pt x="2030375" y="2293806"/>
                  </a:lnTo>
                  <a:lnTo>
                    <a:pt x="2030492" y="2293806"/>
                  </a:lnTo>
                  <a:lnTo>
                    <a:pt x="2030610" y="2293806"/>
                  </a:lnTo>
                  <a:lnTo>
                    <a:pt x="2030610" y="2293375"/>
                  </a:lnTo>
                  <a:lnTo>
                    <a:pt x="2030610" y="2292945"/>
                  </a:lnTo>
                  <a:lnTo>
                    <a:pt x="2030727" y="2292945"/>
                  </a:lnTo>
                  <a:lnTo>
                    <a:pt x="2030845" y="2292945"/>
                  </a:lnTo>
                  <a:lnTo>
                    <a:pt x="2030963" y="2292945"/>
                  </a:lnTo>
                  <a:lnTo>
                    <a:pt x="2031080" y="2292945"/>
                  </a:lnTo>
                  <a:lnTo>
                    <a:pt x="2031198" y="2292945"/>
                  </a:lnTo>
                  <a:lnTo>
                    <a:pt x="2031315" y="2292945"/>
                  </a:lnTo>
                  <a:lnTo>
                    <a:pt x="2031433" y="2292945"/>
                  </a:lnTo>
                  <a:lnTo>
                    <a:pt x="2031551" y="2292945"/>
                  </a:lnTo>
                  <a:lnTo>
                    <a:pt x="2031551" y="2292514"/>
                  </a:lnTo>
                  <a:lnTo>
                    <a:pt x="2031551" y="2292083"/>
                  </a:lnTo>
                  <a:lnTo>
                    <a:pt x="2031668" y="2292083"/>
                  </a:lnTo>
                  <a:lnTo>
                    <a:pt x="2031786" y="2292083"/>
                  </a:lnTo>
                  <a:lnTo>
                    <a:pt x="2031786" y="2291653"/>
                  </a:lnTo>
                  <a:lnTo>
                    <a:pt x="2031904" y="2291653"/>
                  </a:lnTo>
                  <a:lnTo>
                    <a:pt x="2032021" y="2291653"/>
                  </a:lnTo>
                  <a:lnTo>
                    <a:pt x="2032139" y="2291653"/>
                  </a:lnTo>
                  <a:lnTo>
                    <a:pt x="2032256" y="2291653"/>
                  </a:lnTo>
                  <a:lnTo>
                    <a:pt x="2032374" y="2291653"/>
                  </a:lnTo>
                  <a:lnTo>
                    <a:pt x="2032374" y="2291222"/>
                  </a:lnTo>
                  <a:lnTo>
                    <a:pt x="2032374" y="2290792"/>
                  </a:lnTo>
                  <a:lnTo>
                    <a:pt x="2032492" y="2290792"/>
                  </a:lnTo>
                  <a:lnTo>
                    <a:pt x="2032609" y="2290792"/>
                  </a:lnTo>
                  <a:lnTo>
                    <a:pt x="2032727" y="2290792"/>
                  </a:lnTo>
                  <a:lnTo>
                    <a:pt x="2032844" y="2290792"/>
                  </a:lnTo>
                  <a:lnTo>
                    <a:pt x="2032844" y="2290361"/>
                  </a:lnTo>
                  <a:lnTo>
                    <a:pt x="2032844" y="2289930"/>
                  </a:lnTo>
                  <a:lnTo>
                    <a:pt x="2032962" y="2289930"/>
                  </a:lnTo>
                  <a:lnTo>
                    <a:pt x="2032962" y="2289500"/>
                  </a:lnTo>
                  <a:lnTo>
                    <a:pt x="2032962" y="2289069"/>
                  </a:lnTo>
                  <a:lnTo>
                    <a:pt x="2033080" y="2289069"/>
                  </a:lnTo>
                  <a:lnTo>
                    <a:pt x="2033080" y="2288639"/>
                  </a:lnTo>
                  <a:lnTo>
                    <a:pt x="2033197" y="2288639"/>
                  </a:lnTo>
                  <a:lnTo>
                    <a:pt x="2033315" y="2288639"/>
                  </a:lnTo>
                  <a:lnTo>
                    <a:pt x="2033433" y="2288639"/>
                  </a:lnTo>
                  <a:lnTo>
                    <a:pt x="2033550" y="2288639"/>
                  </a:lnTo>
                  <a:lnTo>
                    <a:pt x="2033668" y="2288639"/>
                  </a:lnTo>
                  <a:lnTo>
                    <a:pt x="2033668" y="2288208"/>
                  </a:lnTo>
                  <a:lnTo>
                    <a:pt x="2033785" y="2288208"/>
                  </a:lnTo>
                  <a:lnTo>
                    <a:pt x="2033903" y="2288208"/>
                  </a:lnTo>
                  <a:lnTo>
                    <a:pt x="2034021" y="2288208"/>
                  </a:lnTo>
                  <a:lnTo>
                    <a:pt x="2034021" y="2287777"/>
                  </a:lnTo>
                  <a:lnTo>
                    <a:pt x="2034138" y="2287777"/>
                  </a:lnTo>
                  <a:lnTo>
                    <a:pt x="2034256" y="2287777"/>
                  </a:lnTo>
                  <a:lnTo>
                    <a:pt x="2034373" y="2287777"/>
                  </a:lnTo>
                  <a:lnTo>
                    <a:pt x="2034373" y="2287347"/>
                  </a:lnTo>
                  <a:lnTo>
                    <a:pt x="2034491" y="2287347"/>
                  </a:lnTo>
                  <a:lnTo>
                    <a:pt x="2034609" y="2287347"/>
                  </a:lnTo>
                  <a:lnTo>
                    <a:pt x="2034726" y="2287347"/>
                  </a:lnTo>
                  <a:lnTo>
                    <a:pt x="2034844" y="2287347"/>
                  </a:lnTo>
                  <a:lnTo>
                    <a:pt x="2034962" y="2287347"/>
                  </a:lnTo>
                  <a:lnTo>
                    <a:pt x="2035079" y="2287347"/>
                  </a:lnTo>
                  <a:lnTo>
                    <a:pt x="2035197" y="2287347"/>
                  </a:lnTo>
                  <a:lnTo>
                    <a:pt x="2035314" y="2287347"/>
                  </a:lnTo>
                  <a:lnTo>
                    <a:pt x="2035432" y="2287347"/>
                  </a:lnTo>
                  <a:lnTo>
                    <a:pt x="2035550" y="2287347"/>
                  </a:lnTo>
                  <a:lnTo>
                    <a:pt x="2035667" y="2287347"/>
                  </a:lnTo>
                  <a:lnTo>
                    <a:pt x="2035785" y="2287347"/>
                  </a:lnTo>
                  <a:lnTo>
                    <a:pt x="2035902" y="2287347"/>
                  </a:lnTo>
                  <a:lnTo>
                    <a:pt x="2036020" y="2287347"/>
                  </a:lnTo>
                  <a:lnTo>
                    <a:pt x="2036020" y="2286916"/>
                  </a:lnTo>
                  <a:lnTo>
                    <a:pt x="2036138" y="2286916"/>
                  </a:lnTo>
                  <a:lnTo>
                    <a:pt x="2036255" y="2286916"/>
                  </a:lnTo>
                  <a:lnTo>
                    <a:pt x="2036373" y="2286916"/>
                  </a:lnTo>
                  <a:lnTo>
                    <a:pt x="2036373" y="2286486"/>
                  </a:lnTo>
                  <a:lnTo>
                    <a:pt x="2036373" y="2286055"/>
                  </a:lnTo>
                  <a:lnTo>
                    <a:pt x="2036490" y="2286055"/>
                  </a:lnTo>
                  <a:lnTo>
                    <a:pt x="2036608" y="2286055"/>
                  </a:lnTo>
                  <a:lnTo>
                    <a:pt x="2036608" y="2285624"/>
                  </a:lnTo>
                  <a:lnTo>
                    <a:pt x="2036726" y="2285624"/>
                  </a:lnTo>
                  <a:lnTo>
                    <a:pt x="2036726" y="2285194"/>
                  </a:lnTo>
                  <a:lnTo>
                    <a:pt x="2036843" y="2285194"/>
                  </a:lnTo>
                  <a:lnTo>
                    <a:pt x="2036843" y="2284763"/>
                  </a:lnTo>
                  <a:lnTo>
                    <a:pt x="2036843" y="2284333"/>
                  </a:lnTo>
                  <a:lnTo>
                    <a:pt x="2036961" y="2284333"/>
                  </a:lnTo>
                  <a:lnTo>
                    <a:pt x="2037079" y="2284333"/>
                  </a:lnTo>
                  <a:lnTo>
                    <a:pt x="2037196" y="2284333"/>
                  </a:lnTo>
                  <a:lnTo>
                    <a:pt x="2037314" y="2284333"/>
                  </a:lnTo>
                  <a:lnTo>
                    <a:pt x="2037431" y="2284333"/>
                  </a:lnTo>
                  <a:lnTo>
                    <a:pt x="2037549" y="2284333"/>
                  </a:lnTo>
                  <a:lnTo>
                    <a:pt x="2037667" y="2284333"/>
                  </a:lnTo>
                  <a:lnTo>
                    <a:pt x="2037784" y="2284333"/>
                  </a:lnTo>
                  <a:lnTo>
                    <a:pt x="2037902" y="2284333"/>
                  </a:lnTo>
                  <a:lnTo>
                    <a:pt x="2038019" y="2284333"/>
                  </a:lnTo>
                  <a:lnTo>
                    <a:pt x="2038019" y="2283902"/>
                  </a:lnTo>
                  <a:lnTo>
                    <a:pt x="2038137" y="2283902"/>
                  </a:lnTo>
                  <a:lnTo>
                    <a:pt x="2038137" y="2283471"/>
                  </a:lnTo>
                  <a:lnTo>
                    <a:pt x="2038255" y="2283471"/>
                  </a:lnTo>
                  <a:lnTo>
                    <a:pt x="2038372" y="2283471"/>
                  </a:lnTo>
                  <a:lnTo>
                    <a:pt x="2038490" y="2283471"/>
                  </a:lnTo>
                  <a:lnTo>
                    <a:pt x="2038608" y="2283471"/>
                  </a:lnTo>
                  <a:lnTo>
                    <a:pt x="2038725" y="2283471"/>
                  </a:lnTo>
                  <a:lnTo>
                    <a:pt x="2038843" y="2283471"/>
                  </a:lnTo>
                  <a:lnTo>
                    <a:pt x="2038960" y="2283471"/>
                  </a:lnTo>
                  <a:lnTo>
                    <a:pt x="2039078" y="2283471"/>
                  </a:lnTo>
                  <a:lnTo>
                    <a:pt x="2039196" y="2283471"/>
                  </a:lnTo>
                  <a:lnTo>
                    <a:pt x="2039313" y="2283471"/>
                  </a:lnTo>
                  <a:lnTo>
                    <a:pt x="2039431" y="2283471"/>
                  </a:lnTo>
                  <a:lnTo>
                    <a:pt x="2039548" y="2283471"/>
                  </a:lnTo>
                  <a:lnTo>
                    <a:pt x="2039666" y="2283471"/>
                  </a:lnTo>
                  <a:lnTo>
                    <a:pt x="2039784" y="2283471"/>
                  </a:lnTo>
                  <a:lnTo>
                    <a:pt x="2039901" y="2283471"/>
                  </a:lnTo>
                  <a:lnTo>
                    <a:pt x="2040019" y="2283471"/>
                  </a:lnTo>
                  <a:lnTo>
                    <a:pt x="2040137" y="2283471"/>
                  </a:lnTo>
                  <a:lnTo>
                    <a:pt x="2040254" y="2283471"/>
                  </a:lnTo>
                  <a:lnTo>
                    <a:pt x="2040372" y="2283471"/>
                  </a:lnTo>
                  <a:lnTo>
                    <a:pt x="2040489" y="2283471"/>
                  </a:lnTo>
                  <a:lnTo>
                    <a:pt x="2040489" y="2283041"/>
                  </a:lnTo>
                  <a:lnTo>
                    <a:pt x="2040489" y="2282610"/>
                  </a:lnTo>
                  <a:lnTo>
                    <a:pt x="2040607" y="2282610"/>
                  </a:lnTo>
                  <a:lnTo>
                    <a:pt x="2040725" y="2282610"/>
                  </a:lnTo>
                  <a:lnTo>
                    <a:pt x="2040842" y="2282610"/>
                  </a:lnTo>
                  <a:lnTo>
                    <a:pt x="2040960" y="2282610"/>
                  </a:lnTo>
                  <a:lnTo>
                    <a:pt x="2041077" y="2282610"/>
                  </a:lnTo>
                  <a:lnTo>
                    <a:pt x="2041195" y="2282610"/>
                  </a:lnTo>
                  <a:lnTo>
                    <a:pt x="2041313" y="2282610"/>
                  </a:lnTo>
                  <a:lnTo>
                    <a:pt x="2041430" y="2282610"/>
                  </a:lnTo>
                  <a:lnTo>
                    <a:pt x="2041548" y="2282610"/>
                  </a:lnTo>
                  <a:lnTo>
                    <a:pt x="2041666" y="2282610"/>
                  </a:lnTo>
                  <a:lnTo>
                    <a:pt x="2041666" y="2282180"/>
                  </a:lnTo>
                  <a:lnTo>
                    <a:pt x="2041666" y="2281749"/>
                  </a:lnTo>
                  <a:lnTo>
                    <a:pt x="2041783" y="2281749"/>
                  </a:lnTo>
                  <a:lnTo>
                    <a:pt x="2041901" y="2281749"/>
                  </a:lnTo>
                  <a:lnTo>
                    <a:pt x="2042018" y="2281749"/>
                  </a:lnTo>
                  <a:lnTo>
                    <a:pt x="2042136" y="2281749"/>
                  </a:lnTo>
                  <a:lnTo>
                    <a:pt x="2042136" y="2281318"/>
                  </a:lnTo>
                  <a:lnTo>
                    <a:pt x="2042254" y="2281318"/>
                  </a:lnTo>
                  <a:lnTo>
                    <a:pt x="2042371" y="2281318"/>
                  </a:lnTo>
                  <a:lnTo>
                    <a:pt x="2042489" y="2281318"/>
                  </a:lnTo>
                  <a:lnTo>
                    <a:pt x="2042606" y="2281318"/>
                  </a:lnTo>
                  <a:lnTo>
                    <a:pt x="2042724" y="2281318"/>
                  </a:lnTo>
                  <a:lnTo>
                    <a:pt x="2042842" y="2281318"/>
                  </a:lnTo>
                  <a:lnTo>
                    <a:pt x="2042959" y="2281318"/>
                  </a:lnTo>
                  <a:lnTo>
                    <a:pt x="2043077" y="2281318"/>
                  </a:lnTo>
                  <a:lnTo>
                    <a:pt x="2043195" y="2281318"/>
                  </a:lnTo>
                  <a:lnTo>
                    <a:pt x="2043312" y="2281318"/>
                  </a:lnTo>
                  <a:lnTo>
                    <a:pt x="2043430" y="2281318"/>
                  </a:lnTo>
                  <a:lnTo>
                    <a:pt x="2043547" y="2281318"/>
                  </a:lnTo>
                  <a:lnTo>
                    <a:pt x="2043665" y="2281318"/>
                  </a:lnTo>
                  <a:lnTo>
                    <a:pt x="2043783" y="2281318"/>
                  </a:lnTo>
                  <a:lnTo>
                    <a:pt x="2043900" y="2281318"/>
                  </a:lnTo>
                  <a:lnTo>
                    <a:pt x="2044018" y="2281318"/>
                  </a:lnTo>
                  <a:lnTo>
                    <a:pt x="2044018" y="2280888"/>
                  </a:lnTo>
                  <a:lnTo>
                    <a:pt x="2044135" y="2280888"/>
                  </a:lnTo>
                  <a:lnTo>
                    <a:pt x="2044253" y="2280888"/>
                  </a:lnTo>
                  <a:lnTo>
                    <a:pt x="2044371" y="2280888"/>
                  </a:lnTo>
                  <a:lnTo>
                    <a:pt x="2044488" y="2280888"/>
                  </a:lnTo>
                  <a:lnTo>
                    <a:pt x="2044488" y="2280457"/>
                  </a:lnTo>
                  <a:lnTo>
                    <a:pt x="2044606" y="2280457"/>
                  </a:lnTo>
                  <a:lnTo>
                    <a:pt x="2044606" y="2280027"/>
                  </a:lnTo>
                  <a:lnTo>
                    <a:pt x="2044606" y="2279596"/>
                  </a:lnTo>
                  <a:lnTo>
                    <a:pt x="2044606" y="2279165"/>
                  </a:lnTo>
                  <a:lnTo>
                    <a:pt x="2044723" y="2279165"/>
                  </a:lnTo>
                  <a:lnTo>
                    <a:pt x="2044723" y="2278735"/>
                  </a:lnTo>
                  <a:lnTo>
                    <a:pt x="2044841" y="2278735"/>
                  </a:lnTo>
                  <a:lnTo>
                    <a:pt x="2044841" y="2278304"/>
                  </a:lnTo>
                  <a:lnTo>
                    <a:pt x="2044841" y="2277874"/>
                  </a:lnTo>
                  <a:lnTo>
                    <a:pt x="2044959" y="2277874"/>
                  </a:lnTo>
                  <a:lnTo>
                    <a:pt x="2045076" y="2277874"/>
                  </a:lnTo>
                  <a:lnTo>
                    <a:pt x="2045076" y="2277443"/>
                  </a:lnTo>
                  <a:lnTo>
                    <a:pt x="2045076" y="2277012"/>
                  </a:lnTo>
                  <a:lnTo>
                    <a:pt x="2045194" y="2277012"/>
                  </a:lnTo>
                  <a:lnTo>
                    <a:pt x="2045194" y="2276582"/>
                  </a:lnTo>
                  <a:lnTo>
                    <a:pt x="2045312" y="2276582"/>
                  </a:lnTo>
                  <a:lnTo>
                    <a:pt x="2045312" y="2276151"/>
                  </a:lnTo>
                  <a:lnTo>
                    <a:pt x="2045429" y="2276151"/>
                  </a:lnTo>
                  <a:lnTo>
                    <a:pt x="2045547" y="2276151"/>
                  </a:lnTo>
                  <a:lnTo>
                    <a:pt x="2045664" y="2276151"/>
                  </a:lnTo>
                  <a:lnTo>
                    <a:pt x="2045664" y="2275721"/>
                  </a:lnTo>
                  <a:lnTo>
                    <a:pt x="2045782" y="2275721"/>
                  </a:lnTo>
                  <a:lnTo>
                    <a:pt x="2045900" y="2275721"/>
                  </a:lnTo>
                  <a:lnTo>
                    <a:pt x="2046017" y="2275721"/>
                  </a:lnTo>
                  <a:lnTo>
                    <a:pt x="2046135" y="2275721"/>
                  </a:lnTo>
                  <a:lnTo>
                    <a:pt x="2046135" y="2275290"/>
                  </a:lnTo>
                  <a:lnTo>
                    <a:pt x="2046252" y="2275290"/>
                  </a:lnTo>
                  <a:lnTo>
                    <a:pt x="2046370" y="2275290"/>
                  </a:lnTo>
                  <a:lnTo>
                    <a:pt x="2046370" y="2274859"/>
                  </a:lnTo>
                  <a:lnTo>
                    <a:pt x="2046488" y="2274859"/>
                  </a:lnTo>
                  <a:lnTo>
                    <a:pt x="2046488" y="2274429"/>
                  </a:lnTo>
                  <a:lnTo>
                    <a:pt x="2046605" y="2274429"/>
                  </a:lnTo>
                  <a:lnTo>
                    <a:pt x="2046723" y="2274429"/>
                  </a:lnTo>
                  <a:lnTo>
                    <a:pt x="2046841" y="2274429"/>
                  </a:lnTo>
                  <a:lnTo>
                    <a:pt x="2046958" y="2274429"/>
                  </a:lnTo>
                  <a:lnTo>
                    <a:pt x="2047076" y="2274429"/>
                  </a:lnTo>
                  <a:lnTo>
                    <a:pt x="2047193" y="2274429"/>
                  </a:lnTo>
                  <a:lnTo>
                    <a:pt x="2047311" y="2274429"/>
                  </a:lnTo>
                  <a:lnTo>
                    <a:pt x="2047311" y="2273998"/>
                  </a:lnTo>
                  <a:lnTo>
                    <a:pt x="2047311" y="2273568"/>
                  </a:lnTo>
                  <a:lnTo>
                    <a:pt x="2047429" y="2273568"/>
                  </a:lnTo>
                  <a:lnTo>
                    <a:pt x="2047429" y="2273137"/>
                  </a:lnTo>
                  <a:lnTo>
                    <a:pt x="2047546" y="2273137"/>
                  </a:lnTo>
                  <a:lnTo>
                    <a:pt x="2047664" y="2273137"/>
                  </a:lnTo>
                  <a:lnTo>
                    <a:pt x="2047781" y="2273137"/>
                  </a:lnTo>
                  <a:lnTo>
                    <a:pt x="2047781" y="2272706"/>
                  </a:lnTo>
                  <a:lnTo>
                    <a:pt x="2047899" y="2272706"/>
                  </a:lnTo>
                  <a:lnTo>
                    <a:pt x="2048017" y="2272706"/>
                  </a:lnTo>
                  <a:lnTo>
                    <a:pt x="2048134" y="2272706"/>
                  </a:lnTo>
                  <a:lnTo>
                    <a:pt x="2048134" y="2272276"/>
                  </a:lnTo>
                  <a:lnTo>
                    <a:pt x="2048252" y="2272276"/>
                  </a:lnTo>
                  <a:lnTo>
                    <a:pt x="2048370" y="2272276"/>
                  </a:lnTo>
                  <a:lnTo>
                    <a:pt x="2048370" y="2271845"/>
                  </a:lnTo>
                  <a:lnTo>
                    <a:pt x="2048487" y="2271845"/>
                  </a:lnTo>
                  <a:lnTo>
                    <a:pt x="2048605" y="2271845"/>
                  </a:lnTo>
                  <a:lnTo>
                    <a:pt x="2048605" y="2271415"/>
                  </a:lnTo>
                  <a:lnTo>
                    <a:pt x="2048722" y="2271415"/>
                  </a:lnTo>
                  <a:lnTo>
                    <a:pt x="2048840" y="2271415"/>
                  </a:lnTo>
                  <a:lnTo>
                    <a:pt x="2048840" y="2270984"/>
                  </a:lnTo>
                  <a:lnTo>
                    <a:pt x="2048958" y="2270984"/>
                  </a:lnTo>
                  <a:lnTo>
                    <a:pt x="2049075" y="2270984"/>
                  </a:lnTo>
                  <a:lnTo>
                    <a:pt x="2049075" y="2270553"/>
                  </a:lnTo>
                  <a:lnTo>
                    <a:pt x="2049193" y="2270553"/>
                  </a:lnTo>
                  <a:lnTo>
                    <a:pt x="2049193" y="2270123"/>
                  </a:lnTo>
                  <a:lnTo>
                    <a:pt x="2049310" y="2270123"/>
                  </a:lnTo>
                  <a:lnTo>
                    <a:pt x="2049310" y="2269692"/>
                  </a:lnTo>
                  <a:lnTo>
                    <a:pt x="2049428" y="2269692"/>
                  </a:lnTo>
                  <a:lnTo>
                    <a:pt x="2049546" y="2269692"/>
                  </a:lnTo>
                  <a:lnTo>
                    <a:pt x="2049546" y="2269262"/>
                  </a:lnTo>
                  <a:lnTo>
                    <a:pt x="2049663" y="2269262"/>
                  </a:lnTo>
                  <a:lnTo>
                    <a:pt x="2049781" y="2269262"/>
                  </a:lnTo>
                  <a:lnTo>
                    <a:pt x="2049899" y="2269262"/>
                  </a:lnTo>
                  <a:lnTo>
                    <a:pt x="2050016" y="2269262"/>
                  </a:lnTo>
                  <a:lnTo>
                    <a:pt x="2050016" y="2268831"/>
                  </a:lnTo>
                  <a:lnTo>
                    <a:pt x="2050016" y="2268400"/>
                  </a:lnTo>
                  <a:lnTo>
                    <a:pt x="2050134" y="2268400"/>
                  </a:lnTo>
                  <a:lnTo>
                    <a:pt x="2050251" y="2268400"/>
                  </a:lnTo>
                  <a:lnTo>
                    <a:pt x="2050251" y="2267970"/>
                  </a:lnTo>
                  <a:lnTo>
                    <a:pt x="2050369" y="2267970"/>
                  </a:lnTo>
                  <a:lnTo>
                    <a:pt x="2050487" y="2267970"/>
                  </a:lnTo>
                  <a:lnTo>
                    <a:pt x="2050487" y="2267539"/>
                  </a:lnTo>
                  <a:lnTo>
                    <a:pt x="2050604" y="2267539"/>
                  </a:lnTo>
                  <a:lnTo>
                    <a:pt x="2050722" y="2267539"/>
                  </a:lnTo>
                  <a:lnTo>
                    <a:pt x="2050839" y="2267539"/>
                  </a:lnTo>
                  <a:lnTo>
                    <a:pt x="2050957" y="2267539"/>
                  </a:lnTo>
                  <a:lnTo>
                    <a:pt x="2051075" y="2267539"/>
                  </a:lnTo>
                  <a:lnTo>
                    <a:pt x="2051192" y="2267539"/>
                  </a:lnTo>
                  <a:lnTo>
                    <a:pt x="2051310" y="2267539"/>
                  </a:lnTo>
                  <a:lnTo>
                    <a:pt x="2051310" y="2267109"/>
                  </a:lnTo>
                  <a:lnTo>
                    <a:pt x="2051310" y="2266678"/>
                  </a:lnTo>
                  <a:lnTo>
                    <a:pt x="2051310" y="2266247"/>
                  </a:lnTo>
                  <a:lnTo>
                    <a:pt x="2051310" y="2265817"/>
                  </a:lnTo>
                  <a:lnTo>
                    <a:pt x="2051428" y="2265817"/>
                  </a:lnTo>
                  <a:lnTo>
                    <a:pt x="2051545" y="2265817"/>
                  </a:lnTo>
                  <a:lnTo>
                    <a:pt x="2051545" y="2265386"/>
                  </a:lnTo>
                  <a:lnTo>
                    <a:pt x="2051663" y="2265386"/>
                  </a:lnTo>
                  <a:lnTo>
                    <a:pt x="2051780" y="2265386"/>
                  </a:lnTo>
                  <a:lnTo>
                    <a:pt x="2051898" y="2265386"/>
                  </a:lnTo>
                  <a:lnTo>
                    <a:pt x="2052016" y="2265386"/>
                  </a:lnTo>
                  <a:lnTo>
                    <a:pt x="2052016" y="2264956"/>
                  </a:lnTo>
                  <a:lnTo>
                    <a:pt x="2052016" y="2264525"/>
                  </a:lnTo>
                  <a:lnTo>
                    <a:pt x="2052016" y="2264094"/>
                  </a:lnTo>
                  <a:lnTo>
                    <a:pt x="2052133" y="2264094"/>
                  </a:lnTo>
                  <a:lnTo>
                    <a:pt x="2052251" y="2264094"/>
                  </a:lnTo>
                  <a:lnTo>
                    <a:pt x="2052368" y="2264094"/>
                  </a:lnTo>
                  <a:lnTo>
                    <a:pt x="2052368" y="2263664"/>
                  </a:lnTo>
                  <a:lnTo>
                    <a:pt x="2052486" y="2263664"/>
                  </a:lnTo>
                  <a:lnTo>
                    <a:pt x="2052604" y="2263664"/>
                  </a:lnTo>
                  <a:lnTo>
                    <a:pt x="2052721" y="2263664"/>
                  </a:lnTo>
                  <a:lnTo>
                    <a:pt x="2052839" y="2263664"/>
                  </a:lnTo>
                  <a:lnTo>
                    <a:pt x="2052956" y="2263664"/>
                  </a:lnTo>
                  <a:lnTo>
                    <a:pt x="2052956" y="2263233"/>
                  </a:lnTo>
                  <a:lnTo>
                    <a:pt x="2053074" y="2263233"/>
                  </a:lnTo>
                  <a:lnTo>
                    <a:pt x="2053192" y="2263233"/>
                  </a:lnTo>
                  <a:lnTo>
                    <a:pt x="2053309" y="2263233"/>
                  </a:lnTo>
                  <a:lnTo>
                    <a:pt x="2053309" y="2262803"/>
                  </a:lnTo>
                  <a:lnTo>
                    <a:pt x="2053427" y="2262803"/>
                  </a:lnTo>
                  <a:lnTo>
                    <a:pt x="2053545" y="2262803"/>
                  </a:lnTo>
                  <a:lnTo>
                    <a:pt x="2053662" y="2262803"/>
                  </a:lnTo>
                  <a:lnTo>
                    <a:pt x="2053780" y="2262803"/>
                  </a:lnTo>
                  <a:lnTo>
                    <a:pt x="2053897" y="2262803"/>
                  </a:lnTo>
                  <a:lnTo>
                    <a:pt x="2053897" y="2262372"/>
                  </a:lnTo>
                  <a:lnTo>
                    <a:pt x="2054015" y="2262372"/>
                  </a:lnTo>
                  <a:lnTo>
                    <a:pt x="2054133" y="2262372"/>
                  </a:lnTo>
                  <a:lnTo>
                    <a:pt x="2054133" y="2261941"/>
                  </a:lnTo>
                  <a:lnTo>
                    <a:pt x="2054250" y="2261941"/>
                  </a:lnTo>
                  <a:lnTo>
                    <a:pt x="2054368" y="2261941"/>
                  </a:lnTo>
                  <a:lnTo>
                    <a:pt x="2054485" y="2261941"/>
                  </a:lnTo>
                  <a:lnTo>
                    <a:pt x="2054603" y="2261941"/>
                  </a:lnTo>
                  <a:lnTo>
                    <a:pt x="2054603" y="2261511"/>
                  </a:lnTo>
                  <a:lnTo>
                    <a:pt x="2054603" y="2261080"/>
                  </a:lnTo>
                  <a:lnTo>
                    <a:pt x="2054603" y="2260650"/>
                  </a:lnTo>
                  <a:lnTo>
                    <a:pt x="2054603" y="2260219"/>
                  </a:lnTo>
                  <a:lnTo>
                    <a:pt x="2054721" y="2260219"/>
                  </a:lnTo>
                  <a:lnTo>
                    <a:pt x="2054721" y="2259788"/>
                  </a:lnTo>
                  <a:lnTo>
                    <a:pt x="2054721" y="2259358"/>
                  </a:lnTo>
                  <a:lnTo>
                    <a:pt x="2054838" y="2259358"/>
                  </a:lnTo>
                  <a:lnTo>
                    <a:pt x="2054956" y="2259358"/>
                  </a:lnTo>
                  <a:lnTo>
                    <a:pt x="2055074" y="2259358"/>
                  </a:lnTo>
                  <a:lnTo>
                    <a:pt x="2055191" y="2259358"/>
                  </a:lnTo>
                  <a:lnTo>
                    <a:pt x="2055309" y="2259358"/>
                  </a:lnTo>
                  <a:lnTo>
                    <a:pt x="2055426" y="2259358"/>
                  </a:lnTo>
                  <a:lnTo>
                    <a:pt x="2055426" y="2258927"/>
                  </a:lnTo>
                  <a:lnTo>
                    <a:pt x="2055544" y="2258927"/>
                  </a:lnTo>
                  <a:lnTo>
                    <a:pt x="2055662" y="2258927"/>
                  </a:lnTo>
                  <a:lnTo>
                    <a:pt x="2055662" y="2258497"/>
                  </a:lnTo>
                  <a:lnTo>
                    <a:pt x="2055779" y="2258497"/>
                  </a:lnTo>
                  <a:lnTo>
                    <a:pt x="2055779" y="2258066"/>
                  </a:lnTo>
                  <a:lnTo>
                    <a:pt x="2055779" y="2257635"/>
                  </a:lnTo>
                  <a:lnTo>
                    <a:pt x="2055779" y="2257205"/>
                  </a:lnTo>
                  <a:lnTo>
                    <a:pt x="2055897" y="2257205"/>
                  </a:lnTo>
                  <a:lnTo>
                    <a:pt x="2056014" y="2257205"/>
                  </a:lnTo>
                  <a:lnTo>
                    <a:pt x="2056132" y="2257205"/>
                  </a:lnTo>
                  <a:lnTo>
                    <a:pt x="2056250" y="2257205"/>
                  </a:lnTo>
                  <a:lnTo>
                    <a:pt x="2056367" y="2257205"/>
                  </a:lnTo>
                  <a:lnTo>
                    <a:pt x="2056485" y="2257205"/>
                  </a:lnTo>
                  <a:lnTo>
                    <a:pt x="2056603" y="2257205"/>
                  </a:lnTo>
                  <a:lnTo>
                    <a:pt x="2056603" y="2256774"/>
                  </a:lnTo>
                  <a:lnTo>
                    <a:pt x="2056603" y="2256344"/>
                  </a:lnTo>
                  <a:lnTo>
                    <a:pt x="2056720" y="2256344"/>
                  </a:lnTo>
                  <a:lnTo>
                    <a:pt x="2056838" y="2256344"/>
                  </a:lnTo>
                  <a:lnTo>
                    <a:pt x="2056838" y="2255913"/>
                  </a:lnTo>
                  <a:lnTo>
                    <a:pt x="2056955" y="2255913"/>
                  </a:lnTo>
                  <a:lnTo>
                    <a:pt x="2056955" y="2255482"/>
                  </a:lnTo>
                  <a:lnTo>
                    <a:pt x="2057073" y="2255482"/>
                  </a:lnTo>
                  <a:lnTo>
                    <a:pt x="2057073" y="2255052"/>
                  </a:lnTo>
                  <a:lnTo>
                    <a:pt x="2057191" y="2255052"/>
                  </a:lnTo>
                  <a:lnTo>
                    <a:pt x="2057308" y="2255052"/>
                  </a:lnTo>
                  <a:lnTo>
                    <a:pt x="2057308" y="2254621"/>
                  </a:lnTo>
                  <a:lnTo>
                    <a:pt x="2057426" y="2254621"/>
                  </a:lnTo>
                  <a:lnTo>
                    <a:pt x="2057426" y="2254191"/>
                  </a:lnTo>
                  <a:lnTo>
                    <a:pt x="2057543" y="2254191"/>
                  </a:lnTo>
                  <a:lnTo>
                    <a:pt x="2057661" y="2254191"/>
                  </a:lnTo>
                  <a:lnTo>
                    <a:pt x="2057779" y="2254191"/>
                  </a:lnTo>
                  <a:lnTo>
                    <a:pt x="2057896" y="2254191"/>
                  </a:lnTo>
                  <a:lnTo>
                    <a:pt x="2058014" y="2254191"/>
                  </a:lnTo>
                  <a:lnTo>
                    <a:pt x="2058132" y="2254191"/>
                  </a:lnTo>
                  <a:lnTo>
                    <a:pt x="2058132" y="2253760"/>
                  </a:lnTo>
                  <a:lnTo>
                    <a:pt x="2058132" y="2253329"/>
                  </a:lnTo>
                  <a:lnTo>
                    <a:pt x="2058132" y="2252899"/>
                  </a:lnTo>
                  <a:lnTo>
                    <a:pt x="2058249" y="2252899"/>
                  </a:lnTo>
                  <a:lnTo>
                    <a:pt x="2058249" y="2252468"/>
                  </a:lnTo>
                  <a:lnTo>
                    <a:pt x="2058367" y="2252468"/>
                  </a:lnTo>
                  <a:lnTo>
                    <a:pt x="2058484" y="2252468"/>
                  </a:lnTo>
                  <a:lnTo>
                    <a:pt x="2058602" y="2252468"/>
                  </a:lnTo>
                  <a:lnTo>
                    <a:pt x="2058602" y="2252038"/>
                  </a:lnTo>
                  <a:lnTo>
                    <a:pt x="2058602" y="2251607"/>
                  </a:lnTo>
                  <a:lnTo>
                    <a:pt x="2058720" y="2251607"/>
                  </a:lnTo>
                  <a:lnTo>
                    <a:pt x="2058837" y="2251607"/>
                  </a:lnTo>
                  <a:lnTo>
                    <a:pt x="2058837" y="2251176"/>
                  </a:lnTo>
                  <a:lnTo>
                    <a:pt x="2058837" y="2250746"/>
                  </a:lnTo>
                  <a:lnTo>
                    <a:pt x="2058955" y="2250746"/>
                  </a:lnTo>
                  <a:lnTo>
                    <a:pt x="2059072" y="2250746"/>
                  </a:lnTo>
                  <a:lnTo>
                    <a:pt x="2059190" y="2250746"/>
                  </a:lnTo>
                  <a:lnTo>
                    <a:pt x="2059308" y="2250746"/>
                  </a:lnTo>
                  <a:lnTo>
                    <a:pt x="2059308" y="2250315"/>
                  </a:lnTo>
                  <a:lnTo>
                    <a:pt x="2059308" y="2249885"/>
                  </a:lnTo>
                  <a:lnTo>
                    <a:pt x="2059425" y="2249885"/>
                  </a:lnTo>
                  <a:lnTo>
                    <a:pt x="2059543" y="2249885"/>
                  </a:lnTo>
                  <a:lnTo>
                    <a:pt x="2059661" y="2249885"/>
                  </a:lnTo>
                  <a:lnTo>
                    <a:pt x="2059778" y="2249885"/>
                  </a:lnTo>
                  <a:lnTo>
                    <a:pt x="2059896" y="2249885"/>
                  </a:lnTo>
                  <a:lnTo>
                    <a:pt x="2059896" y="2249454"/>
                  </a:lnTo>
                  <a:lnTo>
                    <a:pt x="2060013" y="2249454"/>
                  </a:lnTo>
                  <a:lnTo>
                    <a:pt x="2060131" y="2249454"/>
                  </a:lnTo>
                  <a:lnTo>
                    <a:pt x="2060249" y="2249454"/>
                  </a:lnTo>
                  <a:lnTo>
                    <a:pt x="2060249" y="2249023"/>
                  </a:lnTo>
                  <a:lnTo>
                    <a:pt x="2060366" y="2249023"/>
                  </a:lnTo>
                  <a:lnTo>
                    <a:pt x="2060484" y="2249023"/>
                  </a:lnTo>
                  <a:lnTo>
                    <a:pt x="2060601" y="2249023"/>
                  </a:lnTo>
                  <a:lnTo>
                    <a:pt x="2060719" y="2249023"/>
                  </a:lnTo>
                  <a:lnTo>
                    <a:pt x="2060837" y="2249023"/>
                  </a:lnTo>
                  <a:lnTo>
                    <a:pt x="2060837" y="2248593"/>
                  </a:lnTo>
                  <a:lnTo>
                    <a:pt x="2060954" y="2248593"/>
                  </a:lnTo>
                  <a:lnTo>
                    <a:pt x="2060954" y="2248162"/>
                  </a:lnTo>
                  <a:lnTo>
                    <a:pt x="2061072" y="2248162"/>
                  </a:lnTo>
                  <a:lnTo>
                    <a:pt x="2061189" y="2248162"/>
                  </a:lnTo>
                  <a:lnTo>
                    <a:pt x="2061307" y="2248162"/>
                  </a:lnTo>
                  <a:lnTo>
                    <a:pt x="2061425" y="2248162"/>
                  </a:lnTo>
                  <a:lnTo>
                    <a:pt x="2061542" y="2248162"/>
                  </a:lnTo>
                  <a:lnTo>
                    <a:pt x="2061542" y="2247732"/>
                  </a:lnTo>
                  <a:lnTo>
                    <a:pt x="2061660" y="2247732"/>
                  </a:lnTo>
                  <a:lnTo>
                    <a:pt x="2061660" y="2247301"/>
                  </a:lnTo>
                  <a:lnTo>
                    <a:pt x="2061778" y="2247301"/>
                  </a:lnTo>
                  <a:lnTo>
                    <a:pt x="2061778" y="2246870"/>
                  </a:lnTo>
                  <a:lnTo>
                    <a:pt x="2061895" y="2246870"/>
                  </a:lnTo>
                  <a:lnTo>
                    <a:pt x="2062013" y="2246870"/>
                  </a:lnTo>
                  <a:lnTo>
                    <a:pt x="2062130" y="2246870"/>
                  </a:lnTo>
                  <a:lnTo>
                    <a:pt x="2062248" y="2246870"/>
                  </a:lnTo>
                  <a:lnTo>
                    <a:pt x="2062366" y="2246870"/>
                  </a:lnTo>
                  <a:lnTo>
                    <a:pt x="2062366" y="2246440"/>
                  </a:lnTo>
                  <a:lnTo>
                    <a:pt x="2062366" y="2246009"/>
                  </a:lnTo>
                  <a:lnTo>
                    <a:pt x="2062483" y="2246009"/>
                  </a:lnTo>
                  <a:lnTo>
                    <a:pt x="2062601" y="2246009"/>
                  </a:lnTo>
                  <a:lnTo>
                    <a:pt x="2062718" y="2246009"/>
                  </a:lnTo>
                  <a:lnTo>
                    <a:pt x="2062836" y="2246009"/>
                  </a:lnTo>
                  <a:lnTo>
                    <a:pt x="2062954" y="2246009"/>
                  </a:lnTo>
                  <a:lnTo>
                    <a:pt x="2063071" y="2246009"/>
                  </a:lnTo>
                  <a:lnTo>
                    <a:pt x="2063189" y="2246009"/>
                  </a:lnTo>
                  <a:lnTo>
                    <a:pt x="2063189" y="2245579"/>
                  </a:lnTo>
                  <a:lnTo>
                    <a:pt x="2063189" y="2245148"/>
                  </a:lnTo>
                  <a:lnTo>
                    <a:pt x="2063307" y="2245148"/>
                  </a:lnTo>
                  <a:lnTo>
                    <a:pt x="2063424" y="2245148"/>
                  </a:lnTo>
                  <a:lnTo>
                    <a:pt x="2063542" y="2245148"/>
                  </a:lnTo>
                  <a:lnTo>
                    <a:pt x="2063659" y="2245148"/>
                  </a:lnTo>
                  <a:lnTo>
                    <a:pt x="2063659" y="2244717"/>
                  </a:lnTo>
                  <a:lnTo>
                    <a:pt x="2063777" y="2244717"/>
                  </a:lnTo>
                  <a:lnTo>
                    <a:pt x="2063895" y="2244717"/>
                  </a:lnTo>
                  <a:lnTo>
                    <a:pt x="2064012" y="2244717"/>
                  </a:lnTo>
                  <a:lnTo>
                    <a:pt x="2064130" y="2244717"/>
                  </a:lnTo>
                  <a:lnTo>
                    <a:pt x="2064130" y="2244287"/>
                  </a:lnTo>
                  <a:lnTo>
                    <a:pt x="2064130" y="2243856"/>
                  </a:lnTo>
                  <a:lnTo>
                    <a:pt x="2064247" y="2243856"/>
                  </a:lnTo>
                  <a:lnTo>
                    <a:pt x="2064365" y="2243856"/>
                  </a:lnTo>
                  <a:lnTo>
                    <a:pt x="2064483" y="2243856"/>
                  </a:lnTo>
                  <a:lnTo>
                    <a:pt x="2064600" y="2243856"/>
                  </a:lnTo>
                  <a:lnTo>
                    <a:pt x="2064718" y="2243856"/>
                  </a:lnTo>
                  <a:lnTo>
                    <a:pt x="2064836" y="2243856"/>
                  </a:lnTo>
                  <a:lnTo>
                    <a:pt x="2064953" y="2243856"/>
                  </a:lnTo>
                  <a:lnTo>
                    <a:pt x="2065071" y="2243856"/>
                  </a:lnTo>
                  <a:lnTo>
                    <a:pt x="2065188" y="2243856"/>
                  </a:lnTo>
                  <a:lnTo>
                    <a:pt x="2065306" y="2243856"/>
                  </a:lnTo>
                  <a:lnTo>
                    <a:pt x="2065306" y="2243426"/>
                  </a:lnTo>
                  <a:lnTo>
                    <a:pt x="2065424" y="2243426"/>
                  </a:lnTo>
                  <a:lnTo>
                    <a:pt x="2065541" y="2243426"/>
                  </a:lnTo>
                  <a:lnTo>
                    <a:pt x="2065659" y="2243426"/>
                  </a:lnTo>
                  <a:lnTo>
                    <a:pt x="2065776" y="2243426"/>
                  </a:lnTo>
                  <a:lnTo>
                    <a:pt x="2065776" y="2242995"/>
                  </a:lnTo>
                  <a:lnTo>
                    <a:pt x="2065894" y="2242995"/>
                  </a:lnTo>
                  <a:lnTo>
                    <a:pt x="2066012" y="2242995"/>
                  </a:lnTo>
                  <a:lnTo>
                    <a:pt x="2066129" y="2242995"/>
                  </a:lnTo>
                  <a:lnTo>
                    <a:pt x="2066247" y="2242995"/>
                  </a:lnTo>
                  <a:lnTo>
                    <a:pt x="2066365" y="2242995"/>
                  </a:lnTo>
                  <a:lnTo>
                    <a:pt x="2066365" y="2242564"/>
                  </a:lnTo>
                  <a:lnTo>
                    <a:pt x="2066365" y="2242134"/>
                  </a:lnTo>
                  <a:lnTo>
                    <a:pt x="2066482" y="2242134"/>
                  </a:lnTo>
                  <a:lnTo>
                    <a:pt x="2066600" y="2242134"/>
                  </a:lnTo>
                  <a:lnTo>
                    <a:pt x="2066717" y="2242134"/>
                  </a:lnTo>
                  <a:lnTo>
                    <a:pt x="2066835" y="2242134"/>
                  </a:lnTo>
                  <a:lnTo>
                    <a:pt x="2066953" y="2242134"/>
                  </a:lnTo>
                  <a:lnTo>
                    <a:pt x="2066953" y="2241703"/>
                  </a:lnTo>
                  <a:lnTo>
                    <a:pt x="2067070" y="2241703"/>
                  </a:lnTo>
                  <a:lnTo>
                    <a:pt x="2067188" y="2241703"/>
                  </a:lnTo>
                  <a:lnTo>
                    <a:pt x="2067305" y="2241703"/>
                  </a:lnTo>
                  <a:lnTo>
                    <a:pt x="2067423" y="2241703"/>
                  </a:lnTo>
                  <a:lnTo>
                    <a:pt x="2067541" y="2241703"/>
                  </a:lnTo>
                  <a:lnTo>
                    <a:pt x="2067658" y="2241703"/>
                  </a:lnTo>
                  <a:lnTo>
                    <a:pt x="2067658" y="2241273"/>
                  </a:lnTo>
                  <a:lnTo>
                    <a:pt x="2067658" y="2240842"/>
                  </a:lnTo>
                  <a:lnTo>
                    <a:pt x="2067658" y="2240411"/>
                  </a:lnTo>
                  <a:lnTo>
                    <a:pt x="2067776" y="2240411"/>
                  </a:lnTo>
                  <a:lnTo>
                    <a:pt x="2067894" y="2240411"/>
                  </a:lnTo>
                  <a:lnTo>
                    <a:pt x="2068011" y="2240411"/>
                  </a:lnTo>
                  <a:lnTo>
                    <a:pt x="2068011" y="2239981"/>
                  </a:lnTo>
                  <a:lnTo>
                    <a:pt x="2068129" y="2239981"/>
                  </a:lnTo>
                  <a:lnTo>
                    <a:pt x="2068246" y="2239981"/>
                  </a:lnTo>
                  <a:lnTo>
                    <a:pt x="2068364" y="2239981"/>
                  </a:lnTo>
                  <a:lnTo>
                    <a:pt x="2068482" y="2239981"/>
                  </a:lnTo>
                  <a:lnTo>
                    <a:pt x="2068599" y="2239981"/>
                  </a:lnTo>
                  <a:lnTo>
                    <a:pt x="2068717" y="2239981"/>
                  </a:lnTo>
                  <a:lnTo>
                    <a:pt x="2068834" y="2239981"/>
                  </a:lnTo>
                  <a:lnTo>
                    <a:pt x="2068952" y="2239981"/>
                  </a:lnTo>
                  <a:lnTo>
                    <a:pt x="2069070" y="2239981"/>
                  </a:lnTo>
                  <a:lnTo>
                    <a:pt x="2069187" y="2239981"/>
                  </a:lnTo>
                  <a:lnTo>
                    <a:pt x="2069305" y="2239981"/>
                  </a:lnTo>
                  <a:lnTo>
                    <a:pt x="2069422" y="2239981"/>
                  </a:lnTo>
                  <a:lnTo>
                    <a:pt x="2069540" y="2239981"/>
                  </a:lnTo>
                  <a:lnTo>
                    <a:pt x="2069658" y="2239981"/>
                  </a:lnTo>
                  <a:lnTo>
                    <a:pt x="2069775" y="2239981"/>
                  </a:lnTo>
                  <a:lnTo>
                    <a:pt x="2069775" y="2239550"/>
                  </a:lnTo>
                  <a:lnTo>
                    <a:pt x="2069893" y="2239550"/>
                  </a:lnTo>
                  <a:lnTo>
                    <a:pt x="2070011" y="2239550"/>
                  </a:lnTo>
                  <a:lnTo>
                    <a:pt x="2070128" y="2239550"/>
                  </a:lnTo>
                  <a:lnTo>
                    <a:pt x="2070246" y="2239550"/>
                  </a:lnTo>
                  <a:lnTo>
                    <a:pt x="2070363" y="2239550"/>
                  </a:lnTo>
                  <a:lnTo>
                    <a:pt x="2070481" y="2239550"/>
                  </a:lnTo>
                  <a:lnTo>
                    <a:pt x="2070481" y="2239120"/>
                  </a:lnTo>
                  <a:lnTo>
                    <a:pt x="2070599" y="2239120"/>
                  </a:lnTo>
                  <a:lnTo>
                    <a:pt x="2070716" y="2239120"/>
                  </a:lnTo>
                  <a:lnTo>
                    <a:pt x="2070716" y="2238689"/>
                  </a:lnTo>
                  <a:lnTo>
                    <a:pt x="2070716" y="2238258"/>
                  </a:lnTo>
                  <a:lnTo>
                    <a:pt x="2070834" y="2238258"/>
                  </a:lnTo>
                  <a:lnTo>
                    <a:pt x="2070951" y="2238258"/>
                  </a:lnTo>
                  <a:lnTo>
                    <a:pt x="2071069" y="2238258"/>
                  </a:lnTo>
                  <a:lnTo>
                    <a:pt x="2071069" y="2237828"/>
                  </a:lnTo>
                  <a:lnTo>
                    <a:pt x="2071187" y="2237828"/>
                  </a:lnTo>
                  <a:lnTo>
                    <a:pt x="2071304" y="2237828"/>
                  </a:lnTo>
                  <a:lnTo>
                    <a:pt x="2071422" y="2237828"/>
                  </a:lnTo>
                  <a:lnTo>
                    <a:pt x="2071422" y="2237397"/>
                  </a:lnTo>
                  <a:lnTo>
                    <a:pt x="2071540" y="2237397"/>
                  </a:lnTo>
                  <a:lnTo>
                    <a:pt x="2071657" y="2237397"/>
                  </a:lnTo>
                  <a:lnTo>
                    <a:pt x="2071657" y="2236967"/>
                  </a:lnTo>
                  <a:lnTo>
                    <a:pt x="2071775" y="2236967"/>
                  </a:lnTo>
                  <a:lnTo>
                    <a:pt x="2071892" y="2236967"/>
                  </a:lnTo>
                  <a:lnTo>
                    <a:pt x="2072010" y="2236967"/>
                  </a:lnTo>
                  <a:lnTo>
                    <a:pt x="2072128" y="2236967"/>
                  </a:lnTo>
                  <a:lnTo>
                    <a:pt x="2072245" y="2236967"/>
                  </a:lnTo>
                  <a:lnTo>
                    <a:pt x="2072363" y="2236967"/>
                  </a:lnTo>
                  <a:lnTo>
                    <a:pt x="2072480" y="2236967"/>
                  </a:lnTo>
                  <a:lnTo>
                    <a:pt x="2072598" y="2236967"/>
                  </a:lnTo>
                  <a:lnTo>
                    <a:pt x="2072716" y="2236967"/>
                  </a:lnTo>
                  <a:lnTo>
                    <a:pt x="2072833" y="2236967"/>
                  </a:lnTo>
                  <a:lnTo>
                    <a:pt x="2072833" y="2236536"/>
                  </a:lnTo>
                  <a:lnTo>
                    <a:pt x="2072951" y="2236536"/>
                  </a:lnTo>
                  <a:lnTo>
                    <a:pt x="2072951" y="2236105"/>
                  </a:lnTo>
                  <a:lnTo>
                    <a:pt x="2073069" y="2236105"/>
                  </a:lnTo>
                  <a:lnTo>
                    <a:pt x="2073069" y="2235675"/>
                  </a:lnTo>
                  <a:lnTo>
                    <a:pt x="2073186" y="2235675"/>
                  </a:lnTo>
                  <a:lnTo>
                    <a:pt x="2073304" y="2235675"/>
                  </a:lnTo>
                  <a:lnTo>
                    <a:pt x="2073421" y="2235675"/>
                  </a:lnTo>
                  <a:lnTo>
                    <a:pt x="2073539" y="2235675"/>
                  </a:lnTo>
                  <a:lnTo>
                    <a:pt x="2073657" y="2235675"/>
                  </a:lnTo>
                  <a:lnTo>
                    <a:pt x="2073774" y="2235675"/>
                  </a:lnTo>
                  <a:lnTo>
                    <a:pt x="2073892" y="2235675"/>
                  </a:lnTo>
                  <a:lnTo>
                    <a:pt x="2074009" y="2235675"/>
                  </a:lnTo>
                  <a:lnTo>
                    <a:pt x="2074127" y="2235675"/>
                  </a:lnTo>
                  <a:lnTo>
                    <a:pt x="2074245" y="2235675"/>
                  </a:lnTo>
                  <a:lnTo>
                    <a:pt x="2074362" y="2235675"/>
                  </a:lnTo>
                  <a:lnTo>
                    <a:pt x="2074480" y="2235675"/>
                  </a:lnTo>
                  <a:lnTo>
                    <a:pt x="2074598" y="2235675"/>
                  </a:lnTo>
                  <a:lnTo>
                    <a:pt x="2074715" y="2235675"/>
                  </a:lnTo>
                  <a:lnTo>
                    <a:pt x="2074833" y="2235675"/>
                  </a:lnTo>
                  <a:lnTo>
                    <a:pt x="2074950" y="2235675"/>
                  </a:lnTo>
                  <a:lnTo>
                    <a:pt x="2074950" y="2235244"/>
                  </a:lnTo>
                  <a:lnTo>
                    <a:pt x="2074950" y="2234814"/>
                  </a:lnTo>
                  <a:lnTo>
                    <a:pt x="2075068" y="2234814"/>
                  </a:lnTo>
                  <a:lnTo>
                    <a:pt x="2075186" y="2234814"/>
                  </a:lnTo>
                  <a:lnTo>
                    <a:pt x="2075303" y="2234814"/>
                  </a:lnTo>
                  <a:lnTo>
                    <a:pt x="2075421" y="2234814"/>
                  </a:lnTo>
                  <a:lnTo>
                    <a:pt x="2075538" y="2234814"/>
                  </a:lnTo>
                  <a:lnTo>
                    <a:pt x="2075656" y="2234814"/>
                  </a:lnTo>
                  <a:lnTo>
                    <a:pt x="2075774" y="2234814"/>
                  </a:lnTo>
                  <a:lnTo>
                    <a:pt x="2075891" y="2234814"/>
                  </a:lnTo>
                  <a:lnTo>
                    <a:pt x="2075891" y="2234383"/>
                  </a:lnTo>
                  <a:lnTo>
                    <a:pt x="2076009" y="2234383"/>
                  </a:lnTo>
                  <a:lnTo>
                    <a:pt x="2076009" y="2233952"/>
                  </a:lnTo>
                  <a:lnTo>
                    <a:pt x="2076009" y="2233522"/>
                  </a:lnTo>
                  <a:lnTo>
                    <a:pt x="2076127" y="2233522"/>
                  </a:lnTo>
                  <a:lnTo>
                    <a:pt x="2076244" y="2233522"/>
                  </a:lnTo>
                  <a:lnTo>
                    <a:pt x="2076362" y="2233522"/>
                  </a:lnTo>
                  <a:lnTo>
                    <a:pt x="2076479" y="2233522"/>
                  </a:lnTo>
                  <a:lnTo>
                    <a:pt x="2076597" y="2233522"/>
                  </a:lnTo>
                  <a:lnTo>
                    <a:pt x="2076597" y="2233091"/>
                  </a:lnTo>
                  <a:lnTo>
                    <a:pt x="2076715" y="2233091"/>
                  </a:lnTo>
                  <a:lnTo>
                    <a:pt x="2076715" y="2232661"/>
                  </a:lnTo>
                  <a:lnTo>
                    <a:pt x="2076715" y="2232230"/>
                  </a:lnTo>
                  <a:lnTo>
                    <a:pt x="2076832" y="2232230"/>
                  </a:lnTo>
                  <a:lnTo>
                    <a:pt x="2076950" y="2232230"/>
                  </a:lnTo>
                  <a:lnTo>
                    <a:pt x="2077067" y="2232230"/>
                  </a:lnTo>
                  <a:lnTo>
                    <a:pt x="2077067" y="2231799"/>
                  </a:lnTo>
                  <a:lnTo>
                    <a:pt x="2077067" y="2231369"/>
                  </a:lnTo>
                  <a:lnTo>
                    <a:pt x="2077185" y="2231369"/>
                  </a:lnTo>
                  <a:lnTo>
                    <a:pt x="2077303" y="2231369"/>
                  </a:lnTo>
                  <a:lnTo>
                    <a:pt x="2077303" y="2230938"/>
                  </a:lnTo>
                  <a:lnTo>
                    <a:pt x="2077420" y="2230938"/>
                  </a:lnTo>
                  <a:lnTo>
                    <a:pt x="2077420" y="2230508"/>
                  </a:lnTo>
                  <a:lnTo>
                    <a:pt x="2077538" y="2230508"/>
                  </a:lnTo>
                  <a:lnTo>
                    <a:pt x="2077655" y="2230508"/>
                  </a:lnTo>
                  <a:lnTo>
                    <a:pt x="2077773" y="2230508"/>
                  </a:lnTo>
                  <a:lnTo>
                    <a:pt x="2077773" y="2230077"/>
                  </a:lnTo>
                  <a:lnTo>
                    <a:pt x="2077891" y="2230077"/>
                  </a:lnTo>
                  <a:lnTo>
                    <a:pt x="2078008" y="2230077"/>
                  </a:lnTo>
                  <a:lnTo>
                    <a:pt x="2078126" y="2230077"/>
                  </a:lnTo>
                  <a:lnTo>
                    <a:pt x="2078244" y="2230077"/>
                  </a:lnTo>
                  <a:lnTo>
                    <a:pt x="2078244" y="2229646"/>
                  </a:lnTo>
                  <a:lnTo>
                    <a:pt x="2078361" y="2229646"/>
                  </a:lnTo>
                  <a:lnTo>
                    <a:pt x="2078479" y="2229646"/>
                  </a:lnTo>
                  <a:lnTo>
                    <a:pt x="2078479" y="2229216"/>
                  </a:lnTo>
                  <a:lnTo>
                    <a:pt x="2078479" y="2228785"/>
                  </a:lnTo>
                  <a:lnTo>
                    <a:pt x="2078596" y="2228785"/>
                  </a:lnTo>
                  <a:lnTo>
                    <a:pt x="2078714" y="2228785"/>
                  </a:lnTo>
                  <a:lnTo>
                    <a:pt x="2078714" y="2228355"/>
                  </a:lnTo>
                  <a:lnTo>
                    <a:pt x="2078832" y="2228355"/>
                  </a:lnTo>
                  <a:lnTo>
                    <a:pt x="2078832" y="2227924"/>
                  </a:lnTo>
                  <a:lnTo>
                    <a:pt x="2078949" y="2227924"/>
                  </a:lnTo>
                  <a:lnTo>
                    <a:pt x="2079067" y="2227924"/>
                  </a:lnTo>
                  <a:lnTo>
                    <a:pt x="2079067" y="2227493"/>
                  </a:lnTo>
                  <a:lnTo>
                    <a:pt x="2079067" y="2227063"/>
                  </a:lnTo>
                  <a:lnTo>
                    <a:pt x="2079184" y="2227063"/>
                  </a:lnTo>
                  <a:lnTo>
                    <a:pt x="2079302" y="2227063"/>
                  </a:lnTo>
                  <a:lnTo>
                    <a:pt x="2079302" y="2226632"/>
                  </a:lnTo>
                  <a:lnTo>
                    <a:pt x="2079302" y="2226202"/>
                  </a:lnTo>
                  <a:lnTo>
                    <a:pt x="2079302" y="2225771"/>
                  </a:lnTo>
                  <a:lnTo>
                    <a:pt x="2079420" y="2225771"/>
                  </a:lnTo>
                  <a:lnTo>
                    <a:pt x="2079537" y="2225771"/>
                  </a:lnTo>
                  <a:lnTo>
                    <a:pt x="2079655" y="2225771"/>
                  </a:lnTo>
                  <a:lnTo>
                    <a:pt x="2079773" y="2225771"/>
                  </a:lnTo>
                  <a:lnTo>
                    <a:pt x="2079890" y="2225771"/>
                  </a:lnTo>
                  <a:lnTo>
                    <a:pt x="2080008" y="2225771"/>
                  </a:lnTo>
                  <a:lnTo>
                    <a:pt x="2080125" y="2225771"/>
                  </a:lnTo>
                  <a:lnTo>
                    <a:pt x="2080243" y="2225771"/>
                  </a:lnTo>
                  <a:lnTo>
                    <a:pt x="2080361" y="2225771"/>
                  </a:lnTo>
                  <a:lnTo>
                    <a:pt x="2080478" y="2225771"/>
                  </a:lnTo>
                  <a:lnTo>
                    <a:pt x="2080596" y="2225771"/>
                  </a:lnTo>
                  <a:lnTo>
                    <a:pt x="2080596" y="2225340"/>
                  </a:lnTo>
                  <a:lnTo>
                    <a:pt x="2080713" y="2225340"/>
                  </a:lnTo>
                  <a:lnTo>
                    <a:pt x="2080713" y="2224910"/>
                  </a:lnTo>
                  <a:lnTo>
                    <a:pt x="2080713" y="2224479"/>
                  </a:lnTo>
                  <a:lnTo>
                    <a:pt x="2080713" y="2224049"/>
                  </a:lnTo>
                  <a:lnTo>
                    <a:pt x="2080831" y="2224049"/>
                  </a:lnTo>
                  <a:lnTo>
                    <a:pt x="2080831" y="2223618"/>
                  </a:lnTo>
                  <a:lnTo>
                    <a:pt x="2080949" y="2223618"/>
                  </a:lnTo>
                  <a:lnTo>
                    <a:pt x="2081066" y="2223618"/>
                  </a:lnTo>
                  <a:lnTo>
                    <a:pt x="2081066" y="2223187"/>
                  </a:lnTo>
                  <a:lnTo>
                    <a:pt x="2081184" y="2223187"/>
                  </a:lnTo>
                  <a:lnTo>
                    <a:pt x="2081302" y="2223187"/>
                  </a:lnTo>
                  <a:lnTo>
                    <a:pt x="2081419" y="2223187"/>
                  </a:lnTo>
                  <a:lnTo>
                    <a:pt x="2081537" y="2223187"/>
                  </a:lnTo>
                  <a:lnTo>
                    <a:pt x="2081654" y="2223187"/>
                  </a:lnTo>
                  <a:lnTo>
                    <a:pt x="2081772" y="2223187"/>
                  </a:lnTo>
                  <a:lnTo>
                    <a:pt x="2081890" y="2223187"/>
                  </a:lnTo>
                  <a:lnTo>
                    <a:pt x="2082007" y="2223187"/>
                  </a:lnTo>
                  <a:lnTo>
                    <a:pt x="2082125" y="2223187"/>
                  </a:lnTo>
                  <a:lnTo>
                    <a:pt x="2082242" y="2223187"/>
                  </a:lnTo>
                  <a:lnTo>
                    <a:pt x="2082360" y="2223187"/>
                  </a:lnTo>
                  <a:lnTo>
                    <a:pt x="2082478" y="2223187"/>
                  </a:lnTo>
                  <a:lnTo>
                    <a:pt x="2082595" y="2223187"/>
                  </a:lnTo>
                  <a:lnTo>
                    <a:pt x="2082713" y="2223187"/>
                  </a:lnTo>
                  <a:lnTo>
                    <a:pt x="2082831" y="2223187"/>
                  </a:lnTo>
                  <a:lnTo>
                    <a:pt x="2082948" y="2223187"/>
                  </a:lnTo>
                  <a:lnTo>
                    <a:pt x="2083066" y="2223187"/>
                  </a:lnTo>
                  <a:lnTo>
                    <a:pt x="2083183" y="2223187"/>
                  </a:lnTo>
                  <a:lnTo>
                    <a:pt x="2083183" y="2222757"/>
                  </a:lnTo>
                  <a:lnTo>
                    <a:pt x="2083301" y="2222757"/>
                  </a:lnTo>
                  <a:lnTo>
                    <a:pt x="2083419" y="2222757"/>
                  </a:lnTo>
                  <a:lnTo>
                    <a:pt x="2083419" y="2222326"/>
                  </a:lnTo>
                  <a:lnTo>
                    <a:pt x="2083536" y="2222326"/>
                  </a:lnTo>
                  <a:lnTo>
                    <a:pt x="2083654" y="2222326"/>
                  </a:lnTo>
                  <a:lnTo>
                    <a:pt x="2083771" y="2222326"/>
                  </a:lnTo>
                  <a:lnTo>
                    <a:pt x="2083889" y="2222326"/>
                  </a:lnTo>
                  <a:lnTo>
                    <a:pt x="2083889" y="2221896"/>
                  </a:lnTo>
                  <a:lnTo>
                    <a:pt x="2083889" y="2221465"/>
                  </a:lnTo>
                  <a:lnTo>
                    <a:pt x="2083889" y="2221034"/>
                  </a:lnTo>
                  <a:lnTo>
                    <a:pt x="2084007" y="2221034"/>
                  </a:lnTo>
                  <a:lnTo>
                    <a:pt x="2084124" y="2221034"/>
                  </a:lnTo>
                  <a:lnTo>
                    <a:pt x="2084242" y="2221034"/>
                  </a:lnTo>
                  <a:lnTo>
                    <a:pt x="2084360" y="2221034"/>
                  </a:lnTo>
                  <a:lnTo>
                    <a:pt x="2084360" y="2220604"/>
                  </a:lnTo>
                  <a:lnTo>
                    <a:pt x="2084360" y="2220173"/>
                  </a:lnTo>
                  <a:lnTo>
                    <a:pt x="2084477" y="2220173"/>
                  </a:lnTo>
                  <a:lnTo>
                    <a:pt x="2084595" y="2220173"/>
                  </a:lnTo>
                  <a:lnTo>
                    <a:pt x="2084712" y="2220173"/>
                  </a:lnTo>
                  <a:lnTo>
                    <a:pt x="2084830" y="2220173"/>
                  </a:lnTo>
                  <a:lnTo>
                    <a:pt x="2084948" y="2220173"/>
                  </a:lnTo>
                  <a:lnTo>
                    <a:pt x="2084948" y="2219743"/>
                  </a:lnTo>
                  <a:lnTo>
                    <a:pt x="2085065" y="2219743"/>
                  </a:lnTo>
                  <a:lnTo>
                    <a:pt x="2085183" y="2219743"/>
                  </a:lnTo>
                  <a:lnTo>
                    <a:pt x="2085300" y="2219743"/>
                  </a:lnTo>
                  <a:lnTo>
                    <a:pt x="2085300" y="2219312"/>
                  </a:lnTo>
                  <a:lnTo>
                    <a:pt x="2085300" y="2218881"/>
                  </a:lnTo>
                  <a:lnTo>
                    <a:pt x="2085300" y="2218451"/>
                  </a:lnTo>
                  <a:lnTo>
                    <a:pt x="2085418" y="2218451"/>
                  </a:lnTo>
                  <a:lnTo>
                    <a:pt x="2085536" y="2218451"/>
                  </a:lnTo>
                  <a:lnTo>
                    <a:pt x="2085536" y="2218020"/>
                  </a:lnTo>
                  <a:lnTo>
                    <a:pt x="2085536" y="2217590"/>
                  </a:lnTo>
                  <a:lnTo>
                    <a:pt x="2085536" y="2217159"/>
                  </a:lnTo>
                  <a:lnTo>
                    <a:pt x="2085653" y="2217159"/>
                  </a:lnTo>
                  <a:lnTo>
                    <a:pt x="2085771" y="2217159"/>
                  </a:lnTo>
                  <a:lnTo>
                    <a:pt x="2085888" y="2217159"/>
                  </a:lnTo>
                  <a:lnTo>
                    <a:pt x="2085888" y="2216728"/>
                  </a:lnTo>
                  <a:lnTo>
                    <a:pt x="2086006" y="2216728"/>
                  </a:lnTo>
                  <a:lnTo>
                    <a:pt x="2086124" y="2216728"/>
                  </a:lnTo>
                  <a:lnTo>
                    <a:pt x="2086241" y="2216728"/>
                  </a:lnTo>
                  <a:lnTo>
                    <a:pt x="2086359" y="2216728"/>
                  </a:lnTo>
                  <a:lnTo>
                    <a:pt x="2086477" y="2216728"/>
                  </a:lnTo>
                  <a:lnTo>
                    <a:pt x="2086594" y="2216728"/>
                  </a:lnTo>
                  <a:lnTo>
                    <a:pt x="2086712" y="2216728"/>
                  </a:lnTo>
                  <a:lnTo>
                    <a:pt x="2086712" y="2216298"/>
                  </a:lnTo>
                  <a:lnTo>
                    <a:pt x="2086829" y="2216298"/>
                  </a:lnTo>
                  <a:lnTo>
                    <a:pt x="2086947" y="2216298"/>
                  </a:lnTo>
                  <a:lnTo>
                    <a:pt x="2087065" y="2216298"/>
                  </a:lnTo>
                  <a:lnTo>
                    <a:pt x="2087065" y="2215867"/>
                  </a:lnTo>
                  <a:lnTo>
                    <a:pt x="2087182" y="2215867"/>
                  </a:lnTo>
                  <a:lnTo>
                    <a:pt x="2087182" y="2215437"/>
                  </a:lnTo>
                  <a:lnTo>
                    <a:pt x="2087182" y="2215006"/>
                  </a:lnTo>
                  <a:lnTo>
                    <a:pt x="2087182" y="2214575"/>
                  </a:lnTo>
                  <a:lnTo>
                    <a:pt x="2087300" y="2214575"/>
                  </a:lnTo>
                  <a:lnTo>
                    <a:pt x="2087300" y="2214145"/>
                  </a:lnTo>
                  <a:lnTo>
                    <a:pt x="2087300" y="2213714"/>
                  </a:lnTo>
                  <a:lnTo>
                    <a:pt x="2087417" y="2213714"/>
                  </a:lnTo>
                  <a:lnTo>
                    <a:pt x="2087535" y="2213714"/>
                  </a:lnTo>
                  <a:lnTo>
                    <a:pt x="2087535" y="2213284"/>
                  </a:lnTo>
                  <a:lnTo>
                    <a:pt x="2087653" y="2213284"/>
                  </a:lnTo>
                  <a:lnTo>
                    <a:pt x="2087653" y="2212853"/>
                  </a:lnTo>
                  <a:lnTo>
                    <a:pt x="2087653" y="2212422"/>
                  </a:lnTo>
                  <a:lnTo>
                    <a:pt x="2087770" y="2212422"/>
                  </a:lnTo>
                  <a:lnTo>
                    <a:pt x="2087770" y="2211992"/>
                  </a:lnTo>
                  <a:lnTo>
                    <a:pt x="2087888" y="2211992"/>
                  </a:lnTo>
                  <a:lnTo>
                    <a:pt x="2088006" y="2211992"/>
                  </a:lnTo>
                  <a:lnTo>
                    <a:pt x="2088006" y="2211561"/>
                  </a:lnTo>
                  <a:lnTo>
                    <a:pt x="2088006" y="2211131"/>
                  </a:lnTo>
                  <a:lnTo>
                    <a:pt x="2088006" y="2210700"/>
                  </a:lnTo>
                  <a:lnTo>
                    <a:pt x="2088006" y="2210269"/>
                  </a:lnTo>
                  <a:lnTo>
                    <a:pt x="2088123" y="2210269"/>
                  </a:lnTo>
                  <a:lnTo>
                    <a:pt x="2088241" y="2210269"/>
                  </a:lnTo>
                  <a:lnTo>
                    <a:pt x="2088358" y="2210269"/>
                  </a:lnTo>
                  <a:lnTo>
                    <a:pt x="2088476" y="2210269"/>
                  </a:lnTo>
                  <a:lnTo>
                    <a:pt x="2088476" y="2209839"/>
                  </a:lnTo>
                  <a:lnTo>
                    <a:pt x="2088594" y="2209839"/>
                  </a:lnTo>
                  <a:lnTo>
                    <a:pt x="2088711" y="2209839"/>
                  </a:lnTo>
                  <a:lnTo>
                    <a:pt x="2088711" y="2209408"/>
                  </a:lnTo>
                  <a:lnTo>
                    <a:pt x="2088829" y="2209408"/>
                  </a:lnTo>
                  <a:lnTo>
                    <a:pt x="2088946" y="2209408"/>
                  </a:lnTo>
                  <a:lnTo>
                    <a:pt x="2089064" y="2209408"/>
                  </a:lnTo>
                  <a:lnTo>
                    <a:pt x="2089182" y="2209408"/>
                  </a:lnTo>
                  <a:lnTo>
                    <a:pt x="2089299" y="2209408"/>
                  </a:lnTo>
                  <a:lnTo>
                    <a:pt x="2089299" y="2208978"/>
                  </a:lnTo>
                  <a:lnTo>
                    <a:pt x="2089417" y="2208978"/>
                  </a:lnTo>
                  <a:lnTo>
                    <a:pt x="2089417" y="2208547"/>
                  </a:lnTo>
                  <a:lnTo>
                    <a:pt x="2089535" y="2208547"/>
                  </a:lnTo>
                  <a:lnTo>
                    <a:pt x="2089535" y="2208116"/>
                  </a:lnTo>
                  <a:lnTo>
                    <a:pt x="2089652" y="2208116"/>
                  </a:lnTo>
                  <a:lnTo>
                    <a:pt x="2089652" y="2207686"/>
                  </a:lnTo>
                  <a:lnTo>
                    <a:pt x="2089652" y="2207255"/>
                  </a:lnTo>
                  <a:lnTo>
                    <a:pt x="2089770" y="2207255"/>
                  </a:lnTo>
                  <a:lnTo>
                    <a:pt x="2089887" y="2207255"/>
                  </a:lnTo>
                  <a:lnTo>
                    <a:pt x="2090005" y="2207255"/>
                  </a:lnTo>
                  <a:lnTo>
                    <a:pt x="2090123" y="2207255"/>
                  </a:lnTo>
                  <a:lnTo>
                    <a:pt x="2090240" y="2207255"/>
                  </a:lnTo>
                  <a:lnTo>
                    <a:pt x="2090240" y="2206825"/>
                  </a:lnTo>
                  <a:lnTo>
                    <a:pt x="2090358" y="2206825"/>
                  </a:lnTo>
                  <a:lnTo>
                    <a:pt x="2090358" y="2206394"/>
                  </a:lnTo>
                  <a:lnTo>
                    <a:pt x="2090358" y="2205963"/>
                  </a:lnTo>
                  <a:lnTo>
                    <a:pt x="2090475" y="2205963"/>
                  </a:lnTo>
                  <a:lnTo>
                    <a:pt x="2090593" y="2205963"/>
                  </a:lnTo>
                  <a:lnTo>
                    <a:pt x="2090711" y="2205963"/>
                  </a:lnTo>
                  <a:lnTo>
                    <a:pt x="2090711" y="2205533"/>
                  </a:lnTo>
                  <a:lnTo>
                    <a:pt x="2090828" y="2205533"/>
                  </a:lnTo>
                  <a:lnTo>
                    <a:pt x="2090946" y="2205533"/>
                  </a:lnTo>
                  <a:lnTo>
                    <a:pt x="2090946" y="2205102"/>
                  </a:lnTo>
                  <a:lnTo>
                    <a:pt x="2091064" y="2205102"/>
                  </a:lnTo>
                  <a:lnTo>
                    <a:pt x="2091181" y="2205102"/>
                  </a:lnTo>
                  <a:lnTo>
                    <a:pt x="2091299" y="2205102"/>
                  </a:lnTo>
                  <a:lnTo>
                    <a:pt x="2091416" y="2205102"/>
                  </a:lnTo>
                  <a:lnTo>
                    <a:pt x="2091416" y="2204672"/>
                  </a:lnTo>
                  <a:lnTo>
                    <a:pt x="2091416" y="2204241"/>
                  </a:lnTo>
                  <a:lnTo>
                    <a:pt x="2091534" y="2204241"/>
                  </a:lnTo>
                  <a:lnTo>
                    <a:pt x="2091652" y="2204241"/>
                  </a:lnTo>
                  <a:lnTo>
                    <a:pt x="2091769" y="2204241"/>
                  </a:lnTo>
                  <a:lnTo>
                    <a:pt x="2091887" y="2204241"/>
                  </a:lnTo>
                  <a:lnTo>
                    <a:pt x="2092004" y="2204241"/>
                  </a:lnTo>
                  <a:lnTo>
                    <a:pt x="2092122" y="2204241"/>
                  </a:lnTo>
                  <a:lnTo>
                    <a:pt x="2092122" y="2203810"/>
                  </a:lnTo>
                  <a:lnTo>
                    <a:pt x="2092122" y="2203380"/>
                  </a:lnTo>
                  <a:lnTo>
                    <a:pt x="2092240" y="2203380"/>
                  </a:lnTo>
                  <a:lnTo>
                    <a:pt x="2092240" y="2202949"/>
                  </a:lnTo>
                  <a:lnTo>
                    <a:pt x="2092357" y="2202949"/>
                  </a:lnTo>
                  <a:lnTo>
                    <a:pt x="2092475" y="2202949"/>
                  </a:lnTo>
                  <a:lnTo>
                    <a:pt x="2092593" y="2202949"/>
                  </a:lnTo>
                  <a:lnTo>
                    <a:pt x="2092710" y="2202949"/>
                  </a:lnTo>
                  <a:lnTo>
                    <a:pt x="2092828" y="2202949"/>
                  </a:lnTo>
                  <a:lnTo>
                    <a:pt x="2092945" y="2202949"/>
                  </a:lnTo>
                  <a:lnTo>
                    <a:pt x="2093063" y="2202949"/>
                  </a:lnTo>
                  <a:lnTo>
                    <a:pt x="2093181" y="2202949"/>
                  </a:lnTo>
                  <a:lnTo>
                    <a:pt x="2093298" y="2202949"/>
                  </a:lnTo>
                  <a:lnTo>
                    <a:pt x="2093298" y="2202519"/>
                  </a:lnTo>
                  <a:lnTo>
                    <a:pt x="2093416" y="2202519"/>
                  </a:lnTo>
                  <a:lnTo>
                    <a:pt x="2093533" y="2202519"/>
                  </a:lnTo>
                  <a:lnTo>
                    <a:pt x="2093651" y="2202519"/>
                  </a:lnTo>
                  <a:lnTo>
                    <a:pt x="2093651" y="2202088"/>
                  </a:lnTo>
                  <a:lnTo>
                    <a:pt x="2093769" y="2202088"/>
                  </a:lnTo>
                  <a:lnTo>
                    <a:pt x="2093886" y="2202088"/>
                  </a:lnTo>
                  <a:lnTo>
                    <a:pt x="2093886" y="2201657"/>
                  </a:lnTo>
                  <a:lnTo>
                    <a:pt x="2093886" y="2201227"/>
                  </a:lnTo>
                  <a:lnTo>
                    <a:pt x="2094004" y="2201227"/>
                  </a:lnTo>
                  <a:lnTo>
                    <a:pt x="2094121" y="2201227"/>
                  </a:lnTo>
                  <a:lnTo>
                    <a:pt x="2094239" y="2201227"/>
                  </a:lnTo>
                  <a:lnTo>
                    <a:pt x="2094357" y="2201227"/>
                  </a:lnTo>
                  <a:lnTo>
                    <a:pt x="2094474" y="2201227"/>
                  </a:lnTo>
                  <a:lnTo>
                    <a:pt x="2094592" y="2201227"/>
                  </a:lnTo>
                  <a:lnTo>
                    <a:pt x="2094710" y="2201227"/>
                  </a:lnTo>
                  <a:lnTo>
                    <a:pt x="2094827" y="2201227"/>
                  </a:lnTo>
                  <a:lnTo>
                    <a:pt x="2094827" y="2200796"/>
                  </a:lnTo>
                  <a:lnTo>
                    <a:pt x="2094945" y="2200796"/>
                  </a:lnTo>
                  <a:lnTo>
                    <a:pt x="2095062" y="2200796"/>
                  </a:lnTo>
                  <a:lnTo>
                    <a:pt x="2095180" y="2200796"/>
                  </a:lnTo>
                  <a:lnTo>
                    <a:pt x="2095298" y="2200796"/>
                  </a:lnTo>
                  <a:lnTo>
                    <a:pt x="2095415" y="2200796"/>
                  </a:lnTo>
                  <a:lnTo>
                    <a:pt x="2095533" y="2200796"/>
                  </a:lnTo>
                  <a:lnTo>
                    <a:pt x="2095650" y="2200796"/>
                  </a:lnTo>
                  <a:lnTo>
                    <a:pt x="2095768" y="2200796"/>
                  </a:lnTo>
                  <a:lnTo>
                    <a:pt x="2095886" y="2200796"/>
                  </a:lnTo>
                  <a:lnTo>
                    <a:pt x="2096003" y="2200796"/>
                  </a:lnTo>
                  <a:lnTo>
                    <a:pt x="2096121" y="2200796"/>
                  </a:lnTo>
                  <a:lnTo>
                    <a:pt x="2096239" y="2200796"/>
                  </a:lnTo>
                  <a:lnTo>
                    <a:pt x="2096356" y="2200796"/>
                  </a:lnTo>
                  <a:lnTo>
                    <a:pt x="2096474" y="2200796"/>
                  </a:lnTo>
                  <a:lnTo>
                    <a:pt x="2096591" y="2200796"/>
                  </a:lnTo>
                  <a:lnTo>
                    <a:pt x="2096709" y="2200796"/>
                  </a:lnTo>
                  <a:lnTo>
                    <a:pt x="2096709" y="2200366"/>
                  </a:lnTo>
                  <a:lnTo>
                    <a:pt x="2096827" y="2200366"/>
                  </a:lnTo>
                  <a:lnTo>
                    <a:pt x="2096944" y="2200366"/>
                  </a:lnTo>
                  <a:lnTo>
                    <a:pt x="2097062" y="2200366"/>
                  </a:lnTo>
                  <a:lnTo>
                    <a:pt x="2097179" y="2200366"/>
                  </a:lnTo>
                  <a:lnTo>
                    <a:pt x="2097297" y="2200366"/>
                  </a:lnTo>
                  <a:lnTo>
                    <a:pt x="2097415" y="2200366"/>
                  </a:lnTo>
                  <a:lnTo>
                    <a:pt x="2097532" y="2200366"/>
                  </a:lnTo>
                  <a:lnTo>
                    <a:pt x="2097532" y="2199935"/>
                  </a:lnTo>
                  <a:lnTo>
                    <a:pt x="2097650" y="2199935"/>
                  </a:lnTo>
                  <a:lnTo>
                    <a:pt x="2097768" y="2199935"/>
                  </a:lnTo>
                  <a:lnTo>
                    <a:pt x="2097885" y="2199935"/>
                  </a:lnTo>
                  <a:lnTo>
                    <a:pt x="2097885" y="2199504"/>
                  </a:lnTo>
                  <a:lnTo>
                    <a:pt x="2098003" y="2199504"/>
                  </a:lnTo>
                  <a:lnTo>
                    <a:pt x="2098120" y="2199504"/>
                  </a:lnTo>
                  <a:lnTo>
                    <a:pt x="2098238" y="2199504"/>
                  </a:lnTo>
                  <a:lnTo>
                    <a:pt x="2098238" y="2199074"/>
                  </a:lnTo>
                  <a:lnTo>
                    <a:pt x="2098238" y="2198643"/>
                  </a:lnTo>
                  <a:lnTo>
                    <a:pt x="2098356" y="2198643"/>
                  </a:lnTo>
                  <a:lnTo>
                    <a:pt x="2098473" y="2198643"/>
                  </a:lnTo>
                  <a:lnTo>
                    <a:pt x="2098591" y="2198643"/>
                  </a:lnTo>
                  <a:lnTo>
                    <a:pt x="2098708" y="2198643"/>
                  </a:lnTo>
                  <a:lnTo>
                    <a:pt x="2098708" y="2198213"/>
                  </a:lnTo>
                  <a:lnTo>
                    <a:pt x="2098826" y="2198213"/>
                  </a:lnTo>
                  <a:lnTo>
                    <a:pt x="2098944" y="2198213"/>
                  </a:lnTo>
                  <a:lnTo>
                    <a:pt x="2099061" y="2198213"/>
                  </a:lnTo>
                  <a:lnTo>
                    <a:pt x="2099179" y="2198213"/>
                  </a:lnTo>
                  <a:lnTo>
                    <a:pt x="2099297" y="2198213"/>
                  </a:lnTo>
                  <a:lnTo>
                    <a:pt x="2099414" y="2198213"/>
                  </a:lnTo>
                  <a:lnTo>
                    <a:pt x="2099532" y="2198213"/>
                  </a:lnTo>
                  <a:lnTo>
                    <a:pt x="2099649" y="2198213"/>
                  </a:lnTo>
                  <a:lnTo>
                    <a:pt x="2099767" y="2198213"/>
                  </a:lnTo>
                  <a:lnTo>
                    <a:pt x="2099885" y="2198213"/>
                  </a:lnTo>
                  <a:lnTo>
                    <a:pt x="2100002" y="2198213"/>
                  </a:lnTo>
                  <a:lnTo>
                    <a:pt x="2100002" y="2197782"/>
                  </a:lnTo>
                  <a:lnTo>
                    <a:pt x="2100120" y="2197782"/>
                  </a:lnTo>
                  <a:lnTo>
                    <a:pt x="2100237" y="2197782"/>
                  </a:lnTo>
                  <a:lnTo>
                    <a:pt x="2100237" y="2197351"/>
                  </a:lnTo>
                  <a:lnTo>
                    <a:pt x="2100355" y="2197351"/>
                  </a:lnTo>
                  <a:lnTo>
                    <a:pt x="2100473" y="2197351"/>
                  </a:lnTo>
                  <a:lnTo>
                    <a:pt x="2100473" y="2196921"/>
                  </a:lnTo>
                  <a:lnTo>
                    <a:pt x="2100473" y="2196490"/>
                  </a:lnTo>
                  <a:lnTo>
                    <a:pt x="2100590" y="2196490"/>
                  </a:lnTo>
                  <a:lnTo>
                    <a:pt x="2100708" y="2196490"/>
                  </a:lnTo>
                  <a:lnTo>
                    <a:pt x="2100708" y="2196060"/>
                  </a:lnTo>
                  <a:lnTo>
                    <a:pt x="2100825" y="2196060"/>
                  </a:lnTo>
                  <a:lnTo>
                    <a:pt x="2100943" y="2196060"/>
                  </a:lnTo>
                  <a:lnTo>
                    <a:pt x="2101061" y="2196060"/>
                  </a:lnTo>
                  <a:lnTo>
                    <a:pt x="2101178" y="2196060"/>
                  </a:lnTo>
                  <a:lnTo>
                    <a:pt x="2101296" y="2196060"/>
                  </a:lnTo>
                  <a:lnTo>
                    <a:pt x="2101414" y="2196060"/>
                  </a:lnTo>
                  <a:lnTo>
                    <a:pt x="2101531" y="2196060"/>
                  </a:lnTo>
                  <a:lnTo>
                    <a:pt x="2101649" y="2196060"/>
                  </a:lnTo>
                  <a:lnTo>
                    <a:pt x="2101766" y="2196060"/>
                  </a:lnTo>
                  <a:lnTo>
                    <a:pt x="2101766" y="2195629"/>
                  </a:lnTo>
                  <a:lnTo>
                    <a:pt x="2101766" y="2195198"/>
                  </a:lnTo>
                  <a:lnTo>
                    <a:pt x="2101884" y="2195198"/>
                  </a:lnTo>
                  <a:lnTo>
                    <a:pt x="2102002" y="2195198"/>
                  </a:lnTo>
                  <a:lnTo>
                    <a:pt x="2102119" y="2195198"/>
                  </a:lnTo>
                  <a:lnTo>
                    <a:pt x="2102237" y="2195198"/>
                  </a:lnTo>
                  <a:lnTo>
                    <a:pt x="2102354" y="2195198"/>
                  </a:lnTo>
                  <a:lnTo>
                    <a:pt x="2102472" y="2195198"/>
                  </a:lnTo>
                  <a:lnTo>
                    <a:pt x="2102472" y="2194768"/>
                  </a:lnTo>
                  <a:lnTo>
                    <a:pt x="2102590" y="2194768"/>
                  </a:lnTo>
                  <a:lnTo>
                    <a:pt x="2102707" y="2194768"/>
                  </a:lnTo>
                  <a:lnTo>
                    <a:pt x="2102825" y="2194768"/>
                  </a:lnTo>
                  <a:lnTo>
                    <a:pt x="2102943" y="2194768"/>
                  </a:lnTo>
                  <a:lnTo>
                    <a:pt x="2103060" y="2194768"/>
                  </a:lnTo>
                  <a:lnTo>
                    <a:pt x="2103178" y="2194768"/>
                  </a:lnTo>
                  <a:lnTo>
                    <a:pt x="2103295" y="2194768"/>
                  </a:lnTo>
                  <a:lnTo>
                    <a:pt x="2103413" y="2194768"/>
                  </a:lnTo>
                  <a:lnTo>
                    <a:pt x="2103531" y="2194768"/>
                  </a:lnTo>
                  <a:lnTo>
                    <a:pt x="2103531" y="2194337"/>
                  </a:lnTo>
                  <a:lnTo>
                    <a:pt x="2103648" y="2194337"/>
                  </a:lnTo>
                  <a:lnTo>
                    <a:pt x="2103766" y="2194337"/>
                  </a:lnTo>
                  <a:lnTo>
                    <a:pt x="2103883" y="2194337"/>
                  </a:lnTo>
                  <a:lnTo>
                    <a:pt x="2104001" y="2194337"/>
                  </a:lnTo>
                  <a:lnTo>
                    <a:pt x="2104119" y="2194337"/>
                  </a:lnTo>
                  <a:lnTo>
                    <a:pt x="2104236" y="2194337"/>
                  </a:lnTo>
                  <a:lnTo>
                    <a:pt x="2104354" y="2194337"/>
                  </a:lnTo>
                  <a:lnTo>
                    <a:pt x="2104354" y="2193907"/>
                  </a:lnTo>
                  <a:lnTo>
                    <a:pt x="2104472" y="2193907"/>
                  </a:lnTo>
                  <a:lnTo>
                    <a:pt x="2104589" y="2193907"/>
                  </a:lnTo>
                  <a:lnTo>
                    <a:pt x="2104707" y="2193907"/>
                  </a:lnTo>
                  <a:lnTo>
                    <a:pt x="2104824" y="2193907"/>
                  </a:lnTo>
                  <a:lnTo>
                    <a:pt x="2104942" y="2193907"/>
                  </a:lnTo>
                  <a:lnTo>
                    <a:pt x="2105060" y="2193907"/>
                  </a:lnTo>
                  <a:lnTo>
                    <a:pt x="2105177" y="2193907"/>
                  </a:lnTo>
                  <a:lnTo>
                    <a:pt x="2105295" y="2193907"/>
                  </a:lnTo>
                  <a:lnTo>
                    <a:pt x="2105412" y="2193907"/>
                  </a:lnTo>
                  <a:lnTo>
                    <a:pt x="2105530" y="2193907"/>
                  </a:lnTo>
                  <a:lnTo>
                    <a:pt x="2105648" y="2193907"/>
                  </a:lnTo>
                  <a:lnTo>
                    <a:pt x="2105765" y="2193907"/>
                  </a:lnTo>
                  <a:lnTo>
                    <a:pt x="2105883" y="2193907"/>
                  </a:lnTo>
                  <a:lnTo>
                    <a:pt x="2105883" y="2193476"/>
                  </a:lnTo>
                  <a:lnTo>
                    <a:pt x="2106001" y="2193476"/>
                  </a:lnTo>
                  <a:lnTo>
                    <a:pt x="2106118" y="2193476"/>
                  </a:lnTo>
                  <a:lnTo>
                    <a:pt x="2106118" y="2193045"/>
                  </a:lnTo>
                  <a:lnTo>
                    <a:pt x="2106118" y="2192615"/>
                  </a:lnTo>
                  <a:lnTo>
                    <a:pt x="2106236" y="2192615"/>
                  </a:lnTo>
                  <a:lnTo>
                    <a:pt x="2106353" y="2192615"/>
                  </a:lnTo>
                  <a:lnTo>
                    <a:pt x="2106471" y="2192615"/>
                  </a:lnTo>
                  <a:lnTo>
                    <a:pt x="2106589" y="2192615"/>
                  </a:lnTo>
                  <a:lnTo>
                    <a:pt x="2106706" y="2192615"/>
                  </a:lnTo>
                  <a:lnTo>
                    <a:pt x="2106824" y="2192615"/>
                  </a:lnTo>
                  <a:lnTo>
                    <a:pt x="2106941" y="2192615"/>
                  </a:lnTo>
                  <a:lnTo>
                    <a:pt x="2107059" y="2192615"/>
                  </a:lnTo>
                  <a:lnTo>
                    <a:pt x="2107177" y="2192615"/>
                  </a:lnTo>
                  <a:lnTo>
                    <a:pt x="2107294" y="2192615"/>
                  </a:lnTo>
                  <a:lnTo>
                    <a:pt x="2107412" y="2192615"/>
                  </a:lnTo>
                  <a:lnTo>
                    <a:pt x="2107530" y="2192615"/>
                  </a:lnTo>
                  <a:lnTo>
                    <a:pt x="2107647" y="2192615"/>
                  </a:lnTo>
                  <a:lnTo>
                    <a:pt x="2107647" y="2192184"/>
                  </a:lnTo>
                  <a:lnTo>
                    <a:pt x="2107765" y="2192184"/>
                  </a:lnTo>
                  <a:lnTo>
                    <a:pt x="2107882" y="2192184"/>
                  </a:lnTo>
                  <a:lnTo>
                    <a:pt x="2108000" y="2192184"/>
                  </a:lnTo>
                  <a:lnTo>
                    <a:pt x="2108000" y="2191754"/>
                  </a:lnTo>
                  <a:lnTo>
                    <a:pt x="2108118" y="2191754"/>
                  </a:lnTo>
                  <a:lnTo>
                    <a:pt x="2108235" y="2191754"/>
                  </a:lnTo>
                  <a:lnTo>
                    <a:pt x="2108353" y="2191754"/>
                  </a:lnTo>
                  <a:lnTo>
                    <a:pt x="2108353" y="2191323"/>
                  </a:lnTo>
                  <a:lnTo>
                    <a:pt x="2108470" y="2191323"/>
                  </a:lnTo>
                  <a:lnTo>
                    <a:pt x="2108588" y="2191323"/>
                  </a:lnTo>
                  <a:lnTo>
                    <a:pt x="2108588" y="2190892"/>
                  </a:lnTo>
                  <a:lnTo>
                    <a:pt x="2108706" y="2190892"/>
                  </a:lnTo>
                  <a:lnTo>
                    <a:pt x="2108823" y="2190892"/>
                  </a:lnTo>
                  <a:lnTo>
                    <a:pt x="2108941" y="2190892"/>
                  </a:lnTo>
                  <a:lnTo>
                    <a:pt x="2109058" y="2190892"/>
                  </a:lnTo>
                  <a:lnTo>
                    <a:pt x="2109058" y="2190462"/>
                  </a:lnTo>
                  <a:lnTo>
                    <a:pt x="2109176" y="2190462"/>
                  </a:lnTo>
                  <a:lnTo>
                    <a:pt x="2109176" y="2190031"/>
                  </a:lnTo>
                  <a:lnTo>
                    <a:pt x="2109176" y="2189601"/>
                  </a:lnTo>
                  <a:lnTo>
                    <a:pt x="2109294" y="2189601"/>
                  </a:lnTo>
                  <a:lnTo>
                    <a:pt x="2109411" y="2189601"/>
                  </a:lnTo>
                  <a:lnTo>
                    <a:pt x="2109529" y="2189601"/>
                  </a:lnTo>
                  <a:lnTo>
                    <a:pt x="2109647" y="2189601"/>
                  </a:lnTo>
                  <a:lnTo>
                    <a:pt x="2109764" y="2189601"/>
                  </a:lnTo>
                  <a:lnTo>
                    <a:pt x="2109882" y="2189601"/>
                  </a:lnTo>
                  <a:lnTo>
                    <a:pt x="2109999" y="2189601"/>
                  </a:lnTo>
                  <a:lnTo>
                    <a:pt x="2110117" y="2189601"/>
                  </a:lnTo>
                  <a:lnTo>
                    <a:pt x="2110235" y="2189601"/>
                  </a:lnTo>
                  <a:lnTo>
                    <a:pt x="2110352" y="2189601"/>
                  </a:lnTo>
                  <a:lnTo>
                    <a:pt x="2110470" y="2189601"/>
                  </a:lnTo>
                  <a:lnTo>
                    <a:pt x="2110587" y="2189601"/>
                  </a:lnTo>
                  <a:lnTo>
                    <a:pt x="2110705" y="2189601"/>
                  </a:lnTo>
                  <a:lnTo>
                    <a:pt x="2110705" y="2189170"/>
                  </a:lnTo>
                  <a:lnTo>
                    <a:pt x="2110823" y="2189170"/>
                  </a:lnTo>
                  <a:lnTo>
                    <a:pt x="2110823" y="2188739"/>
                  </a:lnTo>
                  <a:lnTo>
                    <a:pt x="2110940" y="2188739"/>
                  </a:lnTo>
                  <a:lnTo>
                    <a:pt x="2111058" y="2188739"/>
                  </a:lnTo>
                  <a:lnTo>
                    <a:pt x="2111176" y="2188739"/>
                  </a:lnTo>
                  <a:lnTo>
                    <a:pt x="2111293" y="2188739"/>
                  </a:lnTo>
                  <a:lnTo>
                    <a:pt x="2111411" y="2188739"/>
                  </a:lnTo>
                  <a:lnTo>
                    <a:pt x="2111528" y="2188739"/>
                  </a:lnTo>
                  <a:lnTo>
                    <a:pt x="2111646" y="2188739"/>
                  </a:lnTo>
                  <a:lnTo>
                    <a:pt x="2111646" y="2188309"/>
                  </a:lnTo>
                  <a:lnTo>
                    <a:pt x="2111646" y="2187878"/>
                  </a:lnTo>
                  <a:lnTo>
                    <a:pt x="2111764" y="2187878"/>
                  </a:lnTo>
                  <a:lnTo>
                    <a:pt x="2111764" y="2187448"/>
                  </a:lnTo>
                  <a:lnTo>
                    <a:pt x="2111764" y="2187017"/>
                  </a:lnTo>
                  <a:lnTo>
                    <a:pt x="2111881" y="2187017"/>
                  </a:lnTo>
                  <a:lnTo>
                    <a:pt x="2111999" y="2187017"/>
                  </a:lnTo>
                  <a:lnTo>
                    <a:pt x="2112116" y="2187017"/>
                  </a:lnTo>
                  <a:lnTo>
                    <a:pt x="2112234" y="2187017"/>
                  </a:lnTo>
                  <a:lnTo>
                    <a:pt x="2112234" y="2186586"/>
                  </a:lnTo>
                  <a:lnTo>
                    <a:pt x="2112352" y="2186586"/>
                  </a:lnTo>
                  <a:lnTo>
                    <a:pt x="2112352" y="2186156"/>
                  </a:lnTo>
                  <a:lnTo>
                    <a:pt x="2112469" y="2186156"/>
                  </a:lnTo>
                  <a:lnTo>
                    <a:pt x="2112469" y="2185725"/>
                  </a:lnTo>
                  <a:lnTo>
                    <a:pt x="2112469" y="2185295"/>
                  </a:lnTo>
                  <a:lnTo>
                    <a:pt x="2112587" y="2185295"/>
                  </a:lnTo>
                  <a:lnTo>
                    <a:pt x="2112705" y="2185295"/>
                  </a:lnTo>
                  <a:lnTo>
                    <a:pt x="2112822" y="2185295"/>
                  </a:lnTo>
                  <a:lnTo>
                    <a:pt x="2112940" y="2185295"/>
                  </a:lnTo>
                  <a:lnTo>
                    <a:pt x="2113057" y="2185295"/>
                  </a:lnTo>
                  <a:lnTo>
                    <a:pt x="2113057" y="2184864"/>
                  </a:lnTo>
                  <a:lnTo>
                    <a:pt x="2113175" y="2184864"/>
                  </a:lnTo>
                  <a:lnTo>
                    <a:pt x="2113175" y="2184433"/>
                  </a:lnTo>
                  <a:lnTo>
                    <a:pt x="2113293" y="2184433"/>
                  </a:lnTo>
                  <a:lnTo>
                    <a:pt x="2113293" y="2184003"/>
                  </a:lnTo>
                  <a:lnTo>
                    <a:pt x="2113410" y="2184003"/>
                  </a:lnTo>
                  <a:lnTo>
                    <a:pt x="2113528" y="2184003"/>
                  </a:lnTo>
                  <a:lnTo>
                    <a:pt x="2113645" y="2184003"/>
                  </a:lnTo>
                  <a:lnTo>
                    <a:pt x="2113645" y="2183572"/>
                  </a:lnTo>
                  <a:lnTo>
                    <a:pt x="2113763" y="2183572"/>
                  </a:lnTo>
                  <a:lnTo>
                    <a:pt x="2113881" y="2183572"/>
                  </a:lnTo>
                  <a:lnTo>
                    <a:pt x="2113881" y="2183142"/>
                  </a:lnTo>
                  <a:lnTo>
                    <a:pt x="2113998" y="2183142"/>
                  </a:lnTo>
                  <a:lnTo>
                    <a:pt x="2114116" y="2183142"/>
                  </a:lnTo>
                  <a:lnTo>
                    <a:pt x="2114234" y="2183142"/>
                  </a:lnTo>
                  <a:lnTo>
                    <a:pt x="2114234" y="2182711"/>
                  </a:lnTo>
                  <a:lnTo>
                    <a:pt x="2114351" y="2182711"/>
                  </a:lnTo>
                  <a:lnTo>
                    <a:pt x="2114469" y="2182711"/>
                  </a:lnTo>
                  <a:lnTo>
                    <a:pt x="2114586" y="2182711"/>
                  </a:lnTo>
                  <a:lnTo>
                    <a:pt x="2114704" y="2182711"/>
                  </a:lnTo>
                  <a:lnTo>
                    <a:pt x="2114822" y="2182711"/>
                  </a:lnTo>
                  <a:lnTo>
                    <a:pt x="2114939" y="2182711"/>
                  </a:lnTo>
                  <a:lnTo>
                    <a:pt x="2115057" y="2182711"/>
                  </a:lnTo>
                  <a:lnTo>
                    <a:pt x="2115174" y="2182711"/>
                  </a:lnTo>
                  <a:lnTo>
                    <a:pt x="2115292" y="2182711"/>
                  </a:lnTo>
                  <a:lnTo>
                    <a:pt x="2115410" y="2182711"/>
                  </a:lnTo>
                  <a:lnTo>
                    <a:pt x="2115527" y="2182711"/>
                  </a:lnTo>
                  <a:lnTo>
                    <a:pt x="2115527" y="2182280"/>
                  </a:lnTo>
                  <a:lnTo>
                    <a:pt x="2115645" y="2182280"/>
                  </a:lnTo>
                  <a:lnTo>
                    <a:pt x="2115763" y="2182280"/>
                  </a:lnTo>
                  <a:lnTo>
                    <a:pt x="2115880" y="2182280"/>
                  </a:lnTo>
                  <a:lnTo>
                    <a:pt x="2115880" y="2181850"/>
                  </a:lnTo>
                  <a:lnTo>
                    <a:pt x="2115998" y="2181850"/>
                  </a:lnTo>
                  <a:lnTo>
                    <a:pt x="2115998" y="2181419"/>
                  </a:lnTo>
                  <a:lnTo>
                    <a:pt x="2115998" y="2180989"/>
                  </a:lnTo>
                  <a:lnTo>
                    <a:pt x="2116115" y="2180989"/>
                  </a:lnTo>
                  <a:lnTo>
                    <a:pt x="2116233" y="2180989"/>
                  </a:lnTo>
                  <a:lnTo>
                    <a:pt x="2116233" y="2180558"/>
                  </a:lnTo>
                  <a:lnTo>
                    <a:pt x="2116351" y="2180558"/>
                  </a:lnTo>
                  <a:lnTo>
                    <a:pt x="2116468" y="2180558"/>
                  </a:lnTo>
                  <a:lnTo>
                    <a:pt x="2116586" y="2180558"/>
                  </a:lnTo>
                  <a:lnTo>
                    <a:pt x="2116586" y="2180127"/>
                  </a:lnTo>
                  <a:lnTo>
                    <a:pt x="2116586" y="2179697"/>
                  </a:lnTo>
                  <a:lnTo>
                    <a:pt x="2116703" y="2179697"/>
                  </a:lnTo>
                  <a:lnTo>
                    <a:pt x="2116821" y="2179697"/>
                  </a:lnTo>
                  <a:lnTo>
                    <a:pt x="2116939" y="2179697"/>
                  </a:lnTo>
                  <a:lnTo>
                    <a:pt x="2117056" y="2179697"/>
                  </a:lnTo>
                  <a:lnTo>
                    <a:pt x="2117174" y="2179697"/>
                  </a:lnTo>
                  <a:lnTo>
                    <a:pt x="2117291" y="2179697"/>
                  </a:lnTo>
                  <a:lnTo>
                    <a:pt x="2117291" y="2179266"/>
                  </a:lnTo>
                  <a:lnTo>
                    <a:pt x="2117409" y="2179266"/>
                  </a:lnTo>
                  <a:lnTo>
                    <a:pt x="2117527" y="2179266"/>
                  </a:lnTo>
                  <a:lnTo>
                    <a:pt x="2117644" y="2179266"/>
                  </a:lnTo>
                  <a:lnTo>
                    <a:pt x="2117644" y="2178836"/>
                  </a:lnTo>
                  <a:lnTo>
                    <a:pt x="2117644" y="2178405"/>
                  </a:lnTo>
                  <a:lnTo>
                    <a:pt x="2117762" y="2178405"/>
                  </a:lnTo>
                  <a:lnTo>
                    <a:pt x="2117880" y="2178405"/>
                  </a:lnTo>
                  <a:lnTo>
                    <a:pt x="2117997" y="2178405"/>
                  </a:lnTo>
                  <a:lnTo>
                    <a:pt x="2117997" y="2177974"/>
                  </a:lnTo>
                  <a:lnTo>
                    <a:pt x="2118115" y="2177974"/>
                  </a:lnTo>
                  <a:lnTo>
                    <a:pt x="2118232" y="2177974"/>
                  </a:lnTo>
                  <a:lnTo>
                    <a:pt x="2118350" y="2177974"/>
                  </a:lnTo>
                  <a:lnTo>
                    <a:pt x="2118468" y="2177974"/>
                  </a:lnTo>
                  <a:lnTo>
                    <a:pt x="2118585" y="2177974"/>
                  </a:lnTo>
                  <a:lnTo>
                    <a:pt x="2118703" y="2177974"/>
                  </a:lnTo>
                  <a:lnTo>
                    <a:pt x="2118820" y="2177974"/>
                  </a:lnTo>
                  <a:lnTo>
                    <a:pt x="2118938" y="2177974"/>
                  </a:lnTo>
                  <a:lnTo>
                    <a:pt x="2119056" y="2177974"/>
                  </a:lnTo>
                  <a:lnTo>
                    <a:pt x="2119173" y="2177974"/>
                  </a:lnTo>
                  <a:lnTo>
                    <a:pt x="2119291" y="2177974"/>
                  </a:lnTo>
                  <a:lnTo>
                    <a:pt x="2119291" y="2177544"/>
                  </a:lnTo>
                  <a:lnTo>
                    <a:pt x="2119291" y="2177113"/>
                  </a:lnTo>
                  <a:lnTo>
                    <a:pt x="2119409" y="2177113"/>
                  </a:lnTo>
                  <a:lnTo>
                    <a:pt x="2119409" y="2176683"/>
                  </a:lnTo>
                  <a:lnTo>
                    <a:pt x="2119526" y="2176683"/>
                  </a:lnTo>
                  <a:lnTo>
                    <a:pt x="2119644" y="2176683"/>
                  </a:lnTo>
                  <a:lnTo>
                    <a:pt x="2119761" y="2176683"/>
                  </a:lnTo>
                  <a:lnTo>
                    <a:pt x="2119761" y="2176252"/>
                  </a:lnTo>
                  <a:lnTo>
                    <a:pt x="2119879" y="2176252"/>
                  </a:lnTo>
                  <a:lnTo>
                    <a:pt x="2119997" y="2176252"/>
                  </a:lnTo>
                  <a:lnTo>
                    <a:pt x="2120114" y="2176252"/>
                  </a:lnTo>
                  <a:lnTo>
                    <a:pt x="2120232" y="2176252"/>
                  </a:lnTo>
                  <a:lnTo>
                    <a:pt x="2120349" y="2176252"/>
                  </a:lnTo>
                  <a:lnTo>
                    <a:pt x="2120349" y="2175821"/>
                  </a:lnTo>
                  <a:lnTo>
                    <a:pt x="2120467" y="2175821"/>
                  </a:lnTo>
                  <a:lnTo>
                    <a:pt x="2120585" y="2175821"/>
                  </a:lnTo>
                  <a:lnTo>
                    <a:pt x="2120702" y="2175821"/>
                  </a:lnTo>
                  <a:lnTo>
                    <a:pt x="2120820" y="2175821"/>
                  </a:lnTo>
                  <a:lnTo>
                    <a:pt x="2120938" y="2175821"/>
                  </a:lnTo>
                  <a:lnTo>
                    <a:pt x="2121055" y="2175821"/>
                  </a:lnTo>
                  <a:lnTo>
                    <a:pt x="2121055" y="2175391"/>
                  </a:lnTo>
                  <a:lnTo>
                    <a:pt x="2121055" y="2174960"/>
                  </a:lnTo>
                  <a:lnTo>
                    <a:pt x="2121173" y="2174960"/>
                  </a:lnTo>
                  <a:lnTo>
                    <a:pt x="2121173" y="2174530"/>
                  </a:lnTo>
                  <a:lnTo>
                    <a:pt x="2121290" y="2174530"/>
                  </a:lnTo>
                  <a:lnTo>
                    <a:pt x="2121408" y="2174530"/>
                  </a:lnTo>
                  <a:lnTo>
                    <a:pt x="2121526" y="2174530"/>
                  </a:lnTo>
                  <a:lnTo>
                    <a:pt x="2121526" y="2174099"/>
                  </a:lnTo>
                  <a:lnTo>
                    <a:pt x="2121643" y="2174099"/>
                  </a:lnTo>
                  <a:lnTo>
                    <a:pt x="2121643" y="2173668"/>
                  </a:lnTo>
                  <a:lnTo>
                    <a:pt x="2121761" y="2173668"/>
                  </a:lnTo>
                  <a:lnTo>
                    <a:pt x="2121761" y="2173238"/>
                  </a:lnTo>
                  <a:lnTo>
                    <a:pt x="2121761" y="2172807"/>
                  </a:lnTo>
                  <a:lnTo>
                    <a:pt x="2121761" y="2172377"/>
                  </a:lnTo>
                  <a:lnTo>
                    <a:pt x="2121761" y="2171946"/>
                  </a:lnTo>
                  <a:lnTo>
                    <a:pt x="2121878" y="2171946"/>
                  </a:lnTo>
                  <a:lnTo>
                    <a:pt x="2121996" y="2171946"/>
                  </a:lnTo>
                  <a:lnTo>
                    <a:pt x="2122114" y="2171946"/>
                  </a:lnTo>
                  <a:lnTo>
                    <a:pt x="2122231" y="2171946"/>
                  </a:lnTo>
                  <a:lnTo>
                    <a:pt x="2122349" y="2171946"/>
                  </a:lnTo>
                  <a:lnTo>
                    <a:pt x="2122467" y="2171946"/>
                  </a:lnTo>
                  <a:lnTo>
                    <a:pt x="2122584" y="2171946"/>
                  </a:lnTo>
                  <a:lnTo>
                    <a:pt x="2122584" y="2171515"/>
                  </a:lnTo>
                  <a:lnTo>
                    <a:pt x="2122702" y="2171515"/>
                  </a:lnTo>
                  <a:lnTo>
                    <a:pt x="2122702" y="2171085"/>
                  </a:lnTo>
                  <a:lnTo>
                    <a:pt x="2122819" y="2171085"/>
                  </a:lnTo>
                  <a:lnTo>
                    <a:pt x="2122937" y="2171085"/>
                  </a:lnTo>
                  <a:lnTo>
                    <a:pt x="2123055" y="2171085"/>
                  </a:lnTo>
                  <a:lnTo>
                    <a:pt x="2123172" y="2171085"/>
                  </a:lnTo>
                  <a:lnTo>
                    <a:pt x="2123172" y="2170654"/>
                  </a:lnTo>
                  <a:lnTo>
                    <a:pt x="2123290" y="2170654"/>
                  </a:lnTo>
                  <a:lnTo>
                    <a:pt x="2123290" y="2170224"/>
                  </a:lnTo>
                  <a:lnTo>
                    <a:pt x="2123407" y="2170224"/>
                  </a:lnTo>
                  <a:lnTo>
                    <a:pt x="2123525" y="2170224"/>
                  </a:lnTo>
                  <a:lnTo>
                    <a:pt x="2123643" y="2170224"/>
                  </a:lnTo>
                  <a:lnTo>
                    <a:pt x="2123760" y="2170224"/>
                  </a:lnTo>
                  <a:lnTo>
                    <a:pt x="2123760" y="2169793"/>
                  </a:lnTo>
                  <a:lnTo>
                    <a:pt x="2123878" y="2169793"/>
                  </a:lnTo>
                  <a:lnTo>
                    <a:pt x="2123878" y="2169362"/>
                  </a:lnTo>
                  <a:lnTo>
                    <a:pt x="2123878" y="2168932"/>
                  </a:lnTo>
                  <a:lnTo>
                    <a:pt x="2123996" y="2168932"/>
                  </a:lnTo>
                  <a:lnTo>
                    <a:pt x="2124113" y="2168932"/>
                  </a:lnTo>
                  <a:lnTo>
                    <a:pt x="2124231" y="2168932"/>
                  </a:lnTo>
                  <a:lnTo>
                    <a:pt x="2124348" y="2168932"/>
                  </a:lnTo>
                  <a:lnTo>
                    <a:pt x="2124466" y="2168932"/>
                  </a:lnTo>
                  <a:lnTo>
                    <a:pt x="2124466" y="2168501"/>
                  </a:lnTo>
                  <a:lnTo>
                    <a:pt x="2124466" y="2168071"/>
                  </a:lnTo>
                  <a:lnTo>
                    <a:pt x="2124584" y="2168071"/>
                  </a:lnTo>
                  <a:lnTo>
                    <a:pt x="2124701" y="2168071"/>
                  </a:lnTo>
                  <a:lnTo>
                    <a:pt x="2124819" y="2168071"/>
                  </a:lnTo>
                  <a:lnTo>
                    <a:pt x="2124936" y="2168071"/>
                  </a:lnTo>
                  <a:lnTo>
                    <a:pt x="2125054" y="2168071"/>
                  </a:lnTo>
                  <a:lnTo>
                    <a:pt x="2125054" y="2167640"/>
                  </a:lnTo>
                  <a:lnTo>
                    <a:pt x="2125172" y="2167640"/>
                  </a:lnTo>
                  <a:lnTo>
                    <a:pt x="2125289" y="2167640"/>
                  </a:lnTo>
                  <a:lnTo>
                    <a:pt x="2125407" y="2167640"/>
                  </a:lnTo>
                  <a:lnTo>
                    <a:pt x="2125524" y="2167640"/>
                  </a:lnTo>
                  <a:lnTo>
                    <a:pt x="2125642" y="2167640"/>
                  </a:lnTo>
                  <a:lnTo>
                    <a:pt x="2125760" y="2167640"/>
                  </a:lnTo>
                  <a:lnTo>
                    <a:pt x="2125760" y="2167209"/>
                  </a:lnTo>
                  <a:lnTo>
                    <a:pt x="2125877" y="2167209"/>
                  </a:lnTo>
                  <a:lnTo>
                    <a:pt x="2125995" y="2167209"/>
                  </a:lnTo>
                  <a:lnTo>
                    <a:pt x="2125995" y="2166779"/>
                  </a:lnTo>
                  <a:lnTo>
                    <a:pt x="2126113" y="2166779"/>
                  </a:lnTo>
                  <a:lnTo>
                    <a:pt x="2126230" y="2166779"/>
                  </a:lnTo>
                  <a:lnTo>
                    <a:pt x="2126348" y="2166779"/>
                  </a:lnTo>
                  <a:lnTo>
                    <a:pt x="2126348" y="2166348"/>
                  </a:lnTo>
                  <a:lnTo>
                    <a:pt x="2126348" y="2165918"/>
                  </a:lnTo>
                  <a:lnTo>
                    <a:pt x="2126465" y="2165918"/>
                  </a:lnTo>
                  <a:lnTo>
                    <a:pt x="2126583" y="2165918"/>
                  </a:lnTo>
                  <a:lnTo>
                    <a:pt x="2126701" y="2165918"/>
                  </a:lnTo>
                  <a:lnTo>
                    <a:pt x="2126701" y="2165487"/>
                  </a:lnTo>
                  <a:lnTo>
                    <a:pt x="2126818" y="2165487"/>
                  </a:lnTo>
                  <a:lnTo>
                    <a:pt x="2126936" y="2165487"/>
                  </a:lnTo>
                  <a:lnTo>
                    <a:pt x="2127053" y="2165487"/>
                  </a:lnTo>
                  <a:lnTo>
                    <a:pt x="2127053" y="2165056"/>
                  </a:lnTo>
                  <a:lnTo>
                    <a:pt x="2127171" y="2165056"/>
                  </a:lnTo>
                  <a:lnTo>
                    <a:pt x="2127289" y="2165056"/>
                  </a:lnTo>
                  <a:lnTo>
                    <a:pt x="2127406" y="2165056"/>
                  </a:lnTo>
                  <a:lnTo>
                    <a:pt x="2127524" y="2165056"/>
                  </a:lnTo>
                  <a:lnTo>
                    <a:pt x="2127524" y="2164626"/>
                  </a:lnTo>
                  <a:lnTo>
                    <a:pt x="2127524" y="2164195"/>
                  </a:lnTo>
                  <a:lnTo>
                    <a:pt x="2127642" y="2164195"/>
                  </a:lnTo>
                  <a:lnTo>
                    <a:pt x="2127759" y="2164195"/>
                  </a:lnTo>
                  <a:lnTo>
                    <a:pt x="2127877" y="2164195"/>
                  </a:lnTo>
                  <a:lnTo>
                    <a:pt x="2127877" y="2163765"/>
                  </a:lnTo>
                  <a:lnTo>
                    <a:pt x="2127994" y="2163765"/>
                  </a:lnTo>
                  <a:lnTo>
                    <a:pt x="2127994" y="2163334"/>
                  </a:lnTo>
                  <a:lnTo>
                    <a:pt x="2128112" y="2163334"/>
                  </a:lnTo>
                  <a:lnTo>
                    <a:pt x="2128112" y="2162903"/>
                  </a:lnTo>
                  <a:lnTo>
                    <a:pt x="2128230" y="2162903"/>
                  </a:lnTo>
                  <a:lnTo>
                    <a:pt x="2128230" y="2162473"/>
                  </a:lnTo>
                  <a:lnTo>
                    <a:pt x="2128347" y="2162473"/>
                  </a:lnTo>
                  <a:lnTo>
                    <a:pt x="2128347" y="2162042"/>
                  </a:lnTo>
                  <a:lnTo>
                    <a:pt x="2128465" y="2162042"/>
                  </a:lnTo>
                  <a:lnTo>
                    <a:pt x="2128582" y="2162042"/>
                  </a:lnTo>
                  <a:lnTo>
                    <a:pt x="2128700" y="2162042"/>
                  </a:lnTo>
                  <a:lnTo>
                    <a:pt x="2128700" y="2161612"/>
                  </a:lnTo>
                  <a:lnTo>
                    <a:pt x="2128818" y="2161612"/>
                  </a:lnTo>
                  <a:lnTo>
                    <a:pt x="2128818" y="2161181"/>
                  </a:lnTo>
                  <a:lnTo>
                    <a:pt x="2128935" y="2161181"/>
                  </a:lnTo>
                  <a:lnTo>
                    <a:pt x="2129053" y="2161181"/>
                  </a:lnTo>
                  <a:lnTo>
                    <a:pt x="2129171" y="2161181"/>
                  </a:lnTo>
                  <a:lnTo>
                    <a:pt x="2129288" y="2161181"/>
                  </a:lnTo>
                  <a:lnTo>
                    <a:pt x="2129288" y="2160750"/>
                  </a:lnTo>
                  <a:lnTo>
                    <a:pt x="2129288" y="2160320"/>
                  </a:lnTo>
                  <a:lnTo>
                    <a:pt x="2129406" y="2160320"/>
                  </a:lnTo>
                  <a:lnTo>
                    <a:pt x="2129523" y="2160320"/>
                  </a:lnTo>
                  <a:lnTo>
                    <a:pt x="2129641" y="2160320"/>
                  </a:lnTo>
                  <a:lnTo>
                    <a:pt x="2129641" y="2159889"/>
                  </a:lnTo>
                  <a:lnTo>
                    <a:pt x="2129759" y="2159889"/>
                  </a:lnTo>
                  <a:lnTo>
                    <a:pt x="2129876" y="2159889"/>
                  </a:lnTo>
                  <a:lnTo>
                    <a:pt x="2129876" y="2159459"/>
                  </a:lnTo>
                  <a:lnTo>
                    <a:pt x="2129994" y="2159459"/>
                  </a:lnTo>
                  <a:lnTo>
                    <a:pt x="2130111" y="2159459"/>
                  </a:lnTo>
                  <a:lnTo>
                    <a:pt x="2130229" y="2159459"/>
                  </a:lnTo>
                  <a:lnTo>
                    <a:pt x="2130347" y="2159459"/>
                  </a:lnTo>
                  <a:lnTo>
                    <a:pt x="2130347" y="2159028"/>
                  </a:lnTo>
                  <a:lnTo>
                    <a:pt x="2130464" y="2159028"/>
                  </a:lnTo>
                  <a:lnTo>
                    <a:pt x="2130582" y="2159028"/>
                  </a:lnTo>
                  <a:lnTo>
                    <a:pt x="2130700" y="2159028"/>
                  </a:lnTo>
                  <a:lnTo>
                    <a:pt x="2130817" y="2159028"/>
                  </a:lnTo>
                  <a:lnTo>
                    <a:pt x="2130817" y="2158597"/>
                  </a:lnTo>
                  <a:lnTo>
                    <a:pt x="2130817" y="2158167"/>
                  </a:lnTo>
                  <a:lnTo>
                    <a:pt x="2130935" y="2158167"/>
                  </a:lnTo>
                  <a:lnTo>
                    <a:pt x="2131052" y="2158167"/>
                  </a:lnTo>
                  <a:lnTo>
                    <a:pt x="2131052" y="2157736"/>
                  </a:lnTo>
                  <a:lnTo>
                    <a:pt x="2131052" y="2157306"/>
                  </a:lnTo>
                  <a:lnTo>
                    <a:pt x="2131170" y="2157306"/>
                  </a:lnTo>
                  <a:lnTo>
                    <a:pt x="2131288" y="2157306"/>
                  </a:lnTo>
                  <a:lnTo>
                    <a:pt x="2131405" y="2157306"/>
                  </a:lnTo>
                  <a:lnTo>
                    <a:pt x="2131523" y="2157306"/>
                  </a:lnTo>
                  <a:lnTo>
                    <a:pt x="2131640" y="2157306"/>
                  </a:lnTo>
                  <a:lnTo>
                    <a:pt x="2131758" y="2157306"/>
                  </a:lnTo>
                  <a:lnTo>
                    <a:pt x="2131876" y="2157306"/>
                  </a:lnTo>
                  <a:lnTo>
                    <a:pt x="2131993" y="2157306"/>
                  </a:lnTo>
                  <a:lnTo>
                    <a:pt x="2131993" y="2156875"/>
                  </a:lnTo>
                  <a:lnTo>
                    <a:pt x="2131993" y="2156444"/>
                  </a:lnTo>
                  <a:lnTo>
                    <a:pt x="2132111" y="2156444"/>
                  </a:lnTo>
                  <a:lnTo>
                    <a:pt x="2132111" y="2156014"/>
                  </a:lnTo>
                  <a:lnTo>
                    <a:pt x="2132229" y="2156014"/>
                  </a:lnTo>
                  <a:lnTo>
                    <a:pt x="2132346" y="2156014"/>
                  </a:lnTo>
                  <a:lnTo>
                    <a:pt x="2132464" y="2156014"/>
                  </a:lnTo>
                  <a:lnTo>
                    <a:pt x="2132581" y="2156014"/>
                  </a:lnTo>
                  <a:lnTo>
                    <a:pt x="2132699" y="2156014"/>
                  </a:lnTo>
                  <a:lnTo>
                    <a:pt x="2132817" y="2156014"/>
                  </a:lnTo>
                  <a:lnTo>
                    <a:pt x="2132934" y="2156014"/>
                  </a:lnTo>
                  <a:lnTo>
                    <a:pt x="2133052" y="2156014"/>
                  </a:lnTo>
                  <a:lnTo>
                    <a:pt x="2133169" y="2156014"/>
                  </a:lnTo>
                  <a:lnTo>
                    <a:pt x="2133287" y="2156014"/>
                  </a:lnTo>
                  <a:lnTo>
                    <a:pt x="2133287" y="2155583"/>
                  </a:lnTo>
                  <a:lnTo>
                    <a:pt x="2133405" y="2155583"/>
                  </a:lnTo>
                  <a:lnTo>
                    <a:pt x="2133522" y="2155583"/>
                  </a:lnTo>
                  <a:lnTo>
                    <a:pt x="2133640" y="2155583"/>
                  </a:lnTo>
                  <a:lnTo>
                    <a:pt x="2133757" y="2155583"/>
                  </a:lnTo>
                  <a:lnTo>
                    <a:pt x="2133875" y="2155583"/>
                  </a:lnTo>
                  <a:lnTo>
                    <a:pt x="2133875" y="2155153"/>
                  </a:lnTo>
                  <a:lnTo>
                    <a:pt x="2133993" y="2155153"/>
                  </a:lnTo>
                  <a:lnTo>
                    <a:pt x="2133993" y="2154722"/>
                  </a:lnTo>
                  <a:lnTo>
                    <a:pt x="2133993" y="2154291"/>
                  </a:lnTo>
                  <a:lnTo>
                    <a:pt x="2134110" y="2154291"/>
                  </a:lnTo>
                  <a:lnTo>
                    <a:pt x="2134228" y="2154291"/>
                  </a:lnTo>
                  <a:lnTo>
                    <a:pt x="2134346" y="2154291"/>
                  </a:lnTo>
                  <a:lnTo>
                    <a:pt x="2134463" y="2154291"/>
                  </a:lnTo>
                  <a:lnTo>
                    <a:pt x="2134581" y="2154291"/>
                  </a:lnTo>
                  <a:lnTo>
                    <a:pt x="2134698" y="2154291"/>
                  </a:lnTo>
                  <a:lnTo>
                    <a:pt x="2134816" y="2154291"/>
                  </a:lnTo>
                  <a:lnTo>
                    <a:pt x="2134816" y="2153861"/>
                  </a:lnTo>
                  <a:lnTo>
                    <a:pt x="2134934" y="2153861"/>
                  </a:lnTo>
                  <a:lnTo>
                    <a:pt x="2135051" y="2153861"/>
                  </a:lnTo>
                  <a:lnTo>
                    <a:pt x="2135051" y="2153430"/>
                  </a:lnTo>
                  <a:lnTo>
                    <a:pt x="2135169" y="2153430"/>
                  </a:lnTo>
                  <a:lnTo>
                    <a:pt x="2135286" y="2153430"/>
                  </a:lnTo>
                  <a:lnTo>
                    <a:pt x="2135404" y="2153430"/>
                  </a:lnTo>
                  <a:lnTo>
                    <a:pt x="2135522" y="2153430"/>
                  </a:lnTo>
                  <a:lnTo>
                    <a:pt x="2135639" y="2153430"/>
                  </a:lnTo>
                  <a:lnTo>
                    <a:pt x="2135757" y="2153430"/>
                  </a:lnTo>
                  <a:lnTo>
                    <a:pt x="2135875" y="2153430"/>
                  </a:lnTo>
                  <a:lnTo>
                    <a:pt x="2135992" y="2153430"/>
                  </a:lnTo>
                  <a:lnTo>
                    <a:pt x="2136110" y="2153430"/>
                  </a:lnTo>
                  <a:lnTo>
                    <a:pt x="2136227" y="2153430"/>
                  </a:lnTo>
                  <a:lnTo>
                    <a:pt x="2136345" y="2153430"/>
                  </a:lnTo>
                  <a:lnTo>
                    <a:pt x="2136463" y="2153430"/>
                  </a:lnTo>
                  <a:lnTo>
                    <a:pt x="2136580" y="2153430"/>
                  </a:lnTo>
                  <a:lnTo>
                    <a:pt x="2136698" y="2153430"/>
                  </a:lnTo>
                  <a:lnTo>
                    <a:pt x="2136815" y="2153430"/>
                  </a:lnTo>
                  <a:lnTo>
                    <a:pt x="2136933" y="2153430"/>
                  </a:lnTo>
                  <a:lnTo>
                    <a:pt x="2136933" y="2153000"/>
                  </a:lnTo>
                  <a:lnTo>
                    <a:pt x="2137051" y="2153000"/>
                  </a:lnTo>
                  <a:lnTo>
                    <a:pt x="2137168" y="2153000"/>
                  </a:lnTo>
                  <a:lnTo>
                    <a:pt x="2137286" y="2153000"/>
                  </a:lnTo>
                  <a:lnTo>
                    <a:pt x="2137286" y="2152569"/>
                  </a:lnTo>
                  <a:lnTo>
                    <a:pt x="2137404" y="2152569"/>
                  </a:lnTo>
                  <a:lnTo>
                    <a:pt x="2137521" y="2152569"/>
                  </a:lnTo>
                  <a:lnTo>
                    <a:pt x="2137639" y="2152569"/>
                  </a:lnTo>
                  <a:lnTo>
                    <a:pt x="2137756" y="2152569"/>
                  </a:lnTo>
                  <a:lnTo>
                    <a:pt x="2137874" y="2152569"/>
                  </a:lnTo>
                  <a:lnTo>
                    <a:pt x="2137992" y="2152569"/>
                  </a:lnTo>
                  <a:lnTo>
                    <a:pt x="2138109" y="2152569"/>
                  </a:lnTo>
                  <a:lnTo>
                    <a:pt x="2138227" y="2152569"/>
                  </a:lnTo>
                  <a:lnTo>
                    <a:pt x="2138344" y="2152569"/>
                  </a:lnTo>
                  <a:lnTo>
                    <a:pt x="2138344" y="2152138"/>
                  </a:lnTo>
                  <a:lnTo>
                    <a:pt x="2138344" y="2151708"/>
                  </a:lnTo>
                  <a:lnTo>
                    <a:pt x="2138462" y="2151708"/>
                  </a:lnTo>
                  <a:lnTo>
                    <a:pt x="2138580" y="2151708"/>
                  </a:lnTo>
                  <a:lnTo>
                    <a:pt x="2138697" y="2151708"/>
                  </a:lnTo>
                  <a:lnTo>
                    <a:pt x="2138697" y="2151277"/>
                  </a:lnTo>
                  <a:lnTo>
                    <a:pt x="2138697" y="2150847"/>
                  </a:lnTo>
                  <a:lnTo>
                    <a:pt x="2138697" y="2150416"/>
                  </a:lnTo>
                  <a:lnTo>
                    <a:pt x="2138815" y="2150416"/>
                  </a:lnTo>
                  <a:lnTo>
                    <a:pt x="2138933" y="2150416"/>
                  </a:lnTo>
                  <a:lnTo>
                    <a:pt x="2139050" y="2150416"/>
                  </a:lnTo>
                  <a:lnTo>
                    <a:pt x="2139168" y="2150416"/>
                  </a:lnTo>
                  <a:lnTo>
                    <a:pt x="2139168" y="2149985"/>
                  </a:lnTo>
                  <a:lnTo>
                    <a:pt x="2139285" y="2149985"/>
                  </a:lnTo>
                  <a:lnTo>
                    <a:pt x="2139285" y="2149555"/>
                  </a:lnTo>
                  <a:lnTo>
                    <a:pt x="2139403" y="2149555"/>
                  </a:lnTo>
                  <a:lnTo>
                    <a:pt x="2139403" y="2149124"/>
                  </a:lnTo>
                  <a:lnTo>
                    <a:pt x="2139521" y="2149124"/>
                  </a:lnTo>
                  <a:lnTo>
                    <a:pt x="2139638" y="2149124"/>
                  </a:lnTo>
                  <a:lnTo>
                    <a:pt x="2139756" y="2149124"/>
                  </a:lnTo>
                  <a:lnTo>
                    <a:pt x="2139756" y="2148694"/>
                  </a:lnTo>
                  <a:lnTo>
                    <a:pt x="2139756" y="2148263"/>
                  </a:lnTo>
                  <a:lnTo>
                    <a:pt x="2139756" y="2147832"/>
                  </a:lnTo>
                  <a:lnTo>
                    <a:pt x="2139756" y="2147402"/>
                  </a:lnTo>
                  <a:lnTo>
                    <a:pt x="2139873" y="2147402"/>
                  </a:lnTo>
                  <a:lnTo>
                    <a:pt x="2139991" y="2147402"/>
                  </a:lnTo>
                  <a:lnTo>
                    <a:pt x="2139991" y="2146971"/>
                  </a:lnTo>
                  <a:lnTo>
                    <a:pt x="2140109" y="2146971"/>
                  </a:lnTo>
                  <a:lnTo>
                    <a:pt x="2140226" y="2146971"/>
                  </a:lnTo>
                  <a:lnTo>
                    <a:pt x="2140344" y="2146971"/>
                  </a:lnTo>
                  <a:lnTo>
                    <a:pt x="2140462" y="2146971"/>
                  </a:lnTo>
                  <a:lnTo>
                    <a:pt x="2140579" y="2146971"/>
                  </a:lnTo>
                  <a:lnTo>
                    <a:pt x="2140579" y="2146541"/>
                  </a:lnTo>
                  <a:lnTo>
                    <a:pt x="2140579" y="2146110"/>
                  </a:lnTo>
                  <a:lnTo>
                    <a:pt x="2140697" y="2146110"/>
                  </a:lnTo>
                  <a:lnTo>
                    <a:pt x="2140814" y="2146110"/>
                  </a:lnTo>
                  <a:lnTo>
                    <a:pt x="2140814" y="2145679"/>
                  </a:lnTo>
                  <a:lnTo>
                    <a:pt x="2140932" y="2145679"/>
                  </a:lnTo>
                  <a:lnTo>
                    <a:pt x="2141050" y="2145679"/>
                  </a:lnTo>
                  <a:lnTo>
                    <a:pt x="2141167" y="2145679"/>
                  </a:lnTo>
                  <a:lnTo>
                    <a:pt x="2141285" y="2145679"/>
                  </a:lnTo>
                  <a:lnTo>
                    <a:pt x="2141285" y="2145249"/>
                  </a:lnTo>
                  <a:lnTo>
                    <a:pt x="2141402" y="2145249"/>
                  </a:lnTo>
                  <a:lnTo>
                    <a:pt x="2141520" y="2145249"/>
                  </a:lnTo>
                  <a:lnTo>
                    <a:pt x="2141638" y="2145249"/>
                  </a:lnTo>
                  <a:lnTo>
                    <a:pt x="2141755" y="2145249"/>
                  </a:lnTo>
                  <a:lnTo>
                    <a:pt x="2141873" y="2145249"/>
                  </a:lnTo>
                  <a:lnTo>
                    <a:pt x="2141990" y="2145249"/>
                  </a:lnTo>
                  <a:lnTo>
                    <a:pt x="2141990" y="2144818"/>
                  </a:lnTo>
                  <a:lnTo>
                    <a:pt x="2142108" y="2144818"/>
                  </a:lnTo>
                  <a:lnTo>
                    <a:pt x="2142226" y="2144818"/>
                  </a:lnTo>
                  <a:lnTo>
                    <a:pt x="2142343" y="2144818"/>
                  </a:lnTo>
                  <a:lnTo>
                    <a:pt x="2142461" y="2144818"/>
                  </a:lnTo>
                  <a:lnTo>
                    <a:pt x="2142461" y="2144388"/>
                  </a:lnTo>
                  <a:lnTo>
                    <a:pt x="2142579" y="2144388"/>
                  </a:lnTo>
                  <a:lnTo>
                    <a:pt x="2142696" y="2144388"/>
                  </a:lnTo>
                  <a:lnTo>
                    <a:pt x="2142814" y="2144388"/>
                  </a:lnTo>
                  <a:lnTo>
                    <a:pt x="2142814" y="2143957"/>
                  </a:lnTo>
                  <a:lnTo>
                    <a:pt x="2142814" y="2143526"/>
                  </a:lnTo>
                  <a:lnTo>
                    <a:pt x="2142931" y="2143526"/>
                  </a:lnTo>
                  <a:lnTo>
                    <a:pt x="2142931" y="2143096"/>
                  </a:lnTo>
                  <a:lnTo>
                    <a:pt x="2143049" y="2143096"/>
                  </a:lnTo>
                  <a:lnTo>
                    <a:pt x="2143167" y="2143096"/>
                  </a:lnTo>
                  <a:lnTo>
                    <a:pt x="2143284" y="2143096"/>
                  </a:lnTo>
                  <a:lnTo>
                    <a:pt x="2143402" y="2143096"/>
                  </a:lnTo>
                  <a:lnTo>
                    <a:pt x="2143519" y="2143096"/>
                  </a:lnTo>
                  <a:lnTo>
                    <a:pt x="2143637" y="2143096"/>
                  </a:lnTo>
                  <a:lnTo>
                    <a:pt x="2143755" y="2143096"/>
                  </a:lnTo>
                  <a:lnTo>
                    <a:pt x="2143872" y="2143096"/>
                  </a:lnTo>
                  <a:lnTo>
                    <a:pt x="2143990" y="2143096"/>
                  </a:lnTo>
                  <a:lnTo>
                    <a:pt x="2143990" y="2142665"/>
                  </a:lnTo>
                  <a:lnTo>
                    <a:pt x="2144108" y="2142665"/>
                  </a:lnTo>
                  <a:lnTo>
                    <a:pt x="2144225" y="2142665"/>
                  </a:lnTo>
                  <a:lnTo>
                    <a:pt x="2144343" y="2142665"/>
                  </a:lnTo>
                  <a:lnTo>
                    <a:pt x="2144460" y="2142665"/>
                  </a:lnTo>
                  <a:lnTo>
                    <a:pt x="2144578" y="2142665"/>
                  </a:lnTo>
                  <a:lnTo>
                    <a:pt x="2144696" y="2142665"/>
                  </a:lnTo>
                  <a:lnTo>
                    <a:pt x="2144813" y="2142665"/>
                  </a:lnTo>
                  <a:lnTo>
                    <a:pt x="2144931" y="2142665"/>
                  </a:lnTo>
                  <a:lnTo>
                    <a:pt x="2145048" y="2142665"/>
                  </a:lnTo>
                  <a:lnTo>
                    <a:pt x="2145048" y="2142235"/>
                  </a:lnTo>
                  <a:lnTo>
                    <a:pt x="2145166" y="2142235"/>
                  </a:lnTo>
                  <a:lnTo>
                    <a:pt x="2145166" y="2141804"/>
                  </a:lnTo>
                  <a:lnTo>
                    <a:pt x="2145166" y="2141373"/>
                  </a:lnTo>
                  <a:lnTo>
                    <a:pt x="2145166" y="2140943"/>
                  </a:lnTo>
                  <a:lnTo>
                    <a:pt x="2145284" y="2140943"/>
                  </a:lnTo>
                  <a:lnTo>
                    <a:pt x="2145401" y="2140943"/>
                  </a:lnTo>
                  <a:lnTo>
                    <a:pt x="2145401" y="2140512"/>
                  </a:lnTo>
                  <a:lnTo>
                    <a:pt x="2145519" y="2140512"/>
                  </a:lnTo>
                  <a:lnTo>
                    <a:pt x="2145519" y="2140082"/>
                  </a:lnTo>
                  <a:lnTo>
                    <a:pt x="2145637" y="2140082"/>
                  </a:lnTo>
                  <a:lnTo>
                    <a:pt x="2145754" y="2140082"/>
                  </a:lnTo>
                  <a:lnTo>
                    <a:pt x="2145872" y="2140082"/>
                  </a:lnTo>
                  <a:lnTo>
                    <a:pt x="2145989" y="2140082"/>
                  </a:lnTo>
                  <a:lnTo>
                    <a:pt x="2146107" y="2140082"/>
                  </a:lnTo>
                  <a:lnTo>
                    <a:pt x="2146225" y="2140082"/>
                  </a:lnTo>
                  <a:lnTo>
                    <a:pt x="2146342" y="2140082"/>
                  </a:lnTo>
                  <a:lnTo>
                    <a:pt x="2146342" y="2139651"/>
                  </a:lnTo>
                  <a:lnTo>
                    <a:pt x="2146460" y="2139651"/>
                  </a:lnTo>
                  <a:lnTo>
                    <a:pt x="2146577" y="2139651"/>
                  </a:lnTo>
                  <a:lnTo>
                    <a:pt x="2146577" y="2139220"/>
                  </a:lnTo>
                  <a:lnTo>
                    <a:pt x="2146577" y="2138790"/>
                  </a:lnTo>
                  <a:lnTo>
                    <a:pt x="2146695" y="2138790"/>
                  </a:lnTo>
                  <a:lnTo>
                    <a:pt x="2146813" y="2138790"/>
                  </a:lnTo>
                  <a:lnTo>
                    <a:pt x="2146930" y="2138790"/>
                  </a:lnTo>
                  <a:lnTo>
                    <a:pt x="2147048" y="2138790"/>
                  </a:lnTo>
                  <a:lnTo>
                    <a:pt x="2147048" y="2138359"/>
                  </a:lnTo>
                  <a:lnTo>
                    <a:pt x="2147166" y="2138359"/>
                  </a:lnTo>
                  <a:lnTo>
                    <a:pt x="2147166" y="2137929"/>
                  </a:lnTo>
                  <a:lnTo>
                    <a:pt x="2147283" y="2137929"/>
                  </a:lnTo>
                  <a:lnTo>
                    <a:pt x="2147401" y="2137929"/>
                  </a:lnTo>
                  <a:lnTo>
                    <a:pt x="2147518" y="2137929"/>
                  </a:lnTo>
                  <a:lnTo>
                    <a:pt x="2147636" y="2137929"/>
                  </a:lnTo>
                  <a:lnTo>
                    <a:pt x="2147754" y="2137929"/>
                  </a:lnTo>
                  <a:lnTo>
                    <a:pt x="2147871" y="2137929"/>
                  </a:lnTo>
                  <a:lnTo>
                    <a:pt x="2147989" y="2137929"/>
                  </a:lnTo>
                  <a:lnTo>
                    <a:pt x="2148106" y="2137929"/>
                  </a:lnTo>
                  <a:lnTo>
                    <a:pt x="2148224" y="2137929"/>
                  </a:lnTo>
                  <a:lnTo>
                    <a:pt x="2148342" y="2137929"/>
                  </a:lnTo>
                  <a:lnTo>
                    <a:pt x="2148459" y="2137929"/>
                  </a:lnTo>
                  <a:lnTo>
                    <a:pt x="2148577" y="2137929"/>
                  </a:lnTo>
                  <a:lnTo>
                    <a:pt x="2148695" y="2137929"/>
                  </a:lnTo>
                  <a:lnTo>
                    <a:pt x="2148812" y="2137929"/>
                  </a:lnTo>
                  <a:lnTo>
                    <a:pt x="2148930" y="2137929"/>
                  </a:lnTo>
                  <a:lnTo>
                    <a:pt x="2149047" y="2137929"/>
                  </a:lnTo>
                  <a:lnTo>
                    <a:pt x="2149165" y="2137929"/>
                  </a:lnTo>
                  <a:lnTo>
                    <a:pt x="2149283" y="2137929"/>
                  </a:lnTo>
                  <a:lnTo>
                    <a:pt x="2149400" y="2137929"/>
                  </a:lnTo>
                  <a:lnTo>
                    <a:pt x="2149518" y="2137929"/>
                  </a:lnTo>
                  <a:lnTo>
                    <a:pt x="2149518" y="2137498"/>
                  </a:lnTo>
                  <a:lnTo>
                    <a:pt x="2149635" y="2137498"/>
                  </a:lnTo>
                  <a:lnTo>
                    <a:pt x="2149753" y="2137498"/>
                  </a:lnTo>
                  <a:lnTo>
                    <a:pt x="2149871" y="2137498"/>
                  </a:lnTo>
                  <a:lnTo>
                    <a:pt x="2149988" y="2137498"/>
                  </a:lnTo>
                  <a:lnTo>
                    <a:pt x="2150106" y="2137498"/>
                  </a:lnTo>
                  <a:lnTo>
                    <a:pt x="2150223" y="2137498"/>
                  </a:lnTo>
                  <a:lnTo>
                    <a:pt x="2150341" y="2137498"/>
                  </a:lnTo>
                  <a:lnTo>
                    <a:pt x="2150459" y="2137498"/>
                  </a:lnTo>
                  <a:lnTo>
                    <a:pt x="2150576" y="2137498"/>
                  </a:lnTo>
                  <a:lnTo>
                    <a:pt x="2150694" y="2137498"/>
                  </a:lnTo>
                  <a:lnTo>
                    <a:pt x="2150812" y="2137498"/>
                  </a:lnTo>
                  <a:lnTo>
                    <a:pt x="2150929" y="2137498"/>
                  </a:lnTo>
                  <a:lnTo>
                    <a:pt x="2150929" y="2137067"/>
                  </a:lnTo>
                  <a:lnTo>
                    <a:pt x="2150929" y="2136637"/>
                  </a:lnTo>
                  <a:lnTo>
                    <a:pt x="2151047" y="2136637"/>
                  </a:lnTo>
                  <a:lnTo>
                    <a:pt x="2151164" y="2136637"/>
                  </a:lnTo>
                  <a:lnTo>
                    <a:pt x="2151282" y="2136637"/>
                  </a:lnTo>
                  <a:lnTo>
                    <a:pt x="2151282" y="2136206"/>
                  </a:lnTo>
                  <a:lnTo>
                    <a:pt x="2151400" y="2136206"/>
                  </a:lnTo>
                  <a:lnTo>
                    <a:pt x="2151517" y="2136206"/>
                  </a:lnTo>
                  <a:lnTo>
                    <a:pt x="2151517" y="2135776"/>
                  </a:lnTo>
                  <a:lnTo>
                    <a:pt x="2151635" y="2135776"/>
                  </a:lnTo>
                  <a:lnTo>
                    <a:pt x="2151752" y="2135776"/>
                  </a:lnTo>
                  <a:lnTo>
                    <a:pt x="2151870" y="2135776"/>
                  </a:lnTo>
                  <a:lnTo>
                    <a:pt x="2151988" y="2135776"/>
                  </a:lnTo>
                  <a:lnTo>
                    <a:pt x="2152105" y="2135776"/>
                  </a:lnTo>
                  <a:lnTo>
                    <a:pt x="2152105" y="2135345"/>
                  </a:lnTo>
                  <a:lnTo>
                    <a:pt x="2152105" y="2134914"/>
                  </a:lnTo>
                  <a:lnTo>
                    <a:pt x="2152223" y="2134914"/>
                  </a:lnTo>
                  <a:lnTo>
                    <a:pt x="2152341" y="2134914"/>
                  </a:lnTo>
                  <a:lnTo>
                    <a:pt x="2152458" y="2134914"/>
                  </a:lnTo>
                  <a:lnTo>
                    <a:pt x="2152576" y="2134914"/>
                  </a:lnTo>
                  <a:lnTo>
                    <a:pt x="2152693" y="2134914"/>
                  </a:lnTo>
                  <a:lnTo>
                    <a:pt x="2152811" y="2134914"/>
                  </a:lnTo>
                  <a:lnTo>
                    <a:pt x="2152929" y="2134914"/>
                  </a:lnTo>
                  <a:lnTo>
                    <a:pt x="2153046" y="2134914"/>
                  </a:lnTo>
                  <a:lnTo>
                    <a:pt x="2153164" y="2134914"/>
                  </a:lnTo>
                  <a:lnTo>
                    <a:pt x="2153281" y="2134914"/>
                  </a:lnTo>
                  <a:lnTo>
                    <a:pt x="2153399" y="2134914"/>
                  </a:lnTo>
                  <a:lnTo>
                    <a:pt x="2153517" y="2134914"/>
                  </a:lnTo>
                  <a:lnTo>
                    <a:pt x="2153634" y="2134914"/>
                  </a:lnTo>
                  <a:lnTo>
                    <a:pt x="2153752" y="2134914"/>
                  </a:lnTo>
                  <a:lnTo>
                    <a:pt x="2153752" y="2134484"/>
                  </a:lnTo>
                  <a:lnTo>
                    <a:pt x="2153870" y="2134484"/>
                  </a:lnTo>
                  <a:lnTo>
                    <a:pt x="2153987" y="2134484"/>
                  </a:lnTo>
                  <a:lnTo>
                    <a:pt x="2154105" y="2134484"/>
                  </a:lnTo>
                  <a:lnTo>
                    <a:pt x="2154222" y="2134484"/>
                  </a:lnTo>
                  <a:lnTo>
                    <a:pt x="2154340" y="2134484"/>
                  </a:lnTo>
                  <a:lnTo>
                    <a:pt x="2154458" y="2134484"/>
                  </a:lnTo>
                  <a:lnTo>
                    <a:pt x="2154575" y="2134484"/>
                  </a:lnTo>
                  <a:lnTo>
                    <a:pt x="2154693" y="2134484"/>
                  </a:lnTo>
                  <a:lnTo>
                    <a:pt x="2154810" y="2134484"/>
                  </a:lnTo>
                  <a:lnTo>
                    <a:pt x="2154928" y="2134484"/>
                  </a:lnTo>
                  <a:lnTo>
                    <a:pt x="2154928" y="2134053"/>
                  </a:lnTo>
                  <a:lnTo>
                    <a:pt x="2154928" y="2133623"/>
                  </a:lnTo>
                  <a:lnTo>
                    <a:pt x="2155046" y="2133623"/>
                  </a:lnTo>
                  <a:lnTo>
                    <a:pt x="2155163" y="2133623"/>
                  </a:lnTo>
                  <a:lnTo>
                    <a:pt x="2155281" y="2133623"/>
                  </a:lnTo>
                  <a:lnTo>
                    <a:pt x="2155281" y="2133192"/>
                  </a:lnTo>
                  <a:lnTo>
                    <a:pt x="2155399" y="2133192"/>
                  </a:lnTo>
                  <a:lnTo>
                    <a:pt x="2155516" y="2133192"/>
                  </a:lnTo>
                  <a:lnTo>
                    <a:pt x="2155634" y="2133192"/>
                  </a:lnTo>
                  <a:lnTo>
                    <a:pt x="2155751" y="2133192"/>
                  </a:lnTo>
                  <a:lnTo>
                    <a:pt x="2155869" y="2133192"/>
                  </a:lnTo>
                  <a:lnTo>
                    <a:pt x="2155987" y="2133192"/>
                  </a:lnTo>
                  <a:lnTo>
                    <a:pt x="2156104" y="2133192"/>
                  </a:lnTo>
                  <a:lnTo>
                    <a:pt x="2156222" y="2133192"/>
                  </a:lnTo>
                  <a:lnTo>
                    <a:pt x="2156339" y="2133192"/>
                  </a:lnTo>
                  <a:lnTo>
                    <a:pt x="2156457" y="2133192"/>
                  </a:lnTo>
                  <a:lnTo>
                    <a:pt x="2156575" y="2133192"/>
                  </a:lnTo>
                  <a:lnTo>
                    <a:pt x="2156575" y="2132761"/>
                  </a:lnTo>
                  <a:lnTo>
                    <a:pt x="2156692" y="2132761"/>
                  </a:lnTo>
                  <a:lnTo>
                    <a:pt x="2156810" y="2132761"/>
                  </a:lnTo>
                  <a:lnTo>
                    <a:pt x="2156928" y="2132761"/>
                  </a:lnTo>
                  <a:lnTo>
                    <a:pt x="2157045" y="2132761"/>
                  </a:lnTo>
                  <a:lnTo>
                    <a:pt x="2157045" y="2132331"/>
                  </a:lnTo>
                  <a:lnTo>
                    <a:pt x="2157163" y="2132331"/>
                  </a:lnTo>
                  <a:lnTo>
                    <a:pt x="2157280" y="2132331"/>
                  </a:lnTo>
                  <a:lnTo>
                    <a:pt x="2157398" y="2132331"/>
                  </a:lnTo>
                  <a:lnTo>
                    <a:pt x="2157516" y="2132331"/>
                  </a:lnTo>
                  <a:lnTo>
                    <a:pt x="2157633" y="2132331"/>
                  </a:lnTo>
                  <a:lnTo>
                    <a:pt x="2157751" y="2132331"/>
                  </a:lnTo>
                  <a:lnTo>
                    <a:pt x="2157868" y="2132331"/>
                  </a:lnTo>
                  <a:lnTo>
                    <a:pt x="2157986" y="2132331"/>
                  </a:lnTo>
                  <a:lnTo>
                    <a:pt x="2157986" y="2131900"/>
                  </a:lnTo>
                  <a:lnTo>
                    <a:pt x="2157986" y="2131470"/>
                  </a:lnTo>
                  <a:lnTo>
                    <a:pt x="2158104" y="2131470"/>
                  </a:lnTo>
                  <a:lnTo>
                    <a:pt x="2158221" y="2131470"/>
                  </a:lnTo>
                  <a:lnTo>
                    <a:pt x="2158221" y="2131039"/>
                  </a:lnTo>
                  <a:lnTo>
                    <a:pt x="2158339" y="2131039"/>
                  </a:lnTo>
                  <a:lnTo>
                    <a:pt x="2158456" y="2131039"/>
                  </a:lnTo>
                  <a:lnTo>
                    <a:pt x="2158574" y="2131039"/>
                  </a:lnTo>
                  <a:lnTo>
                    <a:pt x="2158574" y="2130608"/>
                  </a:lnTo>
                  <a:lnTo>
                    <a:pt x="2158692" y="2130608"/>
                  </a:lnTo>
                  <a:lnTo>
                    <a:pt x="2158809" y="2130608"/>
                  </a:lnTo>
                  <a:lnTo>
                    <a:pt x="2158809" y="2130178"/>
                  </a:lnTo>
                  <a:lnTo>
                    <a:pt x="2158809" y="2129747"/>
                  </a:lnTo>
                  <a:lnTo>
                    <a:pt x="2158927" y="2129747"/>
                  </a:lnTo>
                  <a:lnTo>
                    <a:pt x="2159045" y="2129747"/>
                  </a:lnTo>
                  <a:lnTo>
                    <a:pt x="2159162" y="2129747"/>
                  </a:lnTo>
                  <a:lnTo>
                    <a:pt x="2159162" y="2129317"/>
                  </a:lnTo>
                  <a:lnTo>
                    <a:pt x="2159280" y="2129317"/>
                  </a:lnTo>
                  <a:lnTo>
                    <a:pt x="2159280" y="2128886"/>
                  </a:lnTo>
                  <a:lnTo>
                    <a:pt x="2159397" y="2128886"/>
                  </a:lnTo>
                  <a:lnTo>
                    <a:pt x="2159397" y="2128455"/>
                  </a:lnTo>
                  <a:lnTo>
                    <a:pt x="2159515" y="2128455"/>
                  </a:lnTo>
                  <a:lnTo>
                    <a:pt x="2159633" y="2128455"/>
                  </a:lnTo>
                  <a:lnTo>
                    <a:pt x="2159750" y="2128455"/>
                  </a:lnTo>
                  <a:lnTo>
                    <a:pt x="2159868" y="2128455"/>
                  </a:lnTo>
                  <a:lnTo>
                    <a:pt x="2159985" y="2128455"/>
                  </a:lnTo>
                  <a:lnTo>
                    <a:pt x="2159985" y="2128025"/>
                  </a:lnTo>
                  <a:lnTo>
                    <a:pt x="2159985" y="2127594"/>
                  </a:lnTo>
                  <a:lnTo>
                    <a:pt x="2160103" y="2127594"/>
                  </a:lnTo>
                  <a:lnTo>
                    <a:pt x="2160221" y="2127594"/>
                  </a:lnTo>
                  <a:lnTo>
                    <a:pt x="2160221" y="2127164"/>
                  </a:lnTo>
                  <a:lnTo>
                    <a:pt x="2160338" y="2127164"/>
                  </a:lnTo>
                  <a:lnTo>
                    <a:pt x="2160456" y="2127164"/>
                  </a:lnTo>
                  <a:lnTo>
                    <a:pt x="2160456" y="2126733"/>
                  </a:lnTo>
                  <a:lnTo>
                    <a:pt x="2160574" y="2126733"/>
                  </a:lnTo>
                  <a:lnTo>
                    <a:pt x="2160691" y="2126733"/>
                  </a:lnTo>
                  <a:lnTo>
                    <a:pt x="2160809" y="2126733"/>
                  </a:lnTo>
                  <a:lnTo>
                    <a:pt x="2160926" y="2126733"/>
                  </a:lnTo>
                  <a:lnTo>
                    <a:pt x="2161044" y="2126733"/>
                  </a:lnTo>
                  <a:lnTo>
                    <a:pt x="2161162" y="2126733"/>
                  </a:lnTo>
                  <a:lnTo>
                    <a:pt x="2161279" y="2126733"/>
                  </a:lnTo>
                  <a:lnTo>
                    <a:pt x="2161397" y="2126733"/>
                  </a:lnTo>
                  <a:lnTo>
                    <a:pt x="2161397" y="2126302"/>
                  </a:lnTo>
                  <a:lnTo>
                    <a:pt x="2161514" y="2126302"/>
                  </a:lnTo>
                  <a:lnTo>
                    <a:pt x="2161632" y="2126302"/>
                  </a:lnTo>
                  <a:lnTo>
                    <a:pt x="2161632" y="2125872"/>
                  </a:lnTo>
                  <a:lnTo>
                    <a:pt x="2161750" y="2125872"/>
                  </a:lnTo>
                  <a:lnTo>
                    <a:pt x="2161867" y="2125872"/>
                  </a:lnTo>
                  <a:lnTo>
                    <a:pt x="2161985" y="2125872"/>
                  </a:lnTo>
                  <a:lnTo>
                    <a:pt x="2161985" y="2125441"/>
                  </a:lnTo>
                  <a:lnTo>
                    <a:pt x="2162103" y="2125441"/>
                  </a:lnTo>
                  <a:lnTo>
                    <a:pt x="2162220" y="2125441"/>
                  </a:lnTo>
                  <a:lnTo>
                    <a:pt x="2162338" y="2125441"/>
                  </a:lnTo>
                  <a:lnTo>
                    <a:pt x="2162455" y="2125441"/>
                  </a:lnTo>
                  <a:lnTo>
                    <a:pt x="2162573" y="2125441"/>
                  </a:lnTo>
                  <a:lnTo>
                    <a:pt x="2162573" y="2125011"/>
                  </a:lnTo>
                  <a:lnTo>
                    <a:pt x="2162691" y="2125011"/>
                  </a:lnTo>
                  <a:lnTo>
                    <a:pt x="2162808" y="2125011"/>
                  </a:lnTo>
                  <a:lnTo>
                    <a:pt x="2162926" y="2125011"/>
                  </a:lnTo>
                  <a:lnTo>
                    <a:pt x="2163043" y="2125011"/>
                  </a:lnTo>
                  <a:lnTo>
                    <a:pt x="2163161" y="2125011"/>
                  </a:lnTo>
                  <a:lnTo>
                    <a:pt x="2163279" y="2125011"/>
                  </a:lnTo>
                  <a:lnTo>
                    <a:pt x="2163396" y="2125011"/>
                  </a:lnTo>
                  <a:lnTo>
                    <a:pt x="2163514" y="2125011"/>
                  </a:lnTo>
                  <a:lnTo>
                    <a:pt x="2163632" y="2125011"/>
                  </a:lnTo>
                  <a:lnTo>
                    <a:pt x="2163749" y="2125011"/>
                  </a:lnTo>
                  <a:lnTo>
                    <a:pt x="2163867" y="2125011"/>
                  </a:lnTo>
                  <a:lnTo>
                    <a:pt x="2163867" y="2124580"/>
                  </a:lnTo>
                  <a:lnTo>
                    <a:pt x="2163867" y="2124149"/>
                  </a:lnTo>
                  <a:lnTo>
                    <a:pt x="2163984" y="2124149"/>
                  </a:lnTo>
                  <a:lnTo>
                    <a:pt x="2164102" y="2124149"/>
                  </a:lnTo>
                  <a:lnTo>
                    <a:pt x="2164220" y="2124149"/>
                  </a:lnTo>
                  <a:lnTo>
                    <a:pt x="2164337" y="2124149"/>
                  </a:lnTo>
                  <a:lnTo>
                    <a:pt x="2164455" y="2124149"/>
                  </a:lnTo>
                  <a:lnTo>
                    <a:pt x="2164572" y="2124149"/>
                  </a:lnTo>
                  <a:lnTo>
                    <a:pt x="2164690" y="2124149"/>
                  </a:lnTo>
                  <a:lnTo>
                    <a:pt x="2164808" y="2124149"/>
                  </a:lnTo>
                  <a:lnTo>
                    <a:pt x="2164925" y="2124149"/>
                  </a:lnTo>
                  <a:lnTo>
                    <a:pt x="2165043" y="2124149"/>
                  </a:lnTo>
                  <a:lnTo>
                    <a:pt x="2165043" y="2123719"/>
                  </a:lnTo>
                  <a:lnTo>
                    <a:pt x="2165161" y="2123719"/>
                  </a:lnTo>
                  <a:lnTo>
                    <a:pt x="2165278" y="2123719"/>
                  </a:lnTo>
                  <a:lnTo>
                    <a:pt x="2165396" y="2123719"/>
                  </a:lnTo>
                  <a:lnTo>
                    <a:pt x="2165513" y="2123719"/>
                  </a:lnTo>
                  <a:lnTo>
                    <a:pt x="2165513" y="2123288"/>
                  </a:lnTo>
                  <a:lnTo>
                    <a:pt x="2165631" y="2123288"/>
                  </a:lnTo>
                  <a:lnTo>
                    <a:pt x="2165631" y="2122858"/>
                  </a:lnTo>
                  <a:lnTo>
                    <a:pt x="2165749" y="2122858"/>
                  </a:lnTo>
                  <a:lnTo>
                    <a:pt x="2165866" y="2122858"/>
                  </a:lnTo>
                  <a:lnTo>
                    <a:pt x="2165866" y="2122427"/>
                  </a:lnTo>
                  <a:lnTo>
                    <a:pt x="2165984" y="2122427"/>
                  </a:lnTo>
                  <a:lnTo>
                    <a:pt x="2165984" y="2121996"/>
                  </a:lnTo>
                  <a:lnTo>
                    <a:pt x="2166101" y="2121996"/>
                  </a:lnTo>
                  <a:lnTo>
                    <a:pt x="2166219" y="2121996"/>
                  </a:lnTo>
                  <a:lnTo>
                    <a:pt x="2166337" y="2121996"/>
                  </a:lnTo>
                  <a:lnTo>
                    <a:pt x="2166454" y="2121996"/>
                  </a:lnTo>
                  <a:lnTo>
                    <a:pt x="2166572" y="2121996"/>
                  </a:lnTo>
                  <a:lnTo>
                    <a:pt x="2166689" y="2121996"/>
                  </a:lnTo>
                  <a:lnTo>
                    <a:pt x="2166689" y="2121566"/>
                  </a:lnTo>
                  <a:lnTo>
                    <a:pt x="2166689" y="2121135"/>
                  </a:lnTo>
                  <a:lnTo>
                    <a:pt x="2166807" y="2121135"/>
                  </a:lnTo>
                  <a:lnTo>
                    <a:pt x="2166925" y="2121135"/>
                  </a:lnTo>
                  <a:lnTo>
                    <a:pt x="2167042" y="2121135"/>
                  </a:lnTo>
                  <a:lnTo>
                    <a:pt x="2167160" y="2121135"/>
                  </a:lnTo>
                  <a:lnTo>
                    <a:pt x="2167160" y="2120705"/>
                  </a:lnTo>
                  <a:lnTo>
                    <a:pt x="2167278" y="2120705"/>
                  </a:lnTo>
                  <a:lnTo>
                    <a:pt x="2167395" y="2120705"/>
                  </a:lnTo>
                  <a:lnTo>
                    <a:pt x="2167513" y="2120705"/>
                  </a:lnTo>
                  <a:lnTo>
                    <a:pt x="2167630" y="2120705"/>
                  </a:lnTo>
                  <a:lnTo>
                    <a:pt x="2167748" y="2120705"/>
                  </a:lnTo>
                  <a:lnTo>
                    <a:pt x="2167866" y="2120705"/>
                  </a:lnTo>
                  <a:lnTo>
                    <a:pt x="2167983" y="2120705"/>
                  </a:lnTo>
                  <a:lnTo>
                    <a:pt x="2168101" y="2120705"/>
                  </a:lnTo>
                  <a:lnTo>
                    <a:pt x="2168218" y="2120705"/>
                  </a:lnTo>
                  <a:lnTo>
                    <a:pt x="2168336" y="2120705"/>
                  </a:lnTo>
                  <a:lnTo>
                    <a:pt x="2168336" y="2120274"/>
                  </a:lnTo>
                  <a:lnTo>
                    <a:pt x="2168454" y="2120274"/>
                  </a:lnTo>
                  <a:lnTo>
                    <a:pt x="2168571" y="2120274"/>
                  </a:lnTo>
                  <a:lnTo>
                    <a:pt x="2168689" y="2120274"/>
                  </a:lnTo>
                  <a:lnTo>
                    <a:pt x="2168807" y="2120274"/>
                  </a:lnTo>
                  <a:lnTo>
                    <a:pt x="2168924" y="2120274"/>
                  </a:lnTo>
                  <a:lnTo>
                    <a:pt x="2169042" y="2120274"/>
                  </a:lnTo>
                  <a:lnTo>
                    <a:pt x="2169159" y="2120274"/>
                  </a:lnTo>
                  <a:lnTo>
                    <a:pt x="2169277" y="2120274"/>
                  </a:lnTo>
                  <a:lnTo>
                    <a:pt x="2169395" y="2120274"/>
                  </a:lnTo>
                  <a:lnTo>
                    <a:pt x="2169512" y="2120274"/>
                  </a:lnTo>
                  <a:lnTo>
                    <a:pt x="2169630" y="2120274"/>
                  </a:lnTo>
                  <a:lnTo>
                    <a:pt x="2169747" y="2120274"/>
                  </a:lnTo>
                  <a:lnTo>
                    <a:pt x="2169865" y="2120274"/>
                  </a:lnTo>
                  <a:lnTo>
                    <a:pt x="2169983" y="2120274"/>
                  </a:lnTo>
                  <a:lnTo>
                    <a:pt x="2170100" y="2120274"/>
                  </a:lnTo>
                  <a:lnTo>
                    <a:pt x="2170218" y="2120274"/>
                  </a:lnTo>
                  <a:lnTo>
                    <a:pt x="2170336" y="2120274"/>
                  </a:lnTo>
                  <a:lnTo>
                    <a:pt x="2170453" y="2120274"/>
                  </a:lnTo>
                  <a:lnTo>
                    <a:pt x="2170571" y="2120274"/>
                  </a:lnTo>
                  <a:lnTo>
                    <a:pt x="2170688" y="2120274"/>
                  </a:lnTo>
                  <a:lnTo>
                    <a:pt x="2170806" y="2120274"/>
                  </a:lnTo>
                  <a:lnTo>
                    <a:pt x="2170924" y="2120274"/>
                  </a:lnTo>
                  <a:lnTo>
                    <a:pt x="2171041" y="2120274"/>
                  </a:lnTo>
                  <a:lnTo>
                    <a:pt x="2171159" y="2120274"/>
                  </a:lnTo>
                  <a:lnTo>
                    <a:pt x="2171276" y="2120274"/>
                  </a:lnTo>
                  <a:lnTo>
                    <a:pt x="2171394" y="2120274"/>
                  </a:lnTo>
                  <a:lnTo>
                    <a:pt x="2171512" y="2120274"/>
                  </a:lnTo>
                  <a:lnTo>
                    <a:pt x="2171629" y="2120274"/>
                  </a:lnTo>
                  <a:lnTo>
                    <a:pt x="2171747" y="2120274"/>
                  </a:lnTo>
                  <a:lnTo>
                    <a:pt x="2171865" y="2120274"/>
                  </a:lnTo>
                  <a:lnTo>
                    <a:pt x="2171982" y="2120274"/>
                  </a:lnTo>
                  <a:lnTo>
                    <a:pt x="2171982" y="2119843"/>
                  </a:lnTo>
                  <a:lnTo>
                    <a:pt x="2172100" y="2119843"/>
                  </a:lnTo>
                  <a:lnTo>
                    <a:pt x="2172217" y="2119843"/>
                  </a:lnTo>
                  <a:lnTo>
                    <a:pt x="2172335" y="2119843"/>
                  </a:lnTo>
                  <a:lnTo>
                    <a:pt x="2172453" y="2119843"/>
                  </a:lnTo>
                  <a:lnTo>
                    <a:pt x="2172570" y="2119843"/>
                  </a:lnTo>
                  <a:lnTo>
                    <a:pt x="2172570" y="2119413"/>
                  </a:lnTo>
                  <a:lnTo>
                    <a:pt x="2172688" y="2119413"/>
                  </a:lnTo>
                  <a:lnTo>
                    <a:pt x="2172805" y="2119413"/>
                  </a:lnTo>
                  <a:lnTo>
                    <a:pt x="2172923" y="2119413"/>
                  </a:lnTo>
                  <a:lnTo>
                    <a:pt x="2173041" y="2119413"/>
                  </a:lnTo>
                  <a:lnTo>
                    <a:pt x="2173158" y="2119413"/>
                  </a:lnTo>
                  <a:lnTo>
                    <a:pt x="2173276" y="2119413"/>
                  </a:lnTo>
                  <a:lnTo>
                    <a:pt x="2173394" y="2119413"/>
                  </a:lnTo>
                  <a:lnTo>
                    <a:pt x="2173511" y="2119413"/>
                  </a:lnTo>
                  <a:lnTo>
                    <a:pt x="2173629" y="2119413"/>
                  </a:lnTo>
                  <a:lnTo>
                    <a:pt x="2173746" y="2119413"/>
                  </a:lnTo>
                  <a:lnTo>
                    <a:pt x="2173746" y="2118982"/>
                  </a:lnTo>
                  <a:lnTo>
                    <a:pt x="2173864" y="2118982"/>
                  </a:lnTo>
                  <a:lnTo>
                    <a:pt x="2173982" y="2118982"/>
                  </a:lnTo>
                  <a:lnTo>
                    <a:pt x="2174099" y="2118982"/>
                  </a:lnTo>
                  <a:lnTo>
                    <a:pt x="2174217" y="2118982"/>
                  </a:lnTo>
                  <a:lnTo>
                    <a:pt x="2174334" y="2118982"/>
                  </a:lnTo>
                  <a:lnTo>
                    <a:pt x="2174334" y="2118552"/>
                  </a:lnTo>
                  <a:lnTo>
                    <a:pt x="2174452" y="2118552"/>
                  </a:lnTo>
                  <a:lnTo>
                    <a:pt x="2174570" y="2118552"/>
                  </a:lnTo>
                  <a:lnTo>
                    <a:pt x="2174570" y="2118121"/>
                  </a:lnTo>
                  <a:lnTo>
                    <a:pt x="2174687" y="2118121"/>
                  </a:lnTo>
                  <a:lnTo>
                    <a:pt x="2174805" y="2118121"/>
                  </a:lnTo>
                  <a:lnTo>
                    <a:pt x="2174922" y="2118121"/>
                  </a:lnTo>
                  <a:lnTo>
                    <a:pt x="2175040" y="2118121"/>
                  </a:lnTo>
                  <a:lnTo>
                    <a:pt x="2175158" y="2118121"/>
                  </a:lnTo>
                  <a:lnTo>
                    <a:pt x="2175275" y="2118121"/>
                  </a:lnTo>
                  <a:lnTo>
                    <a:pt x="2175393" y="2118121"/>
                  </a:lnTo>
                  <a:lnTo>
                    <a:pt x="2175393" y="2117690"/>
                  </a:lnTo>
                  <a:lnTo>
                    <a:pt x="2175393" y="2117260"/>
                  </a:lnTo>
                  <a:lnTo>
                    <a:pt x="2175511" y="2117260"/>
                  </a:lnTo>
                  <a:lnTo>
                    <a:pt x="2175628" y="2117260"/>
                  </a:lnTo>
                  <a:lnTo>
                    <a:pt x="2175746" y="2117260"/>
                  </a:lnTo>
                  <a:lnTo>
                    <a:pt x="2175863" y="2117260"/>
                  </a:lnTo>
                  <a:lnTo>
                    <a:pt x="2175981" y="2117260"/>
                  </a:lnTo>
                  <a:lnTo>
                    <a:pt x="2176099" y="2117260"/>
                  </a:lnTo>
                  <a:lnTo>
                    <a:pt x="2176099" y="2116829"/>
                  </a:lnTo>
                  <a:lnTo>
                    <a:pt x="2176216" y="2116829"/>
                  </a:lnTo>
                  <a:lnTo>
                    <a:pt x="2176216" y="2116399"/>
                  </a:lnTo>
                  <a:lnTo>
                    <a:pt x="2176334" y="2116399"/>
                  </a:lnTo>
                  <a:lnTo>
                    <a:pt x="2176334" y="2115968"/>
                  </a:lnTo>
                  <a:lnTo>
                    <a:pt x="2176451" y="2115968"/>
                  </a:lnTo>
                  <a:lnTo>
                    <a:pt x="2176451" y="2115537"/>
                  </a:lnTo>
                  <a:lnTo>
                    <a:pt x="2176569" y="2115537"/>
                  </a:lnTo>
                  <a:lnTo>
                    <a:pt x="2176687" y="2115537"/>
                  </a:lnTo>
                  <a:lnTo>
                    <a:pt x="2176804" y="2115537"/>
                  </a:lnTo>
                  <a:lnTo>
                    <a:pt x="2176922" y="2115537"/>
                  </a:lnTo>
                  <a:lnTo>
                    <a:pt x="2176922" y="2115107"/>
                  </a:lnTo>
                  <a:lnTo>
                    <a:pt x="2177040" y="2115107"/>
                  </a:lnTo>
                  <a:lnTo>
                    <a:pt x="2177157" y="2115107"/>
                  </a:lnTo>
                  <a:lnTo>
                    <a:pt x="2177275" y="2115107"/>
                  </a:lnTo>
                  <a:lnTo>
                    <a:pt x="2177392" y="2115107"/>
                  </a:lnTo>
                  <a:lnTo>
                    <a:pt x="2177510" y="2115107"/>
                  </a:lnTo>
                  <a:lnTo>
                    <a:pt x="2177510" y="2114676"/>
                  </a:lnTo>
                  <a:lnTo>
                    <a:pt x="2177510" y="2114246"/>
                  </a:lnTo>
                  <a:lnTo>
                    <a:pt x="2177628" y="2114246"/>
                  </a:lnTo>
                  <a:lnTo>
                    <a:pt x="2177745" y="2114246"/>
                  </a:lnTo>
                  <a:lnTo>
                    <a:pt x="2177863" y="2114246"/>
                  </a:lnTo>
                  <a:lnTo>
                    <a:pt x="2177980" y="2114246"/>
                  </a:lnTo>
                  <a:lnTo>
                    <a:pt x="2178098" y="2114246"/>
                  </a:lnTo>
                  <a:lnTo>
                    <a:pt x="2178098" y="2113815"/>
                  </a:lnTo>
                  <a:lnTo>
                    <a:pt x="2178216" y="2113815"/>
                  </a:lnTo>
                  <a:lnTo>
                    <a:pt x="2178216" y="2113384"/>
                  </a:lnTo>
                  <a:lnTo>
                    <a:pt x="2178216" y="2112954"/>
                  </a:lnTo>
                  <a:lnTo>
                    <a:pt x="2178333" y="2112954"/>
                  </a:lnTo>
                  <a:lnTo>
                    <a:pt x="2178451" y="2112954"/>
                  </a:lnTo>
                  <a:lnTo>
                    <a:pt x="2178569" y="2112954"/>
                  </a:lnTo>
                  <a:lnTo>
                    <a:pt x="2178686" y="2112954"/>
                  </a:lnTo>
                  <a:lnTo>
                    <a:pt x="2178686" y="2112523"/>
                  </a:lnTo>
                  <a:lnTo>
                    <a:pt x="2178804" y="2112523"/>
                  </a:lnTo>
                  <a:lnTo>
                    <a:pt x="2178804" y="2112093"/>
                  </a:lnTo>
                  <a:lnTo>
                    <a:pt x="2178921" y="2112093"/>
                  </a:lnTo>
                  <a:lnTo>
                    <a:pt x="2179039" y="2112093"/>
                  </a:lnTo>
                  <a:lnTo>
                    <a:pt x="2179157" y="2112093"/>
                  </a:lnTo>
                  <a:lnTo>
                    <a:pt x="2179274" y="2112093"/>
                  </a:lnTo>
                  <a:lnTo>
                    <a:pt x="2179392" y="2112093"/>
                  </a:lnTo>
                  <a:lnTo>
                    <a:pt x="2179509" y="2112093"/>
                  </a:lnTo>
                  <a:lnTo>
                    <a:pt x="2179509" y="2111662"/>
                  </a:lnTo>
                  <a:lnTo>
                    <a:pt x="2179627" y="2111662"/>
                  </a:lnTo>
                  <a:lnTo>
                    <a:pt x="2179745" y="2111662"/>
                  </a:lnTo>
                  <a:lnTo>
                    <a:pt x="2179745" y="2111231"/>
                  </a:lnTo>
                  <a:lnTo>
                    <a:pt x="2179862" y="2111231"/>
                  </a:lnTo>
                  <a:lnTo>
                    <a:pt x="2179980" y="2111231"/>
                  </a:lnTo>
                  <a:lnTo>
                    <a:pt x="2180098" y="2111231"/>
                  </a:lnTo>
                  <a:lnTo>
                    <a:pt x="2180215" y="2111231"/>
                  </a:lnTo>
                  <a:lnTo>
                    <a:pt x="2180333" y="2111231"/>
                  </a:lnTo>
                  <a:lnTo>
                    <a:pt x="2180450" y="2111231"/>
                  </a:lnTo>
                  <a:lnTo>
                    <a:pt x="2180450" y="2110801"/>
                  </a:lnTo>
                  <a:lnTo>
                    <a:pt x="2180568" y="2110801"/>
                  </a:lnTo>
                  <a:lnTo>
                    <a:pt x="2180686" y="2110801"/>
                  </a:lnTo>
                  <a:lnTo>
                    <a:pt x="2180803" y="2110801"/>
                  </a:lnTo>
                  <a:lnTo>
                    <a:pt x="2180803" y="2110370"/>
                  </a:lnTo>
                  <a:lnTo>
                    <a:pt x="2180803" y="2109940"/>
                  </a:lnTo>
                  <a:lnTo>
                    <a:pt x="2180921" y="2109940"/>
                  </a:lnTo>
                  <a:lnTo>
                    <a:pt x="2181038" y="2109940"/>
                  </a:lnTo>
                  <a:lnTo>
                    <a:pt x="2181156" y="2109940"/>
                  </a:lnTo>
                  <a:lnTo>
                    <a:pt x="2181274" y="2109940"/>
                  </a:lnTo>
                  <a:lnTo>
                    <a:pt x="2181391" y="2109940"/>
                  </a:lnTo>
                  <a:lnTo>
                    <a:pt x="2181391" y="2109509"/>
                  </a:lnTo>
                  <a:lnTo>
                    <a:pt x="2181509" y="2109509"/>
                  </a:lnTo>
                  <a:lnTo>
                    <a:pt x="2181626" y="2109509"/>
                  </a:lnTo>
                  <a:lnTo>
                    <a:pt x="2181744" y="2109509"/>
                  </a:lnTo>
                  <a:lnTo>
                    <a:pt x="2181862" y="2109509"/>
                  </a:lnTo>
                  <a:lnTo>
                    <a:pt x="2181979" y="2109509"/>
                  </a:lnTo>
                  <a:lnTo>
                    <a:pt x="2181979" y="2109078"/>
                  </a:lnTo>
                  <a:lnTo>
                    <a:pt x="2182097" y="2109078"/>
                  </a:lnTo>
                  <a:lnTo>
                    <a:pt x="2182215" y="2109078"/>
                  </a:lnTo>
                  <a:lnTo>
                    <a:pt x="2182332" y="2109078"/>
                  </a:lnTo>
                  <a:lnTo>
                    <a:pt x="2182450" y="2109078"/>
                  </a:lnTo>
                  <a:lnTo>
                    <a:pt x="2182567" y="2109078"/>
                  </a:lnTo>
                  <a:lnTo>
                    <a:pt x="2182685" y="2109078"/>
                  </a:lnTo>
                  <a:lnTo>
                    <a:pt x="2182685" y="2108648"/>
                  </a:lnTo>
                  <a:lnTo>
                    <a:pt x="2182685" y="2108217"/>
                  </a:lnTo>
                  <a:lnTo>
                    <a:pt x="2182803" y="2108217"/>
                  </a:lnTo>
                  <a:lnTo>
                    <a:pt x="2182920" y="2108217"/>
                  </a:lnTo>
                  <a:lnTo>
                    <a:pt x="2182920" y="2107787"/>
                  </a:lnTo>
                  <a:lnTo>
                    <a:pt x="2182920" y="2107356"/>
                  </a:lnTo>
                  <a:lnTo>
                    <a:pt x="2183038" y="2107356"/>
                  </a:lnTo>
                  <a:lnTo>
                    <a:pt x="2183155" y="2107356"/>
                  </a:lnTo>
                  <a:lnTo>
                    <a:pt x="2183155" y="2106925"/>
                  </a:lnTo>
                  <a:lnTo>
                    <a:pt x="2183273" y="2106925"/>
                  </a:lnTo>
                  <a:lnTo>
                    <a:pt x="2183391" y="2106925"/>
                  </a:lnTo>
                  <a:lnTo>
                    <a:pt x="2183508" y="2106925"/>
                  </a:lnTo>
                  <a:lnTo>
                    <a:pt x="2183626" y="2106925"/>
                  </a:lnTo>
                  <a:lnTo>
                    <a:pt x="2183626" y="2106495"/>
                  </a:lnTo>
                  <a:lnTo>
                    <a:pt x="2183744" y="2106495"/>
                  </a:lnTo>
                  <a:lnTo>
                    <a:pt x="2183861" y="2106495"/>
                  </a:lnTo>
                  <a:lnTo>
                    <a:pt x="2183861" y="2106064"/>
                  </a:lnTo>
                  <a:lnTo>
                    <a:pt x="2183979" y="2106064"/>
                  </a:lnTo>
                  <a:lnTo>
                    <a:pt x="2184096" y="2106064"/>
                  </a:lnTo>
                  <a:lnTo>
                    <a:pt x="2184214" y="2106064"/>
                  </a:lnTo>
                  <a:lnTo>
                    <a:pt x="2184332" y="2106064"/>
                  </a:lnTo>
                  <a:lnTo>
                    <a:pt x="2184332" y="2105634"/>
                  </a:lnTo>
                  <a:lnTo>
                    <a:pt x="2184449" y="2105634"/>
                  </a:lnTo>
                  <a:lnTo>
                    <a:pt x="2184567" y="2105634"/>
                  </a:lnTo>
                  <a:lnTo>
                    <a:pt x="2184684" y="2105634"/>
                  </a:lnTo>
                  <a:lnTo>
                    <a:pt x="2184802" y="2105634"/>
                  </a:lnTo>
                  <a:lnTo>
                    <a:pt x="2184920" y="2105634"/>
                  </a:lnTo>
                  <a:lnTo>
                    <a:pt x="2185037" y="2105634"/>
                  </a:lnTo>
                  <a:lnTo>
                    <a:pt x="2185037" y="2105203"/>
                  </a:lnTo>
                  <a:lnTo>
                    <a:pt x="2185037" y="2104772"/>
                  </a:lnTo>
                  <a:lnTo>
                    <a:pt x="2185155" y="2104772"/>
                  </a:lnTo>
                  <a:lnTo>
                    <a:pt x="2185155" y="2104342"/>
                  </a:lnTo>
                  <a:lnTo>
                    <a:pt x="2185273" y="2104342"/>
                  </a:lnTo>
                  <a:lnTo>
                    <a:pt x="2185390" y="2104342"/>
                  </a:lnTo>
                  <a:lnTo>
                    <a:pt x="2185390" y="2103911"/>
                  </a:lnTo>
                  <a:lnTo>
                    <a:pt x="2185508" y="2103911"/>
                  </a:lnTo>
                  <a:lnTo>
                    <a:pt x="2185625" y="2103911"/>
                  </a:lnTo>
                  <a:lnTo>
                    <a:pt x="2185743" y="2103911"/>
                  </a:lnTo>
                  <a:lnTo>
                    <a:pt x="2185743" y="2103481"/>
                  </a:lnTo>
                  <a:lnTo>
                    <a:pt x="2185861" y="2103481"/>
                  </a:lnTo>
                  <a:lnTo>
                    <a:pt x="2185978" y="2103481"/>
                  </a:lnTo>
                  <a:lnTo>
                    <a:pt x="2186096" y="2103481"/>
                  </a:lnTo>
                  <a:lnTo>
                    <a:pt x="2186213" y="2103481"/>
                  </a:lnTo>
                  <a:lnTo>
                    <a:pt x="2186331" y="2103481"/>
                  </a:lnTo>
                  <a:lnTo>
                    <a:pt x="2186449" y="2103481"/>
                  </a:lnTo>
                  <a:lnTo>
                    <a:pt x="2186566" y="2103481"/>
                  </a:lnTo>
                  <a:lnTo>
                    <a:pt x="2186684" y="2103481"/>
                  </a:lnTo>
                  <a:lnTo>
                    <a:pt x="2186802" y="2103481"/>
                  </a:lnTo>
                  <a:lnTo>
                    <a:pt x="2186919" y="2103481"/>
                  </a:lnTo>
                  <a:lnTo>
                    <a:pt x="2187037" y="2103481"/>
                  </a:lnTo>
                  <a:lnTo>
                    <a:pt x="2187154" y="2103481"/>
                  </a:lnTo>
                  <a:lnTo>
                    <a:pt x="2187272" y="2103481"/>
                  </a:lnTo>
                  <a:lnTo>
                    <a:pt x="2187272" y="2103050"/>
                  </a:lnTo>
                  <a:lnTo>
                    <a:pt x="2187272" y="2102619"/>
                  </a:lnTo>
                  <a:lnTo>
                    <a:pt x="2187272" y="2102189"/>
                  </a:lnTo>
                  <a:lnTo>
                    <a:pt x="2187390" y="2102189"/>
                  </a:lnTo>
                  <a:lnTo>
                    <a:pt x="2187390" y="2101758"/>
                  </a:lnTo>
                  <a:lnTo>
                    <a:pt x="2187507" y="2101758"/>
                  </a:lnTo>
                  <a:lnTo>
                    <a:pt x="2187625" y="2101758"/>
                  </a:lnTo>
                  <a:lnTo>
                    <a:pt x="2187625" y="2101328"/>
                  </a:lnTo>
                  <a:lnTo>
                    <a:pt x="2187625" y="2100897"/>
                  </a:lnTo>
                  <a:lnTo>
                    <a:pt x="2187742" y="2100897"/>
                  </a:lnTo>
                  <a:lnTo>
                    <a:pt x="2187860" y="2100897"/>
                  </a:lnTo>
                  <a:lnTo>
                    <a:pt x="2187978" y="2100897"/>
                  </a:lnTo>
                  <a:lnTo>
                    <a:pt x="2188095" y="2100897"/>
                  </a:lnTo>
                  <a:lnTo>
                    <a:pt x="2188095" y="2100466"/>
                  </a:lnTo>
                  <a:lnTo>
                    <a:pt x="2188213" y="2100466"/>
                  </a:lnTo>
                  <a:lnTo>
                    <a:pt x="2188331" y="2100466"/>
                  </a:lnTo>
                  <a:lnTo>
                    <a:pt x="2188448" y="2100466"/>
                  </a:lnTo>
                  <a:lnTo>
                    <a:pt x="2188566" y="2100466"/>
                  </a:lnTo>
                  <a:lnTo>
                    <a:pt x="2188683" y="2100466"/>
                  </a:lnTo>
                  <a:lnTo>
                    <a:pt x="2188683" y="2100036"/>
                  </a:lnTo>
                  <a:lnTo>
                    <a:pt x="2188801" y="2100036"/>
                  </a:lnTo>
                  <a:lnTo>
                    <a:pt x="2188801" y="2099605"/>
                  </a:lnTo>
                  <a:lnTo>
                    <a:pt x="2188919" y="2099605"/>
                  </a:lnTo>
                  <a:lnTo>
                    <a:pt x="2188919" y="2099175"/>
                  </a:lnTo>
                  <a:lnTo>
                    <a:pt x="2189036" y="2099175"/>
                  </a:lnTo>
                  <a:lnTo>
                    <a:pt x="2189154" y="2099175"/>
                  </a:lnTo>
                  <a:lnTo>
                    <a:pt x="2189271" y="2099175"/>
                  </a:lnTo>
                  <a:lnTo>
                    <a:pt x="2189389" y="2099175"/>
                  </a:lnTo>
                  <a:lnTo>
                    <a:pt x="2189389" y="2098744"/>
                  </a:lnTo>
                  <a:lnTo>
                    <a:pt x="2189507" y="2098744"/>
                  </a:lnTo>
                  <a:lnTo>
                    <a:pt x="2189624" y="2098744"/>
                  </a:lnTo>
                  <a:lnTo>
                    <a:pt x="2189624" y="2098313"/>
                  </a:lnTo>
                  <a:lnTo>
                    <a:pt x="2189624" y="2097883"/>
                  </a:lnTo>
                  <a:lnTo>
                    <a:pt x="2189624" y="2097452"/>
                  </a:lnTo>
                  <a:lnTo>
                    <a:pt x="2189742" y="2097452"/>
                  </a:lnTo>
                  <a:lnTo>
                    <a:pt x="2189859" y="2097452"/>
                  </a:lnTo>
                  <a:lnTo>
                    <a:pt x="2189977" y="2097452"/>
                  </a:lnTo>
                  <a:lnTo>
                    <a:pt x="2190095" y="2097452"/>
                  </a:lnTo>
                  <a:lnTo>
                    <a:pt x="2190095" y="2097022"/>
                  </a:lnTo>
                  <a:lnTo>
                    <a:pt x="2190212" y="2097022"/>
                  </a:lnTo>
                  <a:lnTo>
                    <a:pt x="2190330" y="2097022"/>
                  </a:lnTo>
                  <a:lnTo>
                    <a:pt x="2190330" y="2096591"/>
                  </a:lnTo>
                  <a:lnTo>
                    <a:pt x="2190448" y="2096591"/>
                  </a:lnTo>
                  <a:lnTo>
                    <a:pt x="2190448" y="2096160"/>
                  </a:lnTo>
                  <a:lnTo>
                    <a:pt x="2190565" y="2096160"/>
                  </a:lnTo>
                  <a:lnTo>
                    <a:pt x="2190683" y="2096160"/>
                  </a:lnTo>
                  <a:lnTo>
                    <a:pt x="2190683" y="2095730"/>
                  </a:lnTo>
                  <a:lnTo>
                    <a:pt x="2190800" y="2095730"/>
                  </a:lnTo>
                  <a:lnTo>
                    <a:pt x="2190918" y="2095730"/>
                  </a:lnTo>
                  <a:lnTo>
                    <a:pt x="2191036" y="2095730"/>
                  </a:lnTo>
                  <a:lnTo>
                    <a:pt x="2191036" y="2095299"/>
                  </a:lnTo>
                  <a:lnTo>
                    <a:pt x="2191153" y="2095299"/>
                  </a:lnTo>
                  <a:lnTo>
                    <a:pt x="2191271" y="2095299"/>
                  </a:lnTo>
                  <a:lnTo>
                    <a:pt x="2191388" y="2095299"/>
                  </a:lnTo>
                  <a:lnTo>
                    <a:pt x="2191506" y="2095299"/>
                  </a:lnTo>
                  <a:lnTo>
                    <a:pt x="2191624" y="2095299"/>
                  </a:lnTo>
                  <a:lnTo>
                    <a:pt x="2191741" y="2095299"/>
                  </a:lnTo>
                  <a:lnTo>
                    <a:pt x="2191741" y="2094869"/>
                  </a:lnTo>
                  <a:lnTo>
                    <a:pt x="2191859" y="2094869"/>
                  </a:lnTo>
                  <a:lnTo>
                    <a:pt x="2191977" y="2094869"/>
                  </a:lnTo>
                  <a:lnTo>
                    <a:pt x="2192094" y="2094869"/>
                  </a:lnTo>
                  <a:lnTo>
                    <a:pt x="2192212" y="2094869"/>
                  </a:lnTo>
                  <a:lnTo>
                    <a:pt x="2192329" y="2094869"/>
                  </a:lnTo>
                  <a:lnTo>
                    <a:pt x="2192447" y="2094869"/>
                  </a:lnTo>
                  <a:lnTo>
                    <a:pt x="2192447" y="2094438"/>
                  </a:lnTo>
                  <a:lnTo>
                    <a:pt x="2192565" y="2094438"/>
                  </a:lnTo>
                  <a:lnTo>
                    <a:pt x="2192682" y="2094438"/>
                  </a:lnTo>
                  <a:lnTo>
                    <a:pt x="2192800" y="2094438"/>
                  </a:lnTo>
                  <a:lnTo>
                    <a:pt x="2192917" y="2094438"/>
                  </a:lnTo>
                  <a:lnTo>
                    <a:pt x="2193035" y="2094438"/>
                  </a:lnTo>
                  <a:lnTo>
                    <a:pt x="2193153" y="2094438"/>
                  </a:lnTo>
                  <a:lnTo>
                    <a:pt x="2193153" y="2094007"/>
                  </a:lnTo>
                  <a:lnTo>
                    <a:pt x="2193270" y="2094007"/>
                  </a:lnTo>
                  <a:lnTo>
                    <a:pt x="2193270" y="2093577"/>
                  </a:lnTo>
                  <a:lnTo>
                    <a:pt x="2193270" y="2093146"/>
                  </a:lnTo>
                  <a:lnTo>
                    <a:pt x="2193388" y="2093146"/>
                  </a:lnTo>
                  <a:lnTo>
                    <a:pt x="2193506" y="2093146"/>
                  </a:lnTo>
                  <a:lnTo>
                    <a:pt x="2193623" y="2093146"/>
                  </a:lnTo>
                  <a:lnTo>
                    <a:pt x="2193741" y="2093146"/>
                  </a:lnTo>
                  <a:lnTo>
                    <a:pt x="2193858" y="2093146"/>
                  </a:lnTo>
                  <a:lnTo>
                    <a:pt x="2193976" y="2093146"/>
                  </a:lnTo>
                  <a:lnTo>
                    <a:pt x="2194094" y="2093146"/>
                  </a:lnTo>
                  <a:lnTo>
                    <a:pt x="2194211" y="2093146"/>
                  </a:lnTo>
                  <a:lnTo>
                    <a:pt x="2194329" y="2093146"/>
                  </a:lnTo>
                  <a:lnTo>
                    <a:pt x="2194329" y="2092716"/>
                  </a:lnTo>
                  <a:lnTo>
                    <a:pt x="2194329" y="2092285"/>
                  </a:lnTo>
                  <a:lnTo>
                    <a:pt x="2194446" y="2092285"/>
                  </a:lnTo>
                  <a:lnTo>
                    <a:pt x="2194564" y="2092285"/>
                  </a:lnTo>
                  <a:lnTo>
                    <a:pt x="2194564" y="2091854"/>
                  </a:lnTo>
                  <a:lnTo>
                    <a:pt x="2194682" y="2091854"/>
                  </a:lnTo>
                  <a:lnTo>
                    <a:pt x="2194799" y="2091854"/>
                  </a:lnTo>
                  <a:lnTo>
                    <a:pt x="2194917" y="2091854"/>
                  </a:lnTo>
                  <a:lnTo>
                    <a:pt x="2195035" y="2091854"/>
                  </a:lnTo>
                  <a:lnTo>
                    <a:pt x="2195152" y="2091854"/>
                  </a:lnTo>
                  <a:lnTo>
                    <a:pt x="2195270" y="2091854"/>
                  </a:lnTo>
                  <a:lnTo>
                    <a:pt x="2195387" y="2091854"/>
                  </a:lnTo>
                  <a:lnTo>
                    <a:pt x="2195505" y="2091854"/>
                  </a:lnTo>
                  <a:lnTo>
                    <a:pt x="2195623" y="2091854"/>
                  </a:lnTo>
                  <a:lnTo>
                    <a:pt x="2195623" y="2091424"/>
                  </a:lnTo>
                  <a:lnTo>
                    <a:pt x="2195740" y="2091424"/>
                  </a:lnTo>
                  <a:lnTo>
                    <a:pt x="2195858" y="2091424"/>
                  </a:lnTo>
                  <a:lnTo>
                    <a:pt x="2195975" y="2091424"/>
                  </a:lnTo>
                  <a:lnTo>
                    <a:pt x="2196093" y="2091424"/>
                  </a:lnTo>
                  <a:lnTo>
                    <a:pt x="2196211" y="2091424"/>
                  </a:lnTo>
                  <a:lnTo>
                    <a:pt x="2196328" y="2091424"/>
                  </a:lnTo>
                  <a:lnTo>
                    <a:pt x="2196446" y="2091424"/>
                  </a:lnTo>
                  <a:lnTo>
                    <a:pt x="2196564" y="2091424"/>
                  </a:lnTo>
                  <a:lnTo>
                    <a:pt x="2196681" y="2091424"/>
                  </a:lnTo>
                  <a:lnTo>
                    <a:pt x="2196681" y="2090993"/>
                  </a:lnTo>
                  <a:lnTo>
                    <a:pt x="2196681" y="2090563"/>
                  </a:lnTo>
                  <a:lnTo>
                    <a:pt x="2196681" y="2090132"/>
                  </a:lnTo>
                  <a:lnTo>
                    <a:pt x="2196681" y="2089701"/>
                  </a:lnTo>
                  <a:lnTo>
                    <a:pt x="2196799" y="2089701"/>
                  </a:lnTo>
                  <a:lnTo>
                    <a:pt x="2196916" y="2089701"/>
                  </a:lnTo>
                  <a:lnTo>
                    <a:pt x="2197034" y="2089701"/>
                  </a:lnTo>
                  <a:lnTo>
                    <a:pt x="2197152" y="2089701"/>
                  </a:lnTo>
                  <a:lnTo>
                    <a:pt x="2197152" y="2089271"/>
                  </a:lnTo>
                  <a:lnTo>
                    <a:pt x="2197269" y="2089271"/>
                  </a:lnTo>
                  <a:lnTo>
                    <a:pt x="2197269" y="2088840"/>
                  </a:lnTo>
                  <a:lnTo>
                    <a:pt x="2197387" y="2088840"/>
                  </a:lnTo>
                  <a:lnTo>
                    <a:pt x="2197504" y="2088840"/>
                  </a:lnTo>
                  <a:lnTo>
                    <a:pt x="2197622" y="2088840"/>
                  </a:lnTo>
                  <a:lnTo>
                    <a:pt x="2197740" y="2088840"/>
                  </a:lnTo>
                  <a:lnTo>
                    <a:pt x="2197740" y="2088410"/>
                  </a:lnTo>
                  <a:lnTo>
                    <a:pt x="2197857" y="2088410"/>
                  </a:lnTo>
                  <a:lnTo>
                    <a:pt x="2197857" y="2087979"/>
                  </a:lnTo>
                  <a:lnTo>
                    <a:pt x="2197857" y="2087548"/>
                  </a:lnTo>
                  <a:lnTo>
                    <a:pt x="2197975" y="2087548"/>
                  </a:lnTo>
                  <a:lnTo>
                    <a:pt x="2197975" y="2087118"/>
                  </a:lnTo>
                  <a:lnTo>
                    <a:pt x="2197975" y="2086687"/>
                  </a:lnTo>
                  <a:lnTo>
                    <a:pt x="2198092" y="2086687"/>
                  </a:lnTo>
                  <a:lnTo>
                    <a:pt x="2198210" y="2086687"/>
                  </a:lnTo>
                  <a:lnTo>
                    <a:pt x="2198328" y="2086687"/>
                  </a:lnTo>
                  <a:lnTo>
                    <a:pt x="2198445" y="2086687"/>
                  </a:lnTo>
                  <a:lnTo>
                    <a:pt x="2198445" y="2086257"/>
                  </a:lnTo>
                  <a:lnTo>
                    <a:pt x="2198563" y="2086257"/>
                  </a:lnTo>
                  <a:lnTo>
                    <a:pt x="2198681" y="2086257"/>
                  </a:lnTo>
                  <a:lnTo>
                    <a:pt x="2198798" y="2086257"/>
                  </a:lnTo>
                  <a:lnTo>
                    <a:pt x="2198798" y="2085826"/>
                  </a:lnTo>
                  <a:lnTo>
                    <a:pt x="2198916" y="2085826"/>
                  </a:lnTo>
                  <a:lnTo>
                    <a:pt x="2199033" y="2085826"/>
                  </a:lnTo>
                  <a:lnTo>
                    <a:pt x="2199151" y="2085826"/>
                  </a:lnTo>
                  <a:lnTo>
                    <a:pt x="2199151" y="2085395"/>
                  </a:lnTo>
                  <a:lnTo>
                    <a:pt x="2199269" y="2085395"/>
                  </a:lnTo>
                  <a:lnTo>
                    <a:pt x="2199269" y="2084965"/>
                  </a:lnTo>
                  <a:lnTo>
                    <a:pt x="2199386" y="2084965"/>
                  </a:lnTo>
                  <a:lnTo>
                    <a:pt x="2199504" y="2084965"/>
                  </a:lnTo>
                  <a:lnTo>
                    <a:pt x="2199621" y="2084965"/>
                  </a:lnTo>
                  <a:lnTo>
                    <a:pt x="2199621" y="2084534"/>
                  </a:lnTo>
                  <a:lnTo>
                    <a:pt x="2199739" y="2084534"/>
                  </a:lnTo>
                  <a:lnTo>
                    <a:pt x="2199857" y="2084534"/>
                  </a:lnTo>
                  <a:lnTo>
                    <a:pt x="2199974" y="2084534"/>
                  </a:lnTo>
                  <a:lnTo>
                    <a:pt x="2200092" y="2084534"/>
                  </a:lnTo>
                  <a:lnTo>
                    <a:pt x="2200210" y="2084534"/>
                  </a:lnTo>
                  <a:lnTo>
                    <a:pt x="2200327" y="2084534"/>
                  </a:lnTo>
                  <a:lnTo>
                    <a:pt x="2200445" y="2084534"/>
                  </a:lnTo>
                  <a:lnTo>
                    <a:pt x="2200445" y="2084104"/>
                  </a:lnTo>
                  <a:lnTo>
                    <a:pt x="2200445" y="2083673"/>
                  </a:lnTo>
                  <a:lnTo>
                    <a:pt x="2200562" y="2083673"/>
                  </a:lnTo>
                  <a:lnTo>
                    <a:pt x="2200680" y="2083673"/>
                  </a:lnTo>
                  <a:lnTo>
                    <a:pt x="2200798" y="2083673"/>
                  </a:lnTo>
                  <a:lnTo>
                    <a:pt x="2200915" y="2083673"/>
                  </a:lnTo>
                  <a:lnTo>
                    <a:pt x="2200915" y="2083242"/>
                  </a:lnTo>
                  <a:lnTo>
                    <a:pt x="2201033" y="2083242"/>
                  </a:lnTo>
                  <a:lnTo>
                    <a:pt x="2201150" y="2083242"/>
                  </a:lnTo>
                  <a:lnTo>
                    <a:pt x="2201268" y="2083242"/>
                  </a:lnTo>
                  <a:lnTo>
                    <a:pt x="2201386" y="2083242"/>
                  </a:lnTo>
                  <a:lnTo>
                    <a:pt x="2201386" y="2082812"/>
                  </a:lnTo>
                  <a:lnTo>
                    <a:pt x="2201386" y="2082381"/>
                  </a:lnTo>
                  <a:lnTo>
                    <a:pt x="2201503" y="2082381"/>
                  </a:lnTo>
                  <a:lnTo>
                    <a:pt x="2201621" y="2082381"/>
                  </a:lnTo>
                  <a:lnTo>
                    <a:pt x="2201739" y="2082381"/>
                  </a:lnTo>
                  <a:lnTo>
                    <a:pt x="2201739" y="2081951"/>
                  </a:lnTo>
                  <a:lnTo>
                    <a:pt x="2201856" y="2081951"/>
                  </a:lnTo>
                  <a:lnTo>
                    <a:pt x="2201974" y="2081951"/>
                  </a:lnTo>
                  <a:lnTo>
                    <a:pt x="2202091" y="2081951"/>
                  </a:lnTo>
                  <a:lnTo>
                    <a:pt x="2202209" y="2081951"/>
                  </a:lnTo>
                  <a:lnTo>
                    <a:pt x="2202327" y="2081951"/>
                  </a:lnTo>
                  <a:lnTo>
                    <a:pt x="2202444" y="2081951"/>
                  </a:lnTo>
                  <a:lnTo>
                    <a:pt x="2202562" y="2081951"/>
                  </a:lnTo>
                  <a:lnTo>
                    <a:pt x="2202679" y="2081951"/>
                  </a:lnTo>
                  <a:lnTo>
                    <a:pt x="2202797" y="2081951"/>
                  </a:lnTo>
                  <a:lnTo>
                    <a:pt x="2202915" y="2081951"/>
                  </a:lnTo>
                  <a:lnTo>
                    <a:pt x="2203032" y="2081951"/>
                  </a:lnTo>
                  <a:lnTo>
                    <a:pt x="2203150" y="2081951"/>
                  </a:lnTo>
                  <a:lnTo>
                    <a:pt x="2203268" y="2081951"/>
                  </a:lnTo>
                  <a:lnTo>
                    <a:pt x="2203385" y="2081951"/>
                  </a:lnTo>
                  <a:lnTo>
                    <a:pt x="2203503" y="2081951"/>
                  </a:lnTo>
                  <a:lnTo>
                    <a:pt x="2203620" y="2081951"/>
                  </a:lnTo>
                  <a:lnTo>
                    <a:pt x="2203620" y="2081520"/>
                  </a:lnTo>
                  <a:lnTo>
                    <a:pt x="2203738" y="2081520"/>
                  </a:lnTo>
                  <a:lnTo>
                    <a:pt x="2203856" y="2081520"/>
                  </a:lnTo>
                  <a:lnTo>
                    <a:pt x="2203973" y="2081520"/>
                  </a:lnTo>
                  <a:lnTo>
                    <a:pt x="2204091" y="2081520"/>
                  </a:lnTo>
                  <a:lnTo>
                    <a:pt x="2204208" y="2081520"/>
                  </a:lnTo>
                  <a:lnTo>
                    <a:pt x="2204208" y="2081089"/>
                  </a:lnTo>
                  <a:lnTo>
                    <a:pt x="2204326" y="2081089"/>
                  </a:lnTo>
                  <a:lnTo>
                    <a:pt x="2204326" y="2080659"/>
                  </a:lnTo>
                  <a:lnTo>
                    <a:pt x="2204444" y="2080659"/>
                  </a:lnTo>
                  <a:lnTo>
                    <a:pt x="2204561" y="2080659"/>
                  </a:lnTo>
                  <a:lnTo>
                    <a:pt x="2204679" y="2080659"/>
                  </a:lnTo>
                  <a:lnTo>
                    <a:pt x="2204797" y="2080659"/>
                  </a:lnTo>
                  <a:lnTo>
                    <a:pt x="2204914" y="2080659"/>
                  </a:lnTo>
                  <a:lnTo>
                    <a:pt x="2205032" y="2080659"/>
                  </a:lnTo>
                  <a:lnTo>
                    <a:pt x="2205149" y="2080659"/>
                  </a:lnTo>
                  <a:lnTo>
                    <a:pt x="2205267" y="2080659"/>
                  </a:lnTo>
                  <a:lnTo>
                    <a:pt x="2205385" y="2080659"/>
                  </a:lnTo>
                  <a:lnTo>
                    <a:pt x="2205502" y="2080659"/>
                  </a:lnTo>
                  <a:lnTo>
                    <a:pt x="2205620" y="2080659"/>
                  </a:lnTo>
                  <a:lnTo>
                    <a:pt x="2205737" y="2080659"/>
                  </a:lnTo>
                  <a:lnTo>
                    <a:pt x="2205855" y="2080659"/>
                  </a:lnTo>
                  <a:lnTo>
                    <a:pt x="2205973" y="2080659"/>
                  </a:lnTo>
                  <a:lnTo>
                    <a:pt x="2205973" y="2080228"/>
                  </a:lnTo>
                  <a:lnTo>
                    <a:pt x="2206090" y="2080228"/>
                  </a:lnTo>
                  <a:lnTo>
                    <a:pt x="2206208" y="2080228"/>
                  </a:lnTo>
                  <a:lnTo>
                    <a:pt x="2206208" y="2079798"/>
                  </a:lnTo>
                  <a:lnTo>
                    <a:pt x="2206208" y="2079367"/>
                  </a:lnTo>
                  <a:lnTo>
                    <a:pt x="2206325" y="2079367"/>
                  </a:lnTo>
                  <a:lnTo>
                    <a:pt x="2206443" y="2079367"/>
                  </a:lnTo>
                  <a:lnTo>
                    <a:pt x="2206561" y="2079367"/>
                  </a:lnTo>
                  <a:lnTo>
                    <a:pt x="2206678" y="2079367"/>
                  </a:lnTo>
                  <a:lnTo>
                    <a:pt x="2206678" y="2078936"/>
                  </a:lnTo>
                  <a:lnTo>
                    <a:pt x="2206678" y="2078506"/>
                  </a:lnTo>
                  <a:lnTo>
                    <a:pt x="2206796" y="2078506"/>
                  </a:lnTo>
                  <a:lnTo>
                    <a:pt x="2206914" y="2078506"/>
                  </a:lnTo>
                  <a:lnTo>
                    <a:pt x="2207031" y="2078506"/>
                  </a:lnTo>
                  <a:lnTo>
                    <a:pt x="2207149" y="2078506"/>
                  </a:lnTo>
                  <a:lnTo>
                    <a:pt x="2207266" y="2078506"/>
                  </a:lnTo>
                  <a:lnTo>
                    <a:pt x="2207384" y="2078506"/>
                  </a:lnTo>
                  <a:lnTo>
                    <a:pt x="2207502" y="2078506"/>
                  </a:lnTo>
                  <a:lnTo>
                    <a:pt x="2207619" y="2078506"/>
                  </a:lnTo>
                  <a:lnTo>
                    <a:pt x="2207737" y="2078506"/>
                  </a:lnTo>
                  <a:lnTo>
                    <a:pt x="2207854" y="2078506"/>
                  </a:lnTo>
                  <a:lnTo>
                    <a:pt x="2207972" y="2078506"/>
                  </a:lnTo>
                  <a:lnTo>
                    <a:pt x="2208090" y="2078506"/>
                  </a:lnTo>
                  <a:lnTo>
                    <a:pt x="2208207" y="2078506"/>
                  </a:lnTo>
                  <a:lnTo>
                    <a:pt x="2208325" y="2078506"/>
                  </a:lnTo>
                  <a:lnTo>
                    <a:pt x="2208325" y="2078075"/>
                  </a:lnTo>
                  <a:lnTo>
                    <a:pt x="2208443" y="2078075"/>
                  </a:lnTo>
                  <a:lnTo>
                    <a:pt x="2208560" y="2078075"/>
                  </a:lnTo>
                  <a:lnTo>
                    <a:pt x="2208560" y="2077645"/>
                  </a:lnTo>
                  <a:lnTo>
                    <a:pt x="2208678" y="2077645"/>
                  </a:lnTo>
                  <a:lnTo>
                    <a:pt x="2208678" y="2077214"/>
                  </a:lnTo>
                  <a:lnTo>
                    <a:pt x="2208795" y="2077214"/>
                  </a:lnTo>
                  <a:lnTo>
                    <a:pt x="2208913" y="2077214"/>
                  </a:lnTo>
                  <a:lnTo>
                    <a:pt x="2209031" y="2077214"/>
                  </a:lnTo>
                  <a:lnTo>
                    <a:pt x="2209148" y="2077214"/>
                  </a:lnTo>
                  <a:lnTo>
                    <a:pt x="2209266" y="2077214"/>
                  </a:lnTo>
                  <a:lnTo>
                    <a:pt x="2209383" y="2077214"/>
                  </a:lnTo>
                  <a:lnTo>
                    <a:pt x="2209501" y="2077214"/>
                  </a:lnTo>
                  <a:lnTo>
                    <a:pt x="2209619" y="2077214"/>
                  </a:lnTo>
                  <a:lnTo>
                    <a:pt x="2209736" y="2077214"/>
                  </a:lnTo>
                  <a:lnTo>
                    <a:pt x="2209854" y="2077214"/>
                  </a:lnTo>
                  <a:lnTo>
                    <a:pt x="2209972" y="2077214"/>
                  </a:lnTo>
                  <a:lnTo>
                    <a:pt x="2210089" y="2077214"/>
                  </a:lnTo>
                  <a:lnTo>
                    <a:pt x="2210207" y="2077214"/>
                  </a:lnTo>
                  <a:lnTo>
                    <a:pt x="2210324" y="2077214"/>
                  </a:lnTo>
                  <a:lnTo>
                    <a:pt x="2210324" y="2076783"/>
                  </a:lnTo>
                  <a:lnTo>
                    <a:pt x="2210442" y="2076783"/>
                  </a:lnTo>
                  <a:lnTo>
                    <a:pt x="2210560" y="2076783"/>
                  </a:lnTo>
                  <a:lnTo>
                    <a:pt x="2210560" y="2076353"/>
                  </a:lnTo>
                  <a:lnTo>
                    <a:pt x="2210677" y="2076353"/>
                  </a:lnTo>
                  <a:lnTo>
                    <a:pt x="2210795" y="2076353"/>
                  </a:lnTo>
                  <a:lnTo>
                    <a:pt x="2210912" y="2076353"/>
                  </a:lnTo>
                  <a:lnTo>
                    <a:pt x="2210912" y="2075922"/>
                  </a:lnTo>
                  <a:lnTo>
                    <a:pt x="2210912" y="2075492"/>
                  </a:lnTo>
                  <a:lnTo>
                    <a:pt x="2211030" y="2075492"/>
                  </a:lnTo>
                  <a:lnTo>
                    <a:pt x="2211148" y="2075492"/>
                  </a:lnTo>
                  <a:lnTo>
                    <a:pt x="2211265" y="2075492"/>
                  </a:lnTo>
                  <a:lnTo>
                    <a:pt x="2211383" y="2075492"/>
                  </a:lnTo>
                  <a:lnTo>
                    <a:pt x="2211383" y="2075061"/>
                  </a:lnTo>
                  <a:lnTo>
                    <a:pt x="2211501" y="2075061"/>
                  </a:lnTo>
                  <a:lnTo>
                    <a:pt x="2211618" y="2075061"/>
                  </a:lnTo>
                  <a:lnTo>
                    <a:pt x="2211736" y="2075061"/>
                  </a:lnTo>
                  <a:lnTo>
                    <a:pt x="2211853" y="2075061"/>
                  </a:lnTo>
                  <a:lnTo>
                    <a:pt x="2211971" y="2075061"/>
                  </a:lnTo>
                  <a:lnTo>
                    <a:pt x="2212089" y="2075061"/>
                  </a:lnTo>
                  <a:lnTo>
                    <a:pt x="2212206" y="2075061"/>
                  </a:lnTo>
                  <a:lnTo>
                    <a:pt x="2212324" y="2075061"/>
                  </a:lnTo>
                  <a:lnTo>
                    <a:pt x="2212441" y="2075061"/>
                  </a:lnTo>
                  <a:lnTo>
                    <a:pt x="2212559" y="2075061"/>
                  </a:lnTo>
                  <a:lnTo>
                    <a:pt x="2212677" y="2075061"/>
                  </a:lnTo>
                  <a:lnTo>
                    <a:pt x="2212794" y="2075061"/>
                  </a:lnTo>
                  <a:lnTo>
                    <a:pt x="2212794" y="2074630"/>
                  </a:lnTo>
                  <a:lnTo>
                    <a:pt x="2212794" y="2074200"/>
                  </a:lnTo>
                  <a:lnTo>
                    <a:pt x="2212794" y="2073769"/>
                  </a:lnTo>
                  <a:lnTo>
                    <a:pt x="2212912" y="2073769"/>
                  </a:lnTo>
                  <a:lnTo>
                    <a:pt x="2213030" y="2073769"/>
                  </a:lnTo>
                  <a:lnTo>
                    <a:pt x="2213147" y="2073769"/>
                  </a:lnTo>
                  <a:lnTo>
                    <a:pt x="2213265" y="2073769"/>
                  </a:lnTo>
                  <a:lnTo>
                    <a:pt x="2213382" y="2073769"/>
                  </a:lnTo>
                  <a:lnTo>
                    <a:pt x="2213500" y="2073769"/>
                  </a:lnTo>
                  <a:lnTo>
                    <a:pt x="2213618" y="2073769"/>
                  </a:lnTo>
                  <a:lnTo>
                    <a:pt x="2213735" y="2073769"/>
                  </a:lnTo>
                  <a:lnTo>
                    <a:pt x="2213853" y="2073769"/>
                  </a:lnTo>
                  <a:lnTo>
                    <a:pt x="2213970" y="2073769"/>
                  </a:lnTo>
                  <a:lnTo>
                    <a:pt x="2213970" y="2073339"/>
                  </a:lnTo>
                  <a:lnTo>
                    <a:pt x="2214088" y="2073339"/>
                  </a:lnTo>
                  <a:lnTo>
                    <a:pt x="2214206" y="2073339"/>
                  </a:lnTo>
                  <a:lnTo>
                    <a:pt x="2214206" y="2072908"/>
                  </a:lnTo>
                  <a:lnTo>
                    <a:pt x="2214323" y="2072908"/>
                  </a:lnTo>
                  <a:lnTo>
                    <a:pt x="2214441" y="2072908"/>
                  </a:lnTo>
                  <a:lnTo>
                    <a:pt x="2214558" y="2072908"/>
                  </a:lnTo>
                  <a:lnTo>
                    <a:pt x="2214558" y="2072477"/>
                  </a:lnTo>
                  <a:lnTo>
                    <a:pt x="2214558" y="2072047"/>
                  </a:lnTo>
                  <a:lnTo>
                    <a:pt x="2214558" y="2071616"/>
                  </a:lnTo>
                  <a:lnTo>
                    <a:pt x="2214676" y="2071616"/>
                  </a:lnTo>
                  <a:lnTo>
                    <a:pt x="2214794" y="2071616"/>
                  </a:lnTo>
                  <a:lnTo>
                    <a:pt x="2214911" y="2071616"/>
                  </a:lnTo>
                  <a:lnTo>
                    <a:pt x="2214911" y="2071186"/>
                  </a:lnTo>
                  <a:lnTo>
                    <a:pt x="2215029" y="2071186"/>
                  </a:lnTo>
                  <a:lnTo>
                    <a:pt x="2215029" y="2070755"/>
                  </a:lnTo>
                  <a:lnTo>
                    <a:pt x="2215147" y="2070755"/>
                  </a:lnTo>
                  <a:lnTo>
                    <a:pt x="2215264" y="2070755"/>
                  </a:lnTo>
                  <a:lnTo>
                    <a:pt x="2215382" y="2070755"/>
                  </a:lnTo>
                  <a:lnTo>
                    <a:pt x="2215382" y="2070324"/>
                  </a:lnTo>
                  <a:lnTo>
                    <a:pt x="2215499" y="2070324"/>
                  </a:lnTo>
                  <a:lnTo>
                    <a:pt x="2215617" y="2070324"/>
                  </a:lnTo>
                  <a:lnTo>
                    <a:pt x="2215735" y="2070324"/>
                  </a:lnTo>
                  <a:lnTo>
                    <a:pt x="2215852" y="2070324"/>
                  </a:lnTo>
                  <a:lnTo>
                    <a:pt x="2215970" y="2070324"/>
                  </a:lnTo>
                  <a:lnTo>
                    <a:pt x="2216087" y="2070324"/>
                  </a:lnTo>
                  <a:lnTo>
                    <a:pt x="2216205" y="2070324"/>
                  </a:lnTo>
                  <a:lnTo>
                    <a:pt x="2216323" y="2070324"/>
                  </a:lnTo>
                  <a:lnTo>
                    <a:pt x="2216440" y="2070324"/>
                  </a:lnTo>
                  <a:lnTo>
                    <a:pt x="2216558" y="2070324"/>
                  </a:lnTo>
                  <a:lnTo>
                    <a:pt x="2216558" y="2069894"/>
                  </a:lnTo>
                  <a:lnTo>
                    <a:pt x="2216558" y="2069463"/>
                  </a:lnTo>
                  <a:lnTo>
                    <a:pt x="2216558" y="2069033"/>
                  </a:lnTo>
                  <a:lnTo>
                    <a:pt x="2216676" y="2069033"/>
                  </a:lnTo>
                  <a:lnTo>
                    <a:pt x="2216793" y="2069033"/>
                  </a:lnTo>
                  <a:lnTo>
                    <a:pt x="2216911" y="2069033"/>
                  </a:lnTo>
                  <a:lnTo>
                    <a:pt x="2217028" y="2069033"/>
                  </a:lnTo>
                  <a:lnTo>
                    <a:pt x="2217146" y="2069033"/>
                  </a:lnTo>
                  <a:lnTo>
                    <a:pt x="2217264" y="2069033"/>
                  </a:lnTo>
                  <a:lnTo>
                    <a:pt x="2217264" y="2068602"/>
                  </a:lnTo>
                  <a:lnTo>
                    <a:pt x="2217381" y="2068602"/>
                  </a:lnTo>
                  <a:lnTo>
                    <a:pt x="2217499" y="2068602"/>
                  </a:lnTo>
                  <a:lnTo>
                    <a:pt x="2217499" y="2068171"/>
                  </a:lnTo>
                  <a:lnTo>
                    <a:pt x="2217499" y="2067741"/>
                  </a:lnTo>
                  <a:lnTo>
                    <a:pt x="2217499" y="2067310"/>
                  </a:lnTo>
                  <a:lnTo>
                    <a:pt x="2217616" y="2067310"/>
                  </a:lnTo>
                  <a:lnTo>
                    <a:pt x="2217734" y="2067310"/>
                  </a:lnTo>
                  <a:lnTo>
                    <a:pt x="2217852" y="2067310"/>
                  </a:lnTo>
                  <a:lnTo>
                    <a:pt x="2217969" y="2067310"/>
                  </a:lnTo>
                  <a:lnTo>
                    <a:pt x="2218087" y="2067310"/>
                  </a:lnTo>
                  <a:lnTo>
                    <a:pt x="2218087" y="2066880"/>
                  </a:lnTo>
                  <a:lnTo>
                    <a:pt x="2218205" y="2066880"/>
                  </a:lnTo>
                  <a:lnTo>
                    <a:pt x="2218322" y="2066880"/>
                  </a:lnTo>
                  <a:lnTo>
                    <a:pt x="2218440" y="2066880"/>
                  </a:lnTo>
                  <a:lnTo>
                    <a:pt x="2218557" y="2066880"/>
                  </a:lnTo>
                  <a:lnTo>
                    <a:pt x="2218675" y="2066880"/>
                  </a:lnTo>
                  <a:lnTo>
                    <a:pt x="2218793" y="2066880"/>
                  </a:lnTo>
                  <a:lnTo>
                    <a:pt x="2218910" y="2066880"/>
                  </a:lnTo>
                  <a:lnTo>
                    <a:pt x="2219028" y="2066880"/>
                  </a:lnTo>
                  <a:lnTo>
                    <a:pt x="2219028" y="2066449"/>
                  </a:lnTo>
                  <a:lnTo>
                    <a:pt x="2219145" y="2066449"/>
                  </a:lnTo>
                  <a:lnTo>
                    <a:pt x="2219145" y="2066018"/>
                  </a:lnTo>
                  <a:lnTo>
                    <a:pt x="2219263" y="2066018"/>
                  </a:lnTo>
                  <a:lnTo>
                    <a:pt x="2219381" y="2066018"/>
                  </a:lnTo>
                  <a:lnTo>
                    <a:pt x="2219498" y="2066018"/>
                  </a:lnTo>
                  <a:lnTo>
                    <a:pt x="2219616" y="2066018"/>
                  </a:lnTo>
                  <a:lnTo>
                    <a:pt x="2219616" y="2065588"/>
                  </a:lnTo>
                  <a:lnTo>
                    <a:pt x="2219734" y="2065588"/>
                  </a:lnTo>
                  <a:lnTo>
                    <a:pt x="2219851" y="2065588"/>
                  </a:lnTo>
                  <a:lnTo>
                    <a:pt x="2219969" y="2065588"/>
                  </a:lnTo>
                  <a:lnTo>
                    <a:pt x="2220086" y="2065588"/>
                  </a:lnTo>
                  <a:lnTo>
                    <a:pt x="2220204" y="2065588"/>
                  </a:lnTo>
                  <a:lnTo>
                    <a:pt x="2220322" y="2065588"/>
                  </a:lnTo>
                  <a:lnTo>
                    <a:pt x="2220439" y="2065588"/>
                  </a:lnTo>
                  <a:lnTo>
                    <a:pt x="2220557" y="2065588"/>
                  </a:lnTo>
                  <a:lnTo>
                    <a:pt x="2220674" y="2065588"/>
                  </a:lnTo>
                  <a:lnTo>
                    <a:pt x="2220674" y="2065157"/>
                  </a:lnTo>
                  <a:lnTo>
                    <a:pt x="2220674" y="2064727"/>
                  </a:lnTo>
                  <a:lnTo>
                    <a:pt x="2220674" y="2064296"/>
                  </a:lnTo>
                  <a:lnTo>
                    <a:pt x="2220792" y="2064296"/>
                  </a:lnTo>
                  <a:lnTo>
                    <a:pt x="2220910" y="2064296"/>
                  </a:lnTo>
                  <a:lnTo>
                    <a:pt x="2221027" y="2064296"/>
                  </a:lnTo>
                  <a:lnTo>
                    <a:pt x="2221145" y="2064296"/>
                  </a:lnTo>
                  <a:lnTo>
                    <a:pt x="2221263" y="2064296"/>
                  </a:lnTo>
                  <a:lnTo>
                    <a:pt x="2221380" y="2064296"/>
                  </a:lnTo>
                  <a:lnTo>
                    <a:pt x="2221498" y="2064296"/>
                  </a:lnTo>
                  <a:lnTo>
                    <a:pt x="2221615" y="2064296"/>
                  </a:lnTo>
                  <a:lnTo>
                    <a:pt x="2221733" y="2064296"/>
                  </a:lnTo>
                  <a:lnTo>
                    <a:pt x="2221851" y="2064296"/>
                  </a:lnTo>
                  <a:lnTo>
                    <a:pt x="2221851" y="2063865"/>
                  </a:lnTo>
                  <a:lnTo>
                    <a:pt x="2221968" y="2063865"/>
                  </a:lnTo>
                  <a:lnTo>
                    <a:pt x="2221968" y="2063435"/>
                  </a:lnTo>
                  <a:lnTo>
                    <a:pt x="2221968" y="2063004"/>
                  </a:lnTo>
                  <a:lnTo>
                    <a:pt x="2222086" y="2063004"/>
                  </a:lnTo>
                  <a:lnTo>
                    <a:pt x="2222203" y="2063004"/>
                  </a:lnTo>
                  <a:lnTo>
                    <a:pt x="2222203" y="2062574"/>
                  </a:lnTo>
                  <a:lnTo>
                    <a:pt x="2222321" y="2062574"/>
                  </a:lnTo>
                  <a:lnTo>
                    <a:pt x="2222439" y="2062574"/>
                  </a:lnTo>
                  <a:lnTo>
                    <a:pt x="2222556" y="2062574"/>
                  </a:lnTo>
                  <a:lnTo>
                    <a:pt x="2222674" y="2062574"/>
                  </a:lnTo>
                  <a:lnTo>
                    <a:pt x="2222791" y="2062574"/>
                  </a:lnTo>
                  <a:lnTo>
                    <a:pt x="2222791" y="2062143"/>
                  </a:lnTo>
                  <a:lnTo>
                    <a:pt x="2222909" y="2062143"/>
                  </a:lnTo>
                  <a:lnTo>
                    <a:pt x="2222909" y="2061712"/>
                  </a:lnTo>
                  <a:lnTo>
                    <a:pt x="2223027" y="2061712"/>
                  </a:lnTo>
                  <a:lnTo>
                    <a:pt x="2223144" y="2061712"/>
                  </a:lnTo>
                  <a:lnTo>
                    <a:pt x="2223144" y="2061282"/>
                  </a:lnTo>
                  <a:lnTo>
                    <a:pt x="2223262" y="2061282"/>
                  </a:lnTo>
                  <a:lnTo>
                    <a:pt x="2223262" y="2060851"/>
                  </a:lnTo>
                  <a:lnTo>
                    <a:pt x="2223380" y="2060851"/>
                  </a:lnTo>
                  <a:lnTo>
                    <a:pt x="2223497" y="2060851"/>
                  </a:lnTo>
                  <a:lnTo>
                    <a:pt x="2223615" y="2060851"/>
                  </a:lnTo>
                  <a:lnTo>
                    <a:pt x="2223615" y="2060421"/>
                  </a:lnTo>
                  <a:lnTo>
                    <a:pt x="2223732" y="2060421"/>
                  </a:lnTo>
                  <a:lnTo>
                    <a:pt x="2223850" y="2060421"/>
                  </a:lnTo>
                  <a:lnTo>
                    <a:pt x="2223850" y="2059990"/>
                  </a:lnTo>
                  <a:lnTo>
                    <a:pt x="2223968" y="2059990"/>
                  </a:lnTo>
                  <a:lnTo>
                    <a:pt x="2224085" y="2059990"/>
                  </a:lnTo>
                  <a:lnTo>
                    <a:pt x="2224085" y="2059559"/>
                  </a:lnTo>
                  <a:lnTo>
                    <a:pt x="2224203" y="2059559"/>
                  </a:lnTo>
                  <a:lnTo>
                    <a:pt x="2224320" y="2059559"/>
                  </a:lnTo>
                  <a:lnTo>
                    <a:pt x="2224438" y="2059559"/>
                  </a:lnTo>
                  <a:lnTo>
                    <a:pt x="2224556" y="2059559"/>
                  </a:lnTo>
                  <a:lnTo>
                    <a:pt x="2224673" y="2059559"/>
                  </a:lnTo>
                  <a:lnTo>
                    <a:pt x="2224791" y="2059559"/>
                  </a:lnTo>
                  <a:lnTo>
                    <a:pt x="2224909" y="2059559"/>
                  </a:lnTo>
                  <a:lnTo>
                    <a:pt x="2225026" y="2059559"/>
                  </a:lnTo>
                  <a:lnTo>
                    <a:pt x="2225144" y="2059559"/>
                  </a:lnTo>
                  <a:lnTo>
                    <a:pt x="2225144" y="2059129"/>
                  </a:lnTo>
                  <a:lnTo>
                    <a:pt x="2225261" y="2059129"/>
                  </a:lnTo>
                  <a:lnTo>
                    <a:pt x="2225261" y="2058698"/>
                  </a:lnTo>
                  <a:lnTo>
                    <a:pt x="2225261" y="2058268"/>
                  </a:lnTo>
                  <a:lnTo>
                    <a:pt x="2225261" y="2057837"/>
                  </a:lnTo>
                  <a:lnTo>
                    <a:pt x="2225261" y="2057406"/>
                  </a:lnTo>
                  <a:lnTo>
                    <a:pt x="2225379" y="2057406"/>
                  </a:lnTo>
                  <a:lnTo>
                    <a:pt x="2225379" y="2056976"/>
                  </a:lnTo>
                  <a:lnTo>
                    <a:pt x="2225379" y="2056545"/>
                  </a:lnTo>
                  <a:lnTo>
                    <a:pt x="2225497" y="2056545"/>
                  </a:lnTo>
                  <a:lnTo>
                    <a:pt x="2225614" y="2056545"/>
                  </a:lnTo>
                  <a:lnTo>
                    <a:pt x="2225614" y="2056115"/>
                  </a:lnTo>
                  <a:lnTo>
                    <a:pt x="2225732" y="2056115"/>
                  </a:lnTo>
                  <a:lnTo>
                    <a:pt x="2225849" y="2056115"/>
                  </a:lnTo>
                  <a:lnTo>
                    <a:pt x="2225967" y="2056115"/>
                  </a:lnTo>
                  <a:lnTo>
                    <a:pt x="2225967" y="2055684"/>
                  </a:lnTo>
                  <a:lnTo>
                    <a:pt x="2226085" y="2055684"/>
                  </a:lnTo>
                  <a:lnTo>
                    <a:pt x="2226202" y="2055684"/>
                  </a:lnTo>
                  <a:lnTo>
                    <a:pt x="2226320" y="2055684"/>
                  </a:lnTo>
                  <a:lnTo>
                    <a:pt x="2226438" y="2055684"/>
                  </a:lnTo>
                  <a:lnTo>
                    <a:pt x="2226555" y="2055684"/>
                  </a:lnTo>
                  <a:lnTo>
                    <a:pt x="2226673" y="2055684"/>
                  </a:lnTo>
                  <a:lnTo>
                    <a:pt x="2226790" y="2055684"/>
                  </a:lnTo>
                  <a:lnTo>
                    <a:pt x="2226908" y="2055684"/>
                  </a:lnTo>
                  <a:lnTo>
                    <a:pt x="2227026" y="2055684"/>
                  </a:lnTo>
                  <a:lnTo>
                    <a:pt x="2227143" y="2055684"/>
                  </a:lnTo>
                  <a:lnTo>
                    <a:pt x="2227261" y="2055684"/>
                  </a:lnTo>
                  <a:lnTo>
                    <a:pt x="2227378" y="2055684"/>
                  </a:lnTo>
                  <a:lnTo>
                    <a:pt x="2227378" y="2055253"/>
                  </a:lnTo>
                  <a:lnTo>
                    <a:pt x="2227496" y="2055253"/>
                  </a:lnTo>
                  <a:lnTo>
                    <a:pt x="2227614" y="2055253"/>
                  </a:lnTo>
                  <a:lnTo>
                    <a:pt x="2227731" y="2055253"/>
                  </a:lnTo>
                  <a:lnTo>
                    <a:pt x="2227731" y="2054823"/>
                  </a:lnTo>
                  <a:lnTo>
                    <a:pt x="2227731" y="2054392"/>
                  </a:lnTo>
                  <a:lnTo>
                    <a:pt x="2227849" y="2054392"/>
                  </a:lnTo>
                  <a:lnTo>
                    <a:pt x="2227849" y="2053962"/>
                  </a:lnTo>
                  <a:lnTo>
                    <a:pt x="2227967" y="2053962"/>
                  </a:lnTo>
                  <a:lnTo>
                    <a:pt x="2228084" y="2053962"/>
                  </a:lnTo>
                  <a:lnTo>
                    <a:pt x="2228084" y="2053531"/>
                  </a:lnTo>
                  <a:lnTo>
                    <a:pt x="2228202" y="2053531"/>
                  </a:lnTo>
                  <a:lnTo>
                    <a:pt x="2228319" y="2053531"/>
                  </a:lnTo>
                  <a:lnTo>
                    <a:pt x="2228319" y="2053100"/>
                  </a:lnTo>
                  <a:lnTo>
                    <a:pt x="2228437" y="2053100"/>
                  </a:lnTo>
                  <a:lnTo>
                    <a:pt x="2228555" y="2053100"/>
                  </a:lnTo>
                  <a:lnTo>
                    <a:pt x="2228555" y="2052670"/>
                  </a:lnTo>
                  <a:lnTo>
                    <a:pt x="2228672" y="2052670"/>
                  </a:lnTo>
                  <a:lnTo>
                    <a:pt x="2228790" y="2052670"/>
                  </a:lnTo>
                  <a:lnTo>
                    <a:pt x="2228907" y="2052670"/>
                  </a:lnTo>
                  <a:lnTo>
                    <a:pt x="2228907" y="2052239"/>
                  </a:lnTo>
                  <a:lnTo>
                    <a:pt x="2228907" y="2051809"/>
                  </a:lnTo>
                  <a:lnTo>
                    <a:pt x="2228907" y="2051378"/>
                  </a:lnTo>
                  <a:lnTo>
                    <a:pt x="2229025" y="2051378"/>
                  </a:lnTo>
                  <a:lnTo>
                    <a:pt x="2229143" y="2051378"/>
                  </a:lnTo>
                  <a:lnTo>
                    <a:pt x="2229260" y="2051378"/>
                  </a:lnTo>
                  <a:lnTo>
                    <a:pt x="2229378" y="2051378"/>
                  </a:lnTo>
                  <a:lnTo>
                    <a:pt x="2229496" y="2051378"/>
                  </a:lnTo>
                  <a:lnTo>
                    <a:pt x="2229496" y="2050947"/>
                  </a:lnTo>
                  <a:lnTo>
                    <a:pt x="2229613" y="2050947"/>
                  </a:lnTo>
                  <a:lnTo>
                    <a:pt x="2229731" y="2050947"/>
                  </a:lnTo>
                  <a:lnTo>
                    <a:pt x="2229848" y="2050947"/>
                  </a:lnTo>
                  <a:lnTo>
                    <a:pt x="2229848" y="2050517"/>
                  </a:lnTo>
                  <a:lnTo>
                    <a:pt x="2229848" y="2050086"/>
                  </a:lnTo>
                  <a:lnTo>
                    <a:pt x="2229966" y="2050086"/>
                  </a:lnTo>
                  <a:lnTo>
                    <a:pt x="2230084" y="2050086"/>
                  </a:lnTo>
                  <a:lnTo>
                    <a:pt x="2230201" y="2050086"/>
                  </a:lnTo>
                  <a:lnTo>
                    <a:pt x="2230201" y="2049656"/>
                  </a:lnTo>
                  <a:lnTo>
                    <a:pt x="2230319" y="2049656"/>
                  </a:lnTo>
                  <a:lnTo>
                    <a:pt x="2230319" y="2049225"/>
                  </a:lnTo>
                  <a:lnTo>
                    <a:pt x="2230319" y="2048794"/>
                  </a:lnTo>
                  <a:lnTo>
                    <a:pt x="2230436" y="2048794"/>
                  </a:lnTo>
                  <a:lnTo>
                    <a:pt x="2230436" y="2048364"/>
                  </a:lnTo>
                  <a:lnTo>
                    <a:pt x="2230554" y="2048364"/>
                  </a:lnTo>
                  <a:lnTo>
                    <a:pt x="2230672" y="2048364"/>
                  </a:lnTo>
                  <a:lnTo>
                    <a:pt x="2230789" y="2048364"/>
                  </a:lnTo>
                  <a:lnTo>
                    <a:pt x="2230907" y="2048364"/>
                  </a:lnTo>
                  <a:lnTo>
                    <a:pt x="2231024" y="2048364"/>
                  </a:lnTo>
                  <a:lnTo>
                    <a:pt x="2231142" y="2048364"/>
                  </a:lnTo>
                  <a:lnTo>
                    <a:pt x="2231260" y="2048364"/>
                  </a:lnTo>
                  <a:lnTo>
                    <a:pt x="2231377" y="2048364"/>
                  </a:lnTo>
                  <a:lnTo>
                    <a:pt x="2231495" y="2048364"/>
                  </a:lnTo>
                  <a:lnTo>
                    <a:pt x="2231613" y="2048364"/>
                  </a:lnTo>
                  <a:lnTo>
                    <a:pt x="2231730" y="2048364"/>
                  </a:lnTo>
                  <a:lnTo>
                    <a:pt x="2231848" y="2048364"/>
                  </a:lnTo>
                  <a:lnTo>
                    <a:pt x="2231965" y="2048364"/>
                  </a:lnTo>
                  <a:lnTo>
                    <a:pt x="2231965" y="2047933"/>
                  </a:lnTo>
                  <a:lnTo>
                    <a:pt x="2232083" y="2047933"/>
                  </a:lnTo>
                  <a:lnTo>
                    <a:pt x="2232201" y="2047933"/>
                  </a:lnTo>
                  <a:lnTo>
                    <a:pt x="2232318" y="2047933"/>
                  </a:lnTo>
                  <a:lnTo>
                    <a:pt x="2232436" y="2047933"/>
                  </a:lnTo>
                  <a:lnTo>
                    <a:pt x="2232436" y="2047503"/>
                  </a:lnTo>
                  <a:lnTo>
                    <a:pt x="2232436" y="2047072"/>
                  </a:lnTo>
                  <a:lnTo>
                    <a:pt x="2232553" y="2047072"/>
                  </a:lnTo>
                  <a:lnTo>
                    <a:pt x="2232671" y="2047072"/>
                  </a:lnTo>
                  <a:lnTo>
                    <a:pt x="2232789" y="2047072"/>
                  </a:lnTo>
                  <a:lnTo>
                    <a:pt x="2232906" y="2047072"/>
                  </a:lnTo>
                  <a:lnTo>
                    <a:pt x="2233024" y="2047072"/>
                  </a:lnTo>
                  <a:lnTo>
                    <a:pt x="2233024" y="2046641"/>
                  </a:lnTo>
                  <a:lnTo>
                    <a:pt x="2233142" y="2046641"/>
                  </a:lnTo>
                  <a:lnTo>
                    <a:pt x="2233259" y="2046641"/>
                  </a:lnTo>
                  <a:lnTo>
                    <a:pt x="2233377" y="2046641"/>
                  </a:lnTo>
                  <a:lnTo>
                    <a:pt x="2233377" y="2046211"/>
                  </a:lnTo>
                  <a:lnTo>
                    <a:pt x="2233494" y="2046211"/>
                  </a:lnTo>
                  <a:lnTo>
                    <a:pt x="2233612" y="2046211"/>
                  </a:lnTo>
                  <a:lnTo>
                    <a:pt x="2233612" y="2045780"/>
                  </a:lnTo>
                  <a:lnTo>
                    <a:pt x="2233730" y="2045780"/>
                  </a:lnTo>
                  <a:lnTo>
                    <a:pt x="2233847" y="2045780"/>
                  </a:lnTo>
                  <a:lnTo>
                    <a:pt x="2233965" y="2045780"/>
                  </a:lnTo>
                  <a:lnTo>
                    <a:pt x="2234082" y="2045780"/>
                  </a:lnTo>
                  <a:lnTo>
                    <a:pt x="2234082" y="2045350"/>
                  </a:lnTo>
                  <a:lnTo>
                    <a:pt x="2234200" y="2045350"/>
                  </a:lnTo>
                  <a:lnTo>
                    <a:pt x="2234318" y="2045350"/>
                  </a:lnTo>
                  <a:lnTo>
                    <a:pt x="2234435" y="2045350"/>
                  </a:lnTo>
                  <a:lnTo>
                    <a:pt x="2234553" y="2045350"/>
                  </a:lnTo>
                  <a:lnTo>
                    <a:pt x="2234671" y="2045350"/>
                  </a:lnTo>
                  <a:lnTo>
                    <a:pt x="2234788" y="2045350"/>
                  </a:lnTo>
                  <a:lnTo>
                    <a:pt x="2234788" y="2044919"/>
                  </a:lnTo>
                  <a:lnTo>
                    <a:pt x="2234906" y="2044919"/>
                  </a:lnTo>
                  <a:lnTo>
                    <a:pt x="2235023" y="2044919"/>
                  </a:lnTo>
                  <a:lnTo>
                    <a:pt x="2235141" y="2044919"/>
                  </a:lnTo>
                  <a:lnTo>
                    <a:pt x="2235259" y="2044919"/>
                  </a:lnTo>
                  <a:lnTo>
                    <a:pt x="2235376" y="2044919"/>
                  </a:lnTo>
                  <a:lnTo>
                    <a:pt x="2235494" y="2044919"/>
                  </a:lnTo>
                  <a:lnTo>
                    <a:pt x="2235494" y="2044488"/>
                  </a:lnTo>
                  <a:lnTo>
                    <a:pt x="2235611" y="2044488"/>
                  </a:lnTo>
                  <a:lnTo>
                    <a:pt x="2235729" y="2044488"/>
                  </a:lnTo>
                  <a:lnTo>
                    <a:pt x="2235729" y="2044058"/>
                  </a:lnTo>
                  <a:lnTo>
                    <a:pt x="2235847" y="2044058"/>
                  </a:lnTo>
                  <a:lnTo>
                    <a:pt x="2235964" y="2044058"/>
                  </a:lnTo>
                  <a:lnTo>
                    <a:pt x="2236082" y="2044058"/>
                  </a:lnTo>
                  <a:lnTo>
                    <a:pt x="2236200" y="2044058"/>
                  </a:lnTo>
                  <a:lnTo>
                    <a:pt x="2236317" y="2044058"/>
                  </a:lnTo>
                  <a:lnTo>
                    <a:pt x="2236435" y="2044058"/>
                  </a:lnTo>
                  <a:lnTo>
                    <a:pt x="2236552" y="2044058"/>
                  </a:lnTo>
                  <a:lnTo>
                    <a:pt x="2236670" y="2044058"/>
                  </a:lnTo>
                  <a:lnTo>
                    <a:pt x="2236788" y="2044058"/>
                  </a:lnTo>
                  <a:lnTo>
                    <a:pt x="2236788" y="2043627"/>
                  </a:lnTo>
                  <a:lnTo>
                    <a:pt x="2236905" y="2043627"/>
                  </a:lnTo>
                  <a:lnTo>
                    <a:pt x="2237023" y="2043627"/>
                  </a:lnTo>
                  <a:lnTo>
                    <a:pt x="2237140" y="2043627"/>
                  </a:lnTo>
                  <a:lnTo>
                    <a:pt x="2237258" y="2043627"/>
                  </a:lnTo>
                  <a:lnTo>
                    <a:pt x="2237376" y="2043627"/>
                  </a:lnTo>
                  <a:lnTo>
                    <a:pt x="2237493" y="2043627"/>
                  </a:lnTo>
                  <a:lnTo>
                    <a:pt x="2237611" y="2043627"/>
                  </a:lnTo>
                  <a:lnTo>
                    <a:pt x="2237729" y="2043627"/>
                  </a:lnTo>
                  <a:lnTo>
                    <a:pt x="2237846" y="2043627"/>
                  </a:lnTo>
                  <a:lnTo>
                    <a:pt x="2237964" y="2043627"/>
                  </a:lnTo>
                  <a:lnTo>
                    <a:pt x="2238081" y="2043627"/>
                  </a:lnTo>
                  <a:lnTo>
                    <a:pt x="2238081" y="2043197"/>
                  </a:lnTo>
                  <a:lnTo>
                    <a:pt x="2238199" y="2043197"/>
                  </a:lnTo>
                  <a:lnTo>
                    <a:pt x="2238317" y="2043197"/>
                  </a:lnTo>
                  <a:lnTo>
                    <a:pt x="2238317" y="2042766"/>
                  </a:lnTo>
                  <a:lnTo>
                    <a:pt x="2238434" y="2042766"/>
                  </a:lnTo>
                  <a:lnTo>
                    <a:pt x="2238552" y="2042766"/>
                  </a:lnTo>
                  <a:lnTo>
                    <a:pt x="2238669" y="2042766"/>
                  </a:lnTo>
                  <a:lnTo>
                    <a:pt x="2238669" y="2042335"/>
                  </a:lnTo>
                  <a:lnTo>
                    <a:pt x="2238787" y="2042335"/>
                  </a:lnTo>
                  <a:lnTo>
                    <a:pt x="2238905" y="2042335"/>
                  </a:lnTo>
                  <a:lnTo>
                    <a:pt x="2239022" y="2042335"/>
                  </a:lnTo>
                  <a:lnTo>
                    <a:pt x="2239022" y="2041905"/>
                  </a:lnTo>
                  <a:lnTo>
                    <a:pt x="2239140" y="2041905"/>
                  </a:lnTo>
                  <a:lnTo>
                    <a:pt x="2239257" y="2041905"/>
                  </a:lnTo>
                  <a:lnTo>
                    <a:pt x="2239375" y="2041905"/>
                  </a:lnTo>
                  <a:lnTo>
                    <a:pt x="2239493" y="2041905"/>
                  </a:lnTo>
                  <a:lnTo>
                    <a:pt x="2239493" y="2041474"/>
                  </a:lnTo>
                  <a:lnTo>
                    <a:pt x="2239610" y="2041474"/>
                  </a:lnTo>
                  <a:lnTo>
                    <a:pt x="2239728" y="2041474"/>
                  </a:lnTo>
                  <a:lnTo>
                    <a:pt x="2239728" y="2041044"/>
                  </a:lnTo>
                  <a:lnTo>
                    <a:pt x="2239846" y="2041044"/>
                  </a:lnTo>
                  <a:lnTo>
                    <a:pt x="2239963" y="2041044"/>
                  </a:lnTo>
                  <a:lnTo>
                    <a:pt x="2239963" y="2040613"/>
                  </a:lnTo>
                  <a:lnTo>
                    <a:pt x="2239963" y="2040182"/>
                  </a:lnTo>
                  <a:lnTo>
                    <a:pt x="2240081" y="2040182"/>
                  </a:lnTo>
                  <a:lnTo>
                    <a:pt x="2240198" y="2040182"/>
                  </a:lnTo>
                  <a:lnTo>
                    <a:pt x="2240316" y="2040182"/>
                  </a:lnTo>
                  <a:lnTo>
                    <a:pt x="2240316" y="2039752"/>
                  </a:lnTo>
                  <a:lnTo>
                    <a:pt x="2240434" y="2039752"/>
                  </a:lnTo>
                  <a:lnTo>
                    <a:pt x="2240551" y="2039752"/>
                  </a:lnTo>
                  <a:lnTo>
                    <a:pt x="2240669" y="2039752"/>
                  </a:lnTo>
                  <a:lnTo>
                    <a:pt x="2240669" y="2039321"/>
                  </a:lnTo>
                  <a:lnTo>
                    <a:pt x="2240786" y="2039321"/>
                  </a:lnTo>
                  <a:lnTo>
                    <a:pt x="2240786" y="2038891"/>
                  </a:lnTo>
                  <a:lnTo>
                    <a:pt x="2240904" y="2038891"/>
                  </a:lnTo>
                  <a:lnTo>
                    <a:pt x="2241022" y="2038891"/>
                  </a:lnTo>
                  <a:lnTo>
                    <a:pt x="2241022" y="2038460"/>
                  </a:lnTo>
                  <a:lnTo>
                    <a:pt x="2241139" y="2038460"/>
                  </a:lnTo>
                  <a:lnTo>
                    <a:pt x="2241257" y="2038460"/>
                  </a:lnTo>
                  <a:lnTo>
                    <a:pt x="2241375" y="2038460"/>
                  </a:lnTo>
                  <a:lnTo>
                    <a:pt x="2241492" y="2038460"/>
                  </a:lnTo>
                  <a:lnTo>
                    <a:pt x="2241610" y="2038460"/>
                  </a:lnTo>
                  <a:lnTo>
                    <a:pt x="2241727" y="2038460"/>
                  </a:lnTo>
                  <a:lnTo>
                    <a:pt x="2241845" y="2038460"/>
                  </a:lnTo>
                  <a:lnTo>
                    <a:pt x="2241963" y="2038460"/>
                  </a:lnTo>
                  <a:lnTo>
                    <a:pt x="2242080" y="2038460"/>
                  </a:lnTo>
                  <a:lnTo>
                    <a:pt x="2242080" y="2038029"/>
                  </a:lnTo>
                  <a:lnTo>
                    <a:pt x="2242198" y="2038029"/>
                  </a:lnTo>
                  <a:lnTo>
                    <a:pt x="2242315" y="2038029"/>
                  </a:lnTo>
                  <a:lnTo>
                    <a:pt x="2242433" y="2038029"/>
                  </a:lnTo>
                  <a:lnTo>
                    <a:pt x="2242551" y="2038029"/>
                  </a:lnTo>
                  <a:lnTo>
                    <a:pt x="2242668" y="2038029"/>
                  </a:lnTo>
                  <a:lnTo>
                    <a:pt x="2242786" y="2038029"/>
                  </a:lnTo>
                  <a:lnTo>
                    <a:pt x="2242904" y="2038029"/>
                  </a:lnTo>
                  <a:lnTo>
                    <a:pt x="2243021" y="2038029"/>
                  </a:lnTo>
                  <a:lnTo>
                    <a:pt x="2243021" y="2037599"/>
                  </a:lnTo>
                  <a:lnTo>
                    <a:pt x="2243139" y="2037599"/>
                  </a:lnTo>
                  <a:lnTo>
                    <a:pt x="2243256" y="2037599"/>
                  </a:lnTo>
                  <a:lnTo>
                    <a:pt x="2243256" y="2037168"/>
                  </a:lnTo>
                  <a:lnTo>
                    <a:pt x="2243374" y="2037168"/>
                  </a:lnTo>
                  <a:lnTo>
                    <a:pt x="2243492" y="2037168"/>
                  </a:lnTo>
                  <a:lnTo>
                    <a:pt x="2243609" y="2037168"/>
                  </a:lnTo>
                  <a:lnTo>
                    <a:pt x="2243727" y="2037168"/>
                  </a:lnTo>
                  <a:lnTo>
                    <a:pt x="2243844" y="2037168"/>
                  </a:lnTo>
                  <a:lnTo>
                    <a:pt x="2243962" y="2037168"/>
                  </a:lnTo>
                  <a:lnTo>
                    <a:pt x="2243962" y="2036738"/>
                  </a:lnTo>
                  <a:lnTo>
                    <a:pt x="2244080" y="2036738"/>
                  </a:lnTo>
                  <a:lnTo>
                    <a:pt x="2244197" y="2036738"/>
                  </a:lnTo>
                  <a:lnTo>
                    <a:pt x="2244315" y="2036738"/>
                  </a:lnTo>
                  <a:lnTo>
                    <a:pt x="2244315" y="2036307"/>
                  </a:lnTo>
                  <a:lnTo>
                    <a:pt x="2244433" y="2036307"/>
                  </a:lnTo>
                  <a:lnTo>
                    <a:pt x="2244550" y="2036307"/>
                  </a:lnTo>
                  <a:lnTo>
                    <a:pt x="2244550" y="2035876"/>
                  </a:lnTo>
                  <a:lnTo>
                    <a:pt x="2244668" y="2035876"/>
                  </a:lnTo>
                  <a:lnTo>
                    <a:pt x="2244668" y="2035446"/>
                  </a:lnTo>
                  <a:lnTo>
                    <a:pt x="2244785" y="2035446"/>
                  </a:lnTo>
                  <a:lnTo>
                    <a:pt x="2244903" y="2035446"/>
                  </a:lnTo>
                  <a:lnTo>
                    <a:pt x="2245021" y="2035446"/>
                  </a:lnTo>
                  <a:lnTo>
                    <a:pt x="2245021" y="2035015"/>
                  </a:lnTo>
                  <a:lnTo>
                    <a:pt x="2245138" y="2035015"/>
                  </a:lnTo>
                  <a:lnTo>
                    <a:pt x="2245138" y="2034585"/>
                  </a:lnTo>
                  <a:lnTo>
                    <a:pt x="2245256" y="2034585"/>
                  </a:lnTo>
                  <a:lnTo>
                    <a:pt x="2245256" y="2034154"/>
                  </a:lnTo>
                  <a:lnTo>
                    <a:pt x="2245373" y="2034154"/>
                  </a:lnTo>
                  <a:lnTo>
                    <a:pt x="2245491" y="2034154"/>
                  </a:lnTo>
                  <a:lnTo>
                    <a:pt x="2245491" y="2033723"/>
                  </a:lnTo>
                  <a:lnTo>
                    <a:pt x="2245491" y="2033293"/>
                  </a:lnTo>
                  <a:lnTo>
                    <a:pt x="2245609" y="2033293"/>
                  </a:lnTo>
                  <a:lnTo>
                    <a:pt x="2245726" y="2033293"/>
                  </a:lnTo>
                  <a:lnTo>
                    <a:pt x="2245726" y="2032862"/>
                  </a:lnTo>
                  <a:lnTo>
                    <a:pt x="2245726" y="2032432"/>
                  </a:lnTo>
                  <a:lnTo>
                    <a:pt x="2245844" y="2032432"/>
                  </a:lnTo>
                  <a:lnTo>
                    <a:pt x="2245962" y="2032432"/>
                  </a:lnTo>
                  <a:lnTo>
                    <a:pt x="2246079" y="2032432"/>
                  </a:lnTo>
                  <a:lnTo>
                    <a:pt x="2246079" y="2032001"/>
                  </a:lnTo>
                  <a:lnTo>
                    <a:pt x="2246197" y="2032001"/>
                  </a:lnTo>
                  <a:lnTo>
                    <a:pt x="2246197" y="2031570"/>
                  </a:lnTo>
                  <a:lnTo>
                    <a:pt x="2246314" y="2031570"/>
                  </a:lnTo>
                  <a:lnTo>
                    <a:pt x="2246432" y="2031570"/>
                  </a:lnTo>
                  <a:lnTo>
                    <a:pt x="2246550" y="2031570"/>
                  </a:lnTo>
                  <a:lnTo>
                    <a:pt x="2246667" y="2031570"/>
                  </a:lnTo>
                  <a:lnTo>
                    <a:pt x="2246785" y="2031570"/>
                  </a:lnTo>
                  <a:lnTo>
                    <a:pt x="2246902" y="2031570"/>
                  </a:lnTo>
                  <a:lnTo>
                    <a:pt x="2246902" y="2031140"/>
                  </a:lnTo>
                  <a:lnTo>
                    <a:pt x="2247020" y="2031140"/>
                  </a:lnTo>
                  <a:lnTo>
                    <a:pt x="2247138" y="2031140"/>
                  </a:lnTo>
                  <a:lnTo>
                    <a:pt x="2247255" y="2031140"/>
                  </a:lnTo>
                  <a:lnTo>
                    <a:pt x="2247373" y="2031140"/>
                  </a:lnTo>
                  <a:lnTo>
                    <a:pt x="2247490" y="2031140"/>
                  </a:lnTo>
                  <a:lnTo>
                    <a:pt x="2247608" y="2031140"/>
                  </a:lnTo>
                  <a:lnTo>
                    <a:pt x="2247726" y="2031140"/>
                  </a:lnTo>
                  <a:lnTo>
                    <a:pt x="2247843" y="2031140"/>
                  </a:lnTo>
                  <a:lnTo>
                    <a:pt x="2247843" y="2030709"/>
                  </a:lnTo>
                  <a:lnTo>
                    <a:pt x="2247961" y="2030709"/>
                  </a:lnTo>
                  <a:lnTo>
                    <a:pt x="2248079" y="2030709"/>
                  </a:lnTo>
                  <a:lnTo>
                    <a:pt x="2248196" y="2030709"/>
                  </a:lnTo>
                  <a:lnTo>
                    <a:pt x="2248314" y="2030709"/>
                  </a:lnTo>
                  <a:lnTo>
                    <a:pt x="2248314" y="2030279"/>
                  </a:lnTo>
                  <a:lnTo>
                    <a:pt x="2248431" y="2030279"/>
                  </a:lnTo>
                  <a:lnTo>
                    <a:pt x="2248549" y="2030279"/>
                  </a:lnTo>
                  <a:lnTo>
                    <a:pt x="2248667" y="2030279"/>
                  </a:lnTo>
                  <a:lnTo>
                    <a:pt x="2248784" y="2030279"/>
                  </a:lnTo>
                  <a:lnTo>
                    <a:pt x="2248784" y="2029848"/>
                  </a:lnTo>
                  <a:lnTo>
                    <a:pt x="2248784" y="2029417"/>
                  </a:lnTo>
                  <a:lnTo>
                    <a:pt x="2248902" y="2029417"/>
                  </a:lnTo>
                  <a:lnTo>
                    <a:pt x="2249019" y="2029417"/>
                  </a:lnTo>
                  <a:lnTo>
                    <a:pt x="2249137" y="2029417"/>
                  </a:lnTo>
                  <a:lnTo>
                    <a:pt x="2249137" y="2028987"/>
                  </a:lnTo>
                  <a:lnTo>
                    <a:pt x="2249255" y="2028987"/>
                  </a:lnTo>
                  <a:lnTo>
                    <a:pt x="2249372" y="2028987"/>
                  </a:lnTo>
                  <a:lnTo>
                    <a:pt x="2249490" y="2028987"/>
                  </a:lnTo>
                  <a:lnTo>
                    <a:pt x="2249490" y="2028556"/>
                  </a:lnTo>
                  <a:lnTo>
                    <a:pt x="2249608" y="2028556"/>
                  </a:lnTo>
                  <a:lnTo>
                    <a:pt x="2249725" y="2028556"/>
                  </a:lnTo>
                  <a:lnTo>
                    <a:pt x="2249843" y="2028556"/>
                  </a:lnTo>
                  <a:lnTo>
                    <a:pt x="2249960" y="2028556"/>
                  </a:lnTo>
                  <a:lnTo>
                    <a:pt x="2250078" y="2028556"/>
                  </a:lnTo>
                  <a:lnTo>
                    <a:pt x="2250078" y="2028126"/>
                  </a:lnTo>
                  <a:lnTo>
                    <a:pt x="2250078" y="2027695"/>
                  </a:lnTo>
                  <a:lnTo>
                    <a:pt x="2250078" y="2027264"/>
                  </a:lnTo>
                  <a:lnTo>
                    <a:pt x="2250196" y="2027264"/>
                  </a:lnTo>
                  <a:lnTo>
                    <a:pt x="2250313" y="2027264"/>
                  </a:lnTo>
                  <a:lnTo>
                    <a:pt x="2250431" y="2027264"/>
                  </a:lnTo>
                  <a:lnTo>
                    <a:pt x="2250548" y="2027264"/>
                  </a:lnTo>
                  <a:lnTo>
                    <a:pt x="2250666" y="2027264"/>
                  </a:lnTo>
                  <a:lnTo>
                    <a:pt x="2250784" y="2027264"/>
                  </a:lnTo>
                  <a:lnTo>
                    <a:pt x="2250784" y="2026834"/>
                  </a:lnTo>
                  <a:lnTo>
                    <a:pt x="2250901" y="2026834"/>
                  </a:lnTo>
                  <a:lnTo>
                    <a:pt x="2251019" y="2026834"/>
                  </a:lnTo>
                  <a:lnTo>
                    <a:pt x="2251137" y="2026834"/>
                  </a:lnTo>
                  <a:lnTo>
                    <a:pt x="2251254" y="2026834"/>
                  </a:lnTo>
                  <a:lnTo>
                    <a:pt x="2251254" y="2026403"/>
                  </a:lnTo>
                  <a:lnTo>
                    <a:pt x="2251372" y="2026403"/>
                  </a:lnTo>
                  <a:lnTo>
                    <a:pt x="2251489" y="2026403"/>
                  </a:lnTo>
                  <a:lnTo>
                    <a:pt x="2251607" y="2026403"/>
                  </a:lnTo>
                  <a:lnTo>
                    <a:pt x="2251725" y="2026403"/>
                  </a:lnTo>
                  <a:lnTo>
                    <a:pt x="2251842" y="2026403"/>
                  </a:lnTo>
                  <a:lnTo>
                    <a:pt x="2251960" y="2026403"/>
                  </a:lnTo>
                  <a:lnTo>
                    <a:pt x="2252077" y="2026403"/>
                  </a:lnTo>
                  <a:lnTo>
                    <a:pt x="2252195" y="2026403"/>
                  </a:lnTo>
                  <a:lnTo>
                    <a:pt x="2252313" y="2026403"/>
                  </a:lnTo>
                  <a:lnTo>
                    <a:pt x="2252430" y="2026403"/>
                  </a:lnTo>
                  <a:lnTo>
                    <a:pt x="2252430" y="2025973"/>
                  </a:lnTo>
                  <a:lnTo>
                    <a:pt x="2252548" y="2025973"/>
                  </a:lnTo>
                  <a:lnTo>
                    <a:pt x="2252666" y="2025973"/>
                  </a:lnTo>
                  <a:lnTo>
                    <a:pt x="2252783" y="2025973"/>
                  </a:lnTo>
                  <a:lnTo>
                    <a:pt x="2252901" y="2025973"/>
                  </a:lnTo>
                  <a:lnTo>
                    <a:pt x="2253018" y="2025973"/>
                  </a:lnTo>
                  <a:lnTo>
                    <a:pt x="2253018" y="2025542"/>
                  </a:lnTo>
                  <a:lnTo>
                    <a:pt x="2253018" y="2025111"/>
                  </a:lnTo>
                  <a:lnTo>
                    <a:pt x="2253136" y="2025111"/>
                  </a:lnTo>
                  <a:lnTo>
                    <a:pt x="2253136" y="2024681"/>
                  </a:lnTo>
                  <a:lnTo>
                    <a:pt x="2253254" y="2024681"/>
                  </a:lnTo>
                  <a:lnTo>
                    <a:pt x="2253371" y="2024681"/>
                  </a:lnTo>
                  <a:lnTo>
                    <a:pt x="2253371" y="2024250"/>
                  </a:lnTo>
                  <a:lnTo>
                    <a:pt x="2253489" y="2024250"/>
                  </a:lnTo>
                  <a:lnTo>
                    <a:pt x="2253606" y="2024250"/>
                  </a:lnTo>
                  <a:lnTo>
                    <a:pt x="2253724" y="2024250"/>
                  </a:lnTo>
                  <a:lnTo>
                    <a:pt x="2253842" y="2024250"/>
                  </a:lnTo>
                  <a:lnTo>
                    <a:pt x="2253959" y="2024250"/>
                  </a:lnTo>
                  <a:lnTo>
                    <a:pt x="2253959" y="2023820"/>
                  </a:lnTo>
                  <a:lnTo>
                    <a:pt x="2254077" y="2023820"/>
                  </a:lnTo>
                  <a:lnTo>
                    <a:pt x="2254077" y="2023389"/>
                  </a:lnTo>
                  <a:lnTo>
                    <a:pt x="2254195" y="2023389"/>
                  </a:lnTo>
                  <a:lnTo>
                    <a:pt x="2254312" y="2023389"/>
                  </a:lnTo>
                  <a:lnTo>
                    <a:pt x="2254430" y="2023389"/>
                  </a:lnTo>
                  <a:lnTo>
                    <a:pt x="2254547" y="2023389"/>
                  </a:lnTo>
                  <a:lnTo>
                    <a:pt x="2254665" y="2023389"/>
                  </a:lnTo>
                  <a:lnTo>
                    <a:pt x="2254783" y="2023389"/>
                  </a:lnTo>
                  <a:lnTo>
                    <a:pt x="2254783" y="2022958"/>
                  </a:lnTo>
                  <a:lnTo>
                    <a:pt x="2254900" y="2022958"/>
                  </a:lnTo>
                  <a:lnTo>
                    <a:pt x="2255018" y="2022958"/>
                  </a:lnTo>
                  <a:lnTo>
                    <a:pt x="2255135" y="2022958"/>
                  </a:lnTo>
                  <a:lnTo>
                    <a:pt x="2255253" y="2022958"/>
                  </a:lnTo>
                  <a:lnTo>
                    <a:pt x="2255253" y="2022528"/>
                  </a:lnTo>
                  <a:lnTo>
                    <a:pt x="2255253" y="2022097"/>
                  </a:lnTo>
                  <a:lnTo>
                    <a:pt x="2255253" y="2021667"/>
                  </a:lnTo>
                  <a:lnTo>
                    <a:pt x="2255371" y="2021667"/>
                  </a:lnTo>
                  <a:lnTo>
                    <a:pt x="2255488" y="2021667"/>
                  </a:lnTo>
                  <a:lnTo>
                    <a:pt x="2255606" y="2021667"/>
                  </a:lnTo>
                  <a:lnTo>
                    <a:pt x="2255606" y="2021236"/>
                  </a:lnTo>
                  <a:lnTo>
                    <a:pt x="2255606" y="2020805"/>
                  </a:lnTo>
                  <a:lnTo>
                    <a:pt x="2255723" y="2020805"/>
                  </a:lnTo>
                  <a:lnTo>
                    <a:pt x="2255723" y="2020375"/>
                  </a:lnTo>
                  <a:lnTo>
                    <a:pt x="2255723" y="2019944"/>
                  </a:lnTo>
                  <a:lnTo>
                    <a:pt x="2255723" y="2019514"/>
                  </a:lnTo>
                  <a:lnTo>
                    <a:pt x="2255841" y="2019514"/>
                  </a:lnTo>
                  <a:lnTo>
                    <a:pt x="2255959" y="2019514"/>
                  </a:lnTo>
                  <a:lnTo>
                    <a:pt x="2256076" y="2019514"/>
                  </a:lnTo>
                  <a:lnTo>
                    <a:pt x="2256194" y="2019514"/>
                  </a:lnTo>
                  <a:lnTo>
                    <a:pt x="2256194" y="2019083"/>
                  </a:lnTo>
                  <a:lnTo>
                    <a:pt x="2256312" y="2019083"/>
                  </a:lnTo>
                  <a:lnTo>
                    <a:pt x="2256312" y="2018652"/>
                  </a:lnTo>
                  <a:lnTo>
                    <a:pt x="2256429" y="2018652"/>
                  </a:lnTo>
                  <a:lnTo>
                    <a:pt x="2256547" y="2018652"/>
                  </a:lnTo>
                  <a:lnTo>
                    <a:pt x="2256664" y="2018652"/>
                  </a:lnTo>
                  <a:lnTo>
                    <a:pt x="2256782" y="2018652"/>
                  </a:lnTo>
                  <a:lnTo>
                    <a:pt x="2256900" y="2018652"/>
                  </a:lnTo>
                  <a:lnTo>
                    <a:pt x="2257017" y="2018652"/>
                  </a:lnTo>
                  <a:lnTo>
                    <a:pt x="2257017" y="2018222"/>
                  </a:lnTo>
                  <a:lnTo>
                    <a:pt x="2257135" y="2018222"/>
                  </a:lnTo>
                  <a:lnTo>
                    <a:pt x="2257252" y="2018222"/>
                  </a:lnTo>
                  <a:lnTo>
                    <a:pt x="2257370" y="2018222"/>
                  </a:lnTo>
                  <a:lnTo>
                    <a:pt x="2257488" y="2018222"/>
                  </a:lnTo>
                  <a:lnTo>
                    <a:pt x="2257605" y="2018222"/>
                  </a:lnTo>
                  <a:lnTo>
                    <a:pt x="2257605" y="2017791"/>
                  </a:lnTo>
                  <a:lnTo>
                    <a:pt x="2257723" y="2017791"/>
                  </a:lnTo>
                  <a:lnTo>
                    <a:pt x="2257841" y="2017791"/>
                  </a:lnTo>
                  <a:lnTo>
                    <a:pt x="2257841" y="2017361"/>
                  </a:lnTo>
                  <a:lnTo>
                    <a:pt x="2257958" y="2017361"/>
                  </a:lnTo>
                  <a:lnTo>
                    <a:pt x="2258076" y="2017361"/>
                  </a:lnTo>
                  <a:lnTo>
                    <a:pt x="2258076" y="2016930"/>
                  </a:lnTo>
                  <a:lnTo>
                    <a:pt x="2258193" y="2016930"/>
                  </a:lnTo>
                  <a:lnTo>
                    <a:pt x="2258311" y="2016930"/>
                  </a:lnTo>
                  <a:lnTo>
                    <a:pt x="2258429" y="2016930"/>
                  </a:lnTo>
                  <a:lnTo>
                    <a:pt x="2258429" y="2016499"/>
                  </a:lnTo>
                  <a:lnTo>
                    <a:pt x="2258546" y="2016499"/>
                  </a:lnTo>
                  <a:lnTo>
                    <a:pt x="2258664" y="2016499"/>
                  </a:lnTo>
                  <a:lnTo>
                    <a:pt x="2258664" y="2016069"/>
                  </a:lnTo>
                  <a:lnTo>
                    <a:pt x="2258781" y="2016069"/>
                  </a:lnTo>
                  <a:lnTo>
                    <a:pt x="2258899" y="2016069"/>
                  </a:lnTo>
                  <a:lnTo>
                    <a:pt x="2259017" y="2016069"/>
                  </a:lnTo>
                  <a:lnTo>
                    <a:pt x="2259134" y="2016069"/>
                  </a:lnTo>
                  <a:lnTo>
                    <a:pt x="2259252" y="2016069"/>
                  </a:lnTo>
                  <a:lnTo>
                    <a:pt x="2259252" y="2015638"/>
                  </a:lnTo>
                  <a:lnTo>
                    <a:pt x="2259252" y="2015208"/>
                  </a:lnTo>
                  <a:lnTo>
                    <a:pt x="2259252" y="2014777"/>
                  </a:lnTo>
                  <a:lnTo>
                    <a:pt x="2259370" y="2014777"/>
                  </a:lnTo>
                  <a:lnTo>
                    <a:pt x="2259487" y="2014777"/>
                  </a:lnTo>
                  <a:lnTo>
                    <a:pt x="2259605" y="2014777"/>
                  </a:lnTo>
                  <a:lnTo>
                    <a:pt x="2259722" y="2014777"/>
                  </a:lnTo>
                  <a:lnTo>
                    <a:pt x="2259722" y="2014346"/>
                  </a:lnTo>
                  <a:lnTo>
                    <a:pt x="2259722" y="2013916"/>
                  </a:lnTo>
                  <a:lnTo>
                    <a:pt x="2259840" y="2013916"/>
                  </a:lnTo>
                  <a:lnTo>
                    <a:pt x="2259958" y="2013916"/>
                  </a:lnTo>
                  <a:lnTo>
                    <a:pt x="2260075" y="2013916"/>
                  </a:lnTo>
                  <a:lnTo>
                    <a:pt x="2260193" y="2013916"/>
                  </a:lnTo>
                  <a:lnTo>
                    <a:pt x="2260310" y="2013916"/>
                  </a:lnTo>
                  <a:lnTo>
                    <a:pt x="2260428" y="2013916"/>
                  </a:lnTo>
                  <a:lnTo>
                    <a:pt x="2260546" y="2013916"/>
                  </a:lnTo>
                  <a:lnTo>
                    <a:pt x="2260663" y="2013916"/>
                  </a:lnTo>
                  <a:lnTo>
                    <a:pt x="2260663" y="2013485"/>
                  </a:lnTo>
                  <a:lnTo>
                    <a:pt x="2260781" y="2013485"/>
                  </a:lnTo>
                  <a:lnTo>
                    <a:pt x="2260899" y="2013485"/>
                  </a:lnTo>
                  <a:lnTo>
                    <a:pt x="2261016" y="2013485"/>
                  </a:lnTo>
                  <a:lnTo>
                    <a:pt x="2261134" y="2013485"/>
                  </a:lnTo>
                  <a:lnTo>
                    <a:pt x="2261251" y="2013485"/>
                  </a:lnTo>
                  <a:lnTo>
                    <a:pt x="2261369" y="2013485"/>
                  </a:lnTo>
                  <a:lnTo>
                    <a:pt x="2261369" y="2013055"/>
                  </a:lnTo>
                  <a:lnTo>
                    <a:pt x="2261487" y="2013055"/>
                  </a:lnTo>
                  <a:lnTo>
                    <a:pt x="2261604" y="2013055"/>
                  </a:lnTo>
                  <a:lnTo>
                    <a:pt x="2261722" y="2013055"/>
                  </a:lnTo>
                  <a:lnTo>
                    <a:pt x="2261839" y="2013055"/>
                  </a:lnTo>
                  <a:lnTo>
                    <a:pt x="2261957" y="2013055"/>
                  </a:lnTo>
                  <a:lnTo>
                    <a:pt x="2262075" y="2013055"/>
                  </a:lnTo>
                  <a:lnTo>
                    <a:pt x="2262192" y="2013055"/>
                  </a:lnTo>
                  <a:lnTo>
                    <a:pt x="2262192" y="2012624"/>
                  </a:lnTo>
                  <a:lnTo>
                    <a:pt x="2262310" y="2012624"/>
                  </a:lnTo>
                  <a:lnTo>
                    <a:pt x="2262427" y="2012624"/>
                  </a:lnTo>
                  <a:lnTo>
                    <a:pt x="2262545" y="2012624"/>
                  </a:lnTo>
                  <a:lnTo>
                    <a:pt x="2262663" y="2012624"/>
                  </a:lnTo>
                  <a:lnTo>
                    <a:pt x="2262780" y="2012624"/>
                  </a:lnTo>
                  <a:lnTo>
                    <a:pt x="2262898" y="2012624"/>
                  </a:lnTo>
                  <a:lnTo>
                    <a:pt x="2262898" y="2012193"/>
                  </a:lnTo>
                  <a:lnTo>
                    <a:pt x="2262898" y="2011763"/>
                  </a:lnTo>
                  <a:lnTo>
                    <a:pt x="2262898" y="2011332"/>
                  </a:lnTo>
                  <a:lnTo>
                    <a:pt x="2262898" y="2010902"/>
                  </a:lnTo>
                  <a:lnTo>
                    <a:pt x="2263016" y="2010902"/>
                  </a:lnTo>
                  <a:lnTo>
                    <a:pt x="2263016" y="2010471"/>
                  </a:lnTo>
                  <a:lnTo>
                    <a:pt x="2263133" y="2010471"/>
                  </a:lnTo>
                  <a:lnTo>
                    <a:pt x="2263251" y="2010471"/>
                  </a:lnTo>
                  <a:lnTo>
                    <a:pt x="2263368" y="2010471"/>
                  </a:lnTo>
                  <a:lnTo>
                    <a:pt x="2263368" y="2010040"/>
                  </a:lnTo>
                  <a:lnTo>
                    <a:pt x="2263486" y="2010040"/>
                  </a:lnTo>
                  <a:lnTo>
                    <a:pt x="2263486" y="2009610"/>
                  </a:lnTo>
                  <a:lnTo>
                    <a:pt x="2263604" y="2009610"/>
                  </a:lnTo>
                  <a:lnTo>
                    <a:pt x="2263721" y="2009610"/>
                  </a:lnTo>
                  <a:lnTo>
                    <a:pt x="2263721" y="2009179"/>
                  </a:lnTo>
                  <a:lnTo>
                    <a:pt x="2263721" y="2008749"/>
                  </a:lnTo>
                  <a:lnTo>
                    <a:pt x="2263839" y="2008749"/>
                  </a:lnTo>
                  <a:lnTo>
                    <a:pt x="2263956" y="2008749"/>
                  </a:lnTo>
                  <a:lnTo>
                    <a:pt x="2263956" y="2008318"/>
                  </a:lnTo>
                  <a:lnTo>
                    <a:pt x="2264074" y="2008318"/>
                  </a:lnTo>
                  <a:lnTo>
                    <a:pt x="2264192" y="2008318"/>
                  </a:lnTo>
                  <a:lnTo>
                    <a:pt x="2264192" y="2007887"/>
                  </a:lnTo>
                  <a:lnTo>
                    <a:pt x="2264309" y="2007887"/>
                  </a:lnTo>
                  <a:lnTo>
                    <a:pt x="2264309" y="2007457"/>
                  </a:lnTo>
                  <a:lnTo>
                    <a:pt x="2264427" y="2007457"/>
                  </a:lnTo>
                  <a:lnTo>
                    <a:pt x="2264545" y="2007457"/>
                  </a:lnTo>
                  <a:lnTo>
                    <a:pt x="2264662" y="2007457"/>
                  </a:lnTo>
                  <a:lnTo>
                    <a:pt x="2264780" y="2007457"/>
                  </a:lnTo>
                  <a:lnTo>
                    <a:pt x="2264897" y="2007457"/>
                  </a:lnTo>
                  <a:lnTo>
                    <a:pt x="2265015" y="2007457"/>
                  </a:lnTo>
                  <a:lnTo>
                    <a:pt x="2265133" y="2007457"/>
                  </a:lnTo>
                  <a:lnTo>
                    <a:pt x="2265250" y="2007457"/>
                  </a:lnTo>
                  <a:lnTo>
                    <a:pt x="2265368" y="2007457"/>
                  </a:lnTo>
                  <a:lnTo>
                    <a:pt x="2265485" y="2007457"/>
                  </a:lnTo>
                  <a:lnTo>
                    <a:pt x="2265603" y="2007457"/>
                  </a:lnTo>
                  <a:lnTo>
                    <a:pt x="2265721" y="2007457"/>
                  </a:lnTo>
                  <a:lnTo>
                    <a:pt x="2265838" y="2007457"/>
                  </a:lnTo>
                  <a:lnTo>
                    <a:pt x="2265956" y="2007457"/>
                  </a:lnTo>
                  <a:lnTo>
                    <a:pt x="2266074" y="2007457"/>
                  </a:lnTo>
                  <a:lnTo>
                    <a:pt x="2266191" y="2007457"/>
                  </a:lnTo>
                  <a:lnTo>
                    <a:pt x="2266309" y="2007457"/>
                  </a:lnTo>
                  <a:lnTo>
                    <a:pt x="2266426" y="2007457"/>
                  </a:lnTo>
                  <a:lnTo>
                    <a:pt x="2266426" y="2007026"/>
                  </a:lnTo>
                  <a:lnTo>
                    <a:pt x="2266544" y="2007026"/>
                  </a:lnTo>
                  <a:lnTo>
                    <a:pt x="2266662" y="2007026"/>
                  </a:lnTo>
                  <a:lnTo>
                    <a:pt x="2266779" y="2007026"/>
                  </a:lnTo>
                  <a:lnTo>
                    <a:pt x="2266779" y="2006596"/>
                  </a:lnTo>
                  <a:lnTo>
                    <a:pt x="2266897" y="2006596"/>
                  </a:lnTo>
                  <a:lnTo>
                    <a:pt x="2266897" y="2006165"/>
                  </a:lnTo>
                  <a:lnTo>
                    <a:pt x="2266897" y="2005734"/>
                  </a:lnTo>
                  <a:lnTo>
                    <a:pt x="2267014" y="2005734"/>
                  </a:lnTo>
                  <a:lnTo>
                    <a:pt x="2267132" y="2005734"/>
                  </a:lnTo>
                  <a:lnTo>
                    <a:pt x="2267132" y="2005304"/>
                  </a:lnTo>
                  <a:lnTo>
                    <a:pt x="2267250" y="2005304"/>
                  </a:lnTo>
                  <a:lnTo>
                    <a:pt x="2267367" y="2005304"/>
                  </a:lnTo>
                  <a:lnTo>
                    <a:pt x="2267485" y="2005304"/>
                  </a:lnTo>
                  <a:lnTo>
                    <a:pt x="2267485" y="2004873"/>
                  </a:lnTo>
                  <a:lnTo>
                    <a:pt x="2267603" y="2004873"/>
                  </a:lnTo>
                  <a:lnTo>
                    <a:pt x="2267720" y="2004873"/>
                  </a:lnTo>
                  <a:lnTo>
                    <a:pt x="2267838" y="2004873"/>
                  </a:lnTo>
                  <a:lnTo>
                    <a:pt x="2267955" y="2004873"/>
                  </a:lnTo>
                  <a:lnTo>
                    <a:pt x="2267955" y="2004443"/>
                  </a:lnTo>
                  <a:lnTo>
                    <a:pt x="2267955" y="2004012"/>
                  </a:lnTo>
                  <a:lnTo>
                    <a:pt x="2268073" y="2004012"/>
                  </a:lnTo>
                  <a:lnTo>
                    <a:pt x="2268191" y="2004012"/>
                  </a:lnTo>
                  <a:lnTo>
                    <a:pt x="2268191" y="2003581"/>
                  </a:lnTo>
                  <a:lnTo>
                    <a:pt x="2268308" y="2003581"/>
                  </a:lnTo>
                  <a:lnTo>
                    <a:pt x="2268426" y="2003581"/>
                  </a:lnTo>
                  <a:lnTo>
                    <a:pt x="2268426" y="2003151"/>
                  </a:lnTo>
                  <a:lnTo>
                    <a:pt x="2268543" y="2003151"/>
                  </a:lnTo>
                  <a:lnTo>
                    <a:pt x="2268661" y="2003151"/>
                  </a:lnTo>
                  <a:lnTo>
                    <a:pt x="2268779" y="2003151"/>
                  </a:lnTo>
                  <a:lnTo>
                    <a:pt x="2268896" y="2003151"/>
                  </a:lnTo>
                  <a:lnTo>
                    <a:pt x="2269014" y="2003151"/>
                  </a:lnTo>
                  <a:lnTo>
                    <a:pt x="2269132" y="2003151"/>
                  </a:lnTo>
                  <a:lnTo>
                    <a:pt x="2269132" y="2002720"/>
                  </a:lnTo>
                  <a:lnTo>
                    <a:pt x="2269249" y="2002720"/>
                  </a:lnTo>
                  <a:lnTo>
                    <a:pt x="2269249" y="2002290"/>
                  </a:lnTo>
                  <a:lnTo>
                    <a:pt x="2269249" y="2001859"/>
                  </a:lnTo>
                  <a:lnTo>
                    <a:pt x="2269249" y="2001428"/>
                  </a:lnTo>
                  <a:lnTo>
                    <a:pt x="2269367" y="2001428"/>
                  </a:lnTo>
                  <a:lnTo>
                    <a:pt x="2269484" y="2001428"/>
                  </a:lnTo>
                  <a:lnTo>
                    <a:pt x="2269602" y="2001428"/>
                  </a:lnTo>
                  <a:lnTo>
                    <a:pt x="2269720" y="2001428"/>
                  </a:lnTo>
                  <a:lnTo>
                    <a:pt x="2269837" y="2001428"/>
                  </a:lnTo>
                  <a:lnTo>
                    <a:pt x="2269955" y="2001428"/>
                  </a:lnTo>
                  <a:lnTo>
                    <a:pt x="2270072" y="2001428"/>
                  </a:lnTo>
                  <a:lnTo>
                    <a:pt x="2270190" y="2001428"/>
                  </a:lnTo>
                  <a:lnTo>
                    <a:pt x="2270190" y="2000998"/>
                  </a:lnTo>
                  <a:lnTo>
                    <a:pt x="2270308" y="2000998"/>
                  </a:lnTo>
                  <a:lnTo>
                    <a:pt x="2270425" y="2000998"/>
                  </a:lnTo>
                  <a:lnTo>
                    <a:pt x="2270543" y="2000998"/>
                  </a:lnTo>
                  <a:lnTo>
                    <a:pt x="2270543" y="2000567"/>
                  </a:lnTo>
                  <a:lnTo>
                    <a:pt x="2270660" y="2000567"/>
                  </a:lnTo>
                  <a:lnTo>
                    <a:pt x="2270778" y="2000567"/>
                  </a:lnTo>
                  <a:lnTo>
                    <a:pt x="2270896" y="2000567"/>
                  </a:lnTo>
                  <a:lnTo>
                    <a:pt x="2271013" y="2000567"/>
                  </a:lnTo>
                  <a:lnTo>
                    <a:pt x="2271013" y="2000137"/>
                  </a:lnTo>
                  <a:lnTo>
                    <a:pt x="2271131" y="2000137"/>
                  </a:lnTo>
                  <a:lnTo>
                    <a:pt x="2271249" y="2000137"/>
                  </a:lnTo>
                  <a:lnTo>
                    <a:pt x="2271366" y="2000137"/>
                  </a:lnTo>
                  <a:lnTo>
                    <a:pt x="2271484" y="2000137"/>
                  </a:lnTo>
                  <a:lnTo>
                    <a:pt x="2271601" y="2000137"/>
                  </a:lnTo>
                  <a:lnTo>
                    <a:pt x="2271719" y="2000137"/>
                  </a:lnTo>
                  <a:lnTo>
                    <a:pt x="2271837" y="2000137"/>
                  </a:lnTo>
                  <a:lnTo>
                    <a:pt x="2271954" y="2000137"/>
                  </a:lnTo>
                  <a:lnTo>
                    <a:pt x="2272072" y="2000137"/>
                  </a:lnTo>
                  <a:lnTo>
                    <a:pt x="2272189" y="2000137"/>
                  </a:lnTo>
                  <a:lnTo>
                    <a:pt x="2272307" y="2000137"/>
                  </a:lnTo>
                  <a:lnTo>
                    <a:pt x="2272425" y="2000137"/>
                  </a:lnTo>
                  <a:lnTo>
                    <a:pt x="2272542" y="2000137"/>
                  </a:lnTo>
                  <a:lnTo>
                    <a:pt x="2272660" y="2000137"/>
                  </a:lnTo>
                  <a:lnTo>
                    <a:pt x="2272778" y="2000137"/>
                  </a:lnTo>
                  <a:lnTo>
                    <a:pt x="2272778" y="1999706"/>
                  </a:lnTo>
                  <a:lnTo>
                    <a:pt x="2272895" y="1999706"/>
                  </a:lnTo>
                  <a:lnTo>
                    <a:pt x="2273013" y="1999706"/>
                  </a:lnTo>
                  <a:lnTo>
                    <a:pt x="2273130" y="1999706"/>
                  </a:lnTo>
                  <a:lnTo>
                    <a:pt x="2273248" y="1999706"/>
                  </a:lnTo>
                  <a:lnTo>
                    <a:pt x="2273248" y="1999275"/>
                  </a:lnTo>
                  <a:lnTo>
                    <a:pt x="2273366" y="1999275"/>
                  </a:lnTo>
                  <a:lnTo>
                    <a:pt x="2273483" y="1999275"/>
                  </a:lnTo>
                  <a:lnTo>
                    <a:pt x="2273601" y="1999275"/>
                  </a:lnTo>
                  <a:lnTo>
                    <a:pt x="2273601" y="1998845"/>
                  </a:lnTo>
                  <a:lnTo>
                    <a:pt x="2273718" y="1998845"/>
                  </a:lnTo>
                  <a:lnTo>
                    <a:pt x="2273836" y="1998845"/>
                  </a:lnTo>
                  <a:lnTo>
                    <a:pt x="2273954" y="1998845"/>
                  </a:lnTo>
                  <a:lnTo>
                    <a:pt x="2274071" y="1998845"/>
                  </a:lnTo>
                  <a:lnTo>
                    <a:pt x="2274189" y="1998845"/>
                  </a:lnTo>
                  <a:lnTo>
                    <a:pt x="2274307" y="1998845"/>
                  </a:lnTo>
                  <a:lnTo>
                    <a:pt x="2274424" y="1998845"/>
                  </a:lnTo>
                  <a:lnTo>
                    <a:pt x="2274542" y="1998845"/>
                  </a:lnTo>
                  <a:lnTo>
                    <a:pt x="2274659" y="1998845"/>
                  </a:lnTo>
                  <a:lnTo>
                    <a:pt x="2274777" y="1998845"/>
                  </a:lnTo>
                  <a:lnTo>
                    <a:pt x="2274895" y="1998845"/>
                  </a:lnTo>
                  <a:lnTo>
                    <a:pt x="2275012" y="1998845"/>
                  </a:lnTo>
                  <a:lnTo>
                    <a:pt x="2275130" y="1998845"/>
                  </a:lnTo>
                  <a:lnTo>
                    <a:pt x="2275130" y="1998414"/>
                  </a:lnTo>
                  <a:lnTo>
                    <a:pt x="2275247" y="1998414"/>
                  </a:lnTo>
                  <a:lnTo>
                    <a:pt x="2275365" y="1998414"/>
                  </a:lnTo>
                  <a:lnTo>
                    <a:pt x="2275365" y="1997984"/>
                  </a:lnTo>
                  <a:lnTo>
                    <a:pt x="2275483" y="1997984"/>
                  </a:lnTo>
                  <a:lnTo>
                    <a:pt x="2275600" y="1997984"/>
                  </a:lnTo>
                  <a:lnTo>
                    <a:pt x="2275718" y="1997984"/>
                  </a:lnTo>
                  <a:lnTo>
                    <a:pt x="2275836" y="1997984"/>
                  </a:lnTo>
                  <a:lnTo>
                    <a:pt x="2275953" y="1997984"/>
                  </a:lnTo>
                  <a:lnTo>
                    <a:pt x="2276071" y="1997984"/>
                  </a:lnTo>
                  <a:lnTo>
                    <a:pt x="2276188" y="1997984"/>
                  </a:lnTo>
                  <a:lnTo>
                    <a:pt x="2276306" y="1997984"/>
                  </a:lnTo>
                  <a:lnTo>
                    <a:pt x="2276424" y="1997984"/>
                  </a:lnTo>
                  <a:lnTo>
                    <a:pt x="2276541" y="1997984"/>
                  </a:lnTo>
                  <a:lnTo>
                    <a:pt x="2276659" y="1997984"/>
                  </a:lnTo>
                  <a:lnTo>
                    <a:pt x="2276776" y="1997984"/>
                  </a:lnTo>
                  <a:lnTo>
                    <a:pt x="2276894" y="1997984"/>
                  </a:lnTo>
                  <a:lnTo>
                    <a:pt x="2277012" y="1997984"/>
                  </a:lnTo>
                  <a:lnTo>
                    <a:pt x="2277012" y="1997553"/>
                  </a:lnTo>
                  <a:lnTo>
                    <a:pt x="2277129" y="1997553"/>
                  </a:lnTo>
                  <a:lnTo>
                    <a:pt x="2277247" y="1997553"/>
                  </a:lnTo>
                  <a:lnTo>
                    <a:pt x="2277247" y="1997122"/>
                  </a:lnTo>
                  <a:lnTo>
                    <a:pt x="2277365" y="1997122"/>
                  </a:lnTo>
                  <a:lnTo>
                    <a:pt x="2277365" y="1996692"/>
                  </a:lnTo>
                  <a:lnTo>
                    <a:pt x="2277482" y="1996692"/>
                  </a:lnTo>
                  <a:lnTo>
                    <a:pt x="2277600" y="1996692"/>
                  </a:lnTo>
                  <a:lnTo>
                    <a:pt x="2277600" y="1996261"/>
                  </a:lnTo>
                  <a:lnTo>
                    <a:pt x="2277600" y="1995831"/>
                  </a:lnTo>
                  <a:lnTo>
                    <a:pt x="2277717" y="1995831"/>
                  </a:lnTo>
                  <a:lnTo>
                    <a:pt x="2277835" y="1995831"/>
                  </a:lnTo>
                  <a:lnTo>
                    <a:pt x="2277953" y="1995831"/>
                  </a:lnTo>
                  <a:lnTo>
                    <a:pt x="2278070" y="1995831"/>
                  </a:lnTo>
                  <a:lnTo>
                    <a:pt x="2278188" y="1995831"/>
                  </a:lnTo>
                  <a:lnTo>
                    <a:pt x="2278188" y="1995400"/>
                  </a:lnTo>
                  <a:lnTo>
                    <a:pt x="2278305" y="1995400"/>
                  </a:lnTo>
                  <a:lnTo>
                    <a:pt x="2278423" y="1995400"/>
                  </a:lnTo>
                  <a:lnTo>
                    <a:pt x="2278541" y="1995400"/>
                  </a:lnTo>
                  <a:lnTo>
                    <a:pt x="2278541" y="1994969"/>
                  </a:lnTo>
                  <a:lnTo>
                    <a:pt x="2278541" y="1994539"/>
                  </a:lnTo>
                  <a:lnTo>
                    <a:pt x="2278658" y="1994539"/>
                  </a:lnTo>
                  <a:lnTo>
                    <a:pt x="2278776" y="1994539"/>
                  </a:lnTo>
                  <a:lnTo>
                    <a:pt x="2278776" y="1994108"/>
                  </a:lnTo>
                  <a:lnTo>
                    <a:pt x="2278893" y="1994108"/>
                  </a:lnTo>
                  <a:lnTo>
                    <a:pt x="2278893" y="1993678"/>
                  </a:lnTo>
                  <a:lnTo>
                    <a:pt x="2278893" y="1993247"/>
                  </a:lnTo>
                  <a:lnTo>
                    <a:pt x="2279011" y="1993247"/>
                  </a:lnTo>
                  <a:lnTo>
                    <a:pt x="2279011" y="1992816"/>
                  </a:lnTo>
                  <a:lnTo>
                    <a:pt x="2279129" y="1992816"/>
                  </a:lnTo>
                  <a:lnTo>
                    <a:pt x="2279246" y="1992816"/>
                  </a:lnTo>
                  <a:lnTo>
                    <a:pt x="2279364" y="1992816"/>
                  </a:lnTo>
                  <a:lnTo>
                    <a:pt x="2279364" y="1992386"/>
                  </a:lnTo>
                  <a:lnTo>
                    <a:pt x="2279482" y="1992386"/>
                  </a:lnTo>
                  <a:lnTo>
                    <a:pt x="2279599" y="1992386"/>
                  </a:lnTo>
                  <a:lnTo>
                    <a:pt x="2279717" y="1992386"/>
                  </a:lnTo>
                  <a:lnTo>
                    <a:pt x="2279717" y="1991955"/>
                  </a:lnTo>
                  <a:lnTo>
                    <a:pt x="2279834" y="1991955"/>
                  </a:lnTo>
                  <a:lnTo>
                    <a:pt x="2279952" y="1991955"/>
                  </a:lnTo>
                  <a:lnTo>
                    <a:pt x="2280070" y="1991955"/>
                  </a:lnTo>
                  <a:lnTo>
                    <a:pt x="2280187" y="1991955"/>
                  </a:lnTo>
                  <a:lnTo>
                    <a:pt x="2280187" y="1991525"/>
                  </a:lnTo>
                  <a:lnTo>
                    <a:pt x="2280187" y="1991094"/>
                  </a:lnTo>
                  <a:lnTo>
                    <a:pt x="2280305" y="1991094"/>
                  </a:lnTo>
                  <a:lnTo>
                    <a:pt x="2280422" y="1991094"/>
                  </a:lnTo>
                  <a:lnTo>
                    <a:pt x="2280540" y="1991094"/>
                  </a:lnTo>
                  <a:lnTo>
                    <a:pt x="2280540" y="1990663"/>
                  </a:lnTo>
                  <a:lnTo>
                    <a:pt x="2280658" y="1990663"/>
                  </a:lnTo>
                  <a:lnTo>
                    <a:pt x="2280775" y="1990663"/>
                  </a:lnTo>
                  <a:lnTo>
                    <a:pt x="2280893" y="1990663"/>
                  </a:lnTo>
                  <a:lnTo>
                    <a:pt x="2281011" y="1990663"/>
                  </a:lnTo>
                  <a:lnTo>
                    <a:pt x="2281011" y="1990233"/>
                  </a:lnTo>
                  <a:lnTo>
                    <a:pt x="2281128" y="1990233"/>
                  </a:lnTo>
                  <a:lnTo>
                    <a:pt x="2281246" y="1990233"/>
                  </a:lnTo>
                  <a:lnTo>
                    <a:pt x="2281246" y="1989802"/>
                  </a:lnTo>
                  <a:lnTo>
                    <a:pt x="2281363" y="1989802"/>
                  </a:lnTo>
                  <a:lnTo>
                    <a:pt x="2281481" y="1989802"/>
                  </a:lnTo>
                  <a:lnTo>
                    <a:pt x="2281481" y="1989372"/>
                  </a:lnTo>
                  <a:lnTo>
                    <a:pt x="2281599" y="1989372"/>
                  </a:lnTo>
                  <a:lnTo>
                    <a:pt x="2281716" y="1989372"/>
                  </a:lnTo>
                  <a:lnTo>
                    <a:pt x="2281834" y="1989372"/>
                  </a:lnTo>
                  <a:lnTo>
                    <a:pt x="2281951" y="1989372"/>
                  </a:lnTo>
                  <a:lnTo>
                    <a:pt x="2282069" y="1989372"/>
                  </a:lnTo>
                  <a:lnTo>
                    <a:pt x="2282187" y="1989372"/>
                  </a:lnTo>
                  <a:lnTo>
                    <a:pt x="2282187" y="1988941"/>
                  </a:lnTo>
                  <a:lnTo>
                    <a:pt x="2282187" y="1988510"/>
                  </a:lnTo>
                  <a:lnTo>
                    <a:pt x="2282304" y="1988510"/>
                  </a:lnTo>
                  <a:lnTo>
                    <a:pt x="2282304" y="1988080"/>
                  </a:lnTo>
                  <a:lnTo>
                    <a:pt x="2282422" y="1988080"/>
                  </a:lnTo>
                  <a:lnTo>
                    <a:pt x="2282540" y="1988080"/>
                  </a:lnTo>
                  <a:lnTo>
                    <a:pt x="2282540" y="1987649"/>
                  </a:lnTo>
                  <a:lnTo>
                    <a:pt x="2282657" y="1987649"/>
                  </a:lnTo>
                  <a:lnTo>
                    <a:pt x="2282657" y="1987219"/>
                  </a:lnTo>
                  <a:lnTo>
                    <a:pt x="2282775" y="1987219"/>
                  </a:lnTo>
                  <a:lnTo>
                    <a:pt x="2282892" y="1987219"/>
                  </a:lnTo>
                  <a:lnTo>
                    <a:pt x="2283010" y="1987219"/>
                  </a:lnTo>
                  <a:lnTo>
                    <a:pt x="2283010" y="1986788"/>
                  </a:lnTo>
                  <a:lnTo>
                    <a:pt x="2283128" y="1986788"/>
                  </a:lnTo>
                  <a:lnTo>
                    <a:pt x="2283245" y="1986788"/>
                  </a:lnTo>
                  <a:lnTo>
                    <a:pt x="2283363" y="1986788"/>
                  </a:lnTo>
                  <a:lnTo>
                    <a:pt x="2283363" y="1986357"/>
                  </a:lnTo>
                  <a:lnTo>
                    <a:pt x="2283480" y="1986357"/>
                  </a:lnTo>
                  <a:lnTo>
                    <a:pt x="2283598" y="1986357"/>
                  </a:lnTo>
                  <a:lnTo>
                    <a:pt x="2283716" y="1986357"/>
                  </a:lnTo>
                  <a:lnTo>
                    <a:pt x="2283833" y="1986357"/>
                  </a:lnTo>
                  <a:lnTo>
                    <a:pt x="2283951" y="1986357"/>
                  </a:lnTo>
                  <a:lnTo>
                    <a:pt x="2284069" y="1986357"/>
                  </a:lnTo>
                  <a:lnTo>
                    <a:pt x="2284186" y="1986357"/>
                  </a:lnTo>
                  <a:lnTo>
                    <a:pt x="2284186" y="1985927"/>
                  </a:lnTo>
                  <a:lnTo>
                    <a:pt x="2284304" y="1985927"/>
                  </a:lnTo>
                  <a:lnTo>
                    <a:pt x="2284421" y="1985927"/>
                  </a:lnTo>
                  <a:lnTo>
                    <a:pt x="2284539" y="1985927"/>
                  </a:lnTo>
                  <a:lnTo>
                    <a:pt x="2284539" y="1985496"/>
                  </a:lnTo>
                  <a:lnTo>
                    <a:pt x="2284657" y="1985496"/>
                  </a:lnTo>
                  <a:lnTo>
                    <a:pt x="2284774" y="1985496"/>
                  </a:lnTo>
                  <a:lnTo>
                    <a:pt x="2284774" y="1985066"/>
                  </a:lnTo>
                  <a:lnTo>
                    <a:pt x="2284774" y="1984635"/>
                  </a:lnTo>
                  <a:lnTo>
                    <a:pt x="2284892" y="1984635"/>
                  </a:lnTo>
                  <a:lnTo>
                    <a:pt x="2285009" y="1984635"/>
                  </a:lnTo>
                  <a:lnTo>
                    <a:pt x="2285127" y="1984635"/>
                  </a:lnTo>
                  <a:lnTo>
                    <a:pt x="2285127" y="1984204"/>
                  </a:lnTo>
                  <a:lnTo>
                    <a:pt x="2285245" y="1984204"/>
                  </a:lnTo>
                  <a:lnTo>
                    <a:pt x="2285362" y="1984204"/>
                  </a:lnTo>
                  <a:lnTo>
                    <a:pt x="2285480" y="1984204"/>
                  </a:lnTo>
                  <a:lnTo>
                    <a:pt x="2285598" y="1984204"/>
                  </a:lnTo>
                  <a:lnTo>
                    <a:pt x="2285598" y="1983774"/>
                  </a:lnTo>
                  <a:lnTo>
                    <a:pt x="2285598" y="1983343"/>
                  </a:lnTo>
                  <a:lnTo>
                    <a:pt x="2285715" y="1983343"/>
                  </a:lnTo>
                  <a:lnTo>
                    <a:pt x="2285833" y="1983343"/>
                  </a:lnTo>
                  <a:lnTo>
                    <a:pt x="2285950" y="1983343"/>
                  </a:lnTo>
                  <a:lnTo>
                    <a:pt x="2285950" y="1982913"/>
                  </a:lnTo>
                  <a:lnTo>
                    <a:pt x="2285950" y="1982482"/>
                  </a:lnTo>
                  <a:lnTo>
                    <a:pt x="2286068" y="1982482"/>
                  </a:lnTo>
                  <a:lnTo>
                    <a:pt x="2286186" y="1982482"/>
                  </a:lnTo>
                  <a:lnTo>
                    <a:pt x="2286186" y="1982051"/>
                  </a:lnTo>
                  <a:lnTo>
                    <a:pt x="2286303" y="1982051"/>
                  </a:lnTo>
                  <a:lnTo>
                    <a:pt x="2286421" y="1982051"/>
                  </a:lnTo>
                  <a:lnTo>
                    <a:pt x="2286421" y="1981621"/>
                  </a:lnTo>
                  <a:lnTo>
                    <a:pt x="2286421" y="1981190"/>
                  </a:lnTo>
                  <a:lnTo>
                    <a:pt x="2286421" y="1980760"/>
                  </a:lnTo>
                  <a:lnTo>
                    <a:pt x="2286538" y="1980760"/>
                  </a:lnTo>
                  <a:lnTo>
                    <a:pt x="2286656" y="1980760"/>
                  </a:lnTo>
                  <a:lnTo>
                    <a:pt x="2286774" y="1980760"/>
                  </a:lnTo>
                  <a:lnTo>
                    <a:pt x="2286891" y="1980760"/>
                  </a:lnTo>
                  <a:lnTo>
                    <a:pt x="2287009" y="1980760"/>
                  </a:lnTo>
                  <a:lnTo>
                    <a:pt x="2287009" y="1980329"/>
                  </a:lnTo>
                  <a:lnTo>
                    <a:pt x="2287126" y="1980329"/>
                  </a:lnTo>
                  <a:lnTo>
                    <a:pt x="2287244" y="1980329"/>
                  </a:lnTo>
                  <a:lnTo>
                    <a:pt x="2287362" y="1980329"/>
                  </a:lnTo>
                  <a:lnTo>
                    <a:pt x="2287479" y="1980329"/>
                  </a:lnTo>
                  <a:lnTo>
                    <a:pt x="2287597" y="1980329"/>
                  </a:lnTo>
                  <a:lnTo>
                    <a:pt x="2287715" y="1980329"/>
                  </a:lnTo>
                  <a:lnTo>
                    <a:pt x="2287715" y="1979898"/>
                  </a:lnTo>
                  <a:lnTo>
                    <a:pt x="2287832" y="1979898"/>
                  </a:lnTo>
                  <a:lnTo>
                    <a:pt x="2287950" y="1979898"/>
                  </a:lnTo>
                  <a:lnTo>
                    <a:pt x="2288067" y="1979898"/>
                  </a:lnTo>
                  <a:lnTo>
                    <a:pt x="2288185" y="1979898"/>
                  </a:lnTo>
                  <a:lnTo>
                    <a:pt x="2288185" y="1979468"/>
                  </a:lnTo>
                  <a:lnTo>
                    <a:pt x="2288185" y="1979037"/>
                  </a:lnTo>
                  <a:lnTo>
                    <a:pt x="2288303" y="1979037"/>
                  </a:lnTo>
                  <a:lnTo>
                    <a:pt x="2288420" y="1979037"/>
                  </a:lnTo>
                  <a:lnTo>
                    <a:pt x="2288538" y="1979037"/>
                  </a:lnTo>
                  <a:lnTo>
                    <a:pt x="2288655" y="1979037"/>
                  </a:lnTo>
                  <a:lnTo>
                    <a:pt x="2288655" y="1978607"/>
                  </a:lnTo>
                  <a:lnTo>
                    <a:pt x="2288773" y="1978607"/>
                  </a:lnTo>
                  <a:lnTo>
                    <a:pt x="2288891" y="1978607"/>
                  </a:lnTo>
                  <a:lnTo>
                    <a:pt x="2289008" y="1978607"/>
                  </a:lnTo>
                  <a:lnTo>
                    <a:pt x="2289126" y="1978607"/>
                  </a:lnTo>
                  <a:lnTo>
                    <a:pt x="2289244" y="1978607"/>
                  </a:lnTo>
                  <a:lnTo>
                    <a:pt x="2289244" y="1978176"/>
                  </a:lnTo>
                  <a:lnTo>
                    <a:pt x="2289244" y="1977745"/>
                  </a:lnTo>
                  <a:lnTo>
                    <a:pt x="2289361" y="1977745"/>
                  </a:lnTo>
                  <a:lnTo>
                    <a:pt x="2289479" y="1977745"/>
                  </a:lnTo>
                  <a:lnTo>
                    <a:pt x="2289479" y="1977315"/>
                  </a:lnTo>
                  <a:lnTo>
                    <a:pt x="2289596" y="1977315"/>
                  </a:lnTo>
                  <a:lnTo>
                    <a:pt x="2289596" y="1976884"/>
                  </a:lnTo>
                  <a:lnTo>
                    <a:pt x="2289714" y="1976884"/>
                  </a:lnTo>
                  <a:lnTo>
                    <a:pt x="2289832" y="1976884"/>
                  </a:lnTo>
                  <a:lnTo>
                    <a:pt x="2289949" y="1976884"/>
                  </a:lnTo>
                  <a:lnTo>
                    <a:pt x="2289949" y="1976454"/>
                  </a:lnTo>
                  <a:lnTo>
                    <a:pt x="2290067" y="1976454"/>
                  </a:lnTo>
                  <a:lnTo>
                    <a:pt x="2290184" y="1976454"/>
                  </a:lnTo>
                  <a:lnTo>
                    <a:pt x="2290184" y="1976023"/>
                  </a:lnTo>
                  <a:lnTo>
                    <a:pt x="2290302" y="1976023"/>
                  </a:lnTo>
                  <a:lnTo>
                    <a:pt x="2290302" y="1975592"/>
                  </a:lnTo>
                  <a:lnTo>
                    <a:pt x="2290420" y="1975592"/>
                  </a:lnTo>
                  <a:lnTo>
                    <a:pt x="2290537" y="1975592"/>
                  </a:lnTo>
                  <a:lnTo>
                    <a:pt x="2290655" y="1975592"/>
                  </a:lnTo>
                  <a:lnTo>
                    <a:pt x="2290655" y="1975162"/>
                  </a:lnTo>
                  <a:lnTo>
                    <a:pt x="2290655" y="1974731"/>
                  </a:lnTo>
                  <a:lnTo>
                    <a:pt x="2290773" y="1974731"/>
                  </a:lnTo>
                  <a:lnTo>
                    <a:pt x="2290890" y="1974731"/>
                  </a:lnTo>
                  <a:lnTo>
                    <a:pt x="2291008" y="1974731"/>
                  </a:lnTo>
                  <a:lnTo>
                    <a:pt x="2291125" y="1974731"/>
                  </a:lnTo>
                  <a:lnTo>
                    <a:pt x="2291243" y="1974731"/>
                  </a:lnTo>
                  <a:lnTo>
                    <a:pt x="2291361" y="1974731"/>
                  </a:lnTo>
                  <a:lnTo>
                    <a:pt x="2291478" y="1974731"/>
                  </a:lnTo>
                  <a:lnTo>
                    <a:pt x="2291596" y="1974731"/>
                  </a:lnTo>
                  <a:lnTo>
                    <a:pt x="2291713" y="1974731"/>
                  </a:lnTo>
                  <a:lnTo>
                    <a:pt x="2291713" y="1974301"/>
                  </a:lnTo>
                  <a:lnTo>
                    <a:pt x="2291831" y="1974301"/>
                  </a:lnTo>
                  <a:lnTo>
                    <a:pt x="2291831" y="1973870"/>
                  </a:lnTo>
                  <a:lnTo>
                    <a:pt x="2291949" y="1973870"/>
                  </a:lnTo>
                  <a:lnTo>
                    <a:pt x="2292066" y="1973870"/>
                  </a:lnTo>
                  <a:lnTo>
                    <a:pt x="2292184" y="1973870"/>
                  </a:lnTo>
                  <a:lnTo>
                    <a:pt x="2292302" y="1973870"/>
                  </a:lnTo>
                  <a:lnTo>
                    <a:pt x="2292302" y="1973439"/>
                  </a:lnTo>
                  <a:lnTo>
                    <a:pt x="2292419" y="1973439"/>
                  </a:lnTo>
                  <a:lnTo>
                    <a:pt x="2292537" y="1973439"/>
                  </a:lnTo>
                  <a:lnTo>
                    <a:pt x="2292537" y="1973009"/>
                  </a:lnTo>
                  <a:lnTo>
                    <a:pt x="2292654" y="1973009"/>
                  </a:lnTo>
                  <a:lnTo>
                    <a:pt x="2292772" y="1973009"/>
                  </a:lnTo>
                  <a:lnTo>
                    <a:pt x="2292890" y="1973009"/>
                  </a:lnTo>
                  <a:lnTo>
                    <a:pt x="2293007" y="1973009"/>
                  </a:lnTo>
                  <a:lnTo>
                    <a:pt x="2293125" y="1973009"/>
                  </a:lnTo>
                  <a:lnTo>
                    <a:pt x="2293242" y="1973009"/>
                  </a:lnTo>
                  <a:lnTo>
                    <a:pt x="2293360" y="1973009"/>
                  </a:lnTo>
                  <a:lnTo>
                    <a:pt x="2293478" y="1973009"/>
                  </a:lnTo>
                  <a:lnTo>
                    <a:pt x="2293595" y="1973009"/>
                  </a:lnTo>
                  <a:lnTo>
                    <a:pt x="2293713" y="1973009"/>
                  </a:lnTo>
                  <a:lnTo>
                    <a:pt x="2293831" y="1973009"/>
                  </a:lnTo>
                  <a:lnTo>
                    <a:pt x="2293948" y="1973009"/>
                  </a:lnTo>
                  <a:lnTo>
                    <a:pt x="2294066" y="1973009"/>
                  </a:lnTo>
                  <a:lnTo>
                    <a:pt x="2294183" y="1973009"/>
                  </a:lnTo>
                  <a:lnTo>
                    <a:pt x="2294183" y="1972578"/>
                  </a:lnTo>
                  <a:lnTo>
                    <a:pt x="2294183" y="1972148"/>
                  </a:lnTo>
                  <a:lnTo>
                    <a:pt x="2294301" y="1972148"/>
                  </a:lnTo>
                  <a:lnTo>
                    <a:pt x="2294419" y="1972148"/>
                  </a:lnTo>
                  <a:lnTo>
                    <a:pt x="2294536" y="1972148"/>
                  </a:lnTo>
                  <a:lnTo>
                    <a:pt x="2294654" y="1972148"/>
                  </a:lnTo>
                  <a:lnTo>
                    <a:pt x="2294771" y="1972148"/>
                  </a:lnTo>
                  <a:lnTo>
                    <a:pt x="2294889" y="1972148"/>
                  </a:lnTo>
                  <a:lnTo>
                    <a:pt x="2295007" y="1972148"/>
                  </a:lnTo>
                  <a:lnTo>
                    <a:pt x="2295124" y="1972148"/>
                  </a:lnTo>
                  <a:lnTo>
                    <a:pt x="2295242" y="1972148"/>
                  </a:lnTo>
                  <a:lnTo>
                    <a:pt x="2295359" y="1972148"/>
                  </a:lnTo>
                  <a:lnTo>
                    <a:pt x="2295477" y="1972148"/>
                  </a:lnTo>
                  <a:lnTo>
                    <a:pt x="2295477" y="1971717"/>
                  </a:lnTo>
                  <a:lnTo>
                    <a:pt x="2295595" y="1971717"/>
                  </a:lnTo>
                  <a:lnTo>
                    <a:pt x="2295712" y="1971717"/>
                  </a:lnTo>
                  <a:lnTo>
                    <a:pt x="2295830" y="1971717"/>
                  </a:lnTo>
                  <a:lnTo>
                    <a:pt x="2295830" y="1971286"/>
                  </a:lnTo>
                  <a:lnTo>
                    <a:pt x="2295948" y="1971286"/>
                  </a:lnTo>
                  <a:lnTo>
                    <a:pt x="2296065" y="1971286"/>
                  </a:lnTo>
                  <a:lnTo>
                    <a:pt x="2296183" y="1971286"/>
                  </a:lnTo>
                  <a:lnTo>
                    <a:pt x="2296300" y="1971286"/>
                  </a:lnTo>
                  <a:lnTo>
                    <a:pt x="2296418" y="1971286"/>
                  </a:lnTo>
                  <a:lnTo>
                    <a:pt x="2296536" y="1971286"/>
                  </a:lnTo>
                  <a:lnTo>
                    <a:pt x="2296653" y="1971286"/>
                  </a:lnTo>
                  <a:lnTo>
                    <a:pt x="2296653" y="1970856"/>
                  </a:lnTo>
                  <a:lnTo>
                    <a:pt x="2296653" y="1970425"/>
                  </a:lnTo>
                  <a:lnTo>
                    <a:pt x="2296771" y="1970425"/>
                  </a:lnTo>
                  <a:lnTo>
                    <a:pt x="2296888" y="1970425"/>
                  </a:lnTo>
                  <a:lnTo>
                    <a:pt x="2297006" y="1970425"/>
                  </a:lnTo>
                  <a:lnTo>
                    <a:pt x="2297124" y="1970425"/>
                  </a:lnTo>
                  <a:lnTo>
                    <a:pt x="2297124" y="1969995"/>
                  </a:lnTo>
                  <a:lnTo>
                    <a:pt x="2297241" y="1969995"/>
                  </a:lnTo>
                  <a:lnTo>
                    <a:pt x="2297359" y="1969995"/>
                  </a:lnTo>
                  <a:lnTo>
                    <a:pt x="2297477" y="1969995"/>
                  </a:lnTo>
                  <a:lnTo>
                    <a:pt x="2297594" y="1969995"/>
                  </a:lnTo>
                  <a:lnTo>
                    <a:pt x="2297712" y="1969995"/>
                  </a:lnTo>
                  <a:lnTo>
                    <a:pt x="2297829" y="1969995"/>
                  </a:lnTo>
                  <a:lnTo>
                    <a:pt x="2297947" y="1969995"/>
                  </a:lnTo>
                  <a:lnTo>
                    <a:pt x="2297947" y="1969564"/>
                  </a:lnTo>
                  <a:lnTo>
                    <a:pt x="2298065" y="1969564"/>
                  </a:lnTo>
                  <a:lnTo>
                    <a:pt x="2298182" y="1969564"/>
                  </a:lnTo>
                  <a:lnTo>
                    <a:pt x="2298300" y="1969564"/>
                  </a:lnTo>
                  <a:lnTo>
                    <a:pt x="2298417" y="1969564"/>
                  </a:lnTo>
                  <a:lnTo>
                    <a:pt x="2298535" y="1969564"/>
                  </a:lnTo>
                  <a:lnTo>
                    <a:pt x="2298535" y="1969133"/>
                  </a:lnTo>
                  <a:lnTo>
                    <a:pt x="2298653" y="1969133"/>
                  </a:lnTo>
                  <a:lnTo>
                    <a:pt x="2298770" y="1969133"/>
                  </a:lnTo>
                  <a:lnTo>
                    <a:pt x="2298888" y="1969133"/>
                  </a:lnTo>
                  <a:lnTo>
                    <a:pt x="2299006" y="1969133"/>
                  </a:lnTo>
                  <a:lnTo>
                    <a:pt x="2299006" y="1968703"/>
                  </a:lnTo>
                  <a:lnTo>
                    <a:pt x="2299123" y="1968703"/>
                  </a:lnTo>
                  <a:lnTo>
                    <a:pt x="2299241" y="1968703"/>
                  </a:lnTo>
                  <a:lnTo>
                    <a:pt x="2299241" y="1968272"/>
                  </a:lnTo>
                  <a:lnTo>
                    <a:pt x="2299358" y="1968272"/>
                  </a:lnTo>
                  <a:lnTo>
                    <a:pt x="2299476" y="1968272"/>
                  </a:lnTo>
                  <a:lnTo>
                    <a:pt x="2299594" y="1968272"/>
                  </a:lnTo>
                  <a:lnTo>
                    <a:pt x="2299711" y="1968272"/>
                  </a:lnTo>
                  <a:lnTo>
                    <a:pt x="2299829" y="1968272"/>
                  </a:lnTo>
                  <a:lnTo>
                    <a:pt x="2299946" y="1968272"/>
                  </a:lnTo>
                  <a:lnTo>
                    <a:pt x="2300064" y="1968272"/>
                  </a:lnTo>
                  <a:lnTo>
                    <a:pt x="2300182" y="1968272"/>
                  </a:lnTo>
                  <a:lnTo>
                    <a:pt x="2300299" y="1968272"/>
                  </a:lnTo>
                  <a:lnTo>
                    <a:pt x="2300299" y="1967842"/>
                  </a:lnTo>
                  <a:lnTo>
                    <a:pt x="2300299" y="1967411"/>
                  </a:lnTo>
                  <a:lnTo>
                    <a:pt x="2300417" y="1967411"/>
                  </a:lnTo>
                  <a:lnTo>
                    <a:pt x="2300417" y="1966980"/>
                  </a:lnTo>
                  <a:lnTo>
                    <a:pt x="2300535" y="1966980"/>
                  </a:lnTo>
                  <a:lnTo>
                    <a:pt x="2300535" y="1966550"/>
                  </a:lnTo>
                  <a:lnTo>
                    <a:pt x="2300535" y="1966119"/>
                  </a:lnTo>
                  <a:lnTo>
                    <a:pt x="2300652" y="1966119"/>
                  </a:lnTo>
                  <a:lnTo>
                    <a:pt x="2300770" y="1966119"/>
                  </a:lnTo>
                  <a:lnTo>
                    <a:pt x="2300887" y="1966119"/>
                  </a:lnTo>
                  <a:lnTo>
                    <a:pt x="2301005" y="1966119"/>
                  </a:lnTo>
                  <a:lnTo>
                    <a:pt x="2301005" y="1965689"/>
                  </a:lnTo>
                  <a:lnTo>
                    <a:pt x="2301123" y="1965689"/>
                  </a:lnTo>
                  <a:lnTo>
                    <a:pt x="2301240" y="1965689"/>
                  </a:lnTo>
                  <a:lnTo>
                    <a:pt x="2301358" y="1965689"/>
                  </a:lnTo>
                  <a:lnTo>
                    <a:pt x="2301475" y="1965689"/>
                  </a:lnTo>
                  <a:lnTo>
                    <a:pt x="2301593" y="1965689"/>
                  </a:lnTo>
                  <a:lnTo>
                    <a:pt x="2301711" y="1965689"/>
                  </a:lnTo>
                  <a:lnTo>
                    <a:pt x="2301711" y="1965258"/>
                  </a:lnTo>
                  <a:lnTo>
                    <a:pt x="2301828" y="1965258"/>
                  </a:lnTo>
                  <a:lnTo>
                    <a:pt x="2301828" y="1964827"/>
                  </a:lnTo>
                  <a:lnTo>
                    <a:pt x="2301828" y="1964397"/>
                  </a:lnTo>
                  <a:lnTo>
                    <a:pt x="2301946" y="1964397"/>
                  </a:lnTo>
                  <a:lnTo>
                    <a:pt x="2302064" y="1964397"/>
                  </a:lnTo>
                  <a:lnTo>
                    <a:pt x="2302181" y="1964397"/>
                  </a:lnTo>
                  <a:lnTo>
                    <a:pt x="2302299" y="1964397"/>
                  </a:lnTo>
                  <a:lnTo>
                    <a:pt x="2302416" y="1964397"/>
                  </a:lnTo>
                  <a:lnTo>
                    <a:pt x="2302534" y="1964397"/>
                  </a:lnTo>
                  <a:lnTo>
                    <a:pt x="2302652" y="1964397"/>
                  </a:lnTo>
                  <a:lnTo>
                    <a:pt x="2302769" y="1964397"/>
                  </a:lnTo>
                  <a:lnTo>
                    <a:pt x="2302769" y="1963966"/>
                  </a:lnTo>
                  <a:lnTo>
                    <a:pt x="2302887" y="1963966"/>
                  </a:lnTo>
                  <a:lnTo>
                    <a:pt x="2303004" y="1963966"/>
                  </a:lnTo>
                  <a:lnTo>
                    <a:pt x="2303122" y="1963966"/>
                  </a:lnTo>
                  <a:lnTo>
                    <a:pt x="2303240" y="1963966"/>
                  </a:lnTo>
                  <a:lnTo>
                    <a:pt x="2303357" y="1963966"/>
                  </a:lnTo>
                  <a:lnTo>
                    <a:pt x="2303475" y="1963966"/>
                  </a:lnTo>
                  <a:lnTo>
                    <a:pt x="2303592" y="1963966"/>
                  </a:lnTo>
                  <a:lnTo>
                    <a:pt x="2303710" y="1963966"/>
                  </a:lnTo>
                  <a:lnTo>
                    <a:pt x="2303828" y="1963966"/>
                  </a:lnTo>
                  <a:lnTo>
                    <a:pt x="2303828" y="1963536"/>
                  </a:lnTo>
                  <a:lnTo>
                    <a:pt x="2303828" y="1963105"/>
                  </a:lnTo>
                  <a:lnTo>
                    <a:pt x="2303828" y="1962674"/>
                  </a:lnTo>
                  <a:lnTo>
                    <a:pt x="2303945" y="1962674"/>
                  </a:lnTo>
                  <a:lnTo>
                    <a:pt x="2303945" y="1962244"/>
                  </a:lnTo>
                  <a:lnTo>
                    <a:pt x="2304063" y="1962244"/>
                  </a:lnTo>
                  <a:lnTo>
                    <a:pt x="2304181" y="1962244"/>
                  </a:lnTo>
                  <a:lnTo>
                    <a:pt x="2304298" y="1962244"/>
                  </a:lnTo>
                  <a:lnTo>
                    <a:pt x="2304416" y="1962244"/>
                  </a:lnTo>
                  <a:lnTo>
                    <a:pt x="2304416" y="1961813"/>
                  </a:lnTo>
                  <a:lnTo>
                    <a:pt x="2304533" y="1961813"/>
                  </a:lnTo>
                  <a:lnTo>
                    <a:pt x="2304651" y="1961813"/>
                  </a:lnTo>
                  <a:lnTo>
                    <a:pt x="2304769" y="1961813"/>
                  </a:lnTo>
                  <a:lnTo>
                    <a:pt x="2304886" y="1961813"/>
                  </a:lnTo>
                  <a:lnTo>
                    <a:pt x="2305004" y="1961813"/>
                  </a:lnTo>
                  <a:lnTo>
                    <a:pt x="2305121" y="1961813"/>
                  </a:lnTo>
                  <a:lnTo>
                    <a:pt x="2305239" y="1961813"/>
                  </a:lnTo>
                  <a:lnTo>
                    <a:pt x="2305357" y="1961813"/>
                  </a:lnTo>
                  <a:lnTo>
                    <a:pt x="2305357" y="1961383"/>
                  </a:lnTo>
                  <a:lnTo>
                    <a:pt x="2305474" y="1961383"/>
                  </a:lnTo>
                  <a:lnTo>
                    <a:pt x="2305592" y="1961383"/>
                  </a:lnTo>
                  <a:lnTo>
                    <a:pt x="2305710" y="1961383"/>
                  </a:lnTo>
                  <a:lnTo>
                    <a:pt x="2305827" y="1961383"/>
                  </a:lnTo>
                  <a:lnTo>
                    <a:pt x="2305945" y="1961383"/>
                  </a:lnTo>
                  <a:lnTo>
                    <a:pt x="2306062" y="1961383"/>
                  </a:lnTo>
                  <a:lnTo>
                    <a:pt x="2306180" y="1961383"/>
                  </a:lnTo>
                  <a:lnTo>
                    <a:pt x="2306298" y="1961383"/>
                  </a:lnTo>
                  <a:lnTo>
                    <a:pt x="2306415" y="1961383"/>
                  </a:lnTo>
                  <a:lnTo>
                    <a:pt x="2306533" y="1961383"/>
                  </a:lnTo>
                  <a:lnTo>
                    <a:pt x="2306650" y="1961383"/>
                  </a:lnTo>
                  <a:lnTo>
                    <a:pt x="2306768" y="1961383"/>
                  </a:lnTo>
                  <a:lnTo>
                    <a:pt x="2306886" y="1961383"/>
                  </a:lnTo>
                  <a:lnTo>
                    <a:pt x="2307003" y="1961383"/>
                  </a:lnTo>
                  <a:lnTo>
                    <a:pt x="2307121" y="1961383"/>
                  </a:lnTo>
                  <a:lnTo>
                    <a:pt x="2307239" y="1961383"/>
                  </a:lnTo>
                  <a:lnTo>
                    <a:pt x="2307356" y="1961383"/>
                  </a:lnTo>
                  <a:lnTo>
                    <a:pt x="2307356" y="1960952"/>
                  </a:lnTo>
                  <a:lnTo>
                    <a:pt x="2307474" y="1960952"/>
                  </a:lnTo>
                  <a:lnTo>
                    <a:pt x="2307591" y="1960952"/>
                  </a:lnTo>
                  <a:lnTo>
                    <a:pt x="2307591" y="1960521"/>
                  </a:lnTo>
                  <a:lnTo>
                    <a:pt x="2307709" y="1960521"/>
                  </a:lnTo>
                  <a:lnTo>
                    <a:pt x="2307827" y="1960521"/>
                  </a:lnTo>
                  <a:lnTo>
                    <a:pt x="2307827" y="1960091"/>
                  </a:lnTo>
                  <a:lnTo>
                    <a:pt x="2307944" y="1960091"/>
                  </a:lnTo>
                  <a:lnTo>
                    <a:pt x="2308062" y="1960091"/>
                  </a:lnTo>
                  <a:lnTo>
                    <a:pt x="2308062" y="1959660"/>
                  </a:lnTo>
                  <a:lnTo>
                    <a:pt x="2308179" y="1959660"/>
                  </a:lnTo>
                  <a:lnTo>
                    <a:pt x="2308297" y="1959660"/>
                  </a:lnTo>
                  <a:lnTo>
                    <a:pt x="2308297" y="1959230"/>
                  </a:lnTo>
                  <a:lnTo>
                    <a:pt x="2308297" y="1958799"/>
                  </a:lnTo>
                  <a:lnTo>
                    <a:pt x="2308297" y="1958368"/>
                  </a:lnTo>
                  <a:lnTo>
                    <a:pt x="2308297" y="1957938"/>
                  </a:lnTo>
                  <a:lnTo>
                    <a:pt x="2308297" y="1957507"/>
                  </a:lnTo>
                  <a:lnTo>
                    <a:pt x="2308415" y="1957507"/>
                  </a:lnTo>
                  <a:lnTo>
                    <a:pt x="2308532" y="1957507"/>
                  </a:lnTo>
                  <a:lnTo>
                    <a:pt x="2308650" y="1957507"/>
                  </a:lnTo>
                  <a:lnTo>
                    <a:pt x="2308768" y="1957507"/>
                  </a:lnTo>
                  <a:lnTo>
                    <a:pt x="2308885" y="1957507"/>
                  </a:lnTo>
                  <a:lnTo>
                    <a:pt x="2309003" y="1957507"/>
                  </a:lnTo>
                  <a:lnTo>
                    <a:pt x="2309003" y="1957077"/>
                  </a:lnTo>
                  <a:lnTo>
                    <a:pt x="2309120" y="1957077"/>
                  </a:lnTo>
                  <a:lnTo>
                    <a:pt x="2309238" y="1957077"/>
                  </a:lnTo>
                  <a:lnTo>
                    <a:pt x="2309356" y="1957077"/>
                  </a:lnTo>
                  <a:lnTo>
                    <a:pt x="2309473" y="1957077"/>
                  </a:lnTo>
                  <a:lnTo>
                    <a:pt x="2309591" y="1957077"/>
                  </a:lnTo>
                  <a:lnTo>
                    <a:pt x="2309591" y="1956646"/>
                  </a:lnTo>
                  <a:lnTo>
                    <a:pt x="2309708" y="1956646"/>
                  </a:lnTo>
                  <a:lnTo>
                    <a:pt x="2309826" y="1956646"/>
                  </a:lnTo>
                  <a:lnTo>
                    <a:pt x="2309944" y="1956646"/>
                  </a:lnTo>
                  <a:lnTo>
                    <a:pt x="2309944" y="1956215"/>
                  </a:lnTo>
                  <a:lnTo>
                    <a:pt x="2310061" y="1956215"/>
                  </a:lnTo>
                  <a:lnTo>
                    <a:pt x="2310061" y="1955785"/>
                  </a:lnTo>
                  <a:lnTo>
                    <a:pt x="2310179" y="1955785"/>
                  </a:lnTo>
                  <a:lnTo>
                    <a:pt x="2310297" y="1955785"/>
                  </a:lnTo>
                  <a:lnTo>
                    <a:pt x="2310414" y="1955785"/>
                  </a:lnTo>
                  <a:lnTo>
                    <a:pt x="2310532" y="1955785"/>
                  </a:lnTo>
                  <a:lnTo>
                    <a:pt x="2310532" y="1955354"/>
                  </a:lnTo>
                  <a:lnTo>
                    <a:pt x="2310649" y="1955354"/>
                  </a:lnTo>
                  <a:lnTo>
                    <a:pt x="2310767" y="1955354"/>
                  </a:lnTo>
                  <a:lnTo>
                    <a:pt x="2310885" y="1955354"/>
                  </a:lnTo>
                  <a:lnTo>
                    <a:pt x="2311002" y="1955354"/>
                  </a:lnTo>
                  <a:lnTo>
                    <a:pt x="2311120" y="1955354"/>
                  </a:lnTo>
                  <a:lnTo>
                    <a:pt x="2311237" y="1955354"/>
                  </a:lnTo>
                  <a:lnTo>
                    <a:pt x="2311355" y="1955354"/>
                  </a:lnTo>
                  <a:lnTo>
                    <a:pt x="2311473" y="1955354"/>
                  </a:lnTo>
                  <a:lnTo>
                    <a:pt x="2311590" y="1955354"/>
                  </a:lnTo>
                  <a:lnTo>
                    <a:pt x="2311708" y="1955354"/>
                  </a:lnTo>
                  <a:lnTo>
                    <a:pt x="2311825" y="1955354"/>
                  </a:lnTo>
                  <a:lnTo>
                    <a:pt x="2311943" y="1955354"/>
                  </a:lnTo>
                  <a:lnTo>
                    <a:pt x="2311943" y="1954924"/>
                  </a:lnTo>
                  <a:lnTo>
                    <a:pt x="2312061" y="1954924"/>
                  </a:lnTo>
                  <a:lnTo>
                    <a:pt x="2312178" y="1954924"/>
                  </a:lnTo>
                  <a:lnTo>
                    <a:pt x="2312296" y="1954924"/>
                  </a:lnTo>
                  <a:lnTo>
                    <a:pt x="2312414" y="1954924"/>
                  </a:lnTo>
                  <a:lnTo>
                    <a:pt x="2312531" y="1954924"/>
                  </a:lnTo>
                  <a:lnTo>
                    <a:pt x="2312531" y="1954493"/>
                  </a:lnTo>
                  <a:lnTo>
                    <a:pt x="2312649" y="1954493"/>
                  </a:lnTo>
                  <a:lnTo>
                    <a:pt x="2312766" y="1954493"/>
                  </a:lnTo>
                  <a:lnTo>
                    <a:pt x="2312884" y="1954493"/>
                  </a:lnTo>
                  <a:lnTo>
                    <a:pt x="2313002" y="1954493"/>
                  </a:lnTo>
                  <a:lnTo>
                    <a:pt x="2313119" y="1954493"/>
                  </a:lnTo>
                  <a:lnTo>
                    <a:pt x="2313119" y="1954062"/>
                  </a:lnTo>
                  <a:lnTo>
                    <a:pt x="2313237" y="1954062"/>
                  </a:lnTo>
                  <a:lnTo>
                    <a:pt x="2313354" y="1954062"/>
                  </a:lnTo>
                  <a:lnTo>
                    <a:pt x="2313472" y="1954062"/>
                  </a:lnTo>
                  <a:lnTo>
                    <a:pt x="2313590" y="1954062"/>
                  </a:lnTo>
                  <a:lnTo>
                    <a:pt x="2313707" y="1954062"/>
                  </a:lnTo>
                  <a:lnTo>
                    <a:pt x="2313825" y="1954062"/>
                  </a:lnTo>
                  <a:lnTo>
                    <a:pt x="2313825" y="1953632"/>
                  </a:lnTo>
                  <a:lnTo>
                    <a:pt x="2313943" y="1953632"/>
                  </a:lnTo>
                  <a:lnTo>
                    <a:pt x="2313943" y="1953201"/>
                  </a:lnTo>
                  <a:lnTo>
                    <a:pt x="2314060" y="1953201"/>
                  </a:lnTo>
                  <a:lnTo>
                    <a:pt x="2314178" y="1953201"/>
                  </a:lnTo>
                  <a:lnTo>
                    <a:pt x="2314178" y="1952771"/>
                  </a:lnTo>
                  <a:lnTo>
                    <a:pt x="2314295" y="1952771"/>
                  </a:lnTo>
                  <a:lnTo>
                    <a:pt x="2314413" y="1952771"/>
                  </a:lnTo>
                  <a:lnTo>
                    <a:pt x="2314531" y="1952771"/>
                  </a:lnTo>
                  <a:lnTo>
                    <a:pt x="2314648" y="1952771"/>
                  </a:lnTo>
                  <a:lnTo>
                    <a:pt x="2314766" y="1952771"/>
                  </a:lnTo>
                  <a:lnTo>
                    <a:pt x="2314883" y="1952771"/>
                  </a:lnTo>
                  <a:lnTo>
                    <a:pt x="2315001" y="1952771"/>
                  </a:lnTo>
                  <a:lnTo>
                    <a:pt x="2315119" y="1952771"/>
                  </a:lnTo>
                  <a:lnTo>
                    <a:pt x="2315236" y="1952771"/>
                  </a:lnTo>
                  <a:lnTo>
                    <a:pt x="2315236" y="1952340"/>
                  </a:lnTo>
                  <a:lnTo>
                    <a:pt x="2315236" y="1951909"/>
                  </a:lnTo>
                  <a:lnTo>
                    <a:pt x="2315354" y="1951909"/>
                  </a:lnTo>
                  <a:lnTo>
                    <a:pt x="2315354" y="1951479"/>
                  </a:lnTo>
                  <a:lnTo>
                    <a:pt x="2315472" y="1951479"/>
                  </a:lnTo>
                  <a:lnTo>
                    <a:pt x="2315589" y="1951479"/>
                  </a:lnTo>
                  <a:lnTo>
                    <a:pt x="2315707" y="1951479"/>
                  </a:lnTo>
                  <a:lnTo>
                    <a:pt x="2315707" y="1951048"/>
                  </a:lnTo>
                  <a:lnTo>
                    <a:pt x="2315707" y="1950618"/>
                  </a:lnTo>
                  <a:lnTo>
                    <a:pt x="2315824" y="1950618"/>
                  </a:lnTo>
                  <a:lnTo>
                    <a:pt x="2315824" y="1950187"/>
                  </a:lnTo>
                  <a:lnTo>
                    <a:pt x="2315942" y="1950187"/>
                  </a:lnTo>
                  <a:lnTo>
                    <a:pt x="2316060" y="1950187"/>
                  </a:lnTo>
                  <a:lnTo>
                    <a:pt x="2316177" y="1950187"/>
                  </a:lnTo>
                  <a:lnTo>
                    <a:pt x="2316295" y="1950187"/>
                  </a:lnTo>
                  <a:lnTo>
                    <a:pt x="2316412" y="1950187"/>
                  </a:lnTo>
                  <a:lnTo>
                    <a:pt x="2316530" y="1950187"/>
                  </a:lnTo>
                  <a:lnTo>
                    <a:pt x="2316648" y="1950187"/>
                  </a:lnTo>
                  <a:lnTo>
                    <a:pt x="2316765" y="1950187"/>
                  </a:lnTo>
                  <a:lnTo>
                    <a:pt x="2316883" y="1950187"/>
                  </a:lnTo>
                  <a:lnTo>
                    <a:pt x="2317001" y="1950187"/>
                  </a:lnTo>
                  <a:lnTo>
                    <a:pt x="2317118" y="1950187"/>
                  </a:lnTo>
                  <a:lnTo>
                    <a:pt x="2317236" y="1950187"/>
                  </a:lnTo>
                  <a:lnTo>
                    <a:pt x="2317353" y="1950187"/>
                  </a:lnTo>
                  <a:lnTo>
                    <a:pt x="2317471" y="1950187"/>
                  </a:lnTo>
                  <a:lnTo>
                    <a:pt x="2317471" y="1949756"/>
                  </a:lnTo>
                  <a:lnTo>
                    <a:pt x="2317589" y="1949756"/>
                  </a:lnTo>
                  <a:lnTo>
                    <a:pt x="2317706" y="1949756"/>
                  </a:lnTo>
                  <a:lnTo>
                    <a:pt x="2317824" y="1949756"/>
                  </a:lnTo>
                  <a:lnTo>
                    <a:pt x="2317941" y="1949756"/>
                  </a:lnTo>
                  <a:lnTo>
                    <a:pt x="2318059" y="1949756"/>
                  </a:lnTo>
                  <a:lnTo>
                    <a:pt x="2318177" y="1949756"/>
                  </a:lnTo>
                  <a:lnTo>
                    <a:pt x="2318294" y="1949756"/>
                  </a:lnTo>
                  <a:lnTo>
                    <a:pt x="2318412" y="1949756"/>
                  </a:lnTo>
                  <a:lnTo>
                    <a:pt x="2318530" y="1949756"/>
                  </a:lnTo>
                  <a:lnTo>
                    <a:pt x="2318530" y="1949326"/>
                  </a:lnTo>
                  <a:lnTo>
                    <a:pt x="2318647" y="1949326"/>
                  </a:lnTo>
                  <a:lnTo>
                    <a:pt x="2318765" y="1949326"/>
                  </a:lnTo>
                  <a:lnTo>
                    <a:pt x="2318882" y="1949326"/>
                  </a:lnTo>
                  <a:lnTo>
                    <a:pt x="2319000" y="1949326"/>
                  </a:lnTo>
                  <a:lnTo>
                    <a:pt x="2319118" y="1949326"/>
                  </a:lnTo>
                  <a:lnTo>
                    <a:pt x="2319235" y="1949326"/>
                  </a:lnTo>
                  <a:lnTo>
                    <a:pt x="2319353" y="1949326"/>
                  </a:lnTo>
                  <a:lnTo>
                    <a:pt x="2319353" y="1948895"/>
                  </a:lnTo>
                  <a:lnTo>
                    <a:pt x="2319353" y="1948465"/>
                  </a:lnTo>
                  <a:lnTo>
                    <a:pt x="2319470" y="1948465"/>
                  </a:lnTo>
                  <a:lnTo>
                    <a:pt x="2319588" y="1948465"/>
                  </a:lnTo>
                  <a:lnTo>
                    <a:pt x="2319706" y="1948465"/>
                  </a:lnTo>
                  <a:lnTo>
                    <a:pt x="2319706" y="1948034"/>
                  </a:lnTo>
                  <a:lnTo>
                    <a:pt x="2319706" y="1947603"/>
                  </a:lnTo>
                  <a:lnTo>
                    <a:pt x="2319823" y="1947603"/>
                  </a:lnTo>
                  <a:lnTo>
                    <a:pt x="2319941" y="1947603"/>
                  </a:lnTo>
                  <a:lnTo>
                    <a:pt x="2319941" y="1947173"/>
                  </a:lnTo>
                  <a:lnTo>
                    <a:pt x="2320058" y="1947173"/>
                  </a:lnTo>
                  <a:lnTo>
                    <a:pt x="2320176" y="1947173"/>
                  </a:lnTo>
                  <a:lnTo>
                    <a:pt x="2320294" y="1947173"/>
                  </a:lnTo>
                  <a:lnTo>
                    <a:pt x="2320411" y="1947173"/>
                  </a:lnTo>
                  <a:lnTo>
                    <a:pt x="2320411" y="1946742"/>
                  </a:lnTo>
                  <a:lnTo>
                    <a:pt x="2320529" y="1946742"/>
                  </a:lnTo>
                  <a:lnTo>
                    <a:pt x="2320647" y="1946742"/>
                  </a:lnTo>
                  <a:lnTo>
                    <a:pt x="2320764" y="1946742"/>
                  </a:lnTo>
                  <a:lnTo>
                    <a:pt x="2320882" y="1946742"/>
                  </a:lnTo>
                  <a:lnTo>
                    <a:pt x="2320882" y="1946312"/>
                  </a:lnTo>
                  <a:lnTo>
                    <a:pt x="2320999" y="1946312"/>
                  </a:lnTo>
                  <a:lnTo>
                    <a:pt x="2320999" y="1945881"/>
                  </a:lnTo>
                  <a:lnTo>
                    <a:pt x="2320999" y="1945450"/>
                  </a:lnTo>
                  <a:lnTo>
                    <a:pt x="2321117" y="1945450"/>
                  </a:lnTo>
                  <a:lnTo>
                    <a:pt x="2321235" y="1945450"/>
                  </a:lnTo>
                  <a:lnTo>
                    <a:pt x="2321352" y="1945450"/>
                  </a:lnTo>
                  <a:lnTo>
                    <a:pt x="2321470" y="1945450"/>
                  </a:lnTo>
                  <a:lnTo>
                    <a:pt x="2321587" y="1945450"/>
                  </a:lnTo>
                  <a:lnTo>
                    <a:pt x="2321587" y="1945020"/>
                  </a:lnTo>
                  <a:lnTo>
                    <a:pt x="2321587" y="1944589"/>
                  </a:lnTo>
                  <a:lnTo>
                    <a:pt x="2321705" y="1944589"/>
                  </a:lnTo>
                  <a:lnTo>
                    <a:pt x="2321705" y="1944159"/>
                  </a:lnTo>
                  <a:lnTo>
                    <a:pt x="2321823" y="1944159"/>
                  </a:lnTo>
                  <a:lnTo>
                    <a:pt x="2321940" y="1944159"/>
                  </a:lnTo>
                  <a:lnTo>
                    <a:pt x="2322058" y="1944159"/>
                  </a:lnTo>
                  <a:lnTo>
                    <a:pt x="2322058" y="1943728"/>
                  </a:lnTo>
                  <a:lnTo>
                    <a:pt x="2322058" y="1943297"/>
                  </a:lnTo>
                  <a:lnTo>
                    <a:pt x="2322176" y="1943297"/>
                  </a:lnTo>
                  <a:lnTo>
                    <a:pt x="2322293" y="1943297"/>
                  </a:lnTo>
                  <a:lnTo>
                    <a:pt x="2322411" y="1943297"/>
                  </a:lnTo>
                  <a:lnTo>
                    <a:pt x="2322411" y="1942867"/>
                  </a:lnTo>
                  <a:lnTo>
                    <a:pt x="2322411" y="1942436"/>
                  </a:lnTo>
                  <a:lnTo>
                    <a:pt x="2322411" y="1942006"/>
                  </a:lnTo>
                  <a:lnTo>
                    <a:pt x="2322528" y="1942006"/>
                  </a:lnTo>
                  <a:lnTo>
                    <a:pt x="2322646" y="1942006"/>
                  </a:lnTo>
                  <a:lnTo>
                    <a:pt x="2322646" y="1941575"/>
                  </a:lnTo>
                  <a:lnTo>
                    <a:pt x="2322646" y="1941144"/>
                  </a:lnTo>
                  <a:lnTo>
                    <a:pt x="2322764" y="1941144"/>
                  </a:lnTo>
                  <a:lnTo>
                    <a:pt x="2322764" y="1940714"/>
                  </a:lnTo>
                  <a:lnTo>
                    <a:pt x="2322881" y="1940714"/>
                  </a:lnTo>
                  <a:lnTo>
                    <a:pt x="2322999" y="1940714"/>
                  </a:lnTo>
                  <a:lnTo>
                    <a:pt x="2323116" y="1940714"/>
                  </a:lnTo>
                  <a:lnTo>
                    <a:pt x="2323234" y="1940714"/>
                  </a:lnTo>
                  <a:lnTo>
                    <a:pt x="2323352" y="1940714"/>
                  </a:lnTo>
                  <a:lnTo>
                    <a:pt x="2323469" y="1940714"/>
                  </a:lnTo>
                  <a:lnTo>
                    <a:pt x="2323587" y="1940714"/>
                  </a:lnTo>
                  <a:lnTo>
                    <a:pt x="2323587" y="1940283"/>
                  </a:lnTo>
                  <a:lnTo>
                    <a:pt x="2323705" y="1940283"/>
                  </a:lnTo>
                  <a:lnTo>
                    <a:pt x="2323705" y="1939853"/>
                  </a:lnTo>
                  <a:lnTo>
                    <a:pt x="2323822" y="1939853"/>
                  </a:lnTo>
                  <a:lnTo>
                    <a:pt x="2323940" y="1939853"/>
                  </a:lnTo>
                  <a:lnTo>
                    <a:pt x="2324057" y="1939853"/>
                  </a:lnTo>
                  <a:lnTo>
                    <a:pt x="2324175" y="1939853"/>
                  </a:lnTo>
                  <a:lnTo>
                    <a:pt x="2324293" y="1939853"/>
                  </a:lnTo>
                  <a:lnTo>
                    <a:pt x="2324410" y="1939853"/>
                  </a:lnTo>
                  <a:lnTo>
                    <a:pt x="2324528" y="1939853"/>
                  </a:lnTo>
                  <a:lnTo>
                    <a:pt x="2324528" y="1939422"/>
                  </a:lnTo>
                  <a:lnTo>
                    <a:pt x="2324645" y="1939422"/>
                  </a:lnTo>
                  <a:lnTo>
                    <a:pt x="2324763" y="1939422"/>
                  </a:lnTo>
                  <a:lnTo>
                    <a:pt x="2324881" y="1939422"/>
                  </a:lnTo>
                  <a:lnTo>
                    <a:pt x="2324998" y="1939422"/>
                  </a:lnTo>
                  <a:lnTo>
                    <a:pt x="2325116" y="1939422"/>
                  </a:lnTo>
                  <a:lnTo>
                    <a:pt x="2325234" y="1939422"/>
                  </a:lnTo>
                  <a:lnTo>
                    <a:pt x="2325234" y="1938991"/>
                  </a:lnTo>
                  <a:lnTo>
                    <a:pt x="2325351" y="1938991"/>
                  </a:lnTo>
                  <a:lnTo>
                    <a:pt x="2325351" y="1938561"/>
                  </a:lnTo>
                  <a:lnTo>
                    <a:pt x="2325351" y="1938130"/>
                  </a:lnTo>
                  <a:lnTo>
                    <a:pt x="2325469" y="1938130"/>
                  </a:lnTo>
                  <a:lnTo>
                    <a:pt x="2325586" y="1938130"/>
                  </a:lnTo>
                  <a:lnTo>
                    <a:pt x="2325704" y="1938130"/>
                  </a:lnTo>
                  <a:lnTo>
                    <a:pt x="2325822" y="1938130"/>
                  </a:lnTo>
                  <a:lnTo>
                    <a:pt x="2325939" y="1938130"/>
                  </a:lnTo>
                  <a:lnTo>
                    <a:pt x="2326057" y="1938130"/>
                  </a:lnTo>
                  <a:lnTo>
                    <a:pt x="2326174" y="1938130"/>
                  </a:lnTo>
                  <a:lnTo>
                    <a:pt x="2326292" y="1938130"/>
                  </a:lnTo>
                  <a:lnTo>
                    <a:pt x="2326292" y="1937700"/>
                  </a:lnTo>
                  <a:lnTo>
                    <a:pt x="2326292" y="1937269"/>
                  </a:lnTo>
                  <a:lnTo>
                    <a:pt x="2326292" y="1936838"/>
                  </a:lnTo>
                  <a:lnTo>
                    <a:pt x="2326410" y="1936838"/>
                  </a:lnTo>
                  <a:lnTo>
                    <a:pt x="2326527" y="1936838"/>
                  </a:lnTo>
                  <a:lnTo>
                    <a:pt x="2326645" y="1936838"/>
                  </a:lnTo>
                  <a:lnTo>
                    <a:pt x="2326763" y="1936838"/>
                  </a:lnTo>
                  <a:lnTo>
                    <a:pt x="2326880" y="1936838"/>
                  </a:lnTo>
                  <a:lnTo>
                    <a:pt x="2326880" y="1936408"/>
                  </a:lnTo>
                  <a:lnTo>
                    <a:pt x="2326998" y="1936408"/>
                  </a:lnTo>
                  <a:lnTo>
                    <a:pt x="2327115" y="1936408"/>
                  </a:lnTo>
                  <a:lnTo>
                    <a:pt x="2327115" y="1935977"/>
                  </a:lnTo>
                  <a:lnTo>
                    <a:pt x="2327233" y="1935977"/>
                  </a:lnTo>
                  <a:lnTo>
                    <a:pt x="2327233" y="1935547"/>
                  </a:lnTo>
                  <a:lnTo>
                    <a:pt x="2327351" y="1935547"/>
                  </a:lnTo>
                  <a:lnTo>
                    <a:pt x="2327468" y="1935547"/>
                  </a:lnTo>
                  <a:lnTo>
                    <a:pt x="2327586" y="1935547"/>
                  </a:lnTo>
                  <a:lnTo>
                    <a:pt x="2327703" y="1935547"/>
                  </a:lnTo>
                  <a:lnTo>
                    <a:pt x="2327821" y="1935547"/>
                  </a:lnTo>
                  <a:lnTo>
                    <a:pt x="2327939" y="1935547"/>
                  </a:lnTo>
                  <a:lnTo>
                    <a:pt x="2328056" y="1935547"/>
                  </a:lnTo>
                  <a:lnTo>
                    <a:pt x="2328174" y="1935547"/>
                  </a:lnTo>
                  <a:lnTo>
                    <a:pt x="2328291" y="1935547"/>
                  </a:lnTo>
                  <a:lnTo>
                    <a:pt x="2328409" y="1935547"/>
                  </a:lnTo>
                  <a:lnTo>
                    <a:pt x="2328527" y="1935547"/>
                  </a:lnTo>
                  <a:lnTo>
                    <a:pt x="2328644" y="1935547"/>
                  </a:lnTo>
                  <a:lnTo>
                    <a:pt x="2328762" y="1935547"/>
                  </a:lnTo>
                  <a:lnTo>
                    <a:pt x="2328880" y="1935547"/>
                  </a:lnTo>
                  <a:lnTo>
                    <a:pt x="2328880" y="1935116"/>
                  </a:lnTo>
                  <a:lnTo>
                    <a:pt x="2328997" y="1935116"/>
                  </a:lnTo>
                  <a:lnTo>
                    <a:pt x="2329115" y="1935116"/>
                  </a:lnTo>
                  <a:lnTo>
                    <a:pt x="2329232" y="1935116"/>
                  </a:lnTo>
                  <a:lnTo>
                    <a:pt x="2329350" y="1935116"/>
                  </a:lnTo>
                  <a:lnTo>
                    <a:pt x="2329350" y="1934685"/>
                  </a:lnTo>
                  <a:lnTo>
                    <a:pt x="2329468" y="1934685"/>
                  </a:lnTo>
                  <a:lnTo>
                    <a:pt x="2329585" y="1934685"/>
                  </a:lnTo>
                  <a:lnTo>
                    <a:pt x="2329703" y="1934685"/>
                  </a:lnTo>
                  <a:lnTo>
                    <a:pt x="2329820" y="1934685"/>
                  </a:lnTo>
                  <a:lnTo>
                    <a:pt x="2329820" y="1934255"/>
                  </a:lnTo>
                  <a:lnTo>
                    <a:pt x="2329820" y="1933824"/>
                  </a:lnTo>
                  <a:lnTo>
                    <a:pt x="2329938" y="1933824"/>
                  </a:lnTo>
                  <a:lnTo>
                    <a:pt x="2330056" y="1933824"/>
                  </a:lnTo>
                  <a:lnTo>
                    <a:pt x="2330173" y="1933824"/>
                  </a:lnTo>
                  <a:lnTo>
                    <a:pt x="2330173" y="1933394"/>
                  </a:lnTo>
                  <a:lnTo>
                    <a:pt x="2330291" y="1933394"/>
                  </a:lnTo>
                  <a:lnTo>
                    <a:pt x="2330409" y="1933394"/>
                  </a:lnTo>
                  <a:lnTo>
                    <a:pt x="2330526" y="1933394"/>
                  </a:lnTo>
                  <a:lnTo>
                    <a:pt x="2330644" y="1933394"/>
                  </a:lnTo>
                  <a:lnTo>
                    <a:pt x="2330761" y="1933394"/>
                  </a:lnTo>
                  <a:lnTo>
                    <a:pt x="2330761" y="1932963"/>
                  </a:lnTo>
                  <a:lnTo>
                    <a:pt x="2330761" y="1932532"/>
                  </a:lnTo>
                  <a:lnTo>
                    <a:pt x="2330879" y="1932532"/>
                  </a:lnTo>
                  <a:lnTo>
                    <a:pt x="2330997" y="1932532"/>
                  </a:lnTo>
                  <a:lnTo>
                    <a:pt x="2330997" y="1932102"/>
                  </a:lnTo>
                  <a:lnTo>
                    <a:pt x="2331114" y="1932102"/>
                  </a:lnTo>
                  <a:lnTo>
                    <a:pt x="2331232" y="1932102"/>
                  </a:lnTo>
                  <a:lnTo>
                    <a:pt x="2331349" y="1932102"/>
                  </a:lnTo>
                  <a:lnTo>
                    <a:pt x="2331467" y="1932102"/>
                  </a:lnTo>
                  <a:lnTo>
                    <a:pt x="2331585" y="1932102"/>
                  </a:lnTo>
                  <a:lnTo>
                    <a:pt x="2331702" y="1932102"/>
                  </a:lnTo>
                  <a:lnTo>
                    <a:pt x="2331820" y="1932102"/>
                  </a:lnTo>
                  <a:lnTo>
                    <a:pt x="2331820" y="1931671"/>
                  </a:lnTo>
                  <a:lnTo>
                    <a:pt x="2331938" y="1931671"/>
                  </a:lnTo>
                  <a:lnTo>
                    <a:pt x="2332055" y="1931671"/>
                  </a:lnTo>
                  <a:lnTo>
                    <a:pt x="2332173" y="1931671"/>
                  </a:lnTo>
                  <a:lnTo>
                    <a:pt x="2332290" y="1931671"/>
                  </a:lnTo>
                  <a:lnTo>
                    <a:pt x="2332408" y="1931671"/>
                  </a:lnTo>
                  <a:lnTo>
                    <a:pt x="2332526" y="1931671"/>
                  </a:lnTo>
                  <a:lnTo>
                    <a:pt x="2332526" y="1931241"/>
                  </a:lnTo>
                  <a:lnTo>
                    <a:pt x="2332526" y="1930810"/>
                  </a:lnTo>
                  <a:lnTo>
                    <a:pt x="2332643" y="1930810"/>
                  </a:lnTo>
                  <a:lnTo>
                    <a:pt x="2332761" y="1930810"/>
                  </a:lnTo>
                  <a:lnTo>
                    <a:pt x="2332761" y="1930379"/>
                  </a:lnTo>
                  <a:lnTo>
                    <a:pt x="2332878" y="1930379"/>
                  </a:lnTo>
                  <a:lnTo>
                    <a:pt x="2332996" y="1930379"/>
                  </a:lnTo>
                  <a:lnTo>
                    <a:pt x="2333114" y="1930379"/>
                  </a:lnTo>
                  <a:lnTo>
                    <a:pt x="2333114" y="1929949"/>
                  </a:lnTo>
                  <a:lnTo>
                    <a:pt x="2333114" y="1929518"/>
                  </a:lnTo>
                  <a:lnTo>
                    <a:pt x="2333114" y="1929088"/>
                  </a:lnTo>
                  <a:lnTo>
                    <a:pt x="2333231" y="1929088"/>
                  </a:lnTo>
                  <a:lnTo>
                    <a:pt x="2333231" y="1928657"/>
                  </a:lnTo>
                  <a:lnTo>
                    <a:pt x="2333349" y="1928657"/>
                  </a:lnTo>
                  <a:lnTo>
                    <a:pt x="2333349" y="1928226"/>
                  </a:lnTo>
                  <a:lnTo>
                    <a:pt x="2333467" y="1928226"/>
                  </a:lnTo>
                  <a:lnTo>
                    <a:pt x="2333584" y="1928226"/>
                  </a:lnTo>
                  <a:lnTo>
                    <a:pt x="2333702" y="1928226"/>
                  </a:lnTo>
                  <a:lnTo>
                    <a:pt x="2333702" y="1927796"/>
                  </a:lnTo>
                  <a:lnTo>
                    <a:pt x="2333702" y="1927365"/>
                  </a:lnTo>
                  <a:lnTo>
                    <a:pt x="2333819" y="1927365"/>
                  </a:lnTo>
                  <a:lnTo>
                    <a:pt x="2333819" y="1926935"/>
                  </a:lnTo>
                  <a:lnTo>
                    <a:pt x="2333937" y="1926935"/>
                  </a:lnTo>
                  <a:lnTo>
                    <a:pt x="2334055" y="1926935"/>
                  </a:lnTo>
                  <a:lnTo>
                    <a:pt x="2334172" y="1926935"/>
                  </a:lnTo>
                  <a:lnTo>
                    <a:pt x="2334290" y="1926935"/>
                  </a:lnTo>
                  <a:lnTo>
                    <a:pt x="2334407" y="1926935"/>
                  </a:lnTo>
                  <a:lnTo>
                    <a:pt x="2334525" y="1926935"/>
                  </a:lnTo>
                  <a:lnTo>
                    <a:pt x="2334525" y="1926504"/>
                  </a:lnTo>
                  <a:lnTo>
                    <a:pt x="2334643" y="1926504"/>
                  </a:lnTo>
                  <a:lnTo>
                    <a:pt x="2334760" y="1926504"/>
                  </a:lnTo>
                  <a:lnTo>
                    <a:pt x="2334878" y="1926504"/>
                  </a:lnTo>
                  <a:lnTo>
                    <a:pt x="2334996" y="1926504"/>
                  </a:lnTo>
                  <a:lnTo>
                    <a:pt x="2335113" y="1926504"/>
                  </a:lnTo>
                  <a:lnTo>
                    <a:pt x="2335231" y="1926504"/>
                  </a:lnTo>
                  <a:lnTo>
                    <a:pt x="2335348" y="1926504"/>
                  </a:lnTo>
                  <a:lnTo>
                    <a:pt x="2335466" y="1926504"/>
                  </a:lnTo>
                  <a:lnTo>
                    <a:pt x="2335584" y="1926504"/>
                  </a:lnTo>
                  <a:lnTo>
                    <a:pt x="2335701" y="1926504"/>
                  </a:lnTo>
                  <a:lnTo>
                    <a:pt x="2335701" y="1926073"/>
                  </a:lnTo>
                  <a:lnTo>
                    <a:pt x="2335701" y="1925643"/>
                  </a:lnTo>
                  <a:lnTo>
                    <a:pt x="2335701" y="1925212"/>
                  </a:lnTo>
                  <a:lnTo>
                    <a:pt x="2335819" y="1925212"/>
                  </a:lnTo>
                  <a:lnTo>
                    <a:pt x="2335936" y="1925212"/>
                  </a:lnTo>
                  <a:lnTo>
                    <a:pt x="2336054" y="1925212"/>
                  </a:lnTo>
                  <a:lnTo>
                    <a:pt x="2336054" y="1924782"/>
                  </a:lnTo>
                  <a:lnTo>
                    <a:pt x="2336054" y="1924351"/>
                  </a:lnTo>
                  <a:lnTo>
                    <a:pt x="2336054" y="1923920"/>
                  </a:lnTo>
                  <a:lnTo>
                    <a:pt x="2336054" y="1923490"/>
                  </a:lnTo>
                  <a:lnTo>
                    <a:pt x="2336172" y="1923490"/>
                  </a:lnTo>
                  <a:lnTo>
                    <a:pt x="2336289" y="1923490"/>
                  </a:lnTo>
                  <a:lnTo>
                    <a:pt x="2336407" y="1923490"/>
                  </a:lnTo>
                  <a:lnTo>
                    <a:pt x="2336524" y="1923490"/>
                  </a:lnTo>
                  <a:lnTo>
                    <a:pt x="2336642" y="1923490"/>
                  </a:lnTo>
                  <a:lnTo>
                    <a:pt x="2336760" y="1923490"/>
                  </a:lnTo>
                  <a:lnTo>
                    <a:pt x="2336877" y="1923490"/>
                  </a:lnTo>
                  <a:lnTo>
                    <a:pt x="2336995" y="1923490"/>
                  </a:lnTo>
                  <a:lnTo>
                    <a:pt x="2337113" y="1923490"/>
                  </a:lnTo>
                  <a:lnTo>
                    <a:pt x="2337230" y="1923490"/>
                  </a:lnTo>
                  <a:lnTo>
                    <a:pt x="2337348" y="1923490"/>
                  </a:lnTo>
                  <a:lnTo>
                    <a:pt x="2337348" y="1923059"/>
                  </a:lnTo>
                  <a:lnTo>
                    <a:pt x="2337465" y="1923059"/>
                  </a:lnTo>
                  <a:lnTo>
                    <a:pt x="2337583" y="1923059"/>
                  </a:lnTo>
                  <a:lnTo>
                    <a:pt x="2337701" y="1923059"/>
                  </a:lnTo>
                  <a:lnTo>
                    <a:pt x="2337818" y="1923059"/>
                  </a:lnTo>
                  <a:lnTo>
                    <a:pt x="2337936" y="1923059"/>
                  </a:lnTo>
                  <a:lnTo>
                    <a:pt x="2338053" y="1923059"/>
                  </a:lnTo>
                  <a:lnTo>
                    <a:pt x="2338171" y="1923059"/>
                  </a:lnTo>
                  <a:lnTo>
                    <a:pt x="2338289" y="1923059"/>
                  </a:lnTo>
                  <a:lnTo>
                    <a:pt x="2338406" y="1923059"/>
                  </a:lnTo>
                  <a:lnTo>
                    <a:pt x="2338524" y="1923059"/>
                  </a:lnTo>
                  <a:lnTo>
                    <a:pt x="2338642" y="1923059"/>
                  </a:lnTo>
                  <a:lnTo>
                    <a:pt x="2338759" y="1923059"/>
                  </a:lnTo>
                  <a:lnTo>
                    <a:pt x="2338877" y="1923059"/>
                  </a:lnTo>
                  <a:lnTo>
                    <a:pt x="2338994" y="1923059"/>
                  </a:lnTo>
                  <a:lnTo>
                    <a:pt x="2339112" y="1923059"/>
                  </a:lnTo>
                  <a:lnTo>
                    <a:pt x="2339230" y="1923059"/>
                  </a:lnTo>
                  <a:lnTo>
                    <a:pt x="2339347" y="1923059"/>
                  </a:lnTo>
                  <a:lnTo>
                    <a:pt x="2339465" y="1923059"/>
                  </a:lnTo>
                  <a:lnTo>
                    <a:pt x="2339582" y="1923059"/>
                  </a:lnTo>
                  <a:lnTo>
                    <a:pt x="2339700" y="1923059"/>
                  </a:lnTo>
                  <a:lnTo>
                    <a:pt x="2339818" y="1923059"/>
                  </a:lnTo>
                  <a:lnTo>
                    <a:pt x="2339935" y="1923059"/>
                  </a:lnTo>
                  <a:lnTo>
                    <a:pt x="2340053" y="1923059"/>
                  </a:lnTo>
                  <a:lnTo>
                    <a:pt x="2340171" y="1923059"/>
                  </a:lnTo>
                  <a:lnTo>
                    <a:pt x="2340171" y="1922629"/>
                  </a:lnTo>
                  <a:lnTo>
                    <a:pt x="2340171" y="1922198"/>
                  </a:lnTo>
                  <a:lnTo>
                    <a:pt x="2340288" y="1922198"/>
                  </a:lnTo>
                  <a:lnTo>
                    <a:pt x="2340406" y="1922198"/>
                  </a:lnTo>
                  <a:lnTo>
                    <a:pt x="2340523" y="1922198"/>
                  </a:lnTo>
                  <a:lnTo>
                    <a:pt x="2340641" y="1922198"/>
                  </a:lnTo>
                  <a:lnTo>
                    <a:pt x="2340641" y="1921767"/>
                  </a:lnTo>
                  <a:lnTo>
                    <a:pt x="2340759" y="1921767"/>
                  </a:lnTo>
                  <a:lnTo>
                    <a:pt x="2340876" y="1921767"/>
                  </a:lnTo>
                  <a:lnTo>
                    <a:pt x="2340876" y="1921337"/>
                  </a:lnTo>
                  <a:lnTo>
                    <a:pt x="2340876" y="1920906"/>
                  </a:lnTo>
                  <a:lnTo>
                    <a:pt x="2340994" y="1920906"/>
                  </a:lnTo>
                  <a:lnTo>
                    <a:pt x="2341111" y="1920906"/>
                  </a:lnTo>
                  <a:lnTo>
                    <a:pt x="2341229" y="1920906"/>
                  </a:lnTo>
                  <a:lnTo>
                    <a:pt x="2341347" y="1920906"/>
                  </a:lnTo>
                  <a:lnTo>
                    <a:pt x="2341464" y="1920906"/>
                  </a:lnTo>
                  <a:lnTo>
                    <a:pt x="2341582" y="1920906"/>
                  </a:lnTo>
                  <a:lnTo>
                    <a:pt x="2341700" y="1920906"/>
                  </a:lnTo>
                  <a:lnTo>
                    <a:pt x="2341817" y="1920906"/>
                  </a:lnTo>
                  <a:lnTo>
                    <a:pt x="2341935" y="1920906"/>
                  </a:lnTo>
                  <a:lnTo>
                    <a:pt x="2342052" y="1920906"/>
                  </a:lnTo>
                  <a:lnTo>
                    <a:pt x="2342170" y="1920906"/>
                  </a:lnTo>
                  <a:lnTo>
                    <a:pt x="2342170" y="1920476"/>
                  </a:lnTo>
                  <a:lnTo>
                    <a:pt x="2342288" y="1920476"/>
                  </a:lnTo>
                  <a:lnTo>
                    <a:pt x="2342288" y="1920045"/>
                  </a:lnTo>
                  <a:lnTo>
                    <a:pt x="2342405" y="1920045"/>
                  </a:lnTo>
                  <a:lnTo>
                    <a:pt x="2342523" y="1920045"/>
                  </a:lnTo>
                  <a:lnTo>
                    <a:pt x="2342640" y="1920045"/>
                  </a:lnTo>
                  <a:lnTo>
                    <a:pt x="2342758" y="1920045"/>
                  </a:lnTo>
                  <a:lnTo>
                    <a:pt x="2342876" y="1920045"/>
                  </a:lnTo>
                  <a:lnTo>
                    <a:pt x="2342876" y="1919614"/>
                  </a:lnTo>
                  <a:lnTo>
                    <a:pt x="2342876" y="1919184"/>
                  </a:lnTo>
                  <a:lnTo>
                    <a:pt x="2342993" y="1919184"/>
                  </a:lnTo>
                  <a:lnTo>
                    <a:pt x="2343111" y="1919184"/>
                  </a:lnTo>
                  <a:lnTo>
                    <a:pt x="2343228" y="1919184"/>
                  </a:lnTo>
                  <a:lnTo>
                    <a:pt x="2343346" y="1919184"/>
                  </a:lnTo>
                  <a:lnTo>
                    <a:pt x="2343464" y="1919184"/>
                  </a:lnTo>
                  <a:lnTo>
                    <a:pt x="2343581" y="1919184"/>
                  </a:lnTo>
                  <a:lnTo>
                    <a:pt x="2343699" y="1919184"/>
                  </a:lnTo>
                  <a:lnTo>
                    <a:pt x="2343817" y="1919184"/>
                  </a:lnTo>
                  <a:lnTo>
                    <a:pt x="2343934" y="1919184"/>
                  </a:lnTo>
                  <a:lnTo>
                    <a:pt x="2344052" y="1919184"/>
                  </a:lnTo>
                  <a:lnTo>
                    <a:pt x="2344169" y="1919184"/>
                  </a:lnTo>
                  <a:lnTo>
                    <a:pt x="2344287" y="1919184"/>
                  </a:lnTo>
                  <a:lnTo>
                    <a:pt x="2344405" y="1919184"/>
                  </a:lnTo>
                  <a:lnTo>
                    <a:pt x="2344522" y="1919184"/>
                  </a:lnTo>
                  <a:lnTo>
                    <a:pt x="2344640" y="1919184"/>
                  </a:lnTo>
                  <a:lnTo>
                    <a:pt x="2344640" y="1918753"/>
                  </a:lnTo>
                  <a:lnTo>
                    <a:pt x="2344757" y="1918753"/>
                  </a:lnTo>
                  <a:lnTo>
                    <a:pt x="2344875" y="1918753"/>
                  </a:lnTo>
                  <a:lnTo>
                    <a:pt x="2344993" y="1918753"/>
                  </a:lnTo>
                  <a:lnTo>
                    <a:pt x="2344993" y="1918323"/>
                  </a:lnTo>
                  <a:lnTo>
                    <a:pt x="2345110" y="1918323"/>
                  </a:lnTo>
                  <a:lnTo>
                    <a:pt x="2345110" y="1917892"/>
                  </a:lnTo>
                  <a:lnTo>
                    <a:pt x="2345228" y="1917892"/>
                  </a:lnTo>
                  <a:lnTo>
                    <a:pt x="2345228" y="1917461"/>
                  </a:lnTo>
                  <a:lnTo>
                    <a:pt x="2345228" y="1917031"/>
                  </a:lnTo>
                  <a:lnTo>
                    <a:pt x="2345346" y="1917031"/>
                  </a:lnTo>
                  <a:lnTo>
                    <a:pt x="2345463" y="1917031"/>
                  </a:lnTo>
                  <a:lnTo>
                    <a:pt x="2345581" y="1917031"/>
                  </a:lnTo>
                  <a:lnTo>
                    <a:pt x="2345581" y="1916600"/>
                  </a:lnTo>
                  <a:lnTo>
                    <a:pt x="2345698" y="1916600"/>
                  </a:lnTo>
                  <a:lnTo>
                    <a:pt x="2345698" y="1916170"/>
                  </a:lnTo>
                  <a:lnTo>
                    <a:pt x="2345816" y="1916170"/>
                  </a:lnTo>
                  <a:lnTo>
                    <a:pt x="2345934" y="1916170"/>
                  </a:lnTo>
                  <a:lnTo>
                    <a:pt x="2346051" y="1916170"/>
                  </a:lnTo>
                  <a:lnTo>
                    <a:pt x="2346169" y="1916170"/>
                  </a:lnTo>
                  <a:lnTo>
                    <a:pt x="2346286" y="1916170"/>
                  </a:lnTo>
                  <a:lnTo>
                    <a:pt x="2346404" y="1916170"/>
                  </a:lnTo>
                  <a:lnTo>
                    <a:pt x="2346522" y="1916170"/>
                  </a:lnTo>
                  <a:lnTo>
                    <a:pt x="2346639" y="1916170"/>
                  </a:lnTo>
                  <a:lnTo>
                    <a:pt x="2346639" y="1915739"/>
                  </a:lnTo>
                  <a:lnTo>
                    <a:pt x="2346757" y="1915739"/>
                  </a:lnTo>
                  <a:lnTo>
                    <a:pt x="2346757" y="1915308"/>
                  </a:lnTo>
                  <a:lnTo>
                    <a:pt x="2346757" y="1914878"/>
                  </a:lnTo>
                  <a:lnTo>
                    <a:pt x="2346875" y="1914878"/>
                  </a:lnTo>
                  <a:lnTo>
                    <a:pt x="2346992" y="1914878"/>
                  </a:lnTo>
                  <a:lnTo>
                    <a:pt x="2347110" y="1914878"/>
                  </a:lnTo>
                  <a:lnTo>
                    <a:pt x="2347227" y="1914878"/>
                  </a:lnTo>
                  <a:lnTo>
                    <a:pt x="2347345" y="1914878"/>
                  </a:lnTo>
                  <a:lnTo>
                    <a:pt x="2347463" y="1914878"/>
                  </a:lnTo>
                  <a:lnTo>
                    <a:pt x="2347580" y="1914878"/>
                  </a:lnTo>
                  <a:lnTo>
                    <a:pt x="2347698" y="1914878"/>
                  </a:lnTo>
                  <a:lnTo>
                    <a:pt x="2347815" y="1914878"/>
                  </a:lnTo>
                  <a:lnTo>
                    <a:pt x="2347933" y="1914878"/>
                  </a:lnTo>
                  <a:lnTo>
                    <a:pt x="2348051" y="1914878"/>
                  </a:lnTo>
                  <a:lnTo>
                    <a:pt x="2348168" y="1914878"/>
                  </a:lnTo>
                  <a:lnTo>
                    <a:pt x="2348286" y="1914878"/>
                  </a:lnTo>
                  <a:lnTo>
                    <a:pt x="2348286" y="1914447"/>
                  </a:lnTo>
                  <a:lnTo>
                    <a:pt x="2348404" y="1914447"/>
                  </a:lnTo>
                  <a:lnTo>
                    <a:pt x="2348404" y="1914017"/>
                  </a:lnTo>
                  <a:lnTo>
                    <a:pt x="2348521" y="1914017"/>
                  </a:lnTo>
                  <a:lnTo>
                    <a:pt x="2348521" y="1913586"/>
                  </a:lnTo>
                  <a:lnTo>
                    <a:pt x="2348639" y="1913586"/>
                  </a:lnTo>
                  <a:lnTo>
                    <a:pt x="2348756" y="1913586"/>
                  </a:lnTo>
                  <a:lnTo>
                    <a:pt x="2348874" y="1913586"/>
                  </a:lnTo>
                  <a:lnTo>
                    <a:pt x="2348874" y="1913155"/>
                  </a:lnTo>
                  <a:lnTo>
                    <a:pt x="2348992" y="1913155"/>
                  </a:lnTo>
                  <a:lnTo>
                    <a:pt x="2349109" y="1913155"/>
                  </a:lnTo>
                  <a:lnTo>
                    <a:pt x="2349109" y="1912725"/>
                  </a:lnTo>
                  <a:lnTo>
                    <a:pt x="2349109" y="1912294"/>
                  </a:lnTo>
                  <a:lnTo>
                    <a:pt x="2349227" y="1912294"/>
                  </a:lnTo>
                  <a:lnTo>
                    <a:pt x="2349344" y="1912294"/>
                  </a:lnTo>
                  <a:lnTo>
                    <a:pt x="2349344" y="1911864"/>
                  </a:lnTo>
                  <a:lnTo>
                    <a:pt x="2349462" y="1911864"/>
                  </a:lnTo>
                  <a:lnTo>
                    <a:pt x="2349462" y="1911433"/>
                  </a:lnTo>
                  <a:lnTo>
                    <a:pt x="2349580" y="1911433"/>
                  </a:lnTo>
                  <a:lnTo>
                    <a:pt x="2349697" y="1911433"/>
                  </a:lnTo>
                  <a:lnTo>
                    <a:pt x="2349815" y="1911433"/>
                  </a:lnTo>
                  <a:lnTo>
                    <a:pt x="2349933" y="1911433"/>
                  </a:lnTo>
                  <a:lnTo>
                    <a:pt x="2350050" y="1911433"/>
                  </a:lnTo>
                  <a:lnTo>
                    <a:pt x="2350168" y="1911433"/>
                  </a:lnTo>
                  <a:lnTo>
                    <a:pt x="2350285" y="1911433"/>
                  </a:lnTo>
                  <a:lnTo>
                    <a:pt x="2350403" y="1911433"/>
                  </a:lnTo>
                  <a:lnTo>
                    <a:pt x="2350521" y="1911433"/>
                  </a:lnTo>
                  <a:lnTo>
                    <a:pt x="2350521" y="1911002"/>
                  </a:lnTo>
                  <a:lnTo>
                    <a:pt x="2350638" y="1911002"/>
                  </a:lnTo>
                  <a:lnTo>
                    <a:pt x="2350756" y="1911002"/>
                  </a:lnTo>
                  <a:lnTo>
                    <a:pt x="2350873" y="1911002"/>
                  </a:lnTo>
                  <a:lnTo>
                    <a:pt x="2350991" y="1911002"/>
                  </a:lnTo>
                  <a:lnTo>
                    <a:pt x="2351109" y="1911002"/>
                  </a:lnTo>
                  <a:lnTo>
                    <a:pt x="2351226" y="1911002"/>
                  </a:lnTo>
                  <a:lnTo>
                    <a:pt x="2351344" y="1911002"/>
                  </a:lnTo>
                  <a:lnTo>
                    <a:pt x="2351461" y="1911002"/>
                  </a:lnTo>
                  <a:lnTo>
                    <a:pt x="2351579" y="1911002"/>
                  </a:lnTo>
                  <a:lnTo>
                    <a:pt x="2351697" y="1911002"/>
                  </a:lnTo>
                  <a:lnTo>
                    <a:pt x="2351814" y="1911002"/>
                  </a:lnTo>
                  <a:lnTo>
                    <a:pt x="2351932" y="1911002"/>
                  </a:lnTo>
                  <a:lnTo>
                    <a:pt x="2352050" y="1911002"/>
                  </a:lnTo>
                  <a:lnTo>
                    <a:pt x="2352167" y="1911002"/>
                  </a:lnTo>
                  <a:lnTo>
                    <a:pt x="2352167" y="1910572"/>
                  </a:lnTo>
                  <a:lnTo>
                    <a:pt x="2352285" y="1910572"/>
                  </a:lnTo>
                  <a:lnTo>
                    <a:pt x="2352285" y="1910141"/>
                  </a:lnTo>
                  <a:lnTo>
                    <a:pt x="2352402" y="1910141"/>
                  </a:lnTo>
                  <a:lnTo>
                    <a:pt x="2352520" y="1910141"/>
                  </a:lnTo>
                  <a:lnTo>
                    <a:pt x="2352638" y="1910141"/>
                  </a:lnTo>
                  <a:lnTo>
                    <a:pt x="2352755" y="1910141"/>
                  </a:lnTo>
                  <a:lnTo>
                    <a:pt x="2352873" y="1910141"/>
                  </a:lnTo>
                  <a:lnTo>
                    <a:pt x="2352990" y="1910141"/>
                  </a:lnTo>
                  <a:lnTo>
                    <a:pt x="2353108" y="1910141"/>
                  </a:lnTo>
                  <a:lnTo>
                    <a:pt x="2353226" y="1910141"/>
                  </a:lnTo>
                  <a:lnTo>
                    <a:pt x="2353343" y="1910141"/>
                  </a:lnTo>
                  <a:lnTo>
                    <a:pt x="2353461" y="1910141"/>
                  </a:lnTo>
                  <a:lnTo>
                    <a:pt x="2353579" y="1910141"/>
                  </a:lnTo>
                  <a:lnTo>
                    <a:pt x="2353579" y="1909711"/>
                  </a:lnTo>
                  <a:lnTo>
                    <a:pt x="2353579" y="1909280"/>
                  </a:lnTo>
                  <a:lnTo>
                    <a:pt x="2353696" y="1909280"/>
                  </a:lnTo>
                  <a:lnTo>
                    <a:pt x="2353814" y="1909280"/>
                  </a:lnTo>
                  <a:lnTo>
                    <a:pt x="2353931" y="1909280"/>
                  </a:lnTo>
                  <a:lnTo>
                    <a:pt x="2354049" y="1909280"/>
                  </a:lnTo>
                  <a:lnTo>
                    <a:pt x="2354167" y="1909280"/>
                  </a:lnTo>
                  <a:lnTo>
                    <a:pt x="2354284" y="1909280"/>
                  </a:lnTo>
                  <a:lnTo>
                    <a:pt x="2354402" y="1909280"/>
                  </a:lnTo>
                  <a:lnTo>
                    <a:pt x="2354519" y="1909280"/>
                  </a:lnTo>
                  <a:lnTo>
                    <a:pt x="2354637" y="1909280"/>
                  </a:lnTo>
                  <a:lnTo>
                    <a:pt x="2354755" y="1909280"/>
                  </a:lnTo>
                  <a:lnTo>
                    <a:pt x="2354872" y="1909280"/>
                  </a:lnTo>
                  <a:lnTo>
                    <a:pt x="2354872" y="1908849"/>
                  </a:lnTo>
                  <a:lnTo>
                    <a:pt x="2354872" y="1908419"/>
                  </a:lnTo>
                  <a:lnTo>
                    <a:pt x="2354990" y="1908419"/>
                  </a:lnTo>
                  <a:lnTo>
                    <a:pt x="2355108" y="1908419"/>
                  </a:lnTo>
                  <a:lnTo>
                    <a:pt x="2355225" y="1908419"/>
                  </a:lnTo>
                  <a:lnTo>
                    <a:pt x="2355343" y="1908419"/>
                  </a:lnTo>
                  <a:lnTo>
                    <a:pt x="2355460" y="1908419"/>
                  </a:lnTo>
                  <a:lnTo>
                    <a:pt x="2355460" y="1907988"/>
                  </a:lnTo>
                  <a:lnTo>
                    <a:pt x="2355578" y="1907988"/>
                  </a:lnTo>
                  <a:lnTo>
                    <a:pt x="2355696" y="1907988"/>
                  </a:lnTo>
                  <a:lnTo>
                    <a:pt x="2355813" y="1907988"/>
                  </a:lnTo>
                  <a:lnTo>
                    <a:pt x="2355931" y="1907988"/>
                  </a:lnTo>
                  <a:lnTo>
                    <a:pt x="2356048" y="1907988"/>
                  </a:lnTo>
                  <a:lnTo>
                    <a:pt x="2356048" y="1907558"/>
                  </a:lnTo>
                  <a:lnTo>
                    <a:pt x="2356166" y="1907558"/>
                  </a:lnTo>
                  <a:lnTo>
                    <a:pt x="2356284" y="1907558"/>
                  </a:lnTo>
                  <a:lnTo>
                    <a:pt x="2356284" y="1907127"/>
                  </a:lnTo>
                  <a:lnTo>
                    <a:pt x="2356401" y="1907127"/>
                  </a:lnTo>
                  <a:lnTo>
                    <a:pt x="2356519" y="1907127"/>
                  </a:lnTo>
                  <a:lnTo>
                    <a:pt x="2356637" y="1907127"/>
                  </a:lnTo>
                  <a:lnTo>
                    <a:pt x="2356637" y="1906696"/>
                  </a:lnTo>
                  <a:lnTo>
                    <a:pt x="2356637" y="1906266"/>
                  </a:lnTo>
                  <a:lnTo>
                    <a:pt x="2356754" y="1906266"/>
                  </a:lnTo>
                  <a:lnTo>
                    <a:pt x="2356872" y="1906266"/>
                  </a:lnTo>
                  <a:lnTo>
                    <a:pt x="2356989" y="1906266"/>
                  </a:lnTo>
                  <a:lnTo>
                    <a:pt x="2357107" y="1906266"/>
                  </a:lnTo>
                  <a:lnTo>
                    <a:pt x="2357225" y="1906266"/>
                  </a:lnTo>
                  <a:lnTo>
                    <a:pt x="2357342" y="1906266"/>
                  </a:lnTo>
                  <a:lnTo>
                    <a:pt x="2357342" y="1905835"/>
                  </a:lnTo>
                  <a:lnTo>
                    <a:pt x="2357460" y="1905835"/>
                  </a:lnTo>
                  <a:lnTo>
                    <a:pt x="2357577" y="1905835"/>
                  </a:lnTo>
                  <a:lnTo>
                    <a:pt x="2357695" y="1905835"/>
                  </a:lnTo>
                  <a:lnTo>
                    <a:pt x="2357695" y="1905405"/>
                  </a:lnTo>
                  <a:lnTo>
                    <a:pt x="2357813" y="1905405"/>
                  </a:lnTo>
                  <a:lnTo>
                    <a:pt x="2357813" y="1904974"/>
                  </a:lnTo>
                  <a:lnTo>
                    <a:pt x="2357930" y="1904974"/>
                  </a:lnTo>
                  <a:lnTo>
                    <a:pt x="2357930" y="1904543"/>
                  </a:lnTo>
                  <a:lnTo>
                    <a:pt x="2358048" y="1904543"/>
                  </a:lnTo>
                  <a:lnTo>
                    <a:pt x="2358166" y="1904543"/>
                  </a:lnTo>
                  <a:lnTo>
                    <a:pt x="2358283" y="1904543"/>
                  </a:lnTo>
                  <a:lnTo>
                    <a:pt x="2358401" y="1904543"/>
                  </a:lnTo>
                  <a:lnTo>
                    <a:pt x="2358518" y="1904543"/>
                  </a:lnTo>
                  <a:lnTo>
                    <a:pt x="2358636" y="1904543"/>
                  </a:lnTo>
                  <a:lnTo>
                    <a:pt x="2358636" y="1904113"/>
                  </a:lnTo>
                  <a:lnTo>
                    <a:pt x="2358754" y="1904113"/>
                  </a:lnTo>
                  <a:lnTo>
                    <a:pt x="2358871" y="1904113"/>
                  </a:lnTo>
                  <a:lnTo>
                    <a:pt x="2358989" y="1904113"/>
                  </a:lnTo>
                  <a:lnTo>
                    <a:pt x="2359106" y="1904113"/>
                  </a:lnTo>
                  <a:lnTo>
                    <a:pt x="2359106" y="1903682"/>
                  </a:lnTo>
                  <a:lnTo>
                    <a:pt x="2359224" y="1903682"/>
                  </a:lnTo>
                  <a:lnTo>
                    <a:pt x="2359342" y="1903682"/>
                  </a:lnTo>
                  <a:lnTo>
                    <a:pt x="2359459" y="1903682"/>
                  </a:lnTo>
                  <a:lnTo>
                    <a:pt x="2359459" y="1903252"/>
                  </a:lnTo>
                  <a:lnTo>
                    <a:pt x="2359577" y="1903252"/>
                  </a:lnTo>
                  <a:lnTo>
                    <a:pt x="2359694" y="1903252"/>
                  </a:lnTo>
                  <a:lnTo>
                    <a:pt x="2359812" y="1903252"/>
                  </a:lnTo>
                  <a:lnTo>
                    <a:pt x="2359930" y="1903252"/>
                  </a:lnTo>
                  <a:lnTo>
                    <a:pt x="2360047" y="1903252"/>
                  </a:lnTo>
                  <a:lnTo>
                    <a:pt x="2360165" y="1903252"/>
                  </a:lnTo>
                  <a:lnTo>
                    <a:pt x="2360283" y="1903252"/>
                  </a:lnTo>
                  <a:lnTo>
                    <a:pt x="2360283" y="1902821"/>
                  </a:lnTo>
                  <a:lnTo>
                    <a:pt x="2360400" y="1902821"/>
                  </a:lnTo>
                  <a:lnTo>
                    <a:pt x="2360400" y="1902390"/>
                  </a:lnTo>
                  <a:lnTo>
                    <a:pt x="2360518" y="1902390"/>
                  </a:lnTo>
                  <a:lnTo>
                    <a:pt x="2360635" y="1902390"/>
                  </a:lnTo>
                  <a:lnTo>
                    <a:pt x="2360753" y="1902390"/>
                  </a:lnTo>
                  <a:lnTo>
                    <a:pt x="2360871" y="1902390"/>
                  </a:lnTo>
                  <a:lnTo>
                    <a:pt x="2360871" y="1901960"/>
                  </a:lnTo>
                  <a:lnTo>
                    <a:pt x="2360871" y="1901529"/>
                  </a:lnTo>
                  <a:lnTo>
                    <a:pt x="2360988" y="1901529"/>
                  </a:lnTo>
                  <a:lnTo>
                    <a:pt x="2361106" y="1901529"/>
                  </a:lnTo>
                  <a:lnTo>
                    <a:pt x="2361223" y="1901529"/>
                  </a:lnTo>
                  <a:lnTo>
                    <a:pt x="2361341" y="1901529"/>
                  </a:lnTo>
                  <a:lnTo>
                    <a:pt x="2361459" y="1901529"/>
                  </a:lnTo>
                  <a:lnTo>
                    <a:pt x="2361576" y="1901529"/>
                  </a:lnTo>
                  <a:lnTo>
                    <a:pt x="2361576" y="1901099"/>
                  </a:lnTo>
                  <a:lnTo>
                    <a:pt x="2361694" y="1901099"/>
                  </a:lnTo>
                  <a:lnTo>
                    <a:pt x="2361812" y="1901099"/>
                  </a:lnTo>
                  <a:lnTo>
                    <a:pt x="2361929" y="1901099"/>
                  </a:lnTo>
                  <a:lnTo>
                    <a:pt x="2361929" y="1900668"/>
                  </a:lnTo>
                  <a:lnTo>
                    <a:pt x="2362047" y="1900668"/>
                  </a:lnTo>
                  <a:lnTo>
                    <a:pt x="2362047" y="1900237"/>
                  </a:lnTo>
                  <a:lnTo>
                    <a:pt x="2362164" y="1900237"/>
                  </a:lnTo>
                  <a:lnTo>
                    <a:pt x="2362282" y="1900237"/>
                  </a:lnTo>
                  <a:lnTo>
                    <a:pt x="2362400" y="1900237"/>
                  </a:lnTo>
                  <a:lnTo>
                    <a:pt x="2362400" y="1899807"/>
                  </a:lnTo>
                  <a:lnTo>
                    <a:pt x="2362517" y="1899807"/>
                  </a:lnTo>
                  <a:lnTo>
                    <a:pt x="2362635" y="1899807"/>
                  </a:lnTo>
                  <a:lnTo>
                    <a:pt x="2362635" y="1899376"/>
                  </a:lnTo>
                  <a:lnTo>
                    <a:pt x="2362635" y="1898946"/>
                  </a:lnTo>
                  <a:lnTo>
                    <a:pt x="2362752" y="1898946"/>
                  </a:lnTo>
                  <a:lnTo>
                    <a:pt x="2362870" y="1898946"/>
                  </a:lnTo>
                  <a:lnTo>
                    <a:pt x="2362988" y="1898946"/>
                  </a:lnTo>
                  <a:lnTo>
                    <a:pt x="2363105" y="1898946"/>
                  </a:lnTo>
                  <a:lnTo>
                    <a:pt x="2363223" y="1898946"/>
                  </a:lnTo>
                  <a:lnTo>
                    <a:pt x="2363341" y="1898946"/>
                  </a:lnTo>
                  <a:lnTo>
                    <a:pt x="2363341" y="1898515"/>
                  </a:lnTo>
                  <a:lnTo>
                    <a:pt x="2363458" y="1898515"/>
                  </a:lnTo>
                  <a:lnTo>
                    <a:pt x="2363576" y="1898515"/>
                  </a:lnTo>
                  <a:lnTo>
                    <a:pt x="2363576" y="1898084"/>
                  </a:lnTo>
                  <a:lnTo>
                    <a:pt x="2363693" y="1898084"/>
                  </a:lnTo>
                  <a:lnTo>
                    <a:pt x="2363811" y="1898084"/>
                  </a:lnTo>
                  <a:lnTo>
                    <a:pt x="2363929" y="1898084"/>
                  </a:lnTo>
                  <a:lnTo>
                    <a:pt x="2364046" y="1898084"/>
                  </a:lnTo>
                  <a:lnTo>
                    <a:pt x="2364164" y="1898084"/>
                  </a:lnTo>
                  <a:lnTo>
                    <a:pt x="2364281" y="1898084"/>
                  </a:lnTo>
                  <a:lnTo>
                    <a:pt x="2364281" y="1897654"/>
                  </a:lnTo>
                  <a:lnTo>
                    <a:pt x="2364399" y="1897654"/>
                  </a:lnTo>
                  <a:lnTo>
                    <a:pt x="2364517" y="1897654"/>
                  </a:lnTo>
                  <a:lnTo>
                    <a:pt x="2364634" y="1897654"/>
                  </a:lnTo>
                  <a:lnTo>
                    <a:pt x="2364752" y="1897654"/>
                  </a:lnTo>
                  <a:lnTo>
                    <a:pt x="2364870" y="1897654"/>
                  </a:lnTo>
                  <a:lnTo>
                    <a:pt x="2364987" y="1897654"/>
                  </a:lnTo>
                  <a:lnTo>
                    <a:pt x="2364987" y="1897223"/>
                  </a:lnTo>
                  <a:lnTo>
                    <a:pt x="2365105" y="1897223"/>
                  </a:lnTo>
                  <a:lnTo>
                    <a:pt x="2365105" y="1896793"/>
                  </a:lnTo>
                  <a:lnTo>
                    <a:pt x="2365222" y="1896793"/>
                  </a:lnTo>
                  <a:lnTo>
                    <a:pt x="2365222" y="1896362"/>
                  </a:lnTo>
                  <a:lnTo>
                    <a:pt x="2365340" y="1896362"/>
                  </a:lnTo>
                  <a:lnTo>
                    <a:pt x="2365458" y="1896362"/>
                  </a:lnTo>
                  <a:lnTo>
                    <a:pt x="2365575" y="1896362"/>
                  </a:lnTo>
                  <a:lnTo>
                    <a:pt x="2365693" y="1896362"/>
                  </a:lnTo>
                  <a:lnTo>
                    <a:pt x="2365810" y="1896362"/>
                  </a:lnTo>
                  <a:lnTo>
                    <a:pt x="2365810" y="1895931"/>
                  </a:lnTo>
                  <a:lnTo>
                    <a:pt x="2365928" y="1895931"/>
                  </a:lnTo>
                  <a:lnTo>
                    <a:pt x="2366046" y="1895931"/>
                  </a:lnTo>
                  <a:lnTo>
                    <a:pt x="2366163" y="1895931"/>
                  </a:lnTo>
                  <a:lnTo>
                    <a:pt x="2366163" y="1895501"/>
                  </a:lnTo>
                  <a:lnTo>
                    <a:pt x="2366163" y="1895070"/>
                  </a:lnTo>
                  <a:lnTo>
                    <a:pt x="2366281" y="1895070"/>
                  </a:lnTo>
                  <a:lnTo>
                    <a:pt x="2366399" y="1895070"/>
                  </a:lnTo>
                  <a:lnTo>
                    <a:pt x="2366516" y="1895070"/>
                  </a:lnTo>
                  <a:lnTo>
                    <a:pt x="2366634" y="1895070"/>
                  </a:lnTo>
                  <a:lnTo>
                    <a:pt x="2366751" y="1895070"/>
                  </a:lnTo>
                  <a:lnTo>
                    <a:pt x="2366869" y="1895070"/>
                  </a:lnTo>
                  <a:lnTo>
                    <a:pt x="2366987" y="1895070"/>
                  </a:lnTo>
                  <a:lnTo>
                    <a:pt x="2367104" y="1895070"/>
                  </a:lnTo>
                  <a:lnTo>
                    <a:pt x="2367222" y="1895070"/>
                  </a:lnTo>
                  <a:lnTo>
                    <a:pt x="2367339" y="1895070"/>
                  </a:lnTo>
                  <a:lnTo>
                    <a:pt x="2367457" y="1895070"/>
                  </a:lnTo>
                  <a:lnTo>
                    <a:pt x="2367575" y="1895070"/>
                  </a:lnTo>
                  <a:lnTo>
                    <a:pt x="2367692" y="1895070"/>
                  </a:lnTo>
                  <a:lnTo>
                    <a:pt x="2367810" y="1895070"/>
                  </a:lnTo>
                  <a:lnTo>
                    <a:pt x="2367927" y="1895070"/>
                  </a:lnTo>
                  <a:lnTo>
                    <a:pt x="2368045" y="1895070"/>
                  </a:lnTo>
                  <a:lnTo>
                    <a:pt x="2368163" y="1895070"/>
                  </a:lnTo>
                  <a:lnTo>
                    <a:pt x="2368280" y="1895070"/>
                  </a:lnTo>
                  <a:lnTo>
                    <a:pt x="2368398" y="1895070"/>
                  </a:lnTo>
                  <a:lnTo>
                    <a:pt x="2368516" y="1895070"/>
                  </a:lnTo>
                  <a:lnTo>
                    <a:pt x="2368633" y="1895070"/>
                  </a:lnTo>
                  <a:lnTo>
                    <a:pt x="2368751" y="1895070"/>
                  </a:lnTo>
                  <a:lnTo>
                    <a:pt x="2368751" y="1894640"/>
                  </a:lnTo>
                  <a:lnTo>
                    <a:pt x="2368868" y="1894640"/>
                  </a:lnTo>
                  <a:lnTo>
                    <a:pt x="2368868" y="1894209"/>
                  </a:lnTo>
                  <a:lnTo>
                    <a:pt x="2368986" y="1894209"/>
                  </a:lnTo>
                  <a:lnTo>
                    <a:pt x="2369104" y="1894209"/>
                  </a:lnTo>
                  <a:lnTo>
                    <a:pt x="2369104" y="1893778"/>
                  </a:lnTo>
                  <a:lnTo>
                    <a:pt x="2369221" y="1893778"/>
                  </a:lnTo>
                  <a:lnTo>
                    <a:pt x="2369221" y="1893348"/>
                  </a:lnTo>
                  <a:lnTo>
                    <a:pt x="2369221" y="1892917"/>
                  </a:lnTo>
                  <a:lnTo>
                    <a:pt x="2369339" y="1892917"/>
                  </a:lnTo>
                  <a:lnTo>
                    <a:pt x="2369456" y="1892917"/>
                  </a:lnTo>
                  <a:lnTo>
                    <a:pt x="2369456" y="1892487"/>
                  </a:lnTo>
                  <a:lnTo>
                    <a:pt x="2369456" y="1892056"/>
                  </a:lnTo>
                  <a:lnTo>
                    <a:pt x="2369574" y="1892056"/>
                  </a:lnTo>
                  <a:lnTo>
                    <a:pt x="2369692" y="1892056"/>
                  </a:lnTo>
                  <a:lnTo>
                    <a:pt x="2369809" y="1892056"/>
                  </a:lnTo>
                  <a:lnTo>
                    <a:pt x="2369927" y="1892056"/>
                  </a:lnTo>
                  <a:lnTo>
                    <a:pt x="2369927" y="1891625"/>
                  </a:lnTo>
                  <a:lnTo>
                    <a:pt x="2370045" y="1891625"/>
                  </a:lnTo>
                  <a:lnTo>
                    <a:pt x="2370162" y="1891625"/>
                  </a:lnTo>
                  <a:lnTo>
                    <a:pt x="2370280" y="1891625"/>
                  </a:lnTo>
                  <a:lnTo>
                    <a:pt x="2370397" y="1891625"/>
                  </a:lnTo>
                  <a:lnTo>
                    <a:pt x="2370515" y="1891625"/>
                  </a:lnTo>
                  <a:lnTo>
                    <a:pt x="2370633" y="1891625"/>
                  </a:lnTo>
                  <a:lnTo>
                    <a:pt x="2370633" y="1891195"/>
                  </a:lnTo>
                  <a:lnTo>
                    <a:pt x="2370750" y="1891195"/>
                  </a:lnTo>
                  <a:lnTo>
                    <a:pt x="2370750" y="1890764"/>
                  </a:lnTo>
                  <a:lnTo>
                    <a:pt x="2370868" y="1890764"/>
                  </a:lnTo>
                  <a:lnTo>
                    <a:pt x="2370985" y="1890764"/>
                  </a:lnTo>
                  <a:lnTo>
                    <a:pt x="2371103" y="1890764"/>
                  </a:lnTo>
                  <a:lnTo>
                    <a:pt x="2371103" y="1890334"/>
                  </a:lnTo>
                  <a:lnTo>
                    <a:pt x="2371221" y="1890334"/>
                  </a:lnTo>
                  <a:lnTo>
                    <a:pt x="2371221" y="1889903"/>
                  </a:lnTo>
                  <a:lnTo>
                    <a:pt x="2371338" y="1889903"/>
                  </a:lnTo>
                  <a:lnTo>
                    <a:pt x="2371456" y="1889903"/>
                  </a:lnTo>
                  <a:lnTo>
                    <a:pt x="2371574" y="1889903"/>
                  </a:lnTo>
                  <a:lnTo>
                    <a:pt x="2371574" y="1889472"/>
                  </a:lnTo>
                  <a:lnTo>
                    <a:pt x="2371691" y="1889472"/>
                  </a:lnTo>
                  <a:lnTo>
                    <a:pt x="2371809" y="1889472"/>
                  </a:lnTo>
                  <a:lnTo>
                    <a:pt x="2371926" y="1889472"/>
                  </a:lnTo>
                  <a:lnTo>
                    <a:pt x="2371926" y="1889042"/>
                  </a:lnTo>
                  <a:lnTo>
                    <a:pt x="2372044" y="1889042"/>
                  </a:lnTo>
                  <a:lnTo>
                    <a:pt x="2372162" y="1889042"/>
                  </a:lnTo>
                  <a:lnTo>
                    <a:pt x="2372162" y="1888611"/>
                  </a:lnTo>
                  <a:lnTo>
                    <a:pt x="2372279" y="1888611"/>
                  </a:lnTo>
                  <a:lnTo>
                    <a:pt x="2372279" y="1888181"/>
                  </a:lnTo>
                  <a:lnTo>
                    <a:pt x="2372397" y="1888181"/>
                  </a:lnTo>
                  <a:lnTo>
                    <a:pt x="2372514" y="1888181"/>
                  </a:lnTo>
                  <a:lnTo>
                    <a:pt x="2372632" y="1888181"/>
                  </a:lnTo>
                  <a:lnTo>
                    <a:pt x="2372750" y="1888181"/>
                  </a:lnTo>
                  <a:lnTo>
                    <a:pt x="2372867" y="1888181"/>
                  </a:lnTo>
                  <a:lnTo>
                    <a:pt x="2372867" y="1887750"/>
                  </a:lnTo>
                  <a:lnTo>
                    <a:pt x="2372985" y="1887750"/>
                  </a:lnTo>
                  <a:lnTo>
                    <a:pt x="2372985" y="1887319"/>
                  </a:lnTo>
                  <a:lnTo>
                    <a:pt x="2373103" y="1887319"/>
                  </a:lnTo>
                  <a:lnTo>
                    <a:pt x="2373103" y="1886889"/>
                  </a:lnTo>
                  <a:lnTo>
                    <a:pt x="2373220" y="1886889"/>
                  </a:lnTo>
                  <a:lnTo>
                    <a:pt x="2373220" y="1886458"/>
                  </a:lnTo>
                  <a:lnTo>
                    <a:pt x="2373220" y="1886028"/>
                  </a:lnTo>
                  <a:lnTo>
                    <a:pt x="2373338" y="1886028"/>
                  </a:lnTo>
                  <a:lnTo>
                    <a:pt x="2373455" y="1886028"/>
                  </a:lnTo>
                  <a:lnTo>
                    <a:pt x="2373573" y="1886028"/>
                  </a:lnTo>
                  <a:lnTo>
                    <a:pt x="2373691" y="1886028"/>
                  </a:lnTo>
                  <a:lnTo>
                    <a:pt x="2373808" y="1886028"/>
                  </a:lnTo>
                  <a:lnTo>
                    <a:pt x="2373926" y="1886028"/>
                  </a:lnTo>
                  <a:lnTo>
                    <a:pt x="2374043" y="1886028"/>
                  </a:lnTo>
                  <a:lnTo>
                    <a:pt x="2374161" y="1886028"/>
                  </a:lnTo>
                  <a:lnTo>
                    <a:pt x="2374161" y="1885597"/>
                  </a:lnTo>
                  <a:lnTo>
                    <a:pt x="2374279" y="1885597"/>
                  </a:lnTo>
                  <a:lnTo>
                    <a:pt x="2374279" y="1885166"/>
                  </a:lnTo>
                  <a:lnTo>
                    <a:pt x="2374396" y="1885166"/>
                  </a:lnTo>
                  <a:lnTo>
                    <a:pt x="2374396" y="1884736"/>
                  </a:lnTo>
                  <a:lnTo>
                    <a:pt x="2374514" y="1884736"/>
                  </a:lnTo>
                  <a:lnTo>
                    <a:pt x="2374632" y="1884736"/>
                  </a:lnTo>
                  <a:lnTo>
                    <a:pt x="2374749" y="1884736"/>
                  </a:lnTo>
                  <a:lnTo>
                    <a:pt x="2374749" y="1884305"/>
                  </a:lnTo>
                  <a:lnTo>
                    <a:pt x="2374867" y="1884305"/>
                  </a:lnTo>
                  <a:lnTo>
                    <a:pt x="2374984" y="1884305"/>
                  </a:lnTo>
                  <a:lnTo>
                    <a:pt x="2375102" y="1884305"/>
                  </a:lnTo>
                  <a:lnTo>
                    <a:pt x="2375102" y="1883875"/>
                  </a:lnTo>
                  <a:lnTo>
                    <a:pt x="2375220" y="1883875"/>
                  </a:lnTo>
                  <a:lnTo>
                    <a:pt x="2375220" y="1883444"/>
                  </a:lnTo>
                  <a:lnTo>
                    <a:pt x="2375337" y="1883444"/>
                  </a:lnTo>
                  <a:lnTo>
                    <a:pt x="2375455" y="1883444"/>
                  </a:lnTo>
                  <a:lnTo>
                    <a:pt x="2375455" y="1883013"/>
                  </a:lnTo>
                  <a:lnTo>
                    <a:pt x="2375572" y="1883013"/>
                  </a:lnTo>
                  <a:lnTo>
                    <a:pt x="2375690" y="1883013"/>
                  </a:lnTo>
                  <a:lnTo>
                    <a:pt x="2375808" y="1883013"/>
                  </a:lnTo>
                  <a:lnTo>
                    <a:pt x="2375925" y="1883013"/>
                  </a:lnTo>
                  <a:lnTo>
                    <a:pt x="2375925" y="1882583"/>
                  </a:lnTo>
                  <a:lnTo>
                    <a:pt x="2376043" y="1882583"/>
                  </a:lnTo>
                  <a:lnTo>
                    <a:pt x="2376160" y="1882583"/>
                  </a:lnTo>
                  <a:lnTo>
                    <a:pt x="2376160" y="1882152"/>
                  </a:lnTo>
                  <a:lnTo>
                    <a:pt x="2376278" y="1882152"/>
                  </a:lnTo>
                  <a:lnTo>
                    <a:pt x="2376278" y="1881722"/>
                  </a:lnTo>
                  <a:lnTo>
                    <a:pt x="2376396" y="1881722"/>
                  </a:lnTo>
                  <a:lnTo>
                    <a:pt x="2376513" y="1881722"/>
                  </a:lnTo>
                  <a:lnTo>
                    <a:pt x="2376631" y="1881722"/>
                  </a:lnTo>
                  <a:lnTo>
                    <a:pt x="2376749" y="1881722"/>
                  </a:lnTo>
                  <a:lnTo>
                    <a:pt x="2376866" y="1881722"/>
                  </a:lnTo>
                  <a:lnTo>
                    <a:pt x="2376984" y="1881722"/>
                  </a:lnTo>
                  <a:lnTo>
                    <a:pt x="2376984" y="1881291"/>
                  </a:lnTo>
                  <a:lnTo>
                    <a:pt x="2377101" y="1881291"/>
                  </a:lnTo>
                  <a:lnTo>
                    <a:pt x="2377219" y="1881291"/>
                  </a:lnTo>
                  <a:lnTo>
                    <a:pt x="2377337" y="1881291"/>
                  </a:lnTo>
                  <a:lnTo>
                    <a:pt x="2377454" y="1881291"/>
                  </a:lnTo>
                  <a:lnTo>
                    <a:pt x="2377572" y="1881291"/>
                  </a:lnTo>
                  <a:lnTo>
                    <a:pt x="2377689" y="1881291"/>
                  </a:lnTo>
                  <a:lnTo>
                    <a:pt x="2377807" y="1881291"/>
                  </a:lnTo>
                  <a:lnTo>
                    <a:pt x="2377807" y="1880860"/>
                  </a:lnTo>
                  <a:lnTo>
                    <a:pt x="2377925" y="1880860"/>
                  </a:lnTo>
                  <a:lnTo>
                    <a:pt x="2378042" y="1880860"/>
                  </a:lnTo>
                  <a:lnTo>
                    <a:pt x="2378160" y="1880860"/>
                  </a:lnTo>
                  <a:lnTo>
                    <a:pt x="2378160" y="1880430"/>
                  </a:lnTo>
                  <a:lnTo>
                    <a:pt x="2378160" y="1879999"/>
                  </a:lnTo>
                  <a:lnTo>
                    <a:pt x="2378278" y="1879999"/>
                  </a:lnTo>
                  <a:lnTo>
                    <a:pt x="2378395" y="1879999"/>
                  </a:lnTo>
                  <a:lnTo>
                    <a:pt x="2378513" y="1879999"/>
                  </a:lnTo>
                  <a:lnTo>
                    <a:pt x="2378513" y="1879569"/>
                  </a:lnTo>
                  <a:lnTo>
                    <a:pt x="2378630" y="1879569"/>
                  </a:lnTo>
                  <a:lnTo>
                    <a:pt x="2378748" y="1879569"/>
                  </a:lnTo>
                  <a:lnTo>
                    <a:pt x="2378866" y="1879569"/>
                  </a:lnTo>
                  <a:lnTo>
                    <a:pt x="2378866" y="1879138"/>
                  </a:lnTo>
                  <a:lnTo>
                    <a:pt x="2378983" y="1879138"/>
                  </a:lnTo>
                  <a:lnTo>
                    <a:pt x="2379101" y="1879138"/>
                  </a:lnTo>
                  <a:lnTo>
                    <a:pt x="2379218" y="1879138"/>
                  </a:lnTo>
                  <a:lnTo>
                    <a:pt x="2379218" y="1878707"/>
                  </a:lnTo>
                  <a:lnTo>
                    <a:pt x="2379336" y="1878707"/>
                  </a:lnTo>
                  <a:lnTo>
                    <a:pt x="2379454" y="1878707"/>
                  </a:lnTo>
                  <a:lnTo>
                    <a:pt x="2379454" y="1878277"/>
                  </a:lnTo>
                  <a:lnTo>
                    <a:pt x="2379454" y="1877846"/>
                  </a:lnTo>
                  <a:lnTo>
                    <a:pt x="2379571" y="1877846"/>
                  </a:lnTo>
                  <a:lnTo>
                    <a:pt x="2379689" y="1877846"/>
                  </a:lnTo>
                  <a:lnTo>
                    <a:pt x="2379807" y="1877846"/>
                  </a:lnTo>
                  <a:lnTo>
                    <a:pt x="2379924" y="1877846"/>
                  </a:lnTo>
                  <a:lnTo>
                    <a:pt x="2380042" y="1877846"/>
                  </a:lnTo>
                  <a:lnTo>
                    <a:pt x="2380159" y="1877846"/>
                  </a:lnTo>
                  <a:lnTo>
                    <a:pt x="2380277" y="1877846"/>
                  </a:lnTo>
                  <a:lnTo>
                    <a:pt x="2380395" y="1877846"/>
                  </a:lnTo>
                  <a:lnTo>
                    <a:pt x="2380512" y="1877846"/>
                  </a:lnTo>
                  <a:lnTo>
                    <a:pt x="2380630" y="1877846"/>
                  </a:lnTo>
                  <a:lnTo>
                    <a:pt x="2380747" y="1877846"/>
                  </a:lnTo>
                  <a:lnTo>
                    <a:pt x="2380865" y="1877846"/>
                  </a:lnTo>
                  <a:lnTo>
                    <a:pt x="2380983" y="1877846"/>
                  </a:lnTo>
                  <a:lnTo>
                    <a:pt x="2380983" y="1877416"/>
                  </a:lnTo>
                  <a:lnTo>
                    <a:pt x="2381100" y="1877416"/>
                  </a:lnTo>
                  <a:lnTo>
                    <a:pt x="2381218" y="1877416"/>
                  </a:lnTo>
                  <a:lnTo>
                    <a:pt x="2381336" y="1877416"/>
                  </a:lnTo>
                  <a:lnTo>
                    <a:pt x="2381336" y="1876985"/>
                  </a:lnTo>
                  <a:lnTo>
                    <a:pt x="2381453" y="1876985"/>
                  </a:lnTo>
                  <a:lnTo>
                    <a:pt x="2381571" y="1876985"/>
                  </a:lnTo>
                  <a:lnTo>
                    <a:pt x="2381688" y="1876985"/>
                  </a:lnTo>
                  <a:lnTo>
                    <a:pt x="2381806" y="1876985"/>
                  </a:lnTo>
                  <a:lnTo>
                    <a:pt x="2381924" y="1876985"/>
                  </a:lnTo>
                  <a:lnTo>
                    <a:pt x="2382041" y="1876985"/>
                  </a:lnTo>
                  <a:lnTo>
                    <a:pt x="2382041" y="1876554"/>
                  </a:lnTo>
                  <a:lnTo>
                    <a:pt x="2382159" y="1876554"/>
                  </a:lnTo>
                  <a:lnTo>
                    <a:pt x="2382276" y="1876554"/>
                  </a:lnTo>
                  <a:lnTo>
                    <a:pt x="2382394" y="1876554"/>
                  </a:lnTo>
                  <a:lnTo>
                    <a:pt x="2382512" y="1876554"/>
                  </a:lnTo>
                  <a:lnTo>
                    <a:pt x="2382629" y="1876554"/>
                  </a:lnTo>
                  <a:lnTo>
                    <a:pt x="2382747" y="1876554"/>
                  </a:lnTo>
                  <a:lnTo>
                    <a:pt x="2382865" y="1876554"/>
                  </a:lnTo>
                  <a:lnTo>
                    <a:pt x="2382982" y="1876554"/>
                  </a:lnTo>
                  <a:lnTo>
                    <a:pt x="2383100" y="1876554"/>
                  </a:lnTo>
                  <a:lnTo>
                    <a:pt x="2383217" y="1876554"/>
                  </a:lnTo>
                  <a:lnTo>
                    <a:pt x="2383335" y="1876554"/>
                  </a:lnTo>
                  <a:lnTo>
                    <a:pt x="2383335" y="1876124"/>
                  </a:lnTo>
                  <a:lnTo>
                    <a:pt x="2383453" y="1876124"/>
                  </a:lnTo>
                  <a:lnTo>
                    <a:pt x="2383570" y="1876124"/>
                  </a:lnTo>
                  <a:lnTo>
                    <a:pt x="2383688" y="1876124"/>
                  </a:lnTo>
                  <a:lnTo>
                    <a:pt x="2383805" y="1876124"/>
                  </a:lnTo>
                  <a:lnTo>
                    <a:pt x="2383923" y="1876124"/>
                  </a:lnTo>
                  <a:lnTo>
                    <a:pt x="2384041" y="1876124"/>
                  </a:lnTo>
                  <a:lnTo>
                    <a:pt x="2384158" y="1876124"/>
                  </a:lnTo>
                  <a:lnTo>
                    <a:pt x="2384276" y="1876124"/>
                  </a:lnTo>
                  <a:lnTo>
                    <a:pt x="2384393" y="1876124"/>
                  </a:lnTo>
                  <a:lnTo>
                    <a:pt x="2384511" y="1876124"/>
                  </a:lnTo>
                  <a:lnTo>
                    <a:pt x="2384511" y="1875693"/>
                  </a:lnTo>
                  <a:lnTo>
                    <a:pt x="2384629" y="1875693"/>
                  </a:lnTo>
                  <a:lnTo>
                    <a:pt x="2384746" y="1875693"/>
                  </a:lnTo>
                  <a:lnTo>
                    <a:pt x="2384864" y="1875693"/>
                  </a:lnTo>
                  <a:lnTo>
                    <a:pt x="2384982" y="1875693"/>
                  </a:lnTo>
                  <a:lnTo>
                    <a:pt x="2385099" y="1875693"/>
                  </a:lnTo>
                  <a:lnTo>
                    <a:pt x="2385217" y="1875693"/>
                  </a:lnTo>
                  <a:lnTo>
                    <a:pt x="2385334" y="1875693"/>
                  </a:lnTo>
                  <a:lnTo>
                    <a:pt x="2385452" y="1875693"/>
                  </a:lnTo>
                  <a:lnTo>
                    <a:pt x="2385570" y="1875693"/>
                  </a:lnTo>
                  <a:lnTo>
                    <a:pt x="2385687" y="1875693"/>
                  </a:lnTo>
                  <a:lnTo>
                    <a:pt x="2385805" y="1875693"/>
                  </a:lnTo>
                  <a:lnTo>
                    <a:pt x="2385805" y="1875263"/>
                  </a:lnTo>
                  <a:lnTo>
                    <a:pt x="2385922" y="1875263"/>
                  </a:lnTo>
                  <a:lnTo>
                    <a:pt x="2386040" y="1875263"/>
                  </a:lnTo>
                  <a:lnTo>
                    <a:pt x="2386158" y="1875263"/>
                  </a:lnTo>
                  <a:lnTo>
                    <a:pt x="2386275" y="1875263"/>
                  </a:lnTo>
                  <a:lnTo>
                    <a:pt x="2386393" y="1875263"/>
                  </a:lnTo>
                  <a:lnTo>
                    <a:pt x="2386393" y="1874832"/>
                  </a:lnTo>
                  <a:lnTo>
                    <a:pt x="2386511" y="1874832"/>
                  </a:lnTo>
                  <a:lnTo>
                    <a:pt x="2386628" y="1874832"/>
                  </a:lnTo>
                  <a:lnTo>
                    <a:pt x="2386746" y="1874832"/>
                  </a:lnTo>
                  <a:lnTo>
                    <a:pt x="2386863" y="1874832"/>
                  </a:lnTo>
                  <a:lnTo>
                    <a:pt x="2386981" y="1874832"/>
                  </a:lnTo>
                  <a:lnTo>
                    <a:pt x="2386981" y="1874401"/>
                  </a:lnTo>
                  <a:lnTo>
                    <a:pt x="2387099" y="1874401"/>
                  </a:lnTo>
                  <a:lnTo>
                    <a:pt x="2387216" y="1874401"/>
                  </a:lnTo>
                  <a:lnTo>
                    <a:pt x="2387216" y="1873971"/>
                  </a:lnTo>
                  <a:lnTo>
                    <a:pt x="2387334" y="1873971"/>
                  </a:lnTo>
                  <a:lnTo>
                    <a:pt x="2387334" y="1873540"/>
                  </a:lnTo>
                  <a:lnTo>
                    <a:pt x="2387451" y="1873540"/>
                  </a:lnTo>
                  <a:lnTo>
                    <a:pt x="2387451" y="1873110"/>
                  </a:lnTo>
                  <a:lnTo>
                    <a:pt x="2387451" y="1872679"/>
                  </a:lnTo>
                  <a:lnTo>
                    <a:pt x="2387569" y="1872679"/>
                  </a:lnTo>
                  <a:lnTo>
                    <a:pt x="2387687" y="1872679"/>
                  </a:lnTo>
                  <a:lnTo>
                    <a:pt x="2387687" y="1872248"/>
                  </a:lnTo>
                  <a:lnTo>
                    <a:pt x="2387804" y="1872248"/>
                  </a:lnTo>
                  <a:lnTo>
                    <a:pt x="2387922" y="1872248"/>
                  </a:lnTo>
                  <a:lnTo>
                    <a:pt x="2388040" y="1872248"/>
                  </a:lnTo>
                  <a:lnTo>
                    <a:pt x="2388157" y="1872248"/>
                  </a:lnTo>
                  <a:lnTo>
                    <a:pt x="2388275" y="1872248"/>
                  </a:lnTo>
                  <a:lnTo>
                    <a:pt x="2388392" y="1872248"/>
                  </a:lnTo>
                  <a:lnTo>
                    <a:pt x="2388510" y="1872248"/>
                  </a:lnTo>
                  <a:lnTo>
                    <a:pt x="2388628" y="1872248"/>
                  </a:lnTo>
                  <a:lnTo>
                    <a:pt x="2388745" y="1872248"/>
                  </a:lnTo>
                  <a:lnTo>
                    <a:pt x="2388863" y="1872248"/>
                  </a:lnTo>
                  <a:lnTo>
                    <a:pt x="2388980" y="1872248"/>
                  </a:lnTo>
                  <a:lnTo>
                    <a:pt x="2388980" y="1871818"/>
                  </a:lnTo>
                  <a:lnTo>
                    <a:pt x="2388980" y="1871387"/>
                  </a:lnTo>
                  <a:lnTo>
                    <a:pt x="2388980" y="1870957"/>
                  </a:lnTo>
                  <a:lnTo>
                    <a:pt x="2389098" y="1870957"/>
                  </a:lnTo>
                  <a:lnTo>
                    <a:pt x="2389216" y="1870957"/>
                  </a:lnTo>
                  <a:lnTo>
                    <a:pt x="2389333" y="1870957"/>
                  </a:lnTo>
                  <a:lnTo>
                    <a:pt x="2389451" y="1870957"/>
                  </a:lnTo>
                  <a:lnTo>
                    <a:pt x="2389569" y="1870957"/>
                  </a:lnTo>
                  <a:lnTo>
                    <a:pt x="2389686" y="1870957"/>
                  </a:lnTo>
                  <a:lnTo>
                    <a:pt x="2389804" y="1870957"/>
                  </a:lnTo>
                  <a:lnTo>
                    <a:pt x="2389921" y="1870957"/>
                  </a:lnTo>
                  <a:lnTo>
                    <a:pt x="2390039" y="1870957"/>
                  </a:lnTo>
                  <a:lnTo>
                    <a:pt x="2390157" y="1870957"/>
                  </a:lnTo>
                  <a:lnTo>
                    <a:pt x="2390274" y="1870957"/>
                  </a:lnTo>
                  <a:lnTo>
                    <a:pt x="2390392" y="1870957"/>
                  </a:lnTo>
                  <a:lnTo>
                    <a:pt x="2390509" y="1870957"/>
                  </a:lnTo>
                  <a:lnTo>
                    <a:pt x="2390627" y="1870957"/>
                  </a:lnTo>
                  <a:lnTo>
                    <a:pt x="2390745" y="1870957"/>
                  </a:lnTo>
                  <a:lnTo>
                    <a:pt x="2390745" y="1870526"/>
                  </a:lnTo>
                  <a:lnTo>
                    <a:pt x="2390862" y="1870526"/>
                  </a:lnTo>
                  <a:lnTo>
                    <a:pt x="2390980" y="1870526"/>
                  </a:lnTo>
                  <a:lnTo>
                    <a:pt x="2391098" y="1870526"/>
                  </a:lnTo>
                  <a:lnTo>
                    <a:pt x="2391215" y="1870526"/>
                  </a:lnTo>
                  <a:lnTo>
                    <a:pt x="2391333" y="1870526"/>
                  </a:lnTo>
                  <a:lnTo>
                    <a:pt x="2391450" y="1870526"/>
                  </a:lnTo>
                  <a:lnTo>
                    <a:pt x="2391568" y="1870526"/>
                  </a:lnTo>
                  <a:lnTo>
                    <a:pt x="2391686" y="1870526"/>
                  </a:lnTo>
                  <a:lnTo>
                    <a:pt x="2391803" y="1870526"/>
                  </a:lnTo>
                  <a:lnTo>
                    <a:pt x="2391921" y="1870526"/>
                  </a:lnTo>
                  <a:lnTo>
                    <a:pt x="2392038" y="1870526"/>
                  </a:lnTo>
                  <a:lnTo>
                    <a:pt x="2392156" y="1870526"/>
                  </a:lnTo>
                  <a:lnTo>
                    <a:pt x="2392274" y="1870526"/>
                  </a:lnTo>
                  <a:lnTo>
                    <a:pt x="2392391" y="1870526"/>
                  </a:lnTo>
                  <a:lnTo>
                    <a:pt x="2392509" y="1870526"/>
                  </a:lnTo>
                  <a:lnTo>
                    <a:pt x="2392509" y="1870095"/>
                  </a:lnTo>
                  <a:lnTo>
                    <a:pt x="2392626" y="1870095"/>
                  </a:lnTo>
                  <a:lnTo>
                    <a:pt x="2392744" y="1870095"/>
                  </a:lnTo>
                  <a:lnTo>
                    <a:pt x="2392862" y="1870095"/>
                  </a:lnTo>
                  <a:lnTo>
                    <a:pt x="2392979" y="1870095"/>
                  </a:lnTo>
                  <a:lnTo>
                    <a:pt x="2393097" y="1870095"/>
                  </a:lnTo>
                  <a:lnTo>
                    <a:pt x="2393215" y="1870095"/>
                  </a:lnTo>
                  <a:lnTo>
                    <a:pt x="2393332" y="1870095"/>
                  </a:lnTo>
                  <a:lnTo>
                    <a:pt x="2393332" y="1869665"/>
                  </a:lnTo>
                  <a:lnTo>
                    <a:pt x="2393450" y="1869665"/>
                  </a:lnTo>
                  <a:lnTo>
                    <a:pt x="2393567" y="1869665"/>
                  </a:lnTo>
                  <a:lnTo>
                    <a:pt x="2393685" y="1869665"/>
                  </a:lnTo>
                  <a:lnTo>
                    <a:pt x="2393803" y="1869665"/>
                  </a:lnTo>
                  <a:lnTo>
                    <a:pt x="2393920" y="1869665"/>
                  </a:lnTo>
                  <a:lnTo>
                    <a:pt x="2394038" y="1869665"/>
                  </a:lnTo>
                  <a:lnTo>
                    <a:pt x="2394155" y="1869665"/>
                  </a:lnTo>
                  <a:lnTo>
                    <a:pt x="2394273" y="1869665"/>
                  </a:lnTo>
                  <a:lnTo>
                    <a:pt x="2394391" y="1869665"/>
                  </a:lnTo>
                  <a:lnTo>
                    <a:pt x="2394508" y="1869665"/>
                  </a:lnTo>
                  <a:lnTo>
                    <a:pt x="2394626" y="1869665"/>
                  </a:lnTo>
                  <a:lnTo>
                    <a:pt x="2394744" y="1869665"/>
                  </a:lnTo>
                  <a:lnTo>
                    <a:pt x="2394861" y="1869665"/>
                  </a:lnTo>
                  <a:lnTo>
                    <a:pt x="2394979" y="1869665"/>
                  </a:lnTo>
                  <a:lnTo>
                    <a:pt x="2395096" y="1869665"/>
                  </a:lnTo>
                  <a:lnTo>
                    <a:pt x="2395214" y="1869665"/>
                  </a:lnTo>
                  <a:lnTo>
                    <a:pt x="2395332" y="1869665"/>
                  </a:lnTo>
                  <a:lnTo>
                    <a:pt x="2395449" y="1869665"/>
                  </a:lnTo>
                  <a:lnTo>
                    <a:pt x="2395449" y="1869234"/>
                  </a:lnTo>
                  <a:lnTo>
                    <a:pt x="2395449" y="1868804"/>
                  </a:lnTo>
                  <a:lnTo>
                    <a:pt x="2395567" y="1868804"/>
                  </a:lnTo>
                  <a:lnTo>
                    <a:pt x="2395684" y="1868804"/>
                  </a:lnTo>
                  <a:lnTo>
                    <a:pt x="2395802" y="1868804"/>
                  </a:lnTo>
                  <a:lnTo>
                    <a:pt x="2395920" y="1868804"/>
                  </a:lnTo>
                  <a:lnTo>
                    <a:pt x="2396037" y="1868804"/>
                  </a:lnTo>
                  <a:lnTo>
                    <a:pt x="2396037" y="1868373"/>
                  </a:lnTo>
                  <a:lnTo>
                    <a:pt x="2396037" y="1867942"/>
                  </a:lnTo>
                  <a:lnTo>
                    <a:pt x="2396037" y="1867512"/>
                  </a:lnTo>
                  <a:lnTo>
                    <a:pt x="2396155" y="1867512"/>
                  </a:lnTo>
                  <a:lnTo>
                    <a:pt x="2396273" y="1867512"/>
                  </a:lnTo>
                  <a:lnTo>
                    <a:pt x="2396273" y="1867081"/>
                  </a:lnTo>
                  <a:lnTo>
                    <a:pt x="2396390" y="1867081"/>
                  </a:lnTo>
                  <a:lnTo>
                    <a:pt x="2396508" y="1867081"/>
                  </a:lnTo>
                  <a:lnTo>
                    <a:pt x="2396508" y="1866651"/>
                  </a:lnTo>
                  <a:lnTo>
                    <a:pt x="2396625" y="1866651"/>
                  </a:lnTo>
                  <a:lnTo>
                    <a:pt x="2396743" y="1866651"/>
                  </a:lnTo>
                  <a:lnTo>
                    <a:pt x="2396861" y="1866651"/>
                  </a:lnTo>
                  <a:lnTo>
                    <a:pt x="2396978" y="1866651"/>
                  </a:lnTo>
                  <a:lnTo>
                    <a:pt x="2397096" y="1866651"/>
                  </a:lnTo>
                  <a:lnTo>
                    <a:pt x="2397096" y="1866220"/>
                  </a:lnTo>
                  <a:lnTo>
                    <a:pt x="2397213" y="1866220"/>
                  </a:lnTo>
                  <a:lnTo>
                    <a:pt x="2397213" y="1865789"/>
                  </a:lnTo>
                  <a:lnTo>
                    <a:pt x="2397331" y="1865789"/>
                  </a:lnTo>
                  <a:lnTo>
                    <a:pt x="2397331" y="1865359"/>
                  </a:lnTo>
                  <a:lnTo>
                    <a:pt x="2397331" y="1864928"/>
                  </a:lnTo>
                  <a:lnTo>
                    <a:pt x="2397449" y="1864928"/>
                  </a:lnTo>
                  <a:lnTo>
                    <a:pt x="2397449" y="1864498"/>
                  </a:lnTo>
                  <a:lnTo>
                    <a:pt x="2397566" y="1864498"/>
                  </a:lnTo>
                  <a:lnTo>
                    <a:pt x="2397684" y="1864498"/>
                  </a:lnTo>
                  <a:lnTo>
                    <a:pt x="2397802" y="1864498"/>
                  </a:lnTo>
                  <a:lnTo>
                    <a:pt x="2397919" y="1864498"/>
                  </a:lnTo>
                  <a:lnTo>
                    <a:pt x="2398037" y="1864498"/>
                  </a:lnTo>
                  <a:lnTo>
                    <a:pt x="2398154" y="1864498"/>
                  </a:lnTo>
                  <a:lnTo>
                    <a:pt x="2398272" y="1864498"/>
                  </a:lnTo>
                  <a:lnTo>
                    <a:pt x="2398390" y="1864498"/>
                  </a:lnTo>
                  <a:lnTo>
                    <a:pt x="2398390" y="1864067"/>
                  </a:lnTo>
                  <a:lnTo>
                    <a:pt x="2398507" y="1864067"/>
                  </a:lnTo>
                  <a:lnTo>
                    <a:pt x="2398625" y="1864067"/>
                  </a:lnTo>
                  <a:lnTo>
                    <a:pt x="2398742" y="1864067"/>
                  </a:lnTo>
                  <a:lnTo>
                    <a:pt x="2398860" y="1864067"/>
                  </a:lnTo>
                  <a:lnTo>
                    <a:pt x="2398860" y="1863636"/>
                  </a:lnTo>
                  <a:lnTo>
                    <a:pt x="2398978" y="1863636"/>
                  </a:lnTo>
                  <a:lnTo>
                    <a:pt x="2399095" y="1863636"/>
                  </a:lnTo>
                  <a:lnTo>
                    <a:pt x="2399213" y="1863636"/>
                  </a:lnTo>
                  <a:lnTo>
                    <a:pt x="2399331" y="1863636"/>
                  </a:lnTo>
                  <a:lnTo>
                    <a:pt x="2399448" y="1863636"/>
                  </a:lnTo>
                  <a:lnTo>
                    <a:pt x="2399566" y="1863636"/>
                  </a:lnTo>
                  <a:lnTo>
                    <a:pt x="2399566" y="1863206"/>
                  </a:lnTo>
                  <a:lnTo>
                    <a:pt x="2399566" y="1862775"/>
                  </a:lnTo>
                  <a:lnTo>
                    <a:pt x="2399566" y="1862345"/>
                  </a:lnTo>
                  <a:lnTo>
                    <a:pt x="2399683" y="1862345"/>
                  </a:lnTo>
                  <a:lnTo>
                    <a:pt x="2399801" y="1862345"/>
                  </a:lnTo>
                  <a:lnTo>
                    <a:pt x="2399919" y="1862345"/>
                  </a:lnTo>
                  <a:lnTo>
                    <a:pt x="2400036" y="1862345"/>
                  </a:lnTo>
                  <a:lnTo>
                    <a:pt x="2400154" y="1862345"/>
                  </a:lnTo>
                  <a:lnTo>
                    <a:pt x="2400271" y="1862345"/>
                  </a:lnTo>
                  <a:lnTo>
                    <a:pt x="2400271" y="1861914"/>
                  </a:lnTo>
                  <a:lnTo>
                    <a:pt x="2400271" y="1861483"/>
                  </a:lnTo>
                  <a:lnTo>
                    <a:pt x="2400389" y="1861483"/>
                  </a:lnTo>
                  <a:lnTo>
                    <a:pt x="2400507" y="1861483"/>
                  </a:lnTo>
                  <a:lnTo>
                    <a:pt x="2400624" y="1861483"/>
                  </a:lnTo>
                  <a:lnTo>
                    <a:pt x="2400742" y="1861483"/>
                  </a:lnTo>
                  <a:lnTo>
                    <a:pt x="2400859" y="1861483"/>
                  </a:lnTo>
                  <a:lnTo>
                    <a:pt x="2400977" y="1861483"/>
                  </a:lnTo>
                  <a:lnTo>
                    <a:pt x="2401095" y="1861483"/>
                  </a:lnTo>
                  <a:lnTo>
                    <a:pt x="2401212" y="1861483"/>
                  </a:lnTo>
                  <a:lnTo>
                    <a:pt x="2401212" y="1861053"/>
                  </a:lnTo>
                  <a:lnTo>
                    <a:pt x="2401212" y="1860622"/>
                  </a:lnTo>
                  <a:lnTo>
                    <a:pt x="2401330" y="1860622"/>
                  </a:lnTo>
                  <a:lnTo>
                    <a:pt x="2401448" y="1860622"/>
                  </a:lnTo>
                  <a:lnTo>
                    <a:pt x="2401565" y="1860622"/>
                  </a:lnTo>
                  <a:lnTo>
                    <a:pt x="2401683" y="1860622"/>
                  </a:lnTo>
                  <a:lnTo>
                    <a:pt x="2401683" y="1860192"/>
                  </a:lnTo>
                  <a:lnTo>
                    <a:pt x="2401800" y="1860192"/>
                  </a:lnTo>
                  <a:lnTo>
                    <a:pt x="2401918" y="1860192"/>
                  </a:lnTo>
                  <a:lnTo>
                    <a:pt x="2402036" y="1860192"/>
                  </a:lnTo>
                  <a:lnTo>
                    <a:pt x="2402153" y="1860192"/>
                  </a:lnTo>
                  <a:lnTo>
                    <a:pt x="2402153" y="1859761"/>
                  </a:lnTo>
                  <a:lnTo>
                    <a:pt x="2402271" y="1859761"/>
                  </a:lnTo>
                  <a:lnTo>
                    <a:pt x="2402271" y="1859330"/>
                  </a:lnTo>
                  <a:lnTo>
                    <a:pt x="2402388" y="1859330"/>
                  </a:lnTo>
                  <a:lnTo>
                    <a:pt x="2402506" y="1859330"/>
                  </a:lnTo>
                  <a:lnTo>
                    <a:pt x="2402624" y="1859330"/>
                  </a:lnTo>
                  <a:lnTo>
                    <a:pt x="2402741" y="1859330"/>
                  </a:lnTo>
                  <a:lnTo>
                    <a:pt x="2402741" y="1858900"/>
                  </a:lnTo>
                  <a:lnTo>
                    <a:pt x="2402859" y="1858900"/>
                  </a:lnTo>
                  <a:lnTo>
                    <a:pt x="2402977" y="1858900"/>
                  </a:lnTo>
                  <a:lnTo>
                    <a:pt x="2402977" y="1858469"/>
                  </a:lnTo>
                  <a:lnTo>
                    <a:pt x="2403094" y="1858469"/>
                  </a:lnTo>
                  <a:lnTo>
                    <a:pt x="2403212" y="1858469"/>
                  </a:lnTo>
                  <a:lnTo>
                    <a:pt x="2403329" y="1858469"/>
                  </a:lnTo>
                  <a:lnTo>
                    <a:pt x="2403447" y="1858469"/>
                  </a:lnTo>
                  <a:lnTo>
                    <a:pt x="2403447" y="1858039"/>
                  </a:lnTo>
                  <a:lnTo>
                    <a:pt x="2403565" y="1858039"/>
                  </a:lnTo>
                  <a:lnTo>
                    <a:pt x="2403565" y="1857608"/>
                  </a:lnTo>
                  <a:lnTo>
                    <a:pt x="2403682" y="1857608"/>
                  </a:lnTo>
                  <a:lnTo>
                    <a:pt x="2403800" y="1857608"/>
                  </a:lnTo>
                  <a:lnTo>
                    <a:pt x="2403917" y="1857608"/>
                  </a:lnTo>
                  <a:lnTo>
                    <a:pt x="2404035" y="1857608"/>
                  </a:lnTo>
                  <a:lnTo>
                    <a:pt x="2404153" y="1857608"/>
                  </a:lnTo>
                  <a:lnTo>
                    <a:pt x="2404270" y="1857608"/>
                  </a:lnTo>
                  <a:lnTo>
                    <a:pt x="2404388" y="1857608"/>
                  </a:lnTo>
                  <a:lnTo>
                    <a:pt x="2404506" y="1857608"/>
                  </a:lnTo>
                  <a:lnTo>
                    <a:pt x="2404623" y="1857608"/>
                  </a:lnTo>
                  <a:lnTo>
                    <a:pt x="2404741" y="1857608"/>
                  </a:lnTo>
                  <a:lnTo>
                    <a:pt x="2404858" y="1857608"/>
                  </a:lnTo>
                  <a:lnTo>
                    <a:pt x="2404976" y="1857608"/>
                  </a:lnTo>
                  <a:lnTo>
                    <a:pt x="2404976" y="1857177"/>
                  </a:lnTo>
                  <a:lnTo>
                    <a:pt x="2405094" y="1857177"/>
                  </a:lnTo>
                  <a:lnTo>
                    <a:pt x="2405211" y="1857177"/>
                  </a:lnTo>
                  <a:lnTo>
                    <a:pt x="2405329" y="1857177"/>
                  </a:lnTo>
                  <a:lnTo>
                    <a:pt x="2405446" y="1857177"/>
                  </a:lnTo>
                  <a:lnTo>
                    <a:pt x="2405446" y="1856747"/>
                  </a:lnTo>
                  <a:lnTo>
                    <a:pt x="2405564" y="1856747"/>
                  </a:lnTo>
                  <a:lnTo>
                    <a:pt x="2405682" y="1856747"/>
                  </a:lnTo>
                  <a:lnTo>
                    <a:pt x="2405682" y="1856316"/>
                  </a:lnTo>
                  <a:lnTo>
                    <a:pt x="2405799" y="1856316"/>
                  </a:lnTo>
                  <a:lnTo>
                    <a:pt x="2405917" y="1856316"/>
                  </a:lnTo>
                  <a:lnTo>
                    <a:pt x="2406035" y="1856316"/>
                  </a:lnTo>
                  <a:lnTo>
                    <a:pt x="2406152" y="1856316"/>
                  </a:lnTo>
                  <a:lnTo>
                    <a:pt x="2406270" y="1856316"/>
                  </a:lnTo>
                  <a:lnTo>
                    <a:pt x="2406270" y="1855886"/>
                  </a:lnTo>
                  <a:lnTo>
                    <a:pt x="2406270" y="1855455"/>
                  </a:lnTo>
                  <a:lnTo>
                    <a:pt x="2406387" y="1855455"/>
                  </a:lnTo>
                  <a:lnTo>
                    <a:pt x="2406505" y="1855455"/>
                  </a:lnTo>
                  <a:lnTo>
                    <a:pt x="2406623" y="1855455"/>
                  </a:lnTo>
                  <a:lnTo>
                    <a:pt x="2406740" y="1855455"/>
                  </a:lnTo>
                  <a:lnTo>
                    <a:pt x="2406858" y="1855455"/>
                  </a:lnTo>
                  <a:lnTo>
                    <a:pt x="2406975" y="1855455"/>
                  </a:lnTo>
                  <a:lnTo>
                    <a:pt x="2407093" y="1855455"/>
                  </a:lnTo>
                  <a:lnTo>
                    <a:pt x="2407093" y="1855024"/>
                  </a:lnTo>
                  <a:lnTo>
                    <a:pt x="2407211" y="1855024"/>
                  </a:lnTo>
                  <a:lnTo>
                    <a:pt x="2407328" y="1855024"/>
                  </a:lnTo>
                  <a:lnTo>
                    <a:pt x="2407446" y="1855024"/>
                  </a:lnTo>
                  <a:lnTo>
                    <a:pt x="2407446" y="1854594"/>
                  </a:lnTo>
                  <a:lnTo>
                    <a:pt x="2407564" y="1854594"/>
                  </a:lnTo>
                  <a:lnTo>
                    <a:pt x="2407681" y="1854594"/>
                  </a:lnTo>
                  <a:lnTo>
                    <a:pt x="2407799" y="1854594"/>
                  </a:lnTo>
                  <a:lnTo>
                    <a:pt x="2407916" y="1854594"/>
                  </a:lnTo>
                  <a:lnTo>
                    <a:pt x="2408034" y="1854594"/>
                  </a:lnTo>
                  <a:lnTo>
                    <a:pt x="2408152" y="1854594"/>
                  </a:lnTo>
                  <a:lnTo>
                    <a:pt x="2408269" y="1854594"/>
                  </a:lnTo>
                  <a:lnTo>
                    <a:pt x="2408387" y="1854594"/>
                  </a:lnTo>
                  <a:lnTo>
                    <a:pt x="2408504" y="1854594"/>
                  </a:lnTo>
                  <a:lnTo>
                    <a:pt x="2408622" y="1854594"/>
                  </a:lnTo>
                  <a:lnTo>
                    <a:pt x="2408740" y="1854594"/>
                  </a:lnTo>
                  <a:lnTo>
                    <a:pt x="2408857" y="1854594"/>
                  </a:lnTo>
                  <a:lnTo>
                    <a:pt x="2408857" y="1854163"/>
                  </a:lnTo>
                  <a:lnTo>
                    <a:pt x="2408975" y="1854163"/>
                  </a:lnTo>
                  <a:lnTo>
                    <a:pt x="2409092" y="1854163"/>
                  </a:lnTo>
                  <a:lnTo>
                    <a:pt x="2409210" y="1854163"/>
                  </a:lnTo>
                  <a:lnTo>
                    <a:pt x="2409328" y="1854163"/>
                  </a:lnTo>
                  <a:lnTo>
                    <a:pt x="2409445" y="1854163"/>
                  </a:lnTo>
                  <a:lnTo>
                    <a:pt x="2409445" y="1853733"/>
                  </a:lnTo>
                  <a:lnTo>
                    <a:pt x="2409563" y="1853733"/>
                  </a:lnTo>
                  <a:lnTo>
                    <a:pt x="2409563" y="1853302"/>
                  </a:lnTo>
                  <a:lnTo>
                    <a:pt x="2409563" y="1852871"/>
                  </a:lnTo>
                  <a:lnTo>
                    <a:pt x="2409681" y="1852871"/>
                  </a:lnTo>
                  <a:lnTo>
                    <a:pt x="2409798" y="1852871"/>
                  </a:lnTo>
                  <a:lnTo>
                    <a:pt x="2409798" y="1852441"/>
                  </a:lnTo>
                  <a:lnTo>
                    <a:pt x="2409916" y="1852441"/>
                  </a:lnTo>
                  <a:lnTo>
                    <a:pt x="2409916" y="1852010"/>
                  </a:lnTo>
                  <a:lnTo>
                    <a:pt x="2409916" y="1851580"/>
                  </a:lnTo>
                  <a:lnTo>
                    <a:pt x="2410033" y="1851580"/>
                  </a:lnTo>
                  <a:lnTo>
                    <a:pt x="2410033" y="1851149"/>
                  </a:lnTo>
                  <a:lnTo>
                    <a:pt x="2410151" y="1851149"/>
                  </a:lnTo>
                  <a:lnTo>
                    <a:pt x="2410269" y="1851149"/>
                  </a:lnTo>
                  <a:lnTo>
                    <a:pt x="2410386" y="1851149"/>
                  </a:lnTo>
                  <a:lnTo>
                    <a:pt x="2410504" y="1851149"/>
                  </a:lnTo>
                  <a:lnTo>
                    <a:pt x="2410621" y="1851149"/>
                  </a:lnTo>
                  <a:lnTo>
                    <a:pt x="2410739" y="1851149"/>
                  </a:lnTo>
                  <a:lnTo>
                    <a:pt x="2410857" y="1851149"/>
                  </a:lnTo>
                  <a:lnTo>
                    <a:pt x="2410857" y="1850718"/>
                  </a:lnTo>
                  <a:lnTo>
                    <a:pt x="2410974" y="1850718"/>
                  </a:lnTo>
                  <a:lnTo>
                    <a:pt x="2410974" y="1850288"/>
                  </a:lnTo>
                  <a:lnTo>
                    <a:pt x="2411092" y="1850288"/>
                  </a:lnTo>
                  <a:lnTo>
                    <a:pt x="2411210" y="1850288"/>
                  </a:lnTo>
                  <a:lnTo>
                    <a:pt x="2411327" y="1850288"/>
                  </a:lnTo>
                  <a:lnTo>
                    <a:pt x="2411445" y="1850288"/>
                  </a:lnTo>
                  <a:lnTo>
                    <a:pt x="2411562" y="1850288"/>
                  </a:lnTo>
                  <a:lnTo>
                    <a:pt x="2411680" y="1850288"/>
                  </a:lnTo>
                  <a:lnTo>
                    <a:pt x="2411798" y="1850288"/>
                  </a:lnTo>
                  <a:lnTo>
                    <a:pt x="2411915" y="1850288"/>
                  </a:lnTo>
                  <a:lnTo>
                    <a:pt x="2412033" y="1850288"/>
                  </a:lnTo>
                  <a:lnTo>
                    <a:pt x="2412150" y="1850288"/>
                  </a:lnTo>
                  <a:lnTo>
                    <a:pt x="2412268" y="1850288"/>
                  </a:lnTo>
                  <a:lnTo>
                    <a:pt x="2412386" y="1850288"/>
                  </a:lnTo>
                  <a:lnTo>
                    <a:pt x="2412503" y="1850288"/>
                  </a:lnTo>
                  <a:lnTo>
                    <a:pt x="2412621" y="1850288"/>
                  </a:lnTo>
                  <a:lnTo>
                    <a:pt x="2412739" y="1850288"/>
                  </a:lnTo>
                  <a:lnTo>
                    <a:pt x="2412856" y="1850288"/>
                  </a:lnTo>
                  <a:lnTo>
                    <a:pt x="2412856" y="1849857"/>
                  </a:lnTo>
                  <a:lnTo>
                    <a:pt x="2412856" y="1849427"/>
                  </a:lnTo>
                  <a:lnTo>
                    <a:pt x="2412974" y="1849427"/>
                  </a:lnTo>
                  <a:lnTo>
                    <a:pt x="2413091" y="1849427"/>
                  </a:lnTo>
                  <a:lnTo>
                    <a:pt x="2413091" y="1848996"/>
                  </a:lnTo>
                  <a:lnTo>
                    <a:pt x="2413209" y="1848996"/>
                  </a:lnTo>
                  <a:lnTo>
                    <a:pt x="2413327" y="1848996"/>
                  </a:lnTo>
                  <a:lnTo>
                    <a:pt x="2413444" y="1848996"/>
                  </a:lnTo>
                  <a:lnTo>
                    <a:pt x="2413562" y="1848996"/>
                  </a:lnTo>
                  <a:lnTo>
                    <a:pt x="2413562" y="1848565"/>
                  </a:lnTo>
                  <a:lnTo>
                    <a:pt x="2413679" y="1848565"/>
                  </a:lnTo>
                  <a:lnTo>
                    <a:pt x="2413679" y="1848135"/>
                  </a:lnTo>
                  <a:lnTo>
                    <a:pt x="2413797" y="1848135"/>
                  </a:lnTo>
                  <a:lnTo>
                    <a:pt x="2413915" y="1848135"/>
                  </a:lnTo>
                  <a:lnTo>
                    <a:pt x="2414032" y="1848135"/>
                  </a:lnTo>
                  <a:lnTo>
                    <a:pt x="2414150" y="1848135"/>
                  </a:lnTo>
                  <a:lnTo>
                    <a:pt x="2414268" y="1848135"/>
                  </a:lnTo>
                  <a:lnTo>
                    <a:pt x="2414385" y="1848135"/>
                  </a:lnTo>
                  <a:lnTo>
                    <a:pt x="2414503" y="1848135"/>
                  </a:lnTo>
                  <a:lnTo>
                    <a:pt x="2414620" y="1848135"/>
                  </a:lnTo>
                  <a:lnTo>
                    <a:pt x="2414738" y="1848135"/>
                  </a:lnTo>
                  <a:lnTo>
                    <a:pt x="2414856" y="1848135"/>
                  </a:lnTo>
                  <a:lnTo>
                    <a:pt x="2414973" y="1848135"/>
                  </a:lnTo>
                  <a:lnTo>
                    <a:pt x="2415091" y="1848135"/>
                  </a:lnTo>
                  <a:lnTo>
                    <a:pt x="2415208" y="1848135"/>
                  </a:lnTo>
                  <a:lnTo>
                    <a:pt x="2415326" y="1848135"/>
                  </a:lnTo>
                  <a:lnTo>
                    <a:pt x="2415326" y="1847704"/>
                  </a:lnTo>
                  <a:lnTo>
                    <a:pt x="2415444" y="1847704"/>
                  </a:lnTo>
                  <a:lnTo>
                    <a:pt x="2415561" y="1847704"/>
                  </a:lnTo>
                  <a:lnTo>
                    <a:pt x="2415679" y="1847704"/>
                  </a:lnTo>
                  <a:lnTo>
                    <a:pt x="2415679" y="1847274"/>
                  </a:lnTo>
                  <a:lnTo>
                    <a:pt x="2415797" y="1847274"/>
                  </a:lnTo>
                  <a:lnTo>
                    <a:pt x="2415797" y="1846843"/>
                  </a:lnTo>
                  <a:lnTo>
                    <a:pt x="2415914" y="1846843"/>
                  </a:lnTo>
                  <a:lnTo>
                    <a:pt x="2415914" y="1846412"/>
                  </a:lnTo>
                  <a:lnTo>
                    <a:pt x="2416032" y="1846412"/>
                  </a:lnTo>
                  <a:lnTo>
                    <a:pt x="2416149" y="1846412"/>
                  </a:lnTo>
                  <a:lnTo>
                    <a:pt x="2416149" y="1845982"/>
                  </a:lnTo>
                  <a:lnTo>
                    <a:pt x="2416149" y="1845551"/>
                  </a:lnTo>
                  <a:lnTo>
                    <a:pt x="2416267" y="1845551"/>
                  </a:lnTo>
                  <a:lnTo>
                    <a:pt x="2416385" y="1845551"/>
                  </a:lnTo>
                  <a:lnTo>
                    <a:pt x="2416502" y="1845551"/>
                  </a:lnTo>
                  <a:lnTo>
                    <a:pt x="2416620" y="1845551"/>
                  </a:lnTo>
                  <a:lnTo>
                    <a:pt x="2416737" y="1845551"/>
                  </a:lnTo>
                  <a:lnTo>
                    <a:pt x="2416855" y="1845551"/>
                  </a:lnTo>
                  <a:lnTo>
                    <a:pt x="2416973" y="1845551"/>
                  </a:lnTo>
                  <a:lnTo>
                    <a:pt x="2417090" y="1845551"/>
                  </a:lnTo>
                  <a:lnTo>
                    <a:pt x="2417208" y="1845551"/>
                  </a:lnTo>
                  <a:lnTo>
                    <a:pt x="2417325" y="1845551"/>
                  </a:lnTo>
                  <a:lnTo>
                    <a:pt x="2417443" y="1845551"/>
                  </a:lnTo>
                  <a:lnTo>
                    <a:pt x="2417561" y="1845551"/>
                  </a:lnTo>
                  <a:lnTo>
                    <a:pt x="2417678" y="1845551"/>
                  </a:lnTo>
                  <a:lnTo>
                    <a:pt x="2417678" y="1845121"/>
                  </a:lnTo>
                  <a:lnTo>
                    <a:pt x="2417796" y="1845121"/>
                  </a:lnTo>
                  <a:lnTo>
                    <a:pt x="2417914" y="1845121"/>
                  </a:lnTo>
                  <a:lnTo>
                    <a:pt x="2418031" y="1845121"/>
                  </a:lnTo>
                  <a:lnTo>
                    <a:pt x="2418149" y="1845121"/>
                  </a:lnTo>
                  <a:lnTo>
                    <a:pt x="2418266" y="1845121"/>
                  </a:lnTo>
                  <a:lnTo>
                    <a:pt x="2418266" y="1844690"/>
                  </a:lnTo>
                  <a:lnTo>
                    <a:pt x="2418384" y="1844690"/>
                  </a:lnTo>
                  <a:lnTo>
                    <a:pt x="2418502" y="1844690"/>
                  </a:lnTo>
                  <a:lnTo>
                    <a:pt x="2418619" y="1844690"/>
                  </a:lnTo>
                  <a:lnTo>
                    <a:pt x="2418737" y="1844690"/>
                  </a:lnTo>
                  <a:lnTo>
                    <a:pt x="2418854" y="1844690"/>
                  </a:lnTo>
                  <a:lnTo>
                    <a:pt x="2418972" y="1844690"/>
                  </a:lnTo>
                  <a:lnTo>
                    <a:pt x="2419090" y="1844690"/>
                  </a:lnTo>
                  <a:lnTo>
                    <a:pt x="2419090" y="1844259"/>
                  </a:lnTo>
                  <a:lnTo>
                    <a:pt x="2419207" y="1844259"/>
                  </a:lnTo>
                  <a:lnTo>
                    <a:pt x="2419207" y="1843829"/>
                  </a:lnTo>
                  <a:lnTo>
                    <a:pt x="2419325" y="1843829"/>
                  </a:lnTo>
                  <a:lnTo>
                    <a:pt x="2419325" y="1843398"/>
                  </a:lnTo>
                  <a:lnTo>
                    <a:pt x="2419443" y="1843398"/>
                  </a:lnTo>
                  <a:lnTo>
                    <a:pt x="2419560" y="1843398"/>
                  </a:lnTo>
                  <a:lnTo>
                    <a:pt x="2419678" y="1843398"/>
                  </a:lnTo>
                  <a:lnTo>
                    <a:pt x="2419795" y="1843398"/>
                  </a:lnTo>
                  <a:lnTo>
                    <a:pt x="2419795" y="1842968"/>
                  </a:lnTo>
                  <a:lnTo>
                    <a:pt x="2419795" y="1842537"/>
                  </a:lnTo>
                  <a:lnTo>
                    <a:pt x="2419795" y="1842106"/>
                  </a:lnTo>
                  <a:lnTo>
                    <a:pt x="2419913" y="1842106"/>
                  </a:lnTo>
                  <a:lnTo>
                    <a:pt x="2419913" y="1841676"/>
                  </a:lnTo>
                  <a:lnTo>
                    <a:pt x="2420031" y="1841676"/>
                  </a:lnTo>
                  <a:lnTo>
                    <a:pt x="2420148" y="1841676"/>
                  </a:lnTo>
                  <a:lnTo>
                    <a:pt x="2420148" y="1841245"/>
                  </a:lnTo>
                  <a:lnTo>
                    <a:pt x="2420266" y="1841245"/>
                  </a:lnTo>
                  <a:lnTo>
                    <a:pt x="2420383" y="1841245"/>
                  </a:lnTo>
                  <a:lnTo>
                    <a:pt x="2420501" y="1841245"/>
                  </a:lnTo>
                  <a:lnTo>
                    <a:pt x="2420619" y="1841245"/>
                  </a:lnTo>
                  <a:lnTo>
                    <a:pt x="2420736" y="1841245"/>
                  </a:lnTo>
                  <a:lnTo>
                    <a:pt x="2420736" y="1840815"/>
                  </a:lnTo>
                  <a:lnTo>
                    <a:pt x="2420854" y="1840815"/>
                  </a:lnTo>
                  <a:lnTo>
                    <a:pt x="2420972" y="1840815"/>
                  </a:lnTo>
                  <a:lnTo>
                    <a:pt x="2421089" y="1840815"/>
                  </a:lnTo>
                  <a:lnTo>
                    <a:pt x="2421207" y="1840815"/>
                  </a:lnTo>
                  <a:lnTo>
                    <a:pt x="2421324" y="1840815"/>
                  </a:lnTo>
                  <a:lnTo>
                    <a:pt x="2421324" y="1840384"/>
                  </a:lnTo>
                  <a:lnTo>
                    <a:pt x="2421442" y="1840384"/>
                  </a:lnTo>
                  <a:lnTo>
                    <a:pt x="2421560" y="1840384"/>
                  </a:lnTo>
                  <a:lnTo>
                    <a:pt x="2421677" y="1840384"/>
                  </a:lnTo>
                  <a:lnTo>
                    <a:pt x="2421795" y="1840384"/>
                  </a:lnTo>
                  <a:lnTo>
                    <a:pt x="2421912" y="1840384"/>
                  </a:lnTo>
                  <a:lnTo>
                    <a:pt x="2421912" y="1839953"/>
                  </a:lnTo>
                  <a:lnTo>
                    <a:pt x="2421912" y="1839523"/>
                  </a:lnTo>
                  <a:lnTo>
                    <a:pt x="2421912" y="1839092"/>
                  </a:lnTo>
                  <a:lnTo>
                    <a:pt x="2422030" y="1839092"/>
                  </a:lnTo>
                  <a:lnTo>
                    <a:pt x="2422148" y="1839092"/>
                  </a:lnTo>
                  <a:lnTo>
                    <a:pt x="2422148" y="1838662"/>
                  </a:lnTo>
                  <a:lnTo>
                    <a:pt x="2422148" y="1838231"/>
                  </a:lnTo>
                  <a:lnTo>
                    <a:pt x="2422265" y="1838231"/>
                  </a:lnTo>
                  <a:lnTo>
                    <a:pt x="2422383" y="1838231"/>
                  </a:lnTo>
                  <a:lnTo>
                    <a:pt x="2422501" y="1838231"/>
                  </a:lnTo>
                  <a:lnTo>
                    <a:pt x="2422618" y="1838231"/>
                  </a:lnTo>
                  <a:lnTo>
                    <a:pt x="2422618" y="1837800"/>
                  </a:lnTo>
                  <a:lnTo>
                    <a:pt x="2422736" y="1837800"/>
                  </a:lnTo>
                  <a:lnTo>
                    <a:pt x="2422853" y="1837800"/>
                  </a:lnTo>
                  <a:lnTo>
                    <a:pt x="2422971" y="1837800"/>
                  </a:lnTo>
                  <a:lnTo>
                    <a:pt x="2423089" y="1837800"/>
                  </a:lnTo>
                  <a:lnTo>
                    <a:pt x="2423206" y="1837800"/>
                  </a:lnTo>
                  <a:lnTo>
                    <a:pt x="2423324" y="1837800"/>
                  </a:lnTo>
                  <a:lnTo>
                    <a:pt x="2423441" y="1837800"/>
                  </a:lnTo>
                  <a:lnTo>
                    <a:pt x="2423559" y="1837800"/>
                  </a:lnTo>
                  <a:lnTo>
                    <a:pt x="2423559" y="1837370"/>
                  </a:lnTo>
                  <a:lnTo>
                    <a:pt x="2423677" y="1837370"/>
                  </a:lnTo>
                  <a:lnTo>
                    <a:pt x="2423794" y="1837370"/>
                  </a:lnTo>
                  <a:lnTo>
                    <a:pt x="2423912" y="1837370"/>
                  </a:lnTo>
                  <a:lnTo>
                    <a:pt x="2424029" y="1837370"/>
                  </a:lnTo>
                  <a:lnTo>
                    <a:pt x="2424147" y="1837370"/>
                  </a:lnTo>
                  <a:lnTo>
                    <a:pt x="2424265" y="1837370"/>
                  </a:lnTo>
                  <a:lnTo>
                    <a:pt x="2424382" y="1837370"/>
                  </a:lnTo>
                  <a:lnTo>
                    <a:pt x="2424382" y="1836939"/>
                  </a:lnTo>
                  <a:lnTo>
                    <a:pt x="2424500" y="1836939"/>
                  </a:lnTo>
                  <a:lnTo>
                    <a:pt x="2424618" y="1836939"/>
                  </a:lnTo>
                  <a:lnTo>
                    <a:pt x="2424735" y="1836939"/>
                  </a:lnTo>
                  <a:lnTo>
                    <a:pt x="2424735" y="1836509"/>
                  </a:lnTo>
                  <a:lnTo>
                    <a:pt x="2424853" y="1836509"/>
                  </a:lnTo>
                  <a:lnTo>
                    <a:pt x="2424970" y="1836509"/>
                  </a:lnTo>
                  <a:lnTo>
                    <a:pt x="2425088" y="1836509"/>
                  </a:lnTo>
                  <a:lnTo>
                    <a:pt x="2425206" y="1836509"/>
                  </a:lnTo>
                  <a:lnTo>
                    <a:pt x="2425206" y="1836078"/>
                  </a:lnTo>
                  <a:lnTo>
                    <a:pt x="2425323" y="1836078"/>
                  </a:lnTo>
                  <a:lnTo>
                    <a:pt x="2425441" y="1836078"/>
                  </a:lnTo>
                  <a:lnTo>
                    <a:pt x="2425558" y="1836078"/>
                  </a:lnTo>
                  <a:lnTo>
                    <a:pt x="2425676" y="1836078"/>
                  </a:lnTo>
                  <a:lnTo>
                    <a:pt x="2425794" y="1836078"/>
                  </a:lnTo>
                  <a:lnTo>
                    <a:pt x="2425794" y="1835647"/>
                  </a:lnTo>
                  <a:lnTo>
                    <a:pt x="2425911" y="1835647"/>
                  </a:lnTo>
                  <a:lnTo>
                    <a:pt x="2426029" y="1835647"/>
                  </a:lnTo>
                  <a:lnTo>
                    <a:pt x="2426147" y="1835647"/>
                  </a:lnTo>
                  <a:lnTo>
                    <a:pt x="2426147" y="1835217"/>
                  </a:lnTo>
                  <a:lnTo>
                    <a:pt x="2426264" y="1835217"/>
                  </a:lnTo>
                  <a:lnTo>
                    <a:pt x="2426382" y="1835217"/>
                  </a:lnTo>
                  <a:lnTo>
                    <a:pt x="2426382" y="1834786"/>
                  </a:lnTo>
                  <a:lnTo>
                    <a:pt x="2426499" y="1834786"/>
                  </a:lnTo>
                  <a:lnTo>
                    <a:pt x="2426617" y="1834786"/>
                  </a:lnTo>
                  <a:lnTo>
                    <a:pt x="2426735" y="1834786"/>
                  </a:lnTo>
                  <a:lnTo>
                    <a:pt x="2426735" y="1834356"/>
                  </a:lnTo>
                  <a:lnTo>
                    <a:pt x="2426852" y="1834356"/>
                  </a:lnTo>
                  <a:lnTo>
                    <a:pt x="2426970" y="1834356"/>
                  </a:lnTo>
                  <a:lnTo>
                    <a:pt x="2426970" y="1833925"/>
                  </a:lnTo>
                  <a:lnTo>
                    <a:pt x="2426970" y="1833494"/>
                  </a:lnTo>
                  <a:lnTo>
                    <a:pt x="2427087" y="1833494"/>
                  </a:lnTo>
                  <a:lnTo>
                    <a:pt x="2427205" y="1833494"/>
                  </a:lnTo>
                  <a:lnTo>
                    <a:pt x="2427205" y="1833064"/>
                  </a:lnTo>
                  <a:lnTo>
                    <a:pt x="2427323" y="1833064"/>
                  </a:lnTo>
                  <a:lnTo>
                    <a:pt x="2427440" y="1833064"/>
                  </a:lnTo>
                  <a:lnTo>
                    <a:pt x="2427558" y="1833064"/>
                  </a:lnTo>
                  <a:lnTo>
                    <a:pt x="2427676" y="1833064"/>
                  </a:lnTo>
                  <a:lnTo>
                    <a:pt x="2427676" y="1832633"/>
                  </a:lnTo>
                  <a:lnTo>
                    <a:pt x="2427793" y="1832633"/>
                  </a:lnTo>
                  <a:lnTo>
                    <a:pt x="2427793" y="1832203"/>
                  </a:lnTo>
                  <a:lnTo>
                    <a:pt x="2427911" y="1832203"/>
                  </a:lnTo>
                  <a:lnTo>
                    <a:pt x="2428028" y="1832203"/>
                  </a:lnTo>
                  <a:lnTo>
                    <a:pt x="2428146" y="1832203"/>
                  </a:lnTo>
                  <a:lnTo>
                    <a:pt x="2428264" y="1832203"/>
                  </a:lnTo>
                  <a:lnTo>
                    <a:pt x="2428381" y="1832203"/>
                  </a:lnTo>
                  <a:lnTo>
                    <a:pt x="2428381" y="1831772"/>
                  </a:lnTo>
                  <a:lnTo>
                    <a:pt x="2428499" y="1831772"/>
                  </a:lnTo>
                  <a:lnTo>
                    <a:pt x="2428616" y="1831772"/>
                  </a:lnTo>
                  <a:lnTo>
                    <a:pt x="2428734" y="1831772"/>
                  </a:lnTo>
                  <a:lnTo>
                    <a:pt x="2428852" y="1831772"/>
                  </a:lnTo>
                  <a:lnTo>
                    <a:pt x="2428969" y="1831772"/>
                  </a:lnTo>
                  <a:lnTo>
                    <a:pt x="2429087" y="1831772"/>
                  </a:lnTo>
                  <a:lnTo>
                    <a:pt x="2429205" y="1831772"/>
                  </a:lnTo>
                  <a:lnTo>
                    <a:pt x="2429322" y="1831772"/>
                  </a:lnTo>
                  <a:lnTo>
                    <a:pt x="2429440" y="1831772"/>
                  </a:lnTo>
                  <a:lnTo>
                    <a:pt x="2429557" y="1831772"/>
                  </a:lnTo>
                  <a:lnTo>
                    <a:pt x="2429675" y="1831772"/>
                  </a:lnTo>
                  <a:lnTo>
                    <a:pt x="2429675" y="1831341"/>
                  </a:lnTo>
                  <a:lnTo>
                    <a:pt x="2429793" y="1831341"/>
                  </a:lnTo>
                  <a:lnTo>
                    <a:pt x="2429910" y="1831341"/>
                  </a:lnTo>
                  <a:lnTo>
                    <a:pt x="2430028" y="1831341"/>
                  </a:lnTo>
                  <a:lnTo>
                    <a:pt x="2430145" y="1831341"/>
                  </a:lnTo>
                  <a:lnTo>
                    <a:pt x="2430145" y="1830911"/>
                  </a:lnTo>
                  <a:lnTo>
                    <a:pt x="2430263" y="1830911"/>
                  </a:lnTo>
                  <a:lnTo>
                    <a:pt x="2430381" y="1830911"/>
                  </a:lnTo>
                  <a:lnTo>
                    <a:pt x="2430381" y="1830480"/>
                  </a:lnTo>
                  <a:lnTo>
                    <a:pt x="2430381" y="1830050"/>
                  </a:lnTo>
                  <a:lnTo>
                    <a:pt x="2430498" y="1830050"/>
                  </a:lnTo>
                  <a:lnTo>
                    <a:pt x="2430498" y="1829619"/>
                  </a:lnTo>
                  <a:lnTo>
                    <a:pt x="2430616" y="1829619"/>
                  </a:lnTo>
                  <a:lnTo>
                    <a:pt x="2430734" y="1829619"/>
                  </a:lnTo>
                  <a:lnTo>
                    <a:pt x="2430851" y="1829619"/>
                  </a:lnTo>
                  <a:lnTo>
                    <a:pt x="2430969" y="1829619"/>
                  </a:lnTo>
                  <a:lnTo>
                    <a:pt x="2431086" y="1829619"/>
                  </a:lnTo>
                  <a:lnTo>
                    <a:pt x="2431204" y="1829619"/>
                  </a:lnTo>
                  <a:lnTo>
                    <a:pt x="2431322" y="1829619"/>
                  </a:lnTo>
                  <a:lnTo>
                    <a:pt x="2431439" y="1829619"/>
                  </a:lnTo>
                  <a:lnTo>
                    <a:pt x="2431557" y="1829619"/>
                  </a:lnTo>
                  <a:lnTo>
                    <a:pt x="2431557" y="1829188"/>
                  </a:lnTo>
                  <a:lnTo>
                    <a:pt x="2431674" y="1829188"/>
                  </a:lnTo>
                  <a:lnTo>
                    <a:pt x="2431792" y="1829188"/>
                  </a:lnTo>
                  <a:lnTo>
                    <a:pt x="2431792" y="1828758"/>
                  </a:lnTo>
                  <a:lnTo>
                    <a:pt x="2431910" y="1828758"/>
                  </a:lnTo>
                  <a:lnTo>
                    <a:pt x="2432027" y="1828758"/>
                  </a:lnTo>
                  <a:lnTo>
                    <a:pt x="2432027" y="1828327"/>
                  </a:lnTo>
                  <a:lnTo>
                    <a:pt x="2432145" y="1828327"/>
                  </a:lnTo>
                  <a:lnTo>
                    <a:pt x="2432262" y="1828327"/>
                  </a:lnTo>
                  <a:lnTo>
                    <a:pt x="2432380" y="1828327"/>
                  </a:lnTo>
                  <a:lnTo>
                    <a:pt x="2432498" y="1828327"/>
                  </a:lnTo>
                  <a:lnTo>
                    <a:pt x="2432615" y="1828327"/>
                  </a:lnTo>
                  <a:lnTo>
                    <a:pt x="2432733" y="1828327"/>
                  </a:lnTo>
                  <a:lnTo>
                    <a:pt x="2432851" y="1828327"/>
                  </a:lnTo>
                  <a:lnTo>
                    <a:pt x="2432968" y="1828327"/>
                  </a:lnTo>
                  <a:lnTo>
                    <a:pt x="2433086" y="1828327"/>
                  </a:lnTo>
                  <a:lnTo>
                    <a:pt x="2433203" y="1828327"/>
                  </a:lnTo>
                  <a:lnTo>
                    <a:pt x="2433321" y="1828327"/>
                  </a:lnTo>
                  <a:lnTo>
                    <a:pt x="2433439" y="1828327"/>
                  </a:lnTo>
                  <a:lnTo>
                    <a:pt x="2433556" y="1828327"/>
                  </a:lnTo>
                  <a:lnTo>
                    <a:pt x="2433674" y="1828327"/>
                  </a:lnTo>
                  <a:lnTo>
                    <a:pt x="2433674" y="1827897"/>
                  </a:lnTo>
                  <a:lnTo>
                    <a:pt x="2433791" y="1827897"/>
                  </a:lnTo>
                  <a:lnTo>
                    <a:pt x="2433909" y="1827897"/>
                  </a:lnTo>
                  <a:lnTo>
                    <a:pt x="2433909" y="1827466"/>
                  </a:lnTo>
                  <a:lnTo>
                    <a:pt x="2434027" y="1827466"/>
                  </a:lnTo>
                  <a:lnTo>
                    <a:pt x="2434027" y="1827035"/>
                  </a:lnTo>
                  <a:lnTo>
                    <a:pt x="2434144" y="1827035"/>
                  </a:lnTo>
                  <a:lnTo>
                    <a:pt x="2434262" y="1827035"/>
                  </a:lnTo>
                  <a:lnTo>
                    <a:pt x="2434380" y="1827035"/>
                  </a:lnTo>
                  <a:lnTo>
                    <a:pt x="2434497" y="1827035"/>
                  </a:lnTo>
                  <a:lnTo>
                    <a:pt x="2434615" y="1827035"/>
                  </a:lnTo>
                  <a:lnTo>
                    <a:pt x="2434615" y="1826605"/>
                  </a:lnTo>
                  <a:lnTo>
                    <a:pt x="2434615" y="1826174"/>
                  </a:lnTo>
                  <a:lnTo>
                    <a:pt x="2434732" y="1826174"/>
                  </a:lnTo>
                  <a:lnTo>
                    <a:pt x="2434850" y="1826174"/>
                  </a:lnTo>
                  <a:lnTo>
                    <a:pt x="2434968" y="1826174"/>
                  </a:lnTo>
                  <a:lnTo>
                    <a:pt x="2435085" y="1826174"/>
                  </a:lnTo>
                  <a:lnTo>
                    <a:pt x="2435203" y="1826174"/>
                  </a:lnTo>
                  <a:lnTo>
                    <a:pt x="2435320" y="1826174"/>
                  </a:lnTo>
                  <a:lnTo>
                    <a:pt x="2435438" y="1826174"/>
                  </a:lnTo>
                  <a:lnTo>
                    <a:pt x="2435556" y="1826174"/>
                  </a:lnTo>
                  <a:lnTo>
                    <a:pt x="2435673" y="1826174"/>
                  </a:lnTo>
                  <a:lnTo>
                    <a:pt x="2435791" y="1826174"/>
                  </a:lnTo>
                  <a:lnTo>
                    <a:pt x="2435909" y="1826174"/>
                  </a:lnTo>
                  <a:lnTo>
                    <a:pt x="2436026" y="1826174"/>
                  </a:lnTo>
                  <a:lnTo>
                    <a:pt x="2436144" y="1826174"/>
                  </a:lnTo>
                  <a:lnTo>
                    <a:pt x="2436144" y="1825744"/>
                  </a:lnTo>
                  <a:lnTo>
                    <a:pt x="2436144" y="1825313"/>
                  </a:lnTo>
                  <a:lnTo>
                    <a:pt x="2436261" y="1825313"/>
                  </a:lnTo>
                  <a:lnTo>
                    <a:pt x="2436379" y="1825313"/>
                  </a:lnTo>
                  <a:lnTo>
                    <a:pt x="2436497" y="1825313"/>
                  </a:lnTo>
                  <a:lnTo>
                    <a:pt x="2436614" y="1825313"/>
                  </a:lnTo>
                  <a:lnTo>
                    <a:pt x="2436614" y="1824882"/>
                  </a:lnTo>
                  <a:lnTo>
                    <a:pt x="2436732" y="1824882"/>
                  </a:lnTo>
                  <a:lnTo>
                    <a:pt x="2436849" y="1824882"/>
                  </a:lnTo>
                  <a:lnTo>
                    <a:pt x="2436967" y="1824882"/>
                  </a:lnTo>
                  <a:lnTo>
                    <a:pt x="2437085" y="1824882"/>
                  </a:lnTo>
                  <a:lnTo>
                    <a:pt x="2437202" y="1824882"/>
                  </a:lnTo>
                  <a:lnTo>
                    <a:pt x="2437320" y="1824882"/>
                  </a:lnTo>
                  <a:lnTo>
                    <a:pt x="2437438" y="1824882"/>
                  </a:lnTo>
                  <a:lnTo>
                    <a:pt x="2437555" y="1824882"/>
                  </a:lnTo>
                  <a:lnTo>
                    <a:pt x="2437555" y="1824452"/>
                  </a:lnTo>
                  <a:lnTo>
                    <a:pt x="2437673" y="1824452"/>
                  </a:lnTo>
                  <a:lnTo>
                    <a:pt x="2437673" y="1824021"/>
                  </a:lnTo>
                  <a:lnTo>
                    <a:pt x="2437673" y="1823591"/>
                  </a:lnTo>
                  <a:lnTo>
                    <a:pt x="2437790" y="1823591"/>
                  </a:lnTo>
                  <a:lnTo>
                    <a:pt x="2437908" y="1823591"/>
                  </a:lnTo>
                  <a:lnTo>
                    <a:pt x="2438026" y="1823591"/>
                  </a:lnTo>
                  <a:lnTo>
                    <a:pt x="2438026" y="1823160"/>
                  </a:lnTo>
                  <a:lnTo>
                    <a:pt x="2438026" y="1822729"/>
                  </a:lnTo>
                  <a:lnTo>
                    <a:pt x="2438143" y="1822729"/>
                  </a:lnTo>
                  <a:lnTo>
                    <a:pt x="2438261" y="1822729"/>
                  </a:lnTo>
                  <a:lnTo>
                    <a:pt x="2438378" y="1822729"/>
                  </a:lnTo>
                  <a:lnTo>
                    <a:pt x="2438378" y="1822299"/>
                  </a:lnTo>
                  <a:lnTo>
                    <a:pt x="2438496" y="1822299"/>
                  </a:lnTo>
                  <a:lnTo>
                    <a:pt x="2438614" y="1822299"/>
                  </a:lnTo>
                  <a:lnTo>
                    <a:pt x="2438731" y="1822299"/>
                  </a:lnTo>
                  <a:lnTo>
                    <a:pt x="2438849" y="1822299"/>
                  </a:lnTo>
                  <a:lnTo>
                    <a:pt x="2438967" y="1822299"/>
                  </a:lnTo>
                  <a:lnTo>
                    <a:pt x="2439084" y="1822299"/>
                  </a:lnTo>
                  <a:lnTo>
                    <a:pt x="2439084" y="1821868"/>
                  </a:lnTo>
                  <a:lnTo>
                    <a:pt x="2439202" y="1821868"/>
                  </a:lnTo>
                  <a:lnTo>
                    <a:pt x="2439319" y="1821868"/>
                  </a:lnTo>
                  <a:lnTo>
                    <a:pt x="2439437" y="1821868"/>
                  </a:lnTo>
                  <a:lnTo>
                    <a:pt x="2439555" y="1821868"/>
                  </a:lnTo>
                  <a:lnTo>
                    <a:pt x="2439672" y="1821868"/>
                  </a:lnTo>
                  <a:lnTo>
                    <a:pt x="2439790" y="1821868"/>
                  </a:lnTo>
                  <a:lnTo>
                    <a:pt x="2439907" y="1821868"/>
                  </a:lnTo>
                  <a:lnTo>
                    <a:pt x="2440025" y="1821868"/>
                  </a:lnTo>
                  <a:lnTo>
                    <a:pt x="2440143" y="1821868"/>
                  </a:lnTo>
                  <a:lnTo>
                    <a:pt x="2440260" y="1821868"/>
                  </a:lnTo>
                  <a:lnTo>
                    <a:pt x="2440378" y="1821868"/>
                  </a:lnTo>
                  <a:lnTo>
                    <a:pt x="2440495" y="1821868"/>
                  </a:lnTo>
                  <a:lnTo>
                    <a:pt x="2440613" y="1821868"/>
                  </a:lnTo>
                  <a:lnTo>
                    <a:pt x="2440731" y="1821868"/>
                  </a:lnTo>
                  <a:lnTo>
                    <a:pt x="2440848" y="1821868"/>
                  </a:lnTo>
                  <a:lnTo>
                    <a:pt x="2440848" y="1821438"/>
                  </a:lnTo>
                  <a:lnTo>
                    <a:pt x="2440848" y="1821007"/>
                  </a:lnTo>
                  <a:lnTo>
                    <a:pt x="2440966" y="1821007"/>
                  </a:lnTo>
                  <a:lnTo>
                    <a:pt x="2441084" y="1821007"/>
                  </a:lnTo>
                  <a:lnTo>
                    <a:pt x="2441201" y="1821007"/>
                  </a:lnTo>
                  <a:lnTo>
                    <a:pt x="2441319" y="1821007"/>
                  </a:lnTo>
                  <a:lnTo>
                    <a:pt x="2441436" y="1821007"/>
                  </a:lnTo>
                  <a:lnTo>
                    <a:pt x="2441554" y="1821007"/>
                  </a:lnTo>
                  <a:lnTo>
                    <a:pt x="2441554" y="1820576"/>
                  </a:lnTo>
                  <a:lnTo>
                    <a:pt x="2441672" y="1820576"/>
                  </a:lnTo>
                  <a:lnTo>
                    <a:pt x="2441672" y="1820146"/>
                  </a:lnTo>
                  <a:lnTo>
                    <a:pt x="2441789" y="1820146"/>
                  </a:lnTo>
                  <a:lnTo>
                    <a:pt x="2441789" y="1819715"/>
                  </a:lnTo>
                  <a:lnTo>
                    <a:pt x="2441907" y="1819715"/>
                  </a:lnTo>
                  <a:lnTo>
                    <a:pt x="2442024" y="1819715"/>
                  </a:lnTo>
                  <a:lnTo>
                    <a:pt x="2442024" y="1819285"/>
                  </a:lnTo>
                  <a:lnTo>
                    <a:pt x="2442142" y="1819285"/>
                  </a:lnTo>
                  <a:lnTo>
                    <a:pt x="2442142" y="1818854"/>
                  </a:lnTo>
                  <a:lnTo>
                    <a:pt x="2442260" y="1818854"/>
                  </a:lnTo>
                  <a:lnTo>
                    <a:pt x="2442377" y="1818854"/>
                  </a:lnTo>
                  <a:lnTo>
                    <a:pt x="2442495" y="1818854"/>
                  </a:lnTo>
                  <a:lnTo>
                    <a:pt x="2442495" y="1818423"/>
                  </a:lnTo>
                  <a:lnTo>
                    <a:pt x="2442495" y="1817993"/>
                  </a:lnTo>
                  <a:lnTo>
                    <a:pt x="2442495" y="1817562"/>
                  </a:lnTo>
                  <a:lnTo>
                    <a:pt x="2442613" y="1817562"/>
                  </a:lnTo>
                  <a:lnTo>
                    <a:pt x="2442730" y="1817562"/>
                  </a:lnTo>
                  <a:lnTo>
                    <a:pt x="2442848" y="1817562"/>
                  </a:lnTo>
                  <a:lnTo>
                    <a:pt x="2442965" y="1817562"/>
                  </a:lnTo>
                  <a:lnTo>
                    <a:pt x="2443083" y="1817562"/>
                  </a:lnTo>
                  <a:lnTo>
                    <a:pt x="2443201" y="1817562"/>
                  </a:lnTo>
                  <a:lnTo>
                    <a:pt x="2443318" y="1817562"/>
                  </a:lnTo>
                  <a:lnTo>
                    <a:pt x="2443436" y="1817562"/>
                  </a:lnTo>
                  <a:lnTo>
                    <a:pt x="2443436" y="1817132"/>
                  </a:lnTo>
                  <a:lnTo>
                    <a:pt x="2443553" y="1817132"/>
                  </a:lnTo>
                  <a:lnTo>
                    <a:pt x="2443671" y="1817132"/>
                  </a:lnTo>
                  <a:lnTo>
                    <a:pt x="2443789" y="1817132"/>
                  </a:lnTo>
                  <a:lnTo>
                    <a:pt x="2443789" y="1816701"/>
                  </a:lnTo>
                  <a:lnTo>
                    <a:pt x="2443789" y="1816270"/>
                  </a:lnTo>
                  <a:lnTo>
                    <a:pt x="2443906" y="1816270"/>
                  </a:lnTo>
                  <a:lnTo>
                    <a:pt x="2444024" y="1816270"/>
                  </a:lnTo>
                  <a:lnTo>
                    <a:pt x="2444142" y="1816270"/>
                  </a:lnTo>
                  <a:lnTo>
                    <a:pt x="2444259" y="1816270"/>
                  </a:lnTo>
                  <a:lnTo>
                    <a:pt x="2444377" y="1816270"/>
                  </a:lnTo>
                  <a:lnTo>
                    <a:pt x="2444494" y="1816270"/>
                  </a:lnTo>
                  <a:lnTo>
                    <a:pt x="2444612" y="1816270"/>
                  </a:lnTo>
                  <a:lnTo>
                    <a:pt x="2444730" y="1816270"/>
                  </a:lnTo>
                  <a:lnTo>
                    <a:pt x="2444847" y="1816270"/>
                  </a:lnTo>
                  <a:lnTo>
                    <a:pt x="2444965" y="1816270"/>
                  </a:lnTo>
                  <a:lnTo>
                    <a:pt x="2444965" y="1815840"/>
                  </a:lnTo>
                  <a:lnTo>
                    <a:pt x="2444965" y="1815409"/>
                  </a:lnTo>
                  <a:lnTo>
                    <a:pt x="2444965" y="1814979"/>
                  </a:lnTo>
                  <a:lnTo>
                    <a:pt x="2445082" y="1814979"/>
                  </a:lnTo>
                  <a:lnTo>
                    <a:pt x="2445200" y="1814979"/>
                  </a:lnTo>
                  <a:lnTo>
                    <a:pt x="2445318" y="1814979"/>
                  </a:lnTo>
                  <a:lnTo>
                    <a:pt x="2445435" y="1814979"/>
                  </a:lnTo>
                  <a:lnTo>
                    <a:pt x="2445435" y="1814548"/>
                  </a:lnTo>
                  <a:lnTo>
                    <a:pt x="2445553" y="1814548"/>
                  </a:lnTo>
                  <a:lnTo>
                    <a:pt x="2445553" y="1814117"/>
                  </a:lnTo>
                  <a:lnTo>
                    <a:pt x="2445671" y="1814117"/>
                  </a:lnTo>
                  <a:lnTo>
                    <a:pt x="2445788" y="1814117"/>
                  </a:lnTo>
                  <a:lnTo>
                    <a:pt x="2445788" y="1813687"/>
                  </a:lnTo>
                  <a:lnTo>
                    <a:pt x="2445906" y="1813687"/>
                  </a:lnTo>
                  <a:lnTo>
                    <a:pt x="2445906" y="1813256"/>
                  </a:lnTo>
                  <a:lnTo>
                    <a:pt x="2446023" y="1813256"/>
                  </a:lnTo>
                  <a:lnTo>
                    <a:pt x="2446141" y="1813256"/>
                  </a:lnTo>
                  <a:lnTo>
                    <a:pt x="2446259" y="1813256"/>
                  </a:lnTo>
                  <a:lnTo>
                    <a:pt x="2446376" y="1813256"/>
                  </a:lnTo>
                  <a:lnTo>
                    <a:pt x="2446494" y="1813256"/>
                  </a:lnTo>
                  <a:lnTo>
                    <a:pt x="2446494" y="1812826"/>
                  </a:lnTo>
                  <a:lnTo>
                    <a:pt x="2446611" y="1812826"/>
                  </a:lnTo>
                  <a:lnTo>
                    <a:pt x="2446611" y="1812395"/>
                  </a:lnTo>
                  <a:lnTo>
                    <a:pt x="2446729" y="1812395"/>
                  </a:lnTo>
                  <a:lnTo>
                    <a:pt x="2446847" y="1812395"/>
                  </a:lnTo>
                  <a:lnTo>
                    <a:pt x="2446964" y="1812395"/>
                  </a:lnTo>
                  <a:lnTo>
                    <a:pt x="2447082" y="1812395"/>
                  </a:lnTo>
                  <a:lnTo>
                    <a:pt x="2447200" y="1812395"/>
                  </a:lnTo>
                  <a:lnTo>
                    <a:pt x="2447317" y="1812395"/>
                  </a:lnTo>
                  <a:lnTo>
                    <a:pt x="2447435" y="1812395"/>
                  </a:lnTo>
                  <a:lnTo>
                    <a:pt x="2447552" y="1812395"/>
                  </a:lnTo>
                  <a:lnTo>
                    <a:pt x="2447670" y="1812395"/>
                  </a:lnTo>
                  <a:lnTo>
                    <a:pt x="2447788" y="1812395"/>
                  </a:lnTo>
                  <a:lnTo>
                    <a:pt x="2447905" y="1812395"/>
                  </a:lnTo>
                  <a:lnTo>
                    <a:pt x="2448023" y="1812395"/>
                  </a:lnTo>
                  <a:lnTo>
                    <a:pt x="2448140" y="1812395"/>
                  </a:lnTo>
                  <a:lnTo>
                    <a:pt x="2448140" y="1811964"/>
                  </a:lnTo>
                  <a:lnTo>
                    <a:pt x="2448140" y="1811534"/>
                  </a:lnTo>
                  <a:lnTo>
                    <a:pt x="2448258" y="1811534"/>
                  </a:lnTo>
                  <a:lnTo>
                    <a:pt x="2448258" y="1811103"/>
                  </a:lnTo>
                  <a:lnTo>
                    <a:pt x="2448376" y="1811103"/>
                  </a:lnTo>
                  <a:lnTo>
                    <a:pt x="2448493" y="1811103"/>
                  </a:lnTo>
                  <a:lnTo>
                    <a:pt x="2448611" y="1811103"/>
                  </a:lnTo>
                  <a:lnTo>
                    <a:pt x="2448728" y="1811103"/>
                  </a:lnTo>
                  <a:lnTo>
                    <a:pt x="2448728" y="1810673"/>
                  </a:lnTo>
                  <a:lnTo>
                    <a:pt x="2448846" y="1810673"/>
                  </a:lnTo>
                  <a:lnTo>
                    <a:pt x="2448964" y="1810673"/>
                  </a:lnTo>
                  <a:lnTo>
                    <a:pt x="2449081" y="1810673"/>
                  </a:lnTo>
                  <a:lnTo>
                    <a:pt x="2449081" y="1810242"/>
                  </a:lnTo>
                  <a:lnTo>
                    <a:pt x="2449199" y="1810242"/>
                  </a:lnTo>
                  <a:lnTo>
                    <a:pt x="2449317" y="1810242"/>
                  </a:lnTo>
                  <a:lnTo>
                    <a:pt x="2449434" y="1810242"/>
                  </a:lnTo>
                  <a:lnTo>
                    <a:pt x="2449552" y="1810242"/>
                  </a:lnTo>
                  <a:lnTo>
                    <a:pt x="2449669" y="1810242"/>
                  </a:lnTo>
                  <a:lnTo>
                    <a:pt x="2449787" y="1810242"/>
                  </a:lnTo>
                  <a:lnTo>
                    <a:pt x="2449905" y="1810242"/>
                  </a:lnTo>
                  <a:lnTo>
                    <a:pt x="2449905" y="1809811"/>
                  </a:lnTo>
                  <a:lnTo>
                    <a:pt x="2450022" y="1809811"/>
                  </a:lnTo>
                  <a:lnTo>
                    <a:pt x="2450022" y="1809381"/>
                  </a:lnTo>
                  <a:lnTo>
                    <a:pt x="2450140" y="1809381"/>
                  </a:lnTo>
                  <a:lnTo>
                    <a:pt x="2450257" y="1809381"/>
                  </a:lnTo>
                  <a:lnTo>
                    <a:pt x="2450375" y="1809381"/>
                  </a:lnTo>
                  <a:lnTo>
                    <a:pt x="2450493" y="1809381"/>
                  </a:lnTo>
                  <a:lnTo>
                    <a:pt x="2450610" y="1809381"/>
                  </a:lnTo>
                  <a:lnTo>
                    <a:pt x="2450610" y="1808950"/>
                  </a:lnTo>
                  <a:lnTo>
                    <a:pt x="2450728" y="1808950"/>
                  </a:lnTo>
                  <a:lnTo>
                    <a:pt x="2450728" y="1808520"/>
                  </a:lnTo>
                  <a:lnTo>
                    <a:pt x="2450846" y="1808520"/>
                  </a:lnTo>
                  <a:lnTo>
                    <a:pt x="2450963" y="1808520"/>
                  </a:lnTo>
                  <a:lnTo>
                    <a:pt x="2450963" y="1808089"/>
                  </a:lnTo>
                  <a:lnTo>
                    <a:pt x="2451081" y="1808089"/>
                  </a:lnTo>
                  <a:lnTo>
                    <a:pt x="2451198" y="1808089"/>
                  </a:lnTo>
                  <a:lnTo>
                    <a:pt x="2451316" y="1808089"/>
                  </a:lnTo>
                  <a:lnTo>
                    <a:pt x="2451434" y="1808089"/>
                  </a:lnTo>
                  <a:lnTo>
                    <a:pt x="2451551" y="1808089"/>
                  </a:lnTo>
                  <a:lnTo>
                    <a:pt x="2451669" y="1808089"/>
                  </a:lnTo>
                  <a:lnTo>
                    <a:pt x="2451786" y="1808089"/>
                  </a:lnTo>
                  <a:lnTo>
                    <a:pt x="2451904" y="1808089"/>
                  </a:lnTo>
                  <a:lnTo>
                    <a:pt x="2452022" y="1808089"/>
                  </a:lnTo>
                  <a:lnTo>
                    <a:pt x="2452139" y="1808089"/>
                  </a:lnTo>
                  <a:lnTo>
                    <a:pt x="2452257" y="1808089"/>
                  </a:lnTo>
                  <a:lnTo>
                    <a:pt x="2452375" y="1808089"/>
                  </a:lnTo>
                  <a:lnTo>
                    <a:pt x="2452492" y="1808089"/>
                  </a:lnTo>
                  <a:lnTo>
                    <a:pt x="2452610" y="1808089"/>
                  </a:lnTo>
                  <a:lnTo>
                    <a:pt x="2452727" y="1808089"/>
                  </a:lnTo>
                  <a:lnTo>
                    <a:pt x="2452727" y="1807658"/>
                  </a:lnTo>
                  <a:lnTo>
                    <a:pt x="2452845" y="1807658"/>
                  </a:lnTo>
                  <a:lnTo>
                    <a:pt x="2452963" y="1807658"/>
                  </a:lnTo>
                  <a:lnTo>
                    <a:pt x="2453080" y="1807658"/>
                  </a:lnTo>
                  <a:lnTo>
                    <a:pt x="2453198" y="1807658"/>
                  </a:lnTo>
                  <a:lnTo>
                    <a:pt x="2453315" y="1807658"/>
                  </a:lnTo>
                  <a:lnTo>
                    <a:pt x="2453433" y="1807658"/>
                  </a:lnTo>
                  <a:lnTo>
                    <a:pt x="2453551" y="1807658"/>
                  </a:lnTo>
                  <a:lnTo>
                    <a:pt x="2453668" y="1807658"/>
                  </a:lnTo>
                  <a:lnTo>
                    <a:pt x="2453786" y="1807658"/>
                  </a:lnTo>
                  <a:lnTo>
                    <a:pt x="2453904" y="1807658"/>
                  </a:lnTo>
                  <a:lnTo>
                    <a:pt x="2454021" y="1807658"/>
                  </a:lnTo>
                  <a:lnTo>
                    <a:pt x="2454139" y="1807658"/>
                  </a:lnTo>
                  <a:lnTo>
                    <a:pt x="2454256" y="1807658"/>
                  </a:lnTo>
                  <a:lnTo>
                    <a:pt x="2454374" y="1807658"/>
                  </a:lnTo>
                  <a:lnTo>
                    <a:pt x="2454492" y="1807658"/>
                  </a:lnTo>
                  <a:lnTo>
                    <a:pt x="2454492" y="1807228"/>
                  </a:lnTo>
                  <a:lnTo>
                    <a:pt x="2454492" y="1806797"/>
                  </a:lnTo>
                  <a:lnTo>
                    <a:pt x="2454609" y="1806797"/>
                  </a:lnTo>
                  <a:lnTo>
                    <a:pt x="2454727" y="1806797"/>
                  </a:lnTo>
                  <a:lnTo>
                    <a:pt x="2454727" y="1806367"/>
                  </a:lnTo>
                  <a:lnTo>
                    <a:pt x="2454844" y="1806367"/>
                  </a:lnTo>
                  <a:lnTo>
                    <a:pt x="2454962" y="1806367"/>
                  </a:lnTo>
                  <a:lnTo>
                    <a:pt x="2455080" y="1806367"/>
                  </a:lnTo>
                  <a:lnTo>
                    <a:pt x="2455080" y="1805936"/>
                  </a:lnTo>
                  <a:lnTo>
                    <a:pt x="2455080" y="1805505"/>
                  </a:lnTo>
                  <a:lnTo>
                    <a:pt x="2455197" y="1805505"/>
                  </a:lnTo>
                  <a:lnTo>
                    <a:pt x="2455315" y="1805505"/>
                  </a:lnTo>
                  <a:lnTo>
                    <a:pt x="2455433" y="1805505"/>
                  </a:lnTo>
                  <a:lnTo>
                    <a:pt x="2455433" y="1805075"/>
                  </a:lnTo>
                  <a:lnTo>
                    <a:pt x="2455550" y="1805075"/>
                  </a:lnTo>
                  <a:lnTo>
                    <a:pt x="2455668" y="1805075"/>
                  </a:lnTo>
                  <a:lnTo>
                    <a:pt x="2455785" y="1805075"/>
                  </a:lnTo>
                  <a:lnTo>
                    <a:pt x="2455903" y="1805075"/>
                  </a:lnTo>
                  <a:lnTo>
                    <a:pt x="2456021" y="1805075"/>
                  </a:lnTo>
                  <a:lnTo>
                    <a:pt x="2456138" y="1805075"/>
                  </a:lnTo>
                  <a:lnTo>
                    <a:pt x="2456256" y="1805075"/>
                  </a:lnTo>
                  <a:lnTo>
                    <a:pt x="2456256" y="1804644"/>
                  </a:lnTo>
                  <a:lnTo>
                    <a:pt x="2456373" y="1804644"/>
                  </a:lnTo>
                  <a:lnTo>
                    <a:pt x="2456373" y="1804214"/>
                  </a:lnTo>
                  <a:lnTo>
                    <a:pt x="2456491" y="1804214"/>
                  </a:lnTo>
                  <a:lnTo>
                    <a:pt x="2456609" y="1804214"/>
                  </a:lnTo>
                  <a:lnTo>
                    <a:pt x="2456609" y="1803783"/>
                  </a:lnTo>
                  <a:lnTo>
                    <a:pt x="2456726" y="1803783"/>
                  </a:lnTo>
                  <a:lnTo>
                    <a:pt x="2456844" y="1803783"/>
                  </a:lnTo>
                  <a:lnTo>
                    <a:pt x="2456844" y="1803352"/>
                  </a:lnTo>
                  <a:lnTo>
                    <a:pt x="2456961" y="1803352"/>
                  </a:lnTo>
                  <a:lnTo>
                    <a:pt x="2456961" y="1802922"/>
                  </a:lnTo>
                  <a:lnTo>
                    <a:pt x="2457079" y="1802922"/>
                  </a:lnTo>
                  <a:lnTo>
                    <a:pt x="2457197" y="1802922"/>
                  </a:lnTo>
                  <a:lnTo>
                    <a:pt x="2457314" y="1802922"/>
                  </a:lnTo>
                  <a:lnTo>
                    <a:pt x="2457432" y="1802922"/>
                  </a:lnTo>
                  <a:lnTo>
                    <a:pt x="2457550" y="1802922"/>
                  </a:lnTo>
                  <a:lnTo>
                    <a:pt x="2457667" y="1802922"/>
                  </a:lnTo>
                  <a:lnTo>
                    <a:pt x="2457785" y="1802922"/>
                  </a:lnTo>
                  <a:lnTo>
                    <a:pt x="2457902" y="1802922"/>
                  </a:lnTo>
                  <a:lnTo>
                    <a:pt x="2458020" y="1802922"/>
                  </a:lnTo>
                  <a:lnTo>
                    <a:pt x="2458020" y="1802491"/>
                  </a:lnTo>
                  <a:lnTo>
                    <a:pt x="2458138" y="1802491"/>
                  </a:lnTo>
                  <a:lnTo>
                    <a:pt x="2458255" y="1802491"/>
                  </a:lnTo>
                  <a:lnTo>
                    <a:pt x="2458373" y="1802491"/>
                  </a:lnTo>
                  <a:lnTo>
                    <a:pt x="2458373" y="1802061"/>
                  </a:lnTo>
                  <a:lnTo>
                    <a:pt x="2458490" y="1802061"/>
                  </a:lnTo>
                  <a:lnTo>
                    <a:pt x="2458608" y="1802061"/>
                  </a:lnTo>
                  <a:lnTo>
                    <a:pt x="2458608" y="1801630"/>
                  </a:lnTo>
                  <a:lnTo>
                    <a:pt x="2458726" y="1801630"/>
                  </a:lnTo>
                  <a:lnTo>
                    <a:pt x="2458843" y="1801630"/>
                  </a:lnTo>
                  <a:lnTo>
                    <a:pt x="2458961" y="1801630"/>
                  </a:lnTo>
                  <a:lnTo>
                    <a:pt x="2459079" y="1801630"/>
                  </a:lnTo>
                  <a:lnTo>
                    <a:pt x="2459196" y="1801630"/>
                  </a:lnTo>
                  <a:lnTo>
                    <a:pt x="2459314" y="1801630"/>
                  </a:lnTo>
                  <a:lnTo>
                    <a:pt x="2459431" y="1801630"/>
                  </a:lnTo>
                  <a:lnTo>
                    <a:pt x="2459549" y="1801630"/>
                  </a:lnTo>
                  <a:lnTo>
                    <a:pt x="2459667" y="1801630"/>
                  </a:lnTo>
                  <a:lnTo>
                    <a:pt x="2459667" y="1801199"/>
                  </a:lnTo>
                  <a:lnTo>
                    <a:pt x="2459667" y="1800769"/>
                  </a:lnTo>
                  <a:lnTo>
                    <a:pt x="2459784" y="1800769"/>
                  </a:lnTo>
                  <a:lnTo>
                    <a:pt x="2459902" y="1800769"/>
                  </a:lnTo>
                  <a:lnTo>
                    <a:pt x="2459902" y="1800338"/>
                  </a:lnTo>
                  <a:lnTo>
                    <a:pt x="2460019" y="1800338"/>
                  </a:lnTo>
                  <a:lnTo>
                    <a:pt x="2460137" y="1800338"/>
                  </a:lnTo>
                  <a:lnTo>
                    <a:pt x="2460255" y="1800338"/>
                  </a:lnTo>
                  <a:lnTo>
                    <a:pt x="2460372" y="1800338"/>
                  </a:lnTo>
                  <a:lnTo>
                    <a:pt x="2460372" y="1799908"/>
                  </a:lnTo>
                  <a:lnTo>
                    <a:pt x="2460490" y="1799908"/>
                  </a:lnTo>
                  <a:lnTo>
                    <a:pt x="2460608" y="1799908"/>
                  </a:lnTo>
                  <a:lnTo>
                    <a:pt x="2460725" y="1799908"/>
                  </a:lnTo>
                  <a:lnTo>
                    <a:pt x="2460843" y="1799908"/>
                  </a:lnTo>
                  <a:lnTo>
                    <a:pt x="2460960" y="1799908"/>
                  </a:lnTo>
                  <a:lnTo>
                    <a:pt x="2461078" y="1799908"/>
                  </a:lnTo>
                  <a:lnTo>
                    <a:pt x="2461196" y="1799908"/>
                  </a:lnTo>
                  <a:lnTo>
                    <a:pt x="2461313" y="1799908"/>
                  </a:lnTo>
                  <a:lnTo>
                    <a:pt x="2461313" y="1799477"/>
                  </a:lnTo>
                  <a:lnTo>
                    <a:pt x="2461431" y="1799477"/>
                  </a:lnTo>
                  <a:lnTo>
                    <a:pt x="2461548" y="1799477"/>
                  </a:lnTo>
                  <a:lnTo>
                    <a:pt x="2461666" y="1799477"/>
                  </a:lnTo>
                  <a:lnTo>
                    <a:pt x="2461784" y="1799477"/>
                  </a:lnTo>
                  <a:lnTo>
                    <a:pt x="2461784" y="1799046"/>
                  </a:lnTo>
                  <a:lnTo>
                    <a:pt x="2461784" y="1798616"/>
                  </a:lnTo>
                  <a:lnTo>
                    <a:pt x="2461901" y="1798616"/>
                  </a:lnTo>
                  <a:lnTo>
                    <a:pt x="2462019" y="1798616"/>
                  </a:lnTo>
                  <a:lnTo>
                    <a:pt x="2462137" y="1798616"/>
                  </a:lnTo>
                  <a:lnTo>
                    <a:pt x="2462137" y="1798185"/>
                  </a:lnTo>
                  <a:lnTo>
                    <a:pt x="2462254" y="1798185"/>
                  </a:lnTo>
                  <a:lnTo>
                    <a:pt x="2462254" y="1797755"/>
                  </a:lnTo>
                  <a:lnTo>
                    <a:pt x="2462372" y="1797755"/>
                  </a:lnTo>
                  <a:lnTo>
                    <a:pt x="2462489" y="1797755"/>
                  </a:lnTo>
                  <a:lnTo>
                    <a:pt x="2462607" y="1797755"/>
                  </a:lnTo>
                  <a:lnTo>
                    <a:pt x="2462725" y="1797755"/>
                  </a:lnTo>
                  <a:lnTo>
                    <a:pt x="2462725" y="1797324"/>
                  </a:lnTo>
                  <a:lnTo>
                    <a:pt x="2462842" y="1797324"/>
                  </a:lnTo>
                  <a:lnTo>
                    <a:pt x="2462960" y="1797324"/>
                  </a:lnTo>
                  <a:lnTo>
                    <a:pt x="2463077" y="1797324"/>
                  </a:lnTo>
                  <a:lnTo>
                    <a:pt x="2463195" y="1797324"/>
                  </a:lnTo>
                  <a:lnTo>
                    <a:pt x="2463313" y="1797324"/>
                  </a:lnTo>
                  <a:lnTo>
                    <a:pt x="2463313" y="1796893"/>
                  </a:lnTo>
                  <a:lnTo>
                    <a:pt x="2463430" y="1796893"/>
                  </a:lnTo>
                  <a:lnTo>
                    <a:pt x="2463548" y="1796893"/>
                  </a:lnTo>
                  <a:lnTo>
                    <a:pt x="2463548" y="1796463"/>
                  </a:lnTo>
                  <a:lnTo>
                    <a:pt x="2463666" y="1796463"/>
                  </a:lnTo>
                  <a:lnTo>
                    <a:pt x="2463783" y="1796463"/>
                  </a:lnTo>
                  <a:lnTo>
                    <a:pt x="2463901" y="1796463"/>
                  </a:lnTo>
                  <a:lnTo>
                    <a:pt x="2463901" y="1796032"/>
                  </a:lnTo>
                  <a:lnTo>
                    <a:pt x="2464018" y="1796032"/>
                  </a:lnTo>
                  <a:lnTo>
                    <a:pt x="2464136" y="1796032"/>
                  </a:lnTo>
                  <a:lnTo>
                    <a:pt x="2464254" y="1796032"/>
                  </a:lnTo>
                  <a:lnTo>
                    <a:pt x="2464371" y="1796032"/>
                  </a:lnTo>
                  <a:lnTo>
                    <a:pt x="2464489" y="1796032"/>
                  </a:lnTo>
                  <a:lnTo>
                    <a:pt x="2464606" y="1796032"/>
                  </a:lnTo>
                  <a:lnTo>
                    <a:pt x="2464724" y="1796032"/>
                  </a:lnTo>
                  <a:lnTo>
                    <a:pt x="2464842" y="1796032"/>
                  </a:lnTo>
                  <a:lnTo>
                    <a:pt x="2464959" y="1796032"/>
                  </a:lnTo>
                  <a:lnTo>
                    <a:pt x="2465077" y="1796032"/>
                  </a:lnTo>
                  <a:lnTo>
                    <a:pt x="2465194" y="1796032"/>
                  </a:lnTo>
                  <a:lnTo>
                    <a:pt x="2465312" y="1796032"/>
                  </a:lnTo>
                  <a:lnTo>
                    <a:pt x="2465430" y="1796032"/>
                  </a:lnTo>
                  <a:lnTo>
                    <a:pt x="2465547" y="1796032"/>
                  </a:lnTo>
                  <a:lnTo>
                    <a:pt x="2465547" y="1795602"/>
                  </a:lnTo>
                  <a:lnTo>
                    <a:pt x="2465665" y="1795602"/>
                  </a:lnTo>
                  <a:lnTo>
                    <a:pt x="2465783" y="1795602"/>
                  </a:lnTo>
                  <a:lnTo>
                    <a:pt x="2465900" y="1795602"/>
                  </a:lnTo>
                  <a:lnTo>
                    <a:pt x="2466018" y="1795602"/>
                  </a:lnTo>
                  <a:lnTo>
                    <a:pt x="2466135" y="1795602"/>
                  </a:lnTo>
                  <a:lnTo>
                    <a:pt x="2466253" y="1795602"/>
                  </a:lnTo>
                  <a:lnTo>
                    <a:pt x="2466371" y="1795602"/>
                  </a:lnTo>
                  <a:lnTo>
                    <a:pt x="2466488" y="1795602"/>
                  </a:lnTo>
                  <a:lnTo>
                    <a:pt x="2466606" y="1795602"/>
                  </a:lnTo>
                  <a:lnTo>
                    <a:pt x="2466723" y="1795602"/>
                  </a:lnTo>
                  <a:lnTo>
                    <a:pt x="2466723" y="1795171"/>
                  </a:lnTo>
                  <a:lnTo>
                    <a:pt x="2466841" y="1795171"/>
                  </a:lnTo>
                  <a:lnTo>
                    <a:pt x="2466959" y="1795171"/>
                  </a:lnTo>
                  <a:lnTo>
                    <a:pt x="2467076" y="1795171"/>
                  </a:lnTo>
                  <a:lnTo>
                    <a:pt x="2467194" y="1795171"/>
                  </a:lnTo>
                  <a:lnTo>
                    <a:pt x="2467312" y="1795171"/>
                  </a:lnTo>
                  <a:lnTo>
                    <a:pt x="2467429" y="1795171"/>
                  </a:lnTo>
                  <a:lnTo>
                    <a:pt x="2467547" y="1795171"/>
                  </a:lnTo>
                  <a:lnTo>
                    <a:pt x="2467664" y="1795171"/>
                  </a:lnTo>
                  <a:lnTo>
                    <a:pt x="2467664" y="1794740"/>
                  </a:lnTo>
                  <a:lnTo>
                    <a:pt x="2467782" y="1794740"/>
                  </a:lnTo>
                  <a:lnTo>
                    <a:pt x="2467900" y="1794740"/>
                  </a:lnTo>
                  <a:lnTo>
                    <a:pt x="2468017" y="1794740"/>
                  </a:lnTo>
                  <a:lnTo>
                    <a:pt x="2468135" y="1794740"/>
                  </a:lnTo>
                  <a:lnTo>
                    <a:pt x="2468135" y="1794310"/>
                  </a:lnTo>
                  <a:lnTo>
                    <a:pt x="2468252" y="1794310"/>
                  </a:lnTo>
                  <a:lnTo>
                    <a:pt x="2468370" y="1794310"/>
                  </a:lnTo>
                  <a:lnTo>
                    <a:pt x="2468488" y="1794310"/>
                  </a:lnTo>
                  <a:lnTo>
                    <a:pt x="2468605" y="1794310"/>
                  </a:lnTo>
                  <a:lnTo>
                    <a:pt x="2468723" y="1794310"/>
                  </a:lnTo>
                  <a:lnTo>
                    <a:pt x="2468841" y="1794310"/>
                  </a:lnTo>
                  <a:lnTo>
                    <a:pt x="2468958" y="1794310"/>
                  </a:lnTo>
                  <a:lnTo>
                    <a:pt x="2469076" y="1794310"/>
                  </a:lnTo>
                  <a:lnTo>
                    <a:pt x="2469193" y="1794310"/>
                  </a:lnTo>
                  <a:lnTo>
                    <a:pt x="2469311" y="1794310"/>
                  </a:lnTo>
                  <a:lnTo>
                    <a:pt x="2469311" y="1793879"/>
                  </a:lnTo>
                  <a:lnTo>
                    <a:pt x="2469429" y="1793879"/>
                  </a:lnTo>
                  <a:lnTo>
                    <a:pt x="2469546" y="1793879"/>
                  </a:lnTo>
                  <a:lnTo>
                    <a:pt x="2469546" y="1793449"/>
                  </a:lnTo>
                  <a:lnTo>
                    <a:pt x="2469664" y="1793449"/>
                  </a:lnTo>
                  <a:lnTo>
                    <a:pt x="2469664" y="1793018"/>
                  </a:lnTo>
                  <a:lnTo>
                    <a:pt x="2469781" y="1793018"/>
                  </a:lnTo>
                  <a:lnTo>
                    <a:pt x="2469899" y="1793018"/>
                  </a:lnTo>
                  <a:lnTo>
                    <a:pt x="2470017" y="1793018"/>
                  </a:lnTo>
                  <a:lnTo>
                    <a:pt x="2470134" y="1793018"/>
                  </a:lnTo>
                  <a:lnTo>
                    <a:pt x="2470252" y="1793018"/>
                  </a:lnTo>
                  <a:lnTo>
                    <a:pt x="2470370" y="1793018"/>
                  </a:lnTo>
                  <a:lnTo>
                    <a:pt x="2470487" y="1793018"/>
                  </a:lnTo>
                  <a:lnTo>
                    <a:pt x="2470605" y="1793018"/>
                  </a:lnTo>
                  <a:lnTo>
                    <a:pt x="2470722" y="1793018"/>
                  </a:lnTo>
                  <a:lnTo>
                    <a:pt x="2470840" y="1793018"/>
                  </a:lnTo>
                  <a:lnTo>
                    <a:pt x="2470958" y="1793018"/>
                  </a:lnTo>
                  <a:lnTo>
                    <a:pt x="2471075" y="1793018"/>
                  </a:lnTo>
                  <a:lnTo>
                    <a:pt x="2471193" y="1793018"/>
                  </a:lnTo>
                  <a:lnTo>
                    <a:pt x="2471193" y="1792587"/>
                  </a:lnTo>
                  <a:lnTo>
                    <a:pt x="2471310" y="1792587"/>
                  </a:lnTo>
                  <a:lnTo>
                    <a:pt x="2471428" y="1792587"/>
                  </a:lnTo>
                  <a:lnTo>
                    <a:pt x="2471546" y="1792587"/>
                  </a:lnTo>
                  <a:lnTo>
                    <a:pt x="2471546" y="1792157"/>
                  </a:lnTo>
                  <a:lnTo>
                    <a:pt x="2471663" y="1792157"/>
                  </a:lnTo>
                  <a:lnTo>
                    <a:pt x="2471663" y="1791726"/>
                  </a:lnTo>
                  <a:lnTo>
                    <a:pt x="2471781" y="1791726"/>
                  </a:lnTo>
                  <a:lnTo>
                    <a:pt x="2471899" y="1791726"/>
                  </a:lnTo>
                  <a:lnTo>
                    <a:pt x="2472016" y="1791726"/>
                  </a:lnTo>
                  <a:lnTo>
                    <a:pt x="2472016" y="1791296"/>
                  </a:lnTo>
                  <a:lnTo>
                    <a:pt x="2472134" y="1791296"/>
                  </a:lnTo>
                  <a:lnTo>
                    <a:pt x="2472251" y="1791296"/>
                  </a:lnTo>
                  <a:lnTo>
                    <a:pt x="2472369" y="1791296"/>
                  </a:lnTo>
                  <a:lnTo>
                    <a:pt x="2472487" y="1791296"/>
                  </a:lnTo>
                  <a:lnTo>
                    <a:pt x="2472604" y="1791296"/>
                  </a:lnTo>
                  <a:lnTo>
                    <a:pt x="2472722" y="1791296"/>
                  </a:lnTo>
                  <a:lnTo>
                    <a:pt x="2472839" y="1791296"/>
                  </a:lnTo>
                  <a:lnTo>
                    <a:pt x="2472957" y="1791296"/>
                  </a:lnTo>
                  <a:lnTo>
                    <a:pt x="2472957" y="1790865"/>
                  </a:lnTo>
                  <a:lnTo>
                    <a:pt x="2473075" y="1790865"/>
                  </a:lnTo>
                  <a:lnTo>
                    <a:pt x="2473192" y="1790865"/>
                  </a:lnTo>
                  <a:lnTo>
                    <a:pt x="2473310" y="1790865"/>
                  </a:lnTo>
                  <a:lnTo>
                    <a:pt x="2473427" y="1790865"/>
                  </a:lnTo>
                  <a:lnTo>
                    <a:pt x="2473545" y="1790865"/>
                  </a:lnTo>
                  <a:lnTo>
                    <a:pt x="2473545" y="1790434"/>
                  </a:lnTo>
                  <a:lnTo>
                    <a:pt x="2473545" y="1790004"/>
                  </a:lnTo>
                  <a:lnTo>
                    <a:pt x="2473545" y="1789573"/>
                  </a:lnTo>
                  <a:lnTo>
                    <a:pt x="2473663" y="1789573"/>
                  </a:lnTo>
                  <a:lnTo>
                    <a:pt x="2473780" y="1789573"/>
                  </a:lnTo>
                  <a:lnTo>
                    <a:pt x="2473898" y="1789573"/>
                  </a:lnTo>
                  <a:lnTo>
                    <a:pt x="2474016" y="1789573"/>
                  </a:lnTo>
                  <a:lnTo>
                    <a:pt x="2474133" y="1789573"/>
                  </a:lnTo>
                  <a:lnTo>
                    <a:pt x="2474133" y="1789143"/>
                  </a:lnTo>
                  <a:lnTo>
                    <a:pt x="2474133" y="1788712"/>
                  </a:lnTo>
                  <a:lnTo>
                    <a:pt x="2474251" y="1788712"/>
                  </a:lnTo>
                  <a:lnTo>
                    <a:pt x="2474368" y="1788712"/>
                  </a:lnTo>
                  <a:lnTo>
                    <a:pt x="2474486" y="1788712"/>
                  </a:lnTo>
                  <a:lnTo>
                    <a:pt x="2474604" y="1788712"/>
                  </a:lnTo>
                  <a:lnTo>
                    <a:pt x="2474721" y="1788712"/>
                  </a:lnTo>
                  <a:lnTo>
                    <a:pt x="2474839" y="1788712"/>
                  </a:lnTo>
                  <a:lnTo>
                    <a:pt x="2474956" y="1788712"/>
                  </a:lnTo>
                  <a:lnTo>
                    <a:pt x="2474956" y="1788281"/>
                  </a:lnTo>
                  <a:lnTo>
                    <a:pt x="2475074" y="1788281"/>
                  </a:lnTo>
                  <a:lnTo>
                    <a:pt x="2475074" y="1787851"/>
                  </a:lnTo>
                  <a:lnTo>
                    <a:pt x="2475192" y="1787851"/>
                  </a:lnTo>
                  <a:lnTo>
                    <a:pt x="2475192" y="1787420"/>
                  </a:lnTo>
                  <a:lnTo>
                    <a:pt x="2475309" y="1787420"/>
                  </a:lnTo>
                  <a:lnTo>
                    <a:pt x="2475309" y="1786990"/>
                  </a:lnTo>
                  <a:lnTo>
                    <a:pt x="2475427" y="1786990"/>
                  </a:lnTo>
                  <a:lnTo>
                    <a:pt x="2475427" y="1786559"/>
                  </a:lnTo>
                  <a:lnTo>
                    <a:pt x="2475545" y="1786559"/>
                  </a:lnTo>
                  <a:lnTo>
                    <a:pt x="2475662" y="1786559"/>
                  </a:lnTo>
                  <a:lnTo>
                    <a:pt x="2475780" y="1786559"/>
                  </a:lnTo>
                  <a:lnTo>
                    <a:pt x="2475897" y="1786559"/>
                  </a:lnTo>
                  <a:lnTo>
                    <a:pt x="2476015" y="1786559"/>
                  </a:lnTo>
                  <a:lnTo>
                    <a:pt x="2476133" y="1786559"/>
                  </a:lnTo>
                  <a:lnTo>
                    <a:pt x="2476250" y="1786559"/>
                  </a:lnTo>
                  <a:lnTo>
                    <a:pt x="2476250" y="1786128"/>
                  </a:lnTo>
                  <a:lnTo>
                    <a:pt x="2476368" y="1786128"/>
                  </a:lnTo>
                  <a:lnTo>
                    <a:pt x="2476485" y="1786128"/>
                  </a:lnTo>
                  <a:lnTo>
                    <a:pt x="2476603" y="1786128"/>
                  </a:lnTo>
                  <a:lnTo>
                    <a:pt x="2476721" y="1786128"/>
                  </a:lnTo>
                  <a:lnTo>
                    <a:pt x="2476838" y="1786128"/>
                  </a:lnTo>
                  <a:lnTo>
                    <a:pt x="2476956" y="1786128"/>
                  </a:lnTo>
                  <a:lnTo>
                    <a:pt x="2477074" y="1786128"/>
                  </a:lnTo>
                  <a:lnTo>
                    <a:pt x="2477191" y="1786128"/>
                  </a:lnTo>
                  <a:lnTo>
                    <a:pt x="2477309" y="1786128"/>
                  </a:lnTo>
                  <a:lnTo>
                    <a:pt x="2477426" y="1786128"/>
                  </a:lnTo>
                  <a:lnTo>
                    <a:pt x="2477544" y="1786128"/>
                  </a:lnTo>
                  <a:lnTo>
                    <a:pt x="2477662" y="1786128"/>
                  </a:lnTo>
                  <a:lnTo>
                    <a:pt x="2477779" y="1786128"/>
                  </a:lnTo>
                  <a:lnTo>
                    <a:pt x="2477897" y="1786128"/>
                  </a:lnTo>
                  <a:lnTo>
                    <a:pt x="2478014" y="1786128"/>
                  </a:lnTo>
                  <a:lnTo>
                    <a:pt x="2478014" y="1785698"/>
                  </a:lnTo>
                  <a:lnTo>
                    <a:pt x="2478132" y="1785698"/>
                  </a:lnTo>
                  <a:lnTo>
                    <a:pt x="2478250" y="1785698"/>
                  </a:lnTo>
                  <a:lnTo>
                    <a:pt x="2478367" y="1785698"/>
                  </a:lnTo>
                  <a:lnTo>
                    <a:pt x="2478485" y="1785698"/>
                  </a:lnTo>
                  <a:lnTo>
                    <a:pt x="2478485" y="1785267"/>
                  </a:lnTo>
                  <a:lnTo>
                    <a:pt x="2478603" y="1785267"/>
                  </a:lnTo>
                  <a:lnTo>
                    <a:pt x="2478720" y="1785267"/>
                  </a:lnTo>
                  <a:lnTo>
                    <a:pt x="2478838" y="1785267"/>
                  </a:lnTo>
                  <a:lnTo>
                    <a:pt x="2478955" y="1785267"/>
                  </a:lnTo>
                  <a:lnTo>
                    <a:pt x="2478955" y="1784837"/>
                  </a:lnTo>
                  <a:lnTo>
                    <a:pt x="2479073" y="1784837"/>
                  </a:lnTo>
                  <a:lnTo>
                    <a:pt x="2479073" y="1784406"/>
                  </a:lnTo>
                  <a:lnTo>
                    <a:pt x="2479191" y="1784406"/>
                  </a:lnTo>
                  <a:lnTo>
                    <a:pt x="2479308" y="1784406"/>
                  </a:lnTo>
                  <a:lnTo>
                    <a:pt x="2479426" y="1784406"/>
                  </a:lnTo>
                  <a:lnTo>
                    <a:pt x="2479543" y="1784406"/>
                  </a:lnTo>
                  <a:lnTo>
                    <a:pt x="2479661" y="1784406"/>
                  </a:lnTo>
                  <a:lnTo>
                    <a:pt x="2479661" y="1783975"/>
                  </a:lnTo>
                  <a:lnTo>
                    <a:pt x="2479779" y="1783975"/>
                  </a:lnTo>
                  <a:lnTo>
                    <a:pt x="2479779" y="1783545"/>
                  </a:lnTo>
                  <a:lnTo>
                    <a:pt x="2479896" y="1783545"/>
                  </a:lnTo>
                  <a:lnTo>
                    <a:pt x="2480014" y="1783545"/>
                  </a:lnTo>
                  <a:lnTo>
                    <a:pt x="2480132" y="1783545"/>
                  </a:lnTo>
                  <a:lnTo>
                    <a:pt x="2480249" y="1783545"/>
                  </a:lnTo>
                  <a:lnTo>
                    <a:pt x="2480367" y="1783545"/>
                  </a:lnTo>
                  <a:lnTo>
                    <a:pt x="2480484" y="1783545"/>
                  </a:lnTo>
                  <a:lnTo>
                    <a:pt x="2480602" y="1783545"/>
                  </a:lnTo>
                  <a:lnTo>
                    <a:pt x="2480720" y="1783545"/>
                  </a:lnTo>
                  <a:lnTo>
                    <a:pt x="2480837" y="1783545"/>
                  </a:lnTo>
                  <a:lnTo>
                    <a:pt x="2480955" y="1783545"/>
                  </a:lnTo>
                  <a:lnTo>
                    <a:pt x="2481072" y="1783545"/>
                  </a:lnTo>
                  <a:lnTo>
                    <a:pt x="2481072" y="1783114"/>
                  </a:lnTo>
                  <a:lnTo>
                    <a:pt x="2481190" y="1783114"/>
                  </a:lnTo>
                  <a:lnTo>
                    <a:pt x="2481308" y="1783114"/>
                  </a:lnTo>
                  <a:lnTo>
                    <a:pt x="2481425" y="1783114"/>
                  </a:lnTo>
                  <a:lnTo>
                    <a:pt x="2481543" y="1783114"/>
                  </a:lnTo>
                  <a:lnTo>
                    <a:pt x="2481660" y="1783114"/>
                  </a:lnTo>
                  <a:lnTo>
                    <a:pt x="2481660" y="1782684"/>
                  </a:lnTo>
                  <a:lnTo>
                    <a:pt x="2481778" y="1782684"/>
                  </a:lnTo>
                  <a:lnTo>
                    <a:pt x="2481778" y="1782253"/>
                  </a:lnTo>
                  <a:lnTo>
                    <a:pt x="2481896" y="1782253"/>
                  </a:lnTo>
                  <a:lnTo>
                    <a:pt x="2481896" y="1781822"/>
                  </a:lnTo>
                  <a:lnTo>
                    <a:pt x="2482013" y="1781822"/>
                  </a:lnTo>
                  <a:lnTo>
                    <a:pt x="2482131" y="1781822"/>
                  </a:lnTo>
                  <a:lnTo>
                    <a:pt x="2482131" y="1781392"/>
                  </a:lnTo>
                  <a:lnTo>
                    <a:pt x="2482249" y="1781392"/>
                  </a:lnTo>
                  <a:lnTo>
                    <a:pt x="2482366" y="1781392"/>
                  </a:lnTo>
                  <a:lnTo>
                    <a:pt x="2482484" y="1781392"/>
                  </a:lnTo>
                  <a:lnTo>
                    <a:pt x="2482484" y="1780961"/>
                  </a:lnTo>
                  <a:lnTo>
                    <a:pt x="2482484" y="1780531"/>
                  </a:lnTo>
                  <a:lnTo>
                    <a:pt x="2482601" y="1780531"/>
                  </a:lnTo>
                  <a:lnTo>
                    <a:pt x="2482601" y="1780100"/>
                  </a:lnTo>
                  <a:lnTo>
                    <a:pt x="2482601" y="1779669"/>
                  </a:lnTo>
                  <a:lnTo>
                    <a:pt x="2482719" y="1779669"/>
                  </a:lnTo>
                  <a:lnTo>
                    <a:pt x="2482837" y="1779669"/>
                  </a:lnTo>
                  <a:lnTo>
                    <a:pt x="2482954" y="1779669"/>
                  </a:lnTo>
                  <a:lnTo>
                    <a:pt x="2483072" y="1779669"/>
                  </a:lnTo>
                  <a:lnTo>
                    <a:pt x="2483072" y="1779239"/>
                  </a:lnTo>
                  <a:lnTo>
                    <a:pt x="2483072" y="1778808"/>
                  </a:lnTo>
                  <a:lnTo>
                    <a:pt x="2483189" y="1778808"/>
                  </a:lnTo>
                  <a:lnTo>
                    <a:pt x="2483307" y="1778808"/>
                  </a:lnTo>
                  <a:lnTo>
                    <a:pt x="2483307" y="1778378"/>
                  </a:lnTo>
                  <a:lnTo>
                    <a:pt x="2483425" y="1778378"/>
                  </a:lnTo>
                  <a:lnTo>
                    <a:pt x="2483542" y="1778378"/>
                  </a:lnTo>
                  <a:lnTo>
                    <a:pt x="2483542" y="1777947"/>
                  </a:lnTo>
                  <a:lnTo>
                    <a:pt x="2483660" y="1777947"/>
                  </a:lnTo>
                  <a:lnTo>
                    <a:pt x="2483778" y="1777947"/>
                  </a:lnTo>
                  <a:lnTo>
                    <a:pt x="2483778" y="1777516"/>
                  </a:lnTo>
                  <a:lnTo>
                    <a:pt x="2483895" y="1777516"/>
                  </a:lnTo>
                  <a:lnTo>
                    <a:pt x="2484013" y="1777516"/>
                  </a:lnTo>
                  <a:lnTo>
                    <a:pt x="2484130" y="1777516"/>
                  </a:lnTo>
                  <a:lnTo>
                    <a:pt x="2484248" y="1777516"/>
                  </a:lnTo>
                  <a:lnTo>
                    <a:pt x="2484366" y="1777516"/>
                  </a:lnTo>
                  <a:lnTo>
                    <a:pt x="2484483" y="1777516"/>
                  </a:lnTo>
                  <a:lnTo>
                    <a:pt x="2484601" y="1777516"/>
                  </a:lnTo>
                  <a:lnTo>
                    <a:pt x="2484718" y="1777516"/>
                  </a:lnTo>
                  <a:lnTo>
                    <a:pt x="2484836" y="1777516"/>
                  </a:lnTo>
                  <a:lnTo>
                    <a:pt x="2484954" y="1777516"/>
                  </a:lnTo>
                  <a:lnTo>
                    <a:pt x="2485071" y="1777516"/>
                  </a:lnTo>
                  <a:lnTo>
                    <a:pt x="2485189" y="1777516"/>
                  </a:lnTo>
                  <a:lnTo>
                    <a:pt x="2485189" y="1777086"/>
                  </a:lnTo>
                  <a:lnTo>
                    <a:pt x="2485189" y="1776655"/>
                  </a:lnTo>
                  <a:lnTo>
                    <a:pt x="2485307" y="1776655"/>
                  </a:lnTo>
                  <a:lnTo>
                    <a:pt x="2485424" y="1776655"/>
                  </a:lnTo>
                  <a:lnTo>
                    <a:pt x="2485542" y="1776655"/>
                  </a:lnTo>
                  <a:lnTo>
                    <a:pt x="2485659" y="1776655"/>
                  </a:lnTo>
                  <a:lnTo>
                    <a:pt x="2485777" y="1776655"/>
                  </a:lnTo>
                  <a:lnTo>
                    <a:pt x="2485895" y="1776655"/>
                  </a:lnTo>
                  <a:lnTo>
                    <a:pt x="2486012" y="1776655"/>
                  </a:lnTo>
                  <a:lnTo>
                    <a:pt x="2486130" y="1776655"/>
                  </a:lnTo>
                  <a:lnTo>
                    <a:pt x="2486247" y="1776655"/>
                  </a:lnTo>
                  <a:lnTo>
                    <a:pt x="2486365" y="1776655"/>
                  </a:lnTo>
                  <a:lnTo>
                    <a:pt x="2486365" y="1776225"/>
                  </a:lnTo>
                  <a:lnTo>
                    <a:pt x="2486365" y="1775794"/>
                  </a:lnTo>
                  <a:lnTo>
                    <a:pt x="2486483" y="1775794"/>
                  </a:lnTo>
                  <a:lnTo>
                    <a:pt x="2486600" y="1775794"/>
                  </a:lnTo>
                  <a:lnTo>
                    <a:pt x="2486718" y="1775794"/>
                  </a:lnTo>
                  <a:lnTo>
                    <a:pt x="2486836" y="1775794"/>
                  </a:lnTo>
                  <a:lnTo>
                    <a:pt x="2486953" y="1775794"/>
                  </a:lnTo>
                  <a:lnTo>
                    <a:pt x="2487071" y="1775794"/>
                  </a:lnTo>
                  <a:lnTo>
                    <a:pt x="2487188" y="1775794"/>
                  </a:lnTo>
                  <a:lnTo>
                    <a:pt x="2487188" y="1775363"/>
                  </a:lnTo>
                  <a:lnTo>
                    <a:pt x="2487306" y="1775363"/>
                  </a:lnTo>
                  <a:lnTo>
                    <a:pt x="2487306" y="1774933"/>
                  </a:lnTo>
                  <a:lnTo>
                    <a:pt x="2487424" y="1774933"/>
                  </a:lnTo>
                  <a:lnTo>
                    <a:pt x="2487541" y="1774933"/>
                  </a:lnTo>
                  <a:lnTo>
                    <a:pt x="2487659" y="1774933"/>
                  </a:lnTo>
                  <a:lnTo>
                    <a:pt x="2487776" y="1774933"/>
                  </a:lnTo>
                  <a:lnTo>
                    <a:pt x="2487894" y="1774933"/>
                  </a:lnTo>
                  <a:lnTo>
                    <a:pt x="2488012" y="1774933"/>
                  </a:lnTo>
                  <a:lnTo>
                    <a:pt x="2488129" y="1774933"/>
                  </a:lnTo>
                  <a:lnTo>
                    <a:pt x="2488247" y="1774933"/>
                  </a:lnTo>
                  <a:lnTo>
                    <a:pt x="2488247" y="1774502"/>
                  </a:lnTo>
                  <a:lnTo>
                    <a:pt x="2488365" y="1774502"/>
                  </a:lnTo>
                  <a:lnTo>
                    <a:pt x="2488482" y="1774502"/>
                  </a:lnTo>
                  <a:lnTo>
                    <a:pt x="2488482" y="1774072"/>
                  </a:lnTo>
                  <a:lnTo>
                    <a:pt x="2488482" y="1773641"/>
                  </a:lnTo>
                  <a:lnTo>
                    <a:pt x="2488600" y="1773641"/>
                  </a:lnTo>
                  <a:lnTo>
                    <a:pt x="2488600" y="1773210"/>
                  </a:lnTo>
                  <a:lnTo>
                    <a:pt x="2488717" y="1773210"/>
                  </a:lnTo>
                  <a:lnTo>
                    <a:pt x="2488717" y="1772780"/>
                  </a:lnTo>
                  <a:lnTo>
                    <a:pt x="2488835" y="1772780"/>
                  </a:lnTo>
                  <a:lnTo>
                    <a:pt x="2488953" y="1772780"/>
                  </a:lnTo>
                  <a:lnTo>
                    <a:pt x="2489070" y="1772780"/>
                  </a:lnTo>
                  <a:lnTo>
                    <a:pt x="2489188" y="1772780"/>
                  </a:lnTo>
                  <a:lnTo>
                    <a:pt x="2489305" y="1772780"/>
                  </a:lnTo>
                  <a:lnTo>
                    <a:pt x="2489423" y="1772780"/>
                  </a:lnTo>
                  <a:lnTo>
                    <a:pt x="2489541" y="1772780"/>
                  </a:lnTo>
                  <a:lnTo>
                    <a:pt x="2489541" y="1772349"/>
                  </a:lnTo>
                  <a:lnTo>
                    <a:pt x="2489658" y="1772349"/>
                  </a:lnTo>
                  <a:lnTo>
                    <a:pt x="2489658" y="1771919"/>
                  </a:lnTo>
                  <a:lnTo>
                    <a:pt x="2489776" y="1771919"/>
                  </a:lnTo>
                  <a:lnTo>
                    <a:pt x="2489893" y="1771919"/>
                  </a:lnTo>
                  <a:lnTo>
                    <a:pt x="2490011" y="1771919"/>
                  </a:lnTo>
                  <a:lnTo>
                    <a:pt x="2490129" y="1771919"/>
                  </a:lnTo>
                  <a:lnTo>
                    <a:pt x="2490246" y="1771919"/>
                  </a:lnTo>
                  <a:lnTo>
                    <a:pt x="2490246" y="1771488"/>
                  </a:lnTo>
                  <a:lnTo>
                    <a:pt x="2490246" y="1771057"/>
                  </a:lnTo>
                  <a:lnTo>
                    <a:pt x="2490364" y="1771057"/>
                  </a:lnTo>
                  <a:lnTo>
                    <a:pt x="2490482" y="1771057"/>
                  </a:lnTo>
                  <a:lnTo>
                    <a:pt x="2490482" y="1770627"/>
                  </a:lnTo>
                  <a:lnTo>
                    <a:pt x="2490599" y="1770627"/>
                  </a:lnTo>
                  <a:lnTo>
                    <a:pt x="2490717" y="1770627"/>
                  </a:lnTo>
                  <a:lnTo>
                    <a:pt x="2490834" y="1770627"/>
                  </a:lnTo>
                  <a:lnTo>
                    <a:pt x="2490834" y="1770196"/>
                  </a:lnTo>
                  <a:lnTo>
                    <a:pt x="2490952" y="1770196"/>
                  </a:lnTo>
                  <a:lnTo>
                    <a:pt x="2491070" y="1770196"/>
                  </a:lnTo>
                  <a:lnTo>
                    <a:pt x="2491187" y="1770196"/>
                  </a:lnTo>
                  <a:lnTo>
                    <a:pt x="2491305" y="1770196"/>
                  </a:lnTo>
                  <a:lnTo>
                    <a:pt x="2491305" y="1769766"/>
                  </a:lnTo>
                  <a:lnTo>
                    <a:pt x="2491422" y="1769766"/>
                  </a:lnTo>
                  <a:lnTo>
                    <a:pt x="2491540" y="1769766"/>
                  </a:lnTo>
                  <a:lnTo>
                    <a:pt x="2491658" y="1769766"/>
                  </a:lnTo>
                  <a:lnTo>
                    <a:pt x="2491775" y="1769766"/>
                  </a:lnTo>
                  <a:lnTo>
                    <a:pt x="2491893" y="1769766"/>
                  </a:lnTo>
                  <a:lnTo>
                    <a:pt x="2491893" y="1769335"/>
                  </a:lnTo>
                  <a:lnTo>
                    <a:pt x="2492011" y="1769335"/>
                  </a:lnTo>
                  <a:lnTo>
                    <a:pt x="2492128" y="1769335"/>
                  </a:lnTo>
                  <a:lnTo>
                    <a:pt x="2492246" y="1769335"/>
                  </a:lnTo>
                  <a:lnTo>
                    <a:pt x="2492363" y="1769335"/>
                  </a:lnTo>
                  <a:lnTo>
                    <a:pt x="2492481" y="1769335"/>
                  </a:lnTo>
                  <a:lnTo>
                    <a:pt x="2492599" y="1769335"/>
                  </a:lnTo>
                  <a:lnTo>
                    <a:pt x="2492716" y="1769335"/>
                  </a:lnTo>
                  <a:lnTo>
                    <a:pt x="2492834" y="1769335"/>
                  </a:lnTo>
                  <a:lnTo>
                    <a:pt x="2492834" y="1768904"/>
                  </a:lnTo>
                  <a:lnTo>
                    <a:pt x="2492951" y="1768904"/>
                  </a:lnTo>
                  <a:lnTo>
                    <a:pt x="2492951" y="1768474"/>
                  </a:lnTo>
                  <a:lnTo>
                    <a:pt x="2492951" y="1768043"/>
                  </a:lnTo>
                  <a:lnTo>
                    <a:pt x="2493069" y="1768043"/>
                  </a:lnTo>
                  <a:lnTo>
                    <a:pt x="2493187" y="1768043"/>
                  </a:lnTo>
                  <a:lnTo>
                    <a:pt x="2493304" y="1768043"/>
                  </a:lnTo>
                  <a:lnTo>
                    <a:pt x="2493422" y="1768043"/>
                  </a:lnTo>
                  <a:lnTo>
                    <a:pt x="2493540" y="1768043"/>
                  </a:lnTo>
                  <a:lnTo>
                    <a:pt x="2493540" y="1767613"/>
                  </a:lnTo>
                  <a:lnTo>
                    <a:pt x="2493657" y="1767613"/>
                  </a:lnTo>
                  <a:lnTo>
                    <a:pt x="2493775" y="1767613"/>
                  </a:lnTo>
                  <a:lnTo>
                    <a:pt x="2493892" y="1767613"/>
                  </a:lnTo>
                  <a:lnTo>
                    <a:pt x="2494010" y="1767613"/>
                  </a:lnTo>
                  <a:lnTo>
                    <a:pt x="2494128" y="1767613"/>
                  </a:lnTo>
                  <a:lnTo>
                    <a:pt x="2494245" y="1767613"/>
                  </a:lnTo>
                  <a:lnTo>
                    <a:pt x="2494363" y="1767613"/>
                  </a:lnTo>
                  <a:lnTo>
                    <a:pt x="2494480" y="1767613"/>
                  </a:lnTo>
                  <a:lnTo>
                    <a:pt x="2494598" y="1767613"/>
                  </a:lnTo>
                  <a:lnTo>
                    <a:pt x="2494716" y="1767613"/>
                  </a:lnTo>
                  <a:lnTo>
                    <a:pt x="2494833" y="1767613"/>
                  </a:lnTo>
                  <a:lnTo>
                    <a:pt x="2494951" y="1767613"/>
                  </a:lnTo>
                  <a:lnTo>
                    <a:pt x="2495069" y="1767613"/>
                  </a:lnTo>
                  <a:lnTo>
                    <a:pt x="2495069" y="1767182"/>
                  </a:lnTo>
                  <a:lnTo>
                    <a:pt x="2495186" y="1767182"/>
                  </a:lnTo>
                  <a:lnTo>
                    <a:pt x="2495304" y="1767182"/>
                  </a:lnTo>
                  <a:lnTo>
                    <a:pt x="2495421" y="1767182"/>
                  </a:lnTo>
                  <a:lnTo>
                    <a:pt x="2495421" y="1766751"/>
                  </a:lnTo>
                  <a:lnTo>
                    <a:pt x="2495539" y="1766751"/>
                  </a:lnTo>
                  <a:lnTo>
                    <a:pt x="2495657" y="1766751"/>
                  </a:lnTo>
                  <a:lnTo>
                    <a:pt x="2495657" y="1766321"/>
                  </a:lnTo>
                  <a:lnTo>
                    <a:pt x="2495774" y="1766321"/>
                  </a:lnTo>
                  <a:lnTo>
                    <a:pt x="2495892" y="1766321"/>
                  </a:lnTo>
                  <a:lnTo>
                    <a:pt x="2496009" y="1766321"/>
                  </a:lnTo>
                  <a:lnTo>
                    <a:pt x="2496127" y="1766321"/>
                  </a:lnTo>
                  <a:lnTo>
                    <a:pt x="2496245" y="1766321"/>
                  </a:lnTo>
                  <a:lnTo>
                    <a:pt x="2496245" y="1765890"/>
                  </a:lnTo>
                  <a:lnTo>
                    <a:pt x="2496362" y="1765890"/>
                  </a:lnTo>
                  <a:lnTo>
                    <a:pt x="2496480" y="1765890"/>
                  </a:lnTo>
                  <a:lnTo>
                    <a:pt x="2496598" y="1765890"/>
                  </a:lnTo>
                  <a:lnTo>
                    <a:pt x="2496598" y="1765460"/>
                  </a:lnTo>
                  <a:lnTo>
                    <a:pt x="2496715" y="1765460"/>
                  </a:lnTo>
                  <a:lnTo>
                    <a:pt x="2496715" y="1765029"/>
                  </a:lnTo>
                  <a:lnTo>
                    <a:pt x="2496833" y="1765029"/>
                  </a:lnTo>
                  <a:lnTo>
                    <a:pt x="2496950" y="1765029"/>
                  </a:lnTo>
                  <a:lnTo>
                    <a:pt x="2496950" y="1764598"/>
                  </a:lnTo>
                  <a:lnTo>
                    <a:pt x="2497068" y="1764598"/>
                  </a:lnTo>
                  <a:lnTo>
                    <a:pt x="2497186" y="1764598"/>
                  </a:lnTo>
                  <a:lnTo>
                    <a:pt x="2497303" y="1764598"/>
                  </a:lnTo>
                  <a:lnTo>
                    <a:pt x="2497421" y="1764598"/>
                  </a:lnTo>
                  <a:lnTo>
                    <a:pt x="2497538" y="1764598"/>
                  </a:lnTo>
                  <a:lnTo>
                    <a:pt x="2497656" y="1764598"/>
                  </a:lnTo>
                  <a:lnTo>
                    <a:pt x="2497774" y="1764598"/>
                  </a:lnTo>
                  <a:lnTo>
                    <a:pt x="2497891" y="1764598"/>
                  </a:lnTo>
                  <a:lnTo>
                    <a:pt x="2498009" y="1764598"/>
                  </a:lnTo>
                  <a:lnTo>
                    <a:pt x="2498126" y="1764598"/>
                  </a:lnTo>
                  <a:lnTo>
                    <a:pt x="2498244" y="1764598"/>
                  </a:lnTo>
                  <a:lnTo>
                    <a:pt x="2498362" y="1764598"/>
                  </a:lnTo>
                  <a:lnTo>
                    <a:pt x="2498479" y="1764598"/>
                  </a:lnTo>
                  <a:lnTo>
                    <a:pt x="2498597" y="1764598"/>
                  </a:lnTo>
                  <a:lnTo>
                    <a:pt x="2498715" y="1764598"/>
                  </a:lnTo>
                  <a:lnTo>
                    <a:pt x="2498832" y="1764598"/>
                  </a:lnTo>
                  <a:lnTo>
                    <a:pt x="2498950" y="1764598"/>
                  </a:lnTo>
                  <a:lnTo>
                    <a:pt x="2499067" y="1764598"/>
                  </a:lnTo>
                  <a:lnTo>
                    <a:pt x="2499185" y="1764598"/>
                  </a:lnTo>
                  <a:lnTo>
                    <a:pt x="2499303" y="1764598"/>
                  </a:lnTo>
                  <a:lnTo>
                    <a:pt x="2499420" y="1764598"/>
                  </a:lnTo>
                  <a:lnTo>
                    <a:pt x="2499538" y="1764598"/>
                  </a:lnTo>
                  <a:lnTo>
                    <a:pt x="2499655" y="1764598"/>
                  </a:lnTo>
                  <a:lnTo>
                    <a:pt x="2499773" y="1764598"/>
                  </a:lnTo>
                  <a:lnTo>
                    <a:pt x="2499891" y="1764598"/>
                  </a:lnTo>
                  <a:lnTo>
                    <a:pt x="2500008" y="1764598"/>
                  </a:lnTo>
                  <a:lnTo>
                    <a:pt x="2500008" y="1764168"/>
                  </a:lnTo>
                  <a:lnTo>
                    <a:pt x="2500008" y="1763737"/>
                  </a:lnTo>
                  <a:lnTo>
                    <a:pt x="2500008" y="1763307"/>
                  </a:lnTo>
                  <a:lnTo>
                    <a:pt x="2500008" y="1762876"/>
                  </a:lnTo>
                  <a:lnTo>
                    <a:pt x="2500126" y="1762876"/>
                  </a:lnTo>
                  <a:lnTo>
                    <a:pt x="2500126" y="1762445"/>
                  </a:lnTo>
                  <a:lnTo>
                    <a:pt x="2500244" y="1762445"/>
                  </a:lnTo>
                  <a:lnTo>
                    <a:pt x="2500361" y="1762445"/>
                  </a:lnTo>
                  <a:lnTo>
                    <a:pt x="2500361" y="1762015"/>
                  </a:lnTo>
                  <a:lnTo>
                    <a:pt x="2500479" y="1762015"/>
                  </a:lnTo>
                  <a:lnTo>
                    <a:pt x="2500596" y="1762015"/>
                  </a:lnTo>
                  <a:lnTo>
                    <a:pt x="2500714" y="1762015"/>
                  </a:lnTo>
                  <a:lnTo>
                    <a:pt x="2500832" y="1762015"/>
                  </a:lnTo>
                  <a:lnTo>
                    <a:pt x="2500949" y="1762015"/>
                  </a:lnTo>
                  <a:lnTo>
                    <a:pt x="2501067" y="1762015"/>
                  </a:lnTo>
                  <a:lnTo>
                    <a:pt x="2501184" y="1762015"/>
                  </a:lnTo>
                  <a:lnTo>
                    <a:pt x="2501302" y="1762015"/>
                  </a:lnTo>
                  <a:lnTo>
                    <a:pt x="2501420" y="1762015"/>
                  </a:lnTo>
                  <a:lnTo>
                    <a:pt x="2501537" y="1762015"/>
                  </a:lnTo>
                  <a:lnTo>
                    <a:pt x="2501655" y="1762015"/>
                  </a:lnTo>
                  <a:lnTo>
                    <a:pt x="2501773" y="1762015"/>
                  </a:lnTo>
                  <a:lnTo>
                    <a:pt x="2501890" y="1762015"/>
                  </a:lnTo>
                  <a:lnTo>
                    <a:pt x="2502008" y="1762015"/>
                  </a:lnTo>
                  <a:lnTo>
                    <a:pt x="2502125" y="1762015"/>
                  </a:lnTo>
                  <a:lnTo>
                    <a:pt x="2502125" y="1761584"/>
                  </a:lnTo>
                  <a:lnTo>
                    <a:pt x="2502243" y="1761584"/>
                  </a:lnTo>
                  <a:lnTo>
                    <a:pt x="2502361" y="1761584"/>
                  </a:lnTo>
                  <a:lnTo>
                    <a:pt x="2502478" y="1761584"/>
                  </a:lnTo>
                  <a:lnTo>
                    <a:pt x="2502596" y="1761584"/>
                  </a:lnTo>
                  <a:lnTo>
                    <a:pt x="2502713" y="1761584"/>
                  </a:lnTo>
                  <a:lnTo>
                    <a:pt x="2502831" y="1761584"/>
                  </a:lnTo>
                  <a:lnTo>
                    <a:pt x="2502949" y="1761584"/>
                  </a:lnTo>
                  <a:lnTo>
                    <a:pt x="2503066" y="1761584"/>
                  </a:lnTo>
                  <a:lnTo>
                    <a:pt x="2503066" y="1761154"/>
                  </a:lnTo>
                  <a:lnTo>
                    <a:pt x="2503184" y="1761154"/>
                  </a:lnTo>
                  <a:lnTo>
                    <a:pt x="2503302" y="1761154"/>
                  </a:lnTo>
                  <a:lnTo>
                    <a:pt x="2503419" y="1761154"/>
                  </a:lnTo>
                  <a:lnTo>
                    <a:pt x="2503419" y="1760723"/>
                  </a:lnTo>
                  <a:lnTo>
                    <a:pt x="2503419" y="1760292"/>
                  </a:lnTo>
                  <a:lnTo>
                    <a:pt x="2503537" y="1760292"/>
                  </a:lnTo>
                  <a:lnTo>
                    <a:pt x="2503654" y="1760292"/>
                  </a:lnTo>
                  <a:lnTo>
                    <a:pt x="2503772" y="1760292"/>
                  </a:lnTo>
                  <a:lnTo>
                    <a:pt x="2503890" y="1760292"/>
                  </a:lnTo>
                  <a:lnTo>
                    <a:pt x="2504007" y="1760292"/>
                  </a:lnTo>
                  <a:lnTo>
                    <a:pt x="2504125" y="1760292"/>
                  </a:lnTo>
                  <a:lnTo>
                    <a:pt x="2504242" y="1760292"/>
                  </a:lnTo>
                  <a:lnTo>
                    <a:pt x="2504360" y="1760292"/>
                  </a:lnTo>
                  <a:lnTo>
                    <a:pt x="2504478" y="1760292"/>
                  </a:lnTo>
                  <a:lnTo>
                    <a:pt x="2504595" y="1760292"/>
                  </a:lnTo>
                  <a:lnTo>
                    <a:pt x="2504713" y="1760292"/>
                  </a:lnTo>
                  <a:lnTo>
                    <a:pt x="2504713" y="1759862"/>
                  </a:lnTo>
                  <a:lnTo>
                    <a:pt x="2504830" y="1759862"/>
                  </a:lnTo>
                  <a:lnTo>
                    <a:pt x="2504948" y="1759862"/>
                  </a:lnTo>
                  <a:lnTo>
                    <a:pt x="2505066" y="1759862"/>
                  </a:lnTo>
                  <a:lnTo>
                    <a:pt x="2505183" y="1759862"/>
                  </a:lnTo>
                  <a:lnTo>
                    <a:pt x="2505301" y="1759862"/>
                  </a:lnTo>
                  <a:lnTo>
                    <a:pt x="2505419" y="1759862"/>
                  </a:lnTo>
                  <a:lnTo>
                    <a:pt x="2505536" y="1759862"/>
                  </a:lnTo>
                  <a:lnTo>
                    <a:pt x="2505654" y="1759862"/>
                  </a:lnTo>
                  <a:lnTo>
                    <a:pt x="2505654" y="1759431"/>
                  </a:lnTo>
                  <a:lnTo>
                    <a:pt x="2505771" y="1759431"/>
                  </a:lnTo>
                  <a:lnTo>
                    <a:pt x="2505889" y="1759431"/>
                  </a:lnTo>
                  <a:lnTo>
                    <a:pt x="2506007" y="1759431"/>
                  </a:lnTo>
                  <a:lnTo>
                    <a:pt x="2506007" y="1759001"/>
                  </a:lnTo>
                  <a:lnTo>
                    <a:pt x="2506124" y="1759001"/>
                  </a:lnTo>
                  <a:lnTo>
                    <a:pt x="2506124" y="1758570"/>
                  </a:lnTo>
                  <a:lnTo>
                    <a:pt x="2506124" y="1758139"/>
                  </a:lnTo>
                  <a:lnTo>
                    <a:pt x="2506242" y="1758139"/>
                  </a:lnTo>
                  <a:lnTo>
                    <a:pt x="2506359" y="1758139"/>
                  </a:lnTo>
                  <a:lnTo>
                    <a:pt x="2506477" y="1758139"/>
                  </a:lnTo>
                  <a:lnTo>
                    <a:pt x="2506595" y="1758139"/>
                  </a:lnTo>
                  <a:lnTo>
                    <a:pt x="2506712" y="1758139"/>
                  </a:lnTo>
                  <a:lnTo>
                    <a:pt x="2506830" y="1758139"/>
                  </a:lnTo>
                  <a:lnTo>
                    <a:pt x="2506948" y="1758139"/>
                  </a:lnTo>
                  <a:lnTo>
                    <a:pt x="2507065" y="1758139"/>
                  </a:lnTo>
                  <a:lnTo>
                    <a:pt x="2507183" y="1758139"/>
                  </a:lnTo>
                  <a:lnTo>
                    <a:pt x="2507300" y="1758139"/>
                  </a:lnTo>
                  <a:lnTo>
                    <a:pt x="2507300" y="1757709"/>
                  </a:lnTo>
                  <a:lnTo>
                    <a:pt x="2507418" y="1757709"/>
                  </a:lnTo>
                  <a:lnTo>
                    <a:pt x="2507536" y="1757709"/>
                  </a:lnTo>
                  <a:lnTo>
                    <a:pt x="2507653" y="1757709"/>
                  </a:lnTo>
                  <a:lnTo>
                    <a:pt x="2507771" y="1757709"/>
                  </a:lnTo>
                  <a:lnTo>
                    <a:pt x="2507888" y="1757709"/>
                  </a:lnTo>
                  <a:lnTo>
                    <a:pt x="2508006" y="1757709"/>
                  </a:lnTo>
                  <a:lnTo>
                    <a:pt x="2508124" y="1757709"/>
                  </a:lnTo>
                  <a:lnTo>
                    <a:pt x="2508241" y="1757709"/>
                  </a:lnTo>
                  <a:lnTo>
                    <a:pt x="2508359" y="1757709"/>
                  </a:lnTo>
                  <a:lnTo>
                    <a:pt x="2508477" y="1757709"/>
                  </a:lnTo>
                  <a:lnTo>
                    <a:pt x="2508594" y="1757709"/>
                  </a:lnTo>
                  <a:lnTo>
                    <a:pt x="2508712" y="1757709"/>
                  </a:lnTo>
                  <a:lnTo>
                    <a:pt x="2508829" y="1757709"/>
                  </a:lnTo>
                  <a:lnTo>
                    <a:pt x="2508947" y="1757709"/>
                  </a:lnTo>
                  <a:lnTo>
                    <a:pt x="2509065" y="1757709"/>
                  </a:lnTo>
                  <a:lnTo>
                    <a:pt x="2509182" y="1757709"/>
                  </a:lnTo>
                  <a:lnTo>
                    <a:pt x="2509182" y="1757278"/>
                  </a:lnTo>
                  <a:lnTo>
                    <a:pt x="2509300" y="1757278"/>
                  </a:lnTo>
                  <a:lnTo>
                    <a:pt x="2509300" y="1756848"/>
                  </a:lnTo>
                  <a:lnTo>
                    <a:pt x="2509417" y="1756848"/>
                  </a:lnTo>
                  <a:lnTo>
                    <a:pt x="2509417" y="1756417"/>
                  </a:lnTo>
                  <a:lnTo>
                    <a:pt x="2509535" y="1756417"/>
                  </a:lnTo>
                  <a:lnTo>
                    <a:pt x="2509535" y="1755986"/>
                  </a:lnTo>
                  <a:lnTo>
                    <a:pt x="2509653" y="1755986"/>
                  </a:lnTo>
                  <a:lnTo>
                    <a:pt x="2509770" y="1755986"/>
                  </a:lnTo>
                  <a:lnTo>
                    <a:pt x="2509888" y="1755986"/>
                  </a:lnTo>
                  <a:lnTo>
                    <a:pt x="2510006" y="1755986"/>
                  </a:lnTo>
                  <a:lnTo>
                    <a:pt x="2510123" y="1755986"/>
                  </a:lnTo>
                  <a:lnTo>
                    <a:pt x="2510241" y="1755986"/>
                  </a:lnTo>
                  <a:lnTo>
                    <a:pt x="2510358" y="1755986"/>
                  </a:lnTo>
                  <a:lnTo>
                    <a:pt x="2510358" y="1755556"/>
                  </a:lnTo>
                  <a:lnTo>
                    <a:pt x="2510476" y="1755556"/>
                  </a:lnTo>
                  <a:lnTo>
                    <a:pt x="2510594" y="1755556"/>
                  </a:lnTo>
                  <a:lnTo>
                    <a:pt x="2510711" y="1755556"/>
                  </a:lnTo>
                  <a:lnTo>
                    <a:pt x="2510711" y="1755125"/>
                  </a:lnTo>
                  <a:lnTo>
                    <a:pt x="2510829" y="1755125"/>
                  </a:lnTo>
                  <a:lnTo>
                    <a:pt x="2510946" y="1755125"/>
                  </a:lnTo>
                  <a:lnTo>
                    <a:pt x="2511064" y="1755125"/>
                  </a:lnTo>
                  <a:lnTo>
                    <a:pt x="2511064" y="1754695"/>
                  </a:lnTo>
                  <a:lnTo>
                    <a:pt x="2511182" y="1754695"/>
                  </a:lnTo>
                  <a:lnTo>
                    <a:pt x="2511299" y="1754695"/>
                  </a:lnTo>
                  <a:lnTo>
                    <a:pt x="2511417" y="1754695"/>
                  </a:lnTo>
                  <a:lnTo>
                    <a:pt x="2511535" y="1754695"/>
                  </a:lnTo>
                  <a:lnTo>
                    <a:pt x="2511535" y="1754264"/>
                  </a:lnTo>
                  <a:lnTo>
                    <a:pt x="2511652" y="1754264"/>
                  </a:lnTo>
                  <a:lnTo>
                    <a:pt x="2511770" y="1754264"/>
                  </a:lnTo>
                  <a:lnTo>
                    <a:pt x="2511887" y="1754264"/>
                  </a:lnTo>
                  <a:lnTo>
                    <a:pt x="2511887" y="1753833"/>
                  </a:lnTo>
                  <a:lnTo>
                    <a:pt x="2511887" y="1753403"/>
                  </a:lnTo>
                  <a:lnTo>
                    <a:pt x="2511887" y="1752972"/>
                  </a:lnTo>
                  <a:lnTo>
                    <a:pt x="2512005" y="1752972"/>
                  </a:lnTo>
                  <a:lnTo>
                    <a:pt x="2512005" y="1752542"/>
                  </a:lnTo>
                  <a:lnTo>
                    <a:pt x="2512123" y="1752542"/>
                  </a:lnTo>
                  <a:lnTo>
                    <a:pt x="2512240" y="1752542"/>
                  </a:lnTo>
                  <a:lnTo>
                    <a:pt x="2512358" y="1752542"/>
                  </a:lnTo>
                  <a:lnTo>
                    <a:pt x="2512475" y="1752542"/>
                  </a:lnTo>
                  <a:lnTo>
                    <a:pt x="2512593" y="1752542"/>
                  </a:lnTo>
                  <a:lnTo>
                    <a:pt x="2512711" y="1752542"/>
                  </a:lnTo>
                  <a:lnTo>
                    <a:pt x="2512828" y="1752542"/>
                  </a:lnTo>
                  <a:lnTo>
                    <a:pt x="2512946" y="1752542"/>
                  </a:lnTo>
                  <a:lnTo>
                    <a:pt x="2512946" y="1752111"/>
                  </a:lnTo>
                  <a:lnTo>
                    <a:pt x="2512946" y="1751680"/>
                  </a:lnTo>
                  <a:lnTo>
                    <a:pt x="2513063" y="1751680"/>
                  </a:lnTo>
                  <a:lnTo>
                    <a:pt x="2513181" y="1751680"/>
                  </a:lnTo>
                  <a:lnTo>
                    <a:pt x="2513299" y="1751680"/>
                  </a:lnTo>
                  <a:lnTo>
                    <a:pt x="2513416" y="1751680"/>
                  </a:lnTo>
                  <a:lnTo>
                    <a:pt x="2513534" y="1751680"/>
                  </a:lnTo>
                  <a:lnTo>
                    <a:pt x="2513652" y="1751680"/>
                  </a:lnTo>
                  <a:lnTo>
                    <a:pt x="2513652" y="1751250"/>
                  </a:lnTo>
                  <a:lnTo>
                    <a:pt x="2513769" y="1751250"/>
                  </a:lnTo>
                  <a:lnTo>
                    <a:pt x="2513887" y="1751250"/>
                  </a:lnTo>
                  <a:lnTo>
                    <a:pt x="2514004" y="1751250"/>
                  </a:lnTo>
                  <a:lnTo>
                    <a:pt x="2514004" y="1750819"/>
                  </a:lnTo>
                  <a:lnTo>
                    <a:pt x="2514122" y="1750819"/>
                  </a:lnTo>
                  <a:lnTo>
                    <a:pt x="2514240" y="1750819"/>
                  </a:lnTo>
                  <a:lnTo>
                    <a:pt x="2514357" y="1750819"/>
                  </a:lnTo>
                  <a:lnTo>
                    <a:pt x="2514475" y="1750819"/>
                  </a:lnTo>
                  <a:lnTo>
                    <a:pt x="2514592" y="1750819"/>
                  </a:lnTo>
                  <a:lnTo>
                    <a:pt x="2514710" y="1750819"/>
                  </a:lnTo>
                  <a:lnTo>
                    <a:pt x="2514828" y="1750819"/>
                  </a:lnTo>
                  <a:lnTo>
                    <a:pt x="2514945" y="1750819"/>
                  </a:lnTo>
                  <a:lnTo>
                    <a:pt x="2515063" y="1750819"/>
                  </a:lnTo>
                  <a:lnTo>
                    <a:pt x="2515181" y="1750819"/>
                  </a:lnTo>
                  <a:lnTo>
                    <a:pt x="2515298" y="1750819"/>
                  </a:lnTo>
                  <a:lnTo>
                    <a:pt x="2515416" y="1750819"/>
                  </a:lnTo>
                  <a:lnTo>
                    <a:pt x="2515533" y="1750819"/>
                  </a:lnTo>
                  <a:lnTo>
                    <a:pt x="2515651" y="1750819"/>
                  </a:lnTo>
                  <a:lnTo>
                    <a:pt x="2515651" y="1750389"/>
                  </a:lnTo>
                  <a:lnTo>
                    <a:pt x="2515769" y="1750389"/>
                  </a:lnTo>
                  <a:lnTo>
                    <a:pt x="2515769" y="1749958"/>
                  </a:lnTo>
                  <a:lnTo>
                    <a:pt x="2515886" y="1749958"/>
                  </a:lnTo>
                  <a:lnTo>
                    <a:pt x="2515886" y="1749527"/>
                  </a:lnTo>
                  <a:lnTo>
                    <a:pt x="2515886" y="1749097"/>
                  </a:lnTo>
                  <a:lnTo>
                    <a:pt x="2516004" y="1749097"/>
                  </a:lnTo>
                  <a:lnTo>
                    <a:pt x="2516121" y="1749097"/>
                  </a:lnTo>
                  <a:lnTo>
                    <a:pt x="2516239" y="1749097"/>
                  </a:lnTo>
                  <a:lnTo>
                    <a:pt x="2516357" y="1749097"/>
                  </a:lnTo>
                  <a:lnTo>
                    <a:pt x="2516474" y="1749097"/>
                  </a:lnTo>
                  <a:lnTo>
                    <a:pt x="2516592" y="1749097"/>
                  </a:lnTo>
                  <a:lnTo>
                    <a:pt x="2516710" y="1749097"/>
                  </a:lnTo>
                  <a:lnTo>
                    <a:pt x="2516710" y="1748666"/>
                  </a:lnTo>
                  <a:lnTo>
                    <a:pt x="2516827" y="1748666"/>
                  </a:lnTo>
                  <a:lnTo>
                    <a:pt x="2516945" y="1748666"/>
                  </a:lnTo>
                  <a:lnTo>
                    <a:pt x="2516945" y="1748236"/>
                  </a:lnTo>
                  <a:lnTo>
                    <a:pt x="2517062" y="1748236"/>
                  </a:lnTo>
                  <a:lnTo>
                    <a:pt x="2517062" y="1747805"/>
                  </a:lnTo>
                  <a:lnTo>
                    <a:pt x="2517180" y="1747805"/>
                  </a:lnTo>
                  <a:lnTo>
                    <a:pt x="2517298" y="1747805"/>
                  </a:lnTo>
                  <a:lnTo>
                    <a:pt x="2517415" y="1747805"/>
                  </a:lnTo>
                  <a:lnTo>
                    <a:pt x="2517533" y="1747805"/>
                  </a:lnTo>
                  <a:lnTo>
                    <a:pt x="2517650" y="1747805"/>
                  </a:lnTo>
                  <a:lnTo>
                    <a:pt x="2517768" y="1747805"/>
                  </a:lnTo>
                  <a:lnTo>
                    <a:pt x="2517768" y="1747374"/>
                  </a:lnTo>
                  <a:lnTo>
                    <a:pt x="2517886" y="1747374"/>
                  </a:lnTo>
                  <a:lnTo>
                    <a:pt x="2518003" y="1747374"/>
                  </a:lnTo>
                  <a:lnTo>
                    <a:pt x="2518121" y="1747374"/>
                  </a:lnTo>
                  <a:lnTo>
                    <a:pt x="2518239" y="1747374"/>
                  </a:lnTo>
                  <a:lnTo>
                    <a:pt x="2518356" y="1747374"/>
                  </a:lnTo>
                  <a:lnTo>
                    <a:pt x="2518356" y="1746944"/>
                  </a:lnTo>
                  <a:lnTo>
                    <a:pt x="2518474" y="1746944"/>
                  </a:lnTo>
                  <a:lnTo>
                    <a:pt x="2518474" y="1746513"/>
                  </a:lnTo>
                  <a:lnTo>
                    <a:pt x="2518474" y="1746083"/>
                  </a:lnTo>
                  <a:lnTo>
                    <a:pt x="2518591" y="1746083"/>
                  </a:lnTo>
                  <a:lnTo>
                    <a:pt x="2518591" y="1745652"/>
                  </a:lnTo>
                  <a:lnTo>
                    <a:pt x="2518709" y="1745652"/>
                  </a:lnTo>
                  <a:lnTo>
                    <a:pt x="2518709" y="1745221"/>
                  </a:lnTo>
                  <a:lnTo>
                    <a:pt x="2518827" y="1745221"/>
                  </a:lnTo>
                  <a:lnTo>
                    <a:pt x="2518944" y="1745221"/>
                  </a:lnTo>
                  <a:lnTo>
                    <a:pt x="2518944" y="1744791"/>
                  </a:lnTo>
                  <a:lnTo>
                    <a:pt x="2519062" y="1744791"/>
                  </a:lnTo>
                  <a:lnTo>
                    <a:pt x="2519179" y="1744791"/>
                  </a:lnTo>
                  <a:lnTo>
                    <a:pt x="2519179" y="1744360"/>
                  </a:lnTo>
                  <a:lnTo>
                    <a:pt x="2519297" y="1744360"/>
                  </a:lnTo>
                  <a:lnTo>
                    <a:pt x="2519297" y="1743930"/>
                  </a:lnTo>
                  <a:lnTo>
                    <a:pt x="2519415" y="1743930"/>
                  </a:lnTo>
                  <a:lnTo>
                    <a:pt x="2519532" y="1743930"/>
                  </a:lnTo>
                  <a:lnTo>
                    <a:pt x="2519650" y="1743930"/>
                  </a:lnTo>
                  <a:lnTo>
                    <a:pt x="2519768" y="1743930"/>
                  </a:lnTo>
                  <a:lnTo>
                    <a:pt x="2519885" y="1743930"/>
                  </a:lnTo>
                  <a:lnTo>
                    <a:pt x="2520003" y="1743930"/>
                  </a:lnTo>
                  <a:lnTo>
                    <a:pt x="2520120" y="1743930"/>
                  </a:lnTo>
                  <a:lnTo>
                    <a:pt x="2520238" y="1743930"/>
                  </a:lnTo>
                  <a:lnTo>
                    <a:pt x="2520238" y="1743499"/>
                  </a:lnTo>
                  <a:lnTo>
                    <a:pt x="2520356" y="1743499"/>
                  </a:lnTo>
                  <a:lnTo>
                    <a:pt x="2520473" y="1743499"/>
                  </a:lnTo>
                  <a:lnTo>
                    <a:pt x="2520591" y="1743499"/>
                  </a:lnTo>
                  <a:lnTo>
                    <a:pt x="2520708" y="1743499"/>
                  </a:lnTo>
                  <a:lnTo>
                    <a:pt x="2520826" y="1743499"/>
                  </a:lnTo>
                  <a:lnTo>
                    <a:pt x="2520944" y="1743499"/>
                  </a:lnTo>
                  <a:lnTo>
                    <a:pt x="2521061" y="1743499"/>
                  </a:lnTo>
                  <a:lnTo>
                    <a:pt x="2521179" y="1743499"/>
                  </a:lnTo>
                  <a:lnTo>
                    <a:pt x="2521296" y="1743499"/>
                  </a:lnTo>
                  <a:lnTo>
                    <a:pt x="2521414" y="1743499"/>
                  </a:lnTo>
                  <a:lnTo>
                    <a:pt x="2521414" y="1743068"/>
                  </a:lnTo>
                  <a:lnTo>
                    <a:pt x="2521532" y="1743068"/>
                  </a:lnTo>
                  <a:lnTo>
                    <a:pt x="2521649" y="1743068"/>
                  </a:lnTo>
                  <a:lnTo>
                    <a:pt x="2521649" y="1742638"/>
                  </a:lnTo>
                  <a:lnTo>
                    <a:pt x="2521767" y="1742638"/>
                  </a:lnTo>
                  <a:lnTo>
                    <a:pt x="2521885" y="1742638"/>
                  </a:lnTo>
                  <a:lnTo>
                    <a:pt x="2521885" y="1742207"/>
                  </a:lnTo>
                  <a:lnTo>
                    <a:pt x="2521885" y="1741777"/>
                  </a:lnTo>
                  <a:lnTo>
                    <a:pt x="2522002" y="1741777"/>
                  </a:lnTo>
                  <a:lnTo>
                    <a:pt x="2522120" y="1741777"/>
                  </a:lnTo>
                  <a:lnTo>
                    <a:pt x="2522237" y="1741777"/>
                  </a:lnTo>
                  <a:lnTo>
                    <a:pt x="2522355" y="1741777"/>
                  </a:lnTo>
                  <a:lnTo>
                    <a:pt x="2522355" y="1741346"/>
                  </a:lnTo>
                  <a:lnTo>
                    <a:pt x="2522473" y="1741346"/>
                  </a:lnTo>
                  <a:lnTo>
                    <a:pt x="2522590" y="1741346"/>
                  </a:lnTo>
                  <a:lnTo>
                    <a:pt x="2522708" y="1741346"/>
                  </a:lnTo>
                  <a:lnTo>
                    <a:pt x="2522825" y="1741346"/>
                  </a:lnTo>
                  <a:lnTo>
                    <a:pt x="2522943" y="1741346"/>
                  </a:lnTo>
                  <a:lnTo>
                    <a:pt x="2523061" y="1741346"/>
                  </a:lnTo>
                  <a:lnTo>
                    <a:pt x="2523178" y="1741346"/>
                  </a:lnTo>
                  <a:lnTo>
                    <a:pt x="2523296" y="1741346"/>
                  </a:lnTo>
                  <a:lnTo>
                    <a:pt x="2523414" y="1741346"/>
                  </a:lnTo>
                  <a:lnTo>
                    <a:pt x="2523531" y="1741346"/>
                  </a:lnTo>
                  <a:lnTo>
                    <a:pt x="2523649" y="1741346"/>
                  </a:lnTo>
                  <a:lnTo>
                    <a:pt x="2523766" y="1741346"/>
                  </a:lnTo>
                  <a:lnTo>
                    <a:pt x="2523884" y="1741346"/>
                  </a:lnTo>
                  <a:lnTo>
                    <a:pt x="2523884" y="1740915"/>
                  </a:lnTo>
                  <a:lnTo>
                    <a:pt x="2524002" y="1740915"/>
                  </a:lnTo>
                  <a:lnTo>
                    <a:pt x="2524119" y="1740915"/>
                  </a:lnTo>
                  <a:lnTo>
                    <a:pt x="2524119" y="1740485"/>
                  </a:lnTo>
                  <a:lnTo>
                    <a:pt x="2524237" y="1740485"/>
                  </a:lnTo>
                  <a:lnTo>
                    <a:pt x="2524354" y="1740485"/>
                  </a:lnTo>
                  <a:lnTo>
                    <a:pt x="2524472" y="1740485"/>
                  </a:lnTo>
                  <a:lnTo>
                    <a:pt x="2524590" y="1740485"/>
                  </a:lnTo>
                  <a:lnTo>
                    <a:pt x="2524707" y="1740485"/>
                  </a:lnTo>
                  <a:lnTo>
                    <a:pt x="2524825" y="1740485"/>
                  </a:lnTo>
                  <a:lnTo>
                    <a:pt x="2524943" y="1740485"/>
                  </a:lnTo>
                  <a:lnTo>
                    <a:pt x="2525060" y="1740485"/>
                  </a:lnTo>
                  <a:lnTo>
                    <a:pt x="2525178" y="1740485"/>
                  </a:lnTo>
                  <a:lnTo>
                    <a:pt x="2525295" y="1740485"/>
                  </a:lnTo>
                  <a:lnTo>
                    <a:pt x="2525295" y="1740054"/>
                  </a:lnTo>
                  <a:lnTo>
                    <a:pt x="2525413" y="1740054"/>
                  </a:lnTo>
                  <a:lnTo>
                    <a:pt x="2525531" y="1740054"/>
                  </a:lnTo>
                  <a:lnTo>
                    <a:pt x="2525648" y="1740054"/>
                  </a:lnTo>
                  <a:lnTo>
                    <a:pt x="2525766" y="1740054"/>
                  </a:lnTo>
                  <a:lnTo>
                    <a:pt x="2525766" y="1739624"/>
                  </a:lnTo>
                  <a:lnTo>
                    <a:pt x="2525883" y="1739624"/>
                  </a:lnTo>
                  <a:lnTo>
                    <a:pt x="2526001" y="1739624"/>
                  </a:lnTo>
                  <a:lnTo>
                    <a:pt x="2526119" y="1739624"/>
                  </a:lnTo>
                  <a:lnTo>
                    <a:pt x="2526236" y="1739624"/>
                  </a:lnTo>
                  <a:lnTo>
                    <a:pt x="2526354" y="1739624"/>
                  </a:lnTo>
                  <a:lnTo>
                    <a:pt x="2526354" y="1739193"/>
                  </a:lnTo>
                  <a:lnTo>
                    <a:pt x="2526354" y="1738762"/>
                  </a:lnTo>
                  <a:lnTo>
                    <a:pt x="2526472" y="1738762"/>
                  </a:lnTo>
                  <a:lnTo>
                    <a:pt x="2526589" y="1738762"/>
                  </a:lnTo>
                  <a:lnTo>
                    <a:pt x="2526707" y="1738762"/>
                  </a:lnTo>
                  <a:lnTo>
                    <a:pt x="2526824" y="1738762"/>
                  </a:lnTo>
                  <a:lnTo>
                    <a:pt x="2526942" y="1738762"/>
                  </a:lnTo>
                  <a:lnTo>
                    <a:pt x="2527060" y="1738762"/>
                  </a:lnTo>
                  <a:lnTo>
                    <a:pt x="2527060" y="1738332"/>
                  </a:lnTo>
                  <a:lnTo>
                    <a:pt x="2527177" y="1738332"/>
                  </a:lnTo>
                  <a:lnTo>
                    <a:pt x="2527295" y="1738332"/>
                  </a:lnTo>
                  <a:lnTo>
                    <a:pt x="2527412" y="1738332"/>
                  </a:lnTo>
                  <a:lnTo>
                    <a:pt x="2527530" y="1738332"/>
                  </a:lnTo>
                  <a:lnTo>
                    <a:pt x="2527648" y="1738332"/>
                  </a:lnTo>
                  <a:lnTo>
                    <a:pt x="2527765" y="1738332"/>
                  </a:lnTo>
                  <a:lnTo>
                    <a:pt x="2527883" y="1738332"/>
                  </a:lnTo>
                  <a:lnTo>
                    <a:pt x="2528001" y="1738332"/>
                  </a:lnTo>
                  <a:lnTo>
                    <a:pt x="2528118" y="1738332"/>
                  </a:lnTo>
                  <a:lnTo>
                    <a:pt x="2528236" y="1738332"/>
                  </a:lnTo>
                  <a:lnTo>
                    <a:pt x="2528353" y="1738332"/>
                  </a:lnTo>
                  <a:lnTo>
                    <a:pt x="2528471" y="1738332"/>
                  </a:lnTo>
                  <a:lnTo>
                    <a:pt x="2528471" y="1737901"/>
                  </a:lnTo>
                  <a:lnTo>
                    <a:pt x="2528589" y="1737901"/>
                  </a:lnTo>
                  <a:lnTo>
                    <a:pt x="2528706" y="1737901"/>
                  </a:lnTo>
                  <a:lnTo>
                    <a:pt x="2528824" y="1737901"/>
                  </a:lnTo>
                  <a:lnTo>
                    <a:pt x="2528824" y="1737471"/>
                  </a:lnTo>
                  <a:lnTo>
                    <a:pt x="2528941" y="1737471"/>
                  </a:lnTo>
                  <a:lnTo>
                    <a:pt x="2529059" y="1737471"/>
                  </a:lnTo>
                  <a:lnTo>
                    <a:pt x="2529177" y="1737471"/>
                  </a:lnTo>
                  <a:lnTo>
                    <a:pt x="2529294" y="1737471"/>
                  </a:lnTo>
                  <a:lnTo>
                    <a:pt x="2529294" y="1737040"/>
                  </a:lnTo>
                  <a:lnTo>
                    <a:pt x="2529412" y="1737040"/>
                  </a:lnTo>
                  <a:lnTo>
                    <a:pt x="2529412" y="1736609"/>
                  </a:lnTo>
                  <a:lnTo>
                    <a:pt x="2529529" y="1736609"/>
                  </a:lnTo>
                  <a:lnTo>
                    <a:pt x="2529647" y="1736609"/>
                  </a:lnTo>
                  <a:lnTo>
                    <a:pt x="2529647" y="1736179"/>
                  </a:lnTo>
                  <a:lnTo>
                    <a:pt x="2529647" y="1735748"/>
                  </a:lnTo>
                  <a:lnTo>
                    <a:pt x="2529765" y="1735748"/>
                  </a:lnTo>
                  <a:lnTo>
                    <a:pt x="2529882" y="1735748"/>
                  </a:lnTo>
                  <a:lnTo>
                    <a:pt x="2530000" y="1735748"/>
                  </a:lnTo>
                  <a:lnTo>
                    <a:pt x="2530118" y="1735748"/>
                  </a:lnTo>
                  <a:lnTo>
                    <a:pt x="2530118" y="1735318"/>
                  </a:lnTo>
                  <a:lnTo>
                    <a:pt x="2530235" y="1735318"/>
                  </a:lnTo>
                  <a:lnTo>
                    <a:pt x="2530235" y="1734887"/>
                  </a:lnTo>
                  <a:lnTo>
                    <a:pt x="2530353" y="1734887"/>
                  </a:lnTo>
                  <a:lnTo>
                    <a:pt x="2530470" y="1734887"/>
                  </a:lnTo>
                  <a:lnTo>
                    <a:pt x="2530588" y="1734887"/>
                  </a:lnTo>
                  <a:lnTo>
                    <a:pt x="2530588" y="1734456"/>
                  </a:lnTo>
                  <a:lnTo>
                    <a:pt x="2530706" y="1734456"/>
                  </a:lnTo>
                  <a:lnTo>
                    <a:pt x="2530823" y="1734456"/>
                  </a:lnTo>
                  <a:lnTo>
                    <a:pt x="2530941" y="1734456"/>
                  </a:lnTo>
                  <a:lnTo>
                    <a:pt x="2531058" y="1734456"/>
                  </a:lnTo>
                  <a:lnTo>
                    <a:pt x="2531058" y="1734026"/>
                  </a:lnTo>
                  <a:lnTo>
                    <a:pt x="2531058" y="1733595"/>
                  </a:lnTo>
                  <a:lnTo>
                    <a:pt x="2531176" y="1733595"/>
                  </a:lnTo>
                  <a:lnTo>
                    <a:pt x="2531294" y="1733595"/>
                  </a:lnTo>
                  <a:lnTo>
                    <a:pt x="2531294" y="1733165"/>
                  </a:lnTo>
                  <a:lnTo>
                    <a:pt x="2531294" y="1732734"/>
                  </a:lnTo>
                  <a:lnTo>
                    <a:pt x="2531294" y="1732303"/>
                  </a:lnTo>
                  <a:lnTo>
                    <a:pt x="2531411" y="1732303"/>
                  </a:lnTo>
                  <a:lnTo>
                    <a:pt x="2531529" y="1732303"/>
                  </a:lnTo>
                  <a:lnTo>
                    <a:pt x="2531647" y="1732303"/>
                  </a:lnTo>
                  <a:lnTo>
                    <a:pt x="2531764" y="1732303"/>
                  </a:lnTo>
                  <a:lnTo>
                    <a:pt x="2531764" y="1731873"/>
                  </a:lnTo>
                  <a:lnTo>
                    <a:pt x="2531764" y="1731442"/>
                  </a:lnTo>
                  <a:lnTo>
                    <a:pt x="2531882" y="1731442"/>
                  </a:lnTo>
                  <a:lnTo>
                    <a:pt x="2531999" y="1731442"/>
                  </a:lnTo>
                  <a:lnTo>
                    <a:pt x="2532117" y="1731442"/>
                  </a:lnTo>
                  <a:lnTo>
                    <a:pt x="2532117" y="1731012"/>
                  </a:lnTo>
                  <a:lnTo>
                    <a:pt x="2532235" y="1731012"/>
                  </a:lnTo>
                  <a:lnTo>
                    <a:pt x="2532352" y="1731012"/>
                  </a:lnTo>
                  <a:lnTo>
                    <a:pt x="2532470" y="1731012"/>
                  </a:lnTo>
                  <a:lnTo>
                    <a:pt x="2532587" y="1731012"/>
                  </a:lnTo>
                  <a:lnTo>
                    <a:pt x="2532705" y="1731012"/>
                  </a:lnTo>
                  <a:lnTo>
                    <a:pt x="2532823" y="1731012"/>
                  </a:lnTo>
                  <a:lnTo>
                    <a:pt x="2532823" y="1730581"/>
                  </a:lnTo>
                  <a:lnTo>
                    <a:pt x="2532940" y="1730581"/>
                  </a:lnTo>
                  <a:lnTo>
                    <a:pt x="2533058" y="1730581"/>
                  </a:lnTo>
                  <a:lnTo>
                    <a:pt x="2533176" y="1730581"/>
                  </a:lnTo>
                  <a:lnTo>
                    <a:pt x="2533293" y="1730581"/>
                  </a:lnTo>
                  <a:lnTo>
                    <a:pt x="2533411" y="1730581"/>
                  </a:lnTo>
                  <a:lnTo>
                    <a:pt x="2533528" y="1730581"/>
                  </a:lnTo>
                  <a:lnTo>
                    <a:pt x="2533646" y="1730581"/>
                  </a:lnTo>
                  <a:lnTo>
                    <a:pt x="2533764" y="1730581"/>
                  </a:lnTo>
                  <a:lnTo>
                    <a:pt x="2533881" y="1730581"/>
                  </a:lnTo>
                  <a:lnTo>
                    <a:pt x="2533999" y="1730581"/>
                  </a:lnTo>
                  <a:lnTo>
                    <a:pt x="2534116" y="1730581"/>
                  </a:lnTo>
                  <a:lnTo>
                    <a:pt x="2534234" y="1730581"/>
                  </a:lnTo>
                  <a:lnTo>
                    <a:pt x="2534352" y="1730581"/>
                  </a:lnTo>
                  <a:lnTo>
                    <a:pt x="2534469" y="1730581"/>
                  </a:lnTo>
                  <a:lnTo>
                    <a:pt x="2534587" y="1730581"/>
                  </a:lnTo>
                  <a:lnTo>
                    <a:pt x="2534587" y="1730150"/>
                  </a:lnTo>
                  <a:lnTo>
                    <a:pt x="2534705" y="1730150"/>
                  </a:lnTo>
                  <a:lnTo>
                    <a:pt x="2534822" y="1730150"/>
                  </a:lnTo>
                  <a:lnTo>
                    <a:pt x="2534940" y="1730150"/>
                  </a:lnTo>
                  <a:lnTo>
                    <a:pt x="2535057" y="1730150"/>
                  </a:lnTo>
                  <a:lnTo>
                    <a:pt x="2535057" y="1729720"/>
                  </a:lnTo>
                  <a:lnTo>
                    <a:pt x="2535175" y="1729720"/>
                  </a:lnTo>
                  <a:lnTo>
                    <a:pt x="2535293" y="1729720"/>
                  </a:lnTo>
                  <a:lnTo>
                    <a:pt x="2535410" y="1729720"/>
                  </a:lnTo>
                  <a:lnTo>
                    <a:pt x="2535528" y="1729720"/>
                  </a:lnTo>
                  <a:lnTo>
                    <a:pt x="2535528" y="1729289"/>
                  </a:lnTo>
                  <a:lnTo>
                    <a:pt x="2535528" y="1728859"/>
                  </a:lnTo>
                  <a:lnTo>
                    <a:pt x="2535645" y="1728859"/>
                  </a:lnTo>
                  <a:lnTo>
                    <a:pt x="2535763" y="1728859"/>
                  </a:lnTo>
                  <a:lnTo>
                    <a:pt x="2535881" y="1728859"/>
                  </a:lnTo>
                  <a:lnTo>
                    <a:pt x="2535881" y="1728428"/>
                  </a:lnTo>
                  <a:lnTo>
                    <a:pt x="2535998" y="1728428"/>
                  </a:lnTo>
                  <a:lnTo>
                    <a:pt x="2536116" y="1728428"/>
                  </a:lnTo>
                  <a:lnTo>
                    <a:pt x="2536116" y="1727997"/>
                  </a:lnTo>
                  <a:lnTo>
                    <a:pt x="2536234" y="1727997"/>
                  </a:lnTo>
                  <a:lnTo>
                    <a:pt x="2536351" y="1727997"/>
                  </a:lnTo>
                  <a:lnTo>
                    <a:pt x="2536469" y="1727997"/>
                  </a:lnTo>
                  <a:lnTo>
                    <a:pt x="2536586" y="1727997"/>
                  </a:lnTo>
                  <a:lnTo>
                    <a:pt x="2536704" y="1727997"/>
                  </a:lnTo>
                  <a:lnTo>
                    <a:pt x="2536822" y="1727997"/>
                  </a:lnTo>
                  <a:lnTo>
                    <a:pt x="2536939" y="1727997"/>
                  </a:lnTo>
                  <a:lnTo>
                    <a:pt x="2537057" y="1727997"/>
                  </a:lnTo>
                  <a:lnTo>
                    <a:pt x="2537057" y="1727567"/>
                  </a:lnTo>
                  <a:lnTo>
                    <a:pt x="2537174" y="1727567"/>
                  </a:lnTo>
                  <a:lnTo>
                    <a:pt x="2537292" y="1727567"/>
                  </a:lnTo>
                  <a:lnTo>
                    <a:pt x="2537410" y="1727567"/>
                  </a:lnTo>
                  <a:lnTo>
                    <a:pt x="2537527" y="1727567"/>
                  </a:lnTo>
                  <a:lnTo>
                    <a:pt x="2537527" y="1727136"/>
                  </a:lnTo>
                  <a:lnTo>
                    <a:pt x="2537527" y="1726706"/>
                  </a:lnTo>
                  <a:lnTo>
                    <a:pt x="2537527" y="1726275"/>
                  </a:lnTo>
                  <a:lnTo>
                    <a:pt x="2537645" y="1726275"/>
                  </a:lnTo>
                  <a:lnTo>
                    <a:pt x="2537762" y="1726275"/>
                  </a:lnTo>
                  <a:lnTo>
                    <a:pt x="2537762" y="1725844"/>
                  </a:lnTo>
                  <a:lnTo>
                    <a:pt x="2537880" y="1725844"/>
                  </a:lnTo>
                  <a:lnTo>
                    <a:pt x="2537998" y="1725844"/>
                  </a:lnTo>
                  <a:lnTo>
                    <a:pt x="2538115" y="1725844"/>
                  </a:lnTo>
                  <a:lnTo>
                    <a:pt x="2538233" y="1725844"/>
                  </a:lnTo>
                  <a:lnTo>
                    <a:pt x="2538233" y="1725414"/>
                  </a:lnTo>
                  <a:lnTo>
                    <a:pt x="2538351" y="1725414"/>
                  </a:lnTo>
                  <a:lnTo>
                    <a:pt x="2538468" y="1725414"/>
                  </a:lnTo>
                  <a:lnTo>
                    <a:pt x="2538586" y="1725414"/>
                  </a:lnTo>
                  <a:lnTo>
                    <a:pt x="2538703" y="1725414"/>
                  </a:lnTo>
                  <a:lnTo>
                    <a:pt x="2538821" y="1725414"/>
                  </a:lnTo>
                  <a:lnTo>
                    <a:pt x="2538939" y="1725414"/>
                  </a:lnTo>
                  <a:lnTo>
                    <a:pt x="2538939" y="1724983"/>
                  </a:lnTo>
                  <a:lnTo>
                    <a:pt x="2539056" y="1724983"/>
                  </a:lnTo>
                  <a:lnTo>
                    <a:pt x="2539174" y="1724983"/>
                  </a:lnTo>
                  <a:lnTo>
                    <a:pt x="2539291" y="1724983"/>
                  </a:lnTo>
                  <a:lnTo>
                    <a:pt x="2539409" y="1724983"/>
                  </a:lnTo>
                  <a:lnTo>
                    <a:pt x="2539409" y="1724553"/>
                  </a:lnTo>
                  <a:lnTo>
                    <a:pt x="2539527" y="1724553"/>
                  </a:lnTo>
                  <a:lnTo>
                    <a:pt x="2539644" y="1724553"/>
                  </a:lnTo>
                  <a:lnTo>
                    <a:pt x="2539762" y="1724553"/>
                  </a:lnTo>
                  <a:lnTo>
                    <a:pt x="2539762" y="1724122"/>
                  </a:lnTo>
                  <a:lnTo>
                    <a:pt x="2539880" y="1724122"/>
                  </a:lnTo>
                  <a:lnTo>
                    <a:pt x="2539997" y="1724122"/>
                  </a:lnTo>
                  <a:lnTo>
                    <a:pt x="2540115" y="1724122"/>
                  </a:lnTo>
                  <a:lnTo>
                    <a:pt x="2540232" y="1724122"/>
                  </a:lnTo>
                  <a:lnTo>
                    <a:pt x="2540350" y="1724122"/>
                  </a:lnTo>
                  <a:lnTo>
                    <a:pt x="2540468" y="1724122"/>
                  </a:lnTo>
                  <a:lnTo>
                    <a:pt x="2540585" y="1724122"/>
                  </a:lnTo>
                  <a:lnTo>
                    <a:pt x="2540703" y="1724122"/>
                  </a:lnTo>
                  <a:lnTo>
                    <a:pt x="2540820" y="1724122"/>
                  </a:lnTo>
                  <a:lnTo>
                    <a:pt x="2540938" y="1724122"/>
                  </a:lnTo>
                  <a:lnTo>
                    <a:pt x="2540938" y="1723691"/>
                  </a:lnTo>
                  <a:lnTo>
                    <a:pt x="2541056" y="1723691"/>
                  </a:lnTo>
                  <a:lnTo>
                    <a:pt x="2541173" y="1723691"/>
                  </a:lnTo>
                  <a:lnTo>
                    <a:pt x="2541173" y="1723261"/>
                  </a:lnTo>
                  <a:lnTo>
                    <a:pt x="2541291" y="1723261"/>
                  </a:lnTo>
                  <a:lnTo>
                    <a:pt x="2541409" y="1723261"/>
                  </a:lnTo>
                  <a:lnTo>
                    <a:pt x="2541409" y="1722830"/>
                  </a:lnTo>
                  <a:lnTo>
                    <a:pt x="2541526" y="1722830"/>
                  </a:lnTo>
                  <a:lnTo>
                    <a:pt x="2541644" y="1722830"/>
                  </a:lnTo>
                  <a:lnTo>
                    <a:pt x="2541761" y="1722830"/>
                  </a:lnTo>
                  <a:lnTo>
                    <a:pt x="2541761" y="1722400"/>
                  </a:lnTo>
                  <a:lnTo>
                    <a:pt x="2541879" y="1722400"/>
                  </a:lnTo>
                  <a:lnTo>
                    <a:pt x="2541997" y="1722400"/>
                  </a:lnTo>
                  <a:lnTo>
                    <a:pt x="2542114" y="1722400"/>
                  </a:lnTo>
                  <a:lnTo>
                    <a:pt x="2542232" y="1722400"/>
                  </a:lnTo>
                  <a:lnTo>
                    <a:pt x="2542232" y="1721969"/>
                  </a:lnTo>
                  <a:lnTo>
                    <a:pt x="2542232" y="1721538"/>
                  </a:lnTo>
                  <a:lnTo>
                    <a:pt x="2542349" y="1721538"/>
                  </a:lnTo>
                  <a:lnTo>
                    <a:pt x="2542349" y="1721108"/>
                  </a:lnTo>
                  <a:lnTo>
                    <a:pt x="2542349" y="1720677"/>
                  </a:lnTo>
                  <a:lnTo>
                    <a:pt x="2542467" y="1720677"/>
                  </a:lnTo>
                  <a:lnTo>
                    <a:pt x="2542585" y="1720677"/>
                  </a:lnTo>
                  <a:lnTo>
                    <a:pt x="2542702" y="1720677"/>
                  </a:lnTo>
                  <a:lnTo>
                    <a:pt x="2542820" y="1720677"/>
                  </a:lnTo>
                  <a:lnTo>
                    <a:pt x="2542820" y="1720247"/>
                  </a:lnTo>
                  <a:lnTo>
                    <a:pt x="2542820" y="1719816"/>
                  </a:lnTo>
                  <a:lnTo>
                    <a:pt x="2542938" y="1719816"/>
                  </a:lnTo>
                  <a:lnTo>
                    <a:pt x="2543055" y="1719816"/>
                  </a:lnTo>
                  <a:lnTo>
                    <a:pt x="2543173" y="1719816"/>
                  </a:lnTo>
                  <a:lnTo>
                    <a:pt x="2543290" y="1719816"/>
                  </a:lnTo>
                  <a:lnTo>
                    <a:pt x="2543408" y="1719816"/>
                  </a:lnTo>
                  <a:lnTo>
                    <a:pt x="2543526" y="1719816"/>
                  </a:lnTo>
                  <a:lnTo>
                    <a:pt x="2543643" y="1719816"/>
                  </a:lnTo>
                  <a:lnTo>
                    <a:pt x="2543761" y="1719816"/>
                  </a:lnTo>
                  <a:lnTo>
                    <a:pt x="2543878" y="1719816"/>
                  </a:lnTo>
                  <a:lnTo>
                    <a:pt x="2543996" y="1719816"/>
                  </a:lnTo>
                  <a:lnTo>
                    <a:pt x="2543996" y="1719385"/>
                  </a:lnTo>
                  <a:lnTo>
                    <a:pt x="2544114" y="1719385"/>
                  </a:lnTo>
                  <a:lnTo>
                    <a:pt x="2544231" y="1719385"/>
                  </a:lnTo>
                  <a:lnTo>
                    <a:pt x="2544231" y="1718955"/>
                  </a:lnTo>
                  <a:lnTo>
                    <a:pt x="2544349" y="1718955"/>
                  </a:lnTo>
                  <a:lnTo>
                    <a:pt x="2544467" y="1718955"/>
                  </a:lnTo>
                  <a:lnTo>
                    <a:pt x="2544584" y="1718955"/>
                  </a:lnTo>
                  <a:lnTo>
                    <a:pt x="2544702" y="1718955"/>
                  </a:lnTo>
                  <a:lnTo>
                    <a:pt x="2544819" y="1718955"/>
                  </a:lnTo>
                  <a:lnTo>
                    <a:pt x="2544937" y="1718955"/>
                  </a:lnTo>
                  <a:lnTo>
                    <a:pt x="2544937" y="1718524"/>
                  </a:lnTo>
                  <a:lnTo>
                    <a:pt x="2544937" y="1718094"/>
                  </a:lnTo>
                  <a:lnTo>
                    <a:pt x="2545055" y="1718094"/>
                  </a:lnTo>
                  <a:lnTo>
                    <a:pt x="2545172" y="1718094"/>
                  </a:lnTo>
                  <a:lnTo>
                    <a:pt x="2545290" y="1718094"/>
                  </a:lnTo>
                  <a:lnTo>
                    <a:pt x="2545407" y="1718094"/>
                  </a:lnTo>
                  <a:lnTo>
                    <a:pt x="2545525" y="1718094"/>
                  </a:lnTo>
                  <a:lnTo>
                    <a:pt x="2545643" y="1718094"/>
                  </a:lnTo>
                  <a:lnTo>
                    <a:pt x="2545760" y="1718094"/>
                  </a:lnTo>
                  <a:lnTo>
                    <a:pt x="2545878" y="1718094"/>
                  </a:lnTo>
                  <a:lnTo>
                    <a:pt x="2545995" y="1718094"/>
                  </a:lnTo>
                  <a:lnTo>
                    <a:pt x="2546113" y="1718094"/>
                  </a:lnTo>
                  <a:lnTo>
                    <a:pt x="2546231" y="1718094"/>
                  </a:lnTo>
                  <a:lnTo>
                    <a:pt x="2546348" y="1718094"/>
                  </a:lnTo>
                  <a:lnTo>
                    <a:pt x="2546466" y="1718094"/>
                  </a:lnTo>
                  <a:lnTo>
                    <a:pt x="2546584" y="1718094"/>
                  </a:lnTo>
                  <a:lnTo>
                    <a:pt x="2546701" y="1718094"/>
                  </a:lnTo>
                  <a:lnTo>
                    <a:pt x="2546819" y="1718094"/>
                  </a:lnTo>
                  <a:lnTo>
                    <a:pt x="2546936" y="1718094"/>
                  </a:lnTo>
                  <a:lnTo>
                    <a:pt x="2547054" y="1718094"/>
                  </a:lnTo>
                  <a:lnTo>
                    <a:pt x="2547054" y="1717663"/>
                  </a:lnTo>
                  <a:lnTo>
                    <a:pt x="2547054" y="1717232"/>
                  </a:lnTo>
                  <a:lnTo>
                    <a:pt x="2547172" y="1717232"/>
                  </a:lnTo>
                  <a:lnTo>
                    <a:pt x="2547289" y="1717232"/>
                  </a:lnTo>
                  <a:lnTo>
                    <a:pt x="2547289" y="1716802"/>
                  </a:lnTo>
                  <a:lnTo>
                    <a:pt x="2547289" y="1716371"/>
                  </a:lnTo>
                  <a:lnTo>
                    <a:pt x="2547407" y="1716371"/>
                  </a:lnTo>
                  <a:lnTo>
                    <a:pt x="2547524" y="1716371"/>
                  </a:lnTo>
                  <a:lnTo>
                    <a:pt x="2547642" y="1716371"/>
                  </a:lnTo>
                  <a:lnTo>
                    <a:pt x="2547760" y="1716371"/>
                  </a:lnTo>
                  <a:lnTo>
                    <a:pt x="2547760" y="1715941"/>
                  </a:lnTo>
                  <a:lnTo>
                    <a:pt x="2547877" y="1715941"/>
                  </a:lnTo>
                  <a:lnTo>
                    <a:pt x="2547995" y="1715941"/>
                  </a:lnTo>
                  <a:lnTo>
                    <a:pt x="2547995" y="1715510"/>
                  </a:lnTo>
                  <a:lnTo>
                    <a:pt x="2547995" y="1715079"/>
                  </a:lnTo>
                  <a:lnTo>
                    <a:pt x="2547995" y="1714649"/>
                  </a:lnTo>
                  <a:lnTo>
                    <a:pt x="2548113" y="1714649"/>
                  </a:lnTo>
                  <a:lnTo>
                    <a:pt x="2548230" y="1714649"/>
                  </a:lnTo>
                  <a:lnTo>
                    <a:pt x="2548348" y="1714649"/>
                  </a:lnTo>
                  <a:lnTo>
                    <a:pt x="2548465" y="1714649"/>
                  </a:lnTo>
                  <a:lnTo>
                    <a:pt x="2548583" y="1714649"/>
                  </a:lnTo>
                  <a:lnTo>
                    <a:pt x="2548701" y="1714649"/>
                  </a:lnTo>
                  <a:lnTo>
                    <a:pt x="2548818" y="1714649"/>
                  </a:lnTo>
                  <a:lnTo>
                    <a:pt x="2548818" y="1714218"/>
                  </a:lnTo>
                  <a:lnTo>
                    <a:pt x="2548936" y="1714218"/>
                  </a:lnTo>
                  <a:lnTo>
                    <a:pt x="2548936" y="1713788"/>
                  </a:lnTo>
                  <a:lnTo>
                    <a:pt x="2549053" y="1713788"/>
                  </a:lnTo>
                  <a:lnTo>
                    <a:pt x="2549171" y="1713788"/>
                  </a:lnTo>
                  <a:lnTo>
                    <a:pt x="2549171" y="1713357"/>
                  </a:lnTo>
                  <a:lnTo>
                    <a:pt x="2549289" y="1713357"/>
                  </a:lnTo>
                  <a:lnTo>
                    <a:pt x="2549406" y="1713357"/>
                  </a:lnTo>
                  <a:lnTo>
                    <a:pt x="2549524" y="1713357"/>
                  </a:lnTo>
                  <a:lnTo>
                    <a:pt x="2549642" y="1713357"/>
                  </a:lnTo>
                  <a:lnTo>
                    <a:pt x="2549759" y="1713357"/>
                  </a:lnTo>
                  <a:lnTo>
                    <a:pt x="2549877" y="1713357"/>
                  </a:lnTo>
                  <a:lnTo>
                    <a:pt x="2549994" y="1713357"/>
                  </a:lnTo>
                  <a:lnTo>
                    <a:pt x="2550112" y="1713357"/>
                  </a:lnTo>
                  <a:lnTo>
                    <a:pt x="2550112" y="1712926"/>
                  </a:lnTo>
                  <a:lnTo>
                    <a:pt x="2550230" y="1712926"/>
                  </a:lnTo>
                  <a:lnTo>
                    <a:pt x="2550347" y="1712926"/>
                  </a:lnTo>
                  <a:lnTo>
                    <a:pt x="2550465" y="1712926"/>
                  </a:lnTo>
                  <a:lnTo>
                    <a:pt x="2550465" y="1712496"/>
                  </a:lnTo>
                  <a:lnTo>
                    <a:pt x="2550582" y="1712496"/>
                  </a:lnTo>
                  <a:lnTo>
                    <a:pt x="2550700" y="1712496"/>
                  </a:lnTo>
                  <a:lnTo>
                    <a:pt x="2550818" y="1712496"/>
                  </a:lnTo>
                  <a:lnTo>
                    <a:pt x="2550935" y="1712496"/>
                  </a:lnTo>
                  <a:lnTo>
                    <a:pt x="2551053" y="1712496"/>
                  </a:lnTo>
                  <a:lnTo>
                    <a:pt x="2551171" y="1712496"/>
                  </a:lnTo>
                  <a:lnTo>
                    <a:pt x="2551288" y="1712496"/>
                  </a:lnTo>
                  <a:lnTo>
                    <a:pt x="2551406" y="1712496"/>
                  </a:lnTo>
                  <a:lnTo>
                    <a:pt x="2551406" y="1712065"/>
                  </a:lnTo>
                  <a:lnTo>
                    <a:pt x="2551406" y="1711635"/>
                  </a:lnTo>
                  <a:lnTo>
                    <a:pt x="2551523" y="1711635"/>
                  </a:lnTo>
                  <a:lnTo>
                    <a:pt x="2551523" y="1711204"/>
                  </a:lnTo>
                  <a:lnTo>
                    <a:pt x="2551641" y="1711204"/>
                  </a:lnTo>
                  <a:lnTo>
                    <a:pt x="2551759" y="1711204"/>
                  </a:lnTo>
                  <a:lnTo>
                    <a:pt x="2551876" y="1711204"/>
                  </a:lnTo>
                  <a:lnTo>
                    <a:pt x="2551994" y="1711204"/>
                  </a:lnTo>
                  <a:lnTo>
                    <a:pt x="2552111" y="1711204"/>
                  </a:lnTo>
                  <a:lnTo>
                    <a:pt x="2552229" y="1711204"/>
                  </a:lnTo>
                  <a:lnTo>
                    <a:pt x="2552347" y="1711204"/>
                  </a:lnTo>
                  <a:lnTo>
                    <a:pt x="2552464" y="1711204"/>
                  </a:lnTo>
                  <a:lnTo>
                    <a:pt x="2552582" y="1711204"/>
                  </a:lnTo>
                  <a:lnTo>
                    <a:pt x="2552700" y="1711204"/>
                  </a:lnTo>
                  <a:lnTo>
                    <a:pt x="2552817" y="1711204"/>
                  </a:lnTo>
                  <a:lnTo>
                    <a:pt x="2552935" y="1711204"/>
                  </a:lnTo>
                  <a:lnTo>
                    <a:pt x="2553052" y="1711204"/>
                  </a:lnTo>
                  <a:lnTo>
                    <a:pt x="2553170" y="1711204"/>
                  </a:lnTo>
                  <a:lnTo>
                    <a:pt x="2553288" y="1711204"/>
                  </a:lnTo>
                  <a:lnTo>
                    <a:pt x="2553288" y="1710773"/>
                  </a:lnTo>
                  <a:lnTo>
                    <a:pt x="2553405" y="1710773"/>
                  </a:lnTo>
                  <a:lnTo>
                    <a:pt x="2553405" y="1710343"/>
                  </a:lnTo>
                  <a:lnTo>
                    <a:pt x="2553523" y="1710343"/>
                  </a:lnTo>
                  <a:lnTo>
                    <a:pt x="2553640" y="1710343"/>
                  </a:lnTo>
                  <a:lnTo>
                    <a:pt x="2553758" y="1710343"/>
                  </a:lnTo>
                  <a:lnTo>
                    <a:pt x="2553758" y="1709912"/>
                  </a:lnTo>
                  <a:lnTo>
                    <a:pt x="2553758" y="1709482"/>
                  </a:lnTo>
                  <a:lnTo>
                    <a:pt x="2553758" y="1709051"/>
                  </a:lnTo>
                  <a:lnTo>
                    <a:pt x="2553758" y="1708620"/>
                  </a:lnTo>
                  <a:lnTo>
                    <a:pt x="2553876" y="1708620"/>
                  </a:lnTo>
                  <a:lnTo>
                    <a:pt x="2553993" y="1708620"/>
                  </a:lnTo>
                  <a:lnTo>
                    <a:pt x="2554111" y="1708620"/>
                  </a:lnTo>
                  <a:lnTo>
                    <a:pt x="2554228" y="1708620"/>
                  </a:lnTo>
                  <a:lnTo>
                    <a:pt x="2554346" y="1708620"/>
                  </a:lnTo>
                  <a:lnTo>
                    <a:pt x="2554464" y="1708620"/>
                  </a:lnTo>
                  <a:lnTo>
                    <a:pt x="2554581" y="1708620"/>
                  </a:lnTo>
                  <a:lnTo>
                    <a:pt x="2554699" y="1708620"/>
                  </a:lnTo>
                  <a:lnTo>
                    <a:pt x="2554817" y="1708620"/>
                  </a:lnTo>
                  <a:lnTo>
                    <a:pt x="2554817" y="1708190"/>
                  </a:lnTo>
                  <a:lnTo>
                    <a:pt x="2554934" y="1708190"/>
                  </a:lnTo>
                  <a:lnTo>
                    <a:pt x="2555052" y="1708190"/>
                  </a:lnTo>
                  <a:lnTo>
                    <a:pt x="2555052" y="1707759"/>
                  </a:lnTo>
                  <a:lnTo>
                    <a:pt x="2555169" y="1707759"/>
                  </a:lnTo>
                  <a:lnTo>
                    <a:pt x="2555169" y="1707329"/>
                  </a:lnTo>
                  <a:lnTo>
                    <a:pt x="2555287" y="1707329"/>
                  </a:lnTo>
                  <a:lnTo>
                    <a:pt x="2555405" y="1707329"/>
                  </a:lnTo>
                  <a:lnTo>
                    <a:pt x="2555522" y="1707329"/>
                  </a:lnTo>
                  <a:lnTo>
                    <a:pt x="2555640" y="1707329"/>
                  </a:lnTo>
                  <a:lnTo>
                    <a:pt x="2555757" y="1707329"/>
                  </a:lnTo>
                  <a:lnTo>
                    <a:pt x="2555875" y="1707329"/>
                  </a:lnTo>
                  <a:lnTo>
                    <a:pt x="2555993" y="1707329"/>
                  </a:lnTo>
                  <a:lnTo>
                    <a:pt x="2556110" y="1707329"/>
                  </a:lnTo>
                  <a:lnTo>
                    <a:pt x="2556228" y="1707329"/>
                  </a:lnTo>
                  <a:lnTo>
                    <a:pt x="2556228" y="1706898"/>
                  </a:lnTo>
                  <a:lnTo>
                    <a:pt x="2556346" y="1706898"/>
                  </a:lnTo>
                  <a:lnTo>
                    <a:pt x="2556346" y="1706467"/>
                  </a:lnTo>
                  <a:lnTo>
                    <a:pt x="2556463" y="1706467"/>
                  </a:lnTo>
                  <a:lnTo>
                    <a:pt x="2556581" y="1706467"/>
                  </a:lnTo>
                  <a:lnTo>
                    <a:pt x="2556698" y="1706467"/>
                  </a:lnTo>
                  <a:lnTo>
                    <a:pt x="2556816" y="1706467"/>
                  </a:lnTo>
                  <a:lnTo>
                    <a:pt x="2556934" y="1706467"/>
                  </a:lnTo>
                  <a:lnTo>
                    <a:pt x="2557051" y="1706467"/>
                  </a:lnTo>
                  <a:lnTo>
                    <a:pt x="2557169" y="1706467"/>
                  </a:lnTo>
                  <a:lnTo>
                    <a:pt x="2557286" y="1706467"/>
                  </a:lnTo>
                  <a:lnTo>
                    <a:pt x="2557286" y="1706037"/>
                  </a:lnTo>
                  <a:lnTo>
                    <a:pt x="2557404" y="1706037"/>
                  </a:lnTo>
                  <a:lnTo>
                    <a:pt x="2557522" y="1706037"/>
                  </a:lnTo>
                  <a:lnTo>
                    <a:pt x="2557522" y="1705606"/>
                  </a:lnTo>
                  <a:lnTo>
                    <a:pt x="2557639" y="1705606"/>
                  </a:lnTo>
                  <a:lnTo>
                    <a:pt x="2557757" y="1705606"/>
                  </a:lnTo>
                  <a:lnTo>
                    <a:pt x="2557875" y="1705606"/>
                  </a:lnTo>
                  <a:lnTo>
                    <a:pt x="2557992" y="1705606"/>
                  </a:lnTo>
                  <a:lnTo>
                    <a:pt x="2558110" y="1705606"/>
                  </a:lnTo>
                  <a:lnTo>
                    <a:pt x="2558110" y="1705176"/>
                  </a:lnTo>
                  <a:lnTo>
                    <a:pt x="2558227" y="1705176"/>
                  </a:lnTo>
                  <a:lnTo>
                    <a:pt x="2558227" y="1704745"/>
                  </a:lnTo>
                  <a:lnTo>
                    <a:pt x="2558345" y="1704745"/>
                  </a:lnTo>
                  <a:lnTo>
                    <a:pt x="2558463" y="1704745"/>
                  </a:lnTo>
                  <a:lnTo>
                    <a:pt x="2558580" y="1704745"/>
                  </a:lnTo>
                  <a:lnTo>
                    <a:pt x="2558698" y="1704745"/>
                  </a:lnTo>
                  <a:lnTo>
                    <a:pt x="2558698" y="1704314"/>
                  </a:lnTo>
                  <a:lnTo>
                    <a:pt x="2558698" y="1703884"/>
                  </a:lnTo>
                  <a:lnTo>
                    <a:pt x="2558815" y="1703884"/>
                  </a:lnTo>
                  <a:lnTo>
                    <a:pt x="2558933" y="1703884"/>
                  </a:lnTo>
                  <a:lnTo>
                    <a:pt x="2559051" y="1703884"/>
                  </a:lnTo>
                  <a:lnTo>
                    <a:pt x="2559168" y="1703884"/>
                  </a:lnTo>
                  <a:lnTo>
                    <a:pt x="2559168" y="1703453"/>
                  </a:lnTo>
                  <a:lnTo>
                    <a:pt x="2559286" y="1703453"/>
                  </a:lnTo>
                  <a:lnTo>
                    <a:pt x="2559404" y="1703453"/>
                  </a:lnTo>
                  <a:lnTo>
                    <a:pt x="2559521" y="1703453"/>
                  </a:lnTo>
                  <a:lnTo>
                    <a:pt x="2559639" y="1703453"/>
                  </a:lnTo>
                  <a:lnTo>
                    <a:pt x="2559756" y="1703453"/>
                  </a:lnTo>
                  <a:lnTo>
                    <a:pt x="2559874" y="1703453"/>
                  </a:lnTo>
                  <a:lnTo>
                    <a:pt x="2559992" y="1703453"/>
                  </a:lnTo>
                  <a:lnTo>
                    <a:pt x="2560109" y="1703453"/>
                  </a:lnTo>
                  <a:lnTo>
                    <a:pt x="2560227" y="1703453"/>
                  </a:lnTo>
                  <a:lnTo>
                    <a:pt x="2560227" y="1703023"/>
                  </a:lnTo>
                  <a:lnTo>
                    <a:pt x="2560344" y="1703023"/>
                  </a:lnTo>
                  <a:lnTo>
                    <a:pt x="2560462" y="1703023"/>
                  </a:lnTo>
                  <a:lnTo>
                    <a:pt x="2560580" y="1703023"/>
                  </a:lnTo>
                  <a:lnTo>
                    <a:pt x="2560697" y="1703023"/>
                  </a:lnTo>
                  <a:lnTo>
                    <a:pt x="2560815" y="1703023"/>
                  </a:lnTo>
                  <a:lnTo>
                    <a:pt x="2560815" y="1702592"/>
                  </a:lnTo>
                  <a:lnTo>
                    <a:pt x="2560815" y="1702161"/>
                  </a:lnTo>
                  <a:lnTo>
                    <a:pt x="2560933" y="1702161"/>
                  </a:lnTo>
                  <a:lnTo>
                    <a:pt x="2561050" y="1702161"/>
                  </a:lnTo>
                  <a:lnTo>
                    <a:pt x="2561168" y="1702161"/>
                  </a:lnTo>
                  <a:lnTo>
                    <a:pt x="2561168" y="1701731"/>
                  </a:lnTo>
                  <a:lnTo>
                    <a:pt x="2561285" y="1701731"/>
                  </a:lnTo>
                  <a:lnTo>
                    <a:pt x="2561403" y="1701731"/>
                  </a:lnTo>
                  <a:lnTo>
                    <a:pt x="2561521" y="1701731"/>
                  </a:lnTo>
                  <a:lnTo>
                    <a:pt x="2561521" y="1701300"/>
                  </a:lnTo>
                  <a:lnTo>
                    <a:pt x="2561638" y="1701300"/>
                  </a:lnTo>
                  <a:lnTo>
                    <a:pt x="2561638" y="1700870"/>
                  </a:lnTo>
                  <a:lnTo>
                    <a:pt x="2561756" y="1700870"/>
                  </a:lnTo>
                  <a:lnTo>
                    <a:pt x="2561873" y="1700870"/>
                  </a:lnTo>
                  <a:lnTo>
                    <a:pt x="2561991" y="1700870"/>
                  </a:lnTo>
                  <a:lnTo>
                    <a:pt x="2562109" y="1700870"/>
                  </a:lnTo>
                  <a:lnTo>
                    <a:pt x="2562226" y="1700870"/>
                  </a:lnTo>
                  <a:lnTo>
                    <a:pt x="2562344" y="1700870"/>
                  </a:lnTo>
                  <a:lnTo>
                    <a:pt x="2562461" y="1700870"/>
                  </a:lnTo>
                  <a:lnTo>
                    <a:pt x="2562579" y="1700870"/>
                  </a:lnTo>
                  <a:lnTo>
                    <a:pt x="2562697" y="1700870"/>
                  </a:lnTo>
                  <a:lnTo>
                    <a:pt x="2562697" y="1700439"/>
                  </a:lnTo>
                  <a:lnTo>
                    <a:pt x="2562697" y="1700008"/>
                  </a:lnTo>
                  <a:lnTo>
                    <a:pt x="2562697" y="1699578"/>
                  </a:lnTo>
                  <a:lnTo>
                    <a:pt x="2562697" y="1699147"/>
                  </a:lnTo>
                  <a:lnTo>
                    <a:pt x="2562697" y="1698717"/>
                  </a:lnTo>
                  <a:lnTo>
                    <a:pt x="2562814" y="1698717"/>
                  </a:lnTo>
                  <a:lnTo>
                    <a:pt x="2562932" y="1698717"/>
                  </a:lnTo>
                  <a:lnTo>
                    <a:pt x="2563050" y="1698717"/>
                  </a:lnTo>
                  <a:lnTo>
                    <a:pt x="2563167" y="1698717"/>
                  </a:lnTo>
                  <a:lnTo>
                    <a:pt x="2563285" y="1698717"/>
                  </a:lnTo>
                  <a:lnTo>
                    <a:pt x="2563402" y="1698717"/>
                  </a:lnTo>
                  <a:lnTo>
                    <a:pt x="2563520" y="1698717"/>
                  </a:lnTo>
                  <a:lnTo>
                    <a:pt x="2563638" y="1698717"/>
                  </a:lnTo>
                  <a:lnTo>
                    <a:pt x="2563638" y="1698286"/>
                  </a:lnTo>
                  <a:lnTo>
                    <a:pt x="2563755" y="1698286"/>
                  </a:lnTo>
                  <a:lnTo>
                    <a:pt x="2563755" y="1697855"/>
                  </a:lnTo>
                  <a:lnTo>
                    <a:pt x="2563873" y="1697855"/>
                  </a:lnTo>
                  <a:lnTo>
                    <a:pt x="2563990" y="1697855"/>
                  </a:lnTo>
                  <a:lnTo>
                    <a:pt x="2564108" y="1697855"/>
                  </a:lnTo>
                  <a:lnTo>
                    <a:pt x="2564226" y="1697855"/>
                  </a:lnTo>
                  <a:lnTo>
                    <a:pt x="2564343" y="1697855"/>
                  </a:lnTo>
                  <a:lnTo>
                    <a:pt x="2564461" y="1697855"/>
                  </a:lnTo>
                  <a:lnTo>
                    <a:pt x="2564579" y="1697855"/>
                  </a:lnTo>
                  <a:lnTo>
                    <a:pt x="2564696" y="1697855"/>
                  </a:lnTo>
                  <a:lnTo>
                    <a:pt x="2564696" y="1697425"/>
                  </a:lnTo>
                  <a:lnTo>
                    <a:pt x="2564696" y="1696994"/>
                  </a:lnTo>
                  <a:lnTo>
                    <a:pt x="2564814" y="1696994"/>
                  </a:lnTo>
                  <a:lnTo>
                    <a:pt x="2564814" y="1696564"/>
                  </a:lnTo>
                  <a:lnTo>
                    <a:pt x="2564931" y="1696564"/>
                  </a:lnTo>
                  <a:lnTo>
                    <a:pt x="2565049" y="1696564"/>
                  </a:lnTo>
                  <a:lnTo>
                    <a:pt x="2565167" y="1696564"/>
                  </a:lnTo>
                  <a:lnTo>
                    <a:pt x="2565284" y="1696564"/>
                  </a:lnTo>
                  <a:lnTo>
                    <a:pt x="2565402" y="1696564"/>
                  </a:lnTo>
                  <a:lnTo>
                    <a:pt x="2565519" y="1696564"/>
                  </a:lnTo>
                  <a:lnTo>
                    <a:pt x="2565519" y="1696133"/>
                  </a:lnTo>
                  <a:lnTo>
                    <a:pt x="2565637" y="1696133"/>
                  </a:lnTo>
                  <a:lnTo>
                    <a:pt x="2565755" y="1696133"/>
                  </a:lnTo>
                  <a:lnTo>
                    <a:pt x="2565872" y="1696133"/>
                  </a:lnTo>
                  <a:lnTo>
                    <a:pt x="2565990" y="1696133"/>
                  </a:lnTo>
                  <a:lnTo>
                    <a:pt x="2566108" y="1696133"/>
                  </a:lnTo>
                  <a:lnTo>
                    <a:pt x="2566225" y="1696133"/>
                  </a:lnTo>
                  <a:lnTo>
                    <a:pt x="2566343" y="1696133"/>
                  </a:lnTo>
                  <a:lnTo>
                    <a:pt x="2566343" y="1695702"/>
                  </a:lnTo>
                  <a:lnTo>
                    <a:pt x="2566460" y="1695702"/>
                  </a:lnTo>
                  <a:lnTo>
                    <a:pt x="2566578" y="1695702"/>
                  </a:lnTo>
                  <a:lnTo>
                    <a:pt x="2566696" y="1695702"/>
                  </a:lnTo>
                  <a:lnTo>
                    <a:pt x="2566696" y="1695272"/>
                  </a:lnTo>
                  <a:lnTo>
                    <a:pt x="2566813" y="1695272"/>
                  </a:lnTo>
                  <a:lnTo>
                    <a:pt x="2566813" y="1694841"/>
                  </a:lnTo>
                  <a:lnTo>
                    <a:pt x="2566813" y="1694411"/>
                  </a:lnTo>
                  <a:lnTo>
                    <a:pt x="2566813" y="1693980"/>
                  </a:lnTo>
                  <a:lnTo>
                    <a:pt x="2566931" y="1693980"/>
                  </a:lnTo>
                  <a:lnTo>
                    <a:pt x="2567048" y="1693980"/>
                  </a:lnTo>
                  <a:lnTo>
                    <a:pt x="2567048" y="1693549"/>
                  </a:lnTo>
                  <a:lnTo>
                    <a:pt x="2567166" y="1693549"/>
                  </a:lnTo>
                  <a:lnTo>
                    <a:pt x="2567166" y="1693119"/>
                  </a:lnTo>
                  <a:lnTo>
                    <a:pt x="2567284" y="1693119"/>
                  </a:lnTo>
                  <a:lnTo>
                    <a:pt x="2567401" y="1693119"/>
                  </a:lnTo>
                  <a:lnTo>
                    <a:pt x="2567519" y="1693119"/>
                  </a:lnTo>
                  <a:lnTo>
                    <a:pt x="2567637" y="1693119"/>
                  </a:lnTo>
                  <a:lnTo>
                    <a:pt x="2567754" y="1693119"/>
                  </a:lnTo>
                  <a:lnTo>
                    <a:pt x="2567872" y="1693119"/>
                  </a:lnTo>
                  <a:lnTo>
                    <a:pt x="2567989" y="1693119"/>
                  </a:lnTo>
                  <a:lnTo>
                    <a:pt x="2568107" y="1693119"/>
                  </a:lnTo>
                  <a:lnTo>
                    <a:pt x="2568107" y="1692688"/>
                  </a:lnTo>
                  <a:lnTo>
                    <a:pt x="2568225" y="1692688"/>
                  </a:lnTo>
                  <a:lnTo>
                    <a:pt x="2568342" y="1692688"/>
                  </a:lnTo>
                  <a:lnTo>
                    <a:pt x="2568342" y="1692258"/>
                  </a:lnTo>
                  <a:lnTo>
                    <a:pt x="2568460" y="1692258"/>
                  </a:lnTo>
                  <a:lnTo>
                    <a:pt x="2568577" y="1692258"/>
                  </a:lnTo>
                  <a:lnTo>
                    <a:pt x="2568695" y="1692258"/>
                  </a:lnTo>
                  <a:lnTo>
                    <a:pt x="2568813" y="1692258"/>
                  </a:lnTo>
                  <a:lnTo>
                    <a:pt x="2568930" y="1692258"/>
                  </a:lnTo>
                  <a:lnTo>
                    <a:pt x="2569048" y="1692258"/>
                  </a:lnTo>
                  <a:lnTo>
                    <a:pt x="2569166" y="1692258"/>
                  </a:lnTo>
                  <a:lnTo>
                    <a:pt x="2569166" y="1691827"/>
                  </a:lnTo>
                  <a:lnTo>
                    <a:pt x="2569283" y="1691827"/>
                  </a:lnTo>
                  <a:lnTo>
                    <a:pt x="2569283" y="1691396"/>
                  </a:lnTo>
                  <a:lnTo>
                    <a:pt x="2569401" y="1691396"/>
                  </a:lnTo>
                  <a:lnTo>
                    <a:pt x="2569518" y="1691396"/>
                  </a:lnTo>
                  <a:lnTo>
                    <a:pt x="2569636" y="1691396"/>
                  </a:lnTo>
                  <a:lnTo>
                    <a:pt x="2569754" y="1691396"/>
                  </a:lnTo>
                  <a:lnTo>
                    <a:pt x="2569754" y="1690966"/>
                  </a:lnTo>
                  <a:lnTo>
                    <a:pt x="2569871" y="1690966"/>
                  </a:lnTo>
                  <a:lnTo>
                    <a:pt x="2569989" y="1690966"/>
                  </a:lnTo>
                  <a:lnTo>
                    <a:pt x="2570106" y="1690966"/>
                  </a:lnTo>
                  <a:lnTo>
                    <a:pt x="2570224" y="1690966"/>
                  </a:lnTo>
                  <a:lnTo>
                    <a:pt x="2570224" y="1690535"/>
                  </a:lnTo>
                  <a:lnTo>
                    <a:pt x="2570224" y="1690105"/>
                  </a:lnTo>
                  <a:lnTo>
                    <a:pt x="2570342" y="1690105"/>
                  </a:lnTo>
                  <a:lnTo>
                    <a:pt x="2570459" y="1690105"/>
                  </a:lnTo>
                  <a:lnTo>
                    <a:pt x="2570577" y="1690105"/>
                  </a:lnTo>
                  <a:lnTo>
                    <a:pt x="2570577" y="1689674"/>
                  </a:lnTo>
                  <a:lnTo>
                    <a:pt x="2570694" y="1689674"/>
                  </a:lnTo>
                  <a:lnTo>
                    <a:pt x="2570694" y="1689243"/>
                  </a:lnTo>
                  <a:lnTo>
                    <a:pt x="2570812" y="1689243"/>
                  </a:lnTo>
                  <a:lnTo>
                    <a:pt x="2570930" y="1689243"/>
                  </a:lnTo>
                  <a:lnTo>
                    <a:pt x="2571047" y="1689243"/>
                  </a:lnTo>
                  <a:lnTo>
                    <a:pt x="2571165" y="1689243"/>
                  </a:lnTo>
                  <a:lnTo>
                    <a:pt x="2571165" y="1688813"/>
                  </a:lnTo>
                  <a:lnTo>
                    <a:pt x="2571283" y="1688813"/>
                  </a:lnTo>
                  <a:lnTo>
                    <a:pt x="2571283" y="1688382"/>
                  </a:lnTo>
                  <a:lnTo>
                    <a:pt x="2571400" y="1688382"/>
                  </a:lnTo>
                  <a:lnTo>
                    <a:pt x="2571400" y="1687952"/>
                  </a:lnTo>
                  <a:lnTo>
                    <a:pt x="2571518" y="1687952"/>
                  </a:lnTo>
                  <a:lnTo>
                    <a:pt x="2571635" y="1687952"/>
                  </a:lnTo>
                  <a:lnTo>
                    <a:pt x="2571635" y="1687521"/>
                  </a:lnTo>
                  <a:lnTo>
                    <a:pt x="2571753" y="1687521"/>
                  </a:lnTo>
                  <a:lnTo>
                    <a:pt x="2571871" y="1687521"/>
                  </a:lnTo>
                  <a:lnTo>
                    <a:pt x="2571871" y="1687090"/>
                  </a:lnTo>
                  <a:lnTo>
                    <a:pt x="2571988" y="1687090"/>
                  </a:lnTo>
                  <a:lnTo>
                    <a:pt x="2572106" y="1687090"/>
                  </a:lnTo>
                  <a:lnTo>
                    <a:pt x="2572223" y="1687090"/>
                  </a:lnTo>
                  <a:lnTo>
                    <a:pt x="2572341" y="1687090"/>
                  </a:lnTo>
                  <a:lnTo>
                    <a:pt x="2572459" y="1687090"/>
                  </a:lnTo>
                  <a:lnTo>
                    <a:pt x="2572576" y="1687090"/>
                  </a:lnTo>
                  <a:lnTo>
                    <a:pt x="2572694" y="1687090"/>
                  </a:lnTo>
                  <a:lnTo>
                    <a:pt x="2572694" y="1686660"/>
                  </a:lnTo>
                  <a:lnTo>
                    <a:pt x="2572812" y="1686660"/>
                  </a:lnTo>
                  <a:lnTo>
                    <a:pt x="2572929" y="1686660"/>
                  </a:lnTo>
                  <a:lnTo>
                    <a:pt x="2573047" y="1686660"/>
                  </a:lnTo>
                  <a:lnTo>
                    <a:pt x="2573047" y="1686229"/>
                  </a:lnTo>
                  <a:lnTo>
                    <a:pt x="2573047" y="1685799"/>
                  </a:lnTo>
                  <a:lnTo>
                    <a:pt x="2573047" y="1685368"/>
                  </a:lnTo>
                  <a:lnTo>
                    <a:pt x="2573164" y="1685368"/>
                  </a:lnTo>
                  <a:lnTo>
                    <a:pt x="2573282" y="1685368"/>
                  </a:lnTo>
                  <a:lnTo>
                    <a:pt x="2573400" y="1685368"/>
                  </a:lnTo>
                  <a:lnTo>
                    <a:pt x="2573517" y="1685368"/>
                  </a:lnTo>
                  <a:lnTo>
                    <a:pt x="2573635" y="1685368"/>
                  </a:lnTo>
                  <a:lnTo>
                    <a:pt x="2573752" y="1685368"/>
                  </a:lnTo>
                  <a:lnTo>
                    <a:pt x="2573870" y="1685368"/>
                  </a:lnTo>
                  <a:lnTo>
                    <a:pt x="2573988" y="1685368"/>
                  </a:lnTo>
                  <a:lnTo>
                    <a:pt x="2573988" y="1684937"/>
                  </a:lnTo>
                  <a:lnTo>
                    <a:pt x="2574105" y="1684937"/>
                  </a:lnTo>
                  <a:lnTo>
                    <a:pt x="2574223" y="1684937"/>
                  </a:lnTo>
                  <a:lnTo>
                    <a:pt x="2574341" y="1684937"/>
                  </a:lnTo>
                  <a:lnTo>
                    <a:pt x="2574458" y="1684937"/>
                  </a:lnTo>
                  <a:lnTo>
                    <a:pt x="2574458" y="1684507"/>
                  </a:lnTo>
                  <a:lnTo>
                    <a:pt x="2574576" y="1684507"/>
                  </a:lnTo>
                  <a:lnTo>
                    <a:pt x="2574693" y="1684507"/>
                  </a:lnTo>
                  <a:lnTo>
                    <a:pt x="2574811" y="1684507"/>
                  </a:lnTo>
                  <a:lnTo>
                    <a:pt x="2574929" y="1684507"/>
                  </a:lnTo>
                  <a:lnTo>
                    <a:pt x="2575046" y="1684507"/>
                  </a:lnTo>
                  <a:lnTo>
                    <a:pt x="2575164" y="1684507"/>
                  </a:lnTo>
                  <a:lnTo>
                    <a:pt x="2575281" y="1684507"/>
                  </a:lnTo>
                  <a:lnTo>
                    <a:pt x="2575399" y="1684507"/>
                  </a:lnTo>
                  <a:lnTo>
                    <a:pt x="2575517" y="1684507"/>
                  </a:lnTo>
                  <a:lnTo>
                    <a:pt x="2575634" y="1684507"/>
                  </a:lnTo>
                  <a:lnTo>
                    <a:pt x="2575752" y="1684507"/>
                  </a:lnTo>
                  <a:lnTo>
                    <a:pt x="2575870" y="1684507"/>
                  </a:lnTo>
                  <a:lnTo>
                    <a:pt x="2575870" y="1684076"/>
                  </a:lnTo>
                  <a:lnTo>
                    <a:pt x="2575870" y="1683646"/>
                  </a:lnTo>
                  <a:lnTo>
                    <a:pt x="2575870" y="1683215"/>
                  </a:lnTo>
                  <a:lnTo>
                    <a:pt x="2575987" y="1683215"/>
                  </a:lnTo>
                  <a:lnTo>
                    <a:pt x="2575987" y="1682784"/>
                  </a:lnTo>
                  <a:lnTo>
                    <a:pt x="2576105" y="1682784"/>
                  </a:lnTo>
                  <a:lnTo>
                    <a:pt x="2576222" y="1682784"/>
                  </a:lnTo>
                  <a:lnTo>
                    <a:pt x="2576340" y="1682784"/>
                  </a:lnTo>
                  <a:lnTo>
                    <a:pt x="2576458" y="1682784"/>
                  </a:lnTo>
                  <a:lnTo>
                    <a:pt x="2576575" y="1682784"/>
                  </a:lnTo>
                  <a:lnTo>
                    <a:pt x="2576575" y="1682354"/>
                  </a:lnTo>
                  <a:lnTo>
                    <a:pt x="2576693" y="1682354"/>
                  </a:lnTo>
                  <a:lnTo>
                    <a:pt x="2576810" y="1682354"/>
                  </a:lnTo>
                  <a:lnTo>
                    <a:pt x="2576928" y="1682354"/>
                  </a:lnTo>
                  <a:lnTo>
                    <a:pt x="2577046" y="1682354"/>
                  </a:lnTo>
                  <a:lnTo>
                    <a:pt x="2577163" y="1682354"/>
                  </a:lnTo>
                  <a:lnTo>
                    <a:pt x="2577281" y="1682354"/>
                  </a:lnTo>
                  <a:lnTo>
                    <a:pt x="2577399" y="1682354"/>
                  </a:lnTo>
                  <a:lnTo>
                    <a:pt x="2577516" y="1682354"/>
                  </a:lnTo>
                  <a:lnTo>
                    <a:pt x="2577634" y="1682354"/>
                  </a:lnTo>
                  <a:lnTo>
                    <a:pt x="2577751" y="1682354"/>
                  </a:lnTo>
                  <a:lnTo>
                    <a:pt x="2577869" y="1682354"/>
                  </a:lnTo>
                  <a:lnTo>
                    <a:pt x="2577987" y="1682354"/>
                  </a:lnTo>
                  <a:lnTo>
                    <a:pt x="2578104" y="1682354"/>
                  </a:lnTo>
                  <a:lnTo>
                    <a:pt x="2578222" y="1682354"/>
                  </a:lnTo>
                  <a:lnTo>
                    <a:pt x="2578339" y="1682354"/>
                  </a:lnTo>
                  <a:lnTo>
                    <a:pt x="2578457" y="1682354"/>
                  </a:lnTo>
                  <a:lnTo>
                    <a:pt x="2578575" y="1682354"/>
                  </a:lnTo>
                  <a:lnTo>
                    <a:pt x="2578575" y="1681923"/>
                  </a:lnTo>
                  <a:lnTo>
                    <a:pt x="2578575" y="1681493"/>
                  </a:lnTo>
                  <a:lnTo>
                    <a:pt x="2578692" y="1681493"/>
                  </a:lnTo>
                  <a:lnTo>
                    <a:pt x="2578692" y="1681062"/>
                  </a:lnTo>
                  <a:lnTo>
                    <a:pt x="2578810" y="1681062"/>
                  </a:lnTo>
                  <a:lnTo>
                    <a:pt x="2578927" y="1681062"/>
                  </a:lnTo>
                  <a:lnTo>
                    <a:pt x="2579045" y="1681062"/>
                  </a:lnTo>
                  <a:lnTo>
                    <a:pt x="2579163" y="1681062"/>
                  </a:lnTo>
                  <a:lnTo>
                    <a:pt x="2579280" y="1681062"/>
                  </a:lnTo>
                  <a:lnTo>
                    <a:pt x="2579398" y="1681062"/>
                  </a:lnTo>
                  <a:lnTo>
                    <a:pt x="2579398" y="1680631"/>
                  </a:lnTo>
                  <a:lnTo>
                    <a:pt x="2579516" y="1680631"/>
                  </a:lnTo>
                  <a:lnTo>
                    <a:pt x="2579633" y="1680631"/>
                  </a:lnTo>
                  <a:lnTo>
                    <a:pt x="2579633" y="1680201"/>
                  </a:lnTo>
                  <a:lnTo>
                    <a:pt x="2579751" y="1680201"/>
                  </a:lnTo>
                  <a:lnTo>
                    <a:pt x="2579751" y="1679770"/>
                  </a:lnTo>
                  <a:lnTo>
                    <a:pt x="2579868" y="1679770"/>
                  </a:lnTo>
                  <a:lnTo>
                    <a:pt x="2579868" y="1679340"/>
                  </a:lnTo>
                  <a:lnTo>
                    <a:pt x="2579986" y="1679340"/>
                  </a:lnTo>
                  <a:lnTo>
                    <a:pt x="2579986" y="1678909"/>
                  </a:lnTo>
                  <a:lnTo>
                    <a:pt x="2580104" y="1678909"/>
                  </a:lnTo>
                  <a:lnTo>
                    <a:pt x="2580221" y="1678909"/>
                  </a:lnTo>
                  <a:lnTo>
                    <a:pt x="2580339" y="1678909"/>
                  </a:lnTo>
                  <a:lnTo>
                    <a:pt x="2580456" y="1678909"/>
                  </a:lnTo>
                  <a:lnTo>
                    <a:pt x="2580456" y="1678478"/>
                  </a:lnTo>
                  <a:lnTo>
                    <a:pt x="2580574" y="1678478"/>
                  </a:lnTo>
                  <a:lnTo>
                    <a:pt x="2580692" y="1678478"/>
                  </a:lnTo>
                  <a:lnTo>
                    <a:pt x="2580809" y="1678478"/>
                  </a:lnTo>
                  <a:lnTo>
                    <a:pt x="2580927" y="1678478"/>
                  </a:lnTo>
                  <a:lnTo>
                    <a:pt x="2580927" y="1678048"/>
                  </a:lnTo>
                  <a:lnTo>
                    <a:pt x="2581045" y="1678048"/>
                  </a:lnTo>
                  <a:lnTo>
                    <a:pt x="2581162" y="1678048"/>
                  </a:lnTo>
                  <a:lnTo>
                    <a:pt x="2581280" y="1678048"/>
                  </a:lnTo>
                  <a:lnTo>
                    <a:pt x="2581397" y="1678048"/>
                  </a:lnTo>
                  <a:lnTo>
                    <a:pt x="2581515" y="1678048"/>
                  </a:lnTo>
                  <a:lnTo>
                    <a:pt x="2581633" y="1678048"/>
                  </a:lnTo>
                  <a:lnTo>
                    <a:pt x="2581750" y="1678048"/>
                  </a:lnTo>
                  <a:lnTo>
                    <a:pt x="2581868" y="1678048"/>
                  </a:lnTo>
                  <a:lnTo>
                    <a:pt x="2581985" y="1678048"/>
                  </a:lnTo>
                  <a:lnTo>
                    <a:pt x="2581985" y="1677617"/>
                  </a:lnTo>
                  <a:lnTo>
                    <a:pt x="2581985" y="1677187"/>
                  </a:lnTo>
                  <a:lnTo>
                    <a:pt x="2582103" y="1677187"/>
                  </a:lnTo>
                  <a:lnTo>
                    <a:pt x="2582221" y="1677187"/>
                  </a:lnTo>
                  <a:lnTo>
                    <a:pt x="2582221" y="1676756"/>
                  </a:lnTo>
                  <a:lnTo>
                    <a:pt x="2582338" y="1676756"/>
                  </a:lnTo>
                  <a:lnTo>
                    <a:pt x="2582456" y="1676756"/>
                  </a:lnTo>
                  <a:lnTo>
                    <a:pt x="2582456" y="1676325"/>
                  </a:lnTo>
                  <a:lnTo>
                    <a:pt x="2582574" y="1676325"/>
                  </a:lnTo>
                  <a:lnTo>
                    <a:pt x="2582574" y="1675895"/>
                  </a:lnTo>
                  <a:lnTo>
                    <a:pt x="2582691" y="1675895"/>
                  </a:lnTo>
                  <a:lnTo>
                    <a:pt x="2582809" y="1675895"/>
                  </a:lnTo>
                  <a:lnTo>
                    <a:pt x="2582926" y="1675895"/>
                  </a:lnTo>
                  <a:lnTo>
                    <a:pt x="2583044" y="1675895"/>
                  </a:lnTo>
                  <a:lnTo>
                    <a:pt x="2583044" y="1675464"/>
                  </a:lnTo>
                  <a:lnTo>
                    <a:pt x="2583162" y="1675464"/>
                  </a:lnTo>
                  <a:lnTo>
                    <a:pt x="2583162" y="1675034"/>
                  </a:lnTo>
                  <a:lnTo>
                    <a:pt x="2583279" y="1675034"/>
                  </a:lnTo>
                  <a:lnTo>
                    <a:pt x="2583397" y="1675034"/>
                  </a:lnTo>
                  <a:lnTo>
                    <a:pt x="2583514" y="1675034"/>
                  </a:lnTo>
                  <a:lnTo>
                    <a:pt x="2583632" y="1675034"/>
                  </a:lnTo>
                  <a:lnTo>
                    <a:pt x="2583750" y="1675034"/>
                  </a:lnTo>
                  <a:lnTo>
                    <a:pt x="2583867" y="1675034"/>
                  </a:lnTo>
                  <a:lnTo>
                    <a:pt x="2583985" y="1675034"/>
                  </a:lnTo>
                  <a:lnTo>
                    <a:pt x="2584103" y="1675034"/>
                  </a:lnTo>
                  <a:lnTo>
                    <a:pt x="2584220" y="1675034"/>
                  </a:lnTo>
                  <a:lnTo>
                    <a:pt x="2584338" y="1675034"/>
                  </a:lnTo>
                  <a:lnTo>
                    <a:pt x="2584455" y="1675034"/>
                  </a:lnTo>
                  <a:lnTo>
                    <a:pt x="2584573" y="1675034"/>
                  </a:lnTo>
                  <a:lnTo>
                    <a:pt x="2584691" y="1675034"/>
                  </a:lnTo>
                  <a:lnTo>
                    <a:pt x="2584808" y="1675034"/>
                  </a:lnTo>
                  <a:lnTo>
                    <a:pt x="2584926" y="1675034"/>
                  </a:lnTo>
                  <a:lnTo>
                    <a:pt x="2585043" y="1675034"/>
                  </a:lnTo>
                  <a:lnTo>
                    <a:pt x="2585043" y="1674603"/>
                  </a:lnTo>
                  <a:lnTo>
                    <a:pt x="2585161" y="1674603"/>
                  </a:lnTo>
                  <a:lnTo>
                    <a:pt x="2585279" y="1674603"/>
                  </a:lnTo>
                  <a:lnTo>
                    <a:pt x="2585396" y="1674603"/>
                  </a:lnTo>
                  <a:lnTo>
                    <a:pt x="2585396" y="1674172"/>
                  </a:lnTo>
                  <a:lnTo>
                    <a:pt x="2585514" y="1674172"/>
                  </a:lnTo>
                  <a:lnTo>
                    <a:pt x="2585631" y="1674172"/>
                  </a:lnTo>
                  <a:lnTo>
                    <a:pt x="2585749" y="1674172"/>
                  </a:lnTo>
                  <a:lnTo>
                    <a:pt x="2585867" y="1674172"/>
                  </a:lnTo>
                  <a:lnTo>
                    <a:pt x="2585867" y="1673742"/>
                  </a:lnTo>
                  <a:lnTo>
                    <a:pt x="2585984" y="1673742"/>
                  </a:lnTo>
                  <a:lnTo>
                    <a:pt x="2585984" y="1673311"/>
                  </a:lnTo>
                  <a:lnTo>
                    <a:pt x="2586102" y="1673311"/>
                  </a:lnTo>
                  <a:lnTo>
                    <a:pt x="2586220" y="1673311"/>
                  </a:lnTo>
                  <a:lnTo>
                    <a:pt x="2586337" y="1673311"/>
                  </a:lnTo>
                  <a:lnTo>
                    <a:pt x="2586455" y="1673311"/>
                  </a:lnTo>
                  <a:lnTo>
                    <a:pt x="2586572" y="1673311"/>
                  </a:lnTo>
                  <a:lnTo>
                    <a:pt x="2586690" y="1673311"/>
                  </a:lnTo>
                  <a:lnTo>
                    <a:pt x="2586690" y="1672881"/>
                  </a:lnTo>
                  <a:lnTo>
                    <a:pt x="2586808" y="1672881"/>
                  </a:lnTo>
                  <a:lnTo>
                    <a:pt x="2586925" y="1672881"/>
                  </a:lnTo>
                  <a:lnTo>
                    <a:pt x="2587043" y="1672881"/>
                  </a:lnTo>
                  <a:lnTo>
                    <a:pt x="2587160" y="1672881"/>
                  </a:lnTo>
                  <a:lnTo>
                    <a:pt x="2587278" y="1672881"/>
                  </a:lnTo>
                  <a:lnTo>
                    <a:pt x="2587396" y="1672881"/>
                  </a:lnTo>
                  <a:lnTo>
                    <a:pt x="2587513" y="1672881"/>
                  </a:lnTo>
                  <a:lnTo>
                    <a:pt x="2587631" y="1672881"/>
                  </a:lnTo>
                  <a:lnTo>
                    <a:pt x="2587749" y="1672881"/>
                  </a:lnTo>
                  <a:lnTo>
                    <a:pt x="2587866" y="1672881"/>
                  </a:lnTo>
                  <a:lnTo>
                    <a:pt x="2587984" y="1672881"/>
                  </a:lnTo>
                  <a:lnTo>
                    <a:pt x="2588101" y="1672881"/>
                  </a:lnTo>
                  <a:lnTo>
                    <a:pt x="2588101" y="1672450"/>
                  </a:lnTo>
                  <a:lnTo>
                    <a:pt x="2588219" y="1672450"/>
                  </a:lnTo>
                  <a:lnTo>
                    <a:pt x="2588337" y="1672450"/>
                  </a:lnTo>
                  <a:lnTo>
                    <a:pt x="2588454" y="1672450"/>
                  </a:lnTo>
                  <a:lnTo>
                    <a:pt x="2588572" y="1672450"/>
                  </a:lnTo>
                  <a:lnTo>
                    <a:pt x="2588689" y="1672450"/>
                  </a:lnTo>
                  <a:lnTo>
                    <a:pt x="2588807" y="1672450"/>
                  </a:lnTo>
                  <a:lnTo>
                    <a:pt x="2588807" y="1672019"/>
                  </a:lnTo>
                  <a:lnTo>
                    <a:pt x="2588807" y="1671589"/>
                  </a:lnTo>
                  <a:lnTo>
                    <a:pt x="2588925" y="1671589"/>
                  </a:lnTo>
                  <a:lnTo>
                    <a:pt x="2588925" y="1671158"/>
                  </a:lnTo>
                  <a:lnTo>
                    <a:pt x="2588925" y="1670728"/>
                  </a:lnTo>
                  <a:lnTo>
                    <a:pt x="2589042" y="1670728"/>
                  </a:lnTo>
                  <a:lnTo>
                    <a:pt x="2589160" y="1670728"/>
                  </a:lnTo>
                  <a:lnTo>
                    <a:pt x="2589278" y="1670728"/>
                  </a:lnTo>
                  <a:lnTo>
                    <a:pt x="2589395" y="1670728"/>
                  </a:lnTo>
                  <a:lnTo>
                    <a:pt x="2589513" y="1670728"/>
                  </a:lnTo>
                  <a:lnTo>
                    <a:pt x="2589630" y="1670728"/>
                  </a:lnTo>
                  <a:lnTo>
                    <a:pt x="2589748" y="1670728"/>
                  </a:lnTo>
                  <a:lnTo>
                    <a:pt x="2589748" y="1670297"/>
                  </a:lnTo>
                  <a:lnTo>
                    <a:pt x="2589866" y="1670297"/>
                  </a:lnTo>
                  <a:lnTo>
                    <a:pt x="2589983" y="1670297"/>
                  </a:lnTo>
                  <a:lnTo>
                    <a:pt x="2590101" y="1670297"/>
                  </a:lnTo>
                  <a:lnTo>
                    <a:pt x="2590218" y="1670297"/>
                  </a:lnTo>
                  <a:lnTo>
                    <a:pt x="2590336" y="1670297"/>
                  </a:lnTo>
                  <a:lnTo>
                    <a:pt x="2590454" y="1670297"/>
                  </a:lnTo>
                  <a:lnTo>
                    <a:pt x="2590571" y="1670297"/>
                  </a:lnTo>
                  <a:lnTo>
                    <a:pt x="2590571" y="1669866"/>
                  </a:lnTo>
                  <a:lnTo>
                    <a:pt x="2590689" y="1669866"/>
                  </a:lnTo>
                  <a:lnTo>
                    <a:pt x="2590807" y="1669866"/>
                  </a:lnTo>
                  <a:lnTo>
                    <a:pt x="2590924" y="1669866"/>
                  </a:lnTo>
                  <a:lnTo>
                    <a:pt x="2590924" y="1669436"/>
                  </a:lnTo>
                  <a:lnTo>
                    <a:pt x="2591042" y="1669436"/>
                  </a:lnTo>
                  <a:lnTo>
                    <a:pt x="2591042" y="1669005"/>
                  </a:lnTo>
                  <a:lnTo>
                    <a:pt x="2591042" y="1668575"/>
                  </a:lnTo>
                  <a:lnTo>
                    <a:pt x="2591159" y="1668575"/>
                  </a:lnTo>
                  <a:lnTo>
                    <a:pt x="2591277" y="1668575"/>
                  </a:lnTo>
                  <a:lnTo>
                    <a:pt x="2591277" y="1668144"/>
                  </a:lnTo>
                  <a:lnTo>
                    <a:pt x="2591395" y="1668144"/>
                  </a:lnTo>
                  <a:lnTo>
                    <a:pt x="2591512" y="1668144"/>
                  </a:lnTo>
                  <a:lnTo>
                    <a:pt x="2591512" y="1667713"/>
                  </a:lnTo>
                  <a:lnTo>
                    <a:pt x="2591630" y="1667713"/>
                  </a:lnTo>
                  <a:lnTo>
                    <a:pt x="2591747" y="1667713"/>
                  </a:lnTo>
                  <a:lnTo>
                    <a:pt x="2591865" y="1667713"/>
                  </a:lnTo>
                  <a:lnTo>
                    <a:pt x="2591983" y="1667713"/>
                  </a:lnTo>
                  <a:lnTo>
                    <a:pt x="2592100" y="1667713"/>
                  </a:lnTo>
                  <a:lnTo>
                    <a:pt x="2592218" y="1667713"/>
                  </a:lnTo>
                  <a:lnTo>
                    <a:pt x="2592336" y="1667713"/>
                  </a:lnTo>
                  <a:lnTo>
                    <a:pt x="2592453" y="1667713"/>
                  </a:lnTo>
                  <a:lnTo>
                    <a:pt x="2592453" y="1667283"/>
                  </a:lnTo>
                  <a:lnTo>
                    <a:pt x="2592571" y="1667283"/>
                  </a:lnTo>
                  <a:lnTo>
                    <a:pt x="2592688" y="1667283"/>
                  </a:lnTo>
                  <a:lnTo>
                    <a:pt x="2592806" y="1667283"/>
                  </a:lnTo>
                  <a:lnTo>
                    <a:pt x="2592924" y="1667283"/>
                  </a:lnTo>
                  <a:lnTo>
                    <a:pt x="2593041" y="1667283"/>
                  </a:lnTo>
                  <a:lnTo>
                    <a:pt x="2593041" y="1666852"/>
                  </a:lnTo>
                  <a:lnTo>
                    <a:pt x="2593159" y="1666852"/>
                  </a:lnTo>
                  <a:lnTo>
                    <a:pt x="2593276" y="1666852"/>
                  </a:lnTo>
                  <a:lnTo>
                    <a:pt x="2593394" y="1666852"/>
                  </a:lnTo>
                  <a:lnTo>
                    <a:pt x="2593512" y="1666852"/>
                  </a:lnTo>
                  <a:lnTo>
                    <a:pt x="2593629" y="1666852"/>
                  </a:lnTo>
                  <a:lnTo>
                    <a:pt x="2593629" y="1666422"/>
                  </a:lnTo>
                  <a:lnTo>
                    <a:pt x="2593747" y="1666422"/>
                  </a:lnTo>
                  <a:lnTo>
                    <a:pt x="2593864" y="1666422"/>
                  </a:lnTo>
                  <a:lnTo>
                    <a:pt x="2593982" y="1666422"/>
                  </a:lnTo>
                  <a:lnTo>
                    <a:pt x="2594100" y="1666422"/>
                  </a:lnTo>
                  <a:lnTo>
                    <a:pt x="2594217" y="1666422"/>
                  </a:lnTo>
                  <a:lnTo>
                    <a:pt x="2594335" y="1666422"/>
                  </a:lnTo>
                  <a:lnTo>
                    <a:pt x="2594453" y="1666422"/>
                  </a:lnTo>
                  <a:lnTo>
                    <a:pt x="2594570" y="1666422"/>
                  </a:lnTo>
                  <a:lnTo>
                    <a:pt x="2594688" y="1666422"/>
                  </a:lnTo>
                  <a:lnTo>
                    <a:pt x="2594805" y="1666422"/>
                  </a:lnTo>
                  <a:lnTo>
                    <a:pt x="2594923" y="1666422"/>
                  </a:lnTo>
                  <a:lnTo>
                    <a:pt x="2594923" y="1665991"/>
                  </a:lnTo>
                  <a:lnTo>
                    <a:pt x="2595041" y="1665991"/>
                  </a:lnTo>
                  <a:lnTo>
                    <a:pt x="2595158" y="1665991"/>
                  </a:lnTo>
                  <a:lnTo>
                    <a:pt x="2595158" y="1665560"/>
                  </a:lnTo>
                  <a:lnTo>
                    <a:pt x="2595276" y="1665560"/>
                  </a:lnTo>
                  <a:lnTo>
                    <a:pt x="2595393" y="1665560"/>
                  </a:lnTo>
                  <a:lnTo>
                    <a:pt x="2595393" y="1665130"/>
                  </a:lnTo>
                  <a:lnTo>
                    <a:pt x="2595393" y="1664699"/>
                  </a:lnTo>
                  <a:lnTo>
                    <a:pt x="2595393" y="1664269"/>
                  </a:lnTo>
                  <a:lnTo>
                    <a:pt x="2595393" y="1663838"/>
                  </a:lnTo>
                  <a:lnTo>
                    <a:pt x="2595511" y="1663838"/>
                  </a:lnTo>
                  <a:lnTo>
                    <a:pt x="2595511" y="1663407"/>
                  </a:lnTo>
                  <a:lnTo>
                    <a:pt x="2595629" y="1663407"/>
                  </a:lnTo>
                  <a:lnTo>
                    <a:pt x="2595746" y="1663407"/>
                  </a:lnTo>
                  <a:lnTo>
                    <a:pt x="2595746" y="1662977"/>
                  </a:lnTo>
                  <a:lnTo>
                    <a:pt x="2595864" y="1662977"/>
                  </a:lnTo>
                  <a:lnTo>
                    <a:pt x="2595864" y="1662546"/>
                  </a:lnTo>
                  <a:lnTo>
                    <a:pt x="2595864" y="1662116"/>
                  </a:lnTo>
                  <a:lnTo>
                    <a:pt x="2595982" y="1662116"/>
                  </a:lnTo>
                  <a:lnTo>
                    <a:pt x="2596099" y="1662116"/>
                  </a:lnTo>
                  <a:lnTo>
                    <a:pt x="2596099" y="1661685"/>
                  </a:lnTo>
                  <a:lnTo>
                    <a:pt x="2596217" y="1661685"/>
                  </a:lnTo>
                  <a:lnTo>
                    <a:pt x="2596334" y="1661685"/>
                  </a:lnTo>
                  <a:lnTo>
                    <a:pt x="2596452" y="1661685"/>
                  </a:lnTo>
                  <a:lnTo>
                    <a:pt x="2596570" y="1661685"/>
                  </a:lnTo>
                  <a:lnTo>
                    <a:pt x="2596687" y="1661685"/>
                  </a:lnTo>
                  <a:lnTo>
                    <a:pt x="2596805" y="1661685"/>
                  </a:lnTo>
                  <a:lnTo>
                    <a:pt x="2596805" y="1661254"/>
                  </a:lnTo>
                  <a:lnTo>
                    <a:pt x="2596805" y="1660824"/>
                  </a:lnTo>
                  <a:lnTo>
                    <a:pt x="2596922" y="1660824"/>
                  </a:lnTo>
                  <a:lnTo>
                    <a:pt x="2597040" y="1660824"/>
                  </a:lnTo>
                  <a:lnTo>
                    <a:pt x="2597158" y="1660824"/>
                  </a:lnTo>
                  <a:lnTo>
                    <a:pt x="2597275" y="1660824"/>
                  </a:lnTo>
                  <a:lnTo>
                    <a:pt x="2597393" y="1660824"/>
                  </a:lnTo>
                  <a:lnTo>
                    <a:pt x="2597511" y="1660824"/>
                  </a:lnTo>
                  <a:lnTo>
                    <a:pt x="2597628" y="1660824"/>
                  </a:lnTo>
                  <a:lnTo>
                    <a:pt x="2597628" y="1660393"/>
                  </a:lnTo>
                  <a:lnTo>
                    <a:pt x="2597746" y="1660393"/>
                  </a:lnTo>
                  <a:lnTo>
                    <a:pt x="2597863" y="1660393"/>
                  </a:lnTo>
                  <a:lnTo>
                    <a:pt x="2597981" y="1660393"/>
                  </a:lnTo>
                  <a:lnTo>
                    <a:pt x="2597981" y="1659963"/>
                  </a:lnTo>
                  <a:lnTo>
                    <a:pt x="2598099" y="1659963"/>
                  </a:lnTo>
                  <a:lnTo>
                    <a:pt x="2598099" y="1659532"/>
                  </a:lnTo>
                  <a:lnTo>
                    <a:pt x="2598099" y="1659101"/>
                  </a:lnTo>
                  <a:lnTo>
                    <a:pt x="2598216" y="1659101"/>
                  </a:lnTo>
                  <a:lnTo>
                    <a:pt x="2598334" y="1659101"/>
                  </a:lnTo>
                  <a:lnTo>
                    <a:pt x="2598451" y="1659101"/>
                  </a:lnTo>
                  <a:lnTo>
                    <a:pt x="2598569" y="1659101"/>
                  </a:lnTo>
                  <a:lnTo>
                    <a:pt x="2598687" y="1659101"/>
                  </a:lnTo>
                  <a:lnTo>
                    <a:pt x="2598804" y="1659101"/>
                  </a:lnTo>
                  <a:lnTo>
                    <a:pt x="2598922" y="1659101"/>
                  </a:lnTo>
                  <a:lnTo>
                    <a:pt x="2599040" y="1659101"/>
                  </a:lnTo>
                  <a:lnTo>
                    <a:pt x="2599157" y="1659101"/>
                  </a:lnTo>
                  <a:lnTo>
                    <a:pt x="2599275" y="1659101"/>
                  </a:lnTo>
                  <a:lnTo>
                    <a:pt x="2599275" y="1658671"/>
                  </a:lnTo>
                  <a:lnTo>
                    <a:pt x="2599392" y="1658671"/>
                  </a:lnTo>
                  <a:lnTo>
                    <a:pt x="2599510" y="1658671"/>
                  </a:lnTo>
                  <a:lnTo>
                    <a:pt x="2599628" y="1658671"/>
                  </a:lnTo>
                  <a:lnTo>
                    <a:pt x="2599628" y="1658240"/>
                  </a:lnTo>
                  <a:lnTo>
                    <a:pt x="2599628" y="1657810"/>
                  </a:lnTo>
                  <a:lnTo>
                    <a:pt x="2599745" y="1657810"/>
                  </a:lnTo>
                  <a:lnTo>
                    <a:pt x="2599863" y="1657810"/>
                  </a:lnTo>
                  <a:lnTo>
                    <a:pt x="2599980" y="1657810"/>
                  </a:lnTo>
                  <a:lnTo>
                    <a:pt x="2600098" y="1657810"/>
                  </a:lnTo>
                  <a:lnTo>
                    <a:pt x="2600216" y="1657810"/>
                  </a:lnTo>
                  <a:lnTo>
                    <a:pt x="2600333" y="1657810"/>
                  </a:lnTo>
                  <a:lnTo>
                    <a:pt x="2600451" y="1657810"/>
                  </a:lnTo>
                  <a:lnTo>
                    <a:pt x="2600451" y="1657379"/>
                  </a:lnTo>
                  <a:lnTo>
                    <a:pt x="2600569" y="1657379"/>
                  </a:lnTo>
                  <a:lnTo>
                    <a:pt x="2600686" y="1657379"/>
                  </a:lnTo>
                  <a:lnTo>
                    <a:pt x="2600804" y="1657379"/>
                  </a:lnTo>
                  <a:lnTo>
                    <a:pt x="2600921" y="1657379"/>
                  </a:lnTo>
                  <a:lnTo>
                    <a:pt x="2601039" y="1657379"/>
                  </a:lnTo>
                  <a:lnTo>
                    <a:pt x="2601039" y="1656948"/>
                  </a:lnTo>
                  <a:lnTo>
                    <a:pt x="2601157" y="1656948"/>
                  </a:lnTo>
                  <a:lnTo>
                    <a:pt x="2601274" y="1656948"/>
                  </a:lnTo>
                  <a:lnTo>
                    <a:pt x="2601392" y="1656948"/>
                  </a:lnTo>
                  <a:lnTo>
                    <a:pt x="2601509" y="1656948"/>
                  </a:lnTo>
                  <a:lnTo>
                    <a:pt x="2601627" y="1656948"/>
                  </a:lnTo>
                  <a:lnTo>
                    <a:pt x="2601745" y="1656948"/>
                  </a:lnTo>
                  <a:lnTo>
                    <a:pt x="2601862" y="1656948"/>
                  </a:lnTo>
                  <a:lnTo>
                    <a:pt x="2601980" y="1656948"/>
                  </a:lnTo>
                  <a:lnTo>
                    <a:pt x="2602097" y="1656948"/>
                  </a:lnTo>
                  <a:lnTo>
                    <a:pt x="2602097" y="1656518"/>
                  </a:lnTo>
                  <a:lnTo>
                    <a:pt x="2602097" y="1656087"/>
                  </a:lnTo>
                  <a:lnTo>
                    <a:pt x="2602215" y="1656087"/>
                  </a:lnTo>
                  <a:lnTo>
                    <a:pt x="2602333" y="1656087"/>
                  </a:lnTo>
                  <a:lnTo>
                    <a:pt x="2602450" y="1656087"/>
                  </a:lnTo>
                  <a:lnTo>
                    <a:pt x="2602568" y="1656087"/>
                  </a:lnTo>
                  <a:lnTo>
                    <a:pt x="2602686" y="1656087"/>
                  </a:lnTo>
                  <a:lnTo>
                    <a:pt x="2602803" y="1656087"/>
                  </a:lnTo>
                  <a:lnTo>
                    <a:pt x="2602921" y="1656087"/>
                  </a:lnTo>
                  <a:lnTo>
                    <a:pt x="2602921" y="1655657"/>
                  </a:lnTo>
                  <a:lnTo>
                    <a:pt x="2602921" y="1655226"/>
                  </a:lnTo>
                  <a:lnTo>
                    <a:pt x="2603038" y="1655226"/>
                  </a:lnTo>
                  <a:lnTo>
                    <a:pt x="2603156" y="1655226"/>
                  </a:lnTo>
                  <a:lnTo>
                    <a:pt x="2603274" y="1655226"/>
                  </a:lnTo>
                  <a:lnTo>
                    <a:pt x="2603391" y="1655226"/>
                  </a:lnTo>
                  <a:lnTo>
                    <a:pt x="2603509" y="1655226"/>
                  </a:lnTo>
                  <a:lnTo>
                    <a:pt x="2603626" y="1655226"/>
                  </a:lnTo>
                  <a:lnTo>
                    <a:pt x="2603744" y="1655226"/>
                  </a:lnTo>
                  <a:lnTo>
                    <a:pt x="2603862" y="1655226"/>
                  </a:lnTo>
                  <a:lnTo>
                    <a:pt x="2603979" y="1655226"/>
                  </a:lnTo>
                  <a:lnTo>
                    <a:pt x="2604097" y="1655226"/>
                  </a:lnTo>
                  <a:lnTo>
                    <a:pt x="2604097" y="1654795"/>
                  </a:lnTo>
                  <a:lnTo>
                    <a:pt x="2604215" y="1654795"/>
                  </a:lnTo>
                  <a:lnTo>
                    <a:pt x="2604332" y="1654795"/>
                  </a:lnTo>
                  <a:lnTo>
                    <a:pt x="2604450" y="1654795"/>
                  </a:lnTo>
                  <a:lnTo>
                    <a:pt x="2604567" y="1654795"/>
                  </a:lnTo>
                  <a:lnTo>
                    <a:pt x="2604567" y="1654365"/>
                  </a:lnTo>
                  <a:lnTo>
                    <a:pt x="2604685" y="1654365"/>
                  </a:lnTo>
                  <a:lnTo>
                    <a:pt x="2604803" y="1654365"/>
                  </a:lnTo>
                  <a:lnTo>
                    <a:pt x="2604920" y="1654365"/>
                  </a:lnTo>
                  <a:lnTo>
                    <a:pt x="2605038" y="1654365"/>
                  </a:lnTo>
                  <a:lnTo>
                    <a:pt x="2605155" y="1654365"/>
                  </a:lnTo>
                  <a:lnTo>
                    <a:pt x="2605155" y="1653934"/>
                  </a:lnTo>
                  <a:lnTo>
                    <a:pt x="2605273" y="1653934"/>
                  </a:lnTo>
                  <a:lnTo>
                    <a:pt x="2605391" y="1653934"/>
                  </a:lnTo>
                  <a:lnTo>
                    <a:pt x="2605508" y="1653934"/>
                  </a:lnTo>
                  <a:lnTo>
                    <a:pt x="2605508" y="1653504"/>
                  </a:lnTo>
                  <a:lnTo>
                    <a:pt x="2605626" y="1653504"/>
                  </a:lnTo>
                  <a:lnTo>
                    <a:pt x="2605744" y="1653504"/>
                  </a:lnTo>
                  <a:lnTo>
                    <a:pt x="2605861" y="1653504"/>
                  </a:lnTo>
                  <a:lnTo>
                    <a:pt x="2605979" y="1653504"/>
                  </a:lnTo>
                  <a:lnTo>
                    <a:pt x="2605979" y="1653073"/>
                  </a:lnTo>
                  <a:lnTo>
                    <a:pt x="2605979" y="1652642"/>
                  </a:lnTo>
                  <a:lnTo>
                    <a:pt x="2606096" y="1652642"/>
                  </a:lnTo>
                  <a:lnTo>
                    <a:pt x="2606214" y="1652642"/>
                  </a:lnTo>
                  <a:lnTo>
                    <a:pt x="2606332" y="1652642"/>
                  </a:lnTo>
                  <a:lnTo>
                    <a:pt x="2606449" y="1652642"/>
                  </a:lnTo>
                  <a:lnTo>
                    <a:pt x="2606449" y="1652212"/>
                  </a:lnTo>
                  <a:lnTo>
                    <a:pt x="2606567" y="1652212"/>
                  </a:lnTo>
                  <a:lnTo>
                    <a:pt x="2606684" y="1652212"/>
                  </a:lnTo>
                  <a:lnTo>
                    <a:pt x="2606684" y="1651781"/>
                  </a:lnTo>
                  <a:lnTo>
                    <a:pt x="2606684" y="1651351"/>
                  </a:lnTo>
                  <a:lnTo>
                    <a:pt x="2606802" y="1651351"/>
                  </a:lnTo>
                  <a:lnTo>
                    <a:pt x="2606920" y="1651351"/>
                  </a:lnTo>
                  <a:lnTo>
                    <a:pt x="2607037" y="1651351"/>
                  </a:lnTo>
                  <a:lnTo>
                    <a:pt x="2607155" y="1651351"/>
                  </a:lnTo>
                  <a:lnTo>
                    <a:pt x="2607273" y="1651351"/>
                  </a:lnTo>
                  <a:lnTo>
                    <a:pt x="2607390" y="1651351"/>
                  </a:lnTo>
                  <a:lnTo>
                    <a:pt x="2607508" y="1651351"/>
                  </a:lnTo>
                  <a:lnTo>
                    <a:pt x="2607625" y="1651351"/>
                  </a:lnTo>
                  <a:lnTo>
                    <a:pt x="2607743" y="1651351"/>
                  </a:lnTo>
                  <a:lnTo>
                    <a:pt x="2607861" y="1651351"/>
                  </a:lnTo>
                  <a:lnTo>
                    <a:pt x="2607978" y="1651351"/>
                  </a:lnTo>
                  <a:lnTo>
                    <a:pt x="2608096" y="1651351"/>
                  </a:lnTo>
                  <a:lnTo>
                    <a:pt x="2608213" y="1651351"/>
                  </a:lnTo>
                  <a:lnTo>
                    <a:pt x="2608331" y="1651351"/>
                  </a:lnTo>
                  <a:lnTo>
                    <a:pt x="2608449" y="1651351"/>
                  </a:lnTo>
                  <a:lnTo>
                    <a:pt x="2608566" y="1651351"/>
                  </a:lnTo>
                  <a:lnTo>
                    <a:pt x="2608684" y="1651351"/>
                  </a:lnTo>
                  <a:lnTo>
                    <a:pt x="2608802" y="1651351"/>
                  </a:lnTo>
                  <a:lnTo>
                    <a:pt x="2608919" y="1651351"/>
                  </a:lnTo>
                  <a:lnTo>
                    <a:pt x="2608919" y="1650920"/>
                  </a:lnTo>
                  <a:lnTo>
                    <a:pt x="2609037" y="1650920"/>
                  </a:lnTo>
                  <a:lnTo>
                    <a:pt x="2609154" y="1650920"/>
                  </a:lnTo>
                  <a:lnTo>
                    <a:pt x="2609154" y="1650489"/>
                  </a:lnTo>
                  <a:lnTo>
                    <a:pt x="2609154" y="1650059"/>
                  </a:lnTo>
                  <a:lnTo>
                    <a:pt x="2609272" y="1650059"/>
                  </a:lnTo>
                  <a:lnTo>
                    <a:pt x="2609390" y="1650059"/>
                  </a:lnTo>
                  <a:lnTo>
                    <a:pt x="2609507" y="1650059"/>
                  </a:lnTo>
                  <a:lnTo>
                    <a:pt x="2609625" y="1650059"/>
                  </a:lnTo>
                  <a:lnTo>
                    <a:pt x="2609625" y="1649628"/>
                  </a:lnTo>
                  <a:lnTo>
                    <a:pt x="2609625" y="1649198"/>
                  </a:lnTo>
                  <a:lnTo>
                    <a:pt x="2609742" y="1649198"/>
                  </a:lnTo>
                  <a:lnTo>
                    <a:pt x="2609860" y="1649198"/>
                  </a:lnTo>
                  <a:lnTo>
                    <a:pt x="2609978" y="1649198"/>
                  </a:lnTo>
                  <a:lnTo>
                    <a:pt x="2610095" y="1649198"/>
                  </a:lnTo>
                  <a:lnTo>
                    <a:pt x="2610213" y="1649198"/>
                  </a:lnTo>
                  <a:lnTo>
                    <a:pt x="2610330" y="1649198"/>
                  </a:lnTo>
                  <a:lnTo>
                    <a:pt x="2610448" y="1649198"/>
                  </a:lnTo>
                  <a:lnTo>
                    <a:pt x="2610448" y="1648767"/>
                  </a:lnTo>
                  <a:lnTo>
                    <a:pt x="2610566" y="1648767"/>
                  </a:lnTo>
                  <a:lnTo>
                    <a:pt x="2610683" y="1648767"/>
                  </a:lnTo>
                  <a:lnTo>
                    <a:pt x="2610801" y="1648767"/>
                  </a:lnTo>
                  <a:lnTo>
                    <a:pt x="2610801" y="1648336"/>
                  </a:lnTo>
                  <a:lnTo>
                    <a:pt x="2610919" y="1648336"/>
                  </a:lnTo>
                  <a:lnTo>
                    <a:pt x="2611036" y="1648336"/>
                  </a:lnTo>
                  <a:lnTo>
                    <a:pt x="2611154" y="1648336"/>
                  </a:lnTo>
                  <a:lnTo>
                    <a:pt x="2611271" y="1648336"/>
                  </a:lnTo>
                  <a:lnTo>
                    <a:pt x="2611389" y="1648336"/>
                  </a:lnTo>
                  <a:lnTo>
                    <a:pt x="2611507" y="1648336"/>
                  </a:lnTo>
                  <a:lnTo>
                    <a:pt x="2611624" y="1648336"/>
                  </a:lnTo>
                  <a:lnTo>
                    <a:pt x="2611742" y="1648336"/>
                  </a:lnTo>
                  <a:lnTo>
                    <a:pt x="2611859" y="1648336"/>
                  </a:lnTo>
                  <a:lnTo>
                    <a:pt x="2611977" y="1648336"/>
                  </a:lnTo>
                  <a:lnTo>
                    <a:pt x="2611977" y="1647906"/>
                  </a:lnTo>
                  <a:lnTo>
                    <a:pt x="2612095" y="1647906"/>
                  </a:lnTo>
                  <a:lnTo>
                    <a:pt x="2612212" y="1647906"/>
                  </a:lnTo>
                  <a:lnTo>
                    <a:pt x="2612330" y="1647906"/>
                  </a:lnTo>
                  <a:lnTo>
                    <a:pt x="2612448" y="1647906"/>
                  </a:lnTo>
                  <a:lnTo>
                    <a:pt x="2612565" y="1647906"/>
                  </a:lnTo>
                  <a:lnTo>
                    <a:pt x="2612565" y="1647475"/>
                  </a:lnTo>
                  <a:lnTo>
                    <a:pt x="2612683" y="1647475"/>
                  </a:lnTo>
                  <a:lnTo>
                    <a:pt x="2612800" y="1647475"/>
                  </a:lnTo>
                  <a:lnTo>
                    <a:pt x="2612918" y="1647475"/>
                  </a:lnTo>
                  <a:lnTo>
                    <a:pt x="2613036" y="1647475"/>
                  </a:lnTo>
                  <a:lnTo>
                    <a:pt x="2613036" y="1647045"/>
                  </a:lnTo>
                  <a:lnTo>
                    <a:pt x="2613036" y="1646614"/>
                  </a:lnTo>
                  <a:lnTo>
                    <a:pt x="2613153" y="1646614"/>
                  </a:lnTo>
                  <a:lnTo>
                    <a:pt x="2613271" y="1646614"/>
                  </a:lnTo>
                  <a:lnTo>
                    <a:pt x="2613271" y="1646183"/>
                  </a:lnTo>
                  <a:lnTo>
                    <a:pt x="2613388" y="1646183"/>
                  </a:lnTo>
                  <a:lnTo>
                    <a:pt x="2613388" y="1645753"/>
                  </a:lnTo>
                  <a:lnTo>
                    <a:pt x="2613506" y="1645753"/>
                  </a:lnTo>
                  <a:lnTo>
                    <a:pt x="2613506" y="1645322"/>
                  </a:lnTo>
                  <a:lnTo>
                    <a:pt x="2613624" y="1645322"/>
                  </a:lnTo>
                  <a:lnTo>
                    <a:pt x="2613624" y="1644892"/>
                  </a:lnTo>
                  <a:lnTo>
                    <a:pt x="2613741" y="1644892"/>
                  </a:lnTo>
                  <a:lnTo>
                    <a:pt x="2613859" y="1644892"/>
                  </a:lnTo>
                  <a:lnTo>
                    <a:pt x="2613977" y="1644892"/>
                  </a:lnTo>
                  <a:lnTo>
                    <a:pt x="2614094" y="1644892"/>
                  </a:lnTo>
                  <a:lnTo>
                    <a:pt x="2614094" y="1644461"/>
                  </a:lnTo>
                  <a:lnTo>
                    <a:pt x="2614094" y="1644030"/>
                  </a:lnTo>
                  <a:lnTo>
                    <a:pt x="2614212" y="1644030"/>
                  </a:lnTo>
                  <a:lnTo>
                    <a:pt x="2614329" y="1644030"/>
                  </a:lnTo>
                  <a:lnTo>
                    <a:pt x="2614447" y="1644030"/>
                  </a:lnTo>
                  <a:lnTo>
                    <a:pt x="2614565" y="1644030"/>
                  </a:lnTo>
                  <a:lnTo>
                    <a:pt x="2614682" y="1644030"/>
                  </a:lnTo>
                  <a:lnTo>
                    <a:pt x="2614682" y="1643600"/>
                  </a:lnTo>
                  <a:lnTo>
                    <a:pt x="2614800" y="1643600"/>
                  </a:lnTo>
                  <a:lnTo>
                    <a:pt x="2614917" y="1643600"/>
                  </a:lnTo>
                  <a:lnTo>
                    <a:pt x="2615035" y="1643600"/>
                  </a:lnTo>
                  <a:lnTo>
                    <a:pt x="2615153" y="1643600"/>
                  </a:lnTo>
                  <a:lnTo>
                    <a:pt x="2615270" y="1643600"/>
                  </a:lnTo>
                  <a:lnTo>
                    <a:pt x="2615270" y="1643169"/>
                  </a:lnTo>
                  <a:lnTo>
                    <a:pt x="2615388" y="1643169"/>
                  </a:lnTo>
                  <a:lnTo>
                    <a:pt x="2615506" y="1643169"/>
                  </a:lnTo>
                  <a:lnTo>
                    <a:pt x="2615506" y="1642739"/>
                  </a:lnTo>
                  <a:lnTo>
                    <a:pt x="2615506" y="1642308"/>
                  </a:lnTo>
                  <a:lnTo>
                    <a:pt x="2615623" y="1642308"/>
                  </a:lnTo>
                  <a:lnTo>
                    <a:pt x="2615741" y="1642308"/>
                  </a:lnTo>
                  <a:lnTo>
                    <a:pt x="2615858" y="1642308"/>
                  </a:lnTo>
                  <a:lnTo>
                    <a:pt x="2615976" y="1642308"/>
                  </a:lnTo>
                  <a:lnTo>
                    <a:pt x="2616094" y="1642308"/>
                  </a:lnTo>
                  <a:lnTo>
                    <a:pt x="2616211" y="1642308"/>
                  </a:lnTo>
                  <a:lnTo>
                    <a:pt x="2616329" y="1642308"/>
                  </a:lnTo>
                  <a:lnTo>
                    <a:pt x="2616446" y="1642308"/>
                  </a:lnTo>
                  <a:lnTo>
                    <a:pt x="2616564" y="1642308"/>
                  </a:lnTo>
                  <a:lnTo>
                    <a:pt x="2616682" y="1642308"/>
                  </a:lnTo>
                  <a:lnTo>
                    <a:pt x="2616682" y="1641877"/>
                  </a:lnTo>
                  <a:lnTo>
                    <a:pt x="2616799" y="1641877"/>
                  </a:lnTo>
                  <a:lnTo>
                    <a:pt x="2616917" y="1641877"/>
                  </a:lnTo>
                  <a:lnTo>
                    <a:pt x="2617035" y="1641877"/>
                  </a:lnTo>
                  <a:lnTo>
                    <a:pt x="2617152" y="1641877"/>
                  </a:lnTo>
                  <a:lnTo>
                    <a:pt x="2617152" y="1641447"/>
                  </a:lnTo>
                  <a:lnTo>
                    <a:pt x="2617270" y="1641447"/>
                  </a:lnTo>
                  <a:lnTo>
                    <a:pt x="2617387" y="1641447"/>
                  </a:lnTo>
                  <a:lnTo>
                    <a:pt x="2617505" y="1641447"/>
                  </a:lnTo>
                  <a:lnTo>
                    <a:pt x="2617623" y="1641447"/>
                  </a:lnTo>
                  <a:lnTo>
                    <a:pt x="2617740" y="1641447"/>
                  </a:lnTo>
                  <a:lnTo>
                    <a:pt x="2617858" y="1641447"/>
                  </a:lnTo>
                  <a:lnTo>
                    <a:pt x="2617975" y="1641447"/>
                  </a:lnTo>
                  <a:lnTo>
                    <a:pt x="2618093" y="1641447"/>
                  </a:lnTo>
                  <a:lnTo>
                    <a:pt x="2618211" y="1641447"/>
                  </a:lnTo>
                  <a:lnTo>
                    <a:pt x="2618328" y="1641447"/>
                  </a:lnTo>
                  <a:lnTo>
                    <a:pt x="2618446" y="1641447"/>
                  </a:lnTo>
                  <a:lnTo>
                    <a:pt x="2618563" y="1641447"/>
                  </a:lnTo>
                  <a:lnTo>
                    <a:pt x="2618681" y="1641447"/>
                  </a:lnTo>
                  <a:lnTo>
                    <a:pt x="2618799" y="1641447"/>
                  </a:lnTo>
                  <a:lnTo>
                    <a:pt x="2618799" y="1641016"/>
                  </a:lnTo>
                  <a:lnTo>
                    <a:pt x="2618799" y="1640586"/>
                  </a:lnTo>
                  <a:lnTo>
                    <a:pt x="2618916" y="1640586"/>
                  </a:lnTo>
                  <a:lnTo>
                    <a:pt x="2619034" y="1640586"/>
                  </a:lnTo>
                  <a:lnTo>
                    <a:pt x="2619152" y="1640586"/>
                  </a:lnTo>
                  <a:lnTo>
                    <a:pt x="2619269" y="1640586"/>
                  </a:lnTo>
                  <a:lnTo>
                    <a:pt x="2619387" y="1640586"/>
                  </a:lnTo>
                  <a:lnTo>
                    <a:pt x="2619504" y="1640586"/>
                  </a:lnTo>
                  <a:lnTo>
                    <a:pt x="2619622" y="1640586"/>
                  </a:lnTo>
                  <a:lnTo>
                    <a:pt x="2619740" y="1640586"/>
                  </a:lnTo>
                  <a:lnTo>
                    <a:pt x="2619857" y="1640586"/>
                  </a:lnTo>
                  <a:lnTo>
                    <a:pt x="2619975" y="1640586"/>
                  </a:lnTo>
                  <a:lnTo>
                    <a:pt x="2620092" y="1640586"/>
                  </a:lnTo>
                  <a:lnTo>
                    <a:pt x="2620210" y="1640586"/>
                  </a:lnTo>
                  <a:lnTo>
                    <a:pt x="2620328" y="1640586"/>
                  </a:lnTo>
                  <a:lnTo>
                    <a:pt x="2620328" y="1640155"/>
                  </a:lnTo>
                  <a:lnTo>
                    <a:pt x="2620445" y="1640155"/>
                  </a:lnTo>
                  <a:lnTo>
                    <a:pt x="2620563" y="1640155"/>
                  </a:lnTo>
                  <a:lnTo>
                    <a:pt x="2620681" y="1640155"/>
                  </a:lnTo>
                  <a:lnTo>
                    <a:pt x="2620798" y="1640155"/>
                  </a:lnTo>
                  <a:lnTo>
                    <a:pt x="2620916" y="1640155"/>
                  </a:lnTo>
                  <a:lnTo>
                    <a:pt x="2621033" y="1640155"/>
                  </a:lnTo>
                  <a:lnTo>
                    <a:pt x="2621151" y="1640155"/>
                  </a:lnTo>
                  <a:lnTo>
                    <a:pt x="2621269" y="1640155"/>
                  </a:lnTo>
                  <a:lnTo>
                    <a:pt x="2621386" y="1640155"/>
                  </a:lnTo>
                  <a:lnTo>
                    <a:pt x="2621504" y="1640155"/>
                  </a:lnTo>
                  <a:lnTo>
                    <a:pt x="2621621" y="1640155"/>
                  </a:lnTo>
                  <a:lnTo>
                    <a:pt x="2621621" y="1639724"/>
                  </a:lnTo>
                  <a:lnTo>
                    <a:pt x="2621621" y="1639294"/>
                  </a:lnTo>
                  <a:lnTo>
                    <a:pt x="2621739" y="1639294"/>
                  </a:lnTo>
                  <a:lnTo>
                    <a:pt x="2621857" y="1639294"/>
                  </a:lnTo>
                  <a:lnTo>
                    <a:pt x="2621857" y="1638863"/>
                  </a:lnTo>
                  <a:lnTo>
                    <a:pt x="2621974" y="1638863"/>
                  </a:lnTo>
                  <a:lnTo>
                    <a:pt x="2622092" y="1638863"/>
                  </a:lnTo>
                  <a:lnTo>
                    <a:pt x="2622210" y="1638863"/>
                  </a:lnTo>
                  <a:lnTo>
                    <a:pt x="2622327" y="1638863"/>
                  </a:lnTo>
                  <a:lnTo>
                    <a:pt x="2622445" y="1638863"/>
                  </a:lnTo>
                  <a:lnTo>
                    <a:pt x="2622562" y="1638863"/>
                  </a:lnTo>
                  <a:lnTo>
                    <a:pt x="2622680" y="1638863"/>
                  </a:lnTo>
                  <a:lnTo>
                    <a:pt x="2622798" y="1638863"/>
                  </a:lnTo>
                  <a:lnTo>
                    <a:pt x="2622915" y="1638863"/>
                  </a:lnTo>
                  <a:lnTo>
                    <a:pt x="2623033" y="1638863"/>
                  </a:lnTo>
                  <a:lnTo>
                    <a:pt x="2623150" y="1638863"/>
                  </a:lnTo>
                  <a:lnTo>
                    <a:pt x="2623268" y="1638863"/>
                  </a:lnTo>
                  <a:lnTo>
                    <a:pt x="2623386" y="1638863"/>
                  </a:lnTo>
                  <a:lnTo>
                    <a:pt x="2623503" y="1638863"/>
                  </a:lnTo>
                  <a:lnTo>
                    <a:pt x="2623503" y="1638433"/>
                  </a:lnTo>
                  <a:lnTo>
                    <a:pt x="2623621" y="1638433"/>
                  </a:lnTo>
                  <a:lnTo>
                    <a:pt x="2623739" y="1638433"/>
                  </a:lnTo>
                  <a:lnTo>
                    <a:pt x="2623856" y="1638433"/>
                  </a:lnTo>
                  <a:lnTo>
                    <a:pt x="2623974" y="1638433"/>
                  </a:lnTo>
                  <a:lnTo>
                    <a:pt x="2624091" y="1638433"/>
                  </a:lnTo>
                  <a:lnTo>
                    <a:pt x="2624209" y="1638433"/>
                  </a:lnTo>
                  <a:lnTo>
                    <a:pt x="2624209" y="1638002"/>
                  </a:lnTo>
                  <a:lnTo>
                    <a:pt x="2624327" y="1638002"/>
                  </a:lnTo>
                  <a:lnTo>
                    <a:pt x="2624444" y="1638002"/>
                  </a:lnTo>
                  <a:lnTo>
                    <a:pt x="2624562" y="1638002"/>
                  </a:lnTo>
                  <a:lnTo>
                    <a:pt x="2624562" y="1637571"/>
                  </a:lnTo>
                  <a:lnTo>
                    <a:pt x="2624679" y="1637571"/>
                  </a:lnTo>
                  <a:lnTo>
                    <a:pt x="2624797" y="1637571"/>
                  </a:lnTo>
                  <a:lnTo>
                    <a:pt x="2624915" y="1637571"/>
                  </a:lnTo>
                  <a:lnTo>
                    <a:pt x="2625032" y="1637571"/>
                  </a:lnTo>
                  <a:lnTo>
                    <a:pt x="2625032" y="1637141"/>
                  </a:lnTo>
                  <a:lnTo>
                    <a:pt x="2625150" y="1637141"/>
                  </a:lnTo>
                  <a:lnTo>
                    <a:pt x="2625268" y="1637141"/>
                  </a:lnTo>
                  <a:lnTo>
                    <a:pt x="2625385" y="1637141"/>
                  </a:lnTo>
                  <a:lnTo>
                    <a:pt x="2625503" y="1637141"/>
                  </a:lnTo>
                  <a:lnTo>
                    <a:pt x="2625620" y="1637141"/>
                  </a:lnTo>
                  <a:lnTo>
                    <a:pt x="2625738" y="1637141"/>
                  </a:lnTo>
                  <a:lnTo>
                    <a:pt x="2625856" y="1637141"/>
                  </a:lnTo>
                  <a:lnTo>
                    <a:pt x="2625856" y="1636710"/>
                  </a:lnTo>
                  <a:lnTo>
                    <a:pt x="2625856" y="1636280"/>
                  </a:lnTo>
                  <a:lnTo>
                    <a:pt x="2625973" y="1636280"/>
                  </a:lnTo>
                  <a:lnTo>
                    <a:pt x="2625973" y="1635849"/>
                  </a:lnTo>
                  <a:lnTo>
                    <a:pt x="2626091" y="1635849"/>
                  </a:lnTo>
                  <a:lnTo>
                    <a:pt x="2626208" y="1635849"/>
                  </a:lnTo>
                  <a:lnTo>
                    <a:pt x="2626208" y="1635418"/>
                  </a:lnTo>
                  <a:lnTo>
                    <a:pt x="2626326" y="1635418"/>
                  </a:lnTo>
                  <a:lnTo>
                    <a:pt x="2626326" y="1634988"/>
                  </a:lnTo>
                  <a:lnTo>
                    <a:pt x="2626326" y="1634557"/>
                  </a:lnTo>
                  <a:lnTo>
                    <a:pt x="2626444" y="1634557"/>
                  </a:lnTo>
                  <a:lnTo>
                    <a:pt x="2626561" y="1634557"/>
                  </a:lnTo>
                  <a:lnTo>
                    <a:pt x="2626679" y="1634557"/>
                  </a:lnTo>
                  <a:lnTo>
                    <a:pt x="2626679" y="1634127"/>
                  </a:lnTo>
                  <a:lnTo>
                    <a:pt x="2626796" y="1634127"/>
                  </a:lnTo>
                  <a:lnTo>
                    <a:pt x="2626914" y="1634127"/>
                  </a:lnTo>
                  <a:lnTo>
                    <a:pt x="2627032" y="1634127"/>
                  </a:lnTo>
                  <a:lnTo>
                    <a:pt x="2627149" y="1634127"/>
                  </a:lnTo>
                  <a:lnTo>
                    <a:pt x="2627267" y="1634127"/>
                  </a:lnTo>
                  <a:lnTo>
                    <a:pt x="2627385" y="1634127"/>
                  </a:lnTo>
                  <a:lnTo>
                    <a:pt x="2627502" y="1634127"/>
                  </a:lnTo>
                  <a:lnTo>
                    <a:pt x="2627620" y="1634127"/>
                  </a:lnTo>
                  <a:lnTo>
                    <a:pt x="2627737" y="1634127"/>
                  </a:lnTo>
                  <a:lnTo>
                    <a:pt x="2627855" y="1634127"/>
                  </a:lnTo>
                  <a:lnTo>
                    <a:pt x="2627973" y="1634127"/>
                  </a:lnTo>
                  <a:lnTo>
                    <a:pt x="2627973" y="1633696"/>
                  </a:lnTo>
                  <a:lnTo>
                    <a:pt x="2628090" y="1633696"/>
                  </a:lnTo>
                  <a:lnTo>
                    <a:pt x="2628208" y="1633696"/>
                  </a:lnTo>
                  <a:lnTo>
                    <a:pt x="2628325" y="1633696"/>
                  </a:lnTo>
                  <a:lnTo>
                    <a:pt x="2628443" y="1633696"/>
                  </a:lnTo>
                  <a:lnTo>
                    <a:pt x="2628561" y="1633696"/>
                  </a:lnTo>
                  <a:lnTo>
                    <a:pt x="2628678" y="1633696"/>
                  </a:lnTo>
                  <a:lnTo>
                    <a:pt x="2628796" y="1633696"/>
                  </a:lnTo>
                  <a:lnTo>
                    <a:pt x="2628914" y="1633696"/>
                  </a:lnTo>
                  <a:lnTo>
                    <a:pt x="2629031" y="1633696"/>
                  </a:lnTo>
                  <a:lnTo>
                    <a:pt x="2629149" y="1633696"/>
                  </a:lnTo>
                  <a:lnTo>
                    <a:pt x="2629266" y="1633696"/>
                  </a:lnTo>
                  <a:lnTo>
                    <a:pt x="2629266" y="1633265"/>
                  </a:lnTo>
                  <a:lnTo>
                    <a:pt x="2629384" y="1633265"/>
                  </a:lnTo>
                  <a:lnTo>
                    <a:pt x="2629502" y="1633265"/>
                  </a:lnTo>
                  <a:lnTo>
                    <a:pt x="2629502" y="1632835"/>
                  </a:lnTo>
                  <a:lnTo>
                    <a:pt x="2629619" y="1632835"/>
                  </a:lnTo>
                  <a:lnTo>
                    <a:pt x="2629737" y="1632835"/>
                  </a:lnTo>
                  <a:lnTo>
                    <a:pt x="2629854" y="1632835"/>
                  </a:lnTo>
                  <a:lnTo>
                    <a:pt x="2629972" y="1632835"/>
                  </a:lnTo>
                  <a:lnTo>
                    <a:pt x="2630090" y="1632835"/>
                  </a:lnTo>
                  <a:lnTo>
                    <a:pt x="2630207" y="1632835"/>
                  </a:lnTo>
                  <a:lnTo>
                    <a:pt x="2630325" y="1632835"/>
                  </a:lnTo>
                  <a:lnTo>
                    <a:pt x="2630443" y="1632835"/>
                  </a:lnTo>
                  <a:lnTo>
                    <a:pt x="2630560" y="1632835"/>
                  </a:lnTo>
                  <a:lnTo>
                    <a:pt x="2630678" y="1632835"/>
                  </a:lnTo>
                  <a:lnTo>
                    <a:pt x="2630795" y="1632835"/>
                  </a:lnTo>
                  <a:lnTo>
                    <a:pt x="2630913" y="1632835"/>
                  </a:lnTo>
                  <a:lnTo>
                    <a:pt x="2630913" y="1632404"/>
                  </a:lnTo>
                  <a:lnTo>
                    <a:pt x="2631031" y="1632404"/>
                  </a:lnTo>
                  <a:lnTo>
                    <a:pt x="2631148" y="1632404"/>
                  </a:lnTo>
                  <a:lnTo>
                    <a:pt x="2631266" y="1632404"/>
                  </a:lnTo>
                  <a:lnTo>
                    <a:pt x="2631266" y="1631974"/>
                  </a:lnTo>
                  <a:lnTo>
                    <a:pt x="2631383" y="1631974"/>
                  </a:lnTo>
                  <a:lnTo>
                    <a:pt x="2631501" y="1631974"/>
                  </a:lnTo>
                  <a:lnTo>
                    <a:pt x="2631619" y="1631974"/>
                  </a:lnTo>
                  <a:lnTo>
                    <a:pt x="2631619" y="1631543"/>
                  </a:lnTo>
                  <a:lnTo>
                    <a:pt x="2631736" y="1631543"/>
                  </a:lnTo>
                  <a:lnTo>
                    <a:pt x="2631854" y="1631543"/>
                  </a:lnTo>
                  <a:lnTo>
                    <a:pt x="2631972" y="1631543"/>
                  </a:lnTo>
                  <a:lnTo>
                    <a:pt x="2632089" y="1631543"/>
                  </a:lnTo>
                  <a:lnTo>
                    <a:pt x="2632207" y="1631543"/>
                  </a:lnTo>
                  <a:lnTo>
                    <a:pt x="2632324" y="1631543"/>
                  </a:lnTo>
                  <a:lnTo>
                    <a:pt x="2632442" y="1631543"/>
                  </a:lnTo>
                  <a:lnTo>
                    <a:pt x="2632560" y="1631543"/>
                  </a:lnTo>
                  <a:lnTo>
                    <a:pt x="2632677" y="1631543"/>
                  </a:lnTo>
                  <a:lnTo>
                    <a:pt x="2632677" y="1631112"/>
                  </a:lnTo>
                  <a:lnTo>
                    <a:pt x="2632795" y="1631112"/>
                  </a:lnTo>
                  <a:lnTo>
                    <a:pt x="2632912" y="1631112"/>
                  </a:lnTo>
                  <a:lnTo>
                    <a:pt x="2632912" y="1630682"/>
                  </a:lnTo>
                  <a:lnTo>
                    <a:pt x="2632912" y="1630251"/>
                  </a:lnTo>
                  <a:lnTo>
                    <a:pt x="2633030" y="1630251"/>
                  </a:lnTo>
                  <a:lnTo>
                    <a:pt x="2633148" y="1630251"/>
                  </a:lnTo>
                  <a:lnTo>
                    <a:pt x="2633265" y="1630251"/>
                  </a:lnTo>
                  <a:lnTo>
                    <a:pt x="2633383" y="1630251"/>
                  </a:lnTo>
                  <a:lnTo>
                    <a:pt x="2633383" y="1629821"/>
                  </a:lnTo>
                  <a:lnTo>
                    <a:pt x="2633501" y="1629821"/>
                  </a:lnTo>
                  <a:lnTo>
                    <a:pt x="2633618" y="1629821"/>
                  </a:lnTo>
                  <a:lnTo>
                    <a:pt x="2633736" y="1629821"/>
                  </a:lnTo>
                  <a:lnTo>
                    <a:pt x="2633853" y="1629821"/>
                  </a:lnTo>
                  <a:lnTo>
                    <a:pt x="2633971" y="1629821"/>
                  </a:lnTo>
                  <a:lnTo>
                    <a:pt x="2634089" y="1629821"/>
                  </a:lnTo>
                  <a:lnTo>
                    <a:pt x="2634206" y="1629821"/>
                  </a:lnTo>
                  <a:lnTo>
                    <a:pt x="2634324" y="1629821"/>
                  </a:lnTo>
                  <a:lnTo>
                    <a:pt x="2634441" y="1629821"/>
                  </a:lnTo>
                  <a:lnTo>
                    <a:pt x="2634559" y="1629821"/>
                  </a:lnTo>
                  <a:lnTo>
                    <a:pt x="2634559" y="1629390"/>
                  </a:lnTo>
                  <a:lnTo>
                    <a:pt x="2634677" y="1629390"/>
                  </a:lnTo>
                  <a:lnTo>
                    <a:pt x="2634794" y="1629390"/>
                  </a:lnTo>
                  <a:lnTo>
                    <a:pt x="2634912" y="1629390"/>
                  </a:lnTo>
                  <a:lnTo>
                    <a:pt x="2635029" y="1629390"/>
                  </a:lnTo>
                  <a:lnTo>
                    <a:pt x="2635147" y="1629390"/>
                  </a:lnTo>
                  <a:lnTo>
                    <a:pt x="2635265" y="1629390"/>
                  </a:lnTo>
                  <a:lnTo>
                    <a:pt x="2635382" y="1629390"/>
                  </a:lnTo>
                  <a:lnTo>
                    <a:pt x="2635382" y="1628959"/>
                  </a:lnTo>
                  <a:lnTo>
                    <a:pt x="2635500" y="1628959"/>
                  </a:lnTo>
                  <a:lnTo>
                    <a:pt x="2635618" y="1628959"/>
                  </a:lnTo>
                  <a:lnTo>
                    <a:pt x="2635735" y="1628959"/>
                  </a:lnTo>
                  <a:lnTo>
                    <a:pt x="2635735" y="1628529"/>
                  </a:lnTo>
                  <a:lnTo>
                    <a:pt x="2635853" y="1628529"/>
                  </a:lnTo>
                  <a:lnTo>
                    <a:pt x="2635970" y="1628529"/>
                  </a:lnTo>
                  <a:lnTo>
                    <a:pt x="2636088" y="1628529"/>
                  </a:lnTo>
                  <a:lnTo>
                    <a:pt x="2636088" y="1628098"/>
                  </a:lnTo>
                  <a:lnTo>
                    <a:pt x="2636206" y="1628098"/>
                  </a:lnTo>
                  <a:lnTo>
                    <a:pt x="2636206" y="1627668"/>
                  </a:lnTo>
                  <a:lnTo>
                    <a:pt x="2636323" y="1627668"/>
                  </a:lnTo>
                  <a:lnTo>
                    <a:pt x="2636441" y="1627668"/>
                  </a:lnTo>
                  <a:lnTo>
                    <a:pt x="2636558" y="1627668"/>
                  </a:lnTo>
                  <a:lnTo>
                    <a:pt x="2636676" y="1627668"/>
                  </a:lnTo>
                  <a:lnTo>
                    <a:pt x="2636794" y="1627668"/>
                  </a:lnTo>
                  <a:lnTo>
                    <a:pt x="2636911" y="1627668"/>
                  </a:lnTo>
                  <a:lnTo>
                    <a:pt x="2637029" y="1627668"/>
                  </a:lnTo>
                  <a:lnTo>
                    <a:pt x="2637029" y="1627237"/>
                  </a:lnTo>
                  <a:lnTo>
                    <a:pt x="2637147" y="1627237"/>
                  </a:lnTo>
                  <a:lnTo>
                    <a:pt x="2637264" y="1627237"/>
                  </a:lnTo>
                  <a:lnTo>
                    <a:pt x="2637382" y="1627237"/>
                  </a:lnTo>
                  <a:lnTo>
                    <a:pt x="2637499" y="1627237"/>
                  </a:lnTo>
                  <a:lnTo>
                    <a:pt x="2637617" y="1627237"/>
                  </a:lnTo>
                  <a:lnTo>
                    <a:pt x="2637617" y="1626806"/>
                  </a:lnTo>
                  <a:lnTo>
                    <a:pt x="2637735" y="1626806"/>
                  </a:lnTo>
                  <a:lnTo>
                    <a:pt x="2637852" y="1626806"/>
                  </a:lnTo>
                  <a:lnTo>
                    <a:pt x="2637852" y="1626376"/>
                  </a:lnTo>
                  <a:lnTo>
                    <a:pt x="2637970" y="1626376"/>
                  </a:lnTo>
                  <a:lnTo>
                    <a:pt x="2638087" y="1626376"/>
                  </a:lnTo>
                  <a:lnTo>
                    <a:pt x="2638205" y="1626376"/>
                  </a:lnTo>
                  <a:lnTo>
                    <a:pt x="2638323" y="1626376"/>
                  </a:lnTo>
                  <a:lnTo>
                    <a:pt x="2638440" y="1626376"/>
                  </a:lnTo>
                  <a:lnTo>
                    <a:pt x="2638558" y="1626376"/>
                  </a:lnTo>
                  <a:lnTo>
                    <a:pt x="2638558" y="1625945"/>
                  </a:lnTo>
                  <a:lnTo>
                    <a:pt x="2638676" y="1625945"/>
                  </a:lnTo>
                  <a:lnTo>
                    <a:pt x="2638793" y="1625945"/>
                  </a:lnTo>
                  <a:lnTo>
                    <a:pt x="2638911" y="1625945"/>
                  </a:lnTo>
                  <a:lnTo>
                    <a:pt x="2639028" y="1625945"/>
                  </a:lnTo>
                  <a:lnTo>
                    <a:pt x="2639146" y="1625945"/>
                  </a:lnTo>
                  <a:lnTo>
                    <a:pt x="2639264" y="1625945"/>
                  </a:lnTo>
                  <a:lnTo>
                    <a:pt x="2639381" y="1625945"/>
                  </a:lnTo>
                  <a:lnTo>
                    <a:pt x="2639499" y="1625945"/>
                  </a:lnTo>
                  <a:lnTo>
                    <a:pt x="2639616" y="1625945"/>
                  </a:lnTo>
                  <a:lnTo>
                    <a:pt x="2639616" y="1625515"/>
                  </a:lnTo>
                  <a:lnTo>
                    <a:pt x="2639734" y="1625515"/>
                  </a:lnTo>
                  <a:lnTo>
                    <a:pt x="2639852" y="1625515"/>
                  </a:lnTo>
                  <a:lnTo>
                    <a:pt x="2639969" y="1625515"/>
                  </a:lnTo>
                  <a:lnTo>
                    <a:pt x="2640087" y="1625515"/>
                  </a:lnTo>
                  <a:lnTo>
                    <a:pt x="2640205" y="1625515"/>
                  </a:lnTo>
                  <a:lnTo>
                    <a:pt x="2640322" y="1625515"/>
                  </a:lnTo>
                  <a:lnTo>
                    <a:pt x="2640440" y="1625515"/>
                  </a:lnTo>
                  <a:lnTo>
                    <a:pt x="2640557" y="1625515"/>
                  </a:lnTo>
                  <a:lnTo>
                    <a:pt x="2640557" y="1625084"/>
                  </a:lnTo>
                  <a:lnTo>
                    <a:pt x="2640675" y="1625084"/>
                  </a:lnTo>
                  <a:lnTo>
                    <a:pt x="2640793" y="1625084"/>
                  </a:lnTo>
                  <a:lnTo>
                    <a:pt x="2640793" y="1624653"/>
                  </a:lnTo>
                  <a:lnTo>
                    <a:pt x="2640910" y="1624653"/>
                  </a:lnTo>
                  <a:lnTo>
                    <a:pt x="2641028" y="1624653"/>
                  </a:lnTo>
                  <a:lnTo>
                    <a:pt x="2641145" y="1624653"/>
                  </a:lnTo>
                  <a:lnTo>
                    <a:pt x="2641263" y="1624653"/>
                  </a:lnTo>
                  <a:lnTo>
                    <a:pt x="2641381" y="1624653"/>
                  </a:lnTo>
                  <a:lnTo>
                    <a:pt x="2641381" y="1624223"/>
                  </a:lnTo>
                  <a:lnTo>
                    <a:pt x="2641498" y="1624223"/>
                  </a:lnTo>
                  <a:lnTo>
                    <a:pt x="2641616" y="1624223"/>
                  </a:lnTo>
                  <a:lnTo>
                    <a:pt x="2641734" y="1624223"/>
                  </a:lnTo>
                  <a:lnTo>
                    <a:pt x="2641851" y="1624223"/>
                  </a:lnTo>
                  <a:lnTo>
                    <a:pt x="2641969" y="1624223"/>
                  </a:lnTo>
                  <a:lnTo>
                    <a:pt x="2642086" y="1624223"/>
                  </a:lnTo>
                  <a:lnTo>
                    <a:pt x="2642204" y="1624223"/>
                  </a:lnTo>
                  <a:lnTo>
                    <a:pt x="2642204" y="1623792"/>
                  </a:lnTo>
                  <a:lnTo>
                    <a:pt x="2642322" y="1623792"/>
                  </a:lnTo>
                  <a:lnTo>
                    <a:pt x="2642439" y="1623792"/>
                  </a:lnTo>
                  <a:lnTo>
                    <a:pt x="2642557" y="1623792"/>
                  </a:lnTo>
                  <a:lnTo>
                    <a:pt x="2642674" y="1623792"/>
                  </a:lnTo>
                  <a:lnTo>
                    <a:pt x="2642792" y="1623792"/>
                  </a:lnTo>
                  <a:lnTo>
                    <a:pt x="2642910" y="1623792"/>
                  </a:lnTo>
                  <a:lnTo>
                    <a:pt x="2643027" y="1623792"/>
                  </a:lnTo>
                  <a:lnTo>
                    <a:pt x="2643027" y="1623362"/>
                  </a:lnTo>
                  <a:lnTo>
                    <a:pt x="2643145" y="1623362"/>
                  </a:lnTo>
                  <a:lnTo>
                    <a:pt x="2643262" y="1623362"/>
                  </a:lnTo>
                  <a:lnTo>
                    <a:pt x="2643380" y="1623362"/>
                  </a:lnTo>
                  <a:lnTo>
                    <a:pt x="2643498" y="1623362"/>
                  </a:lnTo>
                  <a:lnTo>
                    <a:pt x="2643498" y="1622931"/>
                  </a:lnTo>
                  <a:lnTo>
                    <a:pt x="2643615" y="1622931"/>
                  </a:lnTo>
                  <a:lnTo>
                    <a:pt x="2643733" y="1622931"/>
                  </a:lnTo>
                  <a:lnTo>
                    <a:pt x="2643851" y="1622931"/>
                  </a:lnTo>
                  <a:lnTo>
                    <a:pt x="2643968" y="1622931"/>
                  </a:lnTo>
                  <a:lnTo>
                    <a:pt x="2644086" y="1622931"/>
                  </a:lnTo>
                  <a:lnTo>
                    <a:pt x="2644203" y="1622931"/>
                  </a:lnTo>
                  <a:lnTo>
                    <a:pt x="2644321" y="1622931"/>
                  </a:lnTo>
                  <a:lnTo>
                    <a:pt x="2644321" y="1622500"/>
                  </a:lnTo>
                  <a:lnTo>
                    <a:pt x="2644439" y="1622500"/>
                  </a:lnTo>
                  <a:lnTo>
                    <a:pt x="2644556" y="1622500"/>
                  </a:lnTo>
                  <a:lnTo>
                    <a:pt x="2644674" y="1622500"/>
                  </a:lnTo>
                  <a:lnTo>
                    <a:pt x="2644791" y="1622500"/>
                  </a:lnTo>
                  <a:lnTo>
                    <a:pt x="2644909" y="1622500"/>
                  </a:lnTo>
                  <a:lnTo>
                    <a:pt x="2645027" y="1622500"/>
                  </a:lnTo>
                  <a:lnTo>
                    <a:pt x="2645144" y="1622500"/>
                  </a:lnTo>
                  <a:lnTo>
                    <a:pt x="2645262" y="1622500"/>
                  </a:lnTo>
                  <a:lnTo>
                    <a:pt x="2645380" y="1622500"/>
                  </a:lnTo>
                  <a:lnTo>
                    <a:pt x="2645497" y="1622500"/>
                  </a:lnTo>
                  <a:lnTo>
                    <a:pt x="2645615" y="1622500"/>
                  </a:lnTo>
                  <a:lnTo>
                    <a:pt x="2645732" y="1622500"/>
                  </a:lnTo>
                  <a:lnTo>
                    <a:pt x="2645850" y="1622500"/>
                  </a:lnTo>
                  <a:lnTo>
                    <a:pt x="2645850" y="1622070"/>
                  </a:lnTo>
                  <a:lnTo>
                    <a:pt x="2645968" y="1622070"/>
                  </a:lnTo>
                  <a:lnTo>
                    <a:pt x="2646085" y="1622070"/>
                  </a:lnTo>
                  <a:lnTo>
                    <a:pt x="2646203" y="1622070"/>
                  </a:lnTo>
                  <a:lnTo>
                    <a:pt x="2646320" y="1622070"/>
                  </a:lnTo>
                  <a:lnTo>
                    <a:pt x="2646320" y="1621639"/>
                  </a:lnTo>
                  <a:lnTo>
                    <a:pt x="2646438" y="1621639"/>
                  </a:lnTo>
                  <a:lnTo>
                    <a:pt x="2646556" y="1621639"/>
                  </a:lnTo>
                  <a:lnTo>
                    <a:pt x="2646673" y="1621639"/>
                  </a:lnTo>
                  <a:lnTo>
                    <a:pt x="2646791" y="1621639"/>
                  </a:lnTo>
                  <a:lnTo>
                    <a:pt x="2646909" y="1621639"/>
                  </a:lnTo>
                  <a:lnTo>
                    <a:pt x="2647026" y="1621639"/>
                  </a:lnTo>
                  <a:lnTo>
                    <a:pt x="2647144" y="1621639"/>
                  </a:lnTo>
                  <a:lnTo>
                    <a:pt x="2647261" y="1621639"/>
                  </a:lnTo>
                  <a:lnTo>
                    <a:pt x="2647261" y="1621209"/>
                  </a:lnTo>
                  <a:lnTo>
                    <a:pt x="2647379" y="1621209"/>
                  </a:lnTo>
                  <a:lnTo>
                    <a:pt x="2647497" y="1621209"/>
                  </a:lnTo>
                  <a:lnTo>
                    <a:pt x="2647614" y="1621209"/>
                  </a:lnTo>
                  <a:lnTo>
                    <a:pt x="2647614" y="1620778"/>
                  </a:lnTo>
                  <a:lnTo>
                    <a:pt x="2647732" y="1620778"/>
                  </a:lnTo>
                  <a:lnTo>
                    <a:pt x="2647849" y="1620778"/>
                  </a:lnTo>
                  <a:lnTo>
                    <a:pt x="2647849" y="1620347"/>
                  </a:lnTo>
                  <a:lnTo>
                    <a:pt x="2647967" y="1620347"/>
                  </a:lnTo>
                  <a:lnTo>
                    <a:pt x="2648085" y="1620347"/>
                  </a:lnTo>
                  <a:lnTo>
                    <a:pt x="2648202" y="1620347"/>
                  </a:lnTo>
                  <a:lnTo>
                    <a:pt x="2648320" y="1620347"/>
                  </a:lnTo>
                  <a:lnTo>
                    <a:pt x="2648320" y="1619917"/>
                  </a:lnTo>
                  <a:lnTo>
                    <a:pt x="2648438" y="1619917"/>
                  </a:lnTo>
                  <a:lnTo>
                    <a:pt x="2648555" y="1619917"/>
                  </a:lnTo>
                  <a:lnTo>
                    <a:pt x="2648673" y="1619917"/>
                  </a:lnTo>
                  <a:lnTo>
                    <a:pt x="2648790" y="1619917"/>
                  </a:lnTo>
                  <a:lnTo>
                    <a:pt x="2648908" y="1619917"/>
                  </a:lnTo>
                  <a:lnTo>
                    <a:pt x="2649026" y="1619917"/>
                  </a:lnTo>
                  <a:lnTo>
                    <a:pt x="2649143" y="1619917"/>
                  </a:lnTo>
                  <a:lnTo>
                    <a:pt x="2649261" y="1619917"/>
                  </a:lnTo>
                  <a:lnTo>
                    <a:pt x="2649378" y="1619917"/>
                  </a:lnTo>
                  <a:lnTo>
                    <a:pt x="2649496" y="1619917"/>
                  </a:lnTo>
                  <a:lnTo>
                    <a:pt x="2649496" y="1619486"/>
                  </a:lnTo>
                  <a:lnTo>
                    <a:pt x="2649496" y="1619056"/>
                  </a:lnTo>
                  <a:lnTo>
                    <a:pt x="2649496" y="1618625"/>
                  </a:lnTo>
                  <a:lnTo>
                    <a:pt x="2649614" y="1618625"/>
                  </a:lnTo>
                  <a:lnTo>
                    <a:pt x="2649731" y="1618625"/>
                  </a:lnTo>
                  <a:lnTo>
                    <a:pt x="2649849" y="1618625"/>
                  </a:lnTo>
                  <a:lnTo>
                    <a:pt x="2649967" y="1618625"/>
                  </a:lnTo>
                  <a:lnTo>
                    <a:pt x="2650084" y="1618625"/>
                  </a:lnTo>
                  <a:lnTo>
                    <a:pt x="2650202" y="1618625"/>
                  </a:lnTo>
                  <a:lnTo>
                    <a:pt x="2650319" y="1618625"/>
                  </a:lnTo>
                  <a:lnTo>
                    <a:pt x="2650437" y="1618625"/>
                  </a:lnTo>
                  <a:lnTo>
                    <a:pt x="2650437" y="1618194"/>
                  </a:lnTo>
                  <a:lnTo>
                    <a:pt x="2650437" y="1617764"/>
                  </a:lnTo>
                  <a:lnTo>
                    <a:pt x="2650555" y="1617764"/>
                  </a:lnTo>
                  <a:lnTo>
                    <a:pt x="2650672" y="1617764"/>
                  </a:lnTo>
                  <a:lnTo>
                    <a:pt x="2650790" y="1617764"/>
                  </a:lnTo>
                  <a:lnTo>
                    <a:pt x="2650907" y="1617764"/>
                  </a:lnTo>
                  <a:lnTo>
                    <a:pt x="2650907" y="1617333"/>
                  </a:lnTo>
                  <a:lnTo>
                    <a:pt x="2651025" y="1617333"/>
                  </a:lnTo>
                  <a:lnTo>
                    <a:pt x="2651143" y="1617333"/>
                  </a:lnTo>
                  <a:lnTo>
                    <a:pt x="2651260" y="1617333"/>
                  </a:lnTo>
                  <a:lnTo>
                    <a:pt x="2651378" y="1617333"/>
                  </a:lnTo>
                  <a:lnTo>
                    <a:pt x="2651495" y="1617333"/>
                  </a:lnTo>
                  <a:lnTo>
                    <a:pt x="2651613" y="1617333"/>
                  </a:lnTo>
                  <a:lnTo>
                    <a:pt x="2651731" y="1617333"/>
                  </a:lnTo>
                  <a:lnTo>
                    <a:pt x="2651848" y="1617333"/>
                  </a:lnTo>
                  <a:lnTo>
                    <a:pt x="2651966" y="1617333"/>
                  </a:lnTo>
                  <a:lnTo>
                    <a:pt x="2652084" y="1617333"/>
                  </a:lnTo>
                  <a:lnTo>
                    <a:pt x="2652201" y="1617333"/>
                  </a:lnTo>
                  <a:lnTo>
                    <a:pt x="2652319" y="1617333"/>
                  </a:lnTo>
                  <a:lnTo>
                    <a:pt x="2652436" y="1617333"/>
                  </a:lnTo>
                  <a:lnTo>
                    <a:pt x="2652554" y="1617333"/>
                  </a:lnTo>
                  <a:lnTo>
                    <a:pt x="2652672" y="1617333"/>
                  </a:lnTo>
                  <a:lnTo>
                    <a:pt x="2652789" y="1617333"/>
                  </a:lnTo>
                  <a:lnTo>
                    <a:pt x="2652789" y="1616903"/>
                  </a:lnTo>
                  <a:lnTo>
                    <a:pt x="2652907" y="1616903"/>
                  </a:lnTo>
                  <a:lnTo>
                    <a:pt x="2653024" y="1616903"/>
                  </a:lnTo>
                  <a:lnTo>
                    <a:pt x="2653142" y="1616903"/>
                  </a:lnTo>
                  <a:lnTo>
                    <a:pt x="2653260" y="1616903"/>
                  </a:lnTo>
                  <a:lnTo>
                    <a:pt x="2653377" y="1616903"/>
                  </a:lnTo>
                  <a:lnTo>
                    <a:pt x="2653495" y="1616903"/>
                  </a:lnTo>
                  <a:lnTo>
                    <a:pt x="2653613" y="1616903"/>
                  </a:lnTo>
                  <a:lnTo>
                    <a:pt x="2653730" y="1616903"/>
                  </a:lnTo>
                  <a:lnTo>
                    <a:pt x="2653730" y="1616472"/>
                  </a:lnTo>
                  <a:lnTo>
                    <a:pt x="2653848" y="1616472"/>
                  </a:lnTo>
                  <a:lnTo>
                    <a:pt x="2653965" y="1616472"/>
                  </a:lnTo>
                  <a:lnTo>
                    <a:pt x="2654083" y="1616472"/>
                  </a:lnTo>
                  <a:lnTo>
                    <a:pt x="2654083" y="1616041"/>
                  </a:lnTo>
                  <a:lnTo>
                    <a:pt x="2654201" y="1616041"/>
                  </a:lnTo>
                  <a:lnTo>
                    <a:pt x="2654318" y="1616041"/>
                  </a:lnTo>
                  <a:lnTo>
                    <a:pt x="2654318" y="1615611"/>
                  </a:lnTo>
                  <a:lnTo>
                    <a:pt x="2654436" y="1615611"/>
                  </a:lnTo>
                  <a:lnTo>
                    <a:pt x="2654553" y="1615611"/>
                  </a:lnTo>
                  <a:lnTo>
                    <a:pt x="2654671" y="1615611"/>
                  </a:lnTo>
                  <a:lnTo>
                    <a:pt x="2654789" y="1615611"/>
                  </a:lnTo>
                  <a:lnTo>
                    <a:pt x="2654906" y="1615611"/>
                  </a:lnTo>
                  <a:lnTo>
                    <a:pt x="2655024" y="1615611"/>
                  </a:lnTo>
                  <a:lnTo>
                    <a:pt x="2655024" y="1615180"/>
                  </a:lnTo>
                  <a:lnTo>
                    <a:pt x="2655142" y="1615180"/>
                  </a:lnTo>
                  <a:lnTo>
                    <a:pt x="2655259" y="1615180"/>
                  </a:lnTo>
                  <a:lnTo>
                    <a:pt x="2655377" y="1615180"/>
                  </a:lnTo>
                  <a:lnTo>
                    <a:pt x="2655494" y="1615180"/>
                  </a:lnTo>
                  <a:lnTo>
                    <a:pt x="2655494" y="1614750"/>
                  </a:lnTo>
                  <a:lnTo>
                    <a:pt x="2655494" y="1614319"/>
                  </a:lnTo>
                  <a:lnTo>
                    <a:pt x="2655494" y="1613888"/>
                  </a:lnTo>
                  <a:lnTo>
                    <a:pt x="2655612" y="1613888"/>
                  </a:lnTo>
                  <a:lnTo>
                    <a:pt x="2655730" y="1613888"/>
                  </a:lnTo>
                  <a:lnTo>
                    <a:pt x="2655730" y="1613458"/>
                  </a:lnTo>
                  <a:lnTo>
                    <a:pt x="2655847" y="1613458"/>
                  </a:lnTo>
                  <a:lnTo>
                    <a:pt x="2655965" y="1613458"/>
                  </a:lnTo>
                  <a:lnTo>
                    <a:pt x="2656082" y="1613458"/>
                  </a:lnTo>
                  <a:lnTo>
                    <a:pt x="2656200" y="1613458"/>
                  </a:lnTo>
                  <a:lnTo>
                    <a:pt x="2656200" y="1613027"/>
                  </a:lnTo>
                  <a:lnTo>
                    <a:pt x="2656318" y="1613027"/>
                  </a:lnTo>
                  <a:lnTo>
                    <a:pt x="2656435" y="1613027"/>
                  </a:lnTo>
                  <a:lnTo>
                    <a:pt x="2656553" y="1613027"/>
                  </a:lnTo>
                  <a:lnTo>
                    <a:pt x="2656671" y="1613027"/>
                  </a:lnTo>
                  <a:lnTo>
                    <a:pt x="2656788" y="1613027"/>
                  </a:lnTo>
                  <a:lnTo>
                    <a:pt x="2656906" y="1613027"/>
                  </a:lnTo>
                  <a:lnTo>
                    <a:pt x="2657023" y="1613027"/>
                  </a:lnTo>
                  <a:lnTo>
                    <a:pt x="2657141" y="1613027"/>
                  </a:lnTo>
                  <a:lnTo>
                    <a:pt x="2657259" y="1613027"/>
                  </a:lnTo>
                  <a:lnTo>
                    <a:pt x="2657376" y="1613027"/>
                  </a:lnTo>
                  <a:lnTo>
                    <a:pt x="2657494" y="1613027"/>
                  </a:lnTo>
                  <a:lnTo>
                    <a:pt x="2657611" y="1613027"/>
                  </a:lnTo>
                  <a:lnTo>
                    <a:pt x="2657729" y="1613027"/>
                  </a:lnTo>
                  <a:lnTo>
                    <a:pt x="2657847" y="1613027"/>
                  </a:lnTo>
                  <a:lnTo>
                    <a:pt x="2657964" y="1613027"/>
                  </a:lnTo>
                  <a:lnTo>
                    <a:pt x="2658082" y="1613027"/>
                  </a:lnTo>
                  <a:lnTo>
                    <a:pt x="2658200" y="1613027"/>
                  </a:lnTo>
                  <a:lnTo>
                    <a:pt x="2658317" y="1613027"/>
                  </a:lnTo>
                  <a:lnTo>
                    <a:pt x="2658435" y="1613027"/>
                  </a:lnTo>
                  <a:lnTo>
                    <a:pt x="2658552" y="1613027"/>
                  </a:lnTo>
                  <a:lnTo>
                    <a:pt x="2658670" y="1613027"/>
                  </a:lnTo>
                  <a:lnTo>
                    <a:pt x="2658788" y="1613027"/>
                  </a:lnTo>
                  <a:lnTo>
                    <a:pt x="2658905" y="1613027"/>
                  </a:lnTo>
                  <a:lnTo>
                    <a:pt x="2659023" y="1613027"/>
                  </a:lnTo>
                  <a:lnTo>
                    <a:pt x="2659140" y="1613027"/>
                  </a:lnTo>
                  <a:lnTo>
                    <a:pt x="2659258" y="1613027"/>
                  </a:lnTo>
                  <a:lnTo>
                    <a:pt x="2659258" y="1612597"/>
                  </a:lnTo>
                  <a:lnTo>
                    <a:pt x="2659376" y="1612597"/>
                  </a:lnTo>
                  <a:lnTo>
                    <a:pt x="2659376" y="1612166"/>
                  </a:lnTo>
                  <a:lnTo>
                    <a:pt x="2659376" y="1611735"/>
                  </a:lnTo>
                  <a:lnTo>
                    <a:pt x="2659493" y="1611735"/>
                  </a:lnTo>
                  <a:lnTo>
                    <a:pt x="2659611" y="1611735"/>
                  </a:lnTo>
                  <a:lnTo>
                    <a:pt x="2659728" y="1611735"/>
                  </a:lnTo>
                  <a:lnTo>
                    <a:pt x="2659846" y="1611735"/>
                  </a:lnTo>
                  <a:lnTo>
                    <a:pt x="2659964" y="1611735"/>
                  </a:lnTo>
                  <a:lnTo>
                    <a:pt x="2660081" y="1611735"/>
                  </a:lnTo>
                  <a:lnTo>
                    <a:pt x="2660199" y="1611735"/>
                  </a:lnTo>
                  <a:lnTo>
                    <a:pt x="2660199" y="1611305"/>
                  </a:lnTo>
                  <a:lnTo>
                    <a:pt x="2660317" y="1611305"/>
                  </a:lnTo>
                  <a:lnTo>
                    <a:pt x="2660434" y="1611305"/>
                  </a:lnTo>
                  <a:lnTo>
                    <a:pt x="2660552" y="1611305"/>
                  </a:lnTo>
                  <a:lnTo>
                    <a:pt x="2660552" y="1610874"/>
                  </a:lnTo>
                  <a:lnTo>
                    <a:pt x="2660669" y="1610874"/>
                  </a:lnTo>
                  <a:lnTo>
                    <a:pt x="2660787" y="1610874"/>
                  </a:lnTo>
                  <a:lnTo>
                    <a:pt x="2660905" y="1610874"/>
                  </a:lnTo>
                  <a:lnTo>
                    <a:pt x="2661022" y="1610874"/>
                  </a:lnTo>
                  <a:lnTo>
                    <a:pt x="2661140" y="1610874"/>
                  </a:lnTo>
                  <a:lnTo>
                    <a:pt x="2661257" y="1610874"/>
                  </a:lnTo>
                  <a:lnTo>
                    <a:pt x="2661375" y="1610874"/>
                  </a:lnTo>
                  <a:lnTo>
                    <a:pt x="2661493" y="1610874"/>
                  </a:lnTo>
                  <a:lnTo>
                    <a:pt x="2661493" y="1610444"/>
                  </a:lnTo>
                  <a:lnTo>
                    <a:pt x="2661610" y="1610444"/>
                  </a:lnTo>
                  <a:lnTo>
                    <a:pt x="2661728" y="1610444"/>
                  </a:lnTo>
                  <a:lnTo>
                    <a:pt x="2661846" y="1610444"/>
                  </a:lnTo>
                  <a:lnTo>
                    <a:pt x="2661963" y="1610444"/>
                  </a:lnTo>
                  <a:lnTo>
                    <a:pt x="2662081" y="1610444"/>
                  </a:lnTo>
                  <a:lnTo>
                    <a:pt x="2662198" y="1610444"/>
                  </a:lnTo>
                  <a:lnTo>
                    <a:pt x="2662316" y="1610444"/>
                  </a:lnTo>
                  <a:lnTo>
                    <a:pt x="2662316" y="1610013"/>
                  </a:lnTo>
                  <a:lnTo>
                    <a:pt x="2662316" y="1609582"/>
                  </a:lnTo>
                  <a:lnTo>
                    <a:pt x="2662434" y="1609582"/>
                  </a:lnTo>
                  <a:lnTo>
                    <a:pt x="2662551" y="1609582"/>
                  </a:lnTo>
                  <a:lnTo>
                    <a:pt x="2662669" y="1609582"/>
                  </a:lnTo>
                  <a:lnTo>
                    <a:pt x="2662786" y="1609582"/>
                  </a:lnTo>
                  <a:lnTo>
                    <a:pt x="2662904" y="1609582"/>
                  </a:lnTo>
                  <a:lnTo>
                    <a:pt x="2662904" y="1609152"/>
                  </a:lnTo>
                  <a:lnTo>
                    <a:pt x="2662904" y="1608721"/>
                  </a:lnTo>
                  <a:lnTo>
                    <a:pt x="2663022" y="1608721"/>
                  </a:lnTo>
                  <a:lnTo>
                    <a:pt x="2663139" y="1608721"/>
                  </a:lnTo>
                  <a:lnTo>
                    <a:pt x="2663257" y="1608721"/>
                  </a:lnTo>
                  <a:lnTo>
                    <a:pt x="2663375" y="1608721"/>
                  </a:lnTo>
                  <a:lnTo>
                    <a:pt x="2663492" y="1608721"/>
                  </a:lnTo>
                  <a:lnTo>
                    <a:pt x="2663610" y="1608721"/>
                  </a:lnTo>
                  <a:lnTo>
                    <a:pt x="2663727" y="1608721"/>
                  </a:lnTo>
                  <a:lnTo>
                    <a:pt x="2663845" y="1608721"/>
                  </a:lnTo>
                  <a:lnTo>
                    <a:pt x="2663963" y="1608721"/>
                  </a:lnTo>
                  <a:lnTo>
                    <a:pt x="2664080" y="1608721"/>
                  </a:lnTo>
                  <a:lnTo>
                    <a:pt x="2664198" y="1608721"/>
                  </a:lnTo>
                  <a:lnTo>
                    <a:pt x="2664315" y="1608721"/>
                  </a:lnTo>
                  <a:lnTo>
                    <a:pt x="2664315" y="1608291"/>
                  </a:lnTo>
                  <a:lnTo>
                    <a:pt x="2664433" y="1608291"/>
                  </a:lnTo>
                  <a:lnTo>
                    <a:pt x="2664551" y="1608291"/>
                  </a:lnTo>
                  <a:lnTo>
                    <a:pt x="2664551" y="1607860"/>
                  </a:lnTo>
                  <a:lnTo>
                    <a:pt x="2664551" y="1607429"/>
                  </a:lnTo>
                  <a:lnTo>
                    <a:pt x="2664668" y="1607429"/>
                  </a:lnTo>
                  <a:lnTo>
                    <a:pt x="2664786" y="1607429"/>
                  </a:lnTo>
                  <a:lnTo>
                    <a:pt x="2664904" y="1607429"/>
                  </a:lnTo>
                  <a:lnTo>
                    <a:pt x="2665021" y="1607429"/>
                  </a:lnTo>
                  <a:lnTo>
                    <a:pt x="2665021" y="1606999"/>
                  </a:lnTo>
                  <a:lnTo>
                    <a:pt x="2665021" y="1606568"/>
                  </a:lnTo>
                  <a:lnTo>
                    <a:pt x="2665021" y="1606138"/>
                  </a:lnTo>
                  <a:lnTo>
                    <a:pt x="2665139" y="1606138"/>
                  </a:lnTo>
                  <a:lnTo>
                    <a:pt x="2665256" y="1606138"/>
                  </a:lnTo>
                  <a:lnTo>
                    <a:pt x="2665374" y="1606138"/>
                  </a:lnTo>
                  <a:lnTo>
                    <a:pt x="2665492" y="1606138"/>
                  </a:lnTo>
                  <a:lnTo>
                    <a:pt x="2665492" y="1605707"/>
                  </a:lnTo>
                  <a:lnTo>
                    <a:pt x="2665609" y="1605707"/>
                  </a:lnTo>
                  <a:lnTo>
                    <a:pt x="2665727" y="1605707"/>
                  </a:lnTo>
                  <a:lnTo>
                    <a:pt x="2665844" y="1605707"/>
                  </a:lnTo>
                  <a:lnTo>
                    <a:pt x="2665962" y="1605707"/>
                  </a:lnTo>
                  <a:lnTo>
                    <a:pt x="2666080" y="1605707"/>
                  </a:lnTo>
                  <a:lnTo>
                    <a:pt x="2666197" y="1605707"/>
                  </a:lnTo>
                  <a:lnTo>
                    <a:pt x="2666315" y="1605707"/>
                  </a:lnTo>
                  <a:lnTo>
                    <a:pt x="2666432" y="1605707"/>
                  </a:lnTo>
                  <a:lnTo>
                    <a:pt x="2666550" y="1605707"/>
                  </a:lnTo>
                  <a:lnTo>
                    <a:pt x="2666668" y="1605707"/>
                  </a:lnTo>
                  <a:lnTo>
                    <a:pt x="2666785" y="1605707"/>
                  </a:lnTo>
                  <a:lnTo>
                    <a:pt x="2666903" y="1605707"/>
                  </a:lnTo>
                  <a:lnTo>
                    <a:pt x="2667021" y="1605707"/>
                  </a:lnTo>
                  <a:lnTo>
                    <a:pt x="2667138" y="1605707"/>
                  </a:lnTo>
                  <a:lnTo>
                    <a:pt x="2667256" y="1605707"/>
                  </a:lnTo>
                  <a:lnTo>
                    <a:pt x="2667373" y="1605707"/>
                  </a:lnTo>
                  <a:lnTo>
                    <a:pt x="2667373" y="1605276"/>
                  </a:lnTo>
                  <a:lnTo>
                    <a:pt x="2667491" y="1605276"/>
                  </a:lnTo>
                  <a:lnTo>
                    <a:pt x="2667609" y="1605276"/>
                  </a:lnTo>
                  <a:lnTo>
                    <a:pt x="2667726" y="1605276"/>
                  </a:lnTo>
                  <a:lnTo>
                    <a:pt x="2667726" y="1604846"/>
                  </a:lnTo>
                  <a:lnTo>
                    <a:pt x="2667844" y="1604846"/>
                  </a:lnTo>
                  <a:lnTo>
                    <a:pt x="2667961" y="1604846"/>
                  </a:lnTo>
                  <a:lnTo>
                    <a:pt x="2667961" y="1604415"/>
                  </a:lnTo>
                  <a:lnTo>
                    <a:pt x="2667961" y="1603985"/>
                  </a:lnTo>
                  <a:lnTo>
                    <a:pt x="2668079" y="1603985"/>
                  </a:lnTo>
                  <a:lnTo>
                    <a:pt x="2668079" y="1603554"/>
                  </a:lnTo>
                  <a:lnTo>
                    <a:pt x="2668197" y="1603554"/>
                  </a:lnTo>
                  <a:lnTo>
                    <a:pt x="2668314" y="1603554"/>
                  </a:lnTo>
                  <a:lnTo>
                    <a:pt x="2668314" y="1603123"/>
                  </a:lnTo>
                  <a:lnTo>
                    <a:pt x="2668314" y="1602693"/>
                  </a:lnTo>
                  <a:lnTo>
                    <a:pt x="2668432" y="1602693"/>
                  </a:lnTo>
                  <a:lnTo>
                    <a:pt x="2668432" y="1602262"/>
                  </a:lnTo>
                  <a:lnTo>
                    <a:pt x="2668432" y="1601832"/>
                  </a:lnTo>
                  <a:lnTo>
                    <a:pt x="2668550" y="1601832"/>
                  </a:lnTo>
                  <a:lnTo>
                    <a:pt x="2668550" y="1601401"/>
                  </a:lnTo>
                  <a:lnTo>
                    <a:pt x="2668667" y="1601401"/>
                  </a:lnTo>
                  <a:lnTo>
                    <a:pt x="2668785" y="1601401"/>
                  </a:lnTo>
                  <a:lnTo>
                    <a:pt x="2668902" y="1601401"/>
                  </a:lnTo>
                  <a:lnTo>
                    <a:pt x="2669020" y="1601401"/>
                  </a:lnTo>
                  <a:lnTo>
                    <a:pt x="2669138" y="1601401"/>
                  </a:lnTo>
                  <a:lnTo>
                    <a:pt x="2669138" y="1600970"/>
                  </a:lnTo>
                  <a:lnTo>
                    <a:pt x="2669138" y="1600540"/>
                  </a:lnTo>
                  <a:lnTo>
                    <a:pt x="2669138" y="1600109"/>
                  </a:lnTo>
                  <a:lnTo>
                    <a:pt x="2669255" y="1600109"/>
                  </a:lnTo>
                  <a:lnTo>
                    <a:pt x="2669255" y="1599679"/>
                  </a:lnTo>
                  <a:lnTo>
                    <a:pt x="2669373" y="1599679"/>
                  </a:lnTo>
                  <a:lnTo>
                    <a:pt x="2669490" y="1599679"/>
                  </a:lnTo>
                  <a:lnTo>
                    <a:pt x="2669608" y="1599679"/>
                  </a:lnTo>
                  <a:lnTo>
                    <a:pt x="2669726" y="1599679"/>
                  </a:lnTo>
                  <a:lnTo>
                    <a:pt x="2669726" y="1599248"/>
                  </a:lnTo>
                  <a:lnTo>
                    <a:pt x="2669726" y="1598817"/>
                  </a:lnTo>
                  <a:lnTo>
                    <a:pt x="2669843" y="1598817"/>
                  </a:lnTo>
                  <a:lnTo>
                    <a:pt x="2669961" y="1598817"/>
                  </a:lnTo>
                  <a:lnTo>
                    <a:pt x="2670079" y="1598817"/>
                  </a:lnTo>
                  <a:lnTo>
                    <a:pt x="2670196" y="1598817"/>
                  </a:lnTo>
                  <a:lnTo>
                    <a:pt x="2670314" y="1598817"/>
                  </a:lnTo>
                  <a:lnTo>
                    <a:pt x="2670431" y="1598817"/>
                  </a:lnTo>
                  <a:lnTo>
                    <a:pt x="2670431" y="1598387"/>
                  </a:lnTo>
                  <a:lnTo>
                    <a:pt x="2670431" y="1597956"/>
                  </a:lnTo>
                  <a:lnTo>
                    <a:pt x="2670431" y="1597526"/>
                  </a:lnTo>
                  <a:lnTo>
                    <a:pt x="2670431" y="1597095"/>
                  </a:lnTo>
                  <a:lnTo>
                    <a:pt x="2670431" y="1596664"/>
                  </a:lnTo>
                  <a:lnTo>
                    <a:pt x="2670431" y="1596234"/>
                  </a:lnTo>
                  <a:lnTo>
                    <a:pt x="2670549" y="1596234"/>
                  </a:lnTo>
                  <a:lnTo>
                    <a:pt x="2670667" y="1596234"/>
                  </a:lnTo>
                  <a:lnTo>
                    <a:pt x="2670784" y="1596234"/>
                  </a:lnTo>
                  <a:lnTo>
                    <a:pt x="2670902" y="1596234"/>
                  </a:lnTo>
                  <a:lnTo>
                    <a:pt x="2671019" y="1596234"/>
                  </a:lnTo>
                  <a:lnTo>
                    <a:pt x="2671137" y="1596234"/>
                  </a:lnTo>
                  <a:lnTo>
                    <a:pt x="2671255" y="1596234"/>
                  </a:lnTo>
                  <a:lnTo>
                    <a:pt x="2671372" y="1596234"/>
                  </a:lnTo>
                  <a:lnTo>
                    <a:pt x="2671490" y="1596234"/>
                  </a:lnTo>
                  <a:lnTo>
                    <a:pt x="2671608" y="1596234"/>
                  </a:lnTo>
                  <a:lnTo>
                    <a:pt x="2671725" y="1596234"/>
                  </a:lnTo>
                  <a:lnTo>
                    <a:pt x="2671843" y="1596234"/>
                  </a:lnTo>
                  <a:lnTo>
                    <a:pt x="2671960" y="1596234"/>
                  </a:lnTo>
                  <a:lnTo>
                    <a:pt x="2672078" y="1596234"/>
                  </a:lnTo>
                  <a:lnTo>
                    <a:pt x="2672196" y="1596234"/>
                  </a:lnTo>
                  <a:lnTo>
                    <a:pt x="2672313" y="1596234"/>
                  </a:lnTo>
                  <a:lnTo>
                    <a:pt x="2672431" y="1596234"/>
                  </a:lnTo>
                  <a:lnTo>
                    <a:pt x="2672548" y="1596234"/>
                  </a:lnTo>
                  <a:lnTo>
                    <a:pt x="2672666" y="1596234"/>
                  </a:lnTo>
                  <a:lnTo>
                    <a:pt x="2672784" y="1596234"/>
                  </a:lnTo>
                  <a:lnTo>
                    <a:pt x="2672901" y="1596234"/>
                  </a:lnTo>
                  <a:lnTo>
                    <a:pt x="2672901" y="1595803"/>
                  </a:lnTo>
                  <a:lnTo>
                    <a:pt x="2673019" y="1595803"/>
                  </a:lnTo>
                  <a:lnTo>
                    <a:pt x="2673137" y="1595803"/>
                  </a:lnTo>
                  <a:lnTo>
                    <a:pt x="2673254" y="1595803"/>
                  </a:lnTo>
                  <a:lnTo>
                    <a:pt x="2673372" y="1595803"/>
                  </a:lnTo>
                  <a:lnTo>
                    <a:pt x="2673489" y="1595803"/>
                  </a:lnTo>
                  <a:lnTo>
                    <a:pt x="2673489" y="1595373"/>
                  </a:lnTo>
                  <a:lnTo>
                    <a:pt x="2673607" y="1595373"/>
                  </a:lnTo>
                  <a:lnTo>
                    <a:pt x="2673725" y="1595373"/>
                  </a:lnTo>
                  <a:lnTo>
                    <a:pt x="2673842" y="1595373"/>
                  </a:lnTo>
                  <a:lnTo>
                    <a:pt x="2673960" y="1595373"/>
                  </a:lnTo>
                  <a:lnTo>
                    <a:pt x="2674077" y="1595373"/>
                  </a:lnTo>
                  <a:lnTo>
                    <a:pt x="2674195" y="1595373"/>
                  </a:lnTo>
                  <a:lnTo>
                    <a:pt x="2674195" y="1594942"/>
                  </a:lnTo>
                  <a:lnTo>
                    <a:pt x="2674313" y="1594942"/>
                  </a:lnTo>
                  <a:lnTo>
                    <a:pt x="2674430" y="1594942"/>
                  </a:lnTo>
                  <a:lnTo>
                    <a:pt x="2674430" y="1594511"/>
                  </a:lnTo>
                  <a:lnTo>
                    <a:pt x="2674548" y="1594511"/>
                  </a:lnTo>
                  <a:lnTo>
                    <a:pt x="2674665" y="1594511"/>
                  </a:lnTo>
                  <a:lnTo>
                    <a:pt x="2674783" y="1594511"/>
                  </a:lnTo>
                  <a:lnTo>
                    <a:pt x="2674901" y="1594511"/>
                  </a:lnTo>
                  <a:lnTo>
                    <a:pt x="2675018" y="1594511"/>
                  </a:lnTo>
                  <a:lnTo>
                    <a:pt x="2675136" y="1594511"/>
                  </a:lnTo>
                  <a:lnTo>
                    <a:pt x="2675254" y="1594511"/>
                  </a:lnTo>
                  <a:lnTo>
                    <a:pt x="2675371" y="1594511"/>
                  </a:lnTo>
                  <a:lnTo>
                    <a:pt x="2675489" y="1594511"/>
                  </a:lnTo>
                  <a:lnTo>
                    <a:pt x="2675489" y="1594081"/>
                  </a:lnTo>
                  <a:lnTo>
                    <a:pt x="2675606" y="1594081"/>
                  </a:lnTo>
                  <a:lnTo>
                    <a:pt x="2675606" y="1593650"/>
                  </a:lnTo>
                  <a:lnTo>
                    <a:pt x="2675606" y="1593220"/>
                  </a:lnTo>
                  <a:lnTo>
                    <a:pt x="2675724" y="1593220"/>
                  </a:lnTo>
                  <a:lnTo>
                    <a:pt x="2675842" y="1593220"/>
                  </a:lnTo>
                  <a:lnTo>
                    <a:pt x="2675959" y="1593220"/>
                  </a:lnTo>
                  <a:lnTo>
                    <a:pt x="2676077" y="1593220"/>
                  </a:lnTo>
                  <a:lnTo>
                    <a:pt x="2676077" y="1592789"/>
                  </a:lnTo>
                  <a:lnTo>
                    <a:pt x="2676077" y="1592358"/>
                  </a:lnTo>
                  <a:lnTo>
                    <a:pt x="2676194" y="1592358"/>
                  </a:lnTo>
                  <a:lnTo>
                    <a:pt x="2676312" y="1592358"/>
                  </a:lnTo>
                  <a:lnTo>
                    <a:pt x="2676430" y="1592358"/>
                  </a:lnTo>
                  <a:lnTo>
                    <a:pt x="2676547" y="1592358"/>
                  </a:lnTo>
                  <a:lnTo>
                    <a:pt x="2676547" y="1591928"/>
                  </a:lnTo>
                  <a:lnTo>
                    <a:pt x="2676665" y="1591928"/>
                  </a:lnTo>
                  <a:lnTo>
                    <a:pt x="2676783" y="1591928"/>
                  </a:lnTo>
                  <a:lnTo>
                    <a:pt x="2676900" y="1591928"/>
                  </a:lnTo>
                  <a:lnTo>
                    <a:pt x="2677018" y="1591928"/>
                  </a:lnTo>
                  <a:lnTo>
                    <a:pt x="2677135" y="1591928"/>
                  </a:lnTo>
                  <a:lnTo>
                    <a:pt x="2677253" y="1591928"/>
                  </a:lnTo>
                  <a:lnTo>
                    <a:pt x="2677371" y="1591928"/>
                  </a:lnTo>
                  <a:lnTo>
                    <a:pt x="2677488" y="1591928"/>
                  </a:lnTo>
                  <a:lnTo>
                    <a:pt x="2677606" y="1591928"/>
                  </a:lnTo>
                  <a:lnTo>
                    <a:pt x="2677723" y="1591928"/>
                  </a:lnTo>
                  <a:lnTo>
                    <a:pt x="2677841" y="1591928"/>
                  </a:lnTo>
                  <a:lnTo>
                    <a:pt x="2677959" y="1591928"/>
                  </a:lnTo>
                  <a:lnTo>
                    <a:pt x="2678076" y="1591928"/>
                  </a:lnTo>
                  <a:lnTo>
                    <a:pt x="2678194" y="1591928"/>
                  </a:lnTo>
                  <a:lnTo>
                    <a:pt x="2678194" y="1591497"/>
                  </a:lnTo>
                  <a:lnTo>
                    <a:pt x="2678312" y="1591497"/>
                  </a:lnTo>
                  <a:lnTo>
                    <a:pt x="2678429" y="1591497"/>
                  </a:lnTo>
                  <a:lnTo>
                    <a:pt x="2678547" y="1591497"/>
                  </a:lnTo>
                  <a:lnTo>
                    <a:pt x="2678664" y="1591497"/>
                  </a:lnTo>
                  <a:lnTo>
                    <a:pt x="2678664" y="1591067"/>
                  </a:lnTo>
                  <a:lnTo>
                    <a:pt x="2678782" y="1591067"/>
                  </a:lnTo>
                  <a:lnTo>
                    <a:pt x="2678900" y="1591067"/>
                  </a:lnTo>
                  <a:lnTo>
                    <a:pt x="2679017" y="1591067"/>
                  </a:lnTo>
                  <a:lnTo>
                    <a:pt x="2679135" y="1591067"/>
                  </a:lnTo>
                  <a:lnTo>
                    <a:pt x="2679252" y="1591067"/>
                  </a:lnTo>
                  <a:lnTo>
                    <a:pt x="2679370" y="1591067"/>
                  </a:lnTo>
                  <a:lnTo>
                    <a:pt x="2679370" y="1590636"/>
                  </a:lnTo>
                  <a:lnTo>
                    <a:pt x="2679488" y="1590636"/>
                  </a:lnTo>
                  <a:lnTo>
                    <a:pt x="2679605" y="1590636"/>
                  </a:lnTo>
                  <a:lnTo>
                    <a:pt x="2679723" y="1590636"/>
                  </a:lnTo>
                  <a:lnTo>
                    <a:pt x="2679723" y="1590205"/>
                  </a:lnTo>
                  <a:lnTo>
                    <a:pt x="2679841" y="1590205"/>
                  </a:lnTo>
                  <a:lnTo>
                    <a:pt x="2679958" y="1590205"/>
                  </a:lnTo>
                  <a:lnTo>
                    <a:pt x="2680076" y="1590205"/>
                  </a:lnTo>
                  <a:lnTo>
                    <a:pt x="2680193" y="1590205"/>
                  </a:lnTo>
                  <a:lnTo>
                    <a:pt x="2680311" y="1590205"/>
                  </a:lnTo>
                  <a:lnTo>
                    <a:pt x="2680429" y="1590205"/>
                  </a:lnTo>
                  <a:lnTo>
                    <a:pt x="2680546" y="1590205"/>
                  </a:lnTo>
                  <a:lnTo>
                    <a:pt x="2680664" y="1590205"/>
                  </a:lnTo>
                  <a:lnTo>
                    <a:pt x="2680781" y="1590205"/>
                  </a:lnTo>
                  <a:lnTo>
                    <a:pt x="2680781" y="1589775"/>
                  </a:lnTo>
                  <a:lnTo>
                    <a:pt x="2680899" y="1589775"/>
                  </a:lnTo>
                  <a:lnTo>
                    <a:pt x="2681017" y="1589775"/>
                  </a:lnTo>
                  <a:lnTo>
                    <a:pt x="2681134" y="1589775"/>
                  </a:lnTo>
                  <a:lnTo>
                    <a:pt x="2681252" y="1589775"/>
                  </a:lnTo>
                  <a:lnTo>
                    <a:pt x="2681370" y="1589775"/>
                  </a:lnTo>
                  <a:lnTo>
                    <a:pt x="2681487" y="1589775"/>
                  </a:lnTo>
                  <a:lnTo>
                    <a:pt x="2681605" y="1589775"/>
                  </a:lnTo>
                  <a:lnTo>
                    <a:pt x="2681722" y="1589775"/>
                  </a:lnTo>
                  <a:lnTo>
                    <a:pt x="2681840" y="1589775"/>
                  </a:lnTo>
                  <a:lnTo>
                    <a:pt x="2681958" y="1589775"/>
                  </a:lnTo>
                  <a:lnTo>
                    <a:pt x="2682075" y="1589775"/>
                  </a:lnTo>
                  <a:lnTo>
                    <a:pt x="2682075" y="1589344"/>
                  </a:lnTo>
                  <a:lnTo>
                    <a:pt x="2682193" y="1589344"/>
                  </a:lnTo>
                  <a:lnTo>
                    <a:pt x="2682310" y="1589344"/>
                  </a:lnTo>
                  <a:lnTo>
                    <a:pt x="2682428" y="1589344"/>
                  </a:lnTo>
                  <a:lnTo>
                    <a:pt x="2682546" y="1589344"/>
                  </a:lnTo>
                  <a:lnTo>
                    <a:pt x="2682663" y="1589344"/>
                  </a:lnTo>
                  <a:lnTo>
                    <a:pt x="2682781" y="1589344"/>
                  </a:lnTo>
                  <a:lnTo>
                    <a:pt x="2682898" y="1589344"/>
                  </a:lnTo>
                  <a:lnTo>
                    <a:pt x="2682898" y="1588914"/>
                  </a:lnTo>
                  <a:lnTo>
                    <a:pt x="2683016" y="1588914"/>
                  </a:lnTo>
                  <a:lnTo>
                    <a:pt x="2683016" y="1588483"/>
                  </a:lnTo>
                  <a:lnTo>
                    <a:pt x="2683016" y="1588052"/>
                  </a:lnTo>
                  <a:lnTo>
                    <a:pt x="2683016" y="1587622"/>
                  </a:lnTo>
                  <a:lnTo>
                    <a:pt x="2683016" y="1587191"/>
                  </a:lnTo>
                  <a:lnTo>
                    <a:pt x="2683016" y="1586761"/>
                  </a:lnTo>
                  <a:lnTo>
                    <a:pt x="2683134" y="1586761"/>
                  </a:lnTo>
                  <a:lnTo>
                    <a:pt x="2683251" y="1586761"/>
                  </a:lnTo>
                  <a:lnTo>
                    <a:pt x="2683369" y="1586761"/>
                  </a:lnTo>
                  <a:lnTo>
                    <a:pt x="2683487" y="1586761"/>
                  </a:lnTo>
                  <a:lnTo>
                    <a:pt x="2683604" y="1586761"/>
                  </a:lnTo>
                  <a:lnTo>
                    <a:pt x="2683722" y="1586761"/>
                  </a:lnTo>
                  <a:lnTo>
                    <a:pt x="2683722" y="1586330"/>
                  </a:lnTo>
                  <a:lnTo>
                    <a:pt x="2683839" y="1586330"/>
                  </a:lnTo>
                  <a:lnTo>
                    <a:pt x="2683957" y="1586330"/>
                  </a:lnTo>
                  <a:lnTo>
                    <a:pt x="2684075" y="1586330"/>
                  </a:lnTo>
                  <a:lnTo>
                    <a:pt x="2684075" y="1585899"/>
                  </a:lnTo>
                  <a:lnTo>
                    <a:pt x="2684192" y="1585899"/>
                  </a:lnTo>
                  <a:lnTo>
                    <a:pt x="2684310" y="1585899"/>
                  </a:lnTo>
                  <a:lnTo>
                    <a:pt x="2684310" y="1585469"/>
                  </a:lnTo>
                  <a:lnTo>
                    <a:pt x="2684427" y="1585469"/>
                  </a:lnTo>
                  <a:lnTo>
                    <a:pt x="2684545" y="1585469"/>
                  </a:lnTo>
                  <a:lnTo>
                    <a:pt x="2684663" y="1585469"/>
                  </a:lnTo>
                  <a:lnTo>
                    <a:pt x="2684663" y="1585038"/>
                  </a:lnTo>
                  <a:lnTo>
                    <a:pt x="2684663" y="1584608"/>
                  </a:lnTo>
                  <a:lnTo>
                    <a:pt x="2684780" y="1584608"/>
                  </a:lnTo>
                  <a:lnTo>
                    <a:pt x="2684898" y="1584608"/>
                  </a:lnTo>
                  <a:lnTo>
                    <a:pt x="2685016" y="1584608"/>
                  </a:lnTo>
                  <a:lnTo>
                    <a:pt x="2685133" y="1584608"/>
                  </a:lnTo>
                  <a:lnTo>
                    <a:pt x="2685251" y="1584608"/>
                  </a:lnTo>
                  <a:lnTo>
                    <a:pt x="2685368" y="1584608"/>
                  </a:lnTo>
                  <a:lnTo>
                    <a:pt x="2685486" y="1584608"/>
                  </a:lnTo>
                  <a:lnTo>
                    <a:pt x="2685604" y="1584608"/>
                  </a:lnTo>
                  <a:lnTo>
                    <a:pt x="2685721" y="1584608"/>
                  </a:lnTo>
                  <a:lnTo>
                    <a:pt x="2685721" y="1584177"/>
                  </a:lnTo>
                  <a:lnTo>
                    <a:pt x="2685839" y="1584177"/>
                  </a:lnTo>
                  <a:lnTo>
                    <a:pt x="2685956" y="1584177"/>
                  </a:lnTo>
                  <a:lnTo>
                    <a:pt x="2686074" y="1584177"/>
                  </a:lnTo>
                  <a:lnTo>
                    <a:pt x="2686192" y="1584177"/>
                  </a:lnTo>
                  <a:lnTo>
                    <a:pt x="2686309" y="1584177"/>
                  </a:lnTo>
                  <a:lnTo>
                    <a:pt x="2686427" y="1584177"/>
                  </a:lnTo>
                  <a:lnTo>
                    <a:pt x="2686545" y="1584177"/>
                  </a:lnTo>
                  <a:lnTo>
                    <a:pt x="2686662" y="1584177"/>
                  </a:lnTo>
                  <a:lnTo>
                    <a:pt x="2686780" y="1584177"/>
                  </a:lnTo>
                  <a:lnTo>
                    <a:pt x="2686897" y="1584177"/>
                  </a:lnTo>
                  <a:lnTo>
                    <a:pt x="2687015" y="1584177"/>
                  </a:lnTo>
                  <a:lnTo>
                    <a:pt x="2687133" y="1584177"/>
                  </a:lnTo>
                  <a:lnTo>
                    <a:pt x="2687250" y="1584177"/>
                  </a:lnTo>
                  <a:lnTo>
                    <a:pt x="2687368" y="1584177"/>
                  </a:lnTo>
                  <a:lnTo>
                    <a:pt x="2687485" y="1584177"/>
                  </a:lnTo>
                  <a:lnTo>
                    <a:pt x="2687603" y="1584177"/>
                  </a:lnTo>
                  <a:lnTo>
                    <a:pt x="2687721" y="1584177"/>
                  </a:lnTo>
                  <a:lnTo>
                    <a:pt x="2687838" y="1584177"/>
                  </a:lnTo>
                  <a:lnTo>
                    <a:pt x="2687956" y="1584177"/>
                  </a:lnTo>
                  <a:lnTo>
                    <a:pt x="2688074" y="1584177"/>
                  </a:lnTo>
                  <a:lnTo>
                    <a:pt x="2688191" y="1584177"/>
                  </a:lnTo>
                  <a:lnTo>
                    <a:pt x="2688191" y="1583746"/>
                  </a:lnTo>
                  <a:lnTo>
                    <a:pt x="2688309" y="1583746"/>
                  </a:lnTo>
                  <a:lnTo>
                    <a:pt x="2688426" y="1583746"/>
                  </a:lnTo>
                  <a:lnTo>
                    <a:pt x="2688426" y="1583316"/>
                  </a:lnTo>
                  <a:lnTo>
                    <a:pt x="2688544" y="1583316"/>
                  </a:lnTo>
                  <a:lnTo>
                    <a:pt x="2688662" y="1583316"/>
                  </a:lnTo>
                  <a:lnTo>
                    <a:pt x="2688779" y="1583316"/>
                  </a:lnTo>
                  <a:lnTo>
                    <a:pt x="2688897" y="1583316"/>
                  </a:lnTo>
                  <a:lnTo>
                    <a:pt x="2688897" y="1582885"/>
                  </a:lnTo>
                  <a:lnTo>
                    <a:pt x="2689014" y="1582885"/>
                  </a:lnTo>
                  <a:lnTo>
                    <a:pt x="2689132" y="1582885"/>
                  </a:lnTo>
                  <a:lnTo>
                    <a:pt x="2689132" y="1582455"/>
                  </a:lnTo>
                  <a:lnTo>
                    <a:pt x="2689250" y="1582455"/>
                  </a:lnTo>
                  <a:lnTo>
                    <a:pt x="2689250" y="1582024"/>
                  </a:lnTo>
                  <a:lnTo>
                    <a:pt x="2689367" y="1582024"/>
                  </a:lnTo>
                  <a:lnTo>
                    <a:pt x="2689367" y="1581593"/>
                  </a:lnTo>
                  <a:lnTo>
                    <a:pt x="2689485" y="1581593"/>
                  </a:lnTo>
                  <a:lnTo>
                    <a:pt x="2689603" y="1581593"/>
                  </a:lnTo>
                  <a:lnTo>
                    <a:pt x="2689720" y="1581593"/>
                  </a:lnTo>
                  <a:lnTo>
                    <a:pt x="2689838" y="1581593"/>
                  </a:lnTo>
                  <a:lnTo>
                    <a:pt x="2689955" y="1581593"/>
                  </a:lnTo>
                  <a:lnTo>
                    <a:pt x="2690073" y="1581593"/>
                  </a:lnTo>
                  <a:lnTo>
                    <a:pt x="2690191" y="1581593"/>
                  </a:lnTo>
                  <a:lnTo>
                    <a:pt x="2690191" y="1581163"/>
                  </a:lnTo>
                  <a:lnTo>
                    <a:pt x="2690308" y="1581163"/>
                  </a:lnTo>
                  <a:lnTo>
                    <a:pt x="2690426" y="1581163"/>
                  </a:lnTo>
                  <a:lnTo>
                    <a:pt x="2690426" y="1580732"/>
                  </a:lnTo>
                  <a:lnTo>
                    <a:pt x="2690543" y="1580732"/>
                  </a:lnTo>
                  <a:lnTo>
                    <a:pt x="2690661" y="1580732"/>
                  </a:lnTo>
                  <a:lnTo>
                    <a:pt x="2690779" y="1580732"/>
                  </a:lnTo>
                  <a:lnTo>
                    <a:pt x="2690896" y="1580732"/>
                  </a:lnTo>
                  <a:lnTo>
                    <a:pt x="2690896" y="1580302"/>
                  </a:lnTo>
                  <a:lnTo>
                    <a:pt x="2691014" y="1580302"/>
                  </a:lnTo>
                  <a:lnTo>
                    <a:pt x="2691131" y="1580302"/>
                  </a:lnTo>
                  <a:lnTo>
                    <a:pt x="2691131" y="1579871"/>
                  </a:lnTo>
                  <a:lnTo>
                    <a:pt x="2691131" y="1579440"/>
                  </a:lnTo>
                  <a:lnTo>
                    <a:pt x="2691249" y="1579440"/>
                  </a:lnTo>
                  <a:lnTo>
                    <a:pt x="2691367" y="1579440"/>
                  </a:lnTo>
                  <a:lnTo>
                    <a:pt x="2691484" y="1579440"/>
                  </a:lnTo>
                  <a:lnTo>
                    <a:pt x="2691602" y="1579440"/>
                  </a:lnTo>
                  <a:lnTo>
                    <a:pt x="2691720" y="1579440"/>
                  </a:lnTo>
                  <a:lnTo>
                    <a:pt x="2691837" y="1579440"/>
                  </a:lnTo>
                  <a:lnTo>
                    <a:pt x="2691955" y="1579440"/>
                  </a:lnTo>
                  <a:lnTo>
                    <a:pt x="2692072" y="1579440"/>
                  </a:lnTo>
                  <a:lnTo>
                    <a:pt x="2692190" y="1579440"/>
                  </a:lnTo>
                  <a:lnTo>
                    <a:pt x="2692308" y="1579440"/>
                  </a:lnTo>
                  <a:lnTo>
                    <a:pt x="2692425" y="1579440"/>
                  </a:lnTo>
                  <a:lnTo>
                    <a:pt x="2692543" y="1579440"/>
                  </a:lnTo>
                  <a:lnTo>
                    <a:pt x="2692660" y="1579440"/>
                  </a:lnTo>
                  <a:lnTo>
                    <a:pt x="2692778" y="1579440"/>
                  </a:lnTo>
                  <a:lnTo>
                    <a:pt x="2692778" y="1579010"/>
                  </a:lnTo>
                  <a:lnTo>
                    <a:pt x="2692896" y="1579010"/>
                  </a:lnTo>
                  <a:lnTo>
                    <a:pt x="2693013" y="1579010"/>
                  </a:lnTo>
                  <a:lnTo>
                    <a:pt x="2693131" y="1579010"/>
                  </a:lnTo>
                  <a:lnTo>
                    <a:pt x="2693131" y="1578579"/>
                  </a:lnTo>
                  <a:lnTo>
                    <a:pt x="2693249" y="1578579"/>
                  </a:lnTo>
                  <a:lnTo>
                    <a:pt x="2693366" y="1578579"/>
                  </a:lnTo>
                  <a:lnTo>
                    <a:pt x="2693366" y="1578149"/>
                  </a:lnTo>
                  <a:lnTo>
                    <a:pt x="2693484" y="1578149"/>
                  </a:lnTo>
                  <a:lnTo>
                    <a:pt x="2693601" y="1578149"/>
                  </a:lnTo>
                  <a:lnTo>
                    <a:pt x="2693719" y="1578149"/>
                  </a:lnTo>
                  <a:lnTo>
                    <a:pt x="2693837" y="1578149"/>
                  </a:lnTo>
                  <a:lnTo>
                    <a:pt x="2693954" y="1578149"/>
                  </a:lnTo>
                  <a:lnTo>
                    <a:pt x="2693954" y="1577718"/>
                  </a:lnTo>
                  <a:lnTo>
                    <a:pt x="2694072" y="1577718"/>
                  </a:lnTo>
                  <a:lnTo>
                    <a:pt x="2694189" y="1577718"/>
                  </a:lnTo>
                  <a:lnTo>
                    <a:pt x="2694189" y="1577287"/>
                  </a:lnTo>
                  <a:lnTo>
                    <a:pt x="2694307" y="1577287"/>
                  </a:lnTo>
                  <a:lnTo>
                    <a:pt x="2694425" y="1577287"/>
                  </a:lnTo>
                  <a:lnTo>
                    <a:pt x="2694425" y="1576857"/>
                  </a:lnTo>
                  <a:lnTo>
                    <a:pt x="2694542" y="1576857"/>
                  </a:lnTo>
                  <a:lnTo>
                    <a:pt x="2694542" y="1576426"/>
                  </a:lnTo>
                  <a:lnTo>
                    <a:pt x="2694542" y="1575996"/>
                  </a:lnTo>
                  <a:lnTo>
                    <a:pt x="2694660" y="1575996"/>
                  </a:lnTo>
                  <a:lnTo>
                    <a:pt x="2694660" y="1575565"/>
                  </a:lnTo>
                  <a:lnTo>
                    <a:pt x="2694778" y="1575565"/>
                  </a:lnTo>
                  <a:lnTo>
                    <a:pt x="2694895" y="1575565"/>
                  </a:lnTo>
                  <a:lnTo>
                    <a:pt x="2695013" y="1575565"/>
                  </a:lnTo>
                  <a:lnTo>
                    <a:pt x="2695130" y="1575565"/>
                  </a:lnTo>
                  <a:lnTo>
                    <a:pt x="2695248" y="1575565"/>
                  </a:lnTo>
                  <a:lnTo>
                    <a:pt x="2695248" y="1575134"/>
                  </a:lnTo>
                  <a:lnTo>
                    <a:pt x="2695366" y="1575134"/>
                  </a:lnTo>
                  <a:lnTo>
                    <a:pt x="2695483" y="1575134"/>
                  </a:lnTo>
                  <a:lnTo>
                    <a:pt x="2695601" y="1575134"/>
                  </a:lnTo>
                  <a:lnTo>
                    <a:pt x="2695718" y="1575134"/>
                  </a:lnTo>
                  <a:lnTo>
                    <a:pt x="2695836" y="1575134"/>
                  </a:lnTo>
                  <a:lnTo>
                    <a:pt x="2695954" y="1575134"/>
                  </a:lnTo>
                  <a:lnTo>
                    <a:pt x="2696071" y="1575134"/>
                  </a:lnTo>
                  <a:lnTo>
                    <a:pt x="2696189" y="1575134"/>
                  </a:lnTo>
                  <a:lnTo>
                    <a:pt x="2696189" y="1574704"/>
                  </a:lnTo>
                  <a:lnTo>
                    <a:pt x="2696307" y="1574704"/>
                  </a:lnTo>
                  <a:lnTo>
                    <a:pt x="2696424" y="1574704"/>
                  </a:lnTo>
                  <a:lnTo>
                    <a:pt x="2696542" y="1574704"/>
                  </a:lnTo>
                  <a:lnTo>
                    <a:pt x="2696659" y="1574704"/>
                  </a:lnTo>
                  <a:lnTo>
                    <a:pt x="2696777" y="1574704"/>
                  </a:lnTo>
                  <a:lnTo>
                    <a:pt x="2696895" y="1574704"/>
                  </a:lnTo>
                  <a:lnTo>
                    <a:pt x="2696895" y="1574273"/>
                  </a:lnTo>
                  <a:lnTo>
                    <a:pt x="2697012" y="1574273"/>
                  </a:lnTo>
                  <a:lnTo>
                    <a:pt x="2697130" y="1574273"/>
                  </a:lnTo>
                  <a:lnTo>
                    <a:pt x="2697247" y="1574273"/>
                  </a:lnTo>
                  <a:lnTo>
                    <a:pt x="2697365" y="1574273"/>
                  </a:lnTo>
                  <a:lnTo>
                    <a:pt x="2697365" y="1573843"/>
                  </a:lnTo>
                  <a:lnTo>
                    <a:pt x="2697365" y="1573412"/>
                  </a:lnTo>
                  <a:lnTo>
                    <a:pt x="2697483" y="1573412"/>
                  </a:lnTo>
                  <a:lnTo>
                    <a:pt x="2697600" y="1573412"/>
                  </a:lnTo>
                  <a:lnTo>
                    <a:pt x="2697718" y="1573412"/>
                  </a:lnTo>
                  <a:lnTo>
                    <a:pt x="2697836" y="1573412"/>
                  </a:lnTo>
                  <a:lnTo>
                    <a:pt x="2697953" y="1573412"/>
                  </a:lnTo>
                  <a:lnTo>
                    <a:pt x="2698071" y="1573412"/>
                  </a:lnTo>
                  <a:lnTo>
                    <a:pt x="2698071" y="1572981"/>
                  </a:lnTo>
                  <a:lnTo>
                    <a:pt x="2698188" y="1572981"/>
                  </a:lnTo>
                  <a:lnTo>
                    <a:pt x="2698306" y="1572981"/>
                  </a:lnTo>
                  <a:lnTo>
                    <a:pt x="2698424" y="1572981"/>
                  </a:lnTo>
                  <a:lnTo>
                    <a:pt x="2698424" y="1572551"/>
                  </a:lnTo>
                  <a:lnTo>
                    <a:pt x="2698424" y="1572120"/>
                  </a:lnTo>
                  <a:lnTo>
                    <a:pt x="2698424" y="1571690"/>
                  </a:lnTo>
                  <a:lnTo>
                    <a:pt x="2698541" y="1571690"/>
                  </a:lnTo>
                  <a:lnTo>
                    <a:pt x="2698659" y="1571690"/>
                  </a:lnTo>
                  <a:lnTo>
                    <a:pt x="2698659" y="1571259"/>
                  </a:lnTo>
                  <a:lnTo>
                    <a:pt x="2698776" y="1571259"/>
                  </a:lnTo>
                  <a:lnTo>
                    <a:pt x="2698776" y="1570828"/>
                  </a:lnTo>
                  <a:lnTo>
                    <a:pt x="2698776" y="1570398"/>
                  </a:lnTo>
                  <a:lnTo>
                    <a:pt x="2698894" y="1570398"/>
                  </a:lnTo>
                  <a:lnTo>
                    <a:pt x="2698894" y="1569967"/>
                  </a:lnTo>
                  <a:lnTo>
                    <a:pt x="2699012" y="1569967"/>
                  </a:lnTo>
                  <a:lnTo>
                    <a:pt x="2699129" y="1569967"/>
                  </a:lnTo>
                  <a:lnTo>
                    <a:pt x="2699247" y="1569967"/>
                  </a:lnTo>
                  <a:lnTo>
                    <a:pt x="2699364" y="1569967"/>
                  </a:lnTo>
                  <a:lnTo>
                    <a:pt x="2699482" y="1569967"/>
                  </a:lnTo>
                  <a:lnTo>
                    <a:pt x="2699600" y="1569967"/>
                  </a:lnTo>
                  <a:lnTo>
                    <a:pt x="2699717" y="1569967"/>
                  </a:lnTo>
                  <a:lnTo>
                    <a:pt x="2699717" y="1569537"/>
                  </a:lnTo>
                  <a:lnTo>
                    <a:pt x="2699835" y="1569537"/>
                  </a:lnTo>
                  <a:lnTo>
                    <a:pt x="2699835" y="1569106"/>
                  </a:lnTo>
                  <a:lnTo>
                    <a:pt x="2699953" y="1569106"/>
                  </a:lnTo>
                  <a:lnTo>
                    <a:pt x="2700070" y="1569106"/>
                  </a:lnTo>
                  <a:lnTo>
                    <a:pt x="2700188" y="1569106"/>
                  </a:lnTo>
                  <a:lnTo>
                    <a:pt x="2700305" y="1569106"/>
                  </a:lnTo>
                  <a:lnTo>
                    <a:pt x="2700423" y="1569106"/>
                  </a:lnTo>
                  <a:lnTo>
                    <a:pt x="2700541" y="1569106"/>
                  </a:lnTo>
                  <a:lnTo>
                    <a:pt x="2700658" y="1569106"/>
                  </a:lnTo>
                  <a:lnTo>
                    <a:pt x="2700776" y="1569106"/>
                  </a:lnTo>
                  <a:lnTo>
                    <a:pt x="2700893" y="1569106"/>
                  </a:lnTo>
                  <a:lnTo>
                    <a:pt x="2701011" y="1569106"/>
                  </a:lnTo>
                  <a:lnTo>
                    <a:pt x="2701129" y="1569106"/>
                  </a:lnTo>
                  <a:lnTo>
                    <a:pt x="2701246" y="1569106"/>
                  </a:lnTo>
                  <a:lnTo>
                    <a:pt x="2701364" y="1569106"/>
                  </a:lnTo>
                  <a:lnTo>
                    <a:pt x="2701482" y="1569106"/>
                  </a:lnTo>
                  <a:lnTo>
                    <a:pt x="2701599" y="1569106"/>
                  </a:lnTo>
                  <a:lnTo>
                    <a:pt x="2701717" y="1569106"/>
                  </a:lnTo>
                  <a:lnTo>
                    <a:pt x="2701834" y="1569106"/>
                  </a:lnTo>
                  <a:lnTo>
                    <a:pt x="2701952" y="1569106"/>
                  </a:lnTo>
                  <a:lnTo>
                    <a:pt x="2702070" y="1569106"/>
                  </a:lnTo>
                  <a:lnTo>
                    <a:pt x="2702187" y="1569106"/>
                  </a:lnTo>
                  <a:lnTo>
                    <a:pt x="2702305" y="1569106"/>
                  </a:lnTo>
                  <a:lnTo>
                    <a:pt x="2702305" y="1568675"/>
                  </a:lnTo>
                  <a:lnTo>
                    <a:pt x="2702305" y="1568245"/>
                  </a:lnTo>
                  <a:lnTo>
                    <a:pt x="2702305" y="1567814"/>
                  </a:lnTo>
                  <a:lnTo>
                    <a:pt x="2702422" y="1567814"/>
                  </a:lnTo>
                  <a:lnTo>
                    <a:pt x="2702422" y="1567384"/>
                  </a:lnTo>
                  <a:lnTo>
                    <a:pt x="2702540" y="1567384"/>
                  </a:lnTo>
                  <a:lnTo>
                    <a:pt x="2702658" y="1567384"/>
                  </a:lnTo>
                  <a:lnTo>
                    <a:pt x="2702658" y="1566953"/>
                  </a:lnTo>
                  <a:lnTo>
                    <a:pt x="2702775" y="1566953"/>
                  </a:lnTo>
                  <a:lnTo>
                    <a:pt x="2702775" y="1566522"/>
                  </a:lnTo>
                  <a:lnTo>
                    <a:pt x="2702893" y="1566522"/>
                  </a:lnTo>
                  <a:lnTo>
                    <a:pt x="2703011" y="1566522"/>
                  </a:lnTo>
                  <a:lnTo>
                    <a:pt x="2703128" y="1566522"/>
                  </a:lnTo>
                  <a:lnTo>
                    <a:pt x="2703246" y="1566522"/>
                  </a:lnTo>
                  <a:lnTo>
                    <a:pt x="2703246" y="1566092"/>
                  </a:lnTo>
                  <a:lnTo>
                    <a:pt x="2703246" y="1565661"/>
                  </a:lnTo>
                  <a:lnTo>
                    <a:pt x="2703363" y="1565661"/>
                  </a:lnTo>
                  <a:lnTo>
                    <a:pt x="2703481" y="1565661"/>
                  </a:lnTo>
                  <a:lnTo>
                    <a:pt x="2703599" y="1565661"/>
                  </a:lnTo>
                  <a:lnTo>
                    <a:pt x="2703716" y="1565661"/>
                  </a:lnTo>
                  <a:lnTo>
                    <a:pt x="2703716" y="1565231"/>
                  </a:lnTo>
                  <a:lnTo>
                    <a:pt x="2703834" y="1565231"/>
                  </a:lnTo>
                  <a:lnTo>
                    <a:pt x="2703951" y="1565231"/>
                  </a:lnTo>
                  <a:lnTo>
                    <a:pt x="2703951" y="1564800"/>
                  </a:lnTo>
                  <a:lnTo>
                    <a:pt x="2704069" y="1564800"/>
                  </a:lnTo>
                  <a:lnTo>
                    <a:pt x="2704187" y="1564800"/>
                  </a:lnTo>
                  <a:lnTo>
                    <a:pt x="2704187" y="1564369"/>
                  </a:lnTo>
                  <a:lnTo>
                    <a:pt x="2704304" y="1564369"/>
                  </a:lnTo>
                  <a:lnTo>
                    <a:pt x="2704422" y="1564369"/>
                  </a:lnTo>
                  <a:lnTo>
                    <a:pt x="2704540" y="1564369"/>
                  </a:lnTo>
                  <a:lnTo>
                    <a:pt x="2704657" y="1564369"/>
                  </a:lnTo>
                  <a:lnTo>
                    <a:pt x="2704775" y="1564369"/>
                  </a:lnTo>
                  <a:lnTo>
                    <a:pt x="2704892" y="1564369"/>
                  </a:lnTo>
                  <a:lnTo>
                    <a:pt x="2705010" y="1564369"/>
                  </a:lnTo>
                  <a:lnTo>
                    <a:pt x="2705128" y="1564369"/>
                  </a:lnTo>
                  <a:lnTo>
                    <a:pt x="2705245" y="1564369"/>
                  </a:lnTo>
                  <a:lnTo>
                    <a:pt x="2705363" y="1564369"/>
                  </a:lnTo>
                  <a:lnTo>
                    <a:pt x="2705363" y="1563939"/>
                  </a:lnTo>
                  <a:lnTo>
                    <a:pt x="2705480" y="1563939"/>
                  </a:lnTo>
                  <a:lnTo>
                    <a:pt x="2705598" y="1563939"/>
                  </a:lnTo>
                  <a:lnTo>
                    <a:pt x="2705716" y="1563939"/>
                  </a:lnTo>
                  <a:lnTo>
                    <a:pt x="2705833" y="1563939"/>
                  </a:lnTo>
                  <a:lnTo>
                    <a:pt x="2705951" y="1563939"/>
                  </a:lnTo>
                  <a:lnTo>
                    <a:pt x="2706069" y="1563939"/>
                  </a:lnTo>
                  <a:lnTo>
                    <a:pt x="2706186" y="1563939"/>
                  </a:lnTo>
                  <a:lnTo>
                    <a:pt x="2706304" y="1563939"/>
                  </a:lnTo>
                  <a:lnTo>
                    <a:pt x="2706421" y="1563939"/>
                  </a:lnTo>
                  <a:lnTo>
                    <a:pt x="2706539" y="1563939"/>
                  </a:lnTo>
                  <a:lnTo>
                    <a:pt x="2706657" y="1563939"/>
                  </a:lnTo>
                  <a:lnTo>
                    <a:pt x="2706774" y="1563939"/>
                  </a:lnTo>
                  <a:lnTo>
                    <a:pt x="2706892" y="1563939"/>
                  </a:lnTo>
                  <a:lnTo>
                    <a:pt x="2707009" y="1563939"/>
                  </a:lnTo>
                  <a:lnTo>
                    <a:pt x="2707127" y="1563939"/>
                  </a:lnTo>
                  <a:lnTo>
                    <a:pt x="2707127" y="1563508"/>
                  </a:lnTo>
                  <a:lnTo>
                    <a:pt x="2707245" y="1563508"/>
                  </a:lnTo>
                  <a:lnTo>
                    <a:pt x="2707362" y="1563508"/>
                  </a:lnTo>
                  <a:lnTo>
                    <a:pt x="2707362" y="1563078"/>
                  </a:lnTo>
                  <a:lnTo>
                    <a:pt x="2707480" y="1563078"/>
                  </a:lnTo>
                  <a:lnTo>
                    <a:pt x="2707597" y="1563078"/>
                  </a:lnTo>
                  <a:lnTo>
                    <a:pt x="2707715" y="1563078"/>
                  </a:lnTo>
                  <a:lnTo>
                    <a:pt x="2707833" y="1563078"/>
                  </a:lnTo>
                  <a:lnTo>
                    <a:pt x="2707950" y="1563078"/>
                  </a:lnTo>
                  <a:lnTo>
                    <a:pt x="2708068" y="1563078"/>
                  </a:lnTo>
                  <a:lnTo>
                    <a:pt x="2708186" y="1563078"/>
                  </a:lnTo>
                  <a:lnTo>
                    <a:pt x="2708303" y="1563078"/>
                  </a:lnTo>
                  <a:lnTo>
                    <a:pt x="2708421" y="1563078"/>
                  </a:lnTo>
                  <a:lnTo>
                    <a:pt x="2708421" y="1562647"/>
                  </a:lnTo>
                  <a:lnTo>
                    <a:pt x="2708538" y="1562647"/>
                  </a:lnTo>
                  <a:lnTo>
                    <a:pt x="2708656" y="1562647"/>
                  </a:lnTo>
                  <a:lnTo>
                    <a:pt x="2708774" y="1562647"/>
                  </a:lnTo>
                  <a:lnTo>
                    <a:pt x="2708891" y="1562647"/>
                  </a:lnTo>
                  <a:lnTo>
                    <a:pt x="2709009" y="1562647"/>
                  </a:lnTo>
                  <a:lnTo>
                    <a:pt x="2709126" y="1562647"/>
                  </a:lnTo>
                  <a:lnTo>
                    <a:pt x="2709244" y="1562647"/>
                  </a:lnTo>
                  <a:lnTo>
                    <a:pt x="2709362" y="1562647"/>
                  </a:lnTo>
                  <a:lnTo>
                    <a:pt x="2709362" y="1562216"/>
                  </a:lnTo>
                  <a:lnTo>
                    <a:pt x="2709479" y="1562216"/>
                  </a:lnTo>
                  <a:lnTo>
                    <a:pt x="2709597" y="1562216"/>
                  </a:lnTo>
                  <a:lnTo>
                    <a:pt x="2709715" y="1562216"/>
                  </a:lnTo>
                  <a:lnTo>
                    <a:pt x="2709715" y="1561786"/>
                  </a:lnTo>
                  <a:lnTo>
                    <a:pt x="2709832" y="1561786"/>
                  </a:lnTo>
                  <a:lnTo>
                    <a:pt x="2709950" y="1561786"/>
                  </a:lnTo>
                  <a:lnTo>
                    <a:pt x="2710067" y="1561786"/>
                  </a:lnTo>
                  <a:lnTo>
                    <a:pt x="2710185" y="1561786"/>
                  </a:lnTo>
                  <a:lnTo>
                    <a:pt x="2710303" y="1561786"/>
                  </a:lnTo>
                  <a:lnTo>
                    <a:pt x="2710420" y="1561786"/>
                  </a:lnTo>
                  <a:lnTo>
                    <a:pt x="2710538" y="1561786"/>
                  </a:lnTo>
                  <a:lnTo>
                    <a:pt x="2710655" y="1561786"/>
                  </a:lnTo>
                  <a:lnTo>
                    <a:pt x="2710655" y="1561355"/>
                  </a:lnTo>
                  <a:lnTo>
                    <a:pt x="2710655" y="1560925"/>
                  </a:lnTo>
                  <a:lnTo>
                    <a:pt x="2710773" y="1560925"/>
                  </a:lnTo>
                  <a:lnTo>
                    <a:pt x="2710891" y="1560925"/>
                  </a:lnTo>
                  <a:lnTo>
                    <a:pt x="2711008" y="1560925"/>
                  </a:lnTo>
                  <a:lnTo>
                    <a:pt x="2711126" y="1560925"/>
                  </a:lnTo>
                  <a:lnTo>
                    <a:pt x="2711126" y="1560494"/>
                  </a:lnTo>
                  <a:lnTo>
                    <a:pt x="2711244" y="1560494"/>
                  </a:lnTo>
                  <a:lnTo>
                    <a:pt x="2711361" y="1560494"/>
                  </a:lnTo>
                  <a:lnTo>
                    <a:pt x="2711479" y="1560494"/>
                  </a:lnTo>
                  <a:lnTo>
                    <a:pt x="2711479" y="1560063"/>
                  </a:lnTo>
                  <a:lnTo>
                    <a:pt x="2711596" y="1560063"/>
                  </a:lnTo>
                  <a:lnTo>
                    <a:pt x="2711714" y="1560063"/>
                  </a:lnTo>
                  <a:lnTo>
                    <a:pt x="2711714" y="1559633"/>
                  </a:lnTo>
                  <a:lnTo>
                    <a:pt x="2711832" y="1559633"/>
                  </a:lnTo>
                  <a:lnTo>
                    <a:pt x="2711949" y="1559633"/>
                  </a:lnTo>
                  <a:lnTo>
                    <a:pt x="2712067" y="1559633"/>
                  </a:lnTo>
                  <a:lnTo>
                    <a:pt x="2712184" y="1559633"/>
                  </a:lnTo>
                  <a:lnTo>
                    <a:pt x="2712302" y="1559633"/>
                  </a:lnTo>
                  <a:lnTo>
                    <a:pt x="2712302" y="1559202"/>
                  </a:lnTo>
                  <a:lnTo>
                    <a:pt x="2712420" y="1559202"/>
                  </a:lnTo>
                  <a:lnTo>
                    <a:pt x="2712537" y="1559202"/>
                  </a:lnTo>
                  <a:lnTo>
                    <a:pt x="2712655" y="1559202"/>
                  </a:lnTo>
                  <a:lnTo>
                    <a:pt x="2712773" y="1559202"/>
                  </a:lnTo>
                  <a:lnTo>
                    <a:pt x="2712890" y="1559202"/>
                  </a:lnTo>
                  <a:lnTo>
                    <a:pt x="2713008" y="1559202"/>
                  </a:lnTo>
                  <a:lnTo>
                    <a:pt x="2713125" y="1559202"/>
                  </a:lnTo>
                  <a:lnTo>
                    <a:pt x="2713243" y="1559202"/>
                  </a:lnTo>
                  <a:lnTo>
                    <a:pt x="2713243" y="1558772"/>
                  </a:lnTo>
                  <a:lnTo>
                    <a:pt x="2713243" y="1558341"/>
                  </a:lnTo>
                  <a:lnTo>
                    <a:pt x="2713361" y="1558341"/>
                  </a:lnTo>
                  <a:lnTo>
                    <a:pt x="2713478" y="1558341"/>
                  </a:lnTo>
                  <a:lnTo>
                    <a:pt x="2713596" y="1558341"/>
                  </a:lnTo>
                  <a:lnTo>
                    <a:pt x="2713713" y="1558341"/>
                  </a:lnTo>
                  <a:lnTo>
                    <a:pt x="2713831" y="1558341"/>
                  </a:lnTo>
                  <a:lnTo>
                    <a:pt x="2713831" y="1557910"/>
                  </a:lnTo>
                  <a:lnTo>
                    <a:pt x="2713949" y="1557910"/>
                  </a:lnTo>
                  <a:lnTo>
                    <a:pt x="2714066" y="1557910"/>
                  </a:lnTo>
                  <a:lnTo>
                    <a:pt x="2714184" y="1557910"/>
                  </a:lnTo>
                  <a:lnTo>
                    <a:pt x="2714302" y="1557910"/>
                  </a:lnTo>
                  <a:lnTo>
                    <a:pt x="2714419" y="1557910"/>
                  </a:lnTo>
                  <a:lnTo>
                    <a:pt x="2714419" y="1557480"/>
                  </a:lnTo>
                  <a:lnTo>
                    <a:pt x="2714537" y="1557480"/>
                  </a:lnTo>
                  <a:lnTo>
                    <a:pt x="2714654" y="1557480"/>
                  </a:lnTo>
                  <a:lnTo>
                    <a:pt x="2714772" y="1557480"/>
                  </a:lnTo>
                  <a:lnTo>
                    <a:pt x="2714890" y="1557480"/>
                  </a:lnTo>
                  <a:lnTo>
                    <a:pt x="2715007" y="1557480"/>
                  </a:lnTo>
                  <a:lnTo>
                    <a:pt x="2715125" y="1557480"/>
                  </a:lnTo>
                  <a:lnTo>
                    <a:pt x="2715242" y="1557480"/>
                  </a:lnTo>
                  <a:lnTo>
                    <a:pt x="2715360" y="1557480"/>
                  </a:lnTo>
                  <a:lnTo>
                    <a:pt x="2715478" y="1557480"/>
                  </a:lnTo>
                  <a:lnTo>
                    <a:pt x="2715595" y="1557480"/>
                  </a:lnTo>
                  <a:lnTo>
                    <a:pt x="2715713" y="1557480"/>
                  </a:lnTo>
                  <a:lnTo>
                    <a:pt x="2715830" y="1557480"/>
                  </a:lnTo>
                  <a:lnTo>
                    <a:pt x="2715948" y="1557480"/>
                  </a:lnTo>
                  <a:lnTo>
                    <a:pt x="2716066" y="1557480"/>
                  </a:lnTo>
                  <a:lnTo>
                    <a:pt x="2716183" y="1557480"/>
                  </a:lnTo>
                  <a:lnTo>
                    <a:pt x="2716301" y="1557480"/>
                  </a:lnTo>
                  <a:lnTo>
                    <a:pt x="2716419" y="1557480"/>
                  </a:lnTo>
                  <a:lnTo>
                    <a:pt x="2716536" y="1557480"/>
                  </a:lnTo>
                  <a:lnTo>
                    <a:pt x="2716654" y="1557480"/>
                  </a:lnTo>
                  <a:lnTo>
                    <a:pt x="2716771" y="1557480"/>
                  </a:lnTo>
                  <a:lnTo>
                    <a:pt x="2716889" y="1557480"/>
                  </a:lnTo>
                  <a:lnTo>
                    <a:pt x="2717007" y="1557480"/>
                  </a:lnTo>
                  <a:lnTo>
                    <a:pt x="2717007" y="1557049"/>
                  </a:lnTo>
                  <a:lnTo>
                    <a:pt x="2717124" y="1557049"/>
                  </a:lnTo>
                  <a:lnTo>
                    <a:pt x="2717242" y="1557049"/>
                  </a:lnTo>
                  <a:lnTo>
                    <a:pt x="2717359" y="1557049"/>
                  </a:lnTo>
                  <a:lnTo>
                    <a:pt x="2717477" y="1557049"/>
                  </a:lnTo>
                  <a:lnTo>
                    <a:pt x="2717477" y="1556619"/>
                  </a:lnTo>
                  <a:lnTo>
                    <a:pt x="2717595" y="1556619"/>
                  </a:lnTo>
                  <a:lnTo>
                    <a:pt x="2717712" y="1556619"/>
                  </a:lnTo>
                  <a:lnTo>
                    <a:pt x="2717830" y="1556619"/>
                  </a:lnTo>
                  <a:lnTo>
                    <a:pt x="2717948" y="1556619"/>
                  </a:lnTo>
                  <a:lnTo>
                    <a:pt x="2718065" y="1556619"/>
                  </a:lnTo>
                  <a:lnTo>
                    <a:pt x="2718183" y="1556619"/>
                  </a:lnTo>
                  <a:lnTo>
                    <a:pt x="2718300" y="1556619"/>
                  </a:lnTo>
                  <a:lnTo>
                    <a:pt x="2718418" y="1556619"/>
                  </a:lnTo>
                  <a:lnTo>
                    <a:pt x="2718536" y="1556619"/>
                  </a:lnTo>
                  <a:lnTo>
                    <a:pt x="2718536" y="1556188"/>
                  </a:lnTo>
                  <a:lnTo>
                    <a:pt x="2718653" y="1556188"/>
                  </a:lnTo>
                  <a:lnTo>
                    <a:pt x="2718771" y="1556188"/>
                  </a:lnTo>
                  <a:lnTo>
                    <a:pt x="2718888" y="1556188"/>
                  </a:lnTo>
                  <a:lnTo>
                    <a:pt x="2719006" y="1556188"/>
                  </a:lnTo>
                  <a:lnTo>
                    <a:pt x="2719124" y="1556188"/>
                  </a:lnTo>
                  <a:lnTo>
                    <a:pt x="2719241" y="1556188"/>
                  </a:lnTo>
                  <a:lnTo>
                    <a:pt x="2719359" y="1556188"/>
                  </a:lnTo>
                  <a:lnTo>
                    <a:pt x="2719477" y="1556188"/>
                  </a:lnTo>
                  <a:lnTo>
                    <a:pt x="2719477" y="1555757"/>
                  </a:lnTo>
                  <a:lnTo>
                    <a:pt x="2719477" y="1555327"/>
                  </a:lnTo>
                  <a:lnTo>
                    <a:pt x="2719594" y="1555327"/>
                  </a:lnTo>
                  <a:lnTo>
                    <a:pt x="2719712" y="1555327"/>
                  </a:lnTo>
                  <a:lnTo>
                    <a:pt x="2719829" y="1555327"/>
                  </a:lnTo>
                  <a:lnTo>
                    <a:pt x="2719947" y="1555327"/>
                  </a:lnTo>
                  <a:lnTo>
                    <a:pt x="2720065" y="1555327"/>
                  </a:lnTo>
                  <a:lnTo>
                    <a:pt x="2720182" y="1555327"/>
                  </a:lnTo>
                  <a:lnTo>
                    <a:pt x="2720182" y="1554896"/>
                  </a:lnTo>
                  <a:lnTo>
                    <a:pt x="2720300" y="1554896"/>
                  </a:lnTo>
                  <a:lnTo>
                    <a:pt x="2720300" y="1554466"/>
                  </a:lnTo>
                  <a:lnTo>
                    <a:pt x="2720300" y="1554035"/>
                  </a:lnTo>
                  <a:lnTo>
                    <a:pt x="2720417" y="1554035"/>
                  </a:lnTo>
                  <a:lnTo>
                    <a:pt x="2720535" y="1554035"/>
                  </a:lnTo>
                  <a:lnTo>
                    <a:pt x="2720653" y="1554035"/>
                  </a:lnTo>
                  <a:lnTo>
                    <a:pt x="2720770" y="1554035"/>
                  </a:lnTo>
                  <a:lnTo>
                    <a:pt x="2720888" y="1554035"/>
                  </a:lnTo>
                  <a:lnTo>
                    <a:pt x="2720888" y="1553604"/>
                  </a:lnTo>
                  <a:lnTo>
                    <a:pt x="2721006" y="1553604"/>
                  </a:lnTo>
                  <a:lnTo>
                    <a:pt x="2721006" y="1553174"/>
                  </a:lnTo>
                  <a:lnTo>
                    <a:pt x="2721123" y="1553174"/>
                  </a:lnTo>
                  <a:lnTo>
                    <a:pt x="2721241" y="1553174"/>
                  </a:lnTo>
                  <a:lnTo>
                    <a:pt x="2721358" y="1553174"/>
                  </a:lnTo>
                  <a:lnTo>
                    <a:pt x="2721476" y="1553174"/>
                  </a:lnTo>
                  <a:lnTo>
                    <a:pt x="2721594" y="1553174"/>
                  </a:lnTo>
                  <a:lnTo>
                    <a:pt x="2721711" y="1553174"/>
                  </a:lnTo>
                  <a:lnTo>
                    <a:pt x="2721829" y="1553174"/>
                  </a:lnTo>
                  <a:lnTo>
                    <a:pt x="2721946" y="1553174"/>
                  </a:lnTo>
                  <a:lnTo>
                    <a:pt x="2722064" y="1553174"/>
                  </a:lnTo>
                  <a:lnTo>
                    <a:pt x="2722064" y="1552743"/>
                  </a:lnTo>
                  <a:lnTo>
                    <a:pt x="2722064" y="1552313"/>
                  </a:lnTo>
                  <a:lnTo>
                    <a:pt x="2722182" y="1552313"/>
                  </a:lnTo>
                  <a:lnTo>
                    <a:pt x="2722299" y="1552313"/>
                  </a:lnTo>
                  <a:lnTo>
                    <a:pt x="2722417" y="1552313"/>
                  </a:lnTo>
                  <a:lnTo>
                    <a:pt x="2722535" y="1552313"/>
                  </a:lnTo>
                  <a:lnTo>
                    <a:pt x="2722652" y="1552313"/>
                  </a:lnTo>
                  <a:lnTo>
                    <a:pt x="2722652" y="1551882"/>
                  </a:lnTo>
                  <a:lnTo>
                    <a:pt x="2722770" y="1551882"/>
                  </a:lnTo>
                  <a:lnTo>
                    <a:pt x="2722887" y="1551882"/>
                  </a:lnTo>
                  <a:lnTo>
                    <a:pt x="2723005" y="1551882"/>
                  </a:lnTo>
                  <a:lnTo>
                    <a:pt x="2723005" y="1551451"/>
                  </a:lnTo>
                  <a:lnTo>
                    <a:pt x="2723123" y="1551451"/>
                  </a:lnTo>
                  <a:lnTo>
                    <a:pt x="2723240" y="1551451"/>
                  </a:lnTo>
                  <a:lnTo>
                    <a:pt x="2723358" y="1551451"/>
                  </a:lnTo>
                  <a:lnTo>
                    <a:pt x="2723475" y="1551451"/>
                  </a:lnTo>
                  <a:lnTo>
                    <a:pt x="2723593" y="1551451"/>
                  </a:lnTo>
                  <a:lnTo>
                    <a:pt x="2723711" y="1551451"/>
                  </a:lnTo>
                  <a:lnTo>
                    <a:pt x="2723828" y="1551451"/>
                  </a:lnTo>
                  <a:lnTo>
                    <a:pt x="2723946" y="1551451"/>
                  </a:lnTo>
                  <a:lnTo>
                    <a:pt x="2724063" y="1551451"/>
                  </a:lnTo>
                  <a:lnTo>
                    <a:pt x="2724181" y="1551451"/>
                  </a:lnTo>
                  <a:lnTo>
                    <a:pt x="2724299" y="1551451"/>
                  </a:lnTo>
                  <a:lnTo>
                    <a:pt x="2724416" y="1551451"/>
                  </a:lnTo>
                  <a:lnTo>
                    <a:pt x="2724534" y="1551451"/>
                  </a:lnTo>
                  <a:lnTo>
                    <a:pt x="2724652" y="1551451"/>
                  </a:lnTo>
                  <a:lnTo>
                    <a:pt x="2724769" y="1551451"/>
                  </a:lnTo>
                  <a:lnTo>
                    <a:pt x="2724887" y="1551451"/>
                  </a:lnTo>
                  <a:lnTo>
                    <a:pt x="2725004" y="1551451"/>
                  </a:lnTo>
                  <a:lnTo>
                    <a:pt x="2725122" y="1551451"/>
                  </a:lnTo>
                  <a:lnTo>
                    <a:pt x="2725122" y="1551021"/>
                  </a:lnTo>
                  <a:lnTo>
                    <a:pt x="2725240" y="1551021"/>
                  </a:lnTo>
                  <a:lnTo>
                    <a:pt x="2725357" y="1551021"/>
                  </a:lnTo>
                  <a:lnTo>
                    <a:pt x="2725475" y="1551021"/>
                  </a:lnTo>
                  <a:lnTo>
                    <a:pt x="2725592" y="1551021"/>
                  </a:lnTo>
                  <a:lnTo>
                    <a:pt x="2725710" y="1551021"/>
                  </a:lnTo>
                  <a:lnTo>
                    <a:pt x="2725828" y="1551021"/>
                  </a:lnTo>
                  <a:lnTo>
                    <a:pt x="2725945" y="1551021"/>
                  </a:lnTo>
                  <a:lnTo>
                    <a:pt x="2725945" y="1550590"/>
                  </a:lnTo>
                  <a:lnTo>
                    <a:pt x="2726063" y="1550590"/>
                  </a:lnTo>
                  <a:lnTo>
                    <a:pt x="2726063" y="1550160"/>
                  </a:lnTo>
                  <a:lnTo>
                    <a:pt x="2726181" y="1550160"/>
                  </a:lnTo>
                  <a:lnTo>
                    <a:pt x="2726298" y="1550160"/>
                  </a:lnTo>
                  <a:lnTo>
                    <a:pt x="2726416" y="1550160"/>
                  </a:lnTo>
                  <a:lnTo>
                    <a:pt x="2726416" y="1549729"/>
                  </a:lnTo>
                  <a:lnTo>
                    <a:pt x="2726533" y="1549729"/>
                  </a:lnTo>
                  <a:lnTo>
                    <a:pt x="2726651" y="1549729"/>
                  </a:lnTo>
                  <a:lnTo>
                    <a:pt x="2726769" y="1549729"/>
                  </a:lnTo>
                  <a:lnTo>
                    <a:pt x="2726769" y="1549298"/>
                  </a:lnTo>
                  <a:lnTo>
                    <a:pt x="2726769" y="1548868"/>
                  </a:lnTo>
                  <a:lnTo>
                    <a:pt x="2726886" y="1548868"/>
                  </a:lnTo>
                  <a:lnTo>
                    <a:pt x="2726886" y="1548437"/>
                  </a:lnTo>
                  <a:lnTo>
                    <a:pt x="2727004" y="1548437"/>
                  </a:lnTo>
                  <a:lnTo>
                    <a:pt x="2727121" y="1548437"/>
                  </a:lnTo>
                  <a:lnTo>
                    <a:pt x="2727239" y="1548437"/>
                  </a:lnTo>
                  <a:lnTo>
                    <a:pt x="2727357" y="1548437"/>
                  </a:lnTo>
                  <a:lnTo>
                    <a:pt x="2727474" y="1548437"/>
                  </a:lnTo>
                  <a:lnTo>
                    <a:pt x="2727592" y="1548437"/>
                  </a:lnTo>
                  <a:lnTo>
                    <a:pt x="2727710" y="1548437"/>
                  </a:lnTo>
                  <a:lnTo>
                    <a:pt x="2727710" y="1548007"/>
                  </a:lnTo>
                  <a:lnTo>
                    <a:pt x="2727827" y="1548007"/>
                  </a:lnTo>
                  <a:lnTo>
                    <a:pt x="2727827" y="1547576"/>
                  </a:lnTo>
                  <a:lnTo>
                    <a:pt x="2727945" y="1547576"/>
                  </a:lnTo>
                  <a:lnTo>
                    <a:pt x="2728062" y="1547576"/>
                  </a:lnTo>
                  <a:lnTo>
                    <a:pt x="2728180" y="1547576"/>
                  </a:lnTo>
                  <a:lnTo>
                    <a:pt x="2728298" y="1547576"/>
                  </a:lnTo>
                  <a:lnTo>
                    <a:pt x="2728298" y="1547145"/>
                  </a:lnTo>
                  <a:lnTo>
                    <a:pt x="2728415" y="1547145"/>
                  </a:lnTo>
                  <a:lnTo>
                    <a:pt x="2728533" y="1547145"/>
                  </a:lnTo>
                  <a:lnTo>
                    <a:pt x="2728650" y="1547145"/>
                  </a:lnTo>
                  <a:lnTo>
                    <a:pt x="2728768" y="1547145"/>
                  </a:lnTo>
                  <a:lnTo>
                    <a:pt x="2728886" y="1547145"/>
                  </a:lnTo>
                  <a:lnTo>
                    <a:pt x="2729003" y="1547145"/>
                  </a:lnTo>
                  <a:lnTo>
                    <a:pt x="2729003" y="1546715"/>
                  </a:lnTo>
                  <a:lnTo>
                    <a:pt x="2729121" y="1546715"/>
                  </a:lnTo>
                  <a:lnTo>
                    <a:pt x="2729239" y="1546715"/>
                  </a:lnTo>
                  <a:lnTo>
                    <a:pt x="2729356" y="1546715"/>
                  </a:lnTo>
                  <a:lnTo>
                    <a:pt x="2729474" y="1546715"/>
                  </a:lnTo>
                  <a:lnTo>
                    <a:pt x="2729474" y="1546284"/>
                  </a:lnTo>
                  <a:lnTo>
                    <a:pt x="2729591" y="1546284"/>
                  </a:lnTo>
                  <a:lnTo>
                    <a:pt x="2729591" y="1545854"/>
                  </a:lnTo>
                  <a:lnTo>
                    <a:pt x="2729709" y="1545854"/>
                  </a:lnTo>
                  <a:lnTo>
                    <a:pt x="2729827" y="1545854"/>
                  </a:lnTo>
                  <a:lnTo>
                    <a:pt x="2729944" y="1545854"/>
                  </a:lnTo>
                  <a:lnTo>
                    <a:pt x="2730062" y="1545854"/>
                  </a:lnTo>
                  <a:lnTo>
                    <a:pt x="2730179" y="1545854"/>
                  </a:lnTo>
                  <a:lnTo>
                    <a:pt x="2730179" y="1545423"/>
                  </a:lnTo>
                  <a:lnTo>
                    <a:pt x="2730179" y="1544992"/>
                  </a:lnTo>
                  <a:lnTo>
                    <a:pt x="2730297" y="1544992"/>
                  </a:lnTo>
                  <a:lnTo>
                    <a:pt x="2730297" y="1544562"/>
                  </a:lnTo>
                  <a:lnTo>
                    <a:pt x="2730415" y="1544562"/>
                  </a:lnTo>
                  <a:lnTo>
                    <a:pt x="2730532" y="1544562"/>
                  </a:lnTo>
                  <a:lnTo>
                    <a:pt x="2730650" y="1544562"/>
                  </a:lnTo>
                  <a:lnTo>
                    <a:pt x="2730768" y="1544562"/>
                  </a:lnTo>
                  <a:lnTo>
                    <a:pt x="2730885" y="1544562"/>
                  </a:lnTo>
                  <a:lnTo>
                    <a:pt x="2731003" y="1544562"/>
                  </a:lnTo>
                  <a:lnTo>
                    <a:pt x="2731120" y="1544562"/>
                  </a:lnTo>
                  <a:lnTo>
                    <a:pt x="2731120" y="1544131"/>
                  </a:lnTo>
                  <a:lnTo>
                    <a:pt x="2731238" y="1544131"/>
                  </a:lnTo>
                  <a:lnTo>
                    <a:pt x="2731356" y="1544131"/>
                  </a:lnTo>
                  <a:lnTo>
                    <a:pt x="2731473" y="1544131"/>
                  </a:lnTo>
                  <a:lnTo>
                    <a:pt x="2731591" y="1544131"/>
                  </a:lnTo>
                  <a:lnTo>
                    <a:pt x="2731708" y="1544131"/>
                  </a:lnTo>
                  <a:lnTo>
                    <a:pt x="2731708" y="1543701"/>
                  </a:lnTo>
                  <a:lnTo>
                    <a:pt x="2731708" y="1543270"/>
                  </a:lnTo>
                  <a:lnTo>
                    <a:pt x="2731826" y="1543270"/>
                  </a:lnTo>
                  <a:lnTo>
                    <a:pt x="2731944" y="1543270"/>
                  </a:lnTo>
                  <a:lnTo>
                    <a:pt x="2732061" y="1543270"/>
                  </a:lnTo>
                  <a:lnTo>
                    <a:pt x="2732179" y="1543270"/>
                  </a:lnTo>
                  <a:lnTo>
                    <a:pt x="2732296" y="1543270"/>
                  </a:lnTo>
                  <a:lnTo>
                    <a:pt x="2732414" y="1543270"/>
                  </a:lnTo>
                  <a:lnTo>
                    <a:pt x="2732532" y="1543270"/>
                  </a:lnTo>
                  <a:lnTo>
                    <a:pt x="2732532" y="1542839"/>
                  </a:lnTo>
                  <a:lnTo>
                    <a:pt x="2732532" y="1542409"/>
                  </a:lnTo>
                  <a:lnTo>
                    <a:pt x="2732649" y="1542409"/>
                  </a:lnTo>
                  <a:lnTo>
                    <a:pt x="2732767" y="1542409"/>
                  </a:lnTo>
                  <a:lnTo>
                    <a:pt x="2732885" y="1542409"/>
                  </a:lnTo>
                  <a:lnTo>
                    <a:pt x="2733002" y="1542409"/>
                  </a:lnTo>
                  <a:lnTo>
                    <a:pt x="2733120" y="1542409"/>
                  </a:lnTo>
                  <a:lnTo>
                    <a:pt x="2733237" y="1542409"/>
                  </a:lnTo>
                  <a:lnTo>
                    <a:pt x="2733355" y="1542409"/>
                  </a:lnTo>
                  <a:lnTo>
                    <a:pt x="2733473" y="1542409"/>
                  </a:lnTo>
                  <a:lnTo>
                    <a:pt x="2733590" y="1542409"/>
                  </a:lnTo>
                  <a:lnTo>
                    <a:pt x="2733708" y="1542409"/>
                  </a:lnTo>
                  <a:lnTo>
                    <a:pt x="2733825" y="1542409"/>
                  </a:lnTo>
                  <a:lnTo>
                    <a:pt x="2733943" y="1542409"/>
                  </a:lnTo>
                  <a:lnTo>
                    <a:pt x="2734061" y="1542409"/>
                  </a:lnTo>
                  <a:lnTo>
                    <a:pt x="2734178" y="1542409"/>
                  </a:lnTo>
                  <a:lnTo>
                    <a:pt x="2734178" y="1541978"/>
                  </a:lnTo>
                  <a:lnTo>
                    <a:pt x="2734296" y="1541978"/>
                  </a:lnTo>
                  <a:lnTo>
                    <a:pt x="2734414" y="1541978"/>
                  </a:lnTo>
                  <a:lnTo>
                    <a:pt x="2734531" y="1541978"/>
                  </a:lnTo>
                  <a:lnTo>
                    <a:pt x="2734649" y="1541978"/>
                  </a:lnTo>
                  <a:lnTo>
                    <a:pt x="2734766" y="1541978"/>
                  </a:lnTo>
                  <a:lnTo>
                    <a:pt x="2734884" y="1541978"/>
                  </a:lnTo>
                  <a:lnTo>
                    <a:pt x="2735002" y="1541978"/>
                  </a:lnTo>
                  <a:lnTo>
                    <a:pt x="2735119" y="1541978"/>
                  </a:lnTo>
                  <a:lnTo>
                    <a:pt x="2735237" y="1541978"/>
                  </a:lnTo>
                  <a:lnTo>
                    <a:pt x="2735354" y="1541978"/>
                  </a:lnTo>
                  <a:lnTo>
                    <a:pt x="2735472" y="1541978"/>
                  </a:lnTo>
                  <a:lnTo>
                    <a:pt x="2735590" y="1541978"/>
                  </a:lnTo>
                  <a:lnTo>
                    <a:pt x="2735707" y="1541978"/>
                  </a:lnTo>
                  <a:lnTo>
                    <a:pt x="2735707" y="1541548"/>
                  </a:lnTo>
                  <a:lnTo>
                    <a:pt x="2735825" y="1541548"/>
                  </a:lnTo>
                  <a:lnTo>
                    <a:pt x="2735825" y="1541117"/>
                  </a:lnTo>
                  <a:lnTo>
                    <a:pt x="2735943" y="1541117"/>
                  </a:lnTo>
                  <a:lnTo>
                    <a:pt x="2736060" y="1541117"/>
                  </a:lnTo>
                  <a:lnTo>
                    <a:pt x="2736178" y="1541117"/>
                  </a:lnTo>
                  <a:lnTo>
                    <a:pt x="2736295" y="1541117"/>
                  </a:lnTo>
                  <a:lnTo>
                    <a:pt x="2736413" y="1541117"/>
                  </a:lnTo>
                  <a:lnTo>
                    <a:pt x="2736531" y="1541117"/>
                  </a:lnTo>
                  <a:lnTo>
                    <a:pt x="2736531" y="1540686"/>
                  </a:lnTo>
                  <a:lnTo>
                    <a:pt x="2736648" y="1540686"/>
                  </a:lnTo>
                  <a:lnTo>
                    <a:pt x="2736766" y="1540686"/>
                  </a:lnTo>
                  <a:lnTo>
                    <a:pt x="2736766" y="1540256"/>
                  </a:lnTo>
                  <a:lnTo>
                    <a:pt x="2736883" y="1540256"/>
                  </a:lnTo>
                  <a:lnTo>
                    <a:pt x="2736883" y="1539825"/>
                  </a:lnTo>
                  <a:lnTo>
                    <a:pt x="2737001" y="1539825"/>
                  </a:lnTo>
                  <a:lnTo>
                    <a:pt x="2737001" y="1539395"/>
                  </a:lnTo>
                  <a:lnTo>
                    <a:pt x="2737119" y="1539395"/>
                  </a:lnTo>
                  <a:lnTo>
                    <a:pt x="2737119" y="1538964"/>
                  </a:lnTo>
                  <a:lnTo>
                    <a:pt x="2737236" y="1538964"/>
                  </a:lnTo>
                  <a:lnTo>
                    <a:pt x="2737354" y="1538964"/>
                  </a:lnTo>
                  <a:lnTo>
                    <a:pt x="2737472" y="1538964"/>
                  </a:lnTo>
                  <a:lnTo>
                    <a:pt x="2737589" y="1538964"/>
                  </a:lnTo>
                  <a:lnTo>
                    <a:pt x="2737707" y="1538964"/>
                  </a:lnTo>
                  <a:lnTo>
                    <a:pt x="2737824" y="1538964"/>
                  </a:lnTo>
                  <a:lnTo>
                    <a:pt x="2737942" y="1538964"/>
                  </a:lnTo>
                  <a:lnTo>
                    <a:pt x="2738060" y="1538964"/>
                  </a:lnTo>
                  <a:lnTo>
                    <a:pt x="2738177" y="1538964"/>
                  </a:lnTo>
                  <a:lnTo>
                    <a:pt x="2738295" y="1538964"/>
                  </a:lnTo>
                  <a:lnTo>
                    <a:pt x="2738412" y="1538964"/>
                  </a:lnTo>
                  <a:lnTo>
                    <a:pt x="2738530" y="1538964"/>
                  </a:lnTo>
                  <a:lnTo>
                    <a:pt x="2738648" y="1538964"/>
                  </a:lnTo>
                  <a:lnTo>
                    <a:pt x="2738765" y="1538964"/>
                  </a:lnTo>
                  <a:lnTo>
                    <a:pt x="2738883" y="1538964"/>
                  </a:lnTo>
                  <a:lnTo>
                    <a:pt x="2739001" y="1538964"/>
                  </a:lnTo>
                  <a:lnTo>
                    <a:pt x="2739118" y="1538964"/>
                  </a:lnTo>
                  <a:lnTo>
                    <a:pt x="2739236" y="1538964"/>
                  </a:lnTo>
                  <a:lnTo>
                    <a:pt x="2739353" y="1538964"/>
                  </a:lnTo>
                  <a:lnTo>
                    <a:pt x="2739471" y="1538964"/>
                  </a:lnTo>
                  <a:lnTo>
                    <a:pt x="2739589" y="1538964"/>
                  </a:lnTo>
                  <a:lnTo>
                    <a:pt x="2739589" y="1538533"/>
                  </a:lnTo>
                  <a:lnTo>
                    <a:pt x="2739589" y="1538103"/>
                  </a:lnTo>
                  <a:lnTo>
                    <a:pt x="2739589" y="1537672"/>
                  </a:lnTo>
                  <a:lnTo>
                    <a:pt x="2739706" y="1537672"/>
                  </a:lnTo>
                  <a:lnTo>
                    <a:pt x="2739706" y="1537242"/>
                  </a:lnTo>
                  <a:lnTo>
                    <a:pt x="2739824" y="1537242"/>
                  </a:lnTo>
                  <a:lnTo>
                    <a:pt x="2739824" y="1536811"/>
                  </a:lnTo>
                  <a:lnTo>
                    <a:pt x="2739941" y="1536811"/>
                  </a:lnTo>
                  <a:lnTo>
                    <a:pt x="2739941" y="1536380"/>
                  </a:lnTo>
                  <a:lnTo>
                    <a:pt x="2740059" y="1536380"/>
                  </a:lnTo>
                  <a:lnTo>
                    <a:pt x="2740059" y="1535950"/>
                  </a:lnTo>
                  <a:lnTo>
                    <a:pt x="2740059" y="1535519"/>
                  </a:lnTo>
                  <a:lnTo>
                    <a:pt x="2740177" y="1535519"/>
                  </a:lnTo>
                  <a:lnTo>
                    <a:pt x="2740294" y="1535519"/>
                  </a:lnTo>
                  <a:lnTo>
                    <a:pt x="2740412" y="1535519"/>
                  </a:lnTo>
                  <a:lnTo>
                    <a:pt x="2740529" y="1535519"/>
                  </a:lnTo>
                  <a:lnTo>
                    <a:pt x="2740647" y="1535519"/>
                  </a:lnTo>
                  <a:lnTo>
                    <a:pt x="2740765" y="1535519"/>
                  </a:lnTo>
                  <a:lnTo>
                    <a:pt x="2740882" y="1535519"/>
                  </a:lnTo>
                  <a:lnTo>
                    <a:pt x="2740882" y="1535089"/>
                  </a:lnTo>
                  <a:lnTo>
                    <a:pt x="2741000" y="1535089"/>
                  </a:lnTo>
                  <a:lnTo>
                    <a:pt x="2741000" y="1534658"/>
                  </a:lnTo>
                  <a:lnTo>
                    <a:pt x="2741118" y="1534658"/>
                  </a:lnTo>
                  <a:lnTo>
                    <a:pt x="2741235" y="1534658"/>
                  </a:lnTo>
                  <a:lnTo>
                    <a:pt x="2741353" y="1534658"/>
                  </a:lnTo>
                  <a:lnTo>
                    <a:pt x="2741470" y="1534658"/>
                  </a:lnTo>
                  <a:lnTo>
                    <a:pt x="2741588" y="1534658"/>
                  </a:lnTo>
                  <a:lnTo>
                    <a:pt x="2741706" y="1534658"/>
                  </a:lnTo>
                  <a:lnTo>
                    <a:pt x="2741823" y="1534658"/>
                  </a:lnTo>
                  <a:lnTo>
                    <a:pt x="2741941" y="1534658"/>
                  </a:lnTo>
                  <a:lnTo>
                    <a:pt x="2742058" y="1534658"/>
                  </a:lnTo>
                  <a:lnTo>
                    <a:pt x="2742176" y="1534658"/>
                  </a:lnTo>
                  <a:lnTo>
                    <a:pt x="2742294" y="1534658"/>
                  </a:lnTo>
                  <a:lnTo>
                    <a:pt x="2742411" y="1534658"/>
                  </a:lnTo>
                  <a:lnTo>
                    <a:pt x="2742529" y="1534658"/>
                  </a:lnTo>
                  <a:lnTo>
                    <a:pt x="2742647" y="1534658"/>
                  </a:lnTo>
                  <a:lnTo>
                    <a:pt x="2742764" y="1534658"/>
                  </a:lnTo>
                  <a:lnTo>
                    <a:pt x="2742882" y="1534658"/>
                  </a:lnTo>
                  <a:lnTo>
                    <a:pt x="2742999" y="1534658"/>
                  </a:lnTo>
                  <a:lnTo>
                    <a:pt x="2743117" y="1534658"/>
                  </a:lnTo>
                  <a:lnTo>
                    <a:pt x="2743235" y="1534658"/>
                  </a:lnTo>
                  <a:lnTo>
                    <a:pt x="2743352" y="1534658"/>
                  </a:lnTo>
                  <a:lnTo>
                    <a:pt x="2743470" y="1534658"/>
                  </a:lnTo>
                  <a:lnTo>
                    <a:pt x="2743587" y="1534658"/>
                  </a:lnTo>
                  <a:lnTo>
                    <a:pt x="2743705" y="1534658"/>
                  </a:lnTo>
                  <a:lnTo>
                    <a:pt x="2743823" y="1534658"/>
                  </a:lnTo>
                  <a:lnTo>
                    <a:pt x="2743940" y="1534658"/>
                  </a:lnTo>
                  <a:lnTo>
                    <a:pt x="2743940" y="1534227"/>
                  </a:lnTo>
                  <a:lnTo>
                    <a:pt x="2744058" y="1534227"/>
                  </a:lnTo>
                  <a:lnTo>
                    <a:pt x="2744176" y="1534227"/>
                  </a:lnTo>
                  <a:lnTo>
                    <a:pt x="2744293" y="1534227"/>
                  </a:lnTo>
                  <a:lnTo>
                    <a:pt x="2744293" y="1533797"/>
                  </a:lnTo>
                  <a:lnTo>
                    <a:pt x="2744411" y="1533797"/>
                  </a:lnTo>
                  <a:lnTo>
                    <a:pt x="2744411" y="1533366"/>
                  </a:lnTo>
                  <a:lnTo>
                    <a:pt x="2744528" y="1533366"/>
                  </a:lnTo>
                  <a:lnTo>
                    <a:pt x="2744528" y="1532936"/>
                  </a:lnTo>
                  <a:lnTo>
                    <a:pt x="2744646" y="1532936"/>
                  </a:lnTo>
                  <a:lnTo>
                    <a:pt x="2744764" y="1532936"/>
                  </a:lnTo>
                  <a:lnTo>
                    <a:pt x="2744764" y="1532505"/>
                  </a:lnTo>
                  <a:lnTo>
                    <a:pt x="2744881" y="1532505"/>
                  </a:lnTo>
                  <a:lnTo>
                    <a:pt x="2744881" y="1532074"/>
                  </a:lnTo>
                  <a:lnTo>
                    <a:pt x="2744999" y="1532074"/>
                  </a:lnTo>
                  <a:lnTo>
                    <a:pt x="2744999" y="1531644"/>
                  </a:lnTo>
                  <a:lnTo>
                    <a:pt x="2745116" y="1531644"/>
                  </a:lnTo>
                  <a:lnTo>
                    <a:pt x="2745234" y="1531644"/>
                  </a:lnTo>
                  <a:lnTo>
                    <a:pt x="2745352" y="1531644"/>
                  </a:lnTo>
                  <a:lnTo>
                    <a:pt x="2745469" y="1531644"/>
                  </a:lnTo>
                  <a:lnTo>
                    <a:pt x="2745587" y="1531644"/>
                  </a:lnTo>
                  <a:lnTo>
                    <a:pt x="2745705" y="1531644"/>
                  </a:lnTo>
                  <a:lnTo>
                    <a:pt x="2745822" y="1531644"/>
                  </a:lnTo>
                  <a:lnTo>
                    <a:pt x="2745940" y="1531644"/>
                  </a:lnTo>
                  <a:lnTo>
                    <a:pt x="2746057" y="1531644"/>
                  </a:lnTo>
                  <a:lnTo>
                    <a:pt x="2746175" y="1531644"/>
                  </a:lnTo>
                  <a:lnTo>
                    <a:pt x="2746175" y="1531213"/>
                  </a:lnTo>
                  <a:lnTo>
                    <a:pt x="2746293" y="1531213"/>
                  </a:lnTo>
                  <a:lnTo>
                    <a:pt x="2746410" y="1531213"/>
                  </a:lnTo>
                  <a:lnTo>
                    <a:pt x="2746528" y="1531213"/>
                  </a:lnTo>
                  <a:lnTo>
                    <a:pt x="2746645" y="1531213"/>
                  </a:lnTo>
                  <a:lnTo>
                    <a:pt x="2746763" y="1531213"/>
                  </a:lnTo>
                  <a:lnTo>
                    <a:pt x="2746881" y="1531213"/>
                  </a:lnTo>
                  <a:lnTo>
                    <a:pt x="2746998" y="1531213"/>
                  </a:lnTo>
                  <a:lnTo>
                    <a:pt x="2747116" y="1531213"/>
                  </a:lnTo>
                  <a:lnTo>
                    <a:pt x="2747233" y="1531213"/>
                  </a:lnTo>
                  <a:lnTo>
                    <a:pt x="2747351" y="1531213"/>
                  </a:lnTo>
                  <a:lnTo>
                    <a:pt x="2747469" y="1531213"/>
                  </a:lnTo>
                  <a:lnTo>
                    <a:pt x="2747469" y="1530783"/>
                  </a:lnTo>
                  <a:lnTo>
                    <a:pt x="2747586" y="1530783"/>
                  </a:lnTo>
                  <a:lnTo>
                    <a:pt x="2747704" y="1530783"/>
                  </a:lnTo>
                  <a:lnTo>
                    <a:pt x="2747822" y="1530783"/>
                  </a:lnTo>
                  <a:lnTo>
                    <a:pt x="2747822" y="1530352"/>
                  </a:lnTo>
                  <a:lnTo>
                    <a:pt x="2747939" y="1530352"/>
                  </a:lnTo>
                  <a:lnTo>
                    <a:pt x="2748057" y="1530352"/>
                  </a:lnTo>
                  <a:lnTo>
                    <a:pt x="2748174" y="1530352"/>
                  </a:lnTo>
                  <a:lnTo>
                    <a:pt x="2748292" y="1530352"/>
                  </a:lnTo>
                  <a:lnTo>
                    <a:pt x="2748410" y="1530352"/>
                  </a:lnTo>
                  <a:lnTo>
                    <a:pt x="2748527" y="1530352"/>
                  </a:lnTo>
                  <a:lnTo>
                    <a:pt x="2748645" y="1530352"/>
                  </a:lnTo>
                  <a:lnTo>
                    <a:pt x="2748762" y="1530352"/>
                  </a:lnTo>
                  <a:lnTo>
                    <a:pt x="2748762" y="1529921"/>
                  </a:lnTo>
                  <a:lnTo>
                    <a:pt x="2748880" y="1529921"/>
                  </a:lnTo>
                  <a:lnTo>
                    <a:pt x="2748998" y="1529921"/>
                  </a:lnTo>
                  <a:lnTo>
                    <a:pt x="2749115" y="1529921"/>
                  </a:lnTo>
                  <a:lnTo>
                    <a:pt x="2749115" y="1529491"/>
                  </a:lnTo>
                  <a:lnTo>
                    <a:pt x="2749115" y="1529060"/>
                  </a:lnTo>
                  <a:lnTo>
                    <a:pt x="2749233" y="1529060"/>
                  </a:lnTo>
                  <a:lnTo>
                    <a:pt x="2749351" y="1529060"/>
                  </a:lnTo>
                  <a:lnTo>
                    <a:pt x="2749468" y="1529060"/>
                  </a:lnTo>
                  <a:lnTo>
                    <a:pt x="2749586" y="1529060"/>
                  </a:lnTo>
                  <a:lnTo>
                    <a:pt x="2749703" y="1529060"/>
                  </a:lnTo>
                  <a:lnTo>
                    <a:pt x="2749703" y="1528630"/>
                  </a:lnTo>
                  <a:lnTo>
                    <a:pt x="2749821" y="1528630"/>
                  </a:lnTo>
                  <a:lnTo>
                    <a:pt x="2749939" y="1528630"/>
                  </a:lnTo>
                  <a:lnTo>
                    <a:pt x="2750056" y="1528630"/>
                  </a:lnTo>
                  <a:lnTo>
                    <a:pt x="2750174" y="1528630"/>
                  </a:lnTo>
                  <a:lnTo>
                    <a:pt x="2750174" y="1528199"/>
                  </a:lnTo>
                  <a:lnTo>
                    <a:pt x="2750291" y="1528199"/>
                  </a:lnTo>
                  <a:lnTo>
                    <a:pt x="2750409" y="1528199"/>
                  </a:lnTo>
                  <a:lnTo>
                    <a:pt x="2750527" y="1528199"/>
                  </a:lnTo>
                  <a:lnTo>
                    <a:pt x="2750644" y="1528199"/>
                  </a:lnTo>
                  <a:lnTo>
                    <a:pt x="2750644" y="1527768"/>
                  </a:lnTo>
                  <a:lnTo>
                    <a:pt x="2750762" y="1527768"/>
                  </a:lnTo>
                  <a:lnTo>
                    <a:pt x="2750880" y="1527768"/>
                  </a:lnTo>
                  <a:lnTo>
                    <a:pt x="2750997" y="1527768"/>
                  </a:lnTo>
                  <a:lnTo>
                    <a:pt x="2751115" y="1527768"/>
                  </a:lnTo>
                  <a:lnTo>
                    <a:pt x="2751232" y="1527768"/>
                  </a:lnTo>
                  <a:lnTo>
                    <a:pt x="2751350" y="1527768"/>
                  </a:lnTo>
                  <a:lnTo>
                    <a:pt x="2751468" y="1527768"/>
                  </a:lnTo>
                  <a:lnTo>
                    <a:pt x="2751585" y="1527768"/>
                  </a:lnTo>
                  <a:lnTo>
                    <a:pt x="2751703" y="1527768"/>
                  </a:lnTo>
                  <a:lnTo>
                    <a:pt x="2751703" y="1527338"/>
                  </a:lnTo>
                  <a:lnTo>
                    <a:pt x="2751820" y="1527338"/>
                  </a:lnTo>
                  <a:lnTo>
                    <a:pt x="2751938" y="1527338"/>
                  </a:lnTo>
                  <a:lnTo>
                    <a:pt x="2752056" y="1527338"/>
                  </a:lnTo>
                  <a:lnTo>
                    <a:pt x="2752173" y="1527338"/>
                  </a:lnTo>
                  <a:lnTo>
                    <a:pt x="2752291" y="1527338"/>
                  </a:lnTo>
                  <a:lnTo>
                    <a:pt x="2752409" y="1527338"/>
                  </a:lnTo>
                  <a:lnTo>
                    <a:pt x="2752526" y="1527338"/>
                  </a:lnTo>
                  <a:lnTo>
                    <a:pt x="2752644" y="1527338"/>
                  </a:lnTo>
                  <a:lnTo>
                    <a:pt x="2752761" y="1527338"/>
                  </a:lnTo>
                  <a:lnTo>
                    <a:pt x="2752879" y="1527338"/>
                  </a:lnTo>
                  <a:lnTo>
                    <a:pt x="2752997" y="1527338"/>
                  </a:lnTo>
                  <a:lnTo>
                    <a:pt x="2753114" y="1527338"/>
                  </a:lnTo>
                  <a:lnTo>
                    <a:pt x="2753232" y="1527338"/>
                  </a:lnTo>
                  <a:lnTo>
                    <a:pt x="2753349" y="1527338"/>
                  </a:lnTo>
                  <a:lnTo>
                    <a:pt x="2753467" y="1527338"/>
                  </a:lnTo>
                  <a:lnTo>
                    <a:pt x="2753585" y="1527338"/>
                  </a:lnTo>
                  <a:lnTo>
                    <a:pt x="2753585" y="1526907"/>
                  </a:lnTo>
                  <a:lnTo>
                    <a:pt x="2753585" y="1526477"/>
                  </a:lnTo>
                  <a:lnTo>
                    <a:pt x="2753702" y="1526477"/>
                  </a:lnTo>
                  <a:lnTo>
                    <a:pt x="2753820" y="1526477"/>
                  </a:lnTo>
                  <a:lnTo>
                    <a:pt x="2753938" y="1526477"/>
                  </a:lnTo>
                  <a:lnTo>
                    <a:pt x="2754055" y="1526477"/>
                  </a:lnTo>
                  <a:lnTo>
                    <a:pt x="2754055" y="1526046"/>
                  </a:lnTo>
                  <a:lnTo>
                    <a:pt x="2754173" y="1526046"/>
                  </a:lnTo>
                  <a:lnTo>
                    <a:pt x="2754290" y="1526046"/>
                  </a:lnTo>
                  <a:lnTo>
                    <a:pt x="2754408" y="1526046"/>
                  </a:lnTo>
                  <a:lnTo>
                    <a:pt x="2754526" y="1526046"/>
                  </a:lnTo>
                  <a:lnTo>
                    <a:pt x="2754643" y="1526046"/>
                  </a:lnTo>
                  <a:lnTo>
                    <a:pt x="2754643" y="1525615"/>
                  </a:lnTo>
                  <a:lnTo>
                    <a:pt x="2754643" y="1525185"/>
                  </a:lnTo>
                  <a:lnTo>
                    <a:pt x="2754643" y="1524754"/>
                  </a:lnTo>
                  <a:lnTo>
                    <a:pt x="2754643" y="1524324"/>
                  </a:lnTo>
                  <a:lnTo>
                    <a:pt x="2754761" y="1524324"/>
                  </a:lnTo>
                  <a:lnTo>
                    <a:pt x="2754878" y="1524324"/>
                  </a:lnTo>
                  <a:lnTo>
                    <a:pt x="2754996" y="1524324"/>
                  </a:lnTo>
                  <a:lnTo>
                    <a:pt x="2755114" y="1524324"/>
                  </a:lnTo>
                  <a:lnTo>
                    <a:pt x="2755231" y="1524324"/>
                  </a:lnTo>
                  <a:lnTo>
                    <a:pt x="2755349" y="1524324"/>
                  </a:lnTo>
                  <a:lnTo>
                    <a:pt x="2755349" y="1523893"/>
                  </a:lnTo>
                  <a:lnTo>
                    <a:pt x="2755466" y="1523893"/>
                  </a:lnTo>
                  <a:lnTo>
                    <a:pt x="2755584" y="1523893"/>
                  </a:lnTo>
                  <a:lnTo>
                    <a:pt x="2755702" y="1523893"/>
                  </a:lnTo>
                  <a:lnTo>
                    <a:pt x="2755819" y="1523893"/>
                  </a:lnTo>
                  <a:lnTo>
                    <a:pt x="2755819" y="1523462"/>
                  </a:lnTo>
                  <a:lnTo>
                    <a:pt x="2755937" y="1523462"/>
                  </a:lnTo>
                  <a:lnTo>
                    <a:pt x="2755937" y="1523032"/>
                  </a:lnTo>
                  <a:lnTo>
                    <a:pt x="2756055" y="1523032"/>
                  </a:lnTo>
                  <a:lnTo>
                    <a:pt x="2756172" y="1523032"/>
                  </a:lnTo>
                  <a:lnTo>
                    <a:pt x="2756172" y="1522601"/>
                  </a:lnTo>
                  <a:lnTo>
                    <a:pt x="2756172" y="1522171"/>
                  </a:lnTo>
                  <a:lnTo>
                    <a:pt x="2756290" y="1522171"/>
                  </a:lnTo>
                  <a:lnTo>
                    <a:pt x="2756290" y="1521740"/>
                  </a:lnTo>
                  <a:lnTo>
                    <a:pt x="2756407" y="1521740"/>
                  </a:lnTo>
                  <a:lnTo>
                    <a:pt x="2756525" y="1521740"/>
                  </a:lnTo>
                  <a:lnTo>
                    <a:pt x="2756643" y="1521740"/>
                  </a:lnTo>
                  <a:lnTo>
                    <a:pt x="2756760" y="1521740"/>
                  </a:lnTo>
                  <a:lnTo>
                    <a:pt x="2756878" y="1521740"/>
                  </a:lnTo>
                  <a:lnTo>
                    <a:pt x="2756878" y="1521309"/>
                  </a:lnTo>
                  <a:lnTo>
                    <a:pt x="2756878" y="1520879"/>
                  </a:lnTo>
                  <a:lnTo>
                    <a:pt x="2756995" y="1520879"/>
                  </a:lnTo>
                  <a:lnTo>
                    <a:pt x="2757113" y="1520879"/>
                  </a:lnTo>
                  <a:lnTo>
                    <a:pt x="2757231" y="1520879"/>
                  </a:lnTo>
                  <a:lnTo>
                    <a:pt x="2757348" y="1520879"/>
                  </a:lnTo>
                  <a:lnTo>
                    <a:pt x="2757466" y="1520879"/>
                  </a:lnTo>
                  <a:lnTo>
                    <a:pt x="2757584" y="1520879"/>
                  </a:lnTo>
                  <a:lnTo>
                    <a:pt x="2757584" y="1520448"/>
                  </a:lnTo>
                  <a:lnTo>
                    <a:pt x="2757701" y="1520448"/>
                  </a:lnTo>
                  <a:lnTo>
                    <a:pt x="2757701" y="1520018"/>
                  </a:lnTo>
                  <a:lnTo>
                    <a:pt x="2757819" y="1520018"/>
                  </a:lnTo>
                  <a:lnTo>
                    <a:pt x="2757936" y="1520018"/>
                  </a:lnTo>
                  <a:lnTo>
                    <a:pt x="2758054" y="1520018"/>
                  </a:lnTo>
                  <a:lnTo>
                    <a:pt x="2758172" y="1520018"/>
                  </a:lnTo>
                  <a:lnTo>
                    <a:pt x="2758289" y="1520018"/>
                  </a:lnTo>
                  <a:lnTo>
                    <a:pt x="2758407" y="1520018"/>
                  </a:lnTo>
                  <a:lnTo>
                    <a:pt x="2758524" y="1520018"/>
                  </a:lnTo>
                  <a:lnTo>
                    <a:pt x="2758524" y="1519587"/>
                  </a:lnTo>
                  <a:lnTo>
                    <a:pt x="2758642" y="1519587"/>
                  </a:lnTo>
                  <a:lnTo>
                    <a:pt x="2758760" y="1519587"/>
                  </a:lnTo>
                  <a:lnTo>
                    <a:pt x="2758760" y="1519156"/>
                  </a:lnTo>
                  <a:lnTo>
                    <a:pt x="2758760" y="1518726"/>
                  </a:lnTo>
                  <a:lnTo>
                    <a:pt x="2758877" y="1518726"/>
                  </a:lnTo>
                  <a:lnTo>
                    <a:pt x="2758995" y="1518726"/>
                  </a:lnTo>
                  <a:lnTo>
                    <a:pt x="2759113" y="1518726"/>
                  </a:lnTo>
                  <a:lnTo>
                    <a:pt x="2759230" y="1518726"/>
                  </a:lnTo>
                  <a:lnTo>
                    <a:pt x="2759348" y="1518726"/>
                  </a:lnTo>
                  <a:lnTo>
                    <a:pt x="2759465" y="1518726"/>
                  </a:lnTo>
                  <a:lnTo>
                    <a:pt x="2759583" y="1518726"/>
                  </a:lnTo>
                  <a:lnTo>
                    <a:pt x="2759583" y="1518295"/>
                  </a:lnTo>
                  <a:lnTo>
                    <a:pt x="2759701" y="1518295"/>
                  </a:lnTo>
                  <a:lnTo>
                    <a:pt x="2759818" y="1518295"/>
                  </a:lnTo>
                  <a:lnTo>
                    <a:pt x="2759818" y="1517865"/>
                  </a:lnTo>
                  <a:lnTo>
                    <a:pt x="2759818" y="1517434"/>
                  </a:lnTo>
                  <a:lnTo>
                    <a:pt x="2759936" y="1517434"/>
                  </a:lnTo>
                  <a:lnTo>
                    <a:pt x="2760053" y="1517434"/>
                  </a:lnTo>
                  <a:lnTo>
                    <a:pt x="2760171" y="1517434"/>
                  </a:lnTo>
                  <a:lnTo>
                    <a:pt x="2760289" y="1517434"/>
                  </a:lnTo>
                  <a:lnTo>
                    <a:pt x="2760406" y="1517434"/>
                  </a:lnTo>
                  <a:lnTo>
                    <a:pt x="2760524" y="1517434"/>
                  </a:lnTo>
                  <a:lnTo>
                    <a:pt x="2760642" y="1517434"/>
                  </a:lnTo>
                  <a:lnTo>
                    <a:pt x="2760642" y="1517003"/>
                  </a:lnTo>
                  <a:lnTo>
                    <a:pt x="2760759" y="1517003"/>
                  </a:lnTo>
                  <a:lnTo>
                    <a:pt x="2760877" y="1517003"/>
                  </a:lnTo>
                  <a:lnTo>
                    <a:pt x="2760994" y="1517003"/>
                  </a:lnTo>
                  <a:lnTo>
                    <a:pt x="2761112" y="1517003"/>
                  </a:lnTo>
                  <a:lnTo>
                    <a:pt x="2761230" y="1517003"/>
                  </a:lnTo>
                  <a:lnTo>
                    <a:pt x="2761347" y="1517003"/>
                  </a:lnTo>
                  <a:lnTo>
                    <a:pt x="2761465" y="1517003"/>
                  </a:lnTo>
                  <a:lnTo>
                    <a:pt x="2761582" y="1517003"/>
                  </a:lnTo>
                  <a:lnTo>
                    <a:pt x="2761700" y="1517003"/>
                  </a:lnTo>
                  <a:lnTo>
                    <a:pt x="2761818" y="1517003"/>
                  </a:lnTo>
                  <a:lnTo>
                    <a:pt x="2761935" y="1517003"/>
                  </a:lnTo>
                  <a:lnTo>
                    <a:pt x="2762053" y="1517003"/>
                  </a:lnTo>
                  <a:lnTo>
                    <a:pt x="2762171" y="1517003"/>
                  </a:lnTo>
                  <a:lnTo>
                    <a:pt x="2762288" y="1517003"/>
                  </a:lnTo>
                  <a:lnTo>
                    <a:pt x="2762406" y="1517003"/>
                  </a:lnTo>
                  <a:lnTo>
                    <a:pt x="2762523" y="1517003"/>
                  </a:lnTo>
                  <a:lnTo>
                    <a:pt x="2762641" y="1517003"/>
                  </a:lnTo>
                  <a:lnTo>
                    <a:pt x="2762641" y="1516573"/>
                  </a:lnTo>
                  <a:lnTo>
                    <a:pt x="2762759" y="1516573"/>
                  </a:lnTo>
                  <a:lnTo>
                    <a:pt x="2762759" y="1516142"/>
                  </a:lnTo>
                  <a:lnTo>
                    <a:pt x="2762876" y="1516142"/>
                  </a:lnTo>
                  <a:lnTo>
                    <a:pt x="2762994" y="1516142"/>
                  </a:lnTo>
                  <a:lnTo>
                    <a:pt x="2762994" y="1515712"/>
                  </a:lnTo>
                  <a:lnTo>
                    <a:pt x="2763111" y="1515712"/>
                  </a:lnTo>
                  <a:lnTo>
                    <a:pt x="2763111" y="1515281"/>
                  </a:lnTo>
                  <a:lnTo>
                    <a:pt x="2763111" y="1514850"/>
                  </a:lnTo>
                  <a:lnTo>
                    <a:pt x="2763229" y="1514850"/>
                  </a:lnTo>
                  <a:lnTo>
                    <a:pt x="2763229" y="1514420"/>
                  </a:lnTo>
                  <a:lnTo>
                    <a:pt x="2763347" y="1514420"/>
                  </a:lnTo>
                  <a:lnTo>
                    <a:pt x="2763464" y="1514420"/>
                  </a:lnTo>
                  <a:lnTo>
                    <a:pt x="2763582" y="1514420"/>
                  </a:lnTo>
                  <a:lnTo>
                    <a:pt x="2763699" y="1514420"/>
                  </a:lnTo>
                  <a:lnTo>
                    <a:pt x="2763817" y="1514420"/>
                  </a:lnTo>
                  <a:lnTo>
                    <a:pt x="2763935" y="1514420"/>
                  </a:lnTo>
                  <a:lnTo>
                    <a:pt x="2764052" y="1514420"/>
                  </a:lnTo>
                  <a:lnTo>
                    <a:pt x="2764170" y="1514420"/>
                  </a:lnTo>
                  <a:lnTo>
                    <a:pt x="2764288" y="1514420"/>
                  </a:lnTo>
                  <a:lnTo>
                    <a:pt x="2764405" y="1514420"/>
                  </a:lnTo>
                  <a:lnTo>
                    <a:pt x="2764405" y="1513989"/>
                  </a:lnTo>
                  <a:lnTo>
                    <a:pt x="2764523" y="1513989"/>
                  </a:lnTo>
                  <a:lnTo>
                    <a:pt x="2764640" y="1513989"/>
                  </a:lnTo>
                  <a:lnTo>
                    <a:pt x="2764758" y="1513989"/>
                  </a:lnTo>
                  <a:lnTo>
                    <a:pt x="2764876" y="1513989"/>
                  </a:lnTo>
                  <a:lnTo>
                    <a:pt x="2764993" y="1513989"/>
                  </a:lnTo>
                  <a:lnTo>
                    <a:pt x="2765111" y="1513989"/>
                  </a:lnTo>
                  <a:lnTo>
                    <a:pt x="2765228" y="1513989"/>
                  </a:lnTo>
                  <a:lnTo>
                    <a:pt x="2765346" y="1513989"/>
                  </a:lnTo>
                  <a:lnTo>
                    <a:pt x="2765464" y="1513989"/>
                  </a:lnTo>
                  <a:lnTo>
                    <a:pt x="2765464" y="1513559"/>
                  </a:lnTo>
                  <a:lnTo>
                    <a:pt x="2765581" y="1513559"/>
                  </a:lnTo>
                  <a:lnTo>
                    <a:pt x="2765699" y="1513559"/>
                  </a:lnTo>
                  <a:lnTo>
                    <a:pt x="2765817" y="1513559"/>
                  </a:lnTo>
                  <a:lnTo>
                    <a:pt x="2765934" y="1513559"/>
                  </a:lnTo>
                  <a:lnTo>
                    <a:pt x="2766052" y="1513559"/>
                  </a:lnTo>
                  <a:lnTo>
                    <a:pt x="2766169" y="1513559"/>
                  </a:lnTo>
                  <a:lnTo>
                    <a:pt x="2766287" y="1513559"/>
                  </a:lnTo>
                  <a:lnTo>
                    <a:pt x="2766287" y="1513128"/>
                  </a:lnTo>
                  <a:lnTo>
                    <a:pt x="2766287" y="1512697"/>
                  </a:lnTo>
                  <a:lnTo>
                    <a:pt x="2766287" y="1512267"/>
                  </a:lnTo>
                  <a:lnTo>
                    <a:pt x="2766405" y="1512267"/>
                  </a:lnTo>
                  <a:lnTo>
                    <a:pt x="2766522" y="1512267"/>
                  </a:lnTo>
                  <a:lnTo>
                    <a:pt x="2766522" y="1511836"/>
                  </a:lnTo>
                  <a:lnTo>
                    <a:pt x="2766640" y="1511836"/>
                  </a:lnTo>
                  <a:lnTo>
                    <a:pt x="2766757" y="1511836"/>
                  </a:lnTo>
                  <a:lnTo>
                    <a:pt x="2766875" y="1511836"/>
                  </a:lnTo>
                  <a:lnTo>
                    <a:pt x="2766993" y="1511836"/>
                  </a:lnTo>
                  <a:lnTo>
                    <a:pt x="2767110" y="1511836"/>
                  </a:lnTo>
                  <a:lnTo>
                    <a:pt x="2767228" y="1511836"/>
                  </a:lnTo>
                  <a:lnTo>
                    <a:pt x="2767346" y="1511836"/>
                  </a:lnTo>
                  <a:lnTo>
                    <a:pt x="2767346" y="1511406"/>
                  </a:lnTo>
                  <a:lnTo>
                    <a:pt x="2767463" y="1511406"/>
                  </a:lnTo>
                  <a:lnTo>
                    <a:pt x="2767463" y="1510975"/>
                  </a:lnTo>
                  <a:lnTo>
                    <a:pt x="2767581" y="1510975"/>
                  </a:lnTo>
                  <a:lnTo>
                    <a:pt x="2767581" y="1510544"/>
                  </a:lnTo>
                  <a:lnTo>
                    <a:pt x="2767698" y="1510544"/>
                  </a:lnTo>
                  <a:lnTo>
                    <a:pt x="2767698" y="1510114"/>
                  </a:lnTo>
                  <a:lnTo>
                    <a:pt x="2767816" y="1510114"/>
                  </a:lnTo>
                  <a:lnTo>
                    <a:pt x="2767816" y="1509683"/>
                  </a:lnTo>
                  <a:lnTo>
                    <a:pt x="2767816" y="1509253"/>
                  </a:lnTo>
                  <a:lnTo>
                    <a:pt x="2767816" y="1508822"/>
                  </a:lnTo>
                  <a:lnTo>
                    <a:pt x="2767934" y="1508822"/>
                  </a:lnTo>
                  <a:lnTo>
                    <a:pt x="2768051" y="1508822"/>
                  </a:lnTo>
                  <a:lnTo>
                    <a:pt x="2768169" y="1508822"/>
                  </a:lnTo>
                  <a:lnTo>
                    <a:pt x="2768286" y="1508822"/>
                  </a:lnTo>
                  <a:lnTo>
                    <a:pt x="2768404" y="1508822"/>
                  </a:lnTo>
                  <a:lnTo>
                    <a:pt x="2768522" y="1508822"/>
                  </a:lnTo>
                  <a:lnTo>
                    <a:pt x="2768639" y="1508822"/>
                  </a:lnTo>
                  <a:lnTo>
                    <a:pt x="2768757" y="1508822"/>
                  </a:lnTo>
                  <a:lnTo>
                    <a:pt x="2768757" y="1508391"/>
                  </a:lnTo>
                  <a:lnTo>
                    <a:pt x="2768875" y="1508391"/>
                  </a:lnTo>
                  <a:lnTo>
                    <a:pt x="2768992" y="1508391"/>
                  </a:lnTo>
                  <a:lnTo>
                    <a:pt x="2769110" y="1508391"/>
                  </a:lnTo>
                  <a:lnTo>
                    <a:pt x="2769227" y="1508391"/>
                  </a:lnTo>
                  <a:lnTo>
                    <a:pt x="2769345" y="1508391"/>
                  </a:lnTo>
                  <a:lnTo>
                    <a:pt x="2769345" y="1507961"/>
                  </a:lnTo>
                  <a:lnTo>
                    <a:pt x="2769463" y="1507961"/>
                  </a:lnTo>
                  <a:lnTo>
                    <a:pt x="2769580" y="1507961"/>
                  </a:lnTo>
                  <a:lnTo>
                    <a:pt x="2769698" y="1507961"/>
                  </a:lnTo>
                  <a:lnTo>
                    <a:pt x="2769815" y="1507961"/>
                  </a:lnTo>
                  <a:lnTo>
                    <a:pt x="2769933" y="1507961"/>
                  </a:lnTo>
                  <a:lnTo>
                    <a:pt x="2770051" y="1507961"/>
                  </a:lnTo>
                  <a:lnTo>
                    <a:pt x="2770168" y="1507961"/>
                  </a:lnTo>
                  <a:lnTo>
                    <a:pt x="2770286" y="1507961"/>
                  </a:lnTo>
                  <a:lnTo>
                    <a:pt x="2770404" y="1507961"/>
                  </a:lnTo>
                  <a:lnTo>
                    <a:pt x="2770521" y="1507961"/>
                  </a:lnTo>
                  <a:lnTo>
                    <a:pt x="2770521" y="1507530"/>
                  </a:lnTo>
                  <a:lnTo>
                    <a:pt x="2770639" y="1507530"/>
                  </a:lnTo>
                  <a:lnTo>
                    <a:pt x="2770756" y="1507530"/>
                  </a:lnTo>
                  <a:lnTo>
                    <a:pt x="2770874" y="1507530"/>
                  </a:lnTo>
                  <a:lnTo>
                    <a:pt x="2770992" y="1507530"/>
                  </a:lnTo>
                  <a:lnTo>
                    <a:pt x="2771109" y="1507530"/>
                  </a:lnTo>
                  <a:lnTo>
                    <a:pt x="2771227" y="1507530"/>
                  </a:lnTo>
                  <a:lnTo>
                    <a:pt x="2771344" y="1507530"/>
                  </a:lnTo>
                  <a:lnTo>
                    <a:pt x="2771462" y="1507530"/>
                  </a:lnTo>
                  <a:lnTo>
                    <a:pt x="2771580" y="1507530"/>
                  </a:lnTo>
                  <a:lnTo>
                    <a:pt x="2771697" y="1507530"/>
                  </a:lnTo>
                  <a:lnTo>
                    <a:pt x="2771815" y="1507530"/>
                  </a:lnTo>
                  <a:lnTo>
                    <a:pt x="2771932" y="1507530"/>
                  </a:lnTo>
                  <a:lnTo>
                    <a:pt x="2772050" y="1507530"/>
                  </a:lnTo>
                  <a:lnTo>
                    <a:pt x="2772168" y="1507530"/>
                  </a:lnTo>
                  <a:lnTo>
                    <a:pt x="2772285" y="1507530"/>
                  </a:lnTo>
                  <a:lnTo>
                    <a:pt x="2772403" y="1507530"/>
                  </a:lnTo>
                  <a:lnTo>
                    <a:pt x="2772521" y="1507530"/>
                  </a:lnTo>
                  <a:lnTo>
                    <a:pt x="2772638" y="1507530"/>
                  </a:lnTo>
                  <a:lnTo>
                    <a:pt x="2772756" y="1507530"/>
                  </a:lnTo>
                  <a:lnTo>
                    <a:pt x="2772873" y="1507530"/>
                  </a:lnTo>
                  <a:lnTo>
                    <a:pt x="2772991" y="1507530"/>
                  </a:lnTo>
                  <a:lnTo>
                    <a:pt x="2773109" y="1507530"/>
                  </a:lnTo>
                  <a:lnTo>
                    <a:pt x="2773226" y="1507530"/>
                  </a:lnTo>
                  <a:lnTo>
                    <a:pt x="2773226" y="1507100"/>
                  </a:lnTo>
                  <a:lnTo>
                    <a:pt x="2773344" y="1507100"/>
                  </a:lnTo>
                  <a:lnTo>
                    <a:pt x="2773461" y="1507100"/>
                  </a:lnTo>
                  <a:lnTo>
                    <a:pt x="2773579" y="1507100"/>
                  </a:lnTo>
                  <a:lnTo>
                    <a:pt x="2773579" y="1506669"/>
                  </a:lnTo>
                  <a:lnTo>
                    <a:pt x="2773697" y="1506669"/>
                  </a:lnTo>
                  <a:lnTo>
                    <a:pt x="2773814" y="1506669"/>
                  </a:lnTo>
                  <a:lnTo>
                    <a:pt x="2773932" y="1506669"/>
                  </a:lnTo>
                  <a:lnTo>
                    <a:pt x="2774050" y="1506669"/>
                  </a:lnTo>
                  <a:lnTo>
                    <a:pt x="2774050" y="1506238"/>
                  </a:lnTo>
                  <a:lnTo>
                    <a:pt x="2774167" y="1506238"/>
                  </a:lnTo>
                  <a:lnTo>
                    <a:pt x="2774167" y="1505808"/>
                  </a:lnTo>
                  <a:lnTo>
                    <a:pt x="2774285" y="1505808"/>
                  </a:lnTo>
                  <a:lnTo>
                    <a:pt x="2774402" y="1505808"/>
                  </a:lnTo>
                  <a:lnTo>
                    <a:pt x="2774402" y="1505377"/>
                  </a:lnTo>
                  <a:lnTo>
                    <a:pt x="2774520" y="1505377"/>
                  </a:lnTo>
                  <a:lnTo>
                    <a:pt x="2774638" y="1505377"/>
                  </a:lnTo>
                  <a:lnTo>
                    <a:pt x="2774755" y="1505377"/>
                  </a:lnTo>
                  <a:lnTo>
                    <a:pt x="2774873" y="1505377"/>
                  </a:lnTo>
                  <a:lnTo>
                    <a:pt x="2774990" y="1505377"/>
                  </a:lnTo>
                  <a:lnTo>
                    <a:pt x="2775108" y="1505377"/>
                  </a:lnTo>
                  <a:lnTo>
                    <a:pt x="2775226" y="1505377"/>
                  </a:lnTo>
                  <a:lnTo>
                    <a:pt x="2775343" y="1505377"/>
                  </a:lnTo>
                  <a:lnTo>
                    <a:pt x="2775461" y="1505377"/>
                  </a:lnTo>
                  <a:lnTo>
                    <a:pt x="2775579" y="1505377"/>
                  </a:lnTo>
                  <a:lnTo>
                    <a:pt x="2775579" y="1504947"/>
                  </a:lnTo>
                  <a:lnTo>
                    <a:pt x="2775579" y="1504516"/>
                  </a:lnTo>
                  <a:lnTo>
                    <a:pt x="2775696" y="1504516"/>
                  </a:lnTo>
                  <a:lnTo>
                    <a:pt x="2775814" y="1504516"/>
                  </a:lnTo>
                  <a:lnTo>
                    <a:pt x="2775814" y="1504085"/>
                  </a:lnTo>
                  <a:lnTo>
                    <a:pt x="2775931" y="1504085"/>
                  </a:lnTo>
                  <a:lnTo>
                    <a:pt x="2776049" y="1504085"/>
                  </a:lnTo>
                  <a:lnTo>
                    <a:pt x="2776167" y="1504085"/>
                  </a:lnTo>
                  <a:lnTo>
                    <a:pt x="2776284" y="1504085"/>
                  </a:lnTo>
                  <a:lnTo>
                    <a:pt x="2776402" y="1504085"/>
                  </a:lnTo>
                  <a:lnTo>
                    <a:pt x="2776519" y="1504085"/>
                  </a:lnTo>
                  <a:lnTo>
                    <a:pt x="2776519" y="1503655"/>
                  </a:lnTo>
                  <a:lnTo>
                    <a:pt x="2776637" y="1503655"/>
                  </a:lnTo>
                  <a:lnTo>
                    <a:pt x="2776755" y="1503655"/>
                  </a:lnTo>
                  <a:lnTo>
                    <a:pt x="2776872" y="1503655"/>
                  </a:lnTo>
                  <a:lnTo>
                    <a:pt x="2776990" y="1503655"/>
                  </a:lnTo>
                  <a:lnTo>
                    <a:pt x="2776990" y="1503224"/>
                  </a:lnTo>
                  <a:lnTo>
                    <a:pt x="2777108" y="1503224"/>
                  </a:lnTo>
                  <a:lnTo>
                    <a:pt x="2777225" y="1503224"/>
                  </a:lnTo>
                  <a:lnTo>
                    <a:pt x="2777343" y="1503224"/>
                  </a:lnTo>
                  <a:lnTo>
                    <a:pt x="2777460" y="1503224"/>
                  </a:lnTo>
                  <a:lnTo>
                    <a:pt x="2777578" y="1503224"/>
                  </a:lnTo>
                  <a:lnTo>
                    <a:pt x="2777696" y="1503224"/>
                  </a:lnTo>
                  <a:lnTo>
                    <a:pt x="2777813" y="1503224"/>
                  </a:lnTo>
                  <a:lnTo>
                    <a:pt x="2777931" y="1503224"/>
                  </a:lnTo>
                  <a:lnTo>
                    <a:pt x="2777931" y="1502794"/>
                  </a:lnTo>
                  <a:lnTo>
                    <a:pt x="2778048" y="1502794"/>
                  </a:lnTo>
                  <a:lnTo>
                    <a:pt x="2778048" y="1502363"/>
                  </a:lnTo>
                  <a:lnTo>
                    <a:pt x="2778166" y="1502363"/>
                  </a:lnTo>
                  <a:lnTo>
                    <a:pt x="2778166" y="1501932"/>
                  </a:lnTo>
                  <a:lnTo>
                    <a:pt x="2778284" y="1501932"/>
                  </a:lnTo>
                  <a:lnTo>
                    <a:pt x="2778401" y="1501932"/>
                  </a:lnTo>
                  <a:lnTo>
                    <a:pt x="2778519" y="1501932"/>
                  </a:lnTo>
                  <a:lnTo>
                    <a:pt x="2778637" y="1501932"/>
                  </a:lnTo>
                  <a:lnTo>
                    <a:pt x="2778754" y="1501932"/>
                  </a:lnTo>
                  <a:lnTo>
                    <a:pt x="2778872" y="1501932"/>
                  </a:lnTo>
                  <a:lnTo>
                    <a:pt x="2778989" y="1501932"/>
                  </a:lnTo>
                  <a:lnTo>
                    <a:pt x="2779107" y="1501932"/>
                  </a:lnTo>
                  <a:lnTo>
                    <a:pt x="2779225" y="1501932"/>
                  </a:lnTo>
                  <a:lnTo>
                    <a:pt x="2779342" y="1501932"/>
                  </a:lnTo>
                  <a:lnTo>
                    <a:pt x="2779342" y="1501502"/>
                  </a:lnTo>
                  <a:lnTo>
                    <a:pt x="2779460" y="1501502"/>
                  </a:lnTo>
                  <a:lnTo>
                    <a:pt x="2779577" y="1501502"/>
                  </a:lnTo>
                  <a:lnTo>
                    <a:pt x="2779695" y="1501502"/>
                  </a:lnTo>
                  <a:lnTo>
                    <a:pt x="2779813" y="1501502"/>
                  </a:lnTo>
                  <a:lnTo>
                    <a:pt x="2779930" y="1501502"/>
                  </a:lnTo>
                  <a:lnTo>
                    <a:pt x="2780048" y="1501502"/>
                  </a:lnTo>
                  <a:lnTo>
                    <a:pt x="2780165" y="1501502"/>
                  </a:lnTo>
                  <a:lnTo>
                    <a:pt x="2780283" y="1501502"/>
                  </a:lnTo>
                  <a:lnTo>
                    <a:pt x="2780401" y="1501502"/>
                  </a:lnTo>
                  <a:lnTo>
                    <a:pt x="2780518" y="1501502"/>
                  </a:lnTo>
                  <a:lnTo>
                    <a:pt x="2780518" y="1501071"/>
                  </a:lnTo>
                  <a:lnTo>
                    <a:pt x="2780636" y="1501071"/>
                  </a:lnTo>
                  <a:lnTo>
                    <a:pt x="2780754" y="1501071"/>
                  </a:lnTo>
                  <a:lnTo>
                    <a:pt x="2780871" y="1501071"/>
                  </a:lnTo>
                  <a:lnTo>
                    <a:pt x="2780989" y="1501071"/>
                  </a:lnTo>
                  <a:lnTo>
                    <a:pt x="2780989" y="1500641"/>
                  </a:lnTo>
                  <a:lnTo>
                    <a:pt x="2780989" y="1500210"/>
                  </a:lnTo>
                  <a:lnTo>
                    <a:pt x="2781106" y="1500210"/>
                  </a:lnTo>
                  <a:lnTo>
                    <a:pt x="2781106" y="1499779"/>
                  </a:lnTo>
                  <a:lnTo>
                    <a:pt x="2781106" y="1499349"/>
                  </a:lnTo>
                  <a:lnTo>
                    <a:pt x="2781224" y="1499349"/>
                  </a:lnTo>
                  <a:lnTo>
                    <a:pt x="2781342" y="1499349"/>
                  </a:lnTo>
                  <a:lnTo>
                    <a:pt x="2781459" y="1499349"/>
                  </a:lnTo>
                  <a:lnTo>
                    <a:pt x="2781577" y="1499349"/>
                  </a:lnTo>
                  <a:lnTo>
                    <a:pt x="2781694" y="1499349"/>
                  </a:lnTo>
                  <a:lnTo>
                    <a:pt x="2781694" y="1498918"/>
                  </a:lnTo>
                  <a:lnTo>
                    <a:pt x="2781694" y="1498488"/>
                  </a:lnTo>
                  <a:lnTo>
                    <a:pt x="2781812" y="1498488"/>
                  </a:lnTo>
                  <a:lnTo>
                    <a:pt x="2781930" y="1498488"/>
                  </a:lnTo>
                  <a:lnTo>
                    <a:pt x="2782047" y="1498488"/>
                  </a:lnTo>
                  <a:lnTo>
                    <a:pt x="2782165" y="1498488"/>
                  </a:lnTo>
                  <a:lnTo>
                    <a:pt x="2782283" y="1498488"/>
                  </a:lnTo>
                  <a:lnTo>
                    <a:pt x="2782400" y="1498488"/>
                  </a:lnTo>
                  <a:lnTo>
                    <a:pt x="2782518" y="1498488"/>
                  </a:lnTo>
                  <a:lnTo>
                    <a:pt x="2782635" y="1498488"/>
                  </a:lnTo>
                  <a:lnTo>
                    <a:pt x="2782753" y="1498488"/>
                  </a:lnTo>
                  <a:lnTo>
                    <a:pt x="2782871" y="1498488"/>
                  </a:lnTo>
                  <a:lnTo>
                    <a:pt x="2782988" y="1498488"/>
                  </a:lnTo>
                  <a:lnTo>
                    <a:pt x="2782988" y="1498057"/>
                  </a:lnTo>
                  <a:lnTo>
                    <a:pt x="2783106" y="1498057"/>
                  </a:lnTo>
                  <a:lnTo>
                    <a:pt x="2783223" y="1498057"/>
                  </a:lnTo>
                  <a:lnTo>
                    <a:pt x="2783341" y="1498057"/>
                  </a:lnTo>
                  <a:lnTo>
                    <a:pt x="2783341" y="1497626"/>
                  </a:lnTo>
                  <a:lnTo>
                    <a:pt x="2783459" y="1497626"/>
                  </a:lnTo>
                  <a:lnTo>
                    <a:pt x="2783459" y="1497196"/>
                  </a:lnTo>
                  <a:lnTo>
                    <a:pt x="2783576" y="1497196"/>
                  </a:lnTo>
                  <a:lnTo>
                    <a:pt x="2783576" y="1496765"/>
                  </a:lnTo>
                  <a:lnTo>
                    <a:pt x="2783694" y="1496765"/>
                  </a:lnTo>
                  <a:lnTo>
                    <a:pt x="2783812" y="1496765"/>
                  </a:lnTo>
                  <a:lnTo>
                    <a:pt x="2783929" y="1496765"/>
                  </a:lnTo>
                  <a:lnTo>
                    <a:pt x="2784047" y="1496765"/>
                  </a:lnTo>
                  <a:lnTo>
                    <a:pt x="2784164" y="1496765"/>
                  </a:lnTo>
                  <a:lnTo>
                    <a:pt x="2784164" y="1496335"/>
                  </a:lnTo>
                  <a:lnTo>
                    <a:pt x="2784164" y="1495904"/>
                  </a:lnTo>
                  <a:lnTo>
                    <a:pt x="2784282" y="1495904"/>
                  </a:lnTo>
                  <a:lnTo>
                    <a:pt x="2784282" y="1495473"/>
                  </a:lnTo>
                  <a:lnTo>
                    <a:pt x="2784400" y="1495473"/>
                  </a:lnTo>
                  <a:lnTo>
                    <a:pt x="2784400" y="1495043"/>
                  </a:lnTo>
                  <a:lnTo>
                    <a:pt x="2784517" y="1495043"/>
                  </a:lnTo>
                  <a:lnTo>
                    <a:pt x="2784635" y="1495043"/>
                  </a:lnTo>
                  <a:lnTo>
                    <a:pt x="2784752" y="1495043"/>
                  </a:lnTo>
                  <a:lnTo>
                    <a:pt x="2784752" y="1494612"/>
                  </a:lnTo>
                  <a:lnTo>
                    <a:pt x="2784752" y="1494182"/>
                  </a:lnTo>
                  <a:lnTo>
                    <a:pt x="2784870" y="1494182"/>
                  </a:lnTo>
                  <a:lnTo>
                    <a:pt x="2784988" y="1494182"/>
                  </a:lnTo>
                  <a:lnTo>
                    <a:pt x="2785105" y="1494182"/>
                  </a:lnTo>
                  <a:lnTo>
                    <a:pt x="2785105" y="1493751"/>
                  </a:lnTo>
                  <a:lnTo>
                    <a:pt x="2785223" y="1493751"/>
                  </a:lnTo>
                  <a:lnTo>
                    <a:pt x="2785341" y="1493751"/>
                  </a:lnTo>
                  <a:lnTo>
                    <a:pt x="2785341" y="1493320"/>
                  </a:lnTo>
                  <a:lnTo>
                    <a:pt x="2785458" y="1493320"/>
                  </a:lnTo>
                  <a:lnTo>
                    <a:pt x="2785576" y="1493320"/>
                  </a:lnTo>
                  <a:lnTo>
                    <a:pt x="2785693" y="1493320"/>
                  </a:lnTo>
                  <a:lnTo>
                    <a:pt x="2785693" y="1492890"/>
                  </a:lnTo>
                  <a:lnTo>
                    <a:pt x="2785811" y="1492890"/>
                  </a:lnTo>
                  <a:lnTo>
                    <a:pt x="2785811" y="1492459"/>
                  </a:lnTo>
                  <a:lnTo>
                    <a:pt x="2785811" y="1492029"/>
                  </a:lnTo>
                  <a:lnTo>
                    <a:pt x="2785929" y="1492029"/>
                  </a:lnTo>
                  <a:lnTo>
                    <a:pt x="2785929" y="1491598"/>
                  </a:lnTo>
                  <a:lnTo>
                    <a:pt x="2786046" y="1491598"/>
                  </a:lnTo>
                  <a:lnTo>
                    <a:pt x="2786164" y="1491598"/>
                  </a:lnTo>
                  <a:lnTo>
                    <a:pt x="2786281" y="1491598"/>
                  </a:lnTo>
                  <a:lnTo>
                    <a:pt x="2786399" y="1491598"/>
                  </a:lnTo>
                  <a:lnTo>
                    <a:pt x="2786517" y="1491598"/>
                  </a:lnTo>
                  <a:lnTo>
                    <a:pt x="2786634" y="1491598"/>
                  </a:lnTo>
                  <a:lnTo>
                    <a:pt x="2786634" y="1491167"/>
                  </a:lnTo>
                  <a:lnTo>
                    <a:pt x="2786752" y="1491167"/>
                  </a:lnTo>
                  <a:lnTo>
                    <a:pt x="2786870" y="1491167"/>
                  </a:lnTo>
                  <a:lnTo>
                    <a:pt x="2786870" y="1490737"/>
                  </a:lnTo>
                  <a:lnTo>
                    <a:pt x="2786987" y="1490737"/>
                  </a:lnTo>
                  <a:lnTo>
                    <a:pt x="2787105" y="1490737"/>
                  </a:lnTo>
                  <a:lnTo>
                    <a:pt x="2787222" y="1490737"/>
                  </a:lnTo>
                  <a:lnTo>
                    <a:pt x="2787340" y="1490737"/>
                  </a:lnTo>
                  <a:lnTo>
                    <a:pt x="2787458" y="1490737"/>
                  </a:lnTo>
                  <a:lnTo>
                    <a:pt x="2787575" y="1490737"/>
                  </a:lnTo>
                  <a:lnTo>
                    <a:pt x="2787693" y="1490737"/>
                  </a:lnTo>
                  <a:lnTo>
                    <a:pt x="2787810" y="1490737"/>
                  </a:lnTo>
                  <a:lnTo>
                    <a:pt x="2787928" y="1490737"/>
                  </a:lnTo>
                  <a:lnTo>
                    <a:pt x="2788046" y="1490737"/>
                  </a:lnTo>
                  <a:lnTo>
                    <a:pt x="2788163" y="1490737"/>
                  </a:lnTo>
                  <a:lnTo>
                    <a:pt x="2788163" y="1490306"/>
                  </a:lnTo>
                  <a:lnTo>
                    <a:pt x="2788281" y="1490306"/>
                  </a:lnTo>
                  <a:lnTo>
                    <a:pt x="2788398" y="1490306"/>
                  </a:lnTo>
                  <a:lnTo>
                    <a:pt x="2788398" y="1489876"/>
                  </a:lnTo>
                  <a:lnTo>
                    <a:pt x="2788398" y="1489445"/>
                  </a:lnTo>
                  <a:lnTo>
                    <a:pt x="2788516" y="1489445"/>
                  </a:lnTo>
                  <a:lnTo>
                    <a:pt x="2788516" y="1489014"/>
                  </a:lnTo>
                  <a:lnTo>
                    <a:pt x="2788634" y="1489014"/>
                  </a:lnTo>
                  <a:lnTo>
                    <a:pt x="2788751" y="1489014"/>
                  </a:lnTo>
                  <a:lnTo>
                    <a:pt x="2788869" y="1489014"/>
                  </a:lnTo>
                  <a:lnTo>
                    <a:pt x="2788987" y="1489014"/>
                  </a:lnTo>
                  <a:lnTo>
                    <a:pt x="2788987" y="1488584"/>
                  </a:lnTo>
                  <a:lnTo>
                    <a:pt x="2789104" y="1488584"/>
                  </a:lnTo>
                  <a:lnTo>
                    <a:pt x="2789222" y="1488584"/>
                  </a:lnTo>
                  <a:lnTo>
                    <a:pt x="2789339" y="1488584"/>
                  </a:lnTo>
                  <a:lnTo>
                    <a:pt x="2789457" y="1488584"/>
                  </a:lnTo>
                  <a:lnTo>
                    <a:pt x="2789575" y="1488584"/>
                  </a:lnTo>
                  <a:lnTo>
                    <a:pt x="2789692" y="1488584"/>
                  </a:lnTo>
                  <a:lnTo>
                    <a:pt x="2789692" y="1488153"/>
                  </a:lnTo>
                  <a:lnTo>
                    <a:pt x="2789810" y="1488153"/>
                  </a:lnTo>
                  <a:lnTo>
                    <a:pt x="2789927" y="1488153"/>
                  </a:lnTo>
                  <a:lnTo>
                    <a:pt x="2790045" y="1488153"/>
                  </a:lnTo>
                  <a:lnTo>
                    <a:pt x="2790163" y="1488153"/>
                  </a:lnTo>
                  <a:lnTo>
                    <a:pt x="2790280" y="1488153"/>
                  </a:lnTo>
                  <a:lnTo>
                    <a:pt x="2790398" y="1488153"/>
                  </a:lnTo>
                  <a:lnTo>
                    <a:pt x="2790516" y="1488153"/>
                  </a:lnTo>
                  <a:lnTo>
                    <a:pt x="2790633" y="1488153"/>
                  </a:lnTo>
                  <a:lnTo>
                    <a:pt x="2790751" y="1488153"/>
                  </a:lnTo>
                  <a:lnTo>
                    <a:pt x="2790751" y="1487723"/>
                  </a:lnTo>
                  <a:lnTo>
                    <a:pt x="2790751" y="1487292"/>
                  </a:lnTo>
                  <a:lnTo>
                    <a:pt x="2790751" y="1486861"/>
                  </a:lnTo>
                  <a:lnTo>
                    <a:pt x="2790751" y="1486431"/>
                  </a:lnTo>
                  <a:lnTo>
                    <a:pt x="2790751" y="1486000"/>
                  </a:lnTo>
                  <a:lnTo>
                    <a:pt x="2790868" y="1486000"/>
                  </a:lnTo>
                  <a:lnTo>
                    <a:pt x="2790986" y="1486000"/>
                  </a:lnTo>
                  <a:lnTo>
                    <a:pt x="2790986" y="1485570"/>
                  </a:lnTo>
                  <a:lnTo>
                    <a:pt x="2791104" y="1485570"/>
                  </a:lnTo>
                  <a:lnTo>
                    <a:pt x="2791221" y="1485570"/>
                  </a:lnTo>
                  <a:lnTo>
                    <a:pt x="2791339" y="1485570"/>
                  </a:lnTo>
                  <a:lnTo>
                    <a:pt x="2791456" y="1485570"/>
                  </a:lnTo>
                  <a:lnTo>
                    <a:pt x="2791574" y="1485570"/>
                  </a:lnTo>
                  <a:lnTo>
                    <a:pt x="2791692" y="1485570"/>
                  </a:lnTo>
                  <a:lnTo>
                    <a:pt x="2791809" y="1485570"/>
                  </a:lnTo>
                  <a:lnTo>
                    <a:pt x="2791927" y="1485570"/>
                  </a:lnTo>
                  <a:lnTo>
                    <a:pt x="2792045" y="1485570"/>
                  </a:lnTo>
                  <a:lnTo>
                    <a:pt x="2792162" y="1485570"/>
                  </a:lnTo>
                  <a:lnTo>
                    <a:pt x="2792280" y="1485570"/>
                  </a:lnTo>
                  <a:lnTo>
                    <a:pt x="2792397" y="1485570"/>
                  </a:lnTo>
                  <a:lnTo>
                    <a:pt x="2792515" y="1485570"/>
                  </a:lnTo>
                  <a:lnTo>
                    <a:pt x="2792515" y="1485139"/>
                  </a:lnTo>
                  <a:lnTo>
                    <a:pt x="2792633" y="1485139"/>
                  </a:lnTo>
                  <a:lnTo>
                    <a:pt x="2792633" y="1484708"/>
                  </a:lnTo>
                  <a:lnTo>
                    <a:pt x="2792750" y="1484708"/>
                  </a:lnTo>
                  <a:lnTo>
                    <a:pt x="2792868" y="1484708"/>
                  </a:lnTo>
                  <a:lnTo>
                    <a:pt x="2792985" y="1484708"/>
                  </a:lnTo>
                  <a:lnTo>
                    <a:pt x="2793103" y="1484708"/>
                  </a:lnTo>
                  <a:lnTo>
                    <a:pt x="2793221" y="1484708"/>
                  </a:lnTo>
                  <a:lnTo>
                    <a:pt x="2793338" y="1484708"/>
                  </a:lnTo>
                  <a:lnTo>
                    <a:pt x="2793456" y="1484708"/>
                  </a:lnTo>
                  <a:lnTo>
                    <a:pt x="2793574" y="1484708"/>
                  </a:lnTo>
                  <a:lnTo>
                    <a:pt x="2793691" y="1484708"/>
                  </a:lnTo>
                  <a:lnTo>
                    <a:pt x="2793809" y="1484708"/>
                  </a:lnTo>
                  <a:lnTo>
                    <a:pt x="2793926" y="1484708"/>
                  </a:lnTo>
                  <a:lnTo>
                    <a:pt x="2794044" y="1484708"/>
                  </a:lnTo>
                  <a:lnTo>
                    <a:pt x="2794162" y="1484708"/>
                  </a:lnTo>
                  <a:lnTo>
                    <a:pt x="2794162" y="1484278"/>
                  </a:lnTo>
                  <a:lnTo>
                    <a:pt x="2794279" y="1484278"/>
                  </a:lnTo>
                  <a:lnTo>
                    <a:pt x="2794397" y="1484278"/>
                  </a:lnTo>
                  <a:lnTo>
                    <a:pt x="2794514" y="1484278"/>
                  </a:lnTo>
                  <a:lnTo>
                    <a:pt x="2794632" y="1484278"/>
                  </a:lnTo>
                  <a:lnTo>
                    <a:pt x="2794750" y="1484278"/>
                  </a:lnTo>
                  <a:lnTo>
                    <a:pt x="2794867" y="1484278"/>
                  </a:lnTo>
                  <a:lnTo>
                    <a:pt x="2794985" y="1484278"/>
                  </a:lnTo>
                  <a:lnTo>
                    <a:pt x="2795103" y="1484278"/>
                  </a:lnTo>
                  <a:lnTo>
                    <a:pt x="2795220" y="1484278"/>
                  </a:lnTo>
                  <a:lnTo>
                    <a:pt x="2795338" y="1484278"/>
                  </a:lnTo>
                  <a:lnTo>
                    <a:pt x="2795455" y="1484278"/>
                  </a:lnTo>
                  <a:lnTo>
                    <a:pt x="2795573" y="1484278"/>
                  </a:lnTo>
                  <a:lnTo>
                    <a:pt x="2795691" y="1484278"/>
                  </a:lnTo>
                  <a:lnTo>
                    <a:pt x="2795808" y="1484278"/>
                  </a:lnTo>
                  <a:lnTo>
                    <a:pt x="2795926" y="1484278"/>
                  </a:lnTo>
                  <a:lnTo>
                    <a:pt x="2796043" y="1484278"/>
                  </a:lnTo>
                  <a:lnTo>
                    <a:pt x="2796043" y="1483847"/>
                  </a:lnTo>
                  <a:lnTo>
                    <a:pt x="2796161" y="1483847"/>
                  </a:lnTo>
                  <a:lnTo>
                    <a:pt x="2796279" y="1483847"/>
                  </a:lnTo>
                  <a:lnTo>
                    <a:pt x="2796396" y="1483847"/>
                  </a:lnTo>
                  <a:lnTo>
                    <a:pt x="2796396" y="1483417"/>
                  </a:lnTo>
                  <a:lnTo>
                    <a:pt x="2796514" y="1483417"/>
                  </a:lnTo>
                  <a:lnTo>
                    <a:pt x="2796631" y="1483417"/>
                  </a:lnTo>
                  <a:lnTo>
                    <a:pt x="2796631" y="1482986"/>
                  </a:lnTo>
                  <a:lnTo>
                    <a:pt x="2796749" y="1482986"/>
                  </a:lnTo>
                  <a:lnTo>
                    <a:pt x="2796867" y="1482986"/>
                  </a:lnTo>
                  <a:lnTo>
                    <a:pt x="2796984" y="1482986"/>
                  </a:lnTo>
                  <a:lnTo>
                    <a:pt x="2797102" y="1482986"/>
                  </a:lnTo>
                  <a:lnTo>
                    <a:pt x="2797220" y="1482986"/>
                  </a:lnTo>
                  <a:lnTo>
                    <a:pt x="2797337" y="1482986"/>
                  </a:lnTo>
                  <a:lnTo>
                    <a:pt x="2797455" y="1482986"/>
                  </a:lnTo>
                  <a:lnTo>
                    <a:pt x="2797572" y="1482986"/>
                  </a:lnTo>
                  <a:lnTo>
                    <a:pt x="2797690" y="1482986"/>
                  </a:lnTo>
                  <a:lnTo>
                    <a:pt x="2797808" y="1482986"/>
                  </a:lnTo>
                  <a:lnTo>
                    <a:pt x="2797925" y="1482986"/>
                  </a:lnTo>
                  <a:lnTo>
                    <a:pt x="2798043" y="1482986"/>
                  </a:lnTo>
                  <a:lnTo>
                    <a:pt x="2798043" y="1482555"/>
                  </a:lnTo>
                  <a:lnTo>
                    <a:pt x="2798160" y="1482555"/>
                  </a:lnTo>
                  <a:lnTo>
                    <a:pt x="2798278" y="1482555"/>
                  </a:lnTo>
                  <a:lnTo>
                    <a:pt x="2798396" y="1482555"/>
                  </a:lnTo>
                  <a:lnTo>
                    <a:pt x="2798513" y="1482555"/>
                  </a:lnTo>
                  <a:lnTo>
                    <a:pt x="2798631" y="1482555"/>
                  </a:lnTo>
                  <a:lnTo>
                    <a:pt x="2798749" y="1482555"/>
                  </a:lnTo>
                  <a:lnTo>
                    <a:pt x="2798866" y="1482555"/>
                  </a:lnTo>
                  <a:lnTo>
                    <a:pt x="2798866" y="1482125"/>
                  </a:lnTo>
                  <a:lnTo>
                    <a:pt x="2798984" y="1482125"/>
                  </a:lnTo>
                  <a:lnTo>
                    <a:pt x="2799101" y="1482125"/>
                  </a:lnTo>
                  <a:lnTo>
                    <a:pt x="2799219" y="1482125"/>
                  </a:lnTo>
                  <a:lnTo>
                    <a:pt x="2799337" y="1482125"/>
                  </a:lnTo>
                  <a:lnTo>
                    <a:pt x="2799454" y="1482125"/>
                  </a:lnTo>
                  <a:lnTo>
                    <a:pt x="2799572" y="1482125"/>
                  </a:lnTo>
                  <a:lnTo>
                    <a:pt x="2799689" y="1482125"/>
                  </a:lnTo>
                  <a:lnTo>
                    <a:pt x="2799807" y="1482125"/>
                  </a:lnTo>
                  <a:lnTo>
                    <a:pt x="2799925" y="1482125"/>
                  </a:lnTo>
                  <a:lnTo>
                    <a:pt x="2800042" y="1482125"/>
                  </a:lnTo>
                  <a:lnTo>
                    <a:pt x="2800160" y="1482125"/>
                  </a:lnTo>
                  <a:lnTo>
                    <a:pt x="2800278" y="1482125"/>
                  </a:lnTo>
                  <a:lnTo>
                    <a:pt x="2800395" y="1482125"/>
                  </a:lnTo>
                  <a:lnTo>
                    <a:pt x="2800395" y="1481694"/>
                  </a:lnTo>
                  <a:lnTo>
                    <a:pt x="2800513" y="1481694"/>
                  </a:lnTo>
                  <a:lnTo>
                    <a:pt x="2800513" y="1481264"/>
                  </a:lnTo>
                  <a:lnTo>
                    <a:pt x="2800630" y="1481264"/>
                  </a:lnTo>
                  <a:lnTo>
                    <a:pt x="2800748" y="1481264"/>
                  </a:lnTo>
                  <a:lnTo>
                    <a:pt x="2800866" y="1481264"/>
                  </a:lnTo>
                  <a:lnTo>
                    <a:pt x="2800983" y="1481264"/>
                  </a:lnTo>
                  <a:lnTo>
                    <a:pt x="2800983" y="1480833"/>
                  </a:lnTo>
                  <a:lnTo>
                    <a:pt x="2801101" y="1480833"/>
                  </a:lnTo>
                  <a:lnTo>
                    <a:pt x="2801218" y="1480833"/>
                  </a:lnTo>
                  <a:lnTo>
                    <a:pt x="2801336" y="1480833"/>
                  </a:lnTo>
                  <a:lnTo>
                    <a:pt x="2801454" y="1480833"/>
                  </a:lnTo>
                  <a:lnTo>
                    <a:pt x="2801571" y="1480833"/>
                  </a:lnTo>
                  <a:lnTo>
                    <a:pt x="2801689" y="1480833"/>
                  </a:lnTo>
                  <a:lnTo>
                    <a:pt x="2801807" y="1480833"/>
                  </a:lnTo>
                  <a:lnTo>
                    <a:pt x="2801807" y="1480402"/>
                  </a:lnTo>
                  <a:lnTo>
                    <a:pt x="2801924" y="1480402"/>
                  </a:lnTo>
                  <a:lnTo>
                    <a:pt x="2802042" y="1480402"/>
                  </a:lnTo>
                  <a:lnTo>
                    <a:pt x="2802159" y="1480402"/>
                  </a:lnTo>
                  <a:lnTo>
                    <a:pt x="2802277" y="1480402"/>
                  </a:lnTo>
                  <a:lnTo>
                    <a:pt x="2802395" y="1480402"/>
                  </a:lnTo>
                  <a:lnTo>
                    <a:pt x="2802395" y="1479972"/>
                  </a:lnTo>
                  <a:lnTo>
                    <a:pt x="2802512" y="1479972"/>
                  </a:lnTo>
                  <a:lnTo>
                    <a:pt x="2802630" y="1479972"/>
                  </a:lnTo>
                  <a:lnTo>
                    <a:pt x="2802747" y="1479972"/>
                  </a:lnTo>
                  <a:lnTo>
                    <a:pt x="2802865" y="1479972"/>
                  </a:lnTo>
                  <a:lnTo>
                    <a:pt x="2802983" y="1479972"/>
                  </a:lnTo>
                  <a:lnTo>
                    <a:pt x="2803100" y="1479972"/>
                  </a:lnTo>
                  <a:lnTo>
                    <a:pt x="2803218" y="1479972"/>
                  </a:lnTo>
                  <a:lnTo>
                    <a:pt x="2803218" y="1479541"/>
                  </a:lnTo>
                  <a:lnTo>
                    <a:pt x="2803218" y="1479111"/>
                  </a:lnTo>
                  <a:lnTo>
                    <a:pt x="2803336" y="1479111"/>
                  </a:lnTo>
                  <a:lnTo>
                    <a:pt x="2803453" y="1479111"/>
                  </a:lnTo>
                  <a:lnTo>
                    <a:pt x="2803571" y="1479111"/>
                  </a:lnTo>
                  <a:lnTo>
                    <a:pt x="2803688" y="1479111"/>
                  </a:lnTo>
                  <a:lnTo>
                    <a:pt x="2803806" y="1479111"/>
                  </a:lnTo>
                  <a:lnTo>
                    <a:pt x="2803924" y="1479111"/>
                  </a:lnTo>
                  <a:lnTo>
                    <a:pt x="2804041" y="1479111"/>
                  </a:lnTo>
                  <a:lnTo>
                    <a:pt x="2804159" y="1479111"/>
                  </a:lnTo>
                  <a:lnTo>
                    <a:pt x="2804276" y="1479111"/>
                  </a:lnTo>
                  <a:lnTo>
                    <a:pt x="2804394" y="1479111"/>
                  </a:lnTo>
                  <a:lnTo>
                    <a:pt x="2804512" y="1479111"/>
                  </a:lnTo>
                  <a:lnTo>
                    <a:pt x="2804629" y="1479111"/>
                  </a:lnTo>
                  <a:lnTo>
                    <a:pt x="2804629" y="1478680"/>
                  </a:lnTo>
                  <a:lnTo>
                    <a:pt x="2804747" y="1478680"/>
                  </a:lnTo>
                  <a:lnTo>
                    <a:pt x="2804864" y="1478680"/>
                  </a:lnTo>
                  <a:lnTo>
                    <a:pt x="2804982" y="1478680"/>
                  </a:lnTo>
                  <a:lnTo>
                    <a:pt x="2805100" y="1478680"/>
                  </a:lnTo>
                  <a:lnTo>
                    <a:pt x="2805217" y="1478680"/>
                  </a:lnTo>
                  <a:lnTo>
                    <a:pt x="2805217" y="1478249"/>
                  </a:lnTo>
                  <a:lnTo>
                    <a:pt x="2805335" y="1478249"/>
                  </a:lnTo>
                  <a:lnTo>
                    <a:pt x="2805453" y="1478249"/>
                  </a:lnTo>
                  <a:lnTo>
                    <a:pt x="2805570" y="1478249"/>
                  </a:lnTo>
                  <a:lnTo>
                    <a:pt x="2805688" y="1478249"/>
                  </a:lnTo>
                  <a:lnTo>
                    <a:pt x="2805805" y="1478249"/>
                  </a:lnTo>
                  <a:lnTo>
                    <a:pt x="2805923" y="1478249"/>
                  </a:lnTo>
                  <a:lnTo>
                    <a:pt x="2806041" y="1478249"/>
                  </a:lnTo>
                  <a:lnTo>
                    <a:pt x="2806158" y="1478249"/>
                  </a:lnTo>
                  <a:lnTo>
                    <a:pt x="2806276" y="1478249"/>
                  </a:lnTo>
                  <a:lnTo>
                    <a:pt x="2806393" y="1478249"/>
                  </a:lnTo>
                  <a:lnTo>
                    <a:pt x="2806511" y="1478249"/>
                  </a:lnTo>
                  <a:lnTo>
                    <a:pt x="2806511" y="1477819"/>
                  </a:lnTo>
                  <a:lnTo>
                    <a:pt x="2806629" y="1477819"/>
                  </a:lnTo>
                  <a:lnTo>
                    <a:pt x="2806629" y="1477388"/>
                  </a:lnTo>
                  <a:lnTo>
                    <a:pt x="2806746" y="1477388"/>
                  </a:lnTo>
                  <a:lnTo>
                    <a:pt x="2806864" y="1477388"/>
                  </a:lnTo>
                  <a:lnTo>
                    <a:pt x="2806982" y="1477388"/>
                  </a:lnTo>
                  <a:lnTo>
                    <a:pt x="2807099" y="1477388"/>
                  </a:lnTo>
                  <a:lnTo>
                    <a:pt x="2807099" y="1476958"/>
                  </a:lnTo>
                  <a:lnTo>
                    <a:pt x="2807217" y="1476958"/>
                  </a:lnTo>
                  <a:lnTo>
                    <a:pt x="2807334" y="1476958"/>
                  </a:lnTo>
                  <a:lnTo>
                    <a:pt x="2807334" y="1476527"/>
                  </a:lnTo>
                  <a:lnTo>
                    <a:pt x="2807452" y="1476527"/>
                  </a:lnTo>
                  <a:lnTo>
                    <a:pt x="2807570" y="1476527"/>
                  </a:lnTo>
                  <a:lnTo>
                    <a:pt x="2807687" y="1476527"/>
                  </a:lnTo>
                  <a:lnTo>
                    <a:pt x="2807687" y="1476096"/>
                  </a:lnTo>
                  <a:lnTo>
                    <a:pt x="2807687" y="1475666"/>
                  </a:lnTo>
                  <a:lnTo>
                    <a:pt x="2807805" y="1475666"/>
                  </a:lnTo>
                  <a:lnTo>
                    <a:pt x="2807922" y="1475666"/>
                  </a:lnTo>
                  <a:lnTo>
                    <a:pt x="2807922" y="1475235"/>
                  </a:lnTo>
                  <a:lnTo>
                    <a:pt x="2808040" y="1475235"/>
                  </a:lnTo>
                  <a:lnTo>
                    <a:pt x="2808158" y="1475235"/>
                  </a:lnTo>
                  <a:lnTo>
                    <a:pt x="2808275" y="1475235"/>
                  </a:lnTo>
                  <a:lnTo>
                    <a:pt x="2808275" y="1474805"/>
                  </a:lnTo>
                  <a:lnTo>
                    <a:pt x="2808393" y="1474805"/>
                  </a:lnTo>
                  <a:lnTo>
                    <a:pt x="2808511" y="1474805"/>
                  </a:lnTo>
                  <a:lnTo>
                    <a:pt x="2808628" y="1474805"/>
                  </a:lnTo>
                  <a:lnTo>
                    <a:pt x="2808628" y="1474374"/>
                  </a:lnTo>
                  <a:lnTo>
                    <a:pt x="2808746" y="1474374"/>
                  </a:lnTo>
                  <a:lnTo>
                    <a:pt x="2808863" y="1474374"/>
                  </a:lnTo>
                  <a:lnTo>
                    <a:pt x="2808981" y="1474374"/>
                  </a:lnTo>
                  <a:lnTo>
                    <a:pt x="2809099" y="1474374"/>
                  </a:lnTo>
                  <a:lnTo>
                    <a:pt x="2809216" y="1474374"/>
                  </a:lnTo>
                  <a:lnTo>
                    <a:pt x="2809216" y="1473943"/>
                  </a:lnTo>
                  <a:lnTo>
                    <a:pt x="2809216" y="1473513"/>
                  </a:lnTo>
                  <a:lnTo>
                    <a:pt x="2809334" y="1473513"/>
                  </a:lnTo>
                  <a:lnTo>
                    <a:pt x="2809334" y="1473082"/>
                  </a:lnTo>
                  <a:lnTo>
                    <a:pt x="2809451" y="1473082"/>
                  </a:lnTo>
                  <a:lnTo>
                    <a:pt x="2809569" y="1473082"/>
                  </a:lnTo>
                  <a:lnTo>
                    <a:pt x="2809687" y="1473082"/>
                  </a:lnTo>
                  <a:lnTo>
                    <a:pt x="2809687" y="1472652"/>
                  </a:lnTo>
                  <a:lnTo>
                    <a:pt x="2809804" y="1472652"/>
                  </a:lnTo>
                  <a:lnTo>
                    <a:pt x="2809922" y="1472652"/>
                  </a:lnTo>
                  <a:lnTo>
                    <a:pt x="2809922" y="1472221"/>
                  </a:lnTo>
                  <a:lnTo>
                    <a:pt x="2810040" y="1472221"/>
                  </a:lnTo>
                  <a:lnTo>
                    <a:pt x="2810157" y="1472221"/>
                  </a:lnTo>
                  <a:lnTo>
                    <a:pt x="2810275" y="1472221"/>
                  </a:lnTo>
                  <a:lnTo>
                    <a:pt x="2810275" y="1471790"/>
                  </a:lnTo>
                  <a:lnTo>
                    <a:pt x="2810392" y="1471790"/>
                  </a:lnTo>
                  <a:lnTo>
                    <a:pt x="2810510" y="1471790"/>
                  </a:lnTo>
                  <a:lnTo>
                    <a:pt x="2810628" y="1471790"/>
                  </a:lnTo>
                  <a:lnTo>
                    <a:pt x="2810628" y="1471360"/>
                  </a:lnTo>
                  <a:lnTo>
                    <a:pt x="2810745" y="1471360"/>
                  </a:lnTo>
                  <a:lnTo>
                    <a:pt x="2810863" y="1471360"/>
                  </a:lnTo>
                  <a:lnTo>
                    <a:pt x="2810980" y="1471360"/>
                  </a:lnTo>
                  <a:lnTo>
                    <a:pt x="2811098" y="1471360"/>
                  </a:lnTo>
                  <a:lnTo>
                    <a:pt x="2811098" y="1470929"/>
                  </a:lnTo>
                  <a:lnTo>
                    <a:pt x="2811098" y="1470499"/>
                  </a:lnTo>
                  <a:lnTo>
                    <a:pt x="2811216" y="1470499"/>
                  </a:lnTo>
                  <a:lnTo>
                    <a:pt x="2811333" y="1470499"/>
                  </a:lnTo>
                  <a:lnTo>
                    <a:pt x="2811333" y="1470068"/>
                  </a:lnTo>
                  <a:lnTo>
                    <a:pt x="2811451" y="1470068"/>
                  </a:lnTo>
                  <a:lnTo>
                    <a:pt x="2811569" y="1470068"/>
                  </a:lnTo>
                  <a:lnTo>
                    <a:pt x="2811686" y="1470068"/>
                  </a:lnTo>
                  <a:lnTo>
                    <a:pt x="2811686" y="1469637"/>
                  </a:lnTo>
                  <a:lnTo>
                    <a:pt x="2811804" y="1469637"/>
                  </a:lnTo>
                  <a:lnTo>
                    <a:pt x="2811921" y="1469637"/>
                  </a:lnTo>
                  <a:lnTo>
                    <a:pt x="2811921" y="1469207"/>
                  </a:lnTo>
                  <a:lnTo>
                    <a:pt x="2812039" y="1469207"/>
                  </a:lnTo>
                  <a:lnTo>
                    <a:pt x="2812157" y="1469207"/>
                  </a:lnTo>
                  <a:lnTo>
                    <a:pt x="2812274" y="1469207"/>
                  </a:lnTo>
                  <a:lnTo>
                    <a:pt x="2812392" y="1469207"/>
                  </a:lnTo>
                  <a:lnTo>
                    <a:pt x="2812509" y="1469207"/>
                  </a:lnTo>
                  <a:lnTo>
                    <a:pt x="2812627" y="1469207"/>
                  </a:lnTo>
                  <a:lnTo>
                    <a:pt x="2812745" y="1469207"/>
                  </a:lnTo>
                  <a:lnTo>
                    <a:pt x="2812862" y="1469207"/>
                  </a:lnTo>
                  <a:lnTo>
                    <a:pt x="2812862" y="1468776"/>
                  </a:lnTo>
                  <a:lnTo>
                    <a:pt x="2812980" y="1468776"/>
                  </a:lnTo>
                  <a:lnTo>
                    <a:pt x="2813097" y="1468776"/>
                  </a:lnTo>
                  <a:lnTo>
                    <a:pt x="2813215" y="1468776"/>
                  </a:lnTo>
                  <a:lnTo>
                    <a:pt x="2813333" y="1468776"/>
                  </a:lnTo>
                  <a:lnTo>
                    <a:pt x="2813333" y="1468346"/>
                  </a:lnTo>
                  <a:lnTo>
                    <a:pt x="2813450" y="1468346"/>
                  </a:lnTo>
                  <a:lnTo>
                    <a:pt x="2813568" y="1468346"/>
                  </a:lnTo>
                  <a:lnTo>
                    <a:pt x="2813686" y="1468346"/>
                  </a:lnTo>
                  <a:lnTo>
                    <a:pt x="2813803" y="1468346"/>
                  </a:lnTo>
                  <a:lnTo>
                    <a:pt x="2813803" y="1467915"/>
                  </a:lnTo>
                  <a:lnTo>
                    <a:pt x="2813921" y="1467915"/>
                  </a:lnTo>
                  <a:lnTo>
                    <a:pt x="2814038" y="1467915"/>
                  </a:lnTo>
                  <a:lnTo>
                    <a:pt x="2814156" y="1467915"/>
                  </a:lnTo>
                  <a:lnTo>
                    <a:pt x="2814274" y="1467915"/>
                  </a:lnTo>
                  <a:lnTo>
                    <a:pt x="2814391" y="1467915"/>
                  </a:lnTo>
                  <a:lnTo>
                    <a:pt x="2814509" y="1467915"/>
                  </a:lnTo>
                  <a:lnTo>
                    <a:pt x="2814626" y="1467915"/>
                  </a:lnTo>
                  <a:lnTo>
                    <a:pt x="2814744" y="1467915"/>
                  </a:lnTo>
                  <a:lnTo>
                    <a:pt x="2814862" y="1467915"/>
                  </a:lnTo>
                  <a:lnTo>
                    <a:pt x="2814979" y="1467915"/>
                  </a:lnTo>
                  <a:lnTo>
                    <a:pt x="2815097" y="1467915"/>
                  </a:lnTo>
                  <a:lnTo>
                    <a:pt x="2815215" y="1467915"/>
                  </a:lnTo>
                  <a:lnTo>
                    <a:pt x="2815215" y="1467484"/>
                  </a:lnTo>
                  <a:lnTo>
                    <a:pt x="2815332" y="1467484"/>
                  </a:lnTo>
                  <a:lnTo>
                    <a:pt x="2815450" y="1467484"/>
                  </a:lnTo>
                  <a:lnTo>
                    <a:pt x="2815567" y="1467484"/>
                  </a:lnTo>
                  <a:lnTo>
                    <a:pt x="2815685" y="1467484"/>
                  </a:lnTo>
                  <a:lnTo>
                    <a:pt x="2815803" y="1467484"/>
                  </a:lnTo>
                  <a:lnTo>
                    <a:pt x="2815920" y="1467484"/>
                  </a:lnTo>
                  <a:lnTo>
                    <a:pt x="2815920" y="1467054"/>
                  </a:lnTo>
                  <a:lnTo>
                    <a:pt x="2816038" y="1467054"/>
                  </a:lnTo>
                  <a:lnTo>
                    <a:pt x="2816038" y="1466623"/>
                  </a:lnTo>
                  <a:lnTo>
                    <a:pt x="2816155" y="1466623"/>
                  </a:lnTo>
                  <a:lnTo>
                    <a:pt x="2816273" y="1466623"/>
                  </a:lnTo>
                  <a:lnTo>
                    <a:pt x="2816391" y="1466623"/>
                  </a:lnTo>
                  <a:lnTo>
                    <a:pt x="2816508" y="1466623"/>
                  </a:lnTo>
                  <a:lnTo>
                    <a:pt x="2816508" y="1466193"/>
                  </a:lnTo>
                  <a:lnTo>
                    <a:pt x="2816626" y="1466193"/>
                  </a:lnTo>
                  <a:lnTo>
                    <a:pt x="2816744" y="1466193"/>
                  </a:lnTo>
                  <a:lnTo>
                    <a:pt x="2816861" y="1466193"/>
                  </a:lnTo>
                  <a:lnTo>
                    <a:pt x="2816979" y="1466193"/>
                  </a:lnTo>
                  <a:lnTo>
                    <a:pt x="2817096" y="1466193"/>
                  </a:lnTo>
                  <a:lnTo>
                    <a:pt x="2817214" y="1466193"/>
                  </a:lnTo>
                  <a:lnTo>
                    <a:pt x="2817332" y="1466193"/>
                  </a:lnTo>
                  <a:lnTo>
                    <a:pt x="2817332" y="1465762"/>
                  </a:lnTo>
                  <a:lnTo>
                    <a:pt x="2817449" y="1465762"/>
                  </a:lnTo>
                  <a:lnTo>
                    <a:pt x="2817567" y="1465762"/>
                  </a:lnTo>
                  <a:lnTo>
                    <a:pt x="2817684" y="1465762"/>
                  </a:lnTo>
                  <a:lnTo>
                    <a:pt x="2817802" y="1465762"/>
                  </a:lnTo>
                  <a:lnTo>
                    <a:pt x="2817920" y="1465762"/>
                  </a:lnTo>
                  <a:lnTo>
                    <a:pt x="2818037" y="1465762"/>
                  </a:lnTo>
                  <a:lnTo>
                    <a:pt x="2818155" y="1465762"/>
                  </a:lnTo>
                  <a:lnTo>
                    <a:pt x="2818155" y="1465331"/>
                  </a:lnTo>
                  <a:lnTo>
                    <a:pt x="2818273" y="1465331"/>
                  </a:lnTo>
                  <a:lnTo>
                    <a:pt x="2818390" y="1465331"/>
                  </a:lnTo>
                  <a:lnTo>
                    <a:pt x="2818508" y="1465331"/>
                  </a:lnTo>
                  <a:lnTo>
                    <a:pt x="2818508" y="1464901"/>
                  </a:lnTo>
                  <a:lnTo>
                    <a:pt x="2818625" y="1464901"/>
                  </a:lnTo>
                  <a:lnTo>
                    <a:pt x="2818743" y="1464901"/>
                  </a:lnTo>
                  <a:lnTo>
                    <a:pt x="2818743" y="1464470"/>
                  </a:lnTo>
                  <a:lnTo>
                    <a:pt x="2818743" y="1464040"/>
                  </a:lnTo>
                  <a:lnTo>
                    <a:pt x="2818861" y="1464040"/>
                  </a:lnTo>
                  <a:lnTo>
                    <a:pt x="2818978" y="1464040"/>
                  </a:lnTo>
                  <a:lnTo>
                    <a:pt x="2819096" y="1464040"/>
                  </a:lnTo>
                  <a:lnTo>
                    <a:pt x="2819213" y="1464040"/>
                  </a:lnTo>
                  <a:lnTo>
                    <a:pt x="2819331" y="1464040"/>
                  </a:lnTo>
                  <a:lnTo>
                    <a:pt x="2819449" y="1464040"/>
                  </a:lnTo>
                  <a:lnTo>
                    <a:pt x="2819566" y="1464040"/>
                  </a:lnTo>
                  <a:lnTo>
                    <a:pt x="2819684" y="1464040"/>
                  </a:lnTo>
                  <a:lnTo>
                    <a:pt x="2819802" y="1464040"/>
                  </a:lnTo>
                  <a:lnTo>
                    <a:pt x="2819919" y="1464040"/>
                  </a:lnTo>
                  <a:lnTo>
                    <a:pt x="2820037" y="1464040"/>
                  </a:lnTo>
                  <a:lnTo>
                    <a:pt x="2820154" y="1464040"/>
                  </a:lnTo>
                  <a:lnTo>
                    <a:pt x="2820154" y="1463609"/>
                  </a:lnTo>
                  <a:lnTo>
                    <a:pt x="2820272" y="1463609"/>
                  </a:lnTo>
                  <a:lnTo>
                    <a:pt x="2820272" y="1463178"/>
                  </a:lnTo>
                  <a:lnTo>
                    <a:pt x="2820390" y="1463178"/>
                  </a:lnTo>
                  <a:lnTo>
                    <a:pt x="2820507" y="1463178"/>
                  </a:lnTo>
                  <a:lnTo>
                    <a:pt x="2820625" y="1463178"/>
                  </a:lnTo>
                  <a:lnTo>
                    <a:pt x="2820742" y="1463178"/>
                  </a:lnTo>
                  <a:lnTo>
                    <a:pt x="2820860" y="1463178"/>
                  </a:lnTo>
                  <a:lnTo>
                    <a:pt x="2820860" y="1462748"/>
                  </a:lnTo>
                  <a:lnTo>
                    <a:pt x="2820978" y="1462748"/>
                  </a:lnTo>
                  <a:lnTo>
                    <a:pt x="2820978" y="1462317"/>
                  </a:lnTo>
                  <a:lnTo>
                    <a:pt x="2820978" y="1461887"/>
                  </a:lnTo>
                  <a:lnTo>
                    <a:pt x="2821095" y="1461887"/>
                  </a:lnTo>
                  <a:lnTo>
                    <a:pt x="2821213" y="1461887"/>
                  </a:lnTo>
                  <a:lnTo>
                    <a:pt x="2821330" y="1461887"/>
                  </a:lnTo>
                  <a:lnTo>
                    <a:pt x="2821448" y="1461887"/>
                  </a:lnTo>
                  <a:lnTo>
                    <a:pt x="2821566" y="1461887"/>
                  </a:lnTo>
                  <a:lnTo>
                    <a:pt x="2821683" y="1461887"/>
                  </a:lnTo>
                  <a:lnTo>
                    <a:pt x="2821801" y="1461887"/>
                  </a:lnTo>
                  <a:lnTo>
                    <a:pt x="2821919" y="1461887"/>
                  </a:lnTo>
                  <a:lnTo>
                    <a:pt x="2822036" y="1461887"/>
                  </a:lnTo>
                  <a:lnTo>
                    <a:pt x="2822154" y="1461887"/>
                  </a:lnTo>
                  <a:lnTo>
                    <a:pt x="2822271" y="1461887"/>
                  </a:lnTo>
                  <a:lnTo>
                    <a:pt x="2822271" y="1461456"/>
                  </a:lnTo>
                  <a:lnTo>
                    <a:pt x="2822389" y="1461456"/>
                  </a:lnTo>
                  <a:lnTo>
                    <a:pt x="2822507" y="1461456"/>
                  </a:lnTo>
                  <a:lnTo>
                    <a:pt x="2822507" y="1461025"/>
                  </a:lnTo>
                  <a:lnTo>
                    <a:pt x="2822507" y="1460595"/>
                  </a:lnTo>
                  <a:lnTo>
                    <a:pt x="2822624" y="1460595"/>
                  </a:lnTo>
                  <a:lnTo>
                    <a:pt x="2822742" y="1460595"/>
                  </a:lnTo>
                  <a:lnTo>
                    <a:pt x="2822859" y="1460595"/>
                  </a:lnTo>
                  <a:lnTo>
                    <a:pt x="2822977" y="1460595"/>
                  </a:lnTo>
                  <a:lnTo>
                    <a:pt x="2822977" y="1460164"/>
                  </a:lnTo>
                  <a:lnTo>
                    <a:pt x="2823095" y="1460164"/>
                  </a:lnTo>
                  <a:lnTo>
                    <a:pt x="2823212" y="1460164"/>
                  </a:lnTo>
                  <a:lnTo>
                    <a:pt x="2823330" y="1460164"/>
                  </a:lnTo>
                  <a:lnTo>
                    <a:pt x="2823448" y="1460164"/>
                  </a:lnTo>
                  <a:lnTo>
                    <a:pt x="2823565" y="1460164"/>
                  </a:lnTo>
                  <a:lnTo>
                    <a:pt x="2823683" y="1460164"/>
                  </a:lnTo>
                  <a:lnTo>
                    <a:pt x="2823800" y="1460164"/>
                  </a:lnTo>
                  <a:lnTo>
                    <a:pt x="2823918" y="1460164"/>
                  </a:lnTo>
                  <a:lnTo>
                    <a:pt x="2824036" y="1460164"/>
                  </a:lnTo>
                  <a:lnTo>
                    <a:pt x="2824153" y="1460164"/>
                  </a:lnTo>
                  <a:lnTo>
                    <a:pt x="2824271" y="1460164"/>
                  </a:lnTo>
                  <a:lnTo>
                    <a:pt x="2824271" y="1459734"/>
                  </a:lnTo>
                  <a:lnTo>
                    <a:pt x="2824388" y="1459734"/>
                  </a:lnTo>
                  <a:lnTo>
                    <a:pt x="2824506" y="1459734"/>
                  </a:lnTo>
                  <a:lnTo>
                    <a:pt x="2824624" y="1459734"/>
                  </a:lnTo>
                  <a:lnTo>
                    <a:pt x="2824624" y="1459303"/>
                  </a:lnTo>
                  <a:lnTo>
                    <a:pt x="2824741" y="1459303"/>
                  </a:lnTo>
                  <a:lnTo>
                    <a:pt x="2824859" y="1459303"/>
                  </a:lnTo>
                  <a:lnTo>
                    <a:pt x="2824859" y="1458872"/>
                  </a:lnTo>
                  <a:lnTo>
                    <a:pt x="2824977" y="1458872"/>
                  </a:lnTo>
                  <a:lnTo>
                    <a:pt x="2825094" y="1458872"/>
                  </a:lnTo>
                  <a:lnTo>
                    <a:pt x="2825212" y="1458872"/>
                  </a:lnTo>
                  <a:lnTo>
                    <a:pt x="2825329" y="1458872"/>
                  </a:lnTo>
                  <a:lnTo>
                    <a:pt x="2825447" y="1458872"/>
                  </a:lnTo>
                  <a:lnTo>
                    <a:pt x="2825565" y="1458872"/>
                  </a:lnTo>
                  <a:lnTo>
                    <a:pt x="2825682" y="1458872"/>
                  </a:lnTo>
                  <a:lnTo>
                    <a:pt x="2825800" y="1458872"/>
                  </a:lnTo>
                  <a:lnTo>
                    <a:pt x="2825917" y="1458872"/>
                  </a:lnTo>
                  <a:lnTo>
                    <a:pt x="2826035" y="1458872"/>
                  </a:lnTo>
                  <a:lnTo>
                    <a:pt x="2826153" y="1458872"/>
                  </a:lnTo>
                  <a:lnTo>
                    <a:pt x="2826270" y="1458872"/>
                  </a:lnTo>
                  <a:lnTo>
                    <a:pt x="2826388" y="1458872"/>
                  </a:lnTo>
                  <a:lnTo>
                    <a:pt x="2826506" y="1458872"/>
                  </a:lnTo>
                  <a:lnTo>
                    <a:pt x="2826623" y="1458872"/>
                  </a:lnTo>
                  <a:lnTo>
                    <a:pt x="2826741" y="1458872"/>
                  </a:lnTo>
                  <a:lnTo>
                    <a:pt x="2826858" y="1458872"/>
                  </a:lnTo>
                  <a:lnTo>
                    <a:pt x="2826858" y="1458442"/>
                  </a:lnTo>
                  <a:lnTo>
                    <a:pt x="2826976" y="1458442"/>
                  </a:lnTo>
                  <a:lnTo>
                    <a:pt x="2826976" y="1458011"/>
                  </a:lnTo>
                  <a:lnTo>
                    <a:pt x="2827094" y="1458011"/>
                  </a:lnTo>
                  <a:lnTo>
                    <a:pt x="2827211" y="1458011"/>
                  </a:lnTo>
                  <a:lnTo>
                    <a:pt x="2827211" y="1457581"/>
                  </a:lnTo>
                  <a:lnTo>
                    <a:pt x="2827329" y="1457581"/>
                  </a:lnTo>
                  <a:lnTo>
                    <a:pt x="2827446" y="1457581"/>
                  </a:lnTo>
                  <a:lnTo>
                    <a:pt x="2827564" y="1457581"/>
                  </a:lnTo>
                  <a:lnTo>
                    <a:pt x="2827682" y="1457581"/>
                  </a:lnTo>
                  <a:lnTo>
                    <a:pt x="2827799" y="1457581"/>
                  </a:lnTo>
                  <a:lnTo>
                    <a:pt x="2827917" y="1457581"/>
                  </a:lnTo>
                  <a:lnTo>
                    <a:pt x="2828034" y="1457581"/>
                  </a:lnTo>
                  <a:lnTo>
                    <a:pt x="2828152" y="1457581"/>
                  </a:lnTo>
                  <a:lnTo>
                    <a:pt x="2828152" y="1457150"/>
                  </a:lnTo>
                  <a:lnTo>
                    <a:pt x="2828270" y="1457150"/>
                  </a:lnTo>
                  <a:lnTo>
                    <a:pt x="2828270" y="1456719"/>
                  </a:lnTo>
                  <a:lnTo>
                    <a:pt x="2828387" y="1456719"/>
                  </a:lnTo>
                  <a:lnTo>
                    <a:pt x="2828505" y="1456719"/>
                  </a:lnTo>
                  <a:lnTo>
                    <a:pt x="2828623" y="1456719"/>
                  </a:lnTo>
                  <a:lnTo>
                    <a:pt x="2828623" y="1456289"/>
                  </a:lnTo>
                  <a:lnTo>
                    <a:pt x="2828740" y="1456289"/>
                  </a:lnTo>
                  <a:lnTo>
                    <a:pt x="2828858" y="1456289"/>
                  </a:lnTo>
                  <a:lnTo>
                    <a:pt x="2828975" y="1456289"/>
                  </a:lnTo>
                  <a:lnTo>
                    <a:pt x="2828975" y="1455858"/>
                  </a:lnTo>
                  <a:lnTo>
                    <a:pt x="2829093" y="1455858"/>
                  </a:lnTo>
                  <a:lnTo>
                    <a:pt x="2829211" y="1455858"/>
                  </a:lnTo>
                  <a:lnTo>
                    <a:pt x="2829328" y="1455858"/>
                  </a:lnTo>
                  <a:lnTo>
                    <a:pt x="2829446" y="1455858"/>
                  </a:lnTo>
                  <a:lnTo>
                    <a:pt x="2829563" y="1455858"/>
                  </a:lnTo>
                  <a:lnTo>
                    <a:pt x="2829681" y="1455858"/>
                  </a:lnTo>
                  <a:lnTo>
                    <a:pt x="2829799" y="1455858"/>
                  </a:lnTo>
                  <a:lnTo>
                    <a:pt x="2829916" y="1455858"/>
                  </a:lnTo>
                  <a:lnTo>
                    <a:pt x="2829916" y="1455428"/>
                  </a:lnTo>
                  <a:lnTo>
                    <a:pt x="2830034" y="1455428"/>
                  </a:lnTo>
                  <a:lnTo>
                    <a:pt x="2830152" y="1455428"/>
                  </a:lnTo>
                  <a:lnTo>
                    <a:pt x="2830269" y="1455428"/>
                  </a:lnTo>
                  <a:lnTo>
                    <a:pt x="2830387" y="1455428"/>
                  </a:lnTo>
                  <a:lnTo>
                    <a:pt x="2830387" y="1454997"/>
                  </a:lnTo>
                  <a:lnTo>
                    <a:pt x="2830504" y="1454997"/>
                  </a:lnTo>
                  <a:lnTo>
                    <a:pt x="2830504" y="1454566"/>
                  </a:lnTo>
                  <a:lnTo>
                    <a:pt x="2830622" y="1454566"/>
                  </a:lnTo>
                  <a:lnTo>
                    <a:pt x="2830740" y="1454566"/>
                  </a:lnTo>
                  <a:lnTo>
                    <a:pt x="2830857" y="1454566"/>
                  </a:lnTo>
                  <a:lnTo>
                    <a:pt x="2830975" y="1454566"/>
                  </a:lnTo>
                  <a:lnTo>
                    <a:pt x="2831092" y="1454566"/>
                  </a:lnTo>
                  <a:lnTo>
                    <a:pt x="2831210" y="1454566"/>
                  </a:lnTo>
                  <a:lnTo>
                    <a:pt x="2831328" y="1454566"/>
                  </a:lnTo>
                  <a:lnTo>
                    <a:pt x="2831445" y="1454566"/>
                  </a:lnTo>
                  <a:lnTo>
                    <a:pt x="2831563" y="1454566"/>
                  </a:lnTo>
                  <a:lnTo>
                    <a:pt x="2831681" y="1454566"/>
                  </a:lnTo>
                  <a:lnTo>
                    <a:pt x="2831798" y="1454566"/>
                  </a:lnTo>
                  <a:lnTo>
                    <a:pt x="2831916" y="1454566"/>
                  </a:lnTo>
                  <a:lnTo>
                    <a:pt x="2832033" y="1454566"/>
                  </a:lnTo>
                  <a:lnTo>
                    <a:pt x="2832151" y="1454566"/>
                  </a:lnTo>
                  <a:lnTo>
                    <a:pt x="2832269" y="1454566"/>
                  </a:lnTo>
                  <a:lnTo>
                    <a:pt x="2832386" y="1454566"/>
                  </a:lnTo>
                  <a:lnTo>
                    <a:pt x="2832504" y="1454566"/>
                  </a:lnTo>
                  <a:lnTo>
                    <a:pt x="2832621" y="1454566"/>
                  </a:lnTo>
                  <a:lnTo>
                    <a:pt x="2832621" y="1454136"/>
                  </a:lnTo>
                  <a:lnTo>
                    <a:pt x="2832739" y="1454136"/>
                  </a:lnTo>
                  <a:lnTo>
                    <a:pt x="2832857" y="1454136"/>
                  </a:lnTo>
                  <a:lnTo>
                    <a:pt x="2832974" y="1454136"/>
                  </a:lnTo>
                  <a:lnTo>
                    <a:pt x="2832974" y="1453705"/>
                  </a:lnTo>
                  <a:lnTo>
                    <a:pt x="2833092" y="1453705"/>
                  </a:lnTo>
                  <a:lnTo>
                    <a:pt x="2833210" y="1453705"/>
                  </a:lnTo>
                  <a:lnTo>
                    <a:pt x="2833327" y="1453705"/>
                  </a:lnTo>
                  <a:lnTo>
                    <a:pt x="2833445" y="1453705"/>
                  </a:lnTo>
                  <a:lnTo>
                    <a:pt x="2833562" y="1453705"/>
                  </a:lnTo>
                  <a:lnTo>
                    <a:pt x="2833680" y="1453705"/>
                  </a:lnTo>
                  <a:lnTo>
                    <a:pt x="2833798" y="1453705"/>
                  </a:lnTo>
                  <a:lnTo>
                    <a:pt x="2833915" y="1453705"/>
                  </a:lnTo>
                  <a:lnTo>
                    <a:pt x="2833915" y="1453275"/>
                  </a:lnTo>
                  <a:lnTo>
                    <a:pt x="2834033" y="1453275"/>
                  </a:lnTo>
                  <a:lnTo>
                    <a:pt x="2834150" y="1453275"/>
                  </a:lnTo>
                  <a:lnTo>
                    <a:pt x="2834268" y="1453275"/>
                  </a:lnTo>
                  <a:lnTo>
                    <a:pt x="2834386" y="1453275"/>
                  </a:lnTo>
                  <a:lnTo>
                    <a:pt x="2834503" y="1453275"/>
                  </a:lnTo>
                  <a:lnTo>
                    <a:pt x="2834503" y="1452844"/>
                  </a:lnTo>
                  <a:lnTo>
                    <a:pt x="2834621" y="1452844"/>
                  </a:lnTo>
                  <a:lnTo>
                    <a:pt x="2834621" y="1452413"/>
                  </a:lnTo>
                  <a:lnTo>
                    <a:pt x="2834739" y="1452413"/>
                  </a:lnTo>
                  <a:lnTo>
                    <a:pt x="2834856" y="1452413"/>
                  </a:lnTo>
                  <a:lnTo>
                    <a:pt x="2834974" y="1452413"/>
                  </a:lnTo>
                  <a:lnTo>
                    <a:pt x="2835091" y="1452413"/>
                  </a:lnTo>
                  <a:lnTo>
                    <a:pt x="2835209" y="1452413"/>
                  </a:lnTo>
                  <a:lnTo>
                    <a:pt x="2835327" y="1452413"/>
                  </a:lnTo>
                  <a:lnTo>
                    <a:pt x="2835444" y="1452413"/>
                  </a:lnTo>
                  <a:lnTo>
                    <a:pt x="2835562" y="1452413"/>
                  </a:lnTo>
                  <a:lnTo>
                    <a:pt x="2835679" y="1452413"/>
                  </a:lnTo>
                  <a:lnTo>
                    <a:pt x="2835797" y="1452413"/>
                  </a:lnTo>
                  <a:lnTo>
                    <a:pt x="2835915" y="1452413"/>
                  </a:lnTo>
                  <a:lnTo>
                    <a:pt x="2836032" y="1452413"/>
                  </a:lnTo>
                  <a:lnTo>
                    <a:pt x="2836150" y="1452413"/>
                  </a:lnTo>
                  <a:lnTo>
                    <a:pt x="2836267" y="1452413"/>
                  </a:lnTo>
                  <a:lnTo>
                    <a:pt x="2836385" y="1452413"/>
                  </a:lnTo>
                  <a:lnTo>
                    <a:pt x="2836503" y="1452413"/>
                  </a:lnTo>
                  <a:lnTo>
                    <a:pt x="2836620" y="1452413"/>
                  </a:lnTo>
                  <a:lnTo>
                    <a:pt x="2836738" y="1452413"/>
                  </a:lnTo>
                  <a:lnTo>
                    <a:pt x="2836856" y="1452413"/>
                  </a:lnTo>
                  <a:lnTo>
                    <a:pt x="2836973" y="1452413"/>
                  </a:lnTo>
                  <a:lnTo>
                    <a:pt x="2837091" y="1452413"/>
                  </a:lnTo>
                  <a:lnTo>
                    <a:pt x="2837208" y="1452413"/>
                  </a:lnTo>
                  <a:lnTo>
                    <a:pt x="2837326" y="1452413"/>
                  </a:lnTo>
                  <a:lnTo>
                    <a:pt x="2837326" y="1451983"/>
                  </a:lnTo>
                  <a:lnTo>
                    <a:pt x="2837444" y="1451983"/>
                  </a:lnTo>
                  <a:lnTo>
                    <a:pt x="2837444" y="1451552"/>
                  </a:lnTo>
                  <a:lnTo>
                    <a:pt x="2837561" y="1451552"/>
                  </a:lnTo>
                  <a:lnTo>
                    <a:pt x="2837679" y="1451552"/>
                  </a:lnTo>
                  <a:lnTo>
                    <a:pt x="2837796" y="1451552"/>
                  </a:lnTo>
                  <a:lnTo>
                    <a:pt x="2837914" y="1451552"/>
                  </a:lnTo>
                  <a:lnTo>
                    <a:pt x="2837914" y="1451122"/>
                  </a:lnTo>
                  <a:lnTo>
                    <a:pt x="2838032" y="1451122"/>
                  </a:lnTo>
                  <a:lnTo>
                    <a:pt x="2838149" y="1451122"/>
                  </a:lnTo>
                  <a:lnTo>
                    <a:pt x="2838267" y="1451122"/>
                  </a:lnTo>
                  <a:lnTo>
                    <a:pt x="2838385" y="1451122"/>
                  </a:lnTo>
                  <a:lnTo>
                    <a:pt x="2838385" y="1450691"/>
                  </a:lnTo>
                  <a:lnTo>
                    <a:pt x="2838502" y="1450691"/>
                  </a:lnTo>
                  <a:lnTo>
                    <a:pt x="2838502" y="1450260"/>
                  </a:lnTo>
                  <a:lnTo>
                    <a:pt x="2838620" y="1450260"/>
                  </a:lnTo>
                  <a:lnTo>
                    <a:pt x="2838737" y="1450260"/>
                  </a:lnTo>
                  <a:lnTo>
                    <a:pt x="2838855" y="1450260"/>
                  </a:lnTo>
                  <a:lnTo>
                    <a:pt x="2838973" y="1450260"/>
                  </a:lnTo>
                  <a:lnTo>
                    <a:pt x="2839090" y="1450260"/>
                  </a:lnTo>
                  <a:lnTo>
                    <a:pt x="2839208" y="1450260"/>
                  </a:lnTo>
                  <a:lnTo>
                    <a:pt x="2839325" y="1450260"/>
                  </a:lnTo>
                  <a:lnTo>
                    <a:pt x="2839325" y="1449830"/>
                  </a:lnTo>
                  <a:lnTo>
                    <a:pt x="2839443" y="1449830"/>
                  </a:lnTo>
                  <a:lnTo>
                    <a:pt x="2839561" y="1449830"/>
                  </a:lnTo>
                  <a:lnTo>
                    <a:pt x="2839678" y="1449830"/>
                  </a:lnTo>
                  <a:lnTo>
                    <a:pt x="2839796" y="1449830"/>
                  </a:lnTo>
                  <a:lnTo>
                    <a:pt x="2839796" y="1449399"/>
                  </a:lnTo>
                  <a:lnTo>
                    <a:pt x="2839914" y="1449399"/>
                  </a:lnTo>
                  <a:lnTo>
                    <a:pt x="2839914" y="1448969"/>
                  </a:lnTo>
                  <a:lnTo>
                    <a:pt x="2840031" y="1448969"/>
                  </a:lnTo>
                  <a:lnTo>
                    <a:pt x="2840031" y="1448538"/>
                  </a:lnTo>
                  <a:lnTo>
                    <a:pt x="2840149" y="1448538"/>
                  </a:lnTo>
                  <a:lnTo>
                    <a:pt x="2840266" y="1448538"/>
                  </a:lnTo>
                  <a:lnTo>
                    <a:pt x="2840266" y="1448107"/>
                  </a:lnTo>
                  <a:lnTo>
                    <a:pt x="2840384" y="1448107"/>
                  </a:lnTo>
                  <a:lnTo>
                    <a:pt x="2840502" y="1448107"/>
                  </a:lnTo>
                  <a:lnTo>
                    <a:pt x="2840619" y="1448107"/>
                  </a:lnTo>
                  <a:lnTo>
                    <a:pt x="2840619" y="1447677"/>
                  </a:lnTo>
                  <a:lnTo>
                    <a:pt x="2840737" y="1447677"/>
                  </a:lnTo>
                  <a:lnTo>
                    <a:pt x="2840854" y="1447677"/>
                  </a:lnTo>
                  <a:lnTo>
                    <a:pt x="2840854" y="1447246"/>
                  </a:lnTo>
                  <a:lnTo>
                    <a:pt x="2840854" y="1446816"/>
                  </a:lnTo>
                  <a:lnTo>
                    <a:pt x="2840972" y="1446816"/>
                  </a:lnTo>
                  <a:lnTo>
                    <a:pt x="2841090" y="1446816"/>
                  </a:lnTo>
                  <a:lnTo>
                    <a:pt x="2841090" y="1446385"/>
                  </a:lnTo>
                  <a:lnTo>
                    <a:pt x="2841207" y="1446385"/>
                  </a:lnTo>
                  <a:lnTo>
                    <a:pt x="2841325" y="1446385"/>
                  </a:lnTo>
                  <a:lnTo>
                    <a:pt x="2841325" y="1445954"/>
                  </a:lnTo>
                  <a:lnTo>
                    <a:pt x="2841443" y="1445954"/>
                  </a:lnTo>
                  <a:lnTo>
                    <a:pt x="2841560" y="1445954"/>
                  </a:lnTo>
                  <a:lnTo>
                    <a:pt x="2841560" y="1445524"/>
                  </a:lnTo>
                  <a:lnTo>
                    <a:pt x="2841678" y="1445524"/>
                  </a:lnTo>
                  <a:lnTo>
                    <a:pt x="2841795" y="1445524"/>
                  </a:lnTo>
                  <a:lnTo>
                    <a:pt x="2841913" y="1445524"/>
                  </a:lnTo>
                  <a:lnTo>
                    <a:pt x="2842031" y="1445524"/>
                  </a:lnTo>
                  <a:lnTo>
                    <a:pt x="2842148" y="1445524"/>
                  </a:lnTo>
                  <a:lnTo>
                    <a:pt x="2842266" y="1445524"/>
                  </a:lnTo>
                  <a:lnTo>
                    <a:pt x="2842383" y="1445524"/>
                  </a:lnTo>
                  <a:lnTo>
                    <a:pt x="2842383" y="1445093"/>
                  </a:lnTo>
                  <a:lnTo>
                    <a:pt x="2842501" y="1445093"/>
                  </a:lnTo>
                  <a:lnTo>
                    <a:pt x="2842619" y="1445093"/>
                  </a:lnTo>
                  <a:lnTo>
                    <a:pt x="2842736" y="1445093"/>
                  </a:lnTo>
                  <a:lnTo>
                    <a:pt x="2842854" y="1445093"/>
                  </a:lnTo>
                  <a:lnTo>
                    <a:pt x="2842972" y="1445093"/>
                  </a:lnTo>
                  <a:lnTo>
                    <a:pt x="2842972" y="1444663"/>
                  </a:lnTo>
                  <a:lnTo>
                    <a:pt x="2843089" y="1444663"/>
                  </a:lnTo>
                  <a:lnTo>
                    <a:pt x="2843207" y="1444663"/>
                  </a:lnTo>
                  <a:lnTo>
                    <a:pt x="2843324" y="1444663"/>
                  </a:lnTo>
                  <a:lnTo>
                    <a:pt x="2843442" y="1444663"/>
                  </a:lnTo>
                  <a:lnTo>
                    <a:pt x="2843560" y="1444663"/>
                  </a:lnTo>
                  <a:lnTo>
                    <a:pt x="2843560" y="1444232"/>
                  </a:lnTo>
                  <a:lnTo>
                    <a:pt x="2843560" y="1443801"/>
                  </a:lnTo>
                  <a:lnTo>
                    <a:pt x="2843560" y="1443371"/>
                  </a:lnTo>
                  <a:lnTo>
                    <a:pt x="2843677" y="1443371"/>
                  </a:lnTo>
                  <a:lnTo>
                    <a:pt x="2843795" y="1443371"/>
                  </a:lnTo>
                  <a:lnTo>
                    <a:pt x="2843912" y="1443371"/>
                  </a:lnTo>
                  <a:lnTo>
                    <a:pt x="2844030" y="1443371"/>
                  </a:lnTo>
                  <a:lnTo>
                    <a:pt x="2844030" y="1442940"/>
                  </a:lnTo>
                  <a:lnTo>
                    <a:pt x="2844148" y="1442940"/>
                  </a:lnTo>
                  <a:lnTo>
                    <a:pt x="2844265" y="1442940"/>
                  </a:lnTo>
                  <a:lnTo>
                    <a:pt x="2844383" y="1442940"/>
                  </a:lnTo>
                  <a:lnTo>
                    <a:pt x="2844500" y="1442940"/>
                  </a:lnTo>
                  <a:lnTo>
                    <a:pt x="2844500" y="1442510"/>
                  </a:lnTo>
                  <a:lnTo>
                    <a:pt x="2844618" y="1442510"/>
                  </a:lnTo>
                  <a:lnTo>
                    <a:pt x="2844618" y="1442079"/>
                  </a:lnTo>
                  <a:lnTo>
                    <a:pt x="2844618" y="1441648"/>
                  </a:lnTo>
                  <a:lnTo>
                    <a:pt x="2844736" y="1441648"/>
                  </a:lnTo>
                  <a:lnTo>
                    <a:pt x="2844853" y="1441648"/>
                  </a:lnTo>
                  <a:lnTo>
                    <a:pt x="2844971" y="1441648"/>
                  </a:lnTo>
                  <a:lnTo>
                    <a:pt x="2845089" y="1441648"/>
                  </a:lnTo>
                  <a:lnTo>
                    <a:pt x="2845206" y="1441648"/>
                  </a:lnTo>
                  <a:lnTo>
                    <a:pt x="2845206" y="1441218"/>
                  </a:lnTo>
                  <a:lnTo>
                    <a:pt x="2845206" y="1440787"/>
                  </a:lnTo>
                  <a:lnTo>
                    <a:pt x="2845206" y="1440357"/>
                  </a:lnTo>
                  <a:lnTo>
                    <a:pt x="2845324" y="1440357"/>
                  </a:lnTo>
                  <a:lnTo>
                    <a:pt x="2845441" y="1440357"/>
                  </a:lnTo>
                  <a:lnTo>
                    <a:pt x="2845441" y="1439926"/>
                  </a:lnTo>
                  <a:lnTo>
                    <a:pt x="2845559" y="1439926"/>
                  </a:lnTo>
                  <a:lnTo>
                    <a:pt x="2845677" y="1439926"/>
                  </a:lnTo>
                  <a:lnTo>
                    <a:pt x="2845794" y="1439926"/>
                  </a:lnTo>
                  <a:lnTo>
                    <a:pt x="2845912" y="1439926"/>
                  </a:lnTo>
                  <a:lnTo>
                    <a:pt x="2846029" y="1439926"/>
                  </a:lnTo>
                  <a:lnTo>
                    <a:pt x="2846029" y="1439495"/>
                  </a:lnTo>
                  <a:lnTo>
                    <a:pt x="2846147" y="1439495"/>
                  </a:lnTo>
                  <a:lnTo>
                    <a:pt x="2846265" y="1439495"/>
                  </a:lnTo>
                  <a:lnTo>
                    <a:pt x="2846382" y="1439495"/>
                  </a:lnTo>
                  <a:lnTo>
                    <a:pt x="2846500" y="1439495"/>
                  </a:lnTo>
                  <a:lnTo>
                    <a:pt x="2846618" y="1439495"/>
                  </a:lnTo>
                  <a:lnTo>
                    <a:pt x="2846735" y="1439495"/>
                  </a:lnTo>
                  <a:lnTo>
                    <a:pt x="2846853" y="1439495"/>
                  </a:lnTo>
                  <a:lnTo>
                    <a:pt x="2846970" y="1439495"/>
                  </a:lnTo>
                  <a:lnTo>
                    <a:pt x="2847088" y="1439495"/>
                  </a:lnTo>
                  <a:lnTo>
                    <a:pt x="2847206" y="1439495"/>
                  </a:lnTo>
                  <a:lnTo>
                    <a:pt x="2847323" y="1439495"/>
                  </a:lnTo>
                  <a:lnTo>
                    <a:pt x="2847323" y="1439065"/>
                  </a:lnTo>
                  <a:lnTo>
                    <a:pt x="2847441" y="1439065"/>
                  </a:lnTo>
                  <a:lnTo>
                    <a:pt x="2847558" y="1439065"/>
                  </a:lnTo>
                  <a:lnTo>
                    <a:pt x="2847676" y="1439065"/>
                  </a:lnTo>
                  <a:lnTo>
                    <a:pt x="2847794" y="1439065"/>
                  </a:lnTo>
                  <a:lnTo>
                    <a:pt x="2847911" y="1439065"/>
                  </a:lnTo>
                  <a:lnTo>
                    <a:pt x="2848029" y="1439065"/>
                  </a:lnTo>
                  <a:lnTo>
                    <a:pt x="2848147" y="1439065"/>
                  </a:lnTo>
                  <a:lnTo>
                    <a:pt x="2848147" y="1438634"/>
                  </a:lnTo>
                  <a:lnTo>
                    <a:pt x="2848264" y="1438634"/>
                  </a:lnTo>
                  <a:lnTo>
                    <a:pt x="2848382" y="1438634"/>
                  </a:lnTo>
                  <a:lnTo>
                    <a:pt x="2848499" y="1438634"/>
                  </a:lnTo>
                  <a:lnTo>
                    <a:pt x="2848617" y="1438634"/>
                  </a:lnTo>
                  <a:lnTo>
                    <a:pt x="2848735" y="1438634"/>
                  </a:lnTo>
                  <a:lnTo>
                    <a:pt x="2848852" y="1438634"/>
                  </a:lnTo>
                  <a:lnTo>
                    <a:pt x="2848970" y="1438634"/>
                  </a:lnTo>
                  <a:lnTo>
                    <a:pt x="2849087" y="1438634"/>
                  </a:lnTo>
                  <a:lnTo>
                    <a:pt x="2849205" y="1438634"/>
                  </a:lnTo>
                  <a:lnTo>
                    <a:pt x="2849323" y="1438634"/>
                  </a:lnTo>
                  <a:lnTo>
                    <a:pt x="2849440" y="1438634"/>
                  </a:lnTo>
                  <a:lnTo>
                    <a:pt x="2849558" y="1438634"/>
                  </a:lnTo>
                  <a:lnTo>
                    <a:pt x="2849558" y="1438204"/>
                  </a:lnTo>
                  <a:lnTo>
                    <a:pt x="2849676" y="1438204"/>
                  </a:lnTo>
                  <a:lnTo>
                    <a:pt x="2849793" y="1438204"/>
                  </a:lnTo>
                  <a:lnTo>
                    <a:pt x="2849911" y="1438204"/>
                  </a:lnTo>
                  <a:lnTo>
                    <a:pt x="2850028" y="1438204"/>
                  </a:lnTo>
                  <a:lnTo>
                    <a:pt x="2850146" y="1438204"/>
                  </a:lnTo>
                  <a:lnTo>
                    <a:pt x="2850146" y="1437773"/>
                  </a:lnTo>
                  <a:lnTo>
                    <a:pt x="2850264" y="1437773"/>
                  </a:lnTo>
                  <a:lnTo>
                    <a:pt x="2850381" y="1437773"/>
                  </a:lnTo>
                  <a:lnTo>
                    <a:pt x="2850499" y="1437773"/>
                  </a:lnTo>
                  <a:lnTo>
                    <a:pt x="2850616" y="1437773"/>
                  </a:lnTo>
                  <a:lnTo>
                    <a:pt x="2850734" y="1437773"/>
                  </a:lnTo>
                  <a:lnTo>
                    <a:pt x="2850852" y="1437773"/>
                  </a:lnTo>
                  <a:lnTo>
                    <a:pt x="2850969" y="1437773"/>
                  </a:lnTo>
                  <a:lnTo>
                    <a:pt x="2851087" y="1437773"/>
                  </a:lnTo>
                  <a:lnTo>
                    <a:pt x="2851205" y="1437773"/>
                  </a:lnTo>
                  <a:lnTo>
                    <a:pt x="2851322" y="1437773"/>
                  </a:lnTo>
                  <a:lnTo>
                    <a:pt x="2851440" y="1437773"/>
                  </a:lnTo>
                  <a:lnTo>
                    <a:pt x="2851557" y="1437773"/>
                  </a:lnTo>
                  <a:lnTo>
                    <a:pt x="2851675" y="1437773"/>
                  </a:lnTo>
                  <a:lnTo>
                    <a:pt x="2851793" y="1437773"/>
                  </a:lnTo>
                  <a:lnTo>
                    <a:pt x="2851910" y="1437773"/>
                  </a:lnTo>
                  <a:lnTo>
                    <a:pt x="2852028" y="1437773"/>
                  </a:lnTo>
                  <a:lnTo>
                    <a:pt x="2852145" y="1437773"/>
                  </a:lnTo>
                  <a:lnTo>
                    <a:pt x="2852263" y="1437773"/>
                  </a:lnTo>
                  <a:lnTo>
                    <a:pt x="2852381" y="1437773"/>
                  </a:lnTo>
                  <a:lnTo>
                    <a:pt x="2852381" y="1437342"/>
                  </a:lnTo>
                  <a:lnTo>
                    <a:pt x="2852498" y="1437342"/>
                  </a:lnTo>
                  <a:lnTo>
                    <a:pt x="2852616" y="1437342"/>
                  </a:lnTo>
                  <a:lnTo>
                    <a:pt x="2852733" y="1437342"/>
                  </a:lnTo>
                  <a:lnTo>
                    <a:pt x="2852733" y="1436912"/>
                  </a:lnTo>
                  <a:lnTo>
                    <a:pt x="2852851" y="1436912"/>
                  </a:lnTo>
                  <a:lnTo>
                    <a:pt x="2852969" y="1436912"/>
                  </a:lnTo>
                  <a:lnTo>
                    <a:pt x="2853086" y="1436912"/>
                  </a:lnTo>
                  <a:lnTo>
                    <a:pt x="2853204" y="1436912"/>
                  </a:lnTo>
                  <a:lnTo>
                    <a:pt x="2853204" y="1436481"/>
                  </a:lnTo>
                  <a:lnTo>
                    <a:pt x="2853322" y="1436481"/>
                  </a:lnTo>
                  <a:lnTo>
                    <a:pt x="2853439" y="1436481"/>
                  </a:lnTo>
                  <a:lnTo>
                    <a:pt x="2853557" y="1436481"/>
                  </a:lnTo>
                  <a:lnTo>
                    <a:pt x="2853674" y="1436481"/>
                  </a:lnTo>
                  <a:lnTo>
                    <a:pt x="2853792" y="1436481"/>
                  </a:lnTo>
                  <a:lnTo>
                    <a:pt x="2853910" y="1436481"/>
                  </a:lnTo>
                  <a:lnTo>
                    <a:pt x="2854027" y="1436481"/>
                  </a:lnTo>
                  <a:lnTo>
                    <a:pt x="2854145" y="1436481"/>
                  </a:lnTo>
                  <a:lnTo>
                    <a:pt x="2854262" y="1436481"/>
                  </a:lnTo>
                  <a:lnTo>
                    <a:pt x="2854380" y="1436481"/>
                  </a:lnTo>
                  <a:lnTo>
                    <a:pt x="2854380" y="1436051"/>
                  </a:lnTo>
                  <a:lnTo>
                    <a:pt x="2854498" y="1436051"/>
                  </a:lnTo>
                  <a:lnTo>
                    <a:pt x="2854615" y="1436051"/>
                  </a:lnTo>
                  <a:lnTo>
                    <a:pt x="2854733" y="1436051"/>
                  </a:lnTo>
                  <a:lnTo>
                    <a:pt x="2854851" y="1436051"/>
                  </a:lnTo>
                  <a:lnTo>
                    <a:pt x="2854851" y="1435620"/>
                  </a:lnTo>
                  <a:lnTo>
                    <a:pt x="2854968" y="1435620"/>
                  </a:lnTo>
                  <a:lnTo>
                    <a:pt x="2855086" y="1435620"/>
                  </a:lnTo>
                  <a:lnTo>
                    <a:pt x="2855203" y="1435620"/>
                  </a:lnTo>
                  <a:lnTo>
                    <a:pt x="2855321" y="1435620"/>
                  </a:lnTo>
                  <a:lnTo>
                    <a:pt x="2855439" y="1435620"/>
                  </a:lnTo>
                  <a:lnTo>
                    <a:pt x="2855556" y="1435620"/>
                  </a:lnTo>
                  <a:lnTo>
                    <a:pt x="2855556" y="1435189"/>
                  </a:lnTo>
                  <a:lnTo>
                    <a:pt x="2855674" y="1435189"/>
                  </a:lnTo>
                  <a:lnTo>
                    <a:pt x="2855791" y="1435189"/>
                  </a:lnTo>
                  <a:lnTo>
                    <a:pt x="2855909" y="1435189"/>
                  </a:lnTo>
                  <a:lnTo>
                    <a:pt x="2856027" y="1435189"/>
                  </a:lnTo>
                  <a:lnTo>
                    <a:pt x="2856144" y="1435189"/>
                  </a:lnTo>
                  <a:lnTo>
                    <a:pt x="2856262" y="1435189"/>
                  </a:lnTo>
                  <a:lnTo>
                    <a:pt x="2856262" y="1434759"/>
                  </a:lnTo>
                  <a:lnTo>
                    <a:pt x="2856380" y="1434759"/>
                  </a:lnTo>
                  <a:lnTo>
                    <a:pt x="2856497" y="1434759"/>
                  </a:lnTo>
                  <a:lnTo>
                    <a:pt x="2856615" y="1434759"/>
                  </a:lnTo>
                  <a:lnTo>
                    <a:pt x="2856732" y="1434759"/>
                  </a:lnTo>
                  <a:lnTo>
                    <a:pt x="2856850" y="1434759"/>
                  </a:lnTo>
                  <a:lnTo>
                    <a:pt x="2856968" y="1434759"/>
                  </a:lnTo>
                  <a:lnTo>
                    <a:pt x="2857085" y="1434759"/>
                  </a:lnTo>
                  <a:lnTo>
                    <a:pt x="2857203" y="1434759"/>
                  </a:lnTo>
                  <a:lnTo>
                    <a:pt x="2857203" y="1434328"/>
                  </a:lnTo>
                  <a:lnTo>
                    <a:pt x="2857320" y="1434328"/>
                  </a:lnTo>
                  <a:lnTo>
                    <a:pt x="2857438" y="1434328"/>
                  </a:lnTo>
                  <a:lnTo>
                    <a:pt x="2857556" y="1434328"/>
                  </a:lnTo>
                  <a:lnTo>
                    <a:pt x="2857673" y="1434328"/>
                  </a:lnTo>
                  <a:lnTo>
                    <a:pt x="2857791" y="1434328"/>
                  </a:lnTo>
                  <a:lnTo>
                    <a:pt x="2857909" y="1434328"/>
                  </a:lnTo>
                  <a:lnTo>
                    <a:pt x="2858026" y="1434328"/>
                  </a:lnTo>
                  <a:lnTo>
                    <a:pt x="2858144" y="1434328"/>
                  </a:lnTo>
                  <a:lnTo>
                    <a:pt x="2858261" y="1434328"/>
                  </a:lnTo>
                  <a:lnTo>
                    <a:pt x="2858379" y="1434328"/>
                  </a:lnTo>
                  <a:lnTo>
                    <a:pt x="2858497" y="1434328"/>
                  </a:lnTo>
                  <a:lnTo>
                    <a:pt x="2858614" y="1434328"/>
                  </a:lnTo>
                  <a:lnTo>
                    <a:pt x="2858614" y="1433898"/>
                  </a:lnTo>
                  <a:lnTo>
                    <a:pt x="2858732" y="1433898"/>
                  </a:lnTo>
                  <a:lnTo>
                    <a:pt x="2858849" y="1433898"/>
                  </a:lnTo>
                  <a:lnTo>
                    <a:pt x="2858849" y="1433467"/>
                  </a:lnTo>
                  <a:lnTo>
                    <a:pt x="2858967" y="1433467"/>
                  </a:lnTo>
                  <a:lnTo>
                    <a:pt x="2859085" y="1433467"/>
                  </a:lnTo>
                  <a:lnTo>
                    <a:pt x="2859202" y="1433467"/>
                  </a:lnTo>
                  <a:lnTo>
                    <a:pt x="2859320" y="1433467"/>
                  </a:lnTo>
                  <a:lnTo>
                    <a:pt x="2859438" y="1433467"/>
                  </a:lnTo>
                  <a:lnTo>
                    <a:pt x="2859555" y="1433467"/>
                  </a:lnTo>
                  <a:lnTo>
                    <a:pt x="2859555" y="1433036"/>
                  </a:lnTo>
                  <a:lnTo>
                    <a:pt x="2859673" y="1433036"/>
                  </a:lnTo>
                  <a:lnTo>
                    <a:pt x="2859790" y="1433036"/>
                  </a:lnTo>
                  <a:lnTo>
                    <a:pt x="2859908" y="1433036"/>
                  </a:lnTo>
                  <a:lnTo>
                    <a:pt x="2859908" y="1432606"/>
                  </a:lnTo>
                  <a:lnTo>
                    <a:pt x="2860026" y="1432606"/>
                  </a:lnTo>
                  <a:lnTo>
                    <a:pt x="2860143" y="1432606"/>
                  </a:lnTo>
                  <a:lnTo>
                    <a:pt x="2860261" y="1432606"/>
                  </a:lnTo>
                  <a:lnTo>
                    <a:pt x="2860261" y="1432175"/>
                  </a:lnTo>
                  <a:lnTo>
                    <a:pt x="2860378" y="1432175"/>
                  </a:lnTo>
                  <a:lnTo>
                    <a:pt x="2860496" y="1432175"/>
                  </a:lnTo>
                  <a:lnTo>
                    <a:pt x="2860614" y="1432175"/>
                  </a:lnTo>
                  <a:lnTo>
                    <a:pt x="2860731" y="1432175"/>
                  </a:lnTo>
                  <a:lnTo>
                    <a:pt x="2860849" y="1432175"/>
                  </a:lnTo>
                  <a:lnTo>
                    <a:pt x="2860849" y="1431745"/>
                  </a:lnTo>
                  <a:lnTo>
                    <a:pt x="2860849" y="1431314"/>
                  </a:lnTo>
                  <a:lnTo>
                    <a:pt x="2860966" y="1431314"/>
                  </a:lnTo>
                  <a:lnTo>
                    <a:pt x="2860966" y="1430883"/>
                  </a:lnTo>
                  <a:lnTo>
                    <a:pt x="2860966" y="1430453"/>
                  </a:lnTo>
                  <a:lnTo>
                    <a:pt x="2860966" y="1430022"/>
                  </a:lnTo>
                  <a:lnTo>
                    <a:pt x="2860966" y="1429592"/>
                  </a:lnTo>
                  <a:lnTo>
                    <a:pt x="2861084" y="1429592"/>
                  </a:lnTo>
                  <a:lnTo>
                    <a:pt x="2861202" y="1429592"/>
                  </a:lnTo>
                  <a:lnTo>
                    <a:pt x="2861319" y="1429592"/>
                  </a:lnTo>
                  <a:lnTo>
                    <a:pt x="2861437" y="1429592"/>
                  </a:lnTo>
                  <a:lnTo>
                    <a:pt x="2861555" y="1429592"/>
                  </a:lnTo>
                  <a:lnTo>
                    <a:pt x="2861672" y="1429592"/>
                  </a:lnTo>
                  <a:lnTo>
                    <a:pt x="2861790" y="1429592"/>
                  </a:lnTo>
                  <a:lnTo>
                    <a:pt x="2861790" y="1429161"/>
                  </a:lnTo>
                  <a:lnTo>
                    <a:pt x="2861907" y="1429161"/>
                  </a:lnTo>
                  <a:lnTo>
                    <a:pt x="2862025" y="1429161"/>
                  </a:lnTo>
                  <a:lnTo>
                    <a:pt x="2862025" y="1428730"/>
                  </a:lnTo>
                  <a:lnTo>
                    <a:pt x="2862143" y="1428730"/>
                  </a:lnTo>
                  <a:lnTo>
                    <a:pt x="2862143" y="1428300"/>
                  </a:lnTo>
                  <a:lnTo>
                    <a:pt x="2862260" y="1428300"/>
                  </a:lnTo>
                  <a:lnTo>
                    <a:pt x="2862378" y="1428300"/>
                  </a:lnTo>
                  <a:lnTo>
                    <a:pt x="2862495" y="1428300"/>
                  </a:lnTo>
                  <a:lnTo>
                    <a:pt x="2862613" y="1428300"/>
                  </a:lnTo>
                  <a:lnTo>
                    <a:pt x="2862731" y="1428300"/>
                  </a:lnTo>
                  <a:lnTo>
                    <a:pt x="2862848" y="1428300"/>
                  </a:lnTo>
                  <a:lnTo>
                    <a:pt x="2862966" y="1428300"/>
                  </a:lnTo>
                  <a:lnTo>
                    <a:pt x="2863084" y="1428300"/>
                  </a:lnTo>
                  <a:lnTo>
                    <a:pt x="2863201" y="1428300"/>
                  </a:lnTo>
                  <a:lnTo>
                    <a:pt x="2863319" y="1428300"/>
                  </a:lnTo>
                  <a:lnTo>
                    <a:pt x="2863436" y="1428300"/>
                  </a:lnTo>
                  <a:lnTo>
                    <a:pt x="2863554" y="1428300"/>
                  </a:lnTo>
                  <a:lnTo>
                    <a:pt x="2863672" y="1428300"/>
                  </a:lnTo>
                  <a:lnTo>
                    <a:pt x="2863789" y="1428300"/>
                  </a:lnTo>
                  <a:lnTo>
                    <a:pt x="2863907" y="1428300"/>
                  </a:lnTo>
                  <a:lnTo>
                    <a:pt x="2864024" y="1428300"/>
                  </a:lnTo>
                  <a:lnTo>
                    <a:pt x="2864024" y="1427869"/>
                  </a:lnTo>
                  <a:lnTo>
                    <a:pt x="2864142" y="1427869"/>
                  </a:lnTo>
                  <a:lnTo>
                    <a:pt x="2864260" y="1427869"/>
                  </a:lnTo>
                  <a:lnTo>
                    <a:pt x="2864377" y="1427869"/>
                  </a:lnTo>
                  <a:lnTo>
                    <a:pt x="2864495" y="1427869"/>
                  </a:lnTo>
                  <a:lnTo>
                    <a:pt x="2864613" y="1427869"/>
                  </a:lnTo>
                  <a:lnTo>
                    <a:pt x="2864730" y="1427869"/>
                  </a:lnTo>
                  <a:lnTo>
                    <a:pt x="2864848" y="1427869"/>
                  </a:lnTo>
                  <a:lnTo>
                    <a:pt x="2864965" y="1427869"/>
                  </a:lnTo>
                  <a:lnTo>
                    <a:pt x="2865083" y="1427869"/>
                  </a:lnTo>
                  <a:lnTo>
                    <a:pt x="2865083" y="1427439"/>
                  </a:lnTo>
                  <a:lnTo>
                    <a:pt x="2865201" y="1427439"/>
                  </a:lnTo>
                  <a:lnTo>
                    <a:pt x="2865318" y="1427439"/>
                  </a:lnTo>
                  <a:lnTo>
                    <a:pt x="2865436" y="1427439"/>
                  </a:lnTo>
                  <a:lnTo>
                    <a:pt x="2865436" y="1427008"/>
                  </a:lnTo>
                  <a:lnTo>
                    <a:pt x="2865436" y="1426577"/>
                  </a:lnTo>
                  <a:lnTo>
                    <a:pt x="2865553" y="1426577"/>
                  </a:lnTo>
                  <a:lnTo>
                    <a:pt x="2865671" y="1426577"/>
                  </a:lnTo>
                  <a:lnTo>
                    <a:pt x="2865789" y="1426577"/>
                  </a:lnTo>
                  <a:lnTo>
                    <a:pt x="2865906" y="1426577"/>
                  </a:lnTo>
                  <a:lnTo>
                    <a:pt x="2866024" y="1426577"/>
                  </a:lnTo>
                  <a:lnTo>
                    <a:pt x="2866024" y="1426147"/>
                  </a:lnTo>
                  <a:lnTo>
                    <a:pt x="2866142" y="1426147"/>
                  </a:lnTo>
                  <a:lnTo>
                    <a:pt x="2866142" y="1425716"/>
                  </a:lnTo>
                  <a:lnTo>
                    <a:pt x="2866259" y="1425716"/>
                  </a:lnTo>
                  <a:lnTo>
                    <a:pt x="2866377" y="1425716"/>
                  </a:lnTo>
                  <a:lnTo>
                    <a:pt x="2866494" y="1425716"/>
                  </a:lnTo>
                  <a:lnTo>
                    <a:pt x="2866612" y="1425716"/>
                  </a:lnTo>
                  <a:lnTo>
                    <a:pt x="2866730" y="1425716"/>
                  </a:lnTo>
                  <a:lnTo>
                    <a:pt x="2866847" y="1425716"/>
                  </a:lnTo>
                  <a:lnTo>
                    <a:pt x="2866847" y="1425286"/>
                  </a:lnTo>
                  <a:lnTo>
                    <a:pt x="2866965" y="1425286"/>
                  </a:lnTo>
                  <a:lnTo>
                    <a:pt x="2867082" y="1425286"/>
                  </a:lnTo>
                  <a:lnTo>
                    <a:pt x="2867200" y="1425286"/>
                  </a:lnTo>
                  <a:lnTo>
                    <a:pt x="2867200" y="1424855"/>
                  </a:lnTo>
                  <a:lnTo>
                    <a:pt x="2867318" y="1424855"/>
                  </a:lnTo>
                  <a:lnTo>
                    <a:pt x="2867435" y="1424855"/>
                  </a:lnTo>
                  <a:lnTo>
                    <a:pt x="2867553" y="1424855"/>
                  </a:lnTo>
                  <a:lnTo>
                    <a:pt x="2867671" y="1424855"/>
                  </a:lnTo>
                  <a:lnTo>
                    <a:pt x="2867788" y="1424855"/>
                  </a:lnTo>
                  <a:lnTo>
                    <a:pt x="2867788" y="1424424"/>
                  </a:lnTo>
                  <a:lnTo>
                    <a:pt x="2867906" y="1424424"/>
                  </a:lnTo>
                  <a:lnTo>
                    <a:pt x="2868023" y="1424424"/>
                  </a:lnTo>
                  <a:lnTo>
                    <a:pt x="2868141" y="1424424"/>
                  </a:lnTo>
                  <a:lnTo>
                    <a:pt x="2868259" y="1424424"/>
                  </a:lnTo>
                  <a:lnTo>
                    <a:pt x="2868376" y="1424424"/>
                  </a:lnTo>
                  <a:lnTo>
                    <a:pt x="2868494" y="1424424"/>
                  </a:lnTo>
                  <a:lnTo>
                    <a:pt x="2868611" y="1424424"/>
                  </a:lnTo>
                  <a:lnTo>
                    <a:pt x="2868611" y="1423994"/>
                  </a:lnTo>
                  <a:lnTo>
                    <a:pt x="2868729" y="1423994"/>
                  </a:lnTo>
                  <a:lnTo>
                    <a:pt x="2868729" y="1423563"/>
                  </a:lnTo>
                  <a:lnTo>
                    <a:pt x="2868729" y="1423133"/>
                  </a:lnTo>
                  <a:lnTo>
                    <a:pt x="2868847" y="1423133"/>
                  </a:lnTo>
                  <a:lnTo>
                    <a:pt x="2868847" y="1422702"/>
                  </a:lnTo>
                  <a:lnTo>
                    <a:pt x="2868964" y="1422702"/>
                  </a:lnTo>
                  <a:lnTo>
                    <a:pt x="2869082" y="1422702"/>
                  </a:lnTo>
                  <a:lnTo>
                    <a:pt x="2869199" y="1422702"/>
                  </a:lnTo>
                  <a:lnTo>
                    <a:pt x="2869199" y="1422271"/>
                  </a:lnTo>
                  <a:lnTo>
                    <a:pt x="2869317" y="1422271"/>
                  </a:lnTo>
                  <a:lnTo>
                    <a:pt x="2869317" y="1421841"/>
                  </a:lnTo>
                  <a:lnTo>
                    <a:pt x="2869435" y="1421841"/>
                  </a:lnTo>
                  <a:lnTo>
                    <a:pt x="2869435" y="1421410"/>
                  </a:lnTo>
                  <a:lnTo>
                    <a:pt x="2869435" y="1420980"/>
                  </a:lnTo>
                  <a:lnTo>
                    <a:pt x="2869552" y="1420980"/>
                  </a:lnTo>
                  <a:lnTo>
                    <a:pt x="2869670" y="1420980"/>
                  </a:lnTo>
                  <a:lnTo>
                    <a:pt x="2869788" y="1420980"/>
                  </a:lnTo>
                  <a:lnTo>
                    <a:pt x="2869905" y="1420980"/>
                  </a:lnTo>
                  <a:lnTo>
                    <a:pt x="2869905" y="1420549"/>
                  </a:lnTo>
                  <a:lnTo>
                    <a:pt x="2870023" y="1420549"/>
                  </a:lnTo>
                  <a:lnTo>
                    <a:pt x="2870140" y="1420549"/>
                  </a:lnTo>
                  <a:lnTo>
                    <a:pt x="2870258" y="1420549"/>
                  </a:lnTo>
                  <a:lnTo>
                    <a:pt x="2870376" y="1420549"/>
                  </a:lnTo>
                  <a:lnTo>
                    <a:pt x="2870493" y="1420549"/>
                  </a:lnTo>
                  <a:lnTo>
                    <a:pt x="2870611" y="1420549"/>
                  </a:lnTo>
                  <a:lnTo>
                    <a:pt x="2870728" y="1420549"/>
                  </a:lnTo>
                  <a:lnTo>
                    <a:pt x="2870846" y="1420549"/>
                  </a:lnTo>
                  <a:lnTo>
                    <a:pt x="2870964" y="1420549"/>
                  </a:lnTo>
                  <a:lnTo>
                    <a:pt x="2871081" y="1420549"/>
                  </a:lnTo>
                  <a:lnTo>
                    <a:pt x="2871081" y="1420118"/>
                  </a:lnTo>
                  <a:lnTo>
                    <a:pt x="2871199" y="1420118"/>
                  </a:lnTo>
                  <a:lnTo>
                    <a:pt x="2871317" y="1420118"/>
                  </a:lnTo>
                  <a:lnTo>
                    <a:pt x="2871434" y="1420118"/>
                  </a:lnTo>
                  <a:lnTo>
                    <a:pt x="2871552" y="1420118"/>
                  </a:lnTo>
                  <a:lnTo>
                    <a:pt x="2871552" y="1419688"/>
                  </a:lnTo>
                  <a:lnTo>
                    <a:pt x="2871669" y="1419688"/>
                  </a:lnTo>
                  <a:lnTo>
                    <a:pt x="2871787" y="1419688"/>
                  </a:lnTo>
                  <a:lnTo>
                    <a:pt x="2871905" y="1419688"/>
                  </a:lnTo>
                  <a:lnTo>
                    <a:pt x="2872022" y="1419688"/>
                  </a:lnTo>
                  <a:lnTo>
                    <a:pt x="2872140" y="1419688"/>
                  </a:lnTo>
                  <a:lnTo>
                    <a:pt x="2872257" y="1419688"/>
                  </a:lnTo>
                  <a:lnTo>
                    <a:pt x="2872375" y="1419688"/>
                  </a:lnTo>
                  <a:lnTo>
                    <a:pt x="2872375" y="1419257"/>
                  </a:lnTo>
                  <a:lnTo>
                    <a:pt x="2872493" y="1419257"/>
                  </a:lnTo>
                  <a:lnTo>
                    <a:pt x="2872493" y="1418827"/>
                  </a:lnTo>
                  <a:lnTo>
                    <a:pt x="2872610" y="1418827"/>
                  </a:lnTo>
                  <a:lnTo>
                    <a:pt x="2872728" y="1418827"/>
                  </a:lnTo>
                  <a:lnTo>
                    <a:pt x="2872846" y="1418827"/>
                  </a:lnTo>
                  <a:lnTo>
                    <a:pt x="2872846" y="1418396"/>
                  </a:lnTo>
                  <a:lnTo>
                    <a:pt x="2872963" y="1418396"/>
                  </a:lnTo>
                  <a:lnTo>
                    <a:pt x="2873081" y="1418396"/>
                  </a:lnTo>
                  <a:lnTo>
                    <a:pt x="2873198" y="1418396"/>
                  </a:lnTo>
                  <a:lnTo>
                    <a:pt x="2873198" y="1417965"/>
                  </a:lnTo>
                  <a:lnTo>
                    <a:pt x="2873316" y="1417965"/>
                  </a:lnTo>
                  <a:lnTo>
                    <a:pt x="2873434" y="1417965"/>
                  </a:lnTo>
                  <a:lnTo>
                    <a:pt x="2873551" y="1417965"/>
                  </a:lnTo>
                  <a:lnTo>
                    <a:pt x="2873669" y="1417965"/>
                  </a:lnTo>
                  <a:lnTo>
                    <a:pt x="2873786" y="1417965"/>
                  </a:lnTo>
                  <a:lnTo>
                    <a:pt x="2873904" y="1417965"/>
                  </a:lnTo>
                  <a:lnTo>
                    <a:pt x="2874022" y="1417965"/>
                  </a:lnTo>
                  <a:lnTo>
                    <a:pt x="2874139" y="1417965"/>
                  </a:lnTo>
                  <a:lnTo>
                    <a:pt x="2874257" y="1417965"/>
                  </a:lnTo>
                  <a:lnTo>
                    <a:pt x="2874375" y="1417965"/>
                  </a:lnTo>
                  <a:lnTo>
                    <a:pt x="2874492" y="1417965"/>
                  </a:lnTo>
                  <a:lnTo>
                    <a:pt x="2874610" y="1417965"/>
                  </a:lnTo>
                  <a:lnTo>
                    <a:pt x="2874727" y="1417965"/>
                  </a:lnTo>
                  <a:lnTo>
                    <a:pt x="2874845" y="1417965"/>
                  </a:lnTo>
                  <a:lnTo>
                    <a:pt x="2874963" y="1417965"/>
                  </a:lnTo>
                  <a:lnTo>
                    <a:pt x="2875080" y="1417965"/>
                  </a:lnTo>
                  <a:lnTo>
                    <a:pt x="2875198" y="1417965"/>
                  </a:lnTo>
                  <a:lnTo>
                    <a:pt x="2875315" y="1417965"/>
                  </a:lnTo>
                  <a:lnTo>
                    <a:pt x="2875433" y="1417965"/>
                  </a:lnTo>
                  <a:lnTo>
                    <a:pt x="2875433" y="1417535"/>
                  </a:lnTo>
                  <a:lnTo>
                    <a:pt x="2875551" y="1417535"/>
                  </a:lnTo>
                  <a:lnTo>
                    <a:pt x="2875668" y="1417535"/>
                  </a:lnTo>
                  <a:lnTo>
                    <a:pt x="2875786" y="1417535"/>
                  </a:lnTo>
                  <a:lnTo>
                    <a:pt x="2875786" y="1417104"/>
                  </a:lnTo>
                  <a:lnTo>
                    <a:pt x="2875904" y="1417104"/>
                  </a:lnTo>
                  <a:lnTo>
                    <a:pt x="2876021" y="1417104"/>
                  </a:lnTo>
                  <a:lnTo>
                    <a:pt x="2876139" y="1417104"/>
                  </a:lnTo>
                  <a:lnTo>
                    <a:pt x="2876256" y="1417104"/>
                  </a:lnTo>
                  <a:lnTo>
                    <a:pt x="2876374" y="1417104"/>
                  </a:lnTo>
                  <a:lnTo>
                    <a:pt x="2876374" y="1416674"/>
                  </a:lnTo>
                  <a:lnTo>
                    <a:pt x="2876492" y="1416674"/>
                  </a:lnTo>
                  <a:lnTo>
                    <a:pt x="2876492" y="1416243"/>
                  </a:lnTo>
                  <a:lnTo>
                    <a:pt x="2876609" y="1416243"/>
                  </a:lnTo>
                  <a:lnTo>
                    <a:pt x="2876727" y="1416243"/>
                  </a:lnTo>
                  <a:lnTo>
                    <a:pt x="2876844" y="1416243"/>
                  </a:lnTo>
                  <a:lnTo>
                    <a:pt x="2876962" y="1416243"/>
                  </a:lnTo>
                  <a:lnTo>
                    <a:pt x="2876962" y="1415812"/>
                  </a:lnTo>
                  <a:lnTo>
                    <a:pt x="2877080" y="1415812"/>
                  </a:lnTo>
                  <a:lnTo>
                    <a:pt x="2877080" y="1415382"/>
                  </a:lnTo>
                  <a:lnTo>
                    <a:pt x="2877197" y="1415382"/>
                  </a:lnTo>
                  <a:lnTo>
                    <a:pt x="2877315" y="1415382"/>
                  </a:lnTo>
                  <a:lnTo>
                    <a:pt x="2877432" y="1415382"/>
                  </a:lnTo>
                  <a:lnTo>
                    <a:pt x="2877550" y="1415382"/>
                  </a:lnTo>
                  <a:lnTo>
                    <a:pt x="2877668" y="1415382"/>
                  </a:lnTo>
                  <a:lnTo>
                    <a:pt x="2877785" y="1415382"/>
                  </a:lnTo>
                  <a:lnTo>
                    <a:pt x="2877903" y="1415382"/>
                  </a:lnTo>
                  <a:lnTo>
                    <a:pt x="2878021" y="1415382"/>
                  </a:lnTo>
                  <a:lnTo>
                    <a:pt x="2878138" y="1415382"/>
                  </a:lnTo>
                  <a:lnTo>
                    <a:pt x="2878256" y="1415382"/>
                  </a:lnTo>
                  <a:lnTo>
                    <a:pt x="2878373" y="1415382"/>
                  </a:lnTo>
                  <a:lnTo>
                    <a:pt x="2878491" y="1415382"/>
                  </a:lnTo>
                  <a:lnTo>
                    <a:pt x="2878491" y="1414951"/>
                  </a:lnTo>
                  <a:lnTo>
                    <a:pt x="2878609" y="1414951"/>
                  </a:lnTo>
                  <a:lnTo>
                    <a:pt x="2878726" y="1414951"/>
                  </a:lnTo>
                  <a:lnTo>
                    <a:pt x="2878844" y="1414951"/>
                  </a:lnTo>
                  <a:lnTo>
                    <a:pt x="2878961" y="1414951"/>
                  </a:lnTo>
                  <a:lnTo>
                    <a:pt x="2879079" y="1414951"/>
                  </a:lnTo>
                  <a:lnTo>
                    <a:pt x="2879079" y="1414521"/>
                  </a:lnTo>
                  <a:lnTo>
                    <a:pt x="2879197" y="1414521"/>
                  </a:lnTo>
                  <a:lnTo>
                    <a:pt x="2879314" y="1414521"/>
                  </a:lnTo>
                  <a:lnTo>
                    <a:pt x="2879432" y="1414521"/>
                  </a:lnTo>
                  <a:lnTo>
                    <a:pt x="2879550" y="1414521"/>
                  </a:lnTo>
                  <a:lnTo>
                    <a:pt x="2879667" y="1414521"/>
                  </a:lnTo>
                  <a:lnTo>
                    <a:pt x="2879785" y="1414521"/>
                  </a:lnTo>
                  <a:lnTo>
                    <a:pt x="2879902" y="1414521"/>
                  </a:lnTo>
                  <a:lnTo>
                    <a:pt x="2880020" y="1414521"/>
                  </a:lnTo>
                  <a:lnTo>
                    <a:pt x="2880138" y="1414521"/>
                  </a:lnTo>
                  <a:lnTo>
                    <a:pt x="2880138" y="1414090"/>
                  </a:lnTo>
                  <a:lnTo>
                    <a:pt x="2880255" y="1414090"/>
                  </a:lnTo>
                  <a:lnTo>
                    <a:pt x="2880255" y="1413659"/>
                  </a:lnTo>
                  <a:lnTo>
                    <a:pt x="2880373" y="1413659"/>
                  </a:lnTo>
                  <a:lnTo>
                    <a:pt x="2880490" y="1413659"/>
                  </a:lnTo>
                  <a:lnTo>
                    <a:pt x="2880608" y="1413659"/>
                  </a:lnTo>
                  <a:lnTo>
                    <a:pt x="2880726" y="1413659"/>
                  </a:lnTo>
                  <a:lnTo>
                    <a:pt x="2880843" y="1413659"/>
                  </a:lnTo>
                  <a:lnTo>
                    <a:pt x="2880961" y="1413659"/>
                  </a:lnTo>
                  <a:lnTo>
                    <a:pt x="2881079" y="1413659"/>
                  </a:lnTo>
                  <a:lnTo>
                    <a:pt x="2881196" y="1413659"/>
                  </a:lnTo>
                  <a:lnTo>
                    <a:pt x="2881314" y="1413659"/>
                  </a:lnTo>
                  <a:lnTo>
                    <a:pt x="2881314" y="1413229"/>
                  </a:lnTo>
                  <a:lnTo>
                    <a:pt x="2881431" y="1413229"/>
                  </a:lnTo>
                  <a:lnTo>
                    <a:pt x="2881549" y="1413229"/>
                  </a:lnTo>
                  <a:lnTo>
                    <a:pt x="2881667" y="1413229"/>
                  </a:lnTo>
                  <a:lnTo>
                    <a:pt x="2881784" y="1413229"/>
                  </a:lnTo>
                  <a:lnTo>
                    <a:pt x="2881902" y="1413229"/>
                  </a:lnTo>
                  <a:lnTo>
                    <a:pt x="2882019" y="1413229"/>
                  </a:lnTo>
                  <a:lnTo>
                    <a:pt x="2882137" y="1413229"/>
                  </a:lnTo>
                  <a:lnTo>
                    <a:pt x="2882255" y="1413229"/>
                  </a:lnTo>
                  <a:lnTo>
                    <a:pt x="2882372" y="1413229"/>
                  </a:lnTo>
                  <a:lnTo>
                    <a:pt x="2882490" y="1413229"/>
                  </a:lnTo>
                  <a:lnTo>
                    <a:pt x="2882608" y="1413229"/>
                  </a:lnTo>
                  <a:lnTo>
                    <a:pt x="2882725" y="1413229"/>
                  </a:lnTo>
                  <a:lnTo>
                    <a:pt x="2882843" y="1413229"/>
                  </a:lnTo>
                  <a:lnTo>
                    <a:pt x="2882960" y="1413229"/>
                  </a:lnTo>
                  <a:lnTo>
                    <a:pt x="2883078" y="1413229"/>
                  </a:lnTo>
                  <a:lnTo>
                    <a:pt x="2883196" y="1413229"/>
                  </a:lnTo>
                  <a:lnTo>
                    <a:pt x="2883196" y="1412798"/>
                  </a:lnTo>
                  <a:lnTo>
                    <a:pt x="2883313" y="1412798"/>
                  </a:lnTo>
                  <a:lnTo>
                    <a:pt x="2883431" y="1412798"/>
                  </a:lnTo>
                  <a:lnTo>
                    <a:pt x="2883548" y="1412798"/>
                  </a:lnTo>
                  <a:lnTo>
                    <a:pt x="2883666" y="1412798"/>
                  </a:lnTo>
                  <a:lnTo>
                    <a:pt x="2883784" y="1412798"/>
                  </a:lnTo>
                  <a:lnTo>
                    <a:pt x="2883784" y="1412368"/>
                  </a:lnTo>
                  <a:lnTo>
                    <a:pt x="2883901" y="1412368"/>
                  </a:lnTo>
                  <a:lnTo>
                    <a:pt x="2884019" y="1412368"/>
                  </a:lnTo>
                  <a:lnTo>
                    <a:pt x="2884019" y="1411937"/>
                  </a:lnTo>
                  <a:lnTo>
                    <a:pt x="2884137" y="1411937"/>
                  </a:lnTo>
                  <a:lnTo>
                    <a:pt x="2884254" y="1411937"/>
                  </a:lnTo>
                  <a:lnTo>
                    <a:pt x="2884372" y="1411937"/>
                  </a:lnTo>
                  <a:lnTo>
                    <a:pt x="2884489" y="1411937"/>
                  </a:lnTo>
                  <a:lnTo>
                    <a:pt x="2884489" y="1411506"/>
                  </a:lnTo>
                  <a:lnTo>
                    <a:pt x="2884607" y="1411506"/>
                  </a:lnTo>
                  <a:lnTo>
                    <a:pt x="2884725" y="1411506"/>
                  </a:lnTo>
                  <a:lnTo>
                    <a:pt x="2884842" y="1411506"/>
                  </a:lnTo>
                  <a:lnTo>
                    <a:pt x="2884960" y="1411506"/>
                  </a:lnTo>
                  <a:lnTo>
                    <a:pt x="2884960" y="1411076"/>
                  </a:lnTo>
                  <a:lnTo>
                    <a:pt x="2885077" y="1411076"/>
                  </a:lnTo>
                  <a:lnTo>
                    <a:pt x="2885195" y="1411076"/>
                  </a:lnTo>
                  <a:lnTo>
                    <a:pt x="2885195" y="1410645"/>
                  </a:lnTo>
                  <a:lnTo>
                    <a:pt x="2885313" y="1410645"/>
                  </a:lnTo>
                  <a:lnTo>
                    <a:pt x="2885430" y="1410645"/>
                  </a:lnTo>
                  <a:lnTo>
                    <a:pt x="2885548" y="1410645"/>
                  </a:lnTo>
                  <a:lnTo>
                    <a:pt x="2885665" y="1410645"/>
                  </a:lnTo>
                  <a:lnTo>
                    <a:pt x="2885783" y="1410645"/>
                  </a:lnTo>
                  <a:lnTo>
                    <a:pt x="2885901" y="1410645"/>
                  </a:lnTo>
                  <a:lnTo>
                    <a:pt x="2886018" y="1410645"/>
                  </a:lnTo>
                  <a:lnTo>
                    <a:pt x="2886136" y="1410645"/>
                  </a:lnTo>
                  <a:lnTo>
                    <a:pt x="2886136" y="1410215"/>
                  </a:lnTo>
                  <a:lnTo>
                    <a:pt x="2886254" y="1410215"/>
                  </a:lnTo>
                  <a:lnTo>
                    <a:pt x="2886371" y="1410215"/>
                  </a:lnTo>
                  <a:lnTo>
                    <a:pt x="2886489" y="1410215"/>
                  </a:lnTo>
                  <a:lnTo>
                    <a:pt x="2886606" y="1410215"/>
                  </a:lnTo>
                  <a:lnTo>
                    <a:pt x="2886724" y="1410215"/>
                  </a:lnTo>
                  <a:lnTo>
                    <a:pt x="2886842" y="1410215"/>
                  </a:lnTo>
                  <a:lnTo>
                    <a:pt x="2886959" y="1410215"/>
                  </a:lnTo>
                  <a:lnTo>
                    <a:pt x="2887077" y="1410215"/>
                  </a:lnTo>
                  <a:lnTo>
                    <a:pt x="2887194" y="1410215"/>
                  </a:lnTo>
                  <a:lnTo>
                    <a:pt x="2887312" y="1410215"/>
                  </a:lnTo>
                  <a:lnTo>
                    <a:pt x="2887430" y="1410215"/>
                  </a:lnTo>
                  <a:lnTo>
                    <a:pt x="2887547" y="1410215"/>
                  </a:lnTo>
                  <a:lnTo>
                    <a:pt x="2887665" y="1410215"/>
                  </a:lnTo>
                  <a:lnTo>
                    <a:pt x="2887783" y="1410215"/>
                  </a:lnTo>
                  <a:lnTo>
                    <a:pt x="2887900" y="1410215"/>
                  </a:lnTo>
                  <a:lnTo>
                    <a:pt x="2887900" y="1409784"/>
                  </a:lnTo>
                  <a:lnTo>
                    <a:pt x="2888018" y="1409784"/>
                  </a:lnTo>
                  <a:lnTo>
                    <a:pt x="2888135" y="1409784"/>
                  </a:lnTo>
                  <a:lnTo>
                    <a:pt x="2888253" y="1409784"/>
                  </a:lnTo>
                  <a:lnTo>
                    <a:pt x="2888371" y="1409784"/>
                  </a:lnTo>
                  <a:lnTo>
                    <a:pt x="2888488" y="1409784"/>
                  </a:lnTo>
                  <a:lnTo>
                    <a:pt x="2888606" y="1409784"/>
                  </a:lnTo>
                  <a:lnTo>
                    <a:pt x="2888723" y="1409784"/>
                  </a:lnTo>
                  <a:lnTo>
                    <a:pt x="2888841" y="1409784"/>
                  </a:lnTo>
                  <a:lnTo>
                    <a:pt x="2888841" y="1409353"/>
                  </a:lnTo>
                  <a:lnTo>
                    <a:pt x="2888841" y="1408923"/>
                  </a:lnTo>
                  <a:lnTo>
                    <a:pt x="2888959" y="1408923"/>
                  </a:lnTo>
                  <a:lnTo>
                    <a:pt x="2889076" y="1408923"/>
                  </a:lnTo>
                  <a:lnTo>
                    <a:pt x="2889076" y="1408492"/>
                  </a:lnTo>
                  <a:lnTo>
                    <a:pt x="2889076" y="1408062"/>
                  </a:lnTo>
                  <a:lnTo>
                    <a:pt x="2889076" y="1407631"/>
                  </a:lnTo>
                  <a:lnTo>
                    <a:pt x="2889194" y="1407631"/>
                  </a:lnTo>
                  <a:lnTo>
                    <a:pt x="2889312" y="1407631"/>
                  </a:lnTo>
                  <a:lnTo>
                    <a:pt x="2889429" y="1407631"/>
                  </a:lnTo>
                  <a:lnTo>
                    <a:pt x="2889547" y="1407631"/>
                  </a:lnTo>
                  <a:lnTo>
                    <a:pt x="2889547" y="1407200"/>
                  </a:lnTo>
                  <a:lnTo>
                    <a:pt x="2889664" y="1407200"/>
                  </a:lnTo>
                  <a:lnTo>
                    <a:pt x="2889782" y="1407200"/>
                  </a:lnTo>
                  <a:lnTo>
                    <a:pt x="2889900" y="1407200"/>
                  </a:lnTo>
                  <a:lnTo>
                    <a:pt x="2890017" y="1407200"/>
                  </a:lnTo>
                  <a:lnTo>
                    <a:pt x="2890135" y="1407200"/>
                  </a:lnTo>
                  <a:lnTo>
                    <a:pt x="2890135" y="1406770"/>
                  </a:lnTo>
                  <a:lnTo>
                    <a:pt x="2890252" y="1406770"/>
                  </a:lnTo>
                  <a:lnTo>
                    <a:pt x="2890370" y="1406770"/>
                  </a:lnTo>
                  <a:lnTo>
                    <a:pt x="2890488" y="1406770"/>
                  </a:lnTo>
                  <a:lnTo>
                    <a:pt x="2890605" y="1406770"/>
                  </a:lnTo>
                  <a:lnTo>
                    <a:pt x="2890723" y="1406770"/>
                  </a:lnTo>
                  <a:lnTo>
                    <a:pt x="2890841" y="1406770"/>
                  </a:lnTo>
                  <a:lnTo>
                    <a:pt x="2890841" y="1406339"/>
                  </a:lnTo>
                  <a:lnTo>
                    <a:pt x="2890958" y="1406339"/>
                  </a:lnTo>
                  <a:lnTo>
                    <a:pt x="2891076" y="1406339"/>
                  </a:lnTo>
                  <a:lnTo>
                    <a:pt x="2891193" y="1406339"/>
                  </a:lnTo>
                  <a:lnTo>
                    <a:pt x="2891193" y="1405909"/>
                  </a:lnTo>
                  <a:lnTo>
                    <a:pt x="2891311" y="1405909"/>
                  </a:lnTo>
                  <a:lnTo>
                    <a:pt x="2891429" y="1405909"/>
                  </a:lnTo>
                  <a:lnTo>
                    <a:pt x="2891546" y="1405909"/>
                  </a:lnTo>
                  <a:lnTo>
                    <a:pt x="2891664" y="1405909"/>
                  </a:lnTo>
                  <a:lnTo>
                    <a:pt x="2891781" y="1405909"/>
                  </a:lnTo>
                  <a:lnTo>
                    <a:pt x="2891899" y="1405909"/>
                  </a:lnTo>
                  <a:lnTo>
                    <a:pt x="2892017" y="1405909"/>
                  </a:lnTo>
                  <a:lnTo>
                    <a:pt x="2892134" y="1405909"/>
                  </a:lnTo>
                  <a:lnTo>
                    <a:pt x="2892252" y="1405909"/>
                  </a:lnTo>
                  <a:lnTo>
                    <a:pt x="2892370" y="1405909"/>
                  </a:lnTo>
                  <a:lnTo>
                    <a:pt x="2892487" y="1405909"/>
                  </a:lnTo>
                  <a:lnTo>
                    <a:pt x="2892605" y="1405909"/>
                  </a:lnTo>
                  <a:lnTo>
                    <a:pt x="2892722" y="1405909"/>
                  </a:lnTo>
                  <a:lnTo>
                    <a:pt x="2892840" y="1405909"/>
                  </a:lnTo>
                  <a:lnTo>
                    <a:pt x="2892958" y="1405909"/>
                  </a:lnTo>
                  <a:lnTo>
                    <a:pt x="2893075" y="1405909"/>
                  </a:lnTo>
                  <a:lnTo>
                    <a:pt x="2893193" y="1405909"/>
                  </a:lnTo>
                  <a:lnTo>
                    <a:pt x="2893310" y="1405909"/>
                  </a:lnTo>
                  <a:lnTo>
                    <a:pt x="2893428" y="1405909"/>
                  </a:lnTo>
                  <a:lnTo>
                    <a:pt x="2893546" y="1405909"/>
                  </a:lnTo>
                  <a:lnTo>
                    <a:pt x="2893663" y="1405909"/>
                  </a:lnTo>
                  <a:lnTo>
                    <a:pt x="2893781" y="1405909"/>
                  </a:lnTo>
                  <a:lnTo>
                    <a:pt x="2893898" y="1405909"/>
                  </a:lnTo>
                  <a:lnTo>
                    <a:pt x="2894016" y="1405909"/>
                  </a:lnTo>
                  <a:lnTo>
                    <a:pt x="2894016" y="1405478"/>
                  </a:lnTo>
                  <a:lnTo>
                    <a:pt x="2894134" y="1405478"/>
                  </a:lnTo>
                  <a:lnTo>
                    <a:pt x="2894251" y="1405478"/>
                  </a:lnTo>
                  <a:lnTo>
                    <a:pt x="2894251" y="1405047"/>
                  </a:lnTo>
                  <a:lnTo>
                    <a:pt x="2894369" y="1405047"/>
                  </a:lnTo>
                  <a:lnTo>
                    <a:pt x="2894487" y="1405047"/>
                  </a:lnTo>
                  <a:lnTo>
                    <a:pt x="2894604" y="1405047"/>
                  </a:lnTo>
                  <a:lnTo>
                    <a:pt x="2894722" y="1405047"/>
                  </a:lnTo>
                  <a:lnTo>
                    <a:pt x="2894839" y="1405047"/>
                  </a:lnTo>
                  <a:lnTo>
                    <a:pt x="2894839" y="1404617"/>
                  </a:lnTo>
                  <a:lnTo>
                    <a:pt x="2894957" y="1404617"/>
                  </a:lnTo>
                  <a:lnTo>
                    <a:pt x="2895075" y="1404617"/>
                  </a:lnTo>
                  <a:lnTo>
                    <a:pt x="2895192" y="1404617"/>
                  </a:lnTo>
                  <a:lnTo>
                    <a:pt x="2895310" y="1404617"/>
                  </a:lnTo>
                  <a:lnTo>
                    <a:pt x="2895427" y="1404617"/>
                  </a:lnTo>
                  <a:lnTo>
                    <a:pt x="2895545" y="1404617"/>
                  </a:lnTo>
                  <a:lnTo>
                    <a:pt x="2895663" y="1404617"/>
                  </a:lnTo>
                  <a:lnTo>
                    <a:pt x="2895780" y="1404617"/>
                  </a:lnTo>
                  <a:lnTo>
                    <a:pt x="2895898" y="1404617"/>
                  </a:lnTo>
                  <a:lnTo>
                    <a:pt x="2896016" y="1404617"/>
                  </a:lnTo>
                  <a:lnTo>
                    <a:pt x="2896016" y="1404186"/>
                  </a:lnTo>
                  <a:lnTo>
                    <a:pt x="2896133" y="1404186"/>
                  </a:lnTo>
                  <a:lnTo>
                    <a:pt x="2896133" y="1403756"/>
                  </a:lnTo>
                  <a:lnTo>
                    <a:pt x="2896251" y="1403756"/>
                  </a:lnTo>
                  <a:lnTo>
                    <a:pt x="2896368" y="1403756"/>
                  </a:lnTo>
                  <a:lnTo>
                    <a:pt x="2896486" y="1403756"/>
                  </a:lnTo>
                  <a:lnTo>
                    <a:pt x="2896604" y="1403756"/>
                  </a:lnTo>
                  <a:lnTo>
                    <a:pt x="2896721" y="1403756"/>
                  </a:lnTo>
                  <a:lnTo>
                    <a:pt x="2896839" y="1403756"/>
                  </a:lnTo>
                  <a:lnTo>
                    <a:pt x="2896956" y="1403756"/>
                  </a:lnTo>
                  <a:lnTo>
                    <a:pt x="2896956" y="1403325"/>
                  </a:lnTo>
                  <a:lnTo>
                    <a:pt x="2897074" y="1403325"/>
                  </a:lnTo>
                  <a:lnTo>
                    <a:pt x="2897192" y="1403325"/>
                  </a:lnTo>
                  <a:lnTo>
                    <a:pt x="2897309" y="1403325"/>
                  </a:lnTo>
                  <a:lnTo>
                    <a:pt x="2897427" y="1403325"/>
                  </a:lnTo>
                  <a:lnTo>
                    <a:pt x="2897545" y="1403325"/>
                  </a:lnTo>
                  <a:lnTo>
                    <a:pt x="2897662" y="1403325"/>
                  </a:lnTo>
                  <a:lnTo>
                    <a:pt x="2897780" y="1403325"/>
                  </a:lnTo>
                  <a:lnTo>
                    <a:pt x="2897897" y="1403325"/>
                  </a:lnTo>
                  <a:lnTo>
                    <a:pt x="2898015" y="1403325"/>
                  </a:lnTo>
                  <a:lnTo>
                    <a:pt x="2898015" y="1402894"/>
                  </a:lnTo>
                  <a:lnTo>
                    <a:pt x="2898133" y="1402894"/>
                  </a:lnTo>
                  <a:lnTo>
                    <a:pt x="2898250" y="1402894"/>
                  </a:lnTo>
                  <a:lnTo>
                    <a:pt x="2898368" y="1402894"/>
                  </a:lnTo>
                  <a:lnTo>
                    <a:pt x="2898485" y="1402894"/>
                  </a:lnTo>
                  <a:lnTo>
                    <a:pt x="2898603" y="1402894"/>
                  </a:lnTo>
                  <a:lnTo>
                    <a:pt x="2898721" y="1402894"/>
                  </a:lnTo>
                  <a:lnTo>
                    <a:pt x="2898838" y="1402894"/>
                  </a:lnTo>
                  <a:lnTo>
                    <a:pt x="2898838" y="1402464"/>
                  </a:lnTo>
                  <a:lnTo>
                    <a:pt x="2898956" y="1402464"/>
                  </a:lnTo>
                  <a:lnTo>
                    <a:pt x="2899074" y="1402464"/>
                  </a:lnTo>
                  <a:lnTo>
                    <a:pt x="2899074" y="1402033"/>
                  </a:lnTo>
                  <a:lnTo>
                    <a:pt x="2899191" y="1402033"/>
                  </a:lnTo>
                  <a:lnTo>
                    <a:pt x="2899309" y="1402033"/>
                  </a:lnTo>
                  <a:lnTo>
                    <a:pt x="2899426" y="1402033"/>
                  </a:lnTo>
                  <a:lnTo>
                    <a:pt x="2899544" y="1402033"/>
                  </a:lnTo>
                  <a:lnTo>
                    <a:pt x="2899662" y="1402033"/>
                  </a:lnTo>
                  <a:lnTo>
                    <a:pt x="2899779" y="1402033"/>
                  </a:lnTo>
                  <a:lnTo>
                    <a:pt x="2899897" y="1402033"/>
                  </a:lnTo>
                  <a:lnTo>
                    <a:pt x="2900014" y="1402033"/>
                  </a:lnTo>
                  <a:lnTo>
                    <a:pt x="2900132" y="1402033"/>
                  </a:lnTo>
                  <a:lnTo>
                    <a:pt x="2900250" y="1402033"/>
                  </a:lnTo>
                  <a:lnTo>
                    <a:pt x="2900367" y="1402033"/>
                  </a:lnTo>
                  <a:lnTo>
                    <a:pt x="2900485" y="1402033"/>
                  </a:lnTo>
                  <a:lnTo>
                    <a:pt x="2900603" y="1402033"/>
                  </a:lnTo>
                  <a:lnTo>
                    <a:pt x="2900720" y="1402033"/>
                  </a:lnTo>
                  <a:lnTo>
                    <a:pt x="2900838" y="1402033"/>
                  </a:lnTo>
                  <a:lnTo>
                    <a:pt x="2900838" y="1401603"/>
                  </a:lnTo>
                  <a:lnTo>
                    <a:pt x="2900955" y="1401603"/>
                  </a:lnTo>
                  <a:lnTo>
                    <a:pt x="2901073" y="1401603"/>
                  </a:lnTo>
                  <a:lnTo>
                    <a:pt x="2901073" y="1401172"/>
                  </a:lnTo>
                  <a:lnTo>
                    <a:pt x="2901191" y="1401172"/>
                  </a:lnTo>
                  <a:lnTo>
                    <a:pt x="2901308" y="1401172"/>
                  </a:lnTo>
                  <a:lnTo>
                    <a:pt x="2901426" y="1401172"/>
                  </a:lnTo>
                  <a:lnTo>
                    <a:pt x="2901543" y="1401172"/>
                  </a:lnTo>
                  <a:lnTo>
                    <a:pt x="2901661" y="1401172"/>
                  </a:lnTo>
                  <a:lnTo>
                    <a:pt x="2901779" y="1401172"/>
                  </a:lnTo>
                  <a:lnTo>
                    <a:pt x="2901896" y="1401172"/>
                  </a:lnTo>
                  <a:lnTo>
                    <a:pt x="2901896" y="1400741"/>
                  </a:lnTo>
                  <a:lnTo>
                    <a:pt x="2902014" y="1400741"/>
                  </a:lnTo>
                  <a:lnTo>
                    <a:pt x="2902131" y="1400741"/>
                  </a:lnTo>
                  <a:lnTo>
                    <a:pt x="2902249" y="1400741"/>
                  </a:lnTo>
                  <a:lnTo>
                    <a:pt x="2902367" y="1400741"/>
                  </a:lnTo>
                  <a:lnTo>
                    <a:pt x="2902484" y="1400741"/>
                  </a:lnTo>
                  <a:lnTo>
                    <a:pt x="2902602" y="1400741"/>
                  </a:lnTo>
                  <a:lnTo>
                    <a:pt x="2902720" y="1400741"/>
                  </a:lnTo>
                  <a:lnTo>
                    <a:pt x="2902720" y="1400311"/>
                  </a:lnTo>
                  <a:lnTo>
                    <a:pt x="2902837" y="1400311"/>
                  </a:lnTo>
                  <a:lnTo>
                    <a:pt x="2902837" y="1399880"/>
                  </a:lnTo>
                  <a:lnTo>
                    <a:pt x="2902955" y="1399880"/>
                  </a:lnTo>
                  <a:lnTo>
                    <a:pt x="2902955" y="1399450"/>
                  </a:lnTo>
                  <a:lnTo>
                    <a:pt x="2902955" y="1399019"/>
                  </a:lnTo>
                  <a:lnTo>
                    <a:pt x="2903072" y="1399019"/>
                  </a:lnTo>
                  <a:lnTo>
                    <a:pt x="2903190" y="1399019"/>
                  </a:lnTo>
                  <a:lnTo>
                    <a:pt x="2903190" y="1398588"/>
                  </a:lnTo>
                  <a:lnTo>
                    <a:pt x="2903308" y="1398588"/>
                  </a:lnTo>
                  <a:lnTo>
                    <a:pt x="2903425" y="1398588"/>
                  </a:lnTo>
                  <a:lnTo>
                    <a:pt x="2903543" y="1398588"/>
                  </a:lnTo>
                  <a:lnTo>
                    <a:pt x="2903660" y="1398588"/>
                  </a:lnTo>
                  <a:lnTo>
                    <a:pt x="2903778" y="1398588"/>
                  </a:lnTo>
                  <a:lnTo>
                    <a:pt x="2903896" y="1398588"/>
                  </a:lnTo>
                  <a:lnTo>
                    <a:pt x="2904013" y="1398588"/>
                  </a:lnTo>
                  <a:lnTo>
                    <a:pt x="2904131" y="1398588"/>
                  </a:lnTo>
                  <a:lnTo>
                    <a:pt x="2904249" y="1398588"/>
                  </a:lnTo>
                  <a:lnTo>
                    <a:pt x="2904366" y="1398588"/>
                  </a:lnTo>
                  <a:lnTo>
                    <a:pt x="2904484" y="1398588"/>
                  </a:lnTo>
                  <a:lnTo>
                    <a:pt x="2904601" y="1398588"/>
                  </a:lnTo>
                  <a:lnTo>
                    <a:pt x="2904719" y="1398588"/>
                  </a:lnTo>
                  <a:lnTo>
                    <a:pt x="2904837" y="1398588"/>
                  </a:lnTo>
                  <a:lnTo>
                    <a:pt x="2904954" y="1398588"/>
                  </a:lnTo>
                  <a:lnTo>
                    <a:pt x="2905072" y="1398588"/>
                  </a:lnTo>
                  <a:lnTo>
                    <a:pt x="2905189" y="1398588"/>
                  </a:lnTo>
                  <a:lnTo>
                    <a:pt x="2905307" y="1398588"/>
                  </a:lnTo>
                  <a:lnTo>
                    <a:pt x="2905307" y="1398158"/>
                  </a:lnTo>
                  <a:lnTo>
                    <a:pt x="2905425" y="1398158"/>
                  </a:lnTo>
                  <a:lnTo>
                    <a:pt x="2905425" y="1397727"/>
                  </a:lnTo>
                  <a:lnTo>
                    <a:pt x="2905542" y="1397727"/>
                  </a:lnTo>
                  <a:lnTo>
                    <a:pt x="2905660" y="1397727"/>
                  </a:lnTo>
                  <a:lnTo>
                    <a:pt x="2905660" y="1397297"/>
                  </a:lnTo>
                  <a:lnTo>
                    <a:pt x="2905778" y="1397297"/>
                  </a:lnTo>
                  <a:lnTo>
                    <a:pt x="2905895" y="1397297"/>
                  </a:lnTo>
                  <a:lnTo>
                    <a:pt x="2906013" y="1397297"/>
                  </a:lnTo>
                  <a:lnTo>
                    <a:pt x="2906130" y="1397297"/>
                  </a:lnTo>
                  <a:lnTo>
                    <a:pt x="2906248" y="1397297"/>
                  </a:lnTo>
                  <a:lnTo>
                    <a:pt x="2906366" y="1397297"/>
                  </a:lnTo>
                  <a:lnTo>
                    <a:pt x="2906483" y="1397297"/>
                  </a:lnTo>
                  <a:lnTo>
                    <a:pt x="2906601" y="1397297"/>
                  </a:lnTo>
                  <a:lnTo>
                    <a:pt x="2906718" y="1397297"/>
                  </a:lnTo>
                  <a:lnTo>
                    <a:pt x="2906836" y="1397297"/>
                  </a:lnTo>
                  <a:lnTo>
                    <a:pt x="2906954" y="1397297"/>
                  </a:lnTo>
                  <a:lnTo>
                    <a:pt x="2906954" y="1396866"/>
                  </a:lnTo>
                  <a:lnTo>
                    <a:pt x="2907071" y="1396866"/>
                  </a:lnTo>
                  <a:lnTo>
                    <a:pt x="2907189" y="1396866"/>
                  </a:lnTo>
                  <a:lnTo>
                    <a:pt x="2907307" y="1396866"/>
                  </a:lnTo>
                  <a:lnTo>
                    <a:pt x="2907424" y="1396866"/>
                  </a:lnTo>
                  <a:lnTo>
                    <a:pt x="2907542" y="1396866"/>
                  </a:lnTo>
                  <a:lnTo>
                    <a:pt x="2907659" y="1396866"/>
                  </a:lnTo>
                  <a:lnTo>
                    <a:pt x="2907777" y="1396866"/>
                  </a:lnTo>
                  <a:lnTo>
                    <a:pt x="2907777" y="1396435"/>
                  </a:lnTo>
                  <a:lnTo>
                    <a:pt x="2907895" y="1396435"/>
                  </a:lnTo>
                  <a:lnTo>
                    <a:pt x="2908012" y="1396435"/>
                  </a:lnTo>
                  <a:lnTo>
                    <a:pt x="2908130" y="1396435"/>
                  </a:lnTo>
                  <a:lnTo>
                    <a:pt x="2908247" y="1396435"/>
                  </a:lnTo>
                  <a:lnTo>
                    <a:pt x="2908365" y="1396435"/>
                  </a:lnTo>
                  <a:lnTo>
                    <a:pt x="2908483" y="1396435"/>
                  </a:lnTo>
                  <a:lnTo>
                    <a:pt x="2908483" y="1396005"/>
                  </a:lnTo>
                  <a:lnTo>
                    <a:pt x="2908600" y="1396005"/>
                  </a:lnTo>
                  <a:lnTo>
                    <a:pt x="2908718" y="1396005"/>
                  </a:lnTo>
                  <a:lnTo>
                    <a:pt x="2908835" y="1396005"/>
                  </a:lnTo>
                  <a:lnTo>
                    <a:pt x="2908835" y="1395574"/>
                  </a:lnTo>
                  <a:lnTo>
                    <a:pt x="2908835" y="1395144"/>
                  </a:lnTo>
                  <a:lnTo>
                    <a:pt x="2908835" y="1394713"/>
                  </a:lnTo>
                  <a:lnTo>
                    <a:pt x="2908953" y="1394713"/>
                  </a:lnTo>
                  <a:lnTo>
                    <a:pt x="2909071" y="1394713"/>
                  </a:lnTo>
                  <a:lnTo>
                    <a:pt x="2909071" y="1394282"/>
                  </a:lnTo>
                  <a:lnTo>
                    <a:pt x="2909188" y="1394282"/>
                  </a:lnTo>
                  <a:lnTo>
                    <a:pt x="2909306" y="1394282"/>
                  </a:lnTo>
                  <a:lnTo>
                    <a:pt x="2909424" y="1394282"/>
                  </a:lnTo>
                  <a:lnTo>
                    <a:pt x="2909541" y="1394282"/>
                  </a:lnTo>
                  <a:lnTo>
                    <a:pt x="2909541" y="1393852"/>
                  </a:lnTo>
                  <a:lnTo>
                    <a:pt x="2909659" y="1393852"/>
                  </a:lnTo>
                  <a:lnTo>
                    <a:pt x="2909776" y="1393852"/>
                  </a:lnTo>
                  <a:lnTo>
                    <a:pt x="2909894" y="1393852"/>
                  </a:lnTo>
                  <a:lnTo>
                    <a:pt x="2910012" y="1393852"/>
                  </a:lnTo>
                  <a:lnTo>
                    <a:pt x="2910129" y="1393852"/>
                  </a:lnTo>
                  <a:lnTo>
                    <a:pt x="2910129" y="1393421"/>
                  </a:lnTo>
                  <a:lnTo>
                    <a:pt x="2910247" y="1393421"/>
                  </a:lnTo>
                  <a:lnTo>
                    <a:pt x="2910247" y="1392991"/>
                  </a:lnTo>
                  <a:lnTo>
                    <a:pt x="2910364" y="1392991"/>
                  </a:lnTo>
                  <a:lnTo>
                    <a:pt x="2910482" y="1392991"/>
                  </a:lnTo>
                  <a:lnTo>
                    <a:pt x="2910600" y="1392991"/>
                  </a:lnTo>
                  <a:lnTo>
                    <a:pt x="2910717" y="1392991"/>
                  </a:lnTo>
                  <a:lnTo>
                    <a:pt x="2910835" y="1392991"/>
                  </a:lnTo>
                  <a:lnTo>
                    <a:pt x="2910953" y="1392991"/>
                  </a:lnTo>
                  <a:lnTo>
                    <a:pt x="2911070" y="1392991"/>
                  </a:lnTo>
                  <a:lnTo>
                    <a:pt x="2911070" y="1392560"/>
                  </a:lnTo>
                  <a:lnTo>
                    <a:pt x="2911188" y="1392560"/>
                  </a:lnTo>
                  <a:lnTo>
                    <a:pt x="2911305" y="1392560"/>
                  </a:lnTo>
                  <a:lnTo>
                    <a:pt x="2911423" y="1392560"/>
                  </a:lnTo>
                  <a:lnTo>
                    <a:pt x="2911541" y="1392560"/>
                  </a:lnTo>
                  <a:lnTo>
                    <a:pt x="2911658" y="1392560"/>
                  </a:lnTo>
                  <a:lnTo>
                    <a:pt x="2911776" y="1392560"/>
                  </a:lnTo>
                  <a:lnTo>
                    <a:pt x="2911776" y="1392129"/>
                  </a:lnTo>
                  <a:lnTo>
                    <a:pt x="2911893" y="1392129"/>
                  </a:lnTo>
                  <a:lnTo>
                    <a:pt x="2912011" y="1392129"/>
                  </a:lnTo>
                  <a:lnTo>
                    <a:pt x="2912011" y="1391699"/>
                  </a:lnTo>
                  <a:lnTo>
                    <a:pt x="2912129" y="1391699"/>
                  </a:lnTo>
                  <a:lnTo>
                    <a:pt x="2912246" y="1391699"/>
                  </a:lnTo>
                  <a:lnTo>
                    <a:pt x="2912364" y="1391699"/>
                  </a:lnTo>
                  <a:lnTo>
                    <a:pt x="2912482" y="1391699"/>
                  </a:lnTo>
                  <a:lnTo>
                    <a:pt x="2912599" y="1391699"/>
                  </a:lnTo>
                  <a:lnTo>
                    <a:pt x="2912717" y="1391699"/>
                  </a:lnTo>
                  <a:lnTo>
                    <a:pt x="2912834" y="1391699"/>
                  </a:lnTo>
                  <a:lnTo>
                    <a:pt x="2912952" y="1391699"/>
                  </a:lnTo>
                  <a:lnTo>
                    <a:pt x="2913070" y="1391699"/>
                  </a:lnTo>
                  <a:lnTo>
                    <a:pt x="2913070" y="1391268"/>
                  </a:lnTo>
                  <a:lnTo>
                    <a:pt x="2913187" y="1391268"/>
                  </a:lnTo>
                  <a:lnTo>
                    <a:pt x="2913187" y="1390838"/>
                  </a:lnTo>
                  <a:lnTo>
                    <a:pt x="2913305" y="1390838"/>
                  </a:lnTo>
                  <a:lnTo>
                    <a:pt x="2913422" y="1390838"/>
                  </a:lnTo>
                  <a:lnTo>
                    <a:pt x="2913540" y="1390838"/>
                  </a:lnTo>
                  <a:lnTo>
                    <a:pt x="2913658" y="1390838"/>
                  </a:lnTo>
                  <a:lnTo>
                    <a:pt x="2913775" y="1390838"/>
                  </a:lnTo>
                  <a:lnTo>
                    <a:pt x="2913893" y="1390838"/>
                  </a:lnTo>
                  <a:lnTo>
                    <a:pt x="2914011" y="1390838"/>
                  </a:lnTo>
                  <a:lnTo>
                    <a:pt x="2914128" y="1390838"/>
                  </a:lnTo>
                  <a:lnTo>
                    <a:pt x="2914246" y="1390838"/>
                  </a:lnTo>
                  <a:lnTo>
                    <a:pt x="2914363" y="1390838"/>
                  </a:lnTo>
                  <a:lnTo>
                    <a:pt x="2914481" y="1390838"/>
                  </a:lnTo>
                  <a:lnTo>
                    <a:pt x="2914599" y="1390838"/>
                  </a:lnTo>
                  <a:lnTo>
                    <a:pt x="2914716" y="1390838"/>
                  </a:lnTo>
                  <a:lnTo>
                    <a:pt x="2914834" y="1390838"/>
                  </a:lnTo>
                  <a:lnTo>
                    <a:pt x="2914951" y="1390838"/>
                  </a:lnTo>
                  <a:lnTo>
                    <a:pt x="2915069" y="1390838"/>
                  </a:lnTo>
                  <a:lnTo>
                    <a:pt x="2915187" y="1390838"/>
                  </a:lnTo>
                  <a:lnTo>
                    <a:pt x="2915304" y="1390838"/>
                  </a:lnTo>
                  <a:lnTo>
                    <a:pt x="2915304" y="1390407"/>
                  </a:lnTo>
                  <a:lnTo>
                    <a:pt x="2915304" y="1389976"/>
                  </a:lnTo>
                  <a:lnTo>
                    <a:pt x="2915422" y="1389976"/>
                  </a:lnTo>
                  <a:lnTo>
                    <a:pt x="2915422" y="1389546"/>
                  </a:lnTo>
                  <a:lnTo>
                    <a:pt x="2915540" y="1389546"/>
                  </a:lnTo>
                  <a:lnTo>
                    <a:pt x="2915657" y="1389546"/>
                  </a:lnTo>
                  <a:lnTo>
                    <a:pt x="2915775" y="1389546"/>
                  </a:lnTo>
                  <a:lnTo>
                    <a:pt x="2915892" y="1389546"/>
                  </a:lnTo>
                  <a:lnTo>
                    <a:pt x="2916010" y="1389546"/>
                  </a:lnTo>
                  <a:lnTo>
                    <a:pt x="2916128" y="1389546"/>
                  </a:lnTo>
                  <a:lnTo>
                    <a:pt x="2916245" y="1389546"/>
                  </a:lnTo>
                  <a:lnTo>
                    <a:pt x="2916363" y="1389546"/>
                  </a:lnTo>
                  <a:lnTo>
                    <a:pt x="2916363" y="1389115"/>
                  </a:lnTo>
                  <a:lnTo>
                    <a:pt x="2916480" y="1389115"/>
                  </a:lnTo>
                  <a:lnTo>
                    <a:pt x="2916598" y="1389115"/>
                  </a:lnTo>
                  <a:lnTo>
                    <a:pt x="2916716" y="1389115"/>
                  </a:lnTo>
                  <a:lnTo>
                    <a:pt x="2916833" y="1389115"/>
                  </a:lnTo>
                  <a:lnTo>
                    <a:pt x="2916951" y="1389115"/>
                  </a:lnTo>
                  <a:lnTo>
                    <a:pt x="2917068" y="1389115"/>
                  </a:lnTo>
                  <a:lnTo>
                    <a:pt x="2917186" y="1389115"/>
                  </a:lnTo>
                  <a:lnTo>
                    <a:pt x="2917304" y="1389115"/>
                  </a:lnTo>
                  <a:lnTo>
                    <a:pt x="2917304" y="1388685"/>
                  </a:lnTo>
                  <a:lnTo>
                    <a:pt x="2917421" y="1388685"/>
                  </a:lnTo>
                  <a:lnTo>
                    <a:pt x="2917539" y="1388685"/>
                  </a:lnTo>
                  <a:lnTo>
                    <a:pt x="2917657" y="1388685"/>
                  </a:lnTo>
                  <a:lnTo>
                    <a:pt x="2917774" y="1388685"/>
                  </a:lnTo>
                  <a:lnTo>
                    <a:pt x="2917892" y="1388685"/>
                  </a:lnTo>
                  <a:lnTo>
                    <a:pt x="2918009" y="1388685"/>
                  </a:lnTo>
                  <a:lnTo>
                    <a:pt x="2918127" y="1388685"/>
                  </a:lnTo>
                  <a:lnTo>
                    <a:pt x="2918127" y="1388254"/>
                  </a:lnTo>
                  <a:lnTo>
                    <a:pt x="2918245" y="1388254"/>
                  </a:lnTo>
                  <a:lnTo>
                    <a:pt x="2918245" y="1387823"/>
                  </a:lnTo>
                  <a:lnTo>
                    <a:pt x="2918362" y="1387823"/>
                  </a:lnTo>
                  <a:lnTo>
                    <a:pt x="2918480" y="1387823"/>
                  </a:lnTo>
                  <a:lnTo>
                    <a:pt x="2918480" y="1387393"/>
                  </a:lnTo>
                  <a:lnTo>
                    <a:pt x="2918597" y="1387393"/>
                  </a:lnTo>
                  <a:lnTo>
                    <a:pt x="2918715" y="1387393"/>
                  </a:lnTo>
                  <a:lnTo>
                    <a:pt x="2918715" y="1386962"/>
                  </a:lnTo>
                  <a:lnTo>
                    <a:pt x="2918833" y="1386962"/>
                  </a:lnTo>
                  <a:lnTo>
                    <a:pt x="2918950" y="1386962"/>
                  </a:lnTo>
                  <a:lnTo>
                    <a:pt x="2919068" y="1386962"/>
                  </a:lnTo>
                  <a:lnTo>
                    <a:pt x="2919186" y="1386962"/>
                  </a:lnTo>
                  <a:lnTo>
                    <a:pt x="2919303" y="1386962"/>
                  </a:lnTo>
                  <a:lnTo>
                    <a:pt x="2919421" y="1386962"/>
                  </a:lnTo>
                  <a:lnTo>
                    <a:pt x="2919538" y="1386962"/>
                  </a:lnTo>
                  <a:lnTo>
                    <a:pt x="2919656" y="1386962"/>
                  </a:lnTo>
                  <a:lnTo>
                    <a:pt x="2919656" y="1386532"/>
                  </a:lnTo>
                  <a:lnTo>
                    <a:pt x="2919774" y="1386532"/>
                  </a:lnTo>
                  <a:lnTo>
                    <a:pt x="2919891" y="1386532"/>
                  </a:lnTo>
                  <a:lnTo>
                    <a:pt x="2920009" y="1386532"/>
                  </a:lnTo>
                  <a:lnTo>
                    <a:pt x="2920126" y="1386532"/>
                  </a:lnTo>
                  <a:lnTo>
                    <a:pt x="2920244" y="1386532"/>
                  </a:lnTo>
                  <a:lnTo>
                    <a:pt x="2920244" y="1386101"/>
                  </a:lnTo>
                  <a:lnTo>
                    <a:pt x="2920362" y="1386101"/>
                  </a:lnTo>
                  <a:lnTo>
                    <a:pt x="2920479" y="1386101"/>
                  </a:lnTo>
                  <a:lnTo>
                    <a:pt x="2920597" y="1386101"/>
                  </a:lnTo>
                  <a:lnTo>
                    <a:pt x="2920715" y="1386101"/>
                  </a:lnTo>
                  <a:lnTo>
                    <a:pt x="2920715" y="1385670"/>
                  </a:lnTo>
                  <a:lnTo>
                    <a:pt x="2920715" y="1385240"/>
                  </a:lnTo>
                  <a:lnTo>
                    <a:pt x="2920832" y="1385240"/>
                  </a:lnTo>
                  <a:lnTo>
                    <a:pt x="2920832" y="1384809"/>
                  </a:lnTo>
                  <a:lnTo>
                    <a:pt x="2920832" y="1384379"/>
                  </a:lnTo>
                  <a:lnTo>
                    <a:pt x="2920832" y="1383948"/>
                  </a:lnTo>
                  <a:lnTo>
                    <a:pt x="2920950" y="1383948"/>
                  </a:lnTo>
                  <a:lnTo>
                    <a:pt x="2921067" y="1383948"/>
                  </a:lnTo>
                  <a:lnTo>
                    <a:pt x="2921185" y="1383948"/>
                  </a:lnTo>
                  <a:lnTo>
                    <a:pt x="2921303" y="1383948"/>
                  </a:lnTo>
                  <a:lnTo>
                    <a:pt x="2921420" y="1383948"/>
                  </a:lnTo>
                  <a:lnTo>
                    <a:pt x="2921538" y="1383948"/>
                  </a:lnTo>
                  <a:lnTo>
                    <a:pt x="2921655" y="1383948"/>
                  </a:lnTo>
                  <a:lnTo>
                    <a:pt x="2921773" y="1383948"/>
                  </a:lnTo>
                  <a:lnTo>
                    <a:pt x="2921891" y="1383948"/>
                  </a:lnTo>
                  <a:lnTo>
                    <a:pt x="2922008" y="1383948"/>
                  </a:lnTo>
                  <a:lnTo>
                    <a:pt x="2922126" y="1383948"/>
                  </a:lnTo>
                  <a:lnTo>
                    <a:pt x="2922244" y="1383948"/>
                  </a:lnTo>
                  <a:lnTo>
                    <a:pt x="2922361" y="1383948"/>
                  </a:lnTo>
                  <a:lnTo>
                    <a:pt x="2922479" y="1383948"/>
                  </a:lnTo>
                  <a:lnTo>
                    <a:pt x="2922596" y="1383948"/>
                  </a:lnTo>
                  <a:lnTo>
                    <a:pt x="2922714" y="1383948"/>
                  </a:lnTo>
                  <a:lnTo>
                    <a:pt x="2922832" y="1383948"/>
                  </a:lnTo>
                  <a:lnTo>
                    <a:pt x="2922832" y="1383517"/>
                  </a:lnTo>
                  <a:lnTo>
                    <a:pt x="2922949" y="1383517"/>
                  </a:lnTo>
                  <a:lnTo>
                    <a:pt x="2923067" y="1383517"/>
                  </a:lnTo>
                  <a:lnTo>
                    <a:pt x="2923184" y="1383517"/>
                  </a:lnTo>
                  <a:lnTo>
                    <a:pt x="2923302" y="1383517"/>
                  </a:lnTo>
                  <a:lnTo>
                    <a:pt x="2923420" y="1383517"/>
                  </a:lnTo>
                  <a:lnTo>
                    <a:pt x="2923537" y="1383517"/>
                  </a:lnTo>
                  <a:lnTo>
                    <a:pt x="2923537" y="1383087"/>
                  </a:lnTo>
                  <a:lnTo>
                    <a:pt x="2923537" y="1382656"/>
                  </a:lnTo>
                  <a:lnTo>
                    <a:pt x="2923655" y="1382656"/>
                  </a:lnTo>
                  <a:lnTo>
                    <a:pt x="2923655" y="1382226"/>
                  </a:lnTo>
                  <a:lnTo>
                    <a:pt x="2923773" y="1382226"/>
                  </a:lnTo>
                  <a:lnTo>
                    <a:pt x="2923773" y="1381795"/>
                  </a:lnTo>
                  <a:lnTo>
                    <a:pt x="2923773" y="1381364"/>
                  </a:lnTo>
                  <a:lnTo>
                    <a:pt x="2923890" y="1381364"/>
                  </a:lnTo>
                  <a:lnTo>
                    <a:pt x="2924008" y="1381364"/>
                  </a:lnTo>
                  <a:lnTo>
                    <a:pt x="2924125" y="1381364"/>
                  </a:lnTo>
                  <a:lnTo>
                    <a:pt x="2924243" y="1381364"/>
                  </a:lnTo>
                  <a:lnTo>
                    <a:pt x="2924361" y="1381364"/>
                  </a:lnTo>
                  <a:lnTo>
                    <a:pt x="2924478" y="1381364"/>
                  </a:lnTo>
                  <a:lnTo>
                    <a:pt x="2924478" y="1380934"/>
                  </a:lnTo>
                  <a:lnTo>
                    <a:pt x="2924596" y="1380934"/>
                  </a:lnTo>
                  <a:lnTo>
                    <a:pt x="2924713" y="1380934"/>
                  </a:lnTo>
                  <a:lnTo>
                    <a:pt x="2924831" y="1380934"/>
                  </a:lnTo>
                  <a:lnTo>
                    <a:pt x="2924949" y="1380934"/>
                  </a:lnTo>
                  <a:lnTo>
                    <a:pt x="2925066" y="1380934"/>
                  </a:lnTo>
                  <a:lnTo>
                    <a:pt x="2925184" y="1380934"/>
                  </a:lnTo>
                  <a:lnTo>
                    <a:pt x="2925184" y="1380503"/>
                  </a:lnTo>
                  <a:lnTo>
                    <a:pt x="2925301" y="1380503"/>
                  </a:lnTo>
                  <a:lnTo>
                    <a:pt x="2925419" y="1380503"/>
                  </a:lnTo>
                  <a:lnTo>
                    <a:pt x="2925537" y="1380503"/>
                  </a:lnTo>
                  <a:lnTo>
                    <a:pt x="2925654" y="1380503"/>
                  </a:lnTo>
                  <a:lnTo>
                    <a:pt x="2925654" y="1380073"/>
                  </a:lnTo>
                  <a:lnTo>
                    <a:pt x="2925654" y="1379642"/>
                  </a:lnTo>
                  <a:lnTo>
                    <a:pt x="2925772" y="1379642"/>
                  </a:lnTo>
                  <a:lnTo>
                    <a:pt x="2925772" y="1379211"/>
                  </a:lnTo>
                  <a:lnTo>
                    <a:pt x="2925890" y="1379211"/>
                  </a:lnTo>
                  <a:lnTo>
                    <a:pt x="2925890" y="1378781"/>
                  </a:lnTo>
                  <a:lnTo>
                    <a:pt x="2925890" y="1378350"/>
                  </a:lnTo>
                  <a:lnTo>
                    <a:pt x="2926007" y="1378350"/>
                  </a:lnTo>
                  <a:lnTo>
                    <a:pt x="2926125" y="1378350"/>
                  </a:lnTo>
                  <a:lnTo>
                    <a:pt x="2926242" y="1378350"/>
                  </a:lnTo>
                  <a:lnTo>
                    <a:pt x="2926360" y="1378350"/>
                  </a:lnTo>
                  <a:lnTo>
                    <a:pt x="2926360" y="1377920"/>
                  </a:lnTo>
                  <a:lnTo>
                    <a:pt x="2926478" y="1377920"/>
                  </a:lnTo>
                  <a:lnTo>
                    <a:pt x="2926595" y="1377920"/>
                  </a:lnTo>
                  <a:lnTo>
                    <a:pt x="2926713" y="1377920"/>
                  </a:lnTo>
                  <a:lnTo>
                    <a:pt x="2926830" y="1377920"/>
                  </a:lnTo>
                  <a:lnTo>
                    <a:pt x="2926948" y="1377920"/>
                  </a:lnTo>
                  <a:lnTo>
                    <a:pt x="2927066" y="1377920"/>
                  </a:lnTo>
                  <a:lnTo>
                    <a:pt x="2927183" y="1377920"/>
                  </a:lnTo>
                  <a:lnTo>
                    <a:pt x="2927301" y="1377920"/>
                  </a:lnTo>
                  <a:lnTo>
                    <a:pt x="2927419" y="1377920"/>
                  </a:lnTo>
                  <a:lnTo>
                    <a:pt x="2927536" y="1377920"/>
                  </a:lnTo>
                  <a:lnTo>
                    <a:pt x="2927654" y="1377920"/>
                  </a:lnTo>
                  <a:lnTo>
                    <a:pt x="2927771" y="1377920"/>
                  </a:lnTo>
                  <a:lnTo>
                    <a:pt x="2927889" y="1377920"/>
                  </a:lnTo>
                  <a:lnTo>
                    <a:pt x="2927889" y="1377489"/>
                  </a:lnTo>
                  <a:lnTo>
                    <a:pt x="2927889" y="1377058"/>
                  </a:lnTo>
                  <a:lnTo>
                    <a:pt x="2928007" y="1377058"/>
                  </a:lnTo>
                  <a:lnTo>
                    <a:pt x="2928124" y="1377058"/>
                  </a:lnTo>
                  <a:lnTo>
                    <a:pt x="2928242" y="1377058"/>
                  </a:lnTo>
                  <a:lnTo>
                    <a:pt x="2928359" y="1377058"/>
                  </a:lnTo>
                  <a:lnTo>
                    <a:pt x="2928359" y="1376628"/>
                  </a:lnTo>
                  <a:lnTo>
                    <a:pt x="2928477" y="1376628"/>
                  </a:lnTo>
                  <a:lnTo>
                    <a:pt x="2928595" y="1376628"/>
                  </a:lnTo>
                  <a:lnTo>
                    <a:pt x="2928712" y="1376628"/>
                  </a:lnTo>
                  <a:lnTo>
                    <a:pt x="2928830" y="1376628"/>
                  </a:lnTo>
                  <a:lnTo>
                    <a:pt x="2928948" y="1376628"/>
                  </a:lnTo>
                  <a:lnTo>
                    <a:pt x="2929065" y="1376628"/>
                  </a:lnTo>
                  <a:lnTo>
                    <a:pt x="2929065" y="1376197"/>
                  </a:lnTo>
                  <a:lnTo>
                    <a:pt x="2929183" y="1376197"/>
                  </a:lnTo>
                  <a:lnTo>
                    <a:pt x="2929300" y="1376197"/>
                  </a:lnTo>
                  <a:lnTo>
                    <a:pt x="2929418" y="1376197"/>
                  </a:lnTo>
                  <a:lnTo>
                    <a:pt x="2929536" y="1376197"/>
                  </a:lnTo>
                  <a:lnTo>
                    <a:pt x="2929536" y="1375767"/>
                  </a:lnTo>
                  <a:lnTo>
                    <a:pt x="2929536" y="1375336"/>
                  </a:lnTo>
                  <a:lnTo>
                    <a:pt x="2929653" y="1375336"/>
                  </a:lnTo>
                  <a:lnTo>
                    <a:pt x="2929653" y="1374905"/>
                  </a:lnTo>
                  <a:lnTo>
                    <a:pt x="2929653" y="1374475"/>
                  </a:lnTo>
                  <a:lnTo>
                    <a:pt x="2929653" y="1374044"/>
                  </a:lnTo>
                  <a:lnTo>
                    <a:pt x="2929771" y="1374044"/>
                  </a:lnTo>
                  <a:lnTo>
                    <a:pt x="2929888" y="1374044"/>
                  </a:lnTo>
                  <a:lnTo>
                    <a:pt x="2930006" y="1374044"/>
                  </a:lnTo>
                  <a:lnTo>
                    <a:pt x="2930124" y="1374044"/>
                  </a:lnTo>
                  <a:lnTo>
                    <a:pt x="2930241" y="1374044"/>
                  </a:lnTo>
                  <a:lnTo>
                    <a:pt x="2930359" y="1374044"/>
                  </a:lnTo>
                  <a:lnTo>
                    <a:pt x="2930477" y="1374044"/>
                  </a:lnTo>
                  <a:lnTo>
                    <a:pt x="2930477" y="1373614"/>
                  </a:lnTo>
                  <a:lnTo>
                    <a:pt x="2930594" y="1373614"/>
                  </a:lnTo>
                  <a:lnTo>
                    <a:pt x="2930712" y="1373614"/>
                  </a:lnTo>
                  <a:lnTo>
                    <a:pt x="2930829" y="1373614"/>
                  </a:lnTo>
                  <a:lnTo>
                    <a:pt x="2930829" y="1373183"/>
                  </a:lnTo>
                  <a:lnTo>
                    <a:pt x="2930947" y="1373183"/>
                  </a:lnTo>
                  <a:lnTo>
                    <a:pt x="2931065" y="1373183"/>
                  </a:lnTo>
                  <a:lnTo>
                    <a:pt x="2931182" y="1373183"/>
                  </a:lnTo>
                  <a:lnTo>
                    <a:pt x="2931300" y="1373183"/>
                  </a:lnTo>
                  <a:lnTo>
                    <a:pt x="2931300" y="1372752"/>
                  </a:lnTo>
                  <a:lnTo>
                    <a:pt x="2931300" y="1372322"/>
                  </a:lnTo>
                  <a:lnTo>
                    <a:pt x="2931300" y="1371891"/>
                  </a:lnTo>
                  <a:lnTo>
                    <a:pt x="2931417" y="1371891"/>
                  </a:lnTo>
                  <a:lnTo>
                    <a:pt x="2931535" y="1371891"/>
                  </a:lnTo>
                  <a:lnTo>
                    <a:pt x="2931653" y="1371891"/>
                  </a:lnTo>
                  <a:lnTo>
                    <a:pt x="2931770" y="1371891"/>
                  </a:lnTo>
                  <a:lnTo>
                    <a:pt x="2931770" y="1371461"/>
                  </a:lnTo>
                  <a:lnTo>
                    <a:pt x="2931888" y="1371461"/>
                  </a:lnTo>
                  <a:lnTo>
                    <a:pt x="2932006" y="1371461"/>
                  </a:lnTo>
                  <a:lnTo>
                    <a:pt x="2932123" y="1371461"/>
                  </a:lnTo>
                  <a:lnTo>
                    <a:pt x="2932123" y="1371030"/>
                  </a:lnTo>
                  <a:lnTo>
                    <a:pt x="2932123" y="1370599"/>
                  </a:lnTo>
                  <a:lnTo>
                    <a:pt x="2932241" y="1370599"/>
                  </a:lnTo>
                  <a:lnTo>
                    <a:pt x="2932358" y="1370599"/>
                  </a:lnTo>
                  <a:lnTo>
                    <a:pt x="2932358" y="1370169"/>
                  </a:lnTo>
                  <a:lnTo>
                    <a:pt x="2932476" y="1370169"/>
                  </a:lnTo>
                  <a:lnTo>
                    <a:pt x="2932476" y="1369738"/>
                  </a:lnTo>
                  <a:lnTo>
                    <a:pt x="2932594" y="1369738"/>
                  </a:lnTo>
                  <a:lnTo>
                    <a:pt x="2932711" y="1369738"/>
                  </a:lnTo>
                  <a:lnTo>
                    <a:pt x="2932829" y="1369738"/>
                  </a:lnTo>
                  <a:lnTo>
                    <a:pt x="2932946" y="1369738"/>
                  </a:lnTo>
                  <a:lnTo>
                    <a:pt x="2933064" y="1369738"/>
                  </a:lnTo>
                  <a:lnTo>
                    <a:pt x="2933064" y="1369308"/>
                  </a:lnTo>
                  <a:lnTo>
                    <a:pt x="2933182" y="1369308"/>
                  </a:lnTo>
                  <a:lnTo>
                    <a:pt x="2933299" y="1369308"/>
                  </a:lnTo>
                  <a:lnTo>
                    <a:pt x="2933299" y="1368877"/>
                  </a:lnTo>
                  <a:lnTo>
                    <a:pt x="2933417" y="1368877"/>
                  </a:lnTo>
                  <a:lnTo>
                    <a:pt x="2933534" y="1368877"/>
                  </a:lnTo>
                  <a:lnTo>
                    <a:pt x="2933652" y="1368877"/>
                  </a:lnTo>
                  <a:lnTo>
                    <a:pt x="2933652" y="1368446"/>
                  </a:lnTo>
                  <a:lnTo>
                    <a:pt x="2933770" y="1368446"/>
                  </a:lnTo>
                  <a:lnTo>
                    <a:pt x="2933887" y="1368446"/>
                  </a:lnTo>
                  <a:lnTo>
                    <a:pt x="2934005" y="1368446"/>
                  </a:lnTo>
                  <a:lnTo>
                    <a:pt x="2934005" y="1368016"/>
                  </a:lnTo>
                  <a:lnTo>
                    <a:pt x="2934123" y="1368016"/>
                  </a:lnTo>
                  <a:lnTo>
                    <a:pt x="2934123" y="1367585"/>
                  </a:lnTo>
                  <a:lnTo>
                    <a:pt x="2934240" y="1367585"/>
                  </a:lnTo>
                  <a:lnTo>
                    <a:pt x="2934240" y="1367155"/>
                  </a:lnTo>
                  <a:lnTo>
                    <a:pt x="2934358" y="1367155"/>
                  </a:lnTo>
                  <a:lnTo>
                    <a:pt x="2934475" y="1367155"/>
                  </a:lnTo>
                  <a:lnTo>
                    <a:pt x="2934593" y="1367155"/>
                  </a:lnTo>
                  <a:lnTo>
                    <a:pt x="2934711" y="1367155"/>
                  </a:lnTo>
                  <a:lnTo>
                    <a:pt x="2934828" y="1367155"/>
                  </a:lnTo>
                  <a:lnTo>
                    <a:pt x="2934946" y="1367155"/>
                  </a:lnTo>
                  <a:lnTo>
                    <a:pt x="2934946" y="1366724"/>
                  </a:lnTo>
                  <a:lnTo>
                    <a:pt x="2935063" y="1366724"/>
                  </a:lnTo>
                  <a:lnTo>
                    <a:pt x="2935181" y="1366724"/>
                  </a:lnTo>
                  <a:lnTo>
                    <a:pt x="2935299" y="1366724"/>
                  </a:lnTo>
                  <a:lnTo>
                    <a:pt x="2935416" y="1366724"/>
                  </a:lnTo>
                  <a:lnTo>
                    <a:pt x="2935534" y="1366724"/>
                  </a:lnTo>
                  <a:lnTo>
                    <a:pt x="2935652" y="1366724"/>
                  </a:lnTo>
                  <a:lnTo>
                    <a:pt x="2935652" y="1366293"/>
                  </a:lnTo>
                  <a:lnTo>
                    <a:pt x="2935769" y="1366293"/>
                  </a:lnTo>
                  <a:lnTo>
                    <a:pt x="2935887" y="1366293"/>
                  </a:lnTo>
                  <a:lnTo>
                    <a:pt x="2935887" y="1365863"/>
                  </a:lnTo>
                  <a:lnTo>
                    <a:pt x="2936004" y="1365863"/>
                  </a:lnTo>
                  <a:lnTo>
                    <a:pt x="2936004" y="1365432"/>
                  </a:lnTo>
                  <a:lnTo>
                    <a:pt x="2936122" y="1365432"/>
                  </a:lnTo>
                  <a:lnTo>
                    <a:pt x="2936240" y="1365432"/>
                  </a:lnTo>
                  <a:lnTo>
                    <a:pt x="2936240" y="1365002"/>
                  </a:lnTo>
                  <a:lnTo>
                    <a:pt x="2936357" y="1365002"/>
                  </a:lnTo>
                  <a:lnTo>
                    <a:pt x="2936357" y="1364571"/>
                  </a:lnTo>
                  <a:lnTo>
                    <a:pt x="2936475" y="1364571"/>
                  </a:lnTo>
                  <a:lnTo>
                    <a:pt x="2936592" y="1364571"/>
                  </a:lnTo>
                  <a:lnTo>
                    <a:pt x="2936710" y="1364571"/>
                  </a:lnTo>
                  <a:lnTo>
                    <a:pt x="2936828" y="1364571"/>
                  </a:lnTo>
                  <a:lnTo>
                    <a:pt x="2936945" y="1364571"/>
                  </a:lnTo>
                  <a:lnTo>
                    <a:pt x="2937063" y="1364571"/>
                  </a:lnTo>
                  <a:lnTo>
                    <a:pt x="2937181" y="1364571"/>
                  </a:lnTo>
                  <a:lnTo>
                    <a:pt x="2937298" y="1364571"/>
                  </a:lnTo>
                  <a:lnTo>
                    <a:pt x="2937416" y="1364571"/>
                  </a:lnTo>
                  <a:lnTo>
                    <a:pt x="2937416" y="1364140"/>
                  </a:lnTo>
                  <a:lnTo>
                    <a:pt x="2937416" y="1363710"/>
                  </a:lnTo>
                  <a:lnTo>
                    <a:pt x="2937533" y="1363710"/>
                  </a:lnTo>
                  <a:lnTo>
                    <a:pt x="2937651" y="1363710"/>
                  </a:lnTo>
                  <a:lnTo>
                    <a:pt x="2937769" y="1363710"/>
                  </a:lnTo>
                  <a:lnTo>
                    <a:pt x="2937769" y="1363279"/>
                  </a:lnTo>
                  <a:lnTo>
                    <a:pt x="2937886" y="1363279"/>
                  </a:lnTo>
                  <a:lnTo>
                    <a:pt x="2938004" y="1363279"/>
                  </a:lnTo>
                  <a:lnTo>
                    <a:pt x="2938121" y="1363279"/>
                  </a:lnTo>
                  <a:lnTo>
                    <a:pt x="2938239" y="1363279"/>
                  </a:lnTo>
                  <a:lnTo>
                    <a:pt x="2938357" y="1363279"/>
                  </a:lnTo>
                  <a:lnTo>
                    <a:pt x="2938474" y="1363279"/>
                  </a:lnTo>
                  <a:lnTo>
                    <a:pt x="2938474" y="1362849"/>
                  </a:lnTo>
                  <a:lnTo>
                    <a:pt x="2938592" y="1362849"/>
                  </a:lnTo>
                  <a:lnTo>
                    <a:pt x="2938710" y="1362849"/>
                  </a:lnTo>
                  <a:lnTo>
                    <a:pt x="2938827" y="1362849"/>
                  </a:lnTo>
                  <a:lnTo>
                    <a:pt x="2938945" y="1362849"/>
                  </a:lnTo>
                  <a:lnTo>
                    <a:pt x="2938945" y="1362418"/>
                  </a:lnTo>
                  <a:lnTo>
                    <a:pt x="2939062" y="1362418"/>
                  </a:lnTo>
                  <a:lnTo>
                    <a:pt x="2939180" y="1362418"/>
                  </a:lnTo>
                  <a:lnTo>
                    <a:pt x="2939180" y="1361987"/>
                  </a:lnTo>
                  <a:lnTo>
                    <a:pt x="2939298" y="1361987"/>
                  </a:lnTo>
                  <a:lnTo>
                    <a:pt x="2939298" y="1361557"/>
                  </a:lnTo>
                  <a:lnTo>
                    <a:pt x="2939415" y="1361557"/>
                  </a:lnTo>
                  <a:lnTo>
                    <a:pt x="2939533" y="1361557"/>
                  </a:lnTo>
                  <a:lnTo>
                    <a:pt x="2939650" y="1361557"/>
                  </a:lnTo>
                  <a:lnTo>
                    <a:pt x="2939768" y="1361557"/>
                  </a:lnTo>
                  <a:lnTo>
                    <a:pt x="2939886" y="1361557"/>
                  </a:lnTo>
                  <a:lnTo>
                    <a:pt x="2940003" y="1361557"/>
                  </a:lnTo>
                  <a:lnTo>
                    <a:pt x="2940003" y="1361126"/>
                  </a:lnTo>
                  <a:lnTo>
                    <a:pt x="2940003" y="1360696"/>
                  </a:lnTo>
                  <a:lnTo>
                    <a:pt x="2940121" y="1360696"/>
                  </a:lnTo>
                  <a:lnTo>
                    <a:pt x="2940239" y="1360696"/>
                  </a:lnTo>
                  <a:lnTo>
                    <a:pt x="2940356" y="1360696"/>
                  </a:lnTo>
                  <a:lnTo>
                    <a:pt x="2940474" y="1360696"/>
                  </a:lnTo>
                  <a:lnTo>
                    <a:pt x="2940591" y="1360696"/>
                  </a:lnTo>
                  <a:lnTo>
                    <a:pt x="2940591" y="1360265"/>
                  </a:lnTo>
                  <a:lnTo>
                    <a:pt x="2940591" y="1359834"/>
                  </a:lnTo>
                  <a:lnTo>
                    <a:pt x="2940709" y="1359834"/>
                  </a:lnTo>
                  <a:lnTo>
                    <a:pt x="2940827" y="1359834"/>
                  </a:lnTo>
                  <a:lnTo>
                    <a:pt x="2940944" y="1359834"/>
                  </a:lnTo>
                  <a:lnTo>
                    <a:pt x="2941062" y="1359834"/>
                  </a:lnTo>
                  <a:lnTo>
                    <a:pt x="2941179" y="1359834"/>
                  </a:lnTo>
                  <a:lnTo>
                    <a:pt x="2941297" y="1359834"/>
                  </a:lnTo>
                  <a:lnTo>
                    <a:pt x="2941415" y="1359834"/>
                  </a:lnTo>
                  <a:lnTo>
                    <a:pt x="2941532" y="1359834"/>
                  </a:lnTo>
                  <a:lnTo>
                    <a:pt x="2941650" y="1359834"/>
                  </a:lnTo>
                  <a:lnTo>
                    <a:pt x="2941767" y="1359834"/>
                  </a:lnTo>
                  <a:lnTo>
                    <a:pt x="2941767" y="1359404"/>
                  </a:lnTo>
                  <a:lnTo>
                    <a:pt x="2941767" y="1358973"/>
                  </a:lnTo>
                  <a:lnTo>
                    <a:pt x="2941885" y="1358973"/>
                  </a:lnTo>
                  <a:lnTo>
                    <a:pt x="2942003" y="1358973"/>
                  </a:lnTo>
                  <a:lnTo>
                    <a:pt x="2942120" y="1358973"/>
                  </a:lnTo>
                  <a:lnTo>
                    <a:pt x="2942238" y="1358973"/>
                  </a:lnTo>
                  <a:lnTo>
                    <a:pt x="2942356" y="1358973"/>
                  </a:lnTo>
                  <a:lnTo>
                    <a:pt x="2942473" y="1358973"/>
                  </a:lnTo>
                  <a:lnTo>
                    <a:pt x="2942473" y="1358543"/>
                  </a:lnTo>
                  <a:lnTo>
                    <a:pt x="2942591" y="1358543"/>
                  </a:lnTo>
                  <a:lnTo>
                    <a:pt x="2942708" y="1358543"/>
                  </a:lnTo>
                  <a:lnTo>
                    <a:pt x="2942826" y="1358543"/>
                  </a:lnTo>
                  <a:lnTo>
                    <a:pt x="2942944" y="1358543"/>
                  </a:lnTo>
                  <a:lnTo>
                    <a:pt x="2943061" y="1358543"/>
                  </a:lnTo>
                  <a:lnTo>
                    <a:pt x="2943179" y="1358543"/>
                  </a:lnTo>
                  <a:lnTo>
                    <a:pt x="2943296" y="1358543"/>
                  </a:lnTo>
                  <a:lnTo>
                    <a:pt x="2943414" y="1358543"/>
                  </a:lnTo>
                  <a:lnTo>
                    <a:pt x="2943532" y="1358543"/>
                  </a:lnTo>
                  <a:lnTo>
                    <a:pt x="2943649" y="1358543"/>
                  </a:lnTo>
                  <a:lnTo>
                    <a:pt x="2943767" y="1358543"/>
                  </a:lnTo>
                  <a:lnTo>
                    <a:pt x="2943767" y="1358112"/>
                  </a:lnTo>
                  <a:lnTo>
                    <a:pt x="2943885" y="1358112"/>
                  </a:lnTo>
                  <a:lnTo>
                    <a:pt x="2944002" y="1358112"/>
                  </a:lnTo>
                  <a:lnTo>
                    <a:pt x="2944120" y="1358112"/>
                  </a:lnTo>
                  <a:lnTo>
                    <a:pt x="2944237" y="1358112"/>
                  </a:lnTo>
                  <a:lnTo>
                    <a:pt x="2944237" y="1357681"/>
                  </a:lnTo>
                  <a:lnTo>
                    <a:pt x="2944355" y="1357681"/>
                  </a:lnTo>
                  <a:lnTo>
                    <a:pt x="2944355" y="1357251"/>
                  </a:lnTo>
                  <a:lnTo>
                    <a:pt x="2944473" y="1357251"/>
                  </a:lnTo>
                  <a:lnTo>
                    <a:pt x="2944473" y="1356820"/>
                  </a:lnTo>
                  <a:lnTo>
                    <a:pt x="2944473" y="1356390"/>
                  </a:lnTo>
                  <a:lnTo>
                    <a:pt x="2944473" y="1355959"/>
                  </a:lnTo>
                  <a:lnTo>
                    <a:pt x="2944590" y="1355959"/>
                  </a:lnTo>
                  <a:lnTo>
                    <a:pt x="2944708" y="1355959"/>
                  </a:lnTo>
                  <a:lnTo>
                    <a:pt x="2944825" y="1355959"/>
                  </a:lnTo>
                  <a:lnTo>
                    <a:pt x="2944943" y="1355959"/>
                  </a:lnTo>
                  <a:lnTo>
                    <a:pt x="2945061" y="1355959"/>
                  </a:lnTo>
                  <a:lnTo>
                    <a:pt x="2945178" y="1355959"/>
                  </a:lnTo>
                  <a:lnTo>
                    <a:pt x="2945296" y="1355959"/>
                  </a:lnTo>
                  <a:lnTo>
                    <a:pt x="2945414" y="1355959"/>
                  </a:lnTo>
                  <a:lnTo>
                    <a:pt x="2945531" y="1355959"/>
                  </a:lnTo>
                  <a:lnTo>
                    <a:pt x="2945649" y="1355959"/>
                  </a:lnTo>
                  <a:lnTo>
                    <a:pt x="2945766" y="1355959"/>
                  </a:lnTo>
                  <a:lnTo>
                    <a:pt x="2945766" y="1355528"/>
                  </a:lnTo>
                  <a:lnTo>
                    <a:pt x="2945884" y="1355528"/>
                  </a:lnTo>
                  <a:lnTo>
                    <a:pt x="2946002" y="1355528"/>
                  </a:lnTo>
                  <a:lnTo>
                    <a:pt x="2946119" y="1355528"/>
                  </a:lnTo>
                  <a:lnTo>
                    <a:pt x="2946237" y="1355528"/>
                  </a:lnTo>
                  <a:lnTo>
                    <a:pt x="2946237" y="1355098"/>
                  </a:lnTo>
                  <a:lnTo>
                    <a:pt x="2946354" y="1355098"/>
                  </a:lnTo>
                  <a:lnTo>
                    <a:pt x="2946472" y="1355098"/>
                  </a:lnTo>
                  <a:lnTo>
                    <a:pt x="2946590" y="1355098"/>
                  </a:lnTo>
                  <a:lnTo>
                    <a:pt x="2946707" y="1355098"/>
                  </a:lnTo>
                  <a:lnTo>
                    <a:pt x="2946707" y="1354667"/>
                  </a:lnTo>
                  <a:lnTo>
                    <a:pt x="2946825" y="1354667"/>
                  </a:lnTo>
                  <a:lnTo>
                    <a:pt x="2946825" y="1354237"/>
                  </a:lnTo>
                  <a:lnTo>
                    <a:pt x="2946943" y="1354237"/>
                  </a:lnTo>
                  <a:lnTo>
                    <a:pt x="2947060" y="1354237"/>
                  </a:lnTo>
                  <a:lnTo>
                    <a:pt x="2947178" y="1354237"/>
                  </a:lnTo>
                  <a:lnTo>
                    <a:pt x="2947295" y="1354237"/>
                  </a:lnTo>
                  <a:lnTo>
                    <a:pt x="2947413" y="1354237"/>
                  </a:lnTo>
                  <a:lnTo>
                    <a:pt x="2947413" y="1353806"/>
                  </a:lnTo>
                  <a:lnTo>
                    <a:pt x="2947531" y="1353806"/>
                  </a:lnTo>
                  <a:lnTo>
                    <a:pt x="2947648" y="1353806"/>
                  </a:lnTo>
                  <a:lnTo>
                    <a:pt x="2947766" y="1353806"/>
                  </a:lnTo>
                  <a:lnTo>
                    <a:pt x="2947883" y="1353806"/>
                  </a:lnTo>
                  <a:lnTo>
                    <a:pt x="2948001" y="1353806"/>
                  </a:lnTo>
                  <a:lnTo>
                    <a:pt x="2948119" y="1353806"/>
                  </a:lnTo>
                  <a:lnTo>
                    <a:pt x="2948119" y="1353375"/>
                  </a:lnTo>
                  <a:lnTo>
                    <a:pt x="2948236" y="1353375"/>
                  </a:lnTo>
                  <a:lnTo>
                    <a:pt x="2948354" y="1353375"/>
                  </a:lnTo>
                  <a:lnTo>
                    <a:pt x="2948472" y="1353375"/>
                  </a:lnTo>
                  <a:lnTo>
                    <a:pt x="2948589" y="1353375"/>
                  </a:lnTo>
                  <a:lnTo>
                    <a:pt x="2948589" y="1352945"/>
                  </a:lnTo>
                  <a:lnTo>
                    <a:pt x="2948707" y="1352945"/>
                  </a:lnTo>
                  <a:lnTo>
                    <a:pt x="2948824" y="1352945"/>
                  </a:lnTo>
                  <a:lnTo>
                    <a:pt x="2948942" y="1352945"/>
                  </a:lnTo>
                  <a:lnTo>
                    <a:pt x="2949060" y="1352945"/>
                  </a:lnTo>
                  <a:lnTo>
                    <a:pt x="2949177" y="1352945"/>
                  </a:lnTo>
                  <a:lnTo>
                    <a:pt x="2949177" y="1352514"/>
                  </a:lnTo>
                  <a:lnTo>
                    <a:pt x="2949295" y="1352514"/>
                  </a:lnTo>
                  <a:lnTo>
                    <a:pt x="2949295" y="1352084"/>
                  </a:lnTo>
                  <a:lnTo>
                    <a:pt x="2949412" y="1352084"/>
                  </a:lnTo>
                  <a:lnTo>
                    <a:pt x="2949530" y="1352084"/>
                  </a:lnTo>
                  <a:lnTo>
                    <a:pt x="2949530" y="1351653"/>
                  </a:lnTo>
                  <a:lnTo>
                    <a:pt x="2949648" y="1351653"/>
                  </a:lnTo>
                  <a:lnTo>
                    <a:pt x="2949765" y="1351653"/>
                  </a:lnTo>
                  <a:lnTo>
                    <a:pt x="2949883" y="1351653"/>
                  </a:lnTo>
                  <a:lnTo>
                    <a:pt x="2949883" y="1351222"/>
                  </a:lnTo>
                  <a:lnTo>
                    <a:pt x="2949883" y="1350792"/>
                  </a:lnTo>
                  <a:lnTo>
                    <a:pt x="2950000" y="1350792"/>
                  </a:lnTo>
                  <a:lnTo>
                    <a:pt x="2950000" y="1350361"/>
                  </a:lnTo>
                  <a:lnTo>
                    <a:pt x="2950118" y="1350361"/>
                  </a:lnTo>
                  <a:lnTo>
                    <a:pt x="2950236" y="1350361"/>
                  </a:lnTo>
                  <a:lnTo>
                    <a:pt x="2950353" y="1350361"/>
                  </a:lnTo>
                  <a:lnTo>
                    <a:pt x="2950353" y="1349931"/>
                  </a:lnTo>
                  <a:lnTo>
                    <a:pt x="2950471" y="1349931"/>
                  </a:lnTo>
                  <a:lnTo>
                    <a:pt x="2950589" y="1349931"/>
                  </a:lnTo>
                  <a:lnTo>
                    <a:pt x="2950706" y="1349931"/>
                  </a:lnTo>
                  <a:lnTo>
                    <a:pt x="2950824" y="1349931"/>
                  </a:lnTo>
                  <a:lnTo>
                    <a:pt x="2950824" y="1349500"/>
                  </a:lnTo>
                  <a:lnTo>
                    <a:pt x="2950824" y="1349069"/>
                  </a:lnTo>
                  <a:lnTo>
                    <a:pt x="2950824" y="1348639"/>
                  </a:lnTo>
                  <a:lnTo>
                    <a:pt x="2950941" y="1348639"/>
                  </a:lnTo>
                  <a:lnTo>
                    <a:pt x="2950941" y="1348208"/>
                  </a:lnTo>
                  <a:lnTo>
                    <a:pt x="2951059" y="1348208"/>
                  </a:lnTo>
                  <a:lnTo>
                    <a:pt x="2951177" y="1348208"/>
                  </a:lnTo>
                  <a:lnTo>
                    <a:pt x="2951177" y="1347778"/>
                  </a:lnTo>
                  <a:lnTo>
                    <a:pt x="2951294" y="1347778"/>
                  </a:lnTo>
                  <a:lnTo>
                    <a:pt x="2951412" y="1347778"/>
                  </a:lnTo>
                  <a:lnTo>
                    <a:pt x="2951529" y="1347778"/>
                  </a:lnTo>
                  <a:lnTo>
                    <a:pt x="2951647" y="1347778"/>
                  </a:lnTo>
                  <a:lnTo>
                    <a:pt x="2951765" y="1347778"/>
                  </a:lnTo>
                  <a:lnTo>
                    <a:pt x="2951882" y="1347778"/>
                  </a:lnTo>
                  <a:lnTo>
                    <a:pt x="2952000" y="1347778"/>
                  </a:lnTo>
                  <a:lnTo>
                    <a:pt x="2952118" y="1347778"/>
                  </a:lnTo>
                  <a:lnTo>
                    <a:pt x="2952235" y="1347778"/>
                  </a:lnTo>
                  <a:lnTo>
                    <a:pt x="2952353" y="1347778"/>
                  </a:lnTo>
                  <a:lnTo>
                    <a:pt x="2952470" y="1347778"/>
                  </a:lnTo>
                  <a:lnTo>
                    <a:pt x="2952470" y="1347347"/>
                  </a:lnTo>
                  <a:lnTo>
                    <a:pt x="2952470" y="1346916"/>
                  </a:lnTo>
                  <a:lnTo>
                    <a:pt x="2952588" y="1346916"/>
                  </a:lnTo>
                  <a:lnTo>
                    <a:pt x="2952706" y="1346916"/>
                  </a:lnTo>
                  <a:lnTo>
                    <a:pt x="2952823" y="1346916"/>
                  </a:lnTo>
                  <a:lnTo>
                    <a:pt x="2952941" y="1346916"/>
                  </a:lnTo>
                  <a:lnTo>
                    <a:pt x="2953058" y="1346916"/>
                  </a:lnTo>
                  <a:lnTo>
                    <a:pt x="2953176" y="1346916"/>
                  </a:lnTo>
                  <a:lnTo>
                    <a:pt x="2953176" y="1346486"/>
                  </a:lnTo>
                  <a:lnTo>
                    <a:pt x="2953294" y="1346486"/>
                  </a:lnTo>
                  <a:lnTo>
                    <a:pt x="2953294" y="1346055"/>
                  </a:lnTo>
                  <a:lnTo>
                    <a:pt x="2953411" y="1346055"/>
                  </a:lnTo>
                  <a:lnTo>
                    <a:pt x="2953529" y="1346055"/>
                  </a:lnTo>
                  <a:lnTo>
                    <a:pt x="2953647" y="1346055"/>
                  </a:lnTo>
                  <a:lnTo>
                    <a:pt x="2953647" y="1345625"/>
                  </a:lnTo>
                  <a:lnTo>
                    <a:pt x="2953764" y="1345625"/>
                  </a:lnTo>
                  <a:lnTo>
                    <a:pt x="2953764" y="1345194"/>
                  </a:lnTo>
                  <a:lnTo>
                    <a:pt x="2953764" y="1344763"/>
                  </a:lnTo>
                  <a:lnTo>
                    <a:pt x="2953882" y="1344763"/>
                  </a:lnTo>
                  <a:lnTo>
                    <a:pt x="2953999" y="1344763"/>
                  </a:lnTo>
                  <a:lnTo>
                    <a:pt x="2954117" y="1344763"/>
                  </a:lnTo>
                  <a:lnTo>
                    <a:pt x="2954235" y="1344763"/>
                  </a:lnTo>
                  <a:lnTo>
                    <a:pt x="2954352" y="1344763"/>
                  </a:lnTo>
                  <a:lnTo>
                    <a:pt x="2954470" y="1344763"/>
                  </a:lnTo>
                  <a:lnTo>
                    <a:pt x="2954587" y="1344763"/>
                  </a:lnTo>
                  <a:lnTo>
                    <a:pt x="2954587" y="1344333"/>
                  </a:lnTo>
                  <a:lnTo>
                    <a:pt x="2954587" y="1343902"/>
                  </a:lnTo>
                  <a:lnTo>
                    <a:pt x="2954705" y="1343902"/>
                  </a:lnTo>
                  <a:lnTo>
                    <a:pt x="2954823" y="1343902"/>
                  </a:lnTo>
                  <a:lnTo>
                    <a:pt x="2954940" y="1343902"/>
                  </a:lnTo>
                  <a:lnTo>
                    <a:pt x="2955058" y="1343902"/>
                  </a:lnTo>
                  <a:lnTo>
                    <a:pt x="2955058" y="1343472"/>
                  </a:lnTo>
                  <a:lnTo>
                    <a:pt x="2955176" y="1343472"/>
                  </a:lnTo>
                  <a:lnTo>
                    <a:pt x="2955293" y="1343472"/>
                  </a:lnTo>
                  <a:lnTo>
                    <a:pt x="2955411" y="1343472"/>
                  </a:lnTo>
                  <a:lnTo>
                    <a:pt x="2955528" y="1343472"/>
                  </a:lnTo>
                  <a:lnTo>
                    <a:pt x="2955646" y="1343472"/>
                  </a:lnTo>
                  <a:lnTo>
                    <a:pt x="2955764" y="1343472"/>
                  </a:lnTo>
                  <a:lnTo>
                    <a:pt x="2955881" y="1343472"/>
                  </a:lnTo>
                  <a:lnTo>
                    <a:pt x="2955999" y="1343472"/>
                  </a:lnTo>
                  <a:lnTo>
                    <a:pt x="2955999" y="1343041"/>
                  </a:lnTo>
                  <a:lnTo>
                    <a:pt x="2955999" y="1342610"/>
                  </a:lnTo>
                  <a:lnTo>
                    <a:pt x="2956116" y="1342610"/>
                  </a:lnTo>
                  <a:lnTo>
                    <a:pt x="2956234" y="1342610"/>
                  </a:lnTo>
                  <a:lnTo>
                    <a:pt x="2956352" y="1342610"/>
                  </a:lnTo>
                  <a:lnTo>
                    <a:pt x="2956469" y="1342610"/>
                  </a:lnTo>
                  <a:lnTo>
                    <a:pt x="2956587" y="1342610"/>
                  </a:lnTo>
                  <a:lnTo>
                    <a:pt x="2956705" y="1342610"/>
                  </a:lnTo>
                  <a:lnTo>
                    <a:pt x="2956705" y="1342180"/>
                  </a:lnTo>
                  <a:lnTo>
                    <a:pt x="2956822" y="1342180"/>
                  </a:lnTo>
                  <a:lnTo>
                    <a:pt x="2956940" y="1342180"/>
                  </a:lnTo>
                  <a:lnTo>
                    <a:pt x="2957057" y="1342180"/>
                  </a:lnTo>
                  <a:lnTo>
                    <a:pt x="2957057" y="1341749"/>
                  </a:lnTo>
                  <a:lnTo>
                    <a:pt x="2957175" y="1341749"/>
                  </a:lnTo>
                  <a:lnTo>
                    <a:pt x="2957293" y="1341749"/>
                  </a:lnTo>
                  <a:lnTo>
                    <a:pt x="2957410" y="1341749"/>
                  </a:lnTo>
                  <a:lnTo>
                    <a:pt x="2957528" y="1341749"/>
                  </a:lnTo>
                  <a:lnTo>
                    <a:pt x="2957645" y="1341749"/>
                  </a:lnTo>
                  <a:lnTo>
                    <a:pt x="2957763" y="1341749"/>
                  </a:lnTo>
                  <a:lnTo>
                    <a:pt x="2957881" y="1341749"/>
                  </a:lnTo>
                  <a:lnTo>
                    <a:pt x="2957998" y="1341749"/>
                  </a:lnTo>
                  <a:lnTo>
                    <a:pt x="2958116" y="1341749"/>
                  </a:lnTo>
                  <a:lnTo>
                    <a:pt x="2958233" y="1341749"/>
                  </a:lnTo>
                  <a:lnTo>
                    <a:pt x="2958351" y="1341749"/>
                  </a:lnTo>
                  <a:lnTo>
                    <a:pt x="2958351" y="1341319"/>
                  </a:lnTo>
                  <a:lnTo>
                    <a:pt x="2958351" y="1340888"/>
                  </a:lnTo>
                  <a:lnTo>
                    <a:pt x="2958469" y="1340888"/>
                  </a:lnTo>
                  <a:lnTo>
                    <a:pt x="2958586" y="1340888"/>
                  </a:lnTo>
                  <a:lnTo>
                    <a:pt x="2958704" y="1340888"/>
                  </a:lnTo>
                  <a:lnTo>
                    <a:pt x="2958822" y="1340888"/>
                  </a:lnTo>
                  <a:lnTo>
                    <a:pt x="2958939" y="1340888"/>
                  </a:lnTo>
                  <a:lnTo>
                    <a:pt x="2959057" y="1340888"/>
                  </a:lnTo>
                  <a:lnTo>
                    <a:pt x="2959174" y="1340888"/>
                  </a:lnTo>
                  <a:lnTo>
                    <a:pt x="2959292" y="1340888"/>
                  </a:lnTo>
                  <a:lnTo>
                    <a:pt x="2959410" y="1340888"/>
                  </a:lnTo>
                  <a:lnTo>
                    <a:pt x="2959527" y="1340888"/>
                  </a:lnTo>
                  <a:lnTo>
                    <a:pt x="2959527" y="1340457"/>
                  </a:lnTo>
                  <a:lnTo>
                    <a:pt x="2959645" y="1340457"/>
                  </a:lnTo>
                  <a:lnTo>
                    <a:pt x="2959762" y="1340457"/>
                  </a:lnTo>
                  <a:lnTo>
                    <a:pt x="2959880" y="1340457"/>
                  </a:lnTo>
                  <a:lnTo>
                    <a:pt x="2959998" y="1340457"/>
                  </a:lnTo>
                  <a:lnTo>
                    <a:pt x="2960115" y="1340457"/>
                  </a:lnTo>
                  <a:lnTo>
                    <a:pt x="2960233" y="1340457"/>
                  </a:lnTo>
                  <a:lnTo>
                    <a:pt x="2960351" y="1340457"/>
                  </a:lnTo>
                  <a:lnTo>
                    <a:pt x="2960351" y="1340027"/>
                  </a:lnTo>
                  <a:lnTo>
                    <a:pt x="2960351" y="1339596"/>
                  </a:lnTo>
                  <a:lnTo>
                    <a:pt x="2960468" y="1339596"/>
                  </a:lnTo>
                  <a:lnTo>
                    <a:pt x="2960586" y="1339596"/>
                  </a:lnTo>
                  <a:lnTo>
                    <a:pt x="2960703" y="1339596"/>
                  </a:lnTo>
                  <a:lnTo>
                    <a:pt x="2960703" y="1339166"/>
                  </a:lnTo>
                  <a:lnTo>
                    <a:pt x="2960821" y="1339166"/>
                  </a:lnTo>
                  <a:lnTo>
                    <a:pt x="2960939" y="1339166"/>
                  </a:lnTo>
                  <a:lnTo>
                    <a:pt x="2961056" y="1339166"/>
                  </a:lnTo>
                  <a:lnTo>
                    <a:pt x="2961174" y="1339166"/>
                  </a:lnTo>
                  <a:lnTo>
                    <a:pt x="2961291" y="1339166"/>
                  </a:lnTo>
                  <a:lnTo>
                    <a:pt x="2961409" y="1339166"/>
                  </a:lnTo>
                  <a:lnTo>
                    <a:pt x="2961527" y="1339166"/>
                  </a:lnTo>
                  <a:lnTo>
                    <a:pt x="2961644" y="1339166"/>
                  </a:lnTo>
                  <a:lnTo>
                    <a:pt x="2961762" y="1339166"/>
                  </a:lnTo>
                  <a:lnTo>
                    <a:pt x="2961762" y="1338735"/>
                  </a:lnTo>
                  <a:lnTo>
                    <a:pt x="2961880" y="1338735"/>
                  </a:lnTo>
                  <a:lnTo>
                    <a:pt x="2961997" y="1338735"/>
                  </a:lnTo>
                  <a:lnTo>
                    <a:pt x="2962115" y="1338735"/>
                  </a:lnTo>
                  <a:lnTo>
                    <a:pt x="2962232" y="1338735"/>
                  </a:lnTo>
                  <a:lnTo>
                    <a:pt x="2962350" y="1338735"/>
                  </a:lnTo>
                  <a:lnTo>
                    <a:pt x="2962468" y="1338735"/>
                  </a:lnTo>
                  <a:lnTo>
                    <a:pt x="2962468" y="1338304"/>
                  </a:lnTo>
                  <a:lnTo>
                    <a:pt x="2962585" y="1338304"/>
                  </a:lnTo>
                  <a:lnTo>
                    <a:pt x="2962703" y="1338304"/>
                  </a:lnTo>
                  <a:lnTo>
                    <a:pt x="2962820" y="1338304"/>
                  </a:lnTo>
                  <a:lnTo>
                    <a:pt x="2962938" y="1338304"/>
                  </a:lnTo>
                  <a:lnTo>
                    <a:pt x="2962938" y="1337874"/>
                  </a:lnTo>
                  <a:lnTo>
                    <a:pt x="2963056" y="1337874"/>
                  </a:lnTo>
                  <a:lnTo>
                    <a:pt x="2963173" y="1337874"/>
                  </a:lnTo>
                  <a:lnTo>
                    <a:pt x="2963173" y="1337443"/>
                  </a:lnTo>
                  <a:lnTo>
                    <a:pt x="2963291" y="1337443"/>
                  </a:lnTo>
                  <a:lnTo>
                    <a:pt x="2963409" y="1337443"/>
                  </a:lnTo>
                  <a:lnTo>
                    <a:pt x="2963526" y="1337443"/>
                  </a:lnTo>
                  <a:lnTo>
                    <a:pt x="2963644" y="1337443"/>
                  </a:lnTo>
                  <a:lnTo>
                    <a:pt x="2963761" y="1337443"/>
                  </a:lnTo>
                  <a:lnTo>
                    <a:pt x="2963879" y="1337443"/>
                  </a:lnTo>
                  <a:lnTo>
                    <a:pt x="2963997" y="1337443"/>
                  </a:lnTo>
                  <a:lnTo>
                    <a:pt x="2964114" y="1337443"/>
                  </a:lnTo>
                  <a:lnTo>
                    <a:pt x="2964114" y="1337013"/>
                  </a:lnTo>
                  <a:lnTo>
                    <a:pt x="2964232" y="1337013"/>
                  </a:lnTo>
                  <a:lnTo>
                    <a:pt x="2964349" y="1337013"/>
                  </a:lnTo>
                  <a:lnTo>
                    <a:pt x="2964467" y="1337013"/>
                  </a:lnTo>
                  <a:lnTo>
                    <a:pt x="2964585" y="1337013"/>
                  </a:lnTo>
                  <a:lnTo>
                    <a:pt x="2964702" y="1337013"/>
                  </a:lnTo>
                  <a:lnTo>
                    <a:pt x="2964820" y="1337013"/>
                  </a:lnTo>
                  <a:lnTo>
                    <a:pt x="2964938" y="1337013"/>
                  </a:lnTo>
                  <a:lnTo>
                    <a:pt x="2965055" y="1337013"/>
                  </a:lnTo>
                  <a:lnTo>
                    <a:pt x="2965173" y="1337013"/>
                  </a:lnTo>
                  <a:lnTo>
                    <a:pt x="2965290" y="1337013"/>
                  </a:lnTo>
                  <a:lnTo>
                    <a:pt x="2965408" y="1337013"/>
                  </a:lnTo>
                  <a:lnTo>
                    <a:pt x="2965408" y="1336582"/>
                  </a:lnTo>
                  <a:lnTo>
                    <a:pt x="2965526" y="1336582"/>
                  </a:lnTo>
                  <a:lnTo>
                    <a:pt x="2965526" y="1336151"/>
                  </a:lnTo>
                  <a:lnTo>
                    <a:pt x="2965643" y="1336151"/>
                  </a:lnTo>
                  <a:lnTo>
                    <a:pt x="2965761" y="1336151"/>
                  </a:lnTo>
                  <a:lnTo>
                    <a:pt x="2965878" y="1336151"/>
                  </a:lnTo>
                  <a:lnTo>
                    <a:pt x="2965996" y="1336151"/>
                  </a:lnTo>
                  <a:lnTo>
                    <a:pt x="2966114" y="1336151"/>
                  </a:lnTo>
                  <a:lnTo>
                    <a:pt x="2966231" y="1336151"/>
                  </a:lnTo>
                  <a:lnTo>
                    <a:pt x="2966349" y="1336151"/>
                  </a:lnTo>
                  <a:lnTo>
                    <a:pt x="2966466" y="1336151"/>
                  </a:lnTo>
                  <a:lnTo>
                    <a:pt x="2966584" y="1336151"/>
                  </a:lnTo>
                  <a:lnTo>
                    <a:pt x="2966702" y="1336151"/>
                  </a:lnTo>
                  <a:lnTo>
                    <a:pt x="2966702" y="1335721"/>
                  </a:lnTo>
                  <a:lnTo>
                    <a:pt x="2966819" y="1335721"/>
                  </a:lnTo>
                  <a:lnTo>
                    <a:pt x="2966819" y="1335290"/>
                  </a:lnTo>
                  <a:lnTo>
                    <a:pt x="2966937" y="1335290"/>
                  </a:lnTo>
                  <a:lnTo>
                    <a:pt x="2966937" y="1334860"/>
                  </a:lnTo>
                  <a:lnTo>
                    <a:pt x="2967055" y="1334860"/>
                  </a:lnTo>
                  <a:lnTo>
                    <a:pt x="2967172" y="1334860"/>
                  </a:lnTo>
                  <a:lnTo>
                    <a:pt x="2967290" y="1334860"/>
                  </a:lnTo>
                  <a:lnTo>
                    <a:pt x="2967407" y="1334860"/>
                  </a:lnTo>
                  <a:lnTo>
                    <a:pt x="2967525" y="1334860"/>
                  </a:lnTo>
                  <a:lnTo>
                    <a:pt x="2967643" y="1334860"/>
                  </a:lnTo>
                  <a:lnTo>
                    <a:pt x="2967760" y="1334860"/>
                  </a:lnTo>
                  <a:lnTo>
                    <a:pt x="2967878" y="1334860"/>
                  </a:lnTo>
                  <a:lnTo>
                    <a:pt x="2967995" y="1334860"/>
                  </a:lnTo>
                  <a:lnTo>
                    <a:pt x="2968113" y="1334860"/>
                  </a:lnTo>
                  <a:lnTo>
                    <a:pt x="2968113" y="1334429"/>
                  </a:lnTo>
                  <a:lnTo>
                    <a:pt x="2968231" y="1334429"/>
                  </a:lnTo>
                  <a:lnTo>
                    <a:pt x="2968348" y="1334429"/>
                  </a:lnTo>
                  <a:lnTo>
                    <a:pt x="2968466" y="1334429"/>
                  </a:lnTo>
                  <a:lnTo>
                    <a:pt x="2968466" y="1333998"/>
                  </a:lnTo>
                  <a:lnTo>
                    <a:pt x="2968584" y="1333998"/>
                  </a:lnTo>
                  <a:lnTo>
                    <a:pt x="2968701" y="1333998"/>
                  </a:lnTo>
                  <a:lnTo>
                    <a:pt x="2968819" y="1333998"/>
                  </a:lnTo>
                  <a:lnTo>
                    <a:pt x="2968936" y="1333998"/>
                  </a:lnTo>
                  <a:lnTo>
                    <a:pt x="2969054" y="1333998"/>
                  </a:lnTo>
                  <a:lnTo>
                    <a:pt x="2969172" y="1333998"/>
                  </a:lnTo>
                  <a:lnTo>
                    <a:pt x="2969289" y="1333998"/>
                  </a:lnTo>
                  <a:lnTo>
                    <a:pt x="2969289" y="1333568"/>
                  </a:lnTo>
                  <a:lnTo>
                    <a:pt x="2969407" y="1333568"/>
                  </a:lnTo>
                  <a:lnTo>
                    <a:pt x="2969407" y="1333137"/>
                  </a:lnTo>
                  <a:lnTo>
                    <a:pt x="2969407" y="1332707"/>
                  </a:lnTo>
                  <a:lnTo>
                    <a:pt x="2969524" y="1332707"/>
                  </a:lnTo>
                  <a:lnTo>
                    <a:pt x="2969642" y="1332707"/>
                  </a:lnTo>
                  <a:lnTo>
                    <a:pt x="2969760" y="1332707"/>
                  </a:lnTo>
                  <a:lnTo>
                    <a:pt x="2969877" y="1332707"/>
                  </a:lnTo>
                  <a:lnTo>
                    <a:pt x="2969995" y="1332707"/>
                  </a:lnTo>
                  <a:lnTo>
                    <a:pt x="2970113" y="1332707"/>
                  </a:lnTo>
                  <a:lnTo>
                    <a:pt x="2970230" y="1332707"/>
                  </a:lnTo>
                  <a:lnTo>
                    <a:pt x="2970348" y="1332707"/>
                  </a:lnTo>
                  <a:lnTo>
                    <a:pt x="2970465" y="1332707"/>
                  </a:lnTo>
                  <a:lnTo>
                    <a:pt x="2970465" y="1332276"/>
                  </a:lnTo>
                  <a:lnTo>
                    <a:pt x="2970583" y="1332276"/>
                  </a:lnTo>
                  <a:lnTo>
                    <a:pt x="2970701" y="1332276"/>
                  </a:lnTo>
                  <a:lnTo>
                    <a:pt x="2970818" y="1332276"/>
                  </a:lnTo>
                  <a:lnTo>
                    <a:pt x="2970936" y="1332276"/>
                  </a:lnTo>
                  <a:lnTo>
                    <a:pt x="2971053" y="1332276"/>
                  </a:lnTo>
                  <a:lnTo>
                    <a:pt x="2971171" y="1332276"/>
                  </a:lnTo>
                  <a:lnTo>
                    <a:pt x="2971289" y="1332276"/>
                  </a:lnTo>
                  <a:lnTo>
                    <a:pt x="2971406" y="1332276"/>
                  </a:lnTo>
                  <a:lnTo>
                    <a:pt x="2971524" y="1332276"/>
                  </a:lnTo>
                  <a:lnTo>
                    <a:pt x="2971642" y="1332276"/>
                  </a:lnTo>
                  <a:lnTo>
                    <a:pt x="2971642" y="1331845"/>
                  </a:lnTo>
                  <a:lnTo>
                    <a:pt x="2971642" y="1331415"/>
                  </a:lnTo>
                  <a:lnTo>
                    <a:pt x="2971759" y="1331415"/>
                  </a:lnTo>
                  <a:lnTo>
                    <a:pt x="2971877" y="1331415"/>
                  </a:lnTo>
                  <a:lnTo>
                    <a:pt x="2971994" y="1331415"/>
                  </a:lnTo>
                  <a:lnTo>
                    <a:pt x="2972112" y="1331415"/>
                  </a:lnTo>
                  <a:lnTo>
                    <a:pt x="2972230" y="1331415"/>
                  </a:lnTo>
                  <a:lnTo>
                    <a:pt x="2972230" y="1330984"/>
                  </a:lnTo>
                  <a:lnTo>
                    <a:pt x="2972347" y="1330984"/>
                  </a:lnTo>
                  <a:lnTo>
                    <a:pt x="2972347" y="1330554"/>
                  </a:lnTo>
                  <a:lnTo>
                    <a:pt x="2972465" y="1330554"/>
                  </a:lnTo>
                  <a:lnTo>
                    <a:pt x="2972582" y="1330554"/>
                  </a:lnTo>
                  <a:lnTo>
                    <a:pt x="2972700" y="1330554"/>
                  </a:lnTo>
                  <a:lnTo>
                    <a:pt x="2972818" y="1330554"/>
                  </a:lnTo>
                  <a:lnTo>
                    <a:pt x="2972935" y="1330554"/>
                  </a:lnTo>
                  <a:lnTo>
                    <a:pt x="2973053" y="1330554"/>
                  </a:lnTo>
                  <a:lnTo>
                    <a:pt x="2973053" y="1330123"/>
                  </a:lnTo>
                  <a:lnTo>
                    <a:pt x="2973171" y="1330123"/>
                  </a:lnTo>
                  <a:lnTo>
                    <a:pt x="2973288" y="1330123"/>
                  </a:lnTo>
                  <a:lnTo>
                    <a:pt x="2973406" y="1330123"/>
                  </a:lnTo>
                  <a:lnTo>
                    <a:pt x="2973523" y="1330123"/>
                  </a:lnTo>
                  <a:lnTo>
                    <a:pt x="2973641" y="1330123"/>
                  </a:lnTo>
                  <a:lnTo>
                    <a:pt x="2973759" y="1330123"/>
                  </a:lnTo>
                  <a:lnTo>
                    <a:pt x="2973876" y="1330123"/>
                  </a:lnTo>
                  <a:lnTo>
                    <a:pt x="2973994" y="1330123"/>
                  </a:lnTo>
                  <a:lnTo>
                    <a:pt x="2974111" y="1330123"/>
                  </a:lnTo>
                  <a:lnTo>
                    <a:pt x="2974229" y="1330123"/>
                  </a:lnTo>
                  <a:lnTo>
                    <a:pt x="2974347" y="1330123"/>
                  </a:lnTo>
                  <a:lnTo>
                    <a:pt x="2974464" y="1330123"/>
                  </a:lnTo>
                  <a:lnTo>
                    <a:pt x="2974582" y="1330123"/>
                  </a:lnTo>
                  <a:lnTo>
                    <a:pt x="2974699" y="1330123"/>
                  </a:lnTo>
                  <a:lnTo>
                    <a:pt x="2974817" y="1330123"/>
                  </a:lnTo>
                  <a:lnTo>
                    <a:pt x="2974935" y="1330123"/>
                  </a:lnTo>
                  <a:lnTo>
                    <a:pt x="2975052" y="1330123"/>
                  </a:lnTo>
                  <a:lnTo>
                    <a:pt x="2975170" y="1330123"/>
                  </a:lnTo>
                  <a:lnTo>
                    <a:pt x="2975288" y="1330123"/>
                  </a:lnTo>
                  <a:lnTo>
                    <a:pt x="2975288" y="1329692"/>
                  </a:lnTo>
                  <a:lnTo>
                    <a:pt x="2975288" y="1329262"/>
                  </a:lnTo>
                  <a:lnTo>
                    <a:pt x="2975405" y="1329262"/>
                  </a:lnTo>
                  <a:lnTo>
                    <a:pt x="2975523" y="1329262"/>
                  </a:lnTo>
                  <a:lnTo>
                    <a:pt x="2975640" y="1329262"/>
                  </a:lnTo>
                  <a:lnTo>
                    <a:pt x="2975758" y="1329262"/>
                  </a:lnTo>
                  <a:lnTo>
                    <a:pt x="2975876" y="1329262"/>
                  </a:lnTo>
                  <a:lnTo>
                    <a:pt x="2975876" y="1328831"/>
                  </a:lnTo>
                  <a:lnTo>
                    <a:pt x="2975876" y="1328401"/>
                  </a:lnTo>
                  <a:lnTo>
                    <a:pt x="2975993" y="1328401"/>
                  </a:lnTo>
                  <a:lnTo>
                    <a:pt x="2976111" y="1328401"/>
                  </a:lnTo>
                  <a:lnTo>
                    <a:pt x="2976228" y="1328401"/>
                  </a:lnTo>
                  <a:lnTo>
                    <a:pt x="2976346" y="1328401"/>
                  </a:lnTo>
                  <a:lnTo>
                    <a:pt x="2976464" y="1328401"/>
                  </a:lnTo>
                  <a:lnTo>
                    <a:pt x="2976581" y="1328401"/>
                  </a:lnTo>
                  <a:lnTo>
                    <a:pt x="2976699" y="1328401"/>
                  </a:lnTo>
                  <a:lnTo>
                    <a:pt x="2976817" y="1328401"/>
                  </a:lnTo>
                  <a:lnTo>
                    <a:pt x="2976934" y="1328401"/>
                  </a:lnTo>
                  <a:lnTo>
                    <a:pt x="2977052" y="1328401"/>
                  </a:lnTo>
                  <a:lnTo>
                    <a:pt x="2977169" y="1328401"/>
                  </a:lnTo>
                  <a:lnTo>
                    <a:pt x="2977169" y="1327970"/>
                  </a:lnTo>
                  <a:lnTo>
                    <a:pt x="2977169" y="1327539"/>
                  </a:lnTo>
                  <a:lnTo>
                    <a:pt x="2977287" y="1327539"/>
                  </a:lnTo>
                  <a:lnTo>
                    <a:pt x="2977287" y="1327109"/>
                  </a:lnTo>
                  <a:lnTo>
                    <a:pt x="2977405" y="1327109"/>
                  </a:lnTo>
                  <a:lnTo>
                    <a:pt x="2977522" y="1327109"/>
                  </a:lnTo>
                  <a:lnTo>
                    <a:pt x="2977640" y="1327109"/>
                  </a:lnTo>
                  <a:lnTo>
                    <a:pt x="2977757" y="1327109"/>
                  </a:lnTo>
                  <a:lnTo>
                    <a:pt x="2977875" y="1327109"/>
                  </a:lnTo>
                  <a:lnTo>
                    <a:pt x="2977993" y="1327109"/>
                  </a:lnTo>
                  <a:lnTo>
                    <a:pt x="2978110" y="1327109"/>
                  </a:lnTo>
                  <a:lnTo>
                    <a:pt x="2978228" y="1327109"/>
                  </a:lnTo>
                  <a:lnTo>
                    <a:pt x="2978346" y="1327109"/>
                  </a:lnTo>
                  <a:lnTo>
                    <a:pt x="2978463" y="1327109"/>
                  </a:lnTo>
                  <a:lnTo>
                    <a:pt x="2978581" y="1327109"/>
                  </a:lnTo>
                  <a:lnTo>
                    <a:pt x="2978698" y="1327109"/>
                  </a:lnTo>
                  <a:lnTo>
                    <a:pt x="2978816" y="1327109"/>
                  </a:lnTo>
                  <a:lnTo>
                    <a:pt x="2978934" y="1327109"/>
                  </a:lnTo>
                  <a:lnTo>
                    <a:pt x="2979051" y="1327109"/>
                  </a:lnTo>
                  <a:lnTo>
                    <a:pt x="2979051" y="1326678"/>
                  </a:lnTo>
                  <a:lnTo>
                    <a:pt x="2979169" y="1326678"/>
                  </a:lnTo>
                  <a:lnTo>
                    <a:pt x="2979286" y="1326678"/>
                  </a:lnTo>
                  <a:lnTo>
                    <a:pt x="2979404" y="1326678"/>
                  </a:lnTo>
                  <a:lnTo>
                    <a:pt x="2979522" y="1326678"/>
                  </a:lnTo>
                  <a:lnTo>
                    <a:pt x="2979639" y="1326678"/>
                  </a:lnTo>
                  <a:lnTo>
                    <a:pt x="2979757" y="1326678"/>
                  </a:lnTo>
                  <a:lnTo>
                    <a:pt x="2979875" y="1326678"/>
                  </a:lnTo>
                  <a:lnTo>
                    <a:pt x="2979992" y="1326678"/>
                  </a:lnTo>
                  <a:lnTo>
                    <a:pt x="2979992" y="1326248"/>
                  </a:lnTo>
                  <a:lnTo>
                    <a:pt x="2980110" y="1326248"/>
                  </a:lnTo>
                  <a:lnTo>
                    <a:pt x="2980110" y="1325817"/>
                  </a:lnTo>
                  <a:lnTo>
                    <a:pt x="2980110" y="1325386"/>
                  </a:lnTo>
                  <a:lnTo>
                    <a:pt x="2980227" y="1325386"/>
                  </a:lnTo>
                  <a:lnTo>
                    <a:pt x="2980227" y="1324956"/>
                  </a:lnTo>
                  <a:lnTo>
                    <a:pt x="2980345" y="1324956"/>
                  </a:lnTo>
                  <a:lnTo>
                    <a:pt x="2980463" y="1324956"/>
                  </a:lnTo>
                  <a:lnTo>
                    <a:pt x="2980580" y="1324956"/>
                  </a:lnTo>
                  <a:lnTo>
                    <a:pt x="2980698" y="1324956"/>
                  </a:lnTo>
                  <a:lnTo>
                    <a:pt x="2980815" y="1324956"/>
                  </a:lnTo>
                  <a:lnTo>
                    <a:pt x="2980933" y="1324956"/>
                  </a:lnTo>
                  <a:lnTo>
                    <a:pt x="2980933" y="1324525"/>
                  </a:lnTo>
                  <a:lnTo>
                    <a:pt x="2980933" y="1324095"/>
                  </a:lnTo>
                  <a:lnTo>
                    <a:pt x="2981051" y="1324095"/>
                  </a:lnTo>
                  <a:lnTo>
                    <a:pt x="2981051" y="1323664"/>
                  </a:lnTo>
                  <a:lnTo>
                    <a:pt x="2981168" y="1323664"/>
                  </a:lnTo>
                  <a:lnTo>
                    <a:pt x="2981286" y="1323664"/>
                  </a:lnTo>
                  <a:lnTo>
                    <a:pt x="2981404" y="1323664"/>
                  </a:lnTo>
                  <a:lnTo>
                    <a:pt x="2981404" y="1323233"/>
                  </a:lnTo>
                  <a:lnTo>
                    <a:pt x="2981521" y="1323233"/>
                  </a:lnTo>
                  <a:lnTo>
                    <a:pt x="2981639" y="1323233"/>
                  </a:lnTo>
                  <a:lnTo>
                    <a:pt x="2981756" y="1323233"/>
                  </a:lnTo>
                  <a:lnTo>
                    <a:pt x="2981874" y="1323233"/>
                  </a:lnTo>
                  <a:lnTo>
                    <a:pt x="2981874" y="1322803"/>
                  </a:lnTo>
                  <a:lnTo>
                    <a:pt x="2981992" y="1322803"/>
                  </a:lnTo>
                  <a:lnTo>
                    <a:pt x="2982109" y="1322803"/>
                  </a:lnTo>
                  <a:lnTo>
                    <a:pt x="2982109" y="1322372"/>
                  </a:lnTo>
                  <a:lnTo>
                    <a:pt x="2982227" y="1322372"/>
                  </a:lnTo>
                  <a:lnTo>
                    <a:pt x="2982344" y="1322372"/>
                  </a:lnTo>
                  <a:lnTo>
                    <a:pt x="2982462" y="1322372"/>
                  </a:lnTo>
                  <a:lnTo>
                    <a:pt x="2982580" y="1322372"/>
                  </a:lnTo>
                  <a:lnTo>
                    <a:pt x="2982697" y="1322372"/>
                  </a:lnTo>
                  <a:lnTo>
                    <a:pt x="2982815" y="1322372"/>
                  </a:lnTo>
                  <a:lnTo>
                    <a:pt x="2982815" y="1321942"/>
                  </a:lnTo>
                  <a:lnTo>
                    <a:pt x="2982932" y="1321942"/>
                  </a:lnTo>
                  <a:lnTo>
                    <a:pt x="2983050" y="1321942"/>
                  </a:lnTo>
                  <a:lnTo>
                    <a:pt x="2983168" y="1321942"/>
                  </a:lnTo>
                  <a:lnTo>
                    <a:pt x="2983168" y="1321511"/>
                  </a:lnTo>
                  <a:lnTo>
                    <a:pt x="2983285" y="1321511"/>
                  </a:lnTo>
                  <a:lnTo>
                    <a:pt x="2983403" y="1321511"/>
                  </a:lnTo>
                  <a:lnTo>
                    <a:pt x="2983521" y="1321511"/>
                  </a:lnTo>
                  <a:lnTo>
                    <a:pt x="2983638" y="1321511"/>
                  </a:lnTo>
                  <a:lnTo>
                    <a:pt x="2983756" y="1321511"/>
                  </a:lnTo>
                  <a:lnTo>
                    <a:pt x="2983873" y="1321511"/>
                  </a:lnTo>
                  <a:lnTo>
                    <a:pt x="2983991" y="1321511"/>
                  </a:lnTo>
                  <a:lnTo>
                    <a:pt x="2984109" y="1321511"/>
                  </a:lnTo>
                  <a:lnTo>
                    <a:pt x="2984226" y="1321511"/>
                  </a:lnTo>
                  <a:lnTo>
                    <a:pt x="2984226" y="1321080"/>
                  </a:lnTo>
                  <a:lnTo>
                    <a:pt x="2984344" y="1321080"/>
                  </a:lnTo>
                  <a:lnTo>
                    <a:pt x="2984461" y="1321080"/>
                  </a:lnTo>
                  <a:lnTo>
                    <a:pt x="2984461" y="1320650"/>
                  </a:lnTo>
                  <a:lnTo>
                    <a:pt x="2984579" y="1320650"/>
                  </a:lnTo>
                  <a:lnTo>
                    <a:pt x="2984697" y="1320650"/>
                  </a:lnTo>
                  <a:lnTo>
                    <a:pt x="2984814" y="1320650"/>
                  </a:lnTo>
                  <a:lnTo>
                    <a:pt x="2984932" y="1320650"/>
                  </a:lnTo>
                  <a:lnTo>
                    <a:pt x="2985050" y="1320650"/>
                  </a:lnTo>
                  <a:lnTo>
                    <a:pt x="2985167" y="1320650"/>
                  </a:lnTo>
                  <a:lnTo>
                    <a:pt x="2985285" y="1320650"/>
                  </a:lnTo>
                  <a:lnTo>
                    <a:pt x="2985402" y="1320650"/>
                  </a:lnTo>
                  <a:lnTo>
                    <a:pt x="2985520" y="1320650"/>
                  </a:lnTo>
                  <a:lnTo>
                    <a:pt x="2985638" y="1320650"/>
                  </a:lnTo>
                  <a:lnTo>
                    <a:pt x="2985755" y="1320650"/>
                  </a:lnTo>
                  <a:lnTo>
                    <a:pt x="2985873" y="1320650"/>
                  </a:lnTo>
                  <a:lnTo>
                    <a:pt x="2985990" y="1320650"/>
                  </a:lnTo>
                  <a:lnTo>
                    <a:pt x="2986108" y="1320650"/>
                  </a:lnTo>
                  <a:lnTo>
                    <a:pt x="2986226" y="1320650"/>
                  </a:lnTo>
                  <a:lnTo>
                    <a:pt x="2986343" y="1320650"/>
                  </a:lnTo>
                  <a:lnTo>
                    <a:pt x="2986343" y="1320219"/>
                  </a:lnTo>
                  <a:lnTo>
                    <a:pt x="2986461" y="1320219"/>
                  </a:lnTo>
                  <a:lnTo>
                    <a:pt x="2986579" y="1320219"/>
                  </a:lnTo>
                  <a:lnTo>
                    <a:pt x="2986579" y="1319789"/>
                  </a:lnTo>
                  <a:lnTo>
                    <a:pt x="2986696" y="1319789"/>
                  </a:lnTo>
                  <a:lnTo>
                    <a:pt x="2986814" y="1319789"/>
                  </a:lnTo>
                  <a:lnTo>
                    <a:pt x="2986931" y="1319789"/>
                  </a:lnTo>
                  <a:lnTo>
                    <a:pt x="2987049" y="1319789"/>
                  </a:lnTo>
                  <a:lnTo>
                    <a:pt x="2987167" y="1319789"/>
                  </a:lnTo>
                  <a:lnTo>
                    <a:pt x="2987284" y="1319789"/>
                  </a:lnTo>
                  <a:lnTo>
                    <a:pt x="2987402" y="1319789"/>
                  </a:lnTo>
                  <a:lnTo>
                    <a:pt x="2987402" y="1319358"/>
                  </a:lnTo>
                  <a:lnTo>
                    <a:pt x="2987519" y="1319358"/>
                  </a:lnTo>
                  <a:lnTo>
                    <a:pt x="2987637" y="1319358"/>
                  </a:lnTo>
                  <a:lnTo>
                    <a:pt x="2987755" y="1319358"/>
                  </a:lnTo>
                  <a:lnTo>
                    <a:pt x="2987755" y="1318927"/>
                  </a:lnTo>
                  <a:lnTo>
                    <a:pt x="2987872" y="1318927"/>
                  </a:lnTo>
                  <a:lnTo>
                    <a:pt x="2987990" y="1318927"/>
                  </a:lnTo>
                  <a:lnTo>
                    <a:pt x="2987990" y="1318497"/>
                  </a:lnTo>
                  <a:lnTo>
                    <a:pt x="2988108" y="1318497"/>
                  </a:lnTo>
                  <a:lnTo>
                    <a:pt x="2988225" y="1318497"/>
                  </a:lnTo>
                  <a:lnTo>
                    <a:pt x="2988343" y="1318497"/>
                  </a:lnTo>
                  <a:lnTo>
                    <a:pt x="2988460" y="1318497"/>
                  </a:lnTo>
                  <a:lnTo>
                    <a:pt x="2988578" y="1318497"/>
                  </a:lnTo>
                  <a:lnTo>
                    <a:pt x="2988696" y="1318497"/>
                  </a:lnTo>
                  <a:lnTo>
                    <a:pt x="2988813" y="1318497"/>
                  </a:lnTo>
                  <a:lnTo>
                    <a:pt x="2988813" y="1318066"/>
                  </a:lnTo>
                  <a:lnTo>
                    <a:pt x="2988931" y="1318066"/>
                  </a:lnTo>
                  <a:lnTo>
                    <a:pt x="2989048" y="1318066"/>
                  </a:lnTo>
                  <a:lnTo>
                    <a:pt x="2989166" y="1318066"/>
                  </a:lnTo>
                  <a:lnTo>
                    <a:pt x="2989284" y="1318066"/>
                  </a:lnTo>
                  <a:lnTo>
                    <a:pt x="2989401" y="1318066"/>
                  </a:lnTo>
                  <a:lnTo>
                    <a:pt x="2989519" y="1318066"/>
                  </a:lnTo>
                  <a:lnTo>
                    <a:pt x="2989519" y="1317636"/>
                  </a:lnTo>
                  <a:lnTo>
                    <a:pt x="2989636" y="1317636"/>
                  </a:lnTo>
                  <a:lnTo>
                    <a:pt x="2989636" y="1317205"/>
                  </a:lnTo>
                  <a:lnTo>
                    <a:pt x="2989754" y="1317205"/>
                  </a:lnTo>
                  <a:lnTo>
                    <a:pt x="2989872" y="1317205"/>
                  </a:lnTo>
                  <a:lnTo>
                    <a:pt x="2989872" y="1316774"/>
                  </a:lnTo>
                  <a:lnTo>
                    <a:pt x="2989989" y="1316774"/>
                  </a:lnTo>
                  <a:lnTo>
                    <a:pt x="2990107" y="1316774"/>
                  </a:lnTo>
                  <a:lnTo>
                    <a:pt x="2990225" y="1316774"/>
                  </a:lnTo>
                  <a:lnTo>
                    <a:pt x="2990225" y="1316344"/>
                  </a:lnTo>
                  <a:lnTo>
                    <a:pt x="2990342" y="1316344"/>
                  </a:lnTo>
                  <a:lnTo>
                    <a:pt x="2990460" y="1316344"/>
                  </a:lnTo>
                  <a:lnTo>
                    <a:pt x="2990577" y="1316344"/>
                  </a:lnTo>
                  <a:lnTo>
                    <a:pt x="2990695" y="1316344"/>
                  </a:lnTo>
                  <a:lnTo>
                    <a:pt x="2990813" y="1316344"/>
                  </a:lnTo>
                  <a:lnTo>
                    <a:pt x="2990930" y="1316344"/>
                  </a:lnTo>
                  <a:lnTo>
                    <a:pt x="2990930" y="1315913"/>
                  </a:lnTo>
                  <a:lnTo>
                    <a:pt x="2991048" y="1315913"/>
                  </a:lnTo>
                  <a:lnTo>
                    <a:pt x="2991048" y="1315483"/>
                  </a:lnTo>
                  <a:lnTo>
                    <a:pt x="2991165" y="1315483"/>
                  </a:lnTo>
                  <a:lnTo>
                    <a:pt x="2991283" y="1315483"/>
                  </a:lnTo>
                  <a:lnTo>
                    <a:pt x="2991283" y="1315052"/>
                  </a:lnTo>
                  <a:lnTo>
                    <a:pt x="2991401" y="1315052"/>
                  </a:lnTo>
                  <a:lnTo>
                    <a:pt x="2991518" y="1315052"/>
                  </a:lnTo>
                  <a:lnTo>
                    <a:pt x="2991636" y="1315052"/>
                  </a:lnTo>
                  <a:lnTo>
                    <a:pt x="2991754" y="1315052"/>
                  </a:lnTo>
                  <a:lnTo>
                    <a:pt x="2991754" y="1314621"/>
                  </a:lnTo>
                  <a:lnTo>
                    <a:pt x="2991871" y="1314621"/>
                  </a:lnTo>
                  <a:lnTo>
                    <a:pt x="2991989" y="1314621"/>
                  </a:lnTo>
                  <a:lnTo>
                    <a:pt x="2992106" y="1314621"/>
                  </a:lnTo>
                  <a:lnTo>
                    <a:pt x="2992224" y="1314621"/>
                  </a:lnTo>
                  <a:lnTo>
                    <a:pt x="2992342" y="1314621"/>
                  </a:lnTo>
                  <a:lnTo>
                    <a:pt x="2992459" y="1314621"/>
                  </a:lnTo>
                  <a:lnTo>
                    <a:pt x="2992577" y="1314621"/>
                  </a:lnTo>
                  <a:lnTo>
                    <a:pt x="2992694" y="1314621"/>
                  </a:lnTo>
                  <a:lnTo>
                    <a:pt x="2992812" y="1314621"/>
                  </a:lnTo>
                  <a:lnTo>
                    <a:pt x="2992930" y="1314621"/>
                  </a:lnTo>
                  <a:lnTo>
                    <a:pt x="2993047" y="1314621"/>
                  </a:lnTo>
                  <a:lnTo>
                    <a:pt x="2993165" y="1314621"/>
                  </a:lnTo>
                  <a:lnTo>
                    <a:pt x="2993283" y="1314621"/>
                  </a:lnTo>
                  <a:lnTo>
                    <a:pt x="2993400" y="1314621"/>
                  </a:lnTo>
                  <a:lnTo>
                    <a:pt x="2993518" y="1314621"/>
                  </a:lnTo>
                  <a:lnTo>
                    <a:pt x="2993635" y="1314621"/>
                  </a:lnTo>
                  <a:lnTo>
                    <a:pt x="2993635" y="1314191"/>
                  </a:lnTo>
                  <a:lnTo>
                    <a:pt x="2993753" y="1314191"/>
                  </a:lnTo>
                  <a:lnTo>
                    <a:pt x="2993871" y="1314191"/>
                  </a:lnTo>
                  <a:lnTo>
                    <a:pt x="2993988" y="1314191"/>
                  </a:lnTo>
                  <a:lnTo>
                    <a:pt x="2994106" y="1314191"/>
                  </a:lnTo>
                  <a:lnTo>
                    <a:pt x="2994223" y="1314191"/>
                  </a:lnTo>
                  <a:lnTo>
                    <a:pt x="2994341" y="1314191"/>
                  </a:lnTo>
                  <a:lnTo>
                    <a:pt x="2994459" y="1314191"/>
                  </a:lnTo>
                  <a:lnTo>
                    <a:pt x="2994459" y="1313760"/>
                  </a:lnTo>
                  <a:lnTo>
                    <a:pt x="2994576" y="1313760"/>
                  </a:lnTo>
                  <a:lnTo>
                    <a:pt x="2994694" y="1313760"/>
                  </a:lnTo>
                  <a:lnTo>
                    <a:pt x="2994812" y="1313760"/>
                  </a:lnTo>
                  <a:lnTo>
                    <a:pt x="2994929" y="1313760"/>
                  </a:lnTo>
                  <a:lnTo>
                    <a:pt x="2995047" y="1313760"/>
                  </a:lnTo>
                  <a:lnTo>
                    <a:pt x="2995164" y="1313760"/>
                  </a:lnTo>
                  <a:lnTo>
                    <a:pt x="2995282" y="1313760"/>
                  </a:lnTo>
                  <a:lnTo>
                    <a:pt x="2995400" y="1313760"/>
                  </a:lnTo>
                  <a:lnTo>
                    <a:pt x="2995517" y="1313760"/>
                  </a:lnTo>
                  <a:lnTo>
                    <a:pt x="2995635" y="1313760"/>
                  </a:lnTo>
                  <a:lnTo>
                    <a:pt x="2995752" y="1313760"/>
                  </a:lnTo>
                  <a:lnTo>
                    <a:pt x="2995870" y="1313760"/>
                  </a:lnTo>
                  <a:lnTo>
                    <a:pt x="2995988" y="1313760"/>
                  </a:lnTo>
                  <a:lnTo>
                    <a:pt x="2996105" y="1313760"/>
                  </a:lnTo>
                  <a:lnTo>
                    <a:pt x="2996223" y="1313760"/>
                  </a:lnTo>
                  <a:lnTo>
                    <a:pt x="2996341" y="1313760"/>
                  </a:lnTo>
                  <a:lnTo>
                    <a:pt x="2996458" y="1313760"/>
                  </a:lnTo>
                  <a:lnTo>
                    <a:pt x="2996576" y="1313760"/>
                  </a:lnTo>
                  <a:lnTo>
                    <a:pt x="2996693" y="1313760"/>
                  </a:lnTo>
                  <a:lnTo>
                    <a:pt x="2996811" y="1313760"/>
                  </a:lnTo>
                  <a:lnTo>
                    <a:pt x="2996929" y="1313760"/>
                  </a:lnTo>
                  <a:lnTo>
                    <a:pt x="2997046" y="1313760"/>
                  </a:lnTo>
                  <a:lnTo>
                    <a:pt x="2997164" y="1313760"/>
                  </a:lnTo>
                  <a:lnTo>
                    <a:pt x="2997281" y="1313760"/>
                  </a:lnTo>
                  <a:lnTo>
                    <a:pt x="2997399" y="1313760"/>
                  </a:lnTo>
                  <a:lnTo>
                    <a:pt x="2997517" y="1313760"/>
                  </a:lnTo>
                  <a:lnTo>
                    <a:pt x="2997634" y="1313760"/>
                  </a:lnTo>
                  <a:lnTo>
                    <a:pt x="2997752" y="1313760"/>
                  </a:lnTo>
                  <a:lnTo>
                    <a:pt x="2997869" y="1313760"/>
                  </a:lnTo>
                  <a:lnTo>
                    <a:pt x="2997987" y="1313760"/>
                  </a:lnTo>
                  <a:lnTo>
                    <a:pt x="2998105" y="1313760"/>
                  </a:lnTo>
                  <a:lnTo>
                    <a:pt x="2998105" y="1313330"/>
                  </a:lnTo>
                  <a:lnTo>
                    <a:pt x="2998222" y="1313330"/>
                  </a:lnTo>
                  <a:lnTo>
                    <a:pt x="2998340" y="1313330"/>
                  </a:lnTo>
                  <a:lnTo>
                    <a:pt x="2998458" y="1313330"/>
                  </a:lnTo>
                  <a:lnTo>
                    <a:pt x="2998575" y="1313330"/>
                  </a:lnTo>
                  <a:lnTo>
                    <a:pt x="2998693" y="1313330"/>
                  </a:lnTo>
                  <a:lnTo>
                    <a:pt x="2998810" y="1313330"/>
                  </a:lnTo>
                  <a:lnTo>
                    <a:pt x="2998928" y="1313330"/>
                  </a:lnTo>
                  <a:lnTo>
                    <a:pt x="2999046" y="1313330"/>
                  </a:lnTo>
                  <a:lnTo>
                    <a:pt x="2999046" y="1312899"/>
                  </a:lnTo>
                  <a:lnTo>
                    <a:pt x="2999163" y="1312899"/>
                  </a:lnTo>
                  <a:lnTo>
                    <a:pt x="2999281" y="1312899"/>
                  </a:lnTo>
                  <a:lnTo>
                    <a:pt x="2999281" y="1312468"/>
                  </a:lnTo>
                  <a:lnTo>
                    <a:pt x="2999398" y="1312468"/>
                  </a:lnTo>
                  <a:lnTo>
                    <a:pt x="2999516" y="1312468"/>
                  </a:lnTo>
                  <a:lnTo>
                    <a:pt x="2999634" y="1312468"/>
                  </a:lnTo>
                  <a:lnTo>
                    <a:pt x="2999751" y="1312468"/>
                  </a:lnTo>
                  <a:lnTo>
                    <a:pt x="2999869" y="1312468"/>
                  </a:lnTo>
                  <a:lnTo>
                    <a:pt x="2999987" y="1312468"/>
                  </a:lnTo>
                  <a:lnTo>
                    <a:pt x="2999987" y="1312038"/>
                  </a:lnTo>
                  <a:lnTo>
                    <a:pt x="3000104" y="1312038"/>
                  </a:lnTo>
                  <a:lnTo>
                    <a:pt x="3000222" y="1312038"/>
                  </a:lnTo>
                  <a:lnTo>
                    <a:pt x="3000222" y="1311607"/>
                  </a:lnTo>
                  <a:lnTo>
                    <a:pt x="3000339" y="1311607"/>
                  </a:lnTo>
                  <a:lnTo>
                    <a:pt x="3000339" y="1311177"/>
                  </a:lnTo>
                  <a:lnTo>
                    <a:pt x="3000457" y="1311177"/>
                  </a:lnTo>
                  <a:lnTo>
                    <a:pt x="3000575" y="1311177"/>
                  </a:lnTo>
                  <a:lnTo>
                    <a:pt x="3000692" y="1311177"/>
                  </a:lnTo>
                  <a:lnTo>
                    <a:pt x="3000692" y="1310746"/>
                  </a:lnTo>
                  <a:lnTo>
                    <a:pt x="3000810" y="1310746"/>
                  </a:lnTo>
                  <a:lnTo>
                    <a:pt x="3000927" y="1310746"/>
                  </a:lnTo>
                  <a:lnTo>
                    <a:pt x="3001045" y="1310746"/>
                  </a:lnTo>
                  <a:lnTo>
                    <a:pt x="3001045" y="1310315"/>
                  </a:lnTo>
                  <a:lnTo>
                    <a:pt x="3001163" y="1310315"/>
                  </a:lnTo>
                  <a:lnTo>
                    <a:pt x="3001163" y="1309885"/>
                  </a:lnTo>
                  <a:lnTo>
                    <a:pt x="3001163" y="1309454"/>
                  </a:lnTo>
                  <a:lnTo>
                    <a:pt x="3001280" y="1309454"/>
                  </a:lnTo>
                  <a:lnTo>
                    <a:pt x="3001398" y="1309454"/>
                  </a:lnTo>
                  <a:lnTo>
                    <a:pt x="3001516" y="1309454"/>
                  </a:lnTo>
                  <a:lnTo>
                    <a:pt x="3001633" y="1309454"/>
                  </a:lnTo>
                  <a:lnTo>
                    <a:pt x="3001751" y="1309454"/>
                  </a:lnTo>
                  <a:lnTo>
                    <a:pt x="3001868" y="1309454"/>
                  </a:lnTo>
                  <a:lnTo>
                    <a:pt x="3001868" y="1309024"/>
                  </a:lnTo>
                  <a:lnTo>
                    <a:pt x="3001986" y="1309024"/>
                  </a:lnTo>
                  <a:lnTo>
                    <a:pt x="3001986" y="1308593"/>
                  </a:lnTo>
                  <a:lnTo>
                    <a:pt x="3002104" y="1308593"/>
                  </a:lnTo>
                  <a:lnTo>
                    <a:pt x="3002221" y="1308593"/>
                  </a:lnTo>
                  <a:lnTo>
                    <a:pt x="3002339" y="1308593"/>
                  </a:lnTo>
                  <a:lnTo>
                    <a:pt x="3002456" y="1308593"/>
                  </a:lnTo>
                  <a:lnTo>
                    <a:pt x="3002574" y="1308593"/>
                  </a:lnTo>
                  <a:lnTo>
                    <a:pt x="3002692" y="1308593"/>
                  </a:lnTo>
                  <a:lnTo>
                    <a:pt x="3002809" y="1308593"/>
                  </a:lnTo>
                  <a:lnTo>
                    <a:pt x="3002927" y="1308593"/>
                  </a:lnTo>
                  <a:lnTo>
                    <a:pt x="3003045" y="1308593"/>
                  </a:lnTo>
                  <a:lnTo>
                    <a:pt x="3003045" y="1308162"/>
                  </a:lnTo>
                  <a:lnTo>
                    <a:pt x="3003162" y="1308162"/>
                  </a:lnTo>
                  <a:lnTo>
                    <a:pt x="3003280" y="1308162"/>
                  </a:lnTo>
                  <a:lnTo>
                    <a:pt x="3003397" y="1308162"/>
                  </a:lnTo>
                  <a:lnTo>
                    <a:pt x="3003515" y="1308162"/>
                  </a:lnTo>
                  <a:lnTo>
                    <a:pt x="3003633" y="1308162"/>
                  </a:lnTo>
                  <a:lnTo>
                    <a:pt x="3003750" y="1308162"/>
                  </a:lnTo>
                  <a:lnTo>
                    <a:pt x="3003750" y="1307732"/>
                  </a:lnTo>
                  <a:lnTo>
                    <a:pt x="3003868" y="1307732"/>
                  </a:lnTo>
                  <a:lnTo>
                    <a:pt x="3003868" y="1307301"/>
                  </a:lnTo>
                  <a:lnTo>
                    <a:pt x="3003985" y="1307301"/>
                  </a:lnTo>
                  <a:lnTo>
                    <a:pt x="3004103" y="1307301"/>
                  </a:lnTo>
                  <a:lnTo>
                    <a:pt x="3004103" y="1306871"/>
                  </a:lnTo>
                  <a:lnTo>
                    <a:pt x="3004221" y="1306871"/>
                  </a:lnTo>
                  <a:lnTo>
                    <a:pt x="3004338" y="1306871"/>
                  </a:lnTo>
                  <a:lnTo>
                    <a:pt x="3004456" y="1306871"/>
                  </a:lnTo>
                  <a:lnTo>
                    <a:pt x="3004574" y="1306871"/>
                  </a:lnTo>
                  <a:lnTo>
                    <a:pt x="3004691" y="1306871"/>
                  </a:lnTo>
                  <a:lnTo>
                    <a:pt x="3004691" y="1306440"/>
                  </a:lnTo>
                  <a:lnTo>
                    <a:pt x="3004691" y="1306009"/>
                  </a:lnTo>
                  <a:lnTo>
                    <a:pt x="3004809" y="1306009"/>
                  </a:lnTo>
                  <a:lnTo>
                    <a:pt x="3004926" y="1306009"/>
                  </a:lnTo>
                  <a:lnTo>
                    <a:pt x="3005044" y="1306009"/>
                  </a:lnTo>
                  <a:lnTo>
                    <a:pt x="3005162" y="1306009"/>
                  </a:lnTo>
                  <a:lnTo>
                    <a:pt x="3005162" y="1305579"/>
                  </a:lnTo>
                  <a:lnTo>
                    <a:pt x="3005279" y="1305579"/>
                  </a:lnTo>
                  <a:lnTo>
                    <a:pt x="3005397" y="1305579"/>
                  </a:lnTo>
                  <a:lnTo>
                    <a:pt x="3005514" y="1305579"/>
                  </a:lnTo>
                  <a:lnTo>
                    <a:pt x="3005632" y="1305579"/>
                  </a:lnTo>
                  <a:lnTo>
                    <a:pt x="3005750" y="1305579"/>
                  </a:lnTo>
                  <a:lnTo>
                    <a:pt x="3005867" y="1305579"/>
                  </a:lnTo>
                  <a:lnTo>
                    <a:pt x="3005985" y="1305579"/>
                  </a:lnTo>
                  <a:lnTo>
                    <a:pt x="3006102" y="1305579"/>
                  </a:lnTo>
                  <a:lnTo>
                    <a:pt x="3006220" y="1305579"/>
                  </a:lnTo>
                  <a:lnTo>
                    <a:pt x="3006338" y="1305579"/>
                  </a:lnTo>
                  <a:lnTo>
                    <a:pt x="3006455" y="1305579"/>
                  </a:lnTo>
                  <a:lnTo>
                    <a:pt x="3006573" y="1305579"/>
                  </a:lnTo>
                  <a:lnTo>
                    <a:pt x="3006691" y="1305579"/>
                  </a:lnTo>
                  <a:lnTo>
                    <a:pt x="3006808" y="1305579"/>
                  </a:lnTo>
                  <a:lnTo>
                    <a:pt x="3006926" y="1305579"/>
                  </a:lnTo>
                  <a:lnTo>
                    <a:pt x="3007043" y="1305579"/>
                  </a:lnTo>
                  <a:lnTo>
                    <a:pt x="3007161" y="1305579"/>
                  </a:lnTo>
                  <a:lnTo>
                    <a:pt x="3007279" y="1305579"/>
                  </a:lnTo>
                  <a:lnTo>
                    <a:pt x="3007396" y="1305579"/>
                  </a:lnTo>
                  <a:lnTo>
                    <a:pt x="3007514" y="1305579"/>
                  </a:lnTo>
                  <a:lnTo>
                    <a:pt x="3007631" y="1305579"/>
                  </a:lnTo>
                  <a:lnTo>
                    <a:pt x="3007631" y="1305148"/>
                  </a:lnTo>
                  <a:lnTo>
                    <a:pt x="3007631" y="1304718"/>
                  </a:lnTo>
                  <a:lnTo>
                    <a:pt x="3007749" y="1304718"/>
                  </a:lnTo>
                  <a:lnTo>
                    <a:pt x="3007867" y="1304718"/>
                  </a:lnTo>
                  <a:lnTo>
                    <a:pt x="3007984" y="1304718"/>
                  </a:lnTo>
                  <a:lnTo>
                    <a:pt x="3007984" y="1304287"/>
                  </a:lnTo>
                  <a:lnTo>
                    <a:pt x="3007984" y="1303856"/>
                  </a:lnTo>
                  <a:lnTo>
                    <a:pt x="3008102" y="1303856"/>
                  </a:lnTo>
                  <a:lnTo>
                    <a:pt x="3008102" y="1303426"/>
                  </a:lnTo>
                  <a:lnTo>
                    <a:pt x="3008220" y="1303426"/>
                  </a:lnTo>
                  <a:lnTo>
                    <a:pt x="3008220" y="1302995"/>
                  </a:lnTo>
                  <a:lnTo>
                    <a:pt x="3008337" y="1302995"/>
                  </a:lnTo>
                  <a:lnTo>
                    <a:pt x="3008455" y="1302995"/>
                  </a:lnTo>
                  <a:lnTo>
                    <a:pt x="3008572" y="1302995"/>
                  </a:lnTo>
                  <a:lnTo>
                    <a:pt x="3008690" y="1302995"/>
                  </a:lnTo>
                  <a:lnTo>
                    <a:pt x="3008808" y="1302995"/>
                  </a:lnTo>
                  <a:lnTo>
                    <a:pt x="3008925" y="1302995"/>
                  </a:lnTo>
                  <a:lnTo>
                    <a:pt x="3009043" y="1302995"/>
                  </a:lnTo>
                  <a:lnTo>
                    <a:pt x="3009160" y="1302995"/>
                  </a:lnTo>
                  <a:lnTo>
                    <a:pt x="3009278" y="1302995"/>
                  </a:lnTo>
                  <a:lnTo>
                    <a:pt x="3009396" y="1302995"/>
                  </a:lnTo>
                  <a:lnTo>
                    <a:pt x="3009513" y="1302995"/>
                  </a:lnTo>
                  <a:lnTo>
                    <a:pt x="3009513" y="1302565"/>
                  </a:lnTo>
                  <a:lnTo>
                    <a:pt x="3009631" y="1302565"/>
                  </a:lnTo>
                  <a:lnTo>
                    <a:pt x="3009749" y="1302565"/>
                  </a:lnTo>
                  <a:lnTo>
                    <a:pt x="3009866" y="1302565"/>
                  </a:lnTo>
                  <a:lnTo>
                    <a:pt x="3009984" y="1302565"/>
                  </a:lnTo>
                  <a:lnTo>
                    <a:pt x="3009984" y="1302134"/>
                  </a:lnTo>
                  <a:lnTo>
                    <a:pt x="3010101" y="1302134"/>
                  </a:lnTo>
                  <a:lnTo>
                    <a:pt x="3010219" y="1302134"/>
                  </a:lnTo>
                  <a:lnTo>
                    <a:pt x="3010337" y="1302134"/>
                  </a:lnTo>
                  <a:lnTo>
                    <a:pt x="3010454" y="1302134"/>
                  </a:lnTo>
                  <a:lnTo>
                    <a:pt x="3010572" y="1302134"/>
                  </a:lnTo>
                  <a:lnTo>
                    <a:pt x="3010689" y="1302134"/>
                  </a:lnTo>
                  <a:lnTo>
                    <a:pt x="3010807" y="1302134"/>
                  </a:lnTo>
                  <a:lnTo>
                    <a:pt x="3010925" y="1302134"/>
                  </a:lnTo>
                  <a:lnTo>
                    <a:pt x="3011042" y="1302134"/>
                  </a:lnTo>
                  <a:lnTo>
                    <a:pt x="3011160" y="1302134"/>
                  </a:lnTo>
                  <a:lnTo>
                    <a:pt x="3011278" y="1302134"/>
                  </a:lnTo>
                  <a:lnTo>
                    <a:pt x="3011395" y="1302134"/>
                  </a:lnTo>
                  <a:lnTo>
                    <a:pt x="3011513" y="1302134"/>
                  </a:lnTo>
                  <a:lnTo>
                    <a:pt x="3011630" y="1302134"/>
                  </a:lnTo>
                  <a:lnTo>
                    <a:pt x="3011630" y="1301703"/>
                  </a:lnTo>
                  <a:lnTo>
                    <a:pt x="3011748" y="1301703"/>
                  </a:lnTo>
                  <a:lnTo>
                    <a:pt x="3011748" y="1301273"/>
                  </a:lnTo>
                  <a:lnTo>
                    <a:pt x="3011866" y="1301273"/>
                  </a:lnTo>
                  <a:lnTo>
                    <a:pt x="3011866" y="1300842"/>
                  </a:lnTo>
                  <a:lnTo>
                    <a:pt x="3011983" y="1300842"/>
                  </a:lnTo>
                  <a:lnTo>
                    <a:pt x="3012101" y="1300842"/>
                  </a:lnTo>
                  <a:lnTo>
                    <a:pt x="3012218" y="1300842"/>
                  </a:lnTo>
                  <a:lnTo>
                    <a:pt x="3012336" y="1300842"/>
                  </a:lnTo>
                  <a:lnTo>
                    <a:pt x="3012454" y="1300842"/>
                  </a:lnTo>
                  <a:lnTo>
                    <a:pt x="3012571" y="1300842"/>
                  </a:lnTo>
                  <a:lnTo>
                    <a:pt x="3012689" y="1300842"/>
                  </a:lnTo>
                  <a:lnTo>
                    <a:pt x="3012807" y="1300842"/>
                  </a:lnTo>
                  <a:lnTo>
                    <a:pt x="3012924" y="1300842"/>
                  </a:lnTo>
                  <a:lnTo>
                    <a:pt x="3012924" y="1300412"/>
                  </a:lnTo>
                  <a:lnTo>
                    <a:pt x="3013042" y="1300412"/>
                  </a:lnTo>
                  <a:lnTo>
                    <a:pt x="3013159" y="1300412"/>
                  </a:lnTo>
                  <a:lnTo>
                    <a:pt x="3013159" y="1299981"/>
                  </a:lnTo>
                  <a:lnTo>
                    <a:pt x="3013277" y="1299981"/>
                  </a:lnTo>
                  <a:lnTo>
                    <a:pt x="3013395" y="1299981"/>
                  </a:lnTo>
                  <a:lnTo>
                    <a:pt x="3013512" y="1299981"/>
                  </a:lnTo>
                  <a:lnTo>
                    <a:pt x="3013630" y="1299981"/>
                  </a:lnTo>
                  <a:lnTo>
                    <a:pt x="3013747" y="1299981"/>
                  </a:lnTo>
                  <a:lnTo>
                    <a:pt x="3013865" y="1299981"/>
                  </a:lnTo>
                  <a:lnTo>
                    <a:pt x="3013983" y="1299981"/>
                  </a:lnTo>
                  <a:lnTo>
                    <a:pt x="3014100" y="1299981"/>
                  </a:lnTo>
                  <a:lnTo>
                    <a:pt x="3014218" y="1299981"/>
                  </a:lnTo>
                  <a:lnTo>
                    <a:pt x="3014335" y="1299981"/>
                  </a:lnTo>
                  <a:lnTo>
                    <a:pt x="3014453" y="1299981"/>
                  </a:lnTo>
                  <a:lnTo>
                    <a:pt x="3014571" y="1299981"/>
                  </a:lnTo>
                  <a:lnTo>
                    <a:pt x="3014688" y="1299981"/>
                  </a:lnTo>
                  <a:lnTo>
                    <a:pt x="3014806" y="1299981"/>
                  </a:lnTo>
                  <a:lnTo>
                    <a:pt x="3014924" y="1299981"/>
                  </a:lnTo>
                  <a:lnTo>
                    <a:pt x="3015041" y="1299981"/>
                  </a:lnTo>
                  <a:lnTo>
                    <a:pt x="3015041" y="1299550"/>
                  </a:lnTo>
                  <a:lnTo>
                    <a:pt x="3015159" y="1299550"/>
                  </a:lnTo>
                  <a:lnTo>
                    <a:pt x="3015276" y="1299550"/>
                  </a:lnTo>
                  <a:lnTo>
                    <a:pt x="3015276" y="1299120"/>
                  </a:lnTo>
                  <a:lnTo>
                    <a:pt x="3015394" y="1299120"/>
                  </a:lnTo>
                  <a:lnTo>
                    <a:pt x="3015512" y="1299120"/>
                  </a:lnTo>
                  <a:lnTo>
                    <a:pt x="3015512" y="1298689"/>
                  </a:lnTo>
                  <a:lnTo>
                    <a:pt x="3015629" y="1298689"/>
                  </a:lnTo>
                  <a:lnTo>
                    <a:pt x="3015747" y="1298689"/>
                  </a:lnTo>
                  <a:lnTo>
                    <a:pt x="3015864" y="1298689"/>
                  </a:lnTo>
                  <a:lnTo>
                    <a:pt x="3015982" y="1298689"/>
                  </a:lnTo>
                  <a:lnTo>
                    <a:pt x="3016100" y="1298689"/>
                  </a:lnTo>
                  <a:lnTo>
                    <a:pt x="3016217" y="1298689"/>
                  </a:lnTo>
                  <a:lnTo>
                    <a:pt x="3016335" y="1298689"/>
                  </a:lnTo>
                  <a:lnTo>
                    <a:pt x="3016453" y="1298689"/>
                  </a:lnTo>
                  <a:lnTo>
                    <a:pt x="3016453" y="1298259"/>
                  </a:lnTo>
                  <a:lnTo>
                    <a:pt x="3016570" y="1298259"/>
                  </a:lnTo>
                  <a:lnTo>
                    <a:pt x="3016688" y="1298259"/>
                  </a:lnTo>
                  <a:lnTo>
                    <a:pt x="3016805" y="1298259"/>
                  </a:lnTo>
                  <a:lnTo>
                    <a:pt x="3016923" y="1298259"/>
                  </a:lnTo>
                  <a:lnTo>
                    <a:pt x="3016923" y="1297828"/>
                  </a:lnTo>
                  <a:lnTo>
                    <a:pt x="3017041" y="1297828"/>
                  </a:lnTo>
                  <a:lnTo>
                    <a:pt x="3017158" y="1297828"/>
                  </a:lnTo>
                  <a:lnTo>
                    <a:pt x="3017276" y="1297828"/>
                  </a:lnTo>
                  <a:lnTo>
                    <a:pt x="3017276" y="1297397"/>
                  </a:lnTo>
                  <a:lnTo>
                    <a:pt x="3017276" y="1296967"/>
                  </a:lnTo>
                  <a:lnTo>
                    <a:pt x="3017276" y="1296536"/>
                  </a:lnTo>
                  <a:lnTo>
                    <a:pt x="3017276" y="1296106"/>
                  </a:lnTo>
                  <a:lnTo>
                    <a:pt x="3017276" y="1295675"/>
                  </a:lnTo>
                  <a:lnTo>
                    <a:pt x="3017393" y="1295675"/>
                  </a:lnTo>
                  <a:lnTo>
                    <a:pt x="3017511" y="1295675"/>
                  </a:lnTo>
                  <a:lnTo>
                    <a:pt x="3017629" y="1295675"/>
                  </a:lnTo>
                  <a:lnTo>
                    <a:pt x="3017746" y="1295675"/>
                  </a:lnTo>
                  <a:lnTo>
                    <a:pt x="3017864" y="1295675"/>
                  </a:lnTo>
                  <a:lnTo>
                    <a:pt x="3017982" y="1295675"/>
                  </a:lnTo>
                  <a:lnTo>
                    <a:pt x="3018099" y="1295675"/>
                  </a:lnTo>
                  <a:lnTo>
                    <a:pt x="3018217" y="1295675"/>
                  </a:lnTo>
                  <a:lnTo>
                    <a:pt x="3018334" y="1295675"/>
                  </a:lnTo>
                  <a:lnTo>
                    <a:pt x="3018334" y="1295244"/>
                  </a:lnTo>
                  <a:lnTo>
                    <a:pt x="3018452" y="1295244"/>
                  </a:lnTo>
                  <a:lnTo>
                    <a:pt x="3018570" y="1295244"/>
                  </a:lnTo>
                  <a:lnTo>
                    <a:pt x="3018687" y="1295244"/>
                  </a:lnTo>
                  <a:lnTo>
                    <a:pt x="3018805" y="1295244"/>
                  </a:lnTo>
                  <a:lnTo>
                    <a:pt x="3018922" y="1295244"/>
                  </a:lnTo>
                  <a:lnTo>
                    <a:pt x="3019040" y="1295244"/>
                  </a:lnTo>
                  <a:lnTo>
                    <a:pt x="3019158" y="1295244"/>
                  </a:lnTo>
                  <a:lnTo>
                    <a:pt x="3019275" y="1295244"/>
                  </a:lnTo>
                  <a:lnTo>
                    <a:pt x="3019393" y="1295244"/>
                  </a:lnTo>
                  <a:lnTo>
                    <a:pt x="3019511" y="1295244"/>
                  </a:lnTo>
                  <a:lnTo>
                    <a:pt x="3019511" y="1294814"/>
                  </a:lnTo>
                  <a:lnTo>
                    <a:pt x="3019628" y="1294814"/>
                  </a:lnTo>
                  <a:lnTo>
                    <a:pt x="3019746" y="1294814"/>
                  </a:lnTo>
                  <a:lnTo>
                    <a:pt x="3019863" y="1294814"/>
                  </a:lnTo>
                  <a:lnTo>
                    <a:pt x="3019981" y="1294814"/>
                  </a:lnTo>
                  <a:lnTo>
                    <a:pt x="3019981" y="1294383"/>
                  </a:lnTo>
                  <a:lnTo>
                    <a:pt x="3020099" y="1294383"/>
                  </a:lnTo>
                  <a:lnTo>
                    <a:pt x="3020216" y="1294383"/>
                  </a:lnTo>
                  <a:lnTo>
                    <a:pt x="3020334" y="1294383"/>
                  </a:lnTo>
                  <a:lnTo>
                    <a:pt x="3020451" y="1294383"/>
                  </a:lnTo>
                  <a:lnTo>
                    <a:pt x="3020569" y="1294383"/>
                  </a:lnTo>
                  <a:lnTo>
                    <a:pt x="3020687" y="1294383"/>
                  </a:lnTo>
                  <a:lnTo>
                    <a:pt x="3020804" y="1294383"/>
                  </a:lnTo>
                  <a:lnTo>
                    <a:pt x="3020804" y="1293953"/>
                  </a:lnTo>
                  <a:lnTo>
                    <a:pt x="3020922" y="1293953"/>
                  </a:lnTo>
                  <a:lnTo>
                    <a:pt x="3021040" y="1293953"/>
                  </a:lnTo>
                  <a:lnTo>
                    <a:pt x="3021157" y="1293953"/>
                  </a:lnTo>
                  <a:lnTo>
                    <a:pt x="3021275" y="1293953"/>
                  </a:lnTo>
                  <a:lnTo>
                    <a:pt x="3021275" y="1293522"/>
                  </a:lnTo>
                  <a:lnTo>
                    <a:pt x="3021392" y="1293522"/>
                  </a:lnTo>
                  <a:lnTo>
                    <a:pt x="3021510" y="1293522"/>
                  </a:lnTo>
                  <a:lnTo>
                    <a:pt x="3021628" y="1293522"/>
                  </a:lnTo>
                  <a:lnTo>
                    <a:pt x="3021745" y="1293522"/>
                  </a:lnTo>
                  <a:lnTo>
                    <a:pt x="3021863" y="1293522"/>
                  </a:lnTo>
                  <a:lnTo>
                    <a:pt x="3021863" y="1293091"/>
                  </a:lnTo>
                  <a:lnTo>
                    <a:pt x="3021980" y="1293091"/>
                  </a:lnTo>
                  <a:lnTo>
                    <a:pt x="3022098" y="1293091"/>
                  </a:lnTo>
                  <a:lnTo>
                    <a:pt x="3022098" y="1292661"/>
                  </a:lnTo>
                  <a:lnTo>
                    <a:pt x="3022216" y="1292661"/>
                  </a:lnTo>
                  <a:lnTo>
                    <a:pt x="3022333" y="1292661"/>
                  </a:lnTo>
                  <a:lnTo>
                    <a:pt x="3022451" y="1292661"/>
                  </a:lnTo>
                  <a:lnTo>
                    <a:pt x="3022451" y="1292230"/>
                  </a:lnTo>
                  <a:lnTo>
                    <a:pt x="3022568" y="1292230"/>
                  </a:lnTo>
                  <a:lnTo>
                    <a:pt x="3022686" y="1292230"/>
                  </a:lnTo>
                  <a:lnTo>
                    <a:pt x="3022804" y="1292230"/>
                  </a:lnTo>
                  <a:lnTo>
                    <a:pt x="3022921" y="1292230"/>
                  </a:lnTo>
                  <a:lnTo>
                    <a:pt x="3023039" y="1292230"/>
                  </a:lnTo>
                  <a:lnTo>
                    <a:pt x="3023157" y="1292230"/>
                  </a:lnTo>
                  <a:lnTo>
                    <a:pt x="3023274" y="1292230"/>
                  </a:lnTo>
                  <a:lnTo>
                    <a:pt x="3023392" y="1292230"/>
                  </a:lnTo>
                  <a:lnTo>
                    <a:pt x="3023509" y="1292230"/>
                  </a:lnTo>
                  <a:lnTo>
                    <a:pt x="3023627" y="1292230"/>
                  </a:lnTo>
                  <a:lnTo>
                    <a:pt x="3023745" y="1292230"/>
                  </a:lnTo>
                  <a:lnTo>
                    <a:pt x="3023862" y="1292230"/>
                  </a:lnTo>
                  <a:lnTo>
                    <a:pt x="3023980" y="1292230"/>
                  </a:lnTo>
                  <a:lnTo>
                    <a:pt x="3024097" y="1292230"/>
                  </a:lnTo>
                  <a:lnTo>
                    <a:pt x="3024215" y="1292230"/>
                  </a:lnTo>
                  <a:lnTo>
                    <a:pt x="3024333" y="1292230"/>
                  </a:lnTo>
                  <a:lnTo>
                    <a:pt x="3024450" y="1292230"/>
                  </a:lnTo>
                  <a:lnTo>
                    <a:pt x="3024568" y="1292230"/>
                  </a:lnTo>
                  <a:lnTo>
                    <a:pt x="3024686" y="1292230"/>
                  </a:lnTo>
                  <a:lnTo>
                    <a:pt x="3024803" y="1292230"/>
                  </a:lnTo>
                  <a:lnTo>
                    <a:pt x="3024921" y="1292230"/>
                  </a:lnTo>
                  <a:lnTo>
                    <a:pt x="3025038" y="1292230"/>
                  </a:lnTo>
                  <a:lnTo>
                    <a:pt x="3025156" y="1292230"/>
                  </a:lnTo>
                  <a:lnTo>
                    <a:pt x="3025156" y="1291800"/>
                  </a:lnTo>
                  <a:lnTo>
                    <a:pt x="3025274" y="1291800"/>
                  </a:lnTo>
                  <a:lnTo>
                    <a:pt x="3025391" y="1291800"/>
                  </a:lnTo>
                  <a:lnTo>
                    <a:pt x="3025509" y="1291800"/>
                  </a:lnTo>
                  <a:lnTo>
                    <a:pt x="3025626" y="1291800"/>
                  </a:lnTo>
                  <a:lnTo>
                    <a:pt x="3025744" y="1291800"/>
                  </a:lnTo>
                  <a:lnTo>
                    <a:pt x="3025862" y="1291800"/>
                  </a:lnTo>
                  <a:lnTo>
                    <a:pt x="3025979" y="1291800"/>
                  </a:lnTo>
                  <a:lnTo>
                    <a:pt x="3026097" y="1291800"/>
                  </a:lnTo>
                  <a:lnTo>
                    <a:pt x="3026215" y="1291800"/>
                  </a:lnTo>
                  <a:lnTo>
                    <a:pt x="3026215" y="1291369"/>
                  </a:lnTo>
                  <a:lnTo>
                    <a:pt x="3026332" y="1291369"/>
                  </a:lnTo>
                  <a:lnTo>
                    <a:pt x="3026450" y="1291369"/>
                  </a:lnTo>
                  <a:lnTo>
                    <a:pt x="3026567" y="1291369"/>
                  </a:lnTo>
                  <a:lnTo>
                    <a:pt x="3026685" y="1291369"/>
                  </a:lnTo>
                  <a:lnTo>
                    <a:pt x="3026803" y="1291369"/>
                  </a:lnTo>
                  <a:lnTo>
                    <a:pt x="3026920" y="1291369"/>
                  </a:lnTo>
                  <a:lnTo>
                    <a:pt x="3027038" y="1291369"/>
                  </a:lnTo>
                  <a:lnTo>
                    <a:pt x="3027155" y="1291369"/>
                  </a:lnTo>
                  <a:lnTo>
                    <a:pt x="3027273" y="1291369"/>
                  </a:lnTo>
                  <a:lnTo>
                    <a:pt x="3027391" y="1291369"/>
                  </a:lnTo>
                  <a:lnTo>
                    <a:pt x="3027508" y="1291369"/>
                  </a:lnTo>
                  <a:lnTo>
                    <a:pt x="3027626" y="1291369"/>
                  </a:lnTo>
                  <a:lnTo>
                    <a:pt x="3027744" y="1291369"/>
                  </a:lnTo>
                  <a:lnTo>
                    <a:pt x="3027861" y="1291369"/>
                  </a:lnTo>
                  <a:lnTo>
                    <a:pt x="3027861" y="1290938"/>
                  </a:lnTo>
                  <a:lnTo>
                    <a:pt x="3027861" y="1290508"/>
                  </a:lnTo>
                  <a:lnTo>
                    <a:pt x="3027979" y="1290508"/>
                  </a:lnTo>
                  <a:lnTo>
                    <a:pt x="3028096" y="1290508"/>
                  </a:lnTo>
                  <a:lnTo>
                    <a:pt x="3028214" y="1290508"/>
                  </a:lnTo>
                  <a:lnTo>
                    <a:pt x="3028214" y="1290077"/>
                  </a:lnTo>
                  <a:lnTo>
                    <a:pt x="3028332" y="1290077"/>
                  </a:lnTo>
                  <a:lnTo>
                    <a:pt x="3028449" y="1290077"/>
                  </a:lnTo>
                  <a:lnTo>
                    <a:pt x="3028567" y="1290077"/>
                  </a:lnTo>
                  <a:lnTo>
                    <a:pt x="3028567" y="1289647"/>
                  </a:lnTo>
                  <a:lnTo>
                    <a:pt x="3028684" y="1289647"/>
                  </a:lnTo>
                  <a:lnTo>
                    <a:pt x="3028802" y="1289647"/>
                  </a:lnTo>
                  <a:lnTo>
                    <a:pt x="3028920" y="1289647"/>
                  </a:lnTo>
                  <a:lnTo>
                    <a:pt x="3028920" y="1289216"/>
                  </a:lnTo>
                  <a:lnTo>
                    <a:pt x="3029037" y="1289216"/>
                  </a:lnTo>
                  <a:lnTo>
                    <a:pt x="3029155" y="1289216"/>
                  </a:lnTo>
                  <a:lnTo>
                    <a:pt x="3029273" y="1289216"/>
                  </a:lnTo>
                  <a:lnTo>
                    <a:pt x="3029390" y="1289216"/>
                  </a:lnTo>
                  <a:lnTo>
                    <a:pt x="3029508" y="1289216"/>
                  </a:lnTo>
                  <a:lnTo>
                    <a:pt x="3029625" y="1289216"/>
                  </a:lnTo>
                  <a:lnTo>
                    <a:pt x="3029743" y="1289216"/>
                  </a:lnTo>
                  <a:lnTo>
                    <a:pt x="3029861" y="1289216"/>
                  </a:lnTo>
                  <a:lnTo>
                    <a:pt x="3029978" y="1289216"/>
                  </a:lnTo>
                  <a:lnTo>
                    <a:pt x="3030096" y="1289216"/>
                  </a:lnTo>
                  <a:lnTo>
                    <a:pt x="3030096" y="1288785"/>
                  </a:lnTo>
                  <a:lnTo>
                    <a:pt x="3030213" y="1288785"/>
                  </a:lnTo>
                  <a:lnTo>
                    <a:pt x="3030331" y="1288785"/>
                  </a:lnTo>
                  <a:lnTo>
                    <a:pt x="3030449" y="1288785"/>
                  </a:lnTo>
                  <a:lnTo>
                    <a:pt x="3030566" y="1288785"/>
                  </a:lnTo>
                  <a:lnTo>
                    <a:pt x="3030684" y="1288785"/>
                  </a:lnTo>
                  <a:lnTo>
                    <a:pt x="3030801" y="1288785"/>
                  </a:lnTo>
                  <a:lnTo>
                    <a:pt x="3030801" y="1288355"/>
                  </a:lnTo>
                  <a:lnTo>
                    <a:pt x="3030919" y="1288355"/>
                  </a:lnTo>
                  <a:lnTo>
                    <a:pt x="3031037" y="1288355"/>
                  </a:lnTo>
                  <a:lnTo>
                    <a:pt x="3031154" y="1288355"/>
                  </a:lnTo>
                  <a:lnTo>
                    <a:pt x="3031272" y="1288355"/>
                  </a:lnTo>
                  <a:lnTo>
                    <a:pt x="3031390" y="1288355"/>
                  </a:lnTo>
                  <a:lnTo>
                    <a:pt x="3031390" y="1287924"/>
                  </a:lnTo>
                  <a:lnTo>
                    <a:pt x="3031507" y="1287924"/>
                  </a:lnTo>
                  <a:lnTo>
                    <a:pt x="3031625" y="1287924"/>
                  </a:lnTo>
                  <a:lnTo>
                    <a:pt x="3031742" y="1287924"/>
                  </a:lnTo>
                  <a:lnTo>
                    <a:pt x="3031860" y="1287924"/>
                  </a:lnTo>
                  <a:lnTo>
                    <a:pt x="3031978" y="1287924"/>
                  </a:lnTo>
                  <a:lnTo>
                    <a:pt x="3032095" y="1287924"/>
                  </a:lnTo>
                  <a:lnTo>
                    <a:pt x="3032213" y="1287924"/>
                  </a:lnTo>
                  <a:lnTo>
                    <a:pt x="3032330" y="1287924"/>
                  </a:lnTo>
                  <a:lnTo>
                    <a:pt x="3032448" y="1287924"/>
                  </a:lnTo>
                  <a:lnTo>
                    <a:pt x="3032448" y="1287494"/>
                  </a:lnTo>
                  <a:lnTo>
                    <a:pt x="3032566" y="1287494"/>
                  </a:lnTo>
                  <a:lnTo>
                    <a:pt x="3032683" y="1287494"/>
                  </a:lnTo>
                  <a:lnTo>
                    <a:pt x="3032801" y="1287494"/>
                  </a:lnTo>
                  <a:lnTo>
                    <a:pt x="3032919" y="1287494"/>
                  </a:lnTo>
                  <a:lnTo>
                    <a:pt x="3032919" y="1287063"/>
                  </a:lnTo>
                  <a:lnTo>
                    <a:pt x="3033036" y="1287063"/>
                  </a:lnTo>
                  <a:lnTo>
                    <a:pt x="3033036" y="1286632"/>
                  </a:lnTo>
                  <a:lnTo>
                    <a:pt x="3033154" y="1286632"/>
                  </a:lnTo>
                  <a:lnTo>
                    <a:pt x="3033271" y="1286632"/>
                  </a:lnTo>
                  <a:lnTo>
                    <a:pt x="3033389" y="1286632"/>
                  </a:lnTo>
                  <a:lnTo>
                    <a:pt x="3033507" y="1286632"/>
                  </a:lnTo>
                  <a:lnTo>
                    <a:pt x="3033507" y="1286202"/>
                  </a:lnTo>
                  <a:lnTo>
                    <a:pt x="3033624" y="1286202"/>
                  </a:lnTo>
                  <a:lnTo>
                    <a:pt x="3033742" y="1286202"/>
                  </a:lnTo>
                  <a:lnTo>
                    <a:pt x="3033859" y="1286202"/>
                  </a:lnTo>
                  <a:lnTo>
                    <a:pt x="3033977" y="1286202"/>
                  </a:lnTo>
                  <a:lnTo>
                    <a:pt x="3034095" y="1286202"/>
                  </a:lnTo>
                  <a:lnTo>
                    <a:pt x="3034212" y="1286202"/>
                  </a:lnTo>
                  <a:lnTo>
                    <a:pt x="3034330" y="1286202"/>
                  </a:lnTo>
                  <a:lnTo>
                    <a:pt x="3034448" y="1286202"/>
                  </a:lnTo>
                  <a:lnTo>
                    <a:pt x="3034565" y="1286202"/>
                  </a:lnTo>
                  <a:lnTo>
                    <a:pt x="3034683" y="1286202"/>
                  </a:lnTo>
                  <a:lnTo>
                    <a:pt x="3034800" y="1286202"/>
                  </a:lnTo>
                  <a:lnTo>
                    <a:pt x="3034918" y="1286202"/>
                  </a:lnTo>
                  <a:lnTo>
                    <a:pt x="3035036" y="1286202"/>
                  </a:lnTo>
                  <a:lnTo>
                    <a:pt x="3035036" y="1285771"/>
                  </a:lnTo>
                  <a:lnTo>
                    <a:pt x="3035036" y="1285341"/>
                  </a:lnTo>
                  <a:lnTo>
                    <a:pt x="3035153" y="1285341"/>
                  </a:lnTo>
                  <a:lnTo>
                    <a:pt x="3035271" y="1285341"/>
                  </a:lnTo>
                  <a:lnTo>
                    <a:pt x="3035388" y="1285341"/>
                  </a:lnTo>
                  <a:lnTo>
                    <a:pt x="3035506" y="1285341"/>
                  </a:lnTo>
                  <a:lnTo>
                    <a:pt x="3035624" y="1285341"/>
                  </a:lnTo>
                  <a:lnTo>
                    <a:pt x="3035741" y="1285341"/>
                  </a:lnTo>
                  <a:lnTo>
                    <a:pt x="3035859" y="1285341"/>
                  </a:lnTo>
                  <a:lnTo>
                    <a:pt x="3035977" y="1285341"/>
                  </a:lnTo>
                  <a:lnTo>
                    <a:pt x="3036094" y="1285341"/>
                  </a:lnTo>
                  <a:lnTo>
                    <a:pt x="3036094" y="1284910"/>
                  </a:lnTo>
                  <a:lnTo>
                    <a:pt x="3036212" y="1284910"/>
                  </a:lnTo>
                  <a:lnTo>
                    <a:pt x="3036329" y="1284910"/>
                  </a:lnTo>
                  <a:lnTo>
                    <a:pt x="3036447" y="1284910"/>
                  </a:lnTo>
                  <a:lnTo>
                    <a:pt x="3036565" y="1284910"/>
                  </a:lnTo>
                  <a:lnTo>
                    <a:pt x="3036682" y="1284910"/>
                  </a:lnTo>
                  <a:lnTo>
                    <a:pt x="3036800" y="1284910"/>
                  </a:lnTo>
                  <a:lnTo>
                    <a:pt x="3036917" y="1284910"/>
                  </a:lnTo>
                  <a:lnTo>
                    <a:pt x="3037035" y="1284910"/>
                  </a:lnTo>
                  <a:lnTo>
                    <a:pt x="3037153" y="1284910"/>
                  </a:lnTo>
                  <a:lnTo>
                    <a:pt x="3037270" y="1284910"/>
                  </a:lnTo>
                  <a:lnTo>
                    <a:pt x="3037388" y="1284910"/>
                  </a:lnTo>
                  <a:lnTo>
                    <a:pt x="3037506" y="1284910"/>
                  </a:lnTo>
                  <a:lnTo>
                    <a:pt x="3037623" y="1284910"/>
                  </a:lnTo>
                  <a:lnTo>
                    <a:pt x="3037741" y="1284910"/>
                  </a:lnTo>
                  <a:lnTo>
                    <a:pt x="3037858" y="1284910"/>
                  </a:lnTo>
                  <a:lnTo>
                    <a:pt x="3037976" y="1284910"/>
                  </a:lnTo>
                  <a:lnTo>
                    <a:pt x="3038094" y="1284910"/>
                  </a:lnTo>
                  <a:lnTo>
                    <a:pt x="3038211" y="1284910"/>
                  </a:lnTo>
                  <a:lnTo>
                    <a:pt x="3038329" y="1284910"/>
                  </a:lnTo>
                  <a:lnTo>
                    <a:pt x="3038446" y="1284910"/>
                  </a:lnTo>
                  <a:lnTo>
                    <a:pt x="3038564" y="1284910"/>
                  </a:lnTo>
                  <a:lnTo>
                    <a:pt x="3038682" y="1284910"/>
                  </a:lnTo>
                  <a:lnTo>
                    <a:pt x="3038799" y="1284910"/>
                  </a:lnTo>
                  <a:lnTo>
                    <a:pt x="3038917" y="1284910"/>
                  </a:lnTo>
                  <a:lnTo>
                    <a:pt x="3039034" y="1284910"/>
                  </a:lnTo>
                  <a:lnTo>
                    <a:pt x="3039152" y="1284910"/>
                  </a:lnTo>
                  <a:lnTo>
                    <a:pt x="3039152" y="1284479"/>
                  </a:lnTo>
                  <a:lnTo>
                    <a:pt x="3039270" y="1284479"/>
                  </a:lnTo>
                  <a:lnTo>
                    <a:pt x="3039387" y="1284479"/>
                  </a:lnTo>
                  <a:lnTo>
                    <a:pt x="3039505" y="1284479"/>
                  </a:lnTo>
                  <a:lnTo>
                    <a:pt x="3039623" y="1284479"/>
                  </a:lnTo>
                  <a:lnTo>
                    <a:pt x="3039740" y="1284479"/>
                  </a:lnTo>
                  <a:lnTo>
                    <a:pt x="3039858" y="1284479"/>
                  </a:lnTo>
                  <a:lnTo>
                    <a:pt x="3039975" y="1284479"/>
                  </a:lnTo>
                  <a:lnTo>
                    <a:pt x="3040093" y="1284479"/>
                  </a:lnTo>
                  <a:lnTo>
                    <a:pt x="3040211" y="1284479"/>
                  </a:lnTo>
                  <a:lnTo>
                    <a:pt x="3040328" y="1284479"/>
                  </a:lnTo>
                  <a:lnTo>
                    <a:pt x="3040446" y="1284479"/>
                  </a:lnTo>
                  <a:lnTo>
                    <a:pt x="3040563" y="1284479"/>
                  </a:lnTo>
                  <a:lnTo>
                    <a:pt x="3040681" y="1284479"/>
                  </a:lnTo>
                  <a:lnTo>
                    <a:pt x="3040799" y="1284479"/>
                  </a:lnTo>
                  <a:lnTo>
                    <a:pt x="3040916" y="1284479"/>
                  </a:lnTo>
                  <a:lnTo>
                    <a:pt x="3040916" y="1284049"/>
                  </a:lnTo>
                  <a:lnTo>
                    <a:pt x="3041034" y="1284049"/>
                  </a:lnTo>
                  <a:lnTo>
                    <a:pt x="3041152" y="1284049"/>
                  </a:lnTo>
                  <a:lnTo>
                    <a:pt x="3041269" y="1284049"/>
                  </a:lnTo>
                  <a:lnTo>
                    <a:pt x="3041387" y="1284049"/>
                  </a:lnTo>
                  <a:lnTo>
                    <a:pt x="3041504" y="1284049"/>
                  </a:lnTo>
                  <a:lnTo>
                    <a:pt x="3041622" y="1284049"/>
                  </a:lnTo>
                  <a:lnTo>
                    <a:pt x="3041740" y="1284049"/>
                  </a:lnTo>
                  <a:lnTo>
                    <a:pt x="3041857" y="1284049"/>
                  </a:lnTo>
                  <a:lnTo>
                    <a:pt x="3041975" y="1284049"/>
                  </a:lnTo>
                  <a:lnTo>
                    <a:pt x="3041975" y="1283618"/>
                  </a:lnTo>
                  <a:lnTo>
                    <a:pt x="3041975" y="1283188"/>
                  </a:lnTo>
                  <a:lnTo>
                    <a:pt x="3041975" y="1282757"/>
                  </a:lnTo>
                  <a:lnTo>
                    <a:pt x="3041975" y="1282326"/>
                  </a:lnTo>
                  <a:lnTo>
                    <a:pt x="3042092" y="1282326"/>
                  </a:lnTo>
                  <a:lnTo>
                    <a:pt x="3042210" y="1282326"/>
                  </a:lnTo>
                  <a:lnTo>
                    <a:pt x="3042328" y="1282326"/>
                  </a:lnTo>
                  <a:lnTo>
                    <a:pt x="3042328" y="1281896"/>
                  </a:lnTo>
                  <a:lnTo>
                    <a:pt x="3042445" y="1281896"/>
                  </a:lnTo>
                  <a:lnTo>
                    <a:pt x="3042563" y="1281896"/>
                  </a:lnTo>
                  <a:lnTo>
                    <a:pt x="3042681" y="1281896"/>
                  </a:lnTo>
                  <a:lnTo>
                    <a:pt x="3042798" y="1281896"/>
                  </a:lnTo>
                  <a:lnTo>
                    <a:pt x="3042916" y="1281896"/>
                  </a:lnTo>
                  <a:lnTo>
                    <a:pt x="3043033" y="1281896"/>
                  </a:lnTo>
                  <a:lnTo>
                    <a:pt x="3043151" y="1281896"/>
                  </a:lnTo>
                  <a:lnTo>
                    <a:pt x="3043151" y="1281465"/>
                  </a:lnTo>
                  <a:lnTo>
                    <a:pt x="3043269" y="1281465"/>
                  </a:lnTo>
                  <a:lnTo>
                    <a:pt x="3043386" y="1281465"/>
                  </a:lnTo>
                  <a:lnTo>
                    <a:pt x="3043504" y="1281465"/>
                  </a:lnTo>
                  <a:lnTo>
                    <a:pt x="3043621" y="1281465"/>
                  </a:lnTo>
                  <a:lnTo>
                    <a:pt x="3043739" y="1281465"/>
                  </a:lnTo>
                  <a:lnTo>
                    <a:pt x="3043857" y="1281465"/>
                  </a:lnTo>
                  <a:lnTo>
                    <a:pt x="3043974" y="1281465"/>
                  </a:lnTo>
                  <a:lnTo>
                    <a:pt x="3044092" y="1281465"/>
                  </a:lnTo>
                  <a:lnTo>
                    <a:pt x="3044210" y="1281465"/>
                  </a:lnTo>
                  <a:lnTo>
                    <a:pt x="3044327" y="1281465"/>
                  </a:lnTo>
                  <a:lnTo>
                    <a:pt x="3044445" y="1281465"/>
                  </a:lnTo>
                  <a:lnTo>
                    <a:pt x="3044562" y="1281465"/>
                  </a:lnTo>
                  <a:lnTo>
                    <a:pt x="3044680" y="1281465"/>
                  </a:lnTo>
                  <a:lnTo>
                    <a:pt x="3044798" y="1281465"/>
                  </a:lnTo>
                  <a:lnTo>
                    <a:pt x="3044915" y="1281465"/>
                  </a:lnTo>
                  <a:lnTo>
                    <a:pt x="3045033" y="1281465"/>
                  </a:lnTo>
                  <a:lnTo>
                    <a:pt x="3045150" y="1281465"/>
                  </a:lnTo>
                  <a:lnTo>
                    <a:pt x="3045150" y="1281035"/>
                  </a:lnTo>
                  <a:lnTo>
                    <a:pt x="3045150" y="1280604"/>
                  </a:lnTo>
                  <a:lnTo>
                    <a:pt x="3045268" y="1280604"/>
                  </a:lnTo>
                  <a:lnTo>
                    <a:pt x="3045268" y="1280173"/>
                  </a:lnTo>
                  <a:lnTo>
                    <a:pt x="3045386" y="1280173"/>
                  </a:lnTo>
                  <a:lnTo>
                    <a:pt x="3045503" y="1280173"/>
                  </a:lnTo>
                  <a:lnTo>
                    <a:pt x="3045621" y="1280173"/>
                  </a:lnTo>
                  <a:lnTo>
                    <a:pt x="3045739" y="1280173"/>
                  </a:lnTo>
                  <a:lnTo>
                    <a:pt x="3045856" y="1280173"/>
                  </a:lnTo>
                  <a:lnTo>
                    <a:pt x="3045856" y="1279743"/>
                  </a:lnTo>
                  <a:lnTo>
                    <a:pt x="3045974" y="1279743"/>
                  </a:lnTo>
                  <a:lnTo>
                    <a:pt x="3046091" y="1279743"/>
                  </a:lnTo>
                  <a:lnTo>
                    <a:pt x="3046209" y="1279743"/>
                  </a:lnTo>
                  <a:lnTo>
                    <a:pt x="3046327" y="1279743"/>
                  </a:lnTo>
                  <a:lnTo>
                    <a:pt x="3046444" y="1279743"/>
                  </a:lnTo>
                  <a:lnTo>
                    <a:pt x="3046444" y="1279312"/>
                  </a:lnTo>
                  <a:lnTo>
                    <a:pt x="3046562" y="1279312"/>
                  </a:lnTo>
                  <a:lnTo>
                    <a:pt x="3046679" y="1279312"/>
                  </a:lnTo>
                  <a:lnTo>
                    <a:pt x="3046797" y="1279312"/>
                  </a:lnTo>
                  <a:lnTo>
                    <a:pt x="3046915" y="1279312"/>
                  </a:lnTo>
                  <a:lnTo>
                    <a:pt x="3047032" y="1279312"/>
                  </a:lnTo>
                  <a:lnTo>
                    <a:pt x="3047150" y="1279312"/>
                  </a:lnTo>
                  <a:lnTo>
                    <a:pt x="3047267" y="1279312"/>
                  </a:lnTo>
                  <a:lnTo>
                    <a:pt x="3047385" y="1279312"/>
                  </a:lnTo>
                  <a:lnTo>
                    <a:pt x="3047503" y="1279312"/>
                  </a:lnTo>
                  <a:lnTo>
                    <a:pt x="3047620" y="1279312"/>
                  </a:lnTo>
                  <a:lnTo>
                    <a:pt x="3047620" y="1278882"/>
                  </a:lnTo>
                  <a:lnTo>
                    <a:pt x="3047738" y="1278882"/>
                  </a:lnTo>
                  <a:lnTo>
                    <a:pt x="3047856" y="1278882"/>
                  </a:lnTo>
                  <a:lnTo>
                    <a:pt x="3047856" y="1278451"/>
                  </a:lnTo>
                  <a:lnTo>
                    <a:pt x="3047856" y="1278020"/>
                  </a:lnTo>
                  <a:lnTo>
                    <a:pt x="3047973" y="1278020"/>
                  </a:lnTo>
                  <a:lnTo>
                    <a:pt x="3048091" y="1278020"/>
                  </a:lnTo>
                  <a:lnTo>
                    <a:pt x="3048208" y="1278020"/>
                  </a:lnTo>
                  <a:lnTo>
                    <a:pt x="3048326" y="1278020"/>
                  </a:lnTo>
                  <a:lnTo>
                    <a:pt x="3048444" y="1278020"/>
                  </a:lnTo>
                  <a:lnTo>
                    <a:pt x="3048444" y="1277590"/>
                  </a:lnTo>
                  <a:lnTo>
                    <a:pt x="3048561" y="1277590"/>
                  </a:lnTo>
                  <a:lnTo>
                    <a:pt x="3048679" y="1277590"/>
                  </a:lnTo>
                  <a:lnTo>
                    <a:pt x="3048679" y="1277159"/>
                  </a:lnTo>
                  <a:lnTo>
                    <a:pt x="3048796" y="1277159"/>
                  </a:lnTo>
                  <a:lnTo>
                    <a:pt x="3048914" y="1277159"/>
                  </a:lnTo>
                  <a:lnTo>
                    <a:pt x="3049032" y="1277159"/>
                  </a:lnTo>
                  <a:lnTo>
                    <a:pt x="3049149" y="1277159"/>
                  </a:lnTo>
                  <a:lnTo>
                    <a:pt x="3049267" y="1277159"/>
                  </a:lnTo>
                  <a:lnTo>
                    <a:pt x="3049385" y="1277159"/>
                  </a:lnTo>
                  <a:lnTo>
                    <a:pt x="3049385" y="1276729"/>
                  </a:lnTo>
                  <a:lnTo>
                    <a:pt x="3049502" y="1276729"/>
                  </a:lnTo>
                  <a:lnTo>
                    <a:pt x="3049502" y="1276298"/>
                  </a:lnTo>
                  <a:lnTo>
                    <a:pt x="3049620" y="1276298"/>
                  </a:lnTo>
                  <a:lnTo>
                    <a:pt x="3049620" y="1275867"/>
                  </a:lnTo>
                  <a:lnTo>
                    <a:pt x="3049620" y="1275437"/>
                  </a:lnTo>
                  <a:lnTo>
                    <a:pt x="3049737" y="1275437"/>
                  </a:lnTo>
                  <a:lnTo>
                    <a:pt x="3049855" y="1275437"/>
                  </a:lnTo>
                  <a:lnTo>
                    <a:pt x="3049973" y="1275437"/>
                  </a:lnTo>
                  <a:lnTo>
                    <a:pt x="3050090" y="1275437"/>
                  </a:lnTo>
                  <a:lnTo>
                    <a:pt x="3050208" y="1275437"/>
                  </a:lnTo>
                  <a:lnTo>
                    <a:pt x="3050325" y="1275437"/>
                  </a:lnTo>
                  <a:lnTo>
                    <a:pt x="3050443" y="1275437"/>
                  </a:lnTo>
                  <a:lnTo>
                    <a:pt x="3050561" y="1275437"/>
                  </a:lnTo>
                  <a:lnTo>
                    <a:pt x="3050678" y="1275437"/>
                  </a:lnTo>
                  <a:lnTo>
                    <a:pt x="3050796" y="1275437"/>
                  </a:lnTo>
                  <a:lnTo>
                    <a:pt x="3050914" y="1275437"/>
                  </a:lnTo>
                  <a:lnTo>
                    <a:pt x="3051031" y="1275437"/>
                  </a:lnTo>
                  <a:lnTo>
                    <a:pt x="3051149" y="1275437"/>
                  </a:lnTo>
                  <a:lnTo>
                    <a:pt x="3051266" y="1275437"/>
                  </a:lnTo>
                  <a:lnTo>
                    <a:pt x="3051384" y="1275437"/>
                  </a:lnTo>
                  <a:lnTo>
                    <a:pt x="3051502" y="1275437"/>
                  </a:lnTo>
                  <a:lnTo>
                    <a:pt x="3051619" y="1275437"/>
                  </a:lnTo>
                  <a:lnTo>
                    <a:pt x="3051737" y="1275437"/>
                  </a:lnTo>
                  <a:lnTo>
                    <a:pt x="3051854" y="1275437"/>
                  </a:lnTo>
                  <a:lnTo>
                    <a:pt x="3051972" y="1275437"/>
                  </a:lnTo>
                  <a:lnTo>
                    <a:pt x="3052090" y="1275437"/>
                  </a:lnTo>
                  <a:lnTo>
                    <a:pt x="3052207" y="1275437"/>
                  </a:lnTo>
                  <a:lnTo>
                    <a:pt x="3052325" y="1275437"/>
                  </a:lnTo>
                  <a:lnTo>
                    <a:pt x="3052443" y="1275437"/>
                  </a:lnTo>
                  <a:lnTo>
                    <a:pt x="3052560" y="1275437"/>
                  </a:lnTo>
                  <a:lnTo>
                    <a:pt x="3052678" y="1275437"/>
                  </a:lnTo>
                  <a:lnTo>
                    <a:pt x="3052795" y="1275437"/>
                  </a:lnTo>
                  <a:lnTo>
                    <a:pt x="3052913" y="1275437"/>
                  </a:lnTo>
                  <a:lnTo>
                    <a:pt x="3053031" y="1275437"/>
                  </a:lnTo>
                  <a:lnTo>
                    <a:pt x="3053148" y="1275437"/>
                  </a:lnTo>
                  <a:lnTo>
                    <a:pt x="3053266" y="1275437"/>
                  </a:lnTo>
                  <a:lnTo>
                    <a:pt x="3053266" y="1275006"/>
                  </a:lnTo>
                  <a:lnTo>
                    <a:pt x="3053383" y="1275006"/>
                  </a:lnTo>
                  <a:lnTo>
                    <a:pt x="3053501" y="1275006"/>
                  </a:lnTo>
                  <a:lnTo>
                    <a:pt x="3053619" y="1275006"/>
                  </a:lnTo>
                  <a:lnTo>
                    <a:pt x="3053736" y="1275006"/>
                  </a:lnTo>
                  <a:lnTo>
                    <a:pt x="3053736" y="1274576"/>
                  </a:lnTo>
                  <a:lnTo>
                    <a:pt x="3053854" y="1274576"/>
                  </a:lnTo>
                  <a:lnTo>
                    <a:pt x="3053972" y="1274576"/>
                  </a:lnTo>
                  <a:lnTo>
                    <a:pt x="3053972" y="1274145"/>
                  </a:lnTo>
                  <a:lnTo>
                    <a:pt x="3053972" y="1273714"/>
                  </a:lnTo>
                  <a:lnTo>
                    <a:pt x="3054089" y="1273714"/>
                  </a:lnTo>
                  <a:lnTo>
                    <a:pt x="3054089" y="1273284"/>
                  </a:lnTo>
                  <a:lnTo>
                    <a:pt x="3054207" y="1273284"/>
                  </a:lnTo>
                  <a:lnTo>
                    <a:pt x="3054324" y="1273284"/>
                  </a:lnTo>
                  <a:lnTo>
                    <a:pt x="3054442" y="1273284"/>
                  </a:lnTo>
                  <a:lnTo>
                    <a:pt x="3054560" y="1273284"/>
                  </a:lnTo>
                  <a:lnTo>
                    <a:pt x="3054560" y="1272853"/>
                  </a:lnTo>
                  <a:lnTo>
                    <a:pt x="3054677" y="1272853"/>
                  </a:lnTo>
                  <a:lnTo>
                    <a:pt x="3054795" y="1272853"/>
                  </a:lnTo>
                  <a:lnTo>
                    <a:pt x="3054912" y="1272853"/>
                  </a:lnTo>
                  <a:lnTo>
                    <a:pt x="3054912" y="1272423"/>
                  </a:lnTo>
                  <a:lnTo>
                    <a:pt x="3055030" y="1272423"/>
                  </a:lnTo>
                  <a:lnTo>
                    <a:pt x="3055030" y="1271992"/>
                  </a:lnTo>
                  <a:lnTo>
                    <a:pt x="3055148" y="1271992"/>
                  </a:lnTo>
                  <a:lnTo>
                    <a:pt x="3055265" y="1271992"/>
                  </a:lnTo>
                  <a:lnTo>
                    <a:pt x="3055265" y="1271561"/>
                  </a:lnTo>
                  <a:lnTo>
                    <a:pt x="3055265" y="1271131"/>
                  </a:lnTo>
                  <a:lnTo>
                    <a:pt x="3055265" y="1270700"/>
                  </a:lnTo>
                  <a:lnTo>
                    <a:pt x="3055265" y="1270270"/>
                  </a:lnTo>
                  <a:lnTo>
                    <a:pt x="3055383" y="1270270"/>
                  </a:lnTo>
                  <a:lnTo>
                    <a:pt x="3055500" y="1270270"/>
                  </a:lnTo>
                  <a:lnTo>
                    <a:pt x="3055618" y="1270270"/>
                  </a:lnTo>
                  <a:lnTo>
                    <a:pt x="3055618" y="1269839"/>
                  </a:lnTo>
                  <a:lnTo>
                    <a:pt x="3055736" y="1269839"/>
                  </a:lnTo>
                  <a:lnTo>
                    <a:pt x="3055853" y="1269839"/>
                  </a:lnTo>
                  <a:lnTo>
                    <a:pt x="3055971" y="1269839"/>
                  </a:lnTo>
                  <a:lnTo>
                    <a:pt x="3056089" y="1269839"/>
                  </a:lnTo>
                  <a:lnTo>
                    <a:pt x="3056206" y="1269839"/>
                  </a:lnTo>
                  <a:lnTo>
                    <a:pt x="3056206" y="1269408"/>
                  </a:lnTo>
                  <a:lnTo>
                    <a:pt x="3056324" y="1269408"/>
                  </a:lnTo>
                  <a:lnTo>
                    <a:pt x="3056441" y="1269408"/>
                  </a:lnTo>
                  <a:lnTo>
                    <a:pt x="3056441" y="1268978"/>
                  </a:lnTo>
                  <a:lnTo>
                    <a:pt x="3056559" y="1268978"/>
                  </a:lnTo>
                  <a:lnTo>
                    <a:pt x="3056677" y="1268978"/>
                  </a:lnTo>
                  <a:lnTo>
                    <a:pt x="3056677" y="1268547"/>
                  </a:lnTo>
                  <a:lnTo>
                    <a:pt x="3056794" y="1268547"/>
                  </a:lnTo>
                  <a:lnTo>
                    <a:pt x="3056794" y="1268117"/>
                  </a:lnTo>
                  <a:lnTo>
                    <a:pt x="3056912" y="1268117"/>
                  </a:lnTo>
                  <a:lnTo>
                    <a:pt x="3056912" y="1267686"/>
                  </a:lnTo>
                  <a:lnTo>
                    <a:pt x="3057029" y="1267686"/>
                  </a:lnTo>
                  <a:lnTo>
                    <a:pt x="3057147" y="1267686"/>
                  </a:lnTo>
                  <a:lnTo>
                    <a:pt x="3057265" y="1267686"/>
                  </a:lnTo>
                  <a:lnTo>
                    <a:pt x="3057382" y="1267686"/>
                  </a:lnTo>
                  <a:lnTo>
                    <a:pt x="3057500" y="1267686"/>
                  </a:lnTo>
                  <a:lnTo>
                    <a:pt x="3057618" y="1267686"/>
                  </a:lnTo>
                  <a:lnTo>
                    <a:pt x="3057735" y="1267686"/>
                  </a:lnTo>
                  <a:lnTo>
                    <a:pt x="3057853" y="1267686"/>
                  </a:lnTo>
                  <a:lnTo>
                    <a:pt x="3057970" y="1267686"/>
                  </a:lnTo>
                  <a:lnTo>
                    <a:pt x="3058088" y="1267686"/>
                  </a:lnTo>
                  <a:lnTo>
                    <a:pt x="3058206" y="1267686"/>
                  </a:lnTo>
                  <a:lnTo>
                    <a:pt x="3058206" y="1267255"/>
                  </a:lnTo>
                  <a:lnTo>
                    <a:pt x="3058323" y="1267255"/>
                  </a:lnTo>
                  <a:lnTo>
                    <a:pt x="3058441" y="1267255"/>
                  </a:lnTo>
                  <a:lnTo>
                    <a:pt x="3058558" y="1267255"/>
                  </a:lnTo>
                  <a:lnTo>
                    <a:pt x="3058676" y="1267255"/>
                  </a:lnTo>
                  <a:lnTo>
                    <a:pt x="3058794" y="1267255"/>
                  </a:lnTo>
                  <a:lnTo>
                    <a:pt x="3058911" y="1267255"/>
                  </a:lnTo>
                  <a:lnTo>
                    <a:pt x="3059029" y="1267255"/>
                  </a:lnTo>
                  <a:lnTo>
                    <a:pt x="3059147" y="1267255"/>
                  </a:lnTo>
                  <a:lnTo>
                    <a:pt x="3059264" y="1267255"/>
                  </a:lnTo>
                  <a:lnTo>
                    <a:pt x="3059382" y="1267255"/>
                  </a:lnTo>
                  <a:lnTo>
                    <a:pt x="3059499" y="1267255"/>
                  </a:lnTo>
                  <a:lnTo>
                    <a:pt x="3059617" y="1267255"/>
                  </a:lnTo>
                  <a:lnTo>
                    <a:pt x="3059735" y="1267255"/>
                  </a:lnTo>
                  <a:lnTo>
                    <a:pt x="3059735" y="1266825"/>
                  </a:lnTo>
                  <a:lnTo>
                    <a:pt x="3059852" y="1266825"/>
                  </a:lnTo>
                  <a:lnTo>
                    <a:pt x="3059852" y="1266394"/>
                  </a:lnTo>
                  <a:lnTo>
                    <a:pt x="3059970" y="1266394"/>
                  </a:lnTo>
                  <a:lnTo>
                    <a:pt x="3060087" y="1266394"/>
                  </a:lnTo>
                  <a:lnTo>
                    <a:pt x="3060087" y="1265964"/>
                  </a:lnTo>
                  <a:lnTo>
                    <a:pt x="3060205" y="1265964"/>
                  </a:lnTo>
                  <a:lnTo>
                    <a:pt x="3060323" y="1265964"/>
                  </a:lnTo>
                  <a:lnTo>
                    <a:pt x="3060440" y="1265964"/>
                  </a:lnTo>
                  <a:lnTo>
                    <a:pt x="3060558" y="1265964"/>
                  </a:lnTo>
                  <a:lnTo>
                    <a:pt x="3060676" y="1265964"/>
                  </a:lnTo>
                  <a:lnTo>
                    <a:pt x="3060793" y="1265964"/>
                  </a:lnTo>
                  <a:lnTo>
                    <a:pt x="3060911" y="1265964"/>
                  </a:lnTo>
                  <a:lnTo>
                    <a:pt x="3061028" y="1265964"/>
                  </a:lnTo>
                  <a:lnTo>
                    <a:pt x="3061028" y="1265533"/>
                  </a:lnTo>
                  <a:lnTo>
                    <a:pt x="3061146" y="1265533"/>
                  </a:lnTo>
                  <a:lnTo>
                    <a:pt x="3061264" y="1265533"/>
                  </a:lnTo>
                  <a:lnTo>
                    <a:pt x="3061381" y="1265533"/>
                  </a:lnTo>
                  <a:lnTo>
                    <a:pt x="3061499" y="1265533"/>
                  </a:lnTo>
                  <a:lnTo>
                    <a:pt x="3061499" y="1265102"/>
                  </a:lnTo>
                  <a:lnTo>
                    <a:pt x="3061616" y="1265102"/>
                  </a:lnTo>
                  <a:lnTo>
                    <a:pt x="3061734" y="1265102"/>
                  </a:lnTo>
                  <a:lnTo>
                    <a:pt x="3061852" y="1265102"/>
                  </a:lnTo>
                  <a:lnTo>
                    <a:pt x="3061969" y="1265102"/>
                  </a:lnTo>
                  <a:lnTo>
                    <a:pt x="3062087" y="1265102"/>
                  </a:lnTo>
                  <a:lnTo>
                    <a:pt x="3062205" y="1265102"/>
                  </a:lnTo>
                  <a:lnTo>
                    <a:pt x="3062205" y="1264672"/>
                  </a:lnTo>
                  <a:lnTo>
                    <a:pt x="3062322" y="1264672"/>
                  </a:lnTo>
                  <a:lnTo>
                    <a:pt x="3062440" y="1264672"/>
                  </a:lnTo>
                  <a:lnTo>
                    <a:pt x="3062557" y="1264672"/>
                  </a:lnTo>
                  <a:lnTo>
                    <a:pt x="3062675" y="1264672"/>
                  </a:lnTo>
                  <a:lnTo>
                    <a:pt x="3062675" y="1264241"/>
                  </a:lnTo>
                  <a:lnTo>
                    <a:pt x="3062793" y="1264241"/>
                  </a:lnTo>
                  <a:lnTo>
                    <a:pt x="3062793" y="1263811"/>
                  </a:lnTo>
                  <a:lnTo>
                    <a:pt x="3062910" y="1263811"/>
                  </a:lnTo>
                  <a:lnTo>
                    <a:pt x="3063028" y="1263811"/>
                  </a:lnTo>
                  <a:lnTo>
                    <a:pt x="3063028" y="1263380"/>
                  </a:lnTo>
                  <a:lnTo>
                    <a:pt x="3063145" y="1263380"/>
                  </a:lnTo>
                  <a:lnTo>
                    <a:pt x="3063263" y="1263380"/>
                  </a:lnTo>
                  <a:lnTo>
                    <a:pt x="3063381" y="1263380"/>
                  </a:lnTo>
                  <a:lnTo>
                    <a:pt x="3063498" y="1263380"/>
                  </a:lnTo>
                  <a:lnTo>
                    <a:pt x="3063616" y="1263380"/>
                  </a:lnTo>
                  <a:lnTo>
                    <a:pt x="3063733" y="1263380"/>
                  </a:lnTo>
                  <a:lnTo>
                    <a:pt x="3063851" y="1263380"/>
                  </a:lnTo>
                  <a:lnTo>
                    <a:pt x="3063969" y="1263380"/>
                  </a:lnTo>
                  <a:lnTo>
                    <a:pt x="3064086" y="1263380"/>
                  </a:lnTo>
                  <a:lnTo>
                    <a:pt x="3064204" y="1263380"/>
                  </a:lnTo>
                  <a:lnTo>
                    <a:pt x="3064322" y="1263380"/>
                  </a:lnTo>
                  <a:lnTo>
                    <a:pt x="3064322" y="1262949"/>
                  </a:lnTo>
                  <a:lnTo>
                    <a:pt x="3064439" y="1262949"/>
                  </a:lnTo>
                  <a:lnTo>
                    <a:pt x="3064557" y="1262949"/>
                  </a:lnTo>
                  <a:lnTo>
                    <a:pt x="3064674" y="1262949"/>
                  </a:lnTo>
                  <a:lnTo>
                    <a:pt x="3064674" y="1262519"/>
                  </a:lnTo>
                  <a:lnTo>
                    <a:pt x="3064792" y="1262519"/>
                  </a:lnTo>
                  <a:lnTo>
                    <a:pt x="3064910" y="1262519"/>
                  </a:lnTo>
                  <a:lnTo>
                    <a:pt x="3065027" y="1262519"/>
                  </a:lnTo>
                  <a:lnTo>
                    <a:pt x="3065145" y="1262519"/>
                  </a:lnTo>
                  <a:lnTo>
                    <a:pt x="3065262" y="1262519"/>
                  </a:lnTo>
                  <a:lnTo>
                    <a:pt x="3065380" y="1262519"/>
                  </a:lnTo>
                  <a:lnTo>
                    <a:pt x="3065498" y="1262519"/>
                  </a:lnTo>
                  <a:lnTo>
                    <a:pt x="3065615" y="1262519"/>
                  </a:lnTo>
                  <a:lnTo>
                    <a:pt x="3065615" y="1262088"/>
                  </a:lnTo>
                  <a:lnTo>
                    <a:pt x="3065733" y="1262088"/>
                  </a:lnTo>
                  <a:lnTo>
                    <a:pt x="3065851" y="1262088"/>
                  </a:lnTo>
                  <a:lnTo>
                    <a:pt x="3065968" y="1262088"/>
                  </a:lnTo>
                  <a:lnTo>
                    <a:pt x="3066086" y="1262088"/>
                  </a:lnTo>
                  <a:lnTo>
                    <a:pt x="3066203" y="1262088"/>
                  </a:lnTo>
                  <a:lnTo>
                    <a:pt x="3066321" y="1262088"/>
                  </a:lnTo>
                  <a:lnTo>
                    <a:pt x="3066439" y="1262088"/>
                  </a:lnTo>
                  <a:lnTo>
                    <a:pt x="3066556" y="1262088"/>
                  </a:lnTo>
                  <a:lnTo>
                    <a:pt x="3066674" y="1262088"/>
                  </a:lnTo>
                  <a:lnTo>
                    <a:pt x="3066791" y="1262088"/>
                  </a:lnTo>
                  <a:lnTo>
                    <a:pt x="3066909" y="1262088"/>
                  </a:lnTo>
                  <a:lnTo>
                    <a:pt x="3066909" y="1261658"/>
                  </a:lnTo>
                  <a:lnTo>
                    <a:pt x="3067027" y="1261658"/>
                  </a:lnTo>
                  <a:lnTo>
                    <a:pt x="3067144" y="1261658"/>
                  </a:lnTo>
                  <a:lnTo>
                    <a:pt x="3067262" y="1261658"/>
                  </a:lnTo>
                  <a:lnTo>
                    <a:pt x="3067380" y="1261658"/>
                  </a:lnTo>
                  <a:lnTo>
                    <a:pt x="3067497" y="1261658"/>
                  </a:lnTo>
                  <a:lnTo>
                    <a:pt x="3067615" y="1261658"/>
                  </a:lnTo>
                  <a:lnTo>
                    <a:pt x="3067732" y="1261658"/>
                  </a:lnTo>
                  <a:lnTo>
                    <a:pt x="3067850" y="1261658"/>
                  </a:lnTo>
                  <a:lnTo>
                    <a:pt x="3067968" y="1261658"/>
                  </a:lnTo>
                  <a:lnTo>
                    <a:pt x="3067968" y="1261227"/>
                  </a:lnTo>
                  <a:lnTo>
                    <a:pt x="3068085" y="1261227"/>
                  </a:lnTo>
                  <a:lnTo>
                    <a:pt x="3068203" y="1261227"/>
                  </a:lnTo>
                  <a:lnTo>
                    <a:pt x="3068320" y="1261227"/>
                  </a:lnTo>
                  <a:lnTo>
                    <a:pt x="3068320" y="1260796"/>
                  </a:lnTo>
                  <a:lnTo>
                    <a:pt x="3068320" y="1260366"/>
                  </a:lnTo>
                  <a:lnTo>
                    <a:pt x="3068438" y="1260366"/>
                  </a:lnTo>
                  <a:lnTo>
                    <a:pt x="3068438" y="1259935"/>
                  </a:lnTo>
                  <a:lnTo>
                    <a:pt x="3068556" y="1259935"/>
                  </a:lnTo>
                  <a:lnTo>
                    <a:pt x="3068673" y="1259935"/>
                  </a:lnTo>
                  <a:lnTo>
                    <a:pt x="3068791" y="1259935"/>
                  </a:lnTo>
                  <a:lnTo>
                    <a:pt x="3068909" y="1259935"/>
                  </a:lnTo>
                  <a:lnTo>
                    <a:pt x="3069026" y="1259935"/>
                  </a:lnTo>
                  <a:lnTo>
                    <a:pt x="3069026" y="1259505"/>
                  </a:lnTo>
                  <a:lnTo>
                    <a:pt x="3069144" y="1259505"/>
                  </a:lnTo>
                  <a:lnTo>
                    <a:pt x="3069261" y="1259505"/>
                  </a:lnTo>
                  <a:lnTo>
                    <a:pt x="3069379" y="1259505"/>
                  </a:lnTo>
                  <a:lnTo>
                    <a:pt x="3069497" y="1259505"/>
                  </a:lnTo>
                  <a:lnTo>
                    <a:pt x="3069614" y="1259505"/>
                  </a:lnTo>
                  <a:lnTo>
                    <a:pt x="3069732" y="1259505"/>
                  </a:lnTo>
                  <a:lnTo>
                    <a:pt x="3069849" y="1259505"/>
                  </a:lnTo>
                  <a:lnTo>
                    <a:pt x="3069967" y="1259505"/>
                  </a:lnTo>
                  <a:lnTo>
                    <a:pt x="3070085" y="1259505"/>
                  </a:lnTo>
                  <a:lnTo>
                    <a:pt x="3070202" y="1259505"/>
                  </a:lnTo>
                  <a:lnTo>
                    <a:pt x="3070320" y="1259505"/>
                  </a:lnTo>
                  <a:lnTo>
                    <a:pt x="3070437" y="1259505"/>
                  </a:lnTo>
                  <a:lnTo>
                    <a:pt x="3070555" y="1259505"/>
                  </a:lnTo>
                  <a:lnTo>
                    <a:pt x="3070673" y="1259505"/>
                  </a:lnTo>
                  <a:lnTo>
                    <a:pt x="3070790" y="1259505"/>
                  </a:lnTo>
                  <a:lnTo>
                    <a:pt x="3070908" y="1259505"/>
                  </a:lnTo>
                  <a:lnTo>
                    <a:pt x="3071026" y="1259505"/>
                  </a:lnTo>
                  <a:lnTo>
                    <a:pt x="3071026" y="1259074"/>
                  </a:lnTo>
                  <a:lnTo>
                    <a:pt x="3071143" y="1259074"/>
                  </a:lnTo>
                  <a:lnTo>
                    <a:pt x="3071261" y="1259074"/>
                  </a:lnTo>
                  <a:lnTo>
                    <a:pt x="3071261" y="1258643"/>
                  </a:lnTo>
                  <a:lnTo>
                    <a:pt x="3071378" y="1258643"/>
                  </a:lnTo>
                  <a:lnTo>
                    <a:pt x="3071378" y="1258213"/>
                  </a:lnTo>
                  <a:lnTo>
                    <a:pt x="3071496" y="1258213"/>
                  </a:lnTo>
                  <a:lnTo>
                    <a:pt x="3071614" y="1258213"/>
                  </a:lnTo>
                  <a:lnTo>
                    <a:pt x="3071731" y="1258213"/>
                  </a:lnTo>
                  <a:lnTo>
                    <a:pt x="3071731" y="1257782"/>
                  </a:lnTo>
                  <a:lnTo>
                    <a:pt x="3071849" y="1257782"/>
                  </a:lnTo>
                  <a:lnTo>
                    <a:pt x="3071966" y="1257782"/>
                  </a:lnTo>
                  <a:lnTo>
                    <a:pt x="3072084" y="1257782"/>
                  </a:lnTo>
                  <a:lnTo>
                    <a:pt x="3072202" y="1257782"/>
                  </a:lnTo>
                  <a:lnTo>
                    <a:pt x="3072319" y="1257782"/>
                  </a:lnTo>
                  <a:lnTo>
                    <a:pt x="3072437" y="1257782"/>
                  </a:lnTo>
                  <a:lnTo>
                    <a:pt x="3072555" y="1257782"/>
                  </a:lnTo>
                  <a:lnTo>
                    <a:pt x="3072555" y="1257352"/>
                  </a:lnTo>
                  <a:lnTo>
                    <a:pt x="3072672" y="1257352"/>
                  </a:lnTo>
                  <a:lnTo>
                    <a:pt x="3072790" y="1257352"/>
                  </a:lnTo>
                  <a:lnTo>
                    <a:pt x="3072907" y="1257352"/>
                  </a:lnTo>
                  <a:lnTo>
                    <a:pt x="3073025" y="1257352"/>
                  </a:lnTo>
                  <a:lnTo>
                    <a:pt x="3073143" y="1257352"/>
                  </a:lnTo>
                  <a:lnTo>
                    <a:pt x="3073260" y="1257352"/>
                  </a:lnTo>
                  <a:lnTo>
                    <a:pt x="3073378" y="1257352"/>
                  </a:lnTo>
                  <a:lnTo>
                    <a:pt x="3073495" y="1257352"/>
                  </a:lnTo>
                  <a:lnTo>
                    <a:pt x="3073613" y="1257352"/>
                  </a:lnTo>
                  <a:lnTo>
                    <a:pt x="3073613" y="1256921"/>
                  </a:lnTo>
                  <a:lnTo>
                    <a:pt x="3073613" y="1256490"/>
                  </a:lnTo>
                  <a:lnTo>
                    <a:pt x="3073731" y="1256490"/>
                  </a:lnTo>
                  <a:lnTo>
                    <a:pt x="3073848" y="1256490"/>
                  </a:lnTo>
                  <a:lnTo>
                    <a:pt x="3073966" y="1256490"/>
                  </a:lnTo>
                  <a:lnTo>
                    <a:pt x="3074084" y="1256490"/>
                  </a:lnTo>
                  <a:lnTo>
                    <a:pt x="3074201" y="1256490"/>
                  </a:lnTo>
                  <a:lnTo>
                    <a:pt x="3074201" y="1256060"/>
                  </a:lnTo>
                  <a:lnTo>
                    <a:pt x="3074319" y="1256060"/>
                  </a:lnTo>
                  <a:lnTo>
                    <a:pt x="3074436" y="1256060"/>
                  </a:lnTo>
                  <a:lnTo>
                    <a:pt x="3074554" y="1256060"/>
                  </a:lnTo>
                  <a:lnTo>
                    <a:pt x="3074672" y="1256060"/>
                  </a:lnTo>
                  <a:lnTo>
                    <a:pt x="3074789" y="1256060"/>
                  </a:lnTo>
                  <a:lnTo>
                    <a:pt x="3074789" y="1255629"/>
                  </a:lnTo>
                  <a:lnTo>
                    <a:pt x="3074907" y="1255629"/>
                  </a:lnTo>
                  <a:lnTo>
                    <a:pt x="3075024" y="1255629"/>
                  </a:lnTo>
                  <a:lnTo>
                    <a:pt x="3075024" y="1255199"/>
                  </a:lnTo>
                  <a:lnTo>
                    <a:pt x="3075142" y="1255199"/>
                  </a:lnTo>
                  <a:lnTo>
                    <a:pt x="3075260" y="1255199"/>
                  </a:lnTo>
                  <a:lnTo>
                    <a:pt x="3075377" y="1255199"/>
                  </a:lnTo>
                  <a:lnTo>
                    <a:pt x="3075495" y="1255199"/>
                  </a:lnTo>
                  <a:lnTo>
                    <a:pt x="3075613" y="1255199"/>
                  </a:lnTo>
                  <a:lnTo>
                    <a:pt x="3075730" y="1255199"/>
                  </a:lnTo>
                  <a:lnTo>
                    <a:pt x="3075848" y="1255199"/>
                  </a:lnTo>
                  <a:lnTo>
                    <a:pt x="3075965" y="1255199"/>
                  </a:lnTo>
                  <a:lnTo>
                    <a:pt x="3076083" y="1255199"/>
                  </a:lnTo>
                  <a:lnTo>
                    <a:pt x="3076201" y="1255199"/>
                  </a:lnTo>
                  <a:lnTo>
                    <a:pt x="3076318" y="1255199"/>
                  </a:lnTo>
                  <a:lnTo>
                    <a:pt x="3076436" y="1255199"/>
                  </a:lnTo>
                  <a:lnTo>
                    <a:pt x="3076436" y="1254768"/>
                  </a:lnTo>
                  <a:lnTo>
                    <a:pt x="3076553" y="1254768"/>
                  </a:lnTo>
                  <a:lnTo>
                    <a:pt x="3076671" y="1254768"/>
                  </a:lnTo>
                  <a:lnTo>
                    <a:pt x="3076789" y="1254768"/>
                  </a:lnTo>
                  <a:lnTo>
                    <a:pt x="3076906" y="1254768"/>
                  </a:lnTo>
                  <a:lnTo>
                    <a:pt x="3077024" y="1254768"/>
                  </a:lnTo>
                  <a:lnTo>
                    <a:pt x="3077142" y="1254768"/>
                  </a:lnTo>
                  <a:lnTo>
                    <a:pt x="3077259" y="1254768"/>
                  </a:lnTo>
                  <a:lnTo>
                    <a:pt x="3077377" y="1254768"/>
                  </a:lnTo>
                  <a:lnTo>
                    <a:pt x="3077494" y="1254768"/>
                  </a:lnTo>
                  <a:lnTo>
                    <a:pt x="3077612" y="1254768"/>
                  </a:lnTo>
                  <a:lnTo>
                    <a:pt x="3077730" y="1254768"/>
                  </a:lnTo>
                  <a:lnTo>
                    <a:pt x="3077847" y="1254768"/>
                  </a:lnTo>
                  <a:lnTo>
                    <a:pt x="3077847" y="1254337"/>
                  </a:lnTo>
                  <a:lnTo>
                    <a:pt x="3077965" y="1254337"/>
                  </a:lnTo>
                  <a:lnTo>
                    <a:pt x="3078082" y="1254337"/>
                  </a:lnTo>
                  <a:lnTo>
                    <a:pt x="3078200" y="1254337"/>
                  </a:lnTo>
                  <a:lnTo>
                    <a:pt x="3078200" y="1253907"/>
                  </a:lnTo>
                  <a:lnTo>
                    <a:pt x="3078318" y="1253907"/>
                  </a:lnTo>
                  <a:lnTo>
                    <a:pt x="3078435" y="1253907"/>
                  </a:lnTo>
                  <a:lnTo>
                    <a:pt x="3078553" y="1253907"/>
                  </a:lnTo>
                  <a:lnTo>
                    <a:pt x="3078553" y="1253476"/>
                  </a:lnTo>
                  <a:lnTo>
                    <a:pt x="3078670" y="1253476"/>
                  </a:lnTo>
                  <a:lnTo>
                    <a:pt x="3078788" y="1253476"/>
                  </a:lnTo>
                  <a:lnTo>
                    <a:pt x="3078906" y="1253476"/>
                  </a:lnTo>
                  <a:lnTo>
                    <a:pt x="3079023" y="1253476"/>
                  </a:lnTo>
                  <a:lnTo>
                    <a:pt x="3079141" y="1253476"/>
                  </a:lnTo>
                  <a:lnTo>
                    <a:pt x="3079259" y="1253476"/>
                  </a:lnTo>
                  <a:lnTo>
                    <a:pt x="3079259" y="1253046"/>
                  </a:lnTo>
                  <a:lnTo>
                    <a:pt x="3079376" y="1253046"/>
                  </a:lnTo>
                  <a:lnTo>
                    <a:pt x="3079494" y="1253046"/>
                  </a:lnTo>
                  <a:lnTo>
                    <a:pt x="3079611" y="1253046"/>
                  </a:lnTo>
                  <a:lnTo>
                    <a:pt x="3079729" y="1253046"/>
                  </a:lnTo>
                  <a:lnTo>
                    <a:pt x="3079847" y="1253046"/>
                  </a:lnTo>
                  <a:lnTo>
                    <a:pt x="3079964" y="1253046"/>
                  </a:lnTo>
                  <a:lnTo>
                    <a:pt x="3080082" y="1253046"/>
                  </a:lnTo>
                  <a:lnTo>
                    <a:pt x="3080199" y="1253046"/>
                  </a:lnTo>
                  <a:lnTo>
                    <a:pt x="3080317" y="1253046"/>
                  </a:lnTo>
                  <a:lnTo>
                    <a:pt x="3080435" y="1253046"/>
                  </a:lnTo>
                  <a:lnTo>
                    <a:pt x="3080552" y="1253046"/>
                  </a:lnTo>
                  <a:lnTo>
                    <a:pt x="3080552" y="1252615"/>
                  </a:lnTo>
                  <a:lnTo>
                    <a:pt x="3080670" y="1252615"/>
                  </a:lnTo>
                  <a:lnTo>
                    <a:pt x="3080788" y="1252615"/>
                  </a:lnTo>
                  <a:lnTo>
                    <a:pt x="3080905" y="1252615"/>
                  </a:lnTo>
                  <a:lnTo>
                    <a:pt x="3080905" y="1252184"/>
                  </a:lnTo>
                  <a:lnTo>
                    <a:pt x="3081023" y="1252184"/>
                  </a:lnTo>
                  <a:lnTo>
                    <a:pt x="3081140" y="1252184"/>
                  </a:lnTo>
                  <a:lnTo>
                    <a:pt x="3081258" y="1252184"/>
                  </a:lnTo>
                  <a:lnTo>
                    <a:pt x="3081258" y="1251754"/>
                  </a:lnTo>
                  <a:lnTo>
                    <a:pt x="3081376" y="1251754"/>
                  </a:lnTo>
                  <a:lnTo>
                    <a:pt x="3081493" y="1251754"/>
                  </a:lnTo>
                  <a:lnTo>
                    <a:pt x="3081611" y="1251754"/>
                  </a:lnTo>
                  <a:lnTo>
                    <a:pt x="3081728" y="1251754"/>
                  </a:lnTo>
                  <a:lnTo>
                    <a:pt x="3081846" y="1251754"/>
                  </a:lnTo>
                  <a:lnTo>
                    <a:pt x="3081964" y="1251754"/>
                  </a:lnTo>
                  <a:lnTo>
                    <a:pt x="3082081" y="1251754"/>
                  </a:lnTo>
                  <a:lnTo>
                    <a:pt x="3082199" y="1251754"/>
                  </a:lnTo>
                  <a:lnTo>
                    <a:pt x="3082317" y="1251754"/>
                  </a:lnTo>
                  <a:lnTo>
                    <a:pt x="3082434" y="1251754"/>
                  </a:lnTo>
                  <a:lnTo>
                    <a:pt x="3082552" y="1251754"/>
                  </a:lnTo>
                  <a:lnTo>
                    <a:pt x="3082669" y="1251754"/>
                  </a:lnTo>
                  <a:lnTo>
                    <a:pt x="3082669" y="1251323"/>
                  </a:lnTo>
                  <a:lnTo>
                    <a:pt x="3082787" y="1251323"/>
                  </a:lnTo>
                  <a:lnTo>
                    <a:pt x="3082787" y="1250893"/>
                  </a:lnTo>
                  <a:lnTo>
                    <a:pt x="3082787" y="1250462"/>
                  </a:lnTo>
                  <a:lnTo>
                    <a:pt x="3082787" y="1250031"/>
                  </a:lnTo>
                  <a:lnTo>
                    <a:pt x="3082905" y="1250031"/>
                  </a:lnTo>
                  <a:lnTo>
                    <a:pt x="3083022" y="1250031"/>
                  </a:lnTo>
                  <a:lnTo>
                    <a:pt x="3083022" y="1249601"/>
                  </a:lnTo>
                  <a:lnTo>
                    <a:pt x="3083022" y="1249170"/>
                  </a:lnTo>
                  <a:lnTo>
                    <a:pt x="3083022" y="1248740"/>
                  </a:lnTo>
                  <a:lnTo>
                    <a:pt x="3083022" y="1248309"/>
                  </a:lnTo>
                  <a:lnTo>
                    <a:pt x="3083140" y="1248309"/>
                  </a:lnTo>
                  <a:lnTo>
                    <a:pt x="3083257" y="1248309"/>
                  </a:lnTo>
                  <a:lnTo>
                    <a:pt x="3083375" y="1248309"/>
                  </a:lnTo>
                  <a:lnTo>
                    <a:pt x="3083493" y="1248309"/>
                  </a:lnTo>
                  <a:lnTo>
                    <a:pt x="3083610" y="1248309"/>
                  </a:lnTo>
                  <a:lnTo>
                    <a:pt x="3083728" y="1248309"/>
                  </a:lnTo>
                  <a:lnTo>
                    <a:pt x="3083728" y="1247878"/>
                  </a:lnTo>
                  <a:lnTo>
                    <a:pt x="3083846" y="1247878"/>
                  </a:lnTo>
                  <a:lnTo>
                    <a:pt x="3083846" y="1247448"/>
                  </a:lnTo>
                  <a:lnTo>
                    <a:pt x="3083963" y="1247448"/>
                  </a:lnTo>
                  <a:lnTo>
                    <a:pt x="3083963" y="1247017"/>
                  </a:lnTo>
                  <a:lnTo>
                    <a:pt x="3084081" y="1247017"/>
                  </a:lnTo>
                  <a:lnTo>
                    <a:pt x="3084198" y="1247017"/>
                  </a:lnTo>
                  <a:lnTo>
                    <a:pt x="3084316" y="1247017"/>
                  </a:lnTo>
                  <a:lnTo>
                    <a:pt x="3084434" y="1247017"/>
                  </a:lnTo>
                  <a:lnTo>
                    <a:pt x="3084551" y="1247017"/>
                  </a:lnTo>
                  <a:lnTo>
                    <a:pt x="3084669" y="1247017"/>
                  </a:lnTo>
                  <a:lnTo>
                    <a:pt x="3084786" y="1247017"/>
                  </a:lnTo>
                  <a:lnTo>
                    <a:pt x="3084904" y="1247017"/>
                  </a:lnTo>
                  <a:lnTo>
                    <a:pt x="3085022" y="1247017"/>
                  </a:lnTo>
                  <a:lnTo>
                    <a:pt x="3085139" y="1247017"/>
                  </a:lnTo>
                  <a:lnTo>
                    <a:pt x="3085257" y="1247017"/>
                  </a:lnTo>
                  <a:lnTo>
                    <a:pt x="3085375" y="1247017"/>
                  </a:lnTo>
                  <a:lnTo>
                    <a:pt x="3085375" y="1246587"/>
                  </a:lnTo>
                  <a:lnTo>
                    <a:pt x="3085492" y="1246587"/>
                  </a:lnTo>
                  <a:lnTo>
                    <a:pt x="3085610" y="1246587"/>
                  </a:lnTo>
                  <a:lnTo>
                    <a:pt x="3085610" y="1246156"/>
                  </a:lnTo>
                  <a:lnTo>
                    <a:pt x="3085727" y="1246156"/>
                  </a:lnTo>
                  <a:lnTo>
                    <a:pt x="3085845" y="1246156"/>
                  </a:lnTo>
                  <a:lnTo>
                    <a:pt x="3085845" y="1245725"/>
                  </a:lnTo>
                  <a:lnTo>
                    <a:pt x="3085963" y="1245725"/>
                  </a:lnTo>
                  <a:lnTo>
                    <a:pt x="3086080" y="1245725"/>
                  </a:lnTo>
                  <a:lnTo>
                    <a:pt x="3086198" y="1245725"/>
                  </a:lnTo>
                  <a:lnTo>
                    <a:pt x="3086315" y="1245725"/>
                  </a:lnTo>
                  <a:lnTo>
                    <a:pt x="3086315" y="1245295"/>
                  </a:lnTo>
                  <a:lnTo>
                    <a:pt x="3086433" y="1245295"/>
                  </a:lnTo>
                  <a:lnTo>
                    <a:pt x="3086551" y="1245295"/>
                  </a:lnTo>
                  <a:lnTo>
                    <a:pt x="3086668" y="1245295"/>
                  </a:lnTo>
                  <a:lnTo>
                    <a:pt x="3086786" y="1245295"/>
                  </a:lnTo>
                  <a:lnTo>
                    <a:pt x="3086903" y="1245295"/>
                  </a:lnTo>
                  <a:lnTo>
                    <a:pt x="3086903" y="1244864"/>
                  </a:lnTo>
                  <a:lnTo>
                    <a:pt x="3087021" y="1244864"/>
                  </a:lnTo>
                  <a:lnTo>
                    <a:pt x="3087139" y="1244864"/>
                  </a:lnTo>
                  <a:lnTo>
                    <a:pt x="3087256" y="1244864"/>
                  </a:lnTo>
                  <a:lnTo>
                    <a:pt x="3087374" y="1244864"/>
                  </a:lnTo>
                  <a:lnTo>
                    <a:pt x="3087492" y="1244864"/>
                  </a:lnTo>
                  <a:lnTo>
                    <a:pt x="3087609" y="1244864"/>
                  </a:lnTo>
                  <a:lnTo>
                    <a:pt x="3087727" y="1244864"/>
                  </a:lnTo>
                  <a:lnTo>
                    <a:pt x="3087844" y="1244864"/>
                  </a:lnTo>
                  <a:lnTo>
                    <a:pt x="3087962" y="1244864"/>
                  </a:lnTo>
                  <a:lnTo>
                    <a:pt x="3088080" y="1244864"/>
                  </a:lnTo>
                  <a:lnTo>
                    <a:pt x="3088197" y="1244864"/>
                  </a:lnTo>
                  <a:lnTo>
                    <a:pt x="3088197" y="1244434"/>
                  </a:lnTo>
                  <a:lnTo>
                    <a:pt x="3088315" y="1244434"/>
                  </a:lnTo>
                  <a:lnTo>
                    <a:pt x="3088315" y="1244003"/>
                  </a:lnTo>
                  <a:lnTo>
                    <a:pt x="3088432" y="1244003"/>
                  </a:lnTo>
                  <a:lnTo>
                    <a:pt x="3088550" y="1244003"/>
                  </a:lnTo>
                  <a:lnTo>
                    <a:pt x="3088668" y="1244003"/>
                  </a:lnTo>
                  <a:lnTo>
                    <a:pt x="3088785" y="1244003"/>
                  </a:lnTo>
                  <a:lnTo>
                    <a:pt x="3088903" y="1244003"/>
                  </a:lnTo>
                  <a:lnTo>
                    <a:pt x="3089021" y="1244003"/>
                  </a:lnTo>
                  <a:lnTo>
                    <a:pt x="3089138" y="1244003"/>
                  </a:lnTo>
                  <a:lnTo>
                    <a:pt x="3089256" y="1244003"/>
                  </a:lnTo>
                  <a:lnTo>
                    <a:pt x="3089373" y="1244003"/>
                  </a:lnTo>
                  <a:lnTo>
                    <a:pt x="3089491" y="1244003"/>
                  </a:lnTo>
                  <a:lnTo>
                    <a:pt x="3089609" y="1244003"/>
                  </a:lnTo>
                  <a:lnTo>
                    <a:pt x="3089726" y="1244003"/>
                  </a:lnTo>
                  <a:lnTo>
                    <a:pt x="3089726" y="1243572"/>
                  </a:lnTo>
                  <a:lnTo>
                    <a:pt x="3089726" y="1243142"/>
                  </a:lnTo>
                  <a:lnTo>
                    <a:pt x="3089844" y="1243142"/>
                  </a:lnTo>
                  <a:lnTo>
                    <a:pt x="3089961" y="1243142"/>
                  </a:lnTo>
                  <a:lnTo>
                    <a:pt x="3090079" y="1243142"/>
                  </a:lnTo>
                  <a:lnTo>
                    <a:pt x="3090079" y="1242711"/>
                  </a:lnTo>
                  <a:lnTo>
                    <a:pt x="3090197" y="1242711"/>
                  </a:lnTo>
                  <a:lnTo>
                    <a:pt x="3090197" y="1242281"/>
                  </a:lnTo>
                  <a:lnTo>
                    <a:pt x="3090314" y="1242281"/>
                  </a:lnTo>
                  <a:lnTo>
                    <a:pt x="3090314" y="1241850"/>
                  </a:lnTo>
                  <a:lnTo>
                    <a:pt x="3090432" y="1241850"/>
                  </a:lnTo>
                  <a:lnTo>
                    <a:pt x="3090432" y="1241419"/>
                  </a:lnTo>
                  <a:lnTo>
                    <a:pt x="3090550" y="1241419"/>
                  </a:lnTo>
                  <a:lnTo>
                    <a:pt x="3090667" y="1241419"/>
                  </a:lnTo>
                  <a:lnTo>
                    <a:pt x="3090785" y="1241419"/>
                  </a:lnTo>
                  <a:lnTo>
                    <a:pt x="3090902" y="1241419"/>
                  </a:lnTo>
                  <a:lnTo>
                    <a:pt x="3091020" y="1241419"/>
                  </a:lnTo>
                  <a:lnTo>
                    <a:pt x="3091138" y="1241419"/>
                  </a:lnTo>
                  <a:lnTo>
                    <a:pt x="3091138" y="1240989"/>
                  </a:lnTo>
                  <a:lnTo>
                    <a:pt x="3091255" y="1240989"/>
                  </a:lnTo>
                  <a:lnTo>
                    <a:pt x="3091373" y="1240989"/>
                  </a:lnTo>
                  <a:lnTo>
                    <a:pt x="3091490" y="1240989"/>
                  </a:lnTo>
                  <a:lnTo>
                    <a:pt x="3091608" y="1240989"/>
                  </a:lnTo>
                  <a:lnTo>
                    <a:pt x="3091726" y="1240989"/>
                  </a:lnTo>
                  <a:lnTo>
                    <a:pt x="3091843" y="1240989"/>
                  </a:lnTo>
                  <a:lnTo>
                    <a:pt x="3091843" y="1240558"/>
                  </a:lnTo>
                  <a:lnTo>
                    <a:pt x="3091961" y="1240558"/>
                  </a:lnTo>
                  <a:lnTo>
                    <a:pt x="3092079" y="1240558"/>
                  </a:lnTo>
                  <a:lnTo>
                    <a:pt x="3092196" y="1240558"/>
                  </a:lnTo>
                  <a:lnTo>
                    <a:pt x="3092314" y="1240558"/>
                  </a:lnTo>
                  <a:lnTo>
                    <a:pt x="3092431" y="1240558"/>
                  </a:lnTo>
                  <a:lnTo>
                    <a:pt x="3092549" y="1240558"/>
                  </a:lnTo>
                  <a:lnTo>
                    <a:pt x="3092667" y="1240558"/>
                  </a:lnTo>
                  <a:lnTo>
                    <a:pt x="3092784" y="1240558"/>
                  </a:lnTo>
                  <a:lnTo>
                    <a:pt x="3092902" y="1240558"/>
                  </a:lnTo>
                  <a:lnTo>
                    <a:pt x="3093019" y="1240558"/>
                  </a:lnTo>
                  <a:lnTo>
                    <a:pt x="3093137" y="1240558"/>
                  </a:lnTo>
                  <a:lnTo>
                    <a:pt x="3093255" y="1240558"/>
                  </a:lnTo>
                  <a:lnTo>
                    <a:pt x="3093372" y="1240558"/>
                  </a:lnTo>
                  <a:lnTo>
                    <a:pt x="3093490" y="1240558"/>
                  </a:lnTo>
                  <a:lnTo>
                    <a:pt x="3093490" y="1240128"/>
                  </a:lnTo>
                  <a:lnTo>
                    <a:pt x="3093608" y="1240128"/>
                  </a:lnTo>
                  <a:lnTo>
                    <a:pt x="3093725" y="1240128"/>
                  </a:lnTo>
                  <a:lnTo>
                    <a:pt x="3093725" y="1239697"/>
                  </a:lnTo>
                  <a:lnTo>
                    <a:pt x="3093843" y="1239697"/>
                  </a:lnTo>
                  <a:lnTo>
                    <a:pt x="3093843" y="1239266"/>
                  </a:lnTo>
                  <a:lnTo>
                    <a:pt x="3093960" y="1239266"/>
                  </a:lnTo>
                  <a:lnTo>
                    <a:pt x="3093960" y="1238836"/>
                  </a:lnTo>
                  <a:lnTo>
                    <a:pt x="3094078" y="1238836"/>
                  </a:lnTo>
                  <a:lnTo>
                    <a:pt x="3094078" y="1238405"/>
                  </a:lnTo>
                  <a:lnTo>
                    <a:pt x="3094196" y="1238405"/>
                  </a:lnTo>
                  <a:lnTo>
                    <a:pt x="3094313" y="1238405"/>
                  </a:lnTo>
                  <a:lnTo>
                    <a:pt x="3094431" y="1238405"/>
                  </a:lnTo>
                  <a:lnTo>
                    <a:pt x="3094548" y="1238405"/>
                  </a:lnTo>
                  <a:lnTo>
                    <a:pt x="3094666" y="1238405"/>
                  </a:lnTo>
                  <a:lnTo>
                    <a:pt x="3094666" y="1237975"/>
                  </a:lnTo>
                  <a:lnTo>
                    <a:pt x="3094784" y="1237975"/>
                  </a:lnTo>
                  <a:lnTo>
                    <a:pt x="3094901" y="1237975"/>
                  </a:lnTo>
                  <a:lnTo>
                    <a:pt x="3094901" y="1237544"/>
                  </a:lnTo>
                  <a:lnTo>
                    <a:pt x="3094901" y="1237113"/>
                  </a:lnTo>
                  <a:lnTo>
                    <a:pt x="3095019" y="1237113"/>
                  </a:lnTo>
                  <a:lnTo>
                    <a:pt x="3095136" y="1237113"/>
                  </a:lnTo>
                  <a:lnTo>
                    <a:pt x="3095254" y="1237113"/>
                  </a:lnTo>
                  <a:lnTo>
                    <a:pt x="3095254" y="1236683"/>
                  </a:lnTo>
                  <a:lnTo>
                    <a:pt x="3095254" y="1236252"/>
                  </a:lnTo>
                  <a:lnTo>
                    <a:pt x="3095254" y="1235822"/>
                  </a:lnTo>
                  <a:lnTo>
                    <a:pt x="3095372" y="1235822"/>
                  </a:lnTo>
                  <a:lnTo>
                    <a:pt x="3095489" y="1235822"/>
                  </a:lnTo>
                  <a:lnTo>
                    <a:pt x="3095607" y="1235822"/>
                  </a:lnTo>
                  <a:lnTo>
                    <a:pt x="3095607" y="1235391"/>
                  </a:lnTo>
                  <a:lnTo>
                    <a:pt x="3095725" y="1235391"/>
                  </a:lnTo>
                  <a:lnTo>
                    <a:pt x="3095842" y="1235391"/>
                  </a:lnTo>
                  <a:lnTo>
                    <a:pt x="3095842" y="1234960"/>
                  </a:lnTo>
                  <a:lnTo>
                    <a:pt x="3095960" y="1234960"/>
                  </a:lnTo>
                  <a:lnTo>
                    <a:pt x="3096077" y="1234960"/>
                  </a:lnTo>
                  <a:lnTo>
                    <a:pt x="3096195" y="1234960"/>
                  </a:lnTo>
                  <a:lnTo>
                    <a:pt x="3096313" y="1234960"/>
                  </a:lnTo>
                  <a:lnTo>
                    <a:pt x="3096313" y="1234530"/>
                  </a:lnTo>
                  <a:lnTo>
                    <a:pt x="3096430" y="1234530"/>
                  </a:lnTo>
                  <a:lnTo>
                    <a:pt x="3096548" y="1234530"/>
                  </a:lnTo>
                  <a:lnTo>
                    <a:pt x="3096665" y="1234530"/>
                  </a:lnTo>
                  <a:lnTo>
                    <a:pt x="3096783" y="1234530"/>
                  </a:lnTo>
                  <a:lnTo>
                    <a:pt x="3096901" y="1234530"/>
                  </a:lnTo>
                  <a:lnTo>
                    <a:pt x="3096901" y="1234099"/>
                  </a:lnTo>
                  <a:lnTo>
                    <a:pt x="3096901" y="1233669"/>
                  </a:lnTo>
                  <a:lnTo>
                    <a:pt x="3097018" y="1233669"/>
                  </a:lnTo>
                  <a:lnTo>
                    <a:pt x="3097136" y="1233669"/>
                  </a:lnTo>
                  <a:lnTo>
                    <a:pt x="3097254" y="1233669"/>
                  </a:lnTo>
                  <a:lnTo>
                    <a:pt x="3097254" y="1233238"/>
                  </a:lnTo>
                  <a:lnTo>
                    <a:pt x="3097371" y="1233238"/>
                  </a:lnTo>
                  <a:lnTo>
                    <a:pt x="3097489" y="1233238"/>
                  </a:lnTo>
                  <a:lnTo>
                    <a:pt x="3097606" y="1233238"/>
                  </a:lnTo>
                  <a:lnTo>
                    <a:pt x="3097724" y="1233238"/>
                  </a:lnTo>
                  <a:lnTo>
                    <a:pt x="3097724" y="1232807"/>
                  </a:lnTo>
                  <a:lnTo>
                    <a:pt x="3097842" y="1232807"/>
                  </a:lnTo>
                  <a:lnTo>
                    <a:pt x="3097959" y="1232807"/>
                  </a:lnTo>
                  <a:lnTo>
                    <a:pt x="3097959" y="1232377"/>
                  </a:lnTo>
                  <a:lnTo>
                    <a:pt x="3098077" y="1232377"/>
                  </a:lnTo>
                  <a:lnTo>
                    <a:pt x="3098077" y="1231946"/>
                  </a:lnTo>
                  <a:lnTo>
                    <a:pt x="3098077" y="1231516"/>
                  </a:lnTo>
                  <a:lnTo>
                    <a:pt x="3098194" y="1231516"/>
                  </a:lnTo>
                  <a:lnTo>
                    <a:pt x="3098194" y="1231085"/>
                  </a:lnTo>
                  <a:lnTo>
                    <a:pt x="3098312" y="1231085"/>
                  </a:lnTo>
                  <a:lnTo>
                    <a:pt x="3098430" y="1231085"/>
                  </a:lnTo>
                  <a:lnTo>
                    <a:pt x="3098547" y="1231085"/>
                  </a:lnTo>
                  <a:lnTo>
                    <a:pt x="3098665" y="1231085"/>
                  </a:lnTo>
                  <a:lnTo>
                    <a:pt x="3098665" y="1230654"/>
                  </a:lnTo>
                  <a:lnTo>
                    <a:pt x="3098783" y="1230654"/>
                  </a:lnTo>
                  <a:lnTo>
                    <a:pt x="3098900" y="1230654"/>
                  </a:lnTo>
                  <a:lnTo>
                    <a:pt x="3099018" y="1230654"/>
                  </a:lnTo>
                  <a:lnTo>
                    <a:pt x="3099135" y="1230654"/>
                  </a:lnTo>
                  <a:lnTo>
                    <a:pt x="3099253" y="1230654"/>
                  </a:lnTo>
                  <a:lnTo>
                    <a:pt x="3099253" y="1230224"/>
                  </a:lnTo>
                  <a:lnTo>
                    <a:pt x="3099371" y="1230224"/>
                  </a:lnTo>
                  <a:lnTo>
                    <a:pt x="3099371" y="1229793"/>
                  </a:lnTo>
                  <a:lnTo>
                    <a:pt x="3099488" y="1229793"/>
                  </a:lnTo>
                  <a:lnTo>
                    <a:pt x="3099606" y="1229793"/>
                  </a:lnTo>
                  <a:lnTo>
                    <a:pt x="3099606" y="1229363"/>
                  </a:lnTo>
                  <a:lnTo>
                    <a:pt x="3099723" y="1229363"/>
                  </a:lnTo>
                  <a:lnTo>
                    <a:pt x="3099841" y="1229363"/>
                  </a:lnTo>
                  <a:lnTo>
                    <a:pt x="3099959" y="1229363"/>
                  </a:lnTo>
                  <a:lnTo>
                    <a:pt x="3099959" y="1228932"/>
                  </a:lnTo>
                  <a:lnTo>
                    <a:pt x="3099959" y="1228501"/>
                  </a:lnTo>
                  <a:lnTo>
                    <a:pt x="3100076" y="1228501"/>
                  </a:lnTo>
                  <a:lnTo>
                    <a:pt x="3100194" y="1228501"/>
                  </a:lnTo>
                  <a:lnTo>
                    <a:pt x="3100312" y="1228501"/>
                  </a:lnTo>
                  <a:lnTo>
                    <a:pt x="3100312" y="1228071"/>
                  </a:lnTo>
                  <a:lnTo>
                    <a:pt x="3100429" y="1228071"/>
                  </a:lnTo>
                  <a:lnTo>
                    <a:pt x="3100547" y="1228071"/>
                  </a:lnTo>
                  <a:lnTo>
                    <a:pt x="3100664" y="1228071"/>
                  </a:lnTo>
                  <a:lnTo>
                    <a:pt x="3100782" y="1228071"/>
                  </a:lnTo>
                  <a:lnTo>
                    <a:pt x="3100900" y="1228071"/>
                  </a:lnTo>
                  <a:lnTo>
                    <a:pt x="3101017" y="1228071"/>
                  </a:lnTo>
                  <a:lnTo>
                    <a:pt x="3101017" y="1227640"/>
                  </a:lnTo>
                  <a:lnTo>
                    <a:pt x="3101135" y="1227640"/>
                  </a:lnTo>
                  <a:lnTo>
                    <a:pt x="3101135" y="1227210"/>
                  </a:lnTo>
                  <a:lnTo>
                    <a:pt x="3101252" y="1227210"/>
                  </a:lnTo>
                  <a:lnTo>
                    <a:pt x="3101252" y="1226779"/>
                  </a:lnTo>
                  <a:lnTo>
                    <a:pt x="3101370" y="1226779"/>
                  </a:lnTo>
                  <a:lnTo>
                    <a:pt x="3101488" y="1226779"/>
                  </a:lnTo>
                  <a:lnTo>
                    <a:pt x="3101605" y="1226779"/>
                  </a:lnTo>
                  <a:lnTo>
                    <a:pt x="3101723" y="1226779"/>
                  </a:lnTo>
                  <a:lnTo>
                    <a:pt x="3101841" y="1226779"/>
                  </a:lnTo>
                  <a:lnTo>
                    <a:pt x="3101958" y="1226779"/>
                  </a:lnTo>
                  <a:lnTo>
                    <a:pt x="3102076" y="1226779"/>
                  </a:lnTo>
                  <a:lnTo>
                    <a:pt x="3102193" y="1226779"/>
                  </a:lnTo>
                  <a:lnTo>
                    <a:pt x="3102311" y="1226779"/>
                  </a:lnTo>
                  <a:lnTo>
                    <a:pt x="3102311" y="1226348"/>
                  </a:lnTo>
                  <a:lnTo>
                    <a:pt x="3102429" y="1226348"/>
                  </a:lnTo>
                  <a:lnTo>
                    <a:pt x="3102429" y="1225918"/>
                  </a:lnTo>
                  <a:lnTo>
                    <a:pt x="3102546" y="1225918"/>
                  </a:lnTo>
                  <a:lnTo>
                    <a:pt x="3102664" y="1225918"/>
                  </a:lnTo>
                  <a:lnTo>
                    <a:pt x="3102781" y="1225918"/>
                  </a:lnTo>
                  <a:lnTo>
                    <a:pt x="3102781" y="1225487"/>
                  </a:lnTo>
                  <a:lnTo>
                    <a:pt x="3102899" y="1225487"/>
                  </a:lnTo>
                  <a:lnTo>
                    <a:pt x="3103017" y="1225487"/>
                  </a:lnTo>
                  <a:lnTo>
                    <a:pt x="3103134" y="1225487"/>
                  </a:lnTo>
                  <a:lnTo>
                    <a:pt x="3103252" y="1225487"/>
                  </a:lnTo>
                  <a:lnTo>
                    <a:pt x="3103369" y="1225487"/>
                  </a:lnTo>
                  <a:lnTo>
                    <a:pt x="3103487" y="1225487"/>
                  </a:lnTo>
                  <a:lnTo>
                    <a:pt x="3103605" y="1225487"/>
                  </a:lnTo>
                  <a:lnTo>
                    <a:pt x="3103722" y="1225487"/>
                  </a:lnTo>
                  <a:lnTo>
                    <a:pt x="3103840" y="1225487"/>
                  </a:lnTo>
                  <a:lnTo>
                    <a:pt x="3103840" y="1225057"/>
                  </a:lnTo>
                  <a:lnTo>
                    <a:pt x="3103958" y="1225057"/>
                  </a:lnTo>
                  <a:lnTo>
                    <a:pt x="3104075" y="1225057"/>
                  </a:lnTo>
                  <a:lnTo>
                    <a:pt x="3104075" y="1224626"/>
                  </a:lnTo>
                  <a:lnTo>
                    <a:pt x="3104193" y="1224626"/>
                  </a:lnTo>
                  <a:lnTo>
                    <a:pt x="3104310" y="1224626"/>
                  </a:lnTo>
                  <a:lnTo>
                    <a:pt x="3104428" y="1224626"/>
                  </a:lnTo>
                  <a:lnTo>
                    <a:pt x="3104546" y="1224626"/>
                  </a:lnTo>
                  <a:lnTo>
                    <a:pt x="3104663" y="1224626"/>
                  </a:lnTo>
                  <a:lnTo>
                    <a:pt x="3104781" y="1224626"/>
                  </a:lnTo>
                  <a:lnTo>
                    <a:pt x="3104898" y="1224626"/>
                  </a:lnTo>
                  <a:lnTo>
                    <a:pt x="3105016" y="1224626"/>
                  </a:lnTo>
                  <a:lnTo>
                    <a:pt x="3105134" y="1224626"/>
                  </a:lnTo>
                  <a:lnTo>
                    <a:pt x="3105251" y="1224626"/>
                  </a:lnTo>
                  <a:lnTo>
                    <a:pt x="3105369" y="1224626"/>
                  </a:lnTo>
                  <a:lnTo>
                    <a:pt x="3105487" y="1224626"/>
                  </a:lnTo>
                  <a:lnTo>
                    <a:pt x="3105604" y="1224626"/>
                  </a:lnTo>
                  <a:lnTo>
                    <a:pt x="3105722" y="1224626"/>
                  </a:lnTo>
                  <a:lnTo>
                    <a:pt x="3105839" y="1224626"/>
                  </a:lnTo>
                  <a:lnTo>
                    <a:pt x="3105957" y="1224626"/>
                  </a:lnTo>
                  <a:lnTo>
                    <a:pt x="3106075" y="1224626"/>
                  </a:lnTo>
                  <a:lnTo>
                    <a:pt x="3106192" y="1224626"/>
                  </a:lnTo>
                  <a:lnTo>
                    <a:pt x="3106310" y="1224626"/>
                  </a:lnTo>
                  <a:lnTo>
                    <a:pt x="3106427" y="1224626"/>
                  </a:lnTo>
                  <a:lnTo>
                    <a:pt x="3106545" y="1224626"/>
                  </a:lnTo>
                  <a:lnTo>
                    <a:pt x="3106663" y="1224626"/>
                  </a:lnTo>
                  <a:lnTo>
                    <a:pt x="3106663" y="1224195"/>
                  </a:lnTo>
                  <a:lnTo>
                    <a:pt x="3106780" y="1224195"/>
                  </a:lnTo>
                  <a:lnTo>
                    <a:pt x="3106898" y="1224195"/>
                  </a:lnTo>
                  <a:lnTo>
                    <a:pt x="3106898" y="1223765"/>
                  </a:lnTo>
                  <a:lnTo>
                    <a:pt x="3107016" y="1223765"/>
                  </a:lnTo>
                  <a:lnTo>
                    <a:pt x="3107133" y="1223765"/>
                  </a:lnTo>
                  <a:lnTo>
                    <a:pt x="3107251" y="1223765"/>
                  </a:lnTo>
                  <a:lnTo>
                    <a:pt x="3107368" y="1223765"/>
                  </a:lnTo>
                  <a:lnTo>
                    <a:pt x="3107486" y="1223765"/>
                  </a:lnTo>
                  <a:lnTo>
                    <a:pt x="3107604" y="1223765"/>
                  </a:lnTo>
                  <a:lnTo>
                    <a:pt x="3107721" y="1223765"/>
                  </a:lnTo>
                  <a:lnTo>
                    <a:pt x="3107839" y="1223765"/>
                  </a:lnTo>
                  <a:lnTo>
                    <a:pt x="3107956" y="1223765"/>
                  </a:lnTo>
                  <a:lnTo>
                    <a:pt x="3108074" y="1223765"/>
                  </a:lnTo>
                  <a:lnTo>
                    <a:pt x="3108192" y="1223765"/>
                  </a:lnTo>
                  <a:lnTo>
                    <a:pt x="3108309" y="1223765"/>
                  </a:lnTo>
                  <a:lnTo>
                    <a:pt x="3108427" y="1223765"/>
                  </a:lnTo>
                  <a:lnTo>
                    <a:pt x="3108545" y="1223765"/>
                  </a:lnTo>
                  <a:lnTo>
                    <a:pt x="3108662" y="1223765"/>
                  </a:lnTo>
                  <a:lnTo>
                    <a:pt x="3108780" y="1223765"/>
                  </a:lnTo>
                  <a:lnTo>
                    <a:pt x="3108897" y="1223765"/>
                  </a:lnTo>
                  <a:lnTo>
                    <a:pt x="3109015" y="1223765"/>
                  </a:lnTo>
                  <a:lnTo>
                    <a:pt x="3109015" y="1223334"/>
                  </a:lnTo>
                  <a:lnTo>
                    <a:pt x="3109015" y="1222904"/>
                  </a:lnTo>
                  <a:lnTo>
                    <a:pt x="3109133" y="1222904"/>
                  </a:lnTo>
                  <a:lnTo>
                    <a:pt x="3109250" y="1222904"/>
                  </a:lnTo>
                  <a:lnTo>
                    <a:pt x="3109368" y="1222904"/>
                  </a:lnTo>
                  <a:lnTo>
                    <a:pt x="3109368" y="1222473"/>
                  </a:lnTo>
                  <a:lnTo>
                    <a:pt x="3109485" y="1222473"/>
                  </a:lnTo>
                  <a:lnTo>
                    <a:pt x="3109485" y="1222042"/>
                  </a:lnTo>
                  <a:lnTo>
                    <a:pt x="3109603" y="1222042"/>
                  </a:lnTo>
                  <a:lnTo>
                    <a:pt x="3109721" y="1222042"/>
                  </a:lnTo>
                  <a:lnTo>
                    <a:pt x="3109838" y="1222042"/>
                  </a:lnTo>
                  <a:lnTo>
                    <a:pt x="3109956" y="1222042"/>
                  </a:lnTo>
                  <a:lnTo>
                    <a:pt x="3110074" y="1222042"/>
                  </a:lnTo>
                  <a:lnTo>
                    <a:pt x="3110191" y="1222042"/>
                  </a:lnTo>
                  <a:lnTo>
                    <a:pt x="3110309" y="1222042"/>
                  </a:lnTo>
                  <a:lnTo>
                    <a:pt x="3110426" y="1222042"/>
                  </a:lnTo>
                  <a:lnTo>
                    <a:pt x="3110426" y="1221612"/>
                  </a:lnTo>
                  <a:lnTo>
                    <a:pt x="3110544" y="1221612"/>
                  </a:lnTo>
                  <a:lnTo>
                    <a:pt x="3110662" y="1221612"/>
                  </a:lnTo>
                  <a:lnTo>
                    <a:pt x="3110779" y="1221612"/>
                  </a:lnTo>
                  <a:lnTo>
                    <a:pt x="3110897" y="1221612"/>
                  </a:lnTo>
                  <a:lnTo>
                    <a:pt x="3111014" y="1221612"/>
                  </a:lnTo>
                  <a:lnTo>
                    <a:pt x="3111132" y="1221612"/>
                  </a:lnTo>
                  <a:lnTo>
                    <a:pt x="3111250" y="1221612"/>
                  </a:lnTo>
                  <a:lnTo>
                    <a:pt x="3111367" y="1221612"/>
                  </a:lnTo>
                  <a:lnTo>
                    <a:pt x="3111485" y="1221612"/>
                  </a:lnTo>
                  <a:lnTo>
                    <a:pt x="3111485" y="1221181"/>
                  </a:lnTo>
                  <a:lnTo>
                    <a:pt x="3111602" y="1221181"/>
                  </a:lnTo>
                  <a:lnTo>
                    <a:pt x="3111720" y="1221181"/>
                  </a:lnTo>
                  <a:lnTo>
                    <a:pt x="3111720" y="1220751"/>
                  </a:lnTo>
                  <a:lnTo>
                    <a:pt x="3111838" y="1220751"/>
                  </a:lnTo>
                  <a:lnTo>
                    <a:pt x="3111955" y="1220751"/>
                  </a:lnTo>
                  <a:lnTo>
                    <a:pt x="3112073" y="1220751"/>
                  </a:lnTo>
                  <a:lnTo>
                    <a:pt x="3112191" y="1220751"/>
                  </a:lnTo>
                  <a:lnTo>
                    <a:pt x="3112308" y="1220751"/>
                  </a:lnTo>
                  <a:lnTo>
                    <a:pt x="3112426" y="1220751"/>
                  </a:lnTo>
                  <a:lnTo>
                    <a:pt x="3112543" y="1220751"/>
                  </a:lnTo>
                  <a:lnTo>
                    <a:pt x="3112661" y="1220751"/>
                  </a:lnTo>
                  <a:lnTo>
                    <a:pt x="3112779" y="1220751"/>
                  </a:lnTo>
                  <a:lnTo>
                    <a:pt x="3112779" y="1220320"/>
                  </a:lnTo>
                  <a:lnTo>
                    <a:pt x="3112779" y="1219889"/>
                  </a:lnTo>
                  <a:lnTo>
                    <a:pt x="3112896" y="1219889"/>
                  </a:lnTo>
                  <a:lnTo>
                    <a:pt x="3113014" y="1219889"/>
                  </a:lnTo>
                  <a:lnTo>
                    <a:pt x="3113131" y="1219889"/>
                  </a:lnTo>
                  <a:lnTo>
                    <a:pt x="3113249" y="1219889"/>
                  </a:lnTo>
                  <a:lnTo>
                    <a:pt x="3113367" y="1219889"/>
                  </a:lnTo>
                  <a:lnTo>
                    <a:pt x="3113484" y="1219889"/>
                  </a:lnTo>
                  <a:lnTo>
                    <a:pt x="3113484" y="1219459"/>
                  </a:lnTo>
                  <a:lnTo>
                    <a:pt x="3113602" y="1219459"/>
                  </a:lnTo>
                  <a:lnTo>
                    <a:pt x="3113720" y="1219459"/>
                  </a:lnTo>
                  <a:lnTo>
                    <a:pt x="3113837" y="1219459"/>
                  </a:lnTo>
                  <a:lnTo>
                    <a:pt x="3113955" y="1219459"/>
                  </a:lnTo>
                  <a:lnTo>
                    <a:pt x="3114072" y="1219459"/>
                  </a:lnTo>
                  <a:lnTo>
                    <a:pt x="3114072" y="1219028"/>
                  </a:lnTo>
                  <a:lnTo>
                    <a:pt x="3114190" y="1219028"/>
                  </a:lnTo>
                  <a:lnTo>
                    <a:pt x="3114308" y="1219028"/>
                  </a:lnTo>
                  <a:lnTo>
                    <a:pt x="3114308" y="1218598"/>
                  </a:lnTo>
                  <a:lnTo>
                    <a:pt x="3114425" y="1218598"/>
                  </a:lnTo>
                  <a:lnTo>
                    <a:pt x="3114543" y="1218598"/>
                  </a:lnTo>
                  <a:lnTo>
                    <a:pt x="3114660" y="1218598"/>
                  </a:lnTo>
                  <a:lnTo>
                    <a:pt x="3114778" y="1218598"/>
                  </a:lnTo>
                  <a:lnTo>
                    <a:pt x="3114896" y="1218598"/>
                  </a:lnTo>
                  <a:lnTo>
                    <a:pt x="3115013" y="1218598"/>
                  </a:lnTo>
                  <a:lnTo>
                    <a:pt x="3115131" y="1218598"/>
                  </a:lnTo>
                  <a:lnTo>
                    <a:pt x="3115249" y="1218598"/>
                  </a:lnTo>
                  <a:lnTo>
                    <a:pt x="3115366" y="1218598"/>
                  </a:lnTo>
                  <a:lnTo>
                    <a:pt x="3115484" y="1218598"/>
                  </a:lnTo>
                  <a:lnTo>
                    <a:pt x="3115601" y="1218598"/>
                  </a:lnTo>
                  <a:lnTo>
                    <a:pt x="3115719" y="1218598"/>
                  </a:lnTo>
                  <a:lnTo>
                    <a:pt x="3115837" y="1218598"/>
                  </a:lnTo>
                  <a:lnTo>
                    <a:pt x="3115837" y="1218167"/>
                  </a:lnTo>
                  <a:lnTo>
                    <a:pt x="3115954" y="1218167"/>
                  </a:lnTo>
                  <a:lnTo>
                    <a:pt x="3115954" y="1217736"/>
                  </a:lnTo>
                  <a:lnTo>
                    <a:pt x="3116072" y="1217736"/>
                  </a:lnTo>
                  <a:lnTo>
                    <a:pt x="3116072" y="1217306"/>
                  </a:lnTo>
                  <a:lnTo>
                    <a:pt x="3116189" y="1217306"/>
                  </a:lnTo>
                  <a:lnTo>
                    <a:pt x="3116307" y="1217306"/>
                  </a:lnTo>
                  <a:lnTo>
                    <a:pt x="3116425" y="1217306"/>
                  </a:lnTo>
                  <a:lnTo>
                    <a:pt x="3116542" y="1217306"/>
                  </a:lnTo>
                  <a:lnTo>
                    <a:pt x="3116660" y="1217306"/>
                  </a:lnTo>
                  <a:lnTo>
                    <a:pt x="3116778" y="1217306"/>
                  </a:lnTo>
                  <a:lnTo>
                    <a:pt x="3116895" y="1217306"/>
                  </a:lnTo>
                  <a:lnTo>
                    <a:pt x="3117013" y="1217306"/>
                  </a:lnTo>
                  <a:lnTo>
                    <a:pt x="3117130" y="1217306"/>
                  </a:lnTo>
                  <a:lnTo>
                    <a:pt x="3117248" y="1217306"/>
                  </a:lnTo>
                  <a:lnTo>
                    <a:pt x="3117248" y="1216875"/>
                  </a:lnTo>
                  <a:lnTo>
                    <a:pt x="3117366" y="1216875"/>
                  </a:lnTo>
                  <a:lnTo>
                    <a:pt x="3117366" y="1216445"/>
                  </a:lnTo>
                  <a:lnTo>
                    <a:pt x="3117483" y="1216445"/>
                  </a:lnTo>
                  <a:lnTo>
                    <a:pt x="3117601" y="1216445"/>
                  </a:lnTo>
                  <a:lnTo>
                    <a:pt x="3117718" y="1216445"/>
                  </a:lnTo>
                  <a:lnTo>
                    <a:pt x="3117718" y="1216014"/>
                  </a:lnTo>
                  <a:lnTo>
                    <a:pt x="3117836" y="1216014"/>
                  </a:lnTo>
                  <a:lnTo>
                    <a:pt x="3117954" y="1216014"/>
                  </a:lnTo>
                  <a:lnTo>
                    <a:pt x="3118071" y="1216014"/>
                  </a:lnTo>
                  <a:lnTo>
                    <a:pt x="3118189" y="1216014"/>
                  </a:lnTo>
                  <a:lnTo>
                    <a:pt x="3118307" y="1216014"/>
                  </a:lnTo>
                  <a:lnTo>
                    <a:pt x="3118307" y="1215583"/>
                  </a:lnTo>
                  <a:lnTo>
                    <a:pt x="3118424" y="1215583"/>
                  </a:lnTo>
                  <a:lnTo>
                    <a:pt x="3118542" y="1215583"/>
                  </a:lnTo>
                  <a:lnTo>
                    <a:pt x="3118659" y="1215583"/>
                  </a:lnTo>
                  <a:lnTo>
                    <a:pt x="3118777" y="1215583"/>
                  </a:lnTo>
                  <a:lnTo>
                    <a:pt x="3118895" y="1215583"/>
                  </a:lnTo>
                  <a:lnTo>
                    <a:pt x="3119012" y="1215583"/>
                  </a:lnTo>
                  <a:lnTo>
                    <a:pt x="3119130" y="1215583"/>
                  </a:lnTo>
                  <a:lnTo>
                    <a:pt x="3119247" y="1215583"/>
                  </a:lnTo>
                  <a:lnTo>
                    <a:pt x="3119365" y="1215583"/>
                  </a:lnTo>
                  <a:lnTo>
                    <a:pt x="3119365" y="1215153"/>
                  </a:lnTo>
                  <a:lnTo>
                    <a:pt x="3119483" y="1215153"/>
                  </a:lnTo>
                  <a:lnTo>
                    <a:pt x="3119600" y="1215153"/>
                  </a:lnTo>
                  <a:lnTo>
                    <a:pt x="3119718" y="1215153"/>
                  </a:lnTo>
                  <a:lnTo>
                    <a:pt x="3119835" y="1215153"/>
                  </a:lnTo>
                  <a:lnTo>
                    <a:pt x="3119953" y="1215153"/>
                  </a:lnTo>
                  <a:lnTo>
                    <a:pt x="3120071" y="1215153"/>
                  </a:lnTo>
                  <a:lnTo>
                    <a:pt x="3120188" y="1215153"/>
                  </a:lnTo>
                  <a:lnTo>
                    <a:pt x="3120306" y="1215153"/>
                  </a:lnTo>
                  <a:lnTo>
                    <a:pt x="3120424" y="1215153"/>
                  </a:lnTo>
                  <a:lnTo>
                    <a:pt x="3120424" y="1214722"/>
                  </a:lnTo>
                  <a:lnTo>
                    <a:pt x="3120541" y="1214722"/>
                  </a:lnTo>
                  <a:lnTo>
                    <a:pt x="3120659" y="1214722"/>
                  </a:lnTo>
                  <a:lnTo>
                    <a:pt x="3120776" y="1214722"/>
                  </a:lnTo>
                  <a:lnTo>
                    <a:pt x="3120894" y="1214722"/>
                  </a:lnTo>
                  <a:lnTo>
                    <a:pt x="3121012" y="1214722"/>
                  </a:lnTo>
                  <a:lnTo>
                    <a:pt x="3121012" y="1214292"/>
                  </a:lnTo>
                  <a:lnTo>
                    <a:pt x="3121129" y="1214292"/>
                  </a:lnTo>
                  <a:lnTo>
                    <a:pt x="3121247" y="1214292"/>
                  </a:lnTo>
                  <a:lnTo>
                    <a:pt x="3121364" y="1214292"/>
                  </a:lnTo>
                  <a:lnTo>
                    <a:pt x="3121482" y="1214292"/>
                  </a:lnTo>
                  <a:lnTo>
                    <a:pt x="3121600" y="1214292"/>
                  </a:lnTo>
                  <a:lnTo>
                    <a:pt x="3121600" y="1213861"/>
                  </a:lnTo>
                  <a:lnTo>
                    <a:pt x="3121717" y="1213861"/>
                  </a:lnTo>
                  <a:lnTo>
                    <a:pt x="3121835" y="1213861"/>
                  </a:lnTo>
                  <a:lnTo>
                    <a:pt x="3121953" y="1213861"/>
                  </a:lnTo>
                  <a:lnTo>
                    <a:pt x="3122070" y="1213861"/>
                  </a:lnTo>
                  <a:lnTo>
                    <a:pt x="3122188" y="1213861"/>
                  </a:lnTo>
                  <a:lnTo>
                    <a:pt x="3122305" y="1213861"/>
                  </a:lnTo>
                  <a:lnTo>
                    <a:pt x="3122423" y="1213861"/>
                  </a:lnTo>
                  <a:lnTo>
                    <a:pt x="3122541" y="1213861"/>
                  </a:lnTo>
                  <a:lnTo>
                    <a:pt x="3122658" y="1213861"/>
                  </a:lnTo>
                  <a:lnTo>
                    <a:pt x="3122776" y="1213861"/>
                  </a:lnTo>
                  <a:lnTo>
                    <a:pt x="3122776" y="1213430"/>
                  </a:lnTo>
                  <a:lnTo>
                    <a:pt x="3122776" y="1213000"/>
                  </a:lnTo>
                  <a:lnTo>
                    <a:pt x="3122893" y="1213000"/>
                  </a:lnTo>
                  <a:lnTo>
                    <a:pt x="3122893" y="1212569"/>
                  </a:lnTo>
                  <a:lnTo>
                    <a:pt x="3123011" y="1212569"/>
                  </a:lnTo>
                  <a:lnTo>
                    <a:pt x="3123011" y="1212139"/>
                  </a:lnTo>
                  <a:lnTo>
                    <a:pt x="3123129" y="1212139"/>
                  </a:lnTo>
                  <a:lnTo>
                    <a:pt x="3123246" y="1212139"/>
                  </a:lnTo>
                  <a:lnTo>
                    <a:pt x="3123246" y="1211708"/>
                  </a:lnTo>
                  <a:lnTo>
                    <a:pt x="3123364" y="1211708"/>
                  </a:lnTo>
                  <a:lnTo>
                    <a:pt x="3123364" y="1211277"/>
                  </a:lnTo>
                  <a:lnTo>
                    <a:pt x="3123482" y="1211277"/>
                  </a:lnTo>
                  <a:lnTo>
                    <a:pt x="3123599" y="1211277"/>
                  </a:lnTo>
                  <a:lnTo>
                    <a:pt x="3123599" y="1210847"/>
                  </a:lnTo>
                  <a:lnTo>
                    <a:pt x="3123717" y="1210847"/>
                  </a:lnTo>
                  <a:lnTo>
                    <a:pt x="3123834" y="1210847"/>
                  </a:lnTo>
                  <a:lnTo>
                    <a:pt x="3123952" y="1210847"/>
                  </a:lnTo>
                  <a:lnTo>
                    <a:pt x="3124070" y="1210847"/>
                  </a:lnTo>
                  <a:lnTo>
                    <a:pt x="3124070" y="1210416"/>
                  </a:lnTo>
                  <a:lnTo>
                    <a:pt x="3124187" y="1210416"/>
                  </a:lnTo>
                  <a:lnTo>
                    <a:pt x="3124305" y="1210416"/>
                  </a:lnTo>
                  <a:lnTo>
                    <a:pt x="3124305" y="1209986"/>
                  </a:lnTo>
                  <a:lnTo>
                    <a:pt x="3124422" y="1209986"/>
                  </a:lnTo>
                  <a:lnTo>
                    <a:pt x="3124540" y="1209986"/>
                  </a:lnTo>
                  <a:lnTo>
                    <a:pt x="3124658" y="1209986"/>
                  </a:lnTo>
                  <a:lnTo>
                    <a:pt x="3124775" y="1209986"/>
                  </a:lnTo>
                  <a:lnTo>
                    <a:pt x="3124893" y="1209986"/>
                  </a:lnTo>
                  <a:lnTo>
                    <a:pt x="3125011" y="1209986"/>
                  </a:lnTo>
                  <a:lnTo>
                    <a:pt x="3125128" y="1209986"/>
                  </a:lnTo>
                  <a:lnTo>
                    <a:pt x="3125128" y="1209555"/>
                  </a:lnTo>
                  <a:lnTo>
                    <a:pt x="3125128" y="1209124"/>
                  </a:lnTo>
                  <a:lnTo>
                    <a:pt x="3125128" y="1208694"/>
                  </a:lnTo>
                  <a:lnTo>
                    <a:pt x="3125246" y="1208694"/>
                  </a:lnTo>
                  <a:lnTo>
                    <a:pt x="3125246" y="1208263"/>
                  </a:lnTo>
                  <a:lnTo>
                    <a:pt x="3125363" y="1208263"/>
                  </a:lnTo>
                  <a:lnTo>
                    <a:pt x="3125481" y="1208263"/>
                  </a:lnTo>
                  <a:lnTo>
                    <a:pt x="3125599" y="1208263"/>
                  </a:lnTo>
                  <a:lnTo>
                    <a:pt x="3125599" y="1207833"/>
                  </a:lnTo>
                  <a:lnTo>
                    <a:pt x="3125716" y="1207833"/>
                  </a:lnTo>
                  <a:lnTo>
                    <a:pt x="3125834" y="1207833"/>
                  </a:lnTo>
                  <a:lnTo>
                    <a:pt x="3125951" y="1207833"/>
                  </a:lnTo>
                  <a:lnTo>
                    <a:pt x="3126069" y="1207833"/>
                  </a:lnTo>
                  <a:lnTo>
                    <a:pt x="3126187" y="1207833"/>
                  </a:lnTo>
                  <a:lnTo>
                    <a:pt x="3126187" y="1207402"/>
                  </a:lnTo>
                  <a:lnTo>
                    <a:pt x="3126304" y="1207402"/>
                  </a:lnTo>
                  <a:lnTo>
                    <a:pt x="3126422" y="1207402"/>
                  </a:lnTo>
                  <a:lnTo>
                    <a:pt x="3126540" y="1207402"/>
                  </a:lnTo>
                  <a:lnTo>
                    <a:pt x="3126657" y="1207402"/>
                  </a:lnTo>
                  <a:lnTo>
                    <a:pt x="3126657" y="1206971"/>
                  </a:lnTo>
                  <a:lnTo>
                    <a:pt x="3126657" y="1206541"/>
                  </a:lnTo>
                  <a:lnTo>
                    <a:pt x="3126775" y="1206541"/>
                  </a:lnTo>
                  <a:lnTo>
                    <a:pt x="3126892" y="1206541"/>
                  </a:lnTo>
                  <a:lnTo>
                    <a:pt x="3127010" y="1206541"/>
                  </a:lnTo>
                  <a:lnTo>
                    <a:pt x="3127010" y="1206110"/>
                  </a:lnTo>
                  <a:lnTo>
                    <a:pt x="3127010" y="1205680"/>
                  </a:lnTo>
                  <a:lnTo>
                    <a:pt x="3127128" y="1205680"/>
                  </a:lnTo>
                  <a:lnTo>
                    <a:pt x="3127245" y="1205680"/>
                  </a:lnTo>
                  <a:lnTo>
                    <a:pt x="3127245" y="1205249"/>
                  </a:lnTo>
                  <a:lnTo>
                    <a:pt x="3127245" y="1204818"/>
                  </a:lnTo>
                  <a:lnTo>
                    <a:pt x="3127363" y="1204818"/>
                  </a:lnTo>
                  <a:lnTo>
                    <a:pt x="3127480" y="1204818"/>
                  </a:lnTo>
                  <a:lnTo>
                    <a:pt x="3127598" y="1204818"/>
                  </a:lnTo>
                  <a:lnTo>
                    <a:pt x="3127716" y="1204818"/>
                  </a:lnTo>
                  <a:lnTo>
                    <a:pt x="3127833" y="1204818"/>
                  </a:lnTo>
                  <a:lnTo>
                    <a:pt x="3127951" y="1204818"/>
                  </a:lnTo>
                  <a:lnTo>
                    <a:pt x="3128068" y="1204818"/>
                  </a:lnTo>
                  <a:lnTo>
                    <a:pt x="3128068" y="1204388"/>
                  </a:lnTo>
                  <a:lnTo>
                    <a:pt x="3128068" y="1203957"/>
                  </a:lnTo>
                  <a:lnTo>
                    <a:pt x="3128068" y="1203527"/>
                  </a:lnTo>
                  <a:lnTo>
                    <a:pt x="3128186" y="1203527"/>
                  </a:lnTo>
                  <a:lnTo>
                    <a:pt x="3128186" y="1203096"/>
                  </a:lnTo>
                  <a:lnTo>
                    <a:pt x="3128304" y="1203096"/>
                  </a:lnTo>
                  <a:lnTo>
                    <a:pt x="3128421" y="1203096"/>
                  </a:lnTo>
                  <a:lnTo>
                    <a:pt x="3128539" y="1203096"/>
                  </a:lnTo>
                  <a:lnTo>
                    <a:pt x="3128657" y="1203096"/>
                  </a:lnTo>
                  <a:lnTo>
                    <a:pt x="3128657" y="1202665"/>
                  </a:lnTo>
                  <a:lnTo>
                    <a:pt x="3128774" y="1202665"/>
                  </a:lnTo>
                  <a:lnTo>
                    <a:pt x="3128892" y="1202665"/>
                  </a:lnTo>
                  <a:lnTo>
                    <a:pt x="3129009" y="1202665"/>
                  </a:lnTo>
                  <a:lnTo>
                    <a:pt x="3129127" y="1202665"/>
                  </a:lnTo>
                  <a:lnTo>
                    <a:pt x="3129245" y="1202665"/>
                  </a:lnTo>
                  <a:lnTo>
                    <a:pt x="3129362" y="1202665"/>
                  </a:lnTo>
                  <a:lnTo>
                    <a:pt x="3129480" y="1202665"/>
                  </a:lnTo>
                  <a:lnTo>
                    <a:pt x="3129597" y="1202665"/>
                  </a:lnTo>
                  <a:lnTo>
                    <a:pt x="3129715" y="1202665"/>
                  </a:lnTo>
                  <a:lnTo>
                    <a:pt x="3129833" y="1202665"/>
                  </a:lnTo>
                  <a:lnTo>
                    <a:pt x="3129950" y="1202665"/>
                  </a:lnTo>
                  <a:lnTo>
                    <a:pt x="3130068" y="1202665"/>
                  </a:lnTo>
                  <a:lnTo>
                    <a:pt x="3130186" y="1202665"/>
                  </a:lnTo>
                  <a:lnTo>
                    <a:pt x="3130303" y="1202665"/>
                  </a:lnTo>
                  <a:lnTo>
                    <a:pt x="3130421" y="1202665"/>
                  </a:lnTo>
                  <a:lnTo>
                    <a:pt x="3130421" y="1202235"/>
                  </a:lnTo>
                  <a:lnTo>
                    <a:pt x="3130538" y="1202235"/>
                  </a:lnTo>
                  <a:lnTo>
                    <a:pt x="3130656" y="1202235"/>
                  </a:lnTo>
                  <a:lnTo>
                    <a:pt x="3130774" y="1202235"/>
                  </a:lnTo>
                  <a:lnTo>
                    <a:pt x="3130891" y="1202235"/>
                  </a:lnTo>
                  <a:lnTo>
                    <a:pt x="3131009" y="1202235"/>
                  </a:lnTo>
                  <a:lnTo>
                    <a:pt x="3131126" y="1202235"/>
                  </a:lnTo>
                  <a:lnTo>
                    <a:pt x="3131244" y="1202235"/>
                  </a:lnTo>
                  <a:lnTo>
                    <a:pt x="3131362" y="1202235"/>
                  </a:lnTo>
                  <a:lnTo>
                    <a:pt x="3131362" y="1201804"/>
                  </a:lnTo>
                  <a:lnTo>
                    <a:pt x="3131479" y="1201804"/>
                  </a:lnTo>
                  <a:lnTo>
                    <a:pt x="3131597" y="1201804"/>
                  </a:lnTo>
                  <a:lnTo>
                    <a:pt x="3131715" y="1201804"/>
                  </a:lnTo>
                  <a:lnTo>
                    <a:pt x="3131832" y="1201804"/>
                  </a:lnTo>
                  <a:lnTo>
                    <a:pt x="3131950" y="1201804"/>
                  </a:lnTo>
                  <a:lnTo>
                    <a:pt x="3132067" y="1201804"/>
                  </a:lnTo>
                  <a:lnTo>
                    <a:pt x="3132185" y="1201804"/>
                  </a:lnTo>
                  <a:lnTo>
                    <a:pt x="3132185" y="1201374"/>
                  </a:lnTo>
                  <a:lnTo>
                    <a:pt x="3132185" y="1200943"/>
                  </a:lnTo>
                  <a:lnTo>
                    <a:pt x="3132303" y="1200943"/>
                  </a:lnTo>
                  <a:lnTo>
                    <a:pt x="3132420" y="1200943"/>
                  </a:lnTo>
                  <a:lnTo>
                    <a:pt x="3132538" y="1200943"/>
                  </a:lnTo>
                  <a:lnTo>
                    <a:pt x="3132655" y="1200943"/>
                  </a:lnTo>
                  <a:lnTo>
                    <a:pt x="3132773" y="1200943"/>
                  </a:lnTo>
                  <a:lnTo>
                    <a:pt x="3132891" y="1200943"/>
                  </a:lnTo>
                  <a:lnTo>
                    <a:pt x="3133008" y="1200943"/>
                  </a:lnTo>
                  <a:lnTo>
                    <a:pt x="3133008" y="1200512"/>
                  </a:lnTo>
                  <a:lnTo>
                    <a:pt x="3133126" y="1200512"/>
                  </a:lnTo>
                  <a:lnTo>
                    <a:pt x="3133126" y="1200082"/>
                  </a:lnTo>
                  <a:lnTo>
                    <a:pt x="3133244" y="1200082"/>
                  </a:lnTo>
                  <a:lnTo>
                    <a:pt x="3133361" y="1200082"/>
                  </a:lnTo>
                  <a:lnTo>
                    <a:pt x="3133479" y="1200082"/>
                  </a:lnTo>
                  <a:lnTo>
                    <a:pt x="3133596" y="1200082"/>
                  </a:lnTo>
                  <a:lnTo>
                    <a:pt x="3133714" y="1200082"/>
                  </a:lnTo>
                  <a:lnTo>
                    <a:pt x="3133832" y="1200082"/>
                  </a:lnTo>
                  <a:lnTo>
                    <a:pt x="3133949" y="1200082"/>
                  </a:lnTo>
                  <a:lnTo>
                    <a:pt x="3133949" y="1199651"/>
                  </a:lnTo>
                  <a:lnTo>
                    <a:pt x="3134067" y="1199651"/>
                  </a:lnTo>
                  <a:lnTo>
                    <a:pt x="3134184" y="1199651"/>
                  </a:lnTo>
                  <a:lnTo>
                    <a:pt x="3134302" y="1199651"/>
                  </a:lnTo>
                  <a:lnTo>
                    <a:pt x="3134420" y="1199651"/>
                  </a:lnTo>
                  <a:lnTo>
                    <a:pt x="3134537" y="1199651"/>
                  </a:lnTo>
                  <a:lnTo>
                    <a:pt x="3134655" y="1199651"/>
                  </a:lnTo>
                  <a:lnTo>
                    <a:pt x="3134773" y="1199651"/>
                  </a:lnTo>
                  <a:lnTo>
                    <a:pt x="3134773" y="1199221"/>
                  </a:lnTo>
                  <a:lnTo>
                    <a:pt x="3134890" y="1199221"/>
                  </a:lnTo>
                  <a:lnTo>
                    <a:pt x="3135008" y="1199221"/>
                  </a:lnTo>
                  <a:lnTo>
                    <a:pt x="3135125" y="1199221"/>
                  </a:lnTo>
                  <a:lnTo>
                    <a:pt x="3135125" y="1198790"/>
                  </a:lnTo>
                  <a:lnTo>
                    <a:pt x="3135125" y="1198359"/>
                  </a:lnTo>
                  <a:lnTo>
                    <a:pt x="3135243" y="1198359"/>
                  </a:lnTo>
                  <a:lnTo>
                    <a:pt x="3135361" y="1198359"/>
                  </a:lnTo>
                  <a:lnTo>
                    <a:pt x="3135478" y="1198359"/>
                  </a:lnTo>
                  <a:lnTo>
                    <a:pt x="3135596" y="1198359"/>
                  </a:lnTo>
                  <a:lnTo>
                    <a:pt x="3135713" y="1198359"/>
                  </a:lnTo>
                  <a:lnTo>
                    <a:pt x="3135831" y="1198359"/>
                  </a:lnTo>
                  <a:lnTo>
                    <a:pt x="3135949" y="1198359"/>
                  </a:lnTo>
                  <a:lnTo>
                    <a:pt x="3136066" y="1198359"/>
                  </a:lnTo>
                  <a:lnTo>
                    <a:pt x="3136066" y="1197929"/>
                  </a:lnTo>
                  <a:lnTo>
                    <a:pt x="3136184" y="1197929"/>
                  </a:lnTo>
                  <a:lnTo>
                    <a:pt x="3136184" y="1197498"/>
                  </a:lnTo>
                  <a:lnTo>
                    <a:pt x="3136184" y="1197068"/>
                  </a:lnTo>
                  <a:lnTo>
                    <a:pt x="3136301" y="1197068"/>
                  </a:lnTo>
                  <a:lnTo>
                    <a:pt x="3136419" y="1197068"/>
                  </a:lnTo>
                  <a:lnTo>
                    <a:pt x="3136537" y="1197068"/>
                  </a:lnTo>
                  <a:lnTo>
                    <a:pt x="3136537" y="1196637"/>
                  </a:lnTo>
                  <a:lnTo>
                    <a:pt x="3136654" y="1196637"/>
                  </a:lnTo>
                  <a:lnTo>
                    <a:pt x="3136772" y="1196637"/>
                  </a:lnTo>
                  <a:lnTo>
                    <a:pt x="3136890" y="1196637"/>
                  </a:lnTo>
                  <a:lnTo>
                    <a:pt x="3137007" y="1196637"/>
                  </a:lnTo>
                  <a:lnTo>
                    <a:pt x="3137125" y="1196637"/>
                  </a:lnTo>
                  <a:lnTo>
                    <a:pt x="3137242" y="1196637"/>
                  </a:lnTo>
                  <a:lnTo>
                    <a:pt x="3137360" y="1196637"/>
                  </a:lnTo>
                  <a:lnTo>
                    <a:pt x="3137478" y="1196637"/>
                  </a:lnTo>
                  <a:lnTo>
                    <a:pt x="3137595" y="1196637"/>
                  </a:lnTo>
                  <a:lnTo>
                    <a:pt x="3137713" y="1196637"/>
                  </a:lnTo>
                  <a:lnTo>
                    <a:pt x="3137830" y="1196637"/>
                  </a:lnTo>
                  <a:lnTo>
                    <a:pt x="3137830" y="1196206"/>
                  </a:lnTo>
                  <a:lnTo>
                    <a:pt x="3137948" y="1196206"/>
                  </a:lnTo>
                  <a:lnTo>
                    <a:pt x="3138066" y="1196206"/>
                  </a:lnTo>
                  <a:lnTo>
                    <a:pt x="3138183" y="1196206"/>
                  </a:lnTo>
                  <a:lnTo>
                    <a:pt x="3138301" y="1196206"/>
                  </a:lnTo>
                  <a:lnTo>
                    <a:pt x="3138419" y="1196206"/>
                  </a:lnTo>
                  <a:lnTo>
                    <a:pt x="3138536" y="1196206"/>
                  </a:lnTo>
                  <a:lnTo>
                    <a:pt x="3138654" y="1196206"/>
                  </a:lnTo>
                  <a:lnTo>
                    <a:pt x="3138771" y="1196206"/>
                  </a:lnTo>
                  <a:lnTo>
                    <a:pt x="3138889" y="1196206"/>
                  </a:lnTo>
                  <a:lnTo>
                    <a:pt x="3139007" y="1196206"/>
                  </a:lnTo>
                  <a:lnTo>
                    <a:pt x="3139124" y="1196206"/>
                  </a:lnTo>
                  <a:lnTo>
                    <a:pt x="3139242" y="1196206"/>
                  </a:lnTo>
                  <a:lnTo>
                    <a:pt x="3139359" y="1196206"/>
                  </a:lnTo>
                  <a:lnTo>
                    <a:pt x="3139477" y="1196206"/>
                  </a:lnTo>
                  <a:lnTo>
                    <a:pt x="3139595" y="1196206"/>
                  </a:lnTo>
                  <a:lnTo>
                    <a:pt x="3139712" y="1196206"/>
                  </a:lnTo>
                  <a:lnTo>
                    <a:pt x="3139830" y="1196206"/>
                  </a:lnTo>
                  <a:lnTo>
                    <a:pt x="3139948" y="1196206"/>
                  </a:lnTo>
                  <a:lnTo>
                    <a:pt x="3140065" y="1196206"/>
                  </a:lnTo>
                  <a:lnTo>
                    <a:pt x="3140183" y="1196206"/>
                  </a:lnTo>
                  <a:lnTo>
                    <a:pt x="3140183" y="1195776"/>
                  </a:lnTo>
                  <a:lnTo>
                    <a:pt x="3140183" y="1195345"/>
                  </a:lnTo>
                  <a:lnTo>
                    <a:pt x="3140183" y="1194915"/>
                  </a:lnTo>
                  <a:lnTo>
                    <a:pt x="3140300" y="1194915"/>
                  </a:lnTo>
                  <a:lnTo>
                    <a:pt x="3140418" y="1194915"/>
                  </a:lnTo>
                  <a:lnTo>
                    <a:pt x="3140536" y="1194915"/>
                  </a:lnTo>
                  <a:lnTo>
                    <a:pt x="3140653" y="1194915"/>
                  </a:lnTo>
                  <a:lnTo>
                    <a:pt x="3140771" y="1194915"/>
                  </a:lnTo>
                  <a:lnTo>
                    <a:pt x="3140888" y="1194915"/>
                  </a:lnTo>
                  <a:lnTo>
                    <a:pt x="3141006" y="1194915"/>
                  </a:lnTo>
                  <a:lnTo>
                    <a:pt x="3141124" y="1194915"/>
                  </a:lnTo>
                  <a:lnTo>
                    <a:pt x="3141241" y="1194915"/>
                  </a:lnTo>
                  <a:lnTo>
                    <a:pt x="3141359" y="1194915"/>
                  </a:lnTo>
                  <a:lnTo>
                    <a:pt x="3141477" y="1194915"/>
                  </a:lnTo>
                  <a:lnTo>
                    <a:pt x="3141594" y="1194915"/>
                  </a:lnTo>
                  <a:lnTo>
                    <a:pt x="3141594" y="1194484"/>
                  </a:lnTo>
                  <a:lnTo>
                    <a:pt x="3141712" y="1194484"/>
                  </a:lnTo>
                  <a:lnTo>
                    <a:pt x="3141829" y="1194484"/>
                  </a:lnTo>
                  <a:lnTo>
                    <a:pt x="3141947" y="1194484"/>
                  </a:lnTo>
                  <a:lnTo>
                    <a:pt x="3142065" y="1194484"/>
                  </a:lnTo>
                  <a:lnTo>
                    <a:pt x="3142182" y="1194484"/>
                  </a:lnTo>
                  <a:lnTo>
                    <a:pt x="3142300" y="1194484"/>
                  </a:lnTo>
                  <a:lnTo>
                    <a:pt x="3142417" y="1194484"/>
                  </a:lnTo>
                  <a:lnTo>
                    <a:pt x="3142535" y="1194484"/>
                  </a:lnTo>
                  <a:lnTo>
                    <a:pt x="3142535" y="1194053"/>
                  </a:lnTo>
                  <a:lnTo>
                    <a:pt x="3142653" y="1194053"/>
                  </a:lnTo>
                  <a:lnTo>
                    <a:pt x="3142770" y="1194053"/>
                  </a:lnTo>
                  <a:lnTo>
                    <a:pt x="3142888" y="1194053"/>
                  </a:lnTo>
                  <a:lnTo>
                    <a:pt x="3143006" y="1194053"/>
                  </a:lnTo>
                  <a:lnTo>
                    <a:pt x="3143006" y="1193623"/>
                  </a:lnTo>
                  <a:lnTo>
                    <a:pt x="3143006" y="1193192"/>
                  </a:lnTo>
                  <a:lnTo>
                    <a:pt x="3143123" y="1193192"/>
                  </a:lnTo>
                  <a:lnTo>
                    <a:pt x="3143123" y="1192762"/>
                  </a:lnTo>
                  <a:lnTo>
                    <a:pt x="3143241" y="1192762"/>
                  </a:lnTo>
                  <a:lnTo>
                    <a:pt x="3143358" y="1192762"/>
                  </a:lnTo>
                  <a:lnTo>
                    <a:pt x="3143476" y="1192762"/>
                  </a:lnTo>
                  <a:lnTo>
                    <a:pt x="3143594" y="1192762"/>
                  </a:lnTo>
                  <a:lnTo>
                    <a:pt x="3143711" y="1192762"/>
                  </a:lnTo>
                  <a:lnTo>
                    <a:pt x="3143829" y="1192762"/>
                  </a:lnTo>
                  <a:lnTo>
                    <a:pt x="3143829" y="1192331"/>
                  </a:lnTo>
                  <a:lnTo>
                    <a:pt x="3143946" y="1192331"/>
                  </a:lnTo>
                  <a:lnTo>
                    <a:pt x="3144064" y="1192331"/>
                  </a:lnTo>
                  <a:lnTo>
                    <a:pt x="3144182" y="1192331"/>
                  </a:lnTo>
                  <a:lnTo>
                    <a:pt x="3144299" y="1192331"/>
                  </a:lnTo>
                  <a:lnTo>
                    <a:pt x="3144417" y="1192331"/>
                  </a:lnTo>
                  <a:lnTo>
                    <a:pt x="3144534" y="1192331"/>
                  </a:lnTo>
                  <a:lnTo>
                    <a:pt x="3144534" y="1191900"/>
                  </a:lnTo>
                  <a:lnTo>
                    <a:pt x="3144652" y="1191900"/>
                  </a:lnTo>
                  <a:lnTo>
                    <a:pt x="3144770" y="1191900"/>
                  </a:lnTo>
                  <a:lnTo>
                    <a:pt x="3144887" y="1191900"/>
                  </a:lnTo>
                  <a:lnTo>
                    <a:pt x="3145005" y="1191900"/>
                  </a:lnTo>
                  <a:lnTo>
                    <a:pt x="3145123" y="1191900"/>
                  </a:lnTo>
                  <a:lnTo>
                    <a:pt x="3145240" y="1191900"/>
                  </a:lnTo>
                  <a:lnTo>
                    <a:pt x="3145358" y="1191900"/>
                  </a:lnTo>
                  <a:lnTo>
                    <a:pt x="3145475" y="1191900"/>
                  </a:lnTo>
                  <a:lnTo>
                    <a:pt x="3145593" y="1191900"/>
                  </a:lnTo>
                  <a:lnTo>
                    <a:pt x="3145711" y="1191900"/>
                  </a:lnTo>
                  <a:lnTo>
                    <a:pt x="3145828" y="1191900"/>
                  </a:lnTo>
                  <a:lnTo>
                    <a:pt x="3145946" y="1191900"/>
                  </a:lnTo>
                  <a:lnTo>
                    <a:pt x="3145946" y="1191470"/>
                  </a:lnTo>
                  <a:lnTo>
                    <a:pt x="3146063" y="1191470"/>
                  </a:lnTo>
                  <a:lnTo>
                    <a:pt x="3146063" y="1191039"/>
                  </a:lnTo>
                  <a:lnTo>
                    <a:pt x="3146181" y="1191039"/>
                  </a:lnTo>
                  <a:lnTo>
                    <a:pt x="3146299" y="1191039"/>
                  </a:lnTo>
                  <a:lnTo>
                    <a:pt x="3146299" y="1190609"/>
                  </a:lnTo>
                  <a:lnTo>
                    <a:pt x="3146416" y="1190609"/>
                  </a:lnTo>
                  <a:lnTo>
                    <a:pt x="3146534" y="1190609"/>
                  </a:lnTo>
                  <a:lnTo>
                    <a:pt x="3146652" y="1190609"/>
                  </a:lnTo>
                  <a:lnTo>
                    <a:pt x="3146652" y="1190178"/>
                  </a:lnTo>
                  <a:lnTo>
                    <a:pt x="3146769" y="1190178"/>
                  </a:lnTo>
                  <a:lnTo>
                    <a:pt x="3146769" y="1189747"/>
                  </a:lnTo>
                  <a:lnTo>
                    <a:pt x="3146887" y="1189747"/>
                  </a:lnTo>
                  <a:lnTo>
                    <a:pt x="3146887" y="1189317"/>
                  </a:lnTo>
                  <a:lnTo>
                    <a:pt x="3147004" y="1189317"/>
                  </a:lnTo>
                  <a:lnTo>
                    <a:pt x="3147122" y="1189317"/>
                  </a:lnTo>
                  <a:lnTo>
                    <a:pt x="3147240" y="1189317"/>
                  </a:lnTo>
                  <a:lnTo>
                    <a:pt x="3147357" y="1189317"/>
                  </a:lnTo>
                  <a:lnTo>
                    <a:pt x="3147357" y="1188886"/>
                  </a:lnTo>
                  <a:lnTo>
                    <a:pt x="3147475" y="1188886"/>
                  </a:lnTo>
                  <a:lnTo>
                    <a:pt x="3147475" y="1188456"/>
                  </a:lnTo>
                  <a:lnTo>
                    <a:pt x="3147592" y="1188456"/>
                  </a:lnTo>
                  <a:lnTo>
                    <a:pt x="3147710" y="1188456"/>
                  </a:lnTo>
                  <a:lnTo>
                    <a:pt x="3147828" y="1188456"/>
                  </a:lnTo>
                  <a:lnTo>
                    <a:pt x="3147945" y="1188456"/>
                  </a:lnTo>
                  <a:lnTo>
                    <a:pt x="3147945" y="1188025"/>
                  </a:lnTo>
                  <a:lnTo>
                    <a:pt x="3147945" y="1187594"/>
                  </a:lnTo>
                  <a:lnTo>
                    <a:pt x="3148063" y="1187594"/>
                  </a:lnTo>
                  <a:lnTo>
                    <a:pt x="3148181" y="1187594"/>
                  </a:lnTo>
                  <a:lnTo>
                    <a:pt x="3148298" y="1187594"/>
                  </a:lnTo>
                  <a:lnTo>
                    <a:pt x="3148416" y="1187594"/>
                  </a:lnTo>
                  <a:lnTo>
                    <a:pt x="3148533" y="1187594"/>
                  </a:lnTo>
                  <a:lnTo>
                    <a:pt x="3148651" y="1187594"/>
                  </a:lnTo>
                  <a:lnTo>
                    <a:pt x="3148769" y="1187594"/>
                  </a:lnTo>
                  <a:lnTo>
                    <a:pt x="3148886" y="1187594"/>
                  </a:lnTo>
                  <a:lnTo>
                    <a:pt x="3149004" y="1187594"/>
                  </a:lnTo>
                  <a:lnTo>
                    <a:pt x="3149121" y="1187594"/>
                  </a:lnTo>
                  <a:lnTo>
                    <a:pt x="3149239" y="1187594"/>
                  </a:lnTo>
                  <a:lnTo>
                    <a:pt x="3149357" y="1187594"/>
                  </a:lnTo>
                  <a:lnTo>
                    <a:pt x="3149474" y="1187594"/>
                  </a:lnTo>
                  <a:lnTo>
                    <a:pt x="3149592" y="1187594"/>
                  </a:lnTo>
                  <a:lnTo>
                    <a:pt x="3149592" y="1187164"/>
                  </a:lnTo>
                  <a:lnTo>
                    <a:pt x="3149710" y="1187164"/>
                  </a:lnTo>
                  <a:lnTo>
                    <a:pt x="3149827" y="1187164"/>
                  </a:lnTo>
                  <a:lnTo>
                    <a:pt x="3149945" y="1187164"/>
                  </a:lnTo>
                  <a:lnTo>
                    <a:pt x="3150062" y="1187164"/>
                  </a:lnTo>
                  <a:lnTo>
                    <a:pt x="3150180" y="1187164"/>
                  </a:lnTo>
                  <a:lnTo>
                    <a:pt x="3150298" y="1187164"/>
                  </a:lnTo>
                  <a:lnTo>
                    <a:pt x="3150415" y="1187164"/>
                  </a:lnTo>
                  <a:lnTo>
                    <a:pt x="3150533" y="1187164"/>
                  </a:lnTo>
                  <a:lnTo>
                    <a:pt x="3150533" y="1186733"/>
                  </a:lnTo>
                  <a:lnTo>
                    <a:pt x="3150650" y="1186733"/>
                  </a:lnTo>
                  <a:lnTo>
                    <a:pt x="3150650" y="1186303"/>
                  </a:lnTo>
                  <a:lnTo>
                    <a:pt x="3150768" y="1186303"/>
                  </a:lnTo>
                  <a:lnTo>
                    <a:pt x="3150886" y="1186303"/>
                  </a:lnTo>
                  <a:lnTo>
                    <a:pt x="3151003" y="1186303"/>
                  </a:lnTo>
                  <a:lnTo>
                    <a:pt x="3151121" y="1186303"/>
                  </a:lnTo>
                  <a:lnTo>
                    <a:pt x="3151121" y="1185872"/>
                  </a:lnTo>
                  <a:lnTo>
                    <a:pt x="3151238" y="1185872"/>
                  </a:lnTo>
                  <a:lnTo>
                    <a:pt x="3151356" y="1185872"/>
                  </a:lnTo>
                  <a:lnTo>
                    <a:pt x="3151474" y="1185872"/>
                  </a:lnTo>
                  <a:lnTo>
                    <a:pt x="3151591" y="1185872"/>
                  </a:lnTo>
                  <a:lnTo>
                    <a:pt x="3151709" y="1185872"/>
                  </a:lnTo>
                  <a:lnTo>
                    <a:pt x="3151827" y="1185872"/>
                  </a:lnTo>
                  <a:lnTo>
                    <a:pt x="3151944" y="1185872"/>
                  </a:lnTo>
                  <a:lnTo>
                    <a:pt x="3152062" y="1185872"/>
                  </a:lnTo>
                  <a:lnTo>
                    <a:pt x="3152062" y="1185441"/>
                  </a:lnTo>
                  <a:lnTo>
                    <a:pt x="3152179" y="1185441"/>
                  </a:lnTo>
                  <a:lnTo>
                    <a:pt x="3152297" y="1185441"/>
                  </a:lnTo>
                  <a:lnTo>
                    <a:pt x="3152297" y="1185011"/>
                  </a:lnTo>
                  <a:lnTo>
                    <a:pt x="3152297" y="1184580"/>
                  </a:lnTo>
                  <a:lnTo>
                    <a:pt x="3152415" y="1184580"/>
                  </a:lnTo>
                  <a:lnTo>
                    <a:pt x="3152532" y="1184580"/>
                  </a:lnTo>
                  <a:lnTo>
                    <a:pt x="3152650" y="1184580"/>
                  </a:lnTo>
                  <a:lnTo>
                    <a:pt x="3152767" y="1184580"/>
                  </a:lnTo>
                  <a:lnTo>
                    <a:pt x="3152885" y="1184580"/>
                  </a:lnTo>
                  <a:lnTo>
                    <a:pt x="3153003" y="1184580"/>
                  </a:lnTo>
                  <a:lnTo>
                    <a:pt x="3153003" y="1184150"/>
                  </a:lnTo>
                  <a:lnTo>
                    <a:pt x="3153120" y="1184150"/>
                  </a:lnTo>
                  <a:lnTo>
                    <a:pt x="3153120" y="1183719"/>
                  </a:lnTo>
                  <a:lnTo>
                    <a:pt x="3153120" y="1183288"/>
                  </a:lnTo>
                  <a:lnTo>
                    <a:pt x="3153238" y="1183288"/>
                  </a:lnTo>
                  <a:lnTo>
                    <a:pt x="3153238" y="1182858"/>
                  </a:lnTo>
                  <a:lnTo>
                    <a:pt x="3153356" y="1182858"/>
                  </a:lnTo>
                  <a:lnTo>
                    <a:pt x="3153473" y="1182858"/>
                  </a:lnTo>
                  <a:lnTo>
                    <a:pt x="3153591" y="1182858"/>
                  </a:lnTo>
                  <a:lnTo>
                    <a:pt x="3153708" y="1182858"/>
                  </a:lnTo>
                  <a:lnTo>
                    <a:pt x="3153708" y="1182427"/>
                  </a:lnTo>
                  <a:lnTo>
                    <a:pt x="3153826" y="1182427"/>
                  </a:lnTo>
                  <a:lnTo>
                    <a:pt x="3153826" y="1181997"/>
                  </a:lnTo>
                  <a:lnTo>
                    <a:pt x="3153944" y="1181997"/>
                  </a:lnTo>
                  <a:lnTo>
                    <a:pt x="3154061" y="1181997"/>
                  </a:lnTo>
                  <a:lnTo>
                    <a:pt x="3154179" y="1181997"/>
                  </a:lnTo>
                  <a:lnTo>
                    <a:pt x="3154296" y="1181997"/>
                  </a:lnTo>
                  <a:lnTo>
                    <a:pt x="3154414" y="1181997"/>
                  </a:lnTo>
                  <a:lnTo>
                    <a:pt x="3154414" y="1181566"/>
                  </a:lnTo>
                  <a:lnTo>
                    <a:pt x="3154532" y="1181566"/>
                  </a:lnTo>
                  <a:lnTo>
                    <a:pt x="3154649" y="1181566"/>
                  </a:lnTo>
                  <a:lnTo>
                    <a:pt x="3154767" y="1181566"/>
                  </a:lnTo>
                  <a:lnTo>
                    <a:pt x="3154885" y="1181566"/>
                  </a:lnTo>
                  <a:lnTo>
                    <a:pt x="3155002" y="1181566"/>
                  </a:lnTo>
                  <a:lnTo>
                    <a:pt x="3155120" y="1181566"/>
                  </a:lnTo>
                  <a:lnTo>
                    <a:pt x="3155237" y="1181566"/>
                  </a:lnTo>
                  <a:lnTo>
                    <a:pt x="3155355" y="1181566"/>
                  </a:lnTo>
                  <a:lnTo>
                    <a:pt x="3155473" y="1181566"/>
                  </a:lnTo>
                  <a:lnTo>
                    <a:pt x="3155473" y="1181135"/>
                  </a:lnTo>
                  <a:lnTo>
                    <a:pt x="3155590" y="1181135"/>
                  </a:lnTo>
                  <a:lnTo>
                    <a:pt x="3155708" y="1181135"/>
                  </a:lnTo>
                  <a:lnTo>
                    <a:pt x="3155708" y="1180705"/>
                  </a:lnTo>
                  <a:lnTo>
                    <a:pt x="3155825" y="1180705"/>
                  </a:lnTo>
                  <a:lnTo>
                    <a:pt x="3155825" y="1180274"/>
                  </a:lnTo>
                  <a:lnTo>
                    <a:pt x="3155943" y="1180274"/>
                  </a:lnTo>
                  <a:lnTo>
                    <a:pt x="3156061" y="1180274"/>
                  </a:lnTo>
                  <a:lnTo>
                    <a:pt x="3156178" y="1180274"/>
                  </a:lnTo>
                  <a:lnTo>
                    <a:pt x="3156296" y="1180274"/>
                  </a:lnTo>
                  <a:lnTo>
                    <a:pt x="3156414" y="1180274"/>
                  </a:lnTo>
                  <a:lnTo>
                    <a:pt x="3156531" y="1180274"/>
                  </a:lnTo>
                  <a:lnTo>
                    <a:pt x="3156649" y="1180274"/>
                  </a:lnTo>
                  <a:lnTo>
                    <a:pt x="3156766" y="1180274"/>
                  </a:lnTo>
                  <a:lnTo>
                    <a:pt x="3156884" y="1180274"/>
                  </a:lnTo>
                  <a:lnTo>
                    <a:pt x="3157002" y="1180274"/>
                  </a:lnTo>
                  <a:lnTo>
                    <a:pt x="3157119" y="1180274"/>
                  </a:lnTo>
                  <a:lnTo>
                    <a:pt x="3157237" y="1180274"/>
                  </a:lnTo>
                  <a:lnTo>
                    <a:pt x="3157354" y="1180274"/>
                  </a:lnTo>
                  <a:lnTo>
                    <a:pt x="3157472" y="1180274"/>
                  </a:lnTo>
                  <a:lnTo>
                    <a:pt x="3157590" y="1180274"/>
                  </a:lnTo>
                  <a:lnTo>
                    <a:pt x="3157707" y="1180274"/>
                  </a:lnTo>
                  <a:lnTo>
                    <a:pt x="3157707" y="1179844"/>
                  </a:lnTo>
                  <a:lnTo>
                    <a:pt x="3157825" y="1179844"/>
                  </a:lnTo>
                  <a:lnTo>
                    <a:pt x="3157943" y="1179844"/>
                  </a:lnTo>
                  <a:lnTo>
                    <a:pt x="3158060" y="1179844"/>
                  </a:lnTo>
                  <a:lnTo>
                    <a:pt x="3158178" y="1179844"/>
                  </a:lnTo>
                  <a:lnTo>
                    <a:pt x="3158295" y="1179844"/>
                  </a:lnTo>
                  <a:lnTo>
                    <a:pt x="3158413" y="1179844"/>
                  </a:lnTo>
                  <a:lnTo>
                    <a:pt x="3158531" y="1179844"/>
                  </a:lnTo>
                  <a:lnTo>
                    <a:pt x="3158648" y="1179844"/>
                  </a:lnTo>
                  <a:lnTo>
                    <a:pt x="3158766" y="1179844"/>
                  </a:lnTo>
                  <a:lnTo>
                    <a:pt x="3158883" y="1179844"/>
                  </a:lnTo>
                  <a:lnTo>
                    <a:pt x="3158883" y="1179413"/>
                  </a:lnTo>
                  <a:lnTo>
                    <a:pt x="3158883" y="1178982"/>
                  </a:lnTo>
                  <a:lnTo>
                    <a:pt x="3159001" y="1178982"/>
                  </a:lnTo>
                  <a:lnTo>
                    <a:pt x="3159119" y="1178982"/>
                  </a:lnTo>
                  <a:lnTo>
                    <a:pt x="3159119" y="1178552"/>
                  </a:lnTo>
                  <a:lnTo>
                    <a:pt x="3159119" y="1178121"/>
                  </a:lnTo>
                  <a:lnTo>
                    <a:pt x="3159236" y="1178121"/>
                  </a:lnTo>
                  <a:lnTo>
                    <a:pt x="3159354" y="1178121"/>
                  </a:lnTo>
                  <a:lnTo>
                    <a:pt x="3159471" y="1178121"/>
                  </a:lnTo>
                  <a:lnTo>
                    <a:pt x="3159589" y="1178121"/>
                  </a:lnTo>
                  <a:lnTo>
                    <a:pt x="3159589" y="1177691"/>
                  </a:lnTo>
                  <a:lnTo>
                    <a:pt x="3159707" y="1177691"/>
                  </a:lnTo>
                  <a:lnTo>
                    <a:pt x="3159824" y="1177691"/>
                  </a:lnTo>
                  <a:lnTo>
                    <a:pt x="3159942" y="1177691"/>
                  </a:lnTo>
                  <a:lnTo>
                    <a:pt x="3160060" y="1177691"/>
                  </a:lnTo>
                  <a:lnTo>
                    <a:pt x="3160177" y="1177691"/>
                  </a:lnTo>
                  <a:lnTo>
                    <a:pt x="3160295" y="1177691"/>
                  </a:lnTo>
                  <a:lnTo>
                    <a:pt x="3160412" y="1177691"/>
                  </a:lnTo>
                  <a:lnTo>
                    <a:pt x="3160530" y="1177691"/>
                  </a:lnTo>
                  <a:lnTo>
                    <a:pt x="3160648" y="1177691"/>
                  </a:lnTo>
                  <a:lnTo>
                    <a:pt x="3160765" y="1177691"/>
                  </a:lnTo>
                  <a:lnTo>
                    <a:pt x="3160883" y="1177691"/>
                  </a:lnTo>
                  <a:lnTo>
                    <a:pt x="3161000" y="1177691"/>
                  </a:lnTo>
                  <a:lnTo>
                    <a:pt x="3161000" y="1177260"/>
                  </a:lnTo>
                  <a:lnTo>
                    <a:pt x="3161118" y="1177260"/>
                  </a:lnTo>
                  <a:lnTo>
                    <a:pt x="3161236" y="1177260"/>
                  </a:lnTo>
                  <a:lnTo>
                    <a:pt x="3161353" y="1177260"/>
                  </a:lnTo>
                  <a:lnTo>
                    <a:pt x="3161353" y="1176829"/>
                  </a:lnTo>
                  <a:lnTo>
                    <a:pt x="3161353" y="1176399"/>
                  </a:lnTo>
                  <a:lnTo>
                    <a:pt x="3161471" y="1176399"/>
                  </a:lnTo>
                  <a:lnTo>
                    <a:pt x="3161589" y="1176399"/>
                  </a:lnTo>
                  <a:lnTo>
                    <a:pt x="3161706" y="1176399"/>
                  </a:lnTo>
                  <a:lnTo>
                    <a:pt x="3161706" y="1175968"/>
                  </a:lnTo>
                  <a:lnTo>
                    <a:pt x="3161824" y="1175968"/>
                  </a:lnTo>
                  <a:lnTo>
                    <a:pt x="3161824" y="1175538"/>
                  </a:lnTo>
                  <a:lnTo>
                    <a:pt x="3161941" y="1175538"/>
                  </a:lnTo>
                  <a:lnTo>
                    <a:pt x="3162059" y="1175538"/>
                  </a:lnTo>
                  <a:lnTo>
                    <a:pt x="3162177" y="1175538"/>
                  </a:lnTo>
                  <a:lnTo>
                    <a:pt x="3162294" y="1175538"/>
                  </a:lnTo>
                  <a:lnTo>
                    <a:pt x="3162412" y="1175538"/>
                  </a:lnTo>
                  <a:lnTo>
                    <a:pt x="3162529" y="1175538"/>
                  </a:lnTo>
                  <a:lnTo>
                    <a:pt x="3162647" y="1175538"/>
                  </a:lnTo>
                  <a:lnTo>
                    <a:pt x="3162765" y="1175538"/>
                  </a:lnTo>
                  <a:lnTo>
                    <a:pt x="3162882" y="1175538"/>
                  </a:lnTo>
                  <a:lnTo>
                    <a:pt x="3163000" y="1175538"/>
                  </a:lnTo>
                  <a:lnTo>
                    <a:pt x="3163118" y="1175538"/>
                  </a:lnTo>
                  <a:lnTo>
                    <a:pt x="3163235" y="1175538"/>
                  </a:lnTo>
                  <a:lnTo>
                    <a:pt x="3163353" y="1175538"/>
                  </a:lnTo>
                  <a:lnTo>
                    <a:pt x="3163353" y="1175107"/>
                  </a:lnTo>
                  <a:lnTo>
                    <a:pt x="3163470" y="1175107"/>
                  </a:lnTo>
                  <a:lnTo>
                    <a:pt x="3163588" y="1175107"/>
                  </a:lnTo>
                  <a:lnTo>
                    <a:pt x="3163706" y="1175107"/>
                  </a:lnTo>
                  <a:lnTo>
                    <a:pt x="3163823" y="1175107"/>
                  </a:lnTo>
                  <a:lnTo>
                    <a:pt x="3163941" y="1175107"/>
                  </a:lnTo>
                  <a:lnTo>
                    <a:pt x="3163941" y="1174676"/>
                  </a:lnTo>
                  <a:lnTo>
                    <a:pt x="3164058" y="1174676"/>
                  </a:lnTo>
                  <a:lnTo>
                    <a:pt x="3164176" y="1174676"/>
                  </a:lnTo>
                  <a:lnTo>
                    <a:pt x="3164176" y="1174246"/>
                  </a:lnTo>
                  <a:lnTo>
                    <a:pt x="3164294" y="1174246"/>
                  </a:lnTo>
                  <a:lnTo>
                    <a:pt x="3164411" y="1174246"/>
                  </a:lnTo>
                  <a:lnTo>
                    <a:pt x="3164529" y="1174246"/>
                  </a:lnTo>
                  <a:lnTo>
                    <a:pt x="3164647" y="1174246"/>
                  </a:lnTo>
                  <a:lnTo>
                    <a:pt x="3164764" y="1174246"/>
                  </a:lnTo>
                  <a:lnTo>
                    <a:pt x="3164882" y="1174246"/>
                  </a:lnTo>
                  <a:lnTo>
                    <a:pt x="3164882" y="1173815"/>
                  </a:lnTo>
                  <a:lnTo>
                    <a:pt x="3164999" y="1173815"/>
                  </a:lnTo>
                  <a:lnTo>
                    <a:pt x="3165117" y="1173815"/>
                  </a:lnTo>
                  <a:lnTo>
                    <a:pt x="3165235" y="1173815"/>
                  </a:lnTo>
                  <a:lnTo>
                    <a:pt x="3165352" y="1173815"/>
                  </a:lnTo>
                  <a:lnTo>
                    <a:pt x="3165470" y="1173815"/>
                  </a:lnTo>
                  <a:lnTo>
                    <a:pt x="3165587" y="1173815"/>
                  </a:lnTo>
                  <a:lnTo>
                    <a:pt x="3165705" y="1173815"/>
                  </a:lnTo>
                  <a:lnTo>
                    <a:pt x="3165823" y="1173815"/>
                  </a:lnTo>
                  <a:lnTo>
                    <a:pt x="3165940" y="1173815"/>
                  </a:lnTo>
                  <a:lnTo>
                    <a:pt x="3166058" y="1173815"/>
                  </a:lnTo>
                  <a:lnTo>
                    <a:pt x="3166058" y="1173385"/>
                  </a:lnTo>
                  <a:lnTo>
                    <a:pt x="3166176" y="1173385"/>
                  </a:lnTo>
                  <a:lnTo>
                    <a:pt x="3166293" y="1173385"/>
                  </a:lnTo>
                  <a:lnTo>
                    <a:pt x="3166293" y="1172954"/>
                  </a:lnTo>
                  <a:lnTo>
                    <a:pt x="3166411" y="1172954"/>
                  </a:lnTo>
                  <a:lnTo>
                    <a:pt x="3166528" y="1172954"/>
                  </a:lnTo>
                  <a:lnTo>
                    <a:pt x="3166528" y="1172523"/>
                  </a:lnTo>
                  <a:lnTo>
                    <a:pt x="3166646" y="1172523"/>
                  </a:lnTo>
                  <a:lnTo>
                    <a:pt x="3166764" y="1172523"/>
                  </a:lnTo>
                  <a:lnTo>
                    <a:pt x="3166881" y="1172523"/>
                  </a:lnTo>
                  <a:lnTo>
                    <a:pt x="3166999" y="1172523"/>
                  </a:lnTo>
                  <a:lnTo>
                    <a:pt x="3167116" y="1172523"/>
                  </a:lnTo>
                  <a:lnTo>
                    <a:pt x="3167234" y="1172523"/>
                  </a:lnTo>
                  <a:lnTo>
                    <a:pt x="3167352" y="1172523"/>
                  </a:lnTo>
                  <a:lnTo>
                    <a:pt x="3167469" y="1172523"/>
                  </a:lnTo>
                  <a:lnTo>
                    <a:pt x="3167469" y="1172093"/>
                  </a:lnTo>
                  <a:lnTo>
                    <a:pt x="3167587" y="1172093"/>
                  </a:lnTo>
                  <a:lnTo>
                    <a:pt x="3167704" y="1172093"/>
                  </a:lnTo>
                  <a:lnTo>
                    <a:pt x="3167822" y="1172093"/>
                  </a:lnTo>
                  <a:lnTo>
                    <a:pt x="3167822" y="1171662"/>
                  </a:lnTo>
                  <a:lnTo>
                    <a:pt x="3167940" y="1171662"/>
                  </a:lnTo>
                  <a:lnTo>
                    <a:pt x="3167940" y="1171232"/>
                  </a:lnTo>
                  <a:lnTo>
                    <a:pt x="3168057" y="1171232"/>
                  </a:lnTo>
                  <a:lnTo>
                    <a:pt x="3168057" y="1170801"/>
                  </a:lnTo>
                  <a:lnTo>
                    <a:pt x="3168175" y="1170801"/>
                  </a:lnTo>
                  <a:lnTo>
                    <a:pt x="3168175" y="1170370"/>
                  </a:lnTo>
                  <a:lnTo>
                    <a:pt x="3168293" y="1170370"/>
                  </a:lnTo>
                  <a:lnTo>
                    <a:pt x="3168410" y="1170370"/>
                  </a:lnTo>
                  <a:lnTo>
                    <a:pt x="3168528" y="1170370"/>
                  </a:lnTo>
                  <a:lnTo>
                    <a:pt x="3168645" y="1170370"/>
                  </a:lnTo>
                  <a:lnTo>
                    <a:pt x="3168763" y="1170370"/>
                  </a:lnTo>
                  <a:lnTo>
                    <a:pt x="3168763" y="1169940"/>
                  </a:lnTo>
                  <a:lnTo>
                    <a:pt x="3168881" y="1169940"/>
                  </a:lnTo>
                  <a:lnTo>
                    <a:pt x="3168998" y="1169940"/>
                  </a:lnTo>
                  <a:lnTo>
                    <a:pt x="3169116" y="1169940"/>
                  </a:lnTo>
                  <a:lnTo>
                    <a:pt x="3169233" y="1169940"/>
                  </a:lnTo>
                  <a:lnTo>
                    <a:pt x="3169351" y="1169940"/>
                  </a:lnTo>
                  <a:lnTo>
                    <a:pt x="3169469" y="1169940"/>
                  </a:lnTo>
                  <a:lnTo>
                    <a:pt x="3169586" y="1169940"/>
                  </a:lnTo>
                  <a:lnTo>
                    <a:pt x="3169586" y="1169509"/>
                  </a:lnTo>
                  <a:lnTo>
                    <a:pt x="3169704" y="1169509"/>
                  </a:lnTo>
                  <a:lnTo>
                    <a:pt x="3169822" y="1169509"/>
                  </a:lnTo>
                  <a:lnTo>
                    <a:pt x="3169939" y="1169509"/>
                  </a:lnTo>
                  <a:lnTo>
                    <a:pt x="3170057" y="1169509"/>
                  </a:lnTo>
                  <a:lnTo>
                    <a:pt x="3170174" y="1169509"/>
                  </a:lnTo>
                  <a:lnTo>
                    <a:pt x="3170292" y="1169509"/>
                  </a:lnTo>
                  <a:lnTo>
                    <a:pt x="3170410" y="1169509"/>
                  </a:lnTo>
                  <a:lnTo>
                    <a:pt x="3170527" y="1169509"/>
                  </a:lnTo>
                  <a:lnTo>
                    <a:pt x="3170645" y="1169509"/>
                  </a:lnTo>
                  <a:lnTo>
                    <a:pt x="3170762" y="1169509"/>
                  </a:lnTo>
                  <a:lnTo>
                    <a:pt x="3170880" y="1169509"/>
                  </a:lnTo>
                  <a:lnTo>
                    <a:pt x="3170998" y="1169509"/>
                  </a:lnTo>
                  <a:lnTo>
                    <a:pt x="3171115" y="1169509"/>
                  </a:lnTo>
                  <a:lnTo>
                    <a:pt x="3171233" y="1169509"/>
                  </a:lnTo>
                  <a:lnTo>
                    <a:pt x="3171351" y="1169509"/>
                  </a:lnTo>
                  <a:lnTo>
                    <a:pt x="3171351" y="1169079"/>
                  </a:lnTo>
                  <a:lnTo>
                    <a:pt x="3171468" y="1169079"/>
                  </a:lnTo>
                  <a:lnTo>
                    <a:pt x="3171586" y="1169079"/>
                  </a:lnTo>
                  <a:lnTo>
                    <a:pt x="3171703" y="1169079"/>
                  </a:lnTo>
                  <a:lnTo>
                    <a:pt x="3171821" y="1169079"/>
                  </a:lnTo>
                  <a:lnTo>
                    <a:pt x="3171939" y="1169079"/>
                  </a:lnTo>
                  <a:lnTo>
                    <a:pt x="3172056" y="1169079"/>
                  </a:lnTo>
                  <a:lnTo>
                    <a:pt x="3172174" y="1169079"/>
                  </a:lnTo>
                  <a:lnTo>
                    <a:pt x="3172174" y="1168648"/>
                  </a:lnTo>
                  <a:lnTo>
                    <a:pt x="3172291" y="1168648"/>
                  </a:lnTo>
                  <a:lnTo>
                    <a:pt x="3172409" y="1168648"/>
                  </a:lnTo>
                  <a:lnTo>
                    <a:pt x="3172527" y="1168648"/>
                  </a:lnTo>
                  <a:lnTo>
                    <a:pt x="3172644" y="1168648"/>
                  </a:lnTo>
                  <a:lnTo>
                    <a:pt x="3172762" y="1168648"/>
                  </a:lnTo>
                  <a:lnTo>
                    <a:pt x="3172762" y="1168217"/>
                  </a:lnTo>
                  <a:lnTo>
                    <a:pt x="3172880" y="1168217"/>
                  </a:lnTo>
                  <a:lnTo>
                    <a:pt x="3172880" y="1167787"/>
                  </a:lnTo>
                  <a:lnTo>
                    <a:pt x="3172997" y="1167787"/>
                  </a:lnTo>
                  <a:lnTo>
                    <a:pt x="3172997" y="1167356"/>
                  </a:lnTo>
                  <a:lnTo>
                    <a:pt x="3173115" y="1167356"/>
                  </a:lnTo>
                  <a:lnTo>
                    <a:pt x="3173232" y="1167356"/>
                  </a:lnTo>
                  <a:lnTo>
                    <a:pt x="3173350" y="1167356"/>
                  </a:lnTo>
                  <a:lnTo>
                    <a:pt x="3173468" y="1167356"/>
                  </a:lnTo>
                  <a:lnTo>
                    <a:pt x="3173585" y="1167356"/>
                  </a:lnTo>
                  <a:lnTo>
                    <a:pt x="3173703" y="1167356"/>
                  </a:lnTo>
                  <a:lnTo>
                    <a:pt x="3173820" y="1167356"/>
                  </a:lnTo>
                  <a:lnTo>
                    <a:pt x="3173820" y="1166926"/>
                  </a:lnTo>
                  <a:lnTo>
                    <a:pt x="3173938" y="1166926"/>
                  </a:lnTo>
                  <a:lnTo>
                    <a:pt x="3174056" y="1166926"/>
                  </a:lnTo>
                  <a:lnTo>
                    <a:pt x="3174056" y="1166495"/>
                  </a:lnTo>
                  <a:lnTo>
                    <a:pt x="3174173" y="1166495"/>
                  </a:lnTo>
                  <a:lnTo>
                    <a:pt x="3174291" y="1166495"/>
                  </a:lnTo>
                  <a:lnTo>
                    <a:pt x="3174409" y="1166495"/>
                  </a:lnTo>
                  <a:lnTo>
                    <a:pt x="3174409" y="1166064"/>
                  </a:lnTo>
                  <a:lnTo>
                    <a:pt x="3174526" y="1166064"/>
                  </a:lnTo>
                  <a:lnTo>
                    <a:pt x="3174644" y="1166064"/>
                  </a:lnTo>
                  <a:lnTo>
                    <a:pt x="3174761" y="1166064"/>
                  </a:lnTo>
                  <a:lnTo>
                    <a:pt x="3174879" y="1166064"/>
                  </a:lnTo>
                  <a:lnTo>
                    <a:pt x="3174997" y="1166064"/>
                  </a:lnTo>
                  <a:lnTo>
                    <a:pt x="3174997" y="1165634"/>
                  </a:lnTo>
                  <a:lnTo>
                    <a:pt x="3175114" y="1165634"/>
                  </a:lnTo>
                  <a:lnTo>
                    <a:pt x="3175232" y="1165634"/>
                  </a:lnTo>
                  <a:lnTo>
                    <a:pt x="3175232" y="1165203"/>
                  </a:lnTo>
                  <a:lnTo>
                    <a:pt x="3175349" y="1165203"/>
                  </a:lnTo>
                  <a:lnTo>
                    <a:pt x="3175467" y="1165203"/>
                  </a:lnTo>
                  <a:lnTo>
                    <a:pt x="3175585" y="1165203"/>
                  </a:lnTo>
                  <a:lnTo>
                    <a:pt x="3175702" y="1165203"/>
                  </a:lnTo>
                  <a:lnTo>
                    <a:pt x="3175820" y="1165203"/>
                  </a:lnTo>
                  <a:lnTo>
                    <a:pt x="3175937" y="1165203"/>
                  </a:lnTo>
                  <a:lnTo>
                    <a:pt x="3176055" y="1165203"/>
                  </a:lnTo>
                  <a:lnTo>
                    <a:pt x="3176055" y="1164773"/>
                  </a:lnTo>
                  <a:lnTo>
                    <a:pt x="3176055" y="1164342"/>
                  </a:lnTo>
                  <a:lnTo>
                    <a:pt x="3176173" y="1164342"/>
                  </a:lnTo>
                  <a:lnTo>
                    <a:pt x="3176290" y="1164342"/>
                  </a:lnTo>
                  <a:lnTo>
                    <a:pt x="3176290" y="1163911"/>
                  </a:lnTo>
                  <a:lnTo>
                    <a:pt x="3176408" y="1163911"/>
                  </a:lnTo>
                  <a:lnTo>
                    <a:pt x="3176526" y="1163911"/>
                  </a:lnTo>
                  <a:lnTo>
                    <a:pt x="3176643" y="1163911"/>
                  </a:lnTo>
                  <a:lnTo>
                    <a:pt x="3176761" y="1163911"/>
                  </a:lnTo>
                  <a:lnTo>
                    <a:pt x="3176878" y="1163911"/>
                  </a:lnTo>
                  <a:lnTo>
                    <a:pt x="3176996" y="1163911"/>
                  </a:lnTo>
                  <a:lnTo>
                    <a:pt x="3177114" y="1163911"/>
                  </a:lnTo>
                  <a:lnTo>
                    <a:pt x="3177231" y="1163911"/>
                  </a:lnTo>
                  <a:lnTo>
                    <a:pt x="3177349" y="1163911"/>
                  </a:lnTo>
                  <a:lnTo>
                    <a:pt x="3177466" y="1163911"/>
                  </a:lnTo>
                  <a:lnTo>
                    <a:pt x="3177584" y="1163911"/>
                  </a:lnTo>
                  <a:lnTo>
                    <a:pt x="3177702" y="1163911"/>
                  </a:lnTo>
                  <a:lnTo>
                    <a:pt x="3177702" y="1163481"/>
                  </a:lnTo>
                  <a:lnTo>
                    <a:pt x="3177819" y="1163481"/>
                  </a:lnTo>
                  <a:lnTo>
                    <a:pt x="3177937" y="1163481"/>
                  </a:lnTo>
                  <a:lnTo>
                    <a:pt x="3178055" y="1163481"/>
                  </a:lnTo>
                  <a:lnTo>
                    <a:pt x="3178172" y="1163481"/>
                  </a:lnTo>
                  <a:lnTo>
                    <a:pt x="3178290" y="1163481"/>
                  </a:lnTo>
                  <a:lnTo>
                    <a:pt x="3178407" y="1163481"/>
                  </a:lnTo>
                  <a:lnTo>
                    <a:pt x="3178407" y="1163050"/>
                  </a:lnTo>
                  <a:lnTo>
                    <a:pt x="3178525" y="1163050"/>
                  </a:lnTo>
                  <a:lnTo>
                    <a:pt x="3178643" y="1163050"/>
                  </a:lnTo>
                  <a:lnTo>
                    <a:pt x="3178760" y="1163050"/>
                  </a:lnTo>
                  <a:lnTo>
                    <a:pt x="3178878" y="1163050"/>
                  </a:lnTo>
                  <a:lnTo>
                    <a:pt x="3178995" y="1163050"/>
                  </a:lnTo>
                  <a:lnTo>
                    <a:pt x="3179113" y="1163050"/>
                  </a:lnTo>
                  <a:lnTo>
                    <a:pt x="3179231" y="1163050"/>
                  </a:lnTo>
                  <a:lnTo>
                    <a:pt x="3179348" y="1163050"/>
                  </a:lnTo>
                  <a:lnTo>
                    <a:pt x="3179466" y="1163050"/>
                  </a:lnTo>
                  <a:lnTo>
                    <a:pt x="3179584" y="1163050"/>
                  </a:lnTo>
                  <a:lnTo>
                    <a:pt x="3179701" y="1163050"/>
                  </a:lnTo>
                  <a:lnTo>
                    <a:pt x="3179819" y="1163050"/>
                  </a:lnTo>
                  <a:lnTo>
                    <a:pt x="3179819" y="1162620"/>
                  </a:lnTo>
                  <a:lnTo>
                    <a:pt x="3179936" y="1162620"/>
                  </a:lnTo>
                  <a:lnTo>
                    <a:pt x="3180054" y="1162620"/>
                  </a:lnTo>
                  <a:lnTo>
                    <a:pt x="3180172" y="1162620"/>
                  </a:lnTo>
                  <a:lnTo>
                    <a:pt x="3180289" y="1162620"/>
                  </a:lnTo>
                  <a:lnTo>
                    <a:pt x="3180407" y="1162620"/>
                  </a:lnTo>
                  <a:lnTo>
                    <a:pt x="3180524" y="1162620"/>
                  </a:lnTo>
                  <a:lnTo>
                    <a:pt x="3180642" y="1162620"/>
                  </a:lnTo>
                  <a:lnTo>
                    <a:pt x="3180642" y="1162189"/>
                  </a:lnTo>
                  <a:lnTo>
                    <a:pt x="3180760" y="1162189"/>
                  </a:lnTo>
                  <a:lnTo>
                    <a:pt x="3180877" y="1162189"/>
                  </a:lnTo>
                  <a:lnTo>
                    <a:pt x="3180995" y="1162189"/>
                  </a:lnTo>
                  <a:lnTo>
                    <a:pt x="3181113" y="1162189"/>
                  </a:lnTo>
                  <a:lnTo>
                    <a:pt x="3181230" y="1162189"/>
                  </a:lnTo>
                  <a:lnTo>
                    <a:pt x="3181230" y="1161758"/>
                  </a:lnTo>
                  <a:lnTo>
                    <a:pt x="3181348" y="1161758"/>
                  </a:lnTo>
                  <a:lnTo>
                    <a:pt x="3181465" y="1161758"/>
                  </a:lnTo>
                  <a:lnTo>
                    <a:pt x="3181583" y="1161758"/>
                  </a:lnTo>
                  <a:lnTo>
                    <a:pt x="3181583" y="1161328"/>
                  </a:lnTo>
                  <a:lnTo>
                    <a:pt x="3181583" y="1160897"/>
                  </a:lnTo>
                  <a:lnTo>
                    <a:pt x="3181701" y="1160897"/>
                  </a:lnTo>
                  <a:lnTo>
                    <a:pt x="3181818" y="1160897"/>
                  </a:lnTo>
                  <a:lnTo>
                    <a:pt x="3181936" y="1160897"/>
                  </a:lnTo>
                  <a:lnTo>
                    <a:pt x="3182053" y="1160897"/>
                  </a:lnTo>
                  <a:lnTo>
                    <a:pt x="3182171" y="1160897"/>
                  </a:lnTo>
                  <a:lnTo>
                    <a:pt x="3182171" y="1160467"/>
                  </a:lnTo>
                  <a:lnTo>
                    <a:pt x="3182289" y="1160467"/>
                  </a:lnTo>
                  <a:lnTo>
                    <a:pt x="3182406" y="1160467"/>
                  </a:lnTo>
                  <a:lnTo>
                    <a:pt x="3182524" y="1160467"/>
                  </a:lnTo>
                  <a:lnTo>
                    <a:pt x="3182642" y="1160467"/>
                  </a:lnTo>
                  <a:lnTo>
                    <a:pt x="3182759" y="1160467"/>
                  </a:lnTo>
                  <a:lnTo>
                    <a:pt x="3182759" y="1160036"/>
                  </a:lnTo>
                  <a:lnTo>
                    <a:pt x="3182877" y="1160036"/>
                  </a:lnTo>
                  <a:lnTo>
                    <a:pt x="3182994" y="1160036"/>
                  </a:lnTo>
                  <a:lnTo>
                    <a:pt x="3183112" y="1160036"/>
                  </a:lnTo>
                  <a:lnTo>
                    <a:pt x="3183230" y="1160036"/>
                  </a:lnTo>
                  <a:lnTo>
                    <a:pt x="3183230" y="1159605"/>
                  </a:lnTo>
                  <a:lnTo>
                    <a:pt x="3183347" y="1159605"/>
                  </a:lnTo>
                  <a:lnTo>
                    <a:pt x="3183347" y="1159175"/>
                  </a:lnTo>
                  <a:lnTo>
                    <a:pt x="3183465" y="1159175"/>
                  </a:lnTo>
                  <a:lnTo>
                    <a:pt x="3183582" y="1159175"/>
                  </a:lnTo>
                  <a:lnTo>
                    <a:pt x="3183700" y="1159175"/>
                  </a:lnTo>
                  <a:lnTo>
                    <a:pt x="3183700" y="1158744"/>
                  </a:lnTo>
                  <a:lnTo>
                    <a:pt x="3183818" y="1158744"/>
                  </a:lnTo>
                  <a:lnTo>
                    <a:pt x="3183818" y="1158314"/>
                  </a:lnTo>
                  <a:lnTo>
                    <a:pt x="3183935" y="1158314"/>
                  </a:lnTo>
                  <a:lnTo>
                    <a:pt x="3184053" y="1158314"/>
                  </a:lnTo>
                  <a:lnTo>
                    <a:pt x="3184170" y="1158314"/>
                  </a:lnTo>
                  <a:lnTo>
                    <a:pt x="3184288" y="1158314"/>
                  </a:lnTo>
                  <a:lnTo>
                    <a:pt x="3184406" y="1158314"/>
                  </a:lnTo>
                  <a:lnTo>
                    <a:pt x="3184523" y="1158314"/>
                  </a:lnTo>
                  <a:lnTo>
                    <a:pt x="3184641" y="1158314"/>
                  </a:lnTo>
                  <a:lnTo>
                    <a:pt x="3184759" y="1158314"/>
                  </a:lnTo>
                  <a:lnTo>
                    <a:pt x="3184876" y="1158314"/>
                  </a:lnTo>
                  <a:lnTo>
                    <a:pt x="3184994" y="1158314"/>
                  </a:lnTo>
                  <a:lnTo>
                    <a:pt x="3185111" y="1158314"/>
                  </a:lnTo>
                  <a:lnTo>
                    <a:pt x="3185111" y="1157883"/>
                  </a:lnTo>
                  <a:lnTo>
                    <a:pt x="3185229" y="1157883"/>
                  </a:lnTo>
                  <a:lnTo>
                    <a:pt x="3185229" y="1157452"/>
                  </a:lnTo>
                  <a:lnTo>
                    <a:pt x="3185347" y="1157452"/>
                  </a:lnTo>
                  <a:lnTo>
                    <a:pt x="3185464" y="1157452"/>
                  </a:lnTo>
                  <a:lnTo>
                    <a:pt x="3185582" y="1157452"/>
                  </a:lnTo>
                  <a:lnTo>
                    <a:pt x="3185699" y="1157452"/>
                  </a:lnTo>
                  <a:lnTo>
                    <a:pt x="3185817" y="1157452"/>
                  </a:lnTo>
                  <a:lnTo>
                    <a:pt x="3185817" y="1157022"/>
                  </a:lnTo>
                  <a:lnTo>
                    <a:pt x="3185935" y="1157022"/>
                  </a:lnTo>
                  <a:lnTo>
                    <a:pt x="3186052" y="1157022"/>
                  </a:lnTo>
                  <a:lnTo>
                    <a:pt x="3186170" y="1157022"/>
                  </a:lnTo>
                  <a:lnTo>
                    <a:pt x="3186288" y="1157022"/>
                  </a:lnTo>
                  <a:lnTo>
                    <a:pt x="3186288" y="1156591"/>
                  </a:lnTo>
                  <a:lnTo>
                    <a:pt x="3186405" y="1156591"/>
                  </a:lnTo>
                  <a:lnTo>
                    <a:pt x="3186523" y="1156591"/>
                  </a:lnTo>
                  <a:lnTo>
                    <a:pt x="3186640" y="1156591"/>
                  </a:lnTo>
                  <a:lnTo>
                    <a:pt x="3186640" y="1156161"/>
                  </a:lnTo>
                  <a:lnTo>
                    <a:pt x="3186758" y="1156161"/>
                  </a:lnTo>
                  <a:lnTo>
                    <a:pt x="3186876" y="1156161"/>
                  </a:lnTo>
                  <a:lnTo>
                    <a:pt x="3186993" y="1156161"/>
                  </a:lnTo>
                  <a:lnTo>
                    <a:pt x="3187111" y="1156161"/>
                  </a:lnTo>
                  <a:lnTo>
                    <a:pt x="3187228" y="1156161"/>
                  </a:lnTo>
                  <a:lnTo>
                    <a:pt x="3187346" y="1156161"/>
                  </a:lnTo>
                  <a:lnTo>
                    <a:pt x="3187346" y="1155730"/>
                  </a:lnTo>
                  <a:lnTo>
                    <a:pt x="3187346" y="1155299"/>
                  </a:lnTo>
                  <a:lnTo>
                    <a:pt x="3187464" y="1155299"/>
                  </a:lnTo>
                  <a:lnTo>
                    <a:pt x="3187581" y="1155299"/>
                  </a:lnTo>
                  <a:lnTo>
                    <a:pt x="3187699" y="1155299"/>
                  </a:lnTo>
                  <a:lnTo>
                    <a:pt x="3187817" y="1155299"/>
                  </a:lnTo>
                  <a:lnTo>
                    <a:pt x="3187934" y="1155299"/>
                  </a:lnTo>
                  <a:lnTo>
                    <a:pt x="3188052" y="1155299"/>
                  </a:lnTo>
                  <a:lnTo>
                    <a:pt x="3188052" y="1154869"/>
                  </a:lnTo>
                  <a:lnTo>
                    <a:pt x="3188169" y="1154869"/>
                  </a:lnTo>
                  <a:lnTo>
                    <a:pt x="3188287" y="1154869"/>
                  </a:lnTo>
                  <a:lnTo>
                    <a:pt x="3188405" y="1154869"/>
                  </a:lnTo>
                  <a:lnTo>
                    <a:pt x="3188522" y="1154869"/>
                  </a:lnTo>
                  <a:lnTo>
                    <a:pt x="3188640" y="1154869"/>
                  </a:lnTo>
                  <a:lnTo>
                    <a:pt x="3188757" y="1154869"/>
                  </a:lnTo>
                  <a:lnTo>
                    <a:pt x="3188757" y="1154438"/>
                  </a:lnTo>
                  <a:lnTo>
                    <a:pt x="3188875" y="1154438"/>
                  </a:lnTo>
                  <a:lnTo>
                    <a:pt x="3188875" y="1154008"/>
                  </a:lnTo>
                  <a:lnTo>
                    <a:pt x="3188875" y="1153577"/>
                  </a:lnTo>
                  <a:lnTo>
                    <a:pt x="3188993" y="1153577"/>
                  </a:lnTo>
                  <a:lnTo>
                    <a:pt x="3189110" y="1153577"/>
                  </a:lnTo>
                  <a:lnTo>
                    <a:pt x="3189228" y="1153577"/>
                  </a:lnTo>
                  <a:lnTo>
                    <a:pt x="3189346" y="1153577"/>
                  </a:lnTo>
                  <a:lnTo>
                    <a:pt x="3189346" y="1153146"/>
                  </a:lnTo>
                  <a:lnTo>
                    <a:pt x="3189463" y="1153146"/>
                  </a:lnTo>
                  <a:lnTo>
                    <a:pt x="3189581" y="1153146"/>
                  </a:lnTo>
                  <a:lnTo>
                    <a:pt x="3189698" y="1153146"/>
                  </a:lnTo>
                  <a:lnTo>
                    <a:pt x="3189816" y="1153146"/>
                  </a:lnTo>
                  <a:lnTo>
                    <a:pt x="3189934" y="1153146"/>
                  </a:lnTo>
                  <a:lnTo>
                    <a:pt x="3190051" y="1153146"/>
                  </a:lnTo>
                  <a:lnTo>
                    <a:pt x="3190051" y="1152716"/>
                  </a:lnTo>
                  <a:lnTo>
                    <a:pt x="3190169" y="1152716"/>
                  </a:lnTo>
                  <a:lnTo>
                    <a:pt x="3190286" y="1152716"/>
                  </a:lnTo>
                  <a:lnTo>
                    <a:pt x="3190404" y="1152716"/>
                  </a:lnTo>
                  <a:lnTo>
                    <a:pt x="3190522" y="1152716"/>
                  </a:lnTo>
                  <a:lnTo>
                    <a:pt x="3190639" y="1152716"/>
                  </a:lnTo>
                  <a:lnTo>
                    <a:pt x="3190757" y="1152716"/>
                  </a:lnTo>
                  <a:lnTo>
                    <a:pt x="3190875" y="1152716"/>
                  </a:lnTo>
                  <a:lnTo>
                    <a:pt x="3190875" y="1152285"/>
                  </a:lnTo>
                  <a:lnTo>
                    <a:pt x="3190992" y="1152285"/>
                  </a:lnTo>
                  <a:lnTo>
                    <a:pt x="3191110" y="1152285"/>
                  </a:lnTo>
                  <a:lnTo>
                    <a:pt x="3191227" y="1152285"/>
                  </a:lnTo>
                  <a:lnTo>
                    <a:pt x="3191345" y="1152285"/>
                  </a:lnTo>
                  <a:lnTo>
                    <a:pt x="3191345" y="1151855"/>
                  </a:lnTo>
                  <a:lnTo>
                    <a:pt x="3191463" y="1151855"/>
                  </a:lnTo>
                  <a:lnTo>
                    <a:pt x="3191580" y="1151855"/>
                  </a:lnTo>
                  <a:lnTo>
                    <a:pt x="3191698" y="1151855"/>
                  </a:lnTo>
                  <a:lnTo>
                    <a:pt x="3191698" y="1151424"/>
                  </a:lnTo>
                  <a:lnTo>
                    <a:pt x="3191815" y="1151424"/>
                  </a:lnTo>
                  <a:lnTo>
                    <a:pt x="3191933" y="1151424"/>
                  </a:lnTo>
                  <a:lnTo>
                    <a:pt x="3192051" y="1151424"/>
                  </a:lnTo>
                  <a:lnTo>
                    <a:pt x="3192168" y="1151424"/>
                  </a:lnTo>
                  <a:lnTo>
                    <a:pt x="3192286" y="1151424"/>
                  </a:lnTo>
                  <a:lnTo>
                    <a:pt x="3192403" y="1151424"/>
                  </a:lnTo>
                  <a:lnTo>
                    <a:pt x="3192403" y="1150993"/>
                  </a:lnTo>
                  <a:lnTo>
                    <a:pt x="3192521" y="1150993"/>
                  </a:lnTo>
                  <a:lnTo>
                    <a:pt x="3192639" y="1150993"/>
                  </a:lnTo>
                  <a:lnTo>
                    <a:pt x="3192756" y="1150993"/>
                  </a:lnTo>
                  <a:lnTo>
                    <a:pt x="3192874" y="1150993"/>
                  </a:lnTo>
                  <a:lnTo>
                    <a:pt x="3192992" y="1150993"/>
                  </a:lnTo>
                  <a:lnTo>
                    <a:pt x="3193109" y="1150993"/>
                  </a:lnTo>
                  <a:lnTo>
                    <a:pt x="3193227" y="1150993"/>
                  </a:lnTo>
                  <a:lnTo>
                    <a:pt x="3193344" y="1150993"/>
                  </a:lnTo>
                  <a:lnTo>
                    <a:pt x="3193462" y="1150993"/>
                  </a:lnTo>
                  <a:lnTo>
                    <a:pt x="3193462" y="1150563"/>
                  </a:lnTo>
                  <a:lnTo>
                    <a:pt x="3193580" y="1150563"/>
                  </a:lnTo>
                  <a:lnTo>
                    <a:pt x="3193697" y="1150563"/>
                  </a:lnTo>
                  <a:lnTo>
                    <a:pt x="3193815" y="1150563"/>
                  </a:lnTo>
                  <a:lnTo>
                    <a:pt x="3193815" y="1150132"/>
                  </a:lnTo>
                  <a:lnTo>
                    <a:pt x="3193932" y="1150132"/>
                  </a:lnTo>
                  <a:lnTo>
                    <a:pt x="3194050" y="1150132"/>
                  </a:lnTo>
                  <a:lnTo>
                    <a:pt x="3194168" y="1150132"/>
                  </a:lnTo>
                  <a:lnTo>
                    <a:pt x="3194285" y="1150132"/>
                  </a:lnTo>
                  <a:lnTo>
                    <a:pt x="3194403" y="1150132"/>
                  </a:lnTo>
                  <a:lnTo>
                    <a:pt x="3194403" y="1149702"/>
                  </a:lnTo>
                  <a:lnTo>
                    <a:pt x="3194521" y="1149702"/>
                  </a:lnTo>
                  <a:lnTo>
                    <a:pt x="3194638" y="1149702"/>
                  </a:lnTo>
                  <a:lnTo>
                    <a:pt x="3194638" y="1149271"/>
                  </a:lnTo>
                  <a:lnTo>
                    <a:pt x="3194756" y="1149271"/>
                  </a:lnTo>
                  <a:lnTo>
                    <a:pt x="3194873" y="1149271"/>
                  </a:lnTo>
                  <a:lnTo>
                    <a:pt x="3194991" y="1149271"/>
                  </a:lnTo>
                  <a:lnTo>
                    <a:pt x="3195109" y="1149271"/>
                  </a:lnTo>
                  <a:lnTo>
                    <a:pt x="3195226" y="1149271"/>
                  </a:lnTo>
                  <a:lnTo>
                    <a:pt x="3195344" y="1149271"/>
                  </a:lnTo>
                  <a:lnTo>
                    <a:pt x="3195461" y="1149271"/>
                  </a:lnTo>
                  <a:lnTo>
                    <a:pt x="3195579" y="1149271"/>
                  </a:lnTo>
                  <a:lnTo>
                    <a:pt x="3195697" y="1149271"/>
                  </a:lnTo>
                  <a:lnTo>
                    <a:pt x="3195814" y="1149271"/>
                  </a:lnTo>
                  <a:lnTo>
                    <a:pt x="3195814" y="1148840"/>
                  </a:lnTo>
                  <a:lnTo>
                    <a:pt x="3195814" y="1148410"/>
                  </a:lnTo>
                  <a:lnTo>
                    <a:pt x="3195932" y="1148410"/>
                  </a:lnTo>
                  <a:lnTo>
                    <a:pt x="3196050" y="1148410"/>
                  </a:lnTo>
                  <a:lnTo>
                    <a:pt x="3196167" y="1148410"/>
                  </a:lnTo>
                  <a:lnTo>
                    <a:pt x="3196167" y="1147979"/>
                  </a:lnTo>
                  <a:lnTo>
                    <a:pt x="3196167" y="1147549"/>
                  </a:lnTo>
                  <a:lnTo>
                    <a:pt x="3196167" y="1147118"/>
                  </a:lnTo>
                  <a:lnTo>
                    <a:pt x="3196285" y="1147118"/>
                  </a:lnTo>
                  <a:lnTo>
                    <a:pt x="3196285" y="1146687"/>
                  </a:lnTo>
                  <a:lnTo>
                    <a:pt x="3196285" y="1146257"/>
                  </a:lnTo>
                  <a:lnTo>
                    <a:pt x="3196285" y="1145826"/>
                  </a:lnTo>
                  <a:lnTo>
                    <a:pt x="3196402" y="1145826"/>
                  </a:lnTo>
                  <a:lnTo>
                    <a:pt x="3196520" y="1145826"/>
                  </a:lnTo>
                  <a:lnTo>
                    <a:pt x="3196638" y="1145826"/>
                  </a:lnTo>
                  <a:lnTo>
                    <a:pt x="3196755" y="1145826"/>
                  </a:lnTo>
                  <a:lnTo>
                    <a:pt x="3196873" y="1145826"/>
                  </a:lnTo>
                  <a:lnTo>
                    <a:pt x="3196990" y="1145826"/>
                  </a:lnTo>
                  <a:lnTo>
                    <a:pt x="3197108" y="1145826"/>
                  </a:lnTo>
                  <a:lnTo>
                    <a:pt x="3197226" y="1145826"/>
                  </a:lnTo>
                  <a:lnTo>
                    <a:pt x="3197343" y="1145826"/>
                  </a:lnTo>
                  <a:lnTo>
                    <a:pt x="3197461" y="1145826"/>
                  </a:lnTo>
                  <a:lnTo>
                    <a:pt x="3197461" y="1145396"/>
                  </a:lnTo>
                  <a:lnTo>
                    <a:pt x="3197579" y="1145396"/>
                  </a:lnTo>
                  <a:lnTo>
                    <a:pt x="3197696" y="1145396"/>
                  </a:lnTo>
                  <a:lnTo>
                    <a:pt x="3197696" y="1144965"/>
                  </a:lnTo>
                  <a:lnTo>
                    <a:pt x="3197696" y="1144534"/>
                  </a:lnTo>
                  <a:lnTo>
                    <a:pt x="3197814" y="1144534"/>
                  </a:lnTo>
                  <a:lnTo>
                    <a:pt x="3197931" y="1144534"/>
                  </a:lnTo>
                  <a:lnTo>
                    <a:pt x="3197931" y="1144104"/>
                  </a:lnTo>
                  <a:lnTo>
                    <a:pt x="3198049" y="1144104"/>
                  </a:lnTo>
                  <a:lnTo>
                    <a:pt x="3198167" y="1144104"/>
                  </a:lnTo>
                  <a:lnTo>
                    <a:pt x="3198167" y="1143673"/>
                  </a:lnTo>
                  <a:lnTo>
                    <a:pt x="3198284" y="1143673"/>
                  </a:lnTo>
                  <a:lnTo>
                    <a:pt x="3198402" y="1143673"/>
                  </a:lnTo>
                  <a:lnTo>
                    <a:pt x="3198402" y="1143243"/>
                  </a:lnTo>
                  <a:lnTo>
                    <a:pt x="3198402" y="1142812"/>
                  </a:lnTo>
                  <a:lnTo>
                    <a:pt x="3198519" y="1142812"/>
                  </a:lnTo>
                  <a:lnTo>
                    <a:pt x="3198637" y="1142812"/>
                  </a:lnTo>
                  <a:lnTo>
                    <a:pt x="3198755" y="1142812"/>
                  </a:lnTo>
                  <a:lnTo>
                    <a:pt x="3198872" y="1142812"/>
                  </a:lnTo>
                  <a:lnTo>
                    <a:pt x="3198990" y="1142812"/>
                  </a:lnTo>
                  <a:lnTo>
                    <a:pt x="3199108" y="1142812"/>
                  </a:lnTo>
                  <a:lnTo>
                    <a:pt x="3199225" y="1142812"/>
                  </a:lnTo>
                  <a:lnTo>
                    <a:pt x="3199343" y="1142812"/>
                  </a:lnTo>
                  <a:lnTo>
                    <a:pt x="3199460" y="1142812"/>
                  </a:lnTo>
                  <a:lnTo>
                    <a:pt x="3199578" y="1142812"/>
                  </a:lnTo>
                  <a:lnTo>
                    <a:pt x="3199578" y="1142381"/>
                  </a:lnTo>
                  <a:lnTo>
                    <a:pt x="3199696" y="1142381"/>
                  </a:lnTo>
                  <a:lnTo>
                    <a:pt x="3199813" y="1142381"/>
                  </a:lnTo>
                  <a:lnTo>
                    <a:pt x="3199931" y="1142381"/>
                  </a:lnTo>
                  <a:lnTo>
                    <a:pt x="3199931" y="1141951"/>
                  </a:lnTo>
                  <a:lnTo>
                    <a:pt x="3200048" y="1141951"/>
                  </a:lnTo>
                  <a:lnTo>
                    <a:pt x="3200166" y="1141951"/>
                  </a:lnTo>
                  <a:lnTo>
                    <a:pt x="3200284" y="1141951"/>
                  </a:lnTo>
                  <a:lnTo>
                    <a:pt x="3200284" y="1141520"/>
                  </a:lnTo>
                  <a:lnTo>
                    <a:pt x="3200284" y="1141090"/>
                  </a:lnTo>
                  <a:lnTo>
                    <a:pt x="3200401" y="1141090"/>
                  </a:lnTo>
                  <a:lnTo>
                    <a:pt x="3200519" y="1141090"/>
                  </a:lnTo>
                  <a:lnTo>
                    <a:pt x="3200636" y="1141090"/>
                  </a:lnTo>
                  <a:lnTo>
                    <a:pt x="3200754" y="1141090"/>
                  </a:lnTo>
                  <a:lnTo>
                    <a:pt x="3200872" y="1141090"/>
                  </a:lnTo>
                  <a:lnTo>
                    <a:pt x="3200989" y="1141090"/>
                  </a:lnTo>
                  <a:lnTo>
                    <a:pt x="3201107" y="1141090"/>
                  </a:lnTo>
                  <a:lnTo>
                    <a:pt x="3201225" y="1141090"/>
                  </a:lnTo>
                  <a:lnTo>
                    <a:pt x="3201342" y="1141090"/>
                  </a:lnTo>
                  <a:lnTo>
                    <a:pt x="3201460" y="1141090"/>
                  </a:lnTo>
                  <a:lnTo>
                    <a:pt x="3201577" y="1141090"/>
                  </a:lnTo>
                  <a:lnTo>
                    <a:pt x="3201695" y="1141090"/>
                  </a:lnTo>
                  <a:lnTo>
                    <a:pt x="3201813" y="1141090"/>
                  </a:lnTo>
                  <a:lnTo>
                    <a:pt x="3201813" y="1140659"/>
                  </a:lnTo>
                  <a:lnTo>
                    <a:pt x="3201930" y="1140659"/>
                  </a:lnTo>
                  <a:lnTo>
                    <a:pt x="3202048" y="1140659"/>
                  </a:lnTo>
                  <a:lnTo>
                    <a:pt x="3202165" y="1140659"/>
                  </a:lnTo>
                  <a:lnTo>
                    <a:pt x="3202165" y="1140228"/>
                  </a:lnTo>
                  <a:lnTo>
                    <a:pt x="3202283" y="1140228"/>
                  </a:lnTo>
                  <a:lnTo>
                    <a:pt x="3202401" y="1140228"/>
                  </a:lnTo>
                  <a:lnTo>
                    <a:pt x="3202401" y="1139798"/>
                  </a:lnTo>
                  <a:lnTo>
                    <a:pt x="3202518" y="1139798"/>
                  </a:lnTo>
                  <a:lnTo>
                    <a:pt x="3202636" y="1139798"/>
                  </a:lnTo>
                  <a:lnTo>
                    <a:pt x="3202754" y="1139798"/>
                  </a:lnTo>
                  <a:lnTo>
                    <a:pt x="3202871" y="1139798"/>
                  </a:lnTo>
                  <a:lnTo>
                    <a:pt x="3202989" y="1139798"/>
                  </a:lnTo>
                  <a:lnTo>
                    <a:pt x="3203106" y="1139798"/>
                  </a:lnTo>
                  <a:lnTo>
                    <a:pt x="3203224" y="1139798"/>
                  </a:lnTo>
                  <a:lnTo>
                    <a:pt x="3203342" y="1139798"/>
                  </a:lnTo>
                  <a:lnTo>
                    <a:pt x="3203342" y="1139367"/>
                  </a:lnTo>
                  <a:lnTo>
                    <a:pt x="3203459" y="1139367"/>
                  </a:lnTo>
                  <a:lnTo>
                    <a:pt x="3203459" y="1138937"/>
                  </a:lnTo>
                  <a:lnTo>
                    <a:pt x="3203577" y="1138937"/>
                  </a:lnTo>
                  <a:lnTo>
                    <a:pt x="3203694" y="1138937"/>
                  </a:lnTo>
                  <a:lnTo>
                    <a:pt x="3203812" y="1138937"/>
                  </a:lnTo>
                  <a:lnTo>
                    <a:pt x="3203930" y="1138937"/>
                  </a:lnTo>
                  <a:lnTo>
                    <a:pt x="3204047" y="1138937"/>
                  </a:lnTo>
                  <a:lnTo>
                    <a:pt x="3204165" y="1138937"/>
                  </a:lnTo>
                  <a:lnTo>
                    <a:pt x="3204283" y="1138937"/>
                  </a:lnTo>
                  <a:lnTo>
                    <a:pt x="3204400" y="1138937"/>
                  </a:lnTo>
                  <a:lnTo>
                    <a:pt x="3204400" y="1138506"/>
                  </a:lnTo>
                  <a:lnTo>
                    <a:pt x="3204518" y="1138506"/>
                  </a:lnTo>
                  <a:lnTo>
                    <a:pt x="3204635" y="1138506"/>
                  </a:lnTo>
                  <a:lnTo>
                    <a:pt x="3204753" y="1138506"/>
                  </a:lnTo>
                  <a:lnTo>
                    <a:pt x="3204753" y="1138075"/>
                  </a:lnTo>
                  <a:lnTo>
                    <a:pt x="3204871" y="1138075"/>
                  </a:lnTo>
                  <a:lnTo>
                    <a:pt x="3204988" y="1138075"/>
                  </a:lnTo>
                  <a:lnTo>
                    <a:pt x="3205106" y="1138075"/>
                  </a:lnTo>
                  <a:lnTo>
                    <a:pt x="3205106" y="1137645"/>
                  </a:lnTo>
                  <a:lnTo>
                    <a:pt x="3205106" y="1137214"/>
                  </a:lnTo>
                  <a:lnTo>
                    <a:pt x="3205106" y="1136784"/>
                  </a:lnTo>
                  <a:lnTo>
                    <a:pt x="3205223" y="1136784"/>
                  </a:lnTo>
                  <a:lnTo>
                    <a:pt x="3205341" y="1136784"/>
                  </a:lnTo>
                  <a:lnTo>
                    <a:pt x="3205459" y="1136784"/>
                  </a:lnTo>
                  <a:lnTo>
                    <a:pt x="3205576" y="1136784"/>
                  </a:lnTo>
                  <a:lnTo>
                    <a:pt x="3205694" y="1136784"/>
                  </a:lnTo>
                  <a:lnTo>
                    <a:pt x="3205812" y="1136784"/>
                  </a:lnTo>
                  <a:lnTo>
                    <a:pt x="3205812" y="1136353"/>
                  </a:lnTo>
                  <a:lnTo>
                    <a:pt x="3205929" y="1136353"/>
                  </a:lnTo>
                  <a:lnTo>
                    <a:pt x="3206047" y="1136353"/>
                  </a:lnTo>
                  <a:lnTo>
                    <a:pt x="3206164" y="1136353"/>
                  </a:lnTo>
                  <a:lnTo>
                    <a:pt x="3206164" y="1135922"/>
                  </a:lnTo>
                  <a:lnTo>
                    <a:pt x="3206282" y="1135922"/>
                  </a:lnTo>
                  <a:lnTo>
                    <a:pt x="3206400" y="1135922"/>
                  </a:lnTo>
                  <a:lnTo>
                    <a:pt x="3206517" y="1135922"/>
                  </a:lnTo>
                  <a:lnTo>
                    <a:pt x="3206635" y="1135922"/>
                  </a:lnTo>
                  <a:lnTo>
                    <a:pt x="3206752" y="1135922"/>
                  </a:lnTo>
                  <a:lnTo>
                    <a:pt x="3206870" y="1135922"/>
                  </a:lnTo>
                  <a:lnTo>
                    <a:pt x="3206988" y="1135922"/>
                  </a:lnTo>
                  <a:lnTo>
                    <a:pt x="3206988" y="1135492"/>
                  </a:lnTo>
                  <a:lnTo>
                    <a:pt x="3206988" y="1135061"/>
                  </a:lnTo>
                  <a:lnTo>
                    <a:pt x="3207105" y="1135061"/>
                  </a:lnTo>
                  <a:lnTo>
                    <a:pt x="3207223" y="1135061"/>
                  </a:lnTo>
                  <a:lnTo>
                    <a:pt x="3207341" y="1135061"/>
                  </a:lnTo>
                  <a:lnTo>
                    <a:pt x="3207458" y="1135061"/>
                  </a:lnTo>
                  <a:lnTo>
                    <a:pt x="3207458" y="1134631"/>
                  </a:lnTo>
                  <a:lnTo>
                    <a:pt x="3207458" y="1134200"/>
                  </a:lnTo>
                  <a:lnTo>
                    <a:pt x="3207576" y="1134200"/>
                  </a:lnTo>
                  <a:lnTo>
                    <a:pt x="3207693" y="1134200"/>
                  </a:lnTo>
                  <a:lnTo>
                    <a:pt x="3207693" y="1133769"/>
                  </a:lnTo>
                  <a:lnTo>
                    <a:pt x="3207811" y="1133769"/>
                  </a:lnTo>
                  <a:lnTo>
                    <a:pt x="3207929" y="1133769"/>
                  </a:lnTo>
                  <a:lnTo>
                    <a:pt x="3207929" y="1133339"/>
                  </a:lnTo>
                  <a:lnTo>
                    <a:pt x="3208046" y="1133339"/>
                  </a:lnTo>
                  <a:lnTo>
                    <a:pt x="3208164" y="1133339"/>
                  </a:lnTo>
                  <a:lnTo>
                    <a:pt x="3208281" y="1133339"/>
                  </a:lnTo>
                  <a:lnTo>
                    <a:pt x="3208399" y="1133339"/>
                  </a:lnTo>
                  <a:lnTo>
                    <a:pt x="3208399" y="1132908"/>
                  </a:lnTo>
                  <a:lnTo>
                    <a:pt x="3208517" y="1132908"/>
                  </a:lnTo>
                  <a:lnTo>
                    <a:pt x="3208634" y="1132908"/>
                  </a:lnTo>
                  <a:lnTo>
                    <a:pt x="3208634" y="1132478"/>
                  </a:lnTo>
                  <a:lnTo>
                    <a:pt x="3208752" y="1132478"/>
                  </a:lnTo>
                  <a:lnTo>
                    <a:pt x="3208869" y="1132478"/>
                  </a:lnTo>
                  <a:lnTo>
                    <a:pt x="3208987" y="1132478"/>
                  </a:lnTo>
                  <a:lnTo>
                    <a:pt x="3209105" y="1132478"/>
                  </a:lnTo>
                  <a:lnTo>
                    <a:pt x="3209222" y="1132478"/>
                  </a:lnTo>
                  <a:lnTo>
                    <a:pt x="3209340" y="1132478"/>
                  </a:lnTo>
                  <a:lnTo>
                    <a:pt x="3209458" y="1132478"/>
                  </a:lnTo>
                  <a:lnTo>
                    <a:pt x="3209575" y="1132478"/>
                  </a:lnTo>
                  <a:lnTo>
                    <a:pt x="3209693" y="1132478"/>
                  </a:lnTo>
                  <a:lnTo>
                    <a:pt x="3209810" y="1132478"/>
                  </a:lnTo>
                  <a:lnTo>
                    <a:pt x="3209928" y="1132478"/>
                  </a:lnTo>
                  <a:lnTo>
                    <a:pt x="3210046" y="1132478"/>
                  </a:lnTo>
                  <a:lnTo>
                    <a:pt x="3210163" y="1132478"/>
                  </a:lnTo>
                  <a:lnTo>
                    <a:pt x="3210281" y="1132478"/>
                  </a:lnTo>
                  <a:lnTo>
                    <a:pt x="3210398" y="1132478"/>
                  </a:lnTo>
                  <a:lnTo>
                    <a:pt x="3210516" y="1132478"/>
                  </a:lnTo>
                  <a:lnTo>
                    <a:pt x="3210634" y="1132478"/>
                  </a:lnTo>
                  <a:lnTo>
                    <a:pt x="3210751" y="1132478"/>
                  </a:lnTo>
                  <a:lnTo>
                    <a:pt x="3210869" y="1132478"/>
                  </a:lnTo>
                  <a:lnTo>
                    <a:pt x="3210987" y="1132478"/>
                  </a:lnTo>
                  <a:lnTo>
                    <a:pt x="3211104" y="1132478"/>
                  </a:lnTo>
                  <a:lnTo>
                    <a:pt x="3211222" y="1132478"/>
                  </a:lnTo>
                  <a:lnTo>
                    <a:pt x="3211339" y="1132478"/>
                  </a:lnTo>
                  <a:lnTo>
                    <a:pt x="3211457" y="1132478"/>
                  </a:lnTo>
                  <a:lnTo>
                    <a:pt x="3211457" y="1132047"/>
                  </a:lnTo>
                  <a:lnTo>
                    <a:pt x="3211575" y="1132047"/>
                  </a:lnTo>
                  <a:lnTo>
                    <a:pt x="3211692" y="1132047"/>
                  </a:lnTo>
                  <a:lnTo>
                    <a:pt x="3211810" y="1132047"/>
                  </a:lnTo>
                  <a:lnTo>
                    <a:pt x="3211927" y="1132047"/>
                  </a:lnTo>
                  <a:lnTo>
                    <a:pt x="3212045" y="1132047"/>
                  </a:lnTo>
                  <a:lnTo>
                    <a:pt x="3212045" y="1131616"/>
                  </a:lnTo>
                  <a:lnTo>
                    <a:pt x="3212163" y="1131616"/>
                  </a:lnTo>
                  <a:lnTo>
                    <a:pt x="3212280" y="1131616"/>
                  </a:lnTo>
                  <a:lnTo>
                    <a:pt x="3212280" y="1131186"/>
                  </a:lnTo>
                  <a:lnTo>
                    <a:pt x="3212398" y="1131186"/>
                  </a:lnTo>
                  <a:lnTo>
                    <a:pt x="3212516" y="1131186"/>
                  </a:lnTo>
                  <a:lnTo>
                    <a:pt x="3212516" y="1130755"/>
                  </a:lnTo>
                  <a:lnTo>
                    <a:pt x="3212633" y="1130755"/>
                  </a:lnTo>
                  <a:lnTo>
                    <a:pt x="3212751" y="1130755"/>
                  </a:lnTo>
                  <a:lnTo>
                    <a:pt x="3212868" y="1130755"/>
                  </a:lnTo>
                  <a:lnTo>
                    <a:pt x="3212868" y="1130325"/>
                  </a:lnTo>
                  <a:lnTo>
                    <a:pt x="3212986" y="1130325"/>
                  </a:lnTo>
                  <a:lnTo>
                    <a:pt x="3213104" y="1130325"/>
                  </a:lnTo>
                  <a:lnTo>
                    <a:pt x="3213104" y="1129894"/>
                  </a:lnTo>
                  <a:lnTo>
                    <a:pt x="3213221" y="1129894"/>
                  </a:lnTo>
                  <a:lnTo>
                    <a:pt x="3213339" y="1129894"/>
                  </a:lnTo>
                  <a:lnTo>
                    <a:pt x="3213456" y="1129894"/>
                  </a:lnTo>
                  <a:lnTo>
                    <a:pt x="3213574" y="1129894"/>
                  </a:lnTo>
                  <a:lnTo>
                    <a:pt x="3213692" y="1129894"/>
                  </a:lnTo>
                  <a:lnTo>
                    <a:pt x="3213809" y="1129894"/>
                  </a:lnTo>
                  <a:lnTo>
                    <a:pt x="3213809" y="1129463"/>
                  </a:lnTo>
                  <a:lnTo>
                    <a:pt x="3213809" y="1129033"/>
                  </a:lnTo>
                  <a:lnTo>
                    <a:pt x="3213927" y="1129033"/>
                  </a:lnTo>
                  <a:lnTo>
                    <a:pt x="3214045" y="1129033"/>
                  </a:lnTo>
                  <a:lnTo>
                    <a:pt x="3214162" y="1129033"/>
                  </a:lnTo>
                  <a:lnTo>
                    <a:pt x="3214280" y="1129033"/>
                  </a:lnTo>
                  <a:lnTo>
                    <a:pt x="3214397" y="1129033"/>
                  </a:lnTo>
                  <a:lnTo>
                    <a:pt x="3214515" y="1129033"/>
                  </a:lnTo>
                  <a:lnTo>
                    <a:pt x="3214633" y="1129033"/>
                  </a:lnTo>
                  <a:lnTo>
                    <a:pt x="3214750" y="1129033"/>
                  </a:lnTo>
                  <a:lnTo>
                    <a:pt x="3214868" y="1129033"/>
                  </a:lnTo>
                  <a:lnTo>
                    <a:pt x="3214985" y="1129033"/>
                  </a:lnTo>
                  <a:lnTo>
                    <a:pt x="3214985" y="1128602"/>
                  </a:lnTo>
                  <a:lnTo>
                    <a:pt x="3214985" y="1128172"/>
                  </a:lnTo>
                  <a:lnTo>
                    <a:pt x="3215103" y="1128172"/>
                  </a:lnTo>
                  <a:lnTo>
                    <a:pt x="3215221" y="1128172"/>
                  </a:lnTo>
                  <a:lnTo>
                    <a:pt x="3215338" y="1128172"/>
                  </a:lnTo>
                  <a:lnTo>
                    <a:pt x="3215338" y="1127741"/>
                  </a:lnTo>
                  <a:lnTo>
                    <a:pt x="3215456" y="1127741"/>
                  </a:lnTo>
                  <a:lnTo>
                    <a:pt x="3215574" y="1127741"/>
                  </a:lnTo>
                  <a:lnTo>
                    <a:pt x="3215691" y="1127741"/>
                  </a:lnTo>
                  <a:lnTo>
                    <a:pt x="3215691" y="1127310"/>
                  </a:lnTo>
                  <a:lnTo>
                    <a:pt x="3215809" y="1127310"/>
                  </a:lnTo>
                  <a:lnTo>
                    <a:pt x="3215926" y="1127310"/>
                  </a:lnTo>
                  <a:lnTo>
                    <a:pt x="3216044" y="1127310"/>
                  </a:lnTo>
                  <a:lnTo>
                    <a:pt x="3216162" y="1127310"/>
                  </a:lnTo>
                  <a:lnTo>
                    <a:pt x="3216279" y="1127310"/>
                  </a:lnTo>
                  <a:lnTo>
                    <a:pt x="3216397" y="1127310"/>
                  </a:lnTo>
                  <a:lnTo>
                    <a:pt x="3216397" y="1126880"/>
                  </a:lnTo>
                  <a:lnTo>
                    <a:pt x="3216397" y="1126449"/>
                  </a:lnTo>
                  <a:lnTo>
                    <a:pt x="3216514" y="1126449"/>
                  </a:lnTo>
                  <a:lnTo>
                    <a:pt x="3216514" y="1126019"/>
                  </a:lnTo>
                  <a:lnTo>
                    <a:pt x="3216632" y="1126019"/>
                  </a:lnTo>
                  <a:lnTo>
                    <a:pt x="3216632" y="1125588"/>
                  </a:lnTo>
                  <a:lnTo>
                    <a:pt x="3216750" y="1125588"/>
                  </a:lnTo>
                  <a:lnTo>
                    <a:pt x="3216867" y="1125588"/>
                  </a:lnTo>
                  <a:lnTo>
                    <a:pt x="3216985" y="1125588"/>
                  </a:lnTo>
                  <a:lnTo>
                    <a:pt x="3216985" y="1125157"/>
                  </a:lnTo>
                  <a:lnTo>
                    <a:pt x="3217102" y="1125157"/>
                  </a:lnTo>
                  <a:lnTo>
                    <a:pt x="3217220" y="1125157"/>
                  </a:lnTo>
                  <a:lnTo>
                    <a:pt x="3217338" y="1125157"/>
                  </a:lnTo>
                  <a:lnTo>
                    <a:pt x="3217338" y="1124727"/>
                  </a:lnTo>
                  <a:lnTo>
                    <a:pt x="3217455" y="1124727"/>
                  </a:lnTo>
                  <a:lnTo>
                    <a:pt x="3217573" y="1124727"/>
                  </a:lnTo>
                  <a:lnTo>
                    <a:pt x="3217691" y="1124727"/>
                  </a:lnTo>
                  <a:lnTo>
                    <a:pt x="3217808" y="1124727"/>
                  </a:lnTo>
                  <a:lnTo>
                    <a:pt x="3217926" y="1124727"/>
                  </a:lnTo>
                  <a:lnTo>
                    <a:pt x="3218043" y="1124727"/>
                  </a:lnTo>
                  <a:lnTo>
                    <a:pt x="3218161" y="1124727"/>
                  </a:lnTo>
                  <a:lnTo>
                    <a:pt x="3218279" y="1124727"/>
                  </a:lnTo>
                  <a:lnTo>
                    <a:pt x="3218279" y="1124296"/>
                  </a:lnTo>
                  <a:lnTo>
                    <a:pt x="3218396" y="1124296"/>
                  </a:lnTo>
                  <a:lnTo>
                    <a:pt x="3218514" y="1124296"/>
                  </a:lnTo>
                  <a:lnTo>
                    <a:pt x="3218631" y="1124296"/>
                  </a:lnTo>
                  <a:lnTo>
                    <a:pt x="3218749" y="1124296"/>
                  </a:lnTo>
                  <a:lnTo>
                    <a:pt x="3218749" y="1123866"/>
                  </a:lnTo>
                  <a:lnTo>
                    <a:pt x="3218867" y="1123866"/>
                  </a:lnTo>
                  <a:lnTo>
                    <a:pt x="3218984" y="1123866"/>
                  </a:lnTo>
                  <a:lnTo>
                    <a:pt x="3218984" y="1123435"/>
                  </a:lnTo>
                  <a:lnTo>
                    <a:pt x="3219102" y="1123435"/>
                  </a:lnTo>
                  <a:lnTo>
                    <a:pt x="3219220" y="1123435"/>
                  </a:lnTo>
                  <a:lnTo>
                    <a:pt x="3219337" y="1123435"/>
                  </a:lnTo>
                  <a:lnTo>
                    <a:pt x="3219455" y="1123435"/>
                  </a:lnTo>
                  <a:lnTo>
                    <a:pt x="3219572" y="1123435"/>
                  </a:lnTo>
                  <a:lnTo>
                    <a:pt x="3219690" y="1123435"/>
                  </a:lnTo>
                  <a:lnTo>
                    <a:pt x="3219808" y="1123435"/>
                  </a:lnTo>
                  <a:lnTo>
                    <a:pt x="3219925" y="1123435"/>
                  </a:lnTo>
                  <a:lnTo>
                    <a:pt x="3220043" y="1123435"/>
                  </a:lnTo>
                  <a:lnTo>
                    <a:pt x="3220160" y="1123435"/>
                  </a:lnTo>
                  <a:lnTo>
                    <a:pt x="3220278" y="1123435"/>
                  </a:lnTo>
                  <a:lnTo>
                    <a:pt x="3220396" y="1123435"/>
                  </a:lnTo>
                  <a:lnTo>
                    <a:pt x="3220513" y="1123435"/>
                  </a:lnTo>
                  <a:lnTo>
                    <a:pt x="3220631" y="1123435"/>
                  </a:lnTo>
                  <a:lnTo>
                    <a:pt x="3220749" y="1123435"/>
                  </a:lnTo>
                  <a:lnTo>
                    <a:pt x="3220749" y="1123004"/>
                  </a:lnTo>
                  <a:lnTo>
                    <a:pt x="3220866" y="1123004"/>
                  </a:lnTo>
                  <a:lnTo>
                    <a:pt x="3220866" y="1122574"/>
                  </a:lnTo>
                  <a:lnTo>
                    <a:pt x="3220984" y="1122574"/>
                  </a:lnTo>
                  <a:lnTo>
                    <a:pt x="3220984" y="1122143"/>
                  </a:lnTo>
                  <a:lnTo>
                    <a:pt x="3221101" y="1122143"/>
                  </a:lnTo>
                  <a:lnTo>
                    <a:pt x="3221219" y="1122143"/>
                  </a:lnTo>
                  <a:lnTo>
                    <a:pt x="3221337" y="1122143"/>
                  </a:lnTo>
                  <a:lnTo>
                    <a:pt x="3221337" y="1121713"/>
                  </a:lnTo>
                  <a:lnTo>
                    <a:pt x="3221454" y="1121713"/>
                  </a:lnTo>
                  <a:lnTo>
                    <a:pt x="3221572" y="1121713"/>
                  </a:lnTo>
                  <a:lnTo>
                    <a:pt x="3221572" y="1121282"/>
                  </a:lnTo>
                  <a:lnTo>
                    <a:pt x="3221689" y="1121282"/>
                  </a:lnTo>
                  <a:lnTo>
                    <a:pt x="3221807" y="1121282"/>
                  </a:lnTo>
                  <a:lnTo>
                    <a:pt x="3221925" y="1121282"/>
                  </a:lnTo>
                  <a:lnTo>
                    <a:pt x="3222042" y="1121282"/>
                  </a:lnTo>
                  <a:lnTo>
                    <a:pt x="3222042" y="1120851"/>
                  </a:lnTo>
                  <a:lnTo>
                    <a:pt x="3222160" y="1120851"/>
                  </a:lnTo>
                  <a:lnTo>
                    <a:pt x="3222278" y="1120851"/>
                  </a:lnTo>
                  <a:lnTo>
                    <a:pt x="3222395" y="1120851"/>
                  </a:lnTo>
                  <a:lnTo>
                    <a:pt x="3222513" y="1120851"/>
                  </a:lnTo>
                  <a:lnTo>
                    <a:pt x="3222630" y="1120851"/>
                  </a:lnTo>
                  <a:lnTo>
                    <a:pt x="3222748" y="1120851"/>
                  </a:lnTo>
                  <a:lnTo>
                    <a:pt x="3222866" y="1120851"/>
                  </a:lnTo>
                  <a:lnTo>
                    <a:pt x="3222983" y="1120851"/>
                  </a:lnTo>
                  <a:lnTo>
                    <a:pt x="3223101" y="1120851"/>
                  </a:lnTo>
                  <a:lnTo>
                    <a:pt x="3223218" y="1120851"/>
                  </a:lnTo>
                  <a:lnTo>
                    <a:pt x="3223218" y="1120421"/>
                  </a:lnTo>
                  <a:lnTo>
                    <a:pt x="3223218" y="1119990"/>
                  </a:lnTo>
                  <a:lnTo>
                    <a:pt x="3223336" y="1119990"/>
                  </a:lnTo>
                  <a:lnTo>
                    <a:pt x="3223454" y="1119990"/>
                  </a:lnTo>
                  <a:lnTo>
                    <a:pt x="3223571" y="1119990"/>
                  </a:lnTo>
                  <a:lnTo>
                    <a:pt x="3223689" y="1119990"/>
                  </a:lnTo>
                  <a:lnTo>
                    <a:pt x="3223807" y="1119990"/>
                  </a:lnTo>
                  <a:lnTo>
                    <a:pt x="3223807" y="1119560"/>
                  </a:lnTo>
                  <a:lnTo>
                    <a:pt x="3223924" y="1119560"/>
                  </a:lnTo>
                  <a:lnTo>
                    <a:pt x="3224042" y="1119560"/>
                  </a:lnTo>
                  <a:lnTo>
                    <a:pt x="3224159" y="1119560"/>
                  </a:lnTo>
                  <a:lnTo>
                    <a:pt x="3224277" y="1119560"/>
                  </a:lnTo>
                  <a:lnTo>
                    <a:pt x="3224395" y="1119560"/>
                  </a:lnTo>
                  <a:lnTo>
                    <a:pt x="3224512" y="1119560"/>
                  </a:lnTo>
                  <a:lnTo>
                    <a:pt x="3224630" y="1119560"/>
                  </a:lnTo>
                  <a:lnTo>
                    <a:pt x="3224747" y="1119560"/>
                  </a:lnTo>
                  <a:lnTo>
                    <a:pt x="3224865" y="1119560"/>
                  </a:lnTo>
                  <a:lnTo>
                    <a:pt x="3224983" y="1119560"/>
                  </a:lnTo>
                  <a:lnTo>
                    <a:pt x="3225100" y="1119560"/>
                  </a:lnTo>
                  <a:lnTo>
                    <a:pt x="3225100" y="1119129"/>
                  </a:lnTo>
                  <a:lnTo>
                    <a:pt x="3225218" y="1119129"/>
                  </a:lnTo>
                  <a:lnTo>
                    <a:pt x="3225335" y="1119129"/>
                  </a:lnTo>
                  <a:lnTo>
                    <a:pt x="3225453" y="1119129"/>
                  </a:lnTo>
                  <a:lnTo>
                    <a:pt x="3225571" y="1119129"/>
                  </a:lnTo>
                  <a:lnTo>
                    <a:pt x="3225688" y="1119129"/>
                  </a:lnTo>
                  <a:lnTo>
                    <a:pt x="3225806" y="1119129"/>
                  </a:lnTo>
                  <a:lnTo>
                    <a:pt x="3225806" y="1118698"/>
                  </a:lnTo>
                  <a:lnTo>
                    <a:pt x="3225924" y="1118698"/>
                  </a:lnTo>
                  <a:lnTo>
                    <a:pt x="3225924" y="1118268"/>
                  </a:lnTo>
                  <a:lnTo>
                    <a:pt x="3226041" y="1118268"/>
                  </a:lnTo>
                  <a:lnTo>
                    <a:pt x="3226159" y="1118268"/>
                  </a:lnTo>
                  <a:lnTo>
                    <a:pt x="3226276" y="1118268"/>
                  </a:lnTo>
                  <a:lnTo>
                    <a:pt x="3226394" y="1118268"/>
                  </a:lnTo>
                  <a:lnTo>
                    <a:pt x="3226512" y="1118268"/>
                  </a:lnTo>
                  <a:lnTo>
                    <a:pt x="3226629" y="1118268"/>
                  </a:lnTo>
                  <a:lnTo>
                    <a:pt x="3226747" y="1118268"/>
                  </a:lnTo>
                  <a:lnTo>
                    <a:pt x="3226864" y="1118268"/>
                  </a:lnTo>
                  <a:lnTo>
                    <a:pt x="3226982" y="1118268"/>
                  </a:lnTo>
                  <a:lnTo>
                    <a:pt x="3227100" y="1118268"/>
                  </a:lnTo>
                  <a:lnTo>
                    <a:pt x="3227217" y="1118268"/>
                  </a:lnTo>
                  <a:lnTo>
                    <a:pt x="3227335" y="1118268"/>
                  </a:lnTo>
                  <a:lnTo>
                    <a:pt x="3227453" y="1118268"/>
                  </a:lnTo>
                  <a:lnTo>
                    <a:pt x="3227570" y="1118268"/>
                  </a:lnTo>
                  <a:lnTo>
                    <a:pt x="3227688" y="1118268"/>
                  </a:lnTo>
                  <a:lnTo>
                    <a:pt x="3227805" y="1118268"/>
                  </a:lnTo>
                  <a:lnTo>
                    <a:pt x="3227923" y="1118268"/>
                  </a:lnTo>
                  <a:lnTo>
                    <a:pt x="3228041" y="1118268"/>
                  </a:lnTo>
                  <a:lnTo>
                    <a:pt x="3228041" y="1117837"/>
                  </a:lnTo>
                  <a:lnTo>
                    <a:pt x="3228041" y="1117407"/>
                  </a:lnTo>
                  <a:lnTo>
                    <a:pt x="3228158" y="1117407"/>
                  </a:lnTo>
                  <a:lnTo>
                    <a:pt x="3228158" y="1116976"/>
                  </a:lnTo>
                  <a:lnTo>
                    <a:pt x="3228276" y="1116976"/>
                  </a:lnTo>
                  <a:lnTo>
                    <a:pt x="3228393" y="1116976"/>
                  </a:lnTo>
                  <a:lnTo>
                    <a:pt x="3228511" y="1116976"/>
                  </a:lnTo>
                  <a:lnTo>
                    <a:pt x="3228629" y="1116976"/>
                  </a:lnTo>
                  <a:lnTo>
                    <a:pt x="3228746" y="1116976"/>
                  </a:lnTo>
                  <a:lnTo>
                    <a:pt x="3228864" y="1116976"/>
                  </a:lnTo>
                  <a:lnTo>
                    <a:pt x="3228982" y="1116976"/>
                  </a:lnTo>
                  <a:lnTo>
                    <a:pt x="3229099" y="1116976"/>
                  </a:lnTo>
                  <a:lnTo>
                    <a:pt x="3229217" y="1116976"/>
                  </a:lnTo>
                  <a:lnTo>
                    <a:pt x="3229217" y="1116545"/>
                  </a:lnTo>
                  <a:lnTo>
                    <a:pt x="3229217" y="1116115"/>
                  </a:lnTo>
                  <a:lnTo>
                    <a:pt x="3229334" y="1116115"/>
                  </a:lnTo>
                  <a:lnTo>
                    <a:pt x="3229452" y="1116115"/>
                  </a:lnTo>
                  <a:lnTo>
                    <a:pt x="3229570" y="1116115"/>
                  </a:lnTo>
                  <a:lnTo>
                    <a:pt x="3229687" y="1116115"/>
                  </a:lnTo>
                  <a:lnTo>
                    <a:pt x="3229805" y="1116115"/>
                  </a:lnTo>
                  <a:lnTo>
                    <a:pt x="3229922" y="1116115"/>
                  </a:lnTo>
                  <a:lnTo>
                    <a:pt x="3230040" y="1116115"/>
                  </a:lnTo>
                  <a:lnTo>
                    <a:pt x="3230158" y="1116115"/>
                  </a:lnTo>
                  <a:lnTo>
                    <a:pt x="3230158" y="1115684"/>
                  </a:lnTo>
                  <a:lnTo>
                    <a:pt x="3230275" y="1115684"/>
                  </a:lnTo>
                  <a:lnTo>
                    <a:pt x="3230275" y="1115254"/>
                  </a:lnTo>
                  <a:lnTo>
                    <a:pt x="3230393" y="1115254"/>
                  </a:lnTo>
                  <a:lnTo>
                    <a:pt x="3230511" y="1115254"/>
                  </a:lnTo>
                  <a:lnTo>
                    <a:pt x="3230628" y="1115254"/>
                  </a:lnTo>
                  <a:lnTo>
                    <a:pt x="3230746" y="1115254"/>
                  </a:lnTo>
                  <a:lnTo>
                    <a:pt x="3230746" y="1114823"/>
                  </a:lnTo>
                  <a:lnTo>
                    <a:pt x="3230746" y="1114392"/>
                  </a:lnTo>
                  <a:lnTo>
                    <a:pt x="3230863" y="1114392"/>
                  </a:lnTo>
                  <a:lnTo>
                    <a:pt x="3230981" y="1114392"/>
                  </a:lnTo>
                  <a:lnTo>
                    <a:pt x="3231099" y="1114392"/>
                  </a:lnTo>
                  <a:lnTo>
                    <a:pt x="3231216" y="1114392"/>
                  </a:lnTo>
                  <a:lnTo>
                    <a:pt x="3231334" y="1114392"/>
                  </a:lnTo>
                  <a:lnTo>
                    <a:pt x="3231451" y="1114392"/>
                  </a:lnTo>
                  <a:lnTo>
                    <a:pt x="3231569" y="1114392"/>
                  </a:lnTo>
                  <a:lnTo>
                    <a:pt x="3231687" y="1114392"/>
                  </a:lnTo>
                  <a:lnTo>
                    <a:pt x="3231804" y="1114392"/>
                  </a:lnTo>
                  <a:lnTo>
                    <a:pt x="3231804" y="1113962"/>
                  </a:lnTo>
                  <a:lnTo>
                    <a:pt x="3231922" y="1113962"/>
                  </a:lnTo>
                  <a:lnTo>
                    <a:pt x="3232039" y="1113962"/>
                  </a:lnTo>
                  <a:lnTo>
                    <a:pt x="3232157" y="1113962"/>
                  </a:lnTo>
                  <a:lnTo>
                    <a:pt x="3232275" y="1113962"/>
                  </a:lnTo>
                  <a:lnTo>
                    <a:pt x="3232275" y="1113531"/>
                  </a:lnTo>
                  <a:lnTo>
                    <a:pt x="3232392" y="1113531"/>
                  </a:lnTo>
                  <a:lnTo>
                    <a:pt x="3232510" y="1113531"/>
                  </a:lnTo>
                  <a:lnTo>
                    <a:pt x="3232628" y="1113531"/>
                  </a:lnTo>
                  <a:lnTo>
                    <a:pt x="3232628" y="1113101"/>
                  </a:lnTo>
                  <a:lnTo>
                    <a:pt x="3232745" y="1113101"/>
                  </a:lnTo>
                  <a:lnTo>
                    <a:pt x="3232863" y="1113101"/>
                  </a:lnTo>
                  <a:lnTo>
                    <a:pt x="3232980" y="1113101"/>
                  </a:lnTo>
                  <a:lnTo>
                    <a:pt x="3233098" y="1113101"/>
                  </a:lnTo>
                  <a:lnTo>
                    <a:pt x="3233216" y="1113101"/>
                  </a:lnTo>
                  <a:lnTo>
                    <a:pt x="3233333" y="1113101"/>
                  </a:lnTo>
                  <a:lnTo>
                    <a:pt x="3233451" y="1113101"/>
                  </a:lnTo>
                  <a:lnTo>
                    <a:pt x="3233451" y="1112670"/>
                  </a:lnTo>
                  <a:lnTo>
                    <a:pt x="3233568" y="1112670"/>
                  </a:lnTo>
                  <a:lnTo>
                    <a:pt x="3233686" y="1112670"/>
                  </a:lnTo>
                  <a:lnTo>
                    <a:pt x="3233686" y="1112239"/>
                  </a:lnTo>
                  <a:lnTo>
                    <a:pt x="3233804" y="1112239"/>
                  </a:lnTo>
                  <a:lnTo>
                    <a:pt x="3233921" y="1112239"/>
                  </a:lnTo>
                  <a:lnTo>
                    <a:pt x="3234039" y="1112239"/>
                  </a:lnTo>
                  <a:lnTo>
                    <a:pt x="3234157" y="1112239"/>
                  </a:lnTo>
                  <a:lnTo>
                    <a:pt x="3234274" y="1112239"/>
                  </a:lnTo>
                  <a:lnTo>
                    <a:pt x="3234392" y="1112239"/>
                  </a:lnTo>
                  <a:lnTo>
                    <a:pt x="3234509" y="1112239"/>
                  </a:lnTo>
                  <a:lnTo>
                    <a:pt x="3234627" y="1112239"/>
                  </a:lnTo>
                  <a:lnTo>
                    <a:pt x="3234745" y="1112239"/>
                  </a:lnTo>
                  <a:lnTo>
                    <a:pt x="3234862" y="1112239"/>
                  </a:lnTo>
                  <a:lnTo>
                    <a:pt x="3234980" y="1112239"/>
                  </a:lnTo>
                  <a:lnTo>
                    <a:pt x="3235097" y="1112239"/>
                  </a:lnTo>
                  <a:lnTo>
                    <a:pt x="3235097" y="1111809"/>
                  </a:lnTo>
                  <a:lnTo>
                    <a:pt x="3235215" y="1111809"/>
                  </a:lnTo>
                  <a:lnTo>
                    <a:pt x="3235215" y="1111378"/>
                  </a:lnTo>
                  <a:lnTo>
                    <a:pt x="3235333" y="1111378"/>
                  </a:lnTo>
                  <a:lnTo>
                    <a:pt x="3235450" y="1111378"/>
                  </a:lnTo>
                  <a:lnTo>
                    <a:pt x="3235568" y="1111378"/>
                  </a:lnTo>
                  <a:lnTo>
                    <a:pt x="3235686" y="1111378"/>
                  </a:lnTo>
                  <a:lnTo>
                    <a:pt x="3235803" y="1111378"/>
                  </a:lnTo>
                  <a:lnTo>
                    <a:pt x="3235921" y="1111378"/>
                  </a:lnTo>
                  <a:lnTo>
                    <a:pt x="3235921" y="1110948"/>
                  </a:lnTo>
                  <a:lnTo>
                    <a:pt x="3236038" y="1110948"/>
                  </a:lnTo>
                  <a:lnTo>
                    <a:pt x="3236156" y="1110948"/>
                  </a:lnTo>
                  <a:lnTo>
                    <a:pt x="3236274" y="1110948"/>
                  </a:lnTo>
                  <a:lnTo>
                    <a:pt x="3236274" y="1110517"/>
                  </a:lnTo>
                  <a:lnTo>
                    <a:pt x="3236391" y="1110517"/>
                  </a:lnTo>
                  <a:lnTo>
                    <a:pt x="3236509" y="1110517"/>
                  </a:lnTo>
                  <a:lnTo>
                    <a:pt x="3236626" y="1110517"/>
                  </a:lnTo>
                  <a:lnTo>
                    <a:pt x="3236744" y="1110517"/>
                  </a:lnTo>
                  <a:lnTo>
                    <a:pt x="3236862" y="1110517"/>
                  </a:lnTo>
                  <a:lnTo>
                    <a:pt x="3236979" y="1110517"/>
                  </a:lnTo>
                  <a:lnTo>
                    <a:pt x="3237097" y="1110517"/>
                  </a:lnTo>
                  <a:lnTo>
                    <a:pt x="3237215" y="1110517"/>
                  </a:lnTo>
                  <a:lnTo>
                    <a:pt x="3237332" y="1110517"/>
                  </a:lnTo>
                  <a:lnTo>
                    <a:pt x="3237450" y="1110517"/>
                  </a:lnTo>
                  <a:lnTo>
                    <a:pt x="3237567" y="1110517"/>
                  </a:lnTo>
                  <a:lnTo>
                    <a:pt x="3237685" y="1110517"/>
                  </a:lnTo>
                  <a:lnTo>
                    <a:pt x="3237803" y="1110517"/>
                  </a:lnTo>
                  <a:lnTo>
                    <a:pt x="3237920" y="1110517"/>
                  </a:lnTo>
                  <a:lnTo>
                    <a:pt x="3238038" y="1110517"/>
                  </a:lnTo>
                  <a:lnTo>
                    <a:pt x="3238155" y="1110517"/>
                  </a:lnTo>
                  <a:lnTo>
                    <a:pt x="3238155" y="1110086"/>
                  </a:lnTo>
                  <a:lnTo>
                    <a:pt x="3238273" y="1110086"/>
                  </a:lnTo>
                  <a:lnTo>
                    <a:pt x="3238391" y="1110086"/>
                  </a:lnTo>
                  <a:lnTo>
                    <a:pt x="3238391" y="1109656"/>
                  </a:lnTo>
                  <a:lnTo>
                    <a:pt x="3238508" y="1109656"/>
                  </a:lnTo>
                  <a:lnTo>
                    <a:pt x="3238626" y="1109656"/>
                  </a:lnTo>
                  <a:lnTo>
                    <a:pt x="3238626" y="1109225"/>
                  </a:lnTo>
                  <a:lnTo>
                    <a:pt x="3238744" y="1109225"/>
                  </a:lnTo>
                  <a:lnTo>
                    <a:pt x="3238861" y="1109225"/>
                  </a:lnTo>
                  <a:lnTo>
                    <a:pt x="3238979" y="1109225"/>
                  </a:lnTo>
                  <a:lnTo>
                    <a:pt x="3239096" y="1109225"/>
                  </a:lnTo>
                  <a:lnTo>
                    <a:pt x="3239214" y="1109225"/>
                  </a:lnTo>
                  <a:lnTo>
                    <a:pt x="3239332" y="1109225"/>
                  </a:lnTo>
                  <a:lnTo>
                    <a:pt x="3239449" y="1109225"/>
                  </a:lnTo>
                  <a:lnTo>
                    <a:pt x="3239567" y="1109225"/>
                  </a:lnTo>
                  <a:lnTo>
                    <a:pt x="3239684" y="1109225"/>
                  </a:lnTo>
                  <a:lnTo>
                    <a:pt x="3239802" y="1109225"/>
                  </a:lnTo>
                  <a:lnTo>
                    <a:pt x="3239802" y="1108795"/>
                  </a:lnTo>
                  <a:lnTo>
                    <a:pt x="3239920" y="1108795"/>
                  </a:lnTo>
                  <a:lnTo>
                    <a:pt x="3240037" y="1108795"/>
                  </a:lnTo>
                  <a:lnTo>
                    <a:pt x="3240155" y="1108795"/>
                  </a:lnTo>
                  <a:lnTo>
                    <a:pt x="3240272" y="1108795"/>
                  </a:lnTo>
                  <a:lnTo>
                    <a:pt x="3240390" y="1108795"/>
                  </a:lnTo>
                  <a:lnTo>
                    <a:pt x="3240508" y="1108795"/>
                  </a:lnTo>
                  <a:lnTo>
                    <a:pt x="3240625" y="1108795"/>
                  </a:lnTo>
                  <a:lnTo>
                    <a:pt x="3240743" y="1108795"/>
                  </a:lnTo>
                  <a:lnTo>
                    <a:pt x="3240861" y="1108795"/>
                  </a:lnTo>
                  <a:lnTo>
                    <a:pt x="3240978" y="1108795"/>
                  </a:lnTo>
                  <a:lnTo>
                    <a:pt x="3241096" y="1108795"/>
                  </a:lnTo>
                  <a:lnTo>
                    <a:pt x="3241213" y="1108795"/>
                  </a:lnTo>
                  <a:lnTo>
                    <a:pt x="3241331" y="1108795"/>
                  </a:lnTo>
                  <a:lnTo>
                    <a:pt x="3241449" y="1108795"/>
                  </a:lnTo>
                  <a:lnTo>
                    <a:pt x="3241566" y="1108795"/>
                  </a:lnTo>
                  <a:lnTo>
                    <a:pt x="3241684" y="1108795"/>
                  </a:lnTo>
                  <a:lnTo>
                    <a:pt x="3241684" y="1108364"/>
                  </a:lnTo>
                  <a:lnTo>
                    <a:pt x="3241684" y="1107933"/>
                  </a:lnTo>
                  <a:lnTo>
                    <a:pt x="3241801" y="1107933"/>
                  </a:lnTo>
                  <a:lnTo>
                    <a:pt x="3241919" y="1107933"/>
                  </a:lnTo>
                  <a:lnTo>
                    <a:pt x="3242037" y="1107933"/>
                  </a:lnTo>
                  <a:lnTo>
                    <a:pt x="3242154" y="1107933"/>
                  </a:lnTo>
                  <a:lnTo>
                    <a:pt x="3242272" y="1107933"/>
                  </a:lnTo>
                  <a:lnTo>
                    <a:pt x="3242390" y="1107933"/>
                  </a:lnTo>
                  <a:lnTo>
                    <a:pt x="3242507" y="1107933"/>
                  </a:lnTo>
                  <a:lnTo>
                    <a:pt x="3242625" y="1107933"/>
                  </a:lnTo>
                  <a:lnTo>
                    <a:pt x="3242742" y="1107933"/>
                  </a:lnTo>
                  <a:lnTo>
                    <a:pt x="3242860" y="1107933"/>
                  </a:lnTo>
                  <a:lnTo>
                    <a:pt x="3242978" y="1107933"/>
                  </a:lnTo>
                  <a:lnTo>
                    <a:pt x="3243095" y="1107933"/>
                  </a:lnTo>
                  <a:lnTo>
                    <a:pt x="3243095" y="1107503"/>
                  </a:lnTo>
                  <a:lnTo>
                    <a:pt x="3243213" y="1107503"/>
                  </a:lnTo>
                  <a:lnTo>
                    <a:pt x="3243330" y="1107503"/>
                  </a:lnTo>
                  <a:lnTo>
                    <a:pt x="3243448" y="1107503"/>
                  </a:lnTo>
                  <a:lnTo>
                    <a:pt x="3243566" y="1107503"/>
                  </a:lnTo>
                  <a:lnTo>
                    <a:pt x="3243683" y="1107503"/>
                  </a:lnTo>
                  <a:lnTo>
                    <a:pt x="3243801" y="1107503"/>
                  </a:lnTo>
                  <a:lnTo>
                    <a:pt x="3243919" y="1107503"/>
                  </a:lnTo>
                  <a:lnTo>
                    <a:pt x="3244036" y="1107503"/>
                  </a:lnTo>
                  <a:lnTo>
                    <a:pt x="3244154" y="1107503"/>
                  </a:lnTo>
                  <a:lnTo>
                    <a:pt x="3244271" y="1107503"/>
                  </a:lnTo>
                  <a:lnTo>
                    <a:pt x="3244271" y="1107072"/>
                  </a:lnTo>
                  <a:lnTo>
                    <a:pt x="3244271" y="1106642"/>
                  </a:lnTo>
                  <a:lnTo>
                    <a:pt x="3244389" y="1106642"/>
                  </a:lnTo>
                  <a:lnTo>
                    <a:pt x="3244507" y="1106642"/>
                  </a:lnTo>
                  <a:lnTo>
                    <a:pt x="3244507" y="1106211"/>
                  </a:lnTo>
                  <a:lnTo>
                    <a:pt x="3244624" y="1106211"/>
                  </a:lnTo>
                  <a:lnTo>
                    <a:pt x="3244742" y="1106211"/>
                  </a:lnTo>
                  <a:lnTo>
                    <a:pt x="3244859" y="1106211"/>
                  </a:lnTo>
                  <a:lnTo>
                    <a:pt x="3244977" y="1106211"/>
                  </a:lnTo>
                  <a:lnTo>
                    <a:pt x="3245095" y="1106211"/>
                  </a:lnTo>
                  <a:lnTo>
                    <a:pt x="3245212" y="1106211"/>
                  </a:lnTo>
                  <a:lnTo>
                    <a:pt x="3245330" y="1106211"/>
                  </a:lnTo>
                  <a:lnTo>
                    <a:pt x="3245448" y="1106211"/>
                  </a:lnTo>
                  <a:lnTo>
                    <a:pt x="3245565" y="1106211"/>
                  </a:lnTo>
                  <a:lnTo>
                    <a:pt x="3245683" y="1106211"/>
                  </a:lnTo>
                  <a:lnTo>
                    <a:pt x="3245800" y="1106211"/>
                  </a:lnTo>
                  <a:lnTo>
                    <a:pt x="3245918" y="1106211"/>
                  </a:lnTo>
                  <a:lnTo>
                    <a:pt x="3246036" y="1106211"/>
                  </a:lnTo>
                  <a:lnTo>
                    <a:pt x="3246153" y="1106211"/>
                  </a:lnTo>
                  <a:lnTo>
                    <a:pt x="3246271" y="1106211"/>
                  </a:lnTo>
                  <a:lnTo>
                    <a:pt x="3246388" y="1106211"/>
                  </a:lnTo>
                  <a:lnTo>
                    <a:pt x="3246506" y="1106211"/>
                  </a:lnTo>
                  <a:lnTo>
                    <a:pt x="3246624" y="1106211"/>
                  </a:lnTo>
                  <a:lnTo>
                    <a:pt x="3246624" y="1105780"/>
                  </a:lnTo>
                  <a:lnTo>
                    <a:pt x="3246741" y="1105780"/>
                  </a:lnTo>
                  <a:lnTo>
                    <a:pt x="3246859" y="1105780"/>
                  </a:lnTo>
                  <a:lnTo>
                    <a:pt x="3246977" y="1105780"/>
                  </a:lnTo>
                  <a:lnTo>
                    <a:pt x="3247094" y="1105780"/>
                  </a:lnTo>
                  <a:lnTo>
                    <a:pt x="3247212" y="1105780"/>
                  </a:lnTo>
                  <a:lnTo>
                    <a:pt x="3247329" y="1105780"/>
                  </a:lnTo>
                  <a:lnTo>
                    <a:pt x="3247447" y="1105780"/>
                  </a:lnTo>
                  <a:lnTo>
                    <a:pt x="3247447" y="1105350"/>
                  </a:lnTo>
                  <a:lnTo>
                    <a:pt x="3247565" y="1105350"/>
                  </a:lnTo>
                  <a:lnTo>
                    <a:pt x="3247565" y="1104919"/>
                  </a:lnTo>
                  <a:lnTo>
                    <a:pt x="3247682" y="1104919"/>
                  </a:lnTo>
                  <a:lnTo>
                    <a:pt x="3247800" y="1104919"/>
                  </a:lnTo>
                  <a:lnTo>
                    <a:pt x="3247800" y="1104489"/>
                  </a:lnTo>
                  <a:lnTo>
                    <a:pt x="3247917" y="1104489"/>
                  </a:lnTo>
                  <a:lnTo>
                    <a:pt x="3248035" y="1104489"/>
                  </a:lnTo>
                  <a:lnTo>
                    <a:pt x="3248153" y="1104489"/>
                  </a:lnTo>
                  <a:lnTo>
                    <a:pt x="3248153" y="1104058"/>
                  </a:lnTo>
                  <a:lnTo>
                    <a:pt x="3248270" y="1104058"/>
                  </a:lnTo>
                  <a:lnTo>
                    <a:pt x="3248388" y="1104058"/>
                  </a:lnTo>
                  <a:lnTo>
                    <a:pt x="3248505" y="1104058"/>
                  </a:lnTo>
                  <a:lnTo>
                    <a:pt x="3248623" y="1104058"/>
                  </a:lnTo>
                  <a:lnTo>
                    <a:pt x="3248741" y="1104058"/>
                  </a:lnTo>
                  <a:lnTo>
                    <a:pt x="3248858" y="1104058"/>
                  </a:lnTo>
                  <a:lnTo>
                    <a:pt x="3248976" y="1104058"/>
                  </a:lnTo>
                  <a:lnTo>
                    <a:pt x="3249094" y="1104058"/>
                  </a:lnTo>
                  <a:lnTo>
                    <a:pt x="3249211" y="1104058"/>
                  </a:lnTo>
                  <a:lnTo>
                    <a:pt x="3249329" y="1104058"/>
                  </a:lnTo>
                  <a:lnTo>
                    <a:pt x="3249446" y="1104058"/>
                  </a:lnTo>
                  <a:lnTo>
                    <a:pt x="3249564" y="1104058"/>
                  </a:lnTo>
                  <a:lnTo>
                    <a:pt x="3249682" y="1104058"/>
                  </a:lnTo>
                  <a:lnTo>
                    <a:pt x="3249799" y="1104058"/>
                  </a:lnTo>
                  <a:lnTo>
                    <a:pt x="3249917" y="1104058"/>
                  </a:lnTo>
                  <a:lnTo>
                    <a:pt x="3249917" y="1103627"/>
                  </a:lnTo>
                  <a:lnTo>
                    <a:pt x="3250034" y="1103627"/>
                  </a:lnTo>
                  <a:lnTo>
                    <a:pt x="3250152" y="1103627"/>
                  </a:lnTo>
                  <a:lnTo>
                    <a:pt x="3250270" y="1103627"/>
                  </a:lnTo>
                  <a:lnTo>
                    <a:pt x="3250387" y="1103627"/>
                  </a:lnTo>
                  <a:lnTo>
                    <a:pt x="3250505" y="1103627"/>
                  </a:lnTo>
                  <a:lnTo>
                    <a:pt x="3250505" y="1103197"/>
                  </a:lnTo>
                  <a:lnTo>
                    <a:pt x="3250623" y="1103197"/>
                  </a:lnTo>
                  <a:lnTo>
                    <a:pt x="3250740" y="1103197"/>
                  </a:lnTo>
                  <a:lnTo>
                    <a:pt x="3250858" y="1103197"/>
                  </a:lnTo>
                  <a:lnTo>
                    <a:pt x="3250975" y="1103197"/>
                  </a:lnTo>
                  <a:lnTo>
                    <a:pt x="3250975" y="1102766"/>
                  </a:lnTo>
                  <a:lnTo>
                    <a:pt x="3251093" y="1102766"/>
                  </a:lnTo>
                  <a:lnTo>
                    <a:pt x="3251211" y="1102766"/>
                  </a:lnTo>
                  <a:lnTo>
                    <a:pt x="3251328" y="1102766"/>
                  </a:lnTo>
                  <a:lnTo>
                    <a:pt x="3251446" y="1102766"/>
                  </a:lnTo>
                  <a:lnTo>
                    <a:pt x="3251563" y="1102766"/>
                  </a:lnTo>
                  <a:lnTo>
                    <a:pt x="3251681" y="1102766"/>
                  </a:lnTo>
                  <a:lnTo>
                    <a:pt x="3251799" y="1102766"/>
                  </a:lnTo>
                  <a:lnTo>
                    <a:pt x="3251916" y="1102766"/>
                  </a:lnTo>
                  <a:lnTo>
                    <a:pt x="3252034" y="1102766"/>
                  </a:lnTo>
                  <a:lnTo>
                    <a:pt x="3252152" y="1102766"/>
                  </a:lnTo>
                  <a:lnTo>
                    <a:pt x="3252269" y="1102766"/>
                  </a:lnTo>
                  <a:lnTo>
                    <a:pt x="3252387" y="1102766"/>
                  </a:lnTo>
                  <a:lnTo>
                    <a:pt x="3252504" y="1102766"/>
                  </a:lnTo>
                  <a:lnTo>
                    <a:pt x="3252622" y="1102766"/>
                  </a:lnTo>
                  <a:lnTo>
                    <a:pt x="3252740" y="1102766"/>
                  </a:lnTo>
                  <a:lnTo>
                    <a:pt x="3252857" y="1102766"/>
                  </a:lnTo>
                  <a:lnTo>
                    <a:pt x="3252857" y="1102336"/>
                  </a:lnTo>
                  <a:lnTo>
                    <a:pt x="3252975" y="1102336"/>
                  </a:lnTo>
                  <a:lnTo>
                    <a:pt x="3253092" y="1102336"/>
                  </a:lnTo>
                  <a:lnTo>
                    <a:pt x="3253210" y="1102336"/>
                  </a:lnTo>
                  <a:lnTo>
                    <a:pt x="3253210" y="1101905"/>
                  </a:lnTo>
                  <a:lnTo>
                    <a:pt x="3253328" y="1101905"/>
                  </a:lnTo>
                  <a:lnTo>
                    <a:pt x="3253445" y="1101905"/>
                  </a:lnTo>
                  <a:lnTo>
                    <a:pt x="3253563" y="1101905"/>
                  </a:lnTo>
                  <a:lnTo>
                    <a:pt x="3253681" y="1101905"/>
                  </a:lnTo>
                  <a:lnTo>
                    <a:pt x="3253798" y="1101905"/>
                  </a:lnTo>
                  <a:lnTo>
                    <a:pt x="3253916" y="1101905"/>
                  </a:lnTo>
                  <a:lnTo>
                    <a:pt x="3254033" y="1101905"/>
                  </a:lnTo>
                  <a:lnTo>
                    <a:pt x="3254151" y="1101905"/>
                  </a:lnTo>
                  <a:lnTo>
                    <a:pt x="3254151" y="1101474"/>
                  </a:lnTo>
                  <a:lnTo>
                    <a:pt x="3254269" y="1101474"/>
                  </a:lnTo>
                  <a:lnTo>
                    <a:pt x="3254386" y="1101474"/>
                  </a:lnTo>
                  <a:lnTo>
                    <a:pt x="3254504" y="1101474"/>
                  </a:lnTo>
                  <a:lnTo>
                    <a:pt x="3254504" y="1101044"/>
                  </a:lnTo>
                  <a:lnTo>
                    <a:pt x="3254621" y="1101044"/>
                  </a:lnTo>
                  <a:lnTo>
                    <a:pt x="3254621" y="1100613"/>
                  </a:lnTo>
                  <a:lnTo>
                    <a:pt x="3254739" y="1100613"/>
                  </a:lnTo>
                  <a:lnTo>
                    <a:pt x="3254857" y="1100613"/>
                  </a:lnTo>
                  <a:lnTo>
                    <a:pt x="3254974" y="1100613"/>
                  </a:lnTo>
                  <a:lnTo>
                    <a:pt x="3255092" y="1100613"/>
                  </a:lnTo>
                  <a:lnTo>
                    <a:pt x="3255092" y="1100183"/>
                  </a:lnTo>
                  <a:lnTo>
                    <a:pt x="3255210" y="1100183"/>
                  </a:lnTo>
                  <a:lnTo>
                    <a:pt x="3255210" y="1099752"/>
                  </a:lnTo>
                  <a:lnTo>
                    <a:pt x="3255327" y="1099752"/>
                  </a:lnTo>
                  <a:lnTo>
                    <a:pt x="3255327" y="1099321"/>
                  </a:lnTo>
                  <a:lnTo>
                    <a:pt x="3255445" y="1099321"/>
                  </a:lnTo>
                  <a:lnTo>
                    <a:pt x="3255445" y="1098891"/>
                  </a:lnTo>
                  <a:lnTo>
                    <a:pt x="3255562" y="1098891"/>
                  </a:lnTo>
                  <a:lnTo>
                    <a:pt x="3255680" y="1098891"/>
                  </a:lnTo>
                  <a:lnTo>
                    <a:pt x="3255680" y="1098460"/>
                  </a:lnTo>
                  <a:lnTo>
                    <a:pt x="3255798" y="1098460"/>
                  </a:lnTo>
                  <a:lnTo>
                    <a:pt x="3255915" y="1098460"/>
                  </a:lnTo>
                  <a:lnTo>
                    <a:pt x="3256033" y="1098460"/>
                  </a:lnTo>
                  <a:lnTo>
                    <a:pt x="3256033" y="1098030"/>
                  </a:lnTo>
                  <a:lnTo>
                    <a:pt x="3256150" y="1098030"/>
                  </a:lnTo>
                  <a:lnTo>
                    <a:pt x="3256268" y="1098030"/>
                  </a:lnTo>
                  <a:lnTo>
                    <a:pt x="3256386" y="1098030"/>
                  </a:lnTo>
                  <a:lnTo>
                    <a:pt x="3256386" y="1097599"/>
                  </a:lnTo>
                  <a:lnTo>
                    <a:pt x="3256503" y="1097599"/>
                  </a:lnTo>
                  <a:lnTo>
                    <a:pt x="3256621" y="1097599"/>
                  </a:lnTo>
                  <a:lnTo>
                    <a:pt x="3256738" y="1097599"/>
                  </a:lnTo>
                  <a:lnTo>
                    <a:pt x="3256738" y="1097168"/>
                  </a:lnTo>
                  <a:lnTo>
                    <a:pt x="3256738" y="1096738"/>
                  </a:lnTo>
                  <a:lnTo>
                    <a:pt x="3256856" y="1096738"/>
                  </a:lnTo>
                  <a:lnTo>
                    <a:pt x="3256974" y="1096738"/>
                  </a:lnTo>
                  <a:lnTo>
                    <a:pt x="3257091" y="1096738"/>
                  </a:lnTo>
                  <a:lnTo>
                    <a:pt x="3257091" y="1096307"/>
                  </a:lnTo>
                  <a:lnTo>
                    <a:pt x="3257209" y="1096307"/>
                  </a:lnTo>
                  <a:lnTo>
                    <a:pt x="3257327" y="1096307"/>
                  </a:lnTo>
                  <a:lnTo>
                    <a:pt x="3257444" y="1096307"/>
                  </a:lnTo>
                  <a:lnTo>
                    <a:pt x="3257562" y="1096307"/>
                  </a:lnTo>
                  <a:lnTo>
                    <a:pt x="3257679" y="1096307"/>
                  </a:lnTo>
                  <a:lnTo>
                    <a:pt x="3257679" y="1095877"/>
                  </a:lnTo>
                  <a:lnTo>
                    <a:pt x="3257797" y="1095877"/>
                  </a:lnTo>
                  <a:lnTo>
                    <a:pt x="3257797" y="1095446"/>
                  </a:lnTo>
                  <a:lnTo>
                    <a:pt x="3257915" y="1095446"/>
                  </a:lnTo>
                  <a:lnTo>
                    <a:pt x="3257915" y="1095015"/>
                  </a:lnTo>
                  <a:lnTo>
                    <a:pt x="3258032" y="1095015"/>
                  </a:lnTo>
                  <a:lnTo>
                    <a:pt x="3258150" y="1095015"/>
                  </a:lnTo>
                  <a:lnTo>
                    <a:pt x="3258267" y="1095015"/>
                  </a:lnTo>
                  <a:lnTo>
                    <a:pt x="3258385" y="1095015"/>
                  </a:lnTo>
                  <a:lnTo>
                    <a:pt x="3258503" y="1095015"/>
                  </a:lnTo>
                  <a:lnTo>
                    <a:pt x="3258620" y="1095015"/>
                  </a:lnTo>
                  <a:lnTo>
                    <a:pt x="3258738" y="1095015"/>
                  </a:lnTo>
                  <a:lnTo>
                    <a:pt x="3258856" y="1095015"/>
                  </a:lnTo>
                  <a:lnTo>
                    <a:pt x="3258973" y="1095015"/>
                  </a:lnTo>
                  <a:lnTo>
                    <a:pt x="3259091" y="1095015"/>
                  </a:lnTo>
                  <a:lnTo>
                    <a:pt x="3259208" y="1095015"/>
                  </a:lnTo>
                  <a:lnTo>
                    <a:pt x="3259326" y="1095015"/>
                  </a:lnTo>
                  <a:lnTo>
                    <a:pt x="3259444" y="1095015"/>
                  </a:lnTo>
                  <a:lnTo>
                    <a:pt x="3259444" y="1094585"/>
                  </a:lnTo>
                  <a:lnTo>
                    <a:pt x="3259561" y="1094585"/>
                  </a:lnTo>
                  <a:lnTo>
                    <a:pt x="3259561" y="1094154"/>
                  </a:lnTo>
                  <a:lnTo>
                    <a:pt x="3259679" y="1094154"/>
                  </a:lnTo>
                  <a:lnTo>
                    <a:pt x="3259796" y="1094154"/>
                  </a:lnTo>
                  <a:lnTo>
                    <a:pt x="3259914" y="1094154"/>
                  </a:lnTo>
                  <a:lnTo>
                    <a:pt x="3260032" y="1094154"/>
                  </a:lnTo>
                  <a:lnTo>
                    <a:pt x="3260149" y="1094154"/>
                  </a:lnTo>
                  <a:lnTo>
                    <a:pt x="3260267" y="1094154"/>
                  </a:lnTo>
                  <a:lnTo>
                    <a:pt x="3260385" y="1094154"/>
                  </a:lnTo>
                  <a:lnTo>
                    <a:pt x="3260502" y="1094154"/>
                  </a:lnTo>
                  <a:lnTo>
                    <a:pt x="3260502" y="1093724"/>
                  </a:lnTo>
                  <a:lnTo>
                    <a:pt x="3260620" y="1093724"/>
                  </a:lnTo>
                  <a:lnTo>
                    <a:pt x="3260737" y="1093724"/>
                  </a:lnTo>
                  <a:lnTo>
                    <a:pt x="3260737" y="1093293"/>
                  </a:lnTo>
                  <a:lnTo>
                    <a:pt x="3260855" y="1093293"/>
                  </a:lnTo>
                  <a:lnTo>
                    <a:pt x="3260973" y="1093293"/>
                  </a:lnTo>
                  <a:lnTo>
                    <a:pt x="3261090" y="1093293"/>
                  </a:lnTo>
                  <a:lnTo>
                    <a:pt x="3261208" y="1093293"/>
                  </a:lnTo>
                  <a:lnTo>
                    <a:pt x="3261325" y="1093293"/>
                  </a:lnTo>
                  <a:lnTo>
                    <a:pt x="3261443" y="1093293"/>
                  </a:lnTo>
                  <a:lnTo>
                    <a:pt x="3261561" y="1093293"/>
                  </a:lnTo>
                  <a:lnTo>
                    <a:pt x="3261678" y="1093293"/>
                  </a:lnTo>
                  <a:lnTo>
                    <a:pt x="3261796" y="1093293"/>
                  </a:lnTo>
                  <a:lnTo>
                    <a:pt x="3261796" y="1092862"/>
                  </a:lnTo>
                  <a:lnTo>
                    <a:pt x="3261914" y="1092862"/>
                  </a:lnTo>
                  <a:lnTo>
                    <a:pt x="3262031" y="1092862"/>
                  </a:lnTo>
                  <a:lnTo>
                    <a:pt x="3262149" y="1092862"/>
                  </a:lnTo>
                  <a:lnTo>
                    <a:pt x="3262266" y="1092862"/>
                  </a:lnTo>
                  <a:lnTo>
                    <a:pt x="3262384" y="1092862"/>
                  </a:lnTo>
                  <a:lnTo>
                    <a:pt x="3262384" y="1092432"/>
                  </a:lnTo>
                  <a:lnTo>
                    <a:pt x="3262384" y="1092001"/>
                  </a:lnTo>
                  <a:lnTo>
                    <a:pt x="3262502" y="1092001"/>
                  </a:lnTo>
                  <a:lnTo>
                    <a:pt x="3262502" y="1091571"/>
                  </a:lnTo>
                  <a:lnTo>
                    <a:pt x="3262619" y="1091571"/>
                  </a:lnTo>
                  <a:lnTo>
                    <a:pt x="3262737" y="1091571"/>
                  </a:lnTo>
                  <a:lnTo>
                    <a:pt x="3262854" y="1091571"/>
                  </a:lnTo>
                  <a:lnTo>
                    <a:pt x="3262972" y="1091571"/>
                  </a:lnTo>
                  <a:lnTo>
                    <a:pt x="3263090" y="1091571"/>
                  </a:lnTo>
                  <a:lnTo>
                    <a:pt x="3263207" y="1091571"/>
                  </a:lnTo>
                  <a:lnTo>
                    <a:pt x="3263325" y="1091571"/>
                  </a:lnTo>
                  <a:lnTo>
                    <a:pt x="3263325" y="1091140"/>
                  </a:lnTo>
                  <a:lnTo>
                    <a:pt x="3263443" y="1091140"/>
                  </a:lnTo>
                  <a:lnTo>
                    <a:pt x="3263560" y="1091140"/>
                  </a:lnTo>
                  <a:lnTo>
                    <a:pt x="3263678" y="1091140"/>
                  </a:lnTo>
                  <a:lnTo>
                    <a:pt x="3263795" y="1091140"/>
                  </a:lnTo>
                  <a:lnTo>
                    <a:pt x="3263913" y="1091140"/>
                  </a:lnTo>
                  <a:lnTo>
                    <a:pt x="3264031" y="1091140"/>
                  </a:lnTo>
                  <a:lnTo>
                    <a:pt x="3264148" y="1091140"/>
                  </a:lnTo>
                  <a:lnTo>
                    <a:pt x="3264266" y="1091140"/>
                  </a:lnTo>
                  <a:lnTo>
                    <a:pt x="3264383" y="1091140"/>
                  </a:lnTo>
                  <a:lnTo>
                    <a:pt x="3264501" y="1091140"/>
                  </a:lnTo>
                  <a:lnTo>
                    <a:pt x="3264619" y="1091140"/>
                  </a:lnTo>
                  <a:lnTo>
                    <a:pt x="3264619" y="1090709"/>
                  </a:lnTo>
                  <a:lnTo>
                    <a:pt x="3264736" y="1090709"/>
                  </a:lnTo>
                  <a:lnTo>
                    <a:pt x="3264854" y="1090709"/>
                  </a:lnTo>
                  <a:lnTo>
                    <a:pt x="3264971" y="1090709"/>
                  </a:lnTo>
                  <a:lnTo>
                    <a:pt x="3265089" y="1090709"/>
                  </a:lnTo>
                  <a:lnTo>
                    <a:pt x="3265207" y="1090709"/>
                  </a:lnTo>
                  <a:lnTo>
                    <a:pt x="3265324" y="1090709"/>
                  </a:lnTo>
                  <a:lnTo>
                    <a:pt x="3265442" y="1090709"/>
                  </a:lnTo>
                  <a:lnTo>
                    <a:pt x="3265560" y="1090709"/>
                  </a:lnTo>
                  <a:lnTo>
                    <a:pt x="3265677" y="1090709"/>
                  </a:lnTo>
                  <a:lnTo>
                    <a:pt x="3265795" y="1090709"/>
                  </a:lnTo>
                  <a:lnTo>
                    <a:pt x="3265912" y="1090709"/>
                  </a:lnTo>
                  <a:lnTo>
                    <a:pt x="3266030" y="1090709"/>
                  </a:lnTo>
                  <a:lnTo>
                    <a:pt x="3266030" y="1090279"/>
                  </a:lnTo>
                  <a:lnTo>
                    <a:pt x="3266148" y="1090279"/>
                  </a:lnTo>
                  <a:lnTo>
                    <a:pt x="3266265" y="1090279"/>
                  </a:lnTo>
                  <a:lnTo>
                    <a:pt x="3266383" y="1090279"/>
                  </a:lnTo>
                  <a:lnTo>
                    <a:pt x="3266500" y="1090279"/>
                  </a:lnTo>
                  <a:lnTo>
                    <a:pt x="3266500" y="1089848"/>
                  </a:lnTo>
                  <a:lnTo>
                    <a:pt x="3266500" y="1089418"/>
                  </a:lnTo>
                  <a:lnTo>
                    <a:pt x="3266618" y="1089418"/>
                  </a:lnTo>
                  <a:lnTo>
                    <a:pt x="3266736" y="1089418"/>
                  </a:lnTo>
                  <a:lnTo>
                    <a:pt x="3266853" y="1089418"/>
                  </a:lnTo>
                  <a:lnTo>
                    <a:pt x="3266971" y="1089418"/>
                  </a:lnTo>
                  <a:lnTo>
                    <a:pt x="3267089" y="1089418"/>
                  </a:lnTo>
                  <a:lnTo>
                    <a:pt x="3267089" y="1088987"/>
                  </a:lnTo>
                  <a:lnTo>
                    <a:pt x="3267206" y="1088987"/>
                  </a:lnTo>
                  <a:lnTo>
                    <a:pt x="3267324" y="1088987"/>
                  </a:lnTo>
                  <a:lnTo>
                    <a:pt x="3267441" y="1088987"/>
                  </a:lnTo>
                  <a:lnTo>
                    <a:pt x="3267559" y="1088987"/>
                  </a:lnTo>
                  <a:lnTo>
                    <a:pt x="3267677" y="1088987"/>
                  </a:lnTo>
                  <a:lnTo>
                    <a:pt x="3267794" y="1088987"/>
                  </a:lnTo>
                  <a:lnTo>
                    <a:pt x="3267912" y="1088987"/>
                  </a:lnTo>
                  <a:lnTo>
                    <a:pt x="3268029" y="1088987"/>
                  </a:lnTo>
                  <a:lnTo>
                    <a:pt x="3268147" y="1088987"/>
                  </a:lnTo>
                  <a:lnTo>
                    <a:pt x="3268265" y="1088987"/>
                  </a:lnTo>
                  <a:lnTo>
                    <a:pt x="3268382" y="1088987"/>
                  </a:lnTo>
                  <a:lnTo>
                    <a:pt x="3268500" y="1088987"/>
                  </a:lnTo>
                  <a:lnTo>
                    <a:pt x="3268618" y="1088987"/>
                  </a:lnTo>
                  <a:lnTo>
                    <a:pt x="3268735" y="1088987"/>
                  </a:lnTo>
                  <a:lnTo>
                    <a:pt x="3268735" y="1088556"/>
                  </a:lnTo>
                  <a:lnTo>
                    <a:pt x="3268735" y="1088126"/>
                  </a:lnTo>
                  <a:lnTo>
                    <a:pt x="3268853" y="1088126"/>
                  </a:lnTo>
                  <a:lnTo>
                    <a:pt x="3268970" y="1088126"/>
                  </a:lnTo>
                  <a:lnTo>
                    <a:pt x="3269088" y="1088126"/>
                  </a:lnTo>
                  <a:lnTo>
                    <a:pt x="3269206" y="1088126"/>
                  </a:lnTo>
                  <a:lnTo>
                    <a:pt x="3269323" y="1088126"/>
                  </a:lnTo>
                  <a:lnTo>
                    <a:pt x="3269441" y="1088126"/>
                  </a:lnTo>
                  <a:lnTo>
                    <a:pt x="3269558" y="1088126"/>
                  </a:lnTo>
                  <a:lnTo>
                    <a:pt x="3269558" y="1087695"/>
                  </a:lnTo>
                  <a:lnTo>
                    <a:pt x="3269676" y="1087695"/>
                  </a:lnTo>
                  <a:lnTo>
                    <a:pt x="3269794" y="1087695"/>
                  </a:lnTo>
                  <a:lnTo>
                    <a:pt x="3269911" y="1087695"/>
                  </a:lnTo>
                  <a:lnTo>
                    <a:pt x="3270029" y="1087695"/>
                  </a:lnTo>
                  <a:lnTo>
                    <a:pt x="3270147" y="1087695"/>
                  </a:lnTo>
                  <a:lnTo>
                    <a:pt x="3270264" y="1087695"/>
                  </a:lnTo>
                  <a:lnTo>
                    <a:pt x="3270382" y="1087695"/>
                  </a:lnTo>
                  <a:lnTo>
                    <a:pt x="3270499" y="1087695"/>
                  </a:lnTo>
                  <a:lnTo>
                    <a:pt x="3270617" y="1087695"/>
                  </a:lnTo>
                  <a:lnTo>
                    <a:pt x="3270735" y="1087695"/>
                  </a:lnTo>
                  <a:lnTo>
                    <a:pt x="3270735" y="1087265"/>
                  </a:lnTo>
                  <a:lnTo>
                    <a:pt x="3270852" y="1087265"/>
                  </a:lnTo>
                  <a:lnTo>
                    <a:pt x="3270970" y="1087265"/>
                  </a:lnTo>
                  <a:lnTo>
                    <a:pt x="3271087" y="1087265"/>
                  </a:lnTo>
                  <a:lnTo>
                    <a:pt x="3271205" y="1087265"/>
                  </a:lnTo>
                  <a:lnTo>
                    <a:pt x="3271323" y="1087265"/>
                  </a:lnTo>
                  <a:lnTo>
                    <a:pt x="3271440" y="1087265"/>
                  </a:lnTo>
                  <a:lnTo>
                    <a:pt x="3271558" y="1087265"/>
                  </a:lnTo>
                  <a:lnTo>
                    <a:pt x="3271676" y="1087265"/>
                  </a:lnTo>
                  <a:lnTo>
                    <a:pt x="3271793" y="1087265"/>
                  </a:lnTo>
                  <a:lnTo>
                    <a:pt x="3271911" y="1087265"/>
                  </a:lnTo>
                  <a:lnTo>
                    <a:pt x="3272028" y="1087265"/>
                  </a:lnTo>
                  <a:lnTo>
                    <a:pt x="3272146" y="1087265"/>
                  </a:lnTo>
                  <a:lnTo>
                    <a:pt x="3272264" y="1087265"/>
                  </a:lnTo>
                  <a:lnTo>
                    <a:pt x="3272381" y="1087265"/>
                  </a:lnTo>
                  <a:lnTo>
                    <a:pt x="3272499" y="1087265"/>
                  </a:lnTo>
                  <a:lnTo>
                    <a:pt x="3272499" y="1086834"/>
                  </a:lnTo>
                  <a:lnTo>
                    <a:pt x="3272616" y="1086834"/>
                  </a:lnTo>
                  <a:lnTo>
                    <a:pt x="3272734" y="1086834"/>
                  </a:lnTo>
                  <a:lnTo>
                    <a:pt x="3272852" y="1086834"/>
                  </a:lnTo>
                  <a:lnTo>
                    <a:pt x="3272852" y="1086403"/>
                  </a:lnTo>
                  <a:lnTo>
                    <a:pt x="3272969" y="1086403"/>
                  </a:lnTo>
                  <a:lnTo>
                    <a:pt x="3272969" y="1085973"/>
                  </a:lnTo>
                  <a:lnTo>
                    <a:pt x="3272969" y="1085542"/>
                  </a:lnTo>
                  <a:lnTo>
                    <a:pt x="3273087" y="1085542"/>
                  </a:lnTo>
                  <a:lnTo>
                    <a:pt x="3273087" y="1085112"/>
                  </a:lnTo>
                  <a:lnTo>
                    <a:pt x="3273204" y="1085112"/>
                  </a:lnTo>
                  <a:lnTo>
                    <a:pt x="3273322" y="1085112"/>
                  </a:lnTo>
                  <a:lnTo>
                    <a:pt x="3273440" y="1085112"/>
                  </a:lnTo>
                  <a:lnTo>
                    <a:pt x="3273440" y="1084681"/>
                  </a:lnTo>
                  <a:lnTo>
                    <a:pt x="3273440" y="1084250"/>
                  </a:lnTo>
                  <a:lnTo>
                    <a:pt x="3273557" y="1084250"/>
                  </a:lnTo>
                  <a:lnTo>
                    <a:pt x="3273675" y="1084250"/>
                  </a:lnTo>
                  <a:lnTo>
                    <a:pt x="3273793" y="1084250"/>
                  </a:lnTo>
                  <a:lnTo>
                    <a:pt x="3273910" y="1084250"/>
                  </a:lnTo>
                  <a:lnTo>
                    <a:pt x="3274028" y="1084250"/>
                  </a:lnTo>
                  <a:lnTo>
                    <a:pt x="3274145" y="1084250"/>
                  </a:lnTo>
                  <a:lnTo>
                    <a:pt x="3274263" y="1084250"/>
                  </a:lnTo>
                  <a:lnTo>
                    <a:pt x="3274381" y="1084250"/>
                  </a:lnTo>
                  <a:lnTo>
                    <a:pt x="3274498" y="1084250"/>
                  </a:lnTo>
                  <a:lnTo>
                    <a:pt x="3274616" y="1084250"/>
                  </a:lnTo>
                  <a:lnTo>
                    <a:pt x="3274733" y="1084250"/>
                  </a:lnTo>
                  <a:lnTo>
                    <a:pt x="3274851" y="1084250"/>
                  </a:lnTo>
                  <a:lnTo>
                    <a:pt x="3274969" y="1084250"/>
                  </a:lnTo>
                  <a:lnTo>
                    <a:pt x="3275086" y="1084250"/>
                  </a:lnTo>
                  <a:lnTo>
                    <a:pt x="3275204" y="1084250"/>
                  </a:lnTo>
                  <a:lnTo>
                    <a:pt x="3275322" y="1084250"/>
                  </a:lnTo>
                  <a:lnTo>
                    <a:pt x="3275439" y="1084250"/>
                  </a:lnTo>
                  <a:lnTo>
                    <a:pt x="3275557" y="1084250"/>
                  </a:lnTo>
                  <a:lnTo>
                    <a:pt x="3275557" y="1083820"/>
                  </a:lnTo>
                  <a:lnTo>
                    <a:pt x="3275557" y="1083389"/>
                  </a:lnTo>
                  <a:lnTo>
                    <a:pt x="3275557" y="1082959"/>
                  </a:lnTo>
                  <a:lnTo>
                    <a:pt x="3275674" y="1082959"/>
                  </a:lnTo>
                  <a:lnTo>
                    <a:pt x="3275674" y="1082528"/>
                  </a:lnTo>
                  <a:lnTo>
                    <a:pt x="3275792" y="1082528"/>
                  </a:lnTo>
                  <a:lnTo>
                    <a:pt x="3275910" y="1082528"/>
                  </a:lnTo>
                  <a:lnTo>
                    <a:pt x="3276027" y="1082528"/>
                  </a:lnTo>
                  <a:lnTo>
                    <a:pt x="3276145" y="1082528"/>
                  </a:lnTo>
                  <a:lnTo>
                    <a:pt x="3276145" y="1082097"/>
                  </a:lnTo>
                  <a:lnTo>
                    <a:pt x="3276262" y="1082097"/>
                  </a:lnTo>
                  <a:lnTo>
                    <a:pt x="3276380" y="1082097"/>
                  </a:lnTo>
                  <a:lnTo>
                    <a:pt x="3276498" y="1082097"/>
                  </a:lnTo>
                  <a:lnTo>
                    <a:pt x="3276615" y="1082097"/>
                  </a:lnTo>
                  <a:lnTo>
                    <a:pt x="3276733" y="1082097"/>
                  </a:lnTo>
                  <a:lnTo>
                    <a:pt x="3276733" y="1081667"/>
                  </a:lnTo>
                  <a:lnTo>
                    <a:pt x="3276851" y="1081667"/>
                  </a:lnTo>
                  <a:lnTo>
                    <a:pt x="3276968" y="1081667"/>
                  </a:lnTo>
                  <a:lnTo>
                    <a:pt x="3277086" y="1081667"/>
                  </a:lnTo>
                  <a:lnTo>
                    <a:pt x="3277203" y="1081667"/>
                  </a:lnTo>
                  <a:lnTo>
                    <a:pt x="3277321" y="1081667"/>
                  </a:lnTo>
                  <a:lnTo>
                    <a:pt x="3277439" y="1081667"/>
                  </a:lnTo>
                  <a:lnTo>
                    <a:pt x="3277556" y="1081667"/>
                  </a:lnTo>
                  <a:lnTo>
                    <a:pt x="3277674" y="1081667"/>
                  </a:lnTo>
                  <a:lnTo>
                    <a:pt x="3277791" y="1081667"/>
                  </a:lnTo>
                  <a:lnTo>
                    <a:pt x="3277909" y="1081667"/>
                  </a:lnTo>
                  <a:lnTo>
                    <a:pt x="3278027" y="1081667"/>
                  </a:lnTo>
                  <a:lnTo>
                    <a:pt x="3278144" y="1081667"/>
                  </a:lnTo>
                  <a:lnTo>
                    <a:pt x="3278262" y="1081667"/>
                  </a:lnTo>
                  <a:lnTo>
                    <a:pt x="3278380" y="1081667"/>
                  </a:lnTo>
                  <a:lnTo>
                    <a:pt x="3278497" y="1081667"/>
                  </a:lnTo>
                  <a:lnTo>
                    <a:pt x="3278615" y="1081667"/>
                  </a:lnTo>
                  <a:lnTo>
                    <a:pt x="3278732" y="1081667"/>
                  </a:lnTo>
                  <a:lnTo>
                    <a:pt x="3278732" y="1081236"/>
                  </a:lnTo>
                  <a:lnTo>
                    <a:pt x="3278850" y="1081236"/>
                  </a:lnTo>
                  <a:lnTo>
                    <a:pt x="3278968" y="1081236"/>
                  </a:lnTo>
                  <a:lnTo>
                    <a:pt x="3279085" y="1081236"/>
                  </a:lnTo>
                  <a:lnTo>
                    <a:pt x="3279203" y="1081236"/>
                  </a:lnTo>
                  <a:lnTo>
                    <a:pt x="3279320" y="1081236"/>
                  </a:lnTo>
                  <a:lnTo>
                    <a:pt x="3279320" y="1080806"/>
                  </a:lnTo>
                  <a:lnTo>
                    <a:pt x="3279438" y="1080806"/>
                  </a:lnTo>
                  <a:lnTo>
                    <a:pt x="3279556" y="1080806"/>
                  </a:lnTo>
                  <a:lnTo>
                    <a:pt x="3279673" y="1080806"/>
                  </a:lnTo>
                  <a:lnTo>
                    <a:pt x="3279673" y="1080375"/>
                  </a:lnTo>
                  <a:lnTo>
                    <a:pt x="3279791" y="1080375"/>
                  </a:lnTo>
                  <a:lnTo>
                    <a:pt x="3279909" y="1080375"/>
                  </a:lnTo>
                  <a:lnTo>
                    <a:pt x="3279909" y="1079944"/>
                  </a:lnTo>
                  <a:lnTo>
                    <a:pt x="3280026" y="1079944"/>
                  </a:lnTo>
                  <a:lnTo>
                    <a:pt x="3280144" y="1079944"/>
                  </a:lnTo>
                  <a:lnTo>
                    <a:pt x="3280261" y="1079944"/>
                  </a:lnTo>
                  <a:lnTo>
                    <a:pt x="3280379" y="1079944"/>
                  </a:lnTo>
                  <a:lnTo>
                    <a:pt x="3280497" y="1079944"/>
                  </a:lnTo>
                  <a:lnTo>
                    <a:pt x="3280497" y="1079514"/>
                  </a:lnTo>
                  <a:lnTo>
                    <a:pt x="3280614" y="1079514"/>
                  </a:lnTo>
                  <a:lnTo>
                    <a:pt x="3280732" y="1079514"/>
                  </a:lnTo>
                  <a:lnTo>
                    <a:pt x="3280849" y="1079514"/>
                  </a:lnTo>
                  <a:lnTo>
                    <a:pt x="3280967" y="1079514"/>
                  </a:lnTo>
                  <a:lnTo>
                    <a:pt x="3280967" y="1079083"/>
                  </a:lnTo>
                  <a:lnTo>
                    <a:pt x="3281085" y="1079083"/>
                  </a:lnTo>
                  <a:lnTo>
                    <a:pt x="3281202" y="1079083"/>
                  </a:lnTo>
                  <a:lnTo>
                    <a:pt x="3281320" y="1079083"/>
                  </a:lnTo>
                  <a:lnTo>
                    <a:pt x="3281320" y="1078653"/>
                  </a:lnTo>
                  <a:lnTo>
                    <a:pt x="3281437" y="1078653"/>
                  </a:lnTo>
                  <a:lnTo>
                    <a:pt x="3281555" y="1078653"/>
                  </a:lnTo>
                  <a:lnTo>
                    <a:pt x="3281673" y="1078653"/>
                  </a:lnTo>
                  <a:lnTo>
                    <a:pt x="3281790" y="1078653"/>
                  </a:lnTo>
                  <a:lnTo>
                    <a:pt x="3281908" y="1078653"/>
                  </a:lnTo>
                  <a:lnTo>
                    <a:pt x="3281908" y="1078222"/>
                  </a:lnTo>
                  <a:lnTo>
                    <a:pt x="3281908" y="1077791"/>
                  </a:lnTo>
                  <a:lnTo>
                    <a:pt x="3281908" y="1077361"/>
                  </a:lnTo>
                  <a:lnTo>
                    <a:pt x="3282026" y="1077361"/>
                  </a:lnTo>
                  <a:lnTo>
                    <a:pt x="3282026" y="1076930"/>
                  </a:lnTo>
                  <a:lnTo>
                    <a:pt x="3282143" y="1076930"/>
                  </a:lnTo>
                  <a:lnTo>
                    <a:pt x="3282143" y="1076500"/>
                  </a:lnTo>
                  <a:lnTo>
                    <a:pt x="3282261" y="1076500"/>
                  </a:lnTo>
                  <a:lnTo>
                    <a:pt x="3282378" y="1076500"/>
                  </a:lnTo>
                  <a:lnTo>
                    <a:pt x="3282496" y="1076500"/>
                  </a:lnTo>
                  <a:lnTo>
                    <a:pt x="3282614" y="1076500"/>
                  </a:lnTo>
                  <a:lnTo>
                    <a:pt x="3282731" y="1076500"/>
                  </a:lnTo>
                  <a:lnTo>
                    <a:pt x="3282849" y="1076500"/>
                  </a:lnTo>
                  <a:lnTo>
                    <a:pt x="3282966" y="1076500"/>
                  </a:lnTo>
                  <a:lnTo>
                    <a:pt x="3283084" y="1076500"/>
                  </a:lnTo>
                  <a:lnTo>
                    <a:pt x="3283202" y="1076500"/>
                  </a:lnTo>
                  <a:lnTo>
                    <a:pt x="3283319" y="1076500"/>
                  </a:lnTo>
                  <a:lnTo>
                    <a:pt x="3283437" y="1076500"/>
                  </a:lnTo>
                  <a:lnTo>
                    <a:pt x="3283555" y="1076500"/>
                  </a:lnTo>
                  <a:lnTo>
                    <a:pt x="3283672" y="1076500"/>
                  </a:lnTo>
                  <a:lnTo>
                    <a:pt x="3283672" y="1076069"/>
                  </a:lnTo>
                  <a:lnTo>
                    <a:pt x="3283790" y="1076069"/>
                  </a:lnTo>
                  <a:lnTo>
                    <a:pt x="3283907" y="1076069"/>
                  </a:lnTo>
                  <a:lnTo>
                    <a:pt x="3284025" y="1076069"/>
                  </a:lnTo>
                  <a:lnTo>
                    <a:pt x="3284143" y="1076069"/>
                  </a:lnTo>
                  <a:lnTo>
                    <a:pt x="3284260" y="1076069"/>
                  </a:lnTo>
                  <a:lnTo>
                    <a:pt x="3284378" y="1076069"/>
                  </a:lnTo>
                  <a:lnTo>
                    <a:pt x="3284495" y="1076069"/>
                  </a:lnTo>
                  <a:lnTo>
                    <a:pt x="3284495" y="1075638"/>
                  </a:lnTo>
                  <a:lnTo>
                    <a:pt x="3284613" y="1075638"/>
                  </a:lnTo>
                  <a:lnTo>
                    <a:pt x="3284731" y="1075638"/>
                  </a:lnTo>
                  <a:lnTo>
                    <a:pt x="3284848" y="1075638"/>
                  </a:lnTo>
                  <a:lnTo>
                    <a:pt x="3284966" y="1075638"/>
                  </a:lnTo>
                  <a:lnTo>
                    <a:pt x="3285084" y="1075638"/>
                  </a:lnTo>
                  <a:lnTo>
                    <a:pt x="3285201" y="1075638"/>
                  </a:lnTo>
                  <a:lnTo>
                    <a:pt x="3285201" y="1075208"/>
                  </a:lnTo>
                  <a:lnTo>
                    <a:pt x="3285319" y="1075208"/>
                  </a:lnTo>
                  <a:lnTo>
                    <a:pt x="3285436" y="1075208"/>
                  </a:lnTo>
                  <a:lnTo>
                    <a:pt x="3285554" y="1075208"/>
                  </a:lnTo>
                  <a:lnTo>
                    <a:pt x="3285672" y="1075208"/>
                  </a:lnTo>
                  <a:lnTo>
                    <a:pt x="3285789" y="1075208"/>
                  </a:lnTo>
                  <a:lnTo>
                    <a:pt x="3285907" y="1075208"/>
                  </a:lnTo>
                  <a:lnTo>
                    <a:pt x="3286024" y="1075208"/>
                  </a:lnTo>
                  <a:lnTo>
                    <a:pt x="3286142" y="1075208"/>
                  </a:lnTo>
                  <a:lnTo>
                    <a:pt x="3286260" y="1075208"/>
                  </a:lnTo>
                  <a:lnTo>
                    <a:pt x="3286377" y="1075208"/>
                  </a:lnTo>
                  <a:lnTo>
                    <a:pt x="3286377" y="1074777"/>
                  </a:lnTo>
                  <a:lnTo>
                    <a:pt x="3286495" y="1074777"/>
                  </a:lnTo>
                  <a:lnTo>
                    <a:pt x="3286613" y="1074777"/>
                  </a:lnTo>
                  <a:lnTo>
                    <a:pt x="3286730" y="1074777"/>
                  </a:lnTo>
                  <a:lnTo>
                    <a:pt x="3286848" y="1074777"/>
                  </a:lnTo>
                  <a:lnTo>
                    <a:pt x="3286965" y="1074777"/>
                  </a:lnTo>
                  <a:lnTo>
                    <a:pt x="3287083" y="1074777"/>
                  </a:lnTo>
                  <a:lnTo>
                    <a:pt x="3287201" y="1074777"/>
                  </a:lnTo>
                  <a:lnTo>
                    <a:pt x="3287318" y="1074777"/>
                  </a:lnTo>
                  <a:lnTo>
                    <a:pt x="3287318" y="1074347"/>
                  </a:lnTo>
                  <a:lnTo>
                    <a:pt x="3287436" y="1074347"/>
                  </a:lnTo>
                  <a:lnTo>
                    <a:pt x="3287553" y="1074347"/>
                  </a:lnTo>
                  <a:lnTo>
                    <a:pt x="3287671" y="1074347"/>
                  </a:lnTo>
                  <a:lnTo>
                    <a:pt x="3287789" y="1074347"/>
                  </a:lnTo>
                  <a:lnTo>
                    <a:pt x="3287906" y="1074347"/>
                  </a:lnTo>
                  <a:lnTo>
                    <a:pt x="3288024" y="1074347"/>
                  </a:lnTo>
                  <a:lnTo>
                    <a:pt x="3288142" y="1074347"/>
                  </a:lnTo>
                  <a:lnTo>
                    <a:pt x="3288142" y="1073916"/>
                  </a:lnTo>
                  <a:lnTo>
                    <a:pt x="3288259" y="1073916"/>
                  </a:lnTo>
                  <a:lnTo>
                    <a:pt x="3288377" y="1073916"/>
                  </a:lnTo>
                  <a:lnTo>
                    <a:pt x="3288494" y="1073916"/>
                  </a:lnTo>
                  <a:lnTo>
                    <a:pt x="3288612" y="1073916"/>
                  </a:lnTo>
                  <a:lnTo>
                    <a:pt x="3288730" y="1073916"/>
                  </a:lnTo>
                  <a:lnTo>
                    <a:pt x="3288847" y="1073916"/>
                  </a:lnTo>
                  <a:lnTo>
                    <a:pt x="3288965" y="1073916"/>
                  </a:lnTo>
                  <a:lnTo>
                    <a:pt x="3289082" y="1073916"/>
                  </a:lnTo>
                  <a:lnTo>
                    <a:pt x="3289200" y="1073916"/>
                  </a:lnTo>
                  <a:lnTo>
                    <a:pt x="3289318" y="1073916"/>
                  </a:lnTo>
                  <a:lnTo>
                    <a:pt x="3289435" y="1073916"/>
                  </a:lnTo>
                  <a:lnTo>
                    <a:pt x="3289553" y="1073916"/>
                  </a:lnTo>
                  <a:lnTo>
                    <a:pt x="3289670" y="1073916"/>
                  </a:lnTo>
                  <a:lnTo>
                    <a:pt x="3289670" y="1073485"/>
                  </a:lnTo>
                  <a:lnTo>
                    <a:pt x="3289788" y="1073485"/>
                  </a:lnTo>
                  <a:lnTo>
                    <a:pt x="3289906" y="1073485"/>
                  </a:lnTo>
                  <a:lnTo>
                    <a:pt x="3290023" y="1073485"/>
                  </a:lnTo>
                  <a:lnTo>
                    <a:pt x="3290141" y="1073485"/>
                  </a:lnTo>
                  <a:lnTo>
                    <a:pt x="3290141" y="1073055"/>
                  </a:lnTo>
                  <a:lnTo>
                    <a:pt x="3290141" y="1072624"/>
                  </a:lnTo>
                  <a:lnTo>
                    <a:pt x="3290259" y="1072624"/>
                  </a:lnTo>
                  <a:lnTo>
                    <a:pt x="3290376" y="1072624"/>
                  </a:lnTo>
                  <a:lnTo>
                    <a:pt x="3290494" y="1072624"/>
                  </a:lnTo>
                  <a:lnTo>
                    <a:pt x="3290494" y="1072194"/>
                  </a:lnTo>
                  <a:lnTo>
                    <a:pt x="3290611" y="1072194"/>
                  </a:lnTo>
                  <a:lnTo>
                    <a:pt x="3290729" y="1072194"/>
                  </a:lnTo>
                  <a:lnTo>
                    <a:pt x="3290847" y="1072194"/>
                  </a:lnTo>
                  <a:lnTo>
                    <a:pt x="3290964" y="1072194"/>
                  </a:lnTo>
                  <a:lnTo>
                    <a:pt x="3291082" y="1072194"/>
                  </a:lnTo>
                  <a:lnTo>
                    <a:pt x="3291199" y="1072194"/>
                  </a:lnTo>
                  <a:lnTo>
                    <a:pt x="3291317" y="1072194"/>
                  </a:lnTo>
                  <a:lnTo>
                    <a:pt x="3291435" y="1072194"/>
                  </a:lnTo>
                  <a:lnTo>
                    <a:pt x="3291552" y="1072194"/>
                  </a:lnTo>
                  <a:lnTo>
                    <a:pt x="3291670" y="1072194"/>
                  </a:lnTo>
                  <a:lnTo>
                    <a:pt x="3291788" y="1072194"/>
                  </a:lnTo>
                  <a:lnTo>
                    <a:pt x="3291905" y="1072194"/>
                  </a:lnTo>
                  <a:lnTo>
                    <a:pt x="3292023" y="1072194"/>
                  </a:lnTo>
                  <a:lnTo>
                    <a:pt x="3292023" y="1071763"/>
                  </a:lnTo>
                  <a:lnTo>
                    <a:pt x="3292140" y="1071763"/>
                  </a:lnTo>
                  <a:lnTo>
                    <a:pt x="3292258" y="1071763"/>
                  </a:lnTo>
                  <a:lnTo>
                    <a:pt x="3292376" y="1071763"/>
                  </a:lnTo>
                  <a:lnTo>
                    <a:pt x="3292493" y="1071763"/>
                  </a:lnTo>
                  <a:lnTo>
                    <a:pt x="3292611" y="1071763"/>
                  </a:lnTo>
                  <a:lnTo>
                    <a:pt x="3292728" y="1071763"/>
                  </a:lnTo>
                  <a:lnTo>
                    <a:pt x="3292728" y="1071332"/>
                  </a:lnTo>
                  <a:lnTo>
                    <a:pt x="3292846" y="1071332"/>
                  </a:lnTo>
                  <a:lnTo>
                    <a:pt x="3292846" y="1070902"/>
                  </a:lnTo>
                  <a:lnTo>
                    <a:pt x="3292964" y="1070902"/>
                  </a:lnTo>
                  <a:lnTo>
                    <a:pt x="3292964" y="1070471"/>
                  </a:lnTo>
                  <a:lnTo>
                    <a:pt x="3292964" y="1070041"/>
                  </a:lnTo>
                  <a:lnTo>
                    <a:pt x="3293081" y="1070041"/>
                  </a:lnTo>
                  <a:lnTo>
                    <a:pt x="3293199" y="1070041"/>
                  </a:lnTo>
                  <a:lnTo>
                    <a:pt x="3293317" y="1070041"/>
                  </a:lnTo>
                  <a:lnTo>
                    <a:pt x="3293434" y="1070041"/>
                  </a:lnTo>
                  <a:lnTo>
                    <a:pt x="3293552" y="1070041"/>
                  </a:lnTo>
                  <a:lnTo>
                    <a:pt x="3293669" y="1070041"/>
                  </a:lnTo>
                  <a:lnTo>
                    <a:pt x="3293787" y="1070041"/>
                  </a:lnTo>
                  <a:lnTo>
                    <a:pt x="3293905" y="1070041"/>
                  </a:lnTo>
                  <a:lnTo>
                    <a:pt x="3294022" y="1070041"/>
                  </a:lnTo>
                  <a:lnTo>
                    <a:pt x="3294022" y="1069610"/>
                  </a:lnTo>
                  <a:lnTo>
                    <a:pt x="3294140" y="1069610"/>
                  </a:lnTo>
                  <a:lnTo>
                    <a:pt x="3294140" y="1069179"/>
                  </a:lnTo>
                  <a:lnTo>
                    <a:pt x="3294257" y="1069179"/>
                  </a:lnTo>
                  <a:lnTo>
                    <a:pt x="3294375" y="1069179"/>
                  </a:lnTo>
                  <a:lnTo>
                    <a:pt x="3294493" y="1069179"/>
                  </a:lnTo>
                  <a:lnTo>
                    <a:pt x="3294610" y="1069179"/>
                  </a:lnTo>
                  <a:lnTo>
                    <a:pt x="3294728" y="1069179"/>
                  </a:lnTo>
                  <a:lnTo>
                    <a:pt x="3294728" y="1068749"/>
                  </a:lnTo>
                  <a:lnTo>
                    <a:pt x="3294846" y="1068749"/>
                  </a:lnTo>
                  <a:lnTo>
                    <a:pt x="3294963" y="1068749"/>
                  </a:lnTo>
                  <a:lnTo>
                    <a:pt x="3295081" y="1068749"/>
                  </a:lnTo>
                  <a:lnTo>
                    <a:pt x="3295198" y="1068749"/>
                  </a:lnTo>
                  <a:lnTo>
                    <a:pt x="3295316" y="1068749"/>
                  </a:lnTo>
                  <a:lnTo>
                    <a:pt x="3295434" y="1068749"/>
                  </a:lnTo>
                  <a:lnTo>
                    <a:pt x="3295434" y="1068318"/>
                  </a:lnTo>
                  <a:lnTo>
                    <a:pt x="3295551" y="1068318"/>
                  </a:lnTo>
                  <a:lnTo>
                    <a:pt x="3295669" y="1068318"/>
                  </a:lnTo>
                  <a:lnTo>
                    <a:pt x="3295786" y="1068318"/>
                  </a:lnTo>
                  <a:lnTo>
                    <a:pt x="3295904" y="1068318"/>
                  </a:lnTo>
                  <a:lnTo>
                    <a:pt x="3296022" y="1068318"/>
                  </a:lnTo>
                  <a:lnTo>
                    <a:pt x="3296139" y="1068318"/>
                  </a:lnTo>
                  <a:lnTo>
                    <a:pt x="3296257" y="1068318"/>
                  </a:lnTo>
                  <a:lnTo>
                    <a:pt x="3296375" y="1068318"/>
                  </a:lnTo>
                  <a:lnTo>
                    <a:pt x="3296492" y="1068318"/>
                  </a:lnTo>
                  <a:lnTo>
                    <a:pt x="3296610" y="1068318"/>
                  </a:lnTo>
                  <a:lnTo>
                    <a:pt x="3296727" y="1068318"/>
                  </a:lnTo>
                  <a:lnTo>
                    <a:pt x="3296727" y="1067888"/>
                  </a:lnTo>
                  <a:lnTo>
                    <a:pt x="3296727" y="1067457"/>
                  </a:lnTo>
                  <a:lnTo>
                    <a:pt x="3296845" y="1067457"/>
                  </a:lnTo>
                  <a:lnTo>
                    <a:pt x="3296963" y="1067457"/>
                  </a:lnTo>
                  <a:lnTo>
                    <a:pt x="3297080" y="1067457"/>
                  </a:lnTo>
                  <a:lnTo>
                    <a:pt x="3297198" y="1067457"/>
                  </a:lnTo>
                  <a:lnTo>
                    <a:pt x="3297315" y="1067457"/>
                  </a:lnTo>
                  <a:lnTo>
                    <a:pt x="3297433" y="1067457"/>
                  </a:lnTo>
                  <a:lnTo>
                    <a:pt x="3297433" y="1067026"/>
                  </a:lnTo>
                  <a:lnTo>
                    <a:pt x="3297551" y="1067026"/>
                  </a:lnTo>
                  <a:lnTo>
                    <a:pt x="3297668" y="1067026"/>
                  </a:lnTo>
                  <a:lnTo>
                    <a:pt x="3297786" y="1067026"/>
                  </a:lnTo>
                  <a:lnTo>
                    <a:pt x="3297903" y="1067026"/>
                  </a:lnTo>
                  <a:lnTo>
                    <a:pt x="3298021" y="1067026"/>
                  </a:lnTo>
                  <a:lnTo>
                    <a:pt x="3298139" y="1067026"/>
                  </a:lnTo>
                  <a:lnTo>
                    <a:pt x="3298256" y="1067026"/>
                  </a:lnTo>
                  <a:lnTo>
                    <a:pt x="3298256" y="1066596"/>
                  </a:lnTo>
                  <a:lnTo>
                    <a:pt x="3298374" y="1066596"/>
                  </a:lnTo>
                  <a:lnTo>
                    <a:pt x="3298492" y="1066596"/>
                  </a:lnTo>
                  <a:lnTo>
                    <a:pt x="3298609" y="1066596"/>
                  </a:lnTo>
                  <a:lnTo>
                    <a:pt x="3298727" y="1066596"/>
                  </a:lnTo>
                  <a:lnTo>
                    <a:pt x="3298844" y="1066596"/>
                  </a:lnTo>
                  <a:lnTo>
                    <a:pt x="3298962" y="1066596"/>
                  </a:lnTo>
                  <a:lnTo>
                    <a:pt x="3299080" y="1066596"/>
                  </a:lnTo>
                  <a:lnTo>
                    <a:pt x="3299080" y="1066165"/>
                  </a:lnTo>
                  <a:lnTo>
                    <a:pt x="3299197" y="1066165"/>
                  </a:lnTo>
                  <a:lnTo>
                    <a:pt x="3299315" y="1066165"/>
                  </a:lnTo>
                  <a:lnTo>
                    <a:pt x="3299432" y="1066165"/>
                  </a:lnTo>
                  <a:lnTo>
                    <a:pt x="3299432" y="1065735"/>
                  </a:lnTo>
                  <a:lnTo>
                    <a:pt x="3299432" y="1065304"/>
                  </a:lnTo>
                  <a:lnTo>
                    <a:pt x="3299432" y="1064873"/>
                  </a:lnTo>
                  <a:lnTo>
                    <a:pt x="3299550" y="1064873"/>
                  </a:lnTo>
                  <a:lnTo>
                    <a:pt x="3299668" y="1064873"/>
                  </a:lnTo>
                  <a:lnTo>
                    <a:pt x="3299668" y="1064443"/>
                  </a:lnTo>
                  <a:lnTo>
                    <a:pt x="3299785" y="1064443"/>
                  </a:lnTo>
                  <a:lnTo>
                    <a:pt x="3299903" y="1064443"/>
                  </a:lnTo>
                  <a:lnTo>
                    <a:pt x="3300021" y="1064443"/>
                  </a:lnTo>
                  <a:lnTo>
                    <a:pt x="3300138" y="1064443"/>
                  </a:lnTo>
                  <a:lnTo>
                    <a:pt x="3300138" y="1064012"/>
                  </a:lnTo>
                  <a:lnTo>
                    <a:pt x="3300256" y="1064012"/>
                  </a:lnTo>
                  <a:lnTo>
                    <a:pt x="3300373" y="1064012"/>
                  </a:lnTo>
                  <a:lnTo>
                    <a:pt x="3300491" y="1064012"/>
                  </a:lnTo>
                  <a:lnTo>
                    <a:pt x="3300609" y="1064012"/>
                  </a:lnTo>
                  <a:lnTo>
                    <a:pt x="3300726" y="1064012"/>
                  </a:lnTo>
                  <a:lnTo>
                    <a:pt x="3300844" y="1064012"/>
                  </a:lnTo>
                  <a:lnTo>
                    <a:pt x="3300961" y="1064012"/>
                  </a:lnTo>
                  <a:lnTo>
                    <a:pt x="3301079" y="1064012"/>
                  </a:lnTo>
                  <a:lnTo>
                    <a:pt x="3301197" y="1064012"/>
                  </a:lnTo>
                  <a:lnTo>
                    <a:pt x="3301314" y="1064012"/>
                  </a:lnTo>
                  <a:lnTo>
                    <a:pt x="3301432" y="1064012"/>
                  </a:lnTo>
                  <a:lnTo>
                    <a:pt x="3301550" y="1064012"/>
                  </a:lnTo>
                  <a:lnTo>
                    <a:pt x="3301550" y="1063582"/>
                  </a:lnTo>
                  <a:lnTo>
                    <a:pt x="3301667" y="1063582"/>
                  </a:lnTo>
                  <a:lnTo>
                    <a:pt x="3301667" y="1063151"/>
                  </a:lnTo>
                  <a:lnTo>
                    <a:pt x="3301667" y="1062720"/>
                  </a:lnTo>
                  <a:lnTo>
                    <a:pt x="3301785" y="1062720"/>
                  </a:lnTo>
                  <a:lnTo>
                    <a:pt x="3301902" y="1062720"/>
                  </a:lnTo>
                  <a:lnTo>
                    <a:pt x="3302020" y="1062720"/>
                  </a:lnTo>
                  <a:lnTo>
                    <a:pt x="3302138" y="1062720"/>
                  </a:lnTo>
                  <a:lnTo>
                    <a:pt x="3302255" y="1062720"/>
                  </a:lnTo>
                  <a:lnTo>
                    <a:pt x="3302373" y="1062720"/>
                  </a:lnTo>
                  <a:lnTo>
                    <a:pt x="3302373" y="1062290"/>
                  </a:lnTo>
                  <a:lnTo>
                    <a:pt x="3302373" y="1061859"/>
                  </a:lnTo>
                  <a:lnTo>
                    <a:pt x="3302490" y="1061859"/>
                  </a:lnTo>
                  <a:lnTo>
                    <a:pt x="3302608" y="1061859"/>
                  </a:lnTo>
                  <a:lnTo>
                    <a:pt x="3302726" y="1061859"/>
                  </a:lnTo>
                  <a:lnTo>
                    <a:pt x="3302843" y="1061859"/>
                  </a:lnTo>
                  <a:lnTo>
                    <a:pt x="3302961" y="1061859"/>
                  </a:lnTo>
                  <a:lnTo>
                    <a:pt x="3303079" y="1061859"/>
                  </a:lnTo>
                  <a:lnTo>
                    <a:pt x="3303079" y="1061429"/>
                  </a:lnTo>
                  <a:lnTo>
                    <a:pt x="3303196" y="1061429"/>
                  </a:lnTo>
                  <a:lnTo>
                    <a:pt x="3303314" y="1061429"/>
                  </a:lnTo>
                  <a:lnTo>
                    <a:pt x="3303431" y="1061429"/>
                  </a:lnTo>
                  <a:lnTo>
                    <a:pt x="3303431" y="1060998"/>
                  </a:lnTo>
                  <a:lnTo>
                    <a:pt x="3303549" y="1060998"/>
                  </a:lnTo>
                  <a:lnTo>
                    <a:pt x="3303667" y="1060998"/>
                  </a:lnTo>
                  <a:lnTo>
                    <a:pt x="3303784" y="1060998"/>
                  </a:lnTo>
                  <a:lnTo>
                    <a:pt x="3303902" y="1060998"/>
                  </a:lnTo>
                  <a:lnTo>
                    <a:pt x="3303902" y="1060567"/>
                  </a:lnTo>
                  <a:lnTo>
                    <a:pt x="3304019" y="1060567"/>
                  </a:lnTo>
                  <a:lnTo>
                    <a:pt x="3304137" y="1060567"/>
                  </a:lnTo>
                  <a:lnTo>
                    <a:pt x="3304255" y="1060567"/>
                  </a:lnTo>
                  <a:lnTo>
                    <a:pt x="3304372" y="1060567"/>
                  </a:lnTo>
                  <a:lnTo>
                    <a:pt x="3304490" y="1060567"/>
                  </a:lnTo>
                  <a:lnTo>
                    <a:pt x="3304608" y="1060567"/>
                  </a:lnTo>
                  <a:lnTo>
                    <a:pt x="3304725" y="1060567"/>
                  </a:lnTo>
                  <a:lnTo>
                    <a:pt x="3304843" y="1060567"/>
                  </a:lnTo>
                  <a:lnTo>
                    <a:pt x="3304960" y="1060567"/>
                  </a:lnTo>
                  <a:lnTo>
                    <a:pt x="3305078" y="1060567"/>
                  </a:lnTo>
                  <a:lnTo>
                    <a:pt x="3305196" y="1060567"/>
                  </a:lnTo>
                  <a:lnTo>
                    <a:pt x="3305313" y="1060567"/>
                  </a:lnTo>
                  <a:lnTo>
                    <a:pt x="3305431" y="1060567"/>
                  </a:lnTo>
                  <a:lnTo>
                    <a:pt x="3305548" y="1060567"/>
                  </a:lnTo>
                  <a:lnTo>
                    <a:pt x="3305666" y="1060567"/>
                  </a:lnTo>
                  <a:lnTo>
                    <a:pt x="3305666" y="1060137"/>
                  </a:lnTo>
                  <a:lnTo>
                    <a:pt x="3305784" y="1060137"/>
                  </a:lnTo>
                  <a:lnTo>
                    <a:pt x="3305901" y="1060137"/>
                  </a:lnTo>
                  <a:lnTo>
                    <a:pt x="3306019" y="1060137"/>
                  </a:lnTo>
                  <a:lnTo>
                    <a:pt x="3306136" y="1060137"/>
                  </a:lnTo>
                  <a:lnTo>
                    <a:pt x="3306254" y="1060137"/>
                  </a:lnTo>
                  <a:lnTo>
                    <a:pt x="3306372" y="1060137"/>
                  </a:lnTo>
                  <a:lnTo>
                    <a:pt x="3306489" y="1060137"/>
                  </a:lnTo>
                  <a:lnTo>
                    <a:pt x="3306607" y="1060137"/>
                  </a:lnTo>
                  <a:lnTo>
                    <a:pt x="3306725" y="1060137"/>
                  </a:lnTo>
                  <a:lnTo>
                    <a:pt x="3306842" y="1060137"/>
                  </a:lnTo>
                  <a:lnTo>
                    <a:pt x="3306960" y="1060137"/>
                  </a:lnTo>
                  <a:lnTo>
                    <a:pt x="3307077" y="1060137"/>
                  </a:lnTo>
                  <a:lnTo>
                    <a:pt x="3307195" y="1060137"/>
                  </a:lnTo>
                  <a:lnTo>
                    <a:pt x="3307313" y="1060137"/>
                  </a:lnTo>
                  <a:lnTo>
                    <a:pt x="3307430" y="1060137"/>
                  </a:lnTo>
                  <a:lnTo>
                    <a:pt x="3307548" y="1060137"/>
                  </a:lnTo>
                  <a:lnTo>
                    <a:pt x="3307665" y="1060137"/>
                  </a:lnTo>
                  <a:lnTo>
                    <a:pt x="3307783" y="1060137"/>
                  </a:lnTo>
                  <a:lnTo>
                    <a:pt x="3307901" y="1060137"/>
                  </a:lnTo>
                  <a:lnTo>
                    <a:pt x="3308018" y="1060137"/>
                  </a:lnTo>
                  <a:lnTo>
                    <a:pt x="3308136" y="1060137"/>
                  </a:lnTo>
                  <a:lnTo>
                    <a:pt x="3308136" y="1059706"/>
                  </a:lnTo>
                  <a:lnTo>
                    <a:pt x="3308254" y="1059706"/>
                  </a:lnTo>
                  <a:lnTo>
                    <a:pt x="3308371" y="1059706"/>
                  </a:lnTo>
                  <a:lnTo>
                    <a:pt x="3308489" y="1059706"/>
                  </a:lnTo>
                  <a:lnTo>
                    <a:pt x="3308606" y="1059706"/>
                  </a:lnTo>
                  <a:lnTo>
                    <a:pt x="3308724" y="1059706"/>
                  </a:lnTo>
                  <a:lnTo>
                    <a:pt x="3308842" y="1059706"/>
                  </a:lnTo>
                  <a:lnTo>
                    <a:pt x="3308959" y="1059706"/>
                  </a:lnTo>
                  <a:lnTo>
                    <a:pt x="3309077" y="1059706"/>
                  </a:lnTo>
                  <a:lnTo>
                    <a:pt x="3309077" y="1059276"/>
                  </a:lnTo>
                  <a:lnTo>
                    <a:pt x="3309194" y="1059276"/>
                  </a:lnTo>
                  <a:lnTo>
                    <a:pt x="3309312" y="1059276"/>
                  </a:lnTo>
                  <a:lnTo>
                    <a:pt x="3309312" y="1058845"/>
                  </a:lnTo>
                  <a:lnTo>
                    <a:pt x="3309312" y="1058414"/>
                  </a:lnTo>
                  <a:lnTo>
                    <a:pt x="3309430" y="1058414"/>
                  </a:lnTo>
                  <a:lnTo>
                    <a:pt x="3309547" y="1058414"/>
                  </a:lnTo>
                  <a:lnTo>
                    <a:pt x="3309665" y="1058414"/>
                  </a:lnTo>
                  <a:lnTo>
                    <a:pt x="3309665" y="1057984"/>
                  </a:lnTo>
                  <a:lnTo>
                    <a:pt x="3309783" y="1057984"/>
                  </a:lnTo>
                  <a:lnTo>
                    <a:pt x="3309900" y="1057984"/>
                  </a:lnTo>
                  <a:lnTo>
                    <a:pt x="3310018" y="1057984"/>
                  </a:lnTo>
                  <a:lnTo>
                    <a:pt x="3310018" y="1057553"/>
                  </a:lnTo>
                  <a:lnTo>
                    <a:pt x="3310135" y="1057553"/>
                  </a:lnTo>
                  <a:lnTo>
                    <a:pt x="3310253" y="1057553"/>
                  </a:lnTo>
                  <a:lnTo>
                    <a:pt x="3310371" y="1057553"/>
                  </a:lnTo>
                  <a:lnTo>
                    <a:pt x="3310488" y="1057553"/>
                  </a:lnTo>
                  <a:lnTo>
                    <a:pt x="3310606" y="1057553"/>
                  </a:lnTo>
                  <a:lnTo>
                    <a:pt x="3310723" y="1057553"/>
                  </a:lnTo>
                  <a:lnTo>
                    <a:pt x="3310723" y="1057123"/>
                  </a:lnTo>
                  <a:lnTo>
                    <a:pt x="3310841" y="1057123"/>
                  </a:lnTo>
                  <a:lnTo>
                    <a:pt x="3310959" y="1057123"/>
                  </a:lnTo>
                  <a:lnTo>
                    <a:pt x="3311076" y="1057123"/>
                  </a:lnTo>
                  <a:lnTo>
                    <a:pt x="3311194" y="1057123"/>
                  </a:lnTo>
                  <a:lnTo>
                    <a:pt x="3311312" y="1057123"/>
                  </a:lnTo>
                  <a:lnTo>
                    <a:pt x="3311429" y="1057123"/>
                  </a:lnTo>
                  <a:lnTo>
                    <a:pt x="3311547" y="1057123"/>
                  </a:lnTo>
                  <a:lnTo>
                    <a:pt x="3311547" y="1056692"/>
                  </a:lnTo>
                  <a:lnTo>
                    <a:pt x="3311664" y="1056692"/>
                  </a:lnTo>
                  <a:lnTo>
                    <a:pt x="3311782" y="1056692"/>
                  </a:lnTo>
                  <a:lnTo>
                    <a:pt x="3311782" y="1056261"/>
                  </a:lnTo>
                  <a:lnTo>
                    <a:pt x="3311900" y="1056261"/>
                  </a:lnTo>
                  <a:lnTo>
                    <a:pt x="3312017" y="1056261"/>
                  </a:lnTo>
                  <a:lnTo>
                    <a:pt x="3312135" y="1056261"/>
                  </a:lnTo>
                  <a:lnTo>
                    <a:pt x="3312252" y="1056261"/>
                  </a:lnTo>
                  <a:lnTo>
                    <a:pt x="3312370" y="1056261"/>
                  </a:lnTo>
                  <a:lnTo>
                    <a:pt x="3312488" y="1056261"/>
                  </a:lnTo>
                  <a:lnTo>
                    <a:pt x="3312488" y="1055831"/>
                  </a:lnTo>
                  <a:lnTo>
                    <a:pt x="3312605" y="1055831"/>
                  </a:lnTo>
                  <a:lnTo>
                    <a:pt x="3312723" y="1055831"/>
                  </a:lnTo>
                  <a:lnTo>
                    <a:pt x="3312840" y="1055831"/>
                  </a:lnTo>
                  <a:lnTo>
                    <a:pt x="3312958" y="1055831"/>
                  </a:lnTo>
                  <a:lnTo>
                    <a:pt x="3313076" y="1055831"/>
                  </a:lnTo>
                  <a:lnTo>
                    <a:pt x="3313193" y="1055831"/>
                  </a:lnTo>
                  <a:lnTo>
                    <a:pt x="3313193" y="1055400"/>
                  </a:lnTo>
                  <a:lnTo>
                    <a:pt x="3313311" y="1055400"/>
                  </a:lnTo>
                  <a:lnTo>
                    <a:pt x="3313429" y="1055400"/>
                  </a:lnTo>
                  <a:lnTo>
                    <a:pt x="3313546" y="1055400"/>
                  </a:lnTo>
                  <a:lnTo>
                    <a:pt x="3313664" y="1055400"/>
                  </a:lnTo>
                  <a:lnTo>
                    <a:pt x="3313781" y="1055400"/>
                  </a:lnTo>
                  <a:lnTo>
                    <a:pt x="3313899" y="1055400"/>
                  </a:lnTo>
                  <a:lnTo>
                    <a:pt x="3314017" y="1055400"/>
                  </a:lnTo>
                  <a:lnTo>
                    <a:pt x="3314134" y="1055400"/>
                  </a:lnTo>
                  <a:lnTo>
                    <a:pt x="3314252" y="1055400"/>
                  </a:lnTo>
                  <a:lnTo>
                    <a:pt x="3314369" y="1055400"/>
                  </a:lnTo>
                  <a:lnTo>
                    <a:pt x="3314369" y="1054970"/>
                  </a:lnTo>
                  <a:lnTo>
                    <a:pt x="3314487" y="1054970"/>
                  </a:lnTo>
                  <a:lnTo>
                    <a:pt x="3314605" y="1054970"/>
                  </a:lnTo>
                  <a:lnTo>
                    <a:pt x="3314722" y="1054970"/>
                  </a:lnTo>
                  <a:lnTo>
                    <a:pt x="3314840" y="1054970"/>
                  </a:lnTo>
                  <a:lnTo>
                    <a:pt x="3314958" y="1054970"/>
                  </a:lnTo>
                  <a:lnTo>
                    <a:pt x="3315075" y="1054970"/>
                  </a:lnTo>
                  <a:lnTo>
                    <a:pt x="3315193" y="1054970"/>
                  </a:lnTo>
                  <a:lnTo>
                    <a:pt x="3315310" y="1054970"/>
                  </a:lnTo>
                  <a:lnTo>
                    <a:pt x="3315428" y="1054970"/>
                  </a:lnTo>
                  <a:lnTo>
                    <a:pt x="3315546" y="1054970"/>
                  </a:lnTo>
                  <a:lnTo>
                    <a:pt x="3315663" y="1054970"/>
                  </a:lnTo>
                  <a:lnTo>
                    <a:pt x="3315781" y="1054970"/>
                  </a:lnTo>
                  <a:lnTo>
                    <a:pt x="3315898" y="1054970"/>
                  </a:lnTo>
                  <a:lnTo>
                    <a:pt x="3316016" y="1054970"/>
                  </a:lnTo>
                  <a:lnTo>
                    <a:pt x="3316134" y="1054970"/>
                  </a:lnTo>
                  <a:lnTo>
                    <a:pt x="3316251" y="1054970"/>
                  </a:lnTo>
                  <a:lnTo>
                    <a:pt x="3316369" y="1054970"/>
                  </a:lnTo>
                  <a:lnTo>
                    <a:pt x="3316369" y="1054539"/>
                  </a:lnTo>
                  <a:lnTo>
                    <a:pt x="3316487" y="1054539"/>
                  </a:lnTo>
                  <a:lnTo>
                    <a:pt x="3316487" y="1054108"/>
                  </a:lnTo>
                  <a:lnTo>
                    <a:pt x="3316604" y="1054108"/>
                  </a:lnTo>
                  <a:lnTo>
                    <a:pt x="3316722" y="1054108"/>
                  </a:lnTo>
                  <a:lnTo>
                    <a:pt x="3316722" y="1053678"/>
                  </a:lnTo>
                  <a:lnTo>
                    <a:pt x="3316722" y="1053247"/>
                  </a:lnTo>
                  <a:lnTo>
                    <a:pt x="3316839" y="1053247"/>
                  </a:lnTo>
                  <a:lnTo>
                    <a:pt x="3316957" y="1053247"/>
                  </a:lnTo>
                  <a:lnTo>
                    <a:pt x="3316957" y="1052817"/>
                  </a:lnTo>
                  <a:lnTo>
                    <a:pt x="3316957" y="1052386"/>
                  </a:lnTo>
                  <a:lnTo>
                    <a:pt x="3317075" y="1052386"/>
                  </a:lnTo>
                  <a:lnTo>
                    <a:pt x="3317192" y="1052386"/>
                  </a:lnTo>
                  <a:lnTo>
                    <a:pt x="3317310" y="1052386"/>
                  </a:lnTo>
                  <a:lnTo>
                    <a:pt x="3317427" y="1052386"/>
                  </a:lnTo>
                  <a:lnTo>
                    <a:pt x="3317545" y="1052386"/>
                  </a:lnTo>
                  <a:lnTo>
                    <a:pt x="3317663" y="1052386"/>
                  </a:lnTo>
                  <a:lnTo>
                    <a:pt x="3317663" y="1051955"/>
                  </a:lnTo>
                  <a:lnTo>
                    <a:pt x="3317780" y="1051955"/>
                  </a:lnTo>
                  <a:lnTo>
                    <a:pt x="3317898" y="1051955"/>
                  </a:lnTo>
                  <a:lnTo>
                    <a:pt x="3318016" y="1051955"/>
                  </a:lnTo>
                  <a:lnTo>
                    <a:pt x="3318133" y="1051955"/>
                  </a:lnTo>
                  <a:lnTo>
                    <a:pt x="3318133" y="1051525"/>
                  </a:lnTo>
                  <a:lnTo>
                    <a:pt x="3318251" y="1051525"/>
                  </a:lnTo>
                  <a:lnTo>
                    <a:pt x="3318368" y="1051525"/>
                  </a:lnTo>
                  <a:lnTo>
                    <a:pt x="3318486" y="1051525"/>
                  </a:lnTo>
                  <a:lnTo>
                    <a:pt x="3318604" y="1051525"/>
                  </a:lnTo>
                  <a:lnTo>
                    <a:pt x="3318604" y="1051094"/>
                  </a:lnTo>
                  <a:lnTo>
                    <a:pt x="3318721" y="1051094"/>
                  </a:lnTo>
                  <a:lnTo>
                    <a:pt x="3318839" y="1051094"/>
                  </a:lnTo>
                  <a:lnTo>
                    <a:pt x="3318956" y="1051094"/>
                  </a:lnTo>
                  <a:lnTo>
                    <a:pt x="3319074" y="1051094"/>
                  </a:lnTo>
                  <a:lnTo>
                    <a:pt x="3319192" y="1051094"/>
                  </a:lnTo>
                  <a:lnTo>
                    <a:pt x="3319309" y="1051094"/>
                  </a:lnTo>
                  <a:lnTo>
                    <a:pt x="3319427" y="1051094"/>
                  </a:lnTo>
                  <a:lnTo>
                    <a:pt x="3319427" y="1050664"/>
                  </a:lnTo>
                  <a:lnTo>
                    <a:pt x="3319545" y="1050664"/>
                  </a:lnTo>
                  <a:lnTo>
                    <a:pt x="3319662" y="1050664"/>
                  </a:lnTo>
                  <a:lnTo>
                    <a:pt x="3319780" y="1050664"/>
                  </a:lnTo>
                  <a:lnTo>
                    <a:pt x="3319897" y="1050664"/>
                  </a:lnTo>
                  <a:lnTo>
                    <a:pt x="3320015" y="1050664"/>
                  </a:lnTo>
                  <a:lnTo>
                    <a:pt x="3320133" y="1050664"/>
                  </a:lnTo>
                  <a:lnTo>
                    <a:pt x="3320250" y="1050664"/>
                  </a:lnTo>
                  <a:lnTo>
                    <a:pt x="3320368" y="1050664"/>
                  </a:lnTo>
                  <a:lnTo>
                    <a:pt x="3320485" y="1050664"/>
                  </a:lnTo>
                  <a:lnTo>
                    <a:pt x="3320603" y="1050664"/>
                  </a:lnTo>
                  <a:lnTo>
                    <a:pt x="3320721" y="1050664"/>
                  </a:lnTo>
                  <a:lnTo>
                    <a:pt x="3320838" y="1050664"/>
                  </a:lnTo>
                  <a:lnTo>
                    <a:pt x="3320956" y="1050664"/>
                  </a:lnTo>
                  <a:lnTo>
                    <a:pt x="3321073" y="1050664"/>
                  </a:lnTo>
                  <a:lnTo>
                    <a:pt x="3321191" y="1050664"/>
                  </a:lnTo>
                  <a:lnTo>
                    <a:pt x="3321309" y="1050664"/>
                  </a:lnTo>
                  <a:lnTo>
                    <a:pt x="3321426" y="1050664"/>
                  </a:lnTo>
                  <a:lnTo>
                    <a:pt x="3321426" y="1050233"/>
                  </a:lnTo>
                  <a:lnTo>
                    <a:pt x="3321544" y="1050233"/>
                  </a:lnTo>
                  <a:lnTo>
                    <a:pt x="3321544" y="1049802"/>
                  </a:lnTo>
                  <a:lnTo>
                    <a:pt x="3321662" y="1049802"/>
                  </a:lnTo>
                  <a:lnTo>
                    <a:pt x="3321779" y="1049802"/>
                  </a:lnTo>
                  <a:lnTo>
                    <a:pt x="3321897" y="1049802"/>
                  </a:lnTo>
                  <a:lnTo>
                    <a:pt x="3322014" y="1049802"/>
                  </a:lnTo>
                  <a:lnTo>
                    <a:pt x="3322132" y="1049802"/>
                  </a:lnTo>
                  <a:lnTo>
                    <a:pt x="3322250" y="1049802"/>
                  </a:lnTo>
                  <a:lnTo>
                    <a:pt x="3322367" y="1049802"/>
                  </a:lnTo>
                  <a:lnTo>
                    <a:pt x="3322485" y="1049802"/>
                  </a:lnTo>
                  <a:lnTo>
                    <a:pt x="3322602" y="1049802"/>
                  </a:lnTo>
                  <a:lnTo>
                    <a:pt x="3322720" y="1049802"/>
                  </a:lnTo>
                  <a:lnTo>
                    <a:pt x="3322838" y="1049802"/>
                  </a:lnTo>
                  <a:lnTo>
                    <a:pt x="3322955" y="1049802"/>
                  </a:lnTo>
                  <a:lnTo>
                    <a:pt x="3323073" y="1049802"/>
                  </a:lnTo>
                  <a:lnTo>
                    <a:pt x="3323073" y="1049372"/>
                  </a:lnTo>
                  <a:lnTo>
                    <a:pt x="3323191" y="1049372"/>
                  </a:lnTo>
                  <a:lnTo>
                    <a:pt x="3323308" y="1049372"/>
                  </a:lnTo>
                  <a:lnTo>
                    <a:pt x="3323426" y="1049372"/>
                  </a:lnTo>
                  <a:lnTo>
                    <a:pt x="3323543" y="1049372"/>
                  </a:lnTo>
                  <a:lnTo>
                    <a:pt x="3323661" y="1049372"/>
                  </a:lnTo>
                  <a:lnTo>
                    <a:pt x="3323779" y="1049372"/>
                  </a:lnTo>
                  <a:lnTo>
                    <a:pt x="3323896" y="1049372"/>
                  </a:lnTo>
                  <a:lnTo>
                    <a:pt x="3324014" y="1049372"/>
                  </a:lnTo>
                  <a:lnTo>
                    <a:pt x="3324131" y="1049372"/>
                  </a:lnTo>
                  <a:lnTo>
                    <a:pt x="3324249" y="1049372"/>
                  </a:lnTo>
                  <a:lnTo>
                    <a:pt x="3324249" y="1048941"/>
                  </a:lnTo>
                  <a:lnTo>
                    <a:pt x="3324249" y="1048511"/>
                  </a:lnTo>
                  <a:lnTo>
                    <a:pt x="3324367" y="1048511"/>
                  </a:lnTo>
                  <a:lnTo>
                    <a:pt x="3324484" y="1048511"/>
                  </a:lnTo>
                  <a:lnTo>
                    <a:pt x="3324602" y="1048511"/>
                  </a:lnTo>
                  <a:lnTo>
                    <a:pt x="3324720" y="1048511"/>
                  </a:lnTo>
                  <a:lnTo>
                    <a:pt x="3324837" y="1048511"/>
                  </a:lnTo>
                  <a:lnTo>
                    <a:pt x="3324955" y="1048511"/>
                  </a:lnTo>
                  <a:lnTo>
                    <a:pt x="3325072" y="1048511"/>
                  </a:lnTo>
                  <a:lnTo>
                    <a:pt x="3325072" y="1048080"/>
                  </a:lnTo>
                  <a:lnTo>
                    <a:pt x="3325190" y="1048080"/>
                  </a:lnTo>
                  <a:lnTo>
                    <a:pt x="3325308" y="1048080"/>
                  </a:lnTo>
                  <a:lnTo>
                    <a:pt x="3325425" y="1048080"/>
                  </a:lnTo>
                  <a:lnTo>
                    <a:pt x="3325425" y="1047649"/>
                  </a:lnTo>
                  <a:lnTo>
                    <a:pt x="3325543" y="1047649"/>
                  </a:lnTo>
                  <a:lnTo>
                    <a:pt x="3325543" y="1047219"/>
                  </a:lnTo>
                  <a:lnTo>
                    <a:pt x="3325543" y="1046788"/>
                  </a:lnTo>
                  <a:lnTo>
                    <a:pt x="3325660" y="1046788"/>
                  </a:lnTo>
                  <a:lnTo>
                    <a:pt x="3325778" y="1046788"/>
                  </a:lnTo>
                  <a:lnTo>
                    <a:pt x="3325896" y="1046788"/>
                  </a:lnTo>
                  <a:lnTo>
                    <a:pt x="3325896" y="1046358"/>
                  </a:lnTo>
                  <a:lnTo>
                    <a:pt x="3326013" y="1046358"/>
                  </a:lnTo>
                  <a:lnTo>
                    <a:pt x="3326131" y="1046358"/>
                  </a:lnTo>
                  <a:lnTo>
                    <a:pt x="3326249" y="1046358"/>
                  </a:lnTo>
                  <a:lnTo>
                    <a:pt x="3326366" y="1046358"/>
                  </a:lnTo>
                  <a:lnTo>
                    <a:pt x="3326484" y="1046358"/>
                  </a:lnTo>
                  <a:lnTo>
                    <a:pt x="3326601" y="1046358"/>
                  </a:lnTo>
                  <a:lnTo>
                    <a:pt x="3326719" y="1046358"/>
                  </a:lnTo>
                  <a:lnTo>
                    <a:pt x="3326837" y="1046358"/>
                  </a:lnTo>
                  <a:lnTo>
                    <a:pt x="3326954" y="1046358"/>
                  </a:lnTo>
                  <a:lnTo>
                    <a:pt x="3327072" y="1046358"/>
                  </a:lnTo>
                  <a:lnTo>
                    <a:pt x="3327189" y="1046358"/>
                  </a:lnTo>
                  <a:lnTo>
                    <a:pt x="3327307" y="1046358"/>
                  </a:lnTo>
                  <a:lnTo>
                    <a:pt x="3327425" y="1046358"/>
                  </a:lnTo>
                  <a:lnTo>
                    <a:pt x="3327425" y="1045927"/>
                  </a:lnTo>
                  <a:lnTo>
                    <a:pt x="3327542" y="1045927"/>
                  </a:lnTo>
                  <a:lnTo>
                    <a:pt x="3327660" y="1045927"/>
                  </a:lnTo>
                  <a:lnTo>
                    <a:pt x="3327778" y="1045927"/>
                  </a:lnTo>
                  <a:lnTo>
                    <a:pt x="3327895" y="1045927"/>
                  </a:lnTo>
                  <a:lnTo>
                    <a:pt x="3328013" y="1045927"/>
                  </a:lnTo>
                  <a:lnTo>
                    <a:pt x="3328130" y="1045927"/>
                  </a:lnTo>
                  <a:lnTo>
                    <a:pt x="3328130" y="1045496"/>
                  </a:lnTo>
                  <a:lnTo>
                    <a:pt x="3328248" y="1045496"/>
                  </a:lnTo>
                  <a:lnTo>
                    <a:pt x="3328366" y="1045496"/>
                  </a:lnTo>
                  <a:lnTo>
                    <a:pt x="3328483" y="1045496"/>
                  </a:lnTo>
                  <a:lnTo>
                    <a:pt x="3328601" y="1045496"/>
                  </a:lnTo>
                  <a:lnTo>
                    <a:pt x="3328718" y="1045496"/>
                  </a:lnTo>
                  <a:lnTo>
                    <a:pt x="3328836" y="1045496"/>
                  </a:lnTo>
                  <a:lnTo>
                    <a:pt x="3328954" y="1045496"/>
                  </a:lnTo>
                  <a:lnTo>
                    <a:pt x="3329071" y="1045496"/>
                  </a:lnTo>
                  <a:lnTo>
                    <a:pt x="3329189" y="1045496"/>
                  </a:lnTo>
                  <a:lnTo>
                    <a:pt x="3329306" y="1045496"/>
                  </a:lnTo>
                  <a:lnTo>
                    <a:pt x="3329424" y="1045496"/>
                  </a:lnTo>
                  <a:lnTo>
                    <a:pt x="3329542" y="1045496"/>
                  </a:lnTo>
                  <a:lnTo>
                    <a:pt x="3329542" y="1045066"/>
                  </a:lnTo>
                  <a:lnTo>
                    <a:pt x="3329542" y="1044635"/>
                  </a:lnTo>
                  <a:lnTo>
                    <a:pt x="3329659" y="1044635"/>
                  </a:lnTo>
                  <a:lnTo>
                    <a:pt x="3329777" y="1044635"/>
                  </a:lnTo>
                  <a:lnTo>
                    <a:pt x="3329895" y="1044635"/>
                  </a:lnTo>
                  <a:lnTo>
                    <a:pt x="3330012" y="1044635"/>
                  </a:lnTo>
                  <a:lnTo>
                    <a:pt x="3330130" y="1044635"/>
                  </a:lnTo>
                  <a:lnTo>
                    <a:pt x="3330247" y="1044635"/>
                  </a:lnTo>
                  <a:lnTo>
                    <a:pt x="3330365" y="1044635"/>
                  </a:lnTo>
                  <a:lnTo>
                    <a:pt x="3330483" y="1044635"/>
                  </a:lnTo>
                  <a:lnTo>
                    <a:pt x="3330600" y="1044635"/>
                  </a:lnTo>
                  <a:lnTo>
                    <a:pt x="3330718" y="1044635"/>
                  </a:lnTo>
                  <a:lnTo>
                    <a:pt x="3330835" y="1044635"/>
                  </a:lnTo>
                  <a:lnTo>
                    <a:pt x="3330953" y="1044635"/>
                  </a:lnTo>
                  <a:lnTo>
                    <a:pt x="3330953" y="1044205"/>
                  </a:lnTo>
                  <a:lnTo>
                    <a:pt x="3331071" y="1044205"/>
                  </a:lnTo>
                  <a:lnTo>
                    <a:pt x="3331188" y="1044205"/>
                  </a:lnTo>
                  <a:lnTo>
                    <a:pt x="3331306" y="1044205"/>
                  </a:lnTo>
                  <a:lnTo>
                    <a:pt x="3331424" y="1044205"/>
                  </a:lnTo>
                  <a:lnTo>
                    <a:pt x="3331541" y="1044205"/>
                  </a:lnTo>
                  <a:lnTo>
                    <a:pt x="3331659" y="1044205"/>
                  </a:lnTo>
                  <a:lnTo>
                    <a:pt x="3331659" y="1043774"/>
                  </a:lnTo>
                  <a:lnTo>
                    <a:pt x="3331776" y="1043774"/>
                  </a:lnTo>
                  <a:lnTo>
                    <a:pt x="3331894" y="1043774"/>
                  </a:lnTo>
                  <a:lnTo>
                    <a:pt x="3332012" y="1043774"/>
                  </a:lnTo>
                  <a:lnTo>
                    <a:pt x="3332129" y="1043774"/>
                  </a:lnTo>
                  <a:lnTo>
                    <a:pt x="3332247" y="1043774"/>
                  </a:lnTo>
                  <a:lnTo>
                    <a:pt x="3332364" y="1043774"/>
                  </a:lnTo>
                  <a:lnTo>
                    <a:pt x="3332482" y="1043774"/>
                  </a:lnTo>
                  <a:lnTo>
                    <a:pt x="3332600" y="1043774"/>
                  </a:lnTo>
                  <a:lnTo>
                    <a:pt x="3332600" y="1043343"/>
                  </a:lnTo>
                  <a:lnTo>
                    <a:pt x="3332717" y="1043343"/>
                  </a:lnTo>
                  <a:lnTo>
                    <a:pt x="3332835" y="1043343"/>
                  </a:lnTo>
                  <a:lnTo>
                    <a:pt x="3332953" y="1043343"/>
                  </a:lnTo>
                  <a:lnTo>
                    <a:pt x="3333070" y="1043343"/>
                  </a:lnTo>
                  <a:lnTo>
                    <a:pt x="3333188" y="1043343"/>
                  </a:lnTo>
                  <a:lnTo>
                    <a:pt x="3333188" y="1042913"/>
                  </a:lnTo>
                  <a:lnTo>
                    <a:pt x="3333305" y="1042913"/>
                  </a:lnTo>
                  <a:lnTo>
                    <a:pt x="3333423" y="1042913"/>
                  </a:lnTo>
                  <a:lnTo>
                    <a:pt x="3333541" y="1042913"/>
                  </a:lnTo>
                  <a:lnTo>
                    <a:pt x="3333658" y="1042913"/>
                  </a:lnTo>
                  <a:lnTo>
                    <a:pt x="3333776" y="1042913"/>
                  </a:lnTo>
                  <a:lnTo>
                    <a:pt x="3333893" y="1042913"/>
                  </a:lnTo>
                  <a:lnTo>
                    <a:pt x="3334011" y="1042913"/>
                  </a:lnTo>
                  <a:lnTo>
                    <a:pt x="3334129" y="1042913"/>
                  </a:lnTo>
                  <a:lnTo>
                    <a:pt x="3334129" y="1042482"/>
                  </a:lnTo>
                  <a:lnTo>
                    <a:pt x="3334246" y="1042482"/>
                  </a:lnTo>
                  <a:lnTo>
                    <a:pt x="3334364" y="1042482"/>
                  </a:lnTo>
                  <a:lnTo>
                    <a:pt x="3334482" y="1042482"/>
                  </a:lnTo>
                  <a:lnTo>
                    <a:pt x="3334599" y="1042482"/>
                  </a:lnTo>
                  <a:lnTo>
                    <a:pt x="3334599" y="1042052"/>
                  </a:lnTo>
                  <a:lnTo>
                    <a:pt x="3334717" y="1042052"/>
                  </a:lnTo>
                  <a:lnTo>
                    <a:pt x="3334834" y="1042052"/>
                  </a:lnTo>
                  <a:lnTo>
                    <a:pt x="3334952" y="1042052"/>
                  </a:lnTo>
                  <a:lnTo>
                    <a:pt x="3335070" y="1042052"/>
                  </a:lnTo>
                  <a:lnTo>
                    <a:pt x="3335187" y="1042052"/>
                  </a:lnTo>
                  <a:lnTo>
                    <a:pt x="3335305" y="1042052"/>
                  </a:lnTo>
                  <a:lnTo>
                    <a:pt x="3335422" y="1042052"/>
                  </a:lnTo>
                  <a:lnTo>
                    <a:pt x="3335540" y="1042052"/>
                  </a:lnTo>
                  <a:lnTo>
                    <a:pt x="3335658" y="1042052"/>
                  </a:lnTo>
                  <a:lnTo>
                    <a:pt x="3335775" y="1042052"/>
                  </a:lnTo>
                  <a:lnTo>
                    <a:pt x="3335893" y="1042052"/>
                  </a:lnTo>
                  <a:lnTo>
                    <a:pt x="3336011" y="1042052"/>
                  </a:lnTo>
                  <a:lnTo>
                    <a:pt x="3336128" y="1042052"/>
                  </a:lnTo>
                  <a:lnTo>
                    <a:pt x="3336246" y="1042052"/>
                  </a:lnTo>
                  <a:lnTo>
                    <a:pt x="3336363" y="1042052"/>
                  </a:lnTo>
                  <a:lnTo>
                    <a:pt x="3336481" y="1042052"/>
                  </a:lnTo>
                  <a:lnTo>
                    <a:pt x="3336599" y="1042052"/>
                  </a:lnTo>
                  <a:lnTo>
                    <a:pt x="3336716" y="1042052"/>
                  </a:lnTo>
                  <a:lnTo>
                    <a:pt x="3336834" y="1042052"/>
                  </a:lnTo>
                  <a:lnTo>
                    <a:pt x="3336951" y="1042052"/>
                  </a:lnTo>
                  <a:lnTo>
                    <a:pt x="3337069" y="1042052"/>
                  </a:lnTo>
                  <a:lnTo>
                    <a:pt x="3337187" y="1042052"/>
                  </a:lnTo>
                  <a:lnTo>
                    <a:pt x="3337304" y="1042052"/>
                  </a:lnTo>
                  <a:lnTo>
                    <a:pt x="3337422" y="1042052"/>
                  </a:lnTo>
                  <a:lnTo>
                    <a:pt x="3337539" y="1042052"/>
                  </a:lnTo>
                  <a:lnTo>
                    <a:pt x="3337657" y="1042052"/>
                  </a:lnTo>
                  <a:lnTo>
                    <a:pt x="3337775" y="1042052"/>
                  </a:lnTo>
                  <a:lnTo>
                    <a:pt x="3337775" y="1041621"/>
                  </a:lnTo>
                  <a:lnTo>
                    <a:pt x="3337892" y="1041621"/>
                  </a:lnTo>
                  <a:lnTo>
                    <a:pt x="3338010" y="1041621"/>
                  </a:lnTo>
                  <a:lnTo>
                    <a:pt x="3338128" y="1041621"/>
                  </a:lnTo>
                  <a:lnTo>
                    <a:pt x="3338245" y="1041621"/>
                  </a:lnTo>
                  <a:lnTo>
                    <a:pt x="3338363" y="1041621"/>
                  </a:lnTo>
                  <a:lnTo>
                    <a:pt x="3338480" y="1041621"/>
                  </a:lnTo>
                  <a:lnTo>
                    <a:pt x="3338598" y="1041621"/>
                  </a:lnTo>
                  <a:lnTo>
                    <a:pt x="3338716" y="1041621"/>
                  </a:lnTo>
                  <a:lnTo>
                    <a:pt x="3338833" y="1041621"/>
                  </a:lnTo>
                  <a:lnTo>
                    <a:pt x="3338951" y="1041621"/>
                  </a:lnTo>
                  <a:lnTo>
                    <a:pt x="3339068" y="1041621"/>
                  </a:lnTo>
                  <a:lnTo>
                    <a:pt x="3339186" y="1041621"/>
                  </a:lnTo>
                  <a:lnTo>
                    <a:pt x="3339304" y="1041621"/>
                  </a:lnTo>
                  <a:lnTo>
                    <a:pt x="3339421" y="1041621"/>
                  </a:lnTo>
                  <a:lnTo>
                    <a:pt x="3339539" y="1041621"/>
                  </a:lnTo>
                  <a:lnTo>
                    <a:pt x="3339657" y="1041621"/>
                  </a:lnTo>
                  <a:lnTo>
                    <a:pt x="3339774" y="1041621"/>
                  </a:lnTo>
                  <a:lnTo>
                    <a:pt x="3339774" y="1041190"/>
                  </a:lnTo>
                  <a:lnTo>
                    <a:pt x="3339892" y="1041190"/>
                  </a:lnTo>
                  <a:lnTo>
                    <a:pt x="3340009" y="1041190"/>
                  </a:lnTo>
                  <a:lnTo>
                    <a:pt x="3340127" y="1041190"/>
                  </a:lnTo>
                  <a:lnTo>
                    <a:pt x="3340245" y="1041190"/>
                  </a:lnTo>
                  <a:lnTo>
                    <a:pt x="3340362" y="1041190"/>
                  </a:lnTo>
                  <a:lnTo>
                    <a:pt x="3340480" y="1041190"/>
                  </a:lnTo>
                  <a:lnTo>
                    <a:pt x="3340597" y="1041190"/>
                  </a:lnTo>
                  <a:lnTo>
                    <a:pt x="3340715" y="1041190"/>
                  </a:lnTo>
                  <a:lnTo>
                    <a:pt x="3340833" y="1041190"/>
                  </a:lnTo>
                  <a:lnTo>
                    <a:pt x="3340950" y="1041190"/>
                  </a:lnTo>
                  <a:lnTo>
                    <a:pt x="3341068" y="1041190"/>
                  </a:lnTo>
                  <a:lnTo>
                    <a:pt x="3341186" y="1041190"/>
                  </a:lnTo>
                  <a:lnTo>
                    <a:pt x="3341303" y="1041190"/>
                  </a:lnTo>
                  <a:lnTo>
                    <a:pt x="3341421" y="1041190"/>
                  </a:lnTo>
                  <a:lnTo>
                    <a:pt x="3341421" y="1040760"/>
                  </a:lnTo>
                  <a:lnTo>
                    <a:pt x="3341538" y="1040760"/>
                  </a:lnTo>
                  <a:lnTo>
                    <a:pt x="3341538" y="1040329"/>
                  </a:lnTo>
                  <a:lnTo>
                    <a:pt x="3341656" y="1040329"/>
                  </a:lnTo>
                  <a:lnTo>
                    <a:pt x="3341774" y="1040329"/>
                  </a:lnTo>
                  <a:lnTo>
                    <a:pt x="3341891" y="1040329"/>
                  </a:lnTo>
                  <a:lnTo>
                    <a:pt x="3342009" y="1040329"/>
                  </a:lnTo>
                  <a:lnTo>
                    <a:pt x="3342126" y="1040329"/>
                  </a:lnTo>
                  <a:lnTo>
                    <a:pt x="3342126" y="1039899"/>
                  </a:lnTo>
                  <a:lnTo>
                    <a:pt x="3342244" y="1039899"/>
                  </a:lnTo>
                  <a:lnTo>
                    <a:pt x="3342362" y="1039899"/>
                  </a:lnTo>
                  <a:lnTo>
                    <a:pt x="3342479" y="1039899"/>
                  </a:lnTo>
                  <a:lnTo>
                    <a:pt x="3342597" y="1039899"/>
                  </a:lnTo>
                  <a:lnTo>
                    <a:pt x="3342597" y="1039468"/>
                  </a:lnTo>
                  <a:lnTo>
                    <a:pt x="3342715" y="1039468"/>
                  </a:lnTo>
                  <a:lnTo>
                    <a:pt x="3342832" y="1039468"/>
                  </a:lnTo>
                  <a:lnTo>
                    <a:pt x="3342950" y="1039468"/>
                  </a:lnTo>
                  <a:lnTo>
                    <a:pt x="3342950" y="1039037"/>
                  </a:lnTo>
                  <a:lnTo>
                    <a:pt x="3343067" y="1039037"/>
                  </a:lnTo>
                  <a:lnTo>
                    <a:pt x="3343185" y="1039037"/>
                  </a:lnTo>
                  <a:lnTo>
                    <a:pt x="3343303" y="1039037"/>
                  </a:lnTo>
                  <a:lnTo>
                    <a:pt x="3343420" y="1039037"/>
                  </a:lnTo>
                  <a:lnTo>
                    <a:pt x="3343538" y="1039037"/>
                  </a:lnTo>
                  <a:lnTo>
                    <a:pt x="3343655" y="1039037"/>
                  </a:lnTo>
                  <a:lnTo>
                    <a:pt x="3343773" y="1039037"/>
                  </a:lnTo>
                  <a:lnTo>
                    <a:pt x="3343891" y="1039037"/>
                  </a:lnTo>
                  <a:lnTo>
                    <a:pt x="3344008" y="1039037"/>
                  </a:lnTo>
                  <a:lnTo>
                    <a:pt x="3344126" y="1039037"/>
                  </a:lnTo>
                  <a:lnTo>
                    <a:pt x="3344244" y="1039037"/>
                  </a:lnTo>
                  <a:lnTo>
                    <a:pt x="3344361" y="1039037"/>
                  </a:lnTo>
                  <a:lnTo>
                    <a:pt x="3344479" y="1039037"/>
                  </a:lnTo>
                  <a:lnTo>
                    <a:pt x="3344596" y="1039037"/>
                  </a:lnTo>
                  <a:lnTo>
                    <a:pt x="3344714" y="1039037"/>
                  </a:lnTo>
                  <a:lnTo>
                    <a:pt x="3344714" y="1038607"/>
                  </a:lnTo>
                  <a:lnTo>
                    <a:pt x="3344832" y="1038607"/>
                  </a:lnTo>
                  <a:lnTo>
                    <a:pt x="3344949" y="1038607"/>
                  </a:lnTo>
                  <a:lnTo>
                    <a:pt x="3344949" y="1038176"/>
                  </a:lnTo>
                  <a:lnTo>
                    <a:pt x="3344949" y="1037746"/>
                  </a:lnTo>
                  <a:lnTo>
                    <a:pt x="3345067" y="1037746"/>
                  </a:lnTo>
                  <a:lnTo>
                    <a:pt x="3345184" y="1037746"/>
                  </a:lnTo>
                  <a:lnTo>
                    <a:pt x="3345302" y="1037746"/>
                  </a:lnTo>
                  <a:lnTo>
                    <a:pt x="3345420" y="1037746"/>
                  </a:lnTo>
                  <a:lnTo>
                    <a:pt x="3345537" y="1037746"/>
                  </a:lnTo>
                  <a:lnTo>
                    <a:pt x="3345655" y="1037746"/>
                  </a:lnTo>
                  <a:lnTo>
                    <a:pt x="3345772" y="1037746"/>
                  </a:lnTo>
                  <a:lnTo>
                    <a:pt x="3345890" y="1037746"/>
                  </a:lnTo>
                  <a:lnTo>
                    <a:pt x="3346008" y="1037746"/>
                  </a:lnTo>
                  <a:lnTo>
                    <a:pt x="3346125" y="1037746"/>
                  </a:lnTo>
                  <a:lnTo>
                    <a:pt x="3346243" y="1037746"/>
                  </a:lnTo>
                  <a:lnTo>
                    <a:pt x="3346361" y="1037746"/>
                  </a:lnTo>
                  <a:lnTo>
                    <a:pt x="3346361" y="1037315"/>
                  </a:lnTo>
                  <a:lnTo>
                    <a:pt x="3346478" y="1037315"/>
                  </a:lnTo>
                  <a:lnTo>
                    <a:pt x="3346478" y="1036884"/>
                  </a:lnTo>
                  <a:lnTo>
                    <a:pt x="3346596" y="1036884"/>
                  </a:lnTo>
                  <a:lnTo>
                    <a:pt x="3346713" y="1036884"/>
                  </a:lnTo>
                  <a:lnTo>
                    <a:pt x="3346831" y="1036884"/>
                  </a:lnTo>
                  <a:lnTo>
                    <a:pt x="3346831" y="1036454"/>
                  </a:lnTo>
                  <a:lnTo>
                    <a:pt x="3346949" y="1036454"/>
                  </a:lnTo>
                  <a:lnTo>
                    <a:pt x="3347066" y="1036454"/>
                  </a:lnTo>
                  <a:lnTo>
                    <a:pt x="3347184" y="1036454"/>
                  </a:lnTo>
                  <a:lnTo>
                    <a:pt x="3347301" y="1036454"/>
                  </a:lnTo>
                  <a:lnTo>
                    <a:pt x="3347419" y="1036454"/>
                  </a:lnTo>
                  <a:lnTo>
                    <a:pt x="3347537" y="1036454"/>
                  </a:lnTo>
                  <a:lnTo>
                    <a:pt x="3347654" y="1036454"/>
                  </a:lnTo>
                  <a:lnTo>
                    <a:pt x="3347772" y="1036454"/>
                  </a:lnTo>
                  <a:lnTo>
                    <a:pt x="3347890" y="1036454"/>
                  </a:lnTo>
                  <a:lnTo>
                    <a:pt x="3348007" y="1036454"/>
                  </a:lnTo>
                  <a:lnTo>
                    <a:pt x="3348125" y="1036454"/>
                  </a:lnTo>
                  <a:lnTo>
                    <a:pt x="3348125" y="1036023"/>
                  </a:lnTo>
                  <a:lnTo>
                    <a:pt x="3348242" y="1036023"/>
                  </a:lnTo>
                  <a:lnTo>
                    <a:pt x="3348360" y="1036023"/>
                  </a:lnTo>
                  <a:lnTo>
                    <a:pt x="3348478" y="1036023"/>
                  </a:lnTo>
                  <a:lnTo>
                    <a:pt x="3348595" y="1036023"/>
                  </a:lnTo>
                  <a:lnTo>
                    <a:pt x="3348595" y="1035593"/>
                  </a:lnTo>
                  <a:lnTo>
                    <a:pt x="3348713" y="1035593"/>
                  </a:lnTo>
                  <a:lnTo>
                    <a:pt x="3348830" y="1035593"/>
                  </a:lnTo>
                  <a:lnTo>
                    <a:pt x="3348948" y="1035593"/>
                  </a:lnTo>
                  <a:lnTo>
                    <a:pt x="3349066" y="1035593"/>
                  </a:lnTo>
                  <a:lnTo>
                    <a:pt x="3349183" y="1035593"/>
                  </a:lnTo>
                  <a:lnTo>
                    <a:pt x="3349301" y="1035593"/>
                  </a:lnTo>
                  <a:lnTo>
                    <a:pt x="3349301" y="1035162"/>
                  </a:lnTo>
                  <a:lnTo>
                    <a:pt x="3349419" y="1035162"/>
                  </a:lnTo>
                  <a:lnTo>
                    <a:pt x="3349536" y="1035162"/>
                  </a:lnTo>
                  <a:lnTo>
                    <a:pt x="3349654" y="1035162"/>
                  </a:lnTo>
                  <a:lnTo>
                    <a:pt x="3349771" y="1035162"/>
                  </a:lnTo>
                  <a:lnTo>
                    <a:pt x="3349771" y="1034731"/>
                  </a:lnTo>
                  <a:lnTo>
                    <a:pt x="3349889" y="1034731"/>
                  </a:lnTo>
                  <a:lnTo>
                    <a:pt x="3350007" y="1034731"/>
                  </a:lnTo>
                  <a:lnTo>
                    <a:pt x="3350007" y="1034301"/>
                  </a:lnTo>
                  <a:lnTo>
                    <a:pt x="3350124" y="1034301"/>
                  </a:lnTo>
                  <a:lnTo>
                    <a:pt x="3350242" y="1034301"/>
                  </a:lnTo>
                  <a:lnTo>
                    <a:pt x="3350359" y="1034301"/>
                  </a:lnTo>
                  <a:lnTo>
                    <a:pt x="3350477" y="1034301"/>
                  </a:lnTo>
                  <a:lnTo>
                    <a:pt x="3350595" y="1034301"/>
                  </a:lnTo>
                  <a:lnTo>
                    <a:pt x="3350712" y="1034301"/>
                  </a:lnTo>
                  <a:lnTo>
                    <a:pt x="3350830" y="1034301"/>
                  </a:lnTo>
                  <a:lnTo>
                    <a:pt x="3350830" y="1033870"/>
                  </a:lnTo>
                  <a:lnTo>
                    <a:pt x="3350948" y="1033870"/>
                  </a:lnTo>
                  <a:lnTo>
                    <a:pt x="3351065" y="1033870"/>
                  </a:lnTo>
                  <a:lnTo>
                    <a:pt x="3351183" y="1033870"/>
                  </a:lnTo>
                  <a:lnTo>
                    <a:pt x="3351300" y="1033870"/>
                  </a:lnTo>
                  <a:lnTo>
                    <a:pt x="3351300" y="1033440"/>
                  </a:lnTo>
                  <a:lnTo>
                    <a:pt x="3351418" y="1033440"/>
                  </a:lnTo>
                  <a:lnTo>
                    <a:pt x="3351536" y="1033440"/>
                  </a:lnTo>
                  <a:lnTo>
                    <a:pt x="3351536" y="1033009"/>
                  </a:lnTo>
                  <a:lnTo>
                    <a:pt x="3351653" y="1033009"/>
                  </a:lnTo>
                  <a:lnTo>
                    <a:pt x="3351771" y="1033009"/>
                  </a:lnTo>
                  <a:lnTo>
                    <a:pt x="3351888" y="1033009"/>
                  </a:lnTo>
                  <a:lnTo>
                    <a:pt x="3352006" y="1033009"/>
                  </a:lnTo>
                  <a:lnTo>
                    <a:pt x="3352124" y="1033009"/>
                  </a:lnTo>
                  <a:lnTo>
                    <a:pt x="3352241" y="1033009"/>
                  </a:lnTo>
                  <a:lnTo>
                    <a:pt x="3352359" y="1033009"/>
                  </a:lnTo>
                  <a:lnTo>
                    <a:pt x="3352477" y="1033009"/>
                  </a:lnTo>
                  <a:lnTo>
                    <a:pt x="3352594" y="1033009"/>
                  </a:lnTo>
                  <a:lnTo>
                    <a:pt x="3352712" y="1033009"/>
                  </a:lnTo>
                  <a:lnTo>
                    <a:pt x="3352829" y="1033009"/>
                  </a:lnTo>
                  <a:lnTo>
                    <a:pt x="3352947" y="1033009"/>
                  </a:lnTo>
                  <a:lnTo>
                    <a:pt x="3353065" y="1033009"/>
                  </a:lnTo>
                  <a:lnTo>
                    <a:pt x="3353182" y="1033009"/>
                  </a:lnTo>
                  <a:lnTo>
                    <a:pt x="3353300" y="1033009"/>
                  </a:lnTo>
                  <a:lnTo>
                    <a:pt x="3353417" y="1033009"/>
                  </a:lnTo>
                  <a:lnTo>
                    <a:pt x="3353535" y="1033009"/>
                  </a:lnTo>
                  <a:lnTo>
                    <a:pt x="3353653" y="1033009"/>
                  </a:lnTo>
                  <a:lnTo>
                    <a:pt x="3353770" y="1033009"/>
                  </a:lnTo>
                  <a:lnTo>
                    <a:pt x="3353888" y="1033009"/>
                  </a:lnTo>
                  <a:lnTo>
                    <a:pt x="3354005" y="1033009"/>
                  </a:lnTo>
                  <a:lnTo>
                    <a:pt x="3354005" y="1032578"/>
                  </a:lnTo>
                  <a:lnTo>
                    <a:pt x="3354123" y="1032578"/>
                  </a:lnTo>
                  <a:lnTo>
                    <a:pt x="3354241" y="1032578"/>
                  </a:lnTo>
                  <a:lnTo>
                    <a:pt x="3354358" y="1032578"/>
                  </a:lnTo>
                  <a:lnTo>
                    <a:pt x="3354476" y="1032578"/>
                  </a:lnTo>
                  <a:lnTo>
                    <a:pt x="3354594" y="1032578"/>
                  </a:lnTo>
                  <a:lnTo>
                    <a:pt x="3354594" y="1032148"/>
                  </a:lnTo>
                  <a:lnTo>
                    <a:pt x="3354594" y="1031717"/>
                  </a:lnTo>
                  <a:lnTo>
                    <a:pt x="3354711" y="1031717"/>
                  </a:lnTo>
                  <a:lnTo>
                    <a:pt x="3354829" y="1031717"/>
                  </a:lnTo>
                  <a:lnTo>
                    <a:pt x="3354946" y="1031717"/>
                  </a:lnTo>
                  <a:lnTo>
                    <a:pt x="3355064" y="1031717"/>
                  </a:lnTo>
                  <a:lnTo>
                    <a:pt x="3355182" y="1031717"/>
                  </a:lnTo>
                  <a:lnTo>
                    <a:pt x="3355182" y="1031287"/>
                  </a:lnTo>
                  <a:lnTo>
                    <a:pt x="3355182" y="1030856"/>
                  </a:lnTo>
                  <a:lnTo>
                    <a:pt x="3355299" y="1030856"/>
                  </a:lnTo>
                  <a:lnTo>
                    <a:pt x="3355417" y="1030856"/>
                  </a:lnTo>
                  <a:lnTo>
                    <a:pt x="3355534" y="1030856"/>
                  </a:lnTo>
                  <a:lnTo>
                    <a:pt x="3355652" y="1030856"/>
                  </a:lnTo>
                  <a:lnTo>
                    <a:pt x="3355770" y="1030856"/>
                  </a:lnTo>
                  <a:lnTo>
                    <a:pt x="3355887" y="1030856"/>
                  </a:lnTo>
                  <a:lnTo>
                    <a:pt x="3356005" y="1030856"/>
                  </a:lnTo>
                  <a:lnTo>
                    <a:pt x="3356123" y="1030856"/>
                  </a:lnTo>
                  <a:lnTo>
                    <a:pt x="3356240" y="1030856"/>
                  </a:lnTo>
                  <a:lnTo>
                    <a:pt x="3356358" y="1030856"/>
                  </a:lnTo>
                  <a:lnTo>
                    <a:pt x="3356358" y="1030425"/>
                  </a:lnTo>
                  <a:lnTo>
                    <a:pt x="3356475" y="1030425"/>
                  </a:lnTo>
                  <a:lnTo>
                    <a:pt x="3356593" y="1030425"/>
                  </a:lnTo>
                  <a:lnTo>
                    <a:pt x="3356711" y="1030425"/>
                  </a:lnTo>
                  <a:lnTo>
                    <a:pt x="3356828" y="1030425"/>
                  </a:lnTo>
                  <a:lnTo>
                    <a:pt x="3356946" y="1030425"/>
                  </a:lnTo>
                  <a:lnTo>
                    <a:pt x="3356946" y="1029995"/>
                  </a:lnTo>
                  <a:lnTo>
                    <a:pt x="3357063" y="1029995"/>
                  </a:lnTo>
                  <a:lnTo>
                    <a:pt x="3357181" y="1029995"/>
                  </a:lnTo>
                  <a:lnTo>
                    <a:pt x="3357299" y="1029995"/>
                  </a:lnTo>
                  <a:lnTo>
                    <a:pt x="3357416" y="1029995"/>
                  </a:lnTo>
                  <a:lnTo>
                    <a:pt x="3357534" y="1029995"/>
                  </a:lnTo>
                  <a:lnTo>
                    <a:pt x="3357652" y="1029995"/>
                  </a:lnTo>
                  <a:lnTo>
                    <a:pt x="3357769" y="1029995"/>
                  </a:lnTo>
                  <a:lnTo>
                    <a:pt x="3357887" y="1029995"/>
                  </a:lnTo>
                  <a:lnTo>
                    <a:pt x="3358004" y="1029995"/>
                  </a:lnTo>
                  <a:lnTo>
                    <a:pt x="3358122" y="1029995"/>
                  </a:lnTo>
                  <a:lnTo>
                    <a:pt x="3358240" y="1029995"/>
                  </a:lnTo>
                  <a:lnTo>
                    <a:pt x="3358357" y="1029995"/>
                  </a:lnTo>
                  <a:lnTo>
                    <a:pt x="3358475" y="1029995"/>
                  </a:lnTo>
                  <a:lnTo>
                    <a:pt x="3358475" y="1029564"/>
                  </a:lnTo>
                  <a:lnTo>
                    <a:pt x="3358592" y="1029564"/>
                  </a:lnTo>
                  <a:lnTo>
                    <a:pt x="3358710" y="1029564"/>
                  </a:lnTo>
                  <a:lnTo>
                    <a:pt x="3358828" y="1029564"/>
                  </a:lnTo>
                  <a:lnTo>
                    <a:pt x="3358828" y="1029134"/>
                  </a:lnTo>
                  <a:lnTo>
                    <a:pt x="3358945" y="1029134"/>
                  </a:lnTo>
                  <a:lnTo>
                    <a:pt x="3359063" y="1029134"/>
                  </a:lnTo>
                  <a:lnTo>
                    <a:pt x="3359181" y="1029134"/>
                  </a:lnTo>
                  <a:lnTo>
                    <a:pt x="3359298" y="1029134"/>
                  </a:lnTo>
                  <a:lnTo>
                    <a:pt x="3359416" y="1029134"/>
                  </a:lnTo>
                  <a:lnTo>
                    <a:pt x="3359533" y="1029134"/>
                  </a:lnTo>
                  <a:lnTo>
                    <a:pt x="3359651" y="1029134"/>
                  </a:lnTo>
                  <a:lnTo>
                    <a:pt x="3359769" y="1029134"/>
                  </a:lnTo>
                  <a:lnTo>
                    <a:pt x="3359886" y="1029134"/>
                  </a:lnTo>
                  <a:lnTo>
                    <a:pt x="3360004" y="1029134"/>
                  </a:lnTo>
                  <a:lnTo>
                    <a:pt x="3360121" y="1029134"/>
                  </a:lnTo>
                  <a:lnTo>
                    <a:pt x="3360239" y="1029134"/>
                  </a:lnTo>
                  <a:lnTo>
                    <a:pt x="3360357" y="1029134"/>
                  </a:lnTo>
                  <a:lnTo>
                    <a:pt x="3360474" y="1029134"/>
                  </a:lnTo>
                  <a:lnTo>
                    <a:pt x="3360592" y="1029134"/>
                  </a:lnTo>
                  <a:lnTo>
                    <a:pt x="3360592" y="1028703"/>
                  </a:lnTo>
                  <a:lnTo>
                    <a:pt x="3360710" y="1028703"/>
                  </a:lnTo>
                  <a:lnTo>
                    <a:pt x="3360827" y="1028703"/>
                  </a:lnTo>
                  <a:lnTo>
                    <a:pt x="3360945" y="1028703"/>
                  </a:lnTo>
                  <a:lnTo>
                    <a:pt x="3361062" y="1028703"/>
                  </a:lnTo>
                  <a:lnTo>
                    <a:pt x="3361180" y="1028703"/>
                  </a:lnTo>
                  <a:lnTo>
                    <a:pt x="3361298" y="1028703"/>
                  </a:lnTo>
                  <a:lnTo>
                    <a:pt x="3361415" y="1028703"/>
                  </a:lnTo>
                  <a:lnTo>
                    <a:pt x="3361533" y="1028703"/>
                  </a:lnTo>
                  <a:lnTo>
                    <a:pt x="3361650" y="1028703"/>
                  </a:lnTo>
                  <a:lnTo>
                    <a:pt x="3361768" y="1028703"/>
                  </a:lnTo>
                  <a:lnTo>
                    <a:pt x="3361886" y="1028703"/>
                  </a:lnTo>
                  <a:lnTo>
                    <a:pt x="3361886" y="1028272"/>
                  </a:lnTo>
                  <a:lnTo>
                    <a:pt x="3361886" y="1027842"/>
                  </a:lnTo>
                  <a:lnTo>
                    <a:pt x="3362003" y="1027842"/>
                  </a:lnTo>
                  <a:lnTo>
                    <a:pt x="3362121" y="1027842"/>
                  </a:lnTo>
                  <a:lnTo>
                    <a:pt x="3362121" y="1027411"/>
                  </a:lnTo>
                  <a:lnTo>
                    <a:pt x="3362238" y="1027411"/>
                  </a:lnTo>
                  <a:lnTo>
                    <a:pt x="3362356" y="1027411"/>
                  </a:lnTo>
                  <a:lnTo>
                    <a:pt x="3362356" y="1026981"/>
                  </a:lnTo>
                  <a:lnTo>
                    <a:pt x="3362474" y="1026981"/>
                  </a:lnTo>
                  <a:lnTo>
                    <a:pt x="3362591" y="1026981"/>
                  </a:lnTo>
                  <a:lnTo>
                    <a:pt x="3362709" y="1026981"/>
                  </a:lnTo>
                  <a:lnTo>
                    <a:pt x="3362709" y="1026550"/>
                  </a:lnTo>
                  <a:lnTo>
                    <a:pt x="3362827" y="1026550"/>
                  </a:lnTo>
                  <a:lnTo>
                    <a:pt x="3362944" y="1026550"/>
                  </a:lnTo>
                  <a:lnTo>
                    <a:pt x="3363062" y="1026550"/>
                  </a:lnTo>
                  <a:lnTo>
                    <a:pt x="3363179" y="1026550"/>
                  </a:lnTo>
                  <a:lnTo>
                    <a:pt x="3363297" y="1026550"/>
                  </a:lnTo>
                  <a:lnTo>
                    <a:pt x="3363415" y="1026550"/>
                  </a:lnTo>
                  <a:lnTo>
                    <a:pt x="3363532" y="1026550"/>
                  </a:lnTo>
                  <a:lnTo>
                    <a:pt x="3363650" y="1026550"/>
                  </a:lnTo>
                  <a:lnTo>
                    <a:pt x="3363767" y="1026550"/>
                  </a:lnTo>
                  <a:lnTo>
                    <a:pt x="3363885" y="1026550"/>
                  </a:lnTo>
                  <a:lnTo>
                    <a:pt x="3364003" y="1026550"/>
                  </a:lnTo>
                  <a:lnTo>
                    <a:pt x="3364120" y="1026550"/>
                  </a:lnTo>
                  <a:lnTo>
                    <a:pt x="3364238" y="1026550"/>
                  </a:lnTo>
                  <a:lnTo>
                    <a:pt x="3364238" y="1026119"/>
                  </a:lnTo>
                  <a:lnTo>
                    <a:pt x="3364356" y="1026119"/>
                  </a:lnTo>
                  <a:lnTo>
                    <a:pt x="3364473" y="1026119"/>
                  </a:lnTo>
                  <a:lnTo>
                    <a:pt x="3364591" y="1026119"/>
                  </a:lnTo>
                  <a:lnTo>
                    <a:pt x="3364591" y="1025689"/>
                  </a:lnTo>
                  <a:lnTo>
                    <a:pt x="3364708" y="1025689"/>
                  </a:lnTo>
                  <a:lnTo>
                    <a:pt x="3364826" y="1025689"/>
                  </a:lnTo>
                  <a:lnTo>
                    <a:pt x="3364944" y="1025689"/>
                  </a:lnTo>
                  <a:lnTo>
                    <a:pt x="3365061" y="1025689"/>
                  </a:lnTo>
                  <a:lnTo>
                    <a:pt x="3365179" y="1025689"/>
                  </a:lnTo>
                  <a:lnTo>
                    <a:pt x="3365296" y="1025689"/>
                  </a:lnTo>
                  <a:lnTo>
                    <a:pt x="3365414" y="1025689"/>
                  </a:lnTo>
                  <a:lnTo>
                    <a:pt x="3365532" y="1025689"/>
                  </a:lnTo>
                  <a:lnTo>
                    <a:pt x="3365649" y="1025689"/>
                  </a:lnTo>
                  <a:lnTo>
                    <a:pt x="3365767" y="1025689"/>
                  </a:lnTo>
                  <a:lnTo>
                    <a:pt x="3365885" y="1025689"/>
                  </a:lnTo>
                  <a:lnTo>
                    <a:pt x="3366002" y="1025689"/>
                  </a:lnTo>
                  <a:lnTo>
                    <a:pt x="3366120" y="1025689"/>
                  </a:lnTo>
                  <a:lnTo>
                    <a:pt x="3366237" y="1025689"/>
                  </a:lnTo>
                  <a:lnTo>
                    <a:pt x="3366355" y="1025689"/>
                  </a:lnTo>
                  <a:lnTo>
                    <a:pt x="3366473" y="1025689"/>
                  </a:lnTo>
                  <a:lnTo>
                    <a:pt x="3366590" y="1025689"/>
                  </a:lnTo>
                  <a:lnTo>
                    <a:pt x="3366708" y="1025689"/>
                  </a:lnTo>
                  <a:lnTo>
                    <a:pt x="3366825" y="1025689"/>
                  </a:lnTo>
                  <a:lnTo>
                    <a:pt x="3366943" y="1025689"/>
                  </a:lnTo>
                  <a:lnTo>
                    <a:pt x="3366943" y="1025258"/>
                  </a:lnTo>
                  <a:lnTo>
                    <a:pt x="3367061" y="1025258"/>
                  </a:lnTo>
                  <a:lnTo>
                    <a:pt x="3367178" y="1025258"/>
                  </a:lnTo>
                  <a:lnTo>
                    <a:pt x="3367296" y="1025258"/>
                  </a:lnTo>
                  <a:lnTo>
                    <a:pt x="3367414" y="1025258"/>
                  </a:lnTo>
                  <a:lnTo>
                    <a:pt x="3367531" y="1025258"/>
                  </a:lnTo>
                  <a:lnTo>
                    <a:pt x="3367649" y="1025258"/>
                  </a:lnTo>
                  <a:lnTo>
                    <a:pt x="3367766" y="1025258"/>
                  </a:lnTo>
                  <a:lnTo>
                    <a:pt x="3367884" y="1025258"/>
                  </a:lnTo>
                  <a:lnTo>
                    <a:pt x="3368002" y="1025258"/>
                  </a:lnTo>
                  <a:lnTo>
                    <a:pt x="3368119" y="1025258"/>
                  </a:lnTo>
                  <a:lnTo>
                    <a:pt x="3368237" y="1025258"/>
                  </a:lnTo>
                  <a:lnTo>
                    <a:pt x="3368354" y="1025258"/>
                  </a:lnTo>
                  <a:lnTo>
                    <a:pt x="3368472" y="1025258"/>
                  </a:lnTo>
                  <a:lnTo>
                    <a:pt x="3368472" y="1024828"/>
                  </a:lnTo>
                  <a:lnTo>
                    <a:pt x="3368590" y="1024828"/>
                  </a:lnTo>
                  <a:lnTo>
                    <a:pt x="3368707" y="1024828"/>
                  </a:lnTo>
                  <a:lnTo>
                    <a:pt x="3368707" y="1024397"/>
                  </a:lnTo>
                  <a:lnTo>
                    <a:pt x="3368825" y="1024397"/>
                  </a:lnTo>
                  <a:lnTo>
                    <a:pt x="3368943" y="1024397"/>
                  </a:lnTo>
                  <a:lnTo>
                    <a:pt x="3369060" y="1024397"/>
                  </a:lnTo>
                  <a:lnTo>
                    <a:pt x="3369060" y="1023966"/>
                  </a:lnTo>
                  <a:lnTo>
                    <a:pt x="3369178" y="1023966"/>
                  </a:lnTo>
                  <a:lnTo>
                    <a:pt x="3369295" y="1023966"/>
                  </a:lnTo>
                  <a:lnTo>
                    <a:pt x="3369413" y="1023966"/>
                  </a:lnTo>
                  <a:lnTo>
                    <a:pt x="3369531" y="1023966"/>
                  </a:lnTo>
                  <a:lnTo>
                    <a:pt x="3369531" y="1023536"/>
                  </a:lnTo>
                  <a:lnTo>
                    <a:pt x="3369648" y="1023536"/>
                  </a:lnTo>
                  <a:lnTo>
                    <a:pt x="3369648" y="1023105"/>
                  </a:lnTo>
                  <a:lnTo>
                    <a:pt x="3369648" y="1022675"/>
                  </a:lnTo>
                  <a:lnTo>
                    <a:pt x="3369648" y="1022244"/>
                  </a:lnTo>
                  <a:lnTo>
                    <a:pt x="3369766" y="1022244"/>
                  </a:lnTo>
                  <a:lnTo>
                    <a:pt x="3369883" y="1022244"/>
                  </a:lnTo>
                  <a:lnTo>
                    <a:pt x="3370001" y="1022244"/>
                  </a:lnTo>
                  <a:lnTo>
                    <a:pt x="3370119" y="1022244"/>
                  </a:lnTo>
                  <a:lnTo>
                    <a:pt x="3370236" y="1022244"/>
                  </a:lnTo>
                  <a:lnTo>
                    <a:pt x="3370354" y="1022244"/>
                  </a:lnTo>
                  <a:lnTo>
                    <a:pt x="3370471" y="1022244"/>
                  </a:lnTo>
                  <a:lnTo>
                    <a:pt x="3370589" y="1022244"/>
                  </a:lnTo>
                  <a:lnTo>
                    <a:pt x="3370589" y="1021813"/>
                  </a:lnTo>
                  <a:lnTo>
                    <a:pt x="3370707" y="1021813"/>
                  </a:lnTo>
                  <a:lnTo>
                    <a:pt x="3370824" y="1021813"/>
                  </a:lnTo>
                  <a:lnTo>
                    <a:pt x="3370942" y="1021813"/>
                  </a:lnTo>
                  <a:lnTo>
                    <a:pt x="3371060" y="1021813"/>
                  </a:lnTo>
                  <a:lnTo>
                    <a:pt x="3371060" y="1021383"/>
                  </a:lnTo>
                  <a:lnTo>
                    <a:pt x="3371177" y="1021383"/>
                  </a:lnTo>
                  <a:lnTo>
                    <a:pt x="3371295" y="1021383"/>
                  </a:lnTo>
                  <a:lnTo>
                    <a:pt x="3371412" y="1021383"/>
                  </a:lnTo>
                  <a:lnTo>
                    <a:pt x="3371530" y="1021383"/>
                  </a:lnTo>
                  <a:lnTo>
                    <a:pt x="3371530" y="1020952"/>
                  </a:lnTo>
                  <a:lnTo>
                    <a:pt x="3371648" y="1020952"/>
                  </a:lnTo>
                  <a:lnTo>
                    <a:pt x="3371765" y="1020952"/>
                  </a:lnTo>
                  <a:lnTo>
                    <a:pt x="3371765" y="1020522"/>
                  </a:lnTo>
                  <a:lnTo>
                    <a:pt x="3371883" y="1020522"/>
                  </a:lnTo>
                  <a:lnTo>
                    <a:pt x="3372000" y="1020522"/>
                  </a:lnTo>
                  <a:lnTo>
                    <a:pt x="3372118" y="1020522"/>
                  </a:lnTo>
                  <a:lnTo>
                    <a:pt x="3372236" y="1020522"/>
                  </a:lnTo>
                  <a:lnTo>
                    <a:pt x="3372353" y="1020522"/>
                  </a:lnTo>
                  <a:lnTo>
                    <a:pt x="3372471" y="1020522"/>
                  </a:lnTo>
                  <a:lnTo>
                    <a:pt x="3372471" y="1020091"/>
                  </a:lnTo>
                  <a:lnTo>
                    <a:pt x="3372589" y="1020091"/>
                  </a:lnTo>
                  <a:lnTo>
                    <a:pt x="3372589" y="1019660"/>
                  </a:lnTo>
                  <a:lnTo>
                    <a:pt x="3372706" y="1019660"/>
                  </a:lnTo>
                  <a:lnTo>
                    <a:pt x="3372824" y="1019660"/>
                  </a:lnTo>
                  <a:lnTo>
                    <a:pt x="3372941" y="1019660"/>
                  </a:lnTo>
                  <a:lnTo>
                    <a:pt x="3373059" y="1019660"/>
                  </a:lnTo>
                  <a:lnTo>
                    <a:pt x="3373177" y="1019660"/>
                  </a:lnTo>
                  <a:lnTo>
                    <a:pt x="3373294" y="1019660"/>
                  </a:lnTo>
                  <a:lnTo>
                    <a:pt x="3373294" y="1019230"/>
                  </a:lnTo>
                  <a:lnTo>
                    <a:pt x="3373412" y="1019230"/>
                  </a:lnTo>
                  <a:lnTo>
                    <a:pt x="3373529" y="1019230"/>
                  </a:lnTo>
                  <a:lnTo>
                    <a:pt x="3373647" y="1019230"/>
                  </a:lnTo>
                  <a:lnTo>
                    <a:pt x="3373765" y="1019230"/>
                  </a:lnTo>
                  <a:lnTo>
                    <a:pt x="3373882" y="1019230"/>
                  </a:lnTo>
                  <a:lnTo>
                    <a:pt x="3374000" y="1019230"/>
                  </a:lnTo>
                  <a:lnTo>
                    <a:pt x="3374000" y="1018799"/>
                  </a:lnTo>
                  <a:lnTo>
                    <a:pt x="3374118" y="1018799"/>
                  </a:lnTo>
                  <a:lnTo>
                    <a:pt x="3374118" y="1018369"/>
                  </a:lnTo>
                  <a:lnTo>
                    <a:pt x="3374235" y="1018369"/>
                  </a:lnTo>
                  <a:lnTo>
                    <a:pt x="3374353" y="1018369"/>
                  </a:lnTo>
                  <a:lnTo>
                    <a:pt x="3374470" y="1018369"/>
                  </a:lnTo>
                  <a:lnTo>
                    <a:pt x="3374588" y="1018369"/>
                  </a:lnTo>
                  <a:lnTo>
                    <a:pt x="3374588" y="1017938"/>
                  </a:lnTo>
                  <a:lnTo>
                    <a:pt x="3374706" y="1017938"/>
                  </a:lnTo>
                  <a:lnTo>
                    <a:pt x="3374706" y="1017507"/>
                  </a:lnTo>
                  <a:lnTo>
                    <a:pt x="3374823" y="1017507"/>
                  </a:lnTo>
                  <a:lnTo>
                    <a:pt x="3374941" y="1017507"/>
                  </a:lnTo>
                  <a:lnTo>
                    <a:pt x="3374941" y="1017077"/>
                  </a:lnTo>
                  <a:lnTo>
                    <a:pt x="3375058" y="1017077"/>
                  </a:lnTo>
                  <a:lnTo>
                    <a:pt x="3375176" y="1017077"/>
                  </a:lnTo>
                  <a:lnTo>
                    <a:pt x="3375294" y="1017077"/>
                  </a:lnTo>
                  <a:lnTo>
                    <a:pt x="3375411" y="1017077"/>
                  </a:lnTo>
                  <a:lnTo>
                    <a:pt x="3375529" y="1017077"/>
                  </a:lnTo>
                  <a:lnTo>
                    <a:pt x="3375647" y="1017077"/>
                  </a:lnTo>
                  <a:lnTo>
                    <a:pt x="3375764" y="1017077"/>
                  </a:lnTo>
                  <a:lnTo>
                    <a:pt x="3375882" y="1017077"/>
                  </a:lnTo>
                  <a:lnTo>
                    <a:pt x="3375999" y="1017077"/>
                  </a:lnTo>
                  <a:lnTo>
                    <a:pt x="3376117" y="1017077"/>
                  </a:lnTo>
                  <a:lnTo>
                    <a:pt x="3376117" y="1016646"/>
                  </a:lnTo>
                  <a:lnTo>
                    <a:pt x="3376235" y="1016646"/>
                  </a:lnTo>
                  <a:lnTo>
                    <a:pt x="3376352" y="1016646"/>
                  </a:lnTo>
                  <a:lnTo>
                    <a:pt x="3376470" y="1016646"/>
                  </a:lnTo>
                  <a:lnTo>
                    <a:pt x="3376587" y="1016646"/>
                  </a:lnTo>
                  <a:lnTo>
                    <a:pt x="3376705" y="1016646"/>
                  </a:lnTo>
                  <a:lnTo>
                    <a:pt x="3376823" y="1016646"/>
                  </a:lnTo>
                  <a:lnTo>
                    <a:pt x="3376940" y="1016646"/>
                  </a:lnTo>
                  <a:lnTo>
                    <a:pt x="3376940" y="1016216"/>
                  </a:lnTo>
                  <a:lnTo>
                    <a:pt x="3377058" y="1016216"/>
                  </a:lnTo>
                  <a:lnTo>
                    <a:pt x="3377176" y="1016216"/>
                  </a:lnTo>
                  <a:lnTo>
                    <a:pt x="3377293" y="1016216"/>
                  </a:lnTo>
                  <a:lnTo>
                    <a:pt x="3377411" y="1016216"/>
                  </a:lnTo>
                  <a:lnTo>
                    <a:pt x="3377528" y="1016216"/>
                  </a:lnTo>
                  <a:lnTo>
                    <a:pt x="3377646" y="1016216"/>
                  </a:lnTo>
                  <a:lnTo>
                    <a:pt x="3377764" y="1016216"/>
                  </a:lnTo>
                  <a:lnTo>
                    <a:pt x="3377881" y="1016216"/>
                  </a:lnTo>
                  <a:lnTo>
                    <a:pt x="3377999" y="1016216"/>
                  </a:lnTo>
                  <a:lnTo>
                    <a:pt x="3377999" y="1015785"/>
                  </a:lnTo>
                  <a:lnTo>
                    <a:pt x="3378116" y="1015785"/>
                  </a:lnTo>
                  <a:lnTo>
                    <a:pt x="3378234" y="1015785"/>
                  </a:lnTo>
                  <a:lnTo>
                    <a:pt x="3378352" y="1015785"/>
                  </a:lnTo>
                  <a:lnTo>
                    <a:pt x="3378469" y="1015785"/>
                  </a:lnTo>
                  <a:lnTo>
                    <a:pt x="3378587" y="1015785"/>
                  </a:lnTo>
                  <a:lnTo>
                    <a:pt x="3378704" y="1015785"/>
                  </a:lnTo>
                  <a:lnTo>
                    <a:pt x="3378822" y="1015785"/>
                  </a:lnTo>
                  <a:lnTo>
                    <a:pt x="3378940" y="1015785"/>
                  </a:lnTo>
                  <a:lnTo>
                    <a:pt x="3379057" y="1015785"/>
                  </a:lnTo>
                  <a:lnTo>
                    <a:pt x="3379175" y="1015785"/>
                  </a:lnTo>
                  <a:lnTo>
                    <a:pt x="3379293" y="1015785"/>
                  </a:lnTo>
                  <a:lnTo>
                    <a:pt x="3379410" y="1015785"/>
                  </a:lnTo>
                  <a:lnTo>
                    <a:pt x="3379410" y="1015354"/>
                  </a:lnTo>
                  <a:lnTo>
                    <a:pt x="3379528" y="1015354"/>
                  </a:lnTo>
                  <a:lnTo>
                    <a:pt x="3379645" y="1015354"/>
                  </a:lnTo>
                  <a:lnTo>
                    <a:pt x="3379763" y="1015354"/>
                  </a:lnTo>
                  <a:lnTo>
                    <a:pt x="3379881" y="1015354"/>
                  </a:lnTo>
                  <a:lnTo>
                    <a:pt x="3379998" y="1015354"/>
                  </a:lnTo>
                  <a:lnTo>
                    <a:pt x="3380116" y="1015354"/>
                  </a:lnTo>
                  <a:lnTo>
                    <a:pt x="3380233" y="1015354"/>
                  </a:lnTo>
                  <a:lnTo>
                    <a:pt x="3380351" y="1015354"/>
                  </a:lnTo>
                  <a:lnTo>
                    <a:pt x="3380469" y="1015354"/>
                  </a:lnTo>
                  <a:lnTo>
                    <a:pt x="3380586" y="1015354"/>
                  </a:lnTo>
                  <a:lnTo>
                    <a:pt x="3380704" y="1015354"/>
                  </a:lnTo>
                  <a:lnTo>
                    <a:pt x="3380822" y="1015354"/>
                  </a:lnTo>
                  <a:lnTo>
                    <a:pt x="3380939" y="1015354"/>
                  </a:lnTo>
                  <a:lnTo>
                    <a:pt x="3381057" y="1015354"/>
                  </a:lnTo>
                  <a:lnTo>
                    <a:pt x="3381174" y="1015354"/>
                  </a:lnTo>
                  <a:lnTo>
                    <a:pt x="3381174" y="1014924"/>
                  </a:lnTo>
                  <a:lnTo>
                    <a:pt x="3381292" y="1014924"/>
                  </a:lnTo>
                  <a:lnTo>
                    <a:pt x="3381410" y="1014924"/>
                  </a:lnTo>
                  <a:lnTo>
                    <a:pt x="3381527" y="1014924"/>
                  </a:lnTo>
                  <a:lnTo>
                    <a:pt x="3381645" y="1014924"/>
                  </a:lnTo>
                  <a:lnTo>
                    <a:pt x="3381762" y="1014924"/>
                  </a:lnTo>
                  <a:lnTo>
                    <a:pt x="3381880" y="1014924"/>
                  </a:lnTo>
                  <a:lnTo>
                    <a:pt x="3381998" y="1014924"/>
                  </a:lnTo>
                  <a:lnTo>
                    <a:pt x="3381998" y="1014493"/>
                  </a:lnTo>
                  <a:lnTo>
                    <a:pt x="3381998" y="1014063"/>
                  </a:lnTo>
                  <a:lnTo>
                    <a:pt x="3382115" y="1014063"/>
                  </a:lnTo>
                  <a:lnTo>
                    <a:pt x="3382233" y="1014063"/>
                  </a:lnTo>
                  <a:lnTo>
                    <a:pt x="3382351" y="1014063"/>
                  </a:lnTo>
                  <a:lnTo>
                    <a:pt x="3382468" y="1014063"/>
                  </a:lnTo>
                  <a:lnTo>
                    <a:pt x="3382586" y="1014063"/>
                  </a:lnTo>
                  <a:lnTo>
                    <a:pt x="3382703" y="1014063"/>
                  </a:lnTo>
                  <a:lnTo>
                    <a:pt x="3382821" y="1014063"/>
                  </a:lnTo>
                  <a:lnTo>
                    <a:pt x="3382939" y="1014063"/>
                  </a:lnTo>
                  <a:lnTo>
                    <a:pt x="3383056" y="1014063"/>
                  </a:lnTo>
                  <a:lnTo>
                    <a:pt x="3383174" y="1014063"/>
                  </a:lnTo>
                  <a:lnTo>
                    <a:pt x="3383291" y="1014063"/>
                  </a:lnTo>
                  <a:lnTo>
                    <a:pt x="3383409" y="1014063"/>
                  </a:lnTo>
                  <a:lnTo>
                    <a:pt x="3383527" y="1014063"/>
                  </a:lnTo>
                  <a:lnTo>
                    <a:pt x="3383644" y="1014063"/>
                  </a:lnTo>
                  <a:lnTo>
                    <a:pt x="3383762" y="1014063"/>
                  </a:lnTo>
                  <a:lnTo>
                    <a:pt x="3383762" y="1013632"/>
                  </a:lnTo>
                  <a:lnTo>
                    <a:pt x="3383880" y="1013632"/>
                  </a:lnTo>
                  <a:lnTo>
                    <a:pt x="3383997" y="1013632"/>
                  </a:lnTo>
                  <a:lnTo>
                    <a:pt x="3384115" y="1013632"/>
                  </a:lnTo>
                  <a:lnTo>
                    <a:pt x="3384115" y="1013201"/>
                  </a:lnTo>
                  <a:lnTo>
                    <a:pt x="3384232" y="1013201"/>
                  </a:lnTo>
                  <a:lnTo>
                    <a:pt x="3384350" y="1013201"/>
                  </a:lnTo>
                  <a:lnTo>
                    <a:pt x="3384468" y="1013201"/>
                  </a:lnTo>
                  <a:lnTo>
                    <a:pt x="3384585" y="1013201"/>
                  </a:lnTo>
                  <a:lnTo>
                    <a:pt x="3384585" y="1012771"/>
                  </a:lnTo>
                  <a:lnTo>
                    <a:pt x="3384703" y="1012771"/>
                  </a:lnTo>
                  <a:lnTo>
                    <a:pt x="3384820" y="1012771"/>
                  </a:lnTo>
                  <a:lnTo>
                    <a:pt x="3384938" y="1012771"/>
                  </a:lnTo>
                  <a:lnTo>
                    <a:pt x="3385056" y="1012771"/>
                  </a:lnTo>
                  <a:lnTo>
                    <a:pt x="3385173" y="1012771"/>
                  </a:lnTo>
                  <a:lnTo>
                    <a:pt x="3385291" y="1012771"/>
                  </a:lnTo>
                  <a:lnTo>
                    <a:pt x="3385409" y="1012771"/>
                  </a:lnTo>
                  <a:lnTo>
                    <a:pt x="3385526" y="1012771"/>
                  </a:lnTo>
                  <a:lnTo>
                    <a:pt x="3385644" y="1012771"/>
                  </a:lnTo>
                  <a:lnTo>
                    <a:pt x="3385644" y="1012340"/>
                  </a:lnTo>
                  <a:lnTo>
                    <a:pt x="3385761" y="1012340"/>
                  </a:lnTo>
                  <a:lnTo>
                    <a:pt x="3385879" y="1012340"/>
                  </a:lnTo>
                  <a:lnTo>
                    <a:pt x="3385997" y="1012340"/>
                  </a:lnTo>
                  <a:lnTo>
                    <a:pt x="3385997" y="1011910"/>
                  </a:lnTo>
                  <a:lnTo>
                    <a:pt x="3386114" y="1011910"/>
                  </a:lnTo>
                  <a:lnTo>
                    <a:pt x="3386114" y="1011479"/>
                  </a:lnTo>
                  <a:lnTo>
                    <a:pt x="3386232" y="1011479"/>
                  </a:lnTo>
                  <a:lnTo>
                    <a:pt x="3386349" y="1011479"/>
                  </a:lnTo>
                  <a:lnTo>
                    <a:pt x="3386467" y="1011479"/>
                  </a:lnTo>
                  <a:lnTo>
                    <a:pt x="3386585" y="1011479"/>
                  </a:lnTo>
                  <a:lnTo>
                    <a:pt x="3386702" y="1011479"/>
                  </a:lnTo>
                  <a:lnTo>
                    <a:pt x="3386820" y="1011479"/>
                  </a:lnTo>
                  <a:lnTo>
                    <a:pt x="3386820" y="1011048"/>
                  </a:lnTo>
                  <a:lnTo>
                    <a:pt x="3386937" y="1011048"/>
                  </a:lnTo>
                  <a:lnTo>
                    <a:pt x="3387055" y="1011048"/>
                  </a:lnTo>
                  <a:lnTo>
                    <a:pt x="3387173" y="1011048"/>
                  </a:lnTo>
                  <a:lnTo>
                    <a:pt x="3387290" y="1011048"/>
                  </a:lnTo>
                  <a:lnTo>
                    <a:pt x="3387408" y="1011048"/>
                  </a:lnTo>
                  <a:lnTo>
                    <a:pt x="3387526" y="1011048"/>
                  </a:lnTo>
                  <a:lnTo>
                    <a:pt x="3387643" y="1011048"/>
                  </a:lnTo>
                  <a:lnTo>
                    <a:pt x="3387761" y="1011048"/>
                  </a:lnTo>
                  <a:lnTo>
                    <a:pt x="3387761" y="1010618"/>
                  </a:lnTo>
                  <a:lnTo>
                    <a:pt x="3387878" y="1010618"/>
                  </a:lnTo>
                  <a:lnTo>
                    <a:pt x="3387996" y="1010618"/>
                  </a:lnTo>
                  <a:lnTo>
                    <a:pt x="3388114" y="1010618"/>
                  </a:lnTo>
                  <a:lnTo>
                    <a:pt x="3388231" y="1010618"/>
                  </a:lnTo>
                  <a:lnTo>
                    <a:pt x="3388349" y="1010618"/>
                  </a:lnTo>
                  <a:lnTo>
                    <a:pt x="3388349" y="1010187"/>
                  </a:lnTo>
                  <a:lnTo>
                    <a:pt x="3388466" y="1010187"/>
                  </a:lnTo>
                  <a:lnTo>
                    <a:pt x="3388584" y="1010187"/>
                  </a:lnTo>
                  <a:lnTo>
                    <a:pt x="3388702" y="1010187"/>
                  </a:lnTo>
                  <a:lnTo>
                    <a:pt x="3388819" y="1010187"/>
                  </a:lnTo>
                  <a:lnTo>
                    <a:pt x="3388937" y="1010187"/>
                  </a:lnTo>
                  <a:lnTo>
                    <a:pt x="3389055" y="1010187"/>
                  </a:lnTo>
                  <a:lnTo>
                    <a:pt x="3389172" y="1010187"/>
                  </a:lnTo>
                  <a:lnTo>
                    <a:pt x="3389172" y="1009757"/>
                  </a:lnTo>
                  <a:lnTo>
                    <a:pt x="3389290" y="1009757"/>
                  </a:lnTo>
                  <a:lnTo>
                    <a:pt x="3389407" y="1009757"/>
                  </a:lnTo>
                  <a:lnTo>
                    <a:pt x="3389525" y="1009757"/>
                  </a:lnTo>
                  <a:lnTo>
                    <a:pt x="3389643" y="1009757"/>
                  </a:lnTo>
                  <a:lnTo>
                    <a:pt x="3389760" y="1009757"/>
                  </a:lnTo>
                  <a:lnTo>
                    <a:pt x="3389878" y="1009757"/>
                  </a:lnTo>
                  <a:lnTo>
                    <a:pt x="3389995" y="1009757"/>
                  </a:lnTo>
                  <a:lnTo>
                    <a:pt x="3390113" y="1009757"/>
                  </a:lnTo>
                  <a:lnTo>
                    <a:pt x="3390231" y="1009757"/>
                  </a:lnTo>
                  <a:lnTo>
                    <a:pt x="3390348" y="1009757"/>
                  </a:lnTo>
                  <a:lnTo>
                    <a:pt x="3390466" y="1009757"/>
                  </a:lnTo>
                  <a:lnTo>
                    <a:pt x="3390584" y="1009757"/>
                  </a:lnTo>
                  <a:lnTo>
                    <a:pt x="3390701" y="1009757"/>
                  </a:lnTo>
                  <a:lnTo>
                    <a:pt x="3390701" y="1009326"/>
                  </a:lnTo>
                  <a:lnTo>
                    <a:pt x="3390819" y="1009326"/>
                  </a:lnTo>
                  <a:lnTo>
                    <a:pt x="3390819" y="1008895"/>
                  </a:lnTo>
                  <a:lnTo>
                    <a:pt x="3390819" y="1008465"/>
                  </a:lnTo>
                  <a:lnTo>
                    <a:pt x="3390936" y="1008465"/>
                  </a:lnTo>
                  <a:lnTo>
                    <a:pt x="3391054" y="1008465"/>
                  </a:lnTo>
                  <a:lnTo>
                    <a:pt x="3391172" y="1008465"/>
                  </a:lnTo>
                  <a:lnTo>
                    <a:pt x="3391289" y="1008465"/>
                  </a:lnTo>
                  <a:lnTo>
                    <a:pt x="3391407" y="1008465"/>
                  </a:lnTo>
                  <a:lnTo>
                    <a:pt x="3391407" y="1008034"/>
                  </a:lnTo>
                  <a:lnTo>
                    <a:pt x="3391524" y="1008034"/>
                  </a:lnTo>
                  <a:lnTo>
                    <a:pt x="3391642" y="1008034"/>
                  </a:lnTo>
                  <a:lnTo>
                    <a:pt x="3391760" y="1008034"/>
                  </a:lnTo>
                  <a:lnTo>
                    <a:pt x="3391760" y="1007604"/>
                  </a:lnTo>
                  <a:lnTo>
                    <a:pt x="3391877" y="1007604"/>
                  </a:lnTo>
                  <a:lnTo>
                    <a:pt x="3391995" y="1007604"/>
                  </a:lnTo>
                  <a:lnTo>
                    <a:pt x="3392113" y="1007604"/>
                  </a:lnTo>
                  <a:lnTo>
                    <a:pt x="3392230" y="1007604"/>
                  </a:lnTo>
                  <a:lnTo>
                    <a:pt x="3392348" y="1007604"/>
                  </a:lnTo>
                  <a:lnTo>
                    <a:pt x="3392465" y="1007604"/>
                  </a:lnTo>
                  <a:lnTo>
                    <a:pt x="3392583" y="1007604"/>
                  </a:lnTo>
                  <a:lnTo>
                    <a:pt x="3392701" y="1007604"/>
                  </a:lnTo>
                  <a:lnTo>
                    <a:pt x="3392818" y="1007604"/>
                  </a:lnTo>
                  <a:lnTo>
                    <a:pt x="3392936" y="1007604"/>
                  </a:lnTo>
                  <a:lnTo>
                    <a:pt x="3393053" y="1007604"/>
                  </a:lnTo>
                  <a:lnTo>
                    <a:pt x="3393171" y="1007604"/>
                  </a:lnTo>
                  <a:lnTo>
                    <a:pt x="3393289" y="1007604"/>
                  </a:lnTo>
                  <a:lnTo>
                    <a:pt x="3393289" y="1007173"/>
                  </a:lnTo>
                  <a:lnTo>
                    <a:pt x="3393406" y="1007173"/>
                  </a:lnTo>
                  <a:lnTo>
                    <a:pt x="3393524" y="1007173"/>
                  </a:lnTo>
                  <a:lnTo>
                    <a:pt x="3393524" y="1006742"/>
                  </a:lnTo>
                  <a:lnTo>
                    <a:pt x="3393641" y="1006742"/>
                  </a:lnTo>
                  <a:lnTo>
                    <a:pt x="3393759" y="1006742"/>
                  </a:lnTo>
                  <a:lnTo>
                    <a:pt x="3393877" y="1006742"/>
                  </a:lnTo>
                  <a:lnTo>
                    <a:pt x="3393994" y="1006742"/>
                  </a:lnTo>
                  <a:lnTo>
                    <a:pt x="3394112" y="1006742"/>
                  </a:lnTo>
                  <a:lnTo>
                    <a:pt x="3394112" y="1006312"/>
                  </a:lnTo>
                  <a:lnTo>
                    <a:pt x="3394230" y="1006312"/>
                  </a:lnTo>
                  <a:lnTo>
                    <a:pt x="3394347" y="1006312"/>
                  </a:lnTo>
                  <a:lnTo>
                    <a:pt x="3394465" y="1006312"/>
                  </a:lnTo>
                  <a:lnTo>
                    <a:pt x="3394582" y="1006312"/>
                  </a:lnTo>
                  <a:lnTo>
                    <a:pt x="3394700" y="1006312"/>
                  </a:lnTo>
                  <a:lnTo>
                    <a:pt x="3394700" y="1005881"/>
                  </a:lnTo>
                  <a:lnTo>
                    <a:pt x="3394818" y="1005881"/>
                  </a:lnTo>
                  <a:lnTo>
                    <a:pt x="3394935" y="1005881"/>
                  </a:lnTo>
                  <a:lnTo>
                    <a:pt x="3395053" y="1005881"/>
                  </a:lnTo>
                  <a:lnTo>
                    <a:pt x="3395170" y="1005881"/>
                  </a:lnTo>
                  <a:lnTo>
                    <a:pt x="3395288" y="1005881"/>
                  </a:lnTo>
                  <a:lnTo>
                    <a:pt x="3395288" y="1005451"/>
                  </a:lnTo>
                  <a:lnTo>
                    <a:pt x="3395406" y="1005451"/>
                  </a:lnTo>
                  <a:lnTo>
                    <a:pt x="3395523" y="1005451"/>
                  </a:lnTo>
                  <a:lnTo>
                    <a:pt x="3395641" y="1005451"/>
                  </a:lnTo>
                  <a:lnTo>
                    <a:pt x="3395759" y="1005451"/>
                  </a:lnTo>
                  <a:lnTo>
                    <a:pt x="3395759" y="1005020"/>
                  </a:lnTo>
                  <a:lnTo>
                    <a:pt x="3395876" y="1005020"/>
                  </a:lnTo>
                  <a:lnTo>
                    <a:pt x="3395994" y="1005020"/>
                  </a:lnTo>
                  <a:lnTo>
                    <a:pt x="3395994" y="1004589"/>
                  </a:lnTo>
                  <a:lnTo>
                    <a:pt x="3396111" y="1004589"/>
                  </a:lnTo>
                  <a:lnTo>
                    <a:pt x="3396229" y="1004589"/>
                  </a:lnTo>
                  <a:lnTo>
                    <a:pt x="3396229" y="1004159"/>
                  </a:lnTo>
                  <a:lnTo>
                    <a:pt x="3396347" y="1004159"/>
                  </a:lnTo>
                  <a:lnTo>
                    <a:pt x="3396464" y="1004159"/>
                  </a:lnTo>
                  <a:lnTo>
                    <a:pt x="3396582" y="1004159"/>
                  </a:lnTo>
                  <a:lnTo>
                    <a:pt x="3396699" y="1004159"/>
                  </a:lnTo>
                  <a:lnTo>
                    <a:pt x="3396699" y="1003728"/>
                  </a:lnTo>
                  <a:lnTo>
                    <a:pt x="3396817" y="1003728"/>
                  </a:lnTo>
                  <a:lnTo>
                    <a:pt x="3396817" y="1003298"/>
                  </a:lnTo>
                  <a:lnTo>
                    <a:pt x="3396935" y="1003298"/>
                  </a:lnTo>
                  <a:lnTo>
                    <a:pt x="3397052" y="1003298"/>
                  </a:lnTo>
                  <a:lnTo>
                    <a:pt x="3397170" y="1003298"/>
                  </a:lnTo>
                  <a:lnTo>
                    <a:pt x="3397288" y="1003298"/>
                  </a:lnTo>
                  <a:lnTo>
                    <a:pt x="3397405" y="1003298"/>
                  </a:lnTo>
                  <a:lnTo>
                    <a:pt x="3397523" y="1003298"/>
                  </a:lnTo>
                  <a:lnTo>
                    <a:pt x="3397640" y="1003298"/>
                  </a:lnTo>
                  <a:lnTo>
                    <a:pt x="3397758" y="1003298"/>
                  </a:lnTo>
                  <a:lnTo>
                    <a:pt x="3397876" y="1003298"/>
                  </a:lnTo>
                  <a:lnTo>
                    <a:pt x="3397993" y="1003298"/>
                  </a:lnTo>
                  <a:lnTo>
                    <a:pt x="3398111" y="1003298"/>
                  </a:lnTo>
                  <a:lnTo>
                    <a:pt x="3398228" y="1003298"/>
                  </a:lnTo>
                  <a:lnTo>
                    <a:pt x="3398346" y="1003298"/>
                  </a:lnTo>
                  <a:lnTo>
                    <a:pt x="3398346" y="1002867"/>
                  </a:lnTo>
                  <a:lnTo>
                    <a:pt x="3398464" y="1002867"/>
                  </a:lnTo>
                  <a:lnTo>
                    <a:pt x="3398464" y="1002436"/>
                  </a:lnTo>
                  <a:lnTo>
                    <a:pt x="3398581" y="1002436"/>
                  </a:lnTo>
                  <a:lnTo>
                    <a:pt x="3398581" y="1002006"/>
                  </a:lnTo>
                  <a:lnTo>
                    <a:pt x="3398699" y="1002006"/>
                  </a:lnTo>
                  <a:lnTo>
                    <a:pt x="3398699" y="1001575"/>
                  </a:lnTo>
                  <a:lnTo>
                    <a:pt x="3398699" y="1001145"/>
                  </a:lnTo>
                  <a:lnTo>
                    <a:pt x="3398817" y="1001145"/>
                  </a:lnTo>
                  <a:lnTo>
                    <a:pt x="3398934" y="1001145"/>
                  </a:lnTo>
                  <a:lnTo>
                    <a:pt x="3399052" y="1001145"/>
                  </a:lnTo>
                  <a:lnTo>
                    <a:pt x="3399052" y="1000714"/>
                  </a:lnTo>
                  <a:lnTo>
                    <a:pt x="3399169" y="1000714"/>
                  </a:lnTo>
                  <a:lnTo>
                    <a:pt x="3399169" y="1000283"/>
                  </a:lnTo>
                  <a:lnTo>
                    <a:pt x="3399287" y="1000283"/>
                  </a:lnTo>
                  <a:lnTo>
                    <a:pt x="3399287" y="999853"/>
                  </a:lnTo>
                  <a:lnTo>
                    <a:pt x="3399405" y="999853"/>
                  </a:lnTo>
                  <a:lnTo>
                    <a:pt x="3399405" y="999422"/>
                  </a:lnTo>
                  <a:lnTo>
                    <a:pt x="3399522" y="999422"/>
                  </a:lnTo>
                  <a:lnTo>
                    <a:pt x="3399640" y="999422"/>
                  </a:lnTo>
                  <a:lnTo>
                    <a:pt x="3399757" y="999422"/>
                  </a:lnTo>
                  <a:lnTo>
                    <a:pt x="3399875" y="999422"/>
                  </a:lnTo>
                  <a:lnTo>
                    <a:pt x="3399993" y="999422"/>
                  </a:lnTo>
                  <a:lnTo>
                    <a:pt x="3400110" y="999422"/>
                  </a:lnTo>
                  <a:lnTo>
                    <a:pt x="3400110" y="998992"/>
                  </a:lnTo>
                  <a:lnTo>
                    <a:pt x="3400110" y="998561"/>
                  </a:lnTo>
                  <a:lnTo>
                    <a:pt x="3400110" y="998130"/>
                  </a:lnTo>
                  <a:lnTo>
                    <a:pt x="3400228" y="998130"/>
                  </a:lnTo>
                  <a:lnTo>
                    <a:pt x="3400346" y="998130"/>
                  </a:lnTo>
                  <a:lnTo>
                    <a:pt x="3400346" y="997700"/>
                  </a:lnTo>
                  <a:lnTo>
                    <a:pt x="3400463" y="997700"/>
                  </a:lnTo>
                  <a:lnTo>
                    <a:pt x="3400581" y="997700"/>
                  </a:lnTo>
                  <a:lnTo>
                    <a:pt x="3400698" y="997700"/>
                  </a:lnTo>
                  <a:lnTo>
                    <a:pt x="3400816" y="997700"/>
                  </a:lnTo>
                  <a:lnTo>
                    <a:pt x="3400934" y="997700"/>
                  </a:lnTo>
                  <a:lnTo>
                    <a:pt x="3401051" y="997700"/>
                  </a:lnTo>
                  <a:lnTo>
                    <a:pt x="3401169" y="997700"/>
                  </a:lnTo>
                  <a:lnTo>
                    <a:pt x="3401286" y="997700"/>
                  </a:lnTo>
                  <a:lnTo>
                    <a:pt x="3401404" y="997700"/>
                  </a:lnTo>
                  <a:lnTo>
                    <a:pt x="3401522" y="997700"/>
                  </a:lnTo>
                  <a:lnTo>
                    <a:pt x="3401522" y="997269"/>
                  </a:lnTo>
                  <a:lnTo>
                    <a:pt x="3401639" y="997269"/>
                  </a:lnTo>
                  <a:lnTo>
                    <a:pt x="3401639" y="996839"/>
                  </a:lnTo>
                  <a:lnTo>
                    <a:pt x="3401757" y="996839"/>
                  </a:lnTo>
                  <a:lnTo>
                    <a:pt x="3401757" y="996408"/>
                  </a:lnTo>
                  <a:lnTo>
                    <a:pt x="3401874" y="996408"/>
                  </a:lnTo>
                  <a:lnTo>
                    <a:pt x="3401992" y="996408"/>
                  </a:lnTo>
                  <a:lnTo>
                    <a:pt x="3402110" y="996408"/>
                  </a:lnTo>
                  <a:lnTo>
                    <a:pt x="3402227" y="996408"/>
                  </a:lnTo>
                  <a:lnTo>
                    <a:pt x="3402227" y="995977"/>
                  </a:lnTo>
                  <a:lnTo>
                    <a:pt x="3402345" y="995977"/>
                  </a:lnTo>
                  <a:lnTo>
                    <a:pt x="3402463" y="995977"/>
                  </a:lnTo>
                  <a:lnTo>
                    <a:pt x="3402580" y="995977"/>
                  </a:lnTo>
                  <a:lnTo>
                    <a:pt x="3402580" y="995547"/>
                  </a:lnTo>
                  <a:lnTo>
                    <a:pt x="3402698" y="995547"/>
                  </a:lnTo>
                  <a:lnTo>
                    <a:pt x="3402815" y="995547"/>
                  </a:lnTo>
                  <a:lnTo>
                    <a:pt x="3402815" y="995116"/>
                  </a:lnTo>
                  <a:lnTo>
                    <a:pt x="3402933" y="995116"/>
                  </a:lnTo>
                  <a:lnTo>
                    <a:pt x="3403051" y="995116"/>
                  </a:lnTo>
                  <a:lnTo>
                    <a:pt x="3403168" y="995116"/>
                  </a:lnTo>
                  <a:lnTo>
                    <a:pt x="3403286" y="995116"/>
                  </a:lnTo>
                  <a:lnTo>
                    <a:pt x="3403403" y="995116"/>
                  </a:lnTo>
                  <a:lnTo>
                    <a:pt x="3403403" y="994686"/>
                  </a:lnTo>
                  <a:lnTo>
                    <a:pt x="3403521" y="994686"/>
                  </a:lnTo>
                  <a:lnTo>
                    <a:pt x="3403639" y="994686"/>
                  </a:lnTo>
                  <a:lnTo>
                    <a:pt x="3403756" y="994686"/>
                  </a:lnTo>
                  <a:lnTo>
                    <a:pt x="3403874" y="994686"/>
                  </a:lnTo>
                  <a:lnTo>
                    <a:pt x="3403992" y="994686"/>
                  </a:lnTo>
                  <a:lnTo>
                    <a:pt x="3404109" y="994686"/>
                  </a:lnTo>
                  <a:lnTo>
                    <a:pt x="3404227" y="994686"/>
                  </a:lnTo>
                  <a:lnTo>
                    <a:pt x="3404344" y="994686"/>
                  </a:lnTo>
                  <a:lnTo>
                    <a:pt x="3404344" y="994255"/>
                  </a:lnTo>
                  <a:lnTo>
                    <a:pt x="3404462" y="994255"/>
                  </a:lnTo>
                  <a:lnTo>
                    <a:pt x="3404580" y="994255"/>
                  </a:lnTo>
                  <a:lnTo>
                    <a:pt x="3404580" y="993824"/>
                  </a:lnTo>
                  <a:lnTo>
                    <a:pt x="3404697" y="993824"/>
                  </a:lnTo>
                  <a:lnTo>
                    <a:pt x="3404815" y="993824"/>
                  </a:lnTo>
                  <a:lnTo>
                    <a:pt x="3404932" y="993824"/>
                  </a:lnTo>
                  <a:lnTo>
                    <a:pt x="3405050" y="993824"/>
                  </a:lnTo>
                  <a:lnTo>
                    <a:pt x="3405168" y="993824"/>
                  </a:lnTo>
                  <a:lnTo>
                    <a:pt x="3405285" y="993824"/>
                  </a:lnTo>
                  <a:lnTo>
                    <a:pt x="3405403" y="993824"/>
                  </a:lnTo>
                  <a:lnTo>
                    <a:pt x="3405521" y="993824"/>
                  </a:lnTo>
                  <a:lnTo>
                    <a:pt x="3405638" y="993824"/>
                  </a:lnTo>
                  <a:lnTo>
                    <a:pt x="3405756" y="993824"/>
                  </a:lnTo>
                  <a:lnTo>
                    <a:pt x="3405873" y="993824"/>
                  </a:lnTo>
                  <a:lnTo>
                    <a:pt x="3405991" y="993824"/>
                  </a:lnTo>
                  <a:lnTo>
                    <a:pt x="3406109" y="993824"/>
                  </a:lnTo>
                  <a:lnTo>
                    <a:pt x="3406226" y="993824"/>
                  </a:lnTo>
                  <a:lnTo>
                    <a:pt x="3406344" y="993824"/>
                  </a:lnTo>
                  <a:lnTo>
                    <a:pt x="3406461" y="993824"/>
                  </a:lnTo>
                  <a:lnTo>
                    <a:pt x="3406579" y="993824"/>
                  </a:lnTo>
                  <a:lnTo>
                    <a:pt x="3406697" y="993824"/>
                  </a:lnTo>
                  <a:lnTo>
                    <a:pt x="3406814" y="993824"/>
                  </a:lnTo>
                  <a:lnTo>
                    <a:pt x="3406932" y="993824"/>
                  </a:lnTo>
                  <a:lnTo>
                    <a:pt x="3407050" y="993824"/>
                  </a:lnTo>
                  <a:lnTo>
                    <a:pt x="3407167" y="993824"/>
                  </a:lnTo>
                  <a:lnTo>
                    <a:pt x="3407285" y="993824"/>
                  </a:lnTo>
                  <a:lnTo>
                    <a:pt x="3407285" y="993394"/>
                  </a:lnTo>
                  <a:lnTo>
                    <a:pt x="3407402" y="993394"/>
                  </a:lnTo>
                  <a:lnTo>
                    <a:pt x="3407402" y="992963"/>
                  </a:lnTo>
                  <a:lnTo>
                    <a:pt x="3407520" y="992963"/>
                  </a:lnTo>
                  <a:lnTo>
                    <a:pt x="3407638" y="992963"/>
                  </a:lnTo>
                  <a:lnTo>
                    <a:pt x="3407638" y="992533"/>
                  </a:lnTo>
                  <a:lnTo>
                    <a:pt x="3407755" y="992533"/>
                  </a:lnTo>
                  <a:lnTo>
                    <a:pt x="3407873" y="992533"/>
                  </a:lnTo>
                  <a:lnTo>
                    <a:pt x="3407990" y="992533"/>
                  </a:lnTo>
                  <a:lnTo>
                    <a:pt x="3408108" y="992533"/>
                  </a:lnTo>
                  <a:lnTo>
                    <a:pt x="3408108" y="992102"/>
                  </a:lnTo>
                  <a:lnTo>
                    <a:pt x="3408226" y="992102"/>
                  </a:lnTo>
                  <a:lnTo>
                    <a:pt x="3408226" y="991671"/>
                  </a:lnTo>
                  <a:lnTo>
                    <a:pt x="3408226" y="991241"/>
                  </a:lnTo>
                  <a:lnTo>
                    <a:pt x="3408343" y="991241"/>
                  </a:lnTo>
                  <a:lnTo>
                    <a:pt x="3408461" y="991241"/>
                  </a:lnTo>
                  <a:lnTo>
                    <a:pt x="3408579" y="991241"/>
                  </a:lnTo>
                  <a:lnTo>
                    <a:pt x="3408579" y="990810"/>
                  </a:lnTo>
                  <a:lnTo>
                    <a:pt x="3408579" y="990380"/>
                  </a:lnTo>
                  <a:lnTo>
                    <a:pt x="3408696" y="990380"/>
                  </a:lnTo>
                  <a:lnTo>
                    <a:pt x="3408814" y="990380"/>
                  </a:lnTo>
                  <a:lnTo>
                    <a:pt x="3408931" y="990380"/>
                  </a:lnTo>
                  <a:lnTo>
                    <a:pt x="3408931" y="989949"/>
                  </a:lnTo>
                  <a:lnTo>
                    <a:pt x="3408931" y="989518"/>
                  </a:lnTo>
                  <a:lnTo>
                    <a:pt x="3409049" y="989518"/>
                  </a:lnTo>
                  <a:lnTo>
                    <a:pt x="3409049" y="989088"/>
                  </a:lnTo>
                  <a:lnTo>
                    <a:pt x="3409167" y="989088"/>
                  </a:lnTo>
                  <a:lnTo>
                    <a:pt x="3409167" y="988657"/>
                  </a:lnTo>
                  <a:lnTo>
                    <a:pt x="3409284" y="988657"/>
                  </a:lnTo>
                  <a:lnTo>
                    <a:pt x="3409284" y="988227"/>
                  </a:lnTo>
                  <a:lnTo>
                    <a:pt x="3409402" y="988227"/>
                  </a:lnTo>
                  <a:lnTo>
                    <a:pt x="3409519" y="988227"/>
                  </a:lnTo>
                  <a:lnTo>
                    <a:pt x="3409519" y="987796"/>
                  </a:lnTo>
                  <a:lnTo>
                    <a:pt x="3409519" y="987365"/>
                  </a:lnTo>
                  <a:lnTo>
                    <a:pt x="3409637" y="987365"/>
                  </a:lnTo>
                  <a:lnTo>
                    <a:pt x="3409755" y="987365"/>
                  </a:lnTo>
                  <a:lnTo>
                    <a:pt x="3409872" y="987365"/>
                  </a:lnTo>
                  <a:lnTo>
                    <a:pt x="3409990" y="987365"/>
                  </a:lnTo>
                  <a:lnTo>
                    <a:pt x="3410107" y="987365"/>
                  </a:lnTo>
                  <a:lnTo>
                    <a:pt x="3410225" y="987365"/>
                  </a:lnTo>
                  <a:lnTo>
                    <a:pt x="3410343" y="987365"/>
                  </a:lnTo>
                  <a:lnTo>
                    <a:pt x="3410343" y="986935"/>
                  </a:lnTo>
                  <a:lnTo>
                    <a:pt x="3410460" y="986935"/>
                  </a:lnTo>
                  <a:lnTo>
                    <a:pt x="3410578" y="986935"/>
                  </a:lnTo>
                  <a:lnTo>
                    <a:pt x="3410696" y="986935"/>
                  </a:lnTo>
                  <a:lnTo>
                    <a:pt x="3410813" y="986935"/>
                  </a:lnTo>
                  <a:lnTo>
                    <a:pt x="3410931" y="986935"/>
                  </a:lnTo>
                  <a:lnTo>
                    <a:pt x="3411048" y="986935"/>
                  </a:lnTo>
                  <a:lnTo>
                    <a:pt x="3411166" y="986935"/>
                  </a:lnTo>
                  <a:lnTo>
                    <a:pt x="3411284" y="986935"/>
                  </a:lnTo>
                  <a:lnTo>
                    <a:pt x="3411401" y="986935"/>
                  </a:lnTo>
                  <a:lnTo>
                    <a:pt x="3411519" y="986935"/>
                  </a:lnTo>
                  <a:lnTo>
                    <a:pt x="3411636" y="986935"/>
                  </a:lnTo>
                  <a:lnTo>
                    <a:pt x="3411754" y="986935"/>
                  </a:lnTo>
                  <a:lnTo>
                    <a:pt x="3411872" y="986935"/>
                  </a:lnTo>
                  <a:lnTo>
                    <a:pt x="3411989" y="986935"/>
                  </a:lnTo>
                  <a:lnTo>
                    <a:pt x="3412107" y="986935"/>
                  </a:lnTo>
                  <a:lnTo>
                    <a:pt x="3412225" y="986935"/>
                  </a:lnTo>
                  <a:lnTo>
                    <a:pt x="3412342" y="986935"/>
                  </a:lnTo>
                  <a:lnTo>
                    <a:pt x="3412460" y="986935"/>
                  </a:lnTo>
                  <a:lnTo>
                    <a:pt x="3412577" y="986935"/>
                  </a:lnTo>
                  <a:lnTo>
                    <a:pt x="3412695" y="986935"/>
                  </a:lnTo>
                  <a:lnTo>
                    <a:pt x="3412695" y="986504"/>
                  </a:lnTo>
                  <a:lnTo>
                    <a:pt x="3412813" y="986504"/>
                  </a:lnTo>
                  <a:lnTo>
                    <a:pt x="3412930" y="986504"/>
                  </a:lnTo>
                  <a:lnTo>
                    <a:pt x="3413048" y="986504"/>
                  </a:lnTo>
                  <a:lnTo>
                    <a:pt x="3413165" y="986504"/>
                  </a:lnTo>
                  <a:lnTo>
                    <a:pt x="3413283" y="986504"/>
                  </a:lnTo>
                  <a:lnTo>
                    <a:pt x="3413401" y="986504"/>
                  </a:lnTo>
                  <a:lnTo>
                    <a:pt x="3413401" y="986074"/>
                  </a:lnTo>
                  <a:lnTo>
                    <a:pt x="3413518" y="986074"/>
                  </a:lnTo>
                  <a:lnTo>
                    <a:pt x="3413518" y="985643"/>
                  </a:lnTo>
                  <a:lnTo>
                    <a:pt x="3413518" y="985212"/>
                  </a:lnTo>
                  <a:lnTo>
                    <a:pt x="3413636" y="985212"/>
                  </a:lnTo>
                  <a:lnTo>
                    <a:pt x="3413754" y="985212"/>
                  </a:lnTo>
                  <a:lnTo>
                    <a:pt x="3413871" y="985212"/>
                  </a:lnTo>
                  <a:lnTo>
                    <a:pt x="3413989" y="985212"/>
                  </a:lnTo>
                  <a:lnTo>
                    <a:pt x="3414106" y="985212"/>
                  </a:lnTo>
                  <a:lnTo>
                    <a:pt x="3414224" y="985212"/>
                  </a:lnTo>
                  <a:lnTo>
                    <a:pt x="3414224" y="984782"/>
                  </a:lnTo>
                  <a:lnTo>
                    <a:pt x="3414342" y="984782"/>
                  </a:lnTo>
                  <a:lnTo>
                    <a:pt x="3414459" y="984782"/>
                  </a:lnTo>
                  <a:lnTo>
                    <a:pt x="3414577" y="984782"/>
                  </a:lnTo>
                  <a:lnTo>
                    <a:pt x="3414694" y="984782"/>
                  </a:lnTo>
                  <a:lnTo>
                    <a:pt x="3414812" y="984782"/>
                  </a:lnTo>
                  <a:lnTo>
                    <a:pt x="3414930" y="984782"/>
                  </a:lnTo>
                  <a:lnTo>
                    <a:pt x="3415047" y="984782"/>
                  </a:lnTo>
                  <a:lnTo>
                    <a:pt x="3415165" y="984782"/>
                  </a:lnTo>
                  <a:lnTo>
                    <a:pt x="3415283" y="984782"/>
                  </a:lnTo>
                  <a:lnTo>
                    <a:pt x="3415400" y="984782"/>
                  </a:lnTo>
                  <a:lnTo>
                    <a:pt x="3415518" y="984782"/>
                  </a:lnTo>
                  <a:lnTo>
                    <a:pt x="3415635" y="984782"/>
                  </a:lnTo>
                  <a:lnTo>
                    <a:pt x="3415753" y="984782"/>
                  </a:lnTo>
                  <a:lnTo>
                    <a:pt x="3415871" y="984782"/>
                  </a:lnTo>
                  <a:lnTo>
                    <a:pt x="3415988" y="984782"/>
                  </a:lnTo>
                  <a:lnTo>
                    <a:pt x="3416106" y="984782"/>
                  </a:lnTo>
                  <a:lnTo>
                    <a:pt x="3416223" y="984782"/>
                  </a:lnTo>
                  <a:lnTo>
                    <a:pt x="3416341" y="984782"/>
                  </a:lnTo>
                  <a:lnTo>
                    <a:pt x="3416459" y="984782"/>
                  </a:lnTo>
                  <a:lnTo>
                    <a:pt x="3416459" y="984351"/>
                  </a:lnTo>
                  <a:lnTo>
                    <a:pt x="3416576" y="984351"/>
                  </a:lnTo>
                  <a:lnTo>
                    <a:pt x="3416694" y="984351"/>
                  </a:lnTo>
                  <a:lnTo>
                    <a:pt x="3416812" y="984351"/>
                  </a:lnTo>
                  <a:lnTo>
                    <a:pt x="3416929" y="984351"/>
                  </a:lnTo>
                  <a:lnTo>
                    <a:pt x="3417047" y="984351"/>
                  </a:lnTo>
                  <a:lnTo>
                    <a:pt x="3417047" y="983921"/>
                  </a:lnTo>
                  <a:lnTo>
                    <a:pt x="3417164" y="983921"/>
                  </a:lnTo>
                  <a:lnTo>
                    <a:pt x="3417282" y="983921"/>
                  </a:lnTo>
                  <a:lnTo>
                    <a:pt x="3417400" y="983921"/>
                  </a:lnTo>
                  <a:lnTo>
                    <a:pt x="3417517" y="983921"/>
                  </a:lnTo>
                  <a:lnTo>
                    <a:pt x="3417635" y="983921"/>
                  </a:lnTo>
                  <a:lnTo>
                    <a:pt x="3417752" y="983921"/>
                  </a:lnTo>
                  <a:lnTo>
                    <a:pt x="3417870" y="983921"/>
                  </a:lnTo>
                  <a:lnTo>
                    <a:pt x="3417988" y="983921"/>
                  </a:lnTo>
                  <a:lnTo>
                    <a:pt x="3418105" y="983921"/>
                  </a:lnTo>
                  <a:lnTo>
                    <a:pt x="3418223" y="983921"/>
                  </a:lnTo>
                  <a:lnTo>
                    <a:pt x="3418340" y="983921"/>
                  </a:lnTo>
                  <a:lnTo>
                    <a:pt x="3418458" y="983921"/>
                  </a:lnTo>
                  <a:lnTo>
                    <a:pt x="3418576" y="983921"/>
                  </a:lnTo>
                  <a:lnTo>
                    <a:pt x="3418693" y="983921"/>
                  </a:lnTo>
                  <a:lnTo>
                    <a:pt x="3418811" y="983921"/>
                  </a:lnTo>
                  <a:lnTo>
                    <a:pt x="3418929" y="983921"/>
                  </a:lnTo>
                  <a:lnTo>
                    <a:pt x="3419046" y="983921"/>
                  </a:lnTo>
                  <a:lnTo>
                    <a:pt x="3419164" y="983921"/>
                  </a:lnTo>
                  <a:lnTo>
                    <a:pt x="3419281" y="983921"/>
                  </a:lnTo>
                  <a:lnTo>
                    <a:pt x="3419399" y="983921"/>
                  </a:lnTo>
                  <a:lnTo>
                    <a:pt x="3419399" y="983490"/>
                  </a:lnTo>
                  <a:lnTo>
                    <a:pt x="3419399" y="983059"/>
                  </a:lnTo>
                  <a:lnTo>
                    <a:pt x="3419517" y="983059"/>
                  </a:lnTo>
                  <a:lnTo>
                    <a:pt x="3419634" y="983059"/>
                  </a:lnTo>
                  <a:lnTo>
                    <a:pt x="3419752" y="983059"/>
                  </a:lnTo>
                  <a:lnTo>
                    <a:pt x="3419752" y="982629"/>
                  </a:lnTo>
                  <a:lnTo>
                    <a:pt x="3419869" y="982629"/>
                  </a:lnTo>
                  <a:lnTo>
                    <a:pt x="3419987" y="982629"/>
                  </a:lnTo>
                  <a:lnTo>
                    <a:pt x="3420105" y="982629"/>
                  </a:lnTo>
                  <a:lnTo>
                    <a:pt x="3420105" y="982198"/>
                  </a:lnTo>
                  <a:lnTo>
                    <a:pt x="3420222" y="982198"/>
                  </a:lnTo>
                  <a:lnTo>
                    <a:pt x="3420222" y="981768"/>
                  </a:lnTo>
                  <a:lnTo>
                    <a:pt x="3420340" y="981768"/>
                  </a:lnTo>
                  <a:lnTo>
                    <a:pt x="3420458" y="981768"/>
                  </a:lnTo>
                  <a:lnTo>
                    <a:pt x="3420575" y="981768"/>
                  </a:lnTo>
                  <a:lnTo>
                    <a:pt x="3420693" y="981768"/>
                  </a:lnTo>
                  <a:lnTo>
                    <a:pt x="3420810" y="981768"/>
                  </a:lnTo>
                  <a:lnTo>
                    <a:pt x="3420928" y="981768"/>
                  </a:lnTo>
                  <a:lnTo>
                    <a:pt x="3421046" y="981768"/>
                  </a:lnTo>
                  <a:lnTo>
                    <a:pt x="3421163" y="981768"/>
                  </a:lnTo>
                  <a:lnTo>
                    <a:pt x="3421281" y="981768"/>
                  </a:lnTo>
                  <a:lnTo>
                    <a:pt x="3421398" y="981768"/>
                  </a:lnTo>
                  <a:lnTo>
                    <a:pt x="3421516" y="981768"/>
                  </a:lnTo>
                  <a:lnTo>
                    <a:pt x="3421516" y="981337"/>
                  </a:lnTo>
                  <a:lnTo>
                    <a:pt x="3421634" y="981337"/>
                  </a:lnTo>
                  <a:lnTo>
                    <a:pt x="3421751" y="981337"/>
                  </a:lnTo>
                  <a:lnTo>
                    <a:pt x="3421869" y="981337"/>
                  </a:lnTo>
                  <a:lnTo>
                    <a:pt x="3421869" y="980906"/>
                  </a:lnTo>
                  <a:lnTo>
                    <a:pt x="3421987" y="980906"/>
                  </a:lnTo>
                  <a:lnTo>
                    <a:pt x="3422104" y="980906"/>
                  </a:lnTo>
                  <a:lnTo>
                    <a:pt x="3422104" y="980476"/>
                  </a:lnTo>
                  <a:lnTo>
                    <a:pt x="3422222" y="980476"/>
                  </a:lnTo>
                  <a:lnTo>
                    <a:pt x="3422339" y="980476"/>
                  </a:lnTo>
                  <a:lnTo>
                    <a:pt x="3422339" y="980045"/>
                  </a:lnTo>
                  <a:lnTo>
                    <a:pt x="3422339" y="979615"/>
                  </a:lnTo>
                  <a:lnTo>
                    <a:pt x="3422457" y="979615"/>
                  </a:lnTo>
                  <a:lnTo>
                    <a:pt x="3422575" y="979615"/>
                  </a:lnTo>
                  <a:lnTo>
                    <a:pt x="3422575" y="979184"/>
                  </a:lnTo>
                  <a:lnTo>
                    <a:pt x="3422575" y="978753"/>
                  </a:lnTo>
                  <a:lnTo>
                    <a:pt x="3422692" y="978753"/>
                  </a:lnTo>
                  <a:lnTo>
                    <a:pt x="3422810" y="978753"/>
                  </a:lnTo>
                  <a:lnTo>
                    <a:pt x="3422927" y="978753"/>
                  </a:lnTo>
                  <a:lnTo>
                    <a:pt x="3423045" y="978753"/>
                  </a:lnTo>
                  <a:lnTo>
                    <a:pt x="3423163" y="978753"/>
                  </a:lnTo>
                  <a:lnTo>
                    <a:pt x="3423280" y="978753"/>
                  </a:lnTo>
                  <a:lnTo>
                    <a:pt x="3423398" y="978753"/>
                  </a:lnTo>
                  <a:lnTo>
                    <a:pt x="3423516" y="978753"/>
                  </a:lnTo>
                  <a:lnTo>
                    <a:pt x="3423633" y="978753"/>
                  </a:lnTo>
                  <a:lnTo>
                    <a:pt x="3423633" y="978323"/>
                  </a:lnTo>
                  <a:lnTo>
                    <a:pt x="3423751" y="978323"/>
                  </a:lnTo>
                  <a:lnTo>
                    <a:pt x="3423868" y="978323"/>
                  </a:lnTo>
                  <a:lnTo>
                    <a:pt x="3423986" y="978323"/>
                  </a:lnTo>
                  <a:lnTo>
                    <a:pt x="3424104" y="978323"/>
                  </a:lnTo>
                  <a:lnTo>
                    <a:pt x="3424104" y="977892"/>
                  </a:lnTo>
                  <a:lnTo>
                    <a:pt x="3424221" y="977892"/>
                  </a:lnTo>
                  <a:lnTo>
                    <a:pt x="3424339" y="977892"/>
                  </a:lnTo>
                  <a:lnTo>
                    <a:pt x="3424456" y="977892"/>
                  </a:lnTo>
                  <a:lnTo>
                    <a:pt x="3424456" y="977462"/>
                  </a:lnTo>
                  <a:lnTo>
                    <a:pt x="3424574" y="977462"/>
                  </a:lnTo>
                  <a:lnTo>
                    <a:pt x="3424574" y="977031"/>
                  </a:lnTo>
                  <a:lnTo>
                    <a:pt x="3424692" y="977031"/>
                  </a:lnTo>
                  <a:lnTo>
                    <a:pt x="3424809" y="977031"/>
                  </a:lnTo>
                  <a:lnTo>
                    <a:pt x="3424927" y="977031"/>
                  </a:lnTo>
                  <a:lnTo>
                    <a:pt x="3425045" y="977031"/>
                  </a:lnTo>
                  <a:lnTo>
                    <a:pt x="3425162" y="977031"/>
                  </a:lnTo>
                  <a:lnTo>
                    <a:pt x="3425280" y="977031"/>
                  </a:lnTo>
                  <a:lnTo>
                    <a:pt x="3425280" y="976600"/>
                  </a:lnTo>
                  <a:lnTo>
                    <a:pt x="3425397" y="976600"/>
                  </a:lnTo>
                  <a:lnTo>
                    <a:pt x="3425515" y="976600"/>
                  </a:lnTo>
                  <a:lnTo>
                    <a:pt x="3425633" y="976600"/>
                  </a:lnTo>
                  <a:lnTo>
                    <a:pt x="3425750" y="976600"/>
                  </a:lnTo>
                  <a:lnTo>
                    <a:pt x="3425868" y="976600"/>
                  </a:lnTo>
                  <a:lnTo>
                    <a:pt x="3425985" y="976600"/>
                  </a:lnTo>
                  <a:lnTo>
                    <a:pt x="3425985" y="976170"/>
                  </a:lnTo>
                  <a:lnTo>
                    <a:pt x="3426103" y="976170"/>
                  </a:lnTo>
                  <a:lnTo>
                    <a:pt x="3426221" y="976170"/>
                  </a:lnTo>
                  <a:lnTo>
                    <a:pt x="3426338" y="976170"/>
                  </a:lnTo>
                  <a:lnTo>
                    <a:pt x="3426338" y="975739"/>
                  </a:lnTo>
                  <a:lnTo>
                    <a:pt x="3426338" y="975309"/>
                  </a:lnTo>
                  <a:lnTo>
                    <a:pt x="3426456" y="975309"/>
                  </a:lnTo>
                  <a:lnTo>
                    <a:pt x="3426573" y="975309"/>
                  </a:lnTo>
                  <a:lnTo>
                    <a:pt x="3426691" y="975309"/>
                  </a:lnTo>
                  <a:lnTo>
                    <a:pt x="3426809" y="975309"/>
                  </a:lnTo>
                  <a:lnTo>
                    <a:pt x="3426926" y="975309"/>
                  </a:lnTo>
                  <a:lnTo>
                    <a:pt x="3427044" y="975309"/>
                  </a:lnTo>
                  <a:lnTo>
                    <a:pt x="3427162" y="975309"/>
                  </a:lnTo>
                  <a:lnTo>
                    <a:pt x="3427279" y="975309"/>
                  </a:lnTo>
                  <a:lnTo>
                    <a:pt x="3427397" y="975309"/>
                  </a:lnTo>
                  <a:lnTo>
                    <a:pt x="3427514" y="975309"/>
                  </a:lnTo>
                  <a:lnTo>
                    <a:pt x="3427632" y="975309"/>
                  </a:lnTo>
                  <a:lnTo>
                    <a:pt x="3427750" y="975309"/>
                  </a:lnTo>
                  <a:lnTo>
                    <a:pt x="3427867" y="975309"/>
                  </a:lnTo>
                  <a:lnTo>
                    <a:pt x="3427985" y="975309"/>
                  </a:lnTo>
                  <a:lnTo>
                    <a:pt x="3428102" y="975309"/>
                  </a:lnTo>
                  <a:lnTo>
                    <a:pt x="3428220" y="975309"/>
                  </a:lnTo>
                  <a:lnTo>
                    <a:pt x="3428338" y="975309"/>
                  </a:lnTo>
                  <a:lnTo>
                    <a:pt x="3428455" y="975309"/>
                  </a:lnTo>
                  <a:lnTo>
                    <a:pt x="3428573" y="975309"/>
                  </a:lnTo>
                  <a:lnTo>
                    <a:pt x="3428691" y="975309"/>
                  </a:lnTo>
                  <a:lnTo>
                    <a:pt x="3428808" y="975309"/>
                  </a:lnTo>
                  <a:lnTo>
                    <a:pt x="3428926" y="975309"/>
                  </a:lnTo>
                  <a:lnTo>
                    <a:pt x="3429043" y="975309"/>
                  </a:lnTo>
                  <a:lnTo>
                    <a:pt x="3429161" y="975309"/>
                  </a:lnTo>
                  <a:lnTo>
                    <a:pt x="3429279" y="975309"/>
                  </a:lnTo>
                  <a:lnTo>
                    <a:pt x="3429396" y="975309"/>
                  </a:lnTo>
                  <a:lnTo>
                    <a:pt x="3429514" y="975309"/>
                  </a:lnTo>
                  <a:lnTo>
                    <a:pt x="3429514" y="974878"/>
                  </a:lnTo>
                  <a:lnTo>
                    <a:pt x="3429631" y="974878"/>
                  </a:lnTo>
                  <a:lnTo>
                    <a:pt x="3429749" y="974878"/>
                  </a:lnTo>
                  <a:lnTo>
                    <a:pt x="3429867" y="974878"/>
                  </a:lnTo>
                  <a:lnTo>
                    <a:pt x="3429984" y="974878"/>
                  </a:lnTo>
                  <a:lnTo>
                    <a:pt x="3430102" y="974878"/>
                  </a:lnTo>
                  <a:lnTo>
                    <a:pt x="3430220" y="974878"/>
                  </a:lnTo>
                  <a:lnTo>
                    <a:pt x="3430337" y="974878"/>
                  </a:lnTo>
                  <a:lnTo>
                    <a:pt x="3430455" y="974878"/>
                  </a:lnTo>
                  <a:lnTo>
                    <a:pt x="3430572" y="974878"/>
                  </a:lnTo>
                  <a:lnTo>
                    <a:pt x="3430690" y="974878"/>
                  </a:lnTo>
                  <a:lnTo>
                    <a:pt x="3430808" y="974878"/>
                  </a:lnTo>
                  <a:lnTo>
                    <a:pt x="3430925" y="974878"/>
                  </a:lnTo>
                  <a:lnTo>
                    <a:pt x="3431043" y="974878"/>
                  </a:lnTo>
                  <a:lnTo>
                    <a:pt x="3431160" y="974878"/>
                  </a:lnTo>
                  <a:lnTo>
                    <a:pt x="3431278" y="974878"/>
                  </a:lnTo>
                  <a:lnTo>
                    <a:pt x="3431396" y="974878"/>
                  </a:lnTo>
                  <a:lnTo>
                    <a:pt x="3431513" y="974878"/>
                  </a:lnTo>
                  <a:lnTo>
                    <a:pt x="3431631" y="974878"/>
                  </a:lnTo>
                  <a:lnTo>
                    <a:pt x="3431749" y="974878"/>
                  </a:lnTo>
                  <a:lnTo>
                    <a:pt x="3431749" y="974447"/>
                  </a:lnTo>
                  <a:lnTo>
                    <a:pt x="3431866" y="974447"/>
                  </a:lnTo>
                  <a:lnTo>
                    <a:pt x="3431984" y="974447"/>
                  </a:lnTo>
                  <a:lnTo>
                    <a:pt x="3432101" y="974447"/>
                  </a:lnTo>
                  <a:lnTo>
                    <a:pt x="3432219" y="974447"/>
                  </a:lnTo>
                  <a:lnTo>
                    <a:pt x="3432337" y="974447"/>
                  </a:lnTo>
                  <a:lnTo>
                    <a:pt x="3432454" y="974447"/>
                  </a:lnTo>
                  <a:lnTo>
                    <a:pt x="3432572" y="974447"/>
                  </a:lnTo>
                  <a:lnTo>
                    <a:pt x="3432689" y="974447"/>
                  </a:lnTo>
                  <a:lnTo>
                    <a:pt x="3432807" y="974447"/>
                  </a:lnTo>
                  <a:lnTo>
                    <a:pt x="3432925" y="974447"/>
                  </a:lnTo>
                  <a:lnTo>
                    <a:pt x="3433042" y="974447"/>
                  </a:lnTo>
                  <a:lnTo>
                    <a:pt x="3433160" y="974447"/>
                  </a:lnTo>
                  <a:lnTo>
                    <a:pt x="3433278" y="974447"/>
                  </a:lnTo>
                  <a:lnTo>
                    <a:pt x="3433395" y="974447"/>
                  </a:lnTo>
                  <a:lnTo>
                    <a:pt x="3433513" y="974447"/>
                  </a:lnTo>
                  <a:lnTo>
                    <a:pt x="3433630" y="974447"/>
                  </a:lnTo>
                  <a:lnTo>
                    <a:pt x="3433748" y="974447"/>
                  </a:lnTo>
                  <a:lnTo>
                    <a:pt x="3433866" y="974447"/>
                  </a:lnTo>
                  <a:lnTo>
                    <a:pt x="3433983" y="974447"/>
                  </a:lnTo>
                  <a:lnTo>
                    <a:pt x="3433983" y="974017"/>
                  </a:lnTo>
                  <a:lnTo>
                    <a:pt x="3434101" y="974017"/>
                  </a:lnTo>
                  <a:lnTo>
                    <a:pt x="3434218" y="974017"/>
                  </a:lnTo>
                  <a:lnTo>
                    <a:pt x="3434336" y="974017"/>
                  </a:lnTo>
                  <a:lnTo>
                    <a:pt x="3434454" y="974017"/>
                  </a:lnTo>
                  <a:lnTo>
                    <a:pt x="3434571" y="974017"/>
                  </a:lnTo>
                  <a:lnTo>
                    <a:pt x="3434689" y="974017"/>
                  </a:lnTo>
                  <a:lnTo>
                    <a:pt x="3434806" y="974017"/>
                  </a:lnTo>
                  <a:lnTo>
                    <a:pt x="3434924" y="974017"/>
                  </a:lnTo>
                  <a:lnTo>
                    <a:pt x="3435042" y="974017"/>
                  </a:lnTo>
                  <a:lnTo>
                    <a:pt x="3435159" y="974017"/>
                  </a:lnTo>
                  <a:lnTo>
                    <a:pt x="3435159" y="973586"/>
                  </a:lnTo>
                  <a:lnTo>
                    <a:pt x="3435277" y="973586"/>
                  </a:lnTo>
                  <a:lnTo>
                    <a:pt x="3435395" y="973586"/>
                  </a:lnTo>
                  <a:lnTo>
                    <a:pt x="3435512" y="973586"/>
                  </a:lnTo>
                  <a:lnTo>
                    <a:pt x="3435630" y="973586"/>
                  </a:lnTo>
                  <a:lnTo>
                    <a:pt x="3435747" y="973586"/>
                  </a:lnTo>
                  <a:lnTo>
                    <a:pt x="3435865" y="973586"/>
                  </a:lnTo>
                  <a:lnTo>
                    <a:pt x="3435983" y="973586"/>
                  </a:lnTo>
                  <a:lnTo>
                    <a:pt x="3436100" y="973586"/>
                  </a:lnTo>
                  <a:lnTo>
                    <a:pt x="3436218" y="973586"/>
                  </a:lnTo>
                  <a:lnTo>
                    <a:pt x="3436335" y="973586"/>
                  </a:lnTo>
                  <a:lnTo>
                    <a:pt x="3436453" y="973586"/>
                  </a:lnTo>
                  <a:lnTo>
                    <a:pt x="3436453" y="973156"/>
                  </a:lnTo>
                  <a:lnTo>
                    <a:pt x="3436453" y="972725"/>
                  </a:lnTo>
                  <a:lnTo>
                    <a:pt x="3436571" y="972725"/>
                  </a:lnTo>
                  <a:lnTo>
                    <a:pt x="3436688" y="972725"/>
                  </a:lnTo>
                  <a:lnTo>
                    <a:pt x="3436688" y="972294"/>
                  </a:lnTo>
                  <a:lnTo>
                    <a:pt x="3436806" y="972294"/>
                  </a:lnTo>
                  <a:lnTo>
                    <a:pt x="3436924" y="972294"/>
                  </a:lnTo>
                  <a:lnTo>
                    <a:pt x="3437041" y="972294"/>
                  </a:lnTo>
                  <a:lnTo>
                    <a:pt x="3437159" y="972294"/>
                  </a:lnTo>
                  <a:lnTo>
                    <a:pt x="3437276" y="972294"/>
                  </a:lnTo>
                  <a:lnTo>
                    <a:pt x="3437394" y="972294"/>
                  </a:lnTo>
                  <a:lnTo>
                    <a:pt x="3437512" y="972294"/>
                  </a:lnTo>
                  <a:lnTo>
                    <a:pt x="3437629" y="972294"/>
                  </a:lnTo>
                  <a:lnTo>
                    <a:pt x="3437747" y="972294"/>
                  </a:lnTo>
                  <a:lnTo>
                    <a:pt x="3437864" y="972294"/>
                  </a:lnTo>
                  <a:lnTo>
                    <a:pt x="3437982" y="972294"/>
                  </a:lnTo>
                  <a:lnTo>
                    <a:pt x="3438100" y="972294"/>
                  </a:lnTo>
                  <a:lnTo>
                    <a:pt x="3438217" y="972294"/>
                  </a:lnTo>
                  <a:lnTo>
                    <a:pt x="3438335" y="972294"/>
                  </a:lnTo>
                  <a:lnTo>
                    <a:pt x="3438453" y="972294"/>
                  </a:lnTo>
                  <a:lnTo>
                    <a:pt x="3438570" y="972294"/>
                  </a:lnTo>
                  <a:lnTo>
                    <a:pt x="3438688" y="972294"/>
                  </a:lnTo>
                  <a:lnTo>
                    <a:pt x="3438805" y="972294"/>
                  </a:lnTo>
                  <a:lnTo>
                    <a:pt x="3438923" y="972294"/>
                  </a:lnTo>
                  <a:lnTo>
                    <a:pt x="3438923" y="971864"/>
                  </a:lnTo>
                  <a:lnTo>
                    <a:pt x="3439041" y="971864"/>
                  </a:lnTo>
                  <a:lnTo>
                    <a:pt x="3439158" y="971864"/>
                  </a:lnTo>
                  <a:lnTo>
                    <a:pt x="3439276" y="971864"/>
                  </a:lnTo>
                  <a:lnTo>
                    <a:pt x="3439393" y="971864"/>
                  </a:lnTo>
                  <a:lnTo>
                    <a:pt x="3439393" y="971433"/>
                  </a:lnTo>
                  <a:lnTo>
                    <a:pt x="3439511" y="971433"/>
                  </a:lnTo>
                  <a:lnTo>
                    <a:pt x="3439629" y="971433"/>
                  </a:lnTo>
                  <a:lnTo>
                    <a:pt x="3439746" y="971433"/>
                  </a:lnTo>
                  <a:lnTo>
                    <a:pt x="3439864" y="971433"/>
                  </a:lnTo>
                  <a:lnTo>
                    <a:pt x="3439982" y="971433"/>
                  </a:lnTo>
                  <a:lnTo>
                    <a:pt x="3440099" y="971433"/>
                  </a:lnTo>
                  <a:lnTo>
                    <a:pt x="3440217" y="971433"/>
                  </a:lnTo>
                  <a:lnTo>
                    <a:pt x="3440334" y="971433"/>
                  </a:lnTo>
                  <a:lnTo>
                    <a:pt x="3440452" y="971433"/>
                  </a:lnTo>
                  <a:lnTo>
                    <a:pt x="3440570" y="971433"/>
                  </a:lnTo>
                  <a:lnTo>
                    <a:pt x="3440687" y="971433"/>
                  </a:lnTo>
                  <a:lnTo>
                    <a:pt x="3440805" y="971433"/>
                  </a:lnTo>
                  <a:lnTo>
                    <a:pt x="3440805" y="971003"/>
                  </a:lnTo>
                  <a:lnTo>
                    <a:pt x="3440922" y="971003"/>
                  </a:lnTo>
                  <a:lnTo>
                    <a:pt x="3440922" y="970572"/>
                  </a:lnTo>
                  <a:lnTo>
                    <a:pt x="3440922" y="970141"/>
                  </a:lnTo>
                  <a:lnTo>
                    <a:pt x="3441040" y="970141"/>
                  </a:lnTo>
                  <a:lnTo>
                    <a:pt x="3441158" y="970141"/>
                  </a:lnTo>
                  <a:lnTo>
                    <a:pt x="3441275" y="970141"/>
                  </a:lnTo>
                  <a:lnTo>
                    <a:pt x="3441393" y="970141"/>
                  </a:lnTo>
                  <a:lnTo>
                    <a:pt x="3441393" y="969711"/>
                  </a:lnTo>
                  <a:lnTo>
                    <a:pt x="3441511" y="969711"/>
                  </a:lnTo>
                  <a:lnTo>
                    <a:pt x="3441628" y="969711"/>
                  </a:lnTo>
                  <a:lnTo>
                    <a:pt x="3441746" y="969711"/>
                  </a:lnTo>
                  <a:lnTo>
                    <a:pt x="3441863" y="969711"/>
                  </a:lnTo>
                  <a:lnTo>
                    <a:pt x="3441981" y="969711"/>
                  </a:lnTo>
                  <a:lnTo>
                    <a:pt x="3441981" y="969280"/>
                  </a:lnTo>
                  <a:lnTo>
                    <a:pt x="3442099" y="969280"/>
                  </a:lnTo>
                  <a:lnTo>
                    <a:pt x="3442216" y="969280"/>
                  </a:lnTo>
                  <a:lnTo>
                    <a:pt x="3442216" y="968850"/>
                  </a:lnTo>
                  <a:lnTo>
                    <a:pt x="3442216" y="968419"/>
                  </a:lnTo>
                  <a:lnTo>
                    <a:pt x="3442334" y="968419"/>
                  </a:lnTo>
                  <a:lnTo>
                    <a:pt x="3442451" y="968419"/>
                  </a:lnTo>
                  <a:lnTo>
                    <a:pt x="3442569" y="968419"/>
                  </a:lnTo>
                  <a:lnTo>
                    <a:pt x="3442569" y="967988"/>
                  </a:lnTo>
                  <a:lnTo>
                    <a:pt x="3442687" y="967988"/>
                  </a:lnTo>
                  <a:lnTo>
                    <a:pt x="3442804" y="967988"/>
                  </a:lnTo>
                  <a:lnTo>
                    <a:pt x="3442922" y="967988"/>
                  </a:lnTo>
                  <a:lnTo>
                    <a:pt x="3443039" y="967988"/>
                  </a:lnTo>
                  <a:lnTo>
                    <a:pt x="3443157" y="967988"/>
                  </a:lnTo>
                  <a:lnTo>
                    <a:pt x="3443275" y="967988"/>
                  </a:lnTo>
                  <a:lnTo>
                    <a:pt x="3443275" y="967558"/>
                  </a:lnTo>
                  <a:lnTo>
                    <a:pt x="3443392" y="967558"/>
                  </a:lnTo>
                  <a:lnTo>
                    <a:pt x="3443510" y="967558"/>
                  </a:lnTo>
                  <a:lnTo>
                    <a:pt x="3443628" y="967558"/>
                  </a:lnTo>
                  <a:lnTo>
                    <a:pt x="3443745" y="967558"/>
                  </a:lnTo>
                  <a:lnTo>
                    <a:pt x="3443863" y="967558"/>
                  </a:lnTo>
                  <a:lnTo>
                    <a:pt x="3443863" y="967127"/>
                  </a:lnTo>
                  <a:lnTo>
                    <a:pt x="3443863" y="966697"/>
                  </a:lnTo>
                  <a:lnTo>
                    <a:pt x="3443863" y="966266"/>
                  </a:lnTo>
                  <a:lnTo>
                    <a:pt x="3443980" y="966266"/>
                  </a:lnTo>
                  <a:lnTo>
                    <a:pt x="3444098" y="966266"/>
                  </a:lnTo>
                  <a:lnTo>
                    <a:pt x="3444216" y="966266"/>
                  </a:lnTo>
                  <a:lnTo>
                    <a:pt x="3444333" y="966266"/>
                  </a:lnTo>
                  <a:lnTo>
                    <a:pt x="3444451" y="966266"/>
                  </a:lnTo>
                  <a:lnTo>
                    <a:pt x="3444568" y="966266"/>
                  </a:lnTo>
                  <a:lnTo>
                    <a:pt x="3444686" y="966266"/>
                  </a:lnTo>
                  <a:lnTo>
                    <a:pt x="3444804" y="966266"/>
                  </a:lnTo>
                  <a:lnTo>
                    <a:pt x="3444921" y="966266"/>
                  </a:lnTo>
                  <a:lnTo>
                    <a:pt x="3445039" y="966266"/>
                  </a:lnTo>
                  <a:lnTo>
                    <a:pt x="3445157" y="966266"/>
                  </a:lnTo>
                  <a:lnTo>
                    <a:pt x="3445274" y="966266"/>
                  </a:lnTo>
                  <a:lnTo>
                    <a:pt x="3445392" y="966266"/>
                  </a:lnTo>
                  <a:lnTo>
                    <a:pt x="3445392" y="965835"/>
                  </a:lnTo>
                  <a:lnTo>
                    <a:pt x="3445509" y="965835"/>
                  </a:lnTo>
                  <a:lnTo>
                    <a:pt x="3445627" y="965835"/>
                  </a:lnTo>
                  <a:lnTo>
                    <a:pt x="3445627" y="965405"/>
                  </a:lnTo>
                  <a:lnTo>
                    <a:pt x="3445745" y="965405"/>
                  </a:lnTo>
                  <a:lnTo>
                    <a:pt x="3445862" y="965405"/>
                  </a:lnTo>
                  <a:lnTo>
                    <a:pt x="3445980" y="965405"/>
                  </a:lnTo>
                  <a:lnTo>
                    <a:pt x="3446097" y="965405"/>
                  </a:lnTo>
                  <a:lnTo>
                    <a:pt x="3446215" y="965405"/>
                  </a:lnTo>
                  <a:lnTo>
                    <a:pt x="3446333" y="965405"/>
                  </a:lnTo>
                  <a:lnTo>
                    <a:pt x="3446333" y="964974"/>
                  </a:lnTo>
                  <a:lnTo>
                    <a:pt x="3446450" y="964974"/>
                  </a:lnTo>
                  <a:lnTo>
                    <a:pt x="3446568" y="964974"/>
                  </a:lnTo>
                  <a:lnTo>
                    <a:pt x="3446686" y="964974"/>
                  </a:lnTo>
                  <a:lnTo>
                    <a:pt x="3446686" y="964544"/>
                  </a:lnTo>
                  <a:lnTo>
                    <a:pt x="3446803" y="964544"/>
                  </a:lnTo>
                  <a:lnTo>
                    <a:pt x="3446921" y="964544"/>
                  </a:lnTo>
                  <a:lnTo>
                    <a:pt x="3447038" y="964544"/>
                  </a:lnTo>
                  <a:lnTo>
                    <a:pt x="3447156" y="964544"/>
                  </a:lnTo>
                  <a:lnTo>
                    <a:pt x="3447156" y="964113"/>
                  </a:lnTo>
                  <a:lnTo>
                    <a:pt x="3447156" y="963682"/>
                  </a:lnTo>
                  <a:lnTo>
                    <a:pt x="3447274" y="963682"/>
                  </a:lnTo>
                  <a:lnTo>
                    <a:pt x="3447391" y="963682"/>
                  </a:lnTo>
                  <a:lnTo>
                    <a:pt x="3447509" y="963682"/>
                  </a:lnTo>
                  <a:lnTo>
                    <a:pt x="3447626" y="963682"/>
                  </a:lnTo>
                  <a:lnTo>
                    <a:pt x="3447744" y="963682"/>
                  </a:lnTo>
                  <a:lnTo>
                    <a:pt x="3447862" y="963682"/>
                  </a:lnTo>
                  <a:lnTo>
                    <a:pt x="3447862" y="963252"/>
                  </a:lnTo>
                  <a:lnTo>
                    <a:pt x="3447979" y="963252"/>
                  </a:lnTo>
                  <a:lnTo>
                    <a:pt x="3448097" y="963252"/>
                  </a:lnTo>
                  <a:lnTo>
                    <a:pt x="3448215" y="963252"/>
                  </a:lnTo>
                  <a:lnTo>
                    <a:pt x="3448332" y="963252"/>
                  </a:lnTo>
                  <a:lnTo>
                    <a:pt x="3448450" y="963252"/>
                  </a:lnTo>
                  <a:lnTo>
                    <a:pt x="3448567" y="963252"/>
                  </a:lnTo>
                  <a:lnTo>
                    <a:pt x="3448685" y="963252"/>
                  </a:lnTo>
                  <a:lnTo>
                    <a:pt x="3448803" y="963252"/>
                  </a:lnTo>
                  <a:lnTo>
                    <a:pt x="3448803" y="962821"/>
                  </a:lnTo>
                  <a:lnTo>
                    <a:pt x="3448920" y="962821"/>
                  </a:lnTo>
                  <a:lnTo>
                    <a:pt x="3449038" y="962821"/>
                  </a:lnTo>
                  <a:lnTo>
                    <a:pt x="3449155" y="962821"/>
                  </a:lnTo>
                  <a:lnTo>
                    <a:pt x="3449273" y="962821"/>
                  </a:lnTo>
                  <a:lnTo>
                    <a:pt x="3449273" y="962391"/>
                  </a:lnTo>
                  <a:lnTo>
                    <a:pt x="3449273" y="961960"/>
                  </a:lnTo>
                  <a:lnTo>
                    <a:pt x="3449391" y="961960"/>
                  </a:lnTo>
                  <a:lnTo>
                    <a:pt x="3449508" y="961960"/>
                  </a:lnTo>
                  <a:lnTo>
                    <a:pt x="3449626" y="961960"/>
                  </a:lnTo>
                  <a:lnTo>
                    <a:pt x="3449744" y="961960"/>
                  </a:lnTo>
                  <a:lnTo>
                    <a:pt x="3449744" y="961529"/>
                  </a:lnTo>
                  <a:lnTo>
                    <a:pt x="3449861" y="961529"/>
                  </a:lnTo>
                  <a:lnTo>
                    <a:pt x="3449979" y="961529"/>
                  </a:lnTo>
                  <a:lnTo>
                    <a:pt x="3450096" y="961529"/>
                  </a:lnTo>
                  <a:lnTo>
                    <a:pt x="3450214" y="961529"/>
                  </a:lnTo>
                  <a:lnTo>
                    <a:pt x="3450332" y="961529"/>
                  </a:lnTo>
                  <a:lnTo>
                    <a:pt x="3450449" y="961529"/>
                  </a:lnTo>
                  <a:lnTo>
                    <a:pt x="3450449" y="961099"/>
                  </a:lnTo>
                  <a:lnTo>
                    <a:pt x="3450567" y="961099"/>
                  </a:lnTo>
                  <a:lnTo>
                    <a:pt x="3450684" y="961099"/>
                  </a:lnTo>
                  <a:lnTo>
                    <a:pt x="3450802" y="961099"/>
                  </a:lnTo>
                  <a:lnTo>
                    <a:pt x="3450920" y="961099"/>
                  </a:lnTo>
                  <a:lnTo>
                    <a:pt x="3451037" y="961099"/>
                  </a:lnTo>
                  <a:lnTo>
                    <a:pt x="3451155" y="961099"/>
                  </a:lnTo>
                  <a:lnTo>
                    <a:pt x="3451272" y="961099"/>
                  </a:lnTo>
                  <a:lnTo>
                    <a:pt x="3451390" y="961099"/>
                  </a:lnTo>
                  <a:lnTo>
                    <a:pt x="3451390" y="960668"/>
                  </a:lnTo>
                  <a:lnTo>
                    <a:pt x="3451508" y="960668"/>
                  </a:lnTo>
                  <a:lnTo>
                    <a:pt x="3451625" y="960668"/>
                  </a:lnTo>
                  <a:lnTo>
                    <a:pt x="3451625" y="960238"/>
                  </a:lnTo>
                  <a:lnTo>
                    <a:pt x="3451743" y="960238"/>
                  </a:lnTo>
                  <a:lnTo>
                    <a:pt x="3451861" y="960238"/>
                  </a:lnTo>
                  <a:lnTo>
                    <a:pt x="3451978" y="960238"/>
                  </a:lnTo>
                  <a:lnTo>
                    <a:pt x="3452096" y="960238"/>
                  </a:lnTo>
                  <a:lnTo>
                    <a:pt x="3452096" y="959807"/>
                  </a:lnTo>
                  <a:lnTo>
                    <a:pt x="3452213" y="959807"/>
                  </a:lnTo>
                  <a:lnTo>
                    <a:pt x="3452331" y="959807"/>
                  </a:lnTo>
                  <a:lnTo>
                    <a:pt x="3452331" y="959376"/>
                  </a:lnTo>
                  <a:lnTo>
                    <a:pt x="3452449" y="959376"/>
                  </a:lnTo>
                  <a:lnTo>
                    <a:pt x="3452449" y="958946"/>
                  </a:lnTo>
                  <a:lnTo>
                    <a:pt x="3452566" y="958946"/>
                  </a:lnTo>
                  <a:lnTo>
                    <a:pt x="3452684" y="958946"/>
                  </a:lnTo>
                  <a:lnTo>
                    <a:pt x="3452801" y="958946"/>
                  </a:lnTo>
                  <a:lnTo>
                    <a:pt x="3452919" y="958946"/>
                  </a:lnTo>
                  <a:lnTo>
                    <a:pt x="3453037" y="958946"/>
                  </a:lnTo>
                  <a:lnTo>
                    <a:pt x="3453037" y="958515"/>
                  </a:lnTo>
                  <a:lnTo>
                    <a:pt x="3453154" y="958515"/>
                  </a:lnTo>
                  <a:lnTo>
                    <a:pt x="3453272" y="958515"/>
                  </a:lnTo>
                  <a:lnTo>
                    <a:pt x="3453390" y="958515"/>
                  </a:lnTo>
                  <a:lnTo>
                    <a:pt x="3453507" y="958515"/>
                  </a:lnTo>
                  <a:lnTo>
                    <a:pt x="3453625" y="958515"/>
                  </a:lnTo>
                  <a:lnTo>
                    <a:pt x="3453742" y="958515"/>
                  </a:lnTo>
                  <a:lnTo>
                    <a:pt x="3453860" y="958515"/>
                  </a:lnTo>
                  <a:lnTo>
                    <a:pt x="3453978" y="958515"/>
                  </a:lnTo>
                  <a:lnTo>
                    <a:pt x="3454095" y="958515"/>
                  </a:lnTo>
                  <a:lnTo>
                    <a:pt x="3454213" y="958515"/>
                  </a:lnTo>
                  <a:lnTo>
                    <a:pt x="3454330" y="958515"/>
                  </a:lnTo>
                  <a:lnTo>
                    <a:pt x="3454448" y="958515"/>
                  </a:lnTo>
                  <a:lnTo>
                    <a:pt x="3454566" y="958515"/>
                  </a:lnTo>
                  <a:lnTo>
                    <a:pt x="3454683" y="958515"/>
                  </a:lnTo>
                  <a:lnTo>
                    <a:pt x="3454801" y="958515"/>
                  </a:lnTo>
                  <a:lnTo>
                    <a:pt x="3454919" y="958515"/>
                  </a:lnTo>
                  <a:lnTo>
                    <a:pt x="3455036" y="958515"/>
                  </a:lnTo>
                  <a:lnTo>
                    <a:pt x="3455154" y="958515"/>
                  </a:lnTo>
                  <a:lnTo>
                    <a:pt x="3455271" y="958515"/>
                  </a:lnTo>
                  <a:lnTo>
                    <a:pt x="3455389" y="958515"/>
                  </a:lnTo>
                  <a:lnTo>
                    <a:pt x="3455507" y="958515"/>
                  </a:lnTo>
                  <a:lnTo>
                    <a:pt x="3455624" y="958515"/>
                  </a:lnTo>
                  <a:lnTo>
                    <a:pt x="3455624" y="958085"/>
                  </a:lnTo>
                  <a:lnTo>
                    <a:pt x="3455624" y="957654"/>
                  </a:lnTo>
                  <a:lnTo>
                    <a:pt x="3455742" y="957654"/>
                  </a:lnTo>
                  <a:lnTo>
                    <a:pt x="3455859" y="957654"/>
                  </a:lnTo>
                  <a:lnTo>
                    <a:pt x="3455977" y="957654"/>
                  </a:lnTo>
                  <a:lnTo>
                    <a:pt x="3455977" y="957223"/>
                  </a:lnTo>
                  <a:lnTo>
                    <a:pt x="3456095" y="957223"/>
                  </a:lnTo>
                  <a:lnTo>
                    <a:pt x="3456212" y="957223"/>
                  </a:lnTo>
                  <a:lnTo>
                    <a:pt x="3456330" y="957223"/>
                  </a:lnTo>
                  <a:lnTo>
                    <a:pt x="3456448" y="957223"/>
                  </a:lnTo>
                  <a:lnTo>
                    <a:pt x="3456565" y="957223"/>
                  </a:lnTo>
                  <a:lnTo>
                    <a:pt x="3456565" y="956793"/>
                  </a:lnTo>
                  <a:lnTo>
                    <a:pt x="3456565" y="956362"/>
                  </a:lnTo>
                  <a:lnTo>
                    <a:pt x="3456683" y="956362"/>
                  </a:lnTo>
                  <a:lnTo>
                    <a:pt x="3456683" y="955932"/>
                  </a:lnTo>
                  <a:lnTo>
                    <a:pt x="3456800" y="955932"/>
                  </a:lnTo>
                  <a:lnTo>
                    <a:pt x="3456918" y="955932"/>
                  </a:lnTo>
                  <a:lnTo>
                    <a:pt x="3457036" y="955932"/>
                  </a:lnTo>
                  <a:lnTo>
                    <a:pt x="3457153" y="955932"/>
                  </a:lnTo>
                  <a:lnTo>
                    <a:pt x="3457271" y="955932"/>
                  </a:lnTo>
                  <a:lnTo>
                    <a:pt x="3457388" y="955932"/>
                  </a:lnTo>
                  <a:lnTo>
                    <a:pt x="3457506" y="955932"/>
                  </a:lnTo>
                  <a:lnTo>
                    <a:pt x="3457624" y="955932"/>
                  </a:lnTo>
                  <a:lnTo>
                    <a:pt x="3457741" y="955932"/>
                  </a:lnTo>
                  <a:lnTo>
                    <a:pt x="3457859" y="955932"/>
                  </a:lnTo>
                  <a:lnTo>
                    <a:pt x="3457977" y="955932"/>
                  </a:lnTo>
                  <a:lnTo>
                    <a:pt x="3457977" y="955501"/>
                  </a:lnTo>
                  <a:lnTo>
                    <a:pt x="3458094" y="955501"/>
                  </a:lnTo>
                  <a:lnTo>
                    <a:pt x="3458212" y="955501"/>
                  </a:lnTo>
                  <a:lnTo>
                    <a:pt x="3458329" y="955501"/>
                  </a:lnTo>
                  <a:lnTo>
                    <a:pt x="3458447" y="955501"/>
                  </a:lnTo>
                  <a:lnTo>
                    <a:pt x="3458447" y="955070"/>
                  </a:lnTo>
                  <a:lnTo>
                    <a:pt x="3458447" y="954640"/>
                  </a:lnTo>
                  <a:lnTo>
                    <a:pt x="3458565" y="954640"/>
                  </a:lnTo>
                  <a:lnTo>
                    <a:pt x="3458682" y="954640"/>
                  </a:lnTo>
                  <a:lnTo>
                    <a:pt x="3458800" y="954640"/>
                  </a:lnTo>
                  <a:lnTo>
                    <a:pt x="3458917" y="954640"/>
                  </a:lnTo>
                  <a:lnTo>
                    <a:pt x="3459035" y="954640"/>
                  </a:lnTo>
                  <a:lnTo>
                    <a:pt x="3459153" y="954640"/>
                  </a:lnTo>
                  <a:lnTo>
                    <a:pt x="3459270" y="954640"/>
                  </a:lnTo>
                  <a:lnTo>
                    <a:pt x="3459388" y="954640"/>
                  </a:lnTo>
                  <a:lnTo>
                    <a:pt x="3459505" y="954640"/>
                  </a:lnTo>
                  <a:lnTo>
                    <a:pt x="3459623" y="954640"/>
                  </a:lnTo>
                  <a:lnTo>
                    <a:pt x="3459741" y="954640"/>
                  </a:lnTo>
                  <a:lnTo>
                    <a:pt x="3459858" y="954640"/>
                  </a:lnTo>
                  <a:lnTo>
                    <a:pt x="3459976" y="954640"/>
                  </a:lnTo>
                  <a:lnTo>
                    <a:pt x="3460094" y="954640"/>
                  </a:lnTo>
                  <a:lnTo>
                    <a:pt x="3460094" y="954209"/>
                  </a:lnTo>
                  <a:lnTo>
                    <a:pt x="3460211" y="954209"/>
                  </a:lnTo>
                  <a:lnTo>
                    <a:pt x="3460329" y="954209"/>
                  </a:lnTo>
                  <a:lnTo>
                    <a:pt x="3460446" y="954209"/>
                  </a:lnTo>
                  <a:lnTo>
                    <a:pt x="3460564" y="954209"/>
                  </a:lnTo>
                  <a:lnTo>
                    <a:pt x="3460682" y="954209"/>
                  </a:lnTo>
                  <a:lnTo>
                    <a:pt x="3460799" y="954209"/>
                  </a:lnTo>
                  <a:lnTo>
                    <a:pt x="3460917" y="954209"/>
                  </a:lnTo>
                  <a:lnTo>
                    <a:pt x="3461034" y="954209"/>
                  </a:lnTo>
                  <a:lnTo>
                    <a:pt x="3461034" y="953779"/>
                  </a:lnTo>
                  <a:lnTo>
                    <a:pt x="3461152" y="953779"/>
                  </a:lnTo>
                  <a:lnTo>
                    <a:pt x="3461270" y="953779"/>
                  </a:lnTo>
                  <a:lnTo>
                    <a:pt x="3461270" y="953348"/>
                  </a:lnTo>
                  <a:lnTo>
                    <a:pt x="3461387" y="953348"/>
                  </a:lnTo>
                  <a:lnTo>
                    <a:pt x="3461505" y="953348"/>
                  </a:lnTo>
                  <a:lnTo>
                    <a:pt x="3461623" y="953348"/>
                  </a:lnTo>
                  <a:lnTo>
                    <a:pt x="3461740" y="953348"/>
                  </a:lnTo>
                  <a:lnTo>
                    <a:pt x="3461858" y="953348"/>
                  </a:lnTo>
                  <a:lnTo>
                    <a:pt x="3461975" y="953348"/>
                  </a:lnTo>
                  <a:lnTo>
                    <a:pt x="3462093" y="953348"/>
                  </a:lnTo>
                  <a:lnTo>
                    <a:pt x="3462211" y="953348"/>
                  </a:lnTo>
                  <a:lnTo>
                    <a:pt x="3462328" y="953348"/>
                  </a:lnTo>
                  <a:lnTo>
                    <a:pt x="3462446" y="953348"/>
                  </a:lnTo>
                  <a:lnTo>
                    <a:pt x="3462563" y="953348"/>
                  </a:lnTo>
                  <a:lnTo>
                    <a:pt x="3462681" y="953348"/>
                  </a:lnTo>
                  <a:lnTo>
                    <a:pt x="3462799" y="953348"/>
                  </a:lnTo>
                  <a:lnTo>
                    <a:pt x="3462916" y="953348"/>
                  </a:lnTo>
                  <a:lnTo>
                    <a:pt x="3463034" y="953348"/>
                  </a:lnTo>
                  <a:lnTo>
                    <a:pt x="3463152" y="953348"/>
                  </a:lnTo>
                  <a:lnTo>
                    <a:pt x="3463269" y="953348"/>
                  </a:lnTo>
                  <a:lnTo>
                    <a:pt x="3463387" y="953348"/>
                  </a:lnTo>
                  <a:lnTo>
                    <a:pt x="3463504" y="953348"/>
                  </a:lnTo>
                  <a:lnTo>
                    <a:pt x="3463622" y="953348"/>
                  </a:lnTo>
                  <a:lnTo>
                    <a:pt x="3463740" y="953348"/>
                  </a:lnTo>
                  <a:lnTo>
                    <a:pt x="3463857" y="953348"/>
                  </a:lnTo>
                  <a:lnTo>
                    <a:pt x="3463975" y="953348"/>
                  </a:lnTo>
                  <a:lnTo>
                    <a:pt x="3464092" y="953348"/>
                  </a:lnTo>
                  <a:lnTo>
                    <a:pt x="3464210" y="953348"/>
                  </a:lnTo>
                  <a:lnTo>
                    <a:pt x="3464328" y="953348"/>
                  </a:lnTo>
                  <a:lnTo>
                    <a:pt x="3464445" y="953348"/>
                  </a:lnTo>
                  <a:lnTo>
                    <a:pt x="3464563" y="953348"/>
                  </a:lnTo>
                  <a:lnTo>
                    <a:pt x="3464681" y="953348"/>
                  </a:lnTo>
                  <a:lnTo>
                    <a:pt x="3464798" y="953348"/>
                  </a:lnTo>
                  <a:lnTo>
                    <a:pt x="3464916" y="953348"/>
                  </a:lnTo>
                  <a:lnTo>
                    <a:pt x="3465033" y="953348"/>
                  </a:lnTo>
                  <a:lnTo>
                    <a:pt x="3465151" y="953348"/>
                  </a:lnTo>
                  <a:lnTo>
                    <a:pt x="3465269" y="953348"/>
                  </a:lnTo>
                  <a:lnTo>
                    <a:pt x="3465386" y="953348"/>
                  </a:lnTo>
                  <a:lnTo>
                    <a:pt x="3465386" y="952917"/>
                  </a:lnTo>
                  <a:lnTo>
                    <a:pt x="3465504" y="952917"/>
                  </a:lnTo>
                  <a:lnTo>
                    <a:pt x="3465621" y="952917"/>
                  </a:lnTo>
                  <a:lnTo>
                    <a:pt x="3465739" y="952917"/>
                  </a:lnTo>
                  <a:lnTo>
                    <a:pt x="3465857" y="952917"/>
                  </a:lnTo>
                  <a:lnTo>
                    <a:pt x="3465857" y="952487"/>
                  </a:lnTo>
                  <a:lnTo>
                    <a:pt x="3465974" y="952487"/>
                  </a:lnTo>
                  <a:lnTo>
                    <a:pt x="3466092" y="952487"/>
                  </a:lnTo>
                  <a:lnTo>
                    <a:pt x="3466210" y="952487"/>
                  </a:lnTo>
                  <a:lnTo>
                    <a:pt x="3466327" y="952487"/>
                  </a:lnTo>
                  <a:lnTo>
                    <a:pt x="3466445" y="952487"/>
                  </a:lnTo>
                  <a:lnTo>
                    <a:pt x="3466445" y="952056"/>
                  </a:lnTo>
                  <a:lnTo>
                    <a:pt x="3466562" y="952056"/>
                  </a:lnTo>
                  <a:lnTo>
                    <a:pt x="3466680" y="952056"/>
                  </a:lnTo>
                  <a:lnTo>
                    <a:pt x="3466798" y="952056"/>
                  </a:lnTo>
                  <a:lnTo>
                    <a:pt x="3466915" y="952056"/>
                  </a:lnTo>
                  <a:lnTo>
                    <a:pt x="3467033" y="952056"/>
                  </a:lnTo>
                  <a:lnTo>
                    <a:pt x="3467150" y="952056"/>
                  </a:lnTo>
                  <a:lnTo>
                    <a:pt x="3467268" y="952056"/>
                  </a:lnTo>
                  <a:lnTo>
                    <a:pt x="3467386" y="952056"/>
                  </a:lnTo>
                  <a:lnTo>
                    <a:pt x="3467386" y="951626"/>
                  </a:lnTo>
                  <a:lnTo>
                    <a:pt x="3467503" y="951626"/>
                  </a:lnTo>
                  <a:lnTo>
                    <a:pt x="3467621" y="951626"/>
                  </a:lnTo>
                  <a:lnTo>
                    <a:pt x="3467738" y="951626"/>
                  </a:lnTo>
                  <a:lnTo>
                    <a:pt x="3467738" y="951195"/>
                  </a:lnTo>
                  <a:lnTo>
                    <a:pt x="3467856" y="951195"/>
                  </a:lnTo>
                  <a:lnTo>
                    <a:pt x="3467974" y="951195"/>
                  </a:lnTo>
                  <a:lnTo>
                    <a:pt x="3468091" y="951195"/>
                  </a:lnTo>
                  <a:lnTo>
                    <a:pt x="3468091" y="950764"/>
                  </a:lnTo>
                  <a:lnTo>
                    <a:pt x="3468209" y="950764"/>
                  </a:lnTo>
                  <a:lnTo>
                    <a:pt x="3468327" y="950764"/>
                  </a:lnTo>
                  <a:lnTo>
                    <a:pt x="3468444" y="950764"/>
                  </a:lnTo>
                  <a:lnTo>
                    <a:pt x="3468562" y="950764"/>
                  </a:lnTo>
                  <a:lnTo>
                    <a:pt x="3468679" y="950764"/>
                  </a:lnTo>
                  <a:lnTo>
                    <a:pt x="3468679" y="950334"/>
                  </a:lnTo>
                  <a:lnTo>
                    <a:pt x="3468797" y="950334"/>
                  </a:lnTo>
                  <a:lnTo>
                    <a:pt x="3468915" y="950334"/>
                  </a:lnTo>
                  <a:lnTo>
                    <a:pt x="3469032" y="950334"/>
                  </a:lnTo>
                  <a:lnTo>
                    <a:pt x="3469150" y="950334"/>
                  </a:lnTo>
                  <a:lnTo>
                    <a:pt x="3469150" y="949903"/>
                  </a:lnTo>
                  <a:lnTo>
                    <a:pt x="3469267" y="949903"/>
                  </a:lnTo>
                  <a:lnTo>
                    <a:pt x="3469385" y="949903"/>
                  </a:lnTo>
                  <a:lnTo>
                    <a:pt x="3469503" y="949903"/>
                  </a:lnTo>
                  <a:lnTo>
                    <a:pt x="3469620" y="949903"/>
                  </a:lnTo>
                  <a:lnTo>
                    <a:pt x="3469738" y="949903"/>
                  </a:lnTo>
                  <a:lnTo>
                    <a:pt x="3469856" y="949903"/>
                  </a:lnTo>
                  <a:lnTo>
                    <a:pt x="3469973" y="949903"/>
                  </a:lnTo>
                  <a:lnTo>
                    <a:pt x="3470091" y="949903"/>
                  </a:lnTo>
                  <a:lnTo>
                    <a:pt x="3470208" y="949903"/>
                  </a:lnTo>
                  <a:lnTo>
                    <a:pt x="3470326" y="949903"/>
                  </a:lnTo>
                  <a:lnTo>
                    <a:pt x="3470444" y="949903"/>
                  </a:lnTo>
                  <a:lnTo>
                    <a:pt x="3470444" y="949473"/>
                  </a:lnTo>
                  <a:lnTo>
                    <a:pt x="3470444" y="949042"/>
                  </a:lnTo>
                  <a:lnTo>
                    <a:pt x="3470561" y="949042"/>
                  </a:lnTo>
                  <a:lnTo>
                    <a:pt x="3470679" y="949042"/>
                  </a:lnTo>
                  <a:lnTo>
                    <a:pt x="3470796" y="949042"/>
                  </a:lnTo>
                  <a:lnTo>
                    <a:pt x="3470914" y="949042"/>
                  </a:lnTo>
                  <a:lnTo>
                    <a:pt x="3471032" y="949042"/>
                  </a:lnTo>
                  <a:lnTo>
                    <a:pt x="3471149" y="949042"/>
                  </a:lnTo>
                  <a:lnTo>
                    <a:pt x="3471267" y="949042"/>
                  </a:lnTo>
                  <a:lnTo>
                    <a:pt x="3471385" y="949042"/>
                  </a:lnTo>
                  <a:lnTo>
                    <a:pt x="3471502" y="949042"/>
                  </a:lnTo>
                  <a:lnTo>
                    <a:pt x="3471620" y="949042"/>
                  </a:lnTo>
                  <a:lnTo>
                    <a:pt x="3471737" y="949042"/>
                  </a:lnTo>
                  <a:lnTo>
                    <a:pt x="3471737" y="948611"/>
                  </a:lnTo>
                  <a:lnTo>
                    <a:pt x="3471855" y="948611"/>
                  </a:lnTo>
                  <a:lnTo>
                    <a:pt x="3471973" y="948611"/>
                  </a:lnTo>
                  <a:lnTo>
                    <a:pt x="3472090" y="948611"/>
                  </a:lnTo>
                  <a:lnTo>
                    <a:pt x="3472208" y="948611"/>
                  </a:lnTo>
                  <a:lnTo>
                    <a:pt x="3472325" y="948611"/>
                  </a:lnTo>
                  <a:lnTo>
                    <a:pt x="3472443" y="948611"/>
                  </a:lnTo>
                  <a:lnTo>
                    <a:pt x="3472561" y="948611"/>
                  </a:lnTo>
                  <a:lnTo>
                    <a:pt x="3472678" y="948611"/>
                  </a:lnTo>
                  <a:lnTo>
                    <a:pt x="3472678" y="948181"/>
                  </a:lnTo>
                  <a:lnTo>
                    <a:pt x="3472796" y="948181"/>
                  </a:lnTo>
                  <a:lnTo>
                    <a:pt x="3472796" y="947750"/>
                  </a:lnTo>
                  <a:lnTo>
                    <a:pt x="3472914" y="947750"/>
                  </a:lnTo>
                  <a:lnTo>
                    <a:pt x="3472914" y="947320"/>
                  </a:lnTo>
                  <a:lnTo>
                    <a:pt x="3472914" y="946889"/>
                  </a:lnTo>
                  <a:lnTo>
                    <a:pt x="3473031" y="946889"/>
                  </a:lnTo>
                  <a:lnTo>
                    <a:pt x="3473149" y="946889"/>
                  </a:lnTo>
                  <a:lnTo>
                    <a:pt x="3473266" y="946889"/>
                  </a:lnTo>
                  <a:lnTo>
                    <a:pt x="3473384" y="946889"/>
                  </a:lnTo>
                  <a:lnTo>
                    <a:pt x="3473502" y="946889"/>
                  </a:lnTo>
                  <a:lnTo>
                    <a:pt x="3473619" y="946889"/>
                  </a:lnTo>
                  <a:lnTo>
                    <a:pt x="3473737" y="946889"/>
                  </a:lnTo>
                  <a:lnTo>
                    <a:pt x="3473854" y="946889"/>
                  </a:lnTo>
                  <a:lnTo>
                    <a:pt x="3473972" y="946889"/>
                  </a:lnTo>
                  <a:lnTo>
                    <a:pt x="3474090" y="946889"/>
                  </a:lnTo>
                  <a:lnTo>
                    <a:pt x="3474207" y="946889"/>
                  </a:lnTo>
                  <a:lnTo>
                    <a:pt x="3474325" y="946889"/>
                  </a:lnTo>
                  <a:lnTo>
                    <a:pt x="3474442" y="946889"/>
                  </a:lnTo>
                  <a:lnTo>
                    <a:pt x="3474560" y="946889"/>
                  </a:lnTo>
                  <a:lnTo>
                    <a:pt x="3474560" y="946458"/>
                  </a:lnTo>
                  <a:lnTo>
                    <a:pt x="3474560" y="946028"/>
                  </a:lnTo>
                  <a:lnTo>
                    <a:pt x="3474678" y="946028"/>
                  </a:lnTo>
                  <a:lnTo>
                    <a:pt x="3474795" y="946028"/>
                  </a:lnTo>
                  <a:lnTo>
                    <a:pt x="3474913" y="946028"/>
                  </a:lnTo>
                  <a:lnTo>
                    <a:pt x="3475031" y="946028"/>
                  </a:lnTo>
                  <a:lnTo>
                    <a:pt x="3475148" y="946028"/>
                  </a:lnTo>
                  <a:lnTo>
                    <a:pt x="3475266" y="946028"/>
                  </a:lnTo>
                  <a:lnTo>
                    <a:pt x="3475383" y="946028"/>
                  </a:lnTo>
                  <a:lnTo>
                    <a:pt x="3475383" y="945597"/>
                  </a:lnTo>
                  <a:lnTo>
                    <a:pt x="3475501" y="945597"/>
                  </a:lnTo>
                  <a:lnTo>
                    <a:pt x="3475619" y="945597"/>
                  </a:lnTo>
                  <a:lnTo>
                    <a:pt x="3475736" y="945597"/>
                  </a:lnTo>
                  <a:lnTo>
                    <a:pt x="3475854" y="945597"/>
                  </a:lnTo>
                  <a:lnTo>
                    <a:pt x="3475854" y="945167"/>
                  </a:lnTo>
                  <a:lnTo>
                    <a:pt x="3475971" y="945167"/>
                  </a:lnTo>
                  <a:lnTo>
                    <a:pt x="3476089" y="945167"/>
                  </a:lnTo>
                  <a:lnTo>
                    <a:pt x="3476089" y="944736"/>
                  </a:lnTo>
                  <a:lnTo>
                    <a:pt x="3476089" y="944305"/>
                  </a:lnTo>
                  <a:lnTo>
                    <a:pt x="3476207" y="944305"/>
                  </a:lnTo>
                  <a:lnTo>
                    <a:pt x="3476324" y="944305"/>
                  </a:lnTo>
                  <a:lnTo>
                    <a:pt x="3476442" y="944305"/>
                  </a:lnTo>
                  <a:lnTo>
                    <a:pt x="3476560" y="944305"/>
                  </a:lnTo>
                  <a:lnTo>
                    <a:pt x="3476560" y="943875"/>
                  </a:lnTo>
                  <a:lnTo>
                    <a:pt x="3476677" y="943875"/>
                  </a:lnTo>
                  <a:lnTo>
                    <a:pt x="3476677" y="943444"/>
                  </a:lnTo>
                  <a:lnTo>
                    <a:pt x="3476795" y="943444"/>
                  </a:lnTo>
                  <a:lnTo>
                    <a:pt x="3476912" y="943444"/>
                  </a:lnTo>
                  <a:lnTo>
                    <a:pt x="3477030" y="943444"/>
                  </a:lnTo>
                  <a:lnTo>
                    <a:pt x="3477148" y="943444"/>
                  </a:lnTo>
                  <a:lnTo>
                    <a:pt x="3477265" y="943444"/>
                  </a:lnTo>
                  <a:lnTo>
                    <a:pt x="3477383" y="943444"/>
                  </a:lnTo>
                  <a:lnTo>
                    <a:pt x="3477500" y="943444"/>
                  </a:lnTo>
                  <a:lnTo>
                    <a:pt x="3477618" y="943444"/>
                  </a:lnTo>
                  <a:lnTo>
                    <a:pt x="3477736" y="943444"/>
                  </a:lnTo>
                  <a:lnTo>
                    <a:pt x="3477853" y="943444"/>
                  </a:lnTo>
                  <a:lnTo>
                    <a:pt x="3477971" y="943444"/>
                  </a:lnTo>
                  <a:lnTo>
                    <a:pt x="3478089" y="943444"/>
                  </a:lnTo>
                  <a:lnTo>
                    <a:pt x="3478206" y="943444"/>
                  </a:lnTo>
                  <a:lnTo>
                    <a:pt x="3478324" y="943444"/>
                  </a:lnTo>
                  <a:lnTo>
                    <a:pt x="3478441" y="943444"/>
                  </a:lnTo>
                  <a:lnTo>
                    <a:pt x="3478559" y="943444"/>
                  </a:lnTo>
                  <a:lnTo>
                    <a:pt x="3478677" y="943444"/>
                  </a:lnTo>
                  <a:lnTo>
                    <a:pt x="3478677" y="943014"/>
                  </a:lnTo>
                  <a:lnTo>
                    <a:pt x="3478794" y="943014"/>
                  </a:lnTo>
                  <a:lnTo>
                    <a:pt x="3478912" y="943014"/>
                  </a:lnTo>
                  <a:lnTo>
                    <a:pt x="3479029" y="943014"/>
                  </a:lnTo>
                  <a:lnTo>
                    <a:pt x="3479147" y="943014"/>
                  </a:lnTo>
                  <a:lnTo>
                    <a:pt x="3479265" y="943014"/>
                  </a:lnTo>
                  <a:lnTo>
                    <a:pt x="3479382" y="943014"/>
                  </a:lnTo>
                  <a:lnTo>
                    <a:pt x="3479500" y="943014"/>
                  </a:lnTo>
                  <a:lnTo>
                    <a:pt x="3479618" y="943014"/>
                  </a:lnTo>
                  <a:lnTo>
                    <a:pt x="3479618" y="942583"/>
                  </a:lnTo>
                  <a:lnTo>
                    <a:pt x="3479735" y="942583"/>
                  </a:lnTo>
                  <a:lnTo>
                    <a:pt x="3479853" y="942583"/>
                  </a:lnTo>
                  <a:lnTo>
                    <a:pt x="3479970" y="942583"/>
                  </a:lnTo>
                  <a:lnTo>
                    <a:pt x="3479970" y="942152"/>
                  </a:lnTo>
                  <a:lnTo>
                    <a:pt x="3480088" y="942152"/>
                  </a:lnTo>
                  <a:lnTo>
                    <a:pt x="3480206" y="942152"/>
                  </a:lnTo>
                  <a:lnTo>
                    <a:pt x="3480323" y="942152"/>
                  </a:lnTo>
                  <a:lnTo>
                    <a:pt x="3480323" y="941722"/>
                  </a:lnTo>
                  <a:lnTo>
                    <a:pt x="3480441" y="941722"/>
                  </a:lnTo>
                  <a:lnTo>
                    <a:pt x="3480558" y="941722"/>
                  </a:lnTo>
                  <a:lnTo>
                    <a:pt x="3480676" y="941722"/>
                  </a:lnTo>
                  <a:lnTo>
                    <a:pt x="3480794" y="941722"/>
                  </a:lnTo>
                  <a:lnTo>
                    <a:pt x="3480911" y="941722"/>
                  </a:lnTo>
                  <a:lnTo>
                    <a:pt x="3481029" y="941722"/>
                  </a:lnTo>
                  <a:lnTo>
                    <a:pt x="3481147" y="941722"/>
                  </a:lnTo>
                  <a:lnTo>
                    <a:pt x="3481264" y="941722"/>
                  </a:lnTo>
                  <a:lnTo>
                    <a:pt x="3481264" y="941291"/>
                  </a:lnTo>
                  <a:lnTo>
                    <a:pt x="3481382" y="941291"/>
                  </a:lnTo>
                  <a:lnTo>
                    <a:pt x="3481382" y="940861"/>
                  </a:lnTo>
                  <a:lnTo>
                    <a:pt x="3481499" y="940861"/>
                  </a:lnTo>
                  <a:lnTo>
                    <a:pt x="3481617" y="940861"/>
                  </a:lnTo>
                  <a:lnTo>
                    <a:pt x="3481617" y="940430"/>
                  </a:lnTo>
                  <a:lnTo>
                    <a:pt x="3481735" y="940430"/>
                  </a:lnTo>
                  <a:lnTo>
                    <a:pt x="3481852" y="940430"/>
                  </a:lnTo>
                  <a:lnTo>
                    <a:pt x="3481852" y="939999"/>
                  </a:lnTo>
                  <a:lnTo>
                    <a:pt x="3481970" y="939999"/>
                  </a:lnTo>
                  <a:lnTo>
                    <a:pt x="3481970" y="939569"/>
                  </a:lnTo>
                  <a:lnTo>
                    <a:pt x="3482087" y="939569"/>
                  </a:lnTo>
                  <a:lnTo>
                    <a:pt x="3482205" y="939569"/>
                  </a:lnTo>
                  <a:lnTo>
                    <a:pt x="3482205" y="939138"/>
                  </a:lnTo>
                  <a:lnTo>
                    <a:pt x="3482323" y="939138"/>
                  </a:lnTo>
                  <a:lnTo>
                    <a:pt x="3482440" y="939138"/>
                  </a:lnTo>
                  <a:lnTo>
                    <a:pt x="3482558" y="939138"/>
                  </a:lnTo>
                  <a:lnTo>
                    <a:pt x="3482675" y="939138"/>
                  </a:lnTo>
                  <a:lnTo>
                    <a:pt x="3482793" y="939138"/>
                  </a:lnTo>
                  <a:lnTo>
                    <a:pt x="3482911" y="939138"/>
                  </a:lnTo>
                  <a:lnTo>
                    <a:pt x="3483028" y="939138"/>
                  </a:lnTo>
                  <a:lnTo>
                    <a:pt x="3483028" y="938708"/>
                  </a:lnTo>
                  <a:lnTo>
                    <a:pt x="3483146" y="938708"/>
                  </a:lnTo>
                  <a:lnTo>
                    <a:pt x="3483264" y="938708"/>
                  </a:lnTo>
                  <a:lnTo>
                    <a:pt x="3483381" y="938708"/>
                  </a:lnTo>
                  <a:lnTo>
                    <a:pt x="3483499" y="938708"/>
                  </a:lnTo>
                  <a:lnTo>
                    <a:pt x="3483616" y="938708"/>
                  </a:lnTo>
                  <a:lnTo>
                    <a:pt x="3483734" y="938708"/>
                  </a:lnTo>
                  <a:lnTo>
                    <a:pt x="3483852" y="938708"/>
                  </a:lnTo>
                  <a:lnTo>
                    <a:pt x="3483969" y="938708"/>
                  </a:lnTo>
                  <a:lnTo>
                    <a:pt x="3484087" y="938708"/>
                  </a:lnTo>
                  <a:lnTo>
                    <a:pt x="3484087" y="938277"/>
                  </a:lnTo>
                  <a:lnTo>
                    <a:pt x="3484204" y="938277"/>
                  </a:lnTo>
                  <a:lnTo>
                    <a:pt x="3484322" y="938277"/>
                  </a:lnTo>
                  <a:lnTo>
                    <a:pt x="3484440" y="938277"/>
                  </a:lnTo>
                  <a:lnTo>
                    <a:pt x="3484557" y="938277"/>
                  </a:lnTo>
                  <a:lnTo>
                    <a:pt x="3484675" y="938277"/>
                  </a:lnTo>
                  <a:lnTo>
                    <a:pt x="3484793" y="938277"/>
                  </a:lnTo>
                  <a:lnTo>
                    <a:pt x="3484910" y="938277"/>
                  </a:lnTo>
                  <a:lnTo>
                    <a:pt x="3485028" y="938277"/>
                  </a:lnTo>
                  <a:lnTo>
                    <a:pt x="3485145" y="938277"/>
                  </a:lnTo>
                  <a:lnTo>
                    <a:pt x="3485263" y="938277"/>
                  </a:lnTo>
                  <a:lnTo>
                    <a:pt x="3485381" y="938277"/>
                  </a:lnTo>
                  <a:lnTo>
                    <a:pt x="3485498" y="938277"/>
                  </a:lnTo>
                  <a:lnTo>
                    <a:pt x="3485616" y="938277"/>
                  </a:lnTo>
                  <a:lnTo>
                    <a:pt x="3485733" y="938277"/>
                  </a:lnTo>
                  <a:lnTo>
                    <a:pt x="3485851" y="938277"/>
                  </a:lnTo>
                  <a:lnTo>
                    <a:pt x="3485969" y="938277"/>
                  </a:lnTo>
                  <a:lnTo>
                    <a:pt x="3486086" y="938277"/>
                  </a:lnTo>
                  <a:lnTo>
                    <a:pt x="3486086" y="937846"/>
                  </a:lnTo>
                  <a:lnTo>
                    <a:pt x="3486204" y="937846"/>
                  </a:lnTo>
                  <a:lnTo>
                    <a:pt x="3486322" y="937846"/>
                  </a:lnTo>
                  <a:lnTo>
                    <a:pt x="3486439" y="937846"/>
                  </a:lnTo>
                  <a:lnTo>
                    <a:pt x="3486557" y="937846"/>
                  </a:lnTo>
                  <a:lnTo>
                    <a:pt x="3486674" y="937846"/>
                  </a:lnTo>
                  <a:lnTo>
                    <a:pt x="3486792" y="937846"/>
                  </a:lnTo>
                  <a:lnTo>
                    <a:pt x="3486910" y="937846"/>
                  </a:lnTo>
                  <a:lnTo>
                    <a:pt x="3487027" y="937846"/>
                  </a:lnTo>
                  <a:lnTo>
                    <a:pt x="3487145" y="937846"/>
                  </a:lnTo>
                  <a:lnTo>
                    <a:pt x="3487262" y="937846"/>
                  </a:lnTo>
                  <a:lnTo>
                    <a:pt x="3487380" y="937846"/>
                  </a:lnTo>
                  <a:lnTo>
                    <a:pt x="3487498" y="937846"/>
                  </a:lnTo>
                  <a:lnTo>
                    <a:pt x="3487615" y="937846"/>
                  </a:lnTo>
                  <a:lnTo>
                    <a:pt x="3487733" y="937846"/>
                  </a:lnTo>
                  <a:lnTo>
                    <a:pt x="3487851" y="937846"/>
                  </a:lnTo>
                  <a:lnTo>
                    <a:pt x="3487968" y="937846"/>
                  </a:lnTo>
                  <a:lnTo>
                    <a:pt x="3487968" y="937416"/>
                  </a:lnTo>
                  <a:lnTo>
                    <a:pt x="3488086" y="937416"/>
                  </a:lnTo>
                  <a:lnTo>
                    <a:pt x="3488086" y="936985"/>
                  </a:lnTo>
                  <a:lnTo>
                    <a:pt x="3488203" y="936985"/>
                  </a:lnTo>
                  <a:lnTo>
                    <a:pt x="3488321" y="936985"/>
                  </a:lnTo>
                  <a:lnTo>
                    <a:pt x="3488439" y="936985"/>
                  </a:lnTo>
                  <a:lnTo>
                    <a:pt x="3488556" y="936985"/>
                  </a:lnTo>
                  <a:lnTo>
                    <a:pt x="3488674" y="936985"/>
                  </a:lnTo>
                  <a:lnTo>
                    <a:pt x="3488791" y="936985"/>
                  </a:lnTo>
                  <a:lnTo>
                    <a:pt x="3488791" y="936555"/>
                  </a:lnTo>
                  <a:lnTo>
                    <a:pt x="3488909" y="936555"/>
                  </a:lnTo>
                  <a:lnTo>
                    <a:pt x="3489027" y="936555"/>
                  </a:lnTo>
                  <a:lnTo>
                    <a:pt x="3489144" y="936555"/>
                  </a:lnTo>
                  <a:lnTo>
                    <a:pt x="3489144" y="936124"/>
                  </a:lnTo>
                  <a:lnTo>
                    <a:pt x="3489262" y="936124"/>
                  </a:lnTo>
                  <a:lnTo>
                    <a:pt x="3489380" y="936124"/>
                  </a:lnTo>
                  <a:lnTo>
                    <a:pt x="3489497" y="936124"/>
                  </a:lnTo>
                  <a:lnTo>
                    <a:pt x="3489615" y="936124"/>
                  </a:lnTo>
                  <a:lnTo>
                    <a:pt x="3489732" y="936124"/>
                  </a:lnTo>
                  <a:lnTo>
                    <a:pt x="3489850" y="936124"/>
                  </a:lnTo>
                  <a:lnTo>
                    <a:pt x="3489968" y="936124"/>
                  </a:lnTo>
                  <a:lnTo>
                    <a:pt x="3490085" y="936124"/>
                  </a:lnTo>
                  <a:lnTo>
                    <a:pt x="3490203" y="936124"/>
                  </a:lnTo>
                  <a:lnTo>
                    <a:pt x="3490320" y="936124"/>
                  </a:lnTo>
                  <a:lnTo>
                    <a:pt x="3490438" y="936124"/>
                  </a:lnTo>
                  <a:lnTo>
                    <a:pt x="3490556" y="936124"/>
                  </a:lnTo>
                  <a:lnTo>
                    <a:pt x="3490556" y="935693"/>
                  </a:lnTo>
                  <a:lnTo>
                    <a:pt x="3490556" y="935263"/>
                  </a:lnTo>
                  <a:lnTo>
                    <a:pt x="3490673" y="935263"/>
                  </a:lnTo>
                  <a:lnTo>
                    <a:pt x="3490791" y="935263"/>
                  </a:lnTo>
                  <a:lnTo>
                    <a:pt x="3490908" y="935263"/>
                  </a:lnTo>
                  <a:lnTo>
                    <a:pt x="3491026" y="935263"/>
                  </a:lnTo>
                  <a:lnTo>
                    <a:pt x="3491026" y="934832"/>
                  </a:lnTo>
                  <a:lnTo>
                    <a:pt x="3491144" y="934832"/>
                  </a:lnTo>
                  <a:lnTo>
                    <a:pt x="3491261" y="934832"/>
                  </a:lnTo>
                  <a:lnTo>
                    <a:pt x="3491261" y="934402"/>
                  </a:lnTo>
                  <a:lnTo>
                    <a:pt x="3491379" y="934402"/>
                  </a:lnTo>
                  <a:lnTo>
                    <a:pt x="3491497" y="934402"/>
                  </a:lnTo>
                  <a:lnTo>
                    <a:pt x="3491614" y="934402"/>
                  </a:lnTo>
                  <a:lnTo>
                    <a:pt x="3491732" y="934402"/>
                  </a:lnTo>
                  <a:lnTo>
                    <a:pt x="3491849" y="934402"/>
                  </a:lnTo>
                  <a:lnTo>
                    <a:pt x="3491967" y="934402"/>
                  </a:lnTo>
                  <a:lnTo>
                    <a:pt x="3492085" y="934402"/>
                  </a:lnTo>
                  <a:lnTo>
                    <a:pt x="3492202" y="934402"/>
                  </a:lnTo>
                  <a:lnTo>
                    <a:pt x="3492202" y="933971"/>
                  </a:lnTo>
                  <a:lnTo>
                    <a:pt x="3492202" y="933540"/>
                  </a:lnTo>
                  <a:lnTo>
                    <a:pt x="3492202" y="933110"/>
                  </a:lnTo>
                  <a:lnTo>
                    <a:pt x="3492320" y="933110"/>
                  </a:lnTo>
                  <a:lnTo>
                    <a:pt x="3492437" y="933110"/>
                  </a:lnTo>
                  <a:lnTo>
                    <a:pt x="3492555" y="933110"/>
                  </a:lnTo>
                  <a:lnTo>
                    <a:pt x="3492673" y="933110"/>
                  </a:lnTo>
                  <a:lnTo>
                    <a:pt x="3492673" y="932679"/>
                  </a:lnTo>
                  <a:lnTo>
                    <a:pt x="3492673" y="932249"/>
                  </a:lnTo>
                  <a:lnTo>
                    <a:pt x="3492790" y="932249"/>
                  </a:lnTo>
                  <a:lnTo>
                    <a:pt x="3492908" y="932249"/>
                  </a:lnTo>
                  <a:lnTo>
                    <a:pt x="3493026" y="932249"/>
                  </a:lnTo>
                  <a:lnTo>
                    <a:pt x="3493143" y="932249"/>
                  </a:lnTo>
                  <a:lnTo>
                    <a:pt x="3493261" y="932249"/>
                  </a:lnTo>
                  <a:lnTo>
                    <a:pt x="3493261" y="931818"/>
                  </a:lnTo>
                  <a:lnTo>
                    <a:pt x="3493378" y="931818"/>
                  </a:lnTo>
                  <a:lnTo>
                    <a:pt x="3493496" y="931818"/>
                  </a:lnTo>
                  <a:lnTo>
                    <a:pt x="3493614" y="931818"/>
                  </a:lnTo>
                  <a:lnTo>
                    <a:pt x="3493614" y="931387"/>
                  </a:lnTo>
                  <a:lnTo>
                    <a:pt x="3493731" y="931387"/>
                  </a:lnTo>
                  <a:lnTo>
                    <a:pt x="3493849" y="931387"/>
                  </a:lnTo>
                  <a:lnTo>
                    <a:pt x="3493966" y="931387"/>
                  </a:lnTo>
                  <a:lnTo>
                    <a:pt x="3494084" y="931387"/>
                  </a:lnTo>
                  <a:lnTo>
                    <a:pt x="3494202" y="931387"/>
                  </a:lnTo>
                  <a:lnTo>
                    <a:pt x="3494319" y="931387"/>
                  </a:lnTo>
                  <a:lnTo>
                    <a:pt x="3494319" y="930957"/>
                  </a:lnTo>
                  <a:lnTo>
                    <a:pt x="3494437" y="930957"/>
                  </a:lnTo>
                  <a:lnTo>
                    <a:pt x="3494555" y="930957"/>
                  </a:lnTo>
                  <a:lnTo>
                    <a:pt x="3494672" y="930957"/>
                  </a:lnTo>
                  <a:lnTo>
                    <a:pt x="3494790" y="930957"/>
                  </a:lnTo>
                  <a:lnTo>
                    <a:pt x="3494790" y="930526"/>
                  </a:lnTo>
                  <a:lnTo>
                    <a:pt x="3494907" y="930526"/>
                  </a:lnTo>
                  <a:lnTo>
                    <a:pt x="3495025" y="930526"/>
                  </a:lnTo>
                  <a:lnTo>
                    <a:pt x="3495025" y="930096"/>
                  </a:lnTo>
                  <a:lnTo>
                    <a:pt x="3495143" y="930096"/>
                  </a:lnTo>
                  <a:lnTo>
                    <a:pt x="3495143" y="929665"/>
                  </a:lnTo>
                  <a:lnTo>
                    <a:pt x="3495260" y="929665"/>
                  </a:lnTo>
                  <a:lnTo>
                    <a:pt x="3495378" y="929665"/>
                  </a:lnTo>
                  <a:lnTo>
                    <a:pt x="3495495" y="929665"/>
                  </a:lnTo>
                  <a:lnTo>
                    <a:pt x="3495613" y="929665"/>
                  </a:lnTo>
                  <a:lnTo>
                    <a:pt x="3495731" y="929665"/>
                  </a:lnTo>
                  <a:lnTo>
                    <a:pt x="3495731" y="929234"/>
                  </a:lnTo>
                  <a:lnTo>
                    <a:pt x="3495848" y="929234"/>
                  </a:lnTo>
                  <a:lnTo>
                    <a:pt x="3495966" y="929234"/>
                  </a:lnTo>
                  <a:lnTo>
                    <a:pt x="3496084" y="929234"/>
                  </a:lnTo>
                  <a:lnTo>
                    <a:pt x="3496201" y="929234"/>
                  </a:lnTo>
                  <a:lnTo>
                    <a:pt x="3496319" y="929234"/>
                  </a:lnTo>
                  <a:lnTo>
                    <a:pt x="3496436" y="929234"/>
                  </a:lnTo>
                  <a:lnTo>
                    <a:pt x="3496436" y="928804"/>
                  </a:lnTo>
                  <a:lnTo>
                    <a:pt x="3496554" y="928804"/>
                  </a:lnTo>
                  <a:lnTo>
                    <a:pt x="3496672" y="928804"/>
                  </a:lnTo>
                  <a:lnTo>
                    <a:pt x="3496672" y="928373"/>
                  </a:lnTo>
                  <a:lnTo>
                    <a:pt x="3496789" y="928373"/>
                  </a:lnTo>
                  <a:lnTo>
                    <a:pt x="3496907" y="928373"/>
                  </a:lnTo>
                  <a:lnTo>
                    <a:pt x="3496907" y="927943"/>
                  </a:lnTo>
                  <a:lnTo>
                    <a:pt x="3496907" y="927512"/>
                  </a:lnTo>
                  <a:lnTo>
                    <a:pt x="3497024" y="927512"/>
                  </a:lnTo>
                  <a:lnTo>
                    <a:pt x="3497142" y="927512"/>
                  </a:lnTo>
                  <a:lnTo>
                    <a:pt x="3497260" y="927512"/>
                  </a:lnTo>
                  <a:lnTo>
                    <a:pt x="3497377" y="927512"/>
                  </a:lnTo>
                  <a:lnTo>
                    <a:pt x="3497377" y="927081"/>
                  </a:lnTo>
                  <a:lnTo>
                    <a:pt x="3497495" y="927081"/>
                  </a:lnTo>
                  <a:lnTo>
                    <a:pt x="3497613" y="927081"/>
                  </a:lnTo>
                  <a:lnTo>
                    <a:pt x="3497730" y="927081"/>
                  </a:lnTo>
                  <a:lnTo>
                    <a:pt x="3497848" y="927081"/>
                  </a:lnTo>
                  <a:lnTo>
                    <a:pt x="3497965" y="927081"/>
                  </a:lnTo>
                  <a:lnTo>
                    <a:pt x="3498083" y="927081"/>
                  </a:lnTo>
                  <a:lnTo>
                    <a:pt x="3498201" y="927081"/>
                  </a:lnTo>
                  <a:lnTo>
                    <a:pt x="3498318" y="927081"/>
                  </a:lnTo>
                  <a:lnTo>
                    <a:pt x="3498436" y="927081"/>
                  </a:lnTo>
                  <a:lnTo>
                    <a:pt x="3498553" y="927081"/>
                  </a:lnTo>
                  <a:lnTo>
                    <a:pt x="3498671" y="927081"/>
                  </a:lnTo>
                  <a:lnTo>
                    <a:pt x="3498789" y="927081"/>
                  </a:lnTo>
                  <a:lnTo>
                    <a:pt x="3498906" y="927081"/>
                  </a:lnTo>
                  <a:lnTo>
                    <a:pt x="3499024" y="927081"/>
                  </a:lnTo>
                  <a:lnTo>
                    <a:pt x="3499141" y="927081"/>
                  </a:lnTo>
                  <a:lnTo>
                    <a:pt x="3499259" y="927081"/>
                  </a:lnTo>
                  <a:lnTo>
                    <a:pt x="3499377" y="927081"/>
                  </a:lnTo>
                  <a:lnTo>
                    <a:pt x="3499494" y="927081"/>
                  </a:lnTo>
                  <a:lnTo>
                    <a:pt x="3499494" y="926651"/>
                  </a:lnTo>
                  <a:lnTo>
                    <a:pt x="3499612" y="926651"/>
                  </a:lnTo>
                  <a:lnTo>
                    <a:pt x="3499612" y="926220"/>
                  </a:lnTo>
                  <a:lnTo>
                    <a:pt x="3499730" y="926220"/>
                  </a:lnTo>
                  <a:lnTo>
                    <a:pt x="3499730" y="925790"/>
                  </a:lnTo>
                  <a:lnTo>
                    <a:pt x="3499847" y="925790"/>
                  </a:lnTo>
                  <a:lnTo>
                    <a:pt x="3499965" y="925790"/>
                  </a:lnTo>
                  <a:lnTo>
                    <a:pt x="3499965" y="925359"/>
                  </a:lnTo>
                  <a:lnTo>
                    <a:pt x="3500082" y="925359"/>
                  </a:lnTo>
                  <a:lnTo>
                    <a:pt x="3500200" y="925359"/>
                  </a:lnTo>
                  <a:lnTo>
                    <a:pt x="3500318" y="925359"/>
                  </a:lnTo>
                  <a:lnTo>
                    <a:pt x="3500318" y="924928"/>
                  </a:lnTo>
                  <a:lnTo>
                    <a:pt x="3500435" y="924928"/>
                  </a:lnTo>
                  <a:lnTo>
                    <a:pt x="3500435" y="924498"/>
                  </a:lnTo>
                  <a:lnTo>
                    <a:pt x="3500553" y="924498"/>
                  </a:lnTo>
                  <a:lnTo>
                    <a:pt x="3500670" y="924498"/>
                  </a:lnTo>
                  <a:lnTo>
                    <a:pt x="3500788" y="924498"/>
                  </a:lnTo>
                  <a:lnTo>
                    <a:pt x="3500906" y="924498"/>
                  </a:lnTo>
                  <a:lnTo>
                    <a:pt x="3501023" y="924498"/>
                  </a:lnTo>
                  <a:lnTo>
                    <a:pt x="3501141" y="924498"/>
                  </a:lnTo>
                  <a:lnTo>
                    <a:pt x="3501259" y="924498"/>
                  </a:lnTo>
                  <a:lnTo>
                    <a:pt x="3501376" y="924498"/>
                  </a:lnTo>
                  <a:lnTo>
                    <a:pt x="3501494" y="924498"/>
                  </a:lnTo>
                  <a:lnTo>
                    <a:pt x="3501611" y="924498"/>
                  </a:lnTo>
                  <a:lnTo>
                    <a:pt x="3501729" y="924498"/>
                  </a:lnTo>
                  <a:lnTo>
                    <a:pt x="3501847" y="924498"/>
                  </a:lnTo>
                  <a:lnTo>
                    <a:pt x="3501964" y="924498"/>
                  </a:lnTo>
                  <a:lnTo>
                    <a:pt x="3502082" y="924498"/>
                  </a:lnTo>
                  <a:lnTo>
                    <a:pt x="3502199" y="924498"/>
                  </a:lnTo>
                  <a:lnTo>
                    <a:pt x="3502317" y="924498"/>
                  </a:lnTo>
                  <a:lnTo>
                    <a:pt x="3502435" y="924498"/>
                  </a:lnTo>
                  <a:lnTo>
                    <a:pt x="3502552" y="924498"/>
                  </a:lnTo>
                  <a:lnTo>
                    <a:pt x="3502552" y="924067"/>
                  </a:lnTo>
                  <a:lnTo>
                    <a:pt x="3502670" y="924067"/>
                  </a:lnTo>
                  <a:lnTo>
                    <a:pt x="3502788" y="924067"/>
                  </a:lnTo>
                  <a:lnTo>
                    <a:pt x="3502905" y="924067"/>
                  </a:lnTo>
                  <a:lnTo>
                    <a:pt x="3502905" y="923637"/>
                  </a:lnTo>
                  <a:lnTo>
                    <a:pt x="3503023" y="923637"/>
                  </a:lnTo>
                  <a:lnTo>
                    <a:pt x="3503140" y="923637"/>
                  </a:lnTo>
                  <a:lnTo>
                    <a:pt x="3503258" y="923637"/>
                  </a:lnTo>
                  <a:lnTo>
                    <a:pt x="3503376" y="923637"/>
                  </a:lnTo>
                  <a:lnTo>
                    <a:pt x="3503493" y="923637"/>
                  </a:lnTo>
                  <a:lnTo>
                    <a:pt x="3503611" y="923637"/>
                  </a:lnTo>
                  <a:lnTo>
                    <a:pt x="3503728" y="923637"/>
                  </a:lnTo>
                  <a:lnTo>
                    <a:pt x="3503846" y="923637"/>
                  </a:lnTo>
                  <a:lnTo>
                    <a:pt x="3503964" y="923637"/>
                  </a:lnTo>
                  <a:lnTo>
                    <a:pt x="3504081" y="923637"/>
                  </a:lnTo>
                  <a:lnTo>
                    <a:pt x="3504199" y="923637"/>
                  </a:lnTo>
                  <a:lnTo>
                    <a:pt x="3504317" y="923637"/>
                  </a:lnTo>
                  <a:lnTo>
                    <a:pt x="3504434" y="923637"/>
                  </a:lnTo>
                  <a:lnTo>
                    <a:pt x="3504434" y="923206"/>
                  </a:lnTo>
                  <a:lnTo>
                    <a:pt x="3504552" y="923206"/>
                  </a:lnTo>
                  <a:lnTo>
                    <a:pt x="3504669" y="923206"/>
                  </a:lnTo>
                  <a:lnTo>
                    <a:pt x="3504787" y="923206"/>
                  </a:lnTo>
                  <a:lnTo>
                    <a:pt x="3504905" y="923206"/>
                  </a:lnTo>
                  <a:lnTo>
                    <a:pt x="3505022" y="923206"/>
                  </a:lnTo>
                  <a:lnTo>
                    <a:pt x="3505140" y="923206"/>
                  </a:lnTo>
                  <a:lnTo>
                    <a:pt x="3505257" y="923206"/>
                  </a:lnTo>
                  <a:lnTo>
                    <a:pt x="3505375" y="923206"/>
                  </a:lnTo>
                  <a:lnTo>
                    <a:pt x="3505493" y="923206"/>
                  </a:lnTo>
                  <a:lnTo>
                    <a:pt x="3505610" y="923206"/>
                  </a:lnTo>
                  <a:lnTo>
                    <a:pt x="3505728" y="923206"/>
                  </a:lnTo>
                  <a:lnTo>
                    <a:pt x="3505846" y="923206"/>
                  </a:lnTo>
                  <a:lnTo>
                    <a:pt x="3505846" y="922775"/>
                  </a:lnTo>
                  <a:lnTo>
                    <a:pt x="3505846" y="922345"/>
                  </a:lnTo>
                  <a:lnTo>
                    <a:pt x="3505846" y="921914"/>
                  </a:lnTo>
                  <a:lnTo>
                    <a:pt x="3505846" y="921484"/>
                  </a:lnTo>
                  <a:lnTo>
                    <a:pt x="3505963" y="921484"/>
                  </a:lnTo>
                  <a:lnTo>
                    <a:pt x="3506081" y="921484"/>
                  </a:lnTo>
                  <a:lnTo>
                    <a:pt x="3506081" y="921053"/>
                  </a:lnTo>
                  <a:lnTo>
                    <a:pt x="3506198" y="921053"/>
                  </a:lnTo>
                  <a:lnTo>
                    <a:pt x="3506316" y="921053"/>
                  </a:lnTo>
                  <a:lnTo>
                    <a:pt x="3506434" y="921053"/>
                  </a:lnTo>
                  <a:lnTo>
                    <a:pt x="3506551" y="921053"/>
                  </a:lnTo>
                  <a:lnTo>
                    <a:pt x="3506669" y="921053"/>
                  </a:lnTo>
                  <a:lnTo>
                    <a:pt x="3506786" y="921053"/>
                  </a:lnTo>
                  <a:lnTo>
                    <a:pt x="3506904" y="921053"/>
                  </a:lnTo>
                  <a:lnTo>
                    <a:pt x="3507022" y="921053"/>
                  </a:lnTo>
                  <a:lnTo>
                    <a:pt x="3507139" y="921053"/>
                  </a:lnTo>
                  <a:lnTo>
                    <a:pt x="3507257" y="921053"/>
                  </a:lnTo>
                  <a:lnTo>
                    <a:pt x="3507374" y="921053"/>
                  </a:lnTo>
                  <a:lnTo>
                    <a:pt x="3507374" y="920622"/>
                  </a:lnTo>
                  <a:lnTo>
                    <a:pt x="3507492" y="920622"/>
                  </a:lnTo>
                  <a:lnTo>
                    <a:pt x="3507610" y="920622"/>
                  </a:lnTo>
                  <a:lnTo>
                    <a:pt x="3507727" y="920622"/>
                  </a:lnTo>
                  <a:lnTo>
                    <a:pt x="3507845" y="920622"/>
                  </a:lnTo>
                  <a:lnTo>
                    <a:pt x="3507963" y="920622"/>
                  </a:lnTo>
                  <a:lnTo>
                    <a:pt x="3507963" y="920192"/>
                  </a:lnTo>
                  <a:lnTo>
                    <a:pt x="3508080" y="920192"/>
                  </a:lnTo>
                  <a:lnTo>
                    <a:pt x="3508198" y="920192"/>
                  </a:lnTo>
                  <a:lnTo>
                    <a:pt x="3508315" y="920192"/>
                  </a:lnTo>
                  <a:lnTo>
                    <a:pt x="3508433" y="920192"/>
                  </a:lnTo>
                  <a:lnTo>
                    <a:pt x="3508551" y="920192"/>
                  </a:lnTo>
                  <a:lnTo>
                    <a:pt x="3508668" y="920192"/>
                  </a:lnTo>
                  <a:lnTo>
                    <a:pt x="3508786" y="920192"/>
                  </a:lnTo>
                  <a:lnTo>
                    <a:pt x="3508903" y="920192"/>
                  </a:lnTo>
                  <a:lnTo>
                    <a:pt x="3509021" y="920192"/>
                  </a:lnTo>
                  <a:lnTo>
                    <a:pt x="3509021" y="919761"/>
                  </a:lnTo>
                  <a:lnTo>
                    <a:pt x="3509021" y="919331"/>
                  </a:lnTo>
                  <a:lnTo>
                    <a:pt x="3509139" y="919331"/>
                  </a:lnTo>
                  <a:lnTo>
                    <a:pt x="3509139" y="918900"/>
                  </a:lnTo>
                  <a:lnTo>
                    <a:pt x="3509256" y="918900"/>
                  </a:lnTo>
                  <a:lnTo>
                    <a:pt x="3509374" y="918900"/>
                  </a:lnTo>
                  <a:lnTo>
                    <a:pt x="3509492" y="918900"/>
                  </a:lnTo>
                  <a:lnTo>
                    <a:pt x="3509609" y="918900"/>
                  </a:lnTo>
                  <a:lnTo>
                    <a:pt x="3509727" y="918900"/>
                  </a:lnTo>
                  <a:lnTo>
                    <a:pt x="3509727" y="918469"/>
                  </a:lnTo>
                  <a:lnTo>
                    <a:pt x="3509727" y="918039"/>
                  </a:lnTo>
                  <a:lnTo>
                    <a:pt x="3509727" y="917608"/>
                  </a:lnTo>
                  <a:lnTo>
                    <a:pt x="3509844" y="917608"/>
                  </a:lnTo>
                  <a:lnTo>
                    <a:pt x="3509962" y="917608"/>
                  </a:lnTo>
                  <a:lnTo>
                    <a:pt x="3510080" y="917608"/>
                  </a:lnTo>
                  <a:lnTo>
                    <a:pt x="3510197" y="917608"/>
                  </a:lnTo>
                  <a:lnTo>
                    <a:pt x="3510315" y="917608"/>
                  </a:lnTo>
                  <a:lnTo>
                    <a:pt x="3510432" y="917608"/>
                  </a:lnTo>
                  <a:lnTo>
                    <a:pt x="3510550" y="917608"/>
                  </a:lnTo>
                  <a:lnTo>
                    <a:pt x="3510668" y="917608"/>
                  </a:lnTo>
                  <a:lnTo>
                    <a:pt x="3510785" y="917608"/>
                  </a:lnTo>
                  <a:lnTo>
                    <a:pt x="3510903" y="917608"/>
                  </a:lnTo>
                  <a:lnTo>
                    <a:pt x="3511021" y="917608"/>
                  </a:lnTo>
                  <a:lnTo>
                    <a:pt x="3511021" y="917178"/>
                  </a:lnTo>
                  <a:lnTo>
                    <a:pt x="3511021" y="916747"/>
                  </a:lnTo>
                  <a:lnTo>
                    <a:pt x="3511021" y="916316"/>
                  </a:lnTo>
                  <a:lnTo>
                    <a:pt x="3511138" y="916316"/>
                  </a:lnTo>
                  <a:lnTo>
                    <a:pt x="3511256" y="916316"/>
                  </a:lnTo>
                  <a:lnTo>
                    <a:pt x="3511373" y="916316"/>
                  </a:lnTo>
                  <a:lnTo>
                    <a:pt x="3511373" y="915886"/>
                  </a:lnTo>
                  <a:lnTo>
                    <a:pt x="3511491" y="915886"/>
                  </a:lnTo>
                  <a:lnTo>
                    <a:pt x="3511609" y="915886"/>
                  </a:lnTo>
                  <a:lnTo>
                    <a:pt x="3511726" y="915886"/>
                  </a:lnTo>
                  <a:lnTo>
                    <a:pt x="3511844" y="915886"/>
                  </a:lnTo>
                  <a:lnTo>
                    <a:pt x="3511961" y="915886"/>
                  </a:lnTo>
                  <a:lnTo>
                    <a:pt x="3511961" y="915455"/>
                  </a:lnTo>
                  <a:lnTo>
                    <a:pt x="3512079" y="915455"/>
                  </a:lnTo>
                  <a:lnTo>
                    <a:pt x="3512079" y="915025"/>
                  </a:lnTo>
                  <a:lnTo>
                    <a:pt x="3512197" y="915025"/>
                  </a:lnTo>
                  <a:lnTo>
                    <a:pt x="3512197" y="914594"/>
                  </a:lnTo>
                  <a:lnTo>
                    <a:pt x="3512314" y="914594"/>
                  </a:lnTo>
                  <a:lnTo>
                    <a:pt x="3512432" y="914594"/>
                  </a:lnTo>
                  <a:lnTo>
                    <a:pt x="3512550" y="914594"/>
                  </a:lnTo>
                  <a:lnTo>
                    <a:pt x="3512667" y="914594"/>
                  </a:lnTo>
                  <a:lnTo>
                    <a:pt x="3512667" y="914163"/>
                  </a:lnTo>
                  <a:lnTo>
                    <a:pt x="3512785" y="914163"/>
                  </a:lnTo>
                  <a:lnTo>
                    <a:pt x="3512785" y="913733"/>
                  </a:lnTo>
                  <a:lnTo>
                    <a:pt x="3512902" y="913733"/>
                  </a:lnTo>
                  <a:lnTo>
                    <a:pt x="3512902" y="913302"/>
                  </a:lnTo>
                  <a:lnTo>
                    <a:pt x="3513020" y="913302"/>
                  </a:lnTo>
                  <a:lnTo>
                    <a:pt x="3513138" y="913302"/>
                  </a:lnTo>
                  <a:lnTo>
                    <a:pt x="3513255" y="913302"/>
                  </a:lnTo>
                  <a:lnTo>
                    <a:pt x="3513373" y="913302"/>
                  </a:lnTo>
                  <a:lnTo>
                    <a:pt x="3513490" y="913302"/>
                  </a:lnTo>
                  <a:lnTo>
                    <a:pt x="3513608" y="913302"/>
                  </a:lnTo>
                  <a:lnTo>
                    <a:pt x="3513726" y="913302"/>
                  </a:lnTo>
                  <a:lnTo>
                    <a:pt x="3513843" y="913302"/>
                  </a:lnTo>
                  <a:lnTo>
                    <a:pt x="3513961" y="913302"/>
                  </a:lnTo>
                  <a:lnTo>
                    <a:pt x="3514079" y="913302"/>
                  </a:lnTo>
                  <a:lnTo>
                    <a:pt x="3514196" y="913302"/>
                  </a:lnTo>
                  <a:lnTo>
                    <a:pt x="3514314" y="913302"/>
                  </a:lnTo>
                  <a:lnTo>
                    <a:pt x="3514314" y="912872"/>
                  </a:lnTo>
                  <a:lnTo>
                    <a:pt x="3514314" y="912441"/>
                  </a:lnTo>
                  <a:lnTo>
                    <a:pt x="3514431" y="912441"/>
                  </a:lnTo>
                  <a:lnTo>
                    <a:pt x="3514549" y="912441"/>
                  </a:lnTo>
                  <a:lnTo>
                    <a:pt x="3514667" y="912441"/>
                  </a:lnTo>
                  <a:lnTo>
                    <a:pt x="3514784" y="912441"/>
                  </a:lnTo>
                  <a:lnTo>
                    <a:pt x="3514902" y="912441"/>
                  </a:lnTo>
                  <a:lnTo>
                    <a:pt x="3515019" y="912441"/>
                  </a:lnTo>
                  <a:lnTo>
                    <a:pt x="3515019" y="912010"/>
                  </a:lnTo>
                  <a:lnTo>
                    <a:pt x="3515137" y="912010"/>
                  </a:lnTo>
                  <a:lnTo>
                    <a:pt x="3515255" y="912010"/>
                  </a:lnTo>
                  <a:lnTo>
                    <a:pt x="3515372" y="912010"/>
                  </a:lnTo>
                  <a:lnTo>
                    <a:pt x="3515490" y="912010"/>
                  </a:lnTo>
                  <a:lnTo>
                    <a:pt x="3515607" y="912010"/>
                  </a:lnTo>
                  <a:lnTo>
                    <a:pt x="3515725" y="912010"/>
                  </a:lnTo>
                  <a:lnTo>
                    <a:pt x="3515843" y="912010"/>
                  </a:lnTo>
                  <a:lnTo>
                    <a:pt x="3515960" y="912010"/>
                  </a:lnTo>
                  <a:lnTo>
                    <a:pt x="3516078" y="912010"/>
                  </a:lnTo>
                  <a:lnTo>
                    <a:pt x="3516078" y="911580"/>
                  </a:lnTo>
                  <a:lnTo>
                    <a:pt x="3516196" y="911580"/>
                  </a:lnTo>
                  <a:lnTo>
                    <a:pt x="3516313" y="911580"/>
                  </a:lnTo>
                  <a:lnTo>
                    <a:pt x="3516431" y="911580"/>
                  </a:lnTo>
                  <a:lnTo>
                    <a:pt x="3516548" y="911580"/>
                  </a:lnTo>
                  <a:lnTo>
                    <a:pt x="3516666" y="911580"/>
                  </a:lnTo>
                  <a:lnTo>
                    <a:pt x="3516784" y="911580"/>
                  </a:lnTo>
                  <a:lnTo>
                    <a:pt x="3516901" y="911580"/>
                  </a:lnTo>
                  <a:lnTo>
                    <a:pt x="3517019" y="911580"/>
                  </a:lnTo>
                  <a:lnTo>
                    <a:pt x="3517136" y="911580"/>
                  </a:lnTo>
                  <a:lnTo>
                    <a:pt x="3517254" y="911580"/>
                  </a:lnTo>
                  <a:lnTo>
                    <a:pt x="3517372" y="911580"/>
                  </a:lnTo>
                  <a:lnTo>
                    <a:pt x="3517489" y="911580"/>
                  </a:lnTo>
                  <a:lnTo>
                    <a:pt x="3517607" y="911580"/>
                  </a:lnTo>
                  <a:lnTo>
                    <a:pt x="3517725" y="911580"/>
                  </a:lnTo>
                  <a:lnTo>
                    <a:pt x="3517842" y="911580"/>
                  </a:lnTo>
                  <a:lnTo>
                    <a:pt x="3517960" y="911580"/>
                  </a:lnTo>
                  <a:lnTo>
                    <a:pt x="3518077" y="911580"/>
                  </a:lnTo>
                  <a:lnTo>
                    <a:pt x="3518195" y="911580"/>
                  </a:lnTo>
                  <a:lnTo>
                    <a:pt x="3518313" y="911580"/>
                  </a:lnTo>
                  <a:lnTo>
                    <a:pt x="3518430" y="911580"/>
                  </a:lnTo>
                  <a:lnTo>
                    <a:pt x="3518548" y="911580"/>
                  </a:lnTo>
                  <a:lnTo>
                    <a:pt x="3518665" y="911580"/>
                  </a:lnTo>
                  <a:lnTo>
                    <a:pt x="3518783" y="911580"/>
                  </a:lnTo>
                  <a:lnTo>
                    <a:pt x="3518901" y="911580"/>
                  </a:lnTo>
                  <a:lnTo>
                    <a:pt x="3519018" y="911580"/>
                  </a:lnTo>
                  <a:lnTo>
                    <a:pt x="3519136" y="911580"/>
                  </a:lnTo>
                  <a:lnTo>
                    <a:pt x="3519254" y="911580"/>
                  </a:lnTo>
                  <a:lnTo>
                    <a:pt x="3519371" y="911580"/>
                  </a:lnTo>
                  <a:lnTo>
                    <a:pt x="3519489" y="911580"/>
                  </a:lnTo>
                  <a:lnTo>
                    <a:pt x="3519606" y="911580"/>
                  </a:lnTo>
                  <a:lnTo>
                    <a:pt x="3519724" y="911580"/>
                  </a:lnTo>
                  <a:lnTo>
                    <a:pt x="3519842" y="911580"/>
                  </a:lnTo>
                  <a:lnTo>
                    <a:pt x="3519959" y="911580"/>
                  </a:lnTo>
                  <a:lnTo>
                    <a:pt x="3520077" y="911580"/>
                  </a:lnTo>
                  <a:lnTo>
                    <a:pt x="3520194" y="911580"/>
                  </a:lnTo>
                  <a:lnTo>
                    <a:pt x="3520312" y="911580"/>
                  </a:lnTo>
                  <a:lnTo>
                    <a:pt x="3520430" y="911580"/>
                  </a:lnTo>
                  <a:lnTo>
                    <a:pt x="3520547" y="911580"/>
                  </a:lnTo>
                  <a:lnTo>
                    <a:pt x="3520665" y="911580"/>
                  </a:lnTo>
                  <a:lnTo>
                    <a:pt x="3520783" y="911580"/>
                  </a:lnTo>
                  <a:lnTo>
                    <a:pt x="3520900" y="911580"/>
                  </a:lnTo>
                  <a:lnTo>
                    <a:pt x="3521018" y="911580"/>
                  </a:lnTo>
                  <a:lnTo>
                    <a:pt x="3521135" y="911580"/>
                  </a:lnTo>
                  <a:lnTo>
                    <a:pt x="3521253" y="911580"/>
                  </a:lnTo>
                  <a:lnTo>
                    <a:pt x="3521371" y="911580"/>
                  </a:lnTo>
                  <a:lnTo>
                    <a:pt x="3521371" y="911149"/>
                  </a:lnTo>
                  <a:lnTo>
                    <a:pt x="3521488" y="911149"/>
                  </a:lnTo>
                  <a:lnTo>
                    <a:pt x="3521606" y="911149"/>
                  </a:lnTo>
                  <a:lnTo>
                    <a:pt x="3521723" y="911149"/>
                  </a:lnTo>
                  <a:lnTo>
                    <a:pt x="3521841" y="911149"/>
                  </a:lnTo>
                  <a:lnTo>
                    <a:pt x="3521841" y="910719"/>
                  </a:lnTo>
                  <a:lnTo>
                    <a:pt x="3521841" y="910288"/>
                  </a:lnTo>
                  <a:lnTo>
                    <a:pt x="3521841" y="909857"/>
                  </a:lnTo>
                  <a:lnTo>
                    <a:pt x="3521959" y="909857"/>
                  </a:lnTo>
                  <a:lnTo>
                    <a:pt x="3522076" y="909857"/>
                  </a:lnTo>
                  <a:lnTo>
                    <a:pt x="3522194" y="909857"/>
                  </a:lnTo>
                  <a:lnTo>
                    <a:pt x="3522312" y="909857"/>
                  </a:lnTo>
                  <a:lnTo>
                    <a:pt x="3522429" y="909857"/>
                  </a:lnTo>
                  <a:lnTo>
                    <a:pt x="3522547" y="909857"/>
                  </a:lnTo>
                  <a:lnTo>
                    <a:pt x="3522664" y="909857"/>
                  </a:lnTo>
                  <a:lnTo>
                    <a:pt x="3522782" y="909857"/>
                  </a:lnTo>
                  <a:lnTo>
                    <a:pt x="3522900" y="909857"/>
                  </a:lnTo>
                  <a:lnTo>
                    <a:pt x="3523017" y="909857"/>
                  </a:lnTo>
                  <a:lnTo>
                    <a:pt x="3523135" y="909857"/>
                  </a:lnTo>
                  <a:lnTo>
                    <a:pt x="3523252" y="909857"/>
                  </a:lnTo>
                  <a:lnTo>
                    <a:pt x="3523370" y="909857"/>
                  </a:lnTo>
                  <a:lnTo>
                    <a:pt x="3523488" y="909857"/>
                  </a:lnTo>
                  <a:lnTo>
                    <a:pt x="3523605" y="909857"/>
                  </a:lnTo>
                  <a:lnTo>
                    <a:pt x="3523723" y="909857"/>
                  </a:lnTo>
                  <a:lnTo>
                    <a:pt x="3523840" y="909857"/>
                  </a:lnTo>
                  <a:lnTo>
                    <a:pt x="3523958" y="909857"/>
                  </a:lnTo>
                  <a:lnTo>
                    <a:pt x="3524076" y="909857"/>
                  </a:lnTo>
                  <a:lnTo>
                    <a:pt x="3524193" y="909857"/>
                  </a:lnTo>
                  <a:lnTo>
                    <a:pt x="3524311" y="909857"/>
                  </a:lnTo>
                  <a:lnTo>
                    <a:pt x="3524429" y="909857"/>
                  </a:lnTo>
                  <a:lnTo>
                    <a:pt x="3524546" y="909857"/>
                  </a:lnTo>
                  <a:lnTo>
                    <a:pt x="3524664" y="909857"/>
                  </a:lnTo>
                  <a:lnTo>
                    <a:pt x="3524781" y="909857"/>
                  </a:lnTo>
                  <a:lnTo>
                    <a:pt x="3524781" y="909427"/>
                  </a:lnTo>
                  <a:lnTo>
                    <a:pt x="3524899" y="909427"/>
                  </a:lnTo>
                  <a:lnTo>
                    <a:pt x="3525017" y="909427"/>
                  </a:lnTo>
                  <a:lnTo>
                    <a:pt x="3525134" y="909427"/>
                  </a:lnTo>
                  <a:lnTo>
                    <a:pt x="3525252" y="909427"/>
                  </a:lnTo>
                  <a:lnTo>
                    <a:pt x="3525369" y="909427"/>
                  </a:lnTo>
                  <a:lnTo>
                    <a:pt x="3525487" y="909427"/>
                  </a:lnTo>
                  <a:lnTo>
                    <a:pt x="3525605" y="909427"/>
                  </a:lnTo>
                  <a:lnTo>
                    <a:pt x="3525722" y="909427"/>
                  </a:lnTo>
                  <a:lnTo>
                    <a:pt x="3525840" y="909427"/>
                  </a:lnTo>
                  <a:lnTo>
                    <a:pt x="3525840" y="908996"/>
                  </a:lnTo>
                  <a:lnTo>
                    <a:pt x="3525958" y="908996"/>
                  </a:lnTo>
                  <a:lnTo>
                    <a:pt x="3526075" y="908996"/>
                  </a:lnTo>
                  <a:lnTo>
                    <a:pt x="3526193" y="908996"/>
                  </a:lnTo>
                  <a:lnTo>
                    <a:pt x="3526310" y="908996"/>
                  </a:lnTo>
                  <a:lnTo>
                    <a:pt x="3526428" y="908996"/>
                  </a:lnTo>
                  <a:lnTo>
                    <a:pt x="3526546" y="908996"/>
                  </a:lnTo>
                  <a:lnTo>
                    <a:pt x="3526546" y="908566"/>
                  </a:lnTo>
                  <a:lnTo>
                    <a:pt x="3526663" y="908566"/>
                  </a:lnTo>
                  <a:lnTo>
                    <a:pt x="3526781" y="908566"/>
                  </a:lnTo>
                  <a:lnTo>
                    <a:pt x="3526781" y="908135"/>
                  </a:lnTo>
                  <a:lnTo>
                    <a:pt x="3526898" y="908135"/>
                  </a:lnTo>
                  <a:lnTo>
                    <a:pt x="3527016" y="908135"/>
                  </a:lnTo>
                  <a:lnTo>
                    <a:pt x="3527134" y="908135"/>
                  </a:lnTo>
                  <a:lnTo>
                    <a:pt x="3527251" y="908135"/>
                  </a:lnTo>
                  <a:lnTo>
                    <a:pt x="3527369" y="908135"/>
                  </a:lnTo>
                  <a:lnTo>
                    <a:pt x="3527369" y="907704"/>
                  </a:lnTo>
                  <a:lnTo>
                    <a:pt x="3527487" y="907704"/>
                  </a:lnTo>
                  <a:lnTo>
                    <a:pt x="3527604" y="907704"/>
                  </a:lnTo>
                  <a:lnTo>
                    <a:pt x="3527722" y="907704"/>
                  </a:lnTo>
                  <a:lnTo>
                    <a:pt x="3527839" y="907704"/>
                  </a:lnTo>
                  <a:lnTo>
                    <a:pt x="3527839" y="907274"/>
                  </a:lnTo>
                  <a:lnTo>
                    <a:pt x="3527957" y="907274"/>
                  </a:lnTo>
                  <a:lnTo>
                    <a:pt x="3528075" y="907274"/>
                  </a:lnTo>
                  <a:lnTo>
                    <a:pt x="3528075" y="906843"/>
                  </a:lnTo>
                  <a:lnTo>
                    <a:pt x="3528192" y="906843"/>
                  </a:lnTo>
                  <a:lnTo>
                    <a:pt x="3528192" y="906413"/>
                  </a:lnTo>
                  <a:lnTo>
                    <a:pt x="3528310" y="906413"/>
                  </a:lnTo>
                  <a:lnTo>
                    <a:pt x="3528427" y="906413"/>
                  </a:lnTo>
                  <a:lnTo>
                    <a:pt x="3528427" y="905982"/>
                  </a:lnTo>
                  <a:lnTo>
                    <a:pt x="3528545" y="905982"/>
                  </a:lnTo>
                  <a:lnTo>
                    <a:pt x="3528545" y="905551"/>
                  </a:lnTo>
                  <a:lnTo>
                    <a:pt x="3528663" y="905551"/>
                  </a:lnTo>
                  <a:lnTo>
                    <a:pt x="3528780" y="905551"/>
                  </a:lnTo>
                  <a:lnTo>
                    <a:pt x="3528780" y="905121"/>
                  </a:lnTo>
                  <a:lnTo>
                    <a:pt x="3528898" y="905121"/>
                  </a:lnTo>
                  <a:lnTo>
                    <a:pt x="3529016" y="905121"/>
                  </a:lnTo>
                  <a:lnTo>
                    <a:pt x="3529133" y="905121"/>
                  </a:lnTo>
                  <a:lnTo>
                    <a:pt x="3529251" y="905121"/>
                  </a:lnTo>
                  <a:lnTo>
                    <a:pt x="3529368" y="905121"/>
                  </a:lnTo>
                  <a:lnTo>
                    <a:pt x="3529486" y="905121"/>
                  </a:lnTo>
                  <a:lnTo>
                    <a:pt x="3529604" y="905121"/>
                  </a:lnTo>
                  <a:lnTo>
                    <a:pt x="3529721" y="905121"/>
                  </a:lnTo>
                  <a:lnTo>
                    <a:pt x="3529839" y="905121"/>
                  </a:lnTo>
                  <a:lnTo>
                    <a:pt x="3529956" y="905121"/>
                  </a:lnTo>
                  <a:lnTo>
                    <a:pt x="3530074" y="905121"/>
                  </a:lnTo>
                  <a:lnTo>
                    <a:pt x="3530192" y="905121"/>
                  </a:lnTo>
                  <a:lnTo>
                    <a:pt x="3530309" y="905121"/>
                  </a:lnTo>
                  <a:lnTo>
                    <a:pt x="3530427" y="905121"/>
                  </a:lnTo>
                  <a:lnTo>
                    <a:pt x="3530545" y="905121"/>
                  </a:lnTo>
                  <a:lnTo>
                    <a:pt x="3530662" y="905121"/>
                  </a:lnTo>
                  <a:lnTo>
                    <a:pt x="3530662" y="904690"/>
                  </a:lnTo>
                  <a:lnTo>
                    <a:pt x="3530780" y="904690"/>
                  </a:lnTo>
                  <a:lnTo>
                    <a:pt x="3530897" y="904690"/>
                  </a:lnTo>
                  <a:lnTo>
                    <a:pt x="3531015" y="904690"/>
                  </a:lnTo>
                  <a:lnTo>
                    <a:pt x="3531133" y="904690"/>
                  </a:lnTo>
                  <a:lnTo>
                    <a:pt x="3531250" y="904690"/>
                  </a:lnTo>
                  <a:lnTo>
                    <a:pt x="3531368" y="904690"/>
                  </a:lnTo>
                  <a:lnTo>
                    <a:pt x="3531485" y="904690"/>
                  </a:lnTo>
                  <a:lnTo>
                    <a:pt x="3531485" y="904260"/>
                  </a:lnTo>
                  <a:lnTo>
                    <a:pt x="3531603" y="904260"/>
                  </a:lnTo>
                  <a:lnTo>
                    <a:pt x="3531721" y="904260"/>
                  </a:lnTo>
                  <a:lnTo>
                    <a:pt x="3531838" y="904260"/>
                  </a:lnTo>
                  <a:lnTo>
                    <a:pt x="3531956" y="904260"/>
                  </a:lnTo>
                  <a:lnTo>
                    <a:pt x="3532073" y="904260"/>
                  </a:lnTo>
                  <a:lnTo>
                    <a:pt x="3532191" y="904260"/>
                  </a:lnTo>
                  <a:lnTo>
                    <a:pt x="3532309" y="904260"/>
                  </a:lnTo>
                  <a:lnTo>
                    <a:pt x="3532426" y="904260"/>
                  </a:lnTo>
                  <a:lnTo>
                    <a:pt x="3532544" y="904260"/>
                  </a:lnTo>
                  <a:lnTo>
                    <a:pt x="3532544" y="903829"/>
                  </a:lnTo>
                  <a:lnTo>
                    <a:pt x="3532662" y="903829"/>
                  </a:lnTo>
                  <a:lnTo>
                    <a:pt x="3532662" y="903398"/>
                  </a:lnTo>
                  <a:lnTo>
                    <a:pt x="3532779" y="903398"/>
                  </a:lnTo>
                  <a:lnTo>
                    <a:pt x="3532897" y="903398"/>
                  </a:lnTo>
                  <a:lnTo>
                    <a:pt x="3533014" y="903398"/>
                  </a:lnTo>
                  <a:lnTo>
                    <a:pt x="3533132" y="903398"/>
                  </a:lnTo>
                  <a:lnTo>
                    <a:pt x="3533250" y="903398"/>
                  </a:lnTo>
                  <a:lnTo>
                    <a:pt x="3533250" y="902968"/>
                  </a:lnTo>
                  <a:lnTo>
                    <a:pt x="3533367" y="902968"/>
                  </a:lnTo>
                  <a:lnTo>
                    <a:pt x="3533485" y="902968"/>
                  </a:lnTo>
                  <a:lnTo>
                    <a:pt x="3533602" y="902968"/>
                  </a:lnTo>
                  <a:lnTo>
                    <a:pt x="3533720" y="902968"/>
                  </a:lnTo>
                  <a:lnTo>
                    <a:pt x="3533838" y="902968"/>
                  </a:lnTo>
                  <a:lnTo>
                    <a:pt x="3533838" y="902537"/>
                  </a:lnTo>
                  <a:lnTo>
                    <a:pt x="3533955" y="902537"/>
                  </a:lnTo>
                  <a:lnTo>
                    <a:pt x="3534073" y="902537"/>
                  </a:lnTo>
                  <a:lnTo>
                    <a:pt x="3534191" y="902537"/>
                  </a:lnTo>
                  <a:lnTo>
                    <a:pt x="3534308" y="902537"/>
                  </a:lnTo>
                  <a:lnTo>
                    <a:pt x="3534308" y="902107"/>
                  </a:lnTo>
                  <a:lnTo>
                    <a:pt x="3534426" y="902107"/>
                  </a:lnTo>
                  <a:lnTo>
                    <a:pt x="3534543" y="902107"/>
                  </a:lnTo>
                  <a:lnTo>
                    <a:pt x="3534661" y="902107"/>
                  </a:lnTo>
                  <a:lnTo>
                    <a:pt x="3534779" y="902107"/>
                  </a:lnTo>
                  <a:lnTo>
                    <a:pt x="3534896" y="902107"/>
                  </a:lnTo>
                  <a:lnTo>
                    <a:pt x="3534896" y="901676"/>
                  </a:lnTo>
                  <a:lnTo>
                    <a:pt x="3535014" y="901676"/>
                  </a:lnTo>
                  <a:lnTo>
                    <a:pt x="3535014" y="901245"/>
                  </a:lnTo>
                  <a:lnTo>
                    <a:pt x="3535131" y="901245"/>
                  </a:lnTo>
                  <a:lnTo>
                    <a:pt x="3535249" y="901245"/>
                  </a:lnTo>
                  <a:lnTo>
                    <a:pt x="3535367" y="901245"/>
                  </a:lnTo>
                  <a:lnTo>
                    <a:pt x="3535484" y="901245"/>
                  </a:lnTo>
                  <a:lnTo>
                    <a:pt x="3535602" y="901245"/>
                  </a:lnTo>
                  <a:lnTo>
                    <a:pt x="3535720" y="901245"/>
                  </a:lnTo>
                  <a:lnTo>
                    <a:pt x="3535837" y="901245"/>
                  </a:lnTo>
                  <a:lnTo>
                    <a:pt x="3535955" y="901245"/>
                  </a:lnTo>
                  <a:lnTo>
                    <a:pt x="3536072" y="901245"/>
                  </a:lnTo>
                  <a:lnTo>
                    <a:pt x="3536190" y="901245"/>
                  </a:lnTo>
                  <a:lnTo>
                    <a:pt x="3536190" y="900815"/>
                  </a:lnTo>
                  <a:lnTo>
                    <a:pt x="3536308" y="900815"/>
                  </a:lnTo>
                  <a:lnTo>
                    <a:pt x="3536425" y="900815"/>
                  </a:lnTo>
                  <a:lnTo>
                    <a:pt x="3536543" y="900815"/>
                  </a:lnTo>
                  <a:lnTo>
                    <a:pt x="3536543" y="900384"/>
                  </a:lnTo>
                  <a:lnTo>
                    <a:pt x="3536660" y="900384"/>
                  </a:lnTo>
                  <a:lnTo>
                    <a:pt x="3536778" y="900384"/>
                  </a:lnTo>
                  <a:lnTo>
                    <a:pt x="3536896" y="900384"/>
                  </a:lnTo>
                  <a:lnTo>
                    <a:pt x="3536896" y="899954"/>
                  </a:lnTo>
                  <a:lnTo>
                    <a:pt x="3536896" y="899523"/>
                  </a:lnTo>
                  <a:lnTo>
                    <a:pt x="3537013" y="899523"/>
                  </a:lnTo>
                  <a:lnTo>
                    <a:pt x="3537013" y="899092"/>
                  </a:lnTo>
                  <a:lnTo>
                    <a:pt x="3537131" y="899092"/>
                  </a:lnTo>
                  <a:lnTo>
                    <a:pt x="3537249" y="899092"/>
                  </a:lnTo>
                  <a:lnTo>
                    <a:pt x="3537249" y="898662"/>
                  </a:lnTo>
                  <a:lnTo>
                    <a:pt x="3537366" y="898662"/>
                  </a:lnTo>
                  <a:lnTo>
                    <a:pt x="3537484" y="898662"/>
                  </a:lnTo>
                  <a:lnTo>
                    <a:pt x="3537601" y="898662"/>
                  </a:lnTo>
                  <a:lnTo>
                    <a:pt x="3537719" y="898662"/>
                  </a:lnTo>
                  <a:lnTo>
                    <a:pt x="3537837" y="898662"/>
                  </a:lnTo>
                  <a:lnTo>
                    <a:pt x="3537954" y="898662"/>
                  </a:lnTo>
                  <a:lnTo>
                    <a:pt x="3538072" y="898662"/>
                  </a:lnTo>
                  <a:lnTo>
                    <a:pt x="3538189" y="898662"/>
                  </a:lnTo>
                  <a:lnTo>
                    <a:pt x="3538307" y="898662"/>
                  </a:lnTo>
                  <a:lnTo>
                    <a:pt x="3538307" y="898231"/>
                  </a:lnTo>
                  <a:lnTo>
                    <a:pt x="3538425" y="898231"/>
                  </a:lnTo>
                  <a:lnTo>
                    <a:pt x="3538542" y="898231"/>
                  </a:lnTo>
                  <a:lnTo>
                    <a:pt x="3538660" y="898231"/>
                  </a:lnTo>
                  <a:lnTo>
                    <a:pt x="3538778" y="898231"/>
                  </a:lnTo>
                  <a:lnTo>
                    <a:pt x="3538895" y="898231"/>
                  </a:lnTo>
                  <a:lnTo>
                    <a:pt x="3539013" y="898231"/>
                  </a:lnTo>
                  <a:lnTo>
                    <a:pt x="3539130" y="898231"/>
                  </a:lnTo>
                  <a:lnTo>
                    <a:pt x="3539248" y="898231"/>
                  </a:lnTo>
                  <a:lnTo>
                    <a:pt x="3539366" y="898231"/>
                  </a:lnTo>
                  <a:lnTo>
                    <a:pt x="3539483" y="898231"/>
                  </a:lnTo>
                  <a:lnTo>
                    <a:pt x="3539601" y="898231"/>
                  </a:lnTo>
                  <a:lnTo>
                    <a:pt x="3539601" y="897801"/>
                  </a:lnTo>
                  <a:lnTo>
                    <a:pt x="3539718" y="897801"/>
                  </a:lnTo>
                  <a:lnTo>
                    <a:pt x="3539836" y="897801"/>
                  </a:lnTo>
                  <a:lnTo>
                    <a:pt x="3539954" y="897801"/>
                  </a:lnTo>
                  <a:lnTo>
                    <a:pt x="3540071" y="897801"/>
                  </a:lnTo>
                  <a:lnTo>
                    <a:pt x="3540189" y="897801"/>
                  </a:lnTo>
                  <a:lnTo>
                    <a:pt x="3540306" y="897801"/>
                  </a:lnTo>
                  <a:lnTo>
                    <a:pt x="3540424" y="897801"/>
                  </a:lnTo>
                  <a:lnTo>
                    <a:pt x="3540542" y="897801"/>
                  </a:lnTo>
                  <a:lnTo>
                    <a:pt x="3540542" y="897370"/>
                  </a:lnTo>
                  <a:lnTo>
                    <a:pt x="3540659" y="897370"/>
                  </a:lnTo>
                  <a:lnTo>
                    <a:pt x="3540777" y="897370"/>
                  </a:lnTo>
                  <a:lnTo>
                    <a:pt x="3540895" y="897370"/>
                  </a:lnTo>
                  <a:lnTo>
                    <a:pt x="3541012" y="897370"/>
                  </a:lnTo>
                  <a:lnTo>
                    <a:pt x="3541130" y="897370"/>
                  </a:lnTo>
                  <a:lnTo>
                    <a:pt x="3541247" y="897370"/>
                  </a:lnTo>
                  <a:lnTo>
                    <a:pt x="3541365" y="897370"/>
                  </a:lnTo>
                  <a:lnTo>
                    <a:pt x="3541365" y="896939"/>
                  </a:lnTo>
                  <a:lnTo>
                    <a:pt x="3541483" y="896939"/>
                  </a:lnTo>
                  <a:lnTo>
                    <a:pt x="3541600" y="896939"/>
                  </a:lnTo>
                  <a:lnTo>
                    <a:pt x="3541718" y="896939"/>
                  </a:lnTo>
                  <a:lnTo>
                    <a:pt x="3541835" y="896939"/>
                  </a:lnTo>
                  <a:lnTo>
                    <a:pt x="3541953" y="896939"/>
                  </a:lnTo>
                  <a:lnTo>
                    <a:pt x="3542071" y="896939"/>
                  </a:lnTo>
                  <a:lnTo>
                    <a:pt x="3542188" y="896939"/>
                  </a:lnTo>
                  <a:lnTo>
                    <a:pt x="3542306" y="896939"/>
                  </a:lnTo>
                  <a:lnTo>
                    <a:pt x="3542424" y="896939"/>
                  </a:lnTo>
                  <a:lnTo>
                    <a:pt x="3542541" y="896939"/>
                  </a:lnTo>
                  <a:lnTo>
                    <a:pt x="3542659" y="896939"/>
                  </a:lnTo>
                  <a:lnTo>
                    <a:pt x="3542776" y="896939"/>
                  </a:lnTo>
                  <a:lnTo>
                    <a:pt x="3542894" y="896939"/>
                  </a:lnTo>
                  <a:lnTo>
                    <a:pt x="3543012" y="896939"/>
                  </a:lnTo>
                  <a:lnTo>
                    <a:pt x="3543012" y="896509"/>
                  </a:lnTo>
                  <a:lnTo>
                    <a:pt x="3543012" y="896078"/>
                  </a:lnTo>
                  <a:lnTo>
                    <a:pt x="3543129" y="896078"/>
                  </a:lnTo>
                  <a:lnTo>
                    <a:pt x="3543247" y="896078"/>
                  </a:lnTo>
                  <a:lnTo>
                    <a:pt x="3543364" y="896078"/>
                  </a:lnTo>
                  <a:lnTo>
                    <a:pt x="3543482" y="896078"/>
                  </a:lnTo>
                  <a:lnTo>
                    <a:pt x="3543482" y="895648"/>
                  </a:lnTo>
                  <a:lnTo>
                    <a:pt x="3543600" y="895648"/>
                  </a:lnTo>
                  <a:lnTo>
                    <a:pt x="3543717" y="895648"/>
                  </a:lnTo>
                  <a:lnTo>
                    <a:pt x="3543717" y="895217"/>
                  </a:lnTo>
                  <a:lnTo>
                    <a:pt x="3543835" y="895217"/>
                  </a:lnTo>
                  <a:lnTo>
                    <a:pt x="3543953" y="895217"/>
                  </a:lnTo>
                  <a:lnTo>
                    <a:pt x="3544070" y="895217"/>
                  </a:lnTo>
                  <a:lnTo>
                    <a:pt x="3544188" y="895217"/>
                  </a:lnTo>
                  <a:lnTo>
                    <a:pt x="3544305" y="895217"/>
                  </a:lnTo>
                  <a:lnTo>
                    <a:pt x="3544423" y="895217"/>
                  </a:lnTo>
                  <a:lnTo>
                    <a:pt x="3544541" y="895217"/>
                  </a:lnTo>
                  <a:lnTo>
                    <a:pt x="3544541" y="894786"/>
                  </a:lnTo>
                  <a:lnTo>
                    <a:pt x="3544541" y="894356"/>
                  </a:lnTo>
                  <a:lnTo>
                    <a:pt x="3544541" y="893925"/>
                  </a:lnTo>
                  <a:lnTo>
                    <a:pt x="3544658" y="893925"/>
                  </a:lnTo>
                  <a:lnTo>
                    <a:pt x="3544776" y="893925"/>
                  </a:lnTo>
                  <a:lnTo>
                    <a:pt x="3544893" y="893925"/>
                  </a:lnTo>
                  <a:lnTo>
                    <a:pt x="3545011" y="893925"/>
                  </a:lnTo>
                  <a:lnTo>
                    <a:pt x="3545129" y="893925"/>
                  </a:lnTo>
                  <a:lnTo>
                    <a:pt x="3545246" y="893925"/>
                  </a:lnTo>
                  <a:lnTo>
                    <a:pt x="3545364" y="893925"/>
                  </a:lnTo>
                  <a:lnTo>
                    <a:pt x="3545482" y="893925"/>
                  </a:lnTo>
                  <a:lnTo>
                    <a:pt x="3545599" y="893925"/>
                  </a:lnTo>
                  <a:lnTo>
                    <a:pt x="3545717" y="893925"/>
                  </a:lnTo>
                  <a:lnTo>
                    <a:pt x="3545717" y="893495"/>
                  </a:lnTo>
                  <a:lnTo>
                    <a:pt x="3545834" y="893495"/>
                  </a:lnTo>
                  <a:lnTo>
                    <a:pt x="3545952" y="893495"/>
                  </a:lnTo>
                  <a:lnTo>
                    <a:pt x="3546070" y="893495"/>
                  </a:lnTo>
                  <a:lnTo>
                    <a:pt x="3546187" y="893495"/>
                  </a:lnTo>
                  <a:lnTo>
                    <a:pt x="3546305" y="893495"/>
                  </a:lnTo>
                  <a:lnTo>
                    <a:pt x="3546422" y="893495"/>
                  </a:lnTo>
                  <a:lnTo>
                    <a:pt x="3546422" y="893064"/>
                  </a:lnTo>
                  <a:lnTo>
                    <a:pt x="3546540" y="893064"/>
                  </a:lnTo>
                  <a:lnTo>
                    <a:pt x="3546658" y="893064"/>
                  </a:lnTo>
                  <a:lnTo>
                    <a:pt x="3546775" y="893064"/>
                  </a:lnTo>
                  <a:lnTo>
                    <a:pt x="3546775" y="892633"/>
                  </a:lnTo>
                  <a:lnTo>
                    <a:pt x="3546775" y="892203"/>
                  </a:lnTo>
                  <a:lnTo>
                    <a:pt x="3546893" y="892203"/>
                  </a:lnTo>
                  <a:lnTo>
                    <a:pt x="3547011" y="892203"/>
                  </a:lnTo>
                  <a:lnTo>
                    <a:pt x="3547128" y="892203"/>
                  </a:lnTo>
                  <a:lnTo>
                    <a:pt x="3547246" y="892203"/>
                  </a:lnTo>
                  <a:lnTo>
                    <a:pt x="3547363" y="892203"/>
                  </a:lnTo>
                  <a:lnTo>
                    <a:pt x="3547481" y="892203"/>
                  </a:lnTo>
                  <a:lnTo>
                    <a:pt x="3547599" y="892203"/>
                  </a:lnTo>
                  <a:lnTo>
                    <a:pt x="3547716" y="892203"/>
                  </a:lnTo>
                  <a:lnTo>
                    <a:pt x="3547834" y="892203"/>
                  </a:lnTo>
                  <a:lnTo>
                    <a:pt x="3547951" y="892203"/>
                  </a:lnTo>
                  <a:lnTo>
                    <a:pt x="3548069" y="892203"/>
                  </a:lnTo>
                  <a:lnTo>
                    <a:pt x="3548069" y="891772"/>
                  </a:lnTo>
                  <a:lnTo>
                    <a:pt x="3548187" y="891772"/>
                  </a:lnTo>
                  <a:lnTo>
                    <a:pt x="3548304" y="891772"/>
                  </a:lnTo>
                  <a:lnTo>
                    <a:pt x="3548422" y="891772"/>
                  </a:lnTo>
                  <a:lnTo>
                    <a:pt x="3548539" y="891772"/>
                  </a:lnTo>
                  <a:lnTo>
                    <a:pt x="3548657" y="891772"/>
                  </a:lnTo>
                  <a:lnTo>
                    <a:pt x="3548775" y="891772"/>
                  </a:lnTo>
                  <a:lnTo>
                    <a:pt x="3548892" y="891772"/>
                  </a:lnTo>
                  <a:lnTo>
                    <a:pt x="3548892" y="891342"/>
                  </a:lnTo>
                  <a:lnTo>
                    <a:pt x="3549010" y="891342"/>
                  </a:lnTo>
                  <a:lnTo>
                    <a:pt x="3549128" y="891342"/>
                  </a:lnTo>
                  <a:lnTo>
                    <a:pt x="3549245" y="891342"/>
                  </a:lnTo>
                  <a:lnTo>
                    <a:pt x="3549363" y="891342"/>
                  </a:lnTo>
                  <a:lnTo>
                    <a:pt x="3549480" y="891342"/>
                  </a:lnTo>
                  <a:lnTo>
                    <a:pt x="3549598" y="891342"/>
                  </a:lnTo>
                  <a:lnTo>
                    <a:pt x="3549716" y="891342"/>
                  </a:lnTo>
                  <a:lnTo>
                    <a:pt x="3549833" y="891342"/>
                  </a:lnTo>
                  <a:lnTo>
                    <a:pt x="3549951" y="891342"/>
                  </a:lnTo>
                  <a:lnTo>
                    <a:pt x="3550068" y="891342"/>
                  </a:lnTo>
                  <a:lnTo>
                    <a:pt x="3550186" y="891342"/>
                  </a:lnTo>
                  <a:lnTo>
                    <a:pt x="3550304" y="891342"/>
                  </a:lnTo>
                  <a:lnTo>
                    <a:pt x="3550421" y="891342"/>
                  </a:lnTo>
                  <a:lnTo>
                    <a:pt x="3550539" y="891342"/>
                  </a:lnTo>
                  <a:lnTo>
                    <a:pt x="3550657" y="891342"/>
                  </a:lnTo>
                  <a:lnTo>
                    <a:pt x="3550774" y="891342"/>
                  </a:lnTo>
                  <a:lnTo>
                    <a:pt x="3550892" y="891342"/>
                  </a:lnTo>
                  <a:lnTo>
                    <a:pt x="3550892" y="890911"/>
                  </a:lnTo>
                  <a:lnTo>
                    <a:pt x="3551009" y="890911"/>
                  </a:lnTo>
                  <a:lnTo>
                    <a:pt x="3551127" y="890911"/>
                  </a:lnTo>
                  <a:lnTo>
                    <a:pt x="3551245" y="890911"/>
                  </a:lnTo>
                  <a:lnTo>
                    <a:pt x="3551245" y="890480"/>
                  </a:lnTo>
                  <a:lnTo>
                    <a:pt x="3551362" y="890480"/>
                  </a:lnTo>
                  <a:lnTo>
                    <a:pt x="3551480" y="890480"/>
                  </a:lnTo>
                  <a:lnTo>
                    <a:pt x="3551597" y="890480"/>
                  </a:lnTo>
                  <a:lnTo>
                    <a:pt x="3551715" y="890480"/>
                  </a:lnTo>
                  <a:lnTo>
                    <a:pt x="3551833" y="890480"/>
                  </a:lnTo>
                  <a:lnTo>
                    <a:pt x="3551833" y="890050"/>
                  </a:lnTo>
                  <a:lnTo>
                    <a:pt x="3551950" y="890050"/>
                  </a:lnTo>
                  <a:lnTo>
                    <a:pt x="3552068" y="890050"/>
                  </a:lnTo>
                  <a:lnTo>
                    <a:pt x="3552186" y="890050"/>
                  </a:lnTo>
                  <a:lnTo>
                    <a:pt x="3552303" y="890050"/>
                  </a:lnTo>
                  <a:lnTo>
                    <a:pt x="3552421" y="890050"/>
                  </a:lnTo>
                  <a:lnTo>
                    <a:pt x="3552538" y="890050"/>
                  </a:lnTo>
                  <a:lnTo>
                    <a:pt x="3552656" y="890050"/>
                  </a:lnTo>
                  <a:lnTo>
                    <a:pt x="3552774" y="890050"/>
                  </a:lnTo>
                  <a:lnTo>
                    <a:pt x="3552891" y="890050"/>
                  </a:lnTo>
                  <a:lnTo>
                    <a:pt x="3553009" y="890050"/>
                  </a:lnTo>
                  <a:lnTo>
                    <a:pt x="3553009" y="889619"/>
                  </a:lnTo>
                  <a:lnTo>
                    <a:pt x="3553009" y="889189"/>
                  </a:lnTo>
                  <a:lnTo>
                    <a:pt x="3553126" y="889189"/>
                  </a:lnTo>
                  <a:lnTo>
                    <a:pt x="3553244" y="889189"/>
                  </a:lnTo>
                  <a:lnTo>
                    <a:pt x="3553244" y="888758"/>
                  </a:lnTo>
                  <a:lnTo>
                    <a:pt x="3553244" y="888327"/>
                  </a:lnTo>
                  <a:lnTo>
                    <a:pt x="3553244" y="887897"/>
                  </a:lnTo>
                  <a:lnTo>
                    <a:pt x="3553362" y="887897"/>
                  </a:lnTo>
                  <a:lnTo>
                    <a:pt x="3553479" y="887897"/>
                  </a:lnTo>
                  <a:lnTo>
                    <a:pt x="3553597" y="887897"/>
                  </a:lnTo>
                  <a:lnTo>
                    <a:pt x="3553715" y="887897"/>
                  </a:lnTo>
                  <a:lnTo>
                    <a:pt x="3553832" y="887897"/>
                  </a:lnTo>
                  <a:lnTo>
                    <a:pt x="3553950" y="887897"/>
                  </a:lnTo>
                  <a:lnTo>
                    <a:pt x="3554067" y="887897"/>
                  </a:lnTo>
                  <a:lnTo>
                    <a:pt x="3554067" y="887466"/>
                  </a:lnTo>
                  <a:lnTo>
                    <a:pt x="3554067" y="887036"/>
                  </a:lnTo>
                  <a:lnTo>
                    <a:pt x="3554185" y="887036"/>
                  </a:lnTo>
                  <a:lnTo>
                    <a:pt x="3554303" y="887036"/>
                  </a:lnTo>
                  <a:lnTo>
                    <a:pt x="3554420" y="887036"/>
                  </a:lnTo>
                  <a:lnTo>
                    <a:pt x="3554538" y="887036"/>
                  </a:lnTo>
                  <a:lnTo>
                    <a:pt x="3554655" y="887036"/>
                  </a:lnTo>
                  <a:lnTo>
                    <a:pt x="3554655" y="886605"/>
                  </a:lnTo>
                  <a:lnTo>
                    <a:pt x="3554773" y="886605"/>
                  </a:lnTo>
                  <a:lnTo>
                    <a:pt x="3554891" y="886605"/>
                  </a:lnTo>
                  <a:lnTo>
                    <a:pt x="3555008" y="886605"/>
                  </a:lnTo>
                  <a:lnTo>
                    <a:pt x="3555126" y="886605"/>
                  </a:lnTo>
                  <a:lnTo>
                    <a:pt x="3555243" y="886605"/>
                  </a:lnTo>
                  <a:lnTo>
                    <a:pt x="3555361" y="886605"/>
                  </a:lnTo>
                  <a:lnTo>
                    <a:pt x="3555361" y="886174"/>
                  </a:lnTo>
                  <a:lnTo>
                    <a:pt x="3555361" y="885744"/>
                  </a:lnTo>
                  <a:lnTo>
                    <a:pt x="3555479" y="885744"/>
                  </a:lnTo>
                  <a:lnTo>
                    <a:pt x="3555596" y="885744"/>
                  </a:lnTo>
                  <a:lnTo>
                    <a:pt x="3555596" y="885313"/>
                  </a:lnTo>
                  <a:lnTo>
                    <a:pt x="3555596" y="884883"/>
                  </a:lnTo>
                  <a:lnTo>
                    <a:pt x="3555714" y="884883"/>
                  </a:lnTo>
                  <a:lnTo>
                    <a:pt x="3555832" y="884883"/>
                  </a:lnTo>
                  <a:lnTo>
                    <a:pt x="3555949" y="884883"/>
                  </a:lnTo>
                  <a:lnTo>
                    <a:pt x="3556067" y="884883"/>
                  </a:lnTo>
                  <a:lnTo>
                    <a:pt x="3556184" y="884883"/>
                  </a:lnTo>
                  <a:lnTo>
                    <a:pt x="3556302" y="884883"/>
                  </a:lnTo>
                  <a:lnTo>
                    <a:pt x="3556420" y="884883"/>
                  </a:lnTo>
                  <a:lnTo>
                    <a:pt x="3556537" y="884883"/>
                  </a:lnTo>
                  <a:lnTo>
                    <a:pt x="3556655" y="884883"/>
                  </a:lnTo>
                  <a:lnTo>
                    <a:pt x="3556772" y="884883"/>
                  </a:lnTo>
                  <a:lnTo>
                    <a:pt x="3556890" y="884883"/>
                  </a:lnTo>
                  <a:lnTo>
                    <a:pt x="3557008" y="884883"/>
                  </a:lnTo>
                  <a:lnTo>
                    <a:pt x="3557125" y="884883"/>
                  </a:lnTo>
                  <a:lnTo>
                    <a:pt x="3557243" y="884883"/>
                  </a:lnTo>
                  <a:lnTo>
                    <a:pt x="3557361" y="884883"/>
                  </a:lnTo>
                  <a:lnTo>
                    <a:pt x="3557478" y="884883"/>
                  </a:lnTo>
                  <a:lnTo>
                    <a:pt x="3557596" y="884883"/>
                  </a:lnTo>
                  <a:lnTo>
                    <a:pt x="3557713" y="884883"/>
                  </a:lnTo>
                  <a:lnTo>
                    <a:pt x="3557831" y="884883"/>
                  </a:lnTo>
                  <a:lnTo>
                    <a:pt x="3557831" y="884452"/>
                  </a:lnTo>
                  <a:lnTo>
                    <a:pt x="3557949" y="884452"/>
                  </a:lnTo>
                  <a:lnTo>
                    <a:pt x="3558066" y="884452"/>
                  </a:lnTo>
                  <a:lnTo>
                    <a:pt x="3558184" y="884452"/>
                  </a:lnTo>
                  <a:lnTo>
                    <a:pt x="3558301" y="884452"/>
                  </a:lnTo>
                  <a:lnTo>
                    <a:pt x="3558419" y="884452"/>
                  </a:lnTo>
                  <a:lnTo>
                    <a:pt x="3558537" y="884452"/>
                  </a:lnTo>
                  <a:lnTo>
                    <a:pt x="3558654" y="884452"/>
                  </a:lnTo>
                  <a:lnTo>
                    <a:pt x="3558772" y="884452"/>
                  </a:lnTo>
                  <a:lnTo>
                    <a:pt x="3558890" y="884452"/>
                  </a:lnTo>
                  <a:lnTo>
                    <a:pt x="3559007" y="884452"/>
                  </a:lnTo>
                  <a:lnTo>
                    <a:pt x="3559125" y="884452"/>
                  </a:lnTo>
                  <a:lnTo>
                    <a:pt x="3559242" y="884452"/>
                  </a:lnTo>
                  <a:lnTo>
                    <a:pt x="3559242" y="884021"/>
                  </a:lnTo>
                  <a:lnTo>
                    <a:pt x="3559360" y="884021"/>
                  </a:lnTo>
                  <a:lnTo>
                    <a:pt x="3559360" y="883591"/>
                  </a:lnTo>
                  <a:lnTo>
                    <a:pt x="3559478" y="883591"/>
                  </a:lnTo>
                  <a:lnTo>
                    <a:pt x="3559595" y="883591"/>
                  </a:lnTo>
                  <a:lnTo>
                    <a:pt x="3559713" y="883591"/>
                  </a:lnTo>
                  <a:lnTo>
                    <a:pt x="3559830" y="883591"/>
                  </a:lnTo>
                  <a:lnTo>
                    <a:pt x="3559948" y="883591"/>
                  </a:lnTo>
                  <a:lnTo>
                    <a:pt x="3560066" y="883591"/>
                  </a:lnTo>
                  <a:lnTo>
                    <a:pt x="3560183" y="883591"/>
                  </a:lnTo>
                  <a:lnTo>
                    <a:pt x="3560301" y="883591"/>
                  </a:lnTo>
                  <a:lnTo>
                    <a:pt x="3560419" y="883591"/>
                  </a:lnTo>
                  <a:lnTo>
                    <a:pt x="3560536" y="883591"/>
                  </a:lnTo>
                  <a:lnTo>
                    <a:pt x="3560654" y="883591"/>
                  </a:lnTo>
                  <a:lnTo>
                    <a:pt x="3560771" y="883591"/>
                  </a:lnTo>
                  <a:lnTo>
                    <a:pt x="3560889" y="883591"/>
                  </a:lnTo>
                  <a:lnTo>
                    <a:pt x="3561007" y="883591"/>
                  </a:lnTo>
                  <a:lnTo>
                    <a:pt x="3561124" y="883591"/>
                  </a:lnTo>
                  <a:lnTo>
                    <a:pt x="3561242" y="883591"/>
                  </a:lnTo>
                  <a:lnTo>
                    <a:pt x="3561242" y="883160"/>
                  </a:lnTo>
                  <a:lnTo>
                    <a:pt x="3561242" y="882730"/>
                  </a:lnTo>
                  <a:lnTo>
                    <a:pt x="3561359" y="882730"/>
                  </a:lnTo>
                  <a:lnTo>
                    <a:pt x="3561477" y="882730"/>
                  </a:lnTo>
                  <a:lnTo>
                    <a:pt x="3561595" y="882730"/>
                  </a:lnTo>
                  <a:lnTo>
                    <a:pt x="3561712" y="882730"/>
                  </a:lnTo>
                  <a:lnTo>
                    <a:pt x="3561830" y="882730"/>
                  </a:lnTo>
                  <a:lnTo>
                    <a:pt x="3561948" y="882730"/>
                  </a:lnTo>
                  <a:lnTo>
                    <a:pt x="3562065" y="882730"/>
                  </a:lnTo>
                  <a:lnTo>
                    <a:pt x="3562183" y="882730"/>
                  </a:lnTo>
                  <a:lnTo>
                    <a:pt x="3562300" y="882730"/>
                  </a:lnTo>
                  <a:lnTo>
                    <a:pt x="3562418" y="882730"/>
                  </a:lnTo>
                  <a:lnTo>
                    <a:pt x="3562418" y="882299"/>
                  </a:lnTo>
                  <a:lnTo>
                    <a:pt x="3562536" y="882299"/>
                  </a:lnTo>
                  <a:lnTo>
                    <a:pt x="3562653" y="882299"/>
                  </a:lnTo>
                  <a:lnTo>
                    <a:pt x="3562771" y="882299"/>
                  </a:lnTo>
                  <a:lnTo>
                    <a:pt x="3562888" y="882299"/>
                  </a:lnTo>
                  <a:lnTo>
                    <a:pt x="3563006" y="882299"/>
                  </a:lnTo>
                  <a:lnTo>
                    <a:pt x="3563124" y="882299"/>
                  </a:lnTo>
                  <a:lnTo>
                    <a:pt x="3563241" y="882299"/>
                  </a:lnTo>
                  <a:lnTo>
                    <a:pt x="3563359" y="882299"/>
                  </a:lnTo>
                  <a:lnTo>
                    <a:pt x="3563359" y="881868"/>
                  </a:lnTo>
                  <a:lnTo>
                    <a:pt x="3563476" y="881868"/>
                  </a:lnTo>
                  <a:lnTo>
                    <a:pt x="3563594" y="881868"/>
                  </a:lnTo>
                  <a:lnTo>
                    <a:pt x="3563712" y="881868"/>
                  </a:lnTo>
                  <a:lnTo>
                    <a:pt x="3563829" y="881868"/>
                  </a:lnTo>
                  <a:lnTo>
                    <a:pt x="3563947" y="881868"/>
                  </a:lnTo>
                  <a:lnTo>
                    <a:pt x="3564065" y="881868"/>
                  </a:lnTo>
                  <a:lnTo>
                    <a:pt x="3564182" y="881868"/>
                  </a:lnTo>
                  <a:lnTo>
                    <a:pt x="3564300" y="881868"/>
                  </a:lnTo>
                  <a:lnTo>
                    <a:pt x="3564300" y="881438"/>
                  </a:lnTo>
                  <a:lnTo>
                    <a:pt x="3564300" y="881007"/>
                  </a:lnTo>
                  <a:lnTo>
                    <a:pt x="3564417" y="881007"/>
                  </a:lnTo>
                  <a:lnTo>
                    <a:pt x="3564535" y="881007"/>
                  </a:lnTo>
                  <a:lnTo>
                    <a:pt x="3564653" y="881007"/>
                  </a:lnTo>
                  <a:lnTo>
                    <a:pt x="3564770" y="881007"/>
                  </a:lnTo>
                  <a:lnTo>
                    <a:pt x="3564770" y="880577"/>
                  </a:lnTo>
                  <a:lnTo>
                    <a:pt x="3564888" y="880577"/>
                  </a:lnTo>
                  <a:lnTo>
                    <a:pt x="3565005" y="880577"/>
                  </a:lnTo>
                  <a:lnTo>
                    <a:pt x="3565005" y="880146"/>
                  </a:lnTo>
                  <a:lnTo>
                    <a:pt x="3565123" y="880146"/>
                  </a:lnTo>
                  <a:lnTo>
                    <a:pt x="3565123" y="879715"/>
                  </a:lnTo>
                  <a:lnTo>
                    <a:pt x="3565241" y="879715"/>
                  </a:lnTo>
                  <a:lnTo>
                    <a:pt x="3565358" y="879715"/>
                  </a:lnTo>
                  <a:lnTo>
                    <a:pt x="3565476" y="879715"/>
                  </a:lnTo>
                  <a:lnTo>
                    <a:pt x="3565594" y="879715"/>
                  </a:lnTo>
                  <a:lnTo>
                    <a:pt x="3565711" y="879715"/>
                  </a:lnTo>
                  <a:lnTo>
                    <a:pt x="3565711" y="879285"/>
                  </a:lnTo>
                  <a:lnTo>
                    <a:pt x="3565829" y="879285"/>
                  </a:lnTo>
                  <a:lnTo>
                    <a:pt x="3565946" y="879285"/>
                  </a:lnTo>
                  <a:lnTo>
                    <a:pt x="3566064" y="879285"/>
                  </a:lnTo>
                  <a:lnTo>
                    <a:pt x="3566182" y="879285"/>
                  </a:lnTo>
                  <a:lnTo>
                    <a:pt x="3566299" y="879285"/>
                  </a:lnTo>
                  <a:lnTo>
                    <a:pt x="3566417" y="879285"/>
                  </a:lnTo>
                  <a:lnTo>
                    <a:pt x="3566534" y="879285"/>
                  </a:lnTo>
                  <a:lnTo>
                    <a:pt x="3566652" y="879285"/>
                  </a:lnTo>
                  <a:lnTo>
                    <a:pt x="3566770" y="879285"/>
                  </a:lnTo>
                  <a:lnTo>
                    <a:pt x="3566887" y="879285"/>
                  </a:lnTo>
                  <a:lnTo>
                    <a:pt x="3567005" y="879285"/>
                  </a:lnTo>
                  <a:lnTo>
                    <a:pt x="3567123" y="879285"/>
                  </a:lnTo>
                  <a:lnTo>
                    <a:pt x="3567240" y="879285"/>
                  </a:lnTo>
                  <a:lnTo>
                    <a:pt x="3567358" y="879285"/>
                  </a:lnTo>
                  <a:lnTo>
                    <a:pt x="3567475" y="879285"/>
                  </a:lnTo>
                  <a:lnTo>
                    <a:pt x="3567593" y="879285"/>
                  </a:lnTo>
                  <a:lnTo>
                    <a:pt x="3567711" y="879285"/>
                  </a:lnTo>
                  <a:lnTo>
                    <a:pt x="3567828" y="879285"/>
                  </a:lnTo>
                  <a:lnTo>
                    <a:pt x="3567946" y="879285"/>
                  </a:lnTo>
                  <a:lnTo>
                    <a:pt x="3567946" y="878854"/>
                  </a:lnTo>
                  <a:lnTo>
                    <a:pt x="3567946" y="878424"/>
                  </a:lnTo>
                  <a:lnTo>
                    <a:pt x="3567946" y="877993"/>
                  </a:lnTo>
                  <a:lnTo>
                    <a:pt x="3568063" y="877993"/>
                  </a:lnTo>
                  <a:lnTo>
                    <a:pt x="3568063" y="877562"/>
                  </a:lnTo>
                  <a:lnTo>
                    <a:pt x="3568181" y="877562"/>
                  </a:lnTo>
                  <a:lnTo>
                    <a:pt x="3568299" y="877562"/>
                  </a:lnTo>
                  <a:lnTo>
                    <a:pt x="3568416" y="877562"/>
                  </a:lnTo>
                  <a:lnTo>
                    <a:pt x="3568534" y="877562"/>
                  </a:lnTo>
                  <a:lnTo>
                    <a:pt x="3568652" y="877562"/>
                  </a:lnTo>
                  <a:lnTo>
                    <a:pt x="3568769" y="877562"/>
                  </a:lnTo>
                  <a:lnTo>
                    <a:pt x="3568887" y="877562"/>
                  </a:lnTo>
                  <a:lnTo>
                    <a:pt x="3568887" y="877132"/>
                  </a:lnTo>
                  <a:lnTo>
                    <a:pt x="3569004" y="877132"/>
                  </a:lnTo>
                  <a:lnTo>
                    <a:pt x="3569004" y="876701"/>
                  </a:lnTo>
                  <a:lnTo>
                    <a:pt x="3569122" y="876701"/>
                  </a:lnTo>
                  <a:lnTo>
                    <a:pt x="3569240" y="876701"/>
                  </a:lnTo>
                  <a:lnTo>
                    <a:pt x="3569357" y="876701"/>
                  </a:lnTo>
                  <a:lnTo>
                    <a:pt x="3569475" y="876701"/>
                  </a:lnTo>
                  <a:lnTo>
                    <a:pt x="3569592" y="876701"/>
                  </a:lnTo>
                  <a:lnTo>
                    <a:pt x="3569710" y="876701"/>
                  </a:lnTo>
                  <a:lnTo>
                    <a:pt x="3569710" y="876271"/>
                  </a:lnTo>
                  <a:lnTo>
                    <a:pt x="3569828" y="876271"/>
                  </a:lnTo>
                  <a:lnTo>
                    <a:pt x="3569945" y="876271"/>
                  </a:lnTo>
                  <a:lnTo>
                    <a:pt x="3570063" y="876271"/>
                  </a:lnTo>
                  <a:lnTo>
                    <a:pt x="3570181" y="876271"/>
                  </a:lnTo>
                  <a:lnTo>
                    <a:pt x="3570298" y="876271"/>
                  </a:lnTo>
                  <a:lnTo>
                    <a:pt x="3570416" y="876271"/>
                  </a:lnTo>
                  <a:lnTo>
                    <a:pt x="3570533" y="876271"/>
                  </a:lnTo>
                  <a:lnTo>
                    <a:pt x="3570651" y="876271"/>
                  </a:lnTo>
                  <a:lnTo>
                    <a:pt x="3570769" y="876271"/>
                  </a:lnTo>
                  <a:lnTo>
                    <a:pt x="3570886" y="876271"/>
                  </a:lnTo>
                  <a:lnTo>
                    <a:pt x="3570886" y="875840"/>
                  </a:lnTo>
                  <a:lnTo>
                    <a:pt x="3571004" y="875840"/>
                  </a:lnTo>
                  <a:lnTo>
                    <a:pt x="3571121" y="875840"/>
                  </a:lnTo>
                  <a:lnTo>
                    <a:pt x="3571239" y="875840"/>
                  </a:lnTo>
                  <a:lnTo>
                    <a:pt x="3571357" y="875840"/>
                  </a:lnTo>
                  <a:lnTo>
                    <a:pt x="3571474" y="875840"/>
                  </a:lnTo>
                  <a:lnTo>
                    <a:pt x="3571592" y="875840"/>
                  </a:lnTo>
                  <a:lnTo>
                    <a:pt x="3571709" y="875840"/>
                  </a:lnTo>
                  <a:lnTo>
                    <a:pt x="3571827" y="875840"/>
                  </a:lnTo>
                  <a:lnTo>
                    <a:pt x="3571945" y="875840"/>
                  </a:lnTo>
                  <a:lnTo>
                    <a:pt x="3572062" y="875840"/>
                  </a:lnTo>
                  <a:lnTo>
                    <a:pt x="3572180" y="875840"/>
                  </a:lnTo>
                  <a:lnTo>
                    <a:pt x="3572298" y="875840"/>
                  </a:lnTo>
                  <a:lnTo>
                    <a:pt x="3572415" y="875840"/>
                  </a:lnTo>
                  <a:lnTo>
                    <a:pt x="3572533" y="875840"/>
                  </a:lnTo>
                  <a:lnTo>
                    <a:pt x="3572650" y="875840"/>
                  </a:lnTo>
                  <a:lnTo>
                    <a:pt x="3572768" y="875840"/>
                  </a:lnTo>
                  <a:lnTo>
                    <a:pt x="3572886" y="875840"/>
                  </a:lnTo>
                  <a:lnTo>
                    <a:pt x="3573003" y="875840"/>
                  </a:lnTo>
                  <a:lnTo>
                    <a:pt x="3573121" y="875840"/>
                  </a:lnTo>
                  <a:lnTo>
                    <a:pt x="3573238" y="875840"/>
                  </a:lnTo>
                  <a:lnTo>
                    <a:pt x="3573356" y="875840"/>
                  </a:lnTo>
                  <a:lnTo>
                    <a:pt x="3573474" y="875840"/>
                  </a:lnTo>
                  <a:lnTo>
                    <a:pt x="3573591" y="875840"/>
                  </a:lnTo>
                  <a:lnTo>
                    <a:pt x="3573709" y="875840"/>
                  </a:lnTo>
                  <a:lnTo>
                    <a:pt x="3573827" y="875840"/>
                  </a:lnTo>
                  <a:lnTo>
                    <a:pt x="3573944" y="875840"/>
                  </a:lnTo>
                  <a:lnTo>
                    <a:pt x="3574062" y="875840"/>
                  </a:lnTo>
                  <a:lnTo>
                    <a:pt x="3574179" y="875840"/>
                  </a:lnTo>
                  <a:lnTo>
                    <a:pt x="3574297" y="875840"/>
                  </a:lnTo>
                  <a:lnTo>
                    <a:pt x="3574297" y="875409"/>
                  </a:lnTo>
                  <a:lnTo>
                    <a:pt x="3574415" y="875409"/>
                  </a:lnTo>
                  <a:lnTo>
                    <a:pt x="3574532" y="875409"/>
                  </a:lnTo>
                  <a:lnTo>
                    <a:pt x="3574650" y="875409"/>
                  </a:lnTo>
                  <a:lnTo>
                    <a:pt x="3574767" y="875409"/>
                  </a:lnTo>
                  <a:lnTo>
                    <a:pt x="3574885" y="875409"/>
                  </a:lnTo>
                  <a:lnTo>
                    <a:pt x="3575003" y="875409"/>
                  </a:lnTo>
                  <a:lnTo>
                    <a:pt x="3575003" y="874979"/>
                  </a:lnTo>
                  <a:lnTo>
                    <a:pt x="3575120" y="874979"/>
                  </a:lnTo>
                  <a:lnTo>
                    <a:pt x="3575120" y="874548"/>
                  </a:lnTo>
                  <a:lnTo>
                    <a:pt x="3575120" y="874118"/>
                  </a:lnTo>
                  <a:lnTo>
                    <a:pt x="3575238" y="874118"/>
                  </a:lnTo>
                  <a:lnTo>
                    <a:pt x="3575356" y="874118"/>
                  </a:lnTo>
                  <a:lnTo>
                    <a:pt x="3575473" y="874118"/>
                  </a:lnTo>
                  <a:lnTo>
                    <a:pt x="3575591" y="874118"/>
                  </a:lnTo>
                  <a:lnTo>
                    <a:pt x="3575708" y="874118"/>
                  </a:lnTo>
                  <a:lnTo>
                    <a:pt x="3575826" y="874118"/>
                  </a:lnTo>
                  <a:lnTo>
                    <a:pt x="3575944" y="874118"/>
                  </a:lnTo>
                  <a:lnTo>
                    <a:pt x="3576061" y="874118"/>
                  </a:lnTo>
                  <a:lnTo>
                    <a:pt x="3576179" y="874118"/>
                  </a:lnTo>
                  <a:lnTo>
                    <a:pt x="3576179" y="873687"/>
                  </a:lnTo>
                  <a:lnTo>
                    <a:pt x="3576296" y="873687"/>
                  </a:lnTo>
                  <a:lnTo>
                    <a:pt x="3576414" y="873687"/>
                  </a:lnTo>
                  <a:lnTo>
                    <a:pt x="3576414" y="873256"/>
                  </a:lnTo>
                  <a:lnTo>
                    <a:pt x="3576532" y="873256"/>
                  </a:lnTo>
                  <a:lnTo>
                    <a:pt x="3576649" y="873256"/>
                  </a:lnTo>
                  <a:lnTo>
                    <a:pt x="3576767" y="873256"/>
                  </a:lnTo>
                  <a:lnTo>
                    <a:pt x="3576885" y="873256"/>
                  </a:lnTo>
                  <a:lnTo>
                    <a:pt x="3577002" y="873256"/>
                  </a:lnTo>
                  <a:lnTo>
                    <a:pt x="3577120" y="873256"/>
                  </a:lnTo>
                  <a:lnTo>
                    <a:pt x="3577237" y="873256"/>
                  </a:lnTo>
                  <a:lnTo>
                    <a:pt x="3577237" y="872826"/>
                  </a:lnTo>
                  <a:lnTo>
                    <a:pt x="3577355" y="872826"/>
                  </a:lnTo>
                  <a:lnTo>
                    <a:pt x="3577473" y="872826"/>
                  </a:lnTo>
                  <a:lnTo>
                    <a:pt x="3577590" y="872826"/>
                  </a:lnTo>
                  <a:lnTo>
                    <a:pt x="3577708" y="872826"/>
                  </a:lnTo>
                  <a:lnTo>
                    <a:pt x="3577825" y="872826"/>
                  </a:lnTo>
                  <a:lnTo>
                    <a:pt x="3577943" y="872826"/>
                  </a:lnTo>
                  <a:lnTo>
                    <a:pt x="3578061" y="872826"/>
                  </a:lnTo>
                  <a:lnTo>
                    <a:pt x="3578178" y="872826"/>
                  </a:lnTo>
                  <a:lnTo>
                    <a:pt x="3578178" y="872395"/>
                  </a:lnTo>
                  <a:lnTo>
                    <a:pt x="3578178" y="871965"/>
                  </a:lnTo>
                  <a:lnTo>
                    <a:pt x="3578296" y="871965"/>
                  </a:lnTo>
                  <a:lnTo>
                    <a:pt x="3578414" y="871965"/>
                  </a:lnTo>
                  <a:lnTo>
                    <a:pt x="3578414" y="871534"/>
                  </a:lnTo>
                  <a:lnTo>
                    <a:pt x="3578531" y="871534"/>
                  </a:lnTo>
                  <a:lnTo>
                    <a:pt x="3578649" y="871534"/>
                  </a:lnTo>
                  <a:lnTo>
                    <a:pt x="3578766" y="871534"/>
                  </a:lnTo>
                  <a:lnTo>
                    <a:pt x="3578884" y="871534"/>
                  </a:lnTo>
                  <a:lnTo>
                    <a:pt x="3579002" y="871534"/>
                  </a:lnTo>
                  <a:lnTo>
                    <a:pt x="3579119" y="871534"/>
                  </a:lnTo>
                  <a:lnTo>
                    <a:pt x="3579237" y="871534"/>
                  </a:lnTo>
                  <a:lnTo>
                    <a:pt x="3579237" y="871103"/>
                  </a:lnTo>
                  <a:lnTo>
                    <a:pt x="3579354" y="871103"/>
                  </a:lnTo>
                  <a:lnTo>
                    <a:pt x="3579354" y="870673"/>
                  </a:lnTo>
                  <a:lnTo>
                    <a:pt x="3579472" y="870673"/>
                  </a:lnTo>
                  <a:lnTo>
                    <a:pt x="3579590" y="870673"/>
                  </a:lnTo>
                  <a:lnTo>
                    <a:pt x="3579590" y="870242"/>
                  </a:lnTo>
                  <a:lnTo>
                    <a:pt x="3579590" y="869812"/>
                  </a:lnTo>
                  <a:lnTo>
                    <a:pt x="3579707" y="869812"/>
                  </a:lnTo>
                  <a:lnTo>
                    <a:pt x="3579825" y="869812"/>
                  </a:lnTo>
                  <a:lnTo>
                    <a:pt x="3579825" y="869381"/>
                  </a:lnTo>
                  <a:lnTo>
                    <a:pt x="3579942" y="869381"/>
                  </a:lnTo>
                  <a:lnTo>
                    <a:pt x="3580060" y="869381"/>
                  </a:lnTo>
                  <a:lnTo>
                    <a:pt x="3580178" y="869381"/>
                  </a:lnTo>
                  <a:lnTo>
                    <a:pt x="3580295" y="869381"/>
                  </a:lnTo>
                  <a:lnTo>
                    <a:pt x="3580295" y="868950"/>
                  </a:lnTo>
                  <a:lnTo>
                    <a:pt x="3580413" y="868950"/>
                  </a:lnTo>
                  <a:lnTo>
                    <a:pt x="3580531" y="868950"/>
                  </a:lnTo>
                  <a:lnTo>
                    <a:pt x="3580648" y="868950"/>
                  </a:lnTo>
                  <a:lnTo>
                    <a:pt x="3580766" y="868950"/>
                  </a:lnTo>
                  <a:lnTo>
                    <a:pt x="3580883" y="868950"/>
                  </a:lnTo>
                  <a:lnTo>
                    <a:pt x="3581001" y="868950"/>
                  </a:lnTo>
                  <a:lnTo>
                    <a:pt x="3581119" y="868950"/>
                  </a:lnTo>
                  <a:lnTo>
                    <a:pt x="3581236" y="868950"/>
                  </a:lnTo>
                  <a:lnTo>
                    <a:pt x="3581236" y="868520"/>
                  </a:lnTo>
                  <a:lnTo>
                    <a:pt x="3581354" y="868520"/>
                  </a:lnTo>
                  <a:lnTo>
                    <a:pt x="3581471" y="868520"/>
                  </a:lnTo>
                  <a:lnTo>
                    <a:pt x="3581589" y="868520"/>
                  </a:lnTo>
                  <a:lnTo>
                    <a:pt x="3581707" y="868520"/>
                  </a:lnTo>
                  <a:lnTo>
                    <a:pt x="3581707" y="868089"/>
                  </a:lnTo>
                  <a:lnTo>
                    <a:pt x="3581707" y="867659"/>
                  </a:lnTo>
                  <a:lnTo>
                    <a:pt x="3581707" y="867228"/>
                  </a:lnTo>
                  <a:lnTo>
                    <a:pt x="3581707" y="866797"/>
                  </a:lnTo>
                  <a:lnTo>
                    <a:pt x="3581707" y="866367"/>
                  </a:lnTo>
                  <a:lnTo>
                    <a:pt x="3581824" y="866367"/>
                  </a:lnTo>
                  <a:lnTo>
                    <a:pt x="3581942" y="866367"/>
                  </a:lnTo>
                  <a:lnTo>
                    <a:pt x="3582060" y="866367"/>
                  </a:lnTo>
                  <a:lnTo>
                    <a:pt x="3582177" y="866367"/>
                  </a:lnTo>
                  <a:lnTo>
                    <a:pt x="3582177" y="865936"/>
                  </a:lnTo>
                  <a:lnTo>
                    <a:pt x="3582295" y="865936"/>
                  </a:lnTo>
                  <a:lnTo>
                    <a:pt x="3582412" y="865936"/>
                  </a:lnTo>
                  <a:lnTo>
                    <a:pt x="3582530" y="865936"/>
                  </a:lnTo>
                  <a:lnTo>
                    <a:pt x="3582648" y="865936"/>
                  </a:lnTo>
                  <a:lnTo>
                    <a:pt x="3582765" y="865936"/>
                  </a:lnTo>
                  <a:lnTo>
                    <a:pt x="3582883" y="865936"/>
                  </a:lnTo>
                  <a:lnTo>
                    <a:pt x="3583000" y="865936"/>
                  </a:lnTo>
                  <a:lnTo>
                    <a:pt x="3583118" y="865936"/>
                  </a:lnTo>
                  <a:lnTo>
                    <a:pt x="3583118" y="865506"/>
                  </a:lnTo>
                  <a:lnTo>
                    <a:pt x="3583236" y="865506"/>
                  </a:lnTo>
                  <a:lnTo>
                    <a:pt x="3583236" y="865075"/>
                  </a:lnTo>
                  <a:lnTo>
                    <a:pt x="3583353" y="865075"/>
                  </a:lnTo>
                  <a:lnTo>
                    <a:pt x="3583471" y="865075"/>
                  </a:lnTo>
                  <a:lnTo>
                    <a:pt x="3583589" y="865075"/>
                  </a:lnTo>
                  <a:lnTo>
                    <a:pt x="3583706" y="865075"/>
                  </a:lnTo>
                  <a:lnTo>
                    <a:pt x="3583824" y="865075"/>
                  </a:lnTo>
                  <a:lnTo>
                    <a:pt x="3583941" y="865075"/>
                  </a:lnTo>
                  <a:lnTo>
                    <a:pt x="3584059" y="865075"/>
                  </a:lnTo>
                  <a:lnTo>
                    <a:pt x="3584177" y="865075"/>
                  </a:lnTo>
                  <a:lnTo>
                    <a:pt x="3584294" y="865075"/>
                  </a:lnTo>
                  <a:lnTo>
                    <a:pt x="3584412" y="865075"/>
                  </a:lnTo>
                  <a:lnTo>
                    <a:pt x="3584529" y="865075"/>
                  </a:lnTo>
                  <a:lnTo>
                    <a:pt x="3584647" y="865075"/>
                  </a:lnTo>
                  <a:lnTo>
                    <a:pt x="3584765" y="865075"/>
                  </a:lnTo>
                  <a:lnTo>
                    <a:pt x="3584882" y="865075"/>
                  </a:lnTo>
                  <a:lnTo>
                    <a:pt x="3584882" y="864644"/>
                  </a:lnTo>
                  <a:lnTo>
                    <a:pt x="3585000" y="864644"/>
                  </a:lnTo>
                  <a:lnTo>
                    <a:pt x="3585118" y="864644"/>
                  </a:lnTo>
                  <a:lnTo>
                    <a:pt x="3585235" y="864644"/>
                  </a:lnTo>
                  <a:lnTo>
                    <a:pt x="3585235" y="864214"/>
                  </a:lnTo>
                  <a:lnTo>
                    <a:pt x="3585353" y="864214"/>
                  </a:lnTo>
                  <a:lnTo>
                    <a:pt x="3585353" y="863783"/>
                  </a:lnTo>
                  <a:lnTo>
                    <a:pt x="3585470" y="863783"/>
                  </a:lnTo>
                  <a:lnTo>
                    <a:pt x="3585588" y="863783"/>
                  </a:lnTo>
                  <a:lnTo>
                    <a:pt x="3585706" y="863783"/>
                  </a:lnTo>
                  <a:lnTo>
                    <a:pt x="3585823" y="863783"/>
                  </a:lnTo>
                  <a:lnTo>
                    <a:pt x="3585941" y="863783"/>
                  </a:lnTo>
                  <a:lnTo>
                    <a:pt x="3586058" y="863783"/>
                  </a:lnTo>
                  <a:lnTo>
                    <a:pt x="3586176" y="863783"/>
                  </a:lnTo>
                  <a:lnTo>
                    <a:pt x="3586176" y="863353"/>
                  </a:lnTo>
                  <a:lnTo>
                    <a:pt x="3586294" y="863353"/>
                  </a:lnTo>
                  <a:lnTo>
                    <a:pt x="3586294" y="862922"/>
                  </a:lnTo>
                  <a:lnTo>
                    <a:pt x="3586411" y="862922"/>
                  </a:lnTo>
                  <a:lnTo>
                    <a:pt x="3586411" y="862491"/>
                  </a:lnTo>
                  <a:lnTo>
                    <a:pt x="3586529" y="862491"/>
                  </a:lnTo>
                  <a:lnTo>
                    <a:pt x="3586647" y="862491"/>
                  </a:lnTo>
                  <a:lnTo>
                    <a:pt x="3586764" y="862491"/>
                  </a:lnTo>
                  <a:lnTo>
                    <a:pt x="3586882" y="862491"/>
                  </a:lnTo>
                  <a:lnTo>
                    <a:pt x="3586999" y="862491"/>
                  </a:lnTo>
                  <a:lnTo>
                    <a:pt x="3587117" y="862491"/>
                  </a:lnTo>
                  <a:lnTo>
                    <a:pt x="3587235" y="862491"/>
                  </a:lnTo>
                  <a:lnTo>
                    <a:pt x="3587235" y="862061"/>
                  </a:lnTo>
                  <a:lnTo>
                    <a:pt x="3587352" y="862061"/>
                  </a:lnTo>
                  <a:lnTo>
                    <a:pt x="3587470" y="862061"/>
                  </a:lnTo>
                  <a:lnTo>
                    <a:pt x="3587587" y="862061"/>
                  </a:lnTo>
                  <a:lnTo>
                    <a:pt x="3587705" y="862061"/>
                  </a:lnTo>
                  <a:lnTo>
                    <a:pt x="3587823" y="862061"/>
                  </a:lnTo>
                  <a:lnTo>
                    <a:pt x="3587940" y="862061"/>
                  </a:lnTo>
                  <a:lnTo>
                    <a:pt x="3588058" y="862061"/>
                  </a:lnTo>
                  <a:lnTo>
                    <a:pt x="3588175" y="862061"/>
                  </a:lnTo>
                  <a:lnTo>
                    <a:pt x="3588293" y="862061"/>
                  </a:lnTo>
                  <a:lnTo>
                    <a:pt x="3588411" y="862061"/>
                  </a:lnTo>
                  <a:lnTo>
                    <a:pt x="3588528" y="862061"/>
                  </a:lnTo>
                  <a:lnTo>
                    <a:pt x="3588646" y="862061"/>
                  </a:lnTo>
                  <a:lnTo>
                    <a:pt x="3588764" y="862061"/>
                  </a:lnTo>
                  <a:lnTo>
                    <a:pt x="3588881" y="862061"/>
                  </a:lnTo>
                  <a:lnTo>
                    <a:pt x="3588881" y="861630"/>
                  </a:lnTo>
                  <a:lnTo>
                    <a:pt x="3588999" y="861630"/>
                  </a:lnTo>
                  <a:lnTo>
                    <a:pt x="3589116" y="861630"/>
                  </a:lnTo>
                  <a:lnTo>
                    <a:pt x="3589234" y="861630"/>
                  </a:lnTo>
                  <a:lnTo>
                    <a:pt x="3589352" y="861630"/>
                  </a:lnTo>
                  <a:lnTo>
                    <a:pt x="3589469" y="861630"/>
                  </a:lnTo>
                  <a:lnTo>
                    <a:pt x="3589587" y="861630"/>
                  </a:lnTo>
                  <a:lnTo>
                    <a:pt x="3589704" y="861630"/>
                  </a:lnTo>
                  <a:lnTo>
                    <a:pt x="3589704" y="861200"/>
                  </a:lnTo>
                  <a:lnTo>
                    <a:pt x="3589822" y="861200"/>
                  </a:lnTo>
                  <a:lnTo>
                    <a:pt x="3589940" y="861200"/>
                  </a:lnTo>
                  <a:lnTo>
                    <a:pt x="3590057" y="861200"/>
                  </a:lnTo>
                  <a:lnTo>
                    <a:pt x="3590175" y="861200"/>
                  </a:lnTo>
                  <a:lnTo>
                    <a:pt x="3590293" y="861200"/>
                  </a:lnTo>
                  <a:lnTo>
                    <a:pt x="3590410" y="861200"/>
                  </a:lnTo>
                  <a:lnTo>
                    <a:pt x="3590528" y="861200"/>
                  </a:lnTo>
                  <a:lnTo>
                    <a:pt x="3590645" y="861200"/>
                  </a:lnTo>
                  <a:lnTo>
                    <a:pt x="3590763" y="861200"/>
                  </a:lnTo>
                  <a:lnTo>
                    <a:pt x="3590763" y="860769"/>
                  </a:lnTo>
                  <a:lnTo>
                    <a:pt x="3590881" y="860769"/>
                  </a:lnTo>
                  <a:lnTo>
                    <a:pt x="3590998" y="860769"/>
                  </a:lnTo>
                  <a:lnTo>
                    <a:pt x="3591116" y="860769"/>
                  </a:lnTo>
                  <a:lnTo>
                    <a:pt x="3591116" y="860338"/>
                  </a:lnTo>
                  <a:lnTo>
                    <a:pt x="3591233" y="860338"/>
                  </a:lnTo>
                  <a:lnTo>
                    <a:pt x="3591351" y="860338"/>
                  </a:lnTo>
                  <a:lnTo>
                    <a:pt x="3591351" y="859908"/>
                  </a:lnTo>
                  <a:lnTo>
                    <a:pt x="3591469" y="859908"/>
                  </a:lnTo>
                  <a:lnTo>
                    <a:pt x="3591469" y="859477"/>
                  </a:lnTo>
                  <a:lnTo>
                    <a:pt x="3591586" y="859477"/>
                  </a:lnTo>
                  <a:lnTo>
                    <a:pt x="3591586" y="859047"/>
                  </a:lnTo>
                  <a:lnTo>
                    <a:pt x="3591704" y="859047"/>
                  </a:lnTo>
                  <a:lnTo>
                    <a:pt x="3591822" y="859047"/>
                  </a:lnTo>
                  <a:lnTo>
                    <a:pt x="3591939" y="859047"/>
                  </a:lnTo>
                  <a:lnTo>
                    <a:pt x="3591939" y="858616"/>
                  </a:lnTo>
                  <a:lnTo>
                    <a:pt x="3592057" y="858616"/>
                  </a:lnTo>
                  <a:lnTo>
                    <a:pt x="3592174" y="858616"/>
                  </a:lnTo>
                  <a:lnTo>
                    <a:pt x="3592292" y="858616"/>
                  </a:lnTo>
                  <a:lnTo>
                    <a:pt x="3592410" y="858616"/>
                  </a:lnTo>
                  <a:lnTo>
                    <a:pt x="3592410" y="858185"/>
                  </a:lnTo>
                  <a:lnTo>
                    <a:pt x="3592527" y="858185"/>
                  </a:lnTo>
                  <a:lnTo>
                    <a:pt x="3592645" y="858185"/>
                  </a:lnTo>
                  <a:lnTo>
                    <a:pt x="3592645" y="857755"/>
                  </a:lnTo>
                  <a:lnTo>
                    <a:pt x="3592762" y="857755"/>
                  </a:lnTo>
                  <a:lnTo>
                    <a:pt x="3592762" y="857324"/>
                  </a:lnTo>
                  <a:lnTo>
                    <a:pt x="3592880" y="857324"/>
                  </a:lnTo>
                  <a:lnTo>
                    <a:pt x="3592998" y="857324"/>
                  </a:lnTo>
                  <a:lnTo>
                    <a:pt x="3593115" y="857324"/>
                  </a:lnTo>
                  <a:lnTo>
                    <a:pt x="3593233" y="857324"/>
                  </a:lnTo>
                  <a:lnTo>
                    <a:pt x="3593351" y="857324"/>
                  </a:lnTo>
                  <a:lnTo>
                    <a:pt x="3593468" y="857324"/>
                  </a:lnTo>
                  <a:lnTo>
                    <a:pt x="3593586" y="857324"/>
                  </a:lnTo>
                  <a:lnTo>
                    <a:pt x="3593703" y="857324"/>
                  </a:lnTo>
                  <a:lnTo>
                    <a:pt x="3593821" y="857324"/>
                  </a:lnTo>
                  <a:lnTo>
                    <a:pt x="3593939" y="857324"/>
                  </a:lnTo>
                  <a:lnTo>
                    <a:pt x="3594056" y="857324"/>
                  </a:lnTo>
                  <a:lnTo>
                    <a:pt x="3594174" y="857324"/>
                  </a:lnTo>
                  <a:lnTo>
                    <a:pt x="3594291" y="857324"/>
                  </a:lnTo>
                  <a:lnTo>
                    <a:pt x="3594409" y="857324"/>
                  </a:lnTo>
                  <a:lnTo>
                    <a:pt x="3594527" y="857324"/>
                  </a:lnTo>
                  <a:lnTo>
                    <a:pt x="3594644" y="857324"/>
                  </a:lnTo>
                  <a:lnTo>
                    <a:pt x="3594762" y="857324"/>
                  </a:lnTo>
                  <a:lnTo>
                    <a:pt x="3594880" y="857324"/>
                  </a:lnTo>
                  <a:lnTo>
                    <a:pt x="3594997" y="857324"/>
                  </a:lnTo>
                  <a:lnTo>
                    <a:pt x="3595115" y="857324"/>
                  </a:lnTo>
                  <a:lnTo>
                    <a:pt x="3595232" y="857324"/>
                  </a:lnTo>
                  <a:lnTo>
                    <a:pt x="3595350" y="857324"/>
                  </a:lnTo>
                  <a:lnTo>
                    <a:pt x="3595468" y="857324"/>
                  </a:lnTo>
                  <a:lnTo>
                    <a:pt x="3595585" y="857324"/>
                  </a:lnTo>
                  <a:lnTo>
                    <a:pt x="3595703" y="857324"/>
                  </a:lnTo>
                  <a:lnTo>
                    <a:pt x="3595820" y="857324"/>
                  </a:lnTo>
                  <a:lnTo>
                    <a:pt x="3595938" y="857324"/>
                  </a:lnTo>
                  <a:lnTo>
                    <a:pt x="3595938" y="856894"/>
                  </a:lnTo>
                  <a:lnTo>
                    <a:pt x="3596056" y="856894"/>
                  </a:lnTo>
                  <a:lnTo>
                    <a:pt x="3596173" y="856894"/>
                  </a:lnTo>
                  <a:lnTo>
                    <a:pt x="3596291" y="856894"/>
                  </a:lnTo>
                  <a:lnTo>
                    <a:pt x="3596291" y="856463"/>
                  </a:lnTo>
                  <a:lnTo>
                    <a:pt x="3596408" y="856463"/>
                  </a:lnTo>
                  <a:lnTo>
                    <a:pt x="3596526" y="856463"/>
                  </a:lnTo>
                  <a:lnTo>
                    <a:pt x="3596644" y="856463"/>
                  </a:lnTo>
                  <a:lnTo>
                    <a:pt x="3596761" y="856463"/>
                  </a:lnTo>
                  <a:lnTo>
                    <a:pt x="3596879" y="856463"/>
                  </a:lnTo>
                  <a:lnTo>
                    <a:pt x="3596997" y="856463"/>
                  </a:lnTo>
                  <a:lnTo>
                    <a:pt x="3596997" y="856032"/>
                  </a:lnTo>
                  <a:lnTo>
                    <a:pt x="3597114" y="856032"/>
                  </a:lnTo>
                  <a:lnTo>
                    <a:pt x="3597232" y="856032"/>
                  </a:lnTo>
                  <a:lnTo>
                    <a:pt x="3597349" y="856032"/>
                  </a:lnTo>
                  <a:lnTo>
                    <a:pt x="3597467" y="856032"/>
                  </a:lnTo>
                  <a:lnTo>
                    <a:pt x="3597467" y="855602"/>
                  </a:lnTo>
                  <a:lnTo>
                    <a:pt x="3597585" y="855602"/>
                  </a:lnTo>
                  <a:lnTo>
                    <a:pt x="3597702" y="855602"/>
                  </a:lnTo>
                  <a:lnTo>
                    <a:pt x="3597820" y="855602"/>
                  </a:lnTo>
                  <a:lnTo>
                    <a:pt x="3597937" y="855602"/>
                  </a:lnTo>
                  <a:lnTo>
                    <a:pt x="3598055" y="855602"/>
                  </a:lnTo>
                  <a:lnTo>
                    <a:pt x="3598173" y="855602"/>
                  </a:lnTo>
                  <a:lnTo>
                    <a:pt x="3598290" y="855602"/>
                  </a:lnTo>
                  <a:lnTo>
                    <a:pt x="3598408" y="855602"/>
                  </a:lnTo>
                  <a:lnTo>
                    <a:pt x="3598526" y="855602"/>
                  </a:lnTo>
                  <a:lnTo>
                    <a:pt x="3598643" y="855602"/>
                  </a:lnTo>
                  <a:lnTo>
                    <a:pt x="3598761" y="855602"/>
                  </a:lnTo>
                  <a:lnTo>
                    <a:pt x="3598878" y="855602"/>
                  </a:lnTo>
                  <a:lnTo>
                    <a:pt x="3598878" y="855171"/>
                  </a:lnTo>
                  <a:lnTo>
                    <a:pt x="3598996" y="855171"/>
                  </a:lnTo>
                  <a:lnTo>
                    <a:pt x="3599114" y="855171"/>
                  </a:lnTo>
                  <a:lnTo>
                    <a:pt x="3599231" y="855171"/>
                  </a:lnTo>
                  <a:lnTo>
                    <a:pt x="3599349" y="855171"/>
                  </a:lnTo>
                  <a:lnTo>
                    <a:pt x="3599466" y="855171"/>
                  </a:lnTo>
                  <a:lnTo>
                    <a:pt x="3599584" y="855171"/>
                  </a:lnTo>
                  <a:lnTo>
                    <a:pt x="3599702" y="855171"/>
                  </a:lnTo>
                  <a:lnTo>
                    <a:pt x="3599819" y="855171"/>
                  </a:lnTo>
                  <a:lnTo>
                    <a:pt x="3599937" y="855171"/>
                  </a:lnTo>
                  <a:lnTo>
                    <a:pt x="3600055" y="855171"/>
                  </a:lnTo>
                  <a:lnTo>
                    <a:pt x="3600172" y="855171"/>
                  </a:lnTo>
                  <a:lnTo>
                    <a:pt x="3600290" y="855171"/>
                  </a:lnTo>
                  <a:lnTo>
                    <a:pt x="3600407" y="855171"/>
                  </a:lnTo>
                  <a:lnTo>
                    <a:pt x="3600525" y="855171"/>
                  </a:lnTo>
                  <a:lnTo>
                    <a:pt x="3600643" y="855171"/>
                  </a:lnTo>
                  <a:lnTo>
                    <a:pt x="3600643" y="854741"/>
                  </a:lnTo>
                  <a:lnTo>
                    <a:pt x="3600760" y="854741"/>
                  </a:lnTo>
                  <a:lnTo>
                    <a:pt x="3600878" y="854741"/>
                  </a:lnTo>
                  <a:lnTo>
                    <a:pt x="3600995" y="854741"/>
                  </a:lnTo>
                  <a:lnTo>
                    <a:pt x="3601113" y="854741"/>
                  </a:lnTo>
                  <a:lnTo>
                    <a:pt x="3601231" y="854741"/>
                  </a:lnTo>
                  <a:lnTo>
                    <a:pt x="3601231" y="854310"/>
                  </a:lnTo>
                  <a:lnTo>
                    <a:pt x="3601348" y="854310"/>
                  </a:lnTo>
                  <a:lnTo>
                    <a:pt x="3601466" y="854310"/>
                  </a:lnTo>
                  <a:lnTo>
                    <a:pt x="3601584" y="854310"/>
                  </a:lnTo>
                  <a:lnTo>
                    <a:pt x="3601584" y="853879"/>
                  </a:lnTo>
                  <a:lnTo>
                    <a:pt x="3601701" y="853879"/>
                  </a:lnTo>
                  <a:lnTo>
                    <a:pt x="3601819" y="853879"/>
                  </a:lnTo>
                  <a:lnTo>
                    <a:pt x="3601819" y="853449"/>
                  </a:lnTo>
                  <a:lnTo>
                    <a:pt x="3601936" y="853449"/>
                  </a:lnTo>
                  <a:lnTo>
                    <a:pt x="3601936" y="853018"/>
                  </a:lnTo>
                  <a:lnTo>
                    <a:pt x="3602054" y="853018"/>
                  </a:lnTo>
                  <a:lnTo>
                    <a:pt x="3602172" y="853018"/>
                  </a:lnTo>
                  <a:lnTo>
                    <a:pt x="3602289" y="853018"/>
                  </a:lnTo>
                  <a:lnTo>
                    <a:pt x="3602407" y="853018"/>
                  </a:lnTo>
                  <a:lnTo>
                    <a:pt x="3602524" y="853018"/>
                  </a:lnTo>
                  <a:lnTo>
                    <a:pt x="3602642" y="853018"/>
                  </a:lnTo>
                  <a:lnTo>
                    <a:pt x="3602760" y="853018"/>
                  </a:lnTo>
                  <a:lnTo>
                    <a:pt x="3602877" y="853018"/>
                  </a:lnTo>
                  <a:lnTo>
                    <a:pt x="3602877" y="852588"/>
                  </a:lnTo>
                  <a:lnTo>
                    <a:pt x="3602995" y="852588"/>
                  </a:lnTo>
                  <a:lnTo>
                    <a:pt x="3603113" y="852588"/>
                  </a:lnTo>
                  <a:lnTo>
                    <a:pt x="3603230" y="852588"/>
                  </a:lnTo>
                  <a:lnTo>
                    <a:pt x="3603348" y="852588"/>
                  </a:lnTo>
                  <a:lnTo>
                    <a:pt x="3603465" y="852588"/>
                  </a:lnTo>
                  <a:lnTo>
                    <a:pt x="3603583" y="852588"/>
                  </a:lnTo>
                  <a:lnTo>
                    <a:pt x="3603701" y="852588"/>
                  </a:lnTo>
                  <a:lnTo>
                    <a:pt x="3603818" y="852588"/>
                  </a:lnTo>
                  <a:lnTo>
                    <a:pt x="3603936" y="852588"/>
                  </a:lnTo>
                  <a:lnTo>
                    <a:pt x="3604053" y="852588"/>
                  </a:lnTo>
                  <a:lnTo>
                    <a:pt x="3604171" y="852588"/>
                  </a:lnTo>
                  <a:lnTo>
                    <a:pt x="3604289" y="852588"/>
                  </a:lnTo>
                  <a:lnTo>
                    <a:pt x="3604406" y="852588"/>
                  </a:lnTo>
                  <a:lnTo>
                    <a:pt x="3604524" y="852588"/>
                  </a:lnTo>
                  <a:lnTo>
                    <a:pt x="3604641" y="852588"/>
                  </a:lnTo>
                  <a:lnTo>
                    <a:pt x="3604759" y="852588"/>
                  </a:lnTo>
                  <a:lnTo>
                    <a:pt x="3604877" y="852588"/>
                  </a:lnTo>
                  <a:lnTo>
                    <a:pt x="3604994" y="852588"/>
                  </a:lnTo>
                  <a:lnTo>
                    <a:pt x="3604994" y="852157"/>
                  </a:lnTo>
                  <a:lnTo>
                    <a:pt x="3605112" y="852157"/>
                  </a:lnTo>
                  <a:lnTo>
                    <a:pt x="3605230" y="852157"/>
                  </a:lnTo>
                  <a:lnTo>
                    <a:pt x="3605347" y="852157"/>
                  </a:lnTo>
                  <a:lnTo>
                    <a:pt x="3605465" y="852157"/>
                  </a:lnTo>
                  <a:lnTo>
                    <a:pt x="3605582" y="852157"/>
                  </a:lnTo>
                  <a:lnTo>
                    <a:pt x="3605700" y="852157"/>
                  </a:lnTo>
                  <a:lnTo>
                    <a:pt x="3605818" y="852157"/>
                  </a:lnTo>
                  <a:lnTo>
                    <a:pt x="3605935" y="852157"/>
                  </a:lnTo>
                  <a:lnTo>
                    <a:pt x="3606053" y="852157"/>
                  </a:lnTo>
                  <a:lnTo>
                    <a:pt x="3606170" y="852157"/>
                  </a:lnTo>
                  <a:lnTo>
                    <a:pt x="3606288" y="852157"/>
                  </a:lnTo>
                  <a:lnTo>
                    <a:pt x="3606406" y="852157"/>
                  </a:lnTo>
                  <a:lnTo>
                    <a:pt x="3606523" y="852157"/>
                  </a:lnTo>
                  <a:lnTo>
                    <a:pt x="3606641" y="852157"/>
                  </a:lnTo>
                  <a:lnTo>
                    <a:pt x="3606759" y="852157"/>
                  </a:lnTo>
                  <a:lnTo>
                    <a:pt x="3606876" y="852157"/>
                  </a:lnTo>
                  <a:lnTo>
                    <a:pt x="3606994" y="852157"/>
                  </a:lnTo>
                  <a:lnTo>
                    <a:pt x="3607111" y="852157"/>
                  </a:lnTo>
                  <a:lnTo>
                    <a:pt x="3607111" y="851726"/>
                  </a:lnTo>
                  <a:lnTo>
                    <a:pt x="3607229" y="851726"/>
                  </a:lnTo>
                  <a:lnTo>
                    <a:pt x="3607347" y="851726"/>
                  </a:lnTo>
                  <a:lnTo>
                    <a:pt x="3607464" y="851726"/>
                  </a:lnTo>
                  <a:lnTo>
                    <a:pt x="3607582" y="851726"/>
                  </a:lnTo>
                  <a:lnTo>
                    <a:pt x="3607699" y="851726"/>
                  </a:lnTo>
                  <a:lnTo>
                    <a:pt x="3607817" y="851726"/>
                  </a:lnTo>
                  <a:lnTo>
                    <a:pt x="3607935" y="851726"/>
                  </a:lnTo>
                  <a:lnTo>
                    <a:pt x="3608052" y="851726"/>
                  </a:lnTo>
                  <a:lnTo>
                    <a:pt x="3608170" y="851726"/>
                  </a:lnTo>
                  <a:lnTo>
                    <a:pt x="3608170" y="851296"/>
                  </a:lnTo>
                  <a:lnTo>
                    <a:pt x="3608288" y="851296"/>
                  </a:lnTo>
                  <a:lnTo>
                    <a:pt x="3608405" y="851296"/>
                  </a:lnTo>
                  <a:lnTo>
                    <a:pt x="3608523" y="851296"/>
                  </a:lnTo>
                  <a:lnTo>
                    <a:pt x="3608640" y="851296"/>
                  </a:lnTo>
                  <a:lnTo>
                    <a:pt x="3608758" y="851296"/>
                  </a:lnTo>
                  <a:lnTo>
                    <a:pt x="3608876" y="851296"/>
                  </a:lnTo>
                  <a:lnTo>
                    <a:pt x="3608993" y="851296"/>
                  </a:lnTo>
                  <a:lnTo>
                    <a:pt x="3608993" y="850865"/>
                  </a:lnTo>
                  <a:lnTo>
                    <a:pt x="3609111" y="850865"/>
                  </a:lnTo>
                  <a:lnTo>
                    <a:pt x="3609228" y="850865"/>
                  </a:lnTo>
                  <a:lnTo>
                    <a:pt x="3609346" y="850865"/>
                  </a:lnTo>
                  <a:lnTo>
                    <a:pt x="3609346" y="850435"/>
                  </a:lnTo>
                  <a:lnTo>
                    <a:pt x="3609346" y="850004"/>
                  </a:lnTo>
                  <a:lnTo>
                    <a:pt x="3609464" y="850004"/>
                  </a:lnTo>
                  <a:lnTo>
                    <a:pt x="3609581" y="850004"/>
                  </a:lnTo>
                  <a:lnTo>
                    <a:pt x="3609699" y="850004"/>
                  </a:lnTo>
                  <a:lnTo>
                    <a:pt x="3609817" y="850004"/>
                  </a:lnTo>
                  <a:lnTo>
                    <a:pt x="3609934" y="850004"/>
                  </a:lnTo>
                  <a:lnTo>
                    <a:pt x="3609934" y="849573"/>
                  </a:lnTo>
                  <a:lnTo>
                    <a:pt x="3610052" y="849573"/>
                  </a:lnTo>
                  <a:lnTo>
                    <a:pt x="3610169" y="849573"/>
                  </a:lnTo>
                  <a:lnTo>
                    <a:pt x="3610287" y="849573"/>
                  </a:lnTo>
                  <a:lnTo>
                    <a:pt x="3610405" y="849573"/>
                  </a:lnTo>
                  <a:lnTo>
                    <a:pt x="3610522" y="849573"/>
                  </a:lnTo>
                  <a:lnTo>
                    <a:pt x="3610640" y="849573"/>
                  </a:lnTo>
                  <a:lnTo>
                    <a:pt x="3610757" y="849573"/>
                  </a:lnTo>
                  <a:lnTo>
                    <a:pt x="3610875" y="849573"/>
                  </a:lnTo>
                  <a:lnTo>
                    <a:pt x="3610993" y="849573"/>
                  </a:lnTo>
                  <a:lnTo>
                    <a:pt x="3611110" y="849573"/>
                  </a:lnTo>
                  <a:lnTo>
                    <a:pt x="3611228" y="849573"/>
                  </a:lnTo>
                  <a:lnTo>
                    <a:pt x="3611346" y="849573"/>
                  </a:lnTo>
                  <a:lnTo>
                    <a:pt x="3611463" y="849573"/>
                  </a:lnTo>
                  <a:lnTo>
                    <a:pt x="3611581" y="849573"/>
                  </a:lnTo>
                  <a:lnTo>
                    <a:pt x="3611698" y="849573"/>
                  </a:lnTo>
                  <a:lnTo>
                    <a:pt x="3611816" y="849573"/>
                  </a:lnTo>
                  <a:lnTo>
                    <a:pt x="3611934" y="849573"/>
                  </a:lnTo>
                  <a:lnTo>
                    <a:pt x="3612051" y="849573"/>
                  </a:lnTo>
                  <a:lnTo>
                    <a:pt x="3612051" y="849143"/>
                  </a:lnTo>
                  <a:lnTo>
                    <a:pt x="3612169" y="849143"/>
                  </a:lnTo>
                  <a:lnTo>
                    <a:pt x="3612286" y="849143"/>
                  </a:lnTo>
                  <a:lnTo>
                    <a:pt x="3612404" y="849143"/>
                  </a:lnTo>
                  <a:lnTo>
                    <a:pt x="3612522" y="849143"/>
                  </a:lnTo>
                  <a:lnTo>
                    <a:pt x="3612639" y="849143"/>
                  </a:lnTo>
                  <a:lnTo>
                    <a:pt x="3612639" y="848712"/>
                  </a:lnTo>
                  <a:lnTo>
                    <a:pt x="3612639" y="848282"/>
                  </a:lnTo>
                  <a:lnTo>
                    <a:pt x="3612757" y="848282"/>
                  </a:lnTo>
                  <a:lnTo>
                    <a:pt x="3612874" y="848282"/>
                  </a:lnTo>
                  <a:lnTo>
                    <a:pt x="3612874" y="847851"/>
                  </a:lnTo>
                  <a:lnTo>
                    <a:pt x="3612992" y="847851"/>
                  </a:lnTo>
                  <a:lnTo>
                    <a:pt x="3612992" y="847420"/>
                  </a:lnTo>
                  <a:lnTo>
                    <a:pt x="3613110" y="847420"/>
                  </a:lnTo>
                  <a:lnTo>
                    <a:pt x="3613227" y="847420"/>
                  </a:lnTo>
                  <a:lnTo>
                    <a:pt x="3613345" y="847420"/>
                  </a:lnTo>
                  <a:lnTo>
                    <a:pt x="3613463" y="847420"/>
                  </a:lnTo>
                  <a:lnTo>
                    <a:pt x="3613580" y="847420"/>
                  </a:lnTo>
                  <a:lnTo>
                    <a:pt x="3613698" y="847420"/>
                  </a:lnTo>
                  <a:lnTo>
                    <a:pt x="3613815" y="847420"/>
                  </a:lnTo>
                  <a:lnTo>
                    <a:pt x="3613933" y="847420"/>
                  </a:lnTo>
                  <a:lnTo>
                    <a:pt x="3614051" y="847420"/>
                  </a:lnTo>
                  <a:lnTo>
                    <a:pt x="3614168" y="847420"/>
                  </a:lnTo>
                  <a:lnTo>
                    <a:pt x="3614168" y="846990"/>
                  </a:lnTo>
                  <a:lnTo>
                    <a:pt x="3614168" y="846559"/>
                  </a:lnTo>
                  <a:lnTo>
                    <a:pt x="3614286" y="846559"/>
                  </a:lnTo>
                  <a:lnTo>
                    <a:pt x="3614403" y="846559"/>
                  </a:lnTo>
                  <a:lnTo>
                    <a:pt x="3614403" y="846129"/>
                  </a:lnTo>
                  <a:lnTo>
                    <a:pt x="3614521" y="846129"/>
                  </a:lnTo>
                  <a:lnTo>
                    <a:pt x="3614639" y="846129"/>
                  </a:lnTo>
                  <a:lnTo>
                    <a:pt x="3614756" y="846129"/>
                  </a:lnTo>
                  <a:lnTo>
                    <a:pt x="3614756" y="845698"/>
                  </a:lnTo>
                  <a:lnTo>
                    <a:pt x="3614874" y="845698"/>
                  </a:lnTo>
                  <a:lnTo>
                    <a:pt x="3614992" y="845698"/>
                  </a:lnTo>
                  <a:lnTo>
                    <a:pt x="3615109" y="845698"/>
                  </a:lnTo>
                  <a:lnTo>
                    <a:pt x="3615109" y="845267"/>
                  </a:lnTo>
                  <a:lnTo>
                    <a:pt x="3615227" y="845267"/>
                  </a:lnTo>
                  <a:lnTo>
                    <a:pt x="3615227" y="844837"/>
                  </a:lnTo>
                  <a:lnTo>
                    <a:pt x="3615227" y="844406"/>
                  </a:lnTo>
                  <a:lnTo>
                    <a:pt x="3615344" y="844406"/>
                  </a:lnTo>
                  <a:lnTo>
                    <a:pt x="3615462" y="844406"/>
                  </a:lnTo>
                  <a:lnTo>
                    <a:pt x="3615580" y="844406"/>
                  </a:lnTo>
                  <a:lnTo>
                    <a:pt x="3615697" y="844406"/>
                  </a:lnTo>
                  <a:lnTo>
                    <a:pt x="3615815" y="844406"/>
                  </a:lnTo>
                  <a:lnTo>
                    <a:pt x="3615932" y="844406"/>
                  </a:lnTo>
                  <a:lnTo>
                    <a:pt x="3616050" y="844406"/>
                  </a:lnTo>
                  <a:lnTo>
                    <a:pt x="3616050" y="843976"/>
                  </a:lnTo>
                  <a:lnTo>
                    <a:pt x="3616168" y="843976"/>
                  </a:lnTo>
                  <a:lnTo>
                    <a:pt x="3616285" y="843976"/>
                  </a:lnTo>
                  <a:lnTo>
                    <a:pt x="3616403" y="843976"/>
                  </a:lnTo>
                  <a:lnTo>
                    <a:pt x="3616521" y="843976"/>
                  </a:lnTo>
                  <a:lnTo>
                    <a:pt x="3616638" y="843976"/>
                  </a:lnTo>
                  <a:lnTo>
                    <a:pt x="3616756" y="843976"/>
                  </a:lnTo>
                  <a:lnTo>
                    <a:pt x="3616873" y="843976"/>
                  </a:lnTo>
                  <a:lnTo>
                    <a:pt x="3616873" y="843545"/>
                  </a:lnTo>
                  <a:lnTo>
                    <a:pt x="3616991" y="843545"/>
                  </a:lnTo>
                  <a:lnTo>
                    <a:pt x="3616991" y="843114"/>
                  </a:lnTo>
                  <a:lnTo>
                    <a:pt x="3617109" y="843114"/>
                  </a:lnTo>
                  <a:lnTo>
                    <a:pt x="3617226" y="843114"/>
                  </a:lnTo>
                  <a:lnTo>
                    <a:pt x="3617344" y="843114"/>
                  </a:lnTo>
                  <a:lnTo>
                    <a:pt x="3617461" y="843114"/>
                  </a:lnTo>
                  <a:lnTo>
                    <a:pt x="3617579" y="843114"/>
                  </a:lnTo>
                  <a:lnTo>
                    <a:pt x="3617697" y="843114"/>
                  </a:lnTo>
                  <a:lnTo>
                    <a:pt x="3617814" y="843114"/>
                  </a:lnTo>
                  <a:lnTo>
                    <a:pt x="3617932" y="843114"/>
                  </a:lnTo>
                  <a:lnTo>
                    <a:pt x="3617932" y="842684"/>
                  </a:lnTo>
                  <a:lnTo>
                    <a:pt x="3618050" y="842684"/>
                  </a:lnTo>
                  <a:lnTo>
                    <a:pt x="3618167" y="842684"/>
                  </a:lnTo>
                  <a:lnTo>
                    <a:pt x="3618285" y="842684"/>
                  </a:lnTo>
                  <a:lnTo>
                    <a:pt x="3618285" y="842253"/>
                  </a:lnTo>
                  <a:lnTo>
                    <a:pt x="3618285" y="841823"/>
                  </a:lnTo>
                  <a:lnTo>
                    <a:pt x="3618402" y="841823"/>
                  </a:lnTo>
                  <a:lnTo>
                    <a:pt x="3618520" y="841823"/>
                  </a:lnTo>
                  <a:lnTo>
                    <a:pt x="3618638" y="841823"/>
                  </a:lnTo>
                  <a:lnTo>
                    <a:pt x="3618638" y="841392"/>
                  </a:lnTo>
                  <a:lnTo>
                    <a:pt x="3618755" y="841392"/>
                  </a:lnTo>
                  <a:lnTo>
                    <a:pt x="3618873" y="841392"/>
                  </a:lnTo>
                  <a:lnTo>
                    <a:pt x="3618990" y="841392"/>
                  </a:lnTo>
                  <a:lnTo>
                    <a:pt x="3619108" y="841392"/>
                  </a:lnTo>
                  <a:lnTo>
                    <a:pt x="3619226" y="841392"/>
                  </a:lnTo>
                  <a:lnTo>
                    <a:pt x="3619343" y="841392"/>
                  </a:lnTo>
                  <a:lnTo>
                    <a:pt x="3619461" y="841392"/>
                  </a:lnTo>
                  <a:lnTo>
                    <a:pt x="3619579" y="841392"/>
                  </a:lnTo>
                  <a:lnTo>
                    <a:pt x="3619696" y="841392"/>
                  </a:lnTo>
                  <a:lnTo>
                    <a:pt x="3619814" y="841392"/>
                  </a:lnTo>
                  <a:lnTo>
                    <a:pt x="3619931" y="841392"/>
                  </a:lnTo>
                  <a:lnTo>
                    <a:pt x="3620049" y="841392"/>
                  </a:lnTo>
                  <a:lnTo>
                    <a:pt x="3620167" y="841392"/>
                  </a:lnTo>
                  <a:lnTo>
                    <a:pt x="3620167" y="840961"/>
                  </a:lnTo>
                  <a:lnTo>
                    <a:pt x="3620284" y="840961"/>
                  </a:lnTo>
                  <a:lnTo>
                    <a:pt x="3620402" y="840961"/>
                  </a:lnTo>
                  <a:lnTo>
                    <a:pt x="3620519" y="840961"/>
                  </a:lnTo>
                  <a:lnTo>
                    <a:pt x="3620637" y="840961"/>
                  </a:lnTo>
                  <a:lnTo>
                    <a:pt x="3620755" y="840961"/>
                  </a:lnTo>
                  <a:lnTo>
                    <a:pt x="3620872" y="840961"/>
                  </a:lnTo>
                  <a:lnTo>
                    <a:pt x="3620990" y="840961"/>
                  </a:lnTo>
                  <a:lnTo>
                    <a:pt x="3621107" y="840961"/>
                  </a:lnTo>
                  <a:lnTo>
                    <a:pt x="3621225" y="840961"/>
                  </a:lnTo>
                  <a:lnTo>
                    <a:pt x="3621343" y="840961"/>
                  </a:lnTo>
                  <a:lnTo>
                    <a:pt x="3621460" y="840961"/>
                  </a:lnTo>
                  <a:lnTo>
                    <a:pt x="3621578" y="840961"/>
                  </a:lnTo>
                  <a:lnTo>
                    <a:pt x="3621696" y="840961"/>
                  </a:lnTo>
                  <a:lnTo>
                    <a:pt x="3621813" y="840961"/>
                  </a:lnTo>
                  <a:lnTo>
                    <a:pt x="3621931" y="840961"/>
                  </a:lnTo>
                  <a:lnTo>
                    <a:pt x="3622048" y="840961"/>
                  </a:lnTo>
                  <a:lnTo>
                    <a:pt x="3622166" y="840961"/>
                  </a:lnTo>
                  <a:lnTo>
                    <a:pt x="3622284" y="840961"/>
                  </a:lnTo>
                  <a:lnTo>
                    <a:pt x="3622401" y="840961"/>
                  </a:lnTo>
                  <a:lnTo>
                    <a:pt x="3622519" y="840961"/>
                  </a:lnTo>
                  <a:lnTo>
                    <a:pt x="3622636" y="840961"/>
                  </a:lnTo>
                  <a:lnTo>
                    <a:pt x="3622754" y="840961"/>
                  </a:lnTo>
                  <a:lnTo>
                    <a:pt x="3622872" y="840961"/>
                  </a:lnTo>
                  <a:lnTo>
                    <a:pt x="3622989" y="840961"/>
                  </a:lnTo>
                  <a:lnTo>
                    <a:pt x="3623107" y="840961"/>
                  </a:lnTo>
                  <a:lnTo>
                    <a:pt x="3623225" y="840961"/>
                  </a:lnTo>
                  <a:lnTo>
                    <a:pt x="3623342" y="840961"/>
                  </a:lnTo>
                  <a:lnTo>
                    <a:pt x="3623460" y="840961"/>
                  </a:lnTo>
                  <a:lnTo>
                    <a:pt x="3623460" y="840531"/>
                  </a:lnTo>
                  <a:lnTo>
                    <a:pt x="3623577" y="840531"/>
                  </a:lnTo>
                  <a:lnTo>
                    <a:pt x="3623695" y="840531"/>
                  </a:lnTo>
                  <a:lnTo>
                    <a:pt x="3623813" y="840531"/>
                  </a:lnTo>
                  <a:lnTo>
                    <a:pt x="3623930" y="840531"/>
                  </a:lnTo>
                  <a:lnTo>
                    <a:pt x="3624048" y="840531"/>
                  </a:lnTo>
                  <a:lnTo>
                    <a:pt x="3624165" y="840531"/>
                  </a:lnTo>
                  <a:lnTo>
                    <a:pt x="3624283" y="840531"/>
                  </a:lnTo>
                  <a:lnTo>
                    <a:pt x="3624401" y="840531"/>
                  </a:lnTo>
                  <a:lnTo>
                    <a:pt x="3624518" y="840531"/>
                  </a:lnTo>
                  <a:lnTo>
                    <a:pt x="3624636" y="840531"/>
                  </a:lnTo>
                  <a:lnTo>
                    <a:pt x="3624754" y="840531"/>
                  </a:lnTo>
                  <a:lnTo>
                    <a:pt x="3624871" y="840531"/>
                  </a:lnTo>
                  <a:lnTo>
                    <a:pt x="3624989" y="840531"/>
                  </a:lnTo>
                  <a:lnTo>
                    <a:pt x="3624989" y="840100"/>
                  </a:lnTo>
                  <a:lnTo>
                    <a:pt x="3624989" y="839670"/>
                  </a:lnTo>
                  <a:lnTo>
                    <a:pt x="3625106" y="839670"/>
                  </a:lnTo>
                  <a:lnTo>
                    <a:pt x="3625224" y="839670"/>
                  </a:lnTo>
                  <a:lnTo>
                    <a:pt x="3625342" y="839670"/>
                  </a:lnTo>
                  <a:lnTo>
                    <a:pt x="3625342" y="839239"/>
                  </a:lnTo>
                  <a:lnTo>
                    <a:pt x="3625459" y="839239"/>
                  </a:lnTo>
                  <a:lnTo>
                    <a:pt x="3625577" y="839239"/>
                  </a:lnTo>
                  <a:lnTo>
                    <a:pt x="3625694" y="839239"/>
                  </a:lnTo>
                  <a:lnTo>
                    <a:pt x="3625812" y="839239"/>
                  </a:lnTo>
                  <a:lnTo>
                    <a:pt x="3625812" y="838808"/>
                  </a:lnTo>
                  <a:lnTo>
                    <a:pt x="3625930" y="838808"/>
                  </a:lnTo>
                  <a:lnTo>
                    <a:pt x="3625930" y="838378"/>
                  </a:lnTo>
                  <a:lnTo>
                    <a:pt x="3626047" y="838378"/>
                  </a:lnTo>
                  <a:lnTo>
                    <a:pt x="3626165" y="838378"/>
                  </a:lnTo>
                  <a:lnTo>
                    <a:pt x="3626283" y="838378"/>
                  </a:lnTo>
                  <a:lnTo>
                    <a:pt x="3626283" y="837947"/>
                  </a:lnTo>
                  <a:lnTo>
                    <a:pt x="3626400" y="837947"/>
                  </a:lnTo>
                  <a:lnTo>
                    <a:pt x="3626518" y="837947"/>
                  </a:lnTo>
                  <a:lnTo>
                    <a:pt x="3626635" y="837947"/>
                  </a:lnTo>
                  <a:lnTo>
                    <a:pt x="3626635" y="837517"/>
                  </a:lnTo>
                  <a:lnTo>
                    <a:pt x="3626635" y="837086"/>
                  </a:lnTo>
                  <a:lnTo>
                    <a:pt x="3626753" y="837086"/>
                  </a:lnTo>
                  <a:lnTo>
                    <a:pt x="3626871" y="837086"/>
                  </a:lnTo>
                  <a:lnTo>
                    <a:pt x="3626988" y="837086"/>
                  </a:lnTo>
                  <a:lnTo>
                    <a:pt x="3627106" y="837086"/>
                  </a:lnTo>
                  <a:lnTo>
                    <a:pt x="3627223" y="837086"/>
                  </a:lnTo>
                  <a:lnTo>
                    <a:pt x="3627341" y="837086"/>
                  </a:lnTo>
                  <a:lnTo>
                    <a:pt x="3627341" y="836655"/>
                  </a:lnTo>
                  <a:lnTo>
                    <a:pt x="3627459" y="836655"/>
                  </a:lnTo>
                  <a:lnTo>
                    <a:pt x="3627576" y="836655"/>
                  </a:lnTo>
                  <a:lnTo>
                    <a:pt x="3627694" y="836655"/>
                  </a:lnTo>
                  <a:lnTo>
                    <a:pt x="3627812" y="836655"/>
                  </a:lnTo>
                  <a:lnTo>
                    <a:pt x="3627812" y="836225"/>
                  </a:lnTo>
                  <a:lnTo>
                    <a:pt x="3627929" y="836225"/>
                  </a:lnTo>
                  <a:lnTo>
                    <a:pt x="3627929" y="835794"/>
                  </a:lnTo>
                  <a:lnTo>
                    <a:pt x="3628047" y="835794"/>
                  </a:lnTo>
                  <a:lnTo>
                    <a:pt x="3628164" y="835794"/>
                  </a:lnTo>
                  <a:lnTo>
                    <a:pt x="3628282" y="835794"/>
                  </a:lnTo>
                  <a:lnTo>
                    <a:pt x="3628282" y="835364"/>
                  </a:lnTo>
                  <a:lnTo>
                    <a:pt x="3628400" y="835364"/>
                  </a:lnTo>
                  <a:lnTo>
                    <a:pt x="3628517" y="835364"/>
                  </a:lnTo>
                  <a:lnTo>
                    <a:pt x="3628635" y="835364"/>
                  </a:lnTo>
                  <a:lnTo>
                    <a:pt x="3628635" y="834933"/>
                  </a:lnTo>
                  <a:lnTo>
                    <a:pt x="3628635" y="834502"/>
                  </a:lnTo>
                  <a:lnTo>
                    <a:pt x="3628752" y="834502"/>
                  </a:lnTo>
                  <a:lnTo>
                    <a:pt x="3628870" y="834502"/>
                  </a:lnTo>
                  <a:lnTo>
                    <a:pt x="3628988" y="834502"/>
                  </a:lnTo>
                  <a:lnTo>
                    <a:pt x="3629105" y="834502"/>
                  </a:lnTo>
                  <a:lnTo>
                    <a:pt x="3629223" y="834502"/>
                  </a:lnTo>
                  <a:lnTo>
                    <a:pt x="3629223" y="834072"/>
                  </a:lnTo>
                  <a:lnTo>
                    <a:pt x="3629340" y="834072"/>
                  </a:lnTo>
                  <a:lnTo>
                    <a:pt x="3629458" y="834072"/>
                  </a:lnTo>
                  <a:lnTo>
                    <a:pt x="3629576" y="834072"/>
                  </a:lnTo>
                  <a:lnTo>
                    <a:pt x="3629693" y="834072"/>
                  </a:lnTo>
                  <a:lnTo>
                    <a:pt x="3629811" y="834072"/>
                  </a:lnTo>
                  <a:lnTo>
                    <a:pt x="3629929" y="834072"/>
                  </a:lnTo>
                  <a:lnTo>
                    <a:pt x="3630046" y="834072"/>
                  </a:lnTo>
                  <a:lnTo>
                    <a:pt x="3630164" y="834072"/>
                  </a:lnTo>
                  <a:lnTo>
                    <a:pt x="3630281" y="834072"/>
                  </a:lnTo>
                  <a:lnTo>
                    <a:pt x="3630399" y="834072"/>
                  </a:lnTo>
                  <a:lnTo>
                    <a:pt x="3630517" y="834072"/>
                  </a:lnTo>
                  <a:lnTo>
                    <a:pt x="3630634" y="834072"/>
                  </a:lnTo>
                  <a:lnTo>
                    <a:pt x="3630752" y="834072"/>
                  </a:lnTo>
                  <a:lnTo>
                    <a:pt x="3630752" y="833641"/>
                  </a:lnTo>
                  <a:lnTo>
                    <a:pt x="3630869" y="833641"/>
                  </a:lnTo>
                  <a:lnTo>
                    <a:pt x="3630987" y="833641"/>
                  </a:lnTo>
                  <a:lnTo>
                    <a:pt x="3631105" y="833641"/>
                  </a:lnTo>
                  <a:lnTo>
                    <a:pt x="3631105" y="833211"/>
                  </a:lnTo>
                  <a:lnTo>
                    <a:pt x="3631105" y="832780"/>
                  </a:lnTo>
                  <a:lnTo>
                    <a:pt x="3631222" y="832780"/>
                  </a:lnTo>
                  <a:lnTo>
                    <a:pt x="3631340" y="832780"/>
                  </a:lnTo>
                  <a:lnTo>
                    <a:pt x="3631458" y="832780"/>
                  </a:lnTo>
                  <a:lnTo>
                    <a:pt x="3631575" y="832780"/>
                  </a:lnTo>
                  <a:lnTo>
                    <a:pt x="3631693" y="832780"/>
                  </a:lnTo>
                  <a:lnTo>
                    <a:pt x="3631810" y="832780"/>
                  </a:lnTo>
                  <a:lnTo>
                    <a:pt x="3631928" y="832780"/>
                  </a:lnTo>
                  <a:lnTo>
                    <a:pt x="3632046" y="832780"/>
                  </a:lnTo>
                  <a:lnTo>
                    <a:pt x="3632163" y="832780"/>
                  </a:lnTo>
                  <a:lnTo>
                    <a:pt x="3632281" y="832780"/>
                  </a:lnTo>
                  <a:lnTo>
                    <a:pt x="3632398" y="832780"/>
                  </a:lnTo>
                  <a:lnTo>
                    <a:pt x="3632516" y="832780"/>
                  </a:lnTo>
                  <a:lnTo>
                    <a:pt x="3632634" y="832780"/>
                  </a:lnTo>
                  <a:lnTo>
                    <a:pt x="3632751" y="832780"/>
                  </a:lnTo>
                  <a:lnTo>
                    <a:pt x="3632869" y="832780"/>
                  </a:lnTo>
                  <a:lnTo>
                    <a:pt x="3632987" y="832780"/>
                  </a:lnTo>
                  <a:lnTo>
                    <a:pt x="3633104" y="832780"/>
                  </a:lnTo>
                  <a:lnTo>
                    <a:pt x="3633222" y="832780"/>
                  </a:lnTo>
                  <a:lnTo>
                    <a:pt x="3633339" y="832780"/>
                  </a:lnTo>
                  <a:lnTo>
                    <a:pt x="3633457" y="832780"/>
                  </a:lnTo>
                  <a:lnTo>
                    <a:pt x="3633575" y="832780"/>
                  </a:lnTo>
                  <a:lnTo>
                    <a:pt x="3633692" y="832780"/>
                  </a:lnTo>
                  <a:lnTo>
                    <a:pt x="3633810" y="832780"/>
                  </a:lnTo>
                  <a:lnTo>
                    <a:pt x="3633810" y="832349"/>
                  </a:lnTo>
                  <a:lnTo>
                    <a:pt x="3633927" y="832349"/>
                  </a:lnTo>
                  <a:lnTo>
                    <a:pt x="3634045" y="832349"/>
                  </a:lnTo>
                  <a:lnTo>
                    <a:pt x="3634163" y="832349"/>
                  </a:lnTo>
                  <a:lnTo>
                    <a:pt x="3634280" y="832349"/>
                  </a:lnTo>
                  <a:lnTo>
                    <a:pt x="3634398" y="832349"/>
                  </a:lnTo>
                  <a:lnTo>
                    <a:pt x="3634398" y="831919"/>
                  </a:lnTo>
                  <a:lnTo>
                    <a:pt x="3634516" y="831919"/>
                  </a:lnTo>
                  <a:lnTo>
                    <a:pt x="3634633" y="831919"/>
                  </a:lnTo>
                  <a:lnTo>
                    <a:pt x="3634751" y="831919"/>
                  </a:lnTo>
                  <a:lnTo>
                    <a:pt x="3634868" y="831919"/>
                  </a:lnTo>
                  <a:lnTo>
                    <a:pt x="3634986" y="831919"/>
                  </a:lnTo>
                  <a:lnTo>
                    <a:pt x="3635104" y="831919"/>
                  </a:lnTo>
                  <a:lnTo>
                    <a:pt x="3635104" y="831488"/>
                  </a:lnTo>
                  <a:lnTo>
                    <a:pt x="3635221" y="831488"/>
                  </a:lnTo>
                  <a:lnTo>
                    <a:pt x="3635339" y="831488"/>
                  </a:lnTo>
                  <a:lnTo>
                    <a:pt x="3635456" y="831488"/>
                  </a:lnTo>
                  <a:lnTo>
                    <a:pt x="3635574" y="831488"/>
                  </a:lnTo>
                  <a:lnTo>
                    <a:pt x="3635692" y="831488"/>
                  </a:lnTo>
                  <a:lnTo>
                    <a:pt x="3635809" y="831488"/>
                  </a:lnTo>
                  <a:lnTo>
                    <a:pt x="3635927" y="831488"/>
                  </a:lnTo>
                  <a:lnTo>
                    <a:pt x="3636044" y="831488"/>
                  </a:lnTo>
                  <a:lnTo>
                    <a:pt x="3636162" y="831488"/>
                  </a:lnTo>
                  <a:lnTo>
                    <a:pt x="3636280" y="831488"/>
                  </a:lnTo>
                  <a:lnTo>
                    <a:pt x="3636280" y="831058"/>
                  </a:lnTo>
                  <a:lnTo>
                    <a:pt x="3636397" y="831058"/>
                  </a:lnTo>
                  <a:lnTo>
                    <a:pt x="3636397" y="830627"/>
                  </a:lnTo>
                  <a:lnTo>
                    <a:pt x="3636515" y="830627"/>
                  </a:lnTo>
                  <a:lnTo>
                    <a:pt x="3636633" y="830627"/>
                  </a:lnTo>
                  <a:lnTo>
                    <a:pt x="3636750" y="830627"/>
                  </a:lnTo>
                  <a:lnTo>
                    <a:pt x="3636868" y="830627"/>
                  </a:lnTo>
                  <a:lnTo>
                    <a:pt x="3636868" y="830196"/>
                  </a:lnTo>
                  <a:lnTo>
                    <a:pt x="3636985" y="830196"/>
                  </a:lnTo>
                  <a:lnTo>
                    <a:pt x="3636985" y="829766"/>
                  </a:lnTo>
                  <a:lnTo>
                    <a:pt x="3637103" y="829766"/>
                  </a:lnTo>
                  <a:lnTo>
                    <a:pt x="3637221" y="829766"/>
                  </a:lnTo>
                  <a:lnTo>
                    <a:pt x="3637221" y="829335"/>
                  </a:lnTo>
                  <a:lnTo>
                    <a:pt x="3637338" y="829335"/>
                  </a:lnTo>
                  <a:lnTo>
                    <a:pt x="3637456" y="829335"/>
                  </a:lnTo>
                  <a:lnTo>
                    <a:pt x="3637573" y="829335"/>
                  </a:lnTo>
                  <a:lnTo>
                    <a:pt x="3637573" y="828905"/>
                  </a:lnTo>
                  <a:lnTo>
                    <a:pt x="3637691" y="828905"/>
                  </a:lnTo>
                  <a:lnTo>
                    <a:pt x="3637809" y="828905"/>
                  </a:lnTo>
                  <a:lnTo>
                    <a:pt x="3637926" y="828905"/>
                  </a:lnTo>
                  <a:lnTo>
                    <a:pt x="3638044" y="828905"/>
                  </a:lnTo>
                  <a:lnTo>
                    <a:pt x="3638162" y="828905"/>
                  </a:lnTo>
                  <a:lnTo>
                    <a:pt x="3638279" y="828905"/>
                  </a:lnTo>
                  <a:lnTo>
                    <a:pt x="3638397" y="828905"/>
                  </a:lnTo>
                  <a:lnTo>
                    <a:pt x="3638397" y="828474"/>
                  </a:lnTo>
                  <a:lnTo>
                    <a:pt x="3638514" y="828474"/>
                  </a:lnTo>
                  <a:lnTo>
                    <a:pt x="3638632" y="828474"/>
                  </a:lnTo>
                  <a:lnTo>
                    <a:pt x="3638750" y="828474"/>
                  </a:lnTo>
                  <a:lnTo>
                    <a:pt x="3638867" y="828474"/>
                  </a:lnTo>
                  <a:lnTo>
                    <a:pt x="3638985" y="828474"/>
                  </a:lnTo>
                  <a:lnTo>
                    <a:pt x="3639102" y="828474"/>
                  </a:lnTo>
                  <a:lnTo>
                    <a:pt x="3639220" y="828474"/>
                  </a:lnTo>
                  <a:lnTo>
                    <a:pt x="3639338" y="828474"/>
                  </a:lnTo>
                  <a:lnTo>
                    <a:pt x="3639455" y="828474"/>
                  </a:lnTo>
                  <a:lnTo>
                    <a:pt x="3639573" y="828474"/>
                  </a:lnTo>
                  <a:lnTo>
                    <a:pt x="3639691" y="828474"/>
                  </a:lnTo>
                  <a:lnTo>
                    <a:pt x="3639691" y="828043"/>
                  </a:lnTo>
                  <a:lnTo>
                    <a:pt x="3639808" y="828043"/>
                  </a:lnTo>
                  <a:lnTo>
                    <a:pt x="3639808" y="827613"/>
                  </a:lnTo>
                  <a:lnTo>
                    <a:pt x="3639926" y="827613"/>
                  </a:lnTo>
                  <a:lnTo>
                    <a:pt x="3640043" y="827613"/>
                  </a:lnTo>
                  <a:lnTo>
                    <a:pt x="3640161" y="827613"/>
                  </a:lnTo>
                  <a:lnTo>
                    <a:pt x="3640279" y="827613"/>
                  </a:lnTo>
                  <a:lnTo>
                    <a:pt x="3640396" y="827613"/>
                  </a:lnTo>
                  <a:lnTo>
                    <a:pt x="3640514" y="827613"/>
                  </a:lnTo>
                  <a:lnTo>
                    <a:pt x="3640631" y="827613"/>
                  </a:lnTo>
                  <a:lnTo>
                    <a:pt x="3640631" y="827182"/>
                  </a:lnTo>
                  <a:lnTo>
                    <a:pt x="3640749" y="827182"/>
                  </a:lnTo>
                  <a:lnTo>
                    <a:pt x="3640867" y="827182"/>
                  </a:lnTo>
                  <a:lnTo>
                    <a:pt x="3640984" y="827182"/>
                  </a:lnTo>
                  <a:lnTo>
                    <a:pt x="3641102" y="827182"/>
                  </a:lnTo>
                  <a:lnTo>
                    <a:pt x="3641220" y="827182"/>
                  </a:lnTo>
                  <a:lnTo>
                    <a:pt x="3641337" y="827182"/>
                  </a:lnTo>
                  <a:lnTo>
                    <a:pt x="3641455" y="827182"/>
                  </a:lnTo>
                  <a:lnTo>
                    <a:pt x="3641572" y="827182"/>
                  </a:lnTo>
                  <a:lnTo>
                    <a:pt x="3641690" y="827182"/>
                  </a:lnTo>
                  <a:lnTo>
                    <a:pt x="3641808" y="827182"/>
                  </a:lnTo>
                  <a:lnTo>
                    <a:pt x="3641925" y="827182"/>
                  </a:lnTo>
                  <a:lnTo>
                    <a:pt x="3642043" y="827182"/>
                  </a:lnTo>
                  <a:lnTo>
                    <a:pt x="3642160" y="827182"/>
                  </a:lnTo>
                  <a:lnTo>
                    <a:pt x="3642278" y="827182"/>
                  </a:lnTo>
                  <a:lnTo>
                    <a:pt x="3642278" y="826752"/>
                  </a:lnTo>
                  <a:lnTo>
                    <a:pt x="3642396" y="826752"/>
                  </a:lnTo>
                  <a:lnTo>
                    <a:pt x="3642513" y="826752"/>
                  </a:lnTo>
                  <a:lnTo>
                    <a:pt x="3642513" y="826321"/>
                  </a:lnTo>
                  <a:lnTo>
                    <a:pt x="3642631" y="826321"/>
                  </a:lnTo>
                  <a:lnTo>
                    <a:pt x="3642749" y="826321"/>
                  </a:lnTo>
                  <a:lnTo>
                    <a:pt x="3642866" y="826321"/>
                  </a:lnTo>
                  <a:lnTo>
                    <a:pt x="3642984" y="826321"/>
                  </a:lnTo>
                  <a:lnTo>
                    <a:pt x="3642984" y="825890"/>
                  </a:lnTo>
                  <a:lnTo>
                    <a:pt x="3643101" y="825890"/>
                  </a:lnTo>
                  <a:lnTo>
                    <a:pt x="3643219" y="825890"/>
                  </a:lnTo>
                  <a:lnTo>
                    <a:pt x="3643337" y="825890"/>
                  </a:lnTo>
                  <a:lnTo>
                    <a:pt x="3643454" y="825890"/>
                  </a:lnTo>
                  <a:lnTo>
                    <a:pt x="3643572" y="825890"/>
                  </a:lnTo>
                  <a:lnTo>
                    <a:pt x="3643689" y="825890"/>
                  </a:lnTo>
                  <a:lnTo>
                    <a:pt x="3643807" y="825890"/>
                  </a:lnTo>
                  <a:lnTo>
                    <a:pt x="3643925" y="825890"/>
                  </a:lnTo>
                  <a:lnTo>
                    <a:pt x="3643925" y="825460"/>
                  </a:lnTo>
                  <a:lnTo>
                    <a:pt x="3644042" y="825460"/>
                  </a:lnTo>
                  <a:lnTo>
                    <a:pt x="3644160" y="825460"/>
                  </a:lnTo>
                  <a:lnTo>
                    <a:pt x="3644277" y="825460"/>
                  </a:lnTo>
                  <a:lnTo>
                    <a:pt x="3644395" y="825460"/>
                  </a:lnTo>
                  <a:lnTo>
                    <a:pt x="3644513" y="825460"/>
                  </a:lnTo>
                  <a:lnTo>
                    <a:pt x="3644630" y="825460"/>
                  </a:lnTo>
                  <a:lnTo>
                    <a:pt x="3644748" y="825460"/>
                  </a:lnTo>
                  <a:lnTo>
                    <a:pt x="3644866" y="825460"/>
                  </a:lnTo>
                  <a:lnTo>
                    <a:pt x="3644983" y="825460"/>
                  </a:lnTo>
                  <a:lnTo>
                    <a:pt x="3645101" y="825460"/>
                  </a:lnTo>
                  <a:lnTo>
                    <a:pt x="3645101" y="825029"/>
                  </a:lnTo>
                  <a:lnTo>
                    <a:pt x="3645101" y="824599"/>
                  </a:lnTo>
                  <a:lnTo>
                    <a:pt x="3645218" y="824599"/>
                  </a:lnTo>
                  <a:lnTo>
                    <a:pt x="3645336" y="824599"/>
                  </a:lnTo>
                  <a:lnTo>
                    <a:pt x="3645454" y="824599"/>
                  </a:lnTo>
                  <a:lnTo>
                    <a:pt x="3645571" y="824599"/>
                  </a:lnTo>
                  <a:lnTo>
                    <a:pt x="3645689" y="824599"/>
                  </a:lnTo>
                  <a:lnTo>
                    <a:pt x="3645689" y="824168"/>
                  </a:lnTo>
                  <a:lnTo>
                    <a:pt x="3645806" y="824168"/>
                  </a:lnTo>
                  <a:lnTo>
                    <a:pt x="3645924" y="824168"/>
                  </a:lnTo>
                  <a:lnTo>
                    <a:pt x="3645924" y="823737"/>
                  </a:lnTo>
                  <a:lnTo>
                    <a:pt x="3646042" y="823737"/>
                  </a:lnTo>
                  <a:lnTo>
                    <a:pt x="3646159" y="823737"/>
                  </a:lnTo>
                  <a:lnTo>
                    <a:pt x="3646159" y="823307"/>
                  </a:lnTo>
                  <a:lnTo>
                    <a:pt x="3646159" y="822876"/>
                  </a:lnTo>
                  <a:lnTo>
                    <a:pt x="3646277" y="822876"/>
                  </a:lnTo>
                  <a:lnTo>
                    <a:pt x="3646395" y="822876"/>
                  </a:lnTo>
                  <a:lnTo>
                    <a:pt x="3646512" y="822876"/>
                  </a:lnTo>
                  <a:lnTo>
                    <a:pt x="3646512" y="822446"/>
                  </a:lnTo>
                  <a:lnTo>
                    <a:pt x="3646630" y="822446"/>
                  </a:lnTo>
                  <a:lnTo>
                    <a:pt x="3646747" y="822446"/>
                  </a:lnTo>
                  <a:lnTo>
                    <a:pt x="3646747" y="822015"/>
                  </a:lnTo>
                  <a:lnTo>
                    <a:pt x="3646865" y="822015"/>
                  </a:lnTo>
                  <a:lnTo>
                    <a:pt x="3646983" y="822015"/>
                  </a:lnTo>
                  <a:lnTo>
                    <a:pt x="3647100" y="822015"/>
                  </a:lnTo>
                  <a:lnTo>
                    <a:pt x="3647218" y="822015"/>
                  </a:lnTo>
                  <a:lnTo>
                    <a:pt x="3647335" y="822015"/>
                  </a:lnTo>
                  <a:lnTo>
                    <a:pt x="3647335" y="821584"/>
                  </a:lnTo>
                  <a:lnTo>
                    <a:pt x="3647453" y="821584"/>
                  </a:lnTo>
                  <a:lnTo>
                    <a:pt x="3647571" y="821584"/>
                  </a:lnTo>
                  <a:lnTo>
                    <a:pt x="3647688" y="821584"/>
                  </a:lnTo>
                  <a:lnTo>
                    <a:pt x="3647806" y="821584"/>
                  </a:lnTo>
                  <a:lnTo>
                    <a:pt x="3647924" y="821584"/>
                  </a:lnTo>
                  <a:lnTo>
                    <a:pt x="3648041" y="821584"/>
                  </a:lnTo>
                  <a:lnTo>
                    <a:pt x="3648159" y="821584"/>
                  </a:lnTo>
                  <a:lnTo>
                    <a:pt x="3648276" y="821584"/>
                  </a:lnTo>
                  <a:lnTo>
                    <a:pt x="3648394" y="821584"/>
                  </a:lnTo>
                  <a:lnTo>
                    <a:pt x="3648512" y="821584"/>
                  </a:lnTo>
                  <a:lnTo>
                    <a:pt x="3648629" y="821584"/>
                  </a:lnTo>
                  <a:lnTo>
                    <a:pt x="3648629" y="821154"/>
                  </a:lnTo>
                  <a:lnTo>
                    <a:pt x="3648629" y="820723"/>
                  </a:lnTo>
                  <a:lnTo>
                    <a:pt x="3648747" y="820723"/>
                  </a:lnTo>
                  <a:lnTo>
                    <a:pt x="3648864" y="820723"/>
                  </a:lnTo>
                  <a:lnTo>
                    <a:pt x="3648982" y="820723"/>
                  </a:lnTo>
                  <a:lnTo>
                    <a:pt x="3649100" y="820723"/>
                  </a:lnTo>
                  <a:lnTo>
                    <a:pt x="3649217" y="820723"/>
                  </a:lnTo>
                  <a:lnTo>
                    <a:pt x="3649335" y="820723"/>
                  </a:lnTo>
                  <a:lnTo>
                    <a:pt x="3649453" y="820723"/>
                  </a:lnTo>
                  <a:lnTo>
                    <a:pt x="3649570" y="820723"/>
                  </a:lnTo>
                  <a:lnTo>
                    <a:pt x="3649688" y="820723"/>
                  </a:lnTo>
                  <a:lnTo>
                    <a:pt x="3649805" y="820723"/>
                  </a:lnTo>
                  <a:lnTo>
                    <a:pt x="3649805" y="820293"/>
                  </a:lnTo>
                  <a:lnTo>
                    <a:pt x="3649923" y="820293"/>
                  </a:lnTo>
                  <a:lnTo>
                    <a:pt x="3650041" y="820293"/>
                  </a:lnTo>
                  <a:lnTo>
                    <a:pt x="3650158" y="820293"/>
                  </a:lnTo>
                  <a:lnTo>
                    <a:pt x="3650276" y="820293"/>
                  </a:lnTo>
                  <a:lnTo>
                    <a:pt x="3650393" y="820293"/>
                  </a:lnTo>
                  <a:lnTo>
                    <a:pt x="3650393" y="819862"/>
                  </a:lnTo>
                  <a:lnTo>
                    <a:pt x="3650393" y="819431"/>
                  </a:lnTo>
                  <a:lnTo>
                    <a:pt x="3650511" y="819431"/>
                  </a:lnTo>
                  <a:lnTo>
                    <a:pt x="3650629" y="819431"/>
                  </a:lnTo>
                  <a:lnTo>
                    <a:pt x="3650746" y="819431"/>
                  </a:lnTo>
                  <a:lnTo>
                    <a:pt x="3650864" y="819431"/>
                  </a:lnTo>
                  <a:lnTo>
                    <a:pt x="3650982" y="819431"/>
                  </a:lnTo>
                  <a:lnTo>
                    <a:pt x="3651099" y="819431"/>
                  </a:lnTo>
                  <a:lnTo>
                    <a:pt x="3651217" y="819431"/>
                  </a:lnTo>
                  <a:lnTo>
                    <a:pt x="3651334" y="819431"/>
                  </a:lnTo>
                  <a:lnTo>
                    <a:pt x="3651452" y="819431"/>
                  </a:lnTo>
                  <a:lnTo>
                    <a:pt x="3651570" y="819431"/>
                  </a:lnTo>
                  <a:lnTo>
                    <a:pt x="3651687" y="819431"/>
                  </a:lnTo>
                  <a:lnTo>
                    <a:pt x="3651805" y="819431"/>
                  </a:lnTo>
                  <a:lnTo>
                    <a:pt x="3651922" y="819431"/>
                  </a:lnTo>
                  <a:lnTo>
                    <a:pt x="3652040" y="819431"/>
                  </a:lnTo>
                  <a:lnTo>
                    <a:pt x="3652158" y="819431"/>
                  </a:lnTo>
                  <a:lnTo>
                    <a:pt x="3652158" y="819001"/>
                  </a:lnTo>
                  <a:lnTo>
                    <a:pt x="3652275" y="819001"/>
                  </a:lnTo>
                  <a:lnTo>
                    <a:pt x="3652393" y="819001"/>
                  </a:lnTo>
                  <a:lnTo>
                    <a:pt x="3652510" y="819001"/>
                  </a:lnTo>
                  <a:lnTo>
                    <a:pt x="3652628" y="819001"/>
                  </a:lnTo>
                  <a:lnTo>
                    <a:pt x="3652746" y="819001"/>
                  </a:lnTo>
                  <a:lnTo>
                    <a:pt x="3652746" y="818570"/>
                  </a:lnTo>
                  <a:lnTo>
                    <a:pt x="3652863" y="818570"/>
                  </a:lnTo>
                  <a:lnTo>
                    <a:pt x="3652863" y="818140"/>
                  </a:lnTo>
                  <a:lnTo>
                    <a:pt x="3652863" y="817709"/>
                  </a:lnTo>
                  <a:lnTo>
                    <a:pt x="3652981" y="817709"/>
                  </a:lnTo>
                  <a:lnTo>
                    <a:pt x="3652981" y="817278"/>
                  </a:lnTo>
                  <a:lnTo>
                    <a:pt x="3653099" y="817278"/>
                  </a:lnTo>
                  <a:lnTo>
                    <a:pt x="3653216" y="817278"/>
                  </a:lnTo>
                  <a:lnTo>
                    <a:pt x="3653334" y="817278"/>
                  </a:lnTo>
                  <a:lnTo>
                    <a:pt x="3653451" y="817278"/>
                  </a:lnTo>
                  <a:lnTo>
                    <a:pt x="3653451" y="816848"/>
                  </a:lnTo>
                  <a:lnTo>
                    <a:pt x="3653451" y="816417"/>
                  </a:lnTo>
                  <a:lnTo>
                    <a:pt x="3653569" y="816417"/>
                  </a:lnTo>
                  <a:lnTo>
                    <a:pt x="3653687" y="816417"/>
                  </a:lnTo>
                  <a:lnTo>
                    <a:pt x="3653687" y="815987"/>
                  </a:lnTo>
                  <a:lnTo>
                    <a:pt x="3653804" y="815987"/>
                  </a:lnTo>
                  <a:lnTo>
                    <a:pt x="3653922" y="815987"/>
                  </a:lnTo>
                  <a:lnTo>
                    <a:pt x="3654039" y="815987"/>
                  </a:lnTo>
                  <a:lnTo>
                    <a:pt x="3654157" y="815987"/>
                  </a:lnTo>
                  <a:lnTo>
                    <a:pt x="3654275" y="815987"/>
                  </a:lnTo>
                  <a:lnTo>
                    <a:pt x="3654392" y="815987"/>
                  </a:lnTo>
                  <a:lnTo>
                    <a:pt x="3654510" y="815987"/>
                  </a:lnTo>
                  <a:lnTo>
                    <a:pt x="3654628" y="815987"/>
                  </a:lnTo>
                  <a:lnTo>
                    <a:pt x="3654745" y="815987"/>
                  </a:lnTo>
                  <a:lnTo>
                    <a:pt x="3654863" y="815987"/>
                  </a:lnTo>
                  <a:lnTo>
                    <a:pt x="3654980" y="815987"/>
                  </a:lnTo>
                  <a:lnTo>
                    <a:pt x="3655098" y="815987"/>
                  </a:lnTo>
                  <a:lnTo>
                    <a:pt x="3655216" y="815987"/>
                  </a:lnTo>
                  <a:lnTo>
                    <a:pt x="3655333" y="815987"/>
                  </a:lnTo>
                  <a:lnTo>
                    <a:pt x="3655451" y="815987"/>
                  </a:lnTo>
                  <a:lnTo>
                    <a:pt x="3655568" y="815987"/>
                  </a:lnTo>
                  <a:lnTo>
                    <a:pt x="3655686" y="815987"/>
                  </a:lnTo>
                  <a:lnTo>
                    <a:pt x="3655804" y="815987"/>
                  </a:lnTo>
                  <a:lnTo>
                    <a:pt x="3655921" y="815987"/>
                  </a:lnTo>
                  <a:lnTo>
                    <a:pt x="3655921" y="815556"/>
                  </a:lnTo>
                  <a:lnTo>
                    <a:pt x="3656039" y="815556"/>
                  </a:lnTo>
                  <a:lnTo>
                    <a:pt x="3656157" y="815556"/>
                  </a:lnTo>
                  <a:lnTo>
                    <a:pt x="3656274" y="815556"/>
                  </a:lnTo>
                  <a:lnTo>
                    <a:pt x="3656392" y="815556"/>
                  </a:lnTo>
                  <a:lnTo>
                    <a:pt x="3656509" y="815556"/>
                  </a:lnTo>
                  <a:lnTo>
                    <a:pt x="3656509" y="815125"/>
                  </a:lnTo>
                  <a:lnTo>
                    <a:pt x="3656509" y="814695"/>
                  </a:lnTo>
                  <a:lnTo>
                    <a:pt x="3656627" y="814695"/>
                  </a:lnTo>
                  <a:lnTo>
                    <a:pt x="3656745" y="814695"/>
                  </a:lnTo>
                  <a:lnTo>
                    <a:pt x="3656862" y="814695"/>
                  </a:lnTo>
                  <a:lnTo>
                    <a:pt x="3656980" y="814695"/>
                  </a:lnTo>
                  <a:lnTo>
                    <a:pt x="3657097" y="814695"/>
                  </a:lnTo>
                  <a:lnTo>
                    <a:pt x="3657215" y="814695"/>
                  </a:lnTo>
                  <a:lnTo>
                    <a:pt x="3657333" y="814695"/>
                  </a:lnTo>
                  <a:lnTo>
                    <a:pt x="3657450" y="814695"/>
                  </a:lnTo>
                  <a:lnTo>
                    <a:pt x="3657450" y="814264"/>
                  </a:lnTo>
                  <a:lnTo>
                    <a:pt x="3657568" y="814264"/>
                  </a:lnTo>
                  <a:lnTo>
                    <a:pt x="3657686" y="814264"/>
                  </a:lnTo>
                  <a:lnTo>
                    <a:pt x="3657686" y="813834"/>
                  </a:lnTo>
                  <a:lnTo>
                    <a:pt x="3657803" y="813834"/>
                  </a:lnTo>
                  <a:lnTo>
                    <a:pt x="3657921" y="813834"/>
                  </a:lnTo>
                  <a:lnTo>
                    <a:pt x="3658038" y="813834"/>
                  </a:lnTo>
                  <a:lnTo>
                    <a:pt x="3658156" y="813834"/>
                  </a:lnTo>
                  <a:lnTo>
                    <a:pt x="3658274" y="813834"/>
                  </a:lnTo>
                  <a:lnTo>
                    <a:pt x="3658391" y="813834"/>
                  </a:lnTo>
                  <a:lnTo>
                    <a:pt x="3658509" y="813834"/>
                  </a:lnTo>
                  <a:lnTo>
                    <a:pt x="3658626" y="813834"/>
                  </a:lnTo>
                  <a:lnTo>
                    <a:pt x="3658744" y="813834"/>
                  </a:lnTo>
                  <a:lnTo>
                    <a:pt x="3658862" y="813834"/>
                  </a:lnTo>
                  <a:lnTo>
                    <a:pt x="3658979" y="813834"/>
                  </a:lnTo>
                  <a:lnTo>
                    <a:pt x="3659097" y="813834"/>
                  </a:lnTo>
                  <a:lnTo>
                    <a:pt x="3659215" y="813834"/>
                  </a:lnTo>
                  <a:lnTo>
                    <a:pt x="3659332" y="813834"/>
                  </a:lnTo>
                  <a:lnTo>
                    <a:pt x="3659450" y="813834"/>
                  </a:lnTo>
                  <a:lnTo>
                    <a:pt x="3659450" y="813403"/>
                  </a:lnTo>
                  <a:lnTo>
                    <a:pt x="3659567" y="813403"/>
                  </a:lnTo>
                  <a:lnTo>
                    <a:pt x="3659567" y="812972"/>
                  </a:lnTo>
                  <a:lnTo>
                    <a:pt x="3659685" y="812972"/>
                  </a:lnTo>
                  <a:lnTo>
                    <a:pt x="3659685" y="812542"/>
                  </a:lnTo>
                  <a:lnTo>
                    <a:pt x="3659803" y="812542"/>
                  </a:lnTo>
                  <a:lnTo>
                    <a:pt x="3659920" y="812542"/>
                  </a:lnTo>
                  <a:lnTo>
                    <a:pt x="3660038" y="812542"/>
                  </a:lnTo>
                  <a:lnTo>
                    <a:pt x="3660155" y="812542"/>
                  </a:lnTo>
                  <a:lnTo>
                    <a:pt x="3660273" y="812542"/>
                  </a:lnTo>
                  <a:lnTo>
                    <a:pt x="3660391" y="812542"/>
                  </a:lnTo>
                  <a:lnTo>
                    <a:pt x="3660508" y="812542"/>
                  </a:lnTo>
                  <a:lnTo>
                    <a:pt x="3660626" y="812542"/>
                  </a:lnTo>
                  <a:lnTo>
                    <a:pt x="3660743" y="812542"/>
                  </a:lnTo>
                  <a:lnTo>
                    <a:pt x="3660861" y="812542"/>
                  </a:lnTo>
                  <a:lnTo>
                    <a:pt x="3660979" y="812542"/>
                  </a:lnTo>
                  <a:lnTo>
                    <a:pt x="3661096" y="812542"/>
                  </a:lnTo>
                  <a:lnTo>
                    <a:pt x="3661214" y="812542"/>
                  </a:lnTo>
                  <a:lnTo>
                    <a:pt x="3661332" y="812542"/>
                  </a:lnTo>
                  <a:lnTo>
                    <a:pt x="3661332" y="812111"/>
                  </a:lnTo>
                  <a:lnTo>
                    <a:pt x="3661332" y="811681"/>
                  </a:lnTo>
                  <a:lnTo>
                    <a:pt x="3661332" y="811250"/>
                  </a:lnTo>
                  <a:lnTo>
                    <a:pt x="3661449" y="811250"/>
                  </a:lnTo>
                  <a:lnTo>
                    <a:pt x="3661567" y="811250"/>
                  </a:lnTo>
                  <a:lnTo>
                    <a:pt x="3661684" y="811250"/>
                  </a:lnTo>
                  <a:lnTo>
                    <a:pt x="3661802" y="811250"/>
                  </a:lnTo>
                  <a:lnTo>
                    <a:pt x="3661802" y="810819"/>
                  </a:lnTo>
                  <a:lnTo>
                    <a:pt x="3661802" y="810389"/>
                  </a:lnTo>
                  <a:lnTo>
                    <a:pt x="3661802" y="809958"/>
                  </a:lnTo>
                  <a:lnTo>
                    <a:pt x="3661920" y="809958"/>
                  </a:lnTo>
                  <a:lnTo>
                    <a:pt x="3662037" y="809958"/>
                  </a:lnTo>
                  <a:lnTo>
                    <a:pt x="3662155" y="809958"/>
                  </a:lnTo>
                  <a:lnTo>
                    <a:pt x="3662155" y="809528"/>
                  </a:lnTo>
                  <a:lnTo>
                    <a:pt x="3662272" y="809528"/>
                  </a:lnTo>
                  <a:lnTo>
                    <a:pt x="3662390" y="809528"/>
                  </a:lnTo>
                  <a:lnTo>
                    <a:pt x="3662390" y="809097"/>
                  </a:lnTo>
                  <a:lnTo>
                    <a:pt x="3662508" y="809097"/>
                  </a:lnTo>
                  <a:lnTo>
                    <a:pt x="3662625" y="809097"/>
                  </a:lnTo>
                  <a:lnTo>
                    <a:pt x="3662625" y="808666"/>
                  </a:lnTo>
                  <a:lnTo>
                    <a:pt x="3662743" y="808666"/>
                  </a:lnTo>
                  <a:lnTo>
                    <a:pt x="3662861" y="808666"/>
                  </a:lnTo>
                  <a:lnTo>
                    <a:pt x="3662978" y="808666"/>
                  </a:lnTo>
                  <a:lnTo>
                    <a:pt x="3663096" y="808666"/>
                  </a:lnTo>
                  <a:lnTo>
                    <a:pt x="3663213" y="808666"/>
                  </a:lnTo>
                  <a:lnTo>
                    <a:pt x="3663331" y="808666"/>
                  </a:lnTo>
                  <a:lnTo>
                    <a:pt x="3663449" y="808666"/>
                  </a:lnTo>
                  <a:lnTo>
                    <a:pt x="3663566" y="808666"/>
                  </a:lnTo>
                  <a:lnTo>
                    <a:pt x="3663684" y="808666"/>
                  </a:lnTo>
                  <a:lnTo>
                    <a:pt x="3663801" y="808666"/>
                  </a:lnTo>
                  <a:lnTo>
                    <a:pt x="3663919" y="808666"/>
                  </a:lnTo>
                  <a:lnTo>
                    <a:pt x="3664037" y="808666"/>
                  </a:lnTo>
                  <a:lnTo>
                    <a:pt x="3664154" y="808666"/>
                  </a:lnTo>
                  <a:lnTo>
                    <a:pt x="3664272" y="808666"/>
                  </a:lnTo>
                  <a:lnTo>
                    <a:pt x="3664390" y="808666"/>
                  </a:lnTo>
                  <a:lnTo>
                    <a:pt x="3664507" y="808666"/>
                  </a:lnTo>
                  <a:lnTo>
                    <a:pt x="3664507" y="808236"/>
                  </a:lnTo>
                  <a:lnTo>
                    <a:pt x="3664625" y="808236"/>
                  </a:lnTo>
                  <a:lnTo>
                    <a:pt x="3664742" y="808236"/>
                  </a:lnTo>
                  <a:lnTo>
                    <a:pt x="3664860" y="808236"/>
                  </a:lnTo>
                  <a:lnTo>
                    <a:pt x="3664978" y="808236"/>
                  </a:lnTo>
                  <a:lnTo>
                    <a:pt x="3665095" y="808236"/>
                  </a:lnTo>
                  <a:lnTo>
                    <a:pt x="3665095" y="807805"/>
                  </a:lnTo>
                  <a:lnTo>
                    <a:pt x="3665213" y="807805"/>
                  </a:lnTo>
                  <a:lnTo>
                    <a:pt x="3665330" y="807805"/>
                  </a:lnTo>
                  <a:lnTo>
                    <a:pt x="3665448" y="807805"/>
                  </a:lnTo>
                  <a:lnTo>
                    <a:pt x="3665566" y="807805"/>
                  </a:lnTo>
                  <a:lnTo>
                    <a:pt x="3665683" y="807805"/>
                  </a:lnTo>
                  <a:lnTo>
                    <a:pt x="3665801" y="807805"/>
                  </a:lnTo>
                  <a:lnTo>
                    <a:pt x="3665801" y="807375"/>
                  </a:lnTo>
                  <a:lnTo>
                    <a:pt x="3665919" y="807375"/>
                  </a:lnTo>
                  <a:lnTo>
                    <a:pt x="3666036" y="807375"/>
                  </a:lnTo>
                  <a:lnTo>
                    <a:pt x="3666154" y="807375"/>
                  </a:lnTo>
                  <a:lnTo>
                    <a:pt x="3666271" y="807375"/>
                  </a:lnTo>
                  <a:lnTo>
                    <a:pt x="3666389" y="807375"/>
                  </a:lnTo>
                  <a:lnTo>
                    <a:pt x="3666507" y="807375"/>
                  </a:lnTo>
                  <a:lnTo>
                    <a:pt x="3666624" y="807375"/>
                  </a:lnTo>
                  <a:lnTo>
                    <a:pt x="3666742" y="807375"/>
                  </a:lnTo>
                  <a:lnTo>
                    <a:pt x="3666859" y="807375"/>
                  </a:lnTo>
                  <a:lnTo>
                    <a:pt x="3666977" y="807375"/>
                  </a:lnTo>
                  <a:lnTo>
                    <a:pt x="3667095" y="807375"/>
                  </a:lnTo>
                  <a:lnTo>
                    <a:pt x="3667095" y="806944"/>
                  </a:lnTo>
                  <a:lnTo>
                    <a:pt x="3667212" y="806944"/>
                  </a:lnTo>
                  <a:lnTo>
                    <a:pt x="3667330" y="806944"/>
                  </a:lnTo>
                  <a:lnTo>
                    <a:pt x="3667448" y="806944"/>
                  </a:lnTo>
                  <a:lnTo>
                    <a:pt x="3667565" y="806944"/>
                  </a:lnTo>
                  <a:lnTo>
                    <a:pt x="3667683" y="806944"/>
                  </a:lnTo>
                  <a:lnTo>
                    <a:pt x="3667800" y="806944"/>
                  </a:lnTo>
                  <a:lnTo>
                    <a:pt x="3667918" y="806944"/>
                  </a:lnTo>
                  <a:lnTo>
                    <a:pt x="3668036" y="806944"/>
                  </a:lnTo>
                  <a:lnTo>
                    <a:pt x="3668153" y="806944"/>
                  </a:lnTo>
                  <a:lnTo>
                    <a:pt x="3668271" y="806944"/>
                  </a:lnTo>
                  <a:lnTo>
                    <a:pt x="3668388" y="806944"/>
                  </a:lnTo>
                  <a:lnTo>
                    <a:pt x="3668506" y="806944"/>
                  </a:lnTo>
                  <a:lnTo>
                    <a:pt x="3668624" y="806944"/>
                  </a:lnTo>
                  <a:lnTo>
                    <a:pt x="3668741" y="806944"/>
                  </a:lnTo>
                  <a:lnTo>
                    <a:pt x="3668859" y="806944"/>
                  </a:lnTo>
                  <a:lnTo>
                    <a:pt x="3668976" y="806944"/>
                  </a:lnTo>
                  <a:lnTo>
                    <a:pt x="3669094" y="806944"/>
                  </a:lnTo>
                  <a:lnTo>
                    <a:pt x="3669212" y="806944"/>
                  </a:lnTo>
                  <a:lnTo>
                    <a:pt x="3669329" y="806944"/>
                  </a:lnTo>
                  <a:lnTo>
                    <a:pt x="3669447" y="806944"/>
                  </a:lnTo>
                  <a:lnTo>
                    <a:pt x="3669565" y="806944"/>
                  </a:lnTo>
                  <a:lnTo>
                    <a:pt x="3669682" y="806944"/>
                  </a:lnTo>
                  <a:lnTo>
                    <a:pt x="3669800" y="806944"/>
                  </a:lnTo>
                  <a:lnTo>
                    <a:pt x="3669917" y="806944"/>
                  </a:lnTo>
                  <a:lnTo>
                    <a:pt x="3669917" y="806513"/>
                  </a:lnTo>
                  <a:lnTo>
                    <a:pt x="3669917" y="806083"/>
                  </a:lnTo>
                  <a:lnTo>
                    <a:pt x="3670035" y="806083"/>
                  </a:lnTo>
                  <a:lnTo>
                    <a:pt x="3670153" y="806083"/>
                  </a:lnTo>
                  <a:lnTo>
                    <a:pt x="3670270" y="806083"/>
                  </a:lnTo>
                  <a:lnTo>
                    <a:pt x="3670388" y="806083"/>
                  </a:lnTo>
                  <a:lnTo>
                    <a:pt x="3670505" y="806083"/>
                  </a:lnTo>
                  <a:lnTo>
                    <a:pt x="3670505" y="805652"/>
                  </a:lnTo>
                  <a:lnTo>
                    <a:pt x="3670623" y="805652"/>
                  </a:lnTo>
                  <a:lnTo>
                    <a:pt x="3670741" y="805652"/>
                  </a:lnTo>
                  <a:lnTo>
                    <a:pt x="3670858" y="805652"/>
                  </a:lnTo>
                  <a:lnTo>
                    <a:pt x="3670976" y="805652"/>
                  </a:lnTo>
                  <a:lnTo>
                    <a:pt x="3671094" y="805652"/>
                  </a:lnTo>
                  <a:lnTo>
                    <a:pt x="3671211" y="805652"/>
                  </a:lnTo>
                  <a:lnTo>
                    <a:pt x="3671329" y="805652"/>
                  </a:lnTo>
                  <a:lnTo>
                    <a:pt x="3671446" y="805652"/>
                  </a:lnTo>
                  <a:lnTo>
                    <a:pt x="3671564" y="805652"/>
                  </a:lnTo>
                  <a:lnTo>
                    <a:pt x="3671682" y="805652"/>
                  </a:lnTo>
                  <a:lnTo>
                    <a:pt x="3671682" y="805222"/>
                  </a:lnTo>
                  <a:lnTo>
                    <a:pt x="3671799" y="805222"/>
                  </a:lnTo>
                  <a:lnTo>
                    <a:pt x="3671917" y="805222"/>
                  </a:lnTo>
                  <a:lnTo>
                    <a:pt x="3672034" y="805222"/>
                  </a:lnTo>
                  <a:lnTo>
                    <a:pt x="3672034" y="804791"/>
                  </a:lnTo>
                  <a:lnTo>
                    <a:pt x="3672152" y="804791"/>
                  </a:lnTo>
                  <a:lnTo>
                    <a:pt x="3672270" y="804791"/>
                  </a:lnTo>
                  <a:lnTo>
                    <a:pt x="3672387" y="804791"/>
                  </a:lnTo>
                  <a:lnTo>
                    <a:pt x="3672505" y="804791"/>
                  </a:lnTo>
                  <a:lnTo>
                    <a:pt x="3672623" y="804791"/>
                  </a:lnTo>
                  <a:lnTo>
                    <a:pt x="3672740" y="804791"/>
                  </a:lnTo>
                  <a:lnTo>
                    <a:pt x="3672740" y="804360"/>
                  </a:lnTo>
                  <a:lnTo>
                    <a:pt x="3672740" y="803930"/>
                  </a:lnTo>
                  <a:lnTo>
                    <a:pt x="3672858" y="803930"/>
                  </a:lnTo>
                  <a:lnTo>
                    <a:pt x="3672975" y="803930"/>
                  </a:lnTo>
                  <a:lnTo>
                    <a:pt x="3673093" y="803930"/>
                  </a:lnTo>
                  <a:lnTo>
                    <a:pt x="3673211" y="803930"/>
                  </a:lnTo>
                  <a:lnTo>
                    <a:pt x="3673328" y="803930"/>
                  </a:lnTo>
                  <a:lnTo>
                    <a:pt x="3673446" y="803930"/>
                  </a:lnTo>
                  <a:lnTo>
                    <a:pt x="3673563" y="803930"/>
                  </a:lnTo>
                  <a:lnTo>
                    <a:pt x="3673681" y="803930"/>
                  </a:lnTo>
                  <a:lnTo>
                    <a:pt x="3673799" y="803930"/>
                  </a:lnTo>
                  <a:lnTo>
                    <a:pt x="3673916" y="803930"/>
                  </a:lnTo>
                  <a:lnTo>
                    <a:pt x="3674034" y="803930"/>
                  </a:lnTo>
                  <a:lnTo>
                    <a:pt x="3674152" y="803930"/>
                  </a:lnTo>
                  <a:lnTo>
                    <a:pt x="3674269" y="803930"/>
                  </a:lnTo>
                  <a:lnTo>
                    <a:pt x="3674387" y="803930"/>
                  </a:lnTo>
                  <a:lnTo>
                    <a:pt x="3674504" y="803930"/>
                  </a:lnTo>
                  <a:lnTo>
                    <a:pt x="3674622" y="803930"/>
                  </a:lnTo>
                  <a:lnTo>
                    <a:pt x="3674740" y="803930"/>
                  </a:lnTo>
                  <a:lnTo>
                    <a:pt x="3674857" y="803930"/>
                  </a:lnTo>
                  <a:lnTo>
                    <a:pt x="3674975" y="803930"/>
                  </a:lnTo>
                  <a:lnTo>
                    <a:pt x="3675092" y="803930"/>
                  </a:lnTo>
                  <a:lnTo>
                    <a:pt x="3675092" y="803499"/>
                  </a:lnTo>
                  <a:lnTo>
                    <a:pt x="3675210" y="803499"/>
                  </a:lnTo>
                  <a:lnTo>
                    <a:pt x="3675328" y="803499"/>
                  </a:lnTo>
                  <a:lnTo>
                    <a:pt x="3675445" y="803499"/>
                  </a:lnTo>
                  <a:lnTo>
                    <a:pt x="3675563" y="803499"/>
                  </a:lnTo>
                  <a:lnTo>
                    <a:pt x="3675681" y="803499"/>
                  </a:lnTo>
                  <a:lnTo>
                    <a:pt x="3675798" y="803499"/>
                  </a:lnTo>
                  <a:lnTo>
                    <a:pt x="3675916" y="803499"/>
                  </a:lnTo>
                  <a:lnTo>
                    <a:pt x="3676033" y="803499"/>
                  </a:lnTo>
                  <a:lnTo>
                    <a:pt x="3676151" y="803499"/>
                  </a:lnTo>
                  <a:lnTo>
                    <a:pt x="3676269" y="803499"/>
                  </a:lnTo>
                  <a:lnTo>
                    <a:pt x="3676386" y="803499"/>
                  </a:lnTo>
                  <a:lnTo>
                    <a:pt x="3676504" y="803499"/>
                  </a:lnTo>
                  <a:lnTo>
                    <a:pt x="3676621" y="803499"/>
                  </a:lnTo>
                  <a:lnTo>
                    <a:pt x="3676621" y="803069"/>
                  </a:lnTo>
                  <a:lnTo>
                    <a:pt x="3676739" y="803069"/>
                  </a:lnTo>
                  <a:lnTo>
                    <a:pt x="3676857" y="803069"/>
                  </a:lnTo>
                  <a:lnTo>
                    <a:pt x="3676974" y="803069"/>
                  </a:lnTo>
                  <a:lnTo>
                    <a:pt x="3676974" y="802638"/>
                  </a:lnTo>
                  <a:lnTo>
                    <a:pt x="3677092" y="802638"/>
                  </a:lnTo>
                  <a:lnTo>
                    <a:pt x="3677209" y="802638"/>
                  </a:lnTo>
                  <a:lnTo>
                    <a:pt x="3677327" y="802638"/>
                  </a:lnTo>
                  <a:lnTo>
                    <a:pt x="3677445" y="802638"/>
                  </a:lnTo>
                  <a:lnTo>
                    <a:pt x="3677562" y="802638"/>
                  </a:lnTo>
                  <a:lnTo>
                    <a:pt x="3677680" y="802638"/>
                  </a:lnTo>
                  <a:lnTo>
                    <a:pt x="3677798" y="802638"/>
                  </a:lnTo>
                  <a:lnTo>
                    <a:pt x="3677915" y="802638"/>
                  </a:lnTo>
                  <a:lnTo>
                    <a:pt x="3678033" y="802638"/>
                  </a:lnTo>
                  <a:lnTo>
                    <a:pt x="3678150" y="802638"/>
                  </a:lnTo>
                  <a:lnTo>
                    <a:pt x="3678268" y="802638"/>
                  </a:lnTo>
                  <a:lnTo>
                    <a:pt x="3678268" y="802207"/>
                  </a:lnTo>
                  <a:lnTo>
                    <a:pt x="3678386" y="802207"/>
                  </a:lnTo>
                  <a:lnTo>
                    <a:pt x="3678503" y="802207"/>
                  </a:lnTo>
                  <a:lnTo>
                    <a:pt x="3678621" y="802207"/>
                  </a:lnTo>
                  <a:lnTo>
                    <a:pt x="3678738" y="802207"/>
                  </a:lnTo>
                  <a:lnTo>
                    <a:pt x="3678856" y="802207"/>
                  </a:lnTo>
                  <a:lnTo>
                    <a:pt x="3678974" y="802207"/>
                  </a:lnTo>
                  <a:lnTo>
                    <a:pt x="3679091" y="802207"/>
                  </a:lnTo>
                  <a:lnTo>
                    <a:pt x="3679209" y="802207"/>
                  </a:lnTo>
                  <a:lnTo>
                    <a:pt x="3679327" y="802207"/>
                  </a:lnTo>
                  <a:lnTo>
                    <a:pt x="3679327" y="801777"/>
                  </a:lnTo>
                  <a:lnTo>
                    <a:pt x="3679327" y="801346"/>
                  </a:lnTo>
                  <a:lnTo>
                    <a:pt x="3679444" y="801346"/>
                  </a:lnTo>
                  <a:lnTo>
                    <a:pt x="3679562" y="801346"/>
                  </a:lnTo>
                  <a:lnTo>
                    <a:pt x="3679562" y="800916"/>
                  </a:lnTo>
                  <a:lnTo>
                    <a:pt x="3679679" y="800916"/>
                  </a:lnTo>
                  <a:lnTo>
                    <a:pt x="3679797" y="800916"/>
                  </a:lnTo>
                  <a:lnTo>
                    <a:pt x="3679915" y="800916"/>
                  </a:lnTo>
                  <a:lnTo>
                    <a:pt x="3680032" y="800916"/>
                  </a:lnTo>
                  <a:lnTo>
                    <a:pt x="3680150" y="800916"/>
                  </a:lnTo>
                  <a:lnTo>
                    <a:pt x="3680150" y="800485"/>
                  </a:lnTo>
                  <a:lnTo>
                    <a:pt x="3680150" y="800054"/>
                  </a:lnTo>
                  <a:lnTo>
                    <a:pt x="3680267" y="800054"/>
                  </a:lnTo>
                  <a:lnTo>
                    <a:pt x="3680385" y="800054"/>
                  </a:lnTo>
                  <a:lnTo>
                    <a:pt x="3680503" y="800054"/>
                  </a:lnTo>
                  <a:lnTo>
                    <a:pt x="3680620" y="800054"/>
                  </a:lnTo>
                  <a:lnTo>
                    <a:pt x="3680738" y="800054"/>
                  </a:lnTo>
                  <a:lnTo>
                    <a:pt x="3680856" y="800054"/>
                  </a:lnTo>
                  <a:lnTo>
                    <a:pt x="3680973" y="800054"/>
                  </a:lnTo>
                  <a:lnTo>
                    <a:pt x="3680973" y="799624"/>
                  </a:lnTo>
                  <a:lnTo>
                    <a:pt x="3681091" y="799624"/>
                  </a:lnTo>
                  <a:lnTo>
                    <a:pt x="3681208" y="799624"/>
                  </a:lnTo>
                  <a:lnTo>
                    <a:pt x="3681326" y="799624"/>
                  </a:lnTo>
                  <a:lnTo>
                    <a:pt x="3681444" y="799624"/>
                  </a:lnTo>
                  <a:lnTo>
                    <a:pt x="3681561" y="799624"/>
                  </a:lnTo>
                  <a:lnTo>
                    <a:pt x="3681679" y="799624"/>
                  </a:lnTo>
                  <a:lnTo>
                    <a:pt x="3681796" y="799624"/>
                  </a:lnTo>
                  <a:lnTo>
                    <a:pt x="3681914" y="799624"/>
                  </a:lnTo>
                  <a:lnTo>
                    <a:pt x="3682032" y="799624"/>
                  </a:lnTo>
                  <a:lnTo>
                    <a:pt x="3682149" y="799624"/>
                  </a:lnTo>
                  <a:lnTo>
                    <a:pt x="3682267" y="799624"/>
                  </a:lnTo>
                  <a:lnTo>
                    <a:pt x="3682385" y="799624"/>
                  </a:lnTo>
                  <a:lnTo>
                    <a:pt x="3682385" y="799193"/>
                  </a:lnTo>
                  <a:lnTo>
                    <a:pt x="3682502" y="799193"/>
                  </a:lnTo>
                  <a:lnTo>
                    <a:pt x="3682620" y="799193"/>
                  </a:lnTo>
                  <a:lnTo>
                    <a:pt x="3682737" y="799193"/>
                  </a:lnTo>
                  <a:lnTo>
                    <a:pt x="3682855" y="799193"/>
                  </a:lnTo>
                  <a:lnTo>
                    <a:pt x="3682973" y="799193"/>
                  </a:lnTo>
                  <a:lnTo>
                    <a:pt x="3683090" y="799193"/>
                  </a:lnTo>
                  <a:lnTo>
                    <a:pt x="3683090" y="798763"/>
                  </a:lnTo>
                  <a:lnTo>
                    <a:pt x="3683208" y="798763"/>
                  </a:lnTo>
                  <a:lnTo>
                    <a:pt x="3683325" y="798763"/>
                  </a:lnTo>
                  <a:lnTo>
                    <a:pt x="3683325" y="798332"/>
                  </a:lnTo>
                  <a:lnTo>
                    <a:pt x="3683443" y="798332"/>
                  </a:lnTo>
                  <a:lnTo>
                    <a:pt x="3683443" y="797901"/>
                  </a:lnTo>
                  <a:lnTo>
                    <a:pt x="3683443" y="797471"/>
                  </a:lnTo>
                  <a:lnTo>
                    <a:pt x="3683561" y="797471"/>
                  </a:lnTo>
                  <a:lnTo>
                    <a:pt x="3683561" y="797040"/>
                  </a:lnTo>
                  <a:lnTo>
                    <a:pt x="3683678" y="797040"/>
                  </a:lnTo>
                  <a:lnTo>
                    <a:pt x="3683796" y="797040"/>
                  </a:lnTo>
                  <a:lnTo>
                    <a:pt x="3683914" y="797040"/>
                  </a:lnTo>
                  <a:lnTo>
                    <a:pt x="3683914" y="796610"/>
                  </a:lnTo>
                  <a:lnTo>
                    <a:pt x="3683914" y="796179"/>
                  </a:lnTo>
                  <a:lnTo>
                    <a:pt x="3684031" y="796179"/>
                  </a:lnTo>
                  <a:lnTo>
                    <a:pt x="3684149" y="796179"/>
                  </a:lnTo>
                  <a:lnTo>
                    <a:pt x="3684266" y="796179"/>
                  </a:lnTo>
                  <a:lnTo>
                    <a:pt x="3684384" y="796179"/>
                  </a:lnTo>
                  <a:lnTo>
                    <a:pt x="3684384" y="795748"/>
                  </a:lnTo>
                  <a:lnTo>
                    <a:pt x="3684384" y="795318"/>
                  </a:lnTo>
                  <a:lnTo>
                    <a:pt x="3684502" y="795318"/>
                  </a:lnTo>
                  <a:lnTo>
                    <a:pt x="3684619" y="795318"/>
                  </a:lnTo>
                  <a:lnTo>
                    <a:pt x="3684737" y="795318"/>
                  </a:lnTo>
                  <a:lnTo>
                    <a:pt x="3684854" y="795318"/>
                  </a:lnTo>
                  <a:lnTo>
                    <a:pt x="3684972" y="795318"/>
                  </a:lnTo>
                  <a:lnTo>
                    <a:pt x="3684972" y="794887"/>
                  </a:lnTo>
                  <a:lnTo>
                    <a:pt x="3685090" y="794887"/>
                  </a:lnTo>
                  <a:lnTo>
                    <a:pt x="3685207" y="794887"/>
                  </a:lnTo>
                  <a:lnTo>
                    <a:pt x="3685325" y="794887"/>
                  </a:lnTo>
                  <a:lnTo>
                    <a:pt x="3685442" y="794887"/>
                  </a:lnTo>
                  <a:lnTo>
                    <a:pt x="3685442" y="794457"/>
                  </a:lnTo>
                  <a:lnTo>
                    <a:pt x="3685560" y="794457"/>
                  </a:lnTo>
                  <a:lnTo>
                    <a:pt x="3685678" y="794457"/>
                  </a:lnTo>
                  <a:lnTo>
                    <a:pt x="3685678" y="794026"/>
                  </a:lnTo>
                  <a:lnTo>
                    <a:pt x="3685795" y="794026"/>
                  </a:lnTo>
                  <a:lnTo>
                    <a:pt x="3685913" y="794026"/>
                  </a:lnTo>
                  <a:lnTo>
                    <a:pt x="3686031" y="794026"/>
                  </a:lnTo>
                  <a:lnTo>
                    <a:pt x="3686148" y="794026"/>
                  </a:lnTo>
                  <a:lnTo>
                    <a:pt x="3686266" y="794026"/>
                  </a:lnTo>
                  <a:lnTo>
                    <a:pt x="3686383" y="794026"/>
                  </a:lnTo>
                  <a:lnTo>
                    <a:pt x="3686501" y="794026"/>
                  </a:lnTo>
                  <a:lnTo>
                    <a:pt x="3686619" y="794026"/>
                  </a:lnTo>
                  <a:lnTo>
                    <a:pt x="3686736" y="794026"/>
                  </a:lnTo>
                  <a:lnTo>
                    <a:pt x="3686854" y="794026"/>
                  </a:lnTo>
                  <a:lnTo>
                    <a:pt x="3686854" y="793595"/>
                  </a:lnTo>
                  <a:lnTo>
                    <a:pt x="3686971" y="793595"/>
                  </a:lnTo>
                  <a:lnTo>
                    <a:pt x="3687089" y="793595"/>
                  </a:lnTo>
                  <a:lnTo>
                    <a:pt x="3687207" y="793595"/>
                  </a:lnTo>
                  <a:lnTo>
                    <a:pt x="3687324" y="793595"/>
                  </a:lnTo>
                  <a:lnTo>
                    <a:pt x="3687442" y="793595"/>
                  </a:lnTo>
                  <a:lnTo>
                    <a:pt x="3687560" y="793595"/>
                  </a:lnTo>
                  <a:lnTo>
                    <a:pt x="3687677" y="793595"/>
                  </a:lnTo>
                  <a:lnTo>
                    <a:pt x="3687795" y="793595"/>
                  </a:lnTo>
                  <a:lnTo>
                    <a:pt x="3687795" y="793165"/>
                  </a:lnTo>
                  <a:lnTo>
                    <a:pt x="3687912" y="793165"/>
                  </a:lnTo>
                  <a:lnTo>
                    <a:pt x="3688030" y="793165"/>
                  </a:lnTo>
                  <a:lnTo>
                    <a:pt x="3688148" y="793165"/>
                  </a:lnTo>
                  <a:lnTo>
                    <a:pt x="3688265" y="793165"/>
                  </a:lnTo>
                  <a:lnTo>
                    <a:pt x="3688383" y="793165"/>
                  </a:lnTo>
                  <a:lnTo>
                    <a:pt x="3688500" y="793165"/>
                  </a:lnTo>
                  <a:lnTo>
                    <a:pt x="3688500" y="792734"/>
                  </a:lnTo>
                  <a:lnTo>
                    <a:pt x="3688618" y="792734"/>
                  </a:lnTo>
                  <a:lnTo>
                    <a:pt x="3688736" y="792734"/>
                  </a:lnTo>
                  <a:lnTo>
                    <a:pt x="3688853" y="792734"/>
                  </a:lnTo>
                  <a:lnTo>
                    <a:pt x="3688971" y="792734"/>
                  </a:lnTo>
                  <a:lnTo>
                    <a:pt x="3689089" y="792734"/>
                  </a:lnTo>
                  <a:lnTo>
                    <a:pt x="3689206" y="792734"/>
                  </a:lnTo>
                  <a:lnTo>
                    <a:pt x="3689324" y="792734"/>
                  </a:lnTo>
                  <a:lnTo>
                    <a:pt x="3689441" y="792734"/>
                  </a:lnTo>
                  <a:lnTo>
                    <a:pt x="3689441" y="792304"/>
                  </a:lnTo>
                  <a:lnTo>
                    <a:pt x="3689559" y="792304"/>
                  </a:lnTo>
                  <a:lnTo>
                    <a:pt x="3689559" y="791873"/>
                  </a:lnTo>
                  <a:lnTo>
                    <a:pt x="3689559" y="791442"/>
                  </a:lnTo>
                  <a:lnTo>
                    <a:pt x="3689677" y="791442"/>
                  </a:lnTo>
                  <a:lnTo>
                    <a:pt x="3689794" y="791442"/>
                  </a:lnTo>
                  <a:lnTo>
                    <a:pt x="3689912" y="791442"/>
                  </a:lnTo>
                  <a:lnTo>
                    <a:pt x="3690029" y="791442"/>
                  </a:lnTo>
                  <a:lnTo>
                    <a:pt x="3690147" y="791442"/>
                  </a:lnTo>
                  <a:lnTo>
                    <a:pt x="3690265" y="791442"/>
                  </a:lnTo>
                  <a:lnTo>
                    <a:pt x="3690265" y="791012"/>
                  </a:lnTo>
                  <a:lnTo>
                    <a:pt x="3690265" y="790581"/>
                  </a:lnTo>
                  <a:lnTo>
                    <a:pt x="3690382" y="790581"/>
                  </a:lnTo>
                  <a:lnTo>
                    <a:pt x="3690382" y="790151"/>
                  </a:lnTo>
                  <a:lnTo>
                    <a:pt x="3690500" y="790151"/>
                  </a:lnTo>
                  <a:lnTo>
                    <a:pt x="3690618" y="790151"/>
                  </a:lnTo>
                  <a:lnTo>
                    <a:pt x="3690735" y="790151"/>
                  </a:lnTo>
                  <a:lnTo>
                    <a:pt x="3690735" y="789720"/>
                  </a:lnTo>
                  <a:lnTo>
                    <a:pt x="3690853" y="789720"/>
                  </a:lnTo>
                  <a:lnTo>
                    <a:pt x="3690970" y="789720"/>
                  </a:lnTo>
                  <a:lnTo>
                    <a:pt x="3690970" y="789289"/>
                  </a:lnTo>
                  <a:lnTo>
                    <a:pt x="3691088" y="789289"/>
                  </a:lnTo>
                  <a:lnTo>
                    <a:pt x="3691206" y="789289"/>
                  </a:lnTo>
                  <a:lnTo>
                    <a:pt x="3691323" y="789289"/>
                  </a:lnTo>
                  <a:lnTo>
                    <a:pt x="3691441" y="789289"/>
                  </a:lnTo>
                  <a:lnTo>
                    <a:pt x="3691558" y="789289"/>
                  </a:lnTo>
                  <a:lnTo>
                    <a:pt x="3691558" y="788859"/>
                  </a:lnTo>
                  <a:lnTo>
                    <a:pt x="3691676" y="788859"/>
                  </a:lnTo>
                  <a:lnTo>
                    <a:pt x="3691676" y="788428"/>
                  </a:lnTo>
                  <a:lnTo>
                    <a:pt x="3691794" y="788428"/>
                  </a:lnTo>
                  <a:lnTo>
                    <a:pt x="3691794" y="787998"/>
                  </a:lnTo>
                  <a:lnTo>
                    <a:pt x="3691794" y="787567"/>
                  </a:lnTo>
                  <a:lnTo>
                    <a:pt x="3691911" y="787567"/>
                  </a:lnTo>
                  <a:lnTo>
                    <a:pt x="3692029" y="787567"/>
                  </a:lnTo>
                  <a:lnTo>
                    <a:pt x="3692147" y="787567"/>
                  </a:lnTo>
                  <a:lnTo>
                    <a:pt x="3692264" y="787567"/>
                  </a:lnTo>
                  <a:lnTo>
                    <a:pt x="3692382" y="787567"/>
                  </a:lnTo>
                  <a:lnTo>
                    <a:pt x="3692499" y="787567"/>
                  </a:lnTo>
                  <a:lnTo>
                    <a:pt x="3692617" y="787567"/>
                  </a:lnTo>
                  <a:lnTo>
                    <a:pt x="3692735" y="787567"/>
                  </a:lnTo>
                  <a:lnTo>
                    <a:pt x="3692852" y="787567"/>
                  </a:lnTo>
                  <a:lnTo>
                    <a:pt x="3692970" y="787567"/>
                  </a:lnTo>
                  <a:lnTo>
                    <a:pt x="3693087" y="787567"/>
                  </a:lnTo>
                  <a:lnTo>
                    <a:pt x="3693205" y="787567"/>
                  </a:lnTo>
                  <a:lnTo>
                    <a:pt x="3693323" y="787567"/>
                  </a:lnTo>
                  <a:lnTo>
                    <a:pt x="3693440" y="787567"/>
                  </a:lnTo>
                  <a:lnTo>
                    <a:pt x="3693558" y="787567"/>
                  </a:lnTo>
                  <a:lnTo>
                    <a:pt x="3693675" y="787567"/>
                  </a:lnTo>
                  <a:lnTo>
                    <a:pt x="3693793" y="787567"/>
                  </a:lnTo>
                  <a:lnTo>
                    <a:pt x="3693911" y="787567"/>
                  </a:lnTo>
                  <a:lnTo>
                    <a:pt x="3694028" y="787567"/>
                  </a:lnTo>
                  <a:lnTo>
                    <a:pt x="3694028" y="787136"/>
                  </a:lnTo>
                  <a:lnTo>
                    <a:pt x="3694146" y="787136"/>
                  </a:lnTo>
                  <a:lnTo>
                    <a:pt x="3694264" y="787136"/>
                  </a:lnTo>
                  <a:lnTo>
                    <a:pt x="3694381" y="787136"/>
                  </a:lnTo>
                  <a:lnTo>
                    <a:pt x="3694499" y="787136"/>
                  </a:lnTo>
                  <a:lnTo>
                    <a:pt x="3694616" y="787136"/>
                  </a:lnTo>
                  <a:lnTo>
                    <a:pt x="3694734" y="787136"/>
                  </a:lnTo>
                  <a:lnTo>
                    <a:pt x="3694852" y="787136"/>
                  </a:lnTo>
                  <a:lnTo>
                    <a:pt x="3694969" y="787136"/>
                  </a:lnTo>
                  <a:lnTo>
                    <a:pt x="3695087" y="787136"/>
                  </a:lnTo>
                  <a:lnTo>
                    <a:pt x="3695204" y="787136"/>
                  </a:lnTo>
                  <a:lnTo>
                    <a:pt x="3695322" y="787136"/>
                  </a:lnTo>
                  <a:lnTo>
                    <a:pt x="3695440" y="787136"/>
                  </a:lnTo>
                  <a:lnTo>
                    <a:pt x="3695557" y="787136"/>
                  </a:lnTo>
                  <a:lnTo>
                    <a:pt x="3695675" y="787136"/>
                  </a:lnTo>
                  <a:lnTo>
                    <a:pt x="3695793" y="787136"/>
                  </a:lnTo>
                  <a:lnTo>
                    <a:pt x="3695910" y="787136"/>
                  </a:lnTo>
                  <a:lnTo>
                    <a:pt x="3696028" y="787136"/>
                  </a:lnTo>
                  <a:lnTo>
                    <a:pt x="3696145" y="787136"/>
                  </a:lnTo>
                  <a:lnTo>
                    <a:pt x="3696263" y="787136"/>
                  </a:lnTo>
                  <a:lnTo>
                    <a:pt x="3696381" y="787136"/>
                  </a:lnTo>
                  <a:lnTo>
                    <a:pt x="3696498" y="787136"/>
                  </a:lnTo>
                  <a:lnTo>
                    <a:pt x="3696616" y="787136"/>
                  </a:lnTo>
                  <a:lnTo>
                    <a:pt x="3696733" y="787136"/>
                  </a:lnTo>
                  <a:lnTo>
                    <a:pt x="3696851" y="787136"/>
                  </a:lnTo>
                  <a:lnTo>
                    <a:pt x="3696969" y="787136"/>
                  </a:lnTo>
                  <a:lnTo>
                    <a:pt x="3697086" y="787136"/>
                  </a:lnTo>
                  <a:lnTo>
                    <a:pt x="3697204" y="787136"/>
                  </a:lnTo>
                  <a:lnTo>
                    <a:pt x="3697204" y="786706"/>
                  </a:lnTo>
                  <a:lnTo>
                    <a:pt x="3697322" y="786706"/>
                  </a:lnTo>
                  <a:lnTo>
                    <a:pt x="3697439" y="786706"/>
                  </a:lnTo>
                  <a:lnTo>
                    <a:pt x="3697557" y="786706"/>
                  </a:lnTo>
                  <a:lnTo>
                    <a:pt x="3697674" y="786706"/>
                  </a:lnTo>
                  <a:lnTo>
                    <a:pt x="3697792" y="786706"/>
                  </a:lnTo>
                  <a:lnTo>
                    <a:pt x="3697910" y="786706"/>
                  </a:lnTo>
                  <a:lnTo>
                    <a:pt x="3698027" y="786706"/>
                  </a:lnTo>
                  <a:lnTo>
                    <a:pt x="3698027" y="786275"/>
                  </a:lnTo>
                  <a:lnTo>
                    <a:pt x="3698145" y="786275"/>
                  </a:lnTo>
                  <a:lnTo>
                    <a:pt x="3698262" y="786275"/>
                  </a:lnTo>
                  <a:lnTo>
                    <a:pt x="3698262" y="785845"/>
                  </a:lnTo>
                  <a:lnTo>
                    <a:pt x="3698380" y="785845"/>
                  </a:lnTo>
                  <a:lnTo>
                    <a:pt x="3698498" y="785845"/>
                  </a:lnTo>
                  <a:lnTo>
                    <a:pt x="3698615" y="785845"/>
                  </a:lnTo>
                  <a:lnTo>
                    <a:pt x="3698733" y="785845"/>
                  </a:lnTo>
                  <a:lnTo>
                    <a:pt x="3698851" y="785845"/>
                  </a:lnTo>
                  <a:lnTo>
                    <a:pt x="3698968" y="785845"/>
                  </a:lnTo>
                  <a:lnTo>
                    <a:pt x="3699086" y="785845"/>
                  </a:lnTo>
                  <a:lnTo>
                    <a:pt x="3699203" y="785845"/>
                  </a:lnTo>
                  <a:lnTo>
                    <a:pt x="3699321" y="785845"/>
                  </a:lnTo>
                  <a:lnTo>
                    <a:pt x="3699321" y="785414"/>
                  </a:lnTo>
                  <a:lnTo>
                    <a:pt x="3699439" y="785414"/>
                  </a:lnTo>
                  <a:lnTo>
                    <a:pt x="3699556" y="785414"/>
                  </a:lnTo>
                  <a:lnTo>
                    <a:pt x="3699674" y="785414"/>
                  </a:lnTo>
                  <a:lnTo>
                    <a:pt x="3699791" y="785414"/>
                  </a:lnTo>
                  <a:lnTo>
                    <a:pt x="3699909" y="785414"/>
                  </a:lnTo>
                  <a:lnTo>
                    <a:pt x="3700027" y="785414"/>
                  </a:lnTo>
                  <a:lnTo>
                    <a:pt x="3700144" y="785414"/>
                  </a:lnTo>
                  <a:lnTo>
                    <a:pt x="3700262" y="785414"/>
                  </a:lnTo>
                  <a:lnTo>
                    <a:pt x="3700262" y="784983"/>
                  </a:lnTo>
                  <a:lnTo>
                    <a:pt x="3700380" y="784983"/>
                  </a:lnTo>
                  <a:lnTo>
                    <a:pt x="3700497" y="784983"/>
                  </a:lnTo>
                  <a:lnTo>
                    <a:pt x="3700615" y="784983"/>
                  </a:lnTo>
                  <a:lnTo>
                    <a:pt x="3700732" y="784983"/>
                  </a:lnTo>
                  <a:lnTo>
                    <a:pt x="3700850" y="784983"/>
                  </a:lnTo>
                  <a:lnTo>
                    <a:pt x="3700850" y="784553"/>
                  </a:lnTo>
                  <a:lnTo>
                    <a:pt x="3700968" y="784553"/>
                  </a:lnTo>
                  <a:lnTo>
                    <a:pt x="3701085" y="784553"/>
                  </a:lnTo>
                  <a:lnTo>
                    <a:pt x="3701203" y="784553"/>
                  </a:lnTo>
                  <a:lnTo>
                    <a:pt x="3701320" y="784553"/>
                  </a:lnTo>
                  <a:lnTo>
                    <a:pt x="3701438" y="784553"/>
                  </a:lnTo>
                  <a:lnTo>
                    <a:pt x="3701556" y="784553"/>
                  </a:lnTo>
                  <a:lnTo>
                    <a:pt x="3701673" y="784553"/>
                  </a:lnTo>
                  <a:lnTo>
                    <a:pt x="3701673" y="784122"/>
                  </a:lnTo>
                  <a:lnTo>
                    <a:pt x="3701791" y="784122"/>
                  </a:lnTo>
                  <a:lnTo>
                    <a:pt x="3701908" y="784122"/>
                  </a:lnTo>
                  <a:lnTo>
                    <a:pt x="3702026" y="784122"/>
                  </a:lnTo>
                  <a:lnTo>
                    <a:pt x="3702144" y="784122"/>
                  </a:lnTo>
                  <a:lnTo>
                    <a:pt x="3702261" y="784122"/>
                  </a:lnTo>
                  <a:lnTo>
                    <a:pt x="3702261" y="783692"/>
                  </a:lnTo>
                  <a:lnTo>
                    <a:pt x="3702261" y="783261"/>
                  </a:lnTo>
                  <a:lnTo>
                    <a:pt x="3702379" y="783261"/>
                  </a:lnTo>
                  <a:lnTo>
                    <a:pt x="3702497" y="783261"/>
                  </a:lnTo>
                  <a:lnTo>
                    <a:pt x="3702614" y="783261"/>
                  </a:lnTo>
                  <a:lnTo>
                    <a:pt x="3702732" y="783261"/>
                  </a:lnTo>
                  <a:lnTo>
                    <a:pt x="3702849" y="783261"/>
                  </a:lnTo>
                  <a:lnTo>
                    <a:pt x="3702967" y="783261"/>
                  </a:lnTo>
                  <a:lnTo>
                    <a:pt x="3703085" y="783261"/>
                  </a:lnTo>
                  <a:lnTo>
                    <a:pt x="3703202" y="783261"/>
                  </a:lnTo>
                  <a:lnTo>
                    <a:pt x="3703320" y="783261"/>
                  </a:lnTo>
                  <a:lnTo>
                    <a:pt x="3703437" y="783261"/>
                  </a:lnTo>
                  <a:lnTo>
                    <a:pt x="3703555" y="783261"/>
                  </a:lnTo>
                  <a:lnTo>
                    <a:pt x="3703673" y="783261"/>
                  </a:lnTo>
                  <a:lnTo>
                    <a:pt x="3703790" y="783261"/>
                  </a:lnTo>
                  <a:lnTo>
                    <a:pt x="3703790" y="782830"/>
                  </a:lnTo>
                  <a:lnTo>
                    <a:pt x="3703908" y="782830"/>
                  </a:lnTo>
                  <a:lnTo>
                    <a:pt x="3704026" y="782830"/>
                  </a:lnTo>
                  <a:lnTo>
                    <a:pt x="3704143" y="782830"/>
                  </a:lnTo>
                  <a:lnTo>
                    <a:pt x="3704261" y="782830"/>
                  </a:lnTo>
                  <a:lnTo>
                    <a:pt x="3704378" y="782830"/>
                  </a:lnTo>
                  <a:lnTo>
                    <a:pt x="3704496" y="782830"/>
                  </a:lnTo>
                  <a:lnTo>
                    <a:pt x="3704614" y="782830"/>
                  </a:lnTo>
                  <a:lnTo>
                    <a:pt x="3704731" y="782830"/>
                  </a:lnTo>
                  <a:lnTo>
                    <a:pt x="3704849" y="782830"/>
                  </a:lnTo>
                  <a:lnTo>
                    <a:pt x="3704849" y="782400"/>
                  </a:lnTo>
                  <a:lnTo>
                    <a:pt x="3704966" y="782400"/>
                  </a:lnTo>
                  <a:lnTo>
                    <a:pt x="3705084" y="782400"/>
                  </a:lnTo>
                  <a:lnTo>
                    <a:pt x="3705202" y="782400"/>
                  </a:lnTo>
                  <a:lnTo>
                    <a:pt x="3705319" y="782400"/>
                  </a:lnTo>
                  <a:lnTo>
                    <a:pt x="3705319" y="781969"/>
                  </a:lnTo>
                  <a:lnTo>
                    <a:pt x="3705437" y="781969"/>
                  </a:lnTo>
                  <a:lnTo>
                    <a:pt x="3705555" y="781969"/>
                  </a:lnTo>
                  <a:lnTo>
                    <a:pt x="3705672" y="781969"/>
                  </a:lnTo>
                  <a:lnTo>
                    <a:pt x="3705790" y="781969"/>
                  </a:lnTo>
                  <a:lnTo>
                    <a:pt x="3705907" y="781969"/>
                  </a:lnTo>
                  <a:lnTo>
                    <a:pt x="3706025" y="781969"/>
                  </a:lnTo>
                  <a:lnTo>
                    <a:pt x="3706143" y="781969"/>
                  </a:lnTo>
                  <a:lnTo>
                    <a:pt x="3706260" y="781969"/>
                  </a:lnTo>
                  <a:lnTo>
                    <a:pt x="3706378" y="781969"/>
                  </a:lnTo>
                  <a:lnTo>
                    <a:pt x="3706495" y="781969"/>
                  </a:lnTo>
                  <a:lnTo>
                    <a:pt x="3706613" y="781969"/>
                  </a:lnTo>
                  <a:lnTo>
                    <a:pt x="3706613" y="781539"/>
                  </a:lnTo>
                  <a:lnTo>
                    <a:pt x="3706731" y="781539"/>
                  </a:lnTo>
                  <a:lnTo>
                    <a:pt x="3706848" y="781539"/>
                  </a:lnTo>
                  <a:lnTo>
                    <a:pt x="3706966" y="781539"/>
                  </a:lnTo>
                  <a:lnTo>
                    <a:pt x="3707084" y="781539"/>
                  </a:lnTo>
                  <a:lnTo>
                    <a:pt x="3707201" y="781539"/>
                  </a:lnTo>
                  <a:lnTo>
                    <a:pt x="3707319" y="781539"/>
                  </a:lnTo>
                  <a:lnTo>
                    <a:pt x="3707319" y="781108"/>
                  </a:lnTo>
                  <a:lnTo>
                    <a:pt x="3707436" y="781108"/>
                  </a:lnTo>
                  <a:lnTo>
                    <a:pt x="3707554" y="781108"/>
                  </a:lnTo>
                  <a:lnTo>
                    <a:pt x="3707554" y="780677"/>
                  </a:lnTo>
                  <a:lnTo>
                    <a:pt x="3707554" y="780247"/>
                  </a:lnTo>
                  <a:lnTo>
                    <a:pt x="3707672" y="780247"/>
                  </a:lnTo>
                  <a:lnTo>
                    <a:pt x="3707672" y="779816"/>
                  </a:lnTo>
                  <a:lnTo>
                    <a:pt x="3707789" y="779816"/>
                  </a:lnTo>
                  <a:lnTo>
                    <a:pt x="3707907" y="779816"/>
                  </a:lnTo>
                  <a:lnTo>
                    <a:pt x="3708024" y="779816"/>
                  </a:lnTo>
                  <a:lnTo>
                    <a:pt x="3708142" y="779816"/>
                  </a:lnTo>
                  <a:lnTo>
                    <a:pt x="3708260" y="779816"/>
                  </a:lnTo>
                  <a:lnTo>
                    <a:pt x="3708260" y="779386"/>
                  </a:lnTo>
                  <a:lnTo>
                    <a:pt x="3708377" y="779386"/>
                  </a:lnTo>
                  <a:lnTo>
                    <a:pt x="3708495" y="779386"/>
                  </a:lnTo>
                  <a:lnTo>
                    <a:pt x="3708613" y="779386"/>
                  </a:lnTo>
                  <a:lnTo>
                    <a:pt x="3708730" y="779386"/>
                  </a:lnTo>
                  <a:lnTo>
                    <a:pt x="3708730" y="778955"/>
                  </a:lnTo>
                  <a:lnTo>
                    <a:pt x="3708730" y="778524"/>
                  </a:lnTo>
                  <a:lnTo>
                    <a:pt x="3708848" y="778524"/>
                  </a:lnTo>
                  <a:lnTo>
                    <a:pt x="3708965" y="778524"/>
                  </a:lnTo>
                  <a:lnTo>
                    <a:pt x="3709083" y="778524"/>
                  </a:lnTo>
                  <a:lnTo>
                    <a:pt x="3709201" y="778524"/>
                  </a:lnTo>
                  <a:lnTo>
                    <a:pt x="3709318" y="778524"/>
                  </a:lnTo>
                  <a:lnTo>
                    <a:pt x="3709436" y="778524"/>
                  </a:lnTo>
                  <a:lnTo>
                    <a:pt x="3709553" y="778524"/>
                  </a:lnTo>
                  <a:lnTo>
                    <a:pt x="3709553" y="778094"/>
                  </a:lnTo>
                  <a:lnTo>
                    <a:pt x="3709671" y="778094"/>
                  </a:lnTo>
                  <a:lnTo>
                    <a:pt x="3709789" y="778094"/>
                  </a:lnTo>
                  <a:lnTo>
                    <a:pt x="3709906" y="778094"/>
                  </a:lnTo>
                  <a:lnTo>
                    <a:pt x="3710024" y="778094"/>
                  </a:lnTo>
                  <a:lnTo>
                    <a:pt x="3710141" y="778094"/>
                  </a:lnTo>
                  <a:lnTo>
                    <a:pt x="3710259" y="778094"/>
                  </a:lnTo>
                  <a:lnTo>
                    <a:pt x="3710377" y="778094"/>
                  </a:lnTo>
                  <a:lnTo>
                    <a:pt x="3710494" y="778094"/>
                  </a:lnTo>
                  <a:lnTo>
                    <a:pt x="3710494" y="777663"/>
                  </a:lnTo>
                  <a:lnTo>
                    <a:pt x="3710612" y="777663"/>
                  </a:lnTo>
                  <a:lnTo>
                    <a:pt x="3710730" y="777663"/>
                  </a:lnTo>
                  <a:lnTo>
                    <a:pt x="3710847" y="777663"/>
                  </a:lnTo>
                  <a:lnTo>
                    <a:pt x="3710965" y="777663"/>
                  </a:lnTo>
                  <a:lnTo>
                    <a:pt x="3710965" y="777233"/>
                  </a:lnTo>
                  <a:lnTo>
                    <a:pt x="3711082" y="777233"/>
                  </a:lnTo>
                  <a:lnTo>
                    <a:pt x="3711200" y="777233"/>
                  </a:lnTo>
                  <a:lnTo>
                    <a:pt x="3711318" y="777233"/>
                  </a:lnTo>
                  <a:lnTo>
                    <a:pt x="3711318" y="776802"/>
                  </a:lnTo>
                  <a:lnTo>
                    <a:pt x="3711435" y="776802"/>
                  </a:lnTo>
                  <a:lnTo>
                    <a:pt x="3711553" y="776802"/>
                  </a:lnTo>
                  <a:lnTo>
                    <a:pt x="3711670" y="776802"/>
                  </a:lnTo>
                  <a:lnTo>
                    <a:pt x="3711788" y="776802"/>
                  </a:lnTo>
                  <a:lnTo>
                    <a:pt x="3711906" y="776802"/>
                  </a:lnTo>
                  <a:lnTo>
                    <a:pt x="3712023" y="776802"/>
                  </a:lnTo>
                  <a:lnTo>
                    <a:pt x="3712141" y="776802"/>
                  </a:lnTo>
                  <a:lnTo>
                    <a:pt x="3712259" y="776802"/>
                  </a:lnTo>
                  <a:lnTo>
                    <a:pt x="3712376" y="776802"/>
                  </a:lnTo>
                  <a:lnTo>
                    <a:pt x="3712376" y="776371"/>
                  </a:lnTo>
                  <a:lnTo>
                    <a:pt x="3712376" y="775941"/>
                  </a:lnTo>
                  <a:lnTo>
                    <a:pt x="3712494" y="775941"/>
                  </a:lnTo>
                  <a:lnTo>
                    <a:pt x="3712611" y="775941"/>
                  </a:lnTo>
                  <a:lnTo>
                    <a:pt x="3712729" y="775941"/>
                  </a:lnTo>
                  <a:lnTo>
                    <a:pt x="3712847" y="775941"/>
                  </a:lnTo>
                  <a:lnTo>
                    <a:pt x="3712964" y="775941"/>
                  </a:lnTo>
                  <a:lnTo>
                    <a:pt x="3713082" y="775941"/>
                  </a:lnTo>
                  <a:lnTo>
                    <a:pt x="3713199" y="775941"/>
                  </a:lnTo>
                  <a:lnTo>
                    <a:pt x="3713317" y="775941"/>
                  </a:lnTo>
                  <a:lnTo>
                    <a:pt x="3713435" y="775941"/>
                  </a:lnTo>
                  <a:lnTo>
                    <a:pt x="3713552" y="775941"/>
                  </a:lnTo>
                  <a:lnTo>
                    <a:pt x="3713670" y="775941"/>
                  </a:lnTo>
                  <a:lnTo>
                    <a:pt x="3713788" y="775941"/>
                  </a:lnTo>
                  <a:lnTo>
                    <a:pt x="3713905" y="775941"/>
                  </a:lnTo>
                  <a:lnTo>
                    <a:pt x="3714023" y="775941"/>
                  </a:lnTo>
                  <a:lnTo>
                    <a:pt x="3714140" y="775941"/>
                  </a:lnTo>
                  <a:lnTo>
                    <a:pt x="3714258" y="775941"/>
                  </a:lnTo>
                  <a:lnTo>
                    <a:pt x="3714376" y="775941"/>
                  </a:lnTo>
                  <a:lnTo>
                    <a:pt x="3714493" y="775941"/>
                  </a:lnTo>
                  <a:lnTo>
                    <a:pt x="3714493" y="775510"/>
                  </a:lnTo>
                  <a:lnTo>
                    <a:pt x="3714611" y="775510"/>
                  </a:lnTo>
                  <a:lnTo>
                    <a:pt x="3714611" y="775080"/>
                  </a:lnTo>
                  <a:lnTo>
                    <a:pt x="3714728" y="775080"/>
                  </a:lnTo>
                  <a:lnTo>
                    <a:pt x="3714846" y="775080"/>
                  </a:lnTo>
                  <a:lnTo>
                    <a:pt x="3714964" y="775080"/>
                  </a:lnTo>
                  <a:lnTo>
                    <a:pt x="3715081" y="775080"/>
                  </a:lnTo>
                  <a:lnTo>
                    <a:pt x="3715199" y="775080"/>
                  </a:lnTo>
                  <a:lnTo>
                    <a:pt x="3715199" y="774649"/>
                  </a:lnTo>
                  <a:lnTo>
                    <a:pt x="3715317" y="774649"/>
                  </a:lnTo>
                  <a:lnTo>
                    <a:pt x="3715434" y="774649"/>
                  </a:lnTo>
                  <a:lnTo>
                    <a:pt x="3715552" y="774649"/>
                  </a:lnTo>
                  <a:lnTo>
                    <a:pt x="3715552" y="774218"/>
                  </a:lnTo>
                  <a:lnTo>
                    <a:pt x="3715669" y="774218"/>
                  </a:lnTo>
                  <a:lnTo>
                    <a:pt x="3715787" y="774218"/>
                  </a:lnTo>
                  <a:lnTo>
                    <a:pt x="3715905" y="774218"/>
                  </a:lnTo>
                  <a:lnTo>
                    <a:pt x="3716022" y="774218"/>
                  </a:lnTo>
                  <a:lnTo>
                    <a:pt x="3716140" y="774218"/>
                  </a:lnTo>
                  <a:lnTo>
                    <a:pt x="3716257" y="774218"/>
                  </a:lnTo>
                  <a:lnTo>
                    <a:pt x="3716375" y="774218"/>
                  </a:lnTo>
                  <a:lnTo>
                    <a:pt x="3716493" y="774218"/>
                  </a:lnTo>
                  <a:lnTo>
                    <a:pt x="3716610" y="774218"/>
                  </a:lnTo>
                  <a:lnTo>
                    <a:pt x="3716728" y="774218"/>
                  </a:lnTo>
                  <a:lnTo>
                    <a:pt x="3716728" y="773788"/>
                  </a:lnTo>
                  <a:lnTo>
                    <a:pt x="3716845" y="773788"/>
                  </a:lnTo>
                  <a:lnTo>
                    <a:pt x="3716963" y="773788"/>
                  </a:lnTo>
                  <a:lnTo>
                    <a:pt x="3717081" y="773788"/>
                  </a:lnTo>
                  <a:lnTo>
                    <a:pt x="3717081" y="773357"/>
                  </a:lnTo>
                  <a:lnTo>
                    <a:pt x="3717198" y="773357"/>
                  </a:lnTo>
                  <a:lnTo>
                    <a:pt x="3717316" y="773357"/>
                  </a:lnTo>
                  <a:lnTo>
                    <a:pt x="3717434" y="773357"/>
                  </a:lnTo>
                  <a:lnTo>
                    <a:pt x="3717551" y="773357"/>
                  </a:lnTo>
                  <a:lnTo>
                    <a:pt x="3717669" y="773357"/>
                  </a:lnTo>
                  <a:lnTo>
                    <a:pt x="3717786" y="773357"/>
                  </a:lnTo>
                  <a:lnTo>
                    <a:pt x="3717904" y="773357"/>
                  </a:lnTo>
                  <a:lnTo>
                    <a:pt x="3718022" y="773357"/>
                  </a:lnTo>
                  <a:lnTo>
                    <a:pt x="3718139" y="773357"/>
                  </a:lnTo>
                  <a:lnTo>
                    <a:pt x="3718139" y="772927"/>
                  </a:lnTo>
                  <a:lnTo>
                    <a:pt x="3718257" y="772927"/>
                  </a:lnTo>
                  <a:lnTo>
                    <a:pt x="3718257" y="772496"/>
                  </a:lnTo>
                  <a:lnTo>
                    <a:pt x="3718374" y="772496"/>
                  </a:lnTo>
                  <a:lnTo>
                    <a:pt x="3718492" y="772496"/>
                  </a:lnTo>
                  <a:lnTo>
                    <a:pt x="3718610" y="772496"/>
                  </a:lnTo>
                  <a:lnTo>
                    <a:pt x="3718727" y="772496"/>
                  </a:lnTo>
                  <a:lnTo>
                    <a:pt x="3718845" y="772496"/>
                  </a:lnTo>
                  <a:lnTo>
                    <a:pt x="3718963" y="772496"/>
                  </a:lnTo>
                  <a:lnTo>
                    <a:pt x="3718963" y="772065"/>
                  </a:lnTo>
                  <a:lnTo>
                    <a:pt x="3719080" y="772065"/>
                  </a:lnTo>
                  <a:lnTo>
                    <a:pt x="3719198" y="772065"/>
                  </a:lnTo>
                  <a:lnTo>
                    <a:pt x="3719315" y="772065"/>
                  </a:lnTo>
                  <a:lnTo>
                    <a:pt x="3719433" y="772065"/>
                  </a:lnTo>
                  <a:lnTo>
                    <a:pt x="3719551" y="772065"/>
                  </a:lnTo>
                  <a:lnTo>
                    <a:pt x="3719668" y="772065"/>
                  </a:lnTo>
                  <a:lnTo>
                    <a:pt x="3719786" y="772065"/>
                  </a:lnTo>
                  <a:lnTo>
                    <a:pt x="3719903" y="772065"/>
                  </a:lnTo>
                  <a:lnTo>
                    <a:pt x="3720021" y="772065"/>
                  </a:lnTo>
                  <a:lnTo>
                    <a:pt x="3720139" y="772065"/>
                  </a:lnTo>
                  <a:lnTo>
                    <a:pt x="3720139" y="771635"/>
                  </a:lnTo>
                  <a:lnTo>
                    <a:pt x="3720256" y="771635"/>
                  </a:lnTo>
                  <a:lnTo>
                    <a:pt x="3720374" y="771635"/>
                  </a:lnTo>
                  <a:lnTo>
                    <a:pt x="3720492" y="771635"/>
                  </a:lnTo>
                  <a:lnTo>
                    <a:pt x="3720492" y="771204"/>
                  </a:lnTo>
                  <a:lnTo>
                    <a:pt x="3720609" y="771204"/>
                  </a:lnTo>
                  <a:lnTo>
                    <a:pt x="3720727" y="771204"/>
                  </a:lnTo>
                  <a:lnTo>
                    <a:pt x="3720844" y="771204"/>
                  </a:lnTo>
                  <a:lnTo>
                    <a:pt x="3720962" y="771204"/>
                  </a:lnTo>
                  <a:lnTo>
                    <a:pt x="3721080" y="771204"/>
                  </a:lnTo>
                  <a:lnTo>
                    <a:pt x="3721197" y="771204"/>
                  </a:lnTo>
                  <a:lnTo>
                    <a:pt x="3721315" y="771204"/>
                  </a:lnTo>
                  <a:lnTo>
                    <a:pt x="3721432" y="771204"/>
                  </a:lnTo>
                  <a:lnTo>
                    <a:pt x="3721550" y="771204"/>
                  </a:lnTo>
                  <a:lnTo>
                    <a:pt x="3721668" y="771204"/>
                  </a:lnTo>
                  <a:lnTo>
                    <a:pt x="3721785" y="771204"/>
                  </a:lnTo>
                  <a:lnTo>
                    <a:pt x="3721903" y="771204"/>
                  </a:lnTo>
                  <a:lnTo>
                    <a:pt x="3722021" y="771204"/>
                  </a:lnTo>
                  <a:lnTo>
                    <a:pt x="3722138" y="771204"/>
                  </a:lnTo>
                  <a:lnTo>
                    <a:pt x="3722256" y="771204"/>
                  </a:lnTo>
                  <a:lnTo>
                    <a:pt x="3722373" y="771204"/>
                  </a:lnTo>
                  <a:lnTo>
                    <a:pt x="3722491" y="771204"/>
                  </a:lnTo>
                  <a:lnTo>
                    <a:pt x="3722609" y="771204"/>
                  </a:lnTo>
                  <a:lnTo>
                    <a:pt x="3722726" y="771204"/>
                  </a:lnTo>
                  <a:lnTo>
                    <a:pt x="3722726" y="770774"/>
                  </a:lnTo>
                  <a:lnTo>
                    <a:pt x="3722844" y="770774"/>
                  </a:lnTo>
                  <a:lnTo>
                    <a:pt x="3722844" y="770343"/>
                  </a:lnTo>
                  <a:lnTo>
                    <a:pt x="3722961" y="770343"/>
                  </a:lnTo>
                  <a:lnTo>
                    <a:pt x="3723079" y="770343"/>
                  </a:lnTo>
                  <a:lnTo>
                    <a:pt x="3723197" y="770343"/>
                  </a:lnTo>
                  <a:lnTo>
                    <a:pt x="3723314" y="770343"/>
                  </a:lnTo>
                  <a:lnTo>
                    <a:pt x="3723314" y="769912"/>
                  </a:lnTo>
                  <a:lnTo>
                    <a:pt x="3723432" y="769912"/>
                  </a:lnTo>
                  <a:lnTo>
                    <a:pt x="3723550" y="769912"/>
                  </a:lnTo>
                  <a:lnTo>
                    <a:pt x="3723667" y="769912"/>
                  </a:lnTo>
                  <a:lnTo>
                    <a:pt x="3723785" y="769912"/>
                  </a:lnTo>
                  <a:lnTo>
                    <a:pt x="3723785" y="769482"/>
                  </a:lnTo>
                  <a:lnTo>
                    <a:pt x="3723785" y="769051"/>
                  </a:lnTo>
                  <a:lnTo>
                    <a:pt x="3723902" y="769051"/>
                  </a:lnTo>
                  <a:lnTo>
                    <a:pt x="3724020" y="769051"/>
                  </a:lnTo>
                  <a:lnTo>
                    <a:pt x="3724138" y="769051"/>
                  </a:lnTo>
                  <a:lnTo>
                    <a:pt x="3724255" y="769051"/>
                  </a:lnTo>
                  <a:lnTo>
                    <a:pt x="3724373" y="769051"/>
                  </a:lnTo>
                  <a:lnTo>
                    <a:pt x="3724490" y="769051"/>
                  </a:lnTo>
                  <a:lnTo>
                    <a:pt x="3724608" y="769051"/>
                  </a:lnTo>
                  <a:lnTo>
                    <a:pt x="3724726" y="769051"/>
                  </a:lnTo>
                  <a:lnTo>
                    <a:pt x="3724843" y="769051"/>
                  </a:lnTo>
                  <a:lnTo>
                    <a:pt x="3724961" y="769051"/>
                  </a:lnTo>
                  <a:lnTo>
                    <a:pt x="3725078" y="769051"/>
                  </a:lnTo>
                  <a:lnTo>
                    <a:pt x="3725196" y="769051"/>
                  </a:lnTo>
                  <a:lnTo>
                    <a:pt x="3725314" y="769051"/>
                  </a:lnTo>
                  <a:lnTo>
                    <a:pt x="3725431" y="769051"/>
                  </a:lnTo>
                  <a:lnTo>
                    <a:pt x="3725549" y="769051"/>
                  </a:lnTo>
                  <a:lnTo>
                    <a:pt x="3725667" y="769051"/>
                  </a:lnTo>
                  <a:lnTo>
                    <a:pt x="3725784" y="769051"/>
                  </a:lnTo>
                  <a:lnTo>
                    <a:pt x="3725784" y="768621"/>
                  </a:lnTo>
                  <a:lnTo>
                    <a:pt x="3725784" y="768190"/>
                  </a:lnTo>
                  <a:lnTo>
                    <a:pt x="3725784" y="767759"/>
                  </a:lnTo>
                  <a:lnTo>
                    <a:pt x="3725902" y="767759"/>
                  </a:lnTo>
                  <a:lnTo>
                    <a:pt x="3725902" y="767329"/>
                  </a:lnTo>
                  <a:lnTo>
                    <a:pt x="3726019" y="767329"/>
                  </a:lnTo>
                  <a:lnTo>
                    <a:pt x="3726137" y="767329"/>
                  </a:lnTo>
                  <a:lnTo>
                    <a:pt x="3726255" y="767329"/>
                  </a:lnTo>
                  <a:lnTo>
                    <a:pt x="3726255" y="766898"/>
                  </a:lnTo>
                  <a:lnTo>
                    <a:pt x="3726372" y="766898"/>
                  </a:lnTo>
                  <a:lnTo>
                    <a:pt x="3726490" y="766898"/>
                  </a:lnTo>
                  <a:lnTo>
                    <a:pt x="3726607" y="766898"/>
                  </a:lnTo>
                  <a:lnTo>
                    <a:pt x="3726725" y="766898"/>
                  </a:lnTo>
                  <a:lnTo>
                    <a:pt x="3726843" y="766898"/>
                  </a:lnTo>
                  <a:lnTo>
                    <a:pt x="3726843" y="766468"/>
                  </a:lnTo>
                  <a:lnTo>
                    <a:pt x="3726960" y="766468"/>
                  </a:lnTo>
                  <a:lnTo>
                    <a:pt x="3726960" y="766037"/>
                  </a:lnTo>
                  <a:lnTo>
                    <a:pt x="3727078" y="766037"/>
                  </a:lnTo>
                  <a:lnTo>
                    <a:pt x="3727196" y="766037"/>
                  </a:lnTo>
                  <a:lnTo>
                    <a:pt x="3727196" y="765606"/>
                  </a:lnTo>
                  <a:lnTo>
                    <a:pt x="3727313" y="765606"/>
                  </a:lnTo>
                  <a:lnTo>
                    <a:pt x="3727431" y="765606"/>
                  </a:lnTo>
                  <a:lnTo>
                    <a:pt x="3727548" y="765606"/>
                  </a:lnTo>
                  <a:lnTo>
                    <a:pt x="3727666" y="765606"/>
                  </a:lnTo>
                  <a:lnTo>
                    <a:pt x="3727784" y="765606"/>
                  </a:lnTo>
                  <a:lnTo>
                    <a:pt x="3727901" y="765606"/>
                  </a:lnTo>
                  <a:lnTo>
                    <a:pt x="3728019" y="765606"/>
                  </a:lnTo>
                  <a:lnTo>
                    <a:pt x="3728136" y="765606"/>
                  </a:lnTo>
                  <a:lnTo>
                    <a:pt x="3728254" y="765606"/>
                  </a:lnTo>
                  <a:lnTo>
                    <a:pt x="3728254" y="765176"/>
                  </a:lnTo>
                  <a:lnTo>
                    <a:pt x="3728372" y="765176"/>
                  </a:lnTo>
                  <a:lnTo>
                    <a:pt x="3728489" y="765176"/>
                  </a:lnTo>
                  <a:lnTo>
                    <a:pt x="3728607" y="765176"/>
                  </a:lnTo>
                  <a:lnTo>
                    <a:pt x="3728725" y="765176"/>
                  </a:lnTo>
                  <a:lnTo>
                    <a:pt x="3728842" y="765176"/>
                  </a:lnTo>
                  <a:lnTo>
                    <a:pt x="3728960" y="765176"/>
                  </a:lnTo>
                  <a:lnTo>
                    <a:pt x="3729077" y="765176"/>
                  </a:lnTo>
                  <a:lnTo>
                    <a:pt x="3729195" y="765176"/>
                  </a:lnTo>
                  <a:lnTo>
                    <a:pt x="3729313" y="765176"/>
                  </a:lnTo>
                  <a:lnTo>
                    <a:pt x="3729430" y="765176"/>
                  </a:lnTo>
                  <a:lnTo>
                    <a:pt x="3729548" y="765176"/>
                  </a:lnTo>
                  <a:lnTo>
                    <a:pt x="3729665" y="765176"/>
                  </a:lnTo>
                  <a:lnTo>
                    <a:pt x="3729783" y="765176"/>
                  </a:lnTo>
                  <a:lnTo>
                    <a:pt x="3729901" y="765176"/>
                  </a:lnTo>
                  <a:lnTo>
                    <a:pt x="3730018" y="765176"/>
                  </a:lnTo>
                  <a:lnTo>
                    <a:pt x="3730136" y="765176"/>
                  </a:lnTo>
                  <a:lnTo>
                    <a:pt x="3730254" y="765176"/>
                  </a:lnTo>
                  <a:lnTo>
                    <a:pt x="3730371" y="765176"/>
                  </a:lnTo>
                  <a:lnTo>
                    <a:pt x="3730489" y="765176"/>
                  </a:lnTo>
                  <a:lnTo>
                    <a:pt x="3730606" y="765176"/>
                  </a:lnTo>
                  <a:lnTo>
                    <a:pt x="3730724" y="765176"/>
                  </a:lnTo>
                  <a:lnTo>
                    <a:pt x="3730724" y="764745"/>
                  </a:lnTo>
                  <a:lnTo>
                    <a:pt x="3730842" y="764745"/>
                  </a:lnTo>
                  <a:lnTo>
                    <a:pt x="3730959" y="764745"/>
                  </a:lnTo>
                  <a:lnTo>
                    <a:pt x="3731077" y="764745"/>
                  </a:lnTo>
                  <a:lnTo>
                    <a:pt x="3731194" y="764745"/>
                  </a:lnTo>
                  <a:lnTo>
                    <a:pt x="3731312" y="764745"/>
                  </a:lnTo>
                  <a:lnTo>
                    <a:pt x="3731430" y="764745"/>
                  </a:lnTo>
                  <a:lnTo>
                    <a:pt x="3731547" y="764745"/>
                  </a:lnTo>
                  <a:lnTo>
                    <a:pt x="3731665" y="764745"/>
                  </a:lnTo>
                  <a:lnTo>
                    <a:pt x="3731783" y="764745"/>
                  </a:lnTo>
                  <a:lnTo>
                    <a:pt x="3731783" y="764315"/>
                  </a:lnTo>
                  <a:lnTo>
                    <a:pt x="3731900" y="764315"/>
                  </a:lnTo>
                  <a:lnTo>
                    <a:pt x="3732018" y="764315"/>
                  </a:lnTo>
                  <a:lnTo>
                    <a:pt x="3732135" y="764315"/>
                  </a:lnTo>
                  <a:lnTo>
                    <a:pt x="3732135" y="763884"/>
                  </a:lnTo>
                  <a:lnTo>
                    <a:pt x="3732253" y="763884"/>
                  </a:lnTo>
                  <a:lnTo>
                    <a:pt x="3732371" y="763884"/>
                  </a:lnTo>
                  <a:lnTo>
                    <a:pt x="3732488" y="763884"/>
                  </a:lnTo>
                  <a:lnTo>
                    <a:pt x="3732488" y="763453"/>
                  </a:lnTo>
                  <a:lnTo>
                    <a:pt x="3732606" y="763453"/>
                  </a:lnTo>
                  <a:lnTo>
                    <a:pt x="3732723" y="763453"/>
                  </a:lnTo>
                  <a:lnTo>
                    <a:pt x="3732841" y="763453"/>
                  </a:lnTo>
                  <a:lnTo>
                    <a:pt x="3732959" y="763453"/>
                  </a:lnTo>
                  <a:lnTo>
                    <a:pt x="3733076" y="763453"/>
                  </a:lnTo>
                  <a:lnTo>
                    <a:pt x="3733076" y="763023"/>
                  </a:lnTo>
                  <a:lnTo>
                    <a:pt x="3733194" y="763023"/>
                  </a:lnTo>
                  <a:lnTo>
                    <a:pt x="3733311" y="763023"/>
                  </a:lnTo>
                  <a:lnTo>
                    <a:pt x="3733429" y="763023"/>
                  </a:lnTo>
                  <a:lnTo>
                    <a:pt x="3733429" y="762592"/>
                  </a:lnTo>
                  <a:lnTo>
                    <a:pt x="3733547" y="762592"/>
                  </a:lnTo>
                  <a:lnTo>
                    <a:pt x="3733664" y="762592"/>
                  </a:lnTo>
                  <a:lnTo>
                    <a:pt x="3733782" y="762592"/>
                  </a:lnTo>
                  <a:lnTo>
                    <a:pt x="3733900" y="762592"/>
                  </a:lnTo>
                  <a:lnTo>
                    <a:pt x="3734017" y="762592"/>
                  </a:lnTo>
                  <a:lnTo>
                    <a:pt x="3734135" y="762592"/>
                  </a:lnTo>
                  <a:lnTo>
                    <a:pt x="3734252" y="762592"/>
                  </a:lnTo>
                  <a:lnTo>
                    <a:pt x="3734252" y="762162"/>
                  </a:lnTo>
                  <a:lnTo>
                    <a:pt x="3734252" y="761731"/>
                  </a:lnTo>
                  <a:lnTo>
                    <a:pt x="3734370" y="761731"/>
                  </a:lnTo>
                  <a:lnTo>
                    <a:pt x="3734488" y="761731"/>
                  </a:lnTo>
                  <a:lnTo>
                    <a:pt x="3734605" y="761731"/>
                  </a:lnTo>
                  <a:lnTo>
                    <a:pt x="3734723" y="761731"/>
                  </a:lnTo>
                  <a:lnTo>
                    <a:pt x="3734840" y="761731"/>
                  </a:lnTo>
                  <a:lnTo>
                    <a:pt x="3734840" y="761300"/>
                  </a:lnTo>
                  <a:lnTo>
                    <a:pt x="3734958" y="761300"/>
                  </a:lnTo>
                  <a:lnTo>
                    <a:pt x="3735076" y="761300"/>
                  </a:lnTo>
                  <a:lnTo>
                    <a:pt x="3735193" y="761300"/>
                  </a:lnTo>
                  <a:lnTo>
                    <a:pt x="3735311" y="761300"/>
                  </a:lnTo>
                  <a:lnTo>
                    <a:pt x="3735429" y="761300"/>
                  </a:lnTo>
                  <a:lnTo>
                    <a:pt x="3735546" y="761300"/>
                  </a:lnTo>
                  <a:lnTo>
                    <a:pt x="3735546" y="760870"/>
                  </a:lnTo>
                  <a:lnTo>
                    <a:pt x="3735664" y="760870"/>
                  </a:lnTo>
                  <a:lnTo>
                    <a:pt x="3735664" y="760439"/>
                  </a:lnTo>
                  <a:lnTo>
                    <a:pt x="3735781" y="760439"/>
                  </a:lnTo>
                  <a:lnTo>
                    <a:pt x="3735899" y="760439"/>
                  </a:lnTo>
                  <a:lnTo>
                    <a:pt x="3736017" y="760439"/>
                  </a:lnTo>
                  <a:lnTo>
                    <a:pt x="3736134" y="760439"/>
                  </a:lnTo>
                  <a:lnTo>
                    <a:pt x="3736134" y="760009"/>
                  </a:lnTo>
                  <a:lnTo>
                    <a:pt x="3736134" y="759578"/>
                  </a:lnTo>
                  <a:lnTo>
                    <a:pt x="3736134" y="759147"/>
                  </a:lnTo>
                  <a:lnTo>
                    <a:pt x="3736252" y="759147"/>
                  </a:lnTo>
                  <a:lnTo>
                    <a:pt x="3736369" y="759147"/>
                  </a:lnTo>
                  <a:lnTo>
                    <a:pt x="3736487" y="759147"/>
                  </a:lnTo>
                  <a:lnTo>
                    <a:pt x="3736605" y="759147"/>
                  </a:lnTo>
                  <a:lnTo>
                    <a:pt x="3736722" y="759147"/>
                  </a:lnTo>
                  <a:lnTo>
                    <a:pt x="3736840" y="759147"/>
                  </a:lnTo>
                  <a:lnTo>
                    <a:pt x="3736840" y="758717"/>
                  </a:lnTo>
                  <a:lnTo>
                    <a:pt x="3736958" y="758717"/>
                  </a:lnTo>
                  <a:lnTo>
                    <a:pt x="3737075" y="758717"/>
                  </a:lnTo>
                  <a:lnTo>
                    <a:pt x="3737193" y="758717"/>
                  </a:lnTo>
                  <a:lnTo>
                    <a:pt x="3737310" y="758717"/>
                  </a:lnTo>
                  <a:lnTo>
                    <a:pt x="3737310" y="758286"/>
                  </a:lnTo>
                  <a:lnTo>
                    <a:pt x="3737428" y="758286"/>
                  </a:lnTo>
                  <a:lnTo>
                    <a:pt x="3737546" y="758286"/>
                  </a:lnTo>
                  <a:lnTo>
                    <a:pt x="3737663" y="758286"/>
                  </a:lnTo>
                  <a:lnTo>
                    <a:pt x="3737781" y="758286"/>
                  </a:lnTo>
                  <a:lnTo>
                    <a:pt x="3737898" y="758286"/>
                  </a:lnTo>
                  <a:lnTo>
                    <a:pt x="3738016" y="758286"/>
                  </a:lnTo>
                  <a:lnTo>
                    <a:pt x="3738134" y="758286"/>
                  </a:lnTo>
                  <a:lnTo>
                    <a:pt x="3738251" y="758286"/>
                  </a:lnTo>
                  <a:lnTo>
                    <a:pt x="3738369" y="758286"/>
                  </a:lnTo>
                  <a:lnTo>
                    <a:pt x="3738487" y="758286"/>
                  </a:lnTo>
                  <a:lnTo>
                    <a:pt x="3738487" y="757856"/>
                  </a:lnTo>
                  <a:lnTo>
                    <a:pt x="3738604" y="757856"/>
                  </a:lnTo>
                  <a:lnTo>
                    <a:pt x="3738604" y="757425"/>
                  </a:lnTo>
                  <a:lnTo>
                    <a:pt x="3738722" y="757425"/>
                  </a:lnTo>
                  <a:lnTo>
                    <a:pt x="3738839" y="757425"/>
                  </a:lnTo>
                  <a:lnTo>
                    <a:pt x="3738957" y="757425"/>
                  </a:lnTo>
                  <a:lnTo>
                    <a:pt x="3739075" y="757425"/>
                  </a:lnTo>
                  <a:lnTo>
                    <a:pt x="3739192" y="757425"/>
                  </a:lnTo>
                  <a:lnTo>
                    <a:pt x="3739310" y="757425"/>
                  </a:lnTo>
                  <a:lnTo>
                    <a:pt x="3739310" y="756994"/>
                  </a:lnTo>
                  <a:lnTo>
                    <a:pt x="3739427" y="756994"/>
                  </a:lnTo>
                  <a:lnTo>
                    <a:pt x="3739545" y="756994"/>
                  </a:lnTo>
                  <a:lnTo>
                    <a:pt x="3739663" y="756994"/>
                  </a:lnTo>
                  <a:lnTo>
                    <a:pt x="3739780" y="756994"/>
                  </a:lnTo>
                  <a:lnTo>
                    <a:pt x="3739898" y="756994"/>
                  </a:lnTo>
                  <a:lnTo>
                    <a:pt x="3739898" y="756564"/>
                  </a:lnTo>
                  <a:lnTo>
                    <a:pt x="3739898" y="756133"/>
                  </a:lnTo>
                  <a:lnTo>
                    <a:pt x="3740016" y="756133"/>
                  </a:lnTo>
                  <a:lnTo>
                    <a:pt x="3740016" y="755703"/>
                  </a:lnTo>
                  <a:lnTo>
                    <a:pt x="3740133" y="755703"/>
                  </a:lnTo>
                  <a:lnTo>
                    <a:pt x="3740251" y="755703"/>
                  </a:lnTo>
                  <a:lnTo>
                    <a:pt x="3740368" y="755703"/>
                  </a:lnTo>
                  <a:lnTo>
                    <a:pt x="3740486" y="755703"/>
                  </a:lnTo>
                  <a:lnTo>
                    <a:pt x="3740604" y="755703"/>
                  </a:lnTo>
                  <a:lnTo>
                    <a:pt x="3740721" y="755703"/>
                  </a:lnTo>
                  <a:lnTo>
                    <a:pt x="3740839" y="755703"/>
                  </a:lnTo>
                  <a:lnTo>
                    <a:pt x="3740956" y="755703"/>
                  </a:lnTo>
                  <a:lnTo>
                    <a:pt x="3741074" y="755703"/>
                  </a:lnTo>
                  <a:lnTo>
                    <a:pt x="3741192" y="755703"/>
                  </a:lnTo>
                  <a:lnTo>
                    <a:pt x="3741309" y="755703"/>
                  </a:lnTo>
                  <a:lnTo>
                    <a:pt x="3741309" y="755272"/>
                  </a:lnTo>
                  <a:lnTo>
                    <a:pt x="3741427" y="755272"/>
                  </a:lnTo>
                  <a:lnTo>
                    <a:pt x="3741544" y="755272"/>
                  </a:lnTo>
                  <a:lnTo>
                    <a:pt x="3741544" y="754841"/>
                  </a:lnTo>
                  <a:lnTo>
                    <a:pt x="3741662" y="754841"/>
                  </a:lnTo>
                  <a:lnTo>
                    <a:pt x="3741780" y="754841"/>
                  </a:lnTo>
                  <a:lnTo>
                    <a:pt x="3741897" y="754841"/>
                  </a:lnTo>
                  <a:lnTo>
                    <a:pt x="3742015" y="754841"/>
                  </a:lnTo>
                  <a:lnTo>
                    <a:pt x="3742133" y="754841"/>
                  </a:lnTo>
                  <a:lnTo>
                    <a:pt x="3742250" y="754841"/>
                  </a:lnTo>
                  <a:lnTo>
                    <a:pt x="3742250" y="754411"/>
                  </a:lnTo>
                  <a:lnTo>
                    <a:pt x="3742368" y="754411"/>
                  </a:lnTo>
                  <a:lnTo>
                    <a:pt x="3742485" y="754411"/>
                  </a:lnTo>
                  <a:lnTo>
                    <a:pt x="3742603" y="754411"/>
                  </a:lnTo>
                  <a:lnTo>
                    <a:pt x="3742721" y="754411"/>
                  </a:lnTo>
                  <a:lnTo>
                    <a:pt x="3742838" y="754411"/>
                  </a:lnTo>
                  <a:lnTo>
                    <a:pt x="3742956" y="754411"/>
                  </a:lnTo>
                  <a:lnTo>
                    <a:pt x="3743073" y="754411"/>
                  </a:lnTo>
                  <a:lnTo>
                    <a:pt x="3743191" y="754411"/>
                  </a:lnTo>
                  <a:lnTo>
                    <a:pt x="3743309" y="754411"/>
                  </a:lnTo>
                  <a:lnTo>
                    <a:pt x="3743426" y="754411"/>
                  </a:lnTo>
                  <a:lnTo>
                    <a:pt x="3743544" y="754411"/>
                  </a:lnTo>
                  <a:lnTo>
                    <a:pt x="3743662" y="754411"/>
                  </a:lnTo>
                  <a:lnTo>
                    <a:pt x="3743779" y="754411"/>
                  </a:lnTo>
                  <a:lnTo>
                    <a:pt x="3743779" y="753980"/>
                  </a:lnTo>
                  <a:lnTo>
                    <a:pt x="3743897" y="753980"/>
                  </a:lnTo>
                  <a:lnTo>
                    <a:pt x="3744014" y="753980"/>
                  </a:lnTo>
                  <a:lnTo>
                    <a:pt x="3744132" y="753980"/>
                  </a:lnTo>
                  <a:lnTo>
                    <a:pt x="3744250" y="753980"/>
                  </a:lnTo>
                  <a:lnTo>
                    <a:pt x="3744367" y="753980"/>
                  </a:lnTo>
                  <a:lnTo>
                    <a:pt x="3744485" y="753980"/>
                  </a:lnTo>
                  <a:lnTo>
                    <a:pt x="3744485" y="753550"/>
                  </a:lnTo>
                  <a:lnTo>
                    <a:pt x="3744602" y="753550"/>
                  </a:lnTo>
                  <a:lnTo>
                    <a:pt x="3744720" y="753550"/>
                  </a:lnTo>
                  <a:lnTo>
                    <a:pt x="3744838" y="753550"/>
                  </a:lnTo>
                  <a:lnTo>
                    <a:pt x="3744955" y="753550"/>
                  </a:lnTo>
                  <a:lnTo>
                    <a:pt x="3745073" y="753550"/>
                  </a:lnTo>
                  <a:lnTo>
                    <a:pt x="3745191" y="753550"/>
                  </a:lnTo>
                  <a:lnTo>
                    <a:pt x="3745191" y="753119"/>
                  </a:lnTo>
                  <a:lnTo>
                    <a:pt x="3745308" y="753119"/>
                  </a:lnTo>
                  <a:lnTo>
                    <a:pt x="3745308" y="752688"/>
                  </a:lnTo>
                  <a:lnTo>
                    <a:pt x="3745426" y="752688"/>
                  </a:lnTo>
                  <a:lnTo>
                    <a:pt x="3745426" y="752258"/>
                  </a:lnTo>
                  <a:lnTo>
                    <a:pt x="3745543" y="752258"/>
                  </a:lnTo>
                  <a:lnTo>
                    <a:pt x="3745661" y="752258"/>
                  </a:lnTo>
                  <a:lnTo>
                    <a:pt x="3745661" y="751827"/>
                  </a:lnTo>
                  <a:lnTo>
                    <a:pt x="3745779" y="751827"/>
                  </a:lnTo>
                  <a:lnTo>
                    <a:pt x="3745896" y="751827"/>
                  </a:lnTo>
                  <a:lnTo>
                    <a:pt x="3746014" y="751827"/>
                  </a:lnTo>
                  <a:lnTo>
                    <a:pt x="3746131" y="751827"/>
                  </a:lnTo>
                  <a:lnTo>
                    <a:pt x="3746249" y="751827"/>
                  </a:lnTo>
                  <a:lnTo>
                    <a:pt x="3746367" y="751827"/>
                  </a:lnTo>
                  <a:lnTo>
                    <a:pt x="3746484" y="751827"/>
                  </a:lnTo>
                  <a:lnTo>
                    <a:pt x="3746602" y="751827"/>
                  </a:lnTo>
                  <a:lnTo>
                    <a:pt x="3746720" y="751827"/>
                  </a:lnTo>
                  <a:lnTo>
                    <a:pt x="3746837" y="751827"/>
                  </a:lnTo>
                  <a:lnTo>
                    <a:pt x="3746955" y="751827"/>
                  </a:lnTo>
                  <a:lnTo>
                    <a:pt x="3747072" y="751827"/>
                  </a:lnTo>
                  <a:lnTo>
                    <a:pt x="3747072" y="751397"/>
                  </a:lnTo>
                  <a:lnTo>
                    <a:pt x="3747190" y="751397"/>
                  </a:lnTo>
                  <a:lnTo>
                    <a:pt x="3747308" y="751397"/>
                  </a:lnTo>
                  <a:lnTo>
                    <a:pt x="3747425" y="751397"/>
                  </a:lnTo>
                  <a:lnTo>
                    <a:pt x="3747543" y="751397"/>
                  </a:lnTo>
                  <a:lnTo>
                    <a:pt x="3747660" y="751397"/>
                  </a:lnTo>
                  <a:lnTo>
                    <a:pt x="3747778" y="751397"/>
                  </a:lnTo>
                  <a:lnTo>
                    <a:pt x="3747778" y="750966"/>
                  </a:lnTo>
                  <a:lnTo>
                    <a:pt x="3747896" y="750966"/>
                  </a:lnTo>
                  <a:lnTo>
                    <a:pt x="3748013" y="750966"/>
                  </a:lnTo>
                  <a:lnTo>
                    <a:pt x="3748013" y="750535"/>
                  </a:lnTo>
                  <a:lnTo>
                    <a:pt x="3748131" y="750535"/>
                  </a:lnTo>
                  <a:lnTo>
                    <a:pt x="3748249" y="750535"/>
                  </a:lnTo>
                  <a:lnTo>
                    <a:pt x="3748366" y="750535"/>
                  </a:lnTo>
                  <a:lnTo>
                    <a:pt x="3748484" y="750535"/>
                  </a:lnTo>
                  <a:lnTo>
                    <a:pt x="3748601" y="750535"/>
                  </a:lnTo>
                  <a:lnTo>
                    <a:pt x="3748719" y="750535"/>
                  </a:lnTo>
                  <a:lnTo>
                    <a:pt x="3748837" y="750535"/>
                  </a:lnTo>
                  <a:lnTo>
                    <a:pt x="3748954" y="750535"/>
                  </a:lnTo>
                  <a:lnTo>
                    <a:pt x="3749072" y="750535"/>
                  </a:lnTo>
                  <a:lnTo>
                    <a:pt x="3749189" y="750535"/>
                  </a:lnTo>
                  <a:lnTo>
                    <a:pt x="3749307" y="750535"/>
                  </a:lnTo>
                  <a:lnTo>
                    <a:pt x="3749425" y="750535"/>
                  </a:lnTo>
                  <a:lnTo>
                    <a:pt x="3749542" y="750535"/>
                  </a:lnTo>
                  <a:lnTo>
                    <a:pt x="3749660" y="750535"/>
                  </a:lnTo>
                  <a:lnTo>
                    <a:pt x="3749777" y="750535"/>
                  </a:lnTo>
                  <a:lnTo>
                    <a:pt x="3749895" y="750535"/>
                  </a:lnTo>
                  <a:lnTo>
                    <a:pt x="3750013" y="750535"/>
                  </a:lnTo>
                  <a:lnTo>
                    <a:pt x="3750130" y="750535"/>
                  </a:lnTo>
                  <a:lnTo>
                    <a:pt x="3750248" y="750535"/>
                  </a:lnTo>
                  <a:lnTo>
                    <a:pt x="3750366" y="750535"/>
                  </a:lnTo>
                  <a:lnTo>
                    <a:pt x="3750483" y="750535"/>
                  </a:lnTo>
                  <a:lnTo>
                    <a:pt x="3750601" y="750535"/>
                  </a:lnTo>
                  <a:lnTo>
                    <a:pt x="3750718" y="750535"/>
                  </a:lnTo>
                  <a:lnTo>
                    <a:pt x="3750836" y="750535"/>
                  </a:lnTo>
                  <a:lnTo>
                    <a:pt x="3750954" y="750535"/>
                  </a:lnTo>
                  <a:lnTo>
                    <a:pt x="3751071" y="750535"/>
                  </a:lnTo>
                  <a:lnTo>
                    <a:pt x="3751189" y="750535"/>
                  </a:lnTo>
                  <a:lnTo>
                    <a:pt x="3751306" y="750535"/>
                  </a:lnTo>
                  <a:lnTo>
                    <a:pt x="3751424" y="750535"/>
                  </a:lnTo>
                  <a:lnTo>
                    <a:pt x="3751542" y="750535"/>
                  </a:lnTo>
                  <a:lnTo>
                    <a:pt x="3751659" y="750535"/>
                  </a:lnTo>
                  <a:lnTo>
                    <a:pt x="3751777" y="750535"/>
                  </a:lnTo>
                  <a:lnTo>
                    <a:pt x="3751895" y="750535"/>
                  </a:lnTo>
                  <a:lnTo>
                    <a:pt x="3751895" y="750105"/>
                  </a:lnTo>
                  <a:lnTo>
                    <a:pt x="3752012" y="750105"/>
                  </a:lnTo>
                  <a:lnTo>
                    <a:pt x="3752130" y="750105"/>
                  </a:lnTo>
                  <a:lnTo>
                    <a:pt x="3752247" y="750105"/>
                  </a:lnTo>
                  <a:lnTo>
                    <a:pt x="3752365" y="750105"/>
                  </a:lnTo>
                  <a:lnTo>
                    <a:pt x="3752483" y="750105"/>
                  </a:lnTo>
                  <a:lnTo>
                    <a:pt x="3752483" y="749674"/>
                  </a:lnTo>
                  <a:lnTo>
                    <a:pt x="3752483" y="749244"/>
                  </a:lnTo>
                  <a:lnTo>
                    <a:pt x="3752483" y="748813"/>
                  </a:lnTo>
                  <a:lnTo>
                    <a:pt x="3752483" y="748382"/>
                  </a:lnTo>
                  <a:lnTo>
                    <a:pt x="3752600" y="748382"/>
                  </a:lnTo>
                  <a:lnTo>
                    <a:pt x="3752718" y="748382"/>
                  </a:lnTo>
                  <a:lnTo>
                    <a:pt x="3752718" y="747952"/>
                  </a:lnTo>
                  <a:lnTo>
                    <a:pt x="3752835" y="747952"/>
                  </a:lnTo>
                  <a:lnTo>
                    <a:pt x="3752953" y="747952"/>
                  </a:lnTo>
                  <a:lnTo>
                    <a:pt x="3753071" y="747952"/>
                  </a:lnTo>
                  <a:lnTo>
                    <a:pt x="3753188" y="747952"/>
                  </a:lnTo>
                  <a:lnTo>
                    <a:pt x="3753306" y="747952"/>
                  </a:lnTo>
                  <a:lnTo>
                    <a:pt x="3753424" y="747952"/>
                  </a:lnTo>
                  <a:lnTo>
                    <a:pt x="3753541" y="747952"/>
                  </a:lnTo>
                  <a:lnTo>
                    <a:pt x="3753541" y="747521"/>
                  </a:lnTo>
                  <a:lnTo>
                    <a:pt x="3753659" y="747521"/>
                  </a:lnTo>
                  <a:lnTo>
                    <a:pt x="3753776" y="747521"/>
                  </a:lnTo>
                  <a:lnTo>
                    <a:pt x="3753894" y="747521"/>
                  </a:lnTo>
                  <a:lnTo>
                    <a:pt x="3754012" y="747521"/>
                  </a:lnTo>
                  <a:lnTo>
                    <a:pt x="3754129" y="747521"/>
                  </a:lnTo>
                  <a:lnTo>
                    <a:pt x="3754247" y="747521"/>
                  </a:lnTo>
                  <a:lnTo>
                    <a:pt x="3754364" y="747521"/>
                  </a:lnTo>
                  <a:lnTo>
                    <a:pt x="3754482" y="747521"/>
                  </a:lnTo>
                  <a:lnTo>
                    <a:pt x="3754600" y="747521"/>
                  </a:lnTo>
                  <a:lnTo>
                    <a:pt x="3754717" y="747521"/>
                  </a:lnTo>
                  <a:lnTo>
                    <a:pt x="3754835" y="747521"/>
                  </a:lnTo>
                  <a:lnTo>
                    <a:pt x="3754953" y="747521"/>
                  </a:lnTo>
                  <a:lnTo>
                    <a:pt x="3755070" y="747521"/>
                  </a:lnTo>
                  <a:lnTo>
                    <a:pt x="3755188" y="747521"/>
                  </a:lnTo>
                  <a:lnTo>
                    <a:pt x="3755305" y="747521"/>
                  </a:lnTo>
                  <a:lnTo>
                    <a:pt x="3755423" y="747521"/>
                  </a:lnTo>
                  <a:lnTo>
                    <a:pt x="3755541" y="747521"/>
                  </a:lnTo>
                  <a:lnTo>
                    <a:pt x="3755658" y="747521"/>
                  </a:lnTo>
                  <a:lnTo>
                    <a:pt x="3755658" y="747091"/>
                  </a:lnTo>
                  <a:lnTo>
                    <a:pt x="3755776" y="747091"/>
                  </a:lnTo>
                  <a:lnTo>
                    <a:pt x="3755893" y="747091"/>
                  </a:lnTo>
                  <a:lnTo>
                    <a:pt x="3756011" y="747091"/>
                  </a:lnTo>
                  <a:lnTo>
                    <a:pt x="3756129" y="747091"/>
                  </a:lnTo>
                  <a:lnTo>
                    <a:pt x="3756246" y="747091"/>
                  </a:lnTo>
                  <a:lnTo>
                    <a:pt x="3756364" y="747091"/>
                  </a:lnTo>
                  <a:lnTo>
                    <a:pt x="3756482" y="747091"/>
                  </a:lnTo>
                  <a:lnTo>
                    <a:pt x="3756599" y="747091"/>
                  </a:lnTo>
                  <a:lnTo>
                    <a:pt x="3756717" y="747091"/>
                  </a:lnTo>
                  <a:lnTo>
                    <a:pt x="3756834" y="747091"/>
                  </a:lnTo>
                  <a:lnTo>
                    <a:pt x="3756952" y="747091"/>
                  </a:lnTo>
                  <a:lnTo>
                    <a:pt x="3757070" y="747091"/>
                  </a:lnTo>
                  <a:lnTo>
                    <a:pt x="3757187" y="747091"/>
                  </a:lnTo>
                  <a:lnTo>
                    <a:pt x="3757305" y="747091"/>
                  </a:lnTo>
                  <a:lnTo>
                    <a:pt x="3757422" y="747091"/>
                  </a:lnTo>
                  <a:lnTo>
                    <a:pt x="3757540" y="747091"/>
                  </a:lnTo>
                  <a:lnTo>
                    <a:pt x="3757658" y="747091"/>
                  </a:lnTo>
                  <a:lnTo>
                    <a:pt x="3757658" y="746660"/>
                  </a:lnTo>
                  <a:lnTo>
                    <a:pt x="3757775" y="746660"/>
                  </a:lnTo>
                  <a:lnTo>
                    <a:pt x="3757775" y="746229"/>
                  </a:lnTo>
                  <a:lnTo>
                    <a:pt x="3757893" y="746229"/>
                  </a:lnTo>
                  <a:lnTo>
                    <a:pt x="3758010" y="746229"/>
                  </a:lnTo>
                  <a:lnTo>
                    <a:pt x="3758128" y="746229"/>
                  </a:lnTo>
                  <a:lnTo>
                    <a:pt x="3758128" y="745799"/>
                  </a:lnTo>
                  <a:lnTo>
                    <a:pt x="3758128" y="745368"/>
                  </a:lnTo>
                  <a:lnTo>
                    <a:pt x="3758246" y="745368"/>
                  </a:lnTo>
                  <a:lnTo>
                    <a:pt x="3758363" y="745368"/>
                  </a:lnTo>
                  <a:lnTo>
                    <a:pt x="3758481" y="745368"/>
                  </a:lnTo>
                  <a:lnTo>
                    <a:pt x="3758599" y="745368"/>
                  </a:lnTo>
                  <a:lnTo>
                    <a:pt x="3758716" y="745368"/>
                  </a:lnTo>
                  <a:lnTo>
                    <a:pt x="3758834" y="745368"/>
                  </a:lnTo>
                  <a:lnTo>
                    <a:pt x="3758951" y="745368"/>
                  </a:lnTo>
                  <a:lnTo>
                    <a:pt x="3759069" y="745368"/>
                  </a:lnTo>
                  <a:lnTo>
                    <a:pt x="3759187" y="745368"/>
                  </a:lnTo>
                  <a:lnTo>
                    <a:pt x="3759304" y="745368"/>
                  </a:lnTo>
                  <a:lnTo>
                    <a:pt x="3759422" y="745368"/>
                  </a:lnTo>
                  <a:lnTo>
                    <a:pt x="3759539" y="745368"/>
                  </a:lnTo>
                  <a:lnTo>
                    <a:pt x="3759657" y="745368"/>
                  </a:lnTo>
                  <a:lnTo>
                    <a:pt x="3759775" y="745368"/>
                  </a:lnTo>
                  <a:lnTo>
                    <a:pt x="3759892" y="745368"/>
                  </a:lnTo>
                  <a:lnTo>
                    <a:pt x="3760010" y="745368"/>
                  </a:lnTo>
                  <a:lnTo>
                    <a:pt x="3760128" y="745368"/>
                  </a:lnTo>
                  <a:lnTo>
                    <a:pt x="3760245" y="745368"/>
                  </a:lnTo>
                  <a:lnTo>
                    <a:pt x="3760363" y="745368"/>
                  </a:lnTo>
                  <a:lnTo>
                    <a:pt x="3760363" y="744938"/>
                  </a:lnTo>
                  <a:lnTo>
                    <a:pt x="3760480" y="744938"/>
                  </a:lnTo>
                  <a:lnTo>
                    <a:pt x="3760598" y="744938"/>
                  </a:lnTo>
                  <a:lnTo>
                    <a:pt x="3760716" y="744938"/>
                  </a:lnTo>
                  <a:lnTo>
                    <a:pt x="3760833" y="744938"/>
                  </a:lnTo>
                  <a:lnTo>
                    <a:pt x="3760951" y="744938"/>
                  </a:lnTo>
                  <a:lnTo>
                    <a:pt x="3761068" y="744938"/>
                  </a:lnTo>
                  <a:lnTo>
                    <a:pt x="3761186" y="744938"/>
                  </a:lnTo>
                  <a:lnTo>
                    <a:pt x="3761304" y="744938"/>
                  </a:lnTo>
                  <a:lnTo>
                    <a:pt x="3761421" y="744938"/>
                  </a:lnTo>
                  <a:lnTo>
                    <a:pt x="3761539" y="744938"/>
                  </a:lnTo>
                  <a:lnTo>
                    <a:pt x="3761657" y="744938"/>
                  </a:lnTo>
                  <a:lnTo>
                    <a:pt x="3761774" y="744938"/>
                  </a:lnTo>
                  <a:lnTo>
                    <a:pt x="3761892" y="744938"/>
                  </a:lnTo>
                  <a:lnTo>
                    <a:pt x="3762009" y="744938"/>
                  </a:lnTo>
                  <a:lnTo>
                    <a:pt x="3762009" y="744507"/>
                  </a:lnTo>
                  <a:lnTo>
                    <a:pt x="3762127" y="744507"/>
                  </a:lnTo>
                  <a:lnTo>
                    <a:pt x="3762245" y="744507"/>
                  </a:lnTo>
                  <a:lnTo>
                    <a:pt x="3762362" y="744507"/>
                  </a:lnTo>
                  <a:lnTo>
                    <a:pt x="3762480" y="744507"/>
                  </a:lnTo>
                  <a:lnTo>
                    <a:pt x="3762597" y="744507"/>
                  </a:lnTo>
                  <a:lnTo>
                    <a:pt x="3762715" y="744507"/>
                  </a:lnTo>
                  <a:lnTo>
                    <a:pt x="3762833" y="744507"/>
                  </a:lnTo>
                  <a:lnTo>
                    <a:pt x="3762950" y="744507"/>
                  </a:lnTo>
                  <a:lnTo>
                    <a:pt x="3763068" y="744507"/>
                  </a:lnTo>
                  <a:lnTo>
                    <a:pt x="3763186" y="744507"/>
                  </a:lnTo>
                  <a:lnTo>
                    <a:pt x="3763303" y="744507"/>
                  </a:lnTo>
                  <a:lnTo>
                    <a:pt x="3763303" y="744076"/>
                  </a:lnTo>
                  <a:lnTo>
                    <a:pt x="3763421" y="744076"/>
                  </a:lnTo>
                  <a:lnTo>
                    <a:pt x="3763538" y="744076"/>
                  </a:lnTo>
                  <a:lnTo>
                    <a:pt x="3763656" y="744076"/>
                  </a:lnTo>
                  <a:lnTo>
                    <a:pt x="3763774" y="744076"/>
                  </a:lnTo>
                  <a:lnTo>
                    <a:pt x="3763891" y="744076"/>
                  </a:lnTo>
                  <a:lnTo>
                    <a:pt x="3763891" y="743646"/>
                  </a:lnTo>
                  <a:lnTo>
                    <a:pt x="3764009" y="743646"/>
                  </a:lnTo>
                  <a:lnTo>
                    <a:pt x="3764126" y="743646"/>
                  </a:lnTo>
                  <a:lnTo>
                    <a:pt x="3764244" y="743646"/>
                  </a:lnTo>
                  <a:lnTo>
                    <a:pt x="3764362" y="743646"/>
                  </a:lnTo>
                  <a:lnTo>
                    <a:pt x="3764479" y="743646"/>
                  </a:lnTo>
                  <a:lnTo>
                    <a:pt x="3764597" y="743646"/>
                  </a:lnTo>
                  <a:lnTo>
                    <a:pt x="3764715" y="743646"/>
                  </a:lnTo>
                  <a:lnTo>
                    <a:pt x="3764832" y="743646"/>
                  </a:lnTo>
                  <a:lnTo>
                    <a:pt x="3764950" y="743646"/>
                  </a:lnTo>
                  <a:lnTo>
                    <a:pt x="3764950" y="743215"/>
                  </a:lnTo>
                  <a:lnTo>
                    <a:pt x="3765067" y="743215"/>
                  </a:lnTo>
                  <a:lnTo>
                    <a:pt x="3765185" y="743215"/>
                  </a:lnTo>
                  <a:lnTo>
                    <a:pt x="3765303" y="743215"/>
                  </a:lnTo>
                  <a:lnTo>
                    <a:pt x="3765420" y="743215"/>
                  </a:lnTo>
                  <a:lnTo>
                    <a:pt x="3765538" y="743215"/>
                  </a:lnTo>
                  <a:lnTo>
                    <a:pt x="3765655" y="743215"/>
                  </a:lnTo>
                  <a:lnTo>
                    <a:pt x="3765773" y="743215"/>
                  </a:lnTo>
                  <a:lnTo>
                    <a:pt x="3765891" y="743215"/>
                  </a:lnTo>
                  <a:lnTo>
                    <a:pt x="3766008" y="743215"/>
                  </a:lnTo>
                  <a:lnTo>
                    <a:pt x="3766008" y="742785"/>
                  </a:lnTo>
                  <a:lnTo>
                    <a:pt x="3766126" y="742785"/>
                  </a:lnTo>
                  <a:lnTo>
                    <a:pt x="3766243" y="742785"/>
                  </a:lnTo>
                  <a:lnTo>
                    <a:pt x="3766361" y="742785"/>
                  </a:lnTo>
                  <a:lnTo>
                    <a:pt x="3766479" y="742785"/>
                  </a:lnTo>
                  <a:lnTo>
                    <a:pt x="3766596" y="742785"/>
                  </a:lnTo>
                  <a:lnTo>
                    <a:pt x="3766596" y="742354"/>
                  </a:lnTo>
                  <a:lnTo>
                    <a:pt x="3766714" y="742354"/>
                  </a:lnTo>
                  <a:lnTo>
                    <a:pt x="3766832" y="742354"/>
                  </a:lnTo>
                  <a:lnTo>
                    <a:pt x="3766949" y="742354"/>
                  </a:lnTo>
                  <a:lnTo>
                    <a:pt x="3767067" y="742354"/>
                  </a:lnTo>
                  <a:lnTo>
                    <a:pt x="3767184" y="742354"/>
                  </a:lnTo>
                  <a:lnTo>
                    <a:pt x="3767184" y="741923"/>
                  </a:lnTo>
                  <a:lnTo>
                    <a:pt x="3767184" y="741493"/>
                  </a:lnTo>
                  <a:lnTo>
                    <a:pt x="3767184" y="741062"/>
                  </a:lnTo>
                  <a:lnTo>
                    <a:pt x="3767302" y="741062"/>
                  </a:lnTo>
                  <a:lnTo>
                    <a:pt x="3767420" y="741062"/>
                  </a:lnTo>
                  <a:lnTo>
                    <a:pt x="3767537" y="741062"/>
                  </a:lnTo>
                  <a:lnTo>
                    <a:pt x="3767655" y="741062"/>
                  </a:lnTo>
                  <a:lnTo>
                    <a:pt x="3767772" y="741062"/>
                  </a:lnTo>
                  <a:lnTo>
                    <a:pt x="3767890" y="741062"/>
                  </a:lnTo>
                  <a:lnTo>
                    <a:pt x="3767890" y="740632"/>
                  </a:lnTo>
                  <a:lnTo>
                    <a:pt x="3768008" y="740632"/>
                  </a:lnTo>
                  <a:lnTo>
                    <a:pt x="3768125" y="740632"/>
                  </a:lnTo>
                  <a:lnTo>
                    <a:pt x="3768243" y="740632"/>
                  </a:lnTo>
                  <a:lnTo>
                    <a:pt x="3768243" y="740201"/>
                  </a:lnTo>
                  <a:lnTo>
                    <a:pt x="3768361" y="740201"/>
                  </a:lnTo>
                  <a:lnTo>
                    <a:pt x="3768478" y="740201"/>
                  </a:lnTo>
                  <a:lnTo>
                    <a:pt x="3768596" y="740201"/>
                  </a:lnTo>
                  <a:lnTo>
                    <a:pt x="3768596" y="739770"/>
                  </a:lnTo>
                  <a:lnTo>
                    <a:pt x="3768713" y="739770"/>
                  </a:lnTo>
                  <a:lnTo>
                    <a:pt x="3768831" y="739770"/>
                  </a:lnTo>
                  <a:lnTo>
                    <a:pt x="3768949" y="739770"/>
                  </a:lnTo>
                  <a:lnTo>
                    <a:pt x="3768949" y="739340"/>
                  </a:lnTo>
                  <a:lnTo>
                    <a:pt x="3769066" y="739340"/>
                  </a:lnTo>
                  <a:lnTo>
                    <a:pt x="3769184" y="739340"/>
                  </a:lnTo>
                  <a:lnTo>
                    <a:pt x="3769301" y="739340"/>
                  </a:lnTo>
                  <a:lnTo>
                    <a:pt x="3769419" y="739340"/>
                  </a:lnTo>
                  <a:lnTo>
                    <a:pt x="3769419" y="738909"/>
                  </a:lnTo>
                  <a:lnTo>
                    <a:pt x="3769537" y="738909"/>
                  </a:lnTo>
                  <a:lnTo>
                    <a:pt x="3769654" y="738909"/>
                  </a:lnTo>
                  <a:lnTo>
                    <a:pt x="3769772" y="738909"/>
                  </a:lnTo>
                  <a:lnTo>
                    <a:pt x="3769772" y="738479"/>
                  </a:lnTo>
                  <a:lnTo>
                    <a:pt x="3769890" y="738479"/>
                  </a:lnTo>
                  <a:lnTo>
                    <a:pt x="3770007" y="738479"/>
                  </a:lnTo>
                  <a:lnTo>
                    <a:pt x="3770007" y="738048"/>
                  </a:lnTo>
                  <a:lnTo>
                    <a:pt x="3770125" y="738048"/>
                  </a:lnTo>
                  <a:lnTo>
                    <a:pt x="3770242" y="738048"/>
                  </a:lnTo>
                  <a:lnTo>
                    <a:pt x="3770360" y="738048"/>
                  </a:lnTo>
                  <a:lnTo>
                    <a:pt x="3770478" y="738048"/>
                  </a:lnTo>
                  <a:lnTo>
                    <a:pt x="3770595" y="738048"/>
                  </a:lnTo>
                  <a:lnTo>
                    <a:pt x="3770713" y="738048"/>
                  </a:lnTo>
                  <a:lnTo>
                    <a:pt x="3770713" y="737617"/>
                  </a:lnTo>
                  <a:lnTo>
                    <a:pt x="3770713" y="737187"/>
                  </a:lnTo>
                  <a:lnTo>
                    <a:pt x="3770830" y="737187"/>
                  </a:lnTo>
                  <a:lnTo>
                    <a:pt x="3770948" y="737187"/>
                  </a:lnTo>
                  <a:lnTo>
                    <a:pt x="3771066" y="737187"/>
                  </a:lnTo>
                  <a:lnTo>
                    <a:pt x="3771066" y="736756"/>
                  </a:lnTo>
                  <a:lnTo>
                    <a:pt x="3771183" y="736756"/>
                  </a:lnTo>
                  <a:lnTo>
                    <a:pt x="3771301" y="736756"/>
                  </a:lnTo>
                  <a:lnTo>
                    <a:pt x="3771419" y="736756"/>
                  </a:lnTo>
                  <a:lnTo>
                    <a:pt x="3771536" y="736756"/>
                  </a:lnTo>
                  <a:lnTo>
                    <a:pt x="3771536" y="736326"/>
                  </a:lnTo>
                  <a:lnTo>
                    <a:pt x="3771654" y="736326"/>
                  </a:lnTo>
                  <a:lnTo>
                    <a:pt x="3771771" y="736326"/>
                  </a:lnTo>
                  <a:lnTo>
                    <a:pt x="3771889" y="736326"/>
                  </a:lnTo>
                  <a:lnTo>
                    <a:pt x="3772007" y="736326"/>
                  </a:lnTo>
                  <a:lnTo>
                    <a:pt x="3772124" y="736326"/>
                  </a:lnTo>
                  <a:lnTo>
                    <a:pt x="3772242" y="736326"/>
                  </a:lnTo>
                  <a:lnTo>
                    <a:pt x="3772242" y="735895"/>
                  </a:lnTo>
                  <a:lnTo>
                    <a:pt x="3772359" y="735895"/>
                  </a:lnTo>
                  <a:lnTo>
                    <a:pt x="3772477" y="735895"/>
                  </a:lnTo>
                  <a:lnTo>
                    <a:pt x="3772595" y="735895"/>
                  </a:lnTo>
                  <a:lnTo>
                    <a:pt x="3772712" y="735895"/>
                  </a:lnTo>
                  <a:lnTo>
                    <a:pt x="3772830" y="735895"/>
                  </a:lnTo>
                  <a:lnTo>
                    <a:pt x="3772948" y="735895"/>
                  </a:lnTo>
                  <a:lnTo>
                    <a:pt x="3773065" y="735895"/>
                  </a:lnTo>
                  <a:lnTo>
                    <a:pt x="3773183" y="735895"/>
                  </a:lnTo>
                  <a:lnTo>
                    <a:pt x="3773300" y="735895"/>
                  </a:lnTo>
                  <a:lnTo>
                    <a:pt x="3773418" y="735895"/>
                  </a:lnTo>
                  <a:lnTo>
                    <a:pt x="3773418" y="735464"/>
                  </a:lnTo>
                  <a:lnTo>
                    <a:pt x="3773536" y="735464"/>
                  </a:lnTo>
                  <a:lnTo>
                    <a:pt x="3773653" y="735464"/>
                  </a:lnTo>
                  <a:lnTo>
                    <a:pt x="3773653" y="735034"/>
                  </a:lnTo>
                  <a:lnTo>
                    <a:pt x="3773771" y="735034"/>
                  </a:lnTo>
                  <a:lnTo>
                    <a:pt x="3773771" y="734603"/>
                  </a:lnTo>
                  <a:lnTo>
                    <a:pt x="3773888" y="734603"/>
                  </a:lnTo>
                  <a:lnTo>
                    <a:pt x="3773888" y="734173"/>
                  </a:lnTo>
                  <a:lnTo>
                    <a:pt x="3774006" y="734173"/>
                  </a:lnTo>
                  <a:lnTo>
                    <a:pt x="3774006" y="733742"/>
                  </a:lnTo>
                  <a:lnTo>
                    <a:pt x="3774124" y="733742"/>
                  </a:lnTo>
                  <a:lnTo>
                    <a:pt x="3774241" y="733742"/>
                  </a:lnTo>
                  <a:lnTo>
                    <a:pt x="3774359" y="733742"/>
                  </a:lnTo>
                  <a:lnTo>
                    <a:pt x="3774476" y="733742"/>
                  </a:lnTo>
                  <a:lnTo>
                    <a:pt x="3774594" y="733742"/>
                  </a:lnTo>
                  <a:lnTo>
                    <a:pt x="3774712" y="733742"/>
                  </a:lnTo>
                  <a:lnTo>
                    <a:pt x="3774829" y="733742"/>
                  </a:lnTo>
                  <a:lnTo>
                    <a:pt x="3774947" y="733742"/>
                  </a:lnTo>
                  <a:lnTo>
                    <a:pt x="3775065" y="733742"/>
                  </a:lnTo>
                  <a:lnTo>
                    <a:pt x="3775182" y="733742"/>
                  </a:lnTo>
                  <a:lnTo>
                    <a:pt x="3775300" y="733742"/>
                  </a:lnTo>
                  <a:lnTo>
                    <a:pt x="3775417" y="733742"/>
                  </a:lnTo>
                  <a:lnTo>
                    <a:pt x="3775535" y="733742"/>
                  </a:lnTo>
                  <a:lnTo>
                    <a:pt x="3775653" y="733742"/>
                  </a:lnTo>
                  <a:lnTo>
                    <a:pt x="3775770" y="733742"/>
                  </a:lnTo>
                  <a:lnTo>
                    <a:pt x="3775888" y="733742"/>
                  </a:lnTo>
                  <a:lnTo>
                    <a:pt x="3776005" y="733742"/>
                  </a:lnTo>
                  <a:lnTo>
                    <a:pt x="3776005" y="733311"/>
                  </a:lnTo>
                  <a:lnTo>
                    <a:pt x="3776123" y="733311"/>
                  </a:lnTo>
                  <a:lnTo>
                    <a:pt x="3776241" y="733311"/>
                  </a:lnTo>
                  <a:lnTo>
                    <a:pt x="3776358" y="733311"/>
                  </a:lnTo>
                  <a:lnTo>
                    <a:pt x="3776476" y="733311"/>
                  </a:lnTo>
                  <a:lnTo>
                    <a:pt x="3776594" y="733311"/>
                  </a:lnTo>
                  <a:lnTo>
                    <a:pt x="3776711" y="733311"/>
                  </a:lnTo>
                  <a:lnTo>
                    <a:pt x="3776829" y="733311"/>
                  </a:lnTo>
                  <a:lnTo>
                    <a:pt x="3776946" y="733311"/>
                  </a:lnTo>
                  <a:lnTo>
                    <a:pt x="3777064" y="733311"/>
                  </a:lnTo>
                  <a:lnTo>
                    <a:pt x="3777182" y="733311"/>
                  </a:lnTo>
                  <a:lnTo>
                    <a:pt x="3777299" y="733311"/>
                  </a:lnTo>
                  <a:lnTo>
                    <a:pt x="3777299" y="732881"/>
                  </a:lnTo>
                  <a:lnTo>
                    <a:pt x="3777417" y="732881"/>
                  </a:lnTo>
                  <a:lnTo>
                    <a:pt x="3777534" y="732881"/>
                  </a:lnTo>
                  <a:lnTo>
                    <a:pt x="3777652" y="732881"/>
                  </a:lnTo>
                  <a:lnTo>
                    <a:pt x="3777770" y="732881"/>
                  </a:lnTo>
                  <a:lnTo>
                    <a:pt x="3777770" y="732450"/>
                  </a:lnTo>
                  <a:lnTo>
                    <a:pt x="3777887" y="732450"/>
                  </a:lnTo>
                  <a:lnTo>
                    <a:pt x="3778005" y="732450"/>
                  </a:lnTo>
                  <a:lnTo>
                    <a:pt x="3778123" y="732450"/>
                  </a:lnTo>
                  <a:lnTo>
                    <a:pt x="3778240" y="732450"/>
                  </a:lnTo>
                  <a:lnTo>
                    <a:pt x="3778358" y="732450"/>
                  </a:lnTo>
                  <a:lnTo>
                    <a:pt x="3778475" y="732450"/>
                  </a:lnTo>
                  <a:lnTo>
                    <a:pt x="3778593" y="732450"/>
                  </a:lnTo>
                  <a:lnTo>
                    <a:pt x="3778593" y="732020"/>
                  </a:lnTo>
                  <a:lnTo>
                    <a:pt x="3778711" y="732020"/>
                  </a:lnTo>
                  <a:lnTo>
                    <a:pt x="3778828" y="732020"/>
                  </a:lnTo>
                  <a:lnTo>
                    <a:pt x="3778946" y="732020"/>
                  </a:lnTo>
                  <a:lnTo>
                    <a:pt x="3779063" y="732020"/>
                  </a:lnTo>
                  <a:lnTo>
                    <a:pt x="3779181" y="732020"/>
                  </a:lnTo>
                  <a:lnTo>
                    <a:pt x="3779299" y="732020"/>
                  </a:lnTo>
                  <a:lnTo>
                    <a:pt x="3779416" y="732020"/>
                  </a:lnTo>
                  <a:lnTo>
                    <a:pt x="3779416" y="731589"/>
                  </a:lnTo>
                  <a:lnTo>
                    <a:pt x="3779534" y="731589"/>
                  </a:lnTo>
                  <a:lnTo>
                    <a:pt x="3779652" y="731589"/>
                  </a:lnTo>
                  <a:lnTo>
                    <a:pt x="3779769" y="731589"/>
                  </a:lnTo>
                  <a:lnTo>
                    <a:pt x="3779887" y="731589"/>
                  </a:lnTo>
                  <a:lnTo>
                    <a:pt x="3780004" y="731589"/>
                  </a:lnTo>
                  <a:lnTo>
                    <a:pt x="3780004" y="731158"/>
                  </a:lnTo>
                  <a:lnTo>
                    <a:pt x="3780122" y="731158"/>
                  </a:lnTo>
                  <a:lnTo>
                    <a:pt x="3780122" y="730728"/>
                  </a:lnTo>
                  <a:lnTo>
                    <a:pt x="3780240" y="730728"/>
                  </a:lnTo>
                  <a:lnTo>
                    <a:pt x="3780357" y="730728"/>
                  </a:lnTo>
                  <a:lnTo>
                    <a:pt x="3780357" y="730297"/>
                  </a:lnTo>
                  <a:lnTo>
                    <a:pt x="3780357" y="729867"/>
                  </a:lnTo>
                  <a:lnTo>
                    <a:pt x="3780475" y="729867"/>
                  </a:lnTo>
                  <a:lnTo>
                    <a:pt x="3780592" y="729867"/>
                  </a:lnTo>
                  <a:lnTo>
                    <a:pt x="3780710" y="729867"/>
                  </a:lnTo>
                  <a:lnTo>
                    <a:pt x="3780828" y="729867"/>
                  </a:lnTo>
                  <a:lnTo>
                    <a:pt x="3780945" y="729867"/>
                  </a:lnTo>
                  <a:lnTo>
                    <a:pt x="3780945" y="729436"/>
                  </a:lnTo>
                  <a:lnTo>
                    <a:pt x="3781063" y="729436"/>
                  </a:lnTo>
                  <a:lnTo>
                    <a:pt x="3781181" y="729436"/>
                  </a:lnTo>
                  <a:lnTo>
                    <a:pt x="3781298" y="729436"/>
                  </a:lnTo>
                  <a:lnTo>
                    <a:pt x="3781416" y="729436"/>
                  </a:lnTo>
                  <a:lnTo>
                    <a:pt x="3781533" y="729436"/>
                  </a:lnTo>
                  <a:lnTo>
                    <a:pt x="3781651" y="729436"/>
                  </a:lnTo>
                  <a:lnTo>
                    <a:pt x="3781769" y="729436"/>
                  </a:lnTo>
                  <a:lnTo>
                    <a:pt x="3781886" y="729436"/>
                  </a:lnTo>
                  <a:lnTo>
                    <a:pt x="3782004" y="729436"/>
                  </a:lnTo>
                  <a:lnTo>
                    <a:pt x="3782121" y="729436"/>
                  </a:lnTo>
                  <a:lnTo>
                    <a:pt x="3782239" y="729436"/>
                  </a:lnTo>
                  <a:lnTo>
                    <a:pt x="3782357" y="729436"/>
                  </a:lnTo>
                  <a:lnTo>
                    <a:pt x="3782474" y="729436"/>
                  </a:lnTo>
                  <a:lnTo>
                    <a:pt x="3782592" y="729436"/>
                  </a:lnTo>
                  <a:lnTo>
                    <a:pt x="3782709" y="729436"/>
                  </a:lnTo>
                  <a:lnTo>
                    <a:pt x="3782827" y="729436"/>
                  </a:lnTo>
                  <a:lnTo>
                    <a:pt x="3782945" y="729436"/>
                  </a:lnTo>
                  <a:lnTo>
                    <a:pt x="3783062" y="729436"/>
                  </a:lnTo>
                  <a:lnTo>
                    <a:pt x="3783180" y="729436"/>
                  </a:lnTo>
                  <a:lnTo>
                    <a:pt x="3783298" y="729436"/>
                  </a:lnTo>
                  <a:lnTo>
                    <a:pt x="3783415" y="729436"/>
                  </a:lnTo>
                  <a:lnTo>
                    <a:pt x="3783533" y="729436"/>
                  </a:lnTo>
                  <a:lnTo>
                    <a:pt x="3783650" y="729436"/>
                  </a:lnTo>
                  <a:lnTo>
                    <a:pt x="3783650" y="729005"/>
                  </a:lnTo>
                  <a:lnTo>
                    <a:pt x="3783768" y="729005"/>
                  </a:lnTo>
                  <a:lnTo>
                    <a:pt x="3783886" y="729005"/>
                  </a:lnTo>
                  <a:lnTo>
                    <a:pt x="3784003" y="729005"/>
                  </a:lnTo>
                  <a:lnTo>
                    <a:pt x="3784121" y="729005"/>
                  </a:lnTo>
                  <a:lnTo>
                    <a:pt x="3784238" y="729005"/>
                  </a:lnTo>
                  <a:lnTo>
                    <a:pt x="3784356" y="729005"/>
                  </a:lnTo>
                  <a:lnTo>
                    <a:pt x="3784474" y="729005"/>
                  </a:lnTo>
                  <a:lnTo>
                    <a:pt x="3784591" y="729005"/>
                  </a:lnTo>
                  <a:lnTo>
                    <a:pt x="3784709" y="729005"/>
                  </a:lnTo>
                  <a:lnTo>
                    <a:pt x="3784709" y="728575"/>
                  </a:lnTo>
                  <a:lnTo>
                    <a:pt x="3784827" y="728575"/>
                  </a:lnTo>
                  <a:lnTo>
                    <a:pt x="3784944" y="728575"/>
                  </a:lnTo>
                  <a:lnTo>
                    <a:pt x="3785062" y="728575"/>
                  </a:lnTo>
                  <a:lnTo>
                    <a:pt x="3785179" y="728575"/>
                  </a:lnTo>
                  <a:lnTo>
                    <a:pt x="3785297" y="728575"/>
                  </a:lnTo>
                  <a:lnTo>
                    <a:pt x="3785415" y="728575"/>
                  </a:lnTo>
                  <a:lnTo>
                    <a:pt x="3785532" y="728575"/>
                  </a:lnTo>
                  <a:lnTo>
                    <a:pt x="3785650" y="728575"/>
                  </a:lnTo>
                  <a:lnTo>
                    <a:pt x="3785767" y="728575"/>
                  </a:lnTo>
                  <a:lnTo>
                    <a:pt x="3785767" y="728144"/>
                  </a:lnTo>
                  <a:lnTo>
                    <a:pt x="3785885" y="728144"/>
                  </a:lnTo>
                  <a:lnTo>
                    <a:pt x="3786003" y="728144"/>
                  </a:lnTo>
                  <a:lnTo>
                    <a:pt x="3786120" y="728144"/>
                  </a:lnTo>
                  <a:lnTo>
                    <a:pt x="3786238" y="728144"/>
                  </a:lnTo>
                  <a:lnTo>
                    <a:pt x="3786356" y="728144"/>
                  </a:lnTo>
                  <a:lnTo>
                    <a:pt x="3786473" y="728144"/>
                  </a:lnTo>
                  <a:lnTo>
                    <a:pt x="3786591" y="728144"/>
                  </a:lnTo>
                  <a:lnTo>
                    <a:pt x="3786591" y="727714"/>
                  </a:lnTo>
                  <a:lnTo>
                    <a:pt x="3786591" y="727283"/>
                  </a:lnTo>
                  <a:lnTo>
                    <a:pt x="3786708" y="727283"/>
                  </a:lnTo>
                  <a:lnTo>
                    <a:pt x="3786826" y="727283"/>
                  </a:lnTo>
                  <a:lnTo>
                    <a:pt x="3786944" y="727283"/>
                  </a:lnTo>
                  <a:lnTo>
                    <a:pt x="3787061" y="727283"/>
                  </a:lnTo>
                  <a:lnTo>
                    <a:pt x="3787179" y="727283"/>
                  </a:lnTo>
                  <a:lnTo>
                    <a:pt x="3787296" y="727283"/>
                  </a:lnTo>
                  <a:lnTo>
                    <a:pt x="3787414" y="727283"/>
                  </a:lnTo>
                  <a:lnTo>
                    <a:pt x="3787532" y="727283"/>
                  </a:lnTo>
                  <a:lnTo>
                    <a:pt x="3787649" y="727283"/>
                  </a:lnTo>
                  <a:lnTo>
                    <a:pt x="3787767" y="727283"/>
                  </a:lnTo>
                  <a:lnTo>
                    <a:pt x="3787885" y="727283"/>
                  </a:lnTo>
                  <a:lnTo>
                    <a:pt x="3788002" y="727283"/>
                  </a:lnTo>
                  <a:lnTo>
                    <a:pt x="3788120" y="727283"/>
                  </a:lnTo>
                  <a:lnTo>
                    <a:pt x="3788237" y="727283"/>
                  </a:lnTo>
                  <a:lnTo>
                    <a:pt x="3788237" y="726852"/>
                  </a:lnTo>
                  <a:lnTo>
                    <a:pt x="3788355" y="726852"/>
                  </a:lnTo>
                  <a:lnTo>
                    <a:pt x="3788473" y="726852"/>
                  </a:lnTo>
                  <a:lnTo>
                    <a:pt x="3788590" y="726852"/>
                  </a:lnTo>
                  <a:lnTo>
                    <a:pt x="3788708" y="726852"/>
                  </a:lnTo>
                  <a:lnTo>
                    <a:pt x="3788825" y="726852"/>
                  </a:lnTo>
                  <a:lnTo>
                    <a:pt x="3788943" y="726852"/>
                  </a:lnTo>
                  <a:lnTo>
                    <a:pt x="3789061" y="726852"/>
                  </a:lnTo>
                  <a:lnTo>
                    <a:pt x="3789178" y="726852"/>
                  </a:lnTo>
                  <a:lnTo>
                    <a:pt x="3789296" y="726852"/>
                  </a:lnTo>
                  <a:lnTo>
                    <a:pt x="3789414" y="726852"/>
                  </a:lnTo>
                  <a:lnTo>
                    <a:pt x="3789414" y="726422"/>
                  </a:lnTo>
                  <a:lnTo>
                    <a:pt x="3789531" y="726422"/>
                  </a:lnTo>
                  <a:lnTo>
                    <a:pt x="3789649" y="726422"/>
                  </a:lnTo>
                  <a:lnTo>
                    <a:pt x="3789649" y="725991"/>
                  </a:lnTo>
                  <a:lnTo>
                    <a:pt x="3789766" y="725991"/>
                  </a:lnTo>
                  <a:lnTo>
                    <a:pt x="3789766" y="725561"/>
                  </a:lnTo>
                  <a:lnTo>
                    <a:pt x="3789884" y="725561"/>
                  </a:lnTo>
                  <a:lnTo>
                    <a:pt x="3790002" y="725561"/>
                  </a:lnTo>
                  <a:lnTo>
                    <a:pt x="3790119" y="725561"/>
                  </a:lnTo>
                  <a:lnTo>
                    <a:pt x="3790237" y="725561"/>
                  </a:lnTo>
                  <a:lnTo>
                    <a:pt x="3790354" y="725561"/>
                  </a:lnTo>
                  <a:lnTo>
                    <a:pt x="3790472" y="725561"/>
                  </a:lnTo>
                  <a:lnTo>
                    <a:pt x="3790590" y="725561"/>
                  </a:lnTo>
                  <a:lnTo>
                    <a:pt x="3790707" y="725561"/>
                  </a:lnTo>
                  <a:lnTo>
                    <a:pt x="3790825" y="725561"/>
                  </a:lnTo>
                  <a:lnTo>
                    <a:pt x="3790942" y="725561"/>
                  </a:lnTo>
                  <a:lnTo>
                    <a:pt x="3791060" y="725561"/>
                  </a:lnTo>
                  <a:lnTo>
                    <a:pt x="3791178" y="725561"/>
                  </a:lnTo>
                  <a:lnTo>
                    <a:pt x="3791295" y="725561"/>
                  </a:lnTo>
                  <a:lnTo>
                    <a:pt x="3791295" y="725130"/>
                  </a:lnTo>
                  <a:lnTo>
                    <a:pt x="3791413" y="725130"/>
                  </a:lnTo>
                  <a:lnTo>
                    <a:pt x="3791531" y="725130"/>
                  </a:lnTo>
                  <a:lnTo>
                    <a:pt x="3791648" y="725130"/>
                  </a:lnTo>
                  <a:lnTo>
                    <a:pt x="3791766" y="725130"/>
                  </a:lnTo>
                  <a:lnTo>
                    <a:pt x="3791883" y="725130"/>
                  </a:lnTo>
                  <a:lnTo>
                    <a:pt x="3792001" y="725130"/>
                  </a:lnTo>
                  <a:lnTo>
                    <a:pt x="3792119" y="725130"/>
                  </a:lnTo>
                  <a:lnTo>
                    <a:pt x="3792236" y="725130"/>
                  </a:lnTo>
                  <a:lnTo>
                    <a:pt x="3792354" y="725130"/>
                  </a:lnTo>
                  <a:lnTo>
                    <a:pt x="3792471" y="725130"/>
                  </a:lnTo>
                  <a:lnTo>
                    <a:pt x="3792589" y="725130"/>
                  </a:lnTo>
                  <a:lnTo>
                    <a:pt x="3792589" y="724699"/>
                  </a:lnTo>
                  <a:lnTo>
                    <a:pt x="3792707" y="724699"/>
                  </a:lnTo>
                  <a:lnTo>
                    <a:pt x="3792707" y="724269"/>
                  </a:lnTo>
                  <a:lnTo>
                    <a:pt x="3792824" y="724269"/>
                  </a:lnTo>
                  <a:lnTo>
                    <a:pt x="3792942" y="724269"/>
                  </a:lnTo>
                  <a:lnTo>
                    <a:pt x="3793060" y="724269"/>
                  </a:lnTo>
                  <a:lnTo>
                    <a:pt x="3793177" y="724269"/>
                  </a:lnTo>
                  <a:lnTo>
                    <a:pt x="3793177" y="723838"/>
                  </a:lnTo>
                  <a:lnTo>
                    <a:pt x="3793295" y="723838"/>
                  </a:lnTo>
                  <a:lnTo>
                    <a:pt x="3793412" y="723838"/>
                  </a:lnTo>
                  <a:lnTo>
                    <a:pt x="3793530" y="723838"/>
                  </a:lnTo>
                  <a:lnTo>
                    <a:pt x="3793648" y="723838"/>
                  </a:lnTo>
                  <a:lnTo>
                    <a:pt x="3793765" y="723838"/>
                  </a:lnTo>
                  <a:lnTo>
                    <a:pt x="3793883" y="723838"/>
                  </a:lnTo>
                  <a:lnTo>
                    <a:pt x="3794000" y="723838"/>
                  </a:lnTo>
                  <a:lnTo>
                    <a:pt x="3794118" y="723838"/>
                  </a:lnTo>
                  <a:lnTo>
                    <a:pt x="3794118" y="723408"/>
                  </a:lnTo>
                  <a:lnTo>
                    <a:pt x="3794236" y="723408"/>
                  </a:lnTo>
                  <a:lnTo>
                    <a:pt x="3794353" y="723408"/>
                  </a:lnTo>
                  <a:lnTo>
                    <a:pt x="3794471" y="723408"/>
                  </a:lnTo>
                  <a:lnTo>
                    <a:pt x="3794471" y="722977"/>
                  </a:lnTo>
                  <a:lnTo>
                    <a:pt x="3794589" y="722977"/>
                  </a:lnTo>
                  <a:lnTo>
                    <a:pt x="3794706" y="722977"/>
                  </a:lnTo>
                  <a:lnTo>
                    <a:pt x="3794824" y="722977"/>
                  </a:lnTo>
                  <a:lnTo>
                    <a:pt x="3794941" y="722977"/>
                  </a:lnTo>
                  <a:lnTo>
                    <a:pt x="3795059" y="722977"/>
                  </a:lnTo>
                  <a:lnTo>
                    <a:pt x="3795059" y="722546"/>
                  </a:lnTo>
                  <a:lnTo>
                    <a:pt x="3795059" y="722116"/>
                  </a:lnTo>
                  <a:lnTo>
                    <a:pt x="3795177" y="722116"/>
                  </a:lnTo>
                  <a:lnTo>
                    <a:pt x="3795294" y="722116"/>
                  </a:lnTo>
                  <a:lnTo>
                    <a:pt x="3795412" y="722116"/>
                  </a:lnTo>
                  <a:lnTo>
                    <a:pt x="3795529" y="722116"/>
                  </a:lnTo>
                  <a:lnTo>
                    <a:pt x="3795647" y="722116"/>
                  </a:lnTo>
                  <a:lnTo>
                    <a:pt x="3795765" y="722116"/>
                  </a:lnTo>
                  <a:lnTo>
                    <a:pt x="3795882" y="722116"/>
                  </a:lnTo>
                  <a:lnTo>
                    <a:pt x="3796000" y="722116"/>
                  </a:lnTo>
                  <a:lnTo>
                    <a:pt x="3796118" y="722116"/>
                  </a:lnTo>
                  <a:lnTo>
                    <a:pt x="3796235" y="722116"/>
                  </a:lnTo>
                  <a:lnTo>
                    <a:pt x="3796353" y="722116"/>
                  </a:lnTo>
                  <a:lnTo>
                    <a:pt x="3796470" y="722116"/>
                  </a:lnTo>
                  <a:lnTo>
                    <a:pt x="3796588" y="722116"/>
                  </a:lnTo>
                  <a:lnTo>
                    <a:pt x="3796706" y="722116"/>
                  </a:lnTo>
                  <a:lnTo>
                    <a:pt x="3796823" y="722116"/>
                  </a:lnTo>
                  <a:lnTo>
                    <a:pt x="3796941" y="722116"/>
                  </a:lnTo>
                  <a:lnTo>
                    <a:pt x="3797058" y="722116"/>
                  </a:lnTo>
                  <a:lnTo>
                    <a:pt x="3797176" y="722116"/>
                  </a:lnTo>
                  <a:lnTo>
                    <a:pt x="3797294" y="722116"/>
                  </a:lnTo>
                  <a:lnTo>
                    <a:pt x="3797411" y="722116"/>
                  </a:lnTo>
                  <a:lnTo>
                    <a:pt x="3797529" y="722116"/>
                  </a:lnTo>
                  <a:lnTo>
                    <a:pt x="3797646" y="722116"/>
                  </a:lnTo>
                  <a:lnTo>
                    <a:pt x="3797764" y="722116"/>
                  </a:lnTo>
                  <a:lnTo>
                    <a:pt x="3797764" y="721685"/>
                  </a:lnTo>
                  <a:lnTo>
                    <a:pt x="3797882" y="721685"/>
                  </a:lnTo>
                  <a:lnTo>
                    <a:pt x="3797999" y="721685"/>
                  </a:lnTo>
                  <a:lnTo>
                    <a:pt x="3798117" y="721685"/>
                  </a:lnTo>
                  <a:lnTo>
                    <a:pt x="3798235" y="721685"/>
                  </a:lnTo>
                  <a:lnTo>
                    <a:pt x="3798352" y="721685"/>
                  </a:lnTo>
                  <a:lnTo>
                    <a:pt x="3798470" y="721685"/>
                  </a:lnTo>
                  <a:lnTo>
                    <a:pt x="3798587" y="721685"/>
                  </a:lnTo>
                  <a:lnTo>
                    <a:pt x="3798705" y="721685"/>
                  </a:lnTo>
                  <a:lnTo>
                    <a:pt x="3798823" y="721685"/>
                  </a:lnTo>
                  <a:lnTo>
                    <a:pt x="3798940" y="721685"/>
                  </a:lnTo>
                  <a:lnTo>
                    <a:pt x="3799058" y="721685"/>
                  </a:lnTo>
                  <a:lnTo>
                    <a:pt x="3799175" y="721685"/>
                  </a:lnTo>
                  <a:lnTo>
                    <a:pt x="3799293" y="721685"/>
                  </a:lnTo>
                  <a:lnTo>
                    <a:pt x="3799411" y="721685"/>
                  </a:lnTo>
                  <a:lnTo>
                    <a:pt x="3799528" y="721685"/>
                  </a:lnTo>
                  <a:lnTo>
                    <a:pt x="3799646" y="721685"/>
                  </a:lnTo>
                  <a:lnTo>
                    <a:pt x="3799764" y="721685"/>
                  </a:lnTo>
                  <a:lnTo>
                    <a:pt x="3799881" y="721685"/>
                  </a:lnTo>
                  <a:lnTo>
                    <a:pt x="3799999" y="721685"/>
                  </a:lnTo>
                  <a:lnTo>
                    <a:pt x="3800116" y="721685"/>
                  </a:lnTo>
                  <a:lnTo>
                    <a:pt x="3800234" y="721685"/>
                  </a:lnTo>
                  <a:lnTo>
                    <a:pt x="3800352" y="721685"/>
                  </a:lnTo>
                  <a:lnTo>
                    <a:pt x="3800469" y="721685"/>
                  </a:lnTo>
                  <a:lnTo>
                    <a:pt x="3800587" y="721685"/>
                  </a:lnTo>
                  <a:lnTo>
                    <a:pt x="3800704" y="721685"/>
                  </a:lnTo>
                  <a:lnTo>
                    <a:pt x="3800822" y="721685"/>
                  </a:lnTo>
                  <a:lnTo>
                    <a:pt x="3800940" y="721685"/>
                  </a:lnTo>
                  <a:lnTo>
                    <a:pt x="3801057" y="721685"/>
                  </a:lnTo>
                  <a:lnTo>
                    <a:pt x="3801175" y="721685"/>
                  </a:lnTo>
                  <a:lnTo>
                    <a:pt x="3801293" y="721685"/>
                  </a:lnTo>
                  <a:lnTo>
                    <a:pt x="3801410" y="721685"/>
                  </a:lnTo>
                  <a:lnTo>
                    <a:pt x="3801410" y="721255"/>
                  </a:lnTo>
                  <a:lnTo>
                    <a:pt x="3801528" y="721255"/>
                  </a:lnTo>
                  <a:lnTo>
                    <a:pt x="3801645" y="721255"/>
                  </a:lnTo>
                  <a:lnTo>
                    <a:pt x="3801763" y="721255"/>
                  </a:lnTo>
                  <a:lnTo>
                    <a:pt x="3801881" y="721255"/>
                  </a:lnTo>
                  <a:lnTo>
                    <a:pt x="3801998" y="721255"/>
                  </a:lnTo>
                  <a:lnTo>
                    <a:pt x="3802116" y="721255"/>
                  </a:lnTo>
                  <a:lnTo>
                    <a:pt x="3802233" y="721255"/>
                  </a:lnTo>
                  <a:lnTo>
                    <a:pt x="3802351" y="721255"/>
                  </a:lnTo>
                  <a:lnTo>
                    <a:pt x="3802469" y="721255"/>
                  </a:lnTo>
                  <a:lnTo>
                    <a:pt x="3802586" y="721255"/>
                  </a:lnTo>
                  <a:lnTo>
                    <a:pt x="3802704" y="721255"/>
                  </a:lnTo>
                  <a:lnTo>
                    <a:pt x="3802822" y="721255"/>
                  </a:lnTo>
                  <a:lnTo>
                    <a:pt x="3802939" y="721255"/>
                  </a:lnTo>
                  <a:lnTo>
                    <a:pt x="3803057" y="721255"/>
                  </a:lnTo>
                  <a:lnTo>
                    <a:pt x="3803174" y="721255"/>
                  </a:lnTo>
                  <a:lnTo>
                    <a:pt x="3803292" y="721255"/>
                  </a:lnTo>
                  <a:lnTo>
                    <a:pt x="3803410" y="721255"/>
                  </a:lnTo>
                  <a:lnTo>
                    <a:pt x="3803527" y="721255"/>
                  </a:lnTo>
                  <a:lnTo>
                    <a:pt x="3803645" y="721255"/>
                  </a:lnTo>
                  <a:lnTo>
                    <a:pt x="3803762" y="721255"/>
                  </a:lnTo>
                  <a:lnTo>
                    <a:pt x="3803762" y="720824"/>
                  </a:lnTo>
                  <a:lnTo>
                    <a:pt x="3803880" y="720824"/>
                  </a:lnTo>
                  <a:lnTo>
                    <a:pt x="3803998" y="720824"/>
                  </a:lnTo>
                  <a:lnTo>
                    <a:pt x="3804115" y="720824"/>
                  </a:lnTo>
                  <a:lnTo>
                    <a:pt x="3804233" y="720824"/>
                  </a:lnTo>
                  <a:lnTo>
                    <a:pt x="3804351" y="720824"/>
                  </a:lnTo>
                  <a:lnTo>
                    <a:pt x="3804468" y="720824"/>
                  </a:lnTo>
                  <a:lnTo>
                    <a:pt x="3804586" y="720824"/>
                  </a:lnTo>
                  <a:lnTo>
                    <a:pt x="3804703" y="720824"/>
                  </a:lnTo>
                  <a:lnTo>
                    <a:pt x="3804821" y="720824"/>
                  </a:lnTo>
                  <a:lnTo>
                    <a:pt x="3804939" y="720824"/>
                  </a:lnTo>
                  <a:lnTo>
                    <a:pt x="3804939" y="720393"/>
                  </a:lnTo>
                  <a:lnTo>
                    <a:pt x="3805056" y="720393"/>
                  </a:lnTo>
                  <a:lnTo>
                    <a:pt x="3805174" y="720393"/>
                  </a:lnTo>
                  <a:lnTo>
                    <a:pt x="3805291" y="720393"/>
                  </a:lnTo>
                  <a:lnTo>
                    <a:pt x="3805409" y="720393"/>
                  </a:lnTo>
                  <a:lnTo>
                    <a:pt x="3805527" y="720393"/>
                  </a:lnTo>
                  <a:lnTo>
                    <a:pt x="3805644" y="720393"/>
                  </a:lnTo>
                  <a:lnTo>
                    <a:pt x="3805762" y="720393"/>
                  </a:lnTo>
                  <a:lnTo>
                    <a:pt x="3805879" y="720393"/>
                  </a:lnTo>
                  <a:lnTo>
                    <a:pt x="3805997" y="720393"/>
                  </a:lnTo>
                  <a:lnTo>
                    <a:pt x="3806115" y="720393"/>
                  </a:lnTo>
                  <a:lnTo>
                    <a:pt x="3806232" y="720393"/>
                  </a:lnTo>
                  <a:lnTo>
                    <a:pt x="3806350" y="720393"/>
                  </a:lnTo>
                  <a:lnTo>
                    <a:pt x="3806468" y="720393"/>
                  </a:lnTo>
                  <a:lnTo>
                    <a:pt x="3806585" y="720393"/>
                  </a:lnTo>
                  <a:lnTo>
                    <a:pt x="3806585" y="719963"/>
                  </a:lnTo>
                  <a:lnTo>
                    <a:pt x="3806703" y="719963"/>
                  </a:lnTo>
                  <a:lnTo>
                    <a:pt x="3806820" y="719963"/>
                  </a:lnTo>
                  <a:lnTo>
                    <a:pt x="3806820" y="719532"/>
                  </a:lnTo>
                  <a:lnTo>
                    <a:pt x="3806820" y="719102"/>
                  </a:lnTo>
                  <a:lnTo>
                    <a:pt x="3806938" y="719102"/>
                  </a:lnTo>
                  <a:lnTo>
                    <a:pt x="3806938" y="718671"/>
                  </a:lnTo>
                  <a:lnTo>
                    <a:pt x="3807056" y="718671"/>
                  </a:lnTo>
                  <a:lnTo>
                    <a:pt x="3807173" y="718671"/>
                  </a:lnTo>
                  <a:lnTo>
                    <a:pt x="3807291" y="718671"/>
                  </a:lnTo>
                  <a:lnTo>
                    <a:pt x="3807408" y="718671"/>
                  </a:lnTo>
                  <a:lnTo>
                    <a:pt x="3807408" y="718240"/>
                  </a:lnTo>
                  <a:lnTo>
                    <a:pt x="3807526" y="718240"/>
                  </a:lnTo>
                  <a:lnTo>
                    <a:pt x="3807526" y="717810"/>
                  </a:lnTo>
                  <a:lnTo>
                    <a:pt x="3807644" y="717810"/>
                  </a:lnTo>
                  <a:lnTo>
                    <a:pt x="3807761" y="717810"/>
                  </a:lnTo>
                  <a:lnTo>
                    <a:pt x="3807879" y="717810"/>
                  </a:lnTo>
                  <a:lnTo>
                    <a:pt x="3807997" y="717810"/>
                  </a:lnTo>
                  <a:lnTo>
                    <a:pt x="3807997" y="717379"/>
                  </a:lnTo>
                  <a:lnTo>
                    <a:pt x="3808114" y="717379"/>
                  </a:lnTo>
                  <a:lnTo>
                    <a:pt x="3808232" y="717379"/>
                  </a:lnTo>
                  <a:lnTo>
                    <a:pt x="3808349" y="717379"/>
                  </a:lnTo>
                  <a:lnTo>
                    <a:pt x="3808467" y="717379"/>
                  </a:lnTo>
                  <a:lnTo>
                    <a:pt x="3808585" y="717379"/>
                  </a:lnTo>
                  <a:lnTo>
                    <a:pt x="3808702" y="717379"/>
                  </a:lnTo>
                  <a:lnTo>
                    <a:pt x="3808820" y="717379"/>
                  </a:lnTo>
                  <a:lnTo>
                    <a:pt x="3808937" y="717379"/>
                  </a:lnTo>
                  <a:lnTo>
                    <a:pt x="3809055" y="717379"/>
                  </a:lnTo>
                  <a:lnTo>
                    <a:pt x="3809173" y="717379"/>
                  </a:lnTo>
                  <a:lnTo>
                    <a:pt x="3809290" y="717379"/>
                  </a:lnTo>
                  <a:lnTo>
                    <a:pt x="3809408" y="717379"/>
                  </a:lnTo>
                  <a:lnTo>
                    <a:pt x="3809526" y="717379"/>
                  </a:lnTo>
                  <a:lnTo>
                    <a:pt x="3809643" y="717379"/>
                  </a:lnTo>
                  <a:lnTo>
                    <a:pt x="3809761" y="717379"/>
                  </a:lnTo>
                  <a:lnTo>
                    <a:pt x="3809878" y="717379"/>
                  </a:lnTo>
                  <a:lnTo>
                    <a:pt x="3809996" y="717379"/>
                  </a:lnTo>
                  <a:lnTo>
                    <a:pt x="3809996" y="716949"/>
                  </a:lnTo>
                  <a:lnTo>
                    <a:pt x="3810114" y="716949"/>
                  </a:lnTo>
                  <a:lnTo>
                    <a:pt x="3810231" y="716949"/>
                  </a:lnTo>
                  <a:lnTo>
                    <a:pt x="3810349" y="716949"/>
                  </a:lnTo>
                  <a:lnTo>
                    <a:pt x="3810466" y="716949"/>
                  </a:lnTo>
                  <a:lnTo>
                    <a:pt x="3810584" y="716949"/>
                  </a:lnTo>
                  <a:lnTo>
                    <a:pt x="3810702" y="716949"/>
                  </a:lnTo>
                  <a:lnTo>
                    <a:pt x="3810702" y="716518"/>
                  </a:lnTo>
                  <a:lnTo>
                    <a:pt x="3810819" y="716518"/>
                  </a:lnTo>
                  <a:lnTo>
                    <a:pt x="3810937" y="716518"/>
                  </a:lnTo>
                  <a:lnTo>
                    <a:pt x="3811055" y="716518"/>
                  </a:lnTo>
                  <a:lnTo>
                    <a:pt x="3811172" y="716518"/>
                  </a:lnTo>
                  <a:lnTo>
                    <a:pt x="3811290" y="716518"/>
                  </a:lnTo>
                  <a:lnTo>
                    <a:pt x="3811407" y="716518"/>
                  </a:lnTo>
                  <a:lnTo>
                    <a:pt x="3811525" y="716518"/>
                  </a:lnTo>
                  <a:lnTo>
                    <a:pt x="3811643" y="716518"/>
                  </a:lnTo>
                  <a:lnTo>
                    <a:pt x="3811760" y="716518"/>
                  </a:lnTo>
                  <a:lnTo>
                    <a:pt x="3811760" y="716087"/>
                  </a:lnTo>
                  <a:lnTo>
                    <a:pt x="3811878" y="716087"/>
                  </a:lnTo>
                  <a:lnTo>
                    <a:pt x="3811995" y="716087"/>
                  </a:lnTo>
                  <a:lnTo>
                    <a:pt x="3812113" y="716087"/>
                  </a:lnTo>
                  <a:lnTo>
                    <a:pt x="3812231" y="716087"/>
                  </a:lnTo>
                  <a:lnTo>
                    <a:pt x="3812231" y="715657"/>
                  </a:lnTo>
                  <a:lnTo>
                    <a:pt x="3812348" y="715657"/>
                  </a:lnTo>
                  <a:lnTo>
                    <a:pt x="3812466" y="715657"/>
                  </a:lnTo>
                  <a:lnTo>
                    <a:pt x="3812584" y="715657"/>
                  </a:lnTo>
                  <a:lnTo>
                    <a:pt x="3812701" y="715657"/>
                  </a:lnTo>
                  <a:lnTo>
                    <a:pt x="3812819" y="715657"/>
                  </a:lnTo>
                  <a:lnTo>
                    <a:pt x="3812936" y="715657"/>
                  </a:lnTo>
                  <a:lnTo>
                    <a:pt x="3813054" y="715657"/>
                  </a:lnTo>
                  <a:lnTo>
                    <a:pt x="3813172" y="715657"/>
                  </a:lnTo>
                  <a:lnTo>
                    <a:pt x="3813172" y="715226"/>
                  </a:lnTo>
                  <a:lnTo>
                    <a:pt x="3813289" y="715226"/>
                  </a:lnTo>
                  <a:lnTo>
                    <a:pt x="3813407" y="715226"/>
                  </a:lnTo>
                  <a:lnTo>
                    <a:pt x="3813524" y="715226"/>
                  </a:lnTo>
                  <a:lnTo>
                    <a:pt x="3813642" y="715226"/>
                  </a:lnTo>
                  <a:lnTo>
                    <a:pt x="3813760" y="715226"/>
                  </a:lnTo>
                  <a:lnTo>
                    <a:pt x="3813877" y="715226"/>
                  </a:lnTo>
                  <a:lnTo>
                    <a:pt x="3813995" y="715226"/>
                  </a:lnTo>
                  <a:lnTo>
                    <a:pt x="3814112" y="715226"/>
                  </a:lnTo>
                  <a:lnTo>
                    <a:pt x="3814230" y="715226"/>
                  </a:lnTo>
                  <a:lnTo>
                    <a:pt x="3814348" y="715226"/>
                  </a:lnTo>
                  <a:lnTo>
                    <a:pt x="3814465" y="715226"/>
                  </a:lnTo>
                  <a:lnTo>
                    <a:pt x="3814583" y="715226"/>
                  </a:lnTo>
                  <a:lnTo>
                    <a:pt x="3814701" y="715226"/>
                  </a:lnTo>
                  <a:lnTo>
                    <a:pt x="3814818" y="715226"/>
                  </a:lnTo>
                  <a:lnTo>
                    <a:pt x="3814936" y="715226"/>
                  </a:lnTo>
                  <a:lnTo>
                    <a:pt x="3815053" y="715226"/>
                  </a:lnTo>
                  <a:lnTo>
                    <a:pt x="3815053" y="714796"/>
                  </a:lnTo>
                  <a:lnTo>
                    <a:pt x="3815171" y="714796"/>
                  </a:lnTo>
                  <a:lnTo>
                    <a:pt x="3815289" y="714796"/>
                  </a:lnTo>
                  <a:lnTo>
                    <a:pt x="3815406" y="714796"/>
                  </a:lnTo>
                  <a:lnTo>
                    <a:pt x="3815524" y="714796"/>
                  </a:lnTo>
                  <a:lnTo>
                    <a:pt x="3815641" y="714796"/>
                  </a:lnTo>
                  <a:lnTo>
                    <a:pt x="3815759" y="714796"/>
                  </a:lnTo>
                  <a:lnTo>
                    <a:pt x="3815877" y="714796"/>
                  </a:lnTo>
                  <a:lnTo>
                    <a:pt x="3815994" y="714796"/>
                  </a:lnTo>
                  <a:lnTo>
                    <a:pt x="3816112" y="714796"/>
                  </a:lnTo>
                  <a:lnTo>
                    <a:pt x="3816230" y="714796"/>
                  </a:lnTo>
                  <a:lnTo>
                    <a:pt x="3816230" y="714365"/>
                  </a:lnTo>
                  <a:lnTo>
                    <a:pt x="3816347" y="714365"/>
                  </a:lnTo>
                  <a:lnTo>
                    <a:pt x="3816465" y="714365"/>
                  </a:lnTo>
                  <a:lnTo>
                    <a:pt x="3816465" y="713934"/>
                  </a:lnTo>
                  <a:lnTo>
                    <a:pt x="3816582" y="713934"/>
                  </a:lnTo>
                  <a:lnTo>
                    <a:pt x="3816700" y="713934"/>
                  </a:lnTo>
                  <a:lnTo>
                    <a:pt x="3816818" y="713934"/>
                  </a:lnTo>
                  <a:lnTo>
                    <a:pt x="3816935" y="713934"/>
                  </a:lnTo>
                  <a:lnTo>
                    <a:pt x="3817053" y="713934"/>
                  </a:lnTo>
                  <a:lnTo>
                    <a:pt x="3817170" y="713934"/>
                  </a:lnTo>
                  <a:lnTo>
                    <a:pt x="3817288" y="713934"/>
                  </a:lnTo>
                  <a:lnTo>
                    <a:pt x="3817406" y="713934"/>
                  </a:lnTo>
                  <a:lnTo>
                    <a:pt x="3817406" y="713504"/>
                  </a:lnTo>
                  <a:lnTo>
                    <a:pt x="3817523" y="713504"/>
                  </a:lnTo>
                  <a:lnTo>
                    <a:pt x="3817641" y="713504"/>
                  </a:lnTo>
                  <a:lnTo>
                    <a:pt x="3817759" y="713504"/>
                  </a:lnTo>
                  <a:lnTo>
                    <a:pt x="3817876" y="713504"/>
                  </a:lnTo>
                  <a:lnTo>
                    <a:pt x="3817994" y="713504"/>
                  </a:lnTo>
                  <a:lnTo>
                    <a:pt x="3818111" y="713504"/>
                  </a:lnTo>
                  <a:lnTo>
                    <a:pt x="3818229" y="713504"/>
                  </a:lnTo>
                  <a:lnTo>
                    <a:pt x="3818347" y="713504"/>
                  </a:lnTo>
                  <a:lnTo>
                    <a:pt x="3818464" y="713504"/>
                  </a:lnTo>
                  <a:lnTo>
                    <a:pt x="3818582" y="713504"/>
                  </a:lnTo>
                  <a:lnTo>
                    <a:pt x="3818699" y="713504"/>
                  </a:lnTo>
                  <a:lnTo>
                    <a:pt x="3818817" y="713504"/>
                  </a:lnTo>
                  <a:lnTo>
                    <a:pt x="3818935" y="713504"/>
                  </a:lnTo>
                  <a:lnTo>
                    <a:pt x="3819052" y="713504"/>
                  </a:lnTo>
                  <a:lnTo>
                    <a:pt x="3819170" y="713504"/>
                  </a:lnTo>
                  <a:lnTo>
                    <a:pt x="3819288" y="713504"/>
                  </a:lnTo>
                  <a:lnTo>
                    <a:pt x="3819405" y="713504"/>
                  </a:lnTo>
                  <a:lnTo>
                    <a:pt x="3819523" y="713504"/>
                  </a:lnTo>
                  <a:lnTo>
                    <a:pt x="3819640" y="713504"/>
                  </a:lnTo>
                  <a:lnTo>
                    <a:pt x="3819758" y="713504"/>
                  </a:lnTo>
                  <a:lnTo>
                    <a:pt x="3819758" y="713073"/>
                  </a:lnTo>
                  <a:lnTo>
                    <a:pt x="3819876" y="713073"/>
                  </a:lnTo>
                  <a:lnTo>
                    <a:pt x="3819993" y="713073"/>
                  </a:lnTo>
                  <a:lnTo>
                    <a:pt x="3820111" y="713073"/>
                  </a:lnTo>
                  <a:lnTo>
                    <a:pt x="3820228" y="713073"/>
                  </a:lnTo>
                  <a:lnTo>
                    <a:pt x="3820346" y="713073"/>
                  </a:lnTo>
                  <a:lnTo>
                    <a:pt x="3820464" y="713073"/>
                  </a:lnTo>
                  <a:lnTo>
                    <a:pt x="3820581" y="713073"/>
                  </a:lnTo>
                  <a:lnTo>
                    <a:pt x="3820699" y="713073"/>
                  </a:lnTo>
                  <a:lnTo>
                    <a:pt x="3820817" y="713073"/>
                  </a:lnTo>
                  <a:lnTo>
                    <a:pt x="3820934" y="713073"/>
                  </a:lnTo>
                  <a:lnTo>
                    <a:pt x="3821052" y="713073"/>
                  </a:lnTo>
                  <a:lnTo>
                    <a:pt x="3821169" y="713073"/>
                  </a:lnTo>
                  <a:lnTo>
                    <a:pt x="3821287" y="713073"/>
                  </a:lnTo>
                  <a:lnTo>
                    <a:pt x="3821405" y="713073"/>
                  </a:lnTo>
                  <a:lnTo>
                    <a:pt x="3821405" y="712643"/>
                  </a:lnTo>
                  <a:lnTo>
                    <a:pt x="3821522" y="712643"/>
                  </a:lnTo>
                  <a:lnTo>
                    <a:pt x="3821640" y="712643"/>
                  </a:lnTo>
                  <a:lnTo>
                    <a:pt x="3821757" y="712643"/>
                  </a:lnTo>
                  <a:lnTo>
                    <a:pt x="3821875" y="712643"/>
                  </a:lnTo>
                  <a:lnTo>
                    <a:pt x="3821993" y="712643"/>
                  </a:lnTo>
                  <a:lnTo>
                    <a:pt x="3822110" y="712643"/>
                  </a:lnTo>
                  <a:lnTo>
                    <a:pt x="3822110" y="712212"/>
                  </a:lnTo>
                  <a:lnTo>
                    <a:pt x="3822228" y="712212"/>
                  </a:lnTo>
                  <a:lnTo>
                    <a:pt x="3822345" y="712212"/>
                  </a:lnTo>
                  <a:lnTo>
                    <a:pt x="3822463" y="712212"/>
                  </a:lnTo>
                  <a:lnTo>
                    <a:pt x="3822581" y="712212"/>
                  </a:lnTo>
                  <a:lnTo>
                    <a:pt x="3822581" y="711781"/>
                  </a:lnTo>
                  <a:lnTo>
                    <a:pt x="3822698" y="711781"/>
                  </a:lnTo>
                  <a:lnTo>
                    <a:pt x="3822698" y="711351"/>
                  </a:lnTo>
                  <a:lnTo>
                    <a:pt x="3822816" y="711351"/>
                  </a:lnTo>
                  <a:lnTo>
                    <a:pt x="3822934" y="711351"/>
                  </a:lnTo>
                  <a:lnTo>
                    <a:pt x="3823051" y="711351"/>
                  </a:lnTo>
                  <a:lnTo>
                    <a:pt x="3823169" y="711351"/>
                  </a:lnTo>
                  <a:lnTo>
                    <a:pt x="3823286" y="711351"/>
                  </a:lnTo>
                  <a:lnTo>
                    <a:pt x="3823286" y="710920"/>
                  </a:lnTo>
                  <a:lnTo>
                    <a:pt x="3823404" y="710920"/>
                  </a:lnTo>
                  <a:lnTo>
                    <a:pt x="3823522" y="710920"/>
                  </a:lnTo>
                  <a:lnTo>
                    <a:pt x="3823639" y="710920"/>
                  </a:lnTo>
                  <a:lnTo>
                    <a:pt x="3823757" y="710920"/>
                  </a:lnTo>
                  <a:lnTo>
                    <a:pt x="3823874" y="710920"/>
                  </a:lnTo>
                  <a:lnTo>
                    <a:pt x="3823992" y="710920"/>
                  </a:lnTo>
                  <a:lnTo>
                    <a:pt x="3824110" y="710920"/>
                  </a:lnTo>
                  <a:lnTo>
                    <a:pt x="3824110" y="710490"/>
                  </a:lnTo>
                  <a:lnTo>
                    <a:pt x="3824227" y="710490"/>
                  </a:lnTo>
                  <a:lnTo>
                    <a:pt x="3824345" y="710490"/>
                  </a:lnTo>
                  <a:lnTo>
                    <a:pt x="3824463" y="710490"/>
                  </a:lnTo>
                  <a:lnTo>
                    <a:pt x="3824580" y="710490"/>
                  </a:lnTo>
                  <a:lnTo>
                    <a:pt x="3824698" y="710490"/>
                  </a:lnTo>
                  <a:lnTo>
                    <a:pt x="3824815" y="710490"/>
                  </a:lnTo>
                  <a:lnTo>
                    <a:pt x="3824933" y="710490"/>
                  </a:lnTo>
                  <a:lnTo>
                    <a:pt x="3824933" y="710059"/>
                  </a:lnTo>
                  <a:lnTo>
                    <a:pt x="3825051" y="710059"/>
                  </a:lnTo>
                  <a:lnTo>
                    <a:pt x="3825168" y="710059"/>
                  </a:lnTo>
                  <a:lnTo>
                    <a:pt x="3825286" y="710059"/>
                  </a:lnTo>
                  <a:lnTo>
                    <a:pt x="3825403" y="710059"/>
                  </a:lnTo>
                  <a:lnTo>
                    <a:pt x="3825521" y="710059"/>
                  </a:lnTo>
                  <a:lnTo>
                    <a:pt x="3825639" y="710059"/>
                  </a:lnTo>
                  <a:lnTo>
                    <a:pt x="3825756" y="710059"/>
                  </a:lnTo>
                  <a:lnTo>
                    <a:pt x="3825756" y="709628"/>
                  </a:lnTo>
                  <a:lnTo>
                    <a:pt x="3825874" y="709628"/>
                  </a:lnTo>
                  <a:lnTo>
                    <a:pt x="3825992" y="709628"/>
                  </a:lnTo>
                  <a:lnTo>
                    <a:pt x="3826109" y="709628"/>
                  </a:lnTo>
                  <a:lnTo>
                    <a:pt x="3826227" y="709628"/>
                  </a:lnTo>
                  <a:lnTo>
                    <a:pt x="3826344" y="709628"/>
                  </a:lnTo>
                  <a:lnTo>
                    <a:pt x="3826462" y="709628"/>
                  </a:lnTo>
                  <a:lnTo>
                    <a:pt x="3826580" y="709628"/>
                  </a:lnTo>
                  <a:lnTo>
                    <a:pt x="3826580" y="709198"/>
                  </a:lnTo>
                  <a:lnTo>
                    <a:pt x="3826697" y="709198"/>
                  </a:lnTo>
                  <a:lnTo>
                    <a:pt x="3826815" y="709198"/>
                  </a:lnTo>
                  <a:lnTo>
                    <a:pt x="3826932" y="709198"/>
                  </a:lnTo>
                  <a:lnTo>
                    <a:pt x="3827050" y="709198"/>
                  </a:lnTo>
                  <a:lnTo>
                    <a:pt x="3827168" y="709198"/>
                  </a:lnTo>
                  <a:lnTo>
                    <a:pt x="3827285" y="709198"/>
                  </a:lnTo>
                  <a:lnTo>
                    <a:pt x="3827403" y="709198"/>
                  </a:lnTo>
                  <a:lnTo>
                    <a:pt x="3827521" y="709198"/>
                  </a:lnTo>
                  <a:lnTo>
                    <a:pt x="3827638" y="709198"/>
                  </a:lnTo>
                  <a:lnTo>
                    <a:pt x="3827756" y="709198"/>
                  </a:lnTo>
                  <a:lnTo>
                    <a:pt x="3827873" y="709198"/>
                  </a:lnTo>
                  <a:lnTo>
                    <a:pt x="3827991" y="709198"/>
                  </a:lnTo>
                  <a:lnTo>
                    <a:pt x="3828109" y="709198"/>
                  </a:lnTo>
                  <a:lnTo>
                    <a:pt x="3828226" y="709198"/>
                  </a:lnTo>
                  <a:lnTo>
                    <a:pt x="3828344" y="709198"/>
                  </a:lnTo>
                  <a:lnTo>
                    <a:pt x="3828461" y="709198"/>
                  </a:lnTo>
                  <a:lnTo>
                    <a:pt x="3828461" y="708767"/>
                  </a:lnTo>
                  <a:lnTo>
                    <a:pt x="3828579" y="708767"/>
                  </a:lnTo>
                  <a:lnTo>
                    <a:pt x="3828697" y="708767"/>
                  </a:lnTo>
                  <a:lnTo>
                    <a:pt x="3828814" y="708767"/>
                  </a:lnTo>
                  <a:lnTo>
                    <a:pt x="3828932" y="708767"/>
                  </a:lnTo>
                  <a:lnTo>
                    <a:pt x="3829050" y="708767"/>
                  </a:lnTo>
                  <a:lnTo>
                    <a:pt x="3829167" y="708767"/>
                  </a:lnTo>
                  <a:lnTo>
                    <a:pt x="3829167" y="708337"/>
                  </a:lnTo>
                  <a:lnTo>
                    <a:pt x="3829285" y="708337"/>
                  </a:lnTo>
                  <a:lnTo>
                    <a:pt x="3829402" y="708337"/>
                  </a:lnTo>
                  <a:lnTo>
                    <a:pt x="3829520" y="708337"/>
                  </a:lnTo>
                  <a:lnTo>
                    <a:pt x="3829638" y="708337"/>
                  </a:lnTo>
                  <a:lnTo>
                    <a:pt x="3829755" y="708337"/>
                  </a:lnTo>
                  <a:lnTo>
                    <a:pt x="3829873" y="708337"/>
                  </a:lnTo>
                  <a:lnTo>
                    <a:pt x="3829990" y="708337"/>
                  </a:lnTo>
                  <a:lnTo>
                    <a:pt x="3830108" y="708337"/>
                  </a:lnTo>
                  <a:lnTo>
                    <a:pt x="3830226" y="708337"/>
                  </a:lnTo>
                  <a:lnTo>
                    <a:pt x="3830343" y="708337"/>
                  </a:lnTo>
                  <a:lnTo>
                    <a:pt x="3830461" y="708337"/>
                  </a:lnTo>
                  <a:lnTo>
                    <a:pt x="3830578" y="708337"/>
                  </a:lnTo>
                  <a:lnTo>
                    <a:pt x="3830696" y="708337"/>
                  </a:lnTo>
                  <a:lnTo>
                    <a:pt x="3830814" y="708337"/>
                  </a:lnTo>
                  <a:lnTo>
                    <a:pt x="3830931" y="708337"/>
                  </a:lnTo>
                  <a:lnTo>
                    <a:pt x="3830931" y="707906"/>
                  </a:lnTo>
                  <a:lnTo>
                    <a:pt x="3831049" y="707906"/>
                  </a:lnTo>
                  <a:lnTo>
                    <a:pt x="3831167" y="707906"/>
                  </a:lnTo>
                  <a:lnTo>
                    <a:pt x="3831284" y="707906"/>
                  </a:lnTo>
                  <a:lnTo>
                    <a:pt x="3831402" y="707906"/>
                  </a:lnTo>
                  <a:lnTo>
                    <a:pt x="3831519" y="707906"/>
                  </a:lnTo>
                  <a:lnTo>
                    <a:pt x="3831637" y="707906"/>
                  </a:lnTo>
                  <a:lnTo>
                    <a:pt x="3831755" y="707906"/>
                  </a:lnTo>
                  <a:lnTo>
                    <a:pt x="3831872" y="707906"/>
                  </a:lnTo>
                  <a:lnTo>
                    <a:pt x="3831990" y="707906"/>
                  </a:lnTo>
                  <a:lnTo>
                    <a:pt x="3832107" y="707906"/>
                  </a:lnTo>
                  <a:lnTo>
                    <a:pt x="3832225" y="707906"/>
                  </a:lnTo>
                  <a:lnTo>
                    <a:pt x="3832343" y="707906"/>
                  </a:lnTo>
                  <a:lnTo>
                    <a:pt x="3832460" y="707906"/>
                  </a:lnTo>
                  <a:lnTo>
                    <a:pt x="3832578" y="707906"/>
                  </a:lnTo>
                  <a:lnTo>
                    <a:pt x="3832696" y="707906"/>
                  </a:lnTo>
                  <a:lnTo>
                    <a:pt x="3832813" y="707906"/>
                  </a:lnTo>
                  <a:lnTo>
                    <a:pt x="3832931" y="707906"/>
                  </a:lnTo>
                  <a:lnTo>
                    <a:pt x="3832931" y="707475"/>
                  </a:lnTo>
                  <a:lnTo>
                    <a:pt x="3833048" y="707475"/>
                  </a:lnTo>
                  <a:lnTo>
                    <a:pt x="3833166" y="707475"/>
                  </a:lnTo>
                  <a:lnTo>
                    <a:pt x="3833284" y="707475"/>
                  </a:lnTo>
                  <a:lnTo>
                    <a:pt x="3833401" y="707475"/>
                  </a:lnTo>
                  <a:lnTo>
                    <a:pt x="3833519" y="707475"/>
                  </a:lnTo>
                  <a:lnTo>
                    <a:pt x="3833636" y="707475"/>
                  </a:lnTo>
                  <a:lnTo>
                    <a:pt x="3833754" y="707475"/>
                  </a:lnTo>
                  <a:lnTo>
                    <a:pt x="3833872" y="707475"/>
                  </a:lnTo>
                  <a:lnTo>
                    <a:pt x="3833872" y="707045"/>
                  </a:lnTo>
                  <a:lnTo>
                    <a:pt x="3833989" y="707045"/>
                  </a:lnTo>
                  <a:lnTo>
                    <a:pt x="3834107" y="707045"/>
                  </a:lnTo>
                  <a:lnTo>
                    <a:pt x="3834225" y="707045"/>
                  </a:lnTo>
                  <a:lnTo>
                    <a:pt x="3834342" y="707045"/>
                  </a:lnTo>
                  <a:lnTo>
                    <a:pt x="3834460" y="707045"/>
                  </a:lnTo>
                  <a:lnTo>
                    <a:pt x="3834577" y="707045"/>
                  </a:lnTo>
                  <a:lnTo>
                    <a:pt x="3834695" y="707045"/>
                  </a:lnTo>
                  <a:lnTo>
                    <a:pt x="3834813" y="707045"/>
                  </a:lnTo>
                  <a:lnTo>
                    <a:pt x="3834930" y="707045"/>
                  </a:lnTo>
                  <a:lnTo>
                    <a:pt x="3835048" y="707045"/>
                  </a:lnTo>
                  <a:lnTo>
                    <a:pt x="3835165" y="707045"/>
                  </a:lnTo>
                  <a:lnTo>
                    <a:pt x="3835283" y="707045"/>
                  </a:lnTo>
                  <a:lnTo>
                    <a:pt x="3835283" y="706614"/>
                  </a:lnTo>
                  <a:lnTo>
                    <a:pt x="3835401" y="706614"/>
                  </a:lnTo>
                  <a:lnTo>
                    <a:pt x="3835518" y="706614"/>
                  </a:lnTo>
                  <a:lnTo>
                    <a:pt x="3835518" y="706184"/>
                  </a:lnTo>
                  <a:lnTo>
                    <a:pt x="3835518" y="705753"/>
                  </a:lnTo>
                  <a:lnTo>
                    <a:pt x="3835636" y="705753"/>
                  </a:lnTo>
                  <a:lnTo>
                    <a:pt x="3835754" y="705753"/>
                  </a:lnTo>
                  <a:lnTo>
                    <a:pt x="3835871" y="705753"/>
                  </a:lnTo>
                  <a:lnTo>
                    <a:pt x="3835989" y="705753"/>
                  </a:lnTo>
                  <a:lnTo>
                    <a:pt x="3836106" y="705753"/>
                  </a:lnTo>
                  <a:lnTo>
                    <a:pt x="3836224" y="705753"/>
                  </a:lnTo>
                  <a:lnTo>
                    <a:pt x="3836342" y="705753"/>
                  </a:lnTo>
                  <a:lnTo>
                    <a:pt x="3836459" y="705753"/>
                  </a:lnTo>
                  <a:lnTo>
                    <a:pt x="3836459" y="705322"/>
                  </a:lnTo>
                  <a:lnTo>
                    <a:pt x="3836577" y="705322"/>
                  </a:lnTo>
                  <a:lnTo>
                    <a:pt x="3836694" y="705322"/>
                  </a:lnTo>
                  <a:lnTo>
                    <a:pt x="3836812" y="705322"/>
                  </a:lnTo>
                  <a:lnTo>
                    <a:pt x="3836930" y="705322"/>
                  </a:lnTo>
                  <a:lnTo>
                    <a:pt x="3837047" y="705322"/>
                  </a:lnTo>
                  <a:lnTo>
                    <a:pt x="3837165" y="705322"/>
                  </a:lnTo>
                  <a:lnTo>
                    <a:pt x="3837283" y="705322"/>
                  </a:lnTo>
                  <a:lnTo>
                    <a:pt x="3837283" y="704892"/>
                  </a:lnTo>
                  <a:lnTo>
                    <a:pt x="3837400" y="704892"/>
                  </a:lnTo>
                  <a:lnTo>
                    <a:pt x="3837400" y="704461"/>
                  </a:lnTo>
                  <a:lnTo>
                    <a:pt x="3837518" y="704461"/>
                  </a:lnTo>
                  <a:lnTo>
                    <a:pt x="3837635" y="704461"/>
                  </a:lnTo>
                  <a:lnTo>
                    <a:pt x="3837753" y="704461"/>
                  </a:lnTo>
                  <a:lnTo>
                    <a:pt x="3837871" y="704461"/>
                  </a:lnTo>
                  <a:lnTo>
                    <a:pt x="3837988" y="704461"/>
                  </a:lnTo>
                  <a:lnTo>
                    <a:pt x="3838106" y="704461"/>
                  </a:lnTo>
                  <a:lnTo>
                    <a:pt x="3838106" y="704031"/>
                  </a:lnTo>
                  <a:lnTo>
                    <a:pt x="3838223" y="704031"/>
                  </a:lnTo>
                  <a:lnTo>
                    <a:pt x="3838341" y="704031"/>
                  </a:lnTo>
                  <a:lnTo>
                    <a:pt x="3838341" y="703600"/>
                  </a:lnTo>
                  <a:lnTo>
                    <a:pt x="3838341" y="703169"/>
                  </a:lnTo>
                  <a:lnTo>
                    <a:pt x="3838341" y="702739"/>
                  </a:lnTo>
                  <a:lnTo>
                    <a:pt x="3838341" y="702308"/>
                  </a:lnTo>
                  <a:lnTo>
                    <a:pt x="3838459" y="702308"/>
                  </a:lnTo>
                  <a:lnTo>
                    <a:pt x="3838576" y="702308"/>
                  </a:lnTo>
                  <a:lnTo>
                    <a:pt x="3838694" y="702308"/>
                  </a:lnTo>
                  <a:lnTo>
                    <a:pt x="3838811" y="702308"/>
                  </a:lnTo>
                  <a:lnTo>
                    <a:pt x="3838929" y="702308"/>
                  </a:lnTo>
                  <a:lnTo>
                    <a:pt x="3839047" y="702308"/>
                  </a:lnTo>
                  <a:lnTo>
                    <a:pt x="3839164" y="702308"/>
                  </a:lnTo>
                  <a:lnTo>
                    <a:pt x="3839282" y="702308"/>
                  </a:lnTo>
                  <a:lnTo>
                    <a:pt x="3839400" y="702308"/>
                  </a:lnTo>
                  <a:lnTo>
                    <a:pt x="3839517" y="702308"/>
                  </a:lnTo>
                  <a:lnTo>
                    <a:pt x="3839635" y="702308"/>
                  </a:lnTo>
                  <a:lnTo>
                    <a:pt x="3839752" y="702308"/>
                  </a:lnTo>
                  <a:lnTo>
                    <a:pt x="3839870" y="702308"/>
                  </a:lnTo>
                  <a:lnTo>
                    <a:pt x="3839988" y="702308"/>
                  </a:lnTo>
                  <a:lnTo>
                    <a:pt x="3839988" y="701878"/>
                  </a:lnTo>
                  <a:lnTo>
                    <a:pt x="3839988" y="701447"/>
                  </a:lnTo>
                  <a:lnTo>
                    <a:pt x="3840105" y="701447"/>
                  </a:lnTo>
                  <a:lnTo>
                    <a:pt x="3840223" y="701447"/>
                  </a:lnTo>
                  <a:lnTo>
                    <a:pt x="3840340" y="701447"/>
                  </a:lnTo>
                  <a:lnTo>
                    <a:pt x="3840458" y="701447"/>
                  </a:lnTo>
                  <a:lnTo>
                    <a:pt x="3840576" y="701447"/>
                  </a:lnTo>
                  <a:lnTo>
                    <a:pt x="3840693" y="701447"/>
                  </a:lnTo>
                  <a:lnTo>
                    <a:pt x="3840811" y="701447"/>
                  </a:lnTo>
                  <a:lnTo>
                    <a:pt x="3840929" y="701447"/>
                  </a:lnTo>
                  <a:lnTo>
                    <a:pt x="3841046" y="701447"/>
                  </a:lnTo>
                  <a:lnTo>
                    <a:pt x="3841164" y="701447"/>
                  </a:lnTo>
                  <a:lnTo>
                    <a:pt x="3841281" y="701447"/>
                  </a:lnTo>
                  <a:lnTo>
                    <a:pt x="3841399" y="701447"/>
                  </a:lnTo>
                  <a:lnTo>
                    <a:pt x="3841517" y="701447"/>
                  </a:lnTo>
                  <a:lnTo>
                    <a:pt x="3841634" y="701447"/>
                  </a:lnTo>
                  <a:lnTo>
                    <a:pt x="3841752" y="701447"/>
                  </a:lnTo>
                  <a:lnTo>
                    <a:pt x="3841869" y="701447"/>
                  </a:lnTo>
                  <a:lnTo>
                    <a:pt x="3841987" y="701447"/>
                  </a:lnTo>
                  <a:lnTo>
                    <a:pt x="3842105" y="701447"/>
                  </a:lnTo>
                  <a:lnTo>
                    <a:pt x="3842222" y="701447"/>
                  </a:lnTo>
                  <a:lnTo>
                    <a:pt x="3842340" y="701447"/>
                  </a:lnTo>
                  <a:lnTo>
                    <a:pt x="3842458" y="701447"/>
                  </a:lnTo>
                  <a:lnTo>
                    <a:pt x="3842575" y="701447"/>
                  </a:lnTo>
                  <a:lnTo>
                    <a:pt x="3842693" y="701447"/>
                  </a:lnTo>
                  <a:lnTo>
                    <a:pt x="3842810" y="701447"/>
                  </a:lnTo>
                  <a:lnTo>
                    <a:pt x="3842810" y="701016"/>
                  </a:lnTo>
                  <a:lnTo>
                    <a:pt x="3842928" y="701016"/>
                  </a:lnTo>
                  <a:lnTo>
                    <a:pt x="3843046" y="701016"/>
                  </a:lnTo>
                  <a:lnTo>
                    <a:pt x="3843163" y="701016"/>
                  </a:lnTo>
                  <a:lnTo>
                    <a:pt x="3843281" y="701016"/>
                  </a:lnTo>
                  <a:lnTo>
                    <a:pt x="3843281" y="700586"/>
                  </a:lnTo>
                  <a:lnTo>
                    <a:pt x="3843398" y="700586"/>
                  </a:lnTo>
                  <a:lnTo>
                    <a:pt x="3843516" y="700586"/>
                  </a:lnTo>
                  <a:lnTo>
                    <a:pt x="3843634" y="700586"/>
                  </a:lnTo>
                  <a:lnTo>
                    <a:pt x="3843634" y="700155"/>
                  </a:lnTo>
                  <a:lnTo>
                    <a:pt x="3843751" y="700155"/>
                  </a:lnTo>
                  <a:lnTo>
                    <a:pt x="3843869" y="700155"/>
                  </a:lnTo>
                  <a:lnTo>
                    <a:pt x="3843987" y="700155"/>
                  </a:lnTo>
                  <a:lnTo>
                    <a:pt x="3844104" y="700155"/>
                  </a:lnTo>
                  <a:lnTo>
                    <a:pt x="3844222" y="700155"/>
                  </a:lnTo>
                  <a:lnTo>
                    <a:pt x="3844339" y="700155"/>
                  </a:lnTo>
                  <a:lnTo>
                    <a:pt x="3844457" y="700155"/>
                  </a:lnTo>
                  <a:lnTo>
                    <a:pt x="3844575" y="700155"/>
                  </a:lnTo>
                  <a:lnTo>
                    <a:pt x="3844692" y="700155"/>
                  </a:lnTo>
                  <a:lnTo>
                    <a:pt x="3844810" y="700155"/>
                  </a:lnTo>
                  <a:lnTo>
                    <a:pt x="3844927" y="700155"/>
                  </a:lnTo>
                  <a:lnTo>
                    <a:pt x="3845045" y="700155"/>
                  </a:lnTo>
                  <a:lnTo>
                    <a:pt x="3845163" y="700155"/>
                  </a:lnTo>
                  <a:lnTo>
                    <a:pt x="3845280" y="700155"/>
                  </a:lnTo>
                  <a:lnTo>
                    <a:pt x="3845398" y="700155"/>
                  </a:lnTo>
                  <a:lnTo>
                    <a:pt x="3845516" y="700155"/>
                  </a:lnTo>
                  <a:lnTo>
                    <a:pt x="3845633" y="700155"/>
                  </a:lnTo>
                  <a:lnTo>
                    <a:pt x="3845751" y="700155"/>
                  </a:lnTo>
                  <a:lnTo>
                    <a:pt x="3845868" y="700155"/>
                  </a:lnTo>
                  <a:lnTo>
                    <a:pt x="3845986" y="700155"/>
                  </a:lnTo>
                  <a:lnTo>
                    <a:pt x="3846104" y="700155"/>
                  </a:lnTo>
                  <a:lnTo>
                    <a:pt x="3846221" y="700155"/>
                  </a:lnTo>
                  <a:lnTo>
                    <a:pt x="3846339" y="700155"/>
                  </a:lnTo>
                  <a:lnTo>
                    <a:pt x="3846456" y="700155"/>
                  </a:lnTo>
                  <a:lnTo>
                    <a:pt x="3846574" y="700155"/>
                  </a:lnTo>
                  <a:lnTo>
                    <a:pt x="3846692" y="700155"/>
                  </a:lnTo>
                  <a:lnTo>
                    <a:pt x="3846809" y="700155"/>
                  </a:lnTo>
                  <a:lnTo>
                    <a:pt x="3846927" y="700155"/>
                  </a:lnTo>
                  <a:lnTo>
                    <a:pt x="3847044" y="700155"/>
                  </a:lnTo>
                  <a:lnTo>
                    <a:pt x="3847162" y="700155"/>
                  </a:lnTo>
                  <a:lnTo>
                    <a:pt x="3847280" y="700155"/>
                  </a:lnTo>
                  <a:lnTo>
                    <a:pt x="3847280" y="699725"/>
                  </a:lnTo>
                  <a:lnTo>
                    <a:pt x="3847397" y="699725"/>
                  </a:lnTo>
                  <a:lnTo>
                    <a:pt x="3847515" y="699725"/>
                  </a:lnTo>
                  <a:lnTo>
                    <a:pt x="3847633" y="699725"/>
                  </a:lnTo>
                  <a:lnTo>
                    <a:pt x="3847750" y="699725"/>
                  </a:lnTo>
                  <a:lnTo>
                    <a:pt x="3847868" y="699725"/>
                  </a:lnTo>
                  <a:lnTo>
                    <a:pt x="3847985" y="699725"/>
                  </a:lnTo>
                  <a:lnTo>
                    <a:pt x="3848103" y="699725"/>
                  </a:lnTo>
                  <a:lnTo>
                    <a:pt x="3848221" y="699725"/>
                  </a:lnTo>
                  <a:lnTo>
                    <a:pt x="3848338" y="699725"/>
                  </a:lnTo>
                  <a:lnTo>
                    <a:pt x="3848338" y="699294"/>
                  </a:lnTo>
                  <a:lnTo>
                    <a:pt x="3848456" y="699294"/>
                  </a:lnTo>
                  <a:lnTo>
                    <a:pt x="3848456" y="698863"/>
                  </a:lnTo>
                  <a:lnTo>
                    <a:pt x="3848456" y="698433"/>
                  </a:lnTo>
                  <a:lnTo>
                    <a:pt x="3848573" y="698433"/>
                  </a:lnTo>
                  <a:lnTo>
                    <a:pt x="3848691" y="698433"/>
                  </a:lnTo>
                  <a:lnTo>
                    <a:pt x="3848809" y="698433"/>
                  </a:lnTo>
                  <a:lnTo>
                    <a:pt x="3848926" y="698433"/>
                  </a:lnTo>
                  <a:lnTo>
                    <a:pt x="3849044" y="698433"/>
                  </a:lnTo>
                  <a:lnTo>
                    <a:pt x="3849162" y="698433"/>
                  </a:lnTo>
                  <a:lnTo>
                    <a:pt x="3849279" y="698433"/>
                  </a:lnTo>
                  <a:lnTo>
                    <a:pt x="3849397" y="698433"/>
                  </a:lnTo>
                  <a:lnTo>
                    <a:pt x="3849514" y="698433"/>
                  </a:lnTo>
                  <a:lnTo>
                    <a:pt x="3849632" y="698433"/>
                  </a:lnTo>
                  <a:lnTo>
                    <a:pt x="3849750" y="698433"/>
                  </a:lnTo>
                  <a:lnTo>
                    <a:pt x="3849867" y="698433"/>
                  </a:lnTo>
                  <a:lnTo>
                    <a:pt x="3849985" y="698433"/>
                  </a:lnTo>
                  <a:lnTo>
                    <a:pt x="3850102" y="698433"/>
                  </a:lnTo>
                  <a:lnTo>
                    <a:pt x="3850220" y="698433"/>
                  </a:lnTo>
                  <a:lnTo>
                    <a:pt x="3850338" y="698433"/>
                  </a:lnTo>
                  <a:lnTo>
                    <a:pt x="3850455" y="698433"/>
                  </a:lnTo>
                  <a:lnTo>
                    <a:pt x="3850573" y="698433"/>
                  </a:lnTo>
                  <a:lnTo>
                    <a:pt x="3850691" y="698433"/>
                  </a:lnTo>
                  <a:lnTo>
                    <a:pt x="3850808" y="698433"/>
                  </a:lnTo>
                  <a:lnTo>
                    <a:pt x="3850926" y="698433"/>
                  </a:lnTo>
                  <a:lnTo>
                    <a:pt x="3851043" y="698433"/>
                  </a:lnTo>
                  <a:lnTo>
                    <a:pt x="3851161" y="698433"/>
                  </a:lnTo>
                  <a:lnTo>
                    <a:pt x="3851161" y="698002"/>
                  </a:lnTo>
                  <a:lnTo>
                    <a:pt x="3851161" y="697572"/>
                  </a:lnTo>
                  <a:lnTo>
                    <a:pt x="3851279" y="697572"/>
                  </a:lnTo>
                  <a:lnTo>
                    <a:pt x="3851396" y="697572"/>
                  </a:lnTo>
                  <a:lnTo>
                    <a:pt x="3851514" y="697572"/>
                  </a:lnTo>
                  <a:lnTo>
                    <a:pt x="3851631" y="697572"/>
                  </a:lnTo>
                  <a:lnTo>
                    <a:pt x="3851749" y="697572"/>
                  </a:lnTo>
                  <a:lnTo>
                    <a:pt x="3851867" y="697572"/>
                  </a:lnTo>
                  <a:lnTo>
                    <a:pt x="3851984" y="697572"/>
                  </a:lnTo>
                  <a:lnTo>
                    <a:pt x="3852102" y="697572"/>
                  </a:lnTo>
                  <a:lnTo>
                    <a:pt x="3852220" y="697572"/>
                  </a:lnTo>
                  <a:lnTo>
                    <a:pt x="3852337" y="697572"/>
                  </a:lnTo>
                  <a:lnTo>
                    <a:pt x="3852455" y="697572"/>
                  </a:lnTo>
                  <a:lnTo>
                    <a:pt x="3852572" y="697572"/>
                  </a:lnTo>
                  <a:lnTo>
                    <a:pt x="3852572" y="697141"/>
                  </a:lnTo>
                  <a:lnTo>
                    <a:pt x="3852690" y="697141"/>
                  </a:lnTo>
                  <a:lnTo>
                    <a:pt x="3852808" y="697141"/>
                  </a:lnTo>
                  <a:lnTo>
                    <a:pt x="3852925" y="697141"/>
                  </a:lnTo>
                  <a:lnTo>
                    <a:pt x="3853043" y="697141"/>
                  </a:lnTo>
                  <a:lnTo>
                    <a:pt x="3853160" y="697141"/>
                  </a:lnTo>
                  <a:lnTo>
                    <a:pt x="3853160" y="696710"/>
                  </a:lnTo>
                  <a:lnTo>
                    <a:pt x="3853278" y="696710"/>
                  </a:lnTo>
                  <a:lnTo>
                    <a:pt x="3853396" y="696710"/>
                  </a:lnTo>
                  <a:lnTo>
                    <a:pt x="3853396" y="696280"/>
                  </a:lnTo>
                  <a:lnTo>
                    <a:pt x="3853396" y="695849"/>
                  </a:lnTo>
                  <a:lnTo>
                    <a:pt x="3853513" y="695849"/>
                  </a:lnTo>
                  <a:lnTo>
                    <a:pt x="3853631" y="695849"/>
                  </a:lnTo>
                  <a:lnTo>
                    <a:pt x="3853749" y="695849"/>
                  </a:lnTo>
                  <a:lnTo>
                    <a:pt x="3853866" y="695849"/>
                  </a:lnTo>
                  <a:lnTo>
                    <a:pt x="3853984" y="695849"/>
                  </a:lnTo>
                  <a:lnTo>
                    <a:pt x="3854101" y="695849"/>
                  </a:lnTo>
                  <a:lnTo>
                    <a:pt x="3854101" y="695419"/>
                  </a:lnTo>
                  <a:lnTo>
                    <a:pt x="3854219" y="695419"/>
                  </a:lnTo>
                  <a:lnTo>
                    <a:pt x="3854219" y="694988"/>
                  </a:lnTo>
                  <a:lnTo>
                    <a:pt x="3854337" y="694988"/>
                  </a:lnTo>
                  <a:lnTo>
                    <a:pt x="3854454" y="694988"/>
                  </a:lnTo>
                  <a:lnTo>
                    <a:pt x="3854572" y="694988"/>
                  </a:lnTo>
                  <a:lnTo>
                    <a:pt x="3854689" y="694988"/>
                  </a:lnTo>
                  <a:lnTo>
                    <a:pt x="3854807" y="694988"/>
                  </a:lnTo>
                  <a:lnTo>
                    <a:pt x="3854925" y="694988"/>
                  </a:lnTo>
                  <a:lnTo>
                    <a:pt x="3855042" y="694988"/>
                  </a:lnTo>
                  <a:lnTo>
                    <a:pt x="3855160" y="694988"/>
                  </a:lnTo>
                  <a:lnTo>
                    <a:pt x="3855277" y="694988"/>
                  </a:lnTo>
                  <a:lnTo>
                    <a:pt x="3855395" y="694988"/>
                  </a:lnTo>
                  <a:lnTo>
                    <a:pt x="3855513" y="694988"/>
                  </a:lnTo>
                  <a:lnTo>
                    <a:pt x="3855630" y="694988"/>
                  </a:lnTo>
                  <a:lnTo>
                    <a:pt x="3855748" y="694988"/>
                  </a:lnTo>
                  <a:lnTo>
                    <a:pt x="3855866" y="694988"/>
                  </a:lnTo>
                  <a:lnTo>
                    <a:pt x="3855983" y="694988"/>
                  </a:lnTo>
                  <a:lnTo>
                    <a:pt x="3856101" y="694988"/>
                  </a:lnTo>
                  <a:lnTo>
                    <a:pt x="3856218" y="694988"/>
                  </a:lnTo>
                  <a:lnTo>
                    <a:pt x="3856336" y="694988"/>
                  </a:lnTo>
                  <a:lnTo>
                    <a:pt x="3856454" y="694988"/>
                  </a:lnTo>
                  <a:lnTo>
                    <a:pt x="3856571" y="694988"/>
                  </a:lnTo>
                  <a:lnTo>
                    <a:pt x="3856571" y="694557"/>
                  </a:lnTo>
                  <a:lnTo>
                    <a:pt x="3856689" y="694557"/>
                  </a:lnTo>
                  <a:lnTo>
                    <a:pt x="3856689" y="694127"/>
                  </a:lnTo>
                  <a:lnTo>
                    <a:pt x="3856806" y="694127"/>
                  </a:lnTo>
                  <a:lnTo>
                    <a:pt x="3856924" y="694127"/>
                  </a:lnTo>
                  <a:lnTo>
                    <a:pt x="3857042" y="694127"/>
                  </a:lnTo>
                  <a:lnTo>
                    <a:pt x="3857159" y="694127"/>
                  </a:lnTo>
                  <a:lnTo>
                    <a:pt x="3857277" y="694127"/>
                  </a:lnTo>
                  <a:lnTo>
                    <a:pt x="3857395" y="694127"/>
                  </a:lnTo>
                  <a:lnTo>
                    <a:pt x="3857512" y="694127"/>
                  </a:lnTo>
                  <a:lnTo>
                    <a:pt x="3857630" y="694127"/>
                  </a:lnTo>
                  <a:lnTo>
                    <a:pt x="3857747" y="694127"/>
                  </a:lnTo>
                  <a:lnTo>
                    <a:pt x="3857865" y="694127"/>
                  </a:lnTo>
                  <a:lnTo>
                    <a:pt x="3857983" y="694127"/>
                  </a:lnTo>
                  <a:lnTo>
                    <a:pt x="3858100" y="694127"/>
                  </a:lnTo>
                  <a:lnTo>
                    <a:pt x="3858218" y="694127"/>
                  </a:lnTo>
                  <a:lnTo>
                    <a:pt x="3858335" y="694127"/>
                  </a:lnTo>
                  <a:lnTo>
                    <a:pt x="3858453" y="694127"/>
                  </a:lnTo>
                  <a:lnTo>
                    <a:pt x="3858571" y="694127"/>
                  </a:lnTo>
                  <a:lnTo>
                    <a:pt x="3858688" y="694127"/>
                  </a:lnTo>
                  <a:lnTo>
                    <a:pt x="3858806" y="694127"/>
                  </a:lnTo>
                  <a:lnTo>
                    <a:pt x="3858924" y="694127"/>
                  </a:lnTo>
                  <a:lnTo>
                    <a:pt x="3859041" y="694127"/>
                  </a:lnTo>
                  <a:lnTo>
                    <a:pt x="3859159" y="694127"/>
                  </a:lnTo>
                  <a:lnTo>
                    <a:pt x="3859276" y="694127"/>
                  </a:lnTo>
                  <a:lnTo>
                    <a:pt x="3859394" y="694127"/>
                  </a:lnTo>
                  <a:lnTo>
                    <a:pt x="3859512" y="694127"/>
                  </a:lnTo>
                  <a:lnTo>
                    <a:pt x="3859629" y="694127"/>
                  </a:lnTo>
                  <a:lnTo>
                    <a:pt x="3859747" y="694127"/>
                  </a:lnTo>
                  <a:lnTo>
                    <a:pt x="3859747" y="693696"/>
                  </a:lnTo>
                  <a:lnTo>
                    <a:pt x="3859864" y="693696"/>
                  </a:lnTo>
                  <a:lnTo>
                    <a:pt x="3859982" y="693696"/>
                  </a:lnTo>
                  <a:lnTo>
                    <a:pt x="3860100" y="693696"/>
                  </a:lnTo>
                  <a:lnTo>
                    <a:pt x="3860217" y="693696"/>
                  </a:lnTo>
                  <a:lnTo>
                    <a:pt x="3860335" y="693696"/>
                  </a:lnTo>
                  <a:lnTo>
                    <a:pt x="3860453" y="693696"/>
                  </a:lnTo>
                  <a:lnTo>
                    <a:pt x="3860570" y="693696"/>
                  </a:lnTo>
                  <a:lnTo>
                    <a:pt x="3860570" y="693266"/>
                  </a:lnTo>
                  <a:lnTo>
                    <a:pt x="3860688" y="693266"/>
                  </a:lnTo>
                  <a:lnTo>
                    <a:pt x="3860688" y="692835"/>
                  </a:lnTo>
                  <a:lnTo>
                    <a:pt x="3860805" y="692835"/>
                  </a:lnTo>
                  <a:lnTo>
                    <a:pt x="3860923" y="692835"/>
                  </a:lnTo>
                  <a:lnTo>
                    <a:pt x="3861041" y="692835"/>
                  </a:lnTo>
                  <a:lnTo>
                    <a:pt x="3861041" y="692404"/>
                  </a:lnTo>
                  <a:lnTo>
                    <a:pt x="3861158" y="692404"/>
                  </a:lnTo>
                  <a:lnTo>
                    <a:pt x="3861276" y="692404"/>
                  </a:lnTo>
                  <a:lnTo>
                    <a:pt x="3861393" y="692404"/>
                  </a:lnTo>
                  <a:lnTo>
                    <a:pt x="3861511" y="692404"/>
                  </a:lnTo>
                  <a:lnTo>
                    <a:pt x="3861511" y="691974"/>
                  </a:lnTo>
                  <a:lnTo>
                    <a:pt x="3861629" y="691974"/>
                  </a:lnTo>
                  <a:lnTo>
                    <a:pt x="3861746" y="691974"/>
                  </a:lnTo>
                  <a:lnTo>
                    <a:pt x="3861864" y="691974"/>
                  </a:lnTo>
                  <a:lnTo>
                    <a:pt x="3861982" y="691974"/>
                  </a:lnTo>
                  <a:lnTo>
                    <a:pt x="3862099" y="691974"/>
                  </a:lnTo>
                  <a:lnTo>
                    <a:pt x="3862099" y="691543"/>
                  </a:lnTo>
                  <a:lnTo>
                    <a:pt x="3862217" y="691543"/>
                  </a:lnTo>
                  <a:lnTo>
                    <a:pt x="3862334" y="691543"/>
                  </a:lnTo>
                  <a:lnTo>
                    <a:pt x="3862452" y="691543"/>
                  </a:lnTo>
                  <a:lnTo>
                    <a:pt x="3862570" y="691543"/>
                  </a:lnTo>
                  <a:lnTo>
                    <a:pt x="3862687" y="691543"/>
                  </a:lnTo>
                  <a:lnTo>
                    <a:pt x="3862805" y="691543"/>
                  </a:lnTo>
                  <a:lnTo>
                    <a:pt x="3862922" y="691543"/>
                  </a:lnTo>
                  <a:lnTo>
                    <a:pt x="3863040" y="691543"/>
                  </a:lnTo>
                  <a:lnTo>
                    <a:pt x="3863158" y="691543"/>
                  </a:lnTo>
                  <a:lnTo>
                    <a:pt x="3863275" y="691543"/>
                  </a:lnTo>
                  <a:lnTo>
                    <a:pt x="3863393" y="691543"/>
                  </a:lnTo>
                  <a:lnTo>
                    <a:pt x="3863393" y="691113"/>
                  </a:lnTo>
                  <a:lnTo>
                    <a:pt x="3863510" y="691113"/>
                  </a:lnTo>
                  <a:lnTo>
                    <a:pt x="3863628" y="691113"/>
                  </a:lnTo>
                  <a:lnTo>
                    <a:pt x="3863746" y="691113"/>
                  </a:lnTo>
                  <a:lnTo>
                    <a:pt x="3863863" y="691113"/>
                  </a:lnTo>
                  <a:lnTo>
                    <a:pt x="3863981" y="691113"/>
                  </a:lnTo>
                  <a:lnTo>
                    <a:pt x="3864099" y="691113"/>
                  </a:lnTo>
                  <a:lnTo>
                    <a:pt x="3864216" y="691113"/>
                  </a:lnTo>
                  <a:lnTo>
                    <a:pt x="3864334" y="691113"/>
                  </a:lnTo>
                  <a:lnTo>
                    <a:pt x="3864451" y="691113"/>
                  </a:lnTo>
                  <a:lnTo>
                    <a:pt x="3864569" y="691113"/>
                  </a:lnTo>
                  <a:lnTo>
                    <a:pt x="3864687" y="691113"/>
                  </a:lnTo>
                  <a:lnTo>
                    <a:pt x="3864804" y="691113"/>
                  </a:lnTo>
                  <a:lnTo>
                    <a:pt x="3864804" y="690682"/>
                  </a:lnTo>
                  <a:lnTo>
                    <a:pt x="3864922" y="690682"/>
                  </a:lnTo>
                  <a:lnTo>
                    <a:pt x="3865039" y="690682"/>
                  </a:lnTo>
                  <a:lnTo>
                    <a:pt x="3865157" y="690682"/>
                  </a:lnTo>
                  <a:lnTo>
                    <a:pt x="3865275" y="690682"/>
                  </a:lnTo>
                  <a:lnTo>
                    <a:pt x="3865392" y="690682"/>
                  </a:lnTo>
                  <a:lnTo>
                    <a:pt x="3865510" y="690682"/>
                  </a:lnTo>
                  <a:lnTo>
                    <a:pt x="3865628" y="690682"/>
                  </a:lnTo>
                  <a:lnTo>
                    <a:pt x="3865628" y="690251"/>
                  </a:lnTo>
                  <a:lnTo>
                    <a:pt x="3865745" y="690251"/>
                  </a:lnTo>
                  <a:lnTo>
                    <a:pt x="3865863" y="690251"/>
                  </a:lnTo>
                  <a:lnTo>
                    <a:pt x="3865863" y="689821"/>
                  </a:lnTo>
                  <a:lnTo>
                    <a:pt x="3865980" y="689821"/>
                  </a:lnTo>
                  <a:lnTo>
                    <a:pt x="3866098" y="689821"/>
                  </a:lnTo>
                  <a:lnTo>
                    <a:pt x="3866216" y="689821"/>
                  </a:lnTo>
                  <a:lnTo>
                    <a:pt x="3866333" y="689821"/>
                  </a:lnTo>
                  <a:lnTo>
                    <a:pt x="3866451" y="689821"/>
                  </a:lnTo>
                  <a:lnTo>
                    <a:pt x="3866568" y="689821"/>
                  </a:lnTo>
                  <a:lnTo>
                    <a:pt x="3866686" y="689821"/>
                  </a:lnTo>
                  <a:lnTo>
                    <a:pt x="3866804" y="689821"/>
                  </a:lnTo>
                  <a:lnTo>
                    <a:pt x="3866921" y="689821"/>
                  </a:lnTo>
                  <a:lnTo>
                    <a:pt x="3867039" y="689821"/>
                  </a:lnTo>
                  <a:lnTo>
                    <a:pt x="3867157" y="689821"/>
                  </a:lnTo>
                  <a:lnTo>
                    <a:pt x="3867274" y="689821"/>
                  </a:lnTo>
                  <a:lnTo>
                    <a:pt x="3867392" y="689821"/>
                  </a:lnTo>
                  <a:lnTo>
                    <a:pt x="3867509" y="689821"/>
                  </a:lnTo>
                  <a:lnTo>
                    <a:pt x="3867627" y="689821"/>
                  </a:lnTo>
                  <a:lnTo>
                    <a:pt x="3867745" y="689821"/>
                  </a:lnTo>
                  <a:lnTo>
                    <a:pt x="3867862" y="689821"/>
                  </a:lnTo>
                  <a:lnTo>
                    <a:pt x="3867980" y="689821"/>
                  </a:lnTo>
                  <a:lnTo>
                    <a:pt x="3868097" y="689821"/>
                  </a:lnTo>
                  <a:lnTo>
                    <a:pt x="3868215" y="689821"/>
                  </a:lnTo>
                  <a:lnTo>
                    <a:pt x="3868333" y="689821"/>
                  </a:lnTo>
                  <a:lnTo>
                    <a:pt x="3868450" y="689821"/>
                  </a:lnTo>
                  <a:lnTo>
                    <a:pt x="3868568" y="689821"/>
                  </a:lnTo>
                  <a:lnTo>
                    <a:pt x="3868686" y="689821"/>
                  </a:lnTo>
                  <a:lnTo>
                    <a:pt x="3868803" y="689821"/>
                  </a:lnTo>
                  <a:lnTo>
                    <a:pt x="3868921" y="689821"/>
                  </a:lnTo>
                  <a:lnTo>
                    <a:pt x="3869038" y="689821"/>
                  </a:lnTo>
                  <a:lnTo>
                    <a:pt x="3869038" y="689390"/>
                  </a:lnTo>
                  <a:lnTo>
                    <a:pt x="3869156" y="689390"/>
                  </a:lnTo>
                  <a:lnTo>
                    <a:pt x="3869274" y="689390"/>
                  </a:lnTo>
                  <a:lnTo>
                    <a:pt x="3869391" y="689390"/>
                  </a:lnTo>
                  <a:lnTo>
                    <a:pt x="3869509" y="689390"/>
                  </a:lnTo>
                  <a:lnTo>
                    <a:pt x="3869626" y="689390"/>
                  </a:lnTo>
                  <a:lnTo>
                    <a:pt x="3869744" y="689390"/>
                  </a:lnTo>
                  <a:lnTo>
                    <a:pt x="3869744" y="688960"/>
                  </a:lnTo>
                  <a:lnTo>
                    <a:pt x="3869862" y="688960"/>
                  </a:lnTo>
                  <a:lnTo>
                    <a:pt x="3869979" y="688960"/>
                  </a:lnTo>
                  <a:lnTo>
                    <a:pt x="3869979" y="688529"/>
                  </a:lnTo>
                  <a:lnTo>
                    <a:pt x="3869979" y="688098"/>
                  </a:lnTo>
                  <a:lnTo>
                    <a:pt x="3870097" y="688098"/>
                  </a:lnTo>
                  <a:lnTo>
                    <a:pt x="3870215" y="688098"/>
                  </a:lnTo>
                  <a:lnTo>
                    <a:pt x="3870332" y="688098"/>
                  </a:lnTo>
                  <a:lnTo>
                    <a:pt x="3870450" y="688098"/>
                  </a:lnTo>
                  <a:lnTo>
                    <a:pt x="3870567" y="688098"/>
                  </a:lnTo>
                  <a:lnTo>
                    <a:pt x="3870685" y="688098"/>
                  </a:lnTo>
                  <a:lnTo>
                    <a:pt x="3870685" y="687668"/>
                  </a:lnTo>
                  <a:lnTo>
                    <a:pt x="3870803" y="687668"/>
                  </a:lnTo>
                  <a:lnTo>
                    <a:pt x="3870920" y="687668"/>
                  </a:lnTo>
                  <a:lnTo>
                    <a:pt x="3870920" y="687237"/>
                  </a:lnTo>
                  <a:lnTo>
                    <a:pt x="3870920" y="686807"/>
                  </a:lnTo>
                  <a:lnTo>
                    <a:pt x="3871038" y="686807"/>
                  </a:lnTo>
                  <a:lnTo>
                    <a:pt x="3871155" y="686807"/>
                  </a:lnTo>
                  <a:lnTo>
                    <a:pt x="3871273" y="686807"/>
                  </a:lnTo>
                  <a:lnTo>
                    <a:pt x="3871391" y="686807"/>
                  </a:lnTo>
                  <a:lnTo>
                    <a:pt x="3871508" y="686807"/>
                  </a:lnTo>
                  <a:lnTo>
                    <a:pt x="3871626" y="686807"/>
                  </a:lnTo>
                  <a:lnTo>
                    <a:pt x="3871743" y="686807"/>
                  </a:lnTo>
                  <a:lnTo>
                    <a:pt x="3871861" y="686807"/>
                  </a:lnTo>
                  <a:lnTo>
                    <a:pt x="3871979" y="686807"/>
                  </a:lnTo>
                  <a:lnTo>
                    <a:pt x="3872096" y="686807"/>
                  </a:lnTo>
                  <a:lnTo>
                    <a:pt x="3872214" y="686807"/>
                  </a:lnTo>
                  <a:lnTo>
                    <a:pt x="3872332" y="686807"/>
                  </a:lnTo>
                  <a:lnTo>
                    <a:pt x="3872449" y="686807"/>
                  </a:lnTo>
                  <a:lnTo>
                    <a:pt x="3872567" y="686807"/>
                  </a:lnTo>
                  <a:lnTo>
                    <a:pt x="3872684" y="686807"/>
                  </a:lnTo>
                  <a:lnTo>
                    <a:pt x="3872802" y="686807"/>
                  </a:lnTo>
                  <a:lnTo>
                    <a:pt x="3872920" y="686807"/>
                  </a:lnTo>
                  <a:lnTo>
                    <a:pt x="3873037" y="686807"/>
                  </a:lnTo>
                  <a:lnTo>
                    <a:pt x="3873155" y="686807"/>
                  </a:lnTo>
                  <a:lnTo>
                    <a:pt x="3873272" y="686807"/>
                  </a:lnTo>
                  <a:lnTo>
                    <a:pt x="3873272" y="686376"/>
                  </a:lnTo>
                  <a:lnTo>
                    <a:pt x="3873390" y="686376"/>
                  </a:lnTo>
                  <a:lnTo>
                    <a:pt x="3873390" y="685945"/>
                  </a:lnTo>
                  <a:lnTo>
                    <a:pt x="3873390" y="685515"/>
                  </a:lnTo>
                  <a:lnTo>
                    <a:pt x="3873390" y="685084"/>
                  </a:lnTo>
                  <a:lnTo>
                    <a:pt x="3873508" y="685084"/>
                  </a:lnTo>
                  <a:lnTo>
                    <a:pt x="3873625" y="685084"/>
                  </a:lnTo>
                  <a:lnTo>
                    <a:pt x="3873743" y="685084"/>
                  </a:lnTo>
                  <a:lnTo>
                    <a:pt x="3873861" y="685084"/>
                  </a:lnTo>
                  <a:lnTo>
                    <a:pt x="3873978" y="685084"/>
                  </a:lnTo>
                  <a:lnTo>
                    <a:pt x="3874096" y="685084"/>
                  </a:lnTo>
                  <a:lnTo>
                    <a:pt x="3874213" y="685084"/>
                  </a:lnTo>
                  <a:lnTo>
                    <a:pt x="3874331" y="685084"/>
                  </a:lnTo>
                  <a:lnTo>
                    <a:pt x="3874449" y="685084"/>
                  </a:lnTo>
                  <a:lnTo>
                    <a:pt x="3874566" y="685084"/>
                  </a:lnTo>
                  <a:lnTo>
                    <a:pt x="3874684" y="685084"/>
                  </a:lnTo>
                  <a:lnTo>
                    <a:pt x="3874801" y="685084"/>
                  </a:lnTo>
                  <a:lnTo>
                    <a:pt x="3874919" y="685084"/>
                  </a:lnTo>
                  <a:lnTo>
                    <a:pt x="3875037" y="685084"/>
                  </a:lnTo>
                  <a:lnTo>
                    <a:pt x="3875037" y="684654"/>
                  </a:lnTo>
                  <a:lnTo>
                    <a:pt x="3875154" y="684654"/>
                  </a:lnTo>
                  <a:lnTo>
                    <a:pt x="3875272" y="684654"/>
                  </a:lnTo>
                  <a:lnTo>
                    <a:pt x="3875390" y="684654"/>
                  </a:lnTo>
                  <a:lnTo>
                    <a:pt x="3875507" y="684654"/>
                  </a:lnTo>
                  <a:lnTo>
                    <a:pt x="3875625" y="684654"/>
                  </a:lnTo>
                  <a:lnTo>
                    <a:pt x="3875742" y="684654"/>
                  </a:lnTo>
                  <a:lnTo>
                    <a:pt x="3875742" y="684223"/>
                  </a:lnTo>
                  <a:lnTo>
                    <a:pt x="3875860" y="684223"/>
                  </a:lnTo>
                  <a:lnTo>
                    <a:pt x="3875978" y="684223"/>
                  </a:lnTo>
                  <a:lnTo>
                    <a:pt x="3876095" y="684223"/>
                  </a:lnTo>
                  <a:lnTo>
                    <a:pt x="3876213" y="684223"/>
                  </a:lnTo>
                  <a:lnTo>
                    <a:pt x="3876330" y="684223"/>
                  </a:lnTo>
                  <a:lnTo>
                    <a:pt x="3876448" y="684223"/>
                  </a:lnTo>
                  <a:lnTo>
                    <a:pt x="3876566" y="684223"/>
                  </a:lnTo>
                  <a:lnTo>
                    <a:pt x="3876683" y="684223"/>
                  </a:lnTo>
                  <a:lnTo>
                    <a:pt x="3876801" y="684223"/>
                  </a:lnTo>
                  <a:lnTo>
                    <a:pt x="3876919" y="684223"/>
                  </a:lnTo>
                  <a:lnTo>
                    <a:pt x="3877036" y="684223"/>
                  </a:lnTo>
                  <a:lnTo>
                    <a:pt x="3877154" y="684223"/>
                  </a:lnTo>
                  <a:lnTo>
                    <a:pt x="3877271" y="684223"/>
                  </a:lnTo>
                  <a:lnTo>
                    <a:pt x="3877389" y="684223"/>
                  </a:lnTo>
                  <a:lnTo>
                    <a:pt x="3877507" y="684223"/>
                  </a:lnTo>
                  <a:lnTo>
                    <a:pt x="3877624" y="684223"/>
                  </a:lnTo>
                  <a:lnTo>
                    <a:pt x="3877742" y="684223"/>
                  </a:lnTo>
                  <a:lnTo>
                    <a:pt x="3877859" y="684223"/>
                  </a:lnTo>
                  <a:lnTo>
                    <a:pt x="3877977" y="684223"/>
                  </a:lnTo>
                  <a:lnTo>
                    <a:pt x="3878095" y="684223"/>
                  </a:lnTo>
                  <a:lnTo>
                    <a:pt x="3878212" y="684223"/>
                  </a:lnTo>
                  <a:lnTo>
                    <a:pt x="3878330" y="684223"/>
                  </a:lnTo>
                  <a:lnTo>
                    <a:pt x="3878447" y="684223"/>
                  </a:lnTo>
                  <a:lnTo>
                    <a:pt x="3878565" y="684223"/>
                  </a:lnTo>
                  <a:lnTo>
                    <a:pt x="3878683" y="684223"/>
                  </a:lnTo>
                  <a:lnTo>
                    <a:pt x="3878683" y="683792"/>
                  </a:lnTo>
                  <a:lnTo>
                    <a:pt x="3878800" y="683792"/>
                  </a:lnTo>
                  <a:lnTo>
                    <a:pt x="3878918" y="683792"/>
                  </a:lnTo>
                  <a:lnTo>
                    <a:pt x="3879036" y="683792"/>
                  </a:lnTo>
                  <a:lnTo>
                    <a:pt x="3879153" y="683792"/>
                  </a:lnTo>
                  <a:lnTo>
                    <a:pt x="3879271" y="683792"/>
                  </a:lnTo>
                  <a:lnTo>
                    <a:pt x="3879388" y="683792"/>
                  </a:lnTo>
                  <a:lnTo>
                    <a:pt x="3879506" y="683792"/>
                  </a:lnTo>
                  <a:lnTo>
                    <a:pt x="3879624" y="683792"/>
                  </a:lnTo>
                  <a:lnTo>
                    <a:pt x="3879741" y="683792"/>
                  </a:lnTo>
                  <a:lnTo>
                    <a:pt x="3879859" y="683792"/>
                  </a:lnTo>
                  <a:lnTo>
                    <a:pt x="3879976" y="683792"/>
                  </a:lnTo>
                  <a:lnTo>
                    <a:pt x="3880094" y="683792"/>
                  </a:lnTo>
                  <a:lnTo>
                    <a:pt x="3880212" y="683792"/>
                  </a:lnTo>
                  <a:lnTo>
                    <a:pt x="3880329" y="683792"/>
                  </a:lnTo>
                  <a:lnTo>
                    <a:pt x="3880447" y="683792"/>
                  </a:lnTo>
                  <a:lnTo>
                    <a:pt x="3880565" y="683792"/>
                  </a:lnTo>
                  <a:lnTo>
                    <a:pt x="3880565" y="683362"/>
                  </a:lnTo>
                  <a:lnTo>
                    <a:pt x="3880682" y="683362"/>
                  </a:lnTo>
                  <a:lnTo>
                    <a:pt x="3880800" y="683362"/>
                  </a:lnTo>
                  <a:lnTo>
                    <a:pt x="3880917" y="683362"/>
                  </a:lnTo>
                  <a:lnTo>
                    <a:pt x="3881035" y="683362"/>
                  </a:lnTo>
                  <a:lnTo>
                    <a:pt x="3881153" y="683362"/>
                  </a:lnTo>
                  <a:lnTo>
                    <a:pt x="3881270" y="683362"/>
                  </a:lnTo>
                  <a:lnTo>
                    <a:pt x="3881388" y="683362"/>
                  </a:lnTo>
                  <a:lnTo>
                    <a:pt x="3881505" y="683362"/>
                  </a:lnTo>
                  <a:lnTo>
                    <a:pt x="3881623" y="683362"/>
                  </a:lnTo>
                  <a:lnTo>
                    <a:pt x="3881623" y="682931"/>
                  </a:lnTo>
                  <a:lnTo>
                    <a:pt x="3881741" y="682931"/>
                  </a:lnTo>
                  <a:lnTo>
                    <a:pt x="3881741" y="682501"/>
                  </a:lnTo>
                  <a:lnTo>
                    <a:pt x="3881858" y="682501"/>
                  </a:lnTo>
                  <a:lnTo>
                    <a:pt x="3881976" y="682501"/>
                  </a:lnTo>
                  <a:lnTo>
                    <a:pt x="3882094" y="682501"/>
                  </a:lnTo>
                  <a:lnTo>
                    <a:pt x="3882211" y="682501"/>
                  </a:lnTo>
                  <a:lnTo>
                    <a:pt x="3882329" y="682501"/>
                  </a:lnTo>
                  <a:lnTo>
                    <a:pt x="3882446" y="682501"/>
                  </a:lnTo>
                  <a:lnTo>
                    <a:pt x="3882564" y="682501"/>
                  </a:lnTo>
                  <a:lnTo>
                    <a:pt x="3882682" y="682501"/>
                  </a:lnTo>
                  <a:lnTo>
                    <a:pt x="3882682" y="682070"/>
                  </a:lnTo>
                  <a:lnTo>
                    <a:pt x="3882799" y="682070"/>
                  </a:lnTo>
                  <a:lnTo>
                    <a:pt x="3882917" y="682070"/>
                  </a:lnTo>
                  <a:lnTo>
                    <a:pt x="3883034" y="682070"/>
                  </a:lnTo>
                  <a:lnTo>
                    <a:pt x="3883152" y="682070"/>
                  </a:lnTo>
                  <a:lnTo>
                    <a:pt x="3883270" y="682070"/>
                  </a:lnTo>
                  <a:lnTo>
                    <a:pt x="3883270" y="681639"/>
                  </a:lnTo>
                  <a:lnTo>
                    <a:pt x="3883387" y="681639"/>
                  </a:lnTo>
                  <a:lnTo>
                    <a:pt x="3883505" y="681639"/>
                  </a:lnTo>
                  <a:lnTo>
                    <a:pt x="3883623" y="681639"/>
                  </a:lnTo>
                  <a:lnTo>
                    <a:pt x="3883740" y="681639"/>
                  </a:lnTo>
                  <a:lnTo>
                    <a:pt x="3883740" y="681209"/>
                  </a:lnTo>
                  <a:lnTo>
                    <a:pt x="3883858" y="681209"/>
                  </a:lnTo>
                  <a:lnTo>
                    <a:pt x="3883975" y="681209"/>
                  </a:lnTo>
                  <a:lnTo>
                    <a:pt x="3884093" y="681209"/>
                  </a:lnTo>
                  <a:lnTo>
                    <a:pt x="3884211" y="681209"/>
                  </a:lnTo>
                  <a:lnTo>
                    <a:pt x="3884328" y="681209"/>
                  </a:lnTo>
                  <a:lnTo>
                    <a:pt x="3884446" y="681209"/>
                  </a:lnTo>
                  <a:lnTo>
                    <a:pt x="3884563" y="681209"/>
                  </a:lnTo>
                  <a:lnTo>
                    <a:pt x="3884563" y="680778"/>
                  </a:lnTo>
                  <a:lnTo>
                    <a:pt x="3884681" y="680778"/>
                  </a:lnTo>
                  <a:lnTo>
                    <a:pt x="3884799" y="680778"/>
                  </a:lnTo>
                  <a:lnTo>
                    <a:pt x="3884916" y="680778"/>
                  </a:lnTo>
                  <a:lnTo>
                    <a:pt x="3885034" y="680778"/>
                  </a:lnTo>
                  <a:lnTo>
                    <a:pt x="3885152" y="680778"/>
                  </a:lnTo>
                  <a:lnTo>
                    <a:pt x="3885269" y="680778"/>
                  </a:lnTo>
                  <a:lnTo>
                    <a:pt x="3885387" y="680778"/>
                  </a:lnTo>
                  <a:lnTo>
                    <a:pt x="3885504" y="680778"/>
                  </a:lnTo>
                  <a:lnTo>
                    <a:pt x="3885504" y="680348"/>
                  </a:lnTo>
                  <a:lnTo>
                    <a:pt x="3885622" y="680348"/>
                  </a:lnTo>
                  <a:lnTo>
                    <a:pt x="3885740" y="680348"/>
                  </a:lnTo>
                  <a:lnTo>
                    <a:pt x="3885740" y="679917"/>
                  </a:lnTo>
                  <a:lnTo>
                    <a:pt x="3885740" y="679486"/>
                  </a:lnTo>
                  <a:lnTo>
                    <a:pt x="3885857" y="679486"/>
                  </a:lnTo>
                  <a:lnTo>
                    <a:pt x="3885975" y="679486"/>
                  </a:lnTo>
                  <a:lnTo>
                    <a:pt x="3886092" y="679486"/>
                  </a:lnTo>
                  <a:lnTo>
                    <a:pt x="3886210" y="679486"/>
                  </a:lnTo>
                  <a:lnTo>
                    <a:pt x="3886328" y="679486"/>
                  </a:lnTo>
                  <a:lnTo>
                    <a:pt x="3886445" y="679486"/>
                  </a:lnTo>
                  <a:lnTo>
                    <a:pt x="3886563" y="679486"/>
                  </a:lnTo>
                  <a:lnTo>
                    <a:pt x="3886680" y="679486"/>
                  </a:lnTo>
                  <a:lnTo>
                    <a:pt x="3886798" y="679486"/>
                  </a:lnTo>
                  <a:lnTo>
                    <a:pt x="3886916" y="679486"/>
                  </a:lnTo>
                  <a:lnTo>
                    <a:pt x="3886916" y="679056"/>
                  </a:lnTo>
                  <a:lnTo>
                    <a:pt x="3887033" y="679056"/>
                  </a:lnTo>
                  <a:lnTo>
                    <a:pt x="3887151" y="679056"/>
                  </a:lnTo>
                  <a:lnTo>
                    <a:pt x="3887269" y="679056"/>
                  </a:lnTo>
                  <a:lnTo>
                    <a:pt x="3887386" y="679056"/>
                  </a:lnTo>
                  <a:lnTo>
                    <a:pt x="3887504" y="679056"/>
                  </a:lnTo>
                  <a:lnTo>
                    <a:pt x="3887621" y="679056"/>
                  </a:lnTo>
                  <a:lnTo>
                    <a:pt x="3887739" y="679056"/>
                  </a:lnTo>
                  <a:lnTo>
                    <a:pt x="3887857" y="679056"/>
                  </a:lnTo>
                  <a:lnTo>
                    <a:pt x="3887974" y="679056"/>
                  </a:lnTo>
                  <a:lnTo>
                    <a:pt x="3888092" y="679056"/>
                  </a:lnTo>
                  <a:lnTo>
                    <a:pt x="3888209" y="679056"/>
                  </a:lnTo>
                  <a:lnTo>
                    <a:pt x="3888327" y="679056"/>
                  </a:lnTo>
                  <a:lnTo>
                    <a:pt x="3888445" y="679056"/>
                  </a:lnTo>
                  <a:lnTo>
                    <a:pt x="3888562" y="679056"/>
                  </a:lnTo>
                  <a:lnTo>
                    <a:pt x="3888680" y="679056"/>
                  </a:lnTo>
                  <a:lnTo>
                    <a:pt x="3888798" y="679056"/>
                  </a:lnTo>
                  <a:lnTo>
                    <a:pt x="3888915" y="679056"/>
                  </a:lnTo>
                  <a:lnTo>
                    <a:pt x="3888915" y="678625"/>
                  </a:lnTo>
                  <a:lnTo>
                    <a:pt x="3889033" y="678625"/>
                  </a:lnTo>
                  <a:lnTo>
                    <a:pt x="3889033" y="678195"/>
                  </a:lnTo>
                  <a:lnTo>
                    <a:pt x="3889150" y="678195"/>
                  </a:lnTo>
                  <a:lnTo>
                    <a:pt x="3889150" y="677764"/>
                  </a:lnTo>
                  <a:lnTo>
                    <a:pt x="3889268" y="677764"/>
                  </a:lnTo>
                  <a:lnTo>
                    <a:pt x="3889386" y="677764"/>
                  </a:lnTo>
                  <a:lnTo>
                    <a:pt x="3889503" y="677764"/>
                  </a:lnTo>
                  <a:lnTo>
                    <a:pt x="3889621" y="677764"/>
                  </a:lnTo>
                  <a:lnTo>
                    <a:pt x="3889738" y="677764"/>
                  </a:lnTo>
                  <a:lnTo>
                    <a:pt x="3889856" y="677764"/>
                  </a:lnTo>
                  <a:lnTo>
                    <a:pt x="3889856" y="677333"/>
                  </a:lnTo>
                  <a:lnTo>
                    <a:pt x="3889974" y="677333"/>
                  </a:lnTo>
                  <a:lnTo>
                    <a:pt x="3889974" y="676903"/>
                  </a:lnTo>
                  <a:lnTo>
                    <a:pt x="3890091" y="676903"/>
                  </a:lnTo>
                  <a:lnTo>
                    <a:pt x="3890209" y="676903"/>
                  </a:lnTo>
                  <a:lnTo>
                    <a:pt x="3890327" y="676903"/>
                  </a:lnTo>
                  <a:lnTo>
                    <a:pt x="3890444" y="676903"/>
                  </a:lnTo>
                  <a:lnTo>
                    <a:pt x="3890562" y="676903"/>
                  </a:lnTo>
                  <a:lnTo>
                    <a:pt x="3890679" y="676903"/>
                  </a:lnTo>
                  <a:lnTo>
                    <a:pt x="3890797" y="676903"/>
                  </a:lnTo>
                  <a:lnTo>
                    <a:pt x="3890915" y="676903"/>
                  </a:lnTo>
                  <a:lnTo>
                    <a:pt x="3891032" y="676903"/>
                  </a:lnTo>
                  <a:lnTo>
                    <a:pt x="3891150" y="676903"/>
                  </a:lnTo>
                  <a:lnTo>
                    <a:pt x="3891267" y="676903"/>
                  </a:lnTo>
                  <a:lnTo>
                    <a:pt x="3891267" y="676472"/>
                  </a:lnTo>
                  <a:lnTo>
                    <a:pt x="3891385" y="676472"/>
                  </a:lnTo>
                  <a:lnTo>
                    <a:pt x="3891385" y="676042"/>
                  </a:lnTo>
                  <a:lnTo>
                    <a:pt x="3891503" y="676042"/>
                  </a:lnTo>
                  <a:lnTo>
                    <a:pt x="3891503" y="675611"/>
                  </a:lnTo>
                  <a:lnTo>
                    <a:pt x="3891620" y="675611"/>
                  </a:lnTo>
                  <a:lnTo>
                    <a:pt x="3891738" y="675611"/>
                  </a:lnTo>
                  <a:lnTo>
                    <a:pt x="3891856" y="675611"/>
                  </a:lnTo>
                  <a:lnTo>
                    <a:pt x="3891973" y="675611"/>
                  </a:lnTo>
                  <a:lnTo>
                    <a:pt x="3892091" y="675611"/>
                  </a:lnTo>
                  <a:lnTo>
                    <a:pt x="3892208" y="675611"/>
                  </a:lnTo>
                  <a:lnTo>
                    <a:pt x="3892326" y="675611"/>
                  </a:lnTo>
                  <a:lnTo>
                    <a:pt x="3892444" y="675611"/>
                  </a:lnTo>
                  <a:lnTo>
                    <a:pt x="3892561" y="675611"/>
                  </a:lnTo>
                  <a:lnTo>
                    <a:pt x="3892679" y="675611"/>
                  </a:lnTo>
                  <a:lnTo>
                    <a:pt x="3892796" y="675611"/>
                  </a:lnTo>
                  <a:lnTo>
                    <a:pt x="3892914" y="675611"/>
                  </a:lnTo>
                  <a:lnTo>
                    <a:pt x="3893032" y="675611"/>
                  </a:lnTo>
                  <a:lnTo>
                    <a:pt x="3893149" y="675611"/>
                  </a:lnTo>
                  <a:lnTo>
                    <a:pt x="3893267" y="675611"/>
                  </a:lnTo>
                  <a:lnTo>
                    <a:pt x="3893385" y="675611"/>
                  </a:lnTo>
                  <a:lnTo>
                    <a:pt x="3893502" y="675611"/>
                  </a:lnTo>
                  <a:lnTo>
                    <a:pt x="3893620" y="675611"/>
                  </a:lnTo>
                  <a:lnTo>
                    <a:pt x="3893737" y="675611"/>
                  </a:lnTo>
                  <a:lnTo>
                    <a:pt x="3893855" y="675611"/>
                  </a:lnTo>
                  <a:lnTo>
                    <a:pt x="3893855" y="675180"/>
                  </a:lnTo>
                  <a:lnTo>
                    <a:pt x="3893973" y="675180"/>
                  </a:lnTo>
                  <a:lnTo>
                    <a:pt x="3894090" y="675180"/>
                  </a:lnTo>
                  <a:lnTo>
                    <a:pt x="3894090" y="674750"/>
                  </a:lnTo>
                  <a:lnTo>
                    <a:pt x="3894208" y="674750"/>
                  </a:lnTo>
                  <a:lnTo>
                    <a:pt x="3894325" y="674750"/>
                  </a:lnTo>
                  <a:lnTo>
                    <a:pt x="3894443" y="674750"/>
                  </a:lnTo>
                  <a:lnTo>
                    <a:pt x="3894443" y="674319"/>
                  </a:lnTo>
                  <a:lnTo>
                    <a:pt x="3894561" y="674319"/>
                  </a:lnTo>
                  <a:lnTo>
                    <a:pt x="3894678" y="674319"/>
                  </a:lnTo>
                  <a:lnTo>
                    <a:pt x="3894796" y="674319"/>
                  </a:lnTo>
                  <a:lnTo>
                    <a:pt x="3894913" y="674319"/>
                  </a:lnTo>
                  <a:lnTo>
                    <a:pt x="3895031" y="674319"/>
                  </a:lnTo>
                  <a:lnTo>
                    <a:pt x="3895149" y="674319"/>
                  </a:lnTo>
                  <a:lnTo>
                    <a:pt x="3895266" y="674319"/>
                  </a:lnTo>
                  <a:lnTo>
                    <a:pt x="3895384" y="674319"/>
                  </a:lnTo>
                  <a:lnTo>
                    <a:pt x="3895384" y="673889"/>
                  </a:lnTo>
                  <a:lnTo>
                    <a:pt x="3895502" y="673889"/>
                  </a:lnTo>
                  <a:lnTo>
                    <a:pt x="3895619" y="673889"/>
                  </a:lnTo>
                  <a:lnTo>
                    <a:pt x="3895737" y="673889"/>
                  </a:lnTo>
                  <a:lnTo>
                    <a:pt x="3895854" y="673889"/>
                  </a:lnTo>
                  <a:lnTo>
                    <a:pt x="3895972" y="673889"/>
                  </a:lnTo>
                  <a:lnTo>
                    <a:pt x="3896090" y="673889"/>
                  </a:lnTo>
                  <a:lnTo>
                    <a:pt x="3896207" y="673889"/>
                  </a:lnTo>
                  <a:lnTo>
                    <a:pt x="3896325" y="673889"/>
                  </a:lnTo>
                  <a:lnTo>
                    <a:pt x="3896442" y="673889"/>
                  </a:lnTo>
                  <a:lnTo>
                    <a:pt x="3896560" y="673889"/>
                  </a:lnTo>
                  <a:lnTo>
                    <a:pt x="3896678" y="673889"/>
                  </a:lnTo>
                  <a:lnTo>
                    <a:pt x="3896795" y="673889"/>
                  </a:lnTo>
                  <a:lnTo>
                    <a:pt x="3896913" y="673889"/>
                  </a:lnTo>
                  <a:lnTo>
                    <a:pt x="3897031" y="673889"/>
                  </a:lnTo>
                  <a:lnTo>
                    <a:pt x="3897148" y="673889"/>
                  </a:lnTo>
                  <a:lnTo>
                    <a:pt x="3897266" y="673889"/>
                  </a:lnTo>
                  <a:lnTo>
                    <a:pt x="3897383" y="673889"/>
                  </a:lnTo>
                  <a:lnTo>
                    <a:pt x="3897501" y="673889"/>
                  </a:lnTo>
                  <a:lnTo>
                    <a:pt x="3897619" y="673889"/>
                  </a:lnTo>
                  <a:lnTo>
                    <a:pt x="3897736" y="673889"/>
                  </a:lnTo>
                  <a:lnTo>
                    <a:pt x="3897736" y="673458"/>
                  </a:lnTo>
                  <a:lnTo>
                    <a:pt x="3897854" y="673458"/>
                  </a:lnTo>
                  <a:lnTo>
                    <a:pt x="3897971" y="673458"/>
                  </a:lnTo>
                  <a:lnTo>
                    <a:pt x="3898089" y="673458"/>
                  </a:lnTo>
                  <a:lnTo>
                    <a:pt x="3898207" y="673458"/>
                  </a:lnTo>
                  <a:lnTo>
                    <a:pt x="3898324" y="673458"/>
                  </a:lnTo>
                  <a:lnTo>
                    <a:pt x="3898442" y="673458"/>
                  </a:lnTo>
                  <a:lnTo>
                    <a:pt x="3898442" y="673027"/>
                  </a:lnTo>
                  <a:lnTo>
                    <a:pt x="3898560" y="673027"/>
                  </a:lnTo>
                  <a:lnTo>
                    <a:pt x="3898677" y="673027"/>
                  </a:lnTo>
                  <a:lnTo>
                    <a:pt x="3898795" y="673027"/>
                  </a:lnTo>
                  <a:lnTo>
                    <a:pt x="3898912" y="673027"/>
                  </a:lnTo>
                  <a:lnTo>
                    <a:pt x="3899030" y="673027"/>
                  </a:lnTo>
                  <a:lnTo>
                    <a:pt x="3899148" y="673027"/>
                  </a:lnTo>
                  <a:lnTo>
                    <a:pt x="3899265" y="673027"/>
                  </a:lnTo>
                  <a:lnTo>
                    <a:pt x="3899383" y="673027"/>
                  </a:lnTo>
                  <a:lnTo>
                    <a:pt x="3899500" y="673027"/>
                  </a:lnTo>
                  <a:lnTo>
                    <a:pt x="3899618" y="673027"/>
                  </a:lnTo>
                  <a:lnTo>
                    <a:pt x="3899736" y="673027"/>
                  </a:lnTo>
                  <a:lnTo>
                    <a:pt x="3899853" y="673027"/>
                  </a:lnTo>
                  <a:lnTo>
                    <a:pt x="3899971" y="673027"/>
                  </a:lnTo>
                  <a:lnTo>
                    <a:pt x="3900089" y="673027"/>
                  </a:lnTo>
                  <a:lnTo>
                    <a:pt x="3900206" y="673027"/>
                  </a:lnTo>
                  <a:lnTo>
                    <a:pt x="3900324" y="673027"/>
                  </a:lnTo>
                  <a:lnTo>
                    <a:pt x="3900324" y="672597"/>
                  </a:lnTo>
                  <a:lnTo>
                    <a:pt x="3900441" y="672597"/>
                  </a:lnTo>
                  <a:lnTo>
                    <a:pt x="3900559" y="672597"/>
                  </a:lnTo>
                  <a:lnTo>
                    <a:pt x="3900559" y="672166"/>
                  </a:lnTo>
                  <a:lnTo>
                    <a:pt x="3900677" y="672166"/>
                  </a:lnTo>
                  <a:lnTo>
                    <a:pt x="3900794" y="672166"/>
                  </a:lnTo>
                  <a:lnTo>
                    <a:pt x="3900794" y="671736"/>
                  </a:lnTo>
                  <a:lnTo>
                    <a:pt x="3900912" y="671736"/>
                  </a:lnTo>
                  <a:lnTo>
                    <a:pt x="3900912" y="671305"/>
                  </a:lnTo>
                  <a:lnTo>
                    <a:pt x="3901029" y="671305"/>
                  </a:lnTo>
                  <a:lnTo>
                    <a:pt x="3901029" y="670874"/>
                  </a:lnTo>
                  <a:lnTo>
                    <a:pt x="3901147" y="670874"/>
                  </a:lnTo>
                  <a:lnTo>
                    <a:pt x="3901265" y="670874"/>
                  </a:lnTo>
                  <a:lnTo>
                    <a:pt x="3901382" y="670874"/>
                  </a:lnTo>
                  <a:lnTo>
                    <a:pt x="3901500" y="670874"/>
                  </a:lnTo>
                  <a:lnTo>
                    <a:pt x="3901618" y="670874"/>
                  </a:lnTo>
                  <a:lnTo>
                    <a:pt x="3901735" y="670874"/>
                  </a:lnTo>
                  <a:lnTo>
                    <a:pt x="3901735" y="670444"/>
                  </a:lnTo>
                  <a:lnTo>
                    <a:pt x="3901853" y="670444"/>
                  </a:lnTo>
                  <a:lnTo>
                    <a:pt x="3901970" y="670444"/>
                  </a:lnTo>
                  <a:lnTo>
                    <a:pt x="3902088" y="670444"/>
                  </a:lnTo>
                  <a:lnTo>
                    <a:pt x="3902206" y="670444"/>
                  </a:lnTo>
                  <a:lnTo>
                    <a:pt x="3902323" y="670444"/>
                  </a:lnTo>
                  <a:lnTo>
                    <a:pt x="3902441" y="670444"/>
                  </a:lnTo>
                  <a:lnTo>
                    <a:pt x="3902558" y="670444"/>
                  </a:lnTo>
                  <a:lnTo>
                    <a:pt x="3902676" y="670444"/>
                  </a:lnTo>
                  <a:lnTo>
                    <a:pt x="3902794" y="670444"/>
                  </a:lnTo>
                  <a:lnTo>
                    <a:pt x="3902911" y="670444"/>
                  </a:lnTo>
                  <a:lnTo>
                    <a:pt x="3903029" y="670444"/>
                  </a:lnTo>
                  <a:lnTo>
                    <a:pt x="3903146" y="670444"/>
                  </a:lnTo>
                  <a:lnTo>
                    <a:pt x="3903264" y="670444"/>
                  </a:lnTo>
                  <a:lnTo>
                    <a:pt x="3903264" y="670013"/>
                  </a:lnTo>
                  <a:lnTo>
                    <a:pt x="3903382" y="670013"/>
                  </a:lnTo>
                  <a:lnTo>
                    <a:pt x="3903499" y="670013"/>
                  </a:lnTo>
                  <a:lnTo>
                    <a:pt x="3903499" y="669583"/>
                  </a:lnTo>
                  <a:lnTo>
                    <a:pt x="3903617" y="669583"/>
                  </a:lnTo>
                  <a:lnTo>
                    <a:pt x="3903735" y="669583"/>
                  </a:lnTo>
                  <a:lnTo>
                    <a:pt x="3903852" y="669583"/>
                  </a:lnTo>
                  <a:lnTo>
                    <a:pt x="3903970" y="669583"/>
                  </a:lnTo>
                  <a:lnTo>
                    <a:pt x="3904087" y="669583"/>
                  </a:lnTo>
                  <a:lnTo>
                    <a:pt x="3904205" y="669583"/>
                  </a:lnTo>
                  <a:lnTo>
                    <a:pt x="3904323" y="669583"/>
                  </a:lnTo>
                  <a:lnTo>
                    <a:pt x="3904440" y="669583"/>
                  </a:lnTo>
                  <a:lnTo>
                    <a:pt x="3904558" y="669583"/>
                  </a:lnTo>
                  <a:lnTo>
                    <a:pt x="3904675" y="669583"/>
                  </a:lnTo>
                  <a:lnTo>
                    <a:pt x="3904793" y="669583"/>
                  </a:lnTo>
                  <a:lnTo>
                    <a:pt x="3904911" y="669583"/>
                  </a:lnTo>
                  <a:lnTo>
                    <a:pt x="3905028" y="669583"/>
                  </a:lnTo>
                  <a:lnTo>
                    <a:pt x="3905146" y="669583"/>
                  </a:lnTo>
                  <a:lnTo>
                    <a:pt x="3905264" y="669583"/>
                  </a:lnTo>
                  <a:lnTo>
                    <a:pt x="3905381" y="669583"/>
                  </a:lnTo>
                  <a:lnTo>
                    <a:pt x="3905499" y="669583"/>
                  </a:lnTo>
                  <a:lnTo>
                    <a:pt x="3905616" y="669583"/>
                  </a:lnTo>
                  <a:lnTo>
                    <a:pt x="3905734" y="669583"/>
                  </a:lnTo>
                  <a:lnTo>
                    <a:pt x="3905852" y="669583"/>
                  </a:lnTo>
                  <a:lnTo>
                    <a:pt x="3905969" y="669583"/>
                  </a:lnTo>
                  <a:lnTo>
                    <a:pt x="3906087" y="669583"/>
                  </a:lnTo>
                  <a:lnTo>
                    <a:pt x="3906204" y="669583"/>
                  </a:lnTo>
                  <a:lnTo>
                    <a:pt x="3906322" y="669583"/>
                  </a:lnTo>
                  <a:lnTo>
                    <a:pt x="3906440" y="669583"/>
                  </a:lnTo>
                  <a:lnTo>
                    <a:pt x="3906557" y="669583"/>
                  </a:lnTo>
                  <a:lnTo>
                    <a:pt x="3906675" y="669583"/>
                  </a:lnTo>
                  <a:lnTo>
                    <a:pt x="3906793" y="669583"/>
                  </a:lnTo>
                  <a:lnTo>
                    <a:pt x="3906793" y="669152"/>
                  </a:lnTo>
                  <a:lnTo>
                    <a:pt x="3906910" y="669152"/>
                  </a:lnTo>
                  <a:lnTo>
                    <a:pt x="3907028" y="669152"/>
                  </a:lnTo>
                  <a:lnTo>
                    <a:pt x="3907145" y="669152"/>
                  </a:lnTo>
                  <a:lnTo>
                    <a:pt x="3907263" y="669152"/>
                  </a:lnTo>
                  <a:lnTo>
                    <a:pt x="3907381" y="669152"/>
                  </a:lnTo>
                  <a:lnTo>
                    <a:pt x="3907498" y="669152"/>
                  </a:lnTo>
                  <a:lnTo>
                    <a:pt x="3907616" y="669152"/>
                  </a:lnTo>
                  <a:lnTo>
                    <a:pt x="3907733" y="669152"/>
                  </a:lnTo>
                  <a:lnTo>
                    <a:pt x="3907851" y="669152"/>
                  </a:lnTo>
                  <a:lnTo>
                    <a:pt x="3907969" y="669152"/>
                  </a:lnTo>
                  <a:lnTo>
                    <a:pt x="3908086" y="669152"/>
                  </a:lnTo>
                  <a:lnTo>
                    <a:pt x="3908204" y="669152"/>
                  </a:lnTo>
                  <a:lnTo>
                    <a:pt x="3908322" y="669152"/>
                  </a:lnTo>
                  <a:lnTo>
                    <a:pt x="3908439" y="669152"/>
                  </a:lnTo>
                  <a:lnTo>
                    <a:pt x="3908557" y="669152"/>
                  </a:lnTo>
                  <a:lnTo>
                    <a:pt x="3908674" y="669152"/>
                  </a:lnTo>
                  <a:lnTo>
                    <a:pt x="3908792" y="669152"/>
                  </a:lnTo>
                  <a:lnTo>
                    <a:pt x="3908910" y="669152"/>
                  </a:lnTo>
                  <a:lnTo>
                    <a:pt x="3909027" y="669152"/>
                  </a:lnTo>
                  <a:lnTo>
                    <a:pt x="3909145" y="669152"/>
                  </a:lnTo>
                  <a:lnTo>
                    <a:pt x="3909262" y="669152"/>
                  </a:lnTo>
                  <a:lnTo>
                    <a:pt x="3909380" y="669152"/>
                  </a:lnTo>
                  <a:lnTo>
                    <a:pt x="3909498" y="669152"/>
                  </a:lnTo>
                  <a:lnTo>
                    <a:pt x="3909498" y="668721"/>
                  </a:lnTo>
                  <a:lnTo>
                    <a:pt x="3909615" y="668721"/>
                  </a:lnTo>
                  <a:lnTo>
                    <a:pt x="3909733" y="668721"/>
                  </a:lnTo>
                  <a:lnTo>
                    <a:pt x="3909851" y="668721"/>
                  </a:lnTo>
                  <a:lnTo>
                    <a:pt x="3909968" y="668721"/>
                  </a:lnTo>
                  <a:lnTo>
                    <a:pt x="3910086" y="668721"/>
                  </a:lnTo>
                  <a:lnTo>
                    <a:pt x="3910203" y="668721"/>
                  </a:lnTo>
                  <a:lnTo>
                    <a:pt x="3910321" y="668721"/>
                  </a:lnTo>
                  <a:lnTo>
                    <a:pt x="3910439" y="668721"/>
                  </a:lnTo>
                  <a:lnTo>
                    <a:pt x="3910556" y="668721"/>
                  </a:lnTo>
                  <a:lnTo>
                    <a:pt x="3910556" y="668291"/>
                  </a:lnTo>
                  <a:lnTo>
                    <a:pt x="3910674" y="668291"/>
                  </a:lnTo>
                  <a:lnTo>
                    <a:pt x="3910674" y="667860"/>
                  </a:lnTo>
                  <a:lnTo>
                    <a:pt x="3910791" y="667860"/>
                  </a:lnTo>
                  <a:lnTo>
                    <a:pt x="3910909" y="667860"/>
                  </a:lnTo>
                  <a:lnTo>
                    <a:pt x="3910909" y="667430"/>
                  </a:lnTo>
                  <a:lnTo>
                    <a:pt x="3911027" y="667430"/>
                  </a:lnTo>
                  <a:lnTo>
                    <a:pt x="3911144" y="667430"/>
                  </a:lnTo>
                  <a:lnTo>
                    <a:pt x="3911262" y="667430"/>
                  </a:lnTo>
                  <a:lnTo>
                    <a:pt x="3911262" y="666999"/>
                  </a:lnTo>
                  <a:lnTo>
                    <a:pt x="3911379" y="666999"/>
                  </a:lnTo>
                  <a:lnTo>
                    <a:pt x="3911497" y="666999"/>
                  </a:lnTo>
                  <a:lnTo>
                    <a:pt x="3911615" y="666999"/>
                  </a:lnTo>
                  <a:lnTo>
                    <a:pt x="3911615" y="666568"/>
                  </a:lnTo>
                  <a:lnTo>
                    <a:pt x="3911732" y="666568"/>
                  </a:lnTo>
                  <a:lnTo>
                    <a:pt x="3911850" y="666568"/>
                  </a:lnTo>
                  <a:lnTo>
                    <a:pt x="3911968" y="666568"/>
                  </a:lnTo>
                  <a:lnTo>
                    <a:pt x="3912085" y="666568"/>
                  </a:lnTo>
                  <a:lnTo>
                    <a:pt x="3912203" y="666568"/>
                  </a:lnTo>
                  <a:lnTo>
                    <a:pt x="3912203" y="666138"/>
                  </a:lnTo>
                  <a:lnTo>
                    <a:pt x="3912320" y="666138"/>
                  </a:lnTo>
                  <a:lnTo>
                    <a:pt x="3912438" y="666138"/>
                  </a:lnTo>
                  <a:lnTo>
                    <a:pt x="3912556" y="666138"/>
                  </a:lnTo>
                  <a:lnTo>
                    <a:pt x="3912673" y="666138"/>
                  </a:lnTo>
                  <a:lnTo>
                    <a:pt x="3912791" y="666138"/>
                  </a:lnTo>
                  <a:lnTo>
                    <a:pt x="3912908" y="666138"/>
                  </a:lnTo>
                  <a:lnTo>
                    <a:pt x="3913026" y="666138"/>
                  </a:lnTo>
                  <a:lnTo>
                    <a:pt x="3913144" y="666138"/>
                  </a:lnTo>
                  <a:lnTo>
                    <a:pt x="3913261" y="666138"/>
                  </a:lnTo>
                  <a:lnTo>
                    <a:pt x="3913379" y="666138"/>
                  </a:lnTo>
                  <a:lnTo>
                    <a:pt x="3913497" y="666138"/>
                  </a:lnTo>
                  <a:lnTo>
                    <a:pt x="3913614" y="666138"/>
                  </a:lnTo>
                  <a:lnTo>
                    <a:pt x="3913732" y="666138"/>
                  </a:lnTo>
                  <a:lnTo>
                    <a:pt x="3913849" y="666138"/>
                  </a:lnTo>
                  <a:lnTo>
                    <a:pt x="3913967" y="666138"/>
                  </a:lnTo>
                  <a:lnTo>
                    <a:pt x="3914085" y="666138"/>
                  </a:lnTo>
                  <a:lnTo>
                    <a:pt x="3914085" y="665707"/>
                  </a:lnTo>
                  <a:lnTo>
                    <a:pt x="3914202" y="665707"/>
                  </a:lnTo>
                  <a:lnTo>
                    <a:pt x="3914202" y="665277"/>
                  </a:lnTo>
                  <a:lnTo>
                    <a:pt x="3914320" y="665277"/>
                  </a:lnTo>
                  <a:lnTo>
                    <a:pt x="3914437" y="665277"/>
                  </a:lnTo>
                  <a:lnTo>
                    <a:pt x="3914555" y="665277"/>
                  </a:lnTo>
                  <a:lnTo>
                    <a:pt x="3914673" y="665277"/>
                  </a:lnTo>
                  <a:lnTo>
                    <a:pt x="3914790" y="665277"/>
                  </a:lnTo>
                  <a:lnTo>
                    <a:pt x="3914908" y="665277"/>
                  </a:lnTo>
                  <a:lnTo>
                    <a:pt x="3915026" y="665277"/>
                  </a:lnTo>
                  <a:lnTo>
                    <a:pt x="3915143" y="665277"/>
                  </a:lnTo>
                  <a:lnTo>
                    <a:pt x="3915261" y="665277"/>
                  </a:lnTo>
                  <a:lnTo>
                    <a:pt x="3915378" y="665277"/>
                  </a:lnTo>
                  <a:lnTo>
                    <a:pt x="3915496" y="665277"/>
                  </a:lnTo>
                  <a:lnTo>
                    <a:pt x="3915614" y="665277"/>
                  </a:lnTo>
                  <a:lnTo>
                    <a:pt x="3915731" y="665277"/>
                  </a:lnTo>
                  <a:lnTo>
                    <a:pt x="3915849" y="665277"/>
                  </a:lnTo>
                  <a:lnTo>
                    <a:pt x="3915966" y="665277"/>
                  </a:lnTo>
                  <a:lnTo>
                    <a:pt x="3915966" y="664846"/>
                  </a:lnTo>
                  <a:lnTo>
                    <a:pt x="3916084" y="664846"/>
                  </a:lnTo>
                  <a:lnTo>
                    <a:pt x="3916202" y="664846"/>
                  </a:lnTo>
                  <a:lnTo>
                    <a:pt x="3916319" y="664846"/>
                  </a:lnTo>
                  <a:lnTo>
                    <a:pt x="3916437" y="664846"/>
                  </a:lnTo>
                  <a:lnTo>
                    <a:pt x="3916555" y="664846"/>
                  </a:lnTo>
                  <a:lnTo>
                    <a:pt x="3916672" y="664846"/>
                  </a:lnTo>
                  <a:lnTo>
                    <a:pt x="3916790" y="664846"/>
                  </a:lnTo>
                  <a:lnTo>
                    <a:pt x="3916907" y="664846"/>
                  </a:lnTo>
                  <a:lnTo>
                    <a:pt x="3917025" y="664846"/>
                  </a:lnTo>
                  <a:lnTo>
                    <a:pt x="3917143" y="664846"/>
                  </a:lnTo>
                  <a:lnTo>
                    <a:pt x="3917260" y="664846"/>
                  </a:lnTo>
                  <a:lnTo>
                    <a:pt x="3917378" y="664846"/>
                  </a:lnTo>
                  <a:lnTo>
                    <a:pt x="3917495" y="664846"/>
                  </a:lnTo>
                  <a:lnTo>
                    <a:pt x="3917613" y="664846"/>
                  </a:lnTo>
                  <a:lnTo>
                    <a:pt x="3917731" y="664846"/>
                  </a:lnTo>
                  <a:lnTo>
                    <a:pt x="3917848" y="664846"/>
                  </a:lnTo>
                  <a:lnTo>
                    <a:pt x="3917966" y="664846"/>
                  </a:lnTo>
                  <a:lnTo>
                    <a:pt x="3917966" y="664415"/>
                  </a:lnTo>
                  <a:lnTo>
                    <a:pt x="3918084" y="664415"/>
                  </a:lnTo>
                  <a:lnTo>
                    <a:pt x="3918201" y="664415"/>
                  </a:lnTo>
                  <a:lnTo>
                    <a:pt x="3918319" y="664415"/>
                  </a:lnTo>
                  <a:lnTo>
                    <a:pt x="3918436" y="664415"/>
                  </a:lnTo>
                  <a:lnTo>
                    <a:pt x="3918554" y="664415"/>
                  </a:lnTo>
                  <a:lnTo>
                    <a:pt x="3918672" y="664415"/>
                  </a:lnTo>
                  <a:lnTo>
                    <a:pt x="3918789" y="664415"/>
                  </a:lnTo>
                  <a:lnTo>
                    <a:pt x="3918907" y="664415"/>
                  </a:lnTo>
                  <a:lnTo>
                    <a:pt x="3918907" y="663985"/>
                  </a:lnTo>
                  <a:lnTo>
                    <a:pt x="3919024" y="663985"/>
                  </a:lnTo>
                  <a:lnTo>
                    <a:pt x="3919142" y="663985"/>
                  </a:lnTo>
                  <a:lnTo>
                    <a:pt x="3919260" y="663985"/>
                  </a:lnTo>
                  <a:lnTo>
                    <a:pt x="3919377" y="663985"/>
                  </a:lnTo>
                  <a:lnTo>
                    <a:pt x="3919495" y="663985"/>
                  </a:lnTo>
                  <a:lnTo>
                    <a:pt x="3919495" y="663554"/>
                  </a:lnTo>
                  <a:lnTo>
                    <a:pt x="3919612" y="663554"/>
                  </a:lnTo>
                  <a:lnTo>
                    <a:pt x="3919730" y="663554"/>
                  </a:lnTo>
                  <a:lnTo>
                    <a:pt x="3919848" y="663554"/>
                  </a:lnTo>
                  <a:lnTo>
                    <a:pt x="3919965" y="663554"/>
                  </a:lnTo>
                  <a:lnTo>
                    <a:pt x="3920083" y="663554"/>
                  </a:lnTo>
                  <a:lnTo>
                    <a:pt x="3920201" y="663554"/>
                  </a:lnTo>
                  <a:lnTo>
                    <a:pt x="3920318" y="663554"/>
                  </a:lnTo>
                  <a:lnTo>
                    <a:pt x="3920436" y="663554"/>
                  </a:lnTo>
                  <a:lnTo>
                    <a:pt x="3920553" y="663554"/>
                  </a:lnTo>
                  <a:lnTo>
                    <a:pt x="3920671" y="663554"/>
                  </a:lnTo>
                  <a:lnTo>
                    <a:pt x="3920789" y="663554"/>
                  </a:lnTo>
                  <a:lnTo>
                    <a:pt x="3920789" y="663124"/>
                  </a:lnTo>
                  <a:lnTo>
                    <a:pt x="3920906" y="663124"/>
                  </a:lnTo>
                  <a:lnTo>
                    <a:pt x="3921024" y="663124"/>
                  </a:lnTo>
                  <a:lnTo>
                    <a:pt x="3921141" y="663124"/>
                  </a:lnTo>
                  <a:lnTo>
                    <a:pt x="3921259" y="663124"/>
                  </a:lnTo>
                  <a:lnTo>
                    <a:pt x="3921377" y="663124"/>
                  </a:lnTo>
                  <a:lnTo>
                    <a:pt x="3921494" y="663124"/>
                  </a:lnTo>
                  <a:lnTo>
                    <a:pt x="3921612" y="663124"/>
                  </a:lnTo>
                  <a:lnTo>
                    <a:pt x="3921730" y="663124"/>
                  </a:lnTo>
                  <a:lnTo>
                    <a:pt x="3921847" y="663124"/>
                  </a:lnTo>
                  <a:lnTo>
                    <a:pt x="3921847" y="662693"/>
                  </a:lnTo>
                  <a:lnTo>
                    <a:pt x="3921965" y="662693"/>
                  </a:lnTo>
                  <a:lnTo>
                    <a:pt x="3922082" y="662693"/>
                  </a:lnTo>
                  <a:lnTo>
                    <a:pt x="3922200" y="662693"/>
                  </a:lnTo>
                  <a:lnTo>
                    <a:pt x="3922318" y="662693"/>
                  </a:lnTo>
                  <a:lnTo>
                    <a:pt x="3922435" y="662693"/>
                  </a:lnTo>
                  <a:lnTo>
                    <a:pt x="3922553" y="662693"/>
                  </a:lnTo>
                  <a:lnTo>
                    <a:pt x="3922670" y="662693"/>
                  </a:lnTo>
                  <a:lnTo>
                    <a:pt x="3922788" y="662693"/>
                  </a:lnTo>
                  <a:lnTo>
                    <a:pt x="3922906" y="662693"/>
                  </a:lnTo>
                  <a:lnTo>
                    <a:pt x="3923023" y="662693"/>
                  </a:lnTo>
                  <a:lnTo>
                    <a:pt x="3923141" y="662693"/>
                  </a:lnTo>
                  <a:lnTo>
                    <a:pt x="3923141" y="662262"/>
                  </a:lnTo>
                  <a:lnTo>
                    <a:pt x="3923259" y="662262"/>
                  </a:lnTo>
                  <a:lnTo>
                    <a:pt x="3923376" y="662262"/>
                  </a:lnTo>
                  <a:lnTo>
                    <a:pt x="3923376" y="661832"/>
                  </a:lnTo>
                  <a:lnTo>
                    <a:pt x="3923494" y="661832"/>
                  </a:lnTo>
                  <a:lnTo>
                    <a:pt x="3923611" y="661832"/>
                  </a:lnTo>
                  <a:lnTo>
                    <a:pt x="3923611" y="661401"/>
                  </a:lnTo>
                  <a:lnTo>
                    <a:pt x="3923729" y="661401"/>
                  </a:lnTo>
                  <a:lnTo>
                    <a:pt x="3923847" y="661401"/>
                  </a:lnTo>
                  <a:lnTo>
                    <a:pt x="3923847" y="660971"/>
                  </a:lnTo>
                  <a:lnTo>
                    <a:pt x="3923964" y="660971"/>
                  </a:lnTo>
                  <a:lnTo>
                    <a:pt x="3924082" y="660971"/>
                  </a:lnTo>
                  <a:lnTo>
                    <a:pt x="3924199" y="660971"/>
                  </a:lnTo>
                  <a:lnTo>
                    <a:pt x="3924199" y="660540"/>
                  </a:lnTo>
                  <a:lnTo>
                    <a:pt x="3924317" y="660540"/>
                  </a:lnTo>
                  <a:lnTo>
                    <a:pt x="3924435" y="660540"/>
                  </a:lnTo>
                  <a:lnTo>
                    <a:pt x="3924552" y="660540"/>
                  </a:lnTo>
                  <a:lnTo>
                    <a:pt x="3924670" y="660540"/>
                  </a:lnTo>
                  <a:lnTo>
                    <a:pt x="3924788" y="660540"/>
                  </a:lnTo>
                  <a:lnTo>
                    <a:pt x="3924905" y="660540"/>
                  </a:lnTo>
                  <a:lnTo>
                    <a:pt x="3925023" y="660540"/>
                  </a:lnTo>
                  <a:lnTo>
                    <a:pt x="3925140" y="660540"/>
                  </a:lnTo>
                  <a:lnTo>
                    <a:pt x="3925258" y="660540"/>
                  </a:lnTo>
                  <a:lnTo>
                    <a:pt x="3925376" y="660540"/>
                  </a:lnTo>
                  <a:lnTo>
                    <a:pt x="3925493" y="660540"/>
                  </a:lnTo>
                  <a:lnTo>
                    <a:pt x="3925611" y="660540"/>
                  </a:lnTo>
                  <a:lnTo>
                    <a:pt x="3925728" y="660540"/>
                  </a:lnTo>
                  <a:lnTo>
                    <a:pt x="3925846" y="660540"/>
                  </a:lnTo>
                  <a:lnTo>
                    <a:pt x="3925964" y="660540"/>
                  </a:lnTo>
                  <a:lnTo>
                    <a:pt x="3926081" y="660540"/>
                  </a:lnTo>
                  <a:lnTo>
                    <a:pt x="3926199" y="660540"/>
                  </a:lnTo>
                  <a:lnTo>
                    <a:pt x="3926317" y="660540"/>
                  </a:lnTo>
                  <a:lnTo>
                    <a:pt x="3926434" y="660540"/>
                  </a:lnTo>
                  <a:lnTo>
                    <a:pt x="3926552" y="660540"/>
                  </a:lnTo>
                  <a:lnTo>
                    <a:pt x="3926669" y="660540"/>
                  </a:lnTo>
                  <a:lnTo>
                    <a:pt x="3926787" y="660540"/>
                  </a:lnTo>
                  <a:lnTo>
                    <a:pt x="3926905" y="660540"/>
                  </a:lnTo>
                  <a:lnTo>
                    <a:pt x="3927022" y="660540"/>
                  </a:lnTo>
                  <a:lnTo>
                    <a:pt x="3927022" y="660109"/>
                  </a:lnTo>
                  <a:lnTo>
                    <a:pt x="3927140" y="660109"/>
                  </a:lnTo>
                  <a:lnTo>
                    <a:pt x="3927257" y="660109"/>
                  </a:lnTo>
                  <a:lnTo>
                    <a:pt x="3927375" y="660109"/>
                  </a:lnTo>
                  <a:lnTo>
                    <a:pt x="3927493" y="660109"/>
                  </a:lnTo>
                  <a:lnTo>
                    <a:pt x="3927610" y="660109"/>
                  </a:lnTo>
                  <a:lnTo>
                    <a:pt x="3927728" y="660109"/>
                  </a:lnTo>
                  <a:lnTo>
                    <a:pt x="3927845" y="660109"/>
                  </a:lnTo>
                  <a:lnTo>
                    <a:pt x="3927963" y="660109"/>
                  </a:lnTo>
                  <a:lnTo>
                    <a:pt x="3928081" y="660109"/>
                  </a:lnTo>
                  <a:lnTo>
                    <a:pt x="3928198" y="660109"/>
                  </a:lnTo>
                  <a:lnTo>
                    <a:pt x="3928316" y="660109"/>
                  </a:lnTo>
                  <a:lnTo>
                    <a:pt x="3928434" y="660109"/>
                  </a:lnTo>
                  <a:lnTo>
                    <a:pt x="3928551" y="660109"/>
                  </a:lnTo>
                  <a:lnTo>
                    <a:pt x="3928669" y="660109"/>
                  </a:lnTo>
                  <a:lnTo>
                    <a:pt x="3928786" y="660109"/>
                  </a:lnTo>
                  <a:lnTo>
                    <a:pt x="3928904" y="660109"/>
                  </a:lnTo>
                  <a:lnTo>
                    <a:pt x="3929022" y="660109"/>
                  </a:lnTo>
                  <a:lnTo>
                    <a:pt x="3929139" y="660109"/>
                  </a:lnTo>
                  <a:lnTo>
                    <a:pt x="3929257" y="660109"/>
                  </a:lnTo>
                  <a:lnTo>
                    <a:pt x="3929374" y="660109"/>
                  </a:lnTo>
                  <a:lnTo>
                    <a:pt x="3929492" y="660109"/>
                  </a:lnTo>
                  <a:lnTo>
                    <a:pt x="3929610" y="660109"/>
                  </a:lnTo>
                  <a:lnTo>
                    <a:pt x="3929727" y="660109"/>
                  </a:lnTo>
                  <a:lnTo>
                    <a:pt x="3929845" y="660109"/>
                  </a:lnTo>
                  <a:lnTo>
                    <a:pt x="3929963" y="660109"/>
                  </a:lnTo>
                  <a:lnTo>
                    <a:pt x="3930080" y="660109"/>
                  </a:lnTo>
                  <a:lnTo>
                    <a:pt x="3930198" y="660109"/>
                  </a:lnTo>
                  <a:lnTo>
                    <a:pt x="3930315" y="660109"/>
                  </a:lnTo>
                  <a:lnTo>
                    <a:pt x="3930433" y="660109"/>
                  </a:lnTo>
                  <a:lnTo>
                    <a:pt x="3930433" y="659679"/>
                  </a:lnTo>
                  <a:lnTo>
                    <a:pt x="3930551" y="659679"/>
                  </a:lnTo>
                  <a:lnTo>
                    <a:pt x="3930668" y="659679"/>
                  </a:lnTo>
                  <a:lnTo>
                    <a:pt x="3930786" y="659679"/>
                  </a:lnTo>
                  <a:lnTo>
                    <a:pt x="3930903" y="659679"/>
                  </a:lnTo>
                  <a:lnTo>
                    <a:pt x="3931021" y="659679"/>
                  </a:lnTo>
                  <a:lnTo>
                    <a:pt x="3931139" y="659679"/>
                  </a:lnTo>
                  <a:lnTo>
                    <a:pt x="3931256" y="659679"/>
                  </a:lnTo>
                  <a:lnTo>
                    <a:pt x="3931374" y="659679"/>
                  </a:lnTo>
                  <a:lnTo>
                    <a:pt x="3931492" y="659679"/>
                  </a:lnTo>
                  <a:lnTo>
                    <a:pt x="3931609" y="659679"/>
                  </a:lnTo>
                  <a:lnTo>
                    <a:pt x="3931727" y="659679"/>
                  </a:lnTo>
                  <a:lnTo>
                    <a:pt x="3931844" y="659679"/>
                  </a:lnTo>
                  <a:lnTo>
                    <a:pt x="3931962" y="659679"/>
                  </a:lnTo>
                  <a:lnTo>
                    <a:pt x="3931962" y="659248"/>
                  </a:lnTo>
                  <a:lnTo>
                    <a:pt x="3932080" y="659248"/>
                  </a:lnTo>
                  <a:lnTo>
                    <a:pt x="3932197" y="659248"/>
                  </a:lnTo>
                  <a:lnTo>
                    <a:pt x="3932315" y="659248"/>
                  </a:lnTo>
                  <a:lnTo>
                    <a:pt x="3932432" y="659248"/>
                  </a:lnTo>
                  <a:lnTo>
                    <a:pt x="3932550" y="659248"/>
                  </a:lnTo>
                  <a:lnTo>
                    <a:pt x="3932668" y="659248"/>
                  </a:lnTo>
                  <a:lnTo>
                    <a:pt x="3932785" y="659248"/>
                  </a:lnTo>
                  <a:lnTo>
                    <a:pt x="3932903" y="659248"/>
                  </a:lnTo>
                  <a:lnTo>
                    <a:pt x="3933021" y="659248"/>
                  </a:lnTo>
                  <a:lnTo>
                    <a:pt x="3933138" y="659248"/>
                  </a:lnTo>
                  <a:lnTo>
                    <a:pt x="3933138" y="658818"/>
                  </a:lnTo>
                  <a:lnTo>
                    <a:pt x="3933256" y="658818"/>
                  </a:lnTo>
                  <a:lnTo>
                    <a:pt x="3933373" y="658818"/>
                  </a:lnTo>
                  <a:lnTo>
                    <a:pt x="3933491" y="658818"/>
                  </a:lnTo>
                  <a:lnTo>
                    <a:pt x="3933609" y="658818"/>
                  </a:lnTo>
                  <a:lnTo>
                    <a:pt x="3933726" y="658818"/>
                  </a:lnTo>
                  <a:lnTo>
                    <a:pt x="3933844" y="658818"/>
                  </a:lnTo>
                  <a:lnTo>
                    <a:pt x="3933961" y="658818"/>
                  </a:lnTo>
                  <a:lnTo>
                    <a:pt x="3934079" y="658818"/>
                  </a:lnTo>
                  <a:lnTo>
                    <a:pt x="3934197" y="658818"/>
                  </a:lnTo>
                  <a:lnTo>
                    <a:pt x="3934314" y="658818"/>
                  </a:lnTo>
                  <a:lnTo>
                    <a:pt x="3934432" y="658818"/>
                  </a:lnTo>
                  <a:lnTo>
                    <a:pt x="3934550" y="658818"/>
                  </a:lnTo>
                  <a:lnTo>
                    <a:pt x="3934667" y="658818"/>
                  </a:lnTo>
                  <a:lnTo>
                    <a:pt x="3934785" y="658818"/>
                  </a:lnTo>
                  <a:lnTo>
                    <a:pt x="3934902" y="658818"/>
                  </a:lnTo>
                  <a:lnTo>
                    <a:pt x="3935020" y="658818"/>
                  </a:lnTo>
                  <a:lnTo>
                    <a:pt x="3935138" y="658818"/>
                  </a:lnTo>
                  <a:lnTo>
                    <a:pt x="3935255" y="658818"/>
                  </a:lnTo>
                  <a:lnTo>
                    <a:pt x="3935373" y="658818"/>
                  </a:lnTo>
                  <a:lnTo>
                    <a:pt x="3935490" y="658818"/>
                  </a:lnTo>
                  <a:lnTo>
                    <a:pt x="3935490" y="658387"/>
                  </a:lnTo>
                  <a:lnTo>
                    <a:pt x="3935608" y="658387"/>
                  </a:lnTo>
                  <a:lnTo>
                    <a:pt x="3935726" y="658387"/>
                  </a:lnTo>
                  <a:lnTo>
                    <a:pt x="3935843" y="658387"/>
                  </a:lnTo>
                  <a:lnTo>
                    <a:pt x="3935961" y="658387"/>
                  </a:lnTo>
                  <a:lnTo>
                    <a:pt x="3936078" y="658387"/>
                  </a:lnTo>
                  <a:lnTo>
                    <a:pt x="3936078" y="657956"/>
                  </a:lnTo>
                  <a:lnTo>
                    <a:pt x="3936196" y="657956"/>
                  </a:lnTo>
                  <a:lnTo>
                    <a:pt x="3936314" y="657956"/>
                  </a:lnTo>
                  <a:lnTo>
                    <a:pt x="3936431" y="657956"/>
                  </a:lnTo>
                  <a:lnTo>
                    <a:pt x="3936549" y="657956"/>
                  </a:lnTo>
                  <a:lnTo>
                    <a:pt x="3936667" y="657956"/>
                  </a:lnTo>
                  <a:lnTo>
                    <a:pt x="3936784" y="657956"/>
                  </a:lnTo>
                  <a:lnTo>
                    <a:pt x="3936902" y="657956"/>
                  </a:lnTo>
                  <a:lnTo>
                    <a:pt x="3937019" y="657956"/>
                  </a:lnTo>
                  <a:lnTo>
                    <a:pt x="3937137" y="657956"/>
                  </a:lnTo>
                  <a:lnTo>
                    <a:pt x="3937137" y="657526"/>
                  </a:lnTo>
                  <a:lnTo>
                    <a:pt x="3937255" y="657526"/>
                  </a:lnTo>
                  <a:lnTo>
                    <a:pt x="3937372" y="657526"/>
                  </a:lnTo>
                  <a:lnTo>
                    <a:pt x="3937490" y="657526"/>
                  </a:lnTo>
                  <a:lnTo>
                    <a:pt x="3937607" y="657526"/>
                  </a:lnTo>
                  <a:lnTo>
                    <a:pt x="3937725" y="657526"/>
                  </a:lnTo>
                  <a:lnTo>
                    <a:pt x="3937843" y="657526"/>
                  </a:lnTo>
                  <a:lnTo>
                    <a:pt x="3937960" y="657526"/>
                  </a:lnTo>
                  <a:lnTo>
                    <a:pt x="3938078" y="657526"/>
                  </a:lnTo>
                  <a:lnTo>
                    <a:pt x="3938196" y="657526"/>
                  </a:lnTo>
                  <a:lnTo>
                    <a:pt x="3938313" y="657526"/>
                  </a:lnTo>
                  <a:lnTo>
                    <a:pt x="3938431" y="657526"/>
                  </a:lnTo>
                  <a:lnTo>
                    <a:pt x="3938548" y="657526"/>
                  </a:lnTo>
                  <a:lnTo>
                    <a:pt x="3938666" y="657526"/>
                  </a:lnTo>
                  <a:lnTo>
                    <a:pt x="3938784" y="657526"/>
                  </a:lnTo>
                  <a:lnTo>
                    <a:pt x="3938901" y="657526"/>
                  </a:lnTo>
                  <a:lnTo>
                    <a:pt x="3939019" y="657526"/>
                  </a:lnTo>
                  <a:lnTo>
                    <a:pt x="3939136" y="657526"/>
                  </a:lnTo>
                  <a:lnTo>
                    <a:pt x="3939136" y="657095"/>
                  </a:lnTo>
                  <a:lnTo>
                    <a:pt x="3939254" y="657095"/>
                  </a:lnTo>
                  <a:lnTo>
                    <a:pt x="3939372" y="657095"/>
                  </a:lnTo>
                  <a:lnTo>
                    <a:pt x="3939489" y="657095"/>
                  </a:lnTo>
                  <a:lnTo>
                    <a:pt x="3939607" y="657095"/>
                  </a:lnTo>
                  <a:lnTo>
                    <a:pt x="3939725" y="657095"/>
                  </a:lnTo>
                  <a:lnTo>
                    <a:pt x="3939842" y="657095"/>
                  </a:lnTo>
                  <a:lnTo>
                    <a:pt x="3939960" y="657095"/>
                  </a:lnTo>
                  <a:lnTo>
                    <a:pt x="3939960" y="656665"/>
                  </a:lnTo>
                  <a:lnTo>
                    <a:pt x="3940077" y="656665"/>
                  </a:lnTo>
                  <a:lnTo>
                    <a:pt x="3940195" y="656665"/>
                  </a:lnTo>
                  <a:lnTo>
                    <a:pt x="3940313" y="656665"/>
                  </a:lnTo>
                  <a:lnTo>
                    <a:pt x="3940430" y="656665"/>
                  </a:lnTo>
                  <a:lnTo>
                    <a:pt x="3940548" y="656665"/>
                  </a:lnTo>
                  <a:lnTo>
                    <a:pt x="3940665" y="656665"/>
                  </a:lnTo>
                  <a:lnTo>
                    <a:pt x="3940783" y="656665"/>
                  </a:lnTo>
                  <a:lnTo>
                    <a:pt x="3940901" y="656665"/>
                  </a:lnTo>
                  <a:lnTo>
                    <a:pt x="3940901" y="656234"/>
                  </a:lnTo>
                  <a:lnTo>
                    <a:pt x="3941018" y="656234"/>
                  </a:lnTo>
                  <a:lnTo>
                    <a:pt x="3941136" y="656234"/>
                  </a:lnTo>
                  <a:lnTo>
                    <a:pt x="3941254" y="656234"/>
                  </a:lnTo>
                  <a:lnTo>
                    <a:pt x="3941371" y="656234"/>
                  </a:lnTo>
                  <a:lnTo>
                    <a:pt x="3941489" y="656234"/>
                  </a:lnTo>
                  <a:lnTo>
                    <a:pt x="3941606" y="656234"/>
                  </a:lnTo>
                  <a:lnTo>
                    <a:pt x="3941724" y="656234"/>
                  </a:lnTo>
                  <a:lnTo>
                    <a:pt x="3941842" y="656234"/>
                  </a:lnTo>
                  <a:lnTo>
                    <a:pt x="3941959" y="656234"/>
                  </a:lnTo>
                  <a:lnTo>
                    <a:pt x="3942077" y="656234"/>
                  </a:lnTo>
                  <a:lnTo>
                    <a:pt x="3942194" y="656234"/>
                  </a:lnTo>
                  <a:lnTo>
                    <a:pt x="3942312" y="656234"/>
                  </a:lnTo>
                  <a:lnTo>
                    <a:pt x="3942430" y="656234"/>
                  </a:lnTo>
                  <a:lnTo>
                    <a:pt x="3942547" y="656234"/>
                  </a:lnTo>
                  <a:lnTo>
                    <a:pt x="3942547" y="655803"/>
                  </a:lnTo>
                  <a:lnTo>
                    <a:pt x="3942665" y="655803"/>
                  </a:lnTo>
                  <a:lnTo>
                    <a:pt x="3942783" y="655803"/>
                  </a:lnTo>
                  <a:lnTo>
                    <a:pt x="3942900" y="655803"/>
                  </a:lnTo>
                  <a:lnTo>
                    <a:pt x="3943018" y="655803"/>
                  </a:lnTo>
                  <a:lnTo>
                    <a:pt x="3943135" y="655803"/>
                  </a:lnTo>
                  <a:lnTo>
                    <a:pt x="3943135" y="655373"/>
                  </a:lnTo>
                  <a:lnTo>
                    <a:pt x="3943135" y="654942"/>
                  </a:lnTo>
                  <a:lnTo>
                    <a:pt x="3943253" y="654942"/>
                  </a:lnTo>
                  <a:lnTo>
                    <a:pt x="3943371" y="654942"/>
                  </a:lnTo>
                  <a:lnTo>
                    <a:pt x="3943488" y="654942"/>
                  </a:lnTo>
                  <a:lnTo>
                    <a:pt x="3943488" y="654512"/>
                  </a:lnTo>
                  <a:lnTo>
                    <a:pt x="3943606" y="654512"/>
                  </a:lnTo>
                  <a:lnTo>
                    <a:pt x="3943723" y="654512"/>
                  </a:lnTo>
                  <a:lnTo>
                    <a:pt x="3943723" y="654081"/>
                  </a:lnTo>
                  <a:lnTo>
                    <a:pt x="3943841" y="654081"/>
                  </a:lnTo>
                  <a:lnTo>
                    <a:pt x="3943959" y="654081"/>
                  </a:lnTo>
                  <a:lnTo>
                    <a:pt x="3944076" y="654081"/>
                  </a:lnTo>
                  <a:lnTo>
                    <a:pt x="3944194" y="654081"/>
                  </a:lnTo>
                  <a:lnTo>
                    <a:pt x="3944194" y="653650"/>
                  </a:lnTo>
                  <a:lnTo>
                    <a:pt x="3944311" y="653650"/>
                  </a:lnTo>
                  <a:lnTo>
                    <a:pt x="3944429" y="653650"/>
                  </a:lnTo>
                  <a:lnTo>
                    <a:pt x="3944547" y="653650"/>
                  </a:lnTo>
                  <a:lnTo>
                    <a:pt x="3944664" y="653650"/>
                  </a:lnTo>
                  <a:lnTo>
                    <a:pt x="3944782" y="653650"/>
                  </a:lnTo>
                  <a:lnTo>
                    <a:pt x="3944900" y="653650"/>
                  </a:lnTo>
                  <a:lnTo>
                    <a:pt x="3944900" y="653220"/>
                  </a:lnTo>
                  <a:lnTo>
                    <a:pt x="3944900" y="652789"/>
                  </a:lnTo>
                  <a:lnTo>
                    <a:pt x="3945017" y="652789"/>
                  </a:lnTo>
                  <a:lnTo>
                    <a:pt x="3945135" y="652789"/>
                  </a:lnTo>
                  <a:lnTo>
                    <a:pt x="3945252" y="652789"/>
                  </a:lnTo>
                  <a:lnTo>
                    <a:pt x="3945370" y="652789"/>
                  </a:lnTo>
                  <a:lnTo>
                    <a:pt x="3945370" y="652359"/>
                  </a:lnTo>
                  <a:lnTo>
                    <a:pt x="3945488" y="652359"/>
                  </a:lnTo>
                  <a:lnTo>
                    <a:pt x="3945605" y="652359"/>
                  </a:lnTo>
                  <a:lnTo>
                    <a:pt x="3945723" y="652359"/>
                  </a:lnTo>
                  <a:lnTo>
                    <a:pt x="3945840" y="652359"/>
                  </a:lnTo>
                  <a:lnTo>
                    <a:pt x="3945958" y="652359"/>
                  </a:lnTo>
                  <a:lnTo>
                    <a:pt x="3946076" y="652359"/>
                  </a:lnTo>
                  <a:lnTo>
                    <a:pt x="3946193" y="652359"/>
                  </a:lnTo>
                  <a:lnTo>
                    <a:pt x="3946311" y="652359"/>
                  </a:lnTo>
                  <a:lnTo>
                    <a:pt x="3946429" y="652359"/>
                  </a:lnTo>
                  <a:lnTo>
                    <a:pt x="3946546" y="652359"/>
                  </a:lnTo>
                  <a:lnTo>
                    <a:pt x="3946664" y="652359"/>
                  </a:lnTo>
                  <a:lnTo>
                    <a:pt x="3946781" y="652359"/>
                  </a:lnTo>
                  <a:lnTo>
                    <a:pt x="3946899" y="652359"/>
                  </a:lnTo>
                  <a:lnTo>
                    <a:pt x="3947017" y="652359"/>
                  </a:lnTo>
                  <a:lnTo>
                    <a:pt x="3947134" y="652359"/>
                  </a:lnTo>
                  <a:lnTo>
                    <a:pt x="3947252" y="652359"/>
                  </a:lnTo>
                  <a:lnTo>
                    <a:pt x="3947252" y="651928"/>
                  </a:lnTo>
                  <a:lnTo>
                    <a:pt x="3947369" y="651928"/>
                  </a:lnTo>
                  <a:lnTo>
                    <a:pt x="3947487" y="651928"/>
                  </a:lnTo>
                  <a:lnTo>
                    <a:pt x="3947605" y="651928"/>
                  </a:lnTo>
                  <a:lnTo>
                    <a:pt x="3947722" y="651928"/>
                  </a:lnTo>
                  <a:lnTo>
                    <a:pt x="3947722" y="651497"/>
                  </a:lnTo>
                  <a:lnTo>
                    <a:pt x="3947840" y="651497"/>
                  </a:lnTo>
                  <a:lnTo>
                    <a:pt x="3947958" y="651497"/>
                  </a:lnTo>
                  <a:lnTo>
                    <a:pt x="3948075" y="651497"/>
                  </a:lnTo>
                  <a:lnTo>
                    <a:pt x="3948193" y="651497"/>
                  </a:lnTo>
                  <a:lnTo>
                    <a:pt x="3948310" y="651497"/>
                  </a:lnTo>
                  <a:lnTo>
                    <a:pt x="3948428" y="651497"/>
                  </a:lnTo>
                  <a:lnTo>
                    <a:pt x="3948428" y="651067"/>
                  </a:lnTo>
                  <a:lnTo>
                    <a:pt x="3948546" y="651067"/>
                  </a:lnTo>
                  <a:lnTo>
                    <a:pt x="3948663" y="651067"/>
                  </a:lnTo>
                  <a:lnTo>
                    <a:pt x="3948663" y="650636"/>
                  </a:lnTo>
                  <a:lnTo>
                    <a:pt x="3948781" y="650636"/>
                  </a:lnTo>
                  <a:lnTo>
                    <a:pt x="3948898" y="650636"/>
                  </a:lnTo>
                  <a:lnTo>
                    <a:pt x="3949016" y="650636"/>
                  </a:lnTo>
                  <a:lnTo>
                    <a:pt x="3949134" y="650636"/>
                  </a:lnTo>
                  <a:lnTo>
                    <a:pt x="3949251" y="650636"/>
                  </a:lnTo>
                  <a:lnTo>
                    <a:pt x="3949251" y="650206"/>
                  </a:lnTo>
                  <a:lnTo>
                    <a:pt x="3949369" y="650206"/>
                  </a:lnTo>
                  <a:lnTo>
                    <a:pt x="3949487" y="650206"/>
                  </a:lnTo>
                  <a:lnTo>
                    <a:pt x="3949604" y="650206"/>
                  </a:lnTo>
                  <a:lnTo>
                    <a:pt x="3949722" y="650206"/>
                  </a:lnTo>
                  <a:lnTo>
                    <a:pt x="3949839" y="650206"/>
                  </a:lnTo>
                  <a:lnTo>
                    <a:pt x="3949957" y="650206"/>
                  </a:lnTo>
                  <a:lnTo>
                    <a:pt x="3950075" y="650206"/>
                  </a:lnTo>
                  <a:lnTo>
                    <a:pt x="3950192" y="650206"/>
                  </a:lnTo>
                  <a:lnTo>
                    <a:pt x="3950310" y="650206"/>
                  </a:lnTo>
                  <a:lnTo>
                    <a:pt x="3950427" y="650206"/>
                  </a:lnTo>
                  <a:lnTo>
                    <a:pt x="3950545" y="650206"/>
                  </a:lnTo>
                  <a:lnTo>
                    <a:pt x="3950663" y="650206"/>
                  </a:lnTo>
                  <a:lnTo>
                    <a:pt x="3950780" y="650206"/>
                  </a:lnTo>
                  <a:lnTo>
                    <a:pt x="3950898" y="650206"/>
                  </a:lnTo>
                  <a:lnTo>
                    <a:pt x="3951016" y="650206"/>
                  </a:lnTo>
                  <a:lnTo>
                    <a:pt x="3951133" y="650206"/>
                  </a:lnTo>
                  <a:lnTo>
                    <a:pt x="3951133" y="649775"/>
                  </a:lnTo>
                  <a:lnTo>
                    <a:pt x="3951251" y="649775"/>
                  </a:lnTo>
                  <a:lnTo>
                    <a:pt x="3951368" y="649775"/>
                  </a:lnTo>
                  <a:lnTo>
                    <a:pt x="3951486" y="649775"/>
                  </a:lnTo>
                  <a:lnTo>
                    <a:pt x="3951604" y="649775"/>
                  </a:lnTo>
                  <a:lnTo>
                    <a:pt x="3951721" y="649775"/>
                  </a:lnTo>
                  <a:lnTo>
                    <a:pt x="3951839" y="649775"/>
                  </a:lnTo>
                  <a:lnTo>
                    <a:pt x="3951956" y="649775"/>
                  </a:lnTo>
                  <a:lnTo>
                    <a:pt x="3952074" y="649775"/>
                  </a:lnTo>
                  <a:lnTo>
                    <a:pt x="3952074" y="649344"/>
                  </a:lnTo>
                  <a:lnTo>
                    <a:pt x="3952192" y="649344"/>
                  </a:lnTo>
                  <a:lnTo>
                    <a:pt x="3952309" y="649344"/>
                  </a:lnTo>
                  <a:lnTo>
                    <a:pt x="3952427" y="649344"/>
                  </a:lnTo>
                  <a:lnTo>
                    <a:pt x="3952544" y="649344"/>
                  </a:lnTo>
                  <a:lnTo>
                    <a:pt x="3952662" y="649344"/>
                  </a:lnTo>
                  <a:lnTo>
                    <a:pt x="3952780" y="649344"/>
                  </a:lnTo>
                  <a:lnTo>
                    <a:pt x="3952897" y="649344"/>
                  </a:lnTo>
                  <a:lnTo>
                    <a:pt x="3953015" y="649344"/>
                  </a:lnTo>
                  <a:lnTo>
                    <a:pt x="3953133" y="649344"/>
                  </a:lnTo>
                  <a:lnTo>
                    <a:pt x="3953250" y="649344"/>
                  </a:lnTo>
                  <a:lnTo>
                    <a:pt x="3953368" y="649344"/>
                  </a:lnTo>
                  <a:lnTo>
                    <a:pt x="3953485" y="649344"/>
                  </a:lnTo>
                  <a:lnTo>
                    <a:pt x="3953603" y="649344"/>
                  </a:lnTo>
                  <a:lnTo>
                    <a:pt x="3953721" y="649344"/>
                  </a:lnTo>
                  <a:lnTo>
                    <a:pt x="3953838" y="649344"/>
                  </a:lnTo>
                  <a:lnTo>
                    <a:pt x="3953956" y="649344"/>
                  </a:lnTo>
                  <a:lnTo>
                    <a:pt x="3954073" y="649344"/>
                  </a:lnTo>
                  <a:lnTo>
                    <a:pt x="3954191" y="649344"/>
                  </a:lnTo>
                  <a:lnTo>
                    <a:pt x="3954309" y="649344"/>
                  </a:lnTo>
                  <a:lnTo>
                    <a:pt x="3954309" y="648914"/>
                  </a:lnTo>
                  <a:lnTo>
                    <a:pt x="3954426" y="648914"/>
                  </a:lnTo>
                  <a:lnTo>
                    <a:pt x="3954544" y="648914"/>
                  </a:lnTo>
                  <a:lnTo>
                    <a:pt x="3954662" y="648914"/>
                  </a:lnTo>
                  <a:lnTo>
                    <a:pt x="3954779" y="648914"/>
                  </a:lnTo>
                  <a:lnTo>
                    <a:pt x="3954779" y="648483"/>
                  </a:lnTo>
                  <a:lnTo>
                    <a:pt x="3954897" y="648483"/>
                  </a:lnTo>
                  <a:lnTo>
                    <a:pt x="3955014" y="648483"/>
                  </a:lnTo>
                  <a:lnTo>
                    <a:pt x="3955132" y="648483"/>
                  </a:lnTo>
                  <a:lnTo>
                    <a:pt x="3955250" y="648483"/>
                  </a:lnTo>
                  <a:lnTo>
                    <a:pt x="3955250" y="648053"/>
                  </a:lnTo>
                  <a:lnTo>
                    <a:pt x="3955250" y="647622"/>
                  </a:lnTo>
                  <a:lnTo>
                    <a:pt x="3955367" y="647622"/>
                  </a:lnTo>
                  <a:lnTo>
                    <a:pt x="3955485" y="647622"/>
                  </a:lnTo>
                  <a:lnTo>
                    <a:pt x="3955602" y="647622"/>
                  </a:lnTo>
                  <a:lnTo>
                    <a:pt x="3955602" y="647191"/>
                  </a:lnTo>
                  <a:lnTo>
                    <a:pt x="3955720" y="647191"/>
                  </a:lnTo>
                  <a:lnTo>
                    <a:pt x="3955720" y="646761"/>
                  </a:lnTo>
                  <a:lnTo>
                    <a:pt x="3955838" y="646761"/>
                  </a:lnTo>
                  <a:lnTo>
                    <a:pt x="3955955" y="646761"/>
                  </a:lnTo>
                  <a:lnTo>
                    <a:pt x="3956073" y="646761"/>
                  </a:lnTo>
                  <a:lnTo>
                    <a:pt x="3956073" y="646330"/>
                  </a:lnTo>
                  <a:lnTo>
                    <a:pt x="3956191" y="646330"/>
                  </a:lnTo>
                  <a:lnTo>
                    <a:pt x="3956308" y="646330"/>
                  </a:lnTo>
                  <a:lnTo>
                    <a:pt x="3956426" y="646330"/>
                  </a:lnTo>
                  <a:lnTo>
                    <a:pt x="3956543" y="646330"/>
                  </a:lnTo>
                  <a:lnTo>
                    <a:pt x="3956661" y="646330"/>
                  </a:lnTo>
                  <a:lnTo>
                    <a:pt x="3956779" y="646330"/>
                  </a:lnTo>
                  <a:lnTo>
                    <a:pt x="3956896" y="646330"/>
                  </a:lnTo>
                  <a:lnTo>
                    <a:pt x="3957014" y="646330"/>
                  </a:lnTo>
                  <a:lnTo>
                    <a:pt x="3957131" y="646330"/>
                  </a:lnTo>
                  <a:lnTo>
                    <a:pt x="3957249" y="646330"/>
                  </a:lnTo>
                  <a:lnTo>
                    <a:pt x="3957367" y="646330"/>
                  </a:lnTo>
                  <a:lnTo>
                    <a:pt x="3957484" y="646330"/>
                  </a:lnTo>
                  <a:lnTo>
                    <a:pt x="3957602" y="646330"/>
                  </a:lnTo>
                  <a:lnTo>
                    <a:pt x="3957720" y="646330"/>
                  </a:lnTo>
                  <a:lnTo>
                    <a:pt x="3957837" y="646330"/>
                  </a:lnTo>
                  <a:lnTo>
                    <a:pt x="3957955" y="646330"/>
                  </a:lnTo>
                  <a:lnTo>
                    <a:pt x="3958072" y="646330"/>
                  </a:lnTo>
                  <a:lnTo>
                    <a:pt x="3958190" y="646330"/>
                  </a:lnTo>
                  <a:lnTo>
                    <a:pt x="3958308" y="646330"/>
                  </a:lnTo>
                  <a:lnTo>
                    <a:pt x="3958308" y="645900"/>
                  </a:lnTo>
                  <a:lnTo>
                    <a:pt x="3958425" y="645900"/>
                  </a:lnTo>
                  <a:lnTo>
                    <a:pt x="3958543" y="645900"/>
                  </a:lnTo>
                  <a:lnTo>
                    <a:pt x="3958660" y="645900"/>
                  </a:lnTo>
                  <a:lnTo>
                    <a:pt x="3958778" y="645900"/>
                  </a:lnTo>
                  <a:lnTo>
                    <a:pt x="3958896" y="645900"/>
                  </a:lnTo>
                  <a:lnTo>
                    <a:pt x="3959013" y="645900"/>
                  </a:lnTo>
                  <a:lnTo>
                    <a:pt x="3959131" y="645900"/>
                  </a:lnTo>
                  <a:lnTo>
                    <a:pt x="3959131" y="645469"/>
                  </a:lnTo>
                  <a:lnTo>
                    <a:pt x="3959248" y="645469"/>
                  </a:lnTo>
                  <a:lnTo>
                    <a:pt x="3959366" y="645469"/>
                  </a:lnTo>
                  <a:lnTo>
                    <a:pt x="3959484" y="645469"/>
                  </a:lnTo>
                  <a:lnTo>
                    <a:pt x="3959601" y="645469"/>
                  </a:lnTo>
                  <a:lnTo>
                    <a:pt x="3959719" y="645469"/>
                  </a:lnTo>
                  <a:lnTo>
                    <a:pt x="3959837" y="645469"/>
                  </a:lnTo>
                  <a:lnTo>
                    <a:pt x="3959954" y="645469"/>
                  </a:lnTo>
                  <a:lnTo>
                    <a:pt x="3960072" y="645469"/>
                  </a:lnTo>
                  <a:lnTo>
                    <a:pt x="3960189" y="645469"/>
                  </a:lnTo>
                  <a:lnTo>
                    <a:pt x="3960307" y="645469"/>
                  </a:lnTo>
                  <a:lnTo>
                    <a:pt x="3960425" y="645469"/>
                  </a:lnTo>
                  <a:lnTo>
                    <a:pt x="3960425" y="645038"/>
                  </a:lnTo>
                  <a:lnTo>
                    <a:pt x="3960542" y="645038"/>
                  </a:lnTo>
                  <a:lnTo>
                    <a:pt x="3960660" y="645038"/>
                  </a:lnTo>
                  <a:lnTo>
                    <a:pt x="3960777" y="645038"/>
                  </a:lnTo>
                  <a:lnTo>
                    <a:pt x="3960895" y="645038"/>
                  </a:lnTo>
                  <a:lnTo>
                    <a:pt x="3961013" y="645038"/>
                  </a:lnTo>
                  <a:lnTo>
                    <a:pt x="3961013" y="644608"/>
                  </a:lnTo>
                  <a:lnTo>
                    <a:pt x="3961013" y="644177"/>
                  </a:lnTo>
                  <a:lnTo>
                    <a:pt x="3961130" y="644177"/>
                  </a:lnTo>
                  <a:lnTo>
                    <a:pt x="3961248" y="644177"/>
                  </a:lnTo>
                  <a:lnTo>
                    <a:pt x="3961366" y="644177"/>
                  </a:lnTo>
                  <a:lnTo>
                    <a:pt x="3961483" y="644177"/>
                  </a:lnTo>
                  <a:lnTo>
                    <a:pt x="3961483" y="643747"/>
                  </a:lnTo>
                  <a:lnTo>
                    <a:pt x="3961601" y="643747"/>
                  </a:lnTo>
                  <a:lnTo>
                    <a:pt x="3961718" y="643747"/>
                  </a:lnTo>
                  <a:lnTo>
                    <a:pt x="3961718" y="643316"/>
                  </a:lnTo>
                  <a:lnTo>
                    <a:pt x="3961836" y="643316"/>
                  </a:lnTo>
                  <a:lnTo>
                    <a:pt x="3961954" y="643316"/>
                  </a:lnTo>
                  <a:lnTo>
                    <a:pt x="3962071" y="643316"/>
                  </a:lnTo>
                  <a:lnTo>
                    <a:pt x="3962189" y="643316"/>
                  </a:lnTo>
                  <a:lnTo>
                    <a:pt x="3962306" y="643316"/>
                  </a:lnTo>
                  <a:lnTo>
                    <a:pt x="3962424" y="643316"/>
                  </a:lnTo>
                  <a:lnTo>
                    <a:pt x="3962542" y="643316"/>
                  </a:lnTo>
                  <a:lnTo>
                    <a:pt x="3962542" y="642885"/>
                  </a:lnTo>
                  <a:lnTo>
                    <a:pt x="3962659" y="642885"/>
                  </a:lnTo>
                  <a:lnTo>
                    <a:pt x="3962777" y="642885"/>
                  </a:lnTo>
                  <a:lnTo>
                    <a:pt x="3962895" y="642885"/>
                  </a:lnTo>
                  <a:lnTo>
                    <a:pt x="3963012" y="642885"/>
                  </a:lnTo>
                  <a:lnTo>
                    <a:pt x="3963012" y="642455"/>
                  </a:lnTo>
                  <a:lnTo>
                    <a:pt x="3963012" y="642024"/>
                  </a:lnTo>
                  <a:lnTo>
                    <a:pt x="3963130" y="642024"/>
                  </a:lnTo>
                  <a:lnTo>
                    <a:pt x="3963247" y="642024"/>
                  </a:lnTo>
                  <a:lnTo>
                    <a:pt x="3963365" y="642024"/>
                  </a:lnTo>
                  <a:lnTo>
                    <a:pt x="3963483" y="642024"/>
                  </a:lnTo>
                  <a:lnTo>
                    <a:pt x="3963600" y="642024"/>
                  </a:lnTo>
                  <a:lnTo>
                    <a:pt x="3963718" y="642024"/>
                  </a:lnTo>
                  <a:lnTo>
                    <a:pt x="3963835" y="642024"/>
                  </a:lnTo>
                  <a:lnTo>
                    <a:pt x="3963835" y="641594"/>
                  </a:lnTo>
                  <a:lnTo>
                    <a:pt x="3963835" y="641163"/>
                  </a:lnTo>
                  <a:lnTo>
                    <a:pt x="3963835" y="640732"/>
                  </a:lnTo>
                  <a:lnTo>
                    <a:pt x="3963835" y="640302"/>
                  </a:lnTo>
                  <a:lnTo>
                    <a:pt x="3963953" y="640302"/>
                  </a:lnTo>
                  <a:lnTo>
                    <a:pt x="3964071" y="640302"/>
                  </a:lnTo>
                  <a:lnTo>
                    <a:pt x="3964071" y="639871"/>
                  </a:lnTo>
                  <a:lnTo>
                    <a:pt x="3964188" y="639871"/>
                  </a:lnTo>
                  <a:lnTo>
                    <a:pt x="3964306" y="639871"/>
                  </a:lnTo>
                  <a:lnTo>
                    <a:pt x="3964306" y="639441"/>
                  </a:lnTo>
                  <a:lnTo>
                    <a:pt x="3964424" y="639441"/>
                  </a:lnTo>
                  <a:lnTo>
                    <a:pt x="3964541" y="639441"/>
                  </a:lnTo>
                  <a:lnTo>
                    <a:pt x="3964659" y="639441"/>
                  </a:lnTo>
                  <a:lnTo>
                    <a:pt x="3964776" y="639441"/>
                  </a:lnTo>
                  <a:lnTo>
                    <a:pt x="3964894" y="639441"/>
                  </a:lnTo>
                  <a:lnTo>
                    <a:pt x="3965012" y="639441"/>
                  </a:lnTo>
                  <a:lnTo>
                    <a:pt x="3965129" y="639441"/>
                  </a:lnTo>
                  <a:lnTo>
                    <a:pt x="3965247" y="639441"/>
                  </a:lnTo>
                  <a:lnTo>
                    <a:pt x="3965247" y="639010"/>
                  </a:lnTo>
                  <a:lnTo>
                    <a:pt x="3965364" y="639010"/>
                  </a:lnTo>
                  <a:lnTo>
                    <a:pt x="3965482" y="639010"/>
                  </a:lnTo>
                  <a:lnTo>
                    <a:pt x="3965600" y="639010"/>
                  </a:lnTo>
                  <a:lnTo>
                    <a:pt x="3965717" y="639010"/>
                  </a:lnTo>
                  <a:lnTo>
                    <a:pt x="3965835" y="639010"/>
                  </a:lnTo>
                  <a:lnTo>
                    <a:pt x="3965953" y="639010"/>
                  </a:lnTo>
                  <a:lnTo>
                    <a:pt x="3965953" y="638579"/>
                  </a:lnTo>
                  <a:lnTo>
                    <a:pt x="3965953" y="638149"/>
                  </a:lnTo>
                  <a:lnTo>
                    <a:pt x="3966070" y="638149"/>
                  </a:lnTo>
                  <a:lnTo>
                    <a:pt x="3966188" y="638149"/>
                  </a:lnTo>
                  <a:lnTo>
                    <a:pt x="3966305" y="638149"/>
                  </a:lnTo>
                  <a:lnTo>
                    <a:pt x="3966423" y="638149"/>
                  </a:lnTo>
                  <a:lnTo>
                    <a:pt x="3966541" y="638149"/>
                  </a:lnTo>
                  <a:lnTo>
                    <a:pt x="3966658" y="638149"/>
                  </a:lnTo>
                  <a:lnTo>
                    <a:pt x="3966776" y="638149"/>
                  </a:lnTo>
                  <a:lnTo>
                    <a:pt x="3966893" y="638149"/>
                  </a:lnTo>
                  <a:lnTo>
                    <a:pt x="3966893" y="637718"/>
                  </a:lnTo>
                  <a:lnTo>
                    <a:pt x="3967011" y="637718"/>
                  </a:lnTo>
                  <a:lnTo>
                    <a:pt x="3967129" y="637718"/>
                  </a:lnTo>
                  <a:lnTo>
                    <a:pt x="3967246" y="637718"/>
                  </a:lnTo>
                  <a:lnTo>
                    <a:pt x="3967364" y="637718"/>
                  </a:lnTo>
                  <a:lnTo>
                    <a:pt x="3967481" y="637718"/>
                  </a:lnTo>
                  <a:lnTo>
                    <a:pt x="3967599" y="637718"/>
                  </a:lnTo>
                  <a:lnTo>
                    <a:pt x="3967717" y="637718"/>
                  </a:lnTo>
                  <a:lnTo>
                    <a:pt x="3967834" y="637718"/>
                  </a:lnTo>
                  <a:lnTo>
                    <a:pt x="3967952" y="637718"/>
                  </a:lnTo>
                  <a:lnTo>
                    <a:pt x="3968070" y="637718"/>
                  </a:lnTo>
                  <a:lnTo>
                    <a:pt x="3968187" y="637718"/>
                  </a:lnTo>
                  <a:lnTo>
                    <a:pt x="3968305" y="637718"/>
                  </a:lnTo>
                  <a:lnTo>
                    <a:pt x="3968422" y="637718"/>
                  </a:lnTo>
                  <a:lnTo>
                    <a:pt x="3968540" y="637718"/>
                  </a:lnTo>
                  <a:lnTo>
                    <a:pt x="3968540" y="637288"/>
                  </a:lnTo>
                  <a:lnTo>
                    <a:pt x="3968540" y="636857"/>
                  </a:lnTo>
                  <a:lnTo>
                    <a:pt x="3968658" y="636857"/>
                  </a:lnTo>
                  <a:lnTo>
                    <a:pt x="3968775" y="636857"/>
                  </a:lnTo>
                  <a:lnTo>
                    <a:pt x="3968893" y="636857"/>
                  </a:lnTo>
                  <a:lnTo>
                    <a:pt x="3969010" y="636857"/>
                  </a:lnTo>
                  <a:lnTo>
                    <a:pt x="3969128" y="636857"/>
                  </a:lnTo>
                  <a:lnTo>
                    <a:pt x="3969246" y="636857"/>
                  </a:lnTo>
                  <a:lnTo>
                    <a:pt x="3969363" y="636857"/>
                  </a:lnTo>
                  <a:lnTo>
                    <a:pt x="3969481" y="636857"/>
                  </a:lnTo>
                  <a:lnTo>
                    <a:pt x="3969599" y="636857"/>
                  </a:lnTo>
                  <a:lnTo>
                    <a:pt x="3969716" y="636857"/>
                  </a:lnTo>
                  <a:lnTo>
                    <a:pt x="3969834" y="636857"/>
                  </a:lnTo>
                  <a:lnTo>
                    <a:pt x="3969951" y="636857"/>
                  </a:lnTo>
                  <a:lnTo>
                    <a:pt x="3969951" y="636426"/>
                  </a:lnTo>
                  <a:lnTo>
                    <a:pt x="3970069" y="636426"/>
                  </a:lnTo>
                  <a:lnTo>
                    <a:pt x="3970187" y="636426"/>
                  </a:lnTo>
                  <a:lnTo>
                    <a:pt x="3970304" y="636426"/>
                  </a:lnTo>
                  <a:lnTo>
                    <a:pt x="3970422" y="636426"/>
                  </a:lnTo>
                  <a:lnTo>
                    <a:pt x="3970539" y="636426"/>
                  </a:lnTo>
                  <a:lnTo>
                    <a:pt x="3970657" y="636426"/>
                  </a:lnTo>
                  <a:lnTo>
                    <a:pt x="3970775" y="636426"/>
                  </a:lnTo>
                  <a:lnTo>
                    <a:pt x="3970892" y="636426"/>
                  </a:lnTo>
                  <a:lnTo>
                    <a:pt x="3971010" y="636426"/>
                  </a:lnTo>
                  <a:lnTo>
                    <a:pt x="3971010" y="635996"/>
                  </a:lnTo>
                  <a:lnTo>
                    <a:pt x="3971128" y="635996"/>
                  </a:lnTo>
                  <a:lnTo>
                    <a:pt x="3971245" y="635996"/>
                  </a:lnTo>
                  <a:lnTo>
                    <a:pt x="3971245" y="635565"/>
                  </a:lnTo>
                  <a:lnTo>
                    <a:pt x="3971363" y="635565"/>
                  </a:lnTo>
                  <a:lnTo>
                    <a:pt x="3971480" y="635565"/>
                  </a:lnTo>
                  <a:lnTo>
                    <a:pt x="3971598" y="635565"/>
                  </a:lnTo>
                  <a:lnTo>
                    <a:pt x="3971716" y="635565"/>
                  </a:lnTo>
                  <a:lnTo>
                    <a:pt x="3971833" y="635565"/>
                  </a:lnTo>
                  <a:lnTo>
                    <a:pt x="3971951" y="635565"/>
                  </a:lnTo>
                  <a:lnTo>
                    <a:pt x="3971951" y="635135"/>
                  </a:lnTo>
                  <a:lnTo>
                    <a:pt x="3972068" y="635135"/>
                  </a:lnTo>
                  <a:lnTo>
                    <a:pt x="3972186" y="635135"/>
                  </a:lnTo>
                  <a:lnTo>
                    <a:pt x="3972304" y="635135"/>
                  </a:lnTo>
                  <a:lnTo>
                    <a:pt x="3972421" y="635135"/>
                  </a:lnTo>
                  <a:lnTo>
                    <a:pt x="3972539" y="635135"/>
                  </a:lnTo>
                  <a:lnTo>
                    <a:pt x="3972539" y="634704"/>
                  </a:lnTo>
                  <a:lnTo>
                    <a:pt x="3972657" y="634704"/>
                  </a:lnTo>
                  <a:lnTo>
                    <a:pt x="3972774" y="634704"/>
                  </a:lnTo>
                  <a:lnTo>
                    <a:pt x="3972892" y="634704"/>
                  </a:lnTo>
                  <a:lnTo>
                    <a:pt x="3973009" y="634704"/>
                  </a:lnTo>
                  <a:lnTo>
                    <a:pt x="3973127" y="634704"/>
                  </a:lnTo>
                  <a:lnTo>
                    <a:pt x="3973127" y="634273"/>
                  </a:lnTo>
                  <a:lnTo>
                    <a:pt x="3973245" y="634273"/>
                  </a:lnTo>
                  <a:lnTo>
                    <a:pt x="3973362" y="634273"/>
                  </a:lnTo>
                  <a:lnTo>
                    <a:pt x="3973480" y="634273"/>
                  </a:lnTo>
                  <a:lnTo>
                    <a:pt x="3973480" y="633843"/>
                  </a:lnTo>
                  <a:lnTo>
                    <a:pt x="3973597" y="633843"/>
                  </a:lnTo>
                  <a:lnTo>
                    <a:pt x="3973715" y="633843"/>
                  </a:lnTo>
                  <a:lnTo>
                    <a:pt x="3973833" y="633843"/>
                  </a:lnTo>
                  <a:lnTo>
                    <a:pt x="3973950" y="633843"/>
                  </a:lnTo>
                  <a:lnTo>
                    <a:pt x="3974068" y="633843"/>
                  </a:lnTo>
                  <a:lnTo>
                    <a:pt x="3974186" y="633843"/>
                  </a:lnTo>
                  <a:lnTo>
                    <a:pt x="3974303" y="633843"/>
                  </a:lnTo>
                  <a:lnTo>
                    <a:pt x="3974421" y="633843"/>
                  </a:lnTo>
                  <a:lnTo>
                    <a:pt x="3974538" y="633843"/>
                  </a:lnTo>
                  <a:lnTo>
                    <a:pt x="3974656" y="633843"/>
                  </a:lnTo>
                  <a:lnTo>
                    <a:pt x="3974774" y="633843"/>
                  </a:lnTo>
                  <a:lnTo>
                    <a:pt x="3974891" y="633843"/>
                  </a:lnTo>
                  <a:lnTo>
                    <a:pt x="3975009" y="633843"/>
                  </a:lnTo>
                  <a:lnTo>
                    <a:pt x="3975126" y="633843"/>
                  </a:lnTo>
                  <a:lnTo>
                    <a:pt x="3975244" y="633843"/>
                  </a:lnTo>
                  <a:lnTo>
                    <a:pt x="3975244" y="633412"/>
                  </a:lnTo>
                  <a:lnTo>
                    <a:pt x="3975362" y="633412"/>
                  </a:lnTo>
                  <a:lnTo>
                    <a:pt x="3975479" y="633412"/>
                  </a:lnTo>
                  <a:lnTo>
                    <a:pt x="3975597" y="633412"/>
                  </a:lnTo>
                  <a:lnTo>
                    <a:pt x="3975714" y="633412"/>
                  </a:lnTo>
                  <a:lnTo>
                    <a:pt x="3975832" y="633412"/>
                  </a:lnTo>
                  <a:lnTo>
                    <a:pt x="3975950" y="633412"/>
                  </a:lnTo>
                  <a:lnTo>
                    <a:pt x="3976067" y="633412"/>
                  </a:lnTo>
                  <a:lnTo>
                    <a:pt x="3976185" y="633412"/>
                  </a:lnTo>
                  <a:lnTo>
                    <a:pt x="3976303" y="633412"/>
                  </a:lnTo>
                  <a:lnTo>
                    <a:pt x="3976420" y="633412"/>
                  </a:lnTo>
                  <a:lnTo>
                    <a:pt x="3976538" y="633412"/>
                  </a:lnTo>
                  <a:lnTo>
                    <a:pt x="3976538" y="632982"/>
                  </a:lnTo>
                  <a:lnTo>
                    <a:pt x="3976655" y="632982"/>
                  </a:lnTo>
                  <a:lnTo>
                    <a:pt x="3976773" y="632982"/>
                  </a:lnTo>
                  <a:lnTo>
                    <a:pt x="3976891" y="632982"/>
                  </a:lnTo>
                  <a:lnTo>
                    <a:pt x="3977008" y="632982"/>
                  </a:lnTo>
                  <a:lnTo>
                    <a:pt x="3977126" y="632982"/>
                  </a:lnTo>
                  <a:lnTo>
                    <a:pt x="3977243" y="632982"/>
                  </a:lnTo>
                  <a:lnTo>
                    <a:pt x="3977361" y="632982"/>
                  </a:lnTo>
                  <a:lnTo>
                    <a:pt x="3977479" y="632982"/>
                  </a:lnTo>
                  <a:lnTo>
                    <a:pt x="3977479" y="632551"/>
                  </a:lnTo>
                  <a:lnTo>
                    <a:pt x="3977596" y="632551"/>
                  </a:lnTo>
                  <a:lnTo>
                    <a:pt x="3977714" y="632551"/>
                  </a:lnTo>
                  <a:lnTo>
                    <a:pt x="3977832" y="632551"/>
                  </a:lnTo>
                  <a:lnTo>
                    <a:pt x="3977949" y="632551"/>
                  </a:lnTo>
                  <a:lnTo>
                    <a:pt x="3978067" y="632551"/>
                  </a:lnTo>
                  <a:lnTo>
                    <a:pt x="3978184" y="632551"/>
                  </a:lnTo>
                  <a:lnTo>
                    <a:pt x="3978302" y="632551"/>
                  </a:lnTo>
                  <a:lnTo>
                    <a:pt x="3978420" y="632551"/>
                  </a:lnTo>
                  <a:lnTo>
                    <a:pt x="3978537" y="632551"/>
                  </a:lnTo>
                  <a:lnTo>
                    <a:pt x="3978655" y="632551"/>
                  </a:lnTo>
                  <a:lnTo>
                    <a:pt x="3978655" y="632120"/>
                  </a:lnTo>
                  <a:lnTo>
                    <a:pt x="3978655" y="631690"/>
                  </a:lnTo>
                  <a:lnTo>
                    <a:pt x="3978772" y="631690"/>
                  </a:lnTo>
                  <a:lnTo>
                    <a:pt x="3978890" y="631690"/>
                  </a:lnTo>
                  <a:lnTo>
                    <a:pt x="3979008" y="631690"/>
                  </a:lnTo>
                  <a:lnTo>
                    <a:pt x="3979008" y="631259"/>
                  </a:lnTo>
                  <a:lnTo>
                    <a:pt x="3979008" y="630829"/>
                  </a:lnTo>
                  <a:lnTo>
                    <a:pt x="3979125" y="630829"/>
                  </a:lnTo>
                  <a:lnTo>
                    <a:pt x="3979243" y="630829"/>
                  </a:lnTo>
                  <a:lnTo>
                    <a:pt x="3979361" y="630829"/>
                  </a:lnTo>
                  <a:lnTo>
                    <a:pt x="3979361" y="630398"/>
                  </a:lnTo>
                  <a:lnTo>
                    <a:pt x="3979478" y="630398"/>
                  </a:lnTo>
                  <a:lnTo>
                    <a:pt x="3979596" y="630398"/>
                  </a:lnTo>
                  <a:lnTo>
                    <a:pt x="3979713" y="630398"/>
                  </a:lnTo>
                  <a:lnTo>
                    <a:pt x="3979831" y="630398"/>
                  </a:lnTo>
                  <a:lnTo>
                    <a:pt x="3979949" y="630398"/>
                  </a:lnTo>
                  <a:lnTo>
                    <a:pt x="3980066" y="630398"/>
                  </a:lnTo>
                  <a:lnTo>
                    <a:pt x="3980184" y="630398"/>
                  </a:lnTo>
                  <a:lnTo>
                    <a:pt x="3980301" y="630398"/>
                  </a:lnTo>
                  <a:lnTo>
                    <a:pt x="3980419" y="630398"/>
                  </a:lnTo>
                  <a:lnTo>
                    <a:pt x="3980537" y="630398"/>
                  </a:lnTo>
                  <a:lnTo>
                    <a:pt x="3980654" y="630398"/>
                  </a:lnTo>
                  <a:lnTo>
                    <a:pt x="3980772" y="630398"/>
                  </a:lnTo>
                  <a:lnTo>
                    <a:pt x="3980890" y="630398"/>
                  </a:lnTo>
                  <a:lnTo>
                    <a:pt x="3981007" y="630398"/>
                  </a:lnTo>
                  <a:lnTo>
                    <a:pt x="3981125" y="630398"/>
                  </a:lnTo>
                  <a:lnTo>
                    <a:pt x="3981242" y="630398"/>
                  </a:lnTo>
                  <a:lnTo>
                    <a:pt x="3981360" y="630398"/>
                  </a:lnTo>
                  <a:lnTo>
                    <a:pt x="3981478" y="630398"/>
                  </a:lnTo>
                  <a:lnTo>
                    <a:pt x="3981595" y="630398"/>
                  </a:lnTo>
                  <a:lnTo>
                    <a:pt x="3981713" y="630398"/>
                  </a:lnTo>
                  <a:lnTo>
                    <a:pt x="3981830" y="630398"/>
                  </a:lnTo>
                  <a:lnTo>
                    <a:pt x="3981948" y="630398"/>
                  </a:lnTo>
                  <a:lnTo>
                    <a:pt x="3982066" y="630398"/>
                  </a:lnTo>
                  <a:lnTo>
                    <a:pt x="3982183" y="630398"/>
                  </a:lnTo>
                  <a:lnTo>
                    <a:pt x="3982301" y="630398"/>
                  </a:lnTo>
                  <a:lnTo>
                    <a:pt x="3982419" y="630398"/>
                  </a:lnTo>
                  <a:lnTo>
                    <a:pt x="3982536" y="630398"/>
                  </a:lnTo>
                  <a:lnTo>
                    <a:pt x="3982654" y="630398"/>
                  </a:lnTo>
                  <a:lnTo>
                    <a:pt x="3982771" y="630398"/>
                  </a:lnTo>
                  <a:lnTo>
                    <a:pt x="3982889" y="630398"/>
                  </a:lnTo>
                  <a:lnTo>
                    <a:pt x="3982889" y="629967"/>
                  </a:lnTo>
                  <a:lnTo>
                    <a:pt x="3982889" y="629537"/>
                  </a:lnTo>
                  <a:lnTo>
                    <a:pt x="3982889" y="629106"/>
                  </a:lnTo>
                  <a:lnTo>
                    <a:pt x="3983007" y="629106"/>
                  </a:lnTo>
                  <a:lnTo>
                    <a:pt x="3983124" y="629106"/>
                  </a:lnTo>
                  <a:lnTo>
                    <a:pt x="3983242" y="629106"/>
                  </a:lnTo>
                  <a:lnTo>
                    <a:pt x="3983359" y="629106"/>
                  </a:lnTo>
                  <a:lnTo>
                    <a:pt x="3983477" y="629106"/>
                  </a:lnTo>
                  <a:lnTo>
                    <a:pt x="3983595" y="629106"/>
                  </a:lnTo>
                  <a:lnTo>
                    <a:pt x="3983712" y="629106"/>
                  </a:lnTo>
                  <a:lnTo>
                    <a:pt x="3983830" y="629106"/>
                  </a:lnTo>
                  <a:lnTo>
                    <a:pt x="3983947" y="629106"/>
                  </a:lnTo>
                  <a:lnTo>
                    <a:pt x="3984065" y="629106"/>
                  </a:lnTo>
                  <a:lnTo>
                    <a:pt x="3984183" y="629106"/>
                  </a:lnTo>
                  <a:lnTo>
                    <a:pt x="3984183" y="628676"/>
                  </a:lnTo>
                  <a:lnTo>
                    <a:pt x="3984300" y="628676"/>
                  </a:lnTo>
                  <a:lnTo>
                    <a:pt x="3984418" y="628676"/>
                  </a:lnTo>
                  <a:lnTo>
                    <a:pt x="3984536" y="628676"/>
                  </a:lnTo>
                  <a:lnTo>
                    <a:pt x="3984536" y="628245"/>
                  </a:lnTo>
                  <a:lnTo>
                    <a:pt x="3984653" y="628245"/>
                  </a:lnTo>
                  <a:lnTo>
                    <a:pt x="3984771" y="628245"/>
                  </a:lnTo>
                  <a:lnTo>
                    <a:pt x="3984888" y="628245"/>
                  </a:lnTo>
                  <a:lnTo>
                    <a:pt x="3985006" y="628245"/>
                  </a:lnTo>
                  <a:lnTo>
                    <a:pt x="3985006" y="627814"/>
                  </a:lnTo>
                  <a:lnTo>
                    <a:pt x="3985124" y="627814"/>
                  </a:lnTo>
                  <a:lnTo>
                    <a:pt x="3985241" y="627814"/>
                  </a:lnTo>
                  <a:lnTo>
                    <a:pt x="3985359" y="627814"/>
                  </a:lnTo>
                  <a:lnTo>
                    <a:pt x="3985476" y="627814"/>
                  </a:lnTo>
                  <a:lnTo>
                    <a:pt x="3985476" y="627384"/>
                  </a:lnTo>
                  <a:lnTo>
                    <a:pt x="3985594" y="627384"/>
                  </a:lnTo>
                  <a:lnTo>
                    <a:pt x="3985712" y="627384"/>
                  </a:lnTo>
                  <a:lnTo>
                    <a:pt x="3985829" y="627384"/>
                  </a:lnTo>
                  <a:lnTo>
                    <a:pt x="3985947" y="627384"/>
                  </a:lnTo>
                  <a:lnTo>
                    <a:pt x="3986065" y="627384"/>
                  </a:lnTo>
                  <a:lnTo>
                    <a:pt x="3986182" y="627384"/>
                  </a:lnTo>
                  <a:lnTo>
                    <a:pt x="3986300" y="627384"/>
                  </a:lnTo>
                  <a:lnTo>
                    <a:pt x="3986417" y="627384"/>
                  </a:lnTo>
                  <a:lnTo>
                    <a:pt x="3986535" y="627384"/>
                  </a:lnTo>
                  <a:lnTo>
                    <a:pt x="3986653" y="627384"/>
                  </a:lnTo>
                  <a:lnTo>
                    <a:pt x="3986770" y="627384"/>
                  </a:lnTo>
                  <a:lnTo>
                    <a:pt x="3986888" y="627384"/>
                  </a:lnTo>
                  <a:lnTo>
                    <a:pt x="3987005" y="627384"/>
                  </a:lnTo>
                  <a:lnTo>
                    <a:pt x="3987123" y="627384"/>
                  </a:lnTo>
                  <a:lnTo>
                    <a:pt x="3987241" y="627384"/>
                  </a:lnTo>
                  <a:lnTo>
                    <a:pt x="3987241" y="626953"/>
                  </a:lnTo>
                  <a:lnTo>
                    <a:pt x="3987358" y="626953"/>
                  </a:lnTo>
                  <a:lnTo>
                    <a:pt x="3987476" y="626953"/>
                  </a:lnTo>
                  <a:lnTo>
                    <a:pt x="3987594" y="626953"/>
                  </a:lnTo>
                  <a:lnTo>
                    <a:pt x="3987594" y="626523"/>
                  </a:lnTo>
                  <a:lnTo>
                    <a:pt x="3987594" y="626092"/>
                  </a:lnTo>
                  <a:lnTo>
                    <a:pt x="3987711" y="626092"/>
                  </a:lnTo>
                  <a:lnTo>
                    <a:pt x="3987829" y="626092"/>
                  </a:lnTo>
                  <a:lnTo>
                    <a:pt x="3987946" y="626092"/>
                  </a:lnTo>
                  <a:lnTo>
                    <a:pt x="3987946" y="625661"/>
                  </a:lnTo>
                  <a:lnTo>
                    <a:pt x="3988064" y="625661"/>
                  </a:lnTo>
                  <a:lnTo>
                    <a:pt x="3988182" y="625661"/>
                  </a:lnTo>
                  <a:lnTo>
                    <a:pt x="3988299" y="625661"/>
                  </a:lnTo>
                  <a:lnTo>
                    <a:pt x="3988417" y="625661"/>
                  </a:lnTo>
                  <a:lnTo>
                    <a:pt x="3988534" y="625661"/>
                  </a:lnTo>
                  <a:lnTo>
                    <a:pt x="3988534" y="625231"/>
                  </a:lnTo>
                  <a:lnTo>
                    <a:pt x="3988652" y="625231"/>
                  </a:lnTo>
                  <a:lnTo>
                    <a:pt x="3988652" y="624800"/>
                  </a:lnTo>
                  <a:lnTo>
                    <a:pt x="3988770" y="624800"/>
                  </a:lnTo>
                  <a:lnTo>
                    <a:pt x="3988887" y="624800"/>
                  </a:lnTo>
                  <a:lnTo>
                    <a:pt x="3989005" y="624800"/>
                  </a:lnTo>
                  <a:lnTo>
                    <a:pt x="3989123" y="624800"/>
                  </a:lnTo>
                  <a:lnTo>
                    <a:pt x="3989240" y="624800"/>
                  </a:lnTo>
                  <a:lnTo>
                    <a:pt x="3989358" y="624800"/>
                  </a:lnTo>
                  <a:lnTo>
                    <a:pt x="3989475" y="624800"/>
                  </a:lnTo>
                  <a:lnTo>
                    <a:pt x="3989475" y="624370"/>
                  </a:lnTo>
                  <a:lnTo>
                    <a:pt x="3989593" y="624370"/>
                  </a:lnTo>
                  <a:lnTo>
                    <a:pt x="3989711" y="624370"/>
                  </a:lnTo>
                  <a:lnTo>
                    <a:pt x="3989828" y="624370"/>
                  </a:lnTo>
                  <a:lnTo>
                    <a:pt x="3989946" y="624370"/>
                  </a:lnTo>
                  <a:lnTo>
                    <a:pt x="3990063" y="624370"/>
                  </a:lnTo>
                  <a:lnTo>
                    <a:pt x="3990181" y="624370"/>
                  </a:lnTo>
                  <a:lnTo>
                    <a:pt x="3990299" y="624370"/>
                  </a:lnTo>
                  <a:lnTo>
                    <a:pt x="3990416" y="624370"/>
                  </a:lnTo>
                  <a:lnTo>
                    <a:pt x="3990534" y="624370"/>
                  </a:lnTo>
                  <a:lnTo>
                    <a:pt x="3990652" y="624370"/>
                  </a:lnTo>
                  <a:lnTo>
                    <a:pt x="3990769" y="624370"/>
                  </a:lnTo>
                  <a:lnTo>
                    <a:pt x="3990887" y="624370"/>
                  </a:lnTo>
                  <a:lnTo>
                    <a:pt x="3991004" y="624370"/>
                  </a:lnTo>
                  <a:lnTo>
                    <a:pt x="3991122" y="624370"/>
                  </a:lnTo>
                  <a:lnTo>
                    <a:pt x="3991240" y="624370"/>
                  </a:lnTo>
                  <a:lnTo>
                    <a:pt x="3991357" y="624370"/>
                  </a:lnTo>
                  <a:lnTo>
                    <a:pt x="3991475" y="624370"/>
                  </a:lnTo>
                  <a:lnTo>
                    <a:pt x="3991592" y="624370"/>
                  </a:lnTo>
                  <a:lnTo>
                    <a:pt x="3991710" y="624370"/>
                  </a:lnTo>
                  <a:lnTo>
                    <a:pt x="3991710" y="623939"/>
                  </a:lnTo>
                  <a:lnTo>
                    <a:pt x="3991828" y="623939"/>
                  </a:lnTo>
                  <a:lnTo>
                    <a:pt x="3991945" y="623939"/>
                  </a:lnTo>
                  <a:lnTo>
                    <a:pt x="3992063" y="623939"/>
                  </a:lnTo>
                  <a:lnTo>
                    <a:pt x="3992180" y="623939"/>
                  </a:lnTo>
                  <a:lnTo>
                    <a:pt x="3992298" y="623939"/>
                  </a:lnTo>
                  <a:lnTo>
                    <a:pt x="3992416" y="623939"/>
                  </a:lnTo>
                  <a:lnTo>
                    <a:pt x="3992533" y="623939"/>
                  </a:lnTo>
                  <a:lnTo>
                    <a:pt x="3992651" y="623939"/>
                  </a:lnTo>
                  <a:lnTo>
                    <a:pt x="3992651" y="623508"/>
                  </a:lnTo>
                  <a:lnTo>
                    <a:pt x="3992769" y="623508"/>
                  </a:lnTo>
                  <a:lnTo>
                    <a:pt x="3992886" y="623508"/>
                  </a:lnTo>
                  <a:lnTo>
                    <a:pt x="3993004" y="623508"/>
                  </a:lnTo>
                  <a:lnTo>
                    <a:pt x="3993121" y="623508"/>
                  </a:lnTo>
                  <a:lnTo>
                    <a:pt x="3993239" y="623508"/>
                  </a:lnTo>
                  <a:lnTo>
                    <a:pt x="3993357" y="623508"/>
                  </a:lnTo>
                  <a:lnTo>
                    <a:pt x="3993474" y="623508"/>
                  </a:lnTo>
                  <a:lnTo>
                    <a:pt x="3993592" y="623508"/>
                  </a:lnTo>
                  <a:lnTo>
                    <a:pt x="3993709" y="623508"/>
                  </a:lnTo>
                  <a:lnTo>
                    <a:pt x="3993709" y="623078"/>
                  </a:lnTo>
                  <a:lnTo>
                    <a:pt x="3993827" y="623078"/>
                  </a:lnTo>
                  <a:lnTo>
                    <a:pt x="3993945" y="623078"/>
                  </a:lnTo>
                  <a:lnTo>
                    <a:pt x="3994062" y="623078"/>
                  </a:lnTo>
                  <a:lnTo>
                    <a:pt x="3994180" y="623078"/>
                  </a:lnTo>
                  <a:lnTo>
                    <a:pt x="3994180" y="622647"/>
                  </a:lnTo>
                  <a:lnTo>
                    <a:pt x="3994298" y="622647"/>
                  </a:lnTo>
                  <a:lnTo>
                    <a:pt x="3994415" y="622647"/>
                  </a:lnTo>
                  <a:lnTo>
                    <a:pt x="3994533" y="622647"/>
                  </a:lnTo>
                  <a:lnTo>
                    <a:pt x="3994650" y="622647"/>
                  </a:lnTo>
                  <a:lnTo>
                    <a:pt x="3994768" y="622647"/>
                  </a:lnTo>
                  <a:lnTo>
                    <a:pt x="3994886" y="622647"/>
                  </a:lnTo>
                  <a:lnTo>
                    <a:pt x="3995003" y="622647"/>
                  </a:lnTo>
                  <a:lnTo>
                    <a:pt x="3995121" y="622647"/>
                  </a:lnTo>
                  <a:lnTo>
                    <a:pt x="3995121" y="622217"/>
                  </a:lnTo>
                  <a:lnTo>
                    <a:pt x="3995121" y="621786"/>
                  </a:lnTo>
                  <a:lnTo>
                    <a:pt x="3995238" y="621786"/>
                  </a:lnTo>
                  <a:lnTo>
                    <a:pt x="3995356" y="621786"/>
                  </a:lnTo>
                  <a:lnTo>
                    <a:pt x="3995356" y="621355"/>
                  </a:lnTo>
                  <a:lnTo>
                    <a:pt x="3995474" y="621355"/>
                  </a:lnTo>
                  <a:lnTo>
                    <a:pt x="3995474" y="620925"/>
                  </a:lnTo>
                  <a:lnTo>
                    <a:pt x="3995591" y="620925"/>
                  </a:lnTo>
                  <a:lnTo>
                    <a:pt x="3995709" y="620925"/>
                  </a:lnTo>
                  <a:lnTo>
                    <a:pt x="3995827" y="620925"/>
                  </a:lnTo>
                  <a:lnTo>
                    <a:pt x="3995827" y="620494"/>
                  </a:lnTo>
                  <a:lnTo>
                    <a:pt x="3995944" y="620494"/>
                  </a:lnTo>
                  <a:lnTo>
                    <a:pt x="3996062" y="620494"/>
                  </a:lnTo>
                  <a:lnTo>
                    <a:pt x="3996179" y="620494"/>
                  </a:lnTo>
                  <a:lnTo>
                    <a:pt x="3996297" y="620494"/>
                  </a:lnTo>
                  <a:lnTo>
                    <a:pt x="3996415" y="620494"/>
                  </a:lnTo>
                  <a:lnTo>
                    <a:pt x="3996532" y="620494"/>
                  </a:lnTo>
                  <a:lnTo>
                    <a:pt x="3996650" y="620494"/>
                  </a:lnTo>
                  <a:lnTo>
                    <a:pt x="3996767" y="620494"/>
                  </a:lnTo>
                  <a:lnTo>
                    <a:pt x="3996767" y="620064"/>
                  </a:lnTo>
                  <a:lnTo>
                    <a:pt x="3996885" y="620064"/>
                  </a:lnTo>
                  <a:lnTo>
                    <a:pt x="3997003" y="620064"/>
                  </a:lnTo>
                  <a:lnTo>
                    <a:pt x="3997003" y="619633"/>
                  </a:lnTo>
                  <a:lnTo>
                    <a:pt x="3997120" y="619633"/>
                  </a:lnTo>
                  <a:lnTo>
                    <a:pt x="3997238" y="619633"/>
                  </a:lnTo>
                  <a:lnTo>
                    <a:pt x="3997356" y="619633"/>
                  </a:lnTo>
                  <a:lnTo>
                    <a:pt x="3997473" y="619633"/>
                  </a:lnTo>
                  <a:lnTo>
                    <a:pt x="3997591" y="619633"/>
                  </a:lnTo>
                  <a:lnTo>
                    <a:pt x="3997708" y="619633"/>
                  </a:lnTo>
                  <a:lnTo>
                    <a:pt x="3997826" y="619633"/>
                  </a:lnTo>
                  <a:lnTo>
                    <a:pt x="3997944" y="619633"/>
                  </a:lnTo>
                  <a:lnTo>
                    <a:pt x="3998061" y="619633"/>
                  </a:lnTo>
                  <a:lnTo>
                    <a:pt x="3998179" y="619633"/>
                  </a:lnTo>
                  <a:lnTo>
                    <a:pt x="3998296" y="619633"/>
                  </a:lnTo>
                  <a:lnTo>
                    <a:pt x="3998414" y="619633"/>
                  </a:lnTo>
                  <a:lnTo>
                    <a:pt x="3998414" y="619202"/>
                  </a:lnTo>
                  <a:lnTo>
                    <a:pt x="3998414" y="618772"/>
                  </a:lnTo>
                  <a:lnTo>
                    <a:pt x="3998532" y="618772"/>
                  </a:lnTo>
                  <a:lnTo>
                    <a:pt x="3998649" y="618772"/>
                  </a:lnTo>
                  <a:lnTo>
                    <a:pt x="3998767" y="618772"/>
                  </a:lnTo>
                  <a:lnTo>
                    <a:pt x="3998885" y="618772"/>
                  </a:lnTo>
                  <a:lnTo>
                    <a:pt x="3999002" y="618772"/>
                  </a:lnTo>
                  <a:lnTo>
                    <a:pt x="3999120" y="618772"/>
                  </a:lnTo>
                  <a:lnTo>
                    <a:pt x="3999237" y="618772"/>
                  </a:lnTo>
                  <a:lnTo>
                    <a:pt x="3999355" y="618772"/>
                  </a:lnTo>
                  <a:lnTo>
                    <a:pt x="3999473" y="618772"/>
                  </a:lnTo>
                  <a:lnTo>
                    <a:pt x="3999590" y="618772"/>
                  </a:lnTo>
                  <a:lnTo>
                    <a:pt x="3999708" y="618772"/>
                  </a:lnTo>
                  <a:lnTo>
                    <a:pt x="3999708" y="618341"/>
                  </a:lnTo>
                  <a:lnTo>
                    <a:pt x="3999825" y="618341"/>
                  </a:lnTo>
                  <a:lnTo>
                    <a:pt x="3999943" y="618341"/>
                  </a:lnTo>
                  <a:lnTo>
                    <a:pt x="3999943" y="617911"/>
                  </a:lnTo>
                  <a:lnTo>
                    <a:pt x="4000061" y="617911"/>
                  </a:lnTo>
                  <a:lnTo>
                    <a:pt x="4000178" y="617911"/>
                  </a:lnTo>
                  <a:lnTo>
                    <a:pt x="4000178" y="617480"/>
                  </a:lnTo>
                  <a:lnTo>
                    <a:pt x="4000296" y="617480"/>
                  </a:lnTo>
                  <a:lnTo>
                    <a:pt x="4000413" y="617480"/>
                  </a:lnTo>
                  <a:lnTo>
                    <a:pt x="4000531" y="617480"/>
                  </a:lnTo>
                  <a:lnTo>
                    <a:pt x="4000649" y="617480"/>
                  </a:lnTo>
                  <a:lnTo>
                    <a:pt x="4000649" y="617049"/>
                  </a:lnTo>
                  <a:lnTo>
                    <a:pt x="4000766" y="617049"/>
                  </a:lnTo>
                  <a:lnTo>
                    <a:pt x="4000766" y="616619"/>
                  </a:lnTo>
                  <a:lnTo>
                    <a:pt x="4000884" y="616619"/>
                  </a:lnTo>
                  <a:lnTo>
                    <a:pt x="4001002" y="616619"/>
                  </a:lnTo>
                  <a:lnTo>
                    <a:pt x="4001119" y="616619"/>
                  </a:lnTo>
                  <a:lnTo>
                    <a:pt x="4001119" y="616188"/>
                  </a:lnTo>
                  <a:lnTo>
                    <a:pt x="4001237" y="616188"/>
                  </a:lnTo>
                  <a:lnTo>
                    <a:pt x="4001354" y="616188"/>
                  </a:lnTo>
                  <a:lnTo>
                    <a:pt x="4001472" y="616188"/>
                  </a:lnTo>
                  <a:lnTo>
                    <a:pt x="4001590" y="616188"/>
                  </a:lnTo>
                  <a:lnTo>
                    <a:pt x="4001590" y="615758"/>
                  </a:lnTo>
                  <a:lnTo>
                    <a:pt x="4001707" y="615758"/>
                  </a:lnTo>
                  <a:lnTo>
                    <a:pt x="4001825" y="615758"/>
                  </a:lnTo>
                  <a:lnTo>
                    <a:pt x="4001942" y="615758"/>
                  </a:lnTo>
                  <a:lnTo>
                    <a:pt x="4002060" y="615758"/>
                  </a:lnTo>
                  <a:lnTo>
                    <a:pt x="4002178" y="615758"/>
                  </a:lnTo>
                  <a:lnTo>
                    <a:pt x="4002295" y="615758"/>
                  </a:lnTo>
                  <a:lnTo>
                    <a:pt x="4002413" y="615758"/>
                  </a:lnTo>
                  <a:lnTo>
                    <a:pt x="4002531" y="615758"/>
                  </a:lnTo>
                  <a:lnTo>
                    <a:pt x="4002648" y="615758"/>
                  </a:lnTo>
                  <a:lnTo>
                    <a:pt x="4002648" y="615327"/>
                  </a:lnTo>
                  <a:lnTo>
                    <a:pt x="4002766" y="615327"/>
                  </a:lnTo>
                  <a:lnTo>
                    <a:pt x="4002883" y="615327"/>
                  </a:lnTo>
                  <a:lnTo>
                    <a:pt x="4003001" y="615327"/>
                  </a:lnTo>
                  <a:lnTo>
                    <a:pt x="4003119" y="615327"/>
                  </a:lnTo>
                  <a:lnTo>
                    <a:pt x="4003236" y="615327"/>
                  </a:lnTo>
                  <a:lnTo>
                    <a:pt x="4003354" y="615327"/>
                  </a:lnTo>
                  <a:lnTo>
                    <a:pt x="4003471" y="615327"/>
                  </a:lnTo>
                  <a:lnTo>
                    <a:pt x="4003589" y="615327"/>
                  </a:lnTo>
                  <a:lnTo>
                    <a:pt x="4003707" y="615327"/>
                  </a:lnTo>
                  <a:lnTo>
                    <a:pt x="4003824" y="615327"/>
                  </a:lnTo>
                  <a:lnTo>
                    <a:pt x="4003942" y="615327"/>
                  </a:lnTo>
                  <a:lnTo>
                    <a:pt x="4004060" y="615327"/>
                  </a:lnTo>
                  <a:lnTo>
                    <a:pt x="4004177" y="615327"/>
                  </a:lnTo>
                  <a:lnTo>
                    <a:pt x="4004295" y="615327"/>
                  </a:lnTo>
                  <a:lnTo>
                    <a:pt x="4004412" y="615327"/>
                  </a:lnTo>
                  <a:lnTo>
                    <a:pt x="4004530" y="615327"/>
                  </a:lnTo>
                  <a:lnTo>
                    <a:pt x="4004648" y="615327"/>
                  </a:lnTo>
                  <a:lnTo>
                    <a:pt x="4004765" y="615327"/>
                  </a:lnTo>
                  <a:lnTo>
                    <a:pt x="4004883" y="615327"/>
                  </a:lnTo>
                  <a:lnTo>
                    <a:pt x="4005000" y="615327"/>
                  </a:lnTo>
                  <a:lnTo>
                    <a:pt x="4005118" y="615327"/>
                  </a:lnTo>
                  <a:lnTo>
                    <a:pt x="4005118" y="614896"/>
                  </a:lnTo>
                  <a:lnTo>
                    <a:pt x="4005236" y="614896"/>
                  </a:lnTo>
                  <a:lnTo>
                    <a:pt x="4005353" y="614896"/>
                  </a:lnTo>
                  <a:lnTo>
                    <a:pt x="4005353" y="614466"/>
                  </a:lnTo>
                  <a:lnTo>
                    <a:pt x="4005471" y="614466"/>
                  </a:lnTo>
                  <a:lnTo>
                    <a:pt x="4005589" y="614466"/>
                  </a:lnTo>
                  <a:lnTo>
                    <a:pt x="4005706" y="614466"/>
                  </a:lnTo>
                  <a:lnTo>
                    <a:pt x="4005824" y="614466"/>
                  </a:lnTo>
                  <a:lnTo>
                    <a:pt x="4005941" y="614466"/>
                  </a:lnTo>
                  <a:lnTo>
                    <a:pt x="4006059" y="614466"/>
                  </a:lnTo>
                  <a:lnTo>
                    <a:pt x="4006177" y="614466"/>
                  </a:lnTo>
                  <a:lnTo>
                    <a:pt x="4006294" y="614466"/>
                  </a:lnTo>
                  <a:lnTo>
                    <a:pt x="4006412" y="614466"/>
                  </a:lnTo>
                  <a:lnTo>
                    <a:pt x="4006529" y="614466"/>
                  </a:lnTo>
                  <a:lnTo>
                    <a:pt x="4006647" y="614466"/>
                  </a:lnTo>
                  <a:lnTo>
                    <a:pt x="4006765" y="614466"/>
                  </a:lnTo>
                  <a:lnTo>
                    <a:pt x="4006882" y="614466"/>
                  </a:lnTo>
                  <a:lnTo>
                    <a:pt x="4007000" y="614466"/>
                  </a:lnTo>
                  <a:lnTo>
                    <a:pt x="4007000" y="614035"/>
                  </a:lnTo>
                  <a:lnTo>
                    <a:pt x="4007118" y="614035"/>
                  </a:lnTo>
                  <a:lnTo>
                    <a:pt x="4007235" y="614035"/>
                  </a:lnTo>
                  <a:lnTo>
                    <a:pt x="4007353" y="614035"/>
                  </a:lnTo>
                  <a:lnTo>
                    <a:pt x="4007470" y="614035"/>
                  </a:lnTo>
                  <a:lnTo>
                    <a:pt x="4007588" y="614035"/>
                  </a:lnTo>
                  <a:lnTo>
                    <a:pt x="4007706" y="614035"/>
                  </a:lnTo>
                  <a:lnTo>
                    <a:pt x="4007823" y="614035"/>
                  </a:lnTo>
                  <a:lnTo>
                    <a:pt x="4007823" y="613605"/>
                  </a:lnTo>
                  <a:lnTo>
                    <a:pt x="4007941" y="613605"/>
                  </a:lnTo>
                  <a:lnTo>
                    <a:pt x="4007941" y="613174"/>
                  </a:lnTo>
                  <a:lnTo>
                    <a:pt x="4008058" y="613174"/>
                  </a:lnTo>
                  <a:lnTo>
                    <a:pt x="4008176" y="613174"/>
                  </a:lnTo>
                  <a:lnTo>
                    <a:pt x="4008294" y="613174"/>
                  </a:lnTo>
                  <a:lnTo>
                    <a:pt x="4008411" y="613174"/>
                  </a:lnTo>
                  <a:lnTo>
                    <a:pt x="4008529" y="613174"/>
                  </a:lnTo>
                  <a:lnTo>
                    <a:pt x="4008646" y="613174"/>
                  </a:lnTo>
                  <a:lnTo>
                    <a:pt x="4008764" y="613174"/>
                  </a:lnTo>
                  <a:lnTo>
                    <a:pt x="4008882" y="613174"/>
                  </a:lnTo>
                  <a:lnTo>
                    <a:pt x="4008999" y="613174"/>
                  </a:lnTo>
                  <a:lnTo>
                    <a:pt x="4009117" y="613174"/>
                  </a:lnTo>
                  <a:lnTo>
                    <a:pt x="4009235" y="613174"/>
                  </a:lnTo>
                  <a:lnTo>
                    <a:pt x="4009352" y="613174"/>
                  </a:lnTo>
                  <a:lnTo>
                    <a:pt x="4009470" y="613174"/>
                  </a:lnTo>
                  <a:lnTo>
                    <a:pt x="4009587" y="613174"/>
                  </a:lnTo>
                  <a:lnTo>
                    <a:pt x="4009705" y="613174"/>
                  </a:lnTo>
                  <a:lnTo>
                    <a:pt x="4009823" y="613174"/>
                  </a:lnTo>
                  <a:lnTo>
                    <a:pt x="4009823" y="612743"/>
                  </a:lnTo>
                  <a:lnTo>
                    <a:pt x="4009940" y="612743"/>
                  </a:lnTo>
                  <a:lnTo>
                    <a:pt x="4010058" y="612743"/>
                  </a:lnTo>
                  <a:lnTo>
                    <a:pt x="4010175" y="612743"/>
                  </a:lnTo>
                  <a:lnTo>
                    <a:pt x="4010293" y="612743"/>
                  </a:lnTo>
                  <a:lnTo>
                    <a:pt x="4010411" y="612743"/>
                  </a:lnTo>
                  <a:lnTo>
                    <a:pt x="4010528" y="612743"/>
                  </a:lnTo>
                  <a:lnTo>
                    <a:pt x="4010646" y="612743"/>
                  </a:lnTo>
                  <a:lnTo>
                    <a:pt x="4010764" y="612743"/>
                  </a:lnTo>
                  <a:lnTo>
                    <a:pt x="4010881" y="612743"/>
                  </a:lnTo>
                  <a:lnTo>
                    <a:pt x="4010999" y="612743"/>
                  </a:lnTo>
                  <a:lnTo>
                    <a:pt x="4011116" y="612743"/>
                  </a:lnTo>
                  <a:lnTo>
                    <a:pt x="4011234" y="612743"/>
                  </a:lnTo>
                  <a:lnTo>
                    <a:pt x="4011234" y="612313"/>
                  </a:lnTo>
                  <a:lnTo>
                    <a:pt x="4011352" y="612313"/>
                  </a:lnTo>
                  <a:lnTo>
                    <a:pt x="4011469" y="612313"/>
                  </a:lnTo>
                  <a:lnTo>
                    <a:pt x="4011587" y="612313"/>
                  </a:lnTo>
                  <a:lnTo>
                    <a:pt x="4011704" y="612313"/>
                  </a:lnTo>
                  <a:lnTo>
                    <a:pt x="4011822" y="612313"/>
                  </a:lnTo>
                  <a:lnTo>
                    <a:pt x="4011940" y="612313"/>
                  </a:lnTo>
                  <a:lnTo>
                    <a:pt x="4012057" y="612313"/>
                  </a:lnTo>
                  <a:lnTo>
                    <a:pt x="4012175" y="612313"/>
                  </a:lnTo>
                  <a:lnTo>
                    <a:pt x="4012293" y="612313"/>
                  </a:lnTo>
                  <a:lnTo>
                    <a:pt x="4012410" y="612313"/>
                  </a:lnTo>
                  <a:lnTo>
                    <a:pt x="4012528" y="612313"/>
                  </a:lnTo>
                  <a:lnTo>
                    <a:pt x="4012645" y="612313"/>
                  </a:lnTo>
                  <a:lnTo>
                    <a:pt x="4012763" y="612313"/>
                  </a:lnTo>
                  <a:lnTo>
                    <a:pt x="4012881" y="612313"/>
                  </a:lnTo>
                  <a:lnTo>
                    <a:pt x="4012881" y="611882"/>
                  </a:lnTo>
                  <a:lnTo>
                    <a:pt x="4012998" y="611882"/>
                  </a:lnTo>
                  <a:lnTo>
                    <a:pt x="4013116" y="611882"/>
                  </a:lnTo>
                  <a:lnTo>
                    <a:pt x="4013233" y="611882"/>
                  </a:lnTo>
                  <a:lnTo>
                    <a:pt x="4013351" y="611882"/>
                  </a:lnTo>
                  <a:lnTo>
                    <a:pt x="4013469" y="611882"/>
                  </a:lnTo>
                  <a:lnTo>
                    <a:pt x="4013586" y="611882"/>
                  </a:lnTo>
                  <a:lnTo>
                    <a:pt x="4013704" y="611882"/>
                  </a:lnTo>
                  <a:lnTo>
                    <a:pt x="4013822" y="611882"/>
                  </a:lnTo>
                  <a:lnTo>
                    <a:pt x="4013939" y="611882"/>
                  </a:lnTo>
                  <a:lnTo>
                    <a:pt x="4014057" y="611882"/>
                  </a:lnTo>
                  <a:lnTo>
                    <a:pt x="4014174" y="611882"/>
                  </a:lnTo>
                  <a:lnTo>
                    <a:pt x="4014174" y="611452"/>
                  </a:lnTo>
                  <a:lnTo>
                    <a:pt x="4014292" y="611452"/>
                  </a:lnTo>
                  <a:lnTo>
                    <a:pt x="4014410" y="611452"/>
                  </a:lnTo>
                  <a:lnTo>
                    <a:pt x="4014527" y="611452"/>
                  </a:lnTo>
                  <a:lnTo>
                    <a:pt x="4014527" y="611021"/>
                  </a:lnTo>
                  <a:lnTo>
                    <a:pt x="4014645" y="611021"/>
                  </a:lnTo>
                  <a:lnTo>
                    <a:pt x="4014762" y="611021"/>
                  </a:lnTo>
                  <a:lnTo>
                    <a:pt x="4014880" y="611021"/>
                  </a:lnTo>
                  <a:lnTo>
                    <a:pt x="4014998" y="611021"/>
                  </a:lnTo>
                  <a:lnTo>
                    <a:pt x="4015115" y="611021"/>
                  </a:lnTo>
                  <a:lnTo>
                    <a:pt x="4015233" y="611021"/>
                  </a:lnTo>
                  <a:lnTo>
                    <a:pt x="4015351" y="611021"/>
                  </a:lnTo>
                  <a:lnTo>
                    <a:pt x="4015468" y="611021"/>
                  </a:lnTo>
                  <a:lnTo>
                    <a:pt x="4015586" y="611021"/>
                  </a:lnTo>
                  <a:lnTo>
                    <a:pt x="4015703" y="611021"/>
                  </a:lnTo>
                  <a:lnTo>
                    <a:pt x="4015821" y="611021"/>
                  </a:lnTo>
                  <a:lnTo>
                    <a:pt x="4015939" y="611021"/>
                  </a:lnTo>
                  <a:lnTo>
                    <a:pt x="4016056" y="611021"/>
                  </a:lnTo>
                  <a:lnTo>
                    <a:pt x="4016174" y="611021"/>
                  </a:lnTo>
                  <a:lnTo>
                    <a:pt x="4016291" y="611021"/>
                  </a:lnTo>
                  <a:lnTo>
                    <a:pt x="4016409" y="611021"/>
                  </a:lnTo>
                  <a:lnTo>
                    <a:pt x="4016527" y="611021"/>
                  </a:lnTo>
                  <a:lnTo>
                    <a:pt x="4016644" y="611021"/>
                  </a:lnTo>
                  <a:lnTo>
                    <a:pt x="4016762" y="611021"/>
                  </a:lnTo>
                  <a:lnTo>
                    <a:pt x="4016879" y="611021"/>
                  </a:lnTo>
                  <a:lnTo>
                    <a:pt x="4016879" y="610590"/>
                  </a:lnTo>
                  <a:lnTo>
                    <a:pt x="4016997" y="610590"/>
                  </a:lnTo>
                  <a:lnTo>
                    <a:pt x="4017115" y="610590"/>
                  </a:lnTo>
                  <a:lnTo>
                    <a:pt x="4017232" y="610590"/>
                  </a:lnTo>
                  <a:lnTo>
                    <a:pt x="4017350" y="610590"/>
                  </a:lnTo>
                  <a:lnTo>
                    <a:pt x="4017350" y="610160"/>
                  </a:lnTo>
                  <a:lnTo>
                    <a:pt x="4017468" y="610160"/>
                  </a:lnTo>
                  <a:lnTo>
                    <a:pt x="4017585" y="610160"/>
                  </a:lnTo>
                  <a:lnTo>
                    <a:pt x="4017703" y="610160"/>
                  </a:lnTo>
                  <a:lnTo>
                    <a:pt x="4017820" y="610160"/>
                  </a:lnTo>
                  <a:lnTo>
                    <a:pt x="4017938" y="610160"/>
                  </a:lnTo>
                  <a:lnTo>
                    <a:pt x="4018056" y="610160"/>
                  </a:lnTo>
                  <a:lnTo>
                    <a:pt x="4018173" y="610160"/>
                  </a:lnTo>
                  <a:lnTo>
                    <a:pt x="4018291" y="610160"/>
                  </a:lnTo>
                  <a:lnTo>
                    <a:pt x="4018408" y="610160"/>
                  </a:lnTo>
                  <a:lnTo>
                    <a:pt x="4018408" y="609729"/>
                  </a:lnTo>
                  <a:lnTo>
                    <a:pt x="4018526" y="609729"/>
                  </a:lnTo>
                  <a:lnTo>
                    <a:pt x="4018644" y="609729"/>
                  </a:lnTo>
                  <a:lnTo>
                    <a:pt x="4018644" y="609299"/>
                  </a:lnTo>
                  <a:lnTo>
                    <a:pt x="4018761" y="609299"/>
                  </a:lnTo>
                  <a:lnTo>
                    <a:pt x="4018879" y="609299"/>
                  </a:lnTo>
                  <a:lnTo>
                    <a:pt x="4018879" y="608868"/>
                  </a:lnTo>
                  <a:lnTo>
                    <a:pt x="4018997" y="608868"/>
                  </a:lnTo>
                  <a:lnTo>
                    <a:pt x="4019114" y="608868"/>
                  </a:lnTo>
                  <a:lnTo>
                    <a:pt x="4019232" y="608868"/>
                  </a:lnTo>
                  <a:lnTo>
                    <a:pt x="4019349" y="608868"/>
                  </a:lnTo>
                  <a:lnTo>
                    <a:pt x="4019467" y="608868"/>
                  </a:lnTo>
                  <a:lnTo>
                    <a:pt x="4019585" y="608868"/>
                  </a:lnTo>
                  <a:lnTo>
                    <a:pt x="4019702" y="608868"/>
                  </a:lnTo>
                  <a:lnTo>
                    <a:pt x="4019820" y="608868"/>
                  </a:lnTo>
                  <a:lnTo>
                    <a:pt x="4019937" y="608868"/>
                  </a:lnTo>
                  <a:lnTo>
                    <a:pt x="4019937" y="608437"/>
                  </a:lnTo>
                  <a:lnTo>
                    <a:pt x="4020055" y="608437"/>
                  </a:lnTo>
                  <a:lnTo>
                    <a:pt x="4020173" y="608437"/>
                  </a:lnTo>
                  <a:lnTo>
                    <a:pt x="4020290" y="608437"/>
                  </a:lnTo>
                  <a:lnTo>
                    <a:pt x="4020408" y="608437"/>
                  </a:lnTo>
                  <a:lnTo>
                    <a:pt x="4020526" y="608437"/>
                  </a:lnTo>
                  <a:lnTo>
                    <a:pt x="4020526" y="608007"/>
                  </a:lnTo>
                  <a:lnTo>
                    <a:pt x="4020526" y="607576"/>
                  </a:lnTo>
                  <a:lnTo>
                    <a:pt x="4020643" y="607576"/>
                  </a:lnTo>
                  <a:lnTo>
                    <a:pt x="4020761" y="607576"/>
                  </a:lnTo>
                  <a:lnTo>
                    <a:pt x="4020878" y="607576"/>
                  </a:lnTo>
                  <a:lnTo>
                    <a:pt x="4020996" y="607576"/>
                  </a:lnTo>
                  <a:lnTo>
                    <a:pt x="4021114" y="607576"/>
                  </a:lnTo>
                  <a:lnTo>
                    <a:pt x="4021231" y="607576"/>
                  </a:lnTo>
                  <a:lnTo>
                    <a:pt x="4021349" y="607576"/>
                  </a:lnTo>
                  <a:lnTo>
                    <a:pt x="4021466" y="607576"/>
                  </a:lnTo>
                  <a:lnTo>
                    <a:pt x="4021584" y="607576"/>
                  </a:lnTo>
                  <a:lnTo>
                    <a:pt x="4021702" y="607576"/>
                  </a:lnTo>
                  <a:lnTo>
                    <a:pt x="4021819" y="607576"/>
                  </a:lnTo>
                  <a:lnTo>
                    <a:pt x="4021937" y="607576"/>
                  </a:lnTo>
                  <a:lnTo>
                    <a:pt x="4022055" y="607576"/>
                  </a:lnTo>
                  <a:lnTo>
                    <a:pt x="4022172" y="607576"/>
                  </a:lnTo>
                  <a:lnTo>
                    <a:pt x="4022290" y="607576"/>
                  </a:lnTo>
                  <a:lnTo>
                    <a:pt x="4022407" y="607576"/>
                  </a:lnTo>
                  <a:lnTo>
                    <a:pt x="4022525" y="607576"/>
                  </a:lnTo>
                  <a:lnTo>
                    <a:pt x="4022643" y="607576"/>
                  </a:lnTo>
                  <a:lnTo>
                    <a:pt x="4022643" y="607146"/>
                  </a:lnTo>
                  <a:lnTo>
                    <a:pt x="4022760" y="607146"/>
                  </a:lnTo>
                  <a:lnTo>
                    <a:pt x="4022878" y="607146"/>
                  </a:lnTo>
                  <a:lnTo>
                    <a:pt x="4022995" y="607146"/>
                  </a:lnTo>
                  <a:lnTo>
                    <a:pt x="4023113" y="607146"/>
                  </a:lnTo>
                  <a:lnTo>
                    <a:pt x="4023113" y="606715"/>
                  </a:lnTo>
                  <a:lnTo>
                    <a:pt x="4023231" y="606715"/>
                  </a:lnTo>
                  <a:lnTo>
                    <a:pt x="4023348" y="606715"/>
                  </a:lnTo>
                  <a:lnTo>
                    <a:pt x="4023466" y="606715"/>
                  </a:lnTo>
                  <a:lnTo>
                    <a:pt x="4023584" y="606715"/>
                  </a:lnTo>
                  <a:lnTo>
                    <a:pt x="4023701" y="606715"/>
                  </a:lnTo>
                  <a:lnTo>
                    <a:pt x="4023819" y="606715"/>
                  </a:lnTo>
                  <a:lnTo>
                    <a:pt x="4023936" y="606715"/>
                  </a:lnTo>
                  <a:lnTo>
                    <a:pt x="4023936" y="606284"/>
                  </a:lnTo>
                  <a:lnTo>
                    <a:pt x="4024054" y="606284"/>
                  </a:lnTo>
                  <a:lnTo>
                    <a:pt x="4024172" y="606284"/>
                  </a:lnTo>
                  <a:lnTo>
                    <a:pt x="4024289" y="606284"/>
                  </a:lnTo>
                  <a:lnTo>
                    <a:pt x="4024289" y="605854"/>
                  </a:lnTo>
                  <a:lnTo>
                    <a:pt x="4024407" y="605854"/>
                  </a:lnTo>
                  <a:lnTo>
                    <a:pt x="4024524" y="605854"/>
                  </a:lnTo>
                  <a:lnTo>
                    <a:pt x="4024642" y="605854"/>
                  </a:lnTo>
                  <a:lnTo>
                    <a:pt x="4024760" y="605854"/>
                  </a:lnTo>
                  <a:lnTo>
                    <a:pt x="4024877" y="605854"/>
                  </a:lnTo>
                  <a:lnTo>
                    <a:pt x="4024995" y="605854"/>
                  </a:lnTo>
                  <a:lnTo>
                    <a:pt x="4025112" y="605854"/>
                  </a:lnTo>
                  <a:lnTo>
                    <a:pt x="4025230" y="605854"/>
                  </a:lnTo>
                  <a:lnTo>
                    <a:pt x="4025348" y="605854"/>
                  </a:lnTo>
                  <a:lnTo>
                    <a:pt x="4025465" y="605854"/>
                  </a:lnTo>
                  <a:lnTo>
                    <a:pt x="4025583" y="605854"/>
                  </a:lnTo>
                  <a:lnTo>
                    <a:pt x="4025701" y="605854"/>
                  </a:lnTo>
                  <a:lnTo>
                    <a:pt x="4025818" y="605854"/>
                  </a:lnTo>
                  <a:lnTo>
                    <a:pt x="4025818" y="605423"/>
                  </a:lnTo>
                  <a:lnTo>
                    <a:pt x="4025936" y="605423"/>
                  </a:lnTo>
                  <a:lnTo>
                    <a:pt x="4025936" y="604993"/>
                  </a:lnTo>
                  <a:lnTo>
                    <a:pt x="4026053" y="604993"/>
                  </a:lnTo>
                  <a:lnTo>
                    <a:pt x="4026053" y="604562"/>
                  </a:lnTo>
                  <a:lnTo>
                    <a:pt x="4026171" y="604562"/>
                  </a:lnTo>
                  <a:lnTo>
                    <a:pt x="4026289" y="604562"/>
                  </a:lnTo>
                  <a:lnTo>
                    <a:pt x="4026289" y="604131"/>
                  </a:lnTo>
                  <a:lnTo>
                    <a:pt x="4026406" y="604131"/>
                  </a:lnTo>
                  <a:lnTo>
                    <a:pt x="4026524" y="604131"/>
                  </a:lnTo>
                  <a:lnTo>
                    <a:pt x="4026641" y="604131"/>
                  </a:lnTo>
                  <a:lnTo>
                    <a:pt x="4026759" y="604131"/>
                  </a:lnTo>
                  <a:lnTo>
                    <a:pt x="4026877" y="604131"/>
                  </a:lnTo>
                  <a:lnTo>
                    <a:pt x="4026877" y="603701"/>
                  </a:lnTo>
                  <a:lnTo>
                    <a:pt x="4026994" y="603701"/>
                  </a:lnTo>
                  <a:lnTo>
                    <a:pt x="4027112" y="603701"/>
                  </a:lnTo>
                  <a:lnTo>
                    <a:pt x="4027230" y="603701"/>
                  </a:lnTo>
                  <a:lnTo>
                    <a:pt x="4027347" y="603701"/>
                  </a:lnTo>
                  <a:lnTo>
                    <a:pt x="4027465" y="603701"/>
                  </a:lnTo>
                  <a:lnTo>
                    <a:pt x="4027582" y="603701"/>
                  </a:lnTo>
                  <a:lnTo>
                    <a:pt x="4027700" y="603701"/>
                  </a:lnTo>
                  <a:lnTo>
                    <a:pt x="4027818" y="603701"/>
                  </a:lnTo>
                  <a:lnTo>
                    <a:pt x="4027935" y="603701"/>
                  </a:lnTo>
                  <a:lnTo>
                    <a:pt x="4027935" y="603270"/>
                  </a:lnTo>
                  <a:lnTo>
                    <a:pt x="4027935" y="602840"/>
                  </a:lnTo>
                  <a:lnTo>
                    <a:pt x="4028053" y="602840"/>
                  </a:lnTo>
                  <a:lnTo>
                    <a:pt x="4028170" y="602840"/>
                  </a:lnTo>
                  <a:lnTo>
                    <a:pt x="4028288" y="602840"/>
                  </a:lnTo>
                  <a:lnTo>
                    <a:pt x="4028406" y="602840"/>
                  </a:lnTo>
                  <a:lnTo>
                    <a:pt x="4028523" y="602840"/>
                  </a:lnTo>
                  <a:lnTo>
                    <a:pt x="4028641" y="602840"/>
                  </a:lnTo>
                  <a:lnTo>
                    <a:pt x="4028759" y="602840"/>
                  </a:lnTo>
                  <a:lnTo>
                    <a:pt x="4028876" y="602840"/>
                  </a:lnTo>
                  <a:lnTo>
                    <a:pt x="4028994" y="602840"/>
                  </a:lnTo>
                  <a:lnTo>
                    <a:pt x="4029111" y="602840"/>
                  </a:lnTo>
                  <a:lnTo>
                    <a:pt x="4029229" y="602840"/>
                  </a:lnTo>
                  <a:lnTo>
                    <a:pt x="4029347" y="602840"/>
                  </a:lnTo>
                  <a:lnTo>
                    <a:pt x="4029347" y="602409"/>
                  </a:lnTo>
                  <a:lnTo>
                    <a:pt x="4029464" y="602409"/>
                  </a:lnTo>
                  <a:lnTo>
                    <a:pt x="4029464" y="601978"/>
                  </a:lnTo>
                  <a:lnTo>
                    <a:pt x="4029582" y="601978"/>
                  </a:lnTo>
                  <a:lnTo>
                    <a:pt x="4029699" y="601978"/>
                  </a:lnTo>
                  <a:lnTo>
                    <a:pt x="4029817" y="601978"/>
                  </a:lnTo>
                  <a:lnTo>
                    <a:pt x="4029935" y="601978"/>
                  </a:lnTo>
                  <a:lnTo>
                    <a:pt x="4030052" y="601978"/>
                  </a:lnTo>
                  <a:lnTo>
                    <a:pt x="4030170" y="601978"/>
                  </a:lnTo>
                  <a:lnTo>
                    <a:pt x="4030288" y="601978"/>
                  </a:lnTo>
                  <a:lnTo>
                    <a:pt x="4030288" y="601548"/>
                  </a:lnTo>
                  <a:lnTo>
                    <a:pt x="4030405" y="601548"/>
                  </a:lnTo>
                  <a:lnTo>
                    <a:pt x="4030405" y="601117"/>
                  </a:lnTo>
                  <a:lnTo>
                    <a:pt x="4030405" y="600687"/>
                  </a:lnTo>
                  <a:lnTo>
                    <a:pt x="4030523" y="600687"/>
                  </a:lnTo>
                  <a:lnTo>
                    <a:pt x="4030640" y="600687"/>
                  </a:lnTo>
                  <a:lnTo>
                    <a:pt x="4030758" y="600687"/>
                  </a:lnTo>
                  <a:lnTo>
                    <a:pt x="4030876" y="600687"/>
                  </a:lnTo>
                  <a:lnTo>
                    <a:pt x="4030993" y="600687"/>
                  </a:lnTo>
                  <a:lnTo>
                    <a:pt x="4031111" y="600687"/>
                  </a:lnTo>
                  <a:lnTo>
                    <a:pt x="4031228" y="600687"/>
                  </a:lnTo>
                  <a:lnTo>
                    <a:pt x="4031346" y="600687"/>
                  </a:lnTo>
                  <a:lnTo>
                    <a:pt x="4031346" y="600256"/>
                  </a:lnTo>
                  <a:lnTo>
                    <a:pt x="4031464" y="600256"/>
                  </a:lnTo>
                  <a:lnTo>
                    <a:pt x="4031581" y="600256"/>
                  </a:lnTo>
                  <a:lnTo>
                    <a:pt x="4031699" y="600256"/>
                  </a:lnTo>
                  <a:lnTo>
                    <a:pt x="4031699" y="599825"/>
                  </a:lnTo>
                  <a:lnTo>
                    <a:pt x="4031817" y="599825"/>
                  </a:lnTo>
                  <a:lnTo>
                    <a:pt x="4031934" y="599825"/>
                  </a:lnTo>
                  <a:lnTo>
                    <a:pt x="4032052" y="599825"/>
                  </a:lnTo>
                  <a:lnTo>
                    <a:pt x="4032169" y="599825"/>
                  </a:lnTo>
                  <a:lnTo>
                    <a:pt x="4032287" y="599825"/>
                  </a:lnTo>
                  <a:lnTo>
                    <a:pt x="4032405" y="599825"/>
                  </a:lnTo>
                  <a:lnTo>
                    <a:pt x="4032522" y="599825"/>
                  </a:lnTo>
                  <a:lnTo>
                    <a:pt x="4032640" y="599825"/>
                  </a:lnTo>
                  <a:lnTo>
                    <a:pt x="4032757" y="599825"/>
                  </a:lnTo>
                  <a:lnTo>
                    <a:pt x="4032875" y="599825"/>
                  </a:lnTo>
                  <a:lnTo>
                    <a:pt x="4032993" y="599825"/>
                  </a:lnTo>
                  <a:lnTo>
                    <a:pt x="4033110" y="599825"/>
                  </a:lnTo>
                  <a:lnTo>
                    <a:pt x="4033228" y="599825"/>
                  </a:lnTo>
                  <a:lnTo>
                    <a:pt x="4033345" y="599825"/>
                  </a:lnTo>
                  <a:lnTo>
                    <a:pt x="4033463" y="599825"/>
                  </a:lnTo>
                  <a:lnTo>
                    <a:pt x="4033463" y="599395"/>
                  </a:lnTo>
                  <a:lnTo>
                    <a:pt x="4033581" y="599395"/>
                  </a:lnTo>
                  <a:lnTo>
                    <a:pt x="4033698" y="599395"/>
                  </a:lnTo>
                  <a:lnTo>
                    <a:pt x="4033816" y="599395"/>
                  </a:lnTo>
                  <a:lnTo>
                    <a:pt x="4033934" y="599395"/>
                  </a:lnTo>
                  <a:lnTo>
                    <a:pt x="4034051" y="599395"/>
                  </a:lnTo>
                  <a:lnTo>
                    <a:pt x="4034169" y="599395"/>
                  </a:lnTo>
                  <a:lnTo>
                    <a:pt x="4034286" y="599395"/>
                  </a:lnTo>
                  <a:lnTo>
                    <a:pt x="4034404" y="599395"/>
                  </a:lnTo>
                  <a:lnTo>
                    <a:pt x="4034522" y="599395"/>
                  </a:lnTo>
                  <a:lnTo>
                    <a:pt x="4034639" y="599395"/>
                  </a:lnTo>
                  <a:lnTo>
                    <a:pt x="4034757" y="599395"/>
                  </a:lnTo>
                  <a:lnTo>
                    <a:pt x="4034874" y="599395"/>
                  </a:lnTo>
                  <a:lnTo>
                    <a:pt x="4034992" y="599395"/>
                  </a:lnTo>
                  <a:lnTo>
                    <a:pt x="4035110" y="599395"/>
                  </a:lnTo>
                  <a:lnTo>
                    <a:pt x="4035227" y="599395"/>
                  </a:lnTo>
                  <a:lnTo>
                    <a:pt x="4035227" y="598964"/>
                  </a:lnTo>
                  <a:lnTo>
                    <a:pt x="4035345" y="598964"/>
                  </a:lnTo>
                  <a:lnTo>
                    <a:pt x="4035463" y="598964"/>
                  </a:lnTo>
                  <a:lnTo>
                    <a:pt x="4035580" y="598964"/>
                  </a:lnTo>
                  <a:lnTo>
                    <a:pt x="4035698" y="598964"/>
                  </a:lnTo>
                  <a:lnTo>
                    <a:pt x="4035815" y="598964"/>
                  </a:lnTo>
                  <a:lnTo>
                    <a:pt x="4035933" y="598964"/>
                  </a:lnTo>
                  <a:lnTo>
                    <a:pt x="4036051" y="598964"/>
                  </a:lnTo>
                  <a:lnTo>
                    <a:pt x="4036168" y="598964"/>
                  </a:lnTo>
                  <a:lnTo>
                    <a:pt x="4036286" y="598964"/>
                  </a:lnTo>
                  <a:lnTo>
                    <a:pt x="4036403" y="598964"/>
                  </a:lnTo>
                  <a:lnTo>
                    <a:pt x="4036521" y="598964"/>
                  </a:lnTo>
                  <a:lnTo>
                    <a:pt x="4036639" y="598964"/>
                  </a:lnTo>
                  <a:lnTo>
                    <a:pt x="4036756" y="598964"/>
                  </a:lnTo>
                  <a:lnTo>
                    <a:pt x="4036874" y="598964"/>
                  </a:lnTo>
                  <a:lnTo>
                    <a:pt x="4036874" y="598534"/>
                  </a:lnTo>
                  <a:lnTo>
                    <a:pt x="4036992" y="598534"/>
                  </a:lnTo>
                  <a:lnTo>
                    <a:pt x="4037109" y="598534"/>
                  </a:lnTo>
                  <a:lnTo>
                    <a:pt x="4037109" y="598103"/>
                  </a:lnTo>
                  <a:lnTo>
                    <a:pt x="4037227" y="598103"/>
                  </a:lnTo>
                  <a:lnTo>
                    <a:pt x="4037344" y="598103"/>
                  </a:lnTo>
                  <a:lnTo>
                    <a:pt x="4037462" y="598103"/>
                  </a:lnTo>
                  <a:lnTo>
                    <a:pt x="4037580" y="598103"/>
                  </a:lnTo>
                  <a:lnTo>
                    <a:pt x="4037697" y="598103"/>
                  </a:lnTo>
                  <a:lnTo>
                    <a:pt x="4037815" y="598103"/>
                  </a:lnTo>
                  <a:lnTo>
                    <a:pt x="4037932" y="598103"/>
                  </a:lnTo>
                  <a:lnTo>
                    <a:pt x="4038050" y="598103"/>
                  </a:lnTo>
                  <a:lnTo>
                    <a:pt x="4038168" y="598103"/>
                  </a:lnTo>
                  <a:lnTo>
                    <a:pt x="4038285" y="598103"/>
                  </a:lnTo>
                  <a:lnTo>
                    <a:pt x="4038403" y="598103"/>
                  </a:lnTo>
                  <a:lnTo>
                    <a:pt x="4038521" y="598103"/>
                  </a:lnTo>
                  <a:lnTo>
                    <a:pt x="4038638" y="598103"/>
                  </a:lnTo>
                  <a:lnTo>
                    <a:pt x="4038756" y="598103"/>
                  </a:lnTo>
                  <a:lnTo>
                    <a:pt x="4038873" y="598103"/>
                  </a:lnTo>
                  <a:lnTo>
                    <a:pt x="4038991" y="598103"/>
                  </a:lnTo>
                  <a:lnTo>
                    <a:pt x="4039109" y="598103"/>
                  </a:lnTo>
                  <a:lnTo>
                    <a:pt x="4039226" y="598103"/>
                  </a:lnTo>
                  <a:lnTo>
                    <a:pt x="4039344" y="598103"/>
                  </a:lnTo>
                  <a:lnTo>
                    <a:pt x="4039461" y="598103"/>
                  </a:lnTo>
                  <a:lnTo>
                    <a:pt x="4039579" y="598103"/>
                  </a:lnTo>
                  <a:lnTo>
                    <a:pt x="4039697" y="598103"/>
                  </a:lnTo>
                  <a:lnTo>
                    <a:pt x="4039697" y="597672"/>
                  </a:lnTo>
                  <a:lnTo>
                    <a:pt x="4039697" y="597242"/>
                  </a:lnTo>
                  <a:lnTo>
                    <a:pt x="4039814" y="597242"/>
                  </a:lnTo>
                  <a:lnTo>
                    <a:pt x="4039814" y="596811"/>
                  </a:lnTo>
                  <a:lnTo>
                    <a:pt x="4039932" y="596811"/>
                  </a:lnTo>
                  <a:lnTo>
                    <a:pt x="4040049" y="596811"/>
                  </a:lnTo>
                  <a:lnTo>
                    <a:pt x="4040049" y="596381"/>
                  </a:lnTo>
                  <a:lnTo>
                    <a:pt x="4040167" y="596381"/>
                  </a:lnTo>
                  <a:lnTo>
                    <a:pt x="4040285" y="596381"/>
                  </a:lnTo>
                  <a:lnTo>
                    <a:pt x="4040402" y="596381"/>
                  </a:lnTo>
                  <a:lnTo>
                    <a:pt x="4040520" y="596381"/>
                  </a:lnTo>
                  <a:lnTo>
                    <a:pt x="4040638" y="596381"/>
                  </a:lnTo>
                  <a:lnTo>
                    <a:pt x="4040755" y="596381"/>
                  </a:lnTo>
                  <a:lnTo>
                    <a:pt x="4040873" y="596381"/>
                  </a:lnTo>
                  <a:lnTo>
                    <a:pt x="4040873" y="595950"/>
                  </a:lnTo>
                  <a:lnTo>
                    <a:pt x="4040990" y="595950"/>
                  </a:lnTo>
                  <a:lnTo>
                    <a:pt x="4041108" y="595950"/>
                  </a:lnTo>
                  <a:lnTo>
                    <a:pt x="4041226" y="595950"/>
                  </a:lnTo>
                  <a:lnTo>
                    <a:pt x="4041343" y="595950"/>
                  </a:lnTo>
                  <a:lnTo>
                    <a:pt x="4041461" y="595950"/>
                  </a:lnTo>
                  <a:lnTo>
                    <a:pt x="4041578" y="595950"/>
                  </a:lnTo>
                  <a:lnTo>
                    <a:pt x="4041696" y="595950"/>
                  </a:lnTo>
                  <a:lnTo>
                    <a:pt x="4041814" y="595950"/>
                  </a:lnTo>
                  <a:lnTo>
                    <a:pt x="4041931" y="595950"/>
                  </a:lnTo>
                  <a:lnTo>
                    <a:pt x="4042049" y="595950"/>
                  </a:lnTo>
                  <a:lnTo>
                    <a:pt x="4042167" y="595950"/>
                  </a:lnTo>
                  <a:lnTo>
                    <a:pt x="4042284" y="595950"/>
                  </a:lnTo>
                  <a:lnTo>
                    <a:pt x="4042284" y="595519"/>
                  </a:lnTo>
                  <a:lnTo>
                    <a:pt x="4042402" y="595519"/>
                  </a:lnTo>
                  <a:lnTo>
                    <a:pt x="4042519" y="595519"/>
                  </a:lnTo>
                  <a:lnTo>
                    <a:pt x="4042637" y="595519"/>
                  </a:lnTo>
                  <a:lnTo>
                    <a:pt x="4042637" y="595089"/>
                  </a:lnTo>
                  <a:lnTo>
                    <a:pt x="4042755" y="595089"/>
                  </a:lnTo>
                  <a:lnTo>
                    <a:pt x="4042872" y="595089"/>
                  </a:lnTo>
                  <a:lnTo>
                    <a:pt x="4042990" y="595089"/>
                  </a:lnTo>
                  <a:lnTo>
                    <a:pt x="4043107" y="595089"/>
                  </a:lnTo>
                  <a:lnTo>
                    <a:pt x="4043225" y="595089"/>
                  </a:lnTo>
                  <a:lnTo>
                    <a:pt x="4043343" y="595089"/>
                  </a:lnTo>
                  <a:lnTo>
                    <a:pt x="4043460" y="595089"/>
                  </a:lnTo>
                  <a:lnTo>
                    <a:pt x="4043578" y="595089"/>
                  </a:lnTo>
                  <a:lnTo>
                    <a:pt x="4043696" y="595089"/>
                  </a:lnTo>
                  <a:lnTo>
                    <a:pt x="4043813" y="595089"/>
                  </a:lnTo>
                  <a:lnTo>
                    <a:pt x="4043931" y="595089"/>
                  </a:lnTo>
                  <a:lnTo>
                    <a:pt x="4044048" y="595089"/>
                  </a:lnTo>
                  <a:lnTo>
                    <a:pt x="4044166" y="595089"/>
                  </a:lnTo>
                  <a:lnTo>
                    <a:pt x="4044284" y="595089"/>
                  </a:lnTo>
                  <a:lnTo>
                    <a:pt x="4044401" y="595089"/>
                  </a:lnTo>
                  <a:lnTo>
                    <a:pt x="4044401" y="594658"/>
                  </a:lnTo>
                  <a:lnTo>
                    <a:pt x="4044519" y="594658"/>
                  </a:lnTo>
                  <a:lnTo>
                    <a:pt x="4044636" y="594658"/>
                  </a:lnTo>
                  <a:lnTo>
                    <a:pt x="4044754" y="594658"/>
                  </a:lnTo>
                  <a:lnTo>
                    <a:pt x="4044872" y="594658"/>
                  </a:lnTo>
                  <a:lnTo>
                    <a:pt x="4044989" y="594658"/>
                  </a:lnTo>
                  <a:lnTo>
                    <a:pt x="4045107" y="594658"/>
                  </a:lnTo>
                  <a:lnTo>
                    <a:pt x="4045225" y="594658"/>
                  </a:lnTo>
                  <a:lnTo>
                    <a:pt x="4045342" y="594658"/>
                  </a:lnTo>
                  <a:lnTo>
                    <a:pt x="4045342" y="594228"/>
                  </a:lnTo>
                  <a:lnTo>
                    <a:pt x="4045460" y="594228"/>
                  </a:lnTo>
                  <a:lnTo>
                    <a:pt x="4045460" y="593797"/>
                  </a:lnTo>
                  <a:lnTo>
                    <a:pt x="4045577" y="593797"/>
                  </a:lnTo>
                  <a:lnTo>
                    <a:pt x="4045695" y="593797"/>
                  </a:lnTo>
                  <a:lnTo>
                    <a:pt x="4045813" y="593797"/>
                  </a:lnTo>
                  <a:lnTo>
                    <a:pt x="4045813" y="593366"/>
                  </a:lnTo>
                  <a:lnTo>
                    <a:pt x="4045930" y="593366"/>
                  </a:lnTo>
                  <a:lnTo>
                    <a:pt x="4046048" y="593366"/>
                  </a:lnTo>
                  <a:lnTo>
                    <a:pt x="4046165" y="593366"/>
                  </a:lnTo>
                  <a:lnTo>
                    <a:pt x="4046283" y="593366"/>
                  </a:lnTo>
                  <a:lnTo>
                    <a:pt x="4046401" y="593366"/>
                  </a:lnTo>
                  <a:lnTo>
                    <a:pt x="4046518" y="593366"/>
                  </a:lnTo>
                  <a:lnTo>
                    <a:pt x="4046636" y="593366"/>
                  </a:lnTo>
                  <a:lnTo>
                    <a:pt x="4046754" y="593366"/>
                  </a:lnTo>
                  <a:lnTo>
                    <a:pt x="4046754" y="592936"/>
                  </a:lnTo>
                  <a:lnTo>
                    <a:pt x="4046871" y="592936"/>
                  </a:lnTo>
                  <a:lnTo>
                    <a:pt x="4046989" y="592936"/>
                  </a:lnTo>
                  <a:lnTo>
                    <a:pt x="4047106" y="592936"/>
                  </a:lnTo>
                  <a:lnTo>
                    <a:pt x="4047224" y="592936"/>
                  </a:lnTo>
                  <a:lnTo>
                    <a:pt x="4047342" y="592936"/>
                  </a:lnTo>
                  <a:lnTo>
                    <a:pt x="4047459" y="592936"/>
                  </a:lnTo>
                  <a:lnTo>
                    <a:pt x="4047577" y="592936"/>
                  </a:lnTo>
                  <a:lnTo>
                    <a:pt x="4047694" y="592936"/>
                  </a:lnTo>
                  <a:lnTo>
                    <a:pt x="4047812" y="592936"/>
                  </a:lnTo>
                  <a:lnTo>
                    <a:pt x="4047930" y="592936"/>
                  </a:lnTo>
                  <a:lnTo>
                    <a:pt x="4048047" y="592936"/>
                  </a:lnTo>
                  <a:lnTo>
                    <a:pt x="4048165" y="592936"/>
                  </a:lnTo>
                  <a:lnTo>
                    <a:pt x="4048282" y="592936"/>
                  </a:lnTo>
                  <a:lnTo>
                    <a:pt x="4048400" y="592936"/>
                  </a:lnTo>
                  <a:lnTo>
                    <a:pt x="4048400" y="592505"/>
                  </a:lnTo>
                  <a:lnTo>
                    <a:pt x="4048518" y="592505"/>
                  </a:lnTo>
                  <a:lnTo>
                    <a:pt x="4048635" y="592505"/>
                  </a:lnTo>
                  <a:lnTo>
                    <a:pt x="4048753" y="592505"/>
                  </a:lnTo>
                  <a:lnTo>
                    <a:pt x="4048871" y="592505"/>
                  </a:lnTo>
                  <a:lnTo>
                    <a:pt x="4048988" y="592505"/>
                  </a:lnTo>
                  <a:lnTo>
                    <a:pt x="4049106" y="592505"/>
                  </a:lnTo>
                  <a:lnTo>
                    <a:pt x="4049223" y="592505"/>
                  </a:lnTo>
                  <a:lnTo>
                    <a:pt x="4049341" y="592505"/>
                  </a:lnTo>
                  <a:lnTo>
                    <a:pt x="4049459" y="592505"/>
                  </a:lnTo>
                  <a:lnTo>
                    <a:pt x="4049576" y="592505"/>
                  </a:lnTo>
                  <a:lnTo>
                    <a:pt x="4049694" y="592505"/>
                  </a:lnTo>
                  <a:lnTo>
                    <a:pt x="4049811" y="592505"/>
                  </a:lnTo>
                  <a:lnTo>
                    <a:pt x="4049929" y="592505"/>
                  </a:lnTo>
                  <a:lnTo>
                    <a:pt x="4050047" y="592505"/>
                  </a:lnTo>
                  <a:lnTo>
                    <a:pt x="4050164" y="592505"/>
                  </a:lnTo>
                  <a:lnTo>
                    <a:pt x="4050282" y="592505"/>
                  </a:lnTo>
                  <a:lnTo>
                    <a:pt x="4050400" y="592505"/>
                  </a:lnTo>
                  <a:lnTo>
                    <a:pt x="4050517" y="592505"/>
                  </a:lnTo>
                  <a:lnTo>
                    <a:pt x="4050635" y="592505"/>
                  </a:lnTo>
                  <a:lnTo>
                    <a:pt x="4050752" y="592505"/>
                  </a:lnTo>
                  <a:lnTo>
                    <a:pt x="4050752" y="592075"/>
                  </a:lnTo>
                  <a:lnTo>
                    <a:pt x="4050870" y="592075"/>
                  </a:lnTo>
                  <a:lnTo>
                    <a:pt x="4050988" y="592075"/>
                  </a:lnTo>
                  <a:lnTo>
                    <a:pt x="4051105" y="592075"/>
                  </a:lnTo>
                  <a:lnTo>
                    <a:pt x="4051105" y="591644"/>
                  </a:lnTo>
                  <a:lnTo>
                    <a:pt x="4051105" y="591213"/>
                  </a:lnTo>
                  <a:lnTo>
                    <a:pt x="4051223" y="591213"/>
                  </a:lnTo>
                  <a:lnTo>
                    <a:pt x="4051223" y="590783"/>
                  </a:lnTo>
                  <a:lnTo>
                    <a:pt x="4051340" y="590783"/>
                  </a:lnTo>
                  <a:lnTo>
                    <a:pt x="4051458" y="590783"/>
                  </a:lnTo>
                  <a:lnTo>
                    <a:pt x="4051576" y="590783"/>
                  </a:lnTo>
                  <a:lnTo>
                    <a:pt x="4051693" y="590783"/>
                  </a:lnTo>
                  <a:lnTo>
                    <a:pt x="4051811" y="590783"/>
                  </a:lnTo>
                  <a:lnTo>
                    <a:pt x="4051929" y="590783"/>
                  </a:lnTo>
                  <a:lnTo>
                    <a:pt x="4052046" y="590783"/>
                  </a:lnTo>
                  <a:lnTo>
                    <a:pt x="4052164" y="590783"/>
                  </a:lnTo>
                  <a:lnTo>
                    <a:pt x="4052281" y="590783"/>
                  </a:lnTo>
                  <a:lnTo>
                    <a:pt x="4052399" y="590783"/>
                  </a:lnTo>
                  <a:lnTo>
                    <a:pt x="4052517" y="590783"/>
                  </a:lnTo>
                  <a:lnTo>
                    <a:pt x="4052634" y="590783"/>
                  </a:lnTo>
                  <a:lnTo>
                    <a:pt x="4052752" y="590783"/>
                  </a:lnTo>
                  <a:lnTo>
                    <a:pt x="4052869" y="590783"/>
                  </a:lnTo>
                  <a:lnTo>
                    <a:pt x="4052987" y="590783"/>
                  </a:lnTo>
                  <a:lnTo>
                    <a:pt x="4053105" y="590783"/>
                  </a:lnTo>
                  <a:lnTo>
                    <a:pt x="4053222" y="590783"/>
                  </a:lnTo>
                  <a:lnTo>
                    <a:pt x="4053340" y="590783"/>
                  </a:lnTo>
                  <a:lnTo>
                    <a:pt x="4053340" y="590352"/>
                  </a:lnTo>
                  <a:lnTo>
                    <a:pt x="4053458" y="590352"/>
                  </a:lnTo>
                  <a:lnTo>
                    <a:pt x="4053575" y="590352"/>
                  </a:lnTo>
                  <a:lnTo>
                    <a:pt x="4053693" y="590352"/>
                  </a:lnTo>
                  <a:lnTo>
                    <a:pt x="4053810" y="590352"/>
                  </a:lnTo>
                  <a:lnTo>
                    <a:pt x="4053928" y="590352"/>
                  </a:lnTo>
                  <a:lnTo>
                    <a:pt x="4054046" y="590352"/>
                  </a:lnTo>
                  <a:lnTo>
                    <a:pt x="4054163" y="590352"/>
                  </a:lnTo>
                  <a:lnTo>
                    <a:pt x="4054281" y="590352"/>
                  </a:lnTo>
                  <a:lnTo>
                    <a:pt x="4054398" y="590352"/>
                  </a:lnTo>
                  <a:lnTo>
                    <a:pt x="4054516" y="590352"/>
                  </a:lnTo>
                  <a:lnTo>
                    <a:pt x="4054634" y="590352"/>
                  </a:lnTo>
                  <a:lnTo>
                    <a:pt x="4054751" y="590352"/>
                  </a:lnTo>
                  <a:lnTo>
                    <a:pt x="4054869" y="590352"/>
                  </a:lnTo>
                  <a:lnTo>
                    <a:pt x="4054987" y="590352"/>
                  </a:lnTo>
                  <a:lnTo>
                    <a:pt x="4055104" y="590352"/>
                  </a:lnTo>
                  <a:lnTo>
                    <a:pt x="4055222" y="590352"/>
                  </a:lnTo>
                  <a:lnTo>
                    <a:pt x="4055339" y="590352"/>
                  </a:lnTo>
                  <a:lnTo>
                    <a:pt x="4055457" y="590352"/>
                  </a:lnTo>
                  <a:lnTo>
                    <a:pt x="4055575" y="590352"/>
                  </a:lnTo>
                  <a:lnTo>
                    <a:pt x="4055692" y="590352"/>
                  </a:lnTo>
                  <a:lnTo>
                    <a:pt x="4055810" y="590352"/>
                  </a:lnTo>
                  <a:lnTo>
                    <a:pt x="4055927" y="590352"/>
                  </a:lnTo>
                  <a:lnTo>
                    <a:pt x="4056045" y="590352"/>
                  </a:lnTo>
                  <a:lnTo>
                    <a:pt x="4056163" y="590352"/>
                  </a:lnTo>
                  <a:lnTo>
                    <a:pt x="4056280" y="590352"/>
                  </a:lnTo>
                  <a:lnTo>
                    <a:pt x="4056398" y="590352"/>
                  </a:lnTo>
                  <a:lnTo>
                    <a:pt x="4056398" y="589922"/>
                  </a:lnTo>
                  <a:lnTo>
                    <a:pt x="4056515" y="589922"/>
                  </a:lnTo>
                  <a:lnTo>
                    <a:pt x="4056633" y="589922"/>
                  </a:lnTo>
                  <a:lnTo>
                    <a:pt x="4056751" y="589922"/>
                  </a:lnTo>
                  <a:lnTo>
                    <a:pt x="4056868" y="589922"/>
                  </a:lnTo>
                  <a:lnTo>
                    <a:pt x="4056986" y="589922"/>
                  </a:lnTo>
                  <a:lnTo>
                    <a:pt x="4056986" y="589491"/>
                  </a:lnTo>
                  <a:lnTo>
                    <a:pt x="4057104" y="589491"/>
                  </a:lnTo>
                  <a:lnTo>
                    <a:pt x="4057221" y="589491"/>
                  </a:lnTo>
                  <a:lnTo>
                    <a:pt x="4057339" y="589491"/>
                  </a:lnTo>
                  <a:lnTo>
                    <a:pt x="4057456" y="589491"/>
                  </a:lnTo>
                  <a:lnTo>
                    <a:pt x="4057574" y="589491"/>
                  </a:lnTo>
                  <a:lnTo>
                    <a:pt x="4057692" y="589491"/>
                  </a:lnTo>
                  <a:lnTo>
                    <a:pt x="4057809" y="589491"/>
                  </a:lnTo>
                  <a:lnTo>
                    <a:pt x="4057927" y="589491"/>
                  </a:lnTo>
                  <a:lnTo>
                    <a:pt x="4058044" y="589491"/>
                  </a:lnTo>
                  <a:lnTo>
                    <a:pt x="4058162" y="589491"/>
                  </a:lnTo>
                  <a:lnTo>
                    <a:pt x="4058280" y="589491"/>
                  </a:lnTo>
                  <a:lnTo>
                    <a:pt x="4058397" y="589491"/>
                  </a:lnTo>
                  <a:lnTo>
                    <a:pt x="4058515" y="589491"/>
                  </a:lnTo>
                  <a:lnTo>
                    <a:pt x="4058633" y="589491"/>
                  </a:lnTo>
                  <a:lnTo>
                    <a:pt x="4058750" y="589491"/>
                  </a:lnTo>
                  <a:lnTo>
                    <a:pt x="4058868" y="589491"/>
                  </a:lnTo>
                  <a:lnTo>
                    <a:pt x="4058985" y="589491"/>
                  </a:lnTo>
                  <a:lnTo>
                    <a:pt x="4059103" y="589491"/>
                  </a:lnTo>
                  <a:lnTo>
                    <a:pt x="4059103" y="589060"/>
                  </a:lnTo>
                  <a:lnTo>
                    <a:pt x="4059221" y="589060"/>
                  </a:lnTo>
                  <a:lnTo>
                    <a:pt x="4059338" y="589060"/>
                  </a:lnTo>
                  <a:lnTo>
                    <a:pt x="4059456" y="589060"/>
                  </a:lnTo>
                  <a:lnTo>
                    <a:pt x="4059573" y="589060"/>
                  </a:lnTo>
                  <a:lnTo>
                    <a:pt x="4059691" y="589060"/>
                  </a:lnTo>
                  <a:lnTo>
                    <a:pt x="4059809" y="589060"/>
                  </a:lnTo>
                  <a:lnTo>
                    <a:pt x="4059926" y="589060"/>
                  </a:lnTo>
                  <a:lnTo>
                    <a:pt x="4060044" y="589060"/>
                  </a:lnTo>
                  <a:lnTo>
                    <a:pt x="4060162" y="589060"/>
                  </a:lnTo>
                  <a:lnTo>
                    <a:pt x="4060279" y="589060"/>
                  </a:lnTo>
                  <a:lnTo>
                    <a:pt x="4060397" y="589060"/>
                  </a:lnTo>
                  <a:lnTo>
                    <a:pt x="4060514" y="589060"/>
                  </a:lnTo>
                  <a:lnTo>
                    <a:pt x="4060632" y="589060"/>
                  </a:lnTo>
                  <a:lnTo>
                    <a:pt x="4060750" y="589060"/>
                  </a:lnTo>
                  <a:lnTo>
                    <a:pt x="4060750" y="588630"/>
                  </a:lnTo>
                  <a:lnTo>
                    <a:pt x="4060867" y="588630"/>
                  </a:lnTo>
                  <a:lnTo>
                    <a:pt x="4060985" y="588630"/>
                  </a:lnTo>
                  <a:lnTo>
                    <a:pt x="4061102" y="588630"/>
                  </a:lnTo>
                  <a:lnTo>
                    <a:pt x="4061220" y="588630"/>
                  </a:lnTo>
                  <a:lnTo>
                    <a:pt x="4061338" y="588630"/>
                  </a:lnTo>
                  <a:lnTo>
                    <a:pt x="4061455" y="588630"/>
                  </a:lnTo>
                  <a:lnTo>
                    <a:pt x="4061573" y="588630"/>
                  </a:lnTo>
                  <a:lnTo>
                    <a:pt x="4061691" y="588630"/>
                  </a:lnTo>
                  <a:lnTo>
                    <a:pt x="4061808" y="588630"/>
                  </a:lnTo>
                  <a:lnTo>
                    <a:pt x="4061926" y="588630"/>
                  </a:lnTo>
                  <a:lnTo>
                    <a:pt x="4062043" y="588630"/>
                  </a:lnTo>
                  <a:lnTo>
                    <a:pt x="4062161" y="588630"/>
                  </a:lnTo>
                  <a:lnTo>
                    <a:pt x="4062161" y="588199"/>
                  </a:lnTo>
                  <a:lnTo>
                    <a:pt x="4062279" y="588199"/>
                  </a:lnTo>
                  <a:lnTo>
                    <a:pt x="4062396" y="588199"/>
                  </a:lnTo>
                  <a:lnTo>
                    <a:pt x="4062514" y="588199"/>
                  </a:lnTo>
                  <a:lnTo>
                    <a:pt x="4062631" y="588199"/>
                  </a:lnTo>
                  <a:lnTo>
                    <a:pt x="4062749" y="588199"/>
                  </a:lnTo>
                  <a:lnTo>
                    <a:pt x="4062749" y="587769"/>
                  </a:lnTo>
                  <a:lnTo>
                    <a:pt x="4062749" y="587338"/>
                  </a:lnTo>
                  <a:lnTo>
                    <a:pt x="4062867" y="587338"/>
                  </a:lnTo>
                  <a:lnTo>
                    <a:pt x="4062984" y="587338"/>
                  </a:lnTo>
                  <a:lnTo>
                    <a:pt x="4063102" y="587338"/>
                  </a:lnTo>
                  <a:lnTo>
                    <a:pt x="4063220" y="587338"/>
                  </a:lnTo>
                  <a:lnTo>
                    <a:pt x="4063337" y="587338"/>
                  </a:lnTo>
                  <a:lnTo>
                    <a:pt x="4063455" y="587338"/>
                  </a:lnTo>
                  <a:lnTo>
                    <a:pt x="4063572" y="587338"/>
                  </a:lnTo>
                  <a:lnTo>
                    <a:pt x="4063690" y="587338"/>
                  </a:lnTo>
                  <a:lnTo>
                    <a:pt x="4063690" y="586907"/>
                  </a:lnTo>
                  <a:lnTo>
                    <a:pt x="4063808" y="586907"/>
                  </a:lnTo>
                  <a:lnTo>
                    <a:pt x="4063925" y="586907"/>
                  </a:lnTo>
                  <a:lnTo>
                    <a:pt x="4064043" y="586907"/>
                  </a:lnTo>
                  <a:lnTo>
                    <a:pt x="4064160" y="586907"/>
                  </a:lnTo>
                  <a:lnTo>
                    <a:pt x="4064160" y="586477"/>
                  </a:lnTo>
                  <a:lnTo>
                    <a:pt x="4064278" y="586477"/>
                  </a:lnTo>
                  <a:lnTo>
                    <a:pt x="4064396" y="586477"/>
                  </a:lnTo>
                  <a:lnTo>
                    <a:pt x="4064513" y="586477"/>
                  </a:lnTo>
                  <a:lnTo>
                    <a:pt x="4064631" y="586477"/>
                  </a:lnTo>
                  <a:lnTo>
                    <a:pt x="4064748" y="586477"/>
                  </a:lnTo>
                  <a:lnTo>
                    <a:pt x="4064748" y="586046"/>
                  </a:lnTo>
                  <a:lnTo>
                    <a:pt x="4064866" y="586046"/>
                  </a:lnTo>
                  <a:lnTo>
                    <a:pt x="4064984" y="586046"/>
                  </a:lnTo>
                  <a:lnTo>
                    <a:pt x="4065101" y="586046"/>
                  </a:lnTo>
                  <a:lnTo>
                    <a:pt x="4065219" y="586046"/>
                  </a:lnTo>
                  <a:lnTo>
                    <a:pt x="4065337" y="586046"/>
                  </a:lnTo>
                  <a:lnTo>
                    <a:pt x="4065454" y="586046"/>
                  </a:lnTo>
                  <a:lnTo>
                    <a:pt x="4065572" y="586046"/>
                  </a:lnTo>
                  <a:lnTo>
                    <a:pt x="4065689" y="586046"/>
                  </a:lnTo>
                  <a:lnTo>
                    <a:pt x="4065807" y="586046"/>
                  </a:lnTo>
                  <a:lnTo>
                    <a:pt x="4065925" y="586046"/>
                  </a:lnTo>
                  <a:lnTo>
                    <a:pt x="4066042" y="586046"/>
                  </a:lnTo>
                  <a:lnTo>
                    <a:pt x="4066160" y="586046"/>
                  </a:lnTo>
                  <a:lnTo>
                    <a:pt x="4066277" y="586046"/>
                  </a:lnTo>
                  <a:lnTo>
                    <a:pt x="4066395" y="586046"/>
                  </a:lnTo>
                  <a:lnTo>
                    <a:pt x="4066513" y="586046"/>
                  </a:lnTo>
                  <a:lnTo>
                    <a:pt x="4066630" y="586046"/>
                  </a:lnTo>
                  <a:lnTo>
                    <a:pt x="4066748" y="586046"/>
                  </a:lnTo>
                  <a:lnTo>
                    <a:pt x="4066866" y="586046"/>
                  </a:lnTo>
                  <a:lnTo>
                    <a:pt x="4066983" y="586046"/>
                  </a:lnTo>
                  <a:lnTo>
                    <a:pt x="4067101" y="586046"/>
                  </a:lnTo>
                  <a:lnTo>
                    <a:pt x="4067218" y="586046"/>
                  </a:lnTo>
                  <a:lnTo>
                    <a:pt x="4067336" y="586046"/>
                  </a:lnTo>
                  <a:lnTo>
                    <a:pt x="4067454" y="586046"/>
                  </a:lnTo>
                  <a:lnTo>
                    <a:pt x="4067571" y="586046"/>
                  </a:lnTo>
                  <a:lnTo>
                    <a:pt x="4067689" y="586046"/>
                  </a:lnTo>
                  <a:lnTo>
                    <a:pt x="4067806" y="586046"/>
                  </a:lnTo>
                  <a:lnTo>
                    <a:pt x="4067924" y="586046"/>
                  </a:lnTo>
                  <a:lnTo>
                    <a:pt x="4068042" y="586046"/>
                  </a:lnTo>
                  <a:lnTo>
                    <a:pt x="4068159" y="586046"/>
                  </a:lnTo>
                  <a:lnTo>
                    <a:pt x="4068277" y="586046"/>
                  </a:lnTo>
                  <a:lnTo>
                    <a:pt x="4068395" y="586046"/>
                  </a:lnTo>
                  <a:lnTo>
                    <a:pt x="4068512" y="586046"/>
                  </a:lnTo>
                  <a:lnTo>
                    <a:pt x="4068630" y="586046"/>
                  </a:lnTo>
                  <a:lnTo>
                    <a:pt x="4068630" y="585616"/>
                  </a:lnTo>
                  <a:lnTo>
                    <a:pt x="4068747" y="585616"/>
                  </a:lnTo>
                  <a:lnTo>
                    <a:pt x="4068865" y="585616"/>
                  </a:lnTo>
                  <a:lnTo>
                    <a:pt x="4068983" y="585616"/>
                  </a:lnTo>
                  <a:lnTo>
                    <a:pt x="4069100" y="585616"/>
                  </a:lnTo>
                  <a:lnTo>
                    <a:pt x="4069218" y="585616"/>
                  </a:lnTo>
                  <a:lnTo>
                    <a:pt x="4069335" y="585616"/>
                  </a:lnTo>
                  <a:lnTo>
                    <a:pt x="4069453" y="585616"/>
                  </a:lnTo>
                  <a:lnTo>
                    <a:pt x="4069571" y="585616"/>
                  </a:lnTo>
                  <a:lnTo>
                    <a:pt x="4069688" y="585616"/>
                  </a:lnTo>
                  <a:lnTo>
                    <a:pt x="4069806" y="585616"/>
                  </a:lnTo>
                  <a:lnTo>
                    <a:pt x="4069924" y="585616"/>
                  </a:lnTo>
                  <a:lnTo>
                    <a:pt x="4069924" y="585185"/>
                  </a:lnTo>
                  <a:lnTo>
                    <a:pt x="4070041" y="585185"/>
                  </a:lnTo>
                  <a:lnTo>
                    <a:pt x="4070159" y="585185"/>
                  </a:lnTo>
                  <a:lnTo>
                    <a:pt x="4070276" y="585185"/>
                  </a:lnTo>
                  <a:lnTo>
                    <a:pt x="4070394" y="585185"/>
                  </a:lnTo>
                  <a:lnTo>
                    <a:pt x="4070512" y="585185"/>
                  </a:lnTo>
                  <a:lnTo>
                    <a:pt x="4070629" y="585185"/>
                  </a:lnTo>
                  <a:lnTo>
                    <a:pt x="4070629" y="584754"/>
                  </a:lnTo>
                  <a:lnTo>
                    <a:pt x="4070747" y="584754"/>
                  </a:lnTo>
                  <a:lnTo>
                    <a:pt x="4070864" y="584754"/>
                  </a:lnTo>
                  <a:lnTo>
                    <a:pt x="4070982" y="584754"/>
                  </a:lnTo>
                  <a:lnTo>
                    <a:pt x="4071100" y="584754"/>
                  </a:lnTo>
                  <a:lnTo>
                    <a:pt x="4071100" y="584324"/>
                  </a:lnTo>
                  <a:lnTo>
                    <a:pt x="4071217" y="584324"/>
                  </a:lnTo>
                  <a:lnTo>
                    <a:pt x="4071335" y="584324"/>
                  </a:lnTo>
                  <a:lnTo>
                    <a:pt x="4071453" y="584324"/>
                  </a:lnTo>
                  <a:lnTo>
                    <a:pt x="4071570" y="584324"/>
                  </a:lnTo>
                  <a:lnTo>
                    <a:pt x="4071688" y="584324"/>
                  </a:lnTo>
                  <a:lnTo>
                    <a:pt x="4071805" y="584324"/>
                  </a:lnTo>
                  <a:lnTo>
                    <a:pt x="4071805" y="583893"/>
                  </a:lnTo>
                  <a:lnTo>
                    <a:pt x="4071923" y="583893"/>
                  </a:lnTo>
                  <a:lnTo>
                    <a:pt x="4072041" y="583893"/>
                  </a:lnTo>
                  <a:lnTo>
                    <a:pt x="4072158" y="583893"/>
                  </a:lnTo>
                  <a:lnTo>
                    <a:pt x="4072276" y="583893"/>
                  </a:lnTo>
                  <a:lnTo>
                    <a:pt x="4072393" y="583893"/>
                  </a:lnTo>
                  <a:lnTo>
                    <a:pt x="4072511" y="583893"/>
                  </a:lnTo>
                  <a:lnTo>
                    <a:pt x="4072629" y="583893"/>
                  </a:lnTo>
                  <a:lnTo>
                    <a:pt x="4072746" y="583893"/>
                  </a:lnTo>
                  <a:lnTo>
                    <a:pt x="4072864" y="583893"/>
                  </a:lnTo>
                  <a:lnTo>
                    <a:pt x="4072981" y="583893"/>
                  </a:lnTo>
                  <a:lnTo>
                    <a:pt x="4073099" y="583893"/>
                  </a:lnTo>
                  <a:lnTo>
                    <a:pt x="4073217" y="583893"/>
                  </a:lnTo>
                  <a:lnTo>
                    <a:pt x="4073334" y="583893"/>
                  </a:lnTo>
                  <a:lnTo>
                    <a:pt x="4073452" y="583893"/>
                  </a:lnTo>
                  <a:lnTo>
                    <a:pt x="4073570" y="583893"/>
                  </a:lnTo>
                  <a:lnTo>
                    <a:pt x="4073687" y="583893"/>
                  </a:lnTo>
                  <a:lnTo>
                    <a:pt x="4073805" y="583893"/>
                  </a:lnTo>
                  <a:lnTo>
                    <a:pt x="4073922" y="583893"/>
                  </a:lnTo>
                  <a:lnTo>
                    <a:pt x="4074040" y="583893"/>
                  </a:lnTo>
                  <a:lnTo>
                    <a:pt x="4074158" y="583893"/>
                  </a:lnTo>
                  <a:lnTo>
                    <a:pt x="4074275" y="583893"/>
                  </a:lnTo>
                  <a:lnTo>
                    <a:pt x="4074393" y="583893"/>
                  </a:lnTo>
                  <a:lnTo>
                    <a:pt x="4074510" y="583893"/>
                  </a:lnTo>
                  <a:lnTo>
                    <a:pt x="4074628" y="583893"/>
                  </a:lnTo>
                  <a:lnTo>
                    <a:pt x="4074746" y="583893"/>
                  </a:lnTo>
                  <a:lnTo>
                    <a:pt x="4074863" y="583893"/>
                  </a:lnTo>
                  <a:lnTo>
                    <a:pt x="4074981" y="583893"/>
                  </a:lnTo>
                  <a:lnTo>
                    <a:pt x="4075099" y="583893"/>
                  </a:lnTo>
                  <a:lnTo>
                    <a:pt x="4075216" y="583893"/>
                  </a:lnTo>
                  <a:lnTo>
                    <a:pt x="4075334" y="583893"/>
                  </a:lnTo>
                  <a:lnTo>
                    <a:pt x="4075451" y="583893"/>
                  </a:lnTo>
                  <a:lnTo>
                    <a:pt x="4075569" y="583893"/>
                  </a:lnTo>
                  <a:lnTo>
                    <a:pt x="4075687" y="583893"/>
                  </a:lnTo>
                  <a:lnTo>
                    <a:pt x="4075804" y="583893"/>
                  </a:lnTo>
                  <a:lnTo>
                    <a:pt x="4075804" y="583463"/>
                  </a:lnTo>
                  <a:lnTo>
                    <a:pt x="4075922" y="583463"/>
                  </a:lnTo>
                  <a:lnTo>
                    <a:pt x="4076039" y="583463"/>
                  </a:lnTo>
                  <a:lnTo>
                    <a:pt x="4076157" y="583463"/>
                  </a:lnTo>
                  <a:lnTo>
                    <a:pt x="4076157" y="583032"/>
                  </a:lnTo>
                  <a:lnTo>
                    <a:pt x="4076275" y="583032"/>
                  </a:lnTo>
                  <a:lnTo>
                    <a:pt x="4076392" y="583032"/>
                  </a:lnTo>
                  <a:lnTo>
                    <a:pt x="4076510" y="583032"/>
                  </a:lnTo>
                  <a:lnTo>
                    <a:pt x="4076628" y="583032"/>
                  </a:lnTo>
                  <a:lnTo>
                    <a:pt x="4076745" y="583032"/>
                  </a:lnTo>
                  <a:lnTo>
                    <a:pt x="4076863" y="583032"/>
                  </a:lnTo>
                  <a:lnTo>
                    <a:pt x="4076980" y="583032"/>
                  </a:lnTo>
                  <a:lnTo>
                    <a:pt x="4077098" y="583032"/>
                  </a:lnTo>
                  <a:lnTo>
                    <a:pt x="4077216" y="583032"/>
                  </a:lnTo>
                  <a:lnTo>
                    <a:pt x="4077333" y="583032"/>
                  </a:lnTo>
                  <a:lnTo>
                    <a:pt x="4077451" y="583032"/>
                  </a:lnTo>
                  <a:lnTo>
                    <a:pt x="4077568" y="583032"/>
                  </a:lnTo>
                  <a:lnTo>
                    <a:pt x="4077686" y="583032"/>
                  </a:lnTo>
                  <a:lnTo>
                    <a:pt x="4077804" y="583032"/>
                  </a:lnTo>
                  <a:lnTo>
                    <a:pt x="4077921" y="583032"/>
                  </a:lnTo>
                  <a:lnTo>
                    <a:pt x="4077921" y="582601"/>
                  </a:lnTo>
                  <a:lnTo>
                    <a:pt x="4078039" y="582601"/>
                  </a:lnTo>
                  <a:lnTo>
                    <a:pt x="4078157" y="582601"/>
                  </a:lnTo>
                  <a:lnTo>
                    <a:pt x="4078274" y="582601"/>
                  </a:lnTo>
                  <a:lnTo>
                    <a:pt x="4078274" y="582171"/>
                  </a:lnTo>
                  <a:lnTo>
                    <a:pt x="4078274" y="581740"/>
                  </a:lnTo>
                  <a:lnTo>
                    <a:pt x="4078392" y="581740"/>
                  </a:lnTo>
                  <a:lnTo>
                    <a:pt x="4078509" y="581740"/>
                  </a:lnTo>
                  <a:lnTo>
                    <a:pt x="4078627" y="581740"/>
                  </a:lnTo>
                  <a:lnTo>
                    <a:pt x="4078745" y="581740"/>
                  </a:lnTo>
                  <a:lnTo>
                    <a:pt x="4078862" y="581740"/>
                  </a:lnTo>
                  <a:lnTo>
                    <a:pt x="4078862" y="581310"/>
                  </a:lnTo>
                  <a:lnTo>
                    <a:pt x="4078980" y="581310"/>
                  </a:lnTo>
                  <a:lnTo>
                    <a:pt x="4079097" y="581310"/>
                  </a:lnTo>
                  <a:lnTo>
                    <a:pt x="4079215" y="581310"/>
                  </a:lnTo>
                  <a:lnTo>
                    <a:pt x="4079215" y="580879"/>
                  </a:lnTo>
                  <a:lnTo>
                    <a:pt x="4079333" y="580879"/>
                  </a:lnTo>
                  <a:lnTo>
                    <a:pt x="4079450" y="580879"/>
                  </a:lnTo>
                  <a:lnTo>
                    <a:pt x="4079568" y="580879"/>
                  </a:lnTo>
                  <a:lnTo>
                    <a:pt x="4079686" y="580879"/>
                  </a:lnTo>
                  <a:lnTo>
                    <a:pt x="4079803" y="580879"/>
                  </a:lnTo>
                  <a:lnTo>
                    <a:pt x="4079921" y="580879"/>
                  </a:lnTo>
                  <a:lnTo>
                    <a:pt x="4080038" y="580879"/>
                  </a:lnTo>
                  <a:lnTo>
                    <a:pt x="4080156" y="580879"/>
                  </a:lnTo>
                  <a:lnTo>
                    <a:pt x="4080274" y="580879"/>
                  </a:lnTo>
                  <a:lnTo>
                    <a:pt x="4080391" y="580879"/>
                  </a:lnTo>
                  <a:lnTo>
                    <a:pt x="4080391" y="580448"/>
                  </a:lnTo>
                  <a:lnTo>
                    <a:pt x="4080509" y="580448"/>
                  </a:lnTo>
                  <a:lnTo>
                    <a:pt x="4080626" y="580448"/>
                  </a:lnTo>
                  <a:lnTo>
                    <a:pt x="4080744" y="580448"/>
                  </a:lnTo>
                  <a:lnTo>
                    <a:pt x="4080862" y="580448"/>
                  </a:lnTo>
                  <a:lnTo>
                    <a:pt x="4080979" y="580448"/>
                  </a:lnTo>
                  <a:lnTo>
                    <a:pt x="4081097" y="580448"/>
                  </a:lnTo>
                  <a:lnTo>
                    <a:pt x="4081214" y="580448"/>
                  </a:lnTo>
                  <a:lnTo>
                    <a:pt x="4081332" y="580448"/>
                  </a:lnTo>
                  <a:lnTo>
                    <a:pt x="4081332" y="580018"/>
                  </a:lnTo>
                  <a:lnTo>
                    <a:pt x="4081450" y="580018"/>
                  </a:lnTo>
                  <a:lnTo>
                    <a:pt x="4081567" y="580018"/>
                  </a:lnTo>
                  <a:lnTo>
                    <a:pt x="4081685" y="580018"/>
                  </a:lnTo>
                  <a:lnTo>
                    <a:pt x="4081803" y="580018"/>
                  </a:lnTo>
                  <a:lnTo>
                    <a:pt x="4081920" y="580018"/>
                  </a:lnTo>
                  <a:lnTo>
                    <a:pt x="4082038" y="580018"/>
                  </a:lnTo>
                  <a:lnTo>
                    <a:pt x="4082155" y="580018"/>
                  </a:lnTo>
                  <a:lnTo>
                    <a:pt x="4082155" y="579587"/>
                  </a:lnTo>
                  <a:lnTo>
                    <a:pt x="4082273" y="579587"/>
                  </a:lnTo>
                  <a:lnTo>
                    <a:pt x="4082391" y="579587"/>
                  </a:lnTo>
                  <a:lnTo>
                    <a:pt x="4082508" y="579587"/>
                  </a:lnTo>
                  <a:lnTo>
                    <a:pt x="4082626" y="579587"/>
                  </a:lnTo>
                  <a:lnTo>
                    <a:pt x="4082743" y="579587"/>
                  </a:lnTo>
                  <a:lnTo>
                    <a:pt x="4082861" y="579587"/>
                  </a:lnTo>
                  <a:lnTo>
                    <a:pt x="4082979" y="579587"/>
                  </a:lnTo>
                  <a:lnTo>
                    <a:pt x="4083096" y="579587"/>
                  </a:lnTo>
                  <a:lnTo>
                    <a:pt x="4083096" y="579157"/>
                  </a:lnTo>
                  <a:lnTo>
                    <a:pt x="4083214" y="579157"/>
                  </a:lnTo>
                  <a:lnTo>
                    <a:pt x="4083332" y="579157"/>
                  </a:lnTo>
                  <a:lnTo>
                    <a:pt x="4083449" y="579157"/>
                  </a:lnTo>
                  <a:lnTo>
                    <a:pt x="4083567" y="579157"/>
                  </a:lnTo>
                  <a:lnTo>
                    <a:pt x="4083684" y="579157"/>
                  </a:lnTo>
                  <a:lnTo>
                    <a:pt x="4083684" y="578726"/>
                  </a:lnTo>
                  <a:lnTo>
                    <a:pt x="4083684" y="578295"/>
                  </a:lnTo>
                  <a:lnTo>
                    <a:pt x="4083802" y="578295"/>
                  </a:lnTo>
                  <a:lnTo>
                    <a:pt x="4083920" y="578295"/>
                  </a:lnTo>
                  <a:lnTo>
                    <a:pt x="4083920" y="577865"/>
                  </a:lnTo>
                  <a:lnTo>
                    <a:pt x="4084037" y="577865"/>
                  </a:lnTo>
                  <a:lnTo>
                    <a:pt x="4084155" y="577865"/>
                  </a:lnTo>
                  <a:lnTo>
                    <a:pt x="4084272" y="577865"/>
                  </a:lnTo>
                  <a:lnTo>
                    <a:pt x="4084390" y="577865"/>
                  </a:lnTo>
                  <a:lnTo>
                    <a:pt x="4084508" y="577865"/>
                  </a:lnTo>
                  <a:lnTo>
                    <a:pt x="4084508" y="577434"/>
                  </a:lnTo>
                  <a:lnTo>
                    <a:pt x="4084625" y="577434"/>
                  </a:lnTo>
                  <a:lnTo>
                    <a:pt x="4084743" y="577434"/>
                  </a:lnTo>
                  <a:lnTo>
                    <a:pt x="4084861" y="577434"/>
                  </a:lnTo>
                  <a:lnTo>
                    <a:pt x="4084978" y="577434"/>
                  </a:lnTo>
                  <a:lnTo>
                    <a:pt x="4085096" y="577434"/>
                  </a:lnTo>
                  <a:lnTo>
                    <a:pt x="4085213" y="577434"/>
                  </a:lnTo>
                  <a:lnTo>
                    <a:pt x="4085331" y="577434"/>
                  </a:lnTo>
                  <a:lnTo>
                    <a:pt x="4085449" y="577434"/>
                  </a:lnTo>
                  <a:lnTo>
                    <a:pt x="4085566" y="577434"/>
                  </a:lnTo>
                  <a:lnTo>
                    <a:pt x="4085684" y="577434"/>
                  </a:lnTo>
                  <a:lnTo>
                    <a:pt x="4085801" y="577434"/>
                  </a:lnTo>
                  <a:lnTo>
                    <a:pt x="4085919" y="577434"/>
                  </a:lnTo>
                  <a:lnTo>
                    <a:pt x="4086037" y="577434"/>
                  </a:lnTo>
                  <a:lnTo>
                    <a:pt x="4086154" y="577434"/>
                  </a:lnTo>
                  <a:lnTo>
                    <a:pt x="4086272" y="577434"/>
                  </a:lnTo>
                  <a:lnTo>
                    <a:pt x="4086390" y="577434"/>
                  </a:lnTo>
                  <a:lnTo>
                    <a:pt x="4086507" y="577434"/>
                  </a:lnTo>
                  <a:lnTo>
                    <a:pt x="4086625" y="577434"/>
                  </a:lnTo>
                  <a:lnTo>
                    <a:pt x="4086742" y="577434"/>
                  </a:lnTo>
                  <a:lnTo>
                    <a:pt x="4086860" y="577434"/>
                  </a:lnTo>
                  <a:lnTo>
                    <a:pt x="4086978" y="577434"/>
                  </a:lnTo>
                  <a:lnTo>
                    <a:pt x="4087095" y="577434"/>
                  </a:lnTo>
                  <a:lnTo>
                    <a:pt x="4087213" y="577434"/>
                  </a:lnTo>
                  <a:lnTo>
                    <a:pt x="4087213" y="577004"/>
                  </a:lnTo>
                  <a:lnTo>
                    <a:pt x="4087330" y="577004"/>
                  </a:lnTo>
                  <a:lnTo>
                    <a:pt x="4087330" y="576573"/>
                  </a:lnTo>
                  <a:lnTo>
                    <a:pt x="4087448" y="576573"/>
                  </a:lnTo>
                  <a:lnTo>
                    <a:pt x="4087566" y="576573"/>
                  </a:lnTo>
                  <a:lnTo>
                    <a:pt x="4087683" y="576573"/>
                  </a:lnTo>
                  <a:lnTo>
                    <a:pt x="4087801" y="576573"/>
                  </a:lnTo>
                  <a:lnTo>
                    <a:pt x="4087919" y="576573"/>
                  </a:lnTo>
                  <a:lnTo>
                    <a:pt x="4088036" y="576573"/>
                  </a:lnTo>
                  <a:lnTo>
                    <a:pt x="4088154" y="576573"/>
                  </a:lnTo>
                  <a:lnTo>
                    <a:pt x="4088271" y="576573"/>
                  </a:lnTo>
                  <a:lnTo>
                    <a:pt x="4088389" y="576573"/>
                  </a:lnTo>
                  <a:lnTo>
                    <a:pt x="4088507" y="576573"/>
                  </a:lnTo>
                  <a:lnTo>
                    <a:pt x="4088624" y="576573"/>
                  </a:lnTo>
                  <a:lnTo>
                    <a:pt x="4088624" y="576142"/>
                  </a:lnTo>
                  <a:lnTo>
                    <a:pt x="4088742" y="576142"/>
                  </a:lnTo>
                  <a:lnTo>
                    <a:pt x="4088859" y="576142"/>
                  </a:lnTo>
                  <a:lnTo>
                    <a:pt x="4088977" y="576142"/>
                  </a:lnTo>
                  <a:lnTo>
                    <a:pt x="4089095" y="576142"/>
                  </a:lnTo>
                  <a:lnTo>
                    <a:pt x="4089212" y="576142"/>
                  </a:lnTo>
                  <a:lnTo>
                    <a:pt x="4089330" y="576142"/>
                  </a:lnTo>
                  <a:lnTo>
                    <a:pt x="4089447" y="576142"/>
                  </a:lnTo>
                  <a:lnTo>
                    <a:pt x="4089447" y="575712"/>
                  </a:lnTo>
                  <a:lnTo>
                    <a:pt x="4089565" y="575712"/>
                  </a:lnTo>
                  <a:lnTo>
                    <a:pt x="4089683" y="575712"/>
                  </a:lnTo>
                  <a:lnTo>
                    <a:pt x="4089800" y="575712"/>
                  </a:lnTo>
                  <a:lnTo>
                    <a:pt x="4089918" y="575712"/>
                  </a:lnTo>
                  <a:lnTo>
                    <a:pt x="4090036" y="575712"/>
                  </a:lnTo>
                  <a:lnTo>
                    <a:pt x="4090036" y="575281"/>
                  </a:lnTo>
                  <a:lnTo>
                    <a:pt x="4090153" y="575281"/>
                  </a:lnTo>
                  <a:lnTo>
                    <a:pt x="4090271" y="575281"/>
                  </a:lnTo>
                  <a:lnTo>
                    <a:pt x="4090271" y="574851"/>
                  </a:lnTo>
                  <a:lnTo>
                    <a:pt x="4090388" y="574851"/>
                  </a:lnTo>
                  <a:lnTo>
                    <a:pt x="4090506" y="574851"/>
                  </a:lnTo>
                  <a:lnTo>
                    <a:pt x="4090624" y="574851"/>
                  </a:lnTo>
                  <a:lnTo>
                    <a:pt x="4090741" y="574851"/>
                  </a:lnTo>
                  <a:lnTo>
                    <a:pt x="4090859" y="574851"/>
                  </a:lnTo>
                  <a:lnTo>
                    <a:pt x="4090976" y="574851"/>
                  </a:lnTo>
                  <a:lnTo>
                    <a:pt x="4091094" y="574851"/>
                  </a:lnTo>
                  <a:lnTo>
                    <a:pt x="4091212" y="574851"/>
                  </a:lnTo>
                  <a:lnTo>
                    <a:pt x="4091329" y="574851"/>
                  </a:lnTo>
                  <a:lnTo>
                    <a:pt x="4091447" y="574851"/>
                  </a:lnTo>
                  <a:lnTo>
                    <a:pt x="4091565" y="574851"/>
                  </a:lnTo>
                  <a:lnTo>
                    <a:pt x="4091682" y="574851"/>
                  </a:lnTo>
                  <a:lnTo>
                    <a:pt x="4091800" y="574851"/>
                  </a:lnTo>
                  <a:lnTo>
                    <a:pt x="4091917" y="574851"/>
                  </a:lnTo>
                  <a:lnTo>
                    <a:pt x="4092035" y="574851"/>
                  </a:lnTo>
                  <a:lnTo>
                    <a:pt x="4092153" y="574851"/>
                  </a:lnTo>
                  <a:lnTo>
                    <a:pt x="4092270" y="574851"/>
                  </a:lnTo>
                  <a:lnTo>
                    <a:pt x="4092270" y="574420"/>
                  </a:lnTo>
                  <a:lnTo>
                    <a:pt x="4092270" y="573989"/>
                  </a:lnTo>
                  <a:lnTo>
                    <a:pt x="4092388" y="573989"/>
                  </a:lnTo>
                  <a:lnTo>
                    <a:pt x="4092505" y="573989"/>
                  </a:lnTo>
                  <a:lnTo>
                    <a:pt x="4092623" y="573989"/>
                  </a:lnTo>
                  <a:lnTo>
                    <a:pt x="4092741" y="573989"/>
                  </a:lnTo>
                  <a:lnTo>
                    <a:pt x="4092858" y="573989"/>
                  </a:lnTo>
                  <a:lnTo>
                    <a:pt x="4092976" y="573989"/>
                  </a:lnTo>
                  <a:lnTo>
                    <a:pt x="4093094" y="573989"/>
                  </a:lnTo>
                  <a:lnTo>
                    <a:pt x="4093211" y="573989"/>
                  </a:lnTo>
                  <a:lnTo>
                    <a:pt x="4093329" y="573989"/>
                  </a:lnTo>
                  <a:lnTo>
                    <a:pt x="4093446" y="573989"/>
                  </a:lnTo>
                  <a:lnTo>
                    <a:pt x="4093564" y="573989"/>
                  </a:lnTo>
                  <a:lnTo>
                    <a:pt x="4093682" y="573989"/>
                  </a:lnTo>
                  <a:lnTo>
                    <a:pt x="4093799" y="573989"/>
                  </a:lnTo>
                  <a:lnTo>
                    <a:pt x="4093917" y="573989"/>
                  </a:lnTo>
                  <a:lnTo>
                    <a:pt x="4094034" y="573989"/>
                  </a:lnTo>
                  <a:lnTo>
                    <a:pt x="4094152" y="573989"/>
                  </a:lnTo>
                  <a:lnTo>
                    <a:pt x="4094270" y="573989"/>
                  </a:lnTo>
                  <a:lnTo>
                    <a:pt x="4094387" y="573989"/>
                  </a:lnTo>
                  <a:lnTo>
                    <a:pt x="4094387" y="573559"/>
                  </a:lnTo>
                  <a:lnTo>
                    <a:pt x="4094505" y="573559"/>
                  </a:lnTo>
                  <a:lnTo>
                    <a:pt x="4094623" y="573559"/>
                  </a:lnTo>
                  <a:lnTo>
                    <a:pt x="4094740" y="573559"/>
                  </a:lnTo>
                  <a:lnTo>
                    <a:pt x="4094858" y="573559"/>
                  </a:lnTo>
                  <a:lnTo>
                    <a:pt x="4094975" y="573559"/>
                  </a:lnTo>
                  <a:lnTo>
                    <a:pt x="4095093" y="573559"/>
                  </a:lnTo>
                  <a:lnTo>
                    <a:pt x="4095211" y="573559"/>
                  </a:lnTo>
                  <a:lnTo>
                    <a:pt x="4095328" y="573559"/>
                  </a:lnTo>
                  <a:lnTo>
                    <a:pt x="4095328" y="573128"/>
                  </a:lnTo>
                  <a:lnTo>
                    <a:pt x="4095446" y="573128"/>
                  </a:lnTo>
                  <a:lnTo>
                    <a:pt x="4095563" y="573128"/>
                  </a:lnTo>
                  <a:lnTo>
                    <a:pt x="4095563" y="572698"/>
                  </a:lnTo>
                  <a:lnTo>
                    <a:pt x="4095563" y="572267"/>
                  </a:lnTo>
                  <a:lnTo>
                    <a:pt x="4095681" y="572267"/>
                  </a:lnTo>
                  <a:lnTo>
                    <a:pt x="4095681" y="571836"/>
                  </a:lnTo>
                  <a:lnTo>
                    <a:pt x="4095799" y="571836"/>
                  </a:lnTo>
                  <a:lnTo>
                    <a:pt x="4095916" y="571836"/>
                  </a:lnTo>
                  <a:lnTo>
                    <a:pt x="4096034" y="571836"/>
                  </a:lnTo>
                  <a:lnTo>
                    <a:pt x="4096034" y="571406"/>
                  </a:lnTo>
                  <a:lnTo>
                    <a:pt x="4096152" y="571406"/>
                  </a:lnTo>
                  <a:lnTo>
                    <a:pt x="4096269" y="571406"/>
                  </a:lnTo>
                  <a:lnTo>
                    <a:pt x="4096387" y="571406"/>
                  </a:lnTo>
                  <a:lnTo>
                    <a:pt x="4096504" y="571406"/>
                  </a:lnTo>
                  <a:lnTo>
                    <a:pt x="4096622" y="571406"/>
                  </a:lnTo>
                  <a:lnTo>
                    <a:pt x="4096740" y="571406"/>
                  </a:lnTo>
                  <a:lnTo>
                    <a:pt x="4096857" y="571406"/>
                  </a:lnTo>
                  <a:lnTo>
                    <a:pt x="4096975" y="571406"/>
                  </a:lnTo>
                  <a:lnTo>
                    <a:pt x="4096975" y="570975"/>
                  </a:lnTo>
                  <a:lnTo>
                    <a:pt x="4097092" y="570975"/>
                  </a:lnTo>
                  <a:lnTo>
                    <a:pt x="4097210" y="570975"/>
                  </a:lnTo>
                  <a:lnTo>
                    <a:pt x="4097328" y="570975"/>
                  </a:lnTo>
                  <a:lnTo>
                    <a:pt x="4097445" y="570975"/>
                  </a:lnTo>
                  <a:lnTo>
                    <a:pt x="4097563" y="570975"/>
                  </a:lnTo>
                  <a:lnTo>
                    <a:pt x="4097680" y="570975"/>
                  </a:lnTo>
                  <a:lnTo>
                    <a:pt x="4097798" y="570975"/>
                  </a:lnTo>
                  <a:lnTo>
                    <a:pt x="4097916" y="570975"/>
                  </a:lnTo>
                  <a:lnTo>
                    <a:pt x="4098033" y="570975"/>
                  </a:lnTo>
                  <a:lnTo>
                    <a:pt x="4098151" y="570975"/>
                  </a:lnTo>
                  <a:lnTo>
                    <a:pt x="4098269" y="570975"/>
                  </a:lnTo>
                  <a:lnTo>
                    <a:pt x="4098386" y="570975"/>
                  </a:lnTo>
                  <a:lnTo>
                    <a:pt x="4098504" y="570975"/>
                  </a:lnTo>
                  <a:lnTo>
                    <a:pt x="4098621" y="570975"/>
                  </a:lnTo>
                  <a:lnTo>
                    <a:pt x="4098739" y="570975"/>
                  </a:lnTo>
                  <a:lnTo>
                    <a:pt x="4098857" y="570975"/>
                  </a:lnTo>
                  <a:lnTo>
                    <a:pt x="4098974" y="570975"/>
                  </a:lnTo>
                  <a:lnTo>
                    <a:pt x="4098974" y="570545"/>
                  </a:lnTo>
                  <a:lnTo>
                    <a:pt x="4099092" y="570545"/>
                  </a:lnTo>
                  <a:lnTo>
                    <a:pt x="4099209" y="570545"/>
                  </a:lnTo>
                  <a:lnTo>
                    <a:pt x="4099327" y="570545"/>
                  </a:lnTo>
                  <a:lnTo>
                    <a:pt x="4099445" y="570545"/>
                  </a:lnTo>
                  <a:lnTo>
                    <a:pt x="4099562" y="570545"/>
                  </a:lnTo>
                  <a:lnTo>
                    <a:pt x="4099680" y="570545"/>
                  </a:lnTo>
                  <a:lnTo>
                    <a:pt x="4099798" y="570545"/>
                  </a:lnTo>
                  <a:lnTo>
                    <a:pt x="4099915" y="570545"/>
                  </a:lnTo>
                  <a:lnTo>
                    <a:pt x="4100033" y="570545"/>
                  </a:lnTo>
                  <a:lnTo>
                    <a:pt x="4100150" y="570545"/>
                  </a:lnTo>
                  <a:lnTo>
                    <a:pt x="4100268" y="570545"/>
                  </a:lnTo>
                  <a:lnTo>
                    <a:pt x="4100386" y="570545"/>
                  </a:lnTo>
                  <a:lnTo>
                    <a:pt x="4100503" y="570545"/>
                  </a:lnTo>
                  <a:lnTo>
                    <a:pt x="4100621" y="570545"/>
                  </a:lnTo>
                  <a:lnTo>
                    <a:pt x="4100738" y="570545"/>
                  </a:lnTo>
                  <a:lnTo>
                    <a:pt x="4100856" y="570545"/>
                  </a:lnTo>
                  <a:lnTo>
                    <a:pt x="4100974" y="570545"/>
                  </a:lnTo>
                  <a:lnTo>
                    <a:pt x="4100974" y="570114"/>
                  </a:lnTo>
                  <a:lnTo>
                    <a:pt x="4100974" y="569683"/>
                  </a:lnTo>
                  <a:lnTo>
                    <a:pt x="4101091" y="569683"/>
                  </a:lnTo>
                  <a:lnTo>
                    <a:pt x="4101209" y="569683"/>
                  </a:lnTo>
                  <a:lnTo>
                    <a:pt x="4101327" y="569683"/>
                  </a:lnTo>
                  <a:lnTo>
                    <a:pt x="4101444" y="569683"/>
                  </a:lnTo>
                  <a:lnTo>
                    <a:pt x="4101562" y="569683"/>
                  </a:lnTo>
                  <a:lnTo>
                    <a:pt x="4101679" y="569683"/>
                  </a:lnTo>
                  <a:lnTo>
                    <a:pt x="4101679" y="569253"/>
                  </a:lnTo>
                  <a:lnTo>
                    <a:pt x="4101797" y="569253"/>
                  </a:lnTo>
                  <a:lnTo>
                    <a:pt x="4101915" y="569253"/>
                  </a:lnTo>
                  <a:lnTo>
                    <a:pt x="4102032" y="569253"/>
                  </a:lnTo>
                  <a:lnTo>
                    <a:pt x="4102150" y="569253"/>
                  </a:lnTo>
                  <a:lnTo>
                    <a:pt x="4102150" y="568822"/>
                  </a:lnTo>
                  <a:lnTo>
                    <a:pt x="4102267" y="568822"/>
                  </a:lnTo>
                  <a:lnTo>
                    <a:pt x="4102385" y="568822"/>
                  </a:lnTo>
                  <a:lnTo>
                    <a:pt x="4102385" y="568392"/>
                  </a:lnTo>
                  <a:lnTo>
                    <a:pt x="4102503" y="568392"/>
                  </a:lnTo>
                  <a:lnTo>
                    <a:pt x="4102620" y="568392"/>
                  </a:lnTo>
                  <a:lnTo>
                    <a:pt x="4102738" y="568392"/>
                  </a:lnTo>
                  <a:lnTo>
                    <a:pt x="4102856" y="568392"/>
                  </a:lnTo>
                  <a:lnTo>
                    <a:pt x="4102973" y="568392"/>
                  </a:lnTo>
                  <a:lnTo>
                    <a:pt x="4103091" y="568392"/>
                  </a:lnTo>
                  <a:lnTo>
                    <a:pt x="4103091" y="567961"/>
                  </a:lnTo>
                  <a:lnTo>
                    <a:pt x="4103208" y="567961"/>
                  </a:lnTo>
                  <a:lnTo>
                    <a:pt x="4103326" y="567961"/>
                  </a:lnTo>
                  <a:lnTo>
                    <a:pt x="4103444" y="567961"/>
                  </a:lnTo>
                  <a:lnTo>
                    <a:pt x="4103561" y="567961"/>
                  </a:lnTo>
                  <a:lnTo>
                    <a:pt x="4103679" y="567961"/>
                  </a:lnTo>
                  <a:lnTo>
                    <a:pt x="4103679" y="567530"/>
                  </a:lnTo>
                  <a:lnTo>
                    <a:pt x="4103796" y="567530"/>
                  </a:lnTo>
                  <a:lnTo>
                    <a:pt x="4103796" y="567100"/>
                  </a:lnTo>
                  <a:lnTo>
                    <a:pt x="4103914" y="567100"/>
                  </a:lnTo>
                  <a:lnTo>
                    <a:pt x="4104032" y="567100"/>
                  </a:lnTo>
                  <a:lnTo>
                    <a:pt x="4104149" y="567100"/>
                  </a:lnTo>
                  <a:lnTo>
                    <a:pt x="4104149" y="566669"/>
                  </a:lnTo>
                  <a:lnTo>
                    <a:pt x="4104267" y="566669"/>
                  </a:lnTo>
                  <a:lnTo>
                    <a:pt x="4104385" y="566669"/>
                  </a:lnTo>
                  <a:lnTo>
                    <a:pt x="4104385" y="566239"/>
                  </a:lnTo>
                  <a:lnTo>
                    <a:pt x="4104502" y="566239"/>
                  </a:lnTo>
                  <a:lnTo>
                    <a:pt x="4104620" y="566239"/>
                  </a:lnTo>
                  <a:lnTo>
                    <a:pt x="4104737" y="566239"/>
                  </a:lnTo>
                  <a:lnTo>
                    <a:pt x="4104737" y="565808"/>
                  </a:lnTo>
                  <a:lnTo>
                    <a:pt x="4104855" y="565808"/>
                  </a:lnTo>
                  <a:lnTo>
                    <a:pt x="4104973" y="565808"/>
                  </a:lnTo>
                  <a:lnTo>
                    <a:pt x="4105090" y="565808"/>
                  </a:lnTo>
                  <a:lnTo>
                    <a:pt x="4105208" y="565808"/>
                  </a:lnTo>
                  <a:lnTo>
                    <a:pt x="4105325" y="565808"/>
                  </a:lnTo>
                  <a:lnTo>
                    <a:pt x="4105443" y="565808"/>
                  </a:lnTo>
                  <a:lnTo>
                    <a:pt x="4105561" y="565808"/>
                  </a:lnTo>
                  <a:lnTo>
                    <a:pt x="4105678" y="565808"/>
                  </a:lnTo>
                  <a:lnTo>
                    <a:pt x="4105796" y="565808"/>
                  </a:lnTo>
                  <a:lnTo>
                    <a:pt x="4105913" y="565808"/>
                  </a:lnTo>
                  <a:lnTo>
                    <a:pt x="4106031" y="565808"/>
                  </a:lnTo>
                  <a:lnTo>
                    <a:pt x="4106149" y="565808"/>
                  </a:lnTo>
                  <a:lnTo>
                    <a:pt x="4106266" y="565808"/>
                  </a:lnTo>
                  <a:lnTo>
                    <a:pt x="4106384" y="565808"/>
                  </a:lnTo>
                  <a:lnTo>
                    <a:pt x="4106502" y="565808"/>
                  </a:lnTo>
                  <a:lnTo>
                    <a:pt x="4106619" y="565808"/>
                  </a:lnTo>
                  <a:lnTo>
                    <a:pt x="4106737" y="565808"/>
                  </a:lnTo>
                  <a:lnTo>
                    <a:pt x="4106854" y="565808"/>
                  </a:lnTo>
                  <a:lnTo>
                    <a:pt x="4106972" y="565808"/>
                  </a:lnTo>
                  <a:lnTo>
                    <a:pt x="4107090" y="565808"/>
                  </a:lnTo>
                  <a:lnTo>
                    <a:pt x="4107207" y="565808"/>
                  </a:lnTo>
                  <a:lnTo>
                    <a:pt x="4107325" y="565808"/>
                  </a:lnTo>
                  <a:lnTo>
                    <a:pt x="4107442" y="565808"/>
                  </a:lnTo>
                  <a:lnTo>
                    <a:pt x="4107560" y="565808"/>
                  </a:lnTo>
                  <a:lnTo>
                    <a:pt x="4107678" y="565808"/>
                  </a:lnTo>
                  <a:lnTo>
                    <a:pt x="4107795" y="565808"/>
                  </a:lnTo>
                  <a:lnTo>
                    <a:pt x="4107913" y="565808"/>
                  </a:lnTo>
                  <a:lnTo>
                    <a:pt x="4108031" y="565808"/>
                  </a:lnTo>
                  <a:lnTo>
                    <a:pt x="4108148" y="565808"/>
                  </a:lnTo>
                  <a:lnTo>
                    <a:pt x="4108266" y="565808"/>
                  </a:lnTo>
                  <a:lnTo>
                    <a:pt x="4108383" y="565808"/>
                  </a:lnTo>
                  <a:lnTo>
                    <a:pt x="4108501" y="565808"/>
                  </a:lnTo>
                  <a:lnTo>
                    <a:pt x="4108619" y="565808"/>
                  </a:lnTo>
                  <a:lnTo>
                    <a:pt x="4108736" y="565808"/>
                  </a:lnTo>
                  <a:lnTo>
                    <a:pt x="4108854" y="565808"/>
                  </a:lnTo>
                  <a:lnTo>
                    <a:pt x="4108971" y="565808"/>
                  </a:lnTo>
                  <a:lnTo>
                    <a:pt x="4109089" y="565808"/>
                  </a:lnTo>
                  <a:lnTo>
                    <a:pt x="4109207" y="565808"/>
                  </a:lnTo>
                  <a:lnTo>
                    <a:pt x="4109324" y="565808"/>
                  </a:lnTo>
                  <a:lnTo>
                    <a:pt x="4109442" y="565808"/>
                  </a:lnTo>
                  <a:lnTo>
                    <a:pt x="4109560" y="565808"/>
                  </a:lnTo>
                  <a:lnTo>
                    <a:pt x="4109677" y="565808"/>
                  </a:lnTo>
                  <a:lnTo>
                    <a:pt x="4109795" y="565808"/>
                  </a:lnTo>
                  <a:lnTo>
                    <a:pt x="4109912" y="565808"/>
                  </a:lnTo>
                  <a:lnTo>
                    <a:pt x="4110030" y="565808"/>
                  </a:lnTo>
                  <a:lnTo>
                    <a:pt x="4110148" y="565808"/>
                  </a:lnTo>
                  <a:lnTo>
                    <a:pt x="4110148" y="565377"/>
                  </a:lnTo>
                  <a:lnTo>
                    <a:pt x="4110265" y="565377"/>
                  </a:lnTo>
                  <a:lnTo>
                    <a:pt x="4110383" y="565377"/>
                  </a:lnTo>
                  <a:lnTo>
                    <a:pt x="4110500" y="565377"/>
                  </a:lnTo>
                  <a:lnTo>
                    <a:pt x="4110618" y="565377"/>
                  </a:lnTo>
                  <a:lnTo>
                    <a:pt x="4110736" y="565377"/>
                  </a:lnTo>
                  <a:lnTo>
                    <a:pt x="4110853" y="565377"/>
                  </a:lnTo>
                  <a:lnTo>
                    <a:pt x="4110971" y="565377"/>
                  </a:lnTo>
                  <a:lnTo>
                    <a:pt x="4111089" y="565377"/>
                  </a:lnTo>
                  <a:lnTo>
                    <a:pt x="4111206" y="565377"/>
                  </a:lnTo>
                  <a:lnTo>
                    <a:pt x="4111324" y="565377"/>
                  </a:lnTo>
                  <a:lnTo>
                    <a:pt x="4111324" y="564947"/>
                  </a:lnTo>
                  <a:lnTo>
                    <a:pt x="4111441" y="564947"/>
                  </a:lnTo>
                  <a:lnTo>
                    <a:pt x="4111559" y="564947"/>
                  </a:lnTo>
                  <a:lnTo>
                    <a:pt x="4111677" y="564947"/>
                  </a:lnTo>
                  <a:lnTo>
                    <a:pt x="4111677" y="564516"/>
                  </a:lnTo>
                  <a:lnTo>
                    <a:pt x="4111677" y="564086"/>
                  </a:lnTo>
                  <a:lnTo>
                    <a:pt x="4111794" y="564086"/>
                  </a:lnTo>
                  <a:lnTo>
                    <a:pt x="4111912" y="564086"/>
                  </a:lnTo>
                  <a:lnTo>
                    <a:pt x="4112029" y="564086"/>
                  </a:lnTo>
                  <a:lnTo>
                    <a:pt x="4112147" y="564086"/>
                  </a:lnTo>
                  <a:lnTo>
                    <a:pt x="4112265" y="564086"/>
                  </a:lnTo>
                  <a:lnTo>
                    <a:pt x="4112382" y="564086"/>
                  </a:lnTo>
                  <a:lnTo>
                    <a:pt x="4112382" y="563655"/>
                  </a:lnTo>
                  <a:lnTo>
                    <a:pt x="4112500" y="563655"/>
                  </a:lnTo>
                  <a:lnTo>
                    <a:pt x="4112618" y="563655"/>
                  </a:lnTo>
                  <a:lnTo>
                    <a:pt x="4112735" y="563655"/>
                  </a:lnTo>
                  <a:lnTo>
                    <a:pt x="4112853" y="563655"/>
                  </a:lnTo>
                  <a:lnTo>
                    <a:pt x="4112970" y="563655"/>
                  </a:lnTo>
                  <a:lnTo>
                    <a:pt x="4112970" y="563224"/>
                  </a:lnTo>
                  <a:lnTo>
                    <a:pt x="4112970" y="562794"/>
                  </a:lnTo>
                  <a:lnTo>
                    <a:pt x="4113088" y="562794"/>
                  </a:lnTo>
                  <a:lnTo>
                    <a:pt x="4113206" y="562794"/>
                  </a:lnTo>
                  <a:lnTo>
                    <a:pt x="4113323" y="562794"/>
                  </a:lnTo>
                  <a:lnTo>
                    <a:pt x="4113441" y="562794"/>
                  </a:lnTo>
                  <a:lnTo>
                    <a:pt x="4113558" y="562794"/>
                  </a:lnTo>
                  <a:lnTo>
                    <a:pt x="4113676" y="562794"/>
                  </a:lnTo>
                  <a:lnTo>
                    <a:pt x="4113794" y="562794"/>
                  </a:lnTo>
                  <a:lnTo>
                    <a:pt x="4113911" y="562794"/>
                  </a:lnTo>
                  <a:lnTo>
                    <a:pt x="4114029" y="562794"/>
                  </a:lnTo>
                  <a:lnTo>
                    <a:pt x="4114146" y="562794"/>
                  </a:lnTo>
                  <a:lnTo>
                    <a:pt x="4114264" y="562794"/>
                  </a:lnTo>
                  <a:lnTo>
                    <a:pt x="4114382" y="562794"/>
                  </a:lnTo>
                  <a:lnTo>
                    <a:pt x="4114499" y="562794"/>
                  </a:lnTo>
                  <a:lnTo>
                    <a:pt x="4114617" y="562794"/>
                  </a:lnTo>
                  <a:lnTo>
                    <a:pt x="4114735" y="562794"/>
                  </a:lnTo>
                  <a:lnTo>
                    <a:pt x="4114852" y="562794"/>
                  </a:lnTo>
                  <a:lnTo>
                    <a:pt x="4114970" y="562794"/>
                  </a:lnTo>
                  <a:lnTo>
                    <a:pt x="4115087" y="562794"/>
                  </a:lnTo>
                  <a:lnTo>
                    <a:pt x="4115205" y="562794"/>
                  </a:lnTo>
                  <a:lnTo>
                    <a:pt x="4115323" y="562794"/>
                  </a:lnTo>
                  <a:lnTo>
                    <a:pt x="4115440" y="562794"/>
                  </a:lnTo>
                  <a:lnTo>
                    <a:pt x="4115558" y="562794"/>
                  </a:lnTo>
                  <a:lnTo>
                    <a:pt x="4115675" y="562794"/>
                  </a:lnTo>
                  <a:lnTo>
                    <a:pt x="4115793" y="562794"/>
                  </a:lnTo>
                  <a:lnTo>
                    <a:pt x="4115911" y="562794"/>
                  </a:lnTo>
                  <a:lnTo>
                    <a:pt x="4116028" y="562794"/>
                  </a:lnTo>
                  <a:lnTo>
                    <a:pt x="4116146" y="562794"/>
                  </a:lnTo>
                  <a:lnTo>
                    <a:pt x="4116264" y="562794"/>
                  </a:lnTo>
                  <a:lnTo>
                    <a:pt x="4116264" y="562363"/>
                  </a:lnTo>
                  <a:lnTo>
                    <a:pt x="4116381" y="562363"/>
                  </a:lnTo>
                  <a:lnTo>
                    <a:pt x="4116499" y="562363"/>
                  </a:lnTo>
                  <a:lnTo>
                    <a:pt x="4116616" y="562363"/>
                  </a:lnTo>
                  <a:lnTo>
                    <a:pt x="4116734" y="562363"/>
                  </a:lnTo>
                  <a:lnTo>
                    <a:pt x="4116852" y="562363"/>
                  </a:lnTo>
                  <a:lnTo>
                    <a:pt x="4116969" y="562363"/>
                  </a:lnTo>
                  <a:lnTo>
                    <a:pt x="4117087" y="562363"/>
                  </a:lnTo>
                  <a:lnTo>
                    <a:pt x="4117204" y="562363"/>
                  </a:lnTo>
                  <a:lnTo>
                    <a:pt x="4117322" y="562363"/>
                  </a:lnTo>
                  <a:lnTo>
                    <a:pt x="4117440" y="562363"/>
                  </a:lnTo>
                  <a:lnTo>
                    <a:pt x="4117557" y="562363"/>
                  </a:lnTo>
                  <a:lnTo>
                    <a:pt x="4117675" y="562363"/>
                  </a:lnTo>
                  <a:lnTo>
                    <a:pt x="4117793" y="562363"/>
                  </a:lnTo>
                  <a:lnTo>
                    <a:pt x="4117910" y="562363"/>
                  </a:lnTo>
                  <a:lnTo>
                    <a:pt x="4118028" y="562363"/>
                  </a:lnTo>
                  <a:lnTo>
                    <a:pt x="4118145" y="562363"/>
                  </a:lnTo>
                  <a:lnTo>
                    <a:pt x="4118263" y="562363"/>
                  </a:lnTo>
                  <a:lnTo>
                    <a:pt x="4118381" y="562363"/>
                  </a:lnTo>
                  <a:lnTo>
                    <a:pt x="4118498" y="562363"/>
                  </a:lnTo>
                  <a:lnTo>
                    <a:pt x="4118616" y="562363"/>
                  </a:lnTo>
                  <a:lnTo>
                    <a:pt x="4118733" y="562363"/>
                  </a:lnTo>
                  <a:lnTo>
                    <a:pt x="4118851" y="562363"/>
                  </a:lnTo>
                  <a:lnTo>
                    <a:pt x="4118851" y="561933"/>
                  </a:lnTo>
                  <a:lnTo>
                    <a:pt x="4118969" y="561933"/>
                  </a:lnTo>
                  <a:lnTo>
                    <a:pt x="4119086" y="561933"/>
                  </a:lnTo>
                  <a:lnTo>
                    <a:pt x="4119204" y="561933"/>
                  </a:lnTo>
                  <a:lnTo>
                    <a:pt x="4119322" y="561933"/>
                  </a:lnTo>
                  <a:lnTo>
                    <a:pt x="4119439" y="561933"/>
                  </a:lnTo>
                  <a:lnTo>
                    <a:pt x="4119557" y="561933"/>
                  </a:lnTo>
                  <a:lnTo>
                    <a:pt x="4119674" y="561933"/>
                  </a:lnTo>
                  <a:lnTo>
                    <a:pt x="4119792" y="561933"/>
                  </a:lnTo>
                  <a:lnTo>
                    <a:pt x="4119910" y="561933"/>
                  </a:lnTo>
                  <a:lnTo>
                    <a:pt x="4120027" y="561933"/>
                  </a:lnTo>
                  <a:lnTo>
                    <a:pt x="4120145" y="561933"/>
                  </a:lnTo>
                  <a:lnTo>
                    <a:pt x="4120262" y="561933"/>
                  </a:lnTo>
                  <a:lnTo>
                    <a:pt x="4120380" y="561933"/>
                  </a:lnTo>
                  <a:lnTo>
                    <a:pt x="4120498" y="561933"/>
                  </a:lnTo>
                  <a:lnTo>
                    <a:pt x="4120615" y="561933"/>
                  </a:lnTo>
                  <a:lnTo>
                    <a:pt x="4120615" y="561502"/>
                  </a:lnTo>
                  <a:lnTo>
                    <a:pt x="4120733" y="561502"/>
                  </a:lnTo>
                  <a:lnTo>
                    <a:pt x="4120850" y="561502"/>
                  </a:lnTo>
                  <a:lnTo>
                    <a:pt x="4120968" y="561502"/>
                  </a:lnTo>
                  <a:lnTo>
                    <a:pt x="4120968" y="561071"/>
                  </a:lnTo>
                  <a:lnTo>
                    <a:pt x="4121086" y="561071"/>
                  </a:lnTo>
                  <a:lnTo>
                    <a:pt x="4121203" y="561071"/>
                  </a:lnTo>
                  <a:lnTo>
                    <a:pt x="4121321" y="561071"/>
                  </a:lnTo>
                  <a:lnTo>
                    <a:pt x="4121439" y="561071"/>
                  </a:lnTo>
                  <a:lnTo>
                    <a:pt x="4121439" y="560641"/>
                  </a:lnTo>
                  <a:lnTo>
                    <a:pt x="4121556" y="560641"/>
                  </a:lnTo>
                  <a:lnTo>
                    <a:pt x="4121674" y="560641"/>
                  </a:lnTo>
                  <a:lnTo>
                    <a:pt x="4121791" y="560641"/>
                  </a:lnTo>
                  <a:lnTo>
                    <a:pt x="4121909" y="560641"/>
                  </a:lnTo>
                  <a:lnTo>
                    <a:pt x="4122027" y="560641"/>
                  </a:lnTo>
                  <a:lnTo>
                    <a:pt x="4122144" y="560641"/>
                  </a:lnTo>
                  <a:lnTo>
                    <a:pt x="4122262" y="560641"/>
                  </a:lnTo>
                  <a:lnTo>
                    <a:pt x="4122379" y="560641"/>
                  </a:lnTo>
                  <a:lnTo>
                    <a:pt x="4122497" y="560641"/>
                  </a:lnTo>
                  <a:lnTo>
                    <a:pt x="4122615" y="560641"/>
                  </a:lnTo>
                  <a:lnTo>
                    <a:pt x="4122732" y="560641"/>
                  </a:lnTo>
                  <a:lnTo>
                    <a:pt x="4122850" y="560641"/>
                  </a:lnTo>
                  <a:lnTo>
                    <a:pt x="4122968" y="560641"/>
                  </a:lnTo>
                  <a:lnTo>
                    <a:pt x="4123085" y="560641"/>
                  </a:lnTo>
                  <a:lnTo>
                    <a:pt x="4123203" y="560641"/>
                  </a:lnTo>
                  <a:lnTo>
                    <a:pt x="4123320" y="560641"/>
                  </a:lnTo>
                  <a:lnTo>
                    <a:pt x="4123438" y="560641"/>
                  </a:lnTo>
                  <a:lnTo>
                    <a:pt x="4123556" y="560641"/>
                  </a:lnTo>
                  <a:lnTo>
                    <a:pt x="4123673" y="560641"/>
                  </a:lnTo>
                  <a:lnTo>
                    <a:pt x="4123791" y="560641"/>
                  </a:lnTo>
                  <a:lnTo>
                    <a:pt x="4123908" y="560641"/>
                  </a:lnTo>
                  <a:lnTo>
                    <a:pt x="4124026" y="560641"/>
                  </a:lnTo>
                  <a:lnTo>
                    <a:pt x="4124144" y="560641"/>
                  </a:lnTo>
                  <a:lnTo>
                    <a:pt x="4124261" y="560641"/>
                  </a:lnTo>
                  <a:lnTo>
                    <a:pt x="4124379" y="560641"/>
                  </a:lnTo>
                  <a:lnTo>
                    <a:pt x="4124497" y="560641"/>
                  </a:lnTo>
                  <a:lnTo>
                    <a:pt x="4124614" y="560641"/>
                  </a:lnTo>
                  <a:lnTo>
                    <a:pt x="4124732" y="560641"/>
                  </a:lnTo>
                  <a:lnTo>
                    <a:pt x="4124849" y="560641"/>
                  </a:lnTo>
                  <a:lnTo>
                    <a:pt x="4124967" y="560641"/>
                  </a:lnTo>
                  <a:lnTo>
                    <a:pt x="4125085" y="560641"/>
                  </a:lnTo>
                  <a:lnTo>
                    <a:pt x="4125202" y="560641"/>
                  </a:lnTo>
                  <a:lnTo>
                    <a:pt x="4125320" y="560641"/>
                  </a:lnTo>
                  <a:lnTo>
                    <a:pt x="4125437" y="560641"/>
                  </a:lnTo>
                  <a:lnTo>
                    <a:pt x="4125555" y="560641"/>
                  </a:lnTo>
                  <a:lnTo>
                    <a:pt x="4125673" y="560641"/>
                  </a:lnTo>
                  <a:lnTo>
                    <a:pt x="4125790" y="560641"/>
                  </a:lnTo>
                  <a:lnTo>
                    <a:pt x="4125908" y="560641"/>
                  </a:lnTo>
                  <a:lnTo>
                    <a:pt x="4126026" y="560641"/>
                  </a:lnTo>
                  <a:lnTo>
                    <a:pt x="4126143" y="560641"/>
                  </a:lnTo>
                  <a:lnTo>
                    <a:pt x="4126261" y="560641"/>
                  </a:lnTo>
                  <a:lnTo>
                    <a:pt x="4126378" y="560641"/>
                  </a:lnTo>
                  <a:lnTo>
                    <a:pt x="4126378" y="560210"/>
                  </a:lnTo>
                  <a:lnTo>
                    <a:pt x="4126496" y="560210"/>
                  </a:lnTo>
                  <a:lnTo>
                    <a:pt x="4126614" y="560210"/>
                  </a:lnTo>
                  <a:lnTo>
                    <a:pt x="4126731" y="560210"/>
                  </a:lnTo>
                  <a:lnTo>
                    <a:pt x="4126849" y="560210"/>
                  </a:lnTo>
                  <a:lnTo>
                    <a:pt x="4126966" y="560210"/>
                  </a:lnTo>
                  <a:lnTo>
                    <a:pt x="4127084" y="560210"/>
                  </a:lnTo>
                  <a:lnTo>
                    <a:pt x="4127202" y="560210"/>
                  </a:lnTo>
                  <a:lnTo>
                    <a:pt x="4127319" y="560210"/>
                  </a:lnTo>
                  <a:lnTo>
                    <a:pt x="4127437" y="560210"/>
                  </a:lnTo>
                  <a:lnTo>
                    <a:pt x="4127555" y="560210"/>
                  </a:lnTo>
                  <a:lnTo>
                    <a:pt x="4127672" y="560210"/>
                  </a:lnTo>
                  <a:lnTo>
                    <a:pt x="4127790" y="560210"/>
                  </a:lnTo>
                  <a:lnTo>
                    <a:pt x="4127907" y="560210"/>
                  </a:lnTo>
                  <a:lnTo>
                    <a:pt x="4128025" y="560210"/>
                  </a:lnTo>
                  <a:lnTo>
                    <a:pt x="4128025" y="559780"/>
                  </a:lnTo>
                  <a:lnTo>
                    <a:pt x="4128143" y="559780"/>
                  </a:lnTo>
                  <a:lnTo>
                    <a:pt x="4128260" y="559780"/>
                  </a:lnTo>
                  <a:lnTo>
                    <a:pt x="4128378" y="559780"/>
                  </a:lnTo>
                  <a:lnTo>
                    <a:pt x="4128495" y="559780"/>
                  </a:lnTo>
                  <a:lnTo>
                    <a:pt x="4128613" y="559780"/>
                  </a:lnTo>
                  <a:lnTo>
                    <a:pt x="4128731" y="559780"/>
                  </a:lnTo>
                  <a:lnTo>
                    <a:pt x="4128848" y="559780"/>
                  </a:lnTo>
                  <a:lnTo>
                    <a:pt x="4128966" y="559780"/>
                  </a:lnTo>
                  <a:lnTo>
                    <a:pt x="4129083" y="559780"/>
                  </a:lnTo>
                  <a:lnTo>
                    <a:pt x="4129201" y="559780"/>
                  </a:lnTo>
                  <a:lnTo>
                    <a:pt x="4129319" y="559780"/>
                  </a:lnTo>
                  <a:lnTo>
                    <a:pt x="4129436" y="559780"/>
                  </a:lnTo>
                  <a:lnTo>
                    <a:pt x="4129436" y="559349"/>
                  </a:lnTo>
                  <a:lnTo>
                    <a:pt x="4129554" y="559349"/>
                  </a:lnTo>
                  <a:lnTo>
                    <a:pt x="4129672" y="559349"/>
                  </a:lnTo>
                  <a:lnTo>
                    <a:pt x="4129789" y="559349"/>
                  </a:lnTo>
                  <a:lnTo>
                    <a:pt x="4129907" y="559349"/>
                  </a:lnTo>
                  <a:lnTo>
                    <a:pt x="4130024" y="559349"/>
                  </a:lnTo>
                  <a:lnTo>
                    <a:pt x="4130142" y="559349"/>
                  </a:lnTo>
                  <a:lnTo>
                    <a:pt x="4130260" y="559349"/>
                  </a:lnTo>
                  <a:lnTo>
                    <a:pt x="4130377" y="559349"/>
                  </a:lnTo>
                  <a:lnTo>
                    <a:pt x="4130495" y="559349"/>
                  </a:lnTo>
                  <a:lnTo>
                    <a:pt x="4130612" y="559349"/>
                  </a:lnTo>
                  <a:lnTo>
                    <a:pt x="4130730" y="559349"/>
                  </a:lnTo>
                  <a:lnTo>
                    <a:pt x="4130730" y="558918"/>
                  </a:lnTo>
                  <a:lnTo>
                    <a:pt x="4130848" y="558918"/>
                  </a:lnTo>
                  <a:lnTo>
                    <a:pt x="4130965" y="558918"/>
                  </a:lnTo>
                  <a:lnTo>
                    <a:pt x="4131083" y="558918"/>
                  </a:lnTo>
                  <a:lnTo>
                    <a:pt x="4131201" y="558918"/>
                  </a:lnTo>
                  <a:lnTo>
                    <a:pt x="4131318" y="558918"/>
                  </a:lnTo>
                  <a:lnTo>
                    <a:pt x="4131436" y="558918"/>
                  </a:lnTo>
                  <a:lnTo>
                    <a:pt x="4131553" y="558918"/>
                  </a:lnTo>
                  <a:lnTo>
                    <a:pt x="4131553" y="558488"/>
                  </a:lnTo>
                  <a:lnTo>
                    <a:pt x="4131671" y="558488"/>
                  </a:lnTo>
                  <a:lnTo>
                    <a:pt x="4131789" y="558488"/>
                  </a:lnTo>
                  <a:lnTo>
                    <a:pt x="4131906" y="558488"/>
                  </a:lnTo>
                  <a:lnTo>
                    <a:pt x="4132024" y="558488"/>
                  </a:lnTo>
                  <a:lnTo>
                    <a:pt x="4132024" y="558057"/>
                  </a:lnTo>
                  <a:lnTo>
                    <a:pt x="4132141" y="558057"/>
                  </a:lnTo>
                  <a:lnTo>
                    <a:pt x="4132259" y="558057"/>
                  </a:lnTo>
                  <a:lnTo>
                    <a:pt x="4132377" y="558057"/>
                  </a:lnTo>
                  <a:lnTo>
                    <a:pt x="4132494" y="558057"/>
                  </a:lnTo>
                  <a:lnTo>
                    <a:pt x="4132612" y="558057"/>
                  </a:lnTo>
                  <a:lnTo>
                    <a:pt x="4132730" y="558057"/>
                  </a:lnTo>
                  <a:lnTo>
                    <a:pt x="4132847" y="558057"/>
                  </a:lnTo>
                  <a:lnTo>
                    <a:pt x="4132965" y="558057"/>
                  </a:lnTo>
                  <a:lnTo>
                    <a:pt x="4133082" y="558057"/>
                  </a:lnTo>
                  <a:lnTo>
                    <a:pt x="4133200" y="558057"/>
                  </a:lnTo>
                  <a:lnTo>
                    <a:pt x="4133318" y="558057"/>
                  </a:lnTo>
                  <a:lnTo>
                    <a:pt x="4133435" y="558057"/>
                  </a:lnTo>
                  <a:lnTo>
                    <a:pt x="4133553" y="558057"/>
                  </a:lnTo>
                  <a:lnTo>
                    <a:pt x="4133670" y="558057"/>
                  </a:lnTo>
                  <a:lnTo>
                    <a:pt x="4133788" y="558057"/>
                  </a:lnTo>
                  <a:lnTo>
                    <a:pt x="4133788" y="557627"/>
                  </a:lnTo>
                  <a:lnTo>
                    <a:pt x="4133788" y="557196"/>
                  </a:lnTo>
                  <a:lnTo>
                    <a:pt x="4133906" y="557196"/>
                  </a:lnTo>
                  <a:lnTo>
                    <a:pt x="4134023" y="557196"/>
                  </a:lnTo>
                  <a:lnTo>
                    <a:pt x="4134141" y="557196"/>
                  </a:lnTo>
                  <a:lnTo>
                    <a:pt x="4134141" y="556765"/>
                  </a:lnTo>
                  <a:lnTo>
                    <a:pt x="4134259" y="556765"/>
                  </a:lnTo>
                  <a:lnTo>
                    <a:pt x="4134376" y="556765"/>
                  </a:lnTo>
                  <a:lnTo>
                    <a:pt x="4134494" y="556765"/>
                  </a:lnTo>
                  <a:lnTo>
                    <a:pt x="4134611" y="556765"/>
                  </a:lnTo>
                  <a:lnTo>
                    <a:pt x="4134729" y="556765"/>
                  </a:lnTo>
                  <a:lnTo>
                    <a:pt x="4134847" y="556765"/>
                  </a:lnTo>
                  <a:lnTo>
                    <a:pt x="4134964" y="556765"/>
                  </a:lnTo>
                  <a:lnTo>
                    <a:pt x="4135082" y="556765"/>
                  </a:lnTo>
                  <a:lnTo>
                    <a:pt x="4135199" y="556765"/>
                  </a:lnTo>
                  <a:lnTo>
                    <a:pt x="4135317" y="556765"/>
                  </a:lnTo>
                  <a:lnTo>
                    <a:pt x="4135435" y="556765"/>
                  </a:lnTo>
                  <a:lnTo>
                    <a:pt x="4135552" y="556765"/>
                  </a:lnTo>
                  <a:lnTo>
                    <a:pt x="4135670" y="556765"/>
                  </a:lnTo>
                  <a:lnTo>
                    <a:pt x="4135788" y="556765"/>
                  </a:lnTo>
                  <a:lnTo>
                    <a:pt x="4135905" y="556765"/>
                  </a:lnTo>
                  <a:lnTo>
                    <a:pt x="4136023" y="556765"/>
                  </a:lnTo>
                  <a:lnTo>
                    <a:pt x="4136140" y="556765"/>
                  </a:lnTo>
                  <a:lnTo>
                    <a:pt x="4136258" y="556765"/>
                  </a:lnTo>
                  <a:lnTo>
                    <a:pt x="4136376" y="556765"/>
                  </a:lnTo>
                  <a:lnTo>
                    <a:pt x="4136493" y="556765"/>
                  </a:lnTo>
                  <a:lnTo>
                    <a:pt x="4136611" y="556765"/>
                  </a:lnTo>
                  <a:lnTo>
                    <a:pt x="4136728" y="556765"/>
                  </a:lnTo>
                  <a:lnTo>
                    <a:pt x="4136846" y="556765"/>
                  </a:lnTo>
                  <a:lnTo>
                    <a:pt x="4136964" y="556765"/>
                  </a:lnTo>
                  <a:lnTo>
                    <a:pt x="4137081" y="556765"/>
                  </a:lnTo>
                  <a:lnTo>
                    <a:pt x="4137199" y="556765"/>
                  </a:lnTo>
                  <a:lnTo>
                    <a:pt x="4137316" y="556765"/>
                  </a:lnTo>
                  <a:lnTo>
                    <a:pt x="4137434" y="556765"/>
                  </a:lnTo>
                  <a:lnTo>
                    <a:pt x="4137552" y="556765"/>
                  </a:lnTo>
                  <a:lnTo>
                    <a:pt x="4137669" y="556765"/>
                  </a:lnTo>
                  <a:lnTo>
                    <a:pt x="4137669" y="556335"/>
                  </a:lnTo>
                  <a:lnTo>
                    <a:pt x="4137787" y="556335"/>
                  </a:lnTo>
                  <a:lnTo>
                    <a:pt x="4137787" y="555904"/>
                  </a:lnTo>
                  <a:lnTo>
                    <a:pt x="4137787" y="555474"/>
                  </a:lnTo>
                  <a:lnTo>
                    <a:pt x="4137905" y="555474"/>
                  </a:lnTo>
                  <a:lnTo>
                    <a:pt x="4138022" y="555474"/>
                  </a:lnTo>
                  <a:lnTo>
                    <a:pt x="4138140" y="555474"/>
                  </a:lnTo>
                  <a:lnTo>
                    <a:pt x="4138257" y="555474"/>
                  </a:lnTo>
                  <a:lnTo>
                    <a:pt x="4138375" y="555474"/>
                  </a:lnTo>
                  <a:lnTo>
                    <a:pt x="4138493" y="555474"/>
                  </a:lnTo>
                  <a:lnTo>
                    <a:pt x="4138493" y="555043"/>
                  </a:lnTo>
                  <a:lnTo>
                    <a:pt x="4138493" y="554612"/>
                  </a:lnTo>
                  <a:lnTo>
                    <a:pt x="4138610" y="554612"/>
                  </a:lnTo>
                  <a:lnTo>
                    <a:pt x="4138728" y="554612"/>
                  </a:lnTo>
                  <a:lnTo>
                    <a:pt x="4138845" y="554612"/>
                  </a:lnTo>
                  <a:lnTo>
                    <a:pt x="4138963" y="554612"/>
                  </a:lnTo>
                  <a:lnTo>
                    <a:pt x="4139081" y="554612"/>
                  </a:lnTo>
                  <a:lnTo>
                    <a:pt x="4139198" y="554612"/>
                  </a:lnTo>
                  <a:lnTo>
                    <a:pt x="4139316" y="554612"/>
                  </a:lnTo>
                  <a:lnTo>
                    <a:pt x="4139434" y="554612"/>
                  </a:lnTo>
                  <a:lnTo>
                    <a:pt x="4139551" y="554612"/>
                  </a:lnTo>
                  <a:lnTo>
                    <a:pt x="4139669" y="554612"/>
                  </a:lnTo>
                  <a:lnTo>
                    <a:pt x="4139786" y="554612"/>
                  </a:lnTo>
                  <a:lnTo>
                    <a:pt x="4139904" y="554612"/>
                  </a:lnTo>
                  <a:lnTo>
                    <a:pt x="4140022" y="554612"/>
                  </a:lnTo>
                  <a:lnTo>
                    <a:pt x="4140139" y="554612"/>
                  </a:lnTo>
                  <a:lnTo>
                    <a:pt x="4140139" y="554182"/>
                  </a:lnTo>
                  <a:lnTo>
                    <a:pt x="4140139" y="553751"/>
                  </a:lnTo>
                  <a:lnTo>
                    <a:pt x="4140257" y="553751"/>
                  </a:lnTo>
                  <a:lnTo>
                    <a:pt x="4140374" y="553751"/>
                  </a:lnTo>
                  <a:lnTo>
                    <a:pt x="4140492" y="553751"/>
                  </a:lnTo>
                  <a:lnTo>
                    <a:pt x="4140492" y="553321"/>
                  </a:lnTo>
                  <a:lnTo>
                    <a:pt x="4140610" y="553321"/>
                  </a:lnTo>
                  <a:lnTo>
                    <a:pt x="4140727" y="553321"/>
                  </a:lnTo>
                  <a:lnTo>
                    <a:pt x="4140845" y="553321"/>
                  </a:lnTo>
                  <a:lnTo>
                    <a:pt x="4140963" y="553321"/>
                  </a:lnTo>
                  <a:lnTo>
                    <a:pt x="4140963" y="552890"/>
                  </a:lnTo>
                  <a:lnTo>
                    <a:pt x="4141080" y="552890"/>
                  </a:lnTo>
                  <a:lnTo>
                    <a:pt x="4141198" y="552890"/>
                  </a:lnTo>
                  <a:lnTo>
                    <a:pt x="4141315" y="552890"/>
                  </a:lnTo>
                  <a:lnTo>
                    <a:pt x="4141433" y="552890"/>
                  </a:lnTo>
                  <a:lnTo>
                    <a:pt x="4141551" y="552890"/>
                  </a:lnTo>
                  <a:lnTo>
                    <a:pt x="4141668" y="552890"/>
                  </a:lnTo>
                  <a:lnTo>
                    <a:pt x="4141786" y="552890"/>
                  </a:lnTo>
                  <a:lnTo>
                    <a:pt x="4141903" y="552890"/>
                  </a:lnTo>
                  <a:lnTo>
                    <a:pt x="4142021" y="552890"/>
                  </a:lnTo>
                  <a:lnTo>
                    <a:pt x="4142021" y="552459"/>
                  </a:lnTo>
                  <a:lnTo>
                    <a:pt x="4142139" y="552459"/>
                  </a:lnTo>
                  <a:lnTo>
                    <a:pt x="4142256" y="552459"/>
                  </a:lnTo>
                  <a:lnTo>
                    <a:pt x="4142374" y="552459"/>
                  </a:lnTo>
                  <a:lnTo>
                    <a:pt x="4142492" y="552459"/>
                  </a:lnTo>
                  <a:lnTo>
                    <a:pt x="4142609" y="552459"/>
                  </a:lnTo>
                  <a:lnTo>
                    <a:pt x="4142727" y="552459"/>
                  </a:lnTo>
                  <a:lnTo>
                    <a:pt x="4142844" y="552459"/>
                  </a:lnTo>
                  <a:lnTo>
                    <a:pt x="4142962" y="552459"/>
                  </a:lnTo>
                  <a:lnTo>
                    <a:pt x="4142962" y="552029"/>
                  </a:lnTo>
                  <a:lnTo>
                    <a:pt x="4143080" y="552029"/>
                  </a:lnTo>
                  <a:lnTo>
                    <a:pt x="4143197" y="552029"/>
                  </a:lnTo>
                  <a:lnTo>
                    <a:pt x="4143315" y="552029"/>
                  </a:lnTo>
                  <a:lnTo>
                    <a:pt x="4143432" y="552029"/>
                  </a:lnTo>
                  <a:lnTo>
                    <a:pt x="4143432" y="551598"/>
                  </a:lnTo>
                  <a:lnTo>
                    <a:pt x="4143550" y="551598"/>
                  </a:lnTo>
                  <a:lnTo>
                    <a:pt x="4143668" y="551598"/>
                  </a:lnTo>
                  <a:lnTo>
                    <a:pt x="4143668" y="551168"/>
                  </a:lnTo>
                  <a:lnTo>
                    <a:pt x="4143785" y="551168"/>
                  </a:lnTo>
                  <a:lnTo>
                    <a:pt x="4143785" y="550737"/>
                  </a:lnTo>
                  <a:lnTo>
                    <a:pt x="4143903" y="550737"/>
                  </a:lnTo>
                  <a:lnTo>
                    <a:pt x="4144021" y="550737"/>
                  </a:lnTo>
                  <a:lnTo>
                    <a:pt x="4144138" y="550737"/>
                  </a:lnTo>
                  <a:lnTo>
                    <a:pt x="4144256" y="550737"/>
                  </a:lnTo>
                  <a:lnTo>
                    <a:pt x="4144373" y="550737"/>
                  </a:lnTo>
                  <a:lnTo>
                    <a:pt x="4144491" y="550737"/>
                  </a:lnTo>
                  <a:lnTo>
                    <a:pt x="4144609" y="550737"/>
                  </a:lnTo>
                  <a:lnTo>
                    <a:pt x="4144726" y="550737"/>
                  </a:lnTo>
                  <a:lnTo>
                    <a:pt x="4144844" y="550737"/>
                  </a:lnTo>
                  <a:lnTo>
                    <a:pt x="4144961" y="550737"/>
                  </a:lnTo>
                  <a:lnTo>
                    <a:pt x="4144961" y="550306"/>
                  </a:lnTo>
                  <a:lnTo>
                    <a:pt x="4145079" y="550306"/>
                  </a:lnTo>
                  <a:lnTo>
                    <a:pt x="4145197" y="550306"/>
                  </a:lnTo>
                  <a:lnTo>
                    <a:pt x="4145197" y="549876"/>
                  </a:lnTo>
                  <a:lnTo>
                    <a:pt x="4145314" y="549876"/>
                  </a:lnTo>
                  <a:lnTo>
                    <a:pt x="4145432" y="549876"/>
                  </a:lnTo>
                  <a:lnTo>
                    <a:pt x="4145549" y="549876"/>
                  </a:lnTo>
                  <a:lnTo>
                    <a:pt x="4145667" y="549876"/>
                  </a:lnTo>
                  <a:lnTo>
                    <a:pt x="4145785" y="549876"/>
                  </a:lnTo>
                  <a:lnTo>
                    <a:pt x="4145902" y="549876"/>
                  </a:lnTo>
                  <a:lnTo>
                    <a:pt x="4146020" y="549876"/>
                  </a:lnTo>
                  <a:lnTo>
                    <a:pt x="4146020" y="549445"/>
                  </a:lnTo>
                  <a:lnTo>
                    <a:pt x="4146138" y="549445"/>
                  </a:lnTo>
                  <a:lnTo>
                    <a:pt x="4146255" y="549445"/>
                  </a:lnTo>
                  <a:lnTo>
                    <a:pt x="4146373" y="549445"/>
                  </a:lnTo>
                  <a:lnTo>
                    <a:pt x="4146490" y="549445"/>
                  </a:lnTo>
                  <a:lnTo>
                    <a:pt x="4146608" y="549445"/>
                  </a:lnTo>
                  <a:lnTo>
                    <a:pt x="4146726" y="549445"/>
                  </a:lnTo>
                  <a:lnTo>
                    <a:pt x="4146843" y="549445"/>
                  </a:lnTo>
                  <a:lnTo>
                    <a:pt x="4146961" y="549445"/>
                  </a:lnTo>
                  <a:lnTo>
                    <a:pt x="4147078" y="549445"/>
                  </a:lnTo>
                  <a:lnTo>
                    <a:pt x="4147196" y="549445"/>
                  </a:lnTo>
                  <a:lnTo>
                    <a:pt x="4147314" y="549445"/>
                  </a:lnTo>
                  <a:lnTo>
                    <a:pt x="4147431" y="549445"/>
                  </a:lnTo>
                  <a:lnTo>
                    <a:pt x="4147549" y="549445"/>
                  </a:lnTo>
                  <a:lnTo>
                    <a:pt x="4147667" y="549445"/>
                  </a:lnTo>
                  <a:lnTo>
                    <a:pt x="4147784" y="549445"/>
                  </a:lnTo>
                  <a:lnTo>
                    <a:pt x="4147902" y="549445"/>
                  </a:lnTo>
                  <a:lnTo>
                    <a:pt x="4148019" y="549445"/>
                  </a:lnTo>
                  <a:lnTo>
                    <a:pt x="4148137" y="549445"/>
                  </a:lnTo>
                  <a:lnTo>
                    <a:pt x="4148255" y="549445"/>
                  </a:lnTo>
                  <a:lnTo>
                    <a:pt x="4148255" y="549015"/>
                  </a:lnTo>
                  <a:lnTo>
                    <a:pt x="4148372" y="549015"/>
                  </a:lnTo>
                  <a:lnTo>
                    <a:pt x="4148490" y="549015"/>
                  </a:lnTo>
                  <a:lnTo>
                    <a:pt x="4148607" y="549015"/>
                  </a:lnTo>
                  <a:lnTo>
                    <a:pt x="4148725" y="549015"/>
                  </a:lnTo>
                  <a:lnTo>
                    <a:pt x="4148843" y="549015"/>
                  </a:lnTo>
                  <a:lnTo>
                    <a:pt x="4148960" y="549015"/>
                  </a:lnTo>
                  <a:lnTo>
                    <a:pt x="4149078" y="549015"/>
                  </a:lnTo>
                  <a:lnTo>
                    <a:pt x="4149196" y="549015"/>
                  </a:lnTo>
                  <a:lnTo>
                    <a:pt x="4149313" y="549015"/>
                  </a:lnTo>
                  <a:lnTo>
                    <a:pt x="4149431" y="549015"/>
                  </a:lnTo>
                  <a:lnTo>
                    <a:pt x="4149548" y="549015"/>
                  </a:lnTo>
                  <a:lnTo>
                    <a:pt x="4149666" y="549015"/>
                  </a:lnTo>
                  <a:lnTo>
                    <a:pt x="4149784" y="549015"/>
                  </a:lnTo>
                  <a:lnTo>
                    <a:pt x="4149901" y="549015"/>
                  </a:lnTo>
                  <a:lnTo>
                    <a:pt x="4150019" y="549015"/>
                  </a:lnTo>
                  <a:lnTo>
                    <a:pt x="4150136" y="549015"/>
                  </a:lnTo>
                  <a:lnTo>
                    <a:pt x="4150254" y="549015"/>
                  </a:lnTo>
                  <a:lnTo>
                    <a:pt x="4150372" y="549015"/>
                  </a:lnTo>
                  <a:lnTo>
                    <a:pt x="4150489" y="549015"/>
                  </a:lnTo>
                  <a:lnTo>
                    <a:pt x="4150489" y="548584"/>
                  </a:lnTo>
                  <a:lnTo>
                    <a:pt x="4150607" y="548584"/>
                  </a:lnTo>
                  <a:lnTo>
                    <a:pt x="4150725" y="548584"/>
                  </a:lnTo>
                  <a:lnTo>
                    <a:pt x="4150725" y="548153"/>
                  </a:lnTo>
                  <a:lnTo>
                    <a:pt x="4150842" y="548153"/>
                  </a:lnTo>
                  <a:lnTo>
                    <a:pt x="4150960" y="548153"/>
                  </a:lnTo>
                  <a:lnTo>
                    <a:pt x="4151077" y="548153"/>
                  </a:lnTo>
                  <a:lnTo>
                    <a:pt x="4151195" y="548153"/>
                  </a:lnTo>
                  <a:lnTo>
                    <a:pt x="4151313" y="548153"/>
                  </a:lnTo>
                  <a:lnTo>
                    <a:pt x="4151430" y="548153"/>
                  </a:lnTo>
                  <a:lnTo>
                    <a:pt x="4151548" y="548153"/>
                  </a:lnTo>
                  <a:lnTo>
                    <a:pt x="4151665" y="548153"/>
                  </a:lnTo>
                  <a:lnTo>
                    <a:pt x="4151783" y="548153"/>
                  </a:lnTo>
                  <a:lnTo>
                    <a:pt x="4151783" y="547723"/>
                  </a:lnTo>
                  <a:lnTo>
                    <a:pt x="4151901" y="547723"/>
                  </a:lnTo>
                  <a:lnTo>
                    <a:pt x="4152018" y="547723"/>
                  </a:lnTo>
                  <a:lnTo>
                    <a:pt x="4152136" y="547723"/>
                  </a:lnTo>
                  <a:lnTo>
                    <a:pt x="4152254" y="547723"/>
                  </a:lnTo>
                  <a:lnTo>
                    <a:pt x="4152371" y="547723"/>
                  </a:lnTo>
                  <a:lnTo>
                    <a:pt x="4152489" y="547723"/>
                  </a:lnTo>
                  <a:lnTo>
                    <a:pt x="4152606" y="547723"/>
                  </a:lnTo>
                  <a:lnTo>
                    <a:pt x="4152724" y="547723"/>
                  </a:lnTo>
                  <a:lnTo>
                    <a:pt x="4152842" y="547723"/>
                  </a:lnTo>
                  <a:lnTo>
                    <a:pt x="4152959" y="547723"/>
                  </a:lnTo>
                  <a:lnTo>
                    <a:pt x="4153077" y="547723"/>
                  </a:lnTo>
                  <a:lnTo>
                    <a:pt x="4153077" y="547292"/>
                  </a:lnTo>
                  <a:lnTo>
                    <a:pt x="4153194" y="547292"/>
                  </a:lnTo>
                  <a:lnTo>
                    <a:pt x="4153312" y="547292"/>
                  </a:lnTo>
                  <a:lnTo>
                    <a:pt x="4153430" y="547292"/>
                  </a:lnTo>
                  <a:lnTo>
                    <a:pt x="4153547" y="547292"/>
                  </a:lnTo>
                  <a:lnTo>
                    <a:pt x="4153547" y="546862"/>
                  </a:lnTo>
                  <a:lnTo>
                    <a:pt x="4153665" y="546862"/>
                  </a:lnTo>
                  <a:lnTo>
                    <a:pt x="4153782" y="546862"/>
                  </a:lnTo>
                  <a:lnTo>
                    <a:pt x="4153900" y="546862"/>
                  </a:lnTo>
                  <a:lnTo>
                    <a:pt x="4154018" y="546862"/>
                  </a:lnTo>
                  <a:lnTo>
                    <a:pt x="4154135" y="546862"/>
                  </a:lnTo>
                  <a:lnTo>
                    <a:pt x="4154253" y="546862"/>
                  </a:lnTo>
                  <a:lnTo>
                    <a:pt x="4154253" y="546431"/>
                  </a:lnTo>
                  <a:lnTo>
                    <a:pt x="4154371" y="546431"/>
                  </a:lnTo>
                  <a:lnTo>
                    <a:pt x="4154488" y="546431"/>
                  </a:lnTo>
                  <a:lnTo>
                    <a:pt x="4154488" y="546000"/>
                  </a:lnTo>
                  <a:lnTo>
                    <a:pt x="4154488" y="545570"/>
                  </a:lnTo>
                  <a:lnTo>
                    <a:pt x="4154606" y="545570"/>
                  </a:lnTo>
                  <a:lnTo>
                    <a:pt x="4154723" y="545570"/>
                  </a:lnTo>
                  <a:lnTo>
                    <a:pt x="4154841" y="545570"/>
                  </a:lnTo>
                  <a:lnTo>
                    <a:pt x="4154959" y="545570"/>
                  </a:lnTo>
                  <a:lnTo>
                    <a:pt x="4155076" y="545570"/>
                  </a:lnTo>
                  <a:lnTo>
                    <a:pt x="4155194" y="545570"/>
                  </a:lnTo>
                  <a:lnTo>
                    <a:pt x="4155311" y="545570"/>
                  </a:lnTo>
                  <a:lnTo>
                    <a:pt x="4155429" y="545570"/>
                  </a:lnTo>
                  <a:lnTo>
                    <a:pt x="4155547" y="545570"/>
                  </a:lnTo>
                  <a:lnTo>
                    <a:pt x="4155664" y="545570"/>
                  </a:lnTo>
                  <a:lnTo>
                    <a:pt x="4155782" y="545570"/>
                  </a:lnTo>
                  <a:lnTo>
                    <a:pt x="4155900" y="545570"/>
                  </a:lnTo>
                  <a:lnTo>
                    <a:pt x="4156017" y="545570"/>
                  </a:lnTo>
                  <a:lnTo>
                    <a:pt x="4156135" y="545570"/>
                  </a:lnTo>
                  <a:lnTo>
                    <a:pt x="4156252" y="545570"/>
                  </a:lnTo>
                  <a:lnTo>
                    <a:pt x="4156370" y="545570"/>
                  </a:lnTo>
                  <a:lnTo>
                    <a:pt x="4156488" y="545570"/>
                  </a:lnTo>
                  <a:lnTo>
                    <a:pt x="4156605" y="545570"/>
                  </a:lnTo>
                  <a:lnTo>
                    <a:pt x="4156723" y="545570"/>
                  </a:lnTo>
                  <a:lnTo>
                    <a:pt x="4156840" y="545570"/>
                  </a:lnTo>
                  <a:lnTo>
                    <a:pt x="4156958" y="545570"/>
                  </a:lnTo>
                  <a:lnTo>
                    <a:pt x="4157076" y="545570"/>
                  </a:lnTo>
                  <a:lnTo>
                    <a:pt x="4157193" y="545570"/>
                  </a:lnTo>
                  <a:lnTo>
                    <a:pt x="4157193" y="545139"/>
                  </a:lnTo>
                  <a:lnTo>
                    <a:pt x="4157311" y="545139"/>
                  </a:lnTo>
                  <a:lnTo>
                    <a:pt x="4157429" y="545139"/>
                  </a:lnTo>
                  <a:lnTo>
                    <a:pt x="4157546" y="545139"/>
                  </a:lnTo>
                  <a:lnTo>
                    <a:pt x="4157664" y="545139"/>
                  </a:lnTo>
                  <a:lnTo>
                    <a:pt x="4157781" y="545139"/>
                  </a:lnTo>
                  <a:lnTo>
                    <a:pt x="4157899" y="545139"/>
                  </a:lnTo>
                  <a:lnTo>
                    <a:pt x="4157899" y="544709"/>
                  </a:lnTo>
                  <a:lnTo>
                    <a:pt x="4158017" y="544709"/>
                  </a:lnTo>
                  <a:lnTo>
                    <a:pt x="4158134" y="544709"/>
                  </a:lnTo>
                  <a:lnTo>
                    <a:pt x="4158134" y="544278"/>
                  </a:lnTo>
                  <a:lnTo>
                    <a:pt x="4158134" y="543847"/>
                  </a:lnTo>
                  <a:lnTo>
                    <a:pt x="4158252" y="543847"/>
                  </a:lnTo>
                  <a:lnTo>
                    <a:pt x="4158252" y="543417"/>
                  </a:lnTo>
                  <a:lnTo>
                    <a:pt x="4158369" y="543417"/>
                  </a:lnTo>
                  <a:lnTo>
                    <a:pt x="4158487" y="543417"/>
                  </a:lnTo>
                  <a:lnTo>
                    <a:pt x="4158605" y="543417"/>
                  </a:lnTo>
                  <a:lnTo>
                    <a:pt x="4158722" y="543417"/>
                  </a:lnTo>
                  <a:lnTo>
                    <a:pt x="4158840" y="543417"/>
                  </a:lnTo>
                  <a:lnTo>
                    <a:pt x="4158958" y="543417"/>
                  </a:lnTo>
                  <a:lnTo>
                    <a:pt x="4158958" y="542986"/>
                  </a:lnTo>
                  <a:lnTo>
                    <a:pt x="4159075" y="542986"/>
                  </a:lnTo>
                  <a:lnTo>
                    <a:pt x="4159193" y="542986"/>
                  </a:lnTo>
                  <a:lnTo>
                    <a:pt x="4159310" y="542986"/>
                  </a:lnTo>
                  <a:lnTo>
                    <a:pt x="4159428" y="542986"/>
                  </a:lnTo>
                  <a:lnTo>
                    <a:pt x="4159546" y="542986"/>
                  </a:lnTo>
                  <a:lnTo>
                    <a:pt x="4159663" y="542986"/>
                  </a:lnTo>
                  <a:lnTo>
                    <a:pt x="4159781" y="542986"/>
                  </a:lnTo>
                  <a:lnTo>
                    <a:pt x="4159898" y="542986"/>
                  </a:lnTo>
                  <a:lnTo>
                    <a:pt x="4160016" y="542986"/>
                  </a:lnTo>
                  <a:lnTo>
                    <a:pt x="4160134" y="542986"/>
                  </a:lnTo>
                  <a:lnTo>
                    <a:pt x="4160251" y="542986"/>
                  </a:lnTo>
                  <a:lnTo>
                    <a:pt x="4160369" y="542986"/>
                  </a:lnTo>
                  <a:lnTo>
                    <a:pt x="4160487" y="542986"/>
                  </a:lnTo>
                  <a:lnTo>
                    <a:pt x="4160604" y="542986"/>
                  </a:lnTo>
                  <a:lnTo>
                    <a:pt x="4160722" y="542986"/>
                  </a:lnTo>
                  <a:lnTo>
                    <a:pt x="4160722" y="542556"/>
                  </a:lnTo>
                  <a:lnTo>
                    <a:pt x="4160839" y="542556"/>
                  </a:lnTo>
                  <a:lnTo>
                    <a:pt x="4160839" y="542125"/>
                  </a:lnTo>
                  <a:lnTo>
                    <a:pt x="4160839" y="541694"/>
                  </a:lnTo>
                  <a:lnTo>
                    <a:pt x="4160839" y="541264"/>
                  </a:lnTo>
                  <a:lnTo>
                    <a:pt x="4160957" y="541264"/>
                  </a:lnTo>
                  <a:lnTo>
                    <a:pt x="4161075" y="541264"/>
                  </a:lnTo>
                  <a:lnTo>
                    <a:pt x="4161192" y="541264"/>
                  </a:lnTo>
                  <a:lnTo>
                    <a:pt x="4161310" y="541264"/>
                  </a:lnTo>
                  <a:lnTo>
                    <a:pt x="4161427" y="541264"/>
                  </a:lnTo>
                  <a:lnTo>
                    <a:pt x="4161427" y="540833"/>
                  </a:lnTo>
                  <a:lnTo>
                    <a:pt x="4161427" y="540403"/>
                  </a:lnTo>
                  <a:lnTo>
                    <a:pt x="4161545" y="540403"/>
                  </a:lnTo>
                  <a:lnTo>
                    <a:pt x="4161545" y="539972"/>
                  </a:lnTo>
                  <a:lnTo>
                    <a:pt x="4161663" y="539972"/>
                  </a:lnTo>
                  <a:lnTo>
                    <a:pt x="4161780" y="539972"/>
                  </a:lnTo>
                  <a:lnTo>
                    <a:pt x="4161780" y="539541"/>
                  </a:lnTo>
                  <a:lnTo>
                    <a:pt x="4161898" y="539541"/>
                  </a:lnTo>
                  <a:lnTo>
                    <a:pt x="4161898" y="539111"/>
                  </a:lnTo>
                  <a:lnTo>
                    <a:pt x="4162015" y="539111"/>
                  </a:lnTo>
                  <a:lnTo>
                    <a:pt x="4162133" y="539111"/>
                  </a:lnTo>
                  <a:lnTo>
                    <a:pt x="4162133" y="538680"/>
                  </a:lnTo>
                  <a:lnTo>
                    <a:pt x="4162251" y="538680"/>
                  </a:lnTo>
                  <a:lnTo>
                    <a:pt x="4162368" y="538680"/>
                  </a:lnTo>
                  <a:lnTo>
                    <a:pt x="4162486" y="538680"/>
                  </a:lnTo>
                  <a:lnTo>
                    <a:pt x="4162604" y="538680"/>
                  </a:lnTo>
                  <a:lnTo>
                    <a:pt x="4162721" y="538680"/>
                  </a:lnTo>
                  <a:lnTo>
                    <a:pt x="4162839" y="538680"/>
                  </a:lnTo>
                  <a:lnTo>
                    <a:pt x="4162956" y="538680"/>
                  </a:lnTo>
                  <a:lnTo>
                    <a:pt x="4163074" y="538680"/>
                  </a:lnTo>
                  <a:lnTo>
                    <a:pt x="4163192" y="538680"/>
                  </a:lnTo>
                  <a:lnTo>
                    <a:pt x="4163309" y="538680"/>
                  </a:lnTo>
                  <a:lnTo>
                    <a:pt x="4163427" y="538680"/>
                  </a:lnTo>
                  <a:lnTo>
                    <a:pt x="4163544" y="538680"/>
                  </a:lnTo>
                  <a:lnTo>
                    <a:pt x="4163662" y="538680"/>
                  </a:lnTo>
                  <a:lnTo>
                    <a:pt x="4163780" y="538680"/>
                  </a:lnTo>
                  <a:lnTo>
                    <a:pt x="4163897" y="538680"/>
                  </a:lnTo>
                  <a:lnTo>
                    <a:pt x="4164015" y="538680"/>
                  </a:lnTo>
                  <a:lnTo>
                    <a:pt x="4164133" y="538680"/>
                  </a:lnTo>
                  <a:lnTo>
                    <a:pt x="4164250" y="538680"/>
                  </a:lnTo>
                  <a:lnTo>
                    <a:pt x="4164368" y="538680"/>
                  </a:lnTo>
                  <a:lnTo>
                    <a:pt x="4164485" y="538680"/>
                  </a:lnTo>
                  <a:lnTo>
                    <a:pt x="4164603" y="538680"/>
                  </a:lnTo>
                  <a:lnTo>
                    <a:pt x="4164721" y="538680"/>
                  </a:lnTo>
                  <a:lnTo>
                    <a:pt x="4164838" y="538680"/>
                  </a:lnTo>
                  <a:lnTo>
                    <a:pt x="4164838" y="538250"/>
                  </a:lnTo>
                  <a:lnTo>
                    <a:pt x="4164956" y="538250"/>
                  </a:lnTo>
                  <a:lnTo>
                    <a:pt x="4165073" y="538250"/>
                  </a:lnTo>
                  <a:lnTo>
                    <a:pt x="4165073" y="537819"/>
                  </a:lnTo>
                  <a:lnTo>
                    <a:pt x="4165191" y="537819"/>
                  </a:lnTo>
                  <a:lnTo>
                    <a:pt x="4165309" y="537819"/>
                  </a:lnTo>
                  <a:lnTo>
                    <a:pt x="4165426" y="537819"/>
                  </a:lnTo>
                  <a:lnTo>
                    <a:pt x="4165544" y="537819"/>
                  </a:lnTo>
                  <a:lnTo>
                    <a:pt x="4165662" y="537819"/>
                  </a:lnTo>
                  <a:lnTo>
                    <a:pt x="4165779" y="537819"/>
                  </a:lnTo>
                  <a:lnTo>
                    <a:pt x="4165897" y="537819"/>
                  </a:lnTo>
                  <a:lnTo>
                    <a:pt x="4166014" y="537819"/>
                  </a:lnTo>
                  <a:lnTo>
                    <a:pt x="4166132" y="537819"/>
                  </a:lnTo>
                  <a:lnTo>
                    <a:pt x="4166250" y="537819"/>
                  </a:lnTo>
                  <a:lnTo>
                    <a:pt x="4166367" y="537819"/>
                  </a:lnTo>
                  <a:lnTo>
                    <a:pt x="4166485" y="537819"/>
                  </a:lnTo>
                  <a:lnTo>
                    <a:pt x="4166602" y="537819"/>
                  </a:lnTo>
                  <a:lnTo>
                    <a:pt x="4166720" y="537819"/>
                  </a:lnTo>
                  <a:lnTo>
                    <a:pt x="4166838" y="537819"/>
                  </a:lnTo>
                  <a:lnTo>
                    <a:pt x="4166955" y="537819"/>
                  </a:lnTo>
                  <a:lnTo>
                    <a:pt x="4167073" y="537819"/>
                  </a:lnTo>
                  <a:lnTo>
                    <a:pt x="4167191" y="537819"/>
                  </a:lnTo>
                  <a:lnTo>
                    <a:pt x="4167308" y="537819"/>
                  </a:lnTo>
                  <a:lnTo>
                    <a:pt x="4167426" y="537819"/>
                  </a:lnTo>
                  <a:lnTo>
                    <a:pt x="4167543" y="537819"/>
                  </a:lnTo>
                  <a:lnTo>
                    <a:pt x="4167661" y="537819"/>
                  </a:lnTo>
                  <a:lnTo>
                    <a:pt x="4167779" y="537819"/>
                  </a:lnTo>
                  <a:lnTo>
                    <a:pt x="4167779" y="537388"/>
                  </a:lnTo>
                  <a:lnTo>
                    <a:pt x="4167896" y="537388"/>
                  </a:lnTo>
                  <a:lnTo>
                    <a:pt x="4168014" y="537388"/>
                  </a:lnTo>
                  <a:lnTo>
                    <a:pt x="4168131" y="537388"/>
                  </a:lnTo>
                  <a:lnTo>
                    <a:pt x="4168249" y="537388"/>
                  </a:lnTo>
                  <a:lnTo>
                    <a:pt x="4168367" y="537388"/>
                  </a:lnTo>
                  <a:lnTo>
                    <a:pt x="4168484" y="537388"/>
                  </a:lnTo>
                  <a:lnTo>
                    <a:pt x="4168602" y="537388"/>
                  </a:lnTo>
                  <a:lnTo>
                    <a:pt x="4168720" y="537388"/>
                  </a:lnTo>
                  <a:lnTo>
                    <a:pt x="4168720" y="536958"/>
                  </a:lnTo>
                  <a:lnTo>
                    <a:pt x="4168720" y="536527"/>
                  </a:lnTo>
                  <a:lnTo>
                    <a:pt x="4168837" y="536527"/>
                  </a:lnTo>
                  <a:lnTo>
                    <a:pt x="4168955" y="536527"/>
                  </a:lnTo>
                  <a:lnTo>
                    <a:pt x="4169072" y="536527"/>
                  </a:lnTo>
                  <a:lnTo>
                    <a:pt x="4169190" y="536527"/>
                  </a:lnTo>
                  <a:lnTo>
                    <a:pt x="4169308" y="536527"/>
                  </a:lnTo>
                  <a:lnTo>
                    <a:pt x="4169308" y="536097"/>
                  </a:lnTo>
                  <a:lnTo>
                    <a:pt x="4169425" y="536097"/>
                  </a:lnTo>
                  <a:lnTo>
                    <a:pt x="4169425" y="535666"/>
                  </a:lnTo>
                  <a:lnTo>
                    <a:pt x="4169543" y="535666"/>
                  </a:lnTo>
                  <a:lnTo>
                    <a:pt x="4169660" y="535666"/>
                  </a:lnTo>
                  <a:lnTo>
                    <a:pt x="4169778" y="535666"/>
                  </a:lnTo>
                  <a:lnTo>
                    <a:pt x="4169896" y="535666"/>
                  </a:lnTo>
                  <a:lnTo>
                    <a:pt x="4170013" y="535666"/>
                  </a:lnTo>
                  <a:lnTo>
                    <a:pt x="4170131" y="535666"/>
                  </a:lnTo>
                  <a:lnTo>
                    <a:pt x="4170248" y="535666"/>
                  </a:lnTo>
                  <a:lnTo>
                    <a:pt x="4170366" y="535666"/>
                  </a:lnTo>
                  <a:lnTo>
                    <a:pt x="4170366" y="535235"/>
                  </a:lnTo>
                  <a:lnTo>
                    <a:pt x="4170484" y="535235"/>
                  </a:lnTo>
                  <a:lnTo>
                    <a:pt x="4170601" y="535235"/>
                  </a:lnTo>
                  <a:lnTo>
                    <a:pt x="4170719" y="535235"/>
                  </a:lnTo>
                  <a:lnTo>
                    <a:pt x="4170837" y="535235"/>
                  </a:lnTo>
                  <a:lnTo>
                    <a:pt x="4170954" y="535235"/>
                  </a:lnTo>
                  <a:lnTo>
                    <a:pt x="4170954" y="534805"/>
                  </a:lnTo>
                  <a:lnTo>
                    <a:pt x="4171072" y="534805"/>
                  </a:lnTo>
                  <a:lnTo>
                    <a:pt x="4171189" y="534805"/>
                  </a:lnTo>
                  <a:lnTo>
                    <a:pt x="4171307" y="534805"/>
                  </a:lnTo>
                  <a:lnTo>
                    <a:pt x="4171425" y="534805"/>
                  </a:lnTo>
                  <a:lnTo>
                    <a:pt x="4171542" y="534805"/>
                  </a:lnTo>
                  <a:lnTo>
                    <a:pt x="4171660" y="534805"/>
                  </a:lnTo>
                  <a:lnTo>
                    <a:pt x="4171777" y="534805"/>
                  </a:lnTo>
                  <a:lnTo>
                    <a:pt x="4171895" y="534805"/>
                  </a:lnTo>
                  <a:lnTo>
                    <a:pt x="4172013" y="534805"/>
                  </a:lnTo>
                  <a:lnTo>
                    <a:pt x="4172130" y="534805"/>
                  </a:lnTo>
                  <a:lnTo>
                    <a:pt x="4172248" y="534805"/>
                  </a:lnTo>
                  <a:lnTo>
                    <a:pt x="4172366" y="534805"/>
                  </a:lnTo>
                  <a:lnTo>
                    <a:pt x="4172483" y="534805"/>
                  </a:lnTo>
                  <a:lnTo>
                    <a:pt x="4172601" y="534805"/>
                  </a:lnTo>
                  <a:lnTo>
                    <a:pt x="4172601" y="534374"/>
                  </a:lnTo>
                  <a:lnTo>
                    <a:pt x="4172718" y="534374"/>
                  </a:lnTo>
                  <a:lnTo>
                    <a:pt x="4172836" y="534374"/>
                  </a:lnTo>
                  <a:lnTo>
                    <a:pt x="4172954" y="534374"/>
                  </a:lnTo>
                  <a:lnTo>
                    <a:pt x="4173071" y="534374"/>
                  </a:lnTo>
                  <a:lnTo>
                    <a:pt x="4173189" y="534374"/>
                  </a:lnTo>
                  <a:lnTo>
                    <a:pt x="4173189" y="533944"/>
                  </a:lnTo>
                  <a:lnTo>
                    <a:pt x="4173306" y="533944"/>
                  </a:lnTo>
                  <a:lnTo>
                    <a:pt x="4173424" y="533944"/>
                  </a:lnTo>
                  <a:lnTo>
                    <a:pt x="4173542" y="533944"/>
                  </a:lnTo>
                  <a:lnTo>
                    <a:pt x="4173659" y="533944"/>
                  </a:lnTo>
                  <a:lnTo>
                    <a:pt x="4173659" y="533513"/>
                  </a:lnTo>
                  <a:lnTo>
                    <a:pt x="4173777" y="533513"/>
                  </a:lnTo>
                  <a:lnTo>
                    <a:pt x="4173895" y="533513"/>
                  </a:lnTo>
                  <a:lnTo>
                    <a:pt x="4174012" y="533513"/>
                  </a:lnTo>
                  <a:lnTo>
                    <a:pt x="4174130" y="533513"/>
                  </a:lnTo>
                  <a:lnTo>
                    <a:pt x="4174247" y="533513"/>
                  </a:lnTo>
                  <a:lnTo>
                    <a:pt x="4174365" y="533513"/>
                  </a:lnTo>
                  <a:lnTo>
                    <a:pt x="4174483" y="533513"/>
                  </a:lnTo>
                  <a:lnTo>
                    <a:pt x="4174483" y="533082"/>
                  </a:lnTo>
                  <a:lnTo>
                    <a:pt x="4174600" y="533082"/>
                  </a:lnTo>
                  <a:lnTo>
                    <a:pt x="4174600" y="532652"/>
                  </a:lnTo>
                  <a:lnTo>
                    <a:pt x="4174718" y="532652"/>
                  </a:lnTo>
                  <a:lnTo>
                    <a:pt x="4174835" y="532652"/>
                  </a:lnTo>
                  <a:lnTo>
                    <a:pt x="4174953" y="532652"/>
                  </a:lnTo>
                  <a:lnTo>
                    <a:pt x="4175071" y="532652"/>
                  </a:lnTo>
                  <a:lnTo>
                    <a:pt x="4175188" y="532652"/>
                  </a:lnTo>
                  <a:lnTo>
                    <a:pt x="4175188" y="532221"/>
                  </a:lnTo>
                  <a:lnTo>
                    <a:pt x="4175306" y="532221"/>
                  </a:lnTo>
                  <a:lnTo>
                    <a:pt x="4175424" y="532221"/>
                  </a:lnTo>
                  <a:lnTo>
                    <a:pt x="4175541" y="532221"/>
                  </a:lnTo>
                  <a:lnTo>
                    <a:pt x="4175659" y="532221"/>
                  </a:lnTo>
                  <a:lnTo>
                    <a:pt x="4175776" y="532221"/>
                  </a:lnTo>
                  <a:lnTo>
                    <a:pt x="4175894" y="532221"/>
                  </a:lnTo>
                  <a:lnTo>
                    <a:pt x="4176012" y="532221"/>
                  </a:lnTo>
                  <a:lnTo>
                    <a:pt x="4176129" y="532221"/>
                  </a:lnTo>
                  <a:lnTo>
                    <a:pt x="4176247" y="532221"/>
                  </a:lnTo>
                  <a:lnTo>
                    <a:pt x="4176364" y="532221"/>
                  </a:lnTo>
                  <a:lnTo>
                    <a:pt x="4176482" y="532221"/>
                  </a:lnTo>
                  <a:lnTo>
                    <a:pt x="4176600" y="532221"/>
                  </a:lnTo>
                  <a:lnTo>
                    <a:pt x="4176600" y="531791"/>
                  </a:lnTo>
                  <a:lnTo>
                    <a:pt x="4176717" y="531791"/>
                  </a:lnTo>
                  <a:lnTo>
                    <a:pt x="4176835" y="531791"/>
                  </a:lnTo>
                  <a:lnTo>
                    <a:pt x="4176953" y="531791"/>
                  </a:lnTo>
                  <a:lnTo>
                    <a:pt x="4177070" y="531791"/>
                  </a:lnTo>
                  <a:lnTo>
                    <a:pt x="4177188" y="531791"/>
                  </a:lnTo>
                  <a:lnTo>
                    <a:pt x="4177305" y="531791"/>
                  </a:lnTo>
                  <a:lnTo>
                    <a:pt x="4177423" y="531791"/>
                  </a:lnTo>
                  <a:lnTo>
                    <a:pt x="4177541" y="531791"/>
                  </a:lnTo>
                  <a:lnTo>
                    <a:pt x="4177541" y="531360"/>
                  </a:lnTo>
                  <a:lnTo>
                    <a:pt x="4177658" y="531360"/>
                  </a:lnTo>
                  <a:lnTo>
                    <a:pt x="4177776" y="531360"/>
                  </a:lnTo>
                  <a:lnTo>
                    <a:pt x="4177893" y="531360"/>
                  </a:lnTo>
                  <a:lnTo>
                    <a:pt x="4178011" y="531360"/>
                  </a:lnTo>
                  <a:lnTo>
                    <a:pt x="4178129" y="531360"/>
                  </a:lnTo>
                  <a:lnTo>
                    <a:pt x="4178246" y="531360"/>
                  </a:lnTo>
                  <a:lnTo>
                    <a:pt x="4178364" y="531360"/>
                  </a:lnTo>
                  <a:lnTo>
                    <a:pt x="4178481" y="531360"/>
                  </a:lnTo>
                  <a:lnTo>
                    <a:pt x="4178599" y="531360"/>
                  </a:lnTo>
                  <a:lnTo>
                    <a:pt x="4178717" y="531360"/>
                  </a:lnTo>
                  <a:lnTo>
                    <a:pt x="4178834" y="531360"/>
                  </a:lnTo>
                  <a:lnTo>
                    <a:pt x="4178834" y="530929"/>
                  </a:lnTo>
                  <a:lnTo>
                    <a:pt x="4178952" y="530929"/>
                  </a:lnTo>
                  <a:lnTo>
                    <a:pt x="4179070" y="530929"/>
                  </a:lnTo>
                  <a:lnTo>
                    <a:pt x="4179187" y="530929"/>
                  </a:lnTo>
                  <a:lnTo>
                    <a:pt x="4179305" y="530929"/>
                  </a:lnTo>
                  <a:lnTo>
                    <a:pt x="4179305" y="530499"/>
                  </a:lnTo>
                  <a:lnTo>
                    <a:pt x="4179422" y="530499"/>
                  </a:lnTo>
                  <a:lnTo>
                    <a:pt x="4179540" y="530499"/>
                  </a:lnTo>
                  <a:lnTo>
                    <a:pt x="4179658" y="530499"/>
                  </a:lnTo>
                  <a:lnTo>
                    <a:pt x="4179775" y="530499"/>
                  </a:lnTo>
                  <a:lnTo>
                    <a:pt x="4179893" y="530499"/>
                  </a:lnTo>
                  <a:lnTo>
                    <a:pt x="4180010" y="530499"/>
                  </a:lnTo>
                  <a:lnTo>
                    <a:pt x="4180010" y="530068"/>
                  </a:lnTo>
                  <a:lnTo>
                    <a:pt x="4180128" y="530068"/>
                  </a:lnTo>
                  <a:lnTo>
                    <a:pt x="4180246" y="530068"/>
                  </a:lnTo>
                  <a:lnTo>
                    <a:pt x="4180363" y="530068"/>
                  </a:lnTo>
                  <a:lnTo>
                    <a:pt x="4180481" y="530068"/>
                  </a:lnTo>
                  <a:lnTo>
                    <a:pt x="4180599" y="530068"/>
                  </a:lnTo>
                  <a:lnTo>
                    <a:pt x="4180716" y="530068"/>
                  </a:lnTo>
                  <a:lnTo>
                    <a:pt x="4180834" y="530068"/>
                  </a:lnTo>
                  <a:lnTo>
                    <a:pt x="4180951" y="530068"/>
                  </a:lnTo>
                  <a:lnTo>
                    <a:pt x="4181069" y="530068"/>
                  </a:lnTo>
                  <a:lnTo>
                    <a:pt x="4181187" y="530068"/>
                  </a:lnTo>
                  <a:lnTo>
                    <a:pt x="4181304" y="530068"/>
                  </a:lnTo>
                  <a:lnTo>
                    <a:pt x="4181422" y="530068"/>
                  </a:lnTo>
                  <a:lnTo>
                    <a:pt x="4181422" y="529638"/>
                  </a:lnTo>
                  <a:lnTo>
                    <a:pt x="4181539" y="529638"/>
                  </a:lnTo>
                  <a:lnTo>
                    <a:pt x="4181657" y="529638"/>
                  </a:lnTo>
                  <a:lnTo>
                    <a:pt x="4181775" y="529638"/>
                  </a:lnTo>
                  <a:lnTo>
                    <a:pt x="4181892" y="529638"/>
                  </a:lnTo>
                  <a:lnTo>
                    <a:pt x="4182010" y="529638"/>
                  </a:lnTo>
                  <a:lnTo>
                    <a:pt x="4182128" y="529638"/>
                  </a:lnTo>
                  <a:lnTo>
                    <a:pt x="4182245" y="529638"/>
                  </a:lnTo>
                  <a:lnTo>
                    <a:pt x="4182363" y="529638"/>
                  </a:lnTo>
                  <a:lnTo>
                    <a:pt x="4182480" y="529638"/>
                  </a:lnTo>
                  <a:lnTo>
                    <a:pt x="4182598" y="529638"/>
                  </a:lnTo>
                  <a:lnTo>
                    <a:pt x="4182716" y="529638"/>
                  </a:lnTo>
                  <a:lnTo>
                    <a:pt x="4182833" y="529638"/>
                  </a:lnTo>
                  <a:lnTo>
                    <a:pt x="4182833" y="529207"/>
                  </a:lnTo>
                  <a:lnTo>
                    <a:pt x="4182951" y="529207"/>
                  </a:lnTo>
                  <a:lnTo>
                    <a:pt x="4183068" y="529207"/>
                  </a:lnTo>
                  <a:lnTo>
                    <a:pt x="4183186" y="529207"/>
                  </a:lnTo>
                  <a:lnTo>
                    <a:pt x="4183304" y="529207"/>
                  </a:lnTo>
                  <a:lnTo>
                    <a:pt x="4183304" y="528776"/>
                  </a:lnTo>
                  <a:lnTo>
                    <a:pt x="4183421" y="528776"/>
                  </a:lnTo>
                  <a:lnTo>
                    <a:pt x="4183539" y="528776"/>
                  </a:lnTo>
                  <a:lnTo>
                    <a:pt x="4183657" y="528776"/>
                  </a:lnTo>
                  <a:lnTo>
                    <a:pt x="4183774" y="528776"/>
                  </a:lnTo>
                  <a:lnTo>
                    <a:pt x="4183774" y="528346"/>
                  </a:lnTo>
                  <a:lnTo>
                    <a:pt x="4183892" y="528346"/>
                  </a:lnTo>
                  <a:lnTo>
                    <a:pt x="4184009" y="528346"/>
                  </a:lnTo>
                  <a:lnTo>
                    <a:pt x="4184009" y="527915"/>
                  </a:lnTo>
                  <a:lnTo>
                    <a:pt x="4184127" y="527915"/>
                  </a:lnTo>
                  <a:lnTo>
                    <a:pt x="4184127" y="527485"/>
                  </a:lnTo>
                  <a:lnTo>
                    <a:pt x="4184245" y="527485"/>
                  </a:lnTo>
                  <a:lnTo>
                    <a:pt x="4184362" y="527485"/>
                  </a:lnTo>
                  <a:lnTo>
                    <a:pt x="4184480" y="527485"/>
                  </a:lnTo>
                  <a:lnTo>
                    <a:pt x="4184597" y="527485"/>
                  </a:lnTo>
                  <a:lnTo>
                    <a:pt x="4184715" y="527485"/>
                  </a:lnTo>
                  <a:lnTo>
                    <a:pt x="4184833" y="527485"/>
                  </a:lnTo>
                  <a:lnTo>
                    <a:pt x="4184950" y="527485"/>
                  </a:lnTo>
                  <a:lnTo>
                    <a:pt x="4185068" y="527485"/>
                  </a:lnTo>
                  <a:lnTo>
                    <a:pt x="4185186" y="527485"/>
                  </a:lnTo>
                  <a:lnTo>
                    <a:pt x="4185303" y="527485"/>
                  </a:lnTo>
                  <a:lnTo>
                    <a:pt x="4185421" y="527485"/>
                  </a:lnTo>
                  <a:lnTo>
                    <a:pt x="4185538" y="527485"/>
                  </a:lnTo>
                  <a:lnTo>
                    <a:pt x="4185656" y="527485"/>
                  </a:lnTo>
                  <a:lnTo>
                    <a:pt x="4185774" y="527485"/>
                  </a:lnTo>
                  <a:lnTo>
                    <a:pt x="4185774" y="527054"/>
                  </a:lnTo>
                  <a:lnTo>
                    <a:pt x="4185891" y="527054"/>
                  </a:lnTo>
                  <a:lnTo>
                    <a:pt x="4186009" y="527054"/>
                  </a:lnTo>
                  <a:lnTo>
                    <a:pt x="4186126" y="527054"/>
                  </a:lnTo>
                  <a:lnTo>
                    <a:pt x="4186244" y="527054"/>
                  </a:lnTo>
                  <a:lnTo>
                    <a:pt x="4186362" y="527054"/>
                  </a:lnTo>
                  <a:lnTo>
                    <a:pt x="4186479" y="527054"/>
                  </a:lnTo>
                  <a:lnTo>
                    <a:pt x="4186597" y="527054"/>
                  </a:lnTo>
                  <a:lnTo>
                    <a:pt x="4186714" y="527054"/>
                  </a:lnTo>
                  <a:lnTo>
                    <a:pt x="4186832" y="527054"/>
                  </a:lnTo>
                  <a:lnTo>
                    <a:pt x="4186950" y="527054"/>
                  </a:lnTo>
                  <a:lnTo>
                    <a:pt x="4187067" y="527054"/>
                  </a:lnTo>
                  <a:lnTo>
                    <a:pt x="4187185" y="527054"/>
                  </a:lnTo>
                  <a:lnTo>
                    <a:pt x="4187303" y="527054"/>
                  </a:lnTo>
                  <a:lnTo>
                    <a:pt x="4187420" y="527054"/>
                  </a:lnTo>
                  <a:lnTo>
                    <a:pt x="4187420" y="526623"/>
                  </a:lnTo>
                  <a:lnTo>
                    <a:pt x="4187538" y="526623"/>
                  </a:lnTo>
                  <a:lnTo>
                    <a:pt x="4187655" y="526623"/>
                  </a:lnTo>
                  <a:lnTo>
                    <a:pt x="4187773" y="526623"/>
                  </a:lnTo>
                  <a:lnTo>
                    <a:pt x="4187891" y="526623"/>
                  </a:lnTo>
                  <a:lnTo>
                    <a:pt x="4188008" y="526623"/>
                  </a:lnTo>
                  <a:lnTo>
                    <a:pt x="4188126" y="526623"/>
                  </a:lnTo>
                  <a:lnTo>
                    <a:pt x="4188243" y="526623"/>
                  </a:lnTo>
                  <a:lnTo>
                    <a:pt x="4188361" y="526623"/>
                  </a:lnTo>
                  <a:lnTo>
                    <a:pt x="4188479" y="526623"/>
                  </a:lnTo>
                  <a:lnTo>
                    <a:pt x="4188596" y="526623"/>
                  </a:lnTo>
                  <a:lnTo>
                    <a:pt x="4188714" y="526623"/>
                  </a:lnTo>
                  <a:lnTo>
                    <a:pt x="4188832" y="526623"/>
                  </a:lnTo>
                  <a:lnTo>
                    <a:pt x="4188949" y="526623"/>
                  </a:lnTo>
                  <a:lnTo>
                    <a:pt x="4189067" y="526623"/>
                  </a:lnTo>
                  <a:lnTo>
                    <a:pt x="4189184" y="526623"/>
                  </a:lnTo>
                  <a:lnTo>
                    <a:pt x="4189302" y="526623"/>
                  </a:lnTo>
                  <a:lnTo>
                    <a:pt x="4189420" y="526623"/>
                  </a:lnTo>
                  <a:lnTo>
                    <a:pt x="4189537" y="526623"/>
                  </a:lnTo>
                  <a:lnTo>
                    <a:pt x="4189655" y="526623"/>
                  </a:lnTo>
                  <a:lnTo>
                    <a:pt x="4189772" y="526623"/>
                  </a:lnTo>
                  <a:lnTo>
                    <a:pt x="4189890" y="526623"/>
                  </a:lnTo>
                  <a:lnTo>
                    <a:pt x="4190008" y="526623"/>
                  </a:lnTo>
                  <a:lnTo>
                    <a:pt x="4190125" y="526623"/>
                  </a:lnTo>
                  <a:lnTo>
                    <a:pt x="4190243" y="526623"/>
                  </a:lnTo>
                  <a:lnTo>
                    <a:pt x="4190361" y="526623"/>
                  </a:lnTo>
                  <a:lnTo>
                    <a:pt x="4190478" y="526623"/>
                  </a:lnTo>
                  <a:lnTo>
                    <a:pt x="4190596" y="526623"/>
                  </a:lnTo>
                  <a:lnTo>
                    <a:pt x="4190713" y="526623"/>
                  </a:lnTo>
                  <a:lnTo>
                    <a:pt x="4190831" y="526623"/>
                  </a:lnTo>
                  <a:lnTo>
                    <a:pt x="4190949" y="526623"/>
                  </a:lnTo>
                  <a:lnTo>
                    <a:pt x="4191066" y="526623"/>
                  </a:lnTo>
                  <a:lnTo>
                    <a:pt x="4191184" y="526623"/>
                  </a:lnTo>
                  <a:lnTo>
                    <a:pt x="4191301" y="526623"/>
                  </a:lnTo>
                  <a:lnTo>
                    <a:pt x="4191419" y="526623"/>
                  </a:lnTo>
                  <a:lnTo>
                    <a:pt x="4191537" y="526623"/>
                  </a:lnTo>
                  <a:lnTo>
                    <a:pt x="4191654" y="526623"/>
                  </a:lnTo>
                  <a:lnTo>
                    <a:pt x="4191654" y="526193"/>
                  </a:lnTo>
                  <a:lnTo>
                    <a:pt x="4191772" y="526193"/>
                  </a:lnTo>
                  <a:lnTo>
                    <a:pt x="4191890" y="526193"/>
                  </a:lnTo>
                  <a:lnTo>
                    <a:pt x="4191890" y="525762"/>
                  </a:lnTo>
                  <a:lnTo>
                    <a:pt x="4192007" y="525762"/>
                  </a:lnTo>
                  <a:lnTo>
                    <a:pt x="4192125" y="525762"/>
                  </a:lnTo>
                  <a:lnTo>
                    <a:pt x="4192242" y="525762"/>
                  </a:lnTo>
                  <a:lnTo>
                    <a:pt x="4192360" y="525762"/>
                  </a:lnTo>
                  <a:lnTo>
                    <a:pt x="4192478" y="525762"/>
                  </a:lnTo>
                  <a:lnTo>
                    <a:pt x="4192595" y="525762"/>
                  </a:lnTo>
                  <a:lnTo>
                    <a:pt x="4192713" y="525762"/>
                  </a:lnTo>
                  <a:lnTo>
                    <a:pt x="4192830" y="525762"/>
                  </a:lnTo>
                  <a:lnTo>
                    <a:pt x="4192948" y="525762"/>
                  </a:lnTo>
                  <a:lnTo>
                    <a:pt x="4193066" y="525762"/>
                  </a:lnTo>
                  <a:lnTo>
                    <a:pt x="4193183" y="525762"/>
                  </a:lnTo>
                  <a:lnTo>
                    <a:pt x="4193301" y="525762"/>
                  </a:lnTo>
                  <a:lnTo>
                    <a:pt x="4193419" y="525762"/>
                  </a:lnTo>
                  <a:lnTo>
                    <a:pt x="4193536" y="525762"/>
                  </a:lnTo>
                  <a:lnTo>
                    <a:pt x="4193654" y="525762"/>
                  </a:lnTo>
                  <a:lnTo>
                    <a:pt x="4193771" y="525762"/>
                  </a:lnTo>
                  <a:lnTo>
                    <a:pt x="4193889" y="525762"/>
                  </a:lnTo>
                  <a:lnTo>
                    <a:pt x="4194007" y="525762"/>
                  </a:lnTo>
                  <a:lnTo>
                    <a:pt x="4194124" y="525762"/>
                  </a:lnTo>
                  <a:lnTo>
                    <a:pt x="4194242" y="525762"/>
                  </a:lnTo>
                  <a:lnTo>
                    <a:pt x="4194359" y="525762"/>
                  </a:lnTo>
                  <a:lnTo>
                    <a:pt x="4194359" y="525332"/>
                  </a:lnTo>
                  <a:lnTo>
                    <a:pt x="4194477" y="525332"/>
                  </a:lnTo>
                  <a:lnTo>
                    <a:pt x="4194595" y="525332"/>
                  </a:lnTo>
                  <a:lnTo>
                    <a:pt x="4194712" y="525332"/>
                  </a:lnTo>
                  <a:lnTo>
                    <a:pt x="4194830" y="525332"/>
                  </a:lnTo>
                  <a:lnTo>
                    <a:pt x="4194947" y="525332"/>
                  </a:lnTo>
                  <a:lnTo>
                    <a:pt x="4195065" y="525332"/>
                  </a:lnTo>
                  <a:lnTo>
                    <a:pt x="4195183" y="525332"/>
                  </a:lnTo>
                  <a:lnTo>
                    <a:pt x="4195300" y="525332"/>
                  </a:lnTo>
                  <a:lnTo>
                    <a:pt x="4195418" y="525332"/>
                  </a:lnTo>
                  <a:lnTo>
                    <a:pt x="4195536" y="525332"/>
                  </a:lnTo>
                  <a:lnTo>
                    <a:pt x="4195653" y="525332"/>
                  </a:lnTo>
                  <a:lnTo>
                    <a:pt x="4195771" y="525332"/>
                  </a:lnTo>
                  <a:lnTo>
                    <a:pt x="4195888" y="525332"/>
                  </a:lnTo>
                  <a:lnTo>
                    <a:pt x="4196006" y="525332"/>
                  </a:lnTo>
                  <a:lnTo>
                    <a:pt x="4196006" y="524901"/>
                  </a:lnTo>
                  <a:lnTo>
                    <a:pt x="4196124" y="524901"/>
                  </a:lnTo>
                  <a:lnTo>
                    <a:pt x="4196241" y="524901"/>
                  </a:lnTo>
                  <a:lnTo>
                    <a:pt x="4196359" y="524901"/>
                  </a:lnTo>
                  <a:lnTo>
                    <a:pt x="4196476" y="524901"/>
                  </a:lnTo>
                  <a:lnTo>
                    <a:pt x="4196594" y="524901"/>
                  </a:lnTo>
                  <a:lnTo>
                    <a:pt x="4196712" y="524901"/>
                  </a:lnTo>
                  <a:lnTo>
                    <a:pt x="4196829" y="524901"/>
                  </a:lnTo>
                  <a:lnTo>
                    <a:pt x="4196947" y="524901"/>
                  </a:lnTo>
                  <a:lnTo>
                    <a:pt x="4197065" y="524901"/>
                  </a:lnTo>
                  <a:lnTo>
                    <a:pt x="4197182" y="524901"/>
                  </a:lnTo>
                  <a:lnTo>
                    <a:pt x="4197300" y="524901"/>
                  </a:lnTo>
                  <a:lnTo>
                    <a:pt x="4197417" y="524901"/>
                  </a:lnTo>
                  <a:lnTo>
                    <a:pt x="4197535" y="524901"/>
                  </a:lnTo>
                  <a:lnTo>
                    <a:pt x="4197653" y="524901"/>
                  </a:lnTo>
                  <a:lnTo>
                    <a:pt x="4197770" y="524901"/>
                  </a:lnTo>
                  <a:lnTo>
                    <a:pt x="4197888" y="524901"/>
                  </a:lnTo>
                  <a:lnTo>
                    <a:pt x="4198005" y="524901"/>
                  </a:lnTo>
                  <a:lnTo>
                    <a:pt x="4198123" y="524901"/>
                  </a:lnTo>
                  <a:lnTo>
                    <a:pt x="4198241" y="524901"/>
                  </a:lnTo>
                  <a:lnTo>
                    <a:pt x="4198358" y="524901"/>
                  </a:lnTo>
                  <a:lnTo>
                    <a:pt x="4198476" y="524901"/>
                  </a:lnTo>
                  <a:lnTo>
                    <a:pt x="4198594" y="524901"/>
                  </a:lnTo>
                  <a:lnTo>
                    <a:pt x="4198711" y="524901"/>
                  </a:lnTo>
                  <a:lnTo>
                    <a:pt x="4198829" y="524901"/>
                  </a:lnTo>
                  <a:lnTo>
                    <a:pt x="4198946" y="524901"/>
                  </a:lnTo>
                  <a:lnTo>
                    <a:pt x="4199064" y="524901"/>
                  </a:lnTo>
                  <a:lnTo>
                    <a:pt x="4199064" y="524470"/>
                  </a:lnTo>
                  <a:lnTo>
                    <a:pt x="4199182" y="524470"/>
                  </a:lnTo>
                  <a:lnTo>
                    <a:pt x="4199182" y="524040"/>
                  </a:lnTo>
                  <a:lnTo>
                    <a:pt x="4199299" y="524040"/>
                  </a:lnTo>
                  <a:lnTo>
                    <a:pt x="4199417" y="524040"/>
                  </a:lnTo>
                  <a:lnTo>
                    <a:pt x="4199534" y="524040"/>
                  </a:lnTo>
                  <a:lnTo>
                    <a:pt x="4199652" y="524040"/>
                  </a:lnTo>
                  <a:lnTo>
                    <a:pt x="4199770" y="524040"/>
                  </a:lnTo>
                  <a:lnTo>
                    <a:pt x="4199887" y="524040"/>
                  </a:lnTo>
                  <a:lnTo>
                    <a:pt x="4200005" y="524040"/>
                  </a:lnTo>
                  <a:lnTo>
                    <a:pt x="4200123" y="524040"/>
                  </a:lnTo>
                  <a:lnTo>
                    <a:pt x="4200240" y="524040"/>
                  </a:lnTo>
                  <a:lnTo>
                    <a:pt x="4200358" y="524040"/>
                  </a:lnTo>
                  <a:lnTo>
                    <a:pt x="4200358" y="523609"/>
                  </a:lnTo>
                  <a:lnTo>
                    <a:pt x="4200475" y="523609"/>
                  </a:lnTo>
                  <a:lnTo>
                    <a:pt x="4200593" y="523609"/>
                  </a:lnTo>
                  <a:lnTo>
                    <a:pt x="4200711" y="523609"/>
                  </a:lnTo>
                  <a:lnTo>
                    <a:pt x="4200828" y="523609"/>
                  </a:lnTo>
                  <a:lnTo>
                    <a:pt x="4200946" y="523609"/>
                  </a:lnTo>
                  <a:lnTo>
                    <a:pt x="4201063" y="523609"/>
                  </a:lnTo>
                  <a:lnTo>
                    <a:pt x="4201181" y="523609"/>
                  </a:lnTo>
                  <a:lnTo>
                    <a:pt x="4201299" y="523609"/>
                  </a:lnTo>
                  <a:lnTo>
                    <a:pt x="4201416" y="523609"/>
                  </a:lnTo>
                  <a:lnTo>
                    <a:pt x="4201534" y="523609"/>
                  </a:lnTo>
                  <a:lnTo>
                    <a:pt x="4201651" y="523609"/>
                  </a:lnTo>
                  <a:lnTo>
                    <a:pt x="4201769" y="523609"/>
                  </a:lnTo>
                  <a:lnTo>
                    <a:pt x="4201887" y="523609"/>
                  </a:lnTo>
                  <a:lnTo>
                    <a:pt x="4202004" y="523609"/>
                  </a:lnTo>
                  <a:lnTo>
                    <a:pt x="4202122" y="523609"/>
                  </a:lnTo>
                  <a:lnTo>
                    <a:pt x="4202122" y="523179"/>
                  </a:lnTo>
                  <a:lnTo>
                    <a:pt x="4202240" y="523179"/>
                  </a:lnTo>
                  <a:lnTo>
                    <a:pt x="4202357" y="523179"/>
                  </a:lnTo>
                  <a:lnTo>
                    <a:pt x="4202475" y="523179"/>
                  </a:lnTo>
                  <a:lnTo>
                    <a:pt x="4202592" y="523179"/>
                  </a:lnTo>
                  <a:lnTo>
                    <a:pt x="4202710" y="523179"/>
                  </a:lnTo>
                  <a:lnTo>
                    <a:pt x="4202828" y="523179"/>
                  </a:lnTo>
                  <a:lnTo>
                    <a:pt x="4202945" y="523179"/>
                  </a:lnTo>
                  <a:lnTo>
                    <a:pt x="4203063" y="523179"/>
                  </a:lnTo>
                  <a:lnTo>
                    <a:pt x="4203180" y="523179"/>
                  </a:lnTo>
                  <a:lnTo>
                    <a:pt x="4203180" y="522748"/>
                  </a:lnTo>
                  <a:lnTo>
                    <a:pt x="4203298" y="522748"/>
                  </a:lnTo>
                  <a:lnTo>
                    <a:pt x="4203416" y="522748"/>
                  </a:lnTo>
                  <a:lnTo>
                    <a:pt x="4203533" y="522748"/>
                  </a:lnTo>
                  <a:lnTo>
                    <a:pt x="4203533" y="522317"/>
                  </a:lnTo>
                  <a:lnTo>
                    <a:pt x="4203651" y="522317"/>
                  </a:lnTo>
                  <a:lnTo>
                    <a:pt x="4203769" y="522317"/>
                  </a:lnTo>
                  <a:lnTo>
                    <a:pt x="4203886" y="522317"/>
                  </a:lnTo>
                  <a:lnTo>
                    <a:pt x="4204004" y="522317"/>
                  </a:lnTo>
                  <a:lnTo>
                    <a:pt x="4204121" y="522317"/>
                  </a:lnTo>
                  <a:lnTo>
                    <a:pt x="4204239" y="522317"/>
                  </a:lnTo>
                  <a:lnTo>
                    <a:pt x="4204357" y="522317"/>
                  </a:lnTo>
                  <a:lnTo>
                    <a:pt x="4204474" y="522317"/>
                  </a:lnTo>
                  <a:lnTo>
                    <a:pt x="4204592" y="522317"/>
                  </a:lnTo>
                  <a:lnTo>
                    <a:pt x="4204709" y="522317"/>
                  </a:lnTo>
                  <a:lnTo>
                    <a:pt x="4204827" y="522317"/>
                  </a:lnTo>
                  <a:lnTo>
                    <a:pt x="4204945" y="522317"/>
                  </a:lnTo>
                  <a:lnTo>
                    <a:pt x="4205062" y="522317"/>
                  </a:lnTo>
                  <a:lnTo>
                    <a:pt x="4205062" y="521887"/>
                  </a:lnTo>
                  <a:lnTo>
                    <a:pt x="4205180" y="521887"/>
                  </a:lnTo>
                  <a:lnTo>
                    <a:pt x="4205298" y="521887"/>
                  </a:lnTo>
                  <a:lnTo>
                    <a:pt x="4205415" y="521887"/>
                  </a:lnTo>
                  <a:lnTo>
                    <a:pt x="4205533" y="521887"/>
                  </a:lnTo>
                  <a:lnTo>
                    <a:pt x="4205650" y="521887"/>
                  </a:lnTo>
                  <a:lnTo>
                    <a:pt x="4205768" y="521887"/>
                  </a:lnTo>
                  <a:lnTo>
                    <a:pt x="4205886" y="521887"/>
                  </a:lnTo>
                  <a:lnTo>
                    <a:pt x="4205886" y="521456"/>
                  </a:lnTo>
                  <a:lnTo>
                    <a:pt x="4206003" y="521456"/>
                  </a:lnTo>
                  <a:lnTo>
                    <a:pt x="4206121" y="521456"/>
                  </a:lnTo>
                  <a:lnTo>
                    <a:pt x="4206238" y="521456"/>
                  </a:lnTo>
                  <a:lnTo>
                    <a:pt x="4206356" y="521456"/>
                  </a:lnTo>
                  <a:lnTo>
                    <a:pt x="4206474" y="521456"/>
                  </a:lnTo>
                  <a:lnTo>
                    <a:pt x="4206591" y="521456"/>
                  </a:lnTo>
                  <a:lnTo>
                    <a:pt x="4206709" y="521456"/>
                  </a:lnTo>
                  <a:lnTo>
                    <a:pt x="4206709" y="521026"/>
                  </a:lnTo>
                  <a:lnTo>
                    <a:pt x="4206827" y="521026"/>
                  </a:lnTo>
                  <a:lnTo>
                    <a:pt x="4206944" y="521026"/>
                  </a:lnTo>
                  <a:lnTo>
                    <a:pt x="4207062" y="521026"/>
                  </a:lnTo>
                  <a:lnTo>
                    <a:pt x="4207062" y="520595"/>
                  </a:lnTo>
                  <a:lnTo>
                    <a:pt x="4207179" y="520595"/>
                  </a:lnTo>
                  <a:lnTo>
                    <a:pt x="4207297" y="520595"/>
                  </a:lnTo>
                  <a:lnTo>
                    <a:pt x="4207415" y="520595"/>
                  </a:lnTo>
                  <a:lnTo>
                    <a:pt x="4207532" y="520595"/>
                  </a:lnTo>
                  <a:lnTo>
                    <a:pt x="4207650" y="520595"/>
                  </a:lnTo>
                  <a:lnTo>
                    <a:pt x="4207650" y="520164"/>
                  </a:lnTo>
                  <a:lnTo>
                    <a:pt x="4207767" y="520164"/>
                  </a:lnTo>
                  <a:lnTo>
                    <a:pt x="4207885" y="520164"/>
                  </a:lnTo>
                  <a:lnTo>
                    <a:pt x="4208003" y="520164"/>
                  </a:lnTo>
                  <a:lnTo>
                    <a:pt x="4208120" y="520164"/>
                  </a:lnTo>
                  <a:lnTo>
                    <a:pt x="4208238" y="520164"/>
                  </a:lnTo>
                  <a:lnTo>
                    <a:pt x="4208238" y="519734"/>
                  </a:lnTo>
                  <a:lnTo>
                    <a:pt x="4208356" y="519734"/>
                  </a:lnTo>
                  <a:lnTo>
                    <a:pt x="4208473" y="519734"/>
                  </a:lnTo>
                  <a:lnTo>
                    <a:pt x="4208591" y="519734"/>
                  </a:lnTo>
                  <a:lnTo>
                    <a:pt x="4208708" y="519734"/>
                  </a:lnTo>
                  <a:lnTo>
                    <a:pt x="4208826" y="519734"/>
                  </a:lnTo>
                  <a:lnTo>
                    <a:pt x="4208826" y="519303"/>
                  </a:lnTo>
                  <a:lnTo>
                    <a:pt x="4208944" y="519303"/>
                  </a:lnTo>
                  <a:lnTo>
                    <a:pt x="4209061" y="519303"/>
                  </a:lnTo>
                  <a:lnTo>
                    <a:pt x="4209179" y="519303"/>
                  </a:lnTo>
                  <a:lnTo>
                    <a:pt x="4209296" y="519303"/>
                  </a:lnTo>
                  <a:lnTo>
                    <a:pt x="4209414" y="519303"/>
                  </a:lnTo>
                  <a:lnTo>
                    <a:pt x="4209532" y="519303"/>
                  </a:lnTo>
                  <a:lnTo>
                    <a:pt x="4209649" y="519303"/>
                  </a:lnTo>
                  <a:lnTo>
                    <a:pt x="4209649" y="518873"/>
                  </a:lnTo>
                  <a:lnTo>
                    <a:pt x="4209767" y="518873"/>
                  </a:lnTo>
                  <a:lnTo>
                    <a:pt x="4209884" y="518873"/>
                  </a:lnTo>
                  <a:lnTo>
                    <a:pt x="4210002" y="518873"/>
                  </a:lnTo>
                  <a:lnTo>
                    <a:pt x="4210120" y="518873"/>
                  </a:lnTo>
                  <a:lnTo>
                    <a:pt x="4210237" y="518873"/>
                  </a:lnTo>
                  <a:lnTo>
                    <a:pt x="4210355" y="518873"/>
                  </a:lnTo>
                  <a:lnTo>
                    <a:pt x="4210473" y="518873"/>
                  </a:lnTo>
                  <a:lnTo>
                    <a:pt x="4210473" y="518442"/>
                  </a:lnTo>
                  <a:lnTo>
                    <a:pt x="4210473" y="518011"/>
                  </a:lnTo>
                  <a:lnTo>
                    <a:pt x="4210590" y="518011"/>
                  </a:lnTo>
                  <a:lnTo>
                    <a:pt x="4210590" y="517581"/>
                  </a:lnTo>
                  <a:lnTo>
                    <a:pt x="4210708" y="517581"/>
                  </a:lnTo>
                  <a:lnTo>
                    <a:pt x="4210708" y="517150"/>
                  </a:lnTo>
                  <a:lnTo>
                    <a:pt x="4210825" y="517150"/>
                  </a:lnTo>
                  <a:lnTo>
                    <a:pt x="4210943" y="517150"/>
                  </a:lnTo>
                  <a:lnTo>
                    <a:pt x="4211061" y="517150"/>
                  </a:lnTo>
                  <a:lnTo>
                    <a:pt x="4211061" y="516720"/>
                  </a:lnTo>
                  <a:lnTo>
                    <a:pt x="4211061" y="516289"/>
                  </a:lnTo>
                  <a:lnTo>
                    <a:pt x="4211178" y="516289"/>
                  </a:lnTo>
                  <a:lnTo>
                    <a:pt x="4211296" y="516289"/>
                  </a:lnTo>
                  <a:lnTo>
                    <a:pt x="4211296" y="515858"/>
                  </a:lnTo>
                  <a:lnTo>
                    <a:pt x="4211413" y="515858"/>
                  </a:lnTo>
                  <a:lnTo>
                    <a:pt x="4211413" y="515428"/>
                  </a:lnTo>
                  <a:lnTo>
                    <a:pt x="4211531" y="515428"/>
                  </a:lnTo>
                  <a:lnTo>
                    <a:pt x="4211531" y="514997"/>
                  </a:lnTo>
                  <a:lnTo>
                    <a:pt x="4211649" y="514997"/>
                  </a:lnTo>
                  <a:lnTo>
                    <a:pt x="4211766" y="514997"/>
                  </a:lnTo>
                  <a:lnTo>
                    <a:pt x="4211884" y="514997"/>
                  </a:lnTo>
                  <a:lnTo>
                    <a:pt x="4212002" y="514997"/>
                  </a:lnTo>
                  <a:lnTo>
                    <a:pt x="4212002" y="514567"/>
                  </a:lnTo>
                  <a:lnTo>
                    <a:pt x="4212002" y="514136"/>
                  </a:lnTo>
                  <a:lnTo>
                    <a:pt x="4212119" y="514136"/>
                  </a:lnTo>
                  <a:lnTo>
                    <a:pt x="4212237" y="514136"/>
                  </a:lnTo>
                  <a:lnTo>
                    <a:pt x="4212354" y="514136"/>
                  </a:lnTo>
                  <a:lnTo>
                    <a:pt x="4212472" y="514136"/>
                  </a:lnTo>
                  <a:lnTo>
                    <a:pt x="4212590" y="514136"/>
                  </a:lnTo>
                  <a:lnTo>
                    <a:pt x="4212707" y="514136"/>
                  </a:lnTo>
                  <a:lnTo>
                    <a:pt x="4212825" y="514136"/>
                  </a:lnTo>
                  <a:lnTo>
                    <a:pt x="4212942" y="514136"/>
                  </a:lnTo>
                  <a:lnTo>
                    <a:pt x="4213060" y="514136"/>
                  </a:lnTo>
                  <a:lnTo>
                    <a:pt x="4213178" y="514136"/>
                  </a:lnTo>
                  <a:lnTo>
                    <a:pt x="4213295" y="514136"/>
                  </a:lnTo>
                  <a:lnTo>
                    <a:pt x="4213413" y="514136"/>
                  </a:lnTo>
                  <a:lnTo>
                    <a:pt x="4213531" y="514136"/>
                  </a:lnTo>
                  <a:lnTo>
                    <a:pt x="4213648" y="514136"/>
                  </a:lnTo>
                  <a:lnTo>
                    <a:pt x="4213766" y="514136"/>
                  </a:lnTo>
                  <a:lnTo>
                    <a:pt x="4213766" y="513705"/>
                  </a:lnTo>
                  <a:lnTo>
                    <a:pt x="4213883" y="513705"/>
                  </a:lnTo>
                  <a:lnTo>
                    <a:pt x="4214001" y="513705"/>
                  </a:lnTo>
                  <a:lnTo>
                    <a:pt x="4214119" y="513705"/>
                  </a:lnTo>
                  <a:lnTo>
                    <a:pt x="4214236" y="513705"/>
                  </a:lnTo>
                  <a:lnTo>
                    <a:pt x="4214354" y="513705"/>
                  </a:lnTo>
                  <a:lnTo>
                    <a:pt x="4214471" y="513705"/>
                  </a:lnTo>
                  <a:lnTo>
                    <a:pt x="4214589" y="513705"/>
                  </a:lnTo>
                  <a:lnTo>
                    <a:pt x="4214707" y="513705"/>
                  </a:lnTo>
                  <a:lnTo>
                    <a:pt x="4214824" y="513705"/>
                  </a:lnTo>
                  <a:lnTo>
                    <a:pt x="4214942" y="513705"/>
                  </a:lnTo>
                  <a:lnTo>
                    <a:pt x="4215060" y="513705"/>
                  </a:lnTo>
                  <a:lnTo>
                    <a:pt x="4215177" y="513705"/>
                  </a:lnTo>
                  <a:lnTo>
                    <a:pt x="4215295" y="513705"/>
                  </a:lnTo>
                  <a:lnTo>
                    <a:pt x="4215412" y="513705"/>
                  </a:lnTo>
                  <a:lnTo>
                    <a:pt x="4215530" y="513705"/>
                  </a:lnTo>
                  <a:lnTo>
                    <a:pt x="4215648" y="513705"/>
                  </a:lnTo>
                  <a:lnTo>
                    <a:pt x="4215765" y="513705"/>
                  </a:lnTo>
                  <a:lnTo>
                    <a:pt x="4215883" y="513705"/>
                  </a:lnTo>
                  <a:lnTo>
                    <a:pt x="4216000" y="513705"/>
                  </a:lnTo>
                  <a:lnTo>
                    <a:pt x="4216118" y="513705"/>
                  </a:lnTo>
                  <a:lnTo>
                    <a:pt x="4216236" y="513705"/>
                  </a:lnTo>
                  <a:lnTo>
                    <a:pt x="4216353" y="513705"/>
                  </a:lnTo>
                  <a:lnTo>
                    <a:pt x="4216353" y="513275"/>
                  </a:lnTo>
                  <a:lnTo>
                    <a:pt x="4216471" y="513275"/>
                  </a:lnTo>
                  <a:lnTo>
                    <a:pt x="4216589" y="513275"/>
                  </a:lnTo>
                  <a:lnTo>
                    <a:pt x="4216706" y="513275"/>
                  </a:lnTo>
                  <a:lnTo>
                    <a:pt x="4216824" y="513275"/>
                  </a:lnTo>
                  <a:lnTo>
                    <a:pt x="4216941" y="513275"/>
                  </a:lnTo>
                  <a:lnTo>
                    <a:pt x="4217059" y="513275"/>
                  </a:lnTo>
                  <a:lnTo>
                    <a:pt x="4217177" y="513275"/>
                  </a:lnTo>
                  <a:lnTo>
                    <a:pt x="4217294" y="513275"/>
                  </a:lnTo>
                  <a:lnTo>
                    <a:pt x="4217412" y="513275"/>
                  </a:lnTo>
                  <a:lnTo>
                    <a:pt x="4217529" y="513275"/>
                  </a:lnTo>
                  <a:lnTo>
                    <a:pt x="4217647" y="513275"/>
                  </a:lnTo>
                  <a:lnTo>
                    <a:pt x="4217647" y="512844"/>
                  </a:lnTo>
                  <a:lnTo>
                    <a:pt x="4217765" y="512844"/>
                  </a:lnTo>
                  <a:lnTo>
                    <a:pt x="4217882" y="512844"/>
                  </a:lnTo>
                  <a:lnTo>
                    <a:pt x="4218000" y="512844"/>
                  </a:lnTo>
                  <a:lnTo>
                    <a:pt x="4218117" y="512844"/>
                  </a:lnTo>
                  <a:lnTo>
                    <a:pt x="4218235" y="512844"/>
                  </a:lnTo>
                  <a:lnTo>
                    <a:pt x="4218353" y="512844"/>
                  </a:lnTo>
                  <a:lnTo>
                    <a:pt x="4218470" y="512844"/>
                  </a:lnTo>
                  <a:lnTo>
                    <a:pt x="4218588" y="512844"/>
                  </a:lnTo>
                  <a:lnTo>
                    <a:pt x="4218588" y="512414"/>
                  </a:lnTo>
                  <a:lnTo>
                    <a:pt x="4218706" y="512414"/>
                  </a:lnTo>
                  <a:lnTo>
                    <a:pt x="4218823" y="512414"/>
                  </a:lnTo>
                  <a:lnTo>
                    <a:pt x="4218941" y="512414"/>
                  </a:lnTo>
                  <a:lnTo>
                    <a:pt x="4219058" y="512414"/>
                  </a:lnTo>
                  <a:lnTo>
                    <a:pt x="4219176" y="512414"/>
                  </a:lnTo>
                  <a:lnTo>
                    <a:pt x="4219294" y="512414"/>
                  </a:lnTo>
                  <a:lnTo>
                    <a:pt x="4219411" y="512414"/>
                  </a:lnTo>
                  <a:lnTo>
                    <a:pt x="4219411" y="511983"/>
                  </a:lnTo>
                  <a:lnTo>
                    <a:pt x="4219529" y="511983"/>
                  </a:lnTo>
                  <a:lnTo>
                    <a:pt x="4219646" y="511983"/>
                  </a:lnTo>
                  <a:lnTo>
                    <a:pt x="4219764" y="511983"/>
                  </a:lnTo>
                  <a:lnTo>
                    <a:pt x="4219764" y="511552"/>
                  </a:lnTo>
                  <a:lnTo>
                    <a:pt x="4219882" y="511552"/>
                  </a:lnTo>
                  <a:lnTo>
                    <a:pt x="4219999" y="511552"/>
                  </a:lnTo>
                  <a:lnTo>
                    <a:pt x="4220117" y="511552"/>
                  </a:lnTo>
                  <a:lnTo>
                    <a:pt x="4220235" y="511552"/>
                  </a:lnTo>
                  <a:lnTo>
                    <a:pt x="4220352" y="511552"/>
                  </a:lnTo>
                  <a:lnTo>
                    <a:pt x="4220470" y="511552"/>
                  </a:lnTo>
                  <a:lnTo>
                    <a:pt x="4220587" y="511552"/>
                  </a:lnTo>
                  <a:lnTo>
                    <a:pt x="4220705" y="511552"/>
                  </a:lnTo>
                  <a:lnTo>
                    <a:pt x="4220823" y="511552"/>
                  </a:lnTo>
                  <a:lnTo>
                    <a:pt x="4220940" y="511552"/>
                  </a:lnTo>
                  <a:lnTo>
                    <a:pt x="4221058" y="511552"/>
                  </a:lnTo>
                  <a:lnTo>
                    <a:pt x="4221175" y="511552"/>
                  </a:lnTo>
                  <a:lnTo>
                    <a:pt x="4221293" y="511552"/>
                  </a:lnTo>
                  <a:lnTo>
                    <a:pt x="4221411" y="511552"/>
                  </a:lnTo>
                  <a:lnTo>
                    <a:pt x="4221528" y="511552"/>
                  </a:lnTo>
                  <a:lnTo>
                    <a:pt x="4221646" y="511552"/>
                  </a:lnTo>
                  <a:lnTo>
                    <a:pt x="4221646" y="511122"/>
                  </a:lnTo>
                  <a:lnTo>
                    <a:pt x="4221646" y="510691"/>
                  </a:lnTo>
                  <a:lnTo>
                    <a:pt x="4221764" y="510691"/>
                  </a:lnTo>
                  <a:lnTo>
                    <a:pt x="4221881" y="510691"/>
                  </a:lnTo>
                  <a:lnTo>
                    <a:pt x="4221999" y="510691"/>
                  </a:lnTo>
                  <a:lnTo>
                    <a:pt x="4222116" y="510691"/>
                  </a:lnTo>
                  <a:lnTo>
                    <a:pt x="4222234" y="510691"/>
                  </a:lnTo>
                  <a:lnTo>
                    <a:pt x="4222352" y="510691"/>
                  </a:lnTo>
                  <a:lnTo>
                    <a:pt x="4222469" y="510691"/>
                  </a:lnTo>
                  <a:lnTo>
                    <a:pt x="4222587" y="510691"/>
                  </a:lnTo>
                  <a:lnTo>
                    <a:pt x="4222587" y="510261"/>
                  </a:lnTo>
                  <a:lnTo>
                    <a:pt x="4222704" y="510261"/>
                  </a:lnTo>
                  <a:lnTo>
                    <a:pt x="4222822" y="510261"/>
                  </a:lnTo>
                  <a:lnTo>
                    <a:pt x="4222940" y="510261"/>
                  </a:lnTo>
                  <a:lnTo>
                    <a:pt x="4223057" y="510261"/>
                  </a:lnTo>
                  <a:lnTo>
                    <a:pt x="4223175" y="510261"/>
                  </a:lnTo>
                  <a:lnTo>
                    <a:pt x="4223293" y="510261"/>
                  </a:lnTo>
                  <a:lnTo>
                    <a:pt x="4223293" y="509830"/>
                  </a:lnTo>
                  <a:lnTo>
                    <a:pt x="4223410" y="509830"/>
                  </a:lnTo>
                  <a:lnTo>
                    <a:pt x="4223528" y="509830"/>
                  </a:lnTo>
                  <a:lnTo>
                    <a:pt x="4223645" y="509830"/>
                  </a:lnTo>
                  <a:lnTo>
                    <a:pt x="4223645" y="509399"/>
                  </a:lnTo>
                  <a:lnTo>
                    <a:pt x="4223763" y="509399"/>
                  </a:lnTo>
                  <a:lnTo>
                    <a:pt x="4223881" y="509399"/>
                  </a:lnTo>
                  <a:lnTo>
                    <a:pt x="4223998" y="509399"/>
                  </a:lnTo>
                  <a:lnTo>
                    <a:pt x="4224116" y="509399"/>
                  </a:lnTo>
                  <a:lnTo>
                    <a:pt x="4224233" y="509399"/>
                  </a:lnTo>
                  <a:lnTo>
                    <a:pt x="4224351" y="509399"/>
                  </a:lnTo>
                  <a:lnTo>
                    <a:pt x="4224469" y="509399"/>
                  </a:lnTo>
                  <a:lnTo>
                    <a:pt x="4224586" y="509399"/>
                  </a:lnTo>
                  <a:lnTo>
                    <a:pt x="4224704" y="509399"/>
                  </a:lnTo>
                  <a:lnTo>
                    <a:pt x="4224822" y="509399"/>
                  </a:lnTo>
                  <a:lnTo>
                    <a:pt x="4224939" y="509399"/>
                  </a:lnTo>
                  <a:lnTo>
                    <a:pt x="4225057" y="509399"/>
                  </a:lnTo>
                  <a:lnTo>
                    <a:pt x="4225174" y="509399"/>
                  </a:lnTo>
                  <a:lnTo>
                    <a:pt x="4225292" y="509399"/>
                  </a:lnTo>
                  <a:lnTo>
                    <a:pt x="4225410" y="509399"/>
                  </a:lnTo>
                  <a:lnTo>
                    <a:pt x="4225527" y="509399"/>
                  </a:lnTo>
                  <a:lnTo>
                    <a:pt x="4225645" y="509399"/>
                  </a:lnTo>
                  <a:lnTo>
                    <a:pt x="4225762" y="509399"/>
                  </a:lnTo>
                  <a:lnTo>
                    <a:pt x="4225880" y="509399"/>
                  </a:lnTo>
                  <a:lnTo>
                    <a:pt x="4225998" y="509399"/>
                  </a:lnTo>
                  <a:lnTo>
                    <a:pt x="4226115" y="509399"/>
                  </a:lnTo>
                  <a:lnTo>
                    <a:pt x="4226115" y="508969"/>
                  </a:lnTo>
                  <a:lnTo>
                    <a:pt x="4226233" y="508969"/>
                  </a:lnTo>
                  <a:lnTo>
                    <a:pt x="4226350" y="508969"/>
                  </a:lnTo>
                  <a:lnTo>
                    <a:pt x="4226468" y="508969"/>
                  </a:lnTo>
                  <a:lnTo>
                    <a:pt x="4226586" y="508969"/>
                  </a:lnTo>
                  <a:lnTo>
                    <a:pt x="4226703" y="508969"/>
                  </a:lnTo>
                  <a:lnTo>
                    <a:pt x="4226821" y="508969"/>
                  </a:lnTo>
                  <a:lnTo>
                    <a:pt x="4226939" y="508969"/>
                  </a:lnTo>
                  <a:lnTo>
                    <a:pt x="4227056" y="508969"/>
                  </a:lnTo>
                  <a:lnTo>
                    <a:pt x="4227174" y="508969"/>
                  </a:lnTo>
                  <a:lnTo>
                    <a:pt x="4227291" y="508969"/>
                  </a:lnTo>
                  <a:lnTo>
                    <a:pt x="4227409" y="508969"/>
                  </a:lnTo>
                  <a:lnTo>
                    <a:pt x="4227527" y="508969"/>
                  </a:lnTo>
                  <a:lnTo>
                    <a:pt x="4227644" y="508969"/>
                  </a:lnTo>
                  <a:lnTo>
                    <a:pt x="4227762" y="508969"/>
                  </a:lnTo>
                  <a:lnTo>
                    <a:pt x="4227879" y="508969"/>
                  </a:lnTo>
                  <a:lnTo>
                    <a:pt x="4227879" y="508538"/>
                  </a:lnTo>
                  <a:lnTo>
                    <a:pt x="4227997" y="508538"/>
                  </a:lnTo>
                  <a:lnTo>
                    <a:pt x="4228115" y="508538"/>
                  </a:lnTo>
                  <a:lnTo>
                    <a:pt x="4228232" y="508538"/>
                  </a:lnTo>
                  <a:lnTo>
                    <a:pt x="4228350" y="508538"/>
                  </a:lnTo>
                  <a:lnTo>
                    <a:pt x="4228468" y="508538"/>
                  </a:lnTo>
                  <a:lnTo>
                    <a:pt x="4228585" y="508538"/>
                  </a:lnTo>
                  <a:lnTo>
                    <a:pt x="4228703" y="508538"/>
                  </a:lnTo>
                  <a:lnTo>
                    <a:pt x="4228703" y="508108"/>
                  </a:lnTo>
                  <a:lnTo>
                    <a:pt x="4228820" y="508108"/>
                  </a:lnTo>
                  <a:lnTo>
                    <a:pt x="4228938" y="508108"/>
                  </a:lnTo>
                  <a:lnTo>
                    <a:pt x="4229056" y="508108"/>
                  </a:lnTo>
                  <a:lnTo>
                    <a:pt x="4229173" y="508108"/>
                  </a:lnTo>
                  <a:lnTo>
                    <a:pt x="4229173" y="507677"/>
                  </a:lnTo>
                  <a:lnTo>
                    <a:pt x="4229291" y="507677"/>
                  </a:lnTo>
                  <a:lnTo>
                    <a:pt x="4229408" y="507677"/>
                  </a:lnTo>
                  <a:lnTo>
                    <a:pt x="4229526" y="507677"/>
                  </a:lnTo>
                  <a:lnTo>
                    <a:pt x="4229644" y="507677"/>
                  </a:lnTo>
                  <a:lnTo>
                    <a:pt x="4229761" y="507677"/>
                  </a:lnTo>
                  <a:lnTo>
                    <a:pt x="4229879" y="507677"/>
                  </a:lnTo>
                  <a:lnTo>
                    <a:pt x="4229997" y="507677"/>
                  </a:lnTo>
                  <a:lnTo>
                    <a:pt x="4230114" y="507677"/>
                  </a:lnTo>
                  <a:lnTo>
                    <a:pt x="4230232" y="507677"/>
                  </a:lnTo>
                  <a:lnTo>
                    <a:pt x="4230349" y="507677"/>
                  </a:lnTo>
                  <a:lnTo>
                    <a:pt x="4230467" y="507677"/>
                  </a:lnTo>
                  <a:lnTo>
                    <a:pt x="4230585" y="507677"/>
                  </a:lnTo>
                  <a:lnTo>
                    <a:pt x="4230702" y="507677"/>
                  </a:lnTo>
                  <a:lnTo>
                    <a:pt x="4230820" y="507677"/>
                  </a:lnTo>
                  <a:lnTo>
                    <a:pt x="4230937" y="507677"/>
                  </a:lnTo>
                  <a:lnTo>
                    <a:pt x="4231055" y="507677"/>
                  </a:lnTo>
                  <a:lnTo>
                    <a:pt x="4231173" y="507677"/>
                  </a:lnTo>
                  <a:lnTo>
                    <a:pt x="4231290" y="507677"/>
                  </a:lnTo>
                  <a:lnTo>
                    <a:pt x="4231290" y="507246"/>
                  </a:lnTo>
                  <a:lnTo>
                    <a:pt x="4231408" y="507246"/>
                  </a:lnTo>
                  <a:lnTo>
                    <a:pt x="4231526" y="507246"/>
                  </a:lnTo>
                  <a:lnTo>
                    <a:pt x="4231643" y="507246"/>
                  </a:lnTo>
                  <a:lnTo>
                    <a:pt x="4231761" y="507246"/>
                  </a:lnTo>
                  <a:lnTo>
                    <a:pt x="4231761" y="506816"/>
                  </a:lnTo>
                  <a:lnTo>
                    <a:pt x="4231878" y="506816"/>
                  </a:lnTo>
                  <a:lnTo>
                    <a:pt x="4231996" y="506816"/>
                  </a:lnTo>
                  <a:lnTo>
                    <a:pt x="4231996" y="506385"/>
                  </a:lnTo>
                  <a:lnTo>
                    <a:pt x="4232114" y="506385"/>
                  </a:lnTo>
                  <a:lnTo>
                    <a:pt x="4232231" y="506385"/>
                  </a:lnTo>
                  <a:lnTo>
                    <a:pt x="4232349" y="506385"/>
                  </a:lnTo>
                  <a:lnTo>
                    <a:pt x="4232466" y="506385"/>
                  </a:lnTo>
                  <a:lnTo>
                    <a:pt x="4232584" y="506385"/>
                  </a:lnTo>
                  <a:lnTo>
                    <a:pt x="4232702" y="506385"/>
                  </a:lnTo>
                  <a:lnTo>
                    <a:pt x="4232819" y="506385"/>
                  </a:lnTo>
                  <a:lnTo>
                    <a:pt x="4232937" y="506385"/>
                  </a:lnTo>
                  <a:lnTo>
                    <a:pt x="4233055" y="506385"/>
                  </a:lnTo>
                  <a:lnTo>
                    <a:pt x="4233172" y="506385"/>
                  </a:lnTo>
                  <a:lnTo>
                    <a:pt x="4233290" y="506385"/>
                  </a:lnTo>
                  <a:lnTo>
                    <a:pt x="4233407" y="506385"/>
                  </a:lnTo>
                  <a:lnTo>
                    <a:pt x="4233525" y="506385"/>
                  </a:lnTo>
                  <a:lnTo>
                    <a:pt x="4233643" y="506385"/>
                  </a:lnTo>
                  <a:lnTo>
                    <a:pt x="4233760" y="506385"/>
                  </a:lnTo>
                  <a:lnTo>
                    <a:pt x="4233878" y="506385"/>
                  </a:lnTo>
                  <a:lnTo>
                    <a:pt x="4233878" y="505955"/>
                  </a:lnTo>
                  <a:lnTo>
                    <a:pt x="4233995" y="505955"/>
                  </a:lnTo>
                  <a:lnTo>
                    <a:pt x="4234113" y="505955"/>
                  </a:lnTo>
                  <a:lnTo>
                    <a:pt x="4234231" y="505955"/>
                  </a:lnTo>
                  <a:lnTo>
                    <a:pt x="4234231" y="505524"/>
                  </a:lnTo>
                  <a:lnTo>
                    <a:pt x="4234348" y="505524"/>
                  </a:lnTo>
                  <a:lnTo>
                    <a:pt x="4234466" y="505524"/>
                  </a:lnTo>
                  <a:lnTo>
                    <a:pt x="4234583" y="505524"/>
                  </a:lnTo>
                  <a:lnTo>
                    <a:pt x="4234701" y="505524"/>
                  </a:lnTo>
                  <a:lnTo>
                    <a:pt x="4234701" y="505093"/>
                  </a:lnTo>
                  <a:lnTo>
                    <a:pt x="4234701" y="504663"/>
                  </a:lnTo>
                  <a:lnTo>
                    <a:pt x="4234819" y="504663"/>
                  </a:lnTo>
                  <a:lnTo>
                    <a:pt x="4234936" y="504663"/>
                  </a:lnTo>
                  <a:lnTo>
                    <a:pt x="4235054" y="504663"/>
                  </a:lnTo>
                  <a:lnTo>
                    <a:pt x="4235172" y="504663"/>
                  </a:lnTo>
                  <a:lnTo>
                    <a:pt x="4235289" y="504663"/>
                  </a:lnTo>
                  <a:lnTo>
                    <a:pt x="4235407" y="504663"/>
                  </a:lnTo>
                  <a:lnTo>
                    <a:pt x="4235524" y="504663"/>
                  </a:lnTo>
                  <a:lnTo>
                    <a:pt x="4235642" y="504663"/>
                  </a:lnTo>
                  <a:lnTo>
                    <a:pt x="4235760" y="504663"/>
                  </a:lnTo>
                  <a:lnTo>
                    <a:pt x="4235760" y="504232"/>
                  </a:lnTo>
                  <a:lnTo>
                    <a:pt x="4235877" y="504232"/>
                  </a:lnTo>
                  <a:lnTo>
                    <a:pt x="4235995" y="504232"/>
                  </a:lnTo>
                  <a:lnTo>
                    <a:pt x="4236112" y="504232"/>
                  </a:lnTo>
                  <a:lnTo>
                    <a:pt x="4236230" y="504232"/>
                  </a:lnTo>
                  <a:lnTo>
                    <a:pt x="4236348" y="504232"/>
                  </a:lnTo>
                  <a:lnTo>
                    <a:pt x="4236465" y="504232"/>
                  </a:lnTo>
                  <a:lnTo>
                    <a:pt x="4236583" y="504232"/>
                  </a:lnTo>
                  <a:lnTo>
                    <a:pt x="4236701" y="504232"/>
                  </a:lnTo>
                  <a:lnTo>
                    <a:pt x="4236818" y="504232"/>
                  </a:lnTo>
                  <a:lnTo>
                    <a:pt x="4236936" y="504232"/>
                  </a:lnTo>
                  <a:lnTo>
                    <a:pt x="4237053" y="504232"/>
                  </a:lnTo>
                  <a:lnTo>
                    <a:pt x="4237171" y="504232"/>
                  </a:lnTo>
                  <a:lnTo>
                    <a:pt x="4237289" y="504232"/>
                  </a:lnTo>
                  <a:lnTo>
                    <a:pt x="4237406" y="504232"/>
                  </a:lnTo>
                  <a:lnTo>
                    <a:pt x="4237524" y="504232"/>
                  </a:lnTo>
                  <a:lnTo>
                    <a:pt x="4237641" y="504232"/>
                  </a:lnTo>
                  <a:lnTo>
                    <a:pt x="4237759" y="504232"/>
                  </a:lnTo>
                  <a:lnTo>
                    <a:pt x="4237877" y="504232"/>
                  </a:lnTo>
                  <a:lnTo>
                    <a:pt x="4237877" y="503802"/>
                  </a:lnTo>
                  <a:lnTo>
                    <a:pt x="4237994" y="503802"/>
                  </a:lnTo>
                  <a:lnTo>
                    <a:pt x="4238112" y="503802"/>
                  </a:lnTo>
                  <a:lnTo>
                    <a:pt x="4238230" y="503802"/>
                  </a:lnTo>
                  <a:lnTo>
                    <a:pt x="4238347" y="503802"/>
                  </a:lnTo>
                  <a:lnTo>
                    <a:pt x="4238465" y="503802"/>
                  </a:lnTo>
                  <a:lnTo>
                    <a:pt x="4238582" y="503802"/>
                  </a:lnTo>
                  <a:lnTo>
                    <a:pt x="4238582" y="503371"/>
                  </a:lnTo>
                  <a:lnTo>
                    <a:pt x="4238700" y="503371"/>
                  </a:lnTo>
                  <a:lnTo>
                    <a:pt x="4238818" y="503371"/>
                  </a:lnTo>
                  <a:lnTo>
                    <a:pt x="4238935" y="503371"/>
                  </a:lnTo>
                  <a:lnTo>
                    <a:pt x="4239053" y="503371"/>
                  </a:lnTo>
                  <a:lnTo>
                    <a:pt x="4239170" y="503371"/>
                  </a:lnTo>
                  <a:lnTo>
                    <a:pt x="4239288" y="503371"/>
                  </a:lnTo>
                  <a:lnTo>
                    <a:pt x="4239406" y="503371"/>
                  </a:lnTo>
                  <a:lnTo>
                    <a:pt x="4239523" y="503371"/>
                  </a:lnTo>
                  <a:lnTo>
                    <a:pt x="4239641" y="503371"/>
                  </a:lnTo>
                  <a:lnTo>
                    <a:pt x="4239759" y="503371"/>
                  </a:lnTo>
                  <a:lnTo>
                    <a:pt x="4239876" y="503371"/>
                  </a:lnTo>
                  <a:lnTo>
                    <a:pt x="4239994" y="503371"/>
                  </a:lnTo>
                  <a:lnTo>
                    <a:pt x="4240111" y="503371"/>
                  </a:lnTo>
                  <a:lnTo>
                    <a:pt x="4240229" y="503371"/>
                  </a:lnTo>
                  <a:lnTo>
                    <a:pt x="4240347" y="503371"/>
                  </a:lnTo>
                  <a:lnTo>
                    <a:pt x="4240464" y="503371"/>
                  </a:lnTo>
                  <a:lnTo>
                    <a:pt x="4240582" y="503371"/>
                  </a:lnTo>
                  <a:lnTo>
                    <a:pt x="4240699" y="503371"/>
                  </a:lnTo>
                  <a:lnTo>
                    <a:pt x="4240817" y="503371"/>
                  </a:lnTo>
                  <a:lnTo>
                    <a:pt x="4240935" y="503371"/>
                  </a:lnTo>
                  <a:lnTo>
                    <a:pt x="4241052" y="503371"/>
                  </a:lnTo>
                  <a:lnTo>
                    <a:pt x="4241170" y="503371"/>
                  </a:lnTo>
                  <a:lnTo>
                    <a:pt x="4241288" y="503371"/>
                  </a:lnTo>
                  <a:lnTo>
                    <a:pt x="4241405" y="503371"/>
                  </a:lnTo>
                  <a:lnTo>
                    <a:pt x="4241523" y="503371"/>
                  </a:lnTo>
                  <a:lnTo>
                    <a:pt x="4241640" y="503371"/>
                  </a:lnTo>
                  <a:lnTo>
                    <a:pt x="4241758" y="503371"/>
                  </a:lnTo>
                  <a:lnTo>
                    <a:pt x="4241876" y="503371"/>
                  </a:lnTo>
                  <a:lnTo>
                    <a:pt x="4241993" y="503371"/>
                  </a:lnTo>
                  <a:lnTo>
                    <a:pt x="4242111" y="503371"/>
                  </a:lnTo>
                  <a:lnTo>
                    <a:pt x="4242228" y="503371"/>
                  </a:lnTo>
                  <a:lnTo>
                    <a:pt x="4242346" y="503371"/>
                  </a:lnTo>
                  <a:lnTo>
                    <a:pt x="4242464" y="503371"/>
                  </a:lnTo>
                  <a:lnTo>
                    <a:pt x="4242581" y="503371"/>
                  </a:lnTo>
                  <a:lnTo>
                    <a:pt x="4242699" y="503371"/>
                  </a:lnTo>
                  <a:lnTo>
                    <a:pt x="4242816" y="503371"/>
                  </a:lnTo>
                  <a:lnTo>
                    <a:pt x="4242934" y="503371"/>
                  </a:lnTo>
                  <a:lnTo>
                    <a:pt x="4243052" y="503371"/>
                  </a:lnTo>
                  <a:lnTo>
                    <a:pt x="4243169" y="503371"/>
                  </a:lnTo>
                  <a:lnTo>
                    <a:pt x="4243169" y="502940"/>
                  </a:lnTo>
                  <a:lnTo>
                    <a:pt x="4243287" y="502940"/>
                  </a:lnTo>
                  <a:lnTo>
                    <a:pt x="4243405" y="502940"/>
                  </a:lnTo>
                  <a:lnTo>
                    <a:pt x="4243522" y="502940"/>
                  </a:lnTo>
                  <a:lnTo>
                    <a:pt x="4243640" y="502940"/>
                  </a:lnTo>
                  <a:lnTo>
                    <a:pt x="4243757" y="502940"/>
                  </a:lnTo>
                  <a:lnTo>
                    <a:pt x="4243875" y="502940"/>
                  </a:lnTo>
                  <a:lnTo>
                    <a:pt x="4243993" y="502940"/>
                  </a:lnTo>
                  <a:lnTo>
                    <a:pt x="4244110" y="502940"/>
                  </a:lnTo>
                  <a:lnTo>
                    <a:pt x="4244228" y="502940"/>
                  </a:lnTo>
                  <a:lnTo>
                    <a:pt x="4244345" y="502940"/>
                  </a:lnTo>
                  <a:lnTo>
                    <a:pt x="4244463" y="502940"/>
                  </a:lnTo>
                  <a:lnTo>
                    <a:pt x="4244581" y="502940"/>
                  </a:lnTo>
                  <a:lnTo>
                    <a:pt x="4244698" y="502940"/>
                  </a:lnTo>
                  <a:lnTo>
                    <a:pt x="4244816" y="502940"/>
                  </a:lnTo>
                  <a:lnTo>
                    <a:pt x="4244934" y="502940"/>
                  </a:lnTo>
                  <a:lnTo>
                    <a:pt x="4245051" y="502940"/>
                  </a:lnTo>
                  <a:lnTo>
                    <a:pt x="4245169" y="502940"/>
                  </a:lnTo>
                  <a:lnTo>
                    <a:pt x="4245169" y="502510"/>
                  </a:lnTo>
                  <a:lnTo>
                    <a:pt x="4245286" y="502510"/>
                  </a:lnTo>
                  <a:lnTo>
                    <a:pt x="4245404" y="502510"/>
                  </a:lnTo>
                  <a:lnTo>
                    <a:pt x="4245522" y="502510"/>
                  </a:lnTo>
                  <a:lnTo>
                    <a:pt x="4245639" y="502510"/>
                  </a:lnTo>
                  <a:lnTo>
                    <a:pt x="4245757" y="502510"/>
                  </a:lnTo>
                  <a:lnTo>
                    <a:pt x="4245874" y="502510"/>
                  </a:lnTo>
                  <a:lnTo>
                    <a:pt x="4245992" y="502510"/>
                  </a:lnTo>
                  <a:lnTo>
                    <a:pt x="4246110" y="502510"/>
                  </a:lnTo>
                  <a:lnTo>
                    <a:pt x="4246110" y="502079"/>
                  </a:lnTo>
                  <a:lnTo>
                    <a:pt x="4246227" y="502079"/>
                  </a:lnTo>
                  <a:lnTo>
                    <a:pt x="4246345" y="502079"/>
                  </a:lnTo>
                  <a:lnTo>
                    <a:pt x="4246463" y="502079"/>
                  </a:lnTo>
                  <a:lnTo>
                    <a:pt x="4246580" y="502079"/>
                  </a:lnTo>
                  <a:lnTo>
                    <a:pt x="4246698" y="502079"/>
                  </a:lnTo>
                  <a:lnTo>
                    <a:pt x="4246815" y="502079"/>
                  </a:lnTo>
                  <a:lnTo>
                    <a:pt x="4246815" y="501649"/>
                  </a:lnTo>
                  <a:lnTo>
                    <a:pt x="4246933" y="501649"/>
                  </a:lnTo>
                  <a:lnTo>
                    <a:pt x="4247051" y="501649"/>
                  </a:lnTo>
                  <a:lnTo>
                    <a:pt x="4247168" y="501649"/>
                  </a:lnTo>
                  <a:lnTo>
                    <a:pt x="4247168" y="501218"/>
                  </a:lnTo>
                  <a:lnTo>
                    <a:pt x="4247168" y="500787"/>
                  </a:lnTo>
                  <a:lnTo>
                    <a:pt x="4247286" y="500787"/>
                  </a:lnTo>
                  <a:lnTo>
                    <a:pt x="4247403" y="500787"/>
                  </a:lnTo>
                  <a:lnTo>
                    <a:pt x="4247521" y="500787"/>
                  </a:lnTo>
                  <a:lnTo>
                    <a:pt x="4247639" y="500787"/>
                  </a:lnTo>
                  <a:lnTo>
                    <a:pt x="4247756" y="500787"/>
                  </a:lnTo>
                  <a:lnTo>
                    <a:pt x="4247874" y="500787"/>
                  </a:lnTo>
                  <a:lnTo>
                    <a:pt x="4247992" y="500787"/>
                  </a:lnTo>
                  <a:lnTo>
                    <a:pt x="4248109" y="500787"/>
                  </a:lnTo>
                  <a:lnTo>
                    <a:pt x="4248227" y="500787"/>
                  </a:lnTo>
                  <a:lnTo>
                    <a:pt x="4248344" y="500787"/>
                  </a:lnTo>
                  <a:lnTo>
                    <a:pt x="4248462" y="500787"/>
                  </a:lnTo>
                  <a:lnTo>
                    <a:pt x="4248580" y="500787"/>
                  </a:lnTo>
                  <a:lnTo>
                    <a:pt x="4248580" y="500357"/>
                  </a:lnTo>
                  <a:lnTo>
                    <a:pt x="4248697" y="500357"/>
                  </a:lnTo>
                  <a:lnTo>
                    <a:pt x="4248815" y="500357"/>
                  </a:lnTo>
                  <a:lnTo>
                    <a:pt x="4248932" y="500357"/>
                  </a:lnTo>
                  <a:lnTo>
                    <a:pt x="4249050" y="500357"/>
                  </a:lnTo>
                  <a:lnTo>
                    <a:pt x="4249168" y="500357"/>
                  </a:lnTo>
                  <a:lnTo>
                    <a:pt x="4249285" y="500357"/>
                  </a:lnTo>
                  <a:lnTo>
                    <a:pt x="4249403" y="500357"/>
                  </a:lnTo>
                  <a:lnTo>
                    <a:pt x="4249521" y="500357"/>
                  </a:lnTo>
                  <a:lnTo>
                    <a:pt x="4249638" y="500357"/>
                  </a:lnTo>
                  <a:lnTo>
                    <a:pt x="4249756" y="500357"/>
                  </a:lnTo>
                  <a:lnTo>
                    <a:pt x="4249873" y="500357"/>
                  </a:lnTo>
                  <a:lnTo>
                    <a:pt x="4249873" y="499926"/>
                  </a:lnTo>
                  <a:lnTo>
                    <a:pt x="4249991" y="499926"/>
                  </a:lnTo>
                  <a:lnTo>
                    <a:pt x="4250109" y="499926"/>
                  </a:lnTo>
                  <a:lnTo>
                    <a:pt x="4250226" y="499926"/>
                  </a:lnTo>
                  <a:lnTo>
                    <a:pt x="4250344" y="499926"/>
                  </a:lnTo>
                  <a:lnTo>
                    <a:pt x="4250461" y="499926"/>
                  </a:lnTo>
                  <a:lnTo>
                    <a:pt x="4250579" y="499926"/>
                  </a:lnTo>
                  <a:lnTo>
                    <a:pt x="4250697" y="499926"/>
                  </a:lnTo>
                  <a:lnTo>
                    <a:pt x="4250697" y="499496"/>
                  </a:lnTo>
                  <a:lnTo>
                    <a:pt x="4250814" y="499496"/>
                  </a:lnTo>
                  <a:lnTo>
                    <a:pt x="4250932" y="499496"/>
                  </a:lnTo>
                  <a:lnTo>
                    <a:pt x="4251049" y="499496"/>
                  </a:lnTo>
                  <a:lnTo>
                    <a:pt x="4251167" y="499496"/>
                  </a:lnTo>
                  <a:lnTo>
                    <a:pt x="4251285" y="499496"/>
                  </a:lnTo>
                  <a:lnTo>
                    <a:pt x="4251402" y="499496"/>
                  </a:lnTo>
                  <a:lnTo>
                    <a:pt x="4251520" y="499496"/>
                  </a:lnTo>
                  <a:lnTo>
                    <a:pt x="4251638" y="499496"/>
                  </a:lnTo>
                  <a:lnTo>
                    <a:pt x="4251755" y="499496"/>
                  </a:lnTo>
                  <a:lnTo>
                    <a:pt x="4251873" y="499496"/>
                  </a:lnTo>
                  <a:lnTo>
                    <a:pt x="4251990" y="499496"/>
                  </a:lnTo>
                  <a:lnTo>
                    <a:pt x="4252108" y="499496"/>
                  </a:lnTo>
                  <a:lnTo>
                    <a:pt x="4252226" y="499496"/>
                  </a:lnTo>
                  <a:lnTo>
                    <a:pt x="4252226" y="499065"/>
                  </a:lnTo>
                  <a:lnTo>
                    <a:pt x="4252343" y="499065"/>
                  </a:lnTo>
                  <a:lnTo>
                    <a:pt x="4252461" y="499065"/>
                  </a:lnTo>
                  <a:lnTo>
                    <a:pt x="4252578" y="499065"/>
                  </a:lnTo>
                  <a:lnTo>
                    <a:pt x="4252696" y="499065"/>
                  </a:lnTo>
                  <a:lnTo>
                    <a:pt x="4252814" y="499065"/>
                  </a:lnTo>
                  <a:lnTo>
                    <a:pt x="4252931" y="499065"/>
                  </a:lnTo>
                  <a:lnTo>
                    <a:pt x="4253049" y="499065"/>
                  </a:lnTo>
                  <a:lnTo>
                    <a:pt x="4253049" y="498634"/>
                  </a:lnTo>
                  <a:lnTo>
                    <a:pt x="4253167" y="498634"/>
                  </a:lnTo>
                  <a:lnTo>
                    <a:pt x="4253284" y="498634"/>
                  </a:lnTo>
                  <a:lnTo>
                    <a:pt x="4253402" y="498634"/>
                  </a:lnTo>
                  <a:lnTo>
                    <a:pt x="4253519" y="498634"/>
                  </a:lnTo>
                  <a:lnTo>
                    <a:pt x="4253637" y="498634"/>
                  </a:lnTo>
                  <a:lnTo>
                    <a:pt x="4253755" y="498634"/>
                  </a:lnTo>
                  <a:lnTo>
                    <a:pt x="4253872" y="498634"/>
                  </a:lnTo>
                  <a:lnTo>
                    <a:pt x="4253990" y="498634"/>
                  </a:lnTo>
                  <a:lnTo>
                    <a:pt x="4254107" y="498634"/>
                  </a:lnTo>
                  <a:lnTo>
                    <a:pt x="4254225" y="498634"/>
                  </a:lnTo>
                  <a:lnTo>
                    <a:pt x="4254343" y="498634"/>
                  </a:lnTo>
                  <a:lnTo>
                    <a:pt x="4254460" y="498634"/>
                  </a:lnTo>
                  <a:lnTo>
                    <a:pt x="4254578" y="498634"/>
                  </a:lnTo>
                  <a:lnTo>
                    <a:pt x="4254696" y="498634"/>
                  </a:lnTo>
                  <a:lnTo>
                    <a:pt x="4254813" y="498634"/>
                  </a:lnTo>
                  <a:lnTo>
                    <a:pt x="4254931" y="498634"/>
                  </a:lnTo>
                  <a:lnTo>
                    <a:pt x="4255048" y="498634"/>
                  </a:lnTo>
                  <a:lnTo>
                    <a:pt x="4255048" y="498204"/>
                  </a:lnTo>
                  <a:lnTo>
                    <a:pt x="4255048" y="497773"/>
                  </a:lnTo>
                  <a:lnTo>
                    <a:pt x="4255166" y="497773"/>
                  </a:lnTo>
                  <a:lnTo>
                    <a:pt x="4255284" y="497773"/>
                  </a:lnTo>
                  <a:lnTo>
                    <a:pt x="4255401" y="497773"/>
                  </a:lnTo>
                  <a:lnTo>
                    <a:pt x="4255519" y="497773"/>
                  </a:lnTo>
                  <a:lnTo>
                    <a:pt x="4255636" y="497773"/>
                  </a:lnTo>
                  <a:lnTo>
                    <a:pt x="4255754" y="497773"/>
                  </a:lnTo>
                  <a:lnTo>
                    <a:pt x="4255872" y="497773"/>
                  </a:lnTo>
                  <a:lnTo>
                    <a:pt x="4255989" y="497773"/>
                  </a:lnTo>
                  <a:lnTo>
                    <a:pt x="4256107" y="497773"/>
                  </a:lnTo>
                  <a:lnTo>
                    <a:pt x="4256225" y="497773"/>
                  </a:lnTo>
                  <a:lnTo>
                    <a:pt x="4256342" y="497773"/>
                  </a:lnTo>
                  <a:lnTo>
                    <a:pt x="4256342" y="497343"/>
                  </a:lnTo>
                  <a:lnTo>
                    <a:pt x="4256460" y="497343"/>
                  </a:lnTo>
                  <a:lnTo>
                    <a:pt x="4256577" y="497343"/>
                  </a:lnTo>
                  <a:lnTo>
                    <a:pt x="4256695" y="497343"/>
                  </a:lnTo>
                  <a:lnTo>
                    <a:pt x="4256813" y="497343"/>
                  </a:lnTo>
                  <a:lnTo>
                    <a:pt x="4256813" y="496912"/>
                  </a:lnTo>
                  <a:lnTo>
                    <a:pt x="4256930" y="496912"/>
                  </a:lnTo>
                  <a:lnTo>
                    <a:pt x="4257048" y="496912"/>
                  </a:lnTo>
                  <a:lnTo>
                    <a:pt x="4257165" y="496912"/>
                  </a:lnTo>
                  <a:lnTo>
                    <a:pt x="4257165" y="496481"/>
                  </a:lnTo>
                  <a:lnTo>
                    <a:pt x="4257283" y="496481"/>
                  </a:lnTo>
                  <a:lnTo>
                    <a:pt x="4257401" y="496481"/>
                  </a:lnTo>
                  <a:lnTo>
                    <a:pt x="4257401" y="496051"/>
                  </a:lnTo>
                  <a:lnTo>
                    <a:pt x="4257518" y="496051"/>
                  </a:lnTo>
                  <a:lnTo>
                    <a:pt x="4257636" y="496051"/>
                  </a:lnTo>
                  <a:lnTo>
                    <a:pt x="4257754" y="496051"/>
                  </a:lnTo>
                  <a:lnTo>
                    <a:pt x="4257871" y="496051"/>
                  </a:lnTo>
                  <a:lnTo>
                    <a:pt x="4257989" y="496051"/>
                  </a:lnTo>
                  <a:lnTo>
                    <a:pt x="4258106" y="496051"/>
                  </a:lnTo>
                  <a:lnTo>
                    <a:pt x="4258224" y="496051"/>
                  </a:lnTo>
                  <a:lnTo>
                    <a:pt x="4258342" y="496051"/>
                  </a:lnTo>
                  <a:lnTo>
                    <a:pt x="4258459" y="496051"/>
                  </a:lnTo>
                  <a:lnTo>
                    <a:pt x="4258577" y="496051"/>
                  </a:lnTo>
                  <a:lnTo>
                    <a:pt x="4258694" y="496051"/>
                  </a:lnTo>
                  <a:lnTo>
                    <a:pt x="4258694" y="495620"/>
                  </a:lnTo>
                  <a:lnTo>
                    <a:pt x="4258812" y="495620"/>
                  </a:lnTo>
                  <a:lnTo>
                    <a:pt x="4258930" y="495620"/>
                  </a:lnTo>
                  <a:lnTo>
                    <a:pt x="4259047" y="495620"/>
                  </a:lnTo>
                  <a:lnTo>
                    <a:pt x="4259047" y="495190"/>
                  </a:lnTo>
                  <a:lnTo>
                    <a:pt x="4259165" y="495190"/>
                  </a:lnTo>
                  <a:lnTo>
                    <a:pt x="4259165" y="494759"/>
                  </a:lnTo>
                  <a:lnTo>
                    <a:pt x="4259282" y="494759"/>
                  </a:lnTo>
                  <a:lnTo>
                    <a:pt x="4259400" y="494759"/>
                  </a:lnTo>
                  <a:lnTo>
                    <a:pt x="4259518" y="494759"/>
                  </a:lnTo>
                  <a:lnTo>
                    <a:pt x="4259635" y="494759"/>
                  </a:lnTo>
                  <a:lnTo>
                    <a:pt x="4259753" y="494759"/>
                  </a:lnTo>
                  <a:lnTo>
                    <a:pt x="4259871" y="494759"/>
                  </a:lnTo>
                  <a:lnTo>
                    <a:pt x="4259988" y="494759"/>
                  </a:lnTo>
                  <a:lnTo>
                    <a:pt x="4260106" y="494759"/>
                  </a:lnTo>
                  <a:lnTo>
                    <a:pt x="4260223" y="494759"/>
                  </a:lnTo>
                  <a:lnTo>
                    <a:pt x="4260341" y="494759"/>
                  </a:lnTo>
                  <a:lnTo>
                    <a:pt x="4260459" y="494759"/>
                  </a:lnTo>
                  <a:lnTo>
                    <a:pt x="4260576" y="494759"/>
                  </a:lnTo>
                  <a:lnTo>
                    <a:pt x="4260694" y="494759"/>
                  </a:lnTo>
                  <a:lnTo>
                    <a:pt x="4260811" y="494759"/>
                  </a:lnTo>
                  <a:lnTo>
                    <a:pt x="4260929" y="494759"/>
                  </a:lnTo>
                  <a:lnTo>
                    <a:pt x="4261047" y="494759"/>
                  </a:lnTo>
                  <a:lnTo>
                    <a:pt x="4261164" y="494759"/>
                  </a:lnTo>
                  <a:lnTo>
                    <a:pt x="4261282" y="494759"/>
                  </a:lnTo>
                  <a:lnTo>
                    <a:pt x="4261400" y="494759"/>
                  </a:lnTo>
                  <a:lnTo>
                    <a:pt x="4261517" y="494759"/>
                  </a:lnTo>
                  <a:lnTo>
                    <a:pt x="4261635" y="494759"/>
                  </a:lnTo>
                  <a:lnTo>
                    <a:pt x="4261752" y="494759"/>
                  </a:lnTo>
                  <a:lnTo>
                    <a:pt x="4261870" y="494759"/>
                  </a:lnTo>
                  <a:lnTo>
                    <a:pt x="4261988" y="494759"/>
                  </a:lnTo>
                  <a:lnTo>
                    <a:pt x="4262105" y="494759"/>
                  </a:lnTo>
                  <a:lnTo>
                    <a:pt x="4262223" y="494759"/>
                  </a:lnTo>
                  <a:lnTo>
                    <a:pt x="4262340" y="494759"/>
                  </a:lnTo>
                  <a:lnTo>
                    <a:pt x="4262458" y="494759"/>
                  </a:lnTo>
                  <a:lnTo>
                    <a:pt x="4262576" y="494759"/>
                  </a:lnTo>
                  <a:lnTo>
                    <a:pt x="4262693" y="494759"/>
                  </a:lnTo>
                  <a:lnTo>
                    <a:pt x="4262811" y="494759"/>
                  </a:lnTo>
                  <a:lnTo>
                    <a:pt x="4262929" y="494759"/>
                  </a:lnTo>
                  <a:lnTo>
                    <a:pt x="4263046" y="494759"/>
                  </a:lnTo>
                  <a:lnTo>
                    <a:pt x="4263164" y="494759"/>
                  </a:lnTo>
                  <a:lnTo>
                    <a:pt x="4263281" y="494759"/>
                  </a:lnTo>
                  <a:lnTo>
                    <a:pt x="4263399" y="494759"/>
                  </a:lnTo>
                  <a:lnTo>
                    <a:pt x="4263517" y="494759"/>
                  </a:lnTo>
                  <a:lnTo>
                    <a:pt x="4263634" y="494759"/>
                  </a:lnTo>
                  <a:lnTo>
                    <a:pt x="4263752" y="494759"/>
                  </a:lnTo>
                  <a:lnTo>
                    <a:pt x="4263869" y="494759"/>
                  </a:lnTo>
                  <a:lnTo>
                    <a:pt x="4263987" y="494759"/>
                  </a:lnTo>
                  <a:lnTo>
                    <a:pt x="4264105" y="494759"/>
                  </a:lnTo>
                  <a:lnTo>
                    <a:pt x="4264222" y="494759"/>
                  </a:lnTo>
                  <a:lnTo>
                    <a:pt x="4264340" y="494759"/>
                  </a:lnTo>
                  <a:lnTo>
                    <a:pt x="4264458" y="494759"/>
                  </a:lnTo>
                  <a:lnTo>
                    <a:pt x="4264575" y="494759"/>
                  </a:lnTo>
                  <a:lnTo>
                    <a:pt x="4264693" y="494759"/>
                  </a:lnTo>
                  <a:lnTo>
                    <a:pt x="4264810" y="494759"/>
                  </a:lnTo>
                  <a:lnTo>
                    <a:pt x="4264928" y="494759"/>
                  </a:lnTo>
                  <a:lnTo>
                    <a:pt x="4265046" y="494759"/>
                  </a:lnTo>
                  <a:lnTo>
                    <a:pt x="4265163" y="494759"/>
                  </a:lnTo>
                  <a:lnTo>
                    <a:pt x="4265281" y="494759"/>
                  </a:lnTo>
                  <a:lnTo>
                    <a:pt x="4265398" y="494759"/>
                  </a:lnTo>
                  <a:lnTo>
                    <a:pt x="4265398" y="494328"/>
                  </a:lnTo>
                  <a:lnTo>
                    <a:pt x="4265516" y="494328"/>
                  </a:lnTo>
                  <a:lnTo>
                    <a:pt x="4265516" y="493898"/>
                  </a:lnTo>
                  <a:lnTo>
                    <a:pt x="4265634" y="493898"/>
                  </a:lnTo>
                  <a:lnTo>
                    <a:pt x="4265751" y="493898"/>
                  </a:lnTo>
                  <a:lnTo>
                    <a:pt x="4265869" y="493898"/>
                  </a:lnTo>
                  <a:lnTo>
                    <a:pt x="4265987" y="493898"/>
                  </a:lnTo>
                  <a:lnTo>
                    <a:pt x="4266104" y="493898"/>
                  </a:lnTo>
                  <a:lnTo>
                    <a:pt x="4266222" y="493898"/>
                  </a:lnTo>
                  <a:lnTo>
                    <a:pt x="4266339" y="493898"/>
                  </a:lnTo>
                  <a:lnTo>
                    <a:pt x="4266457" y="493898"/>
                  </a:lnTo>
                  <a:lnTo>
                    <a:pt x="4266457" y="493467"/>
                  </a:lnTo>
                  <a:lnTo>
                    <a:pt x="4266575" y="493467"/>
                  </a:lnTo>
                  <a:lnTo>
                    <a:pt x="4266692" y="493467"/>
                  </a:lnTo>
                  <a:lnTo>
                    <a:pt x="4266810" y="493467"/>
                  </a:lnTo>
                  <a:lnTo>
                    <a:pt x="4266927" y="493467"/>
                  </a:lnTo>
                  <a:lnTo>
                    <a:pt x="4267045" y="493467"/>
                  </a:lnTo>
                  <a:lnTo>
                    <a:pt x="4267163" y="493467"/>
                  </a:lnTo>
                  <a:lnTo>
                    <a:pt x="4267280" y="493467"/>
                  </a:lnTo>
                  <a:lnTo>
                    <a:pt x="4267398" y="493467"/>
                  </a:lnTo>
                  <a:lnTo>
                    <a:pt x="4267515" y="493467"/>
                  </a:lnTo>
                  <a:lnTo>
                    <a:pt x="4267633" y="493467"/>
                  </a:lnTo>
                  <a:lnTo>
                    <a:pt x="4267751" y="493467"/>
                  </a:lnTo>
                  <a:lnTo>
                    <a:pt x="4267868" y="493467"/>
                  </a:lnTo>
                  <a:lnTo>
                    <a:pt x="4267986" y="493467"/>
                  </a:lnTo>
                  <a:lnTo>
                    <a:pt x="4268104" y="493467"/>
                  </a:lnTo>
                  <a:lnTo>
                    <a:pt x="4268221" y="493467"/>
                  </a:lnTo>
                  <a:lnTo>
                    <a:pt x="4268339" y="493467"/>
                  </a:lnTo>
                  <a:lnTo>
                    <a:pt x="4268456" y="493467"/>
                  </a:lnTo>
                  <a:lnTo>
                    <a:pt x="4268574" y="493467"/>
                  </a:lnTo>
                  <a:lnTo>
                    <a:pt x="4268692" y="493467"/>
                  </a:lnTo>
                  <a:lnTo>
                    <a:pt x="4268809" y="493467"/>
                  </a:lnTo>
                  <a:lnTo>
                    <a:pt x="4268927" y="493467"/>
                  </a:lnTo>
                  <a:lnTo>
                    <a:pt x="4269044" y="493467"/>
                  </a:lnTo>
                  <a:lnTo>
                    <a:pt x="4269162" y="493467"/>
                  </a:lnTo>
                  <a:lnTo>
                    <a:pt x="4269280" y="493467"/>
                  </a:lnTo>
                  <a:lnTo>
                    <a:pt x="4269397" y="493467"/>
                  </a:lnTo>
                  <a:lnTo>
                    <a:pt x="4269515" y="493467"/>
                  </a:lnTo>
                  <a:lnTo>
                    <a:pt x="4269633" y="493467"/>
                  </a:lnTo>
                  <a:lnTo>
                    <a:pt x="4269750" y="493467"/>
                  </a:lnTo>
                  <a:lnTo>
                    <a:pt x="4269868" y="493467"/>
                  </a:lnTo>
                  <a:lnTo>
                    <a:pt x="4269985" y="493467"/>
                  </a:lnTo>
                  <a:lnTo>
                    <a:pt x="4270103" y="493467"/>
                  </a:lnTo>
                  <a:lnTo>
                    <a:pt x="4270221" y="493467"/>
                  </a:lnTo>
                  <a:lnTo>
                    <a:pt x="4270338" y="493467"/>
                  </a:lnTo>
                  <a:lnTo>
                    <a:pt x="4270456" y="493467"/>
                  </a:lnTo>
                  <a:lnTo>
                    <a:pt x="4270573" y="493467"/>
                  </a:lnTo>
                  <a:lnTo>
                    <a:pt x="4270691" y="493467"/>
                  </a:lnTo>
                  <a:lnTo>
                    <a:pt x="4270809" y="493467"/>
                  </a:lnTo>
                  <a:lnTo>
                    <a:pt x="4270926" y="493467"/>
                  </a:lnTo>
                  <a:lnTo>
                    <a:pt x="4271044" y="493467"/>
                  </a:lnTo>
                  <a:lnTo>
                    <a:pt x="4271044" y="493037"/>
                  </a:lnTo>
                  <a:lnTo>
                    <a:pt x="4271162" y="493037"/>
                  </a:lnTo>
                  <a:lnTo>
                    <a:pt x="4271279" y="493037"/>
                  </a:lnTo>
                  <a:lnTo>
                    <a:pt x="4271279" y="492606"/>
                  </a:lnTo>
                  <a:lnTo>
                    <a:pt x="4271397" y="492606"/>
                  </a:lnTo>
                  <a:lnTo>
                    <a:pt x="4271514" y="492606"/>
                  </a:lnTo>
                  <a:lnTo>
                    <a:pt x="4271632" y="492606"/>
                  </a:lnTo>
                  <a:lnTo>
                    <a:pt x="4271632" y="492175"/>
                  </a:lnTo>
                  <a:lnTo>
                    <a:pt x="4271750" y="492175"/>
                  </a:lnTo>
                  <a:lnTo>
                    <a:pt x="4271867" y="492175"/>
                  </a:lnTo>
                  <a:lnTo>
                    <a:pt x="4271985" y="492175"/>
                  </a:lnTo>
                  <a:lnTo>
                    <a:pt x="4272102" y="492175"/>
                  </a:lnTo>
                  <a:lnTo>
                    <a:pt x="4272102" y="491745"/>
                  </a:lnTo>
                  <a:lnTo>
                    <a:pt x="4272220" y="491745"/>
                  </a:lnTo>
                  <a:lnTo>
                    <a:pt x="4272338" y="491745"/>
                  </a:lnTo>
                  <a:lnTo>
                    <a:pt x="4272455" y="491745"/>
                  </a:lnTo>
                  <a:lnTo>
                    <a:pt x="4272573" y="491745"/>
                  </a:lnTo>
                  <a:lnTo>
                    <a:pt x="4272691" y="491745"/>
                  </a:lnTo>
                  <a:lnTo>
                    <a:pt x="4272808" y="491745"/>
                  </a:lnTo>
                  <a:lnTo>
                    <a:pt x="4272926" y="491745"/>
                  </a:lnTo>
                  <a:lnTo>
                    <a:pt x="4273043" y="491745"/>
                  </a:lnTo>
                  <a:lnTo>
                    <a:pt x="4273161" y="491745"/>
                  </a:lnTo>
                  <a:lnTo>
                    <a:pt x="4273279" y="491745"/>
                  </a:lnTo>
                  <a:lnTo>
                    <a:pt x="4273279" y="491314"/>
                  </a:lnTo>
                  <a:lnTo>
                    <a:pt x="4273279" y="490884"/>
                  </a:lnTo>
                  <a:lnTo>
                    <a:pt x="4273396" y="490884"/>
                  </a:lnTo>
                  <a:lnTo>
                    <a:pt x="4273514" y="490884"/>
                  </a:lnTo>
                  <a:lnTo>
                    <a:pt x="4273631" y="490884"/>
                  </a:lnTo>
                  <a:lnTo>
                    <a:pt x="4273749" y="490884"/>
                  </a:lnTo>
                  <a:lnTo>
                    <a:pt x="4273867" y="490884"/>
                  </a:lnTo>
                  <a:lnTo>
                    <a:pt x="4273984" y="490884"/>
                  </a:lnTo>
                  <a:lnTo>
                    <a:pt x="4274102" y="490884"/>
                  </a:lnTo>
                  <a:lnTo>
                    <a:pt x="4274220" y="490884"/>
                  </a:lnTo>
                  <a:lnTo>
                    <a:pt x="4274337" y="490884"/>
                  </a:lnTo>
                  <a:lnTo>
                    <a:pt x="4274455" y="490884"/>
                  </a:lnTo>
                  <a:lnTo>
                    <a:pt x="4274572" y="490884"/>
                  </a:lnTo>
                  <a:lnTo>
                    <a:pt x="4274690" y="490884"/>
                  </a:lnTo>
                  <a:lnTo>
                    <a:pt x="4274808" y="490884"/>
                  </a:lnTo>
                  <a:lnTo>
                    <a:pt x="4274925" y="490884"/>
                  </a:lnTo>
                  <a:lnTo>
                    <a:pt x="4275043" y="490884"/>
                  </a:lnTo>
                  <a:lnTo>
                    <a:pt x="4275160" y="490884"/>
                  </a:lnTo>
                  <a:lnTo>
                    <a:pt x="4275278" y="490884"/>
                  </a:lnTo>
                  <a:lnTo>
                    <a:pt x="4275396" y="490884"/>
                  </a:lnTo>
                  <a:lnTo>
                    <a:pt x="4275513" y="490884"/>
                  </a:lnTo>
                  <a:lnTo>
                    <a:pt x="4275513" y="490453"/>
                  </a:lnTo>
                  <a:lnTo>
                    <a:pt x="4275631" y="490453"/>
                  </a:lnTo>
                  <a:lnTo>
                    <a:pt x="4275748" y="490453"/>
                  </a:lnTo>
                  <a:lnTo>
                    <a:pt x="4275866" y="490453"/>
                  </a:lnTo>
                  <a:lnTo>
                    <a:pt x="4275984" y="490453"/>
                  </a:lnTo>
                  <a:lnTo>
                    <a:pt x="4276101" y="490453"/>
                  </a:lnTo>
                  <a:lnTo>
                    <a:pt x="4276101" y="490022"/>
                  </a:lnTo>
                  <a:lnTo>
                    <a:pt x="4276219" y="490022"/>
                  </a:lnTo>
                  <a:lnTo>
                    <a:pt x="4276337" y="490022"/>
                  </a:lnTo>
                  <a:lnTo>
                    <a:pt x="4276454" y="490022"/>
                  </a:lnTo>
                  <a:lnTo>
                    <a:pt x="4276572" y="490022"/>
                  </a:lnTo>
                  <a:lnTo>
                    <a:pt x="4276689" y="490022"/>
                  </a:lnTo>
                  <a:lnTo>
                    <a:pt x="4276807" y="490022"/>
                  </a:lnTo>
                  <a:lnTo>
                    <a:pt x="4276925" y="490022"/>
                  </a:lnTo>
                  <a:lnTo>
                    <a:pt x="4277042" y="490022"/>
                  </a:lnTo>
                  <a:lnTo>
                    <a:pt x="4277042" y="489592"/>
                  </a:lnTo>
                  <a:lnTo>
                    <a:pt x="4277160" y="489592"/>
                  </a:lnTo>
                  <a:lnTo>
                    <a:pt x="4277277" y="489592"/>
                  </a:lnTo>
                  <a:lnTo>
                    <a:pt x="4277395" y="489592"/>
                  </a:lnTo>
                  <a:lnTo>
                    <a:pt x="4277513" y="489592"/>
                  </a:lnTo>
                  <a:lnTo>
                    <a:pt x="4277630" y="489592"/>
                  </a:lnTo>
                  <a:lnTo>
                    <a:pt x="4277748" y="489592"/>
                  </a:lnTo>
                  <a:lnTo>
                    <a:pt x="4277866" y="489592"/>
                  </a:lnTo>
                  <a:lnTo>
                    <a:pt x="4277983" y="489592"/>
                  </a:lnTo>
                  <a:lnTo>
                    <a:pt x="4278101" y="489592"/>
                  </a:lnTo>
                  <a:lnTo>
                    <a:pt x="4278218" y="489592"/>
                  </a:lnTo>
                  <a:lnTo>
                    <a:pt x="4278336" y="489592"/>
                  </a:lnTo>
                  <a:lnTo>
                    <a:pt x="4278454" y="489592"/>
                  </a:lnTo>
                  <a:lnTo>
                    <a:pt x="4278571" y="489592"/>
                  </a:lnTo>
                  <a:lnTo>
                    <a:pt x="4278571" y="489161"/>
                  </a:lnTo>
                  <a:lnTo>
                    <a:pt x="4278689" y="489161"/>
                  </a:lnTo>
                  <a:lnTo>
                    <a:pt x="4278689" y="488731"/>
                  </a:lnTo>
                  <a:lnTo>
                    <a:pt x="4278806" y="488731"/>
                  </a:lnTo>
                  <a:lnTo>
                    <a:pt x="4278924" y="488731"/>
                  </a:lnTo>
                  <a:lnTo>
                    <a:pt x="4279042" y="488731"/>
                  </a:lnTo>
                  <a:lnTo>
                    <a:pt x="4279159" y="488731"/>
                  </a:lnTo>
                  <a:lnTo>
                    <a:pt x="4279277" y="488731"/>
                  </a:lnTo>
                  <a:lnTo>
                    <a:pt x="4279395" y="488731"/>
                  </a:lnTo>
                  <a:lnTo>
                    <a:pt x="4279512" y="488731"/>
                  </a:lnTo>
                  <a:lnTo>
                    <a:pt x="4279630" y="488731"/>
                  </a:lnTo>
                  <a:lnTo>
                    <a:pt x="4279747" y="488731"/>
                  </a:lnTo>
                  <a:lnTo>
                    <a:pt x="4279865" y="488731"/>
                  </a:lnTo>
                  <a:lnTo>
                    <a:pt x="4279983" y="488731"/>
                  </a:lnTo>
                  <a:lnTo>
                    <a:pt x="4280100" y="488731"/>
                  </a:lnTo>
                  <a:lnTo>
                    <a:pt x="4280218" y="488731"/>
                  </a:lnTo>
                  <a:lnTo>
                    <a:pt x="4280335" y="488731"/>
                  </a:lnTo>
                  <a:lnTo>
                    <a:pt x="4280453" y="488731"/>
                  </a:lnTo>
                  <a:lnTo>
                    <a:pt x="4280571" y="488731"/>
                  </a:lnTo>
                  <a:lnTo>
                    <a:pt x="4280688" y="488731"/>
                  </a:lnTo>
                  <a:lnTo>
                    <a:pt x="4280688" y="488300"/>
                  </a:lnTo>
                  <a:lnTo>
                    <a:pt x="4280806" y="488300"/>
                  </a:lnTo>
                  <a:lnTo>
                    <a:pt x="4280924" y="488300"/>
                  </a:lnTo>
                  <a:lnTo>
                    <a:pt x="4281041" y="488300"/>
                  </a:lnTo>
                  <a:lnTo>
                    <a:pt x="4281159" y="488300"/>
                  </a:lnTo>
                  <a:lnTo>
                    <a:pt x="4281276" y="488300"/>
                  </a:lnTo>
                  <a:lnTo>
                    <a:pt x="4281276" y="487869"/>
                  </a:lnTo>
                  <a:lnTo>
                    <a:pt x="4281394" y="487869"/>
                  </a:lnTo>
                  <a:lnTo>
                    <a:pt x="4281512" y="487869"/>
                  </a:lnTo>
                  <a:lnTo>
                    <a:pt x="4281629" y="487869"/>
                  </a:lnTo>
                  <a:lnTo>
                    <a:pt x="4281747" y="487869"/>
                  </a:lnTo>
                  <a:lnTo>
                    <a:pt x="4281864" y="487869"/>
                  </a:lnTo>
                  <a:lnTo>
                    <a:pt x="4281982" y="487869"/>
                  </a:lnTo>
                  <a:lnTo>
                    <a:pt x="4282100" y="487869"/>
                  </a:lnTo>
                  <a:lnTo>
                    <a:pt x="4282217" y="487869"/>
                  </a:lnTo>
                  <a:lnTo>
                    <a:pt x="4282335" y="487869"/>
                  </a:lnTo>
                  <a:lnTo>
                    <a:pt x="4282335" y="487439"/>
                  </a:lnTo>
                  <a:lnTo>
                    <a:pt x="4282452" y="487439"/>
                  </a:lnTo>
                  <a:lnTo>
                    <a:pt x="4282570" y="487439"/>
                  </a:lnTo>
                  <a:lnTo>
                    <a:pt x="4282688" y="487439"/>
                  </a:lnTo>
                  <a:lnTo>
                    <a:pt x="4282805" y="487439"/>
                  </a:lnTo>
                  <a:lnTo>
                    <a:pt x="4282923" y="487439"/>
                  </a:lnTo>
                  <a:lnTo>
                    <a:pt x="4283041" y="487439"/>
                  </a:lnTo>
                  <a:lnTo>
                    <a:pt x="4283158" y="487439"/>
                  </a:lnTo>
                  <a:lnTo>
                    <a:pt x="4283276" y="487439"/>
                  </a:lnTo>
                  <a:lnTo>
                    <a:pt x="4283393" y="487439"/>
                  </a:lnTo>
                  <a:lnTo>
                    <a:pt x="4283511" y="487439"/>
                  </a:lnTo>
                  <a:lnTo>
                    <a:pt x="4283629" y="487439"/>
                  </a:lnTo>
                  <a:lnTo>
                    <a:pt x="4283746" y="487439"/>
                  </a:lnTo>
                  <a:lnTo>
                    <a:pt x="4283864" y="487439"/>
                  </a:lnTo>
                  <a:lnTo>
                    <a:pt x="4283864" y="487008"/>
                  </a:lnTo>
                  <a:lnTo>
                    <a:pt x="4283981" y="487008"/>
                  </a:lnTo>
                  <a:lnTo>
                    <a:pt x="4284099" y="487008"/>
                  </a:lnTo>
                  <a:lnTo>
                    <a:pt x="4284217" y="487008"/>
                  </a:lnTo>
                  <a:lnTo>
                    <a:pt x="4284334" y="487008"/>
                  </a:lnTo>
                  <a:lnTo>
                    <a:pt x="4284452" y="487008"/>
                  </a:lnTo>
                  <a:lnTo>
                    <a:pt x="4284570" y="487008"/>
                  </a:lnTo>
                  <a:lnTo>
                    <a:pt x="4284687" y="487008"/>
                  </a:lnTo>
                  <a:lnTo>
                    <a:pt x="4284805" y="487008"/>
                  </a:lnTo>
                  <a:lnTo>
                    <a:pt x="4284922" y="487008"/>
                  </a:lnTo>
                  <a:lnTo>
                    <a:pt x="4284922" y="486578"/>
                  </a:lnTo>
                  <a:lnTo>
                    <a:pt x="4285040" y="486578"/>
                  </a:lnTo>
                  <a:lnTo>
                    <a:pt x="4285040" y="486147"/>
                  </a:lnTo>
                  <a:lnTo>
                    <a:pt x="4285040" y="485716"/>
                  </a:lnTo>
                  <a:lnTo>
                    <a:pt x="4285158" y="485716"/>
                  </a:lnTo>
                  <a:lnTo>
                    <a:pt x="4285275" y="485716"/>
                  </a:lnTo>
                  <a:lnTo>
                    <a:pt x="4285275" y="485286"/>
                  </a:lnTo>
                  <a:lnTo>
                    <a:pt x="4285393" y="485286"/>
                  </a:lnTo>
                  <a:lnTo>
                    <a:pt x="4285510" y="485286"/>
                  </a:lnTo>
                  <a:lnTo>
                    <a:pt x="4285628" y="485286"/>
                  </a:lnTo>
                  <a:lnTo>
                    <a:pt x="4285746" y="485286"/>
                  </a:lnTo>
                  <a:lnTo>
                    <a:pt x="4285863" y="485286"/>
                  </a:lnTo>
                  <a:lnTo>
                    <a:pt x="4285981" y="485286"/>
                  </a:lnTo>
                  <a:lnTo>
                    <a:pt x="4286099" y="485286"/>
                  </a:lnTo>
                  <a:lnTo>
                    <a:pt x="4286216" y="485286"/>
                  </a:lnTo>
                  <a:lnTo>
                    <a:pt x="4286334" y="485286"/>
                  </a:lnTo>
                  <a:lnTo>
                    <a:pt x="4286451" y="485286"/>
                  </a:lnTo>
                  <a:lnTo>
                    <a:pt x="4286569" y="485286"/>
                  </a:lnTo>
                  <a:lnTo>
                    <a:pt x="4286687" y="485286"/>
                  </a:lnTo>
                  <a:lnTo>
                    <a:pt x="4286804" y="485286"/>
                  </a:lnTo>
                  <a:lnTo>
                    <a:pt x="4286922" y="485286"/>
                  </a:lnTo>
                  <a:lnTo>
                    <a:pt x="4287039" y="485286"/>
                  </a:lnTo>
                  <a:lnTo>
                    <a:pt x="4287157" y="485286"/>
                  </a:lnTo>
                  <a:lnTo>
                    <a:pt x="4287275" y="485286"/>
                  </a:lnTo>
                  <a:lnTo>
                    <a:pt x="4287392" y="485286"/>
                  </a:lnTo>
                  <a:lnTo>
                    <a:pt x="4287510" y="485286"/>
                  </a:lnTo>
                  <a:lnTo>
                    <a:pt x="4287628" y="485286"/>
                  </a:lnTo>
                  <a:lnTo>
                    <a:pt x="4287745" y="485286"/>
                  </a:lnTo>
                  <a:lnTo>
                    <a:pt x="4287863" y="485286"/>
                  </a:lnTo>
                  <a:lnTo>
                    <a:pt x="4287980" y="485286"/>
                  </a:lnTo>
                  <a:lnTo>
                    <a:pt x="4288098" y="485286"/>
                  </a:lnTo>
                  <a:lnTo>
                    <a:pt x="4288216" y="485286"/>
                  </a:lnTo>
                  <a:lnTo>
                    <a:pt x="4288333" y="485286"/>
                  </a:lnTo>
                  <a:lnTo>
                    <a:pt x="4288451" y="485286"/>
                  </a:lnTo>
                  <a:lnTo>
                    <a:pt x="4288568" y="485286"/>
                  </a:lnTo>
                  <a:lnTo>
                    <a:pt x="4288686" y="485286"/>
                  </a:lnTo>
                  <a:lnTo>
                    <a:pt x="4288804" y="485286"/>
                  </a:lnTo>
                  <a:lnTo>
                    <a:pt x="4288921" y="485286"/>
                  </a:lnTo>
                  <a:lnTo>
                    <a:pt x="4288921" y="484855"/>
                  </a:lnTo>
                  <a:lnTo>
                    <a:pt x="4288921" y="484425"/>
                  </a:lnTo>
                  <a:lnTo>
                    <a:pt x="4289039" y="484425"/>
                  </a:lnTo>
                  <a:lnTo>
                    <a:pt x="4289157" y="484425"/>
                  </a:lnTo>
                  <a:lnTo>
                    <a:pt x="4289274" y="484425"/>
                  </a:lnTo>
                  <a:lnTo>
                    <a:pt x="4289274" y="483994"/>
                  </a:lnTo>
                  <a:lnTo>
                    <a:pt x="4289392" y="483994"/>
                  </a:lnTo>
                  <a:lnTo>
                    <a:pt x="4289509" y="483994"/>
                  </a:lnTo>
                  <a:lnTo>
                    <a:pt x="4289627" y="483994"/>
                  </a:lnTo>
                  <a:lnTo>
                    <a:pt x="4289745" y="483994"/>
                  </a:lnTo>
                  <a:lnTo>
                    <a:pt x="4289862" y="483994"/>
                  </a:lnTo>
                  <a:lnTo>
                    <a:pt x="4289862" y="483563"/>
                  </a:lnTo>
                  <a:lnTo>
                    <a:pt x="4289980" y="483563"/>
                  </a:lnTo>
                  <a:lnTo>
                    <a:pt x="4290097" y="483563"/>
                  </a:lnTo>
                  <a:lnTo>
                    <a:pt x="4290215" y="483563"/>
                  </a:lnTo>
                  <a:lnTo>
                    <a:pt x="4290333" y="483563"/>
                  </a:lnTo>
                  <a:lnTo>
                    <a:pt x="4290450" y="483563"/>
                  </a:lnTo>
                  <a:lnTo>
                    <a:pt x="4290568" y="483563"/>
                  </a:lnTo>
                  <a:lnTo>
                    <a:pt x="4290685" y="483563"/>
                  </a:lnTo>
                  <a:lnTo>
                    <a:pt x="4290685" y="483133"/>
                  </a:lnTo>
                  <a:lnTo>
                    <a:pt x="4290803" y="483133"/>
                  </a:lnTo>
                  <a:lnTo>
                    <a:pt x="4290921" y="483133"/>
                  </a:lnTo>
                  <a:lnTo>
                    <a:pt x="4290921" y="482702"/>
                  </a:lnTo>
                  <a:lnTo>
                    <a:pt x="4291038" y="482702"/>
                  </a:lnTo>
                  <a:lnTo>
                    <a:pt x="4291156" y="482702"/>
                  </a:lnTo>
                  <a:lnTo>
                    <a:pt x="4291274" y="482702"/>
                  </a:lnTo>
                  <a:lnTo>
                    <a:pt x="4291391" y="482702"/>
                  </a:lnTo>
                  <a:lnTo>
                    <a:pt x="4291509" y="482702"/>
                  </a:lnTo>
                  <a:lnTo>
                    <a:pt x="4291626" y="482702"/>
                  </a:lnTo>
                  <a:lnTo>
                    <a:pt x="4291744" y="482702"/>
                  </a:lnTo>
                  <a:lnTo>
                    <a:pt x="4291862" y="482702"/>
                  </a:lnTo>
                  <a:lnTo>
                    <a:pt x="4291979" y="482702"/>
                  </a:lnTo>
                  <a:lnTo>
                    <a:pt x="4292097" y="482702"/>
                  </a:lnTo>
                  <a:lnTo>
                    <a:pt x="4292214" y="482702"/>
                  </a:lnTo>
                  <a:lnTo>
                    <a:pt x="4292332" y="482702"/>
                  </a:lnTo>
                  <a:lnTo>
                    <a:pt x="4292450" y="482702"/>
                  </a:lnTo>
                  <a:lnTo>
                    <a:pt x="4292567" y="482702"/>
                  </a:lnTo>
                  <a:lnTo>
                    <a:pt x="4292685" y="482702"/>
                  </a:lnTo>
                  <a:lnTo>
                    <a:pt x="4292803" y="482702"/>
                  </a:lnTo>
                  <a:lnTo>
                    <a:pt x="4292920" y="482702"/>
                  </a:lnTo>
                  <a:lnTo>
                    <a:pt x="4293038" y="482702"/>
                  </a:lnTo>
                  <a:lnTo>
                    <a:pt x="4293155" y="482702"/>
                  </a:lnTo>
                  <a:lnTo>
                    <a:pt x="4293273" y="482702"/>
                  </a:lnTo>
                  <a:lnTo>
                    <a:pt x="4293391" y="482702"/>
                  </a:lnTo>
                  <a:lnTo>
                    <a:pt x="4293508" y="482702"/>
                  </a:lnTo>
                  <a:lnTo>
                    <a:pt x="4293626" y="482702"/>
                  </a:lnTo>
                  <a:lnTo>
                    <a:pt x="4293626" y="482272"/>
                  </a:lnTo>
                  <a:lnTo>
                    <a:pt x="4293743" y="482272"/>
                  </a:lnTo>
                  <a:lnTo>
                    <a:pt x="4293861" y="482272"/>
                  </a:lnTo>
                  <a:lnTo>
                    <a:pt x="4293861" y="481841"/>
                  </a:lnTo>
                  <a:lnTo>
                    <a:pt x="4293979" y="481841"/>
                  </a:lnTo>
                  <a:lnTo>
                    <a:pt x="4294096" y="481841"/>
                  </a:lnTo>
                  <a:lnTo>
                    <a:pt x="4294214" y="481841"/>
                  </a:lnTo>
                  <a:lnTo>
                    <a:pt x="4294332" y="481841"/>
                  </a:lnTo>
                  <a:lnTo>
                    <a:pt x="4294449" y="481841"/>
                  </a:lnTo>
                  <a:lnTo>
                    <a:pt x="4294567" y="481841"/>
                  </a:lnTo>
                  <a:lnTo>
                    <a:pt x="4294684" y="481841"/>
                  </a:lnTo>
                  <a:lnTo>
                    <a:pt x="4294802" y="481841"/>
                  </a:lnTo>
                  <a:lnTo>
                    <a:pt x="4294920" y="481841"/>
                  </a:lnTo>
                  <a:lnTo>
                    <a:pt x="4295037" y="481841"/>
                  </a:lnTo>
                  <a:lnTo>
                    <a:pt x="4295037" y="481410"/>
                  </a:lnTo>
                  <a:lnTo>
                    <a:pt x="4295155" y="481410"/>
                  </a:lnTo>
                  <a:lnTo>
                    <a:pt x="4295272" y="481410"/>
                  </a:lnTo>
                  <a:lnTo>
                    <a:pt x="4295390" y="481410"/>
                  </a:lnTo>
                  <a:lnTo>
                    <a:pt x="4295508" y="481410"/>
                  </a:lnTo>
                  <a:lnTo>
                    <a:pt x="4295508" y="480980"/>
                  </a:lnTo>
                  <a:lnTo>
                    <a:pt x="4295625" y="480980"/>
                  </a:lnTo>
                  <a:lnTo>
                    <a:pt x="4295625" y="480549"/>
                  </a:lnTo>
                  <a:lnTo>
                    <a:pt x="4295743" y="480549"/>
                  </a:lnTo>
                  <a:lnTo>
                    <a:pt x="4295861" y="480549"/>
                  </a:lnTo>
                  <a:lnTo>
                    <a:pt x="4295978" y="480549"/>
                  </a:lnTo>
                  <a:lnTo>
                    <a:pt x="4296096" y="480549"/>
                  </a:lnTo>
                  <a:lnTo>
                    <a:pt x="4296213" y="480549"/>
                  </a:lnTo>
                  <a:lnTo>
                    <a:pt x="4296331" y="480549"/>
                  </a:lnTo>
                  <a:lnTo>
                    <a:pt x="4296449" y="480549"/>
                  </a:lnTo>
                  <a:lnTo>
                    <a:pt x="4296566" y="480549"/>
                  </a:lnTo>
                  <a:lnTo>
                    <a:pt x="4296684" y="480549"/>
                  </a:lnTo>
                  <a:lnTo>
                    <a:pt x="4296801" y="480549"/>
                  </a:lnTo>
                  <a:lnTo>
                    <a:pt x="4296919" y="480549"/>
                  </a:lnTo>
                  <a:lnTo>
                    <a:pt x="4297037" y="480549"/>
                  </a:lnTo>
                  <a:lnTo>
                    <a:pt x="4297154" y="480549"/>
                  </a:lnTo>
                  <a:lnTo>
                    <a:pt x="4297154" y="480119"/>
                  </a:lnTo>
                  <a:lnTo>
                    <a:pt x="4297154" y="479688"/>
                  </a:lnTo>
                  <a:lnTo>
                    <a:pt x="4297272" y="479688"/>
                  </a:lnTo>
                  <a:lnTo>
                    <a:pt x="4297390" y="479688"/>
                  </a:lnTo>
                  <a:lnTo>
                    <a:pt x="4297507" y="479688"/>
                  </a:lnTo>
                  <a:lnTo>
                    <a:pt x="4297625" y="479688"/>
                  </a:lnTo>
                  <a:lnTo>
                    <a:pt x="4297742" y="479688"/>
                  </a:lnTo>
                  <a:lnTo>
                    <a:pt x="4297860" y="479688"/>
                  </a:lnTo>
                  <a:lnTo>
                    <a:pt x="4297978" y="479688"/>
                  </a:lnTo>
                  <a:lnTo>
                    <a:pt x="4298095" y="479688"/>
                  </a:lnTo>
                  <a:lnTo>
                    <a:pt x="4298213" y="479688"/>
                  </a:lnTo>
                  <a:lnTo>
                    <a:pt x="4298330" y="479688"/>
                  </a:lnTo>
                  <a:lnTo>
                    <a:pt x="4298330" y="479257"/>
                  </a:lnTo>
                  <a:lnTo>
                    <a:pt x="4298448" y="479257"/>
                  </a:lnTo>
                  <a:lnTo>
                    <a:pt x="4298566" y="479257"/>
                  </a:lnTo>
                  <a:lnTo>
                    <a:pt x="4298566" y="478827"/>
                  </a:lnTo>
                  <a:lnTo>
                    <a:pt x="4298683" y="478827"/>
                  </a:lnTo>
                  <a:lnTo>
                    <a:pt x="4298801" y="478827"/>
                  </a:lnTo>
                  <a:lnTo>
                    <a:pt x="4298918" y="478827"/>
                  </a:lnTo>
                  <a:lnTo>
                    <a:pt x="4299036" y="478827"/>
                  </a:lnTo>
                  <a:lnTo>
                    <a:pt x="4299154" y="478827"/>
                  </a:lnTo>
                  <a:lnTo>
                    <a:pt x="4299271" y="478827"/>
                  </a:lnTo>
                  <a:lnTo>
                    <a:pt x="4299389" y="478827"/>
                  </a:lnTo>
                  <a:lnTo>
                    <a:pt x="4299507" y="478827"/>
                  </a:lnTo>
                  <a:lnTo>
                    <a:pt x="4299624" y="478827"/>
                  </a:lnTo>
                  <a:lnTo>
                    <a:pt x="4299742" y="478827"/>
                  </a:lnTo>
                  <a:lnTo>
                    <a:pt x="4299859" y="478827"/>
                  </a:lnTo>
                  <a:lnTo>
                    <a:pt x="4299977" y="478827"/>
                  </a:lnTo>
                  <a:lnTo>
                    <a:pt x="4299977" y="478396"/>
                  </a:lnTo>
                  <a:lnTo>
                    <a:pt x="4300095" y="478396"/>
                  </a:lnTo>
                  <a:lnTo>
                    <a:pt x="4300212" y="478396"/>
                  </a:lnTo>
                  <a:lnTo>
                    <a:pt x="4300212" y="477966"/>
                  </a:lnTo>
                  <a:lnTo>
                    <a:pt x="4300330" y="477966"/>
                  </a:lnTo>
                  <a:lnTo>
                    <a:pt x="4300447" y="477966"/>
                  </a:lnTo>
                  <a:lnTo>
                    <a:pt x="4300565" y="477966"/>
                  </a:lnTo>
                  <a:lnTo>
                    <a:pt x="4300683" y="477966"/>
                  </a:lnTo>
                  <a:lnTo>
                    <a:pt x="4300800" y="477966"/>
                  </a:lnTo>
                  <a:lnTo>
                    <a:pt x="4300918" y="477966"/>
                  </a:lnTo>
                  <a:lnTo>
                    <a:pt x="4301036" y="477966"/>
                  </a:lnTo>
                  <a:lnTo>
                    <a:pt x="4301153" y="477966"/>
                  </a:lnTo>
                  <a:lnTo>
                    <a:pt x="4301271" y="477966"/>
                  </a:lnTo>
                  <a:lnTo>
                    <a:pt x="4301388" y="477966"/>
                  </a:lnTo>
                  <a:lnTo>
                    <a:pt x="4301506" y="477966"/>
                  </a:lnTo>
                  <a:lnTo>
                    <a:pt x="4301624" y="477966"/>
                  </a:lnTo>
                  <a:lnTo>
                    <a:pt x="4301741" y="477966"/>
                  </a:lnTo>
                  <a:lnTo>
                    <a:pt x="4301859" y="477966"/>
                  </a:lnTo>
                  <a:lnTo>
                    <a:pt x="4301976" y="477966"/>
                  </a:lnTo>
                  <a:lnTo>
                    <a:pt x="4302094" y="477966"/>
                  </a:lnTo>
                  <a:lnTo>
                    <a:pt x="4302212" y="477966"/>
                  </a:lnTo>
                  <a:lnTo>
                    <a:pt x="4302329" y="477966"/>
                  </a:lnTo>
                  <a:lnTo>
                    <a:pt x="4302447" y="477966"/>
                  </a:lnTo>
                  <a:lnTo>
                    <a:pt x="4302565" y="477966"/>
                  </a:lnTo>
                  <a:lnTo>
                    <a:pt x="4302682" y="477966"/>
                  </a:lnTo>
                  <a:lnTo>
                    <a:pt x="4302800" y="477966"/>
                  </a:lnTo>
                  <a:lnTo>
                    <a:pt x="4302800" y="477535"/>
                  </a:lnTo>
                  <a:lnTo>
                    <a:pt x="4302917" y="477535"/>
                  </a:lnTo>
                  <a:lnTo>
                    <a:pt x="4303035" y="477535"/>
                  </a:lnTo>
                  <a:lnTo>
                    <a:pt x="4303153" y="477535"/>
                  </a:lnTo>
                  <a:lnTo>
                    <a:pt x="4303270" y="477535"/>
                  </a:lnTo>
                  <a:lnTo>
                    <a:pt x="4303388" y="477535"/>
                  </a:lnTo>
                  <a:lnTo>
                    <a:pt x="4303505" y="477535"/>
                  </a:lnTo>
                  <a:lnTo>
                    <a:pt x="4303623" y="477535"/>
                  </a:lnTo>
                  <a:lnTo>
                    <a:pt x="4303741" y="477535"/>
                  </a:lnTo>
                  <a:lnTo>
                    <a:pt x="4303858" y="477535"/>
                  </a:lnTo>
                  <a:lnTo>
                    <a:pt x="4303976" y="477535"/>
                  </a:lnTo>
                  <a:lnTo>
                    <a:pt x="4304094" y="477535"/>
                  </a:lnTo>
                  <a:lnTo>
                    <a:pt x="4304211" y="477535"/>
                  </a:lnTo>
                  <a:lnTo>
                    <a:pt x="4304329" y="477535"/>
                  </a:lnTo>
                  <a:lnTo>
                    <a:pt x="4304329" y="477104"/>
                  </a:lnTo>
                  <a:lnTo>
                    <a:pt x="4304446" y="477104"/>
                  </a:lnTo>
                  <a:lnTo>
                    <a:pt x="4304564" y="477104"/>
                  </a:lnTo>
                  <a:lnTo>
                    <a:pt x="4304564" y="476674"/>
                  </a:lnTo>
                  <a:lnTo>
                    <a:pt x="4304682" y="476674"/>
                  </a:lnTo>
                  <a:lnTo>
                    <a:pt x="4304799" y="476674"/>
                  </a:lnTo>
                  <a:lnTo>
                    <a:pt x="4304917" y="476674"/>
                  </a:lnTo>
                  <a:lnTo>
                    <a:pt x="4305034" y="476674"/>
                  </a:lnTo>
                  <a:lnTo>
                    <a:pt x="4305152" y="476674"/>
                  </a:lnTo>
                  <a:lnTo>
                    <a:pt x="4305270" y="476674"/>
                  </a:lnTo>
                  <a:lnTo>
                    <a:pt x="4305387" y="476674"/>
                  </a:lnTo>
                  <a:lnTo>
                    <a:pt x="4305505" y="476674"/>
                  </a:lnTo>
                  <a:lnTo>
                    <a:pt x="4305623" y="476674"/>
                  </a:lnTo>
                  <a:lnTo>
                    <a:pt x="4305740" y="476674"/>
                  </a:lnTo>
                  <a:lnTo>
                    <a:pt x="4305858" y="476674"/>
                  </a:lnTo>
                  <a:lnTo>
                    <a:pt x="4305975" y="476674"/>
                  </a:lnTo>
                  <a:lnTo>
                    <a:pt x="4306093" y="476674"/>
                  </a:lnTo>
                  <a:lnTo>
                    <a:pt x="4306211" y="476674"/>
                  </a:lnTo>
                  <a:lnTo>
                    <a:pt x="4306328" y="476674"/>
                  </a:lnTo>
                  <a:lnTo>
                    <a:pt x="4306328" y="476243"/>
                  </a:lnTo>
                  <a:lnTo>
                    <a:pt x="4306446" y="476243"/>
                  </a:lnTo>
                  <a:lnTo>
                    <a:pt x="4306563" y="476243"/>
                  </a:lnTo>
                  <a:lnTo>
                    <a:pt x="4306681" y="476243"/>
                  </a:lnTo>
                  <a:lnTo>
                    <a:pt x="4306799" y="476243"/>
                  </a:lnTo>
                  <a:lnTo>
                    <a:pt x="4306916" y="476243"/>
                  </a:lnTo>
                  <a:lnTo>
                    <a:pt x="4307034" y="476243"/>
                  </a:lnTo>
                  <a:lnTo>
                    <a:pt x="4307151" y="476243"/>
                  </a:lnTo>
                  <a:lnTo>
                    <a:pt x="4307269" y="476243"/>
                  </a:lnTo>
                  <a:lnTo>
                    <a:pt x="4307387" y="476243"/>
                  </a:lnTo>
                  <a:lnTo>
                    <a:pt x="4307504" y="476243"/>
                  </a:lnTo>
                  <a:lnTo>
                    <a:pt x="4307622" y="476243"/>
                  </a:lnTo>
                  <a:lnTo>
                    <a:pt x="4307740" y="476243"/>
                  </a:lnTo>
                  <a:lnTo>
                    <a:pt x="4307857" y="476243"/>
                  </a:lnTo>
                  <a:lnTo>
                    <a:pt x="4307975" y="476243"/>
                  </a:lnTo>
                  <a:lnTo>
                    <a:pt x="4308092" y="476243"/>
                  </a:lnTo>
                  <a:lnTo>
                    <a:pt x="4308210" y="476243"/>
                  </a:lnTo>
                  <a:lnTo>
                    <a:pt x="4308210" y="475813"/>
                  </a:lnTo>
                  <a:lnTo>
                    <a:pt x="4308328" y="475813"/>
                  </a:lnTo>
                  <a:lnTo>
                    <a:pt x="4308445" y="475813"/>
                  </a:lnTo>
                  <a:lnTo>
                    <a:pt x="4308563" y="475813"/>
                  </a:lnTo>
                  <a:lnTo>
                    <a:pt x="4308680" y="475813"/>
                  </a:lnTo>
                  <a:lnTo>
                    <a:pt x="4308798" y="475813"/>
                  </a:lnTo>
                  <a:lnTo>
                    <a:pt x="4308916" y="475813"/>
                  </a:lnTo>
                  <a:lnTo>
                    <a:pt x="4309033" y="475813"/>
                  </a:lnTo>
                  <a:lnTo>
                    <a:pt x="4309151" y="475813"/>
                  </a:lnTo>
                  <a:lnTo>
                    <a:pt x="4309269" y="475813"/>
                  </a:lnTo>
                  <a:lnTo>
                    <a:pt x="4309386" y="475813"/>
                  </a:lnTo>
                  <a:lnTo>
                    <a:pt x="4309504" y="475813"/>
                  </a:lnTo>
                  <a:lnTo>
                    <a:pt x="4309621" y="475813"/>
                  </a:lnTo>
                  <a:lnTo>
                    <a:pt x="4309621" y="475382"/>
                  </a:lnTo>
                  <a:lnTo>
                    <a:pt x="4309739" y="475382"/>
                  </a:lnTo>
                  <a:lnTo>
                    <a:pt x="4309857" y="475382"/>
                  </a:lnTo>
                  <a:lnTo>
                    <a:pt x="4309974" y="475382"/>
                  </a:lnTo>
                  <a:lnTo>
                    <a:pt x="4310092" y="475382"/>
                  </a:lnTo>
                  <a:lnTo>
                    <a:pt x="4310209" y="475382"/>
                  </a:lnTo>
                  <a:lnTo>
                    <a:pt x="4310327" y="475382"/>
                  </a:lnTo>
                  <a:lnTo>
                    <a:pt x="4310445" y="475382"/>
                  </a:lnTo>
                  <a:lnTo>
                    <a:pt x="4310562" y="475382"/>
                  </a:lnTo>
                  <a:lnTo>
                    <a:pt x="4310562" y="474951"/>
                  </a:lnTo>
                  <a:lnTo>
                    <a:pt x="4310680" y="474951"/>
                  </a:lnTo>
                  <a:lnTo>
                    <a:pt x="4310680" y="474521"/>
                  </a:lnTo>
                  <a:lnTo>
                    <a:pt x="4310798" y="474521"/>
                  </a:lnTo>
                  <a:lnTo>
                    <a:pt x="4310798" y="474090"/>
                  </a:lnTo>
                  <a:lnTo>
                    <a:pt x="4310915" y="474090"/>
                  </a:lnTo>
                  <a:lnTo>
                    <a:pt x="4311033" y="474090"/>
                  </a:lnTo>
                  <a:lnTo>
                    <a:pt x="4311150" y="474090"/>
                  </a:lnTo>
                  <a:lnTo>
                    <a:pt x="4311268" y="474090"/>
                  </a:lnTo>
                  <a:lnTo>
                    <a:pt x="4311386" y="474090"/>
                  </a:lnTo>
                  <a:lnTo>
                    <a:pt x="4311503" y="474090"/>
                  </a:lnTo>
                  <a:lnTo>
                    <a:pt x="4311621" y="474090"/>
                  </a:lnTo>
                  <a:lnTo>
                    <a:pt x="4311621" y="473660"/>
                  </a:lnTo>
                  <a:lnTo>
                    <a:pt x="4311738" y="473660"/>
                  </a:lnTo>
                  <a:lnTo>
                    <a:pt x="4311856" y="473660"/>
                  </a:lnTo>
                  <a:lnTo>
                    <a:pt x="4311974" y="473660"/>
                  </a:lnTo>
                  <a:lnTo>
                    <a:pt x="4312091" y="473660"/>
                  </a:lnTo>
                  <a:lnTo>
                    <a:pt x="4312209" y="473660"/>
                  </a:lnTo>
                  <a:lnTo>
                    <a:pt x="4312327" y="473660"/>
                  </a:lnTo>
                  <a:lnTo>
                    <a:pt x="4312444" y="473660"/>
                  </a:lnTo>
                  <a:lnTo>
                    <a:pt x="4312562" y="473660"/>
                  </a:lnTo>
                  <a:lnTo>
                    <a:pt x="4312562" y="473229"/>
                  </a:lnTo>
                  <a:lnTo>
                    <a:pt x="4312562" y="472798"/>
                  </a:lnTo>
                  <a:lnTo>
                    <a:pt x="4312679" y="472798"/>
                  </a:lnTo>
                  <a:lnTo>
                    <a:pt x="4312797" y="472798"/>
                  </a:lnTo>
                  <a:lnTo>
                    <a:pt x="4312797" y="472368"/>
                  </a:lnTo>
                  <a:lnTo>
                    <a:pt x="4312915" y="472368"/>
                  </a:lnTo>
                  <a:lnTo>
                    <a:pt x="4313032" y="472368"/>
                  </a:lnTo>
                  <a:lnTo>
                    <a:pt x="4313150" y="472368"/>
                  </a:lnTo>
                  <a:lnTo>
                    <a:pt x="4313267" y="472368"/>
                  </a:lnTo>
                  <a:lnTo>
                    <a:pt x="4313385" y="472368"/>
                  </a:lnTo>
                  <a:lnTo>
                    <a:pt x="4313503" y="472368"/>
                  </a:lnTo>
                  <a:lnTo>
                    <a:pt x="4313620" y="472368"/>
                  </a:lnTo>
                  <a:lnTo>
                    <a:pt x="4313738" y="472368"/>
                  </a:lnTo>
                  <a:lnTo>
                    <a:pt x="4313856" y="472368"/>
                  </a:lnTo>
                  <a:lnTo>
                    <a:pt x="4313973" y="472368"/>
                  </a:lnTo>
                  <a:lnTo>
                    <a:pt x="4314091" y="472368"/>
                  </a:lnTo>
                  <a:lnTo>
                    <a:pt x="4314208" y="472368"/>
                  </a:lnTo>
                  <a:lnTo>
                    <a:pt x="4314326" y="472368"/>
                  </a:lnTo>
                  <a:lnTo>
                    <a:pt x="4314326" y="471937"/>
                  </a:lnTo>
                  <a:lnTo>
                    <a:pt x="4314444" y="471937"/>
                  </a:lnTo>
                  <a:lnTo>
                    <a:pt x="4314561" y="471937"/>
                  </a:lnTo>
                  <a:lnTo>
                    <a:pt x="4314679" y="471937"/>
                  </a:lnTo>
                  <a:lnTo>
                    <a:pt x="4314796" y="471937"/>
                  </a:lnTo>
                  <a:lnTo>
                    <a:pt x="4314914" y="471937"/>
                  </a:lnTo>
                  <a:lnTo>
                    <a:pt x="4315032" y="471937"/>
                  </a:lnTo>
                  <a:lnTo>
                    <a:pt x="4315149" y="471937"/>
                  </a:lnTo>
                  <a:lnTo>
                    <a:pt x="4315267" y="471937"/>
                  </a:lnTo>
                  <a:lnTo>
                    <a:pt x="4315384" y="471937"/>
                  </a:lnTo>
                  <a:lnTo>
                    <a:pt x="4315502" y="471937"/>
                  </a:lnTo>
                  <a:lnTo>
                    <a:pt x="4315502" y="471507"/>
                  </a:lnTo>
                  <a:lnTo>
                    <a:pt x="4315620" y="471507"/>
                  </a:lnTo>
                  <a:lnTo>
                    <a:pt x="4315737" y="471507"/>
                  </a:lnTo>
                  <a:lnTo>
                    <a:pt x="4315855" y="471507"/>
                  </a:lnTo>
                  <a:lnTo>
                    <a:pt x="4315973" y="471507"/>
                  </a:lnTo>
                  <a:lnTo>
                    <a:pt x="4315973" y="471076"/>
                  </a:lnTo>
                  <a:lnTo>
                    <a:pt x="4316090" y="471076"/>
                  </a:lnTo>
                  <a:lnTo>
                    <a:pt x="4316208" y="471076"/>
                  </a:lnTo>
                  <a:lnTo>
                    <a:pt x="4316325" y="471076"/>
                  </a:lnTo>
                  <a:lnTo>
                    <a:pt x="4316443" y="471076"/>
                  </a:lnTo>
                  <a:lnTo>
                    <a:pt x="4316561" y="471076"/>
                  </a:lnTo>
                  <a:lnTo>
                    <a:pt x="4316678" y="471076"/>
                  </a:lnTo>
                  <a:lnTo>
                    <a:pt x="4316796" y="471076"/>
                  </a:lnTo>
                  <a:lnTo>
                    <a:pt x="4316913" y="471076"/>
                  </a:lnTo>
                  <a:lnTo>
                    <a:pt x="4317031" y="471076"/>
                  </a:lnTo>
                  <a:lnTo>
                    <a:pt x="4317149" y="471076"/>
                  </a:lnTo>
                  <a:lnTo>
                    <a:pt x="4317266" y="471076"/>
                  </a:lnTo>
                  <a:lnTo>
                    <a:pt x="4317384" y="471076"/>
                  </a:lnTo>
                  <a:lnTo>
                    <a:pt x="4317502" y="471076"/>
                  </a:lnTo>
                  <a:lnTo>
                    <a:pt x="4317619" y="471076"/>
                  </a:lnTo>
                  <a:lnTo>
                    <a:pt x="4317737" y="471076"/>
                  </a:lnTo>
                  <a:lnTo>
                    <a:pt x="4317854" y="471076"/>
                  </a:lnTo>
                  <a:lnTo>
                    <a:pt x="4317972" y="471076"/>
                  </a:lnTo>
                  <a:lnTo>
                    <a:pt x="4318090" y="471076"/>
                  </a:lnTo>
                  <a:lnTo>
                    <a:pt x="4318090" y="470645"/>
                  </a:lnTo>
                  <a:lnTo>
                    <a:pt x="4318207" y="470645"/>
                  </a:lnTo>
                  <a:lnTo>
                    <a:pt x="4318207" y="470215"/>
                  </a:lnTo>
                  <a:lnTo>
                    <a:pt x="4318325" y="470215"/>
                  </a:lnTo>
                  <a:lnTo>
                    <a:pt x="4318442" y="470215"/>
                  </a:lnTo>
                  <a:lnTo>
                    <a:pt x="4318560" y="470215"/>
                  </a:lnTo>
                  <a:lnTo>
                    <a:pt x="4318678" y="470215"/>
                  </a:lnTo>
                  <a:lnTo>
                    <a:pt x="4318795" y="470215"/>
                  </a:lnTo>
                  <a:lnTo>
                    <a:pt x="4318795" y="469784"/>
                  </a:lnTo>
                  <a:lnTo>
                    <a:pt x="4318913" y="469784"/>
                  </a:lnTo>
                  <a:lnTo>
                    <a:pt x="4318913" y="469354"/>
                  </a:lnTo>
                  <a:lnTo>
                    <a:pt x="4319031" y="469354"/>
                  </a:lnTo>
                  <a:lnTo>
                    <a:pt x="4319148" y="469354"/>
                  </a:lnTo>
                  <a:lnTo>
                    <a:pt x="4319148" y="468923"/>
                  </a:lnTo>
                  <a:lnTo>
                    <a:pt x="4319266" y="468923"/>
                  </a:lnTo>
                  <a:lnTo>
                    <a:pt x="4319266" y="468492"/>
                  </a:lnTo>
                  <a:lnTo>
                    <a:pt x="4319383" y="468492"/>
                  </a:lnTo>
                  <a:lnTo>
                    <a:pt x="4319501" y="468492"/>
                  </a:lnTo>
                  <a:lnTo>
                    <a:pt x="4319619" y="468492"/>
                  </a:lnTo>
                  <a:lnTo>
                    <a:pt x="4319736" y="468492"/>
                  </a:lnTo>
                  <a:lnTo>
                    <a:pt x="4319854" y="468492"/>
                  </a:lnTo>
                  <a:lnTo>
                    <a:pt x="4319971" y="468492"/>
                  </a:lnTo>
                  <a:lnTo>
                    <a:pt x="4320089" y="468492"/>
                  </a:lnTo>
                  <a:lnTo>
                    <a:pt x="4320207" y="468492"/>
                  </a:lnTo>
                  <a:lnTo>
                    <a:pt x="4320324" y="468492"/>
                  </a:lnTo>
                  <a:lnTo>
                    <a:pt x="4320442" y="468492"/>
                  </a:lnTo>
                  <a:lnTo>
                    <a:pt x="4320560" y="468492"/>
                  </a:lnTo>
                  <a:lnTo>
                    <a:pt x="4320560" y="468062"/>
                  </a:lnTo>
                  <a:lnTo>
                    <a:pt x="4320677" y="468062"/>
                  </a:lnTo>
                  <a:lnTo>
                    <a:pt x="4320795" y="468062"/>
                  </a:lnTo>
                  <a:lnTo>
                    <a:pt x="4320912" y="468062"/>
                  </a:lnTo>
                  <a:lnTo>
                    <a:pt x="4321030" y="468062"/>
                  </a:lnTo>
                  <a:lnTo>
                    <a:pt x="4321148" y="468062"/>
                  </a:lnTo>
                  <a:lnTo>
                    <a:pt x="4321265" y="468062"/>
                  </a:lnTo>
                  <a:lnTo>
                    <a:pt x="4321383" y="468062"/>
                  </a:lnTo>
                  <a:lnTo>
                    <a:pt x="4321500" y="468062"/>
                  </a:lnTo>
                  <a:lnTo>
                    <a:pt x="4321618" y="468062"/>
                  </a:lnTo>
                  <a:lnTo>
                    <a:pt x="4321736" y="468062"/>
                  </a:lnTo>
                  <a:lnTo>
                    <a:pt x="4321736" y="467631"/>
                  </a:lnTo>
                  <a:lnTo>
                    <a:pt x="4321853" y="467631"/>
                  </a:lnTo>
                  <a:lnTo>
                    <a:pt x="4321853" y="467201"/>
                  </a:lnTo>
                  <a:lnTo>
                    <a:pt x="4321853" y="466770"/>
                  </a:lnTo>
                  <a:lnTo>
                    <a:pt x="4321971" y="466770"/>
                  </a:lnTo>
                  <a:lnTo>
                    <a:pt x="4322089" y="466770"/>
                  </a:lnTo>
                  <a:lnTo>
                    <a:pt x="4322206" y="466770"/>
                  </a:lnTo>
                  <a:lnTo>
                    <a:pt x="4322206" y="466339"/>
                  </a:lnTo>
                  <a:lnTo>
                    <a:pt x="4322324" y="466339"/>
                  </a:lnTo>
                  <a:lnTo>
                    <a:pt x="4322441" y="466339"/>
                  </a:lnTo>
                  <a:lnTo>
                    <a:pt x="4322559" y="466339"/>
                  </a:lnTo>
                  <a:lnTo>
                    <a:pt x="4322677" y="466339"/>
                  </a:lnTo>
                  <a:lnTo>
                    <a:pt x="4322794" y="466339"/>
                  </a:lnTo>
                  <a:lnTo>
                    <a:pt x="4322912" y="466339"/>
                  </a:lnTo>
                  <a:lnTo>
                    <a:pt x="4323029" y="466339"/>
                  </a:lnTo>
                  <a:lnTo>
                    <a:pt x="4323147" y="466339"/>
                  </a:lnTo>
                  <a:lnTo>
                    <a:pt x="4323265" y="466339"/>
                  </a:lnTo>
                  <a:lnTo>
                    <a:pt x="4323382" y="466339"/>
                  </a:lnTo>
                  <a:lnTo>
                    <a:pt x="4323500" y="466339"/>
                  </a:lnTo>
                  <a:lnTo>
                    <a:pt x="4323500" y="465909"/>
                  </a:lnTo>
                  <a:lnTo>
                    <a:pt x="4323617" y="465909"/>
                  </a:lnTo>
                  <a:lnTo>
                    <a:pt x="4323617" y="465478"/>
                  </a:lnTo>
                  <a:lnTo>
                    <a:pt x="4323735" y="465478"/>
                  </a:lnTo>
                  <a:lnTo>
                    <a:pt x="4323853" y="465478"/>
                  </a:lnTo>
                  <a:lnTo>
                    <a:pt x="4323970" y="465478"/>
                  </a:lnTo>
                  <a:lnTo>
                    <a:pt x="4324088" y="465478"/>
                  </a:lnTo>
                  <a:lnTo>
                    <a:pt x="4324206" y="465478"/>
                  </a:lnTo>
                  <a:lnTo>
                    <a:pt x="4324323" y="465478"/>
                  </a:lnTo>
                  <a:lnTo>
                    <a:pt x="4324441" y="465478"/>
                  </a:lnTo>
                  <a:lnTo>
                    <a:pt x="4324441" y="465048"/>
                  </a:lnTo>
                  <a:lnTo>
                    <a:pt x="4324558" y="465048"/>
                  </a:lnTo>
                  <a:lnTo>
                    <a:pt x="4324676" y="465048"/>
                  </a:lnTo>
                  <a:lnTo>
                    <a:pt x="4324676" y="464617"/>
                  </a:lnTo>
                  <a:lnTo>
                    <a:pt x="4324794" y="464617"/>
                  </a:lnTo>
                  <a:lnTo>
                    <a:pt x="4324794" y="464186"/>
                  </a:lnTo>
                  <a:lnTo>
                    <a:pt x="4324911" y="464186"/>
                  </a:lnTo>
                  <a:lnTo>
                    <a:pt x="4325029" y="464186"/>
                  </a:lnTo>
                  <a:lnTo>
                    <a:pt x="4325146" y="464186"/>
                  </a:lnTo>
                  <a:lnTo>
                    <a:pt x="4325264" y="464186"/>
                  </a:lnTo>
                  <a:lnTo>
                    <a:pt x="4325382" y="464186"/>
                  </a:lnTo>
                  <a:lnTo>
                    <a:pt x="4325499" y="464186"/>
                  </a:lnTo>
                  <a:lnTo>
                    <a:pt x="4325617" y="464186"/>
                  </a:lnTo>
                  <a:lnTo>
                    <a:pt x="4325735" y="464186"/>
                  </a:lnTo>
                  <a:lnTo>
                    <a:pt x="4325852" y="464186"/>
                  </a:lnTo>
                  <a:lnTo>
                    <a:pt x="4325970" y="464186"/>
                  </a:lnTo>
                  <a:lnTo>
                    <a:pt x="4326087" y="464186"/>
                  </a:lnTo>
                  <a:lnTo>
                    <a:pt x="4326205" y="464186"/>
                  </a:lnTo>
                  <a:lnTo>
                    <a:pt x="4326323" y="464186"/>
                  </a:lnTo>
                  <a:lnTo>
                    <a:pt x="4326440" y="464186"/>
                  </a:lnTo>
                  <a:lnTo>
                    <a:pt x="4326558" y="464186"/>
                  </a:lnTo>
                  <a:lnTo>
                    <a:pt x="4326675" y="464186"/>
                  </a:lnTo>
                  <a:lnTo>
                    <a:pt x="4326793" y="464186"/>
                  </a:lnTo>
                  <a:lnTo>
                    <a:pt x="4326911" y="464186"/>
                  </a:lnTo>
                  <a:lnTo>
                    <a:pt x="4327028" y="464186"/>
                  </a:lnTo>
                  <a:lnTo>
                    <a:pt x="4327146" y="464186"/>
                  </a:lnTo>
                  <a:lnTo>
                    <a:pt x="4327146" y="463756"/>
                  </a:lnTo>
                  <a:lnTo>
                    <a:pt x="4327264" y="463756"/>
                  </a:lnTo>
                  <a:lnTo>
                    <a:pt x="4327381" y="463756"/>
                  </a:lnTo>
                  <a:lnTo>
                    <a:pt x="4327499" y="463756"/>
                  </a:lnTo>
                  <a:lnTo>
                    <a:pt x="4327616" y="463756"/>
                  </a:lnTo>
                  <a:lnTo>
                    <a:pt x="4327734" y="463756"/>
                  </a:lnTo>
                  <a:lnTo>
                    <a:pt x="4327852" y="463756"/>
                  </a:lnTo>
                  <a:lnTo>
                    <a:pt x="4327969" y="463756"/>
                  </a:lnTo>
                  <a:lnTo>
                    <a:pt x="4328087" y="463756"/>
                  </a:lnTo>
                  <a:lnTo>
                    <a:pt x="4328204" y="463756"/>
                  </a:lnTo>
                  <a:lnTo>
                    <a:pt x="4328322" y="463756"/>
                  </a:lnTo>
                  <a:lnTo>
                    <a:pt x="4328440" y="463756"/>
                  </a:lnTo>
                  <a:lnTo>
                    <a:pt x="4328557" y="463756"/>
                  </a:lnTo>
                  <a:lnTo>
                    <a:pt x="4328675" y="463756"/>
                  </a:lnTo>
                  <a:lnTo>
                    <a:pt x="4328793" y="463756"/>
                  </a:lnTo>
                  <a:lnTo>
                    <a:pt x="4328910" y="463756"/>
                  </a:lnTo>
                  <a:lnTo>
                    <a:pt x="4329028" y="463756"/>
                  </a:lnTo>
                  <a:lnTo>
                    <a:pt x="4329028" y="463325"/>
                  </a:lnTo>
                  <a:lnTo>
                    <a:pt x="4329028" y="462895"/>
                  </a:lnTo>
                  <a:lnTo>
                    <a:pt x="4329145" y="462895"/>
                  </a:lnTo>
                  <a:lnTo>
                    <a:pt x="4329263" y="462895"/>
                  </a:lnTo>
                  <a:lnTo>
                    <a:pt x="4329381" y="462895"/>
                  </a:lnTo>
                  <a:lnTo>
                    <a:pt x="4329498" y="462895"/>
                  </a:lnTo>
                  <a:lnTo>
                    <a:pt x="4329616" y="462895"/>
                  </a:lnTo>
                  <a:lnTo>
                    <a:pt x="4329733" y="462895"/>
                  </a:lnTo>
                  <a:lnTo>
                    <a:pt x="4329851" y="462895"/>
                  </a:lnTo>
                  <a:lnTo>
                    <a:pt x="4329969" y="462895"/>
                  </a:lnTo>
                  <a:lnTo>
                    <a:pt x="4330086" y="462895"/>
                  </a:lnTo>
                  <a:lnTo>
                    <a:pt x="4330204" y="462895"/>
                  </a:lnTo>
                  <a:lnTo>
                    <a:pt x="4330322" y="462895"/>
                  </a:lnTo>
                  <a:lnTo>
                    <a:pt x="4330439" y="462895"/>
                  </a:lnTo>
                  <a:lnTo>
                    <a:pt x="4330439" y="462464"/>
                  </a:lnTo>
                  <a:lnTo>
                    <a:pt x="4330557" y="462464"/>
                  </a:lnTo>
                  <a:lnTo>
                    <a:pt x="4330674" y="462464"/>
                  </a:lnTo>
                  <a:lnTo>
                    <a:pt x="4330792" y="462464"/>
                  </a:lnTo>
                  <a:lnTo>
                    <a:pt x="4330910" y="462464"/>
                  </a:lnTo>
                  <a:lnTo>
                    <a:pt x="4331027" y="462464"/>
                  </a:lnTo>
                  <a:lnTo>
                    <a:pt x="4331145" y="462464"/>
                  </a:lnTo>
                  <a:lnTo>
                    <a:pt x="4331262" y="462464"/>
                  </a:lnTo>
                  <a:lnTo>
                    <a:pt x="4331380" y="462464"/>
                  </a:lnTo>
                  <a:lnTo>
                    <a:pt x="4331380" y="462033"/>
                  </a:lnTo>
                  <a:lnTo>
                    <a:pt x="4331498" y="462033"/>
                  </a:lnTo>
                  <a:lnTo>
                    <a:pt x="4331615" y="462033"/>
                  </a:lnTo>
                  <a:lnTo>
                    <a:pt x="4331733" y="462033"/>
                  </a:lnTo>
                  <a:lnTo>
                    <a:pt x="4331850" y="462033"/>
                  </a:lnTo>
                  <a:lnTo>
                    <a:pt x="4331968" y="462033"/>
                  </a:lnTo>
                  <a:lnTo>
                    <a:pt x="4332086" y="462033"/>
                  </a:lnTo>
                  <a:lnTo>
                    <a:pt x="4332203" y="462033"/>
                  </a:lnTo>
                  <a:lnTo>
                    <a:pt x="4332321" y="462033"/>
                  </a:lnTo>
                  <a:lnTo>
                    <a:pt x="4332439" y="462033"/>
                  </a:lnTo>
                  <a:lnTo>
                    <a:pt x="4332556" y="462033"/>
                  </a:lnTo>
                  <a:lnTo>
                    <a:pt x="4332556" y="461603"/>
                  </a:lnTo>
                  <a:lnTo>
                    <a:pt x="4332674" y="461603"/>
                  </a:lnTo>
                  <a:lnTo>
                    <a:pt x="4332791" y="461603"/>
                  </a:lnTo>
                  <a:lnTo>
                    <a:pt x="4332909" y="461603"/>
                  </a:lnTo>
                  <a:lnTo>
                    <a:pt x="4332909" y="461172"/>
                  </a:lnTo>
                  <a:lnTo>
                    <a:pt x="4333027" y="461172"/>
                  </a:lnTo>
                  <a:lnTo>
                    <a:pt x="4333144" y="461172"/>
                  </a:lnTo>
                  <a:lnTo>
                    <a:pt x="4333262" y="461172"/>
                  </a:lnTo>
                  <a:lnTo>
                    <a:pt x="4333379" y="461172"/>
                  </a:lnTo>
                  <a:lnTo>
                    <a:pt x="4333497" y="461172"/>
                  </a:lnTo>
                  <a:lnTo>
                    <a:pt x="4333615" y="461172"/>
                  </a:lnTo>
                  <a:lnTo>
                    <a:pt x="4333732" y="461172"/>
                  </a:lnTo>
                  <a:lnTo>
                    <a:pt x="4333850" y="461172"/>
                  </a:lnTo>
                  <a:lnTo>
                    <a:pt x="4333968" y="461172"/>
                  </a:lnTo>
                  <a:lnTo>
                    <a:pt x="4333968" y="460742"/>
                  </a:lnTo>
                  <a:lnTo>
                    <a:pt x="4334085" y="460742"/>
                  </a:lnTo>
                  <a:lnTo>
                    <a:pt x="4334203" y="460742"/>
                  </a:lnTo>
                  <a:lnTo>
                    <a:pt x="4334320" y="460742"/>
                  </a:lnTo>
                  <a:lnTo>
                    <a:pt x="4334320" y="460311"/>
                  </a:lnTo>
                  <a:lnTo>
                    <a:pt x="4334438" y="460311"/>
                  </a:lnTo>
                  <a:lnTo>
                    <a:pt x="4334438" y="459880"/>
                  </a:lnTo>
                  <a:lnTo>
                    <a:pt x="4334556" y="459880"/>
                  </a:lnTo>
                  <a:lnTo>
                    <a:pt x="4334673" y="459880"/>
                  </a:lnTo>
                  <a:lnTo>
                    <a:pt x="4334791" y="459880"/>
                  </a:lnTo>
                  <a:lnTo>
                    <a:pt x="4334908" y="459880"/>
                  </a:lnTo>
                  <a:lnTo>
                    <a:pt x="4334908" y="459450"/>
                  </a:lnTo>
                  <a:lnTo>
                    <a:pt x="4335026" y="459450"/>
                  </a:lnTo>
                  <a:lnTo>
                    <a:pt x="4335144" y="459450"/>
                  </a:lnTo>
                  <a:lnTo>
                    <a:pt x="4335261" y="459450"/>
                  </a:lnTo>
                  <a:lnTo>
                    <a:pt x="4335379" y="459450"/>
                  </a:lnTo>
                  <a:lnTo>
                    <a:pt x="4335497" y="459450"/>
                  </a:lnTo>
                  <a:lnTo>
                    <a:pt x="4335614" y="459450"/>
                  </a:lnTo>
                  <a:lnTo>
                    <a:pt x="4335614" y="459019"/>
                  </a:lnTo>
                  <a:lnTo>
                    <a:pt x="4335732" y="459019"/>
                  </a:lnTo>
                  <a:lnTo>
                    <a:pt x="4335849" y="459019"/>
                  </a:lnTo>
                  <a:lnTo>
                    <a:pt x="4335967" y="459019"/>
                  </a:lnTo>
                  <a:lnTo>
                    <a:pt x="4336085" y="459019"/>
                  </a:lnTo>
                  <a:lnTo>
                    <a:pt x="4336202" y="459019"/>
                  </a:lnTo>
                  <a:lnTo>
                    <a:pt x="4336320" y="459019"/>
                  </a:lnTo>
                  <a:lnTo>
                    <a:pt x="4336437" y="459019"/>
                  </a:lnTo>
                  <a:lnTo>
                    <a:pt x="4336555" y="459019"/>
                  </a:lnTo>
                  <a:lnTo>
                    <a:pt x="4336673" y="459019"/>
                  </a:lnTo>
                  <a:lnTo>
                    <a:pt x="4336790" y="459019"/>
                  </a:lnTo>
                  <a:lnTo>
                    <a:pt x="4336908" y="459019"/>
                  </a:lnTo>
                  <a:lnTo>
                    <a:pt x="4337026" y="459019"/>
                  </a:lnTo>
                  <a:lnTo>
                    <a:pt x="4337143" y="459019"/>
                  </a:lnTo>
                  <a:lnTo>
                    <a:pt x="4337261" y="459019"/>
                  </a:lnTo>
                  <a:lnTo>
                    <a:pt x="4337378" y="459019"/>
                  </a:lnTo>
                  <a:lnTo>
                    <a:pt x="4337378" y="458589"/>
                  </a:lnTo>
                  <a:lnTo>
                    <a:pt x="4337496" y="458589"/>
                  </a:lnTo>
                  <a:lnTo>
                    <a:pt x="4337614" y="458589"/>
                  </a:lnTo>
                  <a:lnTo>
                    <a:pt x="4337731" y="458589"/>
                  </a:lnTo>
                  <a:lnTo>
                    <a:pt x="4337731" y="458158"/>
                  </a:lnTo>
                  <a:lnTo>
                    <a:pt x="4337849" y="458158"/>
                  </a:lnTo>
                  <a:lnTo>
                    <a:pt x="4337849" y="457727"/>
                  </a:lnTo>
                  <a:lnTo>
                    <a:pt x="4337966" y="457727"/>
                  </a:lnTo>
                  <a:lnTo>
                    <a:pt x="4338084" y="457727"/>
                  </a:lnTo>
                  <a:lnTo>
                    <a:pt x="4338202" y="457727"/>
                  </a:lnTo>
                  <a:lnTo>
                    <a:pt x="4338319" y="457727"/>
                  </a:lnTo>
                  <a:lnTo>
                    <a:pt x="4338437" y="457727"/>
                  </a:lnTo>
                  <a:lnTo>
                    <a:pt x="4338555" y="457727"/>
                  </a:lnTo>
                  <a:lnTo>
                    <a:pt x="4338672" y="457727"/>
                  </a:lnTo>
                  <a:lnTo>
                    <a:pt x="4338672" y="457297"/>
                  </a:lnTo>
                  <a:lnTo>
                    <a:pt x="4338790" y="457297"/>
                  </a:lnTo>
                  <a:lnTo>
                    <a:pt x="4338907" y="457297"/>
                  </a:lnTo>
                  <a:lnTo>
                    <a:pt x="4339025" y="457297"/>
                  </a:lnTo>
                  <a:lnTo>
                    <a:pt x="4339143" y="457297"/>
                  </a:lnTo>
                  <a:lnTo>
                    <a:pt x="4339260" y="457297"/>
                  </a:lnTo>
                  <a:lnTo>
                    <a:pt x="4339378" y="457297"/>
                  </a:lnTo>
                  <a:lnTo>
                    <a:pt x="4339495" y="457297"/>
                  </a:lnTo>
                  <a:lnTo>
                    <a:pt x="4339613" y="457297"/>
                  </a:lnTo>
                  <a:lnTo>
                    <a:pt x="4339731" y="457297"/>
                  </a:lnTo>
                  <a:lnTo>
                    <a:pt x="4339848" y="457297"/>
                  </a:lnTo>
                  <a:lnTo>
                    <a:pt x="4339848" y="456866"/>
                  </a:lnTo>
                  <a:lnTo>
                    <a:pt x="4339966" y="456866"/>
                  </a:lnTo>
                  <a:lnTo>
                    <a:pt x="4340083" y="456866"/>
                  </a:lnTo>
                  <a:lnTo>
                    <a:pt x="4340201" y="456866"/>
                  </a:lnTo>
                  <a:lnTo>
                    <a:pt x="4340319" y="456866"/>
                  </a:lnTo>
                  <a:lnTo>
                    <a:pt x="4340436" y="456866"/>
                  </a:lnTo>
                  <a:lnTo>
                    <a:pt x="4340554" y="456866"/>
                  </a:lnTo>
                  <a:lnTo>
                    <a:pt x="4340554" y="456436"/>
                  </a:lnTo>
                  <a:lnTo>
                    <a:pt x="4340672" y="456436"/>
                  </a:lnTo>
                  <a:lnTo>
                    <a:pt x="4340672" y="456005"/>
                  </a:lnTo>
                  <a:lnTo>
                    <a:pt x="4340789" y="456005"/>
                  </a:lnTo>
                  <a:lnTo>
                    <a:pt x="4340907" y="456005"/>
                  </a:lnTo>
                  <a:lnTo>
                    <a:pt x="4341024" y="456005"/>
                  </a:lnTo>
                  <a:lnTo>
                    <a:pt x="4341142" y="456005"/>
                  </a:lnTo>
                  <a:lnTo>
                    <a:pt x="4341260" y="456005"/>
                  </a:lnTo>
                  <a:lnTo>
                    <a:pt x="4341377" y="456005"/>
                  </a:lnTo>
                  <a:lnTo>
                    <a:pt x="4341377" y="455574"/>
                  </a:lnTo>
                  <a:lnTo>
                    <a:pt x="4341495" y="455574"/>
                  </a:lnTo>
                  <a:lnTo>
                    <a:pt x="4341612" y="455574"/>
                  </a:lnTo>
                  <a:lnTo>
                    <a:pt x="4341730" y="455574"/>
                  </a:lnTo>
                  <a:lnTo>
                    <a:pt x="4341848" y="455574"/>
                  </a:lnTo>
                  <a:lnTo>
                    <a:pt x="4341965" y="455574"/>
                  </a:lnTo>
                  <a:lnTo>
                    <a:pt x="4342083" y="455574"/>
                  </a:lnTo>
                  <a:lnTo>
                    <a:pt x="4342201" y="455574"/>
                  </a:lnTo>
                  <a:lnTo>
                    <a:pt x="4342318" y="455574"/>
                  </a:lnTo>
                  <a:lnTo>
                    <a:pt x="4342436" y="455574"/>
                  </a:lnTo>
                  <a:lnTo>
                    <a:pt x="4342553" y="455574"/>
                  </a:lnTo>
                  <a:lnTo>
                    <a:pt x="4342671" y="455574"/>
                  </a:lnTo>
                  <a:lnTo>
                    <a:pt x="4342789" y="455574"/>
                  </a:lnTo>
                  <a:lnTo>
                    <a:pt x="4342789" y="455144"/>
                  </a:lnTo>
                  <a:lnTo>
                    <a:pt x="4342906" y="455144"/>
                  </a:lnTo>
                  <a:lnTo>
                    <a:pt x="4343024" y="455144"/>
                  </a:lnTo>
                  <a:lnTo>
                    <a:pt x="4343024" y="454713"/>
                  </a:lnTo>
                  <a:lnTo>
                    <a:pt x="4343141" y="454713"/>
                  </a:lnTo>
                  <a:lnTo>
                    <a:pt x="4343259" y="454713"/>
                  </a:lnTo>
                  <a:lnTo>
                    <a:pt x="4343377" y="454713"/>
                  </a:lnTo>
                  <a:lnTo>
                    <a:pt x="4343494" y="454713"/>
                  </a:lnTo>
                  <a:lnTo>
                    <a:pt x="4343612" y="454713"/>
                  </a:lnTo>
                  <a:lnTo>
                    <a:pt x="4343730" y="454713"/>
                  </a:lnTo>
                  <a:lnTo>
                    <a:pt x="4343847" y="454713"/>
                  </a:lnTo>
                  <a:lnTo>
                    <a:pt x="4343965" y="454713"/>
                  </a:lnTo>
                  <a:lnTo>
                    <a:pt x="4344082" y="454713"/>
                  </a:lnTo>
                  <a:lnTo>
                    <a:pt x="4344200" y="454713"/>
                  </a:lnTo>
                  <a:lnTo>
                    <a:pt x="4344318" y="454713"/>
                  </a:lnTo>
                  <a:lnTo>
                    <a:pt x="4344435" y="454713"/>
                  </a:lnTo>
                  <a:lnTo>
                    <a:pt x="4344553" y="454713"/>
                  </a:lnTo>
                  <a:lnTo>
                    <a:pt x="4344670" y="454713"/>
                  </a:lnTo>
                  <a:lnTo>
                    <a:pt x="4344670" y="454283"/>
                  </a:lnTo>
                  <a:lnTo>
                    <a:pt x="4344788" y="454283"/>
                  </a:lnTo>
                  <a:lnTo>
                    <a:pt x="4344906" y="454283"/>
                  </a:lnTo>
                  <a:lnTo>
                    <a:pt x="4345023" y="454283"/>
                  </a:lnTo>
                  <a:lnTo>
                    <a:pt x="4345141" y="454283"/>
                  </a:lnTo>
                  <a:lnTo>
                    <a:pt x="4345259" y="454283"/>
                  </a:lnTo>
                  <a:lnTo>
                    <a:pt x="4345376" y="454283"/>
                  </a:lnTo>
                  <a:lnTo>
                    <a:pt x="4345494" y="454283"/>
                  </a:lnTo>
                  <a:lnTo>
                    <a:pt x="4345611" y="454283"/>
                  </a:lnTo>
                  <a:lnTo>
                    <a:pt x="4345729" y="454283"/>
                  </a:lnTo>
                  <a:lnTo>
                    <a:pt x="4345847" y="454283"/>
                  </a:lnTo>
                  <a:lnTo>
                    <a:pt x="4345964" y="454283"/>
                  </a:lnTo>
                  <a:lnTo>
                    <a:pt x="4346082" y="454283"/>
                  </a:lnTo>
                  <a:lnTo>
                    <a:pt x="4346199" y="454283"/>
                  </a:lnTo>
                  <a:lnTo>
                    <a:pt x="4346199" y="453852"/>
                  </a:lnTo>
                  <a:lnTo>
                    <a:pt x="4346317" y="453852"/>
                  </a:lnTo>
                  <a:lnTo>
                    <a:pt x="4346435" y="453852"/>
                  </a:lnTo>
                  <a:lnTo>
                    <a:pt x="4346552" y="453852"/>
                  </a:lnTo>
                  <a:lnTo>
                    <a:pt x="4346670" y="453852"/>
                  </a:lnTo>
                  <a:lnTo>
                    <a:pt x="4346670" y="453421"/>
                  </a:lnTo>
                  <a:lnTo>
                    <a:pt x="4346788" y="453421"/>
                  </a:lnTo>
                  <a:lnTo>
                    <a:pt x="4346905" y="453421"/>
                  </a:lnTo>
                  <a:lnTo>
                    <a:pt x="4347023" y="453421"/>
                  </a:lnTo>
                  <a:lnTo>
                    <a:pt x="4347140" y="453421"/>
                  </a:lnTo>
                  <a:lnTo>
                    <a:pt x="4347258" y="453421"/>
                  </a:lnTo>
                  <a:lnTo>
                    <a:pt x="4347376" y="453421"/>
                  </a:lnTo>
                  <a:lnTo>
                    <a:pt x="4347493" y="453421"/>
                  </a:lnTo>
                  <a:lnTo>
                    <a:pt x="4347611" y="453421"/>
                  </a:lnTo>
                  <a:lnTo>
                    <a:pt x="4347728" y="453421"/>
                  </a:lnTo>
                  <a:lnTo>
                    <a:pt x="4347846" y="453421"/>
                  </a:lnTo>
                  <a:lnTo>
                    <a:pt x="4347964" y="453421"/>
                  </a:lnTo>
                  <a:lnTo>
                    <a:pt x="4348081" y="453421"/>
                  </a:lnTo>
                  <a:lnTo>
                    <a:pt x="4348081" y="452991"/>
                  </a:lnTo>
                  <a:lnTo>
                    <a:pt x="4348199" y="452991"/>
                  </a:lnTo>
                  <a:lnTo>
                    <a:pt x="4348316" y="452991"/>
                  </a:lnTo>
                  <a:lnTo>
                    <a:pt x="4348434" y="452991"/>
                  </a:lnTo>
                  <a:lnTo>
                    <a:pt x="4348552" y="452991"/>
                  </a:lnTo>
                  <a:lnTo>
                    <a:pt x="4348669" y="452991"/>
                  </a:lnTo>
                  <a:lnTo>
                    <a:pt x="4348787" y="452991"/>
                  </a:lnTo>
                  <a:lnTo>
                    <a:pt x="4348905" y="452991"/>
                  </a:lnTo>
                  <a:lnTo>
                    <a:pt x="4349022" y="452991"/>
                  </a:lnTo>
                  <a:lnTo>
                    <a:pt x="4349022" y="452560"/>
                  </a:lnTo>
                  <a:lnTo>
                    <a:pt x="4349140" y="452560"/>
                  </a:lnTo>
                  <a:lnTo>
                    <a:pt x="4349140" y="452130"/>
                  </a:lnTo>
                  <a:lnTo>
                    <a:pt x="4349140" y="451699"/>
                  </a:lnTo>
                  <a:lnTo>
                    <a:pt x="4349257" y="451699"/>
                  </a:lnTo>
                  <a:lnTo>
                    <a:pt x="4349375" y="451699"/>
                  </a:lnTo>
                  <a:lnTo>
                    <a:pt x="4349493" y="451699"/>
                  </a:lnTo>
                  <a:lnTo>
                    <a:pt x="4349610" y="451699"/>
                  </a:lnTo>
                  <a:lnTo>
                    <a:pt x="4349728" y="451699"/>
                  </a:lnTo>
                  <a:lnTo>
                    <a:pt x="4349728" y="451268"/>
                  </a:lnTo>
                  <a:lnTo>
                    <a:pt x="4349845" y="451268"/>
                  </a:lnTo>
                  <a:lnTo>
                    <a:pt x="4349963" y="451268"/>
                  </a:lnTo>
                  <a:lnTo>
                    <a:pt x="4350081" y="451268"/>
                  </a:lnTo>
                  <a:lnTo>
                    <a:pt x="4350198" y="451268"/>
                  </a:lnTo>
                  <a:lnTo>
                    <a:pt x="4350316" y="451268"/>
                  </a:lnTo>
                  <a:lnTo>
                    <a:pt x="4350434" y="451268"/>
                  </a:lnTo>
                  <a:lnTo>
                    <a:pt x="4350551" y="451268"/>
                  </a:lnTo>
                  <a:lnTo>
                    <a:pt x="4350669" y="451268"/>
                  </a:lnTo>
                  <a:lnTo>
                    <a:pt x="4350786" y="451268"/>
                  </a:lnTo>
                  <a:lnTo>
                    <a:pt x="4350786" y="450838"/>
                  </a:lnTo>
                  <a:lnTo>
                    <a:pt x="4350904" y="450838"/>
                  </a:lnTo>
                  <a:lnTo>
                    <a:pt x="4351022" y="450838"/>
                  </a:lnTo>
                  <a:lnTo>
                    <a:pt x="4351139" y="450838"/>
                  </a:lnTo>
                  <a:lnTo>
                    <a:pt x="4351257" y="450838"/>
                  </a:lnTo>
                  <a:lnTo>
                    <a:pt x="4351374" y="450838"/>
                  </a:lnTo>
                  <a:lnTo>
                    <a:pt x="4351492" y="450838"/>
                  </a:lnTo>
                  <a:lnTo>
                    <a:pt x="4351492" y="450407"/>
                  </a:lnTo>
                  <a:lnTo>
                    <a:pt x="4351610" y="450407"/>
                  </a:lnTo>
                  <a:lnTo>
                    <a:pt x="4351727" y="450407"/>
                  </a:lnTo>
                  <a:lnTo>
                    <a:pt x="4351727" y="449977"/>
                  </a:lnTo>
                  <a:lnTo>
                    <a:pt x="4351845" y="449977"/>
                  </a:lnTo>
                  <a:lnTo>
                    <a:pt x="4351963" y="449977"/>
                  </a:lnTo>
                  <a:lnTo>
                    <a:pt x="4352080" y="449977"/>
                  </a:lnTo>
                  <a:lnTo>
                    <a:pt x="4352198" y="449977"/>
                  </a:lnTo>
                  <a:lnTo>
                    <a:pt x="4352315" y="449977"/>
                  </a:lnTo>
                  <a:lnTo>
                    <a:pt x="4352433" y="449977"/>
                  </a:lnTo>
                  <a:lnTo>
                    <a:pt x="4352551" y="449977"/>
                  </a:lnTo>
                  <a:lnTo>
                    <a:pt x="4352668" y="449977"/>
                  </a:lnTo>
                  <a:lnTo>
                    <a:pt x="4352786" y="449977"/>
                  </a:lnTo>
                  <a:lnTo>
                    <a:pt x="4352903" y="449977"/>
                  </a:lnTo>
                  <a:lnTo>
                    <a:pt x="4353021" y="449977"/>
                  </a:lnTo>
                  <a:lnTo>
                    <a:pt x="4353139" y="449977"/>
                  </a:lnTo>
                  <a:lnTo>
                    <a:pt x="4353256" y="449977"/>
                  </a:lnTo>
                  <a:lnTo>
                    <a:pt x="4353374" y="449977"/>
                  </a:lnTo>
                  <a:lnTo>
                    <a:pt x="4353492" y="449977"/>
                  </a:lnTo>
                  <a:lnTo>
                    <a:pt x="4353609" y="449977"/>
                  </a:lnTo>
                  <a:lnTo>
                    <a:pt x="4353727" y="449977"/>
                  </a:lnTo>
                  <a:lnTo>
                    <a:pt x="4353727" y="449546"/>
                  </a:lnTo>
                  <a:lnTo>
                    <a:pt x="4353844" y="449546"/>
                  </a:lnTo>
                  <a:lnTo>
                    <a:pt x="4353962" y="449546"/>
                  </a:lnTo>
                  <a:lnTo>
                    <a:pt x="4354080" y="449546"/>
                  </a:lnTo>
                  <a:lnTo>
                    <a:pt x="4354080" y="449115"/>
                  </a:lnTo>
                  <a:lnTo>
                    <a:pt x="4354197" y="449115"/>
                  </a:lnTo>
                  <a:lnTo>
                    <a:pt x="4354315" y="449115"/>
                  </a:lnTo>
                  <a:lnTo>
                    <a:pt x="4354432" y="449115"/>
                  </a:lnTo>
                  <a:lnTo>
                    <a:pt x="4354550" y="449115"/>
                  </a:lnTo>
                  <a:lnTo>
                    <a:pt x="4354668" y="449115"/>
                  </a:lnTo>
                  <a:lnTo>
                    <a:pt x="4354785" y="449115"/>
                  </a:lnTo>
                  <a:lnTo>
                    <a:pt x="4354903" y="449115"/>
                  </a:lnTo>
                  <a:lnTo>
                    <a:pt x="4355021" y="449115"/>
                  </a:lnTo>
                  <a:lnTo>
                    <a:pt x="4355138" y="449115"/>
                  </a:lnTo>
                  <a:lnTo>
                    <a:pt x="4355256" y="449115"/>
                  </a:lnTo>
                  <a:lnTo>
                    <a:pt x="4355373" y="449115"/>
                  </a:lnTo>
                  <a:lnTo>
                    <a:pt x="4355491" y="449115"/>
                  </a:lnTo>
                  <a:lnTo>
                    <a:pt x="4355491" y="448685"/>
                  </a:lnTo>
                  <a:lnTo>
                    <a:pt x="4355609" y="448685"/>
                  </a:lnTo>
                  <a:lnTo>
                    <a:pt x="4355609" y="448254"/>
                  </a:lnTo>
                  <a:lnTo>
                    <a:pt x="4355726" y="448254"/>
                  </a:lnTo>
                  <a:lnTo>
                    <a:pt x="4355844" y="448254"/>
                  </a:lnTo>
                  <a:lnTo>
                    <a:pt x="4355961" y="448254"/>
                  </a:lnTo>
                  <a:lnTo>
                    <a:pt x="4356079" y="448254"/>
                  </a:lnTo>
                  <a:lnTo>
                    <a:pt x="4356079" y="447824"/>
                  </a:lnTo>
                  <a:lnTo>
                    <a:pt x="4356197" y="447824"/>
                  </a:lnTo>
                  <a:lnTo>
                    <a:pt x="4356314" y="447824"/>
                  </a:lnTo>
                  <a:lnTo>
                    <a:pt x="4356432" y="447824"/>
                  </a:lnTo>
                  <a:lnTo>
                    <a:pt x="4356549" y="447824"/>
                  </a:lnTo>
                  <a:lnTo>
                    <a:pt x="4356667" y="447824"/>
                  </a:lnTo>
                  <a:lnTo>
                    <a:pt x="4356785" y="447824"/>
                  </a:lnTo>
                  <a:lnTo>
                    <a:pt x="4356902" y="447824"/>
                  </a:lnTo>
                  <a:lnTo>
                    <a:pt x="4357020" y="447824"/>
                  </a:lnTo>
                  <a:lnTo>
                    <a:pt x="4357020" y="447393"/>
                  </a:lnTo>
                  <a:lnTo>
                    <a:pt x="4357138" y="447393"/>
                  </a:lnTo>
                  <a:lnTo>
                    <a:pt x="4357255" y="447393"/>
                  </a:lnTo>
                  <a:lnTo>
                    <a:pt x="4357373" y="447393"/>
                  </a:lnTo>
                  <a:lnTo>
                    <a:pt x="4357490" y="447393"/>
                  </a:lnTo>
                  <a:lnTo>
                    <a:pt x="4357608" y="447393"/>
                  </a:lnTo>
                  <a:lnTo>
                    <a:pt x="4357726" y="447393"/>
                  </a:lnTo>
                  <a:lnTo>
                    <a:pt x="4357843" y="447393"/>
                  </a:lnTo>
                  <a:lnTo>
                    <a:pt x="4357843" y="446962"/>
                  </a:lnTo>
                  <a:lnTo>
                    <a:pt x="4357961" y="446962"/>
                  </a:lnTo>
                  <a:lnTo>
                    <a:pt x="4358078" y="446962"/>
                  </a:lnTo>
                  <a:lnTo>
                    <a:pt x="4358196" y="446962"/>
                  </a:lnTo>
                  <a:lnTo>
                    <a:pt x="4358314" y="446962"/>
                  </a:lnTo>
                  <a:lnTo>
                    <a:pt x="4358431" y="446962"/>
                  </a:lnTo>
                  <a:lnTo>
                    <a:pt x="4358549" y="446962"/>
                  </a:lnTo>
                  <a:lnTo>
                    <a:pt x="4358667" y="446962"/>
                  </a:lnTo>
                  <a:lnTo>
                    <a:pt x="4358784" y="446962"/>
                  </a:lnTo>
                  <a:lnTo>
                    <a:pt x="4358902" y="446962"/>
                  </a:lnTo>
                  <a:lnTo>
                    <a:pt x="4359019" y="446962"/>
                  </a:lnTo>
                  <a:lnTo>
                    <a:pt x="4359019" y="446532"/>
                  </a:lnTo>
                  <a:lnTo>
                    <a:pt x="4359137" y="446532"/>
                  </a:lnTo>
                  <a:lnTo>
                    <a:pt x="4359255" y="446532"/>
                  </a:lnTo>
                  <a:lnTo>
                    <a:pt x="4359372" y="446532"/>
                  </a:lnTo>
                  <a:lnTo>
                    <a:pt x="4359490" y="446532"/>
                  </a:lnTo>
                  <a:lnTo>
                    <a:pt x="4359607" y="446532"/>
                  </a:lnTo>
                  <a:lnTo>
                    <a:pt x="4359725" y="446532"/>
                  </a:lnTo>
                  <a:lnTo>
                    <a:pt x="4359843" y="446532"/>
                  </a:lnTo>
                  <a:lnTo>
                    <a:pt x="4359960" y="446532"/>
                  </a:lnTo>
                  <a:lnTo>
                    <a:pt x="4360078" y="446532"/>
                  </a:lnTo>
                  <a:lnTo>
                    <a:pt x="4360078" y="446101"/>
                  </a:lnTo>
                  <a:lnTo>
                    <a:pt x="4360196" y="446101"/>
                  </a:lnTo>
                  <a:lnTo>
                    <a:pt x="4360313" y="446101"/>
                  </a:lnTo>
                  <a:lnTo>
                    <a:pt x="4360313" y="445671"/>
                  </a:lnTo>
                  <a:lnTo>
                    <a:pt x="4360431" y="445671"/>
                  </a:lnTo>
                  <a:lnTo>
                    <a:pt x="4360431" y="445240"/>
                  </a:lnTo>
                  <a:lnTo>
                    <a:pt x="4360548" y="445240"/>
                  </a:lnTo>
                  <a:lnTo>
                    <a:pt x="4360666" y="445240"/>
                  </a:lnTo>
                  <a:lnTo>
                    <a:pt x="4360666" y="444809"/>
                  </a:lnTo>
                  <a:lnTo>
                    <a:pt x="4360784" y="444809"/>
                  </a:lnTo>
                  <a:lnTo>
                    <a:pt x="4360901" y="444809"/>
                  </a:lnTo>
                  <a:lnTo>
                    <a:pt x="4361019" y="444809"/>
                  </a:lnTo>
                  <a:lnTo>
                    <a:pt x="4361019" y="444379"/>
                  </a:lnTo>
                  <a:lnTo>
                    <a:pt x="4361136" y="444379"/>
                  </a:lnTo>
                  <a:lnTo>
                    <a:pt x="4361254" y="444379"/>
                  </a:lnTo>
                  <a:lnTo>
                    <a:pt x="4361254" y="443948"/>
                  </a:lnTo>
                  <a:lnTo>
                    <a:pt x="4361372" y="443948"/>
                  </a:lnTo>
                  <a:lnTo>
                    <a:pt x="4361489" y="443948"/>
                  </a:lnTo>
                  <a:lnTo>
                    <a:pt x="4361607" y="443948"/>
                  </a:lnTo>
                  <a:lnTo>
                    <a:pt x="4361725" y="443948"/>
                  </a:lnTo>
                  <a:lnTo>
                    <a:pt x="4361842" y="443948"/>
                  </a:lnTo>
                  <a:lnTo>
                    <a:pt x="4361960" y="443948"/>
                  </a:lnTo>
                  <a:lnTo>
                    <a:pt x="4362077" y="443948"/>
                  </a:lnTo>
                  <a:lnTo>
                    <a:pt x="4362195" y="443948"/>
                  </a:lnTo>
                  <a:lnTo>
                    <a:pt x="4362313" y="443948"/>
                  </a:lnTo>
                  <a:lnTo>
                    <a:pt x="4362430" y="443948"/>
                  </a:lnTo>
                  <a:lnTo>
                    <a:pt x="4362548" y="443948"/>
                  </a:lnTo>
                  <a:lnTo>
                    <a:pt x="4362665" y="443948"/>
                  </a:lnTo>
                  <a:lnTo>
                    <a:pt x="4362783" y="443948"/>
                  </a:lnTo>
                  <a:lnTo>
                    <a:pt x="4362901" y="443948"/>
                  </a:lnTo>
                  <a:lnTo>
                    <a:pt x="4362901" y="443518"/>
                  </a:lnTo>
                  <a:lnTo>
                    <a:pt x="4363018" y="443518"/>
                  </a:lnTo>
                  <a:lnTo>
                    <a:pt x="4363018" y="443087"/>
                  </a:lnTo>
                  <a:lnTo>
                    <a:pt x="4363136" y="443087"/>
                  </a:lnTo>
                  <a:lnTo>
                    <a:pt x="4363253" y="443087"/>
                  </a:lnTo>
                  <a:lnTo>
                    <a:pt x="4363371" y="443087"/>
                  </a:lnTo>
                  <a:lnTo>
                    <a:pt x="4363489" y="443087"/>
                  </a:lnTo>
                  <a:lnTo>
                    <a:pt x="4363606" y="443087"/>
                  </a:lnTo>
                  <a:lnTo>
                    <a:pt x="4363724" y="443087"/>
                  </a:lnTo>
                  <a:lnTo>
                    <a:pt x="4363842" y="443087"/>
                  </a:lnTo>
                  <a:lnTo>
                    <a:pt x="4363959" y="443087"/>
                  </a:lnTo>
                  <a:lnTo>
                    <a:pt x="4364077" y="443087"/>
                  </a:lnTo>
                  <a:lnTo>
                    <a:pt x="4364194" y="443087"/>
                  </a:lnTo>
                  <a:lnTo>
                    <a:pt x="4364312" y="443087"/>
                  </a:lnTo>
                  <a:lnTo>
                    <a:pt x="4364430" y="443087"/>
                  </a:lnTo>
                  <a:lnTo>
                    <a:pt x="4364547" y="443087"/>
                  </a:lnTo>
                  <a:lnTo>
                    <a:pt x="4364665" y="443087"/>
                  </a:lnTo>
                  <a:lnTo>
                    <a:pt x="4364782" y="443087"/>
                  </a:lnTo>
                  <a:lnTo>
                    <a:pt x="4364900" y="443087"/>
                  </a:lnTo>
                  <a:lnTo>
                    <a:pt x="4365018" y="443087"/>
                  </a:lnTo>
                  <a:lnTo>
                    <a:pt x="4365135" y="443087"/>
                  </a:lnTo>
                  <a:lnTo>
                    <a:pt x="4365253" y="443087"/>
                  </a:lnTo>
                  <a:lnTo>
                    <a:pt x="4365371" y="443087"/>
                  </a:lnTo>
                  <a:lnTo>
                    <a:pt x="4365488" y="443087"/>
                  </a:lnTo>
                  <a:lnTo>
                    <a:pt x="4365488" y="442656"/>
                  </a:lnTo>
                  <a:lnTo>
                    <a:pt x="4365606" y="442656"/>
                  </a:lnTo>
                  <a:lnTo>
                    <a:pt x="4365723" y="442656"/>
                  </a:lnTo>
                  <a:lnTo>
                    <a:pt x="4365841" y="442656"/>
                  </a:lnTo>
                  <a:lnTo>
                    <a:pt x="4365959" y="442656"/>
                  </a:lnTo>
                  <a:lnTo>
                    <a:pt x="4366076" y="442656"/>
                  </a:lnTo>
                  <a:lnTo>
                    <a:pt x="4366194" y="442656"/>
                  </a:lnTo>
                  <a:lnTo>
                    <a:pt x="4366311" y="442656"/>
                  </a:lnTo>
                  <a:lnTo>
                    <a:pt x="4366429" y="442656"/>
                  </a:lnTo>
                  <a:lnTo>
                    <a:pt x="4366547" y="442656"/>
                  </a:lnTo>
                  <a:lnTo>
                    <a:pt x="4366664" y="442656"/>
                  </a:lnTo>
                  <a:lnTo>
                    <a:pt x="4366782" y="442656"/>
                  </a:lnTo>
                  <a:lnTo>
                    <a:pt x="4366900" y="442656"/>
                  </a:lnTo>
                  <a:lnTo>
                    <a:pt x="4367017" y="442656"/>
                  </a:lnTo>
                  <a:lnTo>
                    <a:pt x="4367135" y="442656"/>
                  </a:lnTo>
                  <a:lnTo>
                    <a:pt x="4367252" y="442656"/>
                  </a:lnTo>
                  <a:lnTo>
                    <a:pt x="4367370" y="442656"/>
                  </a:lnTo>
                  <a:lnTo>
                    <a:pt x="4367488" y="442656"/>
                  </a:lnTo>
                  <a:lnTo>
                    <a:pt x="4367605" y="442656"/>
                  </a:lnTo>
                  <a:lnTo>
                    <a:pt x="4367723" y="442656"/>
                  </a:lnTo>
                  <a:lnTo>
                    <a:pt x="4367840" y="442656"/>
                  </a:lnTo>
                  <a:lnTo>
                    <a:pt x="4367958" y="442656"/>
                  </a:lnTo>
                  <a:lnTo>
                    <a:pt x="4368076" y="442656"/>
                  </a:lnTo>
                  <a:lnTo>
                    <a:pt x="4368193" y="442656"/>
                  </a:lnTo>
                  <a:lnTo>
                    <a:pt x="4368311" y="442656"/>
                  </a:lnTo>
                  <a:lnTo>
                    <a:pt x="4368429" y="442656"/>
                  </a:lnTo>
                  <a:lnTo>
                    <a:pt x="4368546" y="442656"/>
                  </a:lnTo>
                  <a:lnTo>
                    <a:pt x="4368664" y="442656"/>
                  </a:lnTo>
                  <a:lnTo>
                    <a:pt x="4368781" y="442656"/>
                  </a:lnTo>
                  <a:lnTo>
                    <a:pt x="4368899" y="442656"/>
                  </a:lnTo>
                  <a:lnTo>
                    <a:pt x="4369017" y="442656"/>
                  </a:lnTo>
                  <a:lnTo>
                    <a:pt x="4369134" y="442656"/>
                  </a:lnTo>
                  <a:lnTo>
                    <a:pt x="4369134" y="442226"/>
                  </a:lnTo>
                  <a:lnTo>
                    <a:pt x="4369252" y="442226"/>
                  </a:lnTo>
                  <a:lnTo>
                    <a:pt x="4369369" y="442226"/>
                  </a:lnTo>
                  <a:lnTo>
                    <a:pt x="4369487" y="442226"/>
                  </a:lnTo>
                  <a:lnTo>
                    <a:pt x="4369487" y="441795"/>
                  </a:lnTo>
                  <a:lnTo>
                    <a:pt x="4369605" y="441795"/>
                  </a:lnTo>
                  <a:lnTo>
                    <a:pt x="4369722" y="441795"/>
                  </a:lnTo>
                  <a:lnTo>
                    <a:pt x="4369840" y="441795"/>
                  </a:lnTo>
                  <a:lnTo>
                    <a:pt x="4369958" y="441795"/>
                  </a:lnTo>
                  <a:lnTo>
                    <a:pt x="4369958" y="441365"/>
                  </a:lnTo>
                  <a:lnTo>
                    <a:pt x="4369958" y="440934"/>
                  </a:lnTo>
                  <a:lnTo>
                    <a:pt x="4370075" y="440934"/>
                  </a:lnTo>
                  <a:lnTo>
                    <a:pt x="4370193" y="440934"/>
                  </a:lnTo>
                  <a:lnTo>
                    <a:pt x="4370193" y="440503"/>
                  </a:lnTo>
                  <a:lnTo>
                    <a:pt x="4370310" y="440503"/>
                  </a:lnTo>
                  <a:lnTo>
                    <a:pt x="4370428" y="440503"/>
                  </a:lnTo>
                  <a:lnTo>
                    <a:pt x="4370546" y="440503"/>
                  </a:lnTo>
                  <a:lnTo>
                    <a:pt x="4370663" y="440503"/>
                  </a:lnTo>
                  <a:lnTo>
                    <a:pt x="4370781" y="440503"/>
                  </a:lnTo>
                  <a:lnTo>
                    <a:pt x="4370898" y="440503"/>
                  </a:lnTo>
                  <a:lnTo>
                    <a:pt x="4371016" y="440503"/>
                  </a:lnTo>
                  <a:lnTo>
                    <a:pt x="4371134" y="440503"/>
                  </a:lnTo>
                  <a:lnTo>
                    <a:pt x="4371251" y="440503"/>
                  </a:lnTo>
                  <a:lnTo>
                    <a:pt x="4371369" y="440503"/>
                  </a:lnTo>
                  <a:lnTo>
                    <a:pt x="4371486" y="440503"/>
                  </a:lnTo>
                  <a:lnTo>
                    <a:pt x="4371604" y="440503"/>
                  </a:lnTo>
                  <a:lnTo>
                    <a:pt x="4371722" y="440503"/>
                  </a:lnTo>
                  <a:lnTo>
                    <a:pt x="4371839" y="440503"/>
                  </a:lnTo>
                  <a:lnTo>
                    <a:pt x="4371957" y="440503"/>
                  </a:lnTo>
                  <a:lnTo>
                    <a:pt x="4372075" y="440503"/>
                  </a:lnTo>
                  <a:lnTo>
                    <a:pt x="4372192" y="440503"/>
                  </a:lnTo>
                  <a:lnTo>
                    <a:pt x="4372310" y="440503"/>
                  </a:lnTo>
                  <a:lnTo>
                    <a:pt x="4372427" y="440503"/>
                  </a:lnTo>
                  <a:lnTo>
                    <a:pt x="4372545" y="440503"/>
                  </a:lnTo>
                  <a:lnTo>
                    <a:pt x="4372545" y="440073"/>
                  </a:lnTo>
                  <a:lnTo>
                    <a:pt x="4372663" y="440073"/>
                  </a:lnTo>
                  <a:lnTo>
                    <a:pt x="4372780" y="440073"/>
                  </a:lnTo>
                  <a:lnTo>
                    <a:pt x="4372780" y="439642"/>
                  </a:lnTo>
                  <a:lnTo>
                    <a:pt x="4372898" y="439642"/>
                  </a:lnTo>
                  <a:lnTo>
                    <a:pt x="4373015" y="439642"/>
                  </a:lnTo>
                  <a:lnTo>
                    <a:pt x="4373015" y="439212"/>
                  </a:lnTo>
                  <a:lnTo>
                    <a:pt x="4373133" y="439212"/>
                  </a:lnTo>
                  <a:lnTo>
                    <a:pt x="4373133" y="438781"/>
                  </a:lnTo>
                  <a:lnTo>
                    <a:pt x="4373251" y="438781"/>
                  </a:lnTo>
                  <a:lnTo>
                    <a:pt x="4373368" y="438781"/>
                  </a:lnTo>
                  <a:lnTo>
                    <a:pt x="4373368" y="438350"/>
                  </a:lnTo>
                  <a:lnTo>
                    <a:pt x="4373486" y="438350"/>
                  </a:lnTo>
                  <a:lnTo>
                    <a:pt x="4373604" y="438350"/>
                  </a:lnTo>
                  <a:lnTo>
                    <a:pt x="4373721" y="438350"/>
                  </a:lnTo>
                  <a:lnTo>
                    <a:pt x="4373839" y="438350"/>
                  </a:lnTo>
                  <a:lnTo>
                    <a:pt x="4373956" y="438350"/>
                  </a:lnTo>
                  <a:lnTo>
                    <a:pt x="4374074" y="438350"/>
                  </a:lnTo>
                  <a:lnTo>
                    <a:pt x="4374192" y="438350"/>
                  </a:lnTo>
                  <a:lnTo>
                    <a:pt x="4374309" y="438350"/>
                  </a:lnTo>
                  <a:lnTo>
                    <a:pt x="4374427" y="438350"/>
                  </a:lnTo>
                  <a:lnTo>
                    <a:pt x="4374544" y="438350"/>
                  </a:lnTo>
                  <a:lnTo>
                    <a:pt x="4374662" y="438350"/>
                  </a:lnTo>
                  <a:lnTo>
                    <a:pt x="4374780" y="438350"/>
                  </a:lnTo>
                  <a:lnTo>
                    <a:pt x="4374897" y="438350"/>
                  </a:lnTo>
                  <a:lnTo>
                    <a:pt x="4375015" y="438350"/>
                  </a:lnTo>
                  <a:lnTo>
                    <a:pt x="4375133" y="438350"/>
                  </a:lnTo>
                  <a:lnTo>
                    <a:pt x="4375250" y="438350"/>
                  </a:lnTo>
                  <a:lnTo>
                    <a:pt x="4375368" y="438350"/>
                  </a:lnTo>
                  <a:lnTo>
                    <a:pt x="4375485" y="438350"/>
                  </a:lnTo>
                  <a:lnTo>
                    <a:pt x="4375603" y="438350"/>
                  </a:lnTo>
                  <a:lnTo>
                    <a:pt x="4375721" y="438350"/>
                  </a:lnTo>
                  <a:lnTo>
                    <a:pt x="4375838" y="438350"/>
                  </a:lnTo>
                  <a:lnTo>
                    <a:pt x="4375956" y="438350"/>
                  </a:lnTo>
                  <a:lnTo>
                    <a:pt x="4376073" y="438350"/>
                  </a:lnTo>
                  <a:lnTo>
                    <a:pt x="4376191" y="438350"/>
                  </a:lnTo>
                  <a:lnTo>
                    <a:pt x="4376309" y="438350"/>
                  </a:lnTo>
                  <a:lnTo>
                    <a:pt x="4376426" y="438350"/>
                  </a:lnTo>
                  <a:lnTo>
                    <a:pt x="4376544" y="438350"/>
                  </a:lnTo>
                  <a:lnTo>
                    <a:pt x="4376662" y="438350"/>
                  </a:lnTo>
                  <a:lnTo>
                    <a:pt x="4376779" y="438350"/>
                  </a:lnTo>
                  <a:lnTo>
                    <a:pt x="4376897" y="438350"/>
                  </a:lnTo>
                  <a:lnTo>
                    <a:pt x="4377014" y="438350"/>
                  </a:lnTo>
                  <a:lnTo>
                    <a:pt x="4377132" y="438350"/>
                  </a:lnTo>
                  <a:lnTo>
                    <a:pt x="4377250" y="438350"/>
                  </a:lnTo>
                  <a:lnTo>
                    <a:pt x="4377367" y="438350"/>
                  </a:lnTo>
                  <a:lnTo>
                    <a:pt x="4377485" y="438350"/>
                  </a:lnTo>
                  <a:lnTo>
                    <a:pt x="4377602" y="438350"/>
                  </a:lnTo>
                  <a:lnTo>
                    <a:pt x="4377602" y="437920"/>
                  </a:lnTo>
                  <a:lnTo>
                    <a:pt x="4377720" y="437920"/>
                  </a:lnTo>
                  <a:lnTo>
                    <a:pt x="4377838" y="437920"/>
                  </a:lnTo>
                  <a:lnTo>
                    <a:pt x="4377838" y="437489"/>
                  </a:lnTo>
                  <a:lnTo>
                    <a:pt x="4377955" y="437489"/>
                  </a:lnTo>
                  <a:lnTo>
                    <a:pt x="4378073" y="437489"/>
                  </a:lnTo>
                  <a:lnTo>
                    <a:pt x="4378191" y="437489"/>
                  </a:lnTo>
                  <a:lnTo>
                    <a:pt x="4378308" y="437489"/>
                  </a:lnTo>
                  <a:lnTo>
                    <a:pt x="4378426" y="437489"/>
                  </a:lnTo>
                  <a:lnTo>
                    <a:pt x="4378543" y="437489"/>
                  </a:lnTo>
                  <a:lnTo>
                    <a:pt x="4378661" y="437489"/>
                  </a:lnTo>
                  <a:lnTo>
                    <a:pt x="4378779" y="437489"/>
                  </a:lnTo>
                  <a:lnTo>
                    <a:pt x="4378896" y="437489"/>
                  </a:lnTo>
                  <a:lnTo>
                    <a:pt x="4379014" y="437489"/>
                  </a:lnTo>
                  <a:lnTo>
                    <a:pt x="4379131" y="437489"/>
                  </a:lnTo>
                  <a:lnTo>
                    <a:pt x="4379249" y="437489"/>
                  </a:lnTo>
                  <a:lnTo>
                    <a:pt x="4379367" y="437489"/>
                  </a:lnTo>
                  <a:lnTo>
                    <a:pt x="4379367" y="437059"/>
                  </a:lnTo>
                  <a:lnTo>
                    <a:pt x="4379484" y="437059"/>
                  </a:lnTo>
                  <a:lnTo>
                    <a:pt x="4379484" y="436628"/>
                  </a:lnTo>
                  <a:lnTo>
                    <a:pt x="4379602" y="436628"/>
                  </a:lnTo>
                  <a:lnTo>
                    <a:pt x="4379719" y="436628"/>
                  </a:lnTo>
                  <a:lnTo>
                    <a:pt x="4379837" y="436628"/>
                  </a:lnTo>
                  <a:lnTo>
                    <a:pt x="4379955" y="436628"/>
                  </a:lnTo>
                  <a:lnTo>
                    <a:pt x="4380072" y="436628"/>
                  </a:lnTo>
                  <a:lnTo>
                    <a:pt x="4380190" y="436628"/>
                  </a:lnTo>
                  <a:lnTo>
                    <a:pt x="4380308" y="436628"/>
                  </a:lnTo>
                  <a:lnTo>
                    <a:pt x="4380425" y="436628"/>
                  </a:lnTo>
                  <a:lnTo>
                    <a:pt x="4380543" y="436628"/>
                  </a:lnTo>
                  <a:lnTo>
                    <a:pt x="4380543" y="436197"/>
                  </a:lnTo>
                  <a:lnTo>
                    <a:pt x="4380660" y="436197"/>
                  </a:lnTo>
                  <a:lnTo>
                    <a:pt x="4380778" y="436197"/>
                  </a:lnTo>
                  <a:lnTo>
                    <a:pt x="4380896" y="436197"/>
                  </a:lnTo>
                  <a:lnTo>
                    <a:pt x="4381013" y="436197"/>
                  </a:lnTo>
                  <a:lnTo>
                    <a:pt x="4381131" y="436197"/>
                  </a:lnTo>
                  <a:lnTo>
                    <a:pt x="4381248" y="436197"/>
                  </a:lnTo>
                  <a:lnTo>
                    <a:pt x="4381248" y="435767"/>
                  </a:lnTo>
                  <a:lnTo>
                    <a:pt x="4381366" y="435767"/>
                  </a:lnTo>
                  <a:lnTo>
                    <a:pt x="4381484" y="435767"/>
                  </a:lnTo>
                  <a:lnTo>
                    <a:pt x="4381601" y="435767"/>
                  </a:lnTo>
                  <a:lnTo>
                    <a:pt x="4381719" y="435767"/>
                  </a:lnTo>
                  <a:lnTo>
                    <a:pt x="4381837" y="435767"/>
                  </a:lnTo>
                  <a:lnTo>
                    <a:pt x="4381954" y="435767"/>
                  </a:lnTo>
                  <a:lnTo>
                    <a:pt x="4382072" y="435767"/>
                  </a:lnTo>
                  <a:lnTo>
                    <a:pt x="4382189" y="435767"/>
                  </a:lnTo>
                  <a:lnTo>
                    <a:pt x="4382307" y="435767"/>
                  </a:lnTo>
                  <a:lnTo>
                    <a:pt x="4382425" y="435767"/>
                  </a:lnTo>
                  <a:lnTo>
                    <a:pt x="4382542" y="435767"/>
                  </a:lnTo>
                  <a:lnTo>
                    <a:pt x="4382660" y="435767"/>
                  </a:lnTo>
                  <a:lnTo>
                    <a:pt x="4382777" y="435767"/>
                  </a:lnTo>
                  <a:lnTo>
                    <a:pt x="4382777" y="435336"/>
                  </a:lnTo>
                  <a:lnTo>
                    <a:pt x="4382895" y="435336"/>
                  </a:lnTo>
                  <a:lnTo>
                    <a:pt x="4383013" y="435336"/>
                  </a:lnTo>
                  <a:lnTo>
                    <a:pt x="4383130" y="435336"/>
                  </a:lnTo>
                  <a:lnTo>
                    <a:pt x="4383130" y="434906"/>
                  </a:lnTo>
                  <a:lnTo>
                    <a:pt x="4383130" y="434475"/>
                  </a:lnTo>
                  <a:lnTo>
                    <a:pt x="4383248" y="434475"/>
                  </a:lnTo>
                  <a:lnTo>
                    <a:pt x="4383248" y="434044"/>
                  </a:lnTo>
                  <a:lnTo>
                    <a:pt x="4383366" y="434044"/>
                  </a:lnTo>
                  <a:lnTo>
                    <a:pt x="4383483" y="434044"/>
                  </a:lnTo>
                  <a:lnTo>
                    <a:pt x="4383601" y="434044"/>
                  </a:lnTo>
                  <a:lnTo>
                    <a:pt x="4383718" y="434044"/>
                  </a:lnTo>
                  <a:lnTo>
                    <a:pt x="4383836" y="434044"/>
                  </a:lnTo>
                  <a:lnTo>
                    <a:pt x="4383954" y="434044"/>
                  </a:lnTo>
                  <a:lnTo>
                    <a:pt x="4383954" y="433614"/>
                  </a:lnTo>
                  <a:lnTo>
                    <a:pt x="4384071" y="433614"/>
                  </a:lnTo>
                  <a:lnTo>
                    <a:pt x="4384189" y="433614"/>
                  </a:lnTo>
                  <a:lnTo>
                    <a:pt x="4384306" y="433614"/>
                  </a:lnTo>
                  <a:lnTo>
                    <a:pt x="4384424" y="433614"/>
                  </a:lnTo>
                  <a:lnTo>
                    <a:pt x="4384542" y="433614"/>
                  </a:lnTo>
                  <a:lnTo>
                    <a:pt x="4384542" y="433183"/>
                  </a:lnTo>
                  <a:lnTo>
                    <a:pt x="4384659" y="433183"/>
                  </a:lnTo>
                  <a:lnTo>
                    <a:pt x="4384777" y="433183"/>
                  </a:lnTo>
                  <a:lnTo>
                    <a:pt x="4384895" y="433183"/>
                  </a:lnTo>
                  <a:lnTo>
                    <a:pt x="4385012" y="433183"/>
                  </a:lnTo>
                  <a:lnTo>
                    <a:pt x="4385130" y="433183"/>
                  </a:lnTo>
                  <a:lnTo>
                    <a:pt x="4385247" y="433183"/>
                  </a:lnTo>
                  <a:lnTo>
                    <a:pt x="4385365" y="433183"/>
                  </a:lnTo>
                  <a:lnTo>
                    <a:pt x="4385365" y="432753"/>
                  </a:lnTo>
                  <a:lnTo>
                    <a:pt x="4385483" y="432753"/>
                  </a:lnTo>
                  <a:lnTo>
                    <a:pt x="4385600" y="432753"/>
                  </a:lnTo>
                  <a:lnTo>
                    <a:pt x="4385600" y="432322"/>
                  </a:lnTo>
                  <a:lnTo>
                    <a:pt x="4385718" y="432322"/>
                  </a:lnTo>
                  <a:lnTo>
                    <a:pt x="4385835" y="432322"/>
                  </a:lnTo>
                  <a:lnTo>
                    <a:pt x="4385953" y="432322"/>
                  </a:lnTo>
                  <a:lnTo>
                    <a:pt x="4386071" y="432322"/>
                  </a:lnTo>
                  <a:lnTo>
                    <a:pt x="4386188" y="432322"/>
                  </a:lnTo>
                  <a:lnTo>
                    <a:pt x="4386306" y="432322"/>
                  </a:lnTo>
                  <a:lnTo>
                    <a:pt x="4386424" y="432322"/>
                  </a:lnTo>
                  <a:lnTo>
                    <a:pt x="4386541" y="432322"/>
                  </a:lnTo>
                  <a:lnTo>
                    <a:pt x="4386659" y="432322"/>
                  </a:lnTo>
                  <a:lnTo>
                    <a:pt x="4386776" y="432322"/>
                  </a:lnTo>
                  <a:lnTo>
                    <a:pt x="4386776" y="431891"/>
                  </a:lnTo>
                  <a:lnTo>
                    <a:pt x="4386894" y="431891"/>
                  </a:lnTo>
                  <a:lnTo>
                    <a:pt x="4387012" y="431891"/>
                  </a:lnTo>
                  <a:lnTo>
                    <a:pt x="4387129" y="431891"/>
                  </a:lnTo>
                  <a:lnTo>
                    <a:pt x="4387247" y="431891"/>
                  </a:lnTo>
                  <a:lnTo>
                    <a:pt x="4387364" y="431891"/>
                  </a:lnTo>
                  <a:lnTo>
                    <a:pt x="4387482" y="431891"/>
                  </a:lnTo>
                  <a:lnTo>
                    <a:pt x="4387600" y="431891"/>
                  </a:lnTo>
                  <a:lnTo>
                    <a:pt x="4387717" y="431891"/>
                  </a:lnTo>
                  <a:lnTo>
                    <a:pt x="4387835" y="431891"/>
                  </a:lnTo>
                  <a:lnTo>
                    <a:pt x="4387952" y="431891"/>
                  </a:lnTo>
                  <a:lnTo>
                    <a:pt x="4388070" y="431891"/>
                  </a:lnTo>
                  <a:lnTo>
                    <a:pt x="4388188" y="431891"/>
                  </a:lnTo>
                  <a:lnTo>
                    <a:pt x="4388305" y="431891"/>
                  </a:lnTo>
                  <a:lnTo>
                    <a:pt x="4388423" y="431891"/>
                  </a:lnTo>
                  <a:lnTo>
                    <a:pt x="4388541" y="431891"/>
                  </a:lnTo>
                  <a:lnTo>
                    <a:pt x="4388658" y="431891"/>
                  </a:lnTo>
                  <a:lnTo>
                    <a:pt x="4388658" y="431461"/>
                  </a:lnTo>
                  <a:lnTo>
                    <a:pt x="4388776" y="431461"/>
                  </a:lnTo>
                  <a:lnTo>
                    <a:pt x="4388893" y="431461"/>
                  </a:lnTo>
                  <a:lnTo>
                    <a:pt x="4389011" y="431461"/>
                  </a:lnTo>
                  <a:lnTo>
                    <a:pt x="4389129" y="431461"/>
                  </a:lnTo>
                  <a:lnTo>
                    <a:pt x="4389246" y="431461"/>
                  </a:lnTo>
                  <a:lnTo>
                    <a:pt x="4389364" y="431461"/>
                  </a:lnTo>
                  <a:lnTo>
                    <a:pt x="4389481" y="431461"/>
                  </a:lnTo>
                  <a:lnTo>
                    <a:pt x="4389599" y="431461"/>
                  </a:lnTo>
                  <a:lnTo>
                    <a:pt x="4389717" y="431461"/>
                  </a:lnTo>
                  <a:lnTo>
                    <a:pt x="4389834" y="431461"/>
                  </a:lnTo>
                  <a:lnTo>
                    <a:pt x="4389834" y="431030"/>
                  </a:lnTo>
                  <a:lnTo>
                    <a:pt x="4389952" y="431030"/>
                  </a:lnTo>
                  <a:lnTo>
                    <a:pt x="4390070" y="431030"/>
                  </a:lnTo>
                  <a:lnTo>
                    <a:pt x="4390187" y="431030"/>
                  </a:lnTo>
                  <a:lnTo>
                    <a:pt x="4390305" y="431030"/>
                  </a:lnTo>
                  <a:lnTo>
                    <a:pt x="4390422" y="431030"/>
                  </a:lnTo>
                  <a:lnTo>
                    <a:pt x="4390540" y="431030"/>
                  </a:lnTo>
                  <a:lnTo>
                    <a:pt x="4390658" y="431030"/>
                  </a:lnTo>
                  <a:lnTo>
                    <a:pt x="4390775" y="431030"/>
                  </a:lnTo>
                  <a:lnTo>
                    <a:pt x="4390893" y="431030"/>
                  </a:lnTo>
                  <a:lnTo>
                    <a:pt x="4391010" y="431030"/>
                  </a:lnTo>
                  <a:lnTo>
                    <a:pt x="4391128" y="431030"/>
                  </a:lnTo>
                  <a:lnTo>
                    <a:pt x="4391246" y="431030"/>
                  </a:lnTo>
                  <a:lnTo>
                    <a:pt x="4391363" y="431030"/>
                  </a:lnTo>
                  <a:lnTo>
                    <a:pt x="4391481" y="431030"/>
                  </a:lnTo>
                  <a:lnTo>
                    <a:pt x="4391599" y="431030"/>
                  </a:lnTo>
                  <a:lnTo>
                    <a:pt x="4391716" y="431030"/>
                  </a:lnTo>
                  <a:lnTo>
                    <a:pt x="4391834" y="431030"/>
                  </a:lnTo>
                  <a:lnTo>
                    <a:pt x="4391951" y="431030"/>
                  </a:lnTo>
                  <a:lnTo>
                    <a:pt x="4392069" y="431030"/>
                  </a:lnTo>
                  <a:lnTo>
                    <a:pt x="4392187" y="431030"/>
                  </a:lnTo>
                  <a:lnTo>
                    <a:pt x="4392304" y="431030"/>
                  </a:lnTo>
                  <a:lnTo>
                    <a:pt x="4392422" y="431030"/>
                  </a:lnTo>
                  <a:lnTo>
                    <a:pt x="4392539" y="431030"/>
                  </a:lnTo>
                  <a:lnTo>
                    <a:pt x="4392657" y="431030"/>
                  </a:lnTo>
                  <a:lnTo>
                    <a:pt x="4392775" y="431030"/>
                  </a:lnTo>
                  <a:lnTo>
                    <a:pt x="4392892" y="431030"/>
                  </a:lnTo>
                  <a:lnTo>
                    <a:pt x="4393010" y="431030"/>
                  </a:lnTo>
                  <a:lnTo>
                    <a:pt x="4393010" y="430600"/>
                  </a:lnTo>
                  <a:lnTo>
                    <a:pt x="4393128" y="430600"/>
                  </a:lnTo>
                  <a:lnTo>
                    <a:pt x="4393245" y="430600"/>
                  </a:lnTo>
                  <a:lnTo>
                    <a:pt x="4393363" y="430600"/>
                  </a:lnTo>
                  <a:lnTo>
                    <a:pt x="4393480" y="430600"/>
                  </a:lnTo>
                  <a:lnTo>
                    <a:pt x="4393598" y="430600"/>
                  </a:lnTo>
                  <a:lnTo>
                    <a:pt x="4393716" y="430600"/>
                  </a:lnTo>
                  <a:lnTo>
                    <a:pt x="4393716" y="430169"/>
                  </a:lnTo>
                  <a:lnTo>
                    <a:pt x="4393833" y="430169"/>
                  </a:lnTo>
                  <a:lnTo>
                    <a:pt x="4393951" y="430169"/>
                  </a:lnTo>
                  <a:lnTo>
                    <a:pt x="4394068" y="430169"/>
                  </a:lnTo>
                  <a:lnTo>
                    <a:pt x="4394186" y="430169"/>
                  </a:lnTo>
                  <a:lnTo>
                    <a:pt x="4394304" y="430169"/>
                  </a:lnTo>
                  <a:lnTo>
                    <a:pt x="4394304" y="429738"/>
                  </a:lnTo>
                  <a:lnTo>
                    <a:pt x="4394421" y="429738"/>
                  </a:lnTo>
                  <a:lnTo>
                    <a:pt x="4394539" y="429738"/>
                  </a:lnTo>
                  <a:lnTo>
                    <a:pt x="4394657" y="429738"/>
                  </a:lnTo>
                  <a:lnTo>
                    <a:pt x="4394774" y="429738"/>
                  </a:lnTo>
                  <a:lnTo>
                    <a:pt x="4394892" y="429738"/>
                  </a:lnTo>
                  <a:lnTo>
                    <a:pt x="4394892" y="429308"/>
                  </a:lnTo>
                  <a:lnTo>
                    <a:pt x="4395009" y="429308"/>
                  </a:lnTo>
                  <a:lnTo>
                    <a:pt x="4395127" y="429308"/>
                  </a:lnTo>
                  <a:lnTo>
                    <a:pt x="4395127" y="428877"/>
                  </a:lnTo>
                  <a:lnTo>
                    <a:pt x="4395245" y="428877"/>
                  </a:lnTo>
                  <a:lnTo>
                    <a:pt x="4395245" y="428447"/>
                  </a:lnTo>
                  <a:lnTo>
                    <a:pt x="4395362" y="428447"/>
                  </a:lnTo>
                  <a:lnTo>
                    <a:pt x="4395480" y="428447"/>
                  </a:lnTo>
                  <a:lnTo>
                    <a:pt x="4395597" y="428447"/>
                  </a:lnTo>
                  <a:lnTo>
                    <a:pt x="4395715" y="428447"/>
                  </a:lnTo>
                  <a:lnTo>
                    <a:pt x="4395833" y="428447"/>
                  </a:lnTo>
                  <a:lnTo>
                    <a:pt x="4395950" y="428447"/>
                  </a:lnTo>
                  <a:lnTo>
                    <a:pt x="4396068" y="428447"/>
                  </a:lnTo>
                  <a:lnTo>
                    <a:pt x="4396185" y="428447"/>
                  </a:lnTo>
                  <a:lnTo>
                    <a:pt x="4396303" y="428447"/>
                  </a:lnTo>
                  <a:lnTo>
                    <a:pt x="4396421" y="428447"/>
                  </a:lnTo>
                  <a:lnTo>
                    <a:pt x="4396538" y="428447"/>
                  </a:lnTo>
                  <a:lnTo>
                    <a:pt x="4396538" y="428016"/>
                  </a:lnTo>
                  <a:lnTo>
                    <a:pt x="4396656" y="428016"/>
                  </a:lnTo>
                  <a:lnTo>
                    <a:pt x="4396774" y="428016"/>
                  </a:lnTo>
                  <a:lnTo>
                    <a:pt x="4396891" y="428016"/>
                  </a:lnTo>
                  <a:lnTo>
                    <a:pt x="4397009" y="428016"/>
                  </a:lnTo>
                  <a:lnTo>
                    <a:pt x="4397126" y="428016"/>
                  </a:lnTo>
                  <a:lnTo>
                    <a:pt x="4397126" y="427585"/>
                  </a:lnTo>
                  <a:lnTo>
                    <a:pt x="4397244" y="427585"/>
                  </a:lnTo>
                  <a:lnTo>
                    <a:pt x="4397362" y="427585"/>
                  </a:lnTo>
                  <a:lnTo>
                    <a:pt x="4397479" y="427585"/>
                  </a:lnTo>
                  <a:lnTo>
                    <a:pt x="4397597" y="427585"/>
                  </a:lnTo>
                  <a:lnTo>
                    <a:pt x="4397714" y="427585"/>
                  </a:lnTo>
                  <a:lnTo>
                    <a:pt x="4397832" y="427585"/>
                  </a:lnTo>
                  <a:lnTo>
                    <a:pt x="4397950" y="427585"/>
                  </a:lnTo>
                  <a:lnTo>
                    <a:pt x="4398067" y="427585"/>
                  </a:lnTo>
                  <a:lnTo>
                    <a:pt x="4398067" y="427155"/>
                  </a:lnTo>
                  <a:lnTo>
                    <a:pt x="4398185" y="427155"/>
                  </a:lnTo>
                  <a:lnTo>
                    <a:pt x="4398185" y="426724"/>
                  </a:lnTo>
                  <a:lnTo>
                    <a:pt x="4398303" y="426724"/>
                  </a:lnTo>
                  <a:lnTo>
                    <a:pt x="4398420" y="426724"/>
                  </a:lnTo>
                  <a:lnTo>
                    <a:pt x="4398538" y="426724"/>
                  </a:lnTo>
                  <a:lnTo>
                    <a:pt x="4398655" y="426724"/>
                  </a:lnTo>
                  <a:lnTo>
                    <a:pt x="4398655" y="426294"/>
                  </a:lnTo>
                  <a:lnTo>
                    <a:pt x="4398773" y="426294"/>
                  </a:lnTo>
                  <a:lnTo>
                    <a:pt x="4398891" y="426294"/>
                  </a:lnTo>
                  <a:lnTo>
                    <a:pt x="4398891" y="425863"/>
                  </a:lnTo>
                  <a:lnTo>
                    <a:pt x="4399008" y="425863"/>
                  </a:lnTo>
                  <a:lnTo>
                    <a:pt x="4399126" y="425863"/>
                  </a:lnTo>
                  <a:lnTo>
                    <a:pt x="4399243" y="425863"/>
                  </a:lnTo>
                  <a:lnTo>
                    <a:pt x="4399361" y="425863"/>
                  </a:lnTo>
                  <a:lnTo>
                    <a:pt x="4399479" y="425863"/>
                  </a:lnTo>
                  <a:lnTo>
                    <a:pt x="4399596" y="425863"/>
                  </a:lnTo>
                  <a:lnTo>
                    <a:pt x="4399714" y="425863"/>
                  </a:lnTo>
                  <a:lnTo>
                    <a:pt x="4399714" y="425432"/>
                  </a:lnTo>
                  <a:lnTo>
                    <a:pt x="4399714" y="425002"/>
                  </a:lnTo>
                  <a:lnTo>
                    <a:pt x="4399832" y="425002"/>
                  </a:lnTo>
                  <a:lnTo>
                    <a:pt x="4399949" y="425002"/>
                  </a:lnTo>
                  <a:lnTo>
                    <a:pt x="4400067" y="425002"/>
                  </a:lnTo>
                  <a:lnTo>
                    <a:pt x="4400184" y="425002"/>
                  </a:lnTo>
                  <a:lnTo>
                    <a:pt x="4400184" y="424571"/>
                  </a:lnTo>
                  <a:lnTo>
                    <a:pt x="4400184" y="424141"/>
                  </a:lnTo>
                  <a:lnTo>
                    <a:pt x="4400302" y="424141"/>
                  </a:lnTo>
                  <a:lnTo>
                    <a:pt x="4400420" y="424141"/>
                  </a:lnTo>
                  <a:lnTo>
                    <a:pt x="4400537" y="424141"/>
                  </a:lnTo>
                  <a:lnTo>
                    <a:pt x="4400655" y="424141"/>
                  </a:lnTo>
                  <a:lnTo>
                    <a:pt x="4400772" y="424141"/>
                  </a:lnTo>
                  <a:lnTo>
                    <a:pt x="4400890" y="424141"/>
                  </a:lnTo>
                  <a:lnTo>
                    <a:pt x="4401008" y="424141"/>
                  </a:lnTo>
                  <a:lnTo>
                    <a:pt x="4401125" y="424141"/>
                  </a:lnTo>
                  <a:lnTo>
                    <a:pt x="4401243" y="424141"/>
                  </a:lnTo>
                  <a:lnTo>
                    <a:pt x="4401361" y="424141"/>
                  </a:lnTo>
                  <a:lnTo>
                    <a:pt x="4401478" y="424141"/>
                  </a:lnTo>
                  <a:lnTo>
                    <a:pt x="4401596" y="424141"/>
                  </a:lnTo>
                  <a:lnTo>
                    <a:pt x="4401596" y="423710"/>
                  </a:lnTo>
                  <a:lnTo>
                    <a:pt x="4401713" y="423710"/>
                  </a:lnTo>
                  <a:lnTo>
                    <a:pt x="4401831" y="423710"/>
                  </a:lnTo>
                  <a:lnTo>
                    <a:pt x="4401949" y="423710"/>
                  </a:lnTo>
                  <a:lnTo>
                    <a:pt x="4402066" y="423710"/>
                  </a:lnTo>
                  <a:lnTo>
                    <a:pt x="4402184" y="423710"/>
                  </a:lnTo>
                  <a:lnTo>
                    <a:pt x="4402301" y="423710"/>
                  </a:lnTo>
                  <a:lnTo>
                    <a:pt x="4402419" y="423710"/>
                  </a:lnTo>
                  <a:lnTo>
                    <a:pt x="4402537" y="423710"/>
                  </a:lnTo>
                  <a:lnTo>
                    <a:pt x="4402654" y="423710"/>
                  </a:lnTo>
                  <a:lnTo>
                    <a:pt x="4402772" y="423710"/>
                  </a:lnTo>
                  <a:lnTo>
                    <a:pt x="4402890" y="423710"/>
                  </a:lnTo>
                  <a:lnTo>
                    <a:pt x="4403007" y="423710"/>
                  </a:lnTo>
                  <a:lnTo>
                    <a:pt x="4403125" y="423710"/>
                  </a:lnTo>
                  <a:lnTo>
                    <a:pt x="4403242" y="423710"/>
                  </a:lnTo>
                  <a:lnTo>
                    <a:pt x="4403360" y="423710"/>
                  </a:lnTo>
                  <a:lnTo>
                    <a:pt x="4403478" y="423710"/>
                  </a:lnTo>
                  <a:lnTo>
                    <a:pt x="4403595" y="423710"/>
                  </a:lnTo>
                  <a:lnTo>
                    <a:pt x="4403595" y="423279"/>
                  </a:lnTo>
                  <a:lnTo>
                    <a:pt x="4403595" y="422849"/>
                  </a:lnTo>
                  <a:lnTo>
                    <a:pt x="4403713" y="422849"/>
                  </a:lnTo>
                  <a:lnTo>
                    <a:pt x="4403830" y="422849"/>
                  </a:lnTo>
                  <a:lnTo>
                    <a:pt x="4403948" y="422849"/>
                  </a:lnTo>
                  <a:lnTo>
                    <a:pt x="4404066" y="422849"/>
                  </a:lnTo>
                  <a:lnTo>
                    <a:pt x="4404183" y="422849"/>
                  </a:lnTo>
                  <a:lnTo>
                    <a:pt x="4404301" y="422849"/>
                  </a:lnTo>
                  <a:lnTo>
                    <a:pt x="4404418" y="422849"/>
                  </a:lnTo>
                  <a:lnTo>
                    <a:pt x="4404536" y="422849"/>
                  </a:lnTo>
                  <a:lnTo>
                    <a:pt x="4404654" y="422849"/>
                  </a:lnTo>
                  <a:lnTo>
                    <a:pt x="4404771" y="422849"/>
                  </a:lnTo>
                  <a:lnTo>
                    <a:pt x="4404889" y="422849"/>
                  </a:lnTo>
                  <a:lnTo>
                    <a:pt x="4405007" y="422849"/>
                  </a:lnTo>
                  <a:lnTo>
                    <a:pt x="4405124" y="422849"/>
                  </a:lnTo>
                  <a:lnTo>
                    <a:pt x="4405242" y="422849"/>
                  </a:lnTo>
                  <a:lnTo>
                    <a:pt x="4405359" y="422849"/>
                  </a:lnTo>
                  <a:lnTo>
                    <a:pt x="4405477" y="422849"/>
                  </a:lnTo>
                  <a:lnTo>
                    <a:pt x="4405595" y="422849"/>
                  </a:lnTo>
                  <a:lnTo>
                    <a:pt x="4405712" y="422849"/>
                  </a:lnTo>
                  <a:lnTo>
                    <a:pt x="4405830" y="422849"/>
                  </a:lnTo>
                  <a:lnTo>
                    <a:pt x="4405830" y="422418"/>
                  </a:lnTo>
                  <a:lnTo>
                    <a:pt x="4405947" y="422418"/>
                  </a:lnTo>
                  <a:lnTo>
                    <a:pt x="4406065" y="422418"/>
                  </a:lnTo>
                  <a:lnTo>
                    <a:pt x="4406183" y="422418"/>
                  </a:lnTo>
                  <a:lnTo>
                    <a:pt x="4406300" y="422418"/>
                  </a:lnTo>
                  <a:lnTo>
                    <a:pt x="4406300" y="421988"/>
                  </a:lnTo>
                  <a:lnTo>
                    <a:pt x="4406418" y="421988"/>
                  </a:lnTo>
                  <a:lnTo>
                    <a:pt x="4406536" y="421988"/>
                  </a:lnTo>
                  <a:lnTo>
                    <a:pt x="4406653" y="421988"/>
                  </a:lnTo>
                  <a:lnTo>
                    <a:pt x="4406653" y="421557"/>
                  </a:lnTo>
                  <a:lnTo>
                    <a:pt x="4406771" y="421557"/>
                  </a:lnTo>
                  <a:lnTo>
                    <a:pt x="4406888" y="421557"/>
                  </a:lnTo>
                  <a:lnTo>
                    <a:pt x="4407006" y="421557"/>
                  </a:lnTo>
                  <a:lnTo>
                    <a:pt x="4407124" y="421557"/>
                  </a:lnTo>
                  <a:lnTo>
                    <a:pt x="4407124" y="421126"/>
                  </a:lnTo>
                  <a:lnTo>
                    <a:pt x="4407241" y="421126"/>
                  </a:lnTo>
                  <a:lnTo>
                    <a:pt x="4407359" y="421126"/>
                  </a:lnTo>
                  <a:lnTo>
                    <a:pt x="4407476" y="421126"/>
                  </a:lnTo>
                  <a:lnTo>
                    <a:pt x="4407594" y="421126"/>
                  </a:lnTo>
                  <a:lnTo>
                    <a:pt x="4407712" y="421126"/>
                  </a:lnTo>
                  <a:lnTo>
                    <a:pt x="4407829" y="421126"/>
                  </a:lnTo>
                  <a:lnTo>
                    <a:pt x="4407947" y="421126"/>
                  </a:lnTo>
                  <a:lnTo>
                    <a:pt x="4408065" y="421126"/>
                  </a:lnTo>
                  <a:lnTo>
                    <a:pt x="4408182" y="421126"/>
                  </a:lnTo>
                  <a:lnTo>
                    <a:pt x="4408300" y="421126"/>
                  </a:lnTo>
                  <a:lnTo>
                    <a:pt x="4408417" y="421126"/>
                  </a:lnTo>
                  <a:lnTo>
                    <a:pt x="4408535" y="421126"/>
                  </a:lnTo>
                  <a:lnTo>
                    <a:pt x="4408653" y="421126"/>
                  </a:lnTo>
                  <a:lnTo>
                    <a:pt x="4408770" y="421126"/>
                  </a:lnTo>
                  <a:lnTo>
                    <a:pt x="4408888" y="421126"/>
                  </a:lnTo>
                  <a:lnTo>
                    <a:pt x="4409005" y="421126"/>
                  </a:lnTo>
                  <a:lnTo>
                    <a:pt x="4409123" y="421126"/>
                  </a:lnTo>
                  <a:lnTo>
                    <a:pt x="4409241" y="421126"/>
                  </a:lnTo>
                  <a:lnTo>
                    <a:pt x="4409358" y="421126"/>
                  </a:lnTo>
                  <a:lnTo>
                    <a:pt x="4409476" y="421126"/>
                  </a:lnTo>
                  <a:lnTo>
                    <a:pt x="4409594" y="421126"/>
                  </a:lnTo>
                  <a:lnTo>
                    <a:pt x="4409711" y="421126"/>
                  </a:lnTo>
                  <a:lnTo>
                    <a:pt x="4409829" y="421126"/>
                  </a:lnTo>
                  <a:lnTo>
                    <a:pt x="4409946" y="421126"/>
                  </a:lnTo>
                  <a:lnTo>
                    <a:pt x="4410064" y="421126"/>
                  </a:lnTo>
                  <a:lnTo>
                    <a:pt x="4410182" y="421126"/>
                  </a:lnTo>
                  <a:lnTo>
                    <a:pt x="4410299" y="421126"/>
                  </a:lnTo>
                  <a:lnTo>
                    <a:pt x="4410417" y="421126"/>
                  </a:lnTo>
                  <a:lnTo>
                    <a:pt x="4410534" y="421126"/>
                  </a:lnTo>
                  <a:lnTo>
                    <a:pt x="4410652" y="421126"/>
                  </a:lnTo>
                  <a:lnTo>
                    <a:pt x="4410770" y="421126"/>
                  </a:lnTo>
                  <a:lnTo>
                    <a:pt x="4410887" y="421126"/>
                  </a:lnTo>
                  <a:lnTo>
                    <a:pt x="4411005" y="421126"/>
                  </a:lnTo>
                  <a:lnTo>
                    <a:pt x="4411123" y="421126"/>
                  </a:lnTo>
                  <a:lnTo>
                    <a:pt x="4411240" y="421126"/>
                  </a:lnTo>
                  <a:lnTo>
                    <a:pt x="4411358" y="421126"/>
                  </a:lnTo>
                  <a:lnTo>
                    <a:pt x="4411475" y="421126"/>
                  </a:lnTo>
                  <a:lnTo>
                    <a:pt x="4411593" y="421126"/>
                  </a:lnTo>
                  <a:lnTo>
                    <a:pt x="4411593" y="420696"/>
                  </a:lnTo>
                  <a:lnTo>
                    <a:pt x="4411711" y="420696"/>
                  </a:lnTo>
                  <a:lnTo>
                    <a:pt x="4411828" y="420696"/>
                  </a:lnTo>
                  <a:lnTo>
                    <a:pt x="4411946" y="420696"/>
                  </a:lnTo>
                  <a:lnTo>
                    <a:pt x="4412063" y="420696"/>
                  </a:lnTo>
                  <a:lnTo>
                    <a:pt x="4412181" y="420696"/>
                  </a:lnTo>
                  <a:lnTo>
                    <a:pt x="4412299" y="420696"/>
                  </a:lnTo>
                  <a:lnTo>
                    <a:pt x="4412416" y="420696"/>
                  </a:lnTo>
                  <a:lnTo>
                    <a:pt x="4412534" y="420696"/>
                  </a:lnTo>
                  <a:lnTo>
                    <a:pt x="4412534" y="420265"/>
                  </a:lnTo>
                  <a:lnTo>
                    <a:pt x="4412651" y="420265"/>
                  </a:lnTo>
                  <a:lnTo>
                    <a:pt x="4412769" y="420265"/>
                  </a:lnTo>
                  <a:lnTo>
                    <a:pt x="4412887" y="420265"/>
                  </a:lnTo>
                  <a:lnTo>
                    <a:pt x="4413004" y="420265"/>
                  </a:lnTo>
                  <a:lnTo>
                    <a:pt x="4413122" y="420265"/>
                  </a:lnTo>
                  <a:lnTo>
                    <a:pt x="4413240" y="420265"/>
                  </a:lnTo>
                  <a:lnTo>
                    <a:pt x="4413357" y="420265"/>
                  </a:lnTo>
                  <a:lnTo>
                    <a:pt x="4413475" y="420265"/>
                  </a:lnTo>
                  <a:lnTo>
                    <a:pt x="4413475" y="419835"/>
                  </a:lnTo>
                  <a:lnTo>
                    <a:pt x="4413592" y="419835"/>
                  </a:lnTo>
                  <a:lnTo>
                    <a:pt x="4413710" y="419835"/>
                  </a:lnTo>
                  <a:lnTo>
                    <a:pt x="4413828" y="419835"/>
                  </a:lnTo>
                  <a:lnTo>
                    <a:pt x="4413945" y="419835"/>
                  </a:lnTo>
                  <a:lnTo>
                    <a:pt x="4414063" y="419835"/>
                  </a:lnTo>
                  <a:lnTo>
                    <a:pt x="4414180" y="419835"/>
                  </a:lnTo>
                  <a:lnTo>
                    <a:pt x="4414298" y="419835"/>
                  </a:lnTo>
                  <a:lnTo>
                    <a:pt x="4414416" y="419835"/>
                  </a:lnTo>
                  <a:lnTo>
                    <a:pt x="4414533" y="419835"/>
                  </a:lnTo>
                  <a:lnTo>
                    <a:pt x="4414651" y="419835"/>
                  </a:lnTo>
                  <a:lnTo>
                    <a:pt x="4414651" y="419404"/>
                  </a:lnTo>
                  <a:lnTo>
                    <a:pt x="4414769" y="419404"/>
                  </a:lnTo>
                  <a:lnTo>
                    <a:pt x="4414886" y="419404"/>
                  </a:lnTo>
                  <a:lnTo>
                    <a:pt x="4415004" y="419404"/>
                  </a:lnTo>
                  <a:lnTo>
                    <a:pt x="4415121" y="419404"/>
                  </a:lnTo>
                  <a:lnTo>
                    <a:pt x="4415239" y="419404"/>
                  </a:lnTo>
                  <a:lnTo>
                    <a:pt x="4415357" y="419404"/>
                  </a:lnTo>
                  <a:lnTo>
                    <a:pt x="4415474" y="419404"/>
                  </a:lnTo>
                  <a:lnTo>
                    <a:pt x="4415474" y="418973"/>
                  </a:lnTo>
                  <a:lnTo>
                    <a:pt x="4415592" y="418973"/>
                  </a:lnTo>
                  <a:lnTo>
                    <a:pt x="4415709" y="418973"/>
                  </a:lnTo>
                  <a:lnTo>
                    <a:pt x="4415827" y="418973"/>
                  </a:lnTo>
                  <a:lnTo>
                    <a:pt x="4415945" y="418973"/>
                  </a:lnTo>
                  <a:lnTo>
                    <a:pt x="4416062" y="418973"/>
                  </a:lnTo>
                  <a:lnTo>
                    <a:pt x="4416062" y="418543"/>
                  </a:lnTo>
                  <a:lnTo>
                    <a:pt x="4416180" y="418543"/>
                  </a:lnTo>
                  <a:lnTo>
                    <a:pt x="4416298" y="418543"/>
                  </a:lnTo>
                  <a:lnTo>
                    <a:pt x="4416415" y="418543"/>
                  </a:lnTo>
                  <a:lnTo>
                    <a:pt x="4416533" y="418543"/>
                  </a:lnTo>
                  <a:lnTo>
                    <a:pt x="4416650" y="418543"/>
                  </a:lnTo>
                  <a:lnTo>
                    <a:pt x="4416768" y="418543"/>
                  </a:lnTo>
                  <a:lnTo>
                    <a:pt x="4416886" y="418543"/>
                  </a:lnTo>
                  <a:lnTo>
                    <a:pt x="4417003" y="418543"/>
                  </a:lnTo>
                  <a:lnTo>
                    <a:pt x="4417121" y="418543"/>
                  </a:lnTo>
                  <a:lnTo>
                    <a:pt x="4417238" y="418543"/>
                  </a:lnTo>
                  <a:lnTo>
                    <a:pt x="4417356" y="418543"/>
                  </a:lnTo>
                  <a:lnTo>
                    <a:pt x="4417474" y="418543"/>
                  </a:lnTo>
                  <a:lnTo>
                    <a:pt x="4417591" y="418543"/>
                  </a:lnTo>
                  <a:lnTo>
                    <a:pt x="4417709" y="418543"/>
                  </a:lnTo>
                  <a:lnTo>
                    <a:pt x="4417827" y="418543"/>
                  </a:lnTo>
                  <a:lnTo>
                    <a:pt x="4417944" y="418543"/>
                  </a:lnTo>
                  <a:lnTo>
                    <a:pt x="4418062" y="418543"/>
                  </a:lnTo>
                  <a:lnTo>
                    <a:pt x="4418179" y="418543"/>
                  </a:lnTo>
                  <a:lnTo>
                    <a:pt x="4418297" y="418543"/>
                  </a:lnTo>
                  <a:lnTo>
                    <a:pt x="4418297" y="418112"/>
                  </a:lnTo>
                  <a:lnTo>
                    <a:pt x="4418415" y="418112"/>
                  </a:lnTo>
                  <a:lnTo>
                    <a:pt x="4418532" y="418112"/>
                  </a:lnTo>
                  <a:lnTo>
                    <a:pt x="4418650" y="418112"/>
                  </a:lnTo>
                  <a:lnTo>
                    <a:pt x="4418767" y="418112"/>
                  </a:lnTo>
                  <a:lnTo>
                    <a:pt x="4418885" y="418112"/>
                  </a:lnTo>
                  <a:lnTo>
                    <a:pt x="4419003" y="418112"/>
                  </a:lnTo>
                  <a:lnTo>
                    <a:pt x="4419120" y="418112"/>
                  </a:lnTo>
                  <a:lnTo>
                    <a:pt x="4419238" y="418112"/>
                  </a:lnTo>
                  <a:lnTo>
                    <a:pt x="4419356" y="418112"/>
                  </a:lnTo>
                  <a:lnTo>
                    <a:pt x="4419473" y="418112"/>
                  </a:lnTo>
                  <a:lnTo>
                    <a:pt x="4419591" y="418112"/>
                  </a:lnTo>
                  <a:lnTo>
                    <a:pt x="4419708" y="418112"/>
                  </a:lnTo>
                  <a:lnTo>
                    <a:pt x="4419826" y="418112"/>
                  </a:lnTo>
                  <a:lnTo>
                    <a:pt x="4419944" y="418112"/>
                  </a:lnTo>
                  <a:lnTo>
                    <a:pt x="4420061" y="418112"/>
                  </a:lnTo>
                  <a:lnTo>
                    <a:pt x="4420179" y="418112"/>
                  </a:lnTo>
                  <a:lnTo>
                    <a:pt x="4420296" y="418112"/>
                  </a:lnTo>
                  <a:lnTo>
                    <a:pt x="4420414" y="418112"/>
                  </a:lnTo>
                  <a:lnTo>
                    <a:pt x="4420532" y="418112"/>
                  </a:lnTo>
                  <a:lnTo>
                    <a:pt x="4420649" y="418112"/>
                  </a:lnTo>
                  <a:lnTo>
                    <a:pt x="4420767" y="418112"/>
                  </a:lnTo>
                  <a:lnTo>
                    <a:pt x="4420884" y="418112"/>
                  </a:lnTo>
                  <a:lnTo>
                    <a:pt x="4421002" y="418112"/>
                  </a:lnTo>
                  <a:lnTo>
                    <a:pt x="4421120" y="418112"/>
                  </a:lnTo>
                  <a:lnTo>
                    <a:pt x="4421237" y="418112"/>
                  </a:lnTo>
                  <a:lnTo>
                    <a:pt x="4421355" y="418112"/>
                  </a:lnTo>
                  <a:lnTo>
                    <a:pt x="4421355" y="417682"/>
                  </a:lnTo>
                  <a:lnTo>
                    <a:pt x="4421473" y="417682"/>
                  </a:lnTo>
                  <a:lnTo>
                    <a:pt x="4421590" y="417682"/>
                  </a:lnTo>
                  <a:lnTo>
                    <a:pt x="4421708" y="417682"/>
                  </a:lnTo>
                  <a:lnTo>
                    <a:pt x="4421825" y="417682"/>
                  </a:lnTo>
                  <a:lnTo>
                    <a:pt x="4421943" y="417682"/>
                  </a:lnTo>
                  <a:lnTo>
                    <a:pt x="4422061" y="417682"/>
                  </a:lnTo>
                  <a:lnTo>
                    <a:pt x="4422178" y="417682"/>
                  </a:lnTo>
                  <a:lnTo>
                    <a:pt x="4422296" y="417682"/>
                  </a:lnTo>
                  <a:lnTo>
                    <a:pt x="4422413" y="417682"/>
                  </a:lnTo>
                  <a:lnTo>
                    <a:pt x="4422531" y="417682"/>
                  </a:lnTo>
                  <a:lnTo>
                    <a:pt x="4422649" y="417682"/>
                  </a:lnTo>
                  <a:lnTo>
                    <a:pt x="4422766" y="417682"/>
                  </a:lnTo>
                  <a:lnTo>
                    <a:pt x="4422884" y="417682"/>
                  </a:lnTo>
                  <a:lnTo>
                    <a:pt x="4423002" y="417682"/>
                  </a:lnTo>
                  <a:lnTo>
                    <a:pt x="4423119" y="417682"/>
                  </a:lnTo>
                  <a:lnTo>
                    <a:pt x="4423237" y="417682"/>
                  </a:lnTo>
                  <a:lnTo>
                    <a:pt x="4423354" y="417682"/>
                  </a:lnTo>
                  <a:lnTo>
                    <a:pt x="4423472" y="417682"/>
                  </a:lnTo>
                  <a:lnTo>
                    <a:pt x="4423590" y="417682"/>
                  </a:lnTo>
                  <a:lnTo>
                    <a:pt x="4423707" y="417682"/>
                  </a:lnTo>
                  <a:lnTo>
                    <a:pt x="4423825" y="417682"/>
                  </a:lnTo>
                  <a:lnTo>
                    <a:pt x="4423942" y="417682"/>
                  </a:lnTo>
                  <a:lnTo>
                    <a:pt x="4424060" y="417682"/>
                  </a:lnTo>
                  <a:lnTo>
                    <a:pt x="4424178" y="417682"/>
                  </a:lnTo>
                  <a:lnTo>
                    <a:pt x="4424178" y="417251"/>
                  </a:lnTo>
                  <a:lnTo>
                    <a:pt x="4424295" y="417251"/>
                  </a:lnTo>
                  <a:lnTo>
                    <a:pt x="4424413" y="417251"/>
                  </a:lnTo>
                  <a:lnTo>
                    <a:pt x="4424413" y="416820"/>
                  </a:lnTo>
                  <a:lnTo>
                    <a:pt x="4424531" y="416820"/>
                  </a:lnTo>
                  <a:lnTo>
                    <a:pt x="4424648" y="416820"/>
                  </a:lnTo>
                  <a:lnTo>
                    <a:pt x="4424766" y="416820"/>
                  </a:lnTo>
                  <a:lnTo>
                    <a:pt x="4424883" y="416820"/>
                  </a:lnTo>
                  <a:lnTo>
                    <a:pt x="4425001" y="416820"/>
                  </a:lnTo>
                  <a:lnTo>
                    <a:pt x="4425119" y="416820"/>
                  </a:lnTo>
                  <a:lnTo>
                    <a:pt x="4425236" y="416820"/>
                  </a:lnTo>
                  <a:lnTo>
                    <a:pt x="4425354" y="416820"/>
                  </a:lnTo>
                  <a:lnTo>
                    <a:pt x="4425471" y="416820"/>
                  </a:lnTo>
                  <a:lnTo>
                    <a:pt x="4425589" y="416820"/>
                  </a:lnTo>
                  <a:lnTo>
                    <a:pt x="4425707" y="416820"/>
                  </a:lnTo>
                  <a:lnTo>
                    <a:pt x="4425824" y="416820"/>
                  </a:lnTo>
                  <a:lnTo>
                    <a:pt x="4425942" y="416820"/>
                  </a:lnTo>
                  <a:lnTo>
                    <a:pt x="4426060" y="416820"/>
                  </a:lnTo>
                  <a:lnTo>
                    <a:pt x="4426177" y="416820"/>
                  </a:lnTo>
                  <a:lnTo>
                    <a:pt x="4426177" y="416390"/>
                  </a:lnTo>
                  <a:lnTo>
                    <a:pt x="4426295" y="416390"/>
                  </a:lnTo>
                  <a:lnTo>
                    <a:pt x="4426412" y="416390"/>
                  </a:lnTo>
                  <a:lnTo>
                    <a:pt x="4426530" y="416390"/>
                  </a:lnTo>
                  <a:lnTo>
                    <a:pt x="4426648" y="416390"/>
                  </a:lnTo>
                  <a:lnTo>
                    <a:pt x="4426765" y="416390"/>
                  </a:lnTo>
                  <a:lnTo>
                    <a:pt x="4426765" y="415959"/>
                  </a:lnTo>
                  <a:lnTo>
                    <a:pt x="4426883" y="415959"/>
                  </a:lnTo>
                  <a:lnTo>
                    <a:pt x="4427000" y="415959"/>
                  </a:lnTo>
                  <a:lnTo>
                    <a:pt x="4427118" y="415959"/>
                  </a:lnTo>
                  <a:lnTo>
                    <a:pt x="4427236" y="415959"/>
                  </a:lnTo>
                  <a:lnTo>
                    <a:pt x="4427353" y="415959"/>
                  </a:lnTo>
                  <a:lnTo>
                    <a:pt x="4427471" y="415959"/>
                  </a:lnTo>
                  <a:lnTo>
                    <a:pt x="4427589" y="415959"/>
                  </a:lnTo>
                  <a:lnTo>
                    <a:pt x="4427706" y="415959"/>
                  </a:lnTo>
                  <a:lnTo>
                    <a:pt x="4427824" y="415959"/>
                  </a:lnTo>
                  <a:lnTo>
                    <a:pt x="4427941" y="415959"/>
                  </a:lnTo>
                  <a:lnTo>
                    <a:pt x="4428059" y="415959"/>
                  </a:lnTo>
                  <a:lnTo>
                    <a:pt x="4428177" y="415959"/>
                  </a:lnTo>
                  <a:lnTo>
                    <a:pt x="4428294" y="415959"/>
                  </a:lnTo>
                  <a:lnTo>
                    <a:pt x="4428412" y="415959"/>
                  </a:lnTo>
                  <a:lnTo>
                    <a:pt x="4428529" y="415959"/>
                  </a:lnTo>
                  <a:lnTo>
                    <a:pt x="4428647" y="415959"/>
                  </a:lnTo>
                  <a:lnTo>
                    <a:pt x="4428765" y="415959"/>
                  </a:lnTo>
                  <a:lnTo>
                    <a:pt x="4428882" y="415959"/>
                  </a:lnTo>
                  <a:lnTo>
                    <a:pt x="4428882" y="415529"/>
                  </a:lnTo>
                  <a:lnTo>
                    <a:pt x="4429000" y="415529"/>
                  </a:lnTo>
                  <a:lnTo>
                    <a:pt x="4429117" y="415529"/>
                  </a:lnTo>
                  <a:lnTo>
                    <a:pt x="4429235" y="415529"/>
                  </a:lnTo>
                  <a:lnTo>
                    <a:pt x="4429353" y="415529"/>
                  </a:lnTo>
                  <a:lnTo>
                    <a:pt x="4429470" y="415529"/>
                  </a:lnTo>
                  <a:lnTo>
                    <a:pt x="4429588" y="415529"/>
                  </a:lnTo>
                  <a:lnTo>
                    <a:pt x="4429706" y="415529"/>
                  </a:lnTo>
                  <a:lnTo>
                    <a:pt x="4429823" y="415529"/>
                  </a:lnTo>
                  <a:lnTo>
                    <a:pt x="4429941" y="415529"/>
                  </a:lnTo>
                  <a:lnTo>
                    <a:pt x="4430058" y="415529"/>
                  </a:lnTo>
                  <a:lnTo>
                    <a:pt x="4430058" y="415098"/>
                  </a:lnTo>
                  <a:lnTo>
                    <a:pt x="4430176" y="415098"/>
                  </a:lnTo>
                  <a:lnTo>
                    <a:pt x="4430294" y="415098"/>
                  </a:lnTo>
                  <a:lnTo>
                    <a:pt x="4430411" y="415098"/>
                  </a:lnTo>
                  <a:lnTo>
                    <a:pt x="4430529" y="415098"/>
                  </a:lnTo>
                  <a:lnTo>
                    <a:pt x="4430646" y="415098"/>
                  </a:lnTo>
                  <a:lnTo>
                    <a:pt x="4430764" y="415098"/>
                  </a:lnTo>
                  <a:lnTo>
                    <a:pt x="4430882" y="415098"/>
                  </a:lnTo>
                  <a:lnTo>
                    <a:pt x="4430999" y="415098"/>
                  </a:lnTo>
                  <a:lnTo>
                    <a:pt x="4431117" y="415098"/>
                  </a:lnTo>
                  <a:lnTo>
                    <a:pt x="4431235" y="415098"/>
                  </a:lnTo>
                  <a:lnTo>
                    <a:pt x="4431352" y="415098"/>
                  </a:lnTo>
                  <a:lnTo>
                    <a:pt x="4431470" y="415098"/>
                  </a:lnTo>
                  <a:lnTo>
                    <a:pt x="4431587" y="415098"/>
                  </a:lnTo>
                  <a:lnTo>
                    <a:pt x="4431705" y="415098"/>
                  </a:lnTo>
                  <a:lnTo>
                    <a:pt x="4431823" y="415098"/>
                  </a:lnTo>
                  <a:lnTo>
                    <a:pt x="4431940" y="415098"/>
                  </a:lnTo>
                  <a:lnTo>
                    <a:pt x="4432058" y="415098"/>
                  </a:lnTo>
                  <a:lnTo>
                    <a:pt x="4432175" y="415098"/>
                  </a:lnTo>
                  <a:lnTo>
                    <a:pt x="4432293" y="415098"/>
                  </a:lnTo>
                  <a:lnTo>
                    <a:pt x="4432411" y="415098"/>
                  </a:lnTo>
                  <a:lnTo>
                    <a:pt x="4432528" y="415098"/>
                  </a:lnTo>
                  <a:lnTo>
                    <a:pt x="4432528" y="414667"/>
                  </a:lnTo>
                  <a:lnTo>
                    <a:pt x="4432646" y="414667"/>
                  </a:lnTo>
                  <a:lnTo>
                    <a:pt x="4432764" y="414667"/>
                  </a:lnTo>
                  <a:lnTo>
                    <a:pt x="4432881" y="414667"/>
                  </a:lnTo>
                  <a:lnTo>
                    <a:pt x="4432881" y="414237"/>
                  </a:lnTo>
                  <a:lnTo>
                    <a:pt x="4432999" y="414237"/>
                  </a:lnTo>
                  <a:lnTo>
                    <a:pt x="4433116" y="414237"/>
                  </a:lnTo>
                  <a:lnTo>
                    <a:pt x="4433234" y="414237"/>
                  </a:lnTo>
                  <a:lnTo>
                    <a:pt x="4433352" y="414237"/>
                  </a:lnTo>
                  <a:lnTo>
                    <a:pt x="4433469" y="414237"/>
                  </a:lnTo>
                  <a:lnTo>
                    <a:pt x="4433587" y="414237"/>
                  </a:lnTo>
                  <a:lnTo>
                    <a:pt x="4433704" y="414237"/>
                  </a:lnTo>
                  <a:lnTo>
                    <a:pt x="4433822" y="414237"/>
                  </a:lnTo>
                  <a:lnTo>
                    <a:pt x="4433940" y="414237"/>
                  </a:lnTo>
                  <a:lnTo>
                    <a:pt x="4433940" y="413806"/>
                  </a:lnTo>
                  <a:lnTo>
                    <a:pt x="4434057" y="413806"/>
                  </a:lnTo>
                  <a:lnTo>
                    <a:pt x="4434175" y="413806"/>
                  </a:lnTo>
                  <a:lnTo>
                    <a:pt x="4434293" y="413806"/>
                  </a:lnTo>
                  <a:lnTo>
                    <a:pt x="4434410" y="413806"/>
                  </a:lnTo>
                  <a:lnTo>
                    <a:pt x="4434528" y="413806"/>
                  </a:lnTo>
                  <a:lnTo>
                    <a:pt x="4434645" y="413806"/>
                  </a:lnTo>
                  <a:lnTo>
                    <a:pt x="4434763" y="413806"/>
                  </a:lnTo>
                  <a:lnTo>
                    <a:pt x="4434881" y="413806"/>
                  </a:lnTo>
                  <a:lnTo>
                    <a:pt x="4434998" y="413806"/>
                  </a:lnTo>
                  <a:lnTo>
                    <a:pt x="4435116" y="413806"/>
                  </a:lnTo>
                  <a:lnTo>
                    <a:pt x="4435233" y="413806"/>
                  </a:lnTo>
                  <a:lnTo>
                    <a:pt x="4435351" y="413806"/>
                  </a:lnTo>
                  <a:lnTo>
                    <a:pt x="4435469" y="413806"/>
                  </a:lnTo>
                  <a:lnTo>
                    <a:pt x="4435586" y="413806"/>
                  </a:lnTo>
                  <a:lnTo>
                    <a:pt x="4435704" y="413806"/>
                  </a:lnTo>
                  <a:lnTo>
                    <a:pt x="4435822" y="413806"/>
                  </a:lnTo>
                  <a:lnTo>
                    <a:pt x="4435939" y="413806"/>
                  </a:lnTo>
                  <a:lnTo>
                    <a:pt x="4436057" y="413806"/>
                  </a:lnTo>
                  <a:lnTo>
                    <a:pt x="4436057" y="413376"/>
                  </a:lnTo>
                  <a:lnTo>
                    <a:pt x="4436174" y="413376"/>
                  </a:lnTo>
                  <a:lnTo>
                    <a:pt x="4436292" y="413376"/>
                  </a:lnTo>
                  <a:lnTo>
                    <a:pt x="4436410" y="413376"/>
                  </a:lnTo>
                  <a:lnTo>
                    <a:pt x="4436527" y="413376"/>
                  </a:lnTo>
                  <a:lnTo>
                    <a:pt x="4436645" y="413376"/>
                  </a:lnTo>
                  <a:lnTo>
                    <a:pt x="4436762" y="413376"/>
                  </a:lnTo>
                  <a:lnTo>
                    <a:pt x="4436880" y="413376"/>
                  </a:lnTo>
                  <a:lnTo>
                    <a:pt x="4436998" y="413376"/>
                  </a:lnTo>
                  <a:lnTo>
                    <a:pt x="4436998" y="412945"/>
                  </a:lnTo>
                  <a:lnTo>
                    <a:pt x="4437115" y="412945"/>
                  </a:lnTo>
                  <a:lnTo>
                    <a:pt x="4437233" y="412945"/>
                  </a:lnTo>
                  <a:lnTo>
                    <a:pt x="4437350" y="412945"/>
                  </a:lnTo>
                  <a:lnTo>
                    <a:pt x="4437468" y="412945"/>
                  </a:lnTo>
                  <a:lnTo>
                    <a:pt x="4437586" y="412945"/>
                  </a:lnTo>
                  <a:lnTo>
                    <a:pt x="4437703" y="412945"/>
                  </a:lnTo>
                  <a:lnTo>
                    <a:pt x="4437821" y="412945"/>
                  </a:lnTo>
                  <a:lnTo>
                    <a:pt x="4437939" y="412945"/>
                  </a:lnTo>
                  <a:lnTo>
                    <a:pt x="4438056" y="412945"/>
                  </a:lnTo>
                  <a:lnTo>
                    <a:pt x="4438174" y="412945"/>
                  </a:lnTo>
                  <a:lnTo>
                    <a:pt x="4438291" y="412945"/>
                  </a:lnTo>
                  <a:lnTo>
                    <a:pt x="4438409" y="412945"/>
                  </a:lnTo>
                  <a:lnTo>
                    <a:pt x="4438527" y="412945"/>
                  </a:lnTo>
                  <a:lnTo>
                    <a:pt x="4438644" y="412945"/>
                  </a:lnTo>
                  <a:lnTo>
                    <a:pt x="4438644" y="412514"/>
                  </a:lnTo>
                  <a:lnTo>
                    <a:pt x="4438762" y="412514"/>
                  </a:lnTo>
                  <a:lnTo>
                    <a:pt x="4438762" y="412084"/>
                  </a:lnTo>
                  <a:lnTo>
                    <a:pt x="4438879" y="412084"/>
                  </a:lnTo>
                  <a:lnTo>
                    <a:pt x="4438879" y="411653"/>
                  </a:lnTo>
                  <a:lnTo>
                    <a:pt x="4438997" y="411653"/>
                  </a:lnTo>
                  <a:lnTo>
                    <a:pt x="4439115" y="411653"/>
                  </a:lnTo>
                  <a:lnTo>
                    <a:pt x="4439232" y="411653"/>
                  </a:lnTo>
                  <a:lnTo>
                    <a:pt x="4439350" y="411653"/>
                  </a:lnTo>
                  <a:lnTo>
                    <a:pt x="4439468" y="411653"/>
                  </a:lnTo>
                  <a:lnTo>
                    <a:pt x="4439585" y="411653"/>
                  </a:lnTo>
                  <a:lnTo>
                    <a:pt x="4439703" y="411653"/>
                  </a:lnTo>
                  <a:lnTo>
                    <a:pt x="4439820" y="411653"/>
                  </a:lnTo>
                  <a:lnTo>
                    <a:pt x="4439938" y="411653"/>
                  </a:lnTo>
                  <a:lnTo>
                    <a:pt x="4440056" y="411653"/>
                  </a:lnTo>
                  <a:lnTo>
                    <a:pt x="4440173" y="411653"/>
                  </a:lnTo>
                  <a:lnTo>
                    <a:pt x="4440291" y="411653"/>
                  </a:lnTo>
                  <a:lnTo>
                    <a:pt x="4440408" y="411653"/>
                  </a:lnTo>
                  <a:lnTo>
                    <a:pt x="4440526" y="411653"/>
                  </a:lnTo>
                  <a:lnTo>
                    <a:pt x="4440644" y="411653"/>
                  </a:lnTo>
                  <a:lnTo>
                    <a:pt x="4440761" y="411653"/>
                  </a:lnTo>
                  <a:lnTo>
                    <a:pt x="4440879" y="411653"/>
                  </a:lnTo>
                  <a:lnTo>
                    <a:pt x="4440997" y="411653"/>
                  </a:lnTo>
                  <a:lnTo>
                    <a:pt x="4441114" y="411653"/>
                  </a:lnTo>
                  <a:lnTo>
                    <a:pt x="4441232" y="411653"/>
                  </a:lnTo>
                  <a:lnTo>
                    <a:pt x="4441349" y="411653"/>
                  </a:lnTo>
                  <a:lnTo>
                    <a:pt x="4441467" y="411653"/>
                  </a:lnTo>
                  <a:lnTo>
                    <a:pt x="4441585" y="411653"/>
                  </a:lnTo>
                  <a:lnTo>
                    <a:pt x="4441702" y="411653"/>
                  </a:lnTo>
                  <a:lnTo>
                    <a:pt x="4441820" y="411653"/>
                  </a:lnTo>
                  <a:lnTo>
                    <a:pt x="4441937" y="411653"/>
                  </a:lnTo>
                  <a:lnTo>
                    <a:pt x="4442055" y="411653"/>
                  </a:lnTo>
                  <a:lnTo>
                    <a:pt x="4442173" y="411653"/>
                  </a:lnTo>
                  <a:lnTo>
                    <a:pt x="4442290" y="411653"/>
                  </a:lnTo>
                  <a:lnTo>
                    <a:pt x="4442408" y="411653"/>
                  </a:lnTo>
                  <a:lnTo>
                    <a:pt x="4442526" y="411653"/>
                  </a:lnTo>
                  <a:lnTo>
                    <a:pt x="4442643" y="411653"/>
                  </a:lnTo>
                  <a:lnTo>
                    <a:pt x="4442761" y="411653"/>
                  </a:lnTo>
                  <a:lnTo>
                    <a:pt x="4442878" y="411653"/>
                  </a:lnTo>
                  <a:lnTo>
                    <a:pt x="4442996" y="411653"/>
                  </a:lnTo>
                  <a:lnTo>
                    <a:pt x="4442996" y="411223"/>
                  </a:lnTo>
                  <a:lnTo>
                    <a:pt x="4443114" y="411223"/>
                  </a:lnTo>
                  <a:lnTo>
                    <a:pt x="4443231" y="411223"/>
                  </a:lnTo>
                  <a:lnTo>
                    <a:pt x="4443349" y="411223"/>
                  </a:lnTo>
                  <a:lnTo>
                    <a:pt x="4443466" y="411223"/>
                  </a:lnTo>
                  <a:lnTo>
                    <a:pt x="4443584" y="411223"/>
                  </a:lnTo>
                  <a:lnTo>
                    <a:pt x="4443702" y="411223"/>
                  </a:lnTo>
                  <a:lnTo>
                    <a:pt x="4443819" y="411223"/>
                  </a:lnTo>
                  <a:lnTo>
                    <a:pt x="4443937" y="411223"/>
                  </a:lnTo>
                  <a:lnTo>
                    <a:pt x="4444054" y="411223"/>
                  </a:lnTo>
                  <a:lnTo>
                    <a:pt x="4444172" y="411223"/>
                  </a:lnTo>
                  <a:lnTo>
                    <a:pt x="4444290" y="411223"/>
                  </a:lnTo>
                  <a:lnTo>
                    <a:pt x="4444407" y="411223"/>
                  </a:lnTo>
                  <a:lnTo>
                    <a:pt x="4444525" y="411223"/>
                  </a:lnTo>
                  <a:lnTo>
                    <a:pt x="4444643" y="411223"/>
                  </a:lnTo>
                  <a:lnTo>
                    <a:pt x="4444760" y="411223"/>
                  </a:lnTo>
                  <a:lnTo>
                    <a:pt x="4444878" y="411223"/>
                  </a:lnTo>
                  <a:lnTo>
                    <a:pt x="4444995" y="411223"/>
                  </a:lnTo>
                  <a:lnTo>
                    <a:pt x="4445113" y="411223"/>
                  </a:lnTo>
                  <a:lnTo>
                    <a:pt x="4445113" y="410792"/>
                  </a:lnTo>
                  <a:lnTo>
                    <a:pt x="4445113" y="410361"/>
                  </a:lnTo>
                  <a:lnTo>
                    <a:pt x="4445231" y="410361"/>
                  </a:lnTo>
                  <a:lnTo>
                    <a:pt x="4445348" y="410361"/>
                  </a:lnTo>
                  <a:lnTo>
                    <a:pt x="4445466" y="410361"/>
                  </a:lnTo>
                  <a:lnTo>
                    <a:pt x="4445583" y="410361"/>
                  </a:lnTo>
                  <a:lnTo>
                    <a:pt x="4445701" y="410361"/>
                  </a:lnTo>
                  <a:lnTo>
                    <a:pt x="4445819" y="410361"/>
                  </a:lnTo>
                  <a:lnTo>
                    <a:pt x="4445936" y="410361"/>
                  </a:lnTo>
                  <a:lnTo>
                    <a:pt x="4446054" y="410361"/>
                  </a:lnTo>
                  <a:lnTo>
                    <a:pt x="4446172" y="410361"/>
                  </a:lnTo>
                  <a:lnTo>
                    <a:pt x="4446289" y="410361"/>
                  </a:lnTo>
                  <a:lnTo>
                    <a:pt x="4446407" y="410361"/>
                  </a:lnTo>
                  <a:lnTo>
                    <a:pt x="4446524" y="410361"/>
                  </a:lnTo>
                  <a:lnTo>
                    <a:pt x="4446642" y="410361"/>
                  </a:lnTo>
                  <a:lnTo>
                    <a:pt x="4446760" y="410361"/>
                  </a:lnTo>
                  <a:lnTo>
                    <a:pt x="4446877" y="410361"/>
                  </a:lnTo>
                  <a:lnTo>
                    <a:pt x="4446995" y="410361"/>
                  </a:lnTo>
                  <a:lnTo>
                    <a:pt x="4447112" y="410361"/>
                  </a:lnTo>
                  <a:lnTo>
                    <a:pt x="4447230" y="410361"/>
                  </a:lnTo>
                  <a:lnTo>
                    <a:pt x="4447348" y="410361"/>
                  </a:lnTo>
                  <a:lnTo>
                    <a:pt x="4447465" y="410361"/>
                  </a:lnTo>
                  <a:lnTo>
                    <a:pt x="4447465" y="409931"/>
                  </a:lnTo>
                  <a:lnTo>
                    <a:pt x="4447583" y="409931"/>
                  </a:lnTo>
                  <a:lnTo>
                    <a:pt x="4447701" y="409931"/>
                  </a:lnTo>
                  <a:lnTo>
                    <a:pt x="4447818" y="409931"/>
                  </a:lnTo>
                  <a:lnTo>
                    <a:pt x="4447936" y="409931"/>
                  </a:lnTo>
                  <a:lnTo>
                    <a:pt x="4448053" y="409931"/>
                  </a:lnTo>
                  <a:lnTo>
                    <a:pt x="4448053" y="409500"/>
                  </a:lnTo>
                  <a:lnTo>
                    <a:pt x="4448171" y="409500"/>
                  </a:lnTo>
                  <a:lnTo>
                    <a:pt x="4448289" y="409500"/>
                  </a:lnTo>
                  <a:lnTo>
                    <a:pt x="4448289" y="409070"/>
                  </a:lnTo>
                  <a:lnTo>
                    <a:pt x="4448406" y="409070"/>
                  </a:lnTo>
                  <a:lnTo>
                    <a:pt x="4448524" y="409070"/>
                  </a:lnTo>
                  <a:lnTo>
                    <a:pt x="4448641" y="409070"/>
                  </a:lnTo>
                  <a:lnTo>
                    <a:pt x="4448641" y="408639"/>
                  </a:lnTo>
                  <a:lnTo>
                    <a:pt x="4448641" y="408208"/>
                  </a:lnTo>
                  <a:lnTo>
                    <a:pt x="4448759" y="408208"/>
                  </a:lnTo>
                  <a:lnTo>
                    <a:pt x="4448877" y="408208"/>
                  </a:lnTo>
                  <a:lnTo>
                    <a:pt x="4448994" y="408208"/>
                  </a:lnTo>
                  <a:lnTo>
                    <a:pt x="4449112" y="408208"/>
                  </a:lnTo>
                  <a:lnTo>
                    <a:pt x="4449230" y="408208"/>
                  </a:lnTo>
                  <a:lnTo>
                    <a:pt x="4449347" y="408208"/>
                  </a:lnTo>
                  <a:lnTo>
                    <a:pt x="4449465" y="408208"/>
                  </a:lnTo>
                  <a:lnTo>
                    <a:pt x="4449582" y="408208"/>
                  </a:lnTo>
                  <a:lnTo>
                    <a:pt x="4449700" y="408208"/>
                  </a:lnTo>
                  <a:lnTo>
                    <a:pt x="4449818" y="408208"/>
                  </a:lnTo>
                  <a:lnTo>
                    <a:pt x="4449935" y="408208"/>
                  </a:lnTo>
                  <a:lnTo>
                    <a:pt x="4450053" y="408208"/>
                  </a:lnTo>
                  <a:lnTo>
                    <a:pt x="4450170" y="408208"/>
                  </a:lnTo>
                  <a:lnTo>
                    <a:pt x="4450288" y="408208"/>
                  </a:lnTo>
                  <a:lnTo>
                    <a:pt x="4450406" y="408208"/>
                  </a:lnTo>
                  <a:lnTo>
                    <a:pt x="4450406" y="407778"/>
                  </a:lnTo>
                  <a:lnTo>
                    <a:pt x="4450523" y="407778"/>
                  </a:lnTo>
                  <a:lnTo>
                    <a:pt x="4450641" y="407778"/>
                  </a:lnTo>
                  <a:lnTo>
                    <a:pt x="4450759" y="407778"/>
                  </a:lnTo>
                  <a:lnTo>
                    <a:pt x="4450876" y="407778"/>
                  </a:lnTo>
                  <a:lnTo>
                    <a:pt x="4450994" y="407778"/>
                  </a:lnTo>
                  <a:lnTo>
                    <a:pt x="4451111" y="407778"/>
                  </a:lnTo>
                  <a:lnTo>
                    <a:pt x="4451229" y="407778"/>
                  </a:lnTo>
                  <a:lnTo>
                    <a:pt x="4451347" y="407778"/>
                  </a:lnTo>
                  <a:lnTo>
                    <a:pt x="4451464" y="407778"/>
                  </a:lnTo>
                  <a:lnTo>
                    <a:pt x="4451582" y="407778"/>
                  </a:lnTo>
                  <a:lnTo>
                    <a:pt x="4451699" y="407778"/>
                  </a:lnTo>
                  <a:lnTo>
                    <a:pt x="4451817" y="407778"/>
                  </a:lnTo>
                  <a:lnTo>
                    <a:pt x="4451935" y="407778"/>
                  </a:lnTo>
                  <a:lnTo>
                    <a:pt x="4451935" y="407347"/>
                  </a:lnTo>
                  <a:lnTo>
                    <a:pt x="4452052" y="407347"/>
                  </a:lnTo>
                  <a:lnTo>
                    <a:pt x="4452170" y="407347"/>
                  </a:lnTo>
                  <a:lnTo>
                    <a:pt x="4452287" y="407347"/>
                  </a:lnTo>
                  <a:lnTo>
                    <a:pt x="4452405" y="407347"/>
                  </a:lnTo>
                  <a:lnTo>
                    <a:pt x="4452523" y="407347"/>
                  </a:lnTo>
                  <a:lnTo>
                    <a:pt x="4452640" y="407347"/>
                  </a:lnTo>
                  <a:lnTo>
                    <a:pt x="4452758" y="407347"/>
                  </a:lnTo>
                  <a:lnTo>
                    <a:pt x="4452876" y="407347"/>
                  </a:lnTo>
                  <a:lnTo>
                    <a:pt x="4452993" y="407347"/>
                  </a:lnTo>
                  <a:lnTo>
                    <a:pt x="4453111" y="407347"/>
                  </a:lnTo>
                  <a:lnTo>
                    <a:pt x="4453228" y="407347"/>
                  </a:lnTo>
                  <a:lnTo>
                    <a:pt x="4453346" y="407347"/>
                  </a:lnTo>
                  <a:lnTo>
                    <a:pt x="4453346" y="406917"/>
                  </a:lnTo>
                  <a:lnTo>
                    <a:pt x="4453464" y="406917"/>
                  </a:lnTo>
                  <a:lnTo>
                    <a:pt x="4453581" y="406917"/>
                  </a:lnTo>
                  <a:lnTo>
                    <a:pt x="4453699" y="406917"/>
                  </a:lnTo>
                  <a:lnTo>
                    <a:pt x="4453816" y="406917"/>
                  </a:lnTo>
                  <a:lnTo>
                    <a:pt x="4453934" y="406917"/>
                  </a:lnTo>
                  <a:lnTo>
                    <a:pt x="4454052" y="406917"/>
                  </a:lnTo>
                  <a:lnTo>
                    <a:pt x="4454169" y="406917"/>
                  </a:lnTo>
                  <a:lnTo>
                    <a:pt x="4454169" y="406486"/>
                  </a:lnTo>
                  <a:lnTo>
                    <a:pt x="4454169" y="406055"/>
                  </a:lnTo>
                  <a:lnTo>
                    <a:pt x="4454287" y="406055"/>
                  </a:lnTo>
                  <a:lnTo>
                    <a:pt x="4454405" y="406055"/>
                  </a:lnTo>
                  <a:lnTo>
                    <a:pt x="4454522" y="406055"/>
                  </a:lnTo>
                  <a:lnTo>
                    <a:pt x="4454640" y="406055"/>
                  </a:lnTo>
                  <a:lnTo>
                    <a:pt x="4454757" y="406055"/>
                  </a:lnTo>
                  <a:lnTo>
                    <a:pt x="4454875" y="406055"/>
                  </a:lnTo>
                  <a:lnTo>
                    <a:pt x="4454993" y="406055"/>
                  </a:lnTo>
                  <a:lnTo>
                    <a:pt x="4455110" y="406055"/>
                  </a:lnTo>
                  <a:lnTo>
                    <a:pt x="4455228" y="406055"/>
                  </a:lnTo>
                  <a:lnTo>
                    <a:pt x="4455345" y="406055"/>
                  </a:lnTo>
                  <a:lnTo>
                    <a:pt x="4455463" y="406055"/>
                  </a:lnTo>
                  <a:lnTo>
                    <a:pt x="4455581" y="406055"/>
                  </a:lnTo>
                  <a:lnTo>
                    <a:pt x="4455698" y="406055"/>
                  </a:lnTo>
                  <a:lnTo>
                    <a:pt x="4455816" y="406055"/>
                  </a:lnTo>
                  <a:lnTo>
                    <a:pt x="4455934" y="406055"/>
                  </a:lnTo>
                  <a:lnTo>
                    <a:pt x="4456051" y="406055"/>
                  </a:lnTo>
                  <a:lnTo>
                    <a:pt x="4456169" y="406055"/>
                  </a:lnTo>
                  <a:lnTo>
                    <a:pt x="4456286" y="406055"/>
                  </a:lnTo>
                  <a:lnTo>
                    <a:pt x="4456404" y="406055"/>
                  </a:lnTo>
                  <a:lnTo>
                    <a:pt x="4456522" y="406055"/>
                  </a:lnTo>
                  <a:lnTo>
                    <a:pt x="4456639" y="406055"/>
                  </a:lnTo>
                  <a:lnTo>
                    <a:pt x="4456757" y="406055"/>
                  </a:lnTo>
                  <a:lnTo>
                    <a:pt x="4456874" y="406055"/>
                  </a:lnTo>
                  <a:lnTo>
                    <a:pt x="4456992" y="406055"/>
                  </a:lnTo>
                  <a:lnTo>
                    <a:pt x="4457110" y="406055"/>
                  </a:lnTo>
                  <a:lnTo>
                    <a:pt x="4457227" y="406055"/>
                  </a:lnTo>
                  <a:lnTo>
                    <a:pt x="4457345" y="406055"/>
                  </a:lnTo>
                  <a:lnTo>
                    <a:pt x="4457463" y="406055"/>
                  </a:lnTo>
                  <a:lnTo>
                    <a:pt x="4457463" y="405625"/>
                  </a:lnTo>
                  <a:lnTo>
                    <a:pt x="4457580" y="405625"/>
                  </a:lnTo>
                  <a:lnTo>
                    <a:pt x="4457698" y="405625"/>
                  </a:lnTo>
                  <a:lnTo>
                    <a:pt x="4457815" y="405625"/>
                  </a:lnTo>
                  <a:lnTo>
                    <a:pt x="4457933" y="405625"/>
                  </a:lnTo>
                  <a:lnTo>
                    <a:pt x="4458051" y="405625"/>
                  </a:lnTo>
                  <a:lnTo>
                    <a:pt x="4458168" y="405625"/>
                  </a:lnTo>
                  <a:lnTo>
                    <a:pt x="4458286" y="405625"/>
                  </a:lnTo>
                  <a:lnTo>
                    <a:pt x="4458403" y="405625"/>
                  </a:lnTo>
                  <a:lnTo>
                    <a:pt x="4458521" y="405625"/>
                  </a:lnTo>
                  <a:lnTo>
                    <a:pt x="4458639" y="405625"/>
                  </a:lnTo>
                  <a:lnTo>
                    <a:pt x="4458756" y="405625"/>
                  </a:lnTo>
                  <a:lnTo>
                    <a:pt x="4458874" y="405625"/>
                  </a:lnTo>
                  <a:lnTo>
                    <a:pt x="4458992" y="405625"/>
                  </a:lnTo>
                  <a:lnTo>
                    <a:pt x="4459109" y="405625"/>
                  </a:lnTo>
                  <a:lnTo>
                    <a:pt x="4459227" y="405625"/>
                  </a:lnTo>
                  <a:lnTo>
                    <a:pt x="4459344" y="405625"/>
                  </a:lnTo>
                  <a:lnTo>
                    <a:pt x="4459344" y="405194"/>
                  </a:lnTo>
                  <a:lnTo>
                    <a:pt x="4459462" y="405194"/>
                  </a:lnTo>
                  <a:lnTo>
                    <a:pt x="4459580" y="405194"/>
                  </a:lnTo>
                  <a:lnTo>
                    <a:pt x="4459697" y="405194"/>
                  </a:lnTo>
                  <a:lnTo>
                    <a:pt x="4459815" y="405194"/>
                  </a:lnTo>
                  <a:lnTo>
                    <a:pt x="4459932" y="405194"/>
                  </a:lnTo>
                  <a:lnTo>
                    <a:pt x="4460050" y="405194"/>
                  </a:lnTo>
                  <a:lnTo>
                    <a:pt x="4460168" y="405194"/>
                  </a:lnTo>
                  <a:lnTo>
                    <a:pt x="4460285" y="405194"/>
                  </a:lnTo>
                  <a:lnTo>
                    <a:pt x="4460403" y="405194"/>
                  </a:lnTo>
                  <a:lnTo>
                    <a:pt x="4460520" y="405194"/>
                  </a:lnTo>
                  <a:lnTo>
                    <a:pt x="4460638" y="405194"/>
                  </a:lnTo>
                  <a:lnTo>
                    <a:pt x="4460756" y="405194"/>
                  </a:lnTo>
                  <a:lnTo>
                    <a:pt x="4460756" y="404764"/>
                  </a:lnTo>
                  <a:lnTo>
                    <a:pt x="4460873" y="404764"/>
                  </a:lnTo>
                  <a:lnTo>
                    <a:pt x="4460991" y="404764"/>
                  </a:lnTo>
                  <a:lnTo>
                    <a:pt x="4461109" y="404764"/>
                  </a:lnTo>
                  <a:lnTo>
                    <a:pt x="4461226" y="404764"/>
                  </a:lnTo>
                  <a:lnTo>
                    <a:pt x="4461344" y="404764"/>
                  </a:lnTo>
                  <a:lnTo>
                    <a:pt x="4461461" y="404764"/>
                  </a:lnTo>
                  <a:lnTo>
                    <a:pt x="4461579" y="404764"/>
                  </a:lnTo>
                  <a:lnTo>
                    <a:pt x="4461697" y="404764"/>
                  </a:lnTo>
                  <a:lnTo>
                    <a:pt x="4461814" y="404764"/>
                  </a:lnTo>
                  <a:lnTo>
                    <a:pt x="4461932" y="404764"/>
                  </a:lnTo>
                  <a:lnTo>
                    <a:pt x="4462049" y="404764"/>
                  </a:lnTo>
                  <a:lnTo>
                    <a:pt x="4462167" y="404764"/>
                  </a:lnTo>
                  <a:lnTo>
                    <a:pt x="4462285" y="404764"/>
                  </a:lnTo>
                  <a:lnTo>
                    <a:pt x="4462402" y="404764"/>
                  </a:lnTo>
                  <a:lnTo>
                    <a:pt x="4462520" y="404764"/>
                  </a:lnTo>
                  <a:lnTo>
                    <a:pt x="4462638" y="404764"/>
                  </a:lnTo>
                  <a:lnTo>
                    <a:pt x="4462755" y="404764"/>
                  </a:lnTo>
                  <a:lnTo>
                    <a:pt x="4462873" y="404764"/>
                  </a:lnTo>
                  <a:lnTo>
                    <a:pt x="4462990" y="404764"/>
                  </a:lnTo>
                  <a:lnTo>
                    <a:pt x="4463108" y="404764"/>
                  </a:lnTo>
                  <a:lnTo>
                    <a:pt x="4463226" y="404764"/>
                  </a:lnTo>
                  <a:lnTo>
                    <a:pt x="4463343" y="404764"/>
                  </a:lnTo>
                  <a:lnTo>
                    <a:pt x="4463461" y="404764"/>
                  </a:lnTo>
                  <a:lnTo>
                    <a:pt x="4463578" y="404764"/>
                  </a:lnTo>
                  <a:lnTo>
                    <a:pt x="4463696" y="404764"/>
                  </a:lnTo>
                  <a:lnTo>
                    <a:pt x="4463814" y="404764"/>
                  </a:lnTo>
                  <a:lnTo>
                    <a:pt x="4463931" y="404764"/>
                  </a:lnTo>
                  <a:lnTo>
                    <a:pt x="4464049" y="404764"/>
                  </a:lnTo>
                  <a:lnTo>
                    <a:pt x="4464167" y="404764"/>
                  </a:lnTo>
                  <a:lnTo>
                    <a:pt x="4464284" y="404764"/>
                  </a:lnTo>
                  <a:lnTo>
                    <a:pt x="4464284" y="404333"/>
                  </a:lnTo>
                  <a:lnTo>
                    <a:pt x="4464402" y="404333"/>
                  </a:lnTo>
                  <a:lnTo>
                    <a:pt x="4464519" y="404333"/>
                  </a:lnTo>
                  <a:lnTo>
                    <a:pt x="4464637" y="404333"/>
                  </a:lnTo>
                  <a:lnTo>
                    <a:pt x="4464755" y="404333"/>
                  </a:lnTo>
                  <a:lnTo>
                    <a:pt x="4464872" y="404333"/>
                  </a:lnTo>
                  <a:lnTo>
                    <a:pt x="4464990" y="404333"/>
                  </a:lnTo>
                  <a:lnTo>
                    <a:pt x="4465107" y="404333"/>
                  </a:lnTo>
                  <a:lnTo>
                    <a:pt x="4465225" y="404333"/>
                  </a:lnTo>
                  <a:lnTo>
                    <a:pt x="4465343" y="404333"/>
                  </a:lnTo>
                  <a:lnTo>
                    <a:pt x="4465460" y="404333"/>
                  </a:lnTo>
                  <a:lnTo>
                    <a:pt x="4465578" y="404333"/>
                  </a:lnTo>
                  <a:lnTo>
                    <a:pt x="4465696" y="404333"/>
                  </a:lnTo>
                  <a:lnTo>
                    <a:pt x="4465813" y="404333"/>
                  </a:lnTo>
                  <a:lnTo>
                    <a:pt x="4465931" y="404333"/>
                  </a:lnTo>
                  <a:lnTo>
                    <a:pt x="4466048" y="404333"/>
                  </a:lnTo>
                  <a:lnTo>
                    <a:pt x="4466166" y="404333"/>
                  </a:lnTo>
                  <a:lnTo>
                    <a:pt x="4466284" y="404333"/>
                  </a:lnTo>
                  <a:lnTo>
                    <a:pt x="4466401" y="404333"/>
                  </a:lnTo>
                  <a:lnTo>
                    <a:pt x="4466519" y="404333"/>
                  </a:lnTo>
                  <a:lnTo>
                    <a:pt x="4466636" y="404333"/>
                  </a:lnTo>
                  <a:lnTo>
                    <a:pt x="4466754" y="404333"/>
                  </a:lnTo>
                  <a:lnTo>
                    <a:pt x="4466872" y="404333"/>
                  </a:lnTo>
                  <a:lnTo>
                    <a:pt x="4466989" y="404333"/>
                  </a:lnTo>
                  <a:lnTo>
                    <a:pt x="4466989" y="403902"/>
                  </a:lnTo>
                  <a:lnTo>
                    <a:pt x="4467107" y="403902"/>
                  </a:lnTo>
                  <a:lnTo>
                    <a:pt x="4467225" y="403902"/>
                  </a:lnTo>
                  <a:lnTo>
                    <a:pt x="4467342" y="403902"/>
                  </a:lnTo>
                  <a:lnTo>
                    <a:pt x="4467460" y="403902"/>
                  </a:lnTo>
                  <a:lnTo>
                    <a:pt x="4467577" y="403902"/>
                  </a:lnTo>
                  <a:lnTo>
                    <a:pt x="4467695" y="403902"/>
                  </a:lnTo>
                  <a:lnTo>
                    <a:pt x="4467813" y="403902"/>
                  </a:lnTo>
                  <a:lnTo>
                    <a:pt x="4467930" y="403902"/>
                  </a:lnTo>
                  <a:lnTo>
                    <a:pt x="4467930" y="403472"/>
                  </a:lnTo>
                  <a:lnTo>
                    <a:pt x="4468048" y="403472"/>
                  </a:lnTo>
                  <a:lnTo>
                    <a:pt x="4468165" y="403472"/>
                  </a:lnTo>
                  <a:lnTo>
                    <a:pt x="4468283" y="403472"/>
                  </a:lnTo>
                  <a:lnTo>
                    <a:pt x="4468401" y="403472"/>
                  </a:lnTo>
                  <a:lnTo>
                    <a:pt x="4468518" y="403472"/>
                  </a:lnTo>
                  <a:lnTo>
                    <a:pt x="4468636" y="403472"/>
                  </a:lnTo>
                  <a:lnTo>
                    <a:pt x="4468753" y="403472"/>
                  </a:lnTo>
                  <a:lnTo>
                    <a:pt x="4468871" y="403472"/>
                  </a:lnTo>
                  <a:lnTo>
                    <a:pt x="4468989" y="403472"/>
                  </a:lnTo>
                  <a:lnTo>
                    <a:pt x="4468989" y="403041"/>
                  </a:lnTo>
                  <a:lnTo>
                    <a:pt x="4469106" y="403041"/>
                  </a:lnTo>
                  <a:lnTo>
                    <a:pt x="4469224" y="403041"/>
                  </a:lnTo>
                  <a:lnTo>
                    <a:pt x="4469224" y="402611"/>
                  </a:lnTo>
                  <a:lnTo>
                    <a:pt x="4469342" y="402611"/>
                  </a:lnTo>
                  <a:lnTo>
                    <a:pt x="4469342" y="402180"/>
                  </a:lnTo>
                  <a:lnTo>
                    <a:pt x="4469459" y="402180"/>
                  </a:lnTo>
                  <a:lnTo>
                    <a:pt x="4469577" y="402180"/>
                  </a:lnTo>
                  <a:lnTo>
                    <a:pt x="4469694" y="402180"/>
                  </a:lnTo>
                  <a:lnTo>
                    <a:pt x="4469812" y="402180"/>
                  </a:lnTo>
                  <a:lnTo>
                    <a:pt x="4469930" y="402180"/>
                  </a:lnTo>
                  <a:lnTo>
                    <a:pt x="4470047" y="402180"/>
                  </a:lnTo>
                  <a:lnTo>
                    <a:pt x="4470165" y="402180"/>
                  </a:lnTo>
                  <a:lnTo>
                    <a:pt x="4470282" y="402180"/>
                  </a:lnTo>
                  <a:lnTo>
                    <a:pt x="4470400" y="402180"/>
                  </a:lnTo>
                  <a:lnTo>
                    <a:pt x="4470518" y="402180"/>
                  </a:lnTo>
                  <a:lnTo>
                    <a:pt x="4470635" y="402180"/>
                  </a:lnTo>
                  <a:lnTo>
                    <a:pt x="4470753" y="402180"/>
                  </a:lnTo>
                  <a:lnTo>
                    <a:pt x="4470871" y="402180"/>
                  </a:lnTo>
                  <a:lnTo>
                    <a:pt x="4470988" y="402180"/>
                  </a:lnTo>
                  <a:lnTo>
                    <a:pt x="4471106" y="402180"/>
                  </a:lnTo>
                  <a:lnTo>
                    <a:pt x="4471223" y="402180"/>
                  </a:lnTo>
                  <a:lnTo>
                    <a:pt x="4471223" y="401749"/>
                  </a:lnTo>
                  <a:lnTo>
                    <a:pt x="4471341" y="401749"/>
                  </a:lnTo>
                  <a:lnTo>
                    <a:pt x="4471459" y="401749"/>
                  </a:lnTo>
                  <a:lnTo>
                    <a:pt x="4471576" y="401749"/>
                  </a:lnTo>
                  <a:lnTo>
                    <a:pt x="4471576" y="401319"/>
                  </a:lnTo>
                  <a:lnTo>
                    <a:pt x="4471694" y="401319"/>
                  </a:lnTo>
                  <a:lnTo>
                    <a:pt x="4471811" y="401319"/>
                  </a:lnTo>
                  <a:lnTo>
                    <a:pt x="4471929" y="401319"/>
                  </a:lnTo>
                  <a:lnTo>
                    <a:pt x="4472047" y="401319"/>
                  </a:lnTo>
                  <a:lnTo>
                    <a:pt x="4472164" y="401319"/>
                  </a:lnTo>
                  <a:lnTo>
                    <a:pt x="4472282" y="401319"/>
                  </a:lnTo>
                  <a:lnTo>
                    <a:pt x="4472400" y="401319"/>
                  </a:lnTo>
                  <a:lnTo>
                    <a:pt x="4472400" y="400888"/>
                  </a:lnTo>
                  <a:lnTo>
                    <a:pt x="4472517" y="400888"/>
                  </a:lnTo>
                  <a:lnTo>
                    <a:pt x="4472517" y="400458"/>
                  </a:lnTo>
                  <a:lnTo>
                    <a:pt x="4472635" y="400458"/>
                  </a:lnTo>
                  <a:lnTo>
                    <a:pt x="4472752" y="400458"/>
                  </a:lnTo>
                  <a:lnTo>
                    <a:pt x="4472870" y="400458"/>
                  </a:lnTo>
                  <a:lnTo>
                    <a:pt x="4472870" y="400027"/>
                  </a:lnTo>
                  <a:lnTo>
                    <a:pt x="4472988" y="400027"/>
                  </a:lnTo>
                  <a:lnTo>
                    <a:pt x="4473105" y="400027"/>
                  </a:lnTo>
                  <a:lnTo>
                    <a:pt x="4473223" y="400027"/>
                  </a:lnTo>
                  <a:lnTo>
                    <a:pt x="4473340" y="400027"/>
                  </a:lnTo>
                  <a:lnTo>
                    <a:pt x="4473458" y="400027"/>
                  </a:lnTo>
                  <a:lnTo>
                    <a:pt x="4473458" y="399596"/>
                  </a:lnTo>
                  <a:lnTo>
                    <a:pt x="4473576" y="399596"/>
                  </a:lnTo>
                  <a:lnTo>
                    <a:pt x="4473693" y="399596"/>
                  </a:lnTo>
                  <a:lnTo>
                    <a:pt x="4473811" y="399596"/>
                  </a:lnTo>
                  <a:lnTo>
                    <a:pt x="4473811" y="399166"/>
                  </a:lnTo>
                  <a:lnTo>
                    <a:pt x="4473811" y="398735"/>
                  </a:lnTo>
                  <a:lnTo>
                    <a:pt x="4473929" y="398735"/>
                  </a:lnTo>
                  <a:lnTo>
                    <a:pt x="4474046" y="398735"/>
                  </a:lnTo>
                  <a:lnTo>
                    <a:pt x="4474164" y="398735"/>
                  </a:lnTo>
                  <a:lnTo>
                    <a:pt x="4474281" y="398735"/>
                  </a:lnTo>
                  <a:lnTo>
                    <a:pt x="4474399" y="398735"/>
                  </a:lnTo>
                  <a:lnTo>
                    <a:pt x="4474517" y="398735"/>
                  </a:lnTo>
                  <a:lnTo>
                    <a:pt x="4474634" y="398735"/>
                  </a:lnTo>
                  <a:lnTo>
                    <a:pt x="4474752" y="398735"/>
                  </a:lnTo>
                  <a:lnTo>
                    <a:pt x="4474869" y="398735"/>
                  </a:lnTo>
                  <a:lnTo>
                    <a:pt x="4474987" y="398735"/>
                  </a:lnTo>
                  <a:lnTo>
                    <a:pt x="4475105" y="398735"/>
                  </a:lnTo>
                  <a:lnTo>
                    <a:pt x="4475222" y="398735"/>
                  </a:lnTo>
                  <a:lnTo>
                    <a:pt x="4475340" y="398735"/>
                  </a:lnTo>
                  <a:lnTo>
                    <a:pt x="4475458" y="398735"/>
                  </a:lnTo>
                  <a:lnTo>
                    <a:pt x="4475575" y="398735"/>
                  </a:lnTo>
                  <a:lnTo>
                    <a:pt x="4475693" y="398735"/>
                  </a:lnTo>
                  <a:lnTo>
                    <a:pt x="4475810" y="398735"/>
                  </a:lnTo>
                  <a:lnTo>
                    <a:pt x="4475928" y="398735"/>
                  </a:lnTo>
                  <a:lnTo>
                    <a:pt x="4476046" y="398735"/>
                  </a:lnTo>
                  <a:lnTo>
                    <a:pt x="4476163" y="398735"/>
                  </a:lnTo>
                  <a:lnTo>
                    <a:pt x="4476281" y="398735"/>
                  </a:lnTo>
                  <a:lnTo>
                    <a:pt x="4476398" y="398735"/>
                  </a:lnTo>
                  <a:lnTo>
                    <a:pt x="4476516" y="398735"/>
                  </a:lnTo>
                  <a:lnTo>
                    <a:pt x="4476634" y="398735"/>
                  </a:lnTo>
                  <a:lnTo>
                    <a:pt x="4476751" y="398735"/>
                  </a:lnTo>
                  <a:lnTo>
                    <a:pt x="4476869" y="398735"/>
                  </a:lnTo>
                  <a:lnTo>
                    <a:pt x="4476986" y="398735"/>
                  </a:lnTo>
                  <a:lnTo>
                    <a:pt x="4477104" y="398735"/>
                  </a:lnTo>
                  <a:lnTo>
                    <a:pt x="4477222" y="398735"/>
                  </a:lnTo>
                  <a:lnTo>
                    <a:pt x="4477339" y="398735"/>
                  </a:lnTo>
                  <a:lnTo>
                    <a:pt x="4477339" y="398305"/>
                  </a:lnTo>
                  <a:lnTo>
                    <a:pt x="4477457" y="398305"/>
                  </a:lnTo>
                  <a:lnTo>
                    <a:pt x="4477575" y="398305"/>
                  </a:lnTo>
                  <a:lnTo>
                    <a:pt x="4477575" y="397874"/>
                  </a:lnTo>
                  <a:lnTo>
                    <a:pt x="4477692" y="397874"/>
                  </a:lnTo>
                  <a:lnTo>
                    <a:pt x="4477810" y="397874"/>
                  </a:lnTo>
                  <a:lnTo>
                    <a:pt x="4477927" y="397874"/>
                  </a:lnTo>
                  <a:lnTo>
                    <a:pt x="4477927" y="397443"/>
                  </a:lnTo>
                  <a:lnTo>
                    <a:pt x="4478045" y="397443"/>
                  </a:lnTo>
                  <a:lnTo>
                    <a:pt x="4478163" y="397443"/>
                  </a:lnTo>
                  <a:lnTo>
                    <a:pt x="4478280" y="397443"/>
                  </a:lnTo>
                  <a:lnTo>
                    <a:pt x="4478280" y="397013"/>
                  </a:lnTo>
                  <a:lnTo>
                    <a:pt x="4478398" y="397013"/>
                  </a:lnTo>
                  <a:lnTo>
                    <a:pt x="4478515" y="397013"/>
                  </a:lnTo>
                  <a:lnTo>
                    <a:pt x="4478633" y="397013"/>
                  </a:lnTo>
                  <a:lnTo>
                    <a:pt x="4478633" y="396582"/>
                  </a:lnTo>
                  <a:lnTo>
                    <a:pt x="4478633" y="396152"/>
                  </a:lnTo>
                  <a:lnTo>
                    <a:pt x="4478751" y="396152"/>
                  </a:lnTo>
                  <a:lnTo>
                    <a:pt x="4478868" y="396152"/>
                  </a:lnTo>
                  <a:lnTo>
                    <a:pt x="4478986" y="396152"/>
                  </a:lnTo>
                  <a:lnTo>
                    <a:pt x="4479104" y="396152"/>
                  </a:lnTo>
                  <a:lnTo>
                    <a:pt x="4479221" y="396152"/>
                  </a:lnTo>
                  <a:lnTo>
                    <a:pt x="4479339" y="396152"/>
                  </a:lnTo>
                  <a:lnTo>
                    <a:pt x="4479456" y="396152"/>
                  </a:lnTo>
                  <a:lnTo>
                    <a:pt x="4479574" y="396152"/>
                  </a:lnTo>
                  <a:lnTo>
                    <a:pt x="4479692" y="396152"/>
                  </a:lnTo>
                  <a:lnTo>
                    <a:pt x="4479809" y="396152"/>
                  </a:lnTo>
                  <a:lnTo>
                    <a:pt x="4479927" y="396152"/>
                  </a:lnTo>
                  <a:lnTo>
                    <a:pt x="4479927" y="395721"/>
                  </a:lnTo>
                  <a:lnTo>
                    <a:pt x="4480044" y="395721"/>
                  </a:lnTo>
                  <a:lnTo>
                    <a:pt x="4480162" y="395721"/>
                  </a:lnTo>
                  <a:lnTo>
                    <a:pt x="4480280" y="395721"/>
                  </a:lnTo>
                  <a:lnTo>
                    <a:pt x="4480397" y="395721"/>
                  </a:lnTo>
                  <a:lnTo>
                    <a:pt x="4480515" y="395721"/>
                  </a:lnTo>
                  <a:lnTo>
                    <a:pt x="4480515" y="395290"/>
                  </a:lnTo>
                  <a:lnTo>
                    <a:pt x="4480633" y="395290"/>
                  </a:lnTo>
                  <a:lnTo>
                    <a:pt x="4480750" y="395290"/>
                  </a:lnTo>
                  <a:lnTo>
                    <a:pt x="4480868" y="395290"/>
                  </a:lnTo>
                  <a:lnTo>
                    <a:pt x="4480985" y="395290"/>
                  </a:lnTo>
                  <a:lnTo>
                    <a:pt x="4480985" y="394860"/>
                  </a:lnTo>
                  <a:lnTo>
                    <a:pt x="4481103" y="394860"/>
                  </a:lnTo>
                  <a:lnTo>
                    <a:pt x="4481221" y="394860"/>
                  </a:lnTo>
                  <a:lnTo>
                    <a:pt x="4481338" y="394860"/>
                  </a:lnTo>
                  <a:lnTo>
                    <a:pt x="4481456" y="394860"/>
                  </a:lnTo>
                  <a:lnTo>
                    <a:pt x="4481573" y="394860"/>
                  </a:lnTo>
                  <a:lnTo>
                    <a:pt x="4481691" y="394860"/>
                  </a:lnTo>
                  <a:lnTo>
                    <a:pt x="4481809" y="394860"/>
                  </a:lnTo>
                  <a:lnTo>
                    <a:pt x="4481926" y="394860"/>
                  </a:lnTo>
                  <a:lnTo>
                    <a:pt x="4482044" y="394860"/>
                  </a:lnTo>
                  <a:lnTo>
                    <a:pt x="4482162" y="394860"/>
                  </a:lnTo>
                  <a:lnTo>
                    <a:pt x="4482279" y="394860"/>
                  </a:lnTo>
                  <a:lnTo>
                    <a:pt x="4482397" y="394860"/>
                  </a:lnTo>
                  <a:lnTo>
                    <a:pt x="4482514" y="394860"/>
                  </a:lnTo>
                  <a:lnTo>
                    <a:pt x="4482632" y="394860"/>
                  </a:lnTo>
                  <a:lnTo>
                    <a:pt x="4482750" y="394860"/>
                  </a:lnTo>
                  <a:lnTo>
                    <a:pt x="4482867" y="394860"/>
                  </a:lnTo>
                  <a:lnTo>
                    <a:pt x="4482985" y="394860"/>
                  </a:lnTo>
                  <a:lnTo>
                    <a:pt x="4483102" y="394860"/>
                  </a:lnTo>
                  <a:lnTo>
                    <a:pt x="4483220" y="394860"/>
                  </a:lnTo>
                  <a:lnTo>
                    <a:pt x="4483338" y="394860"/>
                  </a:lnTo>
                  <a:lnTo>
                    <a:pt x="4483455" y="394860"/>
                  </a:lnTo>
                  <a:lnTo>
                    <a:pt x="4483573" y="394860"/>
                  </a:lnTo>
                  <a:lnTo>
                    <a:pt x="4483691" y="394860"/>
                  </a:lnTo>
                  <a:lnTo>
                    <a:pt x="4483808" y="394860"/>
                  </a:lnTo>
                  <a:lnTo>
                    <a:pt x="4483926" y="394860"/>
                  </a:lnTo>
                  <a:lnTo>
                    <a:pt x="4484043" y="394860"/>
                  </a:lnTo>
                  <a:lnTo>
                    <a:pt x="4484043" y="394429"/>
                  </a:lnTo>
                  <a:lnTo>
                    <a:pt x="4484161" y="394429"/>
                  </a:lnTo>
                  <a:lnTo>
                    <a:pt x="4484279" y="394429"/>
                  </a:lnTo>
                  <a:lnTo>
                    <a:pt x="4484396" y="394429"/>
                  </a:lnTo>
                  <a:lnTo>
                    <a:pt x="4484514" y="394429"/>
                  </a:lnTo>
                  <a:lnTo>
                    <a:pt x="4484631" y="394429"/>
                  </a:lnTo>
                  <a:lnTo>
                    <a:pt x="4484749" y="394429"/>
                  </a:lnTo>
                  <a:lnTo>
                    <a:pt x="4484867" y="394429"/>
                  </a:lnTo>
                  <a:lnTo>
                    <a:pt x="4484984" y="394429"/>
                  </a:lnTo>
                  <a:lnTo>
                    <a:pt x="4485102" y="394429"/>
                  </a:lnTo>
                  <a:lnTo>
                    <a:pt x="4485219" y="394429"/>
                  </a:lnTo>
                  <a:lnTo>
                    <a:pt x="4485337" y="394429"/>
                  </a:lnTo>
                  <a:lnTo>
                    <a:pt x="4485455" y="394429"/>
                  </a:lnTo>
                  <a:lnTo>
                    <a:pt x="4485455" y="393999"/>
                  </a:lnTo>
                  <a:lnTo>
                    <a:pt x="4485572" y="393999"/>
                  </a:lnTo>
                  <a:lnTo>
                    <a:pt x="4485690" y="393999"/>
                  </a:lnTo>
                  <a:lnTo>
                    <a:pt x="4485808" y="393999"/>
                  </a:lnTo>
                  <a:lnTo>
                    <a:pt x="4485925" y="393999"/>
                  </a:lnTo>
                  <a:lnTo>
                    <a:pt x="4486043" y="393999"/>
                  </a:lnTo>
                  <a:lnTo>
                    <a:pt x="4486160" y="393999"/>
                  </a:lnTo>
                  <a:lnTo>
                    <a:pt x="4486278" y="393999"/>
                  </a:lnTo>
                  <a:lnTo>
                    <a:pt x="4486396" y="393999"/>
                  </a:lnTo>
                  <a:lnTo>
                    <a:pt x="4486513" y="393999"/>
                  </a:lnTo>
                  <a:lnTo>
                    <a:pt x="4486631" y="393999"/>
                  </a:lnTo>
                  <a:lnTo>
                    <a:pt x="4486748" y="393999"/>
                  </a:lnTo>
                  <a:lnTo>
                    <a:pt x="4486866" y="393999"/>
                  </a:lnTo>
                  <a:lnTo>
                    <a:pt x="4486984" y="393999"/>
                  </a:lnTo>
                  <a:lnTo>
                    <a:pt x="4487101" y="393999"/>
                  </a:lnTo>
                  <a:lnTo>
                    <a:pt x="4487219" y="393999"/>
                  </a:lnTo>
                  <a:lnTo>
                    <a:pt x="4487337" y="393999"/>
                  </a:lnTo>
                  <a:lnTo>
                    <a:pt x="4487337" y="393568"/>
                  </a:lnTo>
                  <a:lnTo>
                    <a:pt x="4487454" y="393568"/>
                  </a:lnTo>
                  <a:lnTo>
                    <a:pt x="4487572" y="393568"/>
                  </a:lnTo>
                  <a:lnTo>
                    <a:pt x="4487689" y="393568"/>
                  </a:lnTo>
                  <a:lnTo>
                    <a:pt x="4487689" y="393137"/>
                  </a:lnTo>
                  <a:lnTo>
                    <a:pt x="4487807" y="393137"/>
                  </a:lnTo>
                  <a:lnTo>
                    <a:pt x="4487925" y="393137"/>
                  </a:lnTo>
                  <a:lnTo>
                    <a:pt x="4488042" y="393137"/>
                  </a:lnTo>
                  <a:lnTo>
                    <a:pt x="4488160" y="393137"/>
                  </a:lnTo>
                  <a:lnTo>
                    <a:pt x="4488277" y="393137"/>
                  </a:lnTo>
                  <a:lnTo>
                    <a:pt x="4488395" y="393137"/>
                  </a:lnTo>
                  <a:lnTo>
                    <a:pt x="4488395" y="392707"/>
                  </a:lnTo>
                  <a:lnTo>
                    <a:pt x="4488513" y="392707"/>
                  </a:lnTo>
                  <a:lnTo>
                    <a:pt x="4488630" y="392707"/>
                  </a:lnTo>
                  <a:lnTo>
                    <a:pt x="4488748" y="392707"/>
                  </a:lnTo>
                  <a:lnTo>
                    <a:pt x="4488866" y="392707"/>
                  </a:lnTo>
                  <a:lnTo>
                    <a:pt x="4488983" y="392707"/>
                  </a:lnTo>
                  <a:lnTo>
                    <a:pt x="4489101" y="392707"/>
                  </a:lnTo>
                  <a:lnTo>
                    <a:pt x="4489218" y="392707"/>
                  </a:lnTo>
                  <a:lnTo>
                    <a:pt x="4489336" y="392707"/>
                  </a:lnTo>
                  <a:lnTo>
                    <a:pt x="4489454" y="392707"/>
                  </a:lnTo>
                  <a:lnTo>
                    <a:pt x="4489571" y="392707"/>
                  </a:lnTo>
                  <a:lnTo>
                    <a:pt x="4489689" y="392707"/>
                  </a:lnTo>
                  <a:lnTo>
                    <a:pt x="4489806" y="392707"/>
                  </a:lnTo>
                  <a:lnTo>
                    <a:pt x="4489924" y="392707"/>
                  </a:lnTo>
                  <a:lnTo>
                    <a:pt x="4490042" y="392707"/>
                  </a:lnTo>
                  <a:lnTo>
                    <a:pt x="4490159" y="392707"/>
                  </a:lnTo>
                  <a:lnTo>
                    <a:pt x="4490277" y="392707"/>
                  </a:lnTo>
                  <a:lnTo>
                    <a:pt x="4490395" y="392707"/>
                  </a:lnTo>
                  <a:lnTo>
                    <a:pt x="4490512" y="392707"/>
                  </a:lnTo>
                  <a:lnTo>
                    <a:pt x="4490630" y="392707"/>
                  </a:lnTo>
                  <a:lnTo>
                    <a:pt x="4490747" y="392707"/>
                  </a:lnTo>
                  <a:lnTo>
                    <a:pt x="4490865" y="392707"/>
                  </a:lnTo>
                  <a:lnTo>
                    <a:pt x="4490983" y="392707"/>
                  </a:lnTo>
                  <a:lnTo>
                    <a:pt x="4491100" y="392707"/>
                  </a:lnTo>
                  <a:lnTo>
                    <a:pt x="4491218" y="392707"/>
                  </a:lnTo>
                  <a:lnTo>
                    <a:pt x="4491335" y="392707"/>
                  </a:lnTo>
                  <a:lnTo>
                    <a:pt x="4491453" y="392707"/>
                  </a:lnTo>
                  <a:lnTo>
                    <a:pt x="4491571" y="392707"/>
                  </a:lnTo>
                  <a:lnTo>
                    <a:pt x="4491688" y="392707"/>
                  </a:lnTo>
                  <a:lnTo>
                    <a:pt x="4491806" y="392707"/>
                  </a:lnTo>
                  <a:lnTo>
                    <a:pt x="4491924" y="392707"/>
                  </a:lnTo>
                  <a:lnTo>
                    <a:pt x="4492041" y="392707"/>
                  </a:lnTo>
                  <a:lnTo>
                    <a:pt x="4492159" y="392707"/>
                  </a:lnTo>
                  <a:lnTo>
                    <a:pt x="4492159" y="392276"/>
                  </a:lnTo>
                  <a:lnTo>
                    <a:pt x="4492276" y="392276"/>
                  </a:lnTo>
                  <a:lnTo>
                    <a:pt x="4492394" y="392276"/>
                  </a:lnTo>
                  <a:lnTo>
                    <a:pt x="4492512" y="392276"/>
                  </a:lnTo>
                  <a:lnTo>
                    <a:pt x="4492629" y="392276"/>
                  </a:lnTo>
                  <a:lnTo>
                    <a:pt x="4492747" y="392276"/>
                  </a:lnTo>
                  <a:lnTo>
                    <a:pt x="4492864" y="392276"/>
                  </a:lnTo>
                  <a:lnTo>
                    <a:pt x="4492982" y="392276"/>
                  </a:lnTo>
                  <a:lnTo>
                    <a:pt x="4493100" y="392276"/>
                  </a:lnTo>
                  <a:lnTo>
                    <a:pt x="4493217" y="392276"/>
                  </a:lnTo>
                  <a:lnTo>
                    <a:pt x="4493335" y="392276"/>
                  </a:lnTo>
                  <a:lnTo>
                    <a:pt x="4493452" y="392276"/>
                  </a:lnTo>
                  <a:lnTo>
                    <a:pt x="4493570" y="392276"/>
                  </a:lnTo>
                  <a:lnTo>
                    <a:pt x="4493688" y="392276"/>
                  </a:lnTo>
                  <a:lnTo>
                    <a:pt x="4493805" y="392276"/>
                  </a:lnTo>
                  <a:lnTo>
                    <a:pt x="4493923" y="392276"/>
                  </a:lnTo>
                  <a:lnTo>
                    <a:pt x="4494041" y="392276"/>
                  </a:lnTo>
                  <a:lnTo>
                    <a:pt x="4494158" y="392276"/>
                  </a:lnTo>
                  <a:lnTo>
                    <a:pt x="4494276" y="392276"/>
                  </a:lnTo>
                  <a:lnTo>
                    <a:pt x="4494393" y="392276"/>
                  </a:lnTo>
                  <a:lnTo>
                    <a:pt x="4494511" y="392276"/>
                  </a:lnTo>
                  <a:lnTo>
                    <a:pt x="4494629" y="392276"/>
                  </a:lnTo>
                  <a:lnTo>
                    <a:pt x="4494746" y="392276"/>
                  </a:lnTo>
                  <a:lnTo>
                    <a:pt x="4494864" y="392276"/>
                  </a:lnTo>
                  <a:lnTo>
                    <a:pt x="4494981" y="392276"/>
                  </a:lnTo>
                  <a:lnTo>
                    <a:pt x="4495099" y="392276"/>
                  </a:lnTo>
                  <a:lnTo>
                    <a:pt x="4495217" y="392276"/>
                  </a:lnTo>
                  <a:lnTo>
                    <a:pt x="4495217" y="391846"/>
                  </a:lnTo>
                  <a:lnTo>
                    <a:pt x="4495334" y="391846"/>
                  </a:lnTo>
                  <a:lnTo>
                    <a:pt x="4495452" y="391846"/>
                  </a:lnTo>
                  <a:lnTo>
                    <a:pt x="4495570" y="391846"/>
                  </a:lnTo>
                  <a:lnTo>
                    <a:pt x="4495687" y="391846"/>
                  </a:lnTo>
                  <a:lnTo>
                    <a:pt x="4495805" y="391846"/>
                  </a:lnTo>
                  <a:lnTo>
                    <a:pt x="4495922" y="391846"/>
                  </a:lnTo>
                  <a:lnTo>
                    <a:pt x="4496040" y="391846"/>
                  </a:lnTo>
                  <a:lnTo>
                    <a:pt x="4496158" y="391846"/>
                  </a:lnTo>
                  <a:lnTo>
                    <a:pt x="4496275" y="391846"/>
                  </a:lnTo>
                  <a:lnTo>
                    <a:pt x="4496393" y="391846"/>
                  </a:lnTo>
                  <a:lnTo>
                    <a:pt x="4496510" y="391846"/>
                  </a:lnTo>
                  <a:lnTo>
                    <a:pt x="4496628" y="391846"/>
                  </a:lnTo>
                  <a:lnTo>
                    <a:pt x="4496746" y="391846"/>
                  </a:lnTo>
                  <a:lnTo>
                    <a:pt x="4496863" y="391846"/>
                  </a:lnTo>
                  <a:lnTo>
                    <a:pt x="4496981" y="391846"/>
                  </a:lnTo>
                  <a:lnTo>
                    <a:pt x="4497099" y="391846"/>
                  </a:lnTo>
                  <a:lnTo>
                    <a:pt x="4497216" y="391846"/>
                  </a:lnTo>
                  <a:lnTo>
                    <a:pt x="4497334" y="391846"/>
                  </a:lnTo>
                  <a:lnTo>
                    <a:pt x="4497451" y="391846"/>
                  </a:lnTo>
                  <a:lnTo>
                    <a:pt x="4497569" y="391846"/>
                  </a:lnTo>
                  <a:lnTo>
                    <a:pt x="4497687" y="391846"/>
                  </a:lnTo>
                  <a:lnTo>
                    <a:pt x="4497804" y="391846"/>
                  </a:lnTo>
                  <a:lnTo>
                    <a:pt x="4497922" y="391846"/>
                  </a:lnTo>
                  <a:lnTo>
                    <a:pt x="4498039" y="391846"/>
                  </a:lnTo>
                  <a:lnTo>
                    <a:pt x="4498157" y="391846"/>
                  </a:lnTo>
                  <a:lnTo>
                    <a:pt x="4498275" y="391846"/>
                  </a:lnTo>
                  <a:lnTo>
                    <a:pt x="4498275" y="391415"/>
                  </a:lnTo>
                  <a:lnTo>
                    <a:pt x="4498392" y="391415"/>
                  </a:lnTo>
                  <a:lnTo>
                    <a:pt x="4498510" y="391415"/>
                  </a:lnTo>
                  <a:lnTo>
                    <a:pt x="4498628" y="391415"/>
                  </a:lnTo>
                  <a:lnTo>
                    <a:pt x="4498745" y="391415"/>
                  </a:lnTo>
                  <a:lnTo>
                    <a:pt x="4498863" y="391415"/>
                  </a:lnTo>
                  <a:lnTo>
                    <a:pt x="4498980" y="391415"/>
                  </a:lnTo>
                  <a:lnTo>
                    <a:pt x="4499098" y="391415"/>
                  </a:lnTo>
                  <a:lnTo>
                    <a:pt x="4499216" y="391415"/>
                  </a:lnTo>
                  <a:lnTo>
                    <a:pt x="4499216" y="390984"/>
                  </a:lnTo>
                  <a:lnTo>
                    <a:pt x="4499333" y="390984"/>
                  </a:lnTo>
                  <a:lnTo>
                    <a:pt x="4499451" y="390984"/>
                  </a:lnTo>
                  <a:lnTo>
                    <a:pt x="4499568" y="390984"/>
                  </a:lnTo>
                  <a:lnTo>
                    <a:pt x="4499686" y="390984"/>
                  </a:lnTo>
                  <a:lnTo>
                    <a:pt x="4499804" y="390984"/>
                  </a:lnTo>
                  <a:lnTo>
                    <a:pt x="4499921" y="390984"/>
                  </a:lnTo>
                  <a:lnTo>
                    <a:pt x="4499921" y="390554"/>
                  </a:lnTo>
                  <a:lnTo>
                    <a:pt x="4500039" y="390554"/>
                  </a:lnTo>
                  <a:lnTo>
                    <a:pt x="4500157" y="390554"/>
                  </a:lnTo>
                  <a:lnTo>
                    <a:pt x="4500274" y="390554"/>
                  </a:lnTo>
                  <a:lnTo>
                    <a:pt x="4500392" y="390554"/>
                  </a:lnTo>
                  <a:lnTo>
                    <a:pt x="4500509" y="390554"/>
                  </a:lnTo>
                  <a:lnTo>
                    <a:pt x="4500627" y="390554"/>
                  </a:lnTo>
                  <a:lnTo>
                    <a:pt x="4500745" y="390554"/>
                  </a:lnTo>
                  <a:lnTo>
                    <a:pt x="4500862" y="390554"/>
                  </a:lnTo>
                  <a:lnTo>
                    <a:pt x="4500862" y="390123"/>
                  </a:lnTo>
                  <a:lnTo>
                    <a:pt x="4500980" y="390123"/>
                  </a:lnTo>
                  <a:lnTo>
                    <a:pt x="4501097" y="390123"/>
                  </a:lnTo>
                  <a:lnTo>
                    <a:pt x="4501215" y="390123"/>
                  </a:lnTo>
                  <a:lnTo>
                    <a:pt x="4501333" y="390123"/>
                  </a:lnTo>
                  <a:lnTo>
                    <a:pt x="4501450" y="390123"/>
                  </a:lnTo>
                  <a:lnTo>
                    <a:pt x="4501568" y="390123"/>
                  </a:lnTo>
                  <a:lnTo>
                    <a:pt x="4501685" y="390123"/>
                  </a:lnTo>
                  <a:lnTo>
                    <a:pt x="4501803" y="390123"/>
                  </a:lnTo>
                  <a:lnTo>
                    <a:pt x="4501921" y="390123"/>
                  </a:lnTo>
                  <a:lnTo>
                    <a:pt x="4501921" y="389693"/>
                  </a:lnTo>
                  <a:lnTo>
                    <a:pt x="4502038" y="389693"/>
                  </a:lnTo>
                  <a:lnTo>
                    <a:pt x="4502156" y="389693"/>
                  </a:lnTo>
                  <a:lnTo>
                    <a:pt x="4502274" y="389693"/>
                  </a:lnTo>
                  <a:lnTo>
                    <a:pt x="4502391" y="389693"/>
                  </a:lnTo>
                  <a:lnTo>
                    <a:pt x="4502391" y="389262"/>
                  </a:lnTo>
                  <a:lnTo>
                    <a:pt x="4502509" y="389262"/>
                  </a:lnTo>
                  <a:lnTo>
                    <a:pt x="4502509" y="388831"/>
                  </a:lnTo>
                  <a:lnTo>
                    <a:pt x="4502626" y="388831"/>
                  </a:lnTo>
                  <a:lnTo>
                    <a:pt x="4502744" y="388831"/>
                  </a:lnTo>
                  <a:lnTo>
                    <a:pt x="4502862" y="388831"/>
                  </a:lnTo>
                  <a:lnTo>
                    <a:pt x="4502979" y="388831"/>
                  </a:lnTo>
                  <a:lnTo>
                    <a:pt x="4503097" y="388831"/>
                  </a:lnTo>
                  <a:lnTo>
                    <a:pt x="4503097" y="388401"/>
                  </a:lnTo>
                  <a:lnTo>
                    <a:pt x="4503214" y="388401"/>
                  </a:lnTo>
                  <a:lnTo>
                    <a:pt x="4503332" y="388401"/>
                  </a:lnTo>
                  <a:lnTo>
                    <a:pt x="4503450" y="388401"/>
                  </a:lnTo>
                  <a:lnTo>
                    <a:pt x="4503567" y="388401"/>
                  </a:lnTo>
                  <a:lnTo>
                    <a:pt x="4503685" y="388401"/>
                  </a:lnTo>
                  <a:lnTo>
                    <a:pt x="4503803" y="388401"/>
                  </a:lnTo>
                  <a:lnTo>
                    <a:pt x="4503920" y="388401"/>
                  </a:lnTo>
                  <a:lnTo>
                    <a:pt x="4504038" y="388401"/>
                  </a:lnTo>
                  <a:lnTo>
                    <a:pt x="4504155" y="388401"/>
                  </a:lnTo>
                  <a:lnTo>
                    <a:pt x="4504273" y="388401"/>
                  </a:lnTo>
                  <a:lnTo>
                    <a:pt x="4504391" y="388401"/>
                  </a:lnTo>
                  <a:lnTo>
                    <a:pt x="4504508" y="388401"/>
                  </a:lnTo>
                  <a:lnTo>
                    <a:pt x="4504626" y="388401"/>
                  </a:lnTo>
                  <a:lnTo>
                    <a:pt x="4504626" y="387970"/>
                  </a:lnTo>
                  <a:lnTo>
                    <a:pt x="4504743" y="387970"/>
                  </a:lnTo>
                  <a:lnTo>
                    <a:pt x="4504861" y="387970"/>
                  </a:lnTo>
                  <a:lnTo>
                    <a:pt x="4504979" y="387970"/>
                  </a:lnTo>
                  <a:lnTo>
                    <a:pt x="4505096" y="387970"/>
                  </a:lnTo>
                  <a:lnTo>
                    <a:pt x="4505214" y="387970"/>
                  </a:lnTo>
                  <a:lnTo>
                    <a:pt x="4505332" y="387970"/>
                  </a:lnTo>
                  <a:lnTo>
                    <a:pt x="4505449" y="387970"/>
                  </a:lnTo>
                  <a:lnTo>
                    <a:pt x="4505567" y="387970"/>
                  </a:lnTo>
                  <a:lnTo>
                    <a:pt x="4505684" y="387970"/>
                  </a:lnTo>
                  <a:lnTo>
                    <a:pt x="4505802" y="387970"/>
                  </a:lnTo>
                  <a:lnTo>
                    <a:pt x="4505920" y="387970"/>
                  </a:lnTo>
                  <a:lnTo>
                    <a:pt x="4505920" y="387540"/>
                  </a:lnTo>
                  <a:lnTo>
                    <a:pt x="4506037" y="387540"/>
                  </a:lnTo>
                  <a:lnTo>
                    <a:pt x="4506155" y="387540"/>
                  </a:lnTo>
                  <a:lnTo>
                    <a:pt x="4506272" y="387540"/>
                  </a:lnTo>
                  <a:lnTo>
                    <a:pt x="4506390" y="387540"/>
                  </a:lnTo>
                  <a:lnTo>
                    <a:pt x="4506508" y="387540"/>
                  </a:lnTo>
                  <a:lnTo>
                    <a:pt x="4506508" y="387109"/>
                  </a:lnTo>
                  <a:lnTo>
                    <a:pt x="4506625" y="387109"/>
                  </a:lnTo>
                  <a:lnTo>
                    <a:pt x="4506743" y="387109"/>
                  </a:lnTo>
                  <a:lnTo>
                    <a:pt x="4506861" y="387109"/>
                  </a:lnTo>
                  <a:lnTo>
                    <a:pt x="4506978" y="387109"/>
                  </a:lnTo>
                  <a:lnTo>
                    <a:pt x="4507096" y="387109"/>
                  </a:lnTo>
                  <a:lnTo>
                    <a:pt x="4507213" y="387109"/>
                  </a:lnTo>
                  <a:lnTo>
                    <a:pt x="4507331" y="387109"/>
                  </a:lnTo>
                  <a:lnTo>
                    <a:pt x="4507449" y="387109"/>
                  </a:lnTo>
                  <a:lnTo>
                    <a:pt x="4507566" y="387109"/>
                  </a:lnTo>
                  <a:lnTo>
                    <a:pt x="4507684" y="387109"/>
                  </a:lnTo>
                  <a:lnTo>
                    <a:pt x="4507684" y="386678"/>
                  </a:lnTo>
                  <a:lnTo>
                    <a:pt x="4507801" y="386678"/>
                  </a:lnTo>
                  <a:lnTo>
                    <a:pt x="4507919" y="386678"/>
                  </a:lnTo>
                  <a:lnTo>
                    <a:pt x="4508037" y="386678"/>
                  </a:lnTo>
                  <a:lnTo>
                    <a:pt x="4508154" y="386678"/>
                  </a:lnTo>
                  <a:lnTo>
                    <a:pt x="4508272" y="386678"/>
                  </a:lnTo>
                  <a:lnTo>
                    <a:pt x="4508390" y="386678"/>
                  </a:lnTo>
                  <a:lnTo>
                    <a:pt x="4508507" y="386678"/>
                  </a:lnTo>
                  <a:lnTo>
                    <a:pt x="4508625" y="386678"/>
                  </a:lnTo>
                  <a:lnTo>
                    <a:pt x="4508742" y="386678"/>
                  </a:lnTo>
                  <a:lnTo>
                    <a:pt x="4508860" y="386678"/>
                  </a:lnTo>
                  <a:lnTo>
                    <a:pt x="4508978" y="386678"/>
                  </a:lnTo>
                  <a:lnTo>
                    <a:pt x="4509095" y="386678"/>
                  </a:lnTo>
                  <a:lnTo>
                    <a:pt x="4509213" y="386678"/>
                  </a:lnTo>
                  <a:lnTo>
                    <a:pt x="4509330" y="386678"/>
                  </a:lnTo>
                  <a:lnTo>
                    <a:pt x="4509448" y="386678"/>
                  </a:lnTo>
                  <a:lnTo>
                    <a:pt x="4509448" y="386248"/>
                  </a:lnTo>
                  <a:lnTo>
                    <a:pt x="4509448" y="385817"/>
                  </a:lnTo>
                  <a:lnTo>
                    <a:pt x="4509566" y="385817"/>
                  </a:lnTo>
                  <a:lnTo>
                    <a:pt x="4509683" y="385817"/>
                  </a:lnTo>
                  <a:lnTo>
                    <a:pt x="4509801" y="385817"/>
                  </a:lnTo>
                  <a:lnTo>
                    <a:pt x="4509918" y="385817"/>
                  </a:lnTo>
                  <a:lnTo>
                    <a:pt x="4510036" y="385817"/>
                  </a:lnTo>
                  <a:lnTo>
                    <a:pt x="4510154" y="385817"/>
                  </a:lnTo>
                  <a:lnTo>
                    <a:pt x="4510271" y="385817"/>
                  </a:lnTo>
                  <a:lnTo>
                    <a:pt x="4510271" y="385387"/>
                  </a:lnTo>
                  <a:lnTo>
                    <a:pt x="4510389" y="385387"/>
                  </a:lnTo>
                  <a:lnTo>
                    <a:pt x="4510507" y="385387"/>
                  </a:lnTo>
                  <a:lnTo>
                    <a:pt x="4510624" y="385387"/>
                  </a:lnTo>
                  <a:lnTo>
                    <a:pt x="4510742" y="385387"/>
                  </a:lnTo>
                  <a:lnTo>
                    <a:pt x="4510859" y="385387"/>
                  </a:lnTo>
                  <a:lnTo>
                    <a:pt x="4510977" y="385387"/>
                  </a:lnTo>
                  <a:lnTo>
                    <a:pt x="4511095" y="385387"/>
                  </a:lnTo>
                  <a:lnTo>
                    <a:pt x="4511212" y="385387"/>
                  </a:lnTo>
                  <a:lnTo>
                    <a:pt x="4511330" y="385387"/>
                  </a:lnTo>
                  <a:lnTo>
                    <a:pt x="4511447" y="385387"/>
                  </a:lnTo>
                  <a:lnTo>
                    <a:pt x="4511447" y="384956"/>
                  </a:lnTo>
                  <a:lnTo>
                    <a:pt x="4511565" y="384956"/>
                  </a:lnTo>
                  <a:lnTo>
                    <a:pt x="4511683" y="384956"/>
                  </a:lnTo>
                  <a:lnTo>
                    <a:pt x="4511800" y="384956"/>
                  </a:lnTo>
                  <a:lnTo>
                    <a:pt x="4511918" y="384956"/>
                  </a:lnTo>
                  <a:lnTo>
                    <a:pt x="4512036" y="384956"/>
                  </a:lnTo>
                  <a:lnTo>
                    <a:pt x="4512036" y="384525"/>
                  </a:lnTo>
                  <a:lnTo>
                    <a:pt x="4512153" y="384525"/>
                  </a:lnTo>
                  <a:lnTo>
                    <a:pt x="4512271" y="384525"/>
                  </a:lnTo>
                  <a:lnTo>
                    <a:pt x="4512388" y="384525"/>
                  </a:lnTo>
                  <a:lnTo>
                    <a:pt x="4512506" y="384525"/>
                  </a:lnTo>
                  <a:lnTo>
                    <a:pt x="4512624" y="384525"/>
                  </a:lnTo>
                  <a:lnTo>
                    <a:pt x="4512741" y="384525"/>
                  </a:lnTo>
                  <a:lnTo>
                    <a:pt x="4512859" y="384525"/>
                  </a:lnTo>
                  <a:lnTo>
                    <a:pt x="4512976" y="384525"/>
                  </a:lnTo>
                  <a:lnTo>
                    <a:pt x="4513094" y="384525"/>
                  </a:lnTo>
                  <a:lnTo>
                    <a:pt x="4513212" y="384525"/>
                  </a:lnTo>
                  <a:lnTo>
                    <a:pt x="4513329" y="384525"/>
                  </a:lnTo>
                  <a:lnTo>
                    <a:pt x="4513329" y="384095"/>
                  </a:lnTo>
                  <a:lnTo>
                    <a:pt x="4513447" y="384095"/>
                  </a:lnTo>
                  <a:lnTo>
                    <a:pt x="4513565" y="384095"/>
                  </a:lnTo>
                  <a:lnTo>
                    <a:pt x="4513682" y="384095"/>
                  </a:lnTo>
                  <a:lnTo>
                    <a:pt x="4513800" y="384095"/>
                  </a:lnTo>
                  <a:lnTo>
                    <a:pt x="4513917" y="384095"/>
                  </a:lnTo>
                  <a:lnTo>
                    <a:pt x="4514035" y="384095"/>
                  </a:lnTo>
                  <a:lnTo>
                    <a:pt x="4514153" y="384095"/>
                  </a:lnTo>
                  <a:lnTo>
                    <a:pt x="4514270" y="384095"/>
                  </a:lnTo>
                  <a:lnTo>
                    <a:pt x="4514388" y="384095"/>
                  </a:lnTo>
                  <a:lnTo>
                    <a:pt x="4514388" y="383664"/>
                  </a:lnTo>
                  <a:lnTo>
                    <a:pt x="4514505" y="383664"/>
                  </a:lnTo>
                  <a:lnTo>
                    <a:pt x="4514623" y="383664"/>
                  </a:lnTo>
                  <a:lnTo>
                    <a:pt x="4514741" y="383664"/>
                  </a:lnTo>
                  <a:lnTo>
                    <a:pt x="4514858" y="383664"/>
                  </a:lnTo>
                  <a:lnTo>
                    <a:pt x="4514976" y="383664"/>
                  </a:lnTo>
                  <a:lnTo>
                    <a:pt x="4514976" y="383234"/>
                  </a:lnTo>
                  <a:lnTo>
                    <a:pt x="4514976" y="382803"/>
                  </a:lnTo>
                  <a:lnTo>
                    <a:pt x="4515094" y="382803"/>
                  </a:lnTo>
                  <a:lnTo>
                    <a:pt x="4515211" y="382803"/>
                  </a:lnTo>
                  <a:lnTo>
                    <a:pt x="4515211" y="382372"/>
                  </a:lnTo>
                  <a:lnTo>
                    <a:pt x="4515329" y="382372"/>
                  </a:lnTo>
                  <a:lnTo>
                    <a:pt x="4515446" y="382372"/>
                  </a:lnTo>
                  <a:lnTo>
                    <a:pt x="4515564" y="382372"/>
                  </a:lnTo>
                  <a:lnTo>
                    <a:pt x="4515682" y="382372"/>
                  </a:lnTo>
                  <a:lnTo>
                    <a:pt x="4515799" y="382372"/>
                  </a:lnTo>
                  <a:lnTo>
                    <a:pt x="4515917" y="382372"/>
                  </a:lnTo>
                  <a:lnTo>
                    <a:pt x="4516034" y="382372"/>
                  </a:lnTo>
                  <a:lnTo>
                    <a:pt x="4516152" y="382372"/>
                  </a:lnTo>
                  <a:lnTo>
                    <a:pt x="4516270" y="382372"/>
                  </a:lnTo>
                  <a:lnTo>
                    <a:pt x="4516387" y="382372"/>
                  </a:lnTo>
                  <a:lnTo>
                    <a:pt x="4516505" y="382372"/>
                  </a:lnTo>
                  <a:lnTo>
                    <a:pt x="4516623" y="382372"/>
                  </a:lnTo>
                  <a:lnTo>
                    <a:pt x="4516740" y="382372"/>
                  </a:lnTo>
                  <a:lnTo>
                    <a:pt x="4516858" y="382372"/>
                  </a:lnTo>
                  <a:lnTo>
                    <a:pt x="4516975" y="382372"/>
                  </a:lnTo>
                  <a:lnTo>
                    <a:pt x="4517093" y="382372"/>
                  </a:lnTo>
                  <a:lnTo>
                    <a:pt x="4517211" y="382372"/>
                  </a:lnTo>
                  <a:lnTo>
                    <a:pt x="4517328" y="382372"/>
                  </a:lnTo>
                  <a:lnTo>
                    <a:pt x="4517446" y="382372"/>
                  </a:lnTo>
                  <a:lnTo>
                    <a:pt x="4517563" y="382372"/>
                  </a:lnTo>
                  <a:lnTo>
                    <a:pt x="4517681" y="382372"/>
                  </a:lnTo>
                  <a:lnTo>
                    <a:pt x="4517799" y="382372"/>
                  </a:lnTo>
                  <a:lnTo>
                    <a:pt x="4517916" y="382372"/>
                  </a:lnTo>
                  <a:lnTo>
                    <a:pt x="4518034" y="382372"/>
                  </a:lnTo>
                  <a:lnTo>
                    <a:pt x="4518151" y="382372"/>
                  </a:lnTo>
                  <a:lnTo>
                    <a:pt x="4518269" y="382372"/>
                  </a:lnTo>
                  <a:lnTo>
                    <a:pt x="4518387" y="382372"/>
                  </a:lnTo>
                  <a:lnTo>
                    <a:pt x="4518387" y="381942"/>
                  </a:lnTo>
                  <a:lnTo>
                    <a:pt x="4518387" y="381511"/>
                  </a:lnTo>
                  <a:lnTo>
                    <a:pt x="4518504" y="381511"/>
                  </a:lnTo>
                  <a:lnTo>
                    <a:pt x="4518622" y="381511"/>
                  </a:lnTo>
                  <a:lnTo>
                    <a:pt x="4518740" y="381511"/>
                  </a:lnTo>
                  <a:lnTo>
                    <a:pt x="4518857" y="381511"/>
                  </a:lnTo>
                  <a:lnTo>
                    <a:pt x="4518857" y="381081"/>
                  </a:lnTo>
                  <a:lnTo>
                    <a:pt x="4518975" y="381081"/>
                  </a:lnTo>
                  <a:lnTo>
                    <a:pt x="4519092" y="381081"/>
                  </a:lnTo>
                  <a:lnTo>
                    <a:pt x="4519210" y="381081"/>
                  </a:lnTo>
                  <a:lnTo>
                    <a:pt x="4519328" y="381081"/>
                  </a:lnTo>
                  <a:lnTo>
                    <a:pt x="4519445" y="381081"/>
                  </a:lnTo>
                  <a:lnTo>
                    <a:pt x="4519563" y="381081"/>
                  </a:lnTo>
                  <a:lnTo>
                    <a:pt x="4519680" y="381081"/>
                  </a:lnTo>
                  <a:lnTo>
                    <a:pt x="4519798" y="381081"/>
                  </a:lnTo>
                  <a:lnTo>
                    <a:pt x="4519916" y="381081"/>
                  </a:lnTo>
                  <a:lnTo>
                    <a:pt x="4520033" y="381081"/>
                  </a:lnTo>
                  <a:lnTo>
                    <a:pt x="4520151" y="381081"/>
                  </a:lnTo>
                  <a:lnTo>
                    <a:pt x="4520269" y="381081"/>
                  </a:lnTo>
                  <a:lnTo>
                    <a:pt x="4520386" y="381081"/>
                  </a:lnTo>
                  <a:lnTo>
                    <a:pt x="4520504" y="381081"/>
                  </a:lnTo>
                  <a:lnTo>
                    <a:pt x="4520621" y="381081"/>
                  </a:lnTo>
                  <a:lnTo>
                    <a:pt x="4520739" y="381081"/>
                  </a:lnTo>
                  <a:lnTo>
                    <a:pt x="4520857" y="381081"/>
                  </a:lnTo>
                  <a:lnTo>
                    <a:pt x="4520974" y="381081"/>
                  </a:lnTo>
                  <a:lnTo>
                    <a:pt x="4521092" y="381081"/>
                  </a:lnTo>
                  <a:lnTo>
                    <a:pt x="4521209" y="381081"/>
                  </a:lnTo>
                  <a:lnTo>
                    <a:pt x="4521209" y="380650"/>
                  </a:lnTo>
                  <a:lnTo>
                    <a:pt x="4521327" y="380650"/>
                  </a:lnTo>
                  <a:lnTo>
                    <a:pt x="4521445" y="380650"/>
                  </a:lnTo>
                  <a:lnTo>
                    <a:pt x="4521562" y="380650"/>
                  </a:lnTo>
                  <a:lnTo>
                    <a:pt x="4521680" y="380650"/>
                  </a:lnTo>
                  <a:lnTo>
                    <a:pt x="4521798" y="380650"/>
                  </a:lnTo>
                  <a:lnTo>
                    <a:pt x="4521798" y="380219"/>
                  </a:lnTo>
                  <a:lnTo>
                    <a:pt x="4521915" y="380219"/>
                  </a:lnTo>
                  <a:lnTo>
                    <a:pt x="4522033" y="380219"/>
                  </a:lnTo>
                  <a:lnTo>
                    <a:pt x="4522150" y="380219"/>
                  </a:lnTo>
                  <a:lnTo>
                    <a:pt x="4522268" y="380219"/>
                  </a:lnTo>
                  <a:lnTo>
                    <a:pt x="4522268" y="379789"/>
                  </a:lnTo>
                  <a:lnTo>
                    <a:pt x="4522386" y="379789"/>
                  </a:lnTo>
                  <a:lnTo>
                    <a:pt x="4522503" y="379789"/>
                  </a:lnTo>
                  <a:lnTo>
                    <a:pt x="4522621" y="379789"/>
                  </a:lnTo>
                  <a:lnTo>
                    <a:pt x="4522738" y="379789"/>
                  </a:lnTo>
                  <a:lnTo>
                    <a:pt x="4522856" y="379789"/>
                  </a:lnTo>
                  <a:lnTo>
                    <a:pt x="4522974" y="379789"/>
                  </a:lnTo>
                  <a:lnTo>
                    <a:pt x="4523091" y="379789"/>
                  </a:lnTo>
                  <a:lnTo>
                    <a:pt x="4523209" y="379789"/>
                  </a:lnTo>
                  <a:lnTo>
                    <a:pt x="4523327" y="379789"/>
                  </a:lnTo>
                  <a:lnTo>
                    <a:pt x="4523444" y="379789"/>
                  </a:lnTo>
                  <a:lnTo>
                    <a:pt x="4523562" y="379789"/>
                  </a:lnTo>
                  <a:lnTo>
                    <a:pt x="4523679" y="379789"/>
                  </a:lnTo>
                  <a:lnTo>
                    <a:pt x="4523797" y="379789"/>
                  </a:lnTo>
                  <a:lnTo>
                    <a:pt x="4523797" y="379358"/>
                  </a:lnTo>
                  <a:lnTo>
                    <a:pt x="4523915" y="379358"/>
                  </a:lnTo>
                  <a:lnTo>
                    <a:pt x="4524032" y="379358"/>
                  </a:lnTo>
                  <a:lnTo>
                    <a:pt x="4524150" y="379358"/>
                  </a:lnTo>
                  <a:lnTo>
                    <a:pt x="4524150" y="378928"/>
                  </a:lnTo>
                  <a:lnTo>
                    <a:pt x="4524267" y="378928"/>
                  </a:lnTo>
                  <a:lnTo>
                    <a:pt x="4524385" y="378928"/>
                  </a:lnTo>
                  <a:lnTo>
                    <a:pt x="4524503" y="378928"/>
                  </a:lnTo>
                  <a:lnTo>
                    <a:pt x="4524503" y="378497"/>
                  </a:lnTo>
                  <a:lnTo>
                    <a:pt x="4524620" y="378497"/>
                  </a:lnTo>
                  <a:lnTo>
                    <a:pt x="4524738" y="378497"/>
                  </a:lnTo>
                  <a:lnTo>
                    <a:pt x="4524855" y="378497"/>
                  </a:lnTo>
                  <a:lnTo>
                    <a:pt x="4524855" y="378066"/>
                  </a:lnTo>
                  <a:lnTo>
                    <a:pt x="4524973" y="378066"/>
                  </a:lnTo>
                  <a:lnTo>
                    <a:pt x="4525091" y="378066"/>
                  </a:lnTo>
                  <a:lnTo>
                    <a:pt x="4525208" y="378066"/>
                  </a:lnTo>
                  <a:lnTo>
                    <a:pt x="4525326" y="378066"/>
                  </a:lnTo>
                  <a:lnTo>
                    <a:pt x="4525444" y="378066"/>
                  </a:lnTo>
                  <a:lnTo>
                    <a:pt x="4525561" y="378066"/>
                  </a:lnTo>
                  <a:lnTo>
                    <a:pt x="4525679" y="378066"/>
                  </a:lnTo>
                  <a:lnTo>
                    <a:pt x="4525796" y="378066"/>
                  </a:lnTo>
                  <a:lnTo>
                    <a:pt x="4525914" y="378066"/>
                  </a:lnTo>
                  <a:lnTo>
                    <a:pt x="4526032" y="378066"/>
                  </a:lnTo>
                  <a:lnTo>
                    <a:pt x="4526032" y="377636"/>
                  </a:lnTo>
                  <a:lnTo>
                    <a:pt x="4526149" y="377636"/>
                  </a:lnTo>
                  <a:lnTo>
                    <a:pt x="4526267" y="377636"/>
                  </a:lnTo>
                  <a:lnTo>
                    <a:pt x="4526384" y="377636"/>
                  </a:lnTo>
                  <a:lnTo>
                    <a:pt x="4526502" y="377636"/>
                  </a:lnTo>
                  <a:lnTo>
                    <a:pt x="4526620" y="377636"/>
                  </a:lnTo>
                  <a:lnTo>
                    <a:pt x="4526737" y="377636"/>
                  </a:lnTo>
                  <a:lnTo>
                    <a:pt x="4526855" y="377636"/>
                  </a:lnTo>
                  <a:lnTo>
                    <a:pt x="4526973" y="377636"/>
                  </a:lnTo>
                  <a:lnTo>
                    <a:pt x="4527090" y="377636"/>
                  </a:lnTo>
                  <a:lnTo>
                    <a:pt x="4527208" y="377636"/>
                  </a:lnTo>
                  <a:lnTo>
                    <a:pt x="4527325" y="377636"/>
                  </a:lnTo>
                  <a:lnTo>
                    <a:pt x="4527443" y="377636"/>
                  </a:lnTo>
                  <a:lnTo>
                    <a:pt x="4527561" y="377636"/>
                  </a:lnTo>
                  <a:lnTo>
                    <a:pt x="4527678" y="377636"/>
                  </a:lnTo>
                  <a:lnTo>
                    <a:pt x="4527796" y="377636"/>
                  </a:lnTo>
                  <a:lnTo>
                    <a:pt x="4527913" y="377636"/>
                  </a:lnTo>
                  <a:lnTo>
                    <a:pt x="4528031" y="377636"/>
                  </a:lnTo>
                  <a:lnTo>
                    <a:pt x="4528149" y="377636"/>
                  </a:lnTo>
                  <a:lnTo>
                    <a:pt x="4528266" y="377636"/>
                  </a:lnTo>
                  <a:lnTo>
                    <a:pt x="4528384" y="377636"/>
                  </a:lnTo>
                  <a:lnTo>
                    <a:pt x="4528502" y="377636"/>
                  </a:lnTo>
                  <a:lnTo>
                    <a:pt x="4528619" y="377636"/>
                  </a:lnTo>
                  <a:lnTo>
                    <a:pt x="4528737" y="377636"/>
                  </a:lnTo>
                  <a:lnTo>
                    <a:pt x="4528854" y="377636"/>
                  </a:lnTo>
                  <a:lnTo>
                    <a:pt x="4528972" y="377636"/>
                  </a:lnTo>
                  <a:lnTo>
                    <a:pt x="4529090" y="377636"/>
                  </a:lnTo>
                  <a:lnTo>
                    <a:pt x="4529207" y="377636"/>
                  </a:lnTo>
                  <a:lnTo>
                    <a:pt x="4529325" y="377636"/>
                  </a:lnTo>
                  <a:lnTo>
                    <a:pt x="4529442" y="377636"/>
                  </a:lnTo>
                  <a:lnTo>
                    <a:pt x="4529560" y="377636"/>
                  </a:lnTo>
                  <a:lnTo>
                    <a:pt x="4529560" y="377205"/>
                  </a:lnTo>
                  <a:lnTo>
                    <a:pt x="4529678" y="377205"/>
                  </a:lnTo>
                  <a:lnTo>
                    <a:pt x="4529678" y="376775"/>
                  </a:lnTo>
                  <a:lnTo>
                    <a:pt x="4529795" y="376775"/>
                  </a:lnTo>
                  <a:lnTo>
                    <a:pt x="4529795" y="376344"/>
                  </a:lnTo>
                  <a:lnTo>
                    <a:pt x="4529913" y="376344"/>
                  </a:lnTo>
                  <a:lnTo>
                    <a:pt x="4530031" y="376344"/>
                  </a:lnTo>
                  <a:lnTo>
                    <a:pt x="4530148" y="376344"/>
                  </a:lnTo>
                  <a:lnTo>
                    <a:pt x="4530148" y="375913"/>
                  </a:lnTo>
                  <a:lnTo>
                    <a:pt x="4530266" y="375913"/>
                  </a:lnTo>
                  <a:lnTo>
                    <a:pt x="4530383" y="375913"/>
                  </a:lnTo>
                  <a:lnTo>
                    <a:pt x="4530501" y="375913"/>
                  </a:lnTo>
                  <a:lnTo>
                    <a:pt x="4530619" y="375913"/>
                  </a:lnTo>
                  <a:lnTo>
                    <a:pt x="4530736" y="375913"/>
                  </a:lnTo>
                  <a:lnTo>
                    <a:pt x="4530736" y="375483"/>
                  </a:lnTo>
                  <a:lnTo>
                    <a:pt x="4530854" y="375483"/>
                  </a:lnTo>
                  <a:lnTo>
                    <a:pt x="4530971" y="375483"/>
                  </a:lnTo>
                  <a:lnTo>
                    <a:pt x="4531089" y="375483"/>
                  </a:lnTo>
                  <a:lnTo>
                    <a:pt x="4531089" y="375052"/>
                  </a:lnTo>
                  <a:lnTo>
                    <a:pt x="4531207" y="375052"/>
                  </a:lnTo>
                  <a:lnTo>
                    <a:pt x="4531324" y="375052"/>
                  </a:lnTo>
                  <a:lnTo>
                    <a:pt x="4531442" y="375052"/>
                  </a:lnTo>
                  <a:lnTo>
                    <a:pt x="4531560" y="375052"/>
                  </a:lnTo>
                  <a:lnTo>
                    <a:pt x="4531677" y="375052"/>
                  </a:lnTo>
                  <a:lnTo>
                    <a:pt x="4531795" y="375052"/>
                  </a:lnTo>
                  <a:lnTo>
                    <a:pt x="4531912" y="375052"/>
                  </a:lnTo>
                  <a:lnTo>
                    <a:pt x="4532030" y="375052"/>
                  </a:lnTo>
                  <a:lnTo>
                    <a:pt x="4532030" y="374622"/>
                  </a:lnTo>
                  <a:lnTo>
                    <a:pt x="4532148" y="374622"/>
                  </a:lnTo>
                  <a:lnTo>
                    <a:pt x="4532148" y="374191"/>
                  </a:lnTo>
                  <a:lnTo>
                    <a:pt x="4532148" y="373760"/>
                  </a:lnTo>
                  <a:lnTo>
                    <a:pt x="4532265" y="373760"/>
                  </a:lnTo>
                  <a:lnTo>
                    <a:pt x="4532383" y="373760"/>
                  </a:lnTo>
                  <a:lnTo>
                    <a:pt x="4532500" y="373760"/>
                  </a:lnTo>
                  <a:lnTo>
                    <a:pt x="4532500" y="373330"/>
                  </a:lnTo>
                  <a:lnTo>
                    <a:pt x="4532500" y="372899"/>
                  </a:lnTo>
                  <a:lnTo>
                    <a:pt x="4532500" y="372469"/>
                  </a:lnTo>
                  <a:lnTo>
                    <a:pt x="4532618" y="372469"/>
                  </a:lnTo>
                  <a:lnTo>
                    <a:pt x="4532736" y="372469"/>
                  </a:lnTo>
                  <a:lnTo>
                    <a:pt x="4532853" y="372469"/>
                  </a:lnTo>
                  <a:lnTo>
                    <a:pt x="4532971" y="372469"/>
                  </a:lnTo>
                  <a:lnTo>
                    <a:pt x="4533088" y="372469"/>
                  </a:lnTo>
                  <a:lnTo>
                    <a:pt x="4533206" y="372469"/>
                  </a:lnTo>
                  <a:lnTo>
                    <a:pt x="4533324" y="372469"/>
                  </a:lnTo>
                  <a:lnTo>
                    <a:pt x="4533441" y="372469"/>
                  </a:lnTo>
                  <a:lnTo>
                    <a:pt x="4533559" y="372469"/>
                  </a:lnTo>
                  <a:lnTo>
                    <a:pt x="4533677" y="372469"/>
                  </a:lnTo>
                  <a:lnTo>
                    <a:pt x="4533794" y="372469"/>
                  </a:lnTo>
                  <a:lnTo>
                    <a:pt x="4533912" y="372469"/>
                  </a:lnTo>
                  <a:lnTo>
                    <a:pt x="4534029" y="372469"/>
                  </a:lnTo>
                  <a:lnTo>
                    <a:pt x="4534147" y="372469"/>
                  </a:lnTo>
                  <a:lnTo>
                    <a:pt x="4534265" y="372469"/>
                  </a:lnTo>
                  <a:lnTo>
                    <a:pt x="4534382" y="372469"/>
                  </a:lnTo>
                  <a:lnTo>
                    <a:pt x="4534500" y="372469"/>
                  </a:lnTo>
                  <a:lnTo>
                    <a:pt x="4534617" y="372469"/>
                  </a:lnTo>
                  <a:lnTo>
                    <a:pt x="4534735" y="372469"/>
                  </a:lnTo>
                  <a:lnTo>
                    <a:pt x="4534853" y="372469"/>
                  </a:lnTo>
                  <a:lnTo>
                    <a:pt x="4534970" y="372469"/>
                  </a:lnTo>
                  <a:lnTo>
                    <a:pt x="4534970" y="372038"/>
                  </a:lnTo>
                  <a:lnTo>
                    <a:pt x="4535088" y="372038"/>
                  </a:lnTo>
                  <a:lnTo>
                    <a:pt x="4535206" y="372038"/>
                  </a:lnTo>
                  <a:lnTo>
                    <a:pt x="4535323" y="372038"/>
                  </a:lnTo>
                  <a:lnTo>
                    <a:pt x="4535441" y="372038"/>
                  </a:lnTo>
                  <a:lnTo>
                    <a:pt x="4535441" y="371607"/>
                  </a:lnTo>
                  <a:lnTo>
                    <a:pt x="4535558" y="371607"/>
                  </a:lnTo>
                  <a:lnTo>
                    <a:pt x="4535558" y="371177"/>
                  </a:lnTo>
                  <a:lnTo>
                    <a:pt x="4535676" y="371177"/>
                  </a:lnTo>
                  <a:lnTo>
                    <a:pt x="4535794" y="371177"/>
                  </a:lnTo>
                  <a:lnTo>
                    <a:pt x="4535911" y="371177"/>
                  </a:lnTo>
                  <a:lnTo>
                    <a:pt x="4536029" y="371177"/>
                  </a:lnTo>
                  <a:lnTo>
                    <a:pt x="4536146" y="371177"/>
                  </a:lnTo>
                  <a:lnTo>
                    <a:pt x="4536264" y="371177"/>
                  </a:lnTo>
                  <a:lnTo>
                    <a:pt x="4536382" y="371177"/>
                  </a:lnTo>
                  <a:lnTo>
                    <a:pt x="4536499" y="371177"/>
                  </a:lnTo>
                  <a:lnTo>
                    <a:pt x="4536617" y="371177"/>
                  </a:lnTo>
                  <a:lnTo>
                    <a:pt x="4536735" y="371177"/>
                  </a:lnTo>
                  <a:lnTo>
                    <a:pt x="4536852" y="371177"/>
                  </a:lnTo>
                  <a:lnTo>
                    <a:pt x="4536852" y="370746"/>
                  </a:lnTo>
                  <a:lnTo>
                    <a:pt x="4536970" y="370746"/>
                  </a:lnTo>
                  <a:lnTo>
                    <a:pt x="4537087" y="370746"/>
                  </a:lnTo>
                  <a:lnTo>
                    <a:pt x="4537205" y="370746"/>
                  </a:lnTo>
                  <a:lnTo>
                    <a:pt x="4537323" y="370746"/>
                  </a:lnTo>
                  <a:lnTo>
                    <a:pt x="4537440" y="370746"/>
                  </a:lnTo>
                  <a:lnTo>
                    <a:pt x="4537558" y="370746"/>
                  </a:lnTo>
                  <a:lnTo>
                    <a:pt x="4537675" y="370746"/>
                  </a:lnTo>
                  <a:lnTo>
                    <a:pt x="4537675" y="370316"/>
                  </a:lnTo>
                  <a:lnTo>
                    <a:pt x="4537793" y="370316"/>
                  </a:lnTo>
                  <a:lnTo>
                    <a:pt x="4537911" y="370316"/>
                  </a:lnTo>
                  <a:lnTo>
                    <a:pt x="4538028" y="370316"/>
                  </a:lnTo>
                  <a:lnTo>
                    <a:pt x="4538146" y="370316"/>
                  </a:lnTo>
                  <a:lnTo>
                    <a:pt x="4538264" y="370316"/>
                  </a:lnTo>
                  <a:lnTo>
                    <a:pt x="4538381" y="370316"/>
                  </a:lnTo>
                  <a:lnTo>
                    <a:pt x="4538499" y="370316"/>
                  </a:lnTo>
                  <a:lnTo>
                    <a:pt x="4538616" y="370316"/>
                  </a:lnTo>
                  <a:lnTo>
                    <a:pt x="4538734" y="370316"/>
                  </a:lnTo>
                  <a:lnTo>
                    <a:pt x="4538852" y="370316"/>
                  </a:lnTo>
                  <a:lnTo>
                    <a:pt x="4538969" y="370316"/>
                  </a:lnTo>
                  <a:lnTo>
                    <a:pt x="4539087" y="370316"/>
                  </a:lnTo>
                  <a:lnTo>
                    <a:pt x="4539204" y="370316"/>
                  </a:lnTo>
                  <a:lnTo>
                    <a:pt x="4539322" y="370316"/>
                  </a:lnTo>
                  <a:lnTo>
                    <a:pt x="4539440" y="370316"/>
                  </a:lnTo>
                  <a:lnTo>
                    <a:pt x="4539557" y="370316"/>
                  </a:lnTo>
                  <a:lnTo>
                    <a:pt x="4539675" y="370316"/>
                  </a:lnTo>
                  <a:lnTo>
                    <a:pt x="4539793" y="370316"/>
                  </a:lnTo>
                  <a:lnTo>
                    <a:pt x="4539910" y="370316"/>
                  </a:lnTo>
                  <a:lnTo>
                    <a:pt x="4540028" y="370316"/>
                  </a:lnTo>
                  <a:lnTo>
                    <a:pt x="4540145" y="370316"/>
                  </a:lnTo>
                  <a:lnTo>
                    <a:pt x="4540263" y="370316"/>
                  </a:lnTo>
                  <a:lnTo>
                    <a:pt x="4540381" y="370316"/>
                  </a:lnTo>
                  <a:lnTo>
                    <a:pt x="4540498" y="370316"/>
                  </a:lnTo>
                  <a:lnTo>
                    <a:pt x="4540616" y="370316"/>
                  </a:lnTo>
                  <a:lnTo>
                    <a:pt x="4540733" y="370316"/>
                  </a:lnTo>
                  <a:lnTo>
                    <a:pt x="4540851" y="370316"/>
                  </a:lnTo>
                  <a:lnTo>
                    <a:pt x="4540969" y="370316"/>
                  </a:lnTo>
                  <a:lnTo>
                    <a:pt x="4541086" y="370316"/>
                  </a:lnTo>
                  <a:lnTo>
                    <a:pt x="4541204" y="370316"/>
                  </a:lnTo>
                  <a:lnTo>
                    <a:pt x="4541321" y="370316"/>
                  </a:lnTo>
                  <a:lnTo>
                    <a:pt x="4541439" y="370316"/>
                  </a:lnTo>
                  <a:lnTo>
                    <a:pt x="4541557" y="370316"/>
                  </a:lnTo>
                  <a:lnTo>
                    <a:pt x="4541674" y="370316"/>
                  </a:lnTo>
                  <a:lnTo>
                    <a:pt x="4541792" y="370316"/>
                  </a:lnTo>
                  <a:lnTo>
                    <a:pt x="4541910" y="370316"/>
                  </a:lnTo>
                  <a:lnTo>
                    <a:pt x="4542027" y="370316"/>
                  </a:lnTo>
                  <a:lnTo>
                    <a:pt x="4542145" y="370316"/>
                  </a:lnTo>
                  <a:lnTo>
                    <a:pt x="4542262" y="370316"/>
                  </a:lnTo>
                  <a:lnTo>
                    <a:pt x="4542380" y="370316"/>
                  </a:lnTo>
                  <a:lnTo>
                    <a:pt x="4542498" y="370316"/>
                  </a:lnTo>
                  <a:lnTo>
                    <a:pt x="4542615" y="370316"/>
                  </a:lnTo>
                  <a:lnTo>
                    <a:pt x="4542733" y="370316"/>
                  </a:lnTo>
                  <a:lnTo>
                    <a:pt x="4542850" y="370316"/>
                  </a:lnTo>
                  <a:lnTo>
                    <a:pt x="4542968" y="370316"/>
                  </a:lnTo>
                  <a:lnTo>
                    <a:pt x="4543086" y="370316"/>
                  </a:lnTo>
                  <a:lnTo>
                    <a:pt x="4543203" y="370316"/>
                  </a:lnTo>
                  <a:lnTo>
                    <a:pt x="4543321" y="370316"/>
                  </a:lnTo>
                  <a:lnTo>
                    <a:pt x="4543439" y="370316"/>
                  </a:lnTo>
                  <a:lnTo>
                    <a:pt x="4543556" y="370316"/>
                  </a:lnTo>
                  <a:lnTo>
                    <a:pt x="4543674" y="370316"/>
                  </a:lnTo>
                  <a:lnTo>
                    <a:pt x="4543791" y="370316"/>
                  </a:lnTo>
                  <a:lnTo>
                    <a:pt x="4543909" y="370316"/>
                  </a:lnTo>
                  <a:lnTo>
                    <a:pt x="4544027" y="370316"/>
                  </a:lnTo>
                  <a:lnTo>
                    <a:pt x="4544144" y="370316"/>
                  </a:lnTo>
                  <a:lnTo>
                    <a:pt x="4544262" y="370316"/>
                  </a:lnTo>
                  <a:lnTo>
                    <a:pt x="4544379" y="370316"/>
                  </a:lnTo>
                  <a:lnTo>
                    <a:pt x="4544497" y="370316"/>
                  </a:lnTo>
                  <a:lnTo>
                    <a:pt x="4544615" y="370316"/>
                  </a:lnTo>
                  <a:lnTo>
                    <a:pt x="4544732" y="370316"/>
                  </a:lnTo>
                  <a:lnTo>
                    <a:pt x="4544850" y="370316"/>
                  </a:lnTo>
                  <a:lnTo>
                    <a:pt x="4544968" y="370316"/>
                  </a:lnTo>
                  <a:lnTo>
                    <a:pt x="4545085" y="370316"/>
                  </a:lnTo>
                  <a:lnTo>
                    <a:pt x="4545203" y="370316"/>
                  </a:lnTo>
                  <a:lnTo>
                    <a:pt x="4545320" y="370316"/>
                  </a:lnTo>
                  <a:lnTo>
                    <a:pt x="4545438" y="370316"/>
                  </a:lnTo>
                  <a:lnTo>
                    <a:pt x="4545556" y="370316"/>
                  </a:lnTo>
                  <a:lnTo>
                    <a:pt x="4545673" y="370316"/>
                  </a:lnTo>
                  <a:lnTo>
                    <a:pt x="4545791" y="370316"/>
                  </a:lnTo>
                  <a:lnTo>
                    <a:pt x="4545908" y="370316"/>
                  </a:lnTo>
                  <a:lnTo>
                    <a:pt x="4546026" y="370316"/>
                  </a:lnTo>
                  <a:lnTo>
                    <a:pt x="4546144" y="370316"/>
                  </a:lnTo>
                  <a:lnTo>
                    <a:pt x="4546261" y="370316"/>
                  </a:lnTo>
                  <a:lnTo>
                    <a:pt x="4546379" y="370316"/>
                  </a:lnTo>
                  <a:lnTo>
                    <a:pt x="4546497" y="370316"/>
                  </a:lnTo>
                  <a:lnTo>
                    <a:pt x="4546497" y="369885"/>
                  </a:lnTo>
                  <a:lnTo>
                    <a:pt x="4546614" y="369885"/>
                  </a:lnTo>
                  <a:lnTo>
                    <a:pt x="4546732" y="369885"/>
                  </a:lnTo>
                  <a:lnTo>
                    <a:pt x="4546849" y="369885"/>
                  </a:lnTo>
                  <a:lnTo>
                    <a:pt x="4546967" y="369885"/>
                  </a:lnTo>
                  <a:lnTo>
                    <a:pt x="4547085" y="369885"/>
                  </a:lnTo>
                  <a:lnTo>
                    <a:pt x="4547202" y="369885"/>
                  </a:lnTo>
                  <a:lnTo>
                    <a:pt x="4547320" y="369885"/>
                  </a:lnTo>
                  <a:lnTo>
                    <a:pt x="4547437" y="369885"/>
                  </a:lnTo>
                  <a:lnTo>
                    <a:pt x="4547555" y="369885"/>
                  </a:lnTo>
                  <a:lnTo>
                    <a:pt x="4547555" y="369454"/>
                  </a:lnTo>
                  <a:lnTo>
                    <a:pt x="4547673" y="369454"/>
                  </a:lnTo>
                  <a:lnTo>
                    <a:pt x="4547790" y="369454"/>
                  </a:lnTo>
                  <a:lnTo>
                    <a:pt x="4547908" y="369454"/>
                  </a:lnTo>
                  <a:lnTo>
                    <a:pt x="4548026" y="369454"/>
                  </a:lnTo>
                  <a:lnTo>
                    <a:pt x="4548143" y="369454"/>
                  </a:lnTo>
                  <a:lnTo>
                    <a:pt x="4548261" y="369454"/>
                  </a:lnTo>
                  <a:lnTo>
                    <a:pt x="4548378" y="369454"/>
                  </a:lnTo>
                  <a:lnTo>
                    <a:pt x="4548496" y="369454"/>
                  </a:lnTo>
                  <a:lnTo>
                    <a:pt x="4548614" y="369454"/>
                  </a:lnTo>
                  <a:lnTo>
                    <a:pt x="4548731" y="369454"/>
                  </a:lnTo>
                  <a:lnTo>
                    <a:pt x="4548849" y="369454"/>
                  </a:lnTo>
                  <a:lnTo>
                    <a:pt x="4548849" y="369024"/>
                  </a:lnTo>
                  <a:lnTo>
                    <a:pt x="4548966" y="369024"/>
                  </a:lnTo>
                  <a:lnTo>
                    <a:pt x="4549084" y="369024"/>
                  </a:lnTo>
                  <a:lnTo>
                    <a:pt x="4549202" y="369024"/>
                  </a:lnTo>
                  <a:lnTo>
                    <a:pt x="4549319" y="369024"/>
                  </a:lnTo>
                  <a:lnTo>
                    <a:pt x="4549437" y="369024"/>
                  </a:lnTo>
                  <a:lnTo>
                    <a:pt x="4549554" y="369024"/>
                  </a:lnTo>
                  <a:lnTo>
                    <a:pt x="4549672" y="369024"/>
                  </a:lnTo>
                  <a:lnTo>
                    <a:pt x="4549790" y="369024"/>
                  </a:lnTo>
                  <a:lnTo>
                    <a:pt x="4549907" y="369024"/>
                  </a:lnTo>
                  <a:lnTo>
                    <a:pt x="4550025" y="369024"/>
                  </a:lnTo>
                  <a:lnTo>
                    <a:pt x="4550025" y="368593"/>
                  </a:lnTo>
                  <a:lnTo>
                    <a:pt x="4550143" y="368593"/>
                  </a:lnTo>
                  <a:lnTo>
                    <a:pt x="4550260" y="368593"/>
                  </a:lnTo>
                  <a:lnTo>
                    <a:pt x="4550378" y="368593"/>
                  </a:lnTo>
                  <a:lnTo>
                    <a:pt x="4550495" y="368593"/>
                  </a:lnTo>
                  <a:lnTo>
                    <a:pt x="4550613" y="368593"/>
                  </a:lnTo>
                  <a:lnTo>
                    <a:pt x="4550731" y="368593"/>
                  </a:lnTo>
                  <a:lnTo>
                    <a:pt x="4550848" y="368593"/>
                  </a:lnTo>
                  <a:lnTo>
                    <a:pt x="4550966" y="368593"/>
                  </a:lnTo>
                  <a:lnTo>
                    <a:pt x="4551083" y="368593"/>
                  </a:lnTo>
                  <a:lnTo>
                    <a:pt x="4551201" y="368593"/>
                  </a:lnTo>
                  <a:lnTo>
                    <a:pt x="4551319" y="368593"/>
                  </a:lnTo>
                  <a:lnTo>
                    <a:pt x="4551436" y="368593"/>
                  </a:lnTo>
                  <a:lnTo>
                    <a:pt x="4551436" y="368163"/>
                  </a:lnTo>
                  <a:lnTo>
                    <a:pt x="4551554" y="368163"/>
                  </a:lnTo>
                  <a:lnTo>
                    <a:pt x="4551672" y="368163"/>
                  </a:lnTo>
                  <a:lnTo>
                    <a:pt x="4551789" y="368163"/>
                  </a:lnTo>
                  <a:lnTo>
                    <a:pt x="4551907" y="368163"/>
                  </a:lnTo>
                  <a:lnTo>
                    <a:pt x="4552024" y="368163"/>
                  </a:lnTo>
                  <a:lnTo>
                    <a:pt x="4552142" y="368163"/>
                  </a:lnTo>
                  <a:lnTo>
                    <a:pt x="4552260" y="368163"/>
                  </a:lnTo>
                  <a:lnTo>
                    <a:pt x="4552377" y="368163"/>
                  </a:lnTo>
                  <a:lnTo>
                    <a:pt x="4552495" y="368163"/>
                  </a:lnTo>
                  <a:lnTo>
                    <a:pt x="4552612" y="368163"/>
                  </a:lnTo>
                  <a:lnTo>
                    <a:pt x="4552730" y="368163"/>
                  </a:lnTo>
                  <a:lnTo>
                    <a:pt x="4552848" y="368163"/>
                  </a:lnTo>
                  <a:lnTo>
                    <a:pt x="4552965" y="368163"/>
                  </a:lnTo>
                  <a:lnTo>
                    <a:pt x="4553083" y="368163"/>
                  </a:lnTo>
                  <a:lnTo>
                    <a:pt x="4553201" y="368163"/>
                  </a:lnTo>
                  <a:lnTo>
                    <a:pt x="4553318" y="368163"/>
                  </a:lnTo>
                  <a:lnTo>
                    <a:pt x="4553318" y="367732"/>
                  </a:lnTo>
                  <a:lnTo>
                    <a:pt x="4553436" y="367732"/>
                  </a:lnTo>
                  <a:lnTo>
                    <a:pt x="4553553" y="367732"/>
                  </a:lnTo>
                  <a:lnTo>
                    <a:pt x="4553671" y="367732"/>
                  </a:lnTo>
                  <a:lnTo>
                    <a:pt x="4553789" y="367732"/>
                  </a:lnTo>
                  <a:lnTo>
                    <a:pt x="4553906" y="367732"/>
                  </a:lnTo>
                  <a:lnTo>
                    <a:pt x="4554024" y="367732"/>
                  </a:lnTo>
                  <a:lnTo>
                    <a:pt x="4554141" y="367732"/>
                  </a:lnTo>
                  <a:lnTo>
                    <a:pt x="4554259" y="367732"/>
                  </a:lnTo>
                  <a:lnTo>
                    <a:pt x="4554377" y="367732"/>
                  </a:lnTo>
                  <a:lnTo>
                    <a:pt x="4554494" y="367732"/>
                  </a:lnTo>
                  <a:lnTo>
                    <a:pt x="4554612" y="367732"/>
                  </a:lnTo>
                  <a:lnTo>
                    <a:pt x="4554730" y="367732"/>
                  </a:lnTo>
                  <a:lnTo>
                    <a:pt x="4554847" y="367732"/>
                  </a:lnTo>
                  <a:lnTo>
                    <a:pt x="4554965" y="367732"/>
                  </a:lnTo>
                  <a:lnTo>
                    <a:pt x="4555082" y="367732"/>
                  </a:lnTo>
                  <a:lnTo>
                    <a:pt x="4555200" y="367732"/>
                  </a:lnTo>
                  <a:lnTo>
                    <a:pt x="4555318" y="367732"/>
                  </a:lnTo>
                  <a:lnTo>
                    <a:pt x="4555435" y="367732"/>
                  </a:lnTo>
                  <a:lnTo>
                    <a:pt x="4555553" y="367732"/>
                  </a:lnTo>
                  <a:lnTo>
                    <a:pt x="4555670" y="367732"/>
                  </a:lnTo>
                  <a:lnTo>
                    <a:pt x="4555788" y="367732"/>
                  </a:lnTo>
                  <a:lnTo>
                    <a:pt x="4555906" y="367732"/>
                  </a:lnTo>
                  <a:lnTo>
                    <a:pt x="4556023" y="367732"/>
                  </a:lnTo>
                  <a:lnTo>
                    <a:pt x="4556141" y="367732"/>
                  </a:lnTo>
                  <a:lnTo>
                    <a:pt x="4556259" y="367732"/>
                  </a:lnTo>
                  <a:lnTo>
                    <a:pt x="4556376" y="367732"/>
                  </a:lnTo>
                  <a:lnTo>
                    <a:pt x="4556494" y="367732"/>
                  </a:lnTo>
                  <a:lnTo>
                    <a:pt x="4556611" y="367732"/>
                  </a:lnTo>
                  <a:lnTo>
                    <a:pt x="4556729" y="367732"/>
                  </a:lnTo>
                  <a:lnTo>
                    <a:pt x="4556847" y="367732"/>
                  </a:lnTo>
                  <a:lnTo>
                    <a:pt x="4556964" y="367732"/>
                  </a:lnTo>
                  <a:lnTo>
                    <a:pt x="4557082" y="367732"/>
                  </a:lnTo>
                  <a:lnTo>
                    <a:pt x="4557199" y="367732"/>
                  </a:lnTo>
                  <a:lnTo>
                    <a:pt x="4557317" y="367732"/>
                  </a:lnTo>
                  <a:lnTo>
                    <a:pt x="4557435" y="367732"/>
                  </a:lnTo>
                  <a:lnTo>
                    <a:pt x="4557552" y="367732"/>
                  </a:lnTo>
                  <a:lnTo>
                    <a:pt x="4557670" y="367732"/>
                  </a:lnTo>
                  <a:lnTo>
                    <a:pt x="4557787" y="367732"/>
                  </a:lnTo>
                  <a:lnTo>
                    <a:pt x="4557905" y="367732"/>
                  </a:lnTo>
                  <a:lnTo>
                    <a:pt x="4558023" y="367732"/>
                  </a:lnTo>
                  <a:lnTo>
                    <a:pt x="4558140" y="367732"/>
                  </a:lnTo>
                  <a:lnTo>
                    <a:pt x="4558258" y="367732"/>
                  </a:lnTo>
                  <a:lnTo>
                    <a:pt x="4558376" y="367732"/>
                  </a:lnTo>
                  <a:lnTo>
                    <a:pt x="4558493" y="367732"/>
                  </a:lnTo>
                  <a:lnTo>
                    <a:pt x="4558611" y="367732"/>
                  </a:lnTo>
                  <a:lnTo>
                    <a:pt x="4558728" y="367732"/>
                  </a:lnTo>
                  <a:lnTo>
                    <a:pt x="4558846" y="367732"/>
                  </a:lnTo>
                  <a:lnTo>
                    <a:pt x="4558964" y="367732"/>
                  </a:lnTo>
                  <a:lnTo>
                    <a:pt x="4558964" y="367301"/>
                  </a:lnTo>
                  <a:lnTo>
                    <a:pt x="4559081" y="367301"/>
                  </a:lnTo>
                  <a:lnTo>
                    <a:pt x="4559199" y="367301"/>
                  </a:lnTo>
                  <a:lnTo>
                    <a:pt x="4559316" y="367301"/>
                  </a:lnTo>
                  <a:lnTo>
                    <a:pt x="4559434" y="367301"/>
                  </a:lnTo>
                  <a:lnTo>
                    <a:pt x="4559552" y="367301"/>
                  </a:lnTo>
                  <a:lnTo>
                    <a:pt x="4559669" y="367301"/>
                  </a:lnTo>
                  <a:lnTo>
                    <a:pt x="4559787" y="367301"/>
                  </a:lnTo>
                  <a:lnTo>
                    <a:pt x="4559905" y="367301"/>
                  </a:lnTo>
                  <a:lnTo>
                    <a:pt x="4560022" y="367301"/>
                  </a:lnTo>
                  <a:lnTo>
                    <a:pt x="4560140" y="367301"/>
                  </a:lnTo>
                  <a:lnTo>
                    <a:pt x="4560257" y="367301"/>
                  </a:lnTo>
                  <a:lnTo>
                    <a:pt x="4560375" y="367301"/>
                  </a:lnTo>
                  <a:lnTo>
                    <a:pt x="4560375" y="366871"/>
                  </a:lnTo>
                  <a:lnTo>
                    <a:pt x="4560493" y="366871"/>
                  </a:lnTo>
                  <a:lnTo>
                    <a:pt x="4560493" y="366440"/>
                  </a:lnTo>
                  <a:lnTo>
                    <a:pt x="4560610" y="366440"/>
                  </a:lnTo>
                  <a:lnTo>
                    <a:pt x="4560728" y="366440"/>
                  </a:lnTo>
                  <a:lnTo>
                    <a:pt x="4560728" y="366010"/>
                  </a:lnTo>
                  <a:lnTo>
                    <a:pt x="4560845" y="366010"/>
                  </a:lnTo>
                  <a:lnTo>
                    <a:pt x="4560963" y="366010"/>
                  </a:lnTo>
                  <a:lnTo>
                    <a:pt x="4560963" y="365579"/>
                  </a:lnTo>
                  <a:lnTo>
                    <a:pt x="4561081" y="365579"/>
                  </a:lnTo>
                  <a:lnTo>
                    <a:pt x="4561198" y="365579"/>
                  </a:lnTo>
                  <a:lnTo>
                    <a:pt x="4561316" y="365579"/>
                  </a:lnTo>
                  <a:lnTo>
                    <a:pt x="4561434" y="365579"/>
                  </a:lnTo>
                  <a:lnTo>
                    <a:pt x="4561551" y="365579"/>
                  </a:lnTo>
                  <a:lnTo>
                    <a:pt x="4561669" y="365579"/>
                  </a:lnTo>
                  <a:lnTo>
                    <a:pt x="4561786" y="365579"/>
                  </a:lnTo>
                  <a:lnTo>
                    <a:pt x="4561904" y="365579"/>
                  </a:lnTo>
                  <a:lnTo>
                    <a:pt x="4562022" y="365579"/>
                  </a:lnTo>
                  <a:lnTo>
                    <a:pt x="4562139" y="365579"/>
                  </a:lnTo>
                  <a:lnTo>
                    <a:pt x="4562257" y="365579"/>
                  </a:lnTo>
                  <a:lnTo>
                    <a:pt x="4562374" y="365579"/>
                  </a:lnTo>
                  <a:lnTo>
                    <a:pt x="4562374" y="365148"/>
                  </a:lnTo>
                  <a:lnTo>
                    <a:pt x="4562492" y="365148"/>
                  </a:lnTo>
                  <a:lnTo>
                    <a:pt x="4562610" y="365148"/>
                  </a:lnTo>
                  <a:lnTo>
                    <a:pt x="4562727" y="365148"/>
                  </a:lnTo>
                  <a:lnTo>
                    <a:pt x="4562845" y="365148"/>
                  </a:lnTo>
                  <a:lnTo>
                    <a:pt x="4562963" y="365148"/>
                  </a:lnTo>
                  <a:lnTo>
                    <a:pt x="4563080" y="365148"/>
                  </a:lnTo>
                  <a:lnTo>
                    <a:pt x="4563198" y="365148"/>
                  </a:lnTo>
                  <a:lnTo>
                    <a:pt x="4563315" y="365148"/>
                  </a:lnTo>
                  <a:lnTo>
                    <a:pt x="4563315" y="364718"/>
                  </a:lnTo>
                  <a:lnTo>
                    <a:pt x="4563433" y="364718"/>
                  </a:lnTo>
                  <a:lnTo>
                    <a:pt x="4563551" y="364718"/>
                  </a:lnTo>
                  <a:lnTo>
                    <a:pt x="4563668" y="364718"/>
                  </a:lnTo>
                  <a:lnTo>
                    <a:pt x="4563786" y="364718"/>
                  </a:lnTo>
                  <a:lnTo>
                    <a:pt x="4563903" y="364718"/>
                  </a:lnTo>
                  <a:lnTo>
                    <a:pt x="4564021" y="364718"/>
                  </a:lnTo>
                  <a:lnTo>
                    <a:pt x="4564139" y="364718"/>
                  </a:lnTo>
                  <a:lnTo>
                    <a:pt x="4564256" y="364718"/>
                  </a:lnTo>
                  <a:lnTo>
                    <a:pt x="4564374" y="364718"/>
                  </a:lnTo>
                  <a:lnTo>
                    <a:pt x="4564492" y="364718"/>
                  </a:lnTo>
                  <a:lnTo>
                    <a:pt x="4564609" y="364718"/>
                  </a:lnTo>
                  <a:lnTo>
                    <a:pt x="4564727" y="364718"/>
                  </a:lnTo>
                  <a:lnTo>
                    <a:pt x="4564727" y="364287"/>
                  </a:lnTo>
                  <a:lnTo>
                    <a:pt x="4564844" y="364287"/>
                  </a:lnTo>
                  <a:lnTo>
                    <a:pt x="4564962" y="364287"/>
                  </a:lnTo>
                  <a:lnTo>
                    <a:pt x="4565080" y="364287"/>
                  </a:lnTo>
                  <a:lnTo>
                    <a:pt x="4565197" y="364287"/>
                  </a:lnTo>
                  <a:lnTo>
                    <a:pt x="4565197" y="363857"/>
                  </a:lnTo>
                  <a:lnTo>
                    <a:pt x="4565315" y="363857"/>
                  </a:lnTo>
                  <a:lnTo>
                    <a:pt x="4565432" y="363857"/>
                  </a:lnTo>
                  <a:lnTo>
                    <a:pt x="4565550" y="363857"/>
                  </a:lnTo>
                  <a:lnTo>
                    <a:pt x="4565668" y="363857"/>
                  </a:lnTo>
                  <a:lnTo>
                    <a:pt x="4565668" y="363426"/>
                  </a:lnTo>
                  <a:lnTo>
                    <a:pt x="4565785" y="363426"/>
                  </a:lnTo>
                  <a:lnTo>
                    <a:pt x="4565903" y="363426"/>
                  </a:lnTo>
                  <a:lnTo>
                    <a:pt x="4566020" y="363426"/>
                  </a:lnTo>
                  <a:lnTo>
                    <a:pt x="4566138" y="363426"/>
                  </a:lnTo>
                  <a:lnTo>
                    <a:pt x="4566138" y="362995"/>
                  </a:lnTo>
                  <a:lnTo>
                    <a:pt x="4566256" y="362995"/>
                  </a:lnTo>
                  <a:lnTo>
                    <a:pt x="4566373" y="362995"/>
                  </a:lnTo>
                  <a:lnTo>
                    <a:pt x="4566491" y="362995"/>
                  </a:lnTo>
                  <a:lnTo>
                    <a:pt x="4566609" y="362995"/>
                  </a:lnTo>
                  <a:lnTo>
                    <a:pt x="4566609" y="362565"/>
                  </a:lnTo>
                  <a:lnTo>
                    <a:pt x="4566726" y="362565"/>
                  </a:lnTo>
                  <a:lnTo>
                    <a:pt x="4566844" y="362565"/>
                  </a:lnTo>
                  <a:lnTo>
                    <a:pt x="4566961" y="362565"/>
                  </a:lnTo>
                  <a:lnTo>
                    <a:pt x="4566961" y="362134"/>
                  </a:lnTo>
                  <a:lnTo>
                    <a:pt x="4567079" y="362134"/>
                  </a:lnTo>
                  <a:lnTo>
                    <a:pt x="4567197" y="362134"/>
                  </a:lnTo>
                  <a:lnTo>
                    <a:pt x="4567314" y="362134"/>
                  </a:lnTo>
                  <a:lnTo>
                    <a:pt x="4567432" y="362134"/>
                  </a:lnTo>
                  <a:lnTo>
                    <a:pt x="4567549" y="362134"/>
                  </a:lnTo>
                  <a:lnTo>
                    <a:pt x="4567667" y="362134"/>
                  </a:lnTo>
                  <a:lnTo>
                    <a:pt x="4567785" y="362134"/>
                  </a:lnTo>
                  <a:lnTo>
                    <a:pt x="4567785" y="361704"/>
                  </a:lnTo>
                  <a:lnTo>
                    <a:pt x="4567902" y="361704"/>
                  </a:lnTo>
                  <a:lnTo>
                    <a:pt x="4568020" y="361704"/>
                  </a:lnTo>
                  <a:lnTo>
                    <a:pt x="4568138" y="361704"/>
                  </a:lnTo>
                  <a:lnTo>
                    <a:pt x="4568138" y="361273"/>
                  </a:lnTo>
                  <a:lnTo>
                    <a:pt x="4568255" y="361273"/>
                  </a:lnTo>
                  <a:lnTo>
                    <a:pt x="4568373" y="361273"/>
                  </a:lnTo>
                  <a:lnTo>
                    <a:pt x="4568490" y="361273"/>
                  </a:lnTo>
                  <a:lnTo>
                    <a:pt x="4568608" y="361273"/>
                  </a:lnTo>
                  <a:lnTo>
                    <a:pt x="4568726" y="361273"/>
                  </a:lnTo>
                  <a:lnTo>
                    <a:pt x="4568843" y="361273"/>
                  </a:lnTo>
                  <a:lnTo>
                    <a:pt x="4568961" y="361273"/>
                  </a:lnTo>
                  <a:lnTo>
                    <a:pt x="4569078" y="361273"/>
                  </a:lnTo>
                  <a:lnTo>
                    <a:pt x="4569196" y="361273"/>
                  </a:lnTo>
                  <a:lnTo>
                    <a:pt x="4569314" y="361273"/>
                  </a:lnTo>
                  <a:lnTo>
                    <a:pt x="4569431" y="361273"/>
                  </a:lnTo>
                  <a:lnTo>
                    <a:pt x="4569549" y="361273"/>
                  </a:lnTo>
                  <a:lnTo>
                    <a:pt x="4569549" y="360842"/>
                  </a:lnTo>
                  <a:lnTo>
                    <a:pt x="4569667" y="360842"/>
                  </a:lnTo>
                  <a:lnTo>
                    <a:pt x="4569784" y="360842"/>
                  </a:lnTo>
                  <a:lnTo>
                    <a:pt x="4569902" y="360842"/>
                  </a:lnTo>
                  <a:lnTo>
                    <a:pt x="4570019" y="360842"/>
                  </a:lnTo>
                  <a:lnTo>
                    <a:pt x="4570137" y="360842"/>
                  </a:lnTo>
                  <a:lnTo>
                    <a:pt x="4570255" y="360842"/>
                  </a:lnTo>
                  <a:lnTo>
                    <a:pt x="4570372" y="360842"/>
                  </a:lnTo>
                  <a:lnTo>
                    <a:pt x="4570490" y="360842"/>
                  </a:lnTo>
                  <a:lnTo>
                    <a:pt x="4570607" y="360842"/>
                  </a:lnTo>
                  <a:lnTo>
                    <a:pt x="4570725" y="360842"/>
                  </a:lnTo>
                  <a:lnTo>
                    <a:pt x="4570843" y="360842"/>
                  </a:lnTo>
                  <a:lnTo>
                    <a:pt x="4570960" y="360842"/>
                  </a:lnTo>
                  <a:lnTo>
                    <a:pt x="4571078" y="360842"/>
                  </a:lnTo>
                  <a:lnTo>
                    <a:pt x="4571196" y="360842"/>
                  </a:lnTo>
                  <a:lnTo>
                    <a:pt x="4571313" y="360842"/>
                  </a:lnTo>
                  <a:lnTo>
                    <a:pt x="4571431" y="360842"/>
                  </a:lnTo>
                  <a:lnTo>
                    <a:pt x="4571548" y="360842"/>
                  </a:lnTo>
                  <a:lnTo>
                    <a:pt x="4571666" y="360842"/>
                  </a:lnTo>
                  <a:lnTo>
                    <a:pt x="4571784" y="360842"/>
                  </a:lnTo>
                  <a:lnTo>
                    <a:pt x="4571901" y="360842"/>
                  </a:lnTo>
                  <a:lnTo>
                    <a:pt x="4572019" y="360842"/>
                  </a:lnTo>
                  <a:lnTo>
                    <a:pt x="4572136" y="360842"/>
                  </a:lnTo>
                  <a:lnTo>
                    <a:pt x="4572136" y="360412"/>
                  </a:lnTo>
                  <a:lnTo>
                    <a:pt x="4572254" y="360412"/>
                  </a:lnTo>
                  <a:lnTo>
                    <a:pt x="4572372" y="360412"/>
                  </a:lnTo>
                  <a:lnTo>
                    <a:pt x="4572372" y="359981"/>
                  </a:lnTo>
                  <a:lnTo>
                    <a:pt x="4572489" y="359981"/>
                  </a:lnTo>
                  <a:lnTo>
                    <a:pt x="4572607" y="359981"/>
                  </a:lnTo>
                  <a:lnTo>
                    <a:pt x="4572725" y="359981"/>
                  </a:lnTo>
                  <a:lnTo>
                    <a:pt x="4572842" y="359981"/>
                  </a:lnTo>
                  <a:lnTo>
                    <a:pt x="4572960" y="359981"/>
                  </a:lnTo>
                  <a:lnTo>
                    <a:pt x="4573077" y="359981"/>
                  </a:lnTo>
                  <a:lnTo>
                    <a:pt x="4573195" y="359981"/>
                  </a:lnTo>
                  <a:lnTo>
                    <a:pt x="4573313" y="359981"/>
                  </a:lnTo>
                  <a:lnTo>
                    <a:pt x="4573430" y="359981"/>
                  </a:lnTo>
                  <a:lnTo>
                    <a:pt x="4573548" y="359981"/>
                  </a:lnTo>
                  <a:lnTo>
                    <a:pt x="4573665" y="359981"/>
                  </a:lnTo>
                  <a:lnTo>
                    <a:pt x="4573783" y="359981"/>
                  </a:lnTo>
                  <a:lnTo>
                    <a:pt x="4573901" y="359981"/>
                  </a:lnTo>
                  <a:lnTo>
                    <a:pt x="4574018" y="359981"/>
                  </a:lnTo>
                  <a:lnTo>
                    <a:pt x="4574136" y="359981"/>
                  </a:lnTo>
                  <a:lnTo>
                    <a:pt x="4574253" y="359981"/>
                  </a:lnTo>
                  <a:lnTo>
                    <a:pt x="4574371" y="359981"/>
                  </a:lnTo>
                  <a:lnTo>
                    <a:pt x="4574489" y="359981"/>
                  </a:lnTo>
                  <a:lnTo>
                    <a:pt x="4574606" y="359981"/>
                  </a:lnTo>
                  <a:lnTo>
                    <a:pt x="4574724" y="359981"/>
                  </a:lnTo>
                  <a:lnTo>
                    <a:pt x="4574842" y="359981"/>
                  </a:lnTo>
                  <a:lnTo>
                    <a:pt x="4574959" y="359981"/>
                  </a:lnTo>
                  <a:lnTo>
                    <a:pt x="4575077" y="359981"/>
                  </a:lnTo>
                  <a:lnTo>
                    <a:pt x="4575194" y="359981"/>
                  </a:lnTo>
                  <a:lnTo>
                    <a:pt x="4575312" y="359981"/>
                  </a:lnTo>
                  <a:lnTo>
                    <a:pt x="4575430" y="359981"/>
                  </a:lnTo>
                  <a:lnTo>
                    <a:pt x="4575547" y="359981"/>
                  </a:lnTo>
                  <a:lnTo>
                    <a:pt x="4575665" y="359981"/>
                  </a:lnTo>
                  <a:lnTo>
                    <a:pt x="4575782" y="359981"/>
                  </a:lnTo>
                  <a:lnTo>
                    <a:pt x="4575782" y="359551"/>
                  </a:lnTo>
                  <a:lnTo>
                    <a:pt x="4575900" y="359551"/>
                  </a:lnTo>
                  <a:lnTo>
                    <a:pt x="4575900" y="359120"/>
                  </a:lnTo>
                  <a:lnTo>
                    <a:pt x="4576018" y="359120"/>
                  </a:lnTo>
                  <a:lnTo>
                    <a:pt x="4576135" y="359120"/>
                  </a:lnTo>
                  <a:lnTo>
                    <a:pt x="4576253" y="359120"/>
                  </a:lnTo>
                  <a:lnTo>
                    <a:pt x="4576371" y="359120"/>
                  </a:lnTo>
                  <a:lnTo>
                    <a:pt x="4576488" y="359120"/>
                  </a:lnTo>
                  <a:lnTo>
                    <a:pt x="4576488" y="358689"/>
                  </a:lnTo>
                  <a:lnTo>
                    <a:pt x="4576606" y="358689"/>
                  </a:lnTo>
                  <a:lnTo>
                    <a:pt x="4576723" y="358689"/>
                  </a:lnTo>
                  <a:lnTo>
                    <a:pt x="4576841" y="358689"/>
                  </a:lnTo>
                  <a:lnTo>
                    <a:pt x="4576959" y="358689"/>
                  </a:lnTo>
                  <a:lnTo>
                    <a:pt x="4577076" y="358689"/>
                  </a:lnTo>
                  <a:lnTo>
                    <a:pt x="4577076" y="358259"/>
                  </a:lnTo>
                  <a:lnTo>
                    <a:pt x="4577194" y="358259"/>
                  </a:lnTo>
                  <a:lnTo>
                    <a:pt x="4577311" y="358259"/>
                  </a:lnTo>
                  <a:lnTo>
                    <a:pt x="4577311" y="357828"/>
                  </a:lnTo>
                  <a:lnTo>
                    <a:pt x="4577429" y="357828"/>
                  </a:lnTo>
                  <a:lnTo>
                    <a:pt x="4577547" y="357828"/>
                  </a:lnTo>
                  <a:lnTo>
                    <a:pt x="4577664" y="357828"/>
                  </a:lnTo>
                  <a:lnTo>
                    <a:pt x="4577782" y="357828"/>
                  </a:lnTo>
                  <a:lnTo>
                    <a:pt x="4577900" y="357828"/>
                  </a:lnTo>
                  <a:lnTo>
                    <a:pt x="4577900" y="357398"/>
                  </a:lnTo>
                  <a:lnTo>
                    <a:pt x="4578017" y="357398"/>
                  </a:lnTo>
                  <a:lnTo>
                    <a:pt x="4578135" y="357398"/>
                  </a:lnTo>
                  <a:lnTo>
                    <a:pt x="4578252" y="357398"/>
                  </a:lnTo>
                  <a:lnTo>
                    <a:pt x="4578370" y="357398"/>
                  </a:lnTo>
                  <a:lnTo>
                    <a:pt x="4578488" y="357398"/>
                  </a:lnTo>
                  <a:lnTo>
                    <a:pt x="4578605" y="357398"/>
                  </a:lnTo>
                  <a:lnTo>
                    <a:pt x="4578723" y="357398"/>
                  </a:lnTo>
                  <a:lnTo>
                    <a:pt x="4578840" y="357398"/>
                  </a:lnTo>
                  <a:lnTo>
                    <a:pt x="4578958" y="357398"/>
                  </a:lnTo>
                  <a:lnTo>
                    <a:pt x="4579076" y="357398"/>
                  </a:lnTo>
                  <a:lnTo>
                    <a:pt x="4579193" y="357398"/>
                  </a:lnTo>
                  <a:lnTo>
                    <a:pt x="4579311" y="357398"/>
                  </a:lnTo>
                  <a:lnTo>
                    <a:pt x="4579429" y="357398"/>
                  </a:lnTo>
                  <a:lnTo>
                    <a:pt x="4579546" y="357398"/>
                  </a:lnTo>
                  <a:lnTo>
                    <a:pt x="4579664" y="357398"/>
                  </a:lnTo>
                  <a:lnTo>
                    <a:pt x="4579781" y="357398"/>
                  </a:lnTo>
                  <a:lnTo>
                    <a:pt x="4579899" y="357398"/>
                  </a:lnTo>
                  <a:lnTo>
                    <a:pt x="4580017" y="357398"/>
                  </a:lnTo>
                  <a:lnTo>
                    <a:pt x="4580134" y="357398"/>
                  </a:lnTo>
                  <a:lnTo>
                    <a:pt x="4580252" y="357398"/>
                  </a:lnTo>
                  <a:lnTo>
                    <a:pt x="4580369" y="357398"/>
                  </a:lnTo>
                  <a:lnTo>
                    <a:pt x="4580487" y="357398"/>
                  </a:lnTo>
                  <a:lnTo>
                    <a:pt x="4580605" y="357398"/>
                  </a:lnTo>
                  <a:lnTo>
                    <a:pt x="4580722" y="357398"/>
                  </a:lnTo>
                  <a:lnTo>
                    <a:pt x="4580840" y="357398"/>
                  </a:lnTo>
                  <a:lnTo>
                    <a:pt x="4580958" y="357398"/>
                  </a:lnTo>
                  <a:lnTo>
                    <a:pt x="4581075" y="357398"/>
                  </a:lnTo>
                  <a:lnTo>
                    <a:pt x="4581193" y="357398"/>
                  </a:lnTo>
                  <a:lnTo>
                    <a:pt x="4581193" y="356967"/>
                  </a:lnTo>
                  <a:lnTo>
                    <a:pt x="4581310" y="356967"/>
                  </a:lnTo>
                  <a:lnTo>
                    <a:pt x="4581428" y="356967"/>
                  </a:lnTo>
                  <a:lnTo>
                    <a:pt x="4581546" y="356967"/>
                  </a:lnTo>
                  <a:lnTo>
                    <a:pt x="4581663" y="356967"/>
                  </a:lnTo>
                  <a:lnTo>
                    <a:pt x="4581781" y="356967"/>
                  </a:lnTo>
                  <a:lnTo>
                    <a:pt x="4581898" y="356967"/>
                  </a:lnTo>
                  <a:lnTo>
                    <a:pt x="4581898" y="356536"/>
                  </a:lnTo>
                  <a:lnTo>
                    <a:pt x="4582016" y="356536"/>
                  </a:lnTo>
                  <a:lnTo>
                    <a:pt x="4582134" y="356536"/>
                  </a:lnTo>
                  <a:lnTo>
                    <a:pt x="4582134" y="356106"/>
                  </a:lnTo>
                  <a:lnTo>
                    <a:pt x="4582134" y="355675"/>
                  </a:lnTo>
                  <a:lnTo>
                    <a:pt x="4582251" y="355675"/>
                  </a:lnTo>
                  <a:lnTo>
                    <a:pt x="4582369" y="355675"/>
                  </a:lnTo>
                  <a:lnTo>
                    <a:pt x="4582486" y="355675"/>
                  </a:lnTo>
                  <a:lnTo>
                    <a:pt x="4582604" y="355675"/>
                  </a:lnTo>
                  <a:lnTo>
                    <a:pt x="4582722" y="355675"/>
                  </a:lnTo>
                  <a:lnTo>
                    <a:pt x="4582839" y="355675"/>
                  </a:lnTo>
                  <a:lnTo>
                    <a:pt x="4582957" y="355675"/>
                  </a:lnTo>
                  <a:lnTo>
                    <a:pt x="4583075" y="355675"/>
                  </a:lnTo>
                  <a:lnTo>
                    <a:pt x="4583192" y="355675"/>
                  </a:lnTo>
                  <a:lnTo>
                    <a:pt x="4583310" y="355675"/>
                  </a:lnTo>
                  <a:lnTo>
                    <a:pt x="4583310" y="355245"/>
                  </a:lnTo>
                  <a:lnTo>
                    <a:pt x="4583427" y="355245"/>
                  </a:lnTo>
                  <a:lnTo>
                    <a:pt x="4583545" y="355245"/>
                  </a:lnTo>
                  <a:lnTo>
                    <a:pt x="4583545" y="354814"/>
                  </a:lnTo>
                  <a:lnTo>
                    <a:pt x="4583663" y="354814"/>
                  </a:lnTo>
                  <a:lnTo>
                    <a:pt x="4583780" y="354814"/>
                  </a:lnTo>
                  <a:lnTo>
                    <a:pt x="4583898" y="354814"/>
                  </a:lnTo>
                  <a:lnTo>
                    <a:pt x="4584015" y="354814"/>
                  </a:lnTo>
                  <a:lnTo>
                    <a:pt x="4584015" y="354383"/>
                  </a:lnTo>
                  <a:lnTo>
                    <a:pt x="4584133" y="354383"/>
                  </a:lnTo>
                  <a:lnTo>
                    <a:pt x="4584251" y="354383"/>
                  </a:lnTo>
                  <a:lnTo>
                    <a:pt x="4584368" y="354383"/>
                  </a:lnTo>
                  <a:lnTo>
                    <a:pt x="4584486" y="354383"/>
                  </a:lnTo>
                  <a:lnTo>
                    <a:pt x="4584604" y="354383"/>
                  </a:lnTo>
                  <a:lnTo>
                    <a:pt x="4584721" y="354383"/>
                  </a:lnTo>
                  <a:lnTo>
                    <a:pt x="4584839" y="354383"/>
                  </a:lnTo>
                  <a:lnTo>
                    <a:pt x="4584956" y="354383"/>
                  </a:lnTo>
                  <a:lnTo>
                    <a:pt x="4585074" y="354383"/>
                  </a:lnTo>
                  <a:lnTo>
                    <a:pt x="4585074" y="353953"/>
                  </a:lnTo>
                  <a:lnTo>
                    <a:pt x="4585192" y="353953"/>
                  </a:lnTo>
                  <a:lnTo>
                    <a:pt x="4585309" y="353953"/>
                  </a:lnTo>
                  <a:lnTo>
                    <a:pt x="4585427" y="353953"/>
                  </a:lnTo>
                  <a:lnTo>
                    <a:pt x="4585544" y="353953"/>
                  </a:lnTo>
                  <a:lnTo>
                    <a:pt x="4585662" y="353953"/>
                  </a:lnTo>
                  <a:lnTo>
                    <a:pt x="4585780" y="353953"/>
                  </a:lnTo>
                  <a:lnTo>
                    <a:pt x="4585897" y="353953"/>
                  </a:lnTo>
                  <a:lnTo>
                    <a:pt x="4586015" y="353953"/>
                  </a:lnTo>
                  <a:lnTo>
                    <a:pt x="4586133" y="353953"/>
                  </a:lnTo>
                  <a:lnTo>
                    <a:pt x="4586133" y="353522"/>
                  </a:lnTo>
                  <a:lnTo>
                    <a:pt x="4586250" y="353522"/>
                  </a:lnTo>
                  <a:lnTo>
                    <a:pt x="4586368" y="353522"/>
                  </a:lnTo>
                  <a:lnTo>
                    <a:pt x="4586485" y="353522"/>
                  </a:lnTo>
                  <a:lnTo>
                    <a:pt x="4586603" y="353522"/>
                  </a:lnTo>
                  <a:lnTo>
                    <a:pt x="4586721" y="353522"/>
                  </a:lnTo>
                  <a:lnTo>
                    <a:pt x="4586838" y="353522"/>
                  </a:lnTo>
                  <a:lnTo>
                    <a:pt x="4586956" y="353522"/>
                  </a:lnTo>
                  <a:lnTo>
                    <a:pt x="4587073" y="353522"/>
                  </a:lnTo>
                  <a:lnTo>
                    <a:pt x="4587191" y="353522"/>
                  </a:lnTo>
                  <a:lnTo>
                    <a:pt x="4587191" y="353092"/>
                  </a:lnTo>
                  <a:lnTo>
                    <a:pt x="4587309" y="353092"/>
                  </a:lnTo>
                  <a:lnTo>
                    <a:pt x="4587426" y="353092"/>
                  </a:lnTo>
                  <a:lnTo>
                    <a:pt x="4587544" y="353092"/>
                  </a:lnTo>
                  <a:lnTo>
                    <a:pt x="4587662" y="353092"/>
                  </a:lnTo>
                  <a:lnTo>
                    <a:pt x="4587779" y="353092"/>
                  </a:lnTo>
                  <a:lnTo>
                    <a:pt x="4587897" y="353092"/>
                  </a:lnTo>
                  <a:lnTo>
                    <a:pt x="4588014" y="353092"/>
                  </a:lnTo>
                  <a:lnTo>
                    <a:pt x="4588132" y="353092"/>
                  </a:lnTo>
                  <a:lnTo>
                    <a:pt x="4588250" y="353092"/>
                  </a:lnTo>
                  <a:lnTo>
                    <a:pt x="4588367" y="353092"/>
                  </a:lnTo>
                  <a:lnTo>
                    <a:pt x="4588485" y="353092"/>
                  </a:lnTo>
                  <a:lnTo>
                    <a:pt x="4588602" y="353092"/>
                  </a:lnTo>
                  <a:lnTo>
                    <a:pt x="4588720" y="353092"/>
                  </a:lnTo>
                  <a:lnTo>
                    <a:pt x="4588838" y="353092"/>
                  </a:lnTo>
                  <a:lnTo>
                    <a:pt x="4588955" y="353092"/>
                  </a:lnTo>
                  <a:lnTo>
                    <a:pt x="4588955" y="352661"/>
                  </a:lnTo>
                  <a:lnTo>
                    <a:pt x="4589073" y="352661"/>
                  </a:lnTo>
                  <a:lnTo>
                    <a:pt x="4589073" y="352230"/>
                  </a:lnTo>
                  <a:lnTo>
                    <a:pt x="4589191" y="352230"/>
                  </a:lnTo>
                  <a:lnTo>
                    <a:pt x="4589308" y="352230"/>
                  </a:lnTo>
                  <a:lnTo>
                    <a:pt x="4589426" y="352230"/>
                  </a:lnTo>
                  <a:lnTo>
                    <a:pt x="4589543" y="352230"/>
                  </a:lnTo>
                  <a:lnTo>
                    <a:pt x="4589543" y="351800"/>
                  </a:lnTo>
                  <a:lnTo>
                    <a:pt x="4589661" y="351800"/>
                  </a:lnTo>
                  <a:lnTo>
                    <a:pt x="4589779" y="351800"/>
                  </a:lnTo>
                  <a:lnTo>
                    <a:pt x="4589896" y="351800"/>
                  </a:lnTo>
                  <a:lnTo>
                    <a:pt x="4590014" y="351800"/>
                  </a:lnTo>
                  <a:lnTo>
                    <a:pt x="4590131" y="351800"/>
                  </a:lnTo>
                  <a:lnTo>
                    <a:pt x="4590131" y="351369"/>
                  </a:lnTo>
                  <a:lnTo>
                    <a:pt x="4590249" y="351369"/>
                  </a:lnTo>
                  <a:lnTo>
                    <a:pt x="4590367" y="351369"/>
                  </a:lnTo>
                  <a:lnTo>
                    <a:pt x="4590484" y="351369"/>
                  </a:lnTo>
                  <a:lnTo>
                    <a:pt x="4590602" y="351369"/>
                  </a:lnTo>
                  <a:lnTo>
                    <a:pt x="4590719" y="351369"/>
                  </a:lnTo>
                  <a:lnTo>
                    <a:pt x="4590837" y="351369"/>
                  </a:lnTo>
                  <a:lnTo>
                    <a:pt x="4590955" y="351369"/>
                  </a:lnTo>
                  <a:lnTo>
                    <a:pt x="4591072" y="351369"/>
                  </a:lnTo>
                  <a:lnTo>
                    <a:pt x="4591190" y="351369"/>
                  </a:lnTo>
                  <a:lnTo>
                    <a:pt x="4591308" y="351369"/>
                  </a:lnTo>
                  <a:lnTo>
                    <a:pt x="4591425" y="351369"/>
                  </a:lnTo>
                  <a:lnTo>
                    <a:pt x="4591543" y="351369"/>
                  </a:lnTo>
                  <a:lnTo>
                    <a:pt x="4591660" y="351369"/>
                  </a:lnTo>
                  <a:lnTo>
                    <a:pt x="4591778" y="351369"/>
                  </a:lnTo>
                  <a:lnTo>
                    <a:pt x="4591896" y="351369"/>
                  </a:lnTo>
                  <a:lnTo>
                    <a:pt x="4592013" y="351369"/>
                  </a:lnTo>
                  <a:lnTo>
                    <a:pt x="4592131" y="351369"/>
                  </a:lnTo>
                  <a:lnTo>
                    <a:pt x="4592248" y="351369"/>
                  </a:lnTo>
                  <a:lnTo>
                    <a:pt x="4592366" y="351369"/>
                  </a:lnTo>
                  <a:lnTo>
                    <a:pt x="4592484" y="351369"/>
                  </a:lnTo>
                  <a:lnTo>
                    <a:pt x="4592601" y="351369"/>
                  </a:lnTo>
                  <a:lnTo>
                    <a:pt x="4592719" y="351369"/>
                  </a:lnTo>
                  <a:lnTo>
                    <a:pt x="4592837" y="351369"/>
                  </a:lnTo>
                  <a:lnTo>
                    <a:pt x="4592954" y="351369"/>
                  </a:lnTo>
                  <a:lnTo>
                    <a:pt x="4593072" y="351369"/>
                  </a:lnTo>
                  <a:lnTo>
                    <a:pt x="4593189" y="351369"/>
                  </a:lnTo>
                  <a:lnTo>
                    <a:pt x="4593307" y="351369"/>
                  </a:lnTo>
                  <a:lnTo>
                    <a:pt x="4593425" y="351369"/>
                  </a:lnTo>
                  <a:lnTo>
                    <a:pt x="4593542" y="351369"/>
                  </a:lnTo>
                  <a:lnTo>
                    <a:pt x="4593660" y="351369"/>
                  </a:lnTo>
                  <a:lnTo>
                    <a:pt x="4593777" y="351369"/>
                  </a:lnTo>
                  <a:lnTo>
                    <a:pt x="4593895" y="351369"/>
                  </a:lnTo>
                  <a:lnTo>
                    <a:pt x="4594013" y="351369"/>
                  </a:lnTo>
                  <a:lnTo>
                    <a:pt x="4594130" y="351369"/>
                  </a:lnTo>
                  <a:lnTo>
                    <a:pt x="4594248" y="351369"/>
                  </a:lnTo>
                  <a:lnTo>
                    <a:pt x="4594366" y="351369"/>
                  </a:lnTo>
                  <a:lnTo>
                    <a:pt x="4594483" y="351369"/>
                  </a:lnTo>
                  <a:lnTo>
                    <a:pt x="4594601" y="351369"/>
                  </a:lnTo>
                  <a:lnTo>
                    <a:pt x="4594718" y="351369"/>
                  </a:lnTo>
                  <a:lnTo>
                    <a:pt x="4594836" y="351369"/>
                  </a:lnTo>
                  <a:lnTo>
                    <a:pt x="4594954" y="351369"/>
                  </a:lnTo>
                  <a:lnTo>
                    <a:pt x="4595071" y="351369"/>
                  </a:lnTo>
                  <a:lnTo>
                    <a:pt x="4595189" y="351369"/>
                  </a:lnTo>
                  <a:lnTo>
                    <a:pt x="4595306" y="351369"/>
                  </a:lnTo>
                  <a:lnTo>
                    <a:pt x="4595424" y="351369"/>
                  </a:lnTo>
                  <a:lnTo>
                    <a:pt x="4595542" y="351369"/>
                  </a:lnTo>
                  <a:lnTo>
                    <a:pt x="4595542" y="350939"/>
                  </a:lnTo>
                  <a:lnTo>
                    <a:pt x="4595659" y="350939"/>
                  </a:lnTo>
                  <a:lnTo>
                    <a:pt x="4595777" y="350939"/>
                  </a:lnTo>
                  <a:lnTo>
                    <a:pt x="4595895" y="350939"/>
                  </a:lnTo>
                  <a:lnTo>
                    <a:pt x="4596012" y="350939"/>
                  </a:lnTo>
                  <a:lnTo>
                    <a:pt x="4596130" y="350939"/>
                  </a:lnTo>
                  <a:lnTo>
                    <a:pt x="4596247" y="350939"/>
                  </a:lnTo>
                  <a:lnTo>
                    <a:pt x="4596365" y="350939"/>
                  </a:lnTo>
                  <a:lnTo>
                    <a:pt x="4596483" y="350939"/>
                  </a:lnTo>
                  <a:lnTo>
                    <a:pt x="4596600" y="350939"/>
                  </a:lnTo>
                  <a:lnTo>
                    <a:pt x="4596718" y="350939"/>
                  </a:lnTo>
                  <a:lnTo>
                    <a:pt x="4596835" y="350939"/>
                  </a:lnTo>
                  <a:lnTo>
                    <a:pt x="4596953" y="350939"/>
                  </a:lnTo>
                  <a:lnTo>
                    <a:pt x="4597071" y="350939"/>
                  </a:lnTo>
                  <a:lnTo>
                    <a:pt x="4597188" y="350939"/>
                  </a:lnTo>
                  <a:lnTo>
                    <a:pt x="4597188" y="350508"/>
                  </a:lnTo>
                  <a:lnTo>
                    <a:pt x="4597306" y="350508"/>
                  </a:lnTo>
                  <a:lnTo>
                    <a:pt x="4597424" y="350508"/>
                  </a:lnTo>
                  <a:lnTo>
                    <a:pt x="4597541" y="350508"/>
                  </a:lnTo>
                  <a:lnTo>
                    <a:pt x="4597659" y="350508"/>
                  </a:lnTo>
                  <a:lnTo>
                    <a:pt x="4597776" y="350508"/>
                  </a:lnTo>
                  <a:lnTo>
                    <a:pt x="4597894" y="350508"/>
                  </a:lnTo>
                  <a:lnTo>
                    <a:pt x="4598012" y="350508"/>
                  </a:lnTo>
                  <a:lnTo>
                    <a:pt x="4598129" y="350508"/>
                  </a:lnTo>
                  <a:lnTo>
                    <a:pt x="4598247" y="350508"/>
                  </a:lnTo>
                  <a:lnTo>
                    <a:pt x="4598364" y="350508"/>
                  </a:lnTo>
                  <a:lnTo>
                    <a:pt x="4598364" y="350077"/>
                  </a:lnTo>
                  <a:lnTo>
                    <a:pt x="4598482" y="350077"/>
                  </a:lnTo>
                  <a:lnTo>
                    <a:pt x="4598600" y="350077"/>
                  </a:lnTo>
                  <a:lnTo>
                    <a:pt x="4598717" y="350077"/>
                  </a:lnTo>
                  <a:lnTo>
                    <a:pt x="4598835" y="350077"/>
                  </a:lnTo>
                  <a:lnTo>
                    <a:pt x="4598952" y="350077"/>
                  </a:lnTo>
                  <a:lnTo>
                    <a:pt x="4599070" y="350077"/>
                  </a:lnTo>
                  <a:lnTo>
                    <a:pt x="4599188" y="350077"/>
                  </a:lnTo>
                  <a:lnTo>
                    <a:pt x="4599305" y="350077"/>
                  </a:lnTo>
                  <a:lnTo>
                    <a:pt x="4599423" y="350077"/>
                  </a:lnTo>
                  <a:lnTo>
                    <a:pt x="4599541" y="350077"/>
                  </a:lnTo>
                  <a:lnTo>
                    <a:pt x="4599658" y="350077"/>
                  </a:lnTo>
                  <a:lnTo>
                    <a:pt x="4599776" y="350077"/>
                  </a:lnTo>
                  <a:lnTo>
                    <a:pt x="4599893" y="350077"/>
                  </a:lnTo>
                  <a:lnTo>
                    <a:pt x="4600011" y="350077"/>
                  </a:lnTo>
                  <a:lnTo>
                    <a:pt x="4600129" y="350077"/>
                  </a:lnTo>
                  <a:lnTo>
                    <a:pt x="4600246" y="350077"/>
                  </a:lnTo>
                  <a:lnTo>
                    <a:pt x="4600364" y="350077"/>
                  </a:lnTo>
                  <a:lnTo>
                    <a:pt x="4600481" y="350077"/>
                  </a:lnTo>
                  <a:lnTo>
                    <a:pt x="4600599" y="350077"/>
                  </a:lnTo>
                  <a:lnTo>
                    <a:pt x="4600717" y="350077"/>
                  </a:lnTo>
                  <a:lnTo>
                    <a:pt x="4600834" y="350077"/>
                  </a:lnTo>
                  <a:lnTo>
                    <a:pt x="4600834" y="349647"/>
                  </a:lnTo>
                  <a:lnTo>
                    <a:pt x="4600952" y="349647"/>
                  </a:lnTo>
                  <a:lnTo>
                    <a:pt x="4601070" y="349647"/>
                  </a:lnTo>
                  <a:lnTo>
                    <a:pt x="4601187" y="349647"/>
                  </a:lnTo>
                  <a:lnTo>
                    <a:pt x="4601305" y="349647"/>
                  </a:lnTo>
                  <a:lnTo>
                    <a:pt x="4601422" y="349647"/>
                  </a:lnTo>
                  <a:lnTo>
                    <a:pt x="4601540" y="349647"/>
                  </a:lnTo>
                  <a:lnTo>
                    <a:pt x="4601658" y="349647"/>
                  </a:lnTo>
                  <a:lnTo>
                    <a:pt x="4601775" y="349647"/>
                  </a:lnTo>
                  <a:lnTo>
                    <a:pt x="4601893" y="349647"/>
                  </a:lnTo>
                  <a:lnTo>
                    <a:pt x="4602010" y="349647"/>
                  </a:lnTo>
                  <a:lnTo>
                    <a:pt x="4602128" y="349647"/>
                  </a:lnTo>
                  <a:lnTo>
                    <a:pt x="4602246" y="349647"/>
                  </a:lnTo>
                  <a:lnTo>
                    <a:pt x="4602363" y="349647"/>
                  </a:lnTo>
                  <a:lnTo>
                    <a:pt x="4602481" y="349647"/>
                  </a:lnTo>
                  <a:lnTo>
                    <a:pt x="4602599" y="349647"/>
                  </a:lnTo>
                  <a:lnTo>
                    <a:pt x="4602716" y="349647"/>
                  </a:lnTo>
                  <a:lnTo>
                    <a:pt x="4602834" y="349647"/>
                  </a:lnTo>
                  <a:lnTo>
                    <a:pt x="4602951" y="349647"/>
                  </a:lnTo>
                  <a:lnTo>
                    <a:pt x="4603069" y="349647"/>
                  </a:lnTo>
                  <a:lnTo>
                    <a:pt x="4603187" y="349647"/>
                  </a:lnTo>
                  <a:lnTo>
                    <a:pt x="4603187" y="349216"/>
                  </a:lnTo>
                  <a:lnTo>
                    <a:pt x="4603304" y="349216"/>
                  </a:lnTo>
                  <a:lnTo>
                    <a:pt x="4603422" y="349216"/>
                  </a:lnTo>
                  <a:lnTo>
                    <a:pt x="4603539" y="349216"/>
                  </a:lnTo>
                  <a:lnTo>
                    <a:pt x="4603657" y="349216"/>
                  </a:lnTo>
                  <a:lnTo>
                    <a:pt x="4603775" y="349216"/>
                  </a:lnTo>
                  <a:lnTo>
                    <a:pt x="4603892" y="349216"/>
                  </a:lnTo>
                  <a:lnTo>
                    <a:pt x="4604010" y="349216"/>
                  </a:lnTo>
                  <a:lnTo>
                    <a:pt x="4604128" y="349216"/>
                  </a:lnTo>
                  <a:lnTo>
                    <a:pt x="4604245" y="349216"/>
                  </a:lnTo>
                  <a:lnTo>
                    <a:pt x="4604245" y="348786"/>
                  </a:lnTo>
                  <a:lnTo>
                    <a:pt x="4604363" y="348786"/>
                  </a:lnTo>
                  <a:lnTo>
                    <a:pt x="4604480" y="348786"/>
                  </a:lnTo>
                  <a:lnTo>
                    <a:pt x="4604598" y="348786"/>
                  </a:lnTo>
                  <a:lnTo>
                    <a:pt x="4604716" y="348786"/>
                  </a:lnTo>
                  <a:lnTo>
                    <a:pt x="4604833" y="348786"/>
                  </a:lnTo>
                  <a:lnTo>
                    <a:pt x="4604951" y="348786"/>
                  </a:lnTo>
                  <a:lnTo>
                    <a:pt x="4604951" y="348355"/>
                  </a:lnTo>
                  <a:lnTo>
                    <a:pt x="4605068" y="348355"/>
                  </a:lnTo>
                  <a:lnTo>
                    <a:pt x="4605186" y="348355"/>
                  </a:lnTo>
                  <a:lnTo>
                    <a:pt x="4605304" y="348355"/>
                  </a:lnTo>
                  <a:lnTo>
                    <a:pt x="4605421" y="348355"/>
                  </a:lnTo>
                  <a:lnTo>
                    <a:pt x="4605539" y="348355"/>
                  </a:lnTo>
                  <a:lnTo>
                    <a:pt x="4605539" y="347924"/>
                  </a:lnTo>
                  <a:lnTo>
                    <a:pt x="4605656" y="347924"/>
                  </a:lnTo>
                  <a:lnTo>
                    <a:pt x="4605774" y="347924"/>
                  </a:lnTo>
                  <a:lnTo>
                    <a:pt x="4605892" y="347924"/>
                  </a:lnTo>
                  <a:lnTo>
                    <a:pt x="4606009" y="347924"/>
                  </a:lnTo>
                  <a:lnTo>
                    <a:pt x="4606127" y="347924"/>
                  </a:lnTo>
                  <a:lnTo>
                    <a:pt x="4606245" y="347924"/>
                  </a:lnTo>
                  <a:lnTo>
                    <a:pt x="4606362" y="347924"/>
                  </a:lnTo>
                  <a:lnTo>
                    <a:pt x="4606362" y="347494"/>
                  </a:lnTo>
                  <a:lnTo>
                    <a:pt x="4606480" y="347494"/>
                  </a:lnTo>
                  <a:lnTo>
                    <a:pt x="4606597" y="347494"/>
                  </a:lnTo>
                  <a:lnTo>
                    <a:pt x="4606715" y="347494"/>
                  </a:lnTo>
                  <a:lnTo>
                    <a:pt x="4606833" y="347494"/>
                  </a:lnTo>
                  <a:lnTo>
                    <a:pt x="4606950" y="347494"/>
                  </a:lnTo>
                  <a:lnTo>
                    <a:pt x="4607068" y="347494"/>
                  </a:lnTo>
                  <a:lnTo>
                    <a:pt x="4607185" y="347494"/>
                  </a:lnTo>
                  <a:lnTo>
                    <a:pt x="4607303" y="347494"/>
                  </a:lnTo>
                  <a:lnTo>
                    <a:pt x="4607421" y="347494"/>
                  </a:lnTo>
                  <a:lnTo>
                    <a:pt x="4607538" y="347494"/>
                  </a:lnTo>
                  <a:lnTo>
                    <a:pt x="4607656" y="347494"/>
                  </a:lnTo>
                  <a:lnTo>
                    <a:pt x="4607774" y="347494"/>
                  </a:lnTo>
                  <a:lnTo>
                    <a:pt x="4607891" y="347494"/>
                  </a:lnTo>
                  <a:lnTo>
                    <a:pt x="4607891" y="347063"/>
                  </a:lnTo>
                  <a:lnTo>
                    <a:pt x="4608009" y="347063"/>
                  </a:lnTo>
                  <a:lnTo>
                    <a:pt x="4608126" y="347063"/>
                  </a:lnTo>
                  <a:lnTo>
                    <a:pt x="4608244" y="347063"/>
                  </a:lnTo>
                  <a:lnTo>
                    <a:pt x="4608362" y="347063"/>
                  </a:lnTo>
                  <a:lnTo>
                    <a:pt x="4608479" y="347063"/>
                  </a:lnTo>
                  <a:lnTo>
                    <a:pt x="4608479" y="346633"/>
                  </a:lnTo>
                  <a:lnTo>
                    <a:pt x="4608597" y="346633"/>
                  </a:lnTo>
                  <a:lnTo>
                    <a:pt x="4608714" y="346633"/>
                  </a:lnTo>
                  <a:lnTo>
                    <a:pt x="4608714" y="346202"/>
                  </a:lnTo>
                  <a:lnTo>
                    <a:pt x="4608832" y="346202"/>
                  </a:lnTo>
                  <a:lnTo>
                    <a:pt x="4608832" y="345771"/>
                  </a:lnTo>
                  <a:lnTo>
                    <a:pt x="4608832" y="345341"/>
                  </a:lnTo>
                  <a:lnTo>
                    <a:pt x="4608950" y="345341"/>
                  </a:lnTo>
                  <a:lnTo>
                    <a:pt x="4609067" y="345341"/>
                  </a:lnTo>
                  <a:lnTo>
                    <a:pt x="4609185" y="345341"/>
                  </a:lnTo>
                  <a:lnTo>
                    <a:pt x="4609303" y="345341"/>
                  </a:lnTo>
                  <a:lnTo>
                    <a:pt x="4609420" y="345341"/>
                  </a:lnTo>
                  <a:lnTo>
                    <a:pt x="4609538" y="345341"/>
                  </a:lnTo>
                  <a:lnTo>
                    <a:pt x="4609655" y="345341"/>
                  </a:lnTo>
                  <a:lnTo>
                    <a:pt x="4609773" y="345341"/>
                  </a:lnTo>
                  <a:lnTo>
                    <a:pt x="4609891" y="345341"/>
                  </a:lnTo>
                  <a:lnTo>
                    <a:pt x="4610008" y="345341"/>
                  </a:lnTo>
                  <a:lnTo>
                    <a:pt x="4610126" y="345341"/>
                  </a:lnTo>
                  <a:lnTo>
                    <a:pt x="4610243" y="345341"/>
                  </a:lnTo>
                  <a:lnTo>
                    <a:pt x="4610361" y="345341"/>
                  </a:lnTo>
                  <a:lnTo>
                    <a:pt x="4610479" y="345341"/>
                  </a:lnTo>
                  <a:lnTo>
                    <a:pt x="4610596" y="345341"/>
                  </a:lnTo>
                  <a:lnTo>
                    <a:pt x="4610714" y="345341"/>
                  </a:lnTo>
                  <a:lnTo>
                    <a:pt x="4610832" y="345341"/>
                  </a:lnTo>
                  <a:lnTo>
                    <a:pt x="4610949" y="345341"/>
                  </a:lnTo>
                  <a:lnTo>
                    <a:pt x="4611067" y="345341"/>
                  </a:lnTo>
                  <a:lnTo>
                    <a:pt x="4611184" y="345341"/>
                  </a:lnTo>
                  <a:lnTo>
                    <a:pt x="4611302" y="345341"/>
                  </a:lnTo>
                  <a:lnTo>
                    <a:pt x="4611420" y="345341"/>
                  </a:lnTo>
                  <a:lnTo>
                    <a:pt x="4611537" y="345341"/>
                  </a:lnTo>
                  <a:lnTo>
                    <a:pt x="4611655" y="345341"/>
                  </a:lnTo>
                  <a:lnTo>
                    <a:pt x="4611772" y="345341"/>
                  </a:lnTo>
                  <a:lnTo>
                    <a:pt x="4611890" y="345341"/>
                  </a:lnTo>
                  <a:lnTo>
                    <a:pt x="4612008" y="345341"/>
                  </a:lnTo>
                  <a:lnTo>
                    <a:pt x="4612125" y="345341"/>
                  </a:lnTo>
                  <a:lnTo>
                    <a:pt x="4612243" y="345341"/>
                  </a:lnTo>
                  <a:lnTo>
                    <a:pt x="4612361" y="345341"/>
                  </a:lnTo>
                  <a:lnTo>
                    <a:pt x="4612361" y="344910"/>
                  </a:lnTo>
                  <a:lnTo>
                    <a:pt x="4612478" y="344910"/>
                  </a:lnTo>
                  <a:lnTo>
                    <a:pt x="4612596" y="344910"/>
                  </a:lnTo>
                  <a:lnTo>
                    <a:pt x="4612713" y="344910"/>
                  </a:lnTo>
                  <a:lnTo>
                    <a:pt x="4612831" y="344910"/>
                  </a:lnTo>
                  <a:lnTo>
                    <a:pt x="4612949" y="344910"/>
                  </a:lnTo>
                  <a:lnTo>
                    <a:pt x="4612949" y="344480"/>
                  </a:lnTo>
                  <a:lnTo>
                    <a:pt x="4613066" y="344480"/>
                  </a:lnTo>
                  <a:lnTo>
                    <a:pt x="4613184" y="344480"/>
                  </a:lnTo>
                  <a:lnTo>
                    <a:pt x="4613301" y="344480"/>
                  </a:lnTo>
                  <a:lnTo>
                    <a:pt x="4613419" y="344480"/>
                  </a:lnTo>
                  <a:lnTo>
                    <a:pt x="4613537" y="344480"/>
                  </a:lnTo>
                  <a:lnTo>
                    <a:pt x="4613537" y="344049"/>
                  </a:lnTo>
                  <a:lnTo>
                    <a:pt x="4613654" y="344049"/>
                  </a:lnTo>
                  <a:lnTo>
                    <a:pt x="4613772" y="344049"/>
                  </a:lnTo>
                  <a:lnTo>
                    <a:pt x="4613889" y="344049"/>
                  </a:lnTo>
                  <a:lnTo>
                    <a:pt x="4613889" y="343618"/>
                  </a:lnTo>
                  <a:lnTo>
                    <a:pt x="4614007" y="343618"/>
                  </a:lnTo>
                  <a:lnTo>
                    <a:pt x="4614007" y="343188"/>
                  </a:lnTo>
                  <a:lnTo>
                    <a:pt x="4614125" y="343188"/>
                  </a:lnTo>
                  <a:lnTo>
                    <a:pt x="4614242" y="343188"/>
                  </a:lnTo>
                  <a:lnTo>
                    <a:pt x="4614360" y="343188"/>
                  </a:lnTo>
                  <a:lnTo>
                    <a:pt x="4614478" y="343188"/>
                  </a:lnTo>
                  <a:lnTo>
                    <a:pt x="4614595" y="343188"/>
                  </a:lnTo>
                  <a:lnTo>
                    <a:pt x="4614713" y="343188"/>
                  </a:lnTo>
                  <a:lnTo>
                    <a:pt x="4614830" y="343188"/>
                  </a:lnTo>
                  <a:lnTo>
                    <a:pt x="4614948" y="343188"/>
                  </a:lnTo>
                  <a:lnTo>
                    <a:pt x="4615066" y="343188"/>
                  </a:lnTo>
                  <a:lnTo>
                    <a:pt x="4615183" y="343188"/>
                  </a:lnTo>
                  <a:lnTo>
                    <a:pt x="4615301" y="343188"/>
                  </a:lnTo>
                  <a:lnTo>
                    <a:pt x="4615418" y="343188"/>
                  </a:lnTo>
                  <a:lnTo>
                    <a:pt x="4615536" y="343188"/>
                  </a:lnTo>
                  <a:lnTo>
                    <a:pt x="4615536" y="342757"/>
                  </a:lnTo>
                  <a:lnTo>
                    <a:pt x="4615654" y="342757"/>
                  </a:lnTo>
                  <a:lnTo>
                    <a:pt x="4615771" y="342757"/>
                  </a:lnTo>
                  <a:lnTo>
                    <a:pt x="4615889" y="342757"/>
                  </a:lnTo>
                  <a:lnTo>
                    <a:pt x="4616007" y="342757"/>
                  </a:lnTo>
                  <a:lnTo>
                    <a:pt x="4616124" y="342757"/>
                  </a:lnTo>
                  <a:lnTo>
                    <a:pt x="4616242" y="342757"/>
                  </a:lnTo>
                  <a:lnTo>
                    <a:pt x="4616359" y="342757"/>
                  </a:lnTo>
                  <a:lnTo>
                    <a:pt x="4616477" y="342757"/>
                  </a:lnTo>
                  <a:lnTo>
                    <a:pt x="4616595" y="342757"/>
                  </a:lnTo>
                  <a:lnTo>
                    <a:pt x="4616712" y="342757"/>
                  </a:lnTo>
                  <a:lnTo>
                    <a:pt x="4616830" y="342757"/>
                  </a:lnTo>
                  <a:lnTo>
                    <a:pt x="4616947" y="342757"/>
                  </a:lnTo>
                  <a:lnTo>
                    <a:pt x="4617065" y="342757"/>
                  </a:lnTo>
                  <a:lnTo>
                    <a:pt x="4617183" y="342757"/>
                  </a:lnTo>
                  <a:lnTo>
                    <a:pt x="4617300" y="342757"/>
                  </a:lnTo>
                  <a:lnTo>
                    <a:pt x="4617418" y="342757"/>
                  </a:lnTo>
                  <a:lnTo>
                    <a:pt x="4617536" y="342757"/>
                  </a:lnTo>
                  <a:lnTo>
                    <a:pt x="4617653" y="342757"/>
                  </a:lnTo>
                  <a:lnTo>
                    <a:pt x="4617771" y="342757"/>
                  </a:lnTo>
                  <a:lnTo>
                    <a:pt x="4617771" y="342327"/>
                  </a:lnTo>
                  <a:lnTo>
                    <a:pt x="4617888" y="342327"/>
                  </a:lnTo>
                  <a:lnTo>
                    <a:pt x="4618006" y="342327"/>
                  </a:lnTo>
                  <a:lnTo>
                    <a:pt x="4618124" y="342327"/>
                  </a:lnTo>
                  <a:lnTo>
                    <a:pt x="4618241" y="342327"/>
                  </a:lnTo>
                  <a:lnTo>
                    <a:pt x="4618359" y="342327"/>
                  </a:lnTo>
                  <a:lnTo>
                    <a:pt x="4618359" y="341896"/>
                  </a:lnTo>
                  <a:lnTo>
                    <a:pt x="4618476" y="341896"/>
                  </a:lnTo>
                  <a:lnTo>
                    <a:pt x="4618594" y="341896"/>
                  </a:lnTo>
                  <a:lnTo>
                    <a:pt x="4618712" y="341896"/>
                  </a:lnTo>
                  <a:lnTo>
                    <a:pt x="4618829" y="341896"/>
                  </a:lnTo>
                  <a:lnTo>
                    <a:pt x="4618947" y="341896"/>
                  </a:lnTo>
                  <a:lnTo>
                    <a:pt x="4619065" y="341896"/>
                  </a:lnTo>
                  <a:lnTo>
                    <a:pt x="4619182" y="341896"/>
                  </a:lnTo>
                  <a:lnTo>
                    <a:pt x="4619300" y="341896"/>
                  </a:lnTo>
                  <a:lnTo>
                    <a:pt x="4619417" y="341896"/>
                  </a:lnTo>
                  <a:lnTo>
                    <a:pt x="4619535" y="341896"/>
                  </a:lnTo>
                  <a:lnTo>
                    <a:pt x="4619653" y="341896"/>
                  </a:lnTo>
                  <a:lnTo>
                    <a:pt x="4619770" y="341896"/>
                  </a:lnTo>
                  <a:lnTo>
                    <a:pt x="4619888" y="341896"/>
                  </a:lnTo>
                  <a:lnTo>
                    <a:pt x="4620005" y="341896"/>
                  </a:lnTo>
                  <a:lnTo>
                    <a:pt x="4620123" y="341896"/>
                  </a:lnTo>
                  <a:lnTo>
                    <a:pt x="4620241" y="341896"/>
                  </a:lnTo>
                  <a:lnTo>
                    <a:pt x="4620358" y="341896"/>
                  </a:lnTo>
                  <a:lnTo>
                    <a:pt x="4620476" y="341896"/>
                  </a:lnTo>
                  <a:lnTo>
                    <a:pt x="4620594" y="341896"/>
                  </a:lnTo>
                  <a:lnTo>
                    <a:pt x="4620711" y="341896"/>
                  </a:lnTo>
                  <a:lnTo>
                    <a:pt x="4620711" y="341465"/>
                  </a:lnTo>
                  <a:lnTo>
                    <a:pt x="4620829" y="341465"/>
                  </a:lnTo>
                  <a:lnTo>
                    <a:pt x="4620946" y="341465"/>
                  </a:lnTo>
                  <a:lnTo>
                    <a:pt x="4621064" y="341465"/>
                  </a:lnTo>
                  <a:lnTo>
                    <a:pt x="4621182" y="341465"/>
                  </a:lnTo>
                  <a:lnTo>
                    <a:pt x="4621299" y="341465"/>
                  </a:lnTo>
                  <a:lnTo>
                    <a:pt x="4621417" y="341465"/>
                  </a:lnTo>
                  <a:lnTo>
                    <a:pt x="4621534" y="341465"/>
                  </a:lnTo>
                  <a:lnTo>
                    <a:pt x="4621652" y="341465"/>
                  </a:lnTo>
                  <a:lnTo>
                    <a:pt x="4621770" y="341465"/>
                  </a:lnTo>
                  <a:lnTo>
                    <a:pt x="4621887" y="341465"/>
                  </a:lnTo>
                  <a:lnTo>
                    <a:pt x="4622005" y="341465"/>
                  </a:lnTo>
                  <a:lnTo>
                    <a:pt x="4622005" y="341035"/>
                  </a:lnTo>
                  <a:lnTo>
                    <a:pt x="4622005" y="340604"/>
                  </a:lnTo>
                  <a:lnTo>
                    <a:pt x="4622122" y="340604"/>
                  </a:lnTo>
                  <a:lnTo>
                    <a:pt x="4622240" y="340604"/>
                  </a:lnTo>
                  <a:lnTo>
                    <a:pt x="4622358" y="340604"/>
                  </a:lnTo>
                  <a:lnTo>
                    <a:pt x="4622475" y="340604"/>
                  </a:lnTo>
                  <a:lnTo>
                    <a:pt x="4622593" y="340604"/>
                  </a:lnTo>
                  <a:lnTo>
                    <a:pt x="4622711" y="340604"/>
                  </a:lnTo>
                  <a:lnTo>
                    <a:pt x="4622711" y="340174"/>
                  </a:lnTo>
                  <a:lnTo>
                    <a:pt x="4622828" y="340174"/>
                  </a:lnTo>
                  <a:lnTo>
                    <a:pt x="4622946" y="340174"/>
                  </a:lnTo>
                  <a:lnTo>
                    <a:pt x="4623063" y="340174"/>
                  </a:lnTo>
                  <a:lnTo>
                    <a:pt x="4623181" y="340174"/>
                  </a:lnTo>
                  <a:lnTo>
                    <a:pt x="4623299" y="340174"/>
                  </a:lnTo>
                  <a:lnTo>
                    <a:pt x="4623416" y="340174"/>
                  </a:lnTo>
                  <a:lnTo>
                    <a:pt x="4623534" y="340174"/>
                  </a:lnTo>
                  <a:lnTo>
                    <a:pt x="4623651" y="340174"/>
                  </a:lnTo>
                  <a:lnTo>
                    <a:pt x="4623769" y="340174"/>
                  </a:lnTo>
                  <a:lnTo>
                    <a:pt x="4623887" y="340174"/>
                  </a:lnTo>
                  <a:lnTo>
                    <a:pt x="4624004" y="340174"/>
                  </a:lnTo>
                  <a:lnTo>
                    <a:pt x="4624122" y="340174"/>
                  </a:lnTo>
                  <a:lnTo>
                    <a:pt x="4624240" y="340174"/>
                  </a:lnTo>
                  <a:lnTo>
                    <a:pt x="4624357" y="340174"/>
                  </a:lnTo>
                  <a:lnTo>
                    <a:pt x="4624475" y="340174"/>
                  </a:lnTo>
                  <a:lnTo>
                    <a:pt x="4624592" y="340174"/>
                  </a:lnTo>
                  <a:lnTo>
                    <a:pt x="4624710" y="340174"/>
                  </a:lnTo>
                  <a:lnTo>
                    <a:pt x="4624828" y="340174"/>
                  </a:lnTo>
                  <a:lnTo>
                    <a:pt x="4624945" y="340174"/>
                  </a:lnTo>
                  <a:lnTo>
                    <a:pt x="4625063" y="340174"/>
                  </a:lnTo>
                  <a:lnTo>
                    <a:pt x="4625180" y="340174"/>
                  </a:lnTo>
                  <a:lnTo>
                    <a:pt x="4625180" y="339743"/>
                  </a:lnTo>
                  <a:lnTo>
                    <a:pt x="4625298" y="339743"/>
                  </a:lnTo>
                  <a:lnTo>
                    <a:pt x="4625416" y="339743"/>
                  </a:lnTo>
                  <a:lnTo>
                    <a:pt x="4625533" y="339743"/>
                  </a:lnTo>
                  <a:lnTo>
                    <a:pt x="4625651" y="339743"/>
                  </a:lnTo>
                  <a:lnTo>
                    <a:pt x="4625769" y="339743"/>
                  </a:lnTo>
                  <a:lnTo>
                    <a:pt x="4625886" y="339743"/>
                  </a:lnTo>
                  <a:lnTo>
                    <a:pt x="4626004" y="339743"/>
                  </a:lnTo>
                  <a:lnTo>
                    <a:pt x="4626004" y="339312"/>
                  </a:lnTo>
                  <a:lnTo>
                    <a:pt x="4626121" y="339312"/>
                  </a:lnTo>
                  <a:lnTo>
                    <a:pt x="4626121" y="338882"/>
                  </a:lnTo>
                  <a:lnTo>
                    <a:pt x="4626239" y="338882"/>
                  </a:lnTo>
                  <a:lnTo>
                    <a:pt x="4626357" y="338882"/>
                  </a:lnTo>
                  <a:lnTo>
                    <a:pt x="4626357" y="338451"/>
                  </a:lnTo>
                  <a:lnTo>
                    <a:pt x="4626474" y="338451"/>
                  </a:lnTo>
                  <a:lnTo>
                    <a:pt x="4626592" y="338451"/>
                  </a:lnTo>
                  <a:lnTo>
                    <a:pt x="4626709" y="338451"/>
                  </a:lnTo>
                  <a:lnTo>
                    <a:pt x="4626709" y="338021"/>
                  </a:lnTo>
                  <a:lnTo>
                    <a:pt x="4626827" y="338021"/>
                  </a:lnTo>
                  <a:lnTo>
                    <a:pt x="4626945" y="338021"/>
                  </a:lnTo>
                  <a:lnTo>
                    <a:pt x="4627062" y="338021"/>
                  </a:lnTo>
                  <a:lnTo>
                    <a:pt x="4627180" y="338021"/>
                  </a:lnTo>
                  <a:lnTo>
                    <a:pt x="4627298" y="338021"/>
                  </a:lnTo>
                  <a:lnTo>
                    <a:pt x="4627415" y="338021"/>
                  </a:lnTo>
                  <a:lnTo>
                    <a:pt x="4627533" y="338021"/>
                  </a:lnTo>
                  <a:lnTo>
                    <a:pt x="4627650" y="338021"/>
                  </a:lnTo>
                  <a:lnTo>
                    <a:pt x="4627768" y="338021"/>
                  </a:lnTo>
                  <a:lnTo>
                    <a:pt x="4627886" y="338021"/>
                  </a:lnTo>
                  <a:lnTo>
                    <a:pt x="4628003" y="338021"/>
                  </a:lnTo>
                  <a:lnTo>
                    <a:pt x="4628121" y="338021"/>
                  </a:lnTo>
                  <a:lnTo>
                    <a:pt x="4628238" y="338021"/>
                  </a:lnTo>
                  <a:lnTo>
                    <a:pt x="4628356" y="338021"/>
                  </a:lnTo>
                  <a:lnTo>
                    <a:pt x="4628474" y="338021"/>
                  </a:lnTo>
                  <a:lnTo>
                    <a:pt x="4628591" y="338021"/>
                  </a:lnTo>
                  <a:lnTo>
                    <a:pt x="4628709" y="338021"/>
                  </a:lnTo>
                  <a:lnTo>
                    <a:pt x="4628827" y="338021"/>
                  </a:lnTo>
                  <a:lnTo>
                    <a:pt x="4628944" y="338021"/>
                  </a:lnTo>
                  <a:lnTo>
                    <a:pt x="4629062" y="338021"/>
                  </a:lnTo>
                  <a:lnTo>
                    <a:pt x="4629179" y="338021"/>
                  </a:lnTo>
                  <a:lnTo>
                    <a:pt x="4629297" y="338021"/>
                  </a:lnTo>
                  <a:lnTo>
                    <a:pt x="4629415" y="338021"/>
                  </a:lnTo>
                  <a:lnTo>
                    <a:pt x="4629532" y="338021"/>
                  </a:lnTo>
                  <a:lnTo>
                    <a:pt x="4629650" y="338021"/>
                  </a:lnTo>
                  <a:lnTo>
                    <a:pt x="4629767" y="338021"/>
                  </a:lnTo>
                  <a:lnTo>
                    <a:pt x="4629885" y="338021"/>
                  </a:lnTo>
                  <a:lnTo>
                    <a:pt x="4630003" y="338021"/>
                  </a:lnTo>
                  <a:lnTo>
                    <a:pt x="4630120" y="338021"/>
                  </a:lnTo>
                  <a:lnTo>
                    <a:pt x="4630238" y="338021"/>
                  </a:lnTo>
                  <a:lnTo>
                    <a:pt x="4630355" y="338021"/>
                  </a:lnTo>
                  <a:lnTo>
                    <a:pt x="4630473" y="338021"/>
                  </a:lnTo>
                  <a:lnTo>
                    <a:pt x="4630591" y="338021"/>
                  </a:lnTo>
                  <a:lnTo>
                    <a:pt x="4630708" y="338021"/>
                  </a:lnTo>
                  <a:lnTo>
                    <a:pt x="4630826" y="338021"/>
                  </a:lnTo>
                  <a:lnTo>
                    <a:pt x="4630826" y="337590"/>
                  </a:lnTo>
                  <a:lnTo>
                    <a:pt x="4630944" y="337590"/>
                  </a:lnTo>
                  <a:lnTo>
                    <a:pt x="4631061" y="337590"/>
                  </a:lnTo>
                  <a:lnTo>
                    <a:pt x="4631179" y="337590"/>
                  </a:lnTo>
                  <a:lnTo>
                    <a:pt x="4631296" y="337590"/>
                  </a:lnTo>
                  <a:lnTo>
                    <a:pt x="4631414" y="337590"/>
                  </a:lnTo>
                  <a:lnTo>
                    <a:pt x="4631532" y="337590"/>
                  </a:lnTo>
                  <a:lnTo>
                    <a:pt x="4631532" y="337159"/>
                  </a:lnTo>
                  <a:lnTo>
                    <a:pt x="4631649" y="337159"/>
                  </a:lnTo>
                  <a:lnTo>
                    <a:pt x="4631767" y="337159"/>
                  </a:lnTo>
                  <a:lnTo>
                    <a:pt x="4631884" y="337159"/>
                  </a:lnTo>
                  <a:lnTo>
                    <a:pt x="4632002" y="337159"/>
                  </a:lnTo>
                  <a:lnTo>
                    <a:pt x="4632002" y="336729"/>
                  </a:lnTo>
                  <a:lnTo>
                    <a:pt x="4632002" y="336298"/>
                  </a:lnTo>
                  <a:lnTo>
                    <a:pt x="4632120" y="336298"/>
                  </a:lnTo>
                  <a:lnTo>
                    <a:pt x="4632237" y="336298"/>
                  </a:lnTo>
                  <a:lnTo>
                    <a:pt x="4632355" y="336298"/>
                  </a:lnTo>
                  <a:lnTo>
                    <a:pt x="4632473" y="336298"/>
                  </a:lnTo>
                  <a:lnTo>
                    <a:pt x="4632590" y="336298"/>
                  </a:lnTo>
                  <a:lnTo>
                    <a:pt x="4632708" y="336298"/>
                  </a:lnTo>
                  <a:lnTo>
                    <a:pt x="4632825" y="336298"/>
                  </a:lnTo>
                  <a:lnTo>
                    <a:pt x="4632943" y="336298"/>
                  </a:lnTo>
                  <a:lnTo>
                    <a:pt x="4633061" y="336298"/>
                  </a:lnTo>
                  <a:lnTo>
                    <a:pt x="4633061" y="335868"/>
                  </a:lnTo>
                  <a:lnTo>
                    <a:pt x="4633178" y="335868"/>
                  </a:lnTo>
                  <a:lnTo>
                    <a:pt x="4633296" y="335868"/>
                  </a:lnTo>
                  <a:lnTo>
                    <a:pt x="4633413" y="335868"/>
                  </a:lnTo>
                  <a:lnTo>
                    <a:pt x="4633531" y="335868"/>
                  </a:lnTo>
                  <a:lnTo>
                    <a:pt x="4633649" y="335868"/>
                  </a:lnTo>
                  <a:lnTo>
                    <a:pt x="4633766" y="335868"/>
                  </a:lnTo>
                  <a:lnTo>
                    <a:pt x="4633884" y="335868"/>
                  </a:lnTo>
                  <a:lnTo>
                    <a:pt x="4634002" y="335868"/>
                  </a:lnTo>
                  <a:lnTo>
                    <a:pt x="4634119" y="335868"/>
                  </a:lnTo>
                  <a:lnTo>
                    <a:pt x="4634237" y="335868"/>
                  </a:lnTo>
                  <a:lnTo>
                    <a:pt x="4634354" y="335868"/>
                  </a:lnTo>
                  <a:lnTo>
                    <a:pt x="4634472" y="335868"/>
                  </a:lnTo>
                  <a:lnTo>
                    <a:pt x="4634590" y="335868"/>
                  </a:lnTo>
                  <a:lnTo>
                    <a:pt x="4634707" y="335868"/>
                  </a:lnTo>
                  <a:lnTo>
                    <a:pt x="4634825" y="335868"/>
                  </a:lnTo>
                  <a:lnTo>
                    <a:pt x="4634942" y="335868"/>
                  </a:lnTo>
                  <a:lnTo>
                    <a:pt x="4635060" y="335868"/>
                  </a:lnTo>
                  <a:lnTo>
                    <a:pt x="4635178" y="335868"/>
                  </a:lnTo>
                  <a:lnTo>
                    <a:pt x="4635295" y="335868"/>
                  </a:lnTo>
                  <a:lnTo>
                    <a:pt x="4635413" y="335868"/>
                  </a:lnTo>
                  <a:lnTo>
                    <a:pt x="4635531" y="335868"/>
                  </a:lnTo>
                  <a:lnTo>
                    <a:pt x="4635648" y="335868"/>
                  </a:lnTo>
                  <a:lnTo>
                    <a:pt x="4635766" y="335868"/>
                  </a:lnTo>
                  <a:lnTo>
                    <a:pt x="4635883" y="335868"/>
                  </a:lnTo>
                  <a:lnTo>
                    <a:pt x="4636001" y="335868"/>
                  </a:lnTo>
                  <a:lnTo>
                    <a:pt x="4636119" y="335868"/>
                  </a:lnTo>
                  <a:lnTo>
                    <a:pt x="4636119" y="335437"/>
                  </a:lnTo>
                  <a:lnTo>
                    <a:pt x="4636236" y="335437"/>
                  </a:lnTo>
                  <a:lnTo>
                    <a:pt x="4636354" y="335437"/>
                  </a:lnTo>
                  <a:lnTo>
                    <a:pt x="4636471" y="335437"/>
                  </a:lnTo>
                  <a:lnTo>
                    <a:pt x="4636589" y="335437"/>
                  </a:lnTo>
                  <a:lnTo>
                    <a:pt x="4636707" y="335437"/>
                  </a:lnTo>
                  <a:lnTo>
                    <a:pt x="4636824" y="335437"/>
                  </a:lnTo>
                  <a:lnTo>
                    <a:pt x="4636942" y="335437"/>
                  </a:lnTo>
                  <a:lnTo>
                    <a:pt x="4637060" y="335437"/>
                  </a:lnTo>
                  <a:lnTo>
                    <a:pt x="4637177" y="335437"/>
                  </a:lnTo>
                  <a:lnTo>
                    <a:pt x="4637295" y="335437"/>
                  </a:lnTo>
                  <a:lnTo>
                    <a:pt x="4637412" y="335437"/>
                  </a:lnTo>
                  <a:lnTo>
                    <a:pt x="4637530" y="335437"/>
                  </a:lnTo>
                  <a:lnTo>
                    <a:pt x="4637648" y="335437"/>
                  </a:lnTo>
                  <a:lnTo>
                    <a:pt x="4637765" y="335437"/>
                  </a:lnTo>
                  <a:lnTo>
                    <a:pt x="4637883" y="335437"/>
                  </a:lnTo>
                  <a:lnTo>
                    <a:pt x="4638000" y="335437"/>
                  </a:lnTo>
                  <a:lnTo>
                    <a:pt x="4638118" y="335437"/>
                  </a:lnTo>
                  <a:lnTo>
                    <a:pt x="4638236" y="335437"/>
                  </a:lnTo>
                  <a:lnTo>
                    <a:pt x="4638353" y="335437"/>
                  </a:lnTo>
                  <a:lnTo>
                    <a:pt x="4638471" y="335437"/>
                  </a:lnTo>
                  <a:lnTo>
                    <a:pt x="4638588" y="335437"/>
                  </a:lnTo>
                  <a:lnTo>
                    <a:pt x="4638706" y="335437"/>
                  </a:lnTo>
                  <a:lnTo>
                    <a:pt x="4638824" y="335437"/>
                  </a:lnTo>
                  <a:lnTo>
                    <a:pt x="4638941" y="335437"/>
                  </a:lnTo>
                  <a:lnTo>
                    <a:pt x="4639059" y="335437"/>
                  </a:lnTo>
                  <a:lnTo>
                    <a:pt x="4639177" y="335437"/>
                  </a:lnTo>
                  <a:lnTo>
                    <a:pt x="4639294" y="335437"/>
                  </a:lnTo>
                  <a:lnTo>
                    <a:pt x="4639412" y="335437"/>
                  </a:lnTo>
                  <a:lnTo>
                    <a:pt x="4639529" y="335437"/>
                  </a:lnTo>
                  <a:lnTo>
                    <a:pt x="4639647" y="335437"/>
                  </a:lnTo>
                  <a:lnTo>
                    <a:pt x="4639765" y="335437"/>
                  </a:lnTo>
                  <a:lnTo>
                    <a:pt x="4639882" y="335437"/>
                  </a:lnTo>
                  <a:lnTo>
                    <a:pt x="4640000" y="335437"/>
                  </a:lnTo>
                  <a:lnTo>
                    <a:pt x="4640117" y="335437"/>
                  </a:lnTo>
                  <a:lnTo>
                    <a:pt x="4640235" y="335437"/>
                  </a:lnTo>
                  <a:lnTo>
                    <a:pt x="4640353" y="335437"/>
                  </a:lnTo>
                  <a:lnTo>
                    <a:pt x="4640470" y="335437"/>
                  </a:lnTo>
                  <a:lnTo>
                    <a:pt x="4640588" y="335437"/>
                  </a:lnTo>
                  <a:lnTo>
                    <a:pt x="4640706" y="335437"/>
                  </a:lnTo>
                  <a:lnTo>
                    <a:pt x="4640823" y="335437"/>
                  </a:lnTo>
                  <a:lnTo>
                    <a:pt x="4640941" y="335437"/>
                  </a:lnTo>
                  <a:lnTo>
                    <a:pt x="4641058" y="335437"/>
                  </a:lnTo>
                  <a:lnTo>
                    <a:pt x="4641176" y="335437"/>
                  </a:lnTo>
                  <a:lnTo>
                    <a:pt x="4641294" y="335437"/>
                  </a:lnTo>
                  <a:lnTo>
                    <a:pt x="4641411" y="335437"/>
                  </a:lnTo>
                  <a:lnTo>
                    <a:pt x="4641529" y="335437"/>
                  </a:lnTo>
                  <a:lnTo>
                    <a:pt x="4641646" y="335437"/>
                  </a:lnTo>
                  <a:lnTo>
                    <a:pt x="4641764" y="335437"/>
                  </a:lnTo>
                  <a:lnTo>
                    <a:pt x="4641882" y="335437"/>
                  </a:lnTo>
                  <a:lnTo>
                    <a:pt x="4641999" y="335437"/>
                  </a:lnTo>
                  <a:lnTo>
                    <a:pt x="4642117" y="335437"/>
                  </a:lnTo>
                  <a:lnTo>
                    <a:pt x="4642235" y="335437"/>
                  </a:lnTo>
                  <a:lnTo>
                    <a:pt x="4642352" y="335437"/>
                  </a:lnTo>
                  <a:lnTo>
                    <a:pt x="4642470" y="335437"/>
                  </a:lnTo>
                  <a:lnTo>
                    <a:pt x="4642587" y="335437"/>
                  </a:lnTo>
                  <a:lnTo>
                    <a:pt x="4642705" y="335437"/>
                  </a:lnTo>
                  <a:lnTo>
                    <a:pt x="4642823" y="335437"/>
                  </a:lnTo>
                  <a:lnTo>
                    <a:pt x="4642940" y="335437"/>
                  </a:lnTo>
                  <a:lnTo>
                    <a:pt x="4643058" y="335437"/>
                  </a:lnTo>
                  <a:lnTo>
                    <a:pt x="4643175" y="335437"/>
                  </a:lnTo>
                  <a:lnTo>
                    <a:pt x="4643293" y="335437"/>
                  </a:lnTo>
                  <a:lnTo>
                    <a:pt x="4643411" y="335437"/>
                  </a:lnTo>
                  <a:lnTo>
                    <a:pt x="4643528" y="335437"/>
                  </a:lnTo>
                  <a:lnTo>
                    <a:pt x="4643646" y="335437"/>
                  </a:lnTo>
                  <a:lnTo>
                    <a:pt x="4643764" y="335437"/>
                  </a:lnTo>
                  <a:lnTo>
                    <a:pt x="4643881" y="335437"/>
                  </a:lnTo>
                  <a:lnTo>
                    <a:pt x="4643999" y="335437"/>
                  </a:lnTo>
                  <a:lnTo>
                    <a:pt x="4644116" y="335437"/>
                  </a:lnTo>
                  <a:lnTo>
                    <a:pt x="4644234" y="335437"/>
                  </a:lnTo>
                  <a:lnTo>
                    <a:pt x="4644352" y="335437"/>
                  </a:lnTo>
                  <a:lnTo>
                    <a:pt x="4644469" y="335437"/>
                  </a:lnTo>
                  <a:lnTo>
                    <a:pt x="4644587" y="335437"/>
                  </a:lnTo>
                  <a:lnTo>
                    <a:pt x="4644704" y="335437"/>
                  </a:lnTo>
                  <a:lnTo>
                    <a:pt x="4644822" y="335437"/>
                  </a:lnTo>
                  <a:lnTo>
                    <a:pt x="4644940" y="335437"/>
                  </a:lnTo>
                  <a:lnTo>
                    <a:pt x="4645057" y="335437"/>
                  </a:lnTo>
                  <a:lnTo>
                    <a:pt x="4645175" y="335437"/>
                  </a:lnTo>
                  <a:lnTo>
                    <a:pt x="4645293" y="335437"/>
                  </a:lnTo>
                  <a:lnTo>
                    <a:pt x="4645410" y="335437"/>
                  </a:lnTo>
                  <a:lnTo>
                    <a:pt x="4645528" y="335437"/>
                  </a:lnTo>
                  <a:lnTo>
                    <a:pt x="4645645" y="335437"/>
                  </a:lnTo>
                  <a:lnTo>
                    <a:pt x="4645763" y="335437"/>
                  </a:lnTo>
                  <a:lnTo>
                    <a:pt x="4645763" y="335006"/>
                  </a:lnTo>
                  <a:lnTo>
                    <a:pt x="4645881" y="335006"/>
                  </a:lnTo>
                  <a:lnTo>
                    <a:pt x="4645998" y="335006"/>
                  </a:lnTo>
                  <a:lnTo>
                    <a:pt x="4646116" y="335006"/>
                  </a:lnTo>
                  <a:lnTo>
                    <a:pt x="4646233" y="335006"/>
                  </a:lnTo>
                  <a:lnTo>
                    <a:pt x="4646351" y="335006"/>
                  </a:lnTo>
                  <a:lnTo>
                    <a:pt x="4646469" y="335006"/>
                  </a:lnTo>
                  <a:lnTo>
                    <a:pt x="4646586" y="335006"/>
                  </a:lnTo>
                  <a:lnTo>
                    <a:pt x="4646704" y="335006"/>
                  </a:lnTo>
                  <a:lnTo>
                    <a:pt x="4646821" y="335006"/>
                  </a:lnTo>
                  <a:lnTo>
                    <a:pt x="4646939" y="335006"/>
                  </a:lnTo>
                  <a:lnTo>
                    <a:pt x="4647057" y="335006"/>
                  </a:lnTo>
                  <a:lnTo>
                    <a:pt x="4647174" y="335006"/>
                  </a:lnTo>
                  <a:lnTo>
                    <a:pt x="4647174" y="334576"/>
                  </a:lnTo>
                  <a:lnTo>
                    <a:pt x="4647292" y="334576"/>
                  </a:lnTo>
                  <a:lnTo>
                    <a:pt x="4647410" y="334576"/>
                  </a:lnTo>
                  <a:lnTo>
                    <a:pt x="4647527" y="334576"/>
                  </a:lnTo>
                  <a:lnTo>
                    <a:pt x="4647645" y="334576"/>
                  </a:lnTo>
                  <a:lnTo>
                    <a:pt x="4647762" y="334576"/>
                  </a:lnTo>
                  <a:lnTo>
                    <a:pt x="4647880" y="334576"/>
                  </a:lnTo>
                  <a:lnTo>
                    <a:pt x="4647998" y="334576"/>
                  </a:lnTo>
                  <a:lnTo>
                    <a:pt x="4648115" y="334576"/>
                  </a:lnTo>
                  <a:lnTo>
                    <a:pt x="4648233" y="334576"/>
                  </a:lnTo>
                  <a:lnTo>
                    <a:pt x="4648350" y="334576"/>
                  </a:lnTo>
                  <a:lnTo>
                    <a:pt x="4648468" y="334576"/>
                  </a:lnTo>
                  <a:lnTo>
                    <a:pt x="4648468" y="334145"/>
                  </a:lnTo>
                  <a:lnTo>
                    <a:pt x="4648586" y="334145"/>
                  </a:lnTo>
                  <a:lnTo>
                    <a:pt x="4648703" y="334145"/>
                  </a:lnTo>
                  <a:lnTo>
                    <a:pt x="4648821" y="334145"/>
                  </a:lnTo>
                  <a:lnTo>
                    <a:pt x="4648939" y="334145"/>
                  </a:lnTo>
                  <a:lnTo>
                    <a:pt x="4649056" y="334145"/>
                  </a:lnTo>
                  <a:lnTo>
                    <a:pt x="4649174" y="334145"/>
                  </a:lnTo>
                  <a:lnTo>
                    <a:pt x="4649291" y="334145"/>
                  </a:lnTo>
                  <a:lnTo>
                    <a:pt x="4649409" y="334145"/>
                  </a:lnTo>
                  <a:lnTo>
                    <a:pt x="4649527" y="334145"/>
                  </a:lnTo>
                  <a:lnTo>
                    <a:pt x="4649644" y="334145"/>
                  </a:lnTo>
                  <a:lnTo>
                    <a:pt x="4649762" y="334145"/>
                  </a:lnTo>
                  <a:lnTo>
                    <a:pt x="4649879" y="334145"/>
                  </a:lnTo>
                  <a:lnTo>
                    <a:pt x="4649997" y="334145"/>
                  </a:lnTo>
                  <a:lnTo>
                    <a:pt x="4650115" y="334145"/>
                  </a:lnTo>
                  <a:lnTo>
                    <a:pt x="4650232" y="334145"/>
                  </a:lnTo>
                  <a:lnTo>
                    <a:pt x="4650350" y="334145"/>
                  </a:lnTo>
                  <a:lnTo>
                    <a:pt x="4650468" y="334145"/>
                  </a:lnTo>
                  <a:lnTo>
                    <a:pt x="4650585" y="334145"/>
                  </a:lnTo>
                  <a:lnTo>
                    <a:pt x="4650703" y="334145"/>
                  </a:lnTo>
                  <a:lnTo>
                    <a:pt x="4650820" y="334145"/>
                  </a:lnTo>
                  <a:lnTo>
                    <a:pt x="4650938" y="334145"/>
                  </a:lnTo>
                  <a:lnTo>
                    <a:pt x="4651056" y="334145"/>
                  </a:lnTo>
                  <a:lnTo>
                    <a:pt x="4651173" y="334145"/>
                  </a:lnTo>
                  <a:lnTo>
                    <a:pt x="4651291" y="334145"/>
                  </a:lnTo>
                  <a:lnTo>
                    <a:pt x="4651408" y="334145"/>
                  </a:lnTo>
                  <a:lnTo>
                    <a:pt x="4651526" y="334145"/>
                  </a:lnTo>
                  <a:lnTo>
                    <a:pt x="4651644" y="334145"/>
                  </a:lnTo>
                  <a:lnTo>
                    <a:pt x="4651761" y="334145"/>
                  </a:lnTo>
                  <a:lnTo>
                    <a:pt x="4651879" y="334145"/>
                  </a:lnTo>
                  <a:lnTo>
                    <a:pt x="4651879" y="333715"/>
                  </a:lnTo>
                  <a:lnTo>
                    <a:pt x="4651997" y="333715"/>
                  </a:lnTo>
                  <a:lnTo>
                    <a:pt x="4652114" y="333715"/>
                  </a:lnTo>
                  <a:lnTo>
                    <a:pt x="4652232" y="333715"/>
                  </a:lnTo>
                  <a:lnTo>
                    <a:pt x="4652349" y="333715"/>
                  </a:lnTo>
                  <a:lnTo>
                    <a:pt x="4652467" y="333715"/>
                  </a:lnTo>
                  <a:lnTo>
                    <a:pt x="4652467" y="333284"/>
                  </a:lnTo>
                  <a:lnTo>
                    <a:pt x="4652585" y="333284"/>
                  </a:lnTo>
                  <a:lnTo>
                    <a:pt x="4652702" y="333284"/>
                  </a:lnTo>
                  <a:lnTo>
                    <a:pt x="4652820" y="333284"/>
                  </a:lnTo>
                  <a:lnTo>
                    <a:pt x="4652937" y="333284"/>
                  </a:lnTo>
                  <a:lnTo>
                    <a:pt x="4653055" y="333284"/>
                  </a:lnTo>
                  <a:lnTo>
                    <a:pt x="4653173" y="333284"/>
                  </a:lnTo>
                  <a:lnTo>
                    <a:pt x="4653173" y="332853"/>
                  </a:lnTo>
                  <a:lnTo>
                    <a:pt x="4653290" y="332853"/>
                  </a:lnTo>
                  <a:lnTo>
                    <a:pt x="4653408" y="332853"/>
                  </a:lnTo>
                  <a:lnTo>
                    <a:pt x="4653526" y="332853"/>
                  </a:lnTo>
                  <a:lnTo>
                    <a:pt x="4653643" y="332853"/>
                  </a:lnTo>
                  <a:lnTo>
                    <a:pt x="4653761" y="332853"/>
                  </a:lnTo>
                  <a:lnTo>
                    <a:pt x="4653878" y="332853"/>
                  </a:lnTo>
                  <a:lnTo>
                    <a:pt x="4653996" y="332853"/>
                  </a:lnTo>
                  <a:lnTo>
                    <a:pt x="4654114" y="332853"/>
                  </a:lnTo>
                  <a:lnTo>
                    <a:pt x="4654231" y="332853"/>
                  </a:lnTo>
                  <a:lnTo>
                    <a:pt x="4654349" y="332853"/>
                  </a:lnTo>
                  <a:lnTo>
                    <a:pt x="4654466" y="332853"/>
                  </a:lnTo>
                  <a:lnTo>
                    <a:pt x="4654584" y="332853"/>
                  </a:lnTo>
                  <a:lnTo>
                    <a:pt x="4654702" y="332853"/>
                  </a:lnTo>
                  <a:lnTo>
                    <a:pt x="4654819" y="332853"/>
                  </a:lnTo>
                  <a:lnTo>
                    <a:pt x="4654937" y="332853"/>
                  </a:lnTo>
                  <a:lnTo>
                    <a:pt x="4655054" y="332853"/>
                  </a:lnTo>
                  <a:lnTo>
                    <a:pt x="4655172" y="332853"/>
                  </a:lnTo>
                  <a:lnTo>
                    <a:pt x="4655290" y="332853"/>
                  </a:lnTo>
                  <a:lnTo>
                    <a:pt x="4655407" y="332853"/>
                  </a:lnTo>
                  <a:lnTo>
                    <a:pt x="4655525" y="332853"/>
                  </a:lnTo>
                  <a:lnTo>
                    <a:pt x="4655643" y="332853"/>
                  </a:lnTo>
                  <a:lnTo>
                    <a:pt x="4655760" y="332853"/>
                  </a:lnTo>
                  <a:lnTo>
                    <a:pt x="4655878" y="332853"/>
                  </a:lnTo>
                  <a:lnTo>
                    <a:pt x="4655995" y="332853"/>
                  </a:lnTo>
                  <a:lnTo>
                    <a:pt x="4656113" y="332853"/>
                  </a:lnTo>
                  <a:lnTo>
                    <a:pt x="4656231" y="332853"/>
                  </a:lnTo>
                  <a:lnTo>
                    <a:pt x="4656348" y="332853"/>
                  </a:lnTo>
                  <a:lnTo>
                    <a:pt x="4656466" y="332853"/>
                  </a:lnTo>
                  <a:lnTo>
                    <a:pt x="4656583" y="332853"/>
                  </a:lnTo>
                  <a:lnTo>
                    <a:pt x="4656701" y="332853"/>
                  </a:lnTo>
                  <a:lnTo>
                    <a:pt x="4656819" y="332853"/>
                  </a:lnTo>
                  <a:lnTo>
                    <a:pt x="4656936" y="332853"/>
                  </a:lnTo>
                  <a:lnTo>
                    <a:pt x="4656936" y="332423"/>
                  </a:lnTo>
                  <a:lnTo>
                    <a:pt x="4657054" y="332423"/>
                  </a:lnTo>
                  <a:lnTo>
                    <a:pt x="4657172" y="332423"/>
                  </a:lnTo>
                  <a:lnTo>
                    <a:pt x="4657289" y="332423"/>
                  </a:lnTo>
                  <a:lnTo>
                    <a:pt x="4657407" y="332423"/>
                  </a:lnTo>
                  <a:lnTo>
                    <a:pt x="4657524" y="332423"/>
                  </a:lnTo>
                  <a:lnTo>
                    <a:pt x="4657642" y="332423"/>
                  </a:lnTo>
                  <a:lnTo>
                    <a:pt x="4657760" y="332423"/>
                  </a:lnTo>
                  <a:lnTo>
                    <a:pt x="4657877" y="332423"/>
                  </a:lnTo>
                  <a:lnTo>
                    <a:pt x="4657995" y="332423"/>
                  </a:lnTo>
                  <a:lnTo>
                    <a:pt x="4658112" y="332423"/>
                  </a:lnTo>
                  <a:lnTo>
                    <a:pt x="4658230" y="332423"/>
                  </a:lnTo>
                  <a:lnTo>
                    <a:pt x="4658348" y="332423"/>
                  </a:lnTo>
                  <a:lnTo>
                    <a:pt x="4658465" y="332423"/>
                  </a:lnTo>
                  <a:lnTo>
                    <a:pt x="4658583" y="332423"/>
                  </a:lnTo>
                  <a:lnTo>
                    <a:pt x="4658701" y="332423"/>
                  </a:lnTo>
                  <a:lnTo>
                    <a:pt x="4658818" y="332423"/>
                  </a:lnTo>
                  <a:lnTo>
                    <a:pt x="4658936" y="332423"/>
                  </a:lnTo>
                  <a:lnTo>
                    <a:pt x="4659053" y="332423"/>
                  </a:lnTo>
                  <a:lnTo>
                    <a:pt x="4659171" y="332423"/>
                  </a:lnTo>
                  <a:lnTo>
                    <a:pt x="4659289" y="332423"/>
                  </a:lnTo>
                  <a:lnTo>
                    <a:pt x="4659406" y="332423"/>
                  </a:lnTo>
                  <a:lnTo>
                    <a:pt x="4659524" y="332423"/>
                  </a:lnTo>
                  <a:lnTo>
                    <a:pt x="4659641" y="332423"/>
                  </a:lnTo>
                  <a:lnTo>
                    <a:pt x="4659759" y="332423"/>
                  </a:lnTo>
                  <a:lnTo>
                    <a:pt x="4659877" y="332423"/>
                  </a:lnTo>
                  <a:lnTo>
                    <a:pt x="4659994" y="332423"/>
                  </a:lnTo>
                  <a:lnTo>
                    <a:pt x="4660112" y="332423"/>
                  </a:lnTo>
                  <a:lnTo>
                    <a:pt x="4660230" y="332423"/>
                  </a:lnTo>
                  <a:lnTo>
                    <a:pt x="4660347" y="332423"/>
                  </a:lnTo>
                  <a:lnTo>
                    <a:pt x="4660465" y="332423"/>
                  </a:lnTo>
                  <a:lnTo>
                    <a:pt x="4660582" y="332423"/>
                  </a:lnTo>
                  <a:lnTo>
                    <a:pt x="4660582" y="331992"/>
                  </a:lnTo>
                  <a:lnTo>
                    <a:pt x="4660700" y="331992"/>
                  </a:lnTo>
                  <a:lnTo>
                    <a:pt x="4660818" y="331992"/>
                  </a:lnTo>
                  <a:lnTo>
                    <a:pt x="4660935" y="331992"/>
                  </a:lnTo>
                  <a:lnTo>
                    <a:pt x="4661053" y="331992"/>
                  </a:lnTo>
                  <a:lnTo>
                    <a:pt x="4661053" y="331562"/>
                  </a:lnTo>
                  <a:lnTo>
                    <a:pt x="4661170" y="331562"/>
                  </a:lnTo>
                  <a:lnTo>
                    <a:pt x="4661288" y="331562"/>
                  </a:lnTo>
                  <a:lnTo>
                    <a:pt x="4661406" y="331562"/>
                  </a:lnTo>
                  <a:lnTo>
                    <a:pt x="4661523" y="331562"/>
                  </a:lnTo>
                  <a:lnTo>
                    <a:pt x="4661641" y="331562"/>
                  </a:lnTo>
                  <a:lnTo>
                    <a:pt x="4661759" y="331562"/>
                  </a:lnTo>
                  <a:lnTo>
                    <a:pt x="4661876" y="331562"/>
                  </a:lnTo>
                  <a:lnTo>
                    <a:pt x="4661994" y="331562"/>
                  </a:lnTo>
                  <a:lnTo>
                    <a:pt x="4662111" y="331562"/>
                  </a:lnTo>
                  <a:lnTo>
                    <a:pt x="4662229" y="331562"/>
                  </a:lnTo>
                  <a:lnTo>
                    <a:pt x="4662229" y="331131"/>
                  </a:lnTo>
                  <a:lnTo>
                    <a:pt x="4662347" y="331131"/>
                  </a:lnTo>
                  <a:lnTo>
                    <a:pt x="4662464" y="331131"/>
                  </a:lnTo>
                  <a:lnTo>
                    <a:pt x="4662582" y="331131"/>
                  </a:lnTo>
                  <a:lnTo>
                    <a:pt x="4662699" y="331131"/>
                  </a:lnTo>
                  <a:lnTo>
                    <a:pt x="4662817" y="331131"/>
                  </a:lnTo>
                  <a:lnTo>
                    <a:pt x="4662817" y="330700"/>
                  </a:lnTo>
                  <a:lnTo>
                    <a:pt x="4662935" y="330700"/>
                  </a:lnTo>
                  <a:lnTo>
                    <a:pt x="4663052" y="330700"/>
                  </a:lnTo>
                  <a:lnTo>
                    <a:pt x="4663170" y="330700"/>
                  </a:lnTo>
                  <a:lnTo>
                    <a:pt x="4663287" y="330700"/>
                  </a:lnTo>
                  <a:lnTo>
                    <a:pt x="4663405" y="330700"/>
                  </a:lnTo>
                  <a:lnTo>
                    <a:pt x="4663523" y="330700"/>
                  </a:lnTo>
                  <a:lnTo>
                    <a:pt x="4663640" y="330700"/>
                  </a:lnTo>
                  <a:lnTo>
                    <a:pt x="4663758" y="330700"/>
                  </a:lnTo>
                  <a:lnTo>
                    <a:pt x="4663876" y="330700"/>
                  </a:lnTo>
                  <a:lnTo>
                    <a:pt x="4663993" y="330700"/>
                  </a:lnTo>
                  <a:lnTo>
                    <a:pt x="4663993" y="330270"/>
                  </a:lnTo>
                  <a:lnTo>
                    <a:pt x="4664111" y="330270"/>
                  </a:lnTo>
                  <a:lnTo>
                    <a:pt x="4664228" y="330270"/>
                  </a:lnTo>
                  <a:lnTo>
                    <a:pt x="4664346" y="330270"/>
                  </a:lnTo>
                  <a:lnTo>
                    <a:pt x="4664464" y="330270"/>
                  </a:lnTo>
                  <a:lnTo>
                    <a:pt x="4664581" y="330270"/>
                  </a:lnTo>
                  <a:lnTo>
                    <a:pt x="4664699" y="330270"/>
                  </a:lnTo>
                  <a:lnTo>
                    <a:pt x="4664816" y="330270"/>
                  </a:lnTo>
                  <a:lnTo>
                    <a:pt x="4664934" y="330270"/>
                  </a:lnTo>
                  <a:lnTo>
                    <a:pt x="4665052" y="330270"/>
                  </a:lnTo>
                  <a:lnTo>
                    <a:pt x="4665169" y="330270"/>
                  </a:lnTo>
                  <a:lnTo>
                    <a:pt x="4665287" y="330270"/>
                  </a:lnTo>
                  <a:lnTo>
                    <a:pt x="4665405" y="330270"/>
                  </a:lnTo>
                  <a:lnTo>
                    <a:pt x="4665405" y="329839"/>
                  </a:lnTo>
                  <a:lnTo>
                    <a:pt x="4665405" y="329409"/>
                  </a:lnTo>
                  <a:lnTo>
                    <a:pt x="4665522" y="329409"/>
                  </a:lnTo>
                  <a:lnTo>
                    <a:pt x="4665640" y="329409"/>
                  </a:lnTo>
                  <a:lnTo>
                    <a:pt x="4665640" y="328978"/>
                  </a:lnTo>
                  <a:lnTo>
                    <a:pt x="4665757" y="328978"/>
                  </a:lnTo>
                  <a:lnTo>
                    <a:pt x="4665875" y="328978"/>
                  </a:lnTo>
                  <a:lnTo>
                    <a:pt x="4665993" y="328978"/>
                  </a:lnTo>
                  <a:lnTo>
                    <a:pt x="4665993" y="328547"/>
                  </a:lnTo>
                  <a:lnTo>
                    <a:pt x="4666110" y="328547"/>
                  </a:lnTo>
                  <a:lnTo>
                    <a:pt x="4666228" y="328547"/>
                  </a:lnTo>
                  <a:lnTo>
                    <a:pt x="4666345" y="328547"/>
                  </a:lnTo>
                  <a:lnTo>
                    <a:pt x="4666463" y="328547"/>
                  </a:lnTo>
                  <a:lnTo>
                    <a:pt x="4666463" y="328117"/>
                  </a:lnTo>
                  <a:lnTo>
                    <a:pt x="4666581" y="328117"/>
                  </a:lnTo>
                  <a:lnTo>
                    <a:pt x="4666698" y="328117"/>
                  </a:lnTo>
                  <a:lnTo>
                    <a:pt x="4666816" y="328117"/>
                  </a:lnTo>
                  <a:lnTo>
                    <a:pt x="4666934" y="328117"/>
                  </a:lnTo>
                  <a:lnTo>
                    <a:pt x="4667051" y="328117"/>
                  </a:lnTo>
                  <a:lnTo>
                    <a:pt x="4667169" y="328117"/>
                  </a:lnTo>
                  <a:lnTo>
                    <a:pt x="4667286" y="328117"/>
                  </a:lnTo>
                  <a:lnTo>
                    <a:pt x="4667404" y="328117"/>
                  </a:lnTo>
                  <a:lnTo>
                    <a:pt x="4667522" y="328117"/>
                  </a:lnTo>
                  <a:lnTo>
                    <a:pt x="4667639" y="328117"/>
                  </a:lnTo>
                  <a:lnTo>
                    <a:pt x="4667757" y="328117"/>
                  </a:lnTo>
                  <a:lnTo>
                    <a:pt x="4667874" y="328117"/>
                  </a:lnTo>
                  <a:lnTo>
                    <a:pt x="4667992" y="328117"/>
                  </a:lnTo>
                  <a:lnTo>
                    <a:pt x="4668110" y="328117"/>
                  </a:lnTo>
                  <a:lnTo>
                    <a:pt x="4668227" y="328117"/>
                  </a:lnTo>
                  <a:lnTo>
                    <a:pt x="4668345" y="328117"/>
                  </a:lnTo>
                  <a:lnTo>
                    <a:pt x="4668345" y="327686"/>
                  </a:lnTo>
                  <a:lnTo>
                    <a:pt x="4668463" y="327686"/>
                  </a:lnTo>
                  <a:lnTo>
                    <a:pt x="4668580" y="327686"/>
                  </a:lnTo>
                  <a:lnTo>
                    <a:pt x="4668698" y="327686"/>
                  </a:lnTo>
                  <a:lnTo>
                    <a:pt x="4668815" y="327686"/>
                  </a:lnTo>
                  <a:lnTo>
                    <a:pt x="4668933" y="327686"/>
                  </a:lnTo>
                  <a:lnTo>
                    <a:pt x="4669051" y="327686"/>
                  </a:lnTo>
                  <a:lnTo>
                    <a:pt x="4669168" y="327686"/>
                  </a:lnTo>
                  <a:lnTo>
                    <a:pt x="4669286" y="327686"/>
                  </a:lnTo>
                  <a:lnTo>
                    <a:pt x="4669403" y="327686"/>
                  </a:lnTo>
                  <a:lnTo>
                    <a:pt x="4669521" y="327686"/>
                  </a:lnTo>
                  <a:lnTo>
                    <a:pt x="4669639" y="327686"/>
                  </a:lnTo>
                  <a:lnTo>
                    <a:pt x="4669756" y="327686"/>
                  </a:lnTo>
                  <a:lnTo>
                    <a:pt x="4669874" y="327686"/>
                  </a:lnTo>
                  <a:lnTo>
                    <a:pt x="4669992" y="327686"/>
                  </a:lnTo>
                  <a:lnTo>
                    <a:pt x="4670109" y="327686"/>
                  </a:lnTo>
                  <a:lnTo>
                    <a:pt x="4670227" y="327686"/>
                  </a:lnTo>
                  <a:lnTo>
                    <a:pt x="4670344" y="327686"/>
                  </a:lnTo>
                  <a:lnTo>
                    <a:pt x="4670462" y="327686"/>
                  </a:lnTo>
                  <a:lnTo>
                    <a:pt x="4670580" y="327686"/>
                  </a:lnTo>
                  <a:lnTo>
                    <a:pt x="4670697" y="327686"/>
                  </a:lnTo>
                  <a:lnTo>
                    <a:pt x="4670815" y="327686"/>
                  </a:lnTo>
                  <a:lnTo>
                    <a:pt x="4670932" y="327686"/>
                  </a:lnTo>
                  <a:lnTo>
                    <a:pt x="4671050" y="327686"/>
                  </a:lnTo>
                  <a:lnTo>
                    <a:pt x="4671168" y="327686"/>
                  </a:lnTo>
                  <a:lnTo>
                    <a:pt x="4671168" y="327256"/>
                  </a:lnTo>
                  <a:lnTo>
                    <a:pt x="4671285" y="327256"/>
                  </a:lnTo>
                  <a:lnTo>
                    <a:pt x="4671403" y="327256"/>
                  </a:lnTo>
                  <a:lnTo>
                    <a:pt x="4671520" y="327256"/>
                  </a:lnTo>
                  <a:lnTo>
                    <a:pt x="4671638" y="327256"/>
                  </a:lnTo>
                  <a:lnTo>
                    <a:pt x="4671756" y="327256"/>
                  </a:lnTo>
                  <a:lnTo>
                    <a:pt x="4671873" y="327256"/>
                  </a:lnTo>
                  <a:lnTo>
                    <a:pt x="4671991" y="327256"/>
                  </a:lnTo>
                  <a:lnTo>
                    <a:pt x="4672109" y="327256"/>
                  </a:lnTo>
                  <a:lnTo>
                    <a:pt x="4672109" y="326825"/>
                  </a:lnTo>
                  <a:lnTo>
                    <a:pt x="4672226" y="326825"/>
                  </a:lnTo>
                  <a:lnTo>
                    <a:pt x="4672344" y="326825"/>
                  </a:lnTo>
                  <a:lnTo>
                    <a:pt x="4672461" y="326825"/>
                  </a:lnTo>
                  <a:lnTo>
                    <a:pt x="4672579" y="326825"/>
                  </a:lnTo>
                  <a:lnTo>
                    <a:pt x="4672697" y="326825"/>
                  </a:lnTo>
                  <a:lnTo>
                    <a:pt x="4672814" y="326825"/>
                  </a:lnTo>
                  <a:lnTo>
                    <a:pt x="4672814" y="326394"/>
                  </a:lnTo>
                  <a:lnTo>
                    <a:pt x="4672932" y="326394"/>
                  </a:lnTo>
                  <a:lnTo>
                    <a:pt x="4673049" y="326394"/>
                  </a:lnTo>
                  <a:lnTo>
                    <a:pt x="4673167" y="326394"/>
                  </a:lnTo>
                  <a:lnTo>
                    <a:pt x="4673285" y="326394"/>
                  </a:lnTo>
                  <a:lnTo>
                    <a:pt x="4673402" y="326394"/>
                  </a:lnTo>
                  <a:lnTo>
                    <a:pt x="4673520" y="326394"/>
                  </a:lnTo>
                  <a:lnTo>
                    <a:pt x="4673638" y="326394"/>
                  </a:lnTo>
                  <a:lnTo>
                    <a:pt x="4673755" y="326394"/>
                  </a:lnTo>
                  <a:lnTo>
                    <a:pt x="4673873" y="326394"/>
                  </a:lnTo>
                  <a:lnTo>
                    <a:pt x="4673990" y="326394"/>
                  </a:lnTo>
                  <a:lnTo>
                    <a:pt x="4674108" y="326394"/>
                  </a:lnTo>
                  <a:lnTo>
                    <a:pt x="4674226" y="326394"/>
                  </a:lnTo>
                  <a:lnTo>
                    <a:pt x="4674226" y="325964"/>
                  </a:lnTo>
                  <a:lnTo>
                    <a:pt x="4674343" y="325964"/>
                  </a:lnTo>
                  <a:lnTo>
                    <a:pt x="4674343" y="325533"/>
                  </a:lnTo>
                  <a:lnTo>
                    <a:pt x="4674461" y="325533"/>
                  </a:lnTo>
                  <a:lnTo>
                    <a:pt x="4674578" y="325533"/>
                  </a:lnTo>
                  <a:lnTo>
                    <a:pt x="4674696" y="325533"/>
                  </a:lnTo>
                  <a:lnTo>
                    <a:pt x="4674814" y="325533"/>
                  </a:lnTo>
                  <a:lnTo>
                    <a:pt x="4674931" y="325533"/>
                  </a:lnTo>
                  <a:lnTo>
                    <a:pt x="4675049" y="325533"/>
                  </a:lnTo>
                  <a:lnTo>
                    <a:pt x="4675167" y="325533"/>
                  </a:lnTo>
                  <a:lnTo>
                    <a:pt x="4675284" y="325533"/>
                  </a:lnTo>
                  <a:lnTo>
                    <a:pt x="4675284" y="325103"/>
                  </a:lnTo>
                  <a:lnTo>
                    <a:pt x="4675402" y="325103"/>
                  </a:lnTo>
                  <a:lnTo>
                    <a:pt x="4675519" y="325103"/>
                  </a:lnTo>
                  <a:lnTo>
                    <a:pt x="4675637" y="325103"/>
                  </a:lnTo>
                  <a:lnTo>
                    <a:pt x="4675755" y="325103"/>
                  </a:lnTo>
                  <a:lnTo>
                    <a:pt x="4675872" y="325103"/>
                  </a:lnTo>
                  <a:lnTo>
                    <a:pt x="4675990" y="325103"/>
                  </a:lnTo>
                  <a:lnTo>
                    <a:pt x="4676107" y="325103"/>
                  </a:lnTo>
                  <a:lnTo>
                    <a:pt x="4676225" y="325103"/>
                  </a:lnTo>
                  <a:lnTo>
                    <a:pt x="4676343" y="325103"/>
                  </a:lnTo>
                  <a:lnTo>
                    <a:pt x="4676460" y="325103"/>
                  </a:lnTo>
                  <a:lnTo>
                    <a:pt x="4676578" y="325103"/>
                  </a:lnTo>
                  <a:lnTo>
                    <a:pt x="4676696" y="325103"/>
                  </a:lnTo>
                  <a:lnTo>
                    <a:pt x="4676813" y="325103"/>
                  </a:lnTo>
                  <a:lnTo>
                    <a:pt x="4676931" y="325103"/>
                  </a:lnTo>
                  <a:lnTo>
                    <a:pt x="4677048" y="325103"/>
                  </a:lnTo>
                  <a:lnTo>
                    <a:pt x="4677166" y="325103"/>
                  </a:lnTo>
                  <a:lnTo>
                    <a:pt x="4677284" y="325103"/>
                  </a:lnTo>
                  <a:lnTo>
                    <a:pt x="4677401" y="325103"/>
                  </a:lnTo>
                  <a:lnTo>
                    <a:pt x="4677519" y="325103"/>
                  </a:lnTo>
                  <a:lnTo>
                    <a:pt x="4677636" y="325103"/>
                  </a:lnTo>
                  <a:lnTo>
                    <a:pt x="4677754" y="325103"/>
                  </a:lnTo>
                  <a:lnTo>
                    <a:pt x="4677872" y="325103"/>
                  </a:lnTo>
                  <a:lnTo>
                    <a:pt x="4677989" y="325103"/>
                  </a:lnTo>
                  <a:lnTo>
                    <a:pt x="4678107" y="325103"/>
                  </a:lnTo>
                  <a:lnTo>
                    <a:pt x="4678225" y="325103"/>
                  </a:lnTo>
                  <a:lnTo>
                    <a:pt x="4678342" y="325103"/>
                  </a:lnTo>
                  <a:lnTo>
                    <a:pt x="4678460" y="325103"/>
                  </a:lnTo>
                  <a:lnTo>
                    <a:pt x="4678577" y="325103"/>
                  </a:lnTo>
                  <a:lnTo>
                    <a:pt x="4678695" y="325103"/>
                  </a:lnTo>
                  <a:lnTo>
                    <a:pt x="4678813" y="325103"/>
                  </a:lnTo>
                  <a:lnTo>
                    <a:pt x="4678930" y="325103"/>
                  </a:lnTo>
                  <a:lnTo>
                    <a:pt x="4679048" y="325103"/>
                  </a:lnTo>
                  <a:lnTo>
                    <a:pt x="4679165" y="325103"/>
                  </a:lnTo>
                  <a:lnTo>
                    <a:pt x="4679165" y="324672"/>
                  </a:lnTo>
                  <a:lnTo>
                    <a:pt x="4679283" y="324672"/>
                  </a:lnTo>
                  <a:lnTo>
                    <a:pt x="4679401" y="324672"/>
                  </a:lnTo>
                  <a:lnTo>
                    <a:pt x="4679518" y="324672"/>
                  </a:lnTo>
                  <a:lnTo>
                    <a:pt x="4679636" y="324672"/>
                  </a:lnTo>
                  <a:lnTo>
                    <a:pt x="4679753" y="324672"/>
                  </a:lnTo>
                  <a:lnTo>
                    <a:pt x="4679871" y="324672"/>
                  </a:lnTo>
                  <a:lnTo>
                    <a:pt x="4679871" y="324241"/>
                  </a:lnTo>
                  <a:lnTo>
                    <a:pt x="4679871" y="323811"/>
                  </a:lnTo>
                  <a:lnTo>
                    <a:pt x="4679989" y="323811"/>
                  </a:lnTo>
                  <a:lnTo>
                    <a:pt x="4680106" y="323811"/>
                  </a:lnTo>
                  <a:lnTo>
                    <a:pt x="4680106" y="323380"/>
                  </a:lnTo>
                  <a:lnTo>
                    <a:pt x="4680224" y="323380"/>
                  </a:lnTo>
                  <a:lnTo>
                    <a:pt x="4680342" y="323380"/>
                  </a:lnTo>
                  <a:lnTo>
                    <a:pt x="4680459" y="323380"/>
                  </a:lnTo>
                  <a:lnTo>
                    <a:pt x="4680459" y="322950"/>
                  </a:lnTo>
                  <a:lnTo>
                    <a:pt x="4680577" y="322950"/>
                  </a:lnTo>
                  <a:lnTo>
                    <a:pt x="4680694" y="322950"/>
                  </a:lnTo>
                  <a:lnTo>
                    <a:pt x="4680812" y="322950"/>
                  </a:lnTo>
                  <a:lnTo>
                    <a:pt x="4680930" y="322950"/>
                  </a:lnTo>
                  <a:lnTo>
                    <a:pt x="4681047" y="322950"/>
                  </a:lnTo>
                  <a:lnTo>
                    <a:pt x="4681165" y="322950"/>
                  </a:lnTo>
                  <a:lnTo>
                    <a:pt x="4681282" y="322950"/>
                  </a:lnTo>
                  <a:lnTo>
                    <a:pt x="4681282" y="322519"/>
                  </a:lnTo>
                  <a:lnTo>
                    <a:pt x="4681400" y="322519"/>
                  </a:lnTo>
                  <a:lnTo>
                    <a:pt x="4681518" y="322519"/>
                  </a:lnTo>
                  <a:lnTo>
                    <a:pt x="4681635" y="322519"/>
                  </a:lnTo>
                  <a:lnTo>
                    <a:pt x="4681753" y="322519"/>
                  </a:lnTo>
                  <a:lnTo>
                    <a:pt x="4681871" y="322519"/>
                  </a:lnTo>
                  <a:lnTo>
                    <a:pt x="4681988" y="322519"/>
                  </a:lnTo>
                  <a:lnTo>
                    <a:pt x="4682106" y="322519"/>
                  </a:lnTo>
                  <a:lnTo>
                    <a:pt x="4682106" y="322088"/>
                  </a:lnTo>
                  <a:lnTo>
                    <a:pt x="4682223" y="322088"/>
                  </a:lnTo>
                  <a:lnTo>
                    <a:pt x="4682341" y="322088"/>
                  </a:lnTo>
                  <a:lnTo>
                    <a:pt x="4682459" y="322088"/>
                  </a:lnTo>
                  <a:lnTo>
                    <a:pt x="4682576" y="322088"/>
                  </a:lnTo>
                  <a:lnTo>
                    <a:pt x="4682694" y="322088"/>
                  </a:lnTo>
                  <a:lnTo>
                    <a:pt x="4682811" y="322088"/>
                  </a:lnTo>
                  <a:lnTo>
                    <a:pt x="4682811" y="321658"/>
                  </a:lnTo>
                  <a:lnTo>
                    <a:pt x="4682929" y="321658"/>
                  </a:lnTo>
                  <a:lnTo>
                    <a:pt x="4683047" y="321658"/>
                  </a:lnTo>
                  <a:lnTo>
                    <a:pt x="4683164" y="321658"/>
                  </a:lnTo>
                  <a:lnTo>
                    <a:pt x="4683282" y="321658"/>
                  </a:lnTo>
                  <a:lnTo>
                    <a:pt x="4683400" y="321658"/>
                  </a:lnTo>
                  <a:lnTo>
                    <a:pt x="4683517" y="321658"/>
                  </a:lnTo>
                  <a:lnTo>
                    <a:pt x="4683635" y="321658"/>
                  </a:lnTo>
                  <a:lnTo>
                    <a:pt x="4683752" y="321658"/>
                  </a:lnTo>
                  <a:lnTo>
                    <a:pt x="4683752" y="321227"/>
                  </a:lnTo>
                  <a:lnTo>
                    <a:pt x="4683870" y="321227"/>
                  </a:lnTo>
                  <a:lnTo>
                    <a:pt x="4683988" y="321227"/>
                  </a:lnTo>
                  <a:lnTo>
                    <a:pt x="4684105" y="321227"/>
                  </a:lnTo>
                  <a:lnTo>
                    <a:pt x="4684223" y="321227"/>
                  </a:lnTo>
                  <a:lnTo>
                    <a:pt x="4684223" y="320797"/>
                  </a:lnTo>
                  <a:lnTo>
                    <a:pt x="4684340" y="320797"/>
                  </a:lnTo>
                  <a:lnTo>
                    <a:pt x="4684458" y="320797"/>
                  </a:lnTo>
                  <a:lnTo>
                    <a:pt x="4684576" y="320797"/>
                  </a:lnTo>
                  <a:lnTo>
                    <a:pt x="4684693" y="320797"/>
                  </a:lnTo>
                  <a:lnTo>
                    <a:pt x="4684811" y="320797"/>
                  </a:lnTo>
                  <a:lnTo>
                    <a:pt x="4684929" y="320797"/>
                  </a:lnTo>
                  <a:lnTo>
                    <a:pt x="4685046" y="320797"/>
                  </a:lnTo>
                  <a:lnTo>
                    <a:pt x="4685164" y="320797"/>
                  </a:lnTo>
                  <a:lnTo>
                    <a:pt x="4685281" y="320797"/>
                  </a:lnTo>
                  <a:lnTo>
                    <a:pt x="4685399" y="320797"/>
                  </a:lnTo>
                  <a:lnTo>
                    <a:pt x="4685517" y="320797"/>
                  </a:lnTo>
                  <a:lnTo>
                    <a:pt x="4685634" y="320797"/>
                  </a:lnTo>
                  <a:lnTo>
                    <a:pt x="4685752" y="320797"/>
                  </a:lnTo>
                  <a:lnTo>
                    <a:pt x="4685869" y="320797"/>
                  </a:lnTo>
                  <a:lnTo>
                    <a:pt x="4685987" y="320797"/>
                  </a:lnTo>
                  <a:lnTo>
                    <a:pt x="4686105" y="320797"/>
                  </a:lnTo>
                  <a:lnTo>
                    <a:pt x="4686222" y="320797"/>
                  </a:lnTo>
                  <a:lnTo>
                    <a:pt x="4686340" y="320797"/>
                  </a:lnTo>
                  <a:lnTo>
                    <a:pt x="4686457" y="320797"/>
                  </a:lnTo>
                  <a:lnTo>
                    <a:pt x="4686575" y="320797"/>
                  </a:lnTo>
                  <a:lnTo>
                    <a:pt x="4686693" y="320797"/>
                  </a:lnTo>
                  <a:lnTo>
                    <a:pt x="4686810" y="320797"/>
                  </a:lnTo>
                  <a:lnTo>
                    <a:pt x="4686928" y="320797"/>
                  </a:lnTo>
                  <a:lnTo>
                    <a:pt x="4687046" y="320797"/>
                  </a:lnTo>
                  <a:lnTo>
                    <a:pt x="4687163" y="320797"/>
                  </a:lnTo>
                  <a:lnTo>
                    <a:pt x="4687281" y="320797"/>
                  </a:lnTo>
                  <a:lnTo>
                    <a:pt x="4687398" y="320797"/>
                  </a:lnTo>
                  <a:lnTo>
                    <a:pt x="4687516" y="320797"/>
                  </a:lnTo>
                  <a:lnTo>
                    <a:pt x="4687634" y="320797"/>
                  </a:lnTo>
                  <a:lnTo>
                    <a:pt x="4687751" y="320797"/>
                  </a:lnTo>
                  <a:lnTo>
                    <a:pt x="4687869" y="320797"/>
                  </a:lnTo>
                  <a:lnTo>
                    <a:pt x="4687986" y="320797"/>
                  </a:lnTo>
                  <a:lnTo>
                    <a:pt x="4688104" y="320797"/>
                  </a:lnTo>
                  <a:lnTo>
                    <a:pt x="4688222" y="320797"/>
                  </a:lnTo>
                  <a:lnTo>
                    <a:pt x="4688339" y="320797"/>
                  </a:lnTo>
                  <a:lnTo>
                    <a:pt x="4688457" y="320797"/>
                  </a:lnTo>
                  <a:lnTo>
                    <a:pt x="4688575" y="320797"/>
                  </a:lnTo>
                  <a:lnTo>
                    <a:pt x="4688692" y="320797"/>
                  </a:lnTo>
                  <a:lnTo>
                    <a:pt x="4688810" y="320797"/>
                  </a:lnTo>
                  <a:lnTo>
                    <a:pt x="4688927" y="320797"/>
                  </a:lnTo>
                  <a:lnTo>
                    <a:pt x="4689045" y="320797"/>
                  </a:lnTo>
                  <a:lnTo>
                    <a:pt x="4689163" y="320797"/>
                  </a:lnTo>
                  <a:lnTo>
                    <a:pt x="4689280" y="320797"/>
                  </a:lnTo>
                  <a:lnTo>
                    <a:pt x="4689398" y="320797"/>
                  </a:lnTo>
                  <a:lnTo>
                    <a:pt x="4689515" y="320797"/>
                  </a:lnTo>
                  <a:lnTo>
                    <a:pt x="4689633" y="320797"/>
                  </a:lnTo>
                  <a:lnTo>
                    <a:pt x="4689751" y="320797"/>
                  </a:lnTo>
                  <a:lnTo>
                    <a:pt x="4689868" y="320797"/>
                  </a:lnTo>
                  <a:lnTo>
                    <a:pt x="4689986" y="320797"/>
                  </a:lnTo>
                  <a:lnTo>
                    <a:pt x="4690104" y="320797"/>
                  </a:lnTo>
                  <a:lnTo>
                    <a:pt x="4690221" y="320797"/>
                  </a:lnTo>
                  <a:lnTo>
                    <a:pt x="4690339" y="320797"/>
                  </a:lnTo>
                  <a:lnTo>
                    <a:pt x="4690456" y="320797"/>
                  </a:lnTo>
                  <a:lnTo>
                    <a:pt x="4690574" y="320797"/>
                  </a:lnTo>
                  <a:lnTo>
                    <a:pt x="4690692" y="320797"/>
                  </a:lnTo>
                  <a:lnTo>
                    <a:pt x="4690809" y="320797"/>
                  </a:lnTo>
                  <a:lnTo>
                    <a:pt x="4690927" y="320797"/>
                  </a:lnTo>
                  <a:lnTo>
                    <a:pt x="4691044" y="320797"/>
                  </a:lnTo>
                  <a:lnTo>
                    <a:pt x="4691162" y="320797"/>
                  </a:lnTo>
                  <a:lnTo>
                    <a:pt x="4691162" y="320366"/>
                  </a:lnTo>
                  <a:lnTo>
                    <a:pt x="4691280" y="320366"/>
                  </a:lnTo>
                  <a:lnTo>
                    <a:pt x="4691397" y="320366"/>
                  </a:lnTo>
                  <a:lnTo>
                    <a:pt x="4691515" y="320366"/>
                  </a:lnTo>
                  <a:lnTo>
                    <a:pt x="4691633" y="320366"/>
                  </a:lnTo>
                  <a:lnTo>
                    <a:pt x="4691750" y="320366"/>
                  </a:lnTo>
                  <a:lnTo>
                    <a:pt x="4691868" y="320366"/>
                  </a:lnTo>
                  <a:lnTo>
                    <a:pt x="4691985" y="320366"/>
                  </a:lnTo>
                  <a:lnTo>
                    <a:pt x="4692103" y="320366"/>
                  </a:lnTo>
                  <a:lnTo>
                    <a:pt x="4692221" y="320366"/>
                  </a:lnTo>
                  <a:lnTo>
                    <a:pt x="4692338" y="320366"/>
                  </a:lnTo>
                  <a:lnTo>
                    <a:pt x="4692456" y="320366"/>
                  </a:lnTo>
                  <a:lnTo>
                    <a:pt x="4692573" y="320366"/>
                  </a:lnTo>
                  <a:lnTo>
                    <a:pt x="4692691" y="320366"/>
                  </a:lnTo>
                  <a:lnTo>
                    <a:pt x="4692809" y="320366"/>
                  </a:lnTo>
                  <a:lnTo>
                    <a:pt x="4692926" y="320366"/>
                  </a:lnTo>
                  <a:lnTo>
                    <a:pt x="4693044" y="320366"/>
                  </a:lnTo>
                  <a:lnTo>
                    <a:pt x="4693162" y="320366"/>
                  </a:lnTo>
                  <a:lnTo>
                    <a:pt x="4693279" y="320366"/>
                  </a:lnTo>
                  <a:lnTo>
                    <a:pt x="4693397" y="320366"/>
                  </a:lnTo>
                  <a:lnTo>
                    <a:pt x="4693514" y="320366"/>
                  </a:lnTo>
                  <a:lnTo>
                    <a:pt x="4693632" y="320366"/>
                  </a:lnTo>
                  <a:lnTo>
                    <a:pt x="4693750" y="320366"/>
                  </a:lnTo>
                  <a:lnTo>
                    <a:pt x="4693867" y="320366"/>
                  </a:lnTo>
                  <a:lnTo>
                    <a:pt x="4693867" y="319935"/>
                  </a:lnTo>
                  <a:lnTo>
                    <a:pt x="4693867" y="319505"/>
                  </a:lnTo>
                  <a:lnTo>
                    <a:pt x="4693867" y="319074"/>
                  </a:lnTo>
                  <a:lnTo>
                    <a:pt x="4693985" y="319074"/>
                  </a:lnTo>
                  <a:lnTo>
                    <a:pt x="4694102" y="319074"/>
                  </a:lnTo>
                  <a:lnTo>
                    <a:pt x="4694102" y="318644"/>
                  </a:lnTo>
                  <a:lnTo>
                    <a:pt x="4694220" y="318644"/>
                  </a:lnTo>
                  <a:lnTo>
                    <a:pt x="4694338" y="318644"/>
                  </a:lnTo>
                  <a:lnTo>
                    <a:pt x="4694455" y="318644"/>
                  </a:lnTo>
                  <a:lnTo>
                    <a:pt x="4694573" y="318644"/>
                  </a:lnTo>
                  <a:lnTo>
                    <a:pt x="4694690" y="318644"/>
                  </a:lnTo>
                  <a:lnTo>
                    <a:pt x="4694808" y="318644"/>
                  </a:lnTo>
                  <a:lnTo>
                    <a:pt x="4694926" y="318644"/>
                  </a:lnTo>
                  <a:lnTo>
                    <a:pt x="4695043" y="318644"/>
                  </a:lnTo>
                  <a:lnTo>
                    <a:pt x="4695161" y="318644"/>
                  </a:lnTo>
                  <a:lnTo>
                    <a:pt x="4695279" y="318644"/>
                  </a:lnTo>
                  <a:lnTo>
                    <a:pt x="4695396" y="318644"/>
                  </a:lnTo>
                  <a:lnTo>
                    <a:pt x="4695514" y="318644"/>
                  </a:lnTo>
                  <a:lnTo>
                    <a:pt x="4695514" y="318213"/>
                  </a:lnTo>
                  <a:lnTo>
                    <a:pt x="4695631" y="318213"/>
                  </a:lnTo>
                  <a:lnTo>
                    <a:pt x="4695749" y="318213"/>
                  </a:lnTo>
                  <a:lnTo>
                    <a:pt x="4695867" y="318213"/>
                  </a:lnTo>
                  <a:lnTo>
                    <a:pt x="4695984" y="318213"/>
                  </a:lnTo>
                  <a:lnTo>
                    <a:pt x="4696102" y="318213"/>
                  </a:lnTo>
                  <a:lnTo>
                    <a:pt x="4696219" y="318213"/>
                  </a:lnTo>
                  <a:lnTo>
                    <a:pt x="4696337" y="318213"/>
                  </a:lnTo>
                  <a:lnTo>
                    <a:pt x="4696455" y="318213"/>
                  </a:lnTo>
                  <a:lnTo>
                    <a:pt x="4696572" y="318213"/>
                  </a:lnTo>
                  <a:lnTo>
                    <a:pt x="4696690" y="318213"/>
                  </a:lnTo>
                  <a:lnTo>
                    <a:pt x="4696808" y="318213"/>
                  </a:lnTo>
                  <a:lnTo>
                    <a:pt x="4696925" y="318213"/>
                  </a:lnTo>
                  <a:lnTo>
                    <a:pt x="4697043" y="318213"/>
                  </a:lnTo>
                  <a:lnTo>
                    <a:pt x="4697160" y="318213"/>
                  </a:lnTo>
                  <a:lnTo>
                    <a:pt x="4697278" y="318213"/>
                  </a:lnTo>
                  <a:lnTo>
                    <a:pt x="4697396" y="318213"/>
                  </a:lnTo>
                  <a:lnTo>
                    <a:pt x="4697513" y="318213"/>
                  </a:lnTo>
                  <a:lnTo>
                    <a:pt x="4697631" y="318213"/>
                  </a:lnTo>
                  <a:lnTo>
                    <a:pt x="4697631" y="317782"/>
                  </a:lnTo>
                  <a:lnTo>
                    <a:pt x="4697748" y="317782"/>
                  </a:lnTo>
                  <a:lnTo>
                    <a:pt x="4697866" y="317782"/>
                  </a:lnTo>
                  <a:lnTo>
                    <a:pt x="4697866" y="317352"/>
                  </a:lnTo>
                  <a:lnTo>
                    <a:pt x="4697984" y="317352"/>
                  </a:lnTo>
                  <a:lnTo>
                    <a:pt x="4698101" y="317352"/>
                  </a:lnTo>
                  <a:lnTo>
                    <a:pt x="4698219" y="317352"/>
                  </a:lnTo>
                  <a:lnTo>
                    <a:pt x="4698337" y="317352"/>
                  </a:lnTo>
                  <a:lnTo>
                    <a:pt x="4698454" y="317352"/>
                  </a:lnTo>
                  <a:lnTo>
                    <a:pt x="4698572" y="317352"/>
                  </a:lnTo>
                  <a:lnTo>
                    <a:pt x="4698689" y="317352"/>
                  </a:lnTo>
                  <a:lnTo>
                    <a:pt x="4698807" y="317352"/>
                  </a:lnTo>
                  <a:lnTo>
                    <a:pt x="4698925" y="317352"/>
                  </a:lnTo>
                  <a:lnTo>
                    <a:pt x="4699042" y="317352"/>
                  </a:lnTo>
                  <a:lnTo>
                    <a:pt x="4699160" y="317352"/>
                  </a:lnTo>
                  <a:lnTo>
                    <a:pt x="4699277" y="317352"/>
                  </a:lnTo>
                  <a:lnTo>
                    <a:pt x="4699395" y="317352"/>
                  </a:lnTo>
                  <a:lnTo>
                    <a:pt x="4699513" y="317352"/>
                  </a:lnTo>
                  <a:lnTo>
                    <a:pt x="4699630" y="317352"/>
                  </a:lnTo>
                  <a:lnTo>
                    <a:pt x="4699748" y="317352"/>
                  </a:lnTo>
                  <a:lnTo>
                    <a:pt x="4699866" y="317352"/>
                  </a:lnTo>
                  <a:lnTo>
                    <a:pt x="4699866" y="316921"/>
                  </a:lnTo>
                  <a:lnTo>
                    <a:pt x="4699983" y="316921"/>
                  </a:lnTo>
                  <a:lnTo>
                    <a:pt x="4700101" y="316921"/>
                  </a:lnTo>
                  <a:lnTo>
                    <a:pt x="4700218" y="316921"/>
                  </a:lnTo>
                  <a:lnTo>
                    <a:pt x="4700336" y="316921"/>
                  </a:lnTo>
                  <a:lnTo>
                    <a:pt x="4700454" y="316921"/>
                  </a:lnTo>
                  <a:lnTo>
                    <a:pt x="4700571" y="316921"/>
                  </a:lnTo>
                  <a:lnTo>
                    <a:pt x="4700689" y="316921"/>
                  </a:lnTo>
                  <a:lnTo>
                    <a:pt x="4700806" y="316921"/>
                  </a:lnTo>
                  <a:lnTo>
                    <a:pt x="4700924" y="316921"/>
                  </a:lnTo>
                  <a:lnTo>
                    <a:pt x="4701042" y="316921"/>
                  </a:lnTo>
                  <a:lnTo>
                    <a:pt x="4701159" y="316921"/>
                  </a:lnTo>
                  <a:lnTo>
                    <a:pt x="4701277" y="316921"/>
                  </a:lnTo>
                  <a:lnTo>
                    <a:pt x="4701395" y="316921"/>
                  </a:lnTo>
                  <a:lnTo>
                    <a:pt x="4701512" y="316921"/>
                  </a:lnTo>
                  <a:lnTo>
                    <a:pt x="4701630" y="316921"/>
                  </a:lnTo>
                  <a:lnTo>
                    <a:pt x="4701747" y="316921"/>
                  </a:lnTo>
                  <a:lnTo>
                    <a:pt x="4701865" y="316921"/>
                  </a:lnTo>
                  <a:lnTo>
                    <a:pt x="4701983" y="316921"/>
                  </a:lnTo>
                  <a:lnTo>
                    <a:pt x="4701983" y="316491"/>
                  </a:lnTo>
                  <a:lnTo>
                    <a:pt x="4702100" y="316491"/>
                  </a:lnTo>
                  <a:lnTo>
                    <a:pt x="4702218" y="316491"/>
                  </a:lnTo>
                  <a:lnTo>
                    <a:pt x="4702335" y="316491"/>
                  </a:lnTo>
                  <a:lnTo>
                    <a:pt x="4702453" y="316491"/>
                  </a:lnTo>
                  <a:lnTo>
                    <a:pt x="4702571" y="316491"/>
                  </a:lnTo>
                  <a:lnTo>
                    <a:pt x="4702688" y="316491"/>
                  </a:lnTo>
                  <a:lnTo>
                    <a:pt x="4702806" y="316491"/>
                  </a:lnTo>
                  <a:lnTo>
                    <a:pt x="4702923" y="316491"/>
                  </a:lnTo>
                  <a:lnTo>
                    <a:pt x="4703041" y="316491"/>
                  </a:lnTo>
                  <a:lnTo>
                    <a:pt x="4703159" y="316491"/>
                  </a:lnTo>
                  <a:lnTo>
                    <a:pt x="4703276" y="316491"/>
                  </a:lnTo>
                  <a:lnTo>
                    <a:pt x="4703394" y="316491"/>
                  </a:lnTo>
                  <a:lnTo>
                    <a:pt x="4703512" y="316491"/>
                  </a:lnTo>
                  <a:lnTo>
                    <a:pt x="4703629" y="316491"/>
                  </a:lnTo>
                  <a:lnTo>
                    <a:pt x="4703629" y="316060"/>
                  </a:lnTo>
                  <a:lnTo>
                    <a:pt x="4703747" y="316060"/>
                  </a:lnTo>
                  <a:lnTo>
                    <a:pt x="4703864" y="316060"/>
                  </a:lnTo>
                  <a:lnTo>
                    <a:pt x="4703982" y="316060"/>
                  </a:lnTo>
                  <a:lnTo>
                    <a:pt x="4704100" y="316060"/>
                  </a:lnTo>
                  <a:lnTo>
                    <a:pt x="4704217" y="316060"/>
                  </a:lnTo>
                  <a:lnTo>
                    <a:pt x="4704335" y="316060"/>
                  </a:lnTo>
                  <a:lnTo>
                    <a:pt x="4704335" y="315629"/>
                  </a:lnTo>
                  <a:lnTo>
                    <a:pt x="4704335" y="315199"/>
                  </a:lnTo>
                  <a:lnTo>
                    <a:pt x="4704452" y="315199"/>
                  </a:lnTo>
                  <a:lnTo>
                    <a:pt x="4704570" y="315199"/>
                  </a:lnTo>
                  <a:lnTo>
                    <a:pt x="4704688" y="315199"/>
                  </a:lnTo>
                  <a:lnTo>
                    <a:pt x="4704805" y="315199"/>
                  </a:lnTo>
                  <a:lnTo>
                    <a:pt x="4704923" y="315199"/>
                  </a:lnTo>
                  <a:lnTo>
                    <a:pt x="4705041" y="315199"/>
                  </a:lnTo>
                  <a:lnTo>
                    <a:pt x="4705158" y="315199"/>
                  </a:lnTo>
                  <a:lnTo>
                    <a:pt x="4705276" y="315199"/>
                  </a:lnTo>
                  <a:lnTo>
                    <a:pt x="4705393" y="315199"/>
                  </a:lnTo>
                  <a:lnTo>
                    <a:pt x="4705393" y="314768"/>
                  </a:lnTo>
                  <a:lnTo>
                    <a:pt x="4705511" y="314768"/>
                  </a:lnTo>
                  <a:lnTo>
                    <a:pt x="4705629" y="314768"/>
                  </a:lnTo>
                  <a:lnTo>
                    <a:pt x="4705629" y="314338"/>
                  </a:lnTo>
                  <a:lnTo>
                    <a:pt x="4705746" y="314338"/>
                  </a:lnTo>
                  <a:lnTo>
                    <a:pt x="4705864" y="314338"/>
                  </a:lnTo>
                  <a:lnTo>
                    <a:pt x="4705981" y="314338"/>
                  </a:lnTo>
                  <a:lnTo>
                    <a:pt x="4706099" y="314338"/>
                  </a:lnTo>
                  <a:lnTo>
                    <a:pt x="4706217" y="314338"/>
                  </a:lnTo>
                  <a:lnTo>
                    <a:pt x="4706217" y="313907"/>
                  </a:lnTo>
                  <a:lnTo>
                    <a:pt x="4706334" y="313907"/>
                  </a:lnTo>
                  <a:lnTo>
                    <a:pt x="4706452" y="313907"/>
                  </a:lnTo>
                  <a:lnTo>
                    <a:pt x="4706570" y="313907"/>
                  </a:lnTo>
                  <a:lnTo>
                    <a:pt x="4706687" y="313907"/>
                  </a:lnTo>
                  <a:lnTo>
                    <a:pt x="4706805" y="313907"/>
                  </a:lnTo>
                  <a:lnTo>
                    <a:pt x="4706922" y="313907"/>
                  </a:lnTo>
                  <a:lnTo>
                    <a:pt x="4707040" y="313907"/>
                  </a:lnTo>
                  <a:lnTo>
                    <a:pt x="4707158" y="313907"/>
                  </a:lnTo>
                  <a:lnTo>
                    <a:pt x="4707275" y="313907"/>
                  </a:lnTo>
                  <a:lnTo>
                    <a:pt x="4707393" y="313907"/>
                  </a:lnTo>
                  <a:lnTo>
                    <a:pt x="4707510" y="313907"/>
                  </a:lnTo>
                  <a:lnTo>
                    <a:pt x="4707510" y="313476"/>
                  </a:lnTo>
                  <a:lnTo>
                    <a:pt x="4707628" y="313476"/>
                  </a:lnTo>
                  <a:lnTo>
                    <a:pt x="4707746" y="313476"/>
                  </a:lnTo>
                  <a:lnTo>
                    <a:pt x="4707746" y="313046"/>
                  </a:lnTo>
                  <a:lnTo>
                    <a:pt x="4707863" y="313046"/>
                  </a:lnTo>
                  <a:lnTo>
                    <a:pt x="4707981" y="313046"/>
                  </a:lnTo>
                  <a:lnTo>
                    <a:pt x="4707981" y="312615"/>
                  </a:lnTo>
                  <a:lnTo>
                    <a:pt x="4708099" y="312615"/>
                  </a:lnTo>
                  <a:lnTo>
                    <a:pt x="4708216" y="312615"/>
                  </a:lnTo>
                  <a:lnTo>
                    <a:pt x="4708334" y="312615"/>
                  </a:lnTo>
                  <a:lnTo>
                    <a:pt x="4708451" y="312615"/>
                  </a:lnTo>
                  <a:lnTo>
                    <a:pt x="4708569" y="312615"/>
                  </a:lnTo>
                  <a:lnTo>
                    <a:pt x="4708687" y="312615"/>
                  </a:lnTo>
                  <a:lnTo>
                    <a:pt x="4708804" y="312615"/>
                  </a:lnTo>
                  <a:lnTo>
                    <a:pt x="4708922" y="312615"/>
                  </a:lnTo>
                  <a:lnTo>
                    <a:pt x="4709039" y="312615"/>
                  </a:lnTo>
                  <a:lnTo>
                    <a:pt x="4709157" y="312615"/>
                  </a:lnTo>
                  <a:lnTo>
                    <a:pt x="4709275" y="312615"/>
                  </a:lnTo>
                  <a:lnTo>
                    <a:pt x="4709392" y="312615"/>
                  </a:lnTo>
                  <a:lnTo>
                    <a:pt x="4709510" y="312615"/>
                  </a:lnTo>
                  <a:lnTo>
                    <a:pt x="4709628" y="312615"/>
                  </a:lnTo>
                  <a:lnTo>
                    <a:pt x="4709745" y="312615"/>
                  </a:lnTo>
                  <a:lnTo>
                    <a:pt x="4709863" y="312615"/>
                  </a:lnTo>
                  <a:lnTo>
                    <a:pt x="4709980" y="312615"/>
                  </a:lnTo>
                  <a:lnTo>
                    <a:pt x="4710098" y="312615"/>
                  </a:lnTo>
                  <a:lnTo>
                    <a:pt x="4710216" y="312615"/>
                  </a:lnTo>
                  <a:lnTo>
                    <a:pt x="4710333" y="312615"/>
                  </a:lnTo>
                  <a:lnTo>
                    <a:pt x="4710451" y="312615"/>
                  </a:lnTo>
                  <a:lnTo>
                    <a:pt x="4710568" y="312615"/>
                  </a:lnTo>
                  <a:lnTo>
                    <a:pt x="4710686" y="312615"/>
                  </a:lnTo>
                  <a:lnTo>
                    <a:pt x="4710686" y="312185"/>
                  </a:lnTo>
                  <a:lnTo>
                    <a:pt x="4710804" y="312185"/>
                  </a:lnTo>
                  <a:lnTo>
                    <a:pt x="4710921" y="312185"/>
                  </a:lnTo>
                  <a:lnTo>
                    <a:pt x="4711039" y="312185"/>
                  </a:lnTo>
                  <a:lnTo>
                    <a:pt x="4711156" y="312185"/>
                  </a:lnTo>
                  <a:lnTo>
                    <a:pt x="4711156" y="311754"/>
                  </a:lnTo>
                  <a:lnTo>
                    <a:pt x="4711274" y="311754"/>
                  </a:lnTo>
                  <a:lnTo>
                    <a:pt x="4711392" y="311754"/>
                  </a:lnTo>
                  <a:lnTo>
                    <a:pt x="4711509" y="311754"/>
                  </a:lnTo>
                  <a:lnTo>
                    <a:pt x="4711627" y="311754"/>
                  </a:lnTo>
                  <a:lnTo>
                    <a:pt x="4711745" y="311754"/>
                  </a:lnTo>
                  <a:lnTo>
                    <a:pt x="4711862" y="311754"/>
                  </a:lnTo>
                  <a:lnTo>
                    <a:pt x="4711980" y="311754"/>
                  </a:lnTo>
                  <a:lnTo>
                    <a:pt x="4712097" y="311754"/>
                  </a:lnTo>
                  <a:lnTo>
                    <a:pt x="4712215" y="311754"/>
                  </a:lnTo>
                  <a:lnTo>
                    <a:pt x="4712333" y="311754"/>
                  </a:lnTo>
                  <a:lnTo>
                    <a:pt x="4712450" y="311754"/>
                  </a:lnTo>
                  <a:lnTo>
                    <a:pt x="4712568" y="311754"/>
                  </a:lnTo>
                  <a:lnTo>
                    <a:pt x="4712685" y="311754"/>
                  </a:lnTo>
                  <a:lnTo>
                    <a:pt x="4712803" y="311754"/>
                  </a:lnTo>
                  <a:lnTo>
                    <a:pt x="4712921" y="311754"/>
                  </a:lnTo>
                  <a:lnTo>
                    <a:pt x="4713038" y="311754"/>
                  </a:lnTo>
                  <a:lnTo>
                    <a:pt x="4713156" y="311754"/>
                  </a:lnTo>
                  <a:lnTo>
                    <a:pt x="4713274" y="311754"/>
                  </a:lnTo>
                  <a:lnTo>
                    <a:pt x="4713391" y="311754"/>
                  </a:lnTo>
                  <a:lnTo>
                    <a:pt x="4713509" y="311754"/>
                  </a:lnTo>
                  <a:lnTo>
                    <a:pt x="4713626" y="311754"/>
                  </a:lnTo>
                  <a:lnTo>
                    <a:pt x="4713744" y="311754"/>
                  </a:lnTo>
                  <a:lnTo>
                    <a:pt x="4713862" y="311754"/>
                  </a:lnTo>
                  <a:lnTo>
                    <a:pt x="4713979" y="311754"/>
                  </a:lnTo>
                  <a:lnTo>
                    <a:pt x="4714097" y="311754"/>
                  </a:lnTo>
                  <a:lnTo>
                    <a:pt x="4714214" y="311754"/>
                  </a:lnTo>
                  <a:lnTo>
                    <a:pt x="4714332" y="311754"/>
                  </a:lnTo>
                  <a:lnTo>
                    <a:pt x="4714450" y="311754"/>
                  </a:lnTo>
                  <a:lnTo>
                    <a:pt x="4714567" y="311754"/>
                  </a:lnTo>
                  <a:lnTo>
                    <a:pt x="4714685" y="311754"/>
                  </a:lnTo>
                  <a:lnTo>
                    <a:pt x="4714803" y="311754"/>
                  </a:lnTo>
                  <a:lnTo>
                    <a:pt x="4714920" y="311754"/>
                  </a:lnTo>
                  <a:lnTo>
                    <a:pt x="4715038" y="311754"/>
                  </a:lnTo>
                  <a:lnTo>
                    <a:pt x="4715155" y="311754"/>
                  </a:lnTo>
                  <a:lnTo>
                    <a:pt x="4715273" y="311754"/>
                  </a:lnTo>
                  <a:lnTo>
                    <a:pt x="4715391" y="311754"/>
                  </a:lnTo>
                  <a:lnTo>
                    <a:pt x="4715508" y="311754"/>
                  </a:lnTo>
                  <a:lnTo>
                    <a:pt x="4715626" y="311754"/>
                  </a:lnTo>
                  <a:lnTo>
                    <a:pt x="4715743" y="311754"/>
                  </a:lnTo>
                  <a:lnTo>
                    <a:pt x="4715861" y="311754"/>
                  </a:lnTo>
                  <a:lnTo>
                    <a:pt x="4715979" y="311754"/>
                  </a:lnTo>
                  <a:lnTo>
                    <a:pt x="4716096" y="311754"/>
                  </a:lnTo>
                  <a:lnTo>
                    <a:pt x="4716214" y="311754"/>
                  </a:lnTo>
                  <a:lnTo>
                    <a:pt x="4716332" y="311754"/>
                  </a:lnTo>
                  <a:lnTo>
                    <a:pt x="4716449" y="311754"/>
                  </a:lnTo>
                  <a:lnTo>
                    <a:pt x="4716567" y="311754"/>
                  </a:lnTo>
                  <a:lnTo>
                    <a:pt x="4716684" y="311754"/>
                  </a:lnTo>
                  <a:lnTo>
                    <a:pt x="4716802" y="311754"/>
                  </a:lnTo>
                  <a:lnTo>
                    <a:pt x="4716920" y="311754"/>
                  </a:lnTo>
                  <a:lnTo>
                    <a:pt x="4717037" y="311754"/>
                  </a:lnTo>
                  <a:lnTo>
                    <a:pt x="4717037" y="311323"/>
                  </a:lnTo>
                  <a:lnTo>
                    <a:pt x="4717155" y="311323"/>
                  </a:lnTo>
                  <a:lnTo>
                    <a:pt x="4717272" y="311323"/>
                  </a:lnTo>
                  <a:lnTo>
                    <a:pt x="4717390" y="311323"/>
                  </a:lnTo>
                  <a:lnTo>
                    <a:pt x="4717390" y="310893"/>
                  </a:lnTo>
                  <a:lnTo>
                    <a:pt x="4717508" y="310893"/>
                  </a:lnTo>
                  <a:lnTo>
                    <a:pt x="4717625" y="310893"/>
                  </a:lnTo>
                  <a:lnTo>
                    <a:pt x="4717743" y="310893"/>
                  </a:lnTo>
                  <a:lnTo>
                    <a:pt x="4717861" y="310893"/>
                  </a:lnTo>
                  <a:lnTo>
                    <a:pt x="4717978" y="310893"/>
                  </a:lnTo>
                  <a:lnTo>
                    <a:pt x="4718096" y="310893"/>
                  </a:lnTo>
                  <a:lnTo>
                    <a:pt x="4718213" y="310893"/>
                  </a:lnTo>
                  <a:lnTo>
                    <a:pt x="4718331" y="310893"/>
                  </a:lnTo>
                  <a:lnTo>
                    <a:pt x="4718449" y="310893"/>
                  </a:lnTo>
                  <a:lnTo>
                    <a:pt x="4718566" y="310893"/>
                  </a:lnTo>
                  <a:lnTo>
                    <a:pt x="4718566" y="310462"/>
                  </a:lnTo>
                  <a:lnTo>
                    <a:pt x="4718684" y="310462"/>
                  </a:lnTo>
                  <a:lnTo>
                    <a:pt x="4718801" y="310462"/>
                  </a:lnTo>
                  <a:lnTo>
                    <a:pt x="4718801" y="310032"/>
                  </a:lnTo>
                  <a:lnTo>
                    <a:pt x="4718801" y="309601"/>
                  </a:lnTo>
                  <a:lnTo>
                    <a:pt x="4718919" y="309601"/>
                  </a:lnTo>
                  <a:lnTo>
                    <a:pt x="4719037" y="309601"/>
                  </a:lnTo>
                  <a:lnTo>
                    <a:pt x="4719154" y="309601"/>
                  </a:lnTo>
                  <a:lnTo>
                    <a:pt x="4719272" y="309601"/>
                  </a:lnTo>
                  <a:lnTo>
                    <a:pt x="4719389" y="309601"/>
                  </a:lnTo>
                  <a:lnTo>
                    <a:pt x="4719507" y="309601"/>
                  </a:lnTo>
                  <a:lnTo>
                    <a:pt x="4719625" y="309601"/>
                  </a:lnTo>
                  <a:lnTo>
                    <a:pt x="4719742" y="309601"/>
                  </a:lnTo>
                  <a:lnTo>
                    <a:pt x="4719860" y="309601"/>
                  </a:lnTo>
                  <a:lnTo>
                    <a:pt x="4719860" y="309170"/>
                  </a:lnTo>
                  <a:lnTo>
                    <a:pt x="4719978" y="309170"/>
                  </a:lnTo>
                  <a:lnTo>
                    <a:pt x="4720095" y="309170"/>
                  </a:lnTo>
                  <a:lnTo>
                    <a:pt x="4720213" y="309170"/>
                  </a:lnTo>
                  <a:lnTo>
                    <a:pt x="4720330" y="309170"/>
                  </a:lnTo>
                  <a:lnTo>
                    <a:pt x="4720448" y="309170"/>
                  </a:lnTo>
                  <a:lnTo>
                    <a:pt x="4720566" y="309170"/>
                  </a:lnTo>
                  <a:lnTo>
                    <a:pt x="4720566" y="308740"/>
                  </a:lnTo>
                  <a:lnTo>
                    <a:pt x="4720683" y="308740"/>
                  </a:lnTo>
                  <a:lnTo>
                    <a:pt x="4720683" y="308309"/>
                  </a:lnTo>
                  <a:lnTo>
                    <a:pt x="4720801" y="308309"/>
                  </a:lnTo>
                  <a:lnTo>
                    <a:pt x="4720918" y="308309"/>
                  </a:lnTo>
                  <a:lnTo>
                    <a:pt x="4721036" y="308309"/>
                  </a:lnTo>
                  <a:lnTo>
                    <a:pt x="4721154" y="308309"/>
                  </a:lnTo>
                  <a:lnTo>
                    <a:pt x="4721271" y="308309"/>
                  </a:lnTo>
                  <a:lnTo>
                    <a:pt x="4721389" y="308309"/>
                  </a:lnTo>
                  <a:lnTo>
                    <a:pt x="4721389" y="307879"/>
                  </a:lnTo>
                  <a:lnTo>
                    <a:pt x="4721389" y="307448"/>
                  </a:lnTo>
                  <a:lnTo>
                    <a:pt x="4721507" y="307448"/>
                  </a:lnTo>
                  <a:lnTo>
                    <a:pt x="4721624" y="307448"/>
                  </a:lnTo>
                  <a:lnTo>
                    <a:pt x="4721624" y="307017"/>
                  </a:lnTo>
                  <a:lnTo>
                    <a:pt x="4721742" y="307017"/>
                  </a:lnTo>
                  <a:lnTo>
                    <a:pt x="4721859" y="307017"/>
                  </a:lnTo>
                  <a:lnTo>
                    <a:pt x="4721977" y="307017"/>
                  </a:lnTo>
                  <a:lnTo>
                    <a:pt x="4722095" y="307017"/>
                  </a:lnTo>
                  <a:lnTo>
                    <a:pt x="4722212" y="307017"/>
                  </a:lnTo>
                  <a:lnTo>
                    <a:pt x="4722330" y="307017"/>
                  </a:lnTo>
                  <a:lnTo>
                    <a:pt x="4722447" y="307017"/>
                  </a:lnTo>
                  <a:lnTo>
                    <a:pt x="4722565" y="307017"/>
                  </a:lnTo>
                  <a:lnTo>
                    <a:pt x="4722683" y="307017"/>
                  </a:lnTo>
                  <a:lnTo>
                    <a:pt x="4722800" y="307017"/>
                  </a:lnTo>
                  <a:lnTo>
                    <a:pt x="4722918" y="307017"/>
                  </a:lnTo>
                  <a:lnTo>
                    <a:pt x="4722918" y="306587"/>
                  </a:lnTo>
                  <a:lnTo>
                    <a:pt x="4723036" y="306587"/>
                  </a:lnTo>
                  <a:lnTo>
                    <a:pt x="4723153" y="306587"/>
                  </a:lnTo>
                  <a:lnTo>
                    <a:pt x="4723271" y="306587"/>
                  </a:lnTo>
                  <a:lnTo>
                    <a:pt x="4723388" y="306587"/>
                  </a:lnTo>
                  <a:lnTo>
                    <a:pt x="4723506" y="306587"/>
                  </a:lnTo>
                  <a:lnTo>
                    <a:pt x="4723624" y="306587"/>
                  </a:lnTo>
                  <a:lnTo>
                    <a:pt x="4723741" y="306587"/>
                  </a:lnTo>
                  <a:lnTo>
                    <a:pt x="4723859" y="306587"/>
                  </a:lnTo>
                  <a:lnTo>
                    <a:pt x="4723976" y="306587"/>
                  </a:lnTo>
                  <a:lnTo>
                    <a:pt x="4724094" y="306587"/>
                  </a:lnTo>
                  <a:lnTo>
                    <a:pt x="4724212" y="306587"/>
                  </a:lnTo>
                  <a:lnTo>
                    <a:pt x="4724329" y="306587"/>
                  </a:lnTo>
                  <a:lnTo>
                    <a:pt x="4724329" y="306156"/>
                  </a:lnTo>
                  <a:lnTo>
                    <a:pt x="4724447" y="306156"/>
                  </a:lnTo>
                  <a:lnTo>
                    <a:pt x="4724565" y="306156"/>
                  </a:lnTo>
                  <a:lnTo>
                    <a:pt x="4724565" y="305726"/>
                  </a:lnTo>
                  <a:lnTo>
                    <a:pt x="4724682" y="305726"/>
                  </a:lnTo>
                  <a:lnTo>
                    <a:pt x="4724682" y="305295"/>
                  </a:lnTo>
                  <a:lnTo>
                    <a:pt x="4724800" y="305295"/>
                  </a:lnTo>
                  <a:lnTo>
                    <a:pt x="4724917" y="305295"/>
                  </a:lnTo>
                  <a:lnTo>
                    <a:pt x="4725035" y="305295"/>
                  </a:lnTo>
                  <a:lnTo>
                    <a:pt x="4725153" y="305295"/>
                  </a:lnTo>
                  <a:lnTo>
                    <a:pt x="4725270" y="305295"/>
                  </a:lnTo>
                  <a:lnTo>
                    <a:pt x="4725388" y="305295"/>
                  </a:lnTo>
                  <a:lnTo>
                    <a:pt x="4725505" y="305295"/>
                  </a:lnTo>
                  <a:lnTo>
                    <a:pt x="4725623" y="305295"/>
                  </a:lnTo>
                  <a:lnTo>
                    <a:pt x="4725741" y="305295"/>
                  </a:lnTo>
                  <a:lnTo>
                    <a:pt x="4725858" y="305295"/>
                  </a:lnTo>
                  <a:lnTo>
                    <a:pt x="4725976" y="305295"/>
                  </a:lnTo>
                  <a:lnTo>
                    <a:pt x="4726094" y="305295"/>
                  </a:lnTo>
                  <a:lnTo>
                    <a:pt x="4726211" y="305295"/>
                  </a:lnTo>
                  <a:lnTo>
                    <a:pt x="4726329" y="305295"/>
                  </a:lnTo>
                  <a:lnTo>
                    <a:pt x="4726446" y="305295"/>
                  </a:lnTo>
                  <a:lnTo>
                    <a:pt x="4726564" y="305295"/>
                  </a:lnTo>
                  <a:lnTo>
                    <a:pt x="4726682" y="305295"/>
                  </a:lnTo>
                  <a:lnTo>
                    <a:pt x="4726799" y="305295"/>
                  </a:lnTo>
                  <a:lnTo>
                    <a:pt x="4726917" y="305295"/>
                  </a:lnTo>
                  <a:lnTo>
                    <a:pt x="4727034" y="305295"/>
                  </a:lnTo>
                  <a:lnTo>
                    <a:pt x="4727152" y="305295"/>
                  </a:lnTo>
                  <a:lnTo>
                    <a:pt x="4727270" y="305295"/>
                  </a:lnTo>
                  <a:lnTo>
                    <a:pt x="4727270" y="304864"/>
                  </a:lnTo>
                  <a:lnTo>
                    <a:pt x="4727387" y="304864"/>
                  </a:lnTo>
                  <a:lnTo>
                    <a:pt x="4727505" y="304864"/>
                  </a:lnTo>
                  <a:lnTo>
                    <a:pt x="4727622" y="304864"/>
                  </a:lnTo>
                  <a:lnTo>
                    <a:pt x="4727622" y="304434"/>
                  </a:lnTo>
                  <a:lnTo>
                    <a:pt x="4727622" y="304003"/>
                  </a:lnTo>
                  <a:lnTo>
                    <a:pt x="4727622" y="303573"/>
                  </a:lnTo>
                  <a:lnTo>
                    <a:pt x="4727740" y="303573"/>
                  </a:lnTo>
                  <a:lnTo>
                    <a:pt x="4727858" y="303573"/>
                  </a:lnTo>
                  <a:lnTo>
                    <a:pt x="4727975" y="303573"/>
                  </a:lnTo>
                  <a:lnTo>
                    <a:pt x="4728093" y="303573"/>
                  </a:lnTo>
                  <a:lnTo>
                    <a:pt x="4728211" y="303573"/>
                  </a:lnTo>
                  <a:lnTo>
                    <a:pt x="4728328" y="303573"/>
                  </a:lnTo>
                  <a:lnTo>
                    <a:pt x="4728446" y="303573"/>
                  </a:lnTo>
                  <a:lnTo>
                    <a:pt x="4728563" y="303573"/>
                  </a:lnTo>
                  <a:lnTo>
                    <a:pt x="4728681" y="303573"/>
                  </a:lnTo>
                  <a:lnTo>
                    <a:pt x="4728799" y="303573"/>
                  </a:lnTo>
                  <a:lnTo>
                    <a:pt x="4728916" y="303573"/>
                  </a:lnTo>
                  <a:lnTo>
                    <a:pt x="4729034" y="303573"/>
                  </a:lnTo>
                  <a:lnTo>
                    <a:pt x="4729151" y="303573"/>
                  </a:lnTo>
                  <a:lnTo>
                    <a:pt x="4729269" y="303573"/>
                  </a:lnTo>
                  <a:lnTo>
                    <a:pt x="4729269" y="303142"/>
                  </a:lnTo>
                  <a:lnTo>
                    <a:pt x="4729387" y="303142"/>
                  </a:lnTo>
                  <a:lnTo>
                    <a:pt x="4729504" y="303142"/>
                  </a:lnTo>
                  <a:lnTo>
                    <a:pt x="4729622" y="303142"/>
                  </a:lnTo>
                  <a:lnTo>
                    <a:pt x="4729740" y="303142"/>
                  </a:lnTo>
                  <a:lnTo>
                    <a:pt x="4729857" y="303142"/>
                  </a:lnTo>
                  <a:lnTo>
                    <a:pt x="4729975" y="303142"/>
                  </a:lnTo>
                  <a:lnTo>
                    <a:pt x="4730092" y="303142"/>
                  </a:lnTo>
                  <a:lnTo>
                    <a:pt x="4730210" y="303142"/>
                  </a:lnTo>
                  <a:lnTo>
                    <a:pt x="4730328" y="303142"/>
                  </a:lnTo>
                  <a:lnTo>
                    <a:pt x="4730445" y="303142"/>
                  </a:lnTo>
                  <a:lnTo>
                    <a:pt x="4730563" y="303142"/>
                  </a:lnTo>
                  <a:lnTo>
                    <a:pt x="4730680" y="303142"/>
                  </a:lnTo>
                  <a:lnTo>
                    <a:pt x="4730798" y="303142"/>
                  </a:lnTo>
                  <a:lnTo>
                    <a:pt x="4730916" y="303142"/>
                  </a:lnTo>
                  <a:lnTo>
                    <a:pt x="4731033" y="303142"/>
                  </a:lnTo>
                  <a:lnTo>
                    <a:pt x="4731151" y="303142"/>
                  </a:lnTo>
                  <a:lnTo>
                    <a:pt x="4731269" y="303142"/>
                  </a:lnTo>
                  <a:lnTo>
                    <a:pt x="4731386" y="303142"/>
                  </a:lnTo>
                  <a:lnTo>
                    <a:pt x="4731504" y="303142"/>
                  </a:lnTo>
                  <a:lnTo>
                    <a:pt x="4731621" y="303142"/>
                  </a:lnTo>
                  <a:lnTo>
                    <a:pt x="4731739" y="303142"/>
                  </a:lnTo>
                  <a:lnTo>
                    <a:pt x="4731857" y="303142"/>
                  </a:lnTo>
                  <a:lnTo>
                    <a:pt x="4731974" y="303142"/>
                  </a:lnTo>
                  <a:lnTo>
                    <a:pt x="4731974" y="302711"/>
                  </a:lnTo>
                  <a:lnTo>
                    <a:pt x="4731974" y="302281"/>
                  </a:lnTo>
                  <a:lnTo>
                    <a:pt x="4732092" y="302281"/>
                  </a:lnTo>
                  <a:lnTo>
                    <a:pt x="4732209" y="302281"/>
                  </a:lnTo>
                  <a:lnTo>
                    <a:pt x="4732327" y="302281"/>
                  </a:lnTo>
                  <a:lnTo>
                    <a:pt x="4732445" y="302281"/>
                  </a:lnTo>
                  <a:lnTo>
                    <a:pt x="4732445" y="301850"/>
                  </a:lnTo>
                  <a:lnTo>
                    <a:pt x="4732562" y="301850"/>
                  </a:lnTo>
                  <a:lnTo>
                    <a:pt x="4732680" y="301850"/>
                  </a:lnTo>
                  <a:lnTo>
                    <a:pt x="4732798" y="301850"/>
                  </a:lnTo>
                  <a:lnTo>
                    <a:pt x="4732915" y="301850"/>
                  </a:lnTo>
                  <a:lnTo>
                    <a:pt x="4733033" y="301850"/>
                  </a:lnTo>
                  <a:lnTo>
                    <a:pt x="4733150" y="301850"/>
                  </a:lnTo>
                  <a:lnTo>
                    <a:pt x="4733268" y="301850"/>
                  </a:lnTo>
                  <a:lnTo>
                    <a:pt x="4733386" y="301850"/>
                  </a:lnTo>
                  <a:lnTo>
                    <a:pt x="4733503" y="301850"/>
                  </a:lnTo>
                  <a:lnTo>
                    <a:pt x="4733621" y="301850"/>
                  </a:lnTo>
                  <a:lnTo>
                    <a:pt x="4733621" y="301420"/>
                  </a:lnTo>
                  <a:lnTo>
                    <a:pt x="4733738" y="301420"/>
                  </a:lnTo>
                  <a:lnTo>
                    <a:pt x="4733856" y="301420"/>
                  </a:lnTo>
                  <a:lnTo>
                    <a:pt x="4733974" y="301420"/>
                  </a:lnTo>
                  <a:lnTo>
                    <a:pt x="4734091" y="301420"/>
                  </a:lnTo>
                  <a:lnTo>
                    <a:pt x="4734209" y="301420"/>
                  </a:lnTo>
                  <a:lnTo>
                    <a:pt x="4734327" y="301420"/>
                  </a:lnTo>
                  <a:lnTo>
                    <a:pt x="4734444" y="301420"/>
                  </a:lnTo>
                  <a:lnTo>
                    <a:pt x="4734562" y="301420"/>
                  </a:lnTo>
                  <a:lnTo>
                    <a:pt x="4734679" y="301420"/>
                  </a:lnTo>
                  <a:lnTo>
                    <a:pt x="4734679" y="300989"/>
                  </a:lnTo>
                  <a:lnTo>
                    <a:pt x="4734797" y="300989"/>
                  </a:lnTo>
                  <a:lnTo>
                    <a:pt x="4734915" y="300989"/>
                  </a:lnTo>
                  <a:lnTo>
                    <a:pt x="4735032" y="300989"/>
                  </a:lnTo>
                  <a:lnTo>
                    <a:pt x="4735032" y="300558"/>
                  </a:lnTo>
                  <a:lnTo>
                    <a:pt x="4735150" y="300558"/>
                  </a:lnTo>
                  <a:lnTo>
                    <a:pt x="4735267" y="300558"/>
                  </a:lnTo>
                  <a:lnTo>
                    <a:pt x="4735385" y="300558"/>
                  </a:lnTo>
                  <a:lnTo>
                    <a:pt x="4735503" y="300558"/>
                  </a:lnTo>
                  <a:lnTo>
                    <a:pt x="4735503" y="300128"/>
                  </a:lnTo>
                  <a:lnTo>
                    <a:pt x="4735620" y="300128"/>
                  </a:lnTo>
                  <a:lnTo>
                    <a:pt x="4735738" y="300128"/>
                  </a:lnTo>
                  <a:lnTo>
                    <a:pt x="4735855" y="300128"/>
                  </a:lnTo>
                  <a:lnTo>
                    <a:pt x="4735973" y="300128"/>
                  </a:lnTo>
                  <a:lnTo>
                    <a:pt x="4736091" y="300128"/>
                  </a:lnTo>
                  <a:lnTo>
                    <a:pt x="4736208" y="300128"/>
                  </a:lnTo>
                  <a:lnTo>
                    <a:pt x="4736326" y="300128"/>
                  </a:lnTo>
                  <a:lnTo>
                    <a:pt x="4736444" y="300128"/>
                  </a:lnTo>
                  <a:lnTo>
                    <a:pt x="4736561" y="300128"/>
                  </a:lnTo>
                  <a:lnTo>
                    <a:pt x="4736679" y="300128"/>
                  </a:lnTo>
                  <a:lnTo>
                    <a:pt x="4736796" y="300128"/>
                  </a:lnTo>
                  <a:lnTo>
                    <a:pt x="4736914" y="300128"/>
                  </a:lnTo>
                  <a:lnTo>
                    <a:pt x="4737032" y="300128"/>
                  </a:lnTo>
                  <a:lnTo>
                    <a:pt x="4737149" y="300128"/>
                  </a:lnTo>
                  <a:lnTo>
                    <a:pt x="4737267" y="300128"/>
                  </a:lnTo>
                  <a:lnTo>
                    <a:pt x="4737384" y="300128"/>
                  </a:lnTo>
                  <a:lnTo>
                    <a:pt x="4737502" y="300128"/>
                  </a:lnTo>
                  <a:lnTo>
                    <a:pt x="4737620" y="300128"/>
                  </a:lnTo>
                  <a:lnTo>
                    <a:pt x="4737737" y="300128"/>
                  </a:lnTo>
                  <a:lnTo>
                    <a:pt x="4737855" y="300128"/>
                  </a:lnTo>
                  <a:lnTo>
                    <a:pt x="4737973" y="300128"/>
                  </a:lnTo>
                  <a:lnTo>
                    <a:pt x="4738090" y="300128"/>
                  </a:lnTo>
                  <a:lnTo>
                    <a:pt x="4738208" y="300128"/>
                  </a:lnTo>
                  <a:lnTo>
                    <a:pt x="4738325" y="300128"/>
                  </a:lnTo>
                  <a:lnTo>
                    <a:pt x="4738443" y="300128"/>
                  </a:lnTo>
                  <a:lnTo>
                    <a:pt x="4738561" y="300128"/>
                  </a:lnTo>
                  <a:lnTo>
                    <a:pt x="4738678" y="300128"/>
                  </a:lnTo>
                  <a:lnTo>
                    <a:pt x="4738796" y="300128"/>
                  </a:lnTo>
                  <a:lnTo>
                    <a:pt x="4738913" y="300128"/>
                  </a:lnTo>
                  <a:lnTo>
                    <a:pt x="4739031" y="300128"/>
                  </a:lnTo>
                  <a:lnTo>
                    <a:pt x="4739149" y="300128"/>
                  </a:lnTo>
                  <a:lnTo>
                    <a:pt x="4739266" y="300128"/>
                  </a:lnTo>
                  <a:lnTo>
                    <a:pt x="4739384" y="300128"/>
                  </a:lnTo>
                  <a:lnTo>
                    <a:pt x="4739502" y="300128"/>
                  </a:lnTo>
                  <a:lnTo>
                    <a:pt x="4739502" y="299697"/>
                  </a:lnTo>
                  <a:lnTo>
                    <a:pt x="4739619" y="299697"/>
                  </a:lnTo>
                  <a:lnTo>
                    <a:pt x="4739737" y="299697"/>
                  </a:lnTo>
                  <a:lnTo>
                    <a:pt x="4739737" y="299267"/>
                  </a:lnTo>
                  <a:lnTo>
                    <a:pt x="4739854" y="299267"/>
                  </a:lnTo>
                  <a:lnTo>
                    <a:pt x="4739972" y="299267"/>
                  </a:lnTo>
                  <a:lnTo>
                    <a:pt x="4740090" y="299267"/>
                  </a:lnTo>
                  <a:lnTo>
                    <a:pt x="4740207" y="299267"/>
                  </a:lnTo>
                  <a:lnTo>
                    <a:pt x="4740325" y="299267"/>
                  </a:lnTo>
                  <a:lnTo>
                    <a:pt x="4740442" y="299267"/>
                  </a:lnTo>
                  <a:lnTo>
                    <a:pt x="4740560" y="299267"/>
                  </a:lnTo>
                  <a:lnTo>
                    <a:pt x="4740678" y="299267"/>
                  </a:lnTo>
                  <a:lnTo>
                    <a:pt x="4740795" y="299267"/>
                  </a:lnTo>
                  <a:lnTo>
                    <a:pt x="4740913" y="299267"/>
                  </a:lnTo>
                  <a:lnTo>
                    <a:pt x="4741031" y="299267"/>
                  </a:lnTo>
                  <a:lnTo>
                    <a:pt x="4741148" y="299267"/>
                  </a:lnTo>
                  <a:lnTo>
                    <a:pt x="4741266" y="299267"/>
                  </a:lnTo>
                  <a:lnTo>
                    <a:pt x="4741383" y="299267"/>
                  </a:lnTo>
                  <a:lnTo>
                    <a:pt x="4741501" y="299267"/>
                  </a:lnTo>
                  <a:lnTo>
                    <a:pt x="4741619" y="299267"/>
                  </a:lnTo>
                  <a:lnTo>
                    <a:pt x="4741619" y="298836"/>
                  </a:lnTo>
                  <a:lnTo>
                    <a:pt x="4741736" y="298836"/>
                  </a:lnTo>
                  <a:lnTo>
                    <a:pt x="4741854" y="298836"/>
                  </a:lnTo>
                  <a:lnTo>
                    <a:pt x="4741971" y="298836"/>
                  </a:lnTo>
                  <a:lnTo>
                    <a:pt x="4742089" y="298836"/>
                  </a:lnTo>
                  <a:lnTo>
                    <a:pt x="4742207" y="298836"/>
                  </a:lnTo>
                  <a:lnTo>
                    <a:pt x="4742324" y="298836"/>
                  </a:lnTo>
                  <a:lnTo>
                    <a:pt x="4742442" y="298836"/>
                  </a:lnTo>
                  <a:lnTo>
                    <a:pt x="4742560" y="298836"/>
                  </a:lnTo>
                  <a:lnTo>
                    <a:pt x="4742677" y="298836"/>
                  </a:lnTo>
                  <a:lnTo>
                    <a:pt x="4742795" y="298836"/>
                  </a:lnTo>
                  <a:lnTo>
                    <a:pt x="4742912" y="298836"/>
                  </a:lnTo>
                  <a:lnTo>
                    <a:pt x="4743030" y="298836"/>
                  </a:lnTo>
                  <a:lnTo>
                    <a:pt x="4743148" y="298836"/>
                  </a:lnTo>
                  <a:lnTo>
                    <a:pt x="4743265" y="298836"/>
                  </a:lnTo>
                  <a:lnTo>
                    <a:pt x="4743383" y="298836"/>
                  </a:lnTo>
                  <a:lnTo>
                    <a:pt x="4743500" y="298836"/>
                  </a:lnTo>
                  <a:lnTo>
                    <a:pt x="4743618" y="298836"/>
                  </a:lnTo>
                  <a:lnTo>
                    <a:pt x="4743736" y="298836"/>
                  </a:lnTo>
                  <a:lnTo>
                    <a:pt x="4743853" y="298836"/>
                  </a:lnTo>
                  <a:lnTo>
                    <a:pt x="4743971" y="298836"/>
                  </a:lnTo>
                  <a:lnTo>
                    <a:pt x="4744088" y="298836"/>
                  </a:lnTo>
                  <a:lnTo>
                    <a:pt x="4744206" y="298836"/>
                  </a:lnTo>
                  <a:lnTo>
                    <a:pt x="4744324" y="298836"/>
                  </a:lnTo>
                  <a:lnTo>
                    <a:pt x="4744441" y="298836"/>
                  </a:lnTo>
                  <a:lnTo>
                    <a:pt x="4744559" y="298836"/>
                  </a:lnTo>
                  <a:lnTo>
                    <a:pt x="4744677" y="298836"/>
                  </a:lnTo>
                  <a:lnTo>
                    <a:pt x="4744794" y="298836"/>
                  </a:lnTo>
                  <a:lnTo>
                    <a:pt x="4744912" y="298836"/>
                  </a:lnTo>
                  <a:lnTo>
                    <a:pt x="4745029" y="298836"/>
                  </a:lnTo>
                  <a:lnTo>
                    <a:pt x="4745147" y="298836"/>
                  </a:lnTo>
                  <a:lnTo>
                    <a:pt x="4745147" y="298405"/>
                  </a:lnTo>
                  <a:lnTo>
                    <a:pt x="4745147" y="297975"/>
                  </a:lnTo>
                  <a:lnTo>
                    <a:pt x="4745265" y="297975"/>
                  </a:lnTo>
                  <a:lnTo>
                    <a:pt x="4745265" y="297544"/>
                  </a:lnTo>
                  <a:lnTo>
                    <a:pt x="4745382" y="297544"/>
                  </a:lnTo>
                  <a:lnTo>
                    <a:pt x="4745500" y="297544"/>
                  </a:lnTo>
                  <a:lnTo>
                    <a:pt x="4745617" y="297544"/>
                  </a:lnTo>
                  <a:lnTo>
                    <a:pt x="4745735" y="297544"/>
                  </a:lnTo>
                  <a:lnTo>
                    <a:pt x="4745853" y="297544"/>
                  </a:lnTo>
                  <a:lnTo>
                    <a:pt x="4745970" y="297544"/>
                  </a:lnTo>
                  <a:lnTo>
                    <a:pt x="4746088" y="297544"/>
                  </a:lnTo>
                  <a:lnTo>
                    <a:pt x="4746206" y="297544"/>
                  </a:lnTo>
                  <a:lnTo>
                    <a:pt x="4746323" y="297544"/>
                  </a:lnTo>
                  <a:lnTo>
                    <a:pt x="4746441" y="297544"/>
                  </a:lnTo>
                  <a:lnTo>
                    <a:pt x="4746558" y="297544"/>
                  </a:lnTo>
                  <a:lnTo>
                    <a:pt x="4746558" y="297114"/>
                  </a:lnTo>
                  <a:lnTo>
                    <a:pt x="4746676" y="297114"/>
                  </a:lnTo>
                  <a:lnTo>
                    <a:pt x="4746794" y="297114"/>
                  </a:lnTo>
                  <a:lnTo>
                    <a:pt x="4746911" y="297114"/>
                  </a:lnTo>
                  <a:lnTo>
                    <a:pt x="4746911" y="296683"/>
                  </a:lnTo>
                  <a:lnTo>
                    <a:pt x="4747029" y="296683"/>
                  </a:lnTo>
                  <a:lnTo>
                    <a:pt x="4747146" y="296683"/>
                  </a:lnTo>
                  <a:lnTo>
                    <a:pt x="4747264" y="296683"/>
                  </a:lnTo>
                  <a:lnTo>
                    <a:pt x="4747382" y="296683"/>
                  </a:lnTo>
                  <a:lnTo>
                    <a:pt x="4747499" y="296683"/>
                  </a:lnTo>
                  <a:lnTo>
                    <a:pt x="4747617" y="296683"/>
                  </a:lnTo>
                  <a:lnTo>
                    <a:pt x="4747735" y="296683"/>
                  </a:lnTo>
                  <a:lnTo>
                    <a:pt x="4747852" y="296683"/>
                  </a:lnTo>
                  <a:lnTo>
                    <a:pt x="4747970" y="296683"/>
                  </a:lnTo>
                  <a:lnTo>
                    <a:pt x="4748087" y="296683"/>
                  </a:lnTo>
                  <a:lnTo>
                    <a:pt x="4748205" y="296683"/>
                  </a:lnTo>
                  <a:lnTo>
                    <a:pt x="4748323" y="296683"/>
                  </a:lnTo>
                  <a:lnTo>
                    <a:pt x="4748440" y="296683"/>
                  </a:lnTo>
                  <a:lnTo>
                    <a:pt x="4748558" y="296683"/>
                  </a:lnTo>
                  <a:lnTo>
                    <a:pt x="4748675" y="296683"/>
                  </a:lnTo>
                  <a:lnTo>
                    <a:pt x="4748793" y="296683"/>
                  </a:lnTo>
                  <a:lnTo>
                    <a:pt x="4748911" y="296683"/>
                  </a:lnTo>
                  <a:lnTo>
                    <a:pt x="4749028" y="296683"/>
                  </a:lnTo>
                  <a:lnTo>
                    <a:pt x="4749146" y="296683"/>
                  </a:lnTo>
                  <a:lnTo>
                    <a:pt x="4749264" y="296683"/>
                  </a:lnTo>
                  <a:lnTo>
                    <a:pt x="4749381" y="296683"/>
                  </a:lnTo>
                  <a:lnTo>
                    <a:pt x="4749499" y="296683"/>
                  </a:lnTo>
                  <a:lnTo>
                    <a:pt x="4749616" y="296683"/>
                  </a:lnTo>
                  <a:lnTo>
                    <a:pt x="4749734" y="296683"/>
                  </a:lnTo>
                  <a:lnTo>
                    <a:pt x="4749852" y="296683"/>
                  </a:lnTo>
                  <a:lnTo>
                    <a:pt x="4749969" y="296683"/>
                  </a:lnTo>
                  <a:lnTo>
                    <a:pt x="4750087" y="296683"/>
                  </a:lnTo>
                  <a:lnTo>
                    <a:pt x="4750204" y="296683"/>
                  </a:lnTo>
                  <a:lnTo>
                    <a:pt x="4750322" y="296683"/>
                  </a:lnTo>
                  <a:lnTo>
                    <a:pt x="4750440" y="296683"/>
                  </a:lnTo>
                  <a:lnTo>
                    <a:pt x="4750557" y="296683"/>
                  </a:lnTo>
                  <a:lnTo>
                    <a:pt x="4750675" y="296683"/>
                  </a:lnTo>
                  <a:lnTo>
                    <a:pt x="4750793" y="296683"/>
                  </a:lnTo>
                  <a:lnTo>
                    <a:pt x="4750910" y="296683"/>
                  </a:lnTo>
                  <a:lnTo>
                    <a:pt x="4751028" y="296683"/>
                  </a:lnTo>
                  <a:lnTo>
                    <a:pt x="4751145" y="296683"/>
                  </a:lnTo>
                  <a:lnTo>
                    <a:pt x="4751263" y="296683"/>
                  </a:lnTo>
                  <a:lnTo>
                    <a:pt x="4751381" y="296683"/>
                  </a:lnTo>
                  <a:lnTo>
                    <a:pt x="4751498" y="296683"/>
                  </a:lnTo>
                  <a:lnTo>
                    <a:pt x="4751616" y="296683"/>
                  </a:lnTo>
                  <a:lnTo>
                    <a:pt x="4751733" y="296683"/>
                  </a:lnTo>
                  <a:lnTo>
                    <a:pt x="4751851" y="296683"/>
                  </a:lnTo>
                  <a:lnTo>
                    <a:pt x="4751969" y="296683"/>
                  </a:lnTo>
                  <a:lnTo>
                    <a:pt x="4751969" y="296252"/>
                  </a:lnTo>
                  <a:lnTo>
                    <a:pt x="4751969" y="295822"/>
                  </a:lnTo>
                  <a:lnTo>
                    <a:pt x="4752086" y="295822"/>
                  </a:lnTo>
                  <a:lnTo>
                    <a:pt x="4752204" y="295822"/>
                  </a:lnTo>
                  <a:lnTo>
                    <a:pt x="4752321" y="295822"/>
                  </a:lnTo>
                  <a:lnTo>
                    <a:pt x="4752439" y="295822"/>
                  </a:lnTo>
                  <a:lnTo>
                    <a:pt x="4752557" y="295822"/>
                  </a:lnTo>
                  <a:lnTo>
                    <a:pt x="4752674" y="295822"/>
                  </a:lnTo>
                  <a:lnTo>
                    <a:pt x="4752792" y="295822"/>
                  </a:lnTo>
                  <a:lnTo>
                    <a:pt x="4752910" y="295822"/>
                  </a:lnTo>
                  <a:lnTo>
                    <a:pt x="4753027" y="295822"/>
                  </a:lnTo>
                  <a:lnTo>
                    <a:pt x="4753145" y="295822"/>
                  </a:lnTo>
                  <a:lnTo>
                    <a:pt x="4753262" y="295822"/>
                  </a:lnTo>
                  <a:lnTo>
                    <a:pt x="4753380" y="295822"/>
                  </a:lnTo>
                  <a:lnTo>
                    <a:pt x="4753498" y="295822"/>
                  </a:lnTo>
                  <a:lnTo>
                    <a:pt x="4753615" y="295822"/>
                  </a:lnTo>
                  <a:lnTo>
                    <a:pt x="4753733" y="295822"/>
                  </a:lnTo>
                  <a:lnTo>
                    <a:pt x="4753733" y="295391"/>
                  </a:lnTo>
                  <a:lnTo>
                    <a:pt x="4753850" y="295391"/>
                  </a:lnTo>
                  <a:lnTo>
                    <a:pt x="4753968" y="295391"/>
                  </a:lnTo>
                  <a:lnTo>
                    <a:pt x="4753968" y="294961"/>
                  </a:lnTo>
                  <a:lnTo>
                    <a:pt x="4754086" y="294961"/>
                  </a:lnTo>
                  <a:lnTo>
                    <a:pt x="4754203" y="294961"/>
                  </a:lnTo>
                  <a:lnTo>
                    <a:pt x="4754321" y="294961"/>
                  </a:lnTo>
                  <a:lnTo>
                    <a:pt x="4754321" y="294530"/>
                  </a:lnTo>
                  <a:lnTo>
                    <a:pt x="4754439" y="294530"/>
                  </a:lnTo>
                  <a:lnTo>
                    <a:pt x="4754556" y="294530"/>
                  </a:lnTo>
                  <a:lnTo>
                    <a:pt x="4754674" y="294530"/>
                  </a:lnTo>
                  <a:lnTo>
                    <a:pt x="4754791" y="294530"/>
                  </a:lnTo>
                  <a:lnTo>
                    <a:pt x="4754909" y="294530"/>
                  </a:lnTo>
                  <a:lnTo>
                    <a:pt x="4755027" y="294530"/>
                  </a:lnTo>
                  <a:lnTo>
                    <a:pt x="4755144" y="294530"/>
                  </a:lnTo>
                  <a:lnTo>
                    <a:pt x="4755262" y="294530"/>
                  </a:lnTo>
                  <a:lnTo>
                    <a:pt x="4755379" y="294530"/>
                  </a:lnTo>
                  <a:lnTo>
                    <a:pt x="4755497" y="294530"/>
                  </a:lnTo>
                  <a:lnTo>
                    <a:pt x="4755615" y="294530"/>
                  </a:lnTo>
                  <a:lnTo>
                    <a:pt x="4755732" y="294530"/>
                  </a:lnTo>
                  <a:lnTo>
                    <a:pt x="4755732" y="294099"/>
                  </a:lnTo>
                  <a:lnTo>
                    <a:pt x="4755850" y="294099"/>
                  </a:lnTo>
                  <a:lnTo>
                    <a:pt x="4755968" y="294099"/>
                  </a:lnTo>
                  <a:lnTo>
                    <a:pt x="4755968" y="293669"/>
                  </a:lnTo>
                  <a:lnTo>
                    <a:pt x="4756085" y="293669"/>
                  </a:lnTo>
                  <a:lnTo>
                    <a:pt x="4756203" y="293669"/>
                  </a:lnTo>
                  <a:lnTo>
                    <a:pt x="4756320" y="293669"/>
                  </a:lnTo>
                  <a:lnTo>
                    <a:pt x="4756438" y="293669"/>
                  </a:lnTo>
                  <a:lnTo>
                    <a:pt x="4756556" y="293669"/>
                  </a:lnTo>
                  <a:lnTo>
                    <a:pt x="4756673" y="293669"/>
                  </a:lnTo>
                  <a:lnTo>
                    <a:pt x="4756791" y="293669"/>
                  </a:lnTo>
                  <a:lnTo>
                    <a:pt x="4756908" y="293669"/>
                  </a:lnTo>
                  <a:lnTo>
                    <a:pt x="4757026" y="293669"/>
                  </a:lnTo>
                  <a:lnTo>
                    <a:pt x="4757144" y="293669"/>
                  </a:lnTo>
                  <a:lnTo>
                    <a:pt x="4757261" y="293669"/>
                  </a:lnTo>
                  <a:lnTo>
                    <a:pt x="4757379" y="293669"/>
                  </a:lnTo>
                  <a:lnTo>
                    <a:pt x="4757497" y="293669"/>
                  </a:lnTo>
                  <a:lnTo>
                    <a:pt x="4757614" y="293669"/>
                  </a:lnTo>
                  <a:lnTo>
                    <a:pt x="4757732" y="293669"/>
                  </a:lnTo>
                  <a:lnTo>
                    <a:pt x="4757849" y="293669"/>
                  </a:lnTo>
                  <a:lnTo>
                    <a:pt x="4757967" y="293669"/>
                  </a:lnTo>
                  <a:lnTo>
                    <a:pt x="4758085" y="293669"/>
                  </a:lnTo>
                  <a:lnTo>
                    <a:pt x="4758202" y="293669"/>
                  </a:lnTo>
                  <a:lnTo>
                    <a:pt x="4758320" y="293669"/>
                  </a:lnTo>
                  <a:lnTo>
                    <a:pt x="4758437" y="293669"/>
                  </a:lnTo>
                  <a:lnTo>
                    <a:pt x="4758555" y="293669"/>
                  </a:lnTo>
                  <a:lnTo>
                    <a:pt x="4758555" y="293238"/>
                  </a:lnTo>
                  <a:lnTo>
                    <a:pt x="4758673" y="293238"/>
                  </a:lnTo>
                  <a:lnTo>
                    <a:pt x="4758673" y="292808"/>
                  </a:lnTo>
                  <a:lnTo>
                    <a:pt x="4758790" y="292808"/>
                  </a:lnTo>
                  <a:lnTo>
                    <a:pt x="4758908" y="292808"/>
                  </a:lnTo>
                  <a:lnTo>
                    <a:pt x="4759026" y="292808"/>
                  </a:lnTo>
                  <a:lnTo>
                    <a:pt x="4759026" y="292377"/>
                  </a:lnTo>
                  <a:lnTo>
                    <a:pt x="4759143" y="292377"/>
                  </a:lnTo>
                  <a:lnTo>
                    <a:pt x="4759261" y="292377"/>
                  </a:lnTo>
                  <a:lnTo>
                    <a:pt x="4759378" y="292377"/>
                  </a:lnTo>
                  <a:lnTo>
                    <a:pt x="4759496" y="292377"/>
                  </a:lnTo>
                  <a:lnTo>
                    <a:pt x="4759614" y="292377"/>
                  </a:lnTo>
                  <a:lnTo>
                    <a:pt x="4759731" y="292377"/>
                  </a:lnTo>
                  <a:lnTo>
                    <a:pt x="4759849" y="292377"/>
                  </a:lnTo>
                  <a:lnTo>
                    <a:pt x="4759966" y="292377"/>
                  </a:lnTo>
                  <a:lnTo>
                    <a:pt x="4760084" y="292377"/>
                  </a:lnTo>
                  <a:lnTo>
                    <a:pt x="4760202" y="292377"/>
                  </a:lnTo>
                  <a:lnTo>
                    <a:pt x="4760319" y="292377"/>
                  </a:lnTo>
                  <a:lnTo>
                    <a:pt x="4760437" y="292377"/>
                  </a:lnTo>
                  <a:lnTo>
                    <a:pt x="4760554" y="292377"/>
                  </a:lnTo>
                  <a:lnTo>
                    <a:pt x="4760672" y="292377"/>
                  </a:lnTo>
                  <a:lnTo>
                    <a:pt x="4760790" y="292377"/>
                  </a:lnTo>
                  <a:lnTo>
                    <a:pt x="4760907" y="292377"/>
                  </a:lnTo>
                  <a:lnTo>
                    <a:pt x="4761025" y="292377"/>
                  </a:lnTo>
                  <a:lnTo>
                    <a:pt x="4761143" y="292377"/>
                  </a:lnTo>
                  <a:lnTo>
                    <a:pt x="4761260" y="292377"/>
                  </a:lnTo>
                  <a:lnTo>
                    <a:pt x="4761378" y="292377"/>
                  </a:lnTo>
                  <a:lnTo>
                    <a:pt x="4761495" y="292377"/>
                  </a:lnTo>
                  <a:lnTo>
                    <a:pt x="4761613" y="292377"/>
                  </a:lnTo>
                  <a:lnTo>
                    <a:pt x="4761613" y="291946"/>
                  </a:lnTo>
                  <a:lnTo>
                    <a:pt x="4761731" y="291946"/>
                  </a:lnTo>
                  <a:lnTo>
                    <a:pt x="4761848" y="291946"/>
                  </a:lnTo>
                  <a:lnTo>
                    <a:pt x="4761966" y="291946"/>
                  </a:lnTo>
                  <a:lnTo>
                    <a:pt x="4762083" y="291946"/>
                  </a:lnTo>
                  <a:lnTo>
                    <a:pt x="4762083" y="291516"/>
                  </a:lnTo>
                  <a:lnTo>
                    <a:pt x="4762083" y="291085"/>
                  </a:lnTo>
                  <a:lnTo>
                    <a:pt x="4762201" y="291085"/>
                  </a:lnTo>
                  <a:lnTo>
                    <a:pt x="4762319" y="291085"/>
                  </a:lnTo>
                  <a:lnTo>
                    <a:pt x="4762436" y="291085"/>
                  </a:lnTo>
                  <a:lnTo>
                    <a:pt x="4762436" y="290655"/>
                  </a:lnTo>
                  <a:lnTo>
                    <a:pt x="4762554" y="290655"/>
                  </a:lnTo>
                  <a:lnTo>
                    <a:pt x="4762672" y="290655"/>
                  </a:lnTo>
                  <a:lnTo>
                    <a:pt x="4762789" y="290655"/>
                  </a:lnTo>
                  <a:lnTo>
                    <a:pt x="4762907" y="290655"/>
                  </a:lnTo>
                  <a:lnTo>
                    <a:pt x="4763024" y="290655"/>
                  </a:lnTo>
                  <a:lnTo>
                    <a:pt x="4763142" y="290655"/>
                  </a:lnTo>
                  <a:lnTo>
                    <a:pt x="4763260" y="290655"/>
                  </a:lnTo>
                  <a:lnTo>
                    <a:pt x="4763377" y="290655"/>
                  </a:lnTo>
                  <a:lnTo>
                    <a:pt x="4763495" y="290655"/>
                  </a:lnTo>
                  <a:lnTo>
                    <a:pt x="4763612" y="290655"/>
                  </a:lnTo>
                  <a:lnTo>
                    <a:pt x="4763730" y="290655"/>
                  </a:lnTo>
                  <a:lnTo>
                    <a:pt x="4763848" y="290655"/>
                  </a:lnTo>
                  <a:lnTo>
                    <a:pt x="4763965" y="290655"/>
                  </a:lnTo>
                  <a:lnTo>
                    <a:pt x="4763965" y="290224"/>
                  </a:lnTo>
                  <a:lnTo>
                    <a:pt x="4764083" y="290224"/>
                  </a:lnTo>
                  <a:lnTo>
                    <a:pt x="4764201" y="290224"/>
                  </a:lnTo>
                  <a:lnTo>
                    <a:pt x="4764318" y="290224"/>
                  </a:lnTo>
                  <a:lnTo>
                    <a:pt x="4764436" y="290224"/>
                  </a:lnTo>
                  <a:lnTo>
                    <a:pt x="4764436" y="289793"/>
                  </a:lnTo>
                  <a:lnTo>
                    <a:pt x="4764436" y="289363"/>
                  </a:lnTo>
                  <a:lnTo>
                    <a:pt x="4764436" y="288932"/>
                  </a:lnTo>
                  <a:lnTo>
                    <a:pt x="4764553" y="288932"/>
                  </a:lnTo>
                  <a:lnTo>
                    <a:pt x="4764671" y="288932"/>
                  </a:lnTo>
                  <a:lnTo>
                    <a:pt x="4764789" y="288932"/>
                  </a:lnTo>
                  <a:lnTo>
                    <a:pt x="4764906" y="288932"/>
                  </a:lnTo>
                  <a:lnTo>
                    <a:pt x="4765024" y="288932"/>
                  </a:lnTo>
                  <a:lnTo>
                    <a:pt x="4765141" y="288932"/>
                  </a:lnTo>
                  <a:lnTo>
                    <a:pt x="4765259" y="288932"/>
                  </a:lnTo>
                  <a:lnTo>
                    <a:pt x="4765377" y="288932"/>
                  </a:lnTo>
                  <a:lnTo>
                    <a:pt x="4765494" y="288932"/>
                  </a:lnTo>
                  <a:lnTo>
                    <a:pt x="4765612" y="288932"/>
                  </a:lnTo>
                  <a:lnTo>
                    <a:pt x="4765730" y="288932"/>
                  </a:lnTo>
                  <a:lnTo>
                    <a:pt x="4765847" y="288932"/>
                  </a:lnTo>
                  <a:lnTo>
                    <a:pt x="4765965" y="288932"/>
                  </a:lnTo>
                  <a:lnTo>
                    <a:pt x="4766082" y="288932"/>
                  </a:lnTo>
                  <a:lnTo>
                    <a:pt x="4766200" y="288932"/>
                  </a:lnTo>
                  <a:lnTo>
                    <a:pt x="4766200" y="288502"/>
                  </a:lnTo>
                  <a:lnTo>
                    <a:pt x="4766318" y="288502"/>
                  </a:lnTo>
                  <a:lnTo>
                    <a:pt x="4766435" y="288502"/>
                  </a:lnTo>
                  <a:lnTo>
                    <a:pt x="4766553" y="288502"/>
                  </a:lnTo>
                  <a:lnTo>
                    <a:pt x="4766670" y="288502"/>
                  </a:lnTo>
                  <a:lnTo>
                    <a:pt x="4766788" y="288502"/>
                  </a:lnTo>
                  <a:lnTo>
                    <a:pt x="4766906" y="288502"/>
                  </a:lnTo>
                  <a:lnTo>
                    <a:pt x="4767023" y="288502"/>
                  </a:lnTo>
                  <a:lnTo>
                    <a:pt x="4767141" y="288502"/>
                  </a:lnTo>
                  <a:lnTo>
                    <a:pt x="4767258" y="288502"/>
                  </a:lnTo>
                  <a:lnTo>
                    <a:pt x="4767376" y="288502"/>
                  </a:lnTo>
                  <a:lnTo>
                    <a:pt x="4767494" y="288502"/>
                  </a:lnTo>
                  <a:lnTo>
                    <a:pt x="4767611" y="288502"/>
                  </a:lnTo>
                  <a:lnTo>
                    <a:pt x="4767729" y="288502"/>
                  </a:lnTo>
                  <a:lnTo>
                    <a:pt x="4767847" y="288502"/>
                  </a:lnTo>
                  <a:lnTo>
                    <a:pt x="4767964" y="288502"/>
                  </a:lnTo>
                  <a:lnTo>
                    <a:pt x="4768082" y="288502"/>
                  </a:lnTo>
                  <a:lnTo>
                    <a:pt x="4768199" y="288502"/>
                  </a:lnTo>
                  <a:lnTo>
                    <a:pt x="4768317" y="288502"/>
                  </a:lnTo>
                  <a:lnTo>
                    <a:pt x="4768435" y="288502"/>
                  </a:lnTo>
                  <a:lnTo>
                    <a:pt x="4768552" y="288502"/>
                  </a:lnTo>
                  <a:lnTo>
                    <a:pt x="4768670" y="288502"/>
                  </a:lnTo>
                  <a:lnTo>
                    <a:pt x="4768670" y="288071"/>
                  </a:lnTo>
                  <a:lnTo>
                    <a:pt x="4768787" y="288071"/>
                  </a:lnTo>
                  <a:lnTo>
                    <a:pt x="4768787" y="287640"/>
                  </a:lnTo>
                  <a:lnTo>
                    <a:pt x="4768905" y="287640"/>
                  </a:lnTo>
                  <a:lnTo>
                    <a:pt x="4769023" y="287640"/>
                  </a:lnTo>
                  <a:lnTo>
                    <a:pt x="4769023" y="287210"/>
                  </a:lnTo>
                  <a:lnTo>
                    <a:pt x="4769140" y="287210"/>
                  </a:lnTo>
                  <a:lnTo>
                    <a:pt x="4769258" y="287210"/>
                  </a:lnTo>
                  <a:lnTo>
                    <a:pt x="4769376" y="287210"/>
                  </a:lnTo>
                  <a:lnTo>
                    <a:pt x="4769493" y="287210"/>
                  </a:lnTo>
                  <a:lnTo>
                    <a:pt x="4769611" y="287210"/>
                  </a:lnTo>
                  <a:lnTo>
                    <a:pt x="4769728" y="287210"/>
                  </a:lnTo>
                  <a:lnTo>
                    <a:pt x="4769846" y="287210"/>
                  </a:lnTo>
                  <a:lnTo>
                    <a:pt x="4769964" y="287210"/>
                  </a:lnTo>
                  <a:lnTo>
                    <a:pt x="4770081" y="287210"/>
                  </a:lnTo>
                  <a:lnTo>
                    <a:pt x="4770081" y="286779"/>
                  </a:lnTo>
                  <a:lnTo>
                    <a:pt x="4770199" y="286779"/>
                  </a:lnTo>
                  <a:lnTo>
                    <a:pt x="4770199" y="286349"/>
                  </a:lnTo>
                  <a:lnTo>
                    <a:pt x="4770316" y="286349"/>
                  </a:lnTo>
                  <a:lnTo>
                    <a:pt x="4770434" y="286349"/>
                  </a:lnTo>
                  <a:lnTo>
                    <a:pt x="4770552" y="286349"/>
                  </a:lnTo>
                  <a:lnTo>
                    <a:pt x="4770669" y="286349"/>
                  </a:lnTo>
                  <a:lnTo>
                    <a:pt x="4770787" y="286349"/>
                  </a:lnTo>
                  <a:lnTo>
                    <a:pt x="4770905" y="286349"/>
                  </a:lnTo>
                  <a:lnTo>
                    <a:pt x="4771022" y="286349"/>
                  </a:lnTo>
                  <a:lnTo>
                    <a:pt x="4771140" y="286349"/>
                  </a:lnTo>
                  <a:lnTo>
                    <a:pt x="4771257" y="286349"/>
                  </a:lnTo>
                  <a:lnTo>
                    <a:pt x="4771375" y="286349"/>
                  </a:lnTo>
                  <a:lnTo>
                    <a:pt x="4771493" y="286349"/>
                  </a:lnTo>
                  <a:lnTo>
                    <a:pt x="4771610" y="286349"/>
                  </a:lnTo>
                  <a:lnTo>
                    <a:pt x="4771728" y="286349"/>
                  </a:lnTo>
                  <a:lnTo>
                    <a:pt x="4771845" y="286349"/>
                  </a:lnTo>
                  <a:lnTo>
                    <a:pt x="4771963" y="286349"/>
                  </a:lnTo>
                  <a:lnTo>
                    <a:pt x="4772081" y="286349"/>
                  </a:lnTo>
                  <a:lnTo>
                    <a:pt x="4772198" y="286349"/>
                  </a:lnTo>
                  <a:lnTo>
                    <a:pt x="4772316" y="286349"/>
                  </a:lnTo>
                  <a:lnTo>
                    <a:pt x="4772316" y="285918"/>
                  </a:lnTo>
                  <a:lnTo>
                    <a:pt x="4772434" y="285918"/>
                  </a:lnTo>
                  <a:lnTo>
                    <a:pt x="4772551" y="285918"/>
                  </a:lnTo>
                  <a:lnTo>
                    <a:pt x="4772669" y="285918"/>
                  </a:lnTo>
                  <a:lnTo>
                    <a:pt x="4772786" y="285918"/>
                  </a:lnTo>
                  <a:lnTo>
                    <a:pt x="4772904" y="285918"/>
                  </a:lnTo>
                  <a:lnTo>
                    <a:pt x="4773022" y="285918"/>
                  </a:lnTo>
                  <a:lnTo>
                    <a:pt x="4773139" y="285918"/>
                  </a:lnTo>
                  <a:lnTo>
                    <a:pt x="4773257" y="285918"/>
                  </a:lnTo>
                  <a:lnTo>
                    <a:pt x="4773374" y="285918"/>
                  </a:lnTo>
                  <a:lnTo>
                    <a:pt x="4773492" y="285918"/>
                  </a:lnTo>
                  <a:lnTo>
                    <a:pt x="4773492" y="285487"/>
                  </a:lnTo>
                  <a:lnTo>
                    <a:pt x="4773610" y="285487"/>
                  </a:lnTo>
                  <a:lnTo>
                    <a:pt x="4773727" y="285487"/>
                  </a:lnTo>
                  <a:lnTo>
                    <a:pt x="4773845" y="285487"/>
                  </a:lnTo>
                  <a:lnTo>
                    <a:pt x="4773845" y="285057"/>
                  </a:lnTo>
                  <a:lnTo>
                    <a:pt x="4773963" y="285057"/>
                  </a:lnTo>
                  <a:lnTo>
                    <a:pt x="4774080" y="285057"/>
                  </a:lnTo>
                  <a:lnTo>
                    <a:pt x="4774198" y="285057"/>
                  </a:lnTo>
                  <a:lnTo>
                    <a:pt x="4774315" y="285057"/>
                  </a:lnTo>
                  <a:lnTo>
                    <a:pt x="4774433" y="285057"/>
                  </a:lnTo>
                  <a:lnTo>
                    <a:pt x="4774551" y="285057"/>
                  </a:lnTo>
                  <a:lnTo>
                    <a:pt x="4774668" y="285057"/>
                  </a:lnTo>
                  <a:lnTo>
                    <a:pt x="4774786" y="285057"/>
                  </a:lnTo>
                  <a:lnTo>
                    <a:pt x="4774903" y="285057"/>
                  </a:lnTo>
                  <a:lnTo>
                    <a:pt x="4775021" y="285057"/>
                  </a:lnTo>
                  <a:lnTo>
                    <a:pt x="4775139" y="285057"/>
                  </a:lnTo>
                  <a:lnTo>
                    <a:pt x="4775256" y="285057"/>
                  </a:lnTo>
                  <a:lnTo>
                    <a:pt x="4775374" y="285057"/>
                  </a:lnTo>
                  <a:lnTo>
                    <a:pt x="4775491" y="285057"/>
                  </a:lnTo>
                  <a:lnTo>
                    <a:pt x="4775609" y="285057"/>
                  </a:lnTo>
                  <a:lnTo>
                    <a:pt x="4775727" y="285057"/>
                  </a:lnTo>
                  <a:lnTo>
                    <a:pt x="4775844" y="285057"/>
                  </a:lnTo>
                  <a:lnTo>
                    <a:pt x="4775962" y="285057"/>
                  </a:lnTo>
                  <a:lnTo>
                    <a:pt x="4776080" y="285057"/>
                  </a:lnTo>
                  <a:lnTo>
                    <a:pt x="4776197" y="285057"/>
                  </a:lnTo>
                  <a:lnTo>
                    <a:pt x="4776315" y="285057"/>
                  </a:lnTo>
                  <a:lnTo>
                    <a:pt x="4776432" y="285057"/>
                  </a:lnTo>
                  <a:lnTo>
                    <a:pt x="4776550" y="285057"/>
                  </a:lnTo>
                  <a:lnTo>
                    <a:pt x="4776668" y="285057"/>
                  </a:lnTo>
                  <a:lnTo>
                    <a:pt x="4776785" y="285057"/>
                  </a:lnTo>
                  <a:lnTo>
                    <a:pt x="4776903" y="285057"/>
                  </a:lnTo>
                  <a:lnTo>
                    <a:pt x="4777020" y="285057"/>
                  </a:lnTo>
                  <a:lnTo>
                    <a:pt x="4777138" y="285057"/>
                  </a:lnTo>
                  <a:lnTo>
                    <a:pt x="4777256" y="285057"/>
                  </a:lnTo>
                  <a:lnTo>
                    <a:pt x="4777373" y="285057"/>
                  </a:lnTo>
                  <a:lnTo>
                    <a:pt x="4777491" y="285057"/>
                  </a:lnTo>
                  <a:lnTo>
                    <a:pt x="4777609" y="285057"/>
                  </a:lnTo>
                  <a:lnTo>
                    <a:pt x="4777726" y="285057"/>
                  </a:lnTo>
                  <a:lnTo>
                    <a:pt x="4777844" y="285057"/>
                  </a:lnTo>
                  <a:lnTo>
                    <a:pt x="4777961" y="285057"/>
                  </a:lnTo>
                  <a:lnTo>
                    <a:pt x="4778079" y="285057"/>
                  </a:lnTo>
                  <a:lnTo>
                    <a:pt x="4778197" y="285057"/>
                  </a:lnTo>
                  <a:lnTo>
                    <a:pt x="4778314" y="285057"/>
                  </a:lnTo>
                  <a:lnTo>
                    <a:pt x="4778432" y="285057"/>
                  </a:lnTo>
                  <a:lnTo>
                    <a:pt x="4778549" y="285057"/>
                  </a:lnTo>
                  <a:lnTo>
                    <a:pt x="4778667" y="285057"/>
                  </a:lnTo>
                  <a:lnTo>
                    <a:pt x="4778785" y="285057"/>
                  </a:lnTo>
                  <a:lnTo>
                    <a:pt x="4778902" y="285057"/>
                  </a:lnTo>
                  <a:lnTo>
                    <a:pt x="4779020" y="285057"/>
                  </a:lnTo>
                  <a:lnTo>
                    <a:pt x="4779138" y="285057"/>
                  </a:lnTo>
                  <a:lnTo>
                    <a:pt x="4779255" y="285057"/>
                  </a:lnTo>
                  <a:lnTo>
                    <a:pt x="4779373" y="285057"/>
                  </a:lnTo>
                  <a:lnTo>
                    <a:pt x="4779490" y="285057"/>
                  </a:lnTo>
                  <a:lnTo>
                    <a:pt x="4779608" y="285057"/>
                  </a:lnTo>
                  <a:lnTo>
                    <a:pt x="4779726" y="285057"/>
                  </a:lnTo>
                  <a:lnTo>
                    <a:pt x="4779843" y="285057"/>
                  </a:lnTo>
                  <a:lnTo>
                    <a:pt x="4779961" y="285057"/>
                  </a:lnTo>
                  <a:lnTo>
                    <a:pt x="4780078" y="285057"/>
                  </a:lnTo>
                  <a:lnTo>
                    <a:pt x="4780196" y="285057"/>
                  </a:lnTo>
                  <a:lnTo>
                    <a:pt x="4780314" y="285057"/>
                  </a:lnTo>
                  <a:lnTo>
                    <a:pt x="4780431" y="285057"/>
                  </a:lnTo>
                  <a:lnTo>
                    <a:pt x="4780549" y="285057"/>
                  </a:lnTo>
                  <a:lnTo>
                    <a:pt x="4780667" y="285057"/>
                  </a:lnTo>
                  <a:lnTo>
                    <a:pt x="4780667" y="284626"/>
                  </a:lnTo>
                  <a:lnTo>
                    <a:pt x="4780784" y="284626"/>
                  </a:lnTo>
                  <a:lnTo>
                    <a:pt x="4780902" y="284626"/>
                  </a:lnTo>
                  <a:lnTo>
                    <a:pt x="4781019" y="284626"/>
                  </a:lnTo>
                  <a:lnTo>
                    <a:pt x="4781019" y="284196"/>
                  </a:lnTo>
                  <a:lnTo>
                    <a:pt x="4781137" y="284196"/>
                  </a:lnTo>
                  <a:lnTo>
                    <a:pt x="4781255" y="284196"/>
                  </a:lnTo>
                  <a:lnTo>
                    <a:pt x="4781372" y="284196"/>
                  </a:lnTo>
                  <a:lnTo>
                    <a:pt x="4781490" y="284196"/>
                  </a:lnTo>
                  <a:lnTo>
                    <a:pt x="4781607" y="284196"/>
                  </a:lnTo>
                  <a:lnTo>
                    <a:pt x="4781725" y="284196"/>
                  </a:lnTo>
                  <a:lnTo>
                    <a:pt x="4781843" y="284196"/>
                  </a:lnTo>
                  <a:lnTo>
                    <a:pt x="4781960" y="284196"/>
                  </a:lnTo>
                  <a:lnTo>
                    <a:pt x="4782078" y="284196"/>
                  </a:lnTo>
                  <a:lnTo>
                    <a:pt x="4782196" y="284196"/>
                  </a:lnTo>
                  <a:lnTo>
                    <a:pt x="4782313" y="284196"/>
                  </a:lnTo>
                  <a:lnTo>
                    <a:pt x="4782431" y="284196"/>
                  </a:lnTo>
                  <a:lnTo>
                    <a:pt x="4782548" y="284196"/>
                  </a:lnTo>
                  <a:lnTo>
                    <a:pt x="4782666" y="284196"/>
                  </a:lnTo>
                  <a:lnTo>
                    <a:pt x="4782784" y="284196"/>
                  </a:lnTo>
                  <a:lnTo>
                    <a:pt x="4782901" y="284196"/>
                  </a:lnTo>
                  <a:lnTo>
                    <a:pt x="4783019" y="284196"/>
                  </a:lnTo>
                  <a:lnTo>
                    <a:pt x="4783136" y="284196"/>
                  </a:lnTo>
                  <a:lnTo>
                    <a:pt x="4783254" y="284196"/>
                  </a:lnTo>
                  <a:lnTo>
                    <a:pt x="4783372" y="284196"/>
                  </a:lnTo>
                  <a:lnTo>
                    <a:pt x="4783489" y="284196"/>
                  </a:lnTo>
                  <a:lnTo>
                    <a:pt x="4783607" y="284196"/>
                  </a:lnTo>
                  <a:lnTo>
                    <a:pt x="4783724" y="284196"/>
                  </a:lnTo>
                  <a:lnTo>
                    <a:pt x="4783842" y="284196"/>
                  </a:lnTo>
                  <a:lnTo>
                    <a:pt x="4783960" y="284196"/>
                  </a:lnTo>
                  <a:lnTo>
                    <a:pt x="4784077" y="284196"/>
                  </a:lnTo>
                  <a:lnTo>
                    <a:pt x="4784195" y="284196"/>
                  </a:lnTo>
                  <a:lnTo>
                    <a:pt x="4784313" y="284196"/>
                  </a:lnTo>
                  <a:lnTo>
                    <a:pt x="4784430" y="284196"/>
                  </a:lnTo>
                  <a:lnTo>
                    <a:pt x="4784548" y="284196"/>
                  </a:lnTo>
                  <a:lnTo>
                    <a:pt x="4784665" y="284196"/>
                  </a:lnTo>
                  <a:lnTo>
                    <a:pt x="4784783" y="284196"/>
                  </a:lnTo>
                  <a:lnTo>
                    <a:pt x="4784901" y="284196"/>
                  </a:lnTo>
                  <a:lnTo>
                    <a:pt x="4785018" y="284196"/>
                  </a:lnTo>
                  <a:lnTo>
                    <a:pt x="4785136" y="284196"/>
                  </a:lnTo>
                  <a:lnTo>
                    <a:pt x="4785253" y="284196"/>
                  </a:lnTo>
                  <a:lnTo>
                    <a:pt x="4785371" y="284196"/>
                  </a:lnTo>
                  <a:lnTo>
                    <a:pt x="4785489" y="284196"/>
                  </a:lnTo>
                  <a:lnTo>
                    <a:pt x="4785606" y="284196"/>
                  </a:lnTo>
                  <a:lnTo>
                    <a:pt x="4785724" y="284196"/>
                  </a:lnTo>
                  <a:lnTo>
                    <a:pt x="4785842" y="284196"/>
                  </a:lnTo>
                  <a:lnTo>
                    <a:pt x="4785959" y="284196"/>
                  </a:lnTo>
                  <a:lnTo>
                    <a:pt x="4786077" y="284196"/>
                  </a:lnTo>
                  <a:lnTo>
                    <a:pt x="4786194" y="284196"/>
                  </a:lnTo>
                  <a:lnTo>
                    <a:pt x="4786312" y="284196"/>
                  </a:lnTo>
                  <a:lnTo>
                    <a:pt x="4786430" y="284196"/>
                  </a:lnTo>
                  <a:lnTo>
                    <a:pt x="4786547" y="284196"/>
                  </a:lnTo>
                  <a:lnTo>
                    <a:pt x="4786665" y="284196"/>
                  </a:lnTo>
                  <a:lnTo>
                    <a:pt x="4786782" y="284196"/>
                  </a:lnTo>
                  <a:lnTo>
                    <a:pt x="4786900" y="284196"/>
                  </a:lnTo>
                  <a:lnTo>
                    <a:pt x="4787018" y="284196"/>
                  </a:lnTo>
                  <a:lnTo>
                    <a:pt x="4787135" y="284196"/>
                  </a:lnTo>
                  <a:lnTo>
                    <a:pt x="4787253" y="284196"/>
                  </a:lnTo>
                  <a:lnTo>
                    <a:pt x="4787371" y="284196"/>
                  </a:lnTo>
                  <a:lnTo>
                    <a:pt x="4787488" y="284196"/>
                  </a:lnTo>
                  <a:lnTo>
                    <a:pt x="4787488" y="283765"/>
                  </a:lnTo>
                  <a:lnTo>
                    <a:pt x="4787606" y="283765"/>
                  </a:lnTo>
                  <a:lnTo>
                    <a:pt x="4787723" y="283765"/>
                  </a:lnTo>
                  <a:lnTo>
                    <a:pt x="4787841" y="283765"/>
                  </a:lnTo>
                  <a:lnTo>
                    <a:pt x="4787959" y="283765"/>
                  </a:lnTo>
                  <a:lnTo>
                    <a:pt x="4788076" y="283765"/>
                  </a:lnTo>
                  <a:lnTo>
                    <a:pt x="4788194" y="283765"/>
                  </a:lnTo>
                  <a:lnTo>
                    <a:pt x="4788311" y="283765"/>
                  </a:lnTo>
                  <a:lnTo>
                    <a:pt x="4788311" y="283334"/>
                  </a:lnTo>
                  <a:lnTo>
                    <a:pt x="4788429" y="283334"/>
                  </a:lnTo>
                  <a:lnTo>
                    <a:pt x="4788547" y="283334"/>
                  </a:lnTo>
                  <a:lnTo>
                    <a:pt x="4788664" y="283334"/>
                  </a:lnTo>
                  <a:lnTo>
                    <a:pt x="4788782" y="283334"/>
                  </a:lnTo>
                  <a:lnTo>
                    <a:pt x="4788900" y="283334"/>
                  </a:lnTo>
                  <a:lnTo>
                    <a:pt x="4789017" y="283334"/>
                  </a:lnTo>
                  <a:lnTo>
                    <a:pt x="4789135" y="283334"/>
                  </a:lnTo>
                  <a:lnTo>
                    <a:pt x="4789252" y="283334"/>
                  </a:lnTo>
                  <a:lnTo>
                    <a:pt x="4789370" y="283334"/>
                  </a:lnTo>
                  <a:lnTo>
                    <a:pt x="4789488" y="283334"/>
                  </a:lnTo>
                  <a:lnTo>
                    <a:pt x="4789605" y="283334"/>
                  </a:lnTo>
                  <a:lnTo>
                    <a:pt x="4789723" y="283334"/>
                  </a:lnTo>
                  <a:lnTo>
                    <a:pt x="4789840" y="283334"/>
                  </a:lnTo>
                  <a:lnTo>
                    <a:pt x="4789958" y="283334"/>
                  </a:lnTo>
                  <a:lnTo>
                    <a:pt x="4790076" y="283334"/>
                  </a:lnTo>
                  <a:lnTo>
                    <a:pt x="4790193" y="283334"/>
                  </a:lnTo>
                  <a:lnTo>
                    <a:pt x="4790311" y="283334"/>
                  </a:lnTo>
                  <a:lnTo>
                    <a:pt x="4790429" y="283334"/>
                  </a:lnTo>
                  <a:lnTo>
                    <a:pt x="4790546" y="283334"/>
                  </a:lnTo>
                  <a:lnTo>
                    <a:pt x="4790664" y="283334"/>
                  </a:lnTo>
                  <a:lnTo>
                    <a:pt x="4790781" y="283334"/>
                  </a:lnTo>
                  <a:lnTo>
                    <a:pt x="4790899" y="283334"/>
                  </a:lnTo>
                  <a:lnTo>
                    <a:pt x="4791017" y="283334"/>
                  </a:lnTo>
                  <a:lnTo>
                    <a:pt x="4791134" y="283334"/>
                  </a:lnTo>
                  <a:lnTo>
                    <a:pt x="4791252" y="283334"/>
                  </a:lnTo>
                  <a:lnTo>
                    <a:pt x="4791369" y="283334"/>
                  </a:lnTo>
                  <a:lnTo>
                    <a:pt x="4791487" y="283334"/>
                  </a:lnTo>
                  <a:lnTo>
                    <a:pt x="4791605" y="283334"/>
                  </a:lnTo>
                  <a:lnTo>
                    <a:pt x="4791722" y="283334"/>
                  </a:lnTo>
                  <a:lnTo>
                    <a:pt x="4791840" y="283334"/>
                  </a:lnTo>
                  <a:lnTo>
                    <a:pt x="4791957" y="283334"/>
                  </a:lnTo>
                  <a:lnTo>
                    <a:pt x="4792075" y="283334"/>
                  </a:lnTo>
                  <a:lnTo>
                    <a:pt x="4792193" y="283334"/>
                  </a:lnTo>
                  <a:lnTo>
                    <a:pt x="4792310" y="283334"/>
                  </a:lnTo>
                  <a:lnTo>
                    <a:pt x="4792428" y="283334"/>
                  </a:lnTo>
                  <a:lnTo>
                    <a:pt x="4792546" y="283334"/>
                  </a:lnTo>
                  <a:lnTo>
                    <a:pt x="4792663" y="283334"/>
                  </a:lnTo>
                  <a:lnTo>
                    <a:pt x="4792781" y="283334"/>
                  </a:lnTo>
                  <a:lnTo>
                    <a:pt x="4792898" y="283334"/>
                  </a:lnTo>
                  <a:lnTo>
                    <a:pt x="4793016" y="283334"/>
                  </a:lnTo>
                  <a:lnTo>
                    <a:pt x="4793134" y="283334"/>
                  </a:lnTo>
                  <a:lnTo>
                    <a:pt x="4793251" y="283334"/>
                  </a:lnTo>
                  <a:lnTo>
                    <a:pt x="4793369" y="283334"/>
                  </a:lnTo>
                  <a:lnTo>
                    <a:pt x="4793486" y="283334"/>
                  </a:lnTo>
                  <a:lnTo>
                    <a:pt x="4793604" y="283334"/>
                  </a:lnTo>
                  <a:lnTo>
                    <a:pt x="4793722" y="283334"/>
                  </a:lnTo>
                  <a:lnTo>
                    <a:pt x="4793839" y="283334"/>
                  </a:lnTo>
                  <a:lnTo>
                    <a:pt x="4793957" y="283334"/>
                  </a:lnTo>
                  <a:lnTo>
                    <a:pt x="4794075" y="283334"/>
                  </a:lnTo>
                  <a:lnTo>
                    <a:pt x="4794192" y="283334"/>
                  </a:lnTo>
                  <a:lnTo>
                    <a:pt x="4794310" y="283334"/>
                  </a:lnTo>
                  <a:lnTo>
                    <a:pt x="4794427" y="283334"/>
                  </a:lnTo>
                  <a:lnTo>
                    <a:pt x="4794545" y="283334"/>
                  </a:lnTo>
                  <a:lnTo>
                    <a:pt x="4794545" y="282904"/>
                  </a:lnTo>
                  <a:lnTo>
                    <a:pt x="4794663" y="282904"/>
                  </a:lnTo>
                  <a:lnTo>
                    <a:pt x="4794780" y="282904"/>
                  </a:lnTo>
                  <a:lnTo>
                    <a:pt x="4794898" y="282904"/>
                  </a:lnTo>
                  <a:lnTo>
                    <a:pt x="4795015" y="282904"/>
                  </a:lnTo>
                  <a:lnTo>
                    <a:pt x="4795133" y="282904"/>
                  </a:lnTo>
                  <a:lnTo>
                    <a:pt x="4795251" y="282904"/>
                  </a:lnTo>
                  <a:lnTo>
                    <a:pt x="4795368" y="282904"/>
                  </a:lnTo>
                  <a:lnTo>
                    <a:pt x="4795486" y="282904"/>
                  </a:lnTo>
                  <a:lnTo>
                    <a:pt x="4795604" y="282904"/>
                  </a:lnTo>
                  <a:lnTo>
                    <a:pt x="4795721" y="282904"/>
                  </a:lnTo>
                  <a:lnTo>
                    <a:pt x="4795839" y="282904"/>
                  </a:lnTo>
                  <a:lnTo>
                    <a:pt x="4795956" y="282904"/>
                  </a:lnTo>
                  <a:lnTo>
                    <a:pt x="4796074" y="282904"/>
                  </a:lnTo>
                  <a:lnTo>
                    <a:pt x="4796192" y="282904"/>
                  </a:lnTo>
                  <a:lnTo>
                    <a:pt x="4796309" y="282904"/>
                  </a:lnTo>
                  <a:lnTo>
                    <a:pt x="4796427" y="282904"/>
                  </a:lnTo>
                  <a:lnTo>
                    <a:pt x="4796544" y="282904"/>
                  </a:lnTo>
                  <a:lnTo>
                    <a:pt x="4796662" y="282904"/>
                  </a:lnTo>
                  <a:lnTo>
                    <a:pt x="4796780" y="282904"/>
                  </a:lnTo>
                  <a:lnTo>
                    <a:pt x="4796897" y="282904"/>
                  </a:lnTo>
                  <a:lnTo>
                    <a:pt x="4797015" y="282904"/>
                  </a:lnTo>
                  <a:lnTo>
                    <a:pt x="4797133" y="282904"/>
                  </a:lnTo>
                  <a:lnTo>
                    <a:pt x="4797250" y="282904"/>
                  </a:lnTo>
                  <a:lnTo>
                    <a:pt x="4797368" y="282904"/>
                  </a:lnTo>
                  <a:lnTo>
                    <a:pt x="4797485" y="282904"/>
                  </a:lnTo>
                  <a:lnTo>
                    <a:pt x="4797603" y="282904"/>
                  </a:lnTo>
                  <a:lnTo>
                    <a:pt x="4797603" y="282473"/>
                  </a:lnTo>
                  <a:lnTo>
                    <a:pt x="4797721" y="282473"/>
                  </a:lnTo>
                  <a:lnTo>
                    <a:pt x="4797838" y="282473"/>
                  </a:lnTo>
                  <a:lnTo>
                    <a:pt x="4797956" y="282473"/>
                  </a:lnTo>
                  <a:lnTo>
                    <a:pt x="4798073" y="282473"/>
                  </a:lnTo>
                  <a:lnTo>
                    <a:pt x="4798073" y="282043"/>
                  </a:lnTo>
                  <a:lnTo>
                    <a:pt x="4798191" y="282043"/>
                  </a:lnTo>
                  <a:lnTo>
                    <a:pt x="4798309" y="282043"/>
                  </a:lnTo>
                  <a:lnTo>
                    <a:pt x="4798426" y="282043"/>
                  </a:lnTo>
                  <a:lnTo>
                    <a:pt x="4798544" y="282043"/>
                  </a:lnTo>
                  <a:lnTo>
                    <a:pt x="4798662" y="282043"/>
                  </a:lnTo>
                  <a:lnTo>
                    <a:pt x="4798779" y="282043"/>
                  </a:lnTo>
                  <a:lnTo>
                    <a:pt x="4798897" y="282043"/>
                  </a:lnTo>
                  <a:lnTo>
                    <a:pt x="4798897" y="281612"/>
                  </a:lnTo>
                  <a:lnTo>
                    <a:pt x="4799014" y="281612"/>
                  </a:lnTo>
                  <a:lnTo>
                    <a:pt x="4799132" y="281612"/>
                  </a:lnTo>
                  <a:lnTo>
                    <a:pt x="4799250" y="281612"/>
                  </a:lnTo>
                  <a:lnTo>
                    <a:pt x="4799367" y="281612"/>
                  </a:lnTo>
                  <a:lnTo>
                    <a:pt x="4799485" y="281612"/>
                  </a:lnTo>
                  <a:lnTo>
                    <a:pt x="4799602" y="281612"/>
                  </a:lnTo>
                  <a:lnTo>
                    <a:pt x="4799720" y="281612"/>
                  </a:lnTo>
                  <a:lnTo>
                    <a:pt x="4799720" y="281181"/>
                  </a:lnTo>
                  <a:lnTo>
                    <a:pt x="4799838" y="281181"/>
                  </a:lnTo>
                  <a:lnTo>
                    <a:pt x="4799955" y="281181"/>
                  </a:lnTo>
                  <a:lnTo>
                    <a:pt x="4800073" y="281181"/>
                  </a:lnTo>
                  <a:lnTo>
                    <a:pt x="4800190" y="281181"/>
                  </a:lnTo>
                  <a:lnTo>
                    <a:pt x="4800308" y="281181"/>
                  </a:lnTo>
                  <a:lnTo>
                    <a:pt x="4800308" y="280751"/>
                  </a:lnTo>
                  <a:lnTo>
                    <a:pt x="4800426" y="280751"/>
                  </a:lnTo>
                  <a:lnTo>
                    <a:pt x="4800543" y="280751"/>
                  </a:lnTo>
                  <a:lnTo>
                    <a:pt x="4800661" y="280751"/>
                  </a:lnTo>
                  <a:lnTo>
                    <a:pt x="4800779" y="280751"/>
                  </a:lnTo>
                  <a:lnTo>
                    <a:pt x="4800896" y="280751"/>
                  </a:lnTo>
                  <a:lnTo>
                    <a:pt x="4801014" y="280751"/>
                  </a:lnTo>
                  <a:lnTo>
                    <a:pt x="4801131" y="280751"/>
                  </a:lnTo>
                  <a:lnTo>
                    <a:pt x="4801249" y="280751"/>
                  </a:lnTo>
                  <a:lnTo>
                    <a:pt x="4801367" y="280751"/>
                  </a:lnTo>
                  <a:lnTo>
                    <a:pt x="4801484" y="280751"/>
                  </a:lnTo>
                  <a:lnTo>
                    <a:pt x="4801602" y="280751"/>
                  </a:lnTo>
                  <a:lnTo>
                    <a:pt x="4801719" y="280751"/>
                  </a:lnTo>
                  <a:lnTo>
                    <a:pt x="4801837" y="280751"/>
                  </a:lnTo>
                  <a:lnTo>
                    <a:pt x="4801955" y="280751"/>
                  </a:lnTo>
                  <a:lnTo>
                    <a:pt x="4801955" y="280320"/>
                  </a:lnTo>
                  <a:lnTo>
                    <a:pt x="4802072" y="280320"/>
                  </a:lnTo>
                  <a:lnTo>
                    <a:pt x="4802190" y="280320"/>
                  </a:lnTo>
                  <a:lnTo>
                    <a:pt x="4802308" y="280320"/>
                  </a:lnTo>
                  <a:lnTo>
                    <a:pt x="4802425" y="280320"/>
                  </a:lnTo>
                  <a:lnTo>
                    <a:pt x="4802425" y="279890"/>
                  </a:lnTo>
                  <a:lnTo>
                    <a:pt x="4802543" y="279890"/>
                  </a:lnTo>
                  <a:lnTo>
                    <a:pt x="4802660" y="279890"/>
                  </a:lnTo>
                  <a:lnTo>
                    <a:pt x="4802778" y="279890"/>
                  </a:lnTo>
                  <a:lnTo>
                    <a:pt x="4802896" y="279890"/>
                  </a:lnTo>
                  <a:lnTo>
                    <a:pt x="4802896" y="279459"/>
                  </a:lnTo>
                  <a:lnTo>
                    <a:pt x="4803013" y="279459"/>
                  </a:lnTo>
                  <a:lnTo>
                    <a:pt x="4803131" y="279459"/>
                  </a:lnTo>
                  <a:lnTo>
                    <a:pt x="4803248" y="279459"/>
                  </a:lnTo>
                  <a:lnTo>
                    <a:pt x="4803366" y="279459"/>
                  </a:lnTo>
                  <a:lnTo>
                    <a:pt x="4803484" y="279459"/>
                  </a:lnTo>
                  <a:lnTo>
                    <a:pt x="4803601" y="279459"/>
                  </a:lnTo>
                  <a:lnTo>
                    <a:pt x="4803719" y="279459"/>
                  </a:lnTo>
                  <a:lnTo>
                    <a:pt x="4803719" y="279028"/>
                  </a:lnTo>
                  <a:lnTo>
                    <a:pt x="4803837" y="279028"/>
                  </a:lnTo>
                  <a:lnTo>
                    <a:pt x="4803954" y="279028"/>
                  </a:lnTo>
                  <a:lnTo>
                    <a:pt x="4804072" y="279028"/>
                  </a:lnTo>
                  <a:lnTo>
                    <a:pt x="4804072" y="278598"/>
                  </a:lnTo>
                  <a:lnTo>
                    <a:pt x="4804189" y="278598"/>
                  </a:lnTo>
                  <a:lnTo>
                    <a:pt x="4804189" y="278167"/>
                  </a:lnTo>
                  <a:lnTo>
                    <a:pt x="4804307" y="278167"/>
                  </a:lnTo>
                  <a:lnTo>
                    <a:pt x="4804425" y="278167"/>
                  </a:lnTo>
                  <a:lnTo>
                    <a:pt x="4804542" y="278167"/>
                  </a:lnTo>
                  <a:lnTo>
                    <a:pt x="4804660" y="278167"/>
                  </a:lnTo>
                  <a:lnTo>
                    <a:pt x="4804777" y="278167"/>
                  </a:lnTo>
                  <a:lnTo>
                    <a:pt x="4804895" y="278167"/>
                  </a:lnTo>
                  <a:lnTo>
                    <a:pt x="4805013" y="278167"/>
                  </a:lnTo>
                  <a:lnTo>
                    <a:pt x="4805130" y="278167"/>
                  </a:lnTo>
                  <a:lnTo>
                    <a:pt x="4805248" y="278167"/>
                  </a:lnTo>
                  <a:lnTo>
                    <a:pt x="4805366" y="278167"/>
                  </a:lnTo>
                  <a:lnTo>
                    <a:pt x="4805483" y="278167"/>
                  </a:lnTo>
                  <a:lnTo>
                    <a:pt x="4805601" y="278167"/>
                  </a:lnTo>
                  <a:lnTo>
                    <a:pt x="4805718" y="278167"/>
                  </a:lnTo>
                  <a:lnTo>
                    <a:pt x="4805836" y="278167"/>
                  </a:lnTo>
                  <a:lnTo>
                    <a:pt x="4805954" y="278167"/>
                  </a:lnTo>
                  <a:lnTo>
                    <a:pt x="4806071" y="278167"/>
                  </a:lnTo>
                  <a:lnTo>
                    <a:pt x="4806189" y="278167"/>
                  </a:lnTo>
                  <a:lnTo>
                    <a:pt x="4806306" y="278167"/>
                  </a:lnTo>
                  <a:lnTo>
                    <a:pt x="4806424" y="278167"/>
                  </a:lnTo>
                  <a:lnTo>
                    <a:pt x="4806542" y="278167"/>
                  </a:lnTo>
                  <a:lnTo>
                    <a:pt x="4806659" y="278167"/>
                  </a:lnTo>
                  <a:lnTo>
                    <a:pt x="4806777" y="278167"/>
                  </a:lnTo>
                  <a:lnTo>
                    <a:pt x="4806895" y="278167"/>
                  </a:lnTo>
                  <a:lnTo>
                    <a:pt x="4807012" y="278167"/>
                  </a:lnTo>
                  <a:lnTo>
                    <a:pt x="4807130" y="278167"/>
                  </a:lnTo>
                  <a:lnTo>
                    <a:pt x="4807247" y="278167"/>
                  </a:lnTo>
                  <a:lnTo>
                    <a:pt x="4807365" y="278167"/>
                  </a:lnTo>
                  <a:lnTo>
                    <a:pt x="4807483" y="278167"/>
                  </a:lnTo>
                  <a:lnTo>
                    <a:pt x="4807600" y="278167"/>
                  </a:lnTo>
                  <a:lnTo>
                    <a:pt x="4807718" y="278167"/>
                  </a:lnTo>
                  <a:lnTo>
                    <a:pt x="4807835" y="278167"/>
                  </a:lnTo>
                  <a:lnTo>
                    <a:pt x="4807953" y="278167"/>
                  </a:lnTo>
                  <a:lnTo>
                    <a:pt x="4808071" y="278167"/>
                  </a:lnTo>
                  <a:lnTo>
                    <a:pt x="4808188" y="278167"/>
                  </a:lnTo>
                  <a:lnTo>
                    <a:pt x="4808306" y="278167"/>
                  </a:lnTo>
                  <a:lnTo>
                    <a:pt x="4808423" y="278167"/>
                  </a:lnTo>
                  <a:lnTo>
                    <a:pt x="4808541" y="278167"/>
                  </a:lnTo>
                  <a:lnTo>
                    <a:pt x="4808659" y="278167"/>
                  </a:lnTo>
                  <a:lnTo>
                    <a:pt x="4808776" y="278167"/>
                  </a:lnTo>
                  <a:lnTo>
                    <a:pt x="4808894" y="278167"/>
                  </a:lnTo>
                  <a:lnTo>
                    <a:pt x="4809012" y="278167"/>
                  </a:lnTo>
                  <a:lnTo>
                    <a:pt x="4809129" y="278167"/>
                  </a:lnTo>
                  <a:lnTo>
                    <a:pt x="4809247" y="278167"/>
                  </a:lnTo>
                  <a:lnTo>
                    <a:pt x="4809364" y="278167"/>
                  </a:lnTo>
                  <a:lnTo>
                    <a:pt x="4809364" y="277737"/>
                  </a:lnTo>
                  <a:lnTo>
                    <a:pt x="4809482" y="277737"/>
                  </a:lnTo>
                  <a:lnTo>
                    <a:pt x="4809600" y="277737"/>
                  </a:lnTo>
                  <a:lnTo>
                    <a:pt x="4809717" y="277737"/>
                  </a:lnTo>
                  <a:lnTo>
                    <a:pt x="4809835" y="277737"/>
                  </a:lnTo>
                  <a:lnTo>
                    <a:pt x="4809952" y="277737"/>
                  </a:lnTo>
                  <a:lnTo>
                    <a:pt x="4810070" y="277737"/>
                  </a:lnTo>
                  <a:lnTo>
                    <a:pt x="4810188" y="277737"/>
                  </a:lnTo>
                  <a:lnTo>
                    <a:pt x="4810305" y="277737"/>
                  </a:lnTo>
                  <a:lnTo>
                    <a:pt x="4810423" y="277737"/>
                  </a:lnTo>
                  <a:lnTo>
                    <a:pt x="4810423" y="277306"/>
                  </a:lnTo>
                  <a:lnTo>
                    <a:pt x="4810541" y="277306"/>
                  </a:lnTo>
                  <a:lnTo>
                    <a:pt x="4810658" y="277306"/>
                  </a:lnTo>
                  <a:lnTo>
                    <a:pt x="4810776" y="277306"/>
                  </a:lnTo>
                  <a:lnTo>
                    <a:pt x="4810893" y="277306"/>
                  </a:lnTo>
                  <a:lnTo>
                    <a:pt x="4811011" y="277306"/>
                  </a:lnTo>
                  <a:lnTo>
                    <a:pt x="4811129" y="277306"/>
                  </a:lnTo>
                  <a:lnTo>
                    <a:pt x="4811246" y="277306"/>
                  </a:lnTo>
                  <a:lnTo>
                    <a:pt x="4811364" y="277306"/>
                  </a:lnTo>
                  <a:lnTo>
                    <a:pt x="4811364" y="276875"/>
                  </a:lnTo>
                  <a:lnTo>
                    <a:pt x="4811481" y="276875"/>
                  </a:lnTo>
                  <a:lnTo>
                    <a:pt x="4811599" y="276875"/>
                  </a:lnTo>
                  <a:lnTo>
                    <a:pt x="4811599" y="276445"/>
                  </a:lnTo>
                  <a:lnTo>
                    <a:pt x="4811717" y="276445"/>
                  </a:lnTo>
                  <a:lnTo>
                    <a:pt x="4811834" y="276445"/>
                  </a:lnTo>
                  <a:lnTo>
                    <a:pt x="4811952" y="276445"/>
                  </a:lnTo>
                  <a:lnTo>
                    <a:pt x="4812070" y="276445"/>
                  </a:lnTo>
                  <a:lnTo>
                    <a:pt x="4812187" y="276445"/>
                  </a:lnTo>
                  <a:lnTo>
                    <a:pt x="4812187" y="276014"/>
                  </a:lnTo>
                  <a:lnTo>
                    <a:pt x="4812305" y="276014"/>
                  </a:lnTo>
                  <a:lnTo>
                    <a:pt x="4812422" y="276014"/>
                  </a:lnTo>
                  <a:lnTo>
                    <a:pt x="4812540" y="276014"/>
                  </a:lnTo>
                  <a:lnTo>
                    <a:pt x="4812658" y="276014"/>
                  </a:lnTo>
                  <a:lnTo>
                    <a:pt x="4812775" y="276014"/>
                  </a:lnTo>
                  <a:lnTo>
                    <a:pt x="4812893" y="276014"/>
                  </a:lnTo>
                  <a:lnTo>
                    <a:pt x="4813010" y="276014"/>
                  </a:lnTo>
                  <a:lnTo>
                    <a:pt x="4813128" y="276014"/>
                  </a:lnTo>
                  <a:lnTo>
                    <a:pt x="4813246" y="276014"/>
                  </a:lnTo>
                  <a:lnTo>
                    <a:pt x="4813363" y="276014"/>
                  </a:lnTo>
                  <a:lnTo>
                    <a:pt x="4813481" y="276014"/>
                  </a:lnTo>
                  <a:lnTo>
                    <a:pt x="4813599" y="276014"/>
                  </a:lnTo>
                  <a:lnTo>
                    <a:pt x="4813716" y="276014"/>
                  </a:lnTo>
                  <a:lnTo>
                    <a:pt x="4813834" y="276014"/>
                  </a:lnTo>
                  <a:lnTo>
                    <a:pt x="4813951" y="276014"/>
                  </a:lnTo>
                  <a:lnTo>
                    <a:pt x="4814069" y="276014"/>
                  </a:lnTo>
                  <a:lnTo>
                    <a:pt x="4814187" y="276014"/>
                  </a:lnTo>
                  <a:lnTo>
                    <a:pt x="4814304" y="276014"/>
                  </a:lnTo>
                  <a:lnTo>
                    <a:pt x="4814422" y="276014"/>
                  </a:lnTo>
                  <a:lnTo>
                    <a:pt x="4814539" y="276014"/>
                  </a:lnTo>
                  <a:lnTo>
                    <a:pt x="4814657" y="276014"/>
                  </a:lnTo>
                  <a:lnTo>
                    <a:pt x="4814775" y="276014"/>
                  </a:lnTo>
                  <a:lnTo>
                    <a:pt x="4814892" y="276014"/>
                  </a:lnTo>
                  <a:lnTo>
                    <a:pt x="4815010" y="276014"/>
                  </a:lnTo>
                  <a:lnTo>
                    <a:pt x="4815128" y="276014"/>
                  </a:lnTo>
                  <a:lnTo>
                    <a:pt x="4815245" y="276014"/>
                  </a:lnTo>
                  <a:lnTo>
                    <a:pt x="4815245" y="275584"/>
                  </a:lnTo>
                  <a:lnTo>
                    <a:pt x="4815363" y="275584"/>
                  </a:lnTo>
                  <a:lnTo>
                    <a:pt x="4815480" y="275584"/>
                  </a:lnTo>
                  <a:lnTo>
                    <a:pt x="4815598" y="275584"/>
                  </a:lnTo>
                  <a:lnTo>
                    <a:pt x="4815716" y="275584"/>
                  </a:lnTo>
                  <a:lnTo>
                    <a:pt x="4815833" y="275584"/>
                  </a:lnTo>
                  <a:lnTo>
                    <a:pt x="4815951" y="275584"/>
                  </a:lnTo>
                  <a:lnTo>
                    <a:pt x="4816068" y="275584"/>
                  </a:lnTo>
                  <a:lnTo>
                    <a:pt x="4816186" y="275584"/>
                  </a:lnTo>
                  <a:lnTo>
                    <a:pt x="4816304" y="275584"/>
                  </a:lnTo>
                  <a:lnTo>
                    <a:pt x="4816421" y="275584"/>
                  </a:lnTo>
                  <a:lnTo>
                    <a:pt x="4816539" y="275584"/>
                  </a:lnTo>
                  <a:lnTo>
                    <a:pt x="4816656" y="275584"/>
                  </a:lnTo>
                  <a:lnTo>
                    <a:pt x="4816774" y="275584"/>
                  </a:lnTo>
                  <a:lnTo>
                    <a:pt x="4816892" y="275584"/>
                  </a:lnTo>
                  <a:lnTo>
                    <a:pt x="4816892" y="275153"/>
                  </a:lnTo>
                  <a:lnTo>
                    <a:pt x="4816892" y="274722"/>
                  </a:lnTo>
                  <a:lnTo>
                    <a:pt x="4817009" y="274722"/>
                  </a:lnTo>
                  <a:lnTo>
                    <a:pt x="4817127" y="274722"/>
                  </a:lnTo>
                  <a:lnTo>
                    <a:pt x="4817245" y="274722"/>
                  </a:lnTo>
                  <a:lnTo>
                    <a:pt x="4817362" y="274722"/>
                  </a:lnTo>
                  <a:lnTo>
                    <a:pt x="4817480" y="274722"/>
                  </a:lnTo>
                  <a:lnTo>
                    <a:pt x="4817597" y="274722"/>
                  </a:lnTo>
                  <a:lnTo>
                    <a:pt x="4817715" y="274722"/>
                  </a:lnTo>
                  <a:lnTo>
                    <a:pt x="4817833" y="274722"/>
                  </a:lnTo>
                  <a:lnTo>
                    <a:pt x="4817950" y="274722"/>
                  </a:lnTo>
                  <a:lnTo>
                    <a:pt x="4817950" y="274292"/>
                  </a:lnTo>
                  <a:lnTo>
                    <a:pt x="4818068" y="274292"/>
                  </a:lnTo>
                  <a:lnTo>
                    <a:pt x="4818185" y="274292"/>
                  </a:lnTo>
                  <a:lnTo>
                    <a:pt x="4818303" y="274292"/>
                  </a:lnTo>
                  <a:lnTo>
                    <a:pt x="4818421" y="274292"/>
                  </a:lnTo>
                  <a:lnTo>
                    <a:pt x="4818538" y="274292"/>
                  </a:lnTo>
                  <a:lnTo>
                    <a:pt x="4818538" y="273861"/>
                  </a:lnTo>
                  <a:lnTo>
                    <a:pt x="4818656" y="273861"/>
                  </a:lnTo>
                  <a:lnTo>
                    <a:pt x="4818774" y="273861"/>
                  </a:lnTo>
                  <a:lnTo>
                    <a:pt x="4818774" y="273431"/>
                  </a:lnTo>
                  <a:lnTo>
                    <a:pt x="4818891" y="273431"/>
                  </a:lnTo>
                  <a:lnTo>
                    <a:pt x="4819009" y="273431"/>
                  </a:lnTo>
                  <a:lnTo>
                    <a:pt x="4819126" y="273431"/>
                  </a:lnTo>
                  <a:lnTo>
                    <a:pt x="4819244" y="273431"/>
                  </a:lnTo>
                  <a:lnTo>
                    <a:pt x="4819362" y="273431"/>
                  </a:lnTo>
                  <a:lnTo>
                    <a:pt x="4819479" y="273431"/>
                  </a:lnTo>
                  <a:lnTo>
                    <a:pt x="4819597" y="273431"/>
                  </a:lnTo>
                  <a:lnTo>
                    <a:pt x="4819597" y="273000"/>
                  </a:lnTo>
                  <a:lnTo>
                    <a:pt x="4819714" y="273000"/>
                  </a:lnTo>
                  <a:lnTo>
                    <a:pt x="4819832" y="273000"/>
                  </a:lnTo>
                  <a:lnTo>
                    <a:pt x="4819950" y="273000"/>
                  </a:lnTo>
                  <a:lnTo>
                    <a:pt x="4820067" y="273000"/>
                  </a:lnTo>
                  <a:lnTo>
                    <a:pt x="4820185" y="273000"/>
                  </a:lnTo>
                  <a:lnTo>
                    <a:pt x="4820303" y="273000"/>
                  </a:lnTo>
                  <a:lnTo>
                    <a:pt x="4820420" y="273000"/>
                  </a:lnTo>
                  <a:lnTo>
                    <a:pt x="4820538" y="273000"/>
                  </a:lnTo>
                  <a:lnTo>
                    <a:pt x="4820655" y="273000"/>
                  </a:lnTo>
                  <a:lnTo>
                    <a:pt x="4820773" y="273000"/>
                  </a:lnTo>
                  <a:lnTo>
                    <a:pt x="4820891" y="273000"/>
                  </a:lnTo>
                  <a:lnTo>
                    <a:pt x="4821008" y="273000"/>
                  </a:lnTo>
                  <a:lnTo>
                    <a:pt x="4821126" y="273000"/>
                  </a:lnTo>
                  <a:lnTo>
                    <a:pt x="4821243" y="273000"/>
                  </a:lnTo>
                  <a:lnTo>
                    <a:pt x="4821361" y="273000"/>
                  </a:lnTo>
                  <a:lnTo>
                    <a:pt x="4821479" y="273000"/>
                  </a:lnTo>
                  <a:lnTo>
                    <a:pt x="4821596" y="273000"/>
                  </a:lnTo>
                  <a:lnTo>
                    <a:pt x="4821714" y="273000"/>
                  </a:lnTo>
                  <a:lnTo>
                    <a:pt x="4821832" y="273000"/>
                  </a:lnTo>
                  <a:lnTo>
                    <a:pt x="4821949" y="273000"/>
                  </a:lnTo>
                  <a:lnTo>
                    <a:pt x="4822067" y="273000"/>
                  </a:lnTo>
                  <a:lnTo>
                    <a:pt x="4822184" y="273000"/>
                  </a:lnTo>
                  <a:lnTo>
                    <a:pt x="4822302" y="273000"/>
                  </a:lnTo>
                  <a:lnTo>
                    <a:pt x="4822420" y="273000"/>
                  </a:lnTo>
                  <a:lnTo>
                    <a:pt x="4822537" y="273000"/>
                  </a:lnTo>
                  <a:lnTo>
                    <a:pt x="4822655" y="273000"/>
                  </a:lnTo>
                  <a:lnTo>
                    <a:pt x="4822772" y="273000"/>
                  </a:lnTo>
                  <a:lnTo>
                    <a:pt x="4822890" y="273000"/>
                  </a:lnTo>
                  <a:lnTo>
                    <a:pt x="4823008" y="273000"/>
                  </a:lnTo>
                  <a:lnTo>
                    <a:pt x="4823125" y="273000"/>
                  </a:lnTo>
                  <a:lnTo>
                    <a:pt x="4823243" y="273000"/>
                  </a:lnTo>
                  <a:lnTo>
                    <a:pt x="4823361" y="273000"/>
                  </a:lnTo>
                  <a:lnTo>
                    <a:pt x="4823478" y="273000"/>
                  </a:lnTo>
                  <a:lnTo>
                    <a:pt x="4823596" y="273000"/>
                  </a:lnTo>
                  <a:lnTo>
                    <a:pt x="4823713" y="273000"/>
                  </a:lnTo>
                  <a:lnTo>
                    <a:pt x="4823831" y="273000"/>
                  </a:lnTo>
                  <a:lnTo>
                    <a:pt x="4823949" y="273000"/>
                  </a:lnTo>
                  <a:lnTo>
                    <a:pt x="4823949" y="272569"/>
                  </a:lnTo>
                  <a:lnTo>
                    <a:pt x="4824066" y="272569"/>
                  </a:lnTo>
                  <a:lnTo>
                    <a:pt x="4824184" y="272569"/>
                  </a:lnTo>
                  <a:lnTo>
                    <a:pt x="4824301" y="272569"/>
                  </a:lnTo>
                  <a:lnTo>
                    <a:pt x="4824419" y="272569"/>
                  </a:lnTo>
                  <a:lnTo>
                    <a:pt x="4824537" y="272569"/>
                  </a:lnTo>
                  <a:lnTo>
                    <a:pt x="4824654" y="272569"/>
                  </a:lnTo>
                  <a:lnTo>
                    <a:pt x="4824772" y="272569"/>
                  </a:lnTo>
                  <a:lnTo>
                    <a:pt x="4824889" y="272569"/>
                  </a:lnTo>
                  <a:lnTo>
                    <a:pt x="4825007" y="272569"/>
                  </a:lnTo>
                  <a:lnTo>
                    <a:pt x="4825125" y="272569"/>
                  </a:lnTo>
                  <a:lnTo>
                    <a:pt x="4825242" y="272569"/>
                  </a:lnTo>
                  <a:lnTo>
                    <a:pt x="4825242" y="272139"/>
                  </a:lnTo>
                  <a:lnTo>
                    <a:pt x="4825360" y="272139"/>
                  </a:lnTo>
                  <a:lnTo>
                    <a:pt x="4825478" y="272139"/>
                  </a:lnTo>
                  <a:lnTo>
                    <a:pt x="4825595" y="272139"/>
                  </a:lnTo>
                  <a:lnTo>
                    <a:pt x="4825713" y="272139"/>
                  </a:lnTo>
                  <a:lnTo>
                    <a:pt x="4825830" y="272139"/>
                  </a:lnTo>
                  <a:lnTo>
                    <a:pt x="4825948" y="272139"/>
                  </a:lnTo>
                  <a:lnTo>
                    <a:pt x="4826066" y="272139"/>
                  </a:lnTo>
                  <a:lnTo>
                    <a:pt x="4826183" y="272139"/>
                  </a:lnTo>
                  <a:lnTo>
                    <a:pt x="4826301" y="272139"/>
                  </a:lnTo>
                  <a:lnTo>
                    <a:pt x="4826418" y="272139"/>
                  </a:lnTo>
                  <a:lnTo>
                    <a:pt x="4826536" y="272139"/>
                  </a:lnTo>
                  <a:lnTo>
                    <a:pt x="4826654" y="272139"/>
                  </a:lnTo>
                  <a:lnTo>
                    <a:pt x="4826771" y="272139"/>
                  </a:lnTo>
                  <a:lnTo>
                    <a:pt x="4826889" y="272139"/>
                  </a:lnTo>
                  <a:lnTo>
                    <a:pt x="4827007" y="272139"/>
                  </a:lnTo>
                  <a:lnTo>
                    <a:pt x="4827124" y="272139"/>
                  </a:lnTo>
                  <a:lnTo>
                    <a:pt x="4827242" y="272139"/>
                  </a:lnTo>
                  <a:lnTo>
                    <a:pt x="4827359" y="272139"/>
                  </a:lnTo>
                  <a:lnTo>
                    <a:pt x="4827477" y="272139"/>
                  </a:lnTo>
                  <a:lnTo>
                    <a:pt x="4827595" y="272139"/>
                  </a:lnTo>
                  <a:lnTo>
                    <a:pt x="4827712" y="272139"/>
                  </a:lnTo>
                  <a:lnTo>
                    <a:pt x="4827830" y="272139"/>
                  </a:lnTo>
                  <a:lnTo>
                    <a:pt x="4827947" y="272139"/>
                  </a:lnTo>
                  <a:lnTo>
                    <a:pt x="4828065" y="272139"/>
                  </a:lnTo>
                  <a:lnTo>
                    <a:pt x="4828183" y="272139"/>
                  </a:lnTo>
                  <a:lnTo>
                    <a:pt x="4828300" y="272139"/>
                  </a:lnTo>
                  <a:lnTo>
                    <a:pt x="4828300" y="271708"/>
                  </a:lnTo>
                  <a:lnTo>
                    <a:pt x="4828418" y="271708"/>
                  </a:lnTo>
                  <a:lnTo>
                    <a:pt x="4828536" y="271708"/>
                  </a:lnTo>
                  <a:lnTo>
                    <a:pt x="4828653" y="271708"/>
                  </a:lnTo>
                  <a:lnTo>
                    <a:pt x="4828771" y="271708"/>
                  </a:lnTo>
                  <a:lnTo>
                    <a:pt x="4828888" y="271708"/>
                  </a:lnTo>
                  <a:lnTo>
                    <a:pt x="4829006" y="271708"/>
                  </a:lnTo>
                  <a:lnTo>
                    <a:pt x="4829124" y="271708"/>
                  </a:lnTo>
                  <a:lnTo>
                    <a:pt x="4829241" y="271708"/>
                  </a:lnTo>
                  <a:lnTo>
                    <a:pt x="4829359" y="271708"/>
                  </a:lnTo>
                  <a:lnTo>
                    <a:pt x="4829476" y="271708"/>
                  </a:lnTo>
                  <a:lnTo>
                    <a:pt x="4829594" y="271708"/>
                  </a:lnTo>
                  <a:lnTo>
                    <a:pt x="4829712" y="271708"/>
                  </a:lnTo>
                  <a:lnTo>
                    <a:pt x="4829829" y="271708"/>
                  </a:lnTo>
                  <a:lnTo>
                    <a:pt x="4829947" y="271708"/>
                  </a:lnTo>
                  <a:lnTo>
                    <a:pt x="4830065" y="271708"/>
                  </a:lnTo>
                  <a:lnTo>
                    <a:pt x="4830182" y="271708"/>
                  </a:lnTo>
                  <a:lnTo>
                    <a:pt x="4830300" y="271708"/>
                  </a:lnTo>
                  <a:lnTo>
                    <a:pt x="4830417" y="271708"/>
                  </a:lnTo>
                  <a:lnTo>
                    <a:pt x="4830535" y="271708"/>
                  </a:lnTo>
                  <a:lnTo>
                    <a:pt x="4830653" y="271708"/>
                  </a:lnTo>
                  <a:lnTo>
                    <a:pt x="4830653" y="271278"/>
                  </a:lnTo>
                  <a:lnTo>
                    <a:pt x="4830770" y="271278"/>
                  </a:lnTo>
                  <a:lnTo>
                    <a:pt x="4830888" y="271278"/>
                  </a:lnTo>
                  <a:lnTo>
                    <a:pt x="4831005" y="271278"/>
                  </a:lnTo>
                  <a:lnTo>
                    <a:pt x="4831123" y="271278"/>
                  </a:lnTo>
                  <a:lnTo>
                    <a:pt x="4831241" y="271278"/>
                  </a:lnTo>
                  <a:lnTo>
                    <a:pt x="4831358" y="271278"/>
                  </a:lnTo>
                  <a:lnTo>
                    <a:pt x="4831476" y="271278"/>
                  </a:lnTo>
                  <a:lnTo>
                    <a:pt x="4831594" y="271278"/>
                  </a:lnTo>
                  <a:lnTo>
                    <a:pt x="4831711" y="271278"/>
                  </a:lnTo>
                  <a:lnTo>
                    <a:pt x="4831829" y="271278"/>
                  </a:lnTo>
                  <a:lnTo>
                    <a:pt x="4831946" y="271278"/>
                  </a:lnTo>
                  <a:lnTo>
                    <a:pt x="4832064" y="271278"/>
                  </a:lnTo>
                  <a:lnTo>
                    <a:pt x="4832182" y="271278"/>
                  </a:lnTo>
                  <a:lnTo>
                    <a:pt x="4832299" y="271278"/>
                  </a:lnTo>
                  <a:lnTo>
                    <a:pt x="4832417" y="271278"/>
                  </a:lnTo>
                  <a:lnTo>
                    <a:pt x="4832534" y="271278"/>
                  </a:lnTo>
                  <a:lnTo>
                    <a:pt x="4832652" y="271278"/>
                  </a:lnTo>
                  <a:lnTo>
                    <a:pt x="4832770" y="271278"/>
                  </a:lnTo>
                  <a:lnTo>
                    <a:pt x="4832887" y="271278"/>
                  </a:lnTo>
                  <a:lnTo>
                    <a:pt x="4833005" y="271278"/>
                  </a:lnTo>
                  <a:lnTo>
                    <a:pt x="4833122" y="271278"/>
                  </a:lnTo>
                  <a:lnTo>
                    <a:pt x="4833240" y="271278"/>
                  </a:lnTo>
                  <a:lnTo>
                    <a:pt x="4833358" y="271278"/>
                  </a:lnTo>
                  <a:lnTo>
                    <a:pt x="4833475" y="271278"/>
                  </a:lnTo>
                  <a:lnTo>
                    <a:pt x="4833593" y="271278"/>
                  </a:lnTo>
                  <a:lnTo>
                    <a:pt x="4833711" y="271278"/>
                  </a:lnTo>
                  <a:lnTo>
                    <a:pt x="4833828" y="271278"/>
                  </a:lnTo>
                  <a:lnTo>
                    <a:pt x="4833946" y="271278"/>
                  </a:lnTo>
                  <a:lnTo>
                    <a:pt x="4834063" y="271278"/>
                  </a:lnTo>
                  <a:lnTo>
                    <a:pt x="4834181" y="271278"/>
                  </a:lnTo>
                  <a:lnTo>
                    <a:pt x="4834299" y="271278"/>
                  </a:lnTo>
                  <a:lnTo>
                    <a:pt x="4834416" y="271278"/>
                  </a:lnTo>
                  <a:lnTo>
                    <a:pt x="4834416" y="270847"/>
                  </a:lnTo>
                  <a:lnTo>
                    <a:pt x="4834534" y="270847"/>
                  </a:lnTo>
                  <a:lnTo>
                    <a:pt x="4834651" y="270847"/>
                  </a:lnTo>
                  <a:lnTo>
                    <a:pt x="4834769" y="270847"/>
                  </a:lnTo>
                  <a:lnTo>
                    <a:pt x="4834887" y="270847"/>
                  </a:lnTo>
                  <a:lnTo>
                    <a:pt x="4835004" y="270847"/>
                  </a:lnTo>
                  <a:lnTo>
                    <a:pt x="4835122" y="270847"/>
                  </a:lnTo>
                  <a:lnTo>
                    <a:pt x="4835240" y="270847"/>
                  </a:lnTo>
                  <a:lnTo>
                    <a:pt x="4835357" y="270847"/>
                  </a:lnTo>
                  <a:lnTo>
                    <a:pt x="4835475" y="270847"/>
                  </a:lnTo>
                  <a:lnTo>
                    <a:pt x="4835592" y="270847"/>
                  </a:lnTo>
                  <a:lnTo>
                    <a:pt x="4835710" y="270847"/>
                  </a:lnTo>
                  <a:lnTo>
                    <a:pt x="4835828" y="270847"/>
                  </a:lnTo>
                  <a:lnTo>
                    <a:pt x="4835945" y="270847"/>
                  </a:lnTo>
                  <a:lnTo>
                    <a:pt x="4836063" y="270847"/>
                  </a:lnTo>
                  <a:lnTo>
                    <a:pt x="4836180" y="270847"/>
                  </a:lnTo>
                  <a:lnTo>
                    <a:pt x="4836298" y="270847"/>
                  </a:lnTo>
                  <a:lnTo>
                    <a:pt x="4836416" y="270847"/>
                  </a:lnTo>
                  <a:lnTo>
                    <a:pt x="4836533" y="270847"/>
                  </a:lnTo>
                  <a:lnTo>
                    <a:pt x="4836651" y="270847"/>
                  </a:lnTo>
                  <a:lnTo>
                    <a:pt x="4836769" y="270847"/>
                  </a:lnTo>
                  <a:lnTo>
                    <a:pt x="4836886" y="270847"/>
                  </a:lnTo>
                  <a:lnTo>
                    <a:pt x="4837004" y="270847"/>
                  </a:lnTo>
                  <a:lnTo>
                    <a:pt x="4837121" y="270847"/>
                  </a:lnTo>
                  <a:lnTo>
                    <a:pt x="4837239" y="270847"/>
                  </a:lnTo>
                  <a:lnTo>
                    <a:pt x="4837357" y="270847"/>
                  </a:lnTo>
                  <a:lnTo>
                    <a:pt x="4837474" y="270847"/>
                  </a:lnTo>
                  <a:lnTo>
                    <a:pt x="4837592" y="270847"/>
                  </a:lnTo>
                  <a:lnTo>
                    <a:pt x="4837709" y="270847"/>
                  </a:lnTo>
                  <a:lnTo>
                    <a:pt x="4837827" y="270847"/>
                  </a:lnTo>
                  <a:lnTo>
                    <a:pt x="4837945" y="270847"/>
                  </a:lnTo>
                  <a:lnTo>
                    <a:pt x="4838062" y="270847"/>
                  </a:lnTo>
                  <a:lnTo>
                    <a:pt x="4838180" y="270847"/>
                  </a:lnTo>
                  <a:lnTo>
                    <a:pt x="4838298" y="270847"/>
                  </a:lnTo>
                  <a:lnTo>
                    <a:pt x="4838415" y="270847"/>
                  </a:lnTo>
                  <a:lnTo>
                    <a:pt x="4838533" y="270847"/>
                  </a:lnTo>
                  <a:lnTo>
                    <a:pt x="4838650" y="270847"/>
                  </a:lnTo>
                  <a:lnTo>
                    <a:pt x="4838768" y="270847"/>
                  </a:lnTo>
                  <a:lnTo>
                    <a:pt x="4838886" y="270847"/>
                  </a:lnTo>
                  <a:lnTo>
                    <a:pt x="4839003" y="270847"/>
                  </a:lnTo>
                  <a:lnTo>
                    <a:pt x="4839121" y="270847"/>
                  </a:lnTo>
                  <a:lnTo>
                    <a:pt x="4839238" y="270847"/>
                  </a:lnTo>
                  <a:lnTo>
                    <a:pt x="4839356" y="270847"/>
                  </a:lnTo>
                  <a:lnTo>
                    <a:pt x="4839474" y="270847"/>
                  </a:lnTo>
                  <a:lnTo>
                    <a:pt x="4839591" y="270847"/>
                  </a:lnTo>
                  <a:lnTo>
                    <a:pt x="4839709" y="270847"/>
                  </a:lnTo>
                  <a:lnTo>
                    <a:pt x="4839827" y="270847"/>
                  </a:lnTo>
                  <a:lnTo>
                    <a:pt x="4839944" y="270847"/>
                  </a:lnTo>
                  <a:lnTo>
                    <a:pt x="4840062" y="270847"/>
                  </a:lnTo>
                  <a:lnTo>
                    <a:pt x="4840179" y="270847"/>
                  </a:lnTo>
                  <a:lnTo>
                    <a:pt x="4840297" y="270847"/>
                  </a:lnTo>
                  <a:lnTo>
                    <a:pt x="4840415" y="270847"/>
                  </a:lnTo>
                  <a:lnTo>
                    <a:pt x="4840532" y="270847"/>
                  </a:lnTo>
                  <a:lnTo>
                    <a:pt x="4840650" y="270847"/>
                  </a:lnTo>
                  <a:lnTo>
                    <a:pt x="4840767" y="270847"/>
                  </a:lnTo>
                  <a:lnTo>
                    <a:pt x="4840885" y="270847"/>
                  </a:lnTo>
                  <a:lnTo>
                    <a:pt x="4841003" y="270847"/>
                  </a:lnTo>
                  <a:lnTo>
                    <a:pt x="4841120" y="270847"/>
                  </a:lnTo>
                  <a:lnTo>
                    <a:pt x="4841238" y="270847"/>
                  </a:lnTo>
                  <a:lnTo>
                    <a:pt x="4841355" y="270847"/>
                  </a:lnTo>
                  <a:lnTo>
                    <a:pt x="4841473" y="270847"/>
                  </a:lnTo>
                  <a:lnTo>
                    <a:pt x="4841591" y="270847"/>
                  </a:lnTo>
                  <a:lnTo>
                    <a:pt x="4841708" y="270847"/>
                  </a:lnTo>
                  <a:lnTo>
                    <a:pt x="4841708" y="270416"/>
                  </a:lnTo>
                  <a:lnTo>
                    <a:pt x="4841826" y="270416"/>
                  </a:lnTo>
                  <a:lnTo>
                    <a:pt x="4841944" y="270416"/>
                  </a:lnTo>
                  <a:lnTo>
                    <a:pt x="4842061" y="270416"/>
                  </a:lnTo>
                  <a:lnTo>
                    <a:pt x="4842179" y="270416"/>
                  </a:lnTo>
                  <a:lnTo>
                    <a:pt x="4842296" y="270416"/>
                  </a:lnTo>
                  <a:lnTo>
                    <a:pt x="4842414" y="270416"/>
                  </a:lnTo>
                  <a:lnTo>
                    <a:pt x="4842532" y="270416"/>
                  </a:lnTo>
                  <a:lnTo>
                    <a:pt x="4842649" y="270416"/>
                  </a:lnTo>
                  <a:lnTo>
                    <a:pt x="4842649" y="269986"/>
                  </a:lnTo>
                  <a:lnTo>
                    <a:pt x="4842767" y="269986"/>
                  </a:lnTo>
                  <a:lnTo>
                    <a:pt x="4842884" y="269986"/>
                  </a:lnTo>
                  <a:lnTo>
                    <a:pt x="4843002" y="269986"/>
                  </a:lnTo>
                  <a:lnTo>
                    <a:pt x="4843120" y="269986"/>
                  </a:lnTo>
                  <a:lnTo>
                    <a:pt x="4843237" y="269986"/>
                  </a:lnTo>
                  <a:lnTo>
                    <a:pt x="4843355" y="269986"/>
                  </a:lnTo>
                  <a:lnTo>
                    <a:pt x="4843473" y="269986"/>
                  </a:lnTo>
                  <a:lnTo>
                    <a:pt x="4843590" y="269986"/>
                  </a:lnTo>
                  <a:lnTo>
                    <a:pt x="4843708" y="269986"/>
                  </a:lnTo>
                  <a:lnTo>
                    <a:pt x="4843825" y="269986"/>
                  </a:lnTo>
                  <a:lnTo>
                    <a:pt x="4843943" y="269986"/>
                  </a:lnTo>
                  <a:lnTo>
                    <a:pt x="4844061" y="269986"/>
                  </a:lnTo>
                  <a:lnTo>
                    <a:pt x="4844178" y="269986"/>
                  </a:lnTo>
                  <a:lnTo>
                    <a:pt x="4844296" y="269986"/>
                  </a:lnTo>
                  <a:lnTo>
                    <a:pt x="4844413" y="269986"/>
                  </a:lnTo>
                  <a:lnTo>
                    <a:pt x="4844531" y="269986"/>
                  </a:lnTo>
                  <a:lnTo>
                    <a:pt x="4844649" y="269986"/>
                  </a:lnTo>
                  <a:lnTo>
                    <a:pt x="4844766" y="269986"/>
                  </a:lnTo>
                  <a:lnTo>
                    <a:pt x="4844884" y="269986"/>
                  </a:lnTo>
                  <a:lnTo>
                    <a:pt x="4845002" y="269986"/>
                  </a:lnTo>
                  <a:lnTo>
                    <a:pt x="4845119" y="269986"/>
                  </a:lnTo>
                  <a:lnTo>
                    <a:pt x="4845237" y="269986"/>
                  </a:lnTo>
                  <a:lnTo>
                    <a:pt x="4845354" y="269986"/>
                  </a:lnTo>
                  <a:lnTo>
                    <a:pt x="4845472" y="269986"/>
                  </a:lnTo>
                  <a:lnTo>
                    <a:pt x="4845590" y="269986"/>
                  </a:lnTo>
                  <a:lnTo>
                    <a:pt x="4845707" y="269986"/>
                  </a:lnTo>
                  <a:lnTo>
                    <a:pt x="4845825" y="269986"/>
                  </a:lnTo>
                  <a:lnTo>
                    <a:pt x="4845942" y="269986"/>
                  </a:lnTo>
                  <a:lnTo>
                    <a:pt x="4846060" y="269986"/>
                  </a:lnTo>
                  <a:lnTo>
                    <a:pt x="4846178" y="269986"/>
                  </a:lnTo>
                  <a:lnTo>
                    <a:pt x="4846295" y="269986"/>
                  </a:lnTo>
                  <a:lnTo>
                    <a:pt x="4846413" y="269986"/>
                  </a:lnTo>
                  <a:lnTo>
                    <a:pt x="4846531" y="269986"/>
                  </a:lnTo>
                  <a:lnTo>
                    <a:pt x="4846648" y="269986"/>
                  </a:lnTo>
                  <a:lnTo>
                    <a:pt x="4846766" y="269986"/>
                  </a:lnTo>
                  <a:lnTo>
                    <a:pt x="4846883" y="269986"/>
                  </a:lnTo>
                  <a:lnTo>
                    <a:pt x="4847001" y="269986"/>
                  </a:lnTo>
                  <a:lnTo>
                    <a:pt x="4847119" y="269986"/>
                  </a:lnTo>
                  <a:lnTo>
                    <a:pt x="4847236" y="269986"/>
                  </a:lnTo>
                  <a:lnTo>
                    <a:pt x="4847354" y="269986"/>
                  </a:lnTo>
                  <a:lnTo>
                    <a:pt x="4847471" y="269986"/>
                  </a:lnTo>
                  <a:lnTo>
                    <a:pt x="4847589" y="269986"/>
                  </a:lnTo>
                  <a:lnTo>
                    <a:pt x="4847707" y="269986"/>
                  </a:lnTo>
                  <a:lnTo>
                    <a:pt x="4847824" y="269986"/>
                  </a:lnTo>
                  <a:lnTo>
                    <a:pt x="4847942" y="269986"/>
                  </a:lnTo>
                  <a:lnTo>
                    <a:pt x="4848059" y="269986"/>
                  </a:lnTo>
                  <a:lnTo>
                    <a:pt x="4848177" y="269986"/>
                  </a:lnTo>
                  <a:lnTo>
                    <a:pt x="4848295" y="269986"/>
                  </a:lnTo>
                  <a:lnTo>
                    <a:pt x="4848412" y="269986"/>
                  </a:lnTo>
                  <a:lnTo>
                    <a:pt x="4848530" y="269986"/>
                  </a:lnTo>
                  <a:lnTo>
                    <a:pt x="4848648" y="269986"/>
                  </a:lnTo>
                  <a:lnTo>
                    <a:pt x="4848765" y="269986"/>
                  </a:lnTo>
                  <a:lnTo>
                    <a:pt x="4848883" y="269986"/>
                  </a:lnTo>
                  <a:lnTo>
                    <a:pt x="4848883" y="269555"/>
                  </a:lnTo>
                  <a:lnTo>
                    <a:pt x="4849000" y="269555"/>
                  </a:lnTo>
                  <a:lnTo>
                    <a:pt x="4849118" y="269555"/>
                  </a:lnTo>
                  <a:lnTo>
                    <a:pt x="4849236" y="269555"/>
                  </a:lnTo>
                  <a:lnTo>
                    <a:pt x="4849353" y="269555"/>
                  </a:lnTo>
                  <a:lnTo>
                    <a:pt x="4849471" y="269555"/>
                  </a:lnTo>
                  <a:lnTo>
                    <a:pt x="4849471" y="269125"/>
                  </a:lnTo>
                  <a:lnTo>
                    <a:pt x="4849588" y="269125"/>
                  </a:lnTo>
                  <a:lnTo>
                    <a:pt x="4849706" y="269125"/>
                  </a:lnTo>
                  <a:lnTo>
                    <a:pt x="4849824" y="269125"/>
                  </a:lnTo>
                  <a:lnTo>
                    <a:pt x="4849941" y="269125"/>
                  </a:lnTo>
                  <a:lnTo>
                    <a:pt x="4850059" y="269125"/>
                  </a:lnTo>
                  <a:lnTo>
                    <a:pt x="4850177" y="269125"/>
                  </a:lnTo>
                  <a:lnTo>
                    <a:pt x="4850294" y="269125"/>
                  </a:lnTo>
                  <a:lnTo>
                    <a:pt x="4850294" y="268694"/>
                  </a:lnTo>
                  <a:lnTo>
                    <a:pt x="4850412" y="268694"/>
                  </a:lnTo>
                  <a:lnTo>
                    <a:pt x="4850529" y="268694"/>
                  </a:lnTo>
                  <a:lnTo>
                    <a:pt x="4850647" y="268694"/>
                  </a:lnTo>
                  <a:lnTo>
                    <a:pt x="4850765" y="268694"/>
                  </a:lnTo>
                  <a:lnTo>
                    <a:pt x="4850882" y="268694"/>
                  </a:lnTo>
                  <a:lnTo>
                    <a:pt x="4851000" y="268694"/>
                  </a:lnTo>
                  <a:lnTo>
                    <a:pt x="4851117" y="268694"/>
                  </a:lnTo>
                  <a:lnTo>
                    <a:pt x="4851235" y="268694"/>
                  </a:lnTo>
                  <a:lnTo>
                    <a:pt x="4851353" y="268694"/>
                  </a:lnTo>
                  <a:lnTo>
                    <a:pt x="4851470" y="268694"/>
                  </a:lnTo>
                  <a:lnTo>
                    <a:pt x="4851588" y="268694"/>
                  </a:lnTo>
                  <a:lnTo>
                    <a:pt x="4851588" y="268263"/>
                  </a:lnTo>
                  <a:lnTo>
                    <a:pt x="4851706" y="268263"/>
                  </a:lnTo>
                  <a:lnTo>
                    <a:pt x="4851823" y="268263"/>
                  </a:lnTo>
                  <a:lnTo>
                    <a:pt x="4851941" y="268263"/>
                  </a:lnTo>
                  <a:lnTo>
                    <a:pt x="4852058" y="268263"/>
                  </a:lnTo>
                  <a:lnTo>
                    <a:pt x="4852176" y="268263"/>
                  </a:lnTo>
                  <a:lnTo>
                    <a:pt x="4852294" y="268263"/>
                  </a:lnTo>
                  <a:lnTo>
                    <a:pt x="4852411" y="268263"/>
                  </a:lnTo>
                  <a:lnTo>
                    <a:pt x="4852411" y="267833"/>
                  </a:lnTo>
                  <a:lnTo>
                    <a:pt x="4852529" y="267833"/>
                  </a:lnTo>
                  <a:lnTo>
                    <a:pt x="4852646" y="267833"/>
                  </a:lnTo>
                  <a:lnTo>
                    <a:pt x="4852764" y="267833"/>
                  </a:lnTo>
                  <a:lnTo>
                    <a:pt x="4852882" y="267833"/>
                  </a:lnTo>
                  <a:lnTo>
                    <a:pt x="4852999" y="267833"/>
                  </a:lnTo>
                  <a:lnTo>
                    <a:pt x="4853117" y="267833"/>
                  </a:lnTo>
                  <a:lnTo>
                    <a:pt x="4853235" y="267833"/>
                  </a:lnTo>
                  <a:lnTo>
                    <a:pt x="4853352" y="267833"/>
                  </a:lnTo>
                  <a:lnTo>
                    <a:pt x="4853470" y="267833"/>
                  </a:lnTo>
                  <a:lnTo>
                    <a:pt x="4853587" y="267833"/>
                  </a:lnTo>
                  <a:lnTo>
                    <a:pt x="4853705" y="267833"/>
                  </a:lnTo>
                  <a:lnTo>
                    <a:pt x="4853823" y="267833"/>
                  </a:lnTo>
                  <a:lnTo>
                    <a:pt x="4853940" y="267833"/>
                  </a:lnTo>
                  <a:lnTo>
                    <a:pt x="4853940" y="267402"/>
                  </a:lnTo>
                  <a:lnTo>
                    <a:pt x="4854058" y="267402"/>
                  </a:lnTo>
                  <a:lnTo>
                    <a:pt x="4854175" y="267402"/>
                  </a:lnTo>
                  <a:lnTo>
                    <a:pt x="4854293" y="267402"/>
                  </a:lnTo>
                  <a:lnTo>
                    <a:pt x="4854411" y="267402"/>
                  </a:lnTo>
                  <a:lnTo>
                    <a:pt x="4854528" y="267402"/>
                  </a:lnTo>
                  <a:lnTo>
                    <a:pt x="4854646" y="267402"/>
                  </a:lnTo>
                  <a:lnTo>
                    <a:pt x="4854764" y="267402"/>
                  </a:lnTo>
                  <a:lnTo>
                    <a:pt x="4854881" y="267402"/>
                  </a:lnTo>
                  <a:lnTo>
                    <a:pt x="4854999" y="267402"/>
                  </a:lnTo>
                  <a:lnTo>
                    <a:pt x="4855116" y="267402"/>
                  </a:lnTo>
                  <a:lnTo>
                    <a:pt x="4855234" y="267402"/>
                  </a:lnTo>
                  <a:lnTo>
                    <a:pt x="4855352" y="267402"/>
                  </a:lnTo>
                  <a:lnTo>
                    <a:pt x="4855469" y="267402"/>
                  </a:lnTo>
                  <a:lnTo>
                    <a:pt x="4855587" y="267402"/>
                  </a:lnTo>
                  <a:lnTo>
                    <a:pt x="4855704" y="267402"/>
                  </a:lnTo>
                  <a:lnTo>
                    <a:pt x="4855822" y="267402"/>
                  </a:lnTo>
                  <a:lnTo>
                    <a:pt x="4855940" y="267402"/>
                  </a:lnTo>
                  <a:lnTo>
                    <a:pt x="4856057" y="267402"/>
                  </a:lnTo>
                  <a:lnTo>
                    <a:pt x="4856175" y="267402"/>
                  </a:lnTo>
                  <a:lnTo>
                    <a:pt x="4856292" y="267402"/>
                  </a:lnTo>
                  <a:lnTo>
                    <a:pt x="4856410" y="267402"/>
                  </a:lnTo>
                  <a:lnTo>
                    <a:pt x="4856528" y="267402"/>
                  </a:lnTo>
                  <a:lnTo>
                    <a:pt x="4856645" y="267402"/>
                  </a:lnTo>
                  <a:lnTo>
                    <a:pt x="4856763" y="267402"/>
                  </a:lnTo>
                  <a:lnTo>
                    <a:pt x="4856881" y="267402"/>
                  </a:lnTo>
                  <a:lnTo>
                    <a:pt x="4856998" y="267402"/>
                  </a:lnTo>
                  <a:lnTo>
                    <a:pt x="4857116" y="267402"/>
                  </a:lnTo>
                  <a:lnTo>
                    <a:pt x="4857233" y="267402"/>
                  </a:lnTo>
                  <a:lnTo>
                    <a:pt x="4857233" y="266972"/>
                  </a:lnTo>
                  <a:lnTo>
                    <a:pt x="4857351" y="266972"/>
                  </a:lnTo>
                  <a:lnTo>
                    <a:pt x="4857469" y="266972"/>
                  </a:lnTo>
                  <a:lnTo>
                    <a:pt x="4857586" y="266972"/>
                  </a:lnTo>
                  <a:lnTo>
                    <a:pt x="4857704" y="266972"/>
                  </a:lnTo>
                  <a:lnTo>
                    <a:pt x="4857821" y="266972"/>
                  </a:lnTo>
                  <a:lnTo>
                    <a:pt x="4857939" y="266972"/>
                  </a:lnTo>
                  <a:lnTo>
                    <a:pt x="4858057" y="266972"/>
                  </a:lnTo>
                  <a:lnTo>
                    <a:pt x="4858174" y="266972"/>
                  </a:lnTo>
                  <a:lnTo>
                    <a:pt x="4858292" y="266972"/>
                  </a:lnTo>
                  <a:lnTo>
                    <a:pt x="4858410" y="266972"/>
                  </a:lnTo>
                  <a:lnTo>
                    <a:pt x="4858527" y="266972"/>
                  </a:lnTo>
                  <a:lnTo>
                    <a:pt x="4858645" y="266972"/>
                  </a:lnTo>
                  <a:lnTo>
                    <a:pt x="4858762" y="266972"/>
                  </a:lnTo>
                  <a:lnTo>
                    <a:pt x="4858880" y="266972"/>
                  </a:lnTo>
                  <a:lnTo>
                    <a:pt x="4858880" y="266541"/>
                  </a:lnTo>
                  <a:lnTo>
                    <a:pt x="4858998" y="266541"/>
                  </a:lnTo>
                  <a:lnTo>
                    <a:pt x="4859115" y="266541"/>
                  </a:lnTo>
                  <a:lnTo>
                    <a:pt x="4859233" y="266541"/>
                  </a:lnTo>
                  <a:lnTo>
                    <a:pt x="4859350" y="266541"/>
                  </a:lnTo>
                  <a:lnTo>
                    <a:pt x="4859468" y="266541"/>
                  </a:lnTo>
                  <a:lnTo>
                    <a:pt x="4859586" y="266541"/>
                  </a:lnTo>
                  <a:lnTo>
                    <a:pt x="4859586" y="266110"/>
                  </a:lnTo>
                  <a:lnTo>
                    <a:pt x="4859703" y="266110"/>
                  </a:lnTo>
                  <a:lnTo>
                    <a:pt x="4859821" y="266110"/>
                  </a:lnTo>
                  <a:lnTo>
                    <a:pt x="4859939" y="266110"/>
                  </a:lnTo>
                  <a:lnTo>
                    <a:pt x="4860056" y="266110"/>
                  </a:lnTo>
                  <a:lnTo>
                    <a:pt x="4860174" y="266110"/>
                  </a:lnTo>
                  <a:lnTo>
                    <a:pt x="4860291" y="266110"/>
                  </a:lnTo>
                  <a:lnTo>
                    <a:pt x="4860409" y="266110"/>
                  </a:lnTo>
                  <a:lnTo>
                    <a:pt x="4860527" y="266110"/>
                  </a:lnTo>
                  <a:lnTo>
                    <a:pt x="4860644" y="266110"/>
                  </a:lnTo>
                  <a:lnTo>
                    <a:pt x="4860762" y="266110"/>
                  </a:lnTo>
                  <a:lnTo>
                    <a:pt x="4860879" y="266110"/>
                  </a:lnTo>
                  <a:lnTo>
                    <a:pt x="4860997" y="266110"/>
                  </a:lnTo>
                  <a:lnTo>
                    <a:pt x="4861115" y="266110"/>
                  </a:lnTo>
                  <a:lnTo>
                    <a:pt x="4861115" y="265680"/>
                  </a:lnTo>
                  <a:lnTo>
                    <a:pt x="4861232" y="265680"/>
                  </a:lnTo>
                  <a:lnTo>
                    <a:pt x="4861350" y="265680"/>
                  </a:lnTo>
                  <a:lnTo>
                    <a:pt x="4861468" y="265680"/>
                  </a:lnTo>
                  <a:lnTo>
                    <a:pt x="4861585" y="265680"/>
                  </a:lnTo>
                  <a:lnTo>
                    <a:pt x="4861703" y="265680"/>
                  </a:lnTo>
                  <a:lnTo>
                    <a:pt x="4861820" y="265680"/>
                  </a:lnTo>
                  <a:lnTo>
                    <a:pt x="4861938" y="265680"/>
                  </a:lnTo>
                  <a:lnTo>
                    <a:pt x="4862056" y="265680"/>
                  </a:lnTo>
                  <a:lnTo>
                    <a:pt x="4862173" y="265680"/>
                  </a:lnTo>
                  <a:lnTo>
                    <a:pt x="4862291" y="265680"/>
                  </a:lnTo>
                  <a:lnTo>
                    <a:pt x="4862408" y="265680"/>
                  </a:lnTo>
                  <a:lnTo>
                    <a:pt x="4862526" y="265680"/>
                  </a:lnTo>
                  <a:lnTo>
                    <a:pt x="4862526" y="265249"/>
                  </a:lnTo>
                  <a:lnTo>
                    <a:pt x="4862644" y="265249"/>
                  </a:lnTo>
                  <a:lnTo>
                    <a:pt x="4862761" y="265249"/>
                  </a:lnTo>
                  <a:lnTo>
                    <a:pt x="4862879" y="265249"/>
                  </a:lnTo>
                  <a:lnTo>
                    <a:pt x="4862997" y="265249"/>
                  </a:lnTo>
                  <a:lnTo>
                    <a:pt x="4863114" y="265249"/>
                  </a:lnTo>
                  <a:lnTo>
                    <a:pt x="4863232" y="265249"/>
                  </a:lnTo>
                  <a:lnTo>
                    <a:pt x="4863349" y="265249"/>
                  </a:lnTo>
                  <a:lnTo>
                    <a:pt x="4863467" y="265249"/>
                  </a:lnTo>
                  <a:lnTo>
                    <a:pt x="4863585" y="265249"/>
                  </a:lnTo>
                  <a:lnTo>
                    <a:pt x="4863702" y="265249"/>
                  </a:lnTo>
                  <a:lnTo>
                    <a:pt x="4863820" y="265249"/>
                  </a:lnTo>
                  <a:lnTo>
                    <a:pt x="4863937" y="265249"/>
                  </a:lnTo>
                  <a:lnTo>
                    <a:pt x="4864055" y="265249"/>
                  </a:lnTo>
                  <a:lnTo>
                    <a:pt x="4864173" y="265249"/>
                  </a:lnTo>
                  <a:lnTo>
                    <a:pt x="4864290" y="265249"/>
                  </a:lnTo>
                  <a:lnTo>
                    <a:pt x="4864408" y="265249"/>
                  </a:lnTo>
                  <a:lnTo>
                    <a:pt x="4864525" y="265249"/>
                  </a:lnTo>
                  <a:lnTo>
                    <a:pt x="4864643" y="265249"/>
                  </a:lnTo>
                  <a:lnTo>
                    <a:pt x="4864761" y="265249"/>
                  </a:lnTo>
                  <a:lnTo>
                    <a:pt x="4864878" y="265249"/>
                  </a:lnTo>
                  <a:lnTo>
                    <a:pt x="4864996" y="265249"/>
                  </a:lnTo>
                  <a:lnTo>
                    <a:pt x="4865114" y="265249"/>
                  </a:lnTo>
                  <a:lnTo>
                    <a:pt x="4865114" y="264819"/>
                  </a:lnTo>
                  <a:lnTo>
                    <a:pt x="4865231" y="264819"/>
                  </a:lnTo>
                  <a:lnTo>
                    <a:pt x="4865349" y="264819"/>
                  </a:lnTo>
                  <a:lnTo>
                    <a:pt x="4865466" y="264819"/>
                  </a:lnTo>
                  <a:lnTo>
                    <a:pt x="4865584" y="264819"/>
                  </a:lnTo>
                  <a:lnTo>
                    <a:pt x="4865702" y="264819"/>
                  </a:lnTo>
                  <a:lnTo>
                    <a:pt x="4865819" y="264819"/>
                  </a:lnTo>
                  <a:lnTo>
                    <a:pt x="4865937" y="264819"/>
                  </a:lnTo>
                  <a:lnTo>
                    <a:pt x="4866054" y="264819"/>
                  </a:lnTo>
                  <a:lnTo>
                    <a:pt x="4866054" y="264388"/>
                  </a:lnTo>
                  <a:lnTo>
                    <a:pt x="4866172" y="264388"/>
                  </a:lnTo>
                  <a:lnTo>
                    <a:pt x="4866290" y="264388"/>
                  </a:lnTo>
                  <a:lnTo>
                    <a:pt x="4866407" y="264388"/>
                  </a:lnTo>
                  <a:lnTo>
                    <a:pt x="4866525" y="264388"/>
                  </a:lnTo>
                  <a:lnTo>
                    <a:pt x="4866643" y="264388"/>
                  </a:lnTo>
                  <a:lnTo>
                    <a:pt x="4866760" y="264388"/>
                  </a:lnTo>
                  <a:lnTo>
                    <a:pt x="4866878" y="264388"/>
                  </a:lnTo>
                  <a:lnTo>
                    <a:pt x="4866995" y="264388"/>
                  </a:lnTo>
                  <a:lnTo>
                    <a:pt x="4867113" y="264388"/>
                  </a:lnTo>
                  <a:lnTo>
                    <a:pt x="4867113" y="263957"/>
                  </a:lnTo>
                  <a:lnTo>
                    <a:pt x="4867231" y="263957"/>
                  </a:lnTo>
                  <a:lnTo>
                    <a:pt x="4867348" y="263957"/>
                  </a:lnTo>
                  <a:lnTo>
                    <a:pt x="4867466" y="263957"/>
                  </a:lnTo>
                  <a:lnTo>
                    <a:pt x="4867583" y="263957"/>
                  </a:lnTo>
                  <a:lnTo>
                    <a:pt x="4867701" y="263957"/>
                  </a:lnTo>
                  <a:lnTo>
                    <a:pt x="4867819" y="263957"/>
                  </a:lnTo>
                  <a:lnTo>
                    <a:pt x="4867936" y="263957"/>
                  </a:lnTo>
                  <a:lnTo>
                    <a:pt x="4868054" y="263957"/>
                  </a:lnTo>
                  <a:lnTo>
                    <a:pt x="4868172" y="263957"/>
                  </a:lnTo>
                  <a:lnTo>
                    <a:pt x="4868289" y="263957"/>
                  </a:lnTo>
                  <a:lnTo>
                    <a:pt x="4868407" y="263957"/>
                  </a:lnTo>
                  <a:lnTo>
                    <a:pt x="4868524" y="263957"/>
                  </a:lnTo>
                  <a:lnTo>
                    <a:pt x="4868642" y="263957"/>
                  </a:lnTo>
                  <a:lnTo>
                    <a:pt x="4868760" y="263957"/>
                  </a:lnTo>
                  <a:lnTo>
                    <a:pt x="4868877" y="263957"/>
                  </a:lnTo>
                  <a:lnTo>
                    <a:pt x="4868995" y="263957"/>
                  </a:lnTo>
                  <a:lnTo>
                    <a:pt x="4869112" y="263957"/>
                  </a:lnTo>
                  <a:lnTo>
                    <a:pt x="4869230" y="263957"/>
                  </a:lnTo>
                  <a:lnTo>
                    <a:pt x="4869348" y="263957"/>
                  </a:lnTo>
                  <a:lnTo>
                    <a:pt x="4869348" y="263527"/>
                  </a:lnTo>
                  <a:lnTo>
                    <a:pt x="4869465" y="263527"/>
                  </a:lnTo>
                  <a:lnTo>
                    <a:pt x="4869583" y="263527"/>
                  </a:lnTo>
                  <a:lnTo>
                    <a:pt x="4869701" y="263527"/>
                  </a:lnTo>
                  <a:lnTo>
                    <a:pt x="4869818" y="263527"/>
                  </a:lnTo>
                  <a:lnTo>
                    <a:pt x="4869936" y="263527"/>
                  </a:lnTo>
                  <a:lnTo>
                    <a:pt x="4870053" y="263527"/>
                  </a:lnTo>
                  <a:lnTo>
                    <a:pt x="4870171" y="263527"/>
                  </a:lnTo>
                  <a:lnTo>
                    <a:pt x="4870289" y="263527"/>
                  </a:lnTo>
                  <a:lnTo>
                    <a:pt x="4870406" y="263527"/>
                  </a:lnTo>
                  <a:lnTo>
                    <a:pt x="4870524" y="263527"/>
                  </a:lnTo>
                  <a:lnTo>
                    <a:pt x="4870641" y="263527"/>
                  </a:lnTo>
                  <a:lnTo>
                    <a:pt x="4870759" y="263527"/>
                  </a:lnTo>
                  <a:lnTo>
                    <a:pt x="4870877" y="263527"/>
                  </a:lnTo>
                  <a:lnTo>
                    <a:pt x="4870994" y="263527"/>
                  </a:lnTo>
                  <a:lnTo>
                    <a:pt x="4871112" y="263527"/>
                  </a:lnTo>
                  <a:lnTo>
                    <a:pt x="4871230" y="263527"/>
                  </a:lnTo>
                  <a:lnTo>
                    <a:pt x="4871347" y="263527"/>
                  </a:lnTo>
                  <a:lnTo>
                    <a:pt x="4871465" y="263527"/>
                  </a:lnTo>
                  <a:lnTo>
                    <a:pt x="4871582" y="263527"/>
                  </a:lnTo>
                  <a:lnTo>
                    <a:pt x="4871700" y="263527"/>
                  </a:lnTo>
                  <a:lnTo>
                    <a:pt x="4871818" y="263527"/>
                  </a:lnTo>
                  <a:lnTo>
                    <a:pt x="4871935" y="263527"/>
                  </a:lnTo>
                  <a:lnTo>
                    <a:pt x="4872053" y="263527"/>
                  </a:lnTo>
                  <a:lnTo>
                    <a:pt x="4872170" y="263527"/>
                  </a:lnTo>
                  <a:lnTo>
                    <a:pt x="4872170" y="263096"/>
                  </a:lnTo>
                  <a:lnTo>
                    <a:pt x="4872288" y="263096"/>
                  </a:lnTo>
                  <a:lnTo>
                    <a:pt x="4872406" y="263096"/>
                  </a:lnTo>
                  <a:lnTo>
                    <a:pt x="4872523" y="263096"/>
                  </a:lnTo>
                  <a:lnTo>
                    <a:pt x="4872523" y="262666"/>
                  </a:lnTo>
                  <a:lnTo>
                    <a:pt x="4872641" y="262666"/>
                  </a:lnTo>
                  <a:lnTo>
                    <a:pt x="4872758" y="262666"/>
                  </a:lnTo>
                  <a:lnTo>
                    <a:pt x="4872876" y="262666"/>
                  </a:lnTo>
                  <a:lnTo>
                    <a:pt x="4872876" y="262235"/>
                  </a:lnTo>
                  <a:lnTo>
                    <a:pt x="4872994" y="262235"/>
                  </a:lnTo>
                  <a:lnTo>
                    <a:pt x="4873111" y="262235"/>
                  </a:lnTo>
                  <a:lnTo>
                    <a:pt x="4873111" y="261804"/>
                  </a:lnTo>
                  <a:lnTo>
                    <a:pt x="4873229" y="261804"/>
                  </a:lnTo>
                  <a:lnTo>
                    <a:pt x="4873347" y="261804"/>
                  </a:lnTo>
                  <a:lnTo>
                    <a:pt x="4873347" y="261374"/>
                  </a:lnTo>
                  <a:lnTo>
                    <a:pt x="4873347" y="260943"/>
                  </a:lnTo>
                  <a:lnTo>
                    <a:pt x="4873464" y="260943"/>
                  </a:lnTo>
                  <a:lnTo>
                    <a:pt x="4873582" y="260943"/>
                  </a:lnTo>
                  <a:lnTo>
                    <a:pt x="4873699" y="260943"/>
                  </a:lnTo>
                  <a:lnTo>
                    <a:pt x="4873817" y="260943"/>
                  </a:lnTo>
                  <a:lnTo>
                    <a:pt x="4873935" y="260943"/>
                  </a:lnTo>
                  <a:lnTo>
                    <a:pt x="4874052" y="260943"/>
                  </a:lnTo>
                  <a:lnTo>
                    <a:pt x="4874170" y="260943"/>
                  </a:lnTo>
                  <a:lnTo>
                    <a:pt x="4874287" y="260943"/>
                  </a:lnTo>
                  <a:lnTo>
                    <a:pt x="4874405" y="260943"/>
                  </a:lnTo>
                  <a:lnTo>
                    <a:pt x="4874523" y="260943"/>
                  </a:lnTo>
                  <a:lnTo>
                    <a:pt x="4874640" y="260943"/>
                  </a:lnTo>
                  <a:lnTo>
                    <a:pt x="4874758" y="260943"/>
                  </a:lnTo>
                  <a:lnTo>
                    <a:pt x="4874876" y="260943"/>
                  </a:lnTo>
                  <a:lnTo>
                    <a:pt x="4874993" y="260943"/>
                  </a:lnTo>
                  <a:lnTo>
                    <a:pt x="4875111" y="260943"/>
                  </a:lnTo>
                  <a:lnTo>
                    <a:pt x="4875228" y="260943"/>
                  </a:lnTo>
                  <a:lnTo>
                    <a:pt x="4875346" y="260943"/>
                  </a:lnTo>
                  <a:lnTo>
                    <a:pt x="4875464" y="260943"/>
                  </a:lnTo>
                  <a:lnTo>
                    <a:pt x="4875464" y="260513"/>
                  </a:lnTo>
                  <a:lnTo>
                    <a:pt x="4875581" y="260513"/>
                  </a:lnTo>
                  <a:lnTo>
                    <a:pt x="4875699" y="260513"/>
                  </a:lnTo>
                  <a:lnTo>
                    <a:pt x="4875816" y="260513"/>
                  </a:lnTo>
                  <a:lnTo>
                    <a:pt x="4875934" y="260513"/>
                  </a:lnTo>
                  <a:lnTo>
                    <a:pt x="4876052" y="260513"/>
                  </a:lnTo>
                  <a:lnTo>
                    <a:pt x="4876169" y="260513"/>
                  </a:lnTo>
                  <a:lnTo>
                    <a:pt x="4876287" y="260513"/>
                  </a:lnTo>
                  <a:lnTo>
                    <a:pt x="4876405" y="260513"/>
                  </a:lnTo>
                  <a:lnTo>
                    <a:pt x="4876522" y="260513"/>
                  </a:lnTo>
                  <a:lnTo>
                    <a:pt x="4876640" y="260513"/>
                  </a:lnTo>
                  <a:lnTo>
                    <a:pt x="4876757" y="260513"/>
                  </a:lnTo>
                  <a:lnTo>
                    <a:pt x="4876875" y="260513"/>
                  </a:lnTo>
                  <a:lnTo>
                    <a:pt x="4876993" y="260513"/>
                  </a:lnTo>
                  <a:lnTo>
                    <a:pt x="4877110" y="260513"/>
                  </a:lnTo>
                  <a:lnTo>
                    <a:pt x="4877228" y="260513"/>
                  </a:lnTo>
                  <a:lnTo>
                    <a:pt x="4877345" y="260513"/>
                  </a:lnTo>
                  <a:lnTo>
                    <a:pt x="4877463" y="260513"/>
                  </a:lnTo>
                  <a:lnTo>
                    <a:pt x="4877581" y="260513"/>
                  </a:lnTo>
                  <a:lnTo>
                    <a:pt x="4877698" y="260513"/>
                  </a:lnTo>
                  <a:lnTo>
                    <a:pt x="4877816" y="260513"/>
                  </a:lnTo>
                  <a:lnTo>
                    <a:pt x="4877934" y="260513"/>
                  </a:lnTo>
                  <a:lnTo>
                    <a:pt x="4878051" y="260513"/>
                  </a:lnTo>
                  <a:lnTo>
                    <a:pt x="4878169" y="260513"/>
                  </a:lnTo>
                  <a:lnTo>
                    <a:pt x="4878286" y="260513"/>
                  </a:lnTo>
                  <a:lnTo>
                    <a:pt x="4878404" y="260513"/>
                  </a:lnTo>
                  <a:lnTo>
                    <a:pt x="4878522" y="260513"/>
                  </a:lnTo>
                  <a:lnTo>
                    <a:pt x="4878639" y="260513"/>
                  </a:lnTo>
                  <a:lnTo>
                    <a:pt x="4878757" y="260513"/>
                  </a:lnTo>
                  <a:lnTo>
                    <a:pt x="4878874" y="260513"/>
                  </a:lnTo>
                  <a:lnTo>
                    <a:pt x="4878874" y="260082"/>
                  </a:lnTo>
                  <a:lnTo>
                    <a:pt x="4878874" y="259651"/>
                  </a:lnTo>
                  <a:lnTo>
                    <a:pt x="4878992" y="259651"/>
                  </a:lnTo>
                  <a:lnTo>
                    <a:pt x="4879110" y="259651"/>
                  </a:lnTo>
                  <a:lnTo>
                    <a:pt x="4879227" y="259651"/>
                  </a:lnTo>
                  <a:lnTo>
                    <a:pt x="4879345" y="259651"/>
                  </a:lnTo>
                  <a:lnTo>
                    <a:pt x="4879463" y="259651"/>
                  </a:lnTo>
                  <a:lnTo>
                    <a:pt x="4879580" y="259651"/>
                  </a:lnTo>
                  <a:lnTo>
                    <a:pt x="4879698" y="259651"/>
                  </a:lnTo>
                  <a:lnTo>
                    <a:pt x="4879815" y="259651"/>
                  </a:lnTo>
                  <a:lnTo>
                    <a:pt x="4879933" y="259651"/>
                  </a:lnTo>
                  <a:lnTo>
                    <a:pt x="4880051" y="259651"/>
                  </a:lnTo>
                  <a:lnTo>
                    <a:pt x="4880168" y="259651"/>
                  </a:lnTo>
                  <a:lnTo>
                    <a:pt x="4880286" y="259651"/>
                  </a:lnTo>
                  <a:lnTo>
                    <a:pt x="4880403" y="259651"/>
                  </a:lnTo>
                  <a:lnTo>
                    <a:pt x="4880403" y="259221"/>
                  </a:lnTo>
                  <a:lnTo>
                    <a:pt x="4880521" y="259221"/>
                  </a:lnTo>
                  <a:lnTo>
                    <a:pt x="4880639" y="259221"/>
                  </a:lnTo>
                  <a:lnTo>
                    <a:pt x="4880756" y="259221"/>
                  </a:lnTo>
                  <a:lnTo>
                    <a:pt x="4880874" y="259221"/>
                  </a:lnTo>
                  <a:lnTo>
                    <a:pt x="4880991" y="259221"/>
                  </a:lnTo>
                  <a:lnTo>
                    <a:pt x="4881109" y="259221"/>
                  </a:lnTo>
                  <a:lnTo>
                    <a:pt x="4881227" y="259221"/>
                  </a:lnTo>
                  <a:lnTo>
                    <a:pt x="4881344" y="259221"/>
                  </a:lnTo>
                  <a:lnTo>
                    <a:pt x="4881344" y="258790"/>
                  </a:lnTo>
                  <a:lnTo>
                    <a:pt x="4881462" y="258790"/>
                  </a:lnTo>
                  <a:lnTo>
                    <a:pt x="4881580" y="258790"/>
                  </a:lnTo>
                  <a:lnTo>
                    <a:pt x="4881697" y="258790"/>
                  </a:lnTo>
                  <a:lnTo>
                    <a:pt x="4881815" y="258790"/>
                  </a:lnTo>
                  <a:lnTo>
                    <a:pt x="4881932" y="258790"/>
                  </a:lnTo>
                  <a:lnTo>
                    <a:pt x="4882050" y="258790"/>
                  </a:lnTo>
                  <a:lnTo>
                    <a:pt x="4882168" y="258790"/>
                  </a:lnTo>
                  <a:lnTo>
                    <a:pt x="4882285" y="258790"/>
                  </a:lnTo>
                  <a:lnTo>
                    <a:pt x="4882403" y="258790"/>
                  </a:lnTo>
                  <a:lnTo>
                    <a:pt x="4882520" y="258790"/>
                  </a:lnTo>
                  <a:lnTo>
                    <a:pt x="4882638" y="258790"/>
                  </a:lnTo>
                  <a:lnTo>
                    <a:pt x="4882638" y="258360"/>
                  </a:lnTo>
                  <a:lnTo>
                    <a:pt x="4882756" y="258360"/>
                  </a:lnTo>
                  <a:lnTo>
                    <a:pt x="4882873" y="258360"/>
                  </a:lnTo>
                  <a:lnTo>
                    <a:pt x="4882991" y="258360"/>
                  </a:lnTo>
                  <a:lnTo>
                    <a:pt x="4883109" y="258360"/>
                  </a:lnTo>
                  <a:lnTo>
                    <a:pt x="4883226" y="258360"/>
                  </a:lnTo>
                  <a:lnTo>
                    <a:pt x="4883344" y="258360"/>
                  </a:lnTo>
                  <a:lnTo>
                    <a:pt x="4883461" y="258360"/>
                  </a:lnTo>
                  <a:lnTo>
                    <a:pt x="4883579" y="258360"/>
                  </a:lnTo>
                  <a:lnTo>
                    <a:pt x="4883697" y="258360"/>
                  </a:lnTo>
                  <a:lnTo>
                    <a:pt x="4883814" y="258360"/>
                  </a:lnTo>
                  <a:lnTo>
                    <a:pt x="4883932" y="258360"/>
                  </a:lnTo>
                  <a:lnTo>
                    <a:pt x="4884049" y="258360"/>
                  </a:lnTo>
                  <a:lnTo>
                    <a:pt x="4884167" y="258360"/>
                  </a:lnTo>
                  <a:lnTo>
                    <a:pt x="4884285" y="258360"/>
                  </a:lnTo>
                  <a:lnTo>
                    <a:pt x="4884402" y="258360"/>
                  </a:lnTo>
                  <a:lnTo>
                    <a:pt x="4884520" y="258360"/>
                  </a:lnTo>
                  <a:lnTo>
                    <a:pt x="4884638" y="258360"/>
                  </a:lnTo>
                  <a:lnTo>
                    <a:pt x="4884638" y="257929"/>
                  </a:lnTo>
                  <a:lnTo>
                    <a:pt x="4884755" y="257929"/>
                  </a:lnTo>
                  <a:lnTo>
                    <a:pt x="4884873" y="257929"/>
                  </a:lnTo>
                  <a:lnTo>
                    <a:pt x="4884990" y="257929"/>
                  </a:lnTo>
                  <a:lnTo>
                    <a:pt x="4885108" y="257929"/>
                  </a:lnTo>
                  <a:lnTo>
                    <a:pt x="4885226" y="257929"/>
                  </a:lnTo>
                  <a:lnTo>
                    <a:pt x="4885226" y="257498"/>
                  </a:lnTo>
                  <a:lnTo>
                    <a:pt x="4885343" y="257498"/>
                  </a:lnTo>
                  <a:lnTo>
                    <a:pt x="4885461" y="257498"/>
                  </a:lnTo>
                  <a:lnTo>
                    <a:pt x="4885578" y="257498"/>
                  </a:lnTo>
                  <a:lnTo>
                    <a:pt x="4885696" y="257498"/>
                  </a:lnTo>
                  <a:lnTo>
                    <a:pt x="4885814" y="257498"/>
                  </a:lnTo>
                  <a:lnTo>
                    <a:pt x="4885931" y="257498"/>
                  </a:lnTo>
                  <a:lnTo>
                    <a:pt x="4886049" y="257498"/>
                  </a:lnTo>
                  <a:lnTo>
                    <a:pt x="4886167" y="257498"/>
                  </a:lnTo>
                  <a:lnTo>
                    <a:pt x="4886284" y="257498"/>
                  </a:lnTo>
                  <a:lnTo>
                    <a:pt x="4886284" y="257068"/>
                  </a:lnTo>
                  <a:lnTo>
                    <a:pt x="4886402" y="257068"/>
                  </a:lnTo>
                  <a:lnTo>
                    <a:pt x="4886519" y="257068"/>
                  </a:lnTo>
                  <a:lnTo>
                    <a:pt x="4886637" y="257068"/>
                  </a:lnTo>
                  <a:lnTo>
                    <a:pt x="4886755" y="257068"/>
                  </a:lnTo>
                  <a:lnTo>
                    <a:pt x="4886872" y="257068"/>
                  </a:lnTo>
                  <a:lnTo>
                    <a:pt x="4886990" y="257068"/>
                  </a:lnTo>
                  <a:lnTo>
                    <a:pt x="4887107" y="257068"/>
                  </a:lnTo>
                  <a:lnTo>
                    <a:pt x="4887225" y="257068"/>
                  </a:lnTo>
                  <a:lnTo>
                    <a:pt x="4887343" y="257068"/>
                  </a:lnTo>
                  <a:lnTo>
                    <a:pt x="4887460" y="257068"/>
                  </a:lnTo>
                  <a:lnTo>
                    <a:pt x="4887578" y="257068"/>
                  </a:lnTo>
                  <a:lnTo>
                    <a:pt x="4887696" y="257068"/>
                  </a:lnTo>
                  <a:lnTo>
                    <a:pt x="4887813" y="257068"/>
                  </a:lnTo>
                  <a:lnTo>
                    <a:pt x="4887931" y="257068"/>
                  </a:lnTo>
                  <a:lnTo>
                    <a:pt x="4888048" y="257068"/>
                  </a:lnTo>
                  <a:lnTo>
                    <a:pt x="4888048" y="256637"/>
                  </a:lnTo>
                  <a:lnTo>
                    <a:pt x="4888166" y="256637"/>
                  </a:lnTo>
                  <a:lnTo>
                    <a:pt x="4888284" y="256637"/>
                  </a:lnTo>
                  <a:lnTo>
                    <a:pt x="4888401" y="256637"/>
                  </a:lnTo>
                  <a:lnTo>
                    <a:pt x="4888519" y="256637"/>
                  </a:lnTo>
                  <a:lnTo>
                    <a:pt x="4888636" y="256637"/>
                  </a:lnTo>
                  <a:lnTo>
                    <a:pt x="4888636" y="256207"/>
                  </a:lnTo>
                  <a:lnTo>
                    <a:pt x="4888754" y="256207"/>
                  </a:lnTo>
                  <a:lnTo>
                    <a:pt x="4888872" y="256207"/>
                  </a:lnTo>
                  <a:lnTo>
                    <a:pt x="4888989" y="256207"/>
                  </a:lnTo>
                  <a:lnTo>
                    <a:pt x="4889107" y="256207"/>
                  </a:lnTo>
                  <a:lnTo>
                    <a:pt x="4889224" y="256207"/>
                  </a:lnTo>
                  <a:lnTo>
                    <a:pt x="4889342" y="256207"/>
                  </a:lnTo>
                  <a:lnTo>
                    <a:pt x="4889460" y="256207"/>
                  </a:lnTo>
                  <a:lnTo>
                    <a:pt x="4889460" y="255776"/>
                  </a:lnTo>
                  <a:lnTo>
                    <a:pt x="4889577" y="255776"/>
                  </a:lnTo>
                  <a:lnTo>
                    <a:pt x="4889577" y="255345"/>
                  </a:lnTo>
                  <a:lnTo>
                    <a:pt x="4889695" y="255345"/>
                  </a:lnTo>
                  <a:lnTo>
                    <a:pt x="4889813" y="255345"/>
                  </a:lnTo>
                  <a:lnTo>
                    <a:pt x="4889930" y="255345"/>
                  </a:lnTo>
                  <a:lnTo>
                    <a:pt x="4890048" y="255345"/>
                  </a:lnTo>
                  <a:lnTo>
                    <a:pt x="4890165" y="255345"/>
                  </a:lnTo>
                  <a:lnTo>
                    <a:pt x="4890283" y="255345"/>
                  </a:lnTo>
                  <a:lnTo>
                    <a:pt x="4890401" y="255345"/>
                  </a:lnTo>
                  <a:lnTo>
                    <a:pt x="4890518" y="255345"/>
                  </a:lnTo>
                  <a:lnTo>
                    <a:pt x="4890636" y="255345"/>
                  </a:lnTo>
                  <a:lnTo>
                    <a:pt x="4890753" y="255345"/>
                  </a:lnTo>
                  <a:lnTo>
                    <a:pt x="4890871" y="255345"/>
                  </a:lnTo>
                  <a:lnTo>
                    <a:pt x="4890871" y="254915"/>
                  </a:lnTo>
                  <a:lnTo>
                    <a:pt x="4890989" y="254915"/>
                  </a:lnTo>
                  <a:lnTo>
                    <a:pt x="4891106" y="254915"/>
                  </a:lnTo>
                  <a:lnTo>
                    <a:pt x="4891106" y="254484"/>
                  </a:lnTo>
                  <a:lnTo>
                    <a:pt x="4891106" y="254054"/>
                  </a:lnTo>
                  <a:lnTo>
                    <a:pt x="4891224" y="254054"/>
                  </a:lnTo>
                  <a:lnTo>
                    <a:pt x="4891342" y="254054"/>
                  </a:lnTo>
                  <a:lnTo>
                    <a:pt x="4891459" y="254054"/>
                  </a:lnTo>
                  <a:lnTo>
                    <a:pt x="4891577" y="254054"/>
                  </a:lnTo>
                  <a:lnTo>
                    <a:pt x="4891694" y="254054"/>
                  </a:lnTo>
                  <a:lnTo>
                    <a:pt x="4891812" y="254054"/>
                  </a:lnTo>
                  <a:lnTo>
                    <a:pt x="4891930" y="254054"/>
                  </a:lnTo>
                  <a:lnTo>
                    <a:pt x="4892047" y="254054"/>
                  </a:lnTo>
                  <a:lnTo>
                    <a:pt x="4892165" y="254054"/>
                  </a:lnTo>
                  <a:lnTo>
                    <a:pt x="4892282" y="254054"/>
                  </a:lnTo>
                  <a:lnTo>
                    <a:pt x="4892400" y="254054"/>
                  </a:lnTo>
                  <a:lnTo>
                    <a:pt x="4892518" y="254054"/>
                  </a:lnTo>
                  <a:lnTo>
                    <a:pt x="4892635" y="254054"/>
                  </a:lnTo>
                  <a:lnTo>
                    <a:pt x="4892753" y="254054"/>
                  </a:lnTo>
                  <a:lnTo>
                    <a:pt x="4892871" y="254054"/>
                  </a:lnTo>
                  <a:lnTo>
                    <a:pt x="4892988" y="254054"/>
                  </a:lnTo>
                  <a:lnTo>
                    <a:pt x="4893106" y="254054"/>
                  </a:lnTo>
                  <a:lnTo>
                    <a:pt x="4893223" y="254054"/>
                  </a:lnTo>
                  <a:lnTo>
                    <a:pt x="4893341" y="254054"/>
                  </a:lnTo>
                  <a:lnTo>
                    <a:pt x="4893459" y="254054"/>
                  </a:lnTo>
                  <a:lnTo>
                    <a:pt x="4893459" y="253623"/>
                  </a:lnTo>
                  <a:lnTo>
                    <a:pt x="4893576" y="253623"/>
                  </a:lnTo>
                  <a:lnTo>
                    <a:pt x="4893694" y="253623"/>
                  </a:lnTo>
                  <a:lnTo>
                    <a:pt x="4893811" y="253623"/>
                  </a:lnTo>
                  <a:lnTo>
                    <a:pt x="4893929" y="253623"/>
                  </a:lnTo>
                  <a:lnTo>
                    <a:pt x="4894047" y="253623"/>
                  </a:lnTo>
                  <a:lnTo>
                    <a:pt x="4894164" y="253623"/>
                  </a:lnTo>
                  <a:lnTo>
                    <a:pt x="4894282" y="253623"/>
                  </a:lnTo>
                  <a:lnTo>
                    <a:pt x="4894400" y="253623"/>
                  </a:lnTo>
                  <a:lnTo>
                    <a:pt x="4894517" y="253623"/>
                  </a:lnTo>
                  <a:lnTo>
                    <a:pt x="4894635" y="253623"/>
                  </a:lnTo>
                  <a:lnTo>
                    <a:pt x="4894752" y="253623"/>
                  </a:lnTo>
                  <a:lnTo>
                    <a:pt x="4894870" y="253623"/>
                  </a:lnTo>
                  <a:lnTo>
                    <a:pt x="4894988" y="253623"/>
                  </a:lnTo>
                  <a:lnTo>
                    <a:pt x="4895105" y="253623"/>
                  </a:lnTo>
                  <a:lnTo>
                    <a:pt x="4895223" y="253623"/>
                  </a:lnTo>
                  <a:lnTo>
                    <a:pt x="4895340" y="253623"/>
                  </a:lnTo>
                  <a:lnTo>
                    <a:pt x="4895458" y="253623"/>
                  </a:lnTo>
                  <a:lnTo>
                    <a:pt x="4895576" y="253623"/>
                  </a:lnTo>
                  <a:lnTo>
                    <a:pt x="4895693" y="253623"/>
                  </a:lnTo>
                  <a:lnTo>
                    <a:pt x="4895811" y="253623"/>
                  </a:lnTo>
                  <a:lnTo>
                    <a:pt x="4895929" y="253623"/>
                  </a:lnTo>
                  <a:lnTo>
                    <a:pt x="4896046" y="253623"/>
                  </a:lnTo>
                  <a:lnTo>
                    <a:pt x="4896046" y="253192"/>
                  </a:lnTo>
                  <a:lnTo>
                    <a:pt x="4896164" y="253192"/>
                  </a:lnTo>
                  <a:lnTo>
                    <a:pt x="4896281" y="253192"/>
                  </a:lnTo>
                  <a:lnTo>
                    <a:pt x="4896399" y="253192"/>
                  </a:lnTo>
                  <a:lnTo>
                    <a:pt x="4896517" y="253192"/>
                  </a:lnTo>
                  <a:lnTo>
                    <a:pt x="4896634" y="253192"/>
                  </a:lnTo>
                  <a:lnTo>
                    <a:pt x="4896752" y="253192"/>
                  </a:lnTo>
                  <a:lnTo>
                    <a:pt x="4896752" y="252762"/>
                  </a:lnTo>
                  <a:lnTo>
                    <a:pt x="4896752" y="252331"/>
                  </a:lnTo>
                  <a:lnTo>
                    <a:pt x="4896869" y="252331"/>
                  </a:lnTo>
                  <a:lnTo>
                    <a:pt x="4896987" y="252331"/>
                  </a:lnTo>
                  <a:lnTo>
                    <a:pt x="4897105" y="252331"/>
                  </a:lnTo>
                  <a:lnTo>
                    <a:pt x="4897222" y="252331"/>
                  </a:lnTo>
                  <a:lnTo>
                    <a:pt x="4897340" y="252331"/>
                  </a:lnTo>
                  <a:lnTo>
                    <a:pt x="4897457" y="252331"/>
                  </a:lnTo>
                  <a:lnTo>
                    <a:pt x="4897575" y="252331"/>
                  </a:lnTo>
                  <a:lnTo>
                    <a:pt x="4897693" y="252331"/>
                  </a:lnTo>
                  <a:lnTo>
                    <a:pt x="4897810" y="252331"/>
                  </a:lnTo>
                  <a:lnTo>
                    <a:pt x="4897928" y="252331"/>
                  </a:lnTo>
                  <a:lnTo>
                    <a:pt x="4897928" y="251901"/>
                  </a:lnTo>
                  <a:lnTo>
                    <a:pt x="4898046" y="251901"/>
                  </a:lnTo>
                  <a:lnTo>
                    <a:pt x="4898163" y="251901"/>
                  </a:lnTo>
                  <a:lnTo>
                    <a:pt x="4898281" y="251901"/>
                  </a:lnTo>
                  <a:lnTo>
                    <a:pt x="4898398" y="251901"/>
                  </a:lnTo>
                  <a:lnTo>
                    <a:pt x="4898516" y="251901"/>
                  </a:lnTo>
                  <a:lnTo>
                    <a:pt x="4898634" y="251901"/>
                  </a:lnTo>
                  <a:lnTo>
                    <a:pt x="4898751" y="251901"/>
                  </a:lnTo>
                  <a:lnTo>
                    <a:pt x="4898869" y="251901"/>
                  </a:lnTo>
                  <a:lnTo>
                    <a:pt x="4898986" y="251901"/>
                  </a:lnTo>
                  <a:lnTo>
                    <a:pt x="4899104" y="251901"/>
                  </a:lnTo>
                  <a:lnTo>
                    <a:pt x="4899104" y="251470"/>
                  </a:lnTo>
                  <a:lnTo>
                    <a:pt x="4899222" y="251470"/>
                  </a:lnTo>
                  <a:lnTo>
                    <a:pt x="4899339" y="251470"/>
                  </a:lnTo>
                  <a:lnTo>
                    <a:pt x="4899457" y="251470"/>
                  </a:lnTo>
                  <a:lnTo>
                    <a:pt x="4899457" y="251039"/>
                  </a:lnTo>
                  <a:lnTo>
                    <a:pt x="4899575" y="251039"/>
                  </a:lnTo>
                  <a:lnTo>
                    <a:pt x="4899692" y="251039"/>
                  </a:lnTo>
                  <a:lnTo>
                    <a:pt x="4899810" y="251039"/>
                  </a:lnTo>
                  <a:lnTo>
                    <a:pt x="4899927" y="251039"/>
                  </a:lnTo>
                  <a:lnTo>
                    <a:pt x="4900045" y="251039"/>
                  </a:lnTo>
                  <a:lnTo>
                    <a:pt x="4900163" y="251039"/>
                  </a:lnTo>
                  <a:lnTo>
                    <a:pt x="4900280" y="251039"/>
                  </a:lnTo>
                  <a:lnTo>
                    <a:pt x="4900398" y="251039"/>
                  </a:lnTo>
                  <a:lnTo>
                    <a:pt x="4900515" y="251039"/>
                  </a:lnTo>
                  <a:lnTo>
                    <a:pt x="4900633" y="251039"/>
                  </a:lnTo>
                  <a:lnTo>
                    <a:pt x="4900751" y="251039"/>
                  </a:lnTo>
                  <a:lnTo>
                    <a:pt x="4900751" y="250609"/>
                  </a:lnTo>
                  <a:lnTo>
                    <a:pt x="4900868" y="250609"/>
                  </a:lnTo>
                  <a:lnTo>
                    <a:pt x="4900986" y="250609"/>
                  </a:lnTo>
                  <a:lnTo>
                    <a:pt x="4901104" y="250609"/>
                  </a:lnTo>
                  <a:lnTo>
                    <a:pt x="4901221" y="250609"/>
                  </a:lnTo>
                  <a:lnTo>
                    <a:pt x="4901339" y="250609"/>
                  </a:lnTo>
                  <a:lnTo>
                    <a:pt x="4901456" y="250609"/>
                  </a:lnTo>
                  <a:lnTo>
                    <a:pt x="4901456" y="250178"/>
                  </a:lnTo>
                  <a:lnTo>
                    <a:pt x="4901574" y="250178"/>
                  </a:lnTo>
                  <a:lnTo>
                    <a:pt x="4901692" y="250178"/>
                  </a:lnTo>
                  <a:lnTo>
                    <a:pt x="4901809" y="250178"/>
                  </a:lnTo>
                  <a:lnTo>
                    <a:pt x="4901927" y="250178"/>
                  </a:lnTo>
                  <a:lnTo>
                    <a:pt x="4902044" y="250178"/>
                  </a:lnTo>
                  <a:lnTo>
                    <a:pt x="4902162" y="250178"/>
                  </a:lnTo>
                  <a:lnTo>
                    <a:pt x="4902280" y="250178"/>
                  </a:lnTo>
                  <a:lnTo>
                    <a:pt x="4902397" y="250178"/>
                  </a:lnTo>
                  <a:lnTo>
                    <a:pt x="4902515" y="250178"/>
                  </a:lnTo>
                  <a:lnTo>
                    <a:pt x="4902633" y="250178"/>
                  </a:lnTo>
                  <a:lnTo>
                    <a:pt x="4902750" y="250178"/>
                  </a:lnTo>
                  <a:lnTo>
                    <a:pt x="4902750" y="249748"/>
                  </a:lnTo>
                  <a:lnTo>
                    <a:pt x="4902868" y="249748"/>
                  </a:lnTo>
                  <a:lnTo>
                    <a:pt x="4902985" y="249748"/>
                  </a:lnTo>
                  <a:lnTo>
                    <a:pt x="4902985" y="249317"/>
                  </a:lnTo>
                  <a:lnTo>
                    <a:pt x="4903103" y="249317"/>
                  </a:lnTo>
                  <a:lnTo>
                    <a:pt x="4903221" y="249317"/>
                  </a:lnTo>
                  <a:lnTo>
                    <a:pt x="4903338" y="249317"/>
                  </a:lnTo>
                  <a:lnTo>
                    <a:pt x="4903456" y="249317"/>
                  </a:lnTo>
                  <a:lnTo>
                    <a:pt x="4903573" y="249317"/>
                  </a:lnTo>
                  <a:lnTo>
                    <a:pt x="4903691" y="249317"/>
                  </a:lnTo>
                  <a:lnTo>
                    <a:pt x="4903809" y="249317"/>
                  </a:lnTo>
                  <a:lnTo>
                    <a:pt x="4903926" y="249317"/>
                  </a:lnTo>
                  <a:lnTo>
                    <a:pt x="4904044" y="249317"/>
                  </a:lnTo>
                  <a:lnTo>
                    <a:pt x="4904162" y="249317"/>
                  </a:lnTo>
                  <a:lnTo>
                    <a:pt x="4904279" y="249317"/>
                  </a:lnTo>
                  <a:lnTo>
                    <a:pt x="4904279" y="248886"/>
                  </a:lnTo>
                  <a:lnTo>
                    <a:pt x="4904397" y="248886"/>
                  </a:lnTo>
                  <a:lnTo>
                    <a:pt x="4904514" y="248886"/>
                  </a:lnTo>
                  <a:lnTo>
                    <a:pt x="4904632" y="248886"/>
                  </a:lnTo>
                  <a:lnTo>
                    <a:pt x="4904750" y="248886"/>
                  </a:lnTo>
                  <a:lnTo>
                    <a:pt x="4904867" y="248886"/>
                  </a:lnTo>
                  <a:lnTo>
                    <a:pt x="4904985" y="248886"/>
                  </a:lnTo>
                  <a:lnTo>
                    <a:pt x="4905102" y="248886"/>
                  </a:lnTo>
                  <a:lnTo>
                    <a:pt x="4905220" y="248886"/>
                  </a:lnTo>
                  <a:lnTo>
                    <a:pt x="4905338" y="248886"/>
                  </a:lnTo>
                  <a:lnTo>
                    <a:pt x="4905455" y="248886"/>
                  </a:lnTo>
                  <a:lnTo>
                    <a:pt x="4905573" y="248886"/>
                  </a:lnTo>
                  <a:lnTo>
                    <a:pt x="4905690" y="248886"/>
                  </a:lnTo>
                  <a:lnTo>
                    <a:pt x="4905808" y="248886"/>
                  </a:lnTo>
                  <a:lnTo>
                    <a:pt x="4905926" y="248886"/>
                  </a:lnTo>
                  <a:lnTo>
                    <a:pt x="4906043" y="248886"/>
                  </a:lnTo>
                  <a:lnTo>
                    <a:pt x="4906161" y="248886"/>
                  </a:lnTo>
                  <a:lnTo>
                    <a:pt x="4906279" y="248886"/>
                  </a:lnTo>
                  <a:lnTo>
                    <a:pt x="4906396" y="248886"/>
                  </a:lnTo>
                  <a:lnTo>
                    <a:pt x="4906514" y="248886"/>
                  </a:lnTo>
                  <a:lnTo>
                    <a:pt x="4906631" y="248886"/>
                  </a:lnTo>
                  <a:lnTo>
                    <a:pt x="4906749" y="248886"/>
                  </a:lnTo>
                  <a:lnTo>
                    <a:pt x="4906867" y="248886"/>
                  </a:lnTo>
                  <a:lnTo>
                    <a:pt x="4906984" y="248886"/>
                  </a:lnTo>
                  <a:lnTo>
                    <a:pt x="4907102" y="248886"/>
                  </a:lnTo>
                  <a:lnTo>
                    <a:pt x="4907219" y="248886"/>
                  </a:lnTo>
                  <a:lnTo>
                    <a:pt x="4907337" y="248886"/>
                  </a:lnTo>
                  <a:lnTo>
                    <a:pt x="4907455" y="248886"/>
                  </a:lnTo>
                  <a:lnTo>
                    <a:pt x="4907572" y="248886"/>
                  </a:lnTo>
                  <a:lnTo>
                    <a:pt x="4907690" y="248886"/>
                  </a:lnTo>
                  <a:lnTo>
                    <a:pt x="4907808" y="248886"/>
                  </a:lnTo>
                  <a:lnTo>
                    <a:pt x="4907925" y="248886"/>
                  </a:lnTo>
                  <a:lnTo>
                    <a:pt x="4908043" y="248886"/>
                  </a:lnTo>
                  <a:lnTo>
                    <a:pt x="4908160" y="248886"/>
                  </a:lnTo>
                  <a:lnTo>
                    <a:pt x="4908278" y="248886"/>
                  </a:lnTo>
                  <a:lnTo>
                    <a:pt x="4908396" y="248886"/>
                  </a:lnTo>
                  <a:lnTo>
                    <a:pt x="4908513" y="248886"/>
                  </a:lnTo>
                  <a:lnTo>
                    <a:pt x="4908631" y="248886"/>
                  </a:lnTo>
                  <a:lnTo>
                    <a:pt x="4908748" y="248886"/>
                  </a:lnTo>
                  <a:lnTo>
                    <a:pt x="4908866" y="248886"/>
                  </a:lnTo>
                  <a:lnTo>
                    <a:pt x="4908984" y="248886"/>
                  </a:lnTo>
                  <a:lnTo>
                    <a:pt x="4909101" y="248886"/>
                  </a:lnTo>
                  <a:lnTo>
                    <a:pt x="4909219" y="248886"/>
                  </a:lnTo>
                  <a:lnTo>
                    <a:pt x="4909337" y="248886"/>
                  </a:lnTo>
                  <a:lnTo>
                    <a:pt x="4909454" y="248886"/>
                  </a:lnTo>
                  <a:lnTo>
                    <a:pt x="4909572" y="248886"/>
                  </a:lnTo>
                  <a:lnTo>
                    <a:pt x="4909689" y="248886"/>
                  </a:lnTo>
                  <a:lnTo>
                    <a:pt x="4909807" y="248886"/>
                  </a:lnTo>
                  <a:lnTo>
                    <a:pt x="4909925" y="248886"/>
                  </a:lnTo>
                  <a:lnTo>
                    <a:pt x="4910042" y="248886"/>
                  </a:lnTo>
                  <a:lnTo>
                    <a:pt x="4910160" y="248886"/>
                  </a:lnTo>
                  <a:lnTo>
                    <a:pt x="4910277" y="248886"/>
                  </a:lnTo>
                  <a:lnTo>
                    <a:pt x="4910395" y="248886"/>
                  </a:lnTo>
                  <a:lnTo>
                    <a:pt x="4910513" y="248886"/>
                  </a:lnTo>
                  <a:lnTo>
                    <a:pt x="4910630" y="248886"/>
                  </a:lnTo>
                  <a:lnTo>
                    <a:pt x="4910748" y="248886"/>
                  </a:lnTo>
                  <a:lnTo>
                    <a:pt x="4910866" y="248886"/>
                  </a:lnTo>
                  <a:lnTo>
                    <a:pt x="4910866" y="248456"/>
                  </a:lnTo>
                  <a:lnTo>
                    <a:pt x="4910866" y="248025"/>
                  </a:lnTo>
                  <a:lnTo>
                    <a:pt x="4910866" y="247595"/>
                  </a:lnTo>
                  <a:lnTo>
                    <a:pt x="4910983" y="247595"/>
                  </a:lnTo>
                  <a:lnTo>
                    <a:pt x="4911101" y="247595"/>
                  </a:lnTo>
                  <a:lnTo>
                    <a:pt x="4911218" y="247595"/>
                  </a:lnTo>
                  <a:lnTo>
                    <a:pt x="4911336" y="247595"/>
                  </a:lnTo>
                  <a:lnTo>
                    <a:pt x="4911454" y="247595"/>
                  </a:lnTo>
                  <a:lnTo>
                    <a:pt x="4911571" y="247595"/>
                  </a:lnTo>
                  <a:lnTo>
                    <a:pt x="4911689" y="247595"/>
                  </a:lnTo>
                  <a:lnTo>
                    <a:pt x="4911806" y="247595"/>
                  </a:lnTo>
                  <a:lnTo>
                    <a:pt x="4911924" y="247595"/>
                  </a:lnTo>
                  <a:lnTo>
                    <a:pt x="4912042" y="247595"/>
                  </a:lnTo>
                  <a:lnTo>
                    <a:pt x="4912159" y="247595"/>
                  </a:lnTo>
                  <a:lnTo>
                    <a:pt x="4912277" y="247595"/>
                  </a:lnTo>
                  <a:lnTo>
                    <a:pt x="4912395" y="247595"/>
                  </a:lnTo>
                  <a:lnTo>
                    <a:pt x="4912512" y="247595"/>
                  </a:lnTo>
                  <a:lnTo>
                    <a:pt x="4912630" y="247595"/>
                  </a:lnTo>
                  <a:lnTo>
                    <a:pt x="4912747" y="247595"/>
                  </a:lnTo>
                  <a:lnTo>
                    <a:pt x="4912865" y="247595"/>
                  </a:lnTo>
                  <a:lnTo>
                    <a:pt x="4912983" y="247595"/>
                  </a:lnTo>
                  <a:lnTo>
                    <a:pt x="4913100" y="247595"/>
                  </a:lnTo>
                  <a:lnTo>
                    <a:pt x="4913218" y="247595"/>
                  </a:lnTo>
                  <a:lnTo>
                    <a:pt x="4913335" y="247595"/>
                  </a:lnTo>
                  <a:lnTo>
                    <a:pt x="4913453" y="247595"/>
                  </a:lnTo>
                  <a:lnTo>
                    <a:pt x="4913571" y="247595"/>
                  </a:lnTo>
                  <a:lnTo>
                    <a:pt x="4913688" y="247595"/>
                  </a:lnTo>
                  <a:lnTo>
                    <a:pt x="4913806" y="247595"/>
                  </a:lnTo>
                  <a:lnTo>
                    <a:pt x="4913923" y="247595"/>
                  </a:lnTo>
                  <a:lnTo>
                    <a:pt x="4914041" y="247595"/>
                  </a:lnTo>
                  <a:lnTo>
                    <a:pt x="4914159" y="247595"/>
                  </a:lnTo>
                  <a:lnTo>
                    <a:pt x="4914276" y="247595"/>
                  </a:lnTo>
                  <a:lnTo>
                    <a:pt x="4914394" y="247595"/>
                  </a:lnTo>
                  <a:lnTo>
                    <a:pt x="4914394" y="247164"/>
                  </a:lnTo>
                  <a:lnTo>
                    <a:pt x="4914512" y="247164"/>
                  </a:lnTo>
                  <a:lnTo>
                    <a:pt x="4914629" y="247164"/>
                  </a:lnTo>
                  <a:lnTo>
                    <a:pt x="4914747" y="247164"/>
                  </a:lnTo>
                  <a:lnTo>
                    <a:pt x="4914864" y="247164"/>
                  </a:lnTo>
                  <a:lnTo>
                    <a:pt x="4914982" y="247164"/>
                  </a:lnTo>
                  <a:lnTo>
                    <a:pt x="4915100" y="247164"/>
                  </a:lnTo>
                  <a:lnTo>
                    <a:pt x="4915217" y="247164"/>
                  </a:lnTo>
                  <a:lnTo>
                    <a:pt x="4915335" y="247164"/>
                  </a:lnTo>
                  <a:lnTo>
                    <a:pt x="4915452" y="247164"/>
                  </a:lnTo>
                  <a:lnTo>
                    <a:pt x="4915570" y="247164"/>
                  </a:lnTo>
                  <a:lnTo>
                    <a:pt x="4915688" y="247164"/>
                  </a:lnTo>
                  <a:lnTo>
                    <a:pt x="4915805" y="247164"/>
                  </a:lnTo>
                  <a:lnTo>
                    <a:pt x="4915923" y="247164"/>
                  </a:lnTo>
                  <a:lnTo>
                    <a:pt x="4916041" y="247164"/>
                  </a:lnTo>
                  <a:lnTo>
                    <a:pt x="4916158" y="247164"/>
                  </a:lnTo>
                  <a:lnTo>
                    <a:pt x="4916276" y="247164"/>
                  </a:lnTo>
                  <a:lnTo>
                    <a:pt x="4916393" y="247164"/>
                  </a:lnTo>
                  <a:lnTo>
                    <a:pt x="4916511" y="247164"/>
                  </a:lnTo>
                  <a:lnTo>
                    <a:pt x="4916629" y="247164"/>
                  </a:lnTo>
                  <a:lnTo>
                    <a:pt x="4916746" y="247164"/>
                  </a:lnTo>
                  <a:lnTo>
                    <a:pt x="4916864" y="247164"/>
                  </a:lnTo>
                  <a:lnTo>
                    <a:pt x="4916981" y="247164"/>
                  </a:lnTo>
                  <a:lnTo>
                    <a:pt x="4917099" y="247164"/>
                  </a:lnTo>
                  <a:lnTo>
                    <a:pt x="4917217" y="247164"/>
                  </a:lnTo>
                  <a:lnTo>
                    <a:pt x="4917334" y="247164"/>
                  </a:lnTo>
                  <a:lnTo>
                    <a:pt x="4917452" y="247164"/>
                  </a:lnTo>
                  <a:lnTo>
                    <a:pt x="4917570" y="247164"/>
                  </a:lnTo>
                  <a:lnTo>
                    <a:pt x="4917687" y="247164"/>
                  </a:lnTo>
                  <a:lnTo>
                    <a:pt x="4917805" y="247164"/>
                  </a:lnTo>
                  <a:lnTo>
                    <a:pt x="4917922" y="247164"/>
                  </a:lnTo>
                  <a:lnTo>
                    <a:pt x="4918040" y="247164"/>
                  </a:lnTo>
                  <a:lnTo>
                    <a:pt x="4918158" y="247164"/>
                  </a:lnTo>
                  <a:lnTo>
                    <a:pt x="4918275" y="247164"/>
                  </a:lnTo>
                  <a:lnTo>
                    <a:pt x="4918393" y="247164"/>
                  </a:lnTo>
                  <a:lnTo>
                    <a:pt x="4918510" y="247164"/>
                  </a:lnTo>
                  <a:lnTo>
                    <a:pt x="4918628" y="247164"/>
                  </a:lnTo>
                  <a:lnTo>
                    <a:pt x="4918746" y="247164"/>
                  </a:lnTo>
                  <a:lnTo>
                    <a:pt x="4918863" y="247164"/>
                  </a:lnTo>
                  <a:lnTo>
                    <a:pt x="4918981" y="247164"/>
                  </a:lnTo>
                  <a:lnTo>
                    <a:pt x="4919099" y="247164"/>
                  </a:lnTo>
                  <a:lnTo>
                    <a:pt x="4919216" y="247164"/>
                  </a:lnTo>
                  <a:lnTo>
                    <a:pt x="4919216" y="246733"/>
                  </a:lnTo>
                  <a:lnTo>
                    <a:pt x="4919334" y="246733"/>
                  </a:lnTo>
                  <a:lnTo>
                    <a:pt x="4919451" y="246733"/>
                  </a:lnTo>
                  <a:lnTo>
                    <a:pt x="4919451" y="246303"/>
                  </a:lnTo>
                  <a:lnTo>
                    <a:pt x="4919569" y="246303"/>
                  </a:lnTo>
                  <a:lnTo>
                    <a:pt x="4919687" y="246303"/>
                  </a:lnTo>
                  <a:lnTo>
                    <a:pt x="4919804" y="246303"/>
                  </a:lnTo>
                  <a:lnTo>
                    <a:pt x="4919922" y="246303"/>
                  </a:lnTo>
                  <a:lnTo>
                    <a:pt x="4920039" y="246303"/>
                  </a:lnTo>
                  <a:lnTo>
                    <a:pt x="4920157" y="246303"/>
                  </a:lnTo>
                  <a:lnTo>
                    <a:pt x="4920275" y="246303"/>
                  </a:lnTo>
                  <a:lnTo>
                    <a:pt x="4920392" y="246303"/>
                  </a:lnTo>
                  <a:lnTo>
                    <a:pt x="4920510" y="246303"/>
                  </a:lnTo>
                  <a:lnTo>
                    <a:pt x="4920628" y="246303"/>
                  </a:lnTo>
                  <a:lnTo>
                    <a:pt x="4920745" y="246303"/>
                  </a:lnTo>
                  <a:lnTo>
                    <a:pt x="4920745" y="245872"/>
                  </a:lnTo>
                  <a:lnTo>
                    <a:pt x="4920863" y="245872"/>
                  </a:lnTo>
                  <a:lnTo>
                    <a:pt x="4920863" y="245442"/>
                  </a:lnTo>
                  <a:lnTo>
                    <a:pt x="4920980" y="245442"/>
                  </a:lnTo>
                  <a:lnTo>
                    <a:pt x="4921098" y="245442"/>
                  </a:lnTo>
                  <a:lnTo>
                    <a:pt x="4921216" y="245442"/>
                  </a:lnTo>
                  <a:lnTo>
                    <a:pt x="4921333" y="245442"/>
                  </a:lnTo>
                  <a:lnTo>
                    <a:pt x="4921451" y="245442"/>
                  </a:lnTo>
                  <a:lnTo>
                    <a:pt x="4921568" y="245442"/>
                  </a:lnTo>
                  <a:lnTo>
                    <a:pt x="4921686" y="245442"/>
                  </a:lnTo>
                  <a:lnTo>
                    <a:pt x="4921804" y="245442"/>
                  </a:lnTo>
                  <a:lnTo>
                    <a:pt x="4921921" y="245442"/>
                  </a:lnTo>
                  <a:lnTo>
                    <a:pt x="4921921" y="245011"/>
                  </a:lnTo>
                  <a:lnTo>
                    <a:pt x="4922039" y="245011"/>
                  </a:lnTo>
                  <a:lnTo>
                    <a:pt x="4922156" y="245011"/>
                  </a:lnTo>
                  <a:lnTo>
                    <a:pt x="4922274" y="245011"/>
                  </a:lnTo>
                  <a:lnTo>
                    <a:pt x="4922392" y="245011"/>
                  </a:lnTo>
                  <a:lnTo>
                    <a:pt x="4922509" y="245011"/>
                  </a:lnTo>
                  <a:lnTo>
                    <a:pt x="4922627" y="245011"/>
                  </a:lnTo>
                  <a:lnTo>
                    <a:pt x="4922745" y="245011"/>
                  </a:lnTo>
                  <a:lnTo>
                    <a:pt x="4922862" y="245011"/>
                  </a:lnTo>
                  <a:lnTo>
                    <a:pt x="4922980" y="245011"/>
                  </a:lnTo>
                  <a:lnTo>
                    <a:pt x="4923097" y="245011"/>
                  </a:lnTo>
                  <a:lnTo>
                    <a:pt x="4923215" y="245011"/>
                  </a:lnTo>
                  <a:lnTo>
                    <a:pt x="4923333" y="245011"/>
                  </a:lnTo>
                  <a:lnTo>
                    <a:pt x="4923450" y="245011"/>
                  </a:lnTo>
                  <a:lnTo>
                    <a:pt x="4923568" y="245011"/>
                  </a:lnTo>
                  <a:lnTo>
                    <a:pt x="4923685" y="245011"/>
                  </a:lnTo>
                  <a:lnTo>
                    <a:pt x="4923803" y="245011"/>
                  </a:lnTo>
                  <a:lnTo>
                    <a:pt x="4923803" y="244580"/>
                  </a:lnTo>
                  <a:lnTo>
                    <a:pt x="4923921" y="244580"/>
                  </a:lnTo>
                  <a:lnTo>
                    <a:pt x="4924038" y="244580"/>
                  </a:lnTo>
                  <a:lnTo>
                    <a:pt x="4924156" y="244580"/>
                  </a:lnTo>
                  <a:lnTo>
                    <a:pt x="4924274" y="244580"/>
                  </a:lnTo>
                  <a:lnTo>
                    <a:pt x="4924391" y="244580"/>
                  </a:lnTo>
                  <a:lnTo>
                    <a:pt x="4924509" y="244580"/>
                  </a:lnTo>
                  <a:lnTo>
                    <a:pt x="4924626" y="244580"/>
                  </a:lnTo>
                  <a:lnTo>
                    <a:pt x="4924744" y="244580"/>
                  </a:lnTo>
                  <a:lnTo>
                    <a:pt x="4924862" y="244580"/>
                  </a:lnTo>
                  <a:lnTo>
                    <a:pt x="4924862" y="244150"/>
                  </a:lnTo>
                  <a:lnTo>
                    <a:pt x="4924979" y="244150"/>
                  </a:lnTo>
                  <a:lnTo>
                    <a:pt x="4925097" y="244150"/>
                  </a:lnTo>
                  <a:lnTo>
                    <a:pt x="4925214" y="244150"/>
                  </a:lnTo>
                  <a:lnTo>
                    <a:pt x="4925332" y="244150"/>
                  </a:lnTo>
                  <a:lnTo>
                    <a:pt x="4925450" y="244150"/>
                  </a:lnTo>
                  <a:lnTo>
                    <a:pt x="4925567" y="244150"/>
                  </a:lnTo>
                  <a:lnTo>
                    <a:pt x="4925685" y="244150"/>
                  </a:lnTo>
                  <a:lnTo>
                    <a:pt x="4925803" y="244150"/>
                  </a:lnTo>
                  <a:lnTo>
                    <a:pt x="4925920" y="244150"/>
                  </a:lnTo>
                  <a:lnTo>
                    <a:pt x="4926038" y="244150"/>
                  </a:lnTo>
                  <a:lnTo>
                    <a:pt x="4926155" y="244150"/>
                  </a:lnTo>
                  <a:lnTo>
                    <a:pt x="4926273" y="244150"/>
                  </a:lnTo>
                  <a:lnTo>
                    <a:pt x="4926391" y="244150"/>
                  </a:lnTo>
                  <a:lnTo>
                    <a:pt x="4926508" y="244150"/>
                  </a:lnTo>
                  <a:lnTo>
                    <a:pt x="4926626" y="244150"/>
                  </a:lnTo>
                  <a:lnTo>
                    <a:pt x="4926743" y="244150"/>
                  </a:lnTo>
                  <a:lnTo>
                    <a:pt x="4926861" y="244150"/>
                  </a:lnTo>
                  <a:lnTo>
                    <a:pt x="4926979" y="244150"/>
                  </a:lnTo>
                  <a:lnTo>
                    <a:pt x="4927096" y="244150"/>
                  </a:lnTo>
                  <a:lnTo>
                    <a:pt x="4927214" y="244150"/>
                  </a:lnTo>
                  <a:lnTo>
                    <a:pt x="4927332" y="244150"/>
                  </a:lnTo>
                  <a:lnTo>
                    <a:pt x="4927449" y="244150"/>
                  </a:lnTo>
                  <a:lnTo>
                    <a:pt x="4927449" y="243719"/>
                  </a:lnTo>
                  <a:lnTo>
                    <a:pt x="4927567" y="243719"/>
                  </a:lnTo>
                  <a:lnTo>
                    <a:pt x="4927684" y="243719"/>
                  </a:lnTo>
                  <a:lnTo>
                    <a:pt x="4927802" y="243719"/>
                  </a:lnTo>
                  <a:lnTo>
                    <a:pt x="4927920" y="243719"/>
                  </a:lnTo>
                  <a:lnTo>
                    <a:pt x="4928037" y="243719"/>
                  </a:lnTo>
                  <a:lnTo>
                    <a:pt x="4928155" y="243719"/>
                  </a:lnTo>
                  <a:lnTo>
                    <a:pt x="4928272" y="243719"/>
                  </a:lnTo>
                  <a:lnTo>
                    <a:pt x="4928390" y="243719"/>
                  </a:lnTo>
                  <a:lnTo>
                    <a:pt x="4928390" y="243289"/>
                  </a:lnTo>
                  <a:lnTo>
                    <a:pt x="4928508" y="243289"/>
                  </a:lnTo>
                  <a:lnTo>
                    <a:pt x="4928625" y="243289"/>
                  </a:lnTo>
                  <a:lnTo>
                    <a:pt x="4928743" y="243289"/>
                  </a:lnTo>
                  <a:lnTo>
                    <a:pt x="4928860" y="243289"/>
                  </a:lnTo>
                  <a:lnTo>
                    <a:pt x="4928978" y="243289"/>
                  </a:lnTo>
                  <a:lnTo>
                    <a:pt x="4929096" y="243289"/>
                  </a:lnTo>
                  <a:lnTo>
                    <a:pt x="4929213" y="243289"/>
                  </a:lnTo>
                  <a:lnTo>
                    <a:pt x="4929331" y="243289"/>
                  </a:lnTo>
                  <a:lnTo>
                    <a:pt x="4929449" y="243289"/>
                  </a:lnTo>
                  <a:lnTo>
                    <a:pt x="4929566" y="243289"/>
                  </a:lnTo>
                  <a:lnTo>
                    <a:pt x="4929684" y="243289"/>
                  </a:lnTo>
                  <a:lnTo>
                    <a:pt x="4929801" y="243289"/>
                  </a:lnTo>
                  <a:lnTo>
                    <a:pt x="4929919" y="243289"/>
                  </a:lnTo>
                  <a:lnTo>
                    <a:pt x="4929919" y="242858"/>
                  </a:lnTo>
                  <a:lnTo>
                    <a:pt x="4929919" y="242427"/>
                  </a:lnTo>
                  <a:lnTo>
                    <a:pt x="4930037" y="242427"/>
                  </a:lnTo>
                  <a:lnTo>
                    <a:pt x="4930037" y="241997"/>
                  </a:lnTo>
                  <a:lnTo>
                    <a:pt x="4930154" y="241997"/>
                  </a:lnTo>
                  <a:lnTo>
                    <a:pt x="4930272" y="241997"/>
                  </a:lnTo>
                  <a:lnTo>
                    <a:pt x="4930389" y="241997"/>
                  </a:lnTo>
                  <a:lnTo>
                    <a:pt x="4930507" y="241997"/>
                  </a:lnTo>
                  <a:lnTo>
                    <a:pt x="4930625" y="241997"/>
                  </a:lnTo>
                  <a:lnTo>
                    <a:pt x="4930742" y="241997"/>
                  </a:lnTo>
                  <a:lnTo>
                    <a:pt x="4930860" y="241997"/>
                  </a:lnTo>
                  <a:lnTo>
                    <a:pt x="4930978" y="241997"/>
                  </a:lnTo>
                  <a:lnTo>
                    <a:pt x="4931095" y="241997"/>
                  </a:lnTo>
                  <a:lnTo>
                    <a:pt x="4931213" y="241997"/>
                  </a:lnTo>
                  <a:lnTo>
                    <a:pt x="4931330" y="241997"/>
                  </a:lnTo>
                  <a:lnTo>
                    <a:pt x="4931448" y="241997"/>
                  </a:lnTo>
                  <a:lnTo>
                    <a:pt x="4931448" y="241566"/>
                  </a:lnTo>
                  <a:lnTo>
                    <a:pt x="4931566" y="241566"/>
                  </a:lnTo>
                  <a:lnTo>
                    <a:pt x="4931683" y="241566"/>
                  </a:lnTo>
                  <a:lnTo>
                    <a:pt x="4931801" y="241566"/>
                  </a:lnTo>
                  <a:lnTo>
                    <a:pt x="4931918" y="241566"/>
                  </a:lnTo>
                  <a:lnTo>
                    <a:pt x="4932036" y="241566"/>
                  </a:lnTo>
                  <a:lnTo>
                    <a:pt x="4932154" y="241566"/>
                  </a:lnTo>
                  <a:lnTo>
                    <a:pt x="4932271" y="241566"/>
                  </a:lnTo>
                  <a:lnTo>
                    <a:pt x="4932389" y="241566"/>
                  </a:lnTo>
                  <a:lnTo>
                    <a:pt x="4932507" y="241566"/>
                  </a:lnTo>
                  <a:lnTo>
                    <a:pt x="4932624" y="241566"/>
                  </a:lnTo>
                  <a:lnTo>
                    <a:pt x="4932742" y="241566"/>
                  </a:lnTo>
                  <a:lnTo>
                    <a:pt x="4932859" y="241566"/>
                  </a:lnTo>
                  <a:lnTo>
                    <a:pt x="4932977" y="241566"/>
                  </a:lnTo>
                  <a:lnTo>
                    <a:pt x="4933095" y="241566"/>
                  </a:lnTo>
                  <a:lnTo>
                    <a:pt x="4933212" y="241566"/>
                  </a:lnTo>
                  <a:lnTo>
                    <a:pt x="4933330" y="241566"/>
                  </a:lnTo>
                  <a:lnTo>
                    <a:pt x="4933447" y="241566"/>
                  </a:lnTo>
                  <a:lnTo>
                    <a:pt x="4933447" y="241136"/>
                  </a:lnTo>
                  <a:lnTo>
                    <a:pt x="4933565" y="241136"/>
                  </a:lnTo>
                  <a:lnTo>
                    <a:pt x="4933683" y="241136"/>
                  </a:lnTo>
                  <a:lnTo>
                    <a:pt x="4933800" y="241136"/>
                  </a:lnTo>
                  <a:lnTo>
                    <a:pt x="4933918" y="241136"/>
                  </a:lnTo>
                  <a:lnTo>
                    <a:pt x="4934036" y="241136"/>
                  </a:lnTo>
                  <a:lnTo>
                    <a:pt x="4934153" y="241136"/>
                  </a:lnTo>
                  <a:lnTo>
                    <a:pt x="4934271" y="241136"/>
                  </a:lnTo>
                  <a:lnTo>
                    <a:pt x="4934388" y="241136"/>
                  </a:lnTo>
                  <a:lnTo>
                    <a:pt x="4934388" y="240705"/>
                  </a:lnTo>
                  <a:lnTo>
                    <a:pt x="4934506" y="240705"/>
                  </a:lnTo>
                  <a:lnTo>
                    <a:pt x="4934624" y="240705"/>
                  </a:lnTo>
                  <a:lnTo>
                    <a:pt x="4934741" y="240705"/>
                  </a:lnTo>
                  <a:lnTo>
                    <a:pt x="4934859" y="240705"/>
                  </a:lnTo>
                  <a:lnTo>
                    <a:pt x="4934976" y="240705"/>
                  </a:lnTo>
                  <a:lnTo>
                    <a:pt x="4935094" y="240705"/>
                  </a:lnTo>
                  <a:lnTo>
                    <a:pt x="4935094" y="240274"/>
                  </a:lnTo>
                  <a:lnTo>
                    <a:pt x="4935094" y="239844"/>
                  </a:lnTo>
                  <a:lnTo>
                    <a:pt x="4935212" y="239844"/>
                  </a:lnTo>
                  <a:lnTo>
                    <a:pt x="4935329" y="239844"/>
                  </a:lnTo>
                  <a:lnTo>
                    <a:pt x="4935447" y="239844"/>
                  </a:lnTo>
                  <a:lnTo>
                    <a:pt x="4935565" y="239844"/>
                  </a:lnTo>
                  <a:lnTo>
                    <a:pt x="4935682" y="239844"/>
                  </a:lnTo>
                  <a:lnTo>
                    <a:pt x="4935800" y="239844"/>
                  </a:lnTo>
                  <a:lnTo>
                    <a:pt x="4935917" y="239844"/>
                  </a:lnTo>
                  <a:lnTo>
                    <a:pt x="4936035" y="239844"/>
                  </a:lnTo>
                  <a:lnTo>
                    <a:pt x="4936153" y="239844"/>
                  </a:lnTo>
                  <a:lnTo>
                    <a:pt x="4936270" y="239844"/>
                  </a:lnTo>
                  <a:lnTo>
                    <a:pt x="4936388" y="239844"/>
                  </a:lnTo>
                  <a:lnTo>
                    <a:pt x="4936505" y="239844"/>
                  </a:lnTo>
                  <a:lnTo>
                    <a:pt x="4936505" y="239413"/>
                  </a:lnTo>
                  <a:lnTo>
                    <a:pt x="4936623" y="239413"/>
                  </a:lnTo>
                  <a:lnTo>
                    <a:pt x="4936741" y="239413"/>
                  </a:lnTo>
                  <a:lnTo>
                    <a:pt x="4936741" y="238983"/>
                  </a:lnTo>
                  <a:lnTo>
                    <a:pt x="4936858" y="238983"/>
                  </a:lnTo>
                  <a:lnTo>
                    <a:pt x="4936976" y="238983"/>
                  </a:lnTo>
                  <a:lnTo>
                    <a:pt x="4937093" y="238983"/>
                  </a:lnTo>
                  <a:lnTo>
                    <a:pt x="4937211" y="238983"/>
                  </a:lnTo>
                  <a:lnTo>
                    <a:pt x="4937329" y="238983"/>
                  </a:lnTo>
                  <a:lnTo>
                    <a:pt x="4937446" y="238983"/>
                  </a:lnTo>
                  <a:lnTo>
                    <a:pt x="4937564" y="238983"/>
                  </a:lnTo>
                  <a:lnTo>
                    <a:pt x="4937682" y="238983"/>
                  </a:lnTo>
                  <a:lnTo>
                    <a:pt x="4937799" y="238983"/>
                  </a:lnTo>
                  <a:lnTo>
                    <a:pt x="4937917" y="238983"/>
                  </a:lnTo>
                  <a:lnTo>
                    <a:pt x="4937917" y="238552"/>
                  </a:lnTo>
                  <a:lnTo>
                    <a:pt x="4938034" y="238552"/>
                  </a:lnTo>
                  <a:lnTo>
                    <a:pt x="4938152" y="238552"/>
                  </a:lnTo>
                  <a:lnTo>
                    <a:pt x="4938270" y="238552"/>
                  </a:lnTo>
                  <a:lnTo>
                    <a:pt x="4938387" y="238552"/>
                  </a:lnTo>
                  <a:lnTo>
                    <a:pt x="4938387" y="238121"/>
                  </a:lnTo>
                  <a:lnTo>
                    <a:pt x="4938505" y="238121"/>
                  </a:lnTo>
                  <a:lnTo>
                    <a:pt x="4938622" y="238121"/>
                  </a:lnTo>
                  <a:lnTo>
                    <a:pt x="4938740" y="238121"/>
                  </a:lnTo>
                  <a:lnTo>
                    <a:pt x="4938858" y="238121"/>
                  </a:lnTo>
                  <a:lnTo>
                    <a:pt x="4938975" y="238121"/>
                  </a:lnTo>
                  <a:lnTo>
                    <a:pt x="4939093" y="238121"/>
                  </a:lnTo>
                  <a:lnTo>
                    <a:pt x="4939211" y="238121"/>
                  </a:lnTo>
                  <a:lnTo>
                    <a:pt x="4939328" y="238121"/>
                  </a:lnTo>
                  <a:lnTo>
                    <a:pt x="4939446" y="238121"/>
                  </a:lnTo>
                  <a:lnTo>
                    <a:pt x="4939563" y="238121"/>
                  </a:lnTo>
                  <a:lnTo>
                    <a:pt x="4939681" y="238121"/>
                  </a:lnTo>
                  <a:lnTo>
                    <a:pt x="4939799" y="238121"/>
                  </a:lnTo>
                  <a:lnTo>
                    <a:pt x="4939916" y="238121"/>
                  </a:lnTo>
                  <a:lnTo>
                    <a:pt x="4940034" y="238121"/>
                  </a:lnTo>
                  <a:lnTo>
                    <a:pt x="4940151" y="238121"/>
                  </a:lnTo>
                  <a:lnTo>
                    <a:pt x="4940269" y="238121"/>
                  </a:lnTo>
                  <a:lnTo>
                    <a:pt x="4940387" y="238121"/>
                  </a:lnTo>
                  <a:lnTo>
                    <a:pt x="4940504" y="238121"/>
                  </a:lnTo>
                  <a:lnTo>
                    <a:pt x="4940622" y="238121"/>
                  </a:lnTo>
                  <a:lnTo>
                    <a:pt x="4940740" y="238121"/>
                  </a:lnTo>
                  <a:lnTo>
                    <a:pt x="4940857" y="238121"/>
                  </a:lnTo>
                  <a:lnTo>
                    <a:pt x="4940975" y="238121"/>
                  </a:lnTo>
                  <a:lnTo>
                    <a:pt x="4941092" y="238121"/>
                  </a:lnTo>
                  <a:lnTo>
                    <a:pt x="4941210" y="238121"/>
                  </a:lnTo>
                  <a:lnTo>
                    <a:pt x="4941328" y="238121"/>
                  </a:lnTo>
                  <a:lnTo>
                    <a:pt x="4941445" y="238121"/>
                  </a:lnTo>
                  <a:lnTo>
                    <a:pt x="4941563" y="238121"/>
                  </a:lnTo>
                  <a:lnTo>
                    <a:pt x="4941563" y="237691"/>
                  </a:lnTo>
                  <a:lnTo>
                    <a:pt x="4941680" y="237691"/>
                  </a:lnTo>
                  <a:lnTo>
                    <a:pt x="4941798" y="237691"/>
                  </a:lnTo>
                  <a:lnTo>
                    <a:pt x="4941916" y="237691"/>
                  </a:lnTo>
                  <a:lnTo>
                    <a:pt x="4942033" y="237691"/>
                  </a:lnTo>
                  <a:lnTo>
                    <a:pt x="4942151" y="237691"/>
                  </a:lnTo>
                  <a:lnTo>
                    <a:pt x="4942269" y="237691"/>
                  </a:lnTo>
                  <a:lnTo>
                    <a:pt x="4942386" y="237691"/>
                  </a:lnTo>
                  <a:lnTo>
                    <a:pt x="4942504" y="237691"/>
                  </a:lnTo>
                  <a:lnTo>
                    <a:pt x="4942621" y="237691"/>
                  </a:lnTo>
                  <a:lnTo>
                    <a:pt x="4942739" y="237691"/>
                  </a:lnTo>
                  <a:lnTo>
                    <a:pt x="4942857" y="237691"/>
                  </a:lnTo>
                  <a:lnTo>
                    <a:pt x="4942974" y="237691"/>
                  </a:lnTo>
                  <a:lnTo>
                    <a:pt x="4943092" y="237691"/>
                  </a:lnTo>
                  <a:lnTo>
                    <a:pt x="4943209" y="237691"/>
                  </a:lnTo>
                  <a:lnTo>
                    <a:pt x="4943327" y="237691"/>
                  </a:lnTo>
                  <a:lnTo>
                    <a:pt x="4943327" y="237260"/>
                  </a:lnTo>
                  <a:lnTo>
                    <a:pt x="4943445" y="237260"/>
                  </a:lnTo>
                  <a:lnTo>
                    <a:pt x="4943562" y="237260"/>
                  </a:lnTo>
                  <a:lnTo>
                    <a:pt x="4943680" y="237260"/>
                  </a:lnTo>
                  <a:lnTo>
                    <a:pt x="4943798" y="237260"/>
                  </a:lnTo>
                  <a:lnTo>
                    <a:pt x="4943915" y="237260"/>
                  </a:lnTo>
                  <a:lnTo>
                    <a:pt x="4944033" y="237260"/>
                  </a:lnTo>
                  <a:lnTo>
                    <a:pt x="4944150" y="237260"/>
                  </a:lnTo>
                  <a:lnTo>
                    <a:pt x="4944268" y="237260"/>
                  </a:lnTo>
                  <a:lnTo>
                    <a:pt x="4944386" y="237260"/>
                  </a:lnTo>
                  <a:lnTo>
                    <a:pt x="4944503" y="237260"/>
                  </a:lnTo>
                  <a:lnTo>
                    <a:pt x="4944621" y="237260"/>
                  </a:lnTo>
                  <a:lnTo>
                    <a:pt x="4944738" y="237260"/>
                  </a:lnTo>
                  <a:lnTo>
                    <a:pt x="4944856" y="237260"/>
                  </a:lnTo>
                  <a:lnTo>
                    <a:pt x="4944974" y="237260"/>
                  </a:lnTo>
                  <a:lnTo>
                    <a:pt x="4944974" y="236830"/>
                  </a:lnTo>
                  <a:lnTo>
                    <a:pt x="4945091" y="236830"/>
                  </a:lnTo>
                  <a:lnTo>
                    <a:pt x="4945209" y="236830"/>
                  </a:lnTo>
                  <a:lnTo>
                    <a:pt x="4945326" y="236830"/>
                  </a:lnTo>
                  <a:lnTo>
                    <a:pt x="4945444" y="236830"/>
                  </a:lnTo>
                  <a:lnTo>
                    <a:pt x="4945562" y="236830"/>
                  </a:lnTo>
                  <a:lnTo>
                    <a:pt x="4945679" y="236830"/>
                  </a:lnTo>
                  <a:lnTo>
                    <a:pt x="4945797" y="236830"/>
                  </a:lnTo>
                  <a:lnTo>
                    <a:pt x="4945915" y="236830"/>
                  </a:lnTo>
                  <a:lnTo>
                    <a:pt x="4946032" y="236830"/>
                  </a:lnTo>
                  <a:lnTo>
                    <a:pt x="4946150" y="236830"/>
                  </a:lnTo>
                  <a:lnTo>
                    <a:pt x="4946267" y="236830"/>
                  </a:lnTo>
                  <a:lnTo>
                    <a:pt x="4946385" y="236830"/>
                  </a:lnTo>
                  <a:lnTo>
                    <a:pt x="4946503" y="236830"/>
                  </a:lnTo>
                  <a:lnTo>
                    <a:pt x="4946620" y="236830"/>
                  </a:lnTo>
                  <a:lnTo>
                    <a:pt x="4946738" y="236830"/>
                  </a:lnTo>
                  <a:lnTo>
                    <a:pt x="4946855" y="236830"/>
                  </a:lnTo>
                  <a:lnTo>
                    <a:pt x="4946973" y="236830"/>
                  </a:lnTo>
                  <a:lnTo>
                    <a:pt x="4947091" y="236830"/>
                  </a:lnTo>
                  <a:lnTo>
                    <a:pt x="4947208" y="236830"/>
                  </a:lnTo>
                  <a:lnTo>
                    <a:pt x="4947326" y="236830"/>
                  </a:lnTo>
                  <a:lnTo>
                    <a:pt x="4947444" y="236830"/>
                  </a:lnTo>
                  <a:lnTo>
                    <a:pt x="4947561" y="236830"/>
                  </a:lnTo>
                  <a:lnTo>
                    <a:pt x="4947679" y="236830"/>
                  </a:lnTo>
                  <a:lnTo>
                    <a:pt x="4947796" y="236830"/>
                  </a:lnTo>
                  <a:lnTo>
                    <a:pt x="4947914" y="236830"/>
                  </a:lnTo>
                  <a:lnTo>
                    <a:pt x="4948032" y="236830"/>
                  </a:lnTo>
                  <a:lnTo>
                    <a:pt x="4948149" y="236830"/>
                  </a:lnTo>
                  <a:lnTo>
                    <a:pt x="4948267" y="236830"/>
                  </a:lnTo>
                  <a:lnTo>
                    <a:pt x="4948384" y="236830"/>
                  </a:lnTo>
                  <a:lnTo>
                    <a:pt x="4948502" y="236830"/>
                  </a:lnTo>
                  <a:lnTo>
                    <a:pt x="4948620" y="236830"/>
                  </a:lnTo>
                  <a:lnTo>
                    <a:pt x="4948737" y="236830"/>
                  </a:lnTo>
                  <a:lnTo>
                    <a:pt x="4948855" y="236830"/>
                  </a:lnTo>
                  <a:lnTo>
                    <a:pt x="4948973" y="236830"/>
                  </a:lnTo>
                  <a:lnTo>
                    <a:pt x="4949090" y="236830"/>
                  </a:lnTo>
                  <a:lnTo>
                    <a:pt x="4949090" y="236399"/>
                  </a:lnTo>
                  <a:lnTo>
                    <a:pt x="4949208" y="236399"/>
                  </a:lnTo>
                  <a:lnTo>
                    <a:pt x="4949325" y="236399"/>
                  </a:lnTo>
                  <a:lnTo>
                    <a:pt x="4949443" y="236399"/>
                  </a:lnTo>
                  <a:lnTo>
                    <a:pt x="4949561" y="236399"/>
                  </a:lnTo>
                  <a:lnTo>
                    <a:pt x="4949678" y="236399"/>
                  </a:lnTo>
                  <a:lnTo>
                    <a:pt x="4949796" y="236399"/>
                  </a:lnTo>
                  <a:lnTo>
                    <a:pt x="4949913" y="236399"/>
                  </a:lnTo>
                  <a:lnTo>
                    <a:pt x="4950031" y="236399"/>
                  </a:lnTo>
                  <a:lnTo>
                    <a:pt x="4950149" y="236399"/>
                  </a:lnTo>
                  <a:lnTo>
                    <a:pt x="4950266" y="236399"/>
                  </a:lnTo>
                  <a:lnTo>
                    <a:pt x="4950266" y="235968"/>
                  </a:lnTo>
                  <a:lnTo>
                    <a:pt x="4950384" y="235968"/>
                  </a:lnTo>
                  <a:lnTo>
                    <a:pt x="4950502" y="235968"/>
                  </a:lnTo>
                  <a:lnTo>
                    <a:pt x="4950619" y="235968"/>
                  </a:lnTo>
                  <a:lnTo>
                    <a:pt x="4950737" y="235968"/>
                  </a:lnTo>
                  <a:lnTo>
                    <a:pt x="4950737" y="235538"/>
                  </a:lnTo>
                  <a:lnTo>
                    <a:pt x="4950854" y="235538"/>
                  </a:lnTo>
                  <a:lnTo>
                    <a:pt x="4950972" y="235538"/>
                  </a:lnTo>
                  <a:lnTo>
                    <a:pt x="4951090" y="235538"/>
                  </a:lnTo>
                  <a:lnTo>
                    <a:pt x="4951207" y="235538"/>
                  </a:lnTo>
                  <a:lnTo>
                    <a:pt x="4951325" y="235538"/>
                  </a:lnTo>
                  <a:lnTo>
                    <a:pt x="4951442" y="235538"/>
                  </a:lnTo>
                  <a:lnTo>
                    <a:pt x="4951560" y="235538"/>
                  </a:lnTo>
                  <a:lnTo>
                    <a:pt x="4951678" y="235538"/>
                  </a:lnTo>
                  <a:lnTo>
                    <a:pt x="4951795" y="235538"/>
                  </a:lnTo>
                  <a:lnTo>
                    <a:pt x="4951913" y="235538"/>
                  </a:lnTo>
                  <a:lnTo>
                    <a:pt x="4951913" y="235107"/>
                  </a:lnTo>
                  <a:lnTo>
                    <a:pt x="4952031" y="235107"/>
                  </a:lnTo>
                  <a:lnTo>
                    <a:pt x="4952148" y="235107"/>
                  </a:lnTo>
                  <a:lnTo>
                    <a:pt x="4952266" y="235107"/>
                  </a:lnTo>
                  <a:lnTo>
                    <a:pt x="4952383" y="235107"/>
                  </a:lnTo>
                  <a:lnTo>
                    <a:pt x="4952501" y="235107"/>
                  </a:lnTo>
                  <a:lnTo>
                    <a:pt x="4952619" y="235107"/>
                  </a:lnTo>
                  <a:lnTo>
                    <a:pt x="4952619" y="234677"/>
                  </a:lnTo>
                  <a:lnTo>
                    <a:pt x="4952736" y="234677"/>
                  </a:lnTo>
                  <a:lnTo>
                    <a:pt x="4952854" y="234677"/>
                  </a:lnTo>
                  <a:lnTo>
                    <a:pt x="4952971" y="234677"/>
                  </a:lnTo>
                  <a:lnTo>
                    <a:pt x="4953089" y="234677"/>
                  </a:lnTo>
                  <a:lnTo>
                    <a:pt x="4953207" y="234677"/>
                  </a:lnTo>
                  <a:lnTo>
                    <a:pt x="4953324" y="234677"/>
                  </a:lnTo>
                  <a:lnTo>
                    <a:pt x="4953442" y="234677"/>
                  </a:lnTo>
                  <a:lnTo>
                    <a:pt x="4953559" y="234677"/>
                  </a:lnTo>
                  <a:lnTo>
                    <a:pt x="4953677" y="234677"/>
                  </a:lnTo>
                  <a:lnTo>
                    <a:pt x="4953795" y="234677"/>
                  </a:lnTo>
                  <a:lnTo>
                    <a:pt x="4953912" y="234677"/>
                  </a:lnTo>
                  <a:lnTo>
                    <a:pt x="4954030" y="234677"/>
                  </a:lnTo>
                  <a:lnTo>
                    <a:pt x="4954148" y="234677"/>
                  </a:lnTo>
                  <a:lnTo>
                    <a:pt x="4954148" y="234246"/>
                  </a:lnTo>
                  <a:lnTo>
                    <a:pt x="4954265" y="234246"/>
                  </a:lnTo>
                  <a:lnTo>
                    <a:pt x="4954265" y="233815"/>
                  </a:lnTo>
                  <a:lnTo>
                    <a:pt x="4954383" y="233815"/>
                  </a:lnTo>
                  <a:lnTo>
                    <a:pt x="4954500" y="233815"/>
                  </a:lnTo>
                  <a:lnTo>
                    <a:pt x="4954618" y="233815"/>
                  </a:lnTo>
                  <a:lnTo>
                    <a:pt x="4954736" y="233815"/>
                  </a:lnTo>
                  <a:lnTo>
                    <a:pt x="4954853" y="233815"/>
                  </a:lnTo>
                  <a:lnTo>
                    <a:pt x="4954971" y="233815"/>
                  </a:lnTo>
                  <a:lnTo>
                    <a:pt x="4955088" y="233815"/>
                  </a:lnTo>
                  <a:lnTo>
                    <a:pt x="4955206" y="233815"/>
                  </a:lnTo>
                  <a:lnTo>
                    <a:pt x="4955324" y="233815"/>
                  </a:lnTo>
                  <a:lnTo>
                    <a:pt x="4955441" y="233815"/>
                  </a:lnTo>
                  <a:lnTo>
                    <a:pt x="4955559" y="233815"/>
                  </a:lnTo>
                  <a:lnTo>
                    <a:pt x="4955677" y="233815"/>
                  </a:lnTo>
                  <a:lnTo>
                    <a:pt x="4955677" y="233385"/>
                  </a:lnTo>
                  <a:lnTo>
                    <a:pt x="4955794" y="233385"/>
                  </a:lnTo>
                  <a:lnTo>
                    <a:pt x="4955912" y="233385"/>
                  </a:lnTo>
                  <a:lnTo>
                    <a:pt x="4956029" y="233385"/>
                  </a:lnTo>
                  <a:lnTo>
                    <a:pt x="4956147" y="233385"/>
                  </a:lnTo>
                  <a:lnTo>
                    <a:pt x="4956265" y="233385"/>
                  </a:lnTo>
                  <a:lnTo>
                    <a:pt x="4956382" y="233385"/>
                  </a:lnTo>
                  <a:lnTo>
                    <a:pt x="4956500" y="233385"/>
                  </a:lnTo>
                  <a:lnTo>
                    <a:pt x="4956617" y="233385"/>
                  </a:lnTo>
                  <a:lnTo>
                    <a:pt x="4956735" y="233385"/>
                  </a:lnTo>
                  <a:lnTo>
                    <a:pt x="4956853" y="233385"/>
                  </a:lnTo>
                  <a:lnTo>
                    <a:pt x="4956970" y="233385"/>
                  </a:lnTo>
                  <a:lnTo>
                    <a:pt x="4957088" y="233385"/>
                  </a:lnTo>
                  <a:lnTo>
                    <a:pt x="4957206" y="233385"/>
                  </a:lnTo>
                  <a:lnTo>
                    <a:pt x="4957323" y="233385"/>
                  </a:lnTo>
                  <a:lnTo>
                    <a:pt x="4957441" y="233385"/>
                  </a:lnTo>
                  <a:lnTo>
                    <a:pt x="4957441" y="232954"/>
                  </a:lnTo>
                  <a:lnTo>
                    <a:pt x="4957558" y="232954"/>
                  </a:lnTo>
                  <a:lnTo>
                    <a:pt x="4957676" y="232954"/>
                  </a:lnTo>
                  <a:lnTo>
                    <a:pt x="4957794" y="232954"/>
                  </a:lnTo>
                  <a:lnTo>
                    <a:pt x="4957794" y="232524"/>
                  </a:lnTo>
                  <a:lnTo>
                    <a:pt x="4957911" y="232524"/>
                  </a:lnTo>
                  <a:lnTo>
                    <a:pt x="4958029" y="232524"/>
                  </a:lnTo>
                  <a:lnTo>
                    <a:pt x="4958029" y="232093"/>
                  </a:lnTo>
                  <a:lnTo>
                    <a:pt x="4958146" y="232093"/>
                  </a:lnTo>
                  <a:lnTo>
                    <a:pt x="4958264" y="232093"/>
                  </a:lnTo>
                  <a:lnTo>
                    <a:pt x="4958382" y="232093"/>
                  </a:lnTo>
                  <a:lnTo>
                    <a:pt x="4958499" y="232093"/>
                  </a:lnTo>
                  <a:lnTo>
                    <a:pt x="4958617" y="232093"/>
                  </a:lnTo>
                  <a:lnTo>
                    <a:pt x="4958735" y="232093"/>
                  </a:lnTo>
                  <a:lnTo>
                    <a:pt x="4958852" y="232093"/>
                  </a:lnTo>
                  <a:lnTo>
                    <a:pt x="4958970" y="232093"/>
                  </a:lnTo>
                  <a:lnTo>
                    <a:pt x="4959087" y="232093"/>
                  </a:lnTo>
                  <a:lnTo>
                    <a:pt x="4959087" y="231662"/>
                  </a:lnTo>
                  <a:lnTo>
                    <a:pt x="4959205" y="231662"/>
                  </a:lnTo>
                  <a:lnTo>
                    <a:pt x="4959323" y="231662"/>
                  </a:lnTo>
                  <a:lnTo>
                    <a:pt x="4959440" y="231662"/>
                  </a:lnTo>
                  <a:lnTo>
                    <a:pt x="4959558" y="231662"/>
                  </a:lnTo>
                  <a:lnTo>
                    <a:pt x="4959675" y="231662"/>
                  </a:lnTo>
                  <a:lnTo>
                    <a:pt x="4959793" y="231662"/>
                  </a:lnTo>
                  <a:lnTo>
                    <a:pt x="4959911" y="231662"/>
                  </a:lnTo>
                  <a:lnTo>
                    <a:pt x="4960028" y="231662"/>
                  </a:lnTo>
                  <a:lnTo>
                    <a:pt x="4960146" y="231662"/>
                  </a:lnTo>
                  <a:lnTo>
                    <a:pt x="4960146" y="231232"/>
                  </a:lnTo>
                  <a:lnTo>
                    <a:pt x="4960264" y="231232"/>
                  </a:lnTo>
                  <a:lnTo>
                    <a:pt x="4960381" y="231232"/>
                  </a:lnTo>
                  <a:lnTo>
                    <a:pt x="4960499" y="231232"/>
                  </a:lnTo>
                  <a:lnTo>
                    <a:pt x="4960616" y="231232"/>
                  </a:lnTo>
                  <a:lnTo>
                    <a:pt x="4960734" y="231232"/>
                  </a:lnTo>
                  <a:lnTo>
                    <a:pt x="4960852" y="231232"/>
                  </a:lnTo>
                  <a:lnTo>
                    <a:pt x="4960969" y="231232"/>
                  </a:lnTo>
                  <a:lnTo>
                    <a:pt x="4961087" y="231232"/>
                  </a:lnTo>
                  <a:lnTo>
                    <a:pt x="4961204" y="231232"/>
                  </a:lnTo>
                  <a:lnTo>
                    <a:pt x="4961322" y="231232"/>
                  </a:lnTo>
                  <a:lnTo>
                    <a:pt x="4961440" y="231232"/>
                  </a:lnTo>
                  <a:lnTo>
                    <a:pt x="4961557" y="231232"/>
                  </a:lnTo>
                  <a:lnTo>
                    <a:pt x="4961675" y="231232"/>
                  </a:lnTo>
                  <a:lnTo>
                    <a:pt x="4961675" y="230801"/>
                  </a:lnTo>
                  <a:lnTo>
                    <a:pt x="4961792" y="230801"/>
                  </a:lnTo>
                  <a:lnTo>
                    <a:pt x="4961910" y="230801"/>
                  </a:lnTo>
                  <a:lnTo>
                    <a:pt x="4962028" y="230801"/>
                  </a:lnTo>
                  <a:lnTo>
                    <a:pt x="4962145" y="230801"/>
                  </a:lnTo>
                  <a:lnTo>
                    <a:pt x="4962263" y="230801"/>
                  </a:lnTo>
                  <a:lnTo>
                    <a:pt x="4962381" y="230801"/>
                  </a:lnTo>
                  <a:lnTo>
                    <a:pt x="4962498" y="230801"/>
                  </a:lnTo>
                  <a:lnTo>
                    <a:pt x="4962498" y="230371"/>
                  </a:lnTo>
                  <a:lnTo>
                    <a:pt x="4962616" y="230371"/>
                  </a:lnTo>
                  <a:lnTo>
                    <a:pt x="4962733" y="230371"/>
                  </a:lnTo>
                  <a:lnTo>
                    <a:pt x="4962851" y="230371"/>
                  </a:lnTo>
                  <a:lnTo>
                    <a:pt x="4962969" y="230371"/>
                  </a:lnTo>
                  <a:lnTo>
                    <a:pt x="4963086" y="230371"/>
                  </a:lnTo>
                  <a:lnTo>
                    <a:pt x="4963204" y="230371"/>
                  </a:lnTo>
                  <a:lnTo>
                    <a:pt x="4963321" y="230371"/>
                  </a:lnTo>
                  <a:lnTo>
                    <a:pt x="4963439" y="230371"/>
                  </a:lnTo>
                  <a:lnTo>
                    <a:pt x="4963557" y="230371"/>
                  </a:lnTo>
                  <a:lnTo>
                    <a:pt x="4963674" y="230371"/>
                  </a:lnTo>
                  <a:lnTo>
                    <a:pt x="4963792" y="230371"/>
                  </a:lnTo>
                  <a:lnTo>
                    <a:pt x="4963910" y="230371"/>
                  </a:lnTo>
                  <a:lnTo>
                    <a:pt x="4964027" y="230371"/>
                  </a:lnTo>
                  <a:lnTo>
                    <a:pt x="4964145" y="230371"/>
                  </a:lnTo>
                  <a:lnTo>
                    <a:pt x="4964262" y="230371"/>
                  </a:lnTo>
                  <a:lnTo>
                    <a:pt x="4964380" y="230371"/>
                  </a:lnTo>
                  <a:lnTo>
                    <a:pt x="4964498" y="230371"/>
                  </a:lnTo>
                  <a:lnTo>
                    <a:pt x="4964615" y="230371"/>
                  </a:lnTo>
                  <a:lnTo>
                    <a:pt x="4964733" y="230371"/>
                  </a:lnTo>
                  <a:lnTo>
                    <a:pt x="4964850" y="230371"/>
                  </a:lnTo>
                  <a:lnTo>
                    <a:pt x="4964968" y="230371"/>
                  </a:lnTo>
                  <a:lnTo>
                    <a:pt x="4965086" y="230371"/>
                  </a:lnTo>
                  <a:lnTo>
                    <a:pt x="4965203" y="230371"/>
                  </a:lnTo>
                  <a:lnTo>
                    <a:pt x="4965321" y="230371"/>
                  </a:lnTo>
                  <a:lnTo>
                    <a:pt x="4965439" y="230371"/>
                  </a:lnTo>
                  <a:lnTo>
                    <a:pt x="4965556" y="230371"/>
                  </a:lnTo>
                  <a:lnTo>
                    <a:pt x="4965674" y="230371"/>
                  </a:lnTo>
                  <a:lnTo>
                    <a:pt x="4965791" y="230371"/>
                  </a:lnTo>
                  <a:lnTo>
                    <a:pt x="4965909" y="230371"/>
                  </a:lnTo>
                  <a:lnTo>
                    <a:pt x="4966027" y="230371"/>
                  </a:lnTo>
                  <a:lnTo>
                    <a:pt x="4966144" y="230371"/>
                  </a:lnTo>
                  <a:lnTo>
                    <a:pt x="4966262" y="230371"/>
                  </a:lnTo>
                  <a:lnTo>
                    <a:pt x="4966379" y="230371"/>
                  </a:lnTo>
                  <a:lnTo>
                    <a:pt x="4966497" y="230371"/>
                  </a:lnTo>
                  <a:lnTo>
                    <a:pt x="4966615" y="230371"/>
                  </a:lnTo>
                  <a:lnTo>
                    <a:pt x="4966732" y="230371"/>
                  </a:lnTo>
                  <a:lnTo>
                    <a:pt x="4966850" y="230371"/>
                  </a:lnTo>
                  <a:lnTo>
                    <a:pt x="4966968" y="230371"/>
                  </a:lnTo>
                  <a:lnTo>
                    <a:pt x="4967085" y="230371"/>
                  </a:lnTo>
                  <a:lnTo>
                    <a:pt x="4967203" y="230371"/>
                  </a:lnTo>
                  <a:lnTo>
                    <a:pt x="4967203" y="229940"/>
                  </a:lnTo>
                  <a:lnTo>
                    <a:pt x="4967320" y="229940"/>
                  </a:lnTo>
                  <a:lnTo>
                    <a:pt x="4967438" y="229940"/>
                  </a:lnTo>
                  <a:lnTo>
                    <a:pt x="4967556" y="229940"/>
                  </a:lnTo>
                  <a:lnTo>
                    <a:pt x="4967673" y="229940"/>
                  </a:lnTo>
                  <a:lnTo>
                    <a:pt x="4967791" y="229940"/>
                  </a:lnTo>
                  <a:lnTo>
                    <a:pt x="4967908" y="229940"/>
                  </a:lnTo>
                  <a:lnTo>
                    <a:pt x="4967908" y="229509"/>
                  </a:lnTo>
                  <a:lnTo>
                    <a:pt x="4968026" y="229509"/>
                  </a:lnTo>
                  <a:lnTo>
                    <a:pt x="4968144" y="229509"/>
                  </a:lnTo>
                  <a:lnTo>
                    <a:pt x="4968261" y="229509"/>
                  </a:lnTo>
                  <a:lnTo>
                    <a:pt x="4968379" y="229509"/>
                  </a:lnTo>
                  <a:lnTo>
                    <a:pt x="4968497" y="229509"/>
                  </a:lnTo>
                  <a:lnTo>
                    <a:pt x="4968614" y="229509"/>
                  </a:lnTo>
                  <a:lnTo>
                    <a:pt x="4968732" y="229509"/>
                  </a:lnTo>
                  <a:lnTo>
                    <a:pt x="4968849" y="229509"/>
                  </a:lnTo>
                  <a:lnTo>
                    <a:pt x="4968849" y="229079"/>
                  </a:lnTo>
                  <a:lnTo>
                    <a:pt x="4968967" y="229079"/>
                  </a:lnTo>
                  <a:lnTo>
                    <a:pt x="4969085" y="229079"/>
                  </a:lnTo>
                  <a:lnTo>
                    <a:pt x="4969202" y="229079"/>
                  </a:lnTo>
                  <a:lnTo>
                    <a:pt x="4969320" y="229079"/>
                  </a:lnTo>
                  <a:lnTo>
                    <a:pt x="4969437" y="229079"/>
                  </a:lnTo>
                  <a:lnTo>
                    <a:pt x="4969555" y="229079"/>
                  </a:lnTo>
                  <a:lnTo>
                    <a:pt x="4969673" y="229079"/>
                  </a:lnTo>
                  <a:lnTo>
                    <a:pt x="4969790" y="229079"/>
                  </a:lnTo>
                  <a:lnTo>
                    <a:pt x="4969908" y="229079"/>
                  </a:lnTo>
                  <a:lnTo>
                    <a:pt x="4970025" y="229079"/>
                  </a:lnTo>
                  <a:lnTo>
                    <a:pt x="4970143" y="229079"/>
                  </a:lnTo>
                  <a:lnTo>
                    <a:pt x="4970261" y="229079"/>
                  </a:lnTo>
                  <a:lnTo>
                    <a:pt x="4970378" y="229079"/>
                  </a:lnTo>
                  <a:lnTo>
                    <a:pt x="4970496" y="229079"/>
                  </a:lnTo>
                  <a:lnTo>
                    <a:pt x="4970614" y="229079"/>
                  </a:lnTo>
                  <a:lnTo>
                    <a:pt x="4970731" y="229079"/>
                  </a:lnTo>
                  <a:lnTo>
                    <a:pt x="4970849" y="229079"/>
                  </a:lnTo>
                  <a:lnTo>
                    <a:pt x="4970966" y="229079"/>
                  </a:lnTo>
                  <a:lnTo>
                    <a:pt x="4970966" y="228648"/>
                  </a:lnTo>
                  <a:lnTo>
                    <a:pt x="4971084" y="228648"/>
                  </a:lnTo>
                  <a:lnTo>
                    <a:pt x="4971202" y="228648"/>
                  </a:lnTo>
                  <a:lnTo>
                    <a:pt x="4971319" y="228648"/>
                  </a:lnTo>
                  <a:lnTo>
                    <a:pt x="4971437" y="228648"/>
                  </a:lnTo>
                  <a:lnTo>
                    <a:pt x="4971554" y="228648"/>
                  </a:lnTo>
                  <a:lnTo>
                    <a:pt x="4971672" y="228648"/>
                  </a:lnTo>
                  <a:lnTo>
                    <a:pt x="4971790" y="228648"/>
                  </a:lnTo>
                  <a:lnTo>
                    <a:pt x="4971790" y="228218"/>
                  </a:lnTo>
                  <a:lnTo>
                    <a:pt x="4971907" y="228218"/>
                  </a:lnTo>
                  <a:lnTo>
                    <a:pt x="4972025" y="228218"/>
                  </a:lnTo>
                  <a:lnTo>
                    <a:pt x="4972143" y="228218"/>
                  </a:lnTo>
                  <a:lnTo>
                    <a:pt x="4972260" y="228218"/>
                  </a:lnTo>
                  <a:lnTo>
                    <a:pt x="4972378" y="228218"/>
                  </a:lnTo>
                  <a:lnTo>
                    <a:pt x="4972495" y="228218"/>
                  </a:lnTo>
                  <a:lnTo>
                    <a:pt x="4972613" y="228218"/>
                  </a:lnTo>
                  <a:lnTo>
                    <a:pt x="4972731" y="228218"/>
                  </a:lnTo>
                  <a:lnTo>
                    <a:pt x="4972848" y="228218"/>
                  </a:lnTo>
                  <a:lnTo>
                    <a:pt x="4972966" y="228218"/>
                  </a:lnTo>
                  <a:lnTo>
                    <a:pt x="4973083" y="228218"/>
                  </a:lnTo>
                  <a:lnTo>
                    <a:pt x="4973201" y="228218"/>
                  </a:lnTo>
                  <a:lnTo>
                    <a:pt x="4973319" y="228218"/>
                  </a:lnTo>
                  <a:lnTo>
                    <a:pt x="4973436" y="228218"/>
                  </a:lnTo>
                  <a:lnTo>
                    <a:pt x="4973554" y="228218"/>
                  </a:lnTo>
                  <a:lnTo>
                    <a:pt x="4973672" y="228218"/>
                  </a:lnTo>
                  <a:lnTo>
                    <a:pt x="4973789" y="228218"/>
                  </a:lnTo>
                  <a:lnTo>
                    <a:pt x="4973907" y="228218"/>
                  </a:lnTo>
                  <a:lnTo>
                    <a:pt x="4974024" y="228218"/>
                  </a:lnTo>
                  <a:lnTo>
                    <a:pt x="4974142" y="228218"/>
                  </a:lnTo>
                  <a:lnTo>
                    <a:pt x="4974260" y="228218"/>
                  </a:lnTo>
                  <a:lnTo>
                    <a:pt x="4974377" y="228218"/>
                  </a:lnTo>
                  <a:lnTo>
                    <a:pt x="4974495" y="228218"/>
                  </a:lnTo>
                  <a:lnTo>
                    <a:pt x="4974612" y="228218"/>
                  </a:lnTo>
                  <a:lnTo>
                    <a:pt x="4974730" y="228218"/>
                  </a:lnTo>
                  <a:lnTo>
                    <a:pt x="4974848" y="228218"/>
                  </a:lnTo>
                  <a:lnTo>
                    <a:pt x="4974965" y="228218"/>
                  </a:lnTo>
                  <a:lnTo>
                    <a:pt x="4975083" y="228218"/>
                  </a:lnTo>
                  <a:lnTo>
                    <a:pt x="4975201" y="228218"/>
                  </a:lnTo>
                  <a:lnTo>
                    <a:pt x="4975318" y="228218"/>
                  </a:lnTo>
                  <a:lnTo>
                    <a:pt x="4975436" y="228218"/>
                  </a:lnTo>
                  <a:lnTo>
                    <a:pt x="4975553" y="228218"/>
                  </a:lnTo>
                  <a:lnTo>
                    <a:pt x="4975671" y="228218"/>
                  </a:lnTo>
                  <a:lnTo>
                    <a:pt x="4975789" y="228218"/>
                  </a:lnTo>
                  <a:lnTo>
                    <a:pt x="4975906" y="228218"/>
                  </a:lnTo>
                  <a:lnTo>
                    <a:pt x="4976024" y="228218"/>
                  </a:lnTo>
                  <a:lnTo>
                    <a:pt x="4976141" y="228218"/>
                  </a:lnTo>
                  <a:lnTo>
                    <a:pt x="4976259" y="228218"/>
                  </a:lnTo>
                  <a:lnTo>
                    <a:pt x="4976377" y="228218"/>
                  </a:lnTo>
                  <a:lnTo>
                    <a:pt x="4976494" y="228218"/>
                  </a:lnTo>
                  <a:lnTo>
                    <a:pt x="4976612" y="228218"/>
                  </a:lnTo>
                  <a:lnTo>
                    <a:pt x="4976730" y="228218"/>
                  </a:lnTo>
                  <a:lnTo>
                    <a:pt x="4976847" y="228218"/>
                  </a:lnTo>
                  <a:lnTo>
                    <a:pt x="4976965" y="228218"/>
                  </a:lnTo>
                  <a:lnTo>
                    <a:pt x="4977082" y="228218"/>
                  </a:lnTo>
                  <a:lnTo>
                    <a:pt x="4977200" y="228218"/>
                  </a:lnTo>
                  <a:lnTo>
                    <a:pt x="4977318" y="228218"/>
                  </a:lnTo>
                  <a:lnTo>
                    <a:pt x="4977435" y="228218"/>
                  </a:lnTo>
                  <a:lnTo>
                    <a:pt x="4977553" y="228218"/>
                  </a:lnTo>
                  <a:lnTo>
                    <a:pt x="4977670" y="228218"/>
                  </a:lnTo>
                  <a:lnTo>
                    <a:pt x="4977788" y="228218"/>
                  </a:lnTo>
                  <a:lnTo>
                    <a:pt x="4977906" y="228218"/>
                  </a:lnTo>
                  <a:lnTo>
                    <a:pt x="4978023" y="228218"/>
                  </a:lnTo>
                  <a:lnTo>
                    <a:pt x="4978141" y="228218"/>
                  </a:lnTo>
                  <a:lnTo>
                    <a:pt x="4978258" y="228218"/>
                  </a:lnTo>
                  <a:lnTo>
                    <a:pt x="4978376" y="228218"/>
                  </a:lnTo>
                  <a:lnTo>
                    <a:pt x="4978376" y="227787"/>
                  </a:lnTo>
                  <a:lnTo>
                    <a:pt x="4978494" y="227787"/>
                  </a:lnTo>
                  <a:lnTo>
                    <a:pt x="4978611" y="227787"/>
                  </a:lnTo>
                  <a:lnTo>
                    <a:pt x="4978729" y="227787"/>
                  </a:lnTo>
                  <a:lnTo>
                    <a:pt x="4978847" y="227787"/>
                  </a:lnTo>
                  <a:lnTo>
                    <a:pt x="4978964" y="227787"/>
                  </a:lnTo>
                  <a:lnTo>
                    <a:pt x="4979082" y="227787"/>
                  </a:lnTo>
                  <a:lnTo>
                    <a:pt x="4979199" y="227787"/>
                  </a:lnTo>
                  <a:lnTo>
                    <a:pt x="4979317" y="227787"/>
                  </a:lnTo>
                  <a:lnTo>
                    <a:pt x="4979435" y="227787"/>
                  </a:lnTo>
                  <a:lnTo>
                    <a:pt x="4979435" y="227356"/>
                  </a:lnTo>
                  <a:lnTo>
                    <a:pt x="4979552" y="227356"/>
                  </a:lnTo>
                  <a:lnTo>
                    <a:pt x="4979670" y="227356"/>
                  </a:lnTo>
                  <a:lnTo>
                    <a:pt x="4979670" y="226926"/>
                  </a:lnTo>
                  <a:lnTo>
                    <a:pt x="4979787" y="226926"/>
                  </a:lnTo>
                  <a:lnTo>
                    <a:pt x="4979905" y="226926"/>
                  </a:lnTo>
                  <a:lnTo>
                    <a:pt x="4980023" y="226926"/>
                  </a:lnTo>
                  <a:lnTo>
                    <a:pt x="4980140" y="226926"/>
                  </a:lnTo>
                  <a:lnTo>
                    <a:pt x="4980258" y="226926"/>
                  </a:lnTo>
                  <a:lnTo>
                    <a:pt x="4980376" y="226926"/>
                  </a:lnTo>
                  <a:lnTo>
                    <a:pt x="4980493" y="226926"/>
                  </a:lnTo>
                  <a:lnTo>
                    <a:pt x="4980611" y="226926"/>
                  </a:lnTo>
                  <a:lnTo>
                    <a:pt x="4980728" y="226926"/>
                  </a:lnTo>
                  <a:lnTo>
                    <a:pt x="4980846" y="226926"/>
                  </a:lnTo>
                  <a:lnTo>
                    <a:pt x="4980964" y="226926"/>
                  </a:lnTo>
                  <a:lnTo>
                    <a:pt x="4981081" y="226926"/>
                  </a:lnTo>
                  <a:lnTo>
                    <a:pt x="4981199" y="226926"/>
                  </a:lnTo>
                  <a:lnTo>
                    <a:pt x="4981316" y="226926"/>
                  </a:lnTo>
                  <a:lnTo>
                    <a:pt x="4981434" y="226926"/>
                  </a:lnTo>
                  <a:lnTo>
                    <a:pt x="4981552" y="226926"/>
                  </a:lnTo>
                  <a:lnTo>
                    <a:pt x="4981669" y="226926"/>
                  </a:lnTo>
                  <a:lnTo>
                    <a:pt x="4981787" y="226926"/>
                  </a:lnTo>
                  <a:lnTo>
                    <a:pt x="4981905" y="226926"/>
                  </a:lnTo>
                  <a:lnTo>
                    <a:pt x="4982022" y="226926"/>
                  </a:lnTo>
                  <a:lnTo>
                    <a:pt x="4982140" y="226926"/>
                  </a:lnTo>
                  <a:lnTo>
                    <a:pt x="4982257" y="226926"/>
                  </a:lnTo>
                  <a:lnTo>
                    <a:pt x="4982375" y="226926"/>
                  </a:lnTo>
                  <a:lnTo>
                    <a:pt x="4982493" y="226926"/>
                  </a:lnTo>
                  <a:lnTo>
                    <a:pt x="4982610" y="226926"/>
                  </a:lnTo>
                  <a:lnTo>
                    <a:pt x="4982728" y="226926"/>
                  </a:lnTo>
                  <a:lnTo>
                    <a:pt x="4982845" y="226926"/>
                  </a:lnTo>
                  <a:lnTo>
                    <a:pt x="4982963" y="226926"/>
                  </a:lnTo>
                  <a:lnTo>
                    <a:pt x="4983081" y="226926"/>
                  </a:lnTo>
                  <a:lnTo>
                    <a:pt x="4983198" y="226926"/>
                  </a:lnTo>
                  <a:lnTo>
                    <a:pt x="4983316" y="226926"/>
                  </a:lnTo>
                  <a:lnTo>
                    <a:pt x="4983434" y="226926"/>
                  </a:lnTo>
                  <a:lnTo>
                    <a:pt x="4983551" y="226926"/>
                  </a:lnTo>
                  <a:lnTo>
                    <a:pt x="4983669" y="226926"/>
                  </a:lnTo>
                  <a:lnTo>
                    <a:pt x="4983786" y="226926"/>
                  </a:lnTo>
                  <a:lnTo>
                    <a:pt x="4983904" y="226926"/>
                  </a:lnTo>
                  <a:lnTo>
                    <a:pt x="4984022" y="226926"/>
                  </a:lnTo>
                  <a:lnTo>
                    <a:pt x="4984139" y="226926"/>
                  </a:lnTo>
                  <a:lnTo>
                    <a:pt x="4984139" y="226495"/>
                  </a:lnTo>
                  <a:lnTo>
                    <a:pt x="4984257" y="226495"/>
                  </a:lnTo>
                  <a:lnTo>
                    <a:pt x="4984374" y="226495"/>
                  </a:lnTo>
                  <a:lnTo>
                    <a:pt x="4984492" y="226495"/>
                  </a:lnTo>
                  <a:lnTo>
                    <a:pt x="4984610" y="226495"/>
                  </a:lnTo>
                  <a:lnTo>
                    <a:pt x="4984727" y="226495"/>
                  </a:lnTo>
                  <a:lnTo>
                    <a:pt x="4984845" y="226495"/>
                  </a:lnTo>
                  <a:lnTo>
                    <a:pt x="4984963" y="226495"/>
                  </a:lnTo>
                  <a:lnTo>
                    <a:pt x="4985080" y="226495"/>
                  </a:lnTo>
                  <a:lnTo>
                    <a:pt x="4985198" y="226495"/>
                  </a:lnTo>
                  <a:lnTo>
                    <a:pt x="4985315" y="226495"/>
                  </a:lnTo>
                  <a:lnTo>
                    <a:pt x="4985315" y="226065"/>
                  </a:lnTo>
                  <a:lnTo>
                    <a:pt x="4985433" y="226065"/>
                  </a:lnTo>
                  <a:lnTo>
                    <a:pt x="4985551" y="226065"/>
                  </a:lnTo>
                  <a:lnTo>
                    <a:pt x="4985551" y="225634"/>
                  </a:lnTo>
                  <a:lnTo>
                    <a:pt x="4985668" y="225634"/>
                  </a:lnTo>
                  <a:lnTo>
                    <a:pt x="4985786" y="225634"/>
                  </a:lnTo>
                  <a:lnTo>
                    <a:pt x="4985903" y="225634"/>
                  </a:lnTo>
                  <a:lnTo>
                    <a:pt x="4986021" y="225634"/>
                  </a:lnTo>
                  <a:lnTo>
                    <a:pt x="4986139" y="225634"/>
                  </a:lnTo>
                  <a:lnTo>
                    <a:pt x="4986256" y="225634"/>
                  </a:lnTo>
                  <a:lnTo>
                    <a:pt x="4986374" y="225634"/>
                  </a:lnTo>
                  <a:lnTo>
                    <a:pt x="4986491" y="225634"/>
                  </a:lnTo>
                  <a:lnTo>
                    <a:pt x="4986609" y="225634"/>
                  </a:lnTo>
                  <a:lnTo>
                    <a:pt x="4986727" y="225634"/>
                  </a:lnTo>
                  <a:lnTo>
                    <a:pt x="4986844" y="225634"/>
                  </a:lnTo>
                  <a:lnTo>
                    <a:pt x="4986962" y="225634"/>
                  </a:lnTo>
                  <a:lnTo>
                    <a:pt x="4987080" y="225634"/>
                  </a:lnTo>
                  <a:lnTo>
                    <a:pt x="4987197" y="225634"/>
                  </a:lnTo>
                  <a:lnTo>
                    <a:pt x="4987315" y="225634"/>
                  </a:lnTo>
                  <a:lnTo>
                    <a:pt x="4987432" y="225634"/>
                  </a:lnTo>
                  <a:lnTo>
                    <a:pt x="4987550" y="225634"/>
                  </a:lnTo>
                  <a:lnTo>
                    <a:pt x="4987668" y="225634"/>
                  </a:lnTo>
                  <a:lnTo>
                    <a:pt x="4987785" y="225634"/>
                  </a:lnTo>
                  <a:lnTo>
                    <a:pt x="4987903" y="225634"/>
                  </a:lnTo>
                  <a:lnTo>
                    <a:pt x="4988020" y="225634"/>
                  </a:lnTo>
                  <a:lnTo>
                    <a:pt x="4988138" y="225634"/>
                  </a:lnTo>
                  <a:lnTo>
                    <a:pt x="4988256" y="225634"/>
                  </a:lnTo>
                  <a:lnTo>
                    <a:pt x="4988373" y="225634"/>
                  </a:lnTo>
                  <a:lnTo>
                    <a:pt x="4988491" y="225634"/>
                  </a:lnTo>
                  <a:lnTo>
                    <a:pt x="4988609" y="225634"/>
                  </a:lnTo>
                  <a:lnTo>
                    <a:pt x="4988726" y="225634"/>
                  </a:lnTo>
                  <a:lnTo>
                    <a:pt x="4988844" y="225634"/>
                  </a:lnTo>
                  <a:lnTo>
                    <a:pt x="4988961" y="225634"/>
                  </a:lnTo>
                  <a:lnTo>
                    <a:pt x="4989079" y="225634"/>
                  </a:lnTo>
                  <a:lnTo>
                    <a:pt x="4989197" y="225634"/>
                  </a:lnTo>
                  <a:lnTo>
                    <a:pt x="4989314" y="225634"/>
                  </a:lnTo>
                  <a:lnTo>
                    <a:pt x="4989432" y="225634"/>
                  </a:lnTo>
                  <a:lnTo>
                    <a:pt x="4989549" y="225634"/>
                  </a:lnTo>
                  <a:lnTo>
                    <a:pt x="4989549" y="225203"/>
                  </a:lnTo>
                  <a:lnTo>
                    <a:pt x="4989667" y="225203"/>
                  </a:lnTo>
                  <a:lnTo>
                    <a:pt x="4989785" y="225203"/>
                  </a:lnTo>
                  <a:lnTo>
                    <a:pt x="4989902" y="225203"/>
                  </a:lnTo>
                  <a:lnTo>
                    <a:pt x="4990020" y="225203"/>
                  </a:lnTo>
                  <a:lnTo>
                    <a:pt x="4990138" y="225203"/>
                  </a:lnTo>
                  <a:lnTo>
                    <a:pt x="4990255" y="225203"/>
                  </a:lnTo>
                  <a:lnTo>
                    <a:pt x="4990373" y="225203"/>
                  </a:lnTo>
                  <a:lnTo>
                    <a:pt x="4990490" y="225203"/>
                  </a:lnTo>
                  <a:lnTo>
                    <a:pt x="4990608" y="225203"/>
                  </a:lnTo>
                  <a:lnTo>
                    <a:pt x="4990726" y="225203"/>
                  </a:lnTo>
                  <a:lnTo>
                    <a:pt x="4990843" y="225203"/>
                  </a:lnTo>
                  <a:lnTo>
                    <a:pt x="4990961" y="225203"/>
                  </a:lnTo>
                  <a:lnTo>
                    <a:pt x="4991078" y="225203"/>
                  </a:lnTo>
                  <a:lnTo>
                    <a:pt x="4991196" y="225203"/>
                  </a:lnTo>
                  <a:lnTo>
                    <a:pt x="4991314" y="225203"/>
                  </a:lnTo>
                  <a:lnTo>
                    <a:pt x="4991431" y="225203"/>
                  </a:lnTo>
                  <a:lnTo>
                    <a:pt x="4991549" y="225203"/>
                  </a:lnTo>
                  <a:lnTo>
                    <a:pt x="4991667" y="225203"/>
                  </a:lnTo>
                  <a:lnTo>
                    <a:pt x="4991784" y="225203"/>
                  </a:lnTo>
                  <a:lnTo>
                    <a:pt x="4991902" y="225203"/>
                  </a:lnTo>
                  <a:lnTo>
                    <a:pt x="4992019" y="225203"/>
                  </a:lnTo>
                  <a:lnTo>
                    <a:pt x="4992137" y="225203"/>
                  </a:lnTo>
                  <a:lnTo>
                    <a:pt x="4992255" y="225203"/>
                  </a:lnTo>
                  <a:lnTo>
                    <a:pt x="4992372" y="225203"/>
                  </a:lnTo>
                  <a:lnTo>
                    <a:pt x="4992490" y="225203"/>
                  </a:lnTo>
                  <a:lnTo>
                    <a:pt x="4992607" y="225203"/>
                  </a:lnTo>
                  <a:lnTo>
                    <a:pt x="4992725" y="225203"/>
                  </a:lnTo>
                  <a:lnTo>
                    <a:pt x="4992843" y="225203"/>
                  </a:lnTo>
                  <a:lnTo>
                    <a:pt x="4992960" y="225203"/>
                  </a:lnTo>
                  <a:lnTo>
                    <a:pt x="4993078" y="225203"/>
                  </a:lnTo>
                  <a:lnTo>
                    <a:pt x="4993196" y="225203"/>
                  </a:lnTo>
                  <a:lnTo>
                    <a:pt x="4993313" y="225203"/>
                  </a:lnTo>
                  <a:lnTo>
                    <a:pt x="4993431" y="225203"/>
                  </a:lnTo>
                  <a:lnTo>
                    <a:pt x="4993548" y="225203"/>
                  </a:lnTo>
                  <a:lnTo>
                    <a:pt x="4993666" y="225203"/>
                  </a:lnTo>
                  <a:lnTo>
                    <a:pt x="4993784" y="225203"/>
                  </a:lnTo>
                  <a:lnTo>
                    <a:pt x="4993901" y="225203"/>
                  </a:lnTo>
                  <a:lnTo>
                    <a:pt x="4994019" y="225203"/>
                  </a:lnTo>
                  <a:lnTo>
                    <a:pt x="4994136" y="225203"/>
                  </a:lnTo>
                  <a:lnTo>
                    <a:pt x="4994254" y="225203"/>
                  </a:lnTo>
                  <a:lnTo>
                    <a:pt x="4994372" y="225203"/>
                  </a:lnTo>
                  <a:lnTo>
                    <a:pt x="4994372" y="224773"/>
                  </a:lnTo>
                  <a:lnTo>
                    <a:pt x="4994489" y="224773"/>
                  </a:lnTo>
                  <a:lnTo>
                    <a:pt x="4994607" y="224773"/>
                  </a:lnTo>
                  <a:lnTo>
                    <a:pt x="4994724" y="224773"/>
                  </a:lnTo>
                  <a:lnTo>
                    <a:pt x="4994842" y="224773"/>
                  </a:lnTo>
                  <a:lnTo>
                    <a:pt x="4994960" y="224773"/>
                  </a:lnTo>
                  <a:lnTo>
                    <a:pt x="4995077" y="224773"/>
                  </a:lnTo>
                  <a:lnTo>
                    <a:pt x="4995195" y="224773"/>
                  </a:lnTo>
                  <a:lnTo>
                    <a:pt x="4995313" y="224773"/>
                  </a:lnTo>
                  <a:lnTo>
                    <a:pt x="4995430" y="224773"/>
                  </a:lnTo>
                  <a:lnTo>
                    <a:pt x="4995548" y="224773"/>
                  </a:lnTo>
                  <a:lnTo>
                    <a:pt x="4995548" y="224342"/>
                  </a:lnTo>
                  <a:lnTo>
                    <a:pt x="4995665" y="224342"/>
                  </a:lnTo>
                  <a:lnTo>
                    <a:pt x="4995783" y="224342"/>
                  </a:lnTo>
                  <a:lnTo>
                    <a:pt x="4995901" y="224342"/>
                  </a:lnTo>
                  <a:lnTo>
                    <a:pt x="4996018" y="224342"/>
                  </a:lnTo>
                  <a:lnTo>
                    <a:pt x="4996136" y="224342"/>
                  </a:lnTo>
                  <a:lnTo>
                    <a:pt x="4996253" y="224342"/>
                  </a:lnTo>
                  <a:lnTo>
                    <a:pt x="4996371" y="224342"/>
                  </a:lnTo>
                  <a:lnTo>
                    <a:pt x="4996489" y="224342"/>
                  </a:lnTo>
                  <a:lnTo>
                    <a:pt x="4996606" y="224342"/>
                  </a:lnTo>
                  <a:lnTo>
                    <a:pt x="4996724" y="224342"/>
                  </a:lnTo>
                  <a:lnTo>
                    <a:pt x="4996842" y="224342"/>
                  </a:lnTo>
                  <a:lnTo>
                    <a:pt x="4996959" y="224342"/>
                  </a:lnTo>
                  <a:lnTo>
                    <a:pt x="4997077" y="224342"/>
                  </a:lnTo>
                  <a:lnTo>
                    <a:pt x="4997194" y="224342"/>
                  </a:lnTo>
                  <a:lnTo>
                    <a:pt x="4997312" y="224342"/>
                  </a:lnTo>
                  <a:lnTo>
                    <a:pt x="4997430" y="224342"/>
                  </a:lnTo>
                  <a:lnTo>
                    <a:pt x="4997547" y="224342"/>
                  </a:lnTo>
                  <a:lnTo>
                    <a:pt x="4997665" y="224342"/>
                  </a:lnTo>
                  <a:lnTo>
                    <a:pt x="4997782" y="224342"/>
                  </a:lnTo>
                  <a:lnTo>
                    <a:pt x="4997900" y="224342"/>
                  </a:lnTo>
                  <a:lnTo>
                    <a:pt x="4998018" y="224342"/>
                  </a:lnTo>
                  <a:lnTo>
                    <a:pt x="4998018" y="223912"/>
                  </a:lnTo>
                  <a:lnTo>
                    <a:pt x="4998135" y="223912"/>
                  </a:lnTo>
                  <a:lnTo>
                    <a:pt x="4998253" y="223912"/>
                  </a:lnTo>
                  <a:lnTo>
                    <a:pt x="4998371" y="223912"/>
                  </a:lnTo>
                  <a:lnTo>
                    <a:pt x="4998488" y="223912"/>
                  </a:lnTo>
                  <a:lnTo>
                    <a:pt x="4998606" y="223912"/>
                  </a:lnTo>
                  <a:lnTo>
                    <a:pt x="4998723" y="223912"/>
                  </a:lnTo>
                  <a:lnTo>
                    <a:pt x="4998841" y="223912"/>
                  </a:lnTo>
                  <a:lnTo>
                    <a:pt x="4998959" y="223912"/>
                  </a:lnTo>
                  <a:lnTo>
                    <a:pt x="4999076" y="223912"/>
                  </a:lnTo>
                  <a:lnTo>
                    <a:pt x="4999194" y="223912"/>
                  </a:lnTo>
                  <a:lnTo>
                    <a:pt x="4999311" y="223912"/>
                  </a:lnTo>
                  <a:lnTo>
                    <a:pt x="4999429" y="223912"/>
                  </a:lnTo>
                  <a:lnTo>
                    <a:pt x="4999547" y="223912"/>
                  </a:lnTo>
                  <a:lnTo>
                    <a:pt x="4999664" y="223912"/>
                  </a:lnTo>
                  <a:lnTo>
                    <a:pt x="4999782" y="223912"/>
                  </a:lnTo>
                  <a:lnTo>
                    <a:pt x="4999900" y="223912"/>
                  </a:lnTo>
                  <a:lnTo>
                    <a:pt x="5000017" y="223912"/>
                  </a:lnTo>
                  <a:lnTo>
                    <a:pt x="5000135" y="223912"/>
                  </a:lnTo>
                  <a:lnTo>
                    <a:pt x="5000252" y="223912"/>
                  </a:lnTo>
                  <a:lnTo>
                    <a:pt x="5000370" y="223912"/>
                  </a:lnTo>
                  <a:lnTo>
                    <a:pt x="5000488" y="223912"/>
                  </a:lnTo>
                  <a:lnTo>
                    <a:pt x="5000605" y="223912"/>
                  </a:lnTo>
                  <a:lnTo>
                    <a:pt x="5000723" y="223912"/>
                  </a:lnTo>
                  <a:lnTo>
                    <a:pt x="5000723" y="223481"/>
                  </a:lnTo>
                  <a:lnTo>
                    <a:pt x="5000840" y="223481"/>
                  </a:lnTo>
                  <a:lnTo>
                    <a:pt x="5000958" y="223481"/>
                  </a:lnTo>
                  <a:lnTo>
                    <a:pt x="5001076" y="223481"/>
                  </a:lnTo>
                  <a:lnTo>
                    <a:pt x="5001193" y="223481"/>
                  </a:lnTo>
                  <a:lnTo>
                    <a:pt x="5001311" y="223481"/>
                  </a:lnTo>
                  <a:lnTo>
                    <a:pt x="5001429" y="223481"/>
                  </a:lnTo>
                  <a:lnTo>
                    <a:pt x="5001546" y="223481"/>
                  </a:lnTo>
                  <a:lnTo>
                    <a:pt x="5001664" y="223481"/>
                  </a:lnTo>
                  <a:lnTo>
                    <a:pt x="5001781" y="223481"/>
                  </a:lnTo>
                  <a:lnTo>
                    <a:pt x="5001899" y="223481"/>
                  </a:lnTo>
                  <a:lnTo>
                    <a:pt x="5002017" y="223481"/>
                  </a:lnTo>
                  <a:lnTo>
                    <a:pt x="5002134" y="223481"/>
                  </a:lnTo>
                  <a:lnTo>
                    <a:pt x="5002252" y="223481"/>
                  </a:lnTo>
                  <a:lnTo>
                    <a:pt x="5002369" y="223481"/>
                  </a:lnTo>
                  <a:lnTo>
                    <a:pt x="5002487" y="223481"/>
                  </a:lnTo>
                  <a:lnTo>
                    <a:pt x="5002605" y="223481"/>
                  </a:lnTo>
                  <a:lnTo>
                    <a:pt x="5002722" y="223481"/>
                  </a:lnTo>
                  <a:lnTo>
                    <a:pt x="5002840" y="223481"/>
                  </a:lnTo>
                  <a:lnTo>
                    <a:pt x="5002957" y="223481"/>
                  </a:lnTo>
                  <a:lnTo>
                    <a:pt x="5003075" y="223481"/>
                  </a:lnTo>
                  <a:lnTo>
                    <a:pt x="5003193" y="223481"/>
                  </a:lnTo>
                  <a:lnTo>
                    <a:pt x="5003310" y="223481"/>
                  </a:lnTo>
                  <a:lnTo>
                    <a:pt x="5003428" y="223481"/>
                  </a:lnTo>
                  <a:lnTo>
                    <a:pt x="5003546" y="223481"/>
                  </a:lnTo>
                  <a:lnTo>
                    <a:pt x="5003663" y="223481"/>
                  </a:lnTo>
                  <a:lnTo>
                    <a:pt x="5003781" y="223481"/>
                  </a:lnTo>
                  <a:lnTo>
                    <a:pt x="5003898" y="223481"/>
                  </a:lnTo>
                  <a:lnTo>
                    <a:pt x="5004016" y="223481"/>
                  </a:lnTo>
                  <a:lnTo>
                    <a:pt x="5004134" y="223481"/>
                  </a:lnTo>
                  <a:lnTo>
                    <a:pt x="5004134" y="223050"/>
                  </a:lnTo>
                  <a:lnTo>
                    <a:pt x="5004251" y="223050"/>
                  </a:lnTo>
                  <a:lnTo>
                    <a:pt x="5004251" y="222620"/>
                  </a:lnTo>
                  <a:lnTo>
                    <a:pt x="5004369" y="222620"/>
                  </a:lnTo>
                  <a:lnTo>
                    <a:pt x="5004486" y="222620"/>
                  </a:lnTo>
                  <a:lnTo>
                    <a:pt x="5004604" y="222620"/>
                  </a:lnTo>
                  <a:lnTo>
                    <a:pt x="5004722" y="222620"/>
                  </a:lnTo>
                  <a:lnTo>
                    <a:pt x="5004722" y="222189"/>
                  </a:lnTo>
                  <a:lnTo>
                    <a:pt x="5004839" y="222189"/>
                  </a:lnTo>
                  <a:lnTo>
                    <a:pt x="5004957" y="222189"/>
                  </a:lnTo>
                  <a:lnTo>
                    <a:pt x="5005075" y="222189"/>
                  </a:lnTo>
                  <a:lnTo>
                    <a:pt x="5005192" y="222189"/>
                  </a:lnTo>
                  <a:lnTo>
                    <a:pt x="5005310" y="222189"/>
                  </a:lnTo>
                  <a:lnTo>
                    <a:pt x="5005427" y="222189"/>
                  </a:lnTo>
                  <a:lnTo>
                    <a:pt x="5005545" y="222189"/>
                  </a:lnTo>
                  <a:lnTo>
                    <a:pt x="5005663" y="222189"/>
                  </a:lnTo>
                  <a:lnTo>
                    <a:pt x="5005780" y="222189"/>
                  </a:lnTo>
                  <a:lnTo>
                    <a:pt x="5005898" y="222189"/>
                  </a:lnTo>
                  <a:lnTo>
                    <a:pt x="5006015" y="222189"/>
                  </a:lnTo>
                  <a:lnTo>
                    <a:pt x="5006133" y="222189"/>
                  </a:lnTo>
                  <a:lnTo>
                    <a:pt x="5006133" y="221759"/>
                  </a:lnTo>
                  <a:lnTo>
                    <a:pt x="5006251" y="221759"/>
                  </a:lnTo>
                  <a:lnTo>
                    <a:pt x="5006251" y="221328"/>
                  </a:lnTo>
                  <a:lnTo>
                    <a:pt x="5006368" y="221328"/>
                  </a:lnTo>
                  <a:lnTo>
                    <a:pt x="5006486" y="221328"/>
                  </a:lnTo>
                  <a:lnTo>
                    <a:pt x="5006604" y="221328"/>
                  </a:lnTo>
                  <a:lnTo>
                    <a:pt x="5006721" y="221328"/>
                  </a:lnTo>
                  <a:lnTo>
                    <a:pt x="5006839" y="221328"/>
                  </a:lnTo>
                  <a:lnTo>
                    <a:pt x="5006956" y="221328"/>
                  </a:lnTo>
                  <a:lnTo>
                    <a:pt x="5007074" y="221328"/>
                  </a:lnTo>
                  <a:lnTo>
                    <a:pt x="5007192" y="221328"/>
                  </a:lnTo>
                  <a:lnTo>
                    <a:pt x="5007309" y="221328"/>
                  </a:lnTo>
                  <a:lnTo>
                    <a:pt x="5007427" y="221328"/>
                  </a:lnTo>
                  <a:lnTo>
                    <a:pt x="5007544" y="221328"/>
                  </a:lnTo>
                  <a:lnTo>
                    <a:pt x="5007662" y="221328"/>
                  </a:lnTo>
                  <a:lnTo>
                    <a:pt x="5007780" y="221328"/>
                  </a:lnTo>
                  <a:lnTo>
                    <a:pt x="5007897" y="221328"/>
                  </a:lnTo>
                  <a:lnTo>
                    <a:pt x="5008015" y="221328"/>
                  </a:lnTo>
                  <a:lnTo>
                    <a:pt x="5008133" y="221328"/>
                  </a:lnTo>
                  <a:lnTo>
                    <a:pt x="5008250" y="221328"/>
                  </a:lnTo>
                  <a:lnTo>
                    <a:pt x="5008368" y="221328"/>
                  </a:lnTo>
                  <a:lnTo>
                    <a:pt x="5008485" y="221328"/>
                  </a:lnTo>
                  <a:lnTo>
                    <a:pt x="5008603" y="221328"/>
                  </a:lnTo>
                  <a:lnTo>
                    <a:pt x="5008721" y="221328"/>
                  </a:lnTo>
                  <a:lnTo>
                    <a:pt x="5008838" y="221328"/>
                  </a:lnTo>
                  <a:lnTo>
                    <a:pt x="5008956" y="221328"/>
                  </a:lnTo>
                  <a:lnTo>
                    <a:pt x="5009073" y="221328"/>
                  </a:lnTo>
                  <a:lnTo>
                    <a:pt x="5009073" y="220897"/>
                  </a:lnTo>
                  <a:lnTo>
                    <a:pt x="5009191" y="220897"/>
                  </a:lnTo>
                  <a:lnTo>
                    <a:pt x="5009309" y="220897"/>
                  </a:lnTo>
                  <a:lnTo>
                    <a:pt x="5009426" y="220897"/>
                  </a:lnTo>
                  <a:lnTo>
                    <a:pt x="5009544" y="220897"/>
                  </a:lnTo>
                  <a:lnTo>
                    <a:pt x="5009661" y="220897"/>
                  </a:lnTo>
                  <a:lnTo>
                    <a:pt x="5009779" y="220897"/>
                  </a:lnTo>
                  <a:lnTo>
                    <a:pt x="5009897" y="220897"/>
                  </a:lnTo>
                  <a:lnTo>
                    <a:pt x="5010014" y="220897"/>
                  </a:lnTo>
                  <a:lnTo>
                    <a:pt x="5010132" y="220897"/>
                  </a:lnTo>
                  <a:lnTo>
                    <a:pt x="5010250" y="220897"/>
                  </a:lnTo>
                  <a:lnTo>
                    <a:pt x="5010367" y="220897"/>
                  </a:lnTo>
                  <a:lnTo>
                    <a:pt x="5010485" y="220897"/>
                  </a:lnTo>
                  <a:lnTo>
                    <a:pt x="5010602" y="220897"/>
                  </a:lnTo>
                  <a:lnTo>
                    <a:pt x="5010720" y="220897"/>
                  </a:lnTo>
                  <a:lnTo>
                    <a:pt x="5010838" y="220897"/>
                  </a:lnTo>
                  <a:lnTo>
                    <a:pt x="5010955" y="220897"/>
                  </a:lnTo>
                  <a:lnTo>
                    <a:pt x="5011073" y="220897"/>
                  </a:lnTo>
                  <a:lnTo>
                    <a:pt x="5011190" y="220897"/>
                  </a:lnTo>
                  <a:lnTo>
                    <a:pt x="5011308" y="220897"/>
                  </a:lnTo>
                  <a:lnTo>
                    <a:pt x="5011426" y="220897"/>
                  </a:lnTo>
                  <a:lnTo>
                    <a:pt x="5011543" y="220897"/>
                  </a:lnTo>
                  <a:lnTo>
                    <a:pt x="5011661" y="220897"/>
                  </a:lnTo>
                  <a:lnTo>
                    <a:pt x="5011779" y="220897"/>
                  </a:lnTo>
                  <a:lnTo>
                    <a:pt x="5011896" y="220897"/>
                  </a:lnTo>
                  <a:lnTo>
                    <a:pt x="5012014" y="220897"/>
                  </a:lnTo>
                  <a:lnTo>
                    <a:pt x="5012131" y="220897"/>
                  </a:lnTo>
                  <a:lnTo>
                    <a:pt x="5012249" y="220897"/>
                  </a:lnTo>
                  <a:lnTo>
                    <a:pt x="5012249" y="220467"/>
                  </a:lnTo>
                  <a:lnTo>
                    <a:pt x="5012367" y="220467"/>
                  </a:lnTo>
                  <a:lnTo>
                    <a:pt x="5012484" y="220467"/>
                  </a:lnTo>
                  <a:lnTo>
                    <a:pt x="5012602" y="220467"/>
                  </a:lnTo>
                  <a:lnTo>
                    <a:pt x="5012719" y="220467"/>
                  </a:lnTo>
                  <a:lnTo>
                    <a:pt x="5012837" y="220467"/>
                  </a:lnTo>
                  <a:lnTo>
                    <a:pt x="5012955" y="220467"/>
                  </a:lnTo>
                  <a:lnTo>
                    <a:pt x="5013072" y="220467"/>
                  </a:lnTo>
                  <a:lnTo>
                    <a:pt x="5013190" y="220467"/>
                  </a:lnTo>
                  <a:lnTo>
                    <a:pt x="5013308" y="220467"/>
                  </a:lnTo>
                  <a:lnTo>
                    <a:pt x="5013425" y="220467"/>
                  </a:lnTo>
                  <a:lnTo>
                    <a:pt x="5013543" y="220467"/>
                  </a:lnTo>
                  <a:lnTo>
                    <a:pt x="5013660" y="220467"/>
                  </a:lnTo>
                  <a:lnTo>
                    <a:pt x="5013778" y="220467"/>
                  </a:lnTo>
                  <a:lnTo>
                    <a:pt x="5013896" y="220467"/>
                  </a:lnTo>
                  <a:lnTo>
                    <a:pt x="5014013" y="220467"/>
                  </a:lnTo>
                  <a:lnTo>
                    <a:pt x="5014131" y="220467"/>
                  </a:lnTo>
                  <a:lnTo>
                    <a:pt x="5014248" y="220467"/>
                  </a:lnTo>
                  <a:lnTo>
                    <a:pt x="5014366" y="220467"/>
                  </a:lnTo>
                  <a:lnTo>
                    <a:pt x="5014484" y="220467"/>
                  </a:lnTo>
                  <a:lnTo>
                    <a:pt x="5014601" y="220467"/>
                  </a:lnTo>
                  <a:lnTo>
                    <a:pt x="5014719" y="220467"/>
                  </a:lnTo>
                  <a:lnTo>
                    <a:pt x="5014837" y="220467"/>
                  </a:lnTo>
                  <a:lnTo>
                    <a:pt x="5014954" y="220467"/>
                  </a:lnTo>
                  <a:lnTo>
                    <a:pt x="5015072" y="220467"/>
                  </a:lnTo>
                  <a:lnTo>
                    <a:pt x="5015189" y="220467"/>
                  </a:lnTo>
                  <a:lnTo>
                    <a:pt x="5015307" y="220467"/>
                  </a:lnTo>
                  <a:lnTo>
                    <a:pt x="5015425" y="220467"/>
                  </a:lnTo>
                  <a:lnTo>
                    <a:pt x="5015542" y="220467"/>
                  </a:lnTo>
                  <a:lnTo>
                    <a:pt x="5015660" y="220467"/>
                  </a:lnTo>
                  <a:lnTo>
                    <a:pt x="5015777" y="220467"/>
                  </a:lnTo>
                  <a:lnTo>
                    <a:pt x="5015895" y="220467"/>
                  </a:lnTo>
                  <a:lnTo>
                    <a:pt x="5016013" y="220467"/>
                  </a:lnTo>
                  <a:lnTo>
                    <a:pt x="5016130" y="220467"/>
                  </a:lnTo>
                  <a:lnTo>
                    <a:pt x="5016248" y="220467"/>
                  </a:lnTo>
                  <a:lnTo>
                    <a:pt x="5016366" y="220467"/>
                  </a:lnTo>
                  <a:lnTo>
                    <a:pt x="5016483" y="220467"/>
                  </a:lnTo>
                  <a:lnTo>
                    <a:pt x="5016601" y="220467"/>
                  </a:lnTo>
                  <a:lnTo>
                    <a:pt x="5016718" y="220467"/>
                  </a:lnTo>
                  <a:lnTo>
                    <a:pt x="5016718" y="220036"/>
                  </a:lnTo>
                  <a:lnTo>
                    <a:pt x="5016836" y="220036"/>
                  </a:lnTo>
                  <a:lnTo>
                    <a:pt x="5016954" y="220036"/>
                  </a:lnTo>
                  <a:lnTo>
                    <a:pt x="5017071" y="220036"/>
                  </a:lnTo>
                  <a:lnTo>
                    <a:pt x="5017189" y="220036"/>
                  </a:lnTo>
                  <a:lnTo>
                    <a:pt x="5017306" y="220036"/>
                  </a:lnTo>
                  <a:lnTo>
                    <a:pt x="5017424" y="220036"/>
                  </a:lnTo>
                  <a:lnTo>
                    <a:pt x="5017542" y="220036"/>
                  </a:lnTo>
                  <a:lnTo>
                    <a:pt x="5017659" y="220036"/>
                  </a:lnTo>
                  <a:lnTo>
                    <a:pt x="5017777" y="220036"/>
                  </a:lnTo>
                  <a:lnTo>
                    <a:pt x="5017894" y="220036"/>
                  </a:lnTo>
                  <a:lnTo>
                    <a:pt x="5018012" y="220036"/>
                  </a:lnTo>
                  <a:lnTo>
                    <a:pt x="5018130" y="220036"/>
                  </a:lnTo>
                  <a:lnTo>
                    <a:pt x="5018247" y="220036"/>
                  </a:lnTo>
                  <a:lnTo>
                    <a:pt x="5018365" y="220036"/>
                  </a:lnTo>
                  <a:lnTo>
                    <a:pt x="5018483" y="220036"/>
                  </a:lnTo>
                  <a:lnTo>
                    <a:pt x="5018600" y="220036"/>
                  </a:lnTo>
                  <a:lnTo>
                    <a:pt x="5018718" y="220036"/>
                  </a:lnTo>
                  <a:lnTo>
                    <a:pt x="5018835" y="220036"/>
                  </a:lnTo>
                  <a:lnTo>
                    <a:pt x="5018953" y="220036"/>
                  </a:lnTo>
                  <a:lnTo>
                    <a:pt x="5019071" y="220036"/>
                  </a:lnTo>
                  <a:lnTo>
                    <a:pt x="5019188" y="220036"/>
                  </a:lnTo>
                  <a:lnTo>
                    <a:pt x="5019306" y="220036"/>
                  </a:lnTo>
                  <a:lnTo>
                    <a:pt x="5019423" y="220036"/>
                  </a:lnTo>
                  <a:lnTo>
                    <a:pt x="5019541" y="220036"/>
                  </a:lnTo>
                  <a:lnTo>
                    <a:pt x="5019659" y="220036"/>
                  </a:lnTo>
                  <a:lnTo>
                    <a:pt x="5019659" y="219606"/>
                  </a:lnTo>
                  <a:lnTo>
                    <a:pt x="5019776" y="219606"/>
                  </a:lnTo>
                  <a:lnTo>
                    <a:pt x="5019894" y="219606"/>
                  </a:lnTo>
                  <a:lnTo>
                    <a:pt x="5020012" y="219606"/>
                  </a:lnTo>
                  <a:lnTo>
                    <a:pt x="5020129" y="219606"/>
                  </a:lnTo>
                  <a:lnTo>
                    <a:pt x="5020247" y="219606"/>
                  </a:lnTo>
                  <a:lnTo>
                    <a:pt x="5020364" y="219606"/>
                  </a:lnTo>
                  <a:lnTo>
                    <a:pt x="5020482" y="219606"/>
                  </a:lnTo>
                  <a:lnTo>
                    <a:pt x="5020600" y="219606"/>
                  </a:lnTo>
                  <a:lnTo>
                    <a:pt x="5020717" y="219606"/>
                  </a:lnTo>
                  <a:lnTo>
                    <a:pt x="5020835" y="219606"/>
                  </a:lnTo>
                  <a:lnTo>
                    <a:pt x="5020952" y="219606"/>
                  </a:lnTo>
                  <a:lnTo>
                    <a:pt x="5021070" y="219606"/>
                  </a:lnTo>
                  <a:lnTo>
                    <a:pt x="5021188" y="219606"/>
                  </a:lnTo>
                  <a:lnTo>
                    <a:pt x="5021305" y="219606"/>
                  </a:lnTo>
                  <a:lnTo>
                    <a:pt x="5021423" y="219606"/>
                  </a:lnTo>
                  <a:lnTo>
                    <a:pt x="5021541" y="219606"/>
                  </a:lnTo>
                  <a:lnTo>
                    <a:pt x="5021658" y="219606"/>
                  </a:lnTo>
                  <a:lnTo>
                    <a:pt x="5021776" y="219606"/>
                  </a:lnTo>
                  <a:lnTo>
                    <a:pt x="5021893" y="219606"/>
                  </a:lnTo>
                  <a:lnTo>
                    <a:pt x="5022011" y="219606"/>
                  </a:lnTo>
                  <a:lnTo>
                    <a:pt x="5022129" y="219606"/>
                  </a:lnTo>
                  <a:lnTo>
                    <a:pt x="5022246" y="219606"/>
                  </a:lnTo>
                  <a:lnTo>
                    <a:pt x="5022364" y="219606"/>
                  </a:lnTo>
                  <a:lnTo>
                    <a:pt x="5022481" y="219606"/>
                  </a:lnTo>
                  <a:lnTo>
                    <a:pt x="5022599" y="219606"/>
                  </a:lnTo>
                  <a:lnTo>
                    <a:pt x="5022717" y="219606"/>
                  </a:lnTo>
                  <a:lnTo>
                    <a:pt x="5022834" y="219606"/>
                  </a:lnTo>
                  <a:lnTo>
                    <a:pt x="5022952" y="219606"/>
                  </a:lnTo>
                  <a:lnTo>
                    <a:pt x="5023070" y="219606"/>
                  </a:lnTo>
                  <a:lnTo>
                    <a:pt x="5023187" y="219606"/>
                  </a:lnTo>
                  <a:lnTo>
                    <a:pt x="5023305" y="219606"/>
                  </a:lnTo>
                  <a:lnTo>
                    <a:pt x="5023305" y="219175"/>
                  </a:lnTo>
                  <a:lnTo>
                    <a:pt x="5023305" y="218744"/>
                  </a:lnTo>
                  <a:lnTo>
                    <a:pt x="5023422" y="218744"/>
                  </a:lnTo>
                  <a:lnTo>
                    <a:pt x="5023540" y="218744"/>
                  </a:lnTo>
                  <a:lnTo>
                    <a:pt x="5023658" y="218744"/>
                  </a:lnTo>
                  <a:lnTo>
                    <a:pt x="5023775" y="218744"/>
                  </a:lnTo>
                  <a:lnTo>
                    <a:pt x="5023893" y="218744"/>
                  </a:lnTo>
                  <a:lnTo>
                    <a:pt x="5024010" y="218744"/>
                  </a:lnTo>
                  <a:lnTo>
                    <a:pt x="5024128" y="218744"/>
                  </a:lnTo>
                  <a:lnTo>
                    <a:pt x="5024246" y="218744"/>
                  </a:lnTo>
                  <a:lnTo>
                    <a:pt x="5024363" y="218744"/>
                  </a:lnTo>
                  <a:lnTo>
                    <a:pt x="5024481" y="218744"/>
                  </a:lnTo>
                  <a:lnTo>
                    <a:pt x="5024599" y="218744"/>
                  </a:lnTo>
                  <a:lnTo>
                    <a:pt x="5024716" y="218744"/>
                  </a:lnTo>
                  <a:lnTo>
                    <a:pt x="5024834" y="218744"/>
                  </a:lnTo>
                  <a:lnTo>
                    <a:pt x="5024951" y="218744"/>
                  </a:lnTo>
                  <a:lnTo>
                    <a:pt x="5025069" y="218744"/>
                  </a:lnTo>
                  <a:lnTo>
                    <a:pt x="5025187" y="218744"/>
                  </a:lnTo>
                  <a:lnTo>
                    <a:pt x="5025304" y="218744"/>
                  </a:lnTo>
                  <a:lnTo>
                    <a:pt x="5025422" y="218744"/>
                  </a:lnTo>
                  <a:lnTo>
                    <a:pt x="5025539" y="218744"/>
                  </a:lnTo>
                  <a:lnTo>
                    <a:pt x="5025657" y="218744"/>
                  </a:lnTo>
                  <a:lnTo>
                    <a:pt x="5025775" y="218744"/>
                  </a:lnTo>
                  <a:lnTo>
                    <a:pt x="5025892" y="218744"/>
                  </a:lnTo>
                  <a:lnTo>
                    <a:pt x="5026010" y="218744"/>
                  </a:lnTo>
                  <a:lnTo>
                    <a:pt x="5026127" y="218744"/>
                  </a:lnTo>
                  <a:lnTo>
                    <a:pt x="5026245" y="218744"/>
                  </a:lnTo>
                  <a:lnTo>
                    <a:pt x="5026363" y="218744"/>
                  </a:lnTo>
                  <a:lnTo>
                    <a:pt x="5026480" y="218744"/>
                  </a:lnTo>
                  <a:lnTo>
                    <a:pt x="5026598" y="218744"/>
                  </a:lnTo>
                  <a:lnTo>
                    <a:pt x="5026716" y="218744"/>
                  </a:lnTo>
                  <a:lnTo>
                    <a:pt x="5026833" y="218744"/>
                  </a:lnTo>
                  <a:lnTo>
                    <a:pt x="5026951" y="218744"/>
                  </a:lnTo>
                  <a:lnTo>
                    <a:pt x="5027068" y="218744"/>
                  </a:lnTo>
                  <a:lnTo>
                    <a:pt x="5027186" y="218744"/>
                  </a:lnTo>
                  <a:lnTo>
                    <a:pt x="5027304" y="218744"/>
                  </a:lnTo>
                  <a:lnTo>
                    <a:pt x="5027421" y="218744"/>
                  </a:lnTo>
                  <a:lnTo>
                    <a:pt x="5027539" y="218744"/>
                  </a:lnTo>
                  <a:lnTo>
                    <a:pt x="5027656" y="218744"/>
                  </a:lnTo>
                  <a:lnTo>
                    <a:pt x="5027774" y="218744"/>
                  </a:lnTo>
                  <a:lnTo>
                    <a:pt x="5027892" y="218744"/>
                  </a:lnTo>
                  <a:lnTo>
                    <a:pt x="5028009" y="218744"/>
                  </a:lnTo>
                  <a:lnTo>
                    <a:pt x="5028127" y="218744"/>
                  </a:lnTo>
                  <a:lnTo>
                    <a:pt x="5028245" y="218744"/>
                  </a:lnTo>
                  <a:lnTo>
                    <a:pt x="5028362" y="218744"/>
                  </a:lnTo>
                  <a:lnTo>
                    <a:pt x="5028480" y="218744"/>
                  </a:lnTo>
                  <a:lnTo>
                    <a:pt x="5028597" y="218744"/>
                  </a:lnTo>
                  <a:lnTo>
                    <a:pt x="5028715" y="218744"/>
                  </a:lnTo>
                  <a:lnTo>
                    <a:pt x="5028833" y="218744"/>
                  </a:lnTo>
                  <a:lnTo>
                    <a:pt x="5028950" y="218744"/>
                  </a:lnTo>
                  <a:lnTo>
                    <a:pt x="5029068" y="218744"/>
                  </a:lnTo>
                  <a:lnTo>
                    <a:pt x="5029185" y="218744"/>
                  </a:lnTo>
                  <a:lnTo>
                    <a:pt x="5029303" y="218744"/>
                  </a:lnTo>
                  <a:lnTo>
                    <a:pt x="5029421" y="218744"/>
                  </a:lnTo>
                  <a:lnTo>
                    <a:pt x="5029538" y="218744"/>
                  </a:lnTo>
                  <a:lnTo>
                    <a:pt x="5029656" y="218744"/>
                  </a:lnTo>
                  <a:lnTo>
                    <a:pt x="5029774" y="218744"/>
                  </a:lnTo>
                  <a:lnTo>
                    <a:pt x="5029891" y="218744"/>
                  </a:lnTo>
                  <a:lnTo>
                    <a:pt x="5030009" y="218744"/>
                  </a:lnTo>
                  <a:lnTo>
                    <a:pt x="5030126" y="218744"/>
                  </a:lnTo>
                  <a:lnTo>
                    <a:pt x="5030244" y="218744"/>
                  </a:lnTo>
                  <a:lnTo>
                    <a:pt x="5030362" y="218744"/>
                  </a:lnTo>
                  <a:lnTo>
                    <a:pt x="5030479" y="218744"/>
                  </a:lnTo>
                  <a:lnTo>
                    <a:pt x="5030597" y="218744"/>
                  </a:lnTo>
                  <a:lnTo>
                    <a:pt x="5030714" y="218744"/>
                  </a:lnTo>
                  <a:lnTo>
                    <a:pt x="5030832" y="218744"/>
                  </a:lnTo>
                  <a:lnTo>
                    <a:pt x="5030950" y="218744"/>
                  </a:lnTo>
                  <a:lnTo>
                    <a:pt x="5031067" y="218744"/>
                  </a:lnTo>
                  <a:lnTo>
                    <a:pt x="5031185" y="218744"/>
                  </a:lnTo>
                  <a:lnTo>
                    <a:pt x="5031303" y="218744"/>
                  </a:lnTo>
                  <a:lnTo>
                    <a:pt x="5031420" y="218744"/>
                  </a:lnTo>
                  <a:lnTo>
                    <a:pt x="5031538" y="218744"/>
                  </a:lnTo>
                  <a:lnTo>
                    <a:pt x="5031655" y="218744"/>
                  </a:lnTo>
                  <a:lnTo>
                    <a:pt x="5031773" y="218744"/>
                  </a:lnTo>
                  <a:lnTo>
                    <a:pt x="5031773" y="218314"/>
                  </a:lnTo>
                  <a:lnTo>
                    <a:pt x="5031891" y="218314"/>
                  </a:lnTo>
                  <a:lnTo>
                    <a:pt x="5032008" y="218314"/>
                  </a:lnTo>
                  <a:lnTo>
                    <a:pt x="5032126" y="218314"/>
                  </a:lnTo>
                  <a:lnTo>
                    <a:pt x="5032243" y="218314"/>
                  </a:lnTo>
                  <a:lnTo>
                    <a:pt x="5032361" y="218314"/>
                  </a:lnTo>
                  <a:lnTo>
                    <a:pt x="5032361" y="217883"/>
                  </a:lnTo>
                  <a:lnTo>
                    <a:pt x="5032479" y="217883"/>
                  </a:lnTo>
                  <a:lnTo>
                    <a:pt x="5032596" y="217883"/>
                  </a:lnTo>
                  <a:lnTo>
                    <a:pt x="5032596" y="217453"/>
                  </a:lnTo>
                  <a:lnTo>
                    <a:pt x="5032714" y="217453"/>
                  </a:lnTo>
                  <a:lnTo>
                    <a:pt x="5032832" y="217453"/>
                  </a:lnTo>
                  <a:lnTo>
                    <a:pt x="5032949" y="217453"/>
                  </a:lnTo>
                  <a:lnTo>
                    <a:pt x="5033067" y="217453"/>
                  </a:lnTo>
                  <a:lnTo>
                    <a:pt x="5033184" y="217453"/>
                  </a:lnTo>
                  <a:lnTo>
                    <a:pt x="5033302" y="217453"/>
                  </a:lnTo>
                  <a:lnTo>
                    <a:pt x="5033420" y="217453"/>
                  </a:lnTo>
                  <a:lnTo>
                    <a:pt x="5033420" y="217022"/>
                  </a:lnTo>
                  <a:lnTo>
                    <a:pt x="5033537" y="217022"/>
                  </a:lnTo>
                  <a:lnTo>
                    <a:pt x="5033655" y="217022"/>
                  </a:lnTo>
                  <a:lnTo>
                    <a:pt x="5033772" y="217022"/>
                  </a:lnTo>
                  <a:lnTo>
                    <a:pt x="5033890" y="217022"/>
                  </a:lnTo>
                  <a:lnTo>
                    <a:pt x="5034008" y="217022"/>
                  </a:lnTo>
                  <a:lnTo>
                    <a:pt x="5034125" y="217022"/>
                  </a:lnTo>
                  <a:lnTo>
                    <a:pt x="5034243" y="217022"/>
                  </a:lnTo>
                  <a:lnTo>
                    <a:pt x="5034360" y="217022"/>
                  </a:lnTo>
                  <a:lnTo>
                    <a:pt x="5034478" y="217022"/>
                  </a:lnTo>
                  <a:lnTo>
                    <a:pt x="5034596" y="217022"/>
                  </a:lnTo>
                  <a:lnTo>
                    <a:pt x="5034713" y="217022"/>
                  </a:lnTo>
                  <a:lnTo>
                    <a:pt x="5034831" y="217022"/>
                  </a:lnTo>
                  <a:lnTo>
                    <a:pt x="5034831" y="216591"/>
                  </a:lnTo>
                  <a:lnTo>
                    <a:pt x="5034949" y="216591"/>
                  </a:lnTo>
                  <a:lnTo>
                    <a:pt x="5035066" y="216591"/>
                  </a:lnTo>
                  <a:lnTo>
                    <a:pt x="5035184" y="216591"/>
                  </a:lnTo>
                  <a:lnTo>
                    <a:pt x="5035301" y="216591"/>
                  </a:lnTo>
                  <a:lnTo>
                    <a:pt x="5035419" y="216591"/>
                  </a:lnTo>
                  <a:lnTo>
                    <a:pt x="5035537" y="216591"/>
                  </a:lnTo>
                  <a:lnTo>
                    <a:pt x="5035654" y="216591"/>
                  </a:lnTo>
                  <a:lnTo>
                    <a:pt x="5035772" y="216591"/>
                  </a:lnTo>
                  <a:lnTo>
                    <a:pt x="5035772" y="216161"/>
                  </a:lnTo>
                  <a:lnTo>
                    <a:pt x="5035889" y="216161"/>
                  </a:lnTo>
                  <a:lnTo>
                    <a:pt x="5035889" y="215730"/>
                  </a:lnTo>
                  <a:lnTo>
                    <a:pt x="5036007" y="215730"/>
                  </a:lnTo>
                  <a:lnTo>
                    <a:pt x="5036125" y="215730"/>
                  </a:lnTo>
                  <a:lnTo>
                    <a:pt x="5036242" y="215730"/>
                  </a:lnTo>
                  <a:lnTo>
                    <a:pt x="5036360" y="215730"/>
                  </a:lnTo>
                  <a:lnTo>
                    <a:pt x="5036478" y="215730"/>
                  </a:lnTo>
                  <a:lnTo>
                    <a:pt x="5036595" y="215730"/>
                  </a:lnTo>
                  <a:lnTo>
                    <a:pt x="5036713" y="215730"/>
                  </a:lnTo>
                  <a:lnTo>
                    <a:pt x="5036830" y="215730"/>
                  </a:lnTo>
                  <a:lnTo>
                    <a:pt x="5036830" y="215300"/>
                  </a:lnTo>
                  <a:lnTo>
                    <a:pt x="5036948" y="215300"/>
                  </a:lnTo>
                  <a:lnTo>
                    <a:pt x="5037066" y="215300"/>
                  </a:lnTo>
                  <a:lnTo>
                    <a:pt x="5037183" y="215300"/>
                  </a:lnTo>
                  <a:lnTo>
                    <a:pt x="5037301" y="215300"/>
                  </a:lnTo>
                  <a:lnTo>
                    <a:pt x="5037418" y="215300"/>
                  </a:lnTo>
                  <a:lnTo>
                    <a:pt x="5037536" y="215300"/>
                  </a:lnTo>
                  <a:lnTo>
                    <a:pt x="5037654" y="215300"/>
                  </a:lnTo>
                  <a:lnTo>
                    <a:pt x="5037654" y="214869"/>
                  </a:lnTo>
                  <a:lnTo>
                    <a:pt x="5037771" y="214869"/>
                  </a:lnTo>
                  <a:lnTo>
                    <a:pt x="5037889" y="214869"/>
                  </a:lnTo>
                  <a:lnTo>
                    <a:pt x="5038007" y="214869"/>
                  </a:lnTo>
                  <a:lnTo>
                    <a:pt x="5038124" y="214869"/>
                  </a:lnTo>
                  <a:lnTo>
                    <a:pt x="5038242" y="214869"/>
                  </a:lnTo>
                  <a:lnTo>
                    <a:pt x="5038359" y="214869"/>
                  </a:lnTo>
                  <a:lnTo>
                    <a:pt x="5038359" y="214438"/>
                  </a:lnTo>
                  <a:lnTo>
                    <a:pt x="5038477" y="214438"/>
                  </a:lnTo>
                  <a:lnTo>
                    <a:pt x="5038595" y="214438"/>
                  </a:lnTo>
                  <a:lnTo>
                    <a:pt x="5038712" y="214438"/>
                  </a:lnTo>
                  <a:lnTo>
                    <a:pt x="5038830" y="214438"/>
                  </a:lnTo>
                  <a:lnTo>
                    <a:pt x="5038947" y="214438"/>
                  </a:lnTo>
                  <a:lnTo>
                    <a:pt x="5039065" y="214438"/>
                  </a:lnTo>
                  <a:lnTo>
                    <a:pt x="5039183" y="214438"/>
                  </a:lnTo>
                  <a:lnTo>
                    <a:pt x="5039300" y="214438"/>
                  </a:lnTo>
                  <a:lnTo>
                    <a:pt x="5039300" y="214008"/>
                  </a:lnTo>
                  <a:lnTo>
                    <a:pt x="5039418" y="214008"/>
                  </a:lnTo>
                  <a:lnTo>
                    <a:pt x="5039536" y="214008"/>
                  </a:lnTo>
                  <a:lnTo>
                    <a:pt x="5039653" y="214008"/>
                  </a:lnTo>
                  <a:lnTo>
                    <a:pt x="5039771" y="214008"/>
                  </a:lnTo>
                  <a:lnTo>
                    <a:pt x="5039888" y="214008"/>
                  </a:lnTo>
                  <a:lnTo>
                    <a:pt x="5040006" y="214008"/>
                  </a:lnTo>
                  <a:lnTo>
                    <a:pt x="5040124" y="214008"/>
                  </a:lnTo>
                  <a:lnTo>
                    <a:pt x="5040241" y="214008"/>
                  </a:lnTo>
                  <a:lnTo>
                    <a:pt x="5040359" y="214008"/>
                  </a:lnTo>
                  <a:lnTo>
                    <a:pt x="5040476" y="214008"/>
                  </a:lnTo>
                  <a:lnTo>
                    <a:pt x="5040594" y="214008"/>
                  </a:lnTo>
                  <a:lnTo>
                    <a:pt x="5040712" y="214008"/>
                  </a:lnTo>
                  <a:lnTo>
                    <a:pt x="5040829" y="214008"/>
                  </a:lnTo>
                  <a:lnTo>
                    <a:pt x="5040947" y="214008"/>
                  </a:lnTo>
                  <a:lnTo>
                    <a:pt x="5041065" y="214008"/>
                  </a:lnTo>
                  <a:lnTo>
                    <a:pt x="5041182" y="214008"/>
                  </a:lnTo>
                  <a:lnTo>
                    <a:pt x="5041300" y="214008"/>
                  </a:lnTo>
                  <a:lnTo>
                    <a:pt x="5041417" y="214008"/>
                  </a:lnTo>
                  <a:lnTo>
                    <a:pt x="5041535" y="214008"/>
                  </a:lnTo>
                  <a:lnTo>
                    <a:pt x="5041653" y="214008"/>
                  </a:lnTo>
                  <a:lnTo>
                    <a:pt x="5041770" y="214008"/>
                  </a:lnTo>
                  <a:lnTo>
                    <a:pt x="5041888" y="214008"/>
                  </a:lnTo>
                  <a:lnTo>
                    <a:pt x="5042005" y="214008"/>
                  </a:lnTo>
                  <a:lnTo>
                    <a:pt x="5042123" y="214008"/>
                  </a:lnTo>
                  <a:lnTo>
                    <a:pt x="5042241" y="214008"/>
                  </a:lnTo>
                  <a:lnTo>
                    <a:pt x="5042358" y="214008"/>
                  </a:lnTo>
                  <a:lnTo>
                    <a:pt x="5042358" y="213577"/>
                  </a:lnTo>
                  <a:lnTo>
                    <a:pt x="5042358" y="213147"/>
                  </a:lnTo>
                  <a:lnTo>
                    <a:pt x="5042476" y="213147"/>
                  </a:lnTo>
                  <a:lnTo>
                    <a:pt x="5042593" y="213147"/>
                  </a:lnTo>
                  <a:lnTo>
                    <a:pt x="5042711" y="213147"/>
                  </a:lnTo>
                  <a:lnTo>
                    <a:pt x="5042829" y="213147"/>
                  </a:lnTo>
                  <a:lnTo>
                    <a:pt x="5042946" y="213147"/>
                  </a:lnTo>
                  <a:lnTo>
                    <a:pt x="5043064" y="213147"/>
                  </a:lnTo>
                  <a:lnTo>
                    <a:pt x="5043182" y="213147"/>
                  </a:lnTo>
                  <a:lnTo>
                    <a:pt x="5043299" y="213147"/>
                  </a:lnTo>
                  <a:lnTo>
                    <a:pt x="5043299" y="212716"/>
                  </a:lnTo>
                  <a:lnTo>
                    <a:pt x="5043417" y="212716"/>
                  </a:lnTo>
                  <a:lnTo>
                    <a:pt x="5043534" y="212716"/>
                  </a:lnTo>
                  <a:lnTo>
                    <a:pt x="5043652" y="212716"/>
                  </a:lnTo>
                  <a:lnTo>
                    <a:pt x="5043770" y="212716"/>
                  </a:lnTo>
                  <a:lnTo>
                    <a:pt x="5043887" y="212716"/>
                  </a:lnTo>
                  <a:lnTo>
                    <a:pt x="5044005" y="212716"/>
                  </a:lnTo>
                  <a:lnTo>
                    <a:pt x="5044122" y="212716"/>
                  </a:lnTo>
                  <a:lnTo>
                    <a:pt x="5044240" y="212716"/>
                  </a:lnTo>
                  <a:lnTo>
                    <a:pt x="5044358" y="212716"/>
                  </a:lnTo>
                  <a:lnTo>
                    <a:pt x="5044475" y="212716"/>
                  </a:lnTo>
                  <a:lnTo>
                    <a:pt x="5044593" y="212716"/>
                  </a:lnTo>
                  <a:lnTo>
                    <a:pt x="5044711" y="212716"/>
                  </a:lnTo>
                  <a:lnTo>
                    <a:pt x="5044828" y="212716"/>
                  </a:lnTo>
                  <a:lnTo>
                    <a:pt x="5044946" y="212716"/>
                  </a:lnTo>
                  <a:lnTo>
                    <a:pt x="5045063" y="212716"/>
                  </a:lnTo>
                  <a:lnTo>
                    <a:pt x="5045181" y="212716"/>
                  </a:lnTo>
                  <a:lnTo>
                    <a:pt x="5045299" y="212716"/>
                  </a:lnTo>
                  <a:lnTo>
                    <a:pt x="5045416" y="212716"/>
                  </a:lnTo>
                  <a:lnTo>
                    <a:pt x="5045534" y="212716"/>
                  </a:lnTo>
                  <a:lnTo>
                    <a:pt x="5045534" y="212285"/>
                  </a:lnTo>
                  <a:lnTo>
                    <a:pt x="5045651" y="212285"/>
                  </a:lnTo>
                  <a:lnTo>
                    <a:pt x="5045769" y="212285"/>
                  </a:lnTo>
                  <a:lnTo>
                    <a:pt x="5045887" y="212285"/>
                  </a:lnTo>
                  <a:lnTo>
                    <a:pt x="5046004" y="212285"/>
                  </a:lnTo>
                  <a:lnTo>
                    <a:pt x="5046122" y="212285"/>
                  </a:lnTo>
                  <a:lnTo>
                    <a:pt x="5046240" y="212285"/>
                  </a:lnTo>
                  <a:lnTo>
                    <a:pt x="5046357" y="212285"/>
                  </a:lnTo>
                  <a:lnTo>
                    <a:pt x="5046475" y="212285"/>
                  </a:lnTo>
                  <a:lnTo>
                    <a:pt x="5046592" y="212285"/>
                  </a:lnTo>
                  <a:lnTo>
                    <a:pt x="5046592" y="211855"/>
                  </a:lnTo>
                  <a:lnTo>
                    <a:pt x="5046710" y="211855"/>
                  </a:lnTo>
                  <a:lnTo>
                    <a:pt x="5046828" y="211855"/>
                  </a:lnTo>
                  <a:lnTo>
                    <a:pt x="5046945" y="211855"/>
                  </a:lnTo>
                  <a:lnTo>
                    <a:pt x="5047063" y="211855"/>
                  </a:lnTo>
                  <a:lnTo>
                    <a:pt x="5047180" y="211855"/>
                  </a:lnTo>
                  <a:lnTo>
                    <a:pt x="5047298" y="211855"/>
                  </a:lnTo>
                  <a:lnTo>
                    <a:pt x="5047416" y="211855"/>
                  </a:lnTo>
                  <a:lnTo>
                    <a:pt x="5047533" y="211855"/>
                  </a:lnTo>
                  <a:lnTo>
                    <a:pt x="5047533" y="211424"/>
                  </a:lnTo>
                  <a:lnTo>
                    <a:pt x="5047651" y="211424"/>
                  </a:lnTo>
                  <a:lnTo>
                    <a:pt x="5047651" y="210994"/>
                  </a:lnTo>
                  <a:lnTo>
                    <a:pt x="5047769" y="210994"/>
                  </a:lnTo>
                  <a:lnTo>
                    <a:pt x="5047886" y="210994"/>
                  </a:lnTo>
                  <a:lnTo>
                    <a:pt x="5048004" y="210994"/>
                  </a:lnTo>
                  <a:lnTo>
                    <a:pt x="5048121" y="210994"/>
                  </a:lnTo>
                  <a:lnTo>
                    <a:pt x="5048239" y="210994"/>
                  </a:lnTo>
                  <a:lnTo>
                    <a:pt x="5048239" y="210563"/>
                  </a:lnTo>
                  <a:lnTo>
                    <a:pt x="5048357" y="210563"/>
                  </a:lnTo>
                  <a:lnTo>
                    <a:pt x="5048474" y="210563"/>
                  </a:lnTo>
                  <a:lnTo>
                    <a:pt x="5048474" y="210132"/>
                  </a:lnTo>
                  <a:lnTo>
                    <a:pt x="5048592" y="210132"/>
                  </a:lnTo>
                  <a:lnTo>
                    <a:pt x="5048709" y="210132"/>
                  </a:lnTo>
                  <a:lnTo>
                    <a:pt x="5048827" y="210132"/>
                  </a:lnTo>
                  <a:lnTo>
                    <a:pt x="5048945" y="210132"/>
                  </a:lnTo>
                  <a:lnTo>
                    <a:pt x="5049062" y="210132"/>
                  </a:lnTo>
                  <a:lnTo>
                    <a:pt x="5049180" y="210132"/>
                  </a:lnTo>
                  <a:lnTo>
                    <a:pt x="5049298" y="210132"/>
                  </a:lnTo>
                  <a:lnTo>
                    <a:pt x="5049415" y="210132"/>
                  </a:lnTo>
                  <a:lnTo>
                    <a:pt x="5049533" y="210132"/>
                  </a:lnTo>
                  <a:lnTo>
                    <a:pt x="5049650" y="210132"/>
                  </a:lnTo>
                  <a:lnTo>
                    <a:pt x="5049768" y="210132"/>
                  </a:lnTo>
                  <a:lnTo>
                    <a:pt x="5049886" y="210132"/>
                  </a:lnTo>
                  <a:lnTo>
                    <a:pt x="5050003" y="210132"/>
                  </a:lnTo>
                  <a:lnTo>
                    <a:pt x="5050121" y="210132"/>
                  </a:lnTo>
                  <a:lnTo>
                    <a:pt x="5050238" y="210132"/>
                  </a:lnTo>
                  <a:lnTo>
                    <a:pt x="5050356" y="210132"/>
                  </a:lnTo>
                  <a:lnTo>
                    <a:pt x="5050474" y="210132"/>
                  </a:lnTo>
                  <a:lnTo>
                    <a:pt x="5050474" y="209702"/>
                  </a:lnTo>
                  <a:lnTo>
                    <a:pt x="5050591" y="209702"/>
                  </a:lnTo>
                  <a:lnTo>
                    <a:pt x="5050709" y="209702"/>
                  </a:lnTo>
                  <a:lnTo>
                    <a:pt x="5050826" y="209702"/>
                  </a:lnTo>
                  <a:lnTo>
                    <a:pt x="5050944" y="209702"/>
                  </a:lnTo>
                  <a:lnTo>
                    <a:pt x="5051062" y="209702"/>
                  </a:lnTo>
                  <a:lnTo>
                    <a:pt x="5051179" y="209702"/>
                  </a:lnTo>
                  <a:lnTo>
                    <a:pt x="5051297" y="209702"/>
                  </a:lnTo>
                  <a:lnTo>
                    <a:pt x="5051297" y="209271"/>
                  </a:lnTo>
                  <a:lnTo>
                    <a:pt x="5051415" y="209271"/>
                  </a:lnTo>
                  <a:lnTo>
                    <a:pt x="5051532" y="209271"/>
                  </a:lnTo>
                  <a:lnTo>
                    <a:pt x="5051650" y="209271"/>
                  </a:lnTo>
                  <a:lnTo>
                    <a:pt x="5051767" y="209271"/>
                  </a:lnTo>
                  <a:lnTo>
                    <a:pt x="5051885" y="209271"/>
                  </a:lnTo>
                  <a:lnTo>
                    <a:pt x="5052003" y="209271"/>
                  </a:lnTo>
                  <a:lnTo>
                    <a:pt x="5052120" y="209271"/>
                  </a:lnTo>
                  <a:lnTo>
                    <a:pt x="5052238" y="209271"/>
                  </a:lnTo>
                  <a:lnTo>
                    <a:pt x="5052238" y="208841"/>
                  </a:lnTo>
                  <a:lnTo>
                    <a:pt x="5052355" y="208841"/>
                  </a:lnTo>
                  <a:lnTo>
                    <a:pt x="5052473" y="208841"/>
                  </a:lnTo>
                  <a:lnTo>
                    <a:pt x="5052591" y="208841"/>
                  </a:lnTo>
                  <a:lnTo>
                    <a:pt x="5052708" y="208841"/>
                  </a:lnTo>
                  <a:lnTo>
                    <a:pt x="5052826" y="208841"/>
                  </a:lnTo>
                  <a:lnTo>
                    <a:pt x="5052944" y="208841"/>
                  </a:lnTo>
                  <a:lnTo>
                    <a:pt x="5053061" y="208841"/>
                  </a:lnTo>
                  <a:lnTo>
                    <a:pt x="5053179" y="208841"/>
                  </a:lnTo>
                  <a:lnTo>
                    <a:pt x="5053296" y="208841"/>
                  </a:lnTo>
                  <a:lnTo>
                    <a:pt x="5053414" y="208841"/>
                  </a:lnTo>
                  <a:lnTo>
                    <a:pt x="5053532" y="208841"/>
                  </a:lnTo>
                  <a:lnTo>
                    <a:pt x="5053649" y="208841"/>
                  </a:lnTo>
                  <a:lnTo>
                    <a:pt x="5053767" y="208841"/>
                  </a:lnTo>
                  <a:lnTo>
                    <a:pt x="5053884" y="208841"/>
                  </a:lnTo>
                  <a:lnTo>
                    <a:pt x="5054002" y="208841"/>
                  </a:lnTo>
                  <a:lnTo>
                    <a:pt x="5054120" y="208841"/>
                  </a:lnTo>
                  <a:lnTo>
                    <a:pt x="5054237" y="208841"/>
                  </a:lnTo>
                  <a:lnTo>
                    <a:pt x="5054355" y="208841"/>
                  </a:lnTo>
                  <a:lnTo>
                    <a:pt x="5054355" y="208410"/>
                  </a:lnTo>
                  <a:lnTo>
                    <a:pt x="5054473" y="208410"/>
                  </a:lnTo>
                  <a:lnTo>
                    <a:pt x="5054590" y="208410"/>
                  </a:lnTo>
                  <a:lnTo>
                    <a:pt x="5054708" y="208410"/>
                  </a:lnTo>
                  <a:lnTo>
                    <a:pt x="5054825" y="208410"/>
                  </a:lnTo>
                  <a:lnTo>
                    <a:pt x="5054943" y="208410"/>
                  </a:lnTo>
                  <a:lnTo>
                    <a:pt x="5055061" y="208410"/>
                  </a:lnTo>
                  <a:lnTo>
                    <a:pt x="5055178" y="208410"/>
                  </a:lnTo>
                  <a:lnTo>
                    <a:pt x="5055296" y="208410"/>
                  </a:lnTo>
                  <a:lnTo>
                    <a:pt x="5055413" y="208410"/>
                  </a:lnTo>
                  <a:lnTo>
                    <a:pt x="5055531" y="208410"/>
                  </a:lnTo>
                  <a:lnTo>
                    <a:pt x="5055649" y="208410"/>
                  </a:lnTo>
                  <a:lnTo>
                    <a:pt x="5055766" y="208410"/>
                  </a:lnTo>
                  <a:lnTo>
                    <a:pt x="5055884" y="208410"/>
                  </a:lnTo>
                  <a:lnTo>
                    <a:pt x="5056002" y="208410"/>
                  </a:lnTo>
                  <a:lnTo>
                    <a:pt x="5056119" y="208410"/>
                  </a:lnTo>
                  <a:lnTo>
                    <a:pt x="5056237" y="208410"/>
                  </a:lnTo>
                  <a:lnTo>
                    <a:pt x="5056354" y="208410"/>
                  </a:lnTo>
                  <a:lnTo>
                    <a:pt x="5056472" y="208410"/>
                  </a:lnTo>
                  <a:lnTo>
                    <a:pt x="5056590" y="208410"/>
                  </a:lnTo>
                  <a:lnTo>
                    <a:pt x="5056707" y="208410"/>
                  </a:lnTo>
                  <a:lnTo>
                    <a:pt x="5056825" y="208410"/>
                  </a:lnTo>
                  <a:lnTo>
                    <a:pt x="5056942" y="208410"/>
                  </a:lnTo>
                  <a:lnTo>
                    <a:pt x="5057060" y="208410"/>
                  </a:lnTo>
                  <a:lnTo>
                    <a:pt x="5057178" y="208410"/>
                  </a:lnTo>
                  <a:lnTo>
                    <a:pt x="5057295" y="208410"/>
                  </a:lnTo>
                  <a:lnTo>
                    <a:pt x="5057413" y="208410"/>
                  </a:lnTo>
                  <a:lnTo>
                    <a:pt x="5057531" y="208410"/>
                  </a:lnTo>
                  <a:lnTo>
                    <a:pt x="5057648" y="208410"/>
                  </a:lnTo>
                  <a:lnTo>
                    <a:pt x="5057648" y="207979"/>
                  </a:lnTo>
                  <a:lnTo>
                    <a:pt x="5057766" y="207979"/>
                  </a:lnTo>
                  <a:lnTo>
                    <a:pt x="5057883" y="207979"/>
                  </a:lnTo>
                  <a:lnTo>
                    <a:pt x="5058001" y="207979"/>
                  </a:lnTo>
                  <a:lnTo>
                    <a:pt x="5058119" y="207979"/>
                  </a:lnTo>
                  <a:lnTo>
                    <a:pt x="5058236" y="207979"/>
                  </a:lnTo>
                  <a:lnTo>
                    <a:pt x="5058354" y="207979"/>
                  </a:lnTo>
                  <a:lnTo>
                    <a:pt x="5058471" y="207979"/>
                  </a:lnTo>
                  <a:lnTo>
                    <a:pt x="5058589" y="207979"/>
                  </a:lnTo>
                  <a:lnTo>
                    <a:pt x="5058707" y="207979"/>
                  </a:lnTo>
                  <a:lnTo>
                    <a:pt x="5058824" y="207979"/>
                  </a:lnTo>
                  <a:lnTo>
                    <a:pt x="5058942" y="207979"/>
                  </a:lnTo>
                  <a:lnTo>
                    <a:pt x="5059059" y="207979"/>
                  </a:lnTo>
                  <a:lnTo>
                    <a:pt x="5059059" y="207549"/>
                  </a:lnTo>
                  <a:lnTo>
                    <a:pt x="5059177" y="207549"/>
                  </a:lnTo>
                  <a:lnTo>
                    <a:pt x="5059295" y="207549"/>
                  </a:lnTo>
                  <a:lnTo>
                    <a:pt x="5059412" y="207549"/>
                  </a:lnTo>
                  <a:lnTo>
                    <a:pt x="5059530" y="207549"/>
                  </a:lnTo>
                  <a:lnTo>
                    <a:pt x="5059648" y="207549"/>
                  </a:lnTo>
                  <a:lnTo>
                    <a:pt x="5059765" y="207549"/>
                  </a:lnTo>
                  <a:lnTo>
                    <a:pt x="5059883" y="207549"/>
                  </a:lnTo>
                  <a:lnTo>
                    <a:pt x="5060000" y="207549"/>
                  </a:lnTo>
                  <a:lnTo>
                    <a:pt x="5060118" y="207549"/>
                  </a:lnTo>
                  <a:lnTo>
                    <a:pt x="5060236" y="207549"/>
                  </a:lnTo>
                  <a:lnTo>
                    <a:pt x="5060353" y="207549"/>
                  </a:lnTo>
                  <a:lnTo>
                    <a:pt x="5060471" y="207549"/>
                  </a:lnTo>
                  <a:lnTo>
                    <a:pt x="5060588" y="207549"/>
                  </a:lnTo>
                  <a:lnTo>
                    <a:pt x="5060706" y="207549"/>
                  </a:lnTo>
                  <a:lnTo>
                    <a:pt x="5060824" y="207549"/>
                  </a:lnTo>
                  <a:lnTo>
                    <a:pt x="5060941" y="207549"/>
                  </a:lnTo>
                  <a:lnTo>
                    <a:pt x="5061059" y="207549"/>
                  </a:lnTo>
                  <a:lnTo>
                    <a:pt x="5061059" y="207118"/>
                  </a:lnTo>
                  <a:lnTo>
                    <a:pt x="5061177" y="207118"/>
                  </a:lnTo>
                  <a:lnTo>
                    <a:pt x="5061294" y="207118"/>
                  </a:lnTo>
                  <a:lnTo>
                    <a:pt x="5061412" y="207118"/>
                  </a:lnTo>
                  <a:lnTo>
                    <a:pt x="5061529" y="207118"/>
                  </a:lnTo>
                  <a:lnTo>
                    <a:pt x="5061647" y="207118"/>
                  </a:lnTo>
                  <a:lnTo>
                    <a:pt x="5061765" y="207118"/>
                  </a:lnTo>
                  <a:lnTo>
                    <a:pt x="5061882" y="207118"/>
                  </a:lnTo>
                  <a:lnTo>
                    <a:pt x="5062000" y="207118"/>
                  </a:lnTo>
                  <a:lnTo>
                    <a:pt x="5062117" y="207118"/>
                  </a:lnTo>
                  <a:lnTo>
                    <a:pt x="5062235" y="207118"/>
                  </a:lnTo>
                  <a:lnTo>
                    <a:pt x="5062353" y="207118"/>
                  </a:lnTo>
                  <a:lnTo>
                    <a:pt x="5062353" y="206688"/>
                  </a:lnTo>
                  <a:lnTo>
                    <a:pt x="5062470" y="206688"/>
                  </a:lnTo>
                  <a:lnTo>
                    <a:pt x="5062588" y="206688"/>
                  </a:lnTo>
                  <a:lnTo>
                    <a:pt x="5062706" y="206688"/>
                  </a:lnTo>
                  <a:lnTo>
                    <a:pt x="5062823" y="206688"/>
                  </a:lnTo>
                  <a:lnTo>
                    <a:pt x="5062823" y="206257"/>
                  </a:lnTo>
                  <a:lnTo>
                    <a:pt x="5062941" y="206257"/>
                  </a:lnTo>
                  <a:lnTo>
                    <a:pt x="5063058" y="206257"/>
                  </a:lnTo>
                  <a:lnTo>
                    <a:pt x="5063176" y="206257"/>
                  </a:lnTo>
                  <a:lnTo>
                    <a:pt x="5063294" y="206257"/>
                  </a:lnTo>
                  <a:lnTo>
                    <a:pt x="5063411" y="206257"/>
                  </a:lnTo>
                  <a:lnTo>
                    <a:pt x="5063529" y="206257"/>
                  </a:lnTo>
                  <a:lnTo>
                    <a:pt x="5063646" y="206257"/>
                  </a:lnTo>
                  <a:lnTo>
                    <a:pt x="5063764" y="206257"/>
                  </a:lnTo>
                  <a:lnTo>
                    <a:pt x="5063882" y="206257"/>
                  </a:lnTo>
                  <a:lnTo>
                    <a:pt x="5063882" y="205826"/>
                  </a:lnTo>
                  <a:lnTo>
                    <a:pt x="5063999" y="205826"/>
                  </a:lnTo>
                  <a:lnTo>
                    <a:pt x="5064117" y="205826"/>
                  </a:lnTo>
                  <a:lnTo>
                    <a:pt x="5064235" y="205826"/>
                  </a:lnTo>
                  <a:lnTo>
                    <a:pt x="5064352" y="205826"/>
                  </a:lnTo>
                  <a:lnTo>
                    <a:pt x="5064470" y="205826"/>
                  </a:lnTo>
                  <a:lnTo>
                    <a:pt x="5064587" y="205826"/>
                  </a:lnTo>
                  <a:lnTo>
                    <a:pt x="5064705" y="205826"/>
                  </a:lnTo>
                  <a:lnTo>
                    <a:pt x="5064705" y="205396"/>
                  </a:lnTo>
                  <a:lnTo>
                    <a:pt x="5064823" y="205396"/>
                  </a:lnTo>
                  <a:lnTo>
                    <a:pt x="5064940" y="205396"/>
                  </a:lnTo>
                  <a:lnTo>
                    <a:pt x="5065058" y="205396"/>
                  </a:lnTo>
                  <a:lnTo>
                    <a:pt x="5065175" y="205396"/>
                  </a:lnTo>
                  <a:lnTo>
                    <a:pt x="5065293" y="205396"/>
                  </a:lnTo>
                  <a:lnTo>
                    <a:pt x="5065411" y="205396"/>
                  </a:lnTo>
                  <a:lnTo>
                    <a:pt x="5065528" y="205396"/>
                  </a:lnTo>
                  <a:lnTo>
                    <a:pt x="5065646" y="205396"/>
                  </a:lnTo>
                  <a:lnTo>
                    <a:pt x="5065764" y="205396"/>
                  </a:lnTo>
                  <a:lnTo>
                    <a:pt x="5065764" y="204965"/>
                  </a:lnTo>
                  <a:lnTo>
                    <a:pt x="5065881" y="204965"/>
                  </a:lnTo>
                  <a:lnTo>
                    <a:pt x="5065999" y="204965"/>
                  </a:lnTo>
                  <a:lnTo>
                    <a:pt x="5066116" y="204965"/>
                  </a:lnTo>
                  <a:lnTo>
                    <a:pt x="5066234" y="204965"/>
                  </a:lnTo>
                  <a:lnTo>
                    <a:pt x="5066352" y="204965"/>
                  </a:lnTo>
                  <a:lnTo>
                    <a:pt x="5066469" y="204965"/>
                  </a:lnTo>
                  <a:lnTo>
                    <a:pt x="5066587" y="204965"/>
                  </a:lnTo>
                  <a:lnTo>
                    <a:pt x="5066704" y="204965"/>
                  </a:lnTo>
                  <a:lnTo>
                    <a:pt x="5066822" y="204965"/>
                  </a:lnTo>
                  <a:lnTo>
                    <a:pt x="5066940" y="204965"/>
                  </a:lnTo>
                  <a:lnTo>
                    <a:pt x="5067057" y="204965"/>
                  </a:lnTo>
                  <a:lnTo>
                    <a:pt x="5067175" y="204965"/>
                  </a:lnTo>
                  <a:lnTo>
                    <a:pt x="5067292" y="204965"/>
                  </a:lnTo>
                  <a:lnTo>
                    <a:pt x="5067410" y="204965"/>
                  </a:lnTo>
                  <a:lnTo>
                    <a:pt x="5067528" y="204965"/>
                  </a:lnTo>
                  <a:lnTo>
                    <a:pt x="5067528" y="204535"/>
                  </a:lnTo>
                  <a:lnTo>
                    <a:pt x="5067645" y="204535"/>
                  </a:lnTo>
                  <a:lnTo>
                    <a:pt x="5067763" y="204535"/>
                  </a:lnTo>
                  <a:lnTo>
                    <a:pt x="5067881" y="204535"/>
                  </a:lnTo>
                  <a:lnTo>
                    <a:pt x="5067998" y="204535"/>
                  </a:lnTo>
                  <a:lnTo>
                    <a:pt x="5068116" y="204535"/>
                  </a:lnTo>
                  <a:lnTo>
                    <a:pt x="5068233" y="204535"/>
                  </a:lnTo>
                  <a:lnTo>
                    <a:pt x="5068351" y="204535"/>
                  </a:lnTo>
                  <a:lnTo>
                    <a:pt x="5068469" y="204535"/>
                  </a:lnTo>
                  <a:lnTo>
                    <a:pt x="5068586" y="204535"/>
                  </a:lnTo>
                  <a:lnTo>
                    <a:pt x="5068586" y="204104"/>
                  </a:lnTo>
                  <a:lnTo>
                    <a:pt x="5068704" y="204104"/>
                  </a:lnTo>
                  <a:lnTo>
                    <a:pt x="5068821" y="204104"/>
                  </a:lnTo>
                  <a:lnTo>
                    <a:pt x="5068939" y="204104"/>
                  </a:lnTo>
                  <a:lnTo>
                    <a:pt x="5069057" y="204104"/>
                  </a:lnTo>
                  <a:lnTo>
                    <a:pt x="5069174" y="204104"/>
                  </a:lnTo>
                  <a:lnTo>
                    <a:pt x="5069292" y="204104"/>
                  </a:lnTo>
                  <a:lnTo>
                    <a:pt x="5069410" y="204104"/>
                  </a:lnTo>
                  <a:lnTo>
                    <a:pt x="5069527" y="204104"/>
                  </a:lnTo>
                  <a:lnTo>
                    <a:pt x="5069645" y="204104"/>
                  </a:lnTo>
                  <a:lnTo>
                    <a:pt x="5069762" y="204104"/>
                  </a:lnTo>
                  <a:lnTo>
                    <a:pt x="5069880" y="204104"/>
                  </a:lnTo>
                  <a:lnTo>
                    <a:pt x="5069998" y="204104"/>
                  </a:lnTo>
                  <a:lnTo>
                    <a:pt x="5070115" y="204104"/>
                  </a:lnTo>
                  <a:lnTo>
                    <a:pt x="5070233" y="204104"/>
                  </a:lnTo>
                  <a:lnTo>
                    <a:pt x="5070350" y="204104"/>
                  </a:lnTo>
                  <a:lnTo>
                    <a:pt x="5070350" y="203673"/>
                  </a:lnTo>
                  <a:lnTo>
                    <a:pt x="5070468" y="203673"/>
                  </a:lnTo>
                  <a:lnTo>
                    <a:pt x="5070586" y="203673"/>
                  </a:lnTo>
                  <a:lnTo>
                    <a:pt x="5070703" y="203673"/>
                  </a:lnTo>
                  <a:lnTo>
                    <a:pt x="5070821" y="203673"/>
                  </a:lnTo>
                  <a:lnTo>
                    <a:pt x="5070939" y="203673"/>
                  </a:lnTo>
                  <a:lnTo>
                    <a:pt x="5071056" y="203673"/>
                  </a:lnTo>
                  <a:lnTo>
                    <a:pt x="5071174" y="203673"/>
                  </a:lnTo>
                  <a:lnTo>
                    <a:pt x="5071291" y="203673"/>
                  </a:lnTo>
                  <a:lnTo>
                    <a:pt x="5071409" y="203673"/>
                  </a:lnTo>
                  <a:lnTo>
                    <a:pt x="5071527" y="203673"/>
                  </a:lnTo>
                  <a:lnTo>
                    <a:pt x="5071644" y="203673"/>
                  </a:lnTo>
                  <a:lnTo>
                    <a:pt x="5071762" y="203673"/>
                  </a:lnTo>
                  <a:lnTo>
                    <a:pt x="5071762" y="203243"/>
                  </a:lnTo>
                  <a:lnTo>
                    <a:pt x="5071879" y="203243"/>
                  </a:lnTo>
                  <a:lnTo>
                    <a:pt x="5071997" y="203243"/>
                  </a:lnTo>
                  <a:lnTo>
                    <a:pt x="5072115" y="203243"/>
                  </a:lnTo>
                  <a:lnTo>
                    <a:pt x="5072232" y="203243"/>
                  </a:lnTo>
                  <a:lnTo>
                    <a:pt x="5072350" y="203243"/>
                  </a:lnTo>
                  <a:lnTo>
                    <a:pt x="5072468" y="203243"/>
                  </a:lnTo>
                  <a:lnTo>
                    <a:pt x="5072585" y="203243"/>
                  </a:lnTo>
                  <a:lnTo>
                    <a:pt x="5072703" y="203243"/>
                  </a:lnTo>
                  <a:lnTo>
                    <a:pt x="5072820" y="203243"/>
                  </a:lnTo>
                  <a:lnTo>
                    <a:pt x="5072820" y="202812"/>
                  </a:lnTo>
                  <a:lnTo>
                    <a:pt x="5072938" y="202812"/>
                  </a:lnTo>
                  <a:lnTo>
                    <a:pt x="5072938" y="202382"/>
                  </a:lnTo>
                  <a:lnTo>
                    <a:pt x="5073056" y="202382"/>
                  </a:lnTo>
                  <a:lnTo>
                    <a:pt x="5073173" y="202382"/>
                  </a:lnTo>
                  <a:lnTo>
                    <a:pt x="5073291" y="202382"/>
                  </a:lnTo>
                  <a:lnTo>
                    <a:pt x="5073408" y="202382"/>
                  </a:lnTo>
                  <a:lnTo>
                    <a:pt x="5073526" y="202382"/>
                  </a:lnTo>
                  <a:lnTo>
                    <a:pt x="5073644" y="202382"/>
                  </a:lnTo>
                  <a:lnTo>
                    <a:pt x="5073761" y="202382"/>
                  </a:lnTo>
                  <a:lnTo>
                    <a:pt x="5073879" y="202382"/>
                  </a:lnTo>
                  <a:lnTo>
                    <a:pt x="5073997" y="202382"/>
                  </a:lnTo>
                  <a:lnTo>
                    <a:pt x="5074114" y="202382"/>
                  </a:lnTo>
                  <a:lnTo>
                    <a:pt x="5074232" y="202382"/>
                  </a:lnTo>
                  <a:lnTo>
                    <a:pt x="5074232" y="201951"/>
                  </a:lnTo>
                  <a:lnTo>
                    <a:pt x="5074232" y="201520"/>
                  </a:lnTo>
                  <a:lnTo>
                    <a:pt x="5074349" y="201520"/>
                  </a:lnTo>
                  <a:lnTo>
                    <a:pt x="5074467" y="201520"/>
                  </a:lnTo>
                  <a:lnTo>
                    <a:pt x="5074585" y="201520"/>
                  </a:lnTo>
                  <a:lnTo>
                    <a:pt x="5074702" y="201520"/>
                  </a:lnTo>
                  <a:lnTo>
                    <a:pt x="5074820" y="201520"/>
                  </a:lnTo>
                  <a:lnTo>
                    <a:pt x="5074937" y="201520"/>
                  </a:lnTo>
                  <a:lnTo>
                    <a:pt x="5075055" y="201520"/>
                  </a:lnTo>
                  <a:lnTo>
                    <a:pt x="5075173" y="201520"/>
                  </a:lnTo>
                  <a:lnTo>
                    <a:pt x="5075290" y="201520"/>
                  </a:lnTo>
                  <a:lnTo>
                    <a:pt x="5075408" y="201520"/>
                  </a:lnTo>
                  <a:lnTo>
                    <a:pt x="5075525" y="201520"/>
                  </a:lnTo>
                  <a:lnTo>
                    <a:pt x="5075643" y="201520"/>
                  </a:lnTo>
                  <a:lnTo>
                    <a:pt x="5075761" y="201520"/>
                  </a:lnTo>
                  <a:lnTo>
                    <a:pt x="5075878" y="201520"/>
                  </a:lnTo>
                  <a:lnTo>
                    <a:pt x="5075996" y="201520"/>
                  </a:lnTo>
                  <a:lnTo>
                    <a:pt x="5076114" y="201520"/>
                  </a:lnTo>
                  <a:lnTo>
                    <a:pt x="5076231" y="201520"/>
                  </a:lnTo>
                  <a:lnTo>
                    <a:pt x="5076349" y="201520"/>
                  </a:lnTo>
                  <a:lnTo>
                    <a:pt x="5076466" y="201520"/>
                  </a:lnTo>
                  <a:lnTo>
                    <a:pt x="5076584" y="201520"/>
                  </a:lnTo>
                  <a:lnTo>
                    <a:pt x="5076702" y="201520"/>
                  </a:lnTo>
                  <a:lnTo>
                    <a:pt x="5076819" y="201520"/>
                  </a:lnTo>
                  <a:lnTo>
                    <a:pt x="5076937" y="201520"/>
                  </a:lnTo>
                  <a:lnTo>
                    <a:pt x="5077054" y="201520"/>
                  </a:lnTo>
                  <a:lnTo>
                    <a:pt x="5077172" y="201520"/>
                  </a:lnTo>
                  <a:lnTo>
                    <a:pt x="5077290" y="201520"/>
                  </a:lnTo>
                  <a:lnTo>
                    <a:pt x="5077407" y="201520"/>
                  </a:lnTo>
                  <a:lnTo>
                    <a:pt x="5077525" y="201520"/>
                  </a:lnTo>
                  <a:lnTo>
                    <a:pt x="5077643" y="201520"/>
                  </a:lnTo>
                  <a:lnTo>
                    <a:pt x="5077760" y="201520"/>
                  </a:lnTo>
                  <a:lnTo>
                    <a:pt x="5077878" y="201520"/>
                  </a:lnTo>
                  <a:lnTo>
                    <a:pt x="5077995" y="201520"/>
                  </a:lnTo>
                  <a:lnTo>
                    <a:pt x="5078113" y="201520"/>
                  </a:lnTo>
                  <a:lnTo>
                    <a:pt x="5078231" y="201520"/>
                  </a:lnTo>
                  <a:lnTo>
                    <a:pt x="5078348" y="201520"/>
                  </a:lnTo>
                  <a:lnTo>
                    <a:pt x="5078466" y="201520"/>
                  </a:lnTo>
                  <a:lnTo>
                    <a:pt x="5078466" y="201090"/>
                  </a:lnTo>
                  <a:lnTo>
                    <a:pt x="5078583" y="201090"/>
                  </a:lnTo>
                  <a:lnTo>
                    <a:pt x="5078701" y="201090"/>
                  </a:lnTo>
                  <a:lnTo>
                    <a:pt x="5078819" y="201090"/>
                  </a:lnTo>
                  <a:lnTo>
                    <a:pt x="5078819" y="200659"/>
                  </a:lnTo>
                  <a:lnTo>
                    <a:pt x="5078936" y="200659"/>
                  </a:lnTo>
                  <a:lnTo>
                    <a:pt x="5079054" y="200659"/>
                  </a:lnTo>
                  <a:lnTo>
                    <a:pt x="5079172" y="200659"/>
                  </a:lnTo>
                  <a:lnTo>
                    <a:pt x="5079289" y="200659"/>
                  </a:lnTo>
                  <a:lnTo>
                    <a:pt x="5079407" y="200659"/>
                  </a:lnTo>
                  <a:lnTo>
                    <a:pt x="5079524" y="200659"/>
                  </a:lnTo>
                  <a:lnTo>
                    <a:pt x="5079642" y="200659"/>
                  </a:lnTo>
                  <a:lnTo>
                    <a:pt x="5079760" y="200659"/>
                  </a:lnTo>
                  <a:lnTo>
                    <a:pt x="5079877" y="200659"/>
                  </a:lnTo>
                  <a:lnTo>
                    <a:pt x="5079995" y="200659"/>
                  </a:lnTo>
                  <a:lnTo>
                    <a:pt x="5080112" y="200659"/>
                  </a:lnTo>
                  <a:lnTo>
                    <a:pt x="5080230" y="200659"/>
                  </a:lnTo>
                  <a:lnTo>
                    <a:pt x="5080348" y="200659"/>
                  </a:lnTo>
                  <a:lnTo>
                    <a:pt x="5080465" y="200659"/>
                  </a:lnTo>
                  <a:lnTo>
                    <a:pt x="5080583" y="200659"/>
                  </a:lnTo>
                  <a:lnTo>
                    <a:pt x="5080701" y="200659"/>
                  </a:lnTo>
                  <a:lnTo>
                    <a:pt x="5080818" y="200659"/>
                  </a:lnTo>
                  <a:lnTo>
                    <a:pt x="5080936" y="200659"/>
                  </a:lnTo>
                  <a:lnTo>
                    <a:pt x="5081053" y="200659"/>
                  </a:lnTo>
                  <a:lnTo>
                    <a:pt x="5081171" y="200659"/>
                  </a:lnTo>
                  <a:lnTo>
                    <a:pt x="5081289" y="200659"/>
                  </a:lnTo>
                  <a:lnTo>
                    <a:pt x="5081406" y="200659"/>
                  </a:lnTo>
                  <a:lnTo>
                    <a:pt x="5081524" y="200659"/>
                  </a:lnTo>
                  <a:lnTo>
                    <a:pt x="5081641" y="200659"/>
                  </a:lnTo>
                  <a:lnTo>
                    <a:pt x="5081759" y="200659"/>
                  </a:lnTo>
                  <a:lnTo>
                    <a:pt x="5081877" y="200659"/>
                  </a:lnTo>
                  <a:lnTo>
                    <a:pt x="5081994" y="200659"/>
                  </a:lnTo>
                  <a:lnTo>
                    <a:pt x="5082112" y="200659"/>
                  </a:lnTo>
                  <a:lnTo>
                    <a:pt x="5082230" y="200659"/>
                  </a:lnTo>
                  <a:lnTo>
                    <a:pt x="5082347" y="200659"/>
                  </a:lnTo>
                  <a:lnTo>
                    <a:pt x="5082465" y="200659"/>
                  </a:lnTo>
                  <a:lnTo>
                    <a:pt x="5082582" y="200659"/>
                  </a:lnTo>
                  <a:lnTo>
                    <a:pt x="5082700" y="200659"/>
                  </a:lnTo>
                  <a:lnTo>
                    <a:pt x="5082700" y="200229"/>
                  </a:lnTo>
                  <a:lnTo>
                    <a:pt x="5082818" y="200229"/>
                  </a:lnTo>
                  <a:lnTo>
                    <a:pt x="5082935" y="200229"/>
                  </a:lnTo>
                  <a:lnTo>
                    <a:pt x="5083053" y="200229"/>
                  </a:lnTo>
                  <a:lnTo>
                    <a:pt x="5083170" y="200229"/>
                  </a:lnTo>
                  <a:lnTo>
                    <a:pt x="5083288" y="200229"/>
                  </a:lnTo>
                  <a:lnTo>
                    <a:pt x="5083406" y="200229"/>
                  </a:lnTo>
                  <a:lnTo>
                    <a:pt x="5083523" y="200229"/>
                  </a:lnTo>
                  <a:lnTo>
                    <a:pt x="5083641" y="200229"/>
                  </a:lnTo>
                  <a:lnTo>
                    <a:pt x="5083758" y="200229"/>
                  </a:lnTo>
                  <a:lnTo>
                    <a:pt x="5083876" y="200229"/>
                  </a:lnTo>
                  <a:lnTo>
                    <a:pt x="5083994" y="200229"/>
                  </a:lnTo>
                  <a:lnTo>
                    <a:pt x="5084111" y="200229"/>
                  </a:lnTo>
                  <a:lnTo>
                    <a:pt x="5084229" y="200229"/>
                  </a:lnTo>
                  <a:lnTo>
                    <a:pt x="5084229" y="199798"/>
                  </a:lnTo>
                  <a:lnTo>
                    <a:pt x="5084347" y="199798"/>
                  </a:lnTo>
                  <a:lnTo>
                    <a:pt x="5084347" y="199367"/>
                  </a:lnTo>
                  <a:lnTo>
                    <a:pt x="5084464" y="199367"/>
                  </a:lnTo>
                  <a:lnTo>
                    <a:pt x="5084582" y="199367"/>
                  </a:lnTo>
                  <a:lnTo>
                    <a:pt x="5084699" y="199367"/>
                  </a:lnTo>
                  <a:lnTo>
                    <a:pt x="5084817" y="199367"/>
                  </a:lnTo>
                  <a:lnTo>
                    <a:pt x="5084935" y="199367"/>
                  </a:lnTo>
                  <a:lnTo>
                    <a:pt x="5085052" y="199367"/>
                  </a:lnTo>
                  <a:lnTo>
                    <a:pt x="5085170" y="199367"/>
                  </a:lnTo>
                  <a:lnTo>
                    <a:pt x="5085287" y="199367"/>
                  </a:lnTo>
                  <a:lnTo>
                    <a:pt x="5085405" y="199367"/>
                  </a:lnTo>
                  <a:lnTo>
                    <a:pt x="5085523" y="199367"/>
                  </a:lnTo>
                  <a:lnTo>
                    <a:pt x="5085640" y="199367"/>
                  </a:lnTo>
                  <a:lnTo>
                    <a:pt x="5085758" y="199367"/>
                  </a:lnTo>
                  <a:lnTo>
                    <a:pt x="5085876" y="199367"/>
                  </a:lnTo>
                  <a:lnTo>
                    <a:pt x="5085993" y="199367"/>
                  </a:lnTo>
                  <a:lnTo>
                    <a:pt x="5086111" y="199367"/>
                  </a:lnTo>
                  <a:lnTo>
                    <a:pt x="5086228" y="199367"/>
                  </a:lnTo>
                  <a:lnTo>
                    <a:pt x="5086346" y="199367"/>
                  </a:lnTo>
                  <a:lnTo>
                    <a:pt x="5086464" y="199367"/>
                  </a:lnTo>
                  <a:lnTo>
                    <a:pt x="5086581" y="199367"/>
                  </a:lnTo>
                  <a:lnTo>
                    <a:pt x="5086699" y="199367"/>
                  </a:lnTo>
                  <a:lnTo>
                    <a:pt x="5086816" y="199367"/>
                  </a:lnTo>
                  <a:lnTo>
                    <a:pt x="5086934" y="199367"/>
                  </a:lnTo>
                  <a:lnTo>
                    <a:pt x="5087052" y="199367"/>
                  </a:lnTo>
                  <a:lnTo>
                    <a:pt x="5087169" y="199367"/>
                  </a:lnTo>
                  <a:lnTo>
                    <a:pt x="5087287" y="199367"/>
                  </a:lnTo>
                  <a:lnTo>
                    <a:pt x="5087405" y="199367"/>
                  </a:lnTo>
                  <a:lnTo>
                    <a:pt x="5087522" y="199367"/>
                  </a:lnTo>
                  <a:lnTo>
                    <a:pt x="5087640" y="199367"/>
                  </a:lnTo>
                  <a:lnTo>
                    <a:pt x="5087757" y="199367"/>
                  </a:lnTo>
                  <a:lnTo>
                    <a:pt x="5087875" y="199367"/>
                  </a:lnTo>
                  <a:lnTo>
                    <a:pt x="5087993" y="199367"/>
                  </a:lnTo>
                  <a:lnTo>
                    <a:pt x="5088110" y="199367"/>
                  </a:lnTo>
                  <a:lnTo>
                    <a:pt x="5088228" y="199367"/>
                  </a:lnTo>
                  <a:lnTo>
                    <a:pt x="5088345" y="199367"/>
                  </a:lnTo>
                  <a:lnTo>
                    <a:pt x="5088463" y="199367"/>
                  </a:lnTo>
                  <a:lnTo>
                    <a:pt x="5088581" y="199367"/>
                  </a:lnTo>
                  <a:lnTo>
                    <a:pt x="5088698" y="199367"/>
                  </a:lnTo>
                  <a:lnTo>
                    <a:pt x="5088816" y="199367"/>
                  </a:lnTo>
                  <a:lnTo>
                    <a:pt x="5088934" y="199367"/>
                  </a:lnTo>
                  <a:lnTo>
                    <a:pt x="5089051" y="199367"/>
                  </a:lnTo>
                  <a:lnTo>
                    <a:pt x="5089169" y="199367"/>
                  </a:lnTo>
                  <a:lnTo>
                    <a:pt x="5089286" y="199367"/>
                  </a:lnTo>
                  <a:lnTo>
                    <a:pt x="5089404" y="199367"/>
                  </a:lnTo>
                  <a:lnTo>
                    <a:pt x="5089522" y="199367"/>
                  </a:lnTo>
                  <a:lnTo>
                    <a:pt x="5089639" y="199367"/>
                  </a:lnTo>
                  <a:lnTo>
                    <a:pt x="5089757" y="199367"/>
                  </a:lnTo>
                  <a:lnTo>
                    <a:pt x="5089874" y="199367"/>
                  </a:lnTo>
                  <a:lnTo>
                    <a:pt x="5089992" y="199367"/>
                  </a:lnTo>
                  <a:lnTo>
                    <a:pt x="5089992" y="198937"/>
                  </a:lnTo>
                  <a:lnTo>
                    <a:pt x="5090110" y="198937"/>
                  </a:lnTo>
                  <a:lnTo>
                    <a:pt x="5090227" y="198937"/>
                  </a:lnTo>
                  <a:lnTo>
                    <a:pt x="5090345" y="198937"/>
                  </a:lnTo>
                  <a:lnTo>
                    <a:pt x="5090462" y="198937"/>
                  </a:lnTo>
                  <a:lnTo>
                    <a:pt x="5090462" y="198506"/>
                  </a:lnTo>
                  <a:lnTo>
                    <a:pt x="5090580" y="198506"/>
                  </a:lnTo>
                  <a:lnTo>
                    <a:pt x="5090698" y="198506"/>
                  </a:lnTo>
                  <a:lnTo>
                    <a:pt x="5090698" y="198076"/>
                  </a:lnTo>
                  <a:lnTo>
                    <a:pt x="5090815" y="198076"/>
                  </a:lnTo>
                  <a:lnTo>
                    <a:pt x="5090933" y="198076"/>
                  </a:lnTo>
                  <a:lnTo>
                    <a:pt x="5091051" y="198076"/>
                  </a:lnTo>
                  <a:lnTo>
                    <a:pt x="5091168" y="198076"/>
                  </a:lnTo>
                  <a:lnTo>
                    <a:pt x="5091286" y="198076"/>
                  </a:lnTo>
                  <a:lnTo>
                    <a:pt x="5091403" y="198076"/>
                  </a:lnTo>
                  <a:lnTo>
                    <a:pt x="5091521" y="198076"/>
                  </a:lnTo>
                  <a:lnTo>
                    <a:pt x="5091639" y="198076"/>
                  </a:lnTo>
                  <a:lnTo>
                    <a:pt x="5091756" y="198076"/>
                  </a:lnTo>
                  <a:lnTo>
                    <a:pt x="5091874" y="198076"/>
                  </a:lnTo>
                  <a:lnTo>
                    <a:pt x="5091874" y="197645"/>
                  </a:lnTo>
                  <a:lnTo>
                    <a:pt x="5091991" y="197645"/>
                  </a:lnTo>
                  <a:lnTo>
                    <a:pt x="5092109" y="197645"/>
                  </a:lnTo>
                  <a:lnTo>
                    <a:pt x="5092227" y="197645"/>
                  </a:lnTo>
                  <a:lnTo>
                    <a:pt x="5092344" y="197645"/>
                  </a:lnTo>
                  <a:lnTo>
                    <a:pt x="5092462" y="197645"/>
                  </a:lnTo>
                  <a:lnTo>
                    <a:pt x="5092580" y="197645"/>
                  </a:lnTo>
                  <a:lnTo>
                    <a:pt x="5092697" y="197645"/>
                  </a:lnTo>
                  <a:lnTo>
                    <a:pt x="5092815" y="197645"/>
                  </a:lnTo>
                  <a:lnTo>
                    <a:pt x="5092932" y="197645"/>
                  </a:lnTo>
                  <a:lnTo>
                    <a:pt x="5093050" y="197645"/>
                  </a:lnTo>
                  <a:lnTo>
                    <a:pt x="5093168" y="197645"/>
                  </a:lnTo>
                  <a:lnTo>
                    <a:pt x="5093285" y="197645"/>
                  </a:lnTo>
                  <a:lnTo>
                    <a:pt x="5093403" y="197645"/>
                  </a:lnTo>
                  <a:lnTo>
                    <a:pt x="5093520" y="197645"/>
                  </a:lnTo>
                  <a:lnTo>
                    <a:pt x="5093638" y="197645"/>
                  </a:lnTo>
                  <a:lnTo>
                    <a:pt x="5093756" y="197645"/>
                  </a:lnTo>
                  <a:lnTo>
                    <a:pt x="5093873" y="197645"/>
                  </a:lnTo>
                  <a:lnTo>
                    <a:pt x="5093991" y="197645"/>
                  </a:lnTo>
                  <a:lnTo>
                    <a:pt x="5094109" y="197645"/>
                  </a:lnTo>
                  <a:lnTo>
                    <a:pt x="5094226" y="197645"/>
                  </a:lnTo>
                  <a:lnTo>
                    <a:pt x="5094344" y="197645"/>
                  </a:lnTo>
                  <a:lnTo>
                    <a:pt x="5094461" y="197645"/>
                  </a:lnTo>
                  <a:lnTo>
                    <a:pt x="5094579" y="197645"/>
                  </a:lnTo>
                  <a:lnTo>
                    <a:pt x="5094697" y="197645"/>
                  </a:lnTo>
                  <a:lnTo>
                    <a:pt x="5094814" y="197645"/>
                  </a:lnTo>
                  <a:lnTo>
                    <a:pt x="5094932" y="197645"/>
                  </a:lnTo>
                  <a:lnTo>
                    <a:pt x="5095049" y="197645"/>
                  </a:lnTo>
                  <a:lnTo>
                    <a:pt x="5095167" y="197645"/>
                  </a:lnTo>
                  <a:lnTo>
                    <a:pt x="5095285" y="197645"/>
                  </a:lnTo>
                  <a:lnTo>
                    <a:pt x="5095402" y="197645"/>
                  </a:lnTo>
                  <a:lnTo>
                    <a:pt x="5095520" y="197645"/>
                  </a:lnTo>
                  <a:lnTo>
                    <a:pt x="5095638" y="197645"/>
                  </a:lnTo>
                  <a:lnTo>
                    <a:pt x="5095638" y="197214"/>
                  </a:lnTo>
                  <a:lnTo>
                    <a:pt x="5095755" y="197214"/>
                  </a:lnTo>
                  <a:lnTo>
                    <a:pt x="5095873" y="197214"/>
                  </a:lnTo>
                  <a:lnTo>
                    <a:pt x="5095990" y="197214"/>
                  </a:lnTo>
                  <a:lnTo>
                    <a:pt x="5096108" y="197214"/>
                  </a:lnTo>
                  <a:lnTo>
                    <a:pt x="5096226" y="197214"/>
                  </a:lnTo>
                  <a:lnTo>
                    <a:pt x="5096343" y="197214"/>
                  </a:lnTo>
                  <a:lnTo>
                    <a:pt x="5096461" y="197214"/>
                  </a:lnTo>
                  <a:lnTo>
                    <a:pt x="5096578" y="197214"/>
                  </a:lnTo>
                  <a:lnTo>
                    <a:pt x="5096696" y="197214"/>
                  </a:lnTo>
                  <a:lnTo>
                    <a:pt x="5096814" y="197214"/>
                  </a:lnTo>
                  <a:lnTo>
                    <a:pt x="5096931" y="197214"/>
                  </a:lnTo>
                  <a:lnTo>
                    <a:pt x="5097049" y="197214"/>
                  </a:lnTo>
                  <a:lnTo>
                    <a:pt x="5097167" y="197214"/>
                  </a:lnTo>
                  <a:lnTo>
                    <a:pt x="5097284" y="197214"/>
                  </a:lnTo>
                  <a:lnTo>
                    <a:pt x="5097402" y="197214"/>
                  </a:lnTo>
                  <a:lnTo>
                    <a:pt x="5097519" y="197214"/>
                  </a:lnTo>
                  <a:lnTo>
                    <a:pt x="5097637" y="197214"/>
                  </a:lnTo>
                  <a:lnTo>
                    <a:pt x="5097755" y="197214"/>
                  </a:lnTo>
                  <a:lnTo>
                    <a:pt x="5097872" y="197214"/>
                  </a:lnTo>
                  <a:lnTo>
                    <a:pt x="5097990" y="197214"/>
                  </a:lnTo>
                  <a:lnTo>
                    <a:pt x="5098107" y="197214"/>
                  </a:lnTo>
                  <a:lnTo>
                    <a:pt x="5098225" y="197214"/>
                  </a:lnTo>
                  <a:lnTo>
                    <a:pt x="5098343" y="197214"/>
                  </a:lnTo>
                  <a:lnTo>
                    <a:pt x="5098460" y="197214"/>
                  </a:lnTo>
                  <a:lnTo>
                    <a:pt x="5098460" y="196784"/>
                  </a:lnTo>
                  <a:lnTo>
                    <a:pt x="5098578" y="196784"/>
                  </a:lnTo>
                  <a:lnTo>
                    <a:pt x="5098695" y="196784"/>
                  </a:lnTo>
                  <a:lnTo>
                    <a:pt x="5098813" y="196784"/>
                  </a:lnTo>
                  <a:lnTo>
                    <a:pt x="5098931" y="196784"/>
                  </a:lnTo>
                  <a:lnTo>
                    <a:pt x="5099048" y="196784"/>
                  </a:lnTo>
                  <a:lnTo>
                    <a:pt x="5099166" y="196784"/>
                  </a:lnTo>
                  <a:lnTo>
                    <a:pt x="5099284" y="196784"/>
                  </a:lnTo>
                  <a:lnTo>
                    <a:pt x="5099401" y="196784"/>
                  </a:lnTo>
                  <a:lnTo>
                    <a:pt x="5099401" y="196353"/>
                  </a:lnTo>
                  <a:lnTo>
                    <a:pt x="5099519" y="196353"/>
                  </a:lnTo>
                  <a:lnTo>
                    <a:pt x="5099636" y="196353"/>
                  </a:lnTo>
                  <a:lnTo>
                    <a:pt x="5099754" y="196353"/>
                  </a:lnTo>
                  <a:lnTo>
                    <a:pt x="5099872" y="196353"/>
                  </a:lnTo>
                  <a:lnTo>
                    <a:pt x="5099989" y="196353"/>
                  </a:lnTo>
                  <a:lnTo>
                    <a:pt x="5100107" y="196353"/>
                  </a:lnTo>
                  <a:lnTo>
                    <a:pt x="5100224" y="196353"/>
                  </a:lnTo>
                  <a:lnTo>
                    <a:pt x="5100342" y="196353"/>
                  </a:lnTo>
                  <a:lnTo>
                    <a:pt x="5100460" y="196353"/>
                  </a:lnTo>
                  <a:lnTo>
                    <a:pt x="5100577" y="196353"/>
                  </a:lnTo>
                  <a:lnTo>
                    <a:pt x="5100695" y="196353"/>
                  </a:lnTo>
                  <a:lnTo>
                    <a:pt x="5100813" y="196353"/>
                  </a:lnTo>
                  <a:lnTo>
                    <a:pt x="5100930" y="196353"/>
                  </a:lnTo>
                  <a:lnTo>
                    <a:pt x="5101048" y="196353"/>
                  </a:lnTo>
                  <a:lnTo>
                    <a:pt x="5101165" y="196353"/>
                  </a:lnTo>
                  <a:lnTo>
                    <a:pt x="5101283" y="196353"/>
                  </a:lnTo>
                  <a:lnTo>
                    <a:pt x="5101283" y="195923"/>
                  </a:lnTo>
                  <a:lnTo>
                    <a:pt x="5101401" y="195923"/>
                  </a:lnTo>
                  <a:lnTo>
                    <a:pt x="5101518" y="195923"/>
                  </a:lnTo>
                  <a:lnTo>
                    <a:pt x="5101636" y="195923"/>
                  </a:lnTo>
                  <a:lnTo>
                    <a:pt x="5101753" y="195923"/>
                  </a:lnTo>
                  <a:lnTo>
                    <a:pt x="5101871" y="195923"/>
                  </a:lnTo>
                  <a:lnTo>
                    <a:pt x="5101989" y="195923"/>
                  </a:lnTo>
                  <a:lnTo>
                    <a:pt x="5102106" y="195923"/>
                  </a:lnTo>
                  <a:lnTo>
                    <a:pt x="5102224" y="195923"/>
                  </a:lnTo>
                  <a:lnTo>
                    <a:pt x="5102342" y="195923"/>
                  </a:lnTo>
                  <a:lnTo>
                    <a:pt x="5102459" y="195923"/>
                  </a:lnTo>
                  <a:lnTo>
                    <a:pt x="5102577" y="195923"/>
                  </a:lnTo>
                  <a:lnTo>
                    <a:pt x="5102694" y="195923"/>
                  </a:lnTo>
                  <a:lnTo>
                    <a:pt x="5102812" y="195923"/>
                  </a:lnTo>
                  <a:lnTo>
                    <a:pt x="5102930" y="195923"/>
                  </a:lnTo>
                  <a:lnTo>
                    <a:pt x="5103047" y="195923"/>
                  </a:lnTo>
                  <a:lnTo>
                    <a:pt x="5103165" y="195923"/>
                  </a:lnTo>
                  <a:lnTo>
                    <a:pt x="5103282" y="195923"/>
                  </a:lnTo>
                  <a:lnTo>
                    <a:pt x="5103400" y="195923"/>
                  </a:lnTo>
                  <a:lnTo>
                    <a:pt x="5103518" y="195923"/>
                  </a:lnTo>
                  <a:lnTo>
                    <a:pt x="5103635" y="195923"/>
                  </a:lnTo>
                  <a:lnTo>
                    <a:pt x="5103753" y="195923"/>
                  </a:lnTo>
                  <a:lnTo>
                    <a:pt x="5103871" y="195923"/>
                  </a:lnTo>
                  <a:lnTo>
                    <a:pt x="5103988" y="195923"/>
                  </a:lnTo>
                  <a:lnTo>
                    <a:pt x="5104106" y="195923"/>
                  </a:lnTo>
                  <a:lnTo>
                    <a:pt x="5104223" y="195923"/>
                  </a:lnTo>
                  <a:lnTo>
                    <a:pt x="5104341" y="195923"/>
                  </a:lnTo>
                  <a:lnTo>
                    <a:pt x="5104459" y="195923"/>
                  </a:lnTo>
                  <a:lnTo>
                    <a:pt x="5104459" y="195492"/>
                  </a:lnTo>
                  <a:lnTo>
                    <a:pt x="5104576" y="195492"/>
                  </a:lnTo>
                  <a:lnTo>
                    <a:pt x="5104694" y="195492"/>
                  </a:lnTo>
                  <a:lnTo>
                    <a:pt x="5104811" y="195492"/>
                  </a:lnTo>
                  <a:lnTo>
                    <a:pt x="5104929" y="195492"/>
                  </a:lnTo>
                  <a:lnTo>
                    <a:pt x="5105047" y="195492"/>
                  </a:lnTo>
                  <a:lnTo>
                    <a:pt x="5105164" y="195492"/>
                  </a:lnTo>
                  <a:lnTo>
                    <a:pt x="5105282" y="195492"/>
                  </a:lnTo>
                  <a:lnTo>
                    <a:pt x="5105400" y="195492"/>
                  </a:lnTo>
                  <a:lnTo>
                    <a:pt x="5105517" y="195492"/>
                  </a:lnTo>
                  <a:lnTo>
                    <a:pt x="5105635" y="195492"/>
                  </a:lnTo>
                  <a:lnTo>
                    <a:pt x="5105752" y="195492"/>
                  </a:lnTo>
                  <a:lnTo>
                    <a:pt x="5105870" y="195492"/>
                  </a:lnTo>
                  <a:lnTo>
                    <a:pt x="5105988" y="195492"/>
                  </a:lnTo>
                  <a:lnTo>
                    <a:pt x="5106105" y="195492"/>
                  </a:lnTo>
                  <a:lnTo>
                    <a:pt x="5106223" y="195492"/>
                  </a:lnTo>
                  <a:lnTo>
                    <a:pt x="5106340" y="195492"/>
                  </a:lnTo>
                  <a:lnTo>
                    <a:pt x="5106458" y="195492"/>
                  </a:lnTo>
                  <a:lnTo>
                    <a:pt x="5106576" y="195492"/>
                  </a:lnTo>
                  <a:lnTo>
                    <a:pt x="5106693" y="195492"/>
                  </a:lnTo>
                  <a:lnTo>
                    <a:pt x="5106811" y="195492"/>
                  </a:lnTo>
                  <a:lnTo>
                    <a:pt x="5106928" y="195492"/>
                  </a:lnTo>
                  <a:lnTo>
                    <a:pt x="5107046" y="195492"/>
                  </a:lnTo>
                  <a:lnTo>
                    <a:pt x="5107164" y="195492"/>
                  </a:lnTo>
                  <a:lnTo>
                    <a:pt x="5107281" y="195492"/>
                  </a:lnTo>
                  <a:lnTo>
                    <a:pt x="5107399" y="195492"/>
                  </a:lnTo>
                  <a:lnTo>
                    <a:pt x="5107517" y="195492"/>
                  </a:lnTo>
                  <a:lnTo>
                    <a:pt x="5107634" y="195492"/>
                  </a:lnTo>
                  <a:lnTo>
                    <a:pt x="5107752" y="195492"/>
                  </a:lnTo>
                  <a:lnTo>
                    <a:pt x="5107869" y="195492"/>
                  </a:lnTo>
                  <a:lnTo>
                    <a:pt x="5107869" y="195061"/>
                  </a:lnTo>
                  <a:lnTo>
                    <a:pt x="5107987" y="195061"/>
                  </a:lnTo>
                  <a:lnTo>
                    <a:pt x="5108105" y="195061"/>
                  </a:lnTo>
                  <a:lnTo>
                    <a:pt x="5108222" y="195061"/>
                  </a:lnTo>
                  <a:lnTo>
                    <a:pt x="5108340" y="195061"/>
                  </a:lnTo>
                  <a:lnTo>
                    <a:pt x="5108457" y="195061"/>
                  </a:lnTo>
                  <a:lnTo>
                    <a:pt x="5108575" y="195061"/>
                  </a:lnTo>
                  <a:lnTo>
                    <a:pt x="5108693" y="195061"/>
                  </a:lnTo>
                  <a:lnTo>
                    <a:pt x="5108810" y="195061"/>
                  </a:lnTo>
                  <a:lnTo>
                    <a:pt x="5108928" y="195061"/>
                  </a:lnTo>
                  <a:lnTo>
                    <a:pt x="5109046" y="195061"/>
                  </a:lnTo>
                  <a:lnTo>
                    <a:pt x="5109163" y="195061"/>
                  </a:lnTo>
                  <a:lnTo>
                    <a:pt x="5109281" y="195061"/>
                  </a:lnTo>
                  <a:lnTo>
                    <a:pt x="5109398" y="195061"/>
                  </a:lnTo>
                  <a:lnTo>
                    <a:pt x="5109516" y="195061"/>
                  </a:lnTo>
                  <a:lnTo>
                    <a:pt x="5109634" y="195061"/>
                  </a:lnTo>
                  <a:lnTo>
                    <a:pt x="5109751" y="195061"/>
                  </a:lnTo>
                  <a:lnTo>
                    <a:pt x="5109869" y="195061"/>
                  </a:lnTo>
                  <a:lnTo>
                    <a:pt x="5109986" y="195061"/>
                  </a:lnTo>
                  <a:lnTo>
                    <a:pt x="5110104" y="195061"/>
                  </a:lnTo>
                  <a:lnTo>
                    <a:pt x="5110222" y="195061"/>
                  </a:lnTo>
                  <a:lnTo>
                    <a:pt x="5110339" y="195061"/>
                  </a:lnTo>
                  <a:lnTo>
                    <a:pt x="5110457" y="195061"/>
                  </a:lnTo>
                  <a:lnTo>
                    <a:pt x="5110575" y="195061"/>
                  </a:lnTo>
                  <a:lnTo>
                    <a:pt x="5110692" y="195061"/>
                  </a:lnTo>
                  <a:lnTo>
                    <a:pt x="5110810" y="195061"/>
                  </a:lnTo>
                  <a:lnTo>
                    <a:pt x="5110927" y="195061"/>
                  </a:lnTo>
                  <a:lnTo>
                    <a:pt x="5111045" y="195061"/>
                  </a:lnTo>
                  <a:lnTo>
                    <a:pt x="5111163" y="195061"/>
                  </a:lnTo>
                  <a:lnTo>
                    <a:pt x="5111280" y="195061"/>
                  </a:lnTo>
                  <a:lnTo>
                    <a:pt x="5111398" y="195061"/>
                  </a:lnTo>
                  <a:lnTo>
                    <a:pt x="5111515" y="195061"/>
                  </a:lnTo>
                  <a:lnTo>
                    <a:pt x="5111633" y="195061"/>
                  </a:lnTo>
                  <a:lnTo>
                    <a:pt x="5111751" y="195061"/>
                  </a:lnTo>
                  <a:lnTo>
                    <a:pt x="5111868" y="195061"/>
                  </a:lnTo>
                  <a:lnTo>
                    <a:pt x="5111986" y="195061"/>
                  </a:lnTo>
                  <a:lnTo>
                    <a:pt x="5112104" y="195061"/>
                  </a:lnTo>
                  <a:lnTo>
                    <a:pt x="5112221" y="195061"/>
                  </a:lnTo>
                  <a:lnTo>
                    <a:pt x="5112339" y="195061"/>
                  </a:lnTo>
                  <a:lnTo>
                    <a:pt x="5112456" y="195061"/>
                  </a:lnTo>
                  <a:lnTo>
                    <a:pt x="5112574" y="195061"/>
                  </a:lnTo>
                  <a:lnTo>
                    <a:pt x="5112692" y="195061"/>
                  </a:lnTo>
                  <a:lnTo>
                    <a:pt x="5112809" y="195061"/>
                  </a:lnTo>
                  <a:lnTo>
                    <a:pt x="5112927" y="195061"/>
                  </a:lnTo>
                  <a:lnTo>
                    <a:pt x="5113044" y="195061"/>
                  </a:lnTo>
                  <a:lnTo>
                    <a:pt x="5113162" y="195061"/>
                  </a:lnTo>
                  <a:lnTo>
                    <a:pt x="5113280" y="195061"/>
                  </a:lnTo>
                  <a:lnTo>
                    <a:pt x="5113397" y="195061"/>
                  </a:lnTo>
                  <a:lnTo>
                    <a:pt x="5113515" y="195061"/>
                  </a:lnTo>
                  <a:lnTo>
                    <a:pt x="5113515" y="194631"/>
                  </a:lnTo>
                  <a:lnTo>
                    <a:pt x="5113633" y="194631"/>
                  </a:lnTo>
                  <a:lnTo>
                    <a:pt x="5113750" y="194631"/>
                  </a:lnTo>
                  <a:lnTo>
                    <a:pt x="5113868" y="194631"/>
                  </a:lnTo>
                  <a:lnTo>
                    <a:pt x="5113985" y="194631"/>
                  </a:lnTo>
                  <a:lnTo>
                    <a:pt x="5114103" y="194631"/>
                  </a:lnTo>
                  <a:lnTo>
                    <a:pt x="5114221" y="194631"/>
                  </a:lnTo>
                  <a:lnTo>
                    <a:pt x="5114338" y="194631"/>
                  </a:lnTo>
                  <a:lnTo>
                    <a:pt x="5114456" y="194631"/>
                  </a:lnTo>
                  <a:lnTo>
                    <a:pt x="5114573" y="194631"/>
                  </a:lnTo>
                  <a:lnTo>
                    <a:pt x="5114691" y="194631"/>
                  </a:lnTo>
                  <a:lnTo>
                    <a:pt x="5114809" y="194631"/>
                  </a:lnTo>
                  <a:lnTo>
                    <a:pt x="5114926" y="194631"/>
                  </a:lnTo>
                  <a:lnTo>
                    <a:pt x="5115044" y="194631"/>
                  </a:lnTo>
                  <a:lnTo>
                    <a:pt x="5115161" y="194631"/>
                  </a:lnTo>
                  <a:lnTo>
                    <a:pt x="5115279" y="194631"/>
                  </a:lnTo>
                  <a:lnTo>
                    <a:pt x="5115397" y="194631"/>
                  </a:lnTo>
                  <a:lnTo>
                    <a:pt x="5115397" y="194200"/>
                  </a:lnTo>
                  <a:lnTo>
                    <a:pt x="5115514" y="194200"/>
                  </a:lnTo>
                  <a:lnTo>
                    <a:pt x="5115632" y="194200"/>
                  </a:lnTo>
                  <a:lnTo>
                    <a:pt x="5115750" y="194200"/>
                  </a:lnTo>
                  <a:lnTo>
                    <a:pt x="5115867" y="194200"/>
                  </a:lnTo>
                  <a:lnTo>
                    <a:pt x="5115985" y="194200"/>
                  </a:lnTo>
                  <a:lnTo>
                    <a:pt x="5116102" y="194200"/>
                  </a:lnTo>
                  <a:lnTo>
                    <a:pt x="5116220" y="194200"/>
                  </a:lnTo>
                  <a:lnTo>
                    <a:pt x="5116220" y="193770"/>
                  </a:lnTo>
                  <a:lnTo>
                    <a:pt x="5116338" y="193770"/>
                  </a:lnTo>
                  <a:lnTo>
                    <a:pt x="5116455" y="193770"/>
                  </a:lnTo>
                  <a:lnTo>
                    <a:pt x="5116573" y="193770"/>
                  </a:lnTo>
                  <a:lnTo>
                    <a:pt x="5116690" y="193770"/>
                  </a:lnTo>
                  <a:lnTo>
                    <a:pt x="5116808" y="193770"/>
                  </a:lnTo>
                  <a:lnTo>
                    <a:pt x="5116926" y="193770"/>
                  </a:lnTo>
                  <a:lnTo>
                    <a:pt x="5117043" y="193770"/>
                  </a:lnTo>
                  <a:lnTo>
                    <a:pt x="5117161" y="193770"/>
                  </a:lnTo>
                  <a:lnTo>
                    <a:pt x="5117279" y="193770"/>
                  </a:lnTo>
                  <a:lnTo>
                    <a:pt x="5117396" y="193770"/>
                  </a:lnTo>
                  <a:lnTo>
                    <a:pt x="5117514" y="193770"/>
                  </a:lnTo>
                  <a:lnTo>
                    <a:pt x="5117631" y="193770"/>
                  </a:lnTo>
                  <a:lnTo>
                    <a:pt x="5117749" y="193770"/>
                  </a:lnTo>
                  <a:lnTo>
                    <a:pt x="5117867" y="193770"/>
                  </a:lnTo>
                  <a:lnTo>
                    <a:pt x="5117984" y="193770"/>
                  </a:lnTo>
                  <a:lnTo>
                    <a:pt x="5118102" y="193770"/>
                  </a:lnTo>
                  <a:lnTo>
                    <a:pt x="5118219" y="193770"/>
                  </a:lnTo>
                  <a:lnTo>
                    <a:pt x="5118337" y="193770"/>
                  </a:lnTo>
                  <a:lnTo>
                    <a:pt x="5118455" y="193770"/>
                  </a:lnTo>
                  <a:lnTo>
                    <a:pt x="5118572" y="193770"/>
                  </a:lnTo>
                  <a:lnTo>
                    <a:pt x="5118690" y="193770"/>
                  </a:lnTo>
                  <a:lnTo>
                    <a:pt x="5118808" y="193770"/>
                  </a:lnTo>
                  <a:lnTo>
                    <a:pt x="5118925" y="193770"/>
                  </a:lnTo>
                  <a:lnTo>
                    <a:pt x="5119043" y="193770"/>
                  </a:lnTo>
                  <a:lnTo>
                    <a:pt x="5119160" y="193770"/>
                  </a:lnTo>
                  <a:lnTo>
                    <a:pt x="5119278" y="193770"/>
                  </a:lnTo>
                  <a:lnTo>
                    <a:pt x="5119396" y="193770"/>
                  </a:lnTo>
                  <a:lnTo>
                    <a:pt x="5119396" y="193339"/>
                  </a:lnTo>
                  <a:lnTo>
                    <a:pt x="5119513" y="193339"/>
                  </a:lnTo>
                  <a:lnTo>
                    <a:pt x="5119631" y="193339"/>
                  </a:lnTo>
                  <a:lnTo>
                    <a:pt x="5119748" y="193339"/>
                  </a:lnTo>
                  <a:lnTo>
                    <a:pt x="5119866" y="193339"/>
                  </a:lnTo>
                  <a:lnTo>
                    <a:pt x="5119984" y="193339"/>
                  </a:lnTo>
                  <a:lnTo>
                    <a:pt x="5120101" y="193339"/>
                  </a:lnTo>
                  <a:lnTo>
                    <a:pt x="5120219" y="193339"/>
                  </a:lnTo>
                  <a:lnTo>
                    <a:pt x="5120337" y="193339"/>
                  </a:lnTo>
                  <a:lnTo>
                    <a:pt x="5120454" y="193339"/>
                  </a:lnTo>
                  <a:lnTo>
                    <a:pt x="5120572" y="193339"/>
                  </a:lnTo>
                  <a:lnTo>
                    <a:pt x="5120689" y="193339"/>
                  </a:lnTo>
                  <a:lnTo>
                    <a:pt x="5120807" y="193339"/>
                  </a:lnTo>
                  <a:lnTo>
                    <a:pt x="5120925" y="193339"/>
                  </a:lnTo>
                  <a:lnTo>
                    <a:pt x="5121042" y="193339"/>
                  </a:lnTo>
                  <a:lnTo>
                    <a:pt x="5121160" y="193339"/>
                  </a:lnTo>
                  <a:lnTo>
                    <a:pt x="5121277" y="193339"/>
                  </a:lnTo>
                  <a:lnTo>
                    <a:pt x="5121395" y="193339"/>
                  </a:lnTo>
                  <a:lnTo>
                    <a:pt x="5121513" y="193339"/>
                  </a:lnTo>
                  <a:lnTo>
                    <a:pt x="5121630" y="193339"/>
                  </a:lnTo>
                  <a:lnTo>
                    <a:pt x="5121748" y="193339"/>
                  </a:lnTo>
                  <a:lnTo>
                    <a:pt x="5121866" y="193339"/>
                  </a:lnTo>
                  <a:lnTo>
                    <a:pt x="5121983" y="193339"/>
                  </a:lnTo>
                  <a:lnTo>
                    <a:pt x="5122101" y="193339"/>
                  </a:lnTo>
                  <a:lnTo>
                    <a:pt x="5122218" y="193339"/>
                  </a:lnTo>
                  <a:lnTo>
                    <a:pt x="5122336" y="193339"/>
                  </a:lnTo>
                  <a:lnTo>
                    <a:pt x="5122454" y="193339"/>
                  </a:lnTo>
                  <a:lnTo>
                    <a:pt x="5122571" y="193339"/>
                  </a:lnTo>
                  <a:lnTo>
                    <a:pt x="5122689" y="193339"/>
                  </a:lnTo>
                  <a:lnTo>
                    <a:pt x="5122689" y="192908"/>
                  </a:lnTo>
                  <a:lnTo>
                    <a:pt x="5122806" y="192908"/>
                  </a:lnTo>
                  <a:lnTo>
                    <a:pt x="5122806" y="192478"/>
                  </a:lnTo>
                  <a:lnTo>
                    <a:pt x="5122924" y="192478"/>
                  </a:lnTo>
                  <a:lnTo>
                    <a:pt x="5123042" y="192478"/>
                  </a:lnTo>
                  <a:lnTo>
                    <a:pt x="5123159" y="192478"/>
                  </a:lnTo>
                  <a:lnTo>
                    <a:pt x="5123277" y="192478"/>
                  </a:lnTo>
                  <a:lnTo>
                    <a:pt x="5123394" y="192478"/>
                  </a:lnTo>
                  <a:lnTo>
                    <a:pt x="5123394" y="192047"/>
                  </a:lnTo>
                  <a:lnTo>
                    <a:pt x="5123512" y="192047"/>
                  </a:lnTo>
                  <a:lnTo>
                    <a:pt x="5123630" y="192047"/>
                  </a:lnTo>
                  <a:lnTo>
                    <a:pt x="5123747" y="192047"/>
                  </a:lnTo>
                  <a:lnTo>
                    <a:pt x="5123865" y="192047"/>
                  </a:lnTo>
                  <a:lnTo>
                    <a:pt x="5123983" y="192047"/>
                  </a:lnTo>
                  <a:lnTo>
                    <a:pt x="5124100" y="192047"/>
                  </a:lnTo>
                  <a:lnTo>
                    <a:pt x="5124218" y="192047"/>
                  </a:lnTo>
                  <a:lnTo>
                    <a:pt x="5124335" y="192047"/>
                  </a:lnTo>
                  <a:lnTo>
                    <a:pt x="5124335" y="191617"/>
                  </a:lnTo>
                  <a:lnTo>
                    <a:pt x="5124453" y="191617"/>
                  </a:lnTo>
                  <a:lnTo>
                    <a:pt x="5124571" y="191617"/>
                  </a:lnTo>
                  <a:lnTo>
                    <a:pt x="5124688" y="191617"/>
                  </a:lnTo>
                  <a:lnTo>
                    <a:pt x="5124806" y="191617"/>
                  </a:lnTo>
                  <a:lnTo>
                    <a:pt x="5124923" y="191617"/>
                  </a:lnTo>
                  <a:lnTo>
                    <a:pt x="5124923" y="191186"/>
                  </a:lnTo>
                  <a:lnTo>
                    <a:pt x="5125041" y="191186"/>
                  </a:lnTo>
                  <a:lnTo>
                    <a:pt x="5125159" y="191186"/>
                  </a:lnTo>
                  <a:lnTo>
                    <a:pt x="5125276" y="191186"/>
                  </a:lnTo>
                  <a:lnTo>
                    <a:pt x="5125394" y="191186"/>
                  </a:lnTo>
                  <a:lnTo>
                    <a:pt x="5125512" y="191186"/>
                  </a:lnTo>
                  <a:lnTo>
                    <a:pt x="5125629" y="191186"/>
                  </a:lnTo>
                  <a:lnTo>
                    <a:pt x="5125747" y="191186"/>
                  </a:lnTo>
                  <a:lnTo>
                    <a:pt x="5125864" y="191186"/>
                  </a:lnTo>
                  <a:lnTo>
                    <a:pt x="5125982" y="191186"/>
                  </a:lnTo>
                  <a:lnTo>
                    <a:pt x="5126100" y="191186"/>
                  </a:lnTo>
                  <a:lnTo>
                    <a:pt x="5126217" y="191186"/>
                  </a:lnTo>
                  <a:lnTo>
                    <a:pt x="5126335" y="191186"/>
                  </a:lnTo>
                  <a:lnTo>
                    <a:pt x="5126452" y="191186"/>
                  </a:lnTo>
                  <a:lnTo>
                    <a:pt x="5126570" y="191186"/>
                  </a:lnTo>
                  <a:lnTo>
                    <a:pt x="5126688" y="191186"/>
                  </a:lnTo>
                  <a:lnTo>
                    <a:pt x="5126805" y="191186"/>
                  </a:lnTo>
                  <a:lnTo>
                    <a:pt x="5126923" y="191186"/>
                  </a:lnTo>
                  <a:lnTo>
                    <a:pt x="5127041" y="191186"/>
                  </a:lnTo>
                  <a:lnTo>
                    <a:pt x="5127158" y="191186"/>
                  </a:lnTo>
                  <a:lnTo>
                    <a:pt x="5127276" y="191186"/>
                  </a:lnTo>
                  <a:lnTo>
                    <a:pt x="5127276" y="190755"/>
                  </a:lnTo>
                  <a:lnTo>
                    <a:pt x="5127393" y="190755"/>
                  </a:lnTo>
                  <a:lnTo>
                    <a:pt x="5127511" y="190755"/>
                  </a:lnTo>
                  <a:lnTo>
                    <a:pt x="5127629" y="190755"/>
                  </a:lnTo>
                  <a:lnTo>
                    <a:pt x="5127746" y="190755"/>
                  </a:lnTo>
                  <a:lnTo>
                    <a:pt x="5127864" y="190755"/>
                  </a:lnTo>
                  <a:lnTo>
                    <a:pt x="5127864" y="190325"/>
                  </a:lnTo>
                  <a:lnTo>
                    <a:pt x="5127981" y="190325"/>
                  </a:lnTo>
                  <a:lnTo>
                    <a:pt x="5128099" y="190325"/>
                  </a:lnTo>
                  <a:lnTo>
                    <a:pt x="5128217" y="190325"/>
                  </a:lnTo>
                  <a:lnTo>
                    <a:pt x="5128334" y="190325"/>
                  </a:lnTo>
                  <a:lnTo>
                    <a:pt x="5128452" y="190325"/>
                  </a:lnTo>
                  <a:lnTo>
                    <a:pt x="5128570" y="190325"/>
                  </a:lnTo>
                  <a:lnTo>
                    <a:pt x="5128687" y="190325"/>
                  </a:lnTo>
                  <a:lnTo>
                    <a:pt x="5128805" y="190325"/>
                  </a:lnTo>
                  <a:lnTo>
                    <a:pt x="5128922" y="190325"/>
                  </a:lnTo>
                  <a:lnTo>
                    <a:pt x="5129040" y="190325"/>
                  </a:lnTo>
                  <a:lnTo>
                    <a:pt x="5129158" y="190325"/>
                  </a:lnTo>
                  <a:lnTo>
                    <a:pt x="5129275" y="190325"/>
                  </a:lnTo>
                  <a:lnTo>
                    <a:pt x="5129393" y="190325"/>
                  </a:lnTo>
                  <a:lnTo>
                    <a:pt x="5129510" y="190325"/>
                  </a:lnTo>
                  <a:lnTo>
                    <a:pt x="5129628" y="190325"/>
                  </a:lnTo>
                  <a:lnTo>
                    <a:pt x="5129746" y="190325"/>
                  </a:lnTo>
                  <a:lnTo>
                    <a:pt x="5129863" y="190325"/>
                  </a:lnTo>
                  <a:lnTo>
                    <a:pt x="5129863" y="189894"/>
                  </a:lnTo>
                  <a:lnTo>
                    <a:pt x="5129981" y="189894"/>
                  </a:lnTo>
                  <a:lnTo>
                    <a:pt x="5130099" y="189894"/>
                  </a:lnTo>
                  <a:lnTo>
                    <a:pt x="5130216" y="189894"/>
                  </a:lnTo>
                  <a:lnTo>
                    <a:pt x="5130334" y="189894"/>
                  </a:lnTo>
                  <a:lnTo>
                    <a:pt x="5130451" y="189894"/>
                  </a:lnTo>
                  <a:lnTo>
                    <a:pt x="5130569" y="189894"/>
                  </a:lnTo>
                  <a:lnTo>
                    <a:pt x="5130569" y="189464"/>
                  </a:lnTo>
                  <a:lnTo>
                    <a:pt x="5130687" y="189464"/>
                  </a:lnTo>
                  <a:lnTo>
                    <a:pt x="5130804" y="189464"/>
                  </a:lnTo>
                  <a:lnTo>
                    <a:pt x="5130922" y="189464"/>
                  </a:lnTo>
                  <a:lnTo>
                    <a:pt x="5131039" y="189464"/>
                  </a:lnTo>
                  <a:lnTo>
                    <a:pt x="5131157" y="189464"/>
                  </a:lnTo>
                  <a:lnTo>
                    <a:pt x="5131275" y="189464"/>
                  </a:lnTo>
                  <a:lnTo>
                    <a:pt x="5131275" y="189033"/>
                  </a:lnTo>
                  <a:lnTo>
                    <a:pt x="5131392" y="189033"/>
                  </a:lnTo>
                  <a:lnTo>
                    <a:pt x="5131510" y="189033"/>
                  </a:lnTo>
                  <a:lnTo>
                    <a:pt x="5131627" y="189033"/>
                  </a:lnTo>
                  <a:lnTo>
                    <a:pt x="5131745" y="189033"/>
                  </a:lnTo>
                  <a:lnTo>
                    <a:pt x="5131863" y="189033"/>
                  </a:lnTo>
                  <a:lnTo>
                    <a:pt x="5131980" y="189033"/>
                  </a:lnTo>
                  <a:lnTo>
                    <a:pt x="5132098" y="189033"/>
                  </a:lnTo>
                  <a:lnTo>
                    <a:pt x="5132216" y="189033"/>
                  </a:lnTo>
                  <a:lnTo>
                    <a:pt x="5132333" y="189033"/>
                  </a:lnTo>
                  <a:lnTo>
                    <a:pt x="5132451" y="189033"/>
                  </a:lnTo>
                  <a:lnTo>
                    <a:pt x="5132568" y="189033"/>
                  </a:lnTo>
                  <a:lnTo>
                    <a:pt x="5132686" y="189033"/>
                  </a:lnTo>
                  <a:lnTo>
                    <a:pt x="5132804" y="189033"/>
                  </a:lnTo>
                  <a:lnTo>
                    <a:pt x="5132921" y="189033"/>
                  </a:lnTo>
                  <a:lnTo>
                    <a:pt x="5133039" y="189033"/>
                  </a:lnTo>
                  <a:lnTo>
                    <a:pt x="5133156" y="189033"/>
                  </a:lnTo>
                  <a:lnTo>
                    <a:pt x="5133274" y="189033"/>
                  </a:lnTo>
                  <a:lnTo>
                    <a:pt x="5133392" y="189033"/>
                  </a:lnTo>
                  <a:lnTo>
                    <a:pt x="5133509" y="189033"/>
                  </a:lnTo>
                  <a:lnTo>
                    <a:pt x="5133627" y="189033"/>
                  </a:lnTo>
                  <a:lnTo>
                    <a:pt x="5133745" y="189033"/>
                  </a:lnTo>
                  <a:lnTo>
                    <a:pt x="5133862" y="189033"/>
                  </a:lnTo>
                  <a:lnTo>
                    <a:pt x="5133980" y="189033"/>
                  </a:lnTo>
                  <a:lnTo>
                    <a:pt x="5134097" y="189033"/>
                  </a:lnTo>
                  <a:lnTo>
                    <a:pt x="5134215" y="189033"/>
                  </a:lnTo>
                  <a:lnTo>
                    <a:pt x="5134333" y="189033"/>
                  </a:lnTo>
                  <a:lnTo>
                    <a:pt x="5134450" y="189033"/>
                  </a:lnTo>
                  <a:lnTo>
                    <a:pt x="5134568" y="189033"/>
                  </a:lnTo>
                  <a:lnTo>
                    <a:pt x="5134685" y="189033"/>
                  </a:lnTo>
                  <a:lnTo>
                    <a:pt x="5134803" y="189033"/>
                  </a:lnTo>
                  <a:lnTo>
                    <a:pt x="5134921" y="189033"/>
                  </a:lnTo>
                  <a:lnTo>
                    <a:pt x="5135038" y="189033"/>
                  </a:lnTo>
                  <a:lnTo>
                    <a:pt x="5135156" y="189033"/>
                  </a:lnTo>
                  <a:lnTo>
                    <a:pt x="5135156" y="188602"/>
                  </a:lnTo>
                  <a:lnTo>
                    <a:pt x="5135274" y="188602"/>
                  </a:lnTo>
                  <a:lnTo>
                    <a:pt x="5135391" y="188602"/>
                  </a:lnTo>
                  <a:lnTo>
                    <a:pt x="5135509" y="188602"/>
                  </a:lnTo>
                  <a:lnTo>
                    <a:pt x="5135626" y="188602"/>
                  </a:lnTo>
                  <a:lnTo>
                    <a:pt x="5135744" y="188602"/>
                  </a:lnTo>
                  <a:lnTo>
                    <a:pt x="5135862" y="188602"/>
                  </a:lnTo>
                  <a:lnTo>
                    <a:pt x="5135979" y="188602"/>
                  </a:lnTo>
                  <a:lnTo>
                    <a:pt x="5136097" y="188602"/>
                  </a:lnTo>
                  <a:lnTo>
                    <a:pt x="5136214" y="188602"/>
                  </a:lnTo>
                  <a:lnTo>
                    <a:pt x="5136332" y="188602"/>
                  </a:lnTo>
                  <a:lnTo>
                    <a:pt x="5136450" y="188602"/>
                  </a:lnTo>
                  <a:lnTo>
                    <a:pt x="5136567" y="188602"/>
                  </a:lnTo>
                  <a:lnTo>
                    <a:pt x="5136685" y="188602"/>
                  </a:lnTo>
                  <a:lnTo>
                    <a:pt x="5136803" y="188602"/>
                  </a:lnTo>
                  <a:lnTo>
                    <a:pt x="5136920" y="188602"/>
                  </a:lnTo>
                  <a:lnTo>
                    <a:pt x="5137038" y="188602"/>
                  </a:lnTo>
                  <a:lnTo>
                    <a:pt x="5137155" y="188602"/>
                  </a:lnTo>
                  <a:lnTo>
                    <a:pt x="5137273" y="188602"/>
                  </a:lnTo>
                  <a:lnTo>
                    <a:pt x="5137391" y="188602"/>
                  </a:lnTo>
                  <a:lnTo>
                    <a:pt x="5137508" y="188602"/>
                  </a:lnTo>
                  <a:lnTo>
                    <a:pt x="5137626" y="188602"/>
                  </a:lnTo>
                  <a:lnTo>
                    <a:pt x="5137743" y="188602"/>
                  </a:lnTo>
                  <a:lnTo>
                    <a:pt x="5137861" y="188602"/>
                  </a:lnTo>
                  <a:lnTo>
                    <a:pt x="5137979" y="188602"/>
                  </a:lnTo>
                  <a:lnTo>
                    <a:pt x="5138096" y="188602"/>
                  </a:lnTo>
                  <a:lnTo>
                    <a:pt x="5138214" y="188602"/>
                  </a:lnTo>
                  <a:lnTo>
                    <a:pt x="5138332" y="188602"/>
                  </a:lnTo>
                  <a:lnTo>
                    <a:pt x="5138449" y="188602"/>
                  </a:lnTo>
                  <a:lnTo>
                    <a:pt x="5138567" y="188602"/>
                  </a:lnTo>
                  <a:lnTo>
                    <a:pt x="5138684" y="188602"/>
                  </a:lnTo>
                  <a:lnTo>
                    <a:pt x="5138802" y="188602"/>
                  </a:lnTo>
                  <a:lnTo>
                    <a:pt x="5138802" y="188172"/>
                  </a:lnTo>
                  <a:lnTo>
                    <a:pt x="5138920" y="188172"/>
                  </a:lnTo>
                  <a:lnTo>
                    <a:pt x="5139037" y="188172"/>
                  </a:lnTo>
                  <a:lnTo>
                    <a:pt x="5139037" y="187741"/>
                  </a:lnTo>
                  <a:lnTo>
                    <a:pt x="5139155" y="187741"/>
                  </a:lnTo>
                  <a:lnTo>
                    <a:pt x="5139272" y="187741"/>
                  </a:lnTo>
                  <a:lnTo>
                    <a:pt x="5139390" y="187741"/>
                  </a:lnTo>
                  <a:lnTo>
                    <a:pt x="5139508" y="187741"/>
                  </a:lnTo>
                  <a:lnTo>
                    <a:pt x="5139508" y="187311"/>
                  </a:lnTo>
                  <a:lnTo>
                    <a:pt x="5139625" y="187311"/>
                  </a:lnTo>
                  <a:lnTo>
                    <a:pt x="5139743" y="187311"/>
                  </a:lnTo>
                  <a:lnTo>
                    <a:pt x="5139860" y="187311"/>
                  </a:lnTo>
                  <a:lnTo>
                    <a:pt x="5139978" y="187311"/>
                  </a:lnTo>
                  <a:lnTo>
                    <a:pt x="5140096" y="187311"/>
                  </a:lnTo>
                  <a:lnTo>
                    <a:pt x="5140213" y="187311"/>
                  </a:lnTo>
                  <a:lnTo>
                    <a:pt x="5140213" y="186880"/>
                  </a:lnTo>
                  <a:lnTo>
                    <a:pt x="5140331" y="186880"/>
                  </a:lnTo>
                  <a:lnTo>
                    <a:pt x="5140449" y="186880"/>
                  </a:lnTo>
                  <a:lnTo>
                    <a:pt x="5140566" y="186880"/>
                  </a:lnTo>
                  <a:lnTo>
                    <a:pt x="5140684" y="186880"/>
                  </a:lnTo>
                  <a:lnTo>
                    <a:pt x="5140801" y="186880"/>
                  </a:lnTo>
                  <a:lnTo>
                    <a:pt x="5140919" y="186880"/>
                  </a:lnTo>
                  <a:lnTo>
                    <a:pt x="5140919" y="186449"/>
                  </a:lnTo>
                  <a:lnTo>
                    <a:pt x="5141037" y="186449"/>
                  </a:lnTo>
                  <a:lnTo>
                    <a:pt x="5141154" y="186449"/>
                  </a:lnTo>
                  <a:lnTo>
                    <a:pt x="5141272" y="186449"/>
                  </a:lnTo>
                  <a:lnTo>
                    <a:pt x="5141389" y="186449"/>
                  </a:lnTo>
                  <a:lnTo>
                    <a:pt x="5141507" y="186449"/>
                  </a:lnTo>
                  <a:lnTo>
                    <a:pt x="5141625" y="186449"/>
                  </a:lnTo>
                  <a:lnTo>
                    <a:pt x="5141742" y="186449"/>
                  </a:lnTo>
                  <a:lnTo>
                    <a:pt x="5141860" y="186449"/>
                  </a:lnTo>
                  <a:lnTo>
                    <a:pt x="5141978" y="186449"/>
                  </a:lnTo>
                  <a:lnTo>
                    <a:pt x="5142095" y="186449"/>
                  </a:lnTo>
                  <a:lnTo>
                    <a:pt x="5142213" y="186449"/>
                  </a:lnTo>
                  <a:lnTo>
                    <a:pt x="5142330" y="186449"/>
                  </a:lnTo>
                  <a:lnTo>
                    <a:pt x="5142448" y="186449"/>
                  </a:lnTo>
                  <a:lnTo>
                    <a:pt x="5142566" y="186449"/>
                  </a:lnTo>
                  <a:lnTo>
                    <a:pt x="5142683" y="186449"/>
                  </a:lnTo>
                  <a:lnTo>
                    <a:pt x="5142683" y="186019"/>
                  </a:lnTo>
                  <a:lnTo>
                    <a:pt x="5142801" y="186019"/>
                  </a:lnTo>
                  <a:lnTo>
                    <a:pt x="5142918" y="186019"/>
                  </a:lnTo>
                  <a:lnTo>
                    <a:pt x="5143036" y="186019"/>
                  </a:lnTo>
                  <a:lnTo>
                    <a:pt x="5143154" y="186019"/>
                  </a:lnTo>
                  <a:lnTo>
                    <a:pt x="5143271" y="186019"/>
                  </a:lnTo>
                  <a:lnTo>
                    <a:pt x="5143389" y="186019"/>
                  </a:lnTo>
                  <a:lnTo>
                    <a:pt x="5143507" y="186019"/>
                  </a:lnTo>
                  <a:lnTo>
                    <a:pt x="5143624" y="186019"/>
                  </a:lnTo>
                  <a:lnTo>
                    <a:pt x="5143742" y="186019"/>
                  </a:lnTo>
                  <a:lnTo>
                    <a:pt x="5143859" y="186019"/>
                  </a:lnTo>
                  <a:lnTo>
                    <a:pt x="5143977" y="186019"/>
                  </a:lnTo>
                  <a:lnTo>
                    <a:pt x="5144095" y="186019"/>
                  </a:lnTo>
                  <a:lnTo>
                    <a:pt x="5144212" y="186019"/>
                  </a:lnTo>
                  <a:lnTo>
                    <a:pt x="5144330" y="186019"/>
                  </a:lnTo>
                  <a:lnTo>
                    <a:pt x="5144447" y="186019"/>
                  </a:lnTo>
                  <a:lnTo>
                    <a:pt x="5144565" y="186019"/>
                  </a:lnTo>
                  <a:lnTo>
                    <a:pt x="5144683" y="186019"/>
                  </a:lnTo>
                  <a:lnTo>
                    <a:pt x="5144800" y="186019"/>
                  </a:lnTo>
                  <a:lnTo>
                    <a:pt x="5144918" y="186019"/>
                  </a:lnTo>
                  <a:lnTo>
                    <a:pt x="5145036" y="186019"/>
                  </a:lnTo>
                  <a:lnTo>
                    <a:pt x="5145153" y="186019"/>
                  </a:lnTo>
                  <a:lnTo>
                    <a:pt x="5145271" y="186019"/>
                  </a:lnTo>
                  <a:lnTo>
                    <a:pt x="5145271" y="185588"/>
                  </a:lnTo>
                  <a:lnTo>
                    <a:pt x="5145388" y="185588"/>
                  </a:lnTo>
                  <a:lnTo>
                    <a:pt x="5145506" y="185588"/>
                  </a:lnTo>
                  <a:lnTo>
                    <a:pt x="5145624" y="185588"/>
                  </a:lnTo>
                  <a:lnTo>
                    <a:pt x="5145741" y="185588"/>
                  </a:lnTo>
                  <a:lnTo>
                    <a:pt x="5145741" y="185158"/>
                  </a:lnTo>
                  <a:lnTo>
                    <a:pt x="5145859" y="185158"/>
                  </a:lnTo>
                  <a:lnTo>
                    <a:pt x="5145976" y="185158"/>
                  </a:lnTo>
                  <a:lnTo>
                    <a:pt x="5146094" y="185158"/>
                  </a:lnTo>
                  <a:lnTo>
                    <a:pt x="5146212" y="185158"/>
                  </a:lnTo>
                  <a:lnTo>
                    <a:pt x="5146329" y="185158"/>
                  </a:lnTo>
                  <a:lnTo>
                    <a:pt x="5146447" y="185158"/>
                  </a:lnTo>
                  <a:lnTo>
                    <a:pt x="5146565" y="185158"/>
                  </a:lnTo>
                  <a:lnTo>
                    <a:pt x="5146682" y="185158"/>
                  </a:lnTo>
                  <a:lnTo>
                    <a:pt x="5146800" y="185158"/>
                  </a:lnTo>
                  <a:lnTo>
                    <a:pt x="5146917" y="185158"/>
                  </a:lnTo>
                  <a:lnTo>
                    <a:pt x="5147035" y="185158"/>
                  </a:lnTo>
                  <a:lnTo>
                    <a:pt x="5147153" y="185158"/>
                  </a:lnTo>
                  <a:lnTo>
                    <a:pt x="5147270" y="185158"/>
                  </a:lnTo>
                  <a:lnTo>
                    <a:pt x="5147388" y="185158"/>
                  </a:lnTo>
                  <a:lnTo>
                    <a:pt x="5147505" y="185158"/>
                  </a:lnTo>
                  <a:lnTo>
                    <a:pt x="5147623" y="185158"/>
                  </a:lnTo>
                  <a:lnTo>
                    <a:pt x="5147741" y="185158"/>
                  </a:lnTo>
                  <a:lnTo>
                    <a:pt x="5147858" y="185158"/>
                  </a:lnTo>
                  <a:lnTo>
                    <a:pt x="5147976" y="185158"/>
                  </a:lnTo>
                  <a:lnTo>
                    <a:pt x="5148093" y="185158"/>
                  </a:lnTo>
                  <a:lnTo>
                    <a:pt x="5148211" y="185158"/>
                  </a:lnTo>
                  <a:lnTo>
                    <a:pt x="5148329" y="185158"/>
                  </a:lnTo>
                  <a:lnTo>
                    <a:pt x="5148446" y="185158"/>
                  </a:lnTo>
                  <a:lnTo>
                    <a:pt x="5148564" y="185158"/>
                  </a:lnTo>
                  <a:lnTo>
                    <a:pt x="5148564" y="184727"/>
                  </a:lnTo>
                  <a:lnTo>
                    <a:pt x="5148682" y="184727"/>
                  </a:lnTo>
                  <a:lnTo>
                    <a:pt x="5148799" y="184727"/>
                  </a:lnTo>
                  <a:lnTo>
                    <a:pt x="5148917" y="184727"/>
                  </a:lnTo>
                  <a:lnTo>
                    <a:pt x="5149034" y="184727"/>
                  </a:lnTo>
                  <a:lnTo>
                    <a:pt x="5149152" y="184727"/>
                  </a:lnTo>
                  <a:lnTo>
                    <a:pt x="5149270" y="184727"/>
                  </a:lnTo>
                  <a:lnTo>
                    <a:pt x="5149387" y="184727"/>
                  </a:lnTo>
                  <a:lnTo>
                    <a:pt x="5149505" y="184727"/>
                  </a:lnTo>
                  <a:lnTo>
                    <a:pt x="5149622" y="184727"/>
                  </a:lnTo>
                  <a:lnTo>
                    <a:pt x="5149740" y="184727"/>
                  </a:lnTo>
                  <a:lnTo>
                    <a:pt x="5149858" y="184727"/>
                  </a:lnTo>
                  <a:lnTo>
                    <a:pt x="5149975" y="184727"/>
                  </a:lnTo>
                  <a:lnTo>
                    <a:pt x="5150093" y="184727"/>
                  </a:lnTo>
                  <a:lnTo>
                    <a:pt x="5150211" y="184727"/>
                  </a:lnTo>
                  <a:lnTo>
                    <a:pt x="5150328" y="184727"/>
                  </a:lnTo>
                  <a:lnTo>
                    <a:pt x="5150446" y="184727"/>
                  </a:lnTo>
                  <a:lnTo>
                    <a:pt x="5150563" y="184727"/>
                  </a:lnTo>
                  <a:lnTo>
                    <a:pt x="5150681" y="184727"/>
                  </a:lnTo>
                  <a:lnTo>
                    <a:pt x="5150681" y="184296"/>
                  </a:lnTo>
                  <a:lnTo>
                    <a:pt x="5150799" y="184296"/>
                  </a:lnTo>
                  <a:lnTo>
                    <a:pt x="5150916" y="184296"/>
                  </a:lnTo>
                  <a:lnTo>
                    <a:pt x="5151034" y="184296"/>
                  </a:lnTo>
                  <a:lnTo>
                    <a:pt x="5151151" y="184296"/>
                  </a:lnTo>
                  <a:lnTo>
                    <a:pt x="5151269" y="184296"/>
                  </a:lnTo>
                  <a:lnTo>
                    <a:pt x="5151387" y="184296"/>
                  </a:lnTo>
                  <a:lnTo>
                    <a:pt x="5151504" y="184296"/>
                  </a:lnTo>
                  <a:lnTo>
                    <a:pt x="5151622" y="184296"/>
                  </a:lnTo>
                  <a:lnTo>
                    <a:pt x="5151740" y="184296"/>
                  </a:lnTo>
                  <a:lnTo>
                    <a:pt x="5151857" y="184296"/>
                  </a:lnTo>
                  <a:lnTo>
                    <a:pt x="5151975" y="184296"/>
                  </a:lnTo>
                  <a:lnTo>
                    <a:pt x="5152092" y="184296"/>
                  </a:lnTo>
                  <a:lnTo>
                    <a:pt x="5152210" y="184296"/>
                  </a:lnTo>
                  <a:lnTo>
                    <a:pt x="5152328" y="184296"/>
                  </a:lnTo>
                  <a:lnTo>
                    <a:pt x="5152445" y="184296"/>
                  </a:lnTo>
                  <a:lnTo>
                    <a:pt x="5152563" y="184296"/>
                  </a:lnTo>
                  <a:lnTo>
                    <a:pt x="5152680" y="184296"/>
                  </a:lnTo>
                  <a:lnTo>
                    <a:pt x="5152798" y="184296"/>
                  </a:lnTo>
                  <a:lnTo>
                    <a:pt x="5152916" y="184296"/>
                  </a:lnTo>
                  <a:lnTo>
                    <a:pt x="5153033" y="184296"/>
                  </a:lnTo>
                  <a:lnTo>
                    <a:pt x="5153151" y="184296"/>
                  </a:lnTo>
                  <a:lnTo>
                    <a:pt x="5153269" y="184296"/>
                  </a:lnTo>
                  <a:lnTo>
                    <a:pt x="5153386" y="184296"/>
                  </a:lnTo>
                  <a:lnTo>
                    <a:pt x="5153504" y="184296"/>
                  </a:lnTo>
                  <a:lnTo>
                    <a:pt x="5153621" y="184296"/>
                  </a:lnTo>
                  <a:lnTo>
                    <a:pt x="5153739" y="184296"/>
                  </a:lnTo>
                  <a:lnTo>
                    <a:pt x="5153857" y="184296"/>
                  </a:lnTo>
                  <a:lnTo>
                    <a:pt x="5153974" y="184296"/>
                  </a:lnTo>
                  <a:lnTo>
                    <a:pt x="5154092" y="184296"/>
                  </a:lnTo>
                  <a:lnTo>
                    <a:pt x="5154209" y="184296"/>
                  </a:lnTo>
                  <a:lnTo>
                    <a:pt x="5154327" y="184296"/>
                  </a:lnTo>
                  <a:lnTo>
                    <a:pt x="5154445" y="184296"/>
                  </a:lnTo>
                  <a:lnTo>
                    <a:pt x="5154562" y="184296"/>
                  </a:lnTo>
                  <a:lnTo>
                    <a:pt x="5154680" y="184296"/>
                  </a:lnTo>
                  <a:lnTo>
                    <a:pt x="5154798" y="184296"/>
                  </a:lnTo>
                  <a:lnTo>
                    <a:pt x="5154915" y="184296"/>
                  </a:lnTo>
                  <a:lnTo>
                    <a:pt x="5155033" y="184296"/>
                  </a:lnTo>
                  <a:lnTo>
                    <a:pt x="5155150" y="184296"/>
                  </a:lnTo>
                  <a:lnTo>
                    <a:pt x="5155268" y="184296"/>
                  </a:lnTo>
                  <a:lnTo>
                    <a:pt x="5155386" y="184296"/>
                  </a:lnTo>
                  <a:lnTo>
                    <a:pt x="5155503" y="184296"/>
                  </a:lnTo>
                  <a:lnTo>
                    <a:pt x="5155621" y="184296"/>
                  </a:lnTo>
                  <a:lnTo>
                    <a:pt x="5155738" y="184296"/>
                  </a:lnTo>
                  <a:lnTo>
                    <a:pt x="5155856" y="184296"/>
                  </a:lnTo>
                  <a:lnTo>
                    <a:pt x="5155974" y="184296"/>
                  </a:lnTo>
                  <a:lnTo>
                    <a:pt x="5156091" y="184296"/>
                  </a:lnTo>
                  <a:lnTo>
                    <a:pt x="5156209" y="184296"/>
                  </a:lnTo>
                  <a:lnTo>
                    <a:pt x="5156326" y="184296"/>
                  </a:lnTo>
                  <a:lnTo>
                    <a:pt x="5156444" y="184296"/>
                  </a:lnTo>
                  <a:lnTo>
                    <a:pt x="5156562" y="184296"/>
                  </a:lnTo>
                  <a:lnTo>
                    <a:pt x="5156679" y="184296"/>
                  </a:lnTo>
                  <a:lnTo>
                    <a:pt x="5156797" y="184296"/>
                  </a:lnTo>
                  <a:lnTo>
                    <a:pt x="5156915" y="184296"/>
                  </a:lnTo>
                  <a:lnTo>
                    <a:pt x="5157032" y="184296"/>
                  </a:lnTo>
                  <a:lnTo>
                    <a:pt x="5157150" y="184296"/>
                  </a:lnTo>
                  <a:lnTo>
                    <a:pt x="5157150" y="183866"/>
                  </a:lnTo>
                  <a:lnTo>
                    <a:pt x="5157267" y="183866"/>
                  </a:lnTo>
                  <a:lnTo>
                    <a:pt x="5157385" y="183866"/>
                  </a:lnTo>
                  <a:lnTo>
                    <a:pt x="5157503" y="183866"/>
                  </a:lnTo>
                  <a:lnTo>
                    <a:pt x="5157620" y="183866"/>
                  </a:lnTo>
                  <a:lnTo>
                    <a:pt x="5157738" y="183866"/>
                  </a:lnTo>
                  <a:lnTo>
                    <a:pt x="5157855" y="183866"/>
                  </a:lnTo>
                  <a:lnTo>
                    <a:pt x="5157973" y="183866"/>
                  </a:lnTo>
                  <a:lnTo>
                    <a:pt x="5158091" y="183866"/>
                  </a:lnTo>
                  <a:lnTo>
                    <a:pt x="5158208" y="183866"/>
                  </a:lnTo>
                  <a:lnTo>
                    <a:pt x="5158326" y="183866"/>
                  </a:lnTo>
                  <a:lnTo>
                    <a:pt x="5158444" y="183866"/>
                  </a:lnTo>
                  <a:lnTo>
                    <a:pt x="5158561" y="183866"/>
                  </a:lnTo>
                  <a:lnTo>
                    <a:pt x="5158679" y="183866"/>
                  </a:lnTo>
                  <a:lnTo>
                    <a:pt x="5158796" y="183866"/>
                  </a:lnTo>
                  <a:lnTo>
                    <a:pt x="5158914" y="183866"/>
                  </a:lnTo>
                  <a:lnTo>
                    <a:pt x="5159032" y="183866"/>
                  </a:lnTo>
                  <a:lnTo>
                    <a:pt x="5159149" y="183866"/>
                  </a:lnTo>
                  <a:lnTo>
                    <a:pt x="5159267" y="183866"/>
                  </a:lnTo>
                  <a:lnTo>
                    <a:pt x="5159384" y="183866"/>
                  </a:lnTo>
                  <a:lnTo>
                    <a:pt x="5159502" y="183866"/>
                  </a:lnTo>
                  <a:lnTo>
                    <a:pt x="5159620" y="183866"/>
                  </a:lnTo>
                  <a:lnTo>
                    <a:pt x="5159737" y="183866"/>
                  </a:lnTo>
                  <a:lnTo>
                    <a:pt x="5159855" y="183866"/>
                  </a:lnTo>
                  <a:lnTo>
                    <a:pt x="5159973" y="183866"/>
                  </a:lnTo>
                  <a:lnTo>
                    <a:pt x="5160090" y="183866"/>
                  </a:lnTo>
                  <a:lnTo>
                    <a:pt x="5160208" y="183866"/>
                  </a:lnTo>
                  <a:lnTo>
                    <a:pt x="5160325" y="183866"/>
                  </a:lnTo>
                  <a:lnTo>
                    <a:pt x="5160443" y="183866"/>
                  </a:lnTo>
                  <a:lnTo>
                    <a:pt x="5160561" y="183866"/>
                  </a:lnTo>
                  <a:lnTo>
                    <a:pt x="5160678" y="183866"/>
                  </a:lnTo>
                  <a:lnTo>
                    <a:pt x="5160796" y="183866"/>
                  </a:lnTo>
                  <a:lnTo>
                    <a:pt x="5160913" y="183866"/>
                  </a:lnTo>
                  <a:lnTo>
                    <a:pt x="5161031" y="183866"/>
                  </a:lnTo>
                  <a:lnTo>
                    <a:pt x="5161149" y="183866"/>
                  </a:lnTo>
                  <a:lnTo>
                    <a:pt x="5161266" y="183866"/>
                  </a:lnTo>
                  <a:lnTo>
                    <a:pt x="5161266" y="183435"/>
                  </a:lnTo>
                  <a:lnTo>
                    <a:pt x="5161384" y="183435"/>
                  </a:lnTo>
                  <a:lnTo>
                    <a:pt x="5161502" y="183435"/>
                  </a:lnTo>
                  <a:lnTo>
                    <a:pt x="5161619" y="183435"/>
                  </a:lnTo>
                  <a:lnTo>
                    <a:pt x="5161737" y="183435"/>
                  </a:lnTo>
                  <a:lnTo>
                    <a:pt x="5161854" y="183435"/>
                  </a:lnTo>
                  <a:lnTo>
                    <a:pt x="5161972" y="183435"/>
                  </a:lnTo>
                  <a:lnTo>
                    <a:pt x="5162090" y="183435"/>
                  </a:lnTo>
                  <a:lnTo>
                    <a:pt x="5162207" y="183435"/>
                  </a:lnTo>
                  <a:lnTo>
                    <a:pt x="5162325" y="183435"/>
                  </a:lnTo>
                  <a:lnTo>
                    <a:pt x="5162442" y="183435"/>
                  </a:lnTo>
                  <a:lnTo>
                    <a:pt x="5162560" y="183435"/>
                  </a:lnTo>
                  <a:lnTo>
                    <a:pt x="5162678" y="183435"/>
                  </a:lnTo>
                  <a:lnTo>
                    <a:pt x="5162795" y="183435"/>
                  </a:lnTo>
                  <a:lnTo>
                    <a:pt x="5162913" y="183435"/>
                  </a:lnTo>
                  <a:lnTo>
                    <a:pt x="5163031" y="183435"/>
                  </a:lnTo>
                  <a:lnTo>
                    <a:pt x="5163148" y="183435"/>
                  </a:lnTo>
                  <a:lnTo>
                    <a:pt x="5163266" y="183435"/>
                  </a:lnTo>
                  <a:lnTo>
                    <a:pt x="5163383" y="183435"/>
                  </a:lnTo>
                  <a:lnTo>
                    <a:pt x="5163501" y="183435"/>
                  </a:lnTo>
                  <a:lnTo>
                    <a:pt x="5163619" y="183435"/>
                  </a:lnTo>
                  <a:lnTo>
                    <a:pt x="5163736" y="183435"/>
                  </a:lnTo>
                  <a:lnTo>
                    <a:pt x="5163854" y="183435"/>
                  </a:lnTo>
                  <a:lnTo>
                    <a:pt x="5163971" y="183435"/>
                  </a:lnTo>
                  <a:lnTo>
                    <a:pt x="5164089" y="183435"/>
                  </a:lnTo>
                  <a:lnTo>
                    <a:pt x="5164207" y="183435"/>
                  </a:lnTo>
                  <a:lnTo>
                    <a:pt x="5164324" y="183435"/>
                  </a:lnTo>
                  <a:lnTo>
                    <a:pt x="5164442" y="183435"/>
                  </a:lnTo>
                  <a:lnTo>
                    <a:pt x="5164559" y="183435"/>
                  </a:lnTo>
                  <a:lnTo>
                    <a:pt x="5164677" y="183435"/>
                  </a:lnTo>
                  <a:lnTo>
                    <a:pt x="5164795" y="183435"/>
                  </a:lnTo>
                  <a:lnTo>
                    <a:pt x="5164795" y="183005"/>
                  </a:lnTo>
                  <a:lnTo>
                    <a:pt x="5164912" y="183005"/>
                  </a:lnTo>
                  <a:lnTo>
                    <a:pt x="5165030" y="183005"/>
                  </a:lnTo>
                  <a:lnTo>
                    <a:pt x="5165148" y="183005"/>
                  </a:lnTo>
                  <a:lnTo>
                    <a:pt x="5165265" y="183005"/>
                  </a:lnTo>
                  <a:lnTo>
                    <a:pt x="5165383" y="183005"/>
                  </a:lnTo>
                  <a:lnTo>
                    <a:pt x="5165500" y="183005"/>
                  </a:lnTo>
                  <a:lnTo>
                    <a:pt x="5165618" y="183005"/>
                  </a:lnTo>
                  <a:lnTo>
                    <a:pt x="5165736" y="183005"/>
                  </a:lnTo>
                  <a:lnTo>
                    <a:pt x="5165853" y="183005"/>
                  </a:lnTo>
                  <a:lnTo>
                    <a:pt x="5165971" y="183005"/>
                  </a:lnTo>
                  <a:lnTo>
                    <a:pt x="5166088" y="183005"/>
                  </a:lnTo>
                  <a:lnTo>
                    <a:pt x="5166206" y="183005"/>
                  </a:lnTo>
                  <a:lnTo>
                    <a:pt x="5166324" y="183005"/>
                  </a:lnTo>
                  <a:lnTo>
                    <a:pt x="5166441" y="183005"/>
                  </a:lnTo>
                  <a:lnTo>
                    <a:pt x="5166559" y="183005"/>
                  </a:lnTo>
                  <a:lnTo>
                    <a:pt x="5166677" y="183005"/>
                  </a:lnTo>
                  <a:lnTo>
                    <a:pt x="5166794" y="183005"/>
                  </a:lnTo>
                  <a:lnTo>
                    <a:pt x="5166794" y="182574"/>
                  </a:lnTo>
                  <a:lnTo>
                    <a:pt x="5166912" y="182574"/>
                  </a:lnTo>
                  <a:lnTo>
                    <a:pt x="5167029" y="182574"/>
                  </a:lnTo>
                  <a:lnTo>
                    <a:pt x="5167147" y="182574"/>
                  </a:lnTo>
                  <a:lnTo>
                    <a:pt x="5167265" y="182574"/>
                  </a:lnTo>
                  <a:lnTo>
                    <a:pt x="5167382" y="182574"/>
                  </a:lnTo>
                  <a:lnTo>
                    <a:pt x="5167500" y="182574"/>
                  </a:lnTo>
                  <a:lnTo>
                    <a:pt x="5167617" y="182574"/>
                  </a:lnTo>
                  <a:lnTo>
                    <a:pt x="5167735" y="182574"/>
                  </a:lnTo>
                  <a:lnTo>
                    <a:pt x="5167853" y="182574"/>
                  </a:lnTo>
                  <a:lnTo>
                    <a:pt x="5167970" y="182574"/>
                  </a:lnTo>
                  <a:lnTo>
                    <a:pt x="5168088" y="182574"/>
                  </a:lnTo>
                  <a:lnTo>
                    <a:pt x="5168206" y="182574"/>
                  </a:lnTo>
                  <a:lnTo>
                    <a:pt x="5168323" y="182574"/>
                  </a:lnTo>
                  <a:lnTo>
                    <a:pt x="5168441" y="182574"/>
                  </a:lnTo>
                  <a:lnTo>
                    <a:pt x="5168558" y="182574"/>
                  </a:lnTo>
                  <a:lnTo>
                    <a:pt x="5168676" y="182574"/>
                  </a:lnTo>
                  <a:lnTo>
                    <a:pt x="5168794" y="182574"/>
                  </a:lnTo>
                  <a:lnTo>
                    <a:pt x="5168911" y="182574"/>
                  </a:lnTo>
                  <a:lnTo>
                    <a:pt x="5169029" y="182574"/>
                  </a:lnTo>
                  <a:lnTo>
                    <a:pt x="5169146" y="182574"/>
                  </a:lnTo>
                  <a:lnTo>
                    <a:pt x="5169264" y="182574"/>
                  </a:lnTo>
                  <a:lnTo>
                    <a:pt x="5169382" y="182574"/>
                  </a:lnTo>
                  <a:lnTo>
                    <a:pt x="5169499" y="182574"/>
                  </a:lnTo>
                  <a:lnTo>
                    <a:pt x="5169617" y="182574"/>
                  </a:lnTo>
                  <a:lnTo>
                    <a:pt x="5169735" y="182574"/>
                  </a:lnTo>
                  <a:lnTo>
                    <a:pt x="5169852" y="182574"/>
                  </a:lnTo>
                  <a:lnTo>
                    <a:pt x="5169970" y="182574"/>
                  </a:lnTo>
                  <a:lnTo>
                    <a:pt x="5170087" y="182574"/>
                  </a:lnTo>
                  <a:lnTo>
                    <a:pt x="5170205" y="182574"/>
                  </a:lnTo>
                  <a:lnTo>
                    <a:pt x="5170323" y="182574"/>
                  </a:lnTo>
                  <a:lnTo>
                    <a:pt x="5170440" y="182574"/>
                  </a:lnTo>
                  <a:lnTo>
                    <a:pt x="5170558" y="182574"/>
                  </a:lnTo>
                  <a:lnTo>
                    <a:pt x="5170675" y="182574"/>
                  </a:lnTo>
                  <a:lnTo>
                    <a:pt x="5170793" y="182574"/>
                  </a:lnTo>
                  <a:lnTo>
                    <a:pt x="5170793" y="182143"/>
                  </a:lnTo>
                  <a:lnTo>
                    <a:pt x="5170911" y="182143"/>
                  </a:lnTo>
                  <a:lnTo>
                    <a:pt x="5171028" y="182143"/>
                  </a:lnTo>
                  <a:lnTo>
                    <a:pt x="5171146" y="182143"/>
                  </a:lnTo>
                  <a:lnTo>
                    <a:pt x="5171263" y="182143"/>
                  </a:lnTo>
                  <a:lnTo>
                    <a:pt x="5171381" y="182143"/>
                  </a:lnTo>
                  <a:lnTo>
                    <a:pt x="5171499" y="182143"/>
                  </a:lnTo>
                  <a:lnTo>
                    <a:pt x="5171616" y="182143"/>
                  </a:lnTo>
                  <a:lnTo>
                    <a:pt x="5171734" y="182143"/>
                  </a:lnTo>
                  <a:lnTo>
                    <a:pt x="5171852" y="182143"/>
                  </a:lnTo>
                  <a:lnTo>
                    <a:pt x="5171969" y="182143"/>
                  </a:lnTo>
                  <a:lnTo>
                    <a:pt x="5171969" y="181713"/>
                  </a:lnTo>
                  <a:lnTo>
                    <a:pt x="5172087" y="181713"/>
                  </a:lnTo>
                  <a:lnTo>
                    <a:pt x="5172204" y="181713"/>
                  </a:lnTo>
                  <a:lnTo>
                    <a:pt x="5172322" y="181713"/>
                  </a:lnTo>
                  <a:lnTo>
                    <a:pt x="5172322" y="181282"/>
                  </a:lnTo>
                  <a:lnTo>
                    <a:pt x="5172440" y="181282"/>
                  </a:lnTo>
                  <a:lnTo>
                    <a:pt x="5172557" y="181282"/>
                  </a:lnTo>
                  <a:lnTo>
                    <a:pt x="5172675" y="181282"/>
                  </a:lnTo>
                  <a:lnTo>
                    <a:pt x="5172792" y="181282"/>
                  </a:lnTo>
                  <a:lnTo>
                    <a:pt x="5172910" y="181282"/>
                  </a:lnTo>
                  <a:lnTo>
                    <a:pt x="5173028" y="181282"/>
                  </a:lnTo>
                  <a:lnTo>
                    <a:pt x="5173145" y="181282"/>
                  </a:lnTo>
                  <a:lnTo>
                    <a:pt x="5173263" y="181282"/>
                  </a:lnTo>
                  <a:lnTo>
                    <a:pt x="5173381" y="181282"/>
                  </a:lnTo>
                  <a:lnTo>
                    <a:pt x="5173498" y="181282"/>
                  </a:lnTo>
                  <a:lnTo>
                    <a:pt x="5173616" y="181282"/>
                  </a:lnTo>
                  <a:lnTo>
                    <a:pt x="5173733" y="181282"/>
                  </a:lnTo>
                  <a:lnTo>
                    <a:pt x="5173851" y="181282"/>
                  </a:lnTo>
                  <a:lnTo>
                    <a:pt x="5173851" y="180852"/>
                  </a:lnTo>
                  <a:lnTo>
                    <a:pt x="5173969" y="180852"/>
                  </a:lnTo>
                  <a:lnTo>
                    <a:pt x="5174086" y="180852"/>
                  </a:lnTo>
                  <a:lnTo>
                    <a:pt x="5174204" y="180852"/>
                  </a:lnTo>
                  <a:lnTo>
                    <a:pt x="5174321" y="180852"/>
                  </a:lnTo>
                  <a:lnTo>
                    <a:pt x="5174439" y="180852"/>
                  </a:lnTo>
                  <a:lnTo>
                    <a:pt x="5174557" y="180852"/>
                  </a:lnTo>
                  <a:lnTo>
                    <a:pt x="5174674" y="180852"/>
                  </a:lnTo>
                  <a:lnTo>
                    <a:pt x="5174792" y="180852"/>
                  </a:lnTo>
                  <a:lnTo>
                    <a:pt x="5174910" y="180852"/>
                  </a:lnTo>
                  <a:lnTo>
                    <a:pt x="5175027" y="180852"/>
                  </a:lnTo>
                  <a:lnTo>
                    <a:pt x="5175145" y="180852"/>
                  </a:lnTo>
                  <a:lnTo>
                    <a:pt x="5175262" y="180852"/>
                  </a:lnTo>
                  <a:lnTo>
                    <a:pt x="5175380" y="180852"/>
                  </a:lnTo>
                  <a:lnTo>
                    <a:pt x="5175380" y="180421"/>
                  </a:lnTo>
                  <a:lnTo>
                    <a:pt x="5175498" y="180421"/>
                  </a:lnTo>
                  <a:lnTo>
                    <a:pt x="5175615" y="180421"/>
                  </a:lnTo>
                  <a:lnTo>
                    <a:pt x="5175733" y="180421"/>
                  </a:lnTo>
                  <a:lnTo>
                    <a:pt x="5175850" y="180421"/>
                  </a:lnTo>
                  <a:lnTo>
                    <a:pt x="5175968" y="180421"/>
                  </a:lnTo>
                  <a:lnTo>
                    <a:pt x="5176086" y="180421"/>
                  </a:lnTo>
                  <a:lnTo>
                    <a:pt x="5176086" y="179990"/>
                  </a:lnTo>
                  <a:lnTo>
                    <a:pt x="5176203" y="179990"/>
                  </a:lnTo>
                  <a:lnTo>
                    <a:pt x="5176321" y="179990"/>
                  </a:lnTo>
                  <a:lnTo>
                    <a:pt x="5176321" y="179560"/>
                  </a:lnTo>
                  <a:lnTo>
                    <a:pt x="5176439" y="179560"/>
                  </a:lnTo>
                  <a:lnTo>
                    <a:pt x="5176556" y="179560"/>
                  </a:lnTo>
                  <a:lnTo>
                    <a:pt x="5176674" y="179560"/>
                  </a:lnTo>
                  <a:lnTo>
                    <a:pt x="5176791" y="179560"/>
                  </a:lnTo>
                  <a:lnTo>
                    <a:pt x="5176909" y="179560"/>
                  </a:lnTo>
                  <a:lnTo>
                    <a:pt x="5177027" y="179560"/>
                  </a:lnTo>
                  <a:lnTo>
                    <a:pt x="5177144" y="179560"/>
                  </a:lnTo>
                  <a:lnTo>
                    <a:pt x="5177262" y="179560"/>
                  </a:lnTo>
                  <a:lnTo>
                    <a:pt x="5177379" y="179560"/>
                  </a:lnTo>
                  <a:lnTo>
                    <a:pt x="5177497" y="179560"/>
                  </a:lnTo>
                  <a:lnTo>
                    <a:pt x="5177615" y="179560"/>
                  </a:lnTo>
                  <a:lnTo>
                    <a:pt x="5177732" y="179560"/>
                  </a:lnTo>
                  <a:lnTo>
                    <a:pt x="5177850" y="179560"/>
                  </a:lnTo>
                  <a:lnTo>
                    <a:pt x="5177968" y="179560"/>
                  </a:lnTo>
                  <a:lnTo>
                    <a:pt x="5178085" y="179560"/>
                  </a:lnTo>
                  <a:lnTo>
                    <a:pt x="5178203" y="179560"/>
                  </a:lnTo>
                  <a:lnTo>
                    <a:pt x="5178320" y="179560"/>
                  </a:lnTo>
                  <a:lnTo>
                    <a:pt x="5178438" y="179560"/>
                  </a:lnTo>
                  <a:lnTo>
                    <a:pt x="5178556" y="179560"/>
                  </a:lnTo>
                  <a:lnTo>
                    <a:pt x="5178673" y="179560"/>
                  </a:lnTo>
                  <a:lnTo>
                    <a:pt x="5178791" y="179560"/>
                  </a:lnTo>
                  <a:lnTo>
                    <a:pt x="5178908" y="179560"/>
                  </a:lnTo>
                  <a:lnTo>
                    <a:pt x="5179026" y="179560"/>
                  </a:lnTo>
                  <a:lnTo>
                    <a:pt x="5179144" y="179560"/>
                  </a:lnTo>
                  <a:lnTo>
                    <a:pt x="5179261" y="179560"/>
                  </a:lnTo>
                  <a:lnTo>
                    <a:pt x="5179379" y="179560"/>
                  </a:lnTo>
                  <a:lnTo>
                    <a:pt x="5179496" y="179560"/>
                  </a:lnTo>
                  <a:lnTo>
                    <a:pt x="5179614" y="179560"/>
                  </a:lnTo>
                  <a:lnTo>
                    <a:pt x="5179732" y="179560"/>
                  </a:lnTo>
                  <a:lnTo>
                    <a:pt x="5179849" y="179560"/>
                  </a:lnTo>
                  <a:lnTo>
                    <a:pt x="5179967" y="179560"/>
                  </a:lnTo>
                  <a:lnTo>
                    <a:pt x="5180085" y="179560"/>
                  </a:lnTo>
                  <a:lnTo>
                    <a:pt x="5180202" y="179560"/>
                  </a:lnTo>
                  <a:lnTo>
                    <a:pt x="5180202" y="179129"/>
                  </a:lnTo>
                  <a:lnTo>
                    <a:pt x="5180320" y="179129"/>
                  </a:lnTo>
                  <a:lnTo>
                    <a:pt x="5180437" y="179129"/>
                  </a:lnTo>
                  <a:lnTo>
                    <a:pt x="5180555" y="179129"/>
                  </a:lnTo>
                  <a:lnTo>
                    <a:pt x="5180673" y="179129"/>
                  </a:lnTo>
                  <a:lnTo>
                    <a:pt x="5180673" y="178699"/>
                  </a:lnTo>
                  <a:lnTo>
                    <a:pt x="5180790" y="178699"/>
                  </a:lnTo>
                  <a:lnTo>
                    <a:pt x="5180908" y="178699"/>
                  </a:lnTo>
                  <a:lnTo>
                    <a:pt x="5181025" y="178699"/>
                  </a:lnTo>
                  <a:lnTo>
                    <a:pt x="5181143" y="178699"/>
                  </a:lnTo>
                  <a:lnTo>
                    <a:pt x="5181261" y="178699"/>
                  </a:lnTo>
                  <a:lnTo>
                    <a:pt x="5181378" y="178699"/>
                  </a:lnTo>
                  <a:lnTo>
                    <a:pt x="5181378" y="178268"/>
                  </a:lnTo>
                  <a:lnTo>
                    <a:pt x="5181496" y="178268"/>
                  </a:lnTo>
                  <a:lnTo>
                    <a:pt x="5181614" y="178268"/>
                  </a:lnTo>
                  <a:lnTo>
                    <a:pt x="5181731" y="178268"/>
                  </a:lnTo>
                  <a:lnTo>
                    <a:pt x="5181849" y="178268"/>
                  </a:lnTo>
                  <a:lnTo>
                    <a:pt x="5181966" y="178268"/>
                  </a:lnTo>
                  <a:lnTo>
                    <a:pt x="5182084" y="178268"/>
                  </a:lnTo>
                  <a:lnTo>
                    <a:pt x="5182202" y="178268"/>
                  </a:lnTo>
                  <a:lnTo>
                    <a:pt x="5182319" y="178268"/>
                  </a:lnTo>
                  <a:lnTo>
                    <a:pt x="5182437" y="178268"/>
                  </a:lnTo>
                  <a:lnTo>
                    <a:pt x="5182554" y="178268"/>
                  </a:lnTo>
                  <a:lnTo>
                    <a:pt x="5182672" y="178268"/>
                  </a:lnTo>
                  <a:lnTo>
                    <a:pt x="5182790" y="178268"/>
                  </a:lnTo>
                  <a:lnTo>
                    <a:pt x="5182907" y="178268"/>
                  </a:lnTo>
                  <a:lnTo>
                    <a:pt x="5183025" y="178268"/>
                  </a:lnTo>
                  <a:lnTo>
                    <a:pt x="5183143" y="178268"/>
                  </a:lnTo>
                  <a:lnTo>
                    <a:pt x="5183143" y="177837"/>
                  </a:lnTo>
                  <a:lnTo>
                    <a:pt x="5183260" y="177837"/>
                  </a:lnTo>
                  <a:lnTo>
                    <a:pt x="5183378" y="177837"/>
                  </a:lnTo>
                  <a:lnTo>
                    <a:pt x="5183495" y="177837"/>
                  </a:lnTo>
                  <a:lnTo>
                    <a:pt x="5183613" y="177837"/>
                  </a:lnTo>
                  <a:lnTo>
                    <a:pt x="5183731" y="177837"/>
                  </a:lnTo>
                  <a:lnTo>
                    <a:pt x="5183848" y="177837"/>
                  </a:lnTo>
                  <a:lnTo>
                    <a:pt x="5183966" y="177837"/>
                  </a:lnTo>
                  <a:lnTo>
                    <a:pt x="5184083" y="177837"/>
                  </a:lnTo>
                  <a:lnTo>
                    <a:pt x="5184083" y="177407"/>
                  </a:lnTo>
                  <a:lnTo>
                    <a:pt x="5184201" y="177407"/>
                  </a:lnTo>
                  <a:lnTo>
                    <a:pt x="5184319" y="177407"/>
                  </a:lnTo>
                  <a:lnTo>
                    <a:pt x="5184436" y="177407"/>
                  </a:lnTo>
                  <a:lnTo>
                    <a:pt x="5184554" y="177407"/>
                  </a:lnTo>
                  <a:lnTo>
                    <a:pt x="5184672" y="177407"/>
                  </a:lnTo>
                  <a:lnTo>
                    <a:pt x="5184789" y="177407"/>
                  </a:lnTo>
                  <a:lnTo>
                    <a:pt x="5184907" y="177407"/>
                  </a:lnTo>
                  <a:lnTo>
                    <a:pt x="5185024" y="177407"/>
                  </a:lnTo>
                  <a:lnTo>
                    <a:pt x="5185142" y="177407"/>
                  </a:lnTo>
                  <a:lnTo>
                    <a:pt x="5185260" y="177407"/>
                  </a:lnTo>
                  <a:lnTo>
                    <a:pt x="5185377" y="177407"/>
                  </a:lnTo>
                  <a:lnTo>
                    <a:pt x="5185495" y="177407"/>
                  </a:lnTo>
                  <a:lnTo>
                    <a:pt x="5185612" y="177407"/>
                  </a:lnTo>
                  <a:lnTo>
                    <a:pt x="5185730" y="177407"/>
                  </a:lnTo>
                  <a:lnTo>
                    <a:pt x="5185848" y="177407"/>
                  </a:lnTo>
                  <a:lnTo>
                    <a:pt x="5185965" y="177407"/>
                  </a:lnTo>
                  <a:lnTo>
                    <a:pt x="5186083" y="177407"/>
                  </a:lnTo>
                  <a:lnTo>
                    <a:pt x="5186201" y="177407"/>
                  </a:lnTo>
                  <a:lnTo>
                    <a:pt x="5186318" y="177407"/>
                  </a:lnTo>
                  <a:lnTo>
                    <a:pt x="5186436" y="177407"/>
                  </a:lnTo>
                  <a:lnTo>
                    <a:pt x="5186553" y="177407"/>
                  </a:lnTo>
                  <a:lnTo>
                    <a:pt x="5186671" y="177407"/>
                  </a:lnTo>
                  <a:lnTo>
                    <a:pt x="5186789" y="177407"/>
                  </a:lnTo>
                  <a:lnTo>
                    <a:pt x="5186906" y="177407"/>
                  </a:lnTo>
                  <a:lnTo>
                    <a:pt x="5187024" y="177407"/>
                  </a:lnTo>
                  <a:lnTo>
                    <a:pt x="5187141" y="177407"/>
                  </a:lnTo>
                  <a:lnTo>
                    <a:pt x="5187259" y="177407"/>
                  </a:lnTo>
                  <a:lnTo>
                    <a:pt x="5187377" y="177407"/>
                  </a:lnTo>
                  <a:lnTo>
                    <a:pt x="5187494" y="177407"/>
                  </a:lnTo>
                  <a:lnTo>
                    <a:pt x="5187612" y="177407"/>
                  </a:lnTo>
                  <a:lnTo>
                    <a:pt x="5187729" y="177407"/>
                  </a:lnTo>
                  <a:lnTo>
                    <a:pt x="5187847" y="177407"/>
                  </a:lnTo>
                  <a:lnTo>
                    <a:pt x="5187965" y="177407"/>
                  </a:lnTo>
                  <a:lnTo>
                    <a:pt x="5188082" y="177407"/>
                  </a:lnTo>
                  <a:lnTo>
                    <a:pt x="5188200" y="177407"/>
                  </a:lnTo>
                  <a:lnTo>
                    <a:pt x="5188318" y="177407"/>
                  </a:lnTo>
                  <a:lnTo>
                    <a:pt x="5188435" y="177407"/>
                  </a:lnTo>
                  <a:lnTo>
                    <a:pt x="5188553" y="177407"/>
                  </a:lnTo>
                  <a:lnTo>
                    <a:pt x="5188670" y="177407"/>
                  </a:lnTo>
                  <a:lnTo>
                    <a:pt x="5188788" y="177407"/>
                  </a:lnTo>
                  <a:lnTo>
                    <a:pt x="5188906" y="177407"/>
                  </a:lnTo>
                  <a:lnTo>
                    <a:pt x="5189023" y="177407"/>
                  </a:lnTo>
                  <a:lnTo>
                    <a:pt x="5189141" y="177407"/>
                  </a:lnTo>
                  <a:lnTo>
                    <a:pt x="5189258" y="177407"/>
                  </a:lnTo>
                  <a:lnTo>
                    <a:pt x="5189376" y="177407"/>
                  </a:lnTo>
                  <a:lnTo>
                    <a:pt x="5189494" y="177407"/>
                  </a:lnTo>
                  <a:lnTo>
                    <a:pt x="5189611" y="177407"/>
                  </a:lnTo>
                  <a:lnTo>
                    <a:pt x="5189729" y="177407"/>
                  </a:lnTo>
                  <a:lnTo>
                    <a:pt x="5189847" y="177407"/>
                  </a:lnTo>
                  <a:lnTo>
                    <a:pt x="5189964" y="177407"/>
                  </a:lnTo>
                  <a:lnTo>
                    <a:pt x="5190082" y="177407"/>
                  </a:lnTo>
                  <a:lnTo>
                    <a:pt x="5190199" y="177407"/>
                  </a:lnTo>
                  <a:lnTo>
                    <a:pt x="5190317" y="177407"/>
                  </a:lnTo>
                  <a:lnTo>
                    <a:pt x="5190435" y="177407"/>
                  </a:lnTo>
                  <a:lnTo>
                    <a:pt x="5190552" y="177407"/>
                  </a:lnTo>
                  <a:lnTo>
                    <a:pt x="5190670" y="177407"/>
                  </a:lnTo>
                  <a:lnTo>
                    <a:pt x="5190787" y="177407"/>
                  </a:lnTo>
                  <a:lnTo>
                    <a:pt x="5190905" y="177407"/>
                  </a:lnTo>
                  <a:lnTo>
                    <a:pt x="5191023" y="177407"/>
                  </a:lnTo>
                  <a:lnTo>
                    <a:pt x="5191140" y="177407"/>
                  </a:lnTo>
                  <a:lnTo>
                    <a:pt x="5191258" y="177407"/>
                  </a:lnTo>
                  <a:lnTo>
                    <a:pt x="5191376" y="177407"/>
                  </a:lnTo>
                  <a:lnTo>
                    <a:pt x="5191493" y="177407"/>
                  </a:lnTo>
                  <a:lnTo>
                    <a:pt x="5191611" y="177407"/>
                  </a:lnTo>
                  <a:lnTo>
                    <a:pt x="5191728" y="177407"/>
                  </a:lnTo>
                  <a:lnTo>
                    <a:pt x="5191846" y="177407"/>
                  </a:lnTo>
                  <a:lnTo>
                    <a:pt x="5191964" y="177407"/>
                  </a:lnTo>
                  <a:lnTo>
                    <a:pt x="5192081" y="177407"/>
                  </a:lnTo>
                  <a:lnTo>
                    <a:pt x="5192199" y="177407"/>
                  </a:lnTo>
                  <a:lnTo>
                    <a:pt x="5192316" y="177407"/>
                  </a:lnTo>
                  <a:lnTo>
                    <a:pt x="5192434" y="177407"/>
                  </a:lnTo>
                  <a:lnTo>
                    <a:pt x="5192552" y="177407"/>
                  </a:lnTo>
                  <a:lnTo>
                    <a:pt x="5192669" y="177407"/>
                  </a:lnTo>
                  <a:lnTo>
                    <a:pt x="5192787" y="177407"/>
                  </a:lnTo>
                  <a:lnTo>
                    <a:pt x="5192905" y="177407"/>
                  </a:lnTo>
                  <a:lnTo>
                    <a:pt x="5193022" y="177407"/>
                  </a:lnTo>
                  <a:lnTo>
                    <a:pt x="5193140" y="177407"/>
                  </a:lnTo>
                  <a:lnTo>
                    <a:pt x="5193257" y="177407"/>
                  </a:lnTo>
                  <a:lnTo>
                    <a:pt x="5193375" y="177407"/>
                  </a:lnTo>
                  <a:lnTo>
                    <a:pt x="5193493" y="177407"/>
                  </a:lnTo>
                  <a:lnTo>
                    <a:pt x="5193610" y="177407"/>
                  </a:lnTo>
                  <a:lnTo>
                    <a:pt x="5193728" y="177407"/>
                  </a:lnTo>
                  <a:lnTo>
                    <a:pt x="5193845" y="177407"/>
                  </a:lnTo>
                  <a:lnTo>
                    <a:pt x="5193963" y="177407"/>
                  </a:lnTo>
                  <a:lnTo>
                    <a:pt x="5194081" y="177407"/>
                  </a:lnTo>
                  <a:lnTo>
                    <a:pt x="5194198" y="177407"/>
                  </a:lnTo>
                  <a:lnTo>
                    <a:pt x="5194316" y="177407"/>
                  </a:lnTo>
                  <a:lnTo>
                    <a:pt x="5194434" y="177407"/>
                  </a:lnTo>
                  <a:lnTo>
                    <a:pt x="5194551" y="177407"/>
                  </a:lnTo>
                  <a:lnTo>
                    <a:pt x="5194669" y="177407"/>
                  </a:lnTo>
                  <a:lnTo>
                    <a:pt x="5194786" y="177407"/>
                  </a:lnTo>
                  <a:lnTo>
                    <a:pt x="5194904" y="177407"/>
                  </a:lnTo>
                  <a:lnTo>
                    <a:pt x="5195022" y="177407"/>
                  </a:lnTo>
                  <a:lnTo>
                    <a:pt x="5195139" y="177407"/>
                  </a:lnTo>
                  <a:lnTo>
                    <a:pt x="5195257" y="177407"/>
                  </a:lnTo>
                  <a:lnTo>
                    <a:pt x="5195374" y="177407"/>
                  </a:lnTo>
                  <a:lnTo>
                    <a:pt x="5195492" y="177407"/>
                  </a:lnTo>
                  <a:lnTo>
                    <a:pt x="5195610" y="177407"/>
                  </a:lnTo>
                  <a:lnTo>
                    <a:pt x="5195727" y="177407"/>
                  </a:lnTo>
                  <a:lnTo>
                    <a:pt x="5195845" y="177407"/>
                  </a:lnTo>
                  <a:lnTo>
                    <a:pt x="5195962" y="177407"/>
                  </a:lnTo>
                  <a:lnTo>
                    <a:pt x="5196080" y="177407"/>
                  </a:lnTo>
                  <a:lnTo>
                    <a:pt x="5196198" y="177407"/>
                  </a:lnTo>
                  <a:lnTo>
                    <a:pt x="5196315" y="177407"/>
                  </a:lnTo>
                  <a:lnTo>
                    <a:pt x="5196433" y="177407"/>
                  </a:lnTo>
                  <a:lnTo>
                    <a:pt x="5196551" y="177407"/>
                  </a:lnTo>
                  <a:lnTo>
                    <a:pt x="5196668" y="177407"/>
                  </a:lnTo>
                  <a:lnTo>
                    <a:pt x="5196786" y="177407"/>
                  </a:lnTo>
                  <a:lnTo>
                    <a:pt x="5196903" y="177407"/>
                  </a:lnTo>
                  <a:lnTo>
                    <a:pt x="5197021" y="177407"/>
                  </a:lnTo>
                  <a:lnTo>
                    <a:pt x="5197139" y="177407"/>
                  </a:lnTo>
                  <a:lnTo>
                    <a:pt x="5197256" y="177407"/>
                  </a:lnTo>
                  <a:lnTo>
                    <a:pt x="5197374" y="177407"/>
                  </a:lnTo>
                  <a:lnTo>
                    <a:pt x="5197491" y="177407"/>
                  </a:lnTo>
                  <a:lnTo>
                    <a:pt x="5197609" y="177407"/>
                  </a:lnTo>
                  <a:lnTo>
                    <a:pt x="5197727" y="177407"/>
                  </a:lnTo>
                  <a:lnTo>
                    <a:pt x="5197844" y="177407"/>
                  </a:lnTo>
                  <a:lnTo>
                    <a:pt x="5197962" y="177407"/>
                  </a:lnTo>
                  <a:lnTo>
                    <a:pt x="5198080" y="177407"/>
                  </a:lnTo>
                  <a:lnTo>
                    <a:pt x="5198197" y="177407"/>
                  </a:lnTo>
                  <a:lnTo>
                    <a:pt x="5198315" y="177407"/>
                  </a:lnTo>
                  <a:lnTo>
                    <a:pt x="5198432" y="177407"/>
                  </a:lnTo>
                  <a:lnTo>
                    <a:pt x="5198550" y="177407"/>
                  </a:lnTo>
                  <a:lnTo>
                    <a:pt x="5198668" y="177407"/>
                  </a:lnTo>
                  <a:lnTo>
                    <a:pt x="5198785" y="177407"/>
                  </a:lnTo>
                  <a:lnTo>
                    <a:pt x="5198903" y="177407"/>
                  </a:lnTo>
                  <a:lnTo>
                    <a:pt x="5199020" y="177407"/>
                  </a:lnTo>
                  <a:lnTo>
                    <a:pt x="5199138" y="177407"/>
                  </a:lnTo>
                  <a:lnTo>
                    <a:pt x="5199256" y="177407"/>
                  </a:lnTo>
                  <a:lnTo>
                    <a:pt x="5199373" y="177407"/>
                  </a:lnTo>
                  <a:lnTo>
                    <a:pt x="5199491" y="177407"/>
                  </a:lnTo>
                  <a:lnTo>
                    <a:pt x="5199609" y="177407"/>
                  </a:lnTo>
                  <a:lnTo>
                    <a:pt x="5199726" y="177407"/>
                  </a:lnTo>
                  <a:lnTo>
                    <a:pt x="5199844" y="177407"/>
                  </a:lnTo>
                  <a:lnTo>
                    <a:pt x="5199961" y="177407"/>
                  </a:lnTo>
                  <a:lnTo>
                    <a:pt x="5200079" y="177407"/>
                  </a:lnTo>
                  <a:lnTo>
                    <a:pt x="5200197" y="177407"/>
                  </a:lnTo>
                  <a:lnTo>
                    <a:pt x="5200314" y="177407"/>
                  </a:lnTo>
                  <a:lnTo>
                    <a:pt x="5200432" y="177407"/>
                  </a:lnTo>
                  <a:lnTo>
                    <a:pt x="5200549" y="177407"/>
                  </a:lnTo>
                  <a:lnTo>
                    <a:pt x="5200667" y="177407"/>
                  </a:lnTo>
                  <a:lnTo>
                    <a:pt x="5200785" y="177407"/>
                  </a:lnTo>
                  <a:lnTo>
                    <a:pt x="5200902" y="177407"/>
                  </a:lnTo>
                  <a:lnTo>
                    <a:pt x="5201020" y="177407"/>
                  </a:lnTo>
                  <a:lnTo>
                    <a:pt x="5201138" y="177407"/>
                  </a:lnTo>
                  <a:lnTo>
                    <a:pt x="5201255" y="177407"/>
                  </a:lnTo>
                  <a:lnTo>
                    <a:pt x="5201373" y="177407"/>
                  </a:lnTo>
                  <a:lnTo>
                    <a:pt x="5201490" y="177407"/>
                  </a:lnTo>
                  <a:lnTo>
                    <a:pt x="5201608" y="177407"/>
                  </a:lnTo>
                  <a:lnTo>
                    <a:pt x="5201608" y="176976"/>
                  </a:lnTo>
                  <a:lnTo>
                    <a:pt x="5201726" y="176976"/>
                  </a:lnTo>
                  <a:lnTo>
                    <a:pt x="5201843" y="176976"/>
                  </a:lnTo>
                  <a:lnTo>
                    <a:pt x="5201843" y="176546"/>
                  </a:lnTo>
                  <a:lnTo>
                    <a:pt x="5201961" y="176546"/>
                  </a:lnTo>
                  <a:lnTo>
                    <a:pt x="5202078" y="176546"/>
                  </a:lnTo>
                  <a:lnTo>
                    <a:pt x="5202196" y="176546"/>
                  </a:lnTo>
                  <a:lnTo>
                    <a:pt x="5202314" y="176546"/>
                  </a:lnTo>
                  <a:lnTo>
                    <a:pt x="5202431" y="176546"/>
                  </a:lnTo>
                  <a:lnTo>
                    <a:pt x="5202549" y="176546"/>
                  </a:lnTo>
                  <a:lnTo>
                    <a:pt x="5202667" y="176546"/>
                  </a:lnTo>
                  <a:lnTo>
                    <a:pt x="5202784" y="176546"/>
                  </a:lnTo>
                  <a:lnTo>
                    <a:pt x="5202902" y="176546"/>
                  </a:lnTo>
                  <a:lnTo>
                    <a:pt x="5202902" y="176115"/>
                  </a:lnTo>
                  <a:lnTo>
                    <a:pt x="5203019" y="176115"/>
                  </a:lnTo>
                  <a:lnTo>
                    <a:pt x="5203137" y="176115"/>
                  </a:lnTo>
                  <a:lnTo>
                    <a:pt x="5203255" y="176115"/>
                  </a:lnTo>
                  <a:lnTo>
                    <a:pt x="5203372" y="176115"/>
                  </a:lnTo>
                  <a:lnTo>
                    <a:pt x="5203490" y="176115"/>
                  </a:lnTo>
                  <a:lnTo>
                    <a:pt x="5203607" y="176115"/>
                  </a:lnTo>
                  <a:lnTo>
                    <a:pt x="5203725" y="176115"/>
                  </a:lnTo>
                  <a:lnTo>
                    <a:pt x="5203843" y="176115"/>
                  </a:lnTo>
                  <a:lnTo>
                    <a:pt x="5203960" y="176115"/>
                  </a:lnTo>
                  <a:lnTo>
                    <a:pt x="5204078" y="176115"/>
                  </a:lnTo>
                  <a:lnTo>
                    <a:pt x="5204195" y="176115"/>
                  </a:lnTo>
                  <a:lnTo>
                    <a:pt x="5204313" y="176115"/>
                  </a:lnTo>
                  <a:lnTo>
                    <a:pt x="5204431" y="176115"/>
                  </a:lnTo>
                  <a:lnTo>
                    <a:pt x="5204548" y="176115"/>
                  </a:lnTo>
                  <a:lnTo>
                    <a:pt x="5204666" y="176115"/>
                  </a:lnTo>
                  <a:lnTo>
                    <a:pt x="5204784" y="176115"/>
                  </a:lnTo>
                  <a:lnTo>
                    <a:pt x="5204901" y="176115"/>
                  </a:lnTo>
                  <a:lnTo>
                    <a:pt x="5205019" y="176115"/>
                  </a:lnTo>
                  <a:lnTo>
                    <a:pt x="5205136" y="176115"/>
                  </a:lnTo>
                  <a:lnTo>
                    <a:pt x="5205254" y="176115"/>
                  </a:lnTo>
                  <a:lnTo>
                    <a:pt x="5205372" y="176115"/>
                  </a:lnTo>
                  <a:lnTo>
                    <a:pt x="5205489" y="176115"/>
                  </a:lnTo>
                  <a:lnTo>
                    <a:pt x="5205607" y="176115"/>
                  </a:lnTo>
                  <a:lnTo>
                    <a:pt x="5205724" y="176115"/>
                  </a:lnTo>
                  <a:lnTo>
                    <a:pt x="5205842" y="176115"/>
                  </a:lnTo>
                  <a:lnTo>
                    <a:pt x="5205960" y="176115"/>
                  </a:lnTo>
                  <a:lnTo>
                    <a:pt x="5206077" y="176115"/>
                  </a:lnTo>
                  <a:lnTo>
                    <a:pt x="5206195" y="176115"/>
                  </a:lnTo>
                  <a:lnTo>
                    <a:pt x="5206313" y="176115"/>
                  </a:lnTo>
                  <a:lnTo>
                    <a:pt x="5206430" y="176115"/>
                  </a:lnTo>
                  <a:lnTo>
                    <a:pt x="5206548" y="176115"/>
                  </a:lnTo>
                  <a:lnTo>
                    <a:pt x="5206665" y="176115"/>
                  </a:lnTo>
                  <a:lnTo>
                    <a:pt x="5206783" y="176115"/>
                  </a:lnTo>
                  <a:lnTo>
                    <a:pt x="5206901" y="176115"/>
                  </a:lnTo>
                  <a:lnTo>
                    <a:pt x="5207018" y="176115"/>
                  </a:lnTo>
                  <a:lnTo>
                    <a:pt x="5207136" y="176115"/>
                  </a:lnTo>
                  <a:lnTo>
                    <a:pt x="5207136" y="175684"/>
                  </a:lnTo>
                  <a:lnTo>
                    <a:pt x="5207253" y="175684"/>
                  </a:lnTo>
                  <a:lnTo>
                    <a:pt x="5207371" y="175684"/>
                  </a:lnTo>
                  <a:lnTo>
                    <a:pt x="5207489" y="175684"/>
                  </a:lnTo>
                  <a:lnTo>
                    <a:pt x="5207606" y="175684"/>
                  </a:lnTo>
                  <a:lnTo>
                    <a:pt x="5207606" y="175254"/>
                  </a:lnTo>
                  <a:lnTo>
                    <a:pt x="5207606" y="174823"/>
                  </a:lnTo>
                  <a:lnTo>
                    <a:pt x="5207724" y="174823"/>
                  </a:lnTo>
                  <a:lnTo>
                    <a:pt x="5207842" y="174823"/>
                  </a:lnTo>
                  <a:lnTo>
                    <a:pt x="5207959" y="174823"/>
                  </a:lnTo>
                  <a:lnTo>
                    <a:pt x="5207959" y="174393"/>
                  </a:lnTo>
                  <a:lnTo>
                    <a:pt x="5207959" y="173962"/>
                  </a:lnTo>
                  <a:lnTo>
                    <a:pt x="5208077" y="173962"/>
                  </a:lnTo>
                  <a:lnTo>
                    <a:pt x="5208194" y="173962"/>
                  </a:lnTo>
                  <a:lnTo>
                    <a:pt x="5208312" y="173962"/>
                  </a:lnTo>
                  <a:lnTo>
                    <a:pt x="5208430" y="173962"/>
                  </a:lnTo>
                  <a:lnTo>
                    <a:pt x="5208547" y="173962"/>
                  </a:lnTo>
                  <a:lnTo>
                    <a:pt x="5208665" y="173962"/>
                  </a:lnTo>
                  <a:lnTo>
                    <a:pt x="5208782" y="173962"/>
                  </a:lnTo>
                  <a:lnTo>
                    <a:pt x="5208900" y="173962"/>
                  </a:lnTo>
                  <a:lnTo>
                    <a:pt x="5208900" y="173531"/>
                  </a:lnTo>
                  <a:lnTo>
                    <a:pt x="5209018" y="173531"/>
                  </a:lnTo>
                  <a:lnTo>
                    <a:pt x="5209135" y="173531"/>
                  </a:lnTo>
                  <a:lnTo>
                    <a:pt x="5209253" y="173531"/>
                  </a:lnTo>
                  <a:lnTo>
                    <a:pt x="5209371" y="173531"/>
                  </a:lnTo>
                  <a:lnTo>
                    <a:pt x="5209488" y="173531"/>
                  </a:lnTo>
                  <a:lnTo>
                    <a:pt x="5209606" y="173531"/>
                  </a:lnTo>
                  <a:lnTo>
                    <a:pt x="5209723" y="173531"/>
                  </a:lnTo>
                  <a:lnTo>
                    <a:pt x="5209841" y="173531"/>
                  </a:lnTo>
                  <a:lnTo>
                    <a:pt x="5209959" y="173531"/>
                  </a:lnTo>
                  <a:lnTo>
                    <a:pt x="5210076" y="173531"/>
                  </a:lnTo>
                  <a:lnTo>
                    <a:pt x="5210194" y="173531"/>
                  </a:lnTo>
                  <a:lnTo>
                    <a:pt x="5210311" y="173531"/>
                  </a:lnTo>
                  <a:lnTo>
                    <a:pt x="5210429" y="173531"/>
                  </a:lnTo>
                  <a:lnTo>
                    <a:pt x="5210547" y="173531"/>
                  </a:lnTo>
                  <a:lnTo>
                    <a:pt x="5210664" y="173531"/>
                  </a:lnTo>
                  <a:lnTo>
                    <a:pt x="5210664" y="173101"/>
                  </a:lnTo>
                  <a:lnTo>
                    <a:pt x="5210782" y="173101"/>
                  </a:lnTo>
                  <a:lnTo>
                    <a:pt x="5210900" y="173101"/>
                  </a:lnTo>
                  <a:lnTo>
                    <a:pt x="5211017" y="173101"/>
                  </a:lnTo>
                  <a:lnTo>
                    <a:pt x="5211135" y="173101"/>
                  </a:lnTo>
                  <a:lnTo>
                    <a:pt x="5211252" y="173101"/>
                  </a:lnTo>
                  <a:lnTo>
                    <a:pt x="5211370" y="173101"/>
                  </a:lnTo>
                  <a:lnTo>
                    <a:pt x="5211370" y="172670"/>
                  </a:lnTo>
                  <a:lnTo>
                    <a:pt x="5211488" y="172670"/>
                  </a:lnTo>
                  <a:lnTo>
                    <a:pt x="5211605" y="172670"/>
                  </a:lnTo>
                  <a:lnTo>
                    <a:pt x="5211723" y="172670"/>
                  </a:lnTo>
                  <a:lnTo>
                    <a:pt x="5211840" y="172670"/>
                  </a:lnTo>
                  <a:lnTo>
                    <a:pt x="5211958" y="172670"/>
                  </a:lnTo>
                  <a:lnTo>
                    <a:pt x="5211958" y="172240"/>
                  </a:lnTo>
                  <a:lnTo>
                    <a:pt x="5212076" y="172240"/>
                  </a:lnTo>
                  <a:lnTo>
                    <a:pt x="5212193" y="172240"/>
                  </a:lnTo>
                  <a:lnTo>
                    <a:pt x="5212311" y="172240"/>
                  </a:lnTo>
                  <a:lnTo>
                    <a:pt x="5212428" y="172240"/>
                  </a:lnTo>
                  <a:lnTo>
                    <a:pt x="5212546" y="172240"/>
                  </a:lnTo>
                  <a:lnTo>
                    <a:pt x="5212664" y="172240"/>
                  </a:lnTo>
                  <a:lnTo>
                    <a:pt x="5212781" y="172240"/>
                  </a:lnTo>
                  <a:lnTo>
                    <a:pt x="5212899" y="172240"/>
                  </a:lnTo>
                  <a:lnTo>
                    <a:pt x="5213017" y="172240"/>
                  </a:lnTo>
                  <a:lnTo>
                    <a:pt x="5213134" y="172240"/>
                  </a:lnTo>
                  <a:lnTo>
                    <a:pt x="5213252" y="172240"/>
                  </a:lnTo>
                  <a:lnTo>
                    <a:pt x="5213369" y="172240"/>
                  </a:lnTo>
                  <a:lnTo>
                    <a:pt x="5213487" y="172240"/>
                  </a:lnTo>
                  <a:lnTo>
                    <a:pt x="5213605" y="172240"/>
                  </a:lnTo>
                  <a:lnTo>
                    <a:pt x="5213722" y="172240"/>
                  </a:lnTo>
                  <a:lnTo>
                    <a:pt x="5213840" y="172240"/>
                  </a:lnTo>
                  <a:lnTo>
                    <a:pt x="5213957" y="172240"/>
                  </a:lnTo>
                  <a:lnTo>
                    <a:pt x="5214075" y="172240"/>
                  </a:lnTo>
                  <a:lnTo>
                    <a:pt x="5214193" y="172240"/>
                  </a:lnTo>
                  <a:lnTo>
                    <a:pt x="5214310" y="172240"/>
                  </a:lnTo>
                  <a:lnTo>
                    <a:pt x="5214428" y="172240"/>
                  </a:lnTo>
                  <a:lnTo>
                    <a:pt x="5214546" y="172240"/>
                  </a:lnTo>
                  <a:lnTo>
                    <a:pt x="5214663" y="172240"/>
                  </a:lnTo>
                  <a:lnTo>
                    <a:pt x="5214781" y="172240"/>
                  </a:lnTo>
                  <a:lnTo>
                    <a:pt x="5214898" y="172240"/>
                  </a:lnTo>
                  <a:lnTo>
                    <a:pt x="5215016" y="172240"/>
                  </a:lnTo>
                  <a:lnTo>
                    <a:pt x="5215134" y="172240"/>
                  </a:lnTo>
                  <a:lnTo>
                    <a:pt x="5215251" y="172240"/>
                  </a:lnTo>
                  <a:lnTo>
                    <a:pt x="5215369" y="172240"/>
                  </a:lnTo>
                  <a:lnTo>
                    <a:pt x="5215486" y="172240"/>
                  </a:lnTo>
                  <a:lnTo>
                    <a:pt x="5215604" y="172240"/>
                  </a:lnTo>
                  <a:lnTo>
                    <a:pt x="5215722" y="172240"/>
                  </a:lnTo>
                  <a:lnTo>
                    <a:pt x="5215839" y="172240"/>
                  </a:lnTo>
                  <a:lnTo>
                    <a:pt x="5215957" y="172240"/>
                  </a:lnTo>
                  <a:lnTo>
                    <a:pt x="5216075" y="172240"/>
                  </a:lnTo>
                  <a:lnTo>
                    <a:pt x="5216192" y="172240"/>
                  </a:lnTo>
                  <a:lnTo>
                    <a:pt x="5216310" y="172240"/>
                  </a:lnTo>
                  <a:lnTo>
                    <a:pt x="5216427" y="172240"/>
                  </a:lnTo>
                  <a:lnTo>
                    <a:pt x="5216545" y="172240"/>
                  </a:lnTo>
                  <a:lnTo>
                    <a:pt x="5216663" y="172240"/>
                  </a:lnTo>
                  <a:lnTo>
                    <a:pt x="5216780" y="172240"/>
                  </a:lnTo>
                  <a:lnTo>
                    <a:pt x="5216780" y="171809"/>
                  </a:lnTo>
                  <a:lnTo>
                    <a:pt x="5216898" y="171809"/>
                  </a:lnTo>
                  <a:lnTo>
                    <a:pt x="5217015" y="171809"/>
                  </a:lnTo>
                  <a:lnTo>
                    <a:pt x="5217133" y="171809"/>
                  </a:lnTo>
                  <a:lnTo>
                    <a:pt x="5217251" y="171809"/>
                  </a:lnTo>
                  <a:lnTo>
                    <a:pt x="5217368" y="171809"/>
                  </a:lnTo>
                  <a:lnTo>
                    <a:pt x="5217486" y="171809"/>
                  </a:lnTo>
                  <a:lnTo>
                    <a:pt x="5217604" y="171809"/>
                  </a:lnTo>
                  <a:lnTo>
                    <a:pt x="5217721" y="171809"/>
                  </a:lnTo>
                  <a:lnTo>
                    <a:pt x="5217839" y="171809"/>
                  </a:lnTo>
                  <a:lnTo>
                    <a:pt x="5217956" y="171809"/>
                  </a:lnTo>
                  <a:lnTo>
                    <a:pt x="5218074" y="171809"/>
                  </a:lnTo>
                  <a:lnTo>
                    <a:pt x="5218192" y="171809"/>
                  </a:lnTo>
                  <a:lnTo>
                    <a:pt x="5218309" y="171809"/>
                  </a:lnTo>
                  <a:lnTo>
                    <a:pt x="5218427" y="171809"/>
                  </a:lnTo>
                  <a:lnTo>
                    <a:pt x="5218544" y="171809"/>
                  </a:lnTo>
                  <a:lnTo>
                    <a:pt x="5218662" y="171809"/>
                  </a:lnTo>
                  <a:lnTo>
                    <a:pt x="5218780" y="171809"/>
                  </a:lnTo>
                  <a:lnTo>
                    <a:pt x="5218897" y="171809"/>
                  </a:lnTo>
                  <a:lnTo>
                    <a:pt x="5219015" y="171809"/>
                  </a:lnTo>
                  <a:lnTo>
                    <a:pt x="5219133" y="171809"/>
                  </a:lnTo>
                  <a:lnTo>
                    <a:pt x="5219250" y="171809"/>
                  </a:lnTo>
                  <a:lnTo>
                    <a:pt x="5219368" y="171809"/>
                  </a:lnTo>
                  <a:lnTo>
                    <a:pt x="5219485" y="171809"/>
                  </a:lnTo>
                  <a:lnTo>
                    <a:pt x="5219603" y="171809"/>
                  </a:lnTo>
                  <a:lnTo>
                    <a:pt x="5219721" y="171809"/>
                  </a:lnTo>
                  <a:lnTo>
                    <a:pt x="5219838" y="171809"/>
                  </a:lnTo>
                  <a:lnTo>
                    <a:pt x="5219956" y="171809"/>
                  </a:lnTo>
                  <a:lnTo>
                    <a:pt x="5220073" y="171809"/>
                  </a:lnTo>
                  <a:lnTo>
                    <a:pt x="5220191" y="171809"/>
                  </a:lnTo>
                  <a:lnTo>
                    <a:pt x="5220309" y="171809"/>
                  </a:lnTo>
                  <a:lnTo>
                    <a:pt x="5220426" y="171809"/>
                  </a:lnTo>
                  <a:lnTo>
                    <a:pt x="5220544" y="171809"/>
                  </a:lnTo>
                  <a:lnTo>
                    <a:pt x="5220661" y="171809"/>
                  </a:lnTo>
                  <a:lnTo>
                    <a:pt x="5220779" y="171809"/>
                  </a:lnTo>
                  <a:lnTo>
                    <a:pt x="5220897" y="171809"/>
                  </a:lnTo>
                  <a:lnTo>
                    <a:pt x="5221014" y="171809"/>
                  </a:lnTo>
                  <a:lnTo>
                    <a:pt x="5221132" y="171809"/>
                  </a:lnTo>
                  <a:lnTo>
                    <a:pt x="5221250" y="171809"/>
                  </a:lnTo>
                  <a:lnTo>
                    <a:pt x="5221367" y="171809"/>
                  </a:lnTo>
                  <a:lnTo>
                    <a:pt x="5221485" y="171809"/>
                  </a:lnTo>
                  <a:lnTo>
                    <a:pt x="5221602" y="171809"/>
                  </a:lnTo>
                  <a:lnTo>
                    <a:pt x="5221720" y="171809"/>
                  </a:lnTo>
                  <a:lnTo>
                    <a:pt x="5221838" y="171809"/>
                  </a:lnTo>
                  <a:lnTo>
                    <a:pt x="5221955" y="171809"/>
                  </a:lnTo>
                  <a:lnTo>
                    <a:pt x="5222073" y="171809"/>
                  </a:lnTo>
                  <a:lnTo>
                    <a:pt x="5222190" y="171809"/>
                  </a:lnTo>
                  <a:lnTo>
                    <a:pt x="5222308" y="171809"/>
                  </a:lnTo>
                  <a:lnTo>
                    <a:pt x="5222426" y="171809"/>
                  </a:lnTo>
                  <a:lnTo>
                    <a:pt x="5222543" y="171809"/>
                  </a:lnTo>
                  <a:lnTo>
                    <a:pt x="5222661" y="171809"/>
                  </a:lnTo>
                  <a:lnTo>
                    <a:pt x="5222779" y="171809"/>
                  </a:lnTo>
                  <a:lnTo>
                    <a:pt x="5222896" y="171809"/>
                  </a:lnTo>
                  <a:lnTo>
                    <a:pt x="5223014" y="171809"/>
                  </a:lnTo>
                  <a:lnTo>
                    <a:pt x="5223014" y="171378"/>
                  </a:lnTo>
                  <a:lnTo>
                    <a:pt x="5223131" y="171378"/>
                  </a:lnTo>
                  <a:lnTo>
                    <a:pt x="5223249" y="171378"/>
                  </a:lnTo>
                  <a:lnTo>
                    <a:pt x="5223367" y="171378"/>
                  </a:lnTo>
                  <a:lnTo>
                    <a:pt x="5223484" y="171378"/>
                  </a:lnTo>
                  <a:lnTo>
                    <a:pt x="5223602" y="171378"/>
                  </a:lnTo>
                  <a:lnTo>
                    <a:pt x="5223719" y="171378"/>
                  </a:lnTo>
                  <a:lnTo>
                    <a:pt x="5223837" y="171378"/>
                  </a:lnTo>
                  <a:lnTo>
                    <a:pt x="5223955" y="171378"/>
                  </a:lnTo>
                  <a:lnTo>
                    <a:pt x="5224072" y="171378"/>
                  </a:lnTo>
                  <a:lnTo>
                    <a:pt x="5224190" y="171378"/>
                  </a:lnTo>
                  <a:lnTo>
                    <a:pt x="5224308" y="171378"/>
                  </a:lnTo>
                  <a:lnTo>
                    <a:pt x="5224425" y="171378"/>
                  </a:lnTo>
                  <a:lnTo>
                    <a:pt x="5224543" y="171378"/>
                  </a:lnTo>
                  <a:lnTo>
                    <a:pt x="5224660" y="171378"/>
                  </a:lnTo>
                  <a:lnTo>
                    <a:pt x="5224778" y="171378"/>
                  </a:lnTo>
                  <a:lnTo>
                    <a:pt x="5224896" y="171378"/>
                  </a:lnTo>
                  <a:lnTo>
                    <a:pt x="5225013" y="171378"/>
                  </a:lnTo>
                  <a:lnTo>
                    <a:pt x="5225131" y="171378"/>
                  </a:lnTo>
                  <a:lnTo>
                    <a:pt x="5225248" y="171378"/>
                  </a:lnTo>
                  <a:lnTo>
                    <a:pt x="5225366" y="171378"/>
                  </a:lnTo>
                  <a:lnTo>
                    <a:pt x="5225484" y="171378"/>
                  </a:lnTo>
                  <a:lnTo>
                    <a:pt x="5225601" y="171378"/>
                  </a:lnTo>
                  <a:lnTo>
                    <a:pt x="5225719" y="171378"/>
                  </a:lnTo>
                  <a:lnTo>
                    <a:pt x="5225837" y="171378"/>
                  </a:lnTo>
                  <a:lnTo>
                    <a:pt x="5225954" y="171378"/>
                  </a:lnTo>
                  <a:lnTo>
                    <a:pt x="5226072" y="171378"/>
                  </a:lnTo>
                  <a:lnTo>
                    <a:pt x="5226189" y="171378"/>
                  </a:lnTo>
                  <a:lnTo>
                    <a:pt x="5226307" y="171378"/>
                  </a:lnTo>
                  <a:lnTo>
                    <a:pt x="5226425" y="171378"/>
                  </a:lnTo>
                  <a:lnTo>
                    <a:pt x="5226542" y="171378"/>
                  </a:lnTo>
                  <a:lnTo>
                    <a:pt x="5226660" y="171378"/>
                  </a:lnTo>
                  <a:lnTo>
                    <a:pt x="5226777" y="171378"/>
                  </a:lnTo>
                  <a:lnTo>
                    <a:pt x="5226777" y="170948"/>
                  </a:lnTo>
                  <a:lnTo>
                    <a:pt x="5226895" y="170948"/>
                  </a:lnTo>
                  <a:lnTo>
                    <a:pt x="5227013" y="170948"/>
                  </a:lnTo>
                  <a:lnTo>
                    <a:pt x="5227130" y="170948"/>
                  </a:lnTo>
                  <a:lnTo>
                    <a:pt x="5227248" y="170948"/>
                  </a:lnTo>
                  <a:lnTo>
                    <a:pt x="5227248" y="170517"/>
                  </a:lnTo>
                  <a:lnTo>
                    <a:pt x="5227366" y="170517"/>
                  </a:lnTo>
                  <a:lnTo>
                    <a:pt x="5227483" y="170517"/>
                  </a:lnTo>
                  <a:lnTo>
                    <a:pt x="5227601" y="170517"/>
                  </a:lnTo>
                  <a:lnTo>
                    <a:pt x="5227718" y="170517"/>
                  </a:lnTo>
                  <a:lnTo>
                    <a:pt x="5227836" y="170517"/>
                  </a:lnTo>
                  <a:lnTo>
                    <a:pt x="5227954" y="170517"/>
                  </a:lnTo>
                  <a:lnTo>
                    <a:pt x="5228071" y="170517"/>
                  </a:lnTo>
                  <a:lnTo>
                    <a:pt x="5228189" y="170517"/>
                  </a:lnTo>
                  <a:lnTo>
                    <a:pt x="5228306" y="170517"/>
                  </a:lnTo>
                  <a:lnTo>
                    <a:pt x="5228424" y="170517"/>
                  </a:lnTo>
                  <a:lnTo>
                    <a:pt x="5228542" y="170517"/>
                  </a:lnTo>
                  <a:lnTo>
                    <a:pt x="5228659" y="170517"/>
                  </a:lnTo>
                  <a:lnTo>
                    <a:pt x="5228777" y="170517"/>
                  </a:lnTo>
                  <a:lnTo>
                    <a:pt x="5228894" y="170517"/>
                  </a:lnTo>
                  <a:lnTo>
                    <a:pt x="5228894" y="170087"/>
                  </a:lnTo>
                  <a:lnTo>
                    <a:pt x="5229012" y="170087"/>
                  </a:lnTo>
                  <a:lnTo>
                    <a:pt x="5229130" y="170087"/>
                  </a:lnTo>
                  <a:lnTo>
                    <a:pt x="5229247" y="170087"/>
                  </a:lnTo>
                  <a:lnTo>
                    <a:pt x="5229365" y="170087"/>
                  </a:lnTo>
                  <a:lnTo>
                    <a:pt x="5229483" y="170087"/>
                  </a:lnTo>
                  <a:lnTo>
                    <a:pt x="5229600" y="170087"/>
                  </a:lnTo>
                  <a:lnTo>
                    <a:pt x="5229718" y="170087"/>
                  </a:lnTo>
                  <a:lnTo>
                    <a:pt x="5229835" y="170087"/>
                  </a:lnTo>
                  <a:lnTo>
                    <a:pt x="5229953" y="170087"/>
                  </a:lnTo>
                  <a:lnTo>
                    <a:pt x="5230071" y="170087"/>
                  </a:lnTo>
                  <a:lnTo>
                    <a:pt x="5230188" y="170087"/>
                  </a:lnTo>
                  <a:lnTo>
                    <a:pt x="5230306" y="170087"/>
                  </a:lnTo>
                  <a:lnTo>
                    <a:pt x="5230423" y="170087"/>
                  </a:lnTo>
                  <a:lnTo>
                    <a:pt x="5230541" y="170087"/>
                  </a:lnTo>
                  <a:lnTo>
                    <a:pt x="5230659" y="170087"/>
                  </a:lnTo>
                  <a:lnTo>
                    <a:pt x="5230776" y="170087"/>
                  </a:lnTo>
                  <a:lnTo>
                    <a:pt x="5230894" y="170087"/>
                  </a:lnTo>
                  <a:lnTo>
                    <a:pt x="5231012" y="170087"/>
                  </a:lnTo>
                  <a:lnTo>
                    <a:pt x="5231129" y="170087"/>
                  </a:lnTo>
                  <a:lnTo>
                    <a:pt x="5231247" y="170087"/>
                  </a:lnTo>
                  <a:lnTo>
                    <a:pt x="5231364" y="170087"/>
                  </a:lnTo>
                  <a:lnTo>
                    <a:pt x="5231482" y="170087"/>
                  </a:lnTo>
                  <a:lnTo>
                    <a:pt x="5231600" y="170087"/>
                  </a:lnTo>
                  <a:lnTo>
                    <a:pt x="5231600" y="169656"/>
                  </a:lnTo>
                  <a:lnTo>
                    <a:pt x="5231717" y="169656"/>
                  </a:lnTo>
                  <a:lnTo>
                    <a:pt x="5231835" y="169656"/>
                  </a:lnTo>
                  <a:lnTo>
                    <a:pt x="5231952" y="169656"/>
                  </a:lnTo>
                  <a:lnTo>
                    <a:pt x="5232070" y="169656"/>
                  </a:lnTo>
                  <a:lnTo>
                    <a:pt x="5232188" y="169656"/>
                  </a:lnTo>
                  <a:lnTo>
                    <a:pt x="5232188" y="169225"/>
                  </a:lnTo>
                  <a:lnTo>
                    <a:pt x="5232305" y="169225"/>
                  </a:lnTo>
                  <a:lnTo>
                    <a:pt x="5232423" y="169225"/>
                  </a:lnTo>
                  <a:lnTo>
                    <a:pt x="5232541" y="169225"/>
                  </a:lnTo>
                  <a:lnTo>
                    <a:pt x="5232658" y="169225"/>
                  </a:lnTo>
                  <a:lnTo>
                    <a:pt x="5232776" y="169225"/>
                  </a:lnTo>
                  <a:lnTo>
                    <a:pt x="5232893" y="169225"/>
                  </a:lnTo>
                  <a:lnTo>
                    <a:pt x="5233011" y="169225"/>
                  </a:lnTo>
                  <a:lnTo>
                    <a:pt x="5233129" y="169225"/>
                  </a:lnTo>
                  <a:lnTo>
                    <a:pt x="5233246" y="169225"/>
                  </a:lnTo>
                  <a:lnTo>
                    <a:pt x="5233364" y="169225"/>
                  </a:lnTo>
                  <a:lnTo>
                    <a:pt x="5233481" y="169225"/>
                  </a:lnTo>
                  <a:lnTo>
                    <a:pt x="5233599" y="169225"/>
                  </a:lnTo>
                  <a:lnTo>
                    <a:pt x="5233717" y="169225"/>
                  </a:lnTo>
                  <a:lnTo>
                    <a:pt x="5233834" y="169225"/>
                  </a:lnTo>
                  <a:lnTo>
                    <a:pt x="5233952" y="169225"/>
                  </a:lnTo>
                  <a:lnTo>
                    <a:pt x="5234070" y="169225"/>
                  </a:lnTo>
                  <a:lnTo>
                    <a:pt x="5234187" y="169225"/>
                  </a:lnTo>
                  <a:lnTo>
                    <a:pt x="5234305" y="169225"/>
                  </a:lnTo>
                  <a:lnTo>
                    <a:pt x="5234422" y="169225"/>
                  </a:lnTo>
                  <a:lnTo>
                    <a:pt x="5234540" y="169225"/>
                  </a:lnTo>
                  <a:lnTo>
                    <a:pt x="5234658" y="169225"/>
                  </a:lnTo>
                  <a:lnTo>
                    <a:pt x="5234775" y="169225"/>
                  </a:lnTo>
                  <a:lnTo>
                    <a:pt x="5234893" y="169225"/>
                  </a:lnTo>
                  <a:lnTo>
                    <a:pt x="5235010" y="169225"/>
                  </a:lnTo>
                  <a:lnTo>
                    <a:pt x="5235128" y="169225"/>
                  </a:lnTo>
                  <a:lnTo>
                    <a:pt x="5235246" y="169225"/>
                  </a:lnTo>
                  <a:lnTo>
                    <a:pt x="5235363" y="169225"/>
                  </a:lnTo>
                  <a:lnTo>
                    <a:pt x="5235481" y="169225"/>
                  </a:lnTo>
                  <a:lnTo>
                    <a:pt x="5235599" y="169225"/>
                  </a:lnTo>
                  <a:lnTo>
                    <a:pt x="5235716" y="169225"/>
                  </a:lnTo>
                  <a:lnTo>
                    <a:pt x="5235834" y="169225"/>
                  </a:lnTo>
                  <a:lnTo>
                    <a:pt x="5235951" y="169225"/>
                  </a:lnTo>
                  <a:lnTo>
                    <a:pt x="5236069" y="169225"/>
                  </a:lnTo>
                  <a:lnTo>
                    <a:pt x="5236187" y="169225"/>
                  </a:lnTo>
                  <a:lnTo>
                    <a:pt x="5236304" y="169225"/>
                  </a:lnTo>
                  <a:lnTo>
                    <a:pt x="5236422" y="169225"/>
                  </a:lnTo>
                  <a:lnTo>
                    <a:pt x="5236539" y="169225"/>
                  </a:lnTo>
                  <a:lnTo>
                    <a:pt x="5236657" y="169225"/>
                  </a:lnTo>
                  <a:lnTo>
                    <a:pt x="5236775" y="169225"/>
                  </a:lnTo>
                  <a:lnTo>
                    <a:pt x="5236775" y="168795"/>
                  </a:lnTo>
                  <a:lnTo>
                    <a:pt x="5236892" y="168795"/>
                  </a:lnTo>
                  <a:lnTo>
                    <a:pt x="5237010" y="168795"/>
                  </a:lnTo>
                  <a:lnTo>
                    <a:pt x="5237127" y="168795"/>
                  </a:lnTo>
                  <a:lnTo>
                    <a:pt x="5237245" y="168795"/>
                  </a:lnTo>
                  <a:lnTo>
                    <a:pt x="5237363" y="168795"/>
                  </a:lnTo>
                  <a:lnTo>
                    <a:pt x="5237480" y="168795"/>
                  </a:lnTo>
                  <a:lnTo>
                    <a:pt x="5237598" y="168795"/>
                  </a:lnTo>
                  <a:lnTo>
                    <a:pt x="5237716" y="168795"/>
                  </a:lnTo>
                  <a:lnTo>
                    <a:pt x="5237833" y="168795"/>
                  </a:lnTo>
                  <a:lnTo>
                    <a:pt x="5237951" y="168795"/>
                  </a:lnTo>
                  <a:lnTo>
                    <a:pt x="5238068" y="168795"/>
                  </a:lnTo>
                  <a:lnTo>
                    <a:pt x="5238186" y="168795"/>
                  </a:lnTo>
                  <a:lnTo>
                    <a:pt x="5238304" y="168795"/>
                  </a:lnTo>
                  <a:lnTo>
                    <a:pt x="5238421" y="168795"/>
                  </a:lnTo>
                  <a:lnTo>
                    <a:pt x="5238539" y="168795"/>
                  </a:lnTo>
                  <a:lnTo>
                    <a:pt x="5238656" y="168795"/>
                  </a:lnTo>
                  <a:lnTo>
                    <a:pt x="5238774" y="168795"/>
                  </a:lnTo>
                  <a:lnTo>
                    <a:pt x="5238892" y="168795"/>
                  </a:lnTo>
                  <a:lnTo>
                    <a:pt x="5239009" y="168795"/>
                  </a:lnTo>
                  <a:lnTo>
                    <a:pt x="5239127" y="168795"/>
                  </a:lnTo>
                  <a:lnTo>
                    <a:pt x="5239245" y="168795"/>
                  </a:lnTo>
                  <a:lnTo>
                    <a:pt x="5239362" y="168795"/>
                  </a:lnTo>
                  <a:lnTo>
                    <a:pt x="5239480" y="168795"/>
                  </a:lnTo>
                  <a:lnTo>
                    <a:pt x="5239597" y="168795"/>
                  </a:lnTo>
                  <a:lnTo>
                    <a:pt x="5239715" y="168795"/>
                  </a:lnTo>
                  <a:lnTo>
                    <a:pt x="5239833" y="168795"/>
                  </a:lnTo>
                  <a:lnTo>
                    <a:pt x="5239950" y="168795"/>
                  </a:lnTo>
                  <a:lnTo>
                    <a:pt x="5240068" y="168795"/>
                  </a:lnTo>
                  <a:lnTo>
                    <a:pt x="5240185" y="168795"/>
                  </a:lnTo>
                  <a:lnTo>
                    <a:pt x="5240303" y="168795"/>
                  </a:lnTo>
                  <a:lnTo>
                    <a:pt x="5240421" y="168795"/>
                  </a:lnTo>
                  <a:lnTo>
                    <a:pt x="5240538" y="168795"/>
                  </a:lnTo>
                  <a:lnTo>
                    <a:pt x="5240538" y="168364"/>
                  </a:lnTo>
                  <a:lnTo>
                    <a:pt x="5240538" y="167934"/>
                  </a:lnTo>
                  <a:lnTo>
                    <a:pt x="5240656" y="167934"/>
                  </a:lnTo>
                  <a:lnTo>
                    <a:pt x="5240774" y="167934"/>
                  </a:lnTo>
                  <a:lnTo>
                    <a:pt x="5240891" y="167934"/>
                  </a:lnTo>
                  <a:lnTo>
                    <a:pt x="5241009" y="167934"/>
                  </a:lnTo>
                  <a:lnTo>
                    <a:pt x="5241126" y="167934"/>
                  </a:lnTo>
                  <a:lnTo>
                    <a:pt x="5241244" y="167934"/>
                  </a:lnTo>
                  <a:lnTo>
                    <a:pt x="5241362" y="167934"/>
                  </a:lnTo>
                  <a:lnTo>
                    <a:pt x="5241479" y="167934"/>
                  </a:lnTo>
                  <a:lnTo>
                    <a:pt x="5241597" y="167934"/>
                  </a:lnTo>
                  <a:lnTo>
                    <a:pt x="5241714" y="167934"/>
                  </a:lnTo>
                  <a:lnTo>
                    <a:pt x="5241832" y="167934"/>
                  </a:lnTo>
                  <a:lnTo>
                    <a:pt x="5241950" y="167934"/>
                  </a:lnTo>
                  <a:lnTo>
                    <a:pt x="5242067" y="167934"/>
                  </a:lnTo>
                  <a:lnTo>
                    <a:pt x="5242185" y="167934"/>
                  </a:lnTo>
                  <a:lnTo>
                    <a:pt x="5242303" y="167934"/>
                  </a:lnTo>
                  <a:lnTo>
                    <a:pt x="5242420" y="167934"/>
                  </a:lnTo>
                  <a:lnTo>
                    <a:pt x="5242538" y="167934"/>
                  </a:lnTo>
                  <a:lnTo>
                    <a:pt x="5242655" y="167934"/>
                  </a:lnTo>
                  <a:lnTo>
                    <a:pt x="5242773" y="167934"/>
                  </a:lnTo>
                  <a:lnTo>
                    <a:pt x="5242773" y="167503"/>
                  </a:lnTo>
                  <a:lnTo>
                    <a:pt x="5242891" y="167503"/>
                  </a:lnTo>
                  <a:lnTo>
                    <a:pt x="5243008" y="167503"/>
                  </a:lnTo>
                  <a:lnTo>
                    <a:pt x="5243126" y="167503"/>
                  </a:lnTo>
                  <a:lnTo>
                    <a:pt x="5243243" y="167503"/>
                  </a:lnTo>
                  <a:lnTo>
                    <a:pt x="5243361" y="167503"/>
                  </a:lnTo>
                  <a:lnTo>
                    <a:pt x="5243479" y="167503"/>
                  </a:lnTo>
                  <a:lnTo>
                    <a:pt x="5243596" y="167503"/>
                  </a:lnTo>
                  <a:lnTo>
                    <a:pt x="5243714" y="167503"/>
                  </a:lnTo>
                  <a:lnTo>
                    <a:pt x="5243714" y="167072"/>
                  </a:lnTo>
                  <a:lnTo>
                    <a:pt x="5243832" y="167072"/>
                  </a:lnTo>
                  <a:lnTo>
                    <a:pt x="5243949" y="167072"/>
                  </a:lnTo>
                  <a:lnTo>
                    <a:pt x="5244067" y="167072"/>
                  </a:lnTo>
                  <a:lnTo>
                    <a:pt x="5244184" y="167072"/>
                  </a:lnTo>
                  <a:lnTo>
                    <a:pt x="5244302" y="167072"/>
                  </a:lnTo>
                  <a:lnTo>
                    <a:pt x="5244420" y="167072"/>
                  </a:lnTo>
                  <a:lnTo>
                    <a:pt x="5244537" y="167072"/>
                  </a:lnTo>
                  <a:lnTo>
                    <a:pt x="5244655" y="167072"/>
                  </a:lnTo>
                  <a:lnTo>
                    <a:pt x="5244772" y="167072"/>
                  </a:lnTo>
                  <a:lnTo>
                    <a:pt x="5244890" y="167072"/>
                  </a:lnTo>
                  <a:lnTo>
                    <a:pt x="5245008" y="167072"/>
                  </a:lnTo>
                  <a:lnTo>
                    <a:pt x="5245125" y="167072"/>
                  </a:lnTo>
                  <a:lnTo>
                    <a:pt x="5245243" y="167072"/>
                  </a:lnTo>
                  <a:lnTo>
                    <a:pt x="5245360" y="167072"/>
                  </a:lnTo>
                  <a:lnTo>
                    <a:pt x="5245478" y="167072"/>
                  </a:lnTo>
                  <a:lnTo>
                    <a:pt x="5245596" y="167072"/>
                  </a:lnTo>
                  <a:lnTo>
                    <a:pt x="5245713" y="167072"/>
                  </a:lnTo>
                  <a:lnTo>
                    <a:pt x="5245831" y="167072"/>
                  </a:lnTo>
                  <a:lnTo>
                    <a:pt x="5245949" y="167072"/>
                  </a:lnTo>
                  <a:lnTo>
                    <a:pt x="5246066" y="167072"/>
                  </a:lnTo>
                  <a:lnTo>
                    <a:pt x="5246184" y="167072"/>
                  </a:lnTo>
                  <a:lnTo>
                    <a:pt x="5246301" y="167072"/>
                  </a:lnTo>
                  <a:lnTo>
                    <a:pt x="5246419" y="167072"/>
                  </a:lnTo>
                  <a:lnTo>
                    <a:pt x="5246537" y="167072"/>
                  </a:lnTo>
                  <a:lnTo>
                    <a:pt x="5246654" y="167072"/>
                  </a:lnTo>
                  <a:lnTo>
                    <a:pt x="5246772" y="167072"/>
                  </a:lnTo>
                  <a:lnTo>
                    <a:pt x="5246889" y="167072"/>
                  </a:lnTo>
                  <a:lnTo>
                    <a:pt x="5247007" y="167072"/>
                  </a:lnTo>
                  <a:lnTo>
                    <a:pt x="5247125" y="167072"/>
                  </a:lnTo>
                  <a:lnTo>
                    <a:pt x="5247242" y="167072"/>
                  </a:lnTo>
                  <a:lnTo>
                    <a:pt x="5247360" y="167072"/>
                  </a:lnTo>
                  <a:lnTo>
                    <a:pt x="5247478" y="167072"/>
                  </a:lnTo>
                  <a:lnTo>
                    <a:pt x="5247595" y="167072"/>
                  </a:lnTo>
                  <a:lnTo>
                    <a:pt x="5247713" y="167072"/>
                  </a:lnTo>
                  <a:lnTo>
                    <a:pt x="5247830" y="167072"/>
                  </a:lnTo>
                  <a:lnTo>
                    <a:pt x="5247948" y="167072"/>
                  </a:lnTo>
                  <a:lnTo>
                    <a:pt x="5248066" y="167072"/>
                  </a:lnTo>
                  <a:lnTo>
                    <a:pt x="5248183" y="167072"/>
                  </a:lnTo>
                  <a:lnTo>
                    <a:pt x="5248301" y="167072"/>
                  </a:lnTo>
                  <a:lnTo>
                    <a:pt x="5248418" y="167072"/>
                  </a:lnTo>
                  <a:lnTo>
                    <a:pt x="5248536" y="167072"/>
                  </a:lnTo>
                  <a:lnTo>
                    <a:pt x="5248654" y="167072"/>
                  </a:lnTo>
                  <a:lnTo>
                    <a:pt x="5248771" y="167072"/>
                  </a:lnTo>
                  <a:lnTo>
                    <a:pt x="5248889" y="167072"/>
                  </a:lnTo>
                  <a:lnTo>
                    <a:pt x="5249007" y="167072"/>
                  </a:lnTo>
                  <a:lnTo>
                    <a:pt x="5249124" y="167072"/>
                  </a:lnTo>
                  <a:lnTo>
                    <a:pt x="5249242" y="167072"/>
                  </a:lnTo>
                  <a:lnTo>
                    <a:pt x="5249359" y="167072"/>
                  </a:lnTo>
                  <a:lnTo>
                    <a:pt x="5249477" y="167072"/>
                  </a:lnTo>
                  <a:lnTo>
                    <a:pt x="5249595" y="167072"/>
                  </a:lnTo>
                  <a:lnTo>
                    <a:pt x="5249712" y="167072"/>
                  </a:lnTo>
                  <a:lnTo>
                    <a:pt x="5249830" y="167072"/>
                  </a:lnTo>
                  <a:lnTo>
                    <a:pt x="5249947" y="167072"/>
                  </a:lnTo>
                  <a:lnTo>
                    <a:pt x="5250065" y="167072"/>
                  </a:lnTo>
                  <a:lnTo>
                    <a:pt x="5250183" y="167072"/>
                  </a:lnTo>
                  <a:lnTo>
                    <a:pt x="5250183" y="166642"/>
                  </a:lnTo>
                  <a:lnTo>
                    <a:pt x="5250300" y="166642"/>
                  </a:lnTo>
                  <a:lnTo>
                    <a:pt x="5250418" y="166642"/>
                  </a:lnTo>
                  <a:lnTo>
                    <a:pt x="5250536" y="166642"/>
                  </a:lnTo>
                  <a:lnTo>
                    <a:pt x="5250653" y="166642"/>
                  </a:lnTo>
                  <a:lnTo>
                    <a:pt x="5250771" y="166642"/>
                  </a:lnTo>
                  <a:lnTo>
                    <a:pt x="5250888" y="166642"/>
                  </a:lnTo>
                  <a:lnTo>
                    <a:pt x="5251006" y="166642"/>
                  </a:lnTo>
                  <a:lnTo>
                    <a:pt x="5251124" y="166642"/>
                  </a:lnTo>
                  <a:lnTo>
                    <a:pt x="5251241" y="166642"/>
                  </a:lnTo>
                  <a:lnTo>
                    <a:pt x="5251359" y="166642"/>
                  </a:lnTo>
                  <a:lnTo>
                    <a:pt x="5251476" y="166642"/>
                  </a:lnTo>
                  <a:lnTo>
                    <a:pt x="5251594" y="166642"/>
                  </a:lnTo>
                  <a:lnTo>
                    <a:pt x="5251712" y="166642"/>
                  </a:lnTo>
                  <a:lnTo>
                    <a:pt x="5251829" y="166642"/>
                  </a:lnTo>
                  <a:lnTo>
                    <a:pt x="5251947" y="166642"/>
                  </a:lnTo>
                  <a:lnTo>
                    <a:pt x="5252064" y="166642"/>
                  </a:lnTo>
                  <a:lnTo>
                    <a:pt x="5252182" y="166642"/>
                  </a:lnTo>
                  <a:lnTo>
                    <a:pt x="5252300" y="166642"/>
                  </a:lnTo>
                  <a:lnTo>
                    <a:pt x="5252417" y="166642"/>
                  </a:lnTo>
                  <a:lnTo>
                    <a:pt x="5252535" y="166642"/>
                  </a:lnTo>
                  <a:lnTo>
                    <a:pt x="5252653" y="166642"/>
                  </a:lnTo>
                  <a:lnTo>
                    <a:pt x="5252770" y="166642"/>
                  </a:lnTo>
                  <a:lnTo>
                    <a:pt x="5252888" y="166642"/>
                  </a:lnTo>
                  <a:lnTo>
                    <a:pt x="5253005" y="166642"/>
                  </a:lnTo>
                  <a:lnTo>
                    <a:pt x="5253123" y="166642"/>
                  </a:lnTo>
                  <a:lnTo>
                    <a:pt x="5253241" y="166642"/>
                  </a:lnTo>
                  <a:lnTo>
                    <a:pt x="5253358" y="166642"/>
                  </a:lnTo>
                  <a:lnTo>
                    <a:pt x="5253476" y="166642"/>
                  </a:lnTo>
                  <a:lnTo>
                    <a:pt x="5253593" y="166642"/>
                  </a:lnTo>
                  <a:lnTo>
                    <a:pt x="5253711" y="166642"/>
                  </a:lnTo>
                  <a:lnTo>
                    <a:pt x="5253829" y="166642"/>
                  </a:lnTo>
                  <a:lnTo>
                    <a:pt x="5253946" y="166642"/>
                  </a:lnTo>
                  <a:lnTo>
                    <a:pt x="5253946" y="166211"/>
                  </a:lnTo>
                  <a:lnTo>
                    <a:pt x="5254064" y="166211"/>
                  </a:lnTo>
                  <a:lnTo>
                    <a:pt x="5254182" y="166211"/>
                  </a:lnTo>
                  <a:lnTo>
                    <a:pt x="5254299" y="166211"/>
                  </a:lnTo>
                  <a:lnTo>
                    <a:pt x="5254417" y="166211"/>
                  </a:lnTo>
                  <a:lnTo>
                    <a:pt x="5254534" y="166211"/>
                  </a:lnTo>
                  <a:lnTo>
                    <a:pt x="5254652" y="166211"/>
                  </a:lnTo>
                  <a:lnTo>
                    <a:pt x="5254770" y="166211"/>
                  </a:lnTo>
                  <a:lnTo>
                    <a:pt x="5254887" y="166211"/>
                  </a:lnTo>
                  <a:lnTo>
                    <a:pt x="5255005" y="166211"/>
                  </a:lnTo>
                  <a:lnTo>
                    <a:pt x="5255122" y="166211"/>
                  </a:lnTo>
                  <a:lnTo>
                    <a:pt x="5255240" y="166211"/>
                  </a:lnTo>
                  <a:lnTo>
                    <a:pt x="5255240" y="165781"/>
                  </a:lnTo>
                  <a:lnTo>
                    <a:pt x="5255358" y="165781"/>
                  </a:lnTo>
                  <a:lnTo>
                    <a:pt x="5255475" y="165781"/>
                  </a:lnTo>
                  <a:lnTo>
                    <a:pt x="5255475" y="165350"/>
                  </a:lnTo>
                  <a:lnTo>
                    <a:pt x="5255593" y="165350"/>
                  </a:lnTo>
                  <a:lnTo>
                    <a:pt x="5255711" y="165350"/>
                  </a:lnTo>
                  <a:lnTo>
                    <a:pt x="5255828" y="165350"/>
                  </a:lnTo>
                  <a:lnTo>
                    <a:pt x="5255946" y="165350"/>
                  </a:lnTo>
                  <a:lnTo>
                    <a:pt x="5256063" y="165350"/>
                  </a:lnTo>
                  <a:lnTo>
                    <a:pt x="5256181" y="165350"/>
                  </a:lnTo>
                  <a:lnTo>
                    <a:pt x="5256299" y="165350"/>
                  </a:lnTo>
                  <a:lnTo>
                    <a:pt x="5256416" y="165350"/>
                  </a:lnTo>
                  <a:lnTo>
                    <a:pt x="5256534" y="165350"/>
                  </a:lnTo>
                  <a:lnTo>
                    <a:pt x="5256651" y="165350"/>
                  </a:lnTo>
                  <a:lnTo>
                    <a:pt x="5256769" y="165350"/>
                  </a:lnTo>
                  <a:lnTo>
                    <a:pt x="5256887" y="165350"/>
                  </a:lnTo>
                  <a:lnTo>
                    <a:pt x="5257004" y="165350"/>
                  </a:lnTo>
                  <a:lnTo>
                    <a:pt x="5257122" y="165350"/>
                  </a:lnTo>
                  <a:lnTo>
                    <a:pt x="5257240" y="165350"/>
                  </a:lnTo>
                  <a:lnTo>
                    <a:pt x="5257357" y="165350"/>
                  </a:lnTo>
                  <a:lnTo>
                    <a:pt x="5257475" y="165350"/>
                  </a:lnTo>
                  <a:lnTo>
                    <a:pt x="5257592" y="165350"/>
                  </a:lnTo>
                  <a:lnTo>
                    <a:pt x="5257710" y="165350"/>
                  </a:lnTo>
                  <a:lnTo>
                    <a:pt x="5257828" y="165350"/>
                  </a:lnTo>
                  <a:lnTo>
                    <a:pt x="5257945" y="165350"/>
                  </a:lnTo>
                  <a:lnTo>
                    <a:pt x="5258063" y="165350"/>
                  </a:lnTo>
                  <a:lnTo>
                    <a:pt x="5258180" y="165350"/>
                  </a:lnTo>
                  <a:lnTo>
                    <a:pt x="5258298" y="165350"/>
                  </a:lnTo>
                  <a:lnTo>
                    <a:pt x="5258416" y="165350"/>
                  </a:lnTo>
                  <a:lnTo>
                    <a:pt x="5258533" y="165350"/>
                  </a:lnTo>
                  <a:lnTo>
                    <a:pt x="5258651" y="165350"/>
                  </a:lnTo>
                  <a:lnTo>
                    <a:pt x="5258769" y="165350"/>
                  </a:lnTo>
                  <a:lnTo>
                    <a:pt x="5258886" y="165350"/>
                  </a:lnTo>
                  <a:lnTo>
                    <a:pt x="5259004" y="165350"/>
                  </a:lnTo>
                  <a:lnTo>
                    <a:pt x="5259121" y="165350"/>
                  </a:lnTo>
                  <a:lnTo>
                    <a:pt x="5259239" y="165350"/>
                  </a:lnTo>
                  <a:lnTo>
                    <a:pt x="5259357" y="165350"/>
                  </a:lnTo>
                  <a:lnTo>
                    <a:pt x="5259474" y="165350"/>
                  </a:lnTo>
                  <a:lnTo>
                    <a:pt x="5259592" y="165350"/>
                  </a:lnTo>
                  <a:lnTo>
                    <a:pt x="5259709" y="165350"/>
                  </a:lnTo>
                  <a:lnTo>
                    <a:pt x="5259827" y="165350"/>
                  </a:lnTo>
                  <a:lnTo>
                    <a:pt x="5259945" y="165350"/>
                  </a:lnTo>
                  <a:lnTo>
                    <a:pt x="5260062" y="165350"/>
                  </a:lnTo>
                  <a:lnTo>
                    <a:pt x="5260180" y="165350"/>
                  </a:lnTo>
                  <a:lnTo>
                    <a:pt x="5260297" y="165350"/>
                  </a:lnTo>
                  <a:lnTo>
                    <a:pt x="5260415" y="165350"/>
                  </a:lnTo>
                  <a:lnTo>
                    <a:pt x="5260533" y="165350"/>
                  </a:lnTo>
                  <a:lnTo>
                    <a:pt x="5260650" y="165350"/>
                  </a:lnTo>
                  <a:lnTo>
                    <a:pt x="5260768" y="165350"/>
                  </a:lnTo>
                  <a:lnTo>
                    <a:pt x="5260886" y="165350"/>
                  </a:lnTo>
                  <a:lnTo>
                    <a:pt x="5261003" y="165350"/>
                  </a:lnTo>
                  <a:lnTo>
                    <a:pt x="5261121" y="165350"/>
                  </a:lnTo>
                  <a:lnTo>
                    <a:pt x="5261238" y="165350"/>
                  </a:lnTo>
                  <a:lnTo>
                    <a:pt x="5261356" y="165350"/>
                  </a:lnTo>
                  <a:lnTo>
                    <a:pt x="5261474" y="165350"/>
                  </a:lnTo>
                  <a:lnTo>
                    <a:pt x="5261591" y="165350"/>
                  </a:lnTo>
                  <a:lnTo>
                    <a:pt x="5261709" y="165350"/>
                  </a:lnTo>
                  <a:lnTo>
                    <a:pt x="5261826" y="165350"/>
                  </a:lnTo>
                  <a:lnTo>
                    <a:pt x="5261944" y="165350"/>
                  </a:lnTo>
                  <a:lnTo>
                    <a:pt x="5262062" y="165350"/>
                  </a:lnTo>
                  <a:lnTo>
                    <a:pt x="5262179" y="165350"/>
                  </a:lnTo>
                  <a:lnTo>
                    <a:pt x="5262297" y="165350"/>
                  </a:lnTo>
                  <a:lnTo>
                    <a:pt x="5262415" y="165350"/>
                  </a:lnTo>
                  <a:lnTo>
                    <a:pt x="5262532" y="165350"/>
                  </a:lnTo>
                  <a:lnTo>
                    <a:pt x="5262650" y="165350"/>
                  </a:lnTo>
                  <a:lnTo>
                    <a:pt x="5262767" y="165350"/>
                  </a:lnTo>
                  <a:lnTo>
                    <a:pt x="5262885" y="165350"/>
                  </a:lnTo>
                  <a:lnTo>
                    <a:pt x="5263003" y="165350"/>
                  </a:lnTo>
                  <a:lnTo>
                    <a:pt x="5263120" y="165350"/>
                  </a:lnTo>
                  <a:lnTo>
                    <a:pt x="5263238" y="165350"/>
                  </a:lnTo>
                  <a:lnTo>
                    <a:pt x="5263355" y="165350"/>
                  </a:lnTo>
                  <a:lnTo>
                    <a:pt x="5263473" y="165350"/>
                  </a:lnTo>
                  <a:lnTo>
                    <a:pt x="5263591" y="165350"/>
                  </a:lnTo>
                  <a:lnTo>
                    <a:pt x="5263708" y="165350"/>
                  </a:lnTo>
                  <a:lnTo>
                    <a:pt x="5263826" y="165350"/>
                  </a:lnTo>
                  <a:lnTo>
                    <a:pt x="5263944" y="165350"/>
                  </a:lnTo>
                  <a:lnTo>
                    <a:pt x="5264061" y="165350"/>
                  </a:lnTo>
                  <a:lnTo>
                    <a:pt x="5264179" y="165350"/>
                  </a:lnTo>
                  <a:lnTo>
                    <a:pt x="5264296" y="165350"/>
                  </a:lnTo>
                  <a:lnTo>
                    <a:pt x="5264414" y="165350"/>
                  </a:lnTo>
                  <a:lnTo>
                    <a:pt x="5264532" y="165350"/>
                  </a:lnTo>
                  <a:lnTo>
                    <a:pt x="5264649" y="165350"/>
                  </a:lnTo>
                  <a:lnTo>
                    <a:pt x="5264767" y="165350"/>
                  </a:lnTo>
                  <a:lnTo>
                    <a:pt x="5264767" y="164919"/>
                  </a:lnTo>
                  <a:lnTo>
                    <a:pt x="5264884" y="164919"/>
                  </a:lnTo>
                  <a:lnTo>
                    <a:pt x="5265002" y="164919"/>
                  </a:lnTo>
                  <a:lnTo>
                    <a:pt x="5265120" y="164919"/>
                  </a:lnTo>
                  <a:lnTo>
                    <a:pt x="5265237" y="164919"/>
                  </a:lnTo>
                  <a:lnTo>
                    <a:pt x="5265355" y="164919"/>
                  </a:lnTo>
                  <a:lnTo>
                    <a:pt x="5265473" y="164919"/>
                  </a:lnTo>
                  <a:lnTo>
                    <a:pt x="5265590" y="164919"/>
                  </a:lnTo>
                  <a:lnTo>
                    <a:pt x="5265708" y="164919"/>
                  </a:lnTo>
                  <a:lnTo>
                    <a:pt x="5265825" y="164919"/>
                  </a:lnTo>
                  <a:lnTo>
                    <a:pt x="5265943" y="164919"/>
                  </a:lnTo>
                  <a:lnTo>
                    <a:pt x="5266061" y="164919"/>
                  </a:lnTo>
                  <a:lnTo>
                    <a:pt x="5266178" y="164919"/>
                  </a:lnTo>
                  <a:lnTo>
                    <a:pt x="5266178" y="164489"/>
                  </a:lnTo>
                  <a:lnTo>
                    <a:pt x="5266178" y="164058"/>
                  </a:lnTo>
                  <a:lnTo>
                    <a:pt x="5266296" y="164058"/>
                  </a:lnTo>
                  <a:lnTo>
                    <a:pt x="5266296" y="163628"/>
                  </a:lnTo>
                  <a:lnTo>
                    <a:pt x="5266413" y="163628"/>
                  </a:lnTo>
                  <a:lnTo>
                    <a:pt x="5266531" y="163628"/>
                  </a:lnTo>
                  <a:lnTo>
                    <a:pt x="5266649" y="163628"/>
                  </a:lnTo>
                  <a:lnTo>
                    <a:pt x="5266766" y="163628"/>
                  </a:lnTo>
                  <a:lnTo>
                    <a:pt x="5266884" y="163628"/>
                  </a:lnTo>
                  <a:lnTo>
                    <a:pt x="5267002" y="163628"/>
                  </a:lnTo>
                  <a:lnTo>
                    <a:pt x="5267119" y="163628"/>
                  </a:lnTo>
                  <a:lnTo>
                    <a:pt x="5267237" y="163628"/>
                  </a:lnTo>
                  <a:lnTo>
                    <a:pt x="5267354" y="163628"/>
                  </a:lnTo>
                  <a:lnTo>
                    <a:pt x="5267472" y="163628"/>
                  </a:lnTo>
                  <a:lnTo>
                    <a:pt x="5267590" y="163628"/>
                  </a:lnTo>
                  <a:lnTo>
                    <a:pt x="5267707" y="163628"/>
                  </a:lnTo>
                  <a:lnTo>
                    <a:pt x="5267825" y="163628"/>
                  </a:lnTo>
                  <a:lnTo>
                    <a:pt x="5267942" y="163628"/>
                  </a:lnTo>
                  <a:lnTo>
                    <a:pt x="5268060" y="163628"/>
                  </a:lnTo>
                  <a:lnTo>
                    <a:pt x="5268178" y="163628"/>
                  </a:lnTo>
                  <a:lnTo>
                    <a:pt x="5268295" y="163628"/>
                  </a:lnTo>
                  <a:lnTo>
                    <a:pt x="5268295" y="163197"/>
                  </a:lnTo>
                  <a:lnTo>
                    <a:pt x="5268413" y="163197"/>
                  </a:lnTo>
                  <a:lnTo>
                    <a:pt x="5268530" y="163197"/>
                  </a:lnTo>
                  <a:lnTo>
                    <a:pt x="5268648" y="163197"/>
                  </a:lnTo>
                  <a:lnTo>
                    <a:pt x="5268766" y="163197"/>
                  </a:lnTo>
                  <a:lnTo>
                    <a:pt x="5268883" y="163197"/>
                  </a:lnTo>
                  <a:lnTo>
                    <a:pt x="5269001" y="163197"/>
                  </a:lnTo>
                  <a:lnTo>
                    <a:pt x="5269119" y="163197"/>
                  </a:lnTo>
                  <a:lnTo>
                    <a:pt x="5269236" y="163197"/>
                  </a:lnTo>
                  <a:lnTo>
                    <a:pt x="5269354" y="163197"/>
                  </a:lnTo>
                  <a:lnTo>
                    <a:pt x="5269471" y="163197"/>
                  </a:lnTo>
                  <a:lnTo>
                    <a:pt x="5269589" y="163197"/>
                  </a:lnTo>
                  <a:lnTo>
                    <a:pt x="5269707" y="163197"/>
                  </a:lnTo>
                  <a:lnTo>
                    <a:pt x="5269824" y="163197"/>
                  </a:lnTo>
                  <a:lnTo>
                    <a:pt x="5269942" y="163197"/>
                  </a:lnTo>
                  <a:lnTo>
                    <a:pt x="5270059" y="163197"/>
                  </a:lnTo>
                  <a:lnTo>
                    <a:pt x="5270177" y="163197"/>
                  </a:lnTo>
                  <a:lnTo>
                    <a:pt x="5270295" y="163197"/>
                  </a:lnTo>
                  <a:lnTo>
                    <a:pt x="5270412" y="163197"/>
                  </a:lnTo>
                  <a:lnTo>
                    <a:pt x="5270530" y="163197"/>
                  </a:lnTo>
                  <a:lnTo>
                    <a:pt x="5270648" y="163197"/>
                  </a:lnTo>
                  <a:lnTo>
                    <a:pt x="5270765" y="163197"/>
                  </a:lnTo>
                  <a:lnTo>
                    <a:pt x="5270883" y="163197"/>
                  </a:lnTo>
                  <a:lnTo>
                    <a:pt x="5271000" y="163197"/>
                  </a:lnTo>
                  <a:lnTo>
                    <a:pt x="5271118" y="163197"/>
                  </a:lnTo>
                  <a:lnTo>
                    <a:pt x="5271236" y="163197"/>
                  </a:lnTo>
                  <a:lnTo>
                    <a:pt x="5271353" y="163197"/>
                  </a:lnTo>
                  <a:lnTo>
                    <a:pt x="5271471" y="163197"/>
                  </a:lnTo>
                  <a:lnTo>
                    <a:pt x="5271588" y="163197"/>
                  </a:lnTo>
                  <a:lnTo>
                    <a:pt x="5271706" y="163197"/>
                  </a:lnTo>
                  <a:lnTo>
                    <a:pt x="5271824" y="163197"/>
                  </a:lnTo>
                  <a:lnTo>
                    <a:pt x="5271941" y="163197"/>
                  </a:lnTo>
                  <a:lnTo>
                    <a:pt x="5271941" y="162766"/>
                  </a:lnTo>
                  <a:lnTo>
                    <a:pt x="5272059" y="162766"/>
                  </a:lnTo>
                  <a:lnTo>
                    <a:pt x="5272177" y="162766"/>
                  </a:lnTo>
                  <a:lnTo>
                    <a:pt x="5272294" y="162766"/>
                  </a:lnTo>
                  <a:lnTo>
                    <a:pt x="5272294" y="162336"/>
                  </a:lnTo>
                  <a:lnTo>
                    <a:pt x="5272412" y="162336"/>
                  </a:lnTo>
                  <a:lnTo>
                    <a:pt x="5272529" y="162336"/>
                  </a:lnTo>
                  <a:lnTo>
                    <a:pt x="5272647" y="162336"/>
                  </a:lnTo>
                  <a:lnTo>
                    <a:pt x="5272765" y="162336"/>
                  </a:lnTo>
                  <a:lnTo>
                    <a:pt x="5272882" y="162336"/>
                  </a:lnTo>
                  <a:lnTo>
                    <a:pt x="5273000" y="162336"/>
                  </a:lnTo>
                  <a:lnTo>
                    <a:pt x="5273117" y="162336"/>
                  </a:lnTo>
                  <a:lnTo>
                    <a:pt x="5273235" y="162336"/>
                  </a:lnTo>
                  <a:lnTo>
                    <a:pt x="5273353" y="162336"/>
                  </a:lnTo>
                  <a:lnTo>
                    <a:pt x="5273470" y="162336"/>
                  </a:lnTo>
                  <a:lnTo>
                    <a:pt x="5273588" y="162336"/>
                  </a:lnTo>
                  <a:lnTo>
                    <a:pt x="5273706" y="162336"/>
                  </a:lnTo>
                  <a:lnTo>
                    <a:pt x="5273823" y="162336"/>
                  </a:lnTo>
                  <a:lnTo>
                    <a:pt x="5273941" y="162336"/>
                  </a:lnTo>
                  <a:lnTo>
                    <a:pt x="5274058" y="162336"/>
                  </a:lnTo>
                  <a:lnTo>
                    <a:pt x="5274176" y="162336"/>
                  </a:lnTo>
                  <a:lnTo>
                    <a:pt x="5274294" y="162336"/>
                  </a:lnTo>
                  <a:lnTo>
                    <a:pt x="5274411" y="162336"/>
                  </a:lnTo>
                  <a:lnTo>
                    <a:pt x="5274529" y="162336"/>
                  </a:lnTo>
                  <a:lnTo>
                    <a:pt x="5274646" y="162336"/>
                  </a:lnTo>
                  <a:lnTo>
                    <a:pt x="5274764" y="162336"/>
                  </a:lnTo>
                  <a:lnTo>
                    <a:pt x="5274882" y="162336"/>
                  </a:lnTo>
                  <a:lnTo>
                    <a:pt x="5274999" y="162336"/>
                  </a:lnTo>
                  <a:lnTo>
                    <a:pt x="5275117" y="162336"/>
                  </a:lnTo>
                  <a:lnTo>
                    <a:pt x="5275235" y="162336"/>
                  </a:lnTo>
                  <a:lnTo>
                    <a:pt x="5275352" y="162336"/>
                  </a:lnTo>
                  <a:lnTo>
                    <a:pt x="5275470" y="162336"/>
                  </a:lnTo>
                  <a:lnTo>
                    <a:pt x="5275587" y="162336"/>
                  </a:lnTo>
                  <a:lnTo>
                    <a:pt x="5275705" y="162336"/>
                  </a:lnTo>
                  <a:lnTo>
                    <a:pt x="5275823" y="162336"/>
                  </a:lnTo>
                  <a:lnTo>
                    <a:pt x="5275940" y="162336"/>
                  </a:lnTo>
                  <a:lnTo>
                    <a:pt x="5276058" y="162336"/>
                  </a:lnTo>
                  <a:lnTo>
                    <a:pt x="5276175" y="162336"/>
                  </a:lnTo>
                  <a:lnTo>
                    <a:pt x="5276293" y="162336"/>
                  </a:lnTo>
                  <a:lnTo>
                    <a:pt x="5276411" y="162336"/>
                  </a:lnTo>
                  <a:lnTo>
                    <a:pt x="5276528" y="162336"/>
                  </a:lnTo>
                  <a:lnTo>
                    <a:pt x="5276646" y="162336"/>
                  </a:lnTo>
                  <a:lnTo>
                    <a:pt x="5276763" y="162336"/>
                  </a:lnTo>
                  <a:lnTo>
                    <a:pt x="5276881" y="162336"/>
                  </a:lnTo>
                  <a:lnTo>
                    <a:pt x="5276999" y="162336"/>
                  </a:lnTo>
                  <a:lnTo>
                    <a:pt x="5277116" y="162336"/>
                  </a:lnTo>
                  <a:lnTo>
                    <a:pt x="5277234" y="162336"/>
                  </a:lnTo>
                  <a:lnTo>
                    <a:pt x="5277352" y="162336"/>
                  </a:lnTo>
                  <a:lnTo>
                    <a:pt x="5277469" y="162336"/>
                  </a:lnTo>
                  <a:lnTo>
                    <a:pt x="5277587" y="162336"/>
                  </a:lnTo>
                  <a:lnTo>
                    <a:pt x="5277704" y="162336"/>
                  </a:lnTo>
                  <a:lnTo>
                    <a:pt x="5277822" y="162336"/>
                  </a:lnTo>
                  <a:lnTo>
                    <a:pt x="5277940" y="162336"/>
                  </a:lnTo>
                  <a:lnTo>
                    <a:pt x="5278057" y="162336"/>
                  </a:lnTo>
                  <a:lnTo>
                    <a:pt x="5278175" y="162336"/>
                  </a:lnTo>
                  <a:lnTo>
                    <a:pt x="5278292" y="162336"/>
                  </a:lnTo>
                  <a:lnTo>
                    <a:pt x="5278410" y="162336"/>
                  </a:lnTo>
                  <a:lnTo>
                    <a:pt x="5278528" y="162336"/>
                  </a:lnTo>
                  <a:lnTo>
                    <a:pt x="5278645" y="162336"/>
                  </a:lnTo>
                  <a:lnTo>
                    <a:pt x="5278763" y="162336"/>
                  </a:lnTo>
                  <a:lnTo>
                    <a:pt x="5278881" y="162336"/>
                  </a:lnTo>
                  <a:lnTo>
                    <a:pt x="5278998" y="162336"/>
                  </a:lnTo>
                  <a:lnTo>
                    <a:pt x="5279116" y="162336"/>
                  </a:lnTo>
                  <a:lnTo>
                    <a:pt x="5279233" y="162336"/>
                  </a:lnTo>
                  <a:lnTo>
                    <a:pt x="5279233" y="161905"/>
                  </a:lnTo>
                  <a:lnTo>
                    <a:pt x="5279351" y="161905"/>
                  </a:lnTo>
                  <a:lnTo>
                    <a:pt x="5279469" y="161905"/>
                  </a:lnTo>
                  <a:lnTo>
                    <a:pt x="5279586" y="161905"/>
                  </a:lnTo>
                  <a:lnTo>
                    <a:pt x="5279704" y="161905"/>
                  </a:lnTo>
                  <a:lnTo>
                    <a:pt x="5279821" y="161905"/>
                  </a:lnTo>
                  <a:lnTo>
                    <a:pt x="5279939" y="161905"/>
                  </a:lnTo>
                  <a:lnTo>
                    <a:pt x="5280057" y="161905"/>
                  </a:lnTo>
                  <a:lnTo>
                    <a:pt x="5280174" y="161905"/>
                  </a:lnTo>
                  <a:lnTo>
                    <a:pt x="5280292" y="161905"/>
                  </a:lnTo>
                  <a:lnTo>
                    <a:pt x="5280410" y="161905"/>
                  </a:lnTo>
                  <a:lnTo>
                    <a:pt x="5280527" y="161905"/>
                  </a:lnTo>
                  <a:lnTo>
                    <a:pt x="5280645" y="161905"/>
                  </a:lnTo>
                  <a:lnTo>
                    <a:pt x="5280762" y="161905"/>
                  </a:lnTo>
                  <a:lnTo>
                    <a:pt x="5280880" y="161905"/>
                  </a:lnTo>
                  <a:lnTo>
                    <a:pt x="5280880" y="161475"/>
                  </a:lnTo>
                  <a:lnTo>
                    <a:pt x="5280998" y="161475"/>
                  </a:lnTo>
                  <a:lnTo>
                    <a:pt x="5281115" y="161475"/>
                  </a:lnTo>
                  <a:lnTo>
                    <a:pt x="5281233" y="161475"/>
                  </a:lnTo>
                  <a:lnTo>
                    <a:pt x="5281350" y="161475"/>
                  </a:lnTo>
                  <a:lnTo>
                    <a:pt x="5281468" y="161475"/>
                  </a:lnTo>
                  <a:lnTo>
                    <a:pt x="5281586" y="161475"/>
                  </a:lnTo>
                  <a:lnTo>
                    <a:pt x="5281703" y="161475"/>
                  </a:lnTo>
                  <a:lnTo>
                    <a:pt x="5281821" y="161475"/>
                  </a:lnTo>
                  <a:lnTo>
                    <a:pt x="5281939" y="161475"/>
                  </a:lnTo>
                  <a:lnTo>
                    <a:pt x="5282056" y="161475"/>
                  </a:lnTo>
                  <a:lnTo>
                    <a:pt x="5282174" y="161475"/>
                  </a:lnTo>
                  <a:lnTo>
                    <a:pt x="5282291" y="161475"/>
                  </a:lnTo>
                  <a:lnTo>
                    <a:pt x="5282409" y="161475"/>
                  </a:lnTo>
                  <a:lnTo>
                    <a:pt x="5282527" y="161475"/>
                  </a:lnTo>
                  <a:lnTo>
                    <a:pt x="5282644" y="161475"/>
                  </a:lnTo>
                  <a:lnTo>
                    <a:pt x="5282762" y="161475"/>
                  </a:lnTo>
                  <a:lnTo>
                    <a:pt x="5282879" y="161475"/>
                  </a:lnTo>
                  <a:lnTo>
                    <a:pt x="5282997" y="161475"/>
                  </a:lnTo>
                  <a:lnTo>
                    <a:pt x="5283115" y="161475"/>
                  </a:lnTo>
                  <a:lnTo>
                    <a:pt x="5283232" y="161475"/>
                  </a:lnTo>
                  <a:lnTo>
                    <a:pt x="5283350" y="161475"/>
                  </a:lnTo>
                  <a:lnTo>
                    <a:pt x="5283468" y="161475"/>
                  </a:lnTo>
                  <a:lnTo>
                    <a:pt x="5283585" y="161475"/>
                  </a:lnTo>
                  <a:lnTo>
                    <a:pt x="5283703" y="161475"/>
                  </a:lnTo>
                  <a:lnTo>
                    <a:pt x="5283820" y="161475"/>
                  </a:lnTo>
                  <a:lnTo>
                    <a:pt x="5283938" y="161475"/>
                  </a:lnTo>
                  <a:lnTo>
                    <a:pt x="5284056" y="161475"/>
                  </a:lnTo>
                  <a:lnTo>
                    <a:pt x="5284173" y="161475"/>
                  </a:lnTo>
                  <a:lnTo>
                    <a:pt x="5284291" y="161475"/>
                  </a:lnTo>
                  <a:lnTo>
                    <a:pt x="5284408" y="161475"/>
                  </a:lnTo>
                  <a:lnTo>
                    <a:pt x="5284526" y="161475"/>
                  </a:lnTo>
                  <a:lnTo>
                    <a:pt x="5284526" y="161044"/>
                  </a:lnTo>
                  <a:lnTo>
                    <a:pt x="5284644" y="161044"/>
                  </a:lnTo>
                  <a:lnTo>
                    <a:pt x="5284761" y="161044"/>
                  </a:lnTo>
                  <a:lnTo>
                    <a:pt x="5284879" y="161044"/>
                  </a:lnTo>
                  <a:lnTo>
                    <a:pt x="5284996" y="161044"/>
                  </a:lnTo>
                  <a:lnTo>
                    <a:pt x="5284996" y="160613"/>
                  </a:lnTo>
                  <a:lnTo>
                    <a:pt x="5285114" y="160613"/>
                  </a:lnTo>
                  <a:lnTo>
                    <a:pt x="5285232" y="160613"/>
                  </a:lnTo>
                  <a:lnTo>
                    <a:pt x="5285349" y="160613"/>
                  </a:lnTo>
                  <a:lnTo>
                    <a:pt x="5285467" y="160613"/>
                  </a:lnTo>
                  <a:lnTo>
                    <a:pt x="5285585" y="160613"/>
                  </a:lnTo>
                  <a:lnTo>
                    <a:pt x="5285702" y="160613"/>
                  </a:lnTo>
                  <a:lnTo>
                    <a:pt x="5285820" y="160613"/>
                  </a:lnTo>
                  <a:lnTo>
                    <a:pt x="5285937" y="160613"/>
                  </a:lnTo>
                  <a:lnTo>
                    <a:pt x="5286055" y="160613"/>
                  </a:lnTo>
                  <a:lnTo>
                    <a:pt x="5286173" y="160613"/>
                  </a:lnTo>
                  <a:lnTo>
                    <a:pt x="5286290" y="160613"/>
                  </a:lnTo>
                  <a:lnTo>
                    <a:pt x="5286408" y="160613"/>
                  </a:lnTo>
                  <a:lnTo>
                    <a:pt x="5286525" y="160613"/>
                  </a:lnTo>
                  <a:lnTo>
                    <a:pt x="5286643" y="160613"/>
                  </a:lnTo>
                  <a:lnTo>
                    <a:pt x="5286761" y="160613"/>
                  </a:lnTo>
                  <a:lnTo>
                    <a:pt x="5286878" y="160613"/>
                  </a:lnTo>
                  <a:lnTo>
                    <a:pt x="5286996" y="160613"/>
                  </a:lnTo>
                  <a:lnTo>
                    <a:pt x="5287114" y="160613"/>
                  </a:lnTo>
                  <a:lnTo>
                    <a:pt x="5287231" y="160613"/>
                  </a:lnTo>
                  <a:lnTo>
                    <a:pt x="5287349" y="160613"/>
                  </a:lnTo>
                  <a:lnTo>
                    <a:pt x="5287466" y="160613"/>
                  </a:lnTo>
                  <a:lnTo>
                    <a:pt x="5287584" y="160613"/>
                  </a:lnTo>
                  <a:lnTo>
                    <a:pt x="5287702" y="160613"/>
                  </a:lnTo>
                  <a:lnTo>
                    <a:pt x="5287819" y="160613"/>
                  </a:lnTo>
                  <a:lnTo>
                    <a:pt x="5287937" y="160613"/>
                  </a:lnTo>
                  <a:lnTo>
                    <a:pt x="5288054" y="160613"/>
                  </a:lnTo>
                  <a:lnTo>
                    <a:pt x="5288172" y="160613"/>
                  </a:lnTo>
                  <a:lnTo>
                    <a:pt x="5288290" y="160613"/>
                  </a:lnTo>
                  <a:lnTo>
                    <a:pt x="5288407" y="160613"/>
                  </a:lnTo>
                  <a:lnTo>
                    <a:pt x="5288525" y="160613"/>
                  </a:lnTo>
                  <a:lnTo>
                    <a:pt x="5288643" y="160613"/>
                  </a:lnTo>
                  <a:lnTo>
                    <a:pt x="5288760" y="160613"/>
                  </a:lnTo>
                  <a:lnTo>
                    <a:pt x="5288878" y="160613"/>
                  </a:lnTo>
                  <a:lnTo>
                    <a:pt x="5288995" y="160613"/>
                  </a:lnTo>
                  <a:lnTo>
                    <a:pt x="5289113" y="160613"/>
                  </a:lnTo>
                  <a:lnTo>
                    <a:pt x="5289113" y="160183"/>
                  </a:lnTo>
                  <a:lnTo>
                    <a:pt x="5289231" y="160183"/>
                  </a:lnTo>
                  <a:lnTo>
                    <a:pt x="5289348" y="160183"/>
                  </a:lnTo>
                  <a:lnTo>
                    <a:pt x="5289466" y="160183"/>
                  </a:lnTo>
                  <a:lnTo>
                    <a:pt x="5289583" y="160183"/>
                  </a:lnTo>
                  <a:lnTo>
                    <a:pt x="5289701" y="160183"/>
                  </a:lnTo>
                  <a:lnTo>
                    <a:pt x="5289819" y="160183"/>
                  </a:lnTo>
                  <a:lnTo>
                    <a:pt x="5289936" y="160183"/>
                  </a:lnTo>
                  <a:lnTo>
                    <a:pt x="5290054" y="160183"/>
                  </a:lnTo>
                  <a:lnTo>
                    <a:pt x="5290172" y="160183"/>
                  </a:lnTo>
                  <a:lnTo>
                    <a:pt x="5290289" y="160183"/>
                  </a:lnTo>
                  <a:lnTo>
                    <a:pt x="5290407" y="160183"/>
                  </a:lnTo>
                  <a:lnTo>
                    <a:pt x="5290524" y="160183"/>
                  </a:lnTo>
                  <a:lnTo>
                    <a:pt x="5290642" y="160183"/>
                  </a:lnTo>
                  <a:lnTo>
                    <a:pt x="5290760" y="160183"/>
                  </a:lnTo>
                  <a:lnTo>
                    <a:pt x="5290877" y="160183"/>
                  </a:lnTo>
                  <a:lnTo>
                    <a:pt x="5290995" y="160183"/>
                  </a:lnTo>
                  <a:lnTo>
                    <a:pt x="5291112" y="160183"/>
                  </a:lnTo>
                  <a:lnTo>
                    <a:pt x="5291230" y="160183"/>
                  </a:lnTo>
                  <a:lnTo>
                    <a:pt x="5291230" y="159752"/>
                  </a:lnTo>
                  <a:lnTo>
                    <a:pt x="5291348" y="159752"/>
                  </a:lnTo>
                  <a:lnTo>
                    <a:pt x="5291465" y="159752"/>
                  </a:lnTo>
                  <a:lnTo>
                    <a:pt x="5291583" y="159752"/>
                  </a:lnTo>
                  <a:lnTo>
                    <a:pt x="5291701" y="159752"/>
                  </a:lnTo>
                  <a:lnTo>
                    <a:pt x="5291818" y="159752"/>
                  </a:lnTo>
                  <a:lnTo>
                    <a:pt x="5291936" y="159752"/>
                  </a:lnTo>
                  <a:lnTo>
                    <a:pt x="5292053" y="159752"/>
                  </a:lnTo>
                  <a:lnTo>
                    <a:pt x="5292171" y="159752"/>
                  </a:lnTo>
                  <a:lnTo>
                    <a:pt x="5292289" y="159752"/>
                  </a:lnTo>
                  <a:lnTo>
                    <a:pt x="5292406" y="159752"/>
                  </a:lnTo>
                  <a:lnTo>
                    <a:pt x="5292524" y="159752"/>
                  </a:lnTo>
                  <a:lnTo>
                    <a:pt x="5292641" y="159752"/>
                  </a:lnTo>
                  <a:lnTo>
                    <a:pt x="5292759" y="159752"/>
                  </a:lnTo>
                  <a:lnTo>
                    <a:pt x="5292877" y="159752"/>
                  </a:lnTo>
                  <a:lnTo>
                    <a:pt x="5292994" y="159752"/>
                  </a:lnTo>
                  <a:lnTo>
                    <a:pt x="5293112" y="159752"/>
                  </a:lnTo>
                  <a:lnTo>
                    <a:pt x="5293229" y="159752"/>
                  </a:lnTo>
                  <a:lnTo>
                    <a:pt x="5293347" y="159752"/>
                  </a:lnTo>
                  <a:lnTo>
                    <a:pt x="5293465" y="159752"/>
                  </a:lnTo>
                  <a:lnTo>
                    <a:pt x="5293582" y="159752"/>
                  </a:lnTo>
                  <a:lnTo>
                    <a:pt x="5293700" y="159752"/>
                  </a:lnTo>
                  <a:lnTo>
                    <a:pt x="5293818" y="159752"/>
                  </a:lnTo>
                  <a:lnTo>
                    <a:pt x="5293935" y="159752"/>
                  </a:lnTo>
                  <a:lnTo>
                    <a:pt x="5293935" y="159322"/>
                  </a:lnTo>
                  <a:lnTo>
                    <a:pt x="5294053" y="159322"/>
                  </a:lnTo>
                  <a:lnTo>
                    <a:pt x="5294170" y="159322"/>
                  </a:lnTo>
                  <a:lnTo>
                    <a:pt x="5294288" y="159322"/>
                  </a:lnTo>
                  <a:lnTo>
                    <a:pt x="5294406" y="159322"/>
                  </a:lnTo>
                  <a:lnTo>
                    <a:pt x="5294523" y="159322"/>
                  </a:lnTo>
                  <a:lnTo>
                    <a:pt x="5294641" y="159322"/>
                  </a:lnTo>
                  <a:lnTo>
                    <a:pt x="5294758" y="159322"/>
                  </a:lnTo>
                  <a:lnTo>
                    <a:pt x="5294876" y="159322"/>
                  </a:lnTo>
                  <a:lnTo>
                    <a:pt x="5294994" y="159322"/>
                  </a:lnTo>
                  <a:lnTo>
                    <a:pt x="5295111" y="159322"/>
                  </a:lnTo>
                  <a:lnTo>
                    <a:pt x="5295229" y="159322"/>
                  </a:lnTo>
                  <a:lnTo>
                    <a:pt x="5295347" y="159322"/>
                  </a:lnTo>
                  <a:lnTo>
                    <a:pt x="5295464" y="159322"/>
                  </a:lnTo>
                  <a:lnTo>
                    <a:pt x="5295582" y="159322"/>
                  </a:lnTo>
                  <a:lnTo>
                    <a:pt x="5295699" y="159322"/>
                  </a:lnTo>
                  <a:lnTo>
                    <a:pt x="5295817" y="159322"/>
                  </a:lnTo>
                  <a:lnTo>
                    <a:pt x="5295935" y="159322"/>
                  </a:lnTo>
                  <a:lnTo>
                    <a:pt x="5296052" y="159322"/>
                  </a:lnTo>
                  <a:lnTo>
                    <a:pt x="5296170" y="159322"/>
                  </a:lnTo>
                  <a:lnTo>
                    <a:pt x="5296287" y="159322"/>
                  </a:lnTo>
                  <a:lnTo>
                    <a:pt x="5296405" y="159322"/>
                  </a:lnTo>
                  <a:lnTo>
                    <a:pt x="5296523" y="159322"/>
                  </a:lnTo>
                  <a:lnTo>
                    <a:pt x="5296640" y="159322"/>
                  </a:lnTo>
                  <a:lnTo>
                    <a:pt x="5296758" y="159322"/>
                  </a:lnTo>
                  <a:lnTo>
                    <a:pt x="5296876" y="159322"/>
                  </a:lnTo>
                  <a:lnTo>
                    <a:pt x="5296993" y="159322"/>
                  </a:lnTo>
                  <a:lnTo>
                    <a:pt x="5297111" y="159322"/>
                  </a:lnTo>
                  <a:lnTo>
                    <a:pt x="5297228" y="159322"/>
                  </a:lnTo>
                  <a:lnTo>
                    <a:pt x="5297346" y="159322"/>
                  </a:lnTo>
                  <a:lnTo>
                    <a:pt x="5297346" y="158891"/>
                  </a:lnTo>
                  <a:lnTo>
                    <a:pt x="5297464" y="158891"/>
                  </a:lnTo>
                  <a:lnTo>
                    <a:pt x="5297581" y="158891"/>
                  </a:lnTo>
                  <a:lnTo>
                    <a:pt x="5297699" y="158891"/>
                  </a:lnTo>
                  <a:lnTo>
                    <a:pt x="5297816" y="158891"/>
                  </a:lnTo>
                  <a:lnTo>
                    <a:pt x="5297934" y="158891"/>
                  </a:lnTo>
                  <a:lnTo>
                    <a:pt x="5298052" y="158891"/>
                  </a:lnTo>
                  <a:lnTo>
                    <a:pt x="5298169" y="158891"/>
                  </a:lnTo>
                  <a:lnTo>
                    <a:pt x="5298287" y="158891"/>
                  </a:lnTo>
                  <a:lnTo>
                    <a:pt x="5298405" y="158891"/>
                  </a:lnTo>
                  <a:lnTo>
                    <a:pt x="5298522" y="158891"/>
                  </a:lnTo>
                  <a:lnTo>
                    <a:pt x="5298640" y="158891"/>
                  </a:lnTo>
                  <a:lnTo>
                    <a:pt x="5298757" y="158891"/>
                  </a:lnTo>
                  <a:lnTo>
                    <a:pt x="5298875" y="158891"/>
                  </a:lnTo>
                  <a:lnTo>
                    <a:pt x="5298993" y="158891"/>
                  </a:lnTo>
                  <a:lnTo>
                    <a:pt x="5299110" y="158891"/>
                  </a:lnTo>
                  <a:lnTo>
                    <a:pt x="5299228" y="158891"/>
                  </a:lnTo>
                  <a:lnTo>
                    <a:pt x="5299345" y="158891"/>
                  </a:lnTo>
                  <a:lnTo>
                    <a:pt x="5299463" y="158891"/>
                  </a:lnTo>
                  <a:lnTo>
                    <a:pt x="5299463" y="158460"/>
                  </a:lnTo>
                  <a:lnTo>
                    <a:pt x="5299581" y="158460"/>
                  </a:lnTo>
                  <a:lnTo>
                    <a:pt x="5299698" y="158460"/>
                  </a:lnTo>
                  <a:lnTo>
                    <a:pt x="5299816" y="158460"/>
                  </a:lnTo>
                  <a:lnTo>
                    <a:pt x="5299934" y="158460"/>
                  </a:lnTo>
                  <a:lnTo>
                    <a:pt x="5300051" y="158460"/>
                  </a:lnTo>
                  <a:lnTo>
                    <a:pt x="5300169" y="158460"/>
                  </a:lnTo>
                  <a:lnTo>
                    <a:pt x="5300286" y="158460"/>
                  </a:lnTo>
                  <a:lnTo>
                    <a:pt x="5300404" y="158460"/>
                  </a:lnTo>
                  <a:lnTo>
                    <a:pt x="5300522" y="158460"/>
                  </a:lnTo>
                  <a:lnTo>
                    <a:pt x="5300639" y="158460"/>
                  </a:lnTo>
                  <a:lnTo>
                    <a:pt x="5300757" y="158460"/>
                  </a:lnTo>
                  <a:lnTo>
                    <a:pt x="5300874" y="158460"/>
                  </a:lnTo>
                  <a:lnTo>
                    <a:pt x="5300992" y="158460"/>
                  </a:lnTo>
                  <a:lnTo>
                    <a:pt x="5301110" y="158460"/>
                  </a:lnTo>
                  <a:lnTo>
                    <a:pt x="5301227" y="158460"/>
                  </a:lnTo>
                  <a:lnTo>
                    <a:pt x="5301227" y="158030"/>
                  </a:lnTo>
                  <a:lnTo>
                    <a:pt x="5301345" y="158030"/>
                  </a:lnTo>
                  <a:lnTo>
                    <a:pt x="5301462" y="158030"/>
                  </a:lnTo>
                  <a:lnTo>
                    <a:pt x="5301462" y="157599"/>
                  </a:lnTo>
                  <a:lnTo>
                    <a:pt x="5301580" y="157599"/>
                  </a:lnTo>
                  <a:lnTo>
                    <a:pt x="5301698" y="157599"/>
                  </a:lnTo>
                  <a:lnTo>
                    <a:pt x="5301815" y="157599"/>
                  </a:lnTo>
                  <a:lnTo>
                    <a:pt x="5301933" y="157599"/>
                  </a:lnTo>
                  <a:lnTo>
                    <a:pt x="5302051" y="157599"/>
                  </a:lnTo>
                  <a:lnTo>
                    <a:pt x="5302168" y="157599"/>
                  </a:lnTo>
                  <a:lnTo>
                    <a:pt x="5302286" y="157599"/>
                  </a:lnTo>
                  <a:lnTo>
                    <a:pt x="5302403" y="157599"/>
                  </a:lnTo>
                  <a:lnTo>
                    <a:pt x="5302521" y="157599"/>
                  </a:lnTo>
                  <a:lnTo>
                    <a:pt x="5302639" y="157599"/>
                  </a:lnTo>
                  <a:lnTo>
                    <a:pt x="5302756" y="157599"/>
                  </a:lnTo>
                  <a:lnTo>
                    <a:pt x="5302874" y="157599"/>
                  </a:lnTo>
                  <a:lnTo>
                    <a:pt x="5302991" y="157599"/>
                  </a:lnTo>
                  <a:lnTo>
                    <a:pt x="5302991" y="157169"/>
                  </a:lnTo>
                  <a:lnTo>
                    <a:pt x="5303109" y="157169"/>
                  </a:lnTo>
                  <a:lnTo>
                    <a:pt x="5303227" y="157169"/>
                  </a:lnTo>
                  <a:lnTo>
                    <a:pt x="5303344" y="157169"/>
                  </a:lnTo>
                  <a:lnTo>
                    <a:pt x="5303462" y="157169"/>
                  </a:lnTo>
                  <a:lnTo>
                    <a:pt x="5303580" y="157169"/>
                  </a:lnTo>
                  <a:lnTo>
                    <a:pt x="5303697" y="157169"/>
                  </a:lnTo>
                  <a:lnTo>
                    <a:pt x="5303815" y="157169"/>
                  </a:lnTo>
                  <a:lnTo>
                    <a:pt x="5303932" y="157169"/>
                  </a:lnTo>
                  <a:lnTo>
                    <a:pt x="5304050" y="157169"/>
                  </a:lnTo>
                  <a:lnTo>
                    <a:pt x="5304168" y="157169"/>
                  </a:lnTo>
                  <a:lnTo>
                    <a:pt x="5304285" y="157169"/>
                  </a:lnTo>
                  <a:lnTo>
                    <a:pt x="5304403" y="157169"/>
                  </a:lnTo>
                  <a:lnTo>
                    <a:pt x="5304520" y="157169"/>
                  </a:lnTo>
                  <a:lnTo>
                    <a:pt x="5304638" y="157169"/>
                  </a:lnTo>
                  <a:lnTo>
                    <a:pt x="5304756" y="157169"/>
                  </a:lnTo>
                  <a:lnTo>
                    <a:pt x="5304873" y="157169"/>
                  </a:lnTo>
                  <a:lnTo>
                    <a:pt x="5304991" y="157169"/>
                  </a:lnTo>
                  <a:lnTo>
                    <a:pt x="5305109" y="157169"/>
                  </a:lnTo>
                  <a:lnTo>
                    <a:pt x="5305226" y="157169"/>
                  </a:lnTo>
                  <a:lnTo>
                    <a:pt x="5305344" y="157169"/>
                  </a:lnTo>
                  <a:lnTo>
                    <a:pt x="5305461" y="157169"/>
                  </a:lnTo>
                  <a:lnTo>
                    <a:pt x="5305579" y="157169"/>
                  </a:lnTo>
                  <a:lnTo>
                    <a:pt x="5305697" y="157169"/>
                  </a:lnTo>
                  <a:lnTo>
                    <a:pt x="5305814" y="157169"/>
                  </a:lnTo>
                  <a:lnTo>
                    <a:pt x="5305932" y="157169"/>
                  </a:lnTo>
                  <a:lnTo>
                    <a:pt x="5306049" y="157169"/>
                  </a:lnTo>
                  <a:lnTo>
                    <a:pt x="5306167" y="157169"/>
                  </a:lnTo>
                  <a:lnTo>
                    <a:pt x="5306285" y="157169"/>
                  </a:lnTo>
                  <a:lnTo>
                    <a:pt x="5306285" y="156738"/>
                  </a:lnTo>
                  <a:lnTo>
                    <a:pt x="5306402" y="156738"/>
                  </a:lnTo>
                  <a:lnTo>
                    <a:pt x="5306520" y="156738"/>
                  </a:lnTo>
                  <a:lnTo>
                    <a:pt x="5306638" y="156738"/>
                  </a:lnTo>
                  <a:lnTo>
                    <a:pt x="5306638" y="156307"/>
                  </a:lnTo>
                  <a:lnTo>
                    <a:pt x="5306755" y="156307"/>
                  </a:lnTo>
                  <a:lnTo>
                    <a:pt x="5306873" y="156307"/>
                  </a:lnTo>
                  <a:lnTo>
                    <a:pt x="5306990" y="156307"/>
                  </a:lnTo>
                  <a:lnTo>
                    <a:pt x="5307108" y="156307"/>
                  </a:lnTo>
                  <a:lnTo>
                    <a:pt x="5307226" y="156307"/>
                  </a:lnTo>
                  <a:lnTo>
                    <a:pt x="5307343" y="156307"/>
                  </a:lnTo>
                  <a:lnTo>
                    <a:pt x="5307461" y="156307"/>
                  </a:lnTo>
                  <a:lnTo>
                    <a:pt x="5307578" y="156307"/>
                  </a:lnTo>
                  <a:lnTo>
                    <a:pt x="5307696" y="156307"/>
                  </a:lnTo>
                  <a:lnTo>
                    <a:pt x="5307814" y="156307"/>
                  </a:lnTo>
                  <a:lnTo>
                    <a:pt x="5307931" y="156307"/>
                  </a:lnTo>
                  <a:lnTo>
                    <a:pt x="5308049" y="156307"/>
                  </a:lnTo>
                  <a:lnTo>
                    <a:pt x="5308167" y="156307"/>
                  </a:lnTo>
                  <a:lnTo>
                    <a:pt x="5308284" y="156307"/>
                  </a:lnTo>
                  <a:lnTo>
                    <a:pt x="5308402" y="156307"/>
                  </a:lnTo>
                  <a:lnTo>
                    <a:pt x="5308519" y="156307"/>
                  </a:lnTo>
                  <a:lnTo>
                    <a:pt x="5308637" y="156307"/>
                  </a:lnTo>
                  <a:lnTo>
                    <a:pt x="5308755" y="156307"/>
                  </a:lnTo>
                  <a:lnTo>
                    <a:pt x="5308872" y="156307"/>
                  </a:lnTo>
                  <a:lnTo>
                    <a:pt x="5308990" y="156307"/>
                  </a:lnTo>
                  <a:lnTo>
                    <a:pt x="5309107" y="156307"/>
                  </a:lnTo>
                  <a:lnTo>
                    <a:pt x="5309225" y="156307"/>
                  </a:lnTo>
                  <a:lnTo>
                    <a:pt x="5309343" y="156307"/>
                  </a:lnTo>
                  <a:lnTo>
                    <a:pt x="5309460" y="156307"/>
                  </a:lnTo>
                  <a:lnTo>
                    <a:pt x="5309578" y="156307"/>
                  </a:lnTo>
                  <a:lnTo>
                    <a:pt x="5309695" y="156307"/>
                  </a:lnTo>
                  <a:lnTo>
                    <a:pt x="5309813" y="156307"/>
                  </a:lnTo>
                  <a:lnTo>
                    <a:pt x="5309931" y="156307"/>
                  </a:lnTo>
                  <a:lnTo>
                    <a:pt x="5310048" y="156307"/>
                  </a:lnTo>
                  <a:lnTo>
                    <a:pt x="5310166" y="156307"/>
                  </a:lnTo>
                  <a:lnTo>
                    <a:pt x="5310284" y="156307"/>
                  </a:lnTo>
                  <a:lnTo>
                    <a:pt x="5310401" y="156307"/>
                  </a:lnTo>
                  <a:lnTo>
                    <a:pt x="5310519" y="156307"/>
                  </a:lnTo>
                  <a:lnTo>
                    <a:pt x="5310636" y="156307"/>
                  </a:lnTo>
                  <a:lnTo>
                    <a:pt x="5310754" y="156307"/>
                  </a:lnTo>
                  <a:lnTo>
                    <a:pt x="5310872" y="156307"/>
                  </a:lnTo>
                  <a:lnTo>
                    <a:pt x="5310989" y="156307"/>
                  </a:lnTo>
                  <a:lnTo>
                    <a:pt x="5311107" y="156307"/>
                  </a:lnTo>
                  <a:lnTo>
                    <a:pt x="5311224" y="156307"/>
                  </a:lnTo>
                  <a:lnTo>
                    <a:pt x="5311342" y="156307"/>
                  </a:lnTo>
                  <a:lnTo>
                    <a:pt x="5311460" y="156307"/>
                  </a:lnTo>
                  <a:lnTo>
                    <a:pt x="5311577" y="156307"/>
                  </a:lnTo>
                  <a:lnTo>
                    <a:pt x="5311695" y="156307"/>
                  </a:lnTo>
                  <a:lnTo>
                    <a:pt x="5311813" y="156307"/>
                  </a:lnTo>
                  <a:lnTo>
                    <a:pt x="5311930" y="156307"/>
                  </a:lnTo>
                  <a:lnTo>
                    <a:pt x="5312048" y="156307"/>
                  </a:lnTo>
                  <a:lnTo>
                    <a:pt x="5312165" y="156307"/>
                  </a:lnTo>
                  <a:lnTo>
                    <a:pt x="5312283" y="156307"/>
                  </a:lnTo>
                  <a:lnTo>
                    <a:pt x="5312401" y="156307"/>
                  </a:lnTo>
                  <a:lnTo>
                    <a:pt x="5312518" y="156307"/>
                  </a:lnTo>
                  <a:lnTo>
                    <a:pt x="5312636" y="156307"/>
                  </a:lnTo>
                  <a:lnTo>
                    <a:pt x="5312753" y="156307"/>
                  </a:lnTo>
                  <a:lnTo>
                    <a:pt x="5312871" y="156307"/>
                  </a:lnTo>
                  <a:lnTo>
                    <a:pt x="5312989" y="156307"/>
                  </a:lnTo>
                  <a:lnTo>
                    <a:pt x="5313106" y="156307"/>
                  </a:lnTo>
                  <a:lnTo>
                    <a:pt x="5313224" y="156307"/>
                  </a:lnTo>
                  <a:lnTo>
                    <a:pt x="5313342" y="156307"/>
                  </a:lnTo>
                  <a:lnTo>
                    <a:pt x="5313342" y="155877"/>
                  </a:lnTo>
                  <a:lnTo>
                    <a:pt x="5313459" y="155877"/>
                  </a:lnTo>
                  <a:lnTo>
                    <a:pt x="5313577" y="155877"/>
                  </a:lnTo>
                  <a:lnTo>
                    <a:pt x="5313694" y="155877"/>
                  </a:lnTo>
                  <a:lnTo>
                    <a:pt x="5313812" y="155877"/>
                  </a:lnTo>
                  <a:lnTo>
                    <a:pt x="5313930" y="155877"/>
                  </a:lnTo>
                  <a:lnTo>
                    <a:pt x="5314047" y="155877"/>
                  </a:lnTo>
                  <a:lnTo>
                    <a:pt x="5314165" y="155877"/>
                  </a:lnTo>
                  <a:lnTo>
                    <a:pt x="5314282" y="155877"/>
                  </a:lnTo>
                  <a:lnTo>
                    <a:pt x="5314400" y="155877"/>
                  </a:lnTo>
                  <a:lnTo>
                    <a:pt x="5314518" y="155877"/>
                  </a:lnTo>
                  <a:lnTo>
                    <a:pt x="5314635" y="155877"/>
                  </a:lnTo>
                  <a:lnTo>
                    <a:pt x="5314753" y="155877"/>
                  </a:lnTo>
                  <a:lnTo>
                    <a:pt x="5314871" y="155877"/>
                  </a:lnTo>
                  <a:lnTo>
                    <a:pt x="5314988" y="155877"/>
                  </a:lnTo>
                  <a:lnTo>
                    <a:pt x="5315106" y="155877"/>
                  </a:lnTo>
                  <a:lnTo>
                    <a:pt x="5315223" y="155877"/>
                  </a:lnTo>
                  <a:lnTo>
                    <a:pt x="5315341" y="155877"/>
                  </a:lnTo>
                  <a:lnTo>
                    <a:pt x="5315459" y="155877"/>
                  </a:lnTo>
                  <a:lnTo>
                    <a:pt x="5315576" y="155877"/>
                  </a:lnTo>
                  <a:lnTo>
                    <a:pt x="5315694" y="155877"/>
                  </a:lnTo>
                  <a:lnTo>
                    <a:pt x="5315811" y="155877"/>
                  </a:lnTo>
                  <a:lnTo>
                    <a:pt x="5315929" y="155877"/>
                  </a:lnTo>
                  <a:lnTo>
                    <a:pt x="5316047" y="155877"/>
                  </a:lnTo>
                  <a:lnTo>
                    <a:pt x="5316164" y="155877"/>
                  </a:lnTo>
                  <a:lnTo>
                    <a:pt x="5316282" y="155877"/>
                  </a:lnTo>
                  <a:lnTo>
                    <a:pt x="5316400" y="155877"/>
                  </a:lnTo>
                  <a:lnTo>
                    <a:pt x="5316517" y="155877"/>
                  </a:lnTo>
                  <a:lnTo>
                    <a:pt x="5316635" y="155877"/>
                  </a:lnTo>
                  <a:lnTo>
                    <a:pt x="5316752" y="155877"/>
                  </a:lnTo>
                  <a:lnTo>
                    <a:pt x="5316870" y="155877"/>
                  </a:lnTo>
                  <a:lnTo>
                    <a:pt x="5316988" y="155877"/>
                  </a:lnTo>
                  <a:lnTo>
                    <a:pt x="5317105" y="155877"/>
                  </a:lnTo>
                  <a:lnTo>
                    <a:pt x="5317223" y="155877"/>
                  </a:lnTo>
                  <a:lnTo>
                    <a:pt x="5317340" y="155877"/>
                  </a:lnTo>
                  <a:lnTo>
                    <a:pt x="5317458" y="155877"/>
                  </a:lnTo>
                  <a:lnTo>
                    <a:pt x="5317576" y="155877"/>
                  </a:lnTo>
                  <a:lnTo>
                    <a:pt x="5317693" y="155877"/>
                  </a:lnTo>
                  <a:lnTo>
                    <a:pt x="5317811" y="155877"/>
                  </a:lnTo>
                  <a:lnTo>
                    <a:pt x="5317928" y="155877"/>
                  </a:lnTo>
                  <a:lnTo>
                    <a:pt x="5318046" y="155877"/>
                  </a:lnTo>
                  <a:lnTo>
                    <a:pt x="5318164" y="155877"/>
                  </a:lnTo>
                  <a:lnTo>
                    <a:pt x="5318281" y="155877"/>
                  </a:lnTo>
                  <a:lnTo>
                    <a:pt x="5318399" y="155877"/>
                  </a:lnTo>
                  <a:lnTo>
                    <a:pt x="5318517" y="155877"/>
                  </a:lnTo>
                  <a:lnTo>
                    <a:pt x="5318517" y="155446"/>
                  </a:lnTo>
                  <a:lnTo>
                    <a:pt x="5318634" y="155446"/>
                  </a:lnTo>
                  <a:lnTo>
                    <a:pt x="5318752" y="155446"/>
                  </a:lnTo>
                  <a:lnTo>
                    <a:pt x="5318869" y="155446"/>
                  </a:lnTo>
                  <a:lnTo>
                    <a:pt x="5318987" y="155446"/>
                  </a:lnTo>
                  <a:lnTo>
                    <a:pt x="5319105" y="155446"/>
                  </a:lnTo>
                  <a:lnTo>
                    <a:pt x="5319222" y="155446"/>
                  </a:lnTo>
                  <a:lnTo>
                    <a:pt x="5319340" y="155446"/>
                  </a:lnTo>
                  <a:lnTo>
                    <a:pt x="5319457" y="155446"/>
                  </a:lnTo>
                  <a:lnTo>
                    <a:pt x="5319575" y="155446"/>
                  </a:lnTo>
                  <a:lnTo>
                    <a:pt x="5319693" y="155446"/>
                  </a:lnTo>
                  <a:lnTo>
                    <a:pt x="5319810" y="155446"/>
                  </a:lnTo>
                  <a:lnTo>
                    <a:pt x="5319928" y="155446"/>
                  </a:lnTo>
                  <a:lnTo>
                    <a:pt x="5320046" y="155446"/>
                  </a:lnTo>
                  <a:lnTo>
                    <a:pt x="5320163" y="155446"/>
                  </a:lnTo>
                  <a:lnTo>
                    <a:pt x="5320281" y="155446"/>
                  </a:lnTo>
                  <a:lnTo>
                    <a:pt x="5320398" y="155446"/>
                  </a:lnTo>
                  <a:lnTo>
                    <a:pt x="5320398" y="155016"/>
                  </a:lnTo>
                  <a:lnTo>
                    <a:pt x="5320516" y="155016"/>
                  </a:lnTo>
                  <a:lnTo>
                    <a:pt x="5320634" y="155016"/>
                  </a:lnTo>
                  <a:lnTo>
                    <a:pt x="5320751" y="155016"/>
                  </a:lnTo>
                  <a:lnTo>
                    <a:pt x="5320869" y="155016"/>
                  </a:lnTo>
                  <a:lnTo>
                    <a:pt x="5320986" y="155016"/>
                  </a:lnTo>
                  <a:lnTo>
                    <a:pt x="5321104" y="155016"/>
                  </a:lnTo>
                  <a:lnTo>
                    <a:pt x="5321222" y="155016"/>
                  </a:lnTo>
                  <a:lnTo>
                    <a:pt x="5321339" y="155016"/>
                  </a:lnTo>
                  <a:lnTo>
                    <a:pt x="5321457" y="155016"/>
                  </a:lnTo>
                  <a:lnTo>
                    <a:pt x="5321575" y="155016"/>
                  </a:lnTo>
                  <a:lnTo>
                    <a:pt x="5321692" y="155016"/>
                  </a:lnTo>
                  <a:lnTo>
                    <a:pt x="5321692" y="154585"/>
                  </a:lnTo>
                  <a:lnTo>
                    <a:pt x="5321810" y="154585"/>
                  </a:lnTo>
                  <a:lnTo>
                    <a:pt x="5321927" y="154585"/>
                  </a:lnTo>
                  <a:lnTo>
                    <a:pt x="5322045" y="154585"/>
                  </a:lnTo>
                  <a:lnTo>
                    <a:pt x="5322163" y="154585"/>
                  </a:lnTo>
                  <a:lnTo>
                    <a:pt x="5322280" y="154585"/>
                  </a:lnTo>
                  <a:lnTo>
                    <a:pt x="5322398" y="154585"/>
                  </a:lnTo>
                  <a:lnTo>
                    <a:pt x="5322515" y="154585"/>
                  </a:lnTo>
                  <a:lnTo>
                    <a:pt x="5322633" y="154585"/>
                  </a:lnTo>
                  <a:lnTo>
                    <a:pt x="5322751" y="154585"/>
                  </a:lnTo>
                  <a:lnTo>
                    <a:pt x="5322868" y="154585"/>
                  </a:lnTo>
                  <a:lnTo>
                    <a:pt x="5322986" y="154585"/>
                  </a:lnTo>
                  <a:lnTo>
                    <a:pt x="5323104" y="154585"/>
                  </a:lnTo>
                  <a:lnTo>
                    <a:pt x="5323221" y="154585"/>
                  </a:lnTo>
                  <a:lnTo>
                    <a:pt x="5323339" y="154585"/>
                  </a:lnTo>
                  <a:lnTo>
                    <a:pt x="5323456" y="154585"/>
                  </a:lnTo>
                  <a:lnTo>
                    <a:pt x="5323574" y="154585"/>
                  </a:lnTo>
                  <a:lnTo>
                    <a:pt x="5323574" y="154154"/>
                  </a:lnTo>
                  <a:lnTo>
                    <a:pt x="5323692" y="154154"/>
                  </a:lnTo>
                  <a:lnTo>
                    <a:pt x="5323809" y="154154"/>
                  </a:lnTo>
                  <a:lnTo>
                    <a:pt x="5323927" y="154154"/>
                  </a:lnTo>
                  <a:lnTo>
                    <a:pt x="5324044" y="154154"/>
                  </a:lnTo>
                  <a:lnTo>
                    <a:pt x="5324044" y="153724"/>
                  </a:lnTo>
                  <a:lnTo>
                    <a:pt x="5324162" y="153724"/>
                  </a:lnTo>
                  <a:lnTo>
                    <a:pt x="5324280" y="153724"/>
                  </a:lnTo>
                  <a:lnTo>
                    <a:pt x="5324397" y="153724"/>
                  </a:lnTo>
                  <a:lnTo>
                    <a:pt x="5324515" y="153724"/>
                  </a:lnTo>
                  <a:lnTo>
                    <a:pt x="5324515" y="153293"/>
                  </a:lnTo>
                  <a:lnTo>
                    <a:pt x="5324633" y="153293"/>
                  </a:lnTo>
                  <a:lnTo>
                    <a:pt x="5324750" y="153293"/>
                  </a:lnTo>
                  <a:lnTo>
                    <a:pt x="5324868" y="153293"/>
                  </a:lnTo>
                  <a:lnTo>
                    <a:pt x="5324985" y="153293"/>
                  </a:lnTo>
                  <a:lnTo>
                    <a:pt x="5325103" y="153293"/>
                  </a:lnTo>
                  <a:lnTo>
                    <a:pt x="5325221" y="153293"/>
                  </a:lnTo>
                  <a:lnTo>
                    <a:pt x="5325338" y="153293"/>
                  </a:lnTo>
                  <a:lnTo>
                    <a:pt x="5325456" y="153293"/>
                  </a:lnTo>
                  <a:lnTo>
                    <a:pt x="5325573" y="153293"/>
                  </a:lnTo>
                  <a:lnTo>
                    <a:pt x="5325691" y="153293"/>
                  </a:lnTo>
                  <a:lnTo>
                    <a:pt x="5325809" y="153293"/>
                  </a:lnTo>
                  <a:lnTo>
                    <a:pt x="5325926" y="153293"/>
                  </a:lnTo>
                  <a:lnTo>
                    <a:pt x="5326044" y="153293"/>
                  </a:lnTo>
                  <a:lnTo>
                    <a:pt x="5326161" y="153293"/>
                  </a:lnTo>
                  <a:lnTo>
                    <a:pt x="5326279" y="153293"/>
                  </a:lnTo>
                  <a:lnTo>
                    <a:pt x="5326397" y="153293"/>
                  </a:lnTo>
                  <a:lnTo>
                    <a:pt x="5326514" y="153293"/>
                  </a:lnTo>
                  <a:lnTo>
                    <a:pt x="5326632" y="153293"/>
                  </a:lnTo>
                  <a:lnTo>
                    <a:pt x="5326750" y="153293"/>
                  </a:lnTo>
                  <a:lnTo>
                    <a:pt x="5326867" y="153293"/>
                  </a:lnTo>
                  <a:lnTo>
                    <a:pt x="5326985" y="153293"/>
                  </a:lnTo>
                  <a:lnTo>
                    <a:pt x="5327102" y="153293"/>
                  </a:lnTo>
                  <a:lnTo>
                    <a:pt x="5327220" y="153293"/>
                  </a:lnTo>
                  <a:lnTo>
                    <a:pt x="5327338" y="153293"/>
                  </a:lnTo>
                  <a:lnTo>
                    <a:pt x="5327455" y="153293"/>
                  </a:lnTo>
                  <a:lnTo>
                    <a:pt x="5327573" y="153293"/>
                  </a:lnTo>
                  <a:lnTo>
                    <a:pt x="5327690" y="153293"/>
                  </a:lnTo>
                  <a:lnTo>
                    <a:pt x="5327808" y="153293"/>
                  </a:lnTo>
                  <a:lnTo>
                    <a:pt x="5327926" y="153293"/>
                  </a:lnTo>
                  <a:lnTo>
                    <a:pt x="5328043" y="153293"/>
                  </a:lnTo>
                  <a:lnTo>
                    <a:pt x="5328161" y="153293"/>
                  </a:lnTo>
                  <a:lnTo>
                    <a:pt x="5328279" y="153293"/>
                  </a:lnTo>
                  <a:lnTo>
                    <a:pt x="5328396" y="153293"/>
                  </a:lnTo>
                  <a:lnTo>
                    <a:pt x="5328514" y="153293"/>
                  </a:lnTo>
                  <a:lnTo>
                    <a:pt x="5328631" y="153293"/>
                  </a:lnTo>
                  <a:lnTo>
                    <a:pt x="5328749" y="153293"/>
                  </a:lnTo>
                  <a:lnTo>
                    <a:pt x="5328867" y="153293"/>
                  </a:lnTo>
                  <a:lnTo>
                    <a:pt x="5328984" y="153293"/>
                  </a:lnTo>
                  <a:lnTo>
                    <a:pt x="5328984" y="152863"/>
                  </a:lnTo>
                  <a:lnTo>
                    <a:pt x="5329102" y="152863"/>
                  </a:lnTo>
                  <a:lnTo>
                    <a:pt x="5329219" y="152863"/>
                  </a:lnTo>
                  <a:lnTo>
                    <a:pt x="5329337" y="152863"/>
                  </a:lnTo>
                  <a:lnTo>
                    <a:pt x="5329455" y="152863"/>
                  </a:lnTo>
                  <a:lnTo>
                    <a:pt x="5329572" y="152863"/>
                  </a:lnTo>
                  <a:lnTo>
                    <a:pt x="5329690" y="152863"/>
                  </a:lnTo>
                  <a:lnTo>
                    <a:pt x="5329808" y="152863"/>
                  </a:lnTo>
                  <a:lnTo>
                    <a:pt x="5329925" y="152863"/>
                  </a:lnTo>
                  <a:lnTo>
                    <a:pt x="5330043" y="152863"/>
                  </a:lnTo>
                  <a:lnTo>
                    <a:pt x="5330160" y="152863"/>
                  </a:lnTo>
                  <a:lnTo>
                    <a:pt x="5330278" y="152863"/>
                  </a:lnTo>
                  <a:lnTo>
                    <a:pt x="5330396" y="152863"/>
                  </a:lnTo>
                  <a:lnTo>
                    <a:pt x="5330513" y="152863"/>
                  </a:lnTo>
                  <a:lnTo>
                    <a:pt x="5330631" y="152863"/>
                  </a:lnTo>
                  <a:lnTo>
                    <a:pt x="5330748" y="152863"/>
                  </a:lnTo>
                  <a:lnTo>
                    <a:pt x="5330866" y="152863"/>
                  </a:lnTo>
                  <a:lnTo>
                    <a:pt x="5330984" y="152863"/>
                  </a:lnTo>
                  <a:lnTo>
                    <a:pt x="5331101" y="152863"/>
                  </a:lnTo>
                  <a:lnTo>
                    <a:pt x="5331219" y="152863"/>
                  </a:lnTo>
                  <a:lnTo>
                    <a:pt x="5331337" y="152863"/>
                  </a:lnTo>
                  <a:lnTo>
                    <a:pt x="5331454" y="152863"/>
                  </a:lnTo>
                  <a:lnTo>
                    <a:pt x="5331572" y="152863"/>
                  </a:lnTo>
                  <a:lnTo>
                    <a:pt x="5331689" y="152863"/>
                  </a:lnTo>
                  <a:lnTo>
                    <a:pt x="5331807" y="152863"/>
                  </a:lnTo>
                  <a:lnTo>
                    <a:pt x="5331925" y="152863"/>
                  </a:lnTo>
                  <a:lnTo>
                    <a:pt x="5332042" y="152863"/>
                  </a:lnTo>
                  <a:lnTo>
                    <a:pt x="5332160" y="152863"/>
                  </a:lnTo>
                  <a:lnTo>
                    <a:pt x="5332277" y="152863"/>
                  </a:lnTo>
                  <a:lnTo>
                    <a:pt x="5332395" y="152863"/>
                  </a:lnTo>
                  <a:lnTo>
                    <a:pt x="5332513" y="152863"/>
                  </a:lnTo>
                  <a:lnTo>
                    <a:pt x="5332630" y="152863"/>
                  </a:lnTo>
                  <a:lnTo>
                    <a:pt x="5332748" y="152863"/>
                  </a:lnTo>
                  <a:lnTo>
                    <a:pt x="5332865" y="152863"/>
                  </a:lnTo>
                  <a:lnTo>
                    <a:pt x="5332983" y="152863"/>
                  </a:lnTo>
                  <a:lnTo>
                    <a:pt x="5333101" y="152863"/>
                  </a:lnTo>
                  <a:lnTo>
                    <a:pt x="5333218" y="152863"/>
                  </a:lnTo>
                  <a:lnTo>
                    <a:pt x="5333336" y="152863"/>
                  </a:lnTo>
                  <a:lnTo>
                    <a:pt x="5333454" y="152863"/>
                  </a:lnTo>
                  <a:lnTo>
                    <a:pt x="5333571" y="152863"/>
                  </a:lnTo>
                  <a:lnTo>
                    <a:pt x="5333689" y="152863"/>
                  </a:lnTo>
                  <a:lnTo>
                    <a:pt x="5333806" y="152863"/>
                  </a:lnTo>
                  <a:lnTo>
                    <a:pt x="5333924" y="152863"/>
                  </a:lnTo>
                  <a:lnTo>
                    <a:pt x="5334042" y="152863"/>
                  </a:lnTo>
                  <a:lnTo>
                    <a:pt x="5334159" y="152863"/>
                  </a:lnTo>
                  <a:lnTo>
                    <a:pt x="5334277" y="152863"/>
                  </a:lnTo>
                  <a:lnTo>
                    <a:pt x="5334394" y="152863"/>
                  </a:lnTo>
                  <a:lnTo>
                    <a:pt x="5334512" y="152863"/>
                  </a:lnTo>
                  <a:lnTo>
                    <a:pt x="5334630" y="152863"/>
                  </a:lnTo>
                  <a:lnTo>
                    <a:pt x="5334747" y="152863"/>
                  </a:lnTo>
                  <a:lnTo>
                    <a:pt x="5334865" y="152863"/>
                  </a:lnTo>
                  <a:lnTo>
                    <a:pt x="5334983" y="152863"/>
                  </a:lnTo>
                  <a:lnTo>
                    <a:pt x="5335100" y="152863"/>
                  </a:lnTo>
                  <a:lnTo>
                    <a:pt x="5335218" y="152863"/>
                  </a:lnTo>
                  <a:lnTo>
                    <a:pt x="5335335" y="152863"/>
                  </a:lnTo>
                  <a:lnTo>
                    <a:pt x="5335453" y="152863"/>
                  </a:lnTo>
                  <a:lnTo>
                    <a:pt x="5335571" y="152863"/>
                  </a:lnTo>
                  <a:lnTo>
                    <a:pt x="5335688" y="152863"/>
                  </a:lnTo>
                  <a:lnTo>
                    <a:pt x="5335806" y="152863"/>
                  </a:lnTo>
                  <a:lnTo>
                    <a:pt x="5335923" y="152863"/>
                  </a:lnTo>
                  <a:lnTo>
                    <a:pt x="5336041" y="152863"/>
                  </a:lnTo>
                  <a:lnTo>
                    <a:pt x="5336159" y="152863"/>
                  </a:lnTo>
                  <a:lnTo>
                    <a:pt x="5336159" y="152432"/>
                  </a:lnTo>
                  <a:lnTo>
                    <a:pt x="5336276" y="152432"/>
                  </a:lnTo>
                  <a:lnTo>
                    <a:pt x="5336394" y="152432"/>
                  </a:lnTo>
                  <a:lnTo>
                    <a:pt x="5336512" y="152432"/>
                  </a:lnTo>
                  <a:lnTo>
                    <a:pt x="5336629" y="152432"/>
                  </a:lnTo>
                  <a:lnTo>
                    <a:pt x="5336747" y="152432"/>
                  </a:lnTo>
                  <a:lnTo>
                    <a:pt x="5336864" y="152432"/>
                  </a:lnTo>
                  <a:lnTo>
                    <a:pt x="5336982" y="152432"/>
                  </a:lnTo>
                  <a:lnTo>
                    <a:pt x="5337100" y="152432"/>
                  </a:lnTo>
                  <a:lnTo>
                    <a:pt x="5337217" y="152432"/>
                  </a:lnTo>
                  <a:lnTo>
                    <a:pt x="5337335" y="152432"/>
                  </a:lnTo>
                  <a:lnTo>
                    <a:pt x="5337452" y="152432"/>
                  </a:lnTo>
                  <a:lnTo>
                    <a:pt x="5337570" y="152432"/>
                  </a:lnTo>
                  <a:lnTo>
                    <a:pt x="5337688" y="152432"/>
                  </a:lnTo>
                  <a:lnTo>
                    <a:pt x="5337688" y="152001"/>
                  </a:lnTo>
                  <a:lnTo>
                    <a:pt x="5337805" y="152001"/>
                  </a:lnTo>
                  <a:lnTo>
                    <a:pt x="5337805" y="151571"/>
                  </a:lnTo>
                  <a:lnTo>
                    <a:pt x="5337923" y="151571"/>
                  </a:lnTo>
                  <a:lnTo>
                    <a:pt x="5338041" y="151571"/>
                  </a:lnTo>
                  <a:lnTo>
                    <a:pt x="5338158" y="151571"/>
                  </a:lnTo>
                  <a:lnTo>
                    <a:pt x="5338276" y="151571"/>
                  </a:lnTo>
                  <a:lnTo>
                    <a:pt x="5338393" y="151571"/>
                  </a:lnTo>
                  <a:lnTo>
                    <a:pt x="5338511" y="151571"/>
                  </a:lnTo>
                  <a:lnTo>
                    <a:pt x="5338629" y="151571"/>
                  </a:lnTo>
                  <a:lnTo>
                    <a:pt x="5338746" y="151571"/>
                  </a:lnTo>
                  <a:lnTo>
                    <a:pt x="5338864" y="151571"/>
                  </a:lnTo>
                  <a:lnTo>
                    <a:pt x="5338981" y="151571"/>
                  </a:lnTo>
                  <a:lnTo>
                    <a:pt x="5339099" y="151571"/>
                  </a:lnTo>
                  <a:lnTo>
                    <a:pt x="5339217" y="151571"/>
                  </a:lnTo>
                  <a:lnTo>
                    <a:pt x="5339334" y="151571"/>
                  </a:lnTo>
                  <a:lnTo>
                    <a:pt x="5339452" y="151571"/>
                  </a:lnTo>
                  <a:lnTo>
                    <a:pt x="5339570" y="151571"/>
                  </a:lnTo>
                  <a:lnTo>
                    <a:pt x="5339687" y="151571"/>
                  </a:lnTo>
                  <a:lnTo>
                    <a:pt x="5339805" y="151571"/>
                  </a:lnTo>
                  <a:lnTo>
                    <a:pt x="5339922" y="151571"/>
                  </a:lnTo>
                  <a:lnTo>
                    <a:pt x="5340040" y="151571"/>
                  </a:lnTo>
                  <a:lnTo>
                    <a:pt x="5340158" y="151571"/>
                  </a:lnTo>
                  <a:lnTo>
                    <a:pt x="5340275" y="151571"/>
                  </a:lnTo>
                  <a:lnTo>
                    <a:pt x="5340393" y="151571"/>
                  </a:lnTo>
                  <a:lnTo>
                    <a:pt x="5340510" y="151571"/>
                  </a:lnTo>
                  <a:lnTo>
                    <a:pt x="5340628" y="151571"/>
                  </a:lnTo>
                  <a:lnTo>
                    <a:pt x="5340746" y="151571"/>
                  </a:lnTo>
                  <a:lnTo>
                    <a:pt x="5340863" y="151571"/>
                  </a:lnTo>
                  <a:lnTo>
                    <a:pt x="5340981" y="151571"/>
                  </a:lnTo>
                  <a:lnTo>
                    <a:pt x="5341098" y="151571"/>
                  </a:lnTo>
                  <a:lnTo>
                    <a:pt x="5341216" y="151571"/>
                  </a:lnTo>
                  <a:lnTo>
                    <a:pt x="5341334" y="151571"/>
                  </a:lnTo>
                  <a:lnTo>
                    <a:pt x="5341451" y="151571"/>
                  </a:lnTo>
                  <a:lnTo>
                    <a:pt x="5341569" y="151571"/>
                  </a:lnTo>
                  <a:lnTo>
                    <a:pt x="5341687" y="151571"/>
                  </a:lnTo>
                  <a:lnTo>
                    <a:pt x="5341804" y="151571"/>
                  </a:lnTo>
                  <a:lnTo>
                    <a:pt x="5341922" y="151571"/>
                  </a:lnTo>
                  <a:lnTo>
                    <a:pt x="5342039" y="151571"/>
                  </a:lnTo>
                  <a:lnTo>
                    <a:pt x="5342157" y="151571"/>
                  </a:lnTo>
                  <a:lnTo>
                    <a:pt x="5342157" y="151140"/>
                  </a:lnTo>
                  <a:lnTo>
                    <a:pt x="5342275" y="151140"/>
                  </a:lnTo>
                  <a:lnTo>
                    <a:pt x="5342392" y="151140"/>
                  </a:lnTo>
                  <a:lnTo>
                    <a:pt x="5342510" y="151140"/>
                  </a:lnTo>
                  <a:lnTo>
                    <a:pt x="5342627" y="151140"/>
                  </a:lnTo>
                  <a:lnTo>
                    <a:pt x="5342745" y="151140"/>
                  </a:lnTo>
                  <a:lnTo>
                    <a:pt x="5342863" y="151140"/>
                  </a:lnTo>
                  <a:lnTo>
                    <a:pt x="5342980" y="151140"/>
                  </a:lnTo>
                  <a:lnTo>
                    <a:pt x="5343098" y="151140"/>
                  </a:lnTo>
                  <a:lnTo>
                    <a:pt x="5343216" y="151140"/>
                  </a:lnTo>
                  <a:lnTo>
                    <a:pt x="5343333" y="151140"/>
                  </a:lnTo>
                  <a:lnTo>
                    <a:pt x="5343451" y="151140"/>
                  </a:lnTo>
                  <a:lnTo>
                    <a:pt x="5343568" y="151140"/>
                  </a:lnTo>
                  <a:lnTo>
                    <a:pt x="5343686" y="151140"/>
                  </a:lnTo>
                  <a:lnTo>
                    <a:pt x="5343804" y="151140"/>
                  </a:lnTo>
                  <a:lnTo>
                    <a:pt x="5343921" y="151140"/>
                  </a:lnTo>
                  <a:lnTo>
                    <a:pt x="5344039" y="151140"/>
                  </a:lnTo>
                  <a:lnTo>
                    <a:pt x="5344156" y="151140"/>
                  </a:lnTo>
                  <a:lnTo>
                    <a:pt x="5344274" y="151140"/>
                  </a:lnTo>
                  <a:lnTo>
                    <a:pt x="5344392" y="151140"/>
                  </a:lnTo>
                  <a:lnTo>
                    <a:pt x="5344509" y="151140"/>
                  </a:lnTo>
                  <a:lnTo>
                    <a:pt x="5344627" y="151140"/>
                  </a:lnTo>
                  <a:lnTo>
                    <a:pt x="5344745" y="151140"/>
                  </a:lnTo>
                  <a:lnTo>
                    <a:pt x="5344862" y="151140"/>
                  </a:lnTo>
                  <a:lnTo>
                    <a:pt x="5344980" y="151140"/>
                  </a:lnTo>
                  <a:lnTo>
                    <a:pt x="5345097" y="151140"/>
                  </a:lnTo>
                  <a:lnTo>
                    <a:pt x="5345215" y="151140"/>
                  </a:lnTo>
                  <a:lnTo>
                    <a:pt x="5345333" y="151140"/>
                  </a:lnTo>
                  <a:lnTo>
                    <a:pt x="5345450" y="151140"/>
                  </a:lnTo>
                  <a:lnTo>
                    <a:pt x="5345568" y="151140"/>
                  </a:lnTo>
                  <a:lnTo>
                    <a:pt x="5345685" y="151140"/>
                  </a:lnTo>
                  <a:lnTo>
                    <a:pt x="5345803" y="151140"/>
                  </a:lnTo>
                  <a:lnTo>
                    <a:pt x="5345921" y="151140"/>
                  </a:lnTo>
                  <a:lnTo>
                    <a:pt x="5346038" y="151140"/>
                  </a:lnTo>
                  <a:lnTo>
                    <a:pt x="5346156" y="151140"/>
                  </a:lnTo>
                  <a:lnTo>
                    <a:pt x="5346274" y="151140"/>
                  </a:lnTo>
                  <a:lnTo>
                    <a:pt x="5346391" y="151140"/>
                  </a:lnTo>
                  <a:lnTo>
                    <a:pt x="5346509" y="151140"/>
                  </a:lnTo>
                  <a:lnTo>
                    <a:pt x="5346626" y="151140"/>
                  </a:lnTo>
                  <a:lnTo>
                    <a:pt x="5346744" y="151140"/>
                  </a:lnTo>
                  <a:lnTo>
                    <a:pt x="5346862" y="151140"/>
                  </a:lnTo>
                  <a:lnTo>
                    <a:pt x="5346979" y="151140"/>
                  </a:lnTo>
                  <a:lnTo>
                    <a:pt x="5347097" y="151140"/>
                  </a:lnTo>
                  <a:lnTo>
                    <a:pt x="5347214" y="151140"/>
                  </a:lnTo>
                  <a:lnTo>
                    <a:pt x="5347332" y="151140"/>
                  </a:lnTo>
                  <a:lnTo>
                    <a:pt x="5347450" y="151140"/>
                  </a:lnTo>
                  <a:lnTo>
                    <a:pt x="5347567" y="151140"/>
                  </a:lnTo>
                  <a:lnTo>
                    <a:pt x="5347685" y="151140"/>
                  </a:lnTo>
                  <a:lnTo>
                    <a:pt x="5347803" y="151140"/>
                  </a:lnTo>
                  <a:lnTo>
                    <a:pt x="5347920" y="151140"/>
                  </a:lnTo>
                  <a:lnTo>
                    <a:pt x="5348038" y="151140"/>
                  </a:lnTo>
                  <a:lnTo>
                    <a:pt x="5348155" y="151140"/>
                  </a:lnTo>
                  <a:lnTo>
                    <a:pt x="5348155" y="150710"/>
                  </a:lnTo>
                  <a:lnTo>
                    <a:pt x="5348273" y="150710"/>
                  </a:lnTo>
                  <a:lnTo>
                    <a:pt x="5348391" y="150710"/>
                  </a:lnTo>
                  <a:lnTo>
                    <a:pt x="5348508" y="150710"/>
                  </a:lnTo>
                  <a:lnTo>
                    <a:pt x="5348626" y="150710"/>
                  </a:lnTo>
                  <a:lnTo>
                    <a:pt x="5348743" y="150710"/>
                  </a:lnTo>
                  <a:lnTo>
                    <a:pt x="5348861" y="150710"/>
                  </a:lnTo>
                  <a:lnTo>
                    <a:pt x="5348979" y="150710"/>
                  </a:lnTo>
                  <a:lnTo>
                    <a:pt x="5349096" y="150710"/>
                  </a:lnTo>
                  <a:lnTo>
                    <a:pt x="5349214" y="150710"/>
                  </a:lnTo>
                  <a:lnTo>
                    <a:pt x="5349331" y="150710"/>
                  </a:lnTo>
                  <a:lnTo>
                    <a:pt x="5349331" y="150279"/>
                  </a:lnTo>
                  <a:lnTo>
                    <a:pt x="5349449" y="150279"/>
                  </a:lnTo>
                  <a:lnTo>
                    <a:pt x="5349567" y="150279"/>
                  </a:lnTo>
                  <a:lnTo>
                    <a:pt x="5349684" y="150279"/>
                  </a:lnTo>
                  <a:lnTo>
                    <a:pt x="5349802" y="150279"/>
                  </a:lnTo>
                  <a:lnTo>
                    <a:pt x="5349920" y="150279"/>
                  </a:lnTo>
                  <a:lnTo>
                    <a:pt x="5350037" y="150279"/>
                  </a:lnTo>
                  <a:lnTo>
                    <a:pt x="5350155" y="150279"/>
                  </a:lnTo>
                  <a:lnTo>
                    <a:pt x="5350272" y="150279"/>
                  </a:lnTo>
                  <a:lnTo>
                    <a:pt x="5350390" y="150279"/>
                  </a:lnTo>
                  <a:lnTo>
                    <a:pt x="5350508" y="150279"/>
                  </a:lnTo>
                  <a:lnTo>
                    <a:pt x="5350625" y="150279"/>
                  </a:lnTo>
                  <a:lnTo>
                    <a:pt x="5350625" y="149848"/>
                  </a:lnTo>
                  <a:lnTo>
                    <a:pt x="5350743" y="149848"/>
                  </a:lnTo>
                  <a:lnTo>
                    <a:pt x="5350860" y="149848"/>
                  </a:lnTo>
                  <a:lnTo>
                    <a:pt x="5350978" y="149848"/>
                  </a:lnTo>
                  <a:lnTo>
                    <a:pt x="5351096" y="149848"/>
                  </a:lnTo>
                  <a:lnTo>
                    <a:pt x="5351213" y="149848"/>
                  </a:lnTo>
                  <a:lnTo>
                    <a:pt x="5351213" y="149418"/>
                  </a:lnTo>
                  <a:lnTo>
                    <a:pt x="5351331" y="149418"/>
                  </a:lnTo>
                  <a:lnTo>
                    <a:pt x="5351449" y="149418"/>
                  </a:lnTo>
                  <a:lnTo>
                    <a:pt x="5351566" y="149418"/>
                  </a:lnTo>
                  <a:lnTo>
                    <a:pt x="5351684" y="149418"/>
                  </a:lnTo>
                  <a:lnTo>
                    <a:pt x="5351801" y="149418"/>
                  </a:lnTo>
                  <a:lnTo>
                    <a:pt x="5351919" y="149418"/>
                  </a:lnTo>
                  <a:lnTo>
                    <a:pt x="5352037" y="149418"/>
                  </a:lnTo>
                  <a:lnTo>
                    <a:pt x="5352154" y="149418"/>
                  </a:lnTo>
                  <a:lnTo>
                    <a:pt x="5352272" y="149418"/>
                  </a:lnTo>
                  <a:lnTo>
                    <a:pt x="5352389" y="149418"/>
                  </a:lnTo>
                  <a:lnTo>
                    <a:pt x="5352507" y="149418"/>
                  </a:lnTo>
                  <a:lnTo>
                    <a:pt x="5352625" y="149418"/>
                  </a:lnTo>
                  <a:lnTo>
                    <a:pt x="5352742" y="149418"/>
                  </a:lnTo>
                  <a:lnTo>
                    <a:pt x="5352860" y="149418"/>
                  </a:lnTo>
                  <a:lnTo>
                    <a:pt x="5352978" y="149418"/>
                  </a:lnTo>
                  <a:lnTo>
                    <a:pt x="5353095" y="149418"/>
                  </a:lnTo>
                  <a:lnTo>
                    <a:pt x="5353213" y="149418"/>
                  </a:lnTo>
                  <a:lnTo>
                    <a:pt x="5353213" y="148987"/>
                  </a:lnTo>
                  <a:lnTo>
                    <a:pt x="5353330" y="148987"/>
                  </a:lnTo>
                  <a:lnTo>
                    <a:pt x="5353330" y="148557"/>
                  </a:lnTo>
                  <a:lnTo>
                    <a:pt x="5353448" y="148557"/>
                  </a:lnTo>
                  <a:lnTo>
                    <a:pt x="5353448" y="148126"/>
                  </a:lnTo>
                  <a:lnTo>
                    <a:pt x="5353566" y="148126"/>
                  </a:lnTo>
                  <a:lnTo>
                    <a:pt x="5353683" y="148126"/>
                  </a:lnTo>
                  <a:lnTo>
                    <a:pt x="5353801" y="148126"/>
                  </a:lnTo>
                  <a:lnTo>
                    <a:pt x="5353918" y="148126"/>
                  </a:lnTo>
                  <a:lnTo>
                    <a:pt x="5354036" y="148126"/>
                  </a:lnTo>
                  <a:lnTo>
                    <a:pt x="5354154" y="148126"/>
                  </a:lnTo>
                  <a:lnTo>
                    <a:pt x="5354271" y="148126"/>
                  </a:lnTo>
                  <a:lnTo>
                    <a:pt x="5354271" y="147695"/>
                  </a:lnTo>
                  <a:lnTo>
                    <a:pt x="5354389" y="147695"/>
                  </a:lnTo>
                  <a:lnTo>
                    <a:pt x="5354507" y="147695"/>
                  </a:lnTo>
                  <a:lnTo>
                    <a:pt x="5354624" y="147695"/>
                  </a:lnTo>
                  <a:lnTo>
                    <a:pt x="5354742" y="147695"/>
                  </a:lnTo>
                  <a:lnTo>
                    <a:pt x="5354859" y="147695"/>
                  </a:lnTo>
                  <a:lnTo>
                    <a:pt x="5354977" y="147695"/>
                  </a:lnTo>
                  <a:lnTo>
                    <a:pt x="5355095" y="147695"/>
                  </a:lnTo>
                  <a:lnTo>
                    <a:pt x="5355212" y="147695"/>
                  </a:lnTo>
                  <a:lnTo>
                    <a:pt x="5355330" y="147695"/>
                  </a:lnTo>
                  <a:lnTo>
                    <a:pt x="5355447" y="147695"/>
                  </a:lnTo>
                  <a:lnTo>
                    <a:pt x="5355565" y="147695"/>
                  </a:lnTo>
                  <a:lnTo>
                    <a:pt x="5355683" y="147695"/>
                  </a:lnTo>
                  <a:lnTo>
                    <a:pt x="5355800" y="147695"/>
                  </a:lnTo>
                  <a:lnTo>
                    <a:pt x="5355918" y="147695"/>
                  </a:lnTo>
                  <a:lnTo>
                    <a:pt x="5356036" y="147695"/>
                  </a:lnTo>
                  <a:lnTo>
                    <a:pt x="5356153" y="147695"/>
                  </a:lnTo>
                  <a:lnTo>
                    <a:pt x="5356271" y="147695"/>
                  </a:lnTo>
                  <a:lnTo>
                    <a:pt x="5356388" y="147695"/>
                  </a:lnTo>
                  <a:lnTo>
                    <a:pt x="5356506" y="147695"/>
                  </a:lnTo>
                  <a:lnTo>
                    <a:pt x="5356624" y="147695"/>
                  </a:lnTo>
                  <a:lnTo>
                    <a:pt x="5356741" y="147695"/>
                  </a:lnTo>
                  <a:lnTo>
                    <a:pt x="5356859" y="147695"/>
                  </a:lnTo>
                  <a:lnTo>
                    <a:pt x="5356976" y="147695"/>
                  </a:lnTo>
                  <a:lnTo>
                    <a:pt x="5357094" y="147695"/>
                  </a:lnTo>
                  <a:lnTo>
                    <a:pt x="5357212" y="147695"/>
                  </a:lnTo>
                  <a:lnTo>
                    <a:pt x="5357329" y="147695"/>
                  </a:lnTo>
                  <a:lnTo>
                    <a:pt x="5357447" y="147695"/>
                  </a:lnTo>
                  <a:lnTo>
                    <a:pt x="5357564" y="147695"/>
                  </a:lnTo>
                  <a:lnTo>
                    <a:pt x="5357682" y="147695"/>
                  </a:lnTo>
                  <a:lnTo>
                    <a:pt x="5357800" y="147695"/>
                  </a:lnTo>
                  <a:lnTo>
                    <a:pt x="5357917" y="147695"/>
                  </a:lnTo>
                  <a:lnTo>
                    <a:pt x="5358035" y="147695"/>
                  </a:lnTo>
                  <a:lnTo>
                    <a:pt x="5358153" y="147695"/>
                  </a:lnTo>
                  <a:lnTo>
                    <a:pt x="5358270" y="147695"/>
                  </a:lnTo>
                  <a:lnTo>
                    <a:pt x="5358388" y="147695"/>
                  </a:lnTo>
                  <a:lnTo>
                    <a:pt x="5358505" y="147695"/>
                  </a:lnTo>
                  <a:lnTo>
                    <a:pt x="5358623" y="147695"/>
                  </a:lnTo>
                  <a:lnTo>
                    <a:pt x="5358741" y="147695"/>
                  </a:lnTo>
                  <a:lnTo>
                    <a:pt x="5358858" y="147695"/>
                  </a:lnTo>
                  <a:lnTo>
                    <a:pt x="5358976" y="147695"/>
                  </a:lnTo>
                  <a:lnTo>
                    <a:pt x="5359093" y="147695"/>
                  </a:lnTo>
                  <a:lnTo>
                    <a:pt x="5359093" y="147265"/>
                  </a:lnTo>
                  <a:lnTo>
                    <a:pt x="5359211" y="147265"/>
                  </a:lnTo>
                  <a:lnTo>
                    <a:pt x="5359329" y="147265"/>
                  </a:lnTo>
                  <a:lnTo>
                    <a:pt x="5359446" y="147265"/>
                  </a:lnTo>
                  <a:lnTo>
                    <a:pt x="5359564" y="147265"/>
                  </a:lnTo>
                  <a:lnTo>
                    <a:pt x="5359682" y="147265"/>
                  </a:lnTo>
                  <a:lnTo>
                    <a:pt x="5359799" y="147265"/>
                  </a:lnTo>
                  <a:lnTo>
                    <a:pt x="5359917" y="147265"/>
                  </a:lnTo>
                  <a:lnTo>
                    <a:pt x="5360034" y="147265"/>
                  </a:lnTo>
                  <a:lnTo>
                    <a:pt x="5360152" y="147265"/>
                  </a:lnTo>
                  <a:lnTo>
                    <a:pt x="5360270" y="147265"/>
                  </a:lnTo>
                  <a:lnTo>
                    <a:pt x="5360387" y="147265"/>
                  </a:lnTo>
                  <a:lnTo>
                    <a:pt x="5360387" y="146834"/>
                  </a:lnTo>
                  <a:lnTo>
                    <a:pt x="5360505" y="146834"/>
                  </a:lnTo>
                  <a:lnTo>
                    <a:pt x="5360622" y="146834"/>
                  </a:lnTo>
                  <a:lnTo>
                    <a:pt x="5360740" y="146834"/>
                  </a:lnTo>
                  <a:lnTo>
                    <a:pt x="5360858" y="146834"/>
                  </a:lnTo>
                  <a:lnTo>
                    <a:pt x="5360975" y="146834"/>
                  </a:lnTo>
                  <a:lnTo>
                    <a:pt x="5361093" y="146834"/>
                  </a:lnTo>
                  <a:lnTo>
                    <a:pt x="5361211" y="146834"/>
                  </a:lnTo>
                  <a:lnTo>
                    <a:pt x="5361328" y="146834"/>
                  </a:lnTo>
                  <a:lnTo>
                    <a:pt x="5361446" y="146834"/>
                  </a:lnTo>
                  <a:lnTo>
                    <a:pt x="5361563" y="146834"/>
                  </a:lnTo>
                  <a:lnTo>
                    <a:pt x="5361681" y="146834"/>
                  </a:lnTo>
                  <a:lnTo>
                    <a:pt x="5361799" y="146834"/>
                  </a:lnTo>
                  <a:lnTo>
                    <a:pt x="5361916" y="146834"/>
                  </a:lnTo>
                  <a:lnTo>
                    <a:pt x="5362034" y="146834"/>
                  </a:lnTo>
                  <a:lnTo>
                    <a:pt x="5362151" y="146834"/>
                  </a:lnTo>
                  <a:lnTo>
                    <a:pt x="5362269" y="146834"/>
                  </a:lnTo>
                  <a:lnTo>
                    <a:pt x="5362387" y="146834"/>
                  </a:lnTo>
                  <a:lnTo>
                    <a:pt x="5362504" y="146834"/>
                  </a:lnTo>
                  <a:lnTo>
                    <a:pt x="5362504" y="146404"/>
                  </a:lnTo>
                  <a:lnTo>
                    <a:pt x="5362622" y="146404"/>
                  </a:lnTo>
                  <a:lnTo>
                    <a:pt x="5362740" y="146404"/>
                  </a:lnTo>
                  <a:lnTo>
                    <a:pt x="5362857" y="146404"/>
                  </a:lnTo>
                  <a:lnTo>
                    <a:pt x="5362975" y="146404"/>
                  </a:lnTo>
                  <a:lnTo>
                    <a:pt x="5363092" y="146404"/>
                  </a:lnTo>
                  <a:lnTo>
                    <a:pt x="5363210" y="146404"/>
                  </a:lnTo>
                  <a:lnTo>
                    <a:pt x="5363328" y="146404"/>
                  </a:lnTo>
                  <a:lnTo>
                    <a:pt x="5363445" y="146404"/>
                  </a:lnTo>
                  <a:lnTo>
                    <a:pt x="5363563" y="146404"/>
                  </a:lnTo>
                  <a:lnTo>
                    <a:pt x="5363680" y="146404"/>
                  </a:lnTo>
                  <a:lnTo>
                    <a:pt x="5363798" y="146404"/>
                  </a:lnTo>
                  <a:lnTo>
                    <a:pt x="5363916" y="146404"/>
                  </a:lnTo>
                  <a:lnTo>
                    <a:pt x="5364033" y="146404"/>
                  </a:lnTo>
                  <a:lnTo>
                    <a:pt x="5364151" y="146404"/>
                  </a:lnTo>
                  <a:lnTo>
                    <a:pt x="5364269" y="146404"/>
                  </a:lnTo>
                  <a:lnTo>
                    <a:pt x="5364386" y="146404"/>
                  </a:lnTo>
                  <a:lnTo>
                    <a:pt x="5364504" y="146404"/>
                  </a:lnTo>
                  <a:lnTo>
                    <a:pt x="5364621" y="146404"/>
                  </a:lnTo>
                  <a:lnTo>
                    <a:pt x="5364739" y="146404"/>
                  </a:lnTo>
                  <a:lnTo>
                    <a:pt x="5364857" y="146404"/>
                  </a:lnTo>
                  <a:lnTo>
                    <a:pt x="5364974" y="146404"/>
                  </a:lnTo>
                  <a:lnTo>
                    <a:pt x="5365092" y="146404"/>
                  </a:lnTo>
                  <a:lnTo>
                    <a:pt x="5365209" y="146404"/>
                  </a:lnTo>
                  <a:lnTo>
                    <a:pt x="5365327" y="146404"/>
                  </a:lnTo>
                  <a:lnTo>
                    <a:pt x="5365445" y="146404"/>
                  </a:lnTo>
                  <a:lnTo>
                    <a:pt x="5365562" y="146404"/>
                  </a:lnTo>
                  <a:lnTo>
                    <a:pt x="5365680" y="146404"/>
                  </a:lnTo>
                  <a:lnTo>
                    <a:pt x="5365797" y="146404"/>
                  </a:lnTo>
                  <a:lnTo>
                    <a:pt x="5365915" y="146404"/>
                  </a:lnTo>
                  <a:lnTo>
                    <a:pt x="5366033" y="146404"/>
                  </a:lnTo>
                  <a:lnTo>
                    <a:pt x="5366150" y="146404"/>
                  </a:lnTo>
                  <a:lnTo>
                    <a:pt x="5366268" y="146404"/>
                  </a:lnTo>
                  <a:lnTo>
                    <a:pt x="5366386" y="146404"/>
                  </a:lnTo>
                  <a:lnTo>
                    <a:pt x="5366503" y="146404"/>
                  </a:lnTo>
                  <a:lnTo>
                    <a:pt x="5366621" y="146404"/>
                  </a:lnTo>
                  <a:lnTo>
                    <a:pt x="5366738" y="146404"/>
                  </a:lnTo>
                  <a:lnTo>
                    <a:pt x="5366856" y="146404"/>
                  </a:lnTo>
                  <a:lnTo>
                    <a:pt x="5366974" y="146404"/>
                  </a:lnTo>
                  <a:lnTo>
                    <a:pt x="5367091" y="146404"/>
                  </a:lnTo>
                  <a:lnTo>
                    <a:pt x="5367209" y="146404"/>
                  </a:lnTo>
                  <a:lnTo>
                    <a:pt x="5367326" y="146404"/>
                  </a:lnTo>
                  <a:lnTo>
                    <a:pt x="5367444" y="146404"/>
                  </a:lnTo>
                  <a:lnTo>
                    <a:pt x="5367562" y="146404"/>
                  </a:lnTo>
                  <a:lnTo>
                    <a:pt x="5367679" y="146404"/>
                  </a:lnTo>
                  <a:lnTo>
                    <a:pt x="5367797" y="146404"/>
                  </a:lnTo>
                  <a:lnTo>
                    <a:pt x="5367797" y="145973"/>
                  </a:lnTo>
                  <a:lnTo>
                    <a:pt x="5367915" y="145973"/>
                  </a:lnTo>
                  <a:lnTo>
                    <a:pt x="5368032" y="145973"/>
                  </a:lnTo>
                  <a:lnTo>
                    <a:pt x="5368150" y="145973"/>
                  </a:lnTo>
                  <a:lnTo>
                    <a:pt x="5368267" y="145973"/>
                  </a:lnTo>
                  <a:lnTo>
                    <a:pt x="5368385" y="145973"/>
                  </a:lnTo>
                  <a:lnTo>
                    <a:pt x="5368503" y="145973"/>
                  </a:lnTo>
                  <a:lnTo>
                    <a:pt x="5368620" y="145973"/>
                  </a:lnTo>
                  <a:lnTo>
                    <a:pt x="5368738" y="145973"/>
                  </a:lnTo>
                  <a:lnTo>
                    <a:pt x="5368855" y="145973"/>
                  </a:lnTo>
                  <a:lnTo>
                    <a:pt x="5368973" y="145973"/>
                  </a:lnTo>
                  <a:lnTo>
                    <a:pt x="5369091" y="145973"/>
                  </a:lnTo>
                  <a:lnTo>
                    <a:pt x="5369208" y="145973"/>
                  </a:lnTo>
                  <a:lnTo>
                    <a:pt x="5369326" y="145973"/>
                  </a:lnTo>
                  <a:lnTo>
                    <a:pt x="5369444" y="145973"/>
                  </a:lnTo>
                  <a:lnTo>
                    <a:pt x="5369561" y="145973"/>
                  </a:lnTo>
                  <a:lnTo>
                    <a:pt x="5369679" y="145973"/>
                  </a:lnTo>
                  <a:lnTo>
                    <a:pt x="5369796" y="145973"/>
                  </a:lnTo>
                  <a:lnTo>
                    <a:pt x="5369914" y="145973"/>
                  </a:lnTo>
                  <a:lnTo>
                    <a:pt x="5370032" y="145973"/>
                  </a:lnTo>
                  <a:lnTo>
                    <a:pt x="5370149" y="145973"/>
                  </a:lnTo>
                  <a:lnTo>
                    <a:pt x="5370149" y="145542"/>
                  </a:lnTo>
                  <a:lnTo>
                    <a:pt x="5370267" y="145542"/>
                  </a:lnTo>
                  <a:lnTo>
                    <a:pt x="5370267" y="145112"/>
                  </a:lnTo>
                  <a:lnTo>
                    <a:pt x="5370384" y="145112"/>
                  </a:lnTo>
                  <a:lnTo>
                    <a:pt x="5370502" y="145112"/>
                  </a:lnTo>
                  <a:lnTo>
                    <a:pt x="5370502" y="144681"/>
                  </a:lnTo>
                  <a:lnTo>
                    <a:pt x="5370620" y="144681"/>
                  </a:lnTo>
                  <a:lnTo>
                    <a:pt x="5370737" y="144681"/>
                  </a:lnTo>
                  <a:lnTo>
                    <a:pt x="5370855" y="144681"/>
                  </a:lnTo>
                  <a:lnTo>
                    <a:pt x="5370855" y="144251"/>
                  </a:lnTo>
                  <a:lnTo>
                    <a:pt x="5370973" y="144251"/>
                  </a:lnTo>
                  <a:lnTo>
                    <a:pt x="5371090" y="144251"/>
                  </a:lnTo>
                  <a:lnTo>
                    <a:pt x="5371208" y="144251"/>
                  </a:lnTo>
                  <a:lnTo>
                    <a:pt x="5371208" y="143820"/>
                  </a:lnTo>
                  <a:lnTo>
                    <a:pt x="5371325" y="143820"/>
                  </a:lnTo>
                  <a:lnTo>
                    <a:pt x="5371443" y="143820"/>
                  </a:lnTo>
                  <a:lnTo>
                    <a:pt x="5371561" y="143820"/>
                  </a:lnTo>
                  <a:lnTo>
                    <a:pt x="5371678" y="143820"/>
                  </a:lnTo>
                  <a:lnTo>
                    <a:pt x="5371796" y="143820"/>
                  </a:lnTo>
                  <a:lnTo>
                    <a:pt x="5371913" y="143820"/>
                  </a:lnTo>
                  <a:lnTo>
                    <a:pt x="5372031" y="143820"/>
                  </a:lnTo>
                  <a:lnTo>
                    <a:pt x="5372149" y="143820"/>
                  </a:lnTo>
                  <a:lnTo>
                    <a:pt x="5372266" y="143820"/>
                  </a:lnTo>
                  <a:lnTo>
                    <a:pt x="5372384" y="143820"/>
                  </a:lnTo>
                  <a:lnTo>
                    <a:pt x="5372502" y="143820"/>
                  </a:lnTo>
                  <a:lnTo>
                    <a:pt x="5372619" y="143820"/>
                  </a:lnTo>
                  <a:lnTo>
                    <a:pt x="5372737" y="143820"/>
                  </a:lnTo>
                  <a:lnTo>
                    <a:pt x="5372854" y="143820"/>
                  </a:lnTo>
                  <a:lnTo>
                    <a:pt x="5372972" y="143820"/>
                  </a:lnTo>
                  <a:lnTo>
                    <a:pt x="5373090" y="143820"/>
                  </a:lnTo>
                  <a:lnTo>
                    <a:pt x="5373090" y="143389"/>
                  </a:lnTo>
                  <a:lnTo>
                    <a:pt x="5373207" y="143389"/>
                  </a:lnTo>
                  <a:lnTo>
                    <a:pt x="5373325" y="143389"/>
                  </a:lnTo>
                  <a:lnTo>
                    <a:pt x="5373442" y="143389"/>
                  </a:lnTo>
                  <a:lnTo>
                    <a:pt x="5373560" y="143389"/>
                  </a:lnTo>
                  <a:lnTo>
                    <a:pt x="5373678" y="143389"/>
                  </a:lnTo>
                  <a:lnTo>
                    <a:pt x="5373795" y="143389"/>
                  </a:lnTo>
                  <a:lnTo>
                    <a:pt x="5373913" y="143389"/>
                  </a:lnTo>
                  <a:lnTo>
                    <a:pt x="5374030" y="143389"/>
                  </a:lnTo>
                  <a:lnTo>
                    <a:pt x="5374030" y="142959"/>
                  </a:lnTo>
                  <a:lnTo>
                    <a:pt x="5374148" y="142959"/>
                  </a:lnTo>
                  <a:lnTo>
                    <a:pt x="5374266" y="142959"/>
                  </a:lnTo>
                  <a:lnTo>
                    <a:pt x="5374383" y="142959"/>
                  </a:lnTo>
                  <a:lnTo>
                    <a:pt x="5374501" y="142959"/>
                  </a:lnTo>
                  <a:lnTo>
                    <a:pt x="5374619" y="142959"/>
                  </a:lnTo>
                  <a:lnTo>
                    <a:pt x="5374736" y="142959"/>
                  </a:lnTo>
                  <a:lnTo>
                    <a:pt x="5374854" y="142959"/>
                  </a:lnTo>
                  <a:lnTo>
                    <a:pt x="5374971" y="142959"/>
                  </a:lnTo>
                  <a:lnTo>
                    <a:pt x="5375089" y="142959"/>
                  </a:lnTo>
                  <a:lnTo>
                    <a:pt x="5375207" y="142959"/>
                  </a:lnTo>
                  <a:lnTo>
                    <a:pt x="5375324" y="142959"/>
                  </a:lnTo>
                  <a:lnTo>
                    <a:pt x="5375442" y="142959"/>
                  </a:lnTo>
                  <a:lnTo>
                    <a:pt x="5375559" y="142959"/>
                  </a:lnTo>
                  <a:lnTo>
                    <a:pt x="5375559" y="142528"/>
                  </a:lnTo>
                  <a:lnTo>
                    <a:pt x="5375677" y="142528"/>
                  </a:lnTo>
                  <a:lnTo>
                    <a:pt x="5375795" y="142528"/>
                  </a:lnTo>
                  <a:lnTo>
                    <a:pt x="5375795" y="142098"/>
                  </a:lnTo>
                  <a:lnTo>
                    <a:pt x="5375912" y="142098"/>
                  </a:lnTo>
                  <a:lnTo>
                    <a:pt x="5376030" y="142098"/>
                  </a:lnTo>
                  <a:lnTo>
                    <a:pt x="5376030" y="141667"/>
                  </a:lnTo>
                  <a:lnTo>
                    <a:pt x="5376148" y="141667"/>
                  </a:lnTo>
                  <a:lnTo>
                    <a:pt x="5376265" y="141667"/>
                  </a:lnTo>
                  <a:lnTo>
                    <a:pt x="5376383" y="141667"/>
                  </a:lnTo>
                  <a:lnTo>
                    <a:pt x="5376500" y="141667"/>
                  </a:lnTo>
                  <a:lnTo>
                    <a:pt x="5376618" y="141667"/>
                  </a:lnTo>
                  <a:lnTo>
                    <a:pt x="5376736" y="141667"/>
                  </a:lnTo>
                  <a:lnTo>
                    <a:pt x="5376853" y="141667"/>
                  </a:lnTo>
                  <a:lnTo>
                    <a:pt x="5376971" y="141667"/>
                  </a:lnTo>
                  <a:lnTo>
                    <a:pt x="5377088" y="141667"/>
                  </a:lnTo>
                  <a:lnTo>
                    <a:pt x="5377206" y="141667"/>
                  </a:lnTo>
                  <a:lnTo>
                    <a:pt x="5377324" y="141667"/>
                  </a:lnTo>
                  <a:lnTo>
                    <a:pt x="5377441" y="141667"/>
                  </a:lnTo>
                  <a:lnTo>
                    <a:pt x="5377559" y="141667"/>
                  </a:lnTo>
                  <a:lnTo>
                    <a:pt x="5377677" y="141667"/>
                  </a:lnTo>
                  <a:lnTo>
                    <a:pt x="5377794" y="141667"/>
                  </a:lnTo>
                  <a:lnTo>
                    <a:pt x="5377912" y="141667"/>
                  </a:lnTo>
                  <a:lnTo>
                    <a:pt x="5378029" y="141667"/>
                  </a:lnTo>
                  <a:lnTo>
                    <a:pt x="5378147" y="141667"/>
                  </a:lnTo>
                  <a:lnTo>
                    <a:pt x="5378265" y="141667"/>
                  </a:lnTo>
                  <a:lnTo>
                    <a:pt x="5378382" y="141667"/>
                  </a:lnTo>
                  <a:lnTo>
                    <a:pt x="5378500" y="141667"/>
                  </a:lnTo>
                  <a:lnTo>
                    <a:pt x="5378617" y="141667"/>
                  </a:lnTo>
                  <a:lnTo>
                    <a:pt x="5378735" y="141667"/>
                  </a:lnTo>
                  <a:lnTo>
                    <a:pt x="5378853" y="141667"/>
                  </a:lnTo>
                  <a:lnTo>
                    <a:pt x="5378970" y="141667"/>
                  </a:lnTo>
                  <a:lnTo>
                    <a:pt x="5379088" y="141667"/>
                  </a:lnTo>
                  <a:lnTo>
                    <a:pt x="5379206" y="141667"/>
                  </a:lnTo>
                  <a:lnTo>
                    <a:pt x="5379323" y="141667"/>
                  </a:lnTo>
                  <a:lnTo>
                    <a:pt x="5379441" y="141667"/>
                  </a:lnTo>
                  <a:lnTo>
                    <a:pt x="5379558" y="141667"/>
                  </a:lnTo>
                  <a:lnTo>
                    <a:pt x="5379676" y="141667"/>
                  </a:lnTo>
                  <a:lnTo>
                    <a:pt x="5379794" y="141667"/>
                  </a:lnTo>
                  <a:lnTo>
                    <a:pt x="5379911" y="141667"/>
                  </a:lnTo>
                  <a:lnTo>
                    <a:pt x="5380029" y="141667"/>
                  </a:lnTo>
                  <a:lnTo>
                    <a:pt x="5380146" y="141667"/>
                  </a:lnTo>
                  <a:lnTo>
                    <a:pt x="5380264" y="141667"/>
                  </a:lnTo>
                  <a:lnTo>
                    <a:pt x="5380382" y="141667"/>
                  </a:lnTo>
                  <a:lnTo>
                    <a:pt x="5380499" y="141667"/>
                  </a:lnTo>
                  <a:lnTo>
                    <a:pt x="5380617" y="141667"/>
                  </a:lnTo>
                  <a:lnTo>
                    <a:pt x="5380735" y="141667"/>
                  </a:lnTo>
                  <a:lnTo>
                    <a:pt x="5380852" y="141667"/>
                  </a:lnTo>
                  <a:lnTo>
                    <a:pt x="5380970" y="141667"/>
                  </a:lnTo>
                  <a:lnTo>
                    <a:pt x="5381087" y="141667"/>
                  </a:lnTo>
                  <a:lnTo>
                    <a:pt x="5381205" y="141667"/>
                  </a:lnTo>
                  <a:lnTo>
                    <a:pt x="5381205" y="141236"/>
                  </a:lnTo>
                  <a:lnTo>
                    <a:pt x="5381205" y="140806"/>
                  </a:lnTo>
                  <a:lnTo>
                    <a:pt x="5381323" y="140806"/>
                  </a:lnTo>
                  <a:lnTo>
                    <a:pt x="5381440" y="140806"/>
                  </a:lnTo>
                  <a:lnTo>
                    <a:pt x="5381558" y="140806"/>
                  </a:lnTo>
                  <a:lnTo>
                    <a:pt x="5381675" y="140806"/>
                  </a:lnTo>
                  <a:lnTo>
                    <a:pt x="5381793" y="140806"/>
                  </a:lnTo>
                  <a:lnTo>
                    <a:pt x="5381911" y="140806"/>
                  </a:lnTo>
                  <a:lnTo>
                    <a:pt x="5382028" y="140806"/>
                  </a:lnTo>
                  <a:lnTo>
                    <a:pt x="5382146" y="140806"/>
                  </a:lnTo>
                  <a:lnTo>
                    <a:pt x="5382263" y="140806"/>
                  </a:lnTo>
                  <a:lnTo>
                    <a:pt x="5382381" y="140806"/>
                  </a:lnTo>
                  <a:lnTo>
                    <a:pt x="5382499" y="140806"/>
                  </a:lnTo>
                  <a:lnTo>
                    <a:pt x="5382616" y="140806"/>
                  </a:lnTo>
                  <a:lnTo>
                    <a:pt x="5382734" y="140806"/>
                  </a:lnTo>
                  <a:lnTo>
                    <a:pt x="5382852" y="140806"/>
                  </a:lnTo>
                  <a:lnTo>
                    <a:pt x="5382969" y="140806"/>
                  </a:lnTo>
                  <a:lnTo>
                    <a:pt x="5383087" y="140806"/>
                  </a:lnTo>
                  <a:lnTo>
                    <a:pt x="5383204" y="140806"/>
                  </a:lnTo>
                  <a:lnTo>
                    <a:pt x="5383204" y="140375"/>
                  </a:lnTo>
                  <a:lnTo>
                    <a:pt x="5383322" y="140375"/>
                  </a:lnTo>
                  <a:lnTo>
                    <a:pt x="5383440" y="140375"/>
                  </a:lnTo>
                  <a:lnTo>
                    <a:pt x="5383557" y="140375"/>
                  </a:lnTo>
                  <a:lnTo>
                    <a:pt x="5383675" y="140375"/>
                  </a:lnTo>
                  <a:lnTo>
                    <a:pt x="5383792" y="140375"/>
                  </a:lnTo>
                  <a:lnTo>
                    <a:pt x="5383910" y="140375"/>
                  </a:lnTo>
                  <a:lnTo>
                    <a:pt x="5384028" y="140375"/>
                  </a:lnTo>
                  <a:lnTo>
                    <a:pt x="5384145" y="140375"/>
                  </a:lnTo>
                  <a:lnTo>
                    <a:pt x="5384263" y="140375"/>
                  </a:lnTo>
                  <a:lnTo>
                    <a:pt x="5384381" y="140375"/>
                  </a:lnTo>
                  <a:lnTo>
                    <a:pt x="5384381" y="139945"/>
                  </a:lnTo>
                  <a:lnTo>
                    <a:pt x="5384498" y="139945"/>
                  </a:lnTo>
                  <a:lnTo>
                    <a:pt x="5384616" y="139945"/>
                  </a:lnTo>
                  <a:lnTo>
                    <a:pt x="5384733" y="139945"/>
                  </a:lnTo>
                  <a:lnTo>
                    <a:pt x="5384851" y="139945"/>
                  </a:lnTo>
                  <a:lnTo>
                    <a:pt x="5384969" y="139945"/>
                  </a:lnTo>
                  <a:lnTo>
                    <a:pt x="5385086" y="139945"/>
                  </a:lnTo>
                  <a:lnTo>
                    <a:pt x="5385204" y="139945"/>
                  </a:lnTo>
                  <a:lnTo>
                    <a:pt x="5385321" y="139945"/>
                  </a:lnTo>
                  <a:lnTo>
                    <a:pt x="5385439" y="139945"/>
                  </a:lnTo>
                  <a:lnTo>
                    <a:pt x="5385557" y="139945"/>
                  </a:lnTo>
                  <a:lnTo>
                    <a:pt x="5385674" y="139945"/>
                  </a:lnTo>
                  <a:lnTo>
                    <a:pt x="5385792" y="139945"/>
                  </a:lnTo>
                  <a:lnTo>
                    <a:pt x="5385910" y="139945"/>
                  </a:lnTo>
                  <a:lnTo>
                    <a:pt x="5386027" y="139945"/>
                  </a:lnTo>
                  <a:lnTo>
                    <a:pt x="5386145" y="139945"/>
                  </a:lnTo>
                  <a:lnTo>
                    <a:pt x="5386262" y="139945"/>
                  </a:lnTo>
                  <a:lnTo>
                    <a:pt x="5386380" y="139945"/>
                  </a:lnTo>
                  <a:lnTo>
                    <a:pt x="5386498" y="139945"/>
                  </a:lnTo>
                  <a:lnTo>
                    <a:pt x="5386615" y="139945"/>
                  </a:lnTo>
                  <a:lnTo>
                    <a:pt x="5386733" y="139945"/>
                  </a:lnTo>
                  <a:lnTo>
                    <a:pt x="5386850" y="139945"/>
                  </a:lnTo>
                  <a:lnTo>
                    <a:pt x="5386968" y="139945"/>
                  </a:lnTo>
                  <a:lnTo>
                    <a:pt x="5387086" y="139945"/>
                  </a:lnTo>
                  <a:lnTo>
                    <a:pt x="5387203" y="139945"/>
                  </a:lnTo>
                  <a:lnTo>
                    <a:pt x="5387321" y="139945"/>
                  </a:lnTo>
                  <a:lnTo>
                    <a:pt x="5387439" y="139945"/>
                  </a:lnTo>
                  <a:lnTo>
                    <a:pt x="5387556" y="139945"/>
                  </a:lnTo>
                  <a:lnTo>
                    <a:pt x="5387674" y="139945"/>
                  </a:lnTo>
                  <a:lnTo>
                    <a:pt x="5387791" y="139945"/>
                  </a:lnTo>
                  <a:lnTo>
                    <a:pt x="5387909" y="139945"/>
                  </a:lnTo>
                  <a:lnTo>
                    <a:pt x="5387909" y="139514"/>
                  </a:lnTo>
                  <a:lnTo>
                    <a:pt x="5388027" y="139514"/>
                  </a:lnTo>
                  <a:lnTo>
                    <a:pt x="5388144" y="139514"/>
                  </a:lnTo>
                  <a:lnTo>
                    <a:pt x="5388262" y="139514"/>
                  </a:lnTo>
                  <a:lnTo>
                    <a:pt x="5388379" y="139514"/>
                  </a:lnTo>
                  <a:lnTo>
                    <a:pt x="5388497" y="139514"/>
                  </a:lnTo>
                  <a:lnTo>
                    <a:pt x="5388615" y="139514"/>
                  </a:lnTo>
                  <a:lnTo>
                    <a:pt x="5388732" y="139514"/>
                  </a:lnTo>
                  <a:lnTo>
                    <a:pt x="5388850" y="139514"/>
                  </a:lnTo>
                  <a:lnTo>
                    <a:pt x="5388850" y="139083"/>
                  </a:lnTo>
                  <a:lnTo>
                    <a:pt x="5388968" y="139083"/>
                  </a:lnTo>
                  <a:lnTo>
                    <a:pt x="5389085" y="139083"/>
                  </a:lnTo>
                  <a:lnTo>
                    <a:pt x="5389203" y="139083"/>
                  </a:lnTo>
                  <a:lnTo>
                    <a:pt x="5389320" y="139083"/>
                  </a:lnTo>
                  <a:lnTo>
                    <a:pt x="5389320" y="138653"/>
                  </a:lnTo>
                  <a:lnTo>
                    <a:pt x="5389438" y="138653"/>
                  </a:lnTo>
                  <a:lnTo>
                    <a:pt x="5389438" y="138222"/>
                  </a:lnTo>
                  <a:lnTo>
                    <a:pt x="5389556" y="138222"/>
                  </a:lnTo>
                  <a:lnTo>
                    <a:pt x="5389673" y="138222"/>
                  </a:lnTo>
                  <a:lnTo>
                    <a:pt x="5389791" y="138222"/>
                  </a:lnTo>
                  <a:lnTo>
                    <a:pt x="5389791" y="137792"/>
                  </a:lnTo>
                  <a:lnTo>
                    <a:pt x="5389908" y="137792"/>
                  </a:lnTo>
                  <a:lnTo>
                    <a:pt x="5390026" y="137792"/>
                  </a:lnTo>
                  <a:lnTo>
                    <a:pt x="5390144" y="137792"/>
                  </a:lnTo>
                  <a:lnTo>
                    <a:pt x="5390144" y="137361"/>
                  </a:lnTo>
                  <a:lnTo>
                    <a:pt x="5390261" y="137361"/>
                  </a:lnTo>
                  <a:lnTo>
                    <a:pt x="5390379" y="137361"/>
                  </a:lnTo>
                  <a:lnTo>
                    <a:pt x="5390496" y="137361"/>
                  </a:lnTo>
                  <a:lnTo>
                    <a:pt x="5390496" y="136930"/>
                  </a:lnTo>
                  <a:lnTo>
                    <a:pt x="5390614" y="136930"/>
                  </a:lnTo>
                  <a:lnTo>
                    <a:pt x="5390732" y="136930"/>
                  </a:lnTo>
                  <a:lnTo>
                    <a:pt x="5390849" y="136930"/>
                  </a:lnTo>
                  <a:lnTo>
                    <a:pt x="5390967" y="136930"/>
                  </a:lnTo>
                  <a:lnTo>
                    <a:pt x="5391085" y="136930"/>
                  </a:lnTo>
                  <a:lnTo>
                    <a:pt x="5391202" y="136930"/>
                  </a:lnTo>
                  <a:lnTo>
                    <a:pt x="5391320" y="136930"/>
                  </a:lnTo>
                  <a:lnTo>
                    <a:pt x="5391437" y="136930"/>
                  </a:lnTo>
                  <a:lnTo>
                    <a:pt x="5391555" y="136930"/>
                  </a:lnTo>
                  <a:lnTo>
                    <a:pt x="5391673" y="136930"/>
                  </a:lnTo>
                  <a:lnTo>
                    <a:pt x="5391790" y="136930"/>
                  </a:lnTo>
                  <a:lnTo>
                    <a:pt x="5391790" y="136500"/>
                  </a:lnTo>
                  <a:lnTo>
                    <a:pt x="5391908" y="136500"/>
                  </a:lnTo>
                  <a:lnTo>
                    <a:pt x="5392025" y="136500"/>
                  </a:lnTo>
                  <a:lnTo>
                    <a:pt x="5392143" y="136500"/>
                  </a:lnTo>
                  <a:lnTo>
                    <a:pt x="5392261" y="136500"/>
                  </a:lnTo>
                  <a:lnTo>
                    <a:pt x="5392378" y="136500"/>
                  </a:lnTo>
                  <a:lnTo>
                    <a:pt x="5392496" y="136500"/>
                  </a:lnTo>
                  <a:lnTo>
                    <a:pt x="5392614" y="136500"/>
                  </a:lnTo>
                  <a:lnTo>
                    <a:pt x="5392614" y="136069"/>
                  </a:lnTo>
                  <a:lnTo>
                    <a:pt x="5392731" y="136069"/>
                  </a:lnTo>
                  <a:lnTo>
                    <a:pt x="5392849" y="136069"/>
                  </a:lnTo>
                  <a:lnTo>
                    <a:pt x="5392966" y="136069"/>
                  </a:lnTo>
                  <a:lnTo>
                    <a:pt x="5393084" y="136069"/>
                  </a:lnTo>
                  <a:lnTo>
                    <a:pt x="5393202" y="136069"/>
                  </a:lnTo>
                  <a:lnTo>
                    <a:pt x="5393319" y="136069"/>
                  </a:lnTo>
                  <a:lnTo>
                    <a:pt x="5393437" y="136069"/>
                  </a:lnTo>
                  <a:lnTo>
                    <a:pt x="5393554" y="136069"/>
                  </a:lnTo>
                  <a:lnTo>
                    <a:pt x="5393672" y="136069"/>
                  </a:lnTo>
                  <a:lnTo>
                    <a:pt x="5393790" y="136069"/>
                  </a:lnTo>
                  <a:lnTo>
                    <a:pt x="5393907" y="136069"/>
                  </a:lnTo>
                  <a:lnTo>
                    <a:pt x="5394025" y="136069"/>
                  </a:lnTo>
                  <a:lnTo>
                    <a:pt x="5394143" y="136069"/>
                  </a:lnTo>
                  <a:lnTo>
                    <a:pt x="5394260" y="136069"/>
                  </a:lnTo>
                  <a:lnTo>
                    <a:pt x="5394378" y="136069"/>
                  </a:lnTo>
                  <a:lnTo>
                    <a:pt x="5394495" y="136069"/>
                  </a:lnTo>
                  <a:lnTo>
                    <a:pt x="5394613" y="136069"/>
                  </a:lnTo>
                  <a:lnTo>
                    <a:pt x="5394731" y="136069"/>
                  </a:lnTo>
                  <a:lnTo>
                    <a:pt x="5394848" y="136069"/>
                  </a:lnTo>
                  <a:lnTo>
                    <a:pt x="5394966" y="136069"/>
                  </a:lnTo>
                  <a:lnTo>
                    <a:pt x="5394966" y="135639"/>
                  </a:lnTo>
                  <a:lnTo>
                    <a:pt x="5395083" y="135639"/>
                  </a:lnTo>
                  <a:lnTo>
                    <a:pt x="5395201" y="135639"/>
                  </a:lnTo>
                  <a:lnTo>
                    <a:pt x="5395319" y="135639"/>
                  </a:lnTo>
                  <a:lnTo>
                    <a:pt x="5395436" y="135639"/>
                  </a:lnTo>
                  <a:lnTo>
                    <a:pt x="5395554" y="135639"/>
                  </a:lnTo>
                  <a:lnTo>
                    <a:pt x="5395672" y="135639"/>
                  </a:lnTo>
                  <a:lnTo>
                    <a:pt x="5395789" y="135639"/>
                  </a:lnTo>
                  <a:lnTo>
                    <a:pt x="5395907" y="135639"/>
                  </a:lnTo>
                  <a:lnTo>
                    <a:pt x="5396024" y="135639"/>
                  </a:lnTo>
                  <a:lnTo>
                    <a:pt x="5396142" y="135639"/>
                  </a:lnTo>
                  <a:lnTo>
                    <a:pt x="5396260" y="135639"/>
                  </a:lnTo>
                  <a:lnTo>
                    <a:pt x="5396377" y="135639"/>
                  </a:lnTo>
                  <a:lnTo>
                    <a:pt x="5396377" y="135208"/>
                  </a:lnTo>
                  <a:lnTo>
                    <a:pt x="5396495" y="135208"/>
                  </a:lnTo>
                  <a:lnTo>
                    <a:pt x="5396612" y="135208"/>
                  </a:lnTo>
                  <a:lnTo>
                    <a:pt x="5396730" y="135208"/>
                  </a:lnTo>
                  <a:lnTo>
                    <a:pt x="5396848" y="135208"/>
                  </a:lnTo>
                  <a:lnTo>
                    <a:pt x="5396965" y="135208"/>
                  </a:lnTo>
                  <a:lnTo>
                    <a:pt x="5397083" y="135208"/>
                  </a:lnTo>
                  <a:lnTo>
                    <a:pt x="5397083" y="134777"/>
                  </a:lnTo>
                  <a:lnTo>
                    <a:pt x="5397201" y="134777"/>
                  </a:lnTo>
                  <a:lnTo>
                    <a:pt x="5397318" y="134777"/>
                  </a:lnTo>
                  <a:lnTo>
                    <a:pt x="5397436" y="134777"/>
                  </a:lnTo>
                  <a:lnTo>
                    <a:pt x="5397553" y="134777"/>
                  </a:lnTo>
                  <a:lnTo>
                    <a:pt x="5397671" y="134777"/>
                  </a:lnTo>
                  <a:lnTo>
                    <a:pt x="5397789" y="134777"/>
                  </a:lnTo>
                  <a:lnTo>
                    <a:pt x="5397906" y="134777"/>
                  </a:lnTo>
                  <a:lnTo>
                    <a:pt x="5398024" y="134777"/>
                  </a:lnTo>
                  <a:lnTo>
                    <a:pt x="5398024" y="134347"/>
                  </a:lnTo>
                  <a:lnTo>
                    <a:pt x="5398141" y="134347"/>
                  </a:lnTo>
                  <a:lnTo>
                    <a:pt x="5398259" y="134347"/>
                  </a:lnTo>
                  <a:lnTo>
                    <a:pt x="5398377" y="134347"/>
                  </a:lnTo>
                  <a:lnTo>
                    <a:pt x="5398494" y="134347"/>
                  </a:lnTo>
                  <a:lnTo>
                    <a:pt x="5398612" y="134347"/>
                  </a:lnTo>
                  <a:lnTo>
                    <a:pt x="5398729" y="134347"/>
                  </a:lnTo>
                  <a:lnTo>
                    <a:pt x="5398847" y="134347"/>
                  </a:lnTo>
                  <a:lnTo>
                    <a:pt x="5398965" y="134347"/>
                  </a:lnTo>
                  <a:lnTo>
                    <a:pt x="5399082" y="134347"/>
                  </a:lnTo>
                  <a:lnTo>
                    <a:pt x="5399200" y="134347"/>
                  </a:lnTo>
                  <a:lnTo>
                    <a:pt x="5399318" y="134347"/>
                  </a:lnTo>
                  <a:lnTo>
                    <a:pt x="5399435" y="134347"/>
                  </a:lnTo>
                  <a:lnTo>
                    <a:pt x="5399553" y="134347"/>
                  </a:lnTo>
                  <a:lnTo>
                    <a:pt x="5399670" y="134347"/>
                  </a:lnTo>
                  <a:lnTo>
                    <a:pt x="5399788" y="134347"/>
                  </a:lnTo>
                  <a:lnTo>
                    <a:pt x="5399906" y="134347"/>
                  </a:lnTo>
                  <a:lnTo>
                    <a:pt x="5400023" y="134347"/>
                  </a:lnTo>
                  <a:lnTo>
                    <a:pt x="5400141" y="134347"/>
                  </a:lnTo>
                  <a:lnTo>
                    <a:pt x="5400258" y="134347"/>
                  </a:lnTo>
                  <a:lnTo>
                    <a:pt x="5400376" y="134347"/>
                  </a:lnTo>
                  <a:lnTo>
                    <a:pt x="5400494" y="134347"/>
                  </a:lnTo>
                  <a:lnTo>
                    <a:pt x="5400611" y="134347"/>
                  </a:lnTo>
                  <a:lnTo>
                    <a:pt x="5400729" y="134347"/>
                  </a:lnTo>
                  <a:lnTo>
                    <a:pt x="5400847" y="134347"/>
                  </a:lnTo>
                  <a:lnTo>
                    <a:pt x="5400964" y="134347"/>
                  </a:lnTo>
                  <a:lnTo>
                    <a:pt x="5401082" y="134347"/>
                  </a:lnTo>
                  <a:lnTo>
                    <a:pt x="5401199" y="134347"/>
                  </a:lnTo>
                  <a:lnTo>
                    <a:pt x="5401317" y="134347"/>
                  </a:lnTo>
                  <a:lnTo>
                    <a:pt x="5401435" y="134347"/>
                  </a:lnTo>
                  <a:lnTo>
                    <a:pt x="5401552" y="134347"/>
                  </a:lnTo>
                  <a:lnTo>
                    <a:pt x="5401670" y="134347"/>
                  </a:lnTo>
                  <a:lnTo>
                    <a:pt x="5401670" y="133916"/>
                  </a:lnTo>
                  <a:lnTo>
                    <a:pt x="5401787" y="133916"/>
                  </a:lnTo>
                  <a:lnTo>
                    <a:pt x="5401905" y="133916"/>
                  </a:lnTo>
                  <a:lnTo>
                    <a:pt x="5402023" y="133916"/>
                  </a:lnTo>
                  <a:lnTo>
                    <a:pt x="5402140" y="133916"/>
                  </a:lnTo>
                  <a:lnTo>
                    <a:pt x="5402258" y="133916"/>
                  </a:lnTo>
                  <a:lnTo>
                    <a:pt x="5402376" y="133916"/>
                  </a:lnTo>
                  <a:lnTo>
                    <a:pt x="5402493" y="133916"/>
                  </a:lnTo>
                  <a:lnTo>
                    <a:pt x="5402611" y="133916"/>
                  </a:lnTo>
                  <a:lnTo>
                    <a:pt x="5402728" y="133916"/>
                  </a:lnTo>
                  <a:lnTo>
                    <a:pt x="5402846" y="133916"/>
                  </a:lnTo>
                  <a:lnTo>
                    <a:pt x="5402964" y="133916"/>
                  </a:lnTo>
                  <a:lnTo>
                    <a:pt x="5403081" y="133916"/>
                  </a:lnTo>
                  <a:lnTo>
                    <a:pt x="5403199" y="133916"/>
                  </a:lnTo>
                  <a:lnTo>
                    <a:pt x="5403316" y="133916"/>
                  </a:lnTo>
                  <a:lnTo>
                    <a:pt x="5403434" y="133916"/>
                  </a:lnTo>
                  <a:lnTo>
                    <a:pt x="5403552" y="133916"/>
                  </a:lnTo>
                  <a:lnTo>
                    <a:pt x="5403552" y="133486"/>
                  </a:lnTo>
                  <a:lnTo>
                    <a:pt x="5403552" y="133055"/>
                  </a:lnTo>
                  <a:lnTo>
                    <a:pt x="5403669" y="133055"/>
                  </a:lnTo>
                  <a:lnTo>
                    <a:pt x="5403787" y="133055"/>
                  </a:lnTo>
                  <a:lnTo>
                    <a:pt x="5403905" y="133055"/>
                  </a:lnTo>
                  <a:lnTo>
                    <a:pt x="5404022" y="133055"/>
                  </a:lnTo>
                  <a:lnTo>
                    <a:pt x="5404140" y="133055"/>
                  </a:lnTo>
                  <a:lnTo>
                    <a:pt x="5404140" y="132624"/>
                  </a:lnTo>
                  <a:lnTo>
                    <a:pt x="5404257" y="132624"/>
                  </a:lnTo>
                  <a:lnTo>
                    <a:pt x="5404375" y="132624"/>
                  </a:lnTo>
                  <a:lnTo>
                    <a:pt x="5404493" y="132624"/>
                  </a:lnTo>
                  <a:lnTo>
                    <a:pt x="5404610" y="132624"/>
                  </a:lnTo>
                  <a:lnTo>
                    <a:pt x="5404728" y="132624"/>
                  </a:lnTo>
                  <a:lnTo>
                    <a:pt x="5404845" y="132624"/>
                  </a:lnTo>
                  <a:lnTo>
                    <a:pt x="5404963" y="132624"/>
                  </a:lnTo>
                  <a:lnTo>
                    <a:pt x="5405081" y="132624"/>
                  </a:lnTo>
                  <a:lnTo>
                    <a:pt x="5405198" y="132624"/>
                  </a:lnTo>
                  <a:lnTo>
                    <a:pt x="5405316" y="132624"/>
                  </a:lnTo>
                  <a:lnTo>
                    <a:pt x="5405434" y="132624"/>
                  </a:lnTo>
                  <a:lnTo>
                    <a:pt x="5405551" y="132624"/>
                  </a:lnTo>
                  <a:lnTo>
                    <a:pt x="5405551" y="132194"/>
                  </a:lnTo>
                  <a:lnTo>
                    <a:pt x="5405669" y="132194"/>
                  </a:lnTo>
                  <a:lnTo>
                    <a:pt x="5405786" y="132194"/>
                  </a:lnTo>
                  <a:lnTo>
                    <a:pt x="5405904" y="132194"/>
                  </a:lnTo>
                  <a:lnTo>
                    <a:pt x="5406022" y="132194"/>
                  </a:lnTo>
                  <a:lnTo>
                    <a:pt x="5406139" y="132194"/>
                  </a:lnTo>
                  <a:lnTo>
                    <a:pt x="5406257" y="132194"/>
                  </a:lnTo>
                  <a:lnTo>
                    <a:pt x="5406374" y="132194"/>
                  </a:lnTo>
                  <a:lnTo>
                    <a:pt x="5406492" y="132194"/>
                  </a:lnTo>
                  <a:lnTo>
                    <a:pt x="5406610" y="132194"/>
                  </a:lnTo>
                  <a:lnTo>
                    <a:pt x="5406727" y="132194"/>
                  </a:lnTo>
                  <a:lnTo>
                    <a:pt x="5406845" y="132194"/>
                  </a:lnTo>
                  <a:lnTo>
                    <a:pt x="5406962" y="132194"/>
                  </a:lnTo>
                  <a:lnTo>
                    <a:pt x="5407080" y="132194"/>
                  </a:lnTo>
                  <a:lnTo>
                    <a:pt x="5407198" y="132194"/>
                  </a:lnTo>
                  <a:lnTo>
                    <a:pt x="5407315" y="132194"/>
                  </a:lnTo>
                  <a:lnTo>
                    <a:pt x="5407433" y="132194"/>
                  </a:lnTo>
                  <a:lnTo>
                    <a:pt x="5407551" y="132194"/>
                  </a:lnTo>
                  <a:lnTo>
                    <a:pt x="5407668" y="132194"/>
                  </a:lnTo>
                  <a:lnTo>
                    <a:pt x="5407786" y="132194"/>
                  </a:lnTo>
                  <a:lnTo>
                    <a:pt x="5407786" y="131763"/>
                  </a:lnTo>
                  <a:lnTo>
                    <a:pt x="5407903" y="131763"/>
                  </a:lnTo>
                  <a:lnTo>
                    <a:pt x="5408021" y="131763"/>
                  </a:lnTo>
                  <a:lnTo>
                    <a:pt x="5408139" y="131763"/>
                  </a:lnTo>
                  <a:lnTo>
                    <a:pt x="5408256" y="131763"/>
                  </a:lnTo>
                  <a:lnTo>
                    <a:pt x="5408374" y="131763"/>
                  </a:lnTo>
                  <a:lnTo>
                    <a:pt x="5408491" y="131763"/>
                  </a:lnTo>
                  <a:lnTo>
                    <a:pt x="5408609" y="131763"/>
                  </a:lnTo>
                  <a:lnTo>
                    <a:pt x="5408727" y="131763"/>
                  </a:lnTo>
                  <a:lnTo>
                    <a:pt x="5408727" y="131333"/>
                  </a:lnTo>
                  <a:lnTo>
                    <a:pt x="5408844" y="131333"/>
                  </a:lnTo>
                  <a:lnTo>
                    <a:pt x="5408962" y="131333"/>
                  </a:lnTo>
                  <a:lnTo>
                    <a:pt x="5409080" y="131333"/>
                  </a:lnTo>
                  <a:lnTo>
                    <a:pt x="5409197" y="131333"/>
                  </a:lnTo>
                  <a:lnTo>
                    <a:pt x="5409315" y="131333"/>
                  </a:lnTo>
                  <a:lnTo>
                    <a:pt x="5409432" y="131333"/>
                  </a:lnTo>
                  <a:lnTo>
                    <a:pt x="5409550" y="131333"/>
                  </a:lnTo>
                  <a:lnTo>
                    <a:pt x="5409668" y="131333"/>
                  </a:lnTo>
                  <a:lnTo>
                    <a:pt x="5409785" y="131333"/>
                  </a:lnTo>
                  <a:lnTo>
                    <a:pt x="5409903" y="131333"/>
                  </a:lnTo>
                  <a:lnTo>
                    <a:pt x="5409903" y="130902"/>
                  </a:lnTo>
                  <a:lnTo>
                    <a:pt x="5410020" y="130902"/>
                  </a:lnTo>
                  <a:lnTo>
                    <a:pt x="5410138" y="130902"/>
                  </a:lnTo>
                  <a:lnTo>
                    <a:pt x="5410256" y="130902"/>
                  </a:lnTo>
                  <a:lnTo>
                    <a:pt x="5410373" y="130902"/>
                  </a:lnTo>
                  <a:lnTo>
                    <a:pt x="5410491" y="130902"/>
                  </a:lnTo>
                  <a:lnTo>
                    <a:pt x="5410609" y="130902"/>
                  </a:lnTo>
                  <a:lnTo>
                    <a:pt x="5410726" y="130902"/>
                  </a:lnTo>
                  <a:lnTo>
                    <a:pt x="5410844" y="130902"/>
                  </a:lnTo>
                  <a:lnTo>
                    <a:pt x="5410961" y="130902"/>
                  </a:lnTo>
                  <a:lnTo>
                    <a:pt x="5411079" y="130902"/>
                  </a:lnTo>
                  <a:lnTo>
                    <a:pt x="5411197" y="130902"/>
                  </a:lnTo>
                  <a:lnTo>
                    <a:pt x="5411314" y="130902"/>
                  </a:lnTo>
                  <a:lnTo>
                    <a:pt x="5411432" y="130902"/>
                  </a:lnTo>
                  <a:lnTo>
                    <a:pt x="5411549" y="130902"/>
                  </a:lnTo>
                  <a:lnTo>
                    <a:pt x="5411667" y="130902"/>
                  </a:lnTo>
                  <a:lnTo>
                    <a:pt x="5411785" y="130902"/>
                  </a:lnTo>
                  <a:lnTo>
                    <a:pt x="5411902" y="130902"/>
                  </a:lnTo>
                  <a:lnTo>
                    <a:pt x="5412020" y="130902"/>
                  </a:lnTo>
                  <a:lnTo>
                    <a:pt x="5412138" y="130902"/>
                  </a:lnTo>
                  <a:lnTo>
                    <a:pt x="5412255" y="130902"/>
                  </a:lnTo>
                  <a:lnTo>
                    <a:pt x="5412373" y="130902"/>
                  </a:lnTo>
                  <a:lnTo>
                    <a:pt x="5412490" y="130902"/>
                  </a:lnTo>
                  <a:lnTo>
                    <a:pt x="5412608" y="130902"/>
                  </a:lnTo>
                  <a:lnTo>
                    <a:pt x="5412726" y="130902"/>
                  </a:lnTo>
                  <a:lnTo>
                    <a:pt x="5412843" y="130902"/>
                  </a:lnTo>
                  <a:lnTo>
                    <a:pt x="5412961" y="130902"/>
                  </a:lnTo>
                  <a:lnTo>
                    <a:pt x="5413078" y="130902"/>
                  </a:lnTo>
                  <a:lnTo>
                    <a:pt x="5413196" y="130902"/>
                  </a:lnTo>
                  <a:lnTo>
                    <a:pt x="5413314" y="130902"/>
                  </a:lnTo>
                  <a:lnTo>
                    <a:pt x="5413431" y="130902"/>
                  </a:lnTo>
                  <a:lnTo>
                    <a:pt x="5413549" y="130902"/>
                  </a:lnTo>
                  <a:lnTo>
                    <a:pt x="5413666" y="130902"/>
                  </a:lnTo>
                  <a:lnTo>
                    <a:pt x="5413784" y="130902"/>
                  </a:lnTo>
                  <a:lnTo>
                    <a:pt x="5413902" y="130902"/>
                  </a:lnTo>
                  <a:lnTo>
                    <a:pt x="5414019" y="130902"/>
                  </a:lnTo>
                  <a:lnTo>
                    <a:pt x="5414137" y="130902"/>
                  </a:lnTo>
                  <a:lnTo>
                    <a:pt x="5414255" y="130902"/>
                  </a:lnTo>
                  <a:lnTo>
                    <a:pt x="5414255" y="130471"/>
                  </a:lnTo>
                  <a:lnTo>
                    <a:pt x="5414372" y="130471"/>
                  </a:lnTo>
                  <a:lnTo>
                    <a:pt x="5414490" y="130471"/>
                  </a:lnTo>
                  <a:lnTo>
                    <a:pt x="5414607" y="130471"/>
                  </a:lnTo>
                  <a:lnTo>
                    <a:pt x="5414725" y="130471"/>
                  </a:lnTo>
                  <a:lnTo>
                    <a:pt x="5414843" y="130471"/>
                  </a:lnTo>
                  <a:lnTo>
                    <a:pt x="5414960" y="130471"/>
                  </a:lnTo>
                  <a:lnTo>
                    <a:pt x="5415078" y="130471"/>
                  </a:lnTo>
                  <a:lnTo>
                    <a:pt x="5415195" y="130471"/>
                  </a:lnTo>
                  <a:lnTo>
                    <a:pt x="5415313" y="130471"/>
                  </a:lnTo>
                  <a:lnTo>
                    <a:pt x="5415431" y="130471"/>
                  </a:lnTo>
                  <a:lnTo>
                    <a:pt x="5415548" y="130471"/>
                  </a:lnTo>
                  <a:lnTo>
                    <a:pt x="5415666" y="130471"/>
                  </a:lnTo>
                  <a:lnTo>
                    <a:pt x="5415784" y="130471"/>
                  </a:lnTo>
                  <a:lnTo>
                    <a:pt x="5415901" y="130471"/>
                  </a:lnTo>
                  <a:lnTo>
                    <a:pt x="5416019" y="130471"/>
                  </a:lnTo>
                  <a:lnTo>
                    <a:pt x="5416136" y="130471"/>
                  </a:lnTo>
                  <a:lnTo>
                    <a:pt x="5416254" y="130471"/>
                  </a:lnTo>
                  <a:lnTo>
                    <a:pt x="5416372" y="130471"/>
                  </a:lnTo>
                  <a:lnTo>
                    <a:pt x="5416489" y="130471"/>
                  </a:lnTo>
                  <a:lnTo>
                    <a:pt x="5416607" y="130471"/>
                  </a:lnTo>
                  <a:lnTo>
                    <a:pt x="5416724" y="130471"/>
                  </a:lnTo>
                  <a:lnTo>
                    <a:pt x="5416842" y="130471"/>
                  </a:lnTo>
                  <a:lnTo>
                    <a:pt x="5416960" y="130471"/>
                  </a:lnTo>
                  <a:lnTo>
                    <a:pt x="5417077" y="130471"/>
                  </a:lnTo>
                  <a:lnTo>
                    <a:pt x="5417195" y="130471"/>
                  </a:lnTo>
                  <a:lnTo>
                    <a:pt x="5417313" y="130471"/>
                  </a:lnTo>
                  <a:lnTo>
                    <a:pt x="5417430" y="130471"/>
                  </a:lnTo>
                  <a:lnTo>
                    <a:pt x="5417548" y="130471"/>
                  </a:lnTo>
                  <a:lnTo>
                    <a:pt x="5417665" y="130471"/>
                  </a:lnTo>
                  <a:lnTo>
                    <a:pt x="5417783" y="130471"/>
                  </a:lnTo>
                  <a:lnTo>
                    <a:pt x="5417901" y="130471"/>
                  </a:lnTo>
                  <a:lnTo>
                    <a:pt x="5417901" y="130041"/>
                  </a:lnTo>
                  <a:lnTo>
                    <a:pt x="5418018" y="130041"/>
                  </a:lnTo>
                  <a:lnTo>
                    <a:pt x="5418018" y="129610"/>
                  </a:lnTo>
                  <a:lnTo>
                    <a:pt x="5418136" y="129610"/>
                  </a:lnTo>
                  <a:lnTo>
                    <a:pt x="5418253" y="129610"/>
                  </a:lnTo>
                  <a:lnTo>
                    <a:pt x="5418371" y="129610"/>
                  </a:lnTo>
                  <a:lnTo>
                    <a:pt x="5418489" y="129610"/>
                  </a:lnTo>
                  <a:lnTo>
                    <a:pt x="5418606" y="129610"/>
                  </a:lnTo>
                  <a:lnTo>
                    <a:pt x="5418724" y="129610"/>
                  </a:lnTo>
                  <a:lnTo>
                    <a:pt x="5418842" y="129610"/>
                  </a:lnTo>
                  <a:lnTo>
                    <a:pt x="5418842" y="129180"/>
                  </a:lnTo>
                  <a:lnTo>
                    <a:pt x="5418959" y="129180"/>
                  </a:lnTo>
                  <a:lnTo>
                    <a:pt x="5419077" y="129180"/>
                  </a:lnTo>
                  <a:lnTo>
                    <a:pt x="5419194" y="129180"/>
                  </a:lnTo>
                  <a:lnTo>
                    <a:pt x="5419312" y="129180"/>
                  </a:lnTo>
                  <a:lnTo>
                    <a:pt x="5419430" y="129180"/>
                  </a:lnTo>
                  <a:lnTo>
                    <a:pt x="5419547" y="129180"/>
                  </a:lnTo>
                  <a:lnTo>
                    <a:pt x="5419665" y="129180"/>
                  </a:lnTo>
                  <a:lnTo>
                    <a:pt x="5419782" y="129180"/>
                  </a:lnTo>
                  <a:lnTo>
                    <a:pt x="5419900" y="129180"/>
                  </a:lnTo>
                  <a:lnTo>
                    <a:pt x="5420018" y="129180"/>
                  </a:lnTo>
                  <a:lnTo>
                    <a:pt x="5420135" y="129180"/>
                  </a:lnTo>
                  <a:lnTo>
                    <a:pt x="5420253" y="129180"/>
                  </a:lnTo>
                  <a:lnTo>
                    <a:pt x="5420371" y="129180"/>
                  </a:lnTo>
                  <a:lnTo>
                    <a:pt x="5420488" y="129180"/>
                  </a:lnTo>
                  <a:lnTo>
                    <a:pt x="5420606" y="129180"/>
                  </a:lnTo>
                  <a:lnTo>
                    <a:pt x="5420723" y="129180"/>
                  </a:lnTo>
                  <a:lnTo>
                    <a:pt x="5420841" y="129180"/>
                  </a:lnTo>
                  <a:lnTo>
                    <a:pt x="5420959" y="129180"/>
                  </a:lnTo>
                  <a:lnTo>
                    <a:pt x="5421076" y="129180"/>
                  </a:lnTo>
                  <a:lnTo>
                    <a:pt x="5421194" y="129180"/>
                  </a:lnTo>
                  <a:lnTo>
                    <a:pt x="5421194" y="128749"/>
                  </a:lnTo>
                  <a:lnTo>
                    <a:pt x="5421311" y="128749"/>
                  </a:lnTo>
                  <a:lnTo>
                    <a:pt x="5421429" y="128749"/>
                  </a:lnTo>
                  <a:lnTo>
                    <a:pt x="5421547" y="128749"/>
                  </a:lnTo>
                  <a:lnTo>
                    <a:pt x="5421664" y="128749"/>
                  </a:lnTo>
                  <a:lnTo>
                    <a:pt x="5421782" y="128749"/>
                  </a:lnTo>
                  <a:lnTo>
                    <a:pt x="5421899" y="128749"/>
                  </a:lnTo>
                  <a:lnTo>
                    <a:pt x="5422017" y="128749"/>
                  </a:lnTo>
                  <a:lnTo>
                    <a:pt x="5422135" y="128749"/>
                  </a:lnTo>
                  <a:lnTo>
                    <a:pt x="5422252" y="128749"/>
                  </a:lnTo>
                  <a:lnTo>
                    <a:pt x="5422370" y="128749"/>
                  </a:lnTo>
                  <a:lnTo>
                    <a:pt x="5422488" y="128749"/>
                  </a:lnTo>
                  <a:lnTo>
                    <a:pt x="5422605" y="128749"/>
                  </a:lnTo>
                  <a:lnTo>
                    <a:pt x="5422723" y="128749"/>
                  </a:lnTo>
                  <a:lnTo>
                    <a:pt x="5422840" y="128749"/>
                  </a:lnTo>
                  <a:lnTo>
                    <a:pt x="5422840" y="128318"/>
                  </a:lnTo>
                  <a:lnTo>
                    <a:pt x="5422958" y="128318"/>
                  </a:lnTo>
                  <a:lnTo>
                    <a:pt x="5423076" y="128318"/>
                  </a:lnTo>
                  <a:lnTo>
                    <a:pt x="5423193" y="128318"/>
                  </a:lnTo>
                  <a:lnTo>
                    <a:pt x="5423311" y="128318"/>
                  </a:lnTo>
                  <a:lnTo>
                    <a:pt x="5423428" y="128318"/>
                  </a:lnTo>
                  <a:lnTo>
                    <a:pt x="5423546" y="128318"/>
                  </a:lnTo>
                  <a:lnTo>
                    <a:pt x="5423664" y="128318"/>
                  </a:lnTo>
                  <a:lnTo>
                    <a:pt x="5423781" y="128318"/>
                  </a:lnTo>
                  <a:lnTo>
                    <a:pt x="5423899" y="128318"/>
                  </a:lnTo>
                  <a:lnTo>
                    <a:pt x="5424017" y="128318"/>
                  </a:lnTo>
                  <a:lnTo>
                    <a:pt x="5424134" y="128318"/>
                  </a:lnTo>
                  <a:lnTo>
                    <a:pt x="5424252" y="128318"/>
                  </a:lnTo>
                  <a:lnTo>
                    <a:pt x="5424369" y="128318"/>
                  </a:lnTo>
                  <a:lnTo>
                    <a:pt x="5424487" y="128318"/>
                  </a:lnTo>
                  <a:lnTo>
                    <a:pt x="5424605" y="128318"/>
                  </a:lnTo>
                  <a:lnTo>
                    <a:pt x="5424605" y="127888"/>
                  </a:lnTo>
                  <a:lnTo>
                    <a:pt x="5424722" y="127888"/>
                  </a:lnTo>
                  <a:lnTo>
                    <a:pt x="5424840" y="127888"/>
                  </a:lnTo>
                  <a:lnTo>
                    <a:pt x="5424957" y="127888"/>
                  </a:lnTo>
                  <a:lnTo>
                    <a:pt x="5425075" y="127888"/>
                  </a:lnTo>
                  <a:lnTo>
                    <a:pt x="5425193" y="127888"/>
                  </a:lnTo>
                  <a:lnTo>
                    <a:pt x="5425310" y="127888"/>
                  </a:lnTo>
                  <a:lnTo>
                    <a:pt x="5425428" y="127888"/>
                  </a:lnTo>
                  <a:lnTo>
                    <a:pt x="5425546" y="127888"/>
                  </a:lnTo>
                  <a:lnTo>
                    <a:pt x="5425663" y="127888"/>
                  </a:lnTo>
                  <a:lnTo>
                    <a:pt x="5425781" y="127888"/>
                  </a:lnTo>
                  <a:lnTo>
                    <a:pt x="5425898" y="127888"/>
                  </a:lnTo>
                  <a:lnTo>
                    <a:pt x="5426016" y="127888"/>
                  </a:lnTo>
                  <a:lnTo>
                    <a:pt x="5426134" y="127888"/>
                  </a:lnTo>
                  <a:lnTo>
                    <a:pt x="5426251" y="127888"/>
                  </a:lnTo>
                  <a:lnTo>
                    <a:pt x="5426369" y="127888"/>
                  </a:lnTo>
                  <a:lnTo>
                    <a:pt x="5426486" y="127888"/>
                  </a:lnTo>
                  <a:lnTo>
                    <a:pt x="5426604" y="127888"/>
                  </a:lnTo>
                  <a:lnTo>
                    <a:pt x="5426722" y="127888"/>
                  </a:lnTo>
                  <a:lnTo>
                    <a:pt x="5426839" y="127888"/>
                  </a:lnTo>
                  <a:lnTo>
                    <a:pt x="5426957" y="127888"/>
                  </a:lnTo>
                  <a:lnTo>
                    <a:pt x="5427075" y="127888"/>
                  </a:lnTo>
                  <a:lnTo>
                    <a:pt x="5427192" y="127888"/>
                  </a:lnTo>
                  <a:lnTo>
                    <a:pt x="5427310" y="127888"/>
                  </a:lnTo>
                  <a:lnTo>
                    <a:pt x="5427427" y="127888"/>
                  </a:lnTo>
                  <a:lnTo>
                    <a:pt x="5427545" y="127888"/>
                  </a:lnTo>
                  <a:lnTo>
                    <a:pt x="5427663" y="127888"/>
                  </a:lnTo>
                  <a:lnTo>
                    <a:pt x="5427780" y="127888"/>
                  </a:lnTo>
                  <a:lnTo>
                    <a:pt x="5427898" y="127888"/>
                  </a:lnTo>
                  <a:lnTo>
                    <a:pt x="5428015" y="127888"/>
                  </a:lnTo>
                  <a:lnTo>
                    <a:pt x="5428133" y="127888"/>
                  </a:lnTo>
                  <a:lnTo>
                    <a:pt x="5428251" y="127888"/>
                  </a:lnTo>
                  <a:lnTo>
                    <a:pt x="5428368" y="127888"/>
                  </a:lnTo>
                  <a:lnTo>
                    <a:pt x="5428486" y="127888"/>
                  </a:lnTo>
                  <a:lnTo>
                    <a:pt x="5428604" y="127888"/>
                  </a:lnTo>
                  <a:lnTo>
                    <a:pt x="5428721" y="127888"/>
                  </a:lnTo>
                  <a:lnTo>
                    <a:pt x="5428839" y="127888"/>
                  </a:lnTo>
                  <a:lnTo>
                    <a:pt x="5428956" y="127888"/>
                  </a:lnTo>
                  <a:lnTo>
                    <a:pt x="5429074" y="127888"/>
                  </a:lnTo>
                  <a:lnTo>
                    <a:pt x="5429192" y="127888"/>
                  </a:lnTo>
                  <a:lnTo>
                    <a:pt x="5429309" y="127888"/>
                  </a:lnTo>
                  <a:lnTo>
                    <a:pt x="5429427" y="127888"/>
                  </a:lnTo>
                  <a:lnTo>
                    <a:pt x="5429544" y="127888"/>
                  </a:lnTo>
                  <a:lnTo>
                    <a:pt x="5429662" y="127888"/>
                  </a:lnTo>
                  <a:lnTo>
                    <a:pt x="5429780" y="127888"/>
                  </a:lnTo>
                  <a:lnTo>
                    <a:pt x="5429897" y="127888"/>
                  </a:lnTo>
                  <a:lnTo>
                    <a:pt x="5430015" y="127888"/>
                  </a:lnTo>
                  <a:lnTo>
                    <a:pt x="5430132" y="127888"/>
                  </a:lnTo>
                  <a:lnTo>
                    <a:pt x="5430250" y="127888"/>
                  </a:lnTo>
                  <a:lnTo>
                    <a:pt x="5430368" y="127888"/>
                  </a:lnTo>
                  <a:lnTo>
                    <a:pt x="5430485" y="127888"/>
                  </a:lnTo>
                  <a:lnTo>
                    <a:pt x="5430603" y="127888"/>
                  </a:lnTo>
                  <a:lnTo>
                    <a:pt x="5430721" y="127888"/>
                  </a:lnTo>
                  <a:lnTo>
                    <a:pt x="5430838" y="127888"/>
                  </a:lnTo>
                  <a:lnTo>
                    <a:pt x="5430956" y="127888"/>
                  </a:lnTo>
                  <a:lnTo>
                    <a:pt x="5431073" y="127888"/>
                  </a:lnTo>
                  <a:lnTo>
                    <a:pt x="5431191" y="127888"/>
                  </a:lnTo>
                  <a:lnTo>
                    <a:pt x="5431309" y="127888"/>
                  </a:lnTo>
                  <a:lnTo>
                    <a:pt x="5431426" y="127888"/>
                  </a:lnTo>
                  <a:lnTo>
                    <a:pt x="5431544" y="127888"/>
                  </a:lnTo>
                  <a:lnTo>
                    <a:pt x="5431661" y="127888"/>
                  </a:lnTo>
                  <a:lnTo>
                    <a:pt x="5431779" y="127888"/>
                  </a:lnTo>
                  <a:lnTo>
                    <a:pt x="5431897" y="127888"/>
                  </a:lnTo>
                  <a:lnTo>
                    <a:pt x="5431897" y="127457"/>
                  </a:lnTo>
                  <a:lnTo>
                    <a:pt x="5432014" y="127457"/>
                  </a:lnTo>
                  <a:lnTo>
                    <a:pt x="5432132" y="127457"/>
                  </a:lnTo>
                  <a:lnTo>
                    <a:pt x="5432250" y="127457"/>
                  </a:lnTo>
                  <a:lnTo>
                    <a:pt x="5432367" y="127457"/>
                  </a:lnTo>
                  <a:lnTo>
                    <a:pt x="5432485" y="127457"/>
                  </a:lnTo>
                  <a:lnTo>
                    <a:pt x="5432602" y="127457"/>
                  </a:lnTo>
                  <a:lnTo>
                    <a:pt x="5432602" y="127027"/>
                  </a:lnTo>
                  <a:lnTo>
                    <a:pt x="5432720" y="127027"/>
                  </a:lnTo>
                  <a:lnTo>
                    <a:pt x="5432838" y="127027"/>
                  </a:lnTo>
                  <a:lnTo>
                    <a:pt x="5432955" y="127027"/>
                  </a:lnTo>
                  <a:lnTo>
                    <a:pt x="5433073" y="127027"/>
                  </a:lnTo>
                  <a:lnTo>
                    <a:pt x="5433190" y="127027"/>
                  </a:lnTo>
                  <a:lnTo>
                    <a:pt x="5433308" y="127027"/>
                  </a:lnTo>
                  <a:lnTo>
                    <a:pt x="5433308" y="126596"/>
                  </a:lnTo>
                  <a:lnTo>
                    <a:pt x="5433426" y="126596"/>
                  </a:lnTo>
                  <a:lnTo>
                    <a:pt x="5433426" y="126165"/>
                  </a:lnTo>
                  <a:lnTo>
                    <a:pt x="5433543" y="126165"/>
                  </a:lnTo>
                  <a:lnTo>
                    <a:pt x="5433661" y="126165"/>
                  </a:lnTo>
                  <a:lnTo>
                    <a:pt x="5433779" y="126165"/>
                  </a:lnTo>
                  <a:lnTo>
                    <a:pt x="5433896" y="126165"/>
                  </a:lnTo>
                  <a:lnTo>
                    <a:pt x="5434014" y="126165"/>
                  </a:lnTo>
                  <a:lnTo>
                    <a:pt x="5434131" y="126165"/>
                  </a:lnTo>
                  <a:lnTo>
                    <a:pt x="5434249" y="126165"/>
                  </a:lnTo>
                  <a:lnTo>
                    <a:pt x="5434367" y="126165"/>
                  </a:lnTo>
                  <a:lnTo>
                    <a:pt x="5434484" y="126165"/>
                  </a:lnTo>
                  <a:lnTo>
                    <a:pt x="5434602" y="126165"/>
                  </a:lnTo>
                  <a:lnTo>
                    <a:pt x="5434719" y="126165"/>
                  </a:lnTo>
                  <a:lnTo>
                    <a:pt x="5434837" y="126165"/>
                  </a:lnTo>
                  <a:lnTo>
                    <a:pt x="5434955" y="126165"/>
                  </a:lnTo>
                  <a:lnTo>
                    <a:pt x="5435072" y="126165"/>
                  </a:lnTo>
                  <a:lnTo>
                    <a:pt x="5435190" y="126165"/>
                  </a:lnTo>
                  <a:lnTo>
                    <a:pt x="5435308" y="126165"/>
                  </a:lnTo>
                  <a:lnTo>
                    <a:pt x="5435425" y="126165"/>
                  </a:lnTo>
                  <a:lnTo>
                    <a:pt x="5435543" y="126165"/>
                  </a:lnTo>
                  <a:lnTo>
                    <a:pt x="5435660" y="126165"/>
                  </a:lnTo>
                  <a:lnTo>
                    <a:pt x="5435778" y="126165"/>
                  </a:lnTo>
                  <a:lnTo>
                    <a:pt x="5435896" y="126165"/>
                  </a:lnTo>
                  <a:lnTo>
                    <a:pt x="5436013" y="126165"/>
                  </a:lnTo>
                  <a:lnTo>
                    <a:pt x="5436131" y="126165"/>
                  </a:lnTo>
                  <a:lnTo>
                    <a:pt x="5436248" y="126165"/>
                  </a:lnTo>
                  <a:lnTo>
                    <a:pt x="5436366" y="126165"/>
                  </a:lnTo>
                  <a:lnTo>
                    <a:pt x="5436484" y="126165"/>
                  </a:lnTo>
                  <a:lnTo>
                    <a:pt x="5436601" y="126165"/>
                  </a:lnTo>
                  <a:lnTo>
                    <a:pt x="5436719" y="126165"/>
                  </a:lnTo>
                  <a:lnTo>
                    <a:pt x="5436837" y="126165"/>
                  </a:lnTo>
                  <a:lnTo>
                    <a:pt x="5436837" y="125735"/>
                  </a:lnTo>
                  <a:lnTo>
                    <a:pt x="5436954" y="125735"/>
                  </a:lnTo>
                  <a:lnTo>
                    <a:pt x="5437072" y="125735"/>
                  </a:lnTo>
                  <a:lnTo>
                    <a:pt x="5437189" y="125735"/>
                  </a:lnTo>
                  <a:lnTo>
                    <a:pt x="5437307" y="125735"/>
                  </a:lnTo>
                  <a:lnTo>
                    <a:pt x="5437425" y="125735"/>
                  </a:lnTo>
                  <a:lnTo>
                    <a:pt x="5437542" y="125735"/>
                  </a:lnTo>
                  <a:lnTo>
                    <a:pt x="5437660" y="125735"/>
                  </a:lnTo>
                  <a:lnTo>
                    <a:pt x="5437777" y="125735"/>
                  </a:lnTo>
                  <a:lnTo>
                    <a:pt x="5437895" y="125735"/>
                  </a:lnTo>
                  <a:lnTo>
                    <a:pt x="5438013" y="125735"/>
                  </a:lnTo>
                  <a:lnTo>
                    <a:pt x="5438130" y="125735"/>
                  </a:lnTo>
                  <a:lnTo>
                    <a:pt x="5438248" y="125735"/>
                  </a:lnTo>
                  <a:lnTo>
                    <a:pt x="5438365" y="125735"/>
                  </a:lnTo>
                  <a:lnTo>
                    <a:pt x="5438483" y="125735"/>
                  </a:lnTo>
                  <a:lnTo>
                    <a:pt x="5438601" y="125735"/>
                  </a:lnTo>
                  <a:lnTo>
                    <a:pt x="5438718" y="125735"/>
                  </a:lnTo>
                  <a:lnTo>
                    <a:pt x="5438836" y="125735"/>
                  </a:lnTo>
                  <a:lnTo>
                    <a:pt x="5438954" y="125735"/>
                  </a:lnTo>
                  <a:lnTo>
                    <a:pt x="5439071" y="125735"/>
                  </a:lnTo>
                  <a:lnTo>
                    <a:pt x="5439189" y="125735"/>
                  </a:lnTo>
                  <a:lnTo>
                    <a:pt x="5439306" y="125735"/>
                  </a:lnTo>
                  <a:lnTo>
                    <a:pt x="5439424" y="125735"/>
                  </a:lnTo>
                  <a:lnTo>
                    <a:pt x="5439542" y="125735"/>
                  </a:lnTo>
                  <a:lnTo>
                    <a:pt x="5439659" y="125735"/>
                  </a:lnTo>
                  <a:lnTo>
                    <a:pt x="5439777" y="125735"/>
                  </a:lnTo>
                  <a:lnTo>
                    <a:pt x="5439894" y="125735"/>
                  </a:lnTo>
                  <a:lnTo>
                    <a:pt x="5440012" y="125735"/>
                  </a:lnTo>
                  <a:lnTo>
                    <a:pt x="5440130" y="125735"/>
                  </a:lnTo>
                  <a:lnTo>
                    <a:pt x="5440247" y="125735"/>
                  </a:lnTo>
                  <a:lnTo>
                    <a:pt x="5440365" y="125735"/>
                  </a:lnTo>
                  <a:lnTo>
                    <a:pt x="5440483" y="125735"/>
                  </a:lnTo>
                  <a:lnTo>
                    <a:pt x="5440600" y="125735"/>
                  </a:lnTo>
                  <a:lnTo>
                    <a:pt x="5440718" y="125735"/>
                  </a:lnTo>
                  <a:lnTo>
                    <a:pt x="5440835" y="125735"/>
                  </a:lnTo>
                  <a:lnTo>
                    <a:pt x="5440953" y="125735"/>
                  </a:lnTo>
                  <a:lnTo>
                    <a:pt x="5441071" y="125735"/>
                  </a:lnTo>
                  <a:lnTo>
                    <a:pt x="5441188" y="125735"/>
                  </a:lnTo>
                  <a:lnTo>
                    <a:pt x="5441306" y="125735"/>
                  </a:lnTo>
                  <a:lnTo>
                    <a:pt x="5441423" y="125735"/>
                  </a:lnTo>
                  <a:lnTo>
                    <a:pt x="5441541" y="125735"/>
                  </a:lnTo>
                  <a:lnTo>
                    <a:pt x="5441659" y="125735"/>
                  </a:lnTo>
                  <a:lnTo>
                    <a:pt x="5441776" y="125735"/>
                  </a:lnTo>
                  <a:lnTo>
                    <a:pt x="5441894" y="125735"/>
                  </a:lnTo>
                  <a:lnTo>
                    <a:pt x="5442012" y="125735"/>
                  </a:lnTo>
                  <a:lnTo>
                    <a:pt x="5442012" y="125304"/>
                  </a:lnTo>
                  <a:lnTo>
                    <a:pt x="5442129" y="125304"/>
                  </a:lnTo>
                  <a:lnTo>
                    <a:pt x="5442247" y="125304"/>
                  </a:lnTo>
                  <a:lnTo>
                    <a:pt x="5442364" y="125304"/>
                  </a:lnTo>
                  <a:lnTo>
                    <a:pt x="5442482" y="125304"/>
                  </a:lnTo>
                  <a:lnTo>
                    <a:pt x="5442482" y="124874"/>
                  </a:lnTo>
                  <a:lnTo>
                    <a:pt x="5442600" y="124874"/>
                  </a:lnTo>
                  <a:lnTo>
                    <a:pt x="5442717" y="124874"/>
                  </a:lnTo>
                  <a:lnTo>
                    <a:pt x="5442835" y="124874"/>
                  </a:lnTo>
                  <a:lnTo>
                    <a:pt x="5442952" y="124874"/>
                  </a:lnTo>
                  <a:lnTo>
                    <a:pt x="5443070" y="124874"/>
                  </a:lnTo>
                  <a:lnTo>
                    <a:pt x="5443188" y="124874"/>
                  </a:lnTo>
                  <a:lnTo>
                    <a:pt x="5443305" y="124874"/>
                  </a:lnTo>
                  <a:lnTo>
                    <a:pt x="5443423" y="124874"/>
                  </a:lnTo>
                  <a:lnTo>
                    <a:pt x="5443541" y="124874"/>
                  </a:lnTo>
                  <a:lnTo>
                    <a:pt x="5443658" y="124874"/>
                  </a:lnTo>
                  <a:lnTo>
                    <a:pt x="5443776" y="124874"/>
                  </a:lnTo>
                  <a:lnTo>
                    <a:pt x="5443893" y="124874"/>
                  </a:lnTo>
                  <a:lnTo>
                    <a:pt x="5444011" y="124874"/>
                  </a:lnTo>
                  <a:lnTo>
                    <a:pt x="5444129" y="124874"/>
                  </a:lnTo>
                  <a:lnTo>
                    <a:pt x="5444246" y="124874"/>
                  </a:lnTo>
                  <a:lnTo>
                    <a:pt x="5444364" y="124874"/>
                  </a:lnTo>
                  <a:lnTo>
                    <a:pt x="5444481" y="124874"/>
                  </a:lnTo>
                  <a:lnTo>
                    <a:pt x="5444599" y="124874"/>
                  </a:lnTo>
                  <a:lnTo>
                    <a:pt x="5444717" y="124874"/>
                  </a:lnTo>
                  <a:lnTo>
                    <a:pt x="5444834" y="124874"/>
                  </a:lnTo>
                  <a:lnTo>
                    <a:pt x="5444952" y="124874"/>
                  </a:lnTo>
                  <a:lnTo>
                    <a:pt x="5445070" y="124874"/>
                  </a:lnTo>
                  <a:lnTo>
                    <a:pt x="5445187" y="124874"/>
                  </a:lnTo>
                  <a:lnTo>
                    <a:pt x="5445187" y="124443"/>
                  </a:lnTo>
                  <a:lnTo>
                    <a:pt x="5445305" y="124443"/>
                  </a:lnTo>
                  <a:lnTo>
                    <a:pt x="5445422" y="124443"/>
                  </a:lnTo>
                  <a:lnTo>
                    <a:pt x="5445540" y="124443"/>
                  </a:lnTo>
                  <a:lnTo>
                    <a:pt x="5445658" y="124443"/>
                  </a:lnTo>
                  <a:lnTo>
                    <a:pt x="5445775" y="124443"/>
                  </a:lnTo>
                  <a:lnTo>
                    <a:pt x="5445893" y="124443"/>
                  </a:lnTo>
                  <a:lnTo>
                    <a:pt x="5446010" y="124443"/>
                  </a:lnTo>
                  <a:lnTo>
                    <a:pt x="5446128" y="124443"/>
                  </a:lnTo>
                  <a:lnTo>
                    <a:pt x="5446246" y="124443"/>
                  </a:lnTo>
                  <a:lnTo>
                    <a:pt x="5446363" y="124443"/>
                  </a:lnTo>
                  <a:lnTo>
                    <a:pt x="5446481" y="124443"/>
                  </a:lnTo>
                  <a:lnTo>
                    <a:pt x="5446598" y="124443"/>
                  </a:lnTo>
                  <a:lnTo>
                    <a:pt x="5446716" y="124443"/>
                  </a:lnTo>
                  <a:lnTo>
                    <a:pt x="5446834" y="124443"/>
                  </a:lnTo>
                  <a:lnTo>
                    <a:pt x="5446834" y="124012"/>
                  </a:lnTo>
                  <a:lnTo>
                    <a:pt x="5446951" y="124012"/>
                  </a:lnTo>
                  <a:lnTo>
                    <a:pt x="5446951" y="123582"/>
                  </a:lnTo>
                  <a:lnTo>
                    <a:pt x="5447069" y="123582"/>
                  </a:lnTo>
                  <a:lnTo>
                    <a:pt x="5447187" y="123582"/>
                  </a:lnTo>
                  <a:lnTo>
                    <a:pt x="5447304" y="123582"/>
                  </a:lnTo>
                  <a:lnTo>
                    <a:pt x="5447422" y="123582"/>
                  </a:lnTo>
                  <a:lnTo>
                    <a:pt x="5447539" y="123582"/>
                  </a:lnTo>
                  <a:lnTo>
                    <a:pt x="5447657" y="123582"/>
                  </a:lnTo>
                  <a:lnTo>
                    <a:pt x="5447775" y="123582"/>
                  </a:lnTo>
                  <a:lnTo>
                    <a:pt x="5447892" y="123582"/>
                  </a:lnTo>
                  <a:lnTo>
                    <a:pt x="5448010" y="123582"/>
                  </a:lnTo>
                  <a:lnTo>
                    <a:pt x="5448127" y="123582"/>
                  </a:lnTo>
                  <a:lnTo>
                    <a:pt x="5448127" y="123151"/>
                  </a:lnTo>
                  <a:lnTo>
                    <a:pt x="5448245" y="123151"/>
                  </a:lnTo>
                  <a:lnTo>
                    <a:pt x="5448363" y="123151"/>
                  </a:lnTo>
                  <a:lnTo>
                    <a:pt x="5448480" y="123151"/>
                  </a:lnTo>
                  <a:lnTo>
                    <a:pt x="5448598" y="123151"/>
                  </a:lnTo>
                  <a:lnTo>
                    <a:pt x="5448716" y="123151"/>
                  </a:lnTo>
                  <a:lnTo>
                    <a:pt x="5448833" y="123151"/>
                  </a:lnTo>
                  <a:lnTo>
                    <a:pt x="5448951" y="123151"/>
                  </a:lnTo>
                  <a:lnTo>
                    <a:pt x="5449068" y="123151"/>
                  </a:lnTo>
                  <a:lnTo>
                    <a:pt x="5449186" y="123151"/>
                  </a:lnTo>
                  <a:lnTo>
                    <a:pt x="5449304" y="123151"/>
                  </a:lnTo>
                  <a:lnTo>
                    <a:pt x="5449421" y="123151"/>
                  </a:lnTo>
                  <a:lnTo>
                    <a:pt x="5449539" y="123151"/>
                  </a:lnTo>
                  <a:lnTo>
                    <a:pt x="5449656" y="123151"/>
                  </a:lnTo>
                  <a:lnTo>
                    <a:pt x="5449774" y="123151"/>
                  </a:lnTo>
                  <a:lnTo>
                    <a:pt x="5449892" y="123151"/>
                  </a:lnTo>
                  <a:lnTo>
                    <a:pt x="5450009" y="123151"/>
                  </a:lnTo>
                  <a:lnTo>
                    <a:pt x="5450127" y="123151"/>
                  </a:lnTo>
                  <a:lnTo>
                    <a:pt x="5450245" y="123151"/>
                  </a:lnTo>
                  <a:lnTo>
                    <a:pt x="5450362" y="123151"/>
                  </a:lnTo>
                  <a:lnTo>
                    <a:pt x="5450480" y="123151"/>
                  </a:lnTo>
                  <a:lnTo>
                    <a:pt x="5450597" y="123151"/>
                  </a:lnTo>
                  <a:lnTo>
                    <a:pt x="5450715" y="123151"/>
                  </a:lnTo>
                  <a:lnTo>
                    <a:pt x="5450715" y="122721"/>
                  </a:lnTo>
                  <a:lnTo>
                    <a:pt x="5450833" y="122721"/>
                  </a:lnTo>
                  <a:lnTo>
                    <a:pt x="5450950" y="122721"/>
                  </a:lnTo>
                  <a:lnTo>
                    <a:pt x="5451068" y="122721"/>
                  </a:lnTo>
                  <a:lnTo>
                    <a:pt x="5451185" y="122721"/>
                  </a:lnTo>
                  <a:lnTo>
                    <a:pt x="5451303" y="122721"/>
                  </a:lnTo>
                  <a:lnTo>
                    <a:pt x="5451421" y="122721"/>
                  </a:lnTo>
                  <a:lnTo>
                    <a:pt x="5451538" y="122721"/>
                  </a:lnTo>
                  <a:lnTo>
                    <a:pt x="5451656" y="122721"/>
                  </a:lnTo>
                  <a:lnTo>
                    <a:pt x="5451774" y="122721"/>
                  </a:lnTo>
                  <a:lnTo>
                    <a:pt x="5451891" y="122721"/>
                  </a:lnTo>
                  <a:lnTo>
                    <a:pt x="5451891" y="122290"/>
                  </a:lnTo>
                  <a:lnTo>
                    <a:pt x="5452009" y="122290"/>
                  </a:lnTo>
                  <a:lnTo>
                    <a:pt x="5452126" y="122290"/>
                  </a:lnTo>
                  <a:lnTo>
                    <a:pt x="5452244" y="122290"/>
                  </a:lnTo>
                  <a:lnTo>
                    <a:pt x="5452362" y="122290"/>
                  </a:lnTo>
                  <a:lnTo>
                    <a:pt x="5452479" y="122290"/>
                  </a:lnTo>
                  <a:lnTo>
                    <a:pt x="5452479" y="121859"/>
                  </a:lnTo>
                  <a:lnTo>
                    <a:pt x="5452597" y="121859"/>
                  </a:lnTo>
                  <a:lnTo>
                    <a:pt x="5452714" y="121859"/>
                  </a:lnTo>
                  <a:lnTo>
                    <a:pt x="5452832" y="121859"/>
                  </a:lnTo>
                  <a:lnTo>
                    <a:pt x="5452950" y="121859"/>
                  </a:lnTo>
                  <a:lnTo>
                    <a:pt x="5453067" y="121859"/>
                  </a:lnTo>
                  <a:lnTo>
                    <a:pt x="5453185" y="121859"/>
                  </a:lnTo>
                  <a:lnTo>
                    <a:pt x="5453303" y="121859"/>
                  </a:lnTo>
                  <a:lnTo>
                    <a:pt x="5453420" y="121859"/>
                  </a:lnTo>
                  <a:lnTo>
                    <a:pt x="5453538" y="121859"/>
                  </a:lnTo>
                  <a:lnTo>
                    <a:pt x="5453655" y="121859"/>
                  </a:lnTo>
                  <a:lnTo>
                    <a:pt x="5453773" y="121859"/>
                  </a:lnTo>
                  <a:lnTo>
                    <a:pt x="5453891" y="121859"/>
                  </a:lnTo>
                  <a:lnTo>
                    <a:pt x="5454008" y="121859"/>
                  </a:lnTo>
                  <a:lnTo>
                    <a:pt x="5454126" y="121859"/>
                  </a:lnTo>
                  <a:lnTo>
                    <a:pt x="5454243" y="121859"/>
                  </a:lnTo>
                  <a:lnTo>
                    <a:pt x="5454361" y="121859"/>
                  </a:lnTo>
                  <a:lnTo>
                    <a:pt x="5454479" y="121859"/>
                  </a:lnTo>
                  <a:lnTo>
                    <a:pt x="5454596" y="121859"/>
                  </a:lnTo>
                  <a:lnTo>
                    <a:pt x="5454714" y="121859"/>
                  </a:lnTo>
                  <a:lnTo>
                    <a:pt x="5454831" y="121859"/>
                  </a:lnTo>
                  <a:lnTo>
                    <a:pt x="5454949" y="121859"/>
                  </a:lnTo>
                  <a:lnTo>
                    <a:pt x="5455067" y="121859"/>
                  </a:lnTo>
                  <a:lnTo>
                    <a:pt x="5455184" y="121859"/>
                  </a:lnTo>
                  <a:lnTo>
                    <a:pt x="5455302" y="121859"/>
                  </a:lnTo>
                  <a:lnTo>
                    <a:pt x="5455420" y="121859"/>
                  </a:lnTo>
                  <a:lnTo>
                    <a:pt x="5455537" y="121859"/>
                  </a:lnTo>
                  <a:lnTo>
                    <a:pt x="5455655" y="121859"/>
                  </a:lnTo>
                  <a:lnTo>
                    <a:pt x="5455772" y="121859"/>
                  </a:lnTo>
                  <a:lnTo>
                    <a:pt x="5455890" y="121859"/>
                  </a:lnTo>
                  <a:lnTo>
                    <a:pt x="5455890" y="121429"/>
                  </a:lnTo>
                  <a:lnTo>
                    <a:pt x="5456008" y="121429"/>
                  </a:lnTo>
                  <a:lnTo>
                    <a:pt x="5456125" y="121429"/>
                  </a:lnTo>
                  <a:lnTo>
                    <a:pt x="5456243" y="121429"/>
                  </a:lnTo>
                  <a:lnTo>
                    <a:pt x="5456243" y="120998"/>
                  </a:lnTo>
                  <a:lnTo>
                    <a:pt x="5456360" y="120998"/>
                  </a:lnTo>
                  <a:lnTo>
                    <a:pt x="5456478" y="120998"/>
                  </a:lnTo>
                  <a:lnTo>
                    <a:pt x="5456596" y="120998"/>
                  </a:lnTo>
                  <a:lnTo>
                    <a:pt x="5456713" y="120998"/>
                  </a:lnTo>
                  <a:lnTo>
                    <a:pt x="5456713" y="120568"/>
                  </a:lnTo>
                  <a:lnTo>
                    <a:pt x="5456831" y="120568"/>
                  </a:lnTo>
                  <a:lnTo>
                    <a:pt x="5456949" y="120568"/>
                  </a:lnTo>
                  <a:lnTo>
                    <a:pt x="5457066" y="120568"/>
                  </a:lnTo>
                  <a:lnTo>
                    <a:pt x="5457184" y="120568"/>
                  </a:lnTo>
                  <a:lnTo>
                    <a:pt x="5457301" y="120568"/>
                  </a:lnTo>
                  <a:lnTo>
                    <a:pt x="5457419" y="120568"/>
                  </a:lnTo>
                  <a:lnTo>
                    <a:pt x="5457419" y="120137"/>
                  </a:lnTo>
                  <a:lnTo>
                    <a:pt x="5457537" y="120137"/>
                  </a:lnTo>
                  <a:lnTo>
                    <a:pt x="5457654" y="120137"/>
                  </a:lnTo>
                  <a:lnTo>
                    <a:pt x="5457772" y="120137"/>
                  </a:lnTo>
                  <a:lnTo>
                    <a:pt x="5457889" y="120137"/>
                  </a:lnTo>
                  <a:lnTo>
                    <a:pt x="5457889" y="119706"/>
                  </a:lnTo>
                  <a:lnTo>
                    <a:pt x="5458007" y="119706"/>
                  </a:lnTo>
                  <a:lnTo>
                    <a:pt x="5458125" y="119706"/>
                  </a:lnTo>
                  <a:lnTo>
                    <a:pt x="5458242" y="119706"/>
                  </a:lnTo>
                  <a:lnTo>
                    <a:pt x="5458360" y="119706"/>
                  </a:lnTo>
                  <a:lnTo>
                    <a:pt x="5458478" y="119706"/>
                  </a:lnTo>
                  <a:lnTo>
                    <a:pt x="5458595" y="119706"/>
                  </a:lnTo>
                  <a:lnTo>
                    <a:pt x="5458713" y="119706"/>
                  </a:lnTo>
                  <a:lnTo>
                    <a:pt x="5458830" y="119706"/>
                  </a:lnTo>
                  <a:lnTo>
                    <a:pt x="5458948" y="119706"/>
                  </a:lnTo>
                  <a:lnTo>
                    <a:pt x="5459066" y="119706"/>
                  </a:lnTo>
                  <a:lnTo>
                    <a:pt x="5459183" y="119706"/>
                  </a:lnTo>
                  <a:lnTo>
                    <a:pt x="5459301" y="119706"/>
                  </a:lnTo>
                  <a:lnTo>
                    <a:pt x="5459418" y="119706"/>
                  </a:lnTo>
                  <a:lnTo>
                    <a:pt x="5459536" y="119706"/>
                  </a:lnTo>
                  <a:lnTo>
                    <a:pt x="5459654" y="119706"/>
                  </a:lnTo>
                  <a:lnTo>
                    <a:pt x="5459771" y="119706"/>
                  </a:lnTo>
                  <a:lnTo>
                    <a:pt x="5459889" y="119706"/>
                  </a:lnTo>
                  <a:lnTo>
                    <a:pt x="5460007" y="119706"/>
                  </a:lnTo>
                  <a:lnTo>
                    <a:pt x="5460007" y="119276"/>
                  </a:lnTo>
                  <a:lnTo>
                    <a:pt x="5460124" y="119276"/>
                  </a:lnTo>
                  <a:lnTo>
                    <a:pt x="5460242" y="119276"/>
                  </a:lnTo>
                  <a:lnTo>
                    <a:pt x="5460359" y="119276"/>
                  </a:lnTo>
                  <a:lnTo>
                    <a:pt x="5460477" y="119276"/>
                  </a:lnTo>
                  <a:lnTo>
                    <a:pt x="5460595" y="119276"/>
                  </a:lnTo>
                  <a:lnTo>
                    <a:pt x="5460712" y="119276"/>
                  </a:lnTo>
                  <a:lnTo>
                    <a:pt x="5460830" y="119276"/>
                  </a:lnTo>
                  <a:lnTo>
                    <a:pt x="5460947" y="119276"/>
                  </a:lnTo>
                  <a:lnTo>
                    <a:pt x="5461065" y="119276"/>
                  </a:lnTo>
                  <a:lnTo>
                    <a:pt x="5461183" y="119276"/>
                  </a:lnTo>
                  <a:lnTo>
                    <a:pt x="5461300" y="119276"/>
                  </a:lnTo>
                  <a:lnTo>
                    <a:pt x="5461418" y="119276"/>
                  </a:lnTo>
                  <a:lnTo>
                    <a:pt x="5461536" y="119276"/>
                  </a:lnTo>
                  <a:lnTo>
                    <a:pt x="5461653" y="119276"/>
                  </a:lnTo>
                  <a:lnTo>
                    <a:pt x="5461771" y="119276"/>
                  </a:lnTo>
                  <a:lnTo>
                    <a:pt x="5461888" y="119276"/>
                  </a:lnTo>
                  <a:lnTo>
                    <a:pt x="5462006" y="119276"/>
                  </a:lnTo>
                  <a:lnTo>
                    <a:pt x="5462124" y="119276"/>
                  </a:lnTo>
                  <a:lnTo>
                    <a:pt x="5462241" y="119276"/>
                  </a:lnTo>
                  <a:lnTo>
                    <a:pt x="5462359" y="119276"/>
                  </a:lnTo>
                  <a:lnTo>
                    <a:pt x="5462476" y="119276"/>
                  </a:lnTo>
                  <a:lnTo>
                    <a:pt x="5462594" y="119276"/>
                  </a:lnTo>
                  <a:lnTo>
                    <a:pt x="5462712" y="119276"/>
                  </a:lnTo>
                  <a:lnTo>
                    <a:pt x="5462829" y="119276"/>
                  </a:lnTo>
                  <a:lnTo>
                    <a:pt x="5462947" y="119276"/>
                  </a:lnTo>
                  <a:lnTo>
                    <a:pt x="5463064" y="119276"/>
                  </a:lnTo>
                  <a:lnTo>
                    <a:pt x="5463182" y="119276"/>
                  </a:lnTo>
                  <a:lnTo>
                    <a:pt x="5463300" y="119276"/>
                  </a:lnTo>
                  <a:lnTo>
                    <a:pt x="5463417" y="119276"/>
                  </a:lnTo>
                  <a:lnTo>
                    <a:pt x="5463535" y="119276"/>
                  </a:lnTo>
                  <a:lnTo>
                    <a:pt x="5463653" y="119276"/>
                  </a:lnTo>
                  <a:lnTo>
                    <a:pt x="5463770" y="119276"/>
                  </a:lnTo>
                  <a:lnTo>
                    <a:pt x="5463888" y="119276"/>
                  </a:lnTo>
                  <a:lnTo>
                    <a:pt x="5464005" y="119276"/>
                  </a:lnTo>
                  <a:lnTo>
                    <a:pt x="5464123" y="119276"/>
                  </a:lnTo>
                  <a:lnTo>
                    <a:pt x="5464241" y="119276"/>
                  </a:lnTo>
                  <a:lnTo>
                    <a:pt x="5464358" y="119276"/>
                  </a:lnTo>
                  <a:lnTo>
                    <a:pt x="5464476" y="119276"/>
                  </a:lnTo>
                  <a:lnTo>
                    <a:pt x="5464593" y="119276"/>
                  </a:lnTo>
                  <a:lnTo>
                    <a:pt x="5464711" y="119276"/>
                  </a:lnTo>
                  <a:lnTo>
                    <a:pt x="5464829" y="119276"/>
                  </a:lnTo>
                  <a:lnTo>
                    <a:pt x="5464946" y="119276"/>
                  </a:lnTo>
                  <a:lnTo>
                    <a:pt x="5465064" y="119276"/>
                  </a:lnTo>
                  <a:lnTo>
                    <a:pt x="5465182" y="119276"/>
                  </a:lnTo>
                  <a:lnTo>
                    <a:pt x="5465299" y="119276"/>
                  </a:lnTo>
                  <a:lnTo>
                    <a:pt x="5465417" y="119276"/>
                  </a:lnTo>
                  <a:lnTo>
                    <a:pt x="5465534" y="119276"/>
                  </a:lnTo>
                  <a:lnTo>
                    <a:pt x="5465652" y="119276"/>
                  </a:lnTo>
                  <a:lnTo>
                    <a:pt x="5465770" y="119276"/>
                  </a:lnTo>
                  <a:lnTo>
                    <a:pt x="5465887" y="119276"/>
                  </a:lnTo>
                  <a:lnTo>
                    <a:pt x="5466005" y="119276"/>
                  </a:lnTo>
                  <a:lnTo>
                    <a:pt x="5466122" y="119276"/>
                  </a:lnTo>
                  <a:lnTo>
                    <a:pt x="5466240" y="119276"/>
                  </a:lnTo>
                  <a:lnTo>
                    <a:pt x="5466358" y="119276"/>
                  </a:lnTo>
                  <a:lnTo>
                    <a:pt x="5466475" y="119276"/>
                  </a:lnTo>
                  <a:lnTo>
                    <a:pt x="5466593" y="119276"/>
                  </a:lnTo>
                  <a:lnTo>
                    <a:pt x="5466711" y="119276"/>
                  </a:lnTo>
                  <a:lnTo>
                    <a:pt x="5466828" y="119276"/>
                  </a:lnTo>
                  <a:lnTo>
                    <a:pt x="5466946" y="119276"/>
                  </a:lnTo>
                  <a:lnTo>
                    <a:pt x="5467063" y="119276"/>
                  </a:lnTo>
                  <a:lnTo>
                    <a:pt x="5467181" y="119276"/>
                  </a:lnTo>
                  <a:lnTo>
                    <a:pt x="5467299" y="119276"/>
                  </a:lnTo>
                  <a:lnTo>
                    <a:pt x="5467416" y="119276"/>
                  </a:lnTo>
                  <a:lnTo>
                    <a:pt x="5467534" y="119276"/>
                  </a:lnTo>
                  <a:lnTo>
                    <a:pt x="5467651" y="119276"/>
                  </a:lnTo>
                  <a:lnTo>
                    <a:pt x="5467769" y="119276"/>
                  </a:lnTo>
                  <a:lnTo>
                    <a:pt x="5467887" y="119276"/>
                  </a:lnTo>
                  <a:lnTo>
                    <a:pt x="5468004" y="119276"/>
                  </a:lnTo>
                  <a:lnTo>
                    <a:pt x="5468122" y="119276"/>
                  </a:lnTo>
                  <a:lnTo>
                    <a:pt x="5468240" y="119276"/>
                  </a:lnTo>
                  <a:lnTo>
                    <a:pt x="5468357" y="119276"/>
                  </a:lnTo>
                  <a:lnTo>
                    <a:pt x="5468475" y="119276"/>
                  </a:lnTo>
                  <a:lnTo>
                    <a:pt x="5468592" y="119276"/>
                  </a:lnTo>
                  <a:lnTo>
                    <a:pt x="5468710" y="119276"/>
                  </a:lnTo>
                  <a:lnTo>
                    <a:pt x="5468828" y="119276"/>
                  </a:lnTo>
                  <a:lnTo>
                    <a:pt x="5468945" y="119276"/>
                  </a:lnTo>
                  <a:lnTo>
                    <a:pt x="5469063" y="119276"/>
                  </a:lnTo>
                  <a:lnTo>
                    <a:pt x="5469180" y="119276"/>
                  </a:lnTo>
                  <a:lnTo>
                    <a:pt x="5469298" y="119276"/>
                  </a:lnTo>
                  <a:lnTo>
                    <a:pt x="5469416" y="119276"/>
                  </a:lnTo>
                  <a:lnTo>
                    <a:pt x="5469533" y="119276"/>
                  </a:lnTo>
                  <a:lnTo>
                    <a:pt x="5469533" y="118845"/>
                  </a:lnTo>
                  <a:lnTo>
                    <a:pt x="5469651" y="118845"/>
                  </a:lnTo>
                  <a:lnTo>
                    <a:pt x="5469769" y="118845"/>
                  </a:lnTo>
                  <a:lnTo>
                    <a:pt x="5469769" y="118415"/>
                  </a:lnTo>
                  <a:lnTo>
                    <a:pt x="5469769" y="117984"/>
                  </a:lnTo>
                  <a:lnTo>
                    <a:pt x="5469886" y="117984"/>
                  </a:lnTo>
                  <a:lnTo>
                    <a:pt x="5470004" y="117984"/>
                  </a:lnTo>
                  <a:lnTo>
                    <a:pt x="5470121" y="117984"/>
                  </a:lnTo>
                  <a:lnTo>
                    <a:pt x="5470239" y="117984"/>
                  </a:lnTo>
                  <a:lnTo>
                    <a:pt x="5470357" y="117984"/>
                  </a:lnTo>
                  <a:lnTo>
                    <a:pt x="5470474" y="117984"/>
                  </a:lnTo>
                  <a:lnTo>
                    <a:pt x="5470592" y="117984"/>
                  </a:lnTo>
                  <a:lnTo>
                    <a:pt x="5470709" y="117984"/>
                  </a:lnTo>
                  <a:lnTo>
                    <a:pt x="5470709" y="117553"/>
                  </a:lnTo>
                  <a:lnTo>
                    <a:pt x="5470827" y="117553"/>
                  </a:lnTo>
                  <a:lnTo>
                    <a:pt x="5470945" y="117553"/>
                  </a:lnTo>
                  <a:lnTo>
                    <a:pt x="5471062" y="117553"/>
                  </a:lnTo>
                  <a:lnTo>
                    <a:pt x="5471180" y="117553"/>
                  </a:lnTo>
                  <a:lnTo>
                    <a:pt x="5471180" y="117123"/>
                  </a:lnTo>
                  <a:lnTo>
                    <a:pt x="5471297" y="117123"/>
                  </a:lnTo>
                  <a:lnTo>
                    <a:pt x="5471415" y="117123"/>
                  </a:lnTo>
                  <a:lnTo>
                    <a:pt x="5471533" y="117123"/>
                  </a:lnTo>
                  <a:lnTo>
                    <a:pt x="5471650" y="117123"/>
                  </a:lnTo>
                  <a:lnTo>
                    <a:pt x="5471768" y="117123"/>
                  </a:lnTo>
                  <a:lnTo>
                    <a:pt x="5471886" y="117123"/>
                  </a:lnTo>
                  <a:lnTo>
                    <a:pt x="5472003" y="117123"/>
                  </a:lnTo>
                  <a:lnTo>
                    <a:pt x="5472003" y="116692"/>
                  </a:lnTo>
                  <a:lnTo>
                    <a:pt x="5472121" y="116692"/>
                  </a:lnTo>
                  <a:lnTo>
                    <a:pt x="5472238" y="116692"/>
                  </a:lnTo>
                  <a:lnTo>
                    <a:pt x="5472356" y="116692"/>
                  </a:lnTo>
                  <a:lnTo>
                    <a:pt x="5472474" y="116692"/>
                  </a:lnTo>
                  <a:lnTo>
                    <a:pt x="5472591" y="116692"/>
                  </a:lnTo>
                  <a:lnTo>
                    <a:pt x="5472709" y="116692"/>
                  </a:lnTo>
                  <a:lnTo>
                    <a:pt x="5472826" y="116692"/>
                  </a:lnTo>
                  <a:lnTo>
                    <a:pt x="5472944" y="116692"/>
                  </a:lnTo>
                  <a:lnTo>
                    <a:pt x="5473062" y="116692"/>
                  </a:lnTo>
                  <a:lnTo>
                    <a:pt x="5473062" y="116262"/>
                  </a:lnTo>
                  <a:lnTo>
                    <a:pt x="5473179" y="116262"/>
                  </a:lnTo>
                  <a:lnTo>
                    <a:pt x="5473297" y="116262"/>
                  </a:lnTo>
                  <a:lnTo>
                    <a:pt x="5473415" y="116262"/>
                  </a:lnTo>
                  <a:lnTo>
                    <a:pt x="5473532" y="116262"/>
                  </a:lnTo>
                  <a:lnTo>
                    <a:pt x="5473650" y="116262"/>
                  </a:lnTo>
                  <a:lnTo>
                    <a:pt x="5473767" y="116262"/>
                  </a:lnTo>
                  <a:lnTo>
                    <a:pt x="5473885" y="116262"/>
                  </a:lnTo>
                  <a:lnTo>
                    <a:pt x="5474003" y="116262"/>
                  </a:lnTo>
                  <a:lnTo>
                    <a:pt x="5474120" y="116262"/>
                  </a:lnTo>
                  <a:lnTo>
                    <a:pt x="5474238" y="116262"/>
                  </a:lnTo>
                  <a:lnTo>
                    <a:pt x="5474355" y="116262"/>
                  </a:lnTo>
                  <a:lnTo>
                    <a:pt x="5474473" y="116262"/>
                  </a:lnTo>
                  <a:lnTo>
                    <a:pt x="5474591" y="116262"/>
                  </a:lnTo>
                  <a:lnTo>
                    <a:pt x="5474708" y="116262"/>
                  </a:lnTo>
                  <a:lnTo>
                    <a:pt x="5474826" y="116262"/>
                  </a:lnTo>
                  <a:lnTo>
                    <a:pt x="5474944" y="116262"/>
                  </a:lnTo>
                  <a:lnTo>
                    <a:pt x="5475061" y="116262"/>
                  </a:lnTo>
                  <a:lnTo>
                    <a:pt x="5475179" y="116262"/>
                  </a:lnTo>
                  <a:lnTo>
                    <a:pt x="5475296" y="116262"/>
                  </a:lnTo>
                  <a:lnTo>
                    <a:pt x="5475414" y="116262"/>
                  </a:lnTo>
                  <a:lnTo>
                    <a:pt x="5475532" y="116262"/>
                  </a:lnTo>
                  <a:lnTo>
                    <a:pt x="5475649" y="116262"/>
                  </a:lnTo>
                  <a:lnTo>
                    <a:pt x="5475767" y="116262"/>
                  </a:lnTo>
                  <a:lnTo>
                    <a:pt x="5475884" y="116262"/>
                  </a:lnTo>
                  <a:lnTo>
                    <a:pt x="5476002" y="116262"/>
                  </a:lnTo>
                  <a:lnTo>
                    <a:pt x="5476120" y="116262"/>
                  </a:lnTo>
                  <a:lnTo>
                    <a:pt x="5476237" y="116262"/>
                  </a:lnTo>
                  <a:lnTo>
                    <a:pt x="5476355" y="116262"/>
                  </a:lnTo>
                  <a:lnTo>
                    <a:pt x="5476355" y="115831"/>
                  </a:lnTo>
                  <a:lnTo>
                    <a:pt x="5476473" y="115831"/>
                  </a:lnTo>
                  <a:lnTo>
                    <a:pt x="5476590" y="115831"/>
                  </a:lnTo>
                  <a:lnTo>
                    <a:pt x="5476708" y="115831"/>
                  </a:lnTo>
                  <a:lnTo>
                    <a:pt x="5476825" y="115831"/>
                  </a:lnTo>
                  <a:lnTo>
                    <a:pt x="5476943" y="115831"/>
                  </a:lnTo>
                  <a:lnTo>
                    <a:pt x="5477061" y="115831"/>
                  </a:lnTo>
                  <a:lnTo>
                    <a:pt x="5477178" y="115831"/>
                  </a:lnTo>
                  <a:lnTo>
                    <a:pt x="5477296" y="115831"/>
                  </a:lnTo>
                  <a:lnTo>
                    <a:pt x="5477413" y="115831"/>
                  </a:lnTo>
                  <a:lnTo>
                    <a:pt x="5477531" y="115831"/>
                  </a:lnTo>
                  <a:lnTo>
                    <a:pt x="5477649" y="115831"/>
                  </a:lnTo>
                  <a:lnTo>
                    <a:pt x="5477766" y="115831"/>
                  </a:lnTo>
                  <a:lnTo>
                    <a:pt x="5477884" y="115831"/>
                  </a:lnTo>
                  <a:lnTo>
                    <a:pt x="5478002" y="115831"/>
                  </a:lnTo>
                  <a:lnTo>
                    <a:pt x="5478119" y="115831"/>
                  </a:lnTo>
                  <a:lnTo>
                    <a:pt x="5478237" y="115831"/>
                  </a:lnTo>
                  <a:lnTo>
                    <a:pt x="5478354" y="115831"/>
                  </a:lnTo>
                  <a:lnTo>
                    <a:pt x="5478354" y="115400"/>
                  </a:lnTo>
                  <a:lnTo>
                    <a:pt x="5478472" y="115400"/>
                  </a:lnTo>
                  <a:lnTo>
                    <a:pt x="5478590" y="115400"/>
                  </a:lnTo>
                  <a:lnTo>
                    <a:pt x="5478707" y="115400"/>
                  </a:lnTo>
                  <a:lnTo>
                    <a:pt x="5478825" y="115400"/>
                  </a:lnTo>
                  <a:lnTo>
                    <a:pt x="5478942" y="115400"/>
                  </a:lnTo>
                  <a:lnTo>
                    <a:pt x="5479060" y="115400"/>
                  </a:lnTo>
                  <a:lnTo>
                    <a:pt x="5479178" y="115400"/>
                  </a:lnTo>
                  <a:lnTo>
                    <a:pt x="5479295" y="115400"/>
                  </a:lnTo>
                  <a:lnTo>
                    <a:pt x="5479413" y="115400"/>
                  </a:lnTo>
                  <a:lnTo>
                    <a:pt x="5479530" y="115400"/>
                  </a:lnTo>
                  <a:lnTo>
                    <a:pt x="5479648" y="115400"/>
                  </a:lnTo>
                  <a:lnTo>
                    <a:pt x="5479766" y="115400"/>
                  </a:lnTo>
                  <a:lnTo>
                    <a:pt x="5479883" y="115400"/>
                  </a:lnTo>
                  <a:lnTo>
                    <a:pt x="5480001" y="115400"/>
                  </a:lnTo>
                  <a:lnTo>
                    <a:pt x="5480119" y="115400"/>
                  </a:lnTo>
                  <a:lnTo>
                    <a:pt x="5480236" y="115400"/>
                  </a:lnTo>
                  <a:lnTo>
                    <a:pt x="5480354" y="115400"/>
                  </a:lnTo>
                  <a:lnTo>
                    <a:pt x="5480471" y="115400"/>
                  </a:lnTo>
                  <a:lnTo>
                    <a:pt x="5480589" y="115400"/>
                  </a:lnTo>
                  <a:lnTo>
                    <a:pt x="5480707" y="115400"/>
                  </a:lnTo>
                  <a:lnTo>
                    <a:pt x="5480824" y="115400"/>
                  </a:lnTo>
                  <a:lnTo>
                    <a:pt x="5480942" y="115400"/>
                  </a:lnTo>
                  <a:lnTo>
                    <a:pt x="5481059" y="115400"/>
                  </a:lnTo>
                  <a:lnTo>
                    <a:pt x="5481177" y="115400"/>
                  </a:lnTo>
                  <a:lnTo>
                    <a:pt x="5481295" y="115400"/>
                  </a:lnTo>
                  <a:lnTo>
                    <a:pt x="5481412" y="115400"/>
                  </a:lnTo>
                  <a:lnTo>
                    <a:pt x="5481530" y="115400"/>
                  </a:lnTo>
                  <a:lnTo>
                    <a:pt x="5481530" y="114970"/>
                  </a:lnTo>
                  <a:lnTo>
                    <a:pt x="5481648" y="114970"/>
                  </a:lnTo>
                  <a:lnTo>
                    <a:pt x="5481765" y="114970"/>
                  </a:lnTo>
                  <a:lnTo>
                    <a:pt x="5481765" y="114539"/>
                  </a:lnTo>
                  <a:lnTo>
                    <a:pt x="5481883" y="114539"/>
                  </a:lnTo>
                  <a:lnTo>
                    <a:pt x="5482000" y="114539"/>
                  </a:lnTo>
                  <a:lnTo>
                    <a:pt x="5482118" y="114539"/>
                  </a:lnTo>
                  <a:lnTo>
                    <a:pt x="5482236" y="114539"/>
                  </a:lnTo>
                  <a:lnTo>
                    <a:pt x="5482353" y="114539"/>
                  </a:lnTo>
                  <a:lnTo>
                    <a:pt x="5482471" y="114539"/>
                  </a:lnTo>
                  <a:lnTo>
                    <a:pt x="5482588" y="114539"/>
                  </a:lnTo>
                  <a:lnTo>
                    <a:pt x="5482588" y="114109"/>
                  </a:lnTo>
                  <a:lnTo>
                    <a:pt x="5482706" y="114109"/>
                  </a:lnTo>
                  <a:lnTo>
                    <a:pt x="5482824" y="114109"/>
                  </a:lnTo>
                  <a:lnTo>
                    <a:pt x="5482941" y="114109"/>
                  </a:lnTo>
                  <a:lnTo>
                    <a:pt x="5483059" y="114109"/>
                  </a:lnTo>
                  <a:lnTo>
                    <a:pt x="5483177" y="114109"/>
                  </a:lnTo>
                  <a:lnTo>
                    <a:pt x="5483294" y="114109"/>
                  </a:lnTo>
                  <a:lnTo>
                    <a:pt x="5483412" y="114109"/>
                  </a:lnTo>
                  <a:lnTo>
                    <a:pt x="5483529" y="114109"/>
                  </a:lnTo>
                  <a:lnTo>
                    <a:pt x="5483647" y="114109"/>
                  </a:lnTo>
                  <a:lnTo>
                    <a:pt x="5483765" y="114109"/>
                  </a:lnTo>
                  <a:lnTo>
                    <a:pt x="5483882" y="114109"/>
                  </a:lnTo>
                  <a:lnTo>
                    <a:pt x="5484000" y="114109"/>
                  </a:lnTo>
                  <a:lnTo>
                    <a:pt x="5484117" y="114109"/>
                  </a:lnTo>
                  <a:lnTo>
                    <a:pt x="5484235" y="114109"/>
                  </a:lnTo>
                  <a:lnTo>
                    <a:pt x="5484353" y="114109"/>
                  </a:lnTo>
                  <a:lnTo>
                    <a:pt x="5484470" y="114109"/>
                  </a:lnTo>
                  <a:lnTo>
                    <a:pt x="5484470" y="113678"/>
                  </a:lnTo>
                  <a:lnTo>
                    <a:pt x="5484588" y="113678"/>
                  </a:lnTo>
                  <a:lnTo>
                    <a:pt x="5484706" y="113678"/>
                  </a:lnTo>
                  <a:lnTo>
                    <a:pt x="5484823" y="113678"/>
                  </a:lnTo>
                  <a:lnTo>
                    <a:pt x="5484823" y="113247"/>
                  </a:lnTo>
                  <a:lnTo>
                    <a:pt x="5484941" y="113247"/>
                  </a:lnTo>
                  <a:lnTo>
                    <a:pt x="5485058" y="113247"/>
                  </a:lnTo>
                  <a:lnTo>
                    <a:pt x="5485176" y="113247"/>
                  </a:lnTo>
                  <a:lnTo>
                    <a:pt x="5485294" y="113247"/>
                  </a:lnTo>
                  <a:lnTo>
                    <a:pt x="5485411" y="113247"/>
                  </a:lnTo>
                  <a:lnTo>
                    <a:pt x="5485529" y="113247"/>
                  </a:lnTo>
                  <a:lnTo>
                    <a:pt x="5485529" y="112817"/>
                  </a:lnTo>
                  <a:lnTo>
                    <a:pt x="5485646" y="112817"/>
                  </a:lnTo>
                  <a:lnTo>
                    <a:pt x="5485764" y="112817"/>
                  </a:lnTo>
                  <a:lnTo>
                    <a:pt x="5485882" y="112817"/>
                  </a:lnTo>
                  <a:lnTo>
                    <a:pt x="5485999" y="112817"/>
                  </a:lnTo>
                  <a:lnTo>
                    <a:pt x="5486117" y="112817"/>
                  </a:lnTo>
                  <a:lnTo>
                    <a:pt x="5486235" y="112817"/>
                  </a:lnTo>
                  <a:lnTo>
                    <a:pt x="5486352" y="112817"/>
                  </a:lnTo>
                  <a:lnTo>
                    <a:pt x="5486470" y="112817"/>
                  </a:lnTo>
                  <a:lnTo>
                    <a:pt x="5486587" y="112817"/>
                  </a:lnTo>
                  <a:lnTo>
                    <a:pt x="5486705" y="112817"/>
                  </a:lnTo>
                  <a:lnTo>
                    <a:pt x="5486823" y="112817"/>
                  </a:lnTo>
                  <a:lnTo>
                    <a:pt x="5486940" y="112817"/>
                  </a:lnTo>
                  <a:lnTo>
                    <a:pt x="5487058" y="112817"/>
                  </a:lnTo>
                  <a:lnTo>
                    <a:pt x="5487175" y="112817"/>
                  </a:lnTo>
                  <a:lnTo>
                    <a:pt x="5487293" y="112817"/>
                  </a:lnTo>
                  <a:lnTo>
                    <a:pt x="5487411" y="112817"/>
                  </a:lnTo>
                  <a:lnTo>
                    <a:pt x="5487528" y="112817"/>
                  </a:lnTo>
                  <a:lnTo>
                    <a:pt x="5487646" y="112817"/>
                  </a:lnTo>
                  <a:lnTo>
                    <a:pt x="5487763" y="112817"/>
                  </a:lnTo>
                  <a:lnTo>
                    <a:pt x="5487881" y="112817"/>
                  </a:lnTo>
                  <a:lnTo>
                    <a:pt x="5487999" y="112817"/>
                  </a:lnTo>
                  <a:lnTo>
                    <a:pt x="5488116" y="112817"/>
                  </a:lnTo>
                  <a:lnTo>
                    <a:pt x="5488234" y="112817"/>
                  </a:lnTo>
                  <a:lnTo>
                    <a:pt x="5488352" y="112817"/>
                  </a:lnTo>
                  <a:lnTo>
                    <a:pt x="5488352" y="112386"/>
                  </a:lnTo>
                  <a:lnTo>
                    <a:pt x="5488469" y="112386"/>
                  </a:lnTo>
                  <a:lnTo>
                    <a:pt x="5488469" y="111956"/>
                  </a:lnTo>
                  <a:lnTo>
                    <a:pt x="5488469" y="111525"/>
                  </a:lnTo>
                  <a:lnTo>
                    <a:pt x="5488587" y="111525"/>
                  </a:lnTo>
                  <a:lnTo>
                    <a:pt x="5488704" y="111525"/>
                  </a:lnTo>
                  <a:lnTo>
                    <a:pt x="5488822" y="111525"/>
                  </a:lnTo>
                  <a:lnTo>
                    <a:pt x="5488940" y="111525"/>
                  </a:lnTo>
                  <a:lnTo>
                    <a:pt x="5489057" y="111525"/>
                  </a:lnTo>
                  <a:lnTo>
                    <a:pt x="5489175" y="111525"/>
                  </a:lnTo>
                  <a:lnTo>
                    <a:pt x="5489292" y="111525"/>
                  </a:lnTo>
                  <a:lnTo>
                    <a:pt x="5489410" y="111525"/>
                  </a:lnTo>
                  <a:lnTo>
                    <a:pt x="5489528" y="111525"/>
                  </a:lnTo>
                  <a:lnTo>
                    <a:pt x="5489645" y="111525"/>
                  </a:lnTo>
                  <a:lnTo>
                    <a:pt x="5489763" y="111525"/>
                  </a:lnTo>
                  <a:lnTo>
                    <a:pt x="5489881" y="111525"/>
                  </a:lnTo>
                  <a:lnTo>
                    <a:pt x="5489881" y="111094"/>
                  </a:lnTo>
                  <a:lnTo>
                    <a:pt x="5489998" y="111094"/>
                  </a:lnTo>
                  <a:lnTo>
                    <a:pt x="5490116" y="111094"/>
                  </a:lnTo>
                  <a:lnTo>
                    <a:pt x="5490233" y="111094"/>
                  </a:lnTo>
                  <a:lnTo>
                    <a:pt x="5490351" y="111094"/>
                  </a:lnTo>
                  <a:lnTo>
                    <a:pt x="5490469" y="111094"/>
                  </a:lnTo>
                  <a:lnTo>
                    <a:pt x="5490586" y="111094"/>
                  </a:lnTo>
                  <a:lnTo>
                    <a:pt x="5490704" y="111094"/>
                  </a:lnTo>
                  <a:lnTo>
                    <a:pt x="5490821" y="111094"/>
                  </a:lnTo>
                  <a:lnTo>
                    <a:pt x="5490939" y="111094"/>
                  </a:lnTo>
                  <a:lnTo>
                    <a:pt x="5491057" y="111094"/>
                  </a:lnTo>
                  <a:lnTo>
                    <a:pt x="5491174" y="111094"/>
                  </a:lnTo>
                  <a:lnTo>
                    <a:pt x="5491292" y="111094"/>
                  </a:lnTo>
                  <a:lnTo>
                    <a:pt x="5491410" y="111094"/>
                  </a:lnTo>
                  <a:lnTo>
                    <a:pt x="5491527" y="111094"/>
                  </a:lnTo>
                  <a:lnTo>
                    <a:pt x="5491645" y="111094"/>
                  </a:lnTo>
                  <a:lnTo>
                    <a:pt x="5491762" y="111094"/>
                  </a:lnTo>
                  <a:lnTo>
                    <a:pt x="5491880" y="111094"/>
                  </a:lnTo>
                  <a:lnTo>
                    <a:pt x="5491998" y="111094"/>
                  </a:lnTo>
                  <a:lnTo>
                    <a:pt x="5492115" y="111094"/>
                  </a:lnTo>
                  <a:lnTo>
                    <a:pt x="5492233" y="111094"/>
                  </a:lnTo>
                  <a:lnTo>
                    <a:pt x="5492350" y="111094"/>
                  </a:lnTo>
                  <a:lnTo>
                    <a:pt x="5492468" y="111094"/>
                  </a:lnTo>
                  <a:lnTo>
                    <a:pt x="5492586" y="111094"/>
                  </a:lnTo>
                  <a:lnTo>
                    <a:pt x="5492703" y="111094"/>
                  </a:lnTo>
                  <a:lnTo>
                    <a:pt x="5492821" y="111094"/>
                  </a:lnTo>
                  <a:lnTo>
                    <a:pt x="5492939" y="111094"/>
                  </a:lnTo>
                  <a:lnTo>
                    <a:pt x="5493056" y="111094"/>
                  </a:lnTo>
                  <a:lnTo>
                    <a:pt x="5493174" y="111094"/>
                  </a:lnTo>
                  <a:lnTo>
                    <a:pt x="5493174" y="110664"/>
                  </a:lnTo>
                  <a:lnTo>
                    <a:pt x="5493291" y="110664"/>
                  </a:lnTo>
                  <a:lnTo>
                    <a:pt x="5493409" y="110664"/>
                  </a:lnTo>
                  <a:lnTo>
                    <a:pt x="5493527" y="110664"/>
                  </a:lnTo>
                  <a:lnTo>
                    <a:pt x="5493644" y="110664"/>
                  </a:lnTo>
                  <a:lnTo>
                    <a:pt x="5493762" y="110664"/>
                  </a:lnTo>
                  <a:lnTo>
                    <a:pt x="5493879" y="110664"/>
                  </a:lnTo>
                  <a:lnTo>
                    <a:pt x="5493997" y="110664"/>
                  </a:lnTo>
                  <a:lnTo>
                    <a:pt x="5494115" y="110664"/>
                  </a:lnTo>
                  <a:lnTo>
                    <a:pt x="5494232" y="110664"/>
                  </a:lnTo>
                  <a:lnTo>
                    <a:pt x="5494350" y="110664"/>
                  </a:lnTo>
                  <a:lnTo>
                    <a:pt x="5494467" y="110664"/>
                  </a:lnTo>
                  <a:lnTo>
                    <a:pt x="5494585" y="110664"/>
                  </a:lnTo>
                  <a:lnTo>
                    <a:pt x="5494703" y="110664"/>
                  </a:lnTo>
                  <a:lnTo>
                    <a:pt x="5494820" y="110664"/>
                  </a:lnTo>
                  <a:lnTo>
                    <a:pt x="5494938" y="110664"/>
                  </a:lnTo>
                  <a:lnTo>
                    <a:pt x="5495056" y="110664"/>
                  </a:lnTo>
                  <a:lnTo>
                    <a:pt x="5495173" y="110664"/>
                  </a:lnTo>
                  <a:lnTo>
                    <a:pt x="5495291" y="110664"/>
                  </a:lnTo>
                  <a:lnTo>
                    <a:pt x="5495408" y="110664"/>
                  </a:lnTo>
                  <a:lnTo>
                    <a:pt x="5495526" y="110664"/>
                  </a:lnTo>
                  <a:lnTo>
                    <a:pt x="5495644" y="110664"/>
                  </a:lnTo>
                  <a:lnTo>
                    <a:pt x="5495761" y="110664"/>
                  </a:lnTo>
                  <a:lnTo>
                    <a:pt x="5495879" y="110664"/>
                  </a:lnTo>
                  <a:lnTo>
                    <a:pt x="5495996" y="110664"/>
                  </a:lnTo>
                  <a:lnTo>
                    <a:pt x="5496114" y="110664"/>
                  </a:lnTo>
                  <a:lnTo>
                    <a:pt x="5496232" y="110664"/>
                  </a:lnTo>
                  <a:lnTo>
                    <a:pt x="5496349" y="110664"/>
                  </a:lnTo>
                  <a:lnTo>
                    <a:pt x="5496467" y="110664"/>
                  </a:lnTo>
                  <a:lnTo>
                    <a:pt x="5496585" y="110664"/>
                  </a:lnTo>
                  <a:lnTo>
                    <a:pt x="5496702" y="110664"/>
                  </a:lnTo>
                  <a:lnTo>
                    <a:pt x="5496820" y="110664"/>
                  </a:lnTo>
                  <a:lnTo>
                    <a:pt x="5496937" y="110664"/>
                  </a:lnTo>
                  <a:lnTo>
                    <a:pt x="5497055" y="110664"/>
                  </a:lnTo>
                  <a:lnTo>
                    <a:pt x="5497173" y="110664"/>
                  </a:lnTo>
                  <a:lnTo>
                    <a:pt x="5497290" y="110664"/>
                  </a:lnTo>
                  <a:lnTo>
                    <a:pt x="5497408" y="110664"/>
                  </a:lnTo>
                  <a:lnTo>
                    <a:pt x="5497525" y="110664"/>
                  </a:lnTo>
                  <a:lnTo>
                    <a:pt x="5497643" y="110664"/>
                  </a:lnTo>
                  <a:lnTo>
                    <a:pt x="5497761" y="110664"/>
                  </a:lnTo>
                  <a:lnTo>
                    <a:pt x="5497878" y="110664"/>
                  </a:lnTo>
                  <a:lnTo>
                    <a:pt x="5497996" y="110664"/>
                  </a:lnTo>
                  <a:lnTo>
                    <a:pt x="5498114" y="110664"/>
                  </a:lnTo>
                  <a:lnTo>
                    <a:pt x="5498231" y="110664"/>
                  </a:lnTo>
                  <a:lnTo>
                    <a:pt x="5498349" y="110664"/>
                  </a:lnTo>
                  <a:lnTo>
                    <a:pt x="5498466" y="110664"/>
                  </a:lnTo>
                  <a:lnTo>
                    <a:pt x="5498584" y="110664"/>
                  </a:lnTo>
                  <a:lnTo>
                    <a:pt x="5498702" y="110664"/>
                  </a:lnTo>
                  <a:lnTo>
                    <a:pt x="5498819" y="110664"/>
                  </a:lnTo>
                  <a:lnTo>
                    <a:pt x="5498937" y="110664"/>
                  </a:lnTo>
                  <a:lnTo>
                    <a:pt x="5499054" y="110664"/>
                  </a:lnTo>
                  <a:lnTo>
                    <a:pt x="5499172" y="110664"/>
                  </a:lnTo>
                  <a:lnTo>
                    <a:pt x="5499290" y="110664"/>
                  </a:lnTo>
                  <a:lnTo>
                    <a:pt x="5499407" y="110664"/>
                  </a:lnTo>
                  <a:lnTo>
                    <a:pt x="5499525" y="110664"/>
                  </a:lnTo>
                  <a:lnTo>
                    <a:pt x="5499643" y="110664"/>
                  </a:lnTo>
                  <a:lnTo>
                    <a:pt x="5499760" y="110664"/>
                  </a:lnTo>
                  <a:lnTo>
                    <a:pt x="5499878" y="110664"/>
                  </a:lnTo>
                  <a:lnTo>
                    <a:pt x="5499878" y="110233"/>
                  </a:lnTo>
                  <a:lnTo>
                    <a:pt x="5499995" y="110233"/>
                  </a:lnTo>
                  <a:lnTo>
                    <a:pt x="5500113" y="110233"/>
                  </a:lnTo>
                  <a:lnTo>
                    <a:pt x="5500231" y="110233"/>
                  </a:lnTo>
                  <a:lnTo>
                    <a:pt x="5500348" y="110233"/>
                  </a:lnTo>
                  <a:lnTo>
                    <a:pt x="5500466" y="110233"/>
                  </a:lnTo>
                  <a:lnTo>
                    <a:pt x="5500583" y="110233"/>
                  </a:lnTo>
                  <a:lnTo>
                    <a:pt x="5500701" y="110233"/>
                  </a:lnTo>
                  <a:lnTo>
                    <a:pt x="5500819" y="110233"/>
                  </a:lnTo>
                  <a:lnTo>
                    <a:pt x="5500936" y="110233"/>
                  </a:lnTo>
                  <a:lnTo>
                    <a:pt x="5501054" y="110233"/>
                  </a:lnTo>
                  <a:lnTo>
                    <a:pt x="5501172" y="110233"/>
                  </a:lnTo>
                  <a:lnTo>
                    <a:pt x="5501289" y="110233"/>
                  </a:lnTo>
                  <a:lnTo>
                    <a:pt x="5501407" y="110233"/>
                  </a:lnTo>
                  <a:lnTo>
                    <a:pt x="5501524" y="110233"/>
                  </a:lnTo>
                  <a:lnTo>
                    <a:pt x="5501642" y="110233"/>
                  </a:lnTo>
                  <a:lnTo>
                    <a:pt x="5501760" y="110233"/>
                  </a:lnTo>
                  <a:lnTo>
                    <a:pt x="5501877" y="110233"/>
                  </a:lnTo>
                  <a:lnTo>
                    <a:pt x="5501995" y="110233"/>
                  </a:lnTo>
                  <a:lnTo>
                    <a:pt x="5502112" y="110233"/>
                  </a:lnTo>
                  <a:lnTo>
                    <a:pt x="5502230" y="110233"/>
                  </a:lnTo>
                  <a:lnTo>
                    <a:pt x="5502348" y="110233"/>
                  </a:lnTo>
                  <a:lnTo>
                    <a:pt x="5502465" y="110233"/>
                  </a:lnTo>
                  <a:lnTo>
                    <a:pt x="5502583" y="110233"/>
                  </a:lnTo>
                  <a:lnTo>
                    <a:pt x="5502700" y="110233"/>
                  </a:lnTo>
                  <a:lnTo>
                    <a:pt x="5502818" y="110233"/>
                  </a:lnTo>
                  <a:lnTo>
                    <a:pt x="5502936" y="110233"/>
                  </a:lnTo>
                  <a:lnTo>
                    <a:pt x="5503053" y="110233"/>
                  </a:lnTo>
                  <a:lnTo>
                    <a:pt x="5503171" y="110233"/>
                  </a:lnTo>
                  <a:lnTo>
                    <a:pt x="5503289" y="110233"/>
                  </a:lnTo>
                  <a:lnTo>
                    <a:pt x="5503406" y="110233"/>
                  </a:lnTo>
                  <a:lnTo>
                    <a:pt x="5503524" y="110233"/>
                  </a:lnTo>
                  <a:lnTo>
                    <a:pt x="5503641" y="110233"/>
                  </a:lnTo>
                  <a:lnTo>
                    <a:pt x="5503759" y="110233"/>
                  </a:lnTo>
                  <a:lnTo>
                    <a:pt x="5503877" y="110233"/>
                  </a:lnTo>
                  <a:lnTo>
                    <a:pt x="5503994" y="110233"/>
                  </a:lnTo>
                  <a:lnTo>
                    <a:pt x="5504112" y="110233"/>
                  </a:lnTo>
                  <a:lnTo>
                    <a:pt x="5504229" y="110233"/>
                  </a:lnTo>
                  <a:lnTo>
                    <a:pt x="5504347" y="110233"/>
                  </a:lnTo>
                  <a:lnTo>
                    <a:pt x="5504465" y="110233"/>
                  </a:lnTo>
                  <a:lnTo>
                    <a:pt x="5504582" y="110233"/>
                  </a:lnTo>
                  <a:lnTo>
                    <a:pt x="5504700" y="110233"/>
                  </a:lnTo>
                  <a:lnTo>
                    <a:pt x="5504818" y="110233"/>
                  </a:lnTo>
                  <a:lnTo>
                    <a:pt x="5504935" y="110233"/>
                  </a:lnTo>
                  <a:lnTo>
                    <a:pt x="5505053" y="110233"/>
                  </a:lnTo>
                  <a:lnTo>
                    <a:pt x="5505170" y="110233"/>
                  </a:lnTo>
                  <a:lnTo>
                    <a:pt x="5505288" y="110233"/>
                  </a:lnTo>
                  <a:lnTo>
                    <a:pt x="5505406" y="110233"/>
                  </a:lnTo>
                  <a:lnTo>
                    <a:pt x="5505523" y="110233"/>
                  </a:lnTo>
                  <a:lnTo>
                    <a:pt x="5505523" y="109803"/>
                  </a:lnTo>
                  <a:lnTo>
                    <a:pt x="5505641" y="109803"/>
                  </a:lnTo>
                  <a:lnTo>
                    <a:pt x="5505758" y="109803"/>
                  </a:lnTo>
                  <a:lnTo>
                    <a:pt x="5505876" y="109803"/>
                  </a:lnTo>
                  <a:lnTo>
                    <a:pt x="5505994" y="109803"/>
                  </a:lnTo>
                  <a:lnTo>
                    <a:pt x="5506111" y="109803"/>
                  </a:lnTo>
                  <a:lnTo>
                    <a:pt x="5506229" y="109803"/>
                  </a:lnTo>
                  <a:lnTo>
                    <a:pt x="5506229" y="109372"/>
                  </a:lnTo>
                  <a:lnTo>
                    <a:pt x="5506347" y="109372"/>
                  </a:lnTo>
                  <a:lnTo>
                    <a:pt x="5506464" y="109372"/>
                  </a:lnTo>
                  <a:lnTo>
                    <a:pt x="5506582" y="109372"/>
                  </a:lnTo>
                  <a:lnTo>
                    <a:pt x="5506699" y="109372"/>
                  </a:lnTo>
                  <a:lnTo>
                    <a:pt x="5506817" y="109372"/>
                  </a:lnTo>
                  <a:lnTo>
                    <a:pt x="5506935" y="109372"/>
                  </a:lnTo>
                  <a:lnTo>
                    <a:pt x="5507052" y="109372"/>
                  </a:lnTo>
                  <a:lnTo>
                    <a:pt x="5507170" y="109372"/>
                  </a:lnTo>
                  <a:lnTo>
                    <a:pt x="5507287" y="109372"/>
                  </a:lnTo>
                  <a:lnTo>
                    <a:pt x="5507405" y="109372"/>
                  </a:lnTo>
                  <a:lnTo>
                    <a:pt x="5507523" y="109372"/>
                  </a:lnTo>
                  <a:lnTo>
                    <a:pt x="5507640" y="109372"/>
                  </a:lnTo>
                  <a:lnTo>
                    <a:pt x="5507758" y="109372"/>
                  </a:lnTo>
                  <a:lnTo>
                    <a:pt x="5507876" y="109372"/>
                  </a:lnTo>
                  <a:lnTo>
                    <a:pt x="5507993" y="109372"/>
                  </a:lnTo>
                  <a:lnTo>
                    <a:pt x="5508111" y="109372"/>
                  </a:lnTo>
                  <a:lnTo>
                    <a:pt x="5508228" y="109372"/>
                  </a:lnTo>
                  <a:lnTo>
                    <a:pt x="5508346" y="109372"/>
                  </a:lnTo>
                  <a:lnTo>
                    <a:pt x="5508464" y="109372"/>
                  </a:lnTo>
                  <a:lnTo>
                    <a:pt x="5508581" y="109372"/>
                  </a:lnTo>
                  <a:lnTo>
                    <a:pt x="5508699" y="109372"/>
                  </a:lnTo>
                  <a:lnTo>
                    <a:pt x="5508699" y="108941"/>
                  </a:lnTo>
                  <a:lnTo>
                    <a:pt x="5508816" y="108941"/>
                  </a:lnTo>
                  <a:lnTo>
                    <a:pt x="5508934" y="108941"/>
                  </a:lnTo>
                  <a:lnTo>
                    <a:pt x="5509052" y="108941"/>
                  </a:lnTo>
                  <a:lnTo>
                    <a:pt x="5509169" y="108941"/>
                  </a:lnTo>
                  <a:lnTo>
                    <a:pt x="5509287" y="108941"/>
                  </a:lnTo>
                  <a:lnTo>
                    <a:pt x="5509405" y="108941"/>
                  </a:lnTo>
                  <a:lnTo>
                    <a:pt x="5509522" y="108941"/>
                  </a:lnTo>
                  <a:lnTo>
                    <a:pt x="5509640" y="108941"/>
                  </a:lnTo>
                  <a:lnTo>
                    <a:pt x="5509757" y="108941"/>
                  </a:lnTo>
                  <a:lnTo>
                    <a:pt x="5509875" y="108941"/>
                  </a:lnTo>
                  <a:lnTo>
                    <a:pt x="5509993" y="108941"/>
                  </a:lnTo>
                  <a:lnTo>
                    <a:pt x="5510110" y="108941"/>
                  </a:lnTo>
                  <a:lnTo>
                    <a:pt x="5510228" y="108941"/>
                  </a:lnTo>
                  <a:lnTo>
                    <a:pt x="5510345" y="108941"/>
                  </a:lnTo>
                  <a:lnTo>
                    <a:pt x="5510463" y="108941"/>
                  </a:lnTo>
                  <a:lnTo>
                    <a:pt x="5510581" y="108941"/>
                  </a:lnTo>
                  <a:lnTo>
                    <a:pt x="5510698" y="108941"/>
                  </a:lnTo>
                  <a:lnTo>
                    <a:pt x="5510816" y="108941"/>
                  </a:lnTo>
                  <a:lnTo>
                    <a:pt x="5510933" y="108941"/>
                  </a:lnTo>
                  <a:lnTo>
                    <a:pt x="5511051" y="108941"/>
                  </a:lnTo>
                  <a:lnTo>
                    <a:pt x="5511169" y="108941"/>
                  </a:lnTo>
                  <a:lnTo>
                    <a:pt x="5511286" y="108941"/>
                  </a:lnTo>
                  <a:lnTo>
                    <a:pt x="5511404" y="108941"/>
                  </a:lnTo>
                  <a:lnTo>
                    <a:pt x="5511522" y="108941"/>
                  </a:lnTo>
                  <a:lnTo>
                    <a:pt x="5511522" y="108511"/>
                  </a:lnTo>
                  <a:lnTo>
                    <a:pt x="5511639" y="108511"/>
                  </a:lnTo>
                  <a:lnTo>
                    <a:pt x="5511757" y="108511"/>
                  </a:lnTo>
                  <a:lnTo>
                    <a:pt x="5511874" y="108511"/>
                  </a:lnTo>
                  <a:lnTo>
                    <a:pt x="5511874" y="108080"/>
                  </a:lnTo>
                  <a:lnTo>
                    <a:pt x="5511992" y="108080"/>
                  </a:lnTo>
                  <a:lnTo>
                    <a:pt x="5512110" y="108080"/>
                  </a:lnTo>
                  <a:lnTo>
                    <a:pt x="5512227" y="108080"/>
                  </a:lnTo>
                  <a:lnTo>
                    <a:pt x="5512345" y="108080"/>
                  </a:lnTo>
                  <a:lnTo>
                    <a:pt x="5512462" y="108080"/>
                  </a:lnTo>
                  <a:lnTo>
                    <a:pt x="5512580" y="108080"/>
                  </a:lnTo>
                  <a:lnTo>
                    <a:pt x="5512698" y="108080"/>
                  </a:lnTo>
                  <a:lnTo>
                    <a:pt x="5512815" y="108080"/>
                  </a:lnTo>
                  <a:lnTo>
                    <a:pt x="5512933" y="108080"/>
                  </a:lnTo>
                  <a:lnTo>
                    <a:pt x="5513051" y="108080"/>
                  </a:lnTo>
                  <a:lnTo>
                    <a:pt x="5513168" y="108080"/>
                  </a:lnTo>
                  <a:lnTo>
                    <a:pt x="5513168" y="107650"/>
                  </a:lnTo>
                  <a:lnTo>
                    <a:pt x="5513286" y="107650"/>
                  </a:lnTo>
                  <a:lnTo>
                    <a:pt x="5513403" y="107650"/>
                  </a:lnTo>
                  <a:lnTo>
                    <a:pt x="5513521" y="107650"/>
                  </a:lnTo>
                  <a:lnTo>
                    <a:pt x="5513639" y="107650"/>
                  </a:lnTo>
                  <a:lnTo>
                    <a:pt x="5513639" y="107219"/>
                  </a:lnTo>
                  <a:lnTo>
                    <a:pt x="5513756" y="107219"/>
                  </a:lnTo>
                  <a:lnTo>
                    <a:pt x="5513874" y="107219"/>
                  </a:lnTo>
                  <a:lnTo>
                    <a:pt x="5513991" y="107219"/>
                  </a:lnTo>
                  <a:lnTo>
                    <a:pt x="5514109" y="107219"/>
                  </a:lnTo>
                  <a:lnTo>
                    <a:pt x="5514227" y="107219"/>
                  </a:lnTo>
                  <a:lnTo>
                    <a:pt x="5514344" y="107219"/>
                  </a:lnTo>
                  <a:lnTo>
                    <a:pt x="5514462" y="107219"/>
                  </a:lnTo>
                  <a:lnTo>
                    <a:pt x="5514580" y="107219"/>
                  </a:lnTo>
                  <a:lnTo>
                    <a:pt x="5514697" y="107219"/>
                  </a:lnTo>
                  <a:lnTo>
                    <a:pt x="5514697" y="106788"/>
                  </a:lnTo>
                  <a:lnTo>
                    <a:pt x="5514815" y="106788"/>
                  </a:lnTo>
                  <a:lnTo>
                    <a:pt x="5514932" y="106788"/>
                  </a:lnTo>
                  <a:lnTo>
                    <a:pt x="5515050" y="106788"/>
                  </a:lnTo>
                  <a:lnTo>
                    <a:pt x="5515168" y="106788"/>
                  </a:lnTo>
                  <a:lnTo>
                    <a:pt x="5515285" y="106788"/>
                  </a:lnTo>
                  <a:lnTo>
                    <a:pt x="5515403" y="106788"/>
                  </a:lnTo>
                  <a:lnTo>
                    <a:pt x="5515403" y="106358"/>
                  </a:lnTo>
                  <a:lnTo>
                    <a:pt x="5515520" y="106358"/>
                  </a:lnTo>
                  <a:lnTo>
                    <a:pt x="5515638" y="106358"/>
                  </a:lnTo>
                  <a:lnTo>
                    <a:pt x="5515756" y="106358"/>
                  </a:lnTo>
                  <a:lnTo>
                    <a:pt x="5515873" y="106358"/>
                  </a:lnTo>
                  <a:lnTo>
                    <a:pt x="5515991" y="106358"/>
                  </a:lnTo>
                  <a:lnTo>
                    <a:pt x="5516109" y="106358"/>
                  </a:lnTo>
                  <a:lnTo>
                    <a:pt x="5516226" y="106358"/>
                  </a:lnTo>
                  <a:lnTo>
                    <a:pt x="5516344" y="106358"/>
                  </a:lnTo>
                  <a:lnTo>
                    <a:pt x="5516461" y="106358"/>
                  </a:lnTo>
                  <a:lnTo>
                    <a:pt x="5516579" y="106358"/>
                  </a:lnTo>
                  <a:lnTo>
                    <a:pt x="5516697" y="106358"/>
                  </a:lnTo>
                  <a:lnTo>
                    <a:pt x="5516697" y="105927"/>
                  </a:lnTo>
                  <a:lnTo>
                    <a:pt x="5516814" y="105927"/>
                  </a:lnTo>
                  <a:lnTo>
                    <a:pt x="5516932" y="105927"/>
                  </a:lnTo>
                  <a:lnTo>
                    <a:pt x="5517049" y="105927"/>
                  </a:lnTo>
                  <a:lnTo>
                    <a:pt x="5517167" y="105927"/>
                  </a:lnTo>
                  <a:lnTo>
                    <a:pt x="5517285" y="105927"/>
                  </a:lnTo>
                  <a:lnTo>
                    <a:pt x="5517402" y="105927"/>
                  </a:lnTo>
                  <a:lnTo>
                    <a:pt x="5517520" y="105927"/>
                  </a:lnTo>
                  <a:lnTo>
                    <a:pt x="5517638" y="105927"/>
                  </a:lnTo>
                  <a:lnTo>
                    <a:pt x="5517755" y="105927"/>
                  </a:lnTo>
                  <a:lnTo>
                    <a:pt x="5517873" y="105927"/>
                  </a:lnTo>
                  <a:lnTo>
                    <a:pt x="5517990" y="105927"/>
                  </a:lnTo>
                  <a:lnTo>
                    <a:pt x="5518108" y="105927"/>
                  </a:lnTo>
                  <a:lnTo>
                    <a:pt x="5518226" y="105927"/>
                  </a:lnTo>
                  <a:lnTo>
                    <a:pt x="5518343" y="105927"/>
                  </a:lnTo>
                  <a:lnTo>
                    <a:pt x="5518461" y="105927"/>
                  </a:lnTo>
                  <a:lnTo>
                    <a:pt x="5518578" y="105927"/>
                  </a:lnTo>
                  <a:lnTo>
                    <a:pt x="5518696" y="105927"/>
                  </a:lnTo>
                  <a:lnTo>
                    <a:pt x="5518814" y="105927"/>
                  </a:lnTo>
                  <a:lnTo>
                    <a:pt x="5518814" y="105497"/>
                  </a:lnTo>
                  <a:lnTo>
                    <a:pt x="5518931" y="105497"/>
                  </a:lnTo>
                  <a:lnTo>
                    <a:pt x="5519049" y="105497"/>
                  </a:lnTo>
                  <a:lnTo>
                    <a:pt x="5519166" y="105497"/>
                  </a:lnTo>
                  <a:lnTo>
                    <a:pt x="5519284" y="105497"/>
                  </a:lnTo>
                  <a:lnTo>
                    <a:pt x="5519402" y="105497"/>
                  </a:lnTo>
                  <a:lnTo>
                    <a:pt x="5519402" y="105066"/>
                  </a:lnTo>
                  <a:lnTo>
                    <a:pt x="5519519" y="105066"/>
                  </a:lnTo>
                  <a:lnTo>
                    <a:pt x="5519637" y="105066"/>
                  </a:lnTo>
                  <a:lnTo>
                    <a:pt x="5519755" y="105066"/>
                  </a:lnTo>
                  <a:lnTo>
                    <a:pt x="5519872" y="105066"/>
                  </a:lnTo>
                  <a:lnTo>
                    <a:pt x="5519990" y="105066"/>
                  </a:lnTo>
                  <a:lnTo>
                    <a:pt x="5520107" y="105066"/>
                  </a:lnTo>
                  <a:lnTo>
                    <a:pt x="5520225" y="105066"/>
                  </a:lnTo>
                  <a:lnTo>
                    <a:pt x="5520343" y="105066"/>
                  </a:lnTo>
                  <a:lnTo>
                    <a:pt x="5520460" y="105066"/>
                  </a:lnTo>
                  <a:lnTo>
                    <a:pt x="5520578" y="105066"/>
                  </a:lnTo>
                  <a:lnTo>
                    <a:pt x="5520695" y="105066"/>
                  </a:lnTo>
                  <a:lnTo>
                    <a:pt x="5520813" y="105066"/>
                  </a:lnTo>
                  <a:lnTo>
                    <a:pt x="5520931" y="105066"/>
                  </a:lnTo>
                  <a:lnTo>
                    <a:pt x="5521048" y="105066"/>
                  </a:lnTo>
                  <a:lnTo>
                    <a:pt x="5521166" y="105066"/>
                  </a:lnTo>
                  <a:lnTo>
                    <a:pt x="5521284" y="105066"/>
                  </a:lnTo>
                  <a:lnTo>
                    <a:pt x="5521401" y="105066"/>
                  </a:lnTo>
                  <a:lnTo>
                    <a:pt x="5521519" y="105066"/>
                  </a:lnTo>
                  <a:lnTo>
                    <a:pt x="5521636" y="105066"/>
                  </a:lnTo>
                  <a:lnTo>
                    <a:pt x="5521754" y="105066"/>
                  </a:lnTo>
                  <a:lnTo>
                    <a:pt x="5521872" y="105066"/>
                  </a:lnTo>
                  <a:lnTo>
                    <a:pt x="5521989" y="105066"/>
                  </a:lnTo>
                  <a:lnTo>
                    <a:pt x="5522107" y="105066"/>
                  </a:lnTo>
                  <a:lnTo>
                    <a:pt x="5522224" y="105066"/>
                  </a:lnTo>
                  <a:lnTo>
                    <a:pt x="5522224" y="104635"/>
                  </a:lnTo>
                  <a:lnTo>
                    <a:pt x="5522342" y="104635"/>
                  </a:lnTo>
                  <a:lnTo>
                    <a:pt x="5522460" y="104635"/>
                  </a:lnTo>
                  <a:lnTo>
                    <a:pt x="5522577" y="104635"/>
                  </a:lnTo>
                  <a:lnTo>
                    <a:pt x="5522695" y="104635"/>
                  </a:lnTo>
                  <a:lnTo>
                    <a:pt x="5522813" y="104635"/>
                  </a:lnTo>
                  <a:lnTo>
                    <a:pt x="5522930" y="104635"/>
                  </a:lnTo>
                  <a:lnTo>
                    <a:pt x="5523048" y="104635"/>
                  </a:lnTo>
                  <a:lnTo>
                    <a:pt x="5523165" y="104635"/>
                  </a:lnTo>
                  <a:lnTo>
                    <a:pt x="5523283" y="104635"/>
                  </a:lnTo>
                  <a:lnTo>
                    <a:pt x="5523401" y="104635"/>
                  </a:lnTo>
                  <a:lnTo>
                    <a:pt x="5523518" y="104635"/>
                  </a:lnTo>
                  <a:lnTo>
                    <a:pt x="5523636" y="104635"/>
                  </a:lnTo>
                  <a:lnTo>
                    <a:pt x="5523636" y="104205"/>
                  </a:lnTo>
                  <a:lnTo>
                    <a:pt x="5523753" y="104205"/>
                  </a:lnTo>
                  <a:lnTo>
                    <a:pt x="5523871" y="104205"/>
                  </a:lnTo>
                  <a:lnTo>
                    <a:pt x="5523989" y="104205"/>
                  </a:lnTo>
                  <a:lnTo>
                    <a:pt x="5524106" y="104205"/>
                  </a:lnTo>
                  <a:lnTo>
                    <a:pt x="5524224" y="104205"/>
                  </a:lnTo>
                  <a:lnTo>
                    <a:pt x="5524342" y="104205"/>
                  </a:lnTo>
                  <a:lnTo>
                    <a:pt x="5524342" y="103774"/>
                  </a:lnTo>
                  <a:lnTo>
                    <a:pt x="5524459" y="103774"/>
                  </a:lnTo>
                  <a:lnTo>
                    <a:pt x="5524577" y="103774"/>
                  </a:lnTo>
                  <a:lnTo>
                    <a:pt x="5524694" y="103774"/>
                  </a:lnTo>
                  <a:lnTo>
                    <a:pt x="5524812" y="103774"/>
                  </a:lnTo>
                  <a:lnTo>
                    <a:pt x="5524930" y="103774"/>
                  </a:lnTo>
                  <a:lnTo>
                    <a:pt x="5525047" y="103774"/>
                  </a:lnTo>
                  <a:lnTo>
                    <a:pt x="5525165" y="103774"/>
                  </a:lnTo>
                  <a:lnTo>
                    <a:pt x="5525282" y="103774"/>
                  </a:lnTo>
                  <a:lnTo>
                    <a:pt x="5525400" y="103774"/>
                  </a:lnTo>
                  <a:lnTo>
                    <a:pt x="5525518" y="103774"/>
                  </a:lnTo>
                  <a:lnTo>
                    <a:pt x="5525635" y="103774"/>
                  </a:lnTo>
                  <a:lnTo>
                    <a:pt x="5525753" y="103774"/>
                  </a:lnTo>
                  <a:lnTo>
                    <a:pt x="5525871" y="103774"/>
                  </a:lnTo>
                  <a:lnTo>
                    <a:pt x="5525988" y="103774"/>
                  </a:lnTo>
                  <a:lnTo>
                    <a:pt x="5526106" y="103774"/>
                  </a:lnTo>
                  <a:lnTo>
                    <a:pt x="5526223" y="103774"/>
                  </a:lnTo>
                  <a:lnTo>
                    <a:pt x="5526341" y="103774"/>
                  </a:lnTo>
                  <a:lnTo>
                    <a:pt x="5526459" y="103774"/>
                  </a:lnTo>
                  <a:lnTo>
                    <a:pt x="5526576" y="103774"/>
                  </a:lnTo>
                  <a:lnTo>
                    <a:pt x="5526694" y="103774"/>
                  </a:lnTo>
                  <a:lnTo>
                    <a:pt x="5526811" y="103774"/>
                  </a:lnTo>
                  <a:lnTo>
                    <a:pt x="5526929" y="103774"/>
                  </a:lnTo>
                  <a:lnTo>
                    <a:pt x="5526929" y="103344"/>
                  </a:lnTo>
                  <a:lnTo>
                    <a:pt x="5527047" y="103344"/>
                  </a:lnTo>
                  <a:lnTo>
                    <a:pt x="5527164" y="103344"/>
                  </a:lnTo>
                  <a:lnTo>
                    <a:pt x="5527282" y="103344"/>
                  </a:lnTo>
                  <a:lnTo>
                    <a:pt x="5527399" y="103344"/>
                  </a:lnTo>
                  <a:lnTo>
                    <a:pt x="5527517" y="103344"/>
                  </a:lnTo>
                  <a:lnTo>
                    <a:pt x="5527635" y="103344"/>
                  </a:lnTo>
                  <a:lnTo>
                    <a:pt x="5527752" y="103344"/>
                  </a:lnTo>
                  <a:lnTo>
                    <a:pt x="5527870" y="103344"/>
                  </a:lnTo>
                  <a:lnTo>
                    <a:pt x="5527988" y="103344"/>
                  </a:lnTo>
                  <a:lnTo>
                    <a:pt x="5528105" y="103344"/>
                  </a:lnTo>
                  <a:lnTo>
                    <a:pt x="5528223" y="103344"/>
                  </a:lnTo>
                  <a:lnTo>
                    <a:pt x="5528340" y="103344"/>
                  </a:lnTo>
                  <a:lnTo>
                    <a:pt x="5528458" y="103344"/>
                  </a:lnTo>
                  <a:lnTo>
                    <a:pt x="5528576" y="103344"/>
                  </a:lnTo>
                  <a:lnTo>
                    <a:pt x="5528693" y="103344"/>
                  </a:lnTo>
                  <a:lnTo>
                    <a:pt x="5528811" y="103344"/>
                  </a:lnTo>
                  <a:lnTo>
                    <a:pt x="5528928" y="103344"/>
                  </a:lnTo>
                  <a:lnTo>
                    <a:pt x="5529046" y="103344"/>
                  </a:lnTo>
                  <a:lnTo>
                    <a:pt x="5529164" y="103344"/>
                  </a:lnTo>
                  <a:lnTo>
                    <a:pt x="5529281" y="103344"/>
                  </a:lnTo>
                  <a:lnTo>
                    <a:pt x="5529399" y="103344"/>
                  </a:lnTo>
                  <a:lnTo>
                    <a:pt x="5529517" y="103344"/>
                  </a:lnTo>
                  <a:lnTo>
                    <a:pt x="5529634" y="103344"/>
                  </a:lnTo>
                  <a:lnTo>
                    <a:pt x="5529634" y="102913"/>
                  </a:lnTo>
                  <a:lnTo>
                    <a:pt x="5529752" y="102913"/>
                  </a:lnTo>
                  <a:lnTo>
                    <a:pt x="5529869" y="102913"/>
                  </a:lnTo>
                  <a:lnTo>
                    <a:pt x="5529987" y="102913"/>
                  </a:lnTo>
                  <a:lnTo>
                    <a:pt x="5530105" y="102913"/>
                  </a:lnTo>
                  <a:lnTo>
                    <a:pt x="5530222" y="102913"/>
                  </a:lnTo>
                  <a:lnTo>
                    <a:pt x="5530340" y="102913"/>
                  </a:lnTo>
                  <a:lnTo>
                    <a:pt x="5530457" y="102913"/>
                  </a:lnTo>
                  <a:lnTo>
                    <a:pt x="5530575" y="102913"/>
                  </a:lnTo>
                  <a:lnTo>
                    <a:pt x="5530693" y="102913"/>
                  </a:lnTo>
                  <a:lnTo>
                    <a:pt x="5530810" y="102913"/>
                  </a:lnTo>
                  <a:lnTo>
                    <a:pt x="5530928" y="102913"/>
                  </a:lnTo>
                  <a:lnTo>
                    <a:pt x="5531046" y="102913"/>
                  </a:lnTo>
                  <a:lnTo>
                    <a:pt x="5531163" y="102913"/>
                  </a:lnTo>
                  <a:lnTo>
                    <a:pt x="5531281" y="102913"/>
                  </a:lnTo>
                  <a:lnTo>
                    <a:pt x="5531398" y="102913"/>
                  </a:lnTo>
                  <a:lnTo>
                    <a:pt x="5531516" y="102913"/>
                  </a:lnTo>
                  <a:lnTo>
                    <a:pt x="5531634" y="102913"/>
                  </a:lnTo>
                  <a:lnTo>
                    <a:pt x="5531751" y="102913"/>
                  </a:lnTo>
                  <a:lnTo>
                    <a:pt x="5531869" y="102913"/>
                  </a:lnTo>
                  <a:lnTo>
                    <a:pt x="5531986" y="102913"/>
                  </a:lnTo>
                  <a:lnTo>
                    <a:pt x="5532104" y="102913"/>
                  </a:lnTo>
                  <a:lnTo>
                    <a:pt x="5532222" y="102913"/>
                  </a:lnTo>
                  <a:lnTo>
                    <a:pt x="5532339" y="102913"/>
                  </a:lnTo>
                  <a:lnTo>
                    <a:pt x="5532457" y="102913"/>
                  </a:lnTo>
                  <a:lnTo>
                    <a:pt x="5532575" y="102913"/>
                  </a:lnTo>
                  <a:lnTo>
                    <a:pt x="5532692" y="102913"/>
                  </a:lnTo>
                  <a:lnTo>
                    <a:pt x="5532810" y="102913"/>
                  </a:lnTo>
                  <a:lnTo>
                    <a:pt x="5532927" y="102913"/>
                  </a:lnTo>
                  <a:lnTo>
                    <a:pt x="5533045" y="102913"/>
                  </a:lnTo>
                  <a:lnTo>
                    <a:pt x="5533045" y="102482"/>
                  </a:lnTo>
                  <a:lnTo>
                    <a:pt x="5533163" y="102482"/>
                  </a:lnTo>
                  <a:lnTo>
                    <a:pt x="5533280" y="102482"/>
                  </a:lnTo>
                  <a:lnTo>
                    <a:pt x="5533398" y="102482"/>
                  </a:lnTo>
                  <a:lnTo>
                    <a:pt x="5533515" y="102482"/>
                  </a:lnTo>
                  <a:lnTo>
                    <a:pt x="5533633" y="102482"/>
                  </a:lnTo>
                  <a:lnTo>
                    <a:pt x="5533751" y="102482"/>
                  </a:lnTo>
                  <a:lnTo>
                    <a:pt x="5533868" y="102482"/>
                  </a:lnTo>
                  <a:lnTo>
                    <a:pt x="5533986" y="102482"/>
                  </a:lnTo>
                  <a:lnTo>
                    <a:pt x="5534104" y="102482"/>
                  </a:lnTo>
                  <a:lnTo>
                    <a:pt x="5534221" y="102482"/>
                  </a:lnTo>
                  <a:lnTo>
                    <a:pt x="5534339" y="102482"/>
                  </a:lnTo>
                  <a:lnTo>
                    <a:pt x="5534456" y="102482"/>
                  </a:lnTo>
                  <a:lnTo>
                    <a:pt x="5534574" y="102482"/>
                  </a:lnTo>
                  <a:lnTo>
                    <a:pt x="5534692" y="102482"/>
                  </a:lnTo>
                  <a:lnTo>
                    <a:pt x="5534809" y="102482"/>
                  </a:lnTo>
                  <a:lnTo>
                    <a:pt x="5534927" y="102482"/>
                  </a:lnTo>
                  <a:lnTo>
                    <a:pt x="5535044" y="102482"/>
                  </a:lnTo>
                  <a:lnTo>
                    <a:pt x="5535162" y="102482"/>
                  </a:lnTo>
                  <a:lnTo>
                    <a:pt x="5535280" y="102482"/>
                  </a:lnTo>
                  <a:lnTo>
                    <a:pt x="5535397" y="102482"/>
                  </a:lnTo>
                  <a:lnTo>
                    <a:pt x="5535515" y="102482"/>
                  </a:lnTo>
                  <a:lnTo>
                    <a:pt x="5535632" y="102482"/>
                  </a:lnTo>
                  <a:lnTo>
                    <a:pt x="5535750" y="102482"/>
                  </a:lnTo>
                  <a:lnTo>
                    <a:pt x="5535868" y="102482"/>
                  </a:lnTo>
                  <a:lnTo>
                    <a:pt x="5535985" y="102482"/>
                  </a:lnTo>
                  <a:lnTo>
                    <a:pt x="5536103" y="102482"/>
                  </a:lnTo>
                  <a:lnTo>
                    <a:pt x="5536221" y="102482"/>
                  </a:lnTo>
                  <a:lnTo>
                    <a:pt x="5536338" y="102482"/>
                  </a:lnTo>
                  <a:lnTo>
                    <a:pt x="5536456" y="102482"/>
                  </a:lnTo>
                  <a:lnTo>
                    <a:pt x="5536573" y="102482"/>
                  </a:lnTo>
                  <a:lnTo>
                    <a:pt x="5536691" y="102482"/>
                  </a:lnTo>
                  <a:lnTo>
                    <a:pt x="5536809" y="102482"/>
                  </a:lnTo>
                  <a:lnTo>
                    <a:pt x="5536926" y="102482"/>
                  </a:lnTo>
                  <a:lnTo>
                    <a:pt x="5537044" y="102482"/>
                  </a:lnTo>
                  <a:lnTo>
                    <a:pt x="5537161" y="102482"/>
                  </a:lnTo>
                  <a:lnTo>
                    <a:pt x="5537279" y="102482"/>
                  </a:lnTo>
                  <a:lnTo>
                    <a:pt x="5537397" y="102482"/>
                  </a:lnTo>
                  <a:lnTo>
                    <a:pt x="5537397" y="102052"/>
                  </a:lnTo>
                  <a:lnTo>
                    <a:pt x="5537514" y="102052"/>
                  </a:lnTo>
                  <a:lnTo>
                    <a:pt x="5537632" y="102052"/>
                  </a:lnTo>
                  <a:lnTo>
                    <a:pt x="5537750" y="102052"/>
                  </a:lnTo>
                  <a:lnTo>
                    <a:pt x="5537867" y="102052"/>
                  </a:lnTo>
                  <a:lnTo>
                    <a:pt x="5537985" y="102052"/>
                  </a:lnTo>
                  <a:lnTo>
                    <a:pt x="5538102" y="102052"/>
                  </a:lnTo>
                  <a:lnTo>
                    <a:pt x="5538220" y="102052"/>
                  </a:lnTo>
                  <a:lnTo>
                    <a:pt x="5538338" y="102052"/>
                  </a:lnTo>
                  <a:lnTo>
                    <a:pt x="5538455" y="102052"/>
                  </a:lnTo>
                  <a:lnTo>
                    <a:pt x="5538455" y="101621"/>
                  </a:lnTo>
                  <a:lnTo>
                    <a:pt x="5538573" y="101621"/>
                  </a:lnTo>
                  <a:lnTo>
                    <a:pt x="5538690" y="101621"/>
                  </a:lnTo>
                  <a:lnTo>
                    <a:pt x="5538808" y="101621"/>
                  </a:lnTo>
                  <a:lnTo>
                    <a:pt x="5538926" y="101621"/>
                  </a:lnTo>
                  <a:lnTo>
                    <a:pt x="5539043" y="101621"/>
                  </a:lnTo>
                  <a:lnTo>
                    <a:pt x="5539161" y="101621"/>
                  </a:lnTo>
                  <a:lnTo>
                    <a:pt x="5539279" y="101621"/>
                  </a:lnTo>
                  <a:lnTo>
                    <a:pt x="5539396" y="101621"/>
                  </a:lnTo>
                  <a:lnTo>
                    <a:pt x="5539514" y="101621"/>
                  </a:lnTo>
                  <a:lnTo>
                    <a:pt x="5539631" y="101621"/>
                  </a:lnTo>
                  <a:lnTo>
                    <a:pt x="5539749" y="101621"/>
                  </a:lnTo>
                  <a:lnTo>
                    <a:pt x="5539867" y="101621"/>
                  </a:lnTo>
                  <a:lnTo>
                    <a:pt x="5539984" y="101621"/>
                  </a:lnTo>
                  <a:lnTo>
                    <a:pt x="5540102" y="101621"/>
                  </a:lnTo>
                  <a:lnTo>
                    <a:pt x="5540219" y="101621"/>
                  </a:lnTo>
                  <a:lnTo>
                    <a:pt x="5540337" y="101621"/>
                  </a:lnTo>
                  <a:lnTo>
                    <a:pt x="5540455" y="101621"/>
                  </a:lnTo>
                  <a:lnTo>
                    <a:pt x="5540572" y="101621"/>
                  </a:lnTo>
                  <a:lnTo>
                    <a:pt x="5540572" y="101191"/>
                  </a:lnTo>
                  <a:lnTo>
                    <a:pt x="5540690" y="101191"/>
                  </a:lnTo>
                  <a:lnTo>
                    <a:pt x="5540808" y="101191"/>
                  </a:lnTo>
                  <a:lnTo>
                    <a:pt x="5540925" y="101191"/>
                  </a:lnTo>
                  <a:lnTo>
                    <a:pt x="5541043" y="101191"/>
                  </a:lnTo>
                  <a:lnTo>
                    <a:pt x="5541160" y="101191"/>
                  </a:lnTo>
                  <a:lnTo>
                    <a:pt x="5541278" y="101191"/>
                  </a:lnTo>
                  <a:lnTo>
                    <a:pt x="5541396" y="101191"/>
                  </a:lnTo>
                  <a:lnTo>
                    <a:pt x="5541513" y="101191"/>
                  </a:lnTo>
                  <a:lnTo>
                    <a:pt x="5541631" y="101191"/>
                  </a:lnTo>
                  <a:lnTo>
                    <a:pt x="5541748" y="101191"/>
                  </a:lnTo>
                  <a:lnTo>
                    <a:pt x="5541866" y="101191"/>
                  </a:lnTo>
                  <a:lnTo>
                    <a:pt x="5541984" y="101191"/>
                  </a:lnTo>
                  <a:lnTo>
                    <a:pt x="5542101" y="101191"/>
                  </a:lnTo>
                  <a:lnTo>
                    <a:pt x="5542219" y="101191"/>
                  </a:lnTo>
                  <a:lnTo>
                    <a:pt x="5542337" y="101191"/>
                  </a:lnTo>
                  <a:lnTo>
                    <a:pt x="5542454" y="101191"/>
                  </a:lnTo>
                  <a:lnTo>
                    <a:pt x="5542572" y="101191"/>
                  </a:lnTo>
                  <a:lnTo>
                    <a:pt x="5542689" y="101191"/>
                  </a:lnTo>
                  <a:lnTo>
                    <a:pt x="5542807" y="101191"/>
                  </a:lnTo>
                  <a:lnTo>
                    <a:pt x="5542925" y="101191"/>
                  </a:lnTo>
                  <a:lnTo>
                    <a:pt x="5543042" y="101191"/>
                  </a:lnTo>
                  <a:lnTo>
                    <a:pt x="5543160" y="101191"/>
                  </a:lnTo>
                  <a:lnTo>
                    <a:pt x="5543277" y="101191"/>
                  </a:lnTo>
                  <a:lnTo>
                    <a:pt x="5543395" y="101191"/>
                  </a:lnTo>
                  <a:lnTo>
                    <a:pt x="5543513" y="101191"/>
                  </a:lnTo>
                  <a:lnTo>
                    <a:pt x="5543630" y="101191"/>
                  </a:lnTo>
                  <a:lnTo>
                    <a:pt x="5543630" y="100760"/>
                  </a:lnTo>
                  <a:lnTo>
                    <a:pt x="5543748" y="100760"/>
                  </a:lnTo>
                  <a:lnTo>
                    <a:pt x="5543865" y="100760"/>
                  </a:lnTo>
                  <a:lnTo>
                    <a:pt x="5543983" y="100760"/>
                  </a:lnTo>
                  <a:lnTo>
                    <a:pt x="5544101" y="100760"/>
                  </a:lnTo>
                  <a:lnTo>
                    <a:pt x="5544218" y="100760"/>
                  </a:lnTo>
                  <a:lnTo>
                    <a:pt x="5544336" y="100760"/>
                  </a:lnTo>
                  <a:lnTo>
                    <a:pt x="5544454" y="100760"/>
                  </a:lnTo>
                  <a:lnTo>
                    <a:pt x="5544454" y="100329"/>
                  </a:lnTo>
                  <a:lnTo>
                    <a:pt x="5544454" y="99899"/>
                  </a:lnTo>
                  <a:lnTo>
                    <a:pt x="5544571" y="99899"/>
                  </a:lnTo>
                  <a:lnTo>
                    <a:pt x="5544689" y="99899"/>
                  </a:lnTo>
                  <a:lnTo>
                    <a:pt x="5544806" y="99899"/>
                  </a:lnTo>
                  <a:lnTo>
                    <a:pt x="5544924" y="99899"/>
                  </a:lnTo>
                  <a:lnTo>
                    <a:pt x="5545042" y="99899"/>
                  </a:lnTo>
                  <a:lnTo>
                    <a:pt x="5545159" y="99899"/>
                  </a:lnTo>
                  <a:lnTo>
                    <a:pt x="5545277" y="99899"/>
                  </a:lnTo>
                  <a:lnTo>
                    <a:pt x="5545394" y="99899"/>
                  </a:lnTo>
                  <a:lnTo>
                    <a:pt x="5545512" y="99899"/>
                  </a:lnTo>
                  <a:lnTo>
                    <a:pt x="5545630" y="99899"/>
                  </a:lnTo>
                  <a:lnTo>
                    <a:pt x="5545747" y="99899"/>
                  </a:lnTo>
                  <a:lnTo>
                    <a:pt x="5545865" y="99899"/>
                  </a:lnTo>
                  <a:lnTo>
                    <a:pt x="5545983" y="99899"/>
                  </a:lnTo>
                  <a:lnTo>
                    <a:pt x="5546100" y="99899"/>
                  </a:lnTo>
                  <a:lnTo>
                    <a:pt x="5546218" y="99899"/>
                  </a:lnTo>
                  <a:lnTo>
                    <a:pt x="5546335" y="99899"/>
                  </a:lnTo>
                  <a:lnTo>
                    <a:pt x="5546453" y="99899"/>
                  </a:lnTo>
                  <a:lnTo>
                    <a:pt x="5546571" y="99899"/>
                  </a:lnTo>
                  <a:lnTo>
                    <a:pt x="5546688" y="99899"/>
                  </a:lnTo>
                  <a:lnTo>
                    <a:pt x="5546806" y="99899"/>
                  </a:lnTo>
                  <a:lnTo>
                    <a:pt x="5546923" y="99899"/>
                  </a:lnTo>
                  <a:lnTo>
                    <a:pt x="5547041" y="99899"/>
                  </a:lnTo>
                  <a:lnTo>
                    <a:pt x="5547159" y="99899"/>
                  </a:lnTo>
                  <a:lnTo>
                    <a:pt x="5547159" y="99468"/>
                  </a:lnTo>
                  <a:lnTo>
                    <a:pt x="5547276" y="99468"/>
                  </a:lnTo>
                  <a:lnTo>
                    <a:pt x="5547394" y="99468"/>
                  </a:lnTo>
                  <a:lnTo>
                    <a:pt x="5547512" y="99468"/>
                  </a:lnTo>
                  <a:lnTo>
                    <a:pt x="5547629" y="99468"/>
                  </a:lnTo>
                  <a:lnTo>
                    <a:pt x="5547747" y="99468"/>
                  </a:lnTo>
                  <a:lnTo>
                    <a:pt x="5547864" y="99468"/>
                  </a:lnTo>
                  <a:lnTo>
                    <a:pt x="5547982" y="99468"/>
                  </a:lnTo>
                  <a:lnTo>
                    <a:pt x="5547982" y="99038"/>
                  </a:lnTo>
                  <a:lnTo>
                    <a:pt x="5548100" y="99038"/>
                  </a:lnTo>
                  <a:lnTo>
                    <a:pt x="5548217" y="99038"/>
                  </a:lnTo>
                  <a:lnTo>
                    <a:pt x="5548335" y="99038"/>
                  </a:lnTo>
                  <a:lnTo>
                    <a:pt x="5548452" y="99038"/>
                  </a:lnTo>
                  <a:lnTo>
                    <a:pt x="5548570" y="99038"/>
                  </a:lnTo>
                  <a:lnTo>
                    <a:pt x="5548688" y="99038"/>
                  </a:lnTo>
                  <a:lnTo>
                    <a:pt x="5548805" y="99038"/>
                  </a:lnTo>
                  <a:lnTo>
                    <a:pt x="5548923" y="99038"/>
                  </a:lnTo>
                  <a:lnTo>
                    <a:pt x="5548923" y="98607"/>
                  </a:lnTo>
                  <a:lnTo>
                    <a:pt x="5549041" y="98607"/>
                  </a:lnTo>
                  <a:lnTo>
                    <a:pt x="5549158" y="98607"/>
                  </a:lnTo>
                  <a:lnTo>
                    <a:pt x="5549276" y="98607"/>
                  </a:lnTo>
                  <a:lnTo>
                    <a:pt x="5549393" y="98607"/>
                  </a:lnTo>
                  <a:lnTo>
                    <a:pt x="5549393" y="98176"/>
                  </a:lnTo>
                  <a:lnTo>
                    <a:pt x="5549511" y="98176"/>
                  </a:lnTo>
                  <a:lnTo>
                    <a:pt x="5549511" y="97746"/>
                  </a:lnTo>
                  <a:lnTo>
                    <a:pt x="5549629" y="97746"/>
                  </a:lnTo>
                  <a:lnTo>
                    <a:pt x="5549746" y="97746"/>
                  </a:lnTo>
                  <a:lnTo>
                    <a:pt x="5549864" y="97746"/>
                  </a:lnTo>
                  <a:lnTo>
                    <a:pt x="5549981" y="97746"/>
                  </a:lnTo>
                  <a:lnTo>
                    <a:pt x="5550099" y="97746"/>
                  </a:lnTo>
                  <a:lnTo>
                    <a:pt x="5550217" y="97746"/>
                  </a:lnTo>
                  <a:lnTo>
                    <a:pt x="5550334" y="97746"/>
                  </a:lnTo>
                  <a:lnTo>
                    <a:pt x="5550452" y="97746"/>
                  </a:lnTo>
                  <a:lnTo>
                    <a:pt x="5550570" y="97746"/>
                  </a:lnTo>
                  <a:lnTo>
                    <a:pt x="5550687" y="97746"/>
                  </a:lnTo>
                  <a:lnTo>
                    <a:pt x="5550805" y="97746"/>
                  </a:lnTo>
                  <a:lnTo>
                    <a:pt x="5550922" y="97746"/>
                  </a:lnTo>
                  <a:lnTo>
                    <a:pt x="5551040" y="97746"/>
                  </a:lnTo>
                  <a:lnTo>
                    <a:pt x="5551158" y="97746"/>
                  </a:lnTo>
                  <a:lnTo>
                    <a:pt x="5551275" y="97746"/>
                  </a:lnTo>
                  <a:lnTo>
                    <a:pt x="5551393" y="97746"/>
                  </a:lnTo>
                  <a:lnTo>
                    <a:pt x="5551510" y="97746"/>
                  </a:lnTo>
                  <a:lnTo>
                    <a:pt x="5551628" y="97746"/>
                  </a:lnTo>
                  <a:lnTo>
                    <a:pt x="5551746" y="97746"/>
                  </a:lnTo>
                  <a:lnTo>
                    <a:pt x="5551863" y="97746"/>
                  </a:lnTo>
                  <a:lnTo>
                    <a:pt x="5551981" y="97746"/>
                  </a:lnTo>
                  <a:lnTo>
                    <a:pt x="5552098" y="97746"/>
                  </a:lnTo>
                  <a:lnTo>
                    <a:pt x="5552216" y="97746"/>
                  </a:lnTo>
                  <a:lnTo>
                    <a:pt x="5552334" y="97746"/>
                  </a:lnTo>
                  <a:lnTo>
                    <a:pt x="5552451" y="97746"/>
                  </a:lnTo>
                  <a:lnTo>
                    <a:pt x="5552569" y="97746"/>
                  </a:lnTo>
                  <a:lnTo>
                    <a:pt x="5552687" y="97746"/>
                  </a:lnTo>
                  <a:lnTo>
                    <a:pt x="5552804" y="97746"/>
                  </a:lnTo>
                  <a:lnTo>
                    <a:pt x="5552922" y="97746"/>
                  </a:lnTo>
                  <a:lnTo>
                    <a:pt x="5553039" y="97746"/>
                  </a:lnTo>
                  <a:lnTo>
                    <a:pt x="5553157" y="97746"/>
                  </a:lnTo>
                  <a:lnTo>
                    <a:pt x="5553275" y="97746"/>
                  </a:lnTo>
                  <a:lnTo>
                    <a:pt x="5553392" y="97746"/>
                  </a:lnTo>
                  <a:lnTo>
                    <a:pt x="5553510" y="97746"/>
                  </a:lnTo>
                  <a:lnTo>
                    <a:pt x="5553627" y="97746"/>
                  </a:lnTo>
                  <a:lnTo>
                    <a:pt x="5553627" y="97315"/>
                  </a:lnTo>
                  <a:lnTo>
                    <a:pt x="5553745" y="97315"/>
                  </a:lnTo>
                  <a:lnTo>
                    <a:pt x="5553863" y="97315"/>
                  </a:lnTo>
                  <a:lnTo>
                    <a:pt x="5553980" y="97315"/>
                  </a:lnTo>
                  <a:lnTo>
                    <a:pt x="5554098" y="97315"/>
                  </a:lnTo>
                  <a:lnTo>
                    <a:pt x="5554216" y="97315"/>
                  </a:lnTo>
                  <a:lnTo>
                    <a:pt x="5554333" y="97315"/>
                  </a:lnTo>
                  <a:lnTo>
                    <a:pt x="5554451" y="97315"/>
                  </a:lnTo>
                  <a:lnTo>
                    <a:pt x="5554568" y="97315"/>
                  </a:lnTo>
                  <a:lnTo>
                    <a:pt x="5554686" y="97315"/>
                  </a:lnTo>
                  <a:lnTo>
                    <a:pt x="5554804" y="97315"/>
                  </a:lnTo>
                  <a:lnTo>
                    <a:pt x="5554921" y="97315"/>
                  </a:lnTo>
                  <a:lnTo>
                    <a:pt x="5555039" y="97315"/>
                  </a:lnTo>
                  <a:lnTo>
                    <a:pt x="5555156" y="97315"/>
                  </a:lnTo>
                  <a:lnTo>
                    <a:pt x="5555156" y="96885"/>
                  </a:lnTo>
                  <a:lnTo>
                    <a:pt x="5555274" y="96885"/>
                  </a:lnTo>
                  <a:lnTo>
                    <a:pt x="5555392" y="96885"/>
                  </a:lnTo>
                  <a:lnTo>
                    <a:pt x="5555509" y="96885"/>
                  </a:lnTo>
                  <a:lnTo>
                    <a:pt x="5555627" y="96885"/>
                  </a:lnTo>
                  <a:lnTo>
                    <a:pt x="5555745" y="96885"/>
                  </a:lnTo>
                  <a:lnTo>
                    <a:pt x="5555862" y="96885"/>
                  </a:lnTo>
                  <a:lnTo>
                    <a:pt x="5555980" y="96885"/>
                  </a:lnTo>
                  <a:lnTo>
                    <a:pt x="5556097" y="96885"/>
                  </a:lnTo>
                  <a:lnTo>
                    <a:pt x="5556215" y="96885"/>
                  </a:lnTo>
                  <a:lnTo>
                    <a:pt x="5556333" y="96885"/>
                  </a:lnTo>
                  <a:lnTo>
                    <a:pt x="5556450" y="96885"/>
                  </a:lnTo>
                  <a:lnTo>
                    <a:pt x="5556568" y="96885"/>
                  </a:lnTo>
                  <a:lnTo>
                    <a:pt x="5556685" y="96885"/>
                  </a:lnTo>
                  <a:lnTo>
                    <a:pt x="5556803" y="96885"/>
                  </a:lnTo>
                  <a:lnTo>
                    <a:pt x="5556921" y="96885"/>
                  </a:lnTo>
                  <a:lnTo>
                    <a:pt x="5557038" y="96885"/>
                  </a:lnTo>
                  <a:lnTo>
                    <a:pt x="5557156" y="96885"/>
                  </a:lnTo>
                  <a:lnTo>
                    <a:pt x="5557274" y="96885"/>
                  </a:lnTo>
                  <a:lnTo>
                    <a:pt x="5557391" y="96885"/>
                  </a:lnTo>
                  <a:lnTo>
                    <a:pt x="5557509" y="96885"/>
                  </a:lnTo>
                  <a:lnTo>
                    <a:pt x="5557626" y="96885"/>
                  </a:lnTo>
                  <a:lnTo>
                    <a:pt x="5557744" y="96885"/>
                  </a:lnTo>
                  <a:lnTo>
                    <a:pt x="5557862" y="96885"/>
                  </a:lnTo>
                  <a:lnTo>
                    <a:pt x="5557979" y="96885"/>
                  </a:lnTo>
                  <a:lnTo>
                    <a:pt x="5558097" y="96885"/>
                  </a:lnTo>
                  <a:lnTo>
                    <a:pt x="5558214" y="96885"/>
                  </a:lnTo>
                  <a:lnTo>
                    <a:pt x="5558332" y="96885"/>
                  </a:lnTo>
                  <a:lnTo>
                    <a:pt x="5558450" y="96885"/>
                  </a:lnTo>
                  <a:lnTo>
                    <a:pt x="5558567" y="96885"/>
                  </a:lnTo>
                  <a:lnTo>
                    <a:pt x="5558567" y="96454"/>
                  </a:lnTo>
                  <a:lnTo>
                    <a:pt x="5558685" y="96454"/>
                  </a:lnTo>
                  <a:lnTo>
                    <a:pt x="5558803" y="96454"/>
                  </a:lnTo>
                  <a:lnTo>
                    <a:pt x="5558920" y="96454"/>
                  </a:lnTo>
                  <a:lnTo>
                    <a:pt x="5559038" y="96454"/>
                  </a:lnTo>
                  <a:lnTo>
                    <a:pt x="5559155" y="96454"/>
                  </a:lnTo>
                  <a:lnTo>
                    <a:pt x="5559273" y="96454"/>
                  </a:lnTo>
                  <a:lnTo>
                    <a:pt x="5559391" y="96454"/>
                  </a:lnTo>
                  <a:lnTo>
                    <a:pt x="5559508" y="96454"/>
                  </a:lnTo>
                  <a:lnTo>
                    <a:pt x="5559626" y="96454"/>
                  </a:lnTo>
                  <a:lnTo>
                    <a:pt x="5559743" y="96454"/>
                  </a:lnTo>
                  <a:lnTo>
                    <a:pt x="5559861" y="96454"/>
                  </a:lnTo>
                  <a:lnTo>
                    <a:pt x="5559979" y="96454"/>
                  </a:lnTo>
                  <a:lnTo>
                    <a:pt x="5560096" y="96454"/>
                  </a:lnTo>
                  <a:lnTo>
                    <a:pt x="5560214" y="96454"/>
                  </a:lnTo>
                  <a:lnTo>
                    <a:pt x="5560331" y="96454"/>
                  </a:lnTo>
                  <a:lnTo>
                    <a:pt x="5560449" y="96454"/>
                  </a:lnTo>
                  <a:lnTo>
                    <a:pt x="5560567" y="96454"/>
                  </a:lnTo>
                  <a:lnTo>
                    <a:pt x="5560684" y="96454"/>
                  </a:lnTo>
                  <a:lnTo>
                    <a:pt x="5560802" y="96454"/>
                  </a:lnTo>
                  <a:lnTo>
                    <a:pt x="5560920" y="96454"/>
                  </a:lnTo>
                  <a:lnTo>
                    <a:pt x="5561037" y="96454"/>
                  </a:lnTo>
                  <a:lnTo>
                    <a:pt x="5561155" y="96454"/>
                  </a:lnTo>
                  <a:lnTo>
                    <a:pt x="5561272" y="96454"/>
                  </a:lnTo>
                  <a:lnTo>
                    <a:pt x="5561390" y="96454"/>
                  </a:lnTo>
                  <a:lnTo>
                    <a:pt x="5561508" y="96454"/>
                  </a:lnTo>
                  <a:lnTo>
                    <a:pt x="5561625" y="96454"/>
                  </a:lnTo>
                  <a:lnTo>
                    <a:pt x="5561743" y="96454"/>
                  </a:lnTo>
                  <a:lnTo>
                    <a:pt x="5561860" y="96454"/>
                  </a:lnTo>
                  <a:lnTo>
                    <a:pt x="5561860" y="96023"/>
                  </a:lnTo>
                  <a:lnTo>
                    <a:pt x="5561978" y="96023"/>
                  </a:lnTo>
                  <a:lnTo>
                    <a:pt x="5562096" y="96023"/>
                  </a:lnTo>
                  <a:lnTo>
                    <a:pt x="5562213" y="96023"/>
                  </a:lnTo>
                  <a:lnTo>
                    <a:pt x="5562331" y="96023"/>
                  </a:lnTo>
                  <a:lnTo>
                    <a:pt x="5562449" y="96023"/>
                  </a:lnTo>
                  <a:lnTo>
                    <a:pt x="5562566" y="96023"/>
                  </a:lnTo>
                  <a:lnTo>
                    <a:pt x="5562566" y="95593"/>
                  </a:lnTo>
                  <a:lnTo>
                    <a:pt x="5562684" y="95593"/>
                  </a:lnTo>
                  <a:lnTo>
                    <a:pt x="5562684" y="95162"/>
                  </a:lnTo>
                  <a:lnTo>
                    <a:pt x="5562801" y="95162"/>
                  </a:lnTo>
                  <a:lnTo>
                    <a:pt x="5562919" y="95162"/>
                  </a:lnTo>
                  <a:lnTo>
                    <a:pt x="5563037" y="95162"/>
                  </a:lnTo>
                  <a:lnTo>
                    <a:pt x="5563154" y="95162"/>
                  </a:lnTo>
                  <a:lnTo>
                    <a:pt x="5563272" y="95162"/>
                  </a:lnTo>
                  <a:lnTo>
                    <a:pt x="5563389" y="95162"/>
                  </a:lnTo>
                  <a:lnTo>
                    <a:pt x="5563507" y="95162"/>
                  </a:lnTo>
                  <a:lnTo>
                    <a:pt x="5563625" y="95162"/>
                  </a:lnTo>
                  <a:lnTo>
                    <a:pt x="5563742" y="95162"/>
                  </a:lnTo>
                  <a:lnTo>
                    <a:pt x="5563860" y="95162"/>
                  </a:lnTo>
                  <a:lnTo>
                    <a:pt x="5563978" y="95162"/>
                  </a:lnTo>
                  <a:lnTo>
                    <a:pt x="5564095" y="95162"/>
                  </a:lnTo>
                  <a:lnTo>
                    <a:pt x="5564213" y="95162"/>
                  </a:lnTo>
                  <a:lnTo>
                    <a:pt x="5564330" y="95162"/>
                  </a:lnTo>
                  <a:lnTo>
                    <a:pt x="5564448" y="95162"/>
                  </a:lnTo>
                  <a:lnTo>
                    <a:pt x="5564566" y="95162"/>
                  </a:lnTo>
                  <a:lnTo>
                    <a:pt x="5564683" y="95162"/>
                  </a:lnTo>
                  <a:lnTo>
                    <a:pt x="5564801" y="95162"/>
                  </a:lnTo>
                  <a:lnTo>
                    <a:pt x="5564918" y="95162"/>
                  </a:lnTo>
                  <a:lnTo>
                    <a:pt x="5565036" y="95162"/>
                  </a:lnTo>
                  <a:lnTo>
                    <a:pt x="5565154" y="95162"/>
                  </a:lnTo>
                  <a:lnTo>
                    <a:pt x="5565271" y="95162"/>
                  </a:lnTo>
                  <a:lnTo>
                    <a:pt x="5565389" y="95162"/>
                  </a:lnTo>
                  <a:lnTo>
                    <a:pt x="5565507" y="95162"/>
                  </a:lnTo>
                  <a:lnTo>
                    <a:pt x="5565624" y="95162"/>
                  </a:lnTo>
                  <a:lnTo>
                    <a:pt x="5565742" y="95162"/>
                  </a:lnTo>
                  <a:lnTo>
                    <a:pt x="5565859" y="95162"/>
                  </a:lnTo>
                  <a:lnTo>
                    <a:pt x="5565977" y="95162"/>
                  </a:lnTo>
                  <a:lnTo>
                    <a:pt x="5566095" y="95162"/>
                  </a:lnTo>
                  <a:lnTo>
                    <a:pt x="5566212" y="95162"/>
                  </a:lnTo>
                  <a:lnTo>
                    <a:pt x="5566330" y="95162"/>
                  </a:lnTo>
                  <a:lnTo>
                    <a:pt x="5566447" y="95162"/>
                  </a:lnTo>
                  <a:lnTo>
                    <a:pt x="5566565" y="95162"/>
                  </a:lnTo>
                  <a:lnTo>
                    <a:pt x="5566683" y="95162"/>
                  </a:lnTo>
                  <a:lnTo>
                    <a:pt x="5566800" y="95162"/>
                  </a:lnTo>
                  <a:lnTo>
                    <a:pt x="5566918" y="95162"/>
                  </a:lnTo>
                  <a:lnTo>
                    <a:pt x="5567036" y="95162"/>
                  </a:lnTo>
                  <a:lnTo>
                    <a:pt x="5567153" y="95162"/>
                  </a:lnTo>
                  <a:lnTo>
                    <a:pt x="5567271" y="95162"/>
                  </a:lnTo>
                  <a:lnTo>
                    <a:pt x="5567388" y="95162"/>
                  </a:lnTo>
                  <a:lnTo>
                    <a:pt x="5567506" y="95162"/>
                  </a:lnTo>
                  <a:lnTo>
                    <a:pt x="5567624" y="95162"/>
                  </a:lnTo>
                  <a:lnTo>
                    <a:pt x="5567741" y="95162"/>
                  </a:lnTo>
                  <a:lnTo>
                    <a:pt x="5567859" y="95162"/>
                  </a:lnTo>
                  <a:lnTo>
                    <a:pt x="5567976" y="95162"/>
                  </a:lnTo>
                  <a:lnTo>
                    <a:pt x="5568094" y="95162"/>
                  </a:lnTo>
                  <a:lnTo>
                    <a:pt x="5568212" y="95162"/>
                  </a:lnTo>
                  <a:lnTo>
                    <a:pt x="5568329" y="95162"/>
                  </a:lnTo>
                  <a:lnTo>
                    <a:pt x="5568447" y="95162"/>
                  </a:lnTo>
                  <a:lnTo>
                    <a:pt x="5568564" y="95162"/>
                  </a:lnTo>
                  <a:lnTo>
                    <a:pt x="5568682" y="95162"/>
                  </a:lnTo>
                  <a:lnTo>
                    <a:pt x="5568800" y="95162"/>
                  </a:lnTo>
                  <a:lnTo>
                    <a:pt x="5568917" y="95162"/>
                  </a:lnTo>
                  <a:lnTo>
                    <a:pt x="5568917" y="94732"/>
                  </a:lnTo>
                  <a:lnTo>
                    <a:pt x="5569035" y="94732"/>
                  </a:lnTo>
                  <a:lnTo>
                    <a:pt x="5569153" y="94732"/>
                  </a:lnTo>
                  <a:lnTo>
                    <a:pt x="5569270" y="94732"/>
                  </a:lnTo>
                  <a:lnTo>
                    <a:pt x="5569388" y="94732"/>
                  </a:lnTo>
                  <a:lnTo>
                    <a:pt x="5569505" y="94732"/>
                  </a:lnTo>
                  <a:lnTo>
                    <a:pt x="5569623" y="94732"/>
                  </a:lnTo>
                  <a:lnTo>
                    <a:pt x="5569741" y="94732"/>
                  </a:lnTo>
                  <a:lnTo>
                    <a:pt x="5569858" y="94732"/>
                  </a:lnTo>
                  <a:lnTo>
                    <a:pt x="5569976" y="94732"/>
                  </a:lnTo>
                  <a:lnTo>
                    <a:pt x="5570093" y="94732"/>
                  </a:lnTo>
                  <a:lnTo>
                    <a:pt x="5570211" y="94732"/>
                  </a:lnTo>
                  <a:lnTo>
                    <a:pt x="5570329" y="94732"/>
                  </a:lnTo>
                  <a:lnTo>
                    <a:pt x="5570446" y="94732"/>
                  </a:lnTo>
                  <a:lnTo>
                    <a:pt x="5570564" y="94732"/>
                  </a:lnTo>
                  <a:lnTo>
                    <a:pt x="5570682" y="94732"/>
                  </a:lnTo>
                  <a:lnTo>
                    <a:pt x="5570799" y="94732"/>
                  </a:lnTo>
                  <a:lnTo>
                    <a:pt x="5570917" y="94732"/>
                  </a:lnTo>
                  <a:lnTo>
                    <a:pt x="5571034" y="94732"/>
                  </a:lnTo>
                  <a:lnTo>
                    <a:pt x="5571152" y="94732"/>
                  </a:lnTo>
                  <a:lnTo>
                    <a:pt x="5571270" y="94732"/>
                  </a:lnTo>
                  <a:lnTo>
                    <a:pt x="5571387" y="94732"/>
                  </a:lnTo>
                  <a:lnTo>
                    <a:pt x="5571505" y="94732"/>
                  </a:lnTo>
                  <a:lnTo>
                    <a:pt x="5571622" y="94732"/>
                  </a:lnTo>
                  <a:lnTo>
                    <a:pt x="5571740" y="94732"/>
                  </a:lnTo>
                  <a:lnTo>
                    <a:pt x="5571858" y="94732"/>
                  </a:lnTo>
                  <a:lnTo>
                    <a:pt x="5571975" y="94732"/>
                  </a:lnTo>
                  <a:lnTo>
                    <a:pt x="5572093" y="94732"/>
                  </a:lnTo>
                  <a:lnTo>
                    <a:pt x="5572211" y="94732"/>
                  </a:lnTo>
                  <a:lnTo>
                    <a:pt x="5572211" y="94301"/>
                  </a:lnTo>
                  <a:lnTo>
                    <a:pt x="5572211" y="93870"/>
                  </a:lnTo>
                  <a:lnTo>
                    <a:pt x="5572328" y="93870"/>
                  </a:lnTo>
                  <a:lnTo>
                    <a:pt x="5572446" y="93870"/>
                  </a:lnTo>
                  <a:lnTo>
                    <a:pt x="5572563" y="93870"/>
                  </a:lnTo>
                  <a:lnTo>
                    <a:pt x="5572681" y="93870"/>
                  </a:lnTo>
                  <a:lnTo>
                    <a:pt x="5572799" y="93870"/>
                  </a:lnTo>
                  <a:lnTo>
                    <a:pt x="5572916" y="93870"/>
                  </a:lnTo>
                  <a:lnTo>
                    <a:pt x="5573034" y="93870"/>
                  </a:lnTo>
                  <a:lnTo>
                    <a:pt x="5573151" y="93870"/>
                  </a:lnTo>
                  <a:lnTo>
                    <a:pt x="5573269" y="93870"/>
                  </a:lnTo>
                  <a:lnTo>
                    <a:pt x="5573387" y="93870"/>
                  </a:lnTo>
                  <a:lnTo>
                    <a:pt x="5573504" y="93870"/>
                  </a:lnTo>
                  <a:lnTo>
                    <a:pt x="5573622" y="93870"/>
                  </a:lnTo>
                  <a:lnTo>
                    <a:pt x="5573740" y="93870"/>
                  </a:lnTo>
                  <a:lnTo>
                    <a:pt x="5573857" y="93870"/>
                  </a:lnTo>
                  <a:lnTo>
                    <a:pt x="5573975" y="93870"/>
                  </a:lnTo>
                  <a:lnTo>
                    <a:pt x="5574092" y="93870"/>
                  </a:lnTo>
                  <a:lnTo>
                    <a:pt x="5574210" y="93870"/>
                  </a:lnTo>
                  <a:lnTo>
                    <a:pt x="5574328" y="93870"/>
                  </a:lnTo>
                  <a:lnTo>
                    <a:pt x="5574445" y="93870"/>
                  </a:lnTo>
                  <a:lnTo>
                    <a:pt x="5574563" y="93870"/>
                  </a:lnTo>
                  <a:lnTo>
                    <a:pt x="5574680" y="93870"/>
                  </a:lnTo>
                  <a:lnTo>
                    <a:pt x="5574798" y="93870"/>
                  </a:lnTo>
                  <a:lnTo>
                    <a:pt x="5574916" y="93870"/>
                  </a:lnTo>
                  <a:lnTo>
                    <a:pt x="5575033" y="93870"/>
                  </a:lnTo>
                  <a:lnTo>
                    <a:pt x="5575151" y="93870"/>
                  </a:lnTo>
                  <a:lnTo>
                    <a:pt x="5575151" y="93440"/>
                  </a:lnTo>
                  <a:lnTo>
                    <a:pt x="5575268" y="93440"/>
                  </a:lnTo>
                  <a:lnTo>
                    <a:pt x="5575386" y="93440"/>
                  </a:lnTo>
                  <a:lnTo>
                    <a:pt x="5575386" y="93009"/>
                  </a:lnTo>
                  <a:lnTo>
                    <a:pt x="5575386" y="92579"/>
                  </a:lnTo>
                  <a:lnTo>
                    <a:pt x="5575504" y="92579"/>
                  </a:lnTo>
                  <a:lnTo>
                    <a:pt x="5575621" y="92579"/>
                  </a:lnTo>
                  <a:lnTo>
                    <a:pt x="5575739" y="92579"/>
                  </a:lnTo>
                  <a:lnTo>
                    <a:pt x="5575857" y="92579"/>
                  </a:lnTo>
                  <a:lnTo>
                    <a:pt x="5575974" y="92579"/>
                  </a:lnTo>
                  <a:lnTo>
                    <a:pt x="5576092" y="92579"/>
                  </a:lnTo>
                  <a:lnTo>
                    <a:pt x="5576209" y="92579"/>
                  </a:lnTo>
                  <a:lnTo>
                    <a:pt x="5576327" y="92579"/>
                  </a:lnTo>
                  <a:lnTo>
                    <a:pt x="5576445" y="92579"/>
                  </a:lnTo>
                  <a:lnTo>
                    <a:pt x="5576562" y="92579"/>
                  </a:lnTo>
                  <a:lnTo>
                    <a:pt x="5576680" y="92579"/>
                  </a:lnTo>
                  <a:lnTo>
                    <a:pt x="5576797" y="92579"/>
                  </a:lnTo>
                  <a:lnTo>
                    <a:pt x="5576915" y="92579"/>
                  </a:lnTo>
                  <a:lnTo>
                    <a:pt x="5577033" y="92579"/>
                  </a:lnTo>
                  <a:lnTo>
                    <a:pt x="5577150" y="92579"/>
                  </a:lnTo>
                  <a:lnTo>
                    <a:pt x="5577268" y="92579"/>
                  </a:lnTo>
                  <a:lnTo>
                    <a:pt x="5577386" y="92579"/>
                  </a:lnTo>
                  <a:lnTo>
                    <a:pt x="5577503" y="92579"/>
                  </a:lnTo>
                  <a:lnTo>
                    <a:pt x="5577621" y="92579"/>
                  </a:lnTo>
                  <a:lnTo>
                    <a:pt x="5577738" y="92579"/>
                  </a:lnTo>
                  <a:lnTo>
                    <a:pt x="5577856" y="92579"/>
                  </a:lnTo>
                  <a:lnTo>
                    <a:pt x="5577974" y="92579"/>
                  </a:lnTo>
                  <a:lnTo>
                    <a:pt x="5578091" y="92579"/>
                  </a:lnTo>
                  <a:lnTo>
                    <a:pt x="5578209" y="92579"/>
                  </a:lnTo>
                  <a:lnTo>
                    <a:pt x="5578326" y="92579"/>
                  </a:lnTo>
                  <a:lnTo>
                    <a:pt x="5578444" y="92579"/>
                  </a:lnTo>
                  <a:lnTo>
                    <a:pt x="5578562" y="92579"/>
                  </a:lnTo>
                  <a:lnTo>
                    <a:pt x="5578679" y="92579"/>
                  </a:lnTo>
                  <a:lnTo>
                    <a:pt x="5578797" y="92579"/>
                  </a:lnTo>
                  <a:lnTo>
                    <a:pt x="5578915" y="92579"/>
                  </a:lnTo>
                  <a:lnTo>
                    <a:pt x="5579032" y="92579"/>
                  </a:lnTo>
                  <a:lnTo>
                    <a:pt x="5579150" y="92579"/>
                  </a:lnTo>
                  <a:lnTo>
                    <a:pt x="5579267" y="92579"/>
                  </a:lnTo>
                  <a:lnTo>
                    <a:pt x="5579385" y="92579"/>
                  </a:lnTo>
                  <a:lnTo>
                    <a:pt x="5579503" y="92579"/>
                  </a:lnTo>
                  <a:lnTo>
                    <a:pt x="5579620" y="92579"/>
                  </a:lnTo>
                  <a:lnTo>
                    <a:pt x="5579738" y="92579"/>
                  </a:lnTo>
                  <a:lnTo>
                    <a:pt x="5579855" y="92579"/>
                  </a:lnTo>
                  <a:lnTo>
                    <a:pt x="5579973" y="92579"/>
                  </a:lnTo>
                  <a:lnTo>
                    <a:pt x="5580091" y="92579"/>
                  </a:lnTo>
                  <a:lnTo>
                    <a:pt x="5580208" y="92579"/>
                  </a:lnTo>
                  <a:lnTo>
                    <a:pt x="5580326" y="92579"/>
                  </a:lnTo>
                  <a:lnTo>
                    <a:pt x="5580444" y="92579"/>
                  </a:lnTo>
                  <a:lnTo>
                    <a:pt x="5580561" y="92579"/>
                  </a:lnTo>
                  <a:lnTo>
                    <a:pt x="5580679" y="92579"/>
                  </a:lnTo>
                  <a:lnTo>
                    <a:pt x="5580796" y="92579"/>
                  </a:lnTo>
                  <a:lnTo>
                    <a:pt x="5580914" y="92579"/>
                  </a:lnTo>
                  <a:lnTo>
                    <a:pt x="5581032" y="92579"/>
                  </a:lnTo>
                  <a:lnTo>
                    <a:pt x="5581149" y="92579"/>
                  </a:lnTo>
                  <a:lnTo>
                    <a:pt x="5581267" y="92579"/>
                  </a:lnTo>
                  <a:lnTo>
                    <a:pt x="5581384" y="92579"/>
                  </a:lnTo>
                  <a:lnTo>
                    <a:pt x="5581502" y="92579"/>
                  </a:lnTo>
                  <a:lnTo>
                    <a:pt x="5581620" y="92579"/>
                  </a:lnTo>
                  <a:lnTo>
                    <a:pt x="5581737" y="92579"/>
                  </a:lnTo>
                  <a:lnTo>
                    <a:pt x="5581855" y="92579"/>
                  </a:lnTo>
                  <a:lnTo>
                    <a:pt x="5581973" y="92579"/>
                  </a:lnTo>
                  <a:lnTo>
                    <a:pt x="5582090" y="92579"/>
                  </a:lnTo>
                  <a:lnTo>
                    <a:pt x="5582208" y="92579"/>
                  </a:lnTo>
                  <a:lnTo>
                    <a:pt x="5582325" y="92579"/>
                  </a:lnTo>
                  <a:lnTo>
                    <a:pt x="5582443" y="92579"/>
                  </a:lnTo>
                  <a:lnTo>
                    <a:pt x="5582561" y="92579"/>
                  </a:lnTo>
                  <a:lnTo>
                    <a:pt x="5582678" y="92579"/>
                  </a:lnTo>
                  <a:lnTo>
                    <a:pt x="5582796" y="92579"/>
                  </a:lnTo>
                  <a:lnTo>
                    <a:pt x="5582913" y="92579"/>
                  </a:lnTo>
                  <a:lnTo>
                    <a:pt x="5583031" y="92579"/>
                  </a:lnTo>
                  <a:lnTo>
                    <a:pt x="5583149" y="92579"/>
                  </a:lnTo>
                  <a:lnTo>
                    <a:pt x="5583266" y="92579"/>
                  </a:lnTo>
                  <a:lnTo>
                    <a:pt x="5583384" y="92579"/>
                  </a:lnTo>
                  <a:lnTo>
                    <a:pt x="5583501" y="92579"/>
                  </a:lnTo>
                  <a:lnTo>
                    <a:pt x="5583619" y="92579"/>
                  </a:lnTo>
                  <a:lnTo>
                    <a:pt x="5583737" y="92579"/>
                  </a:lnTo>
                  <a:lnTo>
                    <a:pt x="5583854" y="92579"/>
                  </a:lnTo>
                  <a:lnTo>
                    <a:pt x="5583972" y="92579"/>
                  </a:lnTo>
                  <a:lnTo>
                    <a:pt x="5584090" y="92579"/>
                  </a:lnTo>
                  <a:lnTo>
                    <a:pt x="5584207" y="92579"/>
                  </a:lnTo>
                  <a:lnTo>
                    <a:pt x="5584325" y="92579"/>
                  </a:lnTo>
                  <a:lnTo>
                    <a:pt x="5584442" y="92579"/>
                  </a:lnTo>
                  <a:lnTo>
                    <a:pt x="5584442" y="92148"/>
                  </a:lnTo>
                  <a:lnTo>
                    <a:pt x="5584560" y="92148"/>
                  </a:lnTo>
                  <a:lnTo>
                    <a:pt x="5584678" y="92148"/>
                  </a:lnTo>
                  <a:lnTo>
                    <a:pt x="5584678" y="91717"/>
                  </a:lnTo>
                  <a:lnTo>
                    <a:pt x="5584795" y="91717"/>
                  </a:lnTo>
                  <a:lnTo>
                    <a:pt x="5584913" y="91717"/>
                  </a:lnTo>
                  <a:lnTo>
                    <a:pt x="5585030" y="91717"/>
                  </a:lnTo>
                  <a:lnTo>
                    <a:pt x="5585148" y="91717"/>
                  </a:lnTo>
                  <a:lnTo>
                    <a:pt x="5585266" y="91717"/>
                  </a:lnTo>
                  <a:lnTo>
                    <a:pt x="5585383" y="91717"/>
                  </a:lnTo>
                  <a:lnTo>
                    <a:pt x="5585501" y="91717"/>
                  </a:lnTo>
                  <a:lnTo>
                    <a:pt x="5585619" y="91717"/>
                  </a:lnTo>
                  <a:lnTo>
                    <a:pt x="5585736" y="91717"/>
                  </a:lnTo>
                  <a:lnTo>
                    <a:pt x="5585854" y="91717"/>
                  </a:lnTo>
                  <a:lnTo>
                    <a:pt x="5585971" y="91717"/>
                  </a:lnTo>
                  <a:lnTo>
                    <a:pt x="5586089" y="91717"/>
                  </a:lnTo>
                  <a:lnTo>
                    <a:pt x="5586207" y="91717"/>
                  </a:lnTo>
                  <a:lnTo>
                    <a:pt x="5586324" y="91717"/>
                  </a:lnTo>
                  <a:lnTo>
                    <a:pt x="5586442" y="91717"/>
                  </a:lnTo>
                  <a:lnTo>
                    <a:pt x="5586559" y="91717"/>
                  </a:lnTo>
                  <a:lnTo>
                    <a:pt x="5586677" y="91717"/>
                  </a:lnTo>
                  <a:lnTo>
                    <a:pt x="5586795" y="91717"/>
                  </a:lnTo>
                  <a:lnTo>
                    <a:pt x="5586912" y="91717"/>
                  </a:lnTo>
                  <a:lnTo>
                    <a:pt x="5587030" y="91717"/>
                  </a:lnTo>
                  <a:lnTo>
                    <a:pt x="5587148" y="91717"/>
                  </a:lnTo>
                  <a:lnTo>
                    <a:pt x="5587265" y="91717"/>
                  </a:lnTo>
                  <a:lnTo>
                    <a:pt x="5587383" y="91717"/>
                  </a:lnTo>
                  <a:lnTo>
                    <a:pt x="5587500" y="91717"/>
                  </a:lnTo>
                  <a:lnTo>
                    <a:pt x="5587618" y="91717"/>
                  </a:lnTo>
                  <a:lnTo>
                    <a:pt x="5587736" y="91717"/>
                  </a:lnTo>
                  <a:lnTo>
                    <a:pt x="5587853" y="91717"/>
                  </a:lnTo>
                  <a:lnTo>
                    <a:pt x="5587971" y="91717"/>
                  </a:lnTo>
                  <a:lnTo>
                    <a:pt x="5588088" y="91717"/>
                  </a:lnTo>
                  <a:lnTo>
                    <a:pt x="5588206" y="91717"/>
                  </a:lnTo>
                  <a:lnTo>
                    <a:pt x="5588324" y="91717"/>
                  </a:lnTo>
                  <a:lnTo>
                    <a:pt x="5588441" y="91717"/>
                  </a:lnTo>
                  <a:lnTo>
                    <a:pt x="5588559" y="91717"/>
                  </a:lnTo>
                  <a:lnTo>
                    <a:pt x="5588677" y="91717"/>
                  </a:lnTo>
                  <a:lnTo>
                    <a:pt x="5588794" y="91717"/>
                  </a:lnTo>
                  <a:lnTo>
                    <a:pt x="5588912" y="91717"/>
                  </a:lnTo>
                  <a:lnTo>
                    <a:pt x="5589029" y="91717"/>
                  </a:lnTo>
                  <a:lnTo>
                    <a:pt x="5589147" y="91717"/>
                  </a:lnTo>
                  <a:lnTo>
                    <a:pt x="5589265" y="91717"/>
                  </a:lnTo>
                  <a:lnTo>
                    <a:pt x="5589382" y="91717"/>
                  </a:lnTo>
                  <a:lnTo>
                    <a:pt x="5589500" y="91717"/>
                  </a:lnTo>
                  <a:lnTo>
                    <a:pt x="5589617" y="91717"/>
                  </a:lnTo>
                  <a:lnTo>
                    <a:pt x="5589735" y="91717"/>
                  </a:lnTo>
                  <a:lnTo>
                    <a:pt x="5589853" y="91717"/>
                  </a:lnTo>
                  <a:lnTo>
                    <a:pt x="5589970" y="91717"/>
                  </a:lnTo>
                  <a:lnTo>
                    <a:pt x="5590088" y="91717"/>
                  </a:lnTo>
                  <a:lnTo>
                    <a:pt x="5590206" y="91717"/>
                  </a:lnTo>
                  <a:lnTo>
                    <a:pt x="5590206" y="91287"/>
                  </a:lnTo>
                  <a:lnTo>
                    <a:pt x="5590323" y="91287"/>
                  </a:lnTo>
                  <a:lnTo>
                    <a:pt x="5590441" y="91287"/>
                  </a:lnTo>
                  <a:lnTo>
                    <a:pt x="5590558" y="91287"/>
                  </a:lnTo>
                  <a:lnTo>
                    <a:pt x="5590676" y="91287"/>
                  </a:lnTo>
                  <a:lnTo>
                    <a:pt x="5590794" y="91287"/>
                  </a:lnTo>
                  <a:lnTo>
                    <a:pt x="5590911" y="91287"/>
                  </a:lnTo>
                  <a:lnTo>
                    <a:pt x="5591029" y="91287"/>
                  </a:lnTo>
                  <a:lnTo>
                    <a:pt x="5591146" y="91287"/>
                  </a:lnTo>
                  <a:lnTo>
                    <a:pt x="5591264" y="91287"/>
                  </a:lnTo>
                  <a:lnTo>
                    <a:pt x="5591382" y="91287"/>
                  </a:lnTo>
                  <a:lnTo>
                    <a:pt x="5591499" y="91287"/>
                  </a:lnTo>
                  <a:lnTo>
                    <a:pt x="5591617" y="91287"/>
                  </a:lnTo>
                  <a:lnTo>
                    <a:pt x="5591734" y="91287"/>
                  </a:lnTo>
                  <a:lnTo>
                    <a:pt x="5591852" y="91287"/>
                  </a:lnTo>
                  <a:lnTo>
                    <a:pt x="5591852" y="90856"/>
                  </a:lnTo>
                  <a:lnTo>
                    <a:pt x="5591970" y="90856"/>
                  </a:lnTo>
                  <a:lnTo>
                    <a:pt x="5592087" y="90856"/>
                  </a:lnTo>
                  <a:lnTo>
                    <a:pt x="5592205" y="90856"/>
                  </a:lnTo>
                  <a:lnTo>
                    <a:pt x="5592323" y="90856"/>
                  </a:lnTo>
                  <a:lnTo>
                    <a:pt x="5592440" y="90856"/>
                  </a:lnTo>
                  <a:lnTo>
                    <a:pt x="5592558" y="90856"/>
                  </a:lnTo>
                  <a:lnTo>
                    <a:pt x="5592675" y="90856"/>
                  </a:lnTo>
                  <a:lnTo>
                    <a:pt x="5592793" y="90856"/>
                  </a:lnTo>
                  <a:lnTo>
                    <a:pt x="5592911" y="90856"/>
                  </a:lnTo>
                  <a:lnTo>
                    <a:pt x="5593028" y="90856"/>
                  </a:lnTo>
                  <a:lnTo>
                    <a:pt x="5593146" y="90856"/>
                  </a:lnTo>
                  <a:lnTo>
                    <a:pt x="5593263" y="90856"/>
                  </a:lnTo>
                  <a:lnTo>
                    <a:pt x="5593381" y="90856"/>
                  </a:lnTo>
                  <a:lnTo>
                    <a:pt x="5593499" y="90856"/>
                  </a:lnTo>
                  <a:lnTo>
                    <a:pt x="5593616" y="90856"/>
                  </a:lnTo>
                  <a:lnTo>
                    <a:pt x="5593734" y="90856"/>
                  </a:lnTo>
                  <a:lnTo>
                    <a:pt x="5593852" y="90856"/>
                  </a:lnTo>
                  <a:lnTo>
                    <a:pt x="5593969" y="90856"/>
                  </a:lnTo>
                  <a:lnTo>
                    <a:pt x="5594087" y="90856"/>
                  </a:lnTo>
                  <a:lnTo>
                    <a:pt x="5594204" y="90856"/>
                  </a:lnTo>
                  <a:lnTo>
                    <a:pt x="5594322" y="90856"/>
                  </a:lnTo>
                  <a:lnTo>
                    <a:pt x="5594440" y="90856"/>
                  </a:lnTo>
                  <a:lnTo>
                    <a:pt x="5594557" y="90856"/>
                  </a:lnTo>
                  <a:lnTo>
                    <a:pt x="5594675" y="90856"/>
                  </a:lnTo>
                  <a:lnTo>
                    <a:pt x="5594792" y="90856"/>
                  </a:lnTo>
                  <a:lnTo>
                    <a:pt x="5594910" y="90856"/>
                  </a:lnTo>
                  <a:lnTo>
                    <a:pt x="5595028" y="90856"/>
                  </a:lnTo>
                  <a:lnTo>
                    <a:pt x="5595145" y="90856"/>
                  </a:lnTo>
                  <a:lnTo>
                    <a:pt x="5595263" y="90856"/>
                  </a:lnTo>
                  <a:lnTo>
                    <a:pt x="5595381" y="90856"/>
                  </a:lnTo>
                  <a:lnTo>
                    <a:pt x="5595498" y="90856"/>
                  </a:lnTo>
                  <a:lnTo>
                    <a:pt x="5595616" y="90856"/>
                  </a:lnTo>
                  <a:lnTo>
                    <a:pt x="5595733" y="90856"/>
                  </a:lnTo>
                  <a:lnTo>
                    <a:pt x="5595851" y="90856"/>
                  </a:lnTo>
                  <a:lnTo>
                    <a:pt x="5595969" y="90856"/>
                  </a:lnTo>
                  <a:lnTo>
                    <a:pt x="5596086" y="90856"/>
                  </a:lnTo>
                  <a:lnTo>
                    <a:pt x="5596204" y="90856"/>
                  </a:lnTo>
                  <a:lnTo>
                    <a:pt x="5596204" y="90426"/>
                  </a:lnTo>
                  <a:lnTo>
                    <a:pt x="5596321" y="90426"/>
                  </a:lnTo>
                  <a:lnTo>
                    <a:pt x="5596439" y="90426"/>
                  </a:lnTo>
                  <a:lnTo>
                    <a:pt x="5596557" y="90426"/>
                  </a:lnTo>
                  <a:lnTo>
                    <a:pt x="5596674" y="90426"/>
                  </a:lnTo>
                  <a:lnTo>
                    <a:pt x="5596792" y="90426"/>
                  </a:lnTo>
                  <a:lnTo>
                    <a:pt x="5596910" y="90426"/>
                  </a:lnTo>
                  <a:lnTo>
                    <a:pt x="5597027" y="90426"/>
                  </a:lnTo>
                  <a:lnTo>
                    <a:pt x="5597145" y="90426"/>
                  </a:lnTo>
                  <a:lnTo>
                    <a:pt x="5597262" y="90426"/>
                  </a:lnTo>
                  <a:lnTo>
                    <a:pt x="5597380" y="90426"/>
                  </a:lnTo>
                  <a:lnTo>
                    <a:pt x="5597498" y="90426"/>
                  </a:lnTo>
                  <a:lnTo>
                    <a:pt x="5597615" y="90426"/>
                  </a:lnTo>
                  <a:lnTo>
                    <a:pt x="5597733" y="90426"/>
                  </a:lnTo>
                  <a:lnTo>
                    <a:pt x="5597850" y="90426"/>
                  </a:lnTo>
                  <a:lnTo>
                    <a:pt x="5597850" y="89995"/>
                  </a:lnTo>
                  <a:lnTo>
                    <a:pt x="5597968" y="89995"/>
                  </a:lnTo>
                  <a:lnTo>
                    <a:pt x="5598086" y="89995"/>
                  </a:lnTo>
                  <a:lnTo>
                    <a:pt x="5598203" y="89995"/>
                  </a:lnTo>
                  <a:lnTo>
                    <a:pt x="5598321" y="89995"/>
                  </a:lnTo>
                  <a:lnTo>
                    <a:pt x="5598439" y="89995"/>
                  </a:lnTo>
                  <a:lnTo>
                    <a:pt x="5598556" y="89995"/>
                  </a:lnTo>
                  <a:lnTo>
                    <a:pt x="5598674" y="89995"/>
                  </a:lnTo>
                  <a:lnTo>
                    <a:pt x="5598791" y="89995"/>
                  </a:lnTo>
                  <a:lnTo>
                    <a:pt x="5598909" y="89995"/>
                  </a:lnTo>
                  <a:lnTo>
                    <a:pt x="5599027" y="89995"/>
                  </a:lnTo>
                  <a:lnTo>
                    <a:pt x="5599144" y="89995"/>
                  </a:lnTo>
                  <a:lnTo>
                    <a:pt x="5599262" y="89995"/>
                  </a:lnTo>
                  <a:lnTo>
                    <a:pt x="5599379" y="89995"/>
                  </a:lnTo>
                  <a:lnTo>
                    <a:pt x="5599497" y="89995"/>
                  </a:lnTo>
                  <a:lnTo>
                    <a:pt x="5599615" y="89995"/>
                  </a:lnTo>
                  <a:lnTo>
                    <a:pt x="5599732" y="89995"/>
                  </a:lnTo>
                  <a:lnTo>
                    <a:pt x="5599850" y="89995"/>
                  </a:lnTo>
                  <a:lnTo>
                    <a:pt x="5599967" y="89995"/>
                  </a:lnTo>
                  <a:lnTo>
                    <a:pt x="5600085" y="89995"/>
                  </a:lnTo>
                  <a:lnTo>
                    <a:pt x="5600203" y="89995"/>
                  </a:lnTo>
                  <a:lnTo>
                    <a:pt x="5600320" y="89995"/>
                  </a:lnTo>
                  <a:lnTo>
                    <a:pt x="5600438" y="89995"/>
                  </a:lnTo>
                  <a:lnTo>
                    <a:pt x="5600556" y="89995"/>
                  </a:lnTo>
                  <a:lnTo>
                    <a:pt x="5600673" y="89995"/>
                  </a:lnTo>
                  <a:lnTo>
                    <a:pt x="5600791" y="89995"/>
                  </a:lnTo>
                  <a:lnTo>
                    <a:pt x="5600908" y="89995"/>
                  </a:lnTo>
                  <a:lnTo>
                    <a:pt x="5601026" y="89995"/>
                  </a:lnTo>
                  <a:lnTo>
                    <a:pt x="5601144" y="89995"/>
                  </a:lnTo>
                  <a:lnTo>
                    <a:pt x="5601261" y="89995"/>
                  </a:lnTo>
                  <a:lnTo>
                    <a:pt x="5601379" y="89995"/>
                  </a:lnTo>
                  <a:lnTo>
                    <a:pt x="5601496" y="89995"/>
                  </a:lnTo>
                  <a:lnTo>
                    <a:pt x="5601614" y="89995"/>
                  </a:lnTo>
                  <a:lnTo>
                    <a:pt x="5601732" y="89995"/>
                  </a:lnTo>
                  <a:lnTo>
                    <a:pt x="5601849" y="89995"/>
                  </a:lnTo>
                  <a:lnTo>
                    <a:pt x="5601967" y="89995"/>
                  </a:lnTo>
                  <a:lnTo>
                    <a:pt x="5602085" y="89995"/>
                  </a:lnTo>
                  <a:lnTo>
                    <a:pt x="5602202" y="89995"/>
                  </a:lnTo>
                  <a:lnTo>
                    <a:pt x="5602320" y="89995"/>
                  </a:lnTo>
                  <a:lnTo>
                    <a:pt x="5602437" y="89995"/>
                  </a:lnTo>
                  <a:lnTo>
                    <a:pt x="5602555" y="89995"/>
                  </a:lnTo>
                  <a:lnTo>
                    <a:pt x="5602673" y="89995"/>
                  </a:lnTo>
                  <a:lnTo>
                    <a:pt x="5602790" y="89995"/>
                  </a:lnTo>
                  <a:lnTo>
                    <a:pt x="5602908" y="89995"/>
                  </a:lnTo>
                  <a:lnTo>
                    <a:pt x="5602908" y="89564"/>
                  </a:lnTo>
                  <a:lnTo>
                    <a:pt x="5603025" y="89564"/>
                  </a:lnTo>
                  <a:lnTo>
                    <a:pt x="5603143" y="89564"/>
                  </a:lnTo>
                  <a:lnTo>
                    <a:pt x="5603261" y="89564"/>
                  </a:lnTo>
                  <a:lnTo>
                    <a:pt x="5603378" y="89564"/>
                  </a:lnTo>
                  <a:lnTo>
                    <a:pt x="5603496" y="89564"/>
                  </a:lnTo>
                  <a:lnTo>
                    <a:pt x="5603614" y="89564"/>
                  </a:lnTo>
                  <a:lnTo>
                    <a:pt x="5603731" y="89564"/>
                  </a:lnTo>
                  <a:lnTo>
                    <a:pt x="5603849" y="89564"/>
                  </a:lnTo>
                  <a:lnTo>
                    <a:pt x="5603966" y="89564"/>
                  </a:lnTo>
                  <a:lnTo>
                    <a:pt x="5604084" y="89564"/>
                  </a:lnTo>
                  <a:lnTo>
                    <a:pt x="5604202" y="89564"/>
                  </a:lnTo>
                  <a:lnTo>
                    <a:pt x="5604319" y="89564"/>
                  </a:lnTo>
                  <a:lnTo>
                    <a:pt x="5604437" y="89564"/>
                  </a:lnTo>
                  <a:lnTo>
                    <a:pt x="5604554" y="89564"/>
                  </a:lnTo>
                  <a:lnTo>
                    <a:pt x="5604672" y="89564"/>
                  </a:lnTo>
                  <a:lnTo>
                    <a:pt x="5604790" y="89564"/>
                  </a:lnTo>
                  <a:lnTo>
                    <a:pt x="5604907" y="89564"/>
                  </a:lnTo>
                  <a:lnTo>
                    <a:pt x="5605025" y="89564"/>
                  </a:lnTo>
                  <a:lnTo>
                    <a:pt x="5605143" y="89564"/>
                  </a:lnTo>
                  <a:lnTo>
                    <a:pt x="5605260" y="89564"/>
                  </a:lnTo>
                  <a:lnTo>
                    <a:pt x="5605378" y="89564"/>
                  </a:lnTo>
                  <a:lnTo>
                    <a:pt x="5605495" y="89564"/>
                  </a:lnTo>
                  <a:lnTo>
                    <a:pt x="5605613" y="89564"/>
                  </a:lnTo>
                  <a:lnTo>
                    <a:pt x="5605731" y="89564"/>
                  </a:lnTo>
                  <a:lnTo>
                    <a:pt x="5605848" y="89564"/>
                  </a:lnTo>
                  <a:lnTo>
                    <a:pt x="5605966" y="89564"/>
                  </a:lnTo>
                  <a:lnTo>
                    <a:pt x="5606083" y="89564"/>
                  </a:lnTo>
                  <a:lnTo>
                    <a:pt x="5606201" y="89564"/>
                  </a:lnTo>
                  <a:lnTo>
                    <a:pt x="5606319" y="89564"/>
                  </a:lnTo>
                  <a:lnTo>
                    <a:pt x="5606436" y="89564"/>
                  </a:lnTo>
                  <a:lnTo>
                    <a:pt x="5606554" y="89564"/>
                  </a:lnTo>
                  <a:lnTo>
                    <a:pt x="5606672" y="89564"/>
                  </a:lnTo>
                  <a:lnTo>
                    <a:pt x="5606789" y="89564"/>
                  </a:lnTo>
                  <a:lnTo>
                    <a:pt x="5606907" y="89564"/>
                  </a:lnTo>
                  <a:lnTo>
                    <a:pt x="5607024" y="89564"/>
                  </a:lnTo>
                  <a:lnTo>
                    <a:pt x="5607142" y="89564"/>
                  </a:lnTo>
                  <a:lnTo>
                    <a:pt x="5607260" y="89564"/>
                  </a:lnTo>
                  <a:lnTo>
                    <a:pt x="5607377" y="89564"/>
                  </a:lnTo>
                  <a:lnTo>
                    <a:pt x="5607495" y="89564"/>
                  </a:lnTo>
                  <a:lnTo>
                    <a:pt x="5607612" y="89564"/>
                  </a:lnTo>
                  <a:lnTo>
                    <a:pt x="5607730" y="89564"/>
                  </a:lnTo>
                  <a:lnTo>
                    <a:pt x="5607848" y="89564"/>
                  </a:lnTo>
                  <a:lnTo>
                    <a:pt x="5607965" y="89564"/>
                  </a:lnTo>
                  <a:lnTo>
                    <a:pt x="5608083" y="89564"/>
                  </a:lnTo>
                  <a:lnTo>
                    <a:pt x="5608200" y="89564"/>
                  </a:lnTo>
                  <a:lnTo>
                    <a:pt x="5608318" y="89564"/>
                  </a:lnTo>
                  <a:lnTo>
                    <a:pt x="5608436" y="89564"/>
                  </a:lnTo>
                  <a:lnTo>
                    <a:pt x="5608553" y="89564"/>
                  </a:lnTo>
                  <a:lnTo>
                    <a:pt x="5608671" y="89564"/>
                  </a:lnTo>
                  <a:lnTo>
                    <a:pt x="5608789" y="89564"/>
                  </a:lnTo>
                  <a:lnTo>
                    <a:pt x="5608906" y="89564"/>
                  </a:lnTo>
                  <a:lnTo>
                    <a:pt x="5609024" y="89564"/>
                  </a:lnTo>
                  <a:lnTo>
                    <a:pt x="5609141" y="89564"/>
                  </a:lnTo>
                  <a:lnTo>
                    <a:pt x="5609259" y="89564"/>
                  </a:lnTo>
                  <a:lnTo>
                    <a:pt x="5609377" y="89564"/>
                  </a:lnTo>
                  <a:lnTo>
                    <a:pt x="5609494" y="89564"/>
                  </a:lnTo>
                  <a:lnTo>
                    <a:pt x="5609612" y="89564"/>
                  </a:lnTo>
                  <a:lnTo>
                    <a:pt x="5609729" y="89564"/>
                  </a:lnTo>
                  <a:lnTo>
                    <a:pt x="5609847" y="89564"/>
                  </a:lnTo>
                  <a:lnTo>
                    <a:pt x="5609965" y="89564"/>
                  </a:lnTo>
                  <a:lnTo>
                    <a:pt x="5610082" y="89564"/>
                  </a:lnTo>
                  <a:lnTo>
                    <a:pt x="5610200" y="89564"/>
                  </a:lnTo>
                  <a:lnTo>
                    <a:pt x="5610318" y="89564"/>
                  </a:lnTo>
                  <a:lnTo>
                    <a:pt x="5610435" y="89564"/>
                  </a:lnTo>
                  <a:lnTo>
                    <a:pt x="5610553" y="89564"/>
                  </a:lnTo>
                  <a:lnTo>
                    <a:pt x="5610670" y="89564"/>
                  </a:lnTo>
                  <a:lnTo>
                    <a:pt x="5610788" y="89564"/>
                  </a:lnTo>
                  <a:lnTo>
                    <a:pt x="5610906" y="89564"/>
                  </a:lnTo>
                  <a:lnTo>
                    <a:pt x="5611023" y="89564"/>
                  </a:lnTo>
                  <a:lnTo>
                    <a:pt x="5611141" y="89564"/>
                  </a:lnTo>
                  <a:lnTo>
                    <a:pt x="5611258" y="89564"/>
                  </a:lnTo>
                  <a:lnTo>
                    <a:pt x="5611376" y="89564"/>
                  </a:lnTo>
                  <a:lnTo>
                    <a:pt x="5611494" y="89564"/>
                  </a:lnTo>
                  <a:lnTo>
                    <a:pt x="5611611" y="89564"/>
                  </a:lnTo>
                  <a:lnTo>
                    <a:pt x="5611729" y="89564"/>
                  </a:lnTo>
                  <a:lnTo>
                    <a:pt x="5611847" y="89564"/>
                  </a:lnTo>
                  <a:lnTo>
                    <a:pt x="5611964" y="89564"/>
                  </a:lnTo>
                  <a:lnTo>
                    <a:pt x="5612082" y="89564"/>
                  </a:lnTo>
                  <a:lnTo>
                    <a:pt x="5612199" y="89564"/>
                  </a:lnTo>
                  <a:lnTo>
                    <a:pt x="5612317" y="89564"/>
                  </a:lnTo>
                  <a:lnTo>
                    <a:pt x="5612435" y="89564"/>
                  </a:lnTo>
                  <a:lnTo>
                    <a:pt x="5612552" y="89564"/>
                  </a:lnTo>
                  <a:lnTo>
                    <a:pt x="5612670" y="89564"/>
                  </a:lnTo>
                  <a:lnTo>
                    <a:pt x="5612787" y="89564"/>
                  </a:lnTo>
                  <a:lnTo>
                    <a:pt x="5612905" y="89564"/>
                  </a:lnTo>
                  <a:lnTo>
                    <a:pt x="5613023" y="89564"/>
                  </a:lnTo>
                  <a:lnTo>
                    <a:pt x="5613140" y="89564"/>
                  </a:lnTo>
                  <a:lnTo>
                    <a:pt x="5613258" y="89564"/>
                  </a:lnTo>
                  <a:lnTo>
                    <a:pt x="5613376" y="89564"/>
                  </a:lnTo>
                  <a:lnTo>
                    <a:pt x="5613493" y="89564"/>
                  </a:lnTo>
                  <a:lnTo>
                    <a:pt x="5613611" y="89564"/>
                  </a:lnTo>
                  <a:lnTo>
                    <a:pt x="5613728" y="89564"/>
                  </a:lnTo>
                  <a:lnTo>
                    <a:pt x="5613846" y="89564"/>
                  </a:lnTo>
                  <a:lnTo>
                    <a:pt x="5613964" y="89564"/>
                  </a:lnTo>
                  <a:lnTo>
                    <a:pt x="5614081" y="89564"/>
                  </a:lnTo>
                  <a:lnTo>
                    <a:pt x="5614199" y="89564"/>
                  </a:lnTo>
                  <a:lnTo>
                    <a:pt x="5614316" y="89564"/>
                  </a:lnTo>
                  <a:lnTo>
                    <a:pt x="5614434" y="89564"/>
                  </a:lnTo>
                  <a:lnTo>
                    <a:pt x="5614552" y="89564"/>
                  </a:lnTo>
                  <a:lnTo>
                    <a:pt x="5614669" y="89564"/>
                  </a:lnTo>
                  <a:lnTo>
                    <a:pt x="5614787" y="89564"/>
                  </a:lnTo>
                  <a:lnTo>
                    <a:pt x="5614905" y="89564"/>
                  </a:lnTo>
                  <a:lnTo>
                    <a:pt x="5615022" y="89564"/>
                  </a:lnTo>
                  <a:lnTo>
                    <a:pt x="5615140" y="89564"/>
                  </a:lnTo>
                  <a:lnTo>
                    <a:pt x="5615140" y="89134"/>
                  </a:lnTo>
                  <a:lnTo>
                    <a:pt x="5615257" y="89134"/>
                  </a:lnTo>
                  <a:lnTo>
                    <a:pt x="5615375" y="89134"/>
                  </a:lnTo>
                  <a:lnTo>
                    <a:pt x="5615493" y="89134"/>
                  </a:lnTo>
                  <a:lnTo>
                    <a:pt x="5615610" y="89134"/>
                  </a:lnTo>
                  <a:lnTo>
                    <a:pt x="5615728" y="89134"/>
                  </a:lnTo>
                  <a:lnTo>
                    <a:pt x="5615845" y="89134"/>
                  </a:lnTo>
                  <a:lnTo>
                    <a:pt x="5615963" y="89134"/>
                  </a:lnTo>
                  <a:lnTo>
                    <a:pt x="5616081" y="89134"/>
                  </a:lnTo>
                  <a:lnTo>
                    <a:pt x="5616198" y="89134"/>
                  </a:lnTo>
                  <a:lnTo>
                    <a:pt x="5616316" y="89134"/>
                  </a:lnTo>
                  <a:lnTo>
                    <a:pt x="5616433" y="89134"/>
                  </a:lnTo>
                  <a:lnTo>
                    <a:pt x="5616551" y="89134"/>
                  </a:lnTo>
                  <a:lnTo>
                    <a:pt x="5616669" y="89134"/>
                  </a:lnTo>
                  <a:lnTo>
                    <a:pt x="5616786" y="89134"/>
                  </a:lnTo>
                  <a:lnTo>
                    <a:pt x="5616904" y="89134"/>
                  </a:lnTo>
                  <a:lnTo>
                    <a:pt x="5617022" y="89134"/>
                  </a:lnTo>
                  <a:lnTo>
                    <a:pt x="5617139" y="89134"/>
                  </a:lnTo>
                  <a:lnTo>
                    <a:pt x="5617257" y="89134"/>
                  </a:lnTo>
                  <a:lnTo>
                    <a:pt x="5617374" y="89134"/>
                  </a:lnTo>
                  <a:lnTo>
                    <a:pt x="5617492" y="89134"/>
                  </a:lnTo>
                  <a:lnTo>
                    <a:pt x="5617610" y="89134"/>
                  </a:lnTo>
                  <a:lnTo>
                    <a:pt x="5617727" y="89134"/>
                  </a:lnTo>
                  <a:lnTo>
                    <a:pt x="5617845" y="89134"/>
                  </a:lnTo>
                  <a:lnTo>
                    <a:pt x="5617845" y="88703"/>
                  </a:lnTo>
                  <a:lnTo>
                    <a:pt x="5617962" y="88703"/>
                  </a:lnTo>
                  <a:lnTo>
                    <a:pt x="5618080" y="88703"/>
                  </a:lnTo>
                  <a:lnTo>
                    <a:pt x="5618198" y="88703"/>
                  </a:lnTo>
                  <a:lnTo>
                    <a:pt x="5618315" y="88703"/>
                  </a:lnTo>
                  <a:lnTo>
                    <a:pt x="5618433" y="88703"/>
                  </a:lnTo>
                  <a:lnTo>
                    <a:pt x="5618551" y="88703"/>
                  </a:lnTo>
                  <a:lnTo>
                    <a:pt x="5618668" y="88703"/>
                  </a:lnTo>
                  <a:lnTo>
                    <a:pt x="5618786" y="88703"/>
                  </a:lnTo>
                  <a:lnTo>
                    <a:pt x="5618903" y="88703"/>
                  </a:lnTo>
                  <a:lnTo>
                    <a:pt x="5619021" y="88703"/>
                  </a:lnTo>
                  <a:lnTo>
                    <a:pt x="5619139" y="88703"/>
                  </a:lnTo>
                  <a:lnTo>
                    <a:pt x="5619256" y="88703"/>
                  </a:lnTo>
                  <a:lnTo>
                    <a:pt x="5619374" y="88703"/>
                  </a:lnTo>
                  <a:lnTo>
                    <a:pt x="5619491" y="88703"/>
                  </a:lnTo>
                  <a:lnTo>
                    <a:pt x="5619609" y="88703"/>
                  </a:lnTo>
                  <a:lnTo>
                    <a:pt x="5619727" y="88703"/>
                  </a:lnTo>
                  <a:lnTo>
                    <a:pt x="5619844" y="88703"/>
                  </a:lnTo>
                  <a:lnTo>
                    <a:pt x="5619962" y="88703"/>
                  </a:lnTo>
                  <a:lnTo>
                    <a:pt x="5620080" y="88703"/>
                  </a:lnTo>
                  <a:lnTo>
                    <a:pt x="5620197" y="88703"/>
                  </a:lnTo>
                  <a:lnTo>
                    <a:pt x="5620315" y="88703"/>
                  </a:lnTo>
                  <a:lnTo>
                    <a:pt x="5620432" y="88703"/>
                  </a:lnTo>
                  <a:lnTo>
                    <a:pt x="5620550" y="88703"/>
                  </a:lnTo>
                  <a:lnTo>
                    <a:pt x="5620668" y="88703"/>
                  </a:lnTo>
                  <a:lnTo>
                    <a:pt x="5620785" y="88703"/>
                  </a:lnTo>
                  <a:lnTo>
                    <a:pt x="5620903" y="88703"/>
                  </a:lnTo>
                  <a:lnTo>
                    <a:pt x="5621020" y="88703"/>
                  </a:lnTo>
                  <a:lnTo>
                    <a:pt x="5621138" y="88703"/>
                  </a:lnTo>
                  <a:lnTo>
                    <a:pt x="5621256" y="88703"/>
                  </a:lnTo>
                  <a:lnTo>
                    <a:pt x="5621373" y="88703"/>
                  </a:lnTo>
                  <a:lnTo>
                    <a:pt x="5621373" y="88273"/>
                  </a:lnTo>
                  <a:lnTo>
                    <a:pt x="5621373" y="87842"/>
                  </a:lnTo>
                  <a:lnTo>
                    <a:pt x="5621491" y="87842"/>
                  </a:lnTo>
                  <a:lnTo>
                    <a:pt x="5621609" y="87842"/>
                  </a:lnTo>
                  <a:lnTo>
                    <a:pt x="5621726" y="87842"/>
                  </a:lnTo>
                  <a:lnTo>
                    <a:pt x="5621844" y="87842"/>
                  </a:lnTo>
                  <a:lnTo>
                    <a:pt x="5621961" y="87842"/>
                  </a:lnTo>
                  <a:lnTo>
                    <a:pt x="5622079" y="87842"/>
                  </a:lnTo>
                  <a:lnTo>
                    <a:pt x="5622197" y="87842"/>
                  </a:lnTo>
                  <a:lnTo>
                    <a:pt x="5622314" y="87842"/>
                  </a:lnTo>
                  <a:lnTo>
                    <a:pt x="5622432" y="87842"/>
                  </a:lnTo>
                  <a:lnTo>
                    <a:pt x="5622549" y="87842"/>
                  </a:lnTo>
                  <a:lnTo>
                    <a:pt x="5622667" y="87842"/>
                  </a:lnTo>
                  <a:lnTo>
                    <a:pt x="5622785" y="87842"/>
                  </a:lnTo>
                  <a:lnTo>
                    <a:pt x="5622902" y="87842"/>
                  </a:lnTo>
                  <a:lnTo>
                    <a:pt x="5623020" y="87842"/>
                  </a:lnTo>
                  <a:lnTo>
                    <a:pt x="5623138" y="87842"/>
                  </a:lnTo>
                  <a:lnTo>
                    <a:pt x="5623255" y="87842"/>
                  </a:lnTo>
                  <a:lnTo>
                    <a:pt x="5623373" y="87842"/>
                  </a:lnTo>
                  <a:lnTo>
                    <a:pt x="5623490" y="87842"/>
                  </a:lnTo>
                  <a:lnTo>
                    <a:pt x="5623608" y="87842"/>
                  </a:lnTo>
                  <a:lnTo>
                    <a:pt x="5623726" y="87842"/>
                  </a:lnTo>
                  <a:lnTo>
                    <a:pt x="5623843" y="87842"/>
                  </a:lnTo>
                  <a:lnTo>
                    <a:pt x="5623961" y="87842"/>
                  </a:lnTo>
                  <a:lnTo>
                    <a:pt x="5624078" y="87842"/>
                  </a:lnTo>
                  <a:lnTo>
                    <a:pt x="5624196" y="87842"/>
                  </a:lnTo>
                  <a:lnTo>
                    <a:pt x="5624314" y="87842"/>
                  </a:lnTo>
                  <a:lnTo>
                    <a:pt x="5624431" y="87842"/>
                  </a:lnTo>
                  <a:lnTo>
                    <a:pt x="5624549" y="87842"/>
                  </a:lnTo>
                  <a:lnTo>
                    <a:pt x="5624666" y="87842"/>
                  </a:lnTo>
                  <a:lnTo>
                    <a:pt x="5624784" y="87842"/>
                  </a:lnTo>
                  <a:lnTo>
                    <a:pt x="5624902" y="87842"/>
                  </a:lnTo>
                  <a:lnTo>
                    <a:pt x="5625019" y="87842"/>
                  </a:lnTo>
                  <a:lnTo>
                    <a:pt x="5625137" y="87842"/>
                  </a:lnTo>
                  <a:lnTo>
                    <a:pt x="5625255" y="87842"/>
                  </a:lnTo>
                  <a:lnTo>
                    <a:pt x="5625372" y="87842"/>
                  </a:lnTo>
                  <a:lnTo>
                    <a:pt x="5625490" y="87842"/>
                  </a:lnTo>
                  <a:lnTo>
                    <a:pt x="5625607" y="87842"/>
                  </a:lnTo>
                  <a:lnTo>
                    <a:pt x="5625725" y="87842"/>
                  </a:lnTo>
                  <a:lnTo>
                    <a:pt x="5625843" y="87842"/>
                  </a:lnTo>
                  <a:lnTo>
                    <a:pt x="5625960" y="87842"/>
                  </a:lnTo>
                  <a:lnTo>
                    <a:pt x="5626078" y="87842"/>
                  </a:lnTo>
                  <a:lnTo>
                    <a:pt x="5626195" y="87842"/>
                  </a:lnTo>
                  <a:lnTo>
                    <a:pt x="5626313" y="87842"/>
                  </a:lnTo>
                  <a:lnTo>
                    <a:pt x="5626431" y="87842"/>
                  </a:lnTo>
                  <a:lnTo>
                    <a:pt x="5626548" y="87842"/>
                  </a:lnTo>
                  <a:lnTo>
                    <a:pt x="5626666" y="87842"/>
                  </a:lnTo>
                  <a:lnTo>
                    <a:pt x="5626784" y="87842"/>
                  </a:lnTo>
                  <a:lnTo>
                    <a:pt x="5626901" y="87842"/>
                  </a:lnTo>
                  <a:lnTo>
                    <a:pt x="5626901" y="87411"/>
                  </a:lnTo>
                  <a:lnTo>
                    <a:pt x="5627019" y="87411"/>
                  </a:lnTo>
                  <a:lnTo>
                    <a:pt x="5627136" y="87411"/>
                  </a:lnTo>
                  <a:lnTo>
                    <a:pt x="5627254" y="87411"/>
                  </a:lnTo>
                  <a:lnTo>
                    <a:pt x="5627372" y="87411"/>
                  </a:lnTo>
                  <a:lnTo>
                    <a:pt x="5627489" y="87411"/>
                  </a:lnTo>
                  <a:lnTo>
                    <a:pt x="5627607" y="87411"/>
                  </a:lnTo>
                  <a:lnTo>
                    <a:pt x="5627724" y="87411"/>
                  </a:lnTo>
                  <a:lnTo>
                    <a:pt x="5627842" y="87411"/>
                  </a:lnTo>
                  <a:lnTo>
                    <a:pt x="5627960" y="87411"/>
                  </a:lnTo>
                  <a:lnTo>
                    <a:pt x="5628077" y="87411"/>
                  </a:lnTo>
                  <a:lnTo>
                    <a:pt x="5628195" y="87411"/>
                  </a:lnTo>
                  <a:lnTo>
                    <a:pt x="5628313" y="87411"/>
                  </a:lnTo>
                  <a:lnTo>
                    <a:pt x="5628430" y="87411"/>
                  </a:lnTo>
                  <a:lnTo>
                    <a:pt x="5628548" y="87411"/>
                  </a:lnTo>
                  <a:lnTo>
                    <a:pt x="5628665" y="87411"/>
                  </a:lnTo>
                  <a:lnTo>
                    <a:pt x="5628783" y="87411"/>
                  </a:lnTo>
                  <a:lnTo>
                    <a:pt x="5628901" y="87411"/>
                  </a:lnTo>
                  <a:lnTo>
                    <a:pt x="5629018" y="87411"/>
                  </a:lnTo>
                  <a:lnTo>
                    <a:pt x="5629136" y="87411"/>
                  </a:lnTo>
                  <a:lnTo>
                    <a:pt x="5629253" y="87411"/>
                  </a:lnTo>
                  <a:lnTo>
                    <a:pt x="5629371" y="87411"/>
                  </a:lnTo>
                  <a:lnTo>
                    <a:pt x="5629489" y="87411"/>
                  </a:lnTo>
                  <a:lnTo>
                    <a:pt x="5629606" y="87411"/>
                  </a:lnTo>
                  <a:lnTo>
                    <a:pt x="5629724" y="87411"/>
                  </a:lnTo>
                  <a:lnTo>
                    <a:pt x="5629724" y="86981"/>
                  </a:lnTo>
                  <a:lnTo>
                    <a:pt x="5629842" y="86981"/>
                  </a:lnTo>
                  <a:lnTo>
                    <a:pt x="5629959" y="86981"/>
                  </a:lnTo>
                  <a:lnTo>
                    <a:pt x="5630077" y="86981"/>
                  </a:lnTo>
                  <a:lnTo>
                    <a:pt x="5630194" y="86981"/>
                  </a:lnTo>
                  <a:lnTo>
                    <a:pt x="5630312" y="86981"/>
                  </a:lnTo>
                  <a:lnTo>
                    <a:pt x="5630430" y="86981"/>
                  </a:lnTo>
                  <a:lnTo>
                    <a:pt x="5630547" y="86981"/>
                  </a:lnTo>
                  <a:lnTo>
                    <a:pt x="5630665" y="86981"/>
                  </a:lnTo>
                  <a:lnTo>
                    <a:pt x="5630782" y="86981"/>
                  </a:lnTo>
                  <a:lnTo>
                    <a:pt x="5630900" y="86981"/>
                  </a:lnTo>
                  <a:lnTo>
                    <a:pt x="5631018" y="86981"/>
                  </a:lnTo>
                  <a:lnTo>
                    <a:pt x="5631135" y="86981"/>
                  </a:lnTo>
                  <a:lnTo>
                    <a:pt x="5631253" y="86981"/>
                  </a:lnTo>
                  <a:lnTo>
                    <a:pt x="5631371" y="86981"/>
                  </a:lnTo>
                  <a:lnTo>
                    <a:pt x="5631371" y="86550"/>
                  </a:lnTo>
                  <a:lnTo>
                    <a:pt x="5631488" y="86550"/>
                  </a:lnTo>
                  <a:lnTo>
                    <a:pt x="5631606" y="86550"/>
                  </a:lnTo>
                  <a:lnTo>
                    <a:pt x="5631723" y="86550"/>
                  </a:lnTo>
                  <a:lnTo>
                    <a:pt x="5631841" y="86550"/>
                  </a:lnTo>
                  <a:lnTo>
                    <a:pt x="5631959" y="86550"/>
                  </a:lnTo>
                  <a:lnTo>
                    <a:pt x="5632076" y="86550"/>
                  </a:lnTo>
                  <a:lnTo>
                    <a:pt x="5632194" y="86550"/>
                  </a:lnTo>
                  <a:lnTo>
                    <a:pt x="5632311" y="86550"/>
                  </a:lnTo>
                  <a:lnTo>
                    <a:pt x="5632311" y="86120"/>
                  </a:lnTo>
                  <a:lnTo>
                    <a:pt x="5632429" y="86120"/>
                  </a:lnTo>
                  <a:lnTo>
                    <a:pt x="5632547" y="86120"/>
                  </a:lnTo>
                  <a:lnTo>
                    <a:pt x="5632664" y="86120"/>
                  </a:lnTo>
                  <a:lnTo>
                    <a:pt x="5632782" y="86120"/>
                  </a:lnTo>
                  <a:lnTo>
                    <a:pt x="5632899" y="86120"/>
                  </a:lnTo>
                  <a:lnTo>
                    <a:pt x="5633017" y="86120"/>
                  </a:lnTo>
                  <a:lnTo>
                    <a:pt x="5633135" y="86120"/>
                  </a:lnTo>
                  <a:lnTo>
                    <a:pt x="5633252" y="86120"/>
                  </a:lnTo>
                  <a:lnTo>
                    <a:pt x="5633370" y="86120"/>
                  </a:lnTo>
                  <a:lnTo>
                    <a:pt x="5633488" y="86120"/>
                  </a:lnTo>
                  <a:lnTo>
                    <a:pt x="5633605" y="86120"/>
                  </a:lnTo>
                  <a:lnTo>
                    <a:pt x="5633723" y="86120"/>
                  </a:lnTo>
                  <a:lnTo>
                    <a:pt x="5633723" y="85689"/>
                  </a:lnTo>
                  <a:lnTo>
                    <a:pt x="5633840" y="85689"/>
                  </a:lnTo>
                  <a:lnTo>
                    <a:pt x="5633958" y="85689"/>
                  </a:lnTo>
                  <a:lnTo>
                    <a:pt x="5634076" y="85689"/>
                  </a:lnTo>
                  <a:lnTo>
                    <a:pt x="5634193" y="85689"/>
                  </a:lnTo>
                  <a:lnTo>
                    <a:pt x="5634311" y="85689"/>
                  </a:lnTo>
                  <a:lnTo>
                    <a:pt x="5634428" y="85689"/>
                  </a:lnTo>
                  <a:lnTo>
                    <a:pt x="5634546" y="85689"/>
                  </a:lnTo>
                  <a:lnTo>
                    <a:pt x="5634664" y="85689"/>
                  </a:lnTo>
                  <a:lnTo>
                    <a:pt x="5634781" y="85689"/>
                  </a:lnTo>
                  <a:lnTo>
                    <a:pt x="5634899" y="85689"/>
                  </a:lnTo>
                  <a:lnTo>
                    <a:pt x="5635017" y="85689"/>
                  </a:lnTo>
                  <a:lnTo>
                    <a:pt x="5635134" y="85689"/>
                  </a:lnTo>
                  <a:lnTo>
                    <a:pt x="5635252" y="85689"/>
                  </a:lnTo>
                  <a:lnTo>
                    <a:pt x="5635369" y="85689"/>
                  </a:lnTo>
                  <a:lnTo>
                    <a:pt x="5635487" y="85689"/>
                  </a:lnTo>
                  <a:lnTo>
                    <a:pt x="5635605" y="85689"/>
                  </a:lnTo>
                  <a:lnTo>
                    <a:pt x="5635722" y="85689"/>
                  </a:lnTo>
                  <a:lnTo>
                    <a:pt x="5635840" y="85689"/>
                  </a:lnTo>
                  <a:lnTo>
                    <a:pt x="5635957" y="85689"/>
                  </a:lnTo>
                  <a:lnTo>
                    <a:pt x="5636075" y="85689"/>
                  </a:lnTo>
                  <a:lnTo>
                    <a:pt x="5636193" y="85689"/>
                  </a:lnTo>
                  <a:lnTo>
                    <a:pt x="5636310" y="85689"/>
                  </a:lnTo>
                  <a:lnTo>
                    <a:pt x="5636428" y="85689"/>
                  </a:lnTo>
                  <a:lnTo>
                    <a:pt x="5636546" y="85689"/>
                  </a:lnTo>
                  <a:lnTo>
                    <a:pt x="5636663" y="85689"/>
                  </a:lnTo>
                  <a:lnTo>
                    <a:pt x="5636781" y="85689"/>
                  </a:lnTo>
                  <a:lnTo>
                    <a:pt x="5636898" y="85689"/>
                  </a:lnTo>
                  <a:lnTo>
                    <a:pt x="5637016" y="85689"/>
                  </a:lnTo>
                  <a:lnTo>
                    <a:pt x="5637134" y="85689"/>
                  </a:lnTo>
                  <a:lnTo>
                    <a:pt x="5637251" y="85689"/>
                  </a:lnTo>
                  <a:lnTo>
                    <a:pt x="5637369" y="85689"/>
                  </a:lnTo>
                  <a:lnTo>
                    <a:pt x="5637486" y="85689"/>
                  </a:lnTo>
                  <a:lnTo>
                    <a:pt x="5637604" y="85689"/>
                  </a:lnTo>
                  <a:lnTo>
                    <a:pt x="5637722" y="85689"/>
                  </a:lnTo>
                  <a:lnTo>
                    <a:pt x="5637839" y="85689"/>
                  </a:lnTo>
                  <a:lnTo>
                    <a:pt x="5637957" y="85689"/>
                  </a:lnTo>
                  <a:lnTo>
                    <a:pt x="5638075" y="85689"/>
                  </a:lnTo>
                  <a:lnTo>
                    <a:pt x="5638192" y="85689"/>
                  </a:lnTo>
                  <a:lnTo>
                    <a:pt x="5638310" y="85689"/>
                  </a:lnTo>
                  <a:lnTo>
                    <a:pt x="5638427" y="85689"/>
                  </a:lnTo>
                  <a:lnTo>
                    <a:pt x="5638545" y="85689"/>
                  </a:lnTo>
                  <a:lnTo>
                    <a:pt x="5638663" y="85689"/>
                  </a:lnTo>
                  <a:lnTo>
                    <a:pt x="5638780" y="85689"/>
                  </a:lnTo>
                  <a:lnTo>
                    <a:pt x="5638898" y="85689"/>
                  </a:lnTo>
                  <a:lnTo>
                    <a:pt x="5639015" y="85689"/>
                  </a:lnTo>
                  <a:lnTo>
                    <a:pt x="5639133" y="85689"/>
                  </a:lnTo>
                  <a:lnTo>
                    <a:pt x="5639251" y="85689"/>
                  </a:lnTo>
                  <a:lnTo>
                    <a:pt x="5639368" y="85689"/>
                  </a:lnTo>
                  <a:lnTo>
                    <a:pt x="5639486" y="85689"/>
                  </a:lnTo>
                  <a:lnTo>
                    <a:pt x="5639604" y="85689"/>
                  </a:lnTo>
                  <a:lnTo>
                    <a:pt x="5639721" y="85689"/>
                  </a:lnTo>
                  <a:lnTo>
                    <a:pt x="5639839" y="85689"/>
                  </a:lnTo>
                  <a:lnTo>
                    <a:pt x="5639956" y="85689"/>
                  </a:lnTo>
                  <a:lnTo>
                    <a:pt x="5640074" y="85689"/>
                  </a:lnTo>
                  <a:lnTo>
                    <a:pt x="5640074" y="85258"/>
                  </a:lnTo>
                  <a:lnTo>
                    <a:pt x="5640192" y="85258"/>
                  </a:lnTo>
                  <a:lnTo>
                    <a:pt x="5640192" y="84828"/>
                  </a:lnTo>
                  <a:lnTo>
                    <a:pt x="5640309" y="84828"/>
                  </a:lnTo>
                  <a:lnTo>
                    <a:pt x="5640427" y="84828"/>
                  </a:lnTo>
                  <a:lnTo>
                    <a:pt x="5640544" y="84828"/>
                  </a:lnTo>
                  <a:lnTo>
                    <a:pt x="5640662" y="84828"/>
                  </a:lnTo>
                  <a:lnTo>
                    <a:pt x="5640780" y="84828"/>
                  </a:lnTo>
                  <a:lnTo>
                    <a:pt x="5640897" y="84828"/>
                  </a:lnTo>
                  <a:lnTo>
                    <a:pt x="5641015" y="84828"/>
                  </a:lnTo>
                  <a:lnTo>
                    <a:pt x="5641132" y="84828"/>
                  </a:lnTo>
                  <a:lnTo>
                    <a:pt x="5641250" y="84828"/>
                  </a:lnTo>
                  <a:lnTo>
                    <a:pt x="5641368" y="84828"/>
                  </a:lnTo>
                  <a:lnTo>
                    <a:pt x="5641485" y="84828"/>
                  </a:lnTo>
                  <a:lnTo>
                    <a:pt x="5641603" y="84828"/>
                  </a:lnTo>
                  <a:lnTo>
                    <a:pt x="5641721" y="84828"/>
                  </a:lnTo>
                  <a:lnTo>
                    <a:pt x="5641838" y="84828"/>
                  </a:lnTo>
                  <a:lnTo>
                    <a:pt x="5641956" y="84828"/>
                  </a:lnTo>
                  <a:lnTo>
                    <a:pt x="5642073" y="84828"/>
                  </a:lnTo>
                  <a:lnTo>
                    <a:pt x="5642191" y="84828"/>
                  </a:lnTo>
                  <a:lnTo>
                    <a:pt x="5642309" y="84828"/>
                  </a:lnTo>
                  <a:lnTo>
                    <a:pt x="5642426" y="84828"/>
                  </a:lnTo>
                  <a:lnTo>
                    <a:pt x="5642544" y="84828"/>
                  </a:lnTo>
                  <a:lnTo>
                    <a:pt x="5642661" y="84828"/>
                  </a:lnTo>
                  <a:lnTo>
                    <a:pt x="5642779" y="84828"/>
                  </a:lnTo>
                  <a:lnTo>
                    <a:pt x="5642897" y="84828"/>
                  </a:lnTo>
                  <a:lnTo>
                    <a:pt x="5643014" y="84828"/>
                  </a:lnTo>
                  <a:lnTo>
                    <a:pt x="5643132" y="84828"/>
                  </a:lnTo>
                  <a:lnTo>
                    <a:pt x="5643250" y="84828"/>
                  </a:lnTo>
                  <a:lnTo>
                    <a:pt x="5643367" y="84828"/>
                  </a:lnTo>
                  <a:lnTo>
                    <a:pt x="5643485" y="84828"/>
                  </a:lnTo>
                  <a:lnTo>
                    <a:pt x="5643602" y="84828"/>
                  </a:lnTo>
                  <a:lnTo>
                    <a:pt x="5643720" y="84828"/>
                  </a:lnTo>
                  <a:lnTo>
                    <a:pt x="5643838" y="84828"/>
                  </a:lnTo>
                  <a:lnTo>
                    <a:pt x="5643838" y="84397"/>
                  </a:lnTo>
                  <a:lnTo>
                    <a:pt x="5643955" y="84397"/>
                  </a:lnTo>
                  <a:lnTo>
                    <a:pt x="5644073" y="84397"/>
                  </a:lnTo>
                  <a:lnTo>
                    <a:pt x="5644190" y="84397"/>
                  </a:lnTo>
                  <a:lnTo>
                    <a:pt x="5644308" y="84397"/>
                  </a:lnTo>
                  <a:lnTo>
                    <a:pt x="5644426" y="84397"/>
                  </a:lnTo>
                  <a:lnTo>
                    <a:pt x="5644543" y="84397"/>
                  </a:lnTo>
                  <a:lnTo>
                    <a:pt x="5644661" y="84397"/>
                  </a:lnTo>
                  <a:lnTo>
                    <a:pt x="5644779" y="84397"/>
                  </a:lnTo>
                  <a:lnTo>
                    <a:pt x="5644896" y="84397"/>
                  </a:lnTo>
                  <a:lnTo>
                    <a:pt x="5645014" y="84397"/>
                  </a:lnTo>
                  <a:lnTo>
                    <a:pt x="5645131" y="84397"/>
                  </a:lnTo>
                  <a:lnTo>
                    <a:pt x="5645249" y="84397"/>
                  </a:lnTo>
                  <a:lnTo>
                    <a:pt x="5645367" y="84397"/>
                  </a:lnTo>
                  <a:lnTo>
                    <a:pt x="5645484" y="84397"/>
                  </a:lnTo>
                  <a:lnTo>
                    <a:pt x="5645602" y="84397"/>
                  </a:lnTo>
                  <a:lnTo>
                    <a:pt x="5645719" y="84397"/>
                  </a:lnTo>
                  <a:lnTo>
                    <a:pt x="5645837" y="84397"/>
                  </a:lnTo>
                  <a:lnTo>
                    <a:pt x="5645955" y="84397"/>
                  </a:lnTo>
                  <a:lnTo>
                    <a:pt x="5646072" y="84397"/>
                  </a:lnTo>
                  <a:lnTo>
                    <a:pt x="5646190" y="84397"/>
                  </a:lnTo>
                  <a:lnTo>
                    <a:pt x="5646308" y="84397"/>
                  </a:lnTo>
                  <a:lnTo>
                    <a:pt x="5646425" y="84397"/>
                  </a:lnTo>
                  <a:lnTo>
                    <a:pt x="5646543" y="84397"/>
                  </a:lnTo>
                  <a:lnTo>
                    <a:pt x="5646660" y="84397"/>
                  </a:lnTo>
                  <a:lnTo>
                    <a:pt x="5646778" y="84397"/>
                  </a:lnTo>
                  <a:lnTo>
                    <a:pt x="5646896" y="84397"/>
                  </a:lnTo>
                  <a:lnTo>
                    <a:pt x="5647013" y="84397"/>
                  </a:lnTo>
                  <a:lnTo>
                    <a:pt x="5647131" y="84397"/>
                  </a:lnTo>
                  <a:lnTo>
                    <a:pt x="5647248" y="84397"/>
                  </a:lnTo>
                  <a:lnTo>
                    <a:pt x="5647248" y="83967"/>
                  </a:lnTo>
                  <a:lnTo>
                    <a:pt x="5647366" y="83967"/>
                  </a:lnTo>
                  <a:lnTo>
                    <a:pt x="5647366" y="83536"/>
                  </a:lnTo>
                  <a:lnTo>
                    <a:pt x="5647484" y="83536"/>
                  </a:lnTo>
                  <a:lnTo>
                    <a:pt x="5647601" y="83536"/>
                  </a:lnTo>
                  <a:lnTo>
                    <a:pt x="5647719" y="83536"/>
                  </a:lnTo>
                  <a:lnTo>
                    <a:pt x="5647719" y="83105"/>
                  </a:lnTo>
                  <a:lnTo>
                    <a:pt x="5647837" y="83105"/>
                  </a:lnTo>
                  <a:lnTo>
                    <a:pt x="5647954" y="83105"/>
                  </a:lnTo>
                  <a:lnTo>
                    <a:pt x="5648072" y="83105"/>
                  </a:lnTo>
                  <a:lnTo>
                    <a:pt x="5648189" y="83105"/>
                  </a:lnTo>
                  <a:lnTo>
                    <a:pt x="5648307" y="83105"/>
                  </a:lnTo>
                  <a:lnTo>
                    <a:pt x="5648307" y="82675"/>
                  </a:lnTo>
                  <a:lnTo>
                    <a:pt x="5648425" y="82675"/>
                  </a:lnTo>
                  <a:lnTo>
                    <a:pt x="5648542" y="82675"/>
                  </a:lnTo>
                  <a:lnTo>
                    <a:pt x="5648660" y="82675"/>
                  </a:lnTo>
                  <a:lnTo>
                    <a:pt x="5648777" y="82675"/>
                  </a:lnTo>
                  <a:lnTo>
                    <a:pt x="5648895" y="82675"/>
                  </a:lnTo>
                  <a:lnTo>
                    <a:pt x="5649013" y="82675"/>
                  </a:lnTo>
                  <a:lnTo>
                    <a:pt x="5649130" y="82675"/>
                  </a:lnTo>
                  <a:lnTo>
                    <a:pt x="5649248" y="82675"/>
                  </a:lnTo>
                  <a:lnTo>
                    <a:pt x="5649365" y="82675"/>
                  </a:lnTo>
                  <a:lnTo>
                    <a:pt x="5649365" y="82244"/>
                  </a:lnTo>
                  <a:lnTo>
                    <a:pt x="5649483" y="82244"/>
                  </a:lnTo>
                  <a:lnTo>
                    <a:pt x="5649601" y="82244"/>
                  </a:lnTo>
                  <a:lnTo>
                    <a:pt x="5649718" y="82244"/>
                  </a:lnTo>
                  <a:lnTo>
                    <a:pt x="5649836" y="82244"/>
                  </a:lnTo>
                  <a:lnTo>
                    <a:pt x="5649954" y="82244"/>
                  </a:lnTo>
                  <a:lnTo>
                    <a:pt x="5650071" y="82244"/>
                  </a:lnTo>
                  <a:lnTo>
                    <a:pt x="5650189" y="82244"/>
                  </a:lnTo>
                  <a:lnTo>
                    <a:pt x="5650306" y="82244"/>
                  </a:lnTo>
                  <a:lnTo>
                    <a:pt x="5650424" y="82244"/>
                  </a:lnTo>
                  <a:lnTo>
                    <a:pt x="5650542" y="82244"/>
                  </a:lnTo>
                  <a:lnTo>
                    <a:pt x="5650659" y="82244"/>
                  </a:lnTo>
                  <a:lnTo>
                    <a:pt x="5650777" y="82244"/>
                  </a:lnTo>
                  <a:lnTo>
                    <a:pt x="5650894" y="82244"/>
                  </a:lnTo>
                  <a:lnTo>
                    <a:pt x="5651012" y="82244"/>
                  </a:lnTo>
                  <a:lnTo>
                    <a:pt x="5651130" y="82244"/>
                  </a:lnTo>
                  <a:lnTo>
                    <a:pt x="5651247" y="82244"/>
                  </a:lnTo>
                  <a:lnTo>
                    <a:pt x="5651365" y="82244"/>
                  </a:lnTo>
                  <a:lnTo>
                    <a:pt x="5651483" y="82244"/>
                  </a:lnTo>
                  <a:lnTo>
                    <a:pt x="5651600" y="82244"/>
                  </a:lnTo>
                  <a:lnTo>
                    <a:pt x="5651718" y="82244"/>
                  </a:lnTo>
                  <a:lnTo>
                    <a:pt x="5651835" y="82244"/>
                  </a:lnTo>
                  <a:lnTo>
                    <a:pt x="5651953" y="82244"/>
                  </a:lnTo>
                  <a:lnTo>
                    <a:pt x="5652071" y="82244"/>
                  </a:lnTo>
                  <a:lnTo>
                    <a:pt x="5652188" y="82244"/>
                  </a:lnTo>
                  <a:lnTo>
                    <a:pt x="5652306" y="82244"/>
                  </a:lnTo>
                  <a:lnTo>
                    <a:pt x="5652423" y="82244"/>
                  </a:lnTo>
                  <a:lnTo>
                    <a:pt x="5652541" y="82244"/>
                  </a:lnTo>
                  <a:lnTo>
                    <a:pt x="5652659" y="82244"/>
                  </a:lnTo>
                  <a:lnTo>
                    <a:pt x="5652776" y="82244"/>
                  </a:lnTo>
                  <a:lnTo>
                    <a:pt x="5652894" y="82244"/>
                  </a:lnTo>
                  <a:lnTo>
                    <a:pt x="5653012" y="82244"/>
                  </a:lnTo>
                  <a:lnTo>
                    <a:pt x="5653129" y="82244"/>
                  </a:lnTo>
                  <a:lnTo>
                    <a:pt x="5653247" y="82244"/>
                  </a:lnTo>
                  <a:lnTo>
                    <a:pt x="5653364" y="82244"/>
                  </a:lnTo>
                  <a:lnTo>
                    <a:pt x="5653482" y="82244"/>
                  </a:lnTo>
                  <a:lnTo>
                    <a:pt x="5653600" y="82244"/>
                  </a:lnTo>
                  <a:lnTo>
                    <a:pt x="5653717" y="82244"/>
                  </a:lnTo>
                  <a:lnTo>
                    <a:pt x="5653717" y="81814"/>
                  </a:lnTo>
                  <a:lnTo>
                    <a:pt x="5653835" y="81814"/>
                  </a:lnTo>
                  <a:lnTo>
                    <a:pt x="5653952" y="81814"/>
                  </a:lnTo>
                  <a:lnTo>
                    <a:pt x="5654070" y="81814"/>
                  </a:lnTo>
                  <a:lnTo>
                    <a:pt x="5654188" y="81814"/>
                  </a:lnTo>
                  <a:lnTo>
                    <a:pt x="5654305" y="81814"/>
                  </a:lnTo>
                  <a:lnTo>
                    <a:pt x="5654423" y="81814"/>
                  </a:lnTo>
                  <a:lnTo>
                    <a:pt x="5654541" y="81814"/>
                  </a:lnTo>
                  <a:lnTo>
                    <a:pt x="5654658" y="81814"/>
                  </a:lnTo>
                  <a:lnTo>
                    <a:pt x="5654776" y="81814"/>
                  </a:lnTo>
                  <a:lnTo>
                    <a:pt x="5654893" y="81814"/>
                  </a:lnTo>
                  <a:lnTo>
                    <a:pt x="5655011" y="81814"/>
                  </a:lnTo>
                  <a:lnTo>
                    <a:pt x="5655129" y="81814"/>
                  </a:lnTo>
                  <a:lnTo>
                    <a:pt x="5655246" y="81814"/>
                  </a:lnTo>
                  <a:lnTo>
                    <a:pt x="5655364" y="81814"/>
                  </a:lnTo>
                  <a:lnTo>
                    <a:pt x="5655481" y="81814"/>
                  </a:lnTo>
                  <a:lnTo>
                    <a:pt x="5655599" y="81814"/>
                  </a:lnTo>
                  <a:lnTo>
                    <a:pt x="5655717" y="81814"/>
                  </a:lnTo>
                  <a:lnTo>
                    <a:pt x="5655834" y="81814"/>
                  </a:lnTo>
                  <a:lnTo>
                    <a:pt x="5655952" y="81814"/>
                  </a:lnTo>
                  <a:lnTo>
                    <a:pt x="5656069" y="81814"/>
                  </a:lnTo>
                  <a:lnTo>
                    <a:pt x="5656187" y="81814"/>
                  </a:lnTo>
                  <a:lnTo>
                    <a:pt x="5656305" y="81814"/>
                  </a:lnTo>
                  <a:lnTo>
                    <a:pt x="5656422" y="81814"/>
                  </a:lnTo>
                  <a:lnTo>
                    <a:pt x="5656422" y="81383"/>
                  </a:lnTo>
                  <a:lnTo>
                    <a:pt x="5656540" y="81383"/>
                  </a:lnTo>
                  <a:lnTo>
                    <a:pt x="5656658" y="81383"/>
                  </a:lnTo>
                  <a:lnTo>
                    <a:pt x="5656775" y="81383"/>
                  </a:lnTo>
                  <a:lnTo>
                    <a:pt x="5656893" y="81383"/>
                  </a:lnTo>
                  <a:lnTo>
                    <a:pt x="5657010" y="81383"/>
                  </a:lnTo>
                  <a:lnTo>
                    <a:pt x="5657128" y="81383"/>
                  </a:lnTo>
                  <a:lnTo>
                    <a:pt x="5657246" y="81383"/>
                  </a:lnTo>
                  <a:lnTo>
                    <a:pt x="5657363" y="81383"/>
                  </a:lnTo>
                  <a:lnTo>
                    <a:pt x="5657481" y="81383"/>
                  </a:lnTo>
                  <a:lnTo>
                    <a:pt x="5657598" y="81383"/>
                  </a:lnTo>
                  <a:lnTo>
                    <a:pt x="5657598" y="80952"/>
                  </a:lnTo>
                  <a:lnTo>
                    <a:pt x="5657716" y="80952"/>
                  </a:lnTo>
                  <a:lnTo>
                    <a:pt x="5657834" y="80952"/>
                  </a:lnTo>
                  <a:lnTo>
                    <a:pt x="5657951" y="80952"/>
                  </a:lnTo>
                  <a:lnTo>
                    <a:pt x="5658069" y="80952"/>
                  </a:lnTo>
                  <a:lnTo>
                    <a:pt x="5658187" y="80952"/>
                  </a:lnTo>
                  <a:lnTo>
                    <a:pt x="5658304" y="80952"/>
                  </a:lnTo>
                  <a:lnTo>
                    <a:pt x="5658422" y="80952"/>
                  </a:lnTo>
                  <a:lnTo>
                    <a:pt x="5658539" y="80952"/>
                  </a:lnTo>
                  <a:lnTo>
                    <a:pt x="5658657" y="80952"/>
                  </a:lnTo>
                  <a:lnTo>
                    <a:pt x="5658775" y="80952"/>
                  </a:lnTo>
                  <a:lnTo>
                    <a:pt x="5658892" y="80952"/>
                  </a:lnTo>
                  <a:lnTo>
                    <a:pt x="5659010" y="80952"/>
                  </a:lnTo>
                  <a:lnTo>
                    <a:pt x="5659127" y="80952"/>
                  </a:lnTo>
                  <a:lnTo>
                    <a:pt x="5659245" y="80952"/>
                  </a:lnTo>
                  <a:lnTo>
                    <a:pt x="5659363" y="80952"/>
                  </a:lnTo>
                  <a:lnTo>
                    <a:pt x="5659480" y="80952"/>
                  </a:lnTo>
                  <a:lnTo>
                    <a:pt x="5659598" y="80952"/>
                  </a:lnTo>
                  <a:lnTo>
                    <a:pt x="5659716" y="80952"/>
                  </a:lnTo>
                  <a:lnTo>
                    <a:pt x="5659833" y="80952"/>
                  </a:lnTo>
                  <a:lnTo>
                    <a:pt x="5659951" y="80952"/>
                  </a:lnTo>
                  <a:lnTo>
                    <a:pt x="5659951" y="80522"/>
                  </a:lnTo>
                  <a:lnTo>
                    <a:pt x="5660068" y="80522"/>
                  </a:lnTo>
                  <a:lnTo>
                    <a:pt x="5660186" y="80522"/>
                  </a:lnTo>
                  <a:lnTo>
                    <a:pt x="5660304" y="80522"/>
                  </a:lnTo>
                  <a:lnTo>
                    <a:pt x="5660421" y="80522"/>
                  </a:lnTo>
                  <a:lnTo>
                    <a:pt x="5660539" y="80522"/>
                  </a:lnTo>
                  <a:lnTo>
                    <a:pt x="5660656" y="80522"/>
                  </a:lnTo>
                  <a:lnTo>
                    <a:pt x="5660774" y="80522"/>
                  </a:lnTo>
                  <a:lnTo>
                    <a:pt x="5660892" y="80522"/>
                  </a:lnTo>
                  <a:lnTo>
                    <a:pt x="5661009" y="80522"/>
                  </a:lnTo>
                  <a:lnTo>
                    <a:pt x="5661127" y="80522"/>
                  </a:lnTo>
                  <a:lnTo>
                    <a:pt x="5661245" y="80522"/>
                  </a:lnTo>
                  <a:lnTo>
                    <a:pt x="5661362" y="80522"/>
                  </a:lnTo>
                  <a:lnTo>
                    <a:pt x="5661480" y="80522"/>
                  </a:lnTo>
                  <a:lnTo>
                    <a:pt x="5661597" y="80522"/>
                  </a:lnTo>
                  <a:lnTo>
                    <a:pt x="5661715" y="80522"/>
                  </a:lnTo>
                  <a:lnTo>
                    <a:pt x="5661833" y="80522"/>
                  </a:lnTo>
                  <a:lnTo>
                    <a:pt x="5661950" y="80522"/>
                  </a:lnTo>
                  <a:lnTo>
                    <a:pt x="5662068" y="80522"/>
                  </a:lnTo>
                  <a:lnTo>
                    <a:pt x="5662185" y="80522"/>
                  </a:lnTo>
                  <a:lnTo>
                    <a:pt x="5662185" y="80091"/>
                  </a:lnTo>
                  <a:lnTo>
                    <a:pt x="5662303" y="80091"/>
                  </a:lnTo>
                  <a:lnTo>
                    <a:pt x="5662421" y="80091"/>
                  </a:lnTo>
                  <a:lnTo>
                    <a:pt x="5662538" y="80091"/>
                  </a:lnTo>
                  <a:lnTo>
                    <a:pt x="5662656" y="80091"/>
                  </a:lnTo>
                  <a:lnTo>
                    <a:pt x="5662774" y="80091"/>
                  </a:lnTo>
                  <a:lnTo>
                    <a:pt x="5662891" y="80091"/>
                  </a:lnTo>
                  <a:lnTo>
                    <a:pt x="5663009" y="80091"/>
                  </a:lnTo>
                  <a:lnTo>
                    <a:pt x="5663126" y="80091"/>
                  </a:lnTo>
                  <a:lnTo>
                    <a:pt x="5663244" y="80091"/>
                  </a:lnTo>
                  <a:lnTo>
                    <a:pt x="5663362" y="80091"/>
                  </a:lnTo>
                  <a:lnTo>
                    <a:pt x="5663479" y="80091"/>
                  </a:lnTo>
                  <a:lnTo>
                    <a:pt x="5663597" y="80091"/>
                  </a:lnTo>
                  <a:lnTo>
                    <a:pt x="5663597" y="79661"/>
                  </a:lnTo>
                  <a:lnTo>
                    <a:pt x="5663714" y="79661"/>
                  </a:lnTo>
                  <a:lnTo>
                    <a:pt x="5663832" y="79661"/>
                  </a:lnTo>
                  <a:lnTo>
                    <a:pt x="5663950" y="79661"/>
                  </a:lnTo>
                  <a:lnTo>
                    <a:pt x="5664067" y="79661"/>
                  </a:lnTo>
                  <a:lnTo>
                    <a:pt x="5664185" y="79661"/>
                  </a:lnTo>
                  <a:lnTo>
                    <a:pt x="5664302" y="79661"/>
                  </a:lnTo>
                  <a:lnTo>
                    <a:pt x="5664420" y="79661"/>
                  </a:lnTo>
                  <a:lnTo>
                    <a:pt x="5664538" y="79661"/>
                  </a:lnTo>
                  <a:lnTo>
                    <a:pt x="5664655" y="79661"/>
                  </a:lnTo>
                  <a:lnTo>
                    <a:pt x="5664773" y="79661"/>
                  </a:lnTo>
                  <a:lnTo>
                    <a:pt x="5664891" y="79661"/>
                  </a:lnTo>
                  <a:lnTo>
                    <a:pt x="5665008" y="79661"/>
                  </a:lnTo>
                  <a:lnTo>
                    <a:pt x="5665126" y="79661"/>
                  </a:lnTo>
                  <a:lnTo>
                    <a:pt x="5665243" y="79661"/>
                  </a:lnTo>
                  <a:lnTo>
                    <a:pt x="5665361" y="79661"/>
                  </a:lnTo>
                  <a:lnTo>
                    <a:pt x="5665479" y="79661"/>
                  </a:lnTo>
                  <a:lnTo>
                    <a:pt x="5665596" y="79661"/>
                  </a:lnTo>
                  <a:lnTo>
                    <a:pt x="5665714" y="79661"/>
                  </a:lnTo>
                  <a:lnTo>
                    <a:pt x="5665831" y="79661"/>
                  </a:lnTo>
                  <a:lnTo>
                    <a:pt x="5665949" y="79661"/>
                  </a:lnTo>
                  <a:lnTo>
                    <a:pt x="5666067" y="79661"/>
                  </a:lnTo>
                  <a:lnTo>
                    <a:pt x="5666184" y="79661"/>
                  </a:lnTo>
                  <a:lnTo>
                    <a:pt x="5666302" y="79661"/>
                  </a:lnTo>
                  <a:lnTo>
                    <a:pt x="5666420" y="79661"/>
                  </a:lnTo>
                  <a:lnTo>
                    <a:pt x="5666537" y="79661"/>
                  </a:lnTo>
                  <a:lnTo>
                    <a:pt x="5666655" y="79661"/>
                  </a:lnTo>
                  <a:lnTo>
                    <a:pt x="5666772" y="79661"/>
                  </a:lnTo>
                  <a:lnTo>
                    <a:pt x="5666890" y="79661"/>
                  </a:lnTo>
                  <a:lnTo>
                    <a:pt x="5667008" y="79661"/>
                  </a:lnTo>
                  <a:lnTo>
                    <a:pt x="5667125" y="79661"/>
                  </a:lnTo>
                  <a:lnTo>
                    <a:pt x="5667243" y="79661"/>
                  </a:lnTo>
                  <a:lnTo>
                    <a:pt x="5667360" y="79661"/>
                  </a:lnTo>
                  <a:lnTo>
                    <a:pt x="5667478" y="79661"/>
                  </a:lnTo>
                  <a:lnTo>
                    <a:pt x="5667596" y="79661"/>
                  </a:lnTo>
                  <a:lnTo>
                    <a:pt x="5667713" y="79661"/>
                  </a:lnTo>
                  <a:lnTo>
                    <a:pt x="5667831" y="79661"/>
                  </a:lnTo>
                  <a:lnTo>
                    <a:pt x="5667949" y="79661"/>
                  </a:lnTo>
                  <a:lnTo>
                    <a:pt x="5668066" y="79661"/>
                  </a:lnTo>
                  <a:lnTo>
                    <a:pt x="5668184" y="79661"/>
                  </a:lnTo>
                  <a:lnTo>
                    <a:pt x="5668301" y="79661"/>
                  </a:lnTo>
                  <a:lnTo>
                    <a:pt x="5668419" y="79661"/>
                  </a:lnTo>
                  <a:lnTo>
                    <a:pt x="5668537" y="79661"/>
                  </a:lnTo>
                  <a:lnTo>
                    <a:pt x="5668654" y="79661"/>
                  </a:lnTo>
                  <a:lnTo>
                    <a:pt x="5668772" y="79661"/>
                  </a:lnTo>
                  <a:lnTo>
                    <a:pt x="5668889" y="79661"/>
                  </a:lnTo>
                  <a:lnTo>
                    <a:pt x="5669007" y="79661"/>
                  </a:lnTo>
                  <a:lnTo>
                    <a:pt x="5669125" y="79661"/>
                  </a:lnTo>
                  <a:lnTo>
                    <a:pt x="5669242" y="79661"/>
                  </a:lnTo>
                  <a:lnTo>
                    <a:pt x="5669360" y="79661"/>
                  </a:lnTo>
                  <a:lnTo>
                    <a:pt x="5669478" y="79661"/>
                  </a:lnTo>
                  <a:lnTo>
                    <a:pt x="5669595" y="79661"/>
                  </a:lnTo>
                  <a:lnTo>
                    <a:pt x="5669713" y="79661"/>
                  </a:lnTo>
                  <a:lnTo>
                    <a:pt x="5669830" y="79661"/>
                  </a:lnTo>
                  <a:lnTo>
                    <a:pt x="5669948" y="79661"/>
                  </a:lnTo>
                  <a:lnTo>
                    <a:pt x="5670066" y="79661"/>
                  </a:lnTo>
                  <a:lnTo>
                    <a:pt x="5670183" y="79661"/>
                  </a:lnTo>
                  <a:lnTo>
                    <a:pt x="5670301" y="79661"/>
                  </a:lnTo>
                  <a:lnTo>
                    <a:pt x="5670418" y="79661"/>
                  </a:lnTo>
                  <a:lnTo>
                    <a:pt x="5670536" y="79661"/>
                  </a:lnTo>
                  <a:lnTo>
                    <a:pt x="5670654" y="79661"/>
                  </a:lnTo>
                  <a:lnTo>
                    <a:pt x="5670771" y="79661"/>
                  </a:lnTo>
                  <a:lnTo>
                    <a:pt x="5670889" y="79661"/>
                  </a:lnTo>
                  <a:lnTo>
                    <a:pt x="5671007" y="79661"/>
                  </a:lnTo>
                  <a:lnTo>
                    <a:pt x="5671124" y="79661"/>
                  </a:lnTo>
                  <a:lnTo>
                    <a:pt x="5671242" y="79661"/>
                  </a:lnTo>
                  <a:lnTo>
                    <a:pt x="5671359" y="79661"/>
                  </a:lnTo>
                  <a:lnTo>
                    <a:pt x="5671477" y="79661"/>
                  </a:lnTo>
                  <a:lnTo>
                    <a:pt x="5671595" y="79661"/>
                  </a:lnTo>
                  <a:lnTo>
                    <a:pt x="5671712" y="79661"/>
                  </a:lnTo>
                  <a:lnTo>
                    <a:pt x="5671830" y="79661"/>
                  </a:lnTo>
                  <a:lnTo>
                    <a:pt x="5671947" y="79661"/>
                  </a:lnTo>
                  <a:lnTo>
                    <a:pt x="5672065" y="79661"/>
                  </a:lnTo>
                  <a:lnTo>
                    <a:pt x="5672183" y="79661"/>
                  </a:lnTo>
                  <a:lnTo>
                    <a:pt x="5672300" y="79661"/>
                  </a:lnTo>
                  <a:lnTo>
                    <a:pt x="5672418" y="79661"/>
                  </a:lnTo>
                  <a:lnTo>
                    <a:pt x="5672535" y="79661"/>
                  </a:lnTo>
                  <a:lnTo>
                    <a:pt x="5672653" y="79661"/>
                  </a:lnTo>
                  <a:lnTo>
                    <a:pt x="5672771" y="79661"/>
                  </a:lnTo>
                  <a:lnTo>
                    <a:pt x="5672888" y="79661"/>
                  </a:lnTo>
                  <a:lnTo>
                    <a:pt x="5673006" y="79661"/>
                  </a:lnTo>
                  <a:lnTo>
                    <a:pt x="5673124" y="79661"/>
                  </a:lnTo>
                  <a:lnTo>
                    <a:pt x="5673241" y="79661"/>
                  </a:lnTo>
                  <a:lnTo>
                    <a:pt x="5673359" y="79661"/>
                  </a:lnTo>
                  <a:lnTo>
                    <a:pt x="5673476" y="79661"/>
                  </a:lnTo>
                  <a:lnTo>
                    <a:pt x="5673594" y="79661"/>
                  </a:lnTo>
                  <a:lnTo>
                    <a:pt x="5673712" y="79661"/>
                  </a:lnTo>
                  <a:lnTo>
                    <a:pt x="5673829" y="79661"/>
                  </a:lnTo>
                  <a:lnTo>
                    <a:pt x="5673947" y="79661"/>
                  </a:lnTo>
                  <a:lnTo>
                    <a:pt x="5674064" y="79661"/>
                  </a:lnTo>
                  <a:lnTo>
                    <a:pt x="5674182" y="79661"/>
                  </a:lnTo>
                  <a:lnTo>
                    <a:pt x="5674300" y="79661"/>
                  </a:lnTo>
                  <a:lnTo>
                    <a:pt x="5674417" y="79661"/>
                  </a:lnTo>
                  <a:lnTo>
                    <a:pt x="5674535" y="79661"/>
                  </a:lnTo>
                  <a:lnTo>
                    <a:pt x="5674653" y="79661"/>
                  </a:lnTo>
                  <a:lnTo>
                    <a:pt x="5674770" y="79661"/>
                  </a:lnTo>
                  <a:lnTo>
                    <a:pt x="5674888" y="79661"/>
                  </a:lnTo>
                  <a:lnTo>
                    <a:pt x="5675005" y="79661"/>
                  </a:lnTo>
                  <a:lnTo>
                    <a:pt x="5675123" y="79661"/>
                  </a:lnTo>
                  <a:lnTo>
                    <a:pt x="5675241" y="79661"/>
                  </a:lnTo>
                  <a:lnTo>
                    <a:pt x="5675358" y="79661"/>
                  </a:lnTo>
                  <a:lnTo>
                    <a:pt x="5675358" y="79230"/>
                  </a:lnTo>
                  <a:lnTo>
                    <a:pt x="5675476" y="79230"/>
                  </a:lnTo>
                  <a:lnTo>
                    <a:pt x="5675476" y="78799"/>
                  </a:lnTo>
                  <a:lnTo>
                    <a:pt x="5675593" y="78799"/>
                  </a:lnTo>
                  <a:lnTo>
                    <a:pt x="5675711" y="78799"/>
                  </a:lnTo>
                  <a:lnTo>
                    <a:pt x="5675829" y="78799"/>
                  </a:lnTo>
                  <a:lnTo>
                    <a:pt x="5675946" y="78799"/>
                  </a:lnTo>
                  <a:lnTo>
                    <a:pt x="5676064" y="78799"/>
                  </a:lnTo>
                  <a:lnTo>
                    <a:pt x="5676182" y="78799"/>
                  </a:lnTo>
                  <a:lnTo>
                    <a:pt x="5676299" y="78799"/>
                  </a:lnTo>
                  <a:lnTo>
                    <a:pt x="5676417" y="78799"/>
                  </a:lnTo>
                  <a:lnTo>
                    <a:pt x="5676534" y="78799"/>
                  </a:lnTo>
                  <a:lnTo>
                    <a:pt x="5676652" y="78799"/>
                  </a:lnTo>
                  <a:lnTo>
                    <a:pt x="5676770" y="78799"/>
                  </a:lnTo>
                  <a:lnTo>
                    <a:pt x="5676887" y="78799"/>
                  </a:lnTo>
                  <a:lnTo>
                    <a:pt x="5677005" y="78799"/>
                  </a:lnTo>
                  <a:lnTo>
                    <a:pt x="5677122" y="78799"/>
                  </a:lnTo>
                  <a:lnTo>
                    <a:pt x="5677240" y="78799"/>
                  </a:lnTo>
                  <a:lnTo>
                    <a:pt x="5677358" y="78799"/>
                  </a:lnTo>
                  <a:lnTo>
                    <a:pt x="5677475" y="78799"/>
                  </a:lnTo>
                  <a:lnTo>
                    <a:pt x="5677593" y="78799"/>
                  </a:lnTo>
                  <a:lnTo>
                    <a:pt x="5677711" y="78799"/>
                  </a:lnTo>
                  <a:lnTo>
                    <a:pt x="5677711" y="78369"/>
                  </a:lnTo>
                  <a:lnTo>
                    <a:pt x="5677828" y="78369"/>
                  </a:lnTo>
                  <a:lnTo>
                    <a:pt x="5677946" y="78369"/>
                  </a:lnTo>
                  <a:lnTo>
                    <a:pt x="5678063" y="78369"/>
                  </a:lnTo>
                  <a:lnTo>
                    <a:pt x="5678181" y="78369"/>
                  </a:lnTo>
                  <a:lnTo>
                    <a:pt x="5678299" y="78369"/>
                  </a:lnTo>
                  <a:lnTo>
                    <a:pt x="5678416" y="78369"/>
                  </a:lnTo>
                  <a:lnTo>
                    <a:pt x="5678534" y="78369"/>
                  </a:lnTo>
                  <a:lnTo>
                    <a:pt x="5678651" y="78369"/>
                  </a:lnTo>
                  <a:lnTo>
                    <a:pt x="5678651" y="77938"/>
                  </a:lnTo>
                  <a:lnTo>
                    <a:pt x="5678769" y="77938"/>
                  </a:lnTo>
                  <a:lnTo>
                    <a:pt x="5678887" y="77938"/>
                  </a:lnTo>
                  <a:lnTo>
                    <a:pt x="5679004" y="77938"/>
                  </a:lnTo>
                  <a:lnTo>
                    <a:pt x="5679122" y="77938"/>
                  </a:lnTo>
                  <a:lnTo>
                    <a:pt x="5679240" y="77938"/>
                  </a:lnTo>
                  <a:lnTo>
                    <a:pt x="5679357" y="77938"/>
                  </a:lnTo>
                  <a:lnTo>
                    <a:pt x="5679475" y="77938"/>
                  </a:lnTo>
                  <a:lnTo>
                    <a:pt x="5679592" y="77938"/>
                  </a:lnTo>
                  <a:lnTo>
                    <a:pt x="5679710" y="77938"/>
                  </a:lnTo>
                  <a:lnTo>
                    <a:pt x="5679828" y="77938"/>
                  </a:lnTo>
                  <a:lnTo>
                    <a:pt x="5679945" y="77938"/>
                  </a:lnTo>
                  <a:lnTo>
                    <a:pt x="5680063" y="77938"/>
                  </a:lnTo>
                  <a:lnTo>
                    <a:pt x="5680180" y="77938"/>
                  </a:lnTo>
                  <a:lnTo>
                    <a:pt x="5680298" y="77938"/>
                  </a:lnTo>
                  <a:lnTo>
                    <a:pt x="5680416" y="77938"/>
                  </a:lnTo>
                  <a:lnTo>
                    <a:pt x="5680533" y="77938"/>
                  </a:lnTo>
                  <a:lnTo>
                    <a:pt x="5680651" y="77938"/>
                  </a:lnTo>
                  <a:lnTo>
                    <a:pt x="5680768" y="77938"/>
                  </a:lnTo>
                  <a:lnTo>
                    <a:pt x="5680886" y="77938"/>
                  </a:lnTo>
                  <a:lnTo>
                    <a:pt x="5681004" y="77938"/>
                  </a:lnTo>
                  <a:lnTo>
                    <a:pt x="5681121" y="77938"/>
                  </a:lnTo>
                  <a:lnTo>
                    <a:pt x="5681239" y="77938"/>
                  </a:lnTo>
                  <a:lnTo>
                    <a:pt x="5681357" y="77938"/>
                  </a:lnTo>
                  <a:lnTo>
                    <a:pt x="5681474" y="77938"/>
                  </a:lnTo>
                  <a:lnTo>
                    <a:pt x="5681592" y="77938"/>
                  </a:lnTo>
                  <a:lnTo>
                    <a:pt x="5681709" y="77938"/>
                  </a:lnTo>
                  <a:lnTo>
                    <a:pt x="5681827" y="77938"/>
                  </a:lnTo>
                  <a:lnTo>
                    <a:pt x="5681945" y="77938"/>
                  </a:lnTo>
                  <a:lnTo>
                    <a:pt x="5682062" y="77938"/>
                  </a:lnTo>
                  <a:lnTo>
                    <a:pt x="5682180" y="77938"/>
                  </a:lnTo>
                  <a:lnTo>
                    <a:pt x="5682297" y="77938"/>
                  </a:lnTo>
                  <a:lnTo>
                    <a:pt x="5682415" y="77938"/>
                  </a:lnTo>
                  <a:lnTo>
                    <a:pt x="5682533" y="77938"/>
                  </a:lnTo>
                  <a:lnTo>
                    <a:pt x="5682650" y="77938"/>
                  </a:lnTo>
                  <a:lnTo>
                    <a:pt x="5682768" y="77938"/>
                  </a:lnTo>
                  <a:lnTo>
                    <a:pt x="5682886" y="77938"/>
                  </a:lnTo>
                  <a:lnTo>
                    <a:pt x="5683003" y="77938"/>
                  </a:lnTo>
                  <a:lnTo>
                    <a:pt x="5683121" y="77938"/>
                  </a:lnTo>
                  <a:lnTo>
                    <a:pt x="5683121" y="77508"/>
                  </a:lnTo>
                  <a:lnTo>
                    <a:pt x="5683238" y="77508"/>
                  </a:lnTo>
                  <a:lnTo>
                    <a:pt x="5683356" y="77508"/>
                  </a:lnTo>
                  <a:lnTo>
                    <a:pt x="5683474" y="77508"/>
                  </a:lnTo>
                  <a:lnTo>
                    <a:pt x="5683591" y="77508"/>
                  </a:lnTo>
                  <a:lnTo>
                    <a:pt x="5683709" y="77508"/>
                  </a:lnTo>
                  <a:lnTo>
                    <a:pt x="5683826" y="77508"/>
                  </a:lnTo>
                  <a:lnTo>
                    <a:pt x="5683944" y="77508"/>
                  </a:lnTo>
                  <a:lnTo>
                    <a:pt x="5684062" y="77508"/>
                  </a:lnTo>
                  <a:lnTo>
                    <a:pt x="5684179" y="77508"/>
                  </a:lnTo>
                  <a:lnTo>
                    <a:pt x="5684297" y="77508"/>
                  </a:lnTo>
                  <a:lnTo>
                    <a:pt x="5684415" y="77508"/>
                  </a:lnTo>
                  <a:lnTo>
                    <a:pt x="5684532" y="77508"/>
                  </a:lnTo>
                  <a:lnTo>
                    <a:pt x="5684650" y="77508"/>
                  </a:lnTo>
                  <a:lnTo>
                    <a:pt x="5684767" y="77508"/>
                  </a:lnTo>
                  <a:lnTo>
                    <a:pt x="5684885" y="77508"/>
                  </a:lnTo>
                  <a:lnTo>
                    <a:pt x="5685003" y="77508"/>
                  </a:lnTo>
                  <a:lnTo>
                    <a:pt x="5685120" y="77508"/>
                  </a:lnTo>
                  <a:lnTo>
                    <a:pt x="5685238" y="77508"/>
                  </a:lnTo>
                  <a:lnTo>
                    <a:pt x="5685355" y="77508"/>
                  </a:lnTo>
                  <a:lnTo>
                    <a:pt x="5685473" y="77508"/>
                  </a:lnTo>
                  <a:lnTo>
                    <a:pt x="5685473" y="77077"/>
                  </a:lnTo>
                  <a:lnTo>
                    <a:pt x="5685591" y="77077"/>
                  </a:lnTo>
                  <a:lnTo>
                    <a:pt x="5685708" y="77077"/>
                  </a:lnTo>
                  <a:lnTo>
                    <a:pt x="5685826" y="77077"/>
                  </a:lnTo>
                  <a:lnTo>
                    <a:pt x="5685944" y="77077"/>
                  </a:lnTo>
                  <a:lnTo>
                    <a:pt x="5686061" y="77077"/>
                  </a:lnTo>
                  <a:lnTo>
                    <a:pt x="5686179" y="77077"/>
                  </a:lnTo>
                  <a:lnTo>
                    <a:pt x="5686296" y="77077"/>
                  </a:lnTo>
                  <a:lnTo>
                    <a:pt x="5686296" y="76646"/>
                  </a:lnTo>
                  <a:lnTo>
                    <a:pt x="5686414" y="76646"/>
                  </a:lnTo>
                  <a:lnTo>
                    <a:pt x="5686532" y="76646"/>
                  </a:lnTo>
                  <a:lnTo>
                    <a:pt x="5686649" y="76646"/>
                  </a:lnTo>
                  <a:lnTo>
                    <a:pt x="5686767" y="76646"/>
                  </a:lnTo>
                  <a:lnTo>
                    <a:pt x="5686884" y="76646"/>
                  </a:lnTo>
                  <a:lnTo>
                    <a:pt x="5687002" y="76646"/>
                  </a:lnTo>
                  <a:lnTo>
                    <a:pt x="5687120" y="76646"/>
                  </a:lnTo>
                  <a:lnTo>
                    <a:pt x="5687237" y="76646"/>
                  </a:lnTo>
                  <a:lnTo>
                    <a:pt x="5687355" y="76646"/>
                  </a:lnTo>
                  <a:lnTo>
                    <a:pt x="5687473" y="76646"/>
                  </a:lnTo>
                  <a:lnTo>
                    <a:pt x="5687590" y="76646"/>
                  </a:lnTo>
                  <a:lnTo>
                    <a:pt x="5687708" y="76646"/>
                  </a:lnTo>
                  <a:lnTo>
                    <a:pt x="5687825" y="76646"/>
                  </a:lnTo>
                  <a:lnTo>
                    <a:pt x="5687825" y="76216"/>
                  </a:lnTo>
                  <a:lnTo>
                    <a:pt x="5687943" y="76216"/>
                  </a:lnTo>
                  <a:lnTo>
                    <a:pt x="5688061" y="76216"/>
                  </a:lnTo>
                  <a:lnTo>
                    <a:pt x="5688178" y="76216"/>
                  </a:lnTo>
                  <a:lnTo>
                    <a:pt x="5688296" y="76216"/>
                  </a:lnTo>
                  <a:lnTo>
                    <a:pt x="5688413" y="76216"/>
                  </a:lnTo>
                  <a:lnTo>
                    <a:pt x="5688531" y="76216"/>
                  </a:lnTo>
                  <a:lnTo>
                    <a:pt x="5688649" y="76216"/>
                  </a:lnTo>
                  <a:lnTo>
                    <a:pt x="5688766" y="76216"/>
                  </a:lnTo>
                  <a:lnTo>
                    <a:pt x="5688884" y="76216"/>
                  </a:lnTo>
                  <a:lnTo>
                    <a:pt x="5689001" y="76216"/>
                  </a:lnTo>
                  <a:lnTo>
                    <a:pt x="5689119" y="76216"/>
                  </a:lnTo>
                  <a:lnTo>
                    <a:pt x="5689237" y="76216"/>
                  </a:lnTo>
                  <a:lnTo>
                    <a:pt x="5689354" y="76216"/>
                  </a:lnTo>
                  <a:lnTo>
                    <a:pt x="5689472" y="76216"/>
                  </a:lnTo>
                  <a:lnTo>
                    <a:pt x="5689590" y="76216"/>
                  </a:lnTo>
                  <a:lnTo>
                    <a:pt x="5689707" y="76216"/>
                  </a:lnTo>
                  <a:lnTo>
                    <a:pt x="5689825" y="76216"/>
                  </a:lnTo>
                  <a:lnTo>
                    <a:pt x="5689942" y="76216"/>
                  </a:lnTo>
                  <a:lnTo>
                    <a:pt x="5690060" y="76216"/>
                  </a:lnTo>
                  <a:lnTo>
                    <a:pt x="5690178" y="76216"/>
                  </a:lnTo>
                  <a:lnTo>
                    <a:pt x="5690295" y="76216"/>
                  </a:lnTo>
                  <a:lnTo>
                    <a:pt x="5690413" y="76216"/>
                  </a:lnTo>
                  <a:lnTo>
                    <a:pt x="5690530" y="76216"/>
                  </a:lnTo>
                  <a:lnTo>
                    <a:pt x="5690530" y="75785"/>
                  </a:lnTo>
                  <a:lnTo>
                    <a:pt x="5690648" y="75785"/>
                  </a:lnTo>
                  <a:lnTo>
                    <a:pt x="5690766" y="75785"/>
                  </a:lnTo>
                  <a:lnTo>
                    <a:pt x="5690883" y="75785"/>
                  </a:lnTo>
                  <a:lnTo>
                    <a:pt x="5691001" y="75785"/>
                  </a:lnTo>
                  <a:lnTo>
                    <a:pt x="5691119" y="75785"/>
                  </a:lnTo>
                  <a:lnTo>
                    <a:pt x="5691236" y="75785"/>
                  </a:lnTo>
                  <a:lnTo>
                    <a:pt x="5691354" y="75785"/>
                  </a:lnTo>
                  <a:lnTo>
                    <a:pt x="5691471" y="75785"/>
                  </a:lnTo>
                  <a:lnTo>
                    <a:pt x="5691589" y="75785"/>
                  </a:lnTo>
                  <a:lnTo>
                    <a:pt x="5691707" y="75785"/>
                  </a:lnTo>
                  <a:lnTo>
                    <a:pt x="5691824" y="75785"/>
                  </a:lnTo>
                  <a:lnTo>
                    <a:pt x="5691942" y="75785"/>
                  </a:lnTo>
                  <a:lnTo>
                    <a:pt x="5692059" y="75785"/>
                  </a:lnTo>
                  <a:lnTo>
                    <a:pt x="5692177" y="75785"/>
                  </a:lnTo>
                  <a:lnTo>
                    <a:pt x="5692295" y="75785"/>
                  </a:lnTo>
                  <a:lnTo>
                    <a:pt x="5692412" y="75785"/>
                  </a:lnTo>
                  <a:lnTo>
                    <a:pt x="5692412" y="75355"/>
                  </a:lnTo>
                  <a:lnTo>
                    <a:pt x="5692530" y="75355"/>
                  </a:lnTo>
                  <a:lnTo>
                    <a:pt x="5692648" y="75355"/>
                  </a:lnTo>
                  <a:lnTo>
                    <a:pt x="5692765" y="75355"/>
                  </a:lnTo>
                  <a:lnTo>
                    <a:pt x="5692883" y="75355"/>
                  </a:lnTo>
                  <a:lnTo>
                    <a:pt x="5693000" y="75355"/>
                  </a:lnTo>
                  <a:lnTo>
                    <a:pt x="5693118" y="75355"/>
                  </a:lnTo>
                  <a:lnTo>
                    <a:pt x="5693236" y="75355"/>
                  </a:lnTo>
                  <a:lnTo>
                    <a:pt x="5693353" y="75355"/>
                  </a:lnTo>
                  <a:lnTo>
                    <a:pt x="5693471" y="75355"/>
                  </a:lnTo>
                  <a:lnTo>
                    <a:pt x="5693588" y="75355"/>
                  </a:lnTo>
                  <a:lnTo>
                    <a:pt x="5693706" y="75355"/>
                  </a:lnTo>
                  <a:lnTo>
                    <a:pt x="5693824" y="75355"/>
                  </a:lnTo>
                  <a:lnTo>
                    <a:pt x="5693941" y="75355"/>
                  </a:lnTo>
                  <a:lnTo>
                    <a:pt x="5694059" y="75355"/>
                  </a:lnTo>
                  <a:lnTo>
                    <a:pt x="5694177" y="75355"/>
                  </a:lnTo>
                  <a:lnTo>
                    <a:pt x="5694294" y="75355"/>
                  </a:lnTo>
                  <a:lnTo>
                    <a:pt x="5694412" y="75355"/>
                  </a:lnTo>
                  <a:lnTo>
                    <a:pt x="5694529" y="75355"/>
                  </a:lnTo>
                  <a:lnTo>
                    <a:pt x="5694647" y="75355"/>
                  </a:lnTo>
                  <a:lnTo>
                    <a:pt x="5694765" y="75355"/>
                  </a:lnTo>
                  <a:lnTo>
                    <a:pt x="5694882" y="75355"/>
                  </a:lnTo>
                  <a:lnTo>
                    <a:pt x="5695000" y="75355"/>
                  </a:lnTo>
                  <a:lnTo>
                    <a:pt x="5695117" y="75355"/>
                  </a:lnTo>
                  <a:lnTo>
                    <a:pt x="5695117" y="74924"/>
                  </a:lnTo>
                  <a:lnTo>
                    <a:pt x="5695235" y="74924"/>
                  </a:lnTo>
                  <a:lnTo>
                    <a:pt x="5695353" y="74924"/>
                  </a:lnTo>
                  <a:lnTo>
                    <a:pt x="5695470" y="74924"/>
                  </a:lnTo>
                  <a:lnTo>
                    <a:pt x="5695588" y="74924"/>
                  </a:lnTo>
                  <a:lnTo>
                    <a:pt x="5695706" y="74924"/>
                  </a:lnTo>
                  <a:lnTo>
                    <a:pt x="5695823" y="74924"/>
                  </a:lnTo>
                  <a:lnTo>
                    <a:pt x="5695941" y="74924"/>
                  </a:lnTo>
                  <a:lnTo>
                    <a:pt x="5696058" y="74924"/>
                  </a:lnTo>
                  <a:lnTo>
                    <a:pt x="5696176" y="74924"/>
                  </a:lnTo>
                  <a:lnTo>
                    <a:pt x="5696294" y="74924"/>
                  </a:lnTo>
                  <a:lnTo>
                    <a:pt x="5696411" y="74924"/>
                  </a:lnTo>
                  <a:lnTo>
                    <a:pt x="5696529" y="74924"/>
                  </a:lnTo>
                  <a:lnTo>
                    <a:pt x="5696529" y="74493"/>
                  </a:lnTo>
                  <a:lnTo>
                    <a:pt x="5696646" y="74493"/>
                  </a:lnTo>
                  <a:lnTo>
                    <a:pt x="5696764" y="74493"/>
                  </a:lnTo>
                  <a:lnTo>
                    <a:pt x="5696882" y="74493"/>
                  </a:lnTo>
                  <a:lnTo>
                    <a:pt x="5696999" y="74493"/>
                  </a:lnTo>
                  <a:lnTo>
                    <a:pt x="5697117" y="74493"/>
                  </a:lnTo>
                  <a:lnTo>
                    <a:pt x="5697234" y="74493"/>
                  </a:lnTo>
                  <a:lnTo>
                    <a:pt x="5697234" y="74063"/>
                  </a:lnTo>
                  <a:lnTo>
                    <a:pt x="5697352" y="74063"/>
                  </a:lnTo>
                  <a:lnTo>
                    <a:pt x="5697470" y="74063"/>
                  </a:lnTo>
                  <a:lnTo>
                    <a:pt x="5697587" y="74063"/>
                  </a:lnTo>
                  <a:lnTo>
                    <a:pt x="5697705" y="74063"/>
                  </a:lnTo>
                  <a:lnTo>
                    <a:pt x="5697823" y="74063"/>
                  </a:lnTo>
                  <a:lnTo>
                    <a:pt x="5697940" y="74063"/>
                  </a:lnTo>
                  <a:lnTo>
                    <a:pt x="5698058" y="74063"/>
                  </a:lnTo>
                  <a:lnTo>
                    <a:pt x="5698175" y="74063"/>
                  </a:lnTo>
                  <a:lnTo>
                    <a:pt x="5698293" y="74063"/>
                  </a:lnTo>
                  <a:lnTo>
                    <a:pt x="5698411" y="74063"/>
                  </a:lnTo>
                  <a:lnTo>
                    <a:pt x="5698528" y="74063"/>
                  </a:lnTo>
                  <a:lnTo>
                    <a:pt x="5698646" y="74063"/>
                  </a:lnTo>
                  <a:lnTo>
                    <a:pt x="5698763" y="74063"/>
                  </a:lnTo>
                  <a:lnTo>
                    <a:pt x="5698881" y="74063"/>
                  </a:lnTo>
                  <a:lnTo>
                    <a:pt x="5698999" y="74063"/>
                  </a:lnTo>
                  <a:lnTo>
                    <a:pt x="5699116" y="74063"/>
                  </a:lnTo>
                  <a:lnTo>
                    <a:pt x="5699234" y="74063"/>
                  </a:lnTo>
                  <a:lnTo>
                    <a:pt x="5699352" y="74063"/>
                  </a:lnTo>
                  <a:lnTo>
                    <a:pt x="5699469" y="74063"/>
                  </a:lnTo>
                  <a:lnTo>
                    <a:pt x="5699587" y="74063"/>
                  </a:lnTo>
                  <a:lnTo>
                    <a:pt x="5699704" y="74063"/>
                  </a:lnTo>
                  <a:lnTo>
                    <a:pt x="5699822" y="74063"/>
                  </a:lnTo>
                  <a:lnTo>
                    <a:pt x="5699940" y="74063"/>
                  </a:lnTo>
                  <a:lnTo>
                    <a:pt x="5700057" y="74063"/>
                  </a:lnTo>
                  <a:lnTo>
                    <a:pt x="5700175" y="74063"/>
                  </a:lnTo>
                  <a:lnTo>
                    <a:pt x="5700292" y="74063"/>
                  </a:lnTo>
                  <a:lnTo>
                    <a:pt x="5700410" y="74063"/>
                  </a:lnTo>
                  <a:lnTo>
                    <a:pt x="5700528" y="74063"/>
                  </a:lnTo>
                  <a:lnTo>
                    <a:pt x="5700645" y="74063"/>
                  </a:lnTo>
                  <a:lnTo>
                    <a:pt x="5700763" y="74063"/>
                  </a:lnTo>
                  <a:lnTo>
                    <a:pt x="5700881" y="74063"/>
                  </a:lnTo>
                  <a:lnTo>
                    <a:pt x="5700998" y="74063"/>
                  </a:lnTo>
                  <a:lnTo>
                    <a:pt x="5700998" y="73632"/>
                  </a:lnTo>
                  <a:lnTo>
                    <a:pt x="5701116" y="73632"/>
                  </a:lnTo>
                  <a:lnTo>
                    <a:pt x="5701233" y="73632"/>
                  </a:lnTo>
                  <a:lnTo>
                    <a:pt x="5701351" y="73632"/>
                  </a:lnTo>
                  <a:lnTo>
                    <a:pt x="5701469" y="73632"/>
                  </a:lnTo>
                  <a:lnTo>
                    <a:pt x="5701586" y="73632"/>
                  </a:lnTo>
                  <a:lnTo>
                    <a:pt x="5701704" y="73632"/>
                  </a:lnTo>
                  <a:lnTo>
                    <a:pt x="5701821" y="73632"/>
                  </a:lnTo>
                  <a:lnTo>
                    <a:pt x="5701821" y="73202"/>
                  </a:lnTo>
                  <a:lnTo>
                    <a:pt x="5701939" y="73202"/>
                  </a:lnTo>
                  <a:lnTo>
                    <a:pt x="5702057" y="73202"/>
                  </a:lnTo>
                  <a:lnTo>
                    <a:pt x="5702174" y="73202"/>
                  </a:lnTo>
                  <a:lnTo>
                    <a:pt x="5702292" y="73202"/>
                  </a:lnTo>
                  <a:lnTo>
                    <a:pt x="5702410" y="73202"/>
                  </a:lnTo>
                  <a:lnTo>
                    <a:pt x="5702527" y="73202"/>
                  </a:lnTo>
                  <a:lnTo>
                    <a:pt x="5702645" y="73202"/>
                  </a:lnTo>
                  <a:lnTo>
                    <a:pt x="5702762" y="73202"/>
                  </a:lnTo>
                  <a:lnTo>
                    <a:pt x="5702880" y="73202"/>
                  </a:lnTo>
                  <a:lnTo>
                    <a:pt x="5702998" y="73202"/>
                  </a:lnTo>
                  <a:lnTo>
                    <a:pt x="5703115" y="73202"/>
                  </a:lnTo>
                  <a:lnTo>
                    <a:pt x="5703233" y="73202"/>
                  </a:lnTo>
                  <a:lnTo>
                    <a:pt x="5703350" y="73202"/>
                  </a:lnTo>
                  <a:lnTo>
                    <a:pt x="5703468" y="73202"/>
                  </a:lnTo>
                  <a:lnTo>
                    <a:pt x="5703586" y="73202"/>
                  </a:lnTo>
                  <a:lnTo>
                    <a:pt x="5703703" y="73202"/>
                  </a:lnTo>
                  <a:lnTo>
                    <a:pt x="5703703" y="72771"/>
                  </a:lnTo>
                  <a:lnTo>
                    <a:pt x="5703821" y="72771"/>
                  </a:lnTo>
                  <a:lnTo>
                    <a:pt x="5703939" y="72771"/>
                  </a:lnTo>
                  <a:lnTo>
                    <a:pt x="5704056" y="72771"/>
                  </a:lnTo>
                  <a:lnTo>
                    <a:pt x="5704174" y="72771"/>
                  </a:lnTo>
                  <a:lnTo>
                    <a:pt x="5704291" y="72771"/>
                  </a:lnTo>
                  <a:lnTo>
                    <a:pt x="5704409" y="72771"/>
                  </a:lnTo>
                  <a:lnTo>
                    <a:pt x="5704527" y="72771"/>
                  </a:lnTo>
                  <a:lnTo>
                    <a:pt x="5704644" y="72771"/>
                  </a:lnTo>
                  <a:lnTo>
                    <a:pt x="5704762" y="72771"/>
                  </a:lnTo>
                  <a:lnTo>
                    <a:pt x="5704762" y="72340"/>
                  </a:lnTo>
                  <a:lnTo>
                    <a:pt x="5704879" y="72340"/>
                  </a:lnTo>
                  <a:lnTo>
                    <a:pt x="5704997" y="72340"/>
                  </a:lnTo>
                  <a:lnTo>
                    <a:pt x="5705115" y="72340"/>
                  </a:lnTo>
                  <a:lnTo>
                    <a:pt x="5705232" y="72340"/>
                  </a:lnTo>
                  <a:lnTo>
                    <a:pt x="5705350" y="72340"/>
                  </a:lnTo>
                  <a:lnTo>
                    <a:pt x="5705467" y="72340"/>
                  </a:lnTo>
                  <a:lnTo>
                    <a:pt x="5705585" y="72340"/>
                  </a:lnTo>
                  <a:lnTo>
                    <a:pt x="5705703" y="72340"/>
                  </a:lnTo>
                  <a:lnTo>
                    <a:pt x="5705820" y="72340"/>
                  </a:lnTo>
                  <a:lnTo>
                    <a:pt x="5705938" y="72340"/>
                  </a:lnTo>
                  <a:lnTo>
                    <a:pt x="5706056" y="72340"/>
                  </a:lnTo>
                  <a:lnTo>
                    <a:pt x="5706173" y="72340"/>
                  </a:lnTo>
                  <a:lnTo>
                    <a:pt x="5706291" y="72340"/>
                  </a:lnTo>
                  <a:lnTo>
                    <a:pt x="5706408" y="72340"/>
                  </a:lnTo>
                  <a:lnTo>
                    <a:pt x="5706526" y="72340"/>
                  </a:lnTo>
                  <a:lnTo>
                    <a:pt x="5706644" y="72340"/>
                  </a:lnTo>
                  <a:lnTo>
                    <a:pt x="5706761" y="72340"/>
                  </a:lnTo>
                  <a:lnTo>
                    <a:pt x="5706879" y="72340"/>
                  </a:lnTo>
                  <a:lnTo>
                    <a:pt x="5706879" y="71910"/>
                  </a:lnTo>
                  <a:lnTo>
                    <a:pt x="5706996" y="71910"/>
                  </a:lnTo>
                  <a:lnTo>
                    <a:pt x="5707114" y="71910"/>
                  </a:lnTo>
                  <a:lnTo>
                    <a:pt x="5707232" y="71910"/>
                  </a:lnTo>
                  <a:lnTo>
                    <a:pt x="5707349" y="71910"/>
                  </a:lnTo>
                  <a:lnTo>
                    <a:pt x="5707467" y="71910"/>
                  </a:lnTo>
                  <a:lnTo>
                    <a:pt x="5707585" y="71910"/>
                  </a:lnTo>
                  <a:lnTo>
                    <a:pt x="5707702" y="71910"/>
                  </a:lnTo>
                  <a:lnTo>
                    <a:pt x="5707820" y="71910"/>
                  </a:lnTo>
                  <a:lnTo>
                    <a:pt x="5707937" y="71910"/>
                  </a:lnTo>
                  <a:lnTo>
                    <a:pt x="5708055" y="71910"/>
                  </a:lnTo>
                  <a:lnTo>
                    <a:pt x="5708173" y="71910"/>
                  </a:lnTo>
                  <a:lnTo>
                    <a:pt x="5708290" y="71910"/>
                  </a:lnTo>
                  <a:lnTo>
                    <a:pt x="5708290" y="71479"/>
                  </a:lnTo>
                  <a:lnTo>
                    <a:pt x="5708408" y="71479"/>
                  </a:lnTo>
                  <a:lnTo>
                    <a:pt x="5708525" y="71479"/>
                  </a:lnTo>
                  <a:lnTo>
                    <a:pt x="5708643" y="71479"/>
                  </a:lnTo>
                  <a:lnTo>
                    <a:pt x="5708761" y="71479"/>
                  </a:lnTo>
                  <a:lnTo>
                    <a:pt x="5708878" y="71479"/>
                  </a:lnTo>
                  <a:lnTo>
                    <a:pt x="5708996" y="71479"/>
                  </a:lnTo>
                  <a:lnTo>
                    <a:pt x="5709114" y="71479"/>
                  </a:lnTo>
                  <a:lnTo>
                    <a:pt x="5709231" y="71479"/>
                  </a:lnTo>
                  <a:lnTo>
                    <a:pt x="5709349" y="71479"/>
                  </a:lnTo>
                  <a:lnTo>
                    <a:pt x="5709466" y="71479"/>
                  </a:lnTo>
                  <a:lnTo>
                    <a:pt x="5709584" y="71479"/>
                  </a:lnTo>
                  <a:lnTo>
                    <a:pt x="5709702" y="71479"/>
                  </a:lnTo>
                  <a:lnTo>
                    <a:pt x="5709819" y="71479"/>
                  </a:lnTo>
                  <a:lnTo>
                    <a:pt x="5709937" y="71479"/>
                  </a:lnTo>
                  <a:lnTo>
                    <a:pt x="5710054" y="71479"/>
                  </a:lnTo>
                  <a:lnTo>
                    <a:pt x="5710172" y="71479"/>
                  </a:lnTo>
                  <a:lnTo>
                    <a:pt x="5710290" y="71479"/>
                  </a:lnTo>
                  <a:lnTo>
                    <a:pt x="5710407" y="71479"/>
                  </a:lnTo>
                  <a:lnTo>
                    <a:pt x="5710525" y="71479"/>
                  </a:lnTo>
                  <a:lnTo>
                    <a:pt x="5710643" y="71479"/>
                  </a:lnTo>
                  <a:lnTo>
                    <a:pt x="5710760" y="71479"/>
                  </a:lnTo>
                  <a:lnTo>
                    <a:pt x="5710878" y="71479"/>
                  </a:lnTo>
                  <a:lnTo>
                    <a:pt x="5710878" y="71049"/>
                  </a:lnTo>
                  <a:lnTo>
                    <a:pt x="5710995" y="71049"/>
                  </a:lnTo>
                  <a:lnTo>
                    <a:pt x="5711113" y="71049"/>
                  </a:lnTo>
                  <a:lnTo>
                    <a:pt x="5711113" y="70618"/>
                  </a:lnTo>
                  <a:lnTo>
                    <a:pt x="5711231" y="70618"/>
                  </a:lnTo>
                  <a:lnTo>
                    <a:pt x="5711348" y="70618"/>
                  </a:lnTo>
                  <a:lnTo>
                    <a:pt x="5711466" y="70618"/>
                  </a:lnTo>
                  <a:lnTo>
                    <a:pt x="5711583" y="70618"/>
                  </a:lnTo>
                  <a:lnTo>
                    <a:pt x="5711701" y="70618"/>
                  </a:lnTo>
                  <a:lnTo>
                    <a:pt x="5711819" y="70618"/>
                  </a:lnTo>
                  <a:lnTo>
                    <a:pt x="5711936" y="70618"/>
                  </a:lnTo>
                  <a:lnTo>
                    <a:pt x="5712054" y="70618"/>
                  </a:lnTo>
                  <a:lnTo>
                    <a:pt x="5712172" y="70618"/>
                  </a:lnTo>
                  <a:lnTo>
                    <a:pt x="5712289" y="70618"/>
                  </a:lnTo>
                  <a:lnTo>
                    <a:pt x="5712407" y="70618"/>
                  </a:lnTo>
                  <a:lnTo>
                    <a:pt x="5712524" y="70618"/>
                  </a:lnTo>
                  <a:lnTo>
                    <a:pt x="5712524" y="70187"/>
                  </a:lnTo>
                  <a:lnTo>
                    <a:pt x="5712524" y="69757"/>
                  </a:lnTo>
                  <a:lnTo>
                    <a:pt x="5712642" y="69757"/>
                  </a:lnTo>
                  <a:lnTo>
                    <a:pt x="5712760" y="69757"/>
                  </a:lnTo>
                  <a:lnTo>
                    <a:pt x="5712877" y="69757"/>
                  </a:lnTo>
                  <a:lnTo>
                    <a:pt x="5712995" y="69757"/>
                  </a:lnTo>
                  <a:lnTo>
                    <a:pt x="5713112" y="69757"/>
                  </a:lnTo>
                  <a:lnTo>
                    <a:pt x="5713230" y="69757"/>
                  </a:lnTo>
                  <a:lnTo>
                    <a:pt x="5713348" y="69757"/>
                  </a:lnTo>
                  <a:lnTo>
                    <a:pt x="5713465" y="69757"/>
                  </a:lnTo>
                  <a:lnTo>
                    <a:pt x="5713583" y="69757"/>
                  </a:lnTo>
                  <a:lnTo>
                    <a:pt x="5713700" y="69757"/>
                  </a:lnTo>
                  <a:lnTo>
                    <a:pt x="5713818" y="69757"/>
                  </a:lnTo>
                  <a:lnTo>
                    <a:pt x="5713936" y="69757"/>
                  </a:lnTo>
                  <a:lnTo>
                    <a:pt x="5713936" y="69326"/>
                  </a:lnTo>
                  <a:lnTo>
                    <a:pt x="5714053" y="69326"/>
                  </a:lnTo>
                  <a:lnTo>
                    <a:pt x="5714171" y="69326"/>
                  </a:lnTo>
                  <a:lnTo>
                    <a:pt x="5714289" y="69326"/>
                  </a:lnTo>
                  <a:lnTo>
                    <a:pt x="5714406" y="69326"/>
                  </a:lnTo>
                  <a:lnTo>
                    <a:pt x="5714524" y="69326"/>
                  </a:lnTo>
                  <a:lnTo>
                    <a:pt x="5714641" y="69326"/>
                  </a:lnTo>
                  <a:lnTo>
                    <a:pt x="5714759" y="69326"/>
                  </a:lnTo>
                  <a:lnTo>
                    <a:pt x="5714877" y="69326"/>
                  </a:lnTo>
                  <a:lnTo>
                    <a:pt x="5714994" y="69326"/>
                  </a:lnTo>
                  <a:lnTo>
                    <a:pt x="5715112" y="69326"/>
                  </a:lnTo>
                  <a:lnTo>
                    <a:pt x="5715229" y="69326"/>
                  </a:lnTo>
                  <a:lnTo>
                    <a:pt x="5715347" y="69326"/>
                  </a:lnTo>
                  <a:lnTo>
                    <a:pt x="5715465" y="69326"/>
                  </a:lnTo>
                  <a:lnTo>
                    <a:pt x="5715465" y="68896"/>
                  </a:lnTo>
                  <a:lnTo>
                    <a:pt x="5715582" y="68896"/>
                  </a:lnTo>
                  <a:lnTo>
                    <a:pt x="5715700" y="68896"/>
                  </a:lnTo>
                  <a:lnTo>
                    <a:pt x="5715818" y="68896"/>
                  </a:lnTo>
                  <a:lnTo>
                    <a:pt x="5715935" y="68896"/>
                  </a:lnTo>
                  <a:lnTo>
                    <a:pt x="5716053" y="68896"/>
                  </a:lnTo>
                  <a:lnTo>
                    <a:pt x="5716170" y="68896"/>
                  </a:lnTo>
                  <a:lnTo>
                    <a:pt x="5716288" y="68896"/>
                  </a:lnTo>
                  <a:lnTo>
                    <a:pt x="5716406" y="68896"/>
                  </a:lnTo>
                  <a:lnTo>
                    <a:pt x="5716523" y="68896"/>
                  </a:lnTo>
                  <a:lnTo>
                    <a:pt x="5716641" y="68896"/>
                  </a:lnTo>
                  <a:lnTo>
                    <a:pt x="5716758" y="68896"/>
                  </a:lnTo>
                  <a:lnTo>
                    <a:pt x="5716876" y="68896"/>
                  </a:lnTo>
                  <a:lnTo>
                    <a:pt x="5716994" y="68896"/>
                  </a:lnTo>
                  <a:lnTo>
                    <a:pt x="5717111" y="68896"/>
                  </a:lnTo>
                  <a:lnTo>
                    <a:pt x="5717229" y="68896"/>
                  </a:lnTo>
                  <a:lnTo>
                    <a:pt x="5717347" y="68896"/>
                  </a:lnTo>
                  <a:lnTo>
                    <a:pt x="5717464" y="68896"/>
                  </a:lnTo>
                  <a:lnTo>
                    <a:pt x="5717582" y="68896"/>
                  </a:lnTo>
                  <a:lnTo>
                    <a:pt x="5717699" y="68896"/>
                  </a:lnTo>
                  <a:lnTo>
                    <a:pt x="5717699" y="68465"/>
                  </a:lnTo>
                  <a:lnTo>
                    <a:pt x="5717817" y="68465"/>
                  </a:lnTo>
                  <a:lnTo>
                    <a:pt x="5717935" y="68465"/>
                  </a:lnTo>
                  <a:lnTo>
                    <a:pt x="5718052" y="68465"/>
                  </a:lnTo>
                  <a:lnTo>
                    <a:pt x="5718170" y="68465"/>
                  </a:lnTo>
                  <a:lnTo>
                    <a:pt x="5718287" y="68465"/>
                  </a:lnTo>
                  <a:lnTo>
                    <a:pt x="5718405" y="68465"/>
                  </a:lnTo>
                  <a:lnTo>
                    <a:pt x="5718523" y="68465"/>
                  </a:lnTo>
                  <a:lnTo>
                    <a:pt x="5718640" y="68465"/>
                  </a:lnTo>
                  <a:lnTo>
                    <a:pt x="5718758" y="68465"/>
                  </a:lnTo>
                  <a:lnTo>
                    <a:pt x="5718876" y="68465"/>
                  </a:lnTo>
                  <a:lnTo>
                    <a:pt x="5718993" y="68465"/>
                  </a:lnTo>
                  <a:lnTo>
                    <a:pt x="5719111" y="68465"/>
                  </a:lnTo>
                  <a:lnTo>
                    <a:pt x="5719228" y="68465"/>
                  </a:lnTo>
                  <a:lnTo>
                    <a:pt x="5719346" y="68465"/>
                  </a:lnTo>
                  <a:lnTo>
                    <a:pt x="5719346" y="68034"/>
                  </a:lnTo>
                  <a:lnTo>
                    <a:pt x="5719464" y="68034"/>
                  </a:lnTo>
                  <a:lnTo>
                    <a:pt x="5719581" y="68034"/>
                  </a:lnTo>
                  <a:lnTo>
                    <a:pt x="5719581" y="67604"/>
                  </a:lnTo>
                  <a:lnTo>
                    <a:pt x="5719699" y="67604"/>
                  </a:lnTo>
                  <a:lnTo>
                    <a:pt x="5719816" y="67604"/>
                  </a:lnTo>
                  <a:lnTo>
                    <a:pt x="5719934" y="67604"/>
                  </a:lnTo>
                  <a:lnTo>
                    <a:pt x="5720052" y="67604"/>
                  </a:lnTo>
                  <a:lnTo>
                    <a:pt x="5720169" y="67604"/>
                  </a:lnTo>
                  <a:lnTo>
                    <a:pt x="5720287" y="67604"/>
                  </a:lnTo>
                  <a:lnTo>
                    <a:pt x="5720405" y="67604"/>
                  </a:lnTo>
                  <a:lnTo>
                    <a:pt x="5720522" y="67604"/>
                  </a:lnTo>
                  <a:lnTo>
                    <a:pt x="5720640" y="67604"/>
                  </a:lnTo>
                  <a:lnTo>
                    <a:pt x="5720640" y="67173"/>
                  </a:lnTo>
                  <a:lnTo>
                    <a:pt x="5720757" y="67173"/>
                  </a:lnTo>
                  <a:lnTo>
                    <a:pt x="5720875" y="67173"/>
                  </a:lnTo>
                  <a:lnTo>
                    <a:pt x="5720993" y="67173"/>
                  </a:lnTo>
                  <a:lnTo>
                    <a:pt x="5721110" y="67173"/>
                  </a:lnTo>
                  <a:lnTo>
                    <a:pt x="5721110" y="66743"/>
                  </a:lnTo>
                  <a:lnTo>
                    <a:pt x="5721228" y="66743"/>
                  </a:lnTo>
                  <a:lnTo>
                    <a:pt x="5721345" y="66743"/>
                  </a:lnTo>
                  <a:lnTo>
                    <a:pt x="5721463" y="66743"/>
                  </a:lnTo>
                  <a:lnTo>
                    <a:pt x="5721463" y="66312"/>
                  </a:lnTo>
                  <a:lnTo>
                    <a:pt x="5721581" y="66312"/>
                  </a:lnTo>
                  <a:lnTo>
                    <a:pt x="5721698" y="66312"/>
                  </a:lnTo>
                  <a:lnTo>
                    <a:pt x="5721816" y="66312"/>
                  </a:lnTo>
                  <a:lnTo>
                    <a:pt x="5721933" y="66312"/>
                  </a:lnTo>
                  <a:lnTo>
                    <a:pt x="5722051" y="66312"/>
                  </a:lnTo>
                  <a:lnTo>
                    <a:pt x="5722169" y="66312"/>
                  </a:lnTo>
                  <a:lnTo>
                    <a:pt x="5722169" y="65881"/>
                  </a:lnTo>
                  <a:lnTo>
                    <a:pt x="5722286" y="65881"/>
                  </a:lnTo>
                  <a:lnTo>
                    <a:pt x="5722404" y="65881"/>
                  </a:lnTo>
                  <a:lnTo>
                    <a:pt x="5722522" y="65881"/>
                  </a:lnTo>
                  <a:lnTo>
                    <a:pt x="5722639" y="65881"/>
                  </a:lnTo>
                  <a:lnTo>
                    <a:pt x="5722757" y="65881"/>
                  </a:lnTo>
                  <a:lnTo>
                    <a:pt x="5722874" y="65881"/>
                  </a:lnTo>
                  <a:lnTo>
                    <a:pt x="5722992" y="65881"/>
                  </a:lnTo>
                  <a:lnTo>
                    <a:pt x="5723110" y="65881"/>
                  </a:lnTo>
                  <a:lnTo>
                    <a:pt x="5723227" y="65881"/>
                  </a:lnTo>
                  <a:lnTo>
                    <a:pt x="5723345" y="65881"/>
                  </a:lnTo>
                  <a:lnTo>
                    <a:pt x="5723462" y="65881"/>
                  </a:lnTo>
                  <a:lnTo>
                    <a:pt x="5723580" y="65881"/>
                  </a:lnTo>
                  <a:lnTo>
                    <a:pt x="5723698" y="65881"/>
                  </a:lnTo>
                  <a:lnTo>
                    <a:pt x="5723815" y="65881"/>
                  </a:lnTo>
                  <a:lnTo>
                    <a:pt x="5723933" y="65881"/>
                  </a:lnTo>
                  <a:lnTo>
                    <a:pt x="5724051" y="65881"/>
                  </a:lnTo>
                  <a:lnTo>
                    <a:pt x="5724168" y="65881"/>
                  </a:lnTo>
                  <a:lnTo>
                    <a:pt x="5724286" y="65881"/>
                  </a:lnTo>
                  <a:lnTo>
                    <a:pt x="5724403" y="65881"/>
                  </a:lnTo>
                  <a:lnTo>
                    <a:pt x="5724521" y="65881"/>
                  </a:lnTo>
                  <a:lnTo>
                    <a:pt x="5724639" y="65881"/>
                  </a:lnTo>
                  <a:lnTo>
                    <a:pt x="5724756" y="65881"/>
                  </a:lnTo>
                  <a:lnTo>
                    <a:pt x="5724874" y="65881"/>
                  </a:lnTo>
                  <a:lnTo>
                    <a:pt x="5724991" y="65881"/>
                  </a:lnTo>
                  <a:lnTo>
                    <a:pt x="5725109" y="65881"/>
                  </a:lnTo>
                  <a:lnTo>
                    <a:pt x="5725227" y="65881"/>
                  </a:lnTo>
                  <a:lnTo>
                    <a:pt x="5725344" y="65881"/>
                  </a:lnTo>
                  <a:lnTo>
                    <a:pt x="5725462" y="65881"/>
                  </a:lnTo>
                  <a:lnTo>
                    <a:pt x="5725580" y="65881"/>
                  </a:lnTo>
                  <a:lnTo>
                    <a:pt x="5725697" y="65881"/>
                  </a:lnTo>
                  <a:lnTo>
                    <a:pt x="5725815" y="65881"/>
                  </a:lnTo>
                  <a:lnTo>
                    <a:pt x="5725932" y="65881"/>
                  </a:lnTo>
                  <a:lnTo>
                    <a:pt x="5726050" y="65881"/>
                  </a:lnTo>
                  <a:lnTo>
                    <a:pt x="5726168" y="65881"/>
                  </a:lnTo>
                  <a:lnTo>
                    <a:pt x="5726285" y="65881"/>
                  </a:lnTo>
                  <a:lnTo>
                    <a:pt x="5726403" y="65881"/>
                  </a:lnTo>
                  <a:lnTo>
                    <a:pt x="5726520" y="65881"/>
                  </a:lnTo>
                  <a:lnTo>
                    <a:pt x="5726638" y="65881"/>
                  </a:lnTo>
                  <a:lnTo>
                    <a:pt x="5726756" y="65881"/>
                  </a:lnTo>
                  <a:lnTo>
                    <a:pt x="5726873" y="65881"/>
                  </a:lnTo>
                  <a:lnTo>
                    <a:pt x="5726991" y="65881"/>
                  </a:lnTo>
                  <a:lnTo>
                    <a:pt x="5727109" y="65881"/>
                  </a:lnTo>
                  <a:lnTo>
                    <a:pt x="5727226" y="65881"/>
                  </a:lnTo>
                  <a:lnTo>
                    <a:pt x="5727344" y="65881"/>
                  </a:lnTo>
                  <a:lnTo>
                    <a:pt x="5727461" y="65881"/>
                  </a:lnTo>
                  <a:lnTo>
                    <a:pt x="5727579" y="65881"/>
                  </a:lnTo>
                  <a:lnTo>
                    <a:pt x="5727697" y="65881"/>
                  </a:lnTo>
                  <a:lnTo>
                    <a:pt x="5727814" y="65881"/>
                  </a:lnTo>
                  <a:lnTo>
                    <a:pt x="5727932" y="65881"/>
                  </a:lnTo>
                  <a:lnTo>
                    <a:pt x="5728049" y="65881"/>
                  </a:lnTo>
                  <a:lnTo>
                    <a:pt x="5728049" y="65451"/>
                  </a:lnTo>
                  <a:lnTo>
                    <a:pt x="5728167" y="65451"/>
                  </a:lnTo>
                  <a:lnTo>
                    <a:pt x="5728285" y="65451"/>
                  </a:lnTo>
                  <a:lnTo>
                    <a:pt x="5728402" y="65451"/>
                  </a:lnTo>
                  <a:lnTo>
                    <a:pt x="5728520" y="65451"/>
                  </a:lnTo>
                  <a:lnTo>
                    <a:pt x="5728520" y="65020"/>
                  </a:lnTo>
                  <a:lnTo>
                    <a:pt x="5728638" y="65020"/>
                  </a:lnTo>
                  <a:lnTo>
                    <a:pt x="5728755" y="65020"/>
                  </a:lnTo>
                  <a:lnTo>
                    <a:pt x="5728873" y="65020"/>
                  </a:lnTo>
                  <a:lnTo>
                    <a:pt x="5728990" y="65020"/>
                  </a:lnTo>
                  <a:lnTo>
                    <a:pt x="5729108" y="65020"/>
                  </a:lnTo>
                  <a:lnTo>
                    <a:pt x="5729226" y="65020"/>
                  </a:lnTo>
                  <a:lnTo>
                    <a:pt x="5729343" y="65020"/>
                  </a:lnTo>
                  <a:lnTo>
                    <a:pt x="5729461" y="65020"/>
                  </a:lnTo>
                  <a:lnTo>
                    <a:pt x="5729578" y="65020"/>
                  </a:lnTo>
                  <a:lnTo>
                    <a:pt x="5729696" y="65020"/>
                  </a:lnTo>
                  <a:lnTo>
                    <a:pt x="5729814" y="65020"/>
                  </a:lnTo>
                  <a:lnTo>
                    <a:pt x="5729931" y="65020"/>
                  </a:lnTo>
                  <a:lnTo>
                    <a:pt x="5730049" y="65020"/>
                  </a:lnTo>
                  <a:lnTo>
                    <a:pt x="5730166" y="65020"/>
                  </a:lnTo>
                  <a:lnTo>
                    <a:pt x="5730284" y="65020"/>
                  </a:lnTo>
                  <a:lnTo>
                    <a:pt x="5730402" y="65020"/>
                  </a:lnTo>
                  <a:lnTo>
                    <a:pt x="5730519" y="65020"/>
                  </a:lnTo>
                  <a:lnTo>
                    <a:pt x="5730637" y="65020"/>
                  </a:lnTo>
                  <a:lnTo>
                    <a:pt x="5730755" y="65020"/>
                  </a:lnTo>
                  <a:lnTo>
                    <a:pt x="5730872" y="65020"/>
                  </a:lnTo>
                  <a:lnTo>
                    <a:pt x="5730990" y="65020"/>
                  </a:lnTo>
                  <a:lnTo>
                    <a:pt x="5731107" y="65020"/>
                  </a:lnTo>
                  <a:lnTo>
                    <a:pt x="5731225" y="65020"/>
                  </a:lnTo>
                  <a:lnTo>
                    <a:pt x="5731343" y="65020"/>
                  </a:lnTo>
                  <a:lnTo>
                    <a:pt x="5731460" y="65020"/>
                  </a:lnTo>
                  <a:lnTo>
                    <a:pt x="5731578" y="65020"/>
                  </a:lnTo>
                  <a:lnTo>
                    <a:pt x="5731695" y="65020"/>
                  </a:lnTo>
                  <a:lnTo>
                    <a:pt x="5731813" y="65020"/>
                  </a:lnTo>
                  <a:lnTo>
                    <a:pt x="5731813" y="64590"/>
                  </a:lnTo>
                  <a:lnTo>
                    <a:pt x="5731931" y="64590"/>
                  </a:lnTo>
                  <a:lnTo>
                    <a:pt x="5732048" y="64590"/>
                  </a:lnTo>
                  <a:lnTo>
                    <a:pt x="5732166" y="64590"/>
                  </a:lnTo>
                  <a:lnTo>
                    <a:pt x="5732284" y="64590"/>
                  </a:lnTo>
                  <a:lnTo>
                    <a:pt x="5732401" y="64590"/>
                  </a:lnTo>
                  <a:lnTo>
                    <a:pt x="5732519" y="64590"/>
                  </a:lnTo>
                  <a:lnTo>
                    <a:pt x="5732636" y="64590"/>
                  </a:lnTo>
                  <a:lnTo>
                    <a:pt x="5732754" y="64590"/>
                  </a:lnTo>
                  <a:lnTo>
                    <a:pt x="5732872" y="64590"/>
                  </a:lnTo>
                  <a:lnTo>
                    <a:pt x="5732989" y="64590"/>
                  </a:lnTo>
                  <a:lnTo>
                    <a:pt x="5733107" y="64590"/>
                  </a:lnTo>
                  <a:lnTo>
                    <a:pt x="5733224" y="64590"/>
                  </a:lnTo>
                  <a:lnTo>
                    <a:pt x="5733342" y="64590"/>
                  </a:lnTo>
                  <a:lnTo>
                    <a:pt x="5733460" y="64590"/>
                  </a:lnTo>
                  <a:lnTo>
                    <a:pt x="5733577" y="64590"/>
                  </a:lnTo>
                  <a:lnTo>
                    <a:pt x="5733695" y="64590"/>
                  </a:lnTo>
                  <a:lnTo>
                    <a:pt x="5733813" y="64590"/>
                  </a:lnTo>
                  <a:lnTo>
                    <a:pt x="5733930" y="64590"/>
                  </a:lnTo>
                  <a:lnTo>
                    <a:pt x="5734048" y="64590"/>
                  </a:lnTo>
                  <a:lnTo>
                    <a:pt x="5734165" y="64590"/>
                  </a:lnTo>
                  <a:lnTo>
                    <a:pt x="5734283" y="64590"/>
                  </a:lnTo>
                  <a:lnTo>
                    <a:pt x="5734401" y="64590"/>
                  </a:lnTo>
                  <a:lnTo>
                    <a:pt x="5734518" y="64590"/>
                  </a:lnTo>
                  <a:lnTo>
                    <a:pt x="5734636" y="64590"/>
                  </a:lnTo>
                  <a:lnTo>
                    <a:pt x="5734753" y="64590"/>
                  </a:lnTo>
                  <a:lnTo>
                    <a:pt x="5734871" y="64590"/>
                  </a:lnTo>
                  <a:lnTo>
                    <a:pt x="5734989" y="64590"/>
                  </a:lnTo>
                  <a:lnTo>
                    <a:pt x="5734989" y="64159"/>
                  </a:lnTo>
                  <a:lnTo>
                    <a:pt x="5735106" y="64159"/>
                  </a:lnTo>
                  <a:lnTo>
                    <a:pt x="5735224" y="64159"/>
                  </a:lnTo>
                  <a:lnTo>
                    <a:pt x="5735342" y="64159"/>
                  </a:lnTo>
                  <a:lnTo>
                    <a:pt x="5735459" y="64159"/>
                  </a:lnTo>
                  <a:lnTo>
                    <a:pt x="5735577" y="64159"/>
                  </a:lnTo>
                  <a:lnTo>
                    <a:pt x="5735694" y="64159"/>
                  </a:lnTo>
                  <a:lnTo>
                    <a:pt x="5735694" y="63728"/>
                  </a:lnTo>
                  <a:lnTo>
                    <a:pt x="5735812" y="63728"/>
                  </a:lnTo>
                  <a:lnTo>
                    <a:pt x="5735930" y="63728"/>
                  </a:lnTo>
                  <a:lnTo>
                    <a:pt x="5736047" y="63728"/>
                  </a:lnTo>
                  <a:lnTo>
                    <a:pt x="5736165" y="63728"/>
                  </a:lnTo>
                  <a:lnTo>
                    <a:pt x="5736282" y="63728"/>
                  </a:lnTo>
                  <a:lnTo>
                    <a:pt x="5736400" y="63728"/>
                  </a:lnTo>
                  <a:lnTo>
                    <a:pt x="5736518" y="63728"/>
                  </a:lnTo>
                  <a:lnTo>
                    <a:pt x="5736635" y="63728"/>
                  </a:lnTo>
                  <a:lnTo>
                    <a:pt x="5736753" y="63728"/>
                  </a:lnTo>
                  <a:lnTo>
                    <a:pt x="5736870" y="63728"/>
                  </a:lnTo>
                  <a:lnTo>
                    <a:pt x="5736988" y="63728"/>
                  </a:lnTo>
                  <a:lnTo>
                    <a:pt x="5737106" y="63728"/>
                  </a:lnTo>
                  <a:lnTo>
                    <a:pt x="5737223" y="63728"/>
                  </a:lnTo>
                  <a:lnTo>
                    <a:pt x="5737341" y="63728"/>
                  </a:lnTo>
                  <a:lnTo>
                    <a:pt x="5737459" y="63728"/>
                  </a:lnTo>
                  <a:lnTo>
                    <a:pt x="5737576" y="63728"/>
                  </a:lnTo>
                  <a:lnTo>
                    <a:pt x="5737694" y="63728"/>
                  </a:lnTo>
                  <a:lnTo>
                    <a:pt x="5737811" y="63728"/>
                  </a:lnTo>
                  <a:lnTo>
                    <a:pt x="5737929" y="63728"/>
                  </a:lnTo>
                  <a:lnTo>
                    <a:pt x="5738047" y="63728"/>
                  </a:lnTo>
                  <a:lnTo>
                    <a:pt x="5738164" y="63728"/>
                  </a:lnTo>
                  <a:lnTo>
                    <a:pt x="5738282" y="63728"/>
                  </a:lnTo>
                  <a:lnTo>
                    <a:pt x="5738399" y="63728"/>
                  </a:lnTo>
                  <a:lnTo>
                    <a:pt x="5738517" y="63728"/>
                  </a:lnTo>
                  <a:lnTo>
                    <a:pt x="5738635" y="63728"/>
                  </a:lnTo>
                  <a:lnTo>
                    <a:pt x="5738752" y="63728"/>
                  </a:lnTo>
                  <a:lnTo>
                    <a:pt x="5738870" y="63728"/>
                  </a:lnTo>
                  <a:lnTo>
                    <a:pt x="5738988" y="63728"/>
                  </a:lnTo>
                  <a:lnTo>
                    <a:pt x="5739105" y="63728"/>
                  </a:lnTo>
                  <a:lnTo>
                    <a:pt x="5739223" y="63728"/>
                  </a:lnTo>
                  <a:lnTo>
                    <a:pt x="5739340" y="63728"/>
                  </a:lnTo>
                  <a:lnTo>
                    <a:pt x="5739458" y="63728"/>
                  </a:lnTo>
                  <a:lnTo>
                    <a:pt x="5739576" y="63728"/>
                  </a:lnTo>
                  <a:lnTo>
                    <a:pt x="5739693" y="63728"/>
                  </a:lnTo>
                  <a:lnTo>
                    <a:pt x="5739811" y="63728"/>
                  </a:lnTo>
                  <a:lnTo>
                    <a:pt x="5739928" y="63728"/>
                  </a:lnTo>
                  <a:lnTo>
                    <a:pt x="5740046" y="63728"/>
                  </a:lnTo>
                  <a:lnTo>
                    <a:pt x="5740164" y="63728"/>
                  </a:lnTo>
                  <a:lnTo>
                    <a:pt x="5740281" y="63728"/>
                  </a:lnTo>
                  <a:lnTo>
                    <a:pt x="5740399" y="63728"/>
                  </a:lnTo>
                  <a:lnTo>
                    <a:pt x="5740517" y="63728"/>
                  </a:lnTo>
                  <a:lnTo>
                    <a:pt x="5740634" y="63728"/>
                  </a:lnTo>
                  <a:lnTo>
                    <a:pt x="5740752" y="63728"/>
                  </a:lnTo>
                  <a:lnTo>
                    <a:pt x="5740869" y="63728"/>
                  </a:lnTo>
                  <a:lnTo>
                    <a:pt x="5740987" y="63728"/>
                  </a:lnTo>
                  <a:lnTo>
                    <a:pt x="5741105" y="63728"/>
                  </a:lnTo>
                  <a:lnTo>
                    <a:pt x="5741222" y="63728"/>
                  </a:lnTo>
                  <a:lnTo>
                    <a:pt x="5741340" y="63728"/>
                  </a:lnTo>
                  <a:lnTo>
                    <a:pt x="5741457" y="63728"/>
                  </a:lnTo>
                  <a:lnTo>
                    <a:pt x="5741575" y="63728"/>
                  </a:lnTo>
                  <a:lnTo>
                    <a:pt x="5741693" y="63728"/>
                  </a:lnTo>
                  <a:lnTo>
                    <a:pt x="5741810" y="63728"/>
                  </a:lnTo>
                  <a:lnTo>
                    <a:pt x="5741928" y="63728"/>
                  </a:lnTo>
                  <a:lnTo>
                    <a:pt x="5742046" y="63728"/>
                  </a:lnTo>
                  <a:lnTo>
                    <a:pt x="5742163" y="63728"/>
                  </a:lnTo>
                  <a:lnTo>
                    <a:pt x="5742163" y="63298"/>
                  </a:lnTo>
                  <a:lnTo>
                    <a:pt x="5742281" y="63298"/>
                  </a:lnTo>
                  <a:lnTo>
                    <a:pt x="5742398" y="63298"/>
                  </a:lnTo>
                  <a:lnTo>
                    <a:pt x="5742516" y="63298"/>
                  </a:lnTo>
                  <a:lnTo>
                    <a:pt x="5742634" y="63298"/>
                  </a:lnTo>
                  <a:lnTo>
                    <a:pt x="5742751" y="63298"/>
                  </a:lnTo>
                  <a:lnTo>
                    <a:pt x="5742869" y="63298"/>
                  </a:lnTo>
                  <a:lnTo>
                    <a:pt x="5742986" y="63298"/>
                  </a:lnTo>
                  <a:lnTo>
                    <a:pt x="5743104" y="63298"/>
                  </a:lnTo>
                  <a:lnTo>
                    <a:pt x="5743222" y="63298"/>
                  </a:lnTo>
                  <a:lnTo>
                    <a:pt x="5743339" y="63298"/>
                  </a:lnTo>
                  <a:lnTo>
                    <a:pt x="5743339" y="62867"/>
                  </a:lnTo>
                  <a:lnTo>
                    <a:pt x="5743457" y="62867"/>
                  </a:lnTo>
                  <a:lnTo>
                    <a:pt x="5743575" y="62867"/>
                  </a:lnTo>
                  <a:lnTo>
                    <a:pt x="5743692" y="62867"/>
                  </a:lnTo>
                  <a:lnTo>
                    <a:pt x="5743810" y="62867"/>
                  </a:lnTo>
                  <a:lnTo>
                    <a:pt x="5743927" y="62867"/>
                  </a:lnTo>
                  <a:lnTo>
                    <a:pt x="5744045" y="62867"/>
                  </a:lnTo>
                  <a:lnTo>
                    <a:pt x="5744163" y="62867"/>
                  </a:lnTo>
                  <a:lnTo>
                    <a:pt x="5744280" y="62867"/>
                  </a:lnTo>
                  <a:lnTo>
                    <a:pt x="5744398" y="62867"/>
                  </a:lnTo>
                  <a:lnTo>
                    <a:pt x="5744515" y="62867"/>
                  </a:lnTo>
                  <a:lnTo>
                    <a:pt x="5744633" y="62867"/>
                  </a:lnTo>
                  <a:lnTo>
                    <a:pt x="5744751" y="62867"/>
                  </a:lnTo>
                  <a:lnTo>
                    <a:pt x="5744868" y="62867"/>
                  </a:lnTo>
                  <a:lnTo>
                    <a:pt x="5744868" y="62437"/>
                  </a:lnTo>
                  <a:lnTo>
                    <a:pt x="5744986" y="62437"/>
                  </a:lnTo>
                  <a:lnTo>
                    <a:pt x="5745103" y="62437"/>
                  </a:lnTo>
                  <a:lnTo>
                    <a:pt x="5745221" y="62437"/>
                  </a:lnTo>
                  <a:lnTo>
                    <a:pt x="5745339" y="62437"/>
                  </a:lnTo>
                  <a:lnTo>
                    <a:pt x="5745456" y="62437"/>
                  </a:lnTo>
                  <a:lnTo>
                    <a:pt x="5745574" y="62437"/>
                  </a:lnTo>
                  <a:lnTo>
                    <a:pt x="5745692" y="62437"/>
                  </a:lnTo>
                  <a:lnTo>
                    <a:pt x="5745809" y="62437"/>
                  </a:lnTo>
                  <a:lnTo>
                    <a:pt x="5745927" y="62437"/>
                  </a:lnTo>
                  <a:lnTo>
                    <a:pt x="5746044" y="62437"/>
                  </a:lnTo>
                  <a:lnTo>
                    <a:pt x="5746162" y="62437"/>
                  </a:lnTo>
                  <a:lnTo>
                    <a:pt x="5746280" y="62437"/>
                  </a:lnTo>
                  <a:lnTo>
                    <a:pt x="5746397" y="62437"/>
                  </a:lnTo>
                  <a:lnTo>
                    <a:pt x="5746515" y="62437"/>
                  </a:lnTo>
                  <a:lnTo>
                    <a:pt x="5746632" y="62437"/>
                  </a:lnTo>
                  <a:lnTo>
                    <a:pt x="5746750" y="62437"/>
                  </a:lnTo>
                  <a:lnTo>
                    <a:pt x="5746868" y="62437"/>
                  </a:lnTo>
                  <a:lnTo>
                    <a:pt x="5746985" y="62437"/>
                  </a:lnTo>
                  <a:lnTo>
                    <a:pt x="5747103" y="62437"/>
                  </a:lnTo>
                  <a:lnTo>
                    <a:pt x="5747221" y="62437"/>
                  </a:lnTo>
                  <a:lnTo>
                    <a:pt x="5747338" y="62437"/>
                  </a:lnTo>
                  <a:lnTo>
                    <a:pt x="5747456" y="62437"/>
                  </a:lnTo>
                  <a:lnTo>
                    <a:pt x="5747573" y="62437"/>
                  </a:lnTo>
                  <a:lnTo>
                    <a:pt x="5747691" y="62437"/>
                  </a:lnTo>
                  <a:lnTo>
                    <a:pt x="5747809" y="62437"/>
                  </a:lnTo>
                  <a:lnTo>
                    <a:pt x="5747926" y="62437"/>
                  </a:lnTo>
                  <a:lnTo>
                    <a:pt x="5748044" y="62437"/>
                  </a:lnTo>
                  <a:lnTo>
                    <a:pt x="5748161" y="62437"/>
                  </a:lnTo>
                  <a:lnTo>
                    <a:pt x="5748279" y="62437"/>
                  </a:lnTo>
                  <a:lnTo>
                    <a:pt x="5748397" y="62437"/>
                  </a:lnTo>
                  <a:lnTo>
                    <a:pt x="5748514" y="62437"/>
                  </a:lnTo>
                  <a:lnTo>
                    <a:pt x="5748632" y="62437"/>
                  </a:lnTo>
                  <a:lnTo>
                    <a:pt x="5748750" y="62437"/>
                  </a:lnTo>
                  <a:lnTo>
                    <a:pt x="5748867" y="62437"/>
                  </a:lnTo>
                  <a:lnTo>
                    <a:pt x="5748985" y="62437"/>
                  </a:lnTo>
                  <a:lnTo>
                    <a:pt x="5749102" y="62437"/>
                  </a:lnTo>
                  <a:lnTo>
                    <a:pt x="5749220" y="62437"/>
                  </a:lnTo>
                  <a:lnTo>
                    <a:pt x="5749338" y="62437"/>
                  </a:lnTo>
                  <a:lnTo>
                    <a:pt x="5749455" y="62437"/>
                  </a:lnTo>
                  <a:lnTo>
                    <a:pt x="5749573" y="62437"/>
                  </a:lnTo>
                  <a:lnTo>
                    <a:pt x="5749690" y="62437"/>
                  </a:lnTo>
                  <a:lnTo>
                    <a:pt x="5749808" y="62437"/>
                  </a:lnTo>
                  <a:lnTo>
                    <a:pt x="5749926" y="62437"/>
                  </a:lnTo>
                  <a:lnTo>
                    <a:pt x="5750043" y="62437"/>
                  </a:lnTo>
                  <a:lnTo>
                    <a:pt x="5750161" y="62437"/>
                  </a:lnTo>
                  <a:lnTo>
                    <a:pt x="5750279" y="62437"/>
                  </a:lnTo>
                  <a:lnTo>
                    <a:pt x="5750396" y="62437"/>
                  </a:lnTo>
                  <a:lnTo>
                    <a:pt x="5750514" y="62437"/>
                  </a:lnTo>
                  <a:lnTo>
                    <a:pt x="5750631" y="62437"/>
                  </a:lnTo>
                  <a:lnTo>
                    <a:pt x="5750749" y="62437"/>
                  </a:lnTo>
                  <a:lnTo>
                    <a:pt x="5750867" y="62437"/>
                  </a:lnTo>
                  <a:lnTo>
                    <a:pt x="5750984" y="62437"/>
                  </a:lnTo>
                  <a:lnTo>
                    <a:pt x="5751102" y="62437"/>
                  </a:lnTo>
                  <a:lnTo>
                    <a:pt x="5751219" y="62437"/>
                  </a:lnTo>
                  <a:lnTo>
                    <a:pt x="5751337" y="62437"/>
                  </a:lnTo>
                  <a:lnTo>
                    <a:pt x="5751455" y="62437"/>
                  </a:lnTo>
                  <a:lnTo>
                    <a:pt x="5751572" y="62437"/>
                  </a:lnTo>
                  <a:lnTo>
                    <a:pt x="5751690" y="62437"/>
                  </a:lnTo>
                  <a:lnTo>
                    <a:pt x="5751808" y="62437"/>
                  </a:lnTo>
                  <a:lnTo>
                    <a:pt x="5751925" y="62437"/>
                  </a:lnTo>
                  <a:lnTo>
                    <a:pt x="5752043" y="62437"/>
                  </a:lnTo>
                  <a:lnTo>
                    <a:pt x="5752160" y="62437"/>
                  </a:lnTo>
                  <a:lnTo>
                    <a:pt x="5752278" y="62437"/>
                  </a:lnTo>
                  <a:lnTo>
                    <a:pt x="5752396" y="62437"/>
                  </a:lnTo>
                  <a:lnTo>
                    <a:pt x="5752513" y="62437"/>
                  </a:lnTo>
                  <a:lnTo>
                    <a:pt x="5752631" y="62437"/>
                  </a:lnTo>
                  <a:lnTo>
                    <a:pt x="5752748" y="62437"/>
                  </a:lnTo>
                  <a:lnTo>
                    <a:pt x="5752866" y="62437"/>
                  </a:lnTo>
                  <a:lnTo>
                    <a:pt x="5752984" y="62437"/>
                  </a:lnTo>
                  <a:lnTo>
                    <a:pt x="5753101" y="62437"/>
                  </a:lnTo>
                  <a:lnTo>
                    <a:pt x="5753219" y="62437"/>
                  </a:lnTo>
                  <a:lnTo>
                    <a:pt x="5753336" y="62437"/>
                  </a:lnTo>
                  <a:lnTo>
                    <a:pt x="5753454" y="62437"/>
                  </a:lnTo>
                  <a:lnTo>
                    <a:pt x="5753572" y="62437"/>
                  </a:lnTo>
                  <a:lnTo>
                    <a:pt x="5753689" y="62437"/>
                  </a:lnTo>
                  <a:lnTo>
                    <a:pt x="5753807" y="62437"/>
                  </a:lnTo>
                  <a:lnTo>
                    <a:pt x="5753925" y="62437"/>
                  </a:lnTo>
                  <a:lnTo>
                    <a:pt x="5754042" y="62437"/>
                  </a:lnTo>
                  <a:lnTo>
                    <a:pt x="5754160" y="62437"/>
                  </a:lnTo>
                  <a:lnTo>
                    <a:pt x="5754277" y="62437"/>
                  </a:lnTo>
                  <a:lnTo>
                    <a:pt x="5754395" y="62437"/>
                  </a:lnTo>
                  <a:lnTo>
                    <a:pt x="5754513" y="62437"/>
                  </a:lnTo>
                  <a:lnTo>
                    <a:pt x="5754630" y="62437"/>
                  </a:lnTo>
                  <a:lnTo>
                    <a:pt x="5754630" y="62006"/>
                  </a:lnTo>
                  <a:lnTo>
                    <a:pt x="5754748" y="62006"/>
                  </a:lnTo>
                  <a:lnTo>
                    <a:pt x="5754865" y="62006"/>
                  </a:lnTo>
                  <a:lnTo>
                    <a:pt x="5754983" y="62006"/>
                  </a:lnTo>
                  <a:lnTo>
                    <a:pt x="5755101" y="62006"/>
                  </a:lnTo>
                  <a:lnTo>
                    <a:pt x="5755218" y="62006"/>
                  </a:lnTo>
                  <a:lnTo>
                    <a:pt x="5755218" y="61575"/>
                  </a:lnTo>
                  <a:lnTo>
                    <a:pt x="5755336" y="61575"/>
                  </a:lnTo>
                  <a:lnTo>
                    <a:pt x="5755454" y="61575"/>
                  </a:lnTo>
                  <a:lnTo>
                    <a:pt x="5755571" y="61575"/>
                  </a:lnTo>
                  <a:lnTo>
                    <a:pt x="5755689" y="61575"/>
                  </a:lnTo>
                  <a:lnTo>
                    <a:pt x="5755806" y="61575"/>
                  </a:lnTo>
                  <a:lnTo>
                    <a:pt x="5755924" y="61575"/>
                  </a:lnTo>
                  <a:lnTo>
                    <a:pt x="5756042" y="61575"/>
                  </a:lnTo>
                  <a:lnTo>
                    <a:pt x="5756159" y="61575"/>
                  </a:lnTo>
                  <a:lnTo>
                    <a:pt x="5756277" y="61575"/>
                  </a:lnTo>
                  <a:lnTo>
                    <a:pt x="5756394" y="61575"/>
                  </a:lnTo>
                  <a:lnTo>
                    <a:pt x="5756512" y="61575"/>
                  </a:lnTo>
                  <a:lnTo>
                    <a:pt x="5756630" y="61575"/>
                  </a:lnTo>
                  <a:lnTo>
                    <a:pt x="5756747" y="61575"/>
                  </a:lnTo>
                  <a:lnTo>
                    <a:pt x="5756865" y="61575"/>
                  </a:lnTo>
                  <a:lnTo>
                    <a:pt x="5756983" y="61575"/>
                  </a:lnTo>
                  <a:lnTo>
                    <a:pt x="5757100" y="61575"/>
                  </a:lnTo>
                  <a:lnTo>
                    <a:pt x="5757218" y="61575"/>
                  </a:lnTo>
                  <a:lnTo>
                    <a:pt x="5757335" y="61575"/>
                  </a:lnTo>
                  <a:lnTo>
                    <a:pt x="5757453" y="61575"/>
                  </a:lnTo>
                  <a:lnTo>
                    <a:pt x="5757571" y="61575"/>
                  </a:lnTo>
                  <a:lnTo>
                    <a:pt x="5757688" y="61575"/>
                  </a:lnTo>
                  <a:lnTo>
                    <a:pt x="5757806" y="61575"/>
                  </a:lnTo>
                  <a:lnTo>
                    <a:pt x="5757923" y="61575"/>
                  </a:lnTo>
                  <a:lnTo>
                    <a:pt x="5758041" y="61575"/>
                  </a:lnTo>
                  <a:lnTo>
                    <a:pt x="5758041" y="61145"/>
                  </a:lnTo>
                  <a:lnTo>
                    <a:pt x="5758159" y="61145"/>
                  </a:lnTo>
                  <a:lnTo>
                    <a:pt x="5758276" y="61145"/>
                  </a:lnTo>
                  <a:lnTo>
                    <a:pt x="5758394" y="61145"/>
                  </a:lnTo>
                  <a:lnTo>
                    <a:pt x="5758512" y="61145"/>
                  </a:lnTo>
                  <a:lnTo>
                    <a:pt x="5758629" y="61145"/>
                  </a:lnTo>
                  <a:lnTo>
                    <a:pt x="5758747" y="61145"/>
                  </a:lnTo>
                  <a:lnTo>
                    <a:pt x="5758864" y="61145"/>
                  </a:lnTo>
                  <a:lnTo>
                    <a:pt x="5758982" y="61145"/>
                  </a:lnTo>
                  <a:lnTo>
                    <a:pt x="5759100" y="61145"/>
                  </a:lnTo>
                  <a:lnTo>
                    <a:pt x="5759217" y="61145"/>
                  </a:lnTo>
                  <a:lnTo>
                    <a:pt x="5759335" y="61145"/>
                  </a:lnTo>
                  <a:lnTo>
                    <a:pt x="5759452" y="61145"/>
                  </a:lnTo>
                  <a:lnTo>
                    <a:pt x="5759570" y="61145"/>
                  </a:lnTo>
                  <a:lnTo>
                    <a:pt x="5759688" y="61145"/>
                  </a:lnTo>
                  <a:lnTo>
                    <a:pt x="5759688" y="60714"/>
                  </a:lnTo>
                  <a:lnTo>
                    <a:pt x="5759805" y="60714"/>
                  </a:lnTo>
                  <a:lnTo>
                    <a:pt x="5759923" y="60714"/>
                  </a:lnTo>
                  <a:lnTo>
                    <a:pt x="5759923" y="60284"/>
                  </a:lnTo>
                  <a:lnTo>
                    <a:pt x="5759923" y="59853"/>
                  </a:lnTo>
                  <a:lnTo>
                    <a:pt x="5760041" y="59853"/>
                  </a:lnTo>
                  <a:lnTo>
                    <a:pt x="5760158" y="59853"/>
                  </a:lnTo>
                  <a:lnTo>
                    <a:pt x="5760276" y="59853"/>
                  </a:lnTo>
                  <a:lnTo>
                    <a:pt x="5760393" y="59853"/>
                  </a:lnTo>
                  <a:lnTo>
                    <a:pt x="5760511" y="59853"/>
                  </a:lnTo>
                  <a:lnTo>
                    <a:pt x="5760629" y="59853"/>
                  </a:lnTo>
                  <a:lnTo>
                    <a:pt x="5760746" y="59853"/>
                  </a:lnTo>
                  <a:lnTo>
                    <a:pt x="5760864" y="59853"/>
                  </a:lnTo>
                  <a:lnTo>
                    <a:pt x="5760981" y="59853"/>
                  </a:lnTo>
                  <a:lnTo>
                    <a:pt x="5761099" y="59853"/>
                  </a:lnTo>
                  <a:lnTo>
                    <a:pt x="5761217" y="59853"/>
                  </a:lnTo>
                  <a:lnTo>
                    <a:pt x="5761334" y="59853"/>
                  </a:lnTo>
                  <a:lnTo>
                    <a:pt x="5761452" y="59853"/>
                  </a:lnTo>
                  <a:lnTo>
                    <a:pt x="5761569" y="59853"/>
                  </a:lnTo>
                  <a:lnTo>
                    <a:pt x="5761687" y="59853"/>
                  </a:lnTo>
                  <a:lnTo>
                    <a:pt x="5761805" y="59853"/>
                  </a:lnTo>
                  <a:lnTo>
                    <a:pt x="5761922" y="59853"/>
                  </a:lnTo>
                  <a:lnTo>
                    <a:pt x="5762040" y="59853"/>
                  </a:lnTo>
                  <a:lnTo>
                    <a:pt x="5762158" y="59853"/>
                  </a:lnTo>
                  <a:lnTo>
                    <a:pt x="5762275" y="59853"/>
                  </a:lnTo>
                  <a:lnTo>
                    <a:pt x="5762393" y="59853"/>
                  </a:lnTo>
                  <a:lnTo>
                    <a:pt x="5762510" y="59853"/>
                  </a:lnTo>
                  <a:lnTo>
                    <a:pt x="5762628" y="59853"/>
                  </a:lnTo>
                  <a:lnTo>
                    <a:pt x="5762746" y="59853"/>
                  </a:lnTo>
                  <a:lnTo>
                    <a:pt x="5762863" y="59853"/>
                  </a:lnTo>
                  <a:lnTo>
                    <a:pt x="5762981" y="59853"/>
                  </a:lnTo>
                  <a:lnTo>
                    <a:pt x="5763098" y="59853"/>
                  </a:lnTo>
                  <a:lnTo>
                    <a:pt x="5763216" y="59853"/>
                  </a:lnTo>
                  <a:lnTo>
                    <a:pt x="5763334" y="59853"/>
                  </a:lnTo>
                  <a:lnTo>
                    <a:pt x="5763451" y="59853"/>
                  </a:lnTo>
                  <a:lnTo>
                    <a:pt x="5763569" y="59853"/>
                  </a:lnTo>
                  <a:lnTo>
                    <a:pt x="5763687" y="59853"/>
                  </a:lnTo>
                  <a:lnTo>
                    <a:pt x="5763804" y="59853"/>
                  </a:lnTo>
                  <a:lnTo>
                    <a:pt x="5763922" y="59853"/>
                  </a:lnTo>
                  <a:lnTo>
                    <a:pt x="5764039" y="59853"/>
                  </a:lnTo>
                  <a:lnTo>
                    <a:pt x="5764157" y="59853"/>
                  </a:lnTo>
                  <a:lnTo>
                    <a:pt x="5764275" y="59853"/>
                  </a:lnTo>
                  <a:lnTo>
                    <a:pt x="5764392" y="59853"/>
                  </a:lnTo>
                  <a:lnTo>
                    <a:pt x="5764510" y="59853"/>
                  </a:lnTo>
                  <a:lnTo>
                    <a:pt x="5764627" y="59853"/>
                  </a:lnTo>
                  <a:lnTo>
                    <a:pt x="5764745" y="59853"/>
                  </a:lnTo>
                  <a:lnTo>
                    <a:pt x="5764863" y="59853"/>
                  </a:lnTo>
                  <a:lnTo>
                    <a:pt x="5764980" y="59853"/>
                  </a:lnTo>
                  <a:lnTo>
                    <a:pt x="5765098" y="59853"/>
                  </a:lnTo>
                  <a:lnTo>
                    <a:pt x="5765216" y="59853"/>
                  </a:lnTo>
                  <a:lnTo>
                    <a:pt x="5765333" y="59853"/>
                  </a:lnTo>
                  <a:lnTo>
                    <a:pt x="5765451" y="59853"/>
                  </a:lnTo>
                  <a:lnTo>
                    <a:pt x="5765568" y="59853"/>
                  </a:lnTo>
                  <a:lnTo>
                    <a:pt x="5765686" y="59853"/>
                  </a:lnTo>
                  <a:lnTo>
                    <a:pt x="5765804" y="59853"/>
                  </a:lnTo>
                  <a:lnTo>
                    <a:pt x="5765921" y="59853"/>
                  </a:lnTo>
                  <a:lnTo>
                    <a:pt x="5766039" y="59853"/>
                  </a:lnTo>
                  <a:lnTo>
                    <a:pt x="5766156" y="59853"/>
                  </a:lnTo>
                  <a:lnTo>
                    <a:pt x="5766274" y="59853"/>
                  </a:lnTo>
                  <a:lnTo>
                    <a:pt x="5766392" y="59853"/>
                  </a:lnTo>
                  <a:lnTo>
                    <a:pt x="5766509" y="59853"/>
                  </a:lnTo>
                  <a:lnTo>
                    <a:pt x="5766627" y="59853"/>
                  </a:lnTo>
                  <a:lnTo>
                    <a:pt x="5766745" y="59853"/>
                  </a:lnTo>
                  <a:lnTo>
                    <a:pt x="5766862" y="59853"/>
                  </a:lnTo>
                  <a:lnTo>
                    <a:pt x="5766980" y="59853"/>
                  </a:lnTo>
                  <a:lnTo>
                    <a:pt x="5767097" y="59853"/>
                  </a:lnTo>
                  <a:lnTo>
                    <a:pt x="5767215" y="59853"/>
                  </a:lnTo>
                  <a:lnTo>
                    <a:pt x="5767333" y="59853"/>
                  </a:lnTo>
                  <a:lnTo>
                    <a:pt x="5767450" y="59853"/>
                  </a:lnTo>
                  <a:lnTo>
                    <a:pt x="5767568" y="59853"/>
                  </a:lnTo>
                  <a:lnTo>
                    <a:pt x="5767685" y="59853"/>
                  </a:lnTo>
                  <a:lnTo>
                    <a:pt x="5767803" y="59853"/>
                  </a:lnTo>
                  <a:lnTo>
                    <a:pt x="5767921" y="59853"/>
                  </a:lnTo>
                  <a:lnTo>
                    <a:pt x="5768038" y="59853"/>
                  </a:lnTo>
                  <a:lnTo>
                    <a:pt x="5768156" y="59853"/>
                  </a:lnTo>
                  <a:lnTo>
                    <a:pt x="5768274" y="59853"/>
                  </a:lnTo>
                  <a:lnTo>
                    <a:pt x="5768391" y="59853"/>
                  </a:lnTo>
                  <a:lnTo>
                    <a:pt x="5768509" y="59853"/>
                  </a:lnTo>
                  <a:lnTo>
                    <a:pt x="5768626" y="59853"/>
                  </a:lnTo>
                  <a:lnTo>
                    <a:pt x="5768744" y="59853"/>
                  </a:lnTo>
                  <a:lnTo>
                    <a:pt x="5768862" y="59853"/>
                  </a:lnTo>
                  <a:lnTo>
                    <a:pt x="5768979" y="59853"/>
                  </a:lnTo>
                  <a:lnTo>
                    <a:pt x="5769097" y="59853"/>
                  </a:lnTo>
                  <a:lnTo>
                    <a:pt x="5769214" y="59853"/>
                  </a:lnTo>
                  <a:lnTo>
                    <a:pt x="5769332" y="59853"/>
                  </a:lnTo>
                  <a:lnTo>
                    <a:pt x="5769450" y="59853"/>
                  </a:lnTo>
                  <a:lnTo>
                    <a:pt x="5769567" y="59853"/>
                  </a:lnTo>
                  <a:lnTo>
                    <a:pt x="5769685" y="59853"/>
                  </a:lnTo>
                  <a:lnTo>
                    <a:pt x="5769802" y="59853"/>
                  </a:lnTo>
                  <a:lnTo>
                    <a:pt x="5769920" y="59853"/>
                  </a:lnTo>
                  <a:lnTo>
                    <a:pt x="5770038" y="59853"/>
                  </a:lnTo>
                  <a:lnTo>
                    <a:pt x="5770155" y="59853"/>
                  </a:lnTo>
                  <a:lnTo>
                    <a:pt x="5770273" y="59853"/>
                  </a:lnTo>
                  <a:lnTo>
                    <a:pt x="5770391" y="59853"/>
                  </a:lnTo>
                  <a:lnTo>
                    <a:pt x="5770508" y="59853"/>
                  </a:lnTo>
                  <a:lnTo>
                    <a:pt x="5770626" y="59853"/>
                  </a:lnTo>
                  <a:lnTo>
                    <a:pt x="5770743" y="59853"/>
                  </a:lnTo>
                  <a:lnTo>
                    <a:pt x="5770861" y="59853"/>
                  </a:lnTo>
                  <a:lnTo>
                    <a:pt x="5770979" y="59853"/>
                  </a:lnTo>
                  <a:lnTo>
                    <a:pt x="5771096" y="59853"/>
                  </a:lnTo>
                  <a:lnTo>
                    <a:pt x="5771214" y="59853"/>
                  </a:lnTo>
                  <a:lnTo>
                    <a:pt x="5771331" y="59853"/>
                  </a:lnTo>
                  <a:lnTo>
                    <a:pt x="5771449" y="59853"/>
                  </a:lnTo>
                  <a:lnTo>
                    <a:pt x="5771567" y="59853"/>
                  </a:lnTo>
                  <a:lnTo>
                    <a:pt x="5771684" y="59853"/>
                  </a:lnTo>
                  <a:lnTo>
                    <a:pt x="5771802" y="59853"/>
                  </a:lnTo>
                  <a:lnTo>
                    <a:pt x="5771920" y="59853"/>
                  </a:lnTo>
                  <a:lnTo>
                    <a:pt x="5772037" y="59853"/>
                  </a:lnTo>
                  <a:lnTo>
                    <a:pt x="5772155" y="59853"/>
                  </a:lnTo>
                  <a:lnTo>
                    <a:pt x="5772272" y="59853"/>
                  </a:lnTo>
                  <a:lnTo>
                    <a:pt x="5772390" y="59853"/>
                  </a:lnTo>
                  <a:lnTo>
                    <a:pt x="5772508" y="59853"/>
                  </a:lnTo>
                  <a:lnTo>
                    <a:pt x="5772625" y="59853"/>
                  </a:lnTo>
                  <a:lnTo>
                    <a:pt x="5772743" y="59853"/>
                  </a:lnTo>
                  <a:lnTo>
                    <a:pt x="5772860" y="59853"/>
                  </a:lnTo>
                  <a:lnTo>
                    <a:pt x="5772978" y="59853"/>
                  </a:lnTo>
                  <a:lnTo>
                    <a:pt x="5773096" y="59853"/>
                  </a:lnTo>
                  <a:lnTo>
                    <a:pt x="5773213" y="59853"/>
                  </a:lnTo>
                  <a:lnTo>
                    <a:pt x="5773331" y="59853"/>
                  </a:lnTo>
                  <a:lnTo>
                    <a:pt x="5773331" y="59422"/>
                  </a:lnTo>
                  <a:lnTo>
                    <a:pt x="5773449" y="59422"/>
                  </a:lnTo>
                  <a:lnTo>
                    <a:pt x="5773566" y="59422"/>
                  </a:lnTo>
                  <a:lnTo>
                    <a:pt x="5773684" y="59422"/>
                  </a:lnTo>
                  <a:lnTo>
                    <a:pt x="5773801" y="59422"/>
                  </a:lnTo>
                  <a:lnTo>
                    <a:pt x="5773919" y="59422"/>
                  </a:lnTo>
                  <a:lnTo>
                    <a:pt x="5774037" y="59422"/>
                  </a:lnTo>
                  <a:lnTo>
                    <a:pt x="5774154" y="59422"/>
                  </a:lnTo>
                  <a:lnTo>
                    <a:pt x="5774272" y="59422"/>
                  </a:lnTo>
                  <a:lnTo>
                    <a:pt x="5774389" y="59422"/>
                  </a:lnTo>
                  <a:lnTo>
                    <a:pt x="5774507" y="59422"/>
                  </a:lnTo>
                  <a:lnTo>
                    <a:pt x="5774625" y="59422"/>
                  </a:lnTo>
                  <a:lnTo>
                    <a:pt x="5774742" y="59422"/>
                  </a:lnTo>
                  <a:lnTo>
                    <a:pt x="5774860" y="59422"/>
                  </a:lnTo>
                  <a:lnTo>
                    <a:pt x="5774978" y="59422"/>
                  </a:lnTo>
                  <a:lnTo>
                    <a:pt x="5775095" y="59422"/>
                  </a:lnTo>
                  <a:lnTo>
                    <a:pt x="5775213" y="59422"/>
                  </a:lnTo>
                  <a:lnTo>
                    <a:pt x="5775330" y="59422"/>
                  </a:lnTo>
                  <a:lnTo>
                    <a:pt x="5775448" y="59422"/>
                  </a:lnTo>
                  <a:lnTo>
                    <a:pt x="5775566" y="59422"/>
                  </a:lnTo>
                  <a:lnTo>
                    <a:pt x="5775683" y="59422"/>
                  </a:lnTo>
                  <a:lnTo>
                    <a:pt x="5775801" y="59422"/>
                  </a:lnTo>
                  <a:lnTo>
                    <a:pt x="5775918" y="59422"/>
                  </a:lnTo>
                  <a:lnTo>
                    <a:pt x="5776036" y="59422"/>
                  </a:lnTo>
                  <a:lnTo>
                    <a:pt x="5776154" y="59422"/>
                  </a:lnTo>
                  <a:lnTo>
                    <a:pt x="5776271" y="59422"/>
                  </a:lnTo>
                  <a:lnTo>
                    <a:pt x="5776389" y="59422"/>
                  </a:lnTo>
                  <a:lnTo>
                    <a:pt x="5776507" y="59422"/>
                  </a:lnTo>
                  <a:lnTo>
                    <a:pt x="5776624" y="59422"/>
                  </a:lnTo>
                  <a:lnTo>
                    <a:pt x="5776742" y="59422"/>
                  </a:lnTo>
                  <a:lnTo>
                    <a:pt x="5776859" y="59422"/>
                  </a:lnTo>
                  <a:lnTo>
                    <a:pt x="5776977" y="59422"/>
                  </a:lnTo>
                  <a:lnTo>
                    <a:pt x="5776977" y="58992"/>
                  </a:lnTo>
                  <a:lnTo>
                    <a:pt x="5777095" y="58992"/>
                  </a:lnTo>
                  <a:lnTo>
                    <a:pt x="5777212" y="58992"/>
                  </a:lnTo>
                  <a:lnTo>
                    <a:pt x="5777330" y="58992"/>
                  </a:lnTo>
                  <a:lnTo>
                    <a:pt x="5777447" y="58992"/>
                  </a:lnTo>
                  <a:lnTo>
                    <a:pt x="5777565" y="58992"/>
                  </a:lnTo>
                  <a:lnTo>
                    <a:pt x="5777683" y="58992"/>
                  </a:lnTo>
                  <a:lnTo>
                    <a:pt x="5777800" y="58992"/>
                  </a:lnTo>
                  <a:lnTo>
                    <a:pt x="5777918" y="58992"/>
                  </a:lnTo>
                  <a:lnTo>
                    <a:pt x="5778035" y="58992"/>
                  </a:lnTo>
                  <a:lnTo>
                    <a:pt x="5778153" y="58992"/>
                  </a:lnTo>
                  <a:lnTo>
                    <a:pt x="5778271" y="58992"/>
                  </a:lnTo>
                  <a:lnTo>
                    <a:pt x="5778388" y="58992"/>
                  </a:lnTo>
                  <a:lnTo>
                    <a:pt x="5778506" y="58992"/>
                  </a:lnTo>
                  <a:lnTo>
                    <a:pt x="5778506" y="58561"/>
                  </a:lnTo>
                  <a:lnTo>
                    <a:pt x="5778506" y="58131"/>
                  </a:lnTo>
                  <a:lnTo>
                    <a:pt x="5778624" y="58131"/>
                  </a:lnTo>
                  <a:lnTo>
                    <a:pt x="5778741" y="58131"/>
                  </a:lnTo>
                  <a:lnTo>
                    <a:pt x="5778859" y="58131"/>
                  </a:lnTo>
                  <a:lnTo>
                    <a:pt x="5778976" y="58131"/>
                  </a:lnTo>
                  <a:lnTo>
                    <a:pt x="5779094" y="58131"/>
                  </a:lnTo>
                  <a:lnTo>
                    <a:pt x="5779094" y="57700"/>
                  </a:lnTo>
                  <a:lnTo>
                    <a:pt x="5779212" y="57700"/>
                  </a:lnTo>
                  <a:lnTo>
                    <a:pt x="5779329" y="57700"/>
                  </a:lnTo>
                  <a:lnTo>
                    <a:pt x="5779447" y="57700"/>
                  </a:lnTo>
                  <a:lnTo>
                    <a:pt x="5779564" y="57700"/>
                  </a:lnTo>
                  <a:lnTo>
                    <a:pt x="5779682" y="57700"/>
                  </a:lnTo>
                  <a:lnTo>
                    <a:pt x="5779800" y="57700"/>
                  </a:lnTo>
                  <a:lnTo>
                    <a:pt x="5779917" y="57700"/>
                  </a:lnTo>
                  <a:lnTo>
                    <a:pt x="5780035" y="57700"/>
                  </a:lnTo>
                  <a:lnTo>
                    <a:pt x="5780153" y="57700"/>
                  </a:lnTo>
                  <a:lnTo>
                    <a:pt x="5780270" y="57700"/>
                  </a:lnTo>
                  <a:lnTo>
                    <a:pt x="5780388" y="57700"/>
                  </a:lnTo>
                  <a:lnTo>
                    <a:pt x="5780388" y="57269"/>
                  </a:lnTo>
                  <a:lnTo>
                    <a:pt x="5780505" y="57269"/>
                  </a:lnTo>
                  <a:lnTo>
                    <a:pt x="5780623" y="57269"/>
                  </a:lnTo>
                  <a:lnTo>
                    <a:pt x="5780741" y="57269"/>
                  </a:lnTo>
                  <a:lnTo>
                    <a:pt x="5780858" y="57269"/>
                  </a:lnTo>
                  <a:lnTo>
                    <a:pt x="5780858" y="56839"/>
                  </a:lnTo>
                  <a:lnTo>
                    <a:pt x="5780976" y="56839"/>
                  </a:lnTo>
                  <a:lnTo>
                    <a:pt x="5781093" y="56839"/>
                  </a:lnTo>
                  <a:lnTo>
                    <a:pt x="5781211" y="56839"/>
                  </a:lnTo>
                  <a:lnTo>
                    <a:pt x="5781329" y="56839"/>
                  </a:lnTo>
                  <a:lnTo>
                    <a:pt x="5781446" y="56839"/>
                  </a:lnTo>
                  <a:lnTo>
                    <a:pt x="5781564" y="56839"/>
                  </a:lnTo>
                  <a:lnTo>
                    <a:pt x="5781682" y="56839"/>
                  </a:lnTo>
                  <a:lnTo>
                    <a:pt x="5781799" y="56839"/>
                  </a:lnTo>
                  <a:lnTo>
                    <a:pt x="5781917" y="56839"/>
                  </a:lnTo>
                  <a:lnTo>
                    <a:pt x="5782034" y="56839"/>
                  </a:lnTo>
                  <a:lnTo>
                    <a:pt x="5782152" y="56839"/>
                  </a:lnTo>
                  <a:lnTo>
                    <a:pt x="5782270" y="56839"/>
                  </a:lnTo>
                  <a:lnTo>
                    <a:pt x="5782387" y="56839"/>
                  </a:lnTo>
                  <a:lnTo>
                    <a:pt x="5782505" y="56839"/>
                  </a:lnTo>
                  <a:lnTo>
                    <a:pt x="5782622" y="56839"/>
                  </a:lnTo>
                  <a:lnTo>
                    <a:pt x="5782740" y="56839"/>
                  </a:lnTo>
                  <a:lnTo>
                    <a:pt x="5782858" y="56839"/>
                  </a:lnTo>
                  <a:lnTo>
                    <a:pt x="5782975" y="56839"/>
                  </a:lnTo>
                  <a:lnTo>
                    <a:pt x="5783093" y="56839"/>
                  </a:lnTo>
                  <a:lnTo>
                    <a:pt x="5783211" y="56839"/>
                  </a:lnTo>
                  <a:lnTo>
                    <a:pt x="5783328" y="56839"/>
                  </a:lnTo>
                  <a:lnTo>
                    <a:pt x="5783446" y="56839"/>
                  </a:lnTo>
                  <a:lnTo>
                    <a:pt x="5783563" y="56839"/>
                  </a:lnTo>
                  <a:lnTo>
                    <a:pt x="5783681" y="56839"/>
                  </a:lnTo>
                  <a:lnTo>
                    <a:pt x="5783799" y="56839"/>
                  </a:lnTo>
                  <a:lnTo>
                    <a:pt x="5783916" y="56839"/>
                  </a:lnTo>
                  <a:lnTo>
                    <a:pt x="5784034" y="56839"/>
                  </a:lnTo>
                  <a:lnTo>
                    <a:pt x="5784151" y="56839"/>
                  </a:lnTo>
                  <a:lnTo>
                    <a:pt x="5784269" y="56839"/>
                  </a:lnTo>
                  <a:lnTo>
                    <a:pt x="5784387" y="56839"/>
                  </a:lnTo>
                  <a:lnTo>
                    <a:pt x="5784504" y="56839"/>
                  </a:lnTo>
                  <a:lnTo>
                    <a:pt x="5784504" y="56408"/>
                  </a:lnTo>
                  <a:lnTo>
                    <a:pt x="5784622" y="56408"/>
                  </a:lnTo>
                  <a:lnTo>
                    <a:pt x="5784740" y="56408"/>
                  </a:lnTo>
                  <a:lnTo>
                    <a:pt x="5784740" y="55978"/>
                  </a:lnTo>
                  <a:lnTo>
                    <a:pt x="5784857" y="55978"/>
                  </a:lnTo>
                  <a:lnTo>
                    <a:pt x="5784975" y="55978"/>
                  </a:lnTo>
                  <a:lnTo>
                    <a:pt x="5785092" y="55978"/>
                  </a:lnTo>
                  <a:lnTo>
                    <a:pt x="5785210" y="55978"/>
                  </a:lnTo>
                  <a:lnTo>
                    <a:pt x="5785328" y="55978"/>
                  </a:lnTo>
                  <a:lnTo>
                    <a:pt x="5785445" y="55978"/>
                  </a:lnTo>
                  <a:lnTo>
                    <a:pt x="5785563" y="55978"/>
                  </a:lnTo>
                  <a:lnTo>
                    <a:pt x="5785680" y="55978"/>
                  </a:lnTo>
                  <a:lnTo>
                    <a:pt x="5785798" y="55978"/>
                  </a:lnTo>
                  <a:lnTo>
                    <a:pt x="5785916" y="55978"/>
                  </a:lnTo>
                  <a:lnTo>
                    <a:pt x="5786033" y="55978"/>
                  </a:lnTo>
                  <a:lnTo>
                    <a:pt x="5786151" y="55978"/>
                  </a:lnTo>
                  <a:lnTo>
                    <a:pt x="5786268" y="55978"/>
                  </a:lnTo>
                  <a:lnTo>
                    <a:pt x="5786386" y="55978"/>
                  </a:lnTo>
                  <a:lnTo>
                    <a:pt x="5786504" y="55978"/>
                  </a:lnTo>
                  <a:lnTo>
                    <a:pt x="5786621" y="55978"/>
                  </a:lnTo>
                  <a:lnTo>
                    <a:pt x="5786739" y="55978"/>
                  </a:lnTo>
                  <a:lnTo>
                    <a:pt x="5786857" y="55978"/>
                  </a:lnTo>
                  <a:lnTo>
                    <a:pt x="5786974" y="55978"/>
                  </a:lnTo>
                  <a:lnTo>
                    <a:pt x="5787092" y="55978"/>
                  </a:lnTo>
                  <a:lnTo>
                    <a:pt x="5787209" y="55978"/>
                  </a:lnTo>
                  <a:lnTo>
                    <a:pt x="5787327" y="55978"/>
                  </a:lnTo>
                  <a:lnTo>
                    <a:pt x="5787445" y="55978"/>
                  </a:lnTo>
                  <a:lnTo>
                    <a:pt x="5787562" y="55978"/>
                  </a:lnTo>
                  <a:lnTo>
                    <a:pt x="5787680" y="55978"/>
                  </a:lnTo>
                  <a:lnTo>
                    <a:pt x="5787797" y="55978"/>
                  </a:lnTo>
                  <a:lnTo>
                    <a:pt x="5787915" y="55978"/>
                  </a:lnTo>
                  <a:lnTo>
                    <a:pt x="5788033" y="55978"/>
                  </a:lnTo>
                  <a:lnTo>
                    <a:pt x="5788150" y="55978"/>
                  </a:lnTo>
                  <a:lnTo>
                    <a:pt x="5788268" y="55978"/>
                  </a:lnTo>
                  <a:lnTo>
                    <a:pt x="5788386" y="55978"/>
                  </a:lnTo>
                  <a:lnTo>
                    <a:pt x="5788503" y="55978"/>
                  </a:lnTo>
                  <a:lnTo>
                    <a:pt x="5788621" y="55978"/>
                  </a:lnTo>
                  <a:lnTo>
                    <a:pt x="5788738" y="55978"/>
                  </a:lnTo>
                  <a:lnTo>
                    <a:pt x="5788856" y="55978"/>
                  </a:lnTo>
                  <a:lnTo>
                    <a:pt x="5788974" y="55978"/>
                  </a:lnTo>
                  <a:lnTo>
                    <a:pt x="5789091" y="55978"/>
                  </a:lnTo>
                  <a:lnTo>
                    <a:pt x="5789209" y="55978"/>
                  </a:lnTo>
                  <a:lnTo>
                    <a:pt x="5789326" y="55978"/>
                  </a:lnTo>
                  <a:lnTo>
                    <a:pt x="5789444" y="55978"/>
                  </a:lnTo>
                  <a:lnTo>
                    <a:pt x="5789562" y="55978"/>
                  </a:lnTo>
                  <a:lnTo>
                    <a:pt x="5789679" y="55978"/>
                  </a:lnTo>
                  <a:lnTo>
                    <a:pt x="5789797" y="55978"/>
                  </a:lnTo>
                  <a:lnTo>
                    <a:pt x="5789915" y="55978"/>
                  </a:lnTo>
                  <a:lnTo>
                    <a:pt x="5790032" y="55978"/>
                  </a:lnTo>
                  <a:lnTo>
                    <a:pt x="5790150" y="55978"/>
                  </a:lnTo>
                  <a:lnTo>
                    <a:pt x="5790267" y="55978"/>
                  </a:lnTo>
                  <a:lnTo>
                    <a:pt x="5790385" y="55978"/>
                  </a:lnTo>
                  <a:lnTo>
                    <a:pt x="5790503" y="55978"/>
                  </a:lnTo>
                  <a:lnTo>
                    <a:pt x="5790620" y="55978"/>
                  </a:lnTo>
                  <a:lnTo>
                    <a:pt x="5790738" y="55978"/>
                  </a:lnTo>
                  <a:lnTo>
                    <a:pt x="5790855" y="55978"/>
                  </a:lnTo>
                  <a:lnTo>
                    <a:pt x="5790973" y="55978"/>
                  </a:lnTo>
                  <a:lnTo>
                    <a:pt x="5791091" y="55978"/>
                  </a:lnTo>
                  <a:lnTo>
                    <a:pt x="5791208" y="55978"/>
                  </a:lnTo>
                  <a:lnTo>
                    <a:pt x="5791326" y="55978"/>
                  </a:lnTo>
                  <a:lnTo>
                    <a:pt x="5791444" y="55978"/>
                  </a:lnTo>
                  <a:lnTo>
                    <a:pt x="5791561" y="55978"/>
                  </a:lnTo>
                  <a:lnTo>
                    <a:pt x="5791561" y="55547"/>
                  </a:lnTo>
                  <a:lnTo>
                    <a:pt x="5791679" y="55547"/>
                  </a:lnTo>
                  <a:lnTo>
                    <a:pt x="5791796" y="55547"/>
                  </a:lnTo>
                  <a:lnTo>
                    <a:pt x="5791914" y="55547"/>
                  </a:lnTo>
                  <a:lnTo>
                    <a:pt x="5792032" y="55547"/>
                  </a:lnTo>
                  <a:lnTo>
                    <a:pt x="5792149" y="55547"/>
                  </a:lnTo>
                  <a:lnTo>
                    <a:pt x="5792267" y="55547"/>
                  </a:lnTo>
                  <a:lnTo>
                    <a:pt x="5792384" y="55547"/>
                  </a:lnTo>
                  <a:lnTo>
                    <a:pt x="5792502" y="55547"/>
                  </a:lnTo>
                  <a:lnTo>
                    <a:pt x="5792620" y="55547"/>
                  </a:lnTo>
                  <a:lnTo>
                    <a:pt x="5792737" y="55547"/>
                  </a:lnTo>
                  <a:lnTo>
                    <a:pt x="5792855" y="55547"/>
                  </a:lnTo>
                  <a:lnTo>
                    <a:pt x="5792855" y="55116"/>
                  </a:lnTo>
                  <a:lnTo>
                    <a:pt x="5792973" y="55116"/>
                  </a:lnTo>
                  <a:lnTo>
                    <a:pt x="5793090" y="55116"/>
                  </a:lnTo>
                  <a:lnTo>
                    <a:pt x="5793208" y="55116"/>
                  </a:lnTo>
                  <a:lnTo>
                    <a:pt x="5793325" y="55116"/>
                  </a:lnTo>
                  <a:lnTo>
                    <a:pt x="5793443" y="55116"/>
                  </a:lnTo>
                  <a:lnTo>
                    <a:pt x="5793561" y="55116"/>
                  </a:lnTo>
                  <a:lnTo>
                    <a:pt x="5793678" y="55116"/>
                  </a:lnTo>
                  <a:lnTo>
                    <a:pt x="5793796" y="55116"/>
                  </a:lnTo>
                  <a:lnTo>
                    <a:pt x="5793913" y="55116"/>
                  </a:lnTo>
                  <a:lnTo>
                    <a:pt x="5794031" y="55116"/>
                  </a:lnTo>
                  <a:lnTo>
                    <a:pt x="5794149" y="55116"/>
                  </a:lnTo>
                  <a:lnTo>
                    <a:pt x="5794266" y="55116"/>
                  </a:lnTo>
                  <a:lnTo>
                    <a:pt x="5794384" y="55116"/>
                  </a:lnTo>
                  <a:lnTo>
                    <a:pt x="5794501" y="55116"/>
                  </a:lnTo>
                  <a:lnTo>
                    <a:pt x="5794619" y="55116"/>
                  </a:lnTo>
                  <a:lnTo>
                    <a:pt x="5794737" y="55116"/>
                  </a:lnTo>
                  <a:lnTo>
                    <a:pt x="5794737" y="54686"/>
                  </a:lnTo>
                  <a:lnTo>
                    <a:pt x="5794854" y="54686"/>
                  </a:lnTo>
                  <a:lnTo>
                    <a:pt x="5794972" y="54686"/>
                  </a:lnTo>
                  <a:lnTo>
                    <a:pt x="5795090" y="54686"/>
                  </a:lnTo>
                  <a:lnTo>
                    <a:pt x="5795207" y="54686"/>
                  </a:lnTo>
                  <a:lnTo>
                    <a:pt x="5795325" y="54686"/>
                  </a:lnTo>
                  <a:lnTo>
                    <a:pt x="5795442" y="54686"/>
                  </a:lnTo>
                  <a:lnTo>
                    <a:pt x="5795560" y="54686"/>
                  </a:lnTo>
                  <a:lnTo>
                    <a:pt x="5795678" y="54686"/>
                  </a:lnTo>
                  <a:lnTo>
                    <a:pt x="5795795" y="54686"/>
                  </a:lnTo>
                  <a:lnTo>
                    <a:pt x="5795913" y="54686"/>
                  </a:lnTo>
                  <a:lnTo>
                    <a:pt x="5796030" y="54686"/>
                  </a:lnTo>
                  <a:lnTo>
                    <a:pt x="5796148" y="54686"/>
                  </a:lnTo>
                  <a:lnTo>
                    <a:pt x="5796266" y="54686"/>
                  </a:lnTo>
                  <a:lnTo>
                    <a:pt x="5796383" y="54686"/>
                  </a:lnTo>
                  <a:lnTo>
                    <a:pt x="5796501" y="54686"/>
                  </a:lnTo>
                  <a:lnTo>
                    <a:pt x="5796619" y="54686"/>
                  </a:lnTo>
                  <a:lnTo>
                    <a:pt x="5796736" y="54686"/>
                  </a:lnTo>
                  <a:lnTo>
                    <a:pt x="5796854" y="54686"/>
                  </a:lnTo>
                  <a:lnTo>
                    <a:pt x="5796971" y="54686"/>
                  </a:lnTo>
                  <a:lnTo>
                    <a:pt x="5797089" y="54686"/>
                  </a:lnTo>
                  <a:lnTo>
                    <a:pt x="5797207" y="54686"/>
                  </a:lnTo>
                  <a:lnTo>
                    <a:pt x="5797324" y="54686"/>
                  </a:lnTo>
                  <a:lnTo>
                    <a:pt x="5797442" y="54686"/>
                  </a:lnTo>
                  <a:lnTo>
                    <a:pt x="5797559" y="54686"/>
                  </a:lnTo>
                  <a:lnTo>
                    <a:pt x="5797677" y="54686"/>
                  </a:lnTo>
                  <a:lnTo>
                    <a:pt x="5797795" y="54686"/>
                  </a:lnTo>
                  <a:lnTo>
                    <a:pt x="5797912" y="54686"/>
                  </a:lnTo>
                  <a:lnTo>
                    <a:pt x="5798030" y="54686"/>
                  </a:lnTo>
                  <a:lnTo>
                    <a:pt x="5798148" y="54686"/>
                  </a:lnTo>
                  <a:lnTo>
                    <a:pt x="5798265" y="54686"/>
                  </a:lnTo>
                  <a:lnTo>
                    <a:pt x="5798383" y="54686"/>
                  </a:lnTo>
                  <a:lnTo>
                    <a:pt x="5798500" y="54686"/>
                  </a:lnTo>
                  <a:lnTo>
                    <a:pt x="5798618" y="54686"/>
                  </a:lnTo>
                  <a:lnTo>
                    <a:pt x="5798736" y="54686"/>
                  </a:lnTo>
                  <a:lnTo>
                    <a:pt x="5798736" y="54255"/>
                  </a:lnTo>
                  <a:lnTo>
                    <a:pt x="5798853" y="54255"/>
                  </a:lnTo>
                  <a:lnTo>
                    <a:pt x="5798853" y="53825"/>
                  </a:lnTo>
                  <a:lnTo>
                    <a:pt x="5798971" y="53825"/>
                  </a:lnTo>
                  <a:lnTo>
                    <a:pt x="5799088" y="53825"/>
                  </a:lnTo>
                  <a:lnTo>
                    <a:pt x="5799206" y="53825"/>
                  </a:lnTo>
                  <a:lnTo>
                    <a:pt x="5799324" y="53825"/>
                  </a:lnTo>
                  <a:lnTo>
                    <a:pt x="5799441" y="53825"/>
                  </a:lnTo>
                  <a:lnTo>
                    <a:pt x="5799559" y="53825"/>
                  </a:lnTo>
                  <a:lnTo>
                    <a:pt x="5799677" y="53825"/>
                  </a:lnTo>
                  <a:lnTo>
                    <a:pt x="5799794" y="53825"/>
                  </a:lnTo>
                  <a:lnTo>
                    <a:pt x="5799912" y="53825"/>
                  </a:lnTo>
                  <a:lnTo>
                    <a:pt x="5800029" y="53825"/>
                  </a:lnTo>
                  <a:lnTo>
                    <a:pt x="5800147" y="53825"/>
                  </a:lnTo>
                  <a:lnTo>
                    <a:pt x="5800147" y="53394"/>
                  </a:lnTo>
                  <a:lnTo>
                    <a:pt x="5800265" y="53394"/>
                  </a:lnTo>
                  <a:lnTo>
                    <a:pt x="5800382" y="53394"/>
                  </a:lnTo>
                  <a:lnTo>
                    <a:pt x="5800500" y="53394"/>
                  </a:lnTo>
                  <a:lnTo>
                    <a:pt x="5800617" y="53394"/>
                  </a:lnTo>
                  <a:lnTo>
                    <a:pt x="5800735" y="53394"/>
                  </a:lnTo>
                  <a:lnTo>
                    <a:pt x="5800853" y="53394"/>
                  </a:lnTo>
                  <a:lnTo>
                    <a:pt x="5800970" y="53394"/>
                  </a:lnTo>
                  <a:lnTo>
                    <a:pt x="5801088" y="53394"/>
                  </a:lnTo>
                  <a:lnTo>
                    <a:pt x="5801206" y="53394"/>
                  </a:lnTo>
                  <a:lnTo>
                    <a:pt x="5801323" y="53394"/>
                  </a:lnTo>
                  <a:lnTo>
                    <a:pt x="5801441" y="53394"/>
                  </a:lnTo>
                  <a:lnTo>
                    <a:pt x="5801558" y="53394"/>
                  </a:lnTo>
                  <a:lnTo>
                    <a:pt x="5801676" y="53394"/>
                  </a:lnTo>
                  <a:lnTo>
                    <a:pt x="5801794" y="53394"/>
                  </a:lnTo>
                  <a:lnTo>
                    <a:pt x="5801911" y="53394"/>
                  </a:lnTo>
                  <a:lnTo>
                    <a:pt x="5802029" y="53394"/>
                  </a:lnTo>
                  <a:lnTo>
                    <a:pt x="5802146" y="53394"/>
                  </a:lnTo>
                  <a:lnTo>
                    <a:pt x="5802264" y="53394"/>
                  </a:lnTo>
                  <a:lnTo>
                    <a:pt x="5802382" y="53394"/>
                  </a:lnTo>
                  <a:lnTo>
                    <a:pt x="5802499" y="53394"/>
                  </a:lnTo>
                  <a:lnTo>
                    <a:pt x="5802617" y="53394"/>
                  </a:lnTo>
                  <a:lnTo>
                    <a:pt x="5802734" y="53394"/>
                  </a:lnTo>
                  <a:lnTo>
                    <a:pt x="5802852" y="53394"/>
                  </a:lnTo>
                  <a:lnTo>
                    <a:pt x="5802970" y="53394"/>
                  </a:lnTo>
                  <a:lnTo>
                    <a:pt x="5803087" y="53394"/>
                  </a:lnTo>
                  <a:lnTo>
                    <a:pt x="5803205" y="53394"/>
                  </a:lnTo>
                  <a:lnTo>
                    <a:pt x="5803323" y="53394"/>
                  </a:lnTo>
                  <a:lnTo>
                    <a:pt x="5803440" y="53394"/>
                  </a:lnTo>
                  <a:lnTo>
                    <a:pt x="5803558" y="53394"/>
                  </a:lnTo>
                  <a:lnTo>
                    <a:pt x="5803675" y="53394"/>
                  </a:lnTo>
                  <a:lnTo>
                    <a:pt x="5803793" y="53394"/>
                  </a:lnTo>
                  <a:lnTo>
                    <a:pt x="5803911" y="53394"/>
                  </a:lnTo>
                  <a:lnTo>
                    <a:pt x="5804028" y="53394"/>
                  </a:lnTo>
                  <a:lnTo>
                    <a:pt x="5804146" y="53394"/>
                  </a:lnTo>
                  <a:lnTo>
                    <a:pt x="5804263" y="53394"/>
                  </a:lnTo>
                  <a:lnTo>
                    <a:pt x="5804381" y="53394"/>
                  </a:lnTo>
                  <a:lnTo>
                    <a:pt x="5804499" y="53394"/>
                  </a:lnTo>
                  <a:lnTo>
                    <a:pt x="5804616" y="53394"/>
                  </a:lnTo>
                  <a:lnTo>
                    <a:pt x="5804734" y="53394"/>
                  </a:lnTo>
                  <a:lnTo>
                    <a:pt x="5804852" y="53394"/>
                  </a:lnTo>
                  <a:lnTo>
                    <a:pt x="5804969" y="53394"/>
                  </a:lnTo>
                  <a:lnTo>
                    <a:pt x="5804969" y="52963"/>
                  </a:lnTo>
                  <a:lnTo>
                    <a:pt x="5805087" y="52963"/>
                  </a:lnTo>
                  <a:lnTo>
                    <a:pt x="5805204" y="52963"/>
                  </a:lnTo>
                  <a:lnTo>
                    <a:pt x="5805322" y="52963"/>
                  </a:lnTo>
                  <a:lnTo>
                    <a:pt x="5805440" y="52963"/>
                  </a:lnTo>
                  <a:lnTo>
                    <a:pt x="5805557" y="52963"/>
                  </a:lnTo>
                  <a:lnTo>
                    <a:pt x="5805675" y="52963"/>
                  </a:lnTo>
                  <a:lnTo>
                    <a:pt x="5805792" y="52963"/>
                  </a:lnTo>
                  <a:lnTo>
                    <a:pt x="5805792" y="52533"/>
                  </a:lnTo>
                  <a:lnTo>
                    <a:pt x="5805910" y="52533"/>
                  </a:lnTo>
                  <a:lnTo>
                    <a:pt x="5806028" y="52533"/>
                  </a:lnTo>
                  <a:lnTo>
                    <a:pt x="5806145" y="52533"/>
                  </a:lnTo>
                  <a:lnTo>
                    <a:pt x="5806263" y="52533"/>
                  </a:lnTo>
                  <a:lnTo>
                    <a:pt x="5806381" y="52533"/>
                  </a:lnTo>
                  <a:lnTo>
                    <a:pt x="5806498" y="52533"/>
                  </a:lnTo>
                  <a:lnTo>
                    <a:pt x="5806616" y="52533"/>
                  </a:lnTo>
                  <a:lnTo>
                    <a:pt x="5806733" y="52533"/>
                  </a:lnTo>
                  <a:lnTo>
                    <a:pt x="5806851" y="52533"/>
                  </a:lnTo>
                  <a:lnTo>
                    <a:pt x="5806969" y="52533"/>
                  </a:lnTo>
                  <a:lnTo>
                    <a:pt x="5807086" y="52533"/>
                  </a:lnTo>
                  <a:lnTo>
                    <a:pt x="5807204" y="52533"/>
                  </a:lnTo>
                  <a:lnTo>
                    <a:pt x="5807321" y="52533"/>
                  </a:lnTo>
                  <a:lnTo>
                    <a:pt x="5807439" y="52533"/>
                  </a:lnTo>
                  <a:lnTo>
                    <a:pt x="5807557" y="52533"/>
                  </a:lnTo>
                  <a:lnTo>
                    <a:pt x="5807674" y="52533"/>
                  </a:lnTo>
                  <a:lnTo>
                    <a:pt x="5807792" y="52533"/>
                  </a:lnTo>
                  <a:lnTo>
                    <a:pt x="5807910" y="52533"/>
                  </a:lnTo>
                  <a:lnTo>
                    <a:pt x="5808027" y="52533"/>
                  </a:lnTo>
                  <a:lnTo>
                    <a:pt x="5808145" y="52533"/>
                  </a:lnTo>
                  <a:lnTo>
                    <a:pt x="5808262" y="52533"/>
                  </a:lnTo>
                  <a:lnTo>
                    <a:pt x="5808380" y="52533"/>
                  </a:lnTo>
                  <a:lnTo>
                    <a:pt x="5808498" y="52533"/>
                  </a:lnTo>
                  <a:lnTo>
                    <a:pt x="5808615" y="52533"/>
                  </a:lnTo>
                  <a:lnTo>
                    <a:pt x="5808733" y="52533"/>
                  </a:lnTo>
                  <a:lnTo>
                    <a:pt x="5808850" y="52533"/>
                  </a:lnTo>
                  <a:lnTo>
                    <a:pt x="5808968" y="52533"/>
                  </a:lnTo>
                  <a:lnTo>
                    <a:pt x="5809086" y="52533"/>
                  </a:lnTo>
                  <a:lnTo>
                    <a:pt x="5809203" y="52533"/>
                  </a:lnTo>
                  <a:lnTo>
                    <a:pt x="5809321" y="52533"/>
                  </a:lnTo>
                  <a:lnTo>
                    <a:pt x="5809439" y="52533"/>
                  </a:lnTo>
                  <a:lnTo>
                    <a:pt x="5809556" y="52533"/>
                  </a:lnTo>
                  <a:lnTo>
                    <a:pt x="5809674" y="52533"/>
                  </a:lnTo>
                  <a:lnTo>
                    <a:pt x="5809791" y="52533"/>
                  </a:lnTo>
                  <a:lnTo>
                    <a:pt x="5809909" y="52533"/>
                  </a:lnTo>
                  <a:lnTo>
                    <a:pt x="5810027" y="52533"/>
                  </a:lnTo>
                  <a:lnTo>
                    <a:pt x="5810144" y="52533"/>
                  </a:lnTo>
                  <a:lnTo>
                    <a:pt x="5810144" y="52102"/>
                  </a:lnTo>
                  <a:lnTo>
                    <a:pt x="5810262" y="52102"/>
                  </a:lnTo>
                  <a:lnTo>
                    <a:pt x="5810379" y="52102"/>
                  </a:lnTo>
                  <a:lnTo>
                    <a:pt x="5810497" y="52102"/>
                  </a:lnTo>
                  <a:lnTo>
                    <a:pt x="5810615" y="52102"/>
                  </a:lnTo>
                  <a:lnTo>
                    <a:pt x="5810732" y="52102"/>
                  </a:lnTo>
                  <a:lnTo>
                    <a:pt x="5810850" y="52102"/>
                  </a:lnTo>
                  <a:lnTo>
                    <a:pt x="5810967" y="52102"/>
                  </a:lnTo>
                  <a:lnTo>
                    <a:pt x="5811085" y="52102"/>
                  </a:lnTo>
                  <a:lnTo>
                    <a:pt x="5811203" y="52102"/>
                  </a:lnTo>
                  <a:lnTo>
                    <a:pt x="5811320" y="52102"/>
                  </a:lnTo>
                  <a:lnTo>
                    <a:pt x="5811438" y="52102"/>
                  </a:lnTo>
                  <a:lnTo>
                    <a:pt x="5811556" y="52102"/>
                  </a:lnTo>
                  <a:lnTo>
                    <a:pt x="5811673" y="52102"/>
                  </a:lnTo>
                  <a:lnTo>
                    <a:pt x="5811791" y="52102"/>
                  </a:lnTo>
                  <a:lnTo>
                    <a:pt x="5811908" y="52102"/>
                  </a:lnTo>
                  <a:lnTo>
                    <a:pt x="5812026" y="52102"/>
                  </a:lnTo>
                  <a:lnTo>
                    <a:pt x="5812144" y="52102"/>
                  </a:lnTo>
                  <a:lnTo>
                    <a:pt x="5812261" y="52102"/>
                  </a:lnTo>
                  <a:lnTo>
                    <a:pt x="5812379" y="52102"/>
                  </a:lnTo>
                  <a:lnTo>
                    <a:pt x="5812496" y="52102"/>
                  </a:lnTo>
                  <a:lnTo>
                    <a:pt x="5812614" y="52102"/>
                  </a:lnTo>
                  <a:lnTo>
                    <a:pt x="5812732" y="52102"/>
                  </a:lnTo>
                  <a:lnTo>
                    <a:pt x="5812849" y="52102"/>
                  </a:lnTo>
                  <a:lnTo>
                    <a:pt x="5812967" y="52102"/>
                  </a:lnTo>
                  <a:lnTo>
                    <a:pt x="5813085" y="52102"/>
                  </a:lnTo>
                  <a:lnTo>
                    <a:pt x="5813202" y="52102"/>
                  </a:lnTo>
                  <a:lnTo>
                    <a:pt x="5813320" y="52102"/>
                  </a:lnTo>
                  <a:lnTo>
                    <a:pt x="5813437" y="52102"/>
                  </a:lnTo>
                  <a:lnTo>
                    <a:pt x="5813555" y="52102"/>
                  </a:lnTo>
                  <a:lnTo>
                    <a:pt x="5813673" y="52102"/>
                  </a:lnTo>
                  <a:lnTo>
                    <a:pt x="5813790" y="52102"/>
                  </a:lnTo>
                  <a:lnTo>
                    <a:pt x="5813908" y="52102"/>
                  </a:lnTo>
                  <a:lnTo>
                    <a:pt x="5814025" y="52102"/>
                  </a:lnTo>
                  <a:lnTo>
                    <a:pt x="5814025" y="51672"/>
                  </a:lnTo>
                  <a:lnTo>
                    <a:pt x="5814143" y="51672"/>
                  </a:lnTo>
                  <a:lnTo>
                    <a:pt x="5814261" y="51672"/>
                  </a:lnTo>
                  <a:lnTo>
                    <a:pt x="5814378" y="51672"/>
                  </a:lnTo>
                  <a:lnTo>
                    <a:pt x="5814496" y="51672"/>
                  </a:lnTo>
                  <a:lnTo>
                    <a:pt x="5814614" y="51672"/>
                  </a:lnTo>
                  <a:lnTo>
                    <a:pt x="5814731" y="51672"/>
                  </a:lnTo>
                  <a:lnTo>
                    <a:pt x="5814849" y="51672"/>
                  </a:lnTo>
                  <a:lnTo>
                    <a:pt x="5814966" y="51672"/>
                  </a:lnTo>
                  <a:lnTo>
                    <a:pt x="5815084" y="51672"/>
                  </a:lnTo>
                  <a:lnTo>
                    <a:pt x="5815202" y="51672"/>
                  </a:lnTo>
                  <a:lnTo>
                    <a:pt x="5815319" y="51672"/>
                  </a:lnTo>
                  <a:lnTo>
                    <a:pt x="5815437" y="51672"/>
                  </a:lnTo>
                  <a:lnTo>
                    <a:pt x="5815554" y="51672"/>
                  </a:lnTo>
                  <a:lnTo>
                    <a:pt x="5815672" y="51672"/>
                  </a:lnTo>
                  <a:lnTo>
                    <a:pt x="5815790" y="51672"/>
                  </a:lnTo>
                  <a:lnTo>
                    <a:pt x="5815907" y="51672"/>
                  </a:lnTo>
                  <a:lnTo>
                    <a:pt x="5816025" y="51672"/>
                  </a:lnTo>
                  <a:lnTo>
                    <a:pt x="5816143" y="51672"/>
                  </a:lnTo>
                  <a:lnTo>
                    <a:pt x="5816260" y="51672"/>
                  </a:lnTo>
                  <a:lnTo>
                    <a:pt x="5816378" y="51672"/>
                  </a:lnTo>
                  <a:lnTo>
                    <a:pt x="5816495" y="51672"/>
                  </a:lnTo>
                  <a:lnTo>
                    <a:pt x="5816613" y="51672"/>
                  </a:lnTo>
                  <a:lnTo>
                    <a:pt x="5816731" y="51672"/>
                  </a:lnTo>
                  <a:lnTo>
                    <a:pt x="5816848" y="51672"/>
                  </a:lnTo>
                  <a:lnTo>
                    <a:pt x="5816966" y="51672"/>
                  </a:lnTo>
                  <a:lnTo>
                    <a:pt x="5817083" y="51672"/>
                  </a:lnTo>
                  <a:lnTo>
                    <a:pt x="5817201" y="51672"/>
                  </a:lnTo>
                  <a:lnTo>
                    <a:pt x="5817201" y="51241"/>
                  </a:lnTo>
                  <a:lnTo>
                    <a:pt x="5817319" y="51241"/>
                  </a:lnTo>
                  <a:lnTo>
                    <a:pt x="5817436" y="51241"/>
                  </a:lnTo>
                  <a:lnTo>
                    <a:pt x="5817554" y="51241"/>
                  </a:lnTo>
                  <a:lnTo>
                    <a:pt x="5817671" y="51241"/>
                  </a:lnTo>
                  <a:lnTo>
                    <a:pt x="5817789" y="51241"/>
                  </a:lnTo>
                  <a:lnTo>
                    <a:pt x="5817907" y="51241"/>
                  </a:lnTo>
                  <a:lnTo>
                    <a:pt x="5818024" y="51241"/>
                  </a:lnTo>
                  <a:lnTo>
                    <a:pt x="5818142" y="51241"/>
                  </a:lnTo>
                  <a:lnTo>
                    <a:pt x="5818260" y="51241"/>
                  </a:lnTo>
                  <a:lnTo>
                    <a:pt x="5818377" y="51241"/>
                  </a:lnTo>
                  <a:lnTo>
                    <a:pt x="5818495" y="51241"/>
                  </a:lnTo>
                  <a:lnTo>
                    <a:pt x="5818612" y="51241"/>
                  </a:lnTo>
                  <a:lnTo>
                    <a:pt x="5818730" y="51241"/>
                  </a:lnTo>
                  <a:lnTo>
                    <a:pt x="5818848" y="51241"/>
                  </a:lnTo>
                  <a:lnTo>
                    <a:pt x="5818965" y="51241"/>
                  </a:lnTo>
                  <a:lnTo>
                    <a:pt x="5819083" y="51241"/>
                  </a:lnTo>
                  <a:lnTo>
                    <a:pt x="5819200" y="51241"/>
                  </a:lnTo>
                  <a:lnTo>
                    <a:pt x="5819318" y="51241"/>
                  </a:lnTo>
                  <a:lnTo>
                    <a:pt x="5819436" y="51241"/>
                  </a:lnTo>
                  <a:lnTo>
                    <a:pt x="5819553" y="51241"/>
                  </a:lnTo>
                  <a:lnTo>
                    <a:pt x="5819671" y="51241"/>
                  </a:lnTo>
                  <a:lnTo>
                    <a:pt x="5819789" y="51241"/>
                  </a:lnTo>
                  <a:lnTo>
                    <a:pt x="5819906" y="51241"/>
                  </a:lnTo>
                  <a:lnTo>
                    <a:pt x="5820024" y="51241"/>
                  </a:lnTo>
                  <a:lnTo>
                    <a:pt x="5820141" y="51241"/>
                  </a:lnTo>
                  <a:lnTo>
                    <a:pt x="5820259" y="51241"/>
                  </a:lnTo>
                  <a:lnTo>
                    <a:pt x="5820377" y="51241"/>
                  </a:lnTo>
                  <a:lnTo>
                    <a:pt x="5820494" y="51241"/>
                  </a:lnTo>
                  <a:lnTo>
                    <a:pt x="5820612" y="51241"/>
                  </a:lnTo>
                  <a:lnTo>
                    <a:pt x="5820729" y="51241"/>
                  </a:lnTo>
                  <a:lnTo>
                    <a:pt x="5820847" y="51241"/>
                  </a:lnTo>
                  <a:lnTo>
                    <a:pt x="5820965" y="51241"/>
                  </a:lnTo>
                  <a:lnTo>
                    <a:pt x="5821082" y="51241"/>
                  </a:lnTo>
                  <a:lnTo>
                    <a:pt x="5821200" y="51241"/>
                  </a:lnTo>
                  <a:lnTo>
                    <a:pt x="5821318" y="51241"/>
                  </a:lnTo>
                  <a:lnTo>
                    <a:pt x="5821435" y="51241"/>
                  </a:lnTo>
                  <a:lnTo>
                    <a:pt x="5821553" y="51241"/>
                  </a:lnTo>
                  <a:lnTo>
                    <a:pt x="5821670" y="51241"/>
                  </a:lnTo>
                  <a:lnTo>
                    <a:pt x="5821788" y="51241"/>
                  </a:lnTo>
                  <a:lnTo>
                    <a:pt x="5821906" y="51241"/>
                  </a:lnTo>
                  <a:lnTo>
                    <a:pt x="5822023" y="51241"/>
                  </a:lnTo>
                  <a:lnTo>
                    <a:pt x="5822141" y="51241"/>
                  </a:lnTo>
                  <a:lnTo>
                    <a:pt x="5822258" y="51241"/>
                  </a:lnTo>
                  <a:lnTo>
                    <a:pt x="5822376" y="51241"/>
                  </a:lnTo>
                  <a:lnTo>
                    <a:pt x="5822494" y="51241"/>
                  </a:lnTo>
                  <a:lnTo>
                    <a:pt x="5822611" y="51241"/>
                  </a:lnTo>
                  <a:lnTo>
                    <a:pt x="5822729" y="51241"/>
                  </a:lnTo>
                  <a:lnTo>
                    <a:pt x="5822847" y="51241"/>
                  </a:lnTo>
                  <a:lnTo>
                    <a:pt x="5822964" y="51241"/>
                  </a:lnTo>
                  <a:lnTo>
                    <a:pt x="5823082" y="51241"/>
                  </a:lnTo>
                  <a:lnTo>
                    <a:pt x="5823199" y="51241"/>
                  </a:lnTo>
                  <a:lnTo>
                    <a:pt x="5823317" y="51241"/>
                  </a:lnTo>
                  <a:lnTo>
                    <a:pt x="5823435" y="51241"/>
                  </a:lnTo>
                  <a:lnTo>
                    <a:pt x="5823552" y="51241"/>
                  </a:lnTo>
                  <a:lnTo>
                    <a:pt x="5823670" y="51241"/>
                  </a:lnTo>
                  <a:lnTo>
                    <a:pt x="5823787" y="51241"/>
                  </a:lnTo>
                  <a:lnTo>
                    <a:pt x="5823905" y="51241"/>
                  </a:lnTo>
                  <a:lnTo>
                    <a:pt x="5824023" y="51241"/>
                  </a:lnTo>
                  <a:lnTo>
                    <a:pt x="5824140" y="51241"/>
                  </a:lnTo>
                  <a:lnTo>
                    <a:pt x="5824258" y="51241"/>
                  </a:lnTo>
                  <a:lnTo>
                    <a:pt x="5824376" y="51241"/>
                  </a:lnTo>
                  <a:lnTo>
                    <a:pt x="5824493" y="51241"/>
                  </a:lnTo>
                  <a:lnTo>
                    <a:pt x="5824611" y="51241"/>
                  </a:lnTo>
                  <a:lnTo>
                    <a:pt x="5824728" y="51241"/>
                  </a:lnTo>
                  <a:lnTo>
                    <a:pt x="5824846" y="51241"/>
                  </a:lnTo>
                  <a:lnTo>
                    <a:pt x="5824964" y="51241"/>
                  </a:lnTo>
                  <a:lnTo>
                    <a:pt x="5825081" y="51241"/>
                  </a:lnTo>
                  <a:lnTo>
                    <a:pt x="5825199" y="51241"/>
                  </a:lnTo>
                  <a:lnTo>
                    <a:pt x="5825316" y="51241"/>
                  </a:lnTo>
                  <a:lnTo>
                    <a:pt x="5825434" y="51241"/>
                  </a:lnTo>
                  <a:lnTo>
                    <a:pt x="5825552" y="51241"/>
                  </a:lnTo>
                  <a:lnTo>
                    <a:pt x="5825669" y="51241"/>
                  </a:lnTo>
                  <a:lnTo>
                    <a:pt x="5825787" y="51241"/>
                  </a:lnTo>
                  <a:lnTo>
                    <a:pt x="5825904" y="51241"/>
                  </a:lnTo>
                  <a:lnTo>
                    <a:pt x="5826022" y="51241"/>
                  </a:lnTo>
                  <a:lnTo>
                    <a:pt x="5826140" y="51241"/>
                  </a:lnTo>
                  <a:lnTo>
                    <a:pt x="5826257" y="51241"/>
                  </a:lnTo>
                  <a:lnTo>
                    <a:pt x="5826375" y="51241"/>
                  </a:lnTo>
                  <a:lnTo>
                    <a:pt x="5826493" y="51241"/>
                  </a:lnTo>
                  <a:lnTo>
                    <a:pt x="5826610" y="51241"/>
                  </a:lnTo>
                  <a:lnTo>
                    <a:pt x="5826728" y="51241"/>
                  </a:lnTo>
                  <a:lnTo>
                    <a:pt x="5826845" y="51241"/>
                  </a:lnTo>
                  <a:lnTo>
                    <a:pt x="5826963" y="51241"/>
                  </a:lnTo>
                  <a:lnTo>
                    <a:pt x="5827081" y="51241"/>
                  </a:lnTo>
                  <a:lnTo>
                    <a:pt x="5827081" y="50810"/>
                  </a:lnTo>
                  <a:lnTo>
                    <a:pt x="5827198" y="50810"/>
                  </a:lnTo>
                  <a:lnTo>
                    <a:pt x="5827316" y="50810"/>
                  </a:lnTo>
                  <a:lnTo>
                    <a:pt x="5827433" y="50810"/>
                  </a:lnTo>
                  <a:lnTo>
                    <a:pt x="5827551" y="50810"/>
                  </a:lnTo>
                  <a:lnTo>
                    <a:pt x="5827669" y="50810"/>
                  </a:lnTo>
                  <a:lnTo>
                    <a:pt x="5827669" y="50380"/>
                  </a:lnTo>
                  <a:lnTo>
                    <a:pt x="5827786" y="50380"/>
                  </a:lnTo>
                  <a:lnTo>
                    <a:pt x="5827904" y="50380"/>
                  </a:lnTo>
                  <a:lnTo>
                    <a:pt x="5828022" y="50380"/>
                  </a:lnTo>
                  <a:lnTo>
                    <a:pt x="5828022" y="49949"/>
                  </a:lnTo>
                  <a:lnTo>
                    <a:pt x="5828139" y="49949"/>
                  </a:lnTo>
                  <a:lnTo>
                    <a:pt x="5828257" y="49949"/>
                  </a:lnTo>
                  <a:lnTo>
                    <a:pt x="5828374" y="49949"/>
                  </a:lnTo>
                  <a:lnTo>
                    <a:pt x="5828492" y="49949"/>
                  </a:lnTo>
                  <a:lnTo>
                    <a:pt x="5828610" y="49949"/>
                  </a:lnTo>
                  <a:lnTo>
                    <a:pt x="5828610" y="49519"/>
                  </a:lnTo>
                  <a:lnTo>
                    <a:pt x="5828727" y="49519"/>
                  </a:lnTo>
                  <a:lnTo>
                    <a:pt x="5828845" y="49519"/>
                  </a:lnTo>
                  <a:lnTo>
                    <a:pt x="5828962" y="49519"/>
                  </a:lnTo>
                  <a:lnTo>
                    <a:pt x="5829080" y="49519"/>
                  </a:lnTo>
                  <a:lnTo>
                    <a:pt x="5829198" y="49519"/>
                  </a:lnTo>
                  <a:lnTo>
                    <a:pt x="5829315" y="49519"/>
                  </a:lnTo>
                  <a:lnTo>
                    <a:pt x="5829433" y="49519"/>
                  </a:lnTo>
                  <a:lnTo>
                    <a:pt x="5829551" y="49519"/>
                  </a:lnTo>
                  <a:lnTo>
                    <a:pt x="5829668" y="49519"/>
                  </a:lnTo>
                  <a:lnTo>
                    <a:pt x="5829786" y="49519"/>
                  </a:lnTo>
                  <a:lnTo>
                    <a:pt x="5829903" y="49519"/>
                  </a:lnTo>
                  <a:lnTo>
                    <a:pt x="5830021" y="49519"/>
                  </a:lnTo>
                  <a:lnTo>
                    <a:pt x="5830139" y="49519"/>
                  </a:lnTo>
                  <a:lnTo>
                    <a:pt x="5830256" y="49519"/>
                  </a:lnTo>
                  <a:lnTo>
                    <a:pt x="5830374" y="49519"/>
                  </a:lnTo>
                  <a:lnTo>
                    <a:pt x="5830491" y="49519"/>
                  </a:lnTo>
                  <a:lnTo>
                    <a:pt x="5830609" y="49519"/>
                  </a:lnTo>
                  <a:lnTo>
                    <a:pt x="5830727" y="49519"/>
                  </a:lnTo>
                  <a:lnTo>
                    <a:pt x="5830844" y="49519"/>
                  </a:lnTo>
                  <a:lnTo>
                    <a:pt x="5830962" y="49519"/>
                  </a:lnTo>
                  <a:lnTo>
                    <a:pt x="5831080" y="49519"/>
                  </a:lnTo>
                  <a:lnTo>
                    <a:pt x="5831197" y="49519"/>
                  </a:lnTo>
                  <a:lnTo>
                    <a:pt x="5831315" y="49519"/>
                  </a:lnTo>
                  <a:lnTo>
                    <a:pt x="5831432" y="49519"/>
                  </a:lnTo>
                  <a:lnTo>
                    <a:pt x="5831550" y="49519"/>
                  </a:lnTo>
                  <a:lnTo>
                    <a:pt x="5831668" y="49519"/>
                  </a:lnTo>
                  <a:lnTo>
                    <a:pt x="5831785" y="49519"/>
                  </a:lnTo>
                  <a:lnTo>
                    <a:pt x="5831903" y="49519"/>
                  </a:lnTo>
                  <a:lnTo>
                    <a:pt x="5832020" y="49519"/>
                  </a:lnTo>
                  <a:lnTo>
                    <a:pt x="5832020" y="49088"/>
                  </a:lnTo>
                  <a:lnTo>
                    <a:pt x="5832138" y="49088"/>
                  </a:lnTo>
                  <a:lnTo>
                    <a:pt x="5832256" y="49088"/>
                  </a:lnTo>
                  <a:lnTo>
                    <a:pt x="5832373" y="49088"/>
                  </a:lnTo>
                  <a:lnTo>
                    <a:pt x="5832491" y="49088"/>
                  </a:lnTo>
                  <a:lnTo>
                    <a:pt x="5832609" y="49088"/>
                  </a:lnTo>
                  <a:lnTo>
                    <a:pt x="5832726" y="49088"/>
                  </a:lnTo>
                  <a:lnTo>
                    <a:pt x="5832844" y="49088"/>
                  </a:lnTo>
                  <a:lnTo>
                    <a:pt x="5832961" y="49088"/>
                  </a:lnTo>
                  <a:lnTo>
                    <a:pt x="5833079" y="49088"/>
                  </a:lnTo>
                  <a:lnTo>
                    <a:pt x="5833197" y="49088"/>
                  </a:lnTo>
                  <a:lnTo>
                    <a:pt x="5833314" y="49088"/>
                  </a:lnTo>
                  <a:lnTo>
                    <a:pt x="5833432" y="49088"/>
                  </a:lnTo>
                  <a:lnTo>
                    <a:pt x="5833549" y="49088"/>
                  </a:lnTo>
                  <a:lnTo>
                    <a:pt x="5833667" y="49088"/>
                  </a:lnTo>
                  <a:lnTo>
                    <a:pt x="5833785" y="49088"/>
                  </a:lnTo>
                  <a:lnTo>
                    <a:pt x="5833902" y="49088"/>
                  </a:lnTo>
                  <a:lnTo>
                    <a:pt x="5834020" y="49088"/>
                  </a:lnTo>
                  <a:lnTo>
                    <a:pt x="5834137" y="49088"/>
                  </a:lnTo>
                  <a:lnTo>
                    <a:pt x="5834255" y="49088"/>
                  </a:lnTo>
                  <a:lnTo>
                    <a:pt x="5834373" y="49088"/>
                  </a:lnTo>
                  <a:lnTo>
                    <a:pt x="5834490" y="49088"/>
                  </a:lnTo>
                  <a:lnTo>
                    <a:pt x="5834608" y="49088"/>
                  </a:lnTo>
                  <a:lnTo>
                    <a:pt x="5834726" y="49088"/>
                  </a:lnTo>
                  <a:lnTo>
                    <a:pt x="5834843" y="49088"/>
                  </a:lnTo>
                  <a:lnTo>
                    <a:pt x="5834961" y="49088"/>
                  </a:lnTo>
                  <a:lnTo>
                    <a:pt x="5835078" y="49088"/>
                  </a:lnTo>
                  <a:lnTo>
                    <a:pt x="5835196" y="49088"/>
                  </a:lnTo>
                  <a:lnTo>
                    <a:pt x="5835314" y="49088"/>
                  </a:lnTo>
                  <a:lnTo>
                    <a:pt x="5835431" y="49088"/>
                  </a:lnTo>
                  <a:lnTo>
                    <a:pt x="5835549" y="49088"/>
                  </a:lnTo>
                  <a:lnTo>
                    <a:pt x="5835666" y="49088"/>
                  </a:lnTo>
                  <a:lnTo>
                    <a:pt x="5835784" y="49088"/>
                  </a:lnTo>
                  <a:lnTo>
                    <a:pt x="5835902" y="49088"/>
                  </a:lnTo>
                  <a:lnTo>
                    <a:pt x="5836019" y="49088"/>
                  </a:lnTo>
                  <a:lnTo>
                    <a:pt x="5836137" y="49088"/>
                  </a:lnTo>
                  <a:lnTo>
                    <a:pt x="5836255" y="49088"/>
                  </a:lnTo>
                  <a:lnTo>
                    <a:pt x="5836372" y="49088"/>
                  </a:lnTo>
                  <a:lnTo>
                    <a:pt x="5836490" y="49088"/>
                  </a:lnTo>
                  <a:lnTo>
                    <a:pt x="5836607" y="49088"/>
                  </a:lnTo>
                  <a:lnTo>
                    <a:pt x="5836725" y="49088"/>
                  </a:lnTo>
                  <a:lnTo>
                    <a:pt x="5836843" y="49088"/>
                  </a:lnTo>
                  <a:lnTo>
                    <a:pt x="5836960" y="49088"/>
                  </a:lnTo>
                  <a:lnTo>
                    <a:pt x="5837078" y="49088"/>
                  </a:lnTo>
                  <a:lnTo>
                    <a:pt x="5837195" y="49088"/>
                  </a:lnTo>
                  <a:lnTo>
                    <a:pt x="5837313" y="49088"/>
                  </a:lnTo>
                  <a:lnTo>
                    <a:pt x="5837431" y="49088"/>
                  </a:lnTo>
                  <a:lnTo>
                    <a:pt x="5837548" y="49088"/>
                  </a:lnTo>
                  <a:lnTo>
                    <a:pt x="5837666" y="49088"/>
                  </a:lnTo>
                  <a:lnTo>
                    <a:pt x="5837784" y="49088"/>
                  </a:lnTo>
                  <a:lnTo>
                    <a:pt x="5837901" y="49088"/>
                  </a:lnTo>
                  <a:lnTo>
                    <a:pt x="5838019" y="49088"/>
                  </a:lnTo>
                  <a:lnTo>
                    <a:pt x="5838019" y="48657"/>
                  </a:lnTo>
                  <a:lnTo>
                    <a:pt x="5838136" y="48657"/>
                  </a:lnTo>
                  <a:lnTo>
                    <a:pt x="5838254" y="48657"/>
                  </a:lnTo>
                  <a:lnTo>
                    <a:pt x="5838372" y="48657"/>
                  </a:lnTo>
                  <a:lnTo>
                    <a:pt x="5838489" y="48657"/>
                  </a:lnTo>
                  <a:lnTo>
                    <a:pt x="5838607" y="48657"/>
                  </a:lnTo>
                  <a:lnTo>
                    <a:pt x="5838724" y="48657"/>
                  </a:lnTo>
                  <a:lnTo>
                    <a:pt x="5838842" y="48657"/>
                  </a:lnTo>
                  <a:lnTo>
                    <a:pt x="5838960" y="48657"/>
                  </a:lnTo>
                  <a:lnTo>
                    <a:pt x="5839077" y="48657"/>
                  </a:lnTo>
                  <a:lnTo>
                    <a:pt x="5839195" y="48657"/>
                  </a:lnTo>
                  <a:lnTo>
                    <a:pt x="5839313" y="48657"/>
                  </a:lnTo>
                  <a:lnTo>
                    <a:pt x="5839430" y="48657"/>
                  </a:lnTo>
                  <a:lnTo>
                    <a:pt x="5839548" y="48657"/>
                  </a:lnTo>
                  <a:lnTo>
                    <a:pt x="5839665" y="48657"/>
                  </a:lnTo>
                  <a:lnTo>
                    <a:pt x="5839783" y="48657"/>
                  </a:lnTo>
                  <a:lnTo>
                    <a:pt x="5839901" y="48657"/>
                  </a:lnTo>
                  <a:lnTo>
                    <a:pt x="5840018" y="48657"/>
                  </a:lnTo>
                  <a:lnTo>
                    <a:pt x="5840136" y="48657"/>
                  </a:lnTo>
                  <a:lnTo>
                    <a:pt x="5840136" y="48227"/>
                  </a:lnTo>
                  <a:lnTo>
                    <a:pt x="5840253" y="48227"/>
                  </a:lnTo>
                  <a:lnTo>
                    <a:pt x="5840371" y="48227"/>
                  </a:lnTo>
                  <a:lnTo>
                    <a:pt x="5840489" y="48227"/>
                  </a:lnTo>
                  <a:lnTo>
                    <a:pt x="5840606" y="48227"/>
                  </a:lnTo>
                  <a:lnTo>
                    <a:pt x="5840724" y="48227"/>
                  </a:lnTo>
                  <a:lnTo>
                    <a:pt x="5840842" y="48227"/>
                  </a:lnTo>
                  <a:lnTo>
                    <a:pt x="5840959" y="48227"/>
                  </a:lnTo>
                  <a:lnTo>
                    <a:pt x="5841077" y="48227"/>
                  </a:lnTo>
                  <a:lnTo>
                    <a:pt x="5841194" y="48227"/>
                  </a:lnTo>
                  <a:lnTo>
                    <a:pt x="5841312" y="48227"/>
                  </a:lnTo>
                  <a:lnTo>
                    <a:pt x="5841430" y="48227"/>
                  </a:lnTo>
                  <a:lnTo>
                    <a:pt x="5841547" y="48227"/>
                  </a:lnTo>
                  <a:lnTo>
                    <a:pt x="5841665" y="48227"/>
                  </a:lnTo>
                  <a:lnTo>
                    <a:pt x="5841782" y="48227"/>
                  </a:lnTo>
                  <a:lnTo>
                    <a:pt x="5841900" y="48227"/>
                  </a:lnTo>
                  <a:lnTo>
                    <a:pt x="5842018" y="48227"/>
                  </a:lnTo>
                  <a:lnTo>
                    <a:pt x="5842135" y="48227"/>
                  </a:lnTo>
                  <a:lnTo>
                    <a:pt x="5842253" y="48227"/>
                  </a:lnTo>
                  <a:lnTo>
                    <a:pt x="5842370" y="48227"/>
                  </a:lnTo>
                  <a:lnTo>
                    <a:pt x="5842488" y="48227"/>
                  </a:lnTo>
                  <a:lnTo>
                    <a:pt x="5842606" y="48227"/>
                  </a:lnTo>
                  <a:lnTo>
                    <a:pt x="5842723" y="48227"/>
                  </a:lnTo>
                  <a:lnTo>
                    <a:pt x="5842841" y="48227"/>
                  </a:lnTo>
                  <a:lnTo>
                    <a:pt x="5842959" y="48227"/>
                  </a:lnTo>
                  <a:lnTo>
                    <a:pt x="5843076" y="48227"/>
                  </a:lnTo>
                  <a:lnTo>
                    <a:pt x="5843194" y="48227"/>
                  </a:lnTo>
                  <a:lnTo>
                    <a:pt x="5843311" y="48227"/>
                  </a:lnTo>
                  <a:lnTo>
                    <a:pt x="5843429" y="48227"/>
                  </a:lnTo>
                  <a:lnTo>
                    <a:pt x="5843429" y="47796"/>
                  </a:lnTo>
                  <a:lnTo>
                    <a:pt x="5843547" y="47796"/>
                  </a:lnTo>
                  <a:lnTo>
                    <a:pt x="5843547" y="47366"/>
                  </a:lnTo>
                  <a:lnTo>
                    <a:pt x="5843664" y="47366"/>
                  </a:lnTo>
                  <a:lnTo>
                    <a:pt x="5843782" y="47366"/>
                  </a:lnTo>
                  <a:lnTo>
                    <a:pt x="5843899" y="47366"/>
                  </a:lnTo>
                  <a:lnTo>
                    <a:pt x="5844017" y="47366"/>
                  </a:lnTo>
                  <a:lnTo>
                    <a:pt x="5844135" y="47366"/>
                  </a:lnTo>
                  <a:lnTo>
                    <a:pt x="5844252" y="47366"/>
                  </a:lnTo>
                  <a:lnTo>
                    <a:pt x="5844370" y="47366"/>
                  </a:lnTo>
                  <a:lnTo>
                    <a:pt x="5844488" y="47366"/>
                  </a:lnTo>
                  <a:lnTo>
                    <a:pt x="5844605" y="47366"/>
                  </a:lnTo>
                  <a:lnTo>
                    <a:pt x="5844723" y="47366"/>
                  </a:lnTo>
                  <a:lnTo>
                    <a:pt x="5844840" y="47366"/>
                  </a:lnTo>
                  <a:lnTo>
                    <a:pt x="5844958" y="47366"/>
                  </a:lnTo>
                  <a:lnTo>
                    <a:pt x="5845076" y="47366"/>
                  </a:lnTo>
                  <a:lnTo>
                    <a:pt x="5845193" y="47366"/>
                  </a:lnTo>
                  <a:lnTo>
                    <a:pt x="5845311" y="47366"/>
                  </a:lnTo>
                  <a:lnTo>
                    <a:pt x="5845428" y="47366"/>
                  </a:lnTo>
                  <a:lnTo>
                    <a:pt x="5845546" y="47366"/>
                  </a:lnTo>
                  <a:lnTo>
                    <a:pt x="5845664" y="47366"/>
                  </a:lnTo>
                  <a:lnTo>
                    <a:pt x="5845781" y="47366"/>
                  </a:lnTo>
                  <a:lnTo>
                    <a:pt x="5845899" y="47366"/>
                  </a:lnTo>
                  <a:lnTo>
                    <a:pt x="5846017" y="47366"/>
                  </a:lnTo>
                  <a:lnTo>
                    <a:pt x="5846134" y="47366"/>
                  </a:lnTo>
                  <a:lnTo>
                    <a:pt x="5846252" y="47366"/>
                  </a:lnTo>
                  <a:lnTo>
                    <a:pt x="5846369" y="47366"/>
                  </a:lnTo>
                  <a:lnTo>
                    <a:pt x="5846487" y="47366"/>
                  </a:lnTo>
                  <a:lnTo>
                    <a:pt x="5846605" y="47366"/>
                  </a:lnTo>
                  <a:lnTo>
                    <a:pt x="5846722" y="47366"/>
                  </a:lnTo>
                  <a:lnTo>
                    <a:pt x="5846840" y="47366"/>
                  </a:lnTo>
                  <a:lnTo>
                    <a:pt x="5846957" y="47366"/>
                  </a:lnTo>
                  <a:lnTo>
                    <a:pt x="5847075" y="47366"/>
                  </a:lnTo>
                  <a:lnTo>
                    <a:pt x="5847193" y="47366"/>
                  </a:lnTo>
                  <a:lnTo>
                    <a:pt x="5847310" y="47366"/>
                  </a:lnTo>
                  <a:lnTo>
                    <a:pt x="5847428" y="47366"/>
                  </a:lnTo>
                  <a:lnTo>
                    <a:pt x="5847546" y="47366"/>
                  </a:lnTo>
                  <a:lnTo>
                    <a:pt x="5847663" y="47366"/>
                  </a:lnTo>
                  <a:lnTo>
                    <a:pt x="5847781" y="47366"/>
                  </a:lnTo>
                  <a:lnTo>
                    <a:pt x="5847898" y="47366"/>
                  </a:lnTo>
                  <a:lnTo>
                    <a:pt x="5848016" y="47366"/>
                  </a:lnTo>
                  <a:lnTo>
                    <a:pt x="5848134" y="47366"/>
                  </a:lnTo>
                  <a:lnTo>
                    <a:pt x="5848251" y="47366"/>
                  </a:lnTo>
                  <a:lnTo>
                    <a:pt x="5848369" y="47366"/>
                  </a:lnTo>
                  <a:lnTo>
                    <a:pt x="5848486" y="47366"/>
                  </a:lnTo>
                  <a:lnTo>
                    <a:pt x="5848604" y="47366"/>
                  </a:lnTo>
                  <a:lnTo>
                    <a:pt x="5848722" y="47366"/>
                  </a:lnTo>
                  <a:lnTo>
                    <a:pt x="5848839" y="47366"/>
                  </a:lnTo>
                  <a:lnTo>
                    <a:pt x="5848957" y="47366"/>
                  </a:lnTo>
                  <a:lnTo>
                    <a:pt x="5849075" y="47366"/>
                  </a:lnTo>
                  <a:lnTo>
                    <a:pt x="5849192" y="47366"/>
                  </a:lnTo>
                  <a:lnTo>
                    <a:pt x="5849310" y="47366"/>
                  </a:lnTo>
                  <a:lnTo>
                    <a:pt x="5849427" y="47366"/>
                  </a:lnTo>
                  <a:lnTo>
                    <a:pt x="5849545" y="47366"/>
                  </a:lnTo>
                  <a:lnTo>
                    <a:pt x="5849663" y="47366"/>
                  </a:lnTo>
                  <a:lnTo>
                    <a:pt x="5849663" y="46935"/>
                  </a:lnTo>
                  <a:lnTo>
                    <a:pt x="5849780" y="46935"/>
                  </a:lnTo>
                  <a:lnTo>
                    <a:pt x="5849898" y="46935"/>
                  </a:lnTo>
                  <a:lnTo>
                    <a:pt x="5850015" y="46935"/>
                  </a:lnTo>
                  <a:lnTo>
                    <a:pt x="5850133" y="46935"/>
                  </a:lnTo>
                  <a:lnTo>
                    <a:pt x="5850251" y="46935"/>
                  </a:lnTo>
                  <a:lnTo>
                    <a:pt x="5850368" y="46935"/>
                  </a:lnTo>
                  <a:lnTo>
                    <a:pt x="5850486" y="46935"/>
                  </a:lnTo>
                  <a:lnTo>
                    <a:pt x="5850603" y="46935"/>
                  </a:lnTo>
                  <a:lnTo>
                    <a:pt x="5850721" y="46935"/>
                  </a:lnTo>
                  <a:lnTo>
                    <a:pt x="5850839" y="46935"/>
                  </a:lnTo>
                  <a:lnTo>
                    <a:pt x="5850956" y="46935"/>
                  </a:lnTo>
                  <a:lnTo>
                    <a:pt x="5851074" y="46935"/>
                  </a:lnTo>
                  <a:lnTo>
                    <a:pt x="5851192" y="46935"/>
                  </a:lnTo>
                  <a:lnTo>
                    <a:pt x="5851309" y="46935"/>
                  </a:lnTo>
                  <a:lnTo>
                    <a:pt x="5851427" y="46935"/>
                  </a:lnTo>
                  <a:lnTo>
                    <a:pt x="5851544" y="46935"/>
                  </a:lnTo>
                  <a:lnTo>
                    <a:pt x="5851662" y="46935"/>
                  </a:lnTo>
                  <a:lnTo>
                    <a:pt x="5851780" y="46935"/>
                  </a:lnTo>
                  <a:lnTo>
                    <a:pt x="5851897" y="46935"/>
                  </a:lnTo>
                  <a:lnTo>
                    <a:pt x="5852015" y="46935"/>
                  </a:lnTo>
                  <a:lnTo>
                    <a:pt x="5852132" y="46935"/>
                  </a:lnTo>
                  <a:lnTo>
                    <a:pt x="5852250" y="46935"/>
                  </a:lnTo>
                  <a:lnTo>
                    <a:pt x="5852368" y="46935"/>
                  </a:lnTo>
                  <a:lnTo>
                    <a:pt x="5852485" y="46935"/>
                  </a:lnTo>
                  <a:lnTo>
                    <a:pt x="5852603" y="46935"/>
                  </a:lnTo>
                  <a:lnTo>
                    <a:pt x="5852603" y="46504"/>
                  </a:lnTo>
                  <a:lnTo>
                    <a:pt x="5852721" y="46504"/>
                  </a:lnTo>
                  <a:lnTo>
                    <a:pt x="5852838" y="46504"/>
                  </a:lnTo>
                  <a:lnTo>
                    <a:pt x="5852956" y="46504"/>
                  </a:lnTo>
                  <a:lnTo>
                    <a:pt x="5853073" y="46504"/>
                  </a:lnTo>
                  <a:lnTo>
                    <a:pt x="5853191" y="46504"/>
                  </a:lnTo>
                  <a:lnTo>
                    <a:pt x="5853309" y="46504"/>
                  </a:lnTo>
                  <a:lnTo>
                    <a:pt x="5853426" y="46504"/>
                  </a:lnTo>
                  <a:lnTo>
                    <a:pt x="5853544" y="46504"/>
                  </a:lnTo>
                  <a:lnTo>
                    <a:pt x="5853661" y="46504"/>
                  </a:lnTo>
                  <a:lnTo>
                    <a:pt x="5853779" y="46504"/>
                  </a:lnTo>
                  <a:lnTo>
                    <a:pt x="5853897" y="46504"/>
                  </a:lnTo>
                  <a:lnTo>
                    <a:pt x="5854014" y="46504"/>
                  </a:lnTo>
                  <a:lnTo>
                    <a:pt x="5854132" y="46504"/>
                  </a:lnTo>
                  <a:lnTo>
                    <a:pt x="5854250" y="46504"/>
                  </a:lnTo>
                  <a:lnTo>
                    <a:pt x="5854367" y="46504"/>
                  </a:lnTo>
                  <a:lnTo>
                    <a:pt x="5854485" y="46504"/>
                  </a:lnTo>
                  <a:lnTo>
                    <a:pt x="5854602" y="46504"/>
                  </a:lnTo>
                  <a:lnTo>
                    <a:pt x="5854720" y="46504"/>
                  </a:lnTo>
                  <a:lnTo>
                    <a:pt x="5854838" y="46504"/>
                  </a:lnTo>
                  <a:lnTo>
                    <a:pt x="5854955" y="46504"/>
                  </a:lnTo>
                  <a:lnTo>
                    <a:pt x="5855073" y="46504"/>
                  </a:lnTo>
                  <a:lnTo>
                    <a:pt x="5855190" y="46504"/>
                  </a:lnTo>
                  <a:lnTo>
                    <a:pt x="5855308" y="46504"/>
                  </a:lnTo>
                  <a:lnTo>
                    <a:pt x="5855426" y="46504"/>
                  </a:lnTo>
                  <a:lnTo>
                    <a:pt x="5855543" y="46504"/>
                  </a:lnTo>
                  <a:lnTo>
                    <a:pt x="5855661" y="46504"/>
                  </a:lnTo>
                  <a:lnTo>
                    <a:pt x="5855779" y="46504"/>
                  </a:lnTo>
                  <a:lnTo>
                    <a:pt x="5855896" y="46504"/>
                  </a:lnTo>
                  <a:lnTo>
                    <a:pt x="5856014" y="46504"/>
                  </a:lnTo>
                  <a:lnTo>
                    <a:pt x="5856131" y="46504"/>
                  </a:lnTo>
                  <a:lnTo>
                    <a:pt x="5856249" y="46504"/>
                  </a:lnTo>
                  <a:lnTo>
                    <a:pt x="5856367" y="46504"/>
                  </a:lnTo>
                  <a:lnTo>
                    <a:pt x="5856484" y="46504"/>
                  </a:lnTo>
                  <a:lnTo>
                    <a:pt x="5856484" y="46074"/>
                  </a:lnTo>
                  <a:lnTo>
                    <a:pt x="5856602" y="46074"/>
                  </a:lnTo>
                  <a:lnTo>
                    <a:pt x="5856719" y="46074"/>
                  </a:lnTo>
                  <a:lnTo>
                    <a:pt x="5856837" y="46074"/>
                  </a:lnTo>
                  <a:lnTo>
                    <a:pt x="5856837" y="45643"/>
                  </a:lnTo>
                  <a:lnTo>
                    <a:pt x="5856955" y="45643"/>
                  </a:lnTo>
                  <a:lnTo>
                    <a:pt x="5857072" y="45643"/>
                  </a:lnTo>
                  <a:lnTo>
                    <a:pt x="5857190" y="45643"/>
                  </a:lnTo>
                  <a:lnTo>
                    <a:pt x="5857308" y="45643"/>
                  </a:lnTo>
                  <a:lnTo>
                    <a:pt x="5857425" y="45643"/>
                  </a:lnTo>
                  <a:lnTo>
                    <a:pt x="5857543" y="45643"/>
                  </a:lnTo>
                  <a:lnTo>
                    <a:pt x="5857660" y="45643"/>
                  </a:lnTo>
                  <a:lnTo>
                    <a:pt x="5857778" y="45643"/>
                  </a:lnTo>
                  <a:lnTo>
                    <a:pt x="5857778" y="45213"/>
                  </a:lnTo>
                  <a:lnTo>
                    <a:pt x="5857896" y="45213"/>
                  </a:lnTo>
                  <a:lnTo>
                    <a:pt x="5858013" y="45213"/>
                  </a:lnTo>
                  <a:lnTo>
                    <a:pt x="5858013" y="44782"/>
                  </a:lnTo>
                  <a:lnTo>
                    <a:pt x="5858131" y="44782"/>
                  </a:lnTo>
                  <a:lnTo>
                    <a:pt x="5858248" y="44782"/>
                  </a:lnTo>
                  <a:lnTo>
                    <a:pt x="5858366" y="44782"/>
                  </a:lnTo>
                  <a:lnTo>
                    <a:pt x="5858484" y="44782"/>
                  </a:lnTo>
                  <a:lnTo>
                    <a:pt x="5858601" y="44782"/>
                  </a:lnTo>
                  <a:lnTo>
                    <a:pt x="5858719" y="44782"/>
                  </a:lnTo>
                  <a:lnTo>
                    <a:pt x="5858836" y="44782"/>
                  </a:lnTo>
                  <a:lnTo>
                    <a:pt x="5858954" y="44782"/>
                  </a:lnTo>
                  <a:lnTo>
                    <a:pt x="5859072" y="44782"/>
                  </a:lnTo>
                  <a:lnTo>
                    <a:pt x="5859189" y="44782"/>
                  </a:lnTo>
                  <a:lnTo>
                    <a:pt x="5859307" y="44782"/>
                  </a:lnTo>
                  <a:lnTo>
                    <a:pt x="5859425" y="44782"/>
                  </a:lnTo>
                  <a:lnTo>
                    <a:pt x="5859542" y="44782"/>
                  </a:lnTo>
                  <a:lnTo>
                    <a:pt x="5859660" y="44782"/>
                  </a:lnTo>
                  <a:lnTo>
                    <a:pt x="5859777" y="44782"/>
                  </a:lnTo>
                  <a:lnTo>
                    <a:pt x="5859895" y="44782"/>
                  </a:lnTo>
                  <a:lnTo>
                    <a:pt x="5860013" y="44782"/>
                  </a:lnTo>
                  <a:lnTo>
                    <a:pt x="5860130" y="44782"/>
                  </a:lnTo>
                  <a:lnTo>
                    <a:pt x="5860248" y="44782"/>
                  </a:lnTo>
                  <a:lnTo>
                    <a:pt x="5860365" y="44782"/>
                  </a:lnTo>
                  <a:lnTo>
                    <a:pt x="5860483" y="44782"/>
                  </a:lnTo>
                  <a:lnTo>
                    <a:pt x="5860601" y="44782"/>
                  </a:lnTo>
                  <a:lnTo>
                    <a:pt x="5860718" y="44782"/>
                  </a:lnTo>
                  <a:lnTo>
                    <a:pt x="5860836" y="44782"/>
                  </a:lnTo>
                  <a:lnTo>
                    <a:pt x="5860954" y="44782"/>
                  </a:lnTo>
                  <a:lnTo>
                    <a:pt x="5861071" y="44782"/>
                  </a:lnTo>
                  <a:lnTo>
                    <a:pt x="5861189" y="44782"/>
                  </a:lnTo>
                  <a:lnTo>
                    <a:pt x="5861306" y="44782"/>
                  </a:lnTo>
                  <a:lnTo>
                    <a:pt x="5861306" y="44351"/>
                  </a:lnTo>
                  <a:lnTo>
                    <a:pt x="5861424" y="44351"/>
                  </a:lnTo>
                  <a:lnTo>
                    <a:pt x="5861542" y="44351"/>
                  </a:lnTo>
                  <a:lnTo>
                    <a:pt x="5861659" y="44351"/>
                  </a:lnTo>
                  <a:lnTo>
                    <a:pt x="5861777" y="44351"/>
                  </a:lnTo>
                  <a:lnTo>
                    <a:pt x="5861894" y="44351"/>
                  </a:lnTo>
                  <a:lnTo>
                    <a:pt x="5862012" y="44351"/>
                  </a:lnTo>
                  <a:lnTo>
                    <a:pt x="5862130" y="44351"/>
                  </a:lnTo>
                  <a:lnTo>
                    <a:pt x="5862247" y="44351"/>
                  </a:lnTo>
                  <a:lnTo>
                    <a:pt x="5862365" y="44351"/>
                  </a:lnTo>
                  <a:lnTo>
                    <a:pt x="5862483" y="44351"/>
                  </a:lnTo>
                  <a:lnTo>
                    <a:pt x="5862600" y="44351"/>
                  </a:lnTo>
                  <a:lnTo>
                    <a:pt x="5862718" y="44351"/>
                  </a:lnTo>
                  <a:lnTo>
                    <a:pt x="5862835" y="44351"/>
                  </a:lnTo>
                  <a:lnTo>
                    <a:pt x="5862953" y="44351"/>
                  </a:lnTo>
                  <a:lnTo>
                    <a:pt x="5863071" y="44351"/>
                  </a:lnTo>
                  <a:lnTo>
                    <a:pt x="5863188" y="44351"/>
                  </a:lnTo>
                  <a:lnTo>
                    <a:pt x="5863306" y="44351"/>
                  </a:lnTo>
                  <a:lnTo>
                    <a:pt x="5863423" y="44351"/>
                  </a:lnTo>
                  <a:lnTo>
                    <a:pt x="5863541" y="44351"/>
                  </a:lnTo>
                  <a:lnTo>
                    <a:pt x="5863659" y="44351"/>
                  </a:lnTo>
                  <a:lnTo>
                    <a:pt x="5863776" y="44351"/>
                  </a:lnTo>
                  <a:lnTo>
                    <a:pt x="5863894" y="44351"/>
                  </a:lnTo>
                  <a:lnTo>
                    <a:pt x="5864012" y="44351"/>
                  </a:lnTo>
                  <a:lnTo>
                    <a:pt x="5864129" y="44351"/>
                  </a:lnTo>
                  <a:lnTo>
                    <a:pt x="5864129" y="43921"/>
                  </a:lnTo>
                  <a:lnTo>
                    <a:pt x="5864247" y="43921"/>
                  </a:lnTo>
                  <a:lnTo>
                    <a:pt x="5864364" y="43921"/>
                  </a:lnTo>
                  <a:lnTo>
                    <a:pt x="5864482" y="43921"/>
                  </a:lnTo>
                  <a:lnTo>
                    <a:pt x="5864600" y="43921"/>
                  </a:lnTo>
                  <a:lnTo>
                    <a:pt x="5864717" y="43921"/>
                  </a:lnTo>
                  <a:lnTo>
                    <a:pt x="5864835" y="43921"/>
                  </a:lnTo>
                  <a:lnTo>
                    <a:pt x="5864952" y="43921"/>
                  </a:lnTo>
                  <a:lnTo>
                    <a:pt x="5865070" y="43921"/>
                  </a:lnTo>
                  <a:lnTo>
                    <a:pt x="5865188" y="43921"/>
                  </a:lnTo>
                  <a:lnTo>
                    <a:pt x="5865305" y="43921"/>
                  </a:lnTo>
                  <a:lnTo>
                    <a:pt x="5865423" y="43921"/>
                  </a:lnTo>
                  <a:lnTo>
                    <a:pt x="5865541" y="43921"/>
                  </a:lnTo>
                  <a:lnTo>
                    <a:pt x="5865658" y="43921"/>
                  </a:lnTo>
                  <a:lnTo>
                    <a:pt x="5865776" y="43921"/>
                  </a:lnTo>
                  <a:lnTo>
                    <a:pt x="5865893" y="43921"/>
                  </a:lnTo>
                  <a:lnTo>
                    <a:pt x="5866011" y="43921"/>
                  </a:lnTo>
                  <a:lnTo>
                    <a:pt x="5866129" y="43921"/>
                  </a:lnTo>
                  <a:lnTo>
                    <a:pt x="5866246" y="43921"/>
                  </a:lnTo>
                  <a:lnTo>
                    <a:pt x="5866364" y="43921"/>
                  </a:lnTo>
                  <a:lnTo>
                    <a:pt x="5866481" y="43921"/>
                  </a:lnTo>
                  <a:lnTo>
                    <a:pt x="5866599" y="43921"/>
                  </a:lnTo>
                  <a:lnTo>
                    <a:pt x="5866717" y="43921"/>
                  </a:lnTo>
                  <a:lnTo>
                    <a:pt x="5866834" y="43921"/>
                  </a:lnTo>
                  <a:lnTo>
                    <a:pt x="5866952" y="43921"/>
                  </a:lnTo>
                  <a:lnTo>
                    <a:pt x="5867069" y="43921"/>
                  </a:lnTo>
                  <a:lnTo>
                    <a:pt x="5867187" y="43921"/>
                  </a:lnTo>
                  <a:lnTo>
                    <a:pt x="5867305" y="43921"/>
                  </a:lnTo>
                  <a:lnTo>
                    <a:pt x="5867422" y="43921"/>
                  </a:lnTo>
                  <a:lnTo>
                    <a:pt x="5867540" y="43921"/>
                  </a:lnTo>
                  <a:lnTo>
                    <a:pt x="5867658" y="43921"/>
                  </a:lnTo>
                  <a:lnTo>
                    <a:pt x="5867775" y="43921"/>
                  </a:lnTo>
                  <a:lnTo>
                    <a:pt x="5867893" y="43921"/>
                  </a:lnTo>
                  <a:lnTo>
                    <a:pt x="5868010" y="43921"/>
                  </a:lnTo>
                  <a:lnTo>
                    <a:pt x="5868010" y="43490"/>
                  </a:lnTo>
                  <a:lnTo>
                    <a:pt x="5868128" y="43490"/>
                  </a:lnTo>
                  <a:lnTo>
                    <a:pt x="5868246" y="43490"/>
                  </a:lnTo>
                  <a:lnTo>
                    <a:pt x="5868246" y="43060"/>
                  </a:lnTo>
                  <a:lnTo>
                    <a:pt x="5868363" y="43060"/>
                  </a:lnTo>
                  <a:lnTo>
                    <a:pt x="5868481" y="43060"/>
                  </a:lnTo>
                  <a:lnTo>
                    <a:pt x="5868598" y="43060"/>
                  </a:lnTo>
                  <a:lnTo>
                    <a:pt x="5868716" y="43060"/>
                  </a:lnTo>
                  <a:lnTo>
                    <a:pt x="5868834" y="43060"/>
                  </a:lnTo>
                  <a:lnTo>
                    <a:pt x="5868951" y="43060"/>
                  </a:lnTo>
                  <a:lnTo>
                    <a:pt x="5869069" y="43060"/>
                  </a:lnTo>
                  <a:lnTo>
                    <a:pt x="5869187" y="43060"/>
                  </a:lnTo>
                  <a:lnTo>
                    <a:pt x="5869304" y="43060"/>
                  </a:lnTo>
                  <a:lnTo>
                    <a:pt x="5869422" y="43060"/>
                  </a:lnTo>
                  <a:lnTo>
                    <a:pt x="5869539" y="43060"/>
                  </a:lnTo>
                  <a:lnTo>
                    <a:pt x="5869657" y="43060"/>
                  </a:lnTo>
                  <a:lnTo>
                    <a:pt x="5869775" y="43060"/>
                  </a:lnTo>
                  <a:lnTo>
                    <a:pt x="5869892" y="43060"/>
                  </a:lnTo>
                  <a:lnTo>
                    <a:pt x="5870010" y="43060"/>
                  </a:lnTo>
                  <a:lnTo>
                    <a:pt x="5870010" y="42629"/>
                  </a:lnTo>
                  <a:lnTo>
                    <a:pt x="5870127" y="42629"/>
                  </a:lnTo>
                  <a:lnTo>
                    <a:pt x="5870245" y="42629"/>
                  </a:lnTo>
                  <a:lnTo>
                    <a:pt x="5870363" y="42629"/>
                  </a:lnTo>
                  <a:lnTo>
                    <a:pt x="5870480" y="42629"/>
                  </a:lnTo>
                  <a:lnTo>
                    <a:pt x="5870598" y="42629"/>
                  </a:lnTo>
                  <a:lnTo>
                    <a:pt x="5870716" y="42629"/>
                  </a:lnTo>
                  <a:lnTo>
                    <a:pt x="5870833" y="42629"/>
                  </a:lnTo>
                  <a:lnTo>
                    <a:pt x="5870951" y="42629"/>
                  </a:lnTo>
                  <a:lnTo>
                    <a:pt x="5871068" y="42629"/>
                  </a:lnTo>
                  <a:lnTo>
                    <a:pt x="5871186" y="42629"/>
                  </a:lnTo>
                  <a:lnTo>
                    <a:pt x="5871186" y="42198"/>
                  </a:lnTo>
                  <a:lnTo>
                    <a:pt x="5871304" y="42198"/>
                  </a:lnTo>
                  <a:lnTo>
                    <a:pt x="5871421" y="42198"/>
                  </a:lnTo>
                  <a:lnTo>
                    <a:pt x="5871539" y="42198"/>
                  </a:lnTo>
                  <a:lnTo>
                    <a:pt x="5871656" y="42198"/>
                  </a:lnTo>
                  <a:lnTo>
                    <a:pt x="5871774" y="42198"/>
                  </a:lnTo>
                  <a:lnTo>
                    <a:pt x="5871892" y="42198"/>
                  </a:lnTo>
                  <a:lnTo>
                    <a:pt x="5872009" y="42198"/>
                  </a:lnTo>
                  <a:lnTo>
                    <a:pt x="5872127" y="42198"/>
                  </a:lnTo>
                  <a:lnTo>
                    <a:pt x="5872245" y="42198"/>
                  </a:lnTo>
                  <a:lnTo>
                    <a:pt x="5872362" y="42198"/>
                  </a:lnTo>
                  <a:lnTo>
                    <a:pt x="5872480" y="42198"/>
                  </a:lnTo>
                  <a:lnTo>
                    <a:pt x="5872597" y="42198"/>
                  </a:lnTo>
                  <a:lnTo>
                    <a:pt x="5872715" y="42198"/>
                  </a:lnTo>
                  <a:lnTo>
                    <a:pt x="5872833" y="42198"/>
                  </a:lnTo>
                  <a:lnTo>
                    <a:pt x="5872950" y="42198"/>
                  </a:lnTo>
                  <a:lnTo>
                    <a:pt x="5873068" y="42198"/>
                  </a:lnTo>
                  <a:lnTo>
                    <a:pt x="5873185" y="42198"/>
                  </a:lnTo>
                  <a:lnTo>
                    <a:pt x="5873303" y="42198"/>
                  </a:lnTo>
                  <a:lnTo>
                    <a:pt x="5873421" y="42198"/>
                  </a:lnTo>
                  <a:lnTo>
                    <a:pt x="5873538" y="42198"/>
                  </a:lnTo>
                  <a:lnTo>
                    <a:pt x="5873656" y="42198"/>
                  </a:lnTo>
                  <a:lnTo>
                    <a:pt x="5873774" y="42198"/>
                  </a:lnTo>
                  <a:lnTo>
                    <a:pt x="5873891" y="42198"/>
                  </a:lnTo>
                  <a:lnTo>
                    <a:pt x="5874009" y="42198"/>
                  </a:lnTo>
                  <a:lnTo>
                    <a:pt x="5874126" y="42198"/>
                  </a:lnTo>
                  <a:lnTo>
                    <a:pt x="5874244" y="42198"/>
                  </a:lnTo>
                  <a:lnTo>
                    <a:pt x="5874362" y="42198"/>
                  </a:lnTo>
                  <a:lnTo>
                    <a:pt x="5874479" y="42198"/>
                  </a:lnTo>
                  <a:lnTo>
                    <a:pt x="5874597" y="42198"/>
                  </a:lnTo>
                  <a:lnTo>
                    <a:pt x="5874714" y="42198"/>
                  </a:lnTo>
                  <a:lnTo>
                    <a:pt x="5874832" y="42198"/>
                  </a:lnTo>
                  <a:lnTo>
                    <a:pt x="5874950" y="42198"/>
                  </a:lnTo>
                  <a:lnTo>
                    <a:pt x="5875067" y="42198"/>
                  </a:lnTo>
                  <a:lnTo>
                    <a:pt x="5875185" y="42198"/>
                  </a:lnTo>
                  <a:lnTo>
                    <a:pt x="5875302" y="42198"/>
                  </a:lnTo>
                  <a:lnTo>
                    <a:pt x="5875420" y="42198"/>
                  </a:lnTo>
                  <a:lnTo>
                    <a:pt x="5875538" y="42198"/>
                  </a:lnTo>
                  <a:lnTo>
                    <a:pt x="5875655" y="42198"/>
                  </a:lnTo>
                  <a:lnTo>
                    <a:pt x="5875773" y="42198"/>
                  </a:lnTo>
                  <a:lnTo>
                    <a:pt x="5875891" y="42198"/>
                  </a:lnTo>
                  <a:lnTo>
                    <a:pt x="5876008" y="42198"/>
                  </a:lnTo>
                  <a:lnTo>
                    <a:pt x="5876126" y="42198"/>
                  </a:lnTo>
                  <a:lnTo>
                    <a:pt x="5876243" y="42198"/>
                  </a:lnTo>
                  <a:lnTo>
                    <a:pt x="5876361" y="42198"/>
                  </a:lnTo>
                  <a:lnTo>
                    <a:pt x="5876479" y="42198"/>
                  </a:lnTo>
                  <a:lnTo>
                    <a:pt x="5876596" y="42198"/>
                  </a:lnTo>
                  <a:lnTo>
                    <a:pt x="5876714" y="42198"/>
                  </a:lnTo>
                  <a:lnTo>
                    <a:pt x="5876831" y="42198"/>
                  </a:lnTo>
                  <a:lnTo>
                    <a:pt x="5876949" y="42198"/>
                  </a:lnTo>
                  <a:lnTo>
                    <a:pt x="5877067" y="42198"/>
                  </a:lnTo>
                  <a:lnTo>
                    <a:pt x="5877184" y="42198"/>
                  </a:lnTo>
                  <a:lnTo>
                    <a:pt x="5877302" y="42198"/>
                  </a:lnTo>
                  <a:lnTo>
                    <a:pt x="5877420" y="42198"/>
                  </a:lnTo>
                  <a:lnTo>
                    <a:pt x="5877537" y="42198"/>
                  </a:lnTo>
                  <a:lnTo>
                    <a:pt x="5877655" y="42198"/>
                  </a:lnTo>
                  <a:lnTo>
                    <a:pt x="5877772" y="42198"/>
                  </a:lnTo>
                  <a:lnTo>
                    <a:pt x="5877890" y="42198"/>
                  </a:lnTo>
                  <a:lnTo>
                    <a:pt x="5878008" y="42198"/>
                  </a:lnTo>
                  <a:lnTo>
                    <a:pt x="5878125" y="42198"/>
                  </a:lnTo>
                  <a:lnTo>
                    <a:pt x="5878243" y="42198"/>
                  </a:lnTo>
                  <a:lnTo>
                    <a:pt x="5878360" y="42198"/>
                  </a:lnTo>
                  <a:lnTo>
                    <a:pt x="5878478" y="42198"/>
                  </a:lnTo>
                  <a:lnTo>
                    <a:pt x="5878596" y="42198"/>
                  </a:lnTo>
                  <a:lnTo>
                    <a:pt x="5878713" y="42198"/>
                  </a:lnTo>
                  <a:lnTo>
                    <a:pt x="5878831" y="42198"/>
                  </a:lnTo>
                  <a:lnTo>
                    <a:pt x="5878949" y="42198"/>
                  </a:lnTo>
                  <a:lnTo>
                    <a:pt x="5879066" y="42198"/>
                  </a:lnTo>
                  <a:lnTo>
                    <a:pt x="5879184" y="42198"/>
                  </a:lnTo>
                  <a:lnTo>
                    <a:pt x="5879301" y="42198"/>
                  </a:lnTo>
                  <a:lnTo>
                    <a:pt x="5879419" y="42198"/>
                  </a:lnTo>
                  <a:lnTo>
                    <a:pt x="5879537" y="42198"/>
                  </a:lnTo>
                  <a:lnTo>
                    <a:pt x="5879654" y="42198"/>
                  </a:lnTo>
                  <a:lnTo>
                    <a:pt x="5879772" y="42198"/>
                  </a:lnTo>
                  <a:lnTo>
                    <a:pt x="5879889" y="42198"/>
                  </a:lnTo>
                  <a:lnTo>
                    <a:pt x="5880007" y="42198"/>
                  </a:lnTo>
                  <a:lnTo>
                    <a:pt x="5880125" y="42198"/>
                  </a:lnTo>
                  <a:lnTo>
                    <a:pt x="5880242" y="42198"/>
                  </a:lnTo>
                  <a:lnTo>
                    <a:pt x="5880360" y="42198"/>
                  </a:lnTo>
                  <a:lnTo>
                    <a:pt x="5880478" y="42198"/>
                  </a:lnTo>
                  <a:lnTo>
                    <a:pt x="5880595" y="42198"/>
                  </a:lnTo>
                  <a:lnTo>
                    <a:pt x="5880713" y="42198"/>
                  </a:lnTo>
                  <a:lnTo>
                    <a:pt x="5880830" y="42198"/>
                  </a:lnTo>
                  <a:lnTo>
                    <a:pt x="5880948" y="42198"/>
                  </a:lnTo>
                  <a:lnTo>
                    <a:pt x="5881066" y="42198"/>
                  </a:lnTo>
                  <a:lnTo>
                    <a:pt x="5881183" y="42198"/>
                  </a:lnTo>
                  <a:lnTo>
                    <a:pt x="5881301" y="42198"/>
                  </a:lnTo>
                  <a:lnTo>
                    <a:pt x="5881418" y="42198"/>
                  </a:lnTo>
                  <a:lnTo>
                    <a:pt x="5881536" y="42198"/>
                  </a:lnTo>
                  <a:lnTo>
                    <a:pt x="5881654" y="42198"/>
                  </a:lnTo>
                  <a:lnTo>
                    <a:pt x="5881771" y="42198"/>
                  </a:lnTo>
                  <a:lnTo>
                    <a:pt x="5881889" y="42198"/>
                  </a:lnTo>
                  <a:lnTo>
                    <a:pt x="5882007" y="42198"/>
                  </a:lnTo>
                  <a:lnTo>
                    <a:pt x="5882124" y="42198"/>
                  </a:lnTo>
                  <a:lnTo>
                    <a:pt x="5882124" y="41768"/>
                  </a:lnTo>
                  <a:lnTo>
                    <a:pt x="5882242" y="41768"/>
                  </a:lnTo>
                  <a:lnTo>
                    <a:pt x="5882359" y="41768"/>
                  </a:lnTo>
                  <a:lnTo>
                    <a:pt x="5882477" y="41768"/>
                  </a:lnTo>
                  <a:lnTo>
                    <a:pt x="5882595" y="41768"/>
                  </a:lnTo>
                  <a:lnTo>
                    <a:pt x="5882712" y="41768"/>
                  </a:lnTo>
                  <a:lnTo>
                    <a:pt x="5882830" y="41768"/>
                  </a:lnTo>
                  <a:lnTo>
                    <a:pt x="5882947" y="41768"/>
                  </a:lnTo>
                  <a:lnTo>
                    <a:pt x="5883065" y="41768"/>
                  </a:lnTo>
                  <a:lnTo>
                    <a:pt x="5883183" y="41768"/>
                  </a:lnTo>
                  <a:lnTo>
                    <a:pt x="5883300" y="41768"/>
                  </a:lnTo>
                  <a:lnTo>
                    <a:pt x="5883418" y="41768"/>
                  </a:lnTo>
                  <a:lnTo>
                    <a:pt x="5883418" y="41337"/>
                  </a:lnTo>
                  <a:lnTo>
                    <a:pt x="5883535" y="41337"/>
                  </a:lnTo>
                  <a:lnTo>
                    <a:pt x="5883653" y="41337"/>
                  </a:lnTo>
                  <a:lnTo>
                    <a:pt x="5883771" y="41337"/>
                  </a:lnTo>
                  <a:lnTo>
                    <a:pt x="5883888" y="41337"/>
                  </a:lnTo>
                  <a:lnTo>
                    <a:pt x="5884006" y="41337"/>
                  </a:lnTo>
                  <a:lnTo>
                    <a:pt x="5884124" y="41337"/>
                  </a:lnTo>
                  <a:lnTo>
                    <a:pt x="5884241" y="41337"/>
                  </a:lnTo>
                  <a:lnTo>
                    <a:pt x="5884359" y="41337"/>
                  </a:lnTo>
                  <a:lnTo>
                    <a:pt x="5884476" y="41337"/>
                  </a:lnTo>
                  <a:lnTo>
                    <a:pt x="5884594" y="41337"/>
                  </a:lnTo>
                  <a:lnTo>
                    <a:pt x="5884712" y="41337"/>
                  </a:lnTo>
                  <a:lnTo>
                    <a:pt x="5884829" y="41337"/>
                  </a:lnTo>
                  <a:lnTo>
                    <a:pt x="5884947" y="41337"/>
                  </a:lnTo>
                  <a:lnTo>
                    <a:pt x="5885064" y="41337"/>
                  </a:lnTo>
                  <a:lnTo>
                    <a:pt x="5885064" y="40907"/>
                  </a:lnTo>
                  <a:lnTo>
                    <a:pt x="5885182" y="40907"/>
                  </a:lnTo>
                  <a:lnTo>
                    <a:pt x="5885300" y="40907"/>
                  </a:lnTo>
                  <a:lnTo>
                    <a:pt x="5885417" y="40907"/>
                  </a:lnTo>
                  <a:lnTo>
                    <a:pt x="5885535" y="40907"/>
                  </a:lnTo>
                  <a:lnTo>
                    <a:pt x="5885653" y="40907"/>
                  </a:lnTo>
                  <a:lnTo>
                    <a:pt x="5885770" y="40907"/>
                  </a:lnTo>
                  <a:lnTo>
                    <a:pt x="5885888" y="40907"/>
                  </a:lnTo>
                  <a:lnTo>
                    <a:pt x="5886005" y="40907"/>
                  </a:lnTo>
                  <a:lnTo>
                    <a:pt x="5886123" y="40907"/>
                  </a:lnTo>
                  <a:lnTo>
                    <a:pt x="5886241" y="40907"/>
                  </a:lnTo>
                  <a:lnTo>
                    <a:pt x="5886358" y="40907"/>
                  </a:lnTo>
                  <a:lnTo>
                    <a:pt x="5886476" y="40907"/>
                  </a:lnTo>
                  <a:lnTo>
                    <a:pt x="5886593" y="40907"/>
                  </a:lnTo>
                  <a:lnTo>
                    <a:pt x="5886711" y="40907"/>
                  </a:lnTo>
                  <a:lnTo>
                    <a:pt x="5886829" y="40907"/>
                  </a:lnTo>
                  <a:lnTo>
                    <a:pt x="5886946" y="40907"/>
                  </a:lnTo>
                  <a:lnTo>
                    <a:pt x="5887064" y="40907"/>
                  </a:lnTo>
                  <a:lnTo>
                    <a:pt x="5887182" y="40907"/>
                  </a:lnTo>
                  <a:lnTo>
                    <a:pt x="5887299" y="40907"/>
                  </a:lnTo>
                  <a:lnTo>
                    <a:pt x="5887417" y="40907"/>
                  </a:lnTo>
                  <a:lnTo>
                    <a:pt x="5887534" y="40907"/>
                  </a:lnTo>
                  <a:lnTo>
                    <a:pt x="5887652" y="40907"/>
                  </a:lnTo>
                  <a:lnTo>
                    <a:pt x="5887770" y="40907"/>
                  </a:lnTo>
                  <a:lnTo>
                    <a:pt x="5887887" y="40907"/>
                  </a:lnTo>
                  <a:lnTo>
                    <a:pt x="5888005" y="40907"/>
                  </a:lnTo>
                  <a:lnTo>
                    <a:pt x="5888122" y="40907"/>
                  </a:lnTo>
                  <a:lnTo>
                    <a:pt x="5888240" y="40907"/>
                  </a:lnTo>
                  <a:lnTo>
                    <a:pt x="5888358" y="40907"/>
                  </a:lnTo>
                  <a:lnTo>
                    <a:pt x="5888475" y="40907"/>
                  </a:lnTo>
                  <a:lnTo>
                    <a:pt x="5888593" y="40907"/>
                  </a:lnTo>
                  <a:lnTo>
                    <a:pt x="5888711" y="40907"/>
                  </a:lnTo>
                  <a:lnTo>
                    <a:pt x="5888828" y="40907"/>
                  </a:lnTo>
                  <a:lnTo>
                    <a:pt x="5888946" y="40907"/>
                  </a:lnTo>
                  <a:lnTo>
                    <a:pt x="5889063" y="40907"/>
                  </a:lnTo>
                  <a:lnTo>
                    <a:pt x="5889181" y="40907"/>
                  </a:lnTo>
                  <a:lnTo>
                    <a:pt x="5889299" y="40907"/>
                  </a:lnTo>
                  <a:lnTo>
                    <a:pt x="5889416" y="40907"/>
                  </a:lnTo>
                  <a:lnTo>
                    <a:pt x="5889534" y="40907"/>
                  </a:lnTo>
                  <a:lnTo>
                    <a:pt x="5889651" y="40907"/>
                  </a:lnTo>
                  <a:lnTo>
                    <a:pt x="5889769" y="40907"/>
                  </a:lnTo>
                  <a:lnTo>
                    <a:pt x="5889887" y="40907"/>
                  </a:lnTo>
                  <a:lnTo>
                    <a:pt x="5890004" y="40907"/>
                  </a:lnTo>
                  <a:lnTo>
                    <a:pt x="5890122" y="40907"/>
                  </a:lnTo>
                  <a:lnTo>
                    <a:pt x="5890240" y="40907"/>
                  </a:lnTo>
                  <a:lnTo>
                    <a:pt x="5890357" y="40907"/>
                  </a:lnTo>
                  <a:lnTo>
                    <a:pt x="5890475" y="40907"/>
                  </a:lnTo>
                  <a:lnTo>
                    <a:pt x="5890592" y="40907"/>
                  </a:lnTo>
                  <a:lnTo>
                    <a:pt x="5890710" y="40907"/>
                  </a:lnTo>
                  <a:lnTo>
                    <a:pt x="5890828" y="40907"/>
                  </a:lnTo>
                  <a:lnTo>
                    <a:pt x="5890945" y="40907"/>
                  </a:lnTo>
                  <a:lnTo>
                    <a:pt x="5891063" y="40907"/>
                  </a:lnTo>
                  <a:lnTo>
                    <a:pt x="5891180" y="40907"/>
                  </a:lnTo>
                  <a:lnTo>
                    <a:pt x="5891298" y="40907"/>
                  </a:lnTo>
                  <a:lnTo>
                    <a:pt x="5891416" y="40907"/>
                  </a:lnTo>
                  <a:lnTo>
                    <a:pt x="5891533" y="40907"/>
                  </a:lnTo>
                  <a:lnTo>
                    <a:pt x="5891651" y="40907"/>
                  </a:lnTo>
                  <a:lnTo>
                    <a:pt x="5891768" y="40907"/>
                  </a:lnTo>
                  <a:lnTo>
                    <a:pt x="5891886" y="40907"/>
                  </a:lnTo>
                  <a:lnTo>
                    <a:pt x="5892004" y="40907"/>
                  </a:lnTo>
                  <a:lnTo>
                    <a:pt x="5892121" y="40907"/>
                  </a:lnTo>
                  <a:lnTo>
                    <a:pt x="5892239" y="40907"/>
                  </a:lnTo>
                  <a:lnTo>
                    <a:pt x="5892239" y="40476"/>
                  </a:lnTo>
                  <a:lnTo>
                    <a:pt x="5892357" y="40476"/>
                  </a:lnTo>
                  <a:lnTo>
                    <a:pt x="5892474" y="40476"/>
                  </a:lnTo>
                  <a:lnTo>
                    <a:pt x="5892592" y="40476"/>
                  </a:lnTo>
                  <a:lnTo>
                    <a:pt x="5892709" y="40476"/>
                  </a:lnTo>
                  <a:lnTo>
                    <a:pt x="5892827" y="40476"/>
                  </a:lnTo>
                  <a:lnTo>
                    <a:pt x="5892827" y="40045"/>
                  </a:lnTo>
                  <a:lnTo>
                    <a:pt x="5892945" y="40045"/>
                  </a:lnTo>
                  <a:lnTo>
                    <a:pt x="5893062" y="40045"/>
                  </a:lnTo>
                  <a:lnTo>
                    <a:pt x="5893180" y="40045"/>
                  </a:lnTo>
                  <a:lnTo>
                    <a:pt x="5893297" y="40045"/>
                  </a:lnTo>
                  <a:lnTo>
                    <a:pt x="5893415" y="40045"/>
                  </a:lnTo>
                  <a:lnTo>
                    <a:pt x="5893533" y="40045"/>
                  </a:lnTo>
                  <a:lnTo>
                    <a:pt x="5893650" y="40045"/>
                  </a:lnTo>
                  <a:lnTo>
                    <a:pt x="5893768" y="40045"/>
                  </a:lnTo>
                  <a:lnTo>
                    <a:pt x="5893886" y="40045"/>
                  </a:lnTo>
                  <a:lnTo>
                    <a:pt x="5894003" y="40045"/>
                  </a:lnTo>
                  <a:lnTo>
                    <a:pt x="5894121" y="40045"/>
                  </a:lnTo>
                  <a:lnTo>
                    <a:pt x="5894238" y="40045"/>
                  </a:lnTo>
                  <a:lnTo>
                    <a:pt x="5894356" y="40045"/>
                  </a:lnTo>
                  <a:lnTo>
                    <a:pt x="5894474" y="40045"/>
                  </a:lnTo>
                  <a:lnTo>
                    <a:pt x="5894474" y="39615"/>
                  </a:lnTo>
                  <a:lnTo>
                    <a:pt x="5894591" y="39615"/>
                  </a:lnTo>
                  <a:lnTo>
                    <a:pt x="5894709" y="39615"/>
                  </a:lnTo>
                  <a:lnTo>
                    <a:pt x="5894826" y="39615"/>
                  </a:lnTo>
                  <a:lnTo>
                    <a:pt x="5894944" y="39615"/>
                  </a:lnTo>
                  <a:lnTo>
                    <a:pt x="5895062" y="39615"/>
                  </a:lnTo>
                  <a:lnTo>
                    <a:pt x="5895179" y="39615"/>
                  </a:lnTo>
                  <a:lnTo>
                    <a:pt x="5895297" y="39615"/>
                  </a:lnTo>
                  <a:lnTo>
                    <a:pt x="5895415" y="39615"/>
                  </a:lnTo>
                  <a:lnTo>
                    <a:pt x="5895532" y="39615"/>
                  </a:lnTo>
                  <a:lnTo>
                    <a:pt x="5895650" y="39615"/>
                  </a:lnTo>
                  <a:lnTo>
                    <a:pt x="5895767" y="39615"/>
                  </a:lnTo>
                  <a:lnTo>
                    <a:pt x="5895885" y="39615"/>
                  </a:lnTo>
                  <a:lnTo>
                    <a:pt x="5896003" y="39615"/>
                  </a:lnTo>
                  <a:lnTo>
                    <a:pt x="5896120" y="39615"/>
                  </a:lnTo>
                  <a:lnTo>
                    <a:pt x="5896238" y="39615"/>
                  </a:lnTo>
                  <a:lnTo>
                    <a:pt x="5896238" y="39184"/>
                  </a:lnTo>
                  <a:lnTo>
                    <a:pt x="5896355" y="39184"/>
                  </a:lnTo>
                  <a:lnTo>
                    <a:pt x="5896473" y="39184"/>
                  </a:lnTo>
                  <a:lnTo>
                    <a:pt x="5896591" y="39184"/>
                  </a:lnTo>
                  <a:lnTo>
                    <a:pt x="5896708" y="39184"/>
                  </a:lnTo>
                  <a:lnTo>
                    <a:pt x="5896826" y="39184"/>
                  </a:lnTo>
                  <a:lnTo>
                    <a:pt x="5896944" y="39184"/>
                  </a:lnTo>
                  <a:lnTo>
                    <a:pt x="5897061" y="39184"/>
                  </a:lnTo>
                  <a:lnTo>
                    <a:pt x="5897179" y="39184"/>
                  </a:lnTo>
                  <a:lnTo>
                    <a:pt x="5897296" y="39184"/>
                  </a:lnTo>
                  <a:lnTo>
                    <a:pt x="5897414" y="39184"/>
                  </a:lnTo>
                  <a:lnTo>
                    <a:pt x="5897532" y="39184"/>
                  </a:lnTo>
                  <a:lnTo>
                    <a:pt x="5897649" y="39184"/>
                  </a:lnTo>
                  <a:lnTo>
                    <a:pt x="5897767" y="39184"/>
                  </a:lnTo>
                  <a:lnTo>
                    <a:pt x="5897884" y="39184"/>
                  </a:lnTo>
                  <a:lnTo>
                    <a:pt x="5898002" y="39184"/>
                  </a:lnTo>
                  <a:lnTo>
                    <a:pt x="5898120" y="39184"/>
                  </a:lnTo>
                  <a:lnTo>
                    <a:pt x="5898237" y="39184"/>
                  </a:lnTo>
                  <a:lnTo>
                    <a:pt x="5898355" y="39184"/>
                  </a:lnTo>
                  <a:lnTo>
                    <a:pt x="5898355" y="38754"/>
                  </a:lnTo>
                  <a:lnTo>
                    <a:pt x="5898472" y="38754"/>
                  </a:lnTo>
                  <a:lnTo>
                    <a:pt x="5898590" y="38754"/>
                  </a:lnTo>
                  <a:lnTo>
                    <a:pt x="5898708" y="38754"/>
                  </a:lnTo>
                  <a:lnTo>
                    <a:pt x="5898825" y="38754"/>
                  </a:lnTo>
                  <a:lnTo>
                    <a:pt x="5898943" y="38754"/>
                  </a:lnTo>
                  <a:lnTo>
                    <a:pt x="5899061" y="38754"/>
                  </a:lnTo>
                  <a:lnTo>
                    <a:pt x="5899178" y="38754"/>
                  </a:lnTo>
                  <a:lnTo>
                    <a:pt x="5899296" y="38754"/>
                  </a:lnTo>
                  <a:lnTo>
                    <a:pt x="5899413" y="38754"/>
                  </a:lnTo>
                  <a:lnTo>
                    <a:pt x="5899531" y="38754"/>
                  </a:lnTo>
                  <a:lnTo>
                    <a:pt x="5899649" y="38754"/>
                  </a:lnTo>
                  <a:lnTo>
                    <a:pt x="5899649" y="38323"/>
                  </a:lnTo>
                  <a:lnTo>
                    <a:pt x="5899766" y="38323"/>
                  </a:lnTo>
                  <a:lnTo>
                    <a:pt x="5899884" y="38323"/>
                  </a:lnTo>
                  <a:lnTo>
                    <a:pt x="5900001" y="38323"/>
                  </a:lnTo>
                  <a:lnTo>
                    <a:pt x="5900119" y="38323"/>
                  </a:lnTo>
                  <a:lnTo>
                    <a:pt x="5900237" y="38323"/>
                  </a:lnTo>
                  <a:lnTo>
                    <a:pt x="5900354" y="38323"/>
                  </a:lnTo>
                  <a:lnTo>
                    <a:pt x="5900472" y="38323"/>
                  </a:lnTo>
                  <a:lnTo>
                    <a:pt x="5900590" y="38323"/>
                  </a:lnTo>
                  <a:lnTo>
                    <a:pt x="5900707" y="38323"/>
                  </a:lnTo>
                  <a:lnTo>
                    <a:pt x="5900825" y="38323"/>
                  </a:lnTo>
                  <a:lnTo>
                    <a:pt x="5900825" y="37892"/>
                  </a:lnTo>
                  <a:lnTo>
                    <a:pt x="5900942" y="37892"/>
                  </a:lnTo>
                  <a:lnTo>
                    <a:pt x="5901060" y="37892"/>
                  </a:lnTo>
                  <a:lnTo>
                    <a:pt x="5901178" y="37892"/>
                  </a:lnTo>
                  <a:lnTo>
                    <a:pt x="5901295" y="37892"/>
                  </a:lnTo>
                  <a:lnTo>
                    <a:pt x="5901413" y="37892"/>
                  </a:lnTo>
                  <a:lnTo>
                    <a:pt x="5901530" y="37892"/>
                  </a:lnTo>
                  <a:lnTo>
                    <a:pt x="5901648" y="37892"/>
                  </a:lnTo>
                  <a:lnTo>
                    <a:pt x="5901766" y="37892"/>
                  </a:lnTo>
                  <a:lnTo>
                    <a:pt x="5901766" y="37462"/>
                  </a:lnTo>
                  <a:lnTo>
                    <a:pt x="5901883" y="37462"/>
                  </a:lnTo>
                  <a:lnTo>
                    <a:pt x="5902001" y="37462"/>
                  </a:lnTo>
                  <a:lnTo>
                    <a:pt x="5902119" y="37462"/>
                  </a:lnTo>
                  <a:lnTo>
                    <a:pt x="5902236" y="37462"/>
                  </a:lnTo>
                  <a:lnTo>
                    <a:pt x="5902354" y="37462"/>
                  </a:lnTo>
                  <a:lnTo>
                    <a:pt x="5902471" y="37462"/>
                  </a:lnTo>
                  <a:lnTo>
                    <a:pt x="5902589" y="37462"/>
                  </a:lnTo>
                  <a:lnTo>
                    <a:pt x="5902707" y="37462"/>
                  </a:lnTo>
                  <a:lnTo>
                    <a:pt x="5902824" y="37462"/>
                  </a:lnTo>
                  <a:lnTo>
                    <a:pt x="5902942" y="37462"/>
                  </a:lnTo>
                  <a:lnTo>
                    <a:pt x="5903059" y="37462"/>
                  </a:lnTo>
                  <a:lnTo>
                    <a:pt x="5903177" y="37462"/>
                  </a:lnTo>
                  <a:lnTo>
                    <a:pt x="5903295" y="37462"/>
                  </a:lnTo>
                  <a:lnTo>
                    <a:pt x="5903412" y="37462"/>
                  </a:lnTo>
                  <a:lnTo>
                    <a:pt x="5903530" y="37462"/>
                  </a:lnTo>
                  <a:lnTo>
                    <a:pt x="5903648" y="37462"/>
                  </a:lnTo>
                  <a:lnTo>
                    <a:pt x="5903765" y="37462"/>
                  </a:lnTo>
                  <a:lnTo>
                    <a:pt x="5903883" y="37462"/>
                  </a:lnTo>
                  <a:lnTo>
                    <a:pt x="5904000" y="37462"/>
                  </a:lnTo>
                  <a:lnTo>
                    <a:pt x="5904118" y="37462"/>
                  </a:lnTo>
                  <a:lnTo>
                    <a:pt x="5904236" y="37462"/>
                  </a:lnTo>
                  <a:lnTo>
                    <a:pt x="5904353" y="37462"/>
                  </a:lnTo>
                  <a:lnTo>
                    <a:pt x="5904471" y="37462"/>
                  </a:lnTo>
                  <a:lnTo>
                    <a:pt x="5904588" y="37462"/>
                  </a:lnTo>
                  <a:lnTo>
                    <a:pt x="5904706" y="37462"/>
                  </a:lnTo>
                  <a:lnTo>
                    <a:pt x="5904824" y="37462"/>
                  </a:lnTo>
                  <a:lnTo>
                    <a:pt x="5904941" y="37462"/>
                  </a:lnTo>
                  <a:lnTo>
                    <a:pt x="5905059" y="37462"/>
                  </a:lnTo>
                  <a:lnTo>
                    <a:pt x="5905177" y="37462"/>
                  </a:lnTo>
                  <a:lnTo>
                    <a:pt x="5905294" y="37462"/>
                  </a:lnTo>
                  <a:lnTo>
                    <a:pt x="5905412" y="37462"/>
                  </a:lnTo>
                  <a:lnTo>
                    <a:pt x="5905529" y="37462"/>
                  </a:lnTo>
                  <a:lnTo>
                    <a:pt x="5905647" y="37462"/>
                  </a:lnTo>
                  <a:lnTo>
                    <a:pt x="5905765" y="37462"/>
                  </a:lnTo>
                  <a:lnTo>
                    <a:pt x="5905765" y="37031"/>
                  </a:lnTo>
                  <a:lnTo>
                    <a:pt x="5905882" y="37031"/>
                  </a:lnTo>
                  <a:lnTo>
                    <a:pt x="5906000" y="37031"/>
                  </a:lnTo>
                  <a:lnTo>
                    <a:pt x="5906117" y="37031"/>
                  </a:lnTo>
                  <a:lnTo>
                    <a:pt x="5906235" y="37031"/>
                  </a:lnTo>
                  <a:lnTo>
                    <a:pt x="5906353" y="37031"/>
                  </a:lnTo>
                  <a:lnTo>
                    <a:pt x="5906470" y="37031"/>
                  </a:lnTo>
                  <a:lnTo>
                    <a:pt x="5906588" y="37031"/>
                  </a:lnTo>
                  <a:lnTo>
                    <a:pt x="5906705" y="37031"/>
                  </a:lnTo>
                  <a:lnTo>
                    <a:pt x="5906823" y="37031"/>
                  </a:lnTo>
                  <a:lnTo>
                    <a:pt x="5906941" y="37031"/>
                  </a:lnTo>
                  <a:lnTo>
                    <a:pt x="5907058" y="37031"/>
                  </a:lnTo>
                  <a:lnTo>
                    <a:pt x="5907176" y="37031"/>
                  </a:lnTo>
                  <a:lnTo>
                    <a:pt x="5907294" y="37031"/>
                  </a:lnTo>
                  <a:lnTo>
                    <a:pt x="5907411" y="37031"/>
                  </a:lnTo>
                  <a:lnTo>
                    <a:pt x="5907529" y="37031"/>
                  </a:lnTo>
                  <a:lnTo>
                    <a:pt x="5907646" y="37031"/>
                  </a:lnTo>
                  <a:lnTo>
                    <a:pt x="5907764" y="37031"/>
                  </a:lnTo>
                  <a:lnTo>
                    <a:pt x="5907882" y="37031"/>
                  </a:lnTo>
                  <a:lnTo>
                    <a:pt x="5907999" y="37031"/>
                  </a:lnTo>
                  <a:lnTo>
                    <a:pt x="5908117" y="37031"/>
                  </a:lnTo>
                  <a:lnTo>
                    <a:pt x="5908234" y="37031"/>
                  </a:lnTo>
                  <a:lnTo>
                    <a:pt x="5908352" y="37031"/>
                  </a:lnTo>
                  <a:lnTo>
                    <a:pt x="5908352" y="36601"/>
                  </a:lnTo>
                  <a:lnTo>
                    <a:pt x="5908470" y="36601"/>
                  </a:lnTo>
                  <a:lnTo>
                    <a:pt x="5908587" y="36601"/>
                  </a:lnTo>
                  <a:lnTo>
                    <a:pt x="5908705" y="36601"/>
                  </a:lnTo>
                  <a:lnTo>
                    <a:pt x="5908823" y="36601"/>
                  </a:lnTo>
                  <a:lnTo>
                    <a:pt x="5908940" y="36601"/>
                  </a:lnTo>
                  <a:lnTo>
                    <a:pt x="5909058" y="36601"/>
                  </a:lnTo>
                  <a:lnTo>
                    <a:pt x="5909175" y="36601"/>
                  </a:lnTo>
                  <a:lnTo>
                    <a:pt x="5909293" y="36601"/>
                  </a:lnTo>
                  <a:lnTo>
                    <a:pt x="5909411" y="36601"/>
                  </a:lnTo>
                  <a:lnTo>
                    <a:pt x="5909528" y="36601"/>
                  </a:lnTo>
                  <a:lnTo>
                    <a:pt x="5909646" y="36601"/>
                  </a:lnTo>
                  <a:lnTo>
                    <a:pt x="5909763" y="36601"/>
                  </a:lnTo>
                  <a:lnTo>
                    <a:pt x="5909881" y="36601"/>
                  </a:lnTo>
                  <a:lnTo>
                    <a:pt x="5909999" y="36601"/>
                  </a:lnTo>
                  <a:lnTo>
                    <a:pt x="5910116" y="36601"/>
                  </a:lnTo>
                  <a:lnTo>
                    <a:pt x="5910234" y="36601"/>
                  </a:lnTo>
                  <a:lnTo>
                    <a:pt x="5910352" y="36601"/>
                  </a:lnTo>
                  <a:lnTo>
                    <a:pt x="5910469" y="36601"/>
                  </a:lnTo>
                  <a:lnTo>
                    <a:pt x="5910469" y="36170"/>
                  </a:lnTo>
                  <a:lnTo>
                    <a:pt x="5910587" y="36170"/>
                  </a:lnTo>
                  <a:lnTo>
                    <a:pt x="5910704" y="36170"/>
                  </a:lnTo>
                  <a:lnTo>
                    <a:pt x="5910822" y="36170"/>
                  </a:lnTo>
                  <a:lnTo>
                    <a:pt x="5910940" y="36170"/>
                  </a:lnTo>
                  <a:lnTo>
                    <a:pt x="5911057" y="36170"/>
                  </a:lnTo>
                  <a:lnTo>
                    <a:pt x="5911175" y="36170"/>
                  </a:lnTo>
                  <a:lnTo>
                    <a:pt x="5911292" y="36170"/>
                  </a:lnTo>
                  <a:lnTo>
                    <a:pt x="5911410" y="36170"/>
                  </a:lnTo>
                  <a:lnTo>
                    <a:pt x="5911528" y="36170"/>
                  </a:lnTo>
                  <a:lnTo>
                    <a:pt x="5911645" y="36170"/>
                  </a:lnTo>
                  <a:lnTo>
                    <a:pt x="5911763" y="36170"/>
                  </a:lnTo>
                  <a:lnTo>
                    <a:pt x="5911881" y="36170"/>
                  </a:lnTo>
                  <a:lnTo>
                    <a:pt x="5911998" y="36170"/>
                  </a:lnTo>
                  <a:lnTo>
                    <a:pt x="5912116" y="36170"/>
                  </a:lnTo>
                  <a:lnTo>
                    <a:pt x="5912233" y="36170"/>
                  </a:lnTo>
                  <a:lnTo>
                    <a:pt x="5912351" y="36170"/>
                  </a:lnTo>
                  <a:lnTo>
                    <a:pt x="5912469" y="36170"/>
                  </a:lnTo>
                  <a:lnTo>
                    <a:pt x="5912586" y="36170"/>
                  </a:lnTo>
                  <a:lnTo>
                    <a:pt x="5912704" y="36170"/>
                  </a:lnTo>
                  <a:lnTo>
                    <a:pt x="5912821" y="36170"/>
                  </a:lnTo>
                  <a:lnTo>
                    <a:pt x="5912939" y="36170"/>
                  </a:lnTo>
                  <a:lnTo>
                    <a:pt x="5913057" y="36170"/>
                  </a:lnTo>
                  <a:lnTo>
                    <a:pt x="5913174" y="36170"/>
                  </a:lnTo>
                  <a:lnTo>
                    <a:pt x="5913292" y="36170"/>
                  </a:lnTo>
                  <a:lnTo>
                    <a:pt x="5913410" y="36170"/>
                  </a:lnTo>
                  <a:lnTo>
                    <a:pt x="5913527" y="36170"/>
                  </a:lnTo>
                  <a:lnTo>
                    <a:pt x="5913645" y="36170"/>
                  </a:lnTo>
                  <a:lnTo>
                    <a:pt x="5913762" y="36170"/>
                  </a:lnTo>
                  <a:lnTo>
                    <a:pt x="5913880" y="36170"/>
                  </a:lnTo>
                  <a:lnTo>
                    <a:pt x="5913998" y="36170"/>
                  </a:lnTo>
                  <a:lnTo>
                    <a:pt x="5914115" y="36170"/>
                  </a:lnTo>
                  <a:lnTo>
                    <a:pt x="5914233" y="36170"/>
                  </a:lnTo>
                  <a:lnTo>
                    <a:pt x="5914350" y="36170"/>
                  </a:lnTo>
                  <a:lnTo>
                    <a:pt x="5914350" y="35739"/>
                  </a:lnTo>
                  <a:lnTo>
                    <a:pt x="5914468" y="35739"/>
                  </a:lnTo>
                  <a:lnTo>
                    <a:pt x="5914586" y="35739"/>
                  </a:lnTo>
                  <a:lnTo>
                    <a:pt x="5914703" y="35739"/>
                  </a:lnTo>
                  <a:lnTo>
                    <a:pt x="5914821" y="35739"/>
                  </a:lnTo>
                  <a:lnTo>
                    <a:pt x="5914938" y="35739"/>
                  </a:lnTo>
                  <a:lnTo>
                    <a:pt x="5915056" y="35739"/>
                  </a:lnTo>
                  <a:lnTo>
                    <a:pt x="5915174" y="35739"/>
                  </a:lnTo>
                  <a:lnTo>
                    <a:pt x="5915291" y="35739"/>
                  </a:lnTo>
                  <a:lnTo>
                    <a:pt x="5915409" y="35739"/>
                  </a:lnTo>
                  <a:lnTo>
                    <a:pt x="5915527" y="35739"/>
                  </a:lnTo>
                  <a:lnTo>
                    <a:pt x="5915644" y="35739"/>
                  </a:lnTo>
                  <a:lnTo>
                    <a:pt x="5915762" y="35739"/>
                  </a:lnTo>
                  <a:lnTo>
                    <a:pt x="5915879" y="35739"/>
                  </a:lnTo>
                  <a:lnTo>
                    <a:pt x="5915997" y="35739"/>
                  </a:lnTo>
                  <a:lnTo>
                    <a:pt x="5916115" y="35739"/>
                  </a:lnTo>
                  <a:lnTo>
                    <a:pt x="5916232" y="35739"/>
                  </a:lnTo>
                  <a:lnTo>
                    <a:pt x="5916350" y="35739"/>
                  </a:lnTo>
                  <a:lnTo>
                    <a:pt x="5916467" y="35739"/>
                  </a:lnTo>
                  <a:lnTo>
                    <a:pt x="5916585" y="35739"/>
                  </a:lnTo>
                  <a:lnTo>
                    <a:pt x="5916703" y="35739"/>
                  </a:lnTo>
                  <a:lnTo>
                    <a:pt x="5916820" y="35739"/>
                  </a:lnTo>
                  <a:lnTo>
                    <a:pt x="5916938" y="35739"/>
                  </a:lnTo>
                  <a:lnTo>
                    <a:pt x="5917056" y="35739"/>
                  </a:lnTo>
                  <a:lnTo>
                    <a:pt x="5917173" y="35739"/>
                  </a:lnTo>
                  <a:lnTo>
                    <a:pt x="5917291" y="35739"/>
                  </a:lnTo>
                  <a:lnTo>
                    <a:pt x="5917408" y="35739"/>
                  </a:lnTo>
                  <a:lnTo>
                    <a:pt x="5917526" y="35739"/>
                  </a:lnTo>
                  <a:lnTo>
                    <a:pt x="5917644" y="35739"/>
                  </a:lnTo>
                  <a:lnTo>
                    <a:pt x="5917761" y="35739"/>
                  </a:lnTo>
                  <a:lnTo>
                    <a:pt x="5917879" y="35739"/>
                  </a:lnTo>
                  <a:lnTo>
                    <a:pt x="5917996" y="35739"/>
                  </a:lnTo>
                  <a:lnTo>
                    <a:pt x="5918114" y="35739"/>
                  </a:lnTo>
                  <a:lnTo>
                    <a:pt x="5918232" y="35739"/>
                  </a:lnTo>
                  <a:lnTo>
                    <a:pt x="5918349" y="35739"/>
                  </a:lnTo>
                  <a:lnTo>
                    <a:pt x="5918467" y="35739"/>
                  </a:lnTo>
                  <a:lnTo>
                    <a:pt x="5918585" y="35739"/>
                  </a:lnTo>
                  <a:lnTo>
                    <a:pt x="5918702" y="35739"/>
                  </a:lnTo>
                  <a:lnTo>
                    <a:pt x="5918820" y="35739"/>
                  </a:lnTo>
                  <a:lnTo>
                    <a:pt x="5918937" y="35739"/>
                  </a:lnTo>
                  <a:lnTo>
                    <a:pt x="5919055" y="35739"/>
                  </a:lnTo>
                  <a:lnTo>
                    <a:pt x="5919173" y="35739"/>
                  </a:lnTo>
                  <a:lnTo>
                    <a:pt x="5919290" y="35739"/>
                  </a:lnTo>
                  <a:lnTo>
                    <a:pt x="5919408" y="35739"/>
                  </a:lnTo>
                  <a:lnTo>
                    <a:pt x="5919525" y="35739"/>
                  </a:lnTo>
                  <a:lnTo>
                    <a:pt x="5919643" y="35739"/>
                  </a:lnTo>
                  <a:lnTo>
                    <a:pt x="5919761" y="35739"/>
                  </a:lnTo>
                  <a:lnTo>
                    <a:pt x="5919878" y="35739"/>
                  </a:lnTo>
                  <a:lnTo>
                    <a:pt x="5919996" y="35739"/>
                  </a:lnTo>
                  <a:lnTo>
                    <a:pt x="5920114" y="35739"/>
                  </a:lnTo>
                  <a:lnTo>
                    <a:pt x="5920231" y="35739"/>
                  </a:lnTo>
                  <a:lnTo>
                    <a:pt x="5920349" y="35739"/>
                  </a:lnTo>
                  <a:lnTo>
                    <a:pt x="5920466" y="35739"/>
                  </a:lnTo>
                  <a:lnTo>
                    <a:pt x="5920584" y="35739"/>
                  </a:lnTo>
                  <a:lnTo>
                    <a:pt x="5920702" y="35739"/>
                  </a:lnTo>
                  <a:lnTo>
                    <a:pt x="5920819" y="35739"/>
                  </a:lnTo>
                  <a:lnTo>
                    <a:pt x="5920937" y="35739"/>
                  </a:lnTo>
                  <a:lnTo>
                    <a:pt x="5921054" y="35739"/>
                  </a:lnTo>
                  <a:lnTo>
                    <a:pt x="5921172" y="35739"/>
                  </a:lnTo>
                  <a:lnTo>
                    <a:pt x="5921290" y="35739"/>
                  </a:lnTo>
                  <a:lnTo>
                    <a:pt x="5921407" y="35739"/>
                  </a:lnTo>
                  <a:lnTo>
                    <a:pt x="5921525" y="35739"/>
                  </a:lnTo>
                  <a:lnTo>
                    <a:pt x="5921525" y="35309"/>
                  </a:lnTo>
                  <a:lnTo>
                    <a:pt x="5921643" y="35309"/>
                  </a:lnTo>
                  <a:lnTo>
                    <a:pt x="5921760" y="35309"/>
                  </a:lnTo>
                  <a:lnTo>
                    <a:pt x="5921878" y="35309"/>
                  </a:lnTo>
                  <a:lnTo>
                    <a:pt x="5921995" y="35309"/>
                  </a:lnTo>
                  <a:lnTo>
                    <a:pt x="5922113" y="35309"/>
                  </a:lnTo>
                  <a:lnTo>
                    <a:pt x="5922231" y="35309"/>
                  </a:lnTo>
                  <a:lnTo>
                    <a:pt x="5922348" y="35309"/>
                  </a:lnTo>
                  <a:lnTo>
                    <a:pt x="5922466" y="35309"/>
                  </a:lnTo>
                  <a:lnTo>
                    <a:pt x="5922583" y="35309"/>
                  </a:lnTo>
                  <a:lnTo>
                    <a:pt x="5922701" y="35309"/>
                  </a:lnTo>
                  <a:lnTo>
                    <a:pt x="5922819" y="35309"/>
                  </a:lnTo>
                  <a:lnTo>
                    <a:pt x="5922936" y="35309"/>
                  </a:lnTo>
                  <a:lnTo>
                    <a:pt x="5923054" y="35309"/>
                  </a:lnTo>
                  <a:lnTo>
                    <a:pt x="5923171" y="35309"/>
                  </a:lnTo>
                  <a:lnTo>
                    <a:pt x="5923289" y="35309"/>
                  </a:lnTo>
                  <a:lnTo>
                    <a:pt x="5923407" y="35309"/>
                  </a:lnTo>
                  <a:lnTo>
                    <a:pt x="5923524" y="35309"/>
                  </a:lnTo>
                  <a:lnTo>
                    <a:pt x="5923642" y="35309"/>
                  </a:lnTo>
                  <a:lnTo>
                    <a:pt x="5923760" y="35309"/>
                  </a:lnTo>
                  <a:lnTo>
                    <a:pt x="5923877" y="35309"/>
                  </a:lnTo>
                  <a:lnTo>
                    <a:pt x="5923995" y="35309"/>
                  </a:lnTo>
                  <a:lnTo>
                    <a:pt x="5924112" y="35309"/>
                  </a:lnTo>
                  <a:lnTo>
                    <a:pt x="5924230" y="35309"/>
                  </a:lnTo>
                  <a:lnTo>
                    <a:pt x="5924348" y="35309"/>
                  </a:lnTo>
                  <a:lnTo>
                    <a:pt x="5924465" y="35309"/>
                  </a:lnTo>
                  <a:lnTo>
                    <a:pt x="5924583" y="35309"/>
                  </a:lnTo>
                  <a:lnTo>
                    <a:pt x="5924700" y="35309"/>
                  </a:lnTo>
                  <a:lnTo>
                    <a:pt x="5924818" y="35309"/>
                  </a:lnTo>
                  <a:lnTo>
                    <a:pt x="5924936" y="35309"/>
                  </a:lnTo>
                  <a:lnTo>
                    <a:pt x="5925053" y="35309"/>
                  </a:lnTo>
                  <a:lnTo>
                    <a:pt x="5925171" y="35309"/>
                  </a:lnTo>
                  <a:lnTo>
                    <a:pt x="5925289" y="35309"/>
                  </a:lnTo>
                  <a:lnTo>
                    <a:pt x="5925406" y="35309"/>
                  </a:lnTo>
                  <a:lnTo>
                    <a:pt x="5925524" y="35309"/>
                  </a:lnTo>
                  <a:lnTo>
                    <a:pt x="5925641" y="35309"/>
                  </a:lnTo>
                  <a:lnTo>
                    <a:pt x="5925759" y="35309"/>
                  </a:lnTo>
                  <a:lnTo>
                    <a:pt x="5925877" y="35309"/>
                  </a:lnTo>
                  <a:lnTo>
                    <a:pt x="5925994" y="35309"/>
                  </a:lnTo>
                  <a:lnTo>
                    <a:pt x="5926112" y="35309"/>
                  </a:lnTo>
                  <a:lnTo>
                    <a:pt x="5926229" y="35309"/>
                  </a:lnTo>
                  <a:lnTo>
                    <a:pt x="5926347" y="35309"/>
                  </a:lnTo>
                  <a:lnTo>
                    <a:pt x="5926465" y="35309"/>
                  </a:lnTo>
                  <a:lnTo>
                    <a:pt x="5926582" y="35309"/>
                  </a:lnTo>
                  <a:lnTo>
                    <a:pt x="5926700" y="35309"/>
                  </a:lnTo>
                  <a:lnTo>
                    <a:pt x="5926818" y="35309"/>
                  </a:lnTo>
                  <a:lnTo>
                    <a:pt x="5926935" y="35309"/>
                  </a:lnTo>
                  <a:lnTo>
                    <a:pt x="5927053" y="35309"/>
                  </a:lnTo>
                  <a:lnTo>
                    <a:pt x="5927170" y="35309"/>
                  </a:lnTo>
                  <a:lnTo>
                    <a:pt x="5927288" y="35309"/>
                  </a:lnTo>
                  <a:lnTo>
                    <a:pt x="5927406" y="35309"/>
                  </a:lnTo>
                  <a:lnTo>
                    <a:pt x="5927523" y="35309"/>
                  </a:lnTo>
                  <a:lnTo>
                    <a:pt x="5927641" y="35309"/>
                  </a:lnTo>
                  <a:lnTo>
                    <a:pt x="5927758" y="35309"/>
                  </a:lnTo>
                  <a:lnTo>
                    <a:pt x="5927876" y="35309"/>
                  </a:lnTo>
                  <a:lnTo>
                    <a:pt x="5927994" y="35309"/>
                  </a:lnTo>
                  <a:lnTo>
                    <a:pt x="5927994" y="34878"/>
                  </a:lnTo>
                  <a:lnTo>
                    <a:pt x="5928111" y="34878"/>
                  </a:lnTo>
                  <a:lnTo>
                    <a:pt x="5928229" y="34878"/>
                  </a:lnTo>
                  <a:lnTo>
                    <a:pt x="5928347" y="34878"/>
                  </a:lnTo>
                  <a:lnTo>
                    <a:pt x="5928464" y="34878"/>
                  </a:lnTo>
                  <a:lnTo>
                    <a:pt x="5928582" y="34878"/>
                  </a:lnTo>
                  <a:lnTo>
                    <a:pt x="5928699" y="34878"/>
                  </a:lnTo>
                  <a:lnTo>
                    <a:pt x="5928817" y="34878"/>
                  </a:lnTo>
                  <a:lnTo>
                    <a:pt x="5928935" y="34878"/>
                  </a:lnTo>
                  <a:lnTo>
                    <a:pt x="5929052" y="34878"/>
                  </a:lnTo>
                  <a:lnTo>
                    <a:pt x="5929170" y="34878"/>
                  </a:lnTo>
                  <a:lnTo>
                    <a:pt x="5929287" y="34878"/>
                  </a:lnTo>
                  <a:lnTo>
                    <a:pt x="5929405" y="34878"/>
                  </a:lnTo>
                  <a:lnTo>
                    <a:pt x="5929523" y="34878"/>
                  </a:lnTo>
                  <a:lnTo>
                    <a:pt x="5929640" y="34878"/>
                  </a:lnTo>
                  <a:lnTo>
                    <a:pt x="5929758" y="34878"/>
                  </a:lnTo>
                  <a:lnTo>
                    <a:pt x="5929876" y="34878"/>
                  </a:lnTo>
                  <a:lnTo>
                    <a:pt x="5929993" y="34878"/>
                  </a:lnTo>
                  <a:lnTo>
                    <a:pt x="5930111" y="34878"/>
                  </a:lnTo>
                  <a:lnTo>
                    <a:pt x="5930228" y="34878"/>
                  </a:lnTo>
                  <a:lnTo>
                    <a:pt x="5930346" y="34878"/>
                  </a:lnTo>
                  <a:lnTo>
                    <a:pt x="5930464" y="34878"/>
                  </a:lnTo>
                  <a:lnTo>
                    <a:pt x="5930581" y="34878"/>
                  </a:lnTo>
                  <a:lnTo>
                    <a:pt x="5930699" y="34878"/>
                  </a:lnTo>
                  <a:lnTo>
                    <a:pt x="5930816" y="34878"/>
                  </a:lnTo>
                  <a:lnTo>
                    <a:pt x="5930934" y="34878"/>
                  </a:lnTo>
                  <a:lnTo>
                    <a:pt x="5931052" y="34878"/>
                  </a:lnTo>
                  <a:lnTo>
                    <a:pt x="5931169" y="34878"/>
                  </a:lnTo>
                  <a:lnTo>
                    <a:pt x="5931287" y="34878"/>
                  </a:lnTo>
                  <a:lnTo>
                    <a:pt x="5931404" y="34878"/>
                  </a:lnTo>
                  <a:lnTo>
                    <a:pt x="5931522" y="34878"/>
                  </a:lnTo>
                  <a:lnTo>
                    <a:pt x="5931640" y="34878"/>
                  </a:lnTo>
                  <a:lnTo>
                    <a:pt x="5931757" y="34878"/>
                  </a:lnTo>
                  <a:lnTo>
                    <a:pt x="5931875" y="34878"/>
                  </a:lnTo>
                  <a:lnTo>
                    <a:pt x="5931993" y="34878"/>
                  </a:lnTo>
                  <a:lnTo>
                    <a:pt x="5932110" y="34878"/>
                  </a:lnTo>
                  <a:lnTo>
                    <a:pt x="5932228" y="34878"/>
                  </a:lnTo>
                  <a:lnTo>
                    <a:pt x="5932345" y="34878"/>
                  </a:lnTo>
                  <a:lnTo>
                    <a:pt x="5932463" y="34878"/>
                  </a:lnTo>
                  <a:lnTo>
                    <a:pt x="5932581" y="34878"/>
                  </a:lnTo>
                  <a:lnTo>
                    <a:pt x="5932698" y="34878"/>
                  </a:lnTo>
                  <a:lnTo>
                    <a:pt x="5932816" y="34878"/>
                  </a:lnTo>
                  <a:lnTo>
                    <a:pt x="5932933" y="34878"/>
                  </a:lnTo>
                  <a:lnTo>
                    <a:pt x="5933051" y="34878"/>
                  </a:lnTo>
                  <a:lnTo>
                    <a:pt x="5933169" y="34878"/>
                  </a:lnTo>
                  <a:lnTo>
                    <a:pt x="5933286" y="34878"/>
                  </a:lnTo>
                  <a:lnTo>
                    <a:pt x="5933404" y="34878"/>
                  </a:lnTo>
                  <a:lnTo>
                    <a:pt x="5933522" y="34878"/>
                  </a:lnTo>
                  <a:lnTo>
                    <a:pt x="5933639" y="34878"/>
                  </a:lnTo>
                  <a:lnTo>
                    <a:pt x="5933757" y="34878"/>
                  </a:lnTo>
                  <a:lnTo>
                    <a:pt x="5933874" y="34878"/>
                  </a:lnTo>
                  <a:lnTo>
                    <a:pt x="5933992" y="34878"/>
                  </a:lnTo>
                  <a:lnTo>
                    <a:pt x="5934110" y="34878"/>
                  </a:lnTo>
                  <a:lnTo>
                    <a:pt x="5934227" y="34878"/>
                  </a:lnTo>
                  <a:lnTo>
                    <a:pt x="5934345" y="34878"/>
                  </a:lnTo>
                  <a:lnTo>
                    <a:pt x="5934462" y="34878"/>
                  </a:lnTo>
                  <a:lnTo>
                    <a:pt x="5934580" y="34878"/>
                  </a:lnTo>
                  <a:lnTo>
                    <a:pt x="5934698" y="34878"/>
                  </a:lnTo>
                  <a:lnTo>
                    <a:pt x="5934815" y="34878"/>
                  </a:lnTo>
                  <a:lnTo>
                    <a:pt x="5934933" y="34878"/>
                  </a:lnTo>
                  <a:lnTo>
                    <a:pt x="5935051" y="34878"/>
                  </a:lnTo>
                  <a:lnTo>
                    <a:pt x="5935168" y="34878"/>
                  </a:lnTo>
                  <a:lnTo>
                    <a:pt x="5935286" y="34878"/>
                  </a:lnTo>
                  <a:lnTo>
                    <a:pt x="5935403" y="34878"/>
                  </a:lnTo>
                  <a:lnTo>
                    <a:pt x="5935521" y="34878"/>
                  </a:lnTo>
                  <a:lnTo>
                    <a:pt x="5935639" y="34878"/>
                  </a:lnTo>
                  <a:lnTo>
                    <a:pt x="5935756" y="34878"/>
                  </a:lnTo>
                  <a:lnTo>
                    <a:pt x="5935874" y="34878"/>
                  </a:lnTo>
                  <a:lnTo>
                    <a:pt x="5935991" y="34878"/>
                  </a:lnTo>
                  <a:lnTo>
                    <a:pt x="5936109" y="34878"/>
                  </a:lnTo>
                  <a:lnTo>
                    <a:pt x="5936227" y="34878"/>
                  </a:lnTo>
                  <a:lnTo>
                    <a:pt x="5936344" y="34878"/>
                  </a:lnTo>
                  <a:lnTo>
                    <a:pt x="5936462" y="34878"/>
                  </a:lnTo>
                  <a:lnTo>
                    <a:pt x="5936580" y="34878"/>
                  </a:lnTo>
                  <a:lnTo>
                    <a:pt x="5936697" y="34878"/>
                  </a:lnTo>
                  <a:lnTo>
                    <a:pt x="5936815" y="34878"/>
                  </a:lnTo>
                  <a:lnTo>
                    <a:pt x="5936932" y="34878"/>
                  </a:lnTo>
                  <a:lnTo>
                    <a:pt x="5937050" y="34878"/>
                  </a:lnTo>
                  <a:lnTo>
                    <a:pt x="5937050" y="34448"/>
                  </a:lnTo>
                  <a:lnTo>
                    <a:pt x="5937168" y="34448"/>
                  </a:lnTo>
                  <a:lnTo>
                    <a:pt x="5937285" y="34448"/>
                  </a:lnTo>
                  <a:lnTo>
                    <a:pt x="5937403" y="34448"/>
                  </a:lnTo>
                  <a:lnTo>
                    <a:pt x="5937520" y="34448"/>
                  </a:lnTo>
                  <a:lnTo>
                    <a:pt x="5937638" y="34448"/>
                  </a:lnTo>
                  <a:lnTo>
                    <a:pt x="5937756" y="34448"/>
                  </a:lnTo>
                  <a:lnTo>
                    <a:pt x="5937873" y="34448"/>
                  </a:lnTo>
                  <a:lnTo>
                    <a:pt x="5937991" y="34448"/>
                  </a:lnTo>
                  <a:lnTo>
                    <a:pt x="5938109" y="34448"/>
                  </a:lnTo>
                  <a:lnTo>
                    <a:pt x="5938226" y="34448"/>
                  </a:lnTo>
                  <a:lnTo>
                    <a:pt x="5938344" y="34448"/>
                  </a:lnTo>
                  <a:lnTo>
                    <a:pt x="5938461" y="34448"/>
                  </a:lnTo>
                  <a:lnTo>
                    <a:pt x="5938579" y="34448"/>
                  </a:lnTo>
                  <a:lnTo>
                    <a:pt x="5938697" y="34448"/>
                  </a:lnTo>
                  <a:lnTo>
                    <a:pt x="5938814" y="34448"/>
                  </a:lnTo>
                  <a:lnTo>
                    <a:pt x="5938932" y="34448"/>
                  </a:lnTo>
                  <a:lnTo>
                    <a:pt x="5939049" y="34448"/>
                  </a:lnTo>
                  <a:lnTo>
                    <a:pt x="5939167" y="34448"/>
                  </a:lnTo>
                  <a:lnTo>
                    <a:pt x="5939285" y="34448"/>
                  </a:lnTo>
                  <a:lnTo>
                    <a:pt x="5939402" y="34448"/>
                  </a:lnTo>
                  <a:lnTo>
                    <a:pt x="5939520" y="34448"/>
                  </a:lnTo>
                  <a:lnTo>
                    <a:pt x="5939637" y="34448"/>
                  </a:lnTo>
                  <a:lnTo>
                    <a:pt x="5939755" y="34448"/>
                  </a:lnTo>
                  <a:lnTo>
                    <a:pt x="5939873" y="34448"/>
                  </a:lnTo>
                  <a:lnTo>
                    <a:pt x="5939990" y="34448"/>
                  </a:lnTo>
                  <a:lnTo>
                    <a:pt x="5940108" y="34448"/>
                  </a:lnTo>
                  <a:lnTo>
                    <a:pt x="5940226" y="34448"/>
                  </a:lnTo>
                  <a:lnTo>
                    <a:pt x="5940343" y="34448"/>
                  </a:lnTo>
                  <a:lnTo>
                    <a:pt x="5940461" y="34448"/>
                  </a:lnTo>
                  <a:lnTo>
                    <a:pt x="5940578" y="34448"/>
                  </a:lnTo>
                  <a:lnTo>
                    <a:pt x="5940696" y="34448"/>
                  </a:lnTo>
                  <a:lnTo>
                    <a:pt x="5940814" y="34448"/>
                  </a:lnTo>
                  <a:lnTo>
                    <a:pt x="5940931" y="34448"/>
                  </a:lnTo>
                  <a:lnTo>
                    <a:pt x="5941049" y="34448"/>
                  </a:lnTo>
                  <a:lnTo>
                    <a:pt x="5941166" y="34448"/>
                  </a:lnTo>
                  <a:lnTo>
                    <a:pt x="5941284" y="34448"/>
                  </a:lnTo>
                  <a:lnTo>
                    <a:pt x="5941284" y="34017"/>
                  </a:lnTo>
                  <a:lnTo>
                    <a:pt x="5941402" y="34017"/>
                  </a:lnTo>
                  <a:lnTo>
                    <a:pt x="5941519" y="34017"/>
                  </a:lnTo>
                  <a:lnTo>
                    <a:pt x="5941637" y="34017"/>
                  </a:lnTo>
                  <a:lnTo>
                    <a:pt x="5941755" y="34017"/>
                  </a:lnTo>
                  <a:lnTo>
                    <a:pt x="5941872" y="34017"/>
                  </a:lnTo>
                  <a:lnTo>
                    <a:pt x="5941990" y="34017"/>
                  </a:lnTo>
                  <a:lnTo>
                    <a:pt x="5942107" y="34017"/>
                  </a:lnTo>
                  <a:lnTo>
                    <a:pt x="5942225" y="34017"/>
                  </a:lnTo>
                  <a:lnTo>
                    <a:pt x="5942343" y="34017"/>
                  </a:lnTo>
                  <a:lnTo>
                    <a:pt x="5942460" y="34017"/>
                  </a:lnTo>
                  <a:lnTo>
                    <a:pt x="5942578" y="34017"/>
                  </a:lnTo>
                  <a:lnTo>
                    <a:pt x="5942695" y="34017"/>
                  </a:lnTo>
                  <a:lnTo>
                    <a:pt x="5942813" y="34017"/>
                  </a:lnTo>
                  <a:lnTo>
                    <a:pt x="5942931" y="34017"/>
                  </a:lnTo>
                  <a:lnTo>
                    <a:pt x="5943048" y="34017"/>
                  </a:lnTo>
                  <a:lnTo>
                    <a:pt x="5943166" y="34017"/>
                  </a:lnTo>
                  <a:lnTo>
                    <a:pt x="5943284" y="34017"/>
                  </a:lnTo>
                  <a:lnTo>
                    <a:pt x="5943401" y="34017"/>
                  </a:lnTo>
                  <a:lnTo>
                    <a:pt x="5943519" y="34017"/>
                  </a:lnTo>
                  <a:lnTo>
                    <a:pt x="5943636" y="34017"/>
                  </a:lnTo>
                  <a:lnTo>
                    <a:pt x="5943754" y="34017"/>
                  </a:lnTo>
                  <a:lnTo>
                    <a:pt x="5943872" y="34017"/>
                  </a:lnTo>
                  <a:lnTo>
                    <a:pt x="5943989" y="34017"/>
                  </a:lnTo>
                  <a:lnTo>
                    <a:pt x="5944107" y="34017"/>
                  </a:lnTo>
                  <a:lnTo>
                    <a:pt x="5944224" y="34017"/>
                  </a:lnTo>
                  <a:lnTo>
                    <a:pt x="5944342" y="34017"/>
                  </a:lnTo>
                  <a:lnTo>
                    <a:pt x="5944460" y="34017"/>
                  </a:lnTo>
                  <a:lnTo>
                    <a:pt x="5944577" y="34017"/>
                  </a:lnTo>
                  <a:lnTo>
                    <a:pt x="5944695" y="34017"/>
                  </a:lnTo>
                  <a:lnTo>
                    <a:pt x="5944813" y="34017"/>
                  </a:lnTo>
                  <a:lnTo>
                    <a:pt x="5944930" y="34017"/>
                  </a:lnTo>
                  <a:lnTo>
                    <a:pt x="5945048" y="34017"/>
                  </a:lnTo>
                  <a:lnTo>
                    <a:pt x="5945165" y="34017"/>
                  </a:lnTo>
                  <a:lnTo>
                    <a:pt x="5945283" y="34017"/>
                  </a:lnTo>
                  <a:lnTo>
                    <a:pt x="5945401" y="34017"/>
                  </a:lnTo>
                  <a:lnTo>
                    <a:pt x="5945518" y="34017"/>
                  </a:lnTo>
                  <a:lnTo>
                    <a:pt x="5945636" y="34017"/>
                  </a:lnTo>
                  <a:lnTo>
                    <a:pt x="5945753" y="34017"/>
                  </a:lnTo>
                  <a:lnTo>
                    <a:pt x="5945871" y="34017"/>
                  </a:lnTo>
                  <a:lnTo>
                    <a:pt x="5945989" y="34017"/>
                  </a:lnTo>
                  <a:lnTo>
                    <a:pt x="5946106" y="34017"/>
                  </a:lnTo>
                  <a:lnTo>
                    <a:pt x="5946224" y="34017"/>
                  </a:lnTo>
                  <a:lnTo>
                    <a:pt x="5946342" y="34017"/>
                  </a:lnTo>
                  <a:lnTo>
                    <a:pt x="5946459" y="34017"/>
                  </a:lnTo>
                  <a:lnTo>
                    <a:pt x="5946577" y="34017"/>
                  </a:lnTo>
                  <a:lnTo>
                    <a:pt x="5946694" y="34017"/>
                  </a:lnTo>
                  <a:lnTo>
                    <a:pt x="5946812" y="34017"/>
                  </a:lnTo>
                  <a:lnTo>
                    <a:pt x="5946930" y="34017"/>
                  </a:lnTo>
                  <a:lnTo>
                    <a:pt x="5947047" y="34017"/>
                  </a:lnTo>
                  <a:lnTo>
                    <a:pt x="5947165" y="34017"/>
                  </a:lnTo>
                  <a:lnTo>
                    <a:pt x="5947282" y="34017"/>
                  </a:lnTo>
                  <a:lnTo>
                    <a:pt x="5947400" y="34017"/>
                  </a:lnTo>
                  <a:lnTo>
                    <a:pt x="5947518" y="34017"/>
                  </a:lnTo>
                  <a:lnTo>
                    <a:pt x="5947635" y="34017"/>
                  </a:lnTo>
                  <a:lnTo>
                    <a:pt x="5947753" y="34017"/>
                  </a:lnTo>
                  <a:lnTo>
                    <a:pt x="5947870" y="34017"/>
                  </a:lnTo>
                  <a:lnTo>
                    <a:pt x="5947988" y="34017"/>
                  </a:lnTo>
                  <a:lnTo>
                    <a:pt x="5948106" y="34017"/>
                  </a:lnTo>
                  <a:lnTo>
                    <a:pt x="5948223" y="34017"/>
                  </a:lnTo>
                  <a:lnTo>
                    <a:pt x="5948341" y="34017"/>
                  </a:lnTo>
                  <a:lnTo>
                    <a:pt x="5948459" y="34017"/>
                  </a:lnTo>
                  <a:lnTo>
                    <a:pt x="5948576" y="34017"/>
                  </a:lnTo>
                  <a:lnTo>
                    <a:pt x="5948694" y="34017"/>
                  </a:lnTo>
                  <a:lnTo>
                    <a:pt x="5948811" y="34017"/>
                  </a:lnTo>
                  <a:lnTo>
                    <a:pt x="5948929" y="34017"/>
                  </a:lnTo>
                  <a:lnTo>
                    <a:pt x="5949047" y="34017"/>
                  </a:lnTo>
                  <a:lnTo>
                    <a:pt x="5949164" y="34017"/>
                  </a:lnTo>
                  <a:lnTo>
                    <a:pt x="5949282" y="34017"/>
                  </a:lnTo>
                  <a:lnTo>
                    <a:pt x="5949399" y="34017"/>
                  </a:lnTo>
                  <a:lnTo>
                    <a:pt x="5949517" y="34017"/>
                  </a:lnTo>
                  <a:lnTo>
                    <a:pt x="5949635" y="34017"/>
                  </a:lnTo>
                  <a:lnTo>
                    <a:pt x="5949752" y="34017"/>
                  </a:lnTo>
                  <a:lnTo>
                    <a:pt x="5949870" y="34017"/>
                  </a:lnTo>
                  <a:lnTo>
                    <a:pt x="5949988" y="34017"/>
                  </a:lnTo>
                  <a:lnTo>
                    <a:pt x="5950105" y="34017"/>
                  </a:lnTo>
                  <a:lnTo>
                    <a:pt x="5950223" y="34017"/>
                  </a:lnTo>
                  <a:lnTo>
                    <a:pt x="5950340" y="34017"/>
                  </a:lnTo>
                  <a:lnTo>
                    <a:pt x="5950458" y="34017"/>
                  </a:lnTo>
                  <a:lnTo>
                    <a:pt x="5950458" y="33586"/>
                  </a:lnTo>
                  <a:lnTo>
                    <a:pt x="5950576" y="33586"/>
                  </a:lnTo>
                  <a:lnTo>
                    <a:pt x="5950693" y="33586"/>
                  </a:lnTo>
                  <a:lnTo>
                    <a:pt x="5950811" y="33586"/>
                  </a:lnTo>
                  <a:lnTo>
                    <a:pt x="5950928" y="33586"/>
                  </a:lnTo>
                  <a:lnTo>
                    <a:pt x="5951046" y="33586"/>
                  </a:lnTo>
                  <a:lnTo>
                    <a:pt x="5951164" y="33586"/>
                  </a:lnTo>
                  <a:lnTo>
                    <a:pt x="5951281" y="33586"/>
                  </a:lnTo>
                  <a:lnTo>
                    <a:pt x="5951399" y="33586"/>
                  </a:lnTo>
                  <a:lnTo>
                    <a:pt x="5951517" y="33586"/>
                  </a:lnTo>
                  <a:lnTo>
                    <a:pt x="5951634" y="33586"/>
                  </a:lnTo>
                  <a:lnTo>
                    <a:pt x="5951752" y="33586"/>
                  </a:lnTo>
                  <a:lnTo>
                    <a:pt x="5951869" y="33586"/>
                  </a:lnTo>
                  <a:lnTo>
                    <a:pt x="5951987" y="33586"/>
                  </a:lnTo>
                  <a:lnTo>
                    <a:pt x="5952105" y="33586"/>
                  </a:lnTo>
                  <a:lnTo>
                    <a:pt x="5952105" y="33156"/>
                  </a:lnTo>
                  <a:lnTo>
                    <a:pt x="5952222" y="33156"/>
                  </a:lnTo>
                  <a:lnTo>
                    <a:pt x="5952340" y="33156"/>
                  </a:lnTo>
                  <a:lnTo>
                    <a:pt x="5952457" y="33156"/>
                  </a:lnTo>
                  <a:lnTo>
                    <a:pt x="5952575" y="33156"/>
                  </a:lnTo>
                  <a:lnTo>
                    <a:pt x="5952693" y="33156"/>
                  </a:lnTo>
                  <a:lnTo>
                    <a:pt x="5952810" y="33156"/>
                  </a:lnTo>
                  <a:lnTo>
                    <a:pt x="5952928" y="33156"/>
                  </a:lnTo>
                  <a:lnTo>
                    <a:pt x="5952928" y="32725"/>
                  </a:lnTo>
                  <a:lnTo>
                    <a:pt x="5953046" y="32725"/>
                  </a:lnTo>
                  <a:lnTo>
                    <a:pt x="5953163" y="32725"/>
                  </a:lnTo>
                  <a:lnTo>
                    <a:pt x="5953281" y="32725"/>
                  </a:lnTo>
                  <a:lnTo>
                    <a:pt x="5953398" y="32725"/>
                  </a:lnTo>
                  <a:lnTo>
                    <a:pt x="5953516" y="32725"/>
                  </a:lnTo>
                  <a:lnTo>
                    <a:pt x="5953634" y="32725"/>
                  </a:lnTo>
                  <a:lnTo>
                    <a:pt x="5953751" y="32725"/>
                  </a:lnTo>
                  <a:lnTo>
                    <a:pt x="5953869" y="32725"/>
                  </a:lnTo>
                  <a:lnTo>
                    <a:pt x="5953986" y="32725"/>
                  </a:lnTo>
                  <a:lnTo>
                    <a:pt x="5954104" y="32725"/>
                  </a:lnTo>
                  <a:lnTo>
                    <a:pt x="5954222" y="32725"/>
                  </a:lnTo>
                  <a:lnTo>
                    <a:pt x="5954339" y="32725"/>
                  </a:lnTo>
                  <a:lnTo>
                    <a:pt x="5954457" y="32725"/>
                  </a:lnTo>
                  <a:lnTo>
                    <a:pt x="5954575" y="32725"/>
                  </a:lnTo>
                  <a:lnTo>
                    <a:pt x="5954692" y="32725"/>
                  </a:lnTo>
                  <a:lnTo>
                    <a:pt x="5954692" y="32295"/>
                  </a:lnTo>
                  <a:lnTo>
                    <a:pt x="5954810" y="32295"/>
                  </a:lnTo>
                  <a:lnTo>
                    <a:pt x="5954927" y="32295"/>
                  </a:lnTo>
                  <a:lnTo>
                    <a:pt x="5955045" y="32295"/>
                  </a:lnTo>
                  <a:lnTo>
                    <a:pt x="5955163" y="32295"/>
                  </a:lnTo>
                  <a:lnTo>
                    <a:pt x="5955280" y="32295"/>
                  </a:lnTo>
                  <a:lnTo>
                    <a:pt x="5955398" y="32295"/>
                  </a:lnTo>
                  <a:lnTo>
                    <a:pt x="5955515" y="32295"/>
                  </a:lnTo>
                  <a:lnTo>
                    <a:pt x="5955633" y="32295"/>
                  </a:lnTo>
                  <a:lnTo>
                    <a:pt x="5955633" y="31864"/>
                  </a:lnTo>
                  <a:lnTo>
                    <a:pt x="5955751" y="31864"/>
                  </a:lnTo>
                  <a:lnTo>
                    <a:pt x="5955868" y="31864"/>
                  </a:lnTo>
                  <a:lnTo>
                    <a:pt x="5955986" y="31864"/>
                  </a:lnTo>
                  <a:lnTo>
                    <a:pt x="5955986" y="31433"/>
                  </a:lnTo>
                  <a:lnTo>
                    <a:pt x="5956103" y="31433"/>
                  </a:lnTo>
                  <a:lnTo>
                    <a:pt x="5956221" y="31433"/>
                  </a:lnTo>
                  <a:lnTo>
                    <a:pt x="5956339" y="31433"/>
                  </a:lnTo>
                  <a:lnTo>
                    <a:pt x="5956456" y="31433"/>
                  </a:lnTo>
                  <a:lnTo>
                    <a:pt x="5956574" y="31433"/>
                  </a:lnTo>
                  <a:lnTo>
                    <a:pt x="5956692" y="31433"/>
                  </a:lnTo>
                  <a:lnTo>
                    <a:pt x="5956809" y="31433"/>
                  </a:lnTo>
                  <a:lnTo>
                    <a:pt x="5956927" y="31433"/>
                  </a:lnTo>
                  <a:lnTo>
                    <a:pt x="5957044" y="31433"/>
                  </a:lnTo>
                  <a:lnTo>
                    <a:pt x="5957162" y="31433"/>
                  </a:lnTo>
                  <a:lnTo>
                    <a:pt x="5957280" y="31433"/>
                  </a:lnTo>
                  <a:lnTo>
                    <a:pt x="5957397" y="31433"/>
                  </a:lnTo>
                  <a:lnTo>
                    <a:pt x="5957515" y="31433"/>
                  </a:lnTo>
                  <a:lnTo>
                    <a:pt x="5957632" y="31433"/>
                  </a:lnTo>
                  <a:lnTo>
                    <a:pt x="5957750" y="31433"/>
                  </a:lnTo>
                  <a:lnTo>
                    <a:pt x="5957868" y="31433"/>
                  </a:lnTo>
                  <a:lnTo>
                    <a:pt x="5957985" y="31433"/>
                  </a:lnTo>
                  <a:lnTo>
                    <a:pt x="5958103" y="31433"/>
                  </a:lnTo>
                  <a:lnTo>
                    <a:pt x="5958221" y="31433"/>
                  </a:lnTo>
                  <a:lnTo>
                    <a:pt x="5958338" y="31433"/>
                  </a:lnTo>
                  <a:lnTo>
                    <a:pt x="5958456" y="31433"/>
                  </a:lnTo>
                  <a:lnTo>
                    <a:pt x="5958573" y="31433"/>
                  </a:lnTo>
                  <a:lnTo>
                    <a:pt x="5958691" y="31433"/>
                  </a:lnTo>
                  <a:lnTo>
                    <a:pt x="5958809" y="31433"/>
                  </a:lnTo>
                  <a:lnTo>
                    <a:pt x="5958926" y="31433"/>
                  </a:lnTo>
                  <a:lnTo>
                    <a:pt x="5959044" y="31433"/>
                  </a:lnTo>
                  <a:lnTo>
                    <a:pt x="5959161" y="31433"/>
                  </a:lnTo>
                  <a:lnTo>
                    <a:pt x="5959279" y="31433"/>
                  </a:lnTo>
                  <a:lnTo>
                    <a:pt x="5959397" y="31433"/>
                  </a:lnTo>
                  <a:lnTo>
                    <a:pt x="5959514" y="31433"/>
                  </a:lnTo>
                  <a:lnTo>
                    <a:pt x="5959632" y="31433"/>
                  </a:lnTo>
                  <a:lnTo>
                    <a:pt x="5959750" y="31433"/>
                  </a:lnTo>
                  <a:lnTo>
                    <a:pt x="5959867" y="31433"/>
                  </a:lnTo>
                  <a:lnTo>
                    <a:pt x="5959985" y="31433"/>
                  </a:lnTo>
                  <a:lnTo>
                    <a:pt x="5960102" y="31433"/>
                  </a:lnTo>
                  <a:lnTo>
                    <a:pt x="5960220" y="31433"/>
                  </a:lnTo>
                  <a:lnTo>
                    <a:pt x="5960338" y="31433"/>
                  </a:lnTo>
                  <a:lnTo>
                    <a:pt x="5960455" y="31433"/>
                  </a:lnTo>
                  <a:lnTo>
                    <a:pt x="5960573" y="31433"/>
                  </a:lnTo>
                  <a:lnTo>
                    <a:pt x="5960690" y="31433"/>
                  </a:lnTo>
                  <a:lnTo>
                    <a:pt x="5960808" y="31433"/>
                  </a:lnTo>
                  <a:lnTo>
                    <a:pt x="5960926" y="31433"/>
                  </a:lnTo>
                  <a:lnTo>
                    <a:pt x="5961043" y="31433"/>
                  </a:lnTo>
                  <a:lnTo>
                    <a:pt x="5961161" y="31433"/>
                  </a:lnTo>
                  <a:lnTo>
                    <a:pt x="5961279" y="31433"/>
                  </a:lnTo>
                  <a:lnTo>
                    <a:pt x="5961396" y="31433"/>
                  </a:lnTo>
                  <a:lnTo>
                    <a:pt x="5961514" y="31433"/>
                  </a:lnTo>
                  <a:lnTo>
                    <a:pt x="5961631" y="31433"/>
                  </a:lnTo>
                  <a:lnTo>
                    <a:pt x="5961749" y="31433"/>
                  </a:lnTo>
                  <a:lnTo>
                    <a:pt x="5961867" y="31433"/>
                  </a:lnTo>
                  <a:lnTo>
                    <a:pt x="5961984" y="31433"/>
                  </a:lnTo>
                  <a:lnTo>
                    <a:pt x="5962102" y="31433"/>
                  </a:lnTo>
                  <a:lnTo>
                    <a:pt x="5962219" y="31433"/>
                  </a:lnTo>
                  <a:lnTo>
                    <a:pt x="5962337" y="31433"/>
                  </a:lnTo>
                  <a:lnTo>
                    <a:pt x="5962455" y="31433"/>
                  </a:lnTo>
                  <a:lnTo>
                    <a:pt x="5962572" y="31433"/>
                  </a:lnTo>
                  <a:lnTo>
                    <a:pt x="5962690" y="31433"/>
                  </a:lnTo>
                  <a:lnTo>
                    <a:pt x="5962808" y="31433"/>
                  </a:lnTo>
                  <a:lnTo>
                    <a:pt x="5962925" y="31433"/>
                  </a:lnTo>
                  <a:lnTo>
                    <a:pt x="5963043" y="31433"/>
                  </a:lnTo>
                  <a:lnTo>
                    <a:pt x="5963160" y="31433"/>
                  </a:lnTo>
                  <a:lnTo>
                    <a:pt x="5963278" y="31433"/>
                  </a:lnTo>
                  <a:lnTo>
                    <a:pt x="5963396" y="31433"/>
                  </a:lnTo>
                  <a:lnTo>
                    <a:pt x="5963513" y="31433"/>
                  </a:lnTo>
                  <a:lnTo>
                    <a:pt x="5963631" y="31433"/>
                  </a:lnTo>
                  <a:lnTo>
                    <a:pt x="5963748" y="31433"/>
                  </a:lnTo>
                  <a:lnTo>
                    <a:pt x="5963866" y="31433"/>
                  </a:lnTo>
                  <a:lnTo>
                    <a:pt x="5963984" y="31433"/>
                  </a:lnTo>
                  <a:lnTo>
                    <a:pt x="5964101" y="31433"/>
                  </a:lnTo>
                  <a:lnTo>
                    <a:pt x="5964219" y="31433"/>
                  </a:lnTo>
                  <a:lnTo>
                    <a:pt x="5964336" y="31433"/>
                  </a:lnTo>
                  <a:lnTo>
                    <a:pt x="5964454" y="31433"/>
                  </a:lnTo>
                  <a:lnTo>
                    <a:pt x="5964572" y="31433"/>
                  </a:lnTo>
                  <a:lnTo>
                    <a:pt x="5964689" y="31433"/>
                  </a:lnTo>
                  <a:lnTo>
                    <a:pt x="5964807" y="31433"/>
                  </a:lnTo>
                  <a:lnTo>
                    <a:pt x="5964925" y="31433"/>
                  </a:lnTo>
                  <a:lnTo>
                    <a:pt x="5965042" y="31433"/>
                  </a:lnTo>
                  <a:lnTo>
                    <a:pt x="5965160" y="31433"/>
                  </a:lnTo>
                  <a:lnTo>
                    <a:pt x="5965277" y="31433"/>
                  </a:lnTo>
                  <a:lnTo>
                    <a:pt x="5965277" y="31003"/>
                  </a:lnTo>
                  <a:lnTo>
                    <a:pt x="5965395" y="31003"/>
                  </a:lnTo>
                  <a:lnTo>
                    <a:pt x="5965513" y="31003"/>
                  </a:lnTo>
                  <a:lnTo>
                    <a:pt x="5965630" y="31003"/>
                  </a:lnTo>
                  <a:lnTo>
                    <a:pt x="5965748" y="31003"/>
                  </a:lnTo>
                  <a:lnTo>
                    <a:pt x="5965865" y="31003"/>
                  </a:lnTo>
                  <a:lnTo>
                    <a:pt x="5965983" y="31003"/>
                  </a:lnTo>
                  <a:lnTo>
                    <a:pt x="5966101" y="31003"/>
                  </a:lnTo>
                  <a:lnTo>
                    <a:pt x="5966218" y="31003"/>
                  </a:lnTo>
                  <a:lnTo>
                    <a:pt x="5966336" y="31003"/>
                  </a:lnTo>
                  <a:lnTo>
                    <a:pt x="5966454" y="31003"/>
                  </a:lnTo>
                  <a:lnTo>
                    <a:pt x="5966571" y="31003"/>
                  </a:lnTo>
                  <a:lnTo>
                    <a:pt x="5966689" y="31003"/>
                  </a:lnTo>
                  <a:lnTo>
                    <a:pt x="5966806" y="31003"/>
                  </a:lnTo>
                  <a:lnTo>
                    <a:pt x="5966924" y="31003"/>
                  </a:lnTo>
                  <a:lnTo>
                    <a:pt x="5967042" y="31003"/>
                  </a:lnTo>
                  <a:lnTo>
                    <a:pt x="5967159" y="31003"/>
                  </a:lnTo>
                  <a:lnTo>
                    <a:pt x="5967277" y="31003"/>
                  </a:lnTo>
                  <a:lnTo>
                    <a:pt x="5967394" y="31003"/>
                  </a:lnTo>
                  <a:lnTo>
                    <a:pt x="5967512" y="31003"/>
                  </a:lnTo>
                  <a:lnTo>
                    <a:pt x="5967630" y="31003"/>
                  </a:lnTo>
                  <a:lnTo>
                    <a:pt x="5967747" y="31003"/>
                  </a:lnTo>
                  <a:lnTo>
                    <a:pt x="5967865" y="31003"/>
                  </a:lnTo>
                  <a:lnTo>
                    <a:pt x="5967983" y="31003"/>
                  </a:lnTo>
                  <a:lnTo>
                    <a:pt x="5968100" y="31003"/>
                  </a:lnTo>
                  <a:lnTo>
                    <a:pt x="5968218" y="31003"/>
                  </a:lnTo>
                  <a:lnTo>
                    <a:pt x="5968335" y="31003"/>
                  </a:lnTo>
                  <a:lnTo>
                    <a:pt x="5968453" y="31003"/>
                  </a:lnTo>
                  <a:lnTo>
                    <a:pt x="5968571" y="31003"/>
                  </a:lnTo>
                  <a:lnTo>
                    <a:pt x="5968688" y="31003"/>
                  </a:lnTo>
                  <a:lnTo>
                    <a:pt x="5968806" y="31003"/>
                  </a:lnTo>
                  <a:lnTo>
                    <a:pt x="5968923" y="31003"/>
                  </a:lnTo>
                  <a:lnTo>
                    <a:pt x="5969041" y="31003"/>
                  </a:lnTo>
                  <a:lnTo>
                    <a:pt x="5969159" y="31003"/>
                  </a:lnTo>
                  <a:lnTo>
                    <a:pt x="5969276" y="31003"/>
                  </a:lnTo>
                  <a:lnTo>
                    <a:pt x="5969394" y="31003"/>
                  </a:lnTo>
                  <a:lnTo>
                    <a:pt x="5969512" y="31003"/>
                  </a:lnTo>
                  <a:lnTo>
                    <a:pt x="5969629" y="31003"/>
                  </a:lnTo>
                  <a:lnTo>
                    <a:pt x="5969747" y="31003"/>
                  </a:lnTo>
                  <a:lnTo>
                    <a:pt x="5969747" y="30572"/>
                  </a:lnTo>
                  <a:lnTo>
                    <a:pt x="5969864" y="30572"/>
                  </a:lnTo>
                  <a:lnTo>
                    <a:pt x="5969982" y="30572"/>
                  </a:lnTo>
                  <a:lnTo>
                    <a:pt x="5970100" y="30572"/>
                  </a:lnTo>
                  <a:lnTo>
                    <a:pt x="5970217" y="30572"/>
                  </a:lnTo>
                  <a:lnTo>
                    <a:pt x="5970335" y="30572"/>
                  </a:lnTo>
                  <a:lnTo>
                    <a:pt x="5970452" y="30572"/>
                  </a:lnTo>
                  <a:lnTo>
                    <a:pt x="5970570" y="30572"/>
                  </a:lnTo>
                  <a:lnTo>
                    <a:pt x="5970688" y="30572"/>
                  </a:lnTo>
                  <a:lnTo>
                    <a:pt x="5970805" y="30572"/>
                  </a:lnTo>
                  <a:lnTo>
                    <a:pt x="5970923" y="30572"/>
                  </a:lnTo>
                  <a:lnTo>
                    <a:pt x="5971040" y="30572"/>
                  </a:lnTo>
                  <a:lnTo>
                    <a:pt x="5971158" y="30572"/>
                  </a:lnTo>
                  <a:lnTo>
                    <a:pt x="5971276" y="30572"/>
                  </a:lnTo>
                  <a:lnTo>
                    <a:pt x="5971393" y="30572"/>
                  </a:lnTo>
                  <a:lnTo>
                    <a:pt x="5971511" y="30572"/>
                  </a:lnTo>
                  <a:lnTo>
                    <a:pt x="5971629" y="30572"/>
                  </a:lnTo>
                  <a:lnTo>
                    <a:pt x="5971746" y="30572"/>
                  </a:lnTo>
                  <a:lnTo>
                    <a:pt x="5971864" y="30572"/>
                  </a:lnTo>
                  <a:lnTo>
                    <a:pt x="5971981" y="30572"/>
                  </a:lnTo>
                  <a:lnTo>
                    <a:pt x="5972099" y="30572"/>
                  </a:lnTo>
                  <a:lnTo>
                    <a:pt x="5972217" y="30572"/>
                  </a:lnTo>
                  <a:lnTo>
                    <a:pt x="5972334" y="30572"/>
                  </a:lnTo>
                  <a:lnTo>
                    <a:pt x="5972452" y="30572"/>
                  </a:lnTo>
                  <a:lnTo>
                    <a:pt x="5972569" y="30572"/>
                  </a:lnTo>
                  <a:lnTo>
                    <a:pt x="5972687" y="30572"/>
                  </a:lnTo>
                  <a:lnTo>
                    <a:pt x="5972805" y="30572"/>
                  </a:lnTo>
                  <a:lnTo>
                    <a:pt x="5972922" y="30572"/>
                  </a:lnTo>
                  <a:lnTo>
                    <a:pt x="5973040" y="30572"/>
                  </a:lnTo>
                  <a:lnTo>
                    <a:pt x="5973158" y="30572"/>
                  </a:lnTo>
                  <a:lnTo>
                    <a:pt x="5973275" y="30572"/>
                  </a:lnTo>
                  <a:lnTo>
                    <a:pt x="5973393" y="30572"/>
                  </a:lnTo>
                  <a:lnTo>
                    <a:pt x="5973510" y="30572"/>
                  </a:lnTo>
                  <a:lnTo>
                    <a:pt x="5973628" y="30572"/>
                  </a:lnTo>
                  <a:lnTo>
                    <a:pt x="5973746" y="30572"/>
                  </a:lnTo>
                  <a:lnTo>
                    <a:pt x="5973863" y="30572"/>
                  </a:lnTo>
                  <a:lnTo>
                    <a:pt x="5973981" y="30572"/>
                  </a:lnTo>
                  <a:lnTo>
                    <a:pt x="5974098" y="30572"/>
                  </a:lnTo>
                  <a:lnTo>
                    <a:pt x="5974216" y="30572"/>
                  </a:lnTo>
                  <a:lnTo>
                    <a:pt x="5974334" y="30572"/>
                  </a:lnTo>
                  <a:lnTo>
                    <a:pt x="5974451" y="30572"/>
                  </a:lnTo>
                  <a:lnTo>
                    <a:pt x="5974569" y="30572"/>
                  </a:lnTo>
                  <a:lnTo>
                    <a:pt x="5974687" y="30572"/>
                  </a:lnTo>
                  <a:lnTo>
                    <a:pt x="5974804" y="30572"/>
                  </a:lnTo>
                  <a:lnTo>
                    <a:pt x="5974922" y="30572"/>
                  </a:lnTo>
                  <a:lnTo>
                    <a:pt x="5975039" y="30572"/>
                  </a:lnTo>
                  <a:lnTo>
                    <a:pt x="5975039" y="30142"/>
                  </a:lnTo>
                  <a:lnTo>
                    <a:pt x="5975157" y="30142"/>
                  </a:lnTo>
                  <a:lnTo>
                    <a:pt x="5975275" y="30142"/>
                  </a:lnTo>
                  <a:lnTo>
                    <a:pt x="5975392" y="30142"/>
                  </a:lnTo>
                  <a:lnTo>
                    <a:pt x="5975510" y="30142"/>
                  </a:lnTo>
                  <a:lnTo>
                    <a:pt x="5975510" y="29711"/>
                  </a:lnTo>
                  <a:lnTo>
                    <a:pt x="5975627" y="29711"/>
                  </a:lnTo>
                  <a:lnTo>
                    <a:pt x="5975745" y="29711"/>
                  </a:lnTo>
                  <a:lnTo>
                    <a:pt x="5975863" y="29711"/>
                  </a:lnTo>
                  <a:lnTo>
                    <a:pt x="5975980" y="29711"/>
                  </a:lnTo>
                  <a:lnTo>
                    <a:pt x="5976098" y="29711"/>
                  </a:lnTo>
                  <a:lnTo>
                    <a:pt x="5976216" y="29711"/>
                  </a:lnTo>
                  <a:lnTo>
                    <a:pt x="5976216" y="29280"/>
                  </a:lnTo>
                  <a:lnTo>
                    <a:pt x="5976333" y="29280"/>
                  </a:lnTo>
                  <a:lnTo>
                    <a:pt x="5976451" y="29280"/>
                  </a:lnTo>
                  <a:lnTo>
                    <a:pt x="5976568" y="29280"/>
                  </a:lnTo>
                  <a:lnTo>
                    <a:pt x="5976686" y="29280"/>
                  </a:lnTo>
                  <a:lnTo>
                    <a:pt x="5976804" y="29280"/>
                  </a:lnTo>
                  <a:lnTo>
                    <a:pt x="5976921" y="29280"/>
                  </a:lnTo>
                  <a:lnTo>
                    <a:pt x="5977039" y="29280"/>
                  </a:lnTo>
                  <a:lnTo>
                    <a:pt x="5977156" y="29280"/>
                  </a:lnTo>
                  <a:lnTo>
                    <a:pt x="5977274" y="29280"/>
                  </a:lnTo>
                  <a:lnTo>
                    <a:pt x="5977392" y="29280"/>
                  </a:lnTo>
                  <a:lnTo>
                    <a:pt x="5977509" y="29280"/>
                  </a:lnTo>
                  <a:lnTo>
                    <a:pt x="5977627" y="29280"/>
                  </a:lnTo>
                  <a:lnTo>
                    <a:pt x="5977745" y="29280"/>
                  </a:lnTo>
                  <a:lnTo>
                    <a:pt x="5977862" y="29280"/>
                  </a:lnTo>
                  <a:lnTo>
                    <a:pt x="5977980" y="29280"/>
                  </a:lnTo>
                  <a:lnTo>
                    <a:pt x="5978097" y="29280"/>
                  </a:lnTo>
                  <a:lnTo>
                    <a:pt x="5978215" y="29280"/>
                  </a:lnTo>
                  <a:lnTo>
                    <a:pt x="5978333" y="29280"/>
                  </a:lnTo>
                  <a:lnTo>
                    <a:pt x="5978450" y="29280"/>
                  </a:lnTo>
                  <a:lnTo>
                    <a:pt x="5978568" y="29280"/>
                  </a:lnTo>
                  <a:lnTo>
                    <a:pt x="5978685" y="29280"/>
                  </a:lnTo>
                  <a:lnTo>
                    <a:pt x="5978803" y="29280"/>
                  </a:lnTo>
                  <a:lnTo>
                    <a:pt x="5978921" y="29280"/>
                  </a:lnTo>
                  <a:lnTo>
                    <a:pt x="5979038" y="29280"/>
                  </a:lnTo>
                  <a:lnTo>
                    <a:pt x="5979156" y="29280"/>
                  </a:lnTo>
                  <a:lnTo>
                    <a:pt x="5979273" y="29280"/>
                  </a:lnTo>
                  <a:lnTo>
                    <a:pt x="5979391" y="29280"/>
                  </a:lnTo>
                  <a:lnTo>
                    <a:pt x="5979509" y="29280"/>
                  </a:lnTo>
                  <a:lnTo>
                    <a:pt x="5979626" y="29280"/>
                  </a:lnTo>
                  <a:lnTo>
                    <a:pt x="5979744" y="29280"/>
                  </a:lnTo>
                  <a:lnTo>
                    <a:pt x="5979862" y="29280"/>
                  </a:lnTo>
                  <a:lnTo>
                    <a:pt x="5979979" y="29280"/>
                  </a:lnTo>
                  <a:lnTo>
                    <a:pt x="5980097" y="29280"/>
                  </a:lnTo>
                  <a:lnTo>
                    <a:pt x="5980214" y="29280"/>
                  </a:lnTo>
                  <a:lnTo>
                    <a:pt x="5980332" y="29280"/>
                  </a:lnTo>
                  <a:lnTo>
                    <a:pt x="5980450" y="29280"/>
                  </a:lnTo>
                  <a:lnTo>
                    <a:pt x="5980567" y="29280"/>
                  </a:lnTo>
                  <a:lnTo>
                    <a:pt x="5980685" y="29280"/>
                  </a:lnTo>
                  <a:lnTo>
                    <a:pt x="5980802" y="29280"/>
                  </a:lnTo>
                  <a:lnTo>
                    <a:pt x="5980920" y="29280"/>
                  </a:lnTo>
                  <a:lnTo>
                    <a:pt x="5981038" y="29280"/>
                  </a:lnTo>
                  <a:lnTo>
                    <a:pt x="5981155" y="29280"/>
                  </a:lnTo>
                  <a:lnTo>
                    <a:pt x="5981273" y="29280"/>
                  </a:lnTo>
                  <a:lnTo>
                    <a:pt x="5981391" y="29280"/>
                  </a:lnTo>
                  <a:lnTo>
                    <a:pt x="5981508" y="29280"/>
                  </a:lnTo>
                  <a:lnTo>
                    <a:pt x="5981626" y="29280"/>
                  </a:lnTo>
                  <a:lnTo>
                    <a:pt x="5981626" y="28850"/>
                  </a:lnTo>
                  <a:lnTo>
                    <a:pt x="5981743" y="28850"/>
                  </a:lnTo>
                  <a:lnTo>
                    <a:pt x="5981861" y="28850"/>
                  </a:lnTo>
                  <a:lnTo>
                    <a:pt x="5981979" y="28850"/>
                  </a:lnTo>
                  <a:lnTo>
                    <a:pt x="5982096" y="28850"/>
                  </a:lnTo>
                  <a:lnTo>
                    <a:pt x="5982214" y="28850"/>
                  </a:lnTo>
                  <a:lnTo>
                    <a:pt x="5982331" y="28850"/>
                  </a:lnTo>
                  <a:lnTo>
                    <a:pt x="5982449" y="28850"/>
                  </a:lnTo>
                  <a:lnTo>
                    <a:pt x="5982567" y="28850"/>
                  </a:lnTo>
                  <a:lnTo>
                    <a:pt x="5982684" y="28850"/>
                  </a:lnTo>
                  <a:lnTo>
                    <a:pt x="5982802" y="28850"/>
                  </a:lnTo>
                  <a:lnTo>
                    <a:pt x="5982920" y="28850"/>
                  </a:lnTo>
                  <a:lnTo>
                    <a:pt x="5983037" y="28850"/>
                  </a:lnTo>
                  <a:lnTo>
                    <a:pt x="5983155" y="28850"/>
                  </a:lnTo>
                  <a:lnTo>
                    <a:pt x="5983272" y="28850"/>
                  </a:lnTo>
                  <a:lnTo>
                    <a:pt x="5983390" y="28850"/>
                  </a:lnTo>
                  <a:lnTo>
                    <a:pt x="5983508" y="28850"/>
                  </a:lnTo>
                  <a:lnTo>
                    <a:pt x="5983625" y="28850"/>
                  </a:lnTo>
                  <a:lnTo>
                    <a:pt x="5983743" y="28850"/>
                  </a:lnTo>
                  <a:lnTo>
                    <a:pt x="5983860" y="28850"/>
                  </a:lnTo>
                  <a:lnTo>
                    <a:pt x="5983978" y="28850"/>
                  </a:lnTo>
                  <a:lnTo>
                    <a:pt x="5984096" y="28850"/>
                  </a:lnTo>
                  <a:lnTo>
                    <a:pt x="5984213" y="28850"/>
                  </a:lnTo>
                  <a:lnTo>
                    <a:pt x="5984331" y="28850"/>
                  </a:lnTo>
                  <a:lnTo>
                    <a:pt x="5984449" y="28850"/>
                  </a:lnTo>
                  <a:lnTo>
                    <a:pt x="5984566" y="28850"/>
                  </a:lnTo>
                  <a:lnTo>
                    <a:pt x="5984684" y="28850"/>
                  </a:lnTo>
                  <a:lnTo>
                    <a:pt x="5984801" y="28850"/>
                  </a:lnTo>
                  <a:lnTo>
                    <a:pt x="5984919" y="28850"/>
                  </a:lnTo>
                  <a:lnTo>
                    <a:pt x="5985037" y="28850"/>
                  </a:lnTo>
                  <a:lnTo>
                    <a:pt x="5985154" y="28850"/>
                  </a:lnTo>
                  <a:lnTo>
                    <a:pt x="5985272" y="28850"/>
                  </a:lnTo>
                  <a:lnTo>
                    <a:pt x="5985389" y="28850"/>
                  </a:lnTo>
                  <a:lnTo>
                    <a:pt x="5985507" y="28850"/>
                  </a:lnTo>
                  <a:lnTo>
                    <a:pt x="5985625" y="28850"/>
                  </a:lnTo>
                  <a:lnTo>
                    <a:pt x="5985742" y="28850"/>
                  </a:lnTo>
                  <a:lnTo>
                    <a:pt x="5985860" y="28850"/>
                  </a:lnTo>
                  <a:lnTo>
                    <a:pt x="5985978" y="28850"/>
                  </a:lnTo>
                  <a:lnTo>
                    <a:pt x="5986095" y="28850"/>
                  </a:lnTo>
                  <a:lnTo>
                    <a:pt x="5986213" y="28850"/>
                  </a:lnTo>
                  <a:lnTo>
                    <a:pt x="5986330" y="28850"/>
                  </a:lnTo>
                  <a:lnTo>
                    <a:pt x="5986448" y="28850"/>
                  </a:lnTo>
                  <a:lnTo>
                    <a:pt x="5986566" y="28850"/>
                  </a:lnTo>
                  <a:lnTo>
                    <a:pt x="5986683" y="28850"/>
                  </a:lnTo>
                  <a:lnTo>
                    <a:pt x="5986801" y="28850"/>
                  </a:lnTo>
                  <a:lnTo>
                    <a:pt x="5986918" y="28850"/>
                  </a:lnTo>
                  <a:lnTo>
                    <a:pt x="5987036" y="28850"/>
                  </a:lnTo>
                  <a:lnTo>
                    <a:pt x="5987154" y="28850"/>
                  </a:lnTo>
                  <a:lnTo>
                    <a:pt x="5987271" y="28850"/>
                  </a:lnTo>
                  <a:lnTo>
                    <a:pt x="5987389" y="28850"/>
                  </a:lnTo>
                  <a:lnTo>
                    <a:pt x="5987506" y="28850"/>
                  </a:lnTo>
                  <a:lnTo>
                    <a:pt x="5987624" y="28850"/>
                  </a:lnTo>
                  <a:lnTo>
                    <a:pt x="5987742" y="28850"/>
                  </a:lnTo>
                  <a:lnTo>
                    <a:pt x="5987859" y="28850"/>
                  </a:lnTo>
                  <a:lnTo>
                    <a:pt x="5987977" y="28850"/>
                  </a:lnTo>
                  <a:lnTo>
                    <a:pt x="5988095" y="28850"/>
                  </a:lnTo>
                  <a:lnTo>
                    <a:pt x="5988212" y="28850"/>
                  </a:lnTo>
                  <a:lnTo>
                    <a:pt x="5988330" y="28850"/>
                  </a:lnTo>
                  <a:lnTo>
                    <a:pt x="5988447" y="28850"/>
                  </a:lnTo>
                  <a:lnTo>
                    <a:pt x="5988565" y="28850"/>
                  </a:lnTo>
                  <a:lnTo>
                    <a:pt x="5988683" y="28850"/>
                  </a:lnTo>
                  <a:lnTo>
                    <a:pt x="5988800" y="28850"/>
                  </a:lnTo>
                  <a:lnTo>
                    <a:pt x="5988918" y="28850"/>
                  </a:lnTo>
                  <a:lnTo>
                    <a:pt x="5989035" y="28850"/>
                  </a:lnTo>
                  <a:lnTo>
                    <a:pt x="5989153" y="28850"/>
                  </a:lnTo>
                  <a:lnTo>
                    <a:pt x="5989271" y="28850"/>
                  </a:lnTo>
                  <a:lnTo>
                    <a:pt x="5989388" y="28850"/>
                  </a:lnTo>
                  <a:lnTo>
                    <a:pt x="5989506" y="28850"/>
                  </a:lnTo>
                  <a:lnTo>
                    <a:pt x="5989624" y="28850"/>
                  </a:lnTo>
                  <a:lnTo>
                    <a:pt x="5989741" y="28850"/>
                  </a:lnTo>
                  <a:lnTo>
                    <a:pt x="5989859" y="28850"/>
                  </a:lnTo>
                  <a:lnTo>
                    <a:pt x="5989976" y="28850"/>
                  </a:lnTo>
                  <a:lnTo>
                    <a:pt x="5990094" y="28850"/>
                  </a:lnTo>
                  <a:lnTo>
                    <a:pt x="5990212" y="28850"/>
                  </a:lnTo>
                  <a:lnTo>
                    <a:pt x="5990329" y="28850"/>
                  </a:lnTo>
                  <a:lnTo>
                    <a:pt x="5990447" y="28850"/>
                  </a:lnTo>
                  <a:lnTo>
                    <a:pt x="5990564" y="28850"/>
                  </a:lnTo>
                  <a:lnTo>
                    <a:pt x="5990682" y="28850"/>
                  </a:lnTo>
                  <a:lnTo>
                    <a:pt x="5990800" y="28850"/>
                  </a:lnTo>
                  <a:lnTo>
                    <a:pt x="5990917" y="28850"/>
                  </a:lnTo>
                  <a:lnTo>
                    <a:pt x="5991035" y="28850"/>
                  </a:lnTo>
                  <a:lnTo>
                    <a:pt x="5991153" y="28850"/>
                  </a:lnTo>
                  <a:lnTo>
                    <a:pt x="5991270" y="28850"/>
                  </a:lnTo>
                  <a:lnTo>
                    <a:pt x="5991388" y="28850"/>
                  </a:lnTo>
                  <a:lnTo>
                    <a:pt x="5991505" y="28850"/>
                  </a:lnTo>
                  <a:lnTo>
                    <a:pt x="5991623" y="28850"/>
                  </a:lnTo>
                  <a:lnTo>
                    <a:pt x="5991741" y="28850"/>
                  </a:lnTo>
                  <a:lnTo>
                    <a:pt x="5991858" y="28850"/>
                  </a:lnTo>
                  <a:lnTo>
                    <a:pt x="5991976" y="28850"/>
                  </a:lnTo>
                  <a:lnTo>
                    <a:pt x="5992093" y="28850"/>
                  </a:lnTo>
                  <a:lnTo>
                    <a:pt x="5992211" y="28850"/>
                  </a:lnTo>
                  <a:lnTo>
                    <a:pt x="5992329" y="28850"/>
                  </a:lnTo>
                  <a:lnTo>
                    <a:pt x="5992446" y="28850"/>
                  </a:lnTo>
                  <a:lnTo>
                    <a:pt x="5992564" y="28850"/>
                  </a:lnTo>
                  <a:lnTo>
                    <a:pt x="5992682" y="28850"/>
                  </a:lnTo>
                  <a:lnTo>
                    <a:pt x="5992799" y="28850"/>
                  </a:lnTo>
                  <a:lnTo>
                    <a:pt x="5992917" y="28850"/>
                  </a:lnTo>
                  <a:lnTo>
                    <a:pt x="5993034" y="28850"/>
                  </a:lnTo>
                  <a:lnTo>
                    <a:pt x="5993152" y="28850"/>
                  </a:lnTo>
                  <a:lnTo>
                    <a:pt x="5993270" y="28850"/>
                  </a:lnTo>
                  <a:lnTo>
                    <a:pt x="5993387" y="28850"/>
                  </a:lnTo>
                  <a:lnTo>
                    <a:pt x="5993505" y="28850"/>
                  </a:lnTo>
                  <a:lnTo>
                    <a:pt x="5993622" y="28850"/>
                  </a:lnTo>
                  <a:lnTo>
                    <a:pt x="5993740" y="28850"/>
                  </a:lnTo>
                  <a:lnTo>
                    <a:pt x="5993858" y="28850"/>
                  </a:lnTo>
                  <a:lnTo>
                    <a:pt x="5993858" y="28419"/>
                  </a:lnTo>
                  <a:lnTo>
                    <a:pt x="5993975" y="28419"/>
                  </a:lnTo>
                  <a:lnTo>
                    <a:pt x="5994093" y="28419"/>
                  </a:lnTo>
                  <a:lnTo>
                    <a:pt x="5994211" y="28419"/>
                  </a:lnTo>
                  <a:lnTo>
                    <a:pt x="5994328" y="28419"/>
                  </a:lnTo>
                  <a:lnTo>
                    <a:pt x="5994446" y="28419"/>
                  </a:lnTo>
                  <a:lnTo>
                    <a:pt x="5994563" y="28419"/>
                  </a:lnTo>
                  <a:lnTo>
                    <a:pt x="5994681" y="28419"/>
                  </a:lnTo>
                  <a:lnTo>
                    <a:pt x="5994799" y="28419"/>
                  </a:lnTo>
                  <a:lnTo>
                    <a:pt x="5994916" y="28419"/>
                  </a:lnTo>
                  <a:lnTo>
                    <a:pt x="5994916" y="27989"/>
                  </a:lnTo>
                  <a:lnTo>
                    <a:pt x="5995034" y="27989"/>
                  </a:lnTo>
                  <a:lnTo>
                    <a:pt x="5995151" y="27989"/>
                  </a:lnTo>
                  <a:lnTo>
                    <a:pt x="5995151" y="27558"/>
                  </a:lnTo>
                  <a:lnTo>
                    <a:pt x="5995269" y="27558"/>
                  </a:lnTo>
                  <a:lnTo>
                    <a:pt x="5995387" y="27558"/>
                  </a:lnTo>
                  <a:lnTo>
                    <a:pt x="5995504" y="27558"/>
                  </a:lnTo>
                  <a:lnTo>
                    <a:pt x="5995622" y="27558"/>
                  </a:lnTo>
                  <a:lnTo>
                    <a:pt x="5995739" y="27558"/>
                  </a:lnTo>
                  <a:lnTo>
                    <a:pt x="5995857" y="27558"/>
                  </a:lnTo>
                  <a:lnTo>
                    <a:pt x="5995975" y="27558"/>
                  </a:lnTo>
                  <a:lnTo>
                    <a:pt x="5996092" y="27558"/>
                  </a:lnTo>
                  <a:lnTo>
                    <a:pt x="5996210" y="27558"/>
                  </a:lnTo>
                  <a:lnTo>
                    <a:pt x="5996210" y="27127"/>
                  </a:lnTo>
                  <a:lnTo>
                    <a:pt x="5996328" y="27127"/>
                  </a:lnTo>
                  <a:lnTo>
                    <a:pt x="5996445" y="27127"/>
                  </a:lnTo>
                  <a:lnTo>
                    <a:pt x="5996445" y="26697"/>
                  </a:lnTo>
                  <a:lnTo>
                    <a:pt x="5996563" y="26697"/>
                  </a:lnTo>
                  <a:lnTo>
                    <a:pt x="5996680" y="26697"/>
                  </a:lnTo>
                  <a:lnTo>
                    <a:pt x="5996798" y="26697"/>
                  </a:lnTo>
                  <a:lnTo>
                    <a:pt x="5996916" y="26697"/>
                  </a:lnTo>
                  <a:lnTo>
                    <a:pt x="5997033" y="26697"/>
                  </a:lnTo>
                  <a:lnTo>
                    <a:pt x="5997151" y="26697"/>
                  </a:lnTo>
                  <a:lnTo>
                    <a:pt x="5997268" y="26697"/>
                  </a:lnTo>
                  <a:lnTo>
                    <a:pt x="5997386" y="26697"/>
                  </a:lnTo>
                  <a:lnTo>
                    <a:pt x="5997504" y="26697"/>
                  </a:lnTo>
                  <a:lnTo>
                    <a:pt x="5997621" y="26697"/>
                  </a:lnTo>
                  <a:lnTo>
                    <a:pt x="5997739" y="26697"/>
                  </a:lnTo>
                  <a:lnTo>
                    <a:pt x="5997857" y="26697"/>
                  </a:lnTo>
                  <a:lnTo>
                    <a:pt x="5997974" y="26697"/>
                  </a:lnTo>
                  <a:lnTo>
                    <a:pt x="5998092" y="26697"/>
                  </a:lnTo>
                  <a:lnTo>
                    <a:pt x="5998209" y="26697"/>
                  </a:lnTo>
                  <a:lnTo>
                    <a:pt x="5998327" y="26697"/>
                  </a:lnTo>
                  <a:lnTo>
                    <a:pt x="5998445" y="26697"/>
                  </a:lnTo>
                  <a:lnTo>
                    <a:pt x="5998562" y="26697"/>
                  </a:lnTo>
                  <a:lnTo>
                    <a:pt x="5998680" y="26697"/>
                  </a:lnTo>
                  <a:lnTo>
                    <a:pt x="5998797" y="26697"/>
                  </a:lnTo>
                  <a:lnTo>
                    <a:pt x="5998915" y="26697"/>
                  </a:lnTo>
                  <a:lnTo>
                    <a:pt x="5999033" y="26697"/>
                  </a:lnTo>
                  <a:lnTo>
                    <a:pt x="5999150" y="26697"/>
                  </a:lnTo>
                  <a:lnTo>
                    <a:pt x="5999268" y="26697"/>
                  </a:lnTo>
                  <a:lnTo>
                    <a:pt x="5999386" y="26697"/>
                  </a:lnTo>
                  <a:lnTo>
                    <a:pt x="5999503" y="26697"/>
                  </a:lnTo>
                  <a:lnTo>
                    <a:pt x="5999621" y="26697"/>
                  </a:lnTo>
                  <a:lnTo>
                    <a:pt x="5999738" y="26697"/>
                  </a:lnTo>
                  <a:lnTo>
                    <a:pt x="5999856" y="26697"/>
                  </a:lnTo>
                  <a:lnTo>
                    <a:pt x="5999974" y="26697"/>
                  </a:lnTo>
                  <a:lnTo>
                    <a:pt x="6000091" y="26697"/>
                  </a:lnTo>
                  <a:lnTo>
                    <a:pt x="6000209" y="26697"/>
                  </a:lnTo>
                  <a:lnTo>
                    <a:pt x="6000326" y="26697"/>
                  </a:lnTo>
                  <a:lnTo>
                    <a:pt x="6000444" y="26697"/>
                  </a:lnTo>
                  <a:lnTo>
                    <a:pt x="6000562" y="26697"/>
                  </a:lnTo>
                  <a:lnTo>
                    <a:pt x="6000679" y="26697"/>
                  </a:lnTo>
                  <a:lnTo>
                    <a:pt x="6000797" y="26697"/>
                  </a:lnTo>
                  <a:lnTo>
                    <a:pt x="6000915" y="26697"/>
                  </a:lnTo>
                  <a:lnTo>
                    <a:pt x="6001032" y="26697"/>
                  </a:lnTo>
                  <a:lnTo>
                    <a:pt x="6001150" y="26697"/>
                  </a:lnTo>
                  <a:lnTo>
                    <a:pt x="6001267" y="26697"/>
                  </a:lnTo>
                  <a:lnTo>
                    <a:pt x="6001385" y="26697"/>
                  </a:lnTo>
                  <a:lnTo>
                    <a:pt x="6001503" y="26697"/>
                  </a:lnTo>
                  <a:lnTo>
                    <a:pt x="6001620" y="26697"/>
                  </a:lnTo>
                  <a:lnTo>
                    <a:pt x="6001738" y="26697"/>
                  </a:lnTo>
                  <a:lnTo>
                    <a:pt x="6001855" y="26697"/>
                  </a:lnTo>
                  <a:lnTo>
                    <a:pt x="6001973" y="26697"/>
                  </a:lnTo>
                  <a:lnTo>
                    <a:pt x="6002091" y="26697"/>
                  </a:lnTo>
                  <a:lnTo>
                    <a:pt x="6002208" y="26697"/>
                  </a:lnTo>
                  <a:lnTo>
                    <a:pt x="6002208" y="26266"/>
                  </a:lnTo>
                  <a:lnTo>
                    <a:pt x="6002326" y="26266"/>
                  </a:lnTo>
                  <a:lnTo>
                    <a:pt x="6002444" y="26266"/>
                  </a:lnTo>
                  <a:lnTo>
                    <a:pt x="6002561" y="26266"/>
                  </a:lnTo>
                  <a:lnTo>
                    <a:pt x="6002679" y="26266"/>
                  </a:lnTo>
                  <a:lnTo>
                    <a:pt x="6002679" y="25836"/>
                  </a:lnTo>
                  <a:lnTo>
                    <a:pt x="6002796" y="25836"/>
                  </a:lnTo>
                  <a:lnTo>
                    <a:pt x="6002914" y="25836"/>
                  </a:lnTo>
                  <a:lnTo>
                    <a:pt x="6003032" y="25836"/>
                  </a:lnTo>
                  <a:lnTo>
                    <a:pt x="6003149" y="25836"/>
                  </a:lnTo>
                  <a:lnTo>
                    <a:pt x="6003267" y="25836"/>
                  </a:lnTo>
                  <a:lnTo>
                    <a:pt x="6003384" y="25836"/>
                  </a:lnTo>
                  <a:lnTo>
                    <a:pt x="6003384" y="25405"/>
                  </a:lnTo>
                  <a:lnTo>
                    <a:pt x="6003502" y="25405"/>
                  </a:lnTo>
                  <a:lnTo>
                    <a:pt x="6003620" y="25405"/>
                  </a:lnTo>
                  <a:lnTo>
                    <a:pt x="6003737" y="25405"/>
                  </a:lnTo>
                  <a:lnTo>
                    <a:pt x="6003855" y="25405"/>
                  </a:lnTo>
                  <a:lnTo>
                    <a:pt x="6003972" y="25405"/>
                  </a:lnTo>
                  <a:lnTo>
                    <a:pt x="6004090" y="25405"/>
                  </a:lnTo>
                  <a:lnTo>
                    <a:pt x="6004208" y="25405"/>
                  </a:lnTo>
                  <a:lnTo>
                    <a:pt x="6004325" y="25405"/>
                  </a:lnTo>
                  <a:lnTo>
                    <a:pt x="6004443" y="25405"/>
                  </a:lnTo>
                  <a:lnTo>
                    <a:pt x="6004561" y="25405"/>
                  </a:lnTo>
                  <a:lnTo>
                    <a:pt x="6004678" y="25405"/>
                  </a:lnTo>
                  <a:lnTo>
                    <a:pt x="6004796" y="25405"/>
                  </a:lnTo>
                  <a:lnTo>
                    <a:pt x="6004913" y="25405"/>
                  </a:lnTo>
                  <a:lnTo>
                    <a:pt x="6005031" y="25405"/>
                  </a:lnTo>
                  <a:lnTo>
                    <a:pt x="6005149" y="25405"/>
                  </a:lnTo>
                  <a:lnTo>
                    <a:pt x="6005266" y="25405"/>
                  </a:lnTo>
                  <a:lnTo>
                    <a:pt x="6005384" y="25405"/>
                  </a:lnTo>
                  <a:lnTo>
                    <a:pt x="6005501" y="25405"/>
                  </a:lnTo>
                  <a:lnTo>
                    <a:pt x="6005619" y="25405"/>
                  </a:lnTo>
                  <a:lnTo>
                    <a:pt x="6005737" y="25405"/>
                  </a:lnTo>
                  <a:lnTo>
                    <a:pt x="6005854" y="25405"/>
                  </a:lnTo>
                  <a:lnTo>
                    <a:pt x="6005972" y="25405"/>
                  </a:lnTo>
                  <a:lnTo>
                    <a:pt x="6006090" y="25405"/>
                  </a:lnTo>
                  <a:lnTo>
                    <a:pt x="6006207" y="25405"/>
                  </a:lnTo>
                  <a:lnTo>
                    <a:pt x="6006325" y="25405"/>
                  </a:lnTo>
                  <a:lnTo>
                    <a:pt x="6006442" y="25405"/>
                  </a:lnTo>
                  <a:lnTo>
                    <a:pt x="6006560" y="25405"/>
                  </a:lnTo>
                  <a:lnTo>
                    <a:pt x="6006560" y="24974"/>
                  </a:lnTo>
                  <a:lnTo>
                    <a:pt x="6006678" y="24974"/>
                  </a:lnTo>
                  <a:lnTo>
                    <a:pt x="6006795" y="24974"/>
                  </a:lnTo>
                  <a:lnTo>
                    <a:pt x="6006913" y="24974"/>
                  </a:lnTo>
                  <a:lnTo>
                    <a:pt x="6007030" y="24974"/>
                  </a:lnTo>
                  <a:lnTo>
                    <a:pt x="6007148" y="24974"/>
                  </a:lnTo>
                  <a:lnTo>
                    <a:pt x="6007266" y="24974"/>
                  </a:lnTo>
                  <a:lnTo>
                    <a:pt x="6007383" y="24974"/>
                  </a:lnTo>
                  <a:lnTo>
                    <a:pt x="6007383" y="24544"/>
                  </a:lnTo>
                  <a:lnTo>
                    <a:pt x="6007501" y="24544"/>
                  </a:lnTo>
                  <a:lnTo>
                    <a:pt x="6007619" y="24544"/>
                  </a:lnTo>
                  <a:lnTo>
                    <a:pt x="6007736" y="24544"/>
                  </a:lnTo>
                  <a:lnTo>
                    <a:pt x="6007736" y="24113"/>
                  </a:lnTo>
                  <a:lnTo>
                    <a:pt x="6007854" y="24113"/>
                  </a:lnTo>
                  <a:lnTo>
                    <a:pt x="6007971" y="24113"/>
                  </a:lnTo>
                  <a:lnTo>
                    <a:pt x="6008089" y="24113"/>
                  </a:lnTo>
                  <a:lnTo>
                    <a:pt x="6008207" y="24113"/>
                  </a:lnTo>
                  <a:lnTo>
                    <a:pt x="6008324" y="24113"/>
                  </a:lnTo>
                  <a:lnTo>
                    <a:pt x="6008442" y="24113"/>
                  </a:lnTo>
                  <a:lnTo>
                    <a:pt x="6008559" y="24113"/>
                  </a:lnTo>
                  <a:lnTo>
                    <a:pt x="6008677" y="24113"/>
                  </a:lnTo>
                  <a:lnTo>
                    <a:pt x="6008795" y="24113"/>
                  </a:lnTo>
                  <a:lnTo>
                    <a:pt x="6008912" y="24113"/>
                  </a:lnTo>
                  <a:lnTo>
                    <a:pt x="6009030" y="24113"/>
                  </a:lnTo>
                  <a:lnTo>
                    <a:pt x="6009148" y="24113"/>
                  </a:lnTo>
                  <a:lnTo>
                    <a:pt x="6009265" y="24113"/>
                  </a:lnTo>
                  <a:lnTo>
                    <a:pt x="6009383" y="24113"/>
                  </a:lnTo>
                  <a:lnTo>
                    <a:pt x="6009500" y="24113"/>
                  </a:lnTo>
                  <a:lnTo>
                    <a:pt x="6009618" y="24113"/>
                  </a:lnTo>
                  <a:lnTo>
                    <a:pt x="6009736" y="24113"/>
                  </a:lnTo>
                  <a:lnTo>
                    <a:pt x="6009853" y="24113"/>
                  </a:lnTo>
                  <a:lnTo>
                    <a:pt x="6009971" y="24113"/>
                  </a:lnTo>
                  <a:lnTo>
                    <a:pt x="6010088" y="24113"/>
                  </a:lnTo>
                  <a:lnTo>
                    <a:pt x="6010206" y="24113"/>
                  </a:lnTo>
                  <a:lnTo>
                    <a:pt x="6010324" y="24113"/>
                  </a:lnTo>
                  <a:lnTo>
                    <a:pt x="6010441" y="24113"/>
                  </a:lnTo>
                  <a:lnTo>
                    <a:pt x="6010559" y="24113"/>
                  </a:lnTo>
                  <a:lnTo>
                    <a:pt x="6010677" y="24113"/>
                  </a:lnTo>
                  <a:lnTo>
                    <a:pt x="6010794" y="24113"/>
                  </a:lnTo>
                  <a:lnTo>
                    <a:pt x="6010912" y="24113"/>
                  </a:lnTo>
                  <a:lnTo>
                    <a:pt x="6011029" y="24113"/>
                  </a:lnTo>
                  <a:lnTo>
                    <a:pt x="6011147" y="24113"/>
                  </a:lnTo>
                  <a:lnTo>
                    <a:pt x="6011265" y="24113"/>
                  </a:lnTo>
                  <a:lnTo>
                    <a:pt x="6011382" y="24113"/>
                  </a:lnTo>
                  <a:lnTo>
                    <a:pt x="6011500" y="24113"/>
                  </a:lnTo>
                  <a:lnTo>
                    <a:pt x="6011617" y="24113"/>
                  </a:lnTo>
                  <a:lnTo>
                    <a:pt x="6011735" y="24113"/>
                  </a:lnTo>
                  <a:lnTo>
                    <a:pt x="6011853" y="24113"/>
                  </a:lnTo>
                  <a:lnTo>
                    <a:pt x="6011970" y="24113"/>
                  </a:lnTo>
                  <a:lnTo>
                    <a:pt x="6012088" y="24113"/>
                  </a:lnTo>
                  <a:lnTo>
                    <a:pt x="6012205" y="24113"/>
                  </a:lnTo>
                  <a:lnTo>
                    <a:pt x="6012323" y="24113"/>
                  </a:lnTo>
                  <a:lnTo>
                    <a:pt x="6012441" y="24113"/>
                  </a:lnTo>
                  <a:lnTo>
                    <a:pt x="6012558" y="24113"/>
                  </a:lnTo>
                  <a:lnTo>
                    <a:pt x="6012676" y="24113"/>
                  </a:lnTo>
                  <a:lnTo>
                    <a:pt x="6012794" y="24113"/>
                  </a:lnTo>
                  <a:lnTo>
                    <a:pt x="6012911" y="24113"/>
                  </a:lnTo>
                  <a:lnTo>
                    <a:pt x="6013029" y="24113"/>
                  </a:lnTo>
                  <a:lnTo>
                    <a:pt x="6013146" y="24113"/>
                  </a:lnTo>
                  <a:lnTo>
                    <a:pt x="6013264" y="24113"/>
                  </a:lnTo>
                  <a:lnTo>
                    <a:pt x="6013382" y="24113"/>
                  </a:lnTo>
                  <a:lnTo>
                    <a:pt x="6013499" y="24113"/>
                  </a:lnTo>
                  <a:lnTo>
                    <a:pt x="6013617" y="24113"/>
                  </a:lnTo>
                  <a:lnTo>
                    <a:pt x="6013734" y="24113"/>
                  </a:lnTo>
                  <a:lnTo>
                    <a:pt x="6013852" y="24113"/>
                  </a:lnTo>
                  <a:lnTo>
                    <a:pt x="6013970" y="24113"/>
                  </a:lnTo>
                  <a:lnTo>
                    <a:pt x="6014087" y="24113"/>
                  </a:lnTo>
                  <a:lnTo>
                    <a:pt x="6014205" y="24113"/>
                  </a:lnTo>
                  <a:lnTo>
                    <a:pt x="6014323" y="24113"/>
                  </a:lnTo>
                  <a:lnTo>
                    <a:pt x="6014440" y="24113"/>
                  </a:lnTo>
                  <a:lnTo>
                    <a:pt x="6014558" y="24113"/>
                  </a:lnTo>
                  <a:lnTo>
                    <a:pt x="6014675" y="24113"/>
                  </a:lnTo>
                  <a:lnTo>
                    <a:pt x="6014793" y="24113"/>
                  </a:lnTo>
                  <a:lnTo>
                    <a:pt x="6014911" y="24113"/>
                  </a:lnTo>
                  <a:lnTo>
                    <a:pt x="6015028" y="24113"/>
                  </a:lnTo>
                  <a:lnTo>
                    <a:pt x="6015146" y="24113"/>
                  </a:lnTo>
                  <a:lnTo>
                    <a:pt x="6015263" y="24113"/>
                  </a:lnTo>
                  <a:lnTo>
                    <a:pt x="6015381" y="24113"/>
                  </a:lnTo>
                  <a:lnTo>
                    <a:pt x="6015499" y="24113"/>
                  </a:lnTo>
                  <a:lnTo>
                    <a:pt x="6015616" y="24113"/>
                  </a:lnTo>
                  <a:lnTo>
                    <a:pt x="6015734" y="24113"/>
                  </a:lnTo>
                  <a:lnTo>
                    <a:pt x="6015852" y="24113"/>
                  </a:lnTo>
                  <a:lnTo>
                    <a:pt x="6015969" y="24113"/>
                  </a:lnTo>
                  <a:lnTo>
                    <a:pt x="6016087" y="24113"/>
                  </a:lnTo>
                  <a:lnTo>
                    <a:pt x="6016204" y="24113"/>
                  </a:lnTo>
                  <a:lnTo>
                    <a:pt x="6016322" y="24113"/>
                  </a:lnTo>
                  <a:lnTo>
                    <a:pt x="6016440" y="24113"/>
                  </a:lnTo>
                  <a:lnTo>
                    <a:pt x="6016557" y="24113"/>
                  </a:lnTo>
                  <a:lnTo>
                    <a:pt x="6016675" y="24113"/>
                  </a:lnTo>
                  <a:lnTo>
                    <a:pt x="6016792" y="24113"/>
                  </a:lnTo>
                  <a:lnTo>
                    <a:pt x="6016910" y="24113"/>
                  </a:lnTo>
                  <a:lnTo>
                    <a:pt x="6017028" y="24113"/>
                  </a:lnTo>
                  <a:lnTo>
                    <a:pt x="6017145" y="24113"/>
                  </a:lnTo>
                  <a:lnTo>
                    <a:pt x="6017263" y="24113"/>
                  </a:lnTo>
                  <a:lnTo>
                    <a:pt x="6017381" y="24113"/>
                  </a:lnTo>
                  <a:lnTo>
                    <a:pt x="6017498" y="24113"/>
                  </a:lnTo>
                  <a:lnTo>
                    <a:pt x="6017616" y="24113"/>
                  </a:lnTo>
                  <a:lnTo>
                    <a:pt x="6017733" y="24113"/>
                  </a:lnTo>
                  <a:lnTo>
                    <a:pt x="6017851" y="24113"/>
                  </a:lnTo>
                  <a:lnTo>
                    <a:pt x="6017969" y="24113"/>
                  </a:lnTo>
                  <a:lnTo>
                    <a:pt x="6018086" y="24113"/>
                  </a:lnTo>
                  <a:lnTo>
                    <a:pt x="6018204" y="24113"/>
                  </a:lnTo>
                  <a:lnTo>
                    <a:pt x="6018321" y="24113"/>
                  </a:lnTo>
                  <a:lnTo>
                    <a:pt x="6018439" y="24113"/>
                  </a:lnTo>
                  <a:lnTo>
                    <a:pt x="6018557" y="24113"/>
                  </a:lnTo>
                  <a:lnTo>
                    <a:pt x="6018674" y="24113"/>
                  </a:lnTo>
                  <a:lnTo>
                    <a:pt x="6018792" y="24113"/>
                  </a:lnTo>
                  <a:lnTo>
                    <a:pt x="6018910" y="24113"/>
                  </a:lnTo>
                  <a:lnTo>
                    <a:pt x="6019027" y="24113"/>
                  </a:lnTo>
                  <a:lnTo>
                    <a:pt x="6019145" y="24113"/>
                  </a:lnTo>
                  <a:lnTo>
                    <a:pt x="6019262" y="24113"/>
                  </a:lnTo>
                  <a:lnTo>
                    <a:pt x="6019380" y="24113"/>
                  </a:lnTo>
                  <a:lnTo>
                    <a:pt x="6019498" y="24113"/>
                  </a:lnTo>
                  <a:lnTo>
                    <a:pt x="6019615" y="24113"/>
                  </a:lnTo>
                  <a:lnTo>
                    <a:pt x="6019733" y="24113"/>
                  </a:lnTo>
                  <a:lnTo>
                    <a:pt x="6019850" y="24113"/>
                  </a:lnTo>
                  <a:lnTo>
                    <a:pt x="6019968" y="24113"/>
                  </a:lnTo>
                  <a:lnTo>
                    <a:pt x="6020086" y="24113"/>
                  </a:lnTo>
                  <a:lnTo>
                    <a:pt x="6020203" y="24113"/>
                  </a:lnTo>
                  <a:lnTo>
                    <a:pt x="6020321" y="24113"/>
                  </a:lnTo>
                  <a:lnTo>
                    <a:pt x="6020438" y="24113"/>
                  </a:lnTo>
                  <a:lnTo>
                    <a:pt x="6020556" y="24113"/>
                  </a:lnTo>
                  <a:lnTo>
                    <a:pt x="6020674" y="24113"/>
                  </a:lnTo>
                  <a:lnTo>
                    <a:pt x="6020791" y="24113"/>
                  </a:lnTo>
                  <a:lnTo>
                    <a:pt x="6020909" y="24113"/>
                  </a:lnTo>
                  <a:lnTo>
                    <a:pt x="6021027" y="24113"/>
                  </a:lnTo>
                  <a:lnTo>
                    <a:pt x="6021144" y="24113"/>
                  </a:lnTo>
                  <a:lnTo>
                    <a:pt x="6021262" y="24113"/>
                  </a:lnTo>
                  <a:lnTo>
                    <a:pt x="6021379" y="24113"/>
                  </a:lnTo>
                  <a:lnTo>
                    <a:pt x="6021497" y="24113"/>
                  </a:lnTo>
                  <a:lnTo>
                    <a:pt x="6021615" y="24113"/>
                  </a:lnTo>
                  <a:lnTo>
                    <a:pt x="6021732" y="24113"/>
                  </a:lnTo>
                  <a:lnTo>
                    <a:pt x="6021850" y="24113"/>
                  </a:lnTo>
                  <a:lnTo>
                    <a:pt x="6021967" y="24113"/>
                  </a:lnTo>
                  <a:lnTo>
                    <a:pt x="6022085" y="24113"/>
                  </a:lnTo>
                  <a:lnTo>
                    <a:pt x="6022203" y="24113"/>
                  </a:lnTo>
                  <a:lnTo>
                    <a:pt x="6022320" y="24113"/>
                  </a:lnTo>
                  <a:lnTo>
                    <a:pt x="6022438" y="24113"/>
                  </a:lnTo>
                  <a:lnTo>
                    <a:pt x="6022556" y="24113"/>
                  </a:lnTo>
                  <a:lnTo>
                    <a:pt x="6022673" y="24113"/>
                  </a:lnTo>
                  <a:lnTo>
                    <a:pt x="6022791" y="24113"/>
                  </a:lnTo>
                  <a:lnTo>
                    <a:pt x="6022908" y="24113"/>
                  </a:lnTo>
                  <a:lnTo>
                    <a:pt x="6023026" y="24113"/>
                  </a:lnTo>
                  <a:lnTo>
                    <a:pt x="6023144" y="24113"/>
                  </a:lnTo>
                  <a:lnTo>
                    <a:pt x="6023261" y="24113"/>
                  </a:lnTo>
                  <a:lnTo>
                    <a:pt x="6023379" y="24113"/>
                  </a:lnTo>
                  <a:lnTo>
                    <a:pt x="6023496" y="24113"/>
                  </a:lnTo>
                  <a:lnTo>
                    <a:pt x="6023614" y="24113"/>
                  </a:lnTo>
                  <a:lnTo>
                    <a:pt x="6023732" y="24113"/>
                  </a:lnTo>
                  <a:lnTo>
                    <a:pt x="6023849" y="24113"/>
                  </a:lnTo>
                  <a:lnTo>
                    <a:pt x="6023967" y="24113"/>
                  </a:lnTo>
                  <a:lnTo>
                    <a:pt x="6024085" y="24113"/>
                  </a:lnTo>
                  <a:lnTo>
                    <a:pt x="6024202" y="24113"/>
                  </a:lnTo>
                  <a:lnTo>
                    <a:pt x="6024320" y="24113"/>
                  </a:lnTo>
                  <a:lnTo>
                    <a:pt x="6024437" y="24113"/>
                  </a:lnTo>
                  <a:lnTo>
                    <a:pt x="6024555" y="24113"/>
                  </a:lnTo>
                  <a:lnTo>
                    <a:pt x="6024673" y="24113"/>
                  </a:lnTo>
                  <a:lnTo>
                    <a:pt x="6024790" y="24113"/>
                  </a:lnTo>
                  <a:lnTo>
                    <a:pt x="6024908" y="24113"/>
                  </a:lnTo>
                  <a:lnTo>
                    <a:pt x="6025025" y="24113"/>
                  </a:lnTo>
                  <a:lnTo>
                    <a:pt x="6025143" y="24113"/>
                  </a:lnTo>
                  <a:lnTo>
                    <a:pt x="6025261" y="24113"/>
                  </a:lnTo>
                  <a:lnTo>
                    <a:pt x="6025378" y="24113"/>
                  </a:lnTo>
                  <a:lnTo>
                    <a:pt x="6025496" y="24113"/>
                  </a:lnTo>
                  <a:lnTo>
                    <a:pt x="6025614" y="24113"/>
                  </a:lnTo>
                  <a:lnTo>
                    <a:pt x="6025731" y="24113"/>
                  </a:lnTo>
                  <a:lnTo>
                    <a:pt x="6025849" y="24113"/>
                  </a:lnTo>
                  <a:lnTo>
                    <a:pt x="6025849" y="23683"/>
                  </a:lnTo>
                  <a:lnTo>
                    <a:pt x="6025966" y="23683"/>
                  </a:lnTo>
                  <a:lnTo>
                    <a:pt x="6026084" y="23683"/>
                  </a:lnTo>
                  <a:lnTo>
                    <a:pt x="6026084" y="23252"/>
                  </a:lnTo>
                  <a:lnTo>
                    <a:pt x="6026202" y="23252"/>
                  </a:lnTo>
                  <a:lnTo>
                    <a:pt x="6026319" y="23252"/>
                  </a:lnTo>
                  <a:lnTo>
                    <a:pt x="6026437" y="23252"/>
                  </a:lnTo>
                  <a:lnTo>
                    <a:pt x="6026554" y="23252"/>
                  </a:lnTo>
                  <a:lnTo>
                    <a:pt x="6026672" y="23252"/>
                  </a:lnTo>
                  <a:lnTo>
                    <a:pt x="6026790" y="23252"/>
                  </a:lnTo>
                  <a:lnTo>
                    <a:pt x="6026907" y="23252"/>
                  </a:lnTo>
                  <a:lnTo>
                    <a:pt x="6027025" y="23252"/>
                  </a:lnTo>
                  <a:lnTo>
                    <a:pt x="6027143" y="23252"/>
                  </a:lnTo>
                  <a:lnTo>
                    <a:pt x="6027260" y="23252"/>
                  </a:lnTo>
                  <a:lnTo>
                    <a:pt x="6027378" y="23252"/>
                  </a:lnTo>
                  <a:lnTo>
                    <a:pt x="6027495" y="23252"/>
                  </a:lnTo>
                  <a:lnTo>
                    <a:pt x="6027613" y="23252"/>
                  </a:lnTo>
                  <a:lnTo>
                    <a:pt x="6027731" y="23252"/>
                  </a:lnTo>
                  <a:lnTo>
                    <a:pt x="6027848" y="23252"/>
                  </a:lnTo>
                  <a:lnTo>
                    <a:pt x="6027966" y="23252"/>
                  </a:lnTo>
                  <a:lnTo>
                    <a:pt x="6028083" y="23252"/>
                  </a:lnTo>
                  <a:lnTo>
                    <a:pt x="6028201" y="23252"/>
                  </a:lnTo>
                  <a:lnTo>
                    <a:pt x="6028319" y="23252"/>
                  </a:lnTo>
                  <a:lnTo>
                    <a:pt x="6028436" y="23252"/>
                  </a:lnTo>
                  <a:lnTo>
                    <a:pt x="6028554" y="23252"/>
                  </a:lnTo>
                  <a:lnTo>
                    <a:pt x="6028671" y="23252"/>
                  </a:lnTo>
                  <a:lnTo>
                    <a:pt x="6028789" y="23252"/>
                  </a:lnTo>
                  <a:lnTo>
                    <a:pt x="6028907" y="23252"/>
                  </a:lnTo>
                  <a:lnTo>
                    <a:pt x="6029024" y="23252"/>
                  </a:lnTo>
                  <a:lnTo>
                    <a:pt x="6029142" y="23252"/>
                  </a:lnTo>
                  <a:lnTo>
                    <a:pt x="6029260" y="23252"/>
                  </a:lnTo>
                  <a:lnTo>
                    <a:pt x="6029377" y="23252"/>
                  </a:lnTo>
                  <a:lnTo>
                    <a:pt x="6029495" y="23252"/>
                  </a:lnTo>
                  <a:lnTo>
                    <a:pt x="6029612" y="23252"/>
                  </a:lnTo>
                  <a:lnTo>
                    <a:pt x="6029730" y="23252"/>
                  </a:lnTo>
                  <a:lnTo>
                    <a:pt x="6029848" y="23252"/>
                  </a:lnTo>
                  <a:lnTo>
                    <a:pt x="6029965" y="23252"/>
                  </a:lnTo>
                  <a:lnTo>
                    <a:pt x="6029965" y="22821"/>
                  </a:lnTo>
                  <a:lnTo>
                    <a:pt x="6030083" y="22821"/>
                  </a:lnTo>
                  <a:lnTo>
                    <a:pt x="6030200" y="22821"/>
                  </a:lnTo>
                  <a:lnTo>
                    <a:pt x="6030318" y="22821"/>
                  </a:lnTo>
                  <a:lnTo>
                    <a:pt x="6030436" y="22821"/>
                  </a:lnTo>
                  <a:lnTo>
                    <a:pt x="6030553" y="22821"/>
                  </a:lnTo>
                  <a:lnTo>
                    <a:pt x="6030671" y="22821"/>
                  </a:lnTo>
                  <a:lnTo>
                    <a:pt x="6030789" y="22821"/>
                  </a:lnTo>
                  <a:lnTo>
                    <a:pt x="6030906" y="22821"/>
                  </a:lnTo>
                  <a:lnTo>
                    <a:pt x="6031024" y="22821"/>
                  </a:lnTo>
                  <a:lnTo>
                    <a:pt x="6031141" y="22821"/>
                  </a:lnTo>
                  <a:lnTo>
                    <a:pt x="6031259" y="22821"/>
                  </a:lnTo>
                  <a:lnTo>
                    <a:pt x="6031377" y="22821"/>
                  </a:lnTo>
                  <a:lnTo>
                    <a:pt x="6031494" y="22821"/>
                  </a:lnTo>
                  <a:lnTo>
                    <a:pt x="6031612" y="22821"/>
                  </a:lnTo>
                  <a:lnTo>
                    <a:pt x="6031729" y="22821"/>
                  </a:lnTo>
                  <a:lnTo>
                    <a:pt x="6031847" y="22821"/>
                  </a:lnTo>
                  <a:lnTo>
                    <a:pt x="6031965" y="22821"/>
                  </a:lnTo>
                  <a:lnTo>
                    <a:pt x="6032082" y="22821"/>
                  </a:lnTo>
                  <a:lnTo>
                    <a:pt x="6032200" y="22821"/>
                  </a:lnTo>
                  <a:lnTo>
                    <a:pt x="6032318" y="22821"/>
                  </a:lnTo>
                  <a:lnTo>
                    <a:pt x="6032435" y="22821"/>
                  </a:lnTo>
                  <a:lnTo>
                    <a:pt x="6032553" y="22821"/>
                  </a:lnTo>
                  <a:lnTo>
                    <a:pt x="6032670" y="22821"/>
                  </a:lnTo>
                  <a:lnTo>
                    <a:pt x="6032788" y="22821"/>
                  </a:lnTo>
                  <a:lnTo>
                    <a:pt x="6032906" y="22821"/>
                  </a:lnTo>
                  <a:lnTo>
                    <a:pt x="6033023" y="22821"/>
                  </a:lnTo>
                  <a:lnTo>
                    <a:pt x="6033141" y="22821"/>
                  </a:lnTo>
                  <a:lnTo>
                    <a:pt x="6033258" y="22821"/>
                  </a:lnTo>
                  <a:lnTo>
                    <a:pt x="6033376" y="22821"/>
                  </a:lnTo>
                  <a:lnTo>
                    <a:pt x="6033494" y="22821"/>
                  </a:lnTo>
                  <a:lnTo>
                    <a:pt x="6033611" y="22821"/>
                  </a:lnTo>
                  <a:lnTo>
                    <a:pt x="6033729" y="22821"/>
                  </a:lnTo>
                  <a:lnTo>
                    <a:pt x="6033847" y="22821"/>
                  </a:lnTo>
                  <a:lnTo>
                    <a:pt x="6033964" y="22821"/>
                  </a:lnTo>
                  <a:lnTo>
                    <a:pt x="6034082" y="22821"/>
                  </a:lnTo>
                  <a:lnTo>
                    <a:pt x="6034199" y="22821"/>
                  </a:lnTo>
                  <a:lnTo>
                    <a:pt x="6034317" y="22821"/>
                  </a:lnTo>
                  <a:lnTo>
                    <a:pt x="6034435" y="22821"/>
                  </a:lnTo>
                  <a:lnTo>
                    <a:pt x="6034552" y="22821"/>
                  </a:lnTo>
                  <a:lnTo>
                    <a:pt x="6034670" y="22821"/>
                  </a:lnTo>
                  <a:lnTo>
                    <a:pt x="6034787" y="22821"/>
                  </a:lnTo>
                  <a:lnTo>
                    <a:pt x="6034905" y="22821"/>
                  </a:lnTo>
                  <a:lnTo>
                    <a:pt x="6035023" y="22821"/>
                  </a:lnTo>
                  <a:lnTo>
                    <a:pt x="6035140" y="22821"/>
                  </a:lnTo>
                  <a:lnTo>
                    <a:pt x="6035258" y="22821"/>
                  </a:lnTo>
                  <a:lnTo>
                    <a:pt x="6035376" y="22821"/>
                  </a:lnTo>
                  <a:lnTo>
                    <a:pt x="6035493" y="22821"/>
                  </a:lnTo>
                  <a:lnTo>
                    <a:pt x="6035611" y="22821"/>
                  </a:lnTo>
                  <a:lnTo>
                    <a:pt x="6035728" y="22821"/>
                  </a:lnTo>
                  <a:lnTo>
                    <a:pt x="6035846" y="22821"/>
                  </a:lnTo>
                  <a:lnTo>
                    <a:pt x="6035964" y="22821"/>
                  </a:lnTo>
                  <a:lnTo>
                    <a:pt x="6036081" y="22821"/>
                  </a:lnTo>
                  <a:lnTo>
                    <a:pt x="6036199" y="22821"/>
                  </a:lnTo>
                  <a:lnTo>
                    <a:pt x="6036316" y="22821"/>
                  </a:lnTo>
                  <a:lnTo>
                    <a:pt x="6036434" y="22821"/>
                  </a:lnTo>
                  <a:lnTo>
                    <a:pt x="6036552" y="22821"/>
                  </a:lnTo>
                  <a:lnTo>
                    <a:pt x="6036669" y="22821"/>
                  </a:lnTo>
                  <a:lnTo>
                    <a:pt x="6036787" y="22821"/>
                  </a:lnTo>
                  <a:lnTo>
                    <a:pt x="6036904" y="22821"/>
                  </a:lnTo>
                  <a:lnTo>
                    <a:pt x="6037022" y="22821"/>
                  </a:lnTo>
                  <a:lnTo>
                    <a:pt x="6037140" y="22821"/>
                  </a:lnTo>
                  <a:lnTo>
                    <a:pt x="6037257" y="22821"/>
                  </a:lnTo>
                  <a:lnTo>
                    <a:pt x="6037375" y="22821"/>
                  </a:lnTo>
                  <a:lnTo>
                    <a:pt x="6037493" y="22821"/>
                  </a:lnTo>
                  <a:lnTo>
                    <a:pt x="6037610" y="22821"/>
                  </a:lnTo>
                  <a:lnTo>
                    <a:pt x="6037728" y="22821"/>
                  </a:lnTo>
                  <a:lnTo>
                    <a:pt x="6037845" y="22821"/>
                  </a:lnTo>
                  <a:lnTo>
                    <a:pt x="6037963" y="22821"/>
                  </a:lnTo>
                  <a:lnTo>
                    <a:pt x="6038081" y="22821"/>
                  </a:lnTo>
                  <a:lnTo>
                    <a:pt x="6038198" y="22821"/>
                  </a:lnTo>
                  <a:lnTo>
                    <a:pt x="6038316" y="22821"/>
                  </a:lnTo>
                  <a:lnTo>
                    <a:pt x="6038433" y="22821"/>
                  </a:lnTo>
                  <a:lnTo>
                    <a:pt x="6038551" y="22821"/>
                  </a:lnTo>
                  <a:lnTo>
                    <a:pt x="6038669" y="22821"/>
                  </a:lnTo>
                  <a:lnTo>
                    <a:pt x="6038786" y="22821"/>
                  </a:lnTo>
                  <a:lnTo>
                    <a:pt x="6038904" y="22821"/>
                  </a:lnTo>
                  <a:lnTo>
                    <a:pt x="6039022" y="22821"/>
                  </a:lnTo>
                  <a:lnTo>
                    <a:pt x="6039139" y="22821"/>
                  </a:lnTo>
                  <a:lnTo>
                    <a:pt x="6039257" y="22821"/>
                  </a:lnTo>
                  <a:lnTo>
                    <a:pt x="6039374" y="22821"/>
                  </a:lnTo>
                  <a:lnTo>
                    <a:pt x="6039492" y="22821"/>
                  </a:lnTo>
                  <a:lnTo>
                    <a:pt x="6039610" y="22821"/>
                  </a:lnTo>
                  <a:lnTo>
                    <a:pt x="6039727" y="22821"/>
                  </a:lnTo>
                  <a:lnTo>
                    <a:pt x="6039845" y="22821"/>
                  </a:lnTo>
                  <a:lnTo>
                    <a:pt x="6039962" y="22821"/>
                  </a:lnTo>
                  <a:lnTo>
                    <a:pt x="6040080" y="22821"/>
                  </a:lnTo>
                  <a:lnTo>
                    <a:pt x="6040198" y="22821"/>
                  </a:lnTo>
                  <a:lnTo>
                    <a:pt x="6040315" y="22821"/>
                  </a:lnTo>
                  <a:lnTo>
                    <a:pt x="6040433" y="22821"/>
                  </a:lnTo>
                  <a:lnTo>
                    <a:pt x="6040551" y="22821"/>
                  </a:lnTo>
                  <a:lnTo>
                    <a:pt x="6040668" y="22821"/>
                  </a:lnTo>
                  <a:lnTo>
                    <a:pt x="6040786" y="22821"/>
                  </a:lnTo>
                  <a:lnTo>
                    <a:pt x="6040903" y="22821"/>
                  </a:lnTo>
                  <a:lnTo>
                    <a:pt x="6041021" y="22821"/>
                  </a:lnTo>
                  <a:lnTo>
                    <a:pt x="6041139" y="22821"/>
                  </a:lnTo>
                  <a:lnTo>
                    <a:pt x="6041256" y="22821"/>
                  </a:lnTo>
                  <a:lnTo>
                    <a:pt x="6041374" y="22821"/>
                  </a:lnTo>
                  <a:lnTo>
                    <a:pt x="6041491" y="22821"/>
                  </a:lnTo>
                  <a:lnTo>
                    <a:pt x="6041609" y="22821"/>
                  </a:lnTo>
                  <a:lnTo>
                    <a:pt x="6041727" y="22821"/>
                  </a:lnTo>
                  <a:lnTo>
                    <a:pt x="6041844" y="22821"/>
                  </a:lnTo>
                  <a:lnTo>
                    <a:pt x="6041962" y="22821"/>
                  </a:lnTo>
                  <a:lnTo>
                    <a:pt x="6042080" y="22821"/>
                  </a:lnTo>
                  <a:lnTo>
                    <a:pt x="6042197" y="22821"/>
                  </a:lnTo>
                  <a:lnTo>
                    <a:pt x="6042315" y="22821"/>
                  </a:lnTo>
                  <a:lnTo>
                    <a:pt x="6042432" y="22821"/>
                  </a:lnTo>
                  <a:lnTo>
                    <a:pt x="6042550" y="22821"/>
                  </a:lnTo>
                  <a:lnTo>
                    <a:pt x="6042668" y="22821"/>
                  </a:lnTo>
                  <a:lnTo>
                    <a:pt x="6042785" y="22821"/>
                  </a:lnTo>
                  <a:lnTo>
                    <a:pt x="6042903" y="22821"/>
                  </a:lnTo>
                  <a:lnTo>
                    <a:pt x="6043020" y="22821"/>
                  </a:lnTo>
                  <a:lnTo>
                    <a:pt x="6043138" y="22821"/>
                  </a:lnTo>
                  <a:lnTo>
                    <a:pt x="6043256" y="22821"/>
                  </a:lnTo>
                  <a:lnTo>
                    <a:pt x="6043373" y="22821"/>
                  </a:lnTo>
                  <a:lnTo>
                    <a:pt x="6043491" y="22821"/>
                  </a:lnTo>
                  <a:lnTo>
                    <a:pt x="6043609" y="22821"/>
                  </a:lnTo>
                  <a:lnTo>
                    <a:pt x="6043726" y="22821"/>
                  </a:lnTo>
                  <a:lnTo>
                    <a:pt x="6043844" y="22821"/>
                  </a:lnTo>
                  <a:lnTo>
                    <a:pt x="6043961" y="22821"/>
                  </a:lnTo>
                  <a:lnTo>
                    <a:pt x="6044079" y="22821"/>
                  </a:lnTo>
                  <a:lnTo>
                    <a:pt x="6044197" y="22821"/>
                  </a:lnTo>
                  <a:lnTo>
                    <a:pt x="6044314" y="22821"/>
                  </a:lnTo>
                  <a:lnTo>
                    <a:pt x="6044432" y="22821"/>
                  </a:lnTo>
                  <a:lnTo>
                    <a:pt x="6044549" y="22821"/>
                  </a:lnTo>
                  <a:lnTo>
                    <a:pt x="6044667" y="22821"/>
                  </a:lnTo>
                  <a:lnTo>
                    <a:pt x="6044785" y="22821"/>
                  </a:lnTo>
                  <a:lnTo>
                    <a:pt x="6044902" y="22821"/>
                  </a:lnTo>
                  <a:lnTo>
                    <a:pt x="6045020" y="22821"/>
                  </a:lnTo>
                  <a:lnTo>
                    <a:pt x="6045137" y="22821"/>
                  </a:lnTo>
                  <a:lnTo>
                    <a:pt x="6045255" y="22821"/>
                  </a:lnTo>
                  <a:lnTo>
                    <a:pt x="6045373" y="22821"/>
                  </a:lnTo>
                  <a:lnTo>
                    <a:pt x="6045490" y="22821"/>
                  </a:lnTo>
                  <a:lnTo>
                    <a:pt x="6045608" y="22821"/>
                  </a:lnTo>
                  <a:lnTo>
                    <a:pt x="6045726" y="22821"/>
                  </a:lnTo>
                  <a:lnTo>
                    <a:pt x="6045843" y="22821"/>
                  </a:lnTo>
                  <a:lnTo>
                    <a:pt x="6045961" y="22821"/>
                  </a:lnTo>
                  <a:lnTo>
                    <a:pt x="6046078" y="22821"/>
                  </a:lnTo>
                  <a:lnTo>
                    <a:pt x="6046196" y="22821"/>
                  </a:lnTo>
                  <a:lnTo>
                    <a:pt x="6046314" y="22821"/>
                  </a:lnTo>
                  <a:lnTo>
                    <a:pt x="6046431" y="22821"/>
                  </a:lnTo>
                  <a:lnTo>
                    <a:pt x="6046549" y="22821"/>
                  </a:lnTo>
                  <a:lnTo>
                    <a:pt x="6046666" y="22821"/>
                  </a:lnTo>
                  <a:lnTo>
                    <a:pt x="6046784" y="22821"/>
                  </a:lnTo>
                  <a:lnTo>
                    <a:pt x="6046902" y="22821"/>
                  </a:lnTo>
                  <a:lnTo>
                    <a:pt x="6047019" y="22821"/>
                  </a:lnTo>
                  <a:lnTo>
                    <a:pt x="6047137" y="22821"/>
                  </a:lnTo>
                  <a:lnTo>
                    <a:pt x="6047255" y="22821"/>
                  </a:lnTo>
                  <a:lnTo>
                    <a:pt x="6047372" y="22821"/>
                  </a:lnTo>
                  <a:lnTo>
                    <a:pt x="6047490" y="22821"/>
                  </a:lnTo>
                  <a:lnTo>
                    <a:pt x="6047607" y="22821"/>
                  </a:lnTo>
                  <a:lnTo>
                    <a:pt x="6047725" y="22821"/>
                  </a:lnTo>
                  <a:lnTo>
                    <a:pt x="6047843" y="22821"/>
                  </a:lnTo>
                  <a:lnTo>
                    <a:pt x="6047960" y="22821"/>
                  </a:lnTo>
                  <a:lnTo>
                    <a:pt x="6048078" y="22821"/>
                  </a:lnTo>
                  <a:lnTo>
                    <a:pt x="6048195" y="22821"/>
                  </a:lnTo>
                  <a:lnTo>
                    <a:pt x="6048313" y="22821"/>
                  </a:lnTo>
                  <a:lnTo>
                    <a:pt x="6048431" y="22821"/>
                  </a:lnTo>
                  <a:lnTo>
                    <a:pt x="6048548" y="22821"/>
                  </a:lnTo>
                  <a:lnTo>
                    <a:pt x="6048666" y="22821"/>
                  </a:lnTo>
                  <a:lnTo>
                    <a:pt x="6048784" y="22821"/>
                  </a:lnTo>
                  <a:lnTo>
                    <a:pt x="6048901" y="22821"/>
                  </a:lnTo>
                  <a:lnTo>
                    <a:pt x="6049019" y="22821"/>
                  </a:lnTo>
                  <a:lnTo>
                    <a:pt x="6049136" y="22821"/>
                  </a:lnTo>
                  <a:lnTo>
                    <a:pt x="6049254" y="22821"/>
                  </a:lnTo>
                  <a:lnTo>
                    <a:pt x="6049254" y="22391"/>
                  </a:lnTo>
                  <a:lnTo>
                    <a:pt x="6049372" y="22391"/>
                  </a:lnTo>
                  <a:lnTo>
                    <a:pt x="6049489" y="22391"/>
                  </a:lnTo>
                  <a:lnTo>
                    <a:pt x="6049607" y="22391"/>
                  </a:lnTo>
                  <a:lnTo>
                    <a:pt x="6049724" y="22391"/>
                  </a:lnTo>
                  <a:lnTo>
                    <a:pt x="6049842" y="22391"/>
                  </a:lnTo>
                  <a:lnTo>
                    <a:pt x="6049960" y="22391"/>
                  </a:lnTo>
                  <a:lnTo>
                    <a:pt x="6050077" y="22391"/>
                  </a:lnTo>
                  <a:lnTo>
                    <a:pt x="6050195" y="22391"/>
                  </a:lnTo>
                  <a:lnTo>
                    <a:pt x="6050313" y="22391"/>
                  </a:lnTo>
                  <a:lnTo>
                    <a:pt x="6050430" y="22391"/>
                  </a:lnTo>
                  <a:lnTo>
                    <a:pt x="6050548" y="22391"/>
                  </a:lnTo>
                  <a:lnTo>
                    <a:pt x="6050665" y="22391"/>
                  </a:lnTo>
                  <a:lnTo>
                    <a:pt x="6050783" y="22391"/>
                  </a:lnTo>
                  <a:lnTo>
                    <a:pt x="6050901" y="22391"/>
                  </a:lnTo>
                  <a:lnTo>
                    <a:pt x="6051018" y="22391"/>
                  </a:lnTo>
                  <a:lnTo>
                    <a:pt x="6051136" y="22391"/>
                  </a:lnTo>
                  <a:lnTo>
                    <a:pt x="6051253" y="22391"/>
                  </a:lnTo>
                  <a:lnTo>
                    <a:pt x="6051371" y="22391"/>
                  </a:lnTo>
                  <a:lnTo>
                    <a:pt x="6051489" y="22391"/>
                  </a:lnTo>
                  <a:lnTo>
                    <a:pt x="6051606" y="22391"/>
                  </a:lnTo>
                  <a:lnTo>
                    <a:pt x="6051724" y="22391"/>
                  </a:lnTo>
                  <a:lnTo>
                    <a:pt x="6051841" y="22391"/>
                  </a:lnTo>
                  <a:lnTo>
                    <a:pt x="6051959" y="22391"/>
                  </a:lnTo>
                  <a:lnTo>
                    <a:pt x="6052077" y="22391"/>
                  </a:lnTo>
                  <a:lnTo>
                    <a:pt x="6052194" y="22391"/>
                  </a:lnTo>
                  <a:lnTo>
                    <a:pt x="6052312" y="22391"/>
                  </a:lnTo>
                  <a:lnTo>
                    <a:pt x="6052430" y="22391"/>
                  </a:lnTo>
                  <a:lnTo>
                    <a:pt x="6052547" y="22391"/>
                  </a:lnTo>
                  <a:lnTo>
                    <a:pt x="6052665" y="22391"/>
                  </a:lnTo>
                  <a:lnTo>
                    <a:pt x="6052782" y="22391"/>
                  </a:lnTo>
                  <a:lnTo>
                    <a:pt x="6052900" y="22391"/>
                  </a:lnTo>
                  <a:lnTo>
                    <a:pt x="6053018" y="22391"/>
                  </a:lnTo>
                  <a:lnTo>
                    <a:pt x="6053135" y="22391"/>
                  </a:lnTo>
                  <a:lnTo>
                    <a:pt x="6053253" y="22391"/>
                  </a:lnTo>
                  <a:lnTo>
                    <a:pt x="6053370" y="22391"/>
                  </a:lnTo>
                  <a:lnTo>
                    <a:pt x="6053488" y="22391"/>
                  </a:lnTo>
                  <a:lnTo>
                    <a:pt x="6053606" y="22391"/>
                  </a:lnTo>
                  <a:lnTo>
                    <a:pt x="6053723" y="22391"/>
                  </a:lnTo>
                  <a:lnTo>
                    <a:pt x="6053841" y="22391"/>
                  </a:lnTo>
                  <a:lnTo>
                    <a:pt x="6053959" y="22391"/>
                  </a:lnTo>
                  <a:lnTo>
                    <a:pt x="6054076" y="22391"/>
                  </a:lnTo>
                  <a:lnTo>
                    <a:pt x="6054194" y="22391"/>
                  </a:lnTo>
                  <a:lnTo>
                    <a:pt x="6054311" y="22391"/>
                  </a:lnTo>
                  <a:lnTo>
                    <a:pt x="6054429" y="22391"/>
                  </a:lnTo>
                  <a:lnTo>
                    <a:pt x="6054547" y="22391"/>
                  </a:lnTo>
                  <a:lnTo>
                    <a:pt x="6054664" y="22391"/>
                  </a:lnTo>
                  <a:lnTo>
                    <a:pt x="6054782" y="22391"/>
                  </a:lnTo>
                  <a:lnTo>
                    <a:pt x="6054899" y="22391"/>
                  </a:lnTo>
                  <a:lnTo>
                    <a:pt x="6055017" y="22391"/>
                  </a:lnTo>
                  <a:lnTo>
                    <a:pt x="6055135" y="22391"/>
                  </a:lnTo>
                  <a:lnTo>
                    <a:pt x="6055252" y="22391"/>
                  </a:lnTo>
                  <a:lnTo>
                    <a:pt x="6055370" y="22391"/>
                  </a:lnTo>
                  <a:lnTo>
                    <a:pt x="6055488" y="22391"/>
                  </a:lnTo>
                  <a:lnTo>
                    <a:pt x="6055605" y="22391"/>
                  </a:lnTo>
                  <a:lnTo>
                    <a:pt x="6055723" y="22391"/>
                  </a:lnTo>
                  <a:lnTo>
                    <a:pt x="6055840" y="22391"/>
                  </a:lnTo>
                  <a:lnTo>
                    <a:pt x="6055958" y="22391"/>
                  </a:lnTo>
                  <a:lnTo>
                    <a:pt x="6056076" y="22391"/>
                  </a:lnTo>
                  <a:lnTo>
                    <a:pt x="6056193" y="22391"/>
                  </a:lnTo>
                  <a:lnTo>
                    <a:pt x="6056311" y="22391"/>
                  </a:lnTo>
                  <a:lnTo>
                    <a:pt x="6056428" y="22391"/>
                  </a:lnTo>
                  <a:lnTo>
                    <a:pt x="6056546" y="22391"/>
                  </a:lnTo>
                  <a:lnTo>
                    <a:pt x="6056664" y="22391"/>
                  </a:lnTo>
                  <a:lnTo>
                    <a:pt x="6056781" y="22391"/>
                  </a:lnTo>
                  <a:lnTo>
                    <a:pt x="6056899" y="22391"/>
                  </a:lnTo>
                  <a:lnTo>
                    <a:pt x="6057017" y="22391"/>
                  </a:lnTo>
                  <a:lnTo>
                    <a:pt x="6057134" y="22391"/>
                  </a:lnTo>
                  <a:lnTo>
                    <a:pt x="6057252" y="22391"/>
                  </a:lnTo>
                  <a:lnTo>
                    <a:pt x="6057369" y="22391"/>
                  </a:lnTo>
                  <a:lnTo>
                    <a:pt x="6057487" y="22391"/>
                  </a:lnTo>
                  <a:lnTo>
                    <a:pt x="6057605" y="22391"/>
                  </a:lnTo>
                  <a:lnTo>
                    <a:pt x="6057722" y="22391"/>
                  </a:lnTo>
                  <a:lnTo>
                    <a:pt x="6057840" y="22391"/>
                  </a:lnTo>
                  <a:lnTo>
                    <a:pt x="6057957" y="22391"/>
                  </a:lnTo>
                  <a:lnTo>
                    <a:pt x="6058075" y="22391"/>
                  </a:lnTo>
                  <a:lnTo>
                    <a:pt x="6058193" y="22391"/>
                  </a:lnTo>
                  <a:lnTo>
                    <a:pt x="6058310" y="22391"/>
                  </a:lnTo>
                  <a:lnTo>
                    <a:pt x="6058428" y="22391"/>
                  </a:lnTo>
                  <a:lnTo>
                    <a:pt x="6058546" y="22391"/>
                  </a:lnTo>
                  <a:lnTo>
                    <a:pt x="6058663" y="22391"/>
                  </a:lnTo>
                  <a:lnTo>
                    <a:pt x="6058781" y="22391"/>
                  </a:lnTo>
                  <a:lnTo>
                    <a:pt x="6058898" y="22391"/>
                  </a:lnTo>
                  <a:lnTo>
                    <a:pt x="6059016" y="22391"/>
                  </a:lnTo>
                  <a:lnTo>
                    <a:pt x="6059134" y="22391"/>
                  </a:lnTo>
                  <a:lnTo>
                    <a:pt x="6059251" y="22391"/>
                  </a:lnTo>
                  <a:lnTo>
                    <a:pt x="6059369" y="22391"/>
                  </a:lnTo>
                  <a:lnTo>
                    <a:pt x="6059486" y="22391"/>
                  </a:lnTo>
                  <a:lnTo>
                    <a:pt x="6059604" y="22391"/>
                  </a:lnTo>
                  <a:lnTo>
                    <a:pt x="6059722" y="22391"/>
                  </a:lnTo>
                  <a:lnTo>
                    <a:pt x="6059839" y="22391"/>
                  </a:lnTo>
                  <a:lnTo>
                    <a:pt x="6059957" y="22391"/>
                  </a:lnTo>
                  <a:lnTo>
                    <a:pt x="6060074" y="22391"/>
                  </a:lnTo>
                  <a:lnTo>
                    <a:pt x="6060192" y="22391"/>
                  </a:lnTo>
                  <a:lnTo>
                    <a:pt x="6060310" y="22391"/>
                  </a:lnTo>
                  <a:lnTo>
                    <a:pt x="6060427" y="22391"/>
                  </a:lnTo>
                  <a:lnTo>
                    <a:pt x="6060545" y="22391"/>
                  </a:lnTo>
                  <a:lnTo>
                    <a:pt x="6060663" y="22391"/>
                  </a:lnTo>
                  <a:lnTo>
                    <a:pt x="6060780" y="22391"/>
                  </a:lnTo>
                  <a:lnTo>
                    <a:pt x="6060898" y="22391"/>
                  </a:lnTo>
                  <a:lnTo>
                    <a:pt x="6061015" y="22391"/>
                  </a:lnTo>
                  <a:lnTo>
                    <a:pt x="6061133" y="22391"/>
                  </a:lnTo>
                  <a:lnTo>
                    <a:pt x="6061251" y="22391"/>
                  </a:lnTo>
                  <a:lnTo>
                    <a:pt x="6061368" y="22391"/>
                  </a:lnTo>
                  <a:lnTo>
                    <a:pt x="6061486" y="22391"/>
                  </a:lnTo>
                  <a:lnTo>
                    <a:pt x="6061603" y="22391"/>
                  </a:lnTo>
                  <a:lnTo>
                    <a:pt x="6061721" y="22391"/>
                  </a:lnTo>
                  <a:lnTo>
                    <a:pt x="6061839" y="22391"/>
                  </a:lnTo>
                  <a:lnTo>
                    <a:pt x="6061956" y="22391"/>
                  </a:lnTo>
                  <a:lnTo>
                    <a:pt x="6062074" y="22391"/>
                  </a:lnTo>
                  <a:lnTo>
                    <a:pt x="6062192" y="22391"/>
                  </a:lnTo>
                  <a:lnTo>
                    <a:pt x="6062309" y="22391"/>
                  </a:lnTo>
                  <a:lnTo>
                    <a:pt x="6062427" y="22391"/>
                  </a:lnTo>
                  <a:lnTo>
                    <a:pt x="6062544" y="22391"/>
                  </a:lnTo>
                  <a:lnTo>
                    <a:pt x="6062662" y="22391"/>
                  </a:lnTo>
                  <a:lnTo>
                    <a:pt x="6062780" y="22391"/>
                  </a:lnTo>
                  <a:lnTo>
                    <a:pt x="6062897" y="22391"/>
                  </a:lnTo>
                  <a:lnTo>
                    <a:pt x="6063015" y="22391"/>
                  </a:lnTo>
                  <a:lnTo>
                    <a:pt x="6063132" y="22391"/>
                  </a:lnTo>
                  <a:lnTo>
                    <a:pt x="6063250" y="22391"/>
                  </a:lnTo>
                  <a:lnTo>
                    <a:pt x="6063368" y="22391"/>
                  </a:lnTo>
                  <a:lnTo>
                    <a:pt x="6063485" y="22391"/>
                  </a:lnTo>
                  <a:lnTo>
                    <a:pt x="6063603" y="22391"/>
                  </a:lnTo>
                  <a:lnTo>
                    <a:pt x="6063721" y="22391"/>
                  </a:lnTo>
                  <a:lnTo>
                    <a:pt x="6063838" y="22391"/>
                  </a:lnTo>
                  <a:lnTo>
                    <a:pt x="6063838" y="21960"/>
                  </a:lnTo>
                  <a:lnTo>
                    <a:pt x="6063956" y="21960"/>
                  </a:lnTo>
                  <a:lnTo>
                    <a:pt x="6064073" y="21960"/>
                  </a:lnTo>
                  <a:lnTo>
                    <a:pt x="6064073" y="21530"/>
                  </a:lnTo>
                  <a:lnTo>
                    <a:pt x="6064191" y="21530"/>
                  </a:lnTo>
                  <a:lnTo>
                    <a:pt x="6064309" y="21530"/>
                  </a:lnTo>
                  <a:lnTo>
                    <a:pt x="6064426" y="21530"/>
                  </a:lnTo>
                  <a:lnTo>
                    <a:pt x="6064544" y="21530"/>
                  </a:lnTo>
                  <a:lnTo>
                    <a:pt x="6064661" y="21530"/>
                  </a:lnTo>
                  <a:lnTo>
                    <a:pt x="6064779" y="21530"/>
                  </a:lnTo>
                  <a:lnTo>
                    <a:pt x="6064897" y="21530"/>
                  </a:lnTo>
                  <a:lnTo>
                    <a:pt x="6065014" y="21530"/>
                  </a:lnTo>
                  <a:lnTo>
                    <a:pt x="6065132" y="21530"/>
                  </a:lnTo>
                  <a:lnTo>
                    <a:pt x="6065250" y="21530"/>
                  </a:lnTo>
                  <a:lnTo>
                    <a:pt x="6065367" y="21530"/>
                  </a:lnTo>
                  <a:lnTo>
                    <a:pt x="6065485" y="21530"/>
                  </a:lnTo>
                  <a:lnTo>
                    <a:pt x="6065602" y="21530"/>
                  </a:lnTo>
                  <a:lnTo>
                    <a:pt x="6065720" y="21530"/>
                  </a:lnTo>
                  <a:lnTo>
                    <a:pt x="6065838" y="21530"/>
                  </a:lnTo>
                  <a:lnTo>
                    <a:pt x="6065955" y="21530"/>
                  </a:lnTo>
                  <a:lnTo>
                    <a:pt x="6065955" y="21099"/>
                  </a:lnTo>
                  <a:lnTo>
                    <a:pt x="6066073" y="21099"/>
                  </a:lnTo>
                  <a:lnTo>
                    <a:pt x="6066190" y="21099"/>
                  </a:lnTo>
                  <a:lnTo>
                    <a:pt x="6066308" y="21099"/>
                  </a:lnTo>
                  <a:lnTo>
                    <a:pt x="6066426" y="21099"/>
                  </a:lnTo>
                  <a:lnTo>
                    <a:pt x="6066543" y="21099"/>
                  </a:lnTo>
                  <a:lnTo>
                    <a:pt x="6066661" y="21099"/>
                  </a:lnTo>
                  <a:lnTo>
                    <a:pt x="6066779" y="21099"/>
                  </a:lnTo>
                  <a:lnTo>
                    <a:pt x="6066896" y="21099"/>
                  </a:lnTo>
                  <a:lnTo>
                    <a:pt x="6067014" y="21099"/>
                  </a:lnTo>
                  <a:lnTo>
                    <a:pt x="6067131" y="21099"/>
                  </a:lnTo>
                  <a:lnTo>
                    <a:pt x="6067249" y="21099"/>
                  </a:lnTo>
                  <a:lnTo>
                    <a:pt x="6067367" y="21099"/>
                  </a:lnTo>
                  <a:lnTo>
                    <a:pt x="6067484" y="21099"/>
                  </a:lnTo>
                  <a:lnTo>
                    <a:pt x="6067602" y="21099"/>
                  </a:lnTo>
                  <a:lnTo>
                    <a:pt x="6067719" y="21099"/>
                  </a:lnTo>
                  <a:lnTo>
                    <a:pt x="6067837" y="21099"/>
                  </a:lnTo>
                  <a:lnTo>
                    <a:pt x="6067955" y="21099"/>
                  </a:lnTo>
                  <a:lnTo>
                    <a:pt x="6068072" y="21099"/>
                  </a:lnTo>
                  <a:lnTo>
                    <a:pt x="6068190" y="21099"/>
                  </a:lnTo>
                  <a:lnTo>
                    <a:pt x="6068307" y="21099"/>
                  </a:lnTo>
                  <a:lnTo>
                    <a:pt x="6068425" y="21099"/>
                  </a:lnTo>
                  <a:lnTo>
                    <a:pt x="6068543" y="21099"/>
                  </a:lnTo>
                  <a:lnTo>
                    <a:pt x="6068660" y="21099"/>
                  </a:lnTo>
                  <a:lnTo>
                    <a:pt x="6068778" y="21099"/>
                  </a:lnTo>
                  <a:lnTo>
                    <a:pt x="6068896" y="21099"/>
                  </a:lnTo>
                  <a:lnTo>
                    <a:pt x="6069013" y="21099"/>
                  </a:lnTo>
                  <a:lnTo>
                    <a:pt x="6069131" y="21099"/>
                  </a:lnTo>
                  <a:lnTo>
                    <a:pt x="6069248" y="21099"/>
                  </a:lnTo>
                  <a:lnTo>
                    <a:pt x="6069366" y="21099"/>
                  </a:lnTo>
                  <a:lnTo>
                    <a:pt x="6069484" y="21099"/>
                  </a:lnTo>
                  <a:lnTo>
                    <a:pt x="6069601" y="21099"/>
                  </a:lnTo>
                  <a:lnTo>
                    <a:pt x="6069719" y="21099"/>
                  </a:lnTo>
                  <a:lnTo>
                    <a:pt x="6069836" y="21099"/>
                  </a:lnTo>
                  <a:lnTo>
                    <a:pt x="6069954" y="21099"/>
                  </a:lnTo>
                  <a:lnTo>
                    <a:pt x="6070072" y="21099"/>
                  </a:lnTo>
                  <a:lnTo>
                    <a:pt x="6070189" y="21099"/>
                  </a:lnTo>
                  <a:lnTo>
                    <a:pt x="6070307" y="21099"/>
                  </a:lnTo>
                  <a:lnTo>
                    <a:pt x="6070425" y="21099"/>
                  </a:lnTo>
                  <a:lnTo>
                    <a:pt x="6070542" y="21099"/>
                  </a:lnTo>
                  <a:lnTo>
                    <a:pt x="6070660" y="21099"/>
                  </a:lnTo>
                  <a:lnTo>
                    <a:pt x="6070777" y="21099"/>
                  </a:lnTo>
                  <a:lnTo>
                    <a:pt x="6070895" y="21099"/>
                  </a:lnTo>
                  <a:lnTo>
                    <a:pt x="6071013" y="21099"/>
                  </a:lnTo>
                  <a:lnTo>
                    <a:pt x="6071130" y="21099"/>
                  </a:lnTo>
                  <a:lnTo>
                    <a:pt x="6071248" y="21099"/>
                  </a:lnTo>
                  <a:lnTo>
                    <a:pt x="6071365" y="21099"/>
                  </a:lnTo>
                  <a:lnTo>
                    <a:pt x="6071483" y="21099"/>
                  </a:lnTo>
                  <a:lnTo>
                    <a:pt x="6071601" y="21099"/>
                  </a:lnTo>
                  <a:lnTo>
                    <a:pt x="6071718" y="21099"/>
                  </a:lnTo>
                  <a:lnTo>
                    <a:pt x="6071836" y="21099"/>
                  </a:lnTo>
                  <a:lnTo>
                    <a:pt x="6071954" y="21099"/>
                  </a:lnTo>
                  <a:lnTo>
                    <a:pt x="6072071" y="21099"/>
                  </a:lnTo>
                  <a:lnTo>
                    <a:pt x="6072189" y="21099"/>
                  </a:lnTo>
                  <a:lnTo>
                    <a:pt x="6072306" y="21099"/>
                  </a:lnTo>
                  <a:lnTo>
                    <a:pt x="6072424" y="21099"/>
                  </a:lnTo>
                  <a:lnTo>
                    <a:pt x="6072542" y="21099"/>
                  </a:lnTo>
                  <a:lnTo>
                    <a:pt x="6072659" y="21099"/>
                  </a:lnTo>
                  <a:lnTo>
                    <a:pt x="6072777" y="21099"/>
                  </a:lnTo>
                  <a:lnTo>
                    <a:pt x="6072894" y="21099"/>
                  </a:lnTo>
                  <a:lnTo>
                    <a:pt x="6073012" y="21099"/>
                  </a:lnTo>
                  <a:lnTo>
                    <a:pt x="6073130" y="21099"/>
                  </a:lnTo>
                  <a:lnTo>
                    <a:pt x="6073130" y="20668"/>
                  </a:lnTo>
                  <a:lnTo>
                    <a:pt x="6073247" y="20668"/>
                  </a:lnTo>
                  <a:lnTo>
                    <a:pt x="6073365" y="20668"/>
                  </a:lnTo>
                  <a:lnTo>
                    <a:pt x="6073483" y="20668"/>
                  </a:lnTo>
                  <a:lnTo>
                    <a:pt x="6073600" y="20668"/>
                  </a:lnTo>
                  <a:lnTo>
                    <a:pt x="6073718" y="20668"/>
                  </a:lnTo>
                  <a:lnTo>
                    <a:pt x="6073835" y="20668"/>
                  </a:lnTo>
                  <a:lnTo>
                    <a:pt x="6073953" y="20668"/>
                  </a:lnTo>
                  <a:lnTo>
                    <a:pt x="6074071" y="20668"/>
                  </a:lnTo>
                  <a:lnTo>
                    <a:pt x="6074188" y="20668"/>
                  </a:lnTo>
                  <a:lnTo>
                    <a:pt x="6074306" y="20668"/>
                  </a:lnTo>
                  <a:lnTo>
                    <a:pt x="6074423" y="20668"/>
                  </a:lnTo>
                  <a:lnTo>
                    <a:pt x="6074541" y="20668"/>
                  </a:lnTo>
                  <a:lnTo>
                    <a:pt x="6074659" y="20668"/>
                  </a:lnTo>
                  <a:lnTo>
                    <a:pt x="6074776" y="20668"/>
                  </a:lnTo>
                  <a:lnTo>
                    <a:pt x="6074894" y="20668"/>
                  </a:lnTo>
                  <a:lnTo>
                    <a:pt x="6075012" y="20668"/>
                  </a:lnTo>
                  <a:lnTo>
                    <a:pt x="6075129" y="20668"/>
                  </a:lnTo>
                  <a:lnTo>
                    <a:pt x="6075247" y="20668"/>
                  </a:lnTo>
                  <a:lnTo>
                    <a:pt x="6075364" y="20668"/>
                  </a:lnTo>
                  <a:lnTo>
                    <a:pt x="6075482" y="20668"/>
                  </a:lnTo>
                  <a:lnTo>
                    <a:pt x="6075600" y="20668"/>
                  </a:lnTo>
                  <a:lnTo>
                    <a:pt x="6075717" y="20668"/>
                  </a:lnTo>
                  <a:lnTo>
                    <a:pt x="6075835" y="20668"/>
                  </a:lnTo>
                  <a:lnTo>
                    <a:pt x="6075952" y="20668"/>
                  </a:lnTo>
                  <a:lnTo>
                    <a:pt x="6076070" y="20668"/>
                  </a:lnTo>
                  <a:lnTo>
                    <a:pt x="6076188" y="20668"/>
                  </a:lnTo>
                  <a:lnTo>
                    <a:pt x="6076305" y="20668"/>
                  </a:lnTo>
                  <a:lnTo>
                    <a:pt x="6076423" y="20668"/>
                  </a:lnTo>
                  <a:lnTo>
                    <a:pt x="6076540" y="20668"/>
                  </a:lnTo>
                  <a:lnTo>
                    <a:pt x="6076658" y="20668"/>
                  </a:lnTo>
                  <a:lnTo>
                    <a:pt x="6076776" y="20668"/>
                  </a:lnTo>
                  <a:lnTo>
                    <a:pt x="6076893" y="20668"/>
                  </a:lnTo>
                  <a:lnTo>
                    <a:pt x="6077011" y="20668"/>
                  </a:lnTo>
                  <a:lnTo>
                    <a:pt x="6077129" y="20668"/>
                  </a:lnTo>
                  <a:lnTo>
                    <a:pt x="6077246" y="20668"/>
                  </a:lnTo>
                  <a:lnTo>
                    <a:pt x="6077364" y="20668"/>
                  </a:lnTo>
                  <a:lnTo>
                    <a:pt x="6077481" y="20668"/>
                  </a:lnTo>
                  <a:lnTo>
                    <a:pt x="6077599" y="20668"/>
                  </a:lnTo>
                  <a:lnTo>
                    <a:pt x="6077717" y="20668"/>
                  </a:lnTo>
                  <a:lnTo>
                    <a:pt x="6077834" y="20668"/>
                  </a:lnTo>
                  <a:lnTo>
                    <a:pt x="6077952" y="20668"/>
                  </a:lnTo>
                  <a:lnTo>
                    <a:pt x="6078069" y="20668"/>
                  </a:lnTo>
                  <a:lnTo>
                    <a:pt x="6078187" y="20668"/>
                  </a:lnTo>
                  <a:lnTo>
                    <a:pt x="6078305" y="20668"/>
                  </a:lnTo>
                  <a:lnTo>
                    <a:pt x="6078422" y="20668"/>
                  </a:lnTo>
                  <a:lnTo>
                    <a:pt x="6078540" y="20668"/>
                  </a:lnTo>
                  <a:lnTo>
                    <a:pt x="6078658" y="20668"/>
                  </a:lnTo>
                  <a:lnTo>
                    <a:pt x="6078775" y="20668"/>
                  </a:lnTo>
                  <a:lnTo>
                    <a:pt x="6078893" y="20668"/>
                  </a:lnTo>
                  <a:lnTo>
                    <a:pt x="6079010" y="20668"/>
                  </a:lnTo>
                  <a:lnTo>
                    <a:pt x="6079128" y="20668"/>
                  </a:lnTo>
                  <a:lnTo>
                    <a:pt x="6079128" y="20238"/>
                  </a:lnTo>
                  <a:lnTo>
                    <a:pt x="6079246" y="20238"/>
                  </a:lnTo>
                  <a:lnTo>
                    <a:pt x="6079363" y="20238"/>
                  </a:lnTo>
                  <a:lnTo>
                    <a:pt x="6079481" y="20238"/>
                  </a:lnTo>
                  <a:lnTo>
                    <a:pt x="6079598" y="20238"/>
                  </a:lnTo>
                  <a:lnTo>
                    <a:pt x="6079716" y="20238"/>
                  </a:lnTo>
                  <a:lnTo>
                    <a:pt x="6079834" y="20238"/>
                  </a:lnTo>
                  <a:lnTo>
                    <a:pt x="6079951" y="20238"/>
                  </a:lnTo>
                  <a:lnTo>
                    <a:pt x="6080069" y="20238"/>
                  </a:lnTo>
                  <a:lnTo>
                    <a:pt x="6080187" y="20238"/>
                  </a:lnTo>
                  <a:lnTo>
                    <a:pt x="6080304" y="20238"/>
                  </a:lnTo>
                  <a:lnTo>
                    <a:pt x="6080422" y="20238"/>
                  </a:lnTo>
                  <a:lnTo>
                    <a:pt x="6080539" y="20238"/>
                  </a:lnTo>
                  <a:lnTo>
                    <a:pt x="6080657" y="20238"/>
                  </a:lnTo>
                  <a:lnTo>
                    <a:pt x="6080775" y="20238"/>
                  </a:lnTo>
                  <a:lnTo>
                    <a:pt x="6080892" y="20238"/>
                  </a:lnTo>
                  <a:lnTo>
                    <a:pt x="6081010" y="20238"/>
                  </a:lnTo>
                  <a:lnTo>
                    <a:pt x="6081127" y="20238"/>
                  </a:lnTo>
                  <a:lnTo>
                    <a:pt x="6081245" y="20238"/>
                  </a:lnTo>
                  <a:lnTo>
                    <a:pt x="6081363" y="20238"/>
                  </a:lnTo>
                  <a:lnTo>
                    <a:pt x="6081480" y="20238"/>
                  </a:lnTo>
                  <a:lnTo>
                    <a:pt x="6081598" y="20238"/>
                  </a:lnTo>
                  <a:lnTo>
                    <a:pt x="6081716" y="20238"/>
                  </a:lnTo>
                  <a:lnTo>
                    <a:pt x="6081833" y="20238"/>
                  </a:lnTo>
                  <a:lnTo>
                    <a:pt x="6081951" y="20238"/>
                  </a:lnTo>
                  <a:lnTo>
                    <a:pt x="6082068" y="20238"/>
                  </a:lnTo>
                  <a:lnTo>
                    <a:pt x="6082186" y="20238"/>
                  </a:lnTo>
                  <a:lnTo>
                    <a:pt x="6082304" y="20238"/>
                  </a:lnTo>
                  <a:lnTo>
                    <a:pt x="6082421" y="20238"/>
                  </a:lnTo>
                  <a:lnTo>
                    <a:pt x="6082539" y="20238"/>
                  </a:lnTo>
                  <a:lnTo>
                    <a:pt x="6082656" y="20238"/>
                  </a:lnTo>
                  <a:lnTo>
                    <a:pt x="6082774" y="20238"/>
                  </a:lnTo>
                  <a:lnTo>
                    <a:pt x="6082892" y="20238"/>
                  </a:lnTo>
                  <a:lnTo>
                    <a:pt x="6083009" y="20238"/>
                  </a:lnTo>
                  <a:lnTo>
                    <a:pt x="6083127" y="20238"/>
                  </a:lnTo>
                  <a:lnTo>
                    <a:pt x="6083245" y="20238"/>
                  </a:lnTo>
                  <a:lnTo>
                    <a:pt x="6083362" y="20238"/>
                  </a:lnTo>
                  <a:lnTo>
                    <a:pt x="6083480" y="20238"/>
                  </a:lnTo>
                  <a:lnTo>
                    <a:pt x="6083597" y="20238"/>
                  </a:lnTo>
                  <a:lnTo>
                    <a:pt x="6083715" y="20238"/>
                  </a:lnTo>
                  <a:lnTo>
                    <a:pt x="6083833" y="20238"/>
                  </a:lnTo>
                  <a:lnTo>
                    <a:pt x="6083950" y="20238"/>
                  </a:lnTo>
                  <a:lnTo>
                    <a:pt x="6084068" y="20238"/>
                  </a:lnTo>
                  <a:lnTo>
                    <a:pt x="6084185" y="20238"/>
                  </a:lnTo>
                  <a:lnTo>
                    <a:pt x="6084303" y="20238"/>
                  </a:lnTo>
                  <a:lnTo>
                    <a:pt x="6084421" y="20238"/>
                  </a:lnTo>
                  <a:lnTo>
                    <a:pt x="6084538" y="20238"/>
                  </a:lnTo>
                  <a:lnTo>
                    <a:pt x="6084656" y="20238"/>
                  </a:lnTo>
                  <a:lnTo>
                    <a:pt x="6084773" y="20238"/>
                  </a:lnTo>
                  <a:lnTo>
                    <a:pt x="6084891" y="20238"/>
                  </a:lnTo>
                  <a:lnTo>
                    <a:pt x="6085009" y="20238"/>
                  </a:lnTo>
                  <a:lnTo>
                    <a:pt x="6085009" y="19807"/>
                  </a:lnTo>
                  <a:lnTo>
                    <a:pt x="6085126" y="19807"/>
                  </a:lnTo>
                  <a:lnTo>
                    <a:pt x="6085244" y="19807"/>
                  </a:lnTo>
                  <a:lnTo>
                    <a:pt x="6085362" y="19807"/>
                  </a:lnTo>
                  <a:lnTo>
                    <a:pt x="6085362" y="19377"/>
                  </a:lnTo>
                  <a:lnTo>
                    <a:pt x="6085479" y="19377"/>
                  </a:lnTo>
                  <a:lnTo>
                    <a:pt x="6085597" y="19377"/>
                  </a:lnTo>
                  <a:lnTo>
                    <a:pt x="6085714" y="19377"/>
                  </a:lnTo>
                  <a:lnTo>
                    <a:pt x="6085832" y="19377"/>
                  </a:lnTo>
                  <a:lnTo>
                    <a:pt x="6085950" y="19377"/>
                  </a:lnTo>
                  <a:lnTo>
                    <a:pt x="6086067" y="19377"/>
                  </a:lnTo>
                  <a:lnTo>
                    <a:pt x="6086185" y="19377"/>
                  </a:lnTo>
                  <a:lnTo>
                    <a:pt x="6086302" y="19377"/>
                  </a:lnTo>
                  <a:lnTo>
                    <a:pt x="6086420" y="19377"/>
                  </a:lnTo>
                  <a:lnTo>
                    <a:pt x="6086538" y="19377"/>
                  </a:lnTo>
                  <a:lnTo>
                    <a:pt x="6086655" y="19377"/>
                  </a:lnTo>
                  <a:lnTo>
                    <a:pt x="6086773" y="19377"/>
                  </a:lnTo>
                  <a:lnTo>
                    <a:pt x="6086891" y="19377"/>
                  </a:lnTo>
                  <a:lnTo>
                    <a:pt x="6087008" y="19377"/>
                  </a:lnTo>
                  <a:lnTo>
                    <a:pt x="6087126" y="19377"/>
                  </a:lnTo>
                  <a:lnTo>
                    <a:pt x="6087243" y="19377"/>
                  </a:lnTo>
                  <a:lnTo>
                    <a:pt x="6087243" y="18946"/>
                  </a:lnTo>
                  <a:lnTo>
                    <a:pt x="6087361" y="18946"/>
                  </a:lnTo>
                  <a:lnTo>
                    <a:pt x="6087479" y="18946"/>
                  </a:lnTo>
                  <a:lnTo>
                    <a:pt x="6087596" y="18946"/>
                  </a:lnTo>
                  <a:lnTo>
                    <a:pt x="6087714" y="18946"/>
                  </a:lnTo>
                  <a:lnTo>
                    <a:pt x="6087831" y="18946"/>
                  </a:lnTo>
                  <a:lnTo>
                    <a:pt x="6087949" y="18946"/>
                  </a:lnTo>
                  <a:lnTo>
                    <a:pt x="6088067" y="18946"/>
                  </a:lnTo>
                  <a:lnTo>
                    <a:pt x="6088184" y="18946"/>
                  </a:lnTo>
                  <a:lnTo>
                    <a:pt x="6088302" y="18946"/>
                  </a:lnTo>
                  <a:lnTo>
                    <a:pt x="6088420" y="18946"/>
                  </a:lnTo>
                  <a:lnTo>
                    <a:pt x="6088537" y="18946"/>
                  </a:lnTo>
                  <a:lnTo>
                    <a:pt x="6088655" y="18946"/>
                  </a:lnTo>
                  <a:lnTo>
                    <a:pt x="6088772" y="18946"/>
                  </a:lnTo>
                  <a:lnTo>
                    <a:pt x="6088890" y="18946"/>
                  </a:lnTo>
                  <a:lnTo>
                    <a:pt x="6089008" y="18946"/>
                  </a:lnTo>
                  <a:lnTo>
                    <a:pt x="6089125" y="18946"/>
                  </a:lnTo>
                  <a:lnTo>
                    <a:pt x="6089243" y="18946"/>
                  </a:lnTo>
                  <a:lnTo>
                    <a:pt x="6089360" y="18946"/>
                  </a:lnTo>
                  <a:lnTo>
                    <a:pt x="6089478" y="18946"/>
                  </a:lnTo>
                  <a:lnTo>
                    <a:pt x="6089596" y="18946"/>
                  </a:lnTo>
                  <a:lnTo>
                    <a:pt x="6089596" y="18515"/>
                  </a:lnTo>
                  <a:lnTo>
                    <a:pt x="6089596" y="18085"/>
                  </a:lnTo>
                  <a:lnTo>
                    <a:pt x="6089713" y="18085"/>
                  </a:lnTo>
                  <a:lnTo>
                    <a:pt x="6089831" y="18085"/>
                  </a:lnTo>
                  <a:lnTo>
                    <a:pt x="6089949" y="18085"/>
                  </a:lnTo>
                  <a:lnTo>
                    <a:pt x="6090066" y="18085"/>
                  </a:lnTo>
                  <a:lnTo>
                    <a:pt x="6090184" y="18085"/>
                  </a:lnTo>
                  <a:lnTo>
                    <a:pt x="6090301" y="18085"/>
                  </a:lnTo>
                  <a:lnTo>
                    <a:pt x="6090419" y="18085"/>
                  </a:lnTo>
                  <a:lnTo>
                    <a:pt x="6090537" y="18085"/>
                  </a:lnTo>
                  <a:lnTo>
                    <a:pt x="6090654" y="18085"/>
                  </a:lnTo>
                  <a:lnTo>
                    <a:pt x="6090772" y="18085"/>
                  </a:lnTo>
                  <a:lnTo>
                    <a:pt x="6090889" y="18085"/>
                  </a:lnTo>
                  <a:lnTo>
                    <a:pt x="6091007" y="18085"/>
                  </a:lnTo>
                  <a:lnTo>
                    <a:pt x="6091125" y="18085"/>
                  </a:lnTo>
                  <a:lnTo>
                    <a:pt x="6091242" y="18085"/>
                  </a:lnTo>
                  <a:lnTo>
                    <a:pt x="6091360" y="18085"/>
                  </a:lnTo>
                  <a:lnTo>
                    <a:pt x="6091478" y="18085"/>
                  </a:lnTo>
                  <a:lnTo>
                    <a:pt x="6091595" y="18085"/>
                  </a:lnTo>
                  <a:lnTo>
                    <a:pt x="6091713" y="18085"/>
                  </a:lnTo>
                  <a:lnTo>
                    <a:pt x="6091830" y="18085"/>
                  </a:lnTo>
                  <a:lnTo>
                    <a:pt x="6091948" y="18085"/>
                  </a:lnTo>
                  <a:lnTo>
                    <a:pt x="6092066" y="18085"/>
                  </a:lnTo>
                  <a:lnTo>
                    <a:pt x="6092183" y="18085"/>
                  </a:lnTo>
                  <a:lnTo>
                    <a:pt x="6092183" y="17654"/>
                  </a:lnTo>
                  <a:lnTo>
                    <a:pt x="6092301" y="17654"/>
                  </a:lnTo>
                  <a:lnTo>
                    <a:pt x="6092418" y="17654"/>
                  </a:lnTo>
                  <a:lnTo>
                    <a:pt x="6092536" y="17654"/>
                  </a:lnTo>
                  <a:lnTo>
                    <a:pt x="6092654" y="17654"/>
                  </a:lnTo>
                  <a:lnTo>
                    <a:pt x="6092771" y="17654"/>
                  </a:lnTo>
                  <a:lnTo>
                    <a:pt x="6092889" y="17654"/>
                  </a:lnTo>
                  <a:lnTo>
                    <a:pt x="6093006" y="17654"/>
                  </a:lnTo>
                  <a:lnTo>
                    <a:pt x="6093006" y="17224"/>
                  </a:lnTo>
                  <a:lnTo>
                    <a:pt x="6093124" y="17224"/>
                  </a:lnTo>
                  <a:lnTo>
                    <a:pt x="6093242" y="17224"/>
                  </a:lnTo>
                  <a:lnTo>
                    <a:pt x="6093359" y="17224"/>
                  </a:lnTo>
                  <a:lnTo>
                    <a:pt x="6093477" y="17224"/>
                  </a:lnTo>
                  <a:lnTo>
                    <a:pt x="6093595" y="17224"/>
                  </a:lnTo>
                  <a:lnTo>
                    <a:pt x="6093712" y="17224"/>
                  </a:lnTo>
                  <a:lnTo>
                    <a:pt x="6093830" y="17224"/>
                  </a:lnTo>
                  <a:lnTo>
                    <a:pt x="6093947" y="17224"/>
                  </a:lnTo>
                  <a:lnTo>
                    <a:pt x="6094065" y="17224"/>
                  </a:lnTo>
                  <a:lnTo>
                    <a:pt x="6094183" y="17224"/>
                  </a:lnTo>
                  <a:lnTo>
                    <a:pt x="6094300" y="17224"/>
                  </a:lnTo>
                  <a:lnTo>
                    <a:pt x="6094418" y="17224"/>
                  </a:lnTo>
                  <a:lnTo>
                    <a:pt x="6094535" y="17224"/>
                  </a:lnTo>
                  <a:lnTo>
                    <a:pt x="6094653" y="17224"/>
                  </a:lnTo>
                  <a:lnTo>
                    <a:pt x="6094771" y="17224"/>
                  </a:lnTo>
                  <a:lnTo>
                    <a:pt x="6094888" y="17224"/>
                  </a:lnTo>
                  <a:lnTo>
                    <a:pt x="6095006" y="17224"/>
                  </a:lnTo>
                  <a:lnTo>
                    <a:pt x="6095124" y="17224"/>
                  </a:lnTo>
                  <a:lnTo>
                    <a:pt x="6095241" y="17224"/>
                  </a:lnTo>
                  <a:lnTo>
                    <a:pt x="6095359" y="17224"/>
                  </a:lnTo>
                  <a:lnTo>
                    <a:pt x="6095476" y="17224"/>
                  </a:lnTo>
                  <a:lnTo>
                    <a:pt x="6095476" y="16793"/>
                  </a:lnTo>
                  <a:lnTo>
                    <a:pt x="6095594" y="16793"/>
                  </a:lnTo>
                  <a:lnTo>
                    <a:pt x="6095712" y="16793"/>
                  </a:lnTo>
                  <a:lnTo>
                    <a:pt x="6095829" y="16793"/>
                  </a:lnTo>
                  <a:lnTo>
                    <a:pt x="6095947" y="16793"/>
                  </a:lnTo>
                  <a:lnTo>
                    <a:pt x="6096064" y="16793"/>
                  </a:lnTo>
                  <a:lnTo>
                    <a:pt x="6096182" y="16793"/>
                  </a:lnTo>
                  <a:lnTo>
                    <a:pt x="6096300" y="16793"/>
                  </a:lnTo>
                  <a:lnTo>
                    <a:pt x="6096417" y="16793"/>
                  </a:lnTo>
                  <a:lnTo>
                    <a:pt x="6096535" y="16793"/>
                  </a:lnTo>
                  <a:lnTo>
                    <a:pt x="6096653" y="16793"/>
                  </a:lnTo>
                  <a:lnTo>
                    <a:pt x="6096770" y="16793"/>
                  </a:lnTo>
                  <a:lnTo>
                    <a:pt x="6096888" y="16793"/>
                  </a:lnTo>
                  <a:lnTo>
                    <a:pt x="6096888" y="16362"/>
                  </a:lnTo>
                  <a:lnTo>
                    <a:pt x="6097005" y="16362"/>
                  </a:lnTo>
                  <a:lnTo>
                    <a:pt x="6097123" y="16362"/>
                  </a:lnTo>
                  <a:lnTo>
                    <a:pt x="6097241" y="16362"/>
                  </a:lnTo>
                  <a:lnTo>
                    <a:pt x="6097358" y="16362"/>
                  </a:lnTo>
                  <a:lnTo>
                    <a:pt x="6097476" y="16362"/>
                  </a:lnTo>
                  <a:lnTo>
                    <a:pt x="6097593" y="16362"/>
                  </a:lnTo>
                  <a:lnTo>
                    <a:pt x="6097711" y="16362"/>
                  </a:lnTo>
                  <a:lnTo>
                    <a:pt x="6097829" y="16362"/>
                  </a:lnTo>
                  <a:lnTo>
                    <a:pt x="6097946" y="16362"/>
                  </a:lnTo>
                  <a:lnTo>
                    <a:pt x="6098064" y="16362"/>
                  </a:lnTo>
                  <a:lnTo>
                    <a:pt x="6098064" y="15932"/>
                  </a:lnTo>
                  <a:lnTo>
                    <a:pt x="6098182" y="15932"/>
                  </a:lnTo>
                  <a:lnTo>
                    <a:pt x="6098299" y="15932"/>
                  </a:lnTo>
                  <a:lnTo>
                    <a:pt x="6098417" y="15932"/>
                  </a:lnTo>
                  <a:lnTo>
                    <a:pt x="6098534" y="15932"/>
                  </a:lnTo>
                  <a:lnTo>
                    <a:pt x="6098652" y="15932"/>
                  </a:lnTo>
                  <a:lnTo>
                    <a:pt x="6098770" y="15932"/>
                  </a:lnTo>
                  <a:lnTo>
                    <a:pt x="6098887" y="15932"/>
                  </a:lnTo>
                  <a:lnTo>
                    <a:pt x="6099005" y="15932"/>
                  </a:lnTo>
                  <a:lnTo>
                    <a:pt x="6099122" y="15932"/>
                  </a:lnTo>
                  <a:lnTo>
                    <a:pt x="6099240" y="15932"/>
                  </a:lnTo>
                  <a:lnTo>
                    <a:pt x="6099358" y="15932"/>
                  </a:lnTo>
                  <a:lnTo>
                    <a:pt x="6099475" y="15932"/>
                  </a:lnTo>
                  <a:lnTo>
                    <a:pt x="6099593" y="15932"/>
                  </a:lnTo>
                  <a:lnTo>
                    <a:pt x="6099711" y="15932"/>
                  </a:lnTo>
                  <a:lnTo>
                    <a:pt x="6099828" y="15932"/>
                  </a:lnTo>
                  <a:lnTo>
                    <a:pt x="6099828" y="15501"/>
                  </a:lnTo>
                  <a:lnTo>
                    <a:pt x="6099946" y="15501"/>
                  </a:lnTo>
                  <a:lnTo>
                    <a:pt x="6100063" y="15501"/>
                  </a:lnTo>
                  <a:lnTo>
                    <a:pt x="6100181" y="15501"/>
                  </a:lnTo>
                  <a:lnTo>
                    <a:pt x="6100299" y="15501"/>
                  </a:lnTo>
                  <a:lnTo>
                    <a:pt x="6100416" y="15501"/>
                  </a:lnTo>
                  <a:lnTo>
                    <a:pt x="6100534" y="15501"/>
                  </a:lnTo>
                  <a:lnTo>
                    <a:pt x="6100651" y="15501"/>
                  </a:lnTo>
                  <a:lnTo>
                    <a:pt x="6100769" y="15501"/>
                  </a:lnTo>
                  <a:lnTo>
                    <a:pt x="6100887" y="15501"/>
                  </a:lnTo>
                  <a:lnTo>
                    <a:pt x="6101004" y="15501"/>
                  </a:lnTo>
                  <a:lnTo>
                    <a:pt x="6101122" y="15501"/>
                  </a:lnTo>
                  <a:lnTo>
                    <a:pt x="6101239" y="15501"/>
                  </a:lnTo>
                  <a:lnTo>
                    <a:pt x="6101357" y="15501"/>
                  </a:lnTo>
                  <a:lnTo>
                    <a:pt x="6101475" y="15501"/>
                  </a:lnTo>
                  <a:lnTo>
                    <a:pt x="6101592" y="15501"/>
                  </a:lnTo>
                  <a:lnTo>
                    <a:pt x="6101710" y="15501"/>
                  </a:lnTo>
                  <a:lnTo>
                    <a:pt x="6101828" y="15501"/>
                  </a:lnTo>
                  <a:lnTo>
                    <a:pt x="6101945" y="15501"/>
                  </a:lnTo>
                  <a:lnTo>
                    <a:pt x="6102063" y="15501"/>
                  </a:lnTo>
                  <a:lnTo>
                    <a:pt x="6102180" y="15501"/>
                  </a:lnTo>
                  <a:lnTo>
                    <a:pt x="6102298" y="15501"/>
                  </a:lnTo>
                  <a:lnTo>
                    <a:pt x="6102416" y="15501"/>
                  </a:lnTo>
                  <a:lnTo>
                    <a:pt x="6102533" y="15501"/>
                  </a:lnTo>
                  <a:lnTo>
                    <a:pt x="6102651" y="15501"/>
                  </a:lnTo>
                  <a:lnTo>
                    <a:pt x="6102768" y="15501"/>
                  </a:lnTo>
                  <a:lnTo>
                    <a:pt x="6102886" y="15501"/>
                  </a:lnTo>
                  <a:lnTo>
                    <a:pt x="6103004" y="15501"/>
                  </a:lnTo>
                  <a:lnTo>
                    <a:pt x="6103121" y="15501"/>
                  </a:lnTo>
                  <a:lnTo>
                    <a:pt x="6103239" y="15501"/>
                  </a:lnTo>
                  <a:lnTo>
                    <a:pt x="6103357" y="15501"/>
                  </a:lnTo>
                  <a:lnTo>
                    <a:pt x="6103474" y="15501"/>
                  </a:lnTo>
                  <a:lnTo>
                    <a:pt x="6103592" y="15501"/>
                  </a:lnTo>
                  <a:lnTo>
                    <a:pt x="6103709" y="15501"/>
                  </a:lnTo>
                  <a:lnTo>
                    <a:pt x="6103827" y="15501"/>
                  </a:lnTo>
                  <a:lnTo>
                    <a:pt x="6103945" y="15501"/>
                  </a:lnTo>
                  <a:lnTo>
                    <a:pt x="6104062" y="15501"/>
                  </a:lnTo>
                  <a:lnTo>
                    <a:pt x="6104180" y="15501"/>
                  </a:lnTo>
                  <a:lnTo>
                    <a:pt x="6104297" y="15501"/>
                  </a:lnTo>
                  <a:lnTo>
                    <a:pt x="6104415" y="15501"/>
                  </a:lnTo>
                  <a:lnTo>
                    <a:pt x="6104533" y="15501"/>
                  </a:lnTo>
                  <a:lnTo>
                    <a:pt x="6104650" y="15501"/>
                  </a:lnTo>
                  <a:lnTo>
                    <a:pt x="6104768" y="15501"/>
                  </a:lnTo>
                  <a:lnTo>
                    <a:pt x="6104886" y="15501"/>
                  </a:lnTo>
                  <a:lnTo>
                    <a:pt x="6105003" y="15501"/>
                  </a:lnTo>
                  <a:lnTo>
                    <a:pt x="6105121" y="15501"/>
                  </a:lnTo>
                  <a:lnTo>
                    <a:pt x="6105238" y="15501"/>
                  </a:lnTo>
                  <a:lnTo>
                    <a:pt x="6105356" y="15501"/>
                  </a:lnTo>
                  <a:lnTo>
                    <a:pt x="6105474" y="15501"/>
                  </a:lnTo>
                  <a:lnTo>
                    <a:pt x="6105591" y="15501"/>
                  </a:lnTo>
                  <a:lnTo>
                    <a:pt x="6105709" y="15501"/>
                  </a:lnTo>
                  <a:lnTo>
                    <a:pt x="6105826" y="15501"/>
                  </a:lnTo>
                  <a:lnTo>
                    <a:pt x="6105944" y="15501"/>
                  </a:lnTo>
                  <a:lnTo>
                    <a:pt x="6106062" y="15501"/>
                  </a:lnTo>
                  <a:lnTo>
                    <a:pt x="6106179" y="15501"/>
                  </a:lnTo>
                  <a:lnTo>
                    <a:pt x="6106297" y="15501"/>
                  </a:lnTo>
                  <a:lnTo>
                    <a:pt x="6106415" y="15501"/>
                  </a:lnTo>
                  <a:lnTo>
                    <a:pt x="6106532" y="15501"/>
                  </a:lnTo>
                  <a:lnTo>
                    <a:pt x="6106650" y="15501"/>
                  </a:lnTo>
                  <a:lnTo>
                    <a:pt x="6106767" y="15501"/>
                  </a:lnTo>
                  <a:lnTo>
                    <a:pt x="6106885" y="15501"/>
                  </a:lnTo>
                  <a:lnTo>
                    <a:pt x="6107003" y="15501"/>
                  </a:lnTo>
                  <a:lnTo>
                    <a:pt x="6107120" y="15501"/>
                  </a:lnTo>
                  <a:lnTo>
                    <a:pt x="6107238" y="15501"/>
                  </a:lnTo>
                  <a:lnTo>
                    <a:pt x="6107355" y="15501"/>
                  </a:lnTo>
                  <a:lnTo>
                    <a:pt x="6107473" y="15501"/>
                  </a:lnTo>
                  <a:lnTo>
                    <a:pt x="6107591" y="15501"/>
                  </a:lnTo>
                  <a:lnTo>
                    <a:pt x="6107708" y="15501"/>
                  </a:lnTo>
                  <a:lnTo>
                    <a:pt x="6107826" y="15501"/>
                  </a:lnTo>
                  <a:lnTo>
                    <a:pt x="6107944" y="15501"/>
                  </a:lnTo>
                  <a:lnTo>
                    <a:pt x="6108061" y="15501"/>
                  </a:lnTo>
                  <a:lnTo>
                    <a:pt x="6108179" y="15501"/>
                  </a:lnTo>
                  <a:lnTo>
                    <a:pt x="6108296" y="15501"/>
                  </a:lnTo>
                  <a:lnTo>
                    <a:pt x="6108414" y="15501"/>
                  </a:lnTo>
                  <a:lnTo>
                    <a:pt x="6108532" y="15501"/>
                  </a:lnTo>
                  <a:lnTo>
                    <a:pt x="6108649" y="15501"/>
                  </a:lnTo>
                  <a:lnTo>
                    <a:pt x="6108767" y="15501"/>
                  </a:lnTo>
                  <a:lnTo>
                    <a:pt x="6108884" y="15501"/>
                  </a:lnTo>
                  <a:lnTo>
                    <a:pt x="6109002" y="15501"/>
                  </a:lnTo>
                  <a:lnTo>
                    <a:pt x="6109120" y="15501"/>
                  </a:lnTo>
                  <a:lnTo>
                    <a:pt x="6109237" y="15501"/>
                  </a:lnTo>
                  <a:lnTo>
                    <a:pt x="6109355" y="15501"/>
                  </a:lnTo>
                  <a:lnTo>
                    <a:pt x="6109472" y="15501"/>
                  </a:lnTo>
                  <a:lnTo>
                    <a:pt x="6109590" y="15501"/>
                  </a:lnTo>
                  <a:lnTo>
                    <a:pt x="6109708" y="15501"/>
                  </a:lnTo>
                  <a:lnTo>
                    <a:pt x="6109825" y="15501"/>
                  </a:lnTo>
                  <a:lnTo>
                    <a:pt x="6109943" y="15501"/>
                  </a:lnTo>
                  <a:lnTo>
                    <a:pt x="6110061" y="15501"/>
                  </a:lnTo>
                  <a:lnTo>
                    <a:pt x="6110178" y="15501"/>
                  </a:lnTo>
                  <a:lnTo>
                    <a:pt x="6110296" y="15501"/>
                  </a:lnTo>
                  <a:lnTo>
                    <a:pt x="6110413" y="15501"/>
                  </a:lnTo>
                  <a:lnTo>
                    <a:pt x="6110531" y="15501"/>
                  </a:lnTo>
                  <a:lnTo>
                    <a:pt x="6110649" y="15501"/>
                  </a:lnTo>
                  <a:lnTo>
                    <a:pt x="6110766" y="15501"/>
                  </a:lnTo>
                  <a:lnTo>
                    <a:pt x="6110884" y="15501"/>
                  </a:lnTo>
                  <a:lnTo>
                    <a:pt x="6111001" y="15501"/>
                  </a:lnTo>
                  <a:lnTo>
                    <a:pt x="6111119" y="15501"/>
                  </a:lnTo>
                  <a:lnTo>
                    <a:pt x="6111237" y="15501"/>
                  </a:lnTo>
                  <a:lnTo>
                    <a:pt x="6111354" y="15501"/>
                  </a:lnTo>
                  <a:lnTo>
                    <a:pt x="6111472" y="15501"/>
                  </a:lnTo>
                  <a:lnTo>
                    <a:pt x="6111590" y="15501"/>
                  </a:lnTo>
                  <a:lnTo>
                    <a:pt x="6111707" y="15501"/>
                  </a:lnTo>
                  <a:lnTo>
                    <a:pt x="6111825" y="15501"/>
                  </a:lnTo>
                  <a:lnTo>
                    <a:pt x="6111942" y="15501"/>
                  </a:lnTo>
                  <a:lnTo>
                    <a:pt x="6112060" y="15501"/>
                  </a:lnTo>
                  <a:lnTo>
                    <a:pt x="6112178" y="15501"/>
                  </a:lnTo>
                  <a:lnTo>
                    <a:pt x="6112295" y="15501"/>
                  </a:lnTo>
                  <a:lnTo>
                    <a:pt x="6112413" y="15501"/>
                  </a:lnTo>
                  <a:lnTo>
                    <a:pt x="6112530" y="15501"/>
                  </a:lnTo>
                  <a:lnTo>
                    <a:pt x="6112648" y="15501"/>
                  </a:lnTo>
                  <a:lnTo>
                    <a:pt x="6112766" y="15501"/>
                  </a:lnTo>
                  <a:lnTo>
                    <a:pt x="6112883" y="15501"/>
                  </a:lnTo>
                  <a:lnTo>
                    <a:pt x="6113001" y="15501"/>
                  </a:lnTo>
                  <a:lnTo>
                    <a:pt x="6113119" y="15501"/>
                  </a:lnTo>
                  <a:lnTo>
                    <a:pt x="6113236" y="15501"/>
                  </a:lnTo>
                  <a:lnTo>
                    <a:pt x="6113354" y="15501"/>
                  </a:lnTo>
                  <a:lnTo>
                    <a:pt x="6113471" y="15501"/>
                  </a:lnTo>
                  <a:lnTo>
                    <a:pt x="6113589" y="15501"/>
                  </a:lnTo>
                  <a:lnTo>
                    <a:pt x="6113707" y="15501"/>
                  </a:lnTo>
                  <a:lnTo>
                    <a:pt x="6113824" y="15501"/>
                  </a:lnTo>
                  <a:lnTo>
                    <a:pt x="6113942" y="15501"/>
                  </a:lnTo>
                  <a:lnTo>
                    <a:pt x="6114059" y="15501"/>
                  </a:lnTo>
                  <a:lnTo>
                    <a:pt x="6114177" y="15501"/>
                  </a:lnTo>
                  <a:lnTo>
                    <a:pt x="6114295" y="15501"/>
                  </a:lnTo>
                  <a:lnTo>
                    <a:pt x="6114412" y="15501"/>
                  </a:lnTo>
                  <a:lnTo>
                    <a:pt x="6114530" y="15501"/>
                  </a:lnTo>
                  <a:lnTo>
                    <a:pt x="6114648" y="15501"/>
                  </a:lnTo>
                  <a:lnTo>
                    <a:pt x="6114765" y="15501"/>
                  </a:lnTo>
                  <a:lnTo>
                    <a:pt x="6114883" y="15501"/>
                  </a:lnTo>
                  <a:lnTo>
                    <a:pt x="6115000" y="15501"/>
                  </a:lnTo>
                  <a:lnTo>
                    <a:pt x="6115118" y="15501"/>
                  </a:lnTo>
                  <a:lnTo>
                    <a:pt x="6115236" y="15501"/>
                  </a:lnTo>
                  <a:lnTo>
                    <a:pt x="6115353" y="15501"/>
                  </a:lnTo>
                  <a:lnTo>
                    <a:pt x="6115471" y="15501"/>
                  </a:lnTo>
                  <a:lnTo>
                    <a:pt x="6115588" y="15501"/>
                  </a:lnTo>
                  <a:lnTo>
                    <a:pt x="6115706" y="15501"/>
                  </a:lnTo>
                  <a:lnTo>
                    <a:pt x="6115824" y="15501"/>
                  </a:lnTo>
                  <a:lnTo>
                    <a:pt x="6115941" y="15501"/>
                  </a:lnTo>
                  <a:lnTo>
                    <a:pt x="6116059" y="15501"/>
                  </a:lnTo>
                  <a:lnTo>
                    <a:pt x="6116177" y="15501"/>
                  </a:lnTo>
                  <a:lnTo>
                    <a:pt x="6116294" y="15501"/>
                  </a:lnTo>
                  <a:lnTo>
                    <a:pt x="6116412" y="15501"/>
                  </a:lnTo>
                  <a:lnTo>
                    <a:pt x="6116529" y="15501"/>
                  </a:lnTo>
                  <a:lnTo>
                    <a:pt x="6116647" y="15501"/>
                  </a:lnTo>
                  <a:lnTo>
                    <a:pt x="6116765" y="15501"/>
                  </a:lnTo>
                  <a:lnTo>
                    <a:pt x="6116882" y="15501"/>
                  </a:lnTo>
                  <a:lnTo>
                    <a:pt x="6117000" y="15501"/>
                  </a:lnTo>
                  <a:lnTo>
                    <a:pt x="6117117" y="15501"/>
                  </a:lnTo>
                  <a:lnTo>
                    <a:pt x="6117235" y="15501"/>
                  </a:lnTo>
                  <a:lnTo>
                    <a:pt x="6117353" y="15501"/>
                  </a:lnTo>
                  <a:lnTo>
                    <a:pt x="6117470" y="15501"/>
                  </a:lnTo>
                  <a:lnTo>
                    <a:pt x="6117588" y="15501"/>
                  </a:lnTo>
                  <a:lnTo>
                    <a:pt x="6117705" y="15501"/>
                  </a:lnTo>
                  <a:lnTo>
                    <a:pt x="6117823" y="15501"/>
                  </a:lnTo>
                  <a:lnTo>
                    <a:pt x="6117941" y="15501"/>
                  </a:lnTo>
                  <a:lnTo>
                    <a:pt x="6118058" y="15501"/>
                  </a:lnTo>
                  <a:lnTo>
                    <a:pt x="6118176" y="15501"/>
                  </a:lnTo>
                  <a:lnTo>
                    <a:pt x="6118294" y="15501"/>
                  </a:lnTo>
                  <a:lnTo>
                    <a:pt x="6118411" y="15501"/>
                  </a:lnTo>
                  <a:lnTo>
                    <a:pt x="6118529" y="15501"/>
                  </a:lnTo>
                  <a:lnTo>
                    <a:pt x="6118646" y="15501"/>
                  </a:lnTo>
                  <a:lnTo>
                    <a:pt x="6118764" y="15501"/>
                  </a:lnTo>
                  <a:lnTo>
                    <a:pt x="6118882" y="15501"/>
                  </a:lnTo>
                  <a:lnTo>
                    <a:pt x="6118999" y="15501"/>
                  </a:lnTo>
                  <a:lnTo>
                    <a:pt x="6119117" y="15501"/>
                  </a:lnTo>
                  <a:lnTo>
                    <a:pt x="6119234" y="15501"/>
                  </a:lnTo>
                  <a:lnTo>
                    <a:pt x="6119352" y="15501"/>
                  </a:lnTo>
                  <a:lnTo>
                    <a:pt x="6119470" y="15501"/>
                  </a:lnTo>
                  <a:lnTo>
                    <a:pt x="6119587" y="15501"/>
                  </a:lnTo>
                  <a:lnTo>
                    <a:pt x="6119705" y="15501"/>
                  </a:lnTo>
                  <a:lnTo>
                    <a:pt x="6119823" y="15501"/>
                  </a:lnTo>
                  <a:lnTo>
                    <a:pt x="6119940" y="15501"/>
                  </a:lnTo>
                  <a:lnTo>
                    <a:pt x="6120058" y="15501"/>
                  </a:lnTo>
                  <a:lnTo>
                    <a:pt x="6120175" y="15501"/>
                  </a:lnTo>
                  <a:lnTo>
                    <a:pt x="6120293" y="15501"/>
                  </a:lnTo>
                  <a:lnTo>
                    <a:pt x="6120411" y="15501"/>
                  </a:lnTo>
                  <a:lnTo>
                    <a:pt x="6120528" y="15501"/>
                  </a:lnTo>
                  <a:lnTo>
                    <a:pt x="6120646" y="15501"/>
                  </a:lnTo>
                  <a:lnTo>
                    <a:pt x="6120763" y="15501"/>
                  </a:lnTo>
                  <a:lnTo>
                    <a:pt x="6120881" y="15501"/>
                  </a:lnTo>
                  <a:lnTo>
                    <a:pt x="6120999" y="15501"/>
                  </a:lnTo>
                  <a:lnTo>
                    <a:pt x="6121116" y="15501"/>
                  </a:lnTo>
                  <a:lnTo>
                    <a:pt x="6121234" y="15501"/>
                  </a:lnTo>
                  <a:lnTo>
                    <a:pt x="6121352" y="15501"/>
                  </a:lnTo>
                  <a:lnTo>
                    <a:pt x="6121469" y="15501"/>
                  </a:lnTo>
                  <a:lnTo>
                    <a:pt x="6121587" y="15501"/>
                  </a:lnTo>
                  <a:lnTo>
                    <a:pt x="6121704" y="15501"/>
                  </a:lnTo>
                  <a:lnTo>
                    <a:pt x="6121822" y="15501"/>
                  </a:lnTo>
                  <a:lnTo>
                    <a:pt x="6121940" y="15501"/>
                  </a:lnTo>
                  <a:lnTo>
                    <a:pt x="6122057" y="15501"/>
                  </a:lnTo>
                  <a:lnTo>
                    <a:pt x="6122175" y="15501"/>
                  </a:lnTo>
                  <a:lnTo>
                    <a:pt x="6122292" y="15501"/>
                  </a:lnTo>
                  <a:lnTo>
                    <a:pt x="6122410" y="15501"/>
                  </a:lnTo>
                  <a:lnTo>
                    <a:pt x="6122528" y="15501"/>
                  </a:lnTo>
                  <a:lnTo>
                    <a:pt x="6122645" y="15501"/>
                  </a:lnTo>
                  <a:lnTo>
                    <a:pt x="6122763" y="15501"/>
                  </a:lnTo>
                  <a:lnTo>
                    <a:pt x="6122881" y="15501"/>
                  </a:lnTo>
                  <a:lnTo>
                    <a:pt x="6122998" y="15501"/>
                  </a:lnTo>
                  <a:lnTo>
                    <a:pt x="6123116" y="15501"/>
                  </a:lnTo>
                  <a:lnTo>
                    <a:pt x="6123233" y="15501"/>
                  </a:lnTo>
                  <a:lnTo>
                    <a:pt x="6123351" y="15501"/>
                  </a:lnTo>
                  <a:lnTo>
                    <a:pt x="6123469" y="15501"/>
                  </a:lnTo>
                  <a:lnTo>
                    <a:pt x="6123586" y="15501"/>
                  </a:lnTo>
                  <a:lnTo>
                    <a:pt x="6123704" y="15501"/>
                  </a:lnTo>
                  <a:lnTo>
                    <a:pt x="6123821" y="15501"/>
                  </a:lnTo>
                  <a:lnTo>
                    <a:pt x="6123939" y="15501"/>
                  </a:lnTo>
                  <a:lnTo>
                    <a:pt x="6124057" y="15501"/>
                  </a:lnTo>
                  <a:lnTo>
                    <a:pt x="6124174" y="15501"/>
                  </a:lnTo>
                  <a:lnTo>
                    <a:pt x="6124292" y="15501"/>
                  </a:lnTo>
                  <a:lnTo>
                    <a:pt x="6124410" y="15501"/>
                  </a:lnTo>
                  <a:lnTo>
                    <a:pt x="6124527" y="15501"/>
                  </a:lnTo>
                  <a:lnTo>
                    <a:pt x="6124645" y="15501"/>
                  </a:lnTo>
                  <a:lnTo>
                    <a:pt x="6124762" y="15501"/>
                  </a:lnTo>
                  <a:lnTo>
                    <a:pt x="6124880" y="15501"/>
                  </a:lnTo>
                  <a:lnTo>
                    <a:pt x="6124998" y="15501"/>
                  </a:lnTo>
                  <a:lnTo>
                    <a:pt x="6125115" y="15501"/>
                  </a:lnTo>
                  <a:lnTo>
                    <a:pt x="6125233" y="15501"/>
                  </a:lnTo>
                  <a:lnTo>
                    <a:pt x="6125350" y="15501"/>
                  </a:lnTo>
                  <a:lnTo>
                    <a:pt x="6125468" y="15501"/>
                  </a:lnTo>
                  <a:lnTo>
                    <a:pt x="6125586" y="15501"/>
                  </a:lnTo>
                  <a:lnTo>
                    <a:pt x="6125703" y="15501"/>
                  </a:lnTo>
                  <a:lnTo>
                    <a:pt x="6125821" y="15501"/>
                  </a:lnTo>
                  <a:lnTo>
                    <a:pt x="6125938" y="15501"/>
                  </a:lnTo>
                  <a:lnTo>
                    <a:pt x="6126056" y="15501"/>
                  </a:lnTo>
                  <a:lnTo>
                    <a:pt x="6126174" y="15501"/>
                  </a:lnTo>
                  <a:lnTo>
                    <a:pt x="6126291" y="15501"/>
                  </a:lnTo>
                  <a:lnTo>
                    <a:pt x="6126409" y="15501"/>
                  </a:lnTo>
                  <a:lnTo>
                    <a:pt x="6126527" y="15501"/>
                  </a:lnTo>
                  <a:lnTo>
                    <a:pt x="6126644" y="15501"/>
                  </a:lnTo>
                  <a:lnTo>
                    <a:pt x="6126762" y="15501"/>
                  </a:lnTo>
                  <a:lnTo>
                    <a:pt x="6126879" y="15501"/>
                  </a:lnTo>
                  <a:lnTo>
                    <a:pt x="6126879" y="15071"/>
                  </a:lnTo>
                  <a:lnTo>
                    <a:pt x="6126997" y="15071"/>
                  </a:lnTo>
                  <a:lnTo>
                    <a:pt x="6127115" y="15071"/>
                  </a:lnTo>
                  <a:lnTo>
                    <a:pt x="6127232" y="15071"/>
                  </a:lnTo>
                  <a:lnTo>
                    <a:pt x="6127350" y="15071"/>
                  </a:lnTo>
                  <a:lnTo>
                    <a:pt x="6127467" y="15071"/>
                  </a:lnTo>
                  <a:lnTo>
                    <a:pt x="6127585" y="15071"/>
                  </a:lnTo>
                  <a:lnTo>
                    <a:pt x="6127703" y="15071"/>
                  </a:lnTo>
                  <a:lnTo>
                    <a:pt x="6127820" y="15071"/>
                  </a:lnTo>
                  <a:lnTo>
                    <a:pt x="6127938" y="15071"/>
                  </a:lnTo>
                  <a:lnTo>
                    <a:pt x="6128056" y="15071"/>
                  </a:lnTo>
                  <a:lnTo>
                    <a:pt x="6128173" y="15071"/>
                  </a:lnTo>
                  <a:lnTo>
                    <a:pt x="6128291" y="15071"/>
                  </a:lnTo>
                  <a:lnTo>
                    <a:pt x="6128408" y="15071"/>
                  </a:lnTo>
                  <a:lnTo>
                    <a:pt x="6128526" y="15071"/>
                  </a:lnTo>
                  <a:lnTo>
                    <a:pt x="6128644" y="15071"/>
                  </a:lnTo>
                  <a:lnTo>
                    <a:pt x="6128761" y="15071"/>
                  </a:lnTo>
                  <a:lnTo>
                    <a:pt x="6128879" y="15071"/>
                  </a:lnTo>
                  <a:lnTo>
                    <a:pt x="6128996" y="15071"/>
                  </a:lnTo>
                  <a:lnTo>
                    <a:pt x="6129114" y="15071"/>
                  </a:lnTo>
                  <a:lnTo>
                    <a:pt x="6129232" y="15071"/>
                  </a:lnTo>
                  <a:lnTo>
                    <a:pt x="6129349" y="15071"/>
                  </a:lnTo>
                  <a:lnTo>
                    <a:pt x="6129467" y="15071"/>
                  </a:lnTo>
                  <a:lnTo>
                    <a:pt x="6129585" y="15071"/>
                  </a:lnTo>
                  <a:lnTo>
                    <a:pt x="6129702" y="15071"/>
                  </a:lnTo>
                  <a:lnTo>
                    <a:pt x="6129820" y="15071"/>
                  </a:lnTo>
                  <a:lnTo>
                    <a:pt x="6129937" y="15071"/>
                  </a:lnTo>
                  <a:lnTo>
                    <a:pt x="6130055" y="15071"/>
                  </a:lnTo>
                  <a:lnTo>
                    <a:pt x="6130173" y="15071"/>
                  </a:lnTo>
                  <a:lnTo>
                    <a:pt x="6130173" y="14640"/>
                  </a:lnTo>
                  <a:lnTo>
                    <a:pt x="6130290" y="14640"/>
                  </a:lnTo>
                  <a:lnTo>
                    <a:pt x="6130408" y="14640"/>
                  </a:lnTo>
                  <a:lnTo>
                    <a:pt x="6130525" y="14640"/>
                  </a:lnTo>
                  <a:lnTo>
                    <a:pt x="6130643" y="14640"/>
                  </a:lnTo>
                  <a:lnTo>
                    <a:pt x="6130761" y="14640"/>
                  </a:lnTo>
                  <a:lnTo>
                    <a:pt x="6130878" y="14640"/>
                  </a:lnTo>
                  <a:lnTo>
                    <a:pt x="6130996" y="14640"/>
                  </a:lnTo>
                  <a:lnTo>
                    <a:pt x="6131114" y="14640"/>
                  </a:lnTo>
                  <a:lnTo>
                    <a:pt x="6131231" y="14640"/>
                  </a:lnTo>
                  <a:lnTo>
                    <a:pt x="6131349" y="14640"/>
                  </a:lnTo>
                  <a:lnTo>
                    <a:pt x="6131466" y="14640"/>
                  </a:lnTo>
                  <a:lnTo>
                    <a:pt x="6131584" y="14640"/>
                  </a:lnTo>
                  <a:lnTo>
                    <a:pt x="6131702" y="14640"/>
                  </a:lnTo>
                  <a:lnTo>
                    <a:pt x="6131819" y="14640"/>
                  </a:lnTo>
                  <a:lnTo>
                    <a:pt x="6131937" y="14640"/>
                  </a:lnTo>
                  <a:lnTo>
                    <a:pt x="6132054" y="14640"/>
                  </a:lnTo>
                  <a:lnTo>
                    <a:pt x="6132172" y="14640"/>
                  </a:lnTo>
                  <a:lnTo>
                    <a:pt x="6132290" y="14640"/>
                  </a:lnTo>
                  <a:lnTo>
                    <a:pt x="6132407" y="14640"/>
                  </a:lnTo>
                  <a:lnTo>
                    <a:pt x="6132525" y="14640"/>
                  </a:lnTo>
                  <a:lnTo>
                    <a:pt x="6132642" y="14640"/>
                  </a:lnTo>
                  <a:lnTo>
                    <a:pt x="6132760" y="14640"/>
                  </a:lnTo>
                  <a:lnTo>
                    <a:pt x="6132878" y="14640"/>
                  </a:lnTo>
                  <a:lnTo>
                    <a:pt x="6132995" y="14640"/>
                  </a:lnTo>
                  <a:lnTo>
                    <a:pt x="6133113" y="14640"/>
                  </a:lnTo>
                  <a:lnTo>
                    <a:pt x="6133231" y="14640"/>
                  </a:lnTo>
                  <a:lnTo>
                    <a:pt x="6133348" y="14640"/>
                  </a:lnTo>
                  <a:lnTo>
                    <a:pt x="6133466" y="14640"/>
                  </a:lnTo>
                  <a:lnTo>
                    <a:pt x="6133583" y="14640"/>
                  </a:lnTo>
                  <a:lnTo>
                    <a:pt x="6133701" y="14640"/>
                  </a:lnTo>
                  <a:lnTo>
                    <a:pt x="6133819" y="14640"/>
                  </a:lnTo>
                  <a:lnTo>
                    <a:pt x="6133819" y="14209"/>
                  </a:lnTo>
                  <a:lnTo>
                    <a:pt x="6133936" y="14209"/>
                  </a:lnTo>
                  <a:lnTo>
                    <a:pt x="6134054" y="14209"/>
                  </a:lnTo>
                  <a:lnTo>
                    <a:pt x="6134171" y="14209"/>
                  </a:lnTo>
                  <a:lnTo>
                    <a:pt x="6134289" y="14209"/>
                  </a:lnTo>
                  <a:lnTo>
                    <a:pt x="6134407" y="14209"/>
                  </a:lnTo>
                  <a:lnTo>
                    <a:pt x="6134524" y="14209"/>
                  </a:lnTo>
                  <a:lnTo>
                    <a:pt x="6134642" y="14209"/>
                  </a:lnTo>
                  <a:lnTo>
                    <a:pt x="6134760" y="14209"/>
                  </a:lnTo>
                  <a:lnTo>
                    <a:pt x="6134877" y="14209"/>
                  </a:lnTo>
                  <a:lnTo>
                    <a:pt x="6134995" y="14209"/>
                  </a:lnTo>
                  <a:lnTo>
                    <a:pt x="6135112" y="14209"/>
                  </a:lnTo>
                  <a:lnTo>
                    <a:pt x="6135230" y="14209"/>
                  </a:lnTo>
                  <a:lnTo>
                    <a:pt x="6135348" y="14209"/>
                  </a:lnTo>
                  <a:lnTo>
                    <a:pt x="6135465" y="14209"/>
                  </a:lnTo>
                  <a:lnTo>
                    <a:pt x="6135583" y="14209"/>
                  </a:lnTo>
                  <a:lnTo>
                    <a:pt x="6135700" y="14209"/>
                  </a:lnTo>
                  <a:lnTo>
                    <a:pt x="6135818" y="14209"/>
                  </a:lnTo>
                  <a:lnTo>
                    <a:pt x="6135936" y="14209"/>
                  </a:lnTo>
                  <a:lnTo>
                    <a:pt x="6136053" y="14209"/>
                  </a:lnTo>
                  <a:lnTo>
                    <a:pt x="6136171" y="14209"/>
                  </a:lnTo>
                  <a:lnTo>
                    <a:pt x="6136289" y="14209"/>
                  </a:lnTo>
                  <a:lnTo>
                    <a:pt x="6136406" y="14209"/>
                  </a:lnTo>
                  <a:lnTo>
                    <a:pt x="6136524" y="14209"/>
                  </a:lnTo>
                  <a:lnTo>
                    <a:pt x="6136641" y="14209"/>
                  </a:lnTo>
                  <a:lnTo>
                    <a:pt x="6136759" y="14209"/>
                  </a:lnTo>
                  <a:lnTo>
                    <a:pt x="6136877" y="14209"/>
                  </a:lnTo>
                  <a:lnTo>
                    <a:pt x="6136994" y="14209"/>
                  </a:lnTo>
                  <a:lnTo>
                    <a:pt x="6137112" y="14209"/>
                  </a:lnTo>
                  <a:lnTo>
                    <a:pt x="6137229" y="14209"/>
                  </a:lnTo>
                  <a:lnTo>
                    <a:pt x="6137347" y="14209"/>
                  </a:lnTo>
                  <a:lnTo>
                    <a:pt x="6137465" y="14209"/>
                  </a:lnTo>
                  <a:lnTo>
                    <a:pt x="6137582" y="14209"/>
                  </a:lnTo>
                  <a:lnTo>
                    <a:pt x="6137700" y="14209"/>
                  </a:lnTo>
                  <a:lnTo>
                    <a:pt x="6137818" y="14209"/>
                  </a:lnTo>
                  <a:lnTo>
                    <a:pt x="6137935" y="14209"/>
                  </a:lnTo>
                  <a:lnTo>
                    <a:pt x="6138053" y="14209"/>
                  </a:lnTo>
                  <a:lnTo>
                    <a:pt x="6138170" y="14209"/>
                  </a:lnTo>
                  <a:lnTo>
                    <a:pt x="6138288" y="14209"/>
                  </a:lnTo>
                  <a:lnTo>
                    <a:pt x="6138406" y="14209"/>
                  </a:lnTo>
                  <a:lnTo>
                    <a:pt x="6138523" y="14209"/>
                  </a:lnTo>
                  <a:lnTo>
                    <a:pt x="6138641" y="14209"/>
                  </a:lnTo>
                  <a:lnTo>
                    <a:pt x="6138758" y="14209"/>
                  </a:lnTo>
                  <a:lnTo>
                    <a:pt x="6138876" y="14209"/>
                  </a:lnTo>
                  <a:lnTo>
                    <a:pt x="6138994" y="14209"/>
                  </a:lnTo>
                  <a:lnTo>
                    <a:pt x="6139111" y="14209"/>
                  </a:lnTo>
                  <a:lnTo>
                    <a:pt x="6139229" y="14209"/>
                  </a:lnTo>
                  <a:lnTo>
                    <a:pt x="6139347" y="14209"/>
                  </a:lnTo>
                  <a:lnTo>
                    <a:pt x="6139464" y="14209"/>
                  </a:lnTo>
                  <a:lnTo>
                    <a:pt x="6139582" y="14209"/>
                  </a:lnTo>
                  <a:lnTo>
                    <a:pt x="6139699" y="14209"/>
                  </a:lnTo>
                  <a:lnTo>
                    <a:pt x="6139817" y="14209"/>
                  </a:lnTo>
                  <a:lnTo>
                    <a:pt x="6139817" y="13779"/>
                  </a:lnTo>
                  <a:lnTo>
                    <a:pt x="6139935" y="13779"/>
                  </a:lnTo>
                  <a:lnTo>
                    <a:pt x="6140052" y="13779"/>
                  </a:lnTo>
                  <a:lnTo>
                    <a:pt x="6140170" y="13779"/>
                  </a:lnTo>
                  <a:lnTo>
                    <a:pt x="6140287" y="13779"/>
                  </a:lnTo>
                  <a:lnTo>
                    <a:pt x="6140405" y="13779"/>
                  </a:lnTo>
                  <a:lnTo>
                    <a:pt x="6140523" y="13779"/>
                  </a:lnTo>
                  <a:lnTo>
                    <a:pt x="6140640" y="13779"/>
                  </a:lnTo>
                  <a:lnTo>
                    <a:pt x="6140758" y="13779"/>
                  </a:lnTo>
                  <a:lnTo>
                    <a:pt x="6140875" y="13779"/>
                  </a:lnTo>
                  <a:lnTo>
                    <a:pt x="6140993" y="13779"/>
                  </a:lnTo>
                  <a:lnTo>
                    <a:pt x="6141111" y="13779"/>
                  </a:lnTo>
                  <a:lnTo>
                    <a:pt x="6141228" y="13779"/>
                  </a:lnTo>
                  <a:lnTo>
                    <a:pt x="6141346" y="13779"/>
                  </a:lnTo>
                  <a:lnTo>
                    <a:pt x="6141464" y="13779"/>
                  </a:lnTo>
                  <a:lnTo>
                    <a:pt x="6141581" y="13779"/>
                  </a:lnTo>
                  <a:lnTo>
                    <a:pt x="6141699" y="13779"/>
                  </a:lnTo>
                  <a:lnTo>
                    <a:pt x="6141816" y="13779"/>
                  </a:lnTo>
                  <a:lnTo>
                    <a:pt x="6141934" y="13779"/>
                  </a:lnTo>
                  <a:lnTo>
                    <a:pt x="6142052" y="13779"/>
                  </a:lnTo>
                  <a:lnTo>
                    <a:pt x="6142169" y="13779"/>
                  </a:lnTo>
                  <a:lnTo>
                    <a:pt x="6142287" y="13779"/>
                  </a:lnTo>
                  <a:lnTo>
                    <a:pt x="6142404" y="13779"/>
                  </a:lnTo>
                  <a:lnTo>
                    <a:pt x="6142522" y="13779"/>
                  </a:lnTo>
                  <a:lnTo>
                    <a:pt x="6142640" y="13779"/>
                  </a:lnTo>
                  <a:lnTo>
                    <a:pt x="6142757" y="13779"/>
                  </a:lnTo>
                  <a:lnTo>
                    <a:pt x="6142875" y="13779"/>
                  </a:lnTo>
                  <a:lnTo>
                    <a:pt x="6142993" y="13779"/>
                  </a:lnTo>
                  <a:lnTo>
                    <a:pt x="6143110" y="13779"/>
                  </a:lnTo>
                  <a:lnTo>
                    <a:pt x="6143228" y="13779"/>
                  </a:lnTo>
                  <a:lnTo>
                    <a:pt x="6143345" y="13779"/>
                  </a:lnTo>
                  <a:lnTo>
                    <a:pt x="6143463" y="13779"/>
                  </a:lnTo>
                  <a:lnTo>
                    <a:pt x="6143581" y="13779"/>
                  </a:lnTo>
                  <a:lnTo>
                    <a:pt x="6143698" y="13779"/>
                  </a:lnTo>
                  <a:lnTo>
                    <a:pt x="6143816" y="13779"/>
                  </a:lnTo>
                  <a:lnTo>
                    <a:pt x="6143933" y="13779"/>
                  </a:lnTo>
                  <a:lnTo>
                    <a:pt x="6144051" y="13779"/>
                  </a:lnTo>
                  <a:lnTo>
                    <a:pt x="6144169" y="13779"/>
                  </a:lnTo>
                  <a:lnTo>
                    <a:pt x="6144286" y="13779"/>
                  </a:lnTo>
                  <a:lnTo>
                    <a:pt x="6144404" y="13779"/>
                  </a:lnTo>
                  <a:lnTo>
                    <a:pt x="6144522" y="13779"/>
                  </a:lnTo>
                  <a:lnTo>
                    <a:pt x="6144639" y="13779"/>
                  </a:lnTo>
                  <a:lnTo>
                    <a:pt x="6144757" y="13779"/>
                  </a:lnTo>
                  <a:lnTo>
                    <a:pt x="6144874" y="13779"/>
                  </a:lnTo>
                  <a:lnTo>
                    <a:pt x="6144992" y="13779"/>
                  </a:lnTo>
                  <a:lnTo>
                    <a:pt x="6145110" y="13779"/>
                  </a:lnTo>
                  <a:lnTo>
                    <a:pt x="6145227" y="13779"/>
                  </a:lnTo>
                  <a:lnTo>
                    <a:pt x="6145345" y="13779"/>
                  </a:lnTo>
                  <a:lnTo>
                    <a:pt x="6145462" y="13779"/>
                  </a:lnTo>
                  <a:lnTo>
                    <a:pt x="6145580" y="13779"/>
                  </a:lnTo>
                  <a:lnTo>
                    <a:pt x="6145698" y="13779"/>
                  </a:lnTo>
                  <a:lnTo>
                    <a:pt x="6145815" y="13779"/>
                  </a:lnTo>
                  <a:lnTo>
                    <a:pt x="6145933" y="13779"/>
                  </a:lnTo>
                  <a:lnTo>
                    <a:pt x="6146051" y="13779"/>
                  </a:lnTo>
                  <a:lnTo>
                    <a:pt x="6146168" y="13779"/>
                  </a:lnTo>
                  <a:lnTo>
                    <a:pt x="6146286" y="13779"/>
                  </a:lnTo>
                  <a:lnTo>
                    <a:pt x="6146403" y="13779"/>
                  </a:lnTo>
                  <a:lnTo>
                    <a:pt x="6146521" y="13779"/>
                  </a:lnTo>
                  <a:lnTo>
                    <a:pt x="6146639" y="13779"/>
                  </a:lnTo>
                  <a:lnTo>
                    <a:pt x="6146756" y="13779"/>
                  </a:lnTo>
                  <a:lnTo>
                    <a:pt x="6146874" y="13779"/>
                  </a:lnTo>
                  <a:lnTo>
                    <a:pt x="6146991" y="13779"/>
                  </a:lnTo>
                  <a:lnTo>
                    <a:pt x="6147109" y="13779"/>
                  </a:lnTo>
                  <a:lnTo>
                    <a:pt x="6147227" y="13779"/>
                  </a:lnTo>
                  <a:lnTo>
                    <a:pt x="6147344" y="13779"/>
                  </a:lnTo>
                  <a:lnTo>
                    <a:pt x="6147462" y="13779"/>
                  </a:lnTo>
                  <a:lnTo>
                    <a:pt x="6147580" y="13779"/>
                  </a:lnTo>
                  <a:lnTo>
                    <a:pt x="6147697" y="13779"/>
                  </a:lnTo>
                  <a:lnTo>
                    <a:pt x="6147815" y="13779"/>
                  </a:lnTo>
                  <a:lnTo>
                    <a:pt x="6147932" y="13779"/>
                  </a:lnTo>
                  <a:lnTo>
                    <a:pt x="6148050" y="13779"/>
                  </a:lnTo>
                  <a:lnTo>
                    <a:pt x="6148168" y="13779"/>
                  </a:lnTo>
                  <a:lnTo>
                    <a:pt x="6148285" y="13779"/>
                  </a:lnTo>
                  <a:lnTo>
                    <a:pt x="6148403" y="13779"/>
                  </a:lnTo>
                  <a:lnTo>
                    <a:pt x="6148520" y="13779"/>
                  </a:lnTo>
                  <a:lnTo>
                    <a:pt x="6148638" y="13779"/>
                  </a:lnTo>
                  <a:lnTo>
                    <a:pt x="6148756" y="13779"/>
                  </a:lnTo>
                  <a:lnTo>
                    <a:pt x="6148873" y="13779"/>
                  </a:lnTo>
                  <a:lnTo>
                    <a:pt x="6148991" y="13779"/>
                  </a:lnTo>
                  <a:lnTo>
                    <a:pt x="6149108" y="13779"/>
                  </a:lnTo>
                  <a:lnTo>
                    <a:pt x="6149226" y="13779"/>
                  </a:lnTo>
                  <a:lnTo>
                    <a:pt x="6149344" y="13779"/>
                  </a:lnTo>
                  <a:lnTo>
                    <a:pt x="6149461" y="13779"/>
                  </a:lnTo>
                  <a:lnTo>
                    <a:pt x="6149579" y="13779"/>
                  </a:lnTo>
                  <a:lnTo>
                    <a:pt x="6149697" y="13779"/>
                  </a:lnTo>
                  <a:lnTo>
                    <a:pt x="6149814" y="13779"/>
                  </a:lnTo>
                  <a:lnTo>
                    <a:pt x="6149932" y="13779"/>
                  </a:lnTo>
                  <a:lnTo>
                    <a:pt x="6150049" y="13779"/>
                  </a:lnTo>
                  <a:lnTo>
                    <a:pt x="6150167" y="13779"/>
                  </a:lnTo>
                  <a:lnTo>
                    <a:pt x="6150285" y="13779"/>
                  </a:lnTo>
                  <a:lnTo>
                    <a:pt x="6150402" y="13779"/>
                  </a:lnTo>
                  <a:lnTo>
                    <a:pt x="6150520" y="13779"/>
                  </a:lnTo>
                  <a:lnTo>
                    <a:pt x="6150637" y="13779"/>
                  </a:lnTo>
                  <a:lnTo>
                    <a:pt x="6150755" y="13779"/>
                  </a:lnTo>
                  <a:lnTo>
                    <a:pt x="6150873" y="13779"/>
                  </a:lnTo>
                  <a:lnTo>
                    <a:pt x="6150990" y="13779"/>
                  </a:lnTo>
                  <a:lnTo>
                    <a:pt x="6151108" y="13779"/>
                  </a:lnTo>
                  <a:lnTo>
                    <a:pt x="6151226" y="13779"/>
                  </a:lnTo>
                  <a:lnTo>
                    <a:pt x="6151343" y="13779"/>
                  </a:lnTo>
                  <a:lnTo>
                    <a:pt x="6151461" y="13779"/>
                  </a:lnTo>
                  <a:lnTo>
                    <a:pt x="6151578" y="13779"/>
                  </a:lnTo>
                  <a:lnTo>
                    <a:pt x="6151696" y="13779"/>
                  </a:lnTo>
                  <a:lnTo>
                    <a:pt x="6151814" y="13779"/>
                  </a:lnTo>
                  <a:lnTo>
                    <a:pt x="6151931" y="13779"/>
                  </a:lnTo>
                  <a:lnTo>
                    <a:pt x="6152049" y="13779"/>
                  </a:lnTo>
                  <a:lnTo>
                    <a:pt x="6152166" y="13779"/>
                  </a:lnTo>
                  <a:lnTo>
                    <a:pt x="6152284" y="13779"/>
                  </a:lnTo>
                  <a:lnTo>
                    <a:pt x="6152402" y="13779"/>
                  </a:lnTo>
                  <a:lnTo>
                    <a:pt x="6152519" y="13779"/>
                  </a:lnTo>
                  <a:lnTo>
                    <a:pt x="6152637" y="13779"/>
                  </a:lnTo>
                  <a:lnTo>
                    <a:pt x="6152755" y="13779"/>
                  </a:lnTo>
                  <a:lnTo>
                    <a:pt x="6152872" y="13779"/>
                  </a:lnTo>
                  <a:lnTo>
                    <a:pt x="6152990" y="13779"/>
                  </a:lnTo>
                  <a:lnTo>
                    <a:pt x="6153107" y="13779"/>
                  </a:lnTo>
                  <a:lnTo>
                    <a:pt x="6153107" y="13348"/>
                  </a:lnTo>
                  <a:lnTo>
                    <a:pt x="6153225" y="13348"/>
                  </a:lnTo>
                  <a:lnTo>
                    <a:pt x="6153343" y="13348"/>
                  </a:lnTo>
                  <a:lnTo>
                    <a:pt x="6153460" y="13348"/>
                  </a:lnTo>
                  <a:lnTo>
                    <a:pt x="6153578" y="13348"/>
                  </a:lnTo>
                  <a:lnTo>
                    <a:pt x="6153695" y="13348"/>
                  </a:lnTo>
                  <a:lnTo>
                    <a:pt x="6153813" y="13348"/>
                  </a:lnTo>
                  <a:lnTo>
                    <a:pt x="6153931" y="13348"/>
                  </a:lnTo>
                  <a:lnTo>
                    <a:pt x="6154048" y="13348"/>
                  </a:lnTo>
                  <a:lnTo>
                    <a:pt x="6154166" y="13348"/>
                  </a:lnTo>
                  <a:lnTo>
                    <a:pt x="6154284" y="13348"/>
                  </a:lnTo>
                  <a:lnTo>
                    <a:pt x="6154401" y="13348"/>
                  </a:lnTo>
                  <a:lnTo>
                    <a:pt x="6154519" y="13348"/>
                  </a:lnTo>
                  <a:lnTo>
                    <a:pt x="6154636" y="13348"/>
                  </a:lnTo>
                  <a:lnTo>
                    <a:pt x="6154754" y="13348"/>
                  </a:lnTo>
                  <a:lnTo>
                    <a:pt x="6154872" y="13348"/>
                  </a:lnTo>
                  <a:lnTo>
                    <a:pt x="6154989" y="13348"/>
                  </a:lnTo>
                  <a:lnTo>
                    <a:pt x="6155107" y="13348"/>
                  </a:lnTo>
                  <a:lnTo>
                    <a:pt x="6155224" y="13348"/>
                  </a:lnTo>
                  <a:lnTo>
                    <a:pt x="6155342" y="13348"/>
                  </a:lnTo>
                  <a:lnTo>
                    <a:pt x="6155460" y="13348"/>
                  </a:lnTo>
                  <a:lnTo>
                    <a:pt x="6155577" y="13348"/>
                  </a:lnTo>
                  <a:lnTo>
                    <a:pt x="6155695" y="13348"/>
                  </a:lnTo>
                  <a:lnTo>
                    <a:pt x="6155813" y="13348"/>
                  </a:lnTo>
                  <a:lnTo>
                    <a:pt x="6155930" y="13348"/>
                  </a:lnTo>
                  <a:lnTo>
                    <a:pt x="6156048" y="13348"/>
                  </a:lnTo>
                  <a:lnTo>
                    <a:pt x="6156165" y="13348"/>
                  </a:lnTo>
                  <a:lnTo>
                    <a:pt x="6156283" y="13348"/>
                  </a:lnTo>
                  <a:lnTo>
                    <a:pt x="6156401" y="13348"/>
                  </a:lnTo>
                  <a:lnTo>
                    <a:pt x="6156518" y="13348"/>
                  </a:lnTo>
                  <a:lnTo>
                    <a:pt x="6156636" y="13348"/>
                  </a:lnTo>
                  <a:lnTo>
                    <a:pt x="6156753" y="13348"/>
                  </a:lnTo>
                  <a:lnTo>
                    <a:pt x="6156871" y="13348"/>
                  </a:lnTo>
                  <a:lnTo>
                    <a:pt x="6156989" y="13348"/>
                  </a:lnTo>
                  <a:lnTo>
                    <a:pt x="6157106" y="13348"/>
                  </a:lnTo>
                  <a:lnTo>
                    <a:pt x="6157224" y="13348"/>
                  </a:lnTo>
                  <a:lnTo>
                    <a:pt x="6157224" y="12918"/>
                  </a:lnTo>
                  <a:lnTo>
                    <a:pt x="6157341" y="12918"/>
                  </a:lnTo>
                  <a:lnTo>
                    <a:pt x="6157459" y="12918"/>
                  </a:lnTo>
                  <a:lnTo>
                    <a:pt x="6157577" y="12918"/>
                  </a:lnTo>
                  <a:lnTo>
                    <a:pt x="6157694" y="12918"/>
                  </a:lnTo>
                  <a:lnTo>
                    <a:pt x="6157812" y="12918"/>
                  </a:lnTo>
                  <a:lnTo>
                    <a:pt x="6157930" y="12918"/>
                  </a:lnTo>
                  <a:lnTo>
                    <a:pt x="6158047" y="12918"/>
                  </a:lnTo>
                  <a:lnTo>
                    <a:pt x="6158165" y="12918"/>
                  </a:lnTo>
                  <a:lnTo>
                    <a:pt x="6158282" y="12918"/>
                  </a:lnTo>
                  <a:lnTo>
                    <a:pt x="6158400" y="12918"/>
                  </a:lnTo>
                  <a:lnTo>
                    <a:pt x="6158518" y="12918"/>
                  </a:lnTo>
                  <a:lnTo>
                    <a:pt x="6158635" y="12918"/>
                  </a:lnTo>
                  <a:lnTo>
                    <a:pt x="6158753" y="12918"/>
                  </a:lnTo>
                  <a:lnTo>
                    <a:pt x="6158870" y="12918"/>
                  </a:lnTo>
                  <a:lnTo>
                    <a:pt x="6158988" y="12918"/>
                  </a:lnTo>
                  <a:lnTo>
                    <a:pt x="6159106" y="12918"/>
                  </a:lnTo>
                  <a:lnTo>
                    <a:pt x="6159223" y="12918"/>
                  </a:lnTo>
                  <a:lnTo>
                    <a:pt x="6159341" y="12918"/>
                  </a:lnTo>
                  <a:lnTo>
                    <a:pt x="6159459" y="12918"/>
                  </a:lnTo>
                  <a:lnTo>
                    <a:pt x="6159576" y="12918"/>
                  </a:lnTo>
                  <a:lnTo>
                    <a:pt x="6159694" y="12918"/>
                  </a:lnTo>
                  <a:lnTo>
                    <a:pt x="6159811" y="12918"/>
                  </a:lnTo>
                  <a:lnTo>
                    <a:pt x="6159929" y="12918"/>
                  </a:lnTo>
                  <a:lnTo>
                    <a:pt x="6160047" y="12918"/>
                  </a:lnTo>
                  <a:lnTo>
                    <a:pt x="6160164" y="12918"/>
                  </a:lnTo>
                  <a:lnTo>
                    <a:pt x="6160282" y="12918"/>
                  </a:lnTo>
                  <a:lnTo>
                    <a:pt x="6160399" y="12918"/>
                  </a:lnTo>
                  <a:lnTo>
                    <a:pt x="6160517" y="12918"/>
                  </a:lnTo>
                  <a:lnTo>
                    <a:pt x="6160635" y="12918"/>
                  </a:lnTo>
                  <a:lnTo>
                    <a:pt x="6160752" y="12918"/>
                  </a:lnTo>
                  <a:lnTo>
                    <a:pt x="6160870" y="12918"/>
                  </a:lnTo>
                  <a:lnTo>
                    <a:pt x="6160988" y="12918"/>
                  </a:lnTo>
                  <a:lnTo>
                    <a:pt x="6161105" y="12918"/>
                  </a:lnTo>
                  <a:lnTo>
                    <a:pt x="6161223" y="12918"/>
                  </a:lnTo>
                  <a:lnTo>
                    <a:pt x="6161340" y="12918"/>
                  </a:lnTo>
                  <a:lnTo>
                    <a:pt x="6161458" y="12918"/>
                  </a:lnTo>
                  <a:lnTo>
                    <a:pt x="6161576" y="12918"/>
                  </a:lnTo>
                  <a:lnTo>
                    <a:pt x="6161693" y="12918"/>
                  </a:lnTo>
                  <a:lnTo>
                    <a:pt x="6161811" y="12918"/>
                  </a:lnTo>
                  <a:lnTo>
                    <a:pt x="6161928" y="12918"/>
                  </a:lnTo>
                  <a:lnTo>
                    <a:pt x="6162046" y="12918"/>
                  </a:lnTo>
                  <a:lnTo>
                    <a:pt x="6162164" y="12918"/>
                  </a:lnTo>
                  <a:lnTo>
                    <a:pt x="6162281" y="12918"/>
                  </a:lnTo>
                  <a:lnTo>
                    <a:pt x="6162399" y="12918"/>
                  </a:lnTo>
                  <a:lnTo>
                    <a:pt x="6162517" y="12918"/>
                  </a:lnTo>
                  <a:lnTo>
                    <a:pt x="6162634" y="12918"/>
                  </a:lnTo>
                  <a:lnTo>
                    <a:pt x="6162752" y="12918"/>
                  </a:lnTo>
                  <a:lnTo>
                    <a:pt x="6162869" y="12918"/>
                  </a:lnTo>
                  <a:lnTo>
                    <a:pt x="6162987" y="12918"/>
                  </a:lnTo>
                  <a:lnTo>
                    <a:pt x="6163105" y="12918"/>
                  </a:lnTo>
                  <a:lnTo>
                    <a:pt x="6163222" y="12918"/>
                  </a:lnTo>
                  <a:lnTo>
                    <a:pt x="6163340" y="12918"/>
                  </a:lnTo>
                  <a:lnTo>
                    <a:pt x="6163457" y="12918"/>
                  </a:lnTo>
                  <a:lnTo>
                    <a:pt x="6163575" y="12918"/>
                  </a:lnTo>
                  <a:lnTo>
                    <a:pt x="6163693" y="12918"/>
                  </a:lnTo>
                  <a:lnTo>
                    <a:pt x="6163810" y="12918"/>
                  </a:lnTo>
                  <a:lnTo>
                    <a:pt x="6163928" y="12918"/>
                  </a:lnTo>
                  <a:lnTo>
                    <a:pt x="6164046" y="12918"/>
                  </a:lnTo>
                  <a:lnTo>
                    <a:pt x="6164163" y="12918"/>
                  </a:lnTo>
                  <a:lnTo>
                    <a:pt x="6164281" y="12918"/>
                  </a:lnTo>
                  <a:lnTo>
                    <a:pt x="6164398" y="12918"/>
                  </a:lnTo>
                  <a:lnTo>
                    <a:pt x="6164516" y="12918"/>
                  </a:lnTo>
                  <a:lnTo>
                    <a:pt x="6164634" y="12918"/>
                  </a:lnTo>
                  <a:lnTo>
                    <a:pt x="6164751" y="12918"/>
                  </a:lnTo>
                  <a:lnTo>
                    <a:pt x="6164869" y="12918"/>
                  </a:lnTo>
                  <a:lnTo>
                    <a:pt x="6164986" y="12918"/>
                  </a:lnTo>
                  <a:lnTo>
                    <a:pt x="6165104" y="12918"/>
                  </a:lnTo>
                  <a:lnTo>
                    <a:pt x="6165222" y="12918"/>
                  </a:lnTo>
                  <a:lnTo>
                    <a:pt x="6165339" y="12918"/>
                  </a:lnTo>
                  <a:lnTo>
                    <a:pt x="6165457" y="12918"/>
                  </a:lnTo>
                  <a:lnTo>
                    <a:pt x="6165574" y="12918"/>
                  </a:lnTo>
                  <a:lnTo>
                    <a:pt x="6165692" y="12918"/>
                  </a:lnTo>
                  <a:lnTo>
                    <a:pt x="6165810" y="12918"/>
                  </a:lnTo>
                  <a:lnTo>
                    <a:pt x="6165927" y="12918"/>
                  </a:lnTo>
                  <a:lnTo>
                    <a:pt x="6166045" y="12918"/>
                  </a:lnTo>
                  <a:lnTo>
                    <a:pt x="6166163" y="12918"/>
                  </a:lnTo>
                  <a:lnTo>
                    <a:pt x="6166280" y="12918"/>
                  </a:lnTo>
                  <a:lnTo>
                    <a:pt x="6166398" y="12918"/>
                  </a:lnTo>
                  <a:lnTo>
                    <a:pt x="6166515" y="12918"/>
                  </a:lnTo>
                  <a:lnTo>
                    <a:pt x="6166633" y="12918"/>
                  </a:lnTo>
                  <a:lnTo>
                    <a:pt x="6166751" y="12918"/>
                  </a:lnTo>
                  <a:lnTo>
                    <a:pt x="6166868" y="12918"/>
                  </a:lnTo>
                  <a:lnTo>
                    <a:pt x="6166986" y="12918"/>
                  </a:lnTo>
                  <a:lnTo>
                    <a:pt x="6167103" y="12918"/>
                  </a:lnTo>
                  <a:lnTo>
                    <a:pt x="6167221" y="12918"/>
                  </a:lnTo>
                  <a:lnTo>
                    <a:pt x="6167339" y="12918"/>
                  </a:lnTo>
                  <a:lnTo>
                    <a:pt x="6167456" y="12918"/>
                  </a:lnTo>
                  <a:lnTo>
                    <a:pt x="6167574" y="12918"/>
                  </a:lnTo>
                  <a:lnTo>
                    <a:pt x="6167692" y="12918"/>
                  </a:lnTo>
                  <a:lnTo>
                    <a:pt x="6167809" y="12918"/>
                  </a:lnTo>
                  <a:lnTo>
                    <a:pt x="6167927" y="12918"/>
                  </a:lnTo>
                  <a:lnTo>
                    <a:pt x="6168044" y="12918"/>
                  </a:lnTo>
                  <a:lnTo>
                    <a:pt x="6168162" y="12918"/>
                  </a:lnTo>
                  <a:lnTo>
                    <a:pt x="6168280" y="12918"/>
                  </a:lnTo>
                  <a:lnTo>
                    <a:pt x="6168397" y="12918"/>
                  </a:lnTo>
                  <a:lnTo>
                    <a:pt x="6168515" y="12918"/>
                  </a:lnTo>
                  <a:lnTo>
                    <a:pt x="6168632" y="12918"/>
                  </a:lnTo>
                  <a:lnTo>
                    <a:pt x="6168750" y="12918"/>
                  </a:lnTo>
                  <a:lnTo>
                    <a:pt x="6168868" y="12918"/>
                  </a:lnTo>
                  <a:lnTo>
                    <a:pt x="6168985" y="12918"/>
                  </a:lnTo>
                  <a:lnTo>
                    <a:pt x="6168985" y="12487"/>
                  </a:lnTo>
                  <a:lnTo>
                    <a:pt x="6169103" y="12487"/>
                  </a:lnTo>
                  <a:lnTo>
                    <a:pt x="6169221" y="12487"/>
                  </a:lnTo>
                  <a:lnTo>
                    <a:pt x="6169338" y="12487"/>
                  </a:lnTo>
                  <a:lnTo>
                    <a:pt x="6169456" y="12487"/>
                  </a:lnTo>
                  <a:lnTo>
                    <a:pt x="6169573" y="12487"/>
                  </a:lnTo>
                  <a:lnTo>
                    <a:pt x="6169691" y="12487"/>
                  </a:lnTo>
                  <a:lnTo>
                    <a:pt x="6169809" y="12487"/>
                  </a:lnTo>
                  <a:lnTo>
                    <a:pt x="6169926" y="12487"/>
                  </a:lnTo>
                  <a:lnTo>
                    <a:pt x="6170044" y="12487"/>
                  </a:lnTo>
                  <a:lnTo>
                    <a:pt x="6170161" y="12487"/>
                  </a:lnTo>
                  <a:lnTo>
                    <a:pt x="6170279" y="12487"/>
                  </a:lnTo>
                  <a:lnTo>
                    <a:pt x="6170397" y="12487"/>
                  </a:lnTo>
                  <a:lnTo>
                    <a:pt x="6170514" y="12487"/>
                  </a:lnTo>
                  <a:lnTo>
                    <a:pt x="6170632" y="12487"/>
                  </a:lnTo>
                  <a:lnTo>
                    <a:pt x="6170750" y="12487"/>
                  </a:lnTo>
                  <a:lnTo>
                    <a:pt x="6170750" y="12056"/>
                  </a:lnTo>
                  <a:lnTo>
                    <a:pt x="6170867" y="12056"/>
                  </a:lnTo>
                  <a:lnTo>
                    <a:pt x="6170985" y="12056"/>
                  </a:lnTo>
                  <a:lnTo>
                    <a:pt x="6171102" y="12056"/>
                  </a:lnTo>
                  <a:lnTo>
                    <a:pt x="6171220" y="12056"/>
                  </a:lnTo>
                  <a:lnTo>
                    <a:pt x="6171338" y="12056"/>
                  </a:lnTo>
                  <a:lnTo>
                    <a:pt x="6171455" y="12056"/>
                  </a:lnTo>
                  <a:lnTo>
                    <a:pt x="6171573" y="12056"/>
                  </a:lnTo>
                  <a:lnTo>
                    <a:pt x="6171690" y="12056"/>
                  </a:lnTo>
                  <a:lnTo>
                    <a:pt x="6171808" y="12056"/>
                  </a:lnTo>
                  <a:lnTo>
                    <a:pt x="6171926" y="12056"/>
                  </a:lnTo>
                  <a:lnTo>
                    <a:pt x="6172043" y="12056"/>
                  </a:lnTo>
                  <a:lnTo>
                    <a:pt x="6172161" y="12056"/>
                  </a:lnTo>
                  <a:lnTo>
                    <a:pt x="6172279" y="12056"/>
                  </a:lnTo>
                  <a:lnTo>
                    <a:pt x="6172396" y="12056"/>
                  </a:lnTo>
                  <a:lnTo>
                    <a:pt x="6172514" y="12056"/>
                  </a:lnTo>
                  <a:lnTo>
                    <a:pt x="6172631" y="12056"/>
                  </a:lnTo>
                  <a:lnTo>
                    <a:pt x="6172749" y="12056"/>
                  </a:lnTo>
                  <a:lnTo>
                    <a:pt x="6172867" y="12056"/>
                  </a:lnTo>
                  <a:lnTo>
                    <a:pt x="6172984" y="12056"/>
                  </a:lnTo>
                  <a:lnTo>
                    <a:pt x="6173102" y="12056"/>
                  </a:lnTo>
                  <a:lnTo>
                    <a:pt x="6173219" y="12056"/>
                  </a:lnTo>
                  <a:lnTo>
                    <a:pt x="6173337" y="12056"/>
                  </a:lnTo>
                  <a:lnTo>
                    <a:pt x="6173455" y="12056"/>
                  </a:lnTo>
                  <a:lnTo>
                    <a:pt x="6173572" y="12056"/>
                  </a:lnTo>
                  <a:lnTo>
                    <a:pt x="6173690" y="12056"/>
                  </a:lnTo>
                  <a:lnTo>
                    <a:pt x="6173807" y="12056"/>
                  </a:lnTo>
                  <a:lnTo>
                    <a:pt x="6173925" y="12056"/>
                  </a:lnTo>
                  <a:lnTo>
                    <a:pt x="6173925" y="11626"/>
                  </a:lnTo>
                  <a:lnTo>
                    <a:pt x="6174043" y="11626"/>
                  </a:lnTo>
                  <a:lnTo>
                    <a:pt x="6174160" y="11626"/>
                  </a:lnTo>
                  <a:lnTo>
                    <a:pt x="6174278" y="11626"/>
                  </a:lnTo>
                  <a:lnTo>
                    <a:pt x="6174396" y="11626"/>
                  </a:lnTo>
                  <a:lnTo>
                    <a:pt x="6174513" y="11626"/>
                  </a:lnTo>
                  <a:lnTo>
                    <a:pt x="6174631" y="11626"/>
                  </a:lnTo>
                  <a:lnTo>
                    <a:pt x="6174748" y="11626"/>
                  </a:lnTo>
                  <a:lnTo>
                    <a:pt x="6174866" y="11626"/>
                  </a:lnTo>
                  <a:lnTo>
                    <a:pt x="6174984" y="11626"/>
                  </a:lnTo>
                  <a:lnTo>
                    <a:pt x="6175101" y="11626"/>
                  </a:lnTo>
                  <a:lnTo>
                    <a:pt x="6175219" y="11626"/>
                  </a:lnTo>
                  <a:lnTo>
                    <a:pt x="6175336" y="11626"/>
                  </a:lnTo>
                  <a:lnTo>
                    <a:pt x="6175454" y="11626"/>
                  </a:lnTo>
                  <a:lnTo>
                    <a:pt x="6175572" y="11626"/>
                  </a:lnTo>
                  <a:lnTo>
                    <a:pt x="6175689" y="11626"/>
                  </a:lnTo>
                  <a:lnTo>
                    <a:pt x="6175807" y="11626"/>
                  </a:lnTo>
                  <a:lnTo>
                    <a:pt x="6175925" y="11626"/>
                  </a:lnTo>
                  <a:lnTo>
                    <a:pt x="6176042" y="11626"/>
                  </a:lnTo>
                  <a:lnTo>
                    <a:pt x="6176160" y="11626"/>
                  </a:lnTo>
                  <a:lnTo>
                    <a:pt x="6176277" y="11626"/>
                  </a:lnTo>
                  <a:lnTo>
                    <a:pt x="6176395" y="11626"/>
                  </a:lnTo>
                  <a:lnTo>
                    <a:pt x="6176513" y="11626"/>
                  </a:lnTo>
                  <a:lnTo>
                    <a:pt x="6176630" y="11626"/>
                  </a:lnTo>
                  <a:lnTo>
                    <a:pt x="6176630" y="11195"/>
                  </a:lnTo>
                  <a:lnTo>
                    <a:pt x="6176748" y="11195"/>
                  </a:lnTo>
                  <a:lnTo>
                    <a:pt x="6176748" y="10765"/>
                  </a:lnTo>
                  <a:lnTo>
                    <a:pt x="6176865" y="10765"/>
                  </a:lnTo>
                  <a:lnTo>
                    <a:pt x="6176983" y="10765"/>
                  </a:lnTo>
                  <a:lnTo>
                    <a:pt x="6177101" y="10765"/>
                  </a:lnTo>
                  <a:lnTo>
                    <a:pt x="6177218" y="10765"/>
                  </a:lnTo>
                  <a:lnTo>
                    <a:pt x="6177336" y="10765"/>
                  </a:lnTo>
                  <a:lnTo>
                    <a:pt x="6177454" y="10765"/>
                  </a:lnTo>
                  <a:lnTo>
                    <a:pt x="6177571" y="10765"/>
                  </a:lnTo>
                  <a:lnTo>
                    <a:pt x="6177689" y="10765"/>
                  </a:lnTo>
                  <a:lnTo>
                    <a:pt x="6177806" y="10765"/>
                  </a:lnTo>
                  <a:lnTo>
                    <a:pt x="6177924" y="10765"/>
                  </a:lnTo>
                  <a:lnTo>
                    <a:pt x="6178042" y="10765"/>
                  </a:lnTo>
                  <a:lnTo>
                    <a:pt x="6178159" y="10765"/>
                  </a:lnTo>
                  <a:lnTo>
                    <a:pt x="6178277" y="10765"/>
                  </a:lnTo>
                  <a:lnTo>
                    <a:pt x="6178394" y="10765"/>
                  </a:lnTo>
                  <a:lnTo>
                    <a:pt x="6178512" y="10765"/>
                  </a:lnTo>
                  <a:lnTo>
                    <a:pt x="6178630" y="10765"/>
                  </a:lnTo>
                  <a:lnTo>
                    <a:pt x="6178747" y="10765"/>
                  </a:lnTo>
                  <a:lnTo>
                    <a:pt x="6178865" y="10765"/>
                  </a:lnTo>
                  <a:lnTo>
                    <a:pt x="6178983" y="10765"/>
                  </a:lnTo>
                  <a:lnTo>
                    <a:pt x="6179100" y="10765"/>
                  </a:lnTo>
                  <a:lnTo>
                    <a:pt x="6179218" y="10765"/>
                  </a:lnTo>
                  <a:lnTo>
                    <a:pt x="6179335" y="10765"/>
                  </a:lnTo>
                  <a:lnTo>
                    <a:pt x="6179453" y="10765"/>
                  </a:lnTo>
                  <a:lnTo>
                    <a:pt x="6179571" y="10765"/>
                  </a:lnTo>
                  <a:lnTo>
                    <a:pt x="6179688" y="10765"/>
                  </a:lnTo>
                  <a:lnTo>
                    <a:pt x="6179806" y="10765"/>
                  </a:lnTo>
                  <a:lnTo>
                    <a:pt x="6179923" y="10765"/>
                  </a:lnTo>
                  <a:lnTo>
                    <a:pt x="6180041" y="10765"/>
                  </a:lnTo>
                  <a:lnTo>
                    <a:pt x="6180159" y="10765"/>
                  </a:lnTo>
                  <a:lnTo>
                    <a:pt x="6180276" y="10765"/>
                  </a:lnTo>
                  <a:lnTo>
                    <a:pt x="6180394" y="10765"/>
                  </a:lnTo>
                  <a:lnTo>
                    <a:pt x="6180512" y="10765"/>
                  </a:lnTo>
                  <a:lnTo>
                    <a:pt x="6180629" y="10765"/>
                  </a:lnTo>
                  <a:lnTo>
                    <a:pt x="6180747" y="10765"/>
                  </a:lnTo>
                  <a:lnTo>
                    <a:pt x="6180864" y="10765"/>
                  </a:lnTo>
                  <a:lnTo>
                    <a:pt x="6180982" y="10765"/>
                  </a:lnTo>
                  <a:lnTo>
                    <a:pt x="6181100" y="10765"/>
                  </a:lnTo>
                  <a:lnTo>
                    <a:pt x="6181217" y="10765"/>
                  </a:lnTo>
                  <a:lnTo>
                    <a:pt x="6181335" y="10765"/>
                  </a:lnTo>
                  <a:lnTo>
                    <a:pt x="6181452" y="10765"/>
                  </a:lnTo>
                  <a:lnTo>
                    <a:pt x="6181570" y="10765"/>
                  </a:lnTo>
                  <a:lnTo>
                    <a:pt x="6181688" y="10765"/>
                  </a:lnTo>
                  <a:lnTo>
                    <a:pt x="6181805" y="10765"/>
                  </a:lnTo>
                  <a:lnTo>
                    <a:pt x="6181923" y="10765"/>
                  </a:lnTo>
                  <a:lnTo>
                    <a:pt x="6182040" y="10765"/>
                  </a:lnTo>
                  <a:lnTo>
                    <a:pt x="6182158" y="10765"/>
                  </a:lnTo>
                  <a:lnTo>
                    <a:pt x="6182276" y="10765"/>
                  </a:lnTo>
                  <a:lnTo>
                    <a:pt x="6182393" y="10765"/>
                  </a:lnTo>
                  <a:lnTo>
                    <a:pt x="6182511" y="10765"/>
                  </a:lnTo>
                  <a:lnTo>
                    <a:pt x="6182629" y="10765"/>
                  </a:lnTo>
                  <a:lnTo>
                    <a:pt x="6182746" y="10765"/>
                  </a:lnTo>
                  <a:lnTo>
                    <a:pt x="6182864" y="10765"/>
                  </a:lnTo>
                  <a:lnTo>
                    <a:pt x="6182981" y="10765"/>
                  </a:lnTo>
                  <a:lnTo>
                    <a:pt x="6183099" y="10765"/>
                  </a:lnTo>
                  <a:lnTo>
                    <a:pt x="6183217" y="10765"/>
                  </a:lnTo>
                  <a:lnTo>
                    <a:pt x="6183334" y="10765"/>
                  </a:lnTo>
                  <a:lnTo>
                    <a:pt x="6183452" y="10765"/>
                  </a:lnTo>
                  <a:lnTo>
                    <a:pt x="6183569" y="10765"/>
                  </a:lnTo>
                  <a:lnTo>
                    <a:pt x="6183687" y="10765"/>
                  </a:lnTo>
                  <a:lnTo>
                    <a:pt x="6183805" y="10765"/>
                  </a:lnTo>
                  <a:lnTo>
                    <a:pt x="6183922" y="10765"/>
                  </a:lnTo>
                  <a:lnTo>
                    <a:pt x="6184040" y="10765"/>
                  </a:lnTo>
                  <a:lnTo>
                    <a:pt x="6184158" y="10765"/>
                  </a:lnTo>
                  <a:lnTo>
                    <a:pt x="6184275" y="10765"/>
                  </a:lnTo>
                  <a:lnTo>
                    <a:pt x="6184393" y="10765"/>
                  </a:lnTo>
                  <a:lnTo>
                    <a:pt x="6184510" y="10765"/>
                  </a:lnTo>
                  <a:lnTo>
                    <a:pt x="6184628" y="10765"/>
                  </a:lnTo>
                  <a:lnTo>
                    <a:pt x="6184746" y="10765"/>
                  </a:lnTo>
                  <a:lnTo>
                    <a:pt x="6184863" y="10765"/>
                  </a:lnTo>
                  <a:lnTo>
                    <a:pt x="6184981" y="10765"/>
                  </a:lnTo>
                  <a:lnTo>
                    <a:pt x="6185098" y="10765"/>
                  </a:lnTo>
                  <a:lnTo>
                    <a:pt x="6185216" y="10765"/>
                  </a:lnTo>
                  <a:lnTo>
                    <a:pt x="6185334" y="10765"/>
                  </a:lnTo>
                  <a:lnTo>
                    <a:pt x="6185451" y="10765"/>
                  </a:lnTo>
                  <a:lnTo>
                    <a:pt x="6185569" y="10765"/>
                  </a:lnTo>
                  <a:lnTo>
                    <a:pt x="6185687" y="10765"/>
                  </a:lnTo>
                  <a:lnTo>
                    <a:pt x="6185804" y="10765"/>
                  </a:lnTo>
                  <a:lnTo>
                    <a:pt x="6185922" y="10765"/>
                  </a:lnTo>
                  <a:lnTo>
                    <a:pt x="6186039" y="10765"/>
                  </a:lnTo>
                  <a:lnTo>
                    <a:pt x="6186157" y="10765"/>
                  </a:lnTo>
                  <a:lnTo>
                    <a:pt x="6186275" y="10765"/>
                  </a:lnTo>
                  <a:lnTo>
                    <a:pt x="6186392" y="10765"/>
                  </a:lnTo>
                  <a:lnTo>
                    <a:pt x="6186510" y="10765"/>
                  </a:lnTo>
                  <a:lnTo>
                    <a:pt x="6186627" y="10765"/>
                  </a:lnTo>
                  <a:lnTo>
                    <a:pt x="6186745" y="10765"/>
                  </a:lnTo>
                  <a:lnTo>
                    <a:pt x="6186863" y="10765"/>
                  </a:lnTo>
                  <a:lnTo>
                    <a:pt x="6186980" y="10765"/>
                  </a:lnTo>
                  <a:lnTo>
                    <a:pt x="6187098" y="10765"/>
                  </a:lnTo>
                  <a:lnTo>
                    <a:pt x="6187216" y="10765"/>
                  </a:lnTo>
                  <a:lnTo>
                    <a:pt x="6187333" y="10765"/>
                  </a:lnTo>
                  <a:lnTo>
                    <a:pt x="6187451" y="10765"/>
                  </a:lnTo>
                  <a:lnTo>
                    <a:pt x="6187568" y="10765"/>
                  </a:lnTo>
                  <a:lnTo>
                    <a:pt x="6187686" y="10765"/>
                  </a:lnTo>
                  <a:lnTo>
                    <a:pt x="6187804" y="10765"/>
                  </a:lnTo>
                  <a:lnTo>
                    <a:pt x="6187921" y="10765"/>
                  </a:lnTo>
                  <a:lnTo>
                    <a:pt x="6188039" y="10765"/>
                  </a:lnTo>
                  <a:lnTo>
                    <a:pt x="6188156" y="10765"/>
                  </a:lnTo>
                  <a:lnTo>
                    <a:pt x="6188274" y="10765"/>
                  </a:lnTo>
                  <a:lnTo>
                    <a:pt x="6188392" y="10765"/>
                  </a:lnTo>
                  <a:lnTo>
                    <a:pt x="6188509" y="10765"/>
                  </a:lnTo>
                  <a:lnTo>
                    <a:pt x="6188627" y="10765"/>
                  </a:lnTo>
                  <a:lnTo>
                    <a:pt x="6188745" y="10765"/>
                  </a:lnTo>
                  <a:lnTo>
                    <a:pt x="6188862" y="10765"/>
                  </a:lnTo>
                  <a:lnTo>
                    <a:pt x="6188980" y="10765"/>
                  </a:lnTo>
                  <a:lnTo>
                    <a:pt x="6189097" y="10765"/>
                  </a:lnTo>
                  <a:lnTo>
                    <a:pt x="6189215" y="10765"/>
                  </a:lnTo>
                  <a:lnTo>
                    <a:pt x="6189333" y="10765"/>
                  </a:lnTo>
                  <a:lnTo>
                    <a:pt x="6189450" y="10765"/>
                  </a:lnTo>
                  <a:lnTo>
                    <a:pt x="6189568" y="10765"/>
                  </a:lnTo>
                  <a:lnTo>
                    <a:pt x="6189685" y="10765"/>
                  </a:lnTo>
                  <a:lnTo>
                    <a:pt x="6189803" y="10765"/>
                  </a:lnTo>
                  <a:lnTo>
                    <a:pt x="6189921" y="10765"/>
                  </a:lnTo>
                  <a:lnTo>
                    <a:pt x="6190038" y="10765"/>
                  </a:lnTo>
                  <a:lnTo>
                    <a:pt x="6190156" y="10765"/>
                  </a:lnTo>
                  <a:lnTo>
                    <a:pt x="6190273" y="10765"/>
                  </a:lnTo>
                  <a:lnTo>
                    <a:pt x="6190391" y="10765"/>
                  </a:lnTo>
                  <a:lnTo>
                    <a:pt x="6190509" y="10765"/>
                  </a:lnTo>
                  <a:lnTo>
                    <a:pt x="6190626" y="10765"/>
                  </a:lnTo>
                  <a:lnTo>
                    <a:pt x="6190744" y="10765"/>
                  </a:lnTo>
                  <a:lnTo>
                    <a:pt x="6190862" y="10765"/>
                  </a:lnTo>
                  <a:lnTo>
                    <a:pt x="6190979" y="10765"/>
                  </a:lnTo>
                  <a:lnTo>
                    <a:pt x="6191097" y="10765"/>
                  </a:lnTo>
                  <a:lnTo>
                    <a:pt x="6191214" y="10765"/>
                  </a:lnTo>
                  <a:lnTo>
                    <a:pt x="6191332" y="10765"/>
                  </a:lnTo>
                  <a:lnTo>
                    <a:pt x="6191450" y="10765"/>
                  </a:lnTo>
                  <a:lnTo>
                    <a:pt x="6191567" y="10765"/>
                  </a:lnTo>
                  <a:lnTo>
                    <a:pt x="6191685" y="10765"/>
                  </a:lnTo>
                  <a:lnTo>
                    <a:pt x="6191802" y="10765"/>
                  </a:lnTo>
                  <a:lnTo>
                    <a:pt x="6191920" y="10765"/>
                  </a:lnTo>
                  <a:lnTo>
                    <a:pt x="6192038" y="10765"/>
                  </a:lnTo>
                  <a:lnTo>
                    <a:pt x="6192155" y="10765"/>
                  </a:lnTo>
                  <a:lnTo>
                    <a:pt x="6192273" y="10765"/>
                  </a:lnTo>
                  <a:lnTo>
                    <a:pt x="6192391" y="10765"/>
                  </a:lnTo>
                  <a:lnTo>
                    <a:pt x="6192508" y="10765"/>
                  </a:lnTo>
                  <a:lnTo>
                    <a:pt x="6192626" y="10765"/>
                  </a:lnTo>
                  <a:lnTo>
                    <a:pt x="6192743" y="10765"/>
                  </a:lnTo>
                  <a:lnTo>
                    <a:pt x="6192861" y="10765"/>
                  </a:lnTo>
                  <a:lnTo>
                    <a:pt x="6192979" y="10765"/>
                  </a:lnTo>
                  <a:lnTo>
                    <a:pt x="6193096" y="10765"/>
                  </a:lnTo>
                  <a:lnTo>
                    <a:pt x="6193214" y="10765"/>
                  </a:lnTo>
                  <a:lnTo>
                    <a:pt x="6193331" y="10765"/>
                  </a:lnTo>
                  <a:lnTo>
                    <a:pt x="6193449" y="10765"/>
                  </a:lnTo>
                  <a:lnTo>
                    <a:pt x="6193567" y="10765"/>
                  </a:lnTo>
                  <a:lnTo>
                    <a:pt x="6193684" y="10765"/>
                  </a:lnTo>
                  <a:lnTo>
                    <a:pt x="6193802" y="10765"/>
                  </a:lnTo>
                  <a:lnTo>
                    <a:pt x="6193920" y="10765"/>
                  </a:lnTo>
                  <a:lnTo>
                    <a:pt x="6194037" y="10765"/>
                  </a:lnTo>
                  <a:lnTo>
                    <a:pt x="6194155" y="10765"/>
                  </a:lnTo>
                  <a:lnTo>
                    <a:pt x="6194272" y="10765"/>
                  </a:lnTo>
                  <a:lnTo>
                    <a:pt x="6194390" y="10765"/>
                  </a:lnTo>
                  <a:lnTo>
                    <a:pt x="6194508" y="10765"/>
                  </a:lnTo>
                  <a:lnTo>
                    <a:pt x="6194625" y="10765"/>
                  </a:lnTo>
                  <a:lnTo>
                    <a:pt x="6194743" y="10765"/>
                  </a:lnTo>
                  <a:lnTo>
                    <a:pt x="6194860" y="10765"/>
                  </a:lnTo>
                  <a:lnTo>
                    <a:pt x="6194978" y="10765"/>
                  </a:lnTo>
                  <a:lnTo>
                    <a:pt x="6195096" y="10765"/>
                  </a:lnTo>
                  <a:lnTo>
                    <a:pt x="6195213" y="10765"/>
                  </a:lnTo>
                  <a:lnTo>
                    <a:pt x="6195331" y="10765"/>
                  </a:lnTo>
                  <a:lnTo>
                    <a:pt x="6195449" y="10765"/>
                  </a:lnTo>
                  <a:lnTo>
                    <a:pt x="6195566" y="10765"/>
                  </a:lnTo>
                  <a:lnTo>
                    <a:pt x="6195684" y="10765"/>
                  </a:lnTo>
                  <a:lnTo>
                    <a:pt x="6195801" y="10765"/>
                  </a:lnTo>
                  <a:lnTo>
                    <a:pt x="6195919" y="10765"/>
                  </a:lnTo>
                  <a:lnTo>
                    <a:pt x="6196037" y="10765"/>
                  </a:lnTo>
                  <a:lnTo>
                    <a:pt x="6196154" y="10765"/>
                  </a:lnTo>
                  <a:lnTo>
                    <a:pt x="6196272" y="10765"/>
                  </a:lnTo>
                  <a:lnTo>
                    <a:pt x="6196389" y="10765"/>
                  </a:lnTo>
                  <a:lnTo>
                    <a:pt x="6196507" y="10765"/>
                  </a:lnTo>
                  <a:lnTo>
                    <a:pt x="6196625" y="10765"/>
                  </a:lnTo>
                  <a:lnTo>
                    <a:pt x="6196742" y="10765"/>
                  </a:lnTo>
                  <a:lnTo>
                    <a:pt x="6196860" y="10765"/>
                  </a:lnTo>
                  <a:lnTo>
                    <a:pt x="6196978" y="10765"/>
                  </a:lnTo>
                  <a:lnTo>
                    <a:pt x="6197095" y="10765"/>
                  </a:lnTo>
                  <a:lnTo>
                    <a:pt x="6197213" y="10765"/>
                  </a:lnTo>
                  <a:lnTo>
                    <a:pt x="6197330" y="10765"/>
                  </a:lnTo>
                  <a:lnTo>
                    <a:pt x="6197448" y="10765"/>
                  </a:lnTo>
                  <a:lnTo>
                    <a:pt x="6197566" y="10765"/>
                  </a:lnTo>
                  <a:lnTo>
                    <a:pt x="6197683" y="10765"/>
                  </a:lnTo>
                  <a:lnTo>
                    <a:pt x="6197801" y="10765"/>
                  </a:lnTo>
                  <a:lnTo>
                    <a:pt x="6197918" y="10765"/>
                  </a:lnTo>
                  <a:lnTo>
                    <a:pt x="6198036" y="10765"/>
                  </a:lnTo>
                  <a:lnTo>
                    <a:pt x="6198154" y="10765"/>
                  </a:lnTo>
                  <a:lnTo>
                    <a:pt x="6198271" y="10765"/>
                  </a:lnTo>
                  <a:lnTo>
                    <a:pt x="6198389" y="10765"/>
                  </a:lnTo>
                  <a:lnTo>
                    <a:pt x="6198506" y="10765"/>
                  </a:lnTo>
                  <a:lnTo>
                    <a:pt x="6198624" y="10765"/>
                  </a:lnTo>
                  <a:lnTo>
                    <a:pt x="6198742" y="10765"/>
                  </a:lnTo>
                  <a:lnTo>
                    <a:pt x="6198859" y="10765"/>
                  </a:lnTo>
                  <a:lnTo>
                    <a:pt x="6198977" y="10765"/>
                  </a:lnTo>
                  <a:lnTo>
                    <a:pt x="6199095" y="10765"/>
                  </a:lnTo>
                  <a:lnTo>
                    <a:pt x="6199212" y="10765"/>
                  </a:lnTo>
                  <a:lnTo>
                    <a:pt x="6199330" y="10765"/>
                  </a:lnTo>
                  <a:lnTo>
                    <a:pt x="6199330" y="10334"/>
                  </a:lnTo>
                  <a:lnTo>
                    <a:pt x="6199447" y="10334"/>
                  </a:lnTo>
                  <a:lnTo>
                    <a:pt x="6199565" y="10334"/>
                  </a:lnTo>
                  <a:lnTo>
                    <a:pt x="6199683" y="10334"/>
                  </a:lnTo>
                  <a:lnTo>
                    <a:pt x="6199800" y="10334"/>
                  </a:lnTo>
                  <a:lnTo>
                    <a:pt x="6199918" y="10334"/>
                  </a:lnTo>
                  <a:lnTo>
                    <a:pt x="6199918" y="9903"/>
                  </a:lnTo>
                  <a:lnTo>
                    <a:pt x="6200035" y="9903"/>
                  </a:lnTo>
                  <a:lnTo>
                    <a:pt x="6200153" y="9903"/>
                  </a:lnTo>
                  <a:lnTo>
                    <a:pt x="6200271" y="9903"/>
                  </a:lnTo>
                  <a:lnTo>
                    <a:pt x="6200388" y="9903"/>
                  </a:lnTo>
                  <a:lnTo>
                    <a:pt x="6200506" y="9903"/>
                  </a:lnTo>
                  <a:lnTo>
                    <a:pt x="6200624" y="9903"/>
                  </a:lnTo>
                  <a:lnTo>
                    <a:pt x="6200741" y="9903"/>
                  </a:lnTo>
                  <a:lnTo>
                    <a:pt x="6200859" y="9903"/>
                  </a:lnTo>
                  <a:lnTo>
                    <a:pt x="6200976" y="9903"/>
                  </a:lnTo>
                  <a:lnTo>
                    <a:pt x="6201094" y="9903"/>
                  </a:lnTo>
                  <a:lnTo>
                    <a:pt x="6201212" y="9903"/>
                  </a:lnTo>
                  <a:lnTo>
                    <a:pt x="6201329" y="9903"/>
                  </a:lnTo>
                  <a:lnTo>
                    <a:pt x="6201447" y="9903"/>
                  </a:lnTo>
                  <a:lnTo>
                    <a:pt x="6201564" y="9903"/>
                  </a:lnTo>
                  <a:lnTo>
                    <a:pt x="6201682" y="9903"/>
                  </a:lnTo>
                  <a:lnTo>
                    <a:pt x="6201800" y="9903"/>
                  </a:lnTo>
                  <a:lnTo>
                    <a:pt x="6201917" y="9903"/>
                  </a:lnTo>
                  <a:lnTo>
                    <a:pt x="6202035" y="9903"/>
                  </a:lnTo>
                  <a:lnTo>
                    <a:pt x="6202153" y="9903"/>
                  </a:lnTo>
                  <a:lnTo>
                    <a:pt x="6202270" y="9903"/>
                  </a:lnTo>
                  <a:lnTo>
                    <a:pt x="6202388" y="9903"/>
                  </a:lnTo>
                  <a:lnTo>
                    <a:pt x="6202505" y="9903"/>
                  </a:lnTo>
                  <a:lnTo>
                    <a:pt x="6202623" y="9903"/>
                  </a:lnTo>
                  <a:lnTo>
                    <a:pt x="6202741" y="9903"/>
                  </a:lnTo>
                  <a:lnTo>
                    <a:pt x="6202858" y="9903"/>
                  </a:lnTo>
                  <a:lnTo>
                    <a:pt x="6202976" y="9903"/>
                  </a:lnTo>
                  <a:lnTo>
                    <a:pt x="6203093" y="9903"/>
                  </a:lnTo>
                  <a:lnTo>
                    <a:pt x="6203211" y="9903"/>
                  </a:lnTo>
                  <a:lnTo>
                    <a:pt x="6203329" y="9903"/>
                  </a:lnTo>
                  <a:lnTo>
                    <a:pt x="6203446" y="9903"/>
                  </a:lnTo>
                  <a:lnTo>
                    <a:pt x="6203564" y="9903"/>
                  </a:lnTo>
                  <a:lnTo>
                    <a:pt x="6203682" y="9903"/>
                  </a:lnTo>
                  <a:lnTo>
                    <a:pt x="6203799" y="9903"/>
                  </a:lnTo>
                  <a:lnTo>
                    <a:pt x="6203917" y="9903"/>
                  </a:lnTo>
                  <a:lnTo>
                    <a:pt x="6204034" y="9903"/>
                  </a:lnTo>
                  <a:lnTo>
                    <a:pt x="6204152" y="9903"/>
                  </a:lnTo>
                  <a:lnTo>
                    <a:pt x="6204270" y="9903"/>
                  </a:lnTo>
                  <a:lnTo>
                    <a:pt x="6204387" y="9903"/>
                  </a:lnTo>
                  <a:lnTo>
                    <a:pt x="6204505" y="9903"/>
                  </a:lnTo>
                  <a:lnTo>
                    <a:pt x="6204622" y="9903"/>
                  </a:lnTo>
                  <a:lnTo>
                    <a:pt x="6204740" y="9903"/>
                  </a:lnTo>
                  <a:lnTo>
                    <a:pt x="6204858" y="9903"/>
                  </a:lnTo>
                  <a:lnTo>
                    <a:pt x="6204975" y="9903"/>
                  </a:lnTo>
                  <a:lnTo>
                    <a:pt x="6205093" y="9903"/>
                  </a:lnTo>
                  <a:lnTo>
                    <a:pt x="6205211" y="9903"/>
                  </a:lnTo>
                  <a:lnTo>
                    <a:pt x="6205328" y="9903"/>
                  </a:lnTo>
                  <a:lnTo>
                    <a:pt x="6205446" y="9903"/>
                  </a:lnTo>
                  <a:lnTo>
                    <a:pt x="6205563" y="9903"/>
                  </a:lnTo>
                  <a:lnTo>
                    <a:pt x="6205681" y="9903"/>
                  </a:lnTo>
                  <a:lnTo>
                    <a:pt x="6205799" y="9903"/>
                  </a:lnTo>
                  <a:lnTo>
                    <a:pt x="6205916" y="9903"/>
                  </a:lnTo>
                  <a:lnTo>
                    <a:pt x="6206034" y="9903"/>
                  </a:lnTo>
                  <a:lnTo>
                    <a:pt x="6206151" y="9903"/>
                  </a:lnTo>
                  <a:lnTo>
                    <a:pt x="6206269" y="9903"/>
                  </a:lnTo>
                  <a:lnTo>
                    <a:pt x="6206387" y="9903"/>
                  </a:lnTo>
                  <a:lnTo>
                    <a:pt x="6206504" y="9903"/>
                  </a:lnTo>
                  <a:lnTo>
                    <a:pt x="6206622" y="9903"/>
                  </a:lnTo>
                  <a:lnTo>
                    <a:pt x="6206739" y="9903"/>
                  </a:lnTo>
                  <a:lnTo>
                    <a:pt x="6206857" y="9903"/>
                  </a:lnTo>
                  <a:lnTo>
                    <a:pt x="6206975" y="9903"/>
                  </a:lnTo>
                  <a:lnTo>
                    <a:pt x="6207092" y="9903"/>
                  </a:lnTo>
                  <a:lnTo>
                    <a:pt x="6207210" y="9903"/>
                  </a:lnTo>
                  <a:lnTo>
                    <a:pt x="6207328" y="9903"/>
                  </a:lnTo>
                  <a:lnTo>
                    <a:pt x="6207445" y="9903"/>
                  </a:lnTo>
                  <a:lnTo>
                    <a:pt x="6207563" y="9903"/>
                  </a:lnTo>
                  <a:lnTo>
                    <a:pt x="6207680" y="9903"/>
                  </a:lnTo>
                  <a:lnTo>
                    <a:pt x="6207798" y="9903"/>
                  </a:lnTo>
                  <a:lnTo>
                    <a:pt x="6207916" y="9903"/>
                  </a:lnTo>
                  <a:lnTo>
                    <a:pt x="6208033" y="9903"/>
                  </a:lnTo>
                  <a:lnTo>
                    <a:pt x="6208151" y="9903"/>
                  </a:lnTo>
                  <a:lnTo>
                    <a:pt x="6208268" y="9903"/>
                  </a:lnTo>
                  <a:lnTo>
                    <a:pt x="6208386" y="9903"/>
                  </a:lnTo>
                  <a:lnTo>
                    <a:pt x="6208504" y="9903"/>
                  </a:lnTo>
                  <a:lnTo>
                    <a:pt x="6208621" y="9903"/>
                  </a:lnTo>
                  <a:lnTo>
                    <a:pt x="6208739" y="9903"/>
                  </a:lnTo>
                  <a:lnTo>
                    <a:pt x="6208857" y="9903"/>
                  </a:lnTo>
                  <a:lnTo>
                    <a:pt x="6208974" y="9903"/>
                  </a:lnTo>
                  <a:lnTo>
                    <a:pt x="6209092" y="9903"/>
                  </a:lnTo>
                  <a:lnTo>
                    <a:pt x="6209209" y="9903"/>
                  </a:lnTo>
                  <a:lnTo>
                    <a:pt x="6209327" y="9903"/>
                  </a:lnTo>
                  <a:lnTo>
                    <a:pt x="6209445" y="9903"/>
                  </a:lnTo>
                  <a:lnTo>
                    <a:pt x="6209562" y="9903"/>
                  </a:lnTo>
                  <a:lnTo>
                    <a:pt x="6209680" y="9903"/>
                  </a:lnTo>
                  <a:lnTo>
                    <a:pt x="6209797" y="9903"/>
                  </a:lnTo>
                  <a:lnTo>
                    <a:pt x="6209915" y="9903"/>
                  </a:lnTo>
                  <a:lnTo>
                    <a:pt x="6210033" y="9903"/>
                  </a:lnTo>
                  <a:lnTo>
                    <a:pt x="6210150" y="9903"/>
                  </a:lnTo>
                  <a:lnTo>
                    <a:pt x="6210268" y="9903"/>
                  </a:lnTo>
                  <a:lnTo>
                    <a:pt x="6210386" y="9903"/>
                  </a:lnTo>
                  <a:lnTo>
                    <a:pt x="6210503" y="9903"/>
                  </a:lnTo>
                  <a:lnTo>
                    <a:pt x="6210621" y="9903"/>
                  </a:lnTo>
                  <a:lnTo>
                    <a:pt x="6210738" y="9903"/>
                  </a:lnTo>
                  <a:lnTo>
                    <a:pt x="6210856" y="9903"/>
                  </a:lnTo>
                  <a:lnTo>
                    <a:pt x="6210974" y="9903"/>
                  </a:lnTo>
                  <a:lnTo>
                    <a:pt x="6211091" y="9903"/>
                  </a:lnTo>
                  <a:lnTo>
                    <a:pt x="6211209" y="9903"/>
                  </a:lnTo>
                  <a:lnTo>
                    <a:pt x="6211326" y="9903"/>
                  </a:lnTo>
                  <a:lnTo>
                    <a:pt x="6211444" y="9903"/>
                  </a:lnTo>
                  <a:lnTo>
                    <a:pt x="6211562" y="9903"/>
                  </a:lnTo>
                  <a:lnTo>
                    <a:pt x="6211679" y="9903"/>
                  </a:lnTo>
                  <a:lnTo>
                    <a:pt x="6211797" y="9903"/>
                  </a:lnTo>
                  <a:lnTo>
                    <a:pt x="6211915" y="9903"/>
                  </a:lnTo>
                  <a:lnTo>
                    <a:pt x="6212032" y="9903"/>
                  </a:lnTo>
                  <a:lnTo>
                    <a:pt x="6212150" y="9903"/>
                  </a:lnTo>
                  <a:lnTo>
                    <a:pt x="6212267" y="9903"/>
                  </a:lnTo>
                  <a:lnTo>
                    <a:pt x="6212385" y="9903"/>
                  </a:lnTo>
                  <a:lnTo>
                    <a:pt x="6212503" y="9903"/>
                  </a:lnTo>
                  <a:lnTo>
                    <a:pt x="6212620" y="9903"/>
                  </a:lnTo>
                  <a:lnTo>
                    <a:pt x="6212738" y="9903"/>
                  </a:lnTo>
                  <a:lnTo>
                    <a:pt x="6212855" y="9903"/>
                  </a:lnTo>
                  <a:lnTo>
                    <a:pt x="6212973" y="9903"/>
                  </a:lnTo>
                  <a:lnTo>
                    <a:pt x="6213091" y="9903"/>
                  </a:lnTo>
                  <a:lnTo>
                    <a:pt x="6213208" y="9903"/>
                  </a:lnTo>
                  <a:lnTo>
                    <a:pt x="6213326" y="9903"/>
                  </a:lnTo>
                  <a:lnTo>
                    <a:pt x="6213443" y="9903"/>
                  </a:lnTo>
                  <a:lnTo>
                    <a:pt x="6213561" y="9903"/>
                  </a:lnTo>
                  <a:lnTo>
                    <a:pt x="6213679" y="9903"/>
                  </a:lnTo>
                  <a:lnTo>
                    <a:pt x="6213796" y="9903"/>
                  </a:lnTo>
                  <a:lnTo>
                    <a:pt x="6213914" y="9903"/>
                  </a:lnTo>
                  <a:lnTo>
                    <a:pt x="6214032" y="9903"/>
                  </a:lnTo>
                  <a:lnTo>
                    <a:pt x="6214149" y="9903"/>
                  </a:lnTo>
                  <a:lnTo>
                    <a:pt x="6214267" y="9903"/>
                  </a:lnTo>
                  <a:lnTo>
                    <a:pt x="6214384" y="9903"/>
                  </a:lnTo>
                  <a:lnTo>
                    <a:pt x="6214502" y="9903"/>
                  </a:lnTo>
                  <a:lnTo>
                    <a:pt x="6214620" y="9903"/>
                  </a:lnTo>
                  <a:lnTo>
                    <a:pt x="6214737" y="9903"/>
                  </a:lnTo>
                  <a:lnTo>
                    <a:pt x="6214855" y="9903"/>
                  </a:lnTo>
                  <a:lnTo>
                    <a:pt x="6214972" y="9903"/>
                  </a:lnTo>
                  <a:lnTo>
                    <a:pt x="6215090" y="9903"/>
                  </a:lnTo>
                  <a:lnTo>
                    <a:pt x="6215208" y="9903"/>
                  </a:lnTo>
                  <a:lnTo>
                    <a:pt x="6215325" y="9903"/>
                  </a:lnTo>
                  <a:lnTo>
                    <a:pt x="6215443" y="9903"/>
                  </a:lnTo>
                  <a:lnTo>
                    <a:pt x="6215561" y="9903"/>
                  </a:lnTo>
                  <a:lnTo>
                    <a:pt x="6215678" y="9903"/>
                  </a:lnTo>
                  <a:lnTo>
                    <a:pt x="6215796" y="9903"/>
                  </a:lnTo>
                  <a:lnTo>
                    <a:pt x="6215796" y="9473"/>
                  </a:lnTo>
                  <a:lnTo>
                    <a:pt x="6215913" y="9473"/>
                  </a:lnTo>
                  <a:lnTo>
                    <a:pt x="6216031" y="9473"/>
                  </a:lnTo>
                  <a:lnTo>
                    <a:pt x="6216149" y="9473"/>
                  </a:lnTo>
                  <a:lnTo>
                    <a:pt x="6216266" y="9473"/>
                  </a:lnTo>
                  <a:lnTo>
                    <a:pt x="6216384" y="9473"/>
                  </a:lnTo>
                  <a:lnTo>
                    <a:pt x="6216501" y="9473"/>
                  </a:lnTo>
                  <a:lnTo>
                    <a:pt x="6216619" y="9473"/>
                  </a:lnTo>
                  <a:lnTo>
                    <a:pt x="6216737" y="9473"/>
                  </a:lnTo>
                  <a:lnTo>
                    <a:pt x="6216854" y="9473"/>
                  </a:lnTo>
                  <a:lnTo>
                    <a:pt x="6216972" y="9473"/>
                  </a:lnTo>
                  <a:lnTo>
                    <a:pt x="6217090" y="9473"/>
                  </a:lnTo>
                  <a:lnTo>
                    <a:pt x="6217207" y="9473"/>
                  </a:lnTo>
                  <a:lnTo>
                    <a:pt x="6217207" y="9042"/>
                  </a:lnTo>
                  <a:lnTo>
                    <a:pt x="6217325" y="9042"/>
                  </a:lnTo>
                  <a:lnTo>
                    <a:pt x="6217442" y="9042"/>
                  </a:lnTo>
                  <a:lnTo>
                    <a:pt x="6217560" y="9042"/>
                  </a:lnTo>
                  <a:lnTo>
                    <a:pt x="6217678" y="9042"/>
                  </a:lnTo>
                  <a:lnTo>
                    <a:pt x="6217795" y="9042"/>
                  </a:lnTo>
                  <a:lnTo>
                    <a:pt x="6217913" y="9042"/>
                  </a:lnTo>
                  <a:lnTo>
                    <a:pt x="6218030" y="9042"/>
                  </a:lnTo>
                  <a:lnTo>
                    <a:pt x="6218148" y="9042"/>
                  </a:lnTo>
                  <a:lnTo>
                    <a:pt x="6218266" y="9042"/>
                  </a:lnTo>
                  <a:lnTo>
                    <a:pt x="6218383" y="9042"/>
                  </a:lnTo>
                  <a:lnTo>
                    <a:pt x="6218383" y="8612"/>
                  </a:lnTo>
                  <a:lnTo>
                    <a:pt x="6218501" y="8612"/>
                  </a:lnTo>
                  <a:lnTo>
                    <a:pt x="6218619" y="8612"/>
                  </a:lnTo>
                  <a:lnTo>
                    <a:pt x="6218736" y="8612"/>
                  </a:lnTo>
                  <a:lnTo>
                    <a:pt x="6218854" y="8612"/>
                  </a:lnTo>
                  <a:lnTo>
                    <a:pt x="6218971" y="8612"/>
                  </a:lnTo>
                  <a:lnTo>
                    <a:pt x="6219089" y="8612"/>
                  </a:lnTo>
                  <a:lnTo>
                    <a:pt x="6219207" y="8612"/>
                  </a:lnTo>
                  <a:lnTo>
                    <a:pt x="6219324" y="8612"/>
                  </a:lnTo>
                  <a:lnTo>
                    <a:pt x="6219442" y="8612"/>
                  </a:lnTo>
                  <a:lnTo>
                    <a:pt x="6219559" y="8612"/>
                  </a:lnTo>
                  <a:lnTo>
                    <a:pt x="6219677" y="8612"/>
                  </a:lnTo>
                  <a:lnTo>
                    <a:pt x="6219795" y="8612"/>
                  </a:lnTo>
                  <a:lnTo>
                    <a:pt x="6219912" y="8612"/>
                  </a:lnTo>
                  <a:lnTo>
                    <a:pt x="6220030" y="8612"/>
                  </a:lnTo>
                  <a:lnTo>
                    <a:pt x="6220148" y="8612"/>
                  </a:lnTo>
                  <a:lnTo>
                    <a:pt x="6220265" y="8612"/>
                  </a:lnTo>
                  <a:lnTo>
                    <a:pt x="6220383" y="8612"/>
                  </a:lnTo>
                  <a:lnTo>
                    <a:pt x="6220500" y="8612"/>
                  </a:lnTo>
                  <a:lnTo>
                    <a:pt x="6220618" y="8612"/>
                  </a:lnTo>
                  <a:lnTo>
                    <a:pt x="6220736" y="8612"/>
                  </a:lnTo>
                  <a:lnTo>
                    <a:pt x="6220853" y="8612"/>
                  </a:lnTo>
                  <a:lnTo>
                    <a:pt x="6220971" y="8612"/>
                  </a:lnTo>
                  <a:lnTo>
                    <a:pt x="6221088" y="8612"/>
                  </a:lnTo>
                  <a:lnTo>
                    <a:pt x="6221206" y="8612"/>
                  </a:lnTo>
                  <a:lnTo>
                    <a:pt x="6221324" y="8612"/>
                  </a:lnTo>
                  <a:lnTo>
                    <a:pt x="6221441" y="8612"/>
                  </a:lnTo>
                  <a:lnTo>
                    <a:pt x="6221559" y="8612"/>
                  </a:lnTo>
                  <a:lnTo>
                    <a:pt x="6221676" y="8612"/>
                  </a:lnTo>
                  <a:lnTo>
                    <a:pt x="6221794" y="8612"/>
                  </a:lnTo>
                  <a:lnTo>
                    <a:pt x="6221912" y="8612"/>
                  </a:lnTo>
                  <a:lnTo>
                    <a:pt x="6222029" y="8612"/>
                  </a:lnTo>
                  <a:lnTo>
                    <a:pt x="6222147" y="8612"/>
                  </a:lnTo>
                  <a:lnTo>
                    <a:pt x="6222265" y="8612"/>
                  </a:lnTo>
                  <a:lnTo>
                    <a:pt x="6222382" y="8612"/>
                  </a:lnTo>
                  <a:lnTo>
                    <a:pt x="6222500" y="8612"/>
                  </a:lnTo>
                  <a:lnTo>
                    <a:pt x="6222617" y="8612"/>
                  </a:lnTo>
                  <a:lnTo>
                    <a:pt x="6222735" y="8612"/>
                  </a:lnTo>
                  <a:lnTo>
                    <a:pt x="6222853" y="8612"/>
                  </a:lnTo>
                  <a:lnTo>
                    <a:pt x="6222970" y="8612"/>
                  </a:lnTo>
                  <a:lnTo>
                    <a:pt x="6223088" y="8612"/>
                  </a:lnTo>
                  <a:lnTo>
                    <a:pt x="6223205" y="8612"/>
                  </a:lnTo>
                  <a:lnTo>
                    <a:pt x="6223323" y="8612"/>
                  </a:lnTo>
                  <a:lnTo>
                    <a:pt x="6223441" y="8612"/>
                  </a:lnTo>
                  <a:lnTo>
                    <a:pt x="6223558" y="8612"/>
                  </a:lnTo>
                  <a:lnTo>
                    <a:pt x="6223676" y="8612"/>
                  </a:lnTo>
                  <a:lnTo>
                    <a:pt x="6223794" y="8612"/>
                  </a:lnTo>
                  <a:lnTo>
                    <a:pt x="6223911" y="8612"/>
                  </a:lnTo>
                  <a:lnTo>
                    <a:pt x="6224029" y="8612"/>
                  </a:lnTo>
                  <a:lnTo>
                    <a:pt x="6224146" y="8612"/>
                  </a:lnTo>
                  <a:lnTo>
                    <a:pt x="6224146" y="8181"/>
                  </a:lnTo>
                  <a:lnTo>
                    <a:pt x="6224264" y="8181"/>
                  </a:lnTo>
                  <a:lnTo>
                    <a:pt x="6224382" y="8181"/>
                  </a:lnTo>
                  <a:lnTo>
                    <a:pt x="6224499" y="8181"/>
                  </a:lnTo>
                  <a:lnTo>
                    <a:pt x="6224499" y="7750"/>
                  </a:lnTo>
                  <a:lnTo>
                    <a:pt x="6224617" y="7750"/>
                  </a:lnTo>
                  <a:lnTo>
                    <a:pt x="6224734" y="7750"/>
                  </a:lnTo>
                  <a:lnTo>
                    <a:pt x="6224852" y="7750"/>
                  </a:lnTo>
                  <a:lnTo>
                    <a:pt x="6224970" y="7750"/>
                  </a:lnTo>
                  <a:lnTo>
                    <a:pt x="6225087" y="7750"/>
                  </a:lnTo>
                  <a:lnTo>
                    <a:pt x="6225205" y="7750"/>
                  </a:lnTo>
                  <a:lnTo>
                    <a:pt x="6225323" y="7750"/>
                  </a:lnTo>
                  <a:lnTo>
                    <a:pt x="6225440" y="7750"/>
                  </a:lnTo>
                  <a:lnTo>
                    <a:pt x="6225558" y="7750"/>
                  </a:lnTo>
                  <a:lnTo>
                    <a:pt x="6225675" y="7750"/>
                  </a:lnTo>
                  <a:lnTo>
                    <a:pt x="6225793" y="7750"/>
                  </a:lnTo>
                  <a:lnTo>
                    <a:pt x="6225911" y="7750"/>
                  </a:lnTo>
                  <a:lnTo>
                    <a:pt x="6226028" y="7750"/>
                  </a:lnTo>
                  <a:lnTo>
                    <a:pt x="6226146" y="7750"/>
                  </a:lnTo>
                  <a:lnTo>
                    <a:pt x="6226263" y="7750"/>
                  </a:lnTo>
                  <a:lnTo>
                    <a:pt x="6226381" y="7750"/>
                  </a:lnTo>
                  <a:lnTo>
                    <a:pt x="6226499" y="7750"/>
                  </a:lnTo>
                  <a:lnTo>
                    <a:pt x="6226616" y="7750"/>
                  </a:lnTo>
                  <a:lnTo>
                    <a:pt x="6226734" y="7750"/>
                  </a:lnTo>
                  <a:lnTo>
                    <a:pt x="6226852" y="7750"/>
                  </a:lnTo>
                  <a:lnTo>
                    <a:pt x="6226969" y="7750"/>
                  </a:lnTo>
                  <a:lnTo>
                    <a:pt x="6227087" y="7750"/>
                  </a:lnTo>
                  <a:lnTo>
                    <a:pt x="6227204" y="7750"/>
                  </a:lnTo>
                  <a:lnTo>
                    <a:pt x="6227322" y="7750"/>
                  </a:lnTo>
                  <a:lnTo>
                    <a:pt x="6227440" y="7750"/>
                  </a:lnTo>
                  <a:lnTo>
                    <a:pt x="6227557" y="7750"/>
                  </a:lnTo>
                  <a:lnTo>
                    <a:pt x="6227675" y="7750"/>
                  </a:lnTo>
                  <a:lnTo>
                    <a:pt x="6227792" y="7750"/>
                  </a:lnTo>
                  <a:lnTo>
                    <a:pt x="6227910" y="7750"/>
                  </a:lnTo>
                  <a:lnTo>
                    <a:pt x="6228028" y="7750"/>
                  </a:lnTo>
                  <a:lnTo>
                    <a:pt x="6228145" y="7750"/>
                  </a:lnTo>
                  <a:lnTo>
                    <a:pt x="6228263" y="7750"/>
                  </a:lnTo>
                  <a:lnTo>
                    <a:pt x="6228381" y="7750"/>
                  </a:lnTo>
                  <a:lnTo>
                    <a:pt x="6228498" y="7750"/>
                  </a:lnTo>
                  <a:lnTo>
                    <a:pt x="6228616" y="7750"/>
                  </a:lnTo>
                  <a:lnTo>
                    <a:pt x="6228733" y="7750"/>
                  </a:lnTo>
                  <a:lnTo>
                    <a:pt x="6228851" y="7750"/>
                  </a:lnTo>
                  <a:lnTo>
                    <a:pt x="6228969" y="7750"/>
                  </a:lnTo>
                  <a:lnTo>
                    <a:pt x="6229086" y="7750"/>
                  </a:lnTo>
                  <a:lnTo>
                    <a:pt x="6229086" y="7320"/>
                  </a:lnTo>
                  <a:lnTo>
                    <a:pt x="6229204" y="7320"/>
                  </a:lnTo>
                  <a:lnTo>
                    <a:pt x="6229321" y="7320"/>
                  </a:lnTo>
                  <a:lnTo>
                    <a:pt x="6229439" y="7320"/>
                  </a:lnTo>
                  <a:lnTo>
                    <a:pt x="6229557" y="7320"/>
                  </a:lnTo>
                  <a:lnTo>
                    <a:pt x="6229674" y="7320"/>
                  </a:lnTo>
                  <a:lnTo>
                    <a:pt x="6229792" y="7320"/>
                  </a:lnTo>
                  <a:lnTo>
                    <a:pt x="6229909" y="7320"/>
                  </a:lnTo>
                  <a:lnTo>
                    <a:pt x="6230027" y="7320"/>
                  </a:lnTo>
                  <a:lnTo>
                    <a:pt x="6230145" y="7320"/>
                  </a:lnTo>
                  <a:lnTo>
                    <a:pt x="6230262" y="7320"/>
                  </a:lnTo>
                  <a:lnTo>
                    <a:pt x="6230380" y="7320"/>
                  </a:lnTo>
                  <a:lnTo>
                    <a:pt x="6230498" y="7320"/>
                  </a:lnTo>
                  <a:lnTo>
                    <a:pt x="6230615" y="7320"/>
                  </a:lnTo>
                  <a:lnTo>
                    <a:pt x="6230733" y="7320"/>
                  </a:lnTo>
                  <a:lnTo>
                    <a:pt x="6230850" y="7320"/>
                  </a:lnTo>
                  <a:lnTo>
                    <a:pt x="6230968" y="7320"/>
                  </a:lnTo>
                  <a:lnTo>
                    <a:pt x="6231086" y="7320"/>
                  </a:lnTo>
                  <a:lnTo>
                    <a:pt x="6231203" y="7320"/>
                  </a:lnTo>
                  <a:lnTo>
                    <a:pt x="6231321" y="7320"/>
                  </a:lnTo>
                  <a:lnTo>
                    <a:pt x="6231438" y="7320"/>
                  </a:lnTo>
                  <a:lnTo>
                    <a:pt x="6231556" y="7320"/>
                  </a:lnTo>
                  <a:lnTo>
                    <a:pt x="6231674" y="7320"/>
                  </a:lnTo>
                  <a:lnTo>
                    <a:pt x="6231791" y="7320"/>
                  </a:lnTo>
                  <a:lnTo>
                    <a:pt x="6231909" y="7320"/>
                  </a:lnTo>
                  <a:lnTo>
                    <a:pt x="6232027" y="7320"/>
                  </a:lnTo>
                  <a:lnTo>
                    <a:pt x="6232144" y="7320"/>
                  </a:lnTo>
                  <a:lnTo>
                    <a:pt x="6232262" y="7320"/>
                  </a:lnTo>
                  <a:lnTo>
                    <a:pt x="6232379" y="7320"/>
                  </a:lnTo>
                  <a:lnTo>
                    <a:pt x="6232497" y="7320"/>
                  </a:lnTo>
                  <a:lnTo>
                    <a:pt x="6232615" y="7320"/>
                  </a:lnTo>
                  <a:lnTo>
                    <a:pt x="6232732" y="7320"/>
                  </a:lnTo>
                  <a:lnTo>
                    <a:pt x="6232850" y="7320"/>
                  </a:lnTo>
                  <a:lnTo>
                    <a:pt x="6232967" y="7320"/>
                  </a:lnTo>
                  <a:lnTo>
                    <a:pt x="6233085" y="7320"/>
                  </a:lnTo>
                  <a:lnTo>
                    <a:pt x="6233203" y="7320"/>
                  </a:lnTo>
                  <a:lnTo>
                    <a:pt x="6233320" y="7320"/>
                  </a:lnTo>
                  <a:lnTo>
                    <a:pt x="6233438" y="7320"/>
                  </a:lnTo>
                  <a:lnTo>
                    <a:pt x="6233556" y="7320"/>
                  </a:lnTo>
                  <a:lnTo>
                    <a:pt x="6233673" y="7320"/>
                  </a:lnTo>
                  <a:lnTo>
                    <a:pt x="6233791" y="7320"/>
                  </a:lnTo>
                  <a:lnTo>
                    <a:pt x="6233908" y="7320"/>
                  </a:lnTo>
                  <a:lnTo>
                    <a:pt x="6234026" y="7320"/>
                  </a:lnTo>
                  <a:lnTo>
                    <a:pt x="6234144" y="7320"/>
                  </a:lnTo>
                  <a:lnTo>
                    <a:pt x="6234261" y="7320"/>
                  </a:lnTo>
                  <a:lnTo>
                    <a:pt x="6234379" y="7320"/>
                  </a:lnTo>
                  <a:lnTo>
                    <a:pt x="6234496" y="7320"/>
                  </a:lnTo>
                  <a:lnTo>
                    <a:pt x="6234614" y="7320"/>
                  </a:lnTo>
                  <a:lnTo>
                    <a:pt x="6234732" y="7320"/>
                  </a:lnTo>
                  <a:lnTo>
                    <a:pt x="6234849" y="7320"/>
                  </a:lnTo>
                  <a:lnTo>
                    <a:pt x="6234967" y="7320"/>
                  </a:lnTo>
                  <a:lnTo>
                    <a:pt x="6235085" y="7320"/>
                  </a:lnTo>
                  <a:lnTo>
                    <a:pt x="6235202" y="7320"/>
                  </a:lnTo>
                  <a:lnTo>
                    <a:pt x="6235320" y="7320"/>
                  </a:lnTo>
                  <a:lnTo>
                    <a:pt x="6235437" y="7320"/>
                  </a:lnTo>
                  <a:lnTo>
                    <a:pt x="6235555" y="7320"/>
                  </a:lnTo>
                  <a:lnTo>
                    <a:pt x="6235673" y="7320"/>
                  </a:lnTo>
                  <a:lnTo>
                    <a:pt x="6235790" y="7320"/>
                  </a:lnTo>
                  <a:lnTo>
                    <a:pt x="6235908" y="7320"/>
                  </a:lnTo>
                  <a:lnTo>
                    <a:pt x="6236025" y="7320"/>
                  </a:lnTo>
                  <a:lnTo>
                    <a:pt x="6236143" y="7320"/>
                  </a:lnTo>
                  <a:lnTo>
                    <a:pt x="6236261" y="7320"/>
                  </a:lnTo>
                  <a:lnTo>
                    <a:pt x="6236378" y="7320"/>
                  </a:lnTo>
                  <a:lnTo>
                    <a:pt x="6236496" y="7320"/>
                  </a:lnTo>
                  <a:lnTo>
                    <a:pt x="6236614" y="7320"/>
                  </a:lnTo>
                  <a:lnTo>
                    <a:pt x="6236731" y="7320"/>
                  </a:lnTo>
                  <a:lnTo>
                    <a:pt x="6236849" y="7320"/>
                  </a:lnTo>
                  <a:lnTo>
                    <a:pt x="6236966" y="7320"/>
                  </a:lnTo>
                  <a:lnTo>
                    <a:pt x="6237084" y="7320"/>
                  </a:lnTo>
                  <a:lnTo>
                    <a:pt x="6237202" y="7320"/>
                  </a:lnTo>
                  <a:lnTo>
                    <a:pt x="6237319" y="7320"/>
                  </a:lnTo>
                  <a:lnTo>
                    <a:pt x="6237437" y="7320"/>
                  </a:lnTo>
                  <a:lnTo>
                    <a:pt x="6237554" y="7320"/>
                  </a:lnTo>
                  <a:lnTo>
                    <a:pt x="6237672" y="7320"/>
                  </a:lnTo>
                  <a:lnTo>
                    <a:pt x="6237790" y="7320"/>
                  </a:lnTo>
                  <a:lnTo>
                    <a:pt x="6237907" y="7320"/>
                  </a:lnTo>
                  <a:lnTo>
                    <a:pt x="6238025" y="7320"/>
                  </a:lnTo>
                  <a:lnTo>
                    <a:pt x="6238142" y="7320"/>
                  </a:lnTo>
                  <a:lnTo>
                    <a:pt x="6238260" y="7320"/>
                  </a:lnTo>
                  <a:lnTo>
                    <a:pt x="6238378" y="7320"/>
                  </a:lnTo>
                  <a:lnTo>
                    <a:pt x="6238495" y="7320"/>
                  </a:lnTo>
                  <a:lnTo>
                    <a:pt x="6238613" y="7320"/>
                  </a:lnTo>
                  <a:lnTo>
                    <a:pt x="6238731" y="7320"/>
                  </a:lnTo>
                  <a:lnTo>
                    <a:pt x="6238848" y="7320"/>
                  </a:lnTo>
                  <a:lnTo>
                    <a:pt x="6238966" y="7320"/>
                  </a:lnTo>
                  <a:lnTo>
                    <a:pt x="6239083" y="7320"/>
                  </a:lnTo>
                  <a:lnTo>
                    <a:pt x="6239201" y="7320"/>
                  </a:lnTo>
                  <a:lnTo>
                    <a:pt x="6239319" y="7320"/>
                  </a:lnTo>
                  <a:lnTo>
                    <a:pt x="6239436" y="7320"/>
                  </a:lnTo>
                  <a:lnTo>
                    <a:pt x="6239554" y="7320"/>
                  </a:lnTo>
                  <a:lnTo>
                    <a:pt x="6239671" y="7320"/>
                  </a:lnTo>
                  <a:lnTo>
                    <a:pt x="6239789" y="7320"/>
                  </a:lnTo>
                  <a:lnTo>
                    <a:pt x="6239907" y="7320"/>
                  </a:lnTo>
                  <a:lnTo>
                    <a:pt x="6240024" y="7320"/>
                  </a:lnTo>
                  <a:lnTo>
                    <a:pt x="6240142" y="7320"/>
                  </a:lnTo>
                  <a:lnTo>
                    <a:pt x="6240260" y="7320"/>
                  </a:lnTo>
                  <a:lnTo>
                    <a:pt x="6240377" y="7320"/>
                  </a:lnTo>
                  <a:lnTo>
                    <a:pt x="6240495" y="7320"/>
                  </a:lnTo>
                  <a:lnTo>
                    <a:pt x="6240612" y="7320"/>
                  </a:lnTo>
                  <a:lnTo>
                    <a:pt x="6240730" y="7320"/>
                  </a:lnTo>
                  <a:lnTo>
                    <a:pt x="6240848" y="7320"/>
                  </a:lnTo>
                  <a:lnTo>
                    <a:pt x="6240965" y="7320"/>
                  </a:lnTo>
                  <a:lnTo>
                    <a:pt x="6241083" y="7320"/>
                  </a:lnTo>
                  <a:lnTo>
                    <a:pt x="6241200" y="7320"/>
                  </a:lnTo>
                  <a:lnTo>
                    <a:pt x="6241318" y="7320"/>
                  </a:lnTo>
                  <a:lnTo>
                    <a:pt x="6241436" y="7320"/>
                  </a:lnTo>
                  <a:lnTo>
                    <a:pt x="6241553" y="7320"/>
                  </a:lnTo>
                  <a:lnTo>
                    <a:pt x="6241671" y="7320"/>
                  </a:lnTo>
                  <a:lnTo>
                    <a:pt x="6241789" y="7320"/>
                  </a:lnTo>
                  <a:lnTo>
                    <a:pt x="6241906" y="7320"/>
                  </a:lnTo>
                  <a:lnTo>
                    <a:pt x="6242024" y="7320"/>
                  </a:lnTo>
                  <a:lnTo>
                    <a:pt x="6242141" y="7320"/>
                  </a:lnTo>
                  <a:lnTo>
                    <a:pt x="6242259" y="7320"/>
                  </a:lnTo>
                  <a:lnTo>
                    <a:pt x="6242377" y="7320"/>
                  </a:lnTo>
                  <a:lnTo>
                    <a:pt x="6242494" y="7320"/>
                  </a:lnTo>
                  <a:lnTo>
                    <a:pt x="6242612" y="7320"/>
                  </a:lnTo>
                  <a:lnTo>
                    <a:pt x="6242729" y="7320"/>
                  </a:lnTo>
                  <a:lnTo>
                    <a:pt x="6242847" y="7320"/>
                  </a:lnTo>
                  <a:lnTo>
                    <a:pt x="6242965" y="7320"/>
                  </a:lnTo>
                  <a:lnTo>
                    <a:pt x="6243082" y="7320"/>
                  </a:lnTo>
                  <a:lnTo>
                    <a:pt x="6243200" y="7320"/>
                  </a:lnTo>
                  <a:lnTo>
                    <a:pt x="6243318" y="7320"/>
                  </a:lnTo>
                  <a:lnTo>
                    <a:pt x="6243435" y="7320"/>
                  </a:lnTo>
                  <a:lnTo>
                    <a:pt x="6243553" y="7320"/>
                  </a:lnTo>
                  <a:lnTo>
                    <a:pt x="6243670" y="7320"/>
                  </a:lnTo>
                  <a:lnTo>
                    <a:pt x="6243788" y="7320"/>
                  </a:lnTo>
                  <a:lnTo>
                    <a:pt x="6243906" y="7320"/>
                  </a:lnTo>
                  <a:lnTo>
                    <a:pt x="6244023" y="7320"/>
                  </a:lnTo>
                  <a:lnTo>
                    <a:pt x="6244141" y="7320"/>
                  </a:lnTo>
                  <a:lnTo>
                    <a:pt x="6244258" y="7320"/>
                  </a:lnTo>
                  <a:lnTo>
                    <a:pt x="6244376" y="7320"/>
                  </a:lnTo>
                  <a:lnTo>
                    <a:pt x="6244494" y="7320"/>
                  </a:lnTo>
                  <a:lnTo>
                    <a:pt x="6244611" y="7320"/>
                  </a:lnTo>
                  <a:lnTo>
                    <a:pt x="6244729" y="7320"/>
                  </a:lnTo>
                  <a:lnTo>
                    <a:pt x="6244847" y="7320"/>
                  </a:lnTo>
                  <a:lnTo>
                    <a:pt x="6244964" y="7320"/>
                  </a:lnTo>
                  <a:lnTo>
                    <a:pt x="6245082" y="7320"/>
                  </a:lnTo>
                  <a:lnTo>
                    <a:pt x="6245199" y="7320"/>
                  </a:lnTo>
                  <a:lnTo>
                    <a:pt x="6245317" y="7320"/>
                  </a:lnTo>
                  <a:lnTo>
                    <a:pt x="6245435" y="7320"/>
                  </a:lnTo>
                  <a:lnTo>
                    <a:pt x="6245552" y="7320"/>
                  </a:lnTo>
                  <a:lnTo>
                    <a:pt x="6245670" y="7320"/>
                  </a:lnTo>
                  <a:lnTo>
                    <a:pt x="6245787" y="7320"/>
                  </a:lnTo>
                  <a:lnTo>
                    <a:pt x="6245905" y="7320"/>
                  </a:lnTo>
                  <a:lnTo>
                    <a:pt x="6246023" y="7320"/>
                  </a:lnTo>
                  <a:lnTo>
                    <a:pt x="6246140" y="7320"/>
                  </a:lnTo>
                  <a:lnTo>
                    <a:pt x="6246258" y="7320"/>
                  </a:lnTo>
                  <a:lnTo>
                    <a:pt x="6246375" y="7320"/>
                  </a:lnTo>
                  <a:lnTo>
                    <a:pt x="6246493" y="7320"/>
                  </a:lnTo>
                  <a:lnTo>
                    <a:pt x="6246611" y="7320"/>
                  </a:lnTo>
                  <a:lnTo>
                    <a:pt x="6246728" y="7320"/>
                  </a:lnTo>
                  <a:lnTo>
                    <a:pt x="6246846" y="7320"/>
                  </a:lnTo>
                  <a:lnTo>
                    <a:pt x="6246964" y="7320"/>
                  </a:lnTo>
                  <a:lnTo>
                    <a:pt x="6247081" y="7320"/>
                  </a:lnTo>
                  <a:lnTo>
                    <a:pt x="6247199" y="7320"/>
                  </a:lnTo>
                  <a:lnTo>
                    <a:pt x="6247316" y="7320"/>
                  </a:lnTo>
                  <a:lnTo>
                    <a:pt x="6247434" y="7320"/>
                  </a:lnTo>
                  <a:lnTo>
                    <a:pt x="6247552" y="7320"/>
                  </a:lnTo>
                  <a:lnTo>
                    <a:pt x="6247669" y="7320"/>
                  </a:lnTo>
                  <a:lnTo>
                    <a:pt x="6247787" y="7320"/>
                  </a:lnTo>
                  <a:lnTo>
                    <a:pt x="6247904" y="7320"/>
                  </a:lnTo>
                  <a:lnTo>
                    <a:pt x="6248022" y="7320"/>
                  </a:lnTo>
                  <a:lnTo>
                    <a:pt x="6248140" y="7320"/>
                  </a:lnTo>
                  <a:lnTo>
                    <a:pt x="6248257" y="7320"/>
                  </a:lnTo>
                  <a:lnTo>
                    <a:pt x="6248375" y="7320"/>
                  </a:lnTo>
                  <a:lnTo>
                    <a:pt x="6248493" y="7320"/>
                  </a:lnTo>
                  <a:lnTo>
                    <a:pt x="6248610" y="7320"/>
                  </a:lnTo>
                  <a:lnTo>
                    <a:pt x="6248728" y="7320"/>
                  </a:lnTo>
                  <a:lnTo>
                    <a:pt x="6248845" y="7320"/>
                  </a:lnTo>
                  <a:lnTo>
                    <a:pt x="6248963" y="7320"/>
                  </a:lnTo>
                  <a:lnTo>
                    <a:pt x="6249081" y="7320"/>
                  </a:lnTo>
                  <a:lnTo>
                    <a:pt x="6249198" y="7320"/>
                  </a:lnTo>
                  <a:lnTo>
                    <a:pt x="6249316" y="7320"/>
                  </a:lnTo>
                  <a:lnTo>
                    <a:pt x="6249433" y="7320"/>
                  </a:lnTo>
                  <a:lnTo>
                    <a:pt x="6249551" y="7320"/>
                  </a:lnTo>
                  <a:lnTo>
                    <a:pt x="6249669" y="7320"/>
                  </a:lnTo>
                  <a:lnTo>
                    <a:pt x="6249786" y="7320"/>
                  </a:lnTo>
                  <a:lnTo>
                    <a:pt x="6249786" y="6889"/>
                  </a:lnTo>
                  <a:lnTo>
                    <a:pt x="6249904" y="6889"/>
                  </a:lnTo>
                  <a:lnTo>
                    <a:pt x="6250022" y="6889"/>
                  </a:lnTo>
                  <a:lnTo>
                    <a:pt x="6250139" y="6889"/>
                  </a:lnTo>
                  <a:lnTo>
                    <a:pt x="6250257" y="6889"/>
                  </a:lnTo>
                  <a:lnTo>
                    <a:pt x="6250374" y="6889"/>
                  </a:lnTo>
                  <a:lnTo>
                    <a:pt x="6250492" y="6889"/>
                  </a:lnTo>
                  <a:lnTo>
                    <a:pt x="6250610" y="6889"/>
                  </a:lnTo>
                  <a:lnTo>
                    <a:pt x="6250727" y="6889"/>
                  </a:lnTo>
                  <a:lnTo>
                    <a:pt x="6250845" y="6889"/>
                  </a:lnTo>
                  <a:lnTo>
                    <a:pt x="6250962" y="6889"/>
                  </a:lnTo>
                  <a:lnTo>
                    <a:pt x="6251080" y="6889"/>
                  </a:lnTo>
                  <a:lnTo>
                    <a:pt x="6251198" y="6889"/>
                  </a:lnTo>
                  <a:lnTo>
                    <a:pt x="6251315" y="6889"/>
                  </a:lnTo>
                  <a:lnTo>
                    <a:pt x="6251433" y="6889"/>
                  </a:lnTo>
                  <a:lnTo>
                    <a:pt x="6251551" y="6889"/>
                  </a:lnTo>
                  <a:lnTo>
                    <a:pt x="6251668" y="6889"/>
                  </a:lnTo>
                  <a:lnTo>
                    <a:pt x="6251786" y="6889"/>
                  </a:lnTo>
                  <a:lnTo>
                    <a:pt x="6251903" y="6889"/>
                  </a:lnTo>
                  <a:lnTo>
                    <a:pt x="6252021" y="6889"/>
                  </a:lnTo>
                  <a:lnTo>
                    <a:pt x="6252139" y="6889"/>
                  </a:lnTo>
                  <a:lnTo>
                    <a:pt x="6252256" y="6889"/>
                  </a:lnTo>
                  <a:lnTo>
                    <a:pt x="6252374" y="6889"/>
                  </a:lnTo>
                  <a:lnTo>
                    <a:pt x="6252491" y="6889"/>
                  </a:lnTo>
                  <a:lnTo>
                    <a:pt x="6252609" y="6889"/>
                  </a:lnTo>
                  <a:lnTo>
                    <a:pt x="6252727" y="6889"/>
                  </a:lnTo>
                  <a:lnTo>
                    <a:pt x="6252844" y="6889"/>
                  </a:lnTo>
                  <a:lnTo>
                    <a:pt x="6252962" y="6889"/>
                  </a:lnTo>
                  <a:lnTo>
                    <a:pt x="6253080" y="6889"/>
                  </a:lnTo>
                  <a:lnTo>
                    <a:pt x="6253197" y="6889"/>
                  </a:lnTo>
                  <a:lnTo>
                    <a:pt x="6253315" y="6889"/>
                  </a:lnTo>
                  <a:lnTo>
                    <a:pt x="6253432" y="6889"/>
                  </a:lnTo>
                  <a:lnTo>
                    <a:pt x="6253550" y="6889"/>
                  </a:lnTo>
                  <a:lnTo>
                    <a:pt x="6253668" y="6889"/>
                  </a:lnTo>
                  <a:lnTo>
                    <a:pt x="6253785" y="6889"/>
                  </a:lnTo>
                  <a:lnTo>
                    <a:pt x="6253903" y="6889"/>
                  </a:lnTo>
                  <a:lnTo>
                    <a:pt x="6254020" y="6889"/>
                  </a:lnTo>
                  <a:lnTo>
                    <a:pt x="6254138" y="6889"/>
                  </a:lnTo>
                  <a:lnTo>
                    <a:pt x="6254256" y="6889"/>
                  </a:lnTo>
                  <a:lnTo>
                    <a:pt x="6254373" y="6889"/>
                  </a:lnTo>
                  <a:lnTo>
                    <a:pt x="6254491" y="6889"/>
                  </a:lnTo>
                  <a:lnTo>
                    <a:pt x="6254608" y="6889"/>
                  </a:lnTo>
                  <a:lnTo>
                    <a:pt x="6254726" y="6889"/>
                  </a:lnTo>
                  <a:lnTo>
                    <a:pt x="6254844" y="6889"/>
                  </a:lnTo>
                  <a:lnTo>
                    <a:pt x="6254961" y="6889"/>
                  </a:lnTo>
                  <a:lnTo>
                    <a:pt x="6255079" y="6889"/>
                  </a:lnTo>
                  <a:lnTo>
                    <a:pt x="6255197" y="6889"/>
                  </a:lnTo>
                  <a:lnTo>
                    <a:pt x="6255314" y="6889"/>
                  </a:lnTo>
                  <a:lnTo>
                    <a:pt x="6255432" y="6889"/>
                  </a:lnTo>
                  <a:lnTo>
                    <a:pt x="6255549" y="6889"/>
                  </a:lnTo>
                  <a:lnTo>
                    <a:pt x="6255549" y="6459"/>
                  </a:lnTo>
                  <a:lnTo>
                    <a:pt x="6255667" y="6459"/>
                  </a:lnTo>
                  <a:lnTo>
                    <a:pt x="6255785" y="6459"/>
                  </a:lnTo>
                  <a:lnTo>
                    <a:pt x="6255902" y="6459"/>
                  </a:lnTo>
                  <a:lnTo>
                    <a:pt x="6256020" y="6459"/>
                  </a:lnTo>
                  <a:lnTo>
                    <a:pt x="6256137" y="6459"/>
                  </a:lnTo>
                  <a:lnTo>
                    <a:pt x="6256255" y="6459"/>
                  </a:lnTo>
                  <a:lnTo>
                    <a:pt x="6256373" y="6459"/>
                  </a:lnTo>
                  <a:lnTo>
                    <a:pt x="6256373" y="6028"/>
                  </a:lnTo>
                  <a:lnTo>
                    <a:pt x="6256490" y="6028"/>
                  </a:lnTo>
                  <a:lnTo>
                    <a:pt x="6256608" y="6028"/>
                  </a:lnTo>
                  <a:lnTo>
                    <a:pt x="6256726" y="6028"/>
                  </a:lnTo>
                  <a:lnTo>
                    <a:pt x="6256726" y="5597"/>
                  </a:lnTo>
                  <a:lnTo>
                    <a:pt x="6256843" y="5597"/>
                  </a:lnTo>
                  <a:lnTo>
                    <a:pt x="6256961" y="5597"/>
                  </a:lnTo>
                  <a:lnTo>
                    <a:pt x="6257078" y="5597"/>
                  </a:lnTo>
                  <a:lnTo>
                    <a:pt x="6257196" y="5597"/>
                  </a:lnTo>
                  <a:lnTo>
                    <a:pt x="6257314" y="5597"/>
                  </a:lnTo>
                  <a:lnTo>
                    <a:pt x="6257431" y="5597"/>
                  </a:lnTo>
                  <a:lnTo>
                    <a:pt x="6257549" y="5597"/>
                  </a:lnTo>
                  <a:lnTo>
                    <a:pt x="6257666" y="5597"/>
                  </a:lnTo>
                  <a:lnTo>
                    <a:pt x="6257784" y="5597"/>
                  </a:lnTo>
                  <a:lnTo>
                    <a:pt x="6257902" y="5597"/>
                  </a:lnTo>
                  <a:lnTo>
                    <a:pt x="6258019" y="5597"/>
                  </a:lnTo>
                  <a:lnTo>
                    <a:pt x="6258137" y="5597"/>
                  </a:lnTo>
                  <a:lnTo>
                    <a:pt x="6258255" y="5597"/>
                  </a:lnTo>
                  <a:lnTo>
                    <a:pt x="6258372" y="5597"/>
                  </a:lnTo>
                  <a:lnTo>
                    <a:pt x="6258490" y="5597"/>
                  </a:lnTo>
                  <a:lnTo>
                    <a:pt x="6258607" y="5597"/>
                  </a:lnTo>
                  <a:lnTo>
                    <a:pt x="6258725" y="5597"/>
                  </a:lnTo>
                  <a:lnTo>
                    <a:pt x="6258843" y="5597"/>
                  </a:lnTo>
                  <a:lnTo>
                    <a:pt x="6258960" y="5597"/>
                  </a:lnTo>
                  <a:lnTo>
                    <a:pt x="6259078" y="5597"/>
                  </a:lnTo>
                  <a:lnTo>
                    <a:pt x="6259195" y="5597"/>
                  </a:lnTo>
                  <a:lnTo>
                    <a:pt x="6259313" y="5597"/>
                  </a:lnTo>
                  <a:lnTo>
                    <a:pt x="6259431" y="5597"/>
                  </a:lnTo>
                  <a:lnTo>
                    <a:pt x="6259548" y="5597"/>
                  </a:lnTo>
                  <a:lnTo>
                    <a:pt x="6259666" y="5597"/>
                  </a:lnTo>
                  <a:lnTo>
                    <a:pt x="6259784" y="5597"/>
                  </a:lnTo>
                  <a:lnTo>
                    <a:pt x="6259901" y="5597"/>
                  </a:lnTo>
                  <a:lnTo>
                    <a:pt x="6260019" y="5597"/>
                  </a:lnTo>
                  <a:lnTo>
                    <a:pt x="6260136" y="5597"/>
                  </a:lnTo>
                  <a:lnTo>
                    <a:pt x="6260254" y="5597"/>
                  </a:lnTo>
                  <a:lnTo>
                    <a:pt x="6260372" y="5597"/>
                  </a:lnTo>
                  <a:lnTo>
                    <a:pt x="6260489" y="5597"/>
                  </a:lnTo>
                  <a:lnTo>
                    <a:pt x="6260607" y="5597"/>
                  </a:lnTo>
                  <a:lnTo>
                    <a:pt x="6260724" y="5597"/>
                  </a:lnTo>
                  <a:lnTo>
                    <a:pt x="6260842" y="5597"/>
                  </a:lnTo>
                  <a:lnTo>
                    <a:pt x="6260960" y="5597"/>
                  </a:lnTo>
                  <a:lnTo>
                    <a:pt x="6261077" y="5597"/>
                  </a:lnTo>
                  <a:lnTo>
                    <a:pt x="6261195" y="5597"/>
                  </a:lnTo>
                  <a:lnTo>
                    <a:pt x="6261313" y="5597"/>
                  </a:lnTo>
                  <a:lnTo>
                    <a:pt x="6261430" y="5597"/>
                  </a:lnTo>
                  <a:lnTo>
                    <a:pt x="6261548" y="5597"/>
                  </a:lnTo>
                  <a:lnTo>
                    <a:pt x="6261665" y="5597"/>
                  </a:lnTo>
                  <a:lnTo>
                    <a:pt x="6261783" y="5597"/>
                  </a:lnTo>
                  <a:lnTo>
                    <a:pt x="6261901" y="5597"/>
                  </a:lnTo>
                  <a:lnTo>
                    <a:pt x="6262018" y="5597"/>
                  </a:lnTo>
                  <a:lnTo>
                    <a:pt x="6262136" y="5597"/>
                  </a:lnTo>
                  <a:lnTo>
                    <a:pt x="6262253" y="5597"/>
                  </a:lnTo>
                  <a:lnTo>
                    <a:pt x="6262371" y="5597"/>
                  </a:lnTo>
                  <a:lnTo>
                    <a:pt x="6262489" y="5597"/>
                  </a:lnTo>
                  <a:lnTo>
                    <a:pt x="6262606" y="5597"/>
                  </a:lnTo>
                  <a:lnTo>
                    <a:pt x="6262724" y="5597"/>
                  </a:lnTo>
                  <a:lnTo>
                    <a:pt x="6262841" y="5597"/>
                  </a:lnTo>
                  <a:lnTo>
                    <a:pt x="6262959" y="5597"/>
                  </a:lnTo>
                  <a:lnTo>
                    <a:pt x="6263077" y="5597"/>
                  </a:lnTo>
                  <a:lnTo>
                    <a:pt x="6263194" y="5597"/>
                  </a:lnTo>
                  <a:lnTo>
                    <a:pt x="6263312" y="5597"/>
                  </a:lnTo>
                  <a:lnTo>
                    <a:pt x="6263430" y="5597"/>
                  </a:lnTo>
                  <a:lnTo>
                    <a:pt x="6263547" y="5597"/>
                  </a:lnTo>
                  <a:lnTo>
                    <a:pt x="6263665" y="5597"/>
                  </a:lnTo>
                  <a:lnTo>
                    <a:pt x="6263782" y="5597"/>
                  </a:lnTo>
                  <a:lnTo>
                    <a:pt x="6263900" y="5597"/>
                  </a:lnTo>
                  <a:lnTo>
                    <a:pt x="6264018" y="5597"/>
                  </a:lnTo>
                  <a:lnTo>
                    <a:pt x="6264135" y="5597"/>
                  </a:lnTo>
                  <a:lnTo>
                    <a:pt x="6264253" y="5597"/>
                  </a:lnTo>
                  <a:lnTo>
                    <a:pt x="6264370" y="5597"/>
                  </a:lnTo>
                  <a:lnTo>
                    <a:pt x="6264488" y="5597"/>
                  </a:lnTo>
                  <a:lnTo>
                    <a:pt x="6264606" y="5597"/>
                  </a:lnTo>
                  <a:lnTo>
                    <a:pt x="6264723" y="5597"/>
                  </a:lnTo>
                  <a:lnTo>
                    <a:pt x="6264841" y="5597"/>
                  </a:lnTo>
                  <a:lnTo>
                    <a:pt x="6264959" y="5597"/>
                  </a:lnTo>
                  <a:lnTo>
                    <a:pt x="6265076" y="5597"/>
                  </a:lnTo>
                  <a:lnTo>
                    <a:pt x="6265194" y="5597"/>
                  </a:lnTo>
                  <a:lnTo>
                    <a:pt x="6265311" y="5597"/>
                  </a:lnTo>
                  <a:lnTo>
                    <a:pt x="6265429" y="5597"/>
                  </a:lnTo>
                  <a:lnTo>
                    <a:pt x="6265547" y="5597"/>
                  </a:lnTo>
                  <a:lnTo>
                    <a:pt x="6265664" y="5597"/>
                  </a:lnTo>
                  <a:lnTo>
                    <a:pt x="6265782" y="5597"/>
                  </a:lnTo>
                  <a:lnTo>
                    <a:pt x="6265899" y="5597"/>
                  </a:lnTo>
                  <a:lnTo>
                    <a:pt x="6266017" y="5597"/>
                  </a:lnTo>
                  <a:lnTo>
                    <a:pt x="6266135" y="5597"/>
                  </a:lnTo>
                  <a:lnTo>
                    <a:pt x="6266252" y="5597"/>
                  </a:lnTo>
                  <a:lnTo>
                    <a:pt x="6266370" y="5597"/>
                  </a:lnTo>
                  <a:lnTo>
                    <a:pt x="6266488" y="5597"/>
                  </a:lnTo>
                  <a:lnTo>
                    <a:pt x="6266605" y="5597"/>
                  </a:lnTo>
                  <a:lnTo>
                    <a:pt x="6266723" y="5597"/>
                  </a:lnTo>
                  <a:lnTo>
                    <a:pt x="6266840" y="5597"/>
                  </a:lnTo>
                  <a:lnTo>
                    <a:pt x="6266958" y="5597"/>
                  </a:lnTo>
                  <a:lnTo>
                    <a:pt x="6267076" y="5597"/>
                  </a:lnTo>
                  <a:lnTo>
                    <a:pt x="6267193" y="5597"/>
                  </a:lnTo>
                  <a:lnTo>
                    <a:pt x="6267311" y="5597"/>
                  </a:lnTo>
                  <a:lnTo>
                    <a:pt x="6267428" y="5597"/>
                  </a:lnTo>
                  <a:lnTo>
                    <a:pt x="6267546" y="5597"/>
                  </a:lnTo>
                  <a:lnTo>
                    <a:pt x="6267664" y="5597"/>
                  </a:lnTo>
                  <a:lnTo>
                    <a:pt x="6267781" y="5597"/>
                  </a:lnTo>
                  <a:lnTo>
                    <a:pt x="6267899" y="5597"/>
                  </a:lnTo>
                  <a:lnTo>
                    <a:pt x="6268017" y="5597"/>
                  </a:lnTo>
                  <a:lnTo>
                    <a:pt x="6268134" y="5597"/>
                  </a:lnTo>
                  <a:lnTo>
                    <a:pt x="6268252" y="5597"/>
                  </a:lnTo>
                  <a:lnTo>
                    <a:pt x="6268369" y="5597"/>
                  </a:lnTo>
                  <a:lnTo>
                    <a:pt x="6268487" y="5597"/>
                  </a:lnTo>
                  <a:lnTo>
                    <a:pt x="6268605" y="5597"/>
                  </a:lnTo>
                  <a:lnTo>
                    <a:pt x="6268722" y="5597"/>
                  </a:lnTo>
                  <a:lnTo>
                    <a:pt x="6268840" y="5597"/>
                  </a:lnTo>
                  <a:lnTo>
                    <a:pt x="6268957" y="5597"/>
                  </a:lnTo>
                  <a:lnTo>
                    <a:pt x="6269075" y="5597"/>
                  </a:lnTo>
                  <a:lnTo>
                    <a:pt x="6269193" y="5597"/>
                  </a:lnTo>
                  <a:lnTo>
                    <a:pt x="6269310" y="5597"/>
                  </a:lnTo>
                  <a:lnTo>
                    <a:pt x="6269428" y="5597"/>
                  </a:lnTo>
                  <a:lnTo>
                    <a:pt x="6269546" y="5597"/>
                  </a:lnTo>
                  <a:lnTo>
                    <a:pt x="6269663" y="5597"/>
                  </a:lnTo>
                  <a:lnTo>
                    <a:pt x="6269781" y="5597"/>
                  </a:lnTo>
                  <a:lnTo>
                    <a:pt x="6269898" y="5597"/>
                  </a:lnTo>
                  <a:lnTo>
                    <a:pt x="6270016" y="5597"/>
                  </a:lnTo>
                  <a:lnTo>
                    <a:pt x="6270134" y="5597"/>
                  </a:lnTo>
                  <a:lnTo>
                    <a:pt x="6270251" y="5597"/>
                  </a:lnTo>
                  <a:lnTo>
                    <a:pt x="6270369" y="5597"/>
                  </a:lnTo>
                  <a:lnTo>
                    <a:pt x="6270486" y="5597"/>
                  </a:lnTo>
                  <a:lnTo>
                    <a:pt x="6270604" y="5597"/>
                  </a:lnTo>
                  <a:lnTo>
                    <a:pt x="6270722" y="5597"/>
                  </a:lnTo>
                  <a:lnTo>
                    <a:pt x="6270839" y="5597"/>
                  </a:lnTo>
                  <a:lnTo>
                    <a:pt x="6270957" y="5597"/>
                  </a:lnTo>
                  <a:lnTo>
                    <a:pt x="6271074" y="5597"/>
                  </a:lnTo>
                  <a:lnTo>
                    <a:pt x="6271192" y="5597"/>
                  </a:lnTo>
                  <a:lnTo>
                    <a:pt x="6271310" y="5597"/>
                  </a:lnTo>
                  <a:lnTo>
                    <a:pt x="6271427" y="5597"/>
                  </a:lnTo>
                  <a:lnTo>
                    <a:pt x="6271545" y="5597"/>
                  </a:lnTo>
                  <a:lnTo>
                    <a:pt x="6271663" y="5597"/>
                  </a:lnTo>
                  <a:lnTo>
                    <a:pt x="6271780" y="5597"/>
                  </a:lnTo>
                  <a:lnTo>
                    <a:pt x="6271898" y="5597"/>
                  </a:lnTo>
                  <a:lnTo>
                    <a:pt x="6272015" y="5597"/>
                  </a:lnTo>
                  <a:lnTo>
                    <a:pt x="6272133" y="5597"/>
                  </a:lnTo>
                  <a:lnTo>
                    <a:pt x="6272251" y="5597"/>
                  </a:lnTo>
                  <a:lnTo>
                    <a:pt x="6272368" y="5597"/>
                  </a:lnTo>
                  <a:lnTo>
                    <a:pt x="6272486" y="5597"/>
                  </a:lnTo>
                  <a:lnTo>
                    <a:pt x="6272603" y="5597"/>
                  </a:lnTo>
                  <a:lnTo>
                    <a:pt x="6272721" y="5597"/>
                  </a:lnTo>
                  <a:lnTo>
                    <a:pt x="6272839" y="5597"/>
                  </a:lnTo>
                  <a:lnTo>
                    <a:pt x="6272956" y="5597"/>
                  </a:lnTo>
                  <a:lnTo>
                    <a:pt x="6273074" y="5597"/>
                  </a:lnTo>
                  <a:lnTo>
                    <a:pt x="6273192" y="5597"/>
                  </a:lnTo>
                  <a:lnTo>
                    <a:pt x="6273309" y="5597"/>
                  </a:lnTo>
                  <a:lnTo>
                    <a:pt x="6273427" y="5597"/>
                  </a:lnTo>
                  <a:lnTo>
                    <a:pt x="6273544" y="5597"/>
                  </a:lnTo>
                  <a:lnTo>
                    <a:pt x="6273662" y="5597"/>
                  </a:lnTo>
                  <a:lnTo>
                    <a:pt x="6273780" y="5597"/>
                  </a:lnTo>
                  <a:lnTo>
                    <a:pt x="6273897" y="5597"/>
                  </a:lnTo>
                  <a:lnTo>
                    <a:pt x="6274015" y="5597"/>
                  </a:lnTo>
                  <a:lnTo>
                    <a:pt x="6274132" y="5597"/>
                  </a:lnTo>
                  <a:lnTo>
                    <a:pt x="6274250" y="5597"/>
                  </a:lnTo>
                  <a:lnTo>
                    <a:pt x="6274368" y="5597"/>
                  </a:lnTo>
                  <a:lnTo>
                    <a:pt x="6274485" y="5597"/>
                  </a:lnTo>
                  <a:lnTo>
                    <a:pt x="6274603" y="5597"/>
                  </a:lnTo>
                  <a:lnTo>
                    <a:pt x="6274721" y="5597"/>
                  </a:lnTo>
                  <a:lnTo>
                    <a:pt x="6274838" y="5597"/>
                  </a:lnTo>
                  <a:lnTo>
                    <a:pt x="6274956" y="5597"/>
                  </a:lnTo>
                  <a:lnTo>
                    <a:pt x="6275073" y="5597"/>
                  </a:lnTo>
                  <a:lnTo>
                    <a:pt x="6275191" y="5597"/>
                  </a:lnTo>
                  <a:lnTo>
                    <a:pt x="6275309" y="5597"/>
                  </a:lnTo>
                  <a:lnTo>
                    <a:pt x="6275426" y="5597"/>
                  </a:lnTo>
                  <a:lnTo>
                    <a:pt x="6275544" y="5597"/>
                  </a:lnTo>
                  <a:lnTo>
                    <a:pt x="6275661" y="5597"/>
                  </a:lnTo>
                  <a:lnTo>
                    <a:pt x="6275779" y="5597"/>
                  </a:lnTo>
                  <a:lnTo>
                    <a:pt x="6275897" y="5597"/>
                  </a:lnTo>
                  <a:lnTo>
                    <a:pt x="6276014" y="5597"/>
                  </a:lnTo>
                  <a:lnTo>
                    <a:pt x="6276132" y="5597"/>
                  </a:lnTo>
                  <a:lnTo>
                    <a:pt x="6276250" y="5597"/>
                  </a:lnTo>
                  <a:lnTo>
                    <a:pt x="6276367" y="5597"/>
                  </a:lnTo>
                  <a:lnTo>
                    <a:pt x="6276485" y="5597"/>
                  </a:lnTo>
                  <a:lnTo>
                    <a:pt x="6276602" y="5597"/>
                  </a:lnTo>
                  <a:lnTo>
                    <a:pt x="6276720" y="5597"/>
                  </a:lnTo>
                  <a:lnTo>
                    <a:pt x="6276838" y="5597"/>
                  </a:lnTo>
                  <a:lnTo>
                    <a:pt x="6276955" y="5597"/>
                  </a:lnTo>
                  <a:lnTo>
                    <a:pt x="6277073" y="5597"/>
                  </a:lnTo>
                  <a:lnTo>
                    <a:pt x="6277190" y="5597"/>
                  </a:lnTo>
                  <a:lnTo>
                    <a:pt x="6277308" y="5597"/>
                  </a:lnTo>
                  <a:lnTo>
                    <a:pt x="6277426" y="5597"/>
                  </a:lnTo>
                  <a:lnTo>
                    <a:pt x="6277543" y="5597"/>
                  </a:lnTo>
                  <a:lnTo>
                    <a:pt x="6277661" y="5597"/>
                  </a:lnTo>
                  <a:lnTo>
                    <a:pt x="6277661" y="5167"/>
                  </a:lnTo>
                  <a:lnTo>
                    <a:pt x="6277779" y="5167"/>
                  </a:lnTo>
                  <a:lnTo>
                    <a:pt x="6277896" y="5167"/>
                  </a:lnTo>
                  <a:lnTo>
                    <a:pt x="6278014" y="5167"/>
                  </a:lnTo>
                  <a:lnTo>
                    <a:pt x="6278131" y="5167"/>
                  </a:lnTo>
                  <a:lnTo>
                    <a:pt x="6278249" y="5167"/>
                  </a:lnTo>
                  <a:lnTo>
                    <a:pt x="6278367" y="5167"/>
                  </a:lnTo>
                  <a:lnTo>
                    <a:pt x="6278484" y="5167"/>
                  </a:lnTo>
                  <a:lnTo>
                    <a:pt x="6278484" y="4736"/>
                  </a:lnTo>
                  <a:lnTo>
                    <a:pt x="6278602" y="4736"/>
                  </a:lnTo>
                  <a:lnTo>
                    <a:pt x="6278719" y="4736"/>
                  </a:lnTo>
                  <a:lnTo>
                    <a:pt x="6278837" y="4736"/>
                  </a:lnTo>
                  <a:lnTo>
                    <a:pt x="6278955" y="4736"/>
                  </a:lnTo>
                  <a:lnTo>
                    <a:pt x="6279072" y="4736"/>
                  </a:lnTo>
                  <a:lnTo>
                    <a:pt x="6279190" y="4736"/>
                  </a:lnTo>
                  <a:lnTo>
                    <a:pt x="6279307" y="4736"/>
                  </a:lnTo>
                  <a:lnTo>
                    <a:pt x="6279425" y="4736"/>
                  </a:lnTo>
                  <a:lnTo>
                    <a:pt x="6279543" y="4736"/>
                  </a:lnTo>
                  <a:lnTo>
                    <a:pt x="6279660" y="4736"/>
                  </a:lnTo>
                  <a:lnTo>
                    <a:pt x="6279778" y="4736"/>
                  </a:lnTo>
                  <a:lnTo>
                    <a:pt x="6279896" y="4736"/>
                  </a:lnTo>
                  <a:lnTo>
                    <a:pt x="6280013" y="4736"/>
                  </a:lnTo>
                  <a:lnTo>
                    <a:pt x="6280131" y="4736"/>
                  </a:lnTo>
                  <a:lnTo>
                    <a:pt x="6280248" y="4736"/>
                  </a:lnTo>
                  <a:lnTo>
                    <a:pt x="6280366" y="4736"/>
                  </a:lnTo>
                  <a:lnTo>
                    <a:pt x="6280484" y="4736"/>
                  </a:lnTo>
                  <a:lnTo>
                    <a:pt x="6280601" y="4736"/>
                  </a:lnTo>
                  <a:lnTo>
                    <a:pt x="6280719" y="4736"/>
                  </a:lnTo>
                  <a:lnTo>
                    <a:pt x="6280836" y="4736"/>
                  </a:lnTo>
                  <a:lnTo>
                    <a:pt x="6280954" y="4736"/>
                  </a:lnTo>
                  <a:lnTo>
                    <a:pt x="6281072" y="4736"/>
                  </a:lnTo>
                  <a:lnTo>
                    <a:pt x="6281189" y="4736"/>
                  </a:lnTo>
                  <a:lnTo>
                    <a:pt x="6281307" y="4736"/>
                  </a:lnTo>
                  <a:lnTo>
                    <a:pt x="6281425" y="4736"/>
                  </a:lnTo>
                  <a:lnTo>
                    <a:pt x="6281542" y="4736"/>
                  </a:lnTo>
                  <a:lnTo>
                    <a:pt x="6281660" y="4736"/>
                  </a:lnTo>
                  <a:lnTo>
                    <a:pt x="6281777" y="4736"/>
                  </a:lnTo>
                  <a:lnTo>
                    <a:pt x="6281895" y="4736"/>
                  </a:lnTo>
                  <a:lnTo>
                    <a:pt x="6282013" y="4736"/>
                  </a:lnTo>
                  <a:lnTo>
                    <a:pt x="6282130" y="4736"/>
                  </a:lnTo>
                  <a:lnTo>
                    <a:pt x="6282248" y="4736"/>
                  </a:lnTo>
                  <a:lnTo>
                    <a:pt x="6282365" y="4736"/>
                  </a:lnTo>
                  <a:lnTo>
                    <a:pt x="6282483" y="4736"/>
                  </a:lnTo>
                  <a:lnTo>
                    <a:pt x="6282601" y="4736"/>
                  </a:lnTo>
                  <a:lnTo>
                    <a:pt x="6282718" y="4736"/>
                  </a:lnTo>
                  <a:lnTo>
                    <a:pt x="6282836" y="4736"/>
                  </a:lnTo>
                  <a:lnTo>
                    <a:pt x="6282954" y="4736"/>
                  </a:lnTo>
                  <a:lnTo>
                    <a:pt x="6283071" y="4736"/>
                  </a:lnTo>
                  <a:lnTo>
                    <a:pt x="6283189" y="4736"/>
                  </a:lnTo>
                  <a:lnTo>
                    <a:pt x="6283306" y="4736"/>
                  </a:lnTo>
                  <a:lnTo>
                    <a:pt x="6283306" y="4306"/>
                  </a:lnTo>
                  <a:lnTo>
                    <a:pt x="6283424" y="4306"/>
                  </a:lnTo>
                  <a:lnTo>
                    <a:pt x="6283542" y="4306"/>
                  </a:lnTo>
                  <a:lnTo>
                    <a:pt x="6283659" y="4306"/>
                  </a:lnTo>
                  <a:lnTo>
                    <a:pt x="6283777" y="4306"/>
                  </a:lnTo>
                  <a:lnTo>
                    <a:pt x="6283894" y="4306"/>
                  </a:lnTo>
                  <a:lnTo>
                    <a:pt x="6284012" y="4306"/>
                  </a:lnTo>
                  <a:lnTo>
                    <a:pt x="6284130" y="4306"/>
                  </a:lnTo>
                  <a:lnTo>
                    <a:pt x="6284130" y="3875"/>
                  </a:lnTo>
                  <a:lnTo>
                    <a:pt x="6284247" y="3875"/>
                  </a:lnTo>
                  <a:lnTo>
                    <a:pt x="6284365" y="3875"/>
                  </a:lnTo>
                  <a:lnTo>
                    <a:pt x="6284483" y="3875"/>
                  </a:lnTo>
                  <a:lnTo>
                    <a:pt x="6284600" y="3875"/>
                  </a:lnTo>
                  <a:lnTo>
                    <a:pt x="6284718" y="3875"/>
                  </a:lnTo>
                  <a:lnTo>
                    <a:pt x="6284835" y="3875"/>
                  </a:lnTo>
                  <a:lnTo>
                    <a:pt x="6284953" y="3875"/>
                  </a:lnTo>
                  <a:lnTo>
                    <a:pt x="6285071" y="3875"/>
                  </a:lnTo>
                  <a:lnTo>
                    <a:pt x="6285188" y="3875"/>
                  </a:lnTo>
                  <a:lnTo>
                    <a:pt x="6285306" y="3875"/>
                  </a:lnTo>
                  <a:lnTo>
                    <a:pt x="6285423" y="3875"/>
                  </a:lnTo>
                  <a:lnTo>
                    <a:pt x="6285541" y="3875"/>
                  </a:lnTo>
                  <a:lnTo>
                    <a:pt x="6285659" y="3875"/>
                  </a:lnTo>
                  <a:lnTo>
                    <a:pt x="6285776" y="3875"/>
                  </a:lnTo>
                  <a:lnTo>
                    <a:pt x="6285894" y="3875"/>
                  </a:lnTo>
                  <a:lnTo>
                    <a:pt x="6286012" y="3875"/>
                  </a:lnTo>
                  <a:lnTo>
                    <a:pt x="6286129" y="3875"/>
                  </a:lnTo>
                  <a:lnTo>
                    <a:pt x="6286247" y="3875"/>
                  </a:lnTo>
                  <a:lnTo>
                    <a:pt x="6286364" y="3875"/>
                  </a:lnTo>
                  <a:lnTo>
                    <a:pt x="6286482" y="3875"/>
                  </a:lnTo>
                  <a:lnTo>
                    <a:pt x="6286600" y="3875"/>
                  </a:lnTo>
                  <a:lnTo>
                    <a:pt x="6286717" y="3875"/>
                  </a:lnTo>
                  <a:lnTo>
                    <a:pt x="6286835" y="3875"/>
                  </a:lnTo>
                  <a:lnTo>
                    <a:pt x="6286952" y="3875"/>
                  </a:lnTo>
                  <a:lnTo>
                    <a:pt x="6287070" y="3875"/>
                  </a:lnTo>
                  <a:lnTo>
                    <a:pt x="6287188" y="3875"/>
                  </a:lnTo>
                  <a:lnTo>
                    <a:pt x="6287305" y="3875"/>
                  </a:lnTo>
                  <a:lnTo>
                    <a:pt x="6287423" y="3875"/>
                  </a:lnTo>
                  <a:lnTo>
                    <a:pt x="6287540" y="3875"/>
                  </a:lnTo>
                  <a:lnTo>
                    <a:pt x="6287658" y="3875"/>
                  </a:lnTo>
                  <a:lnTo>
                    <a:pt x="6287776" y="3875"/>
                  </a:lnTo>
                  <a:lnTo>
                    <a:pt x="6287893" y="3875"/>
                  </a:lnTo>
                  <a:lnTo>
                    <a:pt x="6288011" y="3875"/>
                  </a:lnTo>
                  <a:lnTo>
                    <a:pt x="6288129" y="3875"/>
                  </a:lnTo>
                  <a:lnTo>
                    <a:pt x="6288246" y="3875"/>
                  </a:lnTo>
                  <a:lnTo>
                    <a:pt x="6288364" y="3875"/>
                  </a:lnTo>
                  <a:lnTo>
                    <a:pt x="6288481" y="3875"/>
                  </a:lnTo>
                  <a:lnTo>
                    <a:pt x="6288599" y="3875"/>
                  </a:lnTo>
                  <a:lnTo>
                    <a:pt x="6288717" y="3875"/>
                  </a:lnTo>
                  <a:lnTo>
                    <a:pt x="6288834" y="3875"/>
                  </a:lnTo>
                  <a:lnTo>
                    <a:pt x="6288952" y="3875"/>
                  </a:lnTo>
                  <a:lnTo>
                    <a:pt x="6289069" y="3875"/>
                  </a:lnTo>
                  <a:lnTo>
                    <a:pt x="6289187" y="3875"/>
                  </a:lnTo>
                  <a:lnTo>
                    <a:pt x="6289305" y="3875"/>
                  </a:lnTo>
                  <a:lnTo>
                    <a:pt x="6289422" y="3875"/>
                  </a:lnTo>
                  <a:lnTo>
                    <a:pt x="6289540" y="3875"/>
                  </a:lnTo>
                  <a:lnTo>
                    <a:pt x="6289658" y="3875"/>
                  </a:lnTo>
                  <a:lnTo>
                    <a:pt x="6289775" y="3875"/>
                  </a:lnTo>
                  <a:lnTo>
                    <a:pt x="6289893" y="3875"/>
                  </a:lnTo>
                  <a:lnTo>
                    <a:pt x="6290010" y="3875"/>
                  </a:lnTo>
                  <a:lnTo>
                    <a:pt x="6290128" y="3875"/>
                  </a:lnTo>
                  <a:lnTo>
                    <a:pt x="6290246" y="3875"/>
                  </a:lnTo>
                  <a:lnTo>
                    <a:pt x="6290363" y="3875"/>
                  </a:lnTo>
                  <a:lnTo>
                    <a:pt x="6290481" y="3875"/>
                  </a:lnTo>
                  <a:lnTo>
                    <a:pt x="6290598" y="3875"/>
                  </a:lnTo>
                  <a:lnTo>
                    <a:pt x="6290716" y="3875"/>
                  </a:lnTo>
                  <a:lnTo>
                    <a:pt x="6290834" y="3875"/>
                  </a:lnTo>
                  <a:lnTo>
                    <a:pt x="6290951" y="3875"/>
                  </a:lnTo>
                  <a:lnTo>
                    <a:pt x="6291069" y="3875"/>
                  </a:lnTo>
                  <a:lnTo>
                    <a:pt x="6291187" y="3875"/>
                  </a:lnTo>
                  <a:lnTo>
                    <a:pt x="6291304" y="3875"/>
                  </a:lnTo>
                  <a:lnTo>
                    <a:pt x="6291422" y="3875"/>
                  </a:lnTo>
                  <a:lnTo>
                    <a:pt x="6291539" y="3875"/>
                  </a:lnTo>
                  <a:lnTo>
                    <a:pt x="6291657" y="3875"/>
                  </a:lnTo>
                  <a:lnTo>
                    <a:pt x="6291775" y="3875"/>
                  </a:lnTo>
                  <a:lnTo>
                    <a:pt x="6291892" y="3875"/>
                  </a:lnTo>
                  <a:lnTo>
                    <a:pt x="6292010" y="3875"/>
                  </a:lnTo>
                  <a:lnTo>
                    <a:pt x="6292127" y="3875"/>
                  </a:lnTo>
                  <a:lnTo>
                    <a:pt x="6292245" y="3875"/>
                  </a:lnTo>
                  <a:lnTo>
                    <a:pt x="6292363" y="3875"/>
                  </a:lnTo>
                  <a:lnTo>
                    <a:pt x="6292480" y="3875"/>
                  </a:lnTo>
                  <a:lnTo>
                    <a:pt x="6292598" y="3875"/>
                  </a:lnTo>
                  <a:lnTo>
                    <a:pt x="6292716" y="3875"/>
                  </a:lnTo>
                  <a:lnTo>
                    <a:pt x="6292833" y="3875"/>
                  </a:lnTo>
                  <a:lnTo>
                    <a:pt x="6292951" y="3875"/>
                  </a:lnTo>
                  <a:lnTo>
                    <a:pt x="6293068" y="3875"/>
                  </a:lnTo>
                  <a:lnTo>
                    <a:pt x="6293186" y="3875"/>
                  </a:lnTo>
                  <a:lnTo>
                    <a:pt x="6293304" y="3875"/>
                  </a:lnTo>
                  <a:lnTo>
                    <a:pt x="6293421" y="3875"/>
                  </a:lnTo>
                  <a:lnTo>
                    <a:pt x="6293539" y="3875"/>
                  </a:lnTo>
                  <a:lnTo>
                    <a:pt x="6293656" y="3875"/>
                  </a:lnTo>
                  <a:lnTo>
                    <a:pt x="6293774" y="3875"/>
                  </a:lnTo>
                  <a:lnTo>
                    <a:pt x="6293892" y="3875"/>
                  </a:lnTo>
                  <a:lnTo>
                    <a:pt x="6294009" y="3875"/>
                  </a:lnTo>
                  <a:lnTo>
                    <a:pt x="6294127" y="3875"/>
                  </a:lnTo>
                  <a:lnTo>
                    <a:pt x="6294244" y="3875"/>
                  </a:lnTo>
                  <a:lnTo>
                    <a:pt x="6294362" y="3875"/>
                  </a:lnTo>
                  <a:lnTo>
                    <a:pt x="6294480" y="3875"/>
                  </a:lnTo>
                  <a:lnTo>
                    <a:pt x="6294597" y="3875"/>
                  </a:lnTo>
                  <a:lnTo>
                    <a:pt x="6294715" y="3875"/>
                  </a:lnTo>
                  <a:lnTo>
                    <a:pt x="6294833" y="3875"/>
                  </a:lnTo>
                  <a:lnTo>
                    <a:pt x="6294950" y="3875"/>
                  </a:lnTo>
                  <a:lnTo>
                    <a:pt x="6295068" y="3875"/>
                  </a:lnTo>
                  <a:lnTo>
                    <a:pt x="6295185" y="3875"/>
                  </a:lnTo>
                  <a:lnTo>
                    <a:pt x="6295303" y="3875"/>
                  </a:lnTo>
                  <a:lnTo>
                    <a:pt x="6295421" y="3875"/>
                  </a:lnTo>
                  <a:lnTo>
                    <a:pt x="6295538" y="3875"/>
                  </a:lnTo>
                  <a:lnTo>
                    <a:pt x="6295656" y="3875"/>
                  </a:lnTo>
                  <a:lnTo>
                    <a:pt x="6295773" y="3875"/>
                  </a:lnTo>
                  <a:lnTo>
                    <a:pt x="6295891" y="3875"/>
                  </a:lnTo>
                  <a:lnTo>
                    <a:pt x="6296009" y="3875"/>
                  </a:lnTo>
                  <a:lnTo>
                    <a:pt x="6296126" y="3875"/>
                  </a:lnTo>
                  <a:lnTo>
                    <a:pt x="6296244" y="3875"/>
                  </a:lnTo>
                  <a:lnTo>
                    <a:pt x="6296362" y="3875"/>
                  </a:lnTo>
                  <a:lnTo>
                    <a:pt x="6296479" y="3875"/>
                  </a:lnTo>
                  <a:lnTo>
                    <a:pt x="6296597" y="3875"/>
                  </a:lnTo>
                  <a:lnTo>
                    <a:pt x="6296714" y="3875"/>
                  </a:lnTo>
                  <a:lnTo>
                    <a:pt x="6296832" y="3875"/>
                  </a:lnTo>
                  <a:lnTo>
                    <a:pt x="6296950" y="3875"/>
                  </a:lnTo>
                  <a:lnTo>
                    <a:pt x="6297067" y="3875"/>
                  </a:lnTo>
                  <a:lnTo>
                    <a:pt x="6297185" y="3875"/>
                  </a:lnTo>
                  <a:lnTo>
                    <a:pt x="6297302" y="3875"/>
                  </a:lnTo>
                  <a:lnTo>
                    <a:pt x="6297420" y="3875"/>
                  </a:lnTo>
                  <a:lnTo>
                    <a:pt x="6297538" y="3875"/>
                  </a:lnTo>
                  <a:lnTo>
                    <a:pt x="6297655" y="3875"/>
                  </a:lnTo>
                  <a:lnTo>
                    <a:pt x="6297773" y="3875"/>
                  </a:lnTo>
                  <a:lnTo>
                    <a:pt x="6297891" y="3875"/>
                  </a:lnTo>
                  <a:lnTo>
                    <a:pt x="6298008" y="3875"/>
                  </a:lnTo>
                  <a:lnTo>
                    <a:pt x="6298126" y="3875"/>
                  </a:lnTo>
                  <a:lnTo>
                    <a:pt x="6298243" y="3875"/>
                  </a:lnTo>
                  <a:lnTo>
                    <a:pt x="6298361" y="3875"/>
                  </a:lnTo>
                  <a:lnTo>
                    <a:pt x="6298479" y="3875"/>
                  </a:lnTo>
                  <a:lnTo>
                    <a:pt x="6298596" y="3875"/>
                  </a:lnTo>
                  <a:lnTo>
                    <a:pt x="6298714" y="3875"/>
                  </a:lnTo>
                  <a:lnTo>
                    <a:pt x="6298831" y="3875"/>
                  </a:lnTo>
                  <a:lnTo>
                    <a:pt x="6298949" y="3875"/>
                  </a:lnTo>
                  <a:lnTo>
                    <a:pt x="6299067" y="3875"/>
                  </a:lnTo>
                  <a:lnTo>
                    <a:pt x="6299184" y="3875"/>
                  </a:lnTo>
                  <a:lnTo>
                    <a:pt x="6299302" y="3875"/>
                  </a:lnTo>
                  <a:lnTo>
                    <a:pt x="6299420" y="3875"/>
                  </a:lnTo>
                  <a:lnTo>
                    <a:pt x="6299537" y="3875"/>
                  </a:lnTo>
                  <a:lnTo>
                    <a:pt x="6299655" y="3875"/>
                  </a:lnTo>
                  <a:lnTo>
                    <a:pt x="6299772" y="3875"/>
                  </a:lnTo>
                  <a:lnTo>
                    <a:pt x="6299890" y="3875"/>
                  </a:lnTo>
                  <a:lnTo>
                    <a:pt x="6300008" y="3875"/>
                  </a:lnTo>
                  <a:lnTo>
                    <a:pt x="6300125" y="3875"/>
                  </a:lnTo>
                  <a:lnTo>
                    <a:pt x="6300243" y="3875"/>
                  </a:lnTo>
                  <a:lnTo>
                    <a:pt x="6300360" y="3875"/>
                  </a:lnTo>
                  <a:lnTo>
                    <a:pt x="6300478" y="3875"/>
                  </a:lnTo>
                  <a:lnTo>
                    <a:pt x="6300596" y="3875"/>
                  </a:lnTo>
                  <a:lnTo>
                    <a:pt x="6300713" y="3875"/>
                  </a:lnTo>
                  <a:lnTo>
                    <a:pt x="6300831" y="3875"/>
                  </a:lnTo>
                  <a:lnTo>
                    <a:pt x="6300949" y="3875"/>
                  </a:lnTo>
                  <a:lnTo>
                    <a:pt x="6301066" y="3875"/>
                  </a:lnTo>
                  <a:lnTo>
                    <a:pt x="6301184" y="3875"/>
                  </a:lnTo>
                  <a:lnTo>
                    <a:pt x="6301184" y="3444"/>
                  </a:lnTo>
                  <a:lnTo>
                    <a:pt x="6301301" y="3444"/>
                  </a:lnTo>
                  <a:lnTo>
                    <a:pt x="6301419" y="3444"/>
                  </a:lnTo>
                  <a:lnTo>
                    <a:pt x="6301537" y="3444"/>
                  </a:lnTo>
                  <a:lnTo>
                    <a:pt x="6301654" y="3444"/>
                  </a:lnTo>
                  <a:lnTo>
                    <a:pt x="6301772" y="3444"/>
                  </a:lnTo>
                  <a:lnTo>
                    <a:pt x="6301889" y="3444"/>
                  </a:lnTo>
                  <a:lnTo>
                    <a:pt x="6302007" y="3444"/>
                  </a:lnTo>
                  <a:lnTo>
                    <a:pt x="6302125" y="3444"/>
                  </a:lnTo>
                  <a:lnTo>
                    <a:pt x="6302242" y="3444"/>
                  </a:lnTo>
                  <a:lnTo>
                    <a:pt x="6302360" y="3444"/>
                  </a:lnTo>
                  <a:lnTo>
                    <a:pt x="6302477" y="3444"/>
                  </a:lnTo>
                  <a:lnTo>
                    <a:pt x="6302595" y="3444"/>
                  </a:lnTo>
                  <a:lnTo>
                    <a:pt x="6302713" y="3444"/>
                  </a:lnTo>
                  <a:lnTo>
                    <a:pt x="6302830" y="3444"/>
                  </a:lnTo>
                  <a:lnTo>
                    <a:pt x="6302948" y="3444"/>
                  </a:lnTo>
                  <a:lnTo>
                    <a:pt x="6303066" y="3444"/>
                  </a:lnTo>
                  <a:lnTo>
                    <a:pt x="6303183" y="3444"/>
                  </a:lnTo>
                  <a:lnTo>
                    <a:pt x="6303301" y="3444"/>
                  </a:lnTo>
                  <a:lnTo>
                    <a:pt x="6303418" y="3444"/>
                  </a:lnTo>
                  <a:lnTo>
                    <a:pt x="6303536" y="3444"/>
                  </a:lnTo>
                  <a:lnTo>
                    <a:pt x="6303654" y="3444"/>
                  </a:lnTo>
                  <a:lnTo>
                    <a:pt x="6303771" y="3444"/>
                  </a:lnTo>
                  <a:lnTo>
                    <a:pt x="6303889" y="3444"/>
                  </a:lnTo>
                  <a:lnTo>
                    <a:pt x="6304006" y="3444"/>
                  </a:lnTo>
                  <a:lnTo>
                    <a:pt x="6304124" y="3444"/>
                  </a:lnTo>
                  <a:lnTo>
                    <a:pt x="6304242" y="3444"/>
                  </a:lnTo>
                  <a:lnTo>
                    <a:pt x="6304359" y="3444"/>
                  </a:lnTo>
                  <a:lnTo>
                    <a:pt x="6304477" y="3444"/>
                  </a:lnTo>
                  <a:lnTo>
                    <a:pt x="6304595" y="3444"/>
                  </a:lnTo>
                  <a:lnTo>
                    <a:pt x="6304712" y="3444"/>
                  </a:lnTo>
                  <a:lnTo>
                    <a:pt x="6304830" y="3444"/>
                  </a:lnTo>
                  <a:lnTo>
                    <a:pt x="6304947" y="3444"/>
                  </a:lnTo>
                  <a:lnTo>
                    <a:pt x="6305065" y="3444"/>
                  </a:lnTo>
                  <a:lnTo>
                    <a:pt x="6305183" y="3444"/>
                  </a:lnTo>
                  <a:lnTo>
                    <a:pt x="6305300" y="3444"/>
                  </a:lnTo>
                  <a:lnTo>
                    <a:pt x="6305418" y="3444"/>
                  </a:lnTo>
                  <a:lnTo>
                    <a:pt x="6305535" y="3444"/>
                  </a:lnTo>
                  <a:lnTo>
                    <a:pt x="6305653" y="3444"/>
                  </a:lnTo>
                  <a:lnTo>
                    <a:pt x="6305771" y="3444"/>
                  </a:lnTo>
                  <a:lnTo>
                    <a:pt x="6305888" y="3444"/>
                  </a:lnTo>
                  <a:lnTo>
                    <a:pt x="6306006" y="3444"/>
                  </a:lnTo>
                  <a:lnTo>
                    <a:pt x="6306124" y="3444"/>
                  </a:lnTo>
                  <a:lnTo>
                    <a:pt x="6306241" y="3444"/>
                  </a:lnTo>
                  <a:lnTo>
                    <a:pt x="6306241" y="3014"/>
                  </a:lnTo>
                  <a:lnTo>
                    <a:pt x="6306359" y="3014"/>
                  </a:lnTo>
                  <a:lnTo>
                    <a:pt x="6306476" y="3014"/>
                  </a:lnTo>
                  <a:lnTo>
                    <a:pt x="6306594" y="3014"/>
                  </a:lnTo>
                  <a:lnTo>
                    <a:pt x="6306712" y="3014"/>
                  </a:lnTo>
                  <a:lnTo>
                    <a:pt x="6306829" y="3014"/>
                  </a:lnTo>
                  <a:lnTo>
                    <a:pt x="6306947" y="3014"/>
                  </a:lnTo>
                  <a:lnTo>
                    <a:pt x="6307064" y="3014"/>
                  </a:lnTo>
                  <a:lnTo>
                    <a:pt x="6307182" y="3014"/>
                  </a:lnTo>
                  <a:lnTo>
                    <a:pt x="6307300" y="3014"/>
                  </a:lnTo>
                  <a:lnTo>
                    <a:pt x="6307417" y="3014"/>
                  </a:lnTo>
                  <a:lnTo>
                    <a:pt x="6307535" y="3014"/>
                  </a:lnTo>
                  <a:lnTo>
                    <a:pt x="6307653" y="3014"/>
                  </a:lnTo>
                  <a:lnTo>
                    <a:pt x="6307770" y="3014"/>
                  </a:lnTo>
                  <a:lnTo>
                    <a:pt x="6307888" y="3014"/>
                  </a:lnTo>
                  <a:lnTo>
                    <a:pt x="6308005" y="3014"/>
                  </a:lnTo>
                  <a:lnTo>
                    <a:pt x="6308123" y="3014"/>
                  </a:lnTo>
                  <a:lnTo>
                    <a:pt x="6308241" y="3014"/>
                  </a:lnTo>
                  <a:lnTo>
                    <a:pt x="6308358" y="3014"/>
                  </a:lnTo>
                  <a:lnTo>
                    <a:pt x="6308476" y="3014"/>
                  </a:lnTo>
                  <a:lnTo>
                    <a:pt x="6308593" y="3014"/>
                  </a:lnTo>
                  <a:lnTo>
                    <a:pt x="6308711" y="3014"/>
                  </a:lnTo>
                  <a:lnTo>
                    <a:pt x="6308829" y="3014"/>
                  </a:lnTo>
                  <a:lnTo>
                    <a:pt x="6308946" y="3014"/>
                  </a:lnTo>
                  <a:lnTo>
                    <a:pt x="6309064" y="3014"/>
                  </a:lnTo>
                  <a:lnTo>
                    <a:pt x="6309182" y="3014"/>
                  </a:lnTo>
                  <a:lnTo>
                    <a:pt x="6309299" y="3014"/>
                  </a:lnTo>
                  <a:lnTo>
                    <a:pt x="6309417" y="3014"/>
                  </a:lnTo>
                  <a:lnTo>
                    <a:pt x="6309534" y="3014"/>
                  </a:lnTo>
                  <a:lnTo>
                    <a:pt x="6309652" y="3014"/>
                  </a:lnTo>
                  <a:lnTo>
                    <a:pt x="6309770" y="3014"/>
                  </a:lnTo>
                  <a:lnTo>
                    <a:pt x="6309887" y="3014"/>
                  </a:lnTo>
                  <a:lnTo>
                    <a:pt x="6310005" y="3014"/>
                  </a:lnTo>
                  <a:lnTo>
                    <a:pt x="6310122" y="3014"/>
                  </a:lnTo>
                  <a:lnTo>
                    <a:pt x="6310240" y="3014"/>
                  </a:lnTo>
                  <a:lnTo>
                    <a:pt x="6310358" y="3014"/>
                  </a:lnTo>
                  <a:lnTo>
                    <a:pt x="6310475" y="3014"/>
                  </a:lnTo>
                  <a:lnTo>
                    <a:pt x="6310593" y="3014"/>
                  </a:lnTo>
                  <a:lnTo>
                    <a:pt x="6310710" y="3014"/>
                  </a:lnTo>
                  <a:lnTo>
                    <a:pt x="6310828" y="3014"/>
                  </a:lnTo>
                  <a:lnTo>
                    <a:pt x="6310946" y="3014"/>
                  </a:lnTo>
                  <a:lnTo>
                    <a:pt x="6311063" y="3014"/>
                  </a:lnTo>
                  <a:lnTo>
                    <a:pt x="6311063" y="2583"/>
                  </a:lnTo>
                  <a:lnTo>
                    <a:pt x="6311181" y="2583"/>
                  </a:lnTo>
                  <a:lnTo>
                    <a:pt x="6311299" y="2583"/>
                  </a:lnTo>
                  <a:lnTo>
                    <a:pt x="6311416" y="2583"/>
                  </a:lnTo>
                  <a:lnTo>
                    <a:pt x="6311534" y="2583"/>
                  </a:lnTo>
                  <a:lnTo>
                    <a:pt x="6311651" y="2583"/>
                  </a:lnTo>
                  <a:lnTo>
                    <a:pt x="6311769" y="2583"/>
                  </a:lnTo>
                  <a:lnTo>
                    <a:pt x="6311887" y="2583"/>
                  </a:lnTo>
                  <a:lnTo>
                    <a:pt x="6312004" y="2583"/>
                  </a:lnTo>
                  <a:lnTo>
                    <a:pt x="6312122" y="2583"/>
                  </a:lnTo>
                  <a:lnTo>
                    <a:pt x="6312239" y="2583"/>
                  </a:lnTo>
                  <a:lnTo>
                    <a:pt x="6312357" y="2583"/>
                  </a:lnTo>
                  <a:lnTo>
                    <a:pt x="6312475" y="2583"/>
                  </a:lnTo>
                  <a:lnTo>
                    <a:pt x="6312592" y="2583"/>
                  </a:lnTo>
                  <a:lnTo>
                    <a:pt x="6312710" y="2583"/>
                  </a:lnTo>
                  <a:lnTo>
                    <a:pt x="6312828" y="2583"/>
                  </a:lnTo>
                  <a:lnTo>
                    <a:pt x="6312945" y="2583"/>
                  </a:lnTo>
                  <a:lnTo>
                    <a:pt x="6313063" y="2583"/>
                  </a:lnTo>
                  <a:lnTo>
                    <a:pt x="6313180" y="2583"/>
                  </a:lnTo>
                  <a:lnTo>
                    <a:pt x="6313298" y="2583"/>
                  </a:lnTo>
                  <a:lnTo>
                    <a:pt x="6313416" y="2583"/>
                  </a:lnTo>
                  <a:lnTo>
                    <a:pt x="6313533" y="2583"/>
                  </a:lnTo>
                  <a:lnTo>
                    <a:pt x="6313651" y="2583"/>
                  </a:lnTo>
                  <a:lnTo>
                    <a:pt x="6313768" y="2583"/>
                  </a:lnTo>
                  <a:lnTo>
                    <a:pt x="6313886" y="2583"/>
                  </a:lnTo>
                  <a:lnTo>
                    <a:pt x="6314004" y="2583"/>
                  </a:lnTo>
                  <a:lnTo>
                    <a:pt x="6314121" y="2583"/>
                  </a:lnTo>
                  <a:lnTo>
                    <a:pt x="6314239" y="2583"/>
                  </a:lnTo>
                  <a:lnTo>
                    <a:pt x="6314357" y="2583"/>
                  </a:lnTo>
                  <a:lnTo>
                    <a:pt x="6314474" y="2583"/>
                  </a:lnTo>
                  <a:lnTo>
                    <a:pt x="6314592" y="2583"/>
                  </a:lnTo>
                  <a:lnTo>
                    <a:pt x="6314709" y="2583"/>
                  </a:lnTo>
                  <a:lnTo>
                    <a:pt x="6314827" y="2583"/>
                  </a:lnTo>
                  <a:lnTo>
                    <a:pt x="6314945" y="2583"/>
                  </a:lnTo>
                  <a:lnTo>
                    <a:pt x="6315062" y="2583"/>
                  </a:lnTo>
                  <a:lnTo>
                    <a:pt x="6315180" y="2583"/>
                  </a:lnTo>
                  <a:lnTo>
                    <a:pt x="6315297" y="2583"/>
                  </a:lnTo>
                  <a:lnTo>
                    <a:pt x="6315415" y="2583"/>
                  </a:lnTo>
                  <a:lnTo>
                    <a:pt x="6315533" y="2583"/>
                  </a:lnTo>
                  <a:lnTo>
                    <a:pt x="6315650" y="2583"/>
                  </a:lnTo>
                  <a:lnTo>
                    <a:pt x="6315768" y="2583"/>
                  </a:lnTo>
                  <a:lnTo>
                    <a:pt x="6315886" y="2583"/>
                  </a:lnTo>
                  <a:lnTo>
                    <a:pt x="6316003" y="2583"/>
                  </a:lnTo>
                  <a:lnTo>
                    <a:pt x="6316121" y="2583"/>
                  </a:lnTo>
                  <a:lnTo>
                    <a:pt x="6316238" y="2583"/>
                  </a:lnTo>
                  <a:lnTo>
                    <a:pt x="6316356" y="2583"/>
                  </a:lnTo>
                  <a:lnTo>
                    <a:pt x="6316474" y="2583"/>
                  </a:lnTo>
                  <a:lnTo>
                    <a:pt x="6316591" y="2583"/>
                  </a:lnTo>
                  <a:lnTo>
                    <a:pt x="6316709" y="2583"/>
                  </a:lnTo>
                  <a:lnTo>
                    <a:pt x="6316826" y="2583"/>
                  </a:lnTo>
                  <a:lnTo>
                    <a:pt x="6316944" y="2583"/>
                  </a:lnTo>
                  <a:lnTo>
                    <a:pt x="6317062" y="2583"/>
                  </a:lnTo>
                  <a:lnTo>
                    <a:pt x="6317179" y="2583"/>
                  </a:lnTo>
                  <a:lnTo>
                    <a:pt x="6317297" y="2583"/>
                  </a:lnTo>
                  <a:lnTo>
                    <a:pt x="6317415" y="2583"/>
                  </a:lnTo>
                  <a:lnTo>
                    <a:pt x="6317532" y="2583"/>
                  </a:lnTo>
                  <a:lnTo>
                    <a:pt x="6317650" y="2583"/>
                  </a:lnTo>
                  <a:lnTo>
                    <a:pt x="6317767" y="2583"/>
                  </a:lnTo>
                  <a:lnTo>
                    <a:pt x="6317885" y="2583"/>
                  </a:lnTo>
                  <a:lnTo>
                    <a:pt x="6318003" y="2583"/>
                  </a:lnTo>
                  <a:lnTo>
                    <a:pt x="6318120" y="2583"/>
                  </a:lnTo>
                  <a:lnTo>
                    <a:pt x="6318238" y="2583"/>
                  </a:lnTo>
                  <a:lnTo>
                    <a:pt x="6318355" y="2583"/>
                  </a:lnTo>
                  <a:lnTo>
                    <a:pt x="6318473" y="2583"/>
                  </a:lnTo>
                  <a:lnTo>
                    <a:pt x="6318591" y="2583"/>
                  </a:lnTo>
                  <a:lnTo>
                    <a:pt x="6318708" y="2583"/>
                  </a:lnTo>
                  <a:lnTo>
                    <a:pt x="6318826" y="2583"/>
                  </a:lnTo>
                  <a:lnTo>
                    <a:pt x="6318943" y="2583"/>
                  </a:lnTo>
                  <a:lnTo>
                    <a:pt x="6319061" y="2583"/>
                  </a:lnTo>
                  <a:lnTo>
                    <a:pt x="6319179" y="2583"/>
                  </a:lnTo>
                  <a:lnTo>
                    <a:pt x="6319296" y="2583"/>
                  </a:lnTo>
                  <a:lnTo>
                    <a:pt x="6319414" y="2583"/>
                  </a:lnTo>
                  <a:lnTo>
                    <a:pt x="6319532" y="2583"/>
                  </a:lnTo>
                  <a:lnTo>
                    <a:pt x="6319649" y="2583"/>
                  </a:lnTo>
                  <a:lnTo>
                    <a:pt x="6319767" y="2583"/>
                  </a:lnTo>
                  <a:lnTo>
                    <a:pt x="6319884" y="2583"/>
                  </a:lnTo>
                  <a:lnTo>
                    <a:pt x="6320002" y="2583"/>
                  </a:lnTo>
                  <a:lnTo>
                    <a:pt x="6320120" y="2583"/>
                  </a:lnTo>
                  <a:lnTo>
                    <a:pt x="6320237" y="2583"/>
                  </a:lnTo>
                  <a:lnTo>
                    <a:pt x="6320355" y="2583"/>
                  </a:lnTo>
                  <a:lnTo>
                    <a:pt x="6320472" y="2583"/>
                  </a:lnTo>
                  <a:lnTo>
                    <a:pt x="6320590" y="2583"/>
                  </a:lnTo>
                  <a:lnTo>
                    <a:pt x="6320708" y="2583"/>
                  </a:lnTo>
                  <a:lnTo>
                    <a:pt x="6320825" y="2583"/>
                  </a:lnTo>
                  <a:lnTo>
                    <a:pt x="6320943" y="2583"/>
                  </a:lnTo>
                  <a:lnTo>
                    <a:pt x="6321061" y="2583"/>
                  </a:lnTo>
                  <a:lnTo>
                    <a:pt x="6321061" y="2153"/>
                  </a:lnTo>
                  <a:lnTo>
                    <a:pt x="6321178" y="2153"/>
                  </a:lnTo>
                  <a:lnTo>
                    <a:pt x="6321296" y="2153"/>
                  </a:lnTo>
                  <a:lnTo>
                    <a:pt x="6321413" y="2153"/>
                  </a:lnTo>
                  <a:lnTo>
                    <a:pt x="6321531" y="2153"/>
                  </a:lnTo>
                  <a:lnTo>
                    <a:pt x="6321649" y="2153"/>
                  </a:lnTo>
                  <a:lnTo>
                    <a:pt x="6321766" y="2153"/>
                  </a:lnTo>
                  <a:lnTo>
                    <a:pt x="6321884" y="2153"/>
                  </a:lnTo>
                  <a:lnTo>
                    <a:pt x="6322001" y="2153"/>
                  </a:lnTo>
                  <a:lnTo>
                    <a:pt x="6322119" y="2153"/>
                  </a:lnTo>
                  <a:lnTo>
                    <a:pt x="6322237" y="2153"/>
                  </a:lnTo>
                  <a:lnTo>
                    <a:pt x="6322354" y="2153"/>
                  </a:lnTo>
                  <a:lnTo>
                    <a:pt x="6322472" y="2153"/>
                  </a:lnTo>
                  <a:lnTo>
                    <a:pt x="6322590" y="2153"/>
                  </a:lnTo>
                  <a:lnTo>
                    <a:pt x="6322707" y="2153"/>
                  </a:lnTo>
                  <a:lnTo>
                    <a:pt x="6322825" y="2153"/>
                  </a:lnTo>
                  <a:lnTo>
                    <a:pt x="6322942" y="2153"/>
                  </a:lnTo>
                  <a:lnTo>
                    <a:pt x="6323060" y="2153"/>
                  </a:lnTo>
                  <a:lnTo>
                    <a:pt x="6323178" y="2153"/>
                  </a:lnTo>
                  <a:lnTo>
                    <a:pt x="6323295" y="2153"/>
                  </a:lnTo>
                  <a:lnTo>
                    <a:pt x="6323413" y="2153"/>
                  </a:lnTo>
                  <a:lnTo>
                    <a:pt x="6323530" y="2153"/>
                  </a:lnTo>
                  <a:lnTo>
                    <a:pt x="6323648" y="2153"/>
                  </a:lnTo>
                  <a:lnTo>
                    <a:pt x="6323766" y="2153"/>
                  </a:lnTo>
                  <a:lnTo>
                    <a:pt x="6323883" y="2153"/>
                  </a:lnTo>
                  <a:lnTo>
                    <a:pt x="6324001" y="2153"/>
                  </a:lnTo>
                  <a:lnTo>
                    <a:pt x="6324119" y="2153"/>
                  </a:lnTo>
                  <a:lnTo>
                    <a:pt x="6324236" y="2153"/>
                  </a:lnTo>
                  <a:lnTo>
                    <a:pt x="6324354" y="2153"/>
                  </a:lnTo>
                  <a:lnTo>
                    <a:pt x="6324471" y="2153"/>
                  </a:lnTo>
                  <a:lnTo>
                    <a:pt x="6324589" y="2153"/>
                  </a:lnTo>
                  <a:lnTo>
                    <a:pt x="6324707" y="2153"/>
                  </a:lnTo>
                  <a:lnTo>
                    <a:pt x="6324824" y="2153"/>
                  </a:lnTo>
                  <a:lnTo>
                    <a:pt x="6324942" y="2153"/>
                  </a:lnTo>
                  <a:lnTo>
                    <a:pt x="6325059" y="2153"/>
                  </a:lnTo>
                  <a:lnTo>
                    <a:pt x="6325177" y="2153"/>
                  </a:lnTo>
                  <a:lnTo>
                    <a:pt x="6325295" y="2153"/>
                  </a:lnTo>
                  <a:lnTo>
                    <a:pt x="6325412" y="2153"/>
                  </a:lnTo>
                  <a:lnTo>
                    <a:pt x="6325530" y="2153"/>
                  </a:lnTo>
                  <a:lnTo>
                    <a:pt x="6325648" y="2153"/>
                  </a:lnTo>
                  <a:lnTo>
                    <a:pt x="6325765" y="2153"/>
                  </a:lnTo>
                  <a:lnTo>
                    <a:pt x="6325883" y="2153"/>
                  </a:lnTo>
                  <a:lnTo>
                    <a:pt x="6326000" y="2153"/>
                  </a:lnTo>
                  <a:lnTo>
                    <a:pt x="6326118" y="2153"/>
                  </a:lnTo>
                  <a:lnTo>
                    <a:pt x="6326236" y="2153"/>
                  </a:lnTo>
                  <a:lnTo>
                    <a:pt x="6326353" y="2153"/>
                  </a:lnTo>
                  <a:lnTo>
                    <a:pt x="6326471" y="2153"/>
                  </a:lnTo>
                  <a:lnTo>
                    <a:pt x="6326588" y="2153"/>
                  </a:lnTo>
                  <a:lnTo>
                    <a:pt x="6326706" y="2153"/>
                  </a:lnTo>
                  <a:lnTo>
                    <a:pt x="6326824" y="2153"/>
                  </a:lnTo>
                  <a:lnTo>
                    <a:pt x="6326941" y="2153"/>
                  </a:lnTo>
                  <a:lnTo>
                    <a:pt x="6327059" y="2153"/>
                  </a:lnTo>
                  <a:lnTo>
                    <a:pt x="6327176" y="2153"/>
                  </a:lnTo>
                  <a:lnTo>
                    <a:pt x="6327294" y="2153"/>
                  </a:lnTo>
                  <a:lnTo>
                    <a:pt x="6327412" y="2153"/>
                  </a:lnTo>
                  <a:lnTo>
                    <a:pt x="6327529" y="2153"/>
                  </a:lnTo>
                  <a:lnTo>
                    <a:pt x="6327647" y="2153"/>
                  </a:lnTo>
                  <a:lnTo>
                    <a:pt x="6327765" y="2153"/>
                  </a:lnTo>
                  <a:lnTo>
                    <a:pt x="6327882" y="2153"/>
                  </a:lnTo>
                  <a:lnTo>
                    <a:pt x="6327882" y="1722"/>
                  </a:lnTo>
                  <a:lnTo>
                    <a:pt x="6328000" y="1722"/>
                  </a:lnTo>
                  <a:lnTo>
                    <a:pt x="6328117" y="1722"/>
                  </a:lnTo>
                  <a:lnTo>
                    <a:pt x="6328235" y="1722"/>
                  </a:lnTo>
                  <a:lnTo>
                    <a:pt x="6328353" y="1722"/>
                  </a:lnTo>
                  <a:lnTo>
                    <a:pt x="6328470" y="1722"/>
                  </a:lnTo>
                  <a:lnTo>
                    <a:pt x="6328588" y="1722"/>
                  </a:lnTo>
                  <a:lnTo>
                    <a:pt x="6328705" y="1722"/>
                  </a:lnTo>
                  <a:lnTo>
                    <a:pt x="6328823" y="1722"/>
                  </a:lnTo>
                  <a:lnTo>
                    <a:pt x="6328941" y="1722"/>
                  </a:lnTo>
                  <a:lnTo>
                    <a:pt x="6329058" y="1722"/>
                  </a:lnTo>
                  <a:lnTo>
                    <a:pt x="6329176" y="1722"/>
                  </a:lnTo>
                  <a:lnTo>
                    <a:pt x="6329294" y="1722"/>
                  </a:lnTo>
                  <a:lnTo>
                    <a:pt x="6329411" y="1722"/>
                  </a:lnTo>
                  <a:lnTo>
                    <a:pt x="6329529" y="1722"/>
                  </a:lnTo>
                  <a:lnTo>
                    <a:pt x="6329646" y="1722"/>
                  </a:lnTo>
                  <a:lnTo>
                    <a:pt x="6329764" y="1722"/>
                  </a:lnTo>
                  <a:lnTo>
                    <a:pt x="6329882" y="1722"/>
                  </a:lnTo>
                  <a:lnTo>
                    <a:pt x="6329999" y="1722"/>
                  </a:lnTo>
                  <a:lnTo>
                    <a:pt x="6330117" y="1722"/>
                  </a:lnTo>
                  <a:lnTo>
                    <a:pt x="6330234" y="1722"/>
                  </a:lnTo>
                  <a:lnTo>
                    <a:pt x="6330352" y="1722"/>
                  </a:lnTo>
                  <a:lnTo>
                    <a:pt x="6330470" y="1722"/>
                  </a:lnTo>
                  <a:lnTo>
                    <a:pt x="6330587" y="1722"/>
                  </a:lnTo>
                  <a:lnTo>
                    <a:pt x="6330705" y="1722"/>
                  </a:lnTo>
                  <a:lnTo>
                    <a:pt x="6330823" y="1722"/>
                  </a:lnTo>
                  <a:lnTo>
                    <a:pt x="6330940" y="1722"/>
                  </a:lnTo>
                  <a:lnTo>
                    <a:pt x="6331058" y="1722"/>
                  </a:lnTo>
                  <a:lnTo>
                    <a:pt x="6331175" y="1722"/>
                  </a:lnTo>
                  <a:lnTo>
                    <a:pt x="6331293" y="1722"/>
                  </a:lnTo>
                  <a:lnTo>
                    <a:pt x="6331411" y="1722"/>
                  </a:lnTo>
                  <a:lnTo>
                    <a:pt x="6331528" y="1722"/>
                  </a:lnTo>
                  <a:lnTo>
                    <a:pt x="6331646" y="1722"/>
                  </a:lnTo>
                  <a:lnTo>
                    <a:pt x="6331763" y="1722"/>
                  </a:lnTo>
                  <a:lnTo>
                    <a:pt x="6331881" y="1722"/>
                  </a:lnTo>
                  <a:lnTo>
                    <a:pt x="6331999" y="1722"/>
                  </a:lnTo>
                  <a:lnTo>
                    <a:pt x="6332116" y="1722"/>
                  </a:lnTo>
                  <a:lnTo>
                    <a:pt x="6332234" y="1722"/>
                  </a:lnTo>
                  <a:lnTo>
                    <a:pt x="6332352" y="1722"/>
                  </a:lnTo>
                  <a:lnTo>
                    <a:pt x="6332352" y="1291"/>
                  </a:lnTo>
                  <a:lnTo>
                    <a:pt x="6332469" y="1291"/>
                  </a:lnTo>
                  <a:lnTo>
                    <a:pt x="6332587" y="1291"/>
                  </a:lnTo>
                  <a:lnTo>
                    <a:pt x="6332704" y="1291"/>
                  </a:lnTo>
                  <a:lnTo>
                    <a:pt x="6332822" y="1291"/>
                  </a:lnTo>
                  <a:lnTo>
                    <a:pt x="6332940" y="1291"/>
                  </a:lnTo>
                  <a:lnTo>
                    <a:pt x="6333057" y="1291"/>
                  </a:lnTo>
                  <a:lnTo>
                    <a:pt x="6333175" y="1291"/>
                  </a:lnTo>
                  <a:lnTo>
                    <a:pt x="6333292" y="1291"/>
                  </a:lnTo>
                  <a:lnTo>
                    <a:pt x="6333410" y="1291"/>
                  </a:lnTo>
                  <a:lnTo>
                    <a:pt x="6333410" y="861"/>
                  </a:lnTo>
                  <a:lnTo>
                    <a:pt x="6333528" y="861"/>
                  </a:lnTo>
                  <a:lnTo>
                    <a:pt x="6333645" y="861"/>
                  </a:lnTo>
                  <a:lnTo>
                    <a:pt x="6333763" y="861"/>
                  </a:lnTo>
                  <a:lnTo>
                    <a:pt x="6333881" y="861"/>
                  </a:lnTo>
                  <a:lnTo>
                    <a:pt x="6333998" y="861"/>
                  </a:lnTo>
                  <a:lnTo>
                    <a:pt x="6334116" y="861"/>
                  </a:lnTo>
                  <a:lnTo>
                    <a:pt x="6334233" y="861"/>
                  </a:lnTo>
                  <a:lnTo>
                    <a:pt x="6334351" y="861"/>
                  </a:lnTo>
                  <a:lnTo>
                    <a:pt x="6334469" y="861"/>
                  </a:lnTo>
                  <a:lnTo>
                    <a:pt x="6334586" y="861"/>
                  </a:lnTo>
                  <a:lnTo>
                    <a:pt x="6334704" y="861"/>
                  </a:lnTo>
                  <a:lnTo>
                    <a:pt x="6334821" y="861"/>
                  </a:lnTo>
                  <a:lnTo>
                    <a:pt x="6334939" y="861"/>
                  </a:lnTo>
                  <a:lnTo>
                    <a:pt x="6335057" y="861"/>
                  </a:lnTo>
                  <a:lnTo>
                    <a:pt x="6335174" y="861"/>
                  </a:lnTo>
                  <a:lnTo>
                    <a:pt x="6335292" y="861"/>
                  </a:lnTo>
                  <a:lnTo>
                    <a:pt x="6335409" y="861"/>
                  </a:lnTo>
                  <a:lnTo>
                    <a:pt x="6335527" y="861"/>
                  </a:lnTo>
                  <a:lnTo>
                    <a:pt x="6335645" y="861"/>
                  </a:lnTo>
                  <a:lnTo>
                    <a:pt x="6335762" y="861"/>
                  </a:lnTo>
                  <a:lnTo>
                    <a:pt x="6335880" y="861"/>
                  </a:lnTo>
                  <a:lnTo>
                    <a:pt x="6335998" y="861"/>
                  </a:lnTo>
                  <a:lnTo>
                    <a:pt x="6336115" y="861"/>
                  </a:lnTo>
                  <a:lnTo>
                    <a:pt x="6336233" y="861"/>
                  </a:lnTo>
                  <a:lnTo>
                    <a:pt x="6336350" y="861"/>
                  </a:lnTo>
                  <a:lnTo>
                    <a:pt x="6336468" y="861"/>
                  </a:lnTo>
                  <a:lnTo>
                    <a:pt x="6336586" y="861"/>
                  </a:lnTo>
                  <a:lnTo>
                    <a:pt x="6336703" y="861"/>
                  </a:lnTo>
                  <a:lnTo>
                    <a:pt x="6336821" y="861"/>
                  </a:lnTo>
                  <a:lnTo>
                    <a:pt x="6336938" y="861"/>
                  </a:lnTo>
                  <a:lnTo>
                    <a:pt x="6337056" y="861"/>
                  </a:lnTo>
                  <a:lnTo>
                    <a:pt x="6337174" y="861"/>
                  </a:lnTo>
                  <a:lnTo>
                    <a:pt x="6337291" y="861"/>
                  </a:lnTo>
                  <a:lnTo>
                    <a:pt x="6337409" y="861"/>
                  </a:lnTo>
                  <a:lnTo>
                    <a:pt x="6337527" y="861"/>
                  </a:lnTo>
                  <a:lnTo>
                    <a:pt x="6337644" y="861"/>
                  </a:lnTo>
                  <a:lnTo>
                    <a:pt x="6337762" y="861"/>
                  </a:lnTo>
                  <a:lnTo>
                    <a:pt x="6337879" y="861"/>
                  </a:lnTo>
                  <a:lnTo>
                    <a:pt x="6337997" y="861"/>
                  </a:lnTo>
                  <a:lnTo>
                    <a:pt x="6338115" y="861"/>
                  </a:lnTo>
                  <a:lnTo>
                    <a:pt x="6338232" y="861"/>
                  </a:lnTo>
                  <a:lnTo>
                    <a:pt x="6338350" y="861"/>
                  </a:lnTo>
                  <a:lnTo>
                    <a:pt x="6338467" y="861"/>
                  </a:lnTo>
                  <a:lnTo>
                    <a:pt x="6338585" y="861"/>
                  </a:lnTo>
                  <a:lnTo>
                    <a:pt x="6338703" y="861"/>
                  </a:lnTo>
                  <a:lnTo>
                    <a:pt x="6338820" y="861"/>
                  </a:lnTo>
                  <a:lnTo>
                    <a:pt x="6338820" y="430"/>
                  </a:lnTo>
                  <a:lnTo>
                    <a:pt x="6338938" y="430"/>
                  </a:lnTo>
                  <a:lnTo>
                    <a:pt x="6339056" y="430"/>
                  </a:lnTo>
                  <a:lnTo>
                    <a:pt x="6339056" y="0"/>
                  </a:lnTo>
                  <a:lnTo>
                    <a:pt x="6339056" y="0"/>
                  </a:lnTo>
                  <a:lnTo>
                    <a:pt x="6339173" y="0"/>
                  </a:lnTo>
                  <a:lnTo>
                    <a:pt x="6339291" y="0"/>
                  </a:lnTo>
                  <a:lnTo>
                    <a:pt x="6339408" y="0"/>
                  </a:lnTo>
                  <a:lnTo>
                    <a:pt x="6339526" y="0"/>
                  </a:lnTo>
                  <a:lnTo>
                    <a:pt x="6339644" y="0"/>
                  </a:lnTo>
                  <a:lnTo>
                    <a:pt x="6339761" y="0"/>
                  </a:lnTo>
                  <a:lnTo>
                    <a:pt x="6339879" y="0"/>
                  </a:lnTo>
                  <a:lnTo>
                    <a:pt x="6339996" y="0"/>
                  </a:lnTo>
                  <a:lnTo>
                    <a:pt x="6340114" y="0"/>
                  </a:lnTo>
                  <a:lnTo>
                    <a:pt x="6340232" y="0"/>
                  </a:lnTo>
                  <a:lnTo>
                    <a:pt x="6340349" y="0"/>
                  </a:lnTo>
                  <a:lnTo>
                    <a:pt x="6340467" y="0"/>
                  </a:lnTo>
                  <a:lnTo>
                    <a:pt x="6340585" y="0"/>
                  </a:lnTo>
                  <a:lnTo>
                    <a:pt x="6340585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652822" y="69589"/>
              <a:ext cx="6340585" cy="6340585"/>
            </a:xfrm>
            <a:custGeom>
              <a:avLst/>
              <a:pathLst>
                <a:path w="6340585" h="6340585">
                  <a:moveTo>
                    <a:pt x="0" y="6340585"/>
                  </a:moveTo>
                  <a:lnTo>
                    <a:pt x="117" y="6340585"/>
                  </a:lnTo>
                  <a:lnTo>
                    <a:pt x="117" y="6340154"/>
                  </a:lnTo>
                  <a:lnTo>
                    <a:pt x="235" y="6340154"/>
                  </a:lnTo>
                  <a:lnTo>
                    <a:pt x="235" y="6339723"/>
                  </a:lnTo>
                  <a:lnTo>
                    <a:pt x="235" y="6339293"/>
                  </a:lnTo>
                  <a:lnTo>
                    <a:pt x="235" y="6338862"/>
                  </a:lnTo>
                  <a:lnTo>
                    <a:pt x="352" y="6338862"/>
                  </a:lnTo>
                  <a:lnTo>
                    <a:pt x="470" y="6338862"/>
                  </a:lnTo>
                  <a:lnTo>
                    <a:pt x="588" y="6338862"/>
                  </a:lnTo>
                  <a:lnTo>
                    <a:pt x="588" y="6338432"/>
                  </a:lnTo>
                  <a:lnTo>
                    <a:pt x="705" y="6338432"/>
                  </a:lnTo>
                  <a:lnTo>
                    <a:pt x="823" y="6338432"/>
                  </a:lnTo>
                  <a:lnTo>
                    <a:pt x="940" y="6338432"/>
                  </a:lnTo>
                  <a:lnTo>
                    <a:pt x="1058" y="6338432"/>
                  </a:lnTo>
                  <a:lnTo>
                    <a:pt x="1176" y="6338432"/>
                  </a:lnTo>
                  <a:lnTo>
                    <a:pt x="1293" y="6338432"/>
                  </a:lnTo>
                  <a:lnTo>
                    <a:pt x="1411" y="6338432"/>
                  </a:lnTo>
                  <a:lnTo>
                    <a:pt x="1528" y="6338432"/>
                  </a:lnTo>
                  <a:lnTo>
                    <a:pt x="1646" y="6338432"/>
                  </a:lnTo>
                  <a:lnTo>
                    <a:pt x="1764" y="6338432"/>
                  </a:lnTo>
                  <a:lnTo>
                    <a:pt x="1881" y="6338432"/>
                  </a:lnTo>
                  <a:lnTo>
                    <a:pt x="1999" y="6338432"/>
                  </a:lnTo>
                  <a:lnTo>
                    <a:pt x="2117" y="6338432"/>
                  </a:lnTo>
                  <a:lnTo>
                    <a:pt x="2234" y="6338432"/>
                  </a:lnTo>
                  <a:lnTo>
                    <a:pt x="2352" y="6338432"/>
                  </a:lnTo>
                  <a:lnTo>
                    <a:pt x="2469" y="6338432"/>
                  </a:lnTo>
                  <a:lnTo>
                    <a:pt x="2587" y="6338432"/>
                  </a:lnTo>
                  <a:lnTo>
                    <a:pt x="2705" y="6338432"/>
                  </a:lnTo>
                  <a:lnTo>
                    <a:pt x="2705" y="6338001"/>
                  </a:lnTo>
                  <a:lnTo>
                    <a:pt x="2822" y="6338001"/>
                  </a:lnTo>
                  <a:lnTo>
                    <a:pt x="2822" y="6337570"/>
                  </a:lnTo>
                  <a:lnTo>
                    <a:pt x="2940" y="6337570"/>
                  </a:lnTo>
                  <a:lnTo>
                    <a:pt x="2940" y="6337140"/>
                  </a:lnTo>
                  <a:lnTo>
                    <a:pt x="3057" y="6337140"/>
                  </a:lnTo>
                  <a:lnTo>
                    <a:pt x="3057" y="6336709"/>
                  </a:lnTo>
                  <a:lnTo>
                    <a:pt x="3175" y="6336709"/>
                  </a:lnTo>
                  <a:lnTo>
                    <a:pt x="3293" y="6336709"/>
                  </a:lnTo>
                  <a:lnTo>
                    <a:pt x="3293" y="6336279"/>
                  </a:lnTo>
                  <a:lnTo>
                    <a:pt x="3410" y="6336279"/>
                  </a:lnTo>
                  <a:lnTo>
                    <a:pt x="3410" y="6335848"/>
                  </a:lnTo>
                  <a:lnTo>
                    <a:pt x="3528" y="6335848"/>
                  </a:lnTo>
                  <a:lnTo>
                    <a:pt x="3528" y="6335417"/>
                  </a:lnTo>
                  <a:lnTo>
                    <a:pt x="3528" y="6334987"/>
                  </a:lnTo>
                  <a:lnTo>
                    <a:pt x="3646" y="6334987"/>
                  </a:lnTo>
                  <a:lnTo>
                    <a:pt x="3763" y="6334987"/>
                  </a:lnTo>
                  <a:lnTo>
                    <a:pt x="3881" y="6334987"/>
                  </a:lnTo>
                  <a:lnTo>
                    <a:pt x="3998" y="6334987"/>
                  </a:lnTo>
                  <a:lnTo>
                    <a:pt x="4116" y="6334987"/>
                  </a:lnTo>
                  <a:lnTo>
                    <a:pt x="4234" y="6334987"/>
                  </a:lnTo>
                  <a:lnTo>
                    <a:pt x="4351" y="6334987"/>
                  </a:lnTo>
                  <a:lnTo>
                    <a:pt x="4351" y="6334556"/>
                  </a:lnTo>
                  <a:lnTo>
                    <a:pt x="4469" y="6334556"/>
                  </a:lnTo>
                  <a:lnTo>
                    <a:pt x="4469" y="6334126"/>
                  </a:lnTo>
                  <a:lnTo>
                    <a:pt x="4586" y="6334126"/>
                  </a:lnTo>
                  <a:lnTo>
                    <a:pt x="4704" y="6334126"/>
                  </a:lnTo>
                  <a:lnTo>
                    <a:pt x="4822" y="6334126"/>
                  </a:lnTo>
                  <a:lnTo>
                    <a:pt x="4939" y="6334126"/>
                  </a:lnTo>
                  <a:lnTo>
                    <a:pt x="5057" y="6334126"/>
                  </a:lnTo>
                  <a:lnTo>
                    <a:pt x="5175" y="6334126"/>
                  </a:lnTo>
                  <a:lnTo>
                    <a:pt x="5292" y="6334126"/>
                  </a:lnTo>
                  <a:lnTo>
                    <a:pt x="5292" y="6333695"/>
                  </a:lnTo>
                  <a:lnTo>
                    <a:pt x="5410" y="6333695"/>
                  </a:lnTo>
                  <a:lnTo>
                    <a:pt x="5527" y="6333695"/>
                  </a:lnTo>
                  <a:lnTo>
                    <a:pt x="5645" y="6333695"/>
                  </a:lnTo>
                  <a:lnTo>
                    <a:pt x="5763" y="6333695"/>
                  </a:lnTo>
                  <a:lnTo>
                    <a:pt x="5880" y="6333695"/>
                  </a:lnTo>
                  <a:lnTo>
                    <a:pt x="5998" y="6333695"/>
                  </a:lnTo>
                  <a:lnTo>
                    <a:pt x="6115" y="6333695"/>
                  </a:lnTo>
                  <a:lnTo>
                    <a:pt x="6233" y="6333695"/>
                  </a:lnTo>
                  <a:lnTo>
                    <a:pt x="6351" y="6333695"/>
                  </a:lnTo>
                  <a:lnTo>
                    <a:pt x="6468" y="6333695"/>
                  </a:lnTo>
                  <a:lnTo>
                    <a:pt x="6586" y="6333695"/>
                  </a:lnTo>
                  <a:lnTo>
                    <a:pt x="6704" y="6333695"/>
                  </a:lnTo>
                  <a:lnTo>
                    <a:pt x="6821" y="6333695"/>
                  </a:lnTo>
                  <a:lnTo>
                    <a:pt x="6939" y="6333695"/>
                  </a:lnTo>
                  <a:lnTo>
                    <a:pt x="7056" y="6333695"/>
                  </a:lnTo>
                  <a:lnTo>
                    <a:pt x="7056" y="6333264"/>
                  </a:lnTo>
                  <a:lnTo>
                    <a:pt x="7056" y="6332834"/>
                  </a:lnTo>
                  <a:lnTo>
                    <a:pt x="7174" y="6332834"/>
                  </a:lnTo>
                  <a:lnTo>
                    <a:pt x="7292" y="6332834"/>
                  </a:lnTo>
                  <a:lnTo>
                    <a:pt x="7292" y="6332403"/>
                  </a:lnTo>
                  <a:lnTo>
                    <a:pt x="7292" y="6331973"/>
                  </a:lnTo>
                  <a:lnTo>
                    <a:pt x="7409" y="6331973"/>
                  </a:lnTo>
                  <a:lnTo>
                    <a:pt x="7409" y="6331542"/>
                  </a:lnTo>
                  <a:lnTo>
                    <a:pt x="7527" y="6331542"/>
                  </a:lnTo>
                  <a:lnTo>
                    <a:pt x="7527" y="6331111"/>
                  </a:lnTo>
                  <a:lnTo>
                    <a:pt x="7644" y="6331111"/>
                  </a:lnTo>
                  <a:lnTo>
                    <a:pt x="7762" y="6331111"/>
                  </a:lnTo>
                  <a:lnTo>
                    <a:pt x="7880" y="6331111"/>
                  </a:lnTo>
                  <a:lnTo>
                    <a:pt x="7997" y="6331111"/>
                  </a:lnTo>
                  <a:lnTo>
                    <a:pt x="8115" y="6331111"/>
                  </a:lnTo>
                  <a:lnTo>
                    <a:pt x="8232" y="6331111"/>
                  </a:lnTo>
                  <a:lnTo>
                    <a:pt x="8350" y="6331111"/>
                  </a:lnTo>
                  <a:lnTo>
                    <a:pt x="8468" y="6331111"/>
                  </a:lnTo>
                  <a:lnTo>
                    <a:pt x="8468" y="6330681"/>
                  </a:lnTo>
                  <a:lnTo>
                    <a:pt x="8468" y="6330250"/>
                  </a:lnTo>
                  <a:lnTo>
                    <a:pt x="8585" y="6330250"/>
                  </a:lnTo>
                  <a:lnTo>
                    <a:pt x="8585" y="6329820"/>
                  </a:lnTo>
                  <a:lnTo>
                    <a:pt x="8703" y="6329820"/>
                  </a:lnTo>
                  <a:lnTo>
                    <a:pt x="8821" y="6329820"/>
                  </a:lnTo>
                  <a:lnTo>
                    <a:pt x="8938" y="6329820"/>
                  </a:lnTo>
                  <a:lnTo>
                    <a:pt x="9056" y="6329820"/>
                  </a:lnTo>
                  <a:lnTo>
                    <a:pt x="9173" y="6329820"/>
                  </a:lnTo>
                  <a:lnTo>
                    <a:pt x="9173" y="6329389"/>
                  </a:lnTo>
                  <a:lnTo>
                    <a:pt x="9291" y="6329389"/>
                  </a:lnTo>
                  <a:lnTo>
                    <a:pt x="9409" y="6329389"/>
                  </a:lnTo>
                  <a:lnTo>
                    <a:pt x="9526" y="6329389"/>
                  </a:lnTo>
                  <a:lnTo>
                    <a:pt x="9526" y="6328958"/>
                  </a:lnTo>
                  <a:lnTo>
                    <a:pt x="9644" y="6328958"/>
                  </a:lnTo>
                  <a:lnTo>
                    <a:pt x="9761" y="6328958"/>
                  </a:lnTo>
                  <a:lnTo>
                    <a:pt x="9761" y="6328528"/>
                  </a:lnTo>
                  <a:lnTo>
                    <a:pt x="9879" y="6328528"/>
                  </a:lnTo>
                  <a:lnTo>
                    <a:pt x="9997" y="6328528"/>
                  </a:lnTo>
                  <a:lnTo>
                    <a:pt x="10114" y="6328528"/>
                  </a:lnTo>
                  <a:lnTo>
                    <a:pt x="10232" y="6328528"/>
                  </a:lnTo>
                  <a:lnTo>
                    <a:pt x="10350" y="6328528"/>
                  </a:lnTo>
                  <a:lnTo>
                    <a:pt x="10467" y="6328528"/>
                  </a:lnTo>
                  <a:lnTo>
                    <a:pt x="10585" y="6328528"/>
                  </a:lnTo>
                  <a:lnTo>
                    <a:pt x="10585" y="6328097"/>
                  </a:lnTo>
                  <a:lnTo>
                    <a:pt x="10702" y="6328097"/>
                  </a:lnTo>
                  <a:lnTo>
                    <a:pt x="10820" y="6328097"/>
                  </a:lnTo>
                  <a:lnTo>
                    <a:pt x="10938" y="6328097"/>
                  </a:lnTo>
                  <a:lnTo>
                    <a:pt x="10938" y="6327667"/>
                  </a:lnTo>
                  <a:lnTo>
                    <a:pt x="11055" y="6327236"/>
                  </a:lnTo>
                  <a:lnTo>
                    <a:pt x="11055" y="6326805"/>
                  </a:lnTo>
                  <a:lnTo>
                    <a:pt x="11173" y="6326805"/>
                  </a:lnTo>
                  <a:lnTo>
                    <a:pt x="11290" y="6326805"/>
                  </a:lnTo>
                  <a:lnTo>
                    <a:pt x="11408" y="6326805"/>
                  </a:lnTo>
                  <a:lnTo>
                    <a:pt x="11526" y="6326805"/>
                  </a:lnTo>
                  <a:lnTo>
                    <a:pt x="11643" y="6326805"/>
                  </a:lnTo>
                  <a:lnTo>
                    <a:pt x="11761" y="6326805"/>
                  </a:lnTo>
                  <a:lnTo>
                    <a:pt x="11879" y="6326805"/>
                  </a:lnTo>
                  <a:lnTo>
                    <a:pt x="11996" y="6326805"/>
                  </a:lnTo>
                  <a:lnTo>
                    <a:pt x="11996" y="6326375"/>
                  </a:lnTo>
                  <a:lnTo>
                    <a:pt x="12114" y="6326375"/>
                  </a:lnTo>
                  <a:lnTo>
                    <a:pt x="12231" y="6326375"/>
                  </a:lnTo>
                  <a:lnTo>
                    <a:pt x="12231" y="6325944"/>
                  </a:lnTo>
                  <a:lnTo>
                    <a:pt x="12349" y="6325944"/>
                  </a:lnTo>
                  <a:lnTo>
                    <a:pt x="12467" y="6325944"/>
                  </a:lnTo>
                  <a:lnTo>
                    <a:pt x="12584" y="6325944"/>
                  </a:lnTo>
                  <a:lnTo>
                    <a:pt x="12584" y="6325514"/>
                  </a:lnTo>
                  <a:lnTo>
                    <a:pt x="12702" y="6325514"/>
                  </a:lnTo>
                  <a:lnTo>
                    <a:pt x="12819" y="6325514"/>
                  </a:lnTo>
                  <a:lnTo>
                    <a:pt x="12819" y="6325083"/>
                  </a:lnTo>
                  <a:lnTo>
                    <a:pt x="12937" y="6325083"/>
                  </a:lnTo>
                  <a:lnTo>
                    <a:pt x="13055" y="6325083"/>
                  </a:lnTo>
                  <a:lnTo>
                    <a:pt x="13172" y="6325083"/>
                  </a:lnTo>
                  <a:lnTo>
                    <a:pt x="13290" y="6325083"/>
                  </a:lnTo>
                  <a:lnTo>
                    <a:pt x="13290" y="6324652"/>
                  </a:lnTo>
                  <a:lnTo>
                    <a:pt x="13408" y="6324652"/>
                  </a:lnTo>
                  <a:lnTo>
                    <a:pt x="13525" y="6324652"/>
                  </a:lnTo>
                  <a:lnTo>
                    <a:pt x="13643" y="6324652"/>
                  </a:lnTo>
                  <a:lnTo>
                    <a:pt x="13643" y="6324222"/>
                  </a:lnTo>
                  <a:lnTo>
                    <a:pt x="13760" y="6324222"/>
                  </a:lnTo>
                  <a:lnTo>
                    <a:pt x="13878" y="6324222"/>
                  </a:lnTo>
                  <a:lnTo>
                    <a:pt x="13996" y="6324222"/>
                  </a:lnTo>
                  <a:lnTo>
                    <a:pt x="14113" y="6324222"/>
                  </a:lnTo>
                  <a:lnTo>
                    <a:pt x="14231" y="6324222"/>
                  </a:lnTo>
                  <a:lnTo>
                    <a:pt x="14348" y="6324222"/>
                  </a:lnTo>
                  <a:lnTo>
                    <a:pt x="14466" y="6324222"/>
                  </a:lnTo>
                  <a:lnTo>
                    <a:pt x="14584" y="6324222"/>
                  </a:lnTo>
                  <a:lnTo>
                    <a:pt x="14701" y="6324222"/>
                  </a:lnTo>
                  <a:lnTo>
                    <a:pt x="14819" y="6324222"/>
                  </a:lnTo>
                  <a:lnTo>
                    <a:pt x="14819" y="6323791"/>
                  </a:lnTo>
                  <a:lnTo>
                    <a:pt x="14937" y="6323791"/>
                  </a:lnTo>
                  <a:lnTo>
                    <a:pt x="15054" y="6323791"/>
                  </a:lnTo>
                  <a:lnTo>
                    <a:pt x="15172" y="6323791"/>
                  </a:lnTo>
                  <a:lnTo>
                    <a:pt x="15289" y="6323791"/>
                  </a:lnTo>
                  <a:lnTo>
                    <a:pt x="15407" y="6323791"/>
                  </a:lnTo>
                  <a:lnTo>
                    <a:pt x="15525" y="6323791"/>
                  </a:lnTo>
                  <a:lnTo>
                    <a:pt x="15642" y="6323791"/>
                  </a:lnTo>
                  <a:lnTo>
                    <a:pt x="15760" y="6323791"/>
                  </a:lnTo>
                  <a:lnTo>
                    <a:pt x="15877" y="6323791"/>
                  </a:lnTo>
                  <a:lnTo>
                    <a:pt x="15995" y="6323791"/>
                  </a:lnTo>
                  <a:lnTo>
                    <a:pt x="16113" y="6323791"/>
                  </a:lnTo>
                  <a:lnTo>
                    <a:pt x="16230" y="6323791"/>
                  </a:lnTo>
                  <a:lnTo>
                    <a:pt x="16348" y="6323791"/>
                  </a:lnTo>
                  <a:lnTo>
                    <a:pt x="16465" y="6323791"/>
                  </a:lnTo>
                  <a:lnTo>
                    <a:pt x="16465" y="6323361"/>
                  </a:lnTo>
                  <a:lnTo>
                    <a:pt x="16583" y="6323361"/>
                  </a:lnTo>
                  <a:lnTo>
                    <a:pt x="16701" y="6323361"/>
                  </a:lnTo>
                  <a:lnTo>
                    <a:pt x="16818" y="6323361"/>
                  </a:lnTo>
                  <a:lnTo>
                    <a:pt x="16936" y="6323361"/>
                  </a:lnTo>
                  <a:lnTo>
                    <a:pt x="16936" y="6322930"/>
                  </a:lnTo>
                  <a:lnTo>
                    <a:pt x="17054" y="6322930"/>
                  </a:lnTo>
                  <a:lnTo>
                    <a:pt x="17171" y="6322930"/>
                  </a:lnTo>
                  <a:lnTo>
                    <a:pt x="17171" y="6322499"/>
                  </a:lnTo>
                  <a:lnTo>
                    <a:pt x="17289" y="6322499"/>
                  </a:lnTo>
                  <a:lnTo>
                    <a:pt x="17406" y="6322499"/>
                  </a:lnTo>
                  <a:lnTo>
                    <a:pt x="17524" y="6322499"/>
                  </a:lnTo>
                  <a:lnTo>
                    <a:pt x="17642" y="6322499"/>
                  </a:lnTo>
                  <a:lnTo>
                    <a:pt x="17759" y="6322499"/>
                  </a:lnTo>
                  <a:lnTo>
                    <a:pt x="17877" y="6322499"/>
                  </a:lnTo>
                  <a:lnTo>
                    <a:pt x="17994" y="6322499"/>
                  </a:lnTo>
                  <a:lnTo>
                    <a:pt x="18112" y="6322499"/>
                  </a:lnTo>
                  <a:lnTo>
                    <a:pt x="18230" y="6322499"/>
                  </a:lnTo>
                  <a:lnTo>
                    <a:pt x="18347" y="6322499"/>
                  </a:lnTo>
                  <a:lnTo>
                    <a:pt x="18347" y="6322069"/>
                  </a:lnTo>
                  <a:lnTo>
                    <a:pt x="18465" y="6322069"/>
                  </a:lnTo>
                  <a:lnTo>
                    <a:pt x="18583" y="6322069"/>
                  </a:lnTo>
                  <a:lnTo>
                    <a:pt x="18700" y="6322069"/>
                  </a:lnTo>
                  <a:lnTo>
                    <a:pt x="18818" y="6322069"/>
                  </a:lnTo>
                  <a:lnTo>
                    <a:pt x="18935" y="6322069"/>
                  </a:lnTo>
                  <a:lnTo>
                    <a:pt x="19053" y="6322069"/>
                  </a:lnTo>
                  <a:lnTo>
                    <a:pt x="19171" y="6322069"/>
                  </a:lnTo>
                  <a:lnTo>
                    <a:pt x="19171" y="6321638"/>
                  </a:lnTo>
                  <a:lnTo>
                    <a:pt x="19288" y="6321638"/>
                  </a:lnTo>
                  <a:lnTo>
                    <a:pt x="19406" y="6321638"/>
                  </a:lnTo>
                  <a:lnTo>
                    <a:pt x="19523" y="6321638"/>
                  </a:lnTo>
                  <a:lnTo>
                    <a:pt x="19641" y="6321638"/>
                  </a:lnTo>
                  <a:lnTo>
                    <a:pt x="19759" y="6321638"/>
                  </a:lnTo>
                  <a:lnTo>
                    <a:pt x="19876" y="6321638"/>
                  </a:lnTo>
                  <a:lnTo>
                    <a:pt x="19994" y="6321638"/>
                  </a:lnTo>
                  <a:lnTo>
                    <a:pt x="20229" y="6321638"/>
                  </a:lnTo>
                  <a:lnTo>
                    <a:pt x="20229" y="6321208"/>
                  </a:lnTo>
                  <a:lnTo>
                    <a:pt x="20229" y="6320777"/>
                  </a:lnTo>
                  <a:lnTo>
                    <a:pt x="20229" y="6320346"/>
                  </a:lnTo>
                  <a:lnTo>
                    <a:pt x="20347" y="6320346"/>
                  </a:lnTo>
                  <a:lnTo>
                    <a:pt x="20347" y="6319916"/>
                  </a:lnTo>
                  <a:lnTo>
                    <a:pt x="20347" y="6319485"/>
                  </a:lnTo>
                  <a:lnTo>
                    <a:pt x="20464" y="6319485"/>
                  </a:lnTo>
                  <a:lnTo>
                    <a:pt x="20582" y="6319485"/>
                  </a:lnTo>
                  <a:lnTo>
                    <a:pt x="20700" y="6319485"/>
                  </a:lnTo>
                  <a:lnTo>
                    <a:pt x="20817" y="6319485"/>
                  </a:lnTo>
                  <a:lnTo>
                    <a:pt x="20935" y="6319485"/>
                  </a:lnTo>
                  <a:lnTo>
                    <a:pt x="21052" y="6319485"/>
                  </a:lnTo>
                  <a:lnTo>
                    <a:pt x="21170" y="6319485"/>
                  </a:lnTo>
                  <a:lnTo>
                    <a:pt x="21288" y="6319485"/>
                  </a:lnTo>
                  <a:lnTo>
                    <a:pt x="21405" y="6319485"/>
                  </a:lnTo>
                  <a:lnTo>
                    <a:pt x="21523" y="6319485"/>
                  </a:lnTo>
                  <a:lnTo>
                    <a:pt x="21523" y="6319055"/>
                  </a:lnTo>
                  <a:lnTo>
                    <a:pt x="21523" y="6318624"/>
                  </a:lnTo>
                  <a:lnTo>
                    <a:pt x="21523" y="6318193"/>
                  </a:lnTo>
                  <a:lnTo>
                    <a:pt x="21641" y="6318193"/>
                  </a:lnTo>
                  <a:lnTo>
                    <a:pt x="21758" y="6318193"/>
                  </a:lnTo>
                  <a:lnTo>
                    <a:pt x="21876" y="6318193"/>
                  </a:lnTo>
                  <a:lnTo>
                    <a:pt x="21993" y="6318193"/>
                  </a:lnTo>
                  <a:lnTo>
                    <a:pt x="22111" y="6318193"/>
                  </a:lnTo>
                  <a:lnTo>
                    <a:pt x="22229" y="6318193"/>
                  </a:lnTo>
                  <a:lnTo>
                    <a:pt x="22229" y="6317763"/>
                  </a:lnTo>
                  <a:lnTo>
                    <a:pt x="22346" y="6317763"/>
                  </a:lnTo>
                  <a:lnTo>
                    <a:pt x="22464" y="6317763"/>
                  </a:lnTo>
                  <a:lnTo>
                    <a:pt x="22581" y="6317763"/>
                  </a:lnTo>
                  <a:lnTo>
                    <a:pt x="22699" y="6317763"/>
                  </a:lnTo>
                  <a:lnTo>
                    <a:pt x="22817" y="6317763"/>
                  </a:lnTo>
                  <a:lnTo>
                    <a:pt x="22934" y="6317763"/>
                  </a:lnTo>
                  <a:lnTo>
                    <a:pt x="23052" y="6317763"/>
                  </a:lnTo>
                  <a:lnTo>
                    <a:pt x="23170" y="6317763"/>
                  </a:lnTo>
                  <a:lnTo>
                    <a:pt x="23287" y="6317763"/>
                  </a:lnTo>
                  <a:lnTo>
                    <a:pt x="23287" y="6317332"/>
                  </a:lnTo>
                  <a:lnTo>
                    <a:pt x="23287" y="6316902"/>
                  </a:lnTo>
                  <a:lnTo>
                    <a:pt x="23287" y="6316471"/>
                  </a:lnTo>
                  <a:lnTo>
                    <a:pt x="23287" y="6316040"/>
                  </a:lnTo>
                  <a:lnTo>
                    <a:pt x="23405" y="6316040"/>
                  </a:lnTo>
                  <a:lnTo>
                    <a:pt x="23405" y="6315610"/>
                  </a:lnTo>
                  <a:lnTo>
                    <a:pt x="23522" y="6315610"/>
                  </a:lnTo>
                  <a:lnTo>
                    <a:pt x="23640" y="6315610"/>
                  </a:lnTo>
                  <a:lnTo>
                    <a:pt x="23758" y="6315610"/>
                  </a:lnTo>
                  <a:lnTo>
                    <a:pt x="23875" y="6315610"/>
                  </a:lnTo>
                  <a:lnTo>
                    <a:pt x="23993" y="6315610"/>
                  </a:lnTo>
                  <a:lnTo>
                    <a:pt x="24110" y="6315610"/>
                  </a:lnTo>
                  <a:lnTo>
                    <a:pt x="24228" y="6315610"/>
                  </a:lnTo>
                  <a:lnTo>
                    <a:pt x="24346" y="6315610"/>
                  </a:lnTo>
                  <a:lnTo>
                    <a:pt x="24463" y="6315610"/>
                  </a:lnTo>
                  <a:lnTo>
                    <a:pt x="24581" y="6315610"/>
                  </a:lnTo>
                  <a:lnTo>
                    <a:pt x="24698" y="6315610"/>
                  </a:lnTo>
                  <a:lnTo>
                    <a:pt x="24816" y="6315610"/>
                  </a:lnTo>
                  <a:lnTo>
                    <a:pt x="24816" y="6315179"/>
                  </a:lnTo>
                  <a:lnTo>
                    <a:pt x="24934" y="6315179"/>
                  </a:lnTo>
                  <a:lnTo>
                    <a:pt x="24934" y="6314749"/>
                  </a:lnTo>
                  <a:lnTo>
                    <a:pt x="24934" y="6314318"/>
                  </a:lnTo>
                  <a:lnTo>
                    <a:pt x="24934" y="6313887"/>
                  </a:lnTo>
                  <a:lnTo>
                    <a:pt x="24934" y="6313457"/>
                  </a:lnTo>
                  <a:lnTo>
                    <a:pt x="25051" y="6313457"/>
                  </a:lnTo>
                  <a:lnTo>
                    <a:pt x="25169" y="6313457"/>
                  </a:lnTo>
                  <a:lnTo>
                    <a:pt x="25287" y="6313457"/>
                  </a:lnTo>
                  <a:lnTo>
                    <a:pt x="25287" y="6313026"/>
                  </a:lnTo>
                  <a:lnTo>
                    <a:pt x="25404" y="6313026"/>
                  </a:lnTo>
                  <a:lnTo>
                    <a:pt x="25522" y="6313026"/>
                  </a:lnTo>
                  <a:lnTo>
                    <a:pt x="25639" y="6313026"/>
                  </a:lnTo>
                  <a:lnTo>
                    <a:pt x="25757" y="6313026"/>
                  </a:lnTo>
                  <a:lnTo>
                    <a:pt x="25875" y="6313026"/>
                  </a:lnTo>
                  <a:lnTo>
                    <a:pt x="25875" y="6312596"/>
                  </a:lnTo>
                  <a:lnTo>
                    <a:pt x="25992" y="6312596"/>
                  </a:lnTo>
                  <a:lnTo>
                    <a:pt x="26110" y="6312596"/>
                  </a:lnTo>
                  <a:lnTo>
                    <a:pt x="26227" y="6312596"/>
                  </a:lnTo>
                  <a:lnTo>
                    <a:pt x="26227" y="6312165"/>
                  </a:lnTo>
                  <a:lnTo>
                    <a:pt x="26345" y="6312165"/>
                  </a:lnTo>
                  <a:lnTo>
                    <a:pt x="26463" y="6312165"/>
                  </a:lnTo>
                  <a:lnTo>
                    <a:pt x="26580" y="6312165"/>
                  </a:lnTo>
                  <a:lnTo>
                    <a:pt x="26580" y="6311734"/>
                  </a:lnTo>
                  <a:lnTo>
                    <a:pt x="26698" y="6311734"/>
                  </a:lnTo>
                  <a:lnTo>
                    <a:pt x="26816" y="6311734"/>
                  </a:lnTo>
                  <a:lnTo>
                    <a:pt x="26816" y="6311304"/>
                  </a:lnTo>
                  <a:lnTo>
                    <a:pt x="26816" y="6310873"/>
                  </a:lnTo>
                  <a:lnTo>
                    <a:pt x="26933" y="6310873"/>
                  </a:lnTo>
                  <a:lnTo>
                    <a:pt x="26933" y="6310443"/>
                  </a:lnTo>
                  <a:lnTo>
                    <a:pt x="26933" y="6310012"/>
                  </a:lnTo>
                  <a:lnTo>
                    <a:pt x="27051" y="6310012"/>
                  </a:lnTo>
                  <a:lnTo>
                    <a:pt x="27168" y="6310012"/>
                  </a:lnTo>
                  <a:lnTo>
                    <a:pt x="27286" y="6310012"/>
                  </a:lnTo>
                  <a:lnTo>
                    <a:pt x="27286" y="6309581"/>
                  </a:lnTo>
                  <a:lnTo>
                    <a:pt x="27404" y="6309581"/>
                  </a:lnTo>
                  <a:lnTo>
                    <a:pt x="27521" y="6309581"/>
                  </a:lnTo>
                  <a:lnTo>
                    <a:pt x="27639" y="6309581"/>
                  </a:lnTo>
                  <a:lnTo>
                    <a:pt x="27756" y="6309581"/>
                  </a:lnTo>
                  <a:lnTo>
                    <a:pt x="27756" y="6309151"/>
                  </a:lnTo>
                  <a:lnTo>
                    <a:pt x="27874" y="6309151"/>
                  </a:lnTo>
                  <a:lnTo>
                    <a:pt x="27992" y="6309151"/>
                  </a:lnTo>
                  <a:lnTo>
                    <a:pt x="28109" y="6309151"/>
                  </a:lnTo>
                  <a:lnTo>
                    <a:pt x="28227" y="6309151"/>
                  </a:lnTo>
                  <a:lnTo>
                    <a:pt x="28345" y="6309151"/>
                  </a:lnTo>
                  <a:lnTo>
                    <a:pt x="28462" y="6309151"/>
                  </a:lnTo>
                  <a:lnTo>
                    <a:pt x="28580" y="6309151"/>
                  </a:lnTo>
                  <a:lnTo>
                    <a:pt x="28697" y="6309151"/>
                  </a:lnTo>
                  <a:lnTo>
                    <a:pt x="28815" y="6309151"/>
                  </a:lnTo>
                  <a:lnTo>
                    <a:pt x="28815" y="6308720"/>
                  </a:lnTo>
                  <a:lnTo>
                    <a:pt x="28933" y="6308720"/>
                  </a:lnTo>
                  <a:lnTo>
                    <a:pt x="29050" y="6308720"/>
                  </a:lnTo>
                  <a:lnTo>
                    <a:pt x="29168" y="6308720"/>
                  </a:lnTo>
                  <a:lnTo>
                    <a:pt x="29285" y="6308720"/>
                  </a:lnTo>
                  <a:lnTo>
                    <a:pt x="29285" y="6308290"/>
                  </a:lnTo>
                  <a:lnTo>
                    <a:pt x="29403" y="6308290"/>
                  </a:lnTo>
                  <a:lnTo>
                    <a:pt x="29403" y="6307859"/>
                  </a:lnTo>
                  <a:lnTo>
                    <a:pt x="29521" y="6307859"/>
                  </a:lnTo>
                  <a:lnTo>
                    <a:pt x="29638" y="6307859"/>
                  </a:lnTo>
                  <a:lnTo>
                    <a:pt x="29756" y="6307859"/>
                  </a:lnTo>
                  <a:lnTo>
                    <a:pt x="29874" y="6307859"/>
                  </a:lnTo>
                  <a:lnTo>
                    <a:pt x="29991" y="6307859"/>
                  </a:lnTo>
                  <a:lnTo>
                    <a:pt x="30109" y="6307859"/>
                  </a:lnTo>
                  <a:lnTo>
                    <a:pt x="30109" y="6307428"/>
                  </a:lnTo>
                  <a:lnTo>
                    <a:pt x="30109" y="6306998"/>
                  </a:lnTo>
                  <a:lnTo>
                    <a:pt x="30226" y="6306998"/>
                  </a:lnTo>
                  <a:lnTo>
                    <a:pt x="30226" y="6306567"/>
                  </a:lnTo>
                  <a:lnTo>
                    <a:pt x="30226" y="6306137"/>
                  </a:lnTo>
                  <a:lnTo>
                    <a:pt x="30344" y="6306137"/>
                  </a:lnTo>
                  <a:lnTo>
                    <a:pt x="30462" y="6306137"/>
                  </a:lnTo>
                  <a:lnTo>
                    <a:pt x="30579" y="6305275"/>
                  </a:lnTo>
                  <a:lnTo>
                    <a:pt x="30579" y="6304845"/>
                  </a:lnTo>
                  <a:lnTo>
                    <a:pt x="30579" y="6304414"/>
                  </a:lnTo>
                  <a:lnTo>
                    <a:pt x="30697" y="6304414"/>
                  </a:lnTo>
                  <a:lnTo>
                    <a:pt x="30814" y="6304414"/>
                  </a:lnTo>
                  <a:lnTo>
                    <a:pt x="30932" y="6304414"/>
                  </a:lnTo>
                  <a:lnTo>
                    <a:pt x="30932" y="6303984"/>
                  </a:lnTo>
                  <a:lnTo>
                    <a:pt x="31050" y="6303984"/>
                  </a:lnTo>
                  <a:lnTo>
                    <a:pt x="31167" y="6303984"/>
                  </a:lnTo>
                  <a:lnTo>
                    <a:pt x="31285" y="6303984"/>
                  </a:lnTo>
                  <a:lnTo>
                    <a:pt x="31403" y="6303984"/>
                  </a:lnTo>
                  <a:lnTo>
                    <a:pt x="31403" y="6303553"/>
                  </a:lnTo>
                  <a:lnTo>
                    <a:pt x="31403" y="6303122"/>
                  </a:lnTo>
                  <a:lnTo>
                    <a:pt x="31403" y="6302692"/>
                  </a:lnTo>
                  <a:lnTo>
                    <a:pt x="31520" y="6302692"/>
                  </a:lnTo>
                  <a:lnTo>
                    <a:pt x="31638" y="6302692"/>
                  </a:lnTo>
                  <a:lnTo>
                    <a:pt x="31755" y="6302692"/>
                  </a:lnTo>
                  <a:lnTo>
                    <a:pt x="31755" y="6302261"/>
                  </a:lnTo>
                  <a:lnTo>
                    <a:pt x="31873" y="6302261"/>
                  </a:lnTo>
                  <a:lnTo>
                    <a:pt x="31991" y="6302261"/>
                  </a:lnTo>
                  <a:lnTo>
                    <a:pt x="32108" y="6302261"/>
                  </a:lnTo>
                  <a:lnTo>
                    <a:pt x="32108" y="6301831"/>
                  </a:lnTo>
                  <a:lnTo>
                    <a:pt x="32226" y="6301831"/>
                  </a:lnTo>
                  <a:lnTo>
                    <a:pt x="32343" y="6301831"/>
                  </a:lnTo>
                  <a:lnTo>
                    <a:pt x="32461" y="6301831"/>
                  </a:lnTo>
                  <a:lnTo>
                    <a:pt x="32461" y="6301400"/>
                  </a:lnTo>
                  <a:lnTo>
                    <a:pt x="32579" y="6301400"/>
                  </a:lnTo>
                  <a:lnTo>
                    <a:pt x="32579" y="6300969"/>
                  </a:lnTo>
                  <a:lnTo>
                    <a:pt x="32696" y="6300969"/>
                  </a:lnTo>
                  <a:lnTo>
                    <a:pt x="32814" y="6300969"/>
                  </a:lnTo>
                  <a:lnTo>
                    <a:pt x="32931" y="6300969"/>
                  </a:lnTo>
                  <a:lnTo>
                    <a:pt x="33049" y="6300969"/>
                  </a:lnTo>
                  <a:lnTo>
                    <a:pt x="33049" y="6300539"/>
                  </a:lnTo>
                  <a:lnTo>
                    <a:pt x="33049" y="6300108"/>
                  </a:lnTo>
                  <a:lnTo>
                    <a:pt x="33049" y="6299678"/>
                  </a:lnTo>
                  <a:lnTo>
                    <a:pt x="33167" y="6299678"/>
                  </a:lnTo>
                  <a:lnTo>
                    <a:pt x="33284" y="6299678"/>
                  </a:lnTo>
                  <a:lnTo>
                    <a:pt x="33284" y="6299247"/>
                  </a:lnTo>
                  <a:lnTo>
                    <a:pt x="33402" y="6299247"/>
                  </a:lnTo>
                  <a:lnTo>
                    <a:pt x="33520" y="6299247"/>
                  </a:lnTo>
                  <a:lnTo>
                    <a:pt x="33637" y="6299247"/>
                  </a:lnTo>
                  <a:lnTo>
                    <a:pt x="33637" y="6298816"/>
                  </a:lnTo>
                  <a:lnTo>
                    <a:pt x="33755" y="6298816"/>
                  </a:lnTo>
                  <a:lnTo>
                    <a:pt x="33872" y="6298816"/>
                  </a:lnTo>
                  <a:lnTo>
                    <a:pt x="33990" y="6298816"/>
                  </a:lnTo>
                  <a:lnTo>
                    <a:pt x="33990" y="6298386"/>
                  </a:lnTo>
                  <a:lnTo>
                    <a:pt x="34108" y="6298386"/>
                  </a:lnTo>
                  <a:lnTo>
                    <a:pt x="34225" y="6298386"/>
                  </a:lnTo>
                  <a:lnTo>
                    <a:pt x="34343" y="6298386"/>
                  </a:lnTo>
                  <a:lnTo>
                    <a:pt x="34460" y="6298386"/>
                  </a:lnTo>
                  <a:lnTo>
                    <a:pt x="34578" y="6298386"/>
                  </a:lnTo>
                  <a:lnTo>
                    <a:pt x="34696" y="6298386"/>
                  </a:lnTo>
                  <a:lnTo>
                    <a:pt x="34813" y="6298386"/>
                  </a:lnTo>
                  <a:lnTo>
                    <a:pt x="34813" y="6297955"/>
                  </a:lnTo>
                  <a:lnTo>
                    <a:pt x="34931" y="6297955"/>
                  </a:lnTo>
                  <a:lnTo>
                    <a:pt x="35049" y="6297955"/>
                  </a:lnTo>
                  <a:lnTo>
                    <a:pt x="35166" y="6297955"/>
                  </a:lnTo>
                  <a:lnTo>
                    <a:pt x="35284" y="6297955"/>
                  </a:lnTo>
                  <a:lnTo>
                    <a:pt x="35284" y="6297525"/>
                  </a:lnTo>
                  <a:lnTo>
                    <a:pt x="35284" y="6297094"/>
                  </a:lnTo>
                  <a:lnTo>
                    <a:pt x="35284" y="6296663"/>
                  </a:lnTo>
                  <a:lnTo>
                    <a:pt x="35401" y="6296663"/>
                  </a:lnTo>
                  <a:lnTo>
                    <a:pt x="35519" y="6296663"/>
                  </a:lnTo>
                  <a:lnTo>
                    <a:pt x="35637" y="6296663"/>
                  </a:lnTo>
                  <a:lnTo>
                    <a:pt x="35637" y="6296233"/>
                  </a:lnTo>
                  <a:lnTo>
                    <a:pt x="35754" y="6296233"/>
                  </a:lnTo>
                  <a:lnTo>
                    <a:pt x="35872" y="6296233"/>
                  </a:lnTo>
                  <a:lnTo>
                    <a:pt x="35989" y="6296233"/>
                  </a:lnTo>
                  <a:lnTo>
                    <a:pt x="36107" y="6296233"/>
                  </a:lnTo>
                  <a:lnTo>
                    <a:pt x="36225" y="6296233"/>
                  </a:lnTo>
                  <a:lnTo>
                    <a:pt x="36342" y="6296233"/>
                  </a:lnTo>
                  <a:lnTo>
                    <a:pt x="36460" y="6296233"/>
                  </a:lnTo>
                  <a:lnTo>
                    <a:pt x="36578" y="6296233"/>
                  </a:lnTo>
                  <a:lnTo>
                    <a:pt x="36695" y="6296233"/>
                  </a:lnTo>
                  <a:lnTo>
                    <a:pt x="36813" y="6296233"/>
                  </a:lnTo>
                  <a:lnTo>
                    <a:pt x="36930" y="6296233"/>
                  </a:lnTo>
                  <a:lnTo>
                    <a:pt x="37048" y="6296233"/>
                  </a:lnTo>
                  <a:lnTo>
                    <a:pt x="37166" y="6296233"/>
                  </a:lnTo>
                  <a:lnTo>
                    <a:pt x="37283" y="6296233"/>
                  </a:lnTo>
                  <a:lnTo>
                    <a:pt x="37401" y="6296233"/>
                  </a:lnTo>
                  <a:lnTo>
                    <a:pt x="37401" y="6295802"/>
                  </a:lnTo>
                  <a:lnTo>
                    <a:pt x="37518" y="6295802"/>
                  </a:lnTo>
                  <a:lnTo>
                    <a:pt x="37636" y="6295802"/>
                  </a:lnTo>
                  <a:lnTo>
                    <a:pt x="37754" y="6295802"/>
                  </a:lnTo>
                  <a:lnTo>
                    <a:pt x="37989" y="6295802"/>
                  </a:lnTo>
                  <a:lnTo>
                    <a:pt x="38107" y="6295802"/>
                  </a:lnTo>
                  <a:lnTo>
                    <a:pt x="38107" y="6295372"/>
                  </a:lnTo>
                  <a:lnTo>
                    <a:pt x="38224" y="6295372"/>
                  </a:lnTo>
                  <a:lnTo>
                    <a:pt x="38342" y="6295372"/>
                  </a:lnTo>
                  <a:lnTo>
                    <a:pt x="38459" y="6295372"/>
                  </a:lnTo>
                  <a:lnTo>
                    <a:pt x="38459" y="6294941"/>
                  </a:lnTo>
                  <a:lnTo>
                    <a:pt x="38577" y="6294941"/>
                  </a:lnTo>
                  <a:lnTo>
                    <a:pt x="38695" y="6294941"/>
                  </a:lnTo>
                  <a:lnTo>
                    <a:pt x="38812" y="6294941"/>
                  </a:lnTo>
                  <a:lnTo>
                    <a:pt x="38930" y="6294941"/>
                  </a:lnTo>
                  <a:lnTo>
                    <a:pt x="38930" y="6294510"/>
                  </a:lnTo>
                  <a:lnTo>
                    <a:pt x="39047" y="6294510"/>
                  </a:lnTo>
                  <a:lnTo>
                    <a:pt x="39165" y="6294510"/>
                  </a:lnTo>
                  <a:lnTo>
                    <a:pt x="39283" y="6294510"/>
                  </a:lnTo>
                  <a:lnTo>
                    <a:pt x="39400" y="6294510"/>
                  </a:lnTo>
                  <a:lnTo>
                    <a:pt x="39518" y="6294510"/>
                  </a:lnTo>
                  <a:lnTo>
                    <a:pt x="39636" y="6294510"/>
                  </a:lnTo>
                  <a:lnTo>
                    <a:pt x="39753" y="6294510"/>
                  </a:lnTo>
                  <a:lnTo>
                    <a:pt x="39871" y="6294510"/>
                  </a:lnTo>
                  <a:lnTo>
                    <a:pt x="39988" y="6294510"/>
                  </a:lnTo>
                  <a:lnTo>
                    <a:pt x="40106" y="6294510"/>
                  </a:lnTo>
                  <a:lnTo>
                    <a:pt x="40224" y="6294510"/>
                  </a:lnTo>
                  <a:lnTo>
                    <a:pt x="40341" y="6294510"/>
                  </a:lnTo>
                  <a:lnTo>
                    <a:pt x="40459" y="6294510"/>
                  </a:lnTo>
                  <a:lnTo>
                    <a:pt x="40576" y="6294510"/>
                  </a:lnTo>
                  <a:lnTo>
                    <a:pt x="40576" y="6294080"/>
                  </a:lnTo>
                  <a:lnTo>
                    <a:pt x="40694" y="6294080"/>
                  </a:lnTo>
                  <a:lnTo>
                    <a:pt x="40694" y="6293649"/>
                  </a:lnTo>
                  <a:lnTo>
                    <a:pt x="40812" y="6293649"/>
                  </a:lnTo>
                  <a:lnTo>
                    <a:pt x="40929" y="6293649"/>
                  </a:lnTo>
                  <a:lnTo>
                    <a:pt x="40929" y="6293219"/>
                  </a:lnTo>
                  <a:lnTo>
                    <a:pt x="40929" y="6292788"/>
                  </a:lnTo>
                  <a:lnTo>
                    <a:pt x="41047" y="6292788"/>
                  </a:lnTo>
                  <a:lnTo>
                    <a:pt x="41164" y="6292788"/>
                  </a:lnTo>
                  <a:lnTo>
                    <a:pt x="41282" y="6292788"/>
                  </a:lnTo>
                  <a:lnTo>
                    <a:pt x="41282" y="6292357"/>
                  </a:lnTo>
                  <a:lnTo>
                    <a:pt x="41400" y="6292357"/>
                  </a:lnTo>
                  <a:lnTo>
                    <a:pt x="41400" y="6291927"/>
                  </a:lnTo>
                  <a:lnTo>
                    <a:pt x="41517" y="6291927"/>
                  </a:lnTo>
                  <a:lnTo>
                    <a:pt x="41517" y="6291496"/>
                  </a:lnTo>
                  <a:lnTo>
                    <a:pt x="41635" y="6291496"/>
                  </a:lnTo>
                  <a:lnTo>
                    <a:pt x="41753" y="6291496"/>
                  </a:lnTo>
                  <a:lnTo>
                    <a:pt x="41870" y="6291496"/>
                  </a:lnTo>
                  <a:lnTo>
                    <a:pt x="41988" y="6291496"/>
                  </a:lnTo>
                  <a:lnTo>
                    <a:pt x="41988" y="6291066"/>
                  </a:lnTo>
                  <a:lnTo>
                    <a:pt x="41988" y="6290635"/>
                  </a:lnTo>
                  <a:lnTo>
                    <a:pt x="42105" y="6290635"/>
                  </a:lnTo>
                  <a:lnTo>
                    <a:pt x="42223" y="6290635"/>
                  </a:lnTo>
                  <a:lnTo>
                    <a:pt x="42341" y="6290635"/>
                  </a:lnTo>
                  <a:lnTo>
                    <a:pt x="42341" y="6290204"/>
                  </a:lnTo>
                  <a:lnTo>
                    <a:pt x="42458" y="6290204"/>
                  </a:lnTo>
                  <a:lnTo>
                    <a:pt x="42458" y="6289774"/>
                  </a:lnTo>
                  <a:lnTo>
                    <a:pt x="42576" y="6289774"/>
                  </a:lnTo>
                  <a:lnTo>
                    <a:pt x="42576" y="6289343"/>
                  </a:lnTo>
                  <a:lnTo>
                    <a:pt x="42693" y="6289343"/>
                  </a:lnTo>
                  <a:lnTo>
                    <a:pt x="42693" y="6288913"/>
                  </a:lnTo>
                  <a:lnTo>
                    <a:pt x="42811" y="6288913"/>
                  </a:lnTo>
                  <a:lnTo>
                    <a:pt x="42929" y="6288913"/>
                  </a:lnTo>
                  <a:lnTo>
                    <a:pt x="43046" y="6288913"/>
                  </a:lnTo>
                  <a:lnTo>
                    <a:pt x="43164" y="6288913"/>
                  </a:lnTo>
                  <a:lnTo>
                    <a:pt x="43282" y="6288913"/>
                  </a:lnTo>
                  <a:lnTo>
                    <a:pt x="43399" y="6288913"/>
                  </a:lnTo>
                  <a:lnTo>
                    <a:pt x="43517" y="6288913"/>
                  </a:lnTo>
                  <a:lnTo>
                    <a:pt x="43634" y="6288913"/>
                  </a:lnTo>
                  <a:lnTo>
                    <a:pt x="43752" y="6288913"/>
                  </a:lnTo>
                  <a:lnTo>
                    <a:pt x="43870" y="6288913"/>
                  </a:lnTo>
                  <a:lnTo>
                    <a:pt x="43987" y="6288913"/>
                  </a:lnTo>
                  <a:lnTo>
                    <a:pt x="43987" y="6288482"/>
                  </a:lnTo>
                  <a:lnTo>
                    <a:pt x="44105" y="6288482"/>
                  </a:lnTo>
                  <a:lnTo>
                    <a:pt x="44222" y="6288482"/>
                  </a:lnTo>
                  <a:lnTo>
                    <a:pt x="44222" y="6288051"/>
                  </a:lnTo>
                  <a:lnTo>
                    <a:pt x="44340" y="6288051"/>
                  </a:lnTo>
                  <a:lnTo>
                    <a:pt x="44458" y="6288051"/>
                  </a:lnTo>
                  <a:lnTo>
                    <a:pt x="44458" y="6287621"/>
                  </a:lnTo>
                  <a:lnTo>
                    <a:pt x="44575" y="6287621"/>
                  </a:lnTo>
                  <a:lnTo>
                    <a:pt x="44693" y="6287621"/>
                  </a:lnTo>
                  <a:lnTo>
                    <a:pt x="44693" y="6287190"/>
                  </a:lnTo>
                  <a:lnTo>
                    <a:pt x="44811" y="6287190"/>
                  </a:lnTo>
                  <a:lnTo>
                    <a:pt x="44928" y="6287190"/>
                  </a:lnTo>
                  <a:lnTo>
                    <a:pt x="44928" y="6286760"/>
                  </a:lnTo>
                  <a:lnTo>
                    <a:pt x="45046" y="6286760"/>
                  </a:lnTo>
                  <a:lnTo>
                    <a:pt x="45163" y="6286760"/>
                  </a:lnTo>
                  <a:lnTo>
                    <a:pt x="45281" y="6286760"/>
                  </a:lnTo>
                  <a:lnTo>
                    <a:pt x="45399" y="6286760"/>
                  </a:lnTo>
                  <a:lnTo>
                    <a:pt x="45516" y="6286760"/>
                  </a:lnTo>
                  <a:lnTo>
                    <a:pt x="45634" y="6286760"/>
                  </a:lnTo>
                  <a:lnTo>
                    <a:pt x="45751" y="6286760"/>
                  </a:lnTo>
                  <a:lnTo>
                    <a:pt x="45751" y="6286329"/>
                  </a:lnTo>
                  <a:lnTo>
                    <a:pt x="45869" y="6286329"/>
                  </a:lnTo>
                  <a:lnTo>
                    <a:pt x="45987" y="6286329"/>
                  </a:lnTo>
                  <a:lnTo>
                    <a:pt x="46104" y="6286329"/>
                  </a:lnTo>
                  <a:lnTo>
                    <a:pt x="46222" y="6286329"/>
                  </a:lnTo>
                  <a:lnTo>
                    <a:pt x="46340" y="6286329"/>
                  </a:lnTo>
                  <a:lnTo>
                    <a:pt x="46457" y="6286329"/>
                  </a:lnTo>
                  <a:lnTo>
                    <a:pt x="46575" y="6286329"/>
                  </a:lnTo>
                  <a:lnTo>
                    <a:pt x="46692" y="6286329"/>
                  </a:lnTo>
                  <a:lnTo>
                    <a:pt x="46810" y="6286329"/>
                  </a:lnTo>
                  <a:lnTo>
                    <a:pt x="46810" y="6285898"/>
                  </a:lnTo>
                  <a:lnTo>
                    <a:pt x="46928" y="6285898"/>
                  </a:lnTo>
                  <a:lnTo>
                    <a:pt x="46928" y="6285468"/>
                  </a:lnTo>
                  <a:lnTo>
                    <a:pt x="47045" y="6285468"/>
                  </a:lnTo>
                  <a:lnTo>
                    <a:pt x="47163" y="6285468"/>
                  </a:lnTo>
                  <a:lnTo>
                    <a:pt x="47280" y="6285468"/>
                  </a:lnTo>
                  <a:lnTo>
                    <a:pt x="47398" y="6285468"/>
                  </a:lnTo>
                  <a:lnTo>
                    <a:pt x="47516" y="6285468"/>
                  </a:lnTo>
                  <a:lnTo>
                    <a:pt x="47633" y="6285468"/>
                  </a:lnTo>
                  <a:lnTo>
                    <a:pt x="47751" y="6285468"/>
                  </a:lnTo>
                  <a:lnTo>
                    <a:pt x="47869" y="6285468"/>
                  </a:lnTo>
                  <a:lnTo>
                    <a:pt x="47986" y="6285468"/>
                  </a:lnTo>
                  <a:lnTo>
                    <a:pt x="48104" y="6285468"/>
                  </a:lnTo>
                  <a:lnTo>
                    <a:pt x="48221" y="6285468"/>
                  </a:lnTo>
                  <a:lnTo>
                    <a:pt x="48339" y="6285468"/>
                  </a:lnTo>
                  <a:lnTo>
                    <a:pt x="48457" y="6285468"/>
                  </a:lnTo>
                  <a:lnTo>
                    <a:pt x="48457" y="6285037"/>
                  </a:lnTo>
                  <a:lnTo>
                    <a:pt x="48574" y="6285037"/>
                  </a:lnTo>
                  <a:lnTo>
                    <a:pt x="48692" y="6285037"/>
                  </a:lnTo>
                  <a:lnTo>
                    <a:pt x="48692" y="6284607"/>
                  </a:lnTo>
                  <a:lnTo>
                    <a:pt x="48809" y="6284607"/>
                  </a:lnTo>
                  <a:lnTo>
                    <a:pt x="48927" y="6284607"/>
                  </a:lnTo>
                  <a:lnTo>
                    <a:pt x="49045" y="6284607"/>
                  </a:lnTo>
                  <a:lnTo>
                    <a:pt x="49045" y="6284176"/>
                  </a:lnTo>
                  <a:lnTo>
                    <a:pt x="49162" y="6284176"/>
                  </a:lnTo>
                  <a:lnTo>
                    <a:pt x="49280" y="6284176"/>
                  </a:lnTo>
                  <a:lnTo>
                    <a:pt x="49397" y="6284176"/>
                  </a:lnTo>
                  <a:lnTo>
                    <a:pt x="49397" y="6283745"/>
                  </a:lnTo>
                  <a:lnTo>
                    <a:pt x="49397" y="6283315"/>
                  </a:lnTo>
                  <a:lnTo>
                    <a:pt x="49515" y="6283315"/>
                  </a:lnTo>
                  <a:lnTo>
                    <a:pt x="49515" y="6282884"/>
                  </a:lnTo>
                  <a:lnTo>
                    <a:pt x="49633" y="6282884"/>
                  </a:lnTo>
                  <a:lnTo>
                    <a:pt x="49750" y="6282884"/>
                  </a:lnTo>
                  <a:lnTo>
                    <a:pt x="49750" y="6282454"/>
                  </a:lnTo>
                  <a:lnTo>
                    <a:pt x="49750" y="6282023"/>
                  </a:lnTo>
                  <a:lnTo>
                    <a:pt x="49868" y="6282023"/>
                  </a:lnTo>
                  <a:lnTo>
                    <a:pt x="49868" y="6281592"/>
                  </a:lnTo>
                  <a:lnTo>
                    <a:pt x="49986" y="6281162"/>
                  </a:lnTo>
                  <a:lnTo>
                    <a:pt x="49986" y="6280731"/>
                  </a:lnTo>
                  <a:lnTo>
                    <a:pt x="50103" y="6280731"/>
                  </a:lnTo>
                  <a:lnTo>
                    <a:pt x="50221" y="6280731"/>
                  </a:lnTo>
                  <a:lnTo>
                    <a:pt x="50338" y="6280731"/>
                  </a:lnTo>
                  <a:lnTo>
                    <a:pt x="50456" y="6280731"/>
                  </a:lnTo>
                  <a:lnTo>
                    <a:pt x="50574" y="6280731"/>
                  </a:lnTo>
                  <a:lnTo>
                    <a:pt x="50691" y="6280731"/>
                  </a:lnTo>
                  <a:lnTo>
                    <a:pt x="50809" y="6280731"/>
                  </a:lnTo>
                  <a:lnTo>
                    <a:pt x="50926" y="6280731"/>
                  </a:lnTo>
                  <a:lnTo>
                    <a:pt x="50926" y="6280301"/>
                  </a:lnTo>
                  <a:lnTo>
                    <a:pt x="51044" y="6280301"/>
                  </a:lnTo>
                  <a:lnTo>
                    <a:pt x="51162" y="6280301"/>
                  </a:lnTo>
                  <a:lnTo>
                    <a:pt x="51279" y="6280301"/>
                  </a:lnTo>
                  <a:lnTo>
                    <a:pt x="51397" y="6280301"/>
                  </a:lnTo>
                  <a:lnTo>
                    <a:pt x="51515" y="6280301"/>
                  </a:lnTo>
                  <a:lnTo>
                    <a:pt x="51632" y="6280301"/>
                  </a:lnTo>
                  <a:lnTo>
                    <a:pt x="51750" y="6280301"/>
                  </a:lnTo>
                  <a:lnTo>
                    <a:pt x="51867" y="6280301"/>
                  </a:lnTo>
                  <a:lnTo>
                    <a:pt x="51985" y="6280301"/>
                  </a:lnTo>
                  <a:lnTo>
                    <a:pt x="52103" y="6280301"/>
                  </a:lnTo>
                  <a:lnTo>
                    <a:pt x="52220" y="6280301"/>
                  </a:lnTo>
                  <a:lnTo>
                    <a:pt x="52220" y="6279870"/>
                  </a:lnTo>
                  <a:lnTo>
                    <a:pt x="52338" y="6279870"/>
                  </a:lnTo>
                  <a:lnTo>
                    <a:pt x="52455" y="6279870"/>
                  </a:lnTo>
                  <a:lnTo>
                    <a:pt x="52573" y="6279870"/>
                  </a:lnTo>
                  <a:lnTo>
                    <a:pt x="52691" y="6279870"/>
                  </a:lnTo>
                  <a:lnTo>
                    <a:pt x="52808" y="6279870"/>
                  </a:lnTo>
                  <a:lnTo>
                    <a:pt x="52808" y="6279439"/>
                  </a:lnTo>
                  <a:lnTo>
                    <a:pt x="52926" y="6279439"/>
                  </a:lnTo>
                  <a:lnTo>
                    <a:pt x="52926" y="6279009"/>
                  </a:lnTo>
                  <a:lnTo>
                    <a:pt x="53044" y="6279009"/>
                  </a:lnTo>
                  <a:lnTo>
                    <a:pt x="53161" y="6279009"/>
                  </a:lnTo>
                  <a:lnTo>
                    <a:pt x="53161" y="6278578"/>
                  </a:lnTo>
                  <a:lnTo>
                    <a:pt x="53161" y="6278148"/>
                  </a:lnTo>
                  <a:lnTo>
                    <a:pt x="53161" y="6277717"/>
                  </a:lnTo>
                  <a:lnTo>
                    <a:pt x="53279" y="6277717"/>
                  </a:lnTo>
                  <a:lnTo>
                    <a:pt x="53279" y="6277286"/>
                  </a:lnTo>
                  <a:lnTo>
                    <a:pt x="53279" y="6276856"/>
                  </a:lnTo>
                  <a:lnTo>
                    <a:pt x="53514" y="6276856"/>
                  </a:lnTo>
                  <a:lnTo>
                    <a:pt x="53632" y="6276856"/>
                  </a:lnTo>
                  <a:lnTo>
                    <a:pt x="53749" y="6276856"/>
                  </a:lnTo>
                  <a:lnTo>
                    <a:pt x="53867" y="6276856"/>
                  </a:lnTo>
                  <a:lnTo>
                    <a:pt x="53984" y="6276856"/>
                  </a:lnTo>
                  <a:lnTo>
                    <a:pt x="53984" y="6276425"/>
                  </a:lnTo>
                  <a:lnTo>
                    <a:pt x="54102" y="6276425"/>
                  </a:lnTo>
                  <a:lnTo>
                    <a:pt x="54220" y="6275995"/>
                  </a:lnTo>
                  <a:lnTo>
                    <a:pt x="54337" y="6275995"/>
                  </a:lnTo>
                  <a:lnTo>
                    <a:pt x="54455" y="6275995"/>
                  </a:lnTo>
                  <a:lnTo>
                    <a:pt x="54573" y="6275995"/>
                  </a:lnTo>
                  <a:lnTo>
                    <a:pt x="54690" y="6275995"/>
                  </a:lnTo>
                  <a:lnTo>
                    <a:pt x="54808" y="6275995"/>
                  </a:lnTo>
                  <a:lnTo>
                    <a:pt x="54925" y="6275995"/>
                  </a:lnTo>
                  <a:lnTo>
                    <a:pt x="55043" y="6275995"/>
                  </a:lnTo>
                  <a:lnTo>
                    <a:pt x="55161" y="6275995"/>
                  </a:lnTo>
                  <a:lnTo>
                    <a:pt x="55278" y="6275995"/>
                  </a:lnTo>
                  <a:lnTo>
                    <a:pt x="55396" y="6275995"/>
                  </a:lnTo>
                  <a:lnTo>
                    <a:pt x="55513" y="6275995"/>
                  </a:lnTo>
                  <a:lnTo>
                    <a:pt x="55631" y="6275995"/>
                  </a:lnTo>
                  <a:lnTo>
                    <a:pt x="55631" y="6275564"/>
                  </a:lnTo>
                  <a:lnTo>
                    <a:pt x="55749" y="6275564"/>
                  </a:lnTo>
                  <a:lnTo>
                    <a:pt x="55749" y="6275133"/>
                  </a:lnTo>
                  <a:lnTo>
                    <a:pt x="55866" y="6275133"/>
                  </a:lnTo>
                  <a:lnTo>
                    <a:pt x="55984" y="6275133"/>
                  </a:lnTo>
                  <a:lnTo>
                    <a:pt x="56102" y="6275133"/>
                  </a:lnTo>
                  <a:lnTo>
                    <a:pt x="56219" y="6275133"/>
                  </a:lnTo>
                  <a:lnTo>
                    <a:pt x="56337" y="6275133"/>
                  </a:lnTo>
                  <a:lnTo>
                    <a:pt x="56454" y="6275133"/>
                  </a:lnTo>
                  <a:lnTo>
                    <a:pt x="56572" y="6275133"/>
                  </a:lnTo>
                  <a:lnTo>
                    <a:pt x="56690" y="6275133"/>
                  </a:lnTo>
                  <a:lnTo>
                    <a:pt x="56807" y="6275133"/>
                  </a:lnTo>
                  <a:lnTo>
                    <a:pt x="56925" y="6275133"/>
                  </a:lnTo>
                  <a:lnTo>
                    <a:pt x="57042" y="6275133"/>
                  </a:lnTo>
                  <a:lnTo>
                    <a:pt x="57160" y="6275133"/>
                  </a:lnTo>
                  <a:lnTo>
                    <a:pt x="57395" y="6275133"/>
                  </a:lnTo>
                  <a:lnTo>
                    <a:pt x="57513" y="6275133"/>
                  </a:lnTo>
                  <a:lnTo>
                    <a:pt x="57630" y="6275133"/>
                  </a:lnTo>
                  <a:lnTo>
                    <a:pt x="57630" y="6274703"/>
                  </a:lnTo>
                  <a:lnTo>
                    <a:pt x="57630" y="6274272"/>
                  </a:lnTo>
                  <a:lnTo>
                    <a:pt x="57630" y="6273842"/>
                  </a:lnTo>
                  <a:lnTo>
                    <a:pt x="57630" y="6273411"/>
                  </a:lnTo>
                  <a:lnTo>
                    <a:pt x="57748" y="6273411"/>
                  </a:lnTo>
                  <a:lnTo>
                    <a:pt x="57866" y="6273411"/>
                  </a:lnTo>
                  <a:lnTo>
                    <a:pt x="57866" y="6272980"/>
                  </a:lnTo>
                  <a:lnTo>
                    <a:pt x="57983" y="6272980"/>
                  </a:lnTo>
                  <a:lnTo>
                    <a:pt x="58101" y="6272980"/>
                  </a:lnTo>
                  <a:lnTo>
                    <a:pt x="58101" y="6272550"/>
                  </a:lnTo>
                  <a:lnTo>
                    <a:pt x="58219" y="6272550"/>
                  </a:lnTo>
                  <a:lnTo>
                    <a:pt x="58336" y="6272550"/>
                  </a:lnTo>
                  <a:lnTo>
                    <a:pt x="58336" y="6272119"/>
                  </a:lnTo>
                  <a:lnTo>
                    <a:pt x="58454" y="6272119"/>
                  </a:lnTo>
                  <a:lnTo>
                    <a:pt x="58571" y="6272119"/>
                  </a:lnTo>
                  <a:lnTo>
                    <a:pt x="58571" y="6271689"/>
                  </a:lnTo>
                  <a:lnTo>
                    <a:pt x="58571" y="6271258"/>
                  </a:lnTo>
                  <a:lnTo>
                    <a:pt x="58571" y="6270827"/>
                  </a:lnTo>
                  <a:lnTo>
                    <a:pt x="58571" y="6270397"/>
                  </a:lnTo>
                  <a:lnTo>
                    <a:pt x="58689" y="6270397"/>
                  </a:lnTo>
                  <a:lnTo>
                    <a:pt x="58689" y="6269966"/>
                  </a:lnTo>
                  <a:lnTo>
                    <a:pt x="58807" y="6269966"/>
                  </a:lnTo>
                  <a:lnTo>
                    <a:pt x="58807" y="6269536"/>
                  </a:lnTo>
                  <a:lnTo>
                    <a:pt x="58924" y="6269536"/>
                  </a:lnTo>
                  <a:lnTo>
                    <a:pt x="59042" y="6269536"/>
                  </a:lnTo>
                  <a:lnTo>
                    <a:pt x="59159" y="6269536"/>
                  </a:lnTo>
                  <a:lnTo>
                    <a:pt x="59277" y="6269536"/>
                  </a:lnTo>
                  <a:lnTo>
                    <a:pt x="59395" y="6269536"/>
                  </a:lnTo>
                  <a:lnTo>
                    <a:pt x="59512" y="6269536"/>
                  </a:lnTo>
                  <a:lnTo>
                    <a:pt x="59512" y="6269105"/>
                  </a:lnTo>
                  <a:lnTo>
                    <a:pt x="59512" y="6268674"/>
                  </a:lnTo>
                  <a:lnTo>
                    <a:pt x="59630" y="6268674"/>
                  </a:lnTo>
                  <a:lnTo>
                    <a:pt x="59748" y="6268674"/>
                  </a:lnTo>
                  <a:lnTo>
                    <a:pt x="59748" y="6268244"/>
                  </a:lnTo>
                  <a:lnTo>
                    <a:pt x="59865" y="6268244"/>
                  </a:lnTo>
                  <a:lnTo>
                    <a:pt x="59865" y="6267813"/>
                  </a:lnTo>
                  <a:lnTo>
                    <a:pt x="59983" y="6267813"/>
                  </a:lnTo>
                  <a:lnTo>
                    <a:pt x="60100" y="6267813"/>
                  </a:lnTo>
                  <a:lnTo>
                    <a:pt x="60218" y="6267813"/>
                  </a:lnTo>
                  <a:lnTo>
                    <a:pt x="60218" y="6267383"/>
                  </a:lnTo>
                  <a:lnTo>
                    <a:pt x="60218" y="6266952"/>
                  </a:lnTo>
                  <a:lnTo>
                    <a:pt x="60218" y="6266521"/>
                  </a:lnTo>
                  <a:lnTo>
                    <a:pt x="60336" y="6266521"/>
                  </a:lnTo>
                  <a:lnTo>
                    <a:pt x="60453" y="6266521"/>
                  </a:lnTo>
                  <a:lnTo>
                    <a:pt x="60571" y="6266521"/>
                  </a:lnTo>
                  <a:lnTo>
                    <a:pt x="60688" y="6266521"/>
                  </a:lnTo>
                  <a:lnTo>
                    <a:pt x="60806" y="6266521"/>
                  </a:lnTo>
                  <a:lnTo>
                    <a:pt x="60924" y="6266521"/>
                  </a:lnTo>
                  <a:lnTo>
                    <a:pt x="61041" y="6266521"/>
                  </a:lnTo>
                  <a:lnTo>
                    <a:pt x="61159" y="6266521"/>
                  </a:lnTo>
                  <a:lnTo>
                    <a:pt x="61277" y="6266521"/>
                  </a:lnTo>
                  <a:lnTo>
                    <a:pt x="61394" y="6266521"/>
                  </a:lnTo>
                  <a:lnTo>
                    <a:pt x="61394" y="6266091"/>
                  </a:lnTo>
                  <a:lnTo>
                    <a:pt x="61394" y="6265660"/>
                  </a:lnTo>
                  <a:lnTo>
                    <a:pt x="61512" y="6265230"/>
                  </a:lnTo>
                  <a:lnTo>
                    <a:pt x="61629" y="6265230"/>
                  </a:lnTo>
                  <a:lnTo>
                    <a:pt x="61747" y="6265230"/>
                  </a:lnTo>
                  <a:lnTo>
                    <a:pt x="61865" y="6265230"/>
                  </a:lnTo>
                  <a:lnTo>
                    <a:pt x="61982" y="6265230"/>
                  </a:lnTo>
                  <a:lnTo>
                    <a:pt x="61982" y="6264799"/>
                  </a:lnTo>
                  <a:lnTo>
                    <a:pt x="62100" y="6264799"/>
                  </a:lnTo>
                  <a:lnTo>
                    <a:pt x="62217" y="6264799"/>
                  </a:lnTo>
                  <a:lnTo>
                    <a:pt x="62335" y="6264799"/>
                  </a:lnTo>
                  <a:lnTo>
                    <a:pt x="62453" y="6264799"/>
                  </a:lnTo>
                  <a:lnTo>
                    <a:pt x="62570" y="6264799"/>
                  </a:lnTo>
                  <a:lnTo>
                    <a:pt x="62688" y="6264799"/>
                  </a:lnTo>
                  <a:lnTo>
                    <a:pt x="62806" y="6264799"/>
                  </a:lnTo>
                  <a:lnTo>
                    <a:pt x="62806" y="6264368"/>
                  </a:lnTo>
                  <a:lnTo>
                    <a:pt x="62806" y="6263938"/>
                  </a:lnTo>
                  <a:lnTo>
                    <a:pt x="62806" y="6263507"/>
                  </a:lnTo>
                  <a:lnTo>
                    <a:pt x="62806" y="6263077"/>
                  </a:lnTo>
                  <a:lnTo>
                    <a:pt x="62923" y="6263077"/>
                  </a:lnTo>
                  <a:lnTo>
                    <a:pt x="62923" y="6262646"/>
                  </a:lnTo>
                  <a:lnTo>
                    <a:pt x="62923" y="6262215"/>
                  </a:lnTo>
                  <a:lnTo>
                    <a:pt x="63041" y="6262215"/>
                  </a:lnTo>
                  <a:lnTo>
                    <a:pt x="63158" y="6262215"/>
                  </a:lnTo>
                  <a:lnTo>
                    <a:pt x="63276" y="6262215"/>
                  </a:lnTo>
                  <a:lnTo>
                    <a:pt x="63394" y="6262215"/>
                  </a:lnTo>
                  <a:lnTo>
                    <a:pt x="63511" y="6262215"/>
                  </a:lnTo>
                  <a:lnTo>
                    <a:pt x="63629" y="6262215"/>
                  </a:lnTo>
                  <a:lnTo>
                    <a:pt x="63629" y="6261785"/>
                  </a:lnTo>
                  <a:lnTo>
                    <a:pt x="63746" y="6261785"/>
                  </a:lnTo>
                  <a:lnTo>
                    <a:pt x="63864" y="6261785"/>
                  </a:lnTo>
                  <a:lnTo>
                    <a:pt x="63982" y="6261785"/>
                  </a:lnTo>
                  <a:lnTo>
                    <a:pt x="63982" y="6261354"/>
                  </a:lnTo>
                  <a:lnTo>
                    <a:pt x="64099" y="6261354"/>
                  </a:lnTo>
                  <a:lnTo>
                    <a:pt x="64099" y="6260924"/>
                  </a:lnTo>
                  <a:lnTo>
                    <a:pt x="64217" y="6260924"/>
                  </a:lnTo>
                  <a:lnTo>
                    <a:pt x="64217" y="6260493"/>
                  </a:lnTo>
                  <a:lnTo>
                    <a:pt x="64335" y="6260493"/>
                  </a:lnTo>
                  <a:lnTo>
                    <a:pt x="64335" y="6260062"/>
                  </a:lnTo>
                  <a:lnTo>
                    <a:pt x="64452" y="6260062"/>
                  </a:lnTo>
                  <a:lnTo>
                    <a:pt x="64570" y="6260062"/>
                  </a:lnTo>
                  <a:lnTo>
                    <a:pt x="64805" y="6260062"/>
                  </a:lnTo>
                  <a:lnTo>
                    <a:pt x="64923" y="6260062"/>
                  </a:lnTo>
                  <a:lnTo>
                    <a:pt x="65040" y="6260062"/>
                  </a:lnTo>
                  <a:lnTo>
                    <a:pt x="65158" y="6260062"/>
                  </a:lnTo>
                  <a:lnTo>
                    <a:pt x="65158" y="6259632"/>
                  </a:lnTo>
                  <a:lnTo>
                    <a:pt x="65275" y="6259632"/>
                  </a:lnTo>
                  <a:lnTo>
                    <a:pt x="65393" y="6259632"/>
                  </a:lnTo>
                  <a:lnTo>
                    <a:pt x="65393" y="6259201"/>
                  </a:lnTo>
                  <a:lnTo>
                    <a:pt x="65393" y="6258771"/>
                  </a:lnTo>
                  <a:lnTo>
                    <a:pt x="65393" y="6258340"/>
                  </a:lnTo>
                  <a:lnTo>
                    <a:pt x="65511" y="6258340"/>
                  </a:lnTo>
                  <a:lnTo>
                    <a:pt x="65511" y="6257909"/>
                  </a:lnTo>
                  <a:lnTo>
                    <a:pt x="65628" y="6257909"/>
                  </a:lnTo>
                  <a:lnTo>
                    <a:pt x="65746" y="6257909"/>
                  </a:lnTo>
                  <a:lnTo>
                    <a:pt x="65863" y="6257909"/>
                  </a:lnTo>
                  <a:lnTo>
                    <a:pt x="65981" y="6257909"/>
                  </a:lnTo>
                  <a:lnTo>
                    <a:pt x="66099" y="6257909"/>
                  </a:lnTo>
                  <a:lnTo>
                    <a:pt x="66216" y="6257909"/>
                  </a:lnTo>
                  <a:lnTo>
                    <a:pt x="66216" y="6257479"/>
                  </a:lnTo>
                  <a:lnTo>
                    <a:pt x="66334" y="6257479"/>
                  </a:lnTo>
                  <a:lnTo>
                    <a:pt x="66452" y="6257479"/>
                  </a:lnTo>
                  <a:lnTo>
                    <a:pt x="66452" y="6257048"/>
                  </a:lnTo>
                  <a:lnTo>
                    <a:pt x="66569" y="6257048"/>
                  </a:lnTo>
                  <a:lnTo>
                    <a:pt x="66687" y="6257048"/>
                  </a:lnTo>
                  <a:lnTo>
                    <a:pt x="66687" y="6256618"/>
                  </a:lnTo>
                  <a:lnTo>
                    <a:pt x="66804" y="6256618"/>
                  </a:lnTo>
                  <a:lnTo>
                    <a:pt x="66922" y="6256618"/>
                  </a:lnTo>
                  <a:lnTo>
                    <a:pt x="67040" y="6256618"/>
                  </a:lnTo>
                  <a:lnTo>
                    <a:pt x="67157" y="6256618"/>
                  </a:lnTo>
                  <a:lnTo>
                    <a:pt x="67275" y="6256618"/>
                  </a:lnTo>
                  <a:lnTo>
                    <a:pt x="67392" y="6256618"/>
                  </a:lnTo>
                  <a:lnTo>
                    <a:pt x="67510" y="6256618"/>
                  </a:lnTo>
                  <a:lnTo>
                    <a:pt x="67628" y="6256618"/>
                  </a:lnTo>
                  <a:lnTo>
                    <a:pt x="67745" y="6256618"/>
                  </a:lnTo>
                  <a:lnTo>
                    <a:pt x="67745" y="6256187"/>
                  </a:lnTo>
                  <a:lnTo>
                    <a:pt x="67863" y="6256187"/>
                  </a:lnTo>
                  <a:lnTo>
                    <a:pt x="67863" y="6255756"/>
                  </a:lnTo>
                  <a:lnTo>
                    <a:pt x="67981" y="6255756"/>
                  </a:lnTo>
                  <a:lnTo>
                    <a:pt x="68098" y="6255756"/>
                  </a:lnTo>
                  <a:lnTo>
                    <a:pt x="68216" y="6255756"/>
                  </a:lnTo>
                  <a:lnTo>
                    <a:pt x="68216" y="6255326"/>
                  </a:lnTo>
                  <a:lnTo>
                    <a:pt x="68333" y="6255326"/>
                  </a:lnTo>
                  <a:lnTo>
                    <a:pt x="68451" y="6255326"/>
                  </a:lnTo>
                  <a:lnTo>
                    <a:pt x="68451" y="6254895"/>
                  </a:lnTo>
                  <a:lnTo>
                    <a:pt x="68451" y="6254465"/>
                  </a:lnTo>
                  <a:lnTo>
                    <a:pt x="68569" y="6254465"/>
                  </a:lnTo>
                  <a:lnTo>
                    <a:pt x="68686" y="6254465"/>
                  </a:lnTo>
                  <a:lnTo>
                    <a:pt x="68804" y="6254465"/>
                  </a:lnTo>
                  <a:lnTo>
                    <a:pt x="68804" y="6254034"/>
                  </a:lnTo>
                  <a:lnTo>
                    <a:pt x="68921" y="6254034"/>
                  </a:lnTo>
                  <a:lnTo>
                    <a:pt x="69039" y="6254034"/>
                  </a:lnTo>
                  <a:lnTo>
                    <a:pt x="69157" y="6254034"/>
                  </a:lnTo>
                  <a:lnTo>
                    <a:pt x="69157" y="6253603"/>
                  </a:lnTo>
                  <a:lnTo>
                    <a:pt x="69274" y="6253603"/>
                  </a:lnTo>
                  <a:lnTo>
                    <a:pt x="69392" y="6253603"/>
                  </a:lnTo>
                  <a:lnTo>
                    <a:pt x="69392" y="6253173"/>
                  </a:lnTo>
                  <a:lnTo>
                    <a:pt x="69392" y="6252742"/>
                  </a:lnTo>
                  <a:lnTo>
                    <a:pt x="69510" y="6252742"/>
                  </a:lnTo>
                  <a:lnTo>
                    <a:pt x="69627" y="6252742"/>
                  </a:lnTo>
                  <a:lnTo>
                    <a:pt x="69745" y="6252742"/>
                  </a:lnTo>
                  <a:lnTo>
                    <a:pt x="69745" y="6252312"/>
                  </a:lnTo>
                  <a:lnTo>
                    <a:pt x="69862" y="6252312"/>
                  </a:lnTo>
                  <a:lnTo>
                    <a:pt x="69980" y="6252312"/>
                  </a:lnTo>
                  <a:lnTo>
                    <a:pt x="70098" y="6252312"/>
                  </a:lnTo>
                  <a:lnTo>
                    <a:pt x="70215" y="6252312"/>
                  </a:lnTo>
                  <a:lnTo>
                    <a:pt x="70215" y="6251881"/>
                  </a:lnTo>
                  <a:lnTo>
                    <a:pt x="70215" y="6251450"/>
                  </a:lnTo>
                  <a:lnTo>
                    <a:pt x="70215" y="6251020"/>
                  </a:lnTo>
                  <a:lnTo>
                    <a:pt x="70215" y="6250589"/>
                  </a:lnTo>
                  <a:lnTo>
                    <a:pt x="70333" y="6250589"/>
                  </a:lnTo>
                  <a:lnTo>
                    <a:pt x="70450" y="6250589"/>
                  </a:lnTo>
                  <a:lnTo>
                    <a:pt x="70450" y="6250159"/>
                  </a:lnTo>
                  <a:lnTo>
                    <a:pt x="70568" y="6250159"/>
                  </a:lnTo>
                  <a:lnTo>
                    <a:pt x="70568" y="6249728"/>
                  </a:lnTo>
                  <a:lnTo>
                    <a:pt x="70803" y="6249728"/>
                  </a:lnTo>
                  <a:lnTo>
                    <a:pt x="70921" y="6249728"/>
                  </a:lnTo>
                  <a:lnTo>
                    <a:pt x="70921" y="6249297"/>
                  </a:lnTo>
                  <a:lnTo>
                    <a:pt x="70921" y="6248867"/>
                  </a:lnTo>
                  <a:lnTo>
                    <a:pt x="71039" y="6248867"/>
                  </a:lnTo>
                  <a:lnTo>
                    <a:pt x="71039" y="6248436"/>
                  </a:lnTo>
                  <a:lnTo>
                    <a:pt x="71156" y="6248436"/>
                  </a:lnTo>
                  <a:lnTo>
                    <a:pt x="71156" y="6248006"/>
                  </a:lnTo>
                  <a:lnTo>
                    <a:pt x="71156" y="6247575"/>
                  </a:lnTo>
                  <a:lnTo>
                    <a:pt x="71274" y="6247575"/>
                  </a:lnTo>
                  <a:lnTo>
                    <a:pt x="71391" y="6247575"/>
                  </a:lnTo>
                  <a:lnTo>
                    <a:pt x="71509" y="6247575"/>
                  </a:lnTo>
                  <a:lnTo>
                    <a:pt x="71509" y="6247144"/>
                  </a:lnTo>
                  <a:lnTo>
                    <a:pt x="71627" y="6247144"/>
                  </a:lnTo>
                  <a:lnTo>
                    <a:pt x="71744" y="6247144"/>
                  </a:lnTo>
                  <a:lnTo>
                    <a:pt x="71862" y="6247144"/>
                  </a:lnTo>
                  <a:lnTo>
                    <a:pt x="71862" y="6246714"/>
                  </a:lnTo>
                  <a:lnTo>
                    <a:pt x="71862" y="6246283"/>
                  </a:lnTo>
                  <a:lnTo>
                    <a:pt x="71979" y="6246283"/>
                  </a:lnTo>
                  <a:lnTo>
                    <a:pt x="72097" y="6246283"/>
                  </a:lnTo>
                  <a:lnTo>
                    <a:pt x="72215" y="6246283"/>
                  </a:lnTo>
                  <a:lnTo>
                    <a:pt x="72332" y="6246283"/>
                  </a:lnTo>
                  <a:lnTo>
                    <a:pt x="72332" y="6245853"/>
                  </a:lnTo>
                  <a:lnTo>
                    <a:pt x="72332" y="6245422"/>
                  </a:lnTo>
                  <a:lnTo>
                    <a:pt x="72332" y="6244991"/>
                  </a:lnTo>
                  <a:lnTo>
                    <a:pt x="72450" y="6244991"/>
                  </a:lnTo>
                  <a:lnTo>
                    <a:pt x="72568" y="6244991"/>
                  </a:lnTo>
                  <a:lnTo>
                    <a:pt x="72685" y="6244991"/>
                  </a:lnTo>
                  <a:lnTo>
                    <a:pt x="72803" y="6244991"/>
                  </a:lnTo>
                  <a:lnTo>
                    <a:pt x="72920" y="6244991"/>
                  </a:lnTo>
                  <a:lnTo>
                    <a:pt x="73038" y="6244991"/>
                  </a:lnTo>
                  <a:lnTo>
                    <a:pt x="73156" y="6244991"/>
                  </a:lnTo>
                  <a:lnTo>
                    <a:pt x="73273" y="6244991"/>
                  </a:lnTo>
                  <a:lnTo>
                    <a:pt x="73391" y="6244991"/>
                  </a:lnTo>
                  <a:lnTo>
                    <a:pt x="73391" y="6244561"/>
                  </a:lnTo>
                  <a:lnTo>
                    <a:pt x="73391" y="6244130"/>
                  </a:lnTo>
                  <a:lnTo>
                    <a:pt x="73391" y="6243700"/>
                  </a:lnTo>
                  <a:lnTo>
                    <a:pt x="73508" y="6243700"/>
                  </a:lnTo>
                  <a:lnTo>
                    <a:pt x="73626" y="6243700"/>
                  </a:lnTo>
                  <a:lnTo>
                    <a:pt x="73744" y="6243700"/>
                  </a:lnTo>
                  <a:lnTo>
                    <a:pt x="73861" y="6243700"/>
                  </a:lnTo>
                  <a:lnTo>
                    <a:pt x="73979" y="6243700"/>
                  </a:lnTo>
                  <a:lnTo>
                    <a:pt x="73979" y="6243269"/>
                  </a:lnTo>
                  <a:lnTo>
                    <a:pt x="74096" y="6243269"/>
                  </a:lnTo>
                  <a:lnTo>
                    <a:pt x="74096" y="6242838"/>
                  </a:lnTo>
                  <a:lnTo>
                    <a:pt x="74096" y="6242408"/>
                  </a:lnTo>
                  <a:lnTo>
                    <a:pt x="74214" y="6242408"/>
                  </a:lnTo>
                  <a:lnTo>
                    <a:pt x="74332" y="6242408"/>
                  </a:lnTo>
                  <a:lnTo>
                    <a:pt x="74449" y="6242408"/>
                  </a:lnTo>
                  <a:lnTo>
                    <a:pt x="74449" y="6241977"/>
                  </a:lnTo>
                  <a:lnTo>
                    <a:pt x="74449" y="6241547"/>
                  </a:lnTo>
                  <a:lnTo>
                    <a:pt x="74567" y="6241547"/>
                  </a:lnTo>
                  <a:lnTo>
                    <a:pt x="74567" y="6241116"/>
                  </a:lnTo>
                  <a:lnTo>
                    <a:pt x="74685" y="6241116"/>
                  </a:lnTo>
                  <a:lnTo>
                    <a:pt x="74802" y="6241116"/>
                  </a:lnTo>
                  <a:lnTo>
                    <a:pt x="74920" y="6241116"/>
                  </a:lnTo>
                  <a:lnTo>
                    <a:pt x="74920" y="6240685"/>
                  </a:lnTo>
                  <a:lnTo>
                    <a:pt x="74920" y="6240255"/>
                  </a:lnTo>
                  <a:lnTo>
                    <a:pt x="74920" y="6239824"/>
                  </a:lnTo>
                  <a:lnTo>
                    <a:pt x="75037" y="6239394"/>
                  </a:lnTo>
                  <a:lnTo>
                    <a:pt x="75155" y="6239394"/>
                  </a:lnTo>
                  <a:lnTo>
                    <a:pt x="75155" y="6238963"/>
                  </a:lnTo>
                  <a:lnTo>
                    <a:pt x="75155" y="6238532"/>
                  </a:lnTo>
                  <a:lnTo>
                    <a:pt x="75155" y="6238102"/>
                  </a:lnTo>
                  <a:lnTo>
                    <a:pt x="75155" y="6237671"/>
                  </a:lnTo>
                  <a:lnTo>
                    <a:pt x="75155" y="6237241"/>
                  </a:lnTo>
                  <a:lnTo>
                    <a:pt x="75273" y="6237241"/>
                  </a:lnTo>
                  <a:lnTo>
                    <a:pt x="75390" y="6237241"/>
                  </a:lnTo>
                  <a:lnTo>
                    <a:pt x="75508" y="6237241"/>
                  </a:lnTo>
                  <a:lnTo>
                    <a:pt x="75625" y="6237241"/>
                  </a:lnTo>
                  <a:lnTo>
                    <a:pt x="75625" y="6236810"/>
                  </a:lnTo>
                  <a:lnTo>
                    <a:pt x="75743" y="6236810"/>
                  </a:lnTo>
                  <a:lnTo>
                    <a:pt x="75743" y="6236379"/>
                  </a:lnTo>
                  <a:lnTo>
                    <a:pt x="75743" y="6235949"/>
                  </a:lnTo>
                  <a:lnTo>
                    <a:pt x="75743" y="6235518"/>
                  </a:lnTo>
                  <a:lnTo>
                    <a:pt x="75861" y="6235518"/>
                  </a:lnTo>
                  <a:lnTo>
                    <a:pt x="75978" y="6235518"/>
                  </a:lnTo>
                  <a:lnTo>
                    <a:pt x="76096" y="6235518"/>
                  </a:lnTo>
                  <a:lnTo>
                    <a:pt x="76214" y="6235518"/>
                  </a:lnTo>
                  <a:lnTo>
                    <a:pt x="76331" y="6235518"/>
                  </a:lnTo>
                  <a:lnTo>
                    <a:pt x="76449" y="6235518"/>
                  </a:lnTo>
                  <a:lnTo>
                    <a:pt x="76566" y="6235518"/>
                  </a:lnTo>
                  <a:lnTo>
                    <a:pt x="76566" y="6235088"/>
                  </a:lnTo>
                  <a:lnTo>
                    <a:pt x="76684" y="6235088"/>
                  </a:lnTo>
                  <a:lnTo>
                    <a:pt x="76802" y="6235088"/>
                  </a:lnTo>
                  <a:lnTo>
                    <a:pt x="76919" y="6235088"/>
                  </a:lnTo>
                  <a:lnTo>
                    <a:pt x="76919" y="6234657"/>
                  </a:lnTo>
                  <a:lnTo>
                    <a:pt x="76919" y="6234226"/>
                  </a:lnTo>
                  <a:lnTo>
                    <a:pt x="77037" y="6234226"/>
                  </a:lnTo>
                  <a:lnTo>
                    <a:pt x="77154" y="6234226"/>
                  </a:lnTo>
                  <a:lnTo>
                    <a:pt x="77154" y="6233796"/>
                  </a:lnTo>
                  <a:lnTo>
                    <a:pt x="77272" y="6233796"/>
                  </a:lnTo>
                  <a:lnTo>
                    <a:pt x="77390" y="6233796"/>
                  </a:lnTo>
                  <a:lnTo>
                    <a:pt x="77507" y="6233796"/>
                  </a:lnTo>
                  <a:lnTo>
                    <a:pt x="77625" y="6233796"/>
                  </a:lnTo>
                  <a:lnTo>
                    <a:pt x="77743" y="6233796"/>
                  </a:lnTo>
                  <a:lnTo>
                    <a:pt x="77860" y="6233796"/>
                  </a:lnTo>
                  <a:lnTo>
                    <a:pt x="77978" y="6233796"/>
                  </a:lnTo>
                  <a:lnTo>
                    <a:pt x="78095" y="6233796"/>
                  </a:lnTo>
                  <a:lnTo>
                    <a:pt x="78213" y="6233796"/>
                  </a:lnTo>
                  <a:lnTo>
                    <a:pt x="78331" y="6233796"/>
                  </a:lnTo>
                  <a:lnTo>
                    <a:pt x="78448" y="6233796"/>
                  </a:lnTo>
                  <a:lnTo>
                    <a:pt x="78448" y="6233365"/>
                  </a:lnTo>
                  <a:lnTo>
                    <a:pt x="78566" y="6233365"/>
                  </a:lnTo>
                  <a:lnTo>
                    <a:pt x="78683" y="6233365"/>
                  </a:lnTo>
                  <a:lnTo>
                    <a:pt x="78683" y="6232935"/>
                  </a:lnTo>
                  <a:lnTo>
                    <a:pt x="78801" y="6232935"/>
                  </a:lnTo>
                  <a:lnTo>
                    <a:pt x="78919" y="6232935"/>
                  </a:lnTo>
                  <a:lnTo>
                    <a:pt x="79036" y="6232935"/>
                  </a:lnTo>
                  <a:lnTo>
                    <a:pt x="79154" y="6232935"/>
                  </a:lnTo>
                  <a:lnTo>
                    <a:pt x="79154" y="6232504"/>
                  </a:lnTo>
                  <a:lnTo>
                    <a:pt x="79272" y="6232504"/>
                  </a:lnTo>
                  <a:lnTo>
                    <a:pt x="79272" y="6232073"/>
                  </a:lnTo>
                  <a:lnTo>
                    <a:pt x="79389" y="6232073"/>
                  </a:lnTo>
                  <a:lnTo>
                    <a:pt x="79507" y="6232073"/>
                  </a:lnTo>
                  <a:lnTo>
                    <a:pt x="79507" y="6231643"/>
                  </a:lnTo>
                  <a:lnTo>
                    <a:pt x="79624" y="6231643"/>
                  </a:lnTo>
                  <a:lnTo>
                    <a:pt x="79624" y="6231212"/>
                  </a:lnTo>
                  <a:lnTo>
                    <a:pt x="79624" y="6230782"/>
                  </a:lnTo>
                  <a:lnTo>
                    <a:pt x="79860" y="6230782"/>
                  </a:lnTo>
                  <a:lnTo>
                    <a:pt x="79977" y="6230782"/>
                  </a:lnTo>
                  <a:lnTo>
                    <a:pt x="80095" y="6230782"/>
                  </a:lnTo>
                  <a:lnTo>
                    <a:pt x="80212" y="6230782"/>
                  </a:lnTo>
                  <a:lnTo>
                    <a:pt x="80212" y="6230351"/>
                  </a:lnTo>
                  <a:lnTo>
                    <a:pt x="80212" y="6229920"/>
                  </a:lnTo>
                  <a:lnTo>
                    <a:pt x="80212" y="6229490"/>
                  </a:lnTo>
                  <a:lnTo>
                    <a:pt x="80330" y="6229490"/>
                  </a:lnTo>
                  <a:lnTo>
                    <a:pt x="80330" y="6229059"/>
                  </a:lnTo>
                  <a:lnTo>
                    <a:pt x="80448" y="6229059"/>
                  </a:lnTo>
                  <a:lnTo>
                    <a:pt x="80565" y="6229059"/>
                  </a:lnTo>
                  <a:lnTo>
                    <a:pt x="80565" y="6228629"/>
                  </a:lnTo>
                  <a:lnTo>
                    <a:pt x="80683" y="6228629"/>
                  </a:lnTo>
                  <a:lnTo>
                    <a:pt x="80683" y="6228198"/>
                  </a:lnTo>
                  <a:lnTo>
                    <a:pt x="80800" y="6228198"/>
                  </a:lnTo>
                  <a:lnTo>
                    <a:pt x="80918" y="6228198"/>
                  </a:lnTo>
                  <a:lnTo>
                    <a:pt x="81036" y="6228198"/>
                  </a:lnTo>
                  <a:lnTo>
                    <a:pt x="81153" y="6228198"/>
                  </a:lnTo>
                  <a:lnTo>
                    <a:pt x="81271" y="6228198"/>
                  </a:lnTo>
                  <a:lnTo>
                    <a:pt x="81389" y="6228198"/>
                  </a:lnTo>
                  <a:lnTo>
                    <a:pt x="81506" y="6228198"/>
                  </a:lnTo>
                  <a:lnTo>
                    <a:pt x="81624" y="6228198"/>
                  </a:lnTo>
                  <a:lnTo>
                    <a:pt x="81741" y="6228198"/>
                  </a:lnTo>
                  <a:lnTo>
                    <a:pt x="81741" y="6227337"/>
                  </a:lnTo>
                  <a:lnTo>
                    <a:pt x="81859" y="6227337"/>
                  </a:lnTo>
                  <a:lnTo>
                    <a:pt x="81977" y="6227337"/>
                  </a:lnTo>
                  <a:lnTo>
                    <a:pt x="82094" y="6227337"/>
                  </a:lnTo>
                  <a:lnTo>
                    <a:pt x="82094" y="6226906"/>
                  </a:lnTo>
                  <a:lnTo>
                    <a:pt x="82094" y="6226476"/>
                  </a:lnTo>
                  <a:lnTo>
                    <a:pt x="82094" y="6226045"/>
                  </a:lnTo>
                  <a:lnTo>
                    <a:pt x="82212" y="6226045"/>
                  </a:lnTo>
                  <a:lnTo>
                    <a:pt x="82212" y="6225614"/>
                  </a:lnTo>
                  <a:lnTo>
                    <a:pt x="82329" y="6225614"/>
                  </a:lnTo>
                  <a:lnTo>
                    <a:pt x="82329" y="6225184"/>
                  </a:lnTo>
                  <a:lnTo>
                    <a:pt x="82329" y="6224753"/>
                  </a:lnTo>
                  <a:lnTo>
                    <a:pt x="82447" y="6224753"/>
                  </a:lnTo>
                  <a:lnTo>
                    <a:pt x="82447" y="6224323"/>
                  </a:lnTo>
                  <a:lnTo>
                    <a:pt x="82447" y="6223892"/>
                  </a:lnTo>
                  <a:lnTo>
                    <a:pt x="82565" y="6223892"/>
                  </a:lnTo>
                  <a:lnTo>
                    <a:pt x="82565" y="6223461"/>
                  </a:lnTo>
                  <a:lnTo>
                    <a:pt x="82682" y="6223461"/>
                  </a:lnTo>
                  <a:lnTo>
                    <a:pt x="82800" y="6223461"/>
                  </a:lnTo>
                  <a:lnTo>
                    <a:pt x="82918" y="6223461"/>
                  </a:lnTo>
                  <a:lnTo>
                    <a:pt x="82918" y="6223031"/>
                  </a:lnTo>
                  <a:lnTo>
                    <a:pt x="83035" y="6223031"/>
                  </a:lnTo>
                  <a:lnTo>
                    <a:pt x="83153" y="6223031"/>
                  </a:lnTo>
                  <a:lnTo>
                    <a:pt x="83270" y="6223031"/>
                  </a:lnTo>
                  <a:lnTo>
                    <a:pt x="83388" y="6223031"/>
                  </a:lnTo>
                  <a:lnTo>
                    <a:pt x="83388" y="6222600"/>
                  </a:lnTo>
                  <a:lnTo>
                    <a:pt x="83506" y="6222600"/>
                  </a:lnTo>
                  <a:lnTo>
                    <a:pt x="83623" y="6222600"/>
                  </a:lnTo>
                  <a:lnTo>
                    <a:pt x="83623" y="6222170"/>
                  </a:lnTo>
                  <a:lnTo>
                    <a:pt x="83623" y="6221739"/>
                  </a:lnTo>
                  <a:lnTo>
                    <a:pt x="83741" y="6221739"/>
                  </a:lnTo>
                  <a:lnTo>
                    <a:pt x="83858" y="6221739"/>
                  </a:lnTo>
                  <a:lnTo>
                    <a:pt x="83976" y="6221739"/>
                  </a:lnTo>
                  <a:lnTo>
                    <a:pt x="84094" y="6221739"/>
                  </a:lnTo>
                  <a:lnTo>
                    <a:pt x="84211" y="6221739"/>
                  </a:lnTo>
                  <a:lnTo>
                    <a:pt x="84329" y="6221739"/>
                  </a:lnTo>
                  <a:lnTo>
                    <a:pt x="84329" y="6221308"/>
                  </a:lnTo>
                  <a:lnTo>
                    <a:pt x="84329" y="6220878"/>
                  </a:lnTo>
                  <a:lnTo>
                    <a:pt x="84447" y="6220878"/>
                  </a:lnTo>
                  <a:lnTo>
                    <a:pt x="84564" y="6220878"/>
                  </a:lnTo>
                  <a:lnTo>
                    <a:pt x="84682" y="6220878"/>
                  </a:lnTo>
                  <a:lnTo>
                    <a:pt x="84799" y="6220878"/>
                  </a:lnTo>
                  <a:lnTo>
                    <a:pt x="84917" y="6220878"/>
                  </a:lnTo>
                  <a:lnTo>
                    <a:pt x="85035" y="6220878"/>
                  </a:lnTo>
                  <a:lnTo>
                    <a:pt x="85152" y="6220878"/>
                  </a:lnTo>
                  <a:lnTo>
                    <a:pt x="85152" y="6220447"/>
                  </a:lnTo>
                  <a:lnTo>
                    <a:pt x="85270" y="6220447"/>
                  </a:lnTo>
                  <a:lnTo>
                    <a:pt x="85387" y="6220447"/>
                  </a:lnTo>
                  <a:lnTo>
                    <a:pt x="85505" y="6220447"/>
                  </a:lnTo>
                  <a:lnTo>
                    <a:pt x="85623" y="6220017"/>
                  </a:lnTo>
                  <a:lnTo>
                    <a:pt x="85740" y="6220017"/>
                  </a:lnTo>
                  <a:lnTo>
                    <a:pt x="85858" y="6220017"/>
                  </a:lnTo>
                  <a:lnTo>
                    <a:pt x="85858" y="6219586"/>
                  </a:lnTo>
                  <a:lnTo>
                    <a:pt x="85976" y="6219586"/>
                  </a:lnTo>
                  <a:lnTo>
                    <a:pt x="86093" y="6219586"/>
                  </a:lnTo>
                  <a:lnTo>
                    <a:pt x="86093" y="6219155"/>
                  </a:lnTo>
                  <a:lnTo>
                    <a:pt x="86211" y="6219155"/>
                  </a:lnTo>
                  <a:lnTo>
                    <a:pt x="86328" y="6219155"/>
                  </a:lnTo>
                  <a:lnTo>
                    <a:pt x="86328" y="6218725"/>
                  </a:lnTo>
                  <a:lnTo>
                    <a:pt x="86446" y="6218725"/>
                  </a:lnTo>
                  <a:lnTo>
                    <a:pt x="86446" y="6218294"/>
                  </a:lnTo>
                  <a:lnTo>
                    <a:pt x="86564" y="6218294"/>
                  </a:lnTo>
                  <a:lnTo>
                    <a:pt x="86681" y="6218294"/>
                  </a:lnTo>
                  <a:lnTo>
                    <a:pt x="86799" y="6218294"/>
                  </a:lnTo>
                  <a:lnTo>
                    <a:pt x="86799" y="6217864"/>
                  </a:lnTo>
                  <a:lnTo>
                    <a:pt x="86916" y="6217864"/>
                  </a:lnTo>
                  <a:lnTo>
                    <a:pt x="87034" y="6217864"/>
                  </a:lnTo>
                  <a:lnTo>
                    <a:pt x="87034" y="6217433"/>
                  </a:lnTo>
                  <a:lnTo>
                    <a:pt x="87152" y="6217433"/>
                  </a:lnTo>
                  <a:lnTo>
                    <a:pt x="87152" y="6217002"/>
                  </a:lnTo>
                  <a:lnTo>
                    <a:pt x="87269" y="6217002"/>
                  </a:lnTo>
                  <a:lnTo>
                    <a:pt x="87387" y="6217002"/>
                  </a:lnTo>
                  <a:lnTo>
                    <a:pt x="87505" y="6217002"/>
                  </a:lnTo>
                  <a:lnTo>
                    <a:pt x="87622" y="6217002"/>
                  </a:lnTo>
                  <a:lnTo>
                    <a:pt x="87740" y="6217002"/>
                  </a:lnTo>
                  <a:lnTo>
                    <a:pt x="87857" y="6217002"/>
                  </a:lnTo>
                  <a:lnTo>
                    <a:pt x="87857" y="6216572"/>
                  </a:lnTo>
                  <a:lnTo>
                    <a:pt x="87857" y="6216141"/>
                  </a:lnTo>
                  <a:lnTo>
                    <a:pt x="87975" y="6216141"/>
                  </a:lnTo>
                  <a:lnTo>
                    <a:pt x="87975" y="6215280"/>
                  </a:lnTo>
                  <a:lnTo>
                    <a:pt x="87975" y="6214849"/>
                  </a:lnTo>
                  <a:lnTo>
                    <a:pt x="88093" y="6214849"/>
                  </a:lnTo>
                  <a:lnTo>
                    <a:pt x="88210" y="6214849"/>
                  </a:lnTo>
                  <a:lnTo>
                    <a:pt x="88328" y="6214849"/>
                  </a:lnTo>
                  <a:lnTo>
                    <a:pt x="88445" y="6214849"/>
                  </a:lnTo>
                  <a:lnTo>
                    <a:pt x="88563" y="6214849"/>
                  </a:lnTo>
                  <a:lnTo>
                    <a:pt x="88681" y="6214419"/>
                  </a:lnTo>
                  <a:lnTo>
                    <a:pt x="88798" y="6214419"/>
                  </a:lnTo>
                  <a:lnTo>
                    <a:pt x="88798" y="6213988"/>
                  </a:lnTo>
                  <a:lnTo>
                    <a:pt x="88916" y="6213988"/>
                  </a:lnTo>
                  <a:lnTo>
                    <a:pt x="88916" y="6213558"/>
                  </a:lnTo>
                  <a:lnTo>
                    <a:pt x="89033" y="6213558"/>
                  </a:lnTo>
                  <a:lnTo>
                    <a:pt x="89151" y="6213558"/>
                  </a:lnTo>
                  <a:lnTo>
                    <a:pt x="89269" y="6213558"/>
                  </a:lnTo>
                  <a:lnTo>
                    <a:pt x="89386" y="6213558"/>
                  </a:lnTo>
                  <a:lnTo>
                    <a:pt x="89504" y="6213558"/>
                  </a:lnTo>
                  <a:lnTo>
                    <a:pt x="89622" y="6213558"/>
                  </a:lnTo>
                  <a:lnTo>
                    <a:pt x="89739" y="6213558"/>
                  </a:lnTo>
                  <a:lnTo>
                    <a:pt x="89857" y="6213558"/>
                  </a:lnTo>
                  <a:lnTo>
                    <a:pt x="89974" y="6213558"/>
                  </a:lnTo>
                  <a:lnTo>
                    <a:pt x="89974" y="6213127"/>
                  </a:lnTo>
                  <a:lnTo>
                    <a:pt x="89974" y="6212696"/>
                  </a:lnTo>
                  <a:lnTo>
                    <a:pt x="89974" y="6212266"/>
                  </a:lnTo>
                  <a:lnTo>
                    <a:pt x="89974" y="6211835"/>
                  </a:lnTo>
                  <a:lnTo>
                    <a:pt x="90092" y="6211835"/>
                  </a:lnTo>
                  <a:lnTo>
                    <a:pt x="90210" y="6211835"/>
                  </a:lnTo>
                  <a:lnTo>
                    <a:pt x="90327" y="6211835"/>
                  </a:lnTo>
                  <a:lnTo>
                    <a:pt x="90445" y="6211835"/>
                  </a:lnTo>
                  <a:lnTo>
                    <a:pt x="90445" y="6211405"/>
                  </a:lnTo>
                  <a:lnTo>
                    <a:pt x="90562" y="6211405"/>
                  </a:lnTo>
                  <a:lnTo>
                    <a:pt x="90680" y="6211405"/>
                  </a:lnTo>
                  <a:lnTo>
                    <a:pt x="90798" y="6211405"/>
                  </a:lnTo>
                  <a:lnTo>
                    <a:pt x="90798" y="6210974"/>
                  </a:lnTo>
                  <a:lnTo>
                    <a:pt x="90798" y="6210543"/>
                  </a:lnTo>
                  <a:lnTo>
                    <a:pt x="90915" y="6210543"/>
                  </a:lnTo>
                  <a:lnTo>
                    <a:pt x="91033" y="6210543"/>
                  </a:lnTo>
                  <a:lnTo>
                    <a:pt x="91033" y="6210113"/>
                  </a:lnTo>
                  <a:lnTo>
                    <a:pt x="91151" y="6210113"/>
                  </a:lnTo>
                  <a:lnTo>
                    <a:pt x="91268" y="6210113"/>
                  </a:lnTo>
                  <a:lnTo>
                    <a:pt x="91386" y="6210113"/>
                  </a:lnTo>
                  <a:lnTo>
                    <a:pt x="91503" y="6210113"/>
                  </a:lnTo>
                  <a:lnTo>
                    <a:pt x="91621" y="6210113"/>
                  </a:lnTo>
                  <a:lnTo>
                    <a:pt x="91739" y="6210113"/>
                  </a:lnTo>
                  <a:lnTo>
                    <a:pt x="91739" y="6209682"/>
                  </a:lnTo>
                  <a:lnTo>
                    <a:pt x="91856" y="6209682"/>
                  </a:lnTo>
                  <a:lnTo>
                    <a:pt x="91974" y="6209682"/>
                  </a:lnTo>
                  <a:lnTo>
                    <a:pt x="92091" y="6209682"/>
                  </a:lnTo>
                  <a:lnTo>
                    <a:pt x="92209" y="6209682"/>
                  </a:lnTo>
                  <a:lnTo>
                    <a:pt x="92327" y="6209682"/>
                  </a:lnTo>
                  <a:lnTo>
                    <a:pt x="92444" y="6209682"/>
                  </a:lnTo>
                  <a:lnTo>
                    <a:pt x="92562" y="6209682"/>
                  </a:lnTo>
                  <a:lnTo>
                    <a:pt x="92562" y="6209252"/>
                  </a:lnTo>
                  <a:lnTo>
                    <a:pt x="92680" y="6209252"/>
                  </a:lnTo>
                  <a:lnTo>
                    <a:pt x="92797" y="6208821"/>
                  </a:lnTo>
                  <a:lnTo>
                    <a:pt x="92797" y="6208390"/>
                  </a:lnTo>
                  <a:lnTo>
                    <a:pt x="92915" y="6208390"/>
                  </a:lnTo>
                  <a:lnTo>
                    <a:pt x="93032" y="6208390"/>
                  </a:lnTo>
                  <a:lnTo>
                    <a:pt x="93150" y="6208390"/>
                  </a:lnTo>
                  <a:lnTo>
                    <a:pt x="93150" y="6207960"/>
                  </a:lnTo>
                  <a:lnTo>
                    <a:pt x="93268" y="6207960"/>
                  </a:lnTo>
                  <a:lnTo>
                    <a:pt x="93385" y="6207960"/>
                  </a:lnTo>
                  <a:lnTo>
                    <a:pt x="93503" y="6207960"/>
                  </a:lnTo>
                  <a:lnTo>
                    <a:pt x="93503" y="6207529"/>
                  </a:lnTo>
                  <a:lnTo>
                    <a:pt x="93620" y="6207529"/>
                  </a:lnTo>
                  <a:lnTo>
                    <a:pt x="93738" y="6207529"/>
                  </a:lnTo>
                  <a:lnTo>
                    <a:pt x="93738" y="6207099"/>
                  </a:lnTo>
                  <a:lnTo>
                    <a:pt x="93856" y="6207099"/>
                  </a:lnTo>
                  <a:lnTo>
                    <a:pt x="93973" y="6207099"/>
                  </a:lnTo>
                  <a:lnTo>
                    <a:pt x="93973" y="6206668"/>
                  </a:lnTo>
                  <a:lnTo>
                    <a:pt x="93973" y="6206237"/>
                  </a:lnTo>
                  <a:lnTo>
                    <a:pt x="94091" y="6206237"/>
                  </a:lnTo>
                  <a:lnTo>
                    <a:pt x="94209" y="6206237"/>
                  </a:lnTo>
                  <a:lnTo>
                    <a:pt x="94326" y="6206237"/>
                  </a:lnTo>
                  <a:lnTo>
                    <a:pt x="94444" y="6206237"/>
                  </a:lnTo>
                  <a:lnTo>
                    <a:pt x="94561" y="6206237"/>
                  </a:lnTo>
                  <a:lnTo>
                    <a:pt x="94679" y="6206237"/>
                  </a:lnTo>
                  <a:lnTo>
                    <a:pt x="94914" y="6206237"/>
                  </a:lnTo>
                  <a:lnTo>
                    <a:pt x="95032" y="6206237"/>
                  </a:lnTo>
                  <a:lnTo>
                    <a:pt x="95032" y="6205807"/>
                  </a:lnTo>
                  <a:lnTo>
                    <a:pt x="95149" y="6205807"/>
                  </a:lnTo>
                  <a:lnTo>
                    <a:pt x="95267" y="6205807"/>
                  </a:lnTo>
                  <a:lnTo>
                    <a:pt x="95385" y="6205807"/>
                  </a:lnTo>
                  <a:lnTo>
                    <a:pt x="95502" y="6205807"/>
                  </a:lnTo>
                  <a:lnTo>
                    <a:pt x="95620" y="6205807"/>
                  </a:lnTo>
                  <a:lnTo>
                    <a:pt x="95738" y="6205807"/>
                  </a:lnTo>
                  <a:lnTo>
                    <a:pt x="95738" y="6205376"/>
                  </a:lnTo>
                  <a:lnTo>
                    <a:pt x="95855" y="6205376"/>
                  </a:lnTo>
                  <a:lnTo>
                    <a:pt x="95973" y="6205376"/>
                  </a:lnTo>
                  <a:lnTo>
                    <a:pt x="96090" y="6205376"/>
                  </a:lnTo>
                  <a:lnTo>
                    <a:pt x="96090" y="6204946"/>
                  </a:lnTo>
                  <a:lnTo>
                    <a:pt x="96208" y="6204946"/>
                  </a:lnTo>
                  <a:lnTo>
                    <a:pt x="96326" y="6204946"/>
                  </a:lnTo>
                  <a:lnTo>
                    <a:pt x="96443" y="6204946"/>
                  </a:lnTo>
                  <a:lnTo>
                    <a:pt x="96678" y="6204946"/>
                  </a:lnTo>
                  <a:lnTo>
                    <a:pt x="96796" y="6204946"/>
                  </a:lnTo>
                  <a:lnTo>
                    <a:pt x="96914" y="6204946"/>
                  </a:lnTo>
                  <a:lnTo>
                    <a:pt x="96914" y="6204515"/>
                  </a:lnTo>
                  <a:lnTo>
                    <a:pt x="96914" y="6204084"/>
                  </a:lnTo>
                  <a:lnTo>
                    <a:pt x="97031" y="6204084"/>
                  </a:lnTo>
                  <a:lnTo>
                    <a:pt x="97149" y="6204084"/>
                  </a:lnTo>
                  <a:lnTo>
                    <a:pt x="97266" y="6204084"/>
                  </a:lnTo>
                  <a:lnTo>
                    <a:pt x="97384" y="6204084"/>
                  </a:lnTo>
                  <a:lnTo>
                    <a:pt x="97384" y="6203654"/>
                  </a:lnTo>
                  <a:lnTo>
                    <a:pt x="97502" y="6203654"/>
                  </a:lnTo>
                  <a:lnTo>
                    <a:pt x="97619" y="6203654"/>
                  </a:lnTo>
                  <a:lnTo>
                    <a:pt x="97619" y="6203223"/>
                  </a:lnTo>
                  <a:lnTo>
                    <a:pt x="97619" y="6202793"/>
                  </a:lnTo>
                  <a:lnTo>
                    <a:pt x="97737" y="6202793"/>
                  </a:lnTo>
                  <a:lnTo>
                    <a:pt x="97737" y="6202362"/>
                  </a:lnTo>
                  <a:lnTo>
                    <a:pt x="97737" y="6201931"/>
                  </a:lnTo>
                  <a:lnTo>
                    <a:pt x="97855" y="6201931"/>
                  </a:lnTo>
                  <a:lnTo>
                    <a:pt x="97855" y="6201501"/>
                  </a:lnTo>
                  <a:lnTo>
                    <a:pt x="97855" y="6201070"/>
                  </a:lnTo>
                  <a:lnTo>
                    <a:pt x="97972" y="6201070"/>
                  </a:lnTo>
                  <a:lnTo>
                    <a:pt x="97972" y="6200640"/>
                  </a:lnTo>
                  <a:lnTo>
                    <a:pt x="98090" y="6200640"/>
                  </a:lnTo>
                  <a:lnTo>
                    <a:pt x="98207" y="6200640"/>
                  </a:lnTo>
                  <a:lnTo>
                    <a:pt x="98325" y="6200640"/>
                  </a:lnTo>
                  <a:lnTo>
                    <a:pt x="98443" y="6200640"/>
                  </a:lnTo>
                  <a:lnTo>
                    <a:pt x="98443" y="6200209"/>
                  </a:lnTo>
                  <a:lnTo>
                    <a:pt x="98560" y="6200209"/>
                  </a:lnTo>
                  <a:lnTo>
                    <a:pt x="98678" y="6200209"/>
                  </a:lnTo>
                  <a:lnTo>
                    <a:pt x="98795" y="6200209"/>
                  </a:lnTo>
                  <a:lnTo>
                    <a:pt x="98913" y="6200209"/>
                  </a:lnTo>
                  <a:lnTo>
                    <a:pt x="99148" y="6200209"/>
                  </a:lnTo>
                  <a:lnTo>
                    <a:pt x="99266" y="6200209"/>
                  </a:lnTo>
                  <a:lnTo>
                    <a:pt x="99384" y="6200209"/>
                  </a:lnTo>
                  <a:lnTo>
                    <a:pt x="99384" y="6199778"/>
                  </a:lnTo>
                  <a:lnTo>
                    <a:pt x="99501" y="6199778"/>
                  </a:lnTo>
                  <a:lnTo>
                    <a:pt x="99619" y="6199778"/>
                  </a:lnTo>
                  <a:lnTo>
                    <a:pt x="99736" y="6199778"/>
                  </a:lnTo>
                  <a:lnTo>
                    <a:pt x="99854" y="6199778"/>
                  </a:lnTo>
                  <a:lnTo>
                    <a:pt x="99854" y="6199348"/>
                  </a:lnTo>
                  <a:lnTo>
                    <a:pt x="99972" y="6199348"/>
                  </a:lnTo>
                  <a:lnTo>
                    <a:pt x="100089" y="6198056"/>
                  </a:lnTo>
                  <a:lnTo>
                    <a:pt x="100207" y="6198056"/>
                  </a:lnTo>
                  <a:lnTo>
                    <a:pt x="100324" y="6198056"/>
                  </a:lnTo>
                  <a:lnTo>
                    <a:pt x="100442" y="6198056"/>
                  </a:lnTo>
                  <a:lnTo>
                    <a:pt x="100677" y="6198056"/>
                  </a:lnTo>
                  <a:lnTo>
                    <a:pt x="100795" y="6198056"/>
                  </a:lnTo>
                  <a:lnTo>
                    <a:pt x="100913" y="6198056"/>
                  </a:lnTo>
                  <a:lnTo>
                    <a:pt x="101030" y="6198056"/>
                  </a:lnTo>
                  <a:lnTo>
                    <a:pt x="101148" y="6198056"/>
                  </a:lnTo>
                  <a:lnTo>
                    <a:pt x="101148" y="6197625"/>
                  </a:lnTo>
                  <a:lnTo>
                    <a:pt x="101265" y="6197625"/>
                  </a:lnTo>
                  <a:lnTo>
                    <a:pt x="101383" y="6197625"/>
                  </a:lnTo>
                  <a:lnTo>
                    <a:pt x="101501" y="6197625"/>
                  </a:lnTo>
                  <a:lnTo>
                    <a:pt x="101618" y="6197625"/>
                  </a:lnTo>
                  <a:lnTo>
                    <a:pt x="101736" y="6197625"/>
                  </a:lnTo>
                  <a:lnTo>
                    <a:pt x="101853" y="6197625"/>
                  </a:lnTo>
                  <a:lnTo>
                    <a:pt x="101971" y="6197625"/>
                  </a:lnTo>
                  <a:lnTo>
                    <a:pt x="101971" y="6197195"/>
                  </a:lnTo>
                  <a:lnTo>
                    <a:pt x="102089" y="6197195"/>
                  </a:lnTo>
                  <a:lnTo>
                    <a:pt x="102089" y="6196764"/>
                  </a:lnTo>
                  <a:lnTo>
                    <a:pt x="102206" y="6196764"/>
                  </a:lnTo>
                  <a:lnTo>
                    <a:pt x="102206" y="6196334"/>
                  </a:lnTo>
                  <a:lnTo>
                    <a:pt x="102206" y="6195903"/>
                  </a:lnTo>
                  <a:lnTo>
                    <a:pt x="102324" y="6195903"/>
                  </a:lnTo>
                  <a:lnTo>
                    <a:pt x="102442" y="6195903"/>
                  </a:lnTo>
                  <a:lnTo>
                    <a:pt x="102559" y="6195903"/>
                  </a:lnTo>
                  <a:lnTo>
                    <a:pt x="102559" y="6195472"/>
                  </a:lnTo>
                  <a:lnTo>
                    <a:pt x="102677" y="6195472"/>
                  </a:lnTo>
                  <a:lnTo>
                    <a:pt x="102794" y="6195472"/>
                  </a:lnTo>
                  <a:lnTo>
                    <a:pt x="102912" y="6195472"/>
                  </a:lnTo>
                  <a:lnTo>
                    <a:pt x="103030" y="6195472"/>
                  </a:lnTo>
                  <a:lnTo>
                    <a:pt x="103147" y="6195472"/>
                  </a:lnTo>
                  <a:lnTo>
                    <a:pt x="103147" y="6195042"/>
                  </a:lnTo>
                  <a:lnTo>
                    <a:pt x="103147" y="6194611"/>
                  </a:lnTo>
                  <a:lnTo>
                    <a:pt x="103265" y="6194611"/>
                  </a:lnTo>
                  <a:lnTo>
                    <a:pt x="103382" y="6194611"/>
                  </a:lnTo>
                  <a:lnTo>
                    <a:pt x="103500" y="6194181"/>
                  </a:lnTo>
                  <a:lnTo>
                    <a:pt x="103618" y="6194181"/>
                  </a:lnTo>
                  <a:lnTo>
                    <a:pt x="103735" y="6194181"/>
                  </a:lnTo>
                  <a:lnTo>
                    <a:pt x="103853" y="6194181"/>
                  </a:lnTo>
                  <a:lnTo>
                    <a:pt x="103853" y="6193750"/>
                  </a:lnTo>
                  <a:lnTo>
                    <a:pt x="103853" y="6193319"/>
                  </a:lnTo>
                  <a:lnTo>
                    <a:pt x="103971" y="6193319"/>
                  </a:lnTo>
                  <a:lnTo>
                    <a:pt x="104088" y="6193319"/>
                  </a:lnTo>
                  <a:lnTo>
                    <a:pt x="104206" y="6193319"/>
                  </a:lnTo>
                  <a:lnTo>
                    <a:pt x="104206" y="6192889"/>
                  </a:lnTo>
                  <a:lnTo>
                    <a:pt x="104323" y="6192889"/>
                  </a:lnTo>
                  <a:lnTo>
                    <a:pt x="104441" y="6192889"/>
                  </a:lnTo>
                  <a:lnTo>
                    <a:pt x="104559" y="6192889"/>
                  </a:lnTo>
                  <a:lnTo>
                    <a:pt x="104676" y="6192889"/>
                  </a:lnTo>
                  <a:lnTo>
                    <a:pt x="104676" y="6192458"/>
                  </a:lnTo>
                  <a:lnTo>
                    <a:pt x="104794" y="6192458"/>
                  </a:lnTo>
                  <a:lnTo>
                    <a:pt x="104911" y="6192458"/>
                  </a:lnTo>
                  <a:lnTo>
                    <a:pt x="105029" y="6192458"/>
                  </a:lnTo>
                  <a:lnTo>
                    <a:pt x="105147" y="6192458"/>
                  </a:lnTo>
                  <a:lnTo>
                    <a:pt x="105264" y="6192458"/>
                  </a:lnTo>
                  <a:lnTo>
                    <a:pt x="105264" y="6192028"/>
                  </a:lnTo>
                  <a:lnTo>
                    <a:pt x="105382" y="6192028"/>
                  </a:lnTo>
                  <a:lnTo>
                    <a:pt x="105499" y="6192028"/>
                  </a:lnTo>
                  <a:lnTo>
                    <a:pt x="105499" y="6191597"/>
                  </a:lnTo>
                  <a:lnTo>
                    <a:pt x="105617" y="6191597"/>
                  </a:lnTo>
                  <a:lnTo>
                    <a:pt x="105735" y="6191597"/>
                  </a:lnTo>
                  <a:lnTo>
                    <a:pt x="105735" y="6190736"/>
                  </a:lnTo>
                  <a:lnTo>
                    <a:pt x="105852" y="6190736"/>
                  </a:lnTo>
                  <a:lnTo>
                    <a:pt x="105970" y="6190736"/>
                  </a:lnTo>
                  <a:lnTo>
                    <a:pt x="106088" y="6190736"/>
                  </a:lnTo>
                  <a:lnTo>
                    <a:pt x="106205" y="6190736"/>
                  </a:lnTo>
                  <a:lnTo>
                    <a:pt x="106323" y="6190736"/>
                  </a:lnTo>
                  <a:lnTo>
                    <a:pt x="106440" y="6190736"/>
                  </a:lnTo>
                  <a:lnTo>
                    <a:pt x="106440" y="6190305"/>
                  </a:lnTo>
                  <a:lnTo>
                    <a:pt x="106558" y="6190305"/>
                  </a:lnTo>
                  <a:lnTo>
                    <a:pt x="106558" y="6189875"/>
                  </a:lnTo>
                  <a:lnTo>
                    <a:pt x="106676" y="6189875"/>
                  </a:lnTo>
                  <a:lnTo>
                    <a:pt x="106793" y="6189875"/>
                  </a:lnTo>
                  <a:lnTo>
                    <a:pt x="106793" y="6189444"/>
                  </a:lnTo>
                  <a:lnTo>
                    <a:pt x="106911" y="6189444"/>
                  </a:lnTo>
                  <a:lnTo>
                    <a:pt x="107028" y="6189444"/>
                  </a:lnTo>
                  <a:lnTo>
                    <a:pt x="107146" y="6189444"/>
                  </a:lnTo>
                  <a:lnTo>
                    <a:pt x="107264" y="6189444"/>
                  </a:lnTo>
                  <a:lnTo>
                    <a:pt x="107381" y="6189444"/>
                  </a:lnTo>
                  <a:lnTo>
                    <a:pt x="107381" y="6189013"/>
                  </a:lnTo>
                  <a:lnTo>
                    <a:pt x="107499" y="6189013"/>
                  </a:lnTo>
                  <a:lnTo>
                    <a:pt x="107617" y="6189013"/>
                  </a:lnTo>
                  <a:lnTo>
                    <a:pt x="107734" y="6189013"/>
                  </a:lnTo>
                  <a:lnTo>
                    <a:pt x="107852" y="6189013"/>
                  </a:lnTo>
                  <a:lnTo>
                    <a:pt x="107969" y="6189013"/>
                  </a:lnTo>
                  <a:lnTo>
                    <a:pt x="107969" y="6188583"/>
                  </a:lnTo>
                  <a:lnTo>
                    <a:pt x="108087" y="6188583"/>
                  </a:lnTo>
                  <a:lnTo>
                    <a:pt x="108205" y="6188583"/>
                  </a:lnTo>
                  <a:lnTo>
                    <a:pt x="108205" y="6188152"/>
                  </a:lnTo>
                  <a:lnTo>
                    <a:pt x="108322" y="6188152"/>
                  </a:lnTo>
                  <a:lnTo>
                    <a:pt x="108440" y="6188152"/>
                  </a:lnTo>
                  <a:lnTo>
                    <a:pt x="108557" y="6188152"/>
                  </a:lnTo>
                  <a:lnTo>
                    <a:pt x="108675" y="6188152"/>
                  </a:lnTo>
                  <a:lnTo>
                    <a:pt x="108675" y="6187722"/>
                  </a:lnTo>
                  <a:lnTo>
                    <a:pt x="108793" y="6187722"/>
                  </a:lnTo>
                  <a:lnTo>
                    <a:pt x="108910" y="6187722"/>
                  </a:lnTo>
                  <a:lnTo>
                    <a:pt x="109028" y="6187722"/>
                  </a:lnTo>
                  <a:lnTo>
                    <a:pt x="109146" y="6187722"/>
                  </a:lnTo>
                  <a:lnTo>
                    <a:pt x="109146" y="6187291"/>
                  </a:lnTo>
                  <a:lnTo>
                    <a:pt x="109263" y="6187291"/>
                  </a:lnTo>
                  <a:lnTo>
                    <a:pt x="109263" y="6186860"/>
                  </a:lnTo>
                  <a:lnTo>
                    <a:pt x="109381" y="6186860"/>
                  </a:lnTo>
                  <a:lnTo>
                    <a:pt x="109498" y="6186860"/>
                  </a:lnTo>
                  <a:lnTo>
                    <a:pt x="109616" y="6186860"/>
                  </a:lnTo>
                  <a:lnTo>
                    <a:pt x="109616" y="6186430"/>
                  </a:lnTo>
                  <a:lnTo>
                    <a:pt x="109734" y="6185999"/>
                  </a:lnTo>
                  <a:lnTo>
                    <a:pt x="109851" y="6185999"/>
                  </a:lnTo>
                  <a:lnTo>
                    <a:pt x="109969" y="6185999"/>
                  </a:lnTo>
                  <a:lnTo>
                    <a:pt x="110204" y="6185999"/>
                  </a:lnTo>
                  <a:lnTo>
                    <a:pt x="110322" y="6185999"/>
                  </a:lnTo>
                  <a:lnTo>
                    <a:pt x="110439" y="6185999"/>
                  </a:lnTo>
                  <a:lnTo>
                    <a:pt x="110439" y="6185569"/>
                  </a:lnTo>
                  <a:lnTo>
                    <a:pt x="110557" y="6185569"/>
                  </a:lnTo>
                  <a:lnTo>
                    <a:pt x="110557" y="6185138"/>
                  </a:lnTo>
                  <a:lnTo>
                    <a:pt x="110675" y="6185138"/>
                  </a:lnTo>
                  <a:lnTo>
                    <a:pt x="110675" y="6184707"/>
                  </a:lnTo>
                  <a:lnTo>
                    <a:pt x="110792" y="6184707"/>
                  </a:lnTo>
                  <a:lnTo>
                    <a:pt x="110792" y="6183846"/>
                  </a:lnTo>
                  <a:lnTo>
                    <a:pt x="110910" y="6183846"/>
                  </a:lnTo>
                  <a:lnTo>
                    <a:pt x="111027" y="6183846"/>
                  </a:lnTo>
                  <a:lnTo>
                    <a:pt x="111145" y="6183846"/>
                  </a:lnTo>
                  <a:lnTo>
                    <a:pt x="111145" y="6183416"/>
                  </a:lnTo>
                  <a:lnTo>
                    <a:pt x="111145" y="6182985"/>
                  </a:lnTo>
                  <a:lnTo>
                    <a:pt x="111145" y="6182554"/>
                  </a:lnTo>
                  <a:lnTo>
                    <a:pt x="111263" y="6182554"/>
                  </a:lnTo>
                  <a:lnTo>
                    <a:pt x="111263" y="6182124"/>
                  </a:lnTo>
                  <a:lnTo>
                    <a:pt x="111380" y="6182124"/>
                  </a:lnTo>
                  <a:lnTo>
                    <a:pt x="111498" y="6182124"/>
                  </a:lnTo>
                  <a:lnTo>
                    <a:pt x="111615" y="6182124"/>
                  </a:lnTo>
                  <a:lnTo>
                    <a:pt x="111733" y="6182124"/>
                  </a:lnTo>
                  <a:lnTo>
                    <a:pt x="111851" y="6182124"/>
                  </a:lnTo>
                  <a:lnTo>
                    <a:pt x="111851" y="6181693"/>
                  </a:lnTo>
                  <a:lnTo>
                    <a:pt x="111968" y="6181693"/>
                  </a:lnTo>
                  <a:lnTo>
                    <a:pt x="112086" y="6181693"/>
                  </a:lnTo>
                  <a:lnTo>
                    <a:pt x="112086" y="6181263"/>
                  </a:lnTo>
                  <a:lnTo>
                    <a:pt x="112204" y="6181263"/>
                  </a:lnTo>
                  <a:lnTo>
                    <a:pt x="112321" y="6181263"/>
                  </a:lnTo>
                  <a:lnTo>
                    <a:pt x="112439" y="6181263"/>
                  </a:lnTo>
                  <a:lnTo>
                    <a:pt x="112556" y="6181263"/>
                  </a:lnTo>
                  <a:lnTo>
                    <a:pt x="112674" y="6181263"/>
                  </a:lnTo>
                  <a:lnTo>
                    <a:pt x="112674" y="6180832"/>
                  </a:lnTo>
                  <a:lnTo>
                    <a:pt x="112674" y="6180401"/>
                  </a:lnTo>
                  <a:lnTo>
                    <a:pt x="112909" y="6179971"/>
                  </a:lnTo>
                  <a:lnTo>
                    <a:pt x="113027" y="6179971"/>
                  </a:lnTo>
                  <a:lnTo>
                    <a:pt x="113144" y="6179971"/>
                  </a:lnTo>
                  <a:lnTo>
                    <a:pt x="113262" y="6179971"/>
                  </a:lnTo>
                  <a:lnTo>
                    <a:pt x="113262" y="6179540"/>
                  </a:lnTo>
                  <a:lnTo>
                    <a:pt x="113262" y="6179110"/>
                  </a:lnTo>
                  <a:lnTo>
                    <a:pt x="113262" y="6178679"/>
                  </a:lnTo>
                  <a:lnTo>
                    <a:pt x="113380" y="6178679"/>
                  </a:lnTo>
                  <a:lnTo>
                    <a:pt x="113497" y="6178679"/>
                  </a:lnTo>
                  <a:lnTo>
                    <a:pt x="113615" y="6178679"/>
                  </a:lnTo>
                  <a:lnTo>
                    <a:pt x="113850" y="6178679"/>
                  </a:lnTo>
                  <a:lnTo>
                    <a:pt x="113968" y="6178679"/>
                  </a:lnTo>
                  <a:lnTo>
                    <a:pt x="113968" y="6178248"/>
                  </a:lnTo>
                  <a:lnTo>
                    <a:pt x="113968" y="6177818"/>
                  </a:lnTo>
                  <a:lnTo>
                    <a:pt x="113968" y="6177387"/>
                  </a:lnTo>
                  <a:lnTo>
                    <a:pt x="113968" y="6176526"/>
                  </a:lnTo>
                  <a:lnTo>
                    <a:pt x="113968" y="6176095"/>
                  </a:lnTo>
                  <a:lnTo>
                    <a:pt x="113968" y="6175665"/>
                  </a:lnTo>
                  <a:lnTo>
                    <a:pt x="114085" y="6175665"/>
                  </a:lnTo>
                  <a:lnTo>
                    <a:pt x="114085" y="6175234"/>
                  </a:lnTo>
                  <a:lnTo>
                    <a:pt x="114203" y="6175234"/>
                  </a:lnTo>
                  <a:lnTo>
                    <a:pt x="114203" y="6174804"/>
                  </a:lnTo>
                  <a:lnTo>
                    <a:pt x="114321" y="6174804"/>
                  </a:lnTo>
                  <a:lnTo>
                    <a:pt x="114321" y="6174373"/>
                  </a:lnTo>
                  <a:lnTo>
                    <a:pt x="114438" y="6174373"/>
                  </a:lnTo>
                  <a:lnTo>
                    <a:pt x="114438" y="6173942"/>
                  </a:lnTo>
                  <a:lnTo>
                    <a:pt x="114556" y="6173942"/>
                  </a:lnTo>
                  <a:lnTo>
                    <a:pt x="114556" y="6173512"/>
                  </a:lnTo>
                  <a:lnTo>
                    <a:pt x="114673" y="6173512"/>
                  </a:lnTo>
                  <a:lnTo>
                    <a:pt x="114791" y="6173512"/>
                  </a:lnTo>
                  <a:lnTo>
                    <a:pt x="114909" y="6173512"/>
                  </a:lnTo>
                  <a:lnTo>
                    <a:pt x="115026" y="6173512"/>
                  </a:lnTo>
                  <a:lnTo>
                    <a:pt x="115261" y="6173512"/>
                  </a:lnTo>
                  <a:lnTo>
                    <a:pt x="115379" y="6173512"/>
                  </a:lnTo>
                  <a:lnTo>
                    <a:pt x="115497" y="6173512"/>
                  </a:lnTo>
                  <a:lnTo>
                    <a:pt x="115614" y="6173512"/>
                  </a:lnTo>
                  <a:lnTo>
                    <a:pt x="115614" y="6173081"/>
                  </a:lnTo>
                  <a:lnTo>
                    <a:pt x="115614" y="6172651"/>
                  </a:lnTo>
                  <a:lnTo>
                    <a:pt x="115732" y="6172651"/>
                  </a:lnTo>
                  <a:lnTo>
                    <a:pt x="115732" y="6172220"/>
                  </a:lnTo>
                  <a:lnTo>
                    <a:pt x="115732" y="6171789"/>
                  </a:lnTo>
                  <a:lnTo>
                    <a:pt x="115850" y="6171789"/>
                  </a:lnTo>
                  <a:lnTo>
                    <a:pt x="115967" y="6171789"/>
                  </a:lnTo>
                  <a:lnTo>
                    <a:pt x="116085" y="6171789"/>
                  </a:lnTo>
                  <a:lnTo>
                    <a:pt x="116202" y="6171789"/>
                  </a:lnTo>
                  <a:lnTo>
                    <a:pt x="116202" y="6171359"/>
                  </a:lnTo>
                  <a:lnTo>
                    <a:pt x="116320" y="6171359"/>
                  </a:lnTo>
                  <a:lnTo>
                    <a:pt x="116438" y="6171359"/>
                  </a:lnTo>
                  <a:lnTo>
                    <a:pt x="116555" y="6171359"/>
                  </a:lnTo>
                  <a:lnTo>
                    <a:pt x="116555" y="6170928"/>
                  </a:lnTo>
                  <a:lnTo>
                    <a:pt x="116673" y="6170928"/>
                  </a:lnTo>
                  <a:lnTo>
                    <a:pt x="116790" y="6170928"/>
                  </a:lnTo>
                  <a:lnTo>
                    <a:pt x="116908" y="6170928"/>
                  </a:lnTo>
                  <a:lnTo>
                    <a:pt x="117026" y="6170928"/>
                  </a:lnTo>
                  <a:lnTo>
                    <a:pt x="117026" y="6170498"/>
                  </a:lnTo>
                  <a:lnTo>
                    <a:pt x="117143" y="6170498"/>
                  </a:lnTo>
                  <a:lnTo>
                    <a:pt x="117261" y="6170498"/>
                  </a:lnTo>
                  <a:lnTo>
                    <a:pt x="117261" y="6170067"/>
                  </a:lnTo>
                  <a:lnTo>
                    <a:pt x="117261" y="6169636"/>
                  </a:lnTo>
                  <a:lnTo>
                    <a:pt x="117379" y="6169636"/>
                  </a:lnTo>
                  <a:lnTo>
                    <a:pt x="117496" y="6169636"/>
                  </a:lnTo>
                  <a:lnTo>
                    <a:pt x="117614" y="6169636"/>
                  </a:lnTo>
                  <a:lnTo>
                    <a:pt x="117614" y="6169206"/>
                  </a:lnTo>
                  <a:lnTo>
                    <a:pt x="117731" y="6169206"/>
                  </a:lnTo>
                  <a:lnTo>
                    <a:pt x="117731" y="6168775"/>
                  </a:lnTo>
                  <a:lnTo>
                    <a:pt x="117849" y="6168775"/>
                  </a:lnTo>
                  <a:lnTo>
                    <a:pt x="117967" y="6168775"/>
                  </a:lnTo>
                  <a:lnTo>
                    <a:pt x="118084" y="6168775"/>
                  </a:lnTo>
                  <a:lnTo>
                    <a:pt x="118202" y="6168775"/>
                  </a:lnTo>
                  <a:lnTo>
                    <a:pt x="118319" y="6168775"/>
                  </a:lnTo>
                  <a:lnTo>
                    <a:pt x="118437" y="6168775"/>
                  </a:lnTo>
                  <a:lnTo>
                    <a:pt x="118555" y="6168775"/>
                  </a:lnTo>
                  <a:lnTo>
                    <a:pt x="118672" y="6168775"/>
                  </a:lnTo>
                  <a:lnTo>
                    <a:pt x="118790" y="6168775"/>
                  </a:lnTo>
                  <a:lnTo>
                    <a:pt x="118908" y="6168775"/>
                  </a:lnTo>
                  <a:lnTo>
                    <a:pt x="119025" y="6168775"/>
                  </a:lnTo>
                  <a:lnTo>
                    <a:pt x="119143" y="6168775"/>
                  </a:lnTo>
                  <a:lnTo>
                    <a:pt x="119260" y="6168775"/>
                  </a:lnTo>
                  <a:lnTo>
                    <a:pt x="119260" y="6168345"/>
                  </a:lnTo>
                  <a:lnTo>
                    <a:pt x="119378" y="6167914"/>
                  </a:lnTo>
                  <a:lnTo>
                    <a:pt x="119496" y="6167914"/>
                  </a:lnTo>
                  <a:lnTo>
                    <a:pt x="119613" y="6167914"/>
                  </a:lnTo>
                  <a:lnTo>
                    <a:pt x="119731" y="6167914"/>
                  </a:lnTo>
                  <a:lnTo>
                    <a:pt x="119731" y="6167483"/>
                  </a:lnTo>
                  <a:lnTo>
                    <a:pt x="119731" y="6167053"/>
                  </a:lnTo>
                  <a:lnTo>
                    <a:pt x="119731" y="6166622"/>
                  </a:lnTo>
                  <a:lnTo>
                    <a:pt x="119848" y="6166622"/>
                  </a:lnTo>
                  <a:lnTo>
                    <a:pt x="119848" y="6166192"/>
                  </a:lnTo>
                  <a:lnTo>
                    <a:pt x="119966" y="6166192"/>
                  </a:lnTo>
                  <a:lnTo>
                    <a:pt x="120084" y="6166192"/>
                  </a:lnTo>
                  <a:lnTo>
                    <a:pt x="120201" y="6166192"/>
                  </a:lnTo>
                  <a:lnTo>
                    <a:pt x="120201" y="6165761"/>
                  </a:lnTo>
                  <a:lnTo>
                    <a:pt x="120319" y="6165761"/>
                  </a:lnTo>
                  <a:lnTo>
                    <a:pt x="120437" y="6165761"/>
                  </a:lnTo>
                  <a:lnTo>
                    <a:pt x="120554" y="6165761"/>
                  </a:lnTo>
                  <a:lnTo>
                    <a:pt x="120672" y="6165761"/>
                  </a:lnTo>
                  <a:lnTo>
                    <a:pt x="120789" y="6165761"/>
                  </a:lnTo>
                  <a:lnTo>
                    <a:pt x="120789" y="6165330"/>
                  </a:lnTo>
                  <a:lnTo>
                    <a:pt x="120907" y="6165330"/>
                  </a:lnTo>
                  <a:lnTo>
                    <a:pt x="121025" y="6165330"/>
                  </a:lnTo>
                  <a:lnTo>
                    <a:pt x="121142" y="6165330"/>
                  </a:lnTo>
                  <a:lnTo>
                    <a:pt x="121142" y="6164900"/>
                  </a:lnTo>
                  <a:lnTo>
                    <a:pt x="121260" y="6164900"/>
                  </a:lnTo>
                  <a:lnTo>
                    <a:pt x="121377" y="6164900"/>
                  </a:lnTo>
                  <a:lnTo>
                    <a:pt x="121495" y="6164900"/>
                  </a:lnTo>
                  <a:lnTo>
                    <a:pt x="121495" y="6164469"/>
                  </a:lnTo>
                  <a:lnTo>
                    <a:pt x="121613" y="6164469"/>
                  </a:lnTo>
                  <a:lnTo>
                    <a:pt x="121613" y="6164039"/>
                  </a:lnTo>
                  <a:lnTo>
                    <a:pt x="121730" y="6164039"/>
                  </a:lnTo>
                  <a:lnTo>
                    <a:pt x="121848" y="6164039"/>
                  </a:lnTo>
                  <a:lnTo>
                    <a:pt x="121965" y="6164039"/>
                  </a:lnTo>
                  <a:lnTo>
                    <a:pt x="121965" y="6163608"/>
                  </a:lnTo>
                  <a:lnTo>
                    <a:pt x="122083" y="6163608"/>
                  </a:lnTo>
                  <a:lnTo>
                    <a:pt x="122201" y="6163608"/>
                  </a:lnTo>
                  <a:lnTo>
                    <a:pt x="122318" y="6163177"/>
                  </a:lnTo>
                  <a:lnTo>
                    <a:pt x="122436" y="6163177"/>
                  </a:lnTo>
                  <a:lnTo>
                    <a:pt x="122554" y="6163177"/>
                  </a:lnTo>
                  <a:lnTo>
                    <a:pt x="122671" y="6163177"/>
                  </a:lnTo>
                  <a:lnTo>
                    <a:pt x="122789" y="6163177"/>
                  </a:lnTo>
                  <a:lnTo>
                    <a:pt x="122906" y="6163177"/>
                  </a:lnTo>
                  <a:lnTo>
                    <a:pt x="123024" y="6163177"/>
                  </a:lnTo>
                  <a:lnTo>
                    <a:pt x="123142" y="6163177"/>
                  </a:lnTo>
                  <a:lnTo>
                    <a:pt x="123259" y="6163177"/>
                  </a:lnTo>
                  <a:lnTo>
                    <a:pt x="123377" y="6163177"/>
                  </a:lnTo>
                  <a:lnTo>
                    <a:pt x="123494" y="6163177"/>
                  </a:lnTo>
                  <a:lnTo>
                    <a:pt x="123612" y="6163177"/>
                  </a:lnTo>
                  <a:lnTo>
                    <a:pt x="123730" y="6163177"/>
                  </a:lnTo>
                  <a:lnTo>
                    <a:pt x="123847" y="6163177"/>
                  </a:lnTo>
                  <a:lnTo>
                    <a:pt x="123965" y="6163177"/>
                  </a:lnTo>
                  <a:lnTo>
                    <a:pt x="124083" y="6163177"/>
                  </a:lnTo>
                  <a:lnTo>
                    <a:pt x="124200" y="6163177"/>
                  </a:lnTo>
                  <a:lnTo>
                    <a:pt x="124200" y="6162316"/>
                  </a:lnTo>
                  <a:lnTo>
                    <a:pt x="124318" y="6162316"/>
                  </a:lnTo>
                  <a:lnTo>
                    <a:pt x="124318" y="6161886"/>
                  </a:lnTo>
                  <a:lnTo>
                    <a:pt x="124435" y="6161886"/>
                  </a:lnTo>
                  <a:lnTo>
                    <a:pt x="124553" y="6161886"/>
                  </a:lnTo>
                  <a:lnTo>
                    <a:pt x="124671" y="6161886"/>
                  </a:lnTo>
                  <a:lnTo>
                    <a:pt x="124671" y="6161455"/>
                  </a:lnTo>
                  <a:lnTo>
                    <a:pt x="124788" y="6161455"/>
                  </a:lnTo>
                  <a:lnTo>
                    <a:pt x="124906" y="6161455"/>
                  </a:lnTo>
                  <a:lnTo>
                    <a:pt x="125023" y="6161455"/>
                  </a:lnTo>
                  <a:lnTo>
                    <a:pt x="125023" y="6161024"/>
                  </a:lnTo>
                  <a:lnTo>
                    <a:pt x="125494" y="6160594"/>
                  </a:lnTo>
                  <a:lnTo>
                    <a:pt x="125494" y="6160163"/>
                  </a:lnTo>
                  <a:lnTo>
                    <a:pt x="125612" y="6160163"/>
                  </a:lnTo>
                  <a:lnTo>
                    <a:pt x="125729" y="6160163"/>
                  </a:lnTo>
                  <a:lnTo>
                    <a:pt x="125729" y="6159733"/>
                  </a:lnTo>
                  <a:lnTo>
                    <a:pt x="125847" y="6159733"/>
                  </a:lnTo>
                  <a:lnTo>
                    <a:pt x="125964" y="6159733"/>
                  </a:lnTo>
                  <a:lnTo>
                    <a:pt x="126200" y="6159733"/>
                  </a:lnTo>
                  <a:lnTo>
                    <a:pt x="126317" y="6159733"/>
                  </a:lnTo>
                  <a:lnTo>
                    <a:pt x="126435" y="6159733"/>
                  </a:lnTo>
                  <a:lnTo>
                    <a:pt x="126670" y="6159733"/>
                  </a:lnTo>
                  <a:lnTo>
                    <a:pt x="126788" y="6159733"/>
                  </a:lnTo>
                  <a:lnTo>
                    <a:pt x="126905" y="6159733"/>
                  </a:lnTo>
                  <a:lnTo>
                    <a:pt x="127023" y="6159733"/>
                  </a:lnTo>
                  <a:lnTo>
                    <a:pt x="127141" y="6159733"/>
                  </a:lnTo>
                  <a:lnTo>
                    <a:pt x="127258" y="6159733"/>
                  </a:lnTo>
                  <a:lnTo>
                    <a:pt x="127258" y="6159302"/>
                  </a:lnTo>
                  <a:lnTo>
                    <a:pt x="127376" y="6158871"/>
                  </a:lnTo>
                  <a:lnTo>
                    <a:pt x="127493" y="6158871"/>
                  </a:lnTo>
                  <a:lnTo>
                    <a:pt x="127611" y="6158871"/>
                  </a:lnTo>
                  <a:lnTo>
                    <a:pt x="127729" y="6158871"/>
                  </a:lnTo>
                  <a:lnTo>
                    <a:pt x="127846" y="6158871"/>
                  </a:lnTo>
                  <a:lnTo>
                    <a:pt x="127964" y="6158871"/>
                  </a:lnTo>
                  <a:lnTo>
                    <a:pt x="128081" y="6158871"/>
                  </a:lnTo>
                  <a:lnTo>
                    <a:pt x="128081" y="6158441"/>
                  </a:lnTo>
                  <a:lnTo>
                    <a:pt x="128081" y="6158010"/>
                  </a:lnTo>
                  <a:lnTo>
                    <a:pt x="128199" y="6158010"/>
                  </a:lnTo>
                  <a:lnTo>
                    <a:pt x="128199" y="6157580"/>
                  </a:lnTo>
                  <a:lnTo>
                    <a:pt x="128317" y="6157580"/>
                  </a:lnTo>
                  <a:lnTo>
                    <a:pt x="128317" y="6157149"/>
                  </a:lnTo>
                  <a:lnTo>
                    <a:pt x="128434" y="6157149"/>
                  </a:lnTo>
                  <a:lnTo>
                    <a:pt x="128552" y="6157149"/>
                  </a:lnTo>
                  <a:lnTo>
                    <a:pt x="128670" y="6157149"/>
                  </a:lnTo>
                  <a:lnTo>
                    <a:pt x="128787" y="6157149"/>
                  </a:lnTo>
                  <a:lnTo>
                    <a:pt x="128905" y="6157149"/>
                  </a:lnTo>
                  <a:lnTo>
                    <a:pt x="129022" y="6157149"/>
                  </a:lnTo>
                  <a:lnTo>
                    <a:pt x="129140" y="6157149"/>
                  </a:lnTo>
                  <a:lnTo>
                    <a:pt x="129258" y="6157149"/>
                  </a:lnTo>
                  <a:lnTo>
                    <a:pt x="129258" y="6156718"/>
                  </a:lnTo>
                  <a:lnTo>
                    <a:pt x="129375" y="6156718"/>
                  </a:lnTo>
                  <a:lnTo>
                    <a:pt x="129493" y="6156718"/>
                  </a:lnTo>
                  <a:lnTo>
                    <a:pt x="129610" y="6156718"/>
                  </a:lnTo>
                  <a:lnTo>
                    <a:pt x="129610" y="6156288"/>
                  </a:lnTo>
                  <a:lnTo>
                    <a:pt x="129728" y="6156288"/>
                  </a:lnTo>
                  <a:lnTo>
                    <a:pt x="129846" y="6156288"/>
                  </a:lnTo>
                  <a:lnTo>
                    <a:pt x="130081" y="6156288"/>
                  </a:lnTo>
                  <a:lnTo>
                    <a:pt x="130198" y="6156288"/>
                  </a:lnTo>
                  <a:lnTo>
                    <a:pt x="130434" y="6156288"/>
                  </a:lnTo>
                  <a:lnTo>
                    <a:pt x="130551" y="6156288"/>
                  </a:lnTo>
                  <a:lnTo>
                    <a:pt x="130669" y="6156288"/>
                  </a:lnTo>
                  <a:lnTo>
                    <a:pt x="130787" y="6156288"/>
                  </a:lnTo>
                  <a:lnTo>
                    <a:pt x="130787" y="6155857"/>
                  </a:lnTo>
                  <a:lnTo>
                    <a:pt x="130904" y="6155857"/>
                  </a:lnTo>
                  <a:lnTo>
                    <a:pt x="131022" y="6155857"/>
                  </a:lnTo>
                  <a:lnTo>
                    <a:pt x="131139" y="6155857"/>
                  </a:lnTo>
                  <a:lnTo>
                    <a:pt x="131257" y="6155857"/>
                  </a:lnTo>
                  <a:lnTo>
                    <a:pt x="131492" y="6155857"/>
                  </a:lnTo>
                  <a:lnTo>
                    <a:pt x="131610" y="6155857"/>
                  </a:lnTo>
                  <a:lnTo>
                    <a:pt x="131727" y="6155857"/>
                  </a:lnTo>
                  <a:lnTo>
                    <a:pt x="131845" y="6155857"/>
                  </a:lnTo>
                  <a:lnTo>
                    <a:pt x="131963" y="6155857"/>
                  </a:lnTo>
                  <a:lnTo>
                    <a:pt x="132080" y="6155857"/>
                  </a:lnTo>
                  <a:lnTo>
                    <a:pt x="132080" y="6155427"/>
                  </a:lnTo>
                  <a:lnTo>
                    <a:pt x="132080" y="6154996"/>
                  </a:lnTo>
                  <a:lnTo>
                    <a:pt x="132080" y="6154565"/>
                  </a:lnTo>
                  <a:lnTo>
                    <a:pt x="132198" y="6154565"/>
                  </a:lnTo>
                  <a:lnTo>
                    <a:pt x="132316" y="6154565"/>
                  </a:lnTo>
                  <a:lnTo>
                    <a:pt x="132433" y="6154565"/>
                  </a:lnTo>
                  <a:lnTo>
                    <a:pt x="132551" y="6154565"/>
                  </a:lnTo>
                  <a:lnTo>
                    <a:pt x="132668" y="6154565"/>
                  </a:lnTo>
                  <a:lnTo>
                    <a:pt x="132668" y="6154135"/>
                  </a:lnTo>
                  <a:lnTo>
                    <a:pt x="132668" y="6153704"/>
                  </a:lnTo>
                  <a:lnTo>
                    <a:pt x="132786" y="6153704"/>
                  </a:lnTo>
                  <a:lnTo>
                    <a:pt x="132786" y="6153274"/>
                  </a:lnTo>
                  <a:lnTo>
                    <a:pt x="132904" y="6153274"/>
                  </a:lnTo>
                  <a:lnTo>
                    <a:pt x="132904" y="6152843"/>
                  </a:lnTo>
                  <a:lnTo>
                    <a:pt x="133021" y="6152843"/>
                  </a:lnTo>
                  <a:lnTo>
                    <a:pt x="133021" y="6152412"/>
                  </a:lnTo>
                  <a:lnTo>
                    <a:pt x="133139" y="6152412"/>
                  </a:lnTo>
                  <a:lnTo>
                    <a:pt x="133256" y="6152412"/>
                  </a:lnTo>
                  <a:lnTo>
                    <a:pt x="133374" y="6151982"/>
                  </a:lnTo>
                  <a:lnTo>
                    <a:pt x="133374" y="6151551"/>
                  </a:lnTo>
                  <a:lnTo>
                    <a:pt x="133492" y="6151551"/>
                  </a:lnTo>
                  <a:lnTo>
                    <a:pt x="133609" y="6151551"/>
                  </a:lnTo>
                  <a:lnTo>
                    <a:pt x="133727" y="6151551"/>
                  </a:lnTo>
                  <a:lnTo>
                    <a:pt x="133727" y="6151121"/>
                  </a:lnTo>
                  <a:lnTo>
                    <a:pt x="133845" y="6151121"/>
                  </a:lnTo>
                  <a:lnTo>
                    <a:pt x="133962" y="6151121"/>
                  </a:lnTo>
                  <a:lnTo>
                    <a:pt x="133962" y="6150690"/>
                  </a:lnTo>
                  <a:lnTo>
                    <a:pt x="134197" y="6150690"/>
                  </a:lnTo>
                  <a:lnTo>
                    <a:pt x="134197" y="6150259"/>
                  </a:lnTo>
                  <a:lnTo>
                    <a:pt x="134315" y="6150259"/>
                  </a:lnTo>
                  <a:lnTo>
                    <a:pt x="134315" y="6149829"/>
                  </a:lnTo>
                  <a:lnTo>
                    <a:pt x="134433" y="6149829"/>
                  </a:lnTo>
                  <a:lnTo>
                    <a:pt x="134550" y="6149829"/>
                  </a:lnTo>
                  <a:lnTo>
                    <a:pt x="134668" y="6149829"/>
                  </a:lnTo>
                  <a:lnTo>
                    <a:pt x="134785" y="6149398"/>
                  </a:lnTo>
                  <a:lnTo>
                    <a:pt x="134903" y="6149398"/>
                  </a:lnTo>
                  <a:lnTo>
                    <a:pt x="135021" y="6149398"/>
                  </a:lnTo>
                  <a:lnTo>
                    <a:pt x="135138" y="6149398"/>
                  </a:lnTo>
                  <a:lnTo>
                    <a:pt x="135138" y="6148968"/>
                  </a:lnTo>
                  <a:lnTo>
                    <a:pt x="135256" y="6148968"/>
                  </a:lnTo>
                  <a:lnTo>
                    <a:pt x="135374" y="6148968"/>
                  </a:lnTo>
                  <a:lnTo>
                    <a:pt x="135491" y="6148968"/>
                  </a:lnTo>
                  <a:lnTo>
                    <a:pt x="135609" y="6148968"/>
                  </a:lnTo>
                  <a:lnTo>
                    <a:pt x="135726" y="6148968"/>
                  </a:lnTo>
                  <a:lnTo>
                    <a:pt x="135844" y="6148968"/>
                  </a:lnTo>
                  <a:lnTo>
                    <a:pt x="135844" y="6148537"/>
                  </a:lnTo>
                  <a:lnTo>
                    <a:pt x="135962" y="6148537"/>
                  </a:lnTo>
                  <a:lnTo>
                    <a:pt x="136079" y="6148537"/>
                  </a:lnTo>
                  <a:lnTo>
                    <a:pt x="136197" y="6148537"/>
                  </a:lnTo>
                  <a:lnTo>
                    <a:pt x="136314" y="6148537"/>
                  </a:lnTo>
                  <a:lnTo>
                    <a:pt x="136314" y="6148106"/>
                  </a:lnTo>
                  <a:lnTo>
                    <a:pt x="136432" y="6148106"/>
                  </a:lnTo>
                  <a:lnTo>
                    <a:pt x="136432" y="6147676"/>
                  </a:lnTo>
                  <a:lnTo>
                    <a:pt x="136550" y="6147676"/>
                  </a:lnTo>
                  <a:lnTo>
                    <a:pt x="136550" y="6147245"/>
                  </a:lnTo>
                  <a:lnTo>
                    <a:pt x="136550" y="6146815"/>
                  </a:lnTo>
                  <a:lnTo>
                    <a:pt x="136667" y="6146815"/>
                  </a:lnTo>
                  <a:lnTo>
                    <a:pt x="136667" y="6146384"/>
                  </a:lnTo>
                  <a:lnTo>
                    <a:pt x="136785" y="6145953"/>
                  </a:lnTo>
                  <a:lnTo>
                    <a:pt x="136785" y="6145523"/>
                  </a:lnTo>
                  <a:lnTo>
                    <a:pt x="136903" y="6145523"/>
                  </a:lnTo>
                  <a:lnTo>
                    <a:pt x="137020" y="6145523"/>
                  </a:lnTo>
                  <a:lnTo>
                    <a:pt x="137255" y="6145523"/>
                  </a:lnTo>
                  <a:lnTo>
                    <a:pt x="137255" y="6145092"/>
                  </a:lnTo>
                  <a:lnTo>
                    <a:pt x="137373" y="6145092"/>
                  </a:lnTo>
                  <a:lnTo>
                    <a:pt x="137373" y="6144662"/>
                  </a:lnTo>
                  <a:lnTo>
                    <a:pt x="137491" y="6144662"/>
                  </a:lnTo>
                  <a:lnTo>
                    <a:pt x="137491" y="6144231"/>
                  </a:lnTo>
                  <a:lnTo>
                    <a:pt x="137608" y="6144231"/>
                  </a:lnTo>
                  <a:lnTo>
                    <a:pt x="137726" y="6144231"/>
                  </a:lnTo>
                  <a:lnTo>
                    <a:pt x="137843" y="6144231"/>
                  </a:lnTo>
                  <a:lnTo>
                    <a:pt x="137843" y="6143800"/>
                  </a:lnTo>
                  <a:lnTo>
                    <a:pt x="137843" y="6143370"/>
                  </a:lnTo>
                  <a:lnTo>
                    <a:pt x="137961" y="6143370"/>
                  </a:lnTo>
                  <a:lnTo>
                    <a:pt x="137961" y="6142939"/>
                  </a:lnTo>
                  <a:lnTo>
                    <a:pt x="137961" y="6142509"/>
                  </a:lnTo>
                  <a:lnTo>
                    <a:pt x="138196" y="6142509"/>
                  </a:lnTo>
                  <a:lnTo>
                    <a:pt x="138314" y="6142509"/>
                  </a:lnTo>
                  <a:lnTo>
                    <a:pt x="138431" y="6142509"/>
                  </a:lnTo>
                  <a:lnTo>
                    <a:pt x="138549" y="6142509"/>
                  </a:lnTo>
                  <a:lnTo>
                    <a:pt x="138667" y="6142509"/>
                  </a:lnTo>
                  <a:lnTo>
                    <a:pt x="138667" y="6142078"/>
                  </a:lnTo>
                  <a:lnTo>
                    <a:pt x="138784" y="6142078"/>
                  </a:lnTo>
                  <a:lnTo>
                    <a:pt x="138784" y="6141647"/>
                  </a:lnTo>
                  <a:lnTo>
                    <a:pt x="138902" y="6141647"/>
                  </a:lnTo>
                  <a:lnTo>
                    <a:pt x="139020" y="6141647"/>
                  </a:lnTo>
                  <a:lnTo>
                    <a:pt x="139137" y="6141647"/>
                  </a:lnTo>
                  <a:lnTo>
                    <a:pt x="139255" y="6141647"/>
                  </a:lnTo>
                  <a:lnTo>
                    <a:pt x="139372" y="6141647"/>
                  </a:lnTo>
                  <a:lnTo>
                    <a:pt x="139372" y="6141217"/>
                  </a:lnTo>
                  <a:lnTo>
                    <a:pt x="139490" y="6141217"/>
                  </a:lnTo>
                  <a:lnTo>
                    <a:pt x="139608" y="6141217"/>
                  </a:lnTo>
                  <a:lnTo>
                    <a:pt x="139725" y="6141217"/>
                  </a:lnTo>
                  <a:lnTo>
                    <a:pt x="139843" y="6141217"/>
                  </a:lnTo>
                  <a:lnTo>
                    <a:pt x="139960" y="6141217"/>
                  </a:lnTo>
                  <a:lnTo>
                    <a:pt x="140078" y="6141217"/>
                  </a:lnTo>
                  <a:lnTo>
                    <a:pt x="140078" y="6140786"/>
                  </a:lnTo>
                  <a:lnTo>
                    <a:pt x="140196" y="6140786"/>
                  </a:lnTo>
                  <a:lnTo>
                    <a:pt x="140313" y="6140786"/>
                  </a:lnTo>
                  <a:lnTo>
                    <a:pt x="140431" y="6140356"/>
                  </a:lnTo>
                  <a:lnTo>
                    <a:pt x="140549" y="6140356"/>
                  </a:lnTo>
                  <a:lnTo>
                    <a:pt x="140666" y="6140356"/>
                  </a:lnTo>
                  <a:lnTo>
                    <a:pt x="140784" y="6140356"/>
                  </a:lnTo>
                  <a:lnTo>
                    <a:pt x="141019" y="6140356"/>
                  </a:lnTo>
                  <a:lnTo>
                    <a:pt x="141019" y="6139925"/>
                  </a:lnTo>
                  <a:lnTo>
                    <a:pt x="141137" y="6139925"/>
                  </a:lnTo>
                  <a:lnTo>
                    <a:pt x="141254" y="6139925"/>
                  </a:lnTo>
                  <a:lnTo>
                    <a:pt x="141372" y="6139925"/>
                  </a:lnTo>
                  <a:lnTo>
                    <a:pt x="141489" y="6139925"/>
                  </a:lnTo>
                  <a:lnTo>
                    <a:pt x="141607" y="6139925"/>
                  </a:lnTo>
                  <a:lnTo>
                    <a:pt x="141725" y="6139925"/>
                  </a:lnTo>
                  <a:lnTo>
                    <a:pt x="141842" y="6139925"/>
                  </a:lnTo>
                  <a:lnTo>
                    <a:pt x="141960" y="6139925"/>
                  </a:lnTo>
                  <a:lnTo>
                    <a:pt x="142078" y="6139925"/>
                  </a:lnTo>
                  <a:lnTo>
                    <a:pt x="142195" y="6139925"/>
                  </a:lnTo>
                  <a:lnTo>
                    <a:pt x="142195" y="6139494"/>
                  </a:lnTo>
                  <a:lnTo>
                    <a:pt x="142313" y="6139494"/>
                  </a:lnTo>
                  <a:lnTo>
                    <a:pt x="142313" y="6139064"/>
                  </a:lnTo>
                  <a:lnTo>
                    <a:pt x="142430" y="6139064"/>
                  </a:lnTo>
                  <a:lnTo>
                    <a:pt x="142548" y="6139064"/>
                  </a:lnTo>
                  <a:lnTo>
                    <a:pt x="142666" y="6139064"/>
                  </a:lnTo>
                  <a:lnTo>
                    <a:pt x="142783" y="6139064"/>
                  </a:lnTo>
                  <a:lnTo>
                    <a:pt x="142901" y="6139064"/>
                  </a:lnTo>
                  <a:lnTo>
                    <a:pt x="143018" y="6139064"/>
                  </a:lnTo>
                  <a:lnTo>
                    <a:pt x="143136" y="6139064"/>
                  </a:lnTo>
                  <a:lnTo>
                    <a:pt x="143254" y="6139064"/>
                  </a:lnTo>
                  <a:lnTo>
                    <a:pt x="143371" y="6139064"/>
                  </a:lnTo>
                  <a:lnTo>
                    <a:pt x="143371" y="6138633"/>
                  </a:lnTo>
                  <a:lnTo>
                    <a:pt x="143489" y="6138633"/>
                  </a:lnTo>
                  <a:lnTo>
                    <a:pt x="143607" y="6138633"/>
                  </a:lnTo>
                  <a:lnTo>
                    <a:pt x="143607" y="6138203"/>
                  </a:lnTo>
                  <a:lnTo>
                    <a:pt x="143724" y="6138203"/>
                  </a:lnTo>
                  <a:lnTo>
                    <a:pt x="143842" y="6138203"/>
                  </a:lnTo>
                  <a:lnTo>
                    <a:pt x="143959" y="6138203"/>
                  </a:lnTo>
                  <a:lnTo>
                    <a:pt x="144077" y="6138203"/>
                  </a:lnTo>
                  <a:lnTo>
                    <a:pt x="144195" y="6138203"/>
                  </a:lnTo>
                  <a:lnTo>
                    <a:pt x="144312" y="6138203"/>
                  </a:lnTo>
                  <a:lnTo>
                    <a:pt x="144430" y="6138203"/>
                  </a:lnTo>
                  <a:lnTo>
                    <a:pt x="144547" y="6138203"/>
                  </a:lnTo>
                  <a:lnTo>
                    <a:pt x="144665" y="6138203"/>
                  </a:lnTo>
                  <a:lnTo>
                    <a:pt x="144783" y="6138203"/>
                  </a:lnTo>
                  <a:lnTo>
                    <a:pt x="144900" y="6138203"/>
                  </a:lnTo>
                  <a:lnTo>
                    <a:pt x="144900" y="6137772"/>
                  </a:lnTo>
                  <a:lnTo>
                    <a:pt x="145018" y="6137772"/>
                  </a:lnTo>
                  <a:lnTo>
                    <a:pt x="145136" y="6137772"/>
                  </a:lnTo>
                  <a:lnTo>
                    <a:pt x="145136" y="6137341"/>
                  </a:lnTo>
                  <a:lnTo>
                    <a:pt x="145253" y="6137341"/>
                  </a:lnTo>
                  <a:lnTo>
                    <a:pt x="145253" y="6136911"/>
                  </a:lnTo>
                  <a:lnTo>
                    <a:pt x="145371" y="6136911"/>
                  </a:lnTo>
                  <a:lnTo>
                    <a:pt x="145488" y="6136911"/>
                  </a:lnTo>
                  <a:lnTo>
                    <a:pt x="145606" y="6136911"/>
                  </a:lnTo>
                  <a:lnTo>
                    <a:pt x="145606" y="6136480"/>
                  </a:lnTo>
                  <a:lnTo>
                    <a:pt x="145724" y="6136480"/>
                  </a:lnTo>
                  <a:lnTo>
                    <a:pt x="145841" y="6136480"/>
                  </a:lnTo>
                  <a:lnTo>
                    <a:pt x="145959" y="6136480"/>
                  </a:lnTo>
                  <a:lnTo>
                    <a:pt x="146076" y="6136480"/>
                  </a:lnTo>
                  <a:lnTo>
                    <a:pt x="146076" y="6136050"/>
                  </a:lnTo>
                  <a:lnTo>
                    <a:pt x="146194" y="6136050"/>
                  </a:lnTo>
                  <a:lnTo>
                    <a:pt x="146194" y="6135619"/>
                  </a:lnTo>
                  <a:lnTo>
                    <a:pt x="146312" y="6135619"/>
                  </a:lnTo>
                  <a:lnTo>
                    <a:pt x="146312" y="6135188"/>
                  </a:lnTo>
                  <a:lnTo>
                    <a:pt x="146429" y="6135188"/>
                  </a:lnTo>
                  <a:lnTo>
                    <a:pt x="146547" y="6135188"/>
                  </a:lnTo>
                  <a:lnTo>
                    <a:pt x="146664" y="6135188"/>
                  </a:lnTo>
                  <a:lnTo>
                    <a:pt x="146782" y="6135188"/>
                  </a:lnTo>
                  <a:lnTo>
                    <a:pt x="146782" y="6134758"/>
                  </a:lnTo>
                  <a:lnTo>
                    <a:pt x="146900" y="6134758"/>
                  </a:lnTo>
                  <a:lnTo>
                    <a:pt x="147017" y="6134758"/>
                  </a:lnTo>
                  <a:lnTo>
                    <a:pt x="147017" y="6134327"/>
                  </a:lnTo>
                  <a:lnTo>
                    <a:pt x="147135" y="6134327"/>
                  </a:lnTo>
                  <a:lnTo>
                    <a:pt x="147135" y="6133897"/>
                  </a:lnTo>
                  <a:lnTo>
                    <a:pt x="147253" y="6133897"/>
                  </a:lnTo>
                  <a:lnTo>
                    <a:pt x="147370" y="6133897"/>
                  </a:lnTo>
                  <a:lnTo>
                    <a:pt x="147488" y="6133897"/>
                  </a:lnTo>
                  <a:lnTo>
                    <a:pt x="147605" y="6133897"/>
                  </a:lnTo>
                  <a:lnTo>
                    <a:pt x="147723" y="6133897"/>
                  </a:lnTo>
                  <a:lnTo>
                    <a:pt x="147841" y="6133897"/>
                  </a:lnTo>
                  <a:lnTo>
                    <a:pt x="147958" y="6133897"/>
                  </a:lnTo>
                  <a:lnTo>
                    <a:pt x="148076" y="6133897"/>
                  </a:lnTo>
                  <a:lnTo>
                    <a:pt x="148076" y="6133466"/>
                  </a:lnTo>
                  <a:lnTo>
                    <a:pt x="148193" y="6133466"/>
                  </a:lnTo>
                  <a:lnTo>
                    <a:pt x="148311" y="6133466"/>
                  </a:lnTo>
                  <a:lnTo>
                    <a:pt x="148311" y="6133035"/>
                  </a:lnTo>
                  <a:lnTo>
                    <a:pt x="148311" y="6132605"/>
                  </a:lnTo>
                  <a:lnTo>
                    <a:pt x="148429" y="6132605"/>
                  </a:lnTo>
                  <a:lnTo>
                    <a:pt x="148546" y="6132605"/>
                  </a:lnTo>
                  <a:lnTo>
                    <a:pt x="148664" y="6132174"/>
                  </a:lnTo>
                  <a:lnTo>
                    <a:pt x="148782" y="6132174"/>
                  </a:lnTo>
                  <a:lnTo>
                    <a:pt x="148782" y="6131744"/>
                  </a:lnTo>
                  <a:lnTo>
                    <a:pt x="148782" y="6131313"/>
                  </a:lnTo>
                  <a:lnTo>
                    <a:pt x="148899" y="6131313"/>
                  </a:lnTo>
                  <a:lnTo>
                    <a:pt x="148899" y="6130882"/>
                  </a:lnTo>
                  <a:lnTo>
                    <a:pt x="149017" y="6130882"/>
                  </a:lnTo>
                  <a:lnTo>
                    <a:pt x="149134" y="6130882"/>
                  </a:lnTo>
                  <a:lnTo>
                    <a:pt x="149252" y="6130882"/>
                  </a:lnTo>
                  <a:lnTo>
                    <a:pt x="149370" y="6130882"/>
                  </a:lnTo>
                  <a:lnTo>
                    <a:pt x="149487" y="6130882"/>
                  </a:lnTo>
                  <a:lnTo>
                    <a:pt x="149605" y="6130882"/>
                  </a:lnTo>
                  <a:lnTo>
                    <a:pt x="149605" y="6130452"/>
                  </a:lnTo>
                  <a:lnTo>
                    <a:pt x="149722" y="6130452"/>
                  </a:lnTo>
                  <a:lnTo>
                    <a:pt x="149840" y="6130452"/>
                  </a:lnTo>
                  <a:lnTo>
                    <a:pt x="149958" y="6130452"/>
                  </a:lnTo>
                  <a:lnTo>
                    <a:pt x="150075" y="6130452"/>
                  </a:lnTo>
                  <a:lnTo>
                    <a:pt x="150193" y="6130452"/>
                  </a:lnTo>
                  <a:lnTo>
                    <a:pt x="150193" y="6130021"/>
                  </a:lnTo>
                  <a:lnTo>
                    <a:pt x="150311" y="6130021"/>
                  </a:lnTo>
                  <a:lnTo>
                    <a:pt x="150311" y="6129591"/>
                  </a:lnTo>
                  <a:lnTo>
                    <a:pt x="150428" y="6129591"/>
                  </a:lnTo>
                  <a:lnTo>
                    <a:pt x="150546" y="6129591"/>
                  </a:lnTo>
                  <a:lnTo>
                    <a:pt x="150663" y="6129591"/>
                  </a:lnTo>
                  <a:lnTo>
                    <a:pt x="150781" y="6129591"/>
                  </a:lnTo>
                  <a:lnTo>
                    <a:pt x="150899" y="6129591"/>
                  </a:lnTo>
                  <a:lnTo>
                    <a:pt x="151016" y="6129591"/>
                  </a:lnTo>
                  <a:lnTo>
                    <a:pt x="151016" y="6129160"/>
                  </a:lnTo>
                  <a:lnTo>
                    <a:pt x="151134" y="6129160"/>
                  </a:lnTo>
                  <a:lnTo>
                    <a:pt x="151251" y="6129160"/>
                  </a:lnTo>
                  <a:lnTo>
                    <a:pt x="151251" y="6128729"/>
                  </a:lnTo>
                  <a:lnTo>
                    <a:pt x="151369" y="6128729"/>
                  </a:lnTo>
                  <a:lnTo>
                    <a:pt x="151487" y="6128729"/>
                  </a:lnTo>
                  <a:lnTo>
                    <a:pt x="151604" y="6128729"/>
                  </a:lnTo>
                  <a:lnTo>
                    <a:pt x="151722" y="6128729"/>
                  </a:lnTo>
                  <a:lnTo>
                    <a:pt x="151840" y="6128729"/>
                  </a:lnTo>
                  <a:lnTo>
                    <a:pt x="151957" y="6128729"/>
                  </a:lnTo>
                  <a:lnTo>
                    <a:pt x="151957" y="6128299"/>
                  </a:lnTo>
                  <a:lnTo>
                    <a:pt x="152075" y="6128299"/>
                  </a:lnTo>
                  <a:lnTo>
                    <a:pt x="152075" y="6127868"/>
                  </a:lnTo>
                  <a:lnTo>
                    <a:pt x="152075" y="6127438"/>
                  </a:lnTo>
                  <a:lnTo>
                    <a:pt x="152075" y="6127007"/>
                  </a:lnTo>
                  <a:lnTo>
                    <a:pt x="152192" y="6127007"/>
                  </a:lnTo>
                  <a:lnTo>
                    <a:pt x="152310" y="6127007"/>
                  </a:lnTo>
                  <a:lnTo>
                    <a:pt x="152428" y="6127007"/>
                  </a:lnTo>
                  <a:lnTo>
                    <a:pt x="152428" y="6126576"/>
                  </a:lnTo>
                  <a:lnTo>
                    <a:pt x="152545" y="6126576"/>
                  </a:lnTo>
                  <a:lnTo>
                    <a:pt x="152663" y="6126576"/>
                  </a:lnTo>
                  <a:lnTo>
                    <a:pt x="152780" y="6126576"/>
                  </a:lnTo>
                  <a:lnTo>
                    <a:pt x="152898" y="6126576"/>
                  </a:lnTo>
                  <a:lnTo>
                    <a:pt x="153016" y="6126576"/>
                  </a:lnTo>
                  <a:lnTo>
                    <a:pt x="153133" y="6126576"/>
                  </a:lnTo>
                  <a:lnTo>
                    <a:pt x="153251" y="6126576"/>
                  </a:lnTo>
                  <a:lnTo>
                    <a:pt x="153251" y="6126146"/>
                  </a:lnTo>
                  <a:lnTo>
                    <a:pt x="153369" y="6126146"/>
                  </a:lnTo>
                  <a:lnTo>
                    <a:pt x="153486" y="6126146"/>
                  </a:lnTo>
                  <a:lnTo>
                    <a:pt x="153604" y="6126146"/>
                  </a:lnTo>
                  <a:lnTo>
                    <a:pt x="153721" y="6126146"/>
                  </a:lnTo>
                  <a:lnTo>
                    <a:pt x="153839" y="6126146"/>
                  </a:lnTo>
                  <a:lnTo>
                    <a:pt x="153957" y="6125715"/>
                  </a:lnTo>
                  <a:lnTo>
                    <a:pt x="154074" y="6125285"/>
                  </a:lnTo>
                  <a:lnTo>
                    <a:pt x="154192" y="6125285"/>
                  </a:lnTo>
                  <a:lnTo>
                    <a:pt x="154309" y="6125285"/>
                  </a:lnTo>
                  <a:lnTo>
                    <a:pt x="154309" y="6124854"/>
                  </a:lnTo>
                  <a:lnTo>
                    <a:pt x="154427" y="6124854"/>
                  </a:lnTo>
                  <a:lnTo>
                    <a:pt x="154545" y="6124854"/>
                  </a:lnTo>
                  <a:lnTo>
                    <a:pt x="154662" y="6124854"/>
                  </a:lnTo>
                  <a:lnTo>
                    <a:pt x="154662" y="6124423"/>
                  </a:lnTo>
                  <a:lnTo>
                    <a:pt x="154897" y="6124423"/>
                  </a:lnTo>
                  <a:lnTo>
                    <a:pt x="155015" y="6124423"/>
                  </a:lnTo>
                  <a:lnTo>
                    <a:pt x="155133" y="6124423"/>
                  </a:lnTo>
                  <a:lnTo>
                    <a:pt x="155133" y="6123993"/>
                  </a:lnTo>
                  <a:lnTo>
                    <a:pt x="155250" y="6123993"/>
                  </a:lnTo>
                  <a:lnTo>
                    <a:pt x="155368" y="6123993"/>
                  </a:lnTo>
                  <a:lnTo>
                    <a:pt x="155721" y="6123993"/>
                  </a:lnTo>
                  <a:lnTo>
                    <a:pt x="155838" y="6123993"/>
                  </a:lnTo>
                  <a:lnTo>
                    <a:pt x="155956" y="6123993"/>
                  </a:lnTo>
                  <a:lnTo>
                    <a:pt x="156074" y="6123993"/>
                  </a:lnTo>
                  <a:lnTo>
                    <a:pt x="156191" y="6123993"/>
                  </a:lnTo>
                  <a:lnTo>
                    <a:pt x="156309" y="6123993"/>
                  </a:lnTo>
                  <a:lnTo>
                    <a:pt x="156309" y="6123562"/>
                  </a:lnTo>
                  <a:lnTo>
                    <a:pt x="156426" y="6123562"/>
                  </a:lnTo>
                  <a:lnTo>
                    <a:pt x="156426" y="6123132"/>
                  </a:lnTo>
                  <a:lnTo>
                    <a:pt x="156544" y="6123132"/>
                  </a:lnTo>
                  <a:lnTo>
                    <a:pt x="156662" y="6123132"/>
                  </a:lnTo>
                  <a:lnTo>
                    <a:pt x="156662" y="6122701"/>
                  </a:lnTo>
                  <a:lnTo>
                    <a:pt x="156779" y="6122701"/>
                  </a:lnTo>
                  <a:lnTo>
                    <a:pt x="157015" y="6122701"/>
                  </a:lnTo>
                  <a:lnTo>
                    <a:pt x="157015" y="6122270"/>
                  </a:lnTo>
                  <a:lnTo>
                    <a:pt x="157132" y="6122270"/>
                  </a:lnTo>
                  <a:lnTo>
                    <a:pt x="157250" y="6122270"/>
                  </a:lnTo>
                  <a:lnTo>
                    <a:pt x="157367" y="6122270"/>
                  </a:lnTo>
                  <a:lnTo>
                    <a:pt x="157485" y="6122270"/>
                  </a:lnTo>
                  <a:lnTo>
                    <a:pt x="157485" y="6121840"/>
                  </a:lnTo>
                  <a:lnTo>
                    <a:pt x="157485" y="6121409"/>
                  </a:lnTo>
                  <a:lnTo>
                    <a:pt x="157485" y="6120979"/>
                  </a:lnTo>
                  <a:lnTo>
                    <a:pt x="157603" y="6120979"/>
                  </a:lnTo>
                  <a:lnTo>
                    <a:pt x="157603" y="6120548"/>
                  </a:lnTo>
                  <a:lnTo>
                    <a:pt x="157603" y="6120117"/>
                  </a:lnTo>
                  <a:lnTo>
                    <a:pt x="157720" y="6120117"/>
                  </a:lnTo>
                  <a:lnTo>
                    <a:pt x="157838" y="6120117"/>
                  </a:lnTo>
                  <a:lnTo>
                    <a:pt x="157838" y="6119687"/>
                  </a:lnTo>
                  <a:lnTo>
                    <a:pt x="157955" y="6119687"/>
                  </a:lnTo>
                  <a:lnTo>
                    <a:pt x="158073" y="6119687"/>
                  </a:lnTo>
                  <a:lnTo>
                    <a:pt x="158191" y="6119687"/>
                  </a:lnTo>
                  <a:lnTo>
                    <a:pt x="158308" y="6119687"/>
                  </a:lnTo>
                  <a:lnTo>
                    <a:pt x="158426" y="6119687"/>
                  </a:lnTo>
                  <a:lnTo>
                    <a:pt x="158544" y="6119687"/>
                  </a:lnTo>
                  <a:lnTo>
                    <a:pt x="158544" y="6119256"/>
                  </a:lnTo>
                  <a:lnTo>
                    <a:pt x="158661" y="6119256"/>
                  </a:lnTo>
                  <a:lnTo>
                    <a:pt x="158779" y="6119256"/>
                  </a:lnTo>
                  <a:lnTo>
                    <a:pt x="158896" y="6119256"/>
                  </a:lnTo>
                  <a:lnTo>
                    <a:pt x="158896" y="6118826"/>
                  </a:lnTo>
                  <a:lnTo>
                    <a:pt x="159014" y="6118826"/>
                  </a:lnTo>
                  <a:lnTo>
                    <a:pt x="159132" y="6118826"/>
                  </a:lnTo>
                  <a:lnTo>
                    <a:pt x="159249" y="6118826"/>
                  </a:lnTo>
                  <a:lnTo>
                    <a:pt x="159367" y="6118826"/>
                  </a:lnTo>
                  <a:lnTo>
                    <a:pt x="159367" y="6118395"/>
                  </a:lnTo>
                  <a:lnTo>
                    <a:pt x="159367" y="6117964"/>
                  </a:lnTo>
                  <a:lnTo>
                    <a:pt x="159484" y="6117964"/>
                  </a:lnTo>
                  <a:lnTo>
                    <a:pt x="159602" y="6117964"/>
                  </a:lnTo>
                  <a:lnTo>
                    <a:pt x="159720" y="6117964"/>
                  </a:lnTo>
                  <a:lnTo>
                    <a:pt x="159837" y="6117964"/>
                  </a:lnTo>
                  <a:lnTo>
                    <a:pt x="159837" y="6117534"/>
                  </a:lnTo>
                  <a:lnTo>
                    <a:pt x="159837" y="6117103"/>
                  </a:lnTo>
                  <a:lnTo>
                    <a:pt x="159955" y="6117103"/>
                  </a:lnTo>
                  <a:lnTo>
                    <a:pt x="160190" y="6117103"/>
                  </a:lnTo>
                  <a:lnTo>
                    <a:pt x="160308" y="6117103"/>
                  </a:lnTo>
                  <a:lnTo>
                    <a:pt x="160425" y="6117103"/>
                  </a:lnTo>
                  <a:lnTo>
                    <a:pt x="160425" y="6116673"/>
                  </a:lnTo>
                  <a:lnTo>
                    <a:pt x="160425" y="6116242"/>
                  </a:lnTo>
                  <a:lnTo>
                    <a:pt x="160543" y="6116242"/>
                  </a:lnTo>
                  <a:lnTo>
                    <a:pt x="160543" y="6115811"/>
                  </a:lnTo>
                  <a:lnTo>
                    <a:pt x="160661" y="6115811"/>
                  </a:lnTo>
                  <a:lnTo>
                    <a:pt x="160661" y="6115381"/>
                  </a:lnTo>
                  <a:lnTo>
                    <a:pt x="160661" y="6114950"/>
                  </a:lnTo>
                  <a:lnTo>
                    <a:pt x="160778" y="6114950"/>
                  </a:lnTo>
                  <a:lnTo>
                    <a:pt x="160896" y="6114520"/>
                  </a:lnTo>
                  <a:lnTo>
                    <a:pt x="160896" y="6114089"/>
                  </a:lnTo>
                  <a:lnTo>
                    <a:pt x="161013" y="6114089"/>
                  </a:lnTo>
                  <a:lnTo>
                    <a:pt x="161013" y="6113658"/>
                  </a:lnTo>
                  <a:lnTo>
                    <a:pt x="161131" y="6113658"/>
                  </a:lnTo>
                  <a:lnTo>
                    <a:pt x="161249" y="6113658"/>
                  </a:lnTo>
                  <a:lnTo>
                    <a:pt x="161366" y="6113658"/>
                  </a:lnTo>
                  <a:lnTo>
                    <a:pt x="161484" y="6113658"/>
                  </a:lnTo>
                  <a:lnTo>
                    <a:pt x="161601" y="6113658"/>
                  </a:lnTo>
                  <a:lnTo>
                    <a:pt x="161719" y="6113658"/>
                  </a:lnTo>
                  <a:lnTo>
                    <a:pt x="161719" y="6113228"/>
                  </a:lnTo>
                  <a:lnTo>
                    <a:pt x="161719" y="6112797"/>
                  </a:lnTo>
                  <a:lnTo>
                    <a:pt x="161837" y="6112797"/>
                  </a:lnTo>
                  <a:lnTo>
                    <a:pt x="161954" y="6112797"/>
                  </a:lnTo>
                  <a:lnTo>
                    <a:pt x="162072" y="6112797"/>
                  </a:lnTo>
                  <a:lnTo>
                    <a:pt x="162190" y="6112797"/>
                  </a:lnTo>
                  <a:lnTo>
                    <a:pt x="162307" y="6112797"/>
                  </a:lnTo>
                  <a:lnTo>
                    <a:pt x="162425" y="6112797"/>
                  </a:lnTo>
                  <a:lnTo>
                    <a:pt x="162542" y="6112797"/>
                  </a:lnTo>
                  <a:lnTo>
                    <a:pt x="162660" y="6112797"/>
                  </a:lnTo>
                  <a:lnTo>
                    <a:pt x="162778" y="6112797"/>
                  </a:lnTo>
                  <a:lnTo>
                    <a:pt x="162895" y="6112797"/>
                  </a:lnTo>
                  <a:lnTo>
                    <a:pt x="163013" y="6112797"/>
                  </a:lnTo>
                  <a:lnTo>
                    <a:pt x="163013" y="6112367"/>
                  </a:lnTo>
                  <a:lnTo>
                    <a:pt x="163130" y="6112367"/>
                  </a:lnTo>
                  <a:lnTo>
                    <a:pt x="163248" y="6112367"/>
                  </a:lnTo>
                  <a:lnTo>
                    <a:pt x="163366" y="6112367"/>
                  </a:lnTo>
                  <a:lnTo>
                    <a:pt x="163483" y="6112367"/>
                  </a:lnTo>
                  <a:lnTo>
                    <a:pt x="163601" y="6112367"/>
                  </a:lnTo>
                  <a:lnTo>
                    <a:pt x="163719" y="6112367"/>
                  </a:lnTo>
                  <a:lnTo>
                    <a:pt x="163836" y="6112367"/>
                  </a:lnTo>
                  <a:lnTo>
                    <a:pt x="163836" y="6111936"/>
                  </a:lnTo>
                  <a:lnTo>
                    <a:pt x="163836" y="6111505"/>
                  </a:lnTo>
                  <a:lnTo>
                    <a:pt x="163836" y="6111075"/>
                  </a:lnTo>
                  <a:lnTo>
                    <a:pt x="163954" y="6111075"/>
                  </a:lnTo>
                  <a:lnTo>
                    <a:pt x="164071" y="6111075"/>
                  </a:lnTo>
                  <a:lnTo>
                    <a:pt x="164189" y="6111075"/>
                  </a:lnTo>
                  <a:lnTo>
                    <a:pt x="164189" y="6110644"/>
                  </a:lnTo>
                  <a:lnTo>
                    <a:pt x="164307" y="6110644"/>
                  </a:lnTo>
                  <a:lnTo>
                    <a:pt x="164424" y="6110644"/>
                  </a:lnTo>
                  <a:lnTo>
                    <a:pt x="164424" y="6110214"/>
                  </a:lnTo>
                  <a:lnTo>
                    <a:pt x="164542" y="6110214"/>
                  </a:lnTo>
                  <a:lnTo>
                    <a:pt x="164659" y="6110214"/>
                  </a:lnTo>
                  <a:lnTo>
                    <a:pt x="164659" y="6109783"/>
                  </a:lnTo>
                  <a:lnTo>
                    <a:pt x="164777" y="6109783"/>
                  </a:lnTo>
                  <a:lnTo>
                    <a:pt x="164895" y="6109783"/>
                  </a:lnTo>
                  <a:lnTo>
                    <a:pt x="165130" y="6109783"/>
                  </a:lnTo>
                  <a:lnTo>
                    <a:pt x="165248" y="6109783"/>
                  </a:lnTo>
                  <a:lnTo>
                    <a:pt x="165248" y="6109352"/>
                  </a:lnTo>
                  <a:lnTo>
                    <a:pt x="165248" y="6108922"/>
                  </a:lnTo>
                  <a:lnTo>
                    <a:pt x="165248" y="6108491"/>
                  </a:lnTo>
                  <a:lnTo>
                    <a:pt x="165483" y="6108491"/>
                  </a:lnTo>
                  <a:lnTo>
                    <a:pt x="165600" y="6108491"/>
                  </a:lnTo>
                  <a:lnTo>
                    <a:pt x="165718" y="6108491"/>
                  </a:lnTo>
                  <a:lnTo>
                    <a:pt x="165836" y="6108491"/>
                  </a:lnTo>
                  <a:lnTo>
                    <a:pt x="165953" y="6108491"/>
                  </a:lnTo>
                  <a:lnTo>
                    <a:pt x="166071" y="6108491"/>
                  </a:lnTo>
                  <a:lnTo>
                    <a:pt x="166188" y="6108491"/>
                  </a:lnTo>
                  <a:lnTo>
                    <a:pt x="166306" y="6108491"/>
                  </a:lnTo>
                  <a:lnTo>
                    <a:pt x="166424" y="6108491"/>
                  </a:lnTo>
                  <a:lnTo>
                    <a:pt x="166541" y="6108061"/>
                  </a:lnTo>
                  <a:lnTo>
                    <a:pt x="166659" y="6108061"/>
                  </a:lnTo>
                  <a:lnTo>
                    <a:pt x="166777" y="6108061"/>
                  </a:lnTo>
                  <a:lnTo>
                    <a:pt x="166894" y="6108061"/>
                  </a:lnTo>
                  <a:lnTo>
                    <a:pt x="166894" y="6107630"/>
                  </a:lnTo>
                  <a:lnTo>
                    <a:pt x="167012" y="6107630"/>
                  </a:lnTo>
                  <a:lnTo>
                    <a:pt x="167129" y="6107630"/>
                  </a:lnTo>
                  <a:lnTo>
                    <a:pt x="167129" y="6107199"/>
                  </a:lnTo>
                  <a:lnTo>
                    <a:pt x="167129" y="6106769"/>
                  </a:lnTo>
                  <a:lnTo>
                    <a:pt x="167247" y="6106769"/>
                  </a:lnTo>
                  <a:lnTo>
                    <a:pt x="167247" y="6106338"/>
                  </a:lnTo>
                  <a:lnTo>
                    <a:pt x="167247" y="6105908"/>
                  </a:lnTo>
                  <a:lnTo>
                    <a:pt x="167365" y="6105908"/>
                  </a:lnTo>
                  <a:lnTo>
                    <a:pt x="167365" y="6105477"/>
                  </a:lnTo>
                  <a:lnTo>
                    <a:pt x="167482" y="6105477"/>
                  </a:lnTo>
                  <a:lnTo>
                    <a:pt x="167482" y="6105046"/>
                  </a:lnTo>
                  <a:lnTo>
                    <a:pt x="167600" y="6105046"/>
                  </a:lnTo>
                  <a:lnTo>
                    <a:pt x="167600" y="6104616"/>
                  </a:lnTo>
                  <a:lnTo>
                    <a:pt x="167717" y="6104616"/>
                  </a:lnTo>
                  <a:lnTo>
                    <a:pt x="167835" y="6104616"/>
                  </a:lnTo>
                  <a:lnTo>
                    <a:pt x="167953" y="6104616"/>
                  </a:lnTo>
                  <a:lnTo>
                    <a:pt x="168070" y="6104616"/>
                  </a:lnTo>
                  <a:lnTo>
                    <a:pt x="168070" y="6104185"/>
                  </a:lnTo>
                  <a:lnTo>
                    <a:pt x="168188" y="6104185"/>
                  </a:lnTo>
                  <a:lnTo>
                    <a:pt x="168306" y="6104185"/>
                  </a:lnTo>
                  <a:lnTo>
                    <a:pt x="168423" y="6104185"/>
                  </a:lnTo>
                  <a:lnTo>
                    <a:pt x="168541" y="6104185"/>
                  </a:lnTo>
                  <a:lnTo>
                    <a:pt x="168658" y="6104185"/>
                  </a:lnTo>
                  <a:lnTo>
                    <a:pt x="168776" y="6104185"/>
                  </a:lnTo>
                  <a:lnTo>
                    <a:pt x="168894" y="6104185"/>
                  </a:lnTo>
                  <a:lnTo>
                    <a:pt x="168894" y="6103755"/>
                  </a:lnTo>
                  <a:lnTo>
                    <a:pt x="168894" y="6103324"/>
                  </a:lnTo>
                  <a:lnTo>
                    <a:pt x="169011" y="6103324"/>
                  </a:lnTo>
                  <a:lnTo>
                    <a:pt x="169129" y="6103324"/>
                  </a:lnTo>
                  <a:lnTo>
                    <a:pt x="169246" y="6103324"/>
                  </a:lnTo>
                  <a:lnTo>
                    <a:pt x="169246" y="6102893"/>
                  </a:lnTo>
                  <a:lnTo>
                    <a:pt x="169364" y="6102893"/>
                  </a:lnTo>
                  <a:lnTo>
                    <a:pt x="169482" y="6102893"/>
                  </a:lnTo>
                  <a:lnTo>
                    <a:pt x="169599" y="6102893"/>
                  </a:lnTo>
                  <a:lnTo>
                    <a:pt x="169717" y="6102893"/>
                  </a:lnTo>
                  <a:lnTo>
                    <a:pt x="169717" y="6102463"/>
                  </a:lnTo>
                  <a:lnTo>
                    <a:pt x="169952" y="6102463"/>
                  </a:lnTo>
                  <a:lnTo>
                    <a:pt x="170070" y="6102463"/>
                  </a:lnTo>
                  <a:lnTo>
                    <a:pt x="170187" y="6102463"/>
                  </a:lnTo>
                  <a:lnTo>
                    <a:pt x="170187" y="6102032"/>
                  </a:lnTo>
                  <a:lnTo>
                    <a:pt x="170305" y="6102032"/>
                  </a:lnTo>
                  <a:lnTo>
                    <a:pt x="170423" y="6102032"/>
                  </a:lnTo>
                  <a:lnTo>
                    <a:pt x="170540" y="6102032"/>
                  </a:lnTo>
                  <a:lnTo>
                    <a:pt x="170658" y="6102032"/>
                  </a:lnTo>
                  <a:lnTo>
                    <a:pt x="170775" y="6102032"/>
                  </a:lnTo>
                  <a:lnTo>
                    <a:pt x="170893" y="6102032"/>
                  </a:lnTo>
                  <a:lnTo>
                    <a:pt x="171011" y="6102032"/>
                  </a:lnTo>
                  <a:lnTo>
                    <a:pt x="171128" y="6102032"/>
                  </a:lnTo>
                  <a:lnTo>
                    <a:pt x="171128" y="6101171"/>
                  </a:lnTo>
                  <a:lnTo>
                    <a:pt x="171246" y="6101171"/>
                  </a:lnTo>
                  <a:lnTo>
                    <a:pt x="171363" y="6101171"/>
                  </a:lnTo>
                  <a:lnTo>
                    <a:pt x="171481" y="6101171"/>
                  </a:lnTo>
                  <a:lnTo>
                    <a:pt x="171599" y="6101171"/>
                  </a:lnTo>
                  <a:lnTo>
                    <a:pt x="171716" y="6101171"/>
                  </a:lnTo>
                  <a:lnTo>
                    <a:pt x="171834" y="6101171"/>
                  </a:lnTo>
                  <a:lnTo>
                    <a:pt x="171952" y="6101171"/>
                  </a:lnTo>
                  <a:lnTo>
                    <a:pt x="172304" y="6101171"/>
                  </a:lnTo>
                  <a:lnTo>
                    <a:pt x="172422" y="6101171"/>
                  </a:lnTo>
                  <a:lnTo>
                    <a:pt x="172422" y="6100740"/>
                  </a:lnTo>
                  <a:lnTo>
                    <a:pt x="172540" y="6100740"/>
                  </a:lnTo>
                  <a:lnTo>
                    <a:pt x="172775" y="6100310"/>
                  </a:lnTo>
                  <a:lnTo>
                    <a:pt x="172775" y="6099879"/>
                  </a:lnTo>
                  <a:lnTo>
                    <a:pt x="172892" y="6099879"/>
                  </a:lnTo>
                  <a:lnTo>
                    <a:pt x="172892" y="6099449"/>
                  </a:lnTo>
                  <a:lnTo>
                    <a:pt x="173010" y="6099449"/>
                  </a:lnTo>
                  <a:lnTo>
                    <a:pt x="173128" y="6099449"/>
                  </a:lnTo>
                  <a:lnTo>
                    <a:pt x="173128" y="6099018"/>
                  </a:lnTo>
                  <a:lnTo>
                    <a:pt x="173128" y="6098587"/>
                  </a:lnTo>
                  <a:lnTo>
                    <a:pt x="173245" y="6098157"/>
                  </a:lnTo>
                  <a:lnTo>
                    <a:pt x="173363" y="6098157"/>
                  </a:lnTo>
                  <a:lnTo>
                    <a:pt x="173481" y="6098157"/>
                  </a:lnTo>
                  <a:lnTo>
                    <a:pt x="173481" y="6097726"/>
                  </a:lnTo>
                  <a:lnTo>
                    <a:pt x="173598" y="6097726"/>
                  </a:lnTo>
                  <a:lnTo>
                    <a:pt x="173833" y="6097726"/>
                  </a:lnTo>
                  <a:lnTo>
                    <a:pt x="173951" y="6097726"/>
                  </a:lnTo>
                  <a:lnTo>
                    <a:pt x="173951" y="6097296"/>
                  </a:lnTo>
                  <a:lnTo>
                    <a:pt x="174069" y="6097296"/>
                  </a:lnTo>
                  <a:lnTo>
                    <a:pt x="174186" y="6097296"/>
                  </a:lnTo>
                  <a:lnTo>
                    <a:pt x="174304" y="6097296"/>
                  </a:lnTo>
                  <a:lnTo>
                    <a:pt x="174421" y="6096865"/>
                  </a:lnTo>
                  <a:lnTo>
                    <a:pt x="174539" y="6096865"/>
                  </a:lnTo>
                  <a:lnTo>
                    <a:pt x="174539" y="6096434"/>
                  </a:lnTo>
                  <a:lnTo>
                    <a:pt x="174657" y="6096434"/>
                  </a:lnTo>
                  <a:lnTo>
                    <a:pt x="174774" y="6096434"/>
                  </a:lnTo>
                  <a:lnTo>
                    <a:pt x="174892" y="6096434"/>
                  </a:lnTo>
                  <a:lnTo>
                    <a:pt x="175010" y="6096004"/>
                  </a:lnTo>
                  <a:lnTo>
                    <a:pt x="175010" y="6095573"/>
                  </a:lnTo>
                  <a:lnTo>
                    <a:pt x="175127" y="6095573"/>
                  </a:lnTo>
                  <a:lnTo>
                    <a:pt x="175245" y="6095573"/>
                  </a:lnTo>
                  <a:lnTo>
                    <a:pt x="175480" y="6095573"/>
                  </a:lnTo>
                  <a:lnTo>
                    <a:pt x="175598" y="6095573"/>
                  </a:lnTo>
                  <a:lnTo>
                    <a:pt x="175715" y="6095573"/>
                  </a:lnTo>
                  <a:lnTo>
                    <a:pt x="175833" y="6095573"/>
                  </a:lnTo>
                  <a:lnTo>
                    <a:pt x="175833" y="6095143"/>
                  </a:lnTo>
                  <a:lnTo>
                    <a:pt x="175950" y="6095143"/>
                  </a:lnTo>
                  <a:lnTo>
                    <a:pt x="175950" y="6094712"/>
                  </a:lnTo>
                  <a:lnTo>
                    <a:pt x="176068" y="6094712"/>
                  </a:lnTo>
                  <a:lnTo>
                    <a:pt x="176186" y="6094712"/>
                  </a:lnTo>
                  <a:lnTo>
                    <a:pt x="176186" y="6094281"/>
                  </a:lnTo>
                  <a:lnTo>
                    <a:pt x="176421" y="6094281"/>
                  </a:lnTo>
                  <a:lnTo>
                    <a:pt x="176539" y="6094281"/>
                  </a:lnTo>
                  <a:lnTo>
                    <a:pt x="176656" y="6094281"/>
                  </a:lnTo>
                  <a:lnTo>
                    <a:pt x="176774" y="6094281"/>
                  </a:lnTo>
                  <a:lnTo>
                    <a:pt x="176891" y="6094281"/>
                  </a:lnTo>
                  <a:lnTo>
                    <a:pt x="176891" y="6093851"/>
                  </a:lnTo>
                  <a:lnTo>
                    <a:pt x="177009" y="6093851"/>
                  </a:lnTo>
                  <a:lnTo>
                    <a:pt x="177127" y="6093851"/>
                  </a:lnTo>
                  <a:lnTo>
                    <a:pt x="177244" y="6093851"/>
                  </a:lnTo>
                  <a:lnTo>
                    <a:pt x="177362" y="6093851"/>
                  </a:lnTo>
                  <a:lnTo>
                    <a:pt x="177479" y="6093851"/>
                  </a:lnTo>
                  <a:lnTo>
                    <a:pt x="177597" y="6093851"/>
                  </a:lnTo>
                  <a:lnTo>
                    <a:pt x="177597" y="6093420"/>
                  </a:lnTo>
                  <a:lnTo>
                    <a:pt x="177715" y="6092990"/>
                  </a:lnTo>
                  <a:lnTo>
                    <a:pt x="177832" y="6092559"/>
                  </a:lnTo>
                  <a:lnTo>
                    <a:pt x="177832" y="6092128"/>
                  </a:lnTo>
                  <a:lnTo>
                    <a:pt x="177832" y="6091698"/>
                  </a:lnTo>
                  <a:lnTo>
                    <a:pt x="177950" y="6091698"/>
                  </a:lnTo>
                  <a:lnTo>
                    <a:pt x="178067" y="6091698"/>
                  </a:lnTo>
                  <a:lnTo>
                    <a:pt x="178185" y="6091698"/>
                  </a:lnTo>
                  <a:lnTo>
                    <a:pt x="178303" y="6091698"/>
                  </a:lnTo>
                  <a:lnTo>
                    <a:pt x="178420" y="6091698"/>
                  </a:lnTo>
                  <a:lnTo>
                    <a:pt x="178538" y="6091698"/>
                  </a:lnTo>
                  <a:lnTo>
                    <a:pt x="178538" y="6091267"/>
                  </a:lnTo>
                  <a:lnTo>
                    <a:pt x="178656" y="6091267"/>
                  </a:lnTo>
                  <a:lnTo>
                    <a:pt x="178773" y="6091267"/>
                  </a:lnTo>
                  <a:lnTo>
                    <a:pt x="178891" y="6091267"/>
                  </a:lnTo>
                  <a:lnTo>
                    <a:pt x="179008" y="6091267"/>
                  </a:lnTo>
                  <a:lnTo>
                    <a:pt x="179126" y="6091267"/>
                  </a:lnTo>
                  <a:lnTo>
                    <a:pt x="179244" y="6090837"/>
                  </a:lnTo>
                  <a:lnTo>
                    <a:pt x="179361" y="6090837"/>
                  </a:lnTo>
                  <a:lnTo>
                    <a:pt x="179361" y="6090406"/>
                  </a:lnTo>
                  <a:lnTo>
                    <a:pt x="179479" y="6089545"/>
                  </a:lnTo>
                  <a:lnTo>
                    <a:pt x="179596" y="6089545"/>
                  </a:lnTo>
                  <a:lnTo>
                    <a:pt x="179714" y="6089545"/>
                  </a:lnTo>
                  <a:lnTo>
                    <a:pt x="179714" y="6089114"/>
                  </a:lnTo>
                  <a:lnTo>
                    <a:pt x="179832" y="6089114"/>
                  </a:lnTo>
                  <a:lnTo>
                    <a:pt x="179949" y="6089114"/>
                  </a:lnTo>
                  <a:lnTo>
                    <a:pt x="180067" y="6089114"/>
                  </a:lnTo>
                  <a:lnTo>
                    <a:pt x="180185" y="6089114"/>
                  </a:lnTo>
                  <a:lnTo>
                    <a:pt x="180302" y="6089114"/>
                  </a:lnTo>
                  <a:lnTo>
                    <a:pt x="180302" y="6088684"/>
                  </a:lnTo>
                  <a:lnTo>
                    <a:pt x="180420" y="6088253"/>
                  </a:lnTo>
                  <a:lnTo>
                    <a:pt x="180537" y="6088253"/>
                  </a:lnTo>
                  <a:lnTo>
                    <a:pt x="180655" y="6088253"/>
                  </a:lnTo>
                  <a:lnTo>
                    <a:pt x="180773" y="6088253"/>
                  </a:lnTo>
                  <a:lnTo>
                    <a:pt x="180890" y="6088253"/>
                  </a:lnTo>
                  <a:lnTo>
                    <a:pt x="181008" y="6088253"/>
                  </a:lnTo>
                  <a:lnTo>
                    <a:pt x="181008" y="6087822"/>
                  </a:lnTo>
                  <a:lnTo>
                    <a:pt x="181125" y="6087822"/>
                  </a:lnTo>
                  <a:lnTo>
                    <a:pt x="181243" y="6087822"/>
                  </a:lnTo>
                  <a:lnTo>
                    <a:pt x="181361" y="6087822"/>
                  </a:lnTo>
                  <a:lnTo>
                    <a:pt x="181478" y="6087822"/>
                  </a:lnTo>
                  <a:lnTo>
                    <a:pt x="181596" y="6087822"/>
                  </a:lnTo>
                  <a:lnTo>
                    <a:pt x="181714" y="6087822"/>
                  </a:lnTo>
                  <a:lnTo>
                    <a:pt x="181714" y="6087392"/>
                  </a:lnTo>
                  <a:lnTo>
                    <a:pt x="181831" y="6087392"/>
                  </a:lnTo>
                  <a:lnTo>
                    <a:pt x="181831" y="6086961"/>
                  </a:lnTo>
                  <a:lnTo>
                    <a:pt x="181831" y="6086531"/>
                  </a:lnTo>
                  <a:lnTo>
                    <a:pt x="181831" y="6086100"/>
                  </a:lnTo>
                  <a:lnTo>
                    <a:pt x="182066" y="6086100"/>
                  </a:lnTo>
                  <a:lnTo>
                    <a:pt x="182066" y="6085669"/>
                  </a:lnTo>
                  <a:lnTo>
                    <a:pt x="182066" y="6085239"/>
                  </a:lnTo>
                  <a:lnTo>
                    <a:pt x="182184" y="6085239"/>
                  </a:lnTo>
                  <a:lnTo>
                    <a:pt x="182302" y="6085239"/>
                  </a:lnTo>
                  <a:lnTo>
                    <a:pt x="182419" y="6085239"/>
                  </a:lnTo>
                  <a:lnTo>
                    <a:pt x="182537" y="6085239"/>
                  </a:lnTo>
                  <a:lnTo>
                    <a:pt x="182654" y="6085239"/>
                  </a:lnTo>
                  <a:lnTo>
                    <a:pt x="182772" y="6085239"/>
                  </a:lnTo>
                  <a:lnTo>
                    <a:pt x="182772" y="6084808"/>
                  </a:lnTo>
                  <a:lnTo>
                    <a:pt x="182890" y="6084808"/>
                  </a:lnTo>
                  <a:lnTo>
                    <a:pt x="183007" y="6084808"/>
                  </a:lnTo>
                  <a:lnTo>
                    <a:pt x="183125" y="6084808"/>
                  </a:lnTo>
                  <a:lnTo>
                    <a:pt x="183243" y="6084808"/>
                  </a:lnTo>
                  <a:lnTo>
                    <a:pt x="183360" y="6084808"/>
                  </a:lnTo>
                  <a:lnTo>
                    <a:pt x="183360" y="6084378"/>
                  </a:lnTo>
                  <a:lnTo>
                    <a:pt x="183478" y="6084378"/>
                  </a:lnTo>
                  <a:lnTo>
                    <a:pt x="183595" y="6084378"/>
                  </a:lnTo>
                  <a:lnTo>
                    <a:pt x="183595" y="6083947"/>
                  </a:lnTo>
                  <a:lnTo>
                    <a:pt x="183713" y="6083947"/>
                  </a:lnTo>
                  <a:lnTo>
                    <a:pt x="183831" y="6083947"/>
                  </a:lnTo>
                  <a:lnTo>
                    <a:pt x="183948" y="6083947"/>
                  </a:lnTo>
                  <a:lnTo>
                    <a:pt x="184066" y="6083947"/>
                  </a:lnTo>
                  <a:lnTo>
                    <a:pt x="184066" y="6083516"/>
                  </a:lnTo>
                  <a:lnTo>
                    <a:pt x="184183" y="6083086"/>
                  </a:lnTo>
                  <a:lnTo>
                    <a:pt x="184301" y="6083086"/>
                  </a:lnTo>
                  <a:lnTo>
                    <a:pt x="184301" y="6082655"/>
                  </a:lnTo>
                  <a:lnTo>
                    <a:pt x="184301" y="6082225"/>
                  </a:lnTo>
                  <a:lnTo>
                    <a:pt x="184419" y="6082225"/>
                  </a:lnTo>
                  <a:lnTo>
                    <a:pt x="184536" y="6082225"/>
                  </a:lnTo>
                  <a:lnTo>
                    <a:pt x="184654" y="6082225"/>
                  </a:lnTo>
                  <a:lnTo>
                    <a:pt x="184654" y="6081794"/>
                  </a:lnTo>
                  <a:lnTo>
                    <a:pt x="184654" y="6081363"/>
                  </a:lnTo>
                  <a:lnTo>
                    <a:pt x="184772" y="6081363"/>
                  </a:lnTo>
                  <a:lnTo>
                    <a:pt x="184772" y="6080933"/>
                  </a:lnTo>
                  <a:lnTo>
                    <a:pt x="184889" y="6080933"/>
                  </a:lnTo>
                  <a:lnTo>
                    <a:pt x="185007" y="6080933"/>
                  </a:lnTo>
                  <a:lnTo>
                    <a:pt x="185124" y="6080502"/>
                  </a:lnTo>
                  <a:lnTo>
                    <a:pt x="185242" y="6080502"/>
                  </a:lnTo>
                  <a:lnTo>
                    <a:pt x="185242" y="6080072"/>
                  </a:lnTo>
                  <a:lnTo>
                    <a:pt x="185360" y="6080072"/>
                  </a:lnTo>
                  <a:lnTo>
                    <a:pt x="185360" y="6079641"/>
                  </a:lnTo>
                  <a:lnTo>
                    <a:pt x="185477" y="6079641"/>
                  </a:lnTo>
                  <a:lnTo>
                    <a:pt x="185595" y="6079641"/>
                  </a:lnTo>
                  <a:lnTo>
                    <a:pt x="185595" y="6079210"/>
                  </a:lnTo>
                  <a:lnTo>
                    <a:pt x="185712" y="6079210"/>
                  </a:lnTo>
                  <a:lnTo>
                    <a:pt x="185830" y="6079210"/>
                  </a:lnTo>
                  <a:lnTo>
                    <a:pt x="185948" y="6079210"/>
                  </a:lnTo>
                  <a:lnTo>
                    <a:pt x="185948" y="6078780"/>
                  </a:lnTo>
                  <a:lnTo>
                    <a:pt x="185948" y="6078349"/>
                  </a:lnTo>
                  <a:lnTo>
                    <a:pt x="186065" y="6078349"/>
                  </a:lnTo>
                  <a:lnTo>
                    <a:pt x="186183" y="6077919"/>
                  </a:lnTo>
                  <a:lnTo>
                    <a:pt x="186418" y="6077919"/>
                  </a:lnTo>
                  <a:lnTo>
                    <a:pt x="186418" y="6077488"/>
                  </a:lnTo>
                  <a:lnTo>
                    <a:pt x="186418" y="6077057"/>
                  </a:lnTo>
                  <a:lnTo>
                    <a:pt x="186653" y="6077057"/>
                  </a:lnTo>
                  <a:lnTo>
                    <a:pt x="186771" y="6077057"/>
                  </a:lnTo>
                  <a:lnTo>
                    <a:pt x="186889" y="6077057"/>
                  </a:lnTo>
                  <a:lnTo>
                    <a:pt x="187006" y="6077057"/>
                  </a:lnTo>
                  <a:lnTo>
                    <a:pt x="187124" y="6077057"/>
                  </a:lnTo>
                  <a:lnTo>
                    <a:pt x="187241" y="6077057"/>
                  </a:lnTo>
                  <a:lnTo>
                    <a:pt x="187241" y="6076627"/>
                  </a:lnTo>
                  <a:lnTo>
                    <a:pt x="187359" y="6076627"/>
                  </a:lnTo>
                  <a:lnTo>
                    <a:pt x="187594" y="6076196"/>
                  </a:lnTo>
                  <a:lnTo>
                    <a:pt x="187829" y="6076196"/>
                  </a:lnTo>
                  <a:lnTo>
                    <a:pt x="187829" y="6075766"/>
                  </a:lnTo>
                  <a:lnTo>
                    <a:pt x="187947" y="6075766"/>
                  </a:lnTo>
                  <a:lnTo>
                    <a:pt x="188065" y="6075766"/>
                  </a:lnTo>
                  <a:lnTo>
                    <a:pt x="188065" y="6075335"/>
                  </a:lnTo>
                  <a:lnTo>
                    <a:pt x="188065" y="6074904"/>
                  </a:lnTo>
                  <a:lnTo>
                    <a:pt x="188300" y="6074904"/>
                  </a:lnTo>
                  <a:lnTo>
                    <a:pt x="188418" y="6074904"/>
                  </a:lnTo>
                  <a:lnTo>
                    <a:pt x="188535" y="6074904"/>
                  </a:lnTo>
                  <a:lnTo>
                    <a:pt x="188653" y="6074904"/>
                  </a:lnTo>
                  <a:lnTo>
                    <a:pt x="188770" y="6074904"/>
                  </a:lnTo>
                  <a:lnTo>
                    <a:pt x="188888" y="6074904"/>
                  </a:lnTo>
                  <a:lnTo>
                    <a:pt x="188888" y="6074474"/>
                  </a:lnTo>
                  <a:lnTo>
                    <a:pt x="188888" y="6074043"/>
                  </a:lnTo>
                  <a:lnTo>
                    <a:pt x="188888" y="6073613"/>
                  </a:lnTo>
                  <a:lnTo>
                    <a:pt x="189006" y="6073613"/>
                  </a:lnTo>
                  <a:lnTo>
                    <a:pt x="189123" y="6073613"/>
                  </a:lnTo>
                  <a:lnTo>
                    <a:pt x="189241" y="6073182"/>
                  </a:lnTo>
                  <a:lnTo>
                    <a:pt x="189358" y="6073182"/>
                  </a:lnTo>
                  <a:lnTo>
                    <a:pt x="189358" y="6072751"/>
                  </a:lnTo>
                  <a:lnTo>
                    <a:pt x="189476" y="6072751"/>
                  </a:lnTo>
                  <a:lnTo>
                    <a:pt x="189594" y="6072751"/>
                  </a:lnTo>
                  <a:lnTo>
                    <a:pt x="189711" y="6072751"/>
                  </a:lnTo>
                  <a:lnTo>
                    <a:pt x="189829" y="6072751"/>
                  </a:lnTo>
                  <a:lnTo>
                    <a:pt x="189947" y="6072751"/>
                  </a:lnTo>
                  <a:lnTo>
                    <a:pt x="189947" y="6072321"/>
                  </a:lnTo>
                  <a:lnTo>
                    <a:pt x="190064" y="6072321"/>
                  </a:lnTo>
                  <a:lnTo>
                    <a:pt x="190064" y="6071890"/>
                  </a:lnTo>
                  <a:lnTo>
                    <a:pt x="190182" y="6071890"/>
                  </a:lnTo>
                  <a:lnTo>
                    <a:pt x="190182" y="6071460"/>
                  </a:lnTo>
                  <a:lnTo>
                    <a:pt x="190182" y="6071029"/>
                  </a:lnTo>
                  <a:lnTo>
                    <a:pt x="190299" y="6070598"/>
                  </a:lnTo>
                  <a:lnTo>
                    <a:pt x="190417" y="6070598"/>
                  </a:lnTo>
                  <a:lnTo>
                    <a:pt x="190417" y="6070168"/>
                  </a:lnTo>
                  <a:lnTo>
                    <a:pt x="190417" y="6069737"/>
                  </a:lnTo>
                  <a:lnTo>
                    <a:pt x="190535" y="6069737"/>
                  </a:lnTo>
                  <a:lnTo>
                    <a:pt x="190535" y="6069307"/>
                  </a:lnTo>
                  <a:lnTo>
                    <a:pt x="190652" y="6068876"/>
                  </a:lnTo>
                  <a:lnTo>
                    <a:pt x="190770" y="6068876"/>
                  </a:lnTo>
                  <a:lnTo>
                    <a:pt x="190887" y="6068876"/>
                  </a:lnTo>
                  <a:lnTo>
                    <a:pt x="191005" y="6068876"/>
                  </a:lnTo>
                  <a:lnTo>
                    <a:pt x="191005" y="6068445"/>
                  </a:lnTo>
                  <a:lnTo>
                    <a:pt x="191005" y="6068015"/>
                  </a:lnTo>
                  <a:lnTo>
                    <a:pt x="191240" y="6068015"/>
                  </a:lnTo>
                  <a:lnTo>
                    <a:pt x="191358" y="6068015"/>
                  </a:lnTo>
                  <a:lnTo>
                    <a:pt x="191358" y="6067584"/>
                  </a:lnTo>
                  <a:lnTo>
                    <a:pt x="191476" y="6067584"/>
                  </a:lnTo>
                  <a:lnTo>
                    <a:pt x="191476" y="6067154"/>
                  </a:lnTo>
                  <a:lnTo>
                    <a:pt x="191476" y="6066723"/>
                  </a:lnTo>
                  <a:lnTo>
                    <a:pt x="191593" y="6066723"/>
                  </a:lnTo>
                  <a:lnTo>
                    <a:pt x="191711" y="6066723"/>
                  </a:lnTo>
                  <a:lnTo>
                    <a:pt x="191828" y="6066723"/>
                  </a:lnTo>
                  <a:lnTo>
                    <a:pt x="191946" y="6066723"/>
                  </a:lnTo>
                  <a:lnTo>
                    <a:pt x="191946" y="6066292"/>
                  </a:lnTo>
                  <a:lnTo>
                    <a:pt x="191946" y="6065862"/>
                  </a:lnTo>
                  <a:lnTo>
                    <a:pt x="192064" y="6065862"/>
                  </a:lnTo>
                  <a:lnTo>
                    <a:pt x="192181" y="6065862"/>
                  </a:lnTo>
                  <a:lnTo>
                    <a:pt x="192181" y="6065431"/>
                  </a:lnTo>
                  <a:lnTo>
                    <a:pt x="192299" y="6065431"/>
                  </a:lnTo>
                  <a:lnTo>
                    <a:pt x="192299" y="6065001"/>
                  </a:lnTo>
                  <a:lnTo>
                    <a:pt x="192416" y="6065001"/>
                  </a:lnTo>
                  <a:lnTo>
                    <a:pt x="192534" y="6064570"/>
                  </a:lnTo>
                  <a:lnTo>
                    <a:pt x="192769" y="6064570"/>
                  </a:lnTo>
                  <a:lnTo>
                    <a:pt x="192887" y="6064570"/>
                  </a:lnTo>
                  <a:lnTo>
                    <a:pt x="192887" y="6064139"/>
                  </a:lnTo>
                  <a:lnTo>
                    <a:pt x="193005" y="6064139"/>
                  </a:lnTo>
                  <a:lnTo>
                    <a:pt x="193122" y="6064139"/>
                  </a:lnTo>
                  <a:lnTo>
                    <a:pt x="193122" y="6063709"/>
                  </a:lnTo>
                  <a:lnTo>
                    <a:pt x="193240" y="6063709"/>
                  </a:lnTo>
                  <a:lnTo>
                    <a:pt x="193357" y="6063709"/>
                  </a:lnTo>
                  <a:lnTo>
                    <a:pt x="193475" y="6063709"/>
                  </a:lnTo>
                  <a:lnTo>
                    <a:pt x="193593" y="6063709"/>
                  </a:lnTo>
                  <a:lnTo>
                    <a:pt x="193710" y="6063709"/>
                  </a:lnTo>
                  <a:lnTo>
                    <a:pt x="193710" y="6063278"/>
                  </a:lnTo>
                  <a:lnTo>
                    <a:pt x="193828" y="6063278"/>
                  </a:lnTo>
                  <a:lnTo>
                    <a:pt x="193945" y="6063278"/>
                  </a:lnTo>
                  <a:lnTo>
                    <a:pt x="193945" y="6062848"/>
                  </a:lnTo>
                  <a:lnTo>
                    <a:pt x="193945" y="6062417"/>
                  </a:lnTo>
                  <a:lnTo>
                    <a:pt x="193945" y="6061986"/>
                  </a:lnTo>
                  <a:lnTo>
                    <a:pt x="194063" y="6061986"/>
                  </a:lnTo>
                  <a:lnTo>
                    <a:pt x="194181" y="6061986"/>
                  </a:lnTo>
                  <a:lnTo>
                    <a:pt x="194416" y="6061986"/>
                  </a:lnTo>
                  <a:lnTo>
                    <a:pt x="194416" y="6061556"/>
                  </a:lnTo>
                  <a:lnTo>
                    <a:pt x="194416" y="6061125"/>
                  </a:lnTo>
                  <a:lnTo>
                    <a:pt x="194533" y="6061125"/>
                  </a:lnTo>
                  <a:lnTo>
                    <a:pt x="194651" y="6060695"/>
                  </a:lnTo>
                  <a:lnTo>
                    <a:pt x="194769" y="6060695"/>
                  </a:lnTo>
                  <a:lnTo>
                    <a:pt x="194886" y="6060695"/>
                  </a:lnTo>
                  <a:lnTo>
                    <a:pt x="194886" y="6060264"/>
                  </a:lnTo>
                  <a:lnTo>
                    <a:pt x="195004" y="6060264"/>
                  </a:lnTo>
                  <a:lnTo>
                    <a:pt x="195004" y="6059833"/>
                  </a:lnTo>
                  <a:lnTo>
                    <a:pt x="195122" y="6059833"/>
                  </a:lnTo>
                  <a:lnTo>
                    <a:pt x="195122" y="6059403"/>
                  </a:lnTo>
                  <a:lnTo>
                    <a:pt x="195239" y="6058972"/>
                  </a:lnTo>
                  <a:lnTo>
                    <a:pt x="195357" y="6058972"/>
                  </a:lnTo>
                  <a:lnTo>
                    <a:pt x="195357" y="6058542"/>
                  </a:lnTo>
                  <a:lnTo>
                    <a:pt x="195710" y="6058542"/>
                  </a:lnTo>
                  <a:lnTo>
                    <a:pt x="195827" y="6058542"/>
                  </a:lnTo>
                  <a:lnTo>
                    <a:pt x="195945" y="6058542"/>
                  </a:lnTo>
                  <a:lnTo>
                    <a:pt x="195945" y="6058111"/>
                  </a:lnTo>
                  <a:lnTo>
                    <a:pt x="196062" y="6058111"/>
                  </a:lnTo>
                  <a:lnTo>
                    <a:pt x="196062" y="6057680"/>
                  </a:lnTo>
                  <a:lnTo>
                    <a:pt x="196180" y="6057680"/>
                  </a:lnTo>
                  <a:lnTo>
                    <a:pt x="196180" y="6057250"/>
                  </a:lnTo>
                  <a:lnTo>
                    <a:pt x="196415" y="6056819"/>
                  </a:lnTo>
                  <a:lnTo>
                    <a:pt x="196533" y="6056819"/>
                  </a:lnTo>
                  <a:lnTo>
                    <a:pt x="196651" y="6056819"/>
                  </a:lnTo>
                  <a:lnTo>
                    <a:pt x="196768" y="6056819"/>
                  </a:lnTo>
                  <a:lnTo>
                    <a:pt x="196886" y="6056819"/>
                  </a:lnTo>
                  <a:lnTo>
                    <a:pt x="197003" y="6056819"/>
                  </a:lnTo>
                  <a:lnTo>
                    <a:pt x="197121" y="6056819"/>
                  </a:lnTo>
                  <a:lnTo>
                    <a:pt x="197121" y="6056389"/>
                  </a:lnTo>
                  <a:lnTo>
                    <a:pt x="197239" y="6056389"/>
                  </a:lnTo>
                  <a:lnTo>
                    <a:pt x="197356" y="6055958"/>
                  </a:lnTo>
                  <a:lnTo>
                    <a:pt x="197474" y="6055958"/>
                  </a:lnTo>
                  <a:lnTo>
                    <a:pt x="197474" y="6055527"/>
                  </a:lnTo>
                  <a:lnTo>
                    <a:pt x="197591" y="6055527"/>
                  </a:lnTo>
                  <a:lnTo>
                    <a:pt x="197709" y="6055527"/>
                  </a:lnTo>
                  <a:lnTo>
                    <a:pt x="197944" y="6055527"/>
                  </a:lnTo>
                  <a:lnTo>
                    <a:pt x="197944" y="6055097"/>
                  </a:lnTo>
                  <a:lnTo>
                    <a:pt x="197944" y="6054666"/>
                  </a:lnTo>
                  <a:lnTo>
                    <a:pt x="198062" y="6054666"/>
                  </a:lnTo>
                  <a:lnTo>
                    <a:pt x="198062" y="6054236"/>
                  </a:lnTo>
                  <a:lnTo>
                    <a:pt x="198180" y="6054236"/>
                  </a:lnTo>
                  <a:lnTo>
                    <a:pt x="198180" y="6053805"/>
                  </a:lnTo>
                  <a:lnTo>
                    <a:pt x="198297" y="6053805"/>
                  </a:lnTo>
                  <a:lnTo>
                    <a:pt x="198415" y="6053805"/>
                  </a:lnTo>
                  <a:lnTo>
                    <a:pt x="198415" y="6053374"/>
                  </a:lnTo>
                  <a:lnTo>
                    <a:pt x="198415" y="6052944"/>
                  </a:lnTo>
                  <a:lnTo>
                    <a:pt x="198415" y="6052513"/>
                  </a:lnTo>
                  <a:lnTo>
                    <a:pt x="198532" y="6052513"/>
                  </a:lnTo>
                  <a:lnTo>
                    <a:pt x="198650" y="6052513"/>
                  </a:lnTo>
                  <a:lnTo>
                    <a:pt x="198768" y="6052513"/>
                  </a:lnTo>
                  <a:lnTo>
                    <a:pt x="199120" y="6052513"/>
                  </a:lnTo>
                  <a:lnTo>
                    <a:pt x="199238" y="6052083"/>
                  </a:lnTo>
                  <a:lnTo>
                    <a:pt x="199356" y="6052083"/>
                  </a:lnTo>
                  <a:lnTo>
                    <a:pt x="199473" y="6052083"/>
                  </a:lnTo>
                  <a:lnTo>
                    <a:pt x="199591" y="6051652"/>
                  </a:lnTo>
                  <a:lnTo>
                    <a:pt x="199709" y="6051652"/>
                  </a:lnTo>
                  <a:lnTo>
                    <a:pt x="199826" y="6051652"/>
                  </a:lnTo>
                  <a:lnTo>
                    <a:pt x="199944" y="6051652"/>
                  </a:lnTo>
                  <a:lnTo>
                    <a:pt x="200061" y="6051652"/>
                  </a:lnTo>
                  <a:lnTo>
                    <a:pt x="200061" y="6051221"/>
                  </a:lnTo>
                  <a:lnTo>
                    <a:pt x="200179" y="6051221"/>
                  </a:lnTo>
                  <a:lnTo>
                    <a:pt x="200297" y="6051221"/>
                  </a:lnTo>
                  <a:lnTo>
                    <a:pt x="200414" y="6050791"/>
                  </a:lnTo>
                  <a:lnTo>
                    <a:pt x="200532" y="6050791"/>
                  </a:lnTo>
                  <a:lnTo>
                    <a:pt x="200649" y="6050791"/>
                  </a:lnTo>
                  <a:lnTo>
                    <a:pt x="200767" y="6050791"/>
                  </a:lnTo>
                  <a:lnTo>
                    <a:pt x="200767" y="6050360"/>
                  </a:lnTo>
                  <a:lnTo>
                    <a:pt x="200767" y="6049930"/>
                  </a:lnTo>
                  <a:lnTo>
                    <a:pt x="200885" y="6049930"/>
                  </a:lnTo>
                  <a:lnTo>
                    <a:pt x="201120" y="6049930"/>
                  </a:lnTo>
                  <a:lnTo>
                    <a:pt x="201120" y="6049499"/>
                  </a:lnTo>
                  <a:lnTo>
                    <a:pt x="201238" y="6049068"/>
                  </a:lnTo>
                  <a:lnTo>
                    <a:pt x="201355" y="6049068"/>
                  </a:lnTo>
                  <a:lnTo>
                    <a:pt x="201355" y="6048638"/>
                  </a:lnTo>
                  <a:lnTo>
                    <a:pt x="201590" y="6048638"/>
                  </a:lnTo>
                  <a:lnTo>
                    <a:pt x="201708" y="6048638"/>
                  </a:lnTo>
                  <a:lnTo>
                    <a:pt x="201826" y="6048638"/>
                  </a:lnTo>
                  <a:lnTo>
                    <a:pt x="201943" y="6048638"/>
                  </a:lnTo>
                  <a:lnTo>
                    <a:pt x="202061" y="6048638"/>
                  </a:lnTo>
                  <a:lnTo>
                    <a:pt x="202178" y="6048638"/>
                  </a:lnTo>
                  <a:lnTo>
                    <a:pt x="202296" y="6048638"/>
                  </a:lnTo>
                  <a:lnTo>
                    <a:pt x="202296" y="6048207"/>
                  </a:lnTo>
                  <a:lnTo>
                    <a:pt x="202414" y="6048207"/>
                  </a:lnTo>
                  <a:lnTo>
                    <a:pt x="202531" y="6047777"/>
                  </a:lnTo>
                  <a:lnTo>
                    <a:pt x="202649" y="6047777"/>
                  </a:lnTo>
                  <a:lnTo>
                    <a:pt x="202766" y="6047777"/>
                  </a:lnTo>
                  <a:lnTo>
                    <a:pt x="202884" y="6047777"/>
                  </a:lnTo>
                  <a:lnTo>
                    <a:pt x="202884" y="6047346"/>
                  </a:lnTo>
                  <a:lnTo>
                    <a:pt x="203002" y="6047346"/>
                  </a:lnTo>
                  <a:lnTo>
                    <a:pt x="203002" y="6046915"/>
                  </a:lnTo>
                  <a:lnTo>
                    <a:pt x="203002" y="6046485"/>
                  </a:lnTo>
                  <a:lnTo>
                    <a:pt x="203119" y="6046485"/>
                  </a:lnTo>
                  <a:lnTo>
                    <a:pt x="203237" y="6046485"/>
                  </a:lnTo>
                  <a:lnTo>
                    <a:pt x="203355" y="6046485"/>
                  </a:lnTo>
                  <a:lnTo>
                    <a:pt x="203355" y="6046054"/>
                  </a:lnTo>
                  <a:lnTo>
                    <a:pt x="203355" y="6045624"/>
                  </a:lnTo>
                  <a:lnTo>
                    <a:pt x="203472" y="6045624"/>
                  </a:lnTo>
                  <a:lnTo>
                    <a:pt x="203590" y="6045624"/>
                  </a:lnTo>
                  <a:lnTo>
                    <a:pt x="203707" y="6045624"/>
                  </a:lnTo>
                  <a:lnTo>
                    <a:pt x="203825" y="6045624"/>
                  </a:lnTo>
                  <a:lnTo>
                    <a:pt x="204060" y="6045624"/>
                  </a:lnTo>
                  <a:lnTo>
                    <a:pt x="204178" y="6045624"/>
                  </a:lnTo>
                  <a:lnTo>
                    <a:pt x="204295" y="6045624"/>
                  </a:lnTo>
                  <a:lnTo>
                    <a:pt x="204413" y="6045624"/>
                  </a:lnTo>
                  <a:lnTo>
                    <a:pt x="204648" y="6045624"/>
                  </a:lnTo>
                  <a:lnTo>
                    <a:pt x="204648" y="6045193"/>
                  </a:lnTo>
                  <a:lnTo>
                    <a:pt x="204766" y="6045193"/>
                  </a:lnTo>
                  <a:lnTo>
                    <a:pt x="205354" y="6043901"/>
                  </a:lnTo>
                  <a:lnTo>
                    <a:pt x="205472" y="6043471"/>
                  </a:lnTo>
                  <a:lnTo>
                    <a:pt x="205472" y="6043040"/>
                  </a:lnTo>
                  <a:lnTo>
                    <a:pt x="205589" y="6043040"/>
                  </a:lnTo>
                  <a:lnTo>
                    <a:pt x="205707" y="6043040"/>
                  </a:lnTo>
                  <a:lnTo>
                    <a:pt x="205824" y="6043040"/>
                  </a:lnTo>
                  <a:lnTo>
                    <a:pt x="205942" y="6043040"/>
                  </a:lnTo>
                  <a:lnTo>
                    <a:pt x="205942" y="6042609"/>
                  </a:lnTo>
                  <a:lnTo>
                    <a:pt x="205942" y="6042179"/>
                  </a:lnTo>
                  <a:lnTo>
                    <a:pt x="206060" y="6042179"/>
                  </a:lnTo>
                  <a:lnTo>
                    <a:pt x="206177" y="6042179"/>
                  </a:lnTo>
                  <a:lnTo>
                    <a:pt x="206295" y="6042179"/>
                  </a:lnTo>
                  <a:lnTo>
                    <a:pt x="206295" y="6041748"/>
                  </a:lnTo>
                  <a:lnTo>
                    <a:pt x="206413" y="6041748"/>
                  </a:lnTo>
                  <a:lnTo>
                    <a:pt x="206530" y="6041748"/>
                  </a:lnTo>
                  <a:lnTo>
                    <a:pt x="206648" y="6041748"/>
                  </a:lnTo>
                  <a:lnTo>
                    <a:pt x="206765" y="6041748"/>
                  </a:lnTo>
                  <a:lnTo>
                    <a:pt x="206883" y="6041748"/>
                  </a:lnTo>
                  <a:lnTo>
                    <a:pt x="207118" y="6041748"/>
                  </a:lnTo>
                  <a:lnTo>
                    <a:pt x="207236" y="6041748"/>
                  </a:lnTo>
                  <a:lnTo>
                    <a:pt x="207236" y="6041318"/>
                  </a:lnTo>
                  <a:lnTo>
                    <a:pt x="207353" y="6041318"/>
                  </a:lnTo>
                  <a:lnTo>
                    <a:pt x="207471" y="6041318"/>
                  </a:lnTo>
                  <a:lnTo>
                    <a:pt x="207471" y="6040887"/>
                  </a:lnTo>
                  <a:lnTo>
                    <a:pt x="207471" y="6040456"/>
                  </a:lnTo>
                  <a:lnTo>
                    <a:pt x="207589" y="6040456"/>
                  </a:lnTo>
                  <a:lnTo>
                    <a:pt x="207706" y="6040456"/>
                  </a:lnTo>
                  <a:lnTo>
                    <a:pt x="207824" y="6040456"/>
                  </a:lnTo>
                  <a:lnTo>
                    <a:pt x="207942" y="6040456"/>
                  </a:lnTo>
                  <a:lnTo>
                    <a:pt x="208059" y="6040456"/>
                  </a:lnTo>
                  <a:lnTo>
                    <a:pt x="208294" y="6040456"/>
                  </a:lnTo>
                  <a:lnTo>
                    <a:pt x="208294" y="6040026"/>
                  </a:lnTo>
                  <a:lnTo>
                    <a:pt x="208412" y="6040026"/>
                  </a:lnTo>
                  <a:lnTo>
                    <a:pt x="208530" y="6040026"/>
                  </a:lnTo>
                  <a:lnTo>
                    <a:pt x="208530" y="6039595"/>
                  </a:lnTo>
                  <a:lnTo>
                    <a:pt x="208647" y="6039595"/>
                  </a:lnTo>
                  <a:lnTo>
                    <a:pt x="208647" y="6039165"/>
                  </a:lnTo>
                  <a:lnTo>
                    <a:pt x="208765" y="6039165"/>
                  </a:lnTo>
                  <a:lnTo>
                    <a:pt x="208882" y="6039165"/>
                  </a:lnTo>
                  <a:lnTo>
                    <a:pt x="209000" y="6039165"/>
                  </a:lnTo>
                  <a:lnTo>
                    <a:pt x="209000" y="6038734"/>
                  </a:lnTo>
                  <a:lnTo>
                    <a:pt x="209000" y="6038303"/>
                  </a:lnTo>
                  <a:lnTo>
                    <a:pt x="209118" y="6038303"/>
                  </a:lnTo>
                  <a:lnTo>
                    <a:pt x="209235" y="6038303"/>
                  </a:lnTo>
                  <a:lnTo>
                    <a:pt x="209235" y="6037873"/>
                  </a:lnTo>
                  <a:lnTo>
                    <a:pt x="209353" y="6037873"/>
                  </a:lnTo>
                  <a:lnTo>
                    <a:pt x="209471" y="6037873"/>
                  </a:lnTo>
                  <a:lnTo>
                    <a:pt x="209471" y="6037442"/>
                  </a:lnTo>
                  <a:lnTo>
                    <a:pt x="209471" y="6037012"/>
                  </a:lnTo>
                  <a:lnTo>
                    <a:pt x="209706" y="6037012"/>
                  </a:lnTo>
                  <a:lnTo>
                    <a:pt x="209823" y="6037012"/>
                  </a:lnTo>
                  <a:lnTo>
                    <a:pt x="209823" y="6036581"/>
                  </a:lnTo>
                  <a:lnTo>
                    <a:pt x="209941" y="6036581"/>
                  </a:lnTo>
                  <a:lnTo>
                    <a:pt x="210059" y="6036581"/>
                  </a:lnTo>
                  <a:lnTo>
                    <a:pt x="210176" y="6036150"/>
                  </a:lnTo>
                  <a:lnTo>
                    <a:pt x="210411" y="6036150"/>
                  </a:lnTo>
                  <a:lnTo>
                    <a:pt x="210529" y="6036150"/>
                  </a:lnTo>
                  <a:lnTo>
                    <a:pt x="210529" y="6035720"/>
                  </a:lnTo>
                  <a:lnTo>
                    <a:pt x="210647" y="6035720"/>
                  </a:lnTo>
                  <a:lnTo>
                    <a:pt x="210764" y="6035720"/>
                  </a:lnTo>
                  <a:lnTo>
                    <a:pt x="210882" y="6035720"/>
                  </a:lnTo>
                  <a:lnTo>
                    <a:pt x="210999" y="6035720"/>
                  </a:lnTo>
                  <a:lnTo>
                    <a:pt x="211117" y="6035720"/>
                  </a:lnTo>
                  <a:lnTo>
                    <a:pt x="211235" y="6035289"/>
                  </a:lnTo>
                  <a:lnTo>
                    <a:pt x="211352" y="6035289"/>
                  </a:lnTo>
                  <a:lnTo>
                    <a:pt x="211352" y="6034859"/>
                  </a:lnTo>
                  <a:lnTo>
                    <a:pt x="211352" y="6034428"/>
                  </a:lnTo>
                  <a:lnTo>
                    <a:pt x="211470" y="6034428"/>
                  </a:lnTo>
                  <a:lnTo>
                    <a:pt x="211470" y="6033997"/>
                  </a:lnTo>
                  <a:lnTo>
                    <a:pt x="211588" y="6033997"/>
                  </a:lnTo>
                  <a:lnTo>
                    <a:pt x="211705" y="6033997"/>
                  </a:lnTo>
                  <a:lnTo>
                    <a:pt x="211705" y="6033567"/>
                  </a:lnTo>
                  <a:lnTo>
                    <a:pt x="211705" y="6033136"/>
                  </a:lnTo>
                  <a:lnTo>
                    <a:pt x="211705" y="6032706"/>
                  </a:lnTo>
                  <a:lnTo>
                    <a:pt x="211705" y="6032275"/>
                  </a:lnTo>
                  <a:lnTo>
                    <a:pt x="211823" y="6032275"/>
                  </a:lnTo>
                  <a:lnTo>
                    <a:pt x="211940" y="6032275"/>
                  </a:lnTo>
                  <a:lnTo>
                    <a:pt x="212058" y="6032275"/>
                  </a:lnTo>
                  <a:lnTo>
                    <a:pt x="212058" y="6031844"/>
                  </a:lnTo>
                  <a:lnTo>
                    <a:pt x="212293" y="6031844"/>
                  </a:lnTo>
                  <a:lnTo>
                    <a:pt x="212293" y="6031414"/>
                  </a:lnTo>
                  <a:lnTo>
                    <a:pt x="212411" y="6031414"/>
                  </a:lnTo>
                  <a:lnTo>
                    <a:pt x="212411" y="6030983"/>
                  </a:lnTo>
                  <a:lnTo>
                    <a:pt x="212528" y="6030983"/>
                  </a:lnTo>
                  <a:lnTo>
                    <a:pt x="212646" y="6030983"/>
                  </a:lnTo>
                  <a:lnTo>
                    <a:pt x="212764" y="6030983"/>
                  </a:lnTo>
                  <a:lnTo>
                    <a:pt x="212881" y="6030983"/>
                  </a:lnTo>
                  <a:lnTo>
                    <a:pt x="212999" y="6030983"/>
                  </a:lnTo>
                  <a:lnTo>
                    <a:pt x="213117" y="6030983"/>
                  </a:lnTo>
                  <a:lnTo>
                    <a:pt x="213352" y="6030983"/>
                  </a:lnTo>
                  <a:lnTo>
                    <a:pt x="213587" y="6030983"/>
                  </a:lnTo>
                  <a:lnTo>
                    <a:pt x="213705" y="6030983"/>
                  </a:lnTo>
                  <a:lnTo>
                    <a:pt x="213822" y="6030983"/>
                  </a:lnTo>
                  <a:lnTo>
                    <a:pt x="213940" y="6030983"/>
                  </a:lnTo>
                  <a:lnTo>
                    <a:pt x="214057" y="6030983"/>
                  </a:lnTo>
                  <a:lnTo>
                    <a:pt x="214175" y="6030983"/>
                  </a:lnTo>
                  <a:lnTo>
                    <a:pt x="214175" y="6030553"/>
                  </a:lnTo>
                  <a:lnTo>
                    <a:pt x="214175" y="6030122"/>
                  </a:lnTo>
                  <a:lnTo>
                    <a:pt x="214293" y="6030122"/>
                  </a:lnTo>
                  <a:lnTo>
                    <a:pt x="214528" y="6030122"/>
                  </a:lnTo>
                  <a:lnTo>
                    <a:pt x="214646" y="6030122"/>
                  </a:lnTo>
                  <a:lnTo>
                    <a:pt x="214763" y="6030122"/>
                  </a:lnTo>
                  <a:lnTo>
                    <a:pt x="214881" y="6030122"/>
                  </a:lnTo>
                  <a:lnTo>
                    <a:pt x="215116" y="6030122"/>
                  </a:lnTo>
                  <a:lnTo>
                    <a:pt x="215234" y="6030122"/>
                  </a:lnTo>
                  <a:lnTo>
                    <a:pt x="215351" y="6030122"/>
                  </a:lnTo>
                  <a:lnTo>
                    <a:pt x="215351" y="6029691"/>
                  </a:lnTo>
                  <a:lnTo>
                    <a:pt x="215351" y="6029261"/>
                  </a:lnTo>
                  <a:lnTo>
                    <a:pt x="215469" y="6029261"/>
                  </a:lnTo>
                  <a:lnTo>
                    <a:pt x="215469" y="6028830"/>
                  </a:lnTo>
                  <a:lnTo>
                    <a:pt x="215586" y="6028830"/>
                  </a:lnTo>
                  <a:lnTo>
                    <a:pt x="215704" y="6028400"/>
                  </a:lnTo>
                  <a:lnTo>
                    <a:pt x="215822" y="6028400"/>
                  </a:lnTo>
                  <a:lnTo>
                    <a:pt x="215939" y="6028400"/>
                  </a:lnTo>
                  <a:lnTo>
                    <a:pt x="215939" y="6027969"/>
                  </a:lnTo>
                  <a:lnTo>
                    <a:pt x="216057" y="6027969"/>
                  </a:lnTo>
                  <a:lnTo>
                    <a:pt x="216292" y="6027538"/>
                  </a:lnTo>
                  <a:lnTo>
                    <a:pt x="216292" y="6027108"/>
                  </a:lnTo>
                  <a:lnTo>
                    <a:pt x="216292" y="6026677"/>
                  </a:lnTo>
                  <a:lnTo>
                    <a:pt x="216292" y="6026247"/>
                  </a:lnTo>
                  <a:lnTo>
                    <a:pt x="216410" y="6026247"/>
                  </a:lnTo>
                  <a:lnTo>
                    <a:pt x="216527" y="6026247"/>
                  </a:lnTo>
                  <a:lnTo>
                    <a:pt x="216527" y="6025816"/>
                  </a:lnTo>
                  <a:lnTo>
                    <a:pt x="216645" y="6025816"/>
                  </a:lnTo>
                  <a:lnTo>
                    <a:pt x="216763" y="6025816"/>
                  </a:lnTo>
                  <a:lnTo>
                    <a:pt x="216763" y="6025385"/>
                  </a:lnTo>
                  <a:lnTo>
                    <a:pt x="216880" y="6025385"/>
                  </a:lnTo>
                  <a:lnTo>
                    <a:pt x="216998" y="6025385"/>
                  </a:lnTo>
                  <a:lnTo>
                    <a:pt x="217115" y="6025385"/>
                  </a:lnTo>
                  <a:lnTo>
                    <a:pt x="217233" y="6025385"/>
                  </a:lnTo>
                  <a:lnTo>
                    <a:pt x="217351" y="6025385"/>
                  </a:lnTo>
                  <a:lnTo>
                    <a:pt x="217468" y="6025385"/>
                  </a:lnTo>
                  <a:lnTo>
                    <a:pt x="217586" y="6024955"/>
                  </a:lnTo>
                  <a:lnTo>
                    <a:pt x="217704" y="6024955"/>
                  </a:lnTo>
                  <a:lnTo>
                    <a:pt x="217821" y="6024955"/>
                  </a:lnTo>
                  <a:lnTo>
                    <a:pt x="217821" y="6024524"/>
                  </a:lnTo>
                  <a:lnTo>
                    <a:pt x="217939" y="6024524"/>
                  </a:lnTo>
                  <a:lnTo>
                    <a:pt x="218056" y="6024524"/>
                  </a:lnTo>
                  <a:lnTo>
                    <a:pt x="218174" y="6024524"/>
                  </a:lnTo>
                  <a:lnTo>
                    <a:pt x="218292" y="6024524"/>
                  </a:lnTo>
                  <a:lnTo>
                    <a:pt x="218292" y="6024094"/>
                  </a:lnTo>
                  <a:lnTo>
                    <a:pt x="218409" y="6024094"/>
                  </a:lnTo>
                  <a:lnTo>
                    <a:pt x="218762" y="6024094"/>
                  </a:lnTo>
                  <a:lnTo>
                    <a:pt x="218997" y="6024094"/>
                  </a:lnTo>
                  <a:lnTo>
                    <a:pt x="218997" y="6023663"/>
                  </a:lnTo>
                  <a:lnTo>
                    <a:pt x="218997" y="6023232"/>
                  </a:lnTo>
                  <a:lnTo>
                    <a:pt x="218997" y="6022802"/>
                  </a:lnTo>
                  <a:lnTo>
                    <a:pt x="218997" y="6022371"/>
                  </a:lnTo>
                  <a:lnTo>
                    <a:pt x="219115" y="6022371"/>
                  </a:lnTo>
                  <a:lnTo>
                    <a:pt x="219115" y="6021941"/>
                  </a:lnTo>
                  <a:lnTo>
                    <a:pt x="219115" y="6021510"/>
                  </a:lnTo>
                  <a:lnTo>
                    <a:pt x="219232" y="6021510"/>
                  </a:lnTo>
                  <a:lnTo>
                    <a:pt x="219232" y="6021079"/>
                  </a:lnTo>
                  <a:lnTo>
                    <a:pt x="219703" y="6021079"/>
                  </a:lnTo>
                  <a:lnTo>
                    <a:pt x="219821" y="6021079"/>
                  </a:lnTo>
                  <a:lnTo>
                    <a:pt x="219938" y="6021079"/>
                  </a:lnTo>
                  <a:lnTo>
                    <a:pt x="220056" y="6021079"/>
                  </a:lnTo>
                  <a:lnTo>
                    <a:pt x="220173" y="6021079"/>
                  </a:lnTo>
                  <a:lnTo>
                    <a:pt x="220291" y="6021079"/>
                  </a:lnTo>
                  <a:lnTo>
                    <a:pt x="220526" y="6021079"/>
                  </a:lnTo>
                  <a:lnTo>
                    <a:pt x="220526" y="6020649"/>
                  </a:lnTo>
                  <a:lnTo>
                    <a:pt x="220644" y="6020649"/>
                  </a:lnTo>
                  <a:lnTo>
                    <a:pt x="220644" y="6020218"/>
                  </a:lnTo>
                  <a:lnTo>
                    <a:pt x="220761" y="6020218"/>
                  </a:lnTo>
                  <a:lnTo>
                    <a:pt x="220879" y="6020218"/>
                  </a:lnTo>
                  <a:lnTo>
                    <a:pt x="221114" y="6020218"/>
                  </a:lnTo>
                  <a:lnTo>
                    <a:pt x="221232" y="6020218"/>
                  </a:lnTo>
                  <a:lnTo>
                    <a:pt x="221350" y="6020218"/>
                  </a:lnTo>
                  <a:lnTo>
                    <a:pt x="221350" y="6019788"/>
                  </a:lnTo>
                  <a:lnTo>
                    <a:pt x="221467" y="6019788"/>
                  </a:lnTo>
                  <a:lnTo>
                    <a:pt x="221585" y="6019788"/>
                  </a:lnTo>
                  <a:lnTo>
                    <a:pt x="221702" y="6019788"/>
                  </a:lnTo>
                  <a:lnTo>
                    <a:pt x="221820" y="6019788"/>
                  </a:lnTo>
                  <a:lnTo>
                    <a:pt x="221820" y="6019357"/>
                  </a:lnTo>
                  <a:lnTo>
                    <a:pt x="221820" y="6018926"/>
                  </a:lnTo>
                  <a:lnTo>
                    <a:pt x="221938" y="6018926"/>
                  </a:lnTo>
                  <a:lnTo>
                    <a:pt x="222055" y="6018926"/>
                  </a:lnTo>
                  <a:lnTo>
                    <a:pt x="222055" y="6018496"/>
                  </a:lnTo>
                  <a:lnTo>
                    <a:pt x="222173" y="6018496"/>
                  </a:lnTo>
                  <a:lnTo>
                    <a:pt x="222290" y="6018496"/>
                  </a:lnTo>
                  <a:lnTo>
                    <a:pt x="222290" y="6018065"/>
                  </a:lnTo>
                  <a:lnTo>
                    <a:pt x="222408" y="6017635"/>
                  </a:lnTo>
                  <a:lnTo>
                    <a:pt x="222526" y="6017635"/>
                  </a:lnTo>
                  <a:lnTo>
                    <a:pt x="222643" y="6017635"/>
                  </a:lnTo>
                  <a:lnTo>
                    <a:pt x="222761" y="6017635"/>
                  </a:lnTo>
                  <a:lnTo>
                    <a:pt x="222879" y="6017635"/>
                  </a:lnTo>
                  <a:lnTo>
                    <a:pt x="222879" y="6017204"/>
                  </a:lnTo>
                  <a:lnTo>
                    <a:pt x="222879" y="6016773"/>
                  </a:lnTo>
                  <a:lnTo>
                    <a:pt x="222996" y="6016773"/>
                  </a:lnTo>
                  <a:lnTo>
                    <a:pt x="223114" y="6016773"/>
                  </a:lnTo>
                  <a:lnTo>
                    <a:pt x="223231" y="6016773"/>
                  </a:lnTo>
                  <a:lnTo>
                    <a:pt x="223349" y="6016773"/>
                  </a:lnTo>
                  <a:lnTo>
                    <a:pt x="223467" y="6016773"/>
                  </a:lnTo>
                  <a:lnTo>
                    <a:pt x="223584" y="6016773"/>
                  </a:lnTo>
                  <a:lnTo>
                    <a:pt x="223702" y="6016343"/>
                  </a:lnTo>
                  <a:lnTo>
                    <a:pt x="223819" y="6015912"/>
                  </a:lnTo>
                  <a:lnTo>
                    <a:pt x="223937" y="6015912"/>
                  </a:lnTo>
                  <a:lnTo>
                    <a:pt x="223937" y="6015482"/>
                  </a:lnTo>
                  <a:lnTo>
                    <a:pt x="224055" y="6015482"/>
                  </a:lnTo>
                  <a:lnTo>
                    <a:pt x="224172" y="6015482"/>
                  </a:lnTo>
                  <a:lnTo>
                    <a:pt x="224172" y="6015051"/>
                  </a:lnTo>
                  <a:lnTo>
                    <a:pt x="224290" y="6015051"/>
                  </a:lnTo>
                  <a:lnTo>
                    <a:pt x="224290" y="6014620"/>
                  </a:lnTo>
                  <a:lnTo>
                    <a:pt x="224408" y="6014620"/>
                  </a:lnTo>
                  <a:lnTo>
                    <a:pt x="224408" y="6014190"/>
                  </a:lnTo>
                  <a:lnTo>
                    <a:pt x="224525" y="6014190"/>
                  </a:lnTo>
                  <a:lnTo>
                    <a:pt x="224643" y="6014190"/>
                  </a:lnTo>
                  <a:lnTo>
                    <a:pt x="224760" y="6014190"/>
                  </a:lnTo>
                  <a:lnTo>
                    <a:pt x="224760" y="6013759"/>
                  </a:lnTo>
                  <a:lnTo>
                    <a:pt x="224760" y="6013329"/>
                  </a:lnTo>
                  <a:lnTo>
                    <a:pt x="224760" y="6012898"/>
                  </a:lnTo>
                  <a:lnTo>
                    <a:pt x="224878" y="6012898"/>
                  </a:lnTo>
                  <a:lnTo>
                    <a:pt x="225113" y="6012898"/>
                  </a:lnTo>
                  <a:lnTo>
                    <a:pt x="225231" y="6012898"/>
                  </a:lnTo>
                  <a:lnTo>
                    <a:pt x="225348" y="6012898"/>
                  </a:lnTo>
                  <a:lnTo>
                    <a:pt x="225466" y="6012898"/>
                  </a:lnTo>
                  <a:lnTo>
                    <a:pt x="225584" y="6012898"/>
                  </a:lnTo>
                  <a:lnTo>
                    <a:pt x="225584" y="6012467"/>
                  </a:lnTo>
                  <a:lnTo>
                    <a:pt x="225701" y="6012467"/>
                  </a:lnTo>
                  <a:lnTo>
                    <a:pt x="225819" y="6012467"/>
                  </a:lnTo>
                  <a:lnTo>
                    <a:pt x="225937" y="6012467"/>
                  </a:lnTo>
                  <a:lnTo>
                    <a:pt x="226054" y="6012467"/>
                  </a:lnTo>
                  <a:lnTo>
                    <a:pt x="226172" y="6012467"/>
                  </a:lnTo>
                  <a:lnTo>
                    <a:pt x="226172" y="6012037"/>
                  </a:lnTo>
                  <a:lnTo>
                    <a:pt x="226172" y="6011606"/>
                  </a:lnTo>
                  <a:lnTo>
                    <a:pt x="226289" y="6011606"/>
                  </a:lnTo>
                  <a:lnTo>
                    <a:pt x="226407" y="6011606"/>
                  </a:lnTo>
                  <a:lnTo>
                    <a:pt x="226407" y="6011176"/>
                  </a:lnTo>
                  <a:lnTo>
                    <a:pt x="226525" y="6011176"/>
                  </a:lnTo>
                  <a:lnTo>
                    <a:pt x="226877" y="6011176"/>
                  </a:lnTo>
                  <a:lnTo>
                    <a:pt x="226995" y="6011176"/>
                  </a:lnTo>
                  <a:lnTo>
                    <a:pt x="226995" y="6010745"/>
                  </a:lnTo>
                  <a:lnTo>
                    <a:pt x="226995" y="6010314"/>
                  </a:lnTo>
                  <a:lnTo>
                    <a:pt x="227113" y="6010314"/>
                  </a:lnTo>
                  <a:lnTo>
                    <a:pt x="227230" y="6009884"/>
                  </a:lnTo>
                  <a:lnTo>
                    <a:pt x="227348" y="6009884"/>
                  </a:lnTo>
                  <a:lnTo>
                    <a:pt x="227348" y="6009453"/>
                  </a:lnTo>
                  <a:lnTo>
                    <a:pt x="227583" y="6009453"/>
                  </a:lnTo>
                  <a:lnTo>
                    <a:pt x="227701" y="6009453"/>
                  </a:lnTo>
                  <a:lnTo>
                    <a:pt x="227818" y="6009453"/>
                  </a:lnTo>
                  <a:lnTo>
                    <a:pt x="227818" y="6009023"/>
                  </a:lnTo>
                  <a:lnTo>
                    <a:pt x="227936" y="6009023"/>
                  </a:lnTo>
                  <a:lnTo>
                    <a:pt x="228171" y="6008592"/>
                  </a:lnTo>
                  <a:lnTo>
                    <a:pt x="228289" y="6008592"/>
                  </a:lnTo>
                  <a:lnTo>
                    <a:pt x="228406" y="6008592"/>
                  </a:lnTo>
                  <a:lnTo>
                    <a:pt x="228524" y="6008161"/>
                  </a:lnTo>
                  <a:lnTo>
                    <a:pt x="228524" y="6007731"/>
                  </a:lnTo>
                  <a:lnTo>
                    <a:pt x="228524" y="6007300"/>
                  </a:lnTo>
                  <a:lnTo>
                    <a:pt x="228524" y="6006870"/>
                  </a:lnTo>
                  <a:lnTo>
                    <a:pt x="228524" y="6006439"/>
                  </a:lnTo>
                  <a:lnTo>
                    <a:pt x="228524" y="6006008"/>
                  </a:lnTo>
                  <a:lnTo>
                    <a:pt x="228642" y="6006008"/>
                  </a:lnTo>
                  <a:lnTo>
                    <a:pt x="228642" y="6005578"/>
                  </a:lnTo>
                  <a:lnTo>
                    <a:pt x="228642" y="6005147"/>
                  </a:lnTo>
                  <a:lnTo>
                    <a:pt x="228759" y="6005147"/>
                  </a:lnTo>
                  <a:lnTo>
                    <a:pt x="228877" y="6005147"/>
                  </a:lnTo>
                  <a:lnTo>
                    <a:pt x="228994" y="6005147"/>
                  </a:lnTo>
                  <a:lnTo>
                    <a:pt x="229112" y="6005147"/>
                  </a:lnTo>
                  <a:lnTo>
                    <a:pt x="229230" y="6005147"/>
                  </a:lnTo>
                  <a:lnTo>
                    <a:pt x="229230" y="6004717"/>
                  </a:lnTo>
                  <a:lnTo>
                    <a:pt x="229230" y="6004286"/>
                  </a:lnTo>
                  <a:lnTo>
                    <a:pt x="229465" y="6003855"/>
                  </a:lnTo>
                  <a:lnTo>
                    <a:pt x="229583" y="6003855"/>
                  </a:lnTo>
                  <a:lnTo>
                    <a:pt x="229700" y="6003855"/>
                  </a:lnTo>
                  <a:lnTo>
                    <a:pt x="229700" y="6003425"/>
                  </a:lnTo>
                  <a:lnTo>
                    <a:pt x="229700" y="6002994"/>
                  </a:lnTo>
                  <a:lnTo>
                    <a:pt x="229700" y="6002564"/>
                  </a:lnTo>
                  <a:lnTo>
                    <a:pt x="229818" y="6002564"/>
                  </a:lnTo>
                  <a:lnTo>
                    <a:pt x="229935" y="6002564"/>
                  </a:lnTo>
                  <a:lnTo>
                    <a:pt x="230053" y="6002564"/>
                  </a:lnTo>
                  <a:lnTo>
                    <a:pt x="230288" y="6002564"/>
                  </a:lnTo>
                  <a:lnTo>
                    <a:pt x="230406" y="6002564"/>
                  </a:lnTo>
                  <a:lnTo>
                    <a:pt x="230523" y="6002564"/>
                  </a:lnTo>
                  <a:lnTo>
                    <a:pt x="230523" y="6002133"/>
                  </a:lnTo>
                  <a:lnTo>
                    <a:pt x="230641" y="6002133"/>
                  </a:lnTo>
                  <a:lnTo>
                    <a:pt x="230759" y="6002133"/>
                  </a:lnTo>
                  <a:lnTo>
                    <a:pt x="230876" y="6002133"/>
                  </a:lnTo>
                  <a:lnTo>
                    <a:pt x="230876" y="6001702"/>
                  </a:lnTo>
                  <a:lnTo>
                    <a:pt x="230994" y="6001702"/>
                  </a:lnTo>
                  <a:lnTo>
                    <a:pt x="231229" y="6001702"/>
                  </a:lnTo>
                  <a:lnTo>
                    <a:pt x="231347" y="6001702"/>
                  </a:lnTo>
                  <a:lnTo>
                    <a:pt x="231347" y="6001272"/>
                  </a:lnTo>
                  <a:lnTo>
                    <a:pt x="231464" y="6001272"/>
                  </a:lnTo>
                  <a:lnTo>
                    <a:pt x="231464" y="6000841"/>
                  </a:lnTo>
                  <a:lnTo>
                    <a:pt x="231700" y="6000841"/>
                  </a:lnTo>
                  <a:lnTo>
                    <a:pt x="231817" y="6000841"/>
                  </a:lnTo>
                  <a:lnTo>
                    <a:pt x="231935" y="6000841"/>
                  </a:lnTo>
                  <a:lnTo>
                    <a:pt x="231935" y="6000411"/>
                  </a:lnTo>
                  <a:lnTo>
                    <a:pt x="232052" y="6000411"/>
                  </a:lnTo>
                  <a:lnTo>
                    <a:pt x="232170" y="6000411"/>
                  </a:lnTo>
                  <a:lnTo>
                    <a:pt x="232288" y="6000411"/>
                  </a:lnTo>
                  <a:lnTo>
                    <a:pt x="232288" y="5999980"/>
                  </a:lnTo>
                  <a:lnTo>
                    <a:pt x="232405" y="5999549"/>
                  </a:lnTo>
                  <a:lnTo>
                    <a:pt x="232523" y="5999549"/>
                  </a:lnTo>
                  <a:lnTo>
                    <a:pt x="232641" y="5999549"/>
                  </a:lnTo>
                  <a:lnTo>
                    <a:pt x="232758" y="5999549"/>
                  </a:lnTo>
                  <a:lnTo>
                    <a:pt x="232876" y="5999549"/>
                  </a:lnTo>
                  <a:lnTo>
                    <a:pt x="232876" y="5999119"/>
                  </a:lnTo>
                  <a:lnTo>
                    <a:pt x="232993" y="5999119"/>
                  </a:lnTo>
                  <a:lnTo>
                    <a:pt x="233111" y="5999119"/>
                  </a:lnTo>
                  <a:lnTo>
                    <a:pt x="233229" y="5999119"/>
                  </a:lnTo>
                  <a:lnTo>
                    <a:pt x="233346" y="5999119"/>
                  </a:lnTo>
                  <a:lnTo>
                    <a:pt x="233346" y="5998688"/>
                  </a:lnTo>
                  <a:lnTo>
                    <a:pt x="233581" y="5998688"/>
                  </a:lnTo>
                  <a:lnTo>
                    <a:pt x="233699" y="5998688"/>
                  </a:lnTo>
                  <a:lnTo>
                    <a:pt x="233817" y="5998688"/>
                  </a:lnTo>
                  <a:lnTo>
                    <a:pt x="233934" y="5998688"/>
                  </a:lnTo>
                  <a:lnTo>
                    <a:pt x="233934" y="5998258"/>
                  </a:lnTo>
                  <a:lnTo>
                    <a:pt x="234052" y="5998258"/>
                  </a:lnTo>
                  <a:lnTo>
                    <a:pt x="234170" y="5998258"/>
                  </a:lnTo>
                  <a:lnTo>
                    <a:pt x="234170" y="5997827"/>
                  </a:lnTo>
                  <a:lnTo>
                    <a:pt x="234287" y="5997827"/>
                  </a:lnTo>
                  <a:lnTo>
                    <a:pt x="234405" y="5997827"/>
                  </a:lnTo>
                  <a:lnTo>
                    <a:pt x="234405" y="5997396"/>
                  </a:lnTo>
                  <a:lnTo>
                    <a:pt x="234522" y="5997396"/>
                  </a:lnTo>
                  <a:lnTo>
                    <a:pt x="234640" y="5997396"/>
                  </a:lnTo>
                  <a:lnTo>
                    <a:pt x="234640" y="5996966"/>
                  </a:lnTo>
                  <a:lnTo>
                    <a:pt x="234758" y="5996535"/>
                  </a:lnTo>
                  <a:lnTo>
                    <a:pt x="234875" y="5996535"/>
                  </a:lnTo>
                  <a:lnTo>
                    <a:pt x="234993" y="5996105"/>
                  </a:lnTo>
                  <a:lnTo>
                    <a:pt x="235110" y="5996105"/>
                  </a:lnTo>
                  <a:lnTo>
                    <a:pt x="235228" y="5996105"/>
                  </a:lnTo>
                  <a:lnTo>
                    <a:pt x="235228" y="5995243"/>
                  </a:lnTo>
                  <a:lnTo>
                    <a:pt x="235346" y="5995243"/>
                  </a:lnTo>
                  <a:lnTo>
                    <a:pt x="235346" y="5994813"/>
                  </a:lnTo>
                  <a:lnTo>
                    <a:pt x="235346" y="5994382"/>
                  </a:lnTo>
                  <a:lnTo>
                    <a:pt x="235463" y="5993521"/>
                  </a:lnTo>
                  <a:lnTo>
                    <a:pt x="235581" y="5993090"/>
                  </a:lnTo>
                  <a:lnTo>
                    <a:pt x="235698" y="5992660"/>
                  </a:lnTo>
                  <a:lnTo>
                    <a:pt x="235816" y="5992660"/>
                  </a:lnTo>
                  <a:lnTo>
                    <a:pt x="235816" y="5992229"/>
                  </a:lnTo>
                  <a:lnTo>
                    <a:pt x="235816" y="5991799"/>
                  </a:lnTo>
                  <a:lnTo>
                    <a:pt x="235934" y="5991799"/>
                  </a:lnTo>
                  <a:lnTo>
                    <a:pt x="236051" y="5991799"/>
                  </a:lnTo>
                  <a:lnTo>
                    <a:pt x="236169" y="5991799"/>
                  </a:lnTo>
                  <a:lnTo>
                    <a:pt x="236169" y="5991368"/>
                  </a:lnTo>
                  <a:lnTo>
                    <a:pt x="236169" y="5990937"/>
                  </a:lnTo>
                  <a:lnTo>
                    <a:pt x="236287" y="5990937"/>
                  </a:lnTo>
                  <a:lnTo>
                    <a:pt x="236404" y="5990937"/>
                  </a:lnTo>
                  <a:lnTo>
                    <a:pt x="236522" y="5990937"/>
                  </a:lnTo>
                  <a:lnTo>
                    <a:pt x="236639" y="5990937"/>
                  </a:lnTo>
                  <a:lnTo>
                    <a:pt x="236639" y="5990507"/>
                  </a:lnTo>
                  <a:lnTo>
                    <a:pt x="236757" y="5990507"/>
                  </a:lnTo>
                  <a:lnTo>
                    <a:pt x="236875" y="5990507"/>
                  </a:lnTo>
                  <a:lnTo>
                    <a:pt x="236992" y="5990507"/>
                  </a:lnTo>
                  <a:lnTo>
                    <a:pt x="236992" y="5990076"/>
                  </a:lnTo>
                  <a:lnTo>
                    <a:pt x="237110" y="5990076"/>
                  </a:lnTo>
                  <a:lnTo>
                    <a:pt x="237227" y="5990076"/>
                  </a:lnTo>
                  <a:lnTo>
                    <a:pt x="237345" y="5990076"/>
                  </a:lnTo>
                  <a:lnTo>
                    <a:pt x="237463" y="5990076"/>
                  </a:lnTo>
                  <a:lnTo>
                    <a:pt x="237580" y="5990076"/>
                  </a:lnTo>
                  <a:lnTo>
                    <a:pt x="237580" y="5989646"/>
                  </a:lnTo>
                  <a:lnTo>
                    <a:pt x="237698" y="5989646"/>
                  </a:lnTo>
                  <a:lnTo>
                    <a:pt x="237698" y="5989215"/>
                  </a:lnTo>
                  <a:lnTo>
                    <a:pt x="237816" y="5989215"/>
                  </a:lnTo>
                  <a:lnTo>
                    <a:pt x="237933" y="5989215"/>
                  </a:lnTo>
                  <a:lnTo>
                    <a:pt x="237933" y="5988784"/>
                  </a:lnTo>
                  <a:lnTo>
                    <a:pt x="238051" y="5988784"/>
                  </a:lnTo>
                  <a:lnTo>
                    <a:pt x="238168" y="5988784"/>
                  </a:lnTo>
                  <a:lnTo>
                    <a:pt x="238286" y="5988784"/>
                  </a:lnTo>
                  <a:lnTo>
                    <a:pt x="238404" y="5988354"/>
                  </a:lnTo>
                  <a:lnTo>
                    <a:pt x="238404" y="5987923"/>
                  </a:lnTo>
                  <a:lnTo>
                    <a:pt x="238521" y="5987923"/>
                  </a:lnTo>
                  <a:lnTo>
                    <a:pt x="238639" y="5987923"/>
                  </a:lnTo>
                  <a:lnTo>
                    <a:pt x="238756" y="5987923"/>
                  </a:lnTo>
                  <a:lnTo>
                    <a:pt x="238874" y="5987923"/>
                  </a:lnTo>
                  <a:lnTo>
                    <a:pt x="238992" y="5987493"/>
                  </a:lnTo>
                  <a:lnTo>
                    <a:pt x="238992" y="5987062"/>
                  </a:lnTo>
                  <a:lnTo>
                    <a:pt x="239227" y="5986631"/>
                  </a:lnTo>
                  <a:lnTo>
                    <a:pt x="239462" y="5986631"/>
                  </a:lnTo>
                  <a:lnTo>
                    <a:pt x="239580" y="5986631"/>
                  </a:lnTo>
                  <a:lnTo>
                    <a:pt x="239697" y="5986631"/>
                  </a:lnTo>
                  <a:lnTo>
                    <a:pt x="239815" y="5986631"/>
                  </a:lnTo>
                  <a:lnTo>
                    <a:pt x="239815" y="5986201"/>
                  </a:lnTo>
                  <a:lnTo>
                    <a:pt x="240050" y="5986201"/>
                  </a:lnTo>
                  <a:lnTo>
                    <a:pt x="240168" y="5986201"/>
                  </a:lnTo>
                  <a:lnTo>
                    <a:pt x="240168" y="5985770"/>
                  </a:lnTo>
                  <a:lnTo>
                    <a:pt x="240285" y="5985340"/>
                  </a:lnTo>
                  <a:lnTo>
                    <a:pt x="240521" y="5985340"/>
                  </a:lnTo>
                  <a:lnTo>
                    <a:pt x="240521" y="5984909"/>
                  </a:lnTo>
                  <a:lnTo>
                    <a:pt x="240521" y="5984048"/>
                  </a:lnTo>
                  <a:lnTo>
                    <a:pt x="240638" y="5984048"/>
                  </a:lnTo>
                  <a:lnTo>
                    <a:pt x="240756" y="5984048"/>
                  </a:lnTo>
                  <a:lnTo>
                    <a:pt x="240991" y="5984048"/>
                  </a:lnTo>
                  <a:lnTo>
                    <a:pt x="241109" y="5984048"/>
                  </a:lnTo>
                  <a:lnTo>
                    <a:pt x="241109" y="5983617"/>
                  </a:lnTo>
                  <a:lnTo>
                    <a:pt x="241226" y="5983617"/>
                  </a:lnTo>
                  <a:lnTo>
                    <a:pt x="241344" y="5983617"/>
                  </a:lnTo>
                  <a:lnTo>
                    <a:pt x="241462" y="5983187"/>
                  </a:lnTo>
                  <a:lnTo>
                    <a:pt x="241462" y="5982756"/>
                  </a:lnTo>
                  <a:lnTo>
                    <a:pt x="241579" y="5982756"/>
                  </a:lnTo>
                  <a:lnTo>
                    <a:pt x="241579" y="5982325"/>
                  </a:lnTo>
                  <a:lnTo>
                    <a:pt x="241697" y="5982325"/>
                  </a:lnTo>
                  <a:lnTo>
                    <a:pt x="241814" y="5982325"/>
                  </a:lnTo>
                  <a:lnTo>
                    <a:pt x="241814" y="5981895"/>
                  </a:lnTo>
                  <a:lnTo>
                    <a:pt x="241932" y="5981895"/>
                  </a:lnTo>
                  <a:lnTo>
                    <a:pt x="241932" y="5981464"/>
                  </a:lnTo>
                  <a:lnTo>
                    <a:pt x="242050" y="5981464"/>
                  </a:lnTo>
                  <a:lnTo>
                    <a:pt x="242167" y="5981464"/>
                  </a:lnTo>
                  <a:lnTo>
                    <a:pt x="242285" y="5981464"/>
                  </a:lnTo>
                  <a:lnTo>
                    <a:pt x="242402" y="5981464"/>
                  </a:lnTo>
                  <a:lnTo>
                    <a:pt x="242520" y="5981464"/>
                  </a:lnTo>
                  <a:lnTo>
                    <a:pt x="242638" y="5981464"/>
                  </a:lnTo>
                  <a:lnTo>
                    <a:pt x="242755" y="5981464"/>
                  </a:lnTo>
                  <a:lnTo>
                    <a:pt x="242873" y="5981464"/>
                  </a:lnTo>
                  <a:lnTo>
                    <a:pt x="242991" y="5981464"/>
                  </a:lnTo>
                  <a:lnTo>
                    <a:pt x="243108" y="5981464"/>
                  </a:lnTo>
                  <a:lnTo>
                    <a:pt x="243226" y="5981464"/>
                  </a:lnTo>
                  <a:lnTo>
                    <a:pt x="243343" y="5981464"/>
                  </a:lnTo>
                  <a:lnTo>
                    <a:pt x="243461" y="5981034"/>
                  </a:lnTo>
                  <a:lnTo>
                    <a:pt x="243461" y="5979742"/>
                  </a:lnTo>
                  <a:lnTo>
                    <a:pt x="243579" y="5979742"/>
                  </a:lnTo>
                  <a:lnTo>
                    <a:pt x="243579" y="5979311"/>
                  </a:lnTo>
                  <a:lnTo>
                    <a:pt x="243696" y="5979311"/>
                  </a:lnTo>
                  <a:lnTo>
                    <a:pt x="243814" y="5978881"/>
                  </a:lnTo>
                  <a:lnTo>
                    <a:pt x="243931" y="5978881"/>
                  </a:lnTo>
                  <a:lnTo>
                    <a:pt x="244049" y="5978881"/>
                  </a:lnTo>
                  <a:lnTo>
                    <a:pt x="244167" y="5978881"/>
                  </a:lnTo>
                  <a:lnTo>
                    <a:pt x="244284" y="5978450"/>
                  </a:lnTo>
                  <a:lnTo>
                    <a:pt x="244402" y="5978450"/>
                  </a:lnTo>
                  <a:lnTo>
                    <a:pt x="244520" y="5978450"/>
                  </a:lnTo>
                  <a:lnTo>
                    <a:pt x="244637" y="5978450"/>
                  </a:lnTo>
                  <a:lnTo>
                    <a:pt x="244872" y="5978450"/>
                  </a:lnTo>
                  <a:lnTo>
                    <a:pt x="244872" y="5978019"/>
                  </a:lnTo>
                  <a:lnTo>
                    <a:pt x="244990" y="5977589"/>
                  </a:lnTo>
                  <a:lnTo>
                    <a:pt x="245108" y="5977589"/>
                  </a:lnTo>
                  <a:lnTo>
                    <a:pt x="245343" y="5977589"/>
                  </a:lnTo>
                  <a:lnTo>
                    <a:pt x="245460" y="5977589"/>
                  </a:lnTo>
                  <a:lnTo>
                    <a:pt x="245578" y="5977589"/>
                  </a:lnTo>
                  <a:lnTo>
                    <a:pt x="245696" y="5977589"/>
                  </a:lnTo>
                  <a:lnTo>
                    <a:pt x="245696" y="5977158"/>
                  </a:lnTo>
                  <a:lnTo>
                    <a:pt x="245813" y="5977158"/>
                  </a:lnTo>
                  <a:lnTo>
                    <a:pt x="246284" y="5976297"/>
                  </a:lnTo>
                  <a:lnTo>
                    <a:pt x="246637" y="5976297"/>
                  </a:lnTo>
                  <a:lnTo>
                    <a:pt x="246754" y="5976297"/>
                  </a:lnTo>
                  <a:lnTo>
                    <a:pt x="246872" y="5976297"/>
                  </a:lnTo>
                  <a:lnTo>
                    <a:pt x="246989" y="5976297"/>
                  </a:lnTo>
                  <a:lnTo>
                    <a:pt x="247107" y="5976297"/>
                  </a:lnTo>
                  <a:lnTo>
                    <a:pt x="247225" y="5976297"/>
                  </a:lnTo>
                  <a:lnTo>
                    <a:pt x="247342" y="5976297"/>
                  </a:lnTo>
                  <a:lnTo>
                    <a:pt x="247342" y="5975866"/>
                  </a:lnTo>
                  <a:lnTo>
                    <a:pt x="247460" y="5975866"/>
                  </a:lnTo>
                  <a:lnTo>
                    <a:pt x="247578" y="5975866"/>
                  </a:lnTo>
                  <a:lnTo>
                    <a:pt x="247695" y="5975866"/>
                  </a:lnTo>
                  <a:lnTo>
                    <a:pt x="247695" y="5975436"/>
                  </a:lnTo>
                  <a:lnTo>
                    <a:pt x="247813" y="5975436"/>
                  </a:lnTo>
                  <a:lnTo>
                    <a:pt x="247813" y="5975005"/>
                  </a:lnTo>
                  <a:lnTo>
                    <a:pt x="247813" y="5974575"/>
                  </a:lnTo>
                  <a:lnTo>
                    <a:pt x="247930" y="5974575"/>
                  </a:lnTo>
                  <a:lnTo>
                    <a:pt x="248048" y="5974575"/>
                  </a:lnTo>
                  <a:lnTo>
                    <a:pt x="248166" y="5974575"/>
                  </a:lnTo>
                  <a:lnTo>
                    <a:pt x="248283" y="5974575"/>
                  </a:lnTo>
                  <a:lnTo>
                    <a:pt x="248401" y="5974575"/>
                  </a:lnTo>
                  <a:lnTo>
                    <a:pt x="248401" y="5974144"/>
                  </a:lnTo>
                  <a:lnTo>
                    <a:pt x="248401" y="5973713"/>
                  </a:lnTo>
                  <a:lnTo>
                    <a:pt x="248636" y="5973713"/>
                  </a:lnTo>
                  <a:lnTo>
                    <a:pt x="248636" y="5973283"/>
                  </a:lnTo>
                  <a:lnTo>
                    <a:pt x="248754" y="5973283"/>
                  </a:lnTo>
                  <a:lnTo>
                    <a:pt x="248989" y="5973283"/>
                  </a:lnTo>
                  <a:lnTo>
                    <a:pt x="248989" y="5972852"/>
                  </a:lnTo>
                  <a:lnTo>
                    <a:pt x="249107" y="5972852"/>
                  </a:lnTo>
                  <a:lnTo>
                    <a:pt x="249224" y="5972852"/>
                  </a:lnTo>
                  <a:lnTo>
                    <a:pt x="249342" y="5972852"/>
                  </a:lnTo>
                  <a:lnTo>
                    <a:pt x="249577" y="5972852"/>
                  </a:lnTo>
                  <a:lnTo>
                    <a:pt x="249695" y="5972422"/>
                  </a:lnTo>
                  <a:lnTo>
                    <a:pt x="249812" y="5972422"/>
                  </a:lnTo>
                  <a:lnTo>
                    <a:pt x="249930" y="5972422"/>
                  </a:lnTo>
                  <a:lnTo>
                    <a:pt x="250047" y="5972422"/>
                  </a:lnTo>
                  <a:lnTo>
                    <a:pt x="250283" y="5972422"/>
                  </a:lnTo>
                  <a:lnTo>
                    <a:pt x="250400" y="5972422"/>
                  </a:lnTo>
                  <a:lnTo>
                    <a:pt x="250518" y="5972422"/>
                  </a:lnTo>
                  <a:lnTo>
                    <a:pt x="250753" y="5972422"/>
                  </a:lnTo>
                  <a:lnTo>
                    <a:pt x="250753" y="5971991"/>
                  </a:lnTo>
                  <a:lnTo>
                    <a:pt x="250871" y="5971991"/>
                  </a:lnTo>
                  <a:lnTo>
                    <a:pt x="250871" y="5971560"/>
                  </a:lnTo>
                  <a:lnTo>
                    <a:pt x="250988" y="5971560"/>
                  </a:lnTo>
                  <a:lnTo>
                    <a:pt x="250988" y="5971130"/>
                  </a:lnTo>
                  <a:lnTo>
                    <a:pt x="251224" y="5971130"/>
                  </a:lnTo>
                  <a:lnTo>
                    <a:pt x="251341" y="5971130"/>
                  </a:lnTo>
                  <a:lnTo>
                    <a:pt x="251459" y="5971130"/>
                  </a:lnTo>
                  <a:lnTo>
                    <a:pt x="251576" y="5971130"/>
                  </a:lnTo>
                  <a:lnTo>
                    <a:pt x="251694" y="5971130"/>
                  </a:lnTo>
                  <a:lnTo>
                    <a:pt x="251694" y="5970699"/>
                  </a:lnTo>
                  <a:lnTo>
                    <a:pt x="251812" y="5970699"/>
                  </a:lnTo>
                  <a:lnTo>
                    <a:pt x="251929" y="5970269"/>
                  </a:lnTo>
                  <a:lnTo>
                    <a:pt x="252047" y="5970269"/>
                  </a:lnTo>
                  <a:lnTo>
                    <a:pt x="252164" y="5969838"/>
                  </a:lnTo>
                  <a:lnTo>
                    <a:pt x="252282" y="5969838"/>
                  </a:lnTo>
                  <a:lnTo>
                    <a:pt x="252400" y="5969838"/>
                  </a:lnTo>
                  <a:lnTo>
                    <a:pt x="252517" y="5969838"/>
                  </a:lnTo>
                  <a:lnTo>
                    <a:pt x="252753" y="5969838"/>
                  </a:lnTo>
                  <a:lnTo>
                    <a:pt x="252988" y="5969838"/>
                  </a:lnTo>
                  <a:lnTo>
                    <a:pt x="253223" y="5969838"/>
                  </a:lnTo>
                  <a:lnTo>
                    <a:pt x="253341" y="5969838"/>
                  </a:lnTo>
                  <a:lnTo>
                    <a:pt x="253341" y="5969407"/>
                  </a:lnTo>
                  <a:lnTo>
                    <a:pt x="253458" y="5969407"/>
                  </a:lnTo>
                  <a:lnTo>
                    <a:pt x="253458" y="5968977"/>
                  </a:lnTo>
                  <a:lnTo>
                    <a:pt x="253576" y="5968977"/>
                  </a:lnTo>
                  <a:lnTo>
                    <a:pt x="253576" y="5968546"/>
                  </a:lnTo>
                  <a:lnTo>
                    <a:pt x="253693" y="5968546"/>
                  </a:lnTo>
                  <a:lnTo>
                    <a:pt x="253811" y="5968546"/>
                  </a:lnTo>
                  <a:lnTo>
                    <a:pt x="253929" y="5968546"/>
                  </a:lnTo>
                  <a:lnTo>
                    <a:pt x="254046" y="5968546"/>
                  </a:lnTo>
                  <a:lnTo>
                    <a:pt x="254164" y="5968546"/>
                  </a:lnTo>
                  <a:lnTo>
                    <a:pt x="254282" y="5968546"/>
                  </a:lnTo>
                  <a:lnTo>
                    <a:pt x="254399" y="5968116"/>
                  </a:lnTo>
                  <a:lnTo>
                    <a:pt x="254517" y="5968116"/>
                  </a:lnTo>
                  <a:lnTo>
                    <a:pt x="254634" y="5968116"/>
                  </a:lnTo>
                  <a:lnTo>
                    <a:pt x="254752" y="5968116"/>
                  </a:lnTo>
                  <a:lnTo>
                    <a:pt x="254870" y="5968116"/>
                  </a:lnTo>
                  <a:lnTo>
                    <a:pt x="254987" y="5968116"/>
                  </a:lnTo>
                  <a:lnTo>
                    <a:pt x="254987" y="5967685"/>
                  </a:lnTo>
                  <a:lnTo>
                    <a:pt x="255105" y="5967685"/>
                  </a:lnTo>
                  <a:lnTo>
                    <a:pt x="255222" y="5967685"/>
                  </a:lnTo>
                  <a:lnTo>
                    <a:pt x="255340" y="5967685"/>
                  </a:lnTo>
                  <a:lnTo>
                    <a:pt x="255458" y="5967685"/>
                  </a:lnTo>
                  <a:lnTo>
                    <a:pt x="255575" y="5967685"/>
                  </a:lnTo>
                  <a:lnTo>
                    <a:pt x="255693" y="5967685"/>
                  </a:lnTo>
                  <a:lnTo>
                    <a:pt x="255693" y="5967254"/>
                  </a:lnTo>
                  <a:lnTo>
                    <a:pt x="255693" y="5966824"/>
                  </a:lnTo>
                  <a:lnTo>
                    <a:pt x="255811" y="5966824"/>
                  </a:lnTo>
                  <a:lnTo>
                    <a:pt x="255928" y="5966824"/>
                  </a:lnTo>
                  <a:lnTo>
                    <a:pt x="256046" y="5966824"/>
                  </a:lnTo>
                  <a:lnTo>
                    <a:pt x="256163" y="5966824"/>
                  </a:lnTo>
                  <a:lnTo>
                    <a:pt x="256281" y="5966824"/>
                  </a:lnTo>
                  <a:lnTo>
                    <a:pt x="256399" y="5966824"/>
                  </a:lnTo>
                  <a:lnTo>
                    <a:pt x="256516" y="5966824"/>
                  </a:lnTo>
                  <a:lnTo>
                    <a:pt x="256634" y="5966824"/>
                  </a:lnTo>
                  <a:lnTo>
                    <a:pt x="256634" y="5966393"/>
                  </a:lnTo>
                  <a:lnTo>
                    <a:pt x="256751" y="5966393"/>
                  </a:lnTo>
                  <a:lnTo>
                    <a:pt x="256751" y="5965963"/>
                  </a:lnTo>
                  <a:lnTo>
                    <a:pt x="256751" y="5965532"/>
                  </a:lnTo>
                  <a:lnTo>
                    <a:pt x="256987" y="5965532"/>
                  </a:lnTo>
                  <a:lnTo>
                    <a:pt x="256987" y="5965101"/>
                  </a:lnTo>
                  <a:lnTo>
                    <a:pt x="257104" y="5965101"/>
                  </a:lnTo>
                  <a:lnTo>
                    <a:pt x="257104" y="5964240"/>
                  </a:lnTo>
                  <a:lnTo>
                    <a:pt x="257222" y="5964240"/>
                  </a:lnTo>
                  <a:lnTo>
                    <a:pt x="257457" y="5963810"/>
                  </a:lnTo>
                  <a:lnTo>
                    <a:pt x="257575" y="5963810"/>
                  </a:lnTo>
                  <a:lnTo>
                    <a:pt x="257575" y="5963379"/>
                  </a:lnTo>
                  <a:lnTo>
                    <a:pt x="257810" y="5963379"/>
                  </a:lnTo>
                  <a:lnTo>
                    <a:pt x="257810" y="5962948"/>
                  </a:lnTo>
                  <a:lnTo>
                    <a:pt x="257810" y="5962518"/>
                  </a:lnTo>
                  <a:lnTo>
                    <a:pt x="257928" y="5962518"/>
                  </a:lnTo>
                  <a:lnTo>
                    <a:pt x="258045" y="5962087"/>
                  </a:lnTo>
                  <a:lnTo>
                    <a:pt x="258045" y="5961657"/>
                  </a:lnTo>
                  <a:lnTo>
                    <a:pt x="258163" y="5961657"/>
                  </a:lnTo>
                  <a:lnTo>
                    <a:pt x="258280" y="5961657"/>
                  </a:lnTo>
                  <a:lnTo>
                    <a:pt x="258398" y="5961657"/>
                  </a:lnTo>
                  <a:lnTo>
                    <a:pt x="258516" y="5961657"/>
                  </a:lnTo>
                  <a:lnTo>
                    <a:pt x="258516" y="5961226"/>
                  </a:lnTo>
                  <a:lnTo>
                    <a:pt x="258633" y="5961226"/>
                  </a:lnTo>
                  <a:lnTo>
                    <a:pt x="258751" y="5961226"/>
                  </a:lnTo>
                  <a:lnTo>
                    <a:pt x="258868" y="5961226"/>
                  </a:lnTo>
                  <a:lnTo>
                    <a:pt x="258868" y="5960795"/>
                  </a:lnTo>
                  <a:lnTo>
                    <a:pt x="258986" y="5960795"/>
                  </a:lnTo>
                  <a:lnTo>
                    <a:pt x="259104" y="5960795"/>
                  </a:lnTo>
                  <a:lnTo>
                    <a:pt x="259221" y="5960795"/>
                  </a:lnTo>
                  <a:lnTo>
                    <a:pt x="259339" y="5960795"/>
                  </a:lnTo>
                  <a:lnTo>
                    <a:pt x="259339" y="5960365"/>
                  </a:lnTo>
                  <a:lnTo>
                    <a:pt x="259457" y="5960365"/>
                  </a:lnTo>
                  <a:lnTo>
                    <a:pt x="259574" y="5960365"/>
                  </a:lnTo>
                  <a:lnTo>
                    <a:pt x="259692" y="5960365"/>
                  </a:lnTo>
                  <a:lnTo>
                    <a:pt x="259809" y="5959934"/>
                  </a:lnTo>
                  <a:lnTo>
                    <a:pt x="259927" y="5959934"/>
                  </a:lnTo>
                  <a:lnTo>
                    <a:pt x="260045" y="5959934"/>
                  </a:lnTo>
                  <a:lnTo>
                    <a:pt x="260162" y="5959504"/>
                  </a:lnTo>
                  <a:lnTo>
                    <a:pt x="260280" y="5959504"/>
                  </a:lnTo>
                  <a:lnTo>
                    <a:pt x="260397" y="5959504"/>
                  </a:lnTo>
                  <a:lnTo>
                    <a:pt x="260515" y="5959504"/>
                  </a:lnTo>
                  <a:lnTo>
                    <a:pt x="260633" y="5959504"/>
                  </a:lnTo>
                  <a:lnTo>
                    <a:pt x="260633" y="5959073"/>
                  </a:lnTo>
                  <a:lnTo>
                    <a:pt x="260633" y="5958212"/>
                  </a:lnTo>
                  <a:lnTo>
                    <a:pt x="260750" y="5958212"/>
                  </a:lnTo>
                  <a:lnTo>
                    <a:pt x="260750" y="5957781"/>
                  </a:lnTo>
                  <a:lnTo>
                    <a:pt x="260750" y="5957351"/>
                  </a:lnTo>
                  <a:lnTo>
                    <a:pt x="260750" y="5956489"/>
                  </a:lnTo>
                  <a:lnTo>
                    <a:pt x="260750" y="5956059"/>
                  </a:lnTo>
                  <a:lnTo>
                    <a:pt x="260986" y="5955628"/>
                  </a:lnTo>
                  <a:lnTo>
                    <a:pt x="261103" y="5955628"/>
                  </a:lnTo>
                  <a:lnTo>
                    <a:pt x="261103" y="5955198"/>
                  </a:lnTo>
                  <a:lnTo>
                    <a:pt x="261103" y="5954767"/>
                  </a:lnTo>
                  <a:lnTo>
                    <a:pt x="261221" y="5954767"/>
                  </a:lnTo>
                  <a:lnTo>
                    <a:pt x="261338" y="5954767"/>
                  </a:lnTo>
                  <a:lnTo>
                    <a:pt x="261456" y="5954767"/>
                  </a:lnTo>
                  <a:lnTo>
                    <a:pt x="261574" y="5954767"/>
                  </a:lnTo>
                  <a:lnTo>
                    <a:pt x="261691" y="5954767"/>
                  </a:lnTo>
                  <a:lnTo>
                    <a:pt x="261809" y="5954767"/>
                  </a:lnTo>
                  <a:lnTo>
                    <a:pt x="261926" y="5954767"/>
                  </a:lnTo>
                  <a:lnTo>
                    <a:pt x="261926" y="5954336"/>
                  </a:lnTo>
                  <a:lnTo>
                    <a:pt x="262044" y="5954336"/>
                  </a:lnTo>
                  <a:lnTo>
                    <a:pt x="262162" y="5954336"/>
                  </a:lnTo>
                  <a:lnTo>
                    <a:pt x="262162" y="5953906"/>
                  </a:lnTo>
                  <a:lnTo>
                    <a:pt x="262279" y="5953906"/>
                  </a:lnTo>
                  <a:lnTo>
                    <a:pt x="262515" y="5953906"/>
                  </a:lnTo>
                  <a:lnTo>
                    <a:pt x="262632" y="5953906"/>
                  </a:lnTo>
                  <a:lnTo>
                    <a:pt x="262750" y="5953906"/>
                  </a:lnTo>
                  <a:lnTo>
                    <a:pt x="262867" y="5953475"/>
                  </a:lnTo>
                  <a:lnTo>
                    <a:pt x="263103" y="5953475"/>
                  </a:lnTo>
                  <a:lnTo>
                    <a:pt x="263103" y="5953045"/>
                  </a:lnTo>
                  <a:lnTo>
                    <a:pt x="263220" y="5953045"/>
                  </a:lnTo>
                  <a:lnTo>
                    <a:pt x="263338" y="5952183"/>
                  </a:lnTo>
                  <a:lnTo>
                    <a:pt x="263455" y="5952183"/>
                  </a:lnTo>
                  <a:lnTo>
                    <a:pt x="263573" y="5952183"/>
                  </a:lnTo>
                  <a:lnTo>
                    <a:pt x="263573" y="5951753"/>
                  </a:lnTo>
                  <a:lnTo>
                    <a:pt x="263691" y="5951753"/>
                  </a:lnTo>
                  <a:lnTo>
                    <a:pt x="263691" y="5951322"/>
                  </a:lnTo>
                  <a:lnTo>
                    <a:pt x="263691" y="5950892"/>
                  </a:lnTo>
                  <a:lnTo>
                    <a:pt x="263808" y="5950892"/>
                  </a:lnTo>
                  <a:lnTo>
                    <a:pt x="264044" y="5950892"/>
                  </a:lnTo>
                  <a:lnTo>
                    <a:pt x="264044" y="5950461"/>
                  </a:lnTo>
                  <a:lnTo>
                    <a:pt x="264161" y="5950461"/>
                  </a:lnTo>
                  <a:lnTo>
                    <a:pt x="264279" y="5950461"/>
                  </a:lnTo>
                  <a:lnTo>
                    <a:pt x="264279" y="5950030"/>
                  </a:lnTo>
                  <a:lnTo>
                    <a:pt x="264396" y="5950030"/>
                  </a:lnTo>
                  <a:lnTo>
                    <a:pt x="264396" y="5949600"/>
                  </a:lnTo>
                  <a:lnTo>
                    <a:pt x="264396" y="5949169"/>
                  </a:lnTo>
                  <a:lnTo>
                    <a:pt x="264632" y="5949169"/>
                  </a:lnTo>
                  <a:lnTo>
                    <a:pt x="264749" y="5949169"/>
                  </a:lnTo>
                  <a:lnTo>
                    <a:pt x="264867" y="5949169"/>
                  </a:lnTo>
                  <a:lnTo>
                    <a:pt x="264867" y="5948739"/>
                  </a:lnTo>
                  <a:lnTo>
                    <a:pt x="264984" y="5948739"/>
                  </a:lnTo>
                  <a:lnTo>
                    <a:pt x="265102" y="5948308"/>
                  </a:lnTo>
                  <a:lnTo>
                    <a:pt x="265102" y="5947877"/>
                  </a:lnTo>
                  <a:lnTo>
                    <a:pt x="265220" y="5947877"/>
                  </a:lnTo>
                  <a:lnTo>
                    <a:pt x="265455" y="5947877"/>
                  </a:lnTo>
                  <a:lnTo>
                    <a:pt x="265573" y="5947877"/>
                  </a:lnTo>
                  <a:lnTo>
                    <a:pt x="265690" y="5947877"/>
                  </a:lnTo>
                  <a:lnTo>
                    <a:pt x="265925" y="5947877"/>
                  </a:lnTo>
                  <a:lnTo>
                    <a:pt x="265925" y="5947447"/>
                  </a:lnTo>
                  <a:lnTo>
                    <a:pt x="266043" y="5947447"/>
                  </a:lnTo>
                  <a:lnTo>
                    <a:pt x="266161" y="5947447"/>
                  </a:lnTo>
                  <a:lnTo>
                    <a:pt x="266278" y="5947447"/>
                  </a:lnTo>
                  <a:lnTo>
                    <a:pt x="266396" y="5947447"/>
                  </a:lnTo>
                  <a:lnTo>
                    <a:pt x="266396" y="5947016"/>
                  </a:lnTo>
                  <a:lnTo>
                    <a:pt x="266513" y="5947016"/>
                  </a:lnTo>
                  <a:lnTo>
                    <a:pt x="266631" y="5947016"/>
                  </a:lnTo>
                  <a:lnTo>
                    <a:pt x="266749" y="5947016"/>
                  </a:lnTo>
                  <a:lnTo>
                    <a:pt x="266866" y="5947016"/>
                  </a:lnTo>
                  <a:lnTo>
                    <a:pt x="266866" y="5946586"/>
                  </a:lnTo>
                  <a:lnTo>
                    <a:pt x="266866" y="5945724"/>
                  </a:lnTo>
                  <a:lnTo>
                    <a:pt x="266984" y="5945724"/>
                  </a:lnTo>
                  <a:lnTo>
                    <a:pt x="267101" y="5945724"/>
                  </a:lnTo>
                  <a:lnTo>
                    <a:pt x="267101" y="5945294"/>
                  </a:lnTo>
                  <a:lnTo>
                    <a:pt x="267219" y="5945294"/>
                  </a:lnTo>
                  <a:lnTo>
                    <a:pt x="267219" y="5944863"/>
                  </a:lnTo>
                  <a:lnTo>
                    <a:pt x="267219" y="5944433"/>
                  </a:lnTo>
                  <a:lnTo>
                    <a:pt x="267337" y="5944433"/>
                  </a:lnTo>
                  <a:lnTo>
                    <a:pt x="267337" y="5944002"/>
                  </a:lnTo>
                  <a:lnTo>
                    <a:pt x="267454" y="5944002"/>
                  </a:lnTo>
                  <a:lnTo>
                    <a:pt x="267572" y="5944002"/>
                  </a:lnTo>
                  <a:lnTo>
                    <a:pt x="267690" y="5944002"/>
                  </a:lnTo>
                  <a:lnTo>
                    <a:pt x="267690" y="5943141"/>
                  </a:lnTo>
                  <a:lnTo>
                    <a:pt x="267690" y="5942710"/>
                  </a:lnTo>
                  <a:lnTo>
                    <a:pt x="267807" y="5942710"/>
                  </a:lnTo>
                  <a:lnTo>
                    <a:pt x="267925" y="5942710"/>
                  </a:lnTo>
                  <a:lnTo>
                    <a:pt x="268042" y="5942710"/>
                  </a:lnTo>
                  <a:lnTo>
                    <a:pt x="268160" y="5942710"/>
                  </a:lnTo>
                  <a:lnTo>
                    <a:pt x="268278" y="5942710"/>
                  </a:lnTo>
                  <a:lnTo>
                    <a:pt x="268278" y="5941849"/>
                  </a:lnTo>
                  <a:lnTo>
                    <a:pt x="268395" y="5941849"/>
                  </a:lnTo>
                  <a:lnTo>
                    <a:pt x="268395" y="5941418"/>
                  </a:lnTo>
                  <a:lnTo>
                    <a:pt x="268513" y="5941418"/>
                  </a:lnTo>
                  <a:lnTo>
                    <a:pt x="268630" y="5941418"/>
                  </a:lnTo>
                  <a:lnTo>
                    <a:pt x="268866" y="5941418"/>
                  </a:lnTo>
                  <a:lnTo>
                    <a:pt x="268866" y="5940988"/>
                  </a:lnTo>
                  <a:lnTo>
                    <a:pt x="268983" y="5940988"/>
                  </a:lnTo>
                  <a:lnTo>
                    <a:pt x="269101" y="5940988"/>
                  </a:lnTo>
                  <a:lnTo>
                    <a:pt x="269219" y="5940988"/>
                  </a:lnTo>
                  <a:lnTo>
                    <a:pt x="269336" y="5940988"/>
                  </a:lnTo>
                  <a:lnTo>
                    <a:pt x="269689" y="5940988"/>
                  </a:lnTo>
                  <a:lnTo>
                    <a:pt x="269689" y="5940557"/>
                  </a:lnTo>
                  <a:lnTo>
                    <a:pt x="269807" y="5940557"/>
                  </a:lnTo>
                  <a:lnTo>
                    <a:pt x="269807" y="5940127"/>
                  </a:lnTo>
                  <a:lnTo>
                    <a:pt x="269924" y="5940127"/>
                  </a:lnTo>
                  <a:lnTo>
                    <a:pt x="270042" y="5940127"/>
                  </a:lnTo>
                  <a:lnTo>
                    <a:pt x="270042" y="5939696"/>
                  </a:lnTo>
                  <a:lnTo>
                    <a:pt x="270159" y="5939696"/>
                  </a:lnTo>
                  <a:lnTo>
                    <a:pt x="270395" y="5939696"/>
                  </a:lnTo>
                  <a:lnTo>
                    <a:pt x="270512" y="5939696"/>
                  </a:lnTo>
                  <a:lnTo>
                    <a:pt x="270630" y="5939696"/>
                  </a:lnTo>
                  <a:lnTo>
                    <a:pt x="270748" y="5939696"/>
                  </a:lnTo>
                  <a:lnTo>
                    <a:pt x="270865" y="5939265"/>
                  </a:lnTo>
                  <a:lnTo>
                    <a:pt x="270983" y="5939265"/>
                  </a:lnTo>
                  <a:lnTo>
                    <a:pt x="271100" y="5939265"/>
                  </a:lnTo>
                  <a:lnTo>
                    <a:pt x="271218" y="5939265"/>
                  </a:lnTo>
                  <a:lnTo>
                    <a:pt x="271336" y="5939265"/>
                  </a:lnTo>
                  <a:lnTo>
                    <a:pt x="271453" y="5939265"/>
                  </a:lnTo>
                  <a:lnTo>
                    <a:pt x="271453" y="5938404"/>
                  </a:lnTo>
                  <a:lnTo>
                    <a:pt x="271571" y="5938404"/>
                  </a:lnTo>
                  <a:lnTo>
                    <a:pt x="271688" y="5938404"/>
                  </a:lnTo>
                  <a:lnTo>
                    <a:pt x="271806" y="5938404"/>
                  </a:lnTo>
                  <a:lnTo>
                    <a:pt x="271806" y="5937974"/>
                  </a:lnTo>
                  <a:lnTo>
                    <a:pt x="271924" y="5937974"/>
                  </a:lnTo>
                  <a:lnTo>
                    <a:pt x="272041" y="5937974"/>
                  </a:lnTo>
                  <a:lnTo>
                    <a:pt x="272512" y="5936682"/>
                  </a:lnTo>
                  <a:lnTo>
                    <a:pt x="272512" y="5936251"/>
                  </a:lnTo>
                  <a:lnTo>
                    <a:pt x="272629" y="5936251"/>
                  </a:lnTo>
                  <a:lnTo>
                    <a:pt x="272747" y="5936251"/>
                  </a:lnTo>
                  <a:lnTo>
                    <a:pt x="272865" y="5935821"/>
                  </a:lnTo>
                  <a:lnTo>
                    <a:pt x="272865" y="5935390"/>
                  </a:lnTo>
                  <a:lnTo>
                    <a:pt x="272865" y="5934959"/>
                  </a:lnTo>
                  <a:lnTo>
                    <a:pt x="272982" y="5934959"/>
                  </a:lnTo>
                  <a:lnTo>
                    <a:pt x="272982" y="5934529"/>
                  </a:lnTo>
                  <a:lnTo>
                    <a:pt x="272982" y="5934098"/>
                  </a:lnTo>
                  <a:lnTo>
                    <a:pt x="273100" y="5934098"/>
                  </a:lnTo>
                  <a:lnTo>
                    <a:pt x="273217" y="5934098"/>
                  </a:lnTo>
                  <a:lnTo>
                    <a:pt x="273335" y="5934098"/>
                  </a:lnTo>
                  <a:lnTo>
                    <a:pt x="273453" y="5934098"/>
                  </a:lnTo>
                  <a:lnTo>
                    <a:pt x="273453" y="5933668"/>
                  </a:lnTo>
                  <a:lnTo>
                    <a:pt x="273453" y="5933237"/>
                  </a:lnTo>
                  <a:lnTo>
                    <a:pt x="273453" y="5932806"/>
                  </a:lnTo>
                  <a:lnTo>
                    <a:pt x="273570" y="5932806"/>
                  </a:lnTo>
                  <a:lnTo>
                    <a:pt x="273688" y="5932806"/>
                  </a:lnTo>
                  <a:lnTo>
                    <a:pt x="273806" y="5932806"/>
                  </a:lnTo>
                  <a:lnTo>
                    <a:pt x="274041" y="5932806"/>
                  </a:lnTo>
                  <a:lnTo>
                    <a:pt x="274158" y="5932806"/>
                  </a:lnTo>
                  <a:lnTo>
                    <a:pt x="274276" y="5932806"/>
                  </a:lnTo>
                  <a:lnTo>
                    <a:pt x="274394" y="5932806"/>
                  </a:lnTo>
                  <a:lnTo>
                    <a:pt x="274511" y="5932806"/>
                  </a:lnTo>
                  <a:lnTo>
                    <a:pt x="274629" y="5932806"/>
                  </a:lnTo>
                  <a:lnTo>
                    <a:pt x="274864" y="5932806"/>
                  </a:lnTo>
                  <a:lnTo>
                    <a:pt x="274982" y="5932806"/>
                  </a:lnTo>
                  <a:lnTo>
                    <a:pt x="275217" y="5932806"/>
                  </a:lnTo>
                  <a:lnTo>
                    <a:pt x="275334" y="5932806"/>
                  </a:lnTo>
                  <a:lnTo>
                    <a:pt x="275334" y="5932376"/>
                  </a:lnTo>
                  <a:lnTo>
                    <a:pt x="275452" y="5932376"/>
                  </a:lnTo>
                  <a:lnTo>
                    <a:pt x="275687" y="5932376"/>
                  </a:lnTo>
                  <a:lnTo>
                    <a:pt x="275805" y="5932376"/>
                  </a:lnTo>
                  <a:lnTo>
                    <a:pt x="275923" y="5932376"/>
                  </a:lnTo>
                  <a:lnTo>
                    <a:pt x="275923" y="5931945"/>
                  </a:lnTo>
                  <a:lnTo>
                    <a:pt x="276040" y="5931945"/>
                  </a:lnTo>
                  <a:lnTo>
                    <a:pt x="276158" y="5931945"/>
                  </a:lnTo>
                  <a:lnTo>
                    <a:pt x="276275" y="5931945"/>
                  </a:lnTo>
                  <a:lnTo>
                    <a:pt x="276393" y="5931945"/>
                  </a:lnTo>
                  <a:lnTo>
                    <a:pt x="276511" y="5931945"/>
                  </a:lnTo>
                  <a:lnTo>
                    <a:pt x="276628" y="5931945"/>
                  </a:lnTo>
                  <a:lnTo>
                    <a:pt x="276628" y="5931515"/>
                  </a:lnTo>
                  <a:lnTo>
                    <a:pt x="276628" y="5931084"/>
                  </a:lnTo>
                  <a:lnTo>
                    <a:pt x="276628" y="5930653"/>
                  </a:lnTo>
                  <a:lnTo>
                    <a:pt x="276746" y="5930653"/>
                  </a:lnTo>
                  <a:lnTo>
                    <a:pt x="276863" y="5930653"/>
                  </a:lnTo>
                  <a:lnTo>
                    <a:pt x="276863" y="5930223"/>
                  </a:lnTo>
                  <a:lnTo>
                    <a:pt x="276981" y="5930223"/>
                  </a:lnTo>
                  <a:lnTo>
                    <a:pt x="277099" y="5930223"/>
                  </a:lnTo>
                  <a:lnTo>
                    <a:pt x="277216" y="5930223"/>
                  </a:lnTo>
                  <a:lnTo>
                    <a:pt x="277334" y="5930223"/>
                  </a:lnTo>
                  <a:lnTo>
                    <a:pt x="277452" y="5930223"/>
                  </a:lnTo>
                  <a:lnTo>
                    <a:pt x="277569" y="5930223"/>
                  </a:lnTo>
                  <a:lnTo>
                    <a:pt x="277687" y="5930223"/>
                  </a:lnTo>
                  <a:lnTo>
                    <a:pt x="277687" y="5929362"/>
                  </a:lnTo>
                  <a:lnTo>
                    <a:pt x="277804" y="5929362"/>
                  </a:lnTo>
                  <a:lnTo>
                    <a:pt x="277922" y="5929362"/>
                  </a:lnTo>
                  <a:lnTo>
                    <a:pt x="277922" y="5928931"/>
                  </a:lnTo>
                  <a:lnTo>
                    <a:pt x="278040" y="5928500"/>
                  </a:lnTo>
                  <a:lnTo>
                    <a:pt x="278157" y="5928500"/>
                  </a:lnTo>
                  <a:lnTo>
                    <a:pt x="278275" y="5928070"/>
                  </a:lnTo>
                  <a:lnTo>
                    <a:pt x="278392" y="5928070"/>
                  </a:lnTo>
                  <a:lnTo>
                    <a:pt x="278510" y="5928070"/>
                  </a:lnTo>
                  <a:lnTo>
                    <a:pt x="278745" y="5928070"/>
                  </a:lnTo>
                  <a:lnTo>
                    <a:pt x="278863" y="5927639"/>
                  </a:lnTo>
                  <a:lnTo>
                    <a:pt x="278981" y="5927639"/>
                  </a:lnTo>
                  <a:lnTo>
                    <a:pt x="279098" y="5927639"/>
                  </a:lnTo>
                  <a:lnTo>
                    <a:pt x="279216" y="5927639"/>
                  </a:lnTo>
                  <a:lnTo>
                    <a:pt x="279333" y="5927639"/>
                  </a:lnTo>
                  <a:lnTo>
                    <a:pt x="279451" y="5927639"/>
                  </a:lnTo>
                  <a:lnTo>
                    <a:pt x="279569" y="5927639"/>
                  </a:lnTo>
                  <a:lnTo>
                    <a:pt x="279686" y="5927639"/>
                  </a:lnTo>
                  <a:lnTo>
                    <a:pt x="279804" y="5927639"/>
                  </a:lnTo>
                  <a:lnTo>
                    <a:pt x="279921" y="5927639"/>
                  </a:lnTo>
                  <a:lnTo>
                    <a:pt x="280039" y="5927639"/>
                  </a:lnTo>
                  <a:lnTo>
                    <a:pt x="280039" y="5927209"/>
                  </a:lnTo>
                  <a:lnTo>
                    <a:pt x="280157" y="5927209"/>
                  </a:lnTo>
                  <a:lnTo>
                    <a:pt x="280157" y="5926778"/>
                  </a:lnTo>
                  <a:lnTo>
                    <a:pt x="280274" y="5926778"/>
                  </a:lnTo>
                  <a:lnTo>
                    <a:pt x="280392" y="5926778"/>
                  </a:lnTo>
                  <a:lnTo>
                    <a:pt x="280510" y="5926778"/>
                  </a:lnTo>
                  <a:lnTo>
                    <a:pt x="280627" y="5926778"/>
                  </a:lnTo>
                  <a:lnTo>
                    <a:pt x="280745" y="5926778"/>
                  </a:lnTo>
                  <a:lnTo>
                    <a:pt x="280862" y="5926347"/>
                  </a:lnTo>
                  <a:lnTo>
                    <a:pt x="280862" y="5925917"/>
                  </a:lnTo>
                  <a:lnTo>
                    <a:pt x="280980" y="5925917"/>
                  </a:lnTo>
                  <a:lnTo>
                    <a:pt x="281098" y="5925917"/>
                  </a:lnTo>
                  <a:lnTo>
                    <a:pt x="281098" y="5925486"/>
                  </a:lnTo>
                  <a:lnTo>
                    <a:pt x="281098" y="5925056"/>
                  </a:lnTo>
                  <a:lnTo>
                    <a:pt x="281215" y="5925056"/>
                  </a:lnTo>
                  <a:lnTo>
                    <a:pt x="281333" y="5925056"/>
                  </a:lnTo>
                  <a:lnTo>
                    <a:pt x="281568" y="5924625"/>
                  </a:lnTo>
                  <a:lnTo>
                    <a:pt x="281686" y="5924625"/>
                  </a:lnTo>
                  <a:lnTo>
                    <a:pt x="281686" y="5924194"/>
                  </a:lnTo>
                  <a:lnTo>
                    <a:pt x="281803" y="5924194"/>
                  </a:lnTo>
                  <a:lnTo>
                    <a:pt x="281803" y="5923764"/>
                  </a:lnTo>
                  <a:lnTo>
                    <a:pt x="282156" y="5923764"/>
                  </a:lnTo>
                  <a:lnTo>
                    <a:pt x="282274" y="5923764"/>
                  </a:lnTo>
                  <a:lnTo>
                    <a:pt x="282391" y="5923764"/>
                  </a:lnTo>
                  <a:lnTo>
                    <a:pt x="282509" y="5923764"/>
                  </a:lnTo>
                  <a:lnTo>
                    <a:pt x="282627" y="5923764"/>
                  </a:lnTo>
                  <a:lnTo>
                    <a:pt x="282744" y="5923764"/>
                  </a:lnTo>
                  <a:lnTo>
                    <a:pt x="282744" y="5923333"/>
                  </a:lnTo>
                  <a:lnTo>
                    <a:pt x="282744" y="5922903"/>
                  </a:lnTo>
                  <a:lnTo>
                    <a:pt x="282744" y="5922472"/>
                  </a:lnTo>
                  <a:lnTo>
                    <a:pt x="282744" y="5922041"/>
                  </a:lnTo>
                  <a:lnTo>
                    <a:pt x="282862" y="5922041"/>
                  </a:lnTo>
                  <a:lnTo>
                    <a:pt x="282979" y="5922041"/>
                  </a:lnTo>
                  <a:lnTo>
                    <a:pt x="283097" y="5921180"/>
                  </a:lnTo>
                  <a:lnTo>
                    <a:pt x="283215" y="5921180"/>
                  </a:lnTo>
                  <a:lnTo>
                    <a:pt x="283215" y="5920750"/>
                  </a:lnTo>
                  <a:lnTo>
                    <a:pt x="283332" y="5920750"/>
                  </a:lnTo>
                  <a:lnTo>
                    <a:pt x="283450" y="5920750"/>
                  </a:lnTo>
                  <a:lnTo>
                    <a:pt x="283567" y="5920750"/>
                  </a:lnTo>
                  <a:lnTo>
                    <a:pt x="283685" y="5920750"/>
                  </a:lnTo>
                  <a:lnTo>
                    <a:pt x="283920" y="5920750"/>
                  </a:lnTo>
                  <a:lnTo>
                    <a:pt x="284273" y="5920319"/>
                  </a:lnTo>
                  <a:lnTo>
                    <a:pt x="284273" y="5919888"/>
                  </a:lnTo>
                  <a:lnTo>
                    <a:pt x="284273" y="5919458"/>
                  </a:lnTo>
                  <a:lnTo>
                    <a:pt x="284273" y="5919027"/>
                  </a:lnTo>
                  <a:lnTo>
                    <a:pt x="284508" y="5919027"/>
                  </a:lnTo>
                  <a:lnTo>
                    <a:pt x="284508" y="5918597"/>
                  </a:lnTo>
                  <a:lnTo>
                    <a:pt x="284508" y="5918166"/>
                  </a:lnTo>
                  <a:lnTo>
                    <a:pt x="284626" y="5918166"/>
                  </a:lnTo>
                  <a:lnTo>
                    <a:pt x="284744" y="5918166"/>
                  </a:lnTo>
                  <a:lnTo>
                    <a:pt x="284861" y="5918166"/>
                  </a:lnTo>
                  <a:lnTo>
                    <a:pt x="284979" y="5918166"/>
                  </a:lnTo>
                  <a:lnTo>
                    <a:pt x="285096" y="5918166"/>
                  </a:lnTo>
                  <a:lnTo>
                    <a:pt x="285214" y="5918166"/>
                  </a:lnTo>
                  <a:lnTo>
                    <a:pt x="285214" y="5917735"/>
                  </a:lnTo>
                  <a:lnTo>
                    <a:pt x="285332" y="5917305"/>
                  </a:lnTo>
                  <a:lnTo>
                    <a:pt x="285332" y="5916874"/>
                  </a:lnTo>
                  <a:lnTo>
                    <a:pt x="285449" y="5916874"/>
                  </a:lnTo>
                  <a:lnTo>
                    <a:pt x="285567" y="5916874"/>
                  </a:lnTo>
                  <a:lnTo>
                    <a:pt x="285567" y="5916444"/>
                  </a:lnTo>
                  <a:lnTo>
                    <a:pt x="285685" y="5916444"/>
                  </a:lnTo>
                  <a:lnTo>
                    <a:pt x="285802" y="5916444"/>
                  </a:lnTo>
                  <a:lnTo>
                    <a:pt x="285802" y="5916013"/>
                  </a:lnTo>
                  <a:lnTo>
                    <a:pt x="286037" y="5916013"/>
                  </a:lnTo>
                  <a:lnTo>
                    <a:pt x="286155" y="5916013"/>
                  </a:lnTo>
                  <a:lnTo>
                    <a:pt x="286273" y="5916013"/>
                  </a:lnTo>
                  <a:lnTo>
                    <a:pt x="286390" y="5916013"/>
                  </a:lnTo>
                  <a:lnTo>
                    <a:pt x="286508" y="5915582"/>
                  </a:lnTo>
                  <a:lnTo>
                    <a:pt x="286861" y="5915582"/>
                  </a:lnTo>
                  <a:lnTo>
                    <a:pt x="286861" y="5915152"/>
                  </a:lnTo>
                  <a:lnTo>
                    <a:pt x="286978" y="5915152"/>
                  </a:lnTo>
                  <a:lnTo>
                    <a:pt x="287096" y="5915152"/>
                  </a:lnTo>
                  <a:lnTo>
                    <a:pt x="287096" y="5914721"/>
                  </a:lnTo>
                  <a:lnTo>
                    <a:pt x="287214" y="5914721"/>
                  </a:lnTo>
                  <a:lnTo>
                    <a:pt x="287214" y="5914291"/>
                  </a:lnTo>
                  <a:lnTo>
                    <a:pt x="287331" y="5914291"/>
                  </a:lnTo>
                  <a:lnTo>
                    <a:pt x="287449" y="5914291"/>
                  </a:lnTo>
                  <a:lnTo>
                    <a:pt x="287566" y="5914291"/>
                  </a:lnTo>
                  <a:lnTo>
                    <a:pt x="287566" y="5913860"/>
                  </a:lnTo>
                  <a:lnTo>
                    <a:pt x="287684" y="5913860"/>
                  </a:lnTo>
                  <a:lnTo>
                    <a:pt x="287919" y="5913860"/>
                  </a:lnTo>
                  <a:lnTo>
                    <a:pt x="288154" y="5913860"/>
                  </a:lnTo>
                  <a:lnTo>
                    <a:pt x="288390" y="5913860"/>
                  </a:lnTo>
                  <a:lnTo>
                    <a:pt x="288390" y="5913429"/>
                  </a:lnTo>
                  <a:lnTo>
                    <a:pt x="288507" y="5913429"/>
                  </a:lnTo>
                  <a:lnTo>
                    <a:pt x="288507" y="5912999"/>
                  </a:lnTo>
                  <a:lnTo>
                    <a:pt x="288625" y="5912999"/>
                  </a:lnTo>
                  <a:lnTo>
                    <a:pt x="288743" y="5912999"/>
                  </a:lnTo>
                  <a:lnTo>
                    <a:pt x="288860" y="5912999"/>
                  </a:lnTo>
                  <a:lnTo>
                    <a:pt x="288978" y="5912999"/>
                  </a:lnTo>
                  <a:lnTo>
                    <a:pt x="289095" y="5912999"/>
                  </a:lnTo>
                  <a:lnTo>
                    <a:pt x="289213" y="5912999"/>
                  </a:lnTo>
                  <a:lnTo>
                    <a:pt x="289331" y="5912999"/>
                  </a:lnTo>
                  <a:lnTo>
                    <a:pt x="289331" y="5912568"/>
                  </a:lnTo>
                  <a:lnTo>
                    <a:pt x="289448" y="5912568"/>
                  </a:lnTo>
                  <a:lnTo>
                    <a:pt x="289566" y="5912568"/>
                  </a:lnTo>
                  <a:lnTo>
                    <a:pt x="289683" y="5912568"/>
                  </a:lnTo>
                  <a:lnTo>
                    <a:pt x="289801" y="5912568"/>
                  </a:lnTo>
                  <a:lnTo>
                    <a:pt x="289919" y="5912568"/>
                  </a:lnTo>
                  <a:lnTo>
                    <a:pt x="289919" y="5912138"/>
                  </a:lnTo>
                  <a:lnTo>
                    <a:pt x="290036" y="5912138"/>
                  </a:lnTo>
                  <a:lnTo>
                    <a:pt x="290154" y="5912138"/>
                  </a:lnTo>
                  <a:lnTo>
                    <a:pt x="290272" y="5912138"/>
                  </a:lnTo>
                  <a:lnTo>
                    <a:pt x="290389" y="5912138"/>
                  </a:lnTo>
                  <a:lnTo>
                    <a:pt x="290507" y="5912138"/>
                  </a:lnTo>
                  <a:lnTo>
                    <a:pt x="290507" y="5911707"/>
                  </a:lnTo>
                  <a:lnTo>
                    <a:pt x="290507" y="5911276"/>
                  </a:lnTo>
                  <a:lnTo>
                    <a:pt x="290507" y="5910846"/>
                  </a:lnTo>
                  <a:lnTo>
                    <a:pt x="290624" y="5910846"/>
                  </a:lnTo>
                  <a:lnTo>
                    <a:pt x="290742" y="5910846"/>
                  </a:lnTo>
                  <a:lnTo>
                    <a:pt x="290977" y="5910846"/>
                  </a:lnTo>
                  <a:lnTo>
                    <a:pt x="291095" y="5910846"/>
                  </a:lnTo>
                  <a:lnTo>
                    <a:pt x="291212" y="5910846"/>
                  </a:lnTo>
                  <a:lnTo>
                    <a:pt x="291330" y="5910846"/>
                  </a:lnTo>
                  <a:lnTo>
                    <a:pt x="291448" y="5910415"/>
                  </a:lnTo>
                  <a:lnTo>
                    <a:pt x="291565" y="5910415"/>
                  </a:lnTo>
                  <a:lnTo>
                    <a:pt x="291683" y="5910415"/>
                  </a:lnTo>
                  <a:lnTo>
                    <a:pt x="291683" y="5909985"/>
                  </a:lnTo>
                  <a:lnTo>
                    <a:pt x="291800" y="5909985"/>
                  </a:lnTo>
                  <a:lnTo>
                    <a:pt x="291918" y="5909985"/>
                  </a:lnTo>
                  <a:lnTo>
                    <a:pt x="292036" y="5909985"/>
                  </a:lnTo>
                  <a:lnTo>
                    <a:pt x="292036" y="5909554"/>
                  </a:lnTo>
                  <a:lnTo>
                    <a:pt x="292036" y="5909123"/>
                  </a:lnTo>
                  <a:lnTo>
                    <a:pt x="292153" y="5908693"/>
                  </a:lnTo>
                  <a:lnTo>
                    <a:pt x="292389" y="5908693"/>
                  </a:lnTo>
                  <a:lnTo>
                    <a:pt x="292506" y="5908693"/>
                  </a:lnTo>
                  <a:lnTo>
                    <a:pt x="292741" y="5908693"/>
                  </a:lnTo>
                  <a:lnTo>
                    <a:pt x="292859" y="5908262"/>
                  </a:lnTo>
                  <a:lnTo>
                    <a:pt x="292859" y="5907832"/>
                  </a:lnTo>
                  <a:lnTo>
                    <a:pt x="292977" y="5907832"/>
                  </a:lnTo>
                  <a:lnTo>
                    <a:pt x="293094" y="5907832"/>
                  </a:lnTo>
                  <a:lnTo>
                    <a:pt x="293094" y="5907401"/>
                  </a:lnTo>
                  <a:lnTo>
                    <a:pt x="293212" y="5907401"/>
                  </a:lnTo>
                  <a:lnTo>
                    <a:pt x="293212" y="5906970"/>
                  </a:lnTo>
                  <a:lnTo>
                    <a:pt x="293329" y="5906970"/>
                  </a:lnTo>
                  <a:lnTo>
                    <a:pt x="293447" y="5906970"/>
                  </a:lnTo>
                  <a:lnTo>
                    <a:pt x="293565" y="5906970"/>
                  </a:lnTo>
                  <a:lnTo>
                    <a:pt x="293565" y="5906540"/>
                  </a:lnTo>
                  <a:lnTo>
                    <a:pt x="293682" y="5906540"/>
                  </a:lnTo>
                  <a:lnTo>
                    <a:pt x="293682" y="5905679"/>
                  </a:lnTo>
                  <a:lnTo>
                    <a:pt x="293800" y="5905679"/>
                  </a:lnTo>
                  <a:lnTo>
                    <a:pt x="293800" y="5905248"/>
                  </a:lnTo>
                  <a:lnTo>
                    <a:pt x="293918" y="5904817"/>
                  </a:lnTo>
                  <a:lnTo>
                    <a:pt x="294035" y="5904817"/>
                  </a:lnTo>
                  <a:lnTo>
                    <a:pt x="294035" y="5904387"/>
                  </a:lnTo>
                  <a:lnTo>
                    <a:pt x="294153" y="5903095"/>
                  </a:lnTo>
                  <a:lnTo>
                    <a:pt x="294270" y="5903095"/>
                  </a:lnTo>
                  <a:lnTo>
                    <a:pt x="294270" y="5902664"/>
                  </a:lnTo>
                  <a:lnTo>
                    <a:pt x="294388" y="5902664"/>
                  </a:lnTo>
                  <a:lnTo>
                    <a:pt x="294506" y="5902664"/>
                  </a:lnTo>
                  <a:lnTo>
                    <a:pt x="294506" y="5902234"/>
                  </a:lnTo>
                  <a:lnTo>
                    <a:pt x="294623" y="5902234"/>
                  </a:lnTo>
                  <a:lnTo>
                    <a:pt x="294741" y="5902234"/>
                  </a:lnTo>
                  <a:lnTo>
                    <a:pt x="294741" y="5901803"/>
                  </a:lnTo>
                  <a:lnTo>
                    <a:pt x="294858" y="5901803"/>
                  </a:lnTo>
                  <a:lnTo>
                    <a:pt x="294976" y="5901803"/>
                  </a:lnTo>
                  <a:lnTo>
                    <a:pt x="295094" y="5901803"/>
                  </a:lnTo>
                  <a:lnTo>
                    <a:pt x="295211" y="5901803"/>
                  </a:lnTo>
                  <a:lnTo>
                    <a:pt x="295329" y="5901803"/>
                  </a:lnTo>
                  <a:lnTo>
                    <a:pt x="295447" y="5901373"/>
                  </a:lnTo>
                  <a:lnTo>
                    <a:pt x="295447" y="5900942"/>
                  </a:lnTo>
                  <a:lnTo>
                    <a:pt x="295447" y="5900511"/>
                  </a:lnTo>
                  <a:lnTo>
                    <a:pt x="295564" y="5900511"/>
                  </a:lnTo>
                  <a:lnTo>
                    <a:pt x="295682" y="5900511"/>
                  </a:lnTo>
                  <a:lnTo>
                    <a:pt x="295799" y="5900081"/>
                  </a:lnTo>
                  <a:lnTo>
                    <a:pt x="295917" y="5900081"/>
                  </a:lnTo>
                  <a:lnTo>
                    <a:pt x="295917" y="5899650"/>
                  </a:lnTo>
                  <a:lnTo>
                    <a:pt x="295917" y="5899220"/>
                  </a:lnTo>
                  <a:lnTo>
                    <a:pt x="296035" y="5899220"/>
                  </a:lnTo>
                  <a:lnTo>
                    <a:pt x="296152" y="5899220"/>
                  </a:lnTo>
                  <a:lnTo>
                    <a:pt x="296270" y="5899220"/>
                  </a:lnTo>
                  <a:lnTo>
                    <a:pt x="296387" y="5899220"/>
                  </a:lnTo>
                  <a:lnTo>
                    <a:pt x="296387" y="5898789"/>
                  </a:lnTo>
                  <a:lnTo>
                    <a:pt x="296505" y="5898789"/>
                  </a:lnTo>
                  <a:lnTo>
                    <a:pt x="296740" y="5898789"/>
                  </a:lnTo>
                  <a:lnTo>
                    <a:pt x="296740" y="5898358"/>
                  </a:lnTo>
                  <a:lnTo>
                    <a:pt x="296858" y="5898358"/>
                  </a:lnTo>
                  <a:lnTo>
                    <a:pt x="296976" y="5898358"/>
                  </a:lnTo>
                  <a:lnTo>
                    <a:pt x="297093" y="5898358"/>
                  </a:lnTo>
                  <a:lnTo>
                    <a:pt x="297211" y="5898358"/>
                  </a:lnTo>
                  <a:lnTo>
                    <a:pt x="297328" y="5898358"/>
                  </a:lnTo>
                  <a:lnTo>
                    <a:pt x="297446" y="5898358"/>
                  </a:lnTo>
                  <a:lnTo>
                    <a:pt x="297681" y="5898358"/>
                  </a:lnTo>
                  <a:lnTo>
                    <a:pt x="297916" y="5898358"/>
                  </a:lnTo>
                  <a:lnTo>
                    <a:pt x="298034" y="5898358"/>
                  </a:lnTo>
                  <a:lnTo>
                    <a:pt x="298152" y="5898358"/>
                  </a:lnTo>
                  <a:lnTo>
                    <a:pt x="298152" y="5897928"/>
                  </a:lnTo>
                  <a:lnTo>
                    <a:pt x="298269" y="5897928"/>
                  </a:lnTo>
                  <a:lnTo>
                    <a:pt x="298387" y="5897928"/>
                  </a:lnTo>
                  <a:lnTo>
                    <a:pt x="298505" y="5897928"/>
                  </a:lnTo>
                  <a:lnTo>
                    <a:pt x="298622" y="5897928"/>
                  </a:lnTo>
                  <a:lnTo>
                    <a:pt x="298740" y="5897928"/>
                  </a:lnTo>
                  <a:lnTo>
                    <a:pt x="298857" y="5897928"/>
                  </a:lnTo>
                  <a:lnTo>
                    <a:pt x="298975" y="5897928"/>
                  </a:lnTo>
                  <a:lnTo>
                    <a:pt x="299093" y="5897928"/>
                  </a:lnTo>
                  <a:lnTo>
                    <a:pt x="299210" y="5897497"/>
                  </a:lnTo>
                  <a:lnTo>
                    <a:pt x="299328" y="5897497"/>
                  </a:lnTo>
                  <a:lnTo>
                    <a:pt x="299445" y="5897067"/>
                  </a:lnTo>
                  <a:lnTo>
                    <a:pt x="299445" y="5896636"/>
                  </a:lnTo>
                  <a:lnTo>
                    <a:pt x="299445" y="5896205"/>
                  </a:lnTo>
                  <a:lnTo>
                    <a:pt x="299445" y="5895775"/>
                  </a:lnTo>
                  <a:lnTo>
                    <a:pt x="299563" y="5895775"/>
                  </a:lnTo>
                  <a:lnTo>
                    <a:pt x="299563" y="5895344"/>
                  </a:lnTo>
                  <a:lnTo>
                    <a:pt x="299563" y="5894914"/>
                  </a:lnTo>
                  <a:lnTo>
                    <a:pt x="299681" y="5894914"/>
                  </a:lnTo>
                  <a:lnTo>
                    <a:pt x="299798" y="5894483"/>
                  </a:lnTo>
                  <a:lnTo>
                    <a:pt x="299798" y="5894052"/>
                  </a:lnTo>
                  <a:lnTo>
                    <a:pt x="299916" y="5894052"/>
                  </a:lnTo>
                  <a:lnTo>
                    <a:pt x="300033" y="5894052"/>
                  </a:lnTo>
                  <a:lnTo>
                    <a:pt x="300151" y="5894052"/>
                  </a:lnTo>
                  <a:lnTo>
                    <a:pt x="300269" y="5894052"/>
                  </a:lnTo>
                  <a:lnTo>
                    <a:pt x="300269" y="5893622"/>
                  </a:lnTo>
                  <a:lnTo>
                    <a:pt x="300386" y="5893622"/>
                  </a:lnTo>
                  <a:lnTo>
                    <a:pt x="300504" y="5893622"/>
                  </a:lnTo>
                  <a:lnTo>
                    <a:pt x="300739" y="5893622"/>
                  </a:lnTo>
                  <a:lnTo>
                    <a:pt x="300739" y="5893191"/>
                  </a:lnTo>
                  <a:lnTo>
                    <a:pt x="300857" y="5893191"/>
                  </a:lnTo>
                  <a:lnTo>
                    <a:pt x="300974" y="5893191"/>
                  </a:lnTo>
                  <a:lnTo>
                    <a:pt x="301092" y="5893191"/>
                  </a:lnTo>
                  <a:lnTo>
                    <a:pt x="301210" y="5893191"/>
                  </a:lnTo>
                  <a:lnTo>
                    <a:pt x="301210" y="5892761"/>
                  </a:lnTo>
                  <a:lnTo>
                    <a:pt x="301327" y="5892761"/>
                  </a:lnTo>
                  <a:lnTo>
                    <a:pt x="301562" y="5892761"/>
                  </a:lnTo>
                  <a:lnTo>
                    <a:pt x="301680" y="5892761"/>
                  </a:lnTo>
                  <a:lnTo>
                    <a:pt x="301798" y="5892761"/>
                  </a:lnTo>
                  <a:lnTo>
                    <a:pt x="301915" y="5892761"/>
                  </a:lnTo>
                  <a:lnTo>
                    <a:pt x="302033" y="5892761"/>
                  </a:lnTo>
                  <a:lnTo>
                    <a:pt x="302151" y="5892761"/>
                  </a:lnTo>
                  <a:lnTo>
                    <a:pt x="302268" y="5892761"/>
                  </a:lnTo>
                  <a:lnTo>
                    <a:pt x="302268" y="5891899"/>
                  </a:lnTo>
                  <a:lnTo>
                    <a:pt x="302386" y="5891899"/>
                  </a:lnTo>
                  <a:lnTo>
                    <a:pt x="302503" y="5891899"/>
                  </a:lnTo>
                  <a:lnTo>
                    <a:pt x="302621" y="5891899"/>
                  </a:lnTo>
                  <a:lnTo>
                    <a:pt x="302621" y="5891469"/>
                  </a:lnTo>
                  <a:lnTo>
                    <a:pt x="302739" y="5891038"/>
                  </a:lnTo>
                  <a:lnTo>
                    <a:pt x="302739" y="5890608"/>
                  </a:lnTo>
                  <a:lnTo>
                    <a:pt x="302739" y="5890177"/>
                  </a:lnTo>
                  <a:lnTo>
                    <a:pt x="302739" y="5889746"/>
                  </a:lnTo>
                  <a:lnTo>
                    <a:pt x="302856" y="5889746"/>
                  </a:lnTo>
                  <a:lnTo>
                    <a:pt x="302974" y="5889746"/>
                  </a:lnTo>
                  <a:lnTo>
                    <a:pt x="303091" y="5889746"/>
                  </a:lnTo>
                  <a:lnTo>
                    <a:pt x="303209" y="5889746"/>
                  </a:lnTo>
                  <a:lnTo>
                    <a:pt x="303209" y="5889316"/>
                  </a:lnTo>
                  <a:lnTo>
                    <a:pt x="303209" y="5888885"/>
                  </a:lnTo>
                  <a:lnTo>
                    <a:pt x="303327" y="5888885"/>
                  </a:lnTo>
                  <a:lnTo>
                    <a:pt x="303562" y="5888455"/>
                  </a:lnTo>
                  <a:lnTo>
                    <a:pt x="303797" y="5888455"/>
                  </a:lnTo>
                  <a:lnTo>
                    <a:pt x="303915" y="5888455"/>
                  </a:lnTo>
                  <a:lnTo>
                    <a:pt x="304150" y="5888455"/>
                  </a:lnTo>
                  <a:lnTo>
                    <a:pt x="304268" y="5888455"/>
                  </a:lnTo>
                  <a:lnTo>
                    <a:pt x="304385" y="5888455"/>
                  </a:lnTo>
                  <a:lnTo>
                    <a:pt x="304503" y="5888455"/>
                  </a:lnTo>
                  <a:lnTo>
                    <a:pt x="304620" y="5888455"/>
                  </a:lnTo>
                  <a:lnTo>
                    <a:pt x="304620" y="5888024"/>
                  </a:lnTo>
                  <a:lnTo>
                    <a:pt x="304620" y="5887593"/>
                  </a:lnTo>
                  <a:lnTo>
                    <a:pt x="304620" y="5887163"/>
                  </a:lnTo>
                  <a:lnTo>
                    <a:pt x="304738" y="5886732"/>
                  </a:lnTo>
                  <a:lnTo>
                    <a:pt x="304856" y="5886732"/>
                  </a:lnTo>
                  <a:lnTo>
                    <a:pt x="304973" y="5886732"/>
                  </a:lnTo>
                  <a:lnTo>
                    <a:pt x="305091" y="5886732"/>
                  </a:lnTo>
                  <a:lnTo>
                    <a:pt x="305209" y="5886732"/>
                  </a:lnTo>
                  <a:lnTo>
                    <a:pt x="305326" y="5886302"/>
                  </a:lnTo>
                  <a:lnTo>
                    <a:pt x="305444" y="5885871"/>
                  </a:lnTo>
                  <a:lnTo>
                    <a:pt x="305444" y="5885440"/>
                  </a:lnTo>
                  <a:lnTo>
                    <a:pt x="305561" y="5885440"/>
                  </a:lnTo>
                  <a:lnTo>
                    <a:pt x="305679" y="5885440"/>
                  </a:lnTo>
                  <a:lnTo>
                    <a:pt x="305797" y="5885440"/>
                  </a:lnTo>
                  <a:lnTo>
                    <a:pt x="305914" y="5885440"/>
                  </a:lnTo>
                  <a:lnTo>
                    <a:pt x="306032" y="5885440"/>
                  </a:lnTo>
                  <a:lnTo>
                    <a:pt x="306149" y="5885440"/>
                  </a:lnTo>
                  <a:lnTo>
                    <a:pt x="306149" y="5885010"/>
                  </a:lnTo>
                  <a:lnTo>
                    <a:pt x="306267" y="5884579"/>
                  </a:lnTo>
                  <a:lnTo>
                    <a:pt x="306385" y="5884579"/>
                  </a:lnTo>
                  <a:lnTo>
                    <a:pt x="306502" y="5884579"/>
                  </a:lnTo>
                  <a:lnTo>
                    <a:pt x="306620" y="5884579"/>
                  </a:lnTo>
                  <a:lnTo>
                    <a:pt x="306738" y="5884149"/>
                  </a:lnTo>
                  <a:lnTo>
                    <a:pt x="306855" y="5884149"/>
                  </a:lnTo>
                  <a:lnTo>
                    <a:pt x="306973" y="5884149"/>
                  </a:lnTo>
                  <a:lnTo>
                    <a:pt x="307208" y="5884149"/>
                  </a:lnTo>
                  <a:lnTo>
                    <a:pt x="307443" y="5884149"/>
                  </a:lnTo>
                  <a:lnTo>
                    <a:pt x="307561" y="5884149"/>
                  </a:lnTo>
                  <a:lnTo>
                    <a:pt x="307678" y="5883718"/>
                  </a:lnTo>
                  <a:lnTo>
                    <a:pt x="307914" y="5883287"/>
                  </a:lnTo>
                  <a:lnTo>
                    <a:pt x="308031" y="5883287"/>
                  </a:lnTo>
                  <a:lnTo>
                    <a:pt x="308149" y="5883287"/>
                  </a:lnTo>
                  <a:lnTo>
                    <a:pt x="308266" y="5883287"/>
                  </a:lnTo>
                  <a:lnTo>
                    <a:pt x="308384" y="5883287"/>
                  </a:lnTo>
                  <a:lnTo>
                    <a:pt x="308502" y="5883287"/>
                  </a:lnTo>
                  <a:lnTo>
                    <a:pt x="308619" y="5883287"/>
                  </a:lnTo>
                  <a:lnTo>
                    <a:pt x="308737" y="5883287"/>
                  </a:lnTo>
                  <a:lnTo>
                    <a:pt x="308855" y="5883287"/>
                  </a:lnTo>
                  <a:lnTo>
                    <a:pt x="308972" y="5883287"/>
                  </a:lnTo>
                  <a:lnTo>
                    <a:pt x="309090" y="5883287"/>
                  </a:lnTo>
                  <a:lnTo>
                    <a:pt x="309207" y="5883287"/>
                  </a:lnTo>
                  <a:lnTo>
                    <a:pt x="309325" y="5882857"/>
                  </a:lnTo>
                  <a:lnTo>
                    <a:pt x="309443" y="5882857"/>
                  </a:lnTo>
                  <a:lnTo>
                    <a:pt x="309560" y="5882857"/>
                  </a:lnTo>
                  <a:lnTo>
                    <a:pt x="309678" y="5882857"/>
                  </a:lnTo>
                  <a:lnTo>
                    <a:pt x="309795" y="5882426"/>
                  </a:lnTo>
                  <a:lnTo>
                    <a:pt x="309913" y="5882426"/>
                  </a:lnTo>
                  <a:lnTo>
                    <a:pt x="309913" y="5881996"/>
                  </a:lnTo>
                  <a:lnTo>
                    <a:pt x="309913" y="5881565"/>
                  </a:lnTo>
                  <a:lnTo>
                    <a:pt x="310266" y="5881565"/>
                  </a:lnTo>
                  <a:lnTo>
                    <a:pt x="310384" y="5881565"/>
                  </a:lnTo>
                  <a:lnTo>
                    <a:pt x="310501" y="5881565"/>
                  </a:lnTo>
                  <a:lnTo>
                    <a:pt x="310619" y="5881565"/>
                  </a:lnTo>
                  <a:lnTo>
                    <a:pt x="310736" y="5881565"/>
                  </a:lnTo>
                  <a:lnTo>
                    <a:pt x="310854" y="5881565"/>
                  </a:lnTo>
                  <a:lnTo>
                    <a:pt x="311089" y="5881565"/>
                  </a:lnTo>
                  <a:lnTo>
                    <a:pt x="311324" y="5881565"/>
                  </a:lnTo>
                  <a:lnTo>
                    <a:pt x="311442" y="5881565"/>
                  </a:lnTo>
                  <a:lnTo>
                    <a:pt x="311442" y="5881134"/>
                  </a:lnTo>
                  <a:lnTo>
                    <a:pt x="311560" y="5880704"/>
                  </a:lnTo>
                  <a:lnTo>
                    <a:pt x="311677" y="5880704"/>
                  </a:lnTo>
                  <a:lnTo>
                    <a:pt x="311677" y="5880273"/>
                  </a:lnTo>
                  <a:lnTo>
                    <a:pt x="311677" y="5879843"/>
                  </a:lnTo>
                  <a:lnTo>
                    <a:pt x="311677" y="5879412"/>
                  </a:lnTo>
                  <a:lnTo>
                    <a:pt x="311677" y="5878981"/>
                  </a:lnTo>
                  <a:lnTo>
                    <a:pt x="311677" y="5878551"/>
                  </a:lnTo>
                  <a:lnTo>
                    <a:pt x="311677" y="5878120"/>
                  </a:lnTo>
                  <a:lnTo>
                    <a:pt x="311795" y="5878120"/>
                  </a:lnTo>
                  <a:lnTo>
                    <a:pt x="311913" y="5878120"/>
                  </a:lnTo>
                  <a:lnTo>
                    <a:pt x="312030" y="5878120"/>
                  </a:lnTo>
                  <a:lnTo>
                    <a:pt x="312148" y="5878120"/>
                  </a:lnTo>
                  <a:lnTo>
                    <a:pt x="312383" y="5878120"/>
                  </a:lnTo>
                  <a:lnTo>
                    <a:pt x="312618" y="5878120"/>
                  </a:lnTo>
                  <a:lnTo>
                    <a:pt x="312736" y="5877690"/>
                  </a:lnTo>
                  <a:lnTo>
                    <a:pt x="312736" y="5877259"/>
                  </a:lnTo>
                  <a:lnTo>
                    <a:pt x="312736" y="5876828"/>
                  </a:lnTo>
                  <a:lnTo>
                    <a:pt x="312853" y="5876828"/>
                  </a:lnTo>
                  <a:lnTo>
                    <a:pt x="312853" y="5876398"/>
                  </a:lnTo>
                  <a:lnTo>
                    <a:pt x="312971" y="5876398"/>
                  </a:lnTo>
                  <a:lnTo>
                    <a:pt x="312971" y="5875537"/>
                  </a:lnTo>
                  <a:lnTo>
                    <a:pt x="313089" y="5875537"/>
                  </a:lnTo>
                  <a:lnTo>
                    <a:pt x="313324" y="5875537"/>
                  </a:lnTo>
                  <a:lnTo>
                    <a:pt x="313442" y="5875537"/>
                  </a:lnTo>
                  <a:lnTo>
                    <a:pt x="313559" y="5875537"/>
                  </a:lnTo>
                  <a:lnTo>
                    <a:pt x="313559" y="5875106"/>
                  </a:lnTo>
                  <a:lnTo>
                    <a:pt x="313677" y="5875106"/>
                  </a:lnTo>
                  <a:lnTo>
                    <a:pt x="313794" y="5874675"/>
                  </a:lnTo>
                  <a:lnTo>
                    <a:pt x="314030" y="5874675"/>
                  </a:lnTo>
                  <a:lnTo>
                    <a:pt x="314030" y="5874245"/>
                  </a:lnTo>
                  <a:lnTo>
                    <a:pt x="314030" y="5873814"/>
                  </a:lnTo>
                  <a:lnTo>
                    <a:pt x="314147" y="5873814"/>
                  </a:lnTo>
                  <a:lnTo>
                    <a:pt x="314147" y="5873384"/>
                  </a:lnTo>
                  <a:lnTo>
                    <a:pt x="314147" y="5872953"/>
                  </a:lnTo>
                  <a:lnTo>
                    <a:pt x="314147" y="5872522"/>
                  </a:lnTo>
                  <a:lnTo>
                    <a:pt x="314265" y="5872522"/>
                  </a:lnTo>
                  <a:lnTo>
                    <a:pt x="314265" y="5872092"/>
                  </a:lnTo>
                  <a:lnTo>
                    <a:pt x="314382" y="5872092"/>
                  </a:lnTo>
                  <a:lnTo>
                    <a:pt x="314382" y="5871661"/>
                  </a:lnTo>
                  <a:lnTo>
                    <a:pt x="314500" y="5871661"/>
                  </a:lnTo>
                  <a:lnTo>
                    <a:pt x="314618" y="5871661"/>
                  </a:lnTo>
                  <a:lnTo>
                    <a:pt x="314735" y="5871661"/>
                  </a:lnTo>
                  <a:lnTo>
                    <a:pt x="314853" y="5871661"/>
                  </a:lnTo>
                  <a:lnTo>
                    <a:pt x="314971" y="5871661"/>
                  </a:lnTo>
                  <a:lnTo>
                    <a:pt x="315088" y="5871661"/>
                  </a:lnTo>
                  <a:lnTo>
                    <a:pt x="315206" y="5871661"/>
                  </a:lnTo>
                  <a:lnTo>
                    <a:pt x="315206" y="5871231"/>
                  </a:lnTo>
                  <a:lnTo>
                    <a:pt x="315206" y="5870800"/>
                  </a:lnTo>
                  <a:lnTo>
                    <a:pt x="315441" y="5870800"/>
                  </a:lnTo>
                  <a:lnTo>
                    <a:pt x="315559" y="5870800"/>
                  </a:lnTo>
                  <a:lnTo>
                    <a:pt x="315676" y="5870800"/>
                  </a:lnTo>
                  <a:lnTo>
                    <a:pt x="315676" y="5870369"/>
                  </a:lnTo>
                  <a:lnTo>
                    <a:pt x="315676" y="5869939"/>
                  </a:lnTo>
                  <a:lnTo>
                    <a:pt x="315676" y="5869078"/>
                  </a:lnTo>
                  <a:lnTo>
                    <a:pt x="315794" y="5869078"/>
                  </a:lnTo>
                  <a:lnTo>
                    <a:pt x="315911" y="5869078"/>
                  </a:lnTo>
                  <a:lnTo>
                    <a:pt x="315911" y="5868647"/>
                  </a:lnTo>
                  <a:lnTo>
                    <a:pt x="315911" y="5868216"/>
                  </a:lnTo>
                  <a:lnTo>
                    <a:pt x="316029" y="5868216"/>
                  </a:lnTo>
                  <a:lnTo>
                    <a:pt x="316029" y="5867786"/>
                  </a:lnTo>
                  <a:lnTo>
                    <a:pt x="316147" y="5867786"/>
                  </a:lnTo>
                  <a:lnTo>
                    <a:pt x="316147" y="5867355"/>
                  </a:lnTo>
                  <a:lnTo>
                    <a:pt x="316264" y="5867355"/>
                  </a:lnTo>
                  <a:lnTo>
                    <a:pt x="316382" y="5867355"/>
                  </a:lnTo>
                  <a:lnTo>
                    <a:pt x="316499" y="5867355"/>
                  </a:lnTo>
                  <a:lnTo>
                    <a:pt x="316735" y="5867355"/>
                  </a:lnTo>
                  <a:lnTo>
                    <a:pt x="316735" y="5866925"/>
                  </a:lnTo>
                  <a:lnTo>
                    <a:pt x="316852" y="5866925"/>
                  </a:lnTo>
                  <a:lnTo>
                    <a:pt x="316970" y="5866925"/>
                  </a:lnTo>
                  <a:lnTo>
                    <a:pt x="317088" y="5866925"/>
                  </a:lnTo>
                  <a:lnTo>
                    <a:pt x="317205" y="5866925"/>
                  </a:lnTo>
                  <a:lnTo>
                    <a:pt x="317323" y="5866925"/>
                  </a:lnTo>
                  <a:lnTo>
                    <a:pt x="317440" y="5866925"/>
                  </a:lnTo>
                  <a:lnTo>
                    <a:pt x="317558" y="5866925"/>
                  </a:lnTo>
                  <a:lnTo>
                    <a:pt x="317676" y="5866925"/>
                  </a:lnTo>
                  <a:lnTo>
                    <a:pt x="317793" y="5866925"/>
                  </a:lnTo>
                  <a:lnTo>
                    <a:pt x="317911" y="5866925"/>
                  </a:lnTo>
                  <a:lnTo>
                    <a:pt x="318028" y="5866925"/>
                  </a:lnTo>
                  <a:lnTo>
                    <a:pt x="318028" y="5866494"/>
                  </a:lnTo>
                  <a:lnTo>
                    <a:pt x="318146" y="5866063"/>
                  </a:lnTo>
                  <a:lnTo>
                    <a:pt x="318264" y="5866063"/>
                  </a:lnTo>
                  <a:lnTo>
                    <a:pt x="318381" y="5866063"/>
                  </a:lnTo>
                  <a:lnTo>
                    <a:pt x="318499" y="5866063"/>
                  </a:lnTo>
                  <a:lnTo>
                    <a:pt x="318499" y="5865633"/>
                  </a:lnTo>
                  <a:lnTo>
                    <a:pt x="318617" y="5865633"/>
                  </a:lnTo>
                  <a:lnTo>
                    <a:pt x="318734" y="5865633"/>
                  </a:lnTo>
                  <a:lnTo>
                    <a:pt x="318852" y="5865633"/>
                  </a:lnTo>
                  <a:lnTo>
                    <a:pt x="318969" y="5865633"/>
                  </a:lnTo>
                  <a:lnTo>
                    <a:pt x="319087" y="5865633"/>
                  </a:lnTo>
                  <a:lnTo>
                    <a:pt x="319205" y="5865633"/>
                  </a:lnTo>
                  <a:lnTo>
                    <a:pt x="319322" y="5865633"/>
                  </a:lnTo>
                  <a:lnTo>
                    <a:pt x="319440" y="5865633"/>
                  </a:lnTo>
                  <a:lnTo>
                    <a:pt x="319557" y="5865633"/>
                  </a:lnTo>
                  <a:lnTo>
                    <a:pt x="319675" y="5865633"/>
                  </a:lnTo>
                  <a:lnTo>
                    <a:pt x="319793" y="5865633"/>
                  </a:lnTo>
                  <a:lnTo>
                    <a:pt x="319793" y="5865202"/>
                  </a:lnTo>
                  <a:lnTo>
                    <a:pt x="319910" y="5865202"/>
                  </a:lnTo>
                  <a:lnTo>
                    <a:pt x="319910" y="5864772"/>
                  </a:lnTo>
                  <a:lnTo>
                    <a:pt x="320028" y="5864772"/>
                  </a:lnTo>
                  <a:lnTo>
                    <a:pt x="320146" y="5864772"/>
                  </a:lnTo>
                  <a:lnTo>
                    <a:pt x="320146" y="5864341"/>
                  </a:lnTo>
                  <a:lnTo>
                    <a:pt x="320263" y="5864341"/>
                  </a:lnTo>
                  <a:lnTo>
                    <a:pt x="320381" y="5864341"/>
                  </a:lnTo>
                  <a:lnTo>
                    <a:pt x="320616" y="5864341"/>
                  </a:lnTo>
                  <a:lnTo>
                    <a:pt x="320616" y="5863910"/>
                  </a:lnTo>
                  <a:lnTo>
                    <a:pt x="320616" y="5863480"/>
                  </a:lnTo>
                  <a:lnTo>
                    <a:pt x="320734" y="5863480"/>
                  </a:lnTo>
                  <a:lnTo>
                    <a:pt x="320851" y="5863480"/>
                  </a:lnTo>
                  <a:lnTo>
                    <a:pt x="320851" y="5863049"/>
                  </a:lnTo>
                  <a:lnTo>
                    <a:pt x="320969" y="5863049"/>
                  </a:lnTo>
                  <a:lnTo>
                    <a:pt x="321086" y="5863049"/>
                  </a:lnTo>
                  <a:lnTo>
                    <a:pt x="321204" y="5863049"/>
                  </a:lnTo>
                  <a:lnTo>
                    <a:pt x="321322" y="5863049"/>
                  </a:lnTo>
                  <a:lnTo>
                    <a:pt x="321439" y="5863049"/>
                  </a:lnTo>
                  <a:lnTo>
                    <a:pt x="321439" y="5862619"/>
                  </a:lnTo>
                  <a:lnTo>
                    <a:pt x="321557" y="5862619"/>
                  </a:lnTo>
                  <a:lnTo>
                    <a:pt x="321675" y="5862619"/>
                  </a:lnTo>
                  <a:lnTo>
                    <a:pt x="321792" y="5862619"/>
                  </a:lnTo>
                  <a:lnTo>
                    <a:pt x="321792" y="5862188"/>
                  </a:lnTo>
                  <a:lnTo>
                    <a:pt x="321910" y="5862188"/>
                  </a:lnTo>
                  <a:lnTo>
                    <a:pt x="321910" y="5861757"/>
                  </a:lnTo>
                  <a:lnTo>
                    <a:pt x="321910" y="5861327"/>
                  </a:lnTo>
                  <a:lnTo>
                    <a:pt x="321910" y="5860896"/>
                  </a:lnTo>
                  <a:lnTo>
                    <a:pt x="322027" y="5860896"/>
                  </a:lnTo>
                  <a:lnTo>
                    <a:pt x="322027" y="5860466"/>
                  </a:lnTo>
                  <a:lnTo>
                    <a:pt x="322145" y="5860466"/>
                  </a:lnTo>
                  <a:lnTo>
                    <a:pt x="322263" y="5860466"/>
                  </a:lnTo>
                  <a:lnTo>
                    <a:pt x="322263" y="5860035"/>
                  </a:lnTo>
                  <a:lnTo>
                    <a:pt x="322498" y="5859604"/>
                  </a:lnTo>
                  <a:lnTo>
                    <a:pt x="322498" y="5859174"/>
                  </a:lnTo>
                  <a:lnTo>
                    <a:pt x="322498" y="5858743"/>
                  </a:lnTo>
                  <a:lnTo>
                    <a:pt x="322615" y="5858743"/>
                  </a:lnTo>
                  <a:lnTo>
                    <a:pt x="322733" y="5858743"/>
                  </a:lnTo>
                  <a:lnTo>
                    <a:pt x="322851" y="5858743"/>
                  </a:lnTo>
                  <a:lnTo>
                    <a:pt x="322968" y="5858743"/>
                  </a:lnTo>
                  <a:lnTo>
                    <a:pt x="323439" y="5858313"/>
                  </a:lnTo>
                  <a:lnTo>
                    <a:pt x="323556" y="5858313"/>
                  </a:lnTo>
                  <a:lnTo>
                    <a:pt x="323674" y="5858313"/>
                  </a:lnTo>
                  <a:lnTo>
                    <a:pt x="323792" y="5858313"/>
                  </a:lnTo>
                  <a:lnTo>
                    <a:pt x="323909" y="5858313"/>
                  </a:lnTo>
                  <a:lnTo>
                    <a:pt x="324027" y="5858313"/>
                  </a:lnTo>
                  <a:lnTo>
                    <a:pt x="324027" y="5857882"/>
                  </a:lnTo>
                  <a:lnTo>
                    <a:pt x="324144" y="5857882"/>
                  </a:lnTo>
                  <a:lnTo>
                    <a:pt x="324262" y="5857882"/>
                  </a:lnTo>
                  <a:lnTo>
                    <a:pt x="324380" y="5857882"/>
                  </a:lnTo>
                  <a:lnTo>
                    <a:pt x="324497" y="5857882"/>
                  </a:lnTo>
                  <a:lnTo>
                    <a:pt x="324497" y="5857451"/>
                  </a:lnTo>
                  <a:lnTo>
                    <a:pt x="324615" y="5857451"/>
                  </a:lnTo>
                  <a:lnTo>
                    <a:pt x="324732" y="5857451"/>
                  </a:lnTo>
                  <a:lnTo>
                    <a:pt x="324732" y="5857021"/>
                  </a:lnTo>
                  <a:lnTo>
                    <a:pt x="324850" y="5857021"/>
                  </a:lnTo>
                  <a:lnTo>
                    <a:pt x="324968" y="5857021"/>
                  </a:lnTo>
                  <a:lnTo>
                    <a:pt x="325085" y="5857021"/>
                  </a:lnTo>
                  <a:lnTo>
                    <a:pt x="325321" y="5857021"/>
                  </a:lnTo>
                  <a:lnTo>
                    <a:pt x="325438" y="5857021"/>
                  </a:lnTo>
                  <a:lnTo>
                    <a:pt x="325556" y="5857021"/>
                  </a:lnTo>
                  <a:lnTo>
                    <a:pt x="325791" y="5857021"/>
                  </a:lnTo>
                  <a:lnTo>
                    <a:pt x="326026" y="5857021"/>
                  </a:lnTo>
                  <a:lnTo>
                    <a:pt x="326144" y="5857021"/>
                  </a:lnTo>
                  <a:lnTo>
                    <a:pt x="326261" y="5857021"/>
                  </a:lnTo>
                  <a:lnTo>
                    <a:pt x="326732" y="5856590"/>
                  </a:lnTo>
                  <a:lnTo>
                    <a:pt x="326967" y="5856160"/>
                  </a:lnTo>
                  <a:lnTo>
                    <a:pt x="327085" y="5856160"/>
                  </a:lnTo>
                  <a:lnTo>
                    <a:pt x="327202" y="5856160"/>
                  </a:lnTo>
                  <a:lnTo>
                    <a:pt x="327320" y="5856160"/>
                  </a:lnTo>
                  <a:lnTo>
                    <a:pt x="327438" y="5856160"/>
                  </a:lnTo>
                  <a:lnTo>
                    <a:pt x="327555" y="5856160"/>
                  </a:lnTo>
                  <a:lnTo>
                    <a:pt x="327790" y="5856160"/>
                  </a:lnTo>
                  <a:lnTo>
                    <a:pt x="327908" y="5856160"/>
                  </a:lnTo>
                  <a:lnTo>
                    <a:pt x="328026" y="5856160"/>
                  </a:lnTo>
                  <a:lnTo>
                    <a:pt x="328143" y="5856160"/>
                  </a:lnTo>
                  <a:lnTo>
                    <a:pt x="328143" y="5855729"/>
                  </a:lnTo>
                  <a:lnTo>
                    <a:pt x="328143" y="5855298"/>
                  </a:lnTo>
                  <a:lnTo>
                    <a:pt x="328261" y="5855298"/>
                  </a:lnTo>
                  <a:lnTo>
                    <a:pt x="328379" y="5855298"/>
                  </a:lnTo>
                  <a:lnTo>
                    <a:pt x="328496" y="5855298"/>
                  </a:lnTo>
                  <a:lnTo>
                    <a:pt x="328496" y="5854868"/>
                  </a:lnTo>
                  <a:lnTo>
                    <a:pt x="328614" y="5854437"/>
                  </a:lnTo>
                  <a:lnTo>
                    <a:pt x="328731" y="5854437"/>
                  </a:lnTo>
                  <a:lnTo>
                    <a:pt x="328849" y="5854437"/>
                  </a:lnTo>
                  <a:lnTo>
                    <a:pt x="328967" y="5854437"/>
                  </a:lnTo>
                  <a:lnTo>
                    <a:pt x="329084" y="5854007"/>
                  </a:lnTo>
                  <a:lnTo>
                    <a:pt x="329202" y="5853576"/>
                  </a:lnTo>
                  <a:lnTo>
                    <a:pt x="329319" y="5853576"/>
                  </a:lnTo>
                  <a:lnTo>
                    <a:pt x="329319" y="5853145"/>
                  </a:lnTo>
                  <a:lnTo>
                    <a:pt x="329437" y="5853145"/>
                  </a:lnTo>
                  <a:lnTo>
                    <a:pt x="329555" y="5853145"/>
                  </a:lnTo>
                  <a:lnTo>
                    <a:pt x="329672" y="5853145"/>
                  </a:lnTo>
                  <a:lnTo>
                    <a:pt x="329908" y="5852715"/>
                  </a:lnTo>
                  <a:lnTo>
                    <a:pt x="329908" y="5852284"/>
                  </a:lnTo>
                  <a:lnTo>
                    <a:pt x="330025" y="5852284"/>
                  </a:lnTo>
                  <a:lnTo>
                    <a:pt x="330143" y="5852284"/>
                  </a:lnTo>
                  <a:lnTo>
                    <a:pt x="330143" y="5851854"/>
                  </a:lnTo>
                  <a:lnTo>
                    <a:pt x="330260" y="5851854"/>
                  </a:lnTo>
                  <a:lnTo>
                    <a:pt x="330378" y="5851854"/>
                  </a:lnTo>
                  <a:lnTo>
                    <a:pt x="330378" y="5851423"/>
                  </a:lnTo>
                  <a:lnTo>
                    <a:pt x="330496" y="5851423"/>
                  </a:lnTo>
                  <a:lnTo>
                    <a:pt x="330731" y="5851423"/>
                  </a:lnTo>
                  <a:lnTo>
                    <a:pt x="330848" y="5851423"/>
                  </a:lnTo>
                  <a:lnTo>
                    <a:pt x="330848" y="5850992"/>
                  </a:lnTo>
                  <a:lnTo>
                    <a:pt x="330966" y="5850992"/>
                  </a:lnTo>
                  <a:lnTo>
                    <a:pt x="331201" y="5850992"/>
                  </a:lnTo>
                  <a:lnTo>
                    <a:pt x="331319" y="5850992"/>
                  </a:lnTo>
                  <a:lnTo>
                    <a:pt x="331319" y="5850562"/>
                  </a:lnTo>
                  <a:lnTo>
                    <a:pt x="331436" y="5850562"/>
                  </a:lnTo>
                  <a:lnTo>
                    <a:pt x="331554" y="5850562"/>
                  </a:lnTo>
                  <a:lnTo>
                    <a:pt x="331554" y="5850131"/>
                  </a:lnTo>
                  <a:lnTo>
                    <a:pt x="331672" y="5850131"/>
                  </a:lnTo>
                  <a:lnTo>
                    <a:pt x="331672" y="5849701"/>
                  </a:lnTo>
                  <a:lnTo>
                    <a:pt x="331789" y="5849701"/>
                  </a:lnTo>
                  <a:lnTo>
                    <a:pt x="331907" y="5849701"/>
                  </a:lnTo>
                  <a:lnTo>
                    <a:pt x="332025" y="5849701"/>
                  </a:lnTo>
                  <a:lnTo>
                    <a:pt x="332025" y="5849270"/>
                  </a:lnTo>
                  <a:lnTo>
                    <a:pt x="332025" y="5848839"/>
                  </a:lnTo>
                  <a:lnTo>
                    <a:pt x="332142" y="5848839"/>
                  </a:lnTo>
                  <a:lnTo>
                    <a:pt x="332260" y="5848839"/>
                  </a:lnTo>
                  <a:lnTo>
                    <a:pt x="332495" y="5848409"/>
                  </a:lnTo>
                  <a:lnTo>
                    <a:pt x="332613" y="5848409"/>
                  </a:lnTo>
                  <a:lnTo>
                    <a:pt x="332848" y="5848409"/>
                  </a:lnTo>
                  <a:lnTo>
                    <a:pt x="332965" y="5848409"/>
                  </a:lnTo>
                  <a:lnTo>
                    <a:pt x="333083" y="5848409"/>
                  </a:lnTo>
                  <a:lnTo>
                    <a:pt x="333083" y="5847978"/>
                  </a:lnTo>
                  <a:lnTo>
                    <a:pt x="333201" y="5847978"/>
                  </a:lnTo>
                  <a:lnTo>
                    <a:pt x="333318" y="5847978"/>
                  </a:lnTo>
                  <a:lnTo>
                    <a:pt x="333436" y="5847978"/>
                  </a:lnTo>
                  <a:lnTo>
                    <a:pt x="333554" y="5847978"/>
                  </a:lnTo>
                  <a:lnTo>
                    <a:pt x="333671" y="5847978"/>
                  </a:lnTo>
                  <a:lnTo>
                    <a:pt x="333789" y="5847978"/>
                  </a:lnTo>
                  <a:lnTo>
                    <a:pt x="333906" y="5847978"/>
                  </a:lnTo>
                  <a:lnTo>
                    <a:pt x="333906" y="5847548"/>
                  </a:lnTo>
                  <a:lnTo>
                    <a:pt x="334024" y="5847548"/>
                  </a:lnTo>
                  <a:lnTo>
                    <a:pt x="334142" y="5847548"/>
                  </a:lnTo>
                  <a:lnTo>
                    <a:pt x="334259" y="5847548"/>
                  </a:lnTo>
                  <a:lnTo>
                    <a:pt x="334377" y="5847548"/>
                  </a:lnTo>
                  <a:lnTo>
                    <a:pt x="334377" y="5847117"/>
                  </a:lnTo>
                  <a:lnTo>
                    <a:pt x="334494" y="5847117"/>
                  </a:lnTo>
                  <a:lnTo>
                    <a:pt x="334612" y="5847117"/>
                  </a:lnTo>
                  <a:lnTo>
                    <a:pt x="335083" y="5847117"/>
                  </a:lnTo>
                  <a:lnTo>
                    <a:pt x="335200" y="5847117"/>
                  </a:lnTo>
                  <a:lnTo>
                    <a:pt x="335318" y="5847117"/>
                  </a:lnTo>
                  <a:lnTo>
                    <a:pt x="335318" y="5846686"/>
                  </a:lnTo>
                  <a:lnTo>
                    <a:pt x="335318" y="5846256"/>
                  </a:lnTo>
                  <a:lnTo>
                    <a:pt x="335435" y="5845825"/>
                  </a:lnTo>
                  <a:lnTo>
                    <a:pt x="335435" y="5845395"/>
                  </a:lnTo>
                  <a:lnTo>
                    <a:pt x="335435" y="5844964"/>
                  </a:lnTo>
                  <a:lnTo>
                    <a:pt x="335553" y="5844964"/>
                  </a:lnTo>
                  <a:lnTo>
                    <a:pt x="335671" y="5844964"/>
                  </a:lnTo>
                  <a:lnTo>
                    <a:pt x="335788" y="5844964"/>
                  </a:lnTo>
                  <a:lnTo>
                    <a:pt x="335906" y="5844964"/>
                  </a:lnTo>
                  <a:lnTo>
                    <a:pt x="336023" y="5844964"/>
                  </a:lnTo>
                  <a:lnTo>
                    <a:pt x="336141" y="5844964"/>
                  </a:lnTo>
                  <a:lnTo>
                    <a:pt x="336259" y="5844964"/>
                  </a:lnTo>
                  <a:lnTo>
                    <a:pt x="336376" y="5844964"/>
                  </a:lnTo>
                  <a:lnTo>
                    <a:pt x="336376" y="5844533"/>
                  </a:lnTo>
                  <a:lnTo>
                    <a:pt x="336376" y="5844103"/>
                  </a:lnTo>
                  <a:lnTo>
                    <a:pt x="336612" y="5843672"/>
                  </a:lnTo>
                  <a:lnTo>
                    <a:pt x="336729" y="5843672"/>
                  </a:lnTo>
                  <a:lnTo>
                    <a:pt x="336847" y="5843672"/>
                  </a:lnTo>
                  <a:lnTo>
                    <a:pt x="336964" y="5843672"/>
                  </a:lnTo>
                  <a:lnTo>
                    <a:pt x="336964" y="5843242"/>
                  </a:lnTo>
                  <a:lnTo>
                    <a:pt x="337082" y="5843242"/>
                  </a:lnTo>
                  <a:lnTo>
                    <a:pt x="337317" y="5843242"/>
                  </a:lnTo>
                  <a:lnTo>
                    <a:pt x="337552" y="5843242"/>
                  </a:lnTo>
                  <a:lnTo>
                    <a:pt x="337670" y="5842811"/>
                  </a:lnTo>
                  <a:lnTo>
                    <a:pt x="337788" y="5842811"/>
                  </a:lnTo>
                  <a:lnTo>
                    <a:pt x="337788" y="5842380"/>
                  </a:lnTo>
                  <a:lnTo>
                    <a:pt x="337905" y="5842380"/>
                  </a:lnTo>
                  <a:lnTo>
                    <a:pt x="337905" y="5841950"/>
                  </a:lnTo>
                  <a:lnTo>
                    <a:pt x="338023" y="5841950"/>
                  </a:lnTo>
                  <a:lnTo>
                    <a:pt x="338141" y="5841950"/>
                  </a:lnTo>
                  <a:lnTo>
                    <a:pt x="338258" y="5841950"/>
                  </a:lnTo>
                  <a:lnTo>
                    <a:pt x="338376" y="5841950"/>
                  </a:lnTo>
                  <a:lnTo>
                    <a:pt x="338493" y="5841950"/>
                  </a:lnTo>
                  <a:lnTo>
                    <a:pt x="338493" y="5841519"/>
                  </a:lnTo>
                  <a:lnTo>
                    <a:pt x="338729" y="5841519"/>
                  </a:lnTo>
                  <a:lnTo>
                    <a:pt x="338729" y="5841089"/>
                  </a:lnTo>
                  <a:lnTo>
                    <a:pt x="338729" y="5840658"/>
                  </a:lnTo>
                  <a:lnTo>
                    <a:pt x="338729" y="5840227"/>
                  </a:lnTo>
                  <a:lnTo>
                    <a:pt x="338846" y="5840227"/>
                  </a:lnTo>
                  <a:lnTo>
                    <a:pt x="338964" y="5840227"/>
                  </a:lnTo>
                  <a:lnTo>
                    <a:pt x="338964" y="5839797"/>
                  </a:lnTo>
                  <a:lnTo>
                    <a:pt x="338964" y="5839366"/>
                  </a:lnTo>
                  <a:lnTo>
                    <a:pt x="338964" y="5838936"/>
                  </a:lnTo>
                  <a:lnTo>
                    <a:pt x="339081" y="5838936"/>
                  </a:lnTo>
                  <a:lnTo>
                    <a:pt x="339199" y="5838936"/>
                  </a:lnTo>
                  <a:lnTo>
                    <a:pt x="339199" y="5838505"/>
                  </a:lnTo>
                  <a:lnTo>
                    <a:pt x="339317" y="5838505"/>
                  </a:lnTo>
                  <a:lnTo>
                    <a:pt x="339317" y="5838074"/>
                  </a:lnTo>
                  <a:lnTo>
                    <a:pt x="339317" y="5837644"/>
                  </a:lnTo>
                  <a:lnTo>
                    <a:pt x="339434" y="5837213"/>
                  </a:lnTo>
                  <a:lnTo>
                    <a:pt x="339434" y="5836783"/>
                  </a:lnTo>
                  <a:lnTo>
                    <a:pt x="339434" y="5836352"/>
                  </a:lnTo>
                  <a:lnTo>
                    <a:pt x="339552" y="5836352"/>
                  </a:lnTo>
                  <a:lnTo>
                    <a:pt x="339552" y="5835921"/>
                  </a:lnTo>
                  <a:lnTo>
                    <a:pt x="339669" y="5835921"/>
                  </a:lnTo>
                  <a:lnTo>
                    <a:pt x="339787" y="5835921"/>
                  </a:lnTo>
                  <a:lnTo>
                    <a:pt x="339905" y="5835921"/>
                  </a:lnTo>
                  <a:lnTo>
                    <a:pt x="340022" y="5835921"/>
                  </a:lnTo>
                  <a:lnTo>
                    <a:pt x="340140" y="5835921"/>
                  </a:lnTo>
                  <a:lnTo>
                    <a:pt x="340258" y="5835921"/>
                  </a:lnTo>
                  <a:lnTo>
                    <a:pt x="340375" y="5835921"/>
                  </a:lnTo>
                  <a:lnTo>
                    <a:pt x="340375" y="5835491"/>
                  </a:lnTo>
                  <a:lnTo>
                    <a:pt x="340493" y="5835491"/>
                  </a:lnTo>
                  <a:lnTo>
                    <a:pt x="340610" y="5835491"/>
                  </a:lnTo>
                  <a:lnTo>
                    <a:pt x="340728" y="5835491"/>
                  </a:lnTo>
                  <a:lnTo>
                    <a:pt x="340846" y="5835491"/>
                  </a:lnTo>
                  <a:lnTo>
                    <a:pt x="340963" y="5834630"/>
                  </a:lnTo>
                  <a:lnTo>
                    <a:pt x="341081" y="5834630"/>
                  </a:lnTo>
                  <a:lnTo>
                    <a:pt x="341081" y="5834199"/>
                  </a:lnTo>
                  <a:lnTo>
                    <a:pt x="341198" y="5834199"/>
                  </a:lnTo>
                  <a:lnTo>
                    <a:pt x="341316" y="5834199"/>
                  </a:lnTo>
                  <a:lnTo>
                    <a:pt x="341316" y="5833768"/>
                  </a:lnTo>
                  <a:lnTo>
                    <a:pt x="341434" y="5833768"/>
                  </a:lnTo>
                  <a:lnTo>
                    <a:pt x="341669" y="5833768"/>
                  </a:lnTo>
                  <a:lnTo>
                    <a:pt x="341787" y="5833768"/>
                  </a:lnTo>
                  <a:lnTo>
                    <a:pt x="341904" y="5833768"/>
                  </a:lnTo>
                  <a:lnTo>
                    <a:pt x="342257" y="5833338"/>
                  </a:lnTo>
                  <a:lnTo>
                    <a:pt x="342375" y="5833338"/>
                  </a:lnTo>
                  <a:lnTo>
                    <a:pt x="342492" y="5833338"/>
                  </a:lnTo>
                  <a:lnTo>
                    <a:pt x="342610" y="5833338"/>
                  </a:lnTo>
                  <a:lnTo>
                    <a:pt x="342727" y="5833338"/>
                  </a:lnTo>
                  <a:lnTo>
                    <a:pt x="342845" y="5833338"/>
                  </a:lnTo>
                  <a:lnTo>
                    <a:pt x="342845" y="5832477"/>
                  </a:lnTo>
                  <a:lnTo>
                    <a:pt x="342963" y="5832477"/>
                  </a:lnTo>
                  <a:lnTo>
                    <a:pt x="343080" y="5832477"/>
                  </a:lnTo>
                  <a:lnTo>
                    <a:pt x="343198" y="5832477"/>
                  </a:lnTo>
                  <a:lnTo>
                    <a:pt x="343198" y="5832046"/>
                  </a:lnTo>
                  <a:lnTo>
                    <a:pt x="343316" y="5832046"/>
                  </a:lnTo>
                  <a:lnTo>
                    <a:pt x="343433" y="5832046"/>
                  </a:lnTo>
                  <a:lnTo>
                    <a:pt x="343551" y="5832046"/>
                  </a:lnTo>
                  <a:lnTo>
                    <a:pt x="343551" y="5831615"/>
                  </a:lnTo>
                  <a:lnTo>
                    <a:pt x="343786" y="5831615"/>
                  </a:lnTo>
                  <a:lnTo>
                    <a:pt x="343904" y="5830324"/>
                  </a:lnTo>
                  <a:lnTo>
                    <a:pt x="344021" y="5830324"/>
                  </a:lnTo>
                  <a:lnTo>
                    <a:pt x="344139" y="5830324"/>
                  </a:lnTo>
                  <a:lnTo>
                    <a:pt x="344256" y="5830324"/>
                  </a:lnTo>
                  <a:lnTo>
                    <a:pt x="344374" y="5829893"/>
                  </a:lnTo>
                  <a:lnTo>
                    <a:pt x="344374" y="5829462"/>
                  </a:lnTo>
                  <a:lnTo>
                    <a:pt x="344374" y="5829032"/>
                  </a:lnTo>
                  <a:lnTo>
                    <a:pt x="344492" y="5829032"/>
                  </a:lnTo>
                  <a:lnTo>
                    <a:pt x="344492" y="5828601"/>
                  </a:lnTo>
                  <a:lnTo>
                    <a:pt x="344609" y="5828601"/>
                  </a:lnTo>
                  <a:lnTo>
                    <a:pt x="344727" y="5828601"/>
                  </a:lnTo>
                  <a:lnTo>
                    <a:pt x="344727" y="5828171"/>
                  </a:lnTo>
                  <a:lnTo>
                    <a:pt x="344845" y="5828171"/>
                  </a:lnTo>
                  <a:lnTo>
                    <a:pt x="344962" y="5828171"/>
                  </a:lnTo>
                  <a:lnTo>
                    <a:pt x="344962" y="5827740"/>
                  </a:lnTo>
                  <a:lnTo>
                    <a:pt x="345080" y="5827740"/>
                  </a:lnTo>
                  <a:lnTo>
                    <a:pt x="345197" y="5827309"/>
                  </a:lnTo>
                  <a:lnTo>
                    <a:pt x="345315" y="5827309"/>
                  </a:lnTo>
                  <a:lnTo>
                    <a:pt x="345433" y="5826879"/>
                  </a:lnTo>
                  <a:lnTo>
                    <a:pt x="345550" y="5826879"/>
                  </a:lnTo>
                  <a:lnTo>
                    <a:pt x="345668" y="5826879"/>
                  </a:lnTo>
                  <a:lnTo>
                    <a:pt x="345668" y="5826448"/>
                  </a:lnTo>
                  <a:lnTo>
                    <a:pt x="345785" y="5826448"/>
                  </a:lnTo>
                  <a:lnTo>
                    <a:pt x="345903" y="5826448"/>
                  </a:lnTo>
                  <a:lnTo>
                    <a:pt x="346021" y="5826448"/>
                  </a:lnTo>
                  <a:lnTo>
                    <a:pt x="346138" y="5826448"/>
                  </a:lnTo>
                  <a:lnTo>
                    <a:pt x="346138" y="5825587"/>
                  </a:lnTo>
                  <a:lnTo>
                    <a:pt x="346726" y="5825587"/>
                  </a:lnTo>
                  <a:lnTo>
                    <a:pt x="346844" y="5825587"/>
                  </a:lnTo>
                  <a:lnTo>
                    <a:pt x="346962" y="5825587"/>
                  </a:lnTo>
                  <a:lnTo>
                    <a:pt x="347079" y="5825587"/>
                  </a:lnTo>
                  <a:lnTo>
                    <a:pt x="347197" y="5825587"/>
                  </a:lnTo>
                  <a:lnTo>
                    <a:pt x="347314" y="5825587"/>
                  </a:lnTo>
                  <a:lnTo>
                    <a:pt x="347314" y="5825156"/>
                  </a:lnTo>
                  <a:lnTo>
                    <a:pt x="347314" y="5824726"/>
                  </a:lnTo>
                  <a:lnTo>
                    <a:pt x="347314" y="5824295"/>
                  </a:lnTo>
                  <a:lnTo>
                    <a:pt x="347314" y="5823865"/>
                  </a:lnTo>
                  <a:lnTo>
                    <a:pt x="347432" y="5823865"/>
                  </a:lnTo>
                  <a:lnTo>
                    <a:pt x="347550" y="5823865"/>
                  </a:lnTo>
                  <a:lnTo>
                    <a:pt x="347667" y="5823865"/>
                  </a:lnTo>
                  <a:lnTo>
                    <a:pt x="347785" y="5823865"/>
                  </a:lnTo>
                  <a:lnTo>
                    <a:pt x="347902" y="5823865"/>
                  </a:lnTo>
                  <a:lnTo>
                    <a:pt x="348020" y="5823865"/>
                  </a:lnTo>
                  <a:lnTo>
                    <a:pt x="348138" y="5823865"/>
                  </a:lnTo>
                  <a:lnTo>
                    <a:pt x="348373" y="5823865"/>
                  </a:lnTo>
                  <a:lnTo>
                    <a:pt x="348491" y="5823865"/>
                  </a:lnTo>
                  <a:lnTo>
                    <a:pt x="348491" y="5823434"/>
                  </a:lnTo>
                  <a:lnTo>
                    <a:pt x="348608" y="5823434"/>
                  </a:lnTo>
                  <a:lnTo>
                    <a:pt x="348726" y="5823434"/>
                  </a:lnTo>
                  <a:lnTo>
                    <a:pt x="348726" y="5823003"/>
                  </a:lnTo>
                  <a:lnTo>
                    <a:pt x="348843" y="5823003"/>
                  </a:lnTo>
                  <a:lnTo>
                    <a:pt x="349079" y="5823003"/>
                  </a:lnTo>
                  <a:lnTo>
                    <a:pt x="349196" y="5823003"/>
                  </a:lnTo>
                  <a:lnTo>
                    <a:pt x="349314" y="5823003"/>
                  </a:lnTo>
                  <a:lnTo>
                    <a:pt x="349431" y="5823003"/>
                  </a:lnTo>
                  <a:lnTo>
                    <a:pt x="349431" y="5822573"/>
                  </a:lnTo>
                  <a:lnTo>
                    <a:pt x="349549" y="5822573"/>
                  </a:lnTo>
                  <a:lnTo>
                    <a:pt x="349667" y="5822573"/>
                  </a:lnTo>
                  <a:lnTo>
                    <a:pt x="349784" y="5822573"/>
                  </a:lnTo>
                  <a:lnTo>
                    <a:pt x="349902" y="5822573"/>
                  </a:lnTo>
                  <a:lnTo>
                    <a:pt x="349902" y="5822142"/>
                  </a:lnTo>
                  <a:lnTo>
                    <a:pt x="350255" y="5821712"/>
                  </a:lnTo>
                  <a:lnTo>
                    <a:pt x="350255" y="5821281"/>
                  </a:lnTo>
                  <a:lnTo>
                    <a:pt x="350255" y="5820850"/>
                  </a:lnTo>
                  <a:lnTo>
                    <a:pt x="350372" y="5820850"/>
                  </a:lnTo>
                  <a:lnTo>
                    <a:pt x="350490" y="5820850"/>
                  </a:lnTo>
                  <a:lnTo>
                    <a:pt x="350608" y="5820850"/>
                  </a:lnTo>
                  <a:lnTo>
                    <a:pt x="350725" y="5820850"/>
                  </a:lnTo>
                  <a:lnTo>
                    <a:pt x="350843" y="5820850"/>
                  </a:lnTo>
                  <a:lnTo>
                    <a:pt x="350960" y="5820850"/>
                  </a:lnTo>
                  <a:lnTo>
                    <a:pt x="351078" y="5820850"/>
                  </a:lnTo>
                  <a:lnTo>
                    <a:pt x="351196" y="5820420"/>
                  </a:lnTo>
                  <a:lnTo>
                    <a:pt x="351313" y="5820420"/>
                  </a:lnTo>
                  <a:lnTo>
                    <a:pt x="351431" y="5820420"/>
                  </a:lnTo>
                  <a:lnTo>
                    <a:pt x="351549" y="5820420"/>
                  </a:lnTo>
                  <a:lnTo>
                    <a:pt x="351549" y="5819989"/>
                  </a:lnTo>
                  <a:lnTo>
                    <a:pt x="352019" y="5819989"/>
                  </a:lnTo>
                  <a:lnTo>
                    <a:pt x="352137" y="5819989"/>
                  </a:lnTo>
                  <a:lnTo>
                    <a:pt x="352254" y="5819989"/>
                  </a:lnTo>
                  <a:lnTo>
                    <a:pt x="352254" y="5819559"/>
                  </a:lnTo>
                  <a:lnTo>
                    <a:pt x="352372" y="5819559"/>
                  </a:lnTo>
                  <a:lnTo>
                    <a:pt x="352607" y="5819559"/>
                  </a:lnTo>
                  <a:lnTo>
                    <a:pt x="352725" y="5819559"/>
                  </a:lnTo>
                  <a:lnTo>
                    <a:pt x="352842" y="5819559"/>
                  </a:lnTo>
                  <a:lnTo>
                    <a:pt x="352960" y="5819559"/>
                  </a:lnTo>
                  <a:lnTo>
                    <a:pt x="352960" y="5819128"/>
                  </a:lnTo>
                  <a:lnTo>
                    <a:pt x="353195" y="5819128"/>
                  </a:lnTo>
                  <a:lnTo>
                    <a:pt x="353195" y="5818697"/>
                  </a:lnTo>
                  <a:lnTo>
                    <a:pt x="353313" y="5818697"/>
                  </a:lnTo>
                  <a:lnTo>
                    <a:pt x="353430" y="5818697"/>
                  </a:lnTo>
                  <a:lnTo>
                    <a:pt x="353548" y="5818697"/>
                  </a:lnTo>
                  <a:lnTo>
                    <a:pt x="353666" y="5818697"/>
                  </a:lnTo>
                  <a:lnTo>
                    <a:pt x="353901" y="5818697"/>
                  </a:lnTo>
                  <a:lnTo>
                    <a:pt x="354018" y="5818697"/>
                  </a:lnTo>
                  <a:lnTo>
                    <a:pt x="354136" y="5818697"/>
                  </a:lnTo>
                  <a:lnTo>
                    <a:pt x="354371" y="5818267"/>
                  </a:lnTo>
                  <a:lnTo>
                    <a:pt x="354371" y="5817836"/>
                  </a:lnTo>
                  <a:lnTo>
                    <a:pt x="354607" y="5817836"/>
                  </a:lnTo>
                  <a:lnTo>
                    <a:pt x="354607" y="5817406"/>
                  </a:lnTo>
                  <a:lnTo>
                    <a:pt x="354607" y="5816975"/>
                  </a:lnTo>
                  <a:lnTo>
                    <a:pt x="354607" y="5816544"/>
                  </a:lnTo>
                  <a:lnTo>
                    <a:pt x="354724" y="5816544"/>
                  </a:lnTo>
                  <a:lnTo>
                    <a:pt x="354959" y="5816544"/>
                  </a:lnTo>
                  <a:lnTo>
                    <a:pt x="354959" y="5816114"/>
                  </a:lnTo>
                  <a:lnTo>
                    <a:pt x="355195" y="5816114"/>
                  </a:lnTo>
                  <a:lnTo>
                    <a:pt x="355312" y="5816114"/>
                  </a:lnTo>
                  <a:lnTo>
                    <a:pt x="355312" y="5815683"/>
                  </a:lnTo>
                  <a:lnTo>
                    <a:pt x="355312" y="5815253"/>
                  </a:lnTo>
                  <a:lnTo>
                    <a:pt x="355312" y="5814822"/>
                  </a:lnTo>
                  <a:lnTo>
                    <a:pt x="355312" y="5814391"/>
                  </a:lnTo>
                  <a:lnTo>
                    <a:pt x="355547" y="5814391"/>
                  </a:lnTo>
                  <a:lnTo>
                    <a:pt x="355783" y="5814391"/>
                  </a:lnTo>
                  <a:lnTo>
                    <a:pt x="355783" y="5813961"/>
                  </a:lnTo>
                  <a:lnTo>
                    <a:pt x="355900" y="5813961"/>
                  </a:lnTo>
                  <a:lnTo>
                    <a:pt x="356018" y="5813961"/>
                  </a:lnTo>
                  <a:lnTo>
                    <a:pt x="356135" y="5813961"/>
                  </a:lnTo>
                  <a:lnTo>
                    <a:pt x="356253" y="5813961"/>
                  </a:lnTo>
                  <a:lnTo>
                    <a:pt x="356488" y="5813961"/>
                  </a:lnTo>
                  <a:lnTo>
                    <a:pt x="356606" y="5813961"/>
                  </a:lnTo>
                  <a:lnTo>
                    <a:pt x="356724" y="5813961"/>
                  </a:lnTo>
                  <a:lnTo>
                    <a:pt x="356724" y="5813530"/>
                  </a:lnTo>
                  <a:lnTo>
                    <a:pt x="356841" y="5813100"/>
                  </a:lnTo>
                  <a:lnTo>
                    <a:pt x="357076" y="5812669"/>
                  </a:lnTo>
                  <a:lnTo>
                    <a:pt x="357194" y="5812669"/>
                  </a:lnTo>
                  <a:lnTo>
                    <a:pt x="357312" y="5812669"/>
                  </a:lnTo>
                  <a:lnTo>
                    <a:pt x="357312" y="5812238"/>
                  </a:lnTo>
                  <a:lnTo>
                    <a:pt x="357429" y="5812238"/>
                  </a:lnTo>
                  <a:lnTo>
                    <a:pt x="357782" y="5812238"/>
                  </a:lnTo>
                  <a:lnTo>
                    <a:pt x="357900" y="5812238"/>
                  </a:lnTo>
                  <a:lnTo>
                    <a:pt x="357900" y="5811808"/>
                  </a:lnTo>
                  <a:lnTo>
                    <a:pt x="357900" y="5811377"/>
                  </a:lnTo>
                  <a:lnTo>
                    <a:pt x="358017" y="5811377"/>
                  </a:lnTo>
                  <a:lnTo>
                    <a:pt x="358135" y="5811377"/>
                  </a:lnTo>
                  <a:lnTo>
                    <a:pt x="358253" y="5811377"/>
                  </a:lnTo>
                  <a:lnTo>
                    <a:pt x="358253" y="5810947"/>
                  </a:lnTo>
                  <a:lnTo>
                    <a:pt x="358370" y="5810947"/>
                  </a:lnTo>
                  <a:lnTo>
                    <a:pt x="358488" y="5810947"/>
                  </a:lnTo>
                  <a:lnTo>
                    <a:pt x="358605" y="5810947"/>
                  </a:lnTo>
                  <a:lnTo>
                    <a:pt x="358723" y="5810947"/>
                  </a:lnTo>
                  <a:lnTo>
                    <a:pt x="358958" y="5810947"/>
                  </a:lnTo>
                  <a:lnTo>
                    <a:pt x="359076" y="5810947"/>
                  </a:lnTo>
                  <a:lnTo>
                    <a:pt x="359193" y="5810947"/>
                  </a:lnTo>
                  <a:lnTo>
                    <a:pt x="359311" y="5810516"/>
                  </a:lnTo>
                  <a:lnTo>
                    <a:pt x="359429" y="5810516"/>
                  </a:lnTo>
                  <a:lnTo>
                    <a:pt x="359546" y="5809655"/>
                  </a:lnTo>
                  <a:lnTo>
                    <a:pt x="359664" y="5809655"/>
                  </a:lnTo>
                  <a:lnTo>
                    <a:pt x="359782" y="5809655"/>
                  </a:lnTo>
                  <a:lnTo>
                    <a:pt x="359782" y="5809224"/>
                  </a:lnTo>
                  <a:lnTo>
                    <a:pt x="359899" y="5809224"/>
                  </a:lnTo>
                  <a:lnTo>
                    <a:pt x="360017" y="5809224"/>
                  </a:lnTo>
                  <a:lnTo>
                    <a:pt x="360134" y="5809224"/>
                  </a:lnTo>
                  <a:lnTo>
                    <a:pt x="360134" y="5808794"/>
                  </a:lnTo>
                  <a:lnTo>
                    <a:pt x="360252" y="5808794"/>
                  </a:lnTo>
                  <a:lnTo>
                    <a:pt x="360370" y="5808794"/>
                  </a:lnTo>
                  <a:lnTo>
                    <a:pt x="360487" y="5808794"/>
                  </a:lnTo>
                  <a:lnTo>
                    <a:pt x="360605" y="5808794"/>
                  </a:lnTo>
                  <a:lnTo>
                    <a:pt x="360722" y="5808363"/>
                  </a:lnTo>
                  <a:lnTo>
                    <a:pt x="360840" y="5808363"/>
                  </a:lnTo>
                  <a:lnTo>
                    <a:pt x="360840" y="5807932"/>
                  </a:lnTo>
                  <a:lnTo>
                    <a:pt x="360958" y="5807932"/>
                  </a:lnTo>
                  <a:lnTo>
                    <a:pt x="361075" y="5807932"/>
                  </a:lnTo>
                  <a:lnTo>
                    <a:pt x="361193" y="5807932"/>
                  </a:lnTo>
                  <a:lnTo>
                    <a:pt x="361193" y="5807502"/>
                  </a:lnTo>
                  <a:lnTo>
                    <a:pt x="361311" y="5807502"/>
                  </a:lnTo>
                  <a:lnTo>
                    <a:pt x="361311" y="5807071"/>
                  </a:lnTo>
                  <a:lnTo>
                    <a:pt x="361428" y="5807071"/>
                  </a:lnTo>
                  <a:lnTo>
                    <a:pt x="361428" y="5806641"/>
                  </a:lnTo>
                  <a:lnTo>
                    <a:pt x="361546" y="5806641"/>
                  </a:lnTo>
                  <a:lnTo>
                    <a:pt x="361663" y="5806641"/>
                  </a:lnTo>
                  <a:lnTo>
                    <a:pt x="361781" y="5806641"/>
                  </a:lnTo>
                  <a:lnTo>
                    <a:pt x="361899" y="5806641"/>
                  </a:lnTo>
                  <a:lnTo>
                    <a:pt x="362016" y="5806641"/>
                  </a:lnTo>
                  <a:lnTo>
                    <a:pt x="362016" y="5806210"/>
                  </a:lnTo>
                  <a:lnTo>
                    <a:pt x="362016" y="5805779"/>
                  </a:lnTo>
                  <a:lnTo>
                    <a:pt x="362134" y="5805779"/>
                  </a:lnTo>
                  <a:lnTo>
                    <a:pt x="362251" y="5805779"/>
                  </a:lnTo>
                  <a:lnTo>
                    <a:pt x="362369" y="5805779"/>
                  </a:lnTo>
                  <a:lnTo>
                    <a:pt x="362604" y="5805779"/>
                  </a:lnTo>
                  <a:lnTo>
                    <a:pt x="362722" y="5805779"/>
                  </a:lnTo>
                  <a:lnTo>
                    <a:pt x="362840" y="5805779"/>
                  </a:lnTo>
                  <a:lnTo>
                    <a:pt x="363075" y="5805779"/>
                  </a:lnTo>
                  <a:lnTo>
                    <a:pt x="363192" y="5805779"/>
                  </a:lnTo>
                  <a:lnTo>
                    <a:pt x="363192" y="5805349"/>
                  </a:lnTo>
                  <a:lnTo>
                    <a:pt x="363310" y="5805349"/>
                  </a:lnTo>
                  <a:lnTo>
                    <a:pt x="363428" y="5805349"/>
                  </a:lnTo>
                  <a:lnTo>
                    <a:pt x="363545" y="5804918"/>
                  </a:lnTo>
                  <a:lnTo>
                    <a:pt x="363663" y="5804918"/>
                  </a:lnTo>
                  <a:lnTo>
                    <a:pt x="363898" y="5804918"/>
                  </a:lnTo>
                  <a:lnTo>
                    <a:pt x="363898" y="5804488"/>
                  </a:lnTo>
                  <a:lnTo>
                    <a:pt x="364016" y="5804488"/>
                  </a:lnTo>
                  <a:lnTo>
                    <a:pt x="364133" y="5804488"/>
                  </a:lnTo>
                  <a:lnTo>
                    <a:pt x="364251" y="5804488"/>
                  </a:lnTo>
                  <a:lnTo>
                    <a:pt x="364251" y="5804057"/>
                  </a:lnTo>
                  <a:lnTo>
                    <a:pt x="364368" y="5804057"/>
                  </a:lnTo>
                  <a:lnTo>
                    <a:pt x="364486" y="5804057"/>
                  </a:lnTo>
                  <a:lnTo>
                    <a:pt x="364604" y="5804057"/>
                  </a:lnTo>
                  <a:lnTo>
                    <a:pt x="364721" y="5804057"/>
                  </a:lnTo>
                  <a:lnTo>
                    <a:pt x="364721" y="5803626"/>
                  </a:lnTo>
                  <a:lnTo>
                    <a:pt x="364839" y="5803626"/>
                  </a:lnTo>
                  <a:lnTo>
                    <a:pt x="364957" y="5803626"/>
                  </a:lnTo>
                  <a:lnTo>
                    <a:pt x="365074" y="5803626"/>
                  </a:lnTo>
                  <a:lnTo>
                    <a:pt x="365074" y="5803196"/>
                  </a:lnTo>
                  <a:lnTo>
                    <a:pt x="365074" y="5802765"/>
                  </a:lnTo>
                  <a:lnTo>
                    <a:pt x="365074" y="5802335"/>
                  </a:lnTo>
                  <a:lnTo>
                    <a:pt x="365192" y="5802335"/>
                  </a:lnTo>
                  <a:lnTo>
                    <a:pt x="365309" y="5802335"/>
                  </a:lnTo>
                  <a:lnTo>
                    <a:pt x="365427" y="5802335"/>
                  </a:lnTo>
                  <a:lnTo>
                    <a:pt x="365545" y="5802335"/>
                  </a:lnTo>
                  <a:lnTo>
                    <a:pt x="365662" y="5802335"/>
                  </a:lnTo>
                  <a:lnTo>
                    <a:pt x="365780" y="5802335"/>
                  </a:lnTo>
                  <a:lnTo>
                    <a:pt x="365780" y="5801904"/>
                  </a:lnTo>
                  <a:lnTo>
                    <a:pt x="365897" y="5801473"/>
                  </a:lnTo>
                  <a:lnTo>
                    <a:pt x="366015" y="5801473"/>
                  </a:lnTo>
                  <a:lnTo>
                    <a:pt x="366133" y="5801473"/>
                  </a:lnTo>
                  <a:lnTo>
                    <a:pt x="366250" y="5801473"/>
                  </a:lnTo>
                  <a:lnTo>
                    <a:pt x="366250" y="5801043"/>
                  </a:lnTo>
                  <a:lnTo>
                    <a:pt x="366486" y="5801043"/>
                  </a:lnTo>
                  <a:lnTo>
                    <a:pt x="366603" y="5801043"/>
                  </a:lnTo>
                  <a:lnTo>
                    <a:pt x="366721" y="5801043"/>
                  </a:lnTo>
                  <a:lnTo>
                    <a:pt x="366838" y="5801043"/>
                  </a:lnTo>
                  <a:lnTo>
                    <a:pt x="366956" y="5801043"/>
                  </a:lnTo>
                  <a:lnTo>
                    <a:pt x="367074" y="5801043"/>
                  </a:lnTo>
                  <a:lnTo>
                    <a:pt x="367191" y="5801043"/>
                  </a:lnTo>
                  <a:lnTo>
                    <a:pt x="367426" y="5801043"/>
                  </a:lnTo>
                  <a:lnTo>
                    <a:pt x="367544" y="5801043"/>
                  </a:lnTo>
                  <a:lnTo>
                    <a:pt x="367544" y="5800612"/>
                  </a:lnTo>
                  <a:lnTo>
                    <a:pt x="367544" y="5800182"/>
                  </a:lnTo>
                  <a:lnTo>
                    <a:pt x="367662" y="5800182"/>
                  </a:lnTo>
                  <a:lnTo>
                    <a:pt x="367662" y="5799751"/>
                  </a:lnTo>
                  <a:lnTo>
                    <a:pt x="367779" y="5799751"/>
                  </a:lnTo>
                  <a:lnTo>
                    <a:pt x="368015" y="5799751"/>
                  </a:lnTo>
                  <a:lnTo>
                    <a:pt x="368132" y="5799751"/>
                  </a:lnTo>
                  <a:lnTo>
                    <a:pt x="368250" y="5799751"/>
                  </a:lnTo>
                  <a:lnTo>
                    <a:pt x="368367" y="5799751"/>
                  </a:lnTo>
                  <a:lnTo>
                    <a:pt x="368485" y="5799751"/>
                  </a:lnTo>
                  <a:lnTo>
                    <a:pt x="368485" y="5799320"/>
                  </a:lnTo>
                  <a:lnTo>
                    <a:pt x="368485" y="5798890"/>
                  </a:lnTo>
                  <a:lnTo>
                    <a:pt x="368603" y="5798890"/>
                  </a:lnTo>
                  <a:lnTo>
                    <a:pt x="368603" y="5798459"/>
                  </a:lnTo>
                  <a:lnTo>
                    <a:pt x="368603" y="5798029"/>
                  </a:lnTo>
                  <a:lnTo>
                    <a:pt x="368603" y="5797598"/>
                  </a:lnTo>
                  <a:lnTo>
                    <a:pt x="368603" y="5797167"/>
                  </a:lnTo>
                  <a:lnTo>
                    <a:pt x="368955" y="5797167"/>
                  </a:lnTo>
                  <a:lnTo>
                    <a:pt x="368955" y="5796737"/>
                  </a:lnTo>
                  <a:lnTo>
                    <a:pt x="368955" y="5796306"/>
                  </a:lnTo>
                  <a:lnTo>
                    <a:pt x="369191" y="5796306"/>
                  </a:lnTo>
                  <a:lnTo>
                    <a:pt x="369308" y="5795876"/>
                  </a:lnTo>
                  <a:lnTo>
                    <a:pt x="369308" y="5795445"/>
                  </a:lnTo>
                  <a:lnTo>
                    <a:pt x="369308" y="5795014"/>
                  </a:lnTo>
                  <a:lnTo>
                    <a:pt x="369308" y="5794584"/>
                  </a:lnTo>
                  <a:lnTo>
                    <a:pt x="369308" y="5794153"/>
                  </a:lnTo>
                  <a:lnTo>
                    <a:pt x="369426" y="5794153"/>
                  </a:lnTo>
                  <a:lnTo>
                    <a:pt x="369544" y="5794153"/>
                  </a:lnTo>
                  <a:lnTo>
                    <a:pt x="369661" y="5794153"/>
                  </a:lnTo>
                  <a:lnTo>
                    <a:pt x="370132" y="5792431"/>
                  </a:lnTo>
                  <a:lnTo>
                    <a:pt x="370249" y="5792431"/>
                  </a:lnTo>
                  <a:lnTo>
                    <a:pt x="370367" y="5792431"/>
                  </a:lnTo>
                  <a:lnTo>
                    <a:pt x="370484" y="5792431"/>
                  </a:lnTo>
                  <a:lnTo>
                    <a:pt x="370602" y="5792431"/>
                  </a:lnTo>
                  <a:lnTo>
                    <a:pt x="370720" y="5792431"/>
                  </a:lnTo>
                  <a:lnTo>
                    <a:pt x="370837" y="5792431"/>
                  </a:lnTo>
                  <a:lnTo>
                    <a:pt x="370837" y="5792000"/>
                  </a:lnTo>
                  <a:lnTo>
                    <a:pt x="370955" y="5792000"/>
                  </a:lnTo>
                  <a:lnTo>
                    <a:pt x="371073" y="5792000"/>
                  </a:lnTo>
                  <a:lnTo>
                    <a:pt x="371190" y="5792000"/>
                  </a:lnTo>
                  <a:lnTo>
                    <a:pt x="371308" y="5791570"/>
                  </a:lnTo>
                  <a:lnTo>
                    <a:pt x="371308" y="5791139"/>
                  </a:lnTo>
                  <a:lnTo>
                    <a:pt x="371425" y="5791139"/>
                  </a:lnTo>
                  <a:lnTo>
                    <a:pt x="371778" y="5791139"/>
                  </a:lnTo>
                  <a:lnTo>
                    <a:pt x="371896" y="5791139"/>
                  </a:lnTo>
                  <a:lnTo>
                    <a:pt x="372013" y="5791139"/>
                  </a:lnTo>
                  <a:lnTo>
                    <a:pt x="372249" y="5791139"/>
                  </a:lnTo>
                  <a:lnTo>
                    <a:pt x="372484" y="5790278"/>
                  </a:lnTo>
                  <a:lnTo>
                    <a:pt x="372601" y="5790278"/>
                  </a:lnTo>
                  <a:lnTo>
                    <a:pt x="372719" y="5789847"/>
                  </a:lnTo>
                  <a:lnTo>
                    <a:pt x="373072" y="5789847"/>
                  </a:lnTo>
                  <a:lnTo>
                    <a:pt x="373190" y="5789847"/>
                  </a:lnTo>
                  <a:lnTo>
                    <a:pt x="373307" y="5789847"/>
                  </a:lnTo>
                  <a:lnTo>
                    <a:pt x="373425" y="5789847"/>
                  </a:lnTo>
                  <a:lnTo>
                    <a:pt x="373542" y="5789417"/>
                  </a:lnTo>
                  <a:lnTo>
                    <a:pt x="373660" y="5789417"/>
                  </a:lnTo>
                  <a:lnTo>
                    <a:pt x="373660" y="5788986"/>
                  </a:lnTo>
                  <a:lnTo>
                    <a:pt x="373778" y="5788986"/>
                  </a:lnTo>
                  <a:lnTo>
                    <a:pt x="373895" y="5788986"/>
                  </a:lnTo>
                  <a:lnTo>
                    <a:pt x="374013" y="5788986"/>
                  </a:lnTo>
                  <a:lnTo>
                    <a:pt x="374130" y="5788986"/>
                  </a:lnTo>
                  <a:lnTo>
                    <a:pt x="374366" y="5788986"/>
                  </a:lnTo>
                  <a:lnTo>
                    <a:pt x="374483" y="5788986"/>
                  </a:lnTo>
                  <a:lnTo>
                    <a:pt x="374601" y="5788986"/>
                  </a:lnTo>
                  <a:lnTo>
                    <a:pt x="374719" y="5788986"/>
                  </a:lnTo>
                  <a:lnTo>
                    <a:pt x="374954" y="5788986"/>
                  </a:lnTo>
                  <a:lnTo>
                    <a:pt x="375071" y="5788555"/>
                  </a:lnTo>
                  <a:lnTo>
                    <a:pt x="375189" y="5788555"/>
                  </a:lnTo>
                  <a:lnTo>
                    <a:pt x="375189" y="5788125"/>
                  </a:lnTo>
                  <a:lnTo>
                    <a:pt x="375307" y="5788125"/>
                  </a:lnTo>
                  <a:lnTo>
                    <a:pt x="375307" y="5787694"/>
                  </a:lnTo>
                  <a:lnTo>
                    <a:pt x="375424" y="5787694"/>
                  </a:lnTo>
                  <a:lnTo>
                    <a:pt x="375542" y="5787694"/>
                  </a:lnTo>
                  <a:lnTo>
                    <a:pt x="375659" y="5787694"/>
                  </a:lnTo>
                  <a:lnTo>
                    <a:pt x="375777" y="5787694"/>
                  </a:lnTo>
                  <a:lnTo>
                    <a:pt x="375895" y="5787694"/>
                  </a:lnTo>
                  <a:lnTo>
                    <a:pt x="376012" y="5787264"/>
                  </a:lnTo>
                  <a:lnTo>
                    <a:pt x="376012" y="5786833"/>
                  </a:lnTo>
                  <a:lnTo>
                    <a:pt x="376130" y="5786833"/>
                  </a:lnTo>
                  <a:lnTo>
                    <a:pt x="376248" y="5786402"/>
                  </a:lnTo>
                  <a:lnTo>
                    <a:pt x="376365" y="5786402"/>
                  </a:lnTo>
                  <a:lnTo>
                    <a:pt x="376483" y="5786402"/>
                  </a:lnTo>
                  <a:lnTo>
                    <a:pt x="376600" y="5786402"/>
                  </a:lnTo>
                  <a:lnTo>
                    <a:pt x="376718" y="5786402"/>
                  </a:lnTo>
                  <a:lnTo>
                    <a:pt x="376836" y="5785972"/>
                  </a:lnTo>
                  <a:lnTo>
                    <a:pt x="376953" y="5785972"/>
                  </a:lnTo>
                  <a:lnTo>
                    <a:pt x="377071" y="5785972"/>
                  </a:lnTo>
                  <a:lnTo>
                    <a:pt x="377188" y="5785972"/>
                  </a:lnTo>
                  <a:lnTo>
                    <a:pt x="377306" y="5785541"/>
                  </a:lnTo>
                  <a:lnTo>
                    <a:pt x="377424" y="5785541"/>
                  </a:lnTo>
                  <a:lnTo>
                    <a:pt x="377424" y="5784680"/>
                  </a:lnTo>
                  <a:lnTo>
                    <a:pt x="377424" y="5784249"/>
                  </a:lnTo>
                  <a:lnTo>
                    <a:pt x="377541" y="5784249"/>
                  </a:lnTo>
                  <a:lnTo>
                    <a:pt x="377541" y="5783819"/>
                  </a:lnTo>
                  <a:lnTo>
                    <a:pt x="377659" y="5783819"/>
                  </a:lnTo>
                  <a:lnTo>
                    <a:pt x="377659" y="5783388"/>
                  </a:lnTo>
                  <a:lnTo>
                    <a:pt x="377777" y="5783388"/>
                  </a:lnTo>
                  <a:lnTo>
                    <a:pt x="377894" y="5783388"/>
                  </a:lnTo>
                  <a:lnTo>
                    <a:pt x="377894" y="5782958"/>
                  </a:lnTo>
                  <a:lnTo>
                    <a:pt x="377894" y="5782527"/>
                  </a:lnTo>
                  <a:lnTo>
                    <a:pt x="378012" y="5782527"/>
                  </a:lnTo>
                  <a:lnTo>
                    <a:pt x="378129" y="5782527"/>
                  </a:lnTo>
                  <a:lnTo>
                    <a:pt x="378247" y="5782527"/>
                  </a:lnTo>
                  <a:lnTo>
                    <a:pt x="378365" y="5782527"/>
                  </a:lnTo>
                  <a:lnTo>
                    <a:pt x="378482" y="5782527"/>
                  </a:lnTo>
                  <a:lnTo>
                    <a:pt x="378600" y="5782527"/>
                  </a:lnTo>
                  <a:lnTo>
                    <a:pt x="378717" y="5782527"/>
                  </a:lnTo>
                  <a:lnTo>
                    <a:pt x="378835" y="5782527"/>
                  </a:lnTo>
                  <a:lnTo>
                    <a:pt x="378953" y="5782527"/>
                  </a:lnTo>
                  <a:lnTo>
                    <a:pt x="379070" y="5782527"/>
                  </a:lnTo>
                  <a:lnTo>
                    <a:pt x="379188" y="5782527"/>
                  </a:lnTo>
                  <a:lnTo>
                    <a:pt x="379306" y="5782096"/>
                  </a:lnTo>
                  <a:lnTo>
                    <a:pt x="379423" y="5782096"/>
                  </a:lnTo>
                  <a:lnTo>
                    <a:pt x="379541" y="5782096"/>
                  </a:lnTo>
                  <a:lnTo>
                    <a:pt x="379658" y="5782096"/>
                  </a:lnTo>
                  <a:lnTo>
                    <a:pt x="379658" y="5781666"/>
                  </a:lnTo>
                  <a:lnTo>
                    <a:pt x="379658" y="5781235"/>
                  </a:lnTo>
                  <a:lnTo>
                    <a:pt x="379658" y="5780805"/>
                  </a:lnTo>
                  <a:lnTo>
                    <a:pt x="379776" y="5780805"/>
                  </a:lnTo>
                  <a:lnTo>
                    <a:pt x="379894" y="5780805"/>
                  </a:lnTo>
                  <a:lnTo>
                    <a:pt x="380011" y="5780805"/>
                  </a:lnTo>
                  <a:lnTo>
                    <a:pt x="380011" y="5780374"/>
                  </a:lnTo>
                  <a:lnTo>
                    <a:pt x="380011" y="5779943"/>
                  </a:lnTo>
                  <a:lnTo>
                    <a:pt x="380129" y="5779943"/>
                  </a:lnTo>
                  <a:lnTo>
                    <a:pt x="380246" y="5779513"/>
                  </a:lnTo>
                  <a:lnTo>
                    <a:pt x="380246" y="5779082"/>
                  </a:lnTo>
                  <a:lnTo>
                    <a:pt x="380482" y="5779082"/>
                  </a:lnTo>
                  <a:lnTo>
                    <a:pt x="380599" y="5779082"/>
                  </a:lnTo>
                  <a:lnTo>
                    <a:pt x="380717" y="5779082"/>
                  </a:lnTo>
                  <a:lnTo>
                    <a:pt x="380834" y="5779082"/>
                  </a:lnTo>
                  <a:lnTo>
                    <a:pt x="380952" y="5779082"/>
                  </a:lnTo>
                  <a:lnTo>
                    <a:pt x="381070" y="5778652"/>
                  </a:lnTo>
                  <a:lnTo>
                    <a:pt x="381187" y="5778652"/>
                  </a:lnTo>
                  <a:lnTo>
                    <a:pt x="381305" y="5778652"/>
                  </a:lnTo>
                  <a:lnTo>
                    <a:pt x="381658" y="5778652"/>
                  </a:lnTo>
                  <a:lnTo>
                    <a:pt x="381658" y="5778221"/>
                  </a:lnTo>
                  <a:lnTo>
                    <a:pt x="381775" y="5778221"/>
                  </a:lnTo>
                  <a:lnTo>
                    <a:pt x="381893" y="5778221"/>
                  </a:lnTo>
                  <a:lnTo>
                    <a:pt x="382011" y="5778221"/>
                  </a:lnTo>
                  <a:lnTo>
                    <a:pt x="382128" y="5778221"/>
                  </a:lnTo>
                  <a:lnTo>
                    <a:pt x="382246" y="5778221"/>
                  </a:lnTo>
                  <a:lnTo>
                    <a:pt x="382363" y="5778221"/>
                  </a:lnTo>
                  <a:lnTo>
                    <a:pt x="382481" y="5778221"/>
                  </a:lnTo>
                  <a:lnTo>
                    <a:pt x="382481" y="5777790"/>
                  </a:lnTo>
                  <a:lnTo>
                    <a:pt x="382599" y="5777790"/>
                  </a:lnTo>
                  <a:lnTo>
                    <a:pt x="382716" y="5777790"/>
                  </a:lnTo>
                  <a:lnTo>
                    <a:pt x="382834" y="5777790"/>
                  </a:lnTo>
                  <a:lnTo>
                    <a:pt x="382952" y="5777790"/>
                  </a:lnTo>
                  <a:lnTo>
                    <a:pt x="382952" y="5776929"/>
                  </a:lnTo>
                  <a:lnTo>
                    <a:pt x="382952" y="5776499"/>
                  </a:lnTo>
                  <a:lnTo>
                    <a:pt x="383187" y="5776499"/>
                  </a:lnTo>
                  <a:lnTo>
                    <a:pt x="383422" y="5776499"/>
                  </a:lnTo>
                  <a:lnTo>
                    <a:pt x="383540" y="5776068"/>
                  </a:lnTo>
                  <a:lnTo>
                    <a:pt x="383657" y="5776068"/>
                  </a:lnTo>
                  <a:lnTo>
                    <a:pt x="383775" y="5775637"/>
                  </a:lnTo>
                  <a:lnTo>
                    <a:pt x="383892" y="5775637"/>
                  </a:lnTo>
                  <a:lnTo>
                    <a:pt x="383892" y="5775207"/>
                  </a:lnTo>
                  <a:lnTo>
                    <a:pt x="384010" y="5775207"/>
                  </a:lnTo>
                  <a:lnTo>
                    <a:pt x="384128" y="5775207"/>
                  </a:lnTo>
                  <a:lnTo>
                    <a:pt x="384363" y="5775207"/>
                  </a:lnTo>
                  <a:lnTo>
                    <a:pt x="384481" y="5775207"/>
                  </a:lnTo>
                  <a:lnTo>
                    <a:pt x="384481" y="5774776"/>
                  </a:lnTo>
                  <a:lnTo>
                    <a:pt x="384598" y="5773915"/>
                  </a:lnTo>
                  <a:lnTo>
                    <a:pt x="384716" y="5773484"/>
                  </a:lnTo>
                  <a:lnTo>
                    <a:pt x="384716" y="5773054"/>
                  </a:lnTo>
                  <a:lnTo>
                    <a:pt x="384716" y="5772623"/>
                  </a:lnTo>
                  <a:lnTo>
                    <a:pt x="384833" y="5772623"/>
                  </a:lnTo>
                  <a:lnTo>
                    <a:pt x="384833" y="5772193"/>
                  </a:lnTo>
                  <a:lnTo>
                    <a:pt x="384833" y="5771762"/>
                  </a:lnTo>
                  <a:lnTo>
                    <a:pt x="384951" y="5771762"/>
                  </a:lnTo>
                  <a:lnTo>
                    <a:pt x="385069" y="5771762"/>
                  </a:lnTo>
                  <a:lnTo>
                    <a:pt x="385186" y="5771762"/>
                  </a:lnTo>
                  <a:lnTo>
                    <a:pt x="385186" y="5771331"/>
                  </a:lnTo>
                  <a:lnTo>
                    <a:pt x="385304" y="5771331"/>
                  </a:lnTo>
                  <a:lnTo>
                    <a:pt x="385421" y="5771331"/>
                  </a:lnTo>
                  <a:lnTo>
                    <a:pt x="385421" y="5770901"/>
                  </a:lnTo>
                  <a:lnTo>
                    <a:pt x="385539" y="5770901"/>
                  </a:lnTo>
                  <a:lnTo>
                    <a:pt x="385539" y="5770470"/>
                  </a:lnTo>
                  <a:lnTo>
                    <a:pt x="385657" y="5770470"/>
                  </a:lnTo>
                  <a:lnTo>
                    <a:pt x="385774" y="5770470"/>
                  </a:lnTo>
                  <a:lnTo>
                    <a:pt x="385892" y="5770040"/>
                  </a:lnTo>
                  <a:lnTo>
                    <a:pt x="386010" y="5770040"/>
                  </a:lnTo>
                  <a:lnTo>
                    <a:pt x="386010" y="5769609"/>
                  </a:lnTo>
                  <a:lnTo>
                    <a:pt x="386245" y="5769609"/>
                  </a:lnTo>
                  <a:lnTo>
                    <a:pt x="386362" y="5769609"/>
                  </a:lnTo>
                  <a:lnTo>
                    <a:pt x="386362" y="5769178"/>
                  </a:lnTo>
                  <a:lnTo>
                    <a:pt x="386480" y="5769178"/>
                  </a:lnTo>
                  <a:lnTo>
                    <a:pt x="386480" y="5768748"/>
                  </a:lnTo>
                  <a:lnTo>
                    <a:pt x="386598" y="5768748"/>
                  </a:lnTo>
                  <a:lnTo>
                    <a:pt x="386715" y="5768748"/>
                  </a:lnTo>
                  <a:lnTo>
                    <a:pt x="386833" y="5768748"/>
                  </a:lnTo>
                  <a:lnTo>
                    <a:pt x="386950" y="5768748"/>
                  </a:lnTo>
                  <a:lnTo>
                    <a:pt x="386950" y="5768317"/>
                  </a:lnTo>
                  <a:lnTo>
                    <a:pt x="387068" y="5768317"/>
                  </a:lnTo>
                  <a:lnTo>
                    <a:pt x="387186" y="5768317"/>
                  </a:lnTo>
                  <a:lnTo>
                    <a:pt x="387303" y="5768317"/>
                  </a:lnTo>
                  <a:lnTo>
                    <a:pt x="387303" y="5767887"/>
                  </a:lnTo>
                  <a:lnTo>
                    <a:pt x="387421" y="5767887"/>
                  </a:lnTo>
                  <a:lnTo>
                    <a:pt x="387539" y="5767887"/>
                  </a:lnTo>
                  <a:lnTo>
                    <a:pt x="387656" y="5767887"/>
                  </a:lnTo>
                  <a:lnTo>
                    <a:pt x="387774" y="5767887"/>
                  </a:lnTo>
                  <a:lnTo>
                    <a:pt x="388244" y="5767887"/>
                  </a:lnTo>
                  <a:lnTo>
                    <a:pt x="388362" y="5767887"/>
                  </a:lnTo>
                  <a:lnTo>
                    <a:pt x="388479" y="5767887"/>
                  </a:lnTo>
                  <a:lnTo>
                    <a:pt x="388597" y="5767887"/>
                  </a:lnTo>
                  <a:lnTo>
                    <a:pt x="388715" y="5767887"/>
                  </a:lnTo>
                  <a:lnTo>
                    <a:pt x="388832" y="5767887"/>
                  </a:lnTo>
                  <a:lnTo>
                    <a:pt x="389067" y="5767887"/>
                  </a:lnTo>
                  <a:lnTo>
                    <a:pt x="389067" y="5767456"/>
                  </a:lnTo>
                  <a:lnTo>
                    <a:pt x="389185" y="5767456"/>
                  </a:lnTo>
                  <a:lnTo>
                    <a:pt x="389185" y="5767025"/>
                  </a:lnTo>
                  <a:lnTo>
                    <a:pt x="389420" y="5767025"/>
                  </a:lnTo>
                  <a:lnTo>
                    <a:pt x="389538" y="5767025"/>
                  </a:lnTo>
                  <a:lnTo>
                    <a:pt x="389656" y="5767025"/>
                  </a:lnTo>
                  <a:lnTo>
                    <a:pt x="389656" y="5766164"/>
                  </a:lnTo>
                  <a:lnTo>
                    <a:pt x="389773" y="5766164"/>
                  </a:lnTo>
                  <a:lnTo>
                    <a:pt x="389891" y="5766164"/>
                  </a:lnTo>
                  <a:lnTo>
                    <a:pt x="390008" y="5765303"/>
                  </a:lnTo>
                  <a:lnTo>
                    <a:pt x="390008" y="5764872"/>
                  </a:lnTo>
                  <a:lnTo>
                    <a:pt x="390008" y="5764442"/>
                  </a:lnTo>
                  <a:lnTo>
                    <a:pt x="390126" y="5764442"/>
                  </a:lnTo>
                  <a:lnTo>
                    <a:pt x="390244" y="5764442"/>
                  </a:lnTo>
                  <a:lnTo>
                    <a:pt x="390361" y="5764442"/>
                  </a:lnTo>
                  <a:lnTo>
                    <a:pt x="390596" y="5764011"/>
                  </a:lnTo>
                  <a:lnTo>
                    <a:pt x="390832" y="5763581"/>
                  </a:lnTo>
                  <a:lnTo>
                    <a:pt x="390949" y="5763581"/>
                  </a:lnTo>
                  <a:lnTo>
                    <a:pt x="391067" y="5763581"/>
                  </a:lnTo>
                  <a:lnTo>
                    <a:pt x="391302" y="5763581"/>
                  </a:lnTo>
                  <a:lnTo>
                    <a:pt x="391302" y="5763150"/>
                  </a:lnTo>
                  <a:lnTo>
                    <a:pt x="391420" y="5763150"/>
                  </a:lnTo>
                  <a:lnTo>
                    <a:pt x="391537" y="5763150"/>
                  </a:lnTo>
                  <a:lnTo>
                    <a:pt x="391773" y="5763150"/>
                  </a:lnTo>
                  <a:lnTo>
                    <a:pt x="391890" y="5763150"/>
                  </a:lnTo>
                  <a:lnTo>
                    <a:pt x="392008" y="5763150"/>
                  </a:lnTo>
                  <a:lnTo>
                    <a:pt x="392125" y="5763150"/>
                  </a:lnTo>
                  <a:lnTo>
                    <a:pt x="392243" y="5762289"/>
                  </a:lnTo>
                  <a:lnTo>
                    <a:pt x="392361" y="5762289"/>
                  </a:lnTo>
                  <a:lnTo>
                    <a:pt x="392478" y="5762289"/>
                  </a:lnTo>
                  <a:lnTo>
                    <a:pt x="392596" y="5762289"/>
                  </a:lnTo>
                  <a:lnTo>
                    <a:pt x="392714" y="5761858"/>
                  </a:lnTo>
                  <a:lnTo>
                    <a:pt x="392831" y="5761858"/>
                  </a:lnTo>
                  <a:lnTo>
                    <a:pt x="393066" y="5761858"/>
                  </a:lnTo>
                  <a:lnTo>
                    <a:pt x="393184" y="5761858"/>
                  </a:lnTo>
                  <a:lnTo>
                    <a:pt x="393302" y="5761858"/>
                  </a:lnTo>
                  <a:lnTo>
                    <a:pt x="393419" y="5761858"/>
                  </a:lnTo>
                  <a:lnTo>
                    <a:pt x="393419" y="5761428"/>
                  </a:lnTo>
                  <a:lnTo>
                    <a:pt x="393537" y="5761428"/>
                  </a:lnTo>
                  <a:lnTo>
                    <a:pt x="393654" y="5760997"/>
                  </a:lnTo>
                  <a:lnTo>
                    <a:pt x="393772" y="5760997"/>
                  </a:lnTo>
                  <a:lnTo>
                    <a:pt x="393890" y="5760997"/>
                  </a:lnTo>
                  <a:lnTo>
                    <a:pt x="394007" y="5760997"/>
                  </a:lnTo>
                  <a:lnTo>
                    <a:pt x="394125" y="5760997"/>
                  </a:lnTo>
                  <a:lnTo>
                    <a:pt x="394243" y="5760997"/>
                  </a:lnTo>
                  <a:lnTo>
                    <a:pt x="394478" y="5760997"/>
                  </a:lnTo>
                  <a:lnTo>
                    <a:pt x="394595" y="5760997"/>
                  </a:lnTo>
                  <a:lnTo>
                    <a:pt x="394595" y="5760566"/>
                  </a:lnTo>
                  <a:lnTo>
                    <a:pt x="394831" y="5760136"/>
                  </a:lnTo>
                  <a:lnTo>
                    <a:pt x="395066" y="5760136"/>
                  </a:lnTo>
                  <a:lnTo>
                    <a:pt x="395419" y="5760136"/>
                  </a:lnTo>
                  <a:lnTo>
                    <a:pt x="395654" y="5760136"/>
                  </a:lnTo>
                  <a:lnTo>
                    <a:pt x="395772" y="5760136"/>
                  </a:lnTo>
                  <a:lnTo>
                    <a:pt x="396007" y="5760136"/>
                  </a:lnTo>
                  <a:lnTo>
                    <a:pt x="396007" y="5759705"/>
                  </a:lnTo>
                  <a:lnTo>
                    <a:pt x="396007" y="5759275"/>
                  </a:lnTo>
                  <a:lnTo>
                    <a:pt x="396242" y="5759275"/>
                  </a:lnTo>
                  <a:lnTo>
                    <a:pt x="396242" y="5758844"/>
                  </a:lnTo>
                  <a:lnTo>
                    <a:pt x="396242" y="5758413"/>
                  </a:lnTo>
                  <a:lnTo>
                    <a:pt x="396360" y="5758413"/>
                  </a:lnTo>
                  <a:lnTo>
                    <a:pt x="396477" y="5757983"/>
                  </a:lnTo>
                  <a:lnTo>
                    <a:pt x="396595" y="5757983"/>
                  </a:lnTo>
                  <a:lnTo>
                    <a:pt x="396712" y="5757983"/>
                  </a:lnTo>
                  <a:lnTo>
                    <a:pt x="396830" y="5757983"/>
                  </a:lnTo>
                  <a:lnTo>
                    <a:pt x="396830" y="5757552"/>
                  </a:lnTo>
                  <a:lnTo>
                    <a:pt x="396830" y="5757122"/>
                  </a:lnTo>
                  <a:lnTo>
                    <a:pt x="396948" y="5757122"/>
                  </a:lnTo>
                  <a:lnTo>
                    <a:pt x="397183" y="5757122"/>
                  </a:lnTo>
                  <a:lnTo>
                    <a:pt x="397300" y="5757122"/>
                  </a:lnTo>
                  <a:lnTo>
                    <a:pt x="397418" y="5757122"/>
                  </a:lnTo>
                  <a:lnTo>
                    <a:pt x="397536" y="5757122"/>
                  </a:lnTo>
                  <a:lnTo>
                    <a:pt x="397536" y="5756691"/>
                  </a:lnTo>
                  <a:lnTo>
                    <a:pt x="397536" y="5756260"/>
                  </a:lnTo>
                  <a:lnTo>
                    <a:pt x="397889" y="5756260"/>
                  </a:lnTo>
                  <a:lnTo>
                    <a:pt x="398006" y="5755830"/>
                  </a:lnTo>
                  <a:lnTo>
                    <a:pt x="398124" y="5755830"/>
                  </a:lnTo>
                  <a:lnTo>
                    <a:pt x="398241" y="5755830"/>
                  </a:lnTo>
                  <a:lnTo>
                    <a:pt x="398359" y="5755830"/>
                  </a:lnTo>
                  <a:lnTo>
                    <a:pt x="398477" y="5755830"/>
                  </a:lnTo>
                  <a:lnTo>
                    <a:pt x="398594" y="5755830"/>
                  </a:lnTo>
                  <a:lnTo>
                    <a:pt x="398947" y="5755399"/>
                  </a:lnTo>
                  <a:lnTo>
                    <a:pt x="399182" y="5755399"/>
                  </a:lnTo>
                  <a:lnTo>
                    <a:pt x="399300" y="5755399"/>
                  </a:lnTo>
                  <a:lnTo>
                    <a:pt x="399300" y="5754969"/>
                  </a:lnTo>
                  <a:lnTo>
                    <a:pt x="399418" y="5754969"/>
                  </a:lnTo>
                  <a:lnTo>
                    <a:pt x="399535" y="5754969"/>
                  </a:lnTo>
                  <a:lnTo>
                    <a:pt x="399653" y="5754969"/>
                  </a:lnTo>
                  <a:lnTo>
                    <a:pt x="399888" y="5754969"/>
                  </a:lnTo>
                  <a:lnTo>
                    <a:pt x="400006" y="5754969"/>
                  </a:lnTo>
                  <a:lnTo>
                    <a:pt x="400123" y="5754969"/>
                  </a:lnTo>
                  <a:lnTo>
                    <a:pt x="400241" y="5754969"/>
                  </a:lnTo>
                  <a:lnTo>
                    <a:pt x="400241" y="5754538"/>
                  </a:lnTo>
                  <a:lnTo>
                    <a:pt x="400241" y="5754107"/>
                  </a:lnTo>
                  <a:lnTo>
                    <a:pt x="400358" y="5754107"/>
                  </a:lnTo>
                  <a:lnTo>
                    <a:pt x="400476" y="5753677"/>
                  </a:lnTo>
                  <a:lnTo>
                    <a:pt x="400594" y="5753677"/>
                  </a:lnTo>
                  <a:lnTo>
                    <a:pt x="400711" y="5753677"/>
                  </a:lnTo>
                  <a:lnTo>
                    <a:pt x="400829" y="5753677"/>
                  </a:lnTo>
                  <a:lnTo>
                    <a:pt x="400947" y="5753677"/>
                  </a:lnTo>
                  <a:lnTo>
                    <a:pt x="400947" y="5753246"/>
                  </a:lnTo>
                  <a:lnTo>
                    <a:pt x="400947" y="5752816"/>
                  </a:lnTo>
                  <a:lnTo>
                    <a:pt x="401064" y="5752816"/>
                  </a:lnTo>
                  <a:lnTo>
                    <a:pt x="401182" y="5752816"/>
                  </a:lnTo>
                  <a:lnTo>
                    <a:pt x="401182" y="5752385"/>
                  </a:lnTo>
                  <a:lnTo>
                    <a:pt x="401299" y="5752385"/>
                  </a:lnTo>
                  <a:lnTo>
                    <a:pt x="401417" y="5752385"/>
                  </a:lnTo>
                  <a:lnTo>
                    <a:pt x="401417" y="5751524"/>
                  </a:lnTo>
                  <a:lnTo>
                    <a:pt x="401535" y="5751524"/>
                  </a:lnTo>
                  <a:lnTo>
                    <a:pt x="401652" y="5751524"/>
                  </a:lnTo>
                  <a:lnTo>
                    <a:pt x="401652" y="5751093"/>
                  </a:lnTo>
                  <a:lnTo>
                    <a:pt x="401770" y="5751093"/>
                  </a:lnTo>
                  <a:lnTo>
                    <a:pt x="401770" y="5750663"/>
                  </a:lnTo>
                  <a:lnTo>
                    <a:pt x="401887" y="5750663"/>
                  </a:lnTo>
                  <a:lnTo>
                    <a:pt x="401887" y="5750232"/>
                  </a:lnTo>
                  <a:lnTo>
                    <a:pt x="402005" y="5750232"/>
                  </a:lnTo>
                  <a:lnTo>
                    <a:pt x="402005" y="5749801"/>
                  </a:lnTo>
                  <a:lnTo>
                    <a:pt x="402005" y="5749371"/>
                  </a:lnTo>
                  <a:lnTo>
                    <a:pt x="402123" y="5749371"/>
                  </a:lnTo>
                  <a:lnTo>
                    <a:pt x="402240" y="5749371"/>
                  </a:lnTo>
                  <a:lnTo>
                    <a:pt x="402358" y="5749371"/>
                  </a:lnTo>
                  <a:lnTo>
                    <a:pt x="402476" y="5749371"/>
                  </a:lnTo>
                  <a:lnTo>
                    <a:pt x="402593" y="5749371"/>
                  </a:lnTo>
                  <a:lnTo>
                    <a:pt x="402711" y="5749371"/>
                  </a:lnTo>
                  <a:lnTo>
                    <a:pt x="402828" y="5749371"/>
                  </a:lnTo>
                  <a:lnTo>
                    <a:pt x="402946" y="5749371"/>
                  </a:lnTo>
                  <a:lnTo>
                    <a:pt x="403064" y="5748940"/>
                  </a:lnTo>
                  <a:lnTo>
                    <a:pt x="403181" y="5748940"/>
                  </a:lnTo>
                  <a:lnTo>
                    <a:pt x="403181" y="5748510"/>
                  </a:lnTo>
                  <a:lnTo>
                    <a:pt x="403299" y="5748510"/>
                  </a:lnTo>
                  <a:lnTo>
                    <a:pt x="403299" y="5748079"/>
                  </a:lnTo>
                  <a:lnTo>
                    <a:pt x="403416" y="5748079"/>
                  </a:lnTo>
                  <a:lnTo>
                    <a:pt x="403652" y="5748079"/>
                  </a:lnTo>
                  <a:lnTo>
                    <a:pt x="403887" y="5748079"/>
                  </a:lnTo>
                  <a:lnTo>
                    <a:pt x="404122" y="5748079"/>
                  </a:lnTo>
                  <a:lnTo>
                    <a:pt x="404122" y="5747648"/>
                  </a:lnTo>
                  <a:lnTo>
                    <a:pt x="404240" y="5747648"/>
                  </a:lnTo>
                  <a:lnTo>
                    <a:pt x="404357" y="5746787"/>
                  </a:lnTo>
                  <a:lnTo>
                    <a:pt x="404475" y="5746787"/>
                  </a:lnTo>
                  <a:lnTo>
                    <a:pt x="404475" y="5746357"/>
                  </a:lnTo>
                  <a:lnTo>
                    <a:pt x="404475" y="5745495"/>
                  </a:lnTo>
                  <a:lnTo>
                    <a:pt x="404710" y="5745495"/>
                  </a:lnTo>
                  <a:lnTo>
                    <a:pt x="405181" y="5745495"/>
                  </a:lnTo>
                  <a:lnTo>
                    <a:pt x="405298" y="5745495"/>
                  </a:lnTo>
                  <a:lnTo>
                    <a:pt x="405298" y="5745065"/>
                  </a:lnTo>
                  <a:lnTo>
                    <a:pt x="405416" y="5745065"/>
                  </a:lnTo>
                  <a:lnTo>
                    <a:pt x="405533" y="5745065"/>
                  </a:lnTo>
                  <a:lnTo>
                    <a:pt x="405651" y="5745065"/>
                  </a:lnTo>
                  <a:lnTo>
                    <a:pt x="405769" y="5744204"/>
                  </a:lnTo>
                  <a:lnTo>
                    <a:pt x="405886" y="5743773"/>
                  </a:lnTo>
                  <a:lnTo>
                    <a:pt x="406004" y="5743773"/>
                  </a:lnTo>
                  <a:lnTo>
                    <a:pt x="406357" y="5742912"/>
                  </a:lnTo>
                  <a:lnTo>
                    <a:pt x="406474" y="5742481"/>
                  </a:lnTo>
                  <a:lnTo>
                    <a:pt x="406592" y="5742481"/>
                  </a:lnTo>
                  <a:lnTo>
                    <a:pt x="406710" y="5742481"/>
                  </a:lnTo>
                  <a:lnTo>
                    <a:pt x="406827" y="5742481"/>
                  </a:lnTo>
                  <a:lnTo>
                    <a:pt x="406945" y="5742481"/>
                  </a:lnTo>
                  <a:lnTo>
                    <a:pt x="406945" y="5742051"/>
                  </a:lnTo>
                  <a:lnTo>
                    <a:pt x="407062" y="5742051"/>
                  </a:lnTo>
                  <a:lnTo>
                    <a:pt x="407298" y="5742051"/>
                  </a:lnTo>
                  <a:lnTo>
                    <a:pt x="407533" y="5741620"/>
                  </a:lnTo>
                  <a:lnTo>
                    <a:pt x="407651" y="5741620"/>
                  </a:lnTo>
                  <a:lnTo>
                    <a:pt x="407768" y="5741620"/>
                  </a:lnTo>
                  <a:lnTo>
                    <a:pt x="407886" y="5741620"/>
                  </a:lnTo>
                  <a:lnTo>
                    <a:pt x="407886" y="5741189"/>
                  </a:lnTo>
                  <a:lnTo>
                    <a:pt x="408003" y="5741189"/>
                  </a:lnTo>
                  <a:lnTo>
                    <a:pt x="408121" y="5741189"/>
                  </a:lnTo>
                  <a:lnTo>
                    <a:pt x="408239" y="5741189"/>
                  </a:lnTo>
                  <a:lnTo>
                    <a:pt x="408356" y="5741189"/>
                  </a:lnTo>
                  <a:lnTo>
                    <a:pt x="408474" y="5741189"/>
                  </a:lnTo>
                  <a:lnTo>
                    <a:pt x="408591" y="5741189"/>
                  </a:lnTo>
                  <a:lnTo>
                    <a:pt x="408709" y="5741189"/>
                  </a:lnTo>
                  <a:lnTo>
                    <a:pt x="408827" y="5741189"/>
                  </a:lnTo>
                  <a:lnTo>
                    <a:pt x="408944" y="5740759"/>
                  </a:lnTo>
                  <a:lnTo>
                    <a:pt x="409180" y="5740759"/>
                  </a:lnTo>
                  <a:lnTo>
                    <a:pt x="409297" y="5740328"/>
                  </a:lnTo>
                  <a:lnTo>
                    <a:pt x="409415" y="5740328"/>
                  </a:lnTo>
                  <a:lnTo>
                    <a:pt x="409415" y="5739898"/>
                  </a:lnTo>
                  <a:lnTo>
                    <a:pt x="409650" y="5739898"/>
                  </a:lnTo>
                  <a:lnTo>
                    <a:pt x="409650" y="5739467"/>
                  </a:lnTo>
                  <a:lnTo>
                    <a:pt x="409885" y="5739467"/>
                  </a:lnTo>
                  <a:lnTo>
                    <a:pt x="410003" y="5739467"/>
                  </a:lnTo>
                  <a:lnTo>
                    <a:pt x="410120" y="5739467"/>
                  </a:lnTo>
                  <a:lnTo>
                    <a:pt x="410238" y="5739467"/>
                  </a:lnTo>
                  <a:lnTo>
                    <a:pt x="410356" y="5739467"/>
                  </a:lnTo>
                  <a:lnTo>
                    <a:pt x="410473" y="5739467"/>
                  </a:lnTo>
                  <a:lnTo>
                    <a:pt x="410473" y="5739036"/>
                  </a:lnTo>
                  <a:lnTo>
                    <a:pt x="410709" y="5739036"/>
                  </a:lnTo>
                  <a:lnTo>
                    <a:pt x="410709" y="5738606"/>
                  </a:lnTo>
                  <a:lnTo>
                    <a:pt x="410826" y="5738606"/>
                  </a:lnTo>
                  <a:lnTo>
                    <a:pt x="410826" y="5738175"/>
                  </a:lnTo>
                  <a:lnTo>
                    <a:pt x="410826" y="5737745"/>
                  </a:lnTo>
                  <a:lnTo>
                    <a:pt x="410944" y="5737745"/>
                  </a:lnTo>
                  <a:lnTo>
                    <a:pt x="411061" y="5737745"/>
                  </a:lnTo>
                  <a:lnTo>
                    <a:pt x="411179" y="5737314"/>
                  </a:lnTo>
                  <a:lnTo>
                    <a:pt x="411297" y="5737314"/>
                  </a:lnTo>
                  <a:lnTo>
                    <a:pt x="411414" y="5737314"/>
                  </a:lnTo>
                  <a:lnTo>
                    <a:pt x="411649" y="5737314"/>
                  </a:lnTo>
                  <a:lnTo>
                    <a:pt x="411767" y="5737314"/>
                  </a:lnTo>
                  <a:lnTo>
                    <a:pt x="411885" y="5737314"/>
                  </a:lnTo>
                  <a:lnTo>
                    <a:pt x="412120" y="5736883"/>
                  </a:lnTo>
                  <a:lnTo>
                    <a:pt x="412237" y="5736453"/>
                  </a:lnTo>
                  <a:lnTo>
                    <a:pt x="412355" y="5736022"/>
                  </a:lnTo>
                  <a:lnTo>
                    <a:pt x="412473" y="5736022"/>
                  </a:lnTo>
                  <a:lnTo>
                    <a:pt x="412590" y="5735592"/>
                  </a:lnTo>
                  <a:lnTo>
                    <a:pt x="412708" y="5735592"/>
                  </a:lnTo>
                  <a:lnTo>
                    <a:pt x="413061" y="5735592"/>
                  </a:lnTo>
                  <a:lnTo>
                    <a:pt x="413178" y="5735161"/>
                  </a:lnTo>
                  <a:lnTo>
                    <a:pt x="413178" y="5734730"/>
                  </a:lnTo>
                  <a:lnTo>
                    <a:pt x="413296" y="5734730"/>
                  </a:lnTo>
                  <a:lnTo>
                    <a:pt x="413296" y="5734300"/>
                  </a:lnTo>
                  <a:lnTo>
                    <a:pt x="413296" y="5733869"/>
                  </a:lnTo>
                  <a:lnTo>
                    <a:pt x="413414" y="5733869"/>
                  </a:lnTo>
                  <a:lnTo>
                    <a:pt x="413414" y="5733439"/>
                  </a:lnTo>
                  <a:lnTo>
                    <a:pt x="413531" y="5733439"/>
                  </a:lnTo>
                  <a:lnTo>
                    <a:pt x="413531" y="5733008"/>
                  </a:lnTo>
                  <a:lnTo>
                    <a:pt x="413531" y="5732577"/>
                  </a:lnTo>
                  <a:lnTo>
                    <a:pt x="413766" y="5732577"/>
                  </a:lnTo>
                  <a:lnTo>
                    <a:pt x="413884" y="5732577"/>
                  </a:lnTo>
                  <a:lnTo>
                    <a:pt x="414002" y="5732577"/>
                  </a:lnTo>
                  <a:lnTo>
                    <a:pt x="414002" y="5732147"/>
                  </a:lnTo>
                  <a:lnTo>
                    <a:pt x="414119" y="5732147"/>
                  </a:lnTo>
                  <a:lnTo>
                    <a:pt x="414237" y="5732147"/>
                  </a:lnTo>
                  <a:lnTo>
                    <a:pt x="414355" y="5732147"/>
                  </a:lnTo>
                  <a:lnTo>
                    <a:pt x="414355" y="5731716"/>
                  </a:lnTo>
                  <a:lnTo>
                    <a:pt x="414355" y="5731286"/>
                  </a:lnTo>
                  <a:lnTo>
                    <a:pt x="414590" y="5730855"/>
                  </a:lnTo>
                  <a:lnTo>
                    <a:pt x="414590" y="5730424"/>
                  </a:lnTo>
                  <a:lnTo>
                    <a:pt x="414707" y="5730424"/>
                  </a:lnTo>
                  <a:lnTo>
                    <a:pt x="414707" y="5729994"/>
                  </a:lnTo>
                  <a:lnTo>
                    <a:pt x="414825" y="5729994"/>
                  </a:lnTo>
                  <a:lnTo>
                    <a:pt x="414943" y="5729994"/>
                  </a:lnTo>
                  <a:lnTo>
                    <a:pt x="415060" y="5729994"/>
                  </a:lnTo>
                  <a:lnTo>
                    <a:pt x="415178" y="5729994"/>
                  </a:lnTo>
                  <a:lnTo>
                    <a:pt x="415295" y="5729994"/>
                  </a:lnTo>
                  <a:lnTo>
                    <a:pt x="415413" y="5729994"/>
                  </a:lnTo>
                  <a:lnTo>
                    <a:pt x="415531" y="5729994"/>
                  </a:lnTo>
                  <a:lnTo>
                    <a:pt x="415648" y="5729994"/>
                  </a:lnTo>
                  <a:lnTo>
                    <a:pt x="415766" y="5729994"/>
                  </a:lnTo>
                  <a:lnTo>
                    <a:pt x="415884" y="5729994"/>
                  </a:lnTo>
                  <a:lnTo>
                    <a:pt x="416001" y="5729994"/>
                  </a:lnTo>
                  <a:lnTo>
                    <a:pt x="416001" y="5729563"/>
                  </a:lnTo>
                  <a:lnTo>
                    <a:pt x="416119" y="5729133"/>
                  </a:lnTo>
                  <a:lnTo>
                    <a:pt x="416354" y="5729133"/>
                  </a:lnTo>
                  <a:lnTo>
                    <a:pt x="416354" y="5728271"/>
                  </a:lnTo>
                  <a:lnTo>
                    <a:pt x="416472" y="5728271"/>
                  </a:lnTo>
                  <a:lnTo>
                    <a:pt x="416824" y="5728271"/>
                  </a:lnTo>
                  <a:lnTo>
                    <a:pt x="416824" y="5727841"/>
                  </a:lnTo>
                  <a:lnTo>
                    <a:pt x="416942" y="5727841"/>
                  </a:lnTo>
                  <a:lnTo>
                    <a:pt x="416942" y="5727410"/>
                  </a:lnTo>
                  <a:lnTo>
                    <a:pt x="416942" y="5726980"/>
                  </a:lnTo>
                  <a:lnTo>
                    <a:pt x="416942" y="5726549"/>
                  </a:lnTo>
                  <a:lnTo>
                    <a:pt x="417177" y="5726549"/>
                  </a:lnTo>
                  <a:lnTo>
                    <a:pt x="417177" y="5725688"/>
                  </a:lnTo>
                  <a:lnTo>
                    <a:pt x="417177" y="5725257"/>
                  </a:lnTo>
                  <a:lnTo>
                    <a:pt x="417295" y="5724396"/>
                  </a:lnTo>
                  <a:lnTo>
                    <a:pt x="417413" y="5724396"/>
                  </a:lnTo>
                  <a:lnTo>
                    <a:pt x="417530" y="5724396"/>
                  </a:lnTo>
                  <a:lnTo>
                    <a:pt x="417648" y="5724396"/>
                  </a:lnTo>
                  <a:lnTo>
                    <a:pt x="417765" y="5724396"/>
                  </a:lnTo>
                  <a:lnTo>
                    <a:pt x="417883" y="5724396"/>
                  </a:lnTo>
                  <a:lnTo>
                    <a:pt x="418001" y="5724396"/>
                  </a:lnTo>
                  <a:lnTo>
                    <a:pt x="418118" y="5724396"/>
                  </a:lnTo>
                  <a:lnTo>
                    <a:pt x="418236" y="5724396"/>
                  </a:lnTo>
                  <a:lnTo>
                    <a:pt x="418353" y="5724396"/>
                  </a:lnTo>
                  <a:lnTo>
                    <a:pt x="418471" y="5724396"/>
                  </a:lnTo>
                  <a:lnTo>
                    <a:pt x="418589" y="5724396"/>
                  </a:lnTo>
                  <a:lnTo>
                    <a:pt x="418706" y="5724396"/>
                  </a:lnTo>
                  <a:lnTo>
                    <a:pt x="418824" y="5724396"/>
                  </a:lnTo>
                  <a:lnTo>
                    <a:pt x="418942" y="5724396"/>
                  </a:lnTo>
                  <a:lnTo>
                    <a:pt x="419059" y="5724396"/>
                  </a:lnTo>
                  <a:lnTo>
                    <a:pt x="419177" y="5724396"/>
                  </a:lnTo>
                  <a:lnTo>
                    <a:pt x="419294" y="5724396"/>
                  </a:lnTo>
                  <a:lnTo>
                    <a:pt x="419412" y="5724396"/>
                  </a:lnTo>
                  <a:lnTo>
                    <a:pt x="419530" y="5724396"/>
                  </a:lnTo>
                  <a:lnTo>
                    <a:pt x="419647" y="5724396"/>
                  </a:lnTo>
                  <a:lnTo>
                    <a:pt x="419765" y="5724396"/>
                  </a:lnTo>
                  <a:lnTo>
                    <a:pt x="419882" y="5723965"/>
                  </a:lnTo>
                  <a:lnTo>
                    <a:pt x="420588" y="5723535"/>
                  </a:lnTo>
                  <a:lnTo>
                    <a:pt x="420706" y="5723535"/>
                  </a:lnTo>
                  <a:lnTo>
                    <a:pt x="420706" y="5723104"/>
                  </a:lnTo>
                  <a:lnTo>
                    <a:pt x="420706" y="5722674"/>
                  </a:lnTo>
                  <a:lnTo>
                    <a:pt x="420823" y="5722243"/>
                  </a:lnTo>
                  <a:lnTo>
                    <a:pt x="421059" y="5722243"/>
                  </a:lnTo>
                  <a:lnTo>
                    <a:pt x="421059" y="5721812"/>
                  </a:lnTo>
                  <a:lnTo>
                    <a:pt x="421059" y="5721382"/>
                  </a:lnTo>
                  <a:lnTo>
                    <a:pt x="421176" y="5721382"/>
                  </a:lnTo>
                  <a:lnTo>
                    <a:pt x="421411" y="5721382"/>
                  </a:lnTo>
                  <a:lnTo>
                    <a:pt x="421647" y="5721382"/>
                  </a:lnTo>
                  <a:lnTo>
                    <a:pt x="421764" y="5721382"/>
                  </a:lnTo>
                  <a:lnTo>
                    <a:pt x="421882" y="5721382"/>
                  </a:lnTo>
                  <a:lnTo>
                    <a:pt x="421999" y="5721382"/>
                  </a:lnTo>
                  <a:lnTo>
                    <a:pt x="422117" y="5721382"/>
                  </a:lnTo>
                  <a:lnTo>
                    <a:pt x="422117" y="5720951"/>
                  </a:lnTo>
                  <a:lnTo>
                    <a:pt x="422235" y="5720951"/>
                  </a:lnTo>
                  <a:lnTo>
                    <a:pt x="422352" y="5720951"/>
                  </a:lnTo>
                  <a:lnTo>
                    <a:pt x="422352" y="5720521"/>
                  </a:lnTo>
                  <a:lnTo>
                    <a:pt x="422352" y="5720090"/>
                  </a:lnTo>
                  <a:lnTo>
                    <a:pt x="422470" y="5720090"/>
                  </a:lnTo>
                  <a:lnTo>
                    <a:pt x="422588" y="5720090"/>
                  </a:lnTo>
                  <a:lnTo>
                    <a:pt x="422588" y="5719659"/>
                  </a:lnTo>
                  <a:lnTo>
                    <a:pt x="422705" y="5719659"/>
                  </a:lnTo>
                  <a:lnTo>
                    <a:pt x="422705" y="5719229"/>
                  </a:lnTo>
                  <a:lnTo>
                    <a:pt x="422705" y="5718798"/>
                  </a:lnTo>
                  <a:lnTo>
                    <a:pt x="422823" y="5718798"/>
                  </a:lnTo>
                  <a:lnTo>
                    <a:pt x="422940" y="5718798"/>
                  </a:lnTo>
                  <a:lnTo>
                    <a:pt x="423058" y="5718798"/>
                  </a:lnTo>
                  <a:lnTo>
                    <a:pt x="423293" y="5718798"/>
                  </a:lnTo>
                  <a:lnTo>
                    <a:pt x="423293" y="5718368"/>
                  </a:lnTo>
                  <a:lnTo>
                    <a:pt x="423293" y="5717937"/>
                  </a:lnTo>
                  <a:lnTo>
                    <a:pt x="423411" y="5717937"/>
                  </a:lnTo>
                  <a:lnTo>
                    <a:pt x="423528" y="5717937"/>
                  </a:lnTo>
                  <a:lnTo>
                    <a:pt x="423646" y="5717076"/>
                  </a:lnTo>
                  <a:lnTo>
                    <a:pt x="423764" y="5717076"/>
                  </a:lnTo>
                  <a:lnTo>
                    <a:pt x="423881" y="5717076"/>
                  </a:lnTo>
                  <a:lnTo>
                    <a:pt x="423999" y="5717076"/>
                  </a:lnTo>
                  <a:lnTo>
                    <a:pt x="423999" y="5716645"/>
                  </a:lnTo>
                  <a:lnTo>
                    <a:pt x="423999" y="5716215"/>
                  </a:lnTo>
                  <a:lnTo>
                    <a:pt x="424117" y="5716215"/>
                  </a:lnTo>
                  <a:lnTo>
                    <a:pt x="424117" y="5715353"/>
                  </a:lnTo>
                  <a:lnTo>
                    <a:pt x="424117" y="5714923"/>
                  </a:lnTo>
                  <a:lnTo>
                    <a:pt x="424234" y="5714923"/>
                  </a:lnTo>
                  <a:lnTo>
                    <a:pt x="424352" y="5714923"/>
                  </a:lnTo>
                  <a:lnTo>
                    <a:pt x="424352" y="5714492"/>
                  </a:lnTo>
                  <a:lnTo>
                    <a:pt x="424352" y="5714062"/>
                  </a:lnTo>
                  <a:lnTo>
                    <a:pt x="424469" y="5714062"/>
                  </a:lnTo>
                  <a:lnTo>
                    <a:pt x="424587" y="5714062"/>
                  </a:lnTo>
                  <a:lnTo>
                    <a:pt x="424705" y="5714062"/>
                  </a:lnTo>
                  <a:lnTo>
                    <a:pt x="424940" y="5714062"/>
                  </a:lnTo>
                  <a:lnTo>
                    <a:pt x="425057" y="5714062"/>
                  </a:lnTo>
                  <a:lnTo>
                    <a:pt x="425293" y="5714062"/>
                  </a:lnTo>
                  <a:lnTo>
                    <a:pt x="425646" y="5713631"/>
                  </a:lnTo>
                  <a:lnTo>
                    <a:pt x="425763" y="5713631"/>
                  </a:lnTo>
                  <a:lnTo>
                    <a:pt x="425881" y="5713631"/>
                  </a:lnTo>
                  <a:lnTo>
                    <a:pt x="426234" y="5713631"/>
                  </a:lnTo>
                  <a:lnTo>
                    <a:pt x="426351" y="5713631"/>
                  </a:lnTo>
                  <a:lnTo>
                    <a:pt x="426351" y="5713200"/>
                  </a:lnTo>
                  <a:lnTo>
                    <a:pt x="426351" y="5712770"/>
                  </a:lnTo>
                  <a:lnTo>
                    <a:pt x="426351" y="5712339"/>
                  </a:lnTo>
                  <a:lnTo>
                    <a:pt x="426704" y="5712339"/>
                  </a:lnTo>
                  <a:lnTo>
                    <a:pt x="426822" y="5711478"/>
                  </a:lnTo>
                  <a:lnTo>
                    <a:pt x="426939" y="5711047"/>
                  </a:lnTo>
                  <a:lnTo>
                    <a:pt x="427057" y="5711047"/>
                  </a:lnTo>
                  <a:lnTo>
                    <a:pt x="427057" y="5710617"/>
                  </a:lnTo>
                  <a:lnTo>
                    <a:pt x="427175" y="5710617"/>
                  </a:lnTo>
                  <a:lnTo>
                    <a:pt x="427175" y="5710186"/>
                  </a:lnTo>
                  <a:lnTo>
                    <a:pt x="427292" y="5710186"/>
                  </a:lnTo>
                  <a:lnTo>
                    <a:pt x="427292" y="5709756"/>
                  </a:lnTo>
                  <a:lnTo>
                    <a:pt x="427410" y="5709756"/>
                  </a:lnTo>
                  <a:lnTo>
                    <a:pt x="427527" y="5709756"/>
                  </a:lnTo>
                  <a:lnTo>
                    <a:pt x="427645" y="5709756"/>
                  </a:lnTo>
                  <a:lnTo>
                    <a:pt x="427645" y="5709325"/>
                  </a:lnTo>
                  <a:lnTo>
                    <a:pt x="427763" y="5709325"/>
                  </a:lnTo>
                  <a:lnTo>
                    <a:pt x="427880" y="5709325"/>
                  </a:lnTo>
                  <a:lnTo>
                    <a:pt x="427880" y="5708894"/>
                  </a:lnTo>
                  <a:lnTo>
                    <a:pt x="427998" y="5708894"/>
                  </a:lnTo>
                  <a:lnTo>
                    <a:pt x="428115" y="5708894"/>
                  </a:lnTo>
                  <a:lnTo>
                    <a:pt x="428115" y="5708464"/>
                  </a:lnTo>
                  <a:lnTo>
                    <a:pt x="428115" y="5708033"/>
                  </a:lnTo>
                  <a:lnTo>
                    <a:pt x="428233" y="5708033"/>
                  </a:lnTo>
                  <a:lnTo>
                    <a:pt x="428351" y="5708033"/>
                  </a:lnTo>
                  <a:lnTo>
                    <a:pt x="428468" y="5708033"/>
                  </a:lnTo>
                  <a:lnTo>
                    <a:pt x="428586" y="5708033"/>
                  </a:lnTo>
                  <a:lnTo>
                    <a:pt x="428703" y="5708033"/>
                  </a:lnTo>
                  <a:lnTo>
                    <a:pt x="428821" y="5708033"/>
                  </a:lnTo>
                  <a:lnTo>
                    <a:pt x="428939" y="5708033"/>
                  </a:lnTo>
                  <a:lnTo>
                    <a:pt x="429174" y="5708033"/>
                  </a:lnTo>
                  <a:lnTo>
                    <a:pt x="429292" y="5708033"/>
                  </a:lnTo>
                  <a:lnTo>
                    <a:pt x="429409" y="5708033"/>
                  </a:lnTo>
                  <a:lnTo>
                    <a:pt x="429409" y="5707603"/>
                  </a:lnTo>
                  <a:lnTo>
                    <a:pt x="429527" y="5707603"/>
                  </a:lnTo>
                  <a:lnTo>
                    <a:pt x="429527" y="5707172"/>
                  </a:lnTo>
                  <a:lnTo>
                    <a:pt x="429644" y="5707172"/>
                  </a:lnTo>
                  <a:lnTo>
                    <a:pt x="429762" y="5707172"/>
                  </a:lnTo>
                  <a:lnTo>
                    <a:pt x="429880" y="5706741"/>
                  </a:lnTo>
                  <a:lnTo>
                    <a:pt x="429997" y="5706741"/>
                  </a:lnTo>
                  <a:lnTo>
                    <a:pt x="430115" y="5706741"/>
                  </a:lnTo>
                  <a:lnTo>
                    <a:pt x="430232" y="5706741"/>
                  </a:lnTo>
                  <a:lnTo>
                    <a:pt x="430350" y="5706741"/>
                  </a:lnTo>
                  <a:lnTo>
                    <a:pt x="430468" y="5706741"/>
                  </a:lnTo>
                  <a:lnTo>
                    <a:pt x="430585" y="5706741"/>
                  </a:lnTo>
                  <a:lnTo>
                    <a:pt x="430703" y="5706741"/>
                  </a:lnTo>
                  <a:lnTo>
                    <a:pt x="430821" y="5706311"/>
                  </a:lnTo>
                  <a:lnTo>
                    <a:pt x="430938" y="5706311"/>
                  </a:lnTo>
                  <a:lnTo>
                    <a:pt x="431056" y="5706311"/>
                  </a:lnTo>
                  <a:lnTo>
                    <a:pt x="431056" y="5705880"/>
                  </a:lnTo>
                  <a:lnTo>
                    <a:pt x="431056" y="5705450"/>
                  </a:lnTo>
                  <a:lnTo>
                    <a:pt x="431056" y="5705019"/>
                  </a:lnTo>
                  <a:lnTo>
                    <a:pt x="431056" y="5704588"/>
                  </a:lnTo>
                  <a:lnTo>
                    <a:pt x="431173" y="5704588"/>
                  </a:lnTo>
                  <a:lnTo>
                    <a:pt x="431291" y="5704588"/>
                  </a:lnTo>
                  <a:lnTo>
                    <a:pt x="431409" y="5704588"/>
                  </a:lnTo>
                  <a:lnTo>
                    <a:pt x="431526" y="5704158"/>
                  </a:lnTo>
                  <a:lnTo>
                    <a:pt x="431526" y="5703727"/>
                  </a:lnTo>
                  <a:lnTo>
                    <a:pt x="431644" y="5703727"/>
                  </a:lnTo>
                  <a:lnTo>
                    <a:pt x="431761" y="5703297"/>
                  </a:lnTo>
                  <a:lnTo>
                    <a:pt x="431879" y="5702866"/>
                  </a:lnTo>
                  <a:lnTo>
                    <a:pt x="431997" y="5702866"/>
                  </a:lnTo>
                  <a:lnTo>
                    <a:pt x="431997" y="5702435"/>
                  </a:lnTo>
                  <a:lnTo>
                    <a:pt x="431997" y="5702005"/>
                  </a:lnTo>
                  <a:lnTo>
                    <a:pt x="432114" y="5702005"/>
                  </a:lnTo>
                  <a:lnTo>
                    <a:pt x="432114" y="5701574"/>
                  </a:lnTo>
                  <a:lnTo>
                    <a:pt x="432114" y="5701144"/>
                  </a:lnTo>
                  <a:lnTo>
                    <a:pt x="432114" y="5700713"/>
                  </a:lnTo>
                  <a:lnTo>
                    <a:pt x="432585" y="5700713"/>
                  </a:lnTo>
                  <a:lnTo>
                    <a:pt x="432702" y="5700713"/>
                  </a:lnTo>
                  <a:lnTo>
                    <a:pt x="432820" y="5700713"/>
                  </a:lnTo>
                  <a:lnTo>
                    <a:pt x="432938" y="5700713"/>
                  </a:lnTo>
                  <a:lnTo>
                    <a:pt x="433055" y="5700713"/>
                  </a:lnTo>
                  <a:lnTo>
                    <a:pt x="433055" y="5700282"/>
                  </a:lnTo>
                  <a:lnTo>
                    <a:pt x="433290" y="5700282"/>
                  </a:lnTo>
                  <a:lnTo>
                    <a:pt x="433408" y="5700282"/>
                  </a:lnTo>
                  <a:lnTo>
                    <a:pt x="433526" y="5700282"/>
                  </a:lnTo>
                  <a:lnTo>
                    <a:pt x="433643" y="5700282"/>
                  </a:lnTo>
                  <a:lnTo>
                    <a:pt x="433643" y="5699852"/>
                  </a:lnTo>
                  <a:lnTo>
                    <a:pt x="433761" y="5699852"/>
                  </a:lnTo>
                  <a:lnTo>
                    <a:pt x="433761" y="5699421"/>
                  </a:lnTo>
                  <a:lnTo>
                    <a:pt x="433761" y="5698991"/>
                  </a:lnTo>
                  <a:lnTo>
                    <a:pt x="433879" y="5698991"/>
                  </a:lnTo>
                  <a:lnTo>
                    <a:pt x="433996" y="5698991"/>
                  </a:lnTo>
                  <a:lnTo>
                    <a:pt x="434114" y="5698991"/>
                  </a:lnTo>
                  <a:lnTo>
                    <a:pt x="434349" y="5698991"/>
                  </a:lnTo>
                  <a:lnTo>
                    <a:pt x="434349" y="5698129"/>
                  </a:lnTo>
                  <a:lnTo>
                    <a:pt x="434467" y="5698129"/>
                  </a:lnTo>
                  <a:lnTo>
                    <a:pt x="434584" y="5698129"/>
                  </a:lnTo>
                  <a:lnTo>
                    <a:pt x="434702" y="5698129"/>
                  </a:lnTo>
                  <a:lnTo>
                    <a:pt x="434819" y="5698129"/>
                  </a:lnTo>
                  <a:lnTo>
                    <a:pt x="434937" y="5698129"/>
                  </a:lnTo>
                  <a:lnTo>
                    <a:pt x="435055" y="5698129"/>
                  </a:lnTo>
                  <a:lnTo>
                    <a:pt x="435172" y="5698129"/>
                  </a:lnTo>
                  <a:lnTo>
                    <a:pt x="435290" y="5697699"/>
                  </a:lnTo>
                  <a:lnTo>
                    <a:pt x="435408" y="5697699"/>
                  </a:lnTo>
                  <a:lnTo>
                    <a:pt x="435525" y="5697699"/>
                  </a:lnTo>
                  <a:lnTo>
                    <a:pt x="435760" y="5697699"/>
                  </a:lnTo>
                  <a:lnTo>
                    <a:pt x="435878" y="5697268"/>
                  </a:lnTo>
                  <a:lnTo>
                    <a:pt x="435878" y="5696838"/>
                  </a:lnTo>
                  <a:lnTo>
                    <a:pt x="435878" y="5696407"/>
                  </a:lnTo>
                  <a:lnTo>
                    <a:pt x="435878" y="5695976"/>
                  </a:lnTo>
                  <a:lnTo>
                    <a:pt x="436348" y="5695546"/>
                  </a:lnTo>
                  <a:lnTo>
                    <a:pt x="436466" y="5695546"/>
                  </a:lnTo>
                  <a:lnTo>
                    <a:pt x="436584" y="5695115"/>
                  </a:lnTo>
                  <a:lnTo>
                    <a:pt x="436701" y="5695115"/>
                  </a:lnTo>
                  <a:lnTo>
                    <a:pt x="436701" y="5694685"/>
                  </a:lnTo>
                  <a:lnTo>
                    <a:pt x="436819" y="5694685"/>
                  </a:lnTo>
                  <a:lnTo>
                    <a:pt x="437054" y="5694254"/>
                  </a:lnTo>
                  <a:lnTo>
                    <a:pt x="437054" y="5693823"/>
                  </a:lnTo>
                  <a:lnTo>
                    <a:pt x="437054" y="5693393"/>
                  </a:lnTo>
                  <a:lnTo>
                    <a:pt x="437172" y="5693393"/>
                  </a:lnTo>
                  <a:lnTo>
                    <a:pt x="437407" y="5693393"/>
                  </a:lnTo>
                  <a:lnTo>
                    <a:pt x="437407" y="5692962"/>
                  </a:lnTo>
                  <a:lnTo>
                    <a:pt x="437525" y="5692962"/>
                  </a:lnTo>
                  <a:lnTo>
                    <a:pt x="437760" y="5692962"/>
                  </a:lnTo>
                  <a:lnTo>
                    <a:pt x="437877" y="5692962"/>
                  </a:lnTo>
                  <a:lnTo>
                    <a:pt x="437995" y="5692962"/>
                  </a:lnTo>
                  <a:lnTo>
                    <a:pt x="437995" y="5692532"/>
                  </a:lnTo>
                  <a:lnTo>
                    <a:pt x="438113" y="5692532"/>
                  </a:lnTo>
                  <a:lnTo>
                    <a:pt x="438230" y="5692532"/>
                  </a:lnTo>
                  <a:lnTo>
                    <a:pt x="438348" y="5692532"/>
                  </a:lnTo>
                  <a:lnTo>
                    <a:pt x="438465" y="5692532"/>
                  </a:lnTo>
                  <a:lnTo>
                    <a:pt x="438583" y="5692532"/>
                  </a:lnTo>
                  <a:lnTo>
                    <a:pt x="438583" y="5692101"/>
                  </a:lnTo>
                  <a:lnTo>
                    <a:pt x="438583" y="5691670"/>
                  </a:lnTo>
                  <a:lnTo>
                    <a:pt x="438701" y="5691670"/>
                  </a:lnTo>
                  <a:lnTo>
                    <a:pt x="439054" y="5691240"/>
                  </a:lnTo>
                  <a:lnTo>
                    <a:pt x="439171" y="5691240"/>
                  </a:lnTo>
                  <a:lnTo>
                    <a:pt x="439406" y="5690809"/>
                  </a:lnTo>
                  <a:lnTo>
                    <a:pt x="439406" y="5690379"/>
                  </a:lnTo>
                  <a:lnTo>
                    <a:pt x="439642" y="5690379"/>
                  </a:lnTo>
                  <a:lnTo>
                    <a:pt x="439642" y="5689948"/>
                  </a:lnTo>
                  <a:lnTo>
                    <a:pt x="439759" y="5689948"/>
                  </a:lnTo>
                  <a:lnTo>
                    <a:pt x="439759" y="5689517"/>
                  </a:lnTo>
                  <a:lnTo>
                    <a:pt x="439877" y="5689517"/>
                  </a:lnTo>
                  <a:lnTo>
                    <a:pt x="439994" y="5689517"/>
                  </a:lnTo>
                  <a:lnTo>
                    <a:pt x="439994" y="5689087"/>
                  </a:lnTo>
                  <a:lnTo>
                    <a:pt x="440112" y="5689087"/>
                  </a:lnTo>
                  <a:lnTo>
                    <a:pt x="440230" y="5688656"/>
                  </a:lnTo>
                  <a:lnTo>
                    <a:pt x="440230" y="5688226"/>
                  </a:lnTo>
                  <a:lnTo>
                    <a:pt x="440347" y="5688226"/>
                  </a:lnTo>
                  <a:lnTo>
                    <a:pt x="440465" y="5688226"/>
                  </a:lnTo>
                  <a:lnTo>
                    <a:pt x="440583" y="5688226"/>
                  </a:lnTo>
                  <a:lnTo>
                    <a:pt x="440700" y="5688226"/>
                  </a:lnTo>
                  <a:lnTo>
                    <a:pt x="440818" y="5688226"/>
                  </a:lnTo>
                  <a:lnTo>
                    <a:pt x="440818" y="5687795"/>
                  </a:lnTo>
                  <a:lnTo>
                    <a:pt x="440935" y="5687364"/>
                  </a:lnTo>
                  <a:lnTo>
                    <a:pt x="441053" y="5687364"/>
                  </a:lnTo>
                  <a:lnTo>
                    <a:pt x="441053" y="5686934"/>
                  </a:lnTo>
                  <a:lnTo>
                    <a:pt x="441053" y="5686503"/>
                  </a:lnTo>
                  <a:lnTo>
                    <a:pt x="441053" y="5686073"/>
                  </a:lnTo>
                  <a:lnTo>
                    <a:pt x="441053" y="5685642"/>
                  </a:lnTo>
                  <a:lnTo>
                    <a:pt x="441053" y="5685211"/>
                  </a:lnTo>
                  <a:lnTo>
                    <a:pt x="441171" y="5684781"/>
                  </a:lnTo>
                  <a:lnTo>
                    <a:pt x="441288" y="5684781"/>
                  </a:lnTo>
                  <a:lnTo>
                    <a:pt x="441406" y="5684781"/>
                  </a:lnTo>
                  <a:lnTo>
                    <a:pt x="441523" y="5684781"/>
                  </a:lnTo>
                  <a:lnTo>
                    <a:pt x="441523" y="5684350"/>
                  </a:lnTo>
                  <a:lnTo>
                    <a:pt x="441641" y="5684350"/>
                  </a:lnTo>
                  <a:lnTo>
                    <a:pt x="441641" y="5683920"/>
                  </a:lnTo>
                  <a:lnTo>
                    <a:pt x="441759" y="5683920"/>
                  </a:lnTo>
                  <a:lnTo>
                    <a:pt x="441876" y="5683920"/>
                  </a:lnTo>
                  <a:lnTo>
                    <a:pt x="441994" y="5683920"/>
                  </a:lnTo>
                  <a:lnTo>
                    <a:pt x="442112" y="5683920"/>
                  </a:lnTo>
                  <a:lnTo>
                    <a:pt x="442229" y="5683920"/>
                  </a:lnTo>
                  <a:lnTo>
                    <a:pt x="442347" y="5683920"/>
                  </a:lnTo>
                  <a:lnTo>
                    <a:pt x="442582" y="5683920"/>
                  </a:lnTo>
                  <a:lnTo>
                    <a:pt x="442700" y="5683920"/>
                  </a:lnTo>
                  <a:lnTo>
                    <a:pt x="442700" y="5683489"/>
                  </a:lnTo>
                  <a:lnTo>
                    <a:pt x="442817" y="5683489"/>
                  </a:lnTo>
                  <a:lnTo>
                    <a:pt x="443052" y="5683489"/>
                  </a:lnTo>
                  <a:lnTo>
                    <a:pt x="443052" y="5683058"/>
                  </a:lnTo>
                  <a:lnTo>
                    <a:pt x="443052" y="5682628"/>
                  </a:lnTo>
                  <a:lnTo>
                    <a:pt x="443170" y="5682628"/>
                  </a:lnTo>
                  <a:lnTo>
                    <a:pt x="443288" y="5682628"/>
                  </a:lnTo>
                  <a:lnTo>
                    <a:pt x="443288" y="5682197"/>
                  </a:lnTo>
                  <a:lnTo>
                    <a:pt x="443405" y="5681336"/>
                  </a:lnTo>
                  <a:lnTo>
                    <a:pt x="443641" y="5681336"/>
                  </a:lnTo>
                  <a:lnTo>
                    <a:pt x="443758" y="5681336"/>
                  </a:lnTo>
                  <a:lnTo>
                    <a:pt x="443758" y="5680905"/>
                  </a:lnTo>
                  <a:lnTo>
                    <a:pt x="443758" y="5680475"/>
                  </a:lnTo>
                  <a:lnTo>
                    <a:pt x="443876" y="5680475"/>
                  </a:lnTo>
                  <a:lnTo>
                    <a:pt x="443993" y="5680475"/>
                  </a:lnTo>
                  <a:lnTo>
                    <a:pt x="444111" y="5680475"/>
                  </a:lnTo>
                  <a:lnTo>
                    <a:pt x="444229" y="5680475"/>
                  </a:lnTo>
                  <a:lnTo>
                    <a:pt x="444346" y="5680044"/>
                  </a:lnTo>
                  <a:lnTo>
                    <a:pt x="444464" y="5680044"/>
                  </a:lnTo>
                  <a:lnTo>
                    <a:pt x="444581" y="5680044"/>
                  </a:lnTo>
                  <a:lnTo>
                    <a:pt x="444581" y="5679614"/>
                  </a:lnTo>
                  <a:lnTo>
                    <a:pt x="444699" y="5679614"/>
                  </a:lnTo>
                  <a:lnTo>
                    <a:pt x="444699" y="5679183"/>
                  </a:lnTo>
                  <a:lnTo>
                    <a:pt x="444817" y="5679183"/>
                  </a:lnTo>
                  <a:lnTo>
                    <a:pt x="444934" y="5679183"/>
                  </a:lnTo>
                  <a:lnTo>
                    <a:pt x="445052" y="5679183"/>
                  </a:lnTo>
                  <a:lnTo>
                    <a:pt x="445052" y="5678752"/>
                  </a:lnTo>
                  <a:lnTo>
                    <a:pt x="445169" y="5678752"/>
                  </a:lnTo>
                  <a:lnTo>
                    <a:pt x="445287" y="5678752"/>
                  </a:lnTo>
                  <a:lnTo>
                    <a:pt x="445405" y="5678322"/>
                  </a:lnTo>
                  <a:lnTo>
                    <a:pt x="445522" y="5678322"/>
                  </a:lnTo>
                  <a:lnTo>
                    <a:pt x="445640" y="5678322"/>
                  </a:lnTo>
                  <a:lnTo>
                    <a:pt x="445640" y="5677891"/>
                  </a:lnTo>
                  <a:lnTo>
                    <a:pt x="445758" y="5677891"/>
                  </a:lnTo>
                  <a:lnTo>
                    <a:pt x="445758" y="5677461"/>
                  </a:lnTo>
                  <a:lnTo>
                    <a:pt x="445758" y="5677030"/>
                  </a:lnTo>
                  <a:lnTo>
                    <a:pt x="445875" y="5677030"/>
                  </a:lnTo>
                  <a:lnTo>
                    <a:pt x="446110" y="5676599"/>
                  </a:lnTo>
                  <a:lnTo>
                    <a:pt x="446110" y="5676169"/>
                  </a:lnTo>
                  <a:lnTo>
                    <a:pt x="446228" y="5676169"/>
                  </a:lnTo>
                  <a:lnTo>
                    <a:pt x="446463" y="5676169"/>
                  </a:lnTo>
                  <a:lnTo>
                    <a:pt x="446581" y="5676169"/>
                  </a:lnTo>
                  <a:lnTo>
                    <a:pt x="446698" y="5675738"/>
                  </a:lnTo>
                  <a:lnTo>
                    <a:pt x="446816" y="5675738"/>
                  </a:lnTo>
                  <a:lnTo>
                    <a:pt x="446934" y="5675738"/>
                  </a:lnTo>
                  <a:lnTo>
                    <a:pt x="447051" y="5675738"/>
                  </a:lnTo>
                  <a:lnTo>
                    <a:pt x="447169" y="5675738"/>
                  </a:lnTo>
                  <a:lnTo>
                    <a:pt x="447287" y="5675308"/>
                  </a:lnTo>
                  <a:lnTo>
                    <a:pt x="447404" y="5675308"/>
                  </a:lnTo>
                  <a:lnTo>
                    <a:pt x="447522" y="5675308"/>
                  </a:lnTo>
                  <a:lnTo>
                    <a:pt x="447522" y="5674877"/>
                  </a:lnTo>
                  <a:lnTo>
                    <a:pt x="447639" y="5674877"/>
                  </a:lnTo>
                  <a:lnTo>
                    <a:pt x="447757" y="5674877"/>
                  </a:lnTo>
                  <a:lnTo>
                    <a:pt x="447875" y="5674877"/>
                  </a:lnTo>
                  <a:lnTo>
                    <a:pt x="447992" y="5674877"/>
                  </a:lnTo>
                  <a:lnTo>
                    <a:pt x="448110" y="5674877"/>
                  </a:lnTo>
                  <a:lnTo>
                    <a:pt x="448227" y="5674877"/>
                  </a:lnTo>
                  <a:lnTo>
                    <a:pt x="448345" y="5674877"/>
                  </a:lnTo>
                  <a:lnTo>
                    <a:pt x="448345" y="5674446"/>
                  </a:lnTo>
                  <a:lnTo>
                    <a:pt x="448463" y="5674446"/>
                  </a:lnTo>
                  <a:lnTo>
                    <a:pt x="448580" y="5674446"/>
                  </a:lnTo>
                  <a:lnTo>
                    <a:pt x="448698" y="5674446"/>
                  </a:lnTo>
                  <a:lnTo>
                    <a:pt x="448698" y="5674016"/>
                  </a:lnTo>
                  <a:lnTo>
                    <a:pt x="448816" y="5674016"/>
                  </a:lnTo>
                  <a:lnTo>
                    <a:pt x="448933" y="5673585"/>
                  </a:lnTo>
                  <a:lnTo>
                    <a:pt x="449051" y="5673585"/>
                  </a:lnTo>
                  <a:lnTo>
                    <a:pt x="449168" y="5673585"/>
                  </a:lnTo>
                  <a:lnTo>
                    <a:pt x="449286" y="5673155"/>
                  </a:lnTo>
                  <a:lnTo>
                    <a:pt x="449404" y="5672724"/>
                  </a:lnTo>
                  <a:lnTo>
                    <a:pt x="449521" y="5672724"/>
                  </a:lnTo>
                  <a:lnTo>
                    <a:pt x="449639" y="5672724"/>
                  </a:lnTo>
                  <a:lnTo>
                    <a:pt x="449874" y="5672724"/>
                  </a:lnTo>
                  <a:lnTo>
                    <a:pt x="449992" y="5672724"/>
                  </a:lnTo>
                  <a:lnTo>
                    <a:pt x="449992" y="5672293"/>
                  </a:lnTo>
                  <a:lnTo>
                    <a:pt x="450109" y="5672293"/>
                  </a:lnTo>
                  <a:lnTo>
                    <a:pt x="450227" y="5672293"/>
                  </a:lnTo>
                  <a:lnTo>
                    <a:pt x="450345" y="5672293"/>
                  </a:lnTo>
                  <a:lnTo>
                    <a:pt x="450345" y="5671432"/>
                  </a:lnTo>
                  <a:lnTo>
                    <a:pt x="450462" y="5671432"/>
                  </a:lnTo>
                  <a:lnTo>
                    <a:pt x="450580" y="5671432"/>
                  </a:lnTo>
                  <a:lnTo>
                    <a:pt x="450697" y="5671432"/>
                  </a:lnTo>
                  <a:lnTo>
                    <a:pt x="450815" y="5671432"/>
                  </a:lnTo>
                  <a:lnTo>
                    <a:pt x="450933" y="5671432"/>
                  </a:lnTo>
                  <a:lnTo>
                    <a:pt x="451050" y="5671432"/>
                  </a:lnTo>
                  <a:lnTo>
                    <a:pt x="451168" y="5671432"/>
                  </a:lnTo>
                  <a:lnTo>
                    <a:pt x="451285" y="5670571"/>
                  </a:lnTo>
                  <a:lnTo>
                    <a:pt x="451403" y="5670571"/>
                  </a:lnTo>
                  <a:lnTo>
                    <a:pt x="451521" y="5670571"/>
                  </a:lnTo>
                  <a:lnTo>
                    <a:pt x="451638" y="5670571"/>
                  </a:lnTo>
                  <a:lnTo>
                    <a:pt x="451756" y="5670571"/>
                  </a:lnTo>
                  <a:lnTo>
                    <a:pt x="451874" y="5670571"/>
                  </a:lnTo>
                  <a:lnTo>
                    <a:pt x="451991" y="5670571"/>
                  </a:lnTo>
                  <a:lnTo>
                    <a:pt x="452109" y="5670571"/>
                  </a:lnTo>
                  <a:lnTo>
                    <a:pt x="452226" y="5670571"/>
                  </a:lnTo>
                  <a:lnTo>
                    <a:pt x="452344" y="5670571"/>
                  </a:lnTo>
                  <a:lnTo>
                    <a:pt x="452462" y="5670571"/>
                  </a:lnTo>
                  <a:lnTo>
                    <a:pt x="452579" y="5670571"/>
                  </a:lnTo>
                  <a:lnTo>
                    <a:pt x="452697" y="5670571"/>
                  </a:lnTo>
                  <a:lnTo>
                    <a:pt x="452814" y="5670140"/>
                  </a:lnTo>
                  <a:lnTo>
                    <a:pt x="453167" y="5669710"/>
                  </a:lnTo>
                  <a:lnTo>
                    <a:pt x="453285" y="5669710"/>
                  </a:lnTo>
                  <a:lnTo>
                    <a:pt x="453402" y="5669710"/>
                  </a:lnTo>
                  <a:lnTo>
                    <a:pt x="453520" y="5669279"/>
                  </a:lnTo>
                  <a:lnTo>
                    <a:pt x="453638" y="5669279"/>
                  </a:lnTo>
                  <a:lnTo>
                    <a:pt x="453873" y="5669279"/>
                  </a:lnTo>
                  <a:lnTo>
                    <a:pt x="453991" y="5669279"/>
                  </a:lnTo>
                  <a:lnTo>
                    <a:pt x="454108" y="5669279"/>
                  </a:lnTo>
                  <a:lnTo>
                    <a:pt x="454343" y="5669279"/>
                  </a:lnTo>
                  <a:lnTo>
                    <a:pt x="454579" y="5669279"/>
                  </a:lnTo>
                  <a:lnTo>
                    <a:pt x="454579" y="5668849"/>
                  </a:lnTo>
                  <a:lnTo>
                    <a:pt x="454696" y="5668849"/>
                  </a:lnTo>
                  <a:lnTo>
                    <a:pt x="454814" y="5668849"/>
                  </a:lnTo>
                  <a:lnTo>
                    <a:pt x="454814" y="5668418"/>
                  </a:lnTo>
                  <a:lnTo>
                    <a:pt x="455049" y="5668418"/>
                  </a:lnTo>
                  <a:lnTo>
                    <a:pt x="455167" y="5668418"/>
                  </a:lnTo>
                  <a:lnTo>
                    <a:pt x="455284" y="5668418"/>
                  </a:lnTo>
                  <a:lnTo>
                    <a:pt x="455402" y="5668418"/>
                  </a:lnTo>
                  <a:lnTo>
                    <a:pt x="455637" y="5667987"/>
                  </a:lnTo>
                  <a:lnTo>
                    <a:pt x="455872" y="5667987"/>
                  </a:lnTo>
                  <a:lnTo>
                    <a:pt x="455990" y="5667557"/>
                  </a:lnTo>
                  <a:lnTo>
                    <a:pt x="456108" y="5667126"/>
                  </a:lnTo>
                  <a:lnTo>
                    <a:pt x="456225" y="5667126"/>
                  </a:lnTo>
                  <a:lnTo>
                    <a:pt x="456343" y="5667126"/>
                  </a:lnTo>
                  <a:lnTo>
                    <a:pt x="456578" y="5667126"/>
                  </a:lnTo>
                  <a:lnTo>
                    <a:pt x="456578" y="5666696"/>
                  </a:lnTo>
                  <a:lnTo>
                    <a:pt x="456696" y="5666696"/>
                  </a:lnTo>
                  <a:lnTo>
                    <a:pt x="456813" y="5666696"/>
                  </a:lnTo>
                  <a:lnTo>
                    <a:pt x="456931" y="5666696"/>
                  </a:lnTo>
                  <a:lnTo>
                    <a:pt x="457049" y="5666696"/>
                  </a:lnTo>
                  <a:lnTo>
                    <a:pt x="457166" y="5666696"/>
                  </a:lnTo>
                  <a:lnTo>
                    <a:pt x="457284" y="5666696"/>
                  </a:lnTo>
                  <a:lnTo>
                    <a:pt x="457519" y="5666696"/>
                  </a:lnTo>
                  <a:lnTo>
                    <a:pt x="457637" y="5666696"/>
                  </a:lnTo>
                  <a:lnTo>
                    <a:pt x="457637" y="5666265"/>
                  </a:lnTo>
                  <a:lnTo>
                    <a:pt x="457754" y="5666265"/>
                  </a:lnTo>
                  <a:lnTo>
                    <a:pt x="457754" y="5665834"/>
                  </a:lnTo>
                  <a:lnTo>
                    <a:pt x="457989" y="5665834"/>
                  </a:lnTo>
                  <a:lnTo>
                    <a:pt x="457989" y="5664973"/>
                  </a:lnTo>
                  <a:lnTo>
                    <a:pt x="458107" y="5664973"/>
                  </a:lnTo>
                  <a:lnTo>
                    <a:pt x="458225" y="5664543"/>
                  </a:lnTo>
                  <a:lnTo>
                    <a:pt x="458225" y="5664112"/>
                  </a:lnTo>
                  <a:lnTo>
                    <a:pt x="458225" y="5663681"/>
                  </a:lnTo>
                  <a:lnTo>
                    <a:pt x="458460" y="5663681"/>
                  </a:lnTo>
                  <a:lnTo>
                    <a:pt x="458578" y="5663681"/>
                  </a:lnTo>
                  <a:lnTo>
                    <a:pt x="458695" y="5663681"/>
                  </a:lnTo>
                  <a:lnTo>
                    <a:pt x="458695" y="5663251"/>
                  </a:lnTo>
                  <a:lnTo>
                    <a:pt x="458695" y="5662820"/>
                  </a:lnTo>
                  <a:lnTo>
                    <a:pt x="458695" y="5662390"/>
                  </a:lnTo>
                  <a:lnTo>
                    <a:pt x="458813" y="5662390"/>
                  </a:lnTo>
                  <a:lnTo>
                    <a:pt x="458930" y="5661959"/>
                  </a:lnTo>
                  <a:lnTo>
                    <a:pt x="458930" y="5661528"/>
                  </a:lnTo>
                  <a:lnTo>
                    <a:pt x="459048" y="5661528"/>
                  </a:lnTo>
                  <a:lnTo>
                    <a:pt x="459048" y="5660667"/>
                  </a:lnTo>
                  <a:lnTo>
                    <a:pt x="459166" y="5660667"/>
                  </a:lnTo>
                  <a:lnTo>
                    <a:pt x="459283" y="5660667"/>
                  </a:lnTo>
                  <a:lnTo>
                    <a:pt x="459283" y="5660237"/>
                  </a:lnTo>
                  <a:lnTo>
                    <a:pt x="459636" y="5658945"/>
                  </a:lnTo>
                  <a:lnTo>
                    <a:pt x="459754" y="5658945"/>
                  </a:lnTo>
                  <a:lnTo>
                    <a:pt x="459871" y="5658945"/>
                  </a:lnTo>
                  <a:lnTo>
                    <a:pt x="459989" y="5658945"/>
                  </a:lnTo>
                  <a:lnTo>
                    <a:pt x="460107" y="5658084"/>
                  </a:lnTo>
                  <a:lnTo>
                    <a:pt x="460224" y="5658084"/>
                  </a:lnTo>
                  <a:lnTo>
                    <a:pt x="460342" y="5658084"/>
                  </a:lnTo>
                  <a:lnTo>
                    <a:pt x="460577" y="5658084"/>
                  </a:lnTo>
                  <a:lnTo>
                    <a:pt x="460695" y="5658084"/>
                  </a:lnTo>
                  <a:lnTo>
                    <a:pt x="460812" y="5658084"/>
                  </a:lnTo>
                  <a:lnTo>
                    <a:pt x="461165" y="5658084"/>
                  </a:lnTo>
                  <a:lnTo>
                    <a:pt x="461165" y="5657653"/>
                  </a:lnTo>
                  <a:lnTo>
                    <a:pt x="461283" y="5657653"/>
                  </a:lnTo>
                  <a:lnTo>
                    <a:pt x="461400" y="5657653"/>
                  </a:lnTo>
                  <a:lnTo>
                    <a:pt x="461518" y="5657653"/>
                  </a:lnTo>
                  <a:lnTo>
                    <a:pt x="461635" y="5657653"/>
                  </a:lnTo>
                  <a:lnTo>
                    <a:pt x="461753" y="5657653"/>
                  </a:lnTo>
                  <a:lnTo>
                    <a:pt x="461871" y="5657222"/>
                  </a:lnTo>
                  <a:lnTo>
                    <a:pt x="462341" y="5656792"/>
                  </a:lnTo>
                  <a:lnTo>
                    <a:pt x="462341" y="5656361"/>
                  </a:lnTo>
                  <a:lnTo>
                    <a:pt x="462459" y="5656361"/>
                  </a:lnTo>
                  <a:lnTo>
                    <a:pt x="462576" y="5656361"/>
                  </a:lnTo>
                  <a:lnTo>
                    <a:pt x="462576" y="5655931"/>
                  </a:lnTo>
                  <a:lnTo>
                    <a:pt x="462812" y="5655931"/>
                  </a:lnTo>
                  <a:lnTo>
                    <a:pt x="462929" y="5655500"/>
                  </a:lnTo>
                  <a:lnTo>
                    <a:pt x="463047" y="5655500"/>
                  </a:lnTo>
                  <a:lnTo>
                    <a:pt x="463164" y="5655069"/>
                  </a:lnTo>
                  <a:lnTo>
                    <a:pt x="463282" y="5655069"/>
                  </a:lnTo>
                  <a:lnTo>
                    <a:pt x="463400" y="5655069"/>
                  </a:lnTo>
                  <a:lnTo>
                    <a:pt x="463517" y="5655069"/>
                  </a:lnTo>
                  <a:lnTo>
                    <a:pt x="463635" y="5655069"/>
                  </a:lnTo>
                  <a:lnTo>
                    <a:pt x="463753" y="5655069"/>
                  </a:lnTo>
                  <a:lnTo>
                    <a:pt x="463870" y="5655069"/>
                  </a:lnTo>
                  <a:lnTo>
                    <a:pt x="463870" y="5654639"/>
                  </a:lnTo>
                  <a:lnTo>
                    <a:pt x="463988" y="5654639"/>
                  </a:lnTo>
                  <a:lnTo>
                    <a:pt x="464105" y="5654639"/>
                  </a:lnTo>
                  <a:lnTo>
                    <a:pt x="464105" y="5654208"/>
                  </a:lnTo>
                  <a:lnTo>
                    <a:pt x="464341" y="5654208"/>
                  </a:lnTo>
                  <a:lnTo>
                    <a:pt x="464458" y="5654208"/>
                  </a:lnTo>
                  <a:lnTo>
                    <a:pt x="464576" y="5654208"/>
                  </a:lnTo>
                  <a:lnTo>
                    <a:pt x="464693" y="5653778"/>
                  </a:lnTo>
                  <a:lnTo>
                    <a:pt x="464811" y="5653778"/>
                  </a:lnTo>
                  <a:lnTo>
                    <a:pt x="464929" y="5653778"/>
                  </a:lnTo>
                  <a:lnTo>
                    <a:pt x="464929" y="5653347"/>
                  </a:lnTo>
                  <a:lnTo>
                    <a:pt x="465046" y="5653347"/>
                  </a:lnTo>
                  <a:lnTo>
                    <a:pt x="465046" y="5652916"/>
                  </a:lnTo>
                  <a:lnTo>
                    <a:pt x="465046" y="5652486"/>
                  </a:lnTo>
                  <a:lnTo>
                    <a:pt x="465164" y="5652486"/>
                  </a:lnTo>
                  <a:lnTo>
                    <a:pt x="465282" y="5652486"/>
                  </a:lnTo>
                  <a:lnTo>
                    <a:pt x="465399" y="5652486"/>
                  </a:lnTo>
                  <a:lnTo>
                    <a:pt x="465634" y="5652486"/>
                  </a:lnTo>
                  <a:lnTo>
                    <a:pt x="465634" y="5652055"/>
                  </a:lnTo>
                  <a:lnTo>
                    <a:pt x="465752" y="5651194"/>
                  </a:lnTo>
                  <a:lnTo>
                    <a:pt x="465870" y="5651194"/>
                  </a:lnTo>
                  <a:lnTo>
                    <a:pt x="465870" y="5650763"/>
                  </a:lnTo>
                  <a:lnTo>
                    <a:pt x="466105" y="5650763"/>
                  </a:lnTo>
                  <a:lnTo>
                    <a:pt x="466458" y="5650763"/>
                  </a:lnTo>
                  <a:lnTo>
                    <a:pt x="466575" y="5650763"/>
                  </a:lnTo>
                  <a:lnTo>
                    <a:pt x="466693" y="5650763"/>
                  </a:lnTo>
                  <a:lnTo>
                    <a:pt x="466811" y="5650763"/>
                  </a:lnTo>
                  <a:lnTo>
                    <a:pt x="466928" y="5650763"/>
                  </a:lnTo>
                  <a:lnTo>
                    <a:pt x="467046" y="5650333"/>
                  </a:lnTo>
                  <a:lnTo>
                    <a:pt x="467163" y="5649902"/>
                  </a:lnTo>
                  <a:lnTo>
                    <a:pt x="467281" y="5649902"/>
                  </a:lnTo>
                  <a:lnTo>
                    <a:pt x="467399" y="5649902"/>
                  </a:lnTo>
                  <a:lnTo>
                    <a:pt x="467516" y="5649472"/>
                  </a:lnTo>
                  <a:lnTo>
                    <a:pt x="467634" y="5649472"/>
                  </a:lnTo>
                  <a:lnTo>
                    <a:pt x="467751" y="5649472"/>
                  </a:lnTo>
                  <a:lnTo>
                    <a:pt x="467869" y="5649041"/>
                  </a:lnTo>
                  <a:lnTo>
                    <a:pt x="467987" y="5649041"/>
                  </a:lnTo>
                  <a:lnTo>
                    <a:pt x="468104" y="5649041"/>
                  </a:lnTo>
                  <a:lnTo>
                    <a:pt x="468340" y="5648180"/>
                  </a:lnTo>
                  <a:lnTo>
                    <a:pt x="468457" y="5648180"/>
                  </a:lnTo>
                  <a:lnTo>
                    <a:pt x="468457" y="5647319"/>
                  </a:lnTo>
                  <a:lnTo>
                    <a:pt x="468692" y="5647319"/>
                  </a:lnTo>
                  <a:lnTo>
                    <a:pt x="468810" y="5647319"/>
                  </a:lnTo>
                  <a:lnTo>
                    <a:pt x="468928" y="5647319"/>
                  </a:lnTo>
                  <a:lnTo>
                    <a:pt x="469280" y="5647319"/>
                  </a:lnTo>
                  <a:lnTo>
                    <a:pt x="469398" y="5647319"/>
                  </a:lnTo>
                  <a:lnTo>
                    <a:pt x="469398" y="5646888"/>
                  </a:lnTo>
                  <a:lnTo>
                    <a:pt x="469516" y="5646888"/>
                  </a:lnTo>
                  <a:lnTo>
                    <a:pt x="469516" y="5646457"/>
                  </a:lnTo>
                  <a:lnTo>
                    <a:pt x="469633" y="5646457"/>
                  </a:lnTo>
                  <a:lnTo>
                    <a:pt x="469751" y="5646457"/>
                  </a:lnTo>
                  <a:lnTo>
                    <a:pt x="469868" y="5646457"/>
                  </a:lnTo>
                  <a:lnTo>
                    <a:pt x="469986" y="5646457"/>
                  </a:lnTo>
                  <a:lnTo>
                    <a:pt x="470104" y="5646457"/>
                  </a:lnTo>
                  <a:lnTo>
                    <a:pt x="470221" y="5646457"/>
                  </a:lnTo>
                  <a:lnTo>
                    <a:pt x="470339" y="5646457"/>
                  </a:lnTo>
                  <a:lnTo>
                    <a:pt x="470339" y="5646027"/>
                  </a:lnTo>
                  <a:lnTo>
                    <a:pt x="470457" y="5646027"/>
                  </a:lnTo>
                  <a:lnTo>
                    <a:pt x="470457" y="5645596"/>
                  </a:lnTo>
                  <a:lnTo>
                    <a:pt x="470574" y="5645596"/>
                  </a:lnTo>
                  <a:lnTo>
                    <a:pt x="470692" y="5645596"/>
                  </a:lnTo>
                  <a:lnTo>
                    <a:pt x="470692" y="5645166"/>
                  </a:lnTo>
                  <a:lnTo>
                    <a:pt x="470809" y="5645166"/>
                  </a:lnTo>
                  <a:lnTo>
                    <a:pt x="471280" y="5644735"/>
                  </a:lnTo>
                  <a:lnTo>
                    <a:pt x="471397" y="5644735"/>
                  </a:lnTo>
                  <a:lnTo>
                    <a:pt x="471397" y="5644304"/>
                  </a:lnTo>
                  <a:lnTo>
                    <a:pt x="471515" y="5644304"/>
                  </a:lnTo>
                  <a:lnTo>
                    <a:pt x="471633" y="5644304"/>
                  </a:lnTo>
                  <a:lnTo>
                    <a:pt x="471750" y="5644304"/>
                  </a:lnTo>
                  <a:lnTo>
                    <a:pt x="471986" y="5644304"/>
                  </a:lnTo>
                  <a:lnTo>
                    <a:pt x="472103" y="5643874"/>
                  </a:lnTo>
                  <a:lnTo>
                    <a:pt x="472456" y="5643443"/>
                  </a:lnTo>
                  <a:lnTo>
                    <a:pt x="472574" y="5643443"/>
                  </a:lnTo>
                  <a:lnTo>
                    <a:pt x="472691" y="5643443"/>
                  </a:lnTo>
                  <a:lnTo>
                    <a:pt x="472691" y="5643013"/>
                  </a:lnTo>
                  <a:lnTo>
                    <a:pt x="472691" y="5642582"/>
                  </a:lnTo>
                  <a:lnTo>
                    <a:pt x="472691" y="5642151"/>
                  </a:lnTo>
                  <a:lnTo>
                    <a:pt x="472926" y="5642151"/>
                  </a:lnTo>
                  <a:lnTo>
                    <a:pt x="473044" y="5641290"/>
                  </a:lnTo>
                  <a:lnTo>
                    <a:pt x="473044" y="5640860"/>
                  </a:lnTo>
                  <a:lnTo>
                    <a:pt x="473162" y="5640860"/>
                  </a:lnTo>
                  <a:lnTo>
                    <a:pt x="473279" y="5640860"/>
                  </a:lnTo>
                  <a:lnTo>
                    <a:pt x="473397" y="5640860"/>
                  </a:lnTo>
                  <a:lnTo>
                    <a:pt x="473515" y="5640860"/>
                  </a:lnTo>
                  <a:lnTo>
                    <a:pt x="473632" y="5640860"/>
                  </a:lnTo>
                  <a:lnTo>
                    <a:pt x="473632" y="5640429"/>
                  </a:lnTo>
                  <a:lnTo>
                    <a:pt x="473867" y="5640429"/>
                  </a:lnTo>
                  <a:lnTo>
                    <a:pt x="473985" y="5640429"/>
                  </a:lnTo>
                  <a:lnTo>
                    <a:pt x="474103" y="5640429"/>
                  </a:lnTo>
                  <a:lnTo>
                    <a:pt x="474220" y="5640429"/>
                  </a:lnTo>
                  <a:lnTo>
                    <a:pt x="474338" y="5640429"/>
                  </a:lnTo>
                  <a:lnTo>
                    <a:pt x="474338" y="5639998"/>
                  </a:lnTo>
                  <a:lnTo>
                    <a:pt x="474455" y="5639998"/>
                  </a:lnTo>
                  <a:lnTo>
                    <a:pt x="474573" y="5639568"/>
                  </a:lnTo>
                  <a:lnTo>
                    <a:pt x="474691" y="5639137"/>
                  </a:lnTo>
                  <a:lnTo>
                    <a:pt x="474691" y="5638707"/>
                  </a:lnTo>
                  <a:lnTo>
                    <a:pt x="474808" y="5638707"/>
                  </a:lnTo>
                  <a:lnTo>
                    <a:pt x="474926" y="5638707"/>
                  </a:lnTo>
                  <a:lnTo>
                    <a:pt x="474926" y="5638276"/>
                  </a:lnTo>
                  <a:lnTo>
                    <a:pt x="474926" y="5637845"/>
                  </a:lnTo>
                  <a:lnTo>
                    <a:pt x="475044" y="5637845"/>
                  </a:lnTo>
                  <a:lnTo>
                    <a:pt x="475279" y="5637845"/>
                  </a:lnTo>
                  <a:lnTo>
                    <a:pt x="475396" y="5637415"/>
                  </a:lnTo>
                  <a:lnTo>
                    <a:pt x="475514" y="5637415"/>
                  </a:lnTo>
                  <a:lnTo>
                    <a:pt x="475632" y="5637415"/>
                  </a:lnTo>
                  <a:lnTo>
                    <a:pt x="475632" y="5636984"/>
                  </a:lnTo>
                  <a:lnTo>
                    <a:pt x="475984" y="5636984"/>
                  </a:lnTo>
                  <a:lnTo>
                    <a:pt x="476102" y="5636984"/>
                  </a:lnTo>
                  <a:lnTo>
                    <a:pt x="476220" y="5636984"/>
                  </a:lnTo>
                  <a:lnTo>
                    <a:pt x="476455" y="5636554"/>
                  </a:lnTo>
                  <a:lnTo>
                    <a:pt x="476573" y="5636554"/>
                  </a:lnTo>
                  <a:lnTo>
                    <a:pt x="476573" y="5636123"/>
                  </a:lnTo>
                  <a:lnTo>
                    <a:pt x="476690" y="5636123"/>
                  </a:lnTo>
                  <a:lnTo>
                    <a:pt x="476808" y="5636123"/>
                  </a:lnTo>
                  <a:lnTo>
                    <a:pt x="476925" y="5636123"/>
                  </a:lnTo>
                  <a:lnTo>
                    <a:pt x="477043" y="5636123"/>
                  </a:lnTo>
                  <a:lnTo>
                    <a:pt x="477161" y="5636123"/>
                  </a:lnTo>
                  <a:lnTo>
                    <a:pt x="477161" y="5635692"/>
                  </a:lnTo>
                  <a:lnTo>
                    <a:pt x="477396" y="5635692"/>
                  </a:lnTo>
                  <a:lnTo>
                    <a:pt x="477513" y="5635692"/>
                  </a:lnTo>
                  <a:lnTo>
                    <a:pt x="477631" y="5635692"/>
                  </a:lnTo>
                  <a:lnTo>
                    <a:pt x="477749" y="5635692"/>
                  </a:lnTo>
                  <a:lnTo>
                    <a:pt x="477984" y="5635692"/>
                  </a:lnTo>
                  <a:lnTo>
                    <a:pt x="478101" y="5635692"/>
                  </a:lnTo>
                  <a:lnTo>
                    <a:pt x="478219" y="5635692"/>
                  </a:lnTo>
                  <a:lnTo>
                    <a:pt x="478807" y="5635692"/>
                  </a:lnTo>
                  <a:lnTo>
                    <a:pt x="478925" y="5635692"/>
                  </a:lnTo>
                  <a:lnTo>
                    <a:pt x="479042" y="5635692"/>
                  </a:lnTo>
                  <a:lnTo>
                    <a:pt x="479042" y="5635262"/>
                  </a:lnTo>
                  <a:lnTo>
                    <a:pt x="479160" y="5635262"/>
                  </a:lnTo>
                  <a:lnTo>
                    <a:pt x="479278" y="5635262"/>
                  </a:lnTo>
                  <a:lnTo>
                    <a:pt x="479395" y="5635262"/>
                  </a:lnTo>
                  <a:lnTo>
                    <a:pt x="479513" y="5635262"/>
                  </a:lnTo>
                  <a:lnTo>
                    <a:pt x="479630" y="5634831"/>
                  </a:lnTo>
                  <a:lnTo>
                    <a:pt x="479983" y="5634831"/>
                  </a:lnTo>
                  <a:lnTo>
                    <a:pt x="480101" y="5634831"/>
                  </a:lnTo>
                  <a:lnTo>
                    <a:pt x="480336" y="5634831"/>
                  </a:lnTo>
                  <a:lnTo>
                    <a:pt x="480571" y="5634831"/>
                  </a:lnTo>
                  <a:lnTo>
                    <a:pt x="480689" y="5634831"/>
                  </a:lnTo>
                  <a:lnTo>
                    <a:pt x="480807" y="5633970"/>
                  </a:lnTo>
                  <a:lnTo>
                    <a:pt x="480924" y="5633970"/>
                  </a:lnTo>
                  <a:lnTo>
                    <a:pt x="480924" y="5633539"/>
                  </a:lnTo>
                  <a:lnTo>
                    <a:pt x="480924" y="5633109"/>
                  </a:lnTo>
                  <a:lnTo>
                    <a:pt x="481159" y="5633109"/>
                  </a:lnTo>
                  <a:lnTo>
                    <a:pt x="481277" y="5633109"/>
                  </a:lnTo>
                  <a:lnTo>
                    <a:pt x="481395" y="5633109"/>
                  </a:lnTo>
                  <a:lnTo>
                    <a:pt x="481512" y="5633109"/>
                  </a:lnTo>
                  <a:lnTo>
                    <a:pt x="481630" y="5633109"/>
                  </a:lnTo>
                  <a:lnTo>
                    <a:pt x="481865" y="5632678"/>
                  </a:lnTo>
                  <a:lnTo>
                    <a:pt x="482100" y="5632248"/>
                  </a:lnTo>
                  <a:lnTo>
                    <a:pt x="482218" y="5631817"/>
                  </a:lnTo>
                  <a:lnTo>
                    <a:pt x="482336" y="5631817"/>
                  </a:lnTo>
                  <a:lnTo>
                    <a:pt x="482336" y="5631386"/>
                  </a:lnTo>
                  <a:lnTo>
                    <a:pt x="482336" y="5630956"/>
                  </a:lnTo>
                  <a:lnTo>
                    <a:pt x="482453" y="5630525"/>
                  </a:lnTo>
                  <a:lnTo>
                    <a:pt x="482688" y="5630525"/>
                  </a:lnTo>
                  <a:lnTo>
                    <a:pt x="482924" y="5630095"/>
                  </a:lnTo>
                  <a:lnTo>
                    <a:pt x="483159" y="5630095"/>
                  </a:lnTo>
                  <a:lnTo>
                    <a:pt x="483277" y="5630095"/>
                  </a:lnTo>
                  <a:lnTo>
                    <a:pt x="483277" y="5629664"/>
                  </a:lnTo>
                  <a:lnTo>
                    <a:pt x="483394" y="5629664"/>
                  </a:lnTo>
                  <a:lnTo>
                    <a:pt x="483512" y="5629664"/>
                  </a:lnTo>
                  <a:lnTo>
                    <a:pt x="483512" y="5629233"/>
                  </a:lnTo>
                  <a:lnTo>
                    <a:pt x="483629" y="5629233"/>
                  </a:lnTo>
                  <a:lnTo>
                    <a:pt x="483629" y="5628803"/>
                  </a:lnTo>
                  <a:lnTo>
                    <a:pt x="483747" y="5628803"/>
                  </a:lnTo>
                  <a:lnTo>
                    <a:pt x="483865" y="5628803"/>
                  </a:lnTo>
                  <a:lnTo>
                    <a:pt x="483982" y="5628803"/>
                  </a:lnTo>
                  <a:lnTo>
                    <a:pt x="484100" y="5628803"/>
                  </a:lnTo>
                  <a:lnTo>
                    <a:pt x="484100" y="5628372"/>
                  </a:lnTo>
                  <a:lnTo>
                    <a:pt x="484100" y="5627942"/>
                  </a:lnTo>
                  <a:lnTo>
                    <a:pt x="484217" y="5627942"/>
                  </a:lnTo>
                  <a:lnTo>
                    <a:pt x="484335" y="5627942"/>
                  </a:lnTo>
                  <a:lnTo>
                    <a:pt x="484453" y="5627942"/>
                  </a:lnTo>
                  <a:lnTo>
                    <a:pt x="484570" y="5627942"/>
                  </a:lnTo>
                  <a:lnTo>
                    <a:pt x="484688" y="5627942"/>
                  </a:lnTo>
                  <a:lnTo>
                    <a:pt x="484688" y="5627080"/>
                  </a:lnTo>
                  <a:lnTo>
                    <a:pt x="484805" y="5627080"/>
                  </a:lnTo>
                  <a:lnTo>
                    <a:pt x="484805" y="5626650"/>
                  </a:lnTo>
                  <a:lnTo>
                    <a:pt x="484805" y="5626219"/>
                  </a:lnTo>
                  <a:lnTo>
                    <a:pt x="484923" y="5626219"/>
                  </a:lnTo>
                  <a:lnTo>
                    <a:pt x="485276" y="5625789"/>
                  </a:lnTo>
                  <a:lnTo>
                    <a:pt x="485276" y="5625358"/>
                  </a:lnTo>
                  <a:lnTo>
                    <a:pt x="485511" y="5625358"/>
                  </a:lnTo>
                  <a:lnTo>
                    <a:pt x="485629" y="5625358"/>
                  </a:lnTo>
                  <a:lnTo>
                    <a:pt x="485746" y="5625358"/>
                  </a:lnTo>
                  <a:lnTo>
                    <a:pt x="485982" y="5625358"/>
                  </a:lnTo>
                  <a:lnTo>
                    <a:pt x="485982" y="5624927"/>
                  </a:lnTo>
                  <a:lnTo>
                    <a:pt x="485982" y="5624497"/>
                  </a:lnTo>
                  <a:lnTo>
                    <a:pt x="486099" y="5624497"/>
                  </a:lnTo>
                  <a:lnTo>
                    <a:pt x="486217" y="5624497"/>
                  </a:lnTo>
                  <a:lnTo>
                    <a:pt x="486217" y="5624066"/>
                  </a:lnTo>
                  <a:lnTo>
                    <a:pt x="486217" y="5623636"/>
                  </a:lnTo>
                  <a:lnTo>
                    <a:pt x="486217" y="5623205"/>
                  </a:lnTo>
                  <a:lnTo>
                    <a:pt x="486334" y="5622344"/>
                  </a:lnTo>
                  <a:lnTo>
                    <a:pt x="486452" y="5622344"/>
                  </a:lnTo>
                  <a:lnTo>
                    <a:pt x="486570" y="5622344"/>
                  </a:lnTo>
                  <a:lnTo>
                    <a:pt x="486570" y="5621913"/>
                  </a:lnTo>
                  <a:lnTo>
                    <a:pt x="486687" y="5621913"/>
                  </a:lnTo>
                  <a:lnTo>
                    <a:pt x="486923" y="5621913"/>
                  </a:lnTo>
                  <a:lnTo>
                    <a:pt x="486923" y="5621483"/>
                  </a:lnTo>
                  <a:lnTo>
                    <a:pt x="486923" y="5621052"/>
                  </a:lnTo>
                  <a:lnTo>
                    <a:pt x="487040" y="5621052"/>
                  </a:lnTo>
                  <a:lnTo>
                    <a:pt x="487275" y="5621052"/>
                  </a:lnTo>
                  <a:lnTo>
                    <a:pt x="487393" y="5620621"/>
                  </a:lnTo>
                  <a:lnTo>
                    <a:pt x="487511" y="5620191"/>
                  </a:lnTo>
                  <a:lnTo>
                    <a:pt x="487511" y="5619760"/>
                  </a:lnTo>
                  <a:lnTo>
                    <a:pt x="487511" y="5619330"/>
                  </a:lnTo>
                  <a:lnTo>
                    <a:pt x="487511" y="5618899"/>
                  </a:lnTo>
                  <a:lnTo>
                    <a:pt x="487746" y="5618899"/>
                  </a:lnTo>
                  <a:lnTo>
                    <a:pt x="487863" y="5618899"/>
                  </a:lnTo>
                  <a:lnTo>
                    <a:pt x="487863" y="5618468"/>
                  </a:lnTo>
                  <a:lnTo>
                    <a:pt x="487981" y="5618038"/>
                  </a:lnTo>
                  <a:lnTo>
                    <a:pt x="488099" y="5618038"/>
                  </a:lnTo>
                  <a:lnTo>
                    <a:pt x="488099" y="5617607"/>
                  </a:lnTo>
                  <a:lnTo>
                    <a:pt x="488216" y="5617607"/>
                  </a:lnTo>
                  <a:lnTo>
                    <a:pt x="488334" y="5617607"/>
                  </a:lnTo>
                  <a:lnTo>
                    <a:pt x="488452" y="5617607"/>
                  </a:lnTo>
                  <a:lnTo>
                    <a:pt x="488569" y="5617177"/>
                  </a:lnTo>
                  <a:lnTo>
                    <a:pt x="488687" y="5617177"/>
                  </a:lnTo>
                  <a:lnTo>
                    <a:pt x="488804" y="5617177"/>
                  </a:lnTo>
                  <a:lnTo>
                    <a:pt x="489040" y="5616746"/>
                  </a:lnTo>
                  <a:lnTo>
                    <a:pt x="489040" y="5616315"/>
                  </a:lnTo>
                  <a:lnTo>
                    <a:pt x="489157" y="5616315"/>
                  </a:lnTo>
                  <a:lnTo>
                    <a:pt x="489275" y="5616315"/>
                  </a:lnTo>
                  <a:lnTo>
                    <a:pt x="489745" y="5615885"/>
                  </a:lnTo>
                  <a:lnTo>
                    <a:pt x="489981" y="5615885"/>
                  </a:lnTo>
                  <a:lnTo>
                    <a:pt x="490216" y="5615454"/>
                  </a:lnTo>
                  <a:lnTo>
                    <a:pt x="490333" y="5615454"/>
                  </a:lnTo>
                  <a:lnTo>
                    <a:pt x="490686" y="5615454"/>
                  </a:lnTo>
                  <a:lnTo>
                    <a:pt x="490921" y="5615454"/>
                  </a:lnTo>
                  <a:lnTo>
                    <a:pt x="491039" y="5615454"/>
                  </a:lnTo>
                  <a:lnTo>
                    <a:pt x="491157" y="5615454"/>
                  </a:lnTo>
                  <a:lnTo>
                    <a:pt x="491510" y="5615454"/>
                  </a:lnTo>
                  <a:lnTo>
                    <a:pt x="491862" y="5615454"/>
                  </a:lnTo>
                  <a:lnTo>
                    <a:pt x="491980" y="5615024"/>
                  </a:lnTo>
                  <a:lnTo>
                    <a:pt x="491980" y="5614162"/>
                  </a:lnTo>
                  <a:lnTo>
                    <a:pt x="492098" y="5614162"/>
                  </a:lnTo>
                  <a:lnTo>
                    <a:pt x="492215" y="5614162"/>
                  </a:lnTo>
                  <a:lnTo>
                    <a:pt x="492333" y="5614162"/>
                  </a:lnTo>
                  <a:lnTo>
                    <a:pt x="492568" y="5614162"/>
                  </a:lnTo>
                  <a:lnTo>
                    <a:pt x="492686" y="5614162"/>
                  </a:lnTo>
                  <a:lnTo>
                    <a:pt x="492686" y="5613301"/>
                  </a:lnTo>
                  <a:lnTo>
                    <a:pt x="492803" y="5613301"/>
                  </a:lnTo>
                  <a:lnTo>
                    <a:pt x="492803" y="5612871"/>
                  </a:lnTo>
                  <a:lnTo>
                    <a:pt x="492803" y="5612440"/>
                  </a:lnTo>
                  <a:lnTo>
                    <a:pt x="492921" y="5612440"/>
                  </a:lnTo>
                  <a:lnTo>
                    <a:pt x="493038" y="5612440"/>
                  </a:lnTo>
                  <a:lnTo>
                    <a:pt x="493156" y="5612440"/>
                  </a:lnTo>
                  <a:lnTo>
                    <a:pt x="493274" y="5612440"/>
                  </a:lnTo>
                  <a:lnTo>
                    <a:pt x="493391" y="5612440"/>
                  </a:lnTo>
                  <a:lnTo>
                    <a:pt x="493391" y="5612009"/>
                  </a:lnTo>
                  <a:lnTo>
                    <a:pt x="493509" y="5612009"/>
                  </a:lnTo>
                  <a:lnTo>
                    <a:pt x="493627" y="5612009"/>
                  </a:lnTo>
                  <a:lnTo>
                    <a:pt x="493627" y="5611579"/>
                  </a:lnTo>
                  <a:lnTo>
                    <a:pt x="493744" y="5611579"/>
                  </a:lnTo>
                  <a:lnTo>
                    <a:pt x="493862" y="5611579"/>
                  </a:lnTo>
                  <a:lnTo>
                    <a:pt x="493862" y="5611148"/>
                  </a:lnTo>
                  <a:lnTo>
                    <a:pt x="493979" y="5611148"/>
                  </a:lnTo>
                  <a:lnTo>
                    <a:pt x="494215" y="5611148"/>
                  </a:lnTo>
                  <a:lnTo>
                    <a:pt x="494215" y="5610718"/>
                  </a:lnTo>
                  <a:lnTo>
                    <a:pt x="494450" y="5610718"/>
                  </a:lnTo>
                  <a:lnTo>
                    <a:pt x="494567" y="5610718"/>
                  </a:lnTo>
                  <a:lnTo>
                    <a:pt x="494685" y="5610718"/>
                  </a:lnTo>
                  <a:lnTo>
                    <a:pt x="494685" y="5610287"/>
                  </a:lnTo>
                  <a:lnTo>
                    <a:pt x="494803" y="5610287"/>
                  </a:lnTo>
                  <a:lnTo>
                    <a:pt x="494920" y="5610287"/>
                  </a:lnTo>
                  <a:lnTo>
                    <a:pt x="495038" y="5610287"/>
                  </a:lnTo>
                  <a:lnTo>
                    <a:pt x="495273" y="5609856"/>
                  </a:lnTo>
                  <a:lnTo>
                    <a:pt x="495391" y="5609856"/>
                  </a:lnTo>
                  <a:lnTo>
                    <a:pt x="495508" y="5609856"/>
                  </a:lnTo>
                  <a:lnTo>
                    <a:pt x="495508" y="5609426"/>
                  </a:lnTo>
                  <a:lnTo>
                    <a:pt x="495626" y="5609426"/>
                  </a:lnTo>
                  <a:lnTo>
                    <a:pt x="495861" y="5609426"/>
                  </a:lnTo>
                  <a:lnTo>
                    <a:pt x="495861" y="5608995"/>
                  </a:lnTo>
                  <a:lnTo>
                    <a:pt x="496096" y="5608995"/>
                  </a:lnTo>
                  <a:lnTo>
                    <a:pt x="496214" y="5608995"/>
                  </a:lnTo>
                  <a:lnTo>
                    <a:pt x="496332" y="5608995"/>
                  </a:lnTo>
                  <a:lnTo>
                    <a:pt x="496567" y="5608565"/>
                  </a:lnTo>
                  <a:lnTo>
                    <a:pt x="496685" y="5608565"/>
                  </a:lnTo>
                  <a:lnTo>
                    <a:pt x="496920" y="5608134"/>
                  </a:lnTo>
                  <a:lnTo>
                    <a:pt x="497037" y="5608134"/>
                  </a:lnTo>
                  <a:lnTo>
                    <a:pt x="497155" y="5608134"/>
                  </a:lnTo>
                  <a:lnTo>
                    <a:pt x="497390" y="5607703"/>
                  </a:lnTo>
                  <a:lnTo>
                    <a:pt x="497390" y="5607273"/>
                  </a:lnTo>
                  <a:lnTo>
                    <a:pt x="497390" y="5606842"/>
                  </a:lnTo>
                  <a:lnTo>
                    <a:pt x="497508" y="5606842"/>
                  </a:lnTo>
                  <a:lnTo>
                    <a:pt x="497861" y="5606842"/>
                  </a:lnTo>
                  <a:lnTo>
                    <a:pt x="497978" y="5606842"/>
                  </a:lnTo>
                  <a:lnTo>
                    <a:pt x="498096" y="5606842"/>
                  </a:lnTo>
                  <a:lnTo>
                    <a:pt x="498331" y="5606842"/>
                  </a:lnTo>
                  <a:lnTo>
                    <a:pt x="498449" y="5606842"/>
                  </a:lnTo>
                  <a:lnTo>
                    <a:pt x="498566" y="5606412"/>
                  </a:lnTo>
                  <a:lnTo>
                    <a:pt x="498566" y="5605981"/>
                  </a:lnTo>
                  <a:lnTo>
                    <a:pt x="498566" y="5605550"/>
                  </a:lnTo>
                  <a:lnTo>
                    <a:pt x="498802" y="5605120"/>
                  </a:lnTo>
                  <a:lnTo>
                    <a:pt x="498919" y="5605120"/>
                  </a:lnTo>
                  <a:lnTo>
                    <a:pt x="499037" y="5605120"/>
                  </a:lnTo>
                  <a:lnTo>
                    <a:pt x="499037" y="5604689"/>
                  </a:lnTo>
                  <a:lnTo>
                    <a:pt x="499154" y="5604689"/>
                  </a:lnTo>
                  <a:lnTo>
                    <a:pt x="499272" y="5603828"/>
                  </a:lnTo>
                  <a:lnTo>
                    <a:pt x="499507" y="5603828"/>
                  </a:lnTo>
                  <a:lnTo>
                    <a:pt x="499507" y="5603397"/>
                  </a:lnTo>
                  <a:lnTo>
                    <a:pt x="499625" y="5603397"/>
                  </a:lnTo>
                  <a:lnTo>
                    <a:pt x="499743" y="5603397"/>
                  </a:lnTo>
                  <a:lnTo>
                    <a:pt x="499860" y="5603397"/>
                  </a:lnTo>
                  <a:lnTo>
                    <a:pt x="499860" y="5602967"/>
                  </a:lnTo>
                  <a:lnTo>
                    <a:pt x="499978" y="5602967"/>
                  </a:lnTo>
                  <a:lnTo>
                    <a:pt x="500213" y="5602967"/>
                  </a:lnTo>
                  <a:lnTo>
                    <a:pt x="500331" y="5602967"/>
                  </a:lnTo>
                  <a:lnTo>
                    <a:pt x="500448" y="5602967"/>
                  </a:lnTo>
                  <a:lnTo>
                    <a:pt x="500566" y="5602967"/>
                  </a:lnTo>
                  <a:lnTo>
                    <a:pt x="500683" y="5602967"/>
                  </a:lnTo>
                  <a:lnTo>
                    <a:pt x="500683" y="5602536"/>
                  </a:lnTo>
                  <a:lnTo>
                    <a:pt x="500801" y="5602536"/>
                  </a:lnTo>
                  <a:lnTo>
                    <a:pt x="500919" y="5602536"/>
                  </a:lnTo>
                  <a:lnTo>
                    <a:pt x="501154" y="5602536"/>
                  </a:lnTo>
                  <a:lnTo>
                    <a:pt x="501389" y="5602536"/>
                  </a:lnTo>
                  <a:lnTo>
                    <a:pt x="501507" y="5602536"/>
                  </a:lnTo>
                  <a:lnTo>
                    <a:pt x="501624" y="5602536"/>
                  </a:lnTo>
                  <a:lnTo>
                    <a:pt x="501624" y="5602106"/>
                  </a:lnTo>
                  <a:lnTo>
                    <a:pt x="501742" y="5602106"/>
                  </a:lnTo>
                  <a:lnTo>
                    <a:pt x="501860" y="5602106"/>
                  </a:lnTo>
                  <a:lnTo>
                    <a:pt x="501860" y="5601675"/>
                  </a:lnTo>
                  <a:lnTo>
                    <a:pt x="501977" y="5601675"/>
                  </a:lnTo>
                  <a:lnTo>
                    <a:pt x="502095" y="5601675"/>
                  </a:lnTo>
                  <a:lnTo>
                    <a:pt x="502212" y="5601244"/>
                  </a:lnTo>
                  <a:lnTo>
                    <a:pt x="502330" y="5600814"/>
                  </a:lnTo>
                  <a:lnTo>
                    <a:pt x="502330" y="5600383"/>
                  </a:lnTo>
                  <a:lnTo>
                    <a:pt x="502330" y="5599953"/>
                  </a:lnTo>
                  <a:lnTo>
                    <a:pt x="502448" y="5599953"/>
                  </a:lnTo>
                  <a:lnTo>
                    <a:pt x="502448" y="5599522"/>
                  </a:lnTo>
                  <a:lnTo>
                    <a:pt x="502800" y="5599091"/>
                  </a:lnTo>
                  <a:lnTo>
                    <a:pt x="502918" y="5599091"/>
                  </a:lnTo>
                  <a:lnTo>
                    <a:pt x="503036" y="5599091"/>
                  </a:lnTo>
                  <a:lnTo>
                    <a:pt x="503153" y="5599091"/>
                  </a:lnTo>
                  <a:lnTo>
                    <a:pt x="503153" y="5598661"/>
                  </a:lnTo>
                  <a:lnTo>
                    <a:pt x="503271" y="5598661"/>
                  </a:lnTo>
                  <a:lnTo>
                    <a:pt x="503271" y="5598230"/>
                  </a:lnTo>
                  <a:lnTo>
                    <a:pt x="503389" y="5598230"/>
                  </a:lnTo>
                  <a:lnTo>
                    <a:pt x="503506" y="5598230"/>
                  </a:lnTo>
                  <a:lnTo>
                    <a:pt x="503624" y="5598230"/>
                  </a:lnTo>
                  <a:lnTo>
                    <a:pt x="503741" y="5598230"/>
                  </a:lnTo>
                  <a:lnTo>
                    <a:pt x="503859" y="5598230"/>
                  </a:lnTo>
                  <a:lnTo>
                    <a:pt x="503977" y="5598230"/>
                  </a:lnTo>
                  <a:lnTo>
                    <a:pt x="504094" y="5598230"/>
                  </a:lnTo>
                  <a:lnTo>
                    <a:pt x="504329" y="5598230"/>
                  </a:lnTo>
                  <a:lnTo>
                    <a:pt x="504447" y="5598230"/>
                  </a:lnTo>
                  <a:lnTo>
                    <a:pt x="504565" y="5598230"/>
                  </a:lnTo>
                  <a:lnTo>
                    <a:pt x="505035" y="5598230"/>
                  </a:lnTo>
                  <a:lnTo>
                    <a:pt x="505035" y="5597800"/>
                  </a:lnTo>
                  <a:lnTo>
                    <a:pt x="505153" y="5597800"/>
                  </a:lnTo>
                  <a:lnTo>
                    <a:pt x="505153" y="5597369"/>
                  </a:lnTo>
                  <a:lnTo>
                    <a:pt x="505153" y="5596938"/>
                  </a:lnTo>
                  <a:lnTo>
                    <a:pt x="505153" y="5596508"/>
                  </a:lnTo>
                  <a:lnTo>
                    <a:pt x="505388" y="5596508"/>
                  </a:lnTo>
                  <a:lnTo>
                    <a:pt x="505388" y="5596077"/>
                  </a:lnTo>
                  <a:lnTo>
                    <a:pt x="505506" y="5596077"/>
                  </a:lnTo>
                  <a:lnTo>
                    <a:pt x="505623" y="5596077"/>
                  </a:lnTo>
                  <a:lnTo>
                    <a:pt x="505623" y="5595647"/>
                  </a:lnTo>
                  <a:lnTo>
                    <a:pt x="505623" y="5595216"/>
                  </a:lnTo>
                  <a:lnTo>
                    <a:pt x="505741" y="5595216"/>
                  </a:lnTo>
                  <a:lnTo>
                    <a:pt x="505741" y="5594785"/>
                  </a:lnTo>
                  <a:lnTo>
                    <a:pt x="505858" y="5594785"/>
                  </a:lnTo>
                  <a:lnTo>
                    <a:pt x="505858" y="5594355"/>
                  </a:lnTo>
                  <a:lnTo>
                    <a:pt x="505976" y="5594355"/>
                  </a:lnTo>
                  <a:lnTo>
                    <a:pt x="505976" y="5593924"/>
                  </a:lnTo>
                  <a:lnTo>
                    <a:pt x="506094" y="5593924"/>
                  </a:lnTo>
                  <a:lnTo>
                    <a:pt x="506094" y="5593494"/>
                  </a:lnTo>
                  <a:lnTo>
                    <a:pt x="506094" y="5593063"/>
                  </a:lnTo>
                  <a:lnTo>
                    <a:pt x="506211" y="5593063"/>
                  </a:lnTo>
                  <a:lnTo>
                    <a:pt x="506211" y="5592632"/>
                  </a:lnTo>
                  <a:lnTo>
                    <a:pt x="506211" y="5592202"/>
                  </a:lnTo>
                  <a:lnTo>
                    <a:pt x="506329" y="5592202"/>
                  </a:lnTo>
                  <a:lnTo>
                    <a:pt x="506447" y="5592202"/>
                  </a:lnTo>
                  <a:lnTo>
                    <a:pt x="506447" y="5591771"/>
                  </a:lnTo>
                  <a:lnTo>
                    <a:pt x="506564" y="5591771"/>
                  </a:lnTo>
                  <a:lnTo>
                    <a:pt x="506682" y="5591771"/>
                  </a:lnTo>
                  <a:lnTo>
                    <a:pt x="506917" y="5591341"/>
                  </a:lnTo>
                  <a:lnTo>
                    <a:pt x="507035" y="5590910"/>
                  </a:lnTo>
                  <a:lnTo>
                    <a:pt x="507152" y="5590479"/>
                  </a:lnTo>
                  <a:lnTo>
                    <a:pt x="507270" y="5590479"/>
                  </a:lnTo>
                  <a:lnTo>
                    <a:pt x="507505" y="5590479"/>
                  </a:lnTo>
                  <a:lnTo>
                    <a:pt x="507505" y="5590049"/>
                  </a:lnTo>
                  <a:lnTo>
                    <a:pt x="507623" y="5590049"/>
                  </a:lnTo>
                  <a:lnTo>
                    <a:pt x="507623" y="5589618"/>
                  </a:lnTo>
                  <a:lnTo>
                    <a:pt x="507740" y="5589188"/>
                  </a:lnTo>
                  <a:lnTo>
                    <a:pt x="507976" y="5589188"/>
                  </a:lnTo>
                  <a:lnTo>
                    <a:pt x="508211" y="5589188"/>
                  </a:lnTo>
                  <a:lnTo>
                    <a:pt x="508328" y="5589188"/>
                  </a:lnTo>
                  <a:lnTo>
                    <a:pt x="508328" y="5588757"/>
                  </a:lnTo>
                  <a:lnTo>
                    <a:pt x="508446" y="5588757"/>
                  </a:lnTo>
                  <a:lnTo>
                    <a:pt x="508681" y="5588757"/>
                  </a:lnTo>
                  <a:lnTo>
                    <a:pt x="508916" y="5588757"/>
                  </a:lnTo>
                  <a:lnTo>
                    <a:pt x="509034" y="5588326"/>
                  </a:lnTo>
                  <a:lnTo>
                    <a:pt x="509152" y="5588326"/>
                  </a:lnTo>
                  <a:lnTo>
                    <a:pt x="509269" y="5588326"/>
                  </a:lnTo>
                  <a:lnTo>
                    <a:pt x="509387" y="5588326"/>
                  </a:lnTo>
                  <a:lnTo>
                    <a:pt x="509504" y="5588326"/>
                  </a:lnTo>
                  <a:lnTo>
                    <a:pt x="509622" y="5587465"/>
                  </a:lnTo>
                  <a:lnTo>
                    <a:pt x="509622" y="5587035"/>
                  </a:lnTo>
                  <a:lnTo>
                    <a:pt x="509622" y="5586604"/>
                  </a:lnTo>
                  <a:lnTo>
                    <a:pt x="509740" y="5586604"/>
                  </a:lnTo>
                  <a:lnTo>
                    <a:pt x="509740" y="5586173"/>
                  </a:lnTo>
                  <a:lnTo>
                    <a:pt x="509857" y="5585743"/>
                  </a:lnTo>
                  <a:lnTo>
                    <a:pt x="509975" y="5585312"/>
                  </a:lnTo>
                  <a:lnTo>
                    <a:pt x="509975" y="5584882"/>
                  </a:lnTo>
                  <a:lnTo>
                    <a:pt x="510093" y="5584882"/>
                  </a:lnTo>
                  <a:lnTo>
                    <a:pt x="510210" y="5584882"/>
                  </a:lnTo>
                  <a:lnTo>
                    <a:pt x="510328" y="5584882"/>
                  </a:lnTo>
                  <a:lnTo>
                    <a:pt x="510445" y="5584882"/>
                  </a:lnTo>
                  <a:lnTo>
                    <a:pt x="510445" y="5584451"/>
                  </a:lnTo>
                  <a:lnTo>
                    <a:pt x="510681" y="5584451"/>
                  </a:lnTo>
                  <a:lnTo>
                    <a:pt x="510916" y="5584451"/>
                  </a:lnTo>
                  <a:lnTo>
                    <a:pt x="511033" y="5584451"/>
                  </a:lnTo>
                  <a:lnTo>
                    <a:pt x="511033" y="5584020"/>
                  </a:lnTo>
                  <a:lnTo>
                    <a:pt x="511033" y="5583590"/>
                  </a:lnTo>
                  <a:lnTo>
                    <a:pt x="511033" y="5583159"/>
                  </a:lnTo>
                  <a:lnTo>
                    <a:pt x="511739" y="5583159"/>
                  </a:lnTo>
                  <a:lnTo>
                    <a:pt x="511857" y="5583159"/>
                  </a:lnTo>
                  <a:lnTo>
                    <a:pt x="511974" y="5583159"/>
                  </a:lnTo>
                  <a:lnTo>
                    <a:pt x="511974" y="5582729"/>
                  </a:lnTo>
                  <a:lnTo>
                    <a:pt x="512092" y="5582729"/>
                  </a:lnTo>
                  <a:lnTo>
                    <a:pt x="512445" y="5582729"/>
                  </a:lnTo>
                  <a:lnTo>
                    <a:pt x="512562" y="5582298"/>
                  </a:lnTo>
                  <a:lnTo>
                    <a:pt x="512680" y="5582298"/>
                  </a:lnTo>
                  <a:lnTo>
                    <a:pt x="512915" y="5581867"/>
                  </a:lnTo>
                  <a:lnTo>
                    <a:pt x="513268" y="5581867"/>
                  </a:lnTo>
                  <a:lnTo>
                    <a:pt x="513386" y="5581867"/>
                  </a:lnTo>
                  <a:lnTo>
                    <a:pt x="513503" y="5581867"/>
                  </a:lnTo>
                  <a:lnTo>
                    <a:pt x="513503" y="5581437"/>
                  </a:lnTo>
                  <a:lnTo>
                    <a:pt x="513621" y="5581006"/>
                  </a:lnTo>
                  <a:lnTo>
                    <a:pt x="513739" y="5580576"/>
                  </a:lnTo>
                  <a:lnTo>
                    <a:pt x="513739" y="5580145"/>
                  </a:lnTo>
                  <a:lnTo>
                    <a:pt x="513739" y="5579714"/>
                  </a:lnTo>
                  <a:lnTo>
                    <a:pt x="513856" y="5579714"/>
                  </a:lnTo>
                  <a:lnTo>
                    <a:pt x="513974" y="5579714"/>
                  </a:lnTo>
                  <a:lnTo>
                    <a:pt x="513974" y="5579284"/>
                  </a:lnTo>
                  <a:lnTo>
                    <a:pt x="514091" y="5579284"/>
                  </a:lnTo>
                  <a:lnTo>
                    <a:pt x="514091" y="5578853"/>
                  </a:lnTo>
                  <a:lnTo>
                    <a:pt x="514209" y="5578853"/>
                  </a:lnTo>
                  <a:lnTo>
                    <a:pt x="514209" y="5578423"/>
                  </a:lnTo>
                  <a:lnTo>
                    <a:pt x="514327" y="5578423"/>
                  </a:lnTo>
                  <a:lnTo>
                    <a:pt x="514444" y="5578423"/>
                  </a:lnTo>
                  <a:lnTo>
                    <a:pt x="514680" y="5577992"/>
                  </a:lnTo>
                  <a:lnTo>
                    <a:pt x="514797" y="5577992"/>
                  </a:lnTo>
                  <a:lnTo>
                    <a:pt x="514915" y="5577992"/>
                  </a:lnTo>
                  <a:lnTo>
                    <a:pt x="515150" y="5577992"/>
                  </a:lnTo>
                  <a:lnTo>
                    <a:pt x="515268" y="5577992"/>
                  </a:lnTo>
                  <a:lnTo>
                    <a:pt x="515385" y="5577992"/>
                  </a:lnTo>
                  <a:lnTo>
                    <a:pt x="515503" y="5577992"/>
                  </a:lnTo>
                  <a:lnTo>
                    <a:pt x="515620" y="5577992"/>
                  </a:lnTo>
                  <a:lnTo>
                    <a:pt x="515856" y="5577992"/>
                  </a:lnTo>
                  <a:lnTo>
                    <a:pt x="515856" y="5577561"/>
                  </a:lnTo>
                  <a:lnTo>
                    <a:pt x="516091" y="5577561"/>
                  </a:lnTo>
                  <a:lnTo>
                    <a:pt x="516209" y="5577561"/>
                  </a:lnTo>
                  <a:lnTo>
                    <a:pt x="516326" y="5577131"/>
                  </a:lnTo>
                  <a:lnTo>
                    <a:pt x="516444" y="5576700"/>
                  </a:lnTo>
                  <a:lnTo>
                    <a:pt x="516561" y="5576700"/>
                  </a:lnTo>
                  <a:lnTo>
                    <a:pt x="516679" y="5576700"/>
                  </a:lnTo>
                  <a:lnTo>
                    <a:pt x="516797" y="5576700"/>
                  </a:lnTo>
                  <a:lnTo>
                    <a:pt x="516797" y="5576270"/>
                  </a:lnTo>
                  <a:lnTo>
                    <a:pt x="517032" y="5576270"/>
                  </a:lnTo>
                  <a:lnTo>
                    <a:pt x="517267" y="5576270"/>
                  </a:lnTo>
                  <a:lnTo>
                    <a:pt x="517385" y="5576270"/>
                  </a:lnTo>
                  <a:lnTo>
                    <a:pt x="517385" y="5575839"/>
                  </a:lnTo>
                  <a:lnTo>
                    <a:pt x="517385" y="5575408"/>
                  </a:lnTo>
                  <a:lnTo>
                    <a:pt x="517385" y="5574978"/>
                  </a:lnTo>
                  <a:lnTo>
                    <a:pt x="517502" y="5574978"/>
                  </a:lnTo>
                  <a:lnTo>
                    <a:pt x="517620" y="5574978"/>
                  </a:lnTo>
                  <a:lnTo>
                    <a:pt x="517620" y="5574547"/>
                  </a:lnTo>
                  <a:lnTo>
                    <a:pt x="517620" y="5574117"/>
                  </a:lnTo>
                  <a:lnTo>
                    <a:pt x="517620" y="5573255"/>
                  </a:lnTo>
                  <a:lnTo>
                    <a:pt x="517620" y="5572394"/>
                  </a:lnTo>
                  <a:lnTo>
                    <a:pt x="517973" y="5572394"/>
                  </a:lnTo>
                  <a:lnTo>
                    <a:pt x="518090" y="5572394"/>
                  </a:lnTo>
                  <a:lnTo>
                    <a:pt x="518208" y="5572394"/>
                  </a:lnTo>
                  <a:lnTo>
                    <a:pt x="518208" y="5571964"/>
                  </a:lnTo>
                  <a:lnTo>
                    <a:pt x="518326" y="5571964"/>
                  </a:lnTo>
                  <a:lnTo>
                    <a:pt x="518443" y="5571964"/>
                  </a:lnTo>
                  <a:lnTo>
                    <a:pt x="518561" y="5571102"/>
                  </a:lnTo>
                  <a:lnTo>
                    <a:pt x="518678" y="5571102"/>
                  </a:lnTo>
                  <a:lnTo>
                    <a:pt x="518796" y="5571102"/>
                  </a:lnTo>
                  <a:lnTo>
                    <a:pt x="518914" y="5571102"/>
                  </a:lnTo>
                  <a:lnTo>
                    <a:pt x="519031" y="5571102"/>
                  </a:lnTo>
                  <a:lnTo>
                    <a:pt x="519149" y="5571102"/>
                  </a:lnTo>
                  <a:lnTo>
                    <a:pt x="519149" y="5570672"/>
                  </a:lnTo>
                  <a:lnTo>
                    <a:pt x="519266" y="5570672"/>
                  </a:lnTo>
                  <a:lnTo>
                    <a:pt x="519384" y="5570672"/>
                  </a:lnTo>
                  <a:lnTo>
                    <a:pt x="519502" y="5570672"/>
                  </a:lnTo>
                  <a:lnTo>
                    <a:pt x="519619" y="5570672"/>
                  </a:lnTo>
                  <a:lnTo>
                    <a:pt x="519737" y="5570672"/>
                  </a:lnTo>
                  <a:lnTo>
                    <a:pt x="520090" y="5570672"/>
                  </a:lnTo>
                  <a:lnTo>
                    <a:pt x="520090" y="5570241"/>
                  </a:lnTo>
                  <a:lnTo>
                    <a:pt x="520207" y="5570241"/>
                  </a:lnTo>
                  <a:lnTo>
                    <a:pt x="520325" y="5570241"/>
                  </a:lnTo>
                  <a:lnTo>
                    <a:pt x="520325" y="5569811"/>
                  </a:lnTo>
                  <a:lnTo>
                    <a:pt x="520325" y="5569380"/>
                  </a:lnTo>
                  <a:lnTo>
                    <a:pt x="520443" y="5569380"/>
                  </a:lnTo>
                  <a:lnTo>
                    <a:pt x="520678" y="5569380"/>
                  </a:lnTo>
                  <a:lnTo>
                    <a:pt x="520795" y="5569380"/>
                  </a:lnTo>
                  <a:lnTo>
                    <a:pt x="520913" y="5569380"/>
                  </a:lnTo>
                  <a:lnTo>
                    <a:pt x="521266" y="5569380"/>
                  </a:lnTo>
                  <a:lnTo>
                    <a:pt x="521501" y="5568949"/>
                  </a:lnTo>
                  <a:lnTo>
                    <a:pt x="521501" y="5568519"/>
                  </a:lnTo>
                  <a:lnTo>
                    <a:pt x="521619" y="5568519"/>
                  </a:lnTo>
                  <a:lnTo>
                    <a:pt x="521736" y="5568519"/>
                  </a:lnTo>
                  <a:lnTo>
                    <a:pt x="521854" y="5568519"/>
                  </a:lnTo>
                  <a:lnTo>
                    <a:pt x="521972" y="5568519"/>
                  </a:lnTo>
                  <a:lnTo>
                    <a:pt x="522089" y="5568088"/>
                  </a:lnTo>
                  <a:lnTo>
                    <a:pt x="522324" y="5568088"/>
                  </a:lnTo>
                  <a:lnTo>
                    <a:pt x="522442" y="5568088"/>
                  </a:lnTo>
                  <a:lnTo>
                    <a:pt x="522560" y="5568088"/>
                  </a:lnTo>
                  <a:lnTo>
                    <a:pt x="522795" y="5568088"/>
                  </a:lnTo>
                  <a:lnTo>
                    <a:pt x="522913" y="5568088"/>
                  </a:lnTo>
                  <a:lnTo>
                    <a:pt x="523030" y="5568088"/>
                  </a:lnTo>
                  <a:lnTo>
                    <a:pt x="523148" y="5568088"/>
                  </a:lnTo>
                  <a:lnTo>
                    <a:pt x="523265" y="5567658"/>
                  </a:lnTo>
                  <a:lnTo>
                    <a:pt x="523265" y="5567227"/>
                  </a:lnTo>
                  <a:lnTo>
                    <a:pt x="523265" y="5566796"/>
                  </a:lnTo>
                  <a:lnTo>
                    <a:pt x="523383" y="5566796"/>
                  </a:lnTo>
                  <a:lnTo>
                    <a:pt x="523383" y="5566366"/>
                  </a:lnTo>
                  <a:lnTo>
                    <a:pt x="523501" y="5566366"/>
                  </a:lnTo>
                  <a:lnTo>
                    <a:pt x="523618" y="5566366"/>
                  </a:lnTo>
                  <a:lnTo>
                    <a:pt x="523736" y="5566366"/>
                  </a:lnTo>
                  <a:lnTo>
                    <a:pt x="523853" y="5566366"/>
                  </a:lnTo>
                  <a:lnTo>
                    <a:pt x="523971" y="5566366"/>
                  </a:lnTo>
                  <a:lnTo>
                    <a:pt x="523971" y="5565935"/>
                  </a:lnTo>
                  <a:lnTo>
                    <a:pt x="523971" y="5565505"/>
                  </a:lnTo>
                  <a:lnTo>
                    <a:pt x="524089" y="5565505"/>
                  </a:lnTo>
                  <a:lnTo>
                    <a:pt x="524206" y="5565505"/>
                  </a:lnTo>
                  <a:lnTo>
                    <a:pt x="524324" y="5565505"/>
                  </a:lnTo>
                  <a:lnTo>
                    <a:pt x="524324" y="5565074"/>
                  </a:lnTo>
                  <a:lnTo>
                    <a:pt x="524559" y="5565074"/>
                  </a:lnTo>
                  <a:lnTo>
                    <a:pt x="524677" y="5565074"/>
                  </a:lnTo>
                  <a:lnTo>
                    <a:pt x="524794" y="5565074"/>
                  </a:lnTo>
                  <a:lnTo>
                    <a:pt x="524912" y="5565074"/>
                  </a:lnTo>
                  <a:lnTo>
                    <a:pt x="524912" y="5564643"/>
                  </a:lnTo>
                  <a:lnTo>
                    <a:pt x="525030" y="5564643"/>
                  </a:lnTo>
                  <a:lnTo>
                    <a:pt x="525030" y="5563782"/>
                  </a:lnTo>
                  <a:lnTo>
                    <a:pt x="525030" y="5563352"/>
                  </a:lnTo>
                  <a:lnTo>
                    <a:pt x="525147" y="5563352"/>
                  </a:lnTo>
                  <a:lnTo>
                    <a:pt x="525265" y="5562921"/>
                  </a:lnTo>
                  <a:lnTo>
                    <a:pt x="525265" y="5562490"/>
                  </a:lnTo>
                  <a:lnTo>
                    <a:pt x="525382" y="5562490"/>
                  </a:lnTo>
                  <a:lnTo>
                    <a:pt x="525500" y="5562490"/>
                  </a:lnTo>
                  <a:lnTo>
                    <a:pt x="525618" y="5562060"/>
                  </a:lnTo>
                  <a:lnTo>
                    <a:pt x="525735" y="5562060"/>
                  </a:lnTo>
                  <a:lnTo>
                    <a:pt x="525853" y="5562060"/>
                  </a:lnTo>
                  <a:lnTo>
                    <a:pt x="525970" y="5561629"/>
                  </a:lnTo>
                  <a:lnTo>
                    <a:pt x="526088" y="5561629"/>
                  </a:lnTo>
                  <a:lnTo>
                    <a:pt x="526206" y="5561629"/>
                  </a:lnTo>
                  <a:lnTo>
                    <a:pt x="526323" y="5560768"/>
                  </a:lnTo>
                  <a:lnTo>
                    <a:pt x="526441" y="5560768"/>
                  </a:lnTo>
                  <a:lnTo>
                    <a:pt x="526441" y="5560337"/>
                  </a:lnTo>
                  <a:lnTo>
                    <a:pt x="526559" y="5560337"/>
                  </a:lnTo>
                  <a:lnTo>
                    <a:pt x="526559" y="5559907"/>
                  </a:lnTo>
                  <a:lnTo>
                    <a:pt x="526559" y="5559476"/>
                  </a:lnTo>
                  <a:lnTo>
                    <a:pt x="526559" y="5559046"/>
                  </a:lnTo>
                  <a:lnTo>
                    <a:pt x="526676" y="5559046"/>
                  </a:lnTo>
                  <a:lnTo>
                    <a:pt x="526794" y="5559046"/>
                  </a:lnTo>
                  <a:lnTo>
                    <a:pt x="526794" y="5558184"/>
                  </a:lnTo>
                  <a:lnTo>
                    <a:pt x="526911" y="5558184"/>
                  </a:lnTo>
                  <a:lnTo>
                    <a:pt x="527029" y="5558184"/>
                  </a:lnTo>
                  <a:lnTo>
                    <a:pt x="527147" y="5558184"/>
                  </a:lnTo>
                  <a:lnTo>
                    <a:pt x="527264" y="5558184"/>
                  </a:lnTo>
                  <a:lnTo>
                    <a:pt x="527382" y="5557754"/>
                  </a:lnTo>
                  <a:lnTo>
                    <a:pt x="527499" y="5557754"/>
                  </a:lnTo>
                  <a:lnTo>
                    <a:pt x="527617" y="5557754"/>
                  </a:lnTo>
                  <a:lnTo>
                    <a:pt x="527617" y="5556893"/>
                  </a:lnTo>
                  <a:lnTo>
                    <a:pt x="527735" y="5556893"/>
                  </a:lnTo>
                  <a:lnTo>
                    <a:pt x="527852" y="5556893"/>
                  </a:lnTo>
                  <a:lnTo>
                    <a:pt x="527852" y="5556462"/>
                  </a:lnTo>
                  <a:lnTo>
                    <a:pt x="527970" y="5556462"/>
                  </a:lnTo>
                  <a:lnTo>
                    <a:pt x="528088" y="5556462"/>
                  </a:lnTo>
                  <a:lnTo>
                    <a:pt x="528323" y="5556462"/>
                  </a:lnTo>
                  <a:lnTo>
                    <a:pt x="528440" y="5556462"/>
                  </a:lnTo>
                  <a:lnTo>
                    <a:pt x="528558" y="5556462"/>
                  </a:lnTo>
                  <a:lnTo>
                    <a:pt x="528676" y="5556462"/>
                  </a:lnTo>
                  <a:lnTo>
                    <a:pt x="528793" y="5556462"/>
                  </a:lnTo>
                  <a:lnTo>
                    <a:pt x="528911" y="5556462"/>
                  </a:lnTo>
                  <a:lnTo>
                    <a:pt x="529028" y="5556462"/>
                  </a:lnTo>
                  <a:lnTo>
                    <a:pt x="530793" y="5553448"/>
                  </a:lnTo>
                  <a:lnTo>
                    <a:pt x="530793" y="5553017"/>
                  </a:lnTo>
                  <a:lnTo>
                    <a:pt x="530793" y="5552587"/>
                  </a:lnTo>
                  <a:lnTo>
                    <a:pt x="530910" y="5552587"/>
                  </a:lnTo>
                  <a:lnTo>
                    <a:pt x="531028" y="5552587"/>
                  </a:lnTo>
                  <a:lnTo>
                    <a:pt x="531146" y="5552156"/>
                  </a:lnTo>
                  <a:lnTo>
                    <a:pt x="531146" y="5551725"/>
                  </a:lnTo>
                  <a:lnTo>
                    <a:pt x="531263" y="5551725"/>
                  </a:lnTo>
                  <a:lnTo>
                    <a:pt x="531263" y="5551295"/>
                  </a:lnTo>
                  <a:lnTo>
                    <a:pt x="531381" y="5551295"/>
                  </a:lnTo>
                  <a:lnTo>
                    <a:pt x="531616" y="5550864"/>
                  </a:lnTo>
                  <a:lnTo>
                    <a:pt x="531734" y="5550864"/>
                  </a:lnTo>
                  <a:lnTo>
                    <a:pt x="531734" y="5550434"/>
                  </a:lnTo>
                  <a:lnTo>
                    <a:pt x="531969" y="5550434"/>
                  </a:lnTo>
                  <a:lnTo>
                    <a:pt x="532086" y="5550003"/>
                  </a:lnTo>
                  <a:lnTo>
                    <a:pt x="532204" y="5550003"/>
                  </a:lnTo>
                  <a:lnTo>
                    <a:pt x="532322" y="5550003"/>
                  </a:lnTo>
                  <a:lnTo>
                    <a:pt x="532439" y="5550003"/>
                  </a:lnTo>
                  <a:lnTo>
                    <a:pt x="532557" y="5550003"/>
                  </a:lnTo>
                  <a:lnTo>
                    <a:pt x="532675" y="5550003"/>
                  </a:lnTo>
                  <a:lnTo>
                    <a:pt x="532792" y="5550003"/>
                  </a:lnTo>
                  <a:lnTo>
                    <a:pt x="532910" y="5550003"/>
                  </a:lnTo>
                  <a:lnTo>
                    <a:pt x="533027" y="5549572"/>
                  </a:lnTo>
                  <a:lnTo>
                    <a:pt x="533145" y="5549572"/>
                  </a:lnTo>
                  <a:lnTo>
                    <a:pt x="533263" y="5549572"/>
                  </a:lnTo>
                  <a:lnTo>
                    <a:pt x="533263" y="5549142"/>
                  </a:lnTo>
                  <a:lnTo>
                    <a:pt x="533380" y="5549142"/>
                  </a:lnTo>
                  <a:lnTo>
                    <a:pt x="533498" y="5549142"/>
                  </a:lnTo>
                  <a:lnTo>
                    <a:pt x="533498" y="5548711"/>
                  </a:lnTo>
                  <a:lnTo>
                    <a:pt x="533615" y="5548711"/>
                  </a:lnTo>
                  <a:lnTo>
                    <a:pt x="533733" y="5548711"/>
                  </a:lnTo>
                  <a:lnTo>
                    <a:pt x="533851" y="5548711"/>
                  </a:lnTo>
                  <a:lnTo>
                    <a:pt x="533968" y="5548711"/>
                  </a:lnTo>
                  <a:lnTo>
                    <a:pt x="534086" y="5548711"/>
                  </a:lnTo>
                  <a:lnTo>
                    <a:pt x="534321" y="5548281"/>
                  </a:lnTo>
                  <a:lnTo>
                    <a:pt x="534439" y="5548281"/>
                  </a:lnTo>
                  <a:lnTo>
                    <a:pt x="534556" y="5548281"/>
                  </a:lnTo>
                  <a:lnTo>
                    <a:pt x="534674" y="5548281"/>
                  </a:lnTo>
                  <a:lnTo>
                    <a:pt x="534792" y="5547419"/>
                  </a:lnTo>
                  <a:lnTo>
                    <a:pt x="535027" y="5546989"/>
                  </a:lnTo>
                  <a:lnTo>
                    <a:pt x="535144" y="5546989"/>
                  </a:lnTo>
                  <a:lnTo>
                    <a:pt x="535262" y="5546989"/>
                  </a:lnTo>
                  <a:lnTo>
                    <a:pt x="535380" y="5546558"/>
                  </a:lnTo>
                  <a:lnTo>
                    <a:pt x="535380" y="5546128"/>
                  </a:lnTo>
                  <a:lnTo>
                    <a:pt x="535380" y="5545697"/>
                  </a:lnTo>
                  <a:lnTo>
                    <a:pt x="535380" y="5544405"/>
                  </a:lnTo>
                  <a:lnTo>
                    <a:pt x="535497" y="5544405"/>
                  </a:lnTo>
                  <a:lnTo>
                    <a:pt x="535615" y="5544405"/>
                  </a:lnTo>
                  <a:lnTo>
                    <a:pt x="535732" y="5544405"/>
                  </a:lnTo>
                  <a:lnTo>
                    <a:pt x="535968" y="5544405"/>
                  </a:lnTo>
                  <a:lnTo>
                    <a:pt x="536203" y="5543975"/>
                  </a:lnTo>
                  <a:lnTo>
                    <a:pt x="536321" y="5543975"/>
                  </a:lnTo>
                  <a:lnTo>
                    <a:pt x="536321" y="5543544"/>
                  </a:lnTo>
                  <a:lnTo>
                    <a:pt x="536438" y="5543544"/>
                  </a:lnTo>
                  <a:lnTo>
                    <a:pt x="536438" y="5543113"/>
                  </a:lnTo>
                  <a:lnTo>
                    <a:pt x="536556" y="5542683"/>
                  </a:lnTo>
                  <a:lnTo>
                    <a:pt x="536673" y="5542683"/>
                  </a:lnTo>
                  <a:lnTo>
                    <a:pt x="536673" y="5542252"/>
                  </a:lnTo>
                  <a:lnTo>
                    <a:pt x="536791" y="5542252"/>
                  </a:lnTo>
                  <a:lnTo>
                    <a:pt x="536791" y="5541822"/>
                  </a:lnTo>
                  <a:lnTo>
                    <a:pt x="536791" y="5541391"/>
                  </a:lnTo>
                  <a:lnTo>
                    <a:pt x="536791" y="5540960"/>
                  </a:lnTo>
                  <a:lnTo>
                    <a:pt x="536791" y="5540530"/>
                  </a:lnTo>
                  <a:lnTo>
                    <a:pt x="536909" y="5540530"/>
                  </a:lnTo>
                  <a:lnTo>
                    <a:pt x="537144" y="5540530"/>
                  </a:lnTo>
                  <a:lnTo>
                    <a:pt x="537261" y="5540530"/>
                  </a:lnTo>
                  <a:lnTo>
                    <a:pt x="537379" y="5540530"/>
                  </a:lnTo>
                  <a:lnTo>
                    <a:pt x="537379" y="5540099"/>
                  </a:lnTo>
                  <a:lnTo>
                    <a:pt x="537614" y="5540099"/>
                  </a:lnTo>
                  <a:lnTo>
                    <a:pt x="537732" y="5540099"/>
                  </a:lnTo>
                  <a:lnTo>
                    <a:pt x="537850" y="5540099"/>
                  </a:lnTo>
                  <a:lnTo>
                    <a:pt x="537967" y="5540099"/>
                  </a:lnTo>
                  <a:lnTo>
                    <a:pt x="537967" y="5539669"/>
                  </a:lnTo>
                  <a:lnTo>
                    <a:pt x="537967" y="5539238"/>
                  </a:lnTo>
                  <a:lnTo>
                    <a:pt x="538202" y="5539238"/>
                  </a:lnTo>
                  <a:lnTo>
                    <a:pt x="538438" y="5539238"/>
                  </a:lnTo>
                  <a:lnTo>
                    <a:pt x="538555" y="5539238"/>
                  </a:lnTo>
                  <a:lnTo>
                    <a:pt x="538790" y="5539238"/>
                  </a:lnTo>
                  <a:lnTo>
                    <a:pt x="538908" y="5539238"/>
                  </a:lnTo>
                  <a:lnTo>
                    <a:pt x="539026" y="5539238"/>
                  </a:lnTo>
                  <a:lnTo>
                    <a:pt x="539261" y="5538807"/>
                  </a:lnTo>
                  <a:lnTo>
                    <a:pt x="539379" y="5538807"/>
                  </a:lnTo>
                  <a:lnTo>
                    <a:pt x="539614" y="5538807"/>
                  </a:lnTo>
                  <a:lnTo>
                    <a:pt x="539849" y="5538807"/>
                  </a:lnTo>
                  <a:lnTo>
                    <a:pt x="539849" y="5538377"/>
                  </a:lnTo>
                  <a:lnTo>
                    <a:pt x="539967" y="5538377"/>
                  </a:lnTo>
                  <a:lnTo>
                    <a:pt x="540084" y="5538377"/>
                  </a:lnTo>
                  <a:lnTo>
                    <a:pt x="540202" y="5537946"/>
                  </a:lnTo>
                  <a:lnTo>
                    <a:pt x="540319" y="5537946"/>
                  </a:lnTo>
                  <a:lnTo>
                    <a:pt x="540437" y="5537946"/>
                  </a:lnTo>
                  <a:lnTo>
                    <a:pt x="540555" y="5537946"/>
                  </a:lnTo>
                  <a:lnTo>
                    <a:pt x="540672" y="5537946"/>
                  </a:lnTo>
                  <a:lnTo>
                    <a:pt x="540790" y="5537946"/>
                  </a:lnTo>
                  <a:lnTo>
                    <a:pt x="540908" y="5537946"/>
                  </a:lnTo>
                  <a:lnTo>
                    <a:pt x="540908" y="5537516"/>
                  </a:lnTo>
                  <a:lnTo>
                    <a:pt x="541143" y="5537516"/>
                  </a:lnTo>
                  <a:lnTo>
                    <a:pt x="541143" y="5537085"/>
                  </a:lnTo>
                  <a:lnTo>
                    <a:pt x="541260" y="5537085"/>
                  </a:lnTo>
                  <a:lnTo>
                    <a:pt x="541378" y="5536654"/>
                  </a:lnTo>
                  <a:lnTo>
                    <a:pt x="541496" y="5536654"/>
                  </a:lnTo>
                  <a:lnTo>
                    <a:pt x="541613" y="5536654"/>
                  </a:lnTo>
                  <a:lnTo>
                    <a:pt x="541731" y="5536654"/>
                  </a:lnTo>
                  <a:lnTo>
                    <a:pt x="541731" y="5536224"/>
                  </a:lnTo>
                  <a:lnTo>
                    <a:pt x="541848" y="5535793"/>
                  </a:lnTo>
                  <a:lnTo>
                    <a:pt x="541966" y="5535363"/>
                  </a:lnTo>
                  <a:lnTo>
                    <a:pt x="542084" y="5535363"/>
                  </a:lnTo>
                  <a:lnTo>
                    <a:pt x="542084" y="5534932"/>
                  </a:lnTo>
                  <a:lnTo>
                    <a:pt x="542201" y="5534501"/>
                  </a:lnTo>
                  <a:lnTo>
                    <a:pt x="542672" y="5534071"/>
                  </a:lnTo>
                  <a:lnTo>
                    <a:pt x="542789" y="5534071"/>
                  </a:lnTo>
                  <a:lnTo>
                    <a:pt x="542789" y="5533210"/>
                  </a:lnTo>
                  <a:lnTo>
                    <a:pt x="542907" y="5533210"/>
                  </a:lnTo>
                  <a:lnTo>
                    <a:pt x="543025" y="5533210"/>
                  </a:lnTo>
                  <a:lnTo>
                    <a:pt x="543142" y="5533210"/>
                  </a:lnTo>
                  <a:lnTo>
                    <a:pt x="543142" y="5532779"/>
                  </a:lnTo>
                  <a:lnTo>
                    <a:pt x="543260" y="5532779"/>
                  </a:lnTo>
                  <a:lnTo>
                    <a:pt x="543377" y="5532348"/>
                  </a:lnTo>
                  <a:lnTo>
                    <a:pt x="543495" y="5532348"/>
                  </a:lnTo>
                  <a:lnTo>
                    <a:pt x="543730" y="5532348"/>
                  </a:lnTo>
                  <a:lnTo>
                    <a:pt x="543730" y="5531918"/>
                  </a:lnTo>
                  <a:lnTo>
                    <a:pt x="543965" y="5531487"/>
                  </a:lnTo>
                  <a:lnTo>
                    <a:pt x="544201" y="5531057"/>
                  </a:lnTo>
                  <a:lnTo>
                    <a:pt x="544318" y="5531057"/>
                  </a:lnTo>
                  <a:lnTo>
                    <a:pt x="544436" y="5531057"/>
                  </a:lnTo>
                  <a:lnTo>
                    <a:pt x="544554" y="5531057"/>
                  </a:lnTo>
                  <a:lnTo>
                    <a:pt x="544671" y="5531057"/>
                  </a:lnTo>
                  <a:lnTo>
                    <a:pt x="544789" y="5531057"/>
                  </a:lnTo>
                  <a:lnTo>
                    <a:pt x="545024" y="5530626"/>
                  </a:lnTo>
                  <a:lnTo>
                    <a:pt x="545259" y="5530626"/>
                  </a:lnTo>
                  <a:lnTo>
                    <a:pt x="545612" y="5530626"/>
                  </a:lnTo>
                  <a:lnTo>
                    <a:pt x="545730" y="5530626"/>
                  </a:lnTo>
                  <a:lnTo>
                    <a:pt x="545847" y="5530626"/>
                  </a:lnTo>
                  <a:lnTo>
                    <a:pt x="545847" y="5530195"/>
                  </a:lnTo>
                  <a:lnTo>
                    <a:pt x="545965" y="5530195"/>
                  </a:lnTo>
                  <a:lnTo>
                    <a:pt x="545965" y="5529765"/>
                  </a:lnTo>
                  <a:lnTo>
                    <a:pt x="545965" y="5529334"/>
                  </a:lnTo>
                  <a:lnTo>
                    <a:pt x="546083" y="5529334"/>
                  </a:lnTo>
                  <a:lnTo>
                    <a:pt x="546318" y="5528904"/>
                  </a:lnTo>
                  <a:lnTo>
                    <a:pt x="546318" y="5528473"/>
                  </a:lnTo>
                  <a:lnTo>
                    <a:pt x="546318" y="5528042"/>
                  </a:lnTo>
                  <a:lnTo>
                    <a:pt x="546318" y="5527612"/>
                  </a:lnTo>
                  <a:lnTo>
                    <a:pt x="546435" y="5527612"/>
                  </a:lnTo>
                  <a:lnTo>
                    <a:pt x="546553" y="5527612"/>
                  </a:lnTo>
                  <a:lnTo>
                    <a:pt x="546788" y="5527181"/>
                  </a:lnTo>
                  <a:lnTo>
                    <a:pt x="546906" y="5527181"/>
                  </a:lnTo>
                  <a:lnTo>
                    <a:pt x="547023" y="5527181"/>
                  </a:lnTo>
                  <a:lnTo>
                    <a:pt x="547141" y="5527181"/>
                  </a:lnTo>
                  <a:lnTo>
                    <a:pt x="547376" y="5527181"/>
                  </a:lnTo>
                  <a:lnTo>
                    <a:pt x="547494" y="5527181"/>
                  </a:lnTo>
                  <a:lnTo>
                    <a:pt x="547729" y="5527181"/>
                  </a:lnTo>
                  <a:lnTo>
                    <a:pt x="547847" y="5527181"/>
                  </a:lnTo>
                  <a:lnTo>
                    <a:pt x="547964" y="5527181"/>
                  </a:lnTo>
                  <a:lnTo>
                    <a:pt x="548082" y="5527181"/>
                  </a:lnTo>
                  <a:lnTo>
                    <a:pt x="548200" y="5527181"/>
                  </a:lnTo>
                  <a:lnTo>
                    <a:pt x="548435" y="5527181"/>
                  </a:lnTo>
                  <a:lnTo>
                    <a:pt x="548552" y="5526751"/>
                  </a:lnTo>
                  <a:lnTo>
                    <a:pt x="548670" y="5526320"/>
                  </a:lnTo>
                  <a:lnTo>
                    <a:pt x="548788" y="5526320"/>
                  </a:lnTo>
                  <a:lnTo>
                    <a:pt x="549023" y="5526320"/>
                  </a:lnTo>
                  <a:lnTo>
                    <a:pt x="549023" y="5525889"/>
                  </a:lnTo>
                  <a:lnTo>
                    <a:pt x="549141" y="5525459"/>
                  </a:lnTo>
                  <a:lnTo>
                    <a:pt x="549258" y="5525459"/>
                  </a:lnTo>
                  <a:lnTo>
                    <a:pt x="549376" y="5525459"/>
                  </a:lnTo>
                  <a:lnTo>
                    <a:pt x="549493" y="5525459"/>
                  </a:lnTo>
                  <a:lnTo>
                    <a:pt x="549611" y="5524598"/>
                  </a:lnTo>
                  <a:lnTo>
                    <a:pt x="549964" y="5524598"/>
                  </a:lnTo>
                  <a:lnTo>
                    <a:pt x="550199" y="5524598"/>
                  </a:lnTo>
                  <a:lnTo>
                    <a:pt x="550317" y="5524598"/>
                  </a:lnTo>
                  <a:lnTo>
                    <a:pt x="550434" y="5524598"/>
                  </a:lnTo>
                  <a:lnTo>
                    <a:pt x="550552" y="5524598"/>
                  </a:lnTo>
                  <a:lnTo>
                    <a:pt x="550669" y="5524598"/>
                  </a:lnTo>
                  <a:lnTo>
                    <a:pt x="550787" y="5524598"/>
                  </a:lnTo>
                  <a:lnTo>
                    <a:pt x="550905" y="5524598"/>
                  </a:lnTo>
                  <a:lnTo>
                    <a:pt x="551140" y="5524598"/>
                  </a:lnTo>
                  <a:lnTo>
                    <a:pt x="551258" y="5524598"/>
                  </a:lnTo>
                  <a:lnTo>
                    <a:pt x="551375" y="5524167"/>
                  </a:lnTo>
                  <a:lnTo>
                    <a:pt x="551493" y="5524167"/>
                  </a:lnTo>
                  <a:lnTo>
                    <a:pt x="551493" y="5523736"/>
                  </a:lnTo>
                  <a:lnTo>
                    <a:pt x="551728" y="5523736"/>
                  </a:lnTo>
                  <a:lnTo>
                    <a:pt x="551846" y="5523736"/>
                  </a:lnTo>
                  <a:lnTo>
                    <a:pt x="551963" y="5523306"/>
                  </a:lnTo>
                  <a:lnTo>
                    <a:pt x="551963" y="5522875"/>
                  </a:lnTo>
                  <a:lnTo>
                    <a:pt x="552081" y="5522875"/>
                  </a:lnTo>
                  <a:lnTo>
                    <a:pt x="552316" y="5522875"/>
                  </a:lnTo>
                  <a:lnTo>
                    <a:pt x="552316" y="5522445"/>
                  </a:lnTo>
                  <a:lnTo>
                    <a:pt x="552316" y="5522014"/>
                  </a:lnTo>
                  <a:lnTo>
                    <a:pt x="552434" y="5521583"/>
                  </a:lnTo>
                  <a:lnTo>
                    <a:pt x="552551" y="5521153"/>
                  </a:lnTo>
                  <a:lnTo>
                    <a:pt x="552669" y="5521153"/>
                  </a:lnTo>
                  <a:lnTo>
                    <a:pt x="552669" y="5520722"/>
                  </a:lnTo>
                  <a:lnTo>
                    <a:pt x="552904" y="5520722"/>
                  </a:lnTo>
                  <a:lnTo>
                    <a:pt x="553022" y="5520722"/>
                  </a:lnTo>
                  <a:lnTo>
                    <a:pt x="553139" y="5520722"/>
                  </a:lnTo>
                  <a:lnTo>
                    <a:pt x="553257" y="5520292"/>
                  </a:lnTo>
                  <a:lnTo>
                    <a:pt x="553375" y="5520292"/>
                  </a:lnTo>
                  <a:lnTo>
                    <a:pt x="553727" y="5519430"/>
                  </a:lnTo>
                  <a:lnTo>
                    <a:pt x="553727" y="5519000"/>
                  </a:lnTo>
                  <a:lnTo>
                    <a:pt x="553845" y="5519000"/>
                  </a:lnTo>
                  <a:lnTo>
                    <a:pt x="554080" y="5519000"/>
                  </a:lnTo>
                  <a:lnTo>
                    <a:pt x="554198" y="5519000"/>
                  </a:lnTo>
                  <a:lnTo>
                    <a:pt x="554316" y="5519000"/>
                  </a:lnTo>
                  <a:lnTo>
                    <a:pt x="554551" y="5519000"/>
                  </a:lnTo>
                  <a:lnTo>
                    <a:pt x="554668" y="5518569"/>
                  </a:lnTo>
                  <a:lnTo>
                    <a:pt x="554904" y="5518569"/>
                  </a:lnTo>
                  <a:lnTo>
                    <a:pt x="554904" y="5518139"/>
                  </a:lnTo>
                  <a:lnTo>
                    <a:pt x="555374" y="5518139"/>
                  </a:lnTo>
                  <a:lnTo>
                    <a:pt x="555492" y="5518139"/>
                  </a:lnTo>
                  <a:lnTo>
                    <a:pt x="555609" y="5517708"/>
                  </a:lnTo>
                  <a:lnTo>
                    <a:pt x="555962" y="5517277"/>
                  </a:lnTo>
                  <a:lnTo>
                    <a:pt x="556080" y="5517277"/>
                  </a:lnTo>
                  <a:lnTo>
                    <a:pt x="556080" y="5516847"/>
                  </a:lnTo>
                  <a:lnTo>
                    <a:pt x="556197" y="5516847"/>
                  </a:lnTo>
                  <a:lnTo>
                    <a:pt x="556315" y="5516847"/>
                  </a:lnTo>
                  <a:lnTo>
                    <a:pt x="556315" y="5516416"/>
                  </a:lnTo>
                  <a:lnTo>
                    <a:pt x="556433" y="5515986"/>
                  </a:lnTo>
                  <a:lnTo>
                    <a:pt x="556550" y="5515555"/>
                  </a:lnTo>
                  <a:lnTo>
                    <a:pt x="556668" y="5514694"/>
                  </a:lnTo>
                  <a:lnTo>
                    <a:pt x="556785" y="5514694"/>
                  </a:lnTo>
                  <a:lnTo>
                    <a:pt x="556903" y="5514694"/>
                  </a:lnTo>
                  <a:lnTo>
                    <a:pt x="557021" y="5514694"/>
                  </a:lnTo>
                  <a:lnTo>
                    <a:pt x="557021" y="5514263"/>
                  </a:lnTo>
                  <a:lnTo>
                    <a:pt x="557021" y="5513833"/>
                  </a:lnTo>
                  <a:lnTo>
                    <a:pt x="557138" y="5513833"/>
                  </a:lnTo>
                  <a:lnTo>
                    <a:pt x="557256" y="5513833"/>
                  </a:lnTo>
                  <a:lnTo>
                    <a:pt x="557374" y="5513833"/>
                  </a:lnTo>
                  <a:lnTo>
                    <a:pt x="557374" y="5513402"/>
                  </a:lnTo>
                  <a:lnTo>
                    <a:pt x="557374" y="5512971"/>
                  </a:lnTo>
                  <a:lnTo>
                    <a:pt x="557491" y="5512971"/>
                  </a:lnTo>
                  <a:lnTo>
                    <a:pt x="557609" y="5512971"/>
                  </a:lnTo>
                  <a:lnTo>
                    <a:pt x="557609" y="5512541"/>
                  </a:lnTo>
                  <a:lnTo>
                    <a:pt x="557726" y="5512541"/>
                  </a:lnTo>
                  <a:lnTo>
                    <a:pt x="557962" y="5512541"/>
                  </a:lnTo>
                  <a:lnTo>
                    <a:pt x="558079" y="5512541"/>
                  </a:lnTo>
                  <a:lnTo>
                    <a:pt x="558197" y="5512541"/>
                  </a:lnTo>
                  <a:lnTo>
                    <a:pt x="558197" y="5512110"/>
                  </a:lnTo>
                  <a:lnTo>
                    <a:pt x="558197" y="5511680"/>
                  </a:lnTo>
                  <a:lnTo>
                    <a:pt x="558314" y="5511680"/>
                  </a:lnTo>
                  <a:lnTo>
                    <a:pt x="558432" y="5511680"/>
                  </a:lnTo>
                  <a:lnTo>
                    <a:pt x="558785" y="5511680"/>
                  </a:lnTo>
                  <a:lnTo>
                    <a:pt x="558785" y="5511249"/>
                  </a:lnTo>
                  <a:lnTo>
                    <a:pt x="558902" y="5510818"/>
                  </a:lnTo>
                  <a:lnTo>
                    <a:pt x="558902" y="5510388"/>
                  </a:lnTo>
                  <a:lnTo>
                    <a:pt x="559020" y="5510388"/>
                  </a:lnTo>
                  <a:lnTo>
                    <a:pt x="559020" y="5509957"/>
                  </a:lnTo>
                  <a:lnTo>
                    <a:pt x="559138" y="5509957"/>
                  </a:lnTo>
                  <a:lnTo>
                    <a:pt x="559255" y="5509957"/>
                  </a:lnTo>
                  <a:lnTo>
                    <a:pt x="559726" y="5509957"/>
                  </a:lnTo>
                  <a:lnTo>
                    <a:pt x="559843" y="5509957"/>
                  </a:lnTo>
                  <a:lnTo>
                    <a:pt x="559843" y="5509527"/>
                  </a:lnTo>
                  <a:lnTo>
                    <a:pt x="560196" y="5509527"/>
                  </a:lnTo>
                  <a:lnTo>
                    <a:pt x="560314" y="5509096"/>
                  </a:lnTo>
                  <a:lnTo>
                    <a:pt x="560431" y="5509096"/>
                  </a:lnTo>
                  <a:lnTo>
                    <a:pt x="560784" y="5507804"/>
                  </a:lnTo>
                  <a:lnTo>
                    <a:pt x="560784" y="5507374"/>
                  </a:lnTo>
                  <a:lnTo>
                    <a:pt x="560902" y="5507374"/>
                  </a:lnTo>
                  <a:lnTo>
                    <a:pt x="561020" y="5507374"/>
                  </a:lnTo>
                  <a:lnTo>
                    <a:pt x="561137" y="5507374"/>
                  </a:lnTo>
                  <a:lnTo>
                    <a:pt x="561255" y="5507374"/>
                  </a:lnTo>
                  <a:lnTo>
                    <a:pt x="561255" y="5506943"/>
                  </a:lnTo>
                  <a:lnTo>
                    <a:pt x="561372" y="5506943"/>
                  </a:lnTo>
                  <a:lnTo>
                    <a:pt x="561372" y="5506082"/>
                  </a:lnTo>
                  <a:lnTo>
                    <a:pt x="561490" y="5506082"/>
                  </a:lnTo>
                  <a:lnTo>
                    <a:pt x="561490" y="5505651"/>
                  </a:lnTo>
                  <a:lnTo>
                    <a:pt x="561725" y="5505221"/>
                  </a:lnTo>
                  <a:lnTo>
                    <a:pt x="561960" y="5505221"/>
                  </a:lnTo>
                  <a:lnTo>
                    <a:pt x="562078" y="5504359"/>
                  </a:lnTo>
                  <a:lnTo>
                    <a:pt x="562196" y="5504359"/>
                  </a:lnTo>
                  <a:lnTo>
                    <a:pt x="562313" y="5504359"/>
                  </a:lnTo>
                  <a:lnTo>
                    <a:pt x="562549" y="5504359"/>
                  </a:lnTo>
                  <a:lnTo>
                    <a:pt x="562549" y="5503498"/>
                  </a:lnTo>
                  <a:lnTo>
                    <a:pt x="562666" y="5503498"/>
                  </a:lnTo>
                  <a:lnTo>
                    <a:pt x="562784" y="5503498"/>
                  </a:lnTo>
                  <a:lnTo>
                    <a:pt x="562901" y="5503068"/>
                  </a:lnTo>
                  <a:lnTo>
                    <a:pt x="563019" y="5503068"/>
                  </a:lnTo>
                  <a:lnTo>
                    <a:pt x="563137" y="5503068"/>
                  </a:lnTo>
                  <a:lnTo>
                    <a:pt x="563254" y="5502637"/>
                  </a:lnTo>
                  <a:lnTo>
                    <a:pt x="563372" y="5502637"/>
                  </a:lnTo>
                  <a:lnTo>
                    <a:pt x="563489" y="5502637"/>
                  </a:lnTo>
                  <a:lnTo>
                    <a:pt x="563607" y="5502206"/>
                  </a:lnTo>
                  <a:lnTo>
                    <a:pt x="563607" y="5501776"/>
                  </a:lnTo>
                  <a:lnTo>
                    <a:pt x="563725" y="5501776"/>
                  </a:lnTo>
                  <a:lnTo>
                    <a:pt x="563725" y="5501345"/>
                  </a:lnTo>
                  <a:lnTo>
                    <a:pt x="563842" y="5500484"/>
                  </a:lnTo>
                  <a:lnTo>
                    <a:pt x="563960" y="5500053"/>
                  </a:lnTo>
                  <a:lnTo>
                    <a:pt x="563960" y="5499623"/>
                  </a:lnTo>
                  <a:lnTo>
                    <a:pt x="564195" y="5499192"/>
                  </a:lnTo>
                  <a:lnTo>
                    <a:pt x="564313" y="5499192"/>
                  </a:lnTo>
                  <a:lnTo>
                    <a:pt x="564430" y="5498762"/>
                  </a:lnTo>
                  <a:lnTo>
                    <a:pt x="564548" y="5498762"/>
                  </a:lnTo>
                  <a:lnTo>
                    <a:pt x="564548" y="5498331"/>
                  </a:lnTo>
                  <a:lnTo>
                    <a:pt x="564548" y="5497900"/>
                  </a:lnTo>
                  <a:lnTo>
                    <a:pt x="564666" y="5497900"/>
                  </a:lnTo>
                  <a:lnTo>
                    <a:pt x="564666" y="5497470"/>
                  </a:lnTo>
                  <a:lnTo>
                    <a:pt x="564783" y="5497470"/>
                  </a:lnTo>
                  <a:lnTo>
                    <a:pt x="564783" y="5496609"/>
                  </a:lnTo>
                  <a:lnTo>
                    <a:pt x="564901" y="5496178"/>
                  </a:lnTo>
                  <a:lnTo>
                    <a:pt x="565018" y="5496178"/>
                  </a:lnTo>
                  <a:lnTo>
                    <a:pt x="565136" y="5496178"/>
                  </a:lnTo>
                  <a:lnTo>
                    <a:pt x="565371" y="5495747"/>
                  </a:lnTo>
                  <a:lnTo>
                    <a:pt x="565489" y="5495747"/>
                  </a:lnTo>
                  <a:lnTo>
                    <a:pt x="565489" y="5495317"/>
                  </a:lnTo>
                  <a:lnTo>
                    <a:pt x="565606" y="5495317"/>
                  </a:lnTo>
                  <a:lnTo>
                    <a:pt x="565606" y="5494886"/>
                  </a:lnTo>
                  <a:lnTo>
                    <a:pt x="565724" y="5494886"/>
                  </a:lnTo>
                  <a:lnTo>
                    <a:pt x="565842" y="5494456"/>
                  </a:lnTo>
                  <a:lnTo>
                    <a:pt x="565842" y="5494025"/>
                  </a:lnTo>
                  <a:lnTo>
                    <a:pt x="565959" y="5494025"/>
                  </a:lnTo>
                  <a:lnTo>
                    <a:pt x="566077" y="5494025"/>
                  </a:lnTo>
                  <a:lnTo>
                    <a:pt x="566195" y="5494025"/>
                  </a:lnTo>
                  <a:lnTo>
                    <a:pt x="566547" y="5494025"/>
                  </a:lnTo>
                  <a:lnTo>
                    <a:pt x="566783" y="5493164"/>
                  </a:lnTo>
                  <a:lnTo>
                    <a:pt x="567135" y="5493164"/>
                  </a:lnTo>
                  <a:lnTo>
                    <a:pt x="567371" y="5493164"/>
                  </a:lnTo>
                  <a:lnTo>
                    <a:pt x="567488" y="5493164"/>
                  </a:lnTo>
                  <a:lnTo>
                    <a:pt x="567488" y="5492733"/>
                  </a:lnTo>
                  <a:lnTo>
                    <a:pt x="567606" y="5492733"/>
                  </a:lnTo>
                  <a:lnTo>
                    <a:pt x="567841" y="5492733"/>
                  </a:lnTo>
                  <a:lnTo>
                    <a:pt x="567959" y="5492733"/>
                  </a:lnTo>
                  <a:lnTo>
                    <a:pt x="568194" y="5492733"/>
                  </a:lnTo>
                  <a:lnTo>
                    <a:pt x="568429" y="5492733"/>
                  </a:lnTo>
                  <a:lnTo>
                    <a:pt x="568547" y="5492303"/>
                  </a:lnTo>
                  <a:lnTo>
                    <a:pt x="568664" y="5492303"/>
                  </a:lnTo>
                  <a:lnTo>
                    <a:pt x="568900" y="5491872"/>
                  </a:lnTo>
                  <a:lnTo>
                    <a:pt x="568900" y="5491011"/>
                  </a:lnTo>
                  <a:lnTo>
                    <a:pt x="569017" y="5491011"/>
                  </a:lnTo>
                  <a:lnTo>
                    <a:pt x="569135" y="5491011"/>
                  </a:lnTo>
                  <a:lnTo>
                    <a:pt x="569253" y="5491011"/>
                  </a:lnTo>
                  <a:lnTo>
                    <a:pt x="569723" y="5491011"/>
                  </a:lnTo>
                  <a:lnTo>
                    <a:pt x="569841" y="5491011"/>
                  </a:lnTo>
                  <a:lnTo>
                    <a:pt x="569841" y="5490580"/>
                  </a:lnTo>
                  <a:lnTo>
                    <a:pt x="569958" y="5490580"/>
                  </a:lnTo>
                  <a:lnTo>
                    <a:pt x="570076" y="5490580"/>
                  </a:lnTo>
                  <a:lnTo>
                    <a:pt x="570311" y="5490580"/>
                  </a:lnTo>
                  <a:lnTo>
                    <a:pt x="570429" y="5490580"/>
                  </a:lnTo>
                  <a:lnTo>
                    <a:pt x="570664" y="5490580"/>
                  </a:lnTo>
                  <a:lnTo>
                    <a:pt x="570782" y="5490580"/>
                  </a:lnTo>
                  <a:lnTo>
                    <a:pt x="570899" y="5490580"/>
                  </a:lnTo>
                  <a:lnTo>
                    <a:pt x="571017" y="5490150"/>
                  </a:lnTo>
                  <a:lnTo>
                    <a:pt x="571134" y="5490150"/>
                  </a:lnTo>
                  <a:lnTo>
                    <a:pt x="571252" y="5490150"/>
                  </a:lnTo>
                  <a:lnTo>
                    <a:pt x="571370" y="5490150"/>
                  </a:lnTo>
                  <a:lnTo>
                    <a:pt x="571487" y="5489719"/>
                  </a:lnTo>
                  <a:lnTo>
                    <a:pt x="571487" y="5489288"/>
                  </a:lnTo>
                  <a:lnTo>
                    <a:pt x="571722" y="5489288"/>
                  </a:lnTo>
                  <a:lnTo>
                    <a:pt x="571840" y="5489288"/>
                  </a:lnTo>
                  <a:lnTo>
                    <a:pt x="572075" y="5488858"/>
                  </a:lnTo>
                  <a:lnTo>
                    <a:pt x="572193" y="5488858"/>
                  </a:lnTo>
                  <a:lnTo>
                    <a:pt x="572311" y="5488427"/>
                  </a:lnTo>
                  <a:lnTo>
                    <a:pt x="572428" y="5488427"/>
                  </a:lnTo>
                  <a:lnTo>
                    <a:pt x="572546" y="5488427"/>
                  </a:lnTo>
                  <a:lnTo>
                    <a:pt x="572781" y="5488427"/>
                  </a:lnTo>
                  <a:lnTo>
                    <a:pt x="572899" y="5488427"/>
                  </a:lnTo>
                  <a:lnTo>
                    <a:pt x="573016" y="5488427"/>
                  </a:lnTo>
                  <a:lnTo>
                    <a:pt x="573016" y="5487997"/>
                  </a:lnTo>
                  <a:lnTo>
                    <a:pt x="573134" y="5487997"/>
                  </a:lnTo>
                  <a:lnTo>
                    <a:pt x="573369" y="5487997"/>
                  </a:lnTo>
                  <a:lnTo>
                    <a:pt x="573487" y="5487997"/>
                  </a:lnTo>
                  <a:lnTo>
                    <a:pt x="573604" y="5487997"/>
                  </a:lnTo>
                  <a:lnTo>
                    <a:pt x="573722" y="5487997"/>
                  </a:lnTo>
                  <a:lnTo>
                    <a:pt x="573839" y="5487566"/>
                  </a:lnTo>
                  <a:lnTo>
                    <a:pt x="573957" y="5487566"/>
                  </a:lnTo>
                  <a:lnTo>
                    <a:pt x="574075" y="5487566"/>
                  </a:lnTo>
                  <a:lnTo>
                    <a:pt x="574192" y="5487566"/>
                  </a:lnTo>
                  <a:lnTo>
                    <a:pt x="574310" y="5487135"/>
                  </a:lnTo>
                  <a:lnTo>
                    <a:pt x="574545" y="5486705"/>
                  </a:lnTo>
                  <a:lnTo>
                    <a:pt x="574780" y="5486705"/>
                  </a:lnTo>
                  <a:lnTo>
                    <a:pt x="574780" y="5486274"/>
                  </a:lnTo>
                  <a:lnTo>
                    <a:pt x="574898" y="5486274"/>
                  </a:lnTo>
                  <a:lnTo>
                    <a:pt x="575016" y="5486274"/>
                  </a:lnTo>
                  <a:lnTo>
                    <a:pt x="575133" y="5486274"/>
                  </a:lnTo>
                  <a:lnTo>
                    <a:pt x="575251" y="5486274"/>
                  </a:lnTo>
                  <a:lnTo>
                    <a:pt x="575368" y="5486274"/>
                  </a:lnTo>
                  <a:lnTo>
                    <a:pt x="575368" y="5485844"/>
                  </a:lnTo>
                  <a:lnTo>
                    <a:pt x="575486" y="5485844"/>
                  </a:lnTo>
                  <a:lnTo>
                    <a:pt x="575721" y="5485844"/>
                  </a:lnTo>
                  <a:lnTo>
                    <a:pt x="575721" y="5485413"/>
                  </a:lnTo>
                  <a:lnTo>
                    <a:pt x="575839" y="5484982"/>
                  </a:lnTo>
                  <a:lnTo>
                    <a:pt x="575839" y="5484552"/>
                  </a:lnTo>
                  <a:lnTo>
                    <a:pt x="575957" y="5484552"/>
                  </a:lnTo>
                  <a:lnTo>
                    <a:pt x="576074" y="5484552"/>
                  </a:lnTo>
                  <a:lnTo>
                    <a:pt x="576309" y="5484552"/>
                  </a:lnTo>
                  <a:lnTo>
                    <a:pt x="576309" y="5484121"/>
                  </a:lnTo>
                  <a:lnTo>
                    <a:pt x="576427" y="5483691"/>
                  </a:lnTo>
                  <a:lnTo>
                    <a:pt x="576427" y="5483260"/>
                  </a:lnTo>
                  <a:lnTo>
                    <a:pt x="576545" y="5483260"/>
                  </a:lnTo>
                  <a:lnTo>
                    <a:pt x="576662" y="5483260"/>
                  </a:lnTo>
                  <a:lnTo>
                    <a:pt x="576780" y="5483260"/>
                  </a:lnTo>
                  <a:lnTo>
                    <a:pt x="577015" y="5483260"/>
                  </a:lnTo>
                  <a:lnTo>
                    <a:pt x="577133" y="5483260"/>
                  </a:lnTo>
                  <a:lnTo>
                    <a:pt x="577368" y="5483260"/>
                  </a:lnTo>
                  <a:lnTo>
                    <a:pt x="577368" y="5482829"/>
                  </a:lnTo>
                  <a:lnTo>
                    <a:pt x="577486" y="5482829"/>
                  </a:lnTo>
                  <a:lnTo>
                    <a:pt x="577486" y="5482399"/>
                  </a:lnTo>
                  <a:lnTo>
                    <a:pt x="577486" y="5481968"/>
                  </a:lnTo>
                  <a:lnTo>
                    <a:pt x="577603" y="5481968"/>
                  </a:lnTo>
                  <a:lnTo>
                    <a:pt x="577838" y="5481107"/>
                  </a:lnTo>
                  <a:lnTo>
                    <a:pt x="578074" y="5481107"/>
                  </a:lnTo>
                  <a:lnTo>
                    <a:pt x="578191" y="5481107"/>
                  </a:lnTo>
                  <a:lnTo>
                    <a:pt x="578309" y="5480676"/>
                  </a:lnTo>
                  <a:lnTo>
                    <a:pt x="578309" y="5480246"/>
                  </a:lnTo>
                  <a:lnTo>
                    <a:pt x="578426" y="5480246"/>
                  </a:lnTo>
                  <a:lnTo>
                    <a:pt x="578544" y="5480246"/>
                  </a:lnTo>
                  <a:lnTo>
                    <a:pt x="578544" y="5479815"/>
                  </a:lnTo>
                  <a:lnTo>
                    <a:pt x="578662" y="5479815"/>
                  </a:lnTo>
                  <a:lnTo>
                    <a:pt x="578779" y="5479815"/>
                  </a:lnTo>
                  <a:lnTo>
                    <a:pt x="578779" y="5478523"/>
                  </a:lnTo>
                  <a:lnTo>
                    <a:pt x="578779" y="5477662"/>
                  </a:lnTo>
                  <a:lnTo>
                    <a:pt x="578897" y="5477662"/>
                  </a:lnTo>
                  <a:lnTo>
                    <a:pt x="578897" y="5477232"/>
                  </a:lnTo>
                  <a:lnTo>
                    <a:pt x="578897" y="5476801"/>
                  </a:lnTo>
                  <a:lnTo>
                    <a:pt x="579015" y="5476370"/>
                  </a:lnTo>
                  <a:lnTo>
                    <a:pt x="579603" y="5475509"/>
                  </a:lnTo>
                  <a:lnTo>
                    <a:pt x="579603" y="5475079"/>
                  </a:lnTo>
                  <a:lnTo>
                    <a:pt x="579720" y="5474648"/>
                  </a:lnTo>
                  <a:lnTo>
                    <a:pt x="579838" y="5474648"/>
                  </a:lnTo>
                  <a:lnTo>
                    <a:pt x="579955" y="5474648"/>
                  </a:lnTo>
                  <a:lnTo>
                    <a:pt x="580191" y="5474648"/>
                  </a:lnTo>
                  <a:lnTo>
                    <a:pt x="580426" y="5474648"/>
                  </a:lnTo>
                  <a:lnTo>
                    <a:pt x="580544" y="5474648"/>
                  </a:lnTo>
                  <a:lnTo>
                    <a:pt x="580661" y="5474217"/>
                  </a:lnTo>
                  <a:lnTo>
                    <a:pt x="580779" y="5474217"/>
                  </a:lnTo>
                  <a:lnTo>
                    <a:pt x="580779" y="5473787"/>
                  </a:lnTo>
                  <a:lnTo>
                    <a:pt x="580779" y="5473356"/>
                  </a:lnTo>
                  <a:lnTo>
                    <a:pt x="580779" y="5472926"/>
                  </a:lnTo>
                  <a:lnTo>
                    <a:pt x="580896" y="5472926"/>
                  </a:lnTo>
                  <a:lnTo>
                    <a:pt x="581014" y="5472926"/>
                  </a:lnTo>
                  <a:lnTo>
                    <a:pt x="581132" y="5472926"/>
                  </a:lnTo>
                  <a:lnTo>
                    <a:pt x="581249" y="5472926"/>
                  </a:lnTo>
                  <a:lnTo>
                    <a:pt x="581249" y="5472495"/>
                  </a:lnTo>
                  <a:lnTo>
                    <a:pt x="581484" y="5472495"/>
                  </a:lnTo>
                  <a:lnTo>
                    <a:pt x="581602" y="5472495"/>
                  </a:lnTo>
                  <a:lnTo>
                    <a:pt x="581602" y="5472064"/>
                  </a:lnTo>
                  <a:lnTo>
                    <a:pt x="581602" y="5471634"/>
                  </a:lnTo>
                  <a:lnTo>
                    <a:pt x="581720" y="5471634"/>
                  </a:lnTo>
                  <a:lnTo>
                    <a:pt x="581837" y="5471634"/>
                  </a:lnTo>
                  <a:lnTo>
                    <a:pt x="581955" y="5471634"/>
                  </a:lnTo>
                  <a:lnTo>
                    <a:pt x="582072" y="5471634"/>
                  </a:lnTo>
                  <a:lnTo>
                    <a:pt x="582308" y="5471634"/>
                  </a:lnTo>
                  <a:lnTo>
                    <a:pt x="582425" y="5471634"/>
                  </a:lnTo>
                  <a:lnTo>
                    <a:pt x="582778" y="5471634"/>
                  </a:lnTo>
                  <a:lnTo>
                    <a:pt x="583013" y="5471634"/>
                  </a:lnTo>
                  <a:lnTo>
                    <a:pt x="583249" y="5471634"/>
                  </a:lnTo>
                  <a:lnTo>
                    <a:pt x="583484" y="5471634"/>
                  </a:lnTo>
                  <a:lnTo>
                    <a:pt x="583484" y="5471203"/>
                  </a:lnTo>
                  <a:lnTo>
                    <a:pt x="583601" y="5471203"/>
                  </a:lnTo>
                  <a:lnTo>
                    <a:pt x="583719" y="5471203"/>
                  </a:lnTo>
                  <a:lnTo>
                    <a:pt x="583719" y="5470773"/>
                  </a:lnTo>
                  <a:lnTo>
                    <a:pt x="583837" y="5470773"/>
                  </a:lnTo>
                  <a:lnTo>
                    <a:pt x="583954" y="5470773"/>
                  </a:lnTo>
                  <a:lnTo>
                    <a:pt x="583954" y="5470342"/>
                  </a:lnTo>
                  <a:lnTo>
                    <a:pt x="584778" y="5469050"/>
                  </a:lnTo>
                  <a:lnTo>
                    <a:pt x="584895" y="5469050"/>
                  </a:lnTo>
                  <a:lnTo>
                    <a:pt x="585013" y="5469050"/>
                  </a:lnTo>
                  <a:lnTo>
                    <a:pt x="585130" y="5469050"/>
                  </a:lnTo>
                  <a:lnTo>
                    <a:pt x="585248" y="5469050"/>
                  </a:lnTo>
                  <a:lnTo>
                    <a:pt x="585366" y="5469050"/>
                  </a:lnTo>
                  <a:lnTo>
                    <a:pt x="585483" y="5469050"/>
                  </a:lnTo>
                  <a:lnTo>
                    <a:pt x="585601" y="5469050"/>
                  </a:lnTo>
                  <a:lnTo>
                    <a:pt x="585719" y="5469050"/>
                  </a:lnTo>
                  <a:lnTo>
                    <a:pt x="585836" y="5468620"/>
                  </a:lnTo>
                  <a:lnTo>
                    <a:pt x="585954" y="5468620"/>
                  </a:lnTo>
                  <a:lnTo>
                    <a:pt x="585954" y="5468189"/>
                  </a:lnTo>
                  <a:lnTo>
                    <a:pt x="586071" y="5468189"/>
                  </a:lnTo>
                  <a:lnTo>
                    <a:pt x="586189" y="5468189"/>
                  </a:lnTo>
                  <a:lnTo>
                    <a:pt x="586424" y="5467758"/>
                  </a:lnTo>
                  <a:lnTo>
                    <a:pt x="586542" y="5467758"/>
                  </a:lnTo>
                  <a:lnTo>
                    <a:pt x="586659" y="5467758"/>
                  </a:lnTo>
                  <a:lnTo>
                    <a:pt x="586777" y="5467758"/>
                  </a:lnTo>
                  <a:lnTo>
                    <a:pt x="586895" y="5466897"/>
                  </a:lnTo>
                  <a:lnTo>
                    <a:pt x="587012" y="5466897"/>
                  </a:lnTo>
                  <a:lnTo>
                    <a:pt x="587130" y="5466897"/>
                  </a:lnTo>
                  <a:lnTo>
                    <a:pt x="587248" y="5466897"/>
                  </a:lnTo>
                  <a:lnTo>
                    <a:pt x="587365" y="5466897"/>
                  </a:lnTo>
                  <a:lnTo>
                    <a:pt x="587483" y="5466897"/>
                  </a:lnTo>
                  <a:lnTo>
                    <a:pt x="587718" y="5466467"/>
                  </a:lnTo>
                  <a:lnTo>
                    <a:pt x="587836" y="5466467"/>
                  </a:lnTo>
                  <a:lnTo>
                    <a:pt x="587953" y="5466467"/>
                  </a:lnTo>
                  <a:lnTo>
                    <a:pt x="588071" y="5466036"/>
                  </a:lnTo>
                  <a:lnTo>
                    <a:pt x="588071" y="5465605"/>
                  </a:lnTo>
                  <a:lnTo>
                    <a:pt x="588306" y="5465605"/>
                  </a:lnTo>
                  <a:lnTo>
                    <a:pt x="588424" y="5465605"/>
                  </a:lnTo>
                  <a:lnTo>
                    <a:pt x="588541" y="5465605"/>
                  </a:lnTo>
                  <a:lnTo>
                    <a:pt x="588659" y="5465175"/>
                  </a:lnTo>
                  <a:lnTo>
                    <a:pt x="588659" y="5464314"/>
                  </a:lnTo>
                  <a:lnTo>
                    <a:pt x="588777" y="5464314"/>
                  </a:lnTo>
                  <a:lnTo>
                    <a:pt x="588894" y="5464314"/>
                  </a:lnTo>
                  <a:lnTo>
                    <a:pt x="588894" y="5463883"/>
                  </a:lnTo>
                  <a:lnTo>
                    <a:pt x="589012" y="5463022"/>
                  </a:lnTo>
                  <a:lnTo>
                    <a:pt x="589129" y="5462591"/>
                  </a:lnTo>
                  <a:lnTo>
                    <a:pt x="589129" y="5462161"/>
                  </a:lnTo>
                  <a:lnTo>
                    <a:pt x="589247" y="5462161"/>
                  </a:lnTo>
                  <a:lnTo>
                    <a:pt x="589365" y="5462161"/>
                  </a:lnTo>
                  <a:lnTo>
                    <a:pt x="589482" y="5462161"/>
                  </a:lnTo>
                  <a:lnTo>
                    <a:pt x="589717" y="5462161"/>
                  </a:lnTo>
                  <a:lnTo>
                    <a:pt x="589835" y="5462161"/>
                  </a:lnTo>
                  <a:lnTo>
                    <a:pt x="590070" y="5462161"/>
                  </a:lnTo>
                  <a:lnTo>
                    <a:pt x="590188" y="5462161"/>
                  </a:lnTo>
                  <a:lnTo>
                    <a:pt x="590305" y="5462161"/>
                  </a:lnTo>
                  <a:lnTo>
                    <a:pt x="590423" y="5462161"/>
                  </a:lnTo>
                  <a:lnTo>
                    <a:pt x="590776" y="5462161"/>
                  </a:lnTo>
                  <a:lnTo>
                    <a:pt x="590894" y="5462161"/>
                  </a:lnTo>
                  <a:lnTo>
                    <a:pt x="590894" y="5461299"/>
                  </a:lnTo>
                  <a:lnTo>
                    <a:pt x="591011" y="5461299"/>
                  </a:lnTo>
                  <a:lnTo>
                    <a:pt x="591129" y="5461299"/>
                  </a:lnTo>
                  <a:lnTo>
                    <a:pt x="591246" y="5460869"/>
                  </a:lnTo>
                  <a:lnTo>
                    <a:pt x="591364" y="5460869"/>
                  </a:lnTo>
                  <a:lnTo>
                    <a:pt x="591364" y="5460438"/>
                  </a:lnTo>
                  <a:lnTo>
                    <a:pt x="591834" y="5460438"/>
                  </a:lnTo>
                  <a:lnTo>
                    <a:pt x="591952" y="5460438"/>
                  </a:lnTo>
                  <a:lnTo>
                    <a:pt x="592070" y="5460438"/>
                  </a:lnTo>
                  <a:lnTo>
                    <a:pt x="592187" y="5460008"/>
                  </a:lnTo>
                  <a:lnTo>
                    <a:pt x="592305" y="5460008"/>
                  </a:lnTo>
                  <a:lnTo>
                    <a:pt x="592423" y="5460008"/>
                  </a:lnTo>
                  <a:lnTo>
                    <a:pt x="592540" y="5460008"/>
                  </a:lnTo>
                  <a:lnTo>
                    <a:pt x="592658" y="5459577"/>
                  </a:lnTo>
                  <a:lnTo>
                    <a:pt x="592775" y="5459577"/>
                  </a:lnTo>
                  <a:lnTo>
                    <a:pt x="592775" y="5459146"/>
                  </a:lnTo>
                  <a:lnTo>
                    <a:pt x="593011" y="5459146"/>
                  </a:lnTo>
                  <a:lnTo>
                    <a:pt x="593128" y="5459146"/>
                  </a:lnTo>
                  <a:lnTo>
                    <a:pt x="593363" y="5459146"/>
                  </a:lnTo>
                  <a:lnTo>
                    <a:pt x="593363" y="5458716"/>
                  </a:lnTo>
                  <a:lnTo>
                    <a:pt x="593481" y="5458716"/>
                  </a:lnTo>
                  <a:lnTo>
                    <a:pt x="593481" y="5458285"/>
                  </a:lnTo>
                  <a:lnTo>
                    <a:pt x="593599" y="5457855"/>
                  </a:lnTo>
                  <a:lnTo>
                    <a:pt x="593716" y="5457855"/>
                  </a:lnTo>
                  <a:lnTo>
                    <a:pt x="593834" y="5457855"/>
                  </a:lnTo>
                  <a:lnTo>
                    <a:pt x="593952" y="5457424"/>
                  </a:lnTo>
                  <a:lnTo>
                    <a:pt x="594069" y="5457424"/>
                  </a:lnTo>
                  <a:lnTo>
                    <a:pt x="594187" y="5456993"/>
                  </a:lnTo>
                  <a:lnTo>
                    <a:pt x="594304" y="5456993"/>
                  </a:lnTo>
                  <a:lnTo>
                    <a:pt x="594422" y="5456993"/>
                  </a:lnTo>
                  <a:lnTo>
                    <a:pt x="594422" y="5456563"/>
                  </a:lnTo>
                  <a:lnTo>
                    <a:pt x="594422" y="5456132"/>
                  </a:lnTo>
                  <a:lnTo>
                    <a:pt x="594540" y="5456132"/>
                  </a:lnTo>
                  <a:lnTo>
                    <a:pt x="594775" y="5456132"/>
                  </a:lnTo>
                  <a:lnTo>
                    <a:pt x="594775" y="5455702"/>
                  </a:lnTo>
                  <a:lnTo>
                    <a:pt x="594892" y="5455702"/>
                  </a:lnTo>
                  <a:lnTo>
                    <a:pt x="594892" y="5455271"/>
                  </a:lnTo>
                  <a:lnTo>
                    <a:pt x="595010" y="5455271"/>
                  </a:lnTo>
                  <a:lnTo>
                    <a:pt x="595010" y="5454840"/>
                  </a:lnTo>
                  <a:lnTo>
                    <a:pt x="595128" y="5454840"/>
                  </a:lnTo>
                  <a:lnTo>
                    <a:pt x="595245" y="5454410"/>
                  </a:lnTo>
                  <a:lnTo>
                    <a:pt x="595363" y="5454410"/>
                  </a:lnTo>
                  <a:lnTo>
                    <a:pt x="595598" y="5453979"/>
                  </a:lnTo>
                  <a:lnTo>
                    <a:pt x="595716" y="5453979"/>
                  </a:lnTo>
                  <a:lnTo>
                    <a:pt x="595833" y="5453979"/>
                  </a:lnTo>
                  <a:lnTo>
                    <a:pt x="595951" y="5453979"/>
                  </a:lnTo>
                  <a:lnTo>
                    <a:pt x="596186" y="5453979"/>
                  </a:lnTo>
                  <a:lnTo>
                    <a:pt x="596304" y="5453979"/>
                  </a:lnTo>
                  <a:lnTo>
                    <a:pt x="596539" y="5453979"/>
                  </a:lnTo>
                  <a:lnTo>
                    <a:pt x="596657" y="5453979"/>
                  </a:lnTo>
                  <a:lnTo>
                    <a:pt x="596774" y="5453549"/>
                  </a:lnTo>
                  <a:lnTo>
                    <a:pt x="596892" y="5453549"/>
                  </a:lnTo>
                  <a:lnTo>
                    <a:pt x="596892" y="5453118"/>
                  </a:lnTo>
                  <a:lnTo>
                    <a:pt x="597010" y="5452687"/>
                  </a:lnTo>
                  <a:lnTo>
                    <a:pt x="597127" y="5452687"/>
                  </a:lnTo>
                  <a:lnTo>
                    <a:pt x="597245" y="5452687"/>
                  </a:lnTo>
                  <a:lnTo>
                    <a:pt x="597598" y="5452687"/>
                  </a:lnTo>
                  <a:lnTo>
                    <a:pt x="597715" y="5452687"/>
                  </a:lnTo>
                  <a:lnTo>
                    <a:pt x="597833" y="5452687"/>
                  </a:lnTo>
                  <a:lnTo>
                    <a:pt x="598068" y="5452687"/>
                  </a:lnTo>
                  <a:lnTo>
                    <a:pt x="598068" y="5452257"/>
                  </a:lnTo>
                  <a:lnTo>
                    <a:pt x="598186" y="5452257"/>
                  </a:lnTo>
                  <a:lnTo>
                    <a:pt x="598186" y="5451396"/>
                  </a:lnTo>
                  <a:lnTo>
                    <a:pt x="598303" y="5451396"/>
                  </a:lnTo>
                  <a:lnTo>
                    <a:pt x="598303" y="5450965"/>
                  </a:lnTo>
                  <a:lnTo>
                    <a:pt x="598421" y="5450965"/>
                  </a:lnTo>
                  <a:lnTo>
                    <a:pt x="598538" y="5450534"/>
                  </a:lnTo>
                  <a:lnTo>
                    <a:pt x="598656" y="5450534"/>
                  </a:lnTo>
                  <a:lnTo>
                    <a:pt x="598656" y="5450104"/>
                  </a:lnTo>
                  <a:lnTo>
                    <a:pt x="598774" y="5450104"/>
                  </a:lnTo>
                  <a:lnTo>
                    <a:pt x="598891" y="5450104"/>
                  </a:lnTo>
                  <a:lnTo>
                    <a:pt x="599127" y="5450104"/>
                  </a:lnTo>
                  <a:lnTo>
                    <a:pt x="599244" y="5450104"/>
                  </a:lnTo>
                  <a:lnTo>
                    <a:pt x="599362" y="5450104"/>
                  </a:lnTo>
                  <a:lnTo>
                    <a:pt x="599479" y="5450104"/>
                  </a:lnTo>
                  <a:lnTo>
                    <a:pt x="599597" y="5450104"/>
                  </a:lnTo>
                  <a:lnTo>
                    <a:pt x="599715" y="5450104"/>
                  </a:lnTo>
                  <a:lnTo>
                    <a:pt x="599832" y="5450104"/>
                  </a:lnTo>
                  <a:lnTo>
                    <a:pt x="599832" y="5449673"/>
                  </a:lnTo>
                  <a:lnTo>
                    <a:pt x="599950" y="5449673"/>
                  </a:lnTo>
                  <a:lnTo>
                    <a:pt x="599950" y="5449243"/>
                  </a:lnTo>
                  <a:lnTo>
                    <a:pt x="599950" y="5448812"/>
                  </a:lnTo>
                  <a:lnTo>
                    <a:pt x="600067" y="5448381"/>
                  </a:lnTo>
                  <a:lnTo>
                    <a:pt x="600067" y="5447951"/>
                  </a:lnTo>
                  <a:lnTo>
                    <a:pt x="600067" y="5447090"/>
                  </a:lnTo>
                  <a:lnTo>
                    <a:pt x="600303" y="5447090"/>
                  </a:lnTo>
                  <a:lnTo>
                    <a:pt x="600420" y="5447090"/>
                  </a:lnTo>
                  <a:lnTo>
                    <a:pt x="600538" y="5446659"/>
                  </a:lnTo>
                  <a:lnTo>
                    <a:pt x="600656" y="5446659"/>
                  </a:lnTo>
                  <a:lnTo>
                    <a:pt x="600656" y="5446228"/>
                  </a:lnTo>
                  <a:lnTo>
                    <a:pt x="600656" y="5445798"/>
                  </a:lnTo>
                  <a:lnTo>
                    <a:pt x="601361" y="5445367"/>
                  </a:lnTo>
                  <a:lnTo>
                    <a:pt x="601479" y="5445367"/>
                  </a:lnTo>
                  <a:lnTo>
                    <a:pt x="601596" y="5445367"/>
                  </a:lnTo>
                  <a:lnTo>
                    <a:pt x="601714" y="5445367"/>
                  </a:lnTo>
                  <a:lnTo>
                    <a:pt x="601832" y="5445367"/>
                  </a:lnTo>
                  <a:lnTo>
                    <a:pt x="601949" y="5445367"/>
                  </a:lnTo>
                  <a:lnTo>
                    <a:pt x="602067" y="5444937"/>
                  </a:lnTo>
                  <a:lnTo>
                    <a:pt x="602067" y="5444506"/>
                  </a:lnTo>
                  <a:lnTo>
                    <a:pt x="602185" y="5444506"/>
                  </a:lnTo>
                  <a:lnTo>
                    <a:pt x="602185" y="5443645"/>
                  </a:lnTo>
                  <a:lnTo>
                    <a:pt x="602302" y="5443645"/>
                  </a:lnTo>
                  <a:lnTo>
                    <a:pt x="602302" y="5443214"/>
                  </a:lnTo>
                  <a:lnTo>
                    <a:pt x="602420" y="5443214"/>
                  </a:lnTo>
                  <a:lnTo>
                    <a:pt x="602537" y="5442784"/>
                  </a:lnTo>
                  <a:lnTo>
                    <a:pt x="602655" y="5442784"/>
                  </a:lnTo>
                  <a:lnTo>
                    <a:pt x="602773" y="5442784"/>
                  </a:lnTo>
                  <a:lnTo>
                    <a:pt x="602773" y="5442353"/>
                  </a:lnTo>
                  <a:lnTo>
                    <a:pt x="602890" y="5442353"/>
                  </a:lnTo>
                  <a:lnTo>
                    <a:pt x="602890" y="5441922"/>
                  </a:lnTo>
                  <a:lnTo>
                    <a:pt x="602890" y="5441492"/>
                  </a:lnTo>
                  <a:lnTo>
                    <a:pt x="603008" y="5441492"/>
                  </a:lnTo>
                  <a:lnTo>
                    <a:pt x="603125" y="5441492"/>
                  </a:lnTo>
                  <a:lnTo>
                    <a:pt x="603125" y="5441061"/>
                  </a:lnTo>
                  <a:lnTo>
                    <a:pt x="603243" y="5441061"/>
                  </a:lnTo>
                  <a:lnTo>
                    <a:pt x="603243" y="5440631"/>
                  </a:lnTo>
                  <a:lnTo>
                    <a:pt x="603714" y="5439339"/>
                  </a:lnTo>
                  <a:lnTo>
                    <a:pt x="603831" y="5439339"/>
                  </a:lnTo>
                  <a:lnTo>
                    <a:pt x="603831" y="5438908"/>
                  </a:lnTo>
                  <a:lnTo>
                    <a:pt x="603949" y="5438908"/>
                  </a:lnTo>
                  <a:lnTo>
                    <a:pt x="604066" y="5438908"/>
                  </a:lnTo>
                  <a:lnTo>
                    <a:pt x="604066" y="5438478"/>
                  </a:lnTo>
                  <a:lnTo>
                    <a:pt x="604184" y="5438478"/>
                  </a:lnTo>
                  <a:lnTo>
                    <a:pt x="604184" y="5438047"/>
                  </a:lnTo>
                  <a:lnTo>
                    <a:pt x="604302" y="5438047"/>
                  </a:lnTo>
                  <a:lnTo>
                    <a:pt x="604302" y="5437616"/>
                  </a:lnTo>
                  <a:lnTo>
                    <a:pt x="604419" y="5437616"/>
                  </a:lnTo>
                  <a:lnTo>
                    <a:pt x="604419" y="5437186"/>
                  </a:lnTo>
                  <a:lnTo>
                    <a:pt x="604537" y="5437186"/>
                  </a:lnTo>
                  <a:lnTo>
                    <a:pt x="604654" y="5437186"/>
                  </a:lnTo>
                  <a:lnTo>
                    <a:pt x="604772" y="5437186"/>
                  </a:lnTo>
                  <a:lnTo>
                    <a:pt x="605007" y="5437186"/>
                  </a:lnTo>
                  <a:lnTo>
                    <a:pt x="605243" y="5437186"/>
                  </a:lnTo>
                  <a:lnTo>
                    <a:pt x="605595" y="5437186"/>
                  </a:lnTo>
                  <a:lnTo>
                    <a:pt x="605595" y="5436755"/>
                  </a:lnTo>
                  <a:lnTo>
                    <a:pt x="605713" y="5436755"/>
                  </a:lnTo>
                  <a:lnTo>
                    <a:pt x="605713" y="5436325"/>
                  </a:lnTo>
                  <a:lnTo>
                    <a:pt x="605831" y="5435894"/>
                  </a:lnTo>
                  <a:lnTo>
                    <a:pt x="605831" y="5435463"/>
                  </a:lnTo>
                  <a:lnTo>
                    <a:pt x="605948" y="5435463"/>
                  </a:lnTo>
                  <a:lnTo>
                    <a:pt x="605948" y="5435033"/>
                  </a:lnTo>
                  <a:lnTo>
                    <a:pt x="605948" y="5434602"/>
                  </a:lnTo>
                  <a:lnTo>
                    <a:pt x="606066" y="5434602"/>
                  </a:lnTo>
                  <a:lnTo>
                    <a:pt x="606183" y="5434602"/>
                  </a:lnTo>
                  <a:lnTo>
                    <a:pt x="606654" y="5434602"/>
                  </a:lnTo>
                  <a:lnTo>
                    <a:pt x="607007" y="5434602"/>
                  </a:lnTo>
                  <a:lnTo>
                    <a:pt x="607124" y="5434602"/>
                  </a:lnTo>
                  <a:lnTo>
                    <a:pt x="607242" y="5434602"/>
                  </a:lnTo>
                  <a:lnTo>
                    <a:pt x="607360" y="5434602"/>
                  </a:lnTo>
                  <a:lnTo>
                    <a:pt x="607595" y="5434172"/>
                  </a:lnTo>
                  <a:lnTo>
                    <a:pt x="607595" y="5433741"/>
                  </a:lnTo>
                  <a:lnTo>
                    <a:pt x="607595" y="5433310"/>
                  </a:lnTo>
                  <a:lnTo>
                    <a:pt x="607595" y="5432880"/>
                  </a:lnTo>
                  <a:lnTo>
                    <a:pt x="607712" y="5432880"/>
                  </a:lnTo>
                  <a:lnTo>
                    <a:pt x="607712" y="5432449"/>
                  </a:lnTo>
                  <a:lnTo>
                    <a:pt x="607830" y="5432449"/>
                  </a:lnTo>
                  <a:lnTo>
                    <a:pt x="607830" y="5432019"/>
                  </a:lnTo>
                  <a:lnTo>
                    <a:pt x="608065" y="5431588"/>
                  </a:lnTo>
                  <a:lnTo>
                    <a:pt x="608065" y="5431157"/>
                  </a:lnTo>
                  <a:lnTo>
                    <a:pt x="608183" y="5430727"/>
                  </a:lnTo>
                  <a:lnTo>
                    <a:pt x="608183" y="5430296"/>
                  </a:lnTo>
                  <a:lnTo>
                    <a:pt x="608300" y="5429866"/>
                  </a:lnTo>
                  <a:lnTo>
                    <a:pt x="608536" y="5429866"/>
                  </a:lnTo>
                  <a:lnTo>
                    <a:pt x="608536" y="5429435"/>
                  </a:lnTo>
                  <a:lnTo>
                    <a:pt x="608653" y="5429435"/>
                  </a:lnTo>
                  <a:lnTo>
                    <a:pt x="608889" y="5429435"/>
                  </a:lnTo>
                  <a:lnTo>
                    <a:pt x="609006" y="5429435"/>
                  </a:lnTo>
                  <a:lnTo>
                    <a:pt x="609124" y="5429435"/>
                  </a:lnTo>
                  <a:lnTo>
                    <a:pt x="609241" y="5429435"/>
                  </a:lnTo>
                  <a:lnTo>
                    <a:pt x="609477" y="5429435"/>
                  </a:lnTo>
                  <a:lnTo>
                    <a:pt x="609829" y="5429435"/>
                  </a:lnTo>
                  <a:lnTo>
                    <a:pt x="609947" y="5429004"/>
                  </a:lnTo>
                  <a:lnTo>
                    <a:pt x="609947" y="5428574"/>
                  </a:lnTo>
                  <a:lnTo>
                    <a:pt x="610182" y="5428574"/>
                  </a:lnTo>
                  <a:lnTo>
                    <a:pt x="610300" y="5428574"/>
                  </a:lnTo>
                  <a:lnTo>
                    <a:pt x="610535" y="5428143"/>
                  </a:lnTo>
                  <a:lnTo>
                    <a:pt x="610653" y="5428143"/>
                  </a:lnTo>
                  <a:lnTo>
                    <a:pt x="610653" y="5427713"/>
                  </a:lnTo>
                  <a:lnTo>
                    <a:pt x="610888" y="5427282"/>
                  </a:lnTo>
                  <a:lnTo>
                    <a:pt x="611006" y="5427282"/>
                  </a:lnTo>
                  <a:lnTo>
                    <a:pt x="611123" y="5427282"/>
                  </a:lnTo>
                  <a:lnTo>
                    <a:pt x="611358" y="5427282"/>
                  </a:lnTo>
                  <a:lnTo>
                    <a:pt x="611476" y="5427282"/>
                  </a:lnTo>
                  <a:lnTo>
                    <a:pt x="611594" y="5426851"/>
                  </a:lnTo>
                  <a:lnTo>
                    <a:pt x="611829" y="5426851"/>
                  </a:lnTo>
                  <a:lnTo>
                    <a:pt x="612064" y="5426421"/>
                  </a:lnTo>
                  <a:lnTo>
                    <a:pt x="612182" y="5425990"/>
                  </a:lnTo>
                  <a:lnTo>
                    <a:pt x="612182" y="5425560"/>
                  </a:lnTo>
                  <a:lnTo>
                    <a:pt x="612299" y="5425129"/>
                  </a:lnTo>
                  <a:lnTo>
                    <a:pt x="612417" y="5425129"/>
                  </a:lnTo>
                  <a:lnTo>
                    <a:pt x="612535" y="5424698"/>
                  </a:lnTo>
                  <a:lnTo>
                    <a:pt x="612652" y="5424698"/>
                  </a:lnTo>
                  <a:lnTo>
                    <a:pt x="612652" y="5424268"/>
                  </a:lnTo>
                  <a:lnTo>
                    <a:pt x="612770" y="5424268"/>
                  </a:lnTo>
                  <a:lnTo>
                    <a:pt x="613005" y="5424268"/>
                  </a:lnTo>
                  <a:lnTo>
                    <a:pt x="613123" y="5423407"/>
                  </a:lnTo>
                  <a:lnTo>
                    <a:pt x="613123" y="5422976"/>
                  </a:lnTo>
                  <a:lnTo>
                    <a:pt x="613123" y="5422545"/>
                  </a:lnTo>
                  <a:lnTo>
                    <a:pt x="613240" y="5422545"/>
                  </a:lnTo>
                  <a:lnTo>
                    <a:pt x="613358" y="5422545"/>
                  </a:lnTo>
                  <a:lnTo>
                    <a:pt x="613358" y="5422115"/>
                  </a:lnTo>
                  <a:lnTo>
                    <a:pt x="613476" y="5422115"/>
                  </a:lnTo>
                  <a:lnTo>
                    <a:pt x="613593" y="5422115"/>
                  </a:lnTo>
                  <a:lnTo>
                    <a:pt x="613828" y="5422115"/>
                  </a:lnTo>
                  <a:lnTo>
                    <a:pt x="613946" y="5422115"/>
                  </a:lnTo>
                  <a:lnTo>
                    <a:pt x="613946" y="5421684"/>
                  </a:lnTo>
                  <a:lnTo>
                    <a:pt x="613946" y="5421254"/>
                  </a:lnTo>
                  <a:lnTo>
                    <a:pt x="614181" y="5421254"/>
                  </a:lnTo>
                  <a:lnTo>
                    <a:pt x="614416" y="5420823"/>
                  </a:lnTo>
                  <a:lnTo>
                    <a:pt x="614534" y="5420823"/>
                  </a:lnTo>
                  <a:lnTo>
                    <a:pt x="614652" y="5420823"/>
                  </a:lnTo>
                  <a:lnTo>
                    <a:pt x="614769" y="5420823"/>
                  </a:lnTo>
                  <a:lnTo>
                    <a:pt x="614887" y="5420823"/>
                  </a:lnTo>
                  <a:lnTo>
                    <a:pt x="614887" y="5420392"/>
                  </a:lnTo>
                  <a:lnTo>
                    <a:pt x="615004" y="5420392"/>
                  </a:lnTo>
                  <a:lnTo>
                    <a:pt x="615122" y="5420392"/>
                  </a:lnTo>
                  <a:lnTo>
                    <a:pt x="615240" y="5420392"/>
                  </a:lnTo>
                  <a:lnTo>
                    <a:pt x="615240" y="5419962"/>
                  </a:lnTo>
                  <a:lnTo>
                    <a:pt x="615357" y="5419962"/>
                  </a:lnTo>
                  <a:lnTo>
                    <a:pt x="615710" y="5419962"/>
                  </a:lnTo>
                  <a:lnTo>
                    <a:pt x="615710" y="5419531"/>
                  </a:lnTo>
                  <a:lnTo>
                    <a:pt x="615828" y="5419531"/>
                  </a:lnTo>
                  <a:lnTo>
                    <a:pt x="615828" y="5419101"/>
                  </a:lnTo>
                  <a:lnTo>
                    <a:pt x="615828" y="5418239"/>
                  </a:lnTo>
                  <a:lnTo>
                    <a:pt x="616063" y="5418239"/>
                  </a:lnTo>
                  <a:lnTo>
                    <a:pt x="616181" y="5418239"/>
                  </a:lnTo>
                  <a:lnTo>
                    <a:pt x="616298" y="5418239"/>
                  </a:lnTo>
                  <a:lnTo>
                    <a:pt x="616416" y="5418239"/>
                  </a:lnTo>
                  <a:lnTo>
                    <a:pt x="616416" y="5417809"/>
                  </a:lnTo>
                  <a:lnTo>
                    <a:pt x="616533" y="5417809"/>
                  </a:lnTo>
                  <a:lnTo>
                    <a:pt x="616651" y="5417809"/>
                  </a:lnTo>
                  <a:lnTo>
                    <a:pt x="616769" y="5417378"/>
                  </a:lnTo>
                  <a:lnTo>
                    <a:pt x="616886" y="5417378"/>
                  </a:lnTo>
                  <a:lnTo>
                    <a:pt x="617004" y="5417378"/>
                  </a:lnTo>
                  <a:lnTo>
                    <a:pt x="617122" y="5417378"/>
                  </a:lnTo>
                  <a:lnTo>
                    <a:pt x="617122" y="5416948"/>
                  </a:lnTo>
                  <a:lnTo>
                    <a:pt x="617122" y="5416517"/>
                  </a:lnTo>
                  <a:lnTo>
                    <a:pt x="617592" y="5416517"/>
                  </a:lnTo>
                  <a:lnTo>
                    <a:pt x="617592" y="5416086"/>
                  </a:lnTo>
                  <a:lnTo>
                    <a:pt x="617710" y="5416086"/>
                  </a:lnTo>
                  <a:lnTo>
                    <a:pt x="617827" y="5416086"/>
                  </a:lnTo>
                  <a:lnTo>
                    <a:pt x="617827" y="5415656"/>
                  </a:lnTo>
                  <a:lnTo>
                    <a:pt x="617945" y="5415656"/>
                  </a:lnTo>
                  <a:lnTo>
                    <a:pt x="618062" y="5415656"/>
                  </a:lnTo>
                  <a:lnTo>
                    <a:pt x="618415" y="5415225"/>
                  </a:lnTo>
                  <a:lnTo>
                    <a:pt x="618768" y="5415225"/>
                  </a:lnTo>
                  <a:lnTo>
                    <a:pt x="618886" y="5415225"/>
                  </a:lnTo>
                  <a:lnTo>
                    <a:pt x="619003" y="5415225"/>
                  </a:lnTo>
                  <a:lnTo>
                    <a:pt x="619121" y="5415225"/>
                  </a:lnTo>
                  <a:lnTo>
                    <a:pt x="619239" y="5415225"/>
                  </a:lnTo>
                  <a:lnTo>
                    <a:pt x="619356" y="5415225"/>
                  </a:lnTo>
                  <a:lnTo>
                    <a:pt x="619474" y="5415225"/>
                  </a:lnTo>
                  <a:lnTo>
                    <a:pt x="619591" y="5415225"/>
                  </a:lnTo>
                  <a:lnTo>
                    <a:pt x="619709" y="5414795"/>
                  </a:lnTo>
                  <a:lnTo>
                    <a:pt x="619827" y="5414795"/>
                  </a:lnTo>
                  <a:lnTo>
                    <a:pt x="619944" y="5414364"/>
                  </a:lnTo>
                  <a:lnTo>
                    <a:pt x="620062" y="5414364"/>
                  </a:lnTo>
                  <a:lnTo>
                    <a:pt x="620062" y="5413933"/>
                  </a:lnTo>
                  <a:lnTo>
                    <a:pt x="620180" y="5413933"/>
                  </a:lnTo>
                  <a:lnTo>
                    <a:pt x="620415" y="5413933"/>
                  </a:lnTo>
                  <a:lnTo>
                    <a:pt x="620650" y="5413933"/>
                  </a:lnTo>
                  <a:lnTo>
                    <a:pt x="620650" y="5413503"/>
                  </a:lnTo>
                  <a:lnTo>
                    <a:pt x="620768" y="5413072"/>
                  </a:lnTo>
                  <a:lnTo>
                    <a:pt x="620768" y="5412642"/>
                  </a:lnTo>
                  <a:lnTo>
                    <a:pt x="620768" y="5411780"/>
                  </a:lnTo>
                  <a:lnTo>
                    <a:pt x="620768" y="5411350"/>
                  </a:lnTo>
                  <a:lnTo>
                    <a:pt x="620885" y="5410919"/>
                  </a:lnTo>
                  <a:lnTo>
                    <a:pt x="621003" y="5410919"/>
                  </a:lnTo>
                  <a:lnTo>
                    <a:pt x="621238" y="5410919"/>
                  </a:lnTo>
                  <a:lnTo>
                    <a:pt x="621356" y="5410919"/>
                  </a:lnTo>
                  <a:lnTo>
                    <a:pt x="621473" y="5410919"/>
                  </a:lnTo>
                  <a:lnTo>
                    <a:pt x="621591" y="5410919"/>
                  </a:lnTo>
                  <a:lnTo>
                    <a:pt x="621826" y="5410919"/>
                  </a:lnTo>
                  <a:lnTo>
                    <a:pt x="621944" y="5410919"/>
                  </a:lnTo>
                  <a:lnTo>
                    <a:pt x="622061" y="5410489"/>
                  </a:lnTo>
                  <a:lnTo>
                    <a:pt x="622061" y="5410058"/>
                  </a:lnTo>
                  <a:lnTo>
                    <a:pt x="622179" y="5410058"/>
                  </a:lnTo>
                  <a:lnTo>
                    <a:pt x="622179" y="5409627"/>
                  </a:lnTo>
                  <a:lnTo>
                    <a:pt x="622297" y="5409627"/>
                  </a:lnTo>
                  <a:lnTo>
                    <a:pt x="622532" y="5408766"/>
                  </a:lnTo>
                  <a:lnTo>
                    <a:pt x="622532" y="5408336"/>
                  </a:lnTo>
                  <a:lnTo>
                    <a:pt x="622532" y="5407474"/>
                  </a:lnTo>
                  <a:lnTo>
                    <a:pt x="622649" y="5407474"/>
                  </a:lnTo>
                  <a:lnTo>
                    <a:pt x="622885" y="5407474"/>
                  </a:lnTo>
                  <a:lnTo>
                    <a:pt x="623002" y="5407474"/>
                  </a:lnTo>
                  <a:lnTo>
                    <a:pt x="623120" y="5407474"/>
                  </a:lnTo>
                  <a:lnTo>
                    <a:pt x="623120" y="5407044"/>
                  </a:lnTo>
                  <a:lnTo>
                    <a:pt x="623237" y="5407044"/>
                  </a:lnTo>
                  <a:lnTo>
                    <a:pt x="623237" y="5406613"/>
                  </a:lnTo>
                  <a:lnTo>
                    <a:pt x="623826" y="5406183"/>
                  </a:lnTo>
                  <a:lnTo>
                    <a:pt x="623826" y="5405752"/>
                  </a:lnTo>
                  <a:lnTo>
                    <a:pt x="623943" y="5405752"/>
                  </a:lnTo>
                  <a:lnTo>
                    <a:pt x="624061" y="5405752"/>
                  </a:lnTo>
                  <a:lnTo>
                    <a:pt x="624296" y="5405752"/>
                  </a:lnTo>
                  <a:lnTo>
                    <a:pt x="624414" y="5405752"/>
                  </a:lnTo>
                  <a:lnTo>
                    <a:pt x="624531" y="5405752"/>
                  </a:lnTo>
                  <a:lnTo>
                    <a:pt x="624531" y="5405321"/>
                  </a:lnTo>
                  <a:lnTo>
                    <a:pt x="624649" y="5405321"/>
                  </a:lnTo>
                  <a:lnTo>
                    <a:pt x="624884" y="5405321"/>
                  </a:lnTo>
                  <a:lnTo>
                    <a:pt x="625002" y="5405321"/>
                  </a:lnTo>
                  <a:lnTo>
                    <a:pt x="625119" y="5404891"/>
                  </a:lnTo>
                  <a:lnTo>
                    <a:pt x="625237" y="5404460"/>
                  </a:lnTo>
                  <a:lnTo>
                    <a:pt x="625355" y="5404460"/>
                  </a:lnTo>
                  <a:lnTo>
                    <a:pt x="625590" y="5403599"/>
                  </a:lnTo>
                  <a:lnTo>
                    <a:pt x="625825" y="5402738"/>
                  </a:lnTo>
                  <a:lnTo>
                    <a:pt x="625825" y="5402307"/>
                  </a:lnTo>
                  <a:lnTo>
                    <a:pt x="626060" y="5402307"/>
                  </a:lnTo>
                  <a:lnTo>
                    <a:pt x="626060" y="5401877"/>
                  </a:lnTo>
                  <a:lnTo>
                    <a:pt x="626060" y="5401446"/>
                  </a:lnTo>
                  <a:lnTo>
                    <a:pt x="626178" y="5401446"/>
                  </a:lnTo>
                  <a:lnTo>
                    <a:pt x="626295" y="5401446"/>
                  </a:lnTo>
                  <a:lnTo>
                    <a:pt x="626413" y="5401446"/>
                  </a:lnTo>
                  <a:lnTo>
                    <a:pt x="626531" y="5401446"/>
                  </a:lnTo>
                  <a:lnTo>
                    <a:pt x="626766" y="5401446"/>
                  </a:lnTo>
                  <a:lnTo>
                    <a:pt x="626884" y="5401446"/>
                  </a:lnTo>
                  <a:lnTo>
                    <a:pt x="627001" y="5401446"/>
                  </a:lnTo>
                  <a:lnTo>
                    <a:pt x="627119" y="5401446"/>
                  </a:lnTo>
                  <a:lnTo>
                    <a:pt x="627236" y="5400585"/>
                  </a:lnTo>
                  <a:lnTo>
                    <a:pt x="627354" y="5400585"/>
                  </a:lnTo>
                  <a:lnTo>
                    <a:pt x="627472" y="5400585"/>
                  </a:lnTo>
                  <a:lnTo>
                    <a:pt x="627472" y="5400154"/>
                  </a:lnTo>
                  <a:lnTo>
                    <a:pt x="627589" y="5400154"/>
                  </a:lnTo>
                  <a:lnTo>
                    <a:pt x="627589" y="5399724"/>
                  </a:lnTo>
                  <a:lnTo>
                    <a:pt x="627589" y="5399293"/>
                  </a:lnTo>
                  <a:lnTo>
                    <a:pt x="627824" y="5398432"/>
                  </a:lnTo>
                  <a:lnTo>
                    <a:pt x="627942" y="5398001"/>
                  </a:lnTo>
                  <a:lnTo>
                    <a:pt x="628060" y="5398001"/>
                  </a:lnTo>
                  <a:lnTo>
                    <a:pt x="628295" y="5397571"/>
                  </a:lnTo>
                  <a:lnTo>
                    <a:pt x="628413" y="5397571"/>
                  </a:lnTo>
                  <a:lnTo>
                    <a:pt x="628530" y="5397140"/>
                  </a:lnTo>
                  <a:lnTo>
                    <a:pt x="628648" y="5396709"/>
                  </a:lnTo>
                  <a:lnTo>
                    <a:pt x="628648" y="5396279"/>
                  </a:lnTo>
                  <a:lnTo>
                    <a:pt x="628765" y="5396279"/>
                  </a:lnTo>
                  <a:lnTo>
                    <a:pt x="628765" y="5395848"/>
                  </a:lnTo>
                  <a:lnTo>
                    <a:pt x="629001" y="5395848"/>
                  </a:lnTo>
                  <a:lnTo>
                    <a:pt x="629118" y="5395848"/>
                  </a:lnTo>
                  <a:lnTo>
                    <a:pt x="629236" y="5395848"/>
                  </a:lnTo>
                  <a:lnTo>
                    <a:pt x="629353" y="5395848"/>
                  </a:lnTo>
                  <a:lnTo>
                    <a:pt x="629589" y="5395848"/>
                  </a:lnTo>
                  <a:lnTo>
                    <a:pt x="629706" y="5395848"/>
                  </a:lnTo>
                  <a:lnTo>
                    <a:pt x="629706" y="5395418"/>
                  </a:lnTo>
                  <a:lnTo>
                    <a:pt x="629706" y="5394987"/>
                  </a:lnTo>
                  <a:lnTo>
                    <a:pt x="629824" y="5394987"/>
                  </a:lnTo>
                  <a:lnTo>
                    <a:pt x="629824" y="5394556"/>
                  </a:lnTo>
                  <a:lnTo>
                    <a:pt x="629942" y="5394556"/>
                  </a:lnTo>
                  <a:lnTo>
                    <a:pt x="630059" y="5394556"/>
                  </a:lnTo>
                  <a:lnTo>
                    <a:pt x="630177" y="5394556"/>
                  </a:lnTo>
                  <a:lnTo>
                    <a:pt x="630177" y="5394126"/>
                  </a:lnTo>
                  <a:lnTo>
                    <a:pt x="630294" y="5394126"/>
                  </a:lnTo>
                  <a:lnTo>
                    <a:pt x="630412" y="5394126"/>
                  </a:lnTo>
                  <a:lnTo>
                    <a:pt x="630647" y="5393695"/>
                  </a:lnTo>
                  <a:lnTo>
                    <a:pt x="631000" y="5393265"/>
                  </a:lnTo>
                  <a:lnTo>
                    <a:pt x="631118" y="5393265"/>
                  </a:lnTo>
                  <a:lnTo>
                    <a:pt x="631235" y="5393265"/>
                  </a:lnTo>
                  <a:lnTo>
                    <a:pt x="631470" y="5393265"/>
                  </a:lnTo>
                  <a:lnTo>
                    <a:pt x="631470" y="5392834"/>
                  </a:lnTo>
                  <a:lnTo>
                    <a:pt x="631588" y="5392834"/>
                  </a:lnTo>
                  <a:lnTo>
                    <a:pt x="631706" y="5392834"/>
                  </a:lnTo>
                  <a:lnTo>
                    <a:pt x="631941" y="5392834"/>
                  </a:lnTo>
                  <a:lnTo>
                    <a:pt x="632059" y="5392834"/>
                  </a:lnTo>
                  <a:lnTo>
                    <a:pt x="632176" y="5392834"/>
                  </a:lnTo>
                  <a:lnTo>
                    <a:pt x="632176" y="5392403"/>
                  </a:lnTo>
                  <a:lnTo>
                    <a:pt x="632294" y="5392403"/>
                  </a:lnTo>
                  <a:lnTo>
                    <a:pt x="632411" y="5392403"/>
                  </a:lnTo>
                  <a:lnTo>
                    <a:pt x="632411" y="5391973"/>
                  </a:lnTo>
                  <a:lnTo>
                    <a:pt x="632529" y="5391973"/>
                  </a:lnTo>
                  <a:lnTo>
                    <a:pt x="632529" y="5391542"/>
                  </a:lnTo>
                  <a:lnTo>
                    <a:pt x="632647" y="5391542"/>
                  </a:lnTo>
                  <a:lnTo>
                    <a:pt x="632882" y="5391542"/>
                  </a:lnTo>
                  <a:lnTo>
                    <a:pt x="632999" y="5391542"/>
                  </a:lnTo>
                  <a:lnTo>
                    <a:pt x="633235" y="5390250"/>
                  </a:lnTo>
                  <a:lnTo>
                    <a:pt x="633352" y="5390250"/>
                  </a:lnTo>
                  <a:lnTo>
                    <a:pt x="633470" y="5390250"/>
                  </a:lnTo>
                  <a:lnTo>
                    <a:pt x="633588" y="5390250"/>
                  </a:lnTo>
                  <a:lnTo>
                    <a:pt x="633705" y="5390250"/>
                  </a:lnTo>
                  <a:lnTo>
                    <a:pt x="633940" y="5390250"/>
                  </a:lnTo>
                  <a:lnTo>
                    <a:pt x="634058" y="5390250"/>
                  </a:lnTo>
                  <a:lnTo>
                    <a:pt x="634176" y="5390250"/>
                  </a:lnTo>
                  <a:lnTo>
                    <a:pt x="634411" y="5390250"/>
                  </a:lnTo>
                  <a:lnTo>
                    <a:pt x="634528" y="5390250"/>
                  </a:lnTo>
                  <a:lnTo>
                    <a:pt x="634764" y="5389389"/>
                  </a:lnTo>
                  <a:lnTo>
                    <a:pt x="634764" y="5388959"/>
                  </a:lnTo>
                  <a:lnTo>
                    <a:pt x="634881" y="5388959"/>
                  </a:lnTo>
                  <a:lnTo>
                    <a:pt x="635117" y="5388959"/>
                  </a:lnTo>
                  <a:lnTo>
                    <a:pt x="635117" y="5388097"/>
                  </a:lnTo>
                  <a:lnTo>
                    <a:pt x="635469" y="5388097"/>
                  </a:lnTo>
                  <a:lnTo>
                    <a:pt x="635469" y="5387667"/>
                  </a:lnTo>
                  <a:lnTo>
                    <a:pt x="635469" y="5387236"/>
                  </a:lnTo>
                  <a:lnTo>
                    <a:pt x="635587" y="5387236"/>
                  </a:lnTo>
                  <a:lnTo>
                    <a:pt x="635587" y="5386806"/>
                  </a:lnTo>
                  <a:lnTo>
                    <a:pt x="635587" y="5386375"/>
                  </a:lnTo>
                  <a:lnTo>
                    <a:pt x="635705" y="5386375"/>
                  </a:lnTo>
                  <a:lnTo>
                    <a:pt x="636057" y="5386375"/>
                  </a:lnTo>
                  <a:lnTo>
                    <a:pt x="636175" y="5386375"/>
                  </a:lnTo>
                  <a:lnTo>
                    <a:pt x="636293" y="5386375"/>
                  </a:lnTo>
                  <a:lnTo>
                    <a:pt x="636410" y="5386375"/>
                  </a:lnTo>
                  <a:lnTo>
                    <a:pt x="636998" y="5386375"/>
                  </a:lnTo>
                  <a:lnTo>
                    <a:pt x="637116" y="5386375"/>
                  </a:lnTo>
                  <a:lnTo>
                    <a:pt x="637234" y="5386375"/>
                  </a:lnTo>
                  <a:lnTo>
                    <a:pt x="637351" y="5385944"/>
                  </a:lnTo>
                  <a:lnTo>
                    <a:pt x="637469" y="5385944"/>
                  </a:lnTo>
                  <a:lnTo>
                    <a:pt x="637469" y="5385514"/>
                  </a:lnTo>
                  <a:lnTo>
                    <a:pt x="637586" y="5385514"/>
                  </a:lnTo>
                  <a:lnTo>
                    <a:pt x="637704" y="5385514"/>
                  </a:lnTo>
                  <a:lnTo>
                    <a:pt x="637822" y="5385514"/>
                  </a:lnTo>
                  <a:lnTo>
                    <a:pt x="637939" y="5385514"/>
                  </a:lnTo>
                  <a:lnTo>
                    <a:pt x="638057" y="5385514"/>
                  </a:lnTo>
                  <a:lnTo>
                    <a:pt x="638057" y="5385083"/>
                  </a:lnTo>
                  <a:lnTo>
                    <a:pt x="638292" y="5385083"/>
                  </a:lnTo>
                  <a:lnTo>
                    <a:pt x="638410" y="5384653"/>
                  </a:lnTo>
                  <a:lnTo>
                    <a:pt x="638527" y="5384653"/>
                  </a:lnTo>
                  <a:lnTo>
                    <a:pt x="638645" y="5384653"/>
                  </a:lnTo>
                  <a:lnTo>
                    <a:pt x="638998" y="5384222"/>
                  </a:lnTo>
                  <a:lnTo>
                    <a:pt x="639115" y="5384222"/>
                  </a:lnTo>
                  <a:lnTo>
                    <a:pt x="639233" y="5383791"/>
                  </a:lnTo>
                  <a:lnTo>
                    <a:pt x="639233" y="5383361"/>
                  </a:lnTo>
                  <a:lnTo>
                    <a:pt x="639351" y="5383361"/>
                  </a:lnTo>
                  <a:lnTo>
                    <a:pt x="639586" y="5383361"/>
                  </a:lnTo>
                  <a:lnTo>
                    <a:pt x="639586" y="5382930"/>
                  </a:lnTo>
                  <a:lnTo>
                    <a:pt x="639586" y="5382500"/>
                  </a:lnTo>
                  <a:lnTo>
                    <a:pt x="639703" y="5382500"/>
                  </a:lnTo>
                  <a:lnTo>
                    <a:pt x="639703" y="5382069"/>
                  </a:lnTo>
                  <a:lnTo>
                    <a:pt x="639703" y="5381638"/>
                  </a:lnTo>
                  <a:lnTo>
                    <a:pt x="639821" y="5381638"/>
                  </a:lnTo>
                  <a:lnTo>
                    <a:pt x="639821" y="5381208"/>
                  </a:lnTo>
                  <a:lnTo>
                    <a:pt x="639821" y="5380777"/>
                  </a:lnTo>
                  <a:lnTo>
                    <a:pt x="639939" y="5380777"/>
                  </a:lnTo>
                  <a:lnTo>
                    <a:pt x="640880" y="5379055"/>
                  </a:lnTo>
                  <a:lnTo>
                    <a:pt x="640997" y="5379055"/>
                  </a:lnTo>
                  <a:lnTo>
                    <a:pt x="641115" y="5379055"/>
                  </a:lnTo>
                  <a:lnTo>
                    <a:pt x="641232" y="5379055"/>
                  </a:lnTo>
                  <a:lnTo>
                    <a:pt x="641232" y="5378624"/>
                  </a:lnTo>
                  <a:lnTo>
                    <a:pt x="641350" y="5378624"/>
                  </a:lnTo>
                  <a:lnTo>
                    <a:pt x="641468" y="5378624"/>
                  </a:lnTo>
                  <a:lnTo>
                    <a:pt x="641468" y="5378194"/>
                  </a:lnTo>
                  <a:lnTo>
                    <a:pt x="641585" y="5378194"/>
                  </a:lnTo>
                  <a:lnTo>
                    <a:pt x="641703" y="5378194"/>
                  </a:lnTo>
                  <a:lnTo>
                    <a:pt x="641821" y="5378194"/>
                  </a:lnTo>
                  <a:lnTo>
                    <a:pt x="641938" y="5378194"/>
                  </a:lnTo>
                  <a:lnTo>
                    <a:pt x="642056" y="5378194"/>
                  </a:lnTo>
                  <a:lnTo>
                    <a:pt x="642291" y="5378194"/>
                  </a:lnTo>
                  <a:lnTo>
                    <a:pt x="642291" y="5377763"/>
                  </a:lnTo>
                  <a:lnTo>
                    <a:pt x="642291" y="5377332"/>
                  </a:lnTo>
                  <a:lnTo>
                    <a:pt x="642409" y="5377332"/>
                  </a:lnTo>
                  <a:lnTo>
                    <a:pt x="642526" y="5377332"/>
                  </a:lnTo>
                  <a:lnTo>
                    <a:pt x="642526" y="5376902"/>
                  </a:lnTo>
                  <a:lnTo>
                    <a:pt x="642761" y="5376902"/>
                  </a:lnTo>
                  <a:lnTo>
                    <a:pt x="643232" y="5376041"/>
                  </a:lnTo>
                  <a:lnTo>
                    <a:pt x="643350" y="5375610"/>
                  </a:lnTo>
                  <a:lnTo>
                    <a:pt x="643467" y="5375179"/>
                  </a:lnTo>
                  <a:lnTo>
                    <a:pt x="643585" y="5375179"/>
                  </a:lnTo>
                  <a:lnTo>
                    <a:pt x="643820" y="5375179"/>
                  </a:lnTo>
                  <a:lnTo>
                    <a:pt x="643938" y="5374749"/>
                  </a:lnTo>
                  <a:lnTo>
                    <a:pt x="643938" y="5374318"/>
                  </a:lnTo>
                  <a:lnTo>
                    <a:pt x="644173" y="5374318"/>
                  </a:lnTo>
                  <a:lnTo>
                    <a:pt x="644408" y="5374318"/>
                  </a:lnTo>
                  <a:lnTo>
                    <a:pt x="644526" y="5373457"/>
                  </a:lnTo>
                  <a:lnTo>
                    <a:pt x="644643" y="5373457"/>
                  </a:lnTo>
                  <a:lnTo>
                    <a:pt x="644879" y="5373457"/>
                  </a:lnTo>
                  <a:lnTo>
                    <a:pt x="644996" y="5373457"/>
                  </a:lnTo>
                  <a:lnTo>
                    <a:pt x="645114" y="5373457"/>
                  </a:lnTo>
                  <a:lnTo>
                    <a:pt x="645231" y="5373457"/>
                  </a:lnTo>
                  <a:lnTo>
                    <a:pt x="645349" y="5373457"/>
                  </a:lnTo>
                  <a:lnTo>
                    <a:pt x="645584" y="5373457"/>
                  </a:lnTo>
                  <a:lnTo>
                    <a:pt x="645702" y="5373457"/>
                  </a:lnTo>
                  <a:lnTo>
                    <a:pt x="645819" y="5373457"/>
                  </a:lnTo>
                  <a:lnTo>
                    <a:pt x="645937" y="5373457"/>
                  </a:lnTo>
                  <a:lnTo>
                    <a:pt x="646172" y="5373457"/>
                  </a:lnTo>
                  <a:lnTo>
                    <a:pt x="646290" y="5373457"/>
                  </a:lnTo>
                  <a:lnTo>
                    <a:pt x="646290" y="5373026"/>
                  </a:lnTo>
                  <a:lnTo>
                    <a:pt x="646290" y="5372596"/>
                  </a:lnTo>
                  <a:lnTo>
                    <a:pt x="646290" y="5372165"/>
                  </a:lnTo>
                  <a:lnTo>
                    <a:pt x="646407" y="5372165"/>
                  </a:lnTo>
                  <a:lnTo>
                    <a:pt x="646643" y="5372165"/>
                  </a:lnTo>
                  <a:lnTo>
                    <a:pt x="646643" y="5370873"/>
                  </a:lnTo>
                  <a:lnTo>
                    <a:pt x="646643" y="5370443"/>
                  </a:lnTo>
                  <a:lnTo>
                    <a:pt x="646643" y="5370012"/>
                  </a:lnTo>
                  <a:lnTo>
                    <a:pt x="646760" y="5369582"/>
                  </a:lnTo>
                  <a:lnTo>
                    <a:pt x="646878" y="5369582"/>
                  </a:lnTo>
                  <a:lnTo>
                    <a:pt x="646996" y="5369151"/>
                  </a:lnTo>
                  <a:lnTo>
                    <a:pt x="647113" y="5368720"/>
                  </a:lnTo>
                  <a:lnTo>
                    <a:pt x="647348" y="5368290"/>
                  </a:lnTo>
                  <a:lnTo>
                    <a:pt x="647466" y="5368290"/>
                  </a:lnTo>
                  <a:lnTo>
                    <a:pt x="647584" y="5368290"/>
                  </a:lnTo>
                  <a:lnTo>
                    <a:pt x="647701" y="5368290"/>
                  </a:lnTo>
                  <a:lnTo>
                    <a:pt x="647819" y="5368290"/>
                  </a:lnTo>
                  <a:lnTo>
                    <a:pt x="647936" y="5368290"/>
                  </a:lnTo>
                  <a:lnTo>
                    <a:pt x="648172" y="5368290"/>
                  </a:lnTo>
                  <a:lnTo>
                    <a:pt x="648172" y="5367859"/>
                  </a:lnTo>
                  <a:lnTo>
                    <a:pt x="648172" y="5367429"/>
                  </a:lnTo>
                  <a:lnTo>
                    <a:pt x="648172" y="5366998"/>
                  </a:lnTo>
                  <a:lnTo>
                    <a:pt x="648525" y="5366998"/>
                  </a:lnTo>
                  <a:lnTo>
                    <a:pt x="648642" y="5366998"/>
                  </a:lnTo>
                  <a:lnTo>
                    <a:pt x="648760" y="5366998"/>
                  </a:lnTo>
                  <a:lnTo>
                    <a:pt x="648877" y="5366998"/>
                  </a:lnTo>
                  <a:lnTo>
                    <a:pt x="648877" y="5366567"/>
                  </a:lnTo>
                  <a:lnTo>
                    <a:pt x="648877" y="5366137"/>
                  </a:lnTo>
                  <a:lnTo>
                    <a:pt x="648995" y="5366137"/>
                  </a:lnTo>
                  <a:lnTo>
                    <a:pt x="649113" y="5365706"/>
                  </a:lnTo>
                  <a:lnTo>
                    <a:pt x="649113" y="5365276"/>
                  </a:lnTo>
                  <a:lnTo>
                    <a:pt x="649230" y="5364414"/>
                  </a:lnTo>
                  <a:lnTo>
                    <a:pt x="649465" y="5363984"/>
                  </a:lnTo>
                  <a:lnTo>
                    <a:pt x="649583" y="5363984"/>
                  </a:lnTo>
                  <a:lnTo>
                    <a:pt x="649701" y="5363984"/>
                  </a:lnTo>
                  <a:lnTo>
                    <a:pt x="649818" y="5363553"/>
                  </a:lnTo>
                  <a:lnTo>
                    <a:pt x="649936" y="5363553"/>
                  </a:lnTo>
                  <a:lnTo>
                    <a:pt x="649936" y="5363123"/>
                  </a:lnTo>
                  <a:lnTo>
                    <a:pt x="650406" y="5362692"/>
                  </a:lnTo>
                  <a:lnTo>
                    <a:pt x="650524" y="5362692"/>
                  </a:lnTo>
                  <a:lnTo>
                    <a:pt x="650642" y="5362261"/>
                  </a:lnTo>
                  <a:lnTo>
                    <a:pt x="650759" y="5362261"/>
                  </a:lnTo>
                  <a:lnTo>
                    <a:pt x="650877" y="5362261"/>
                  </a:lnTo>
                  <a:lnTo>
                    <a:pt x="650994" y="5362261"/>
                  </a:lnTo>
                  <a:lnTo>
                    <a:pt x="651347" y="5361831"/>
                  </a:lnTo>
                  <a:lnTo>
                    <a:pt x="651465" y="5361831"/>
                  </a:lnTo>
                  <a:lnTo>
                    <a:pt x="651700" y="5361831"/>
                  </a:lnTo>
                  <a:lnTo>
                    <a:pt x="651818" y="5361831"/>
                  </a:lnTo>
                  <a:lnTo>
                    <a:pt x="651935" y="5361831"/>
                  </a:lnTo>
                  <a:lnTo>
                    <a:pt x="651935" y="5360970"/>
                  </a:lnTo>
                  <a:lnTo>
                    <a:pt x="652288" y="5360970"/>
                  </a:lnTo>
                  <a:lnTo>
                    <a:pt x="652523" y="5360970"/>
                  </a:lnTo>
                  <a:lnTo>
                    <a:pt x="652641" y="5360970"/>
                  </a:lnTo>
                  <a:lnTo>
                    <a:pt x="652759" y="5360539"/>
                  </a:lnTo>
                  <a:lnTo>
                    <a:pt x="652876" y="5360539"/>
                  </a:lnTo>
                  <a:lnTo>
                    <a:pt x="652994" y="5360539"/>
                  </a:lnTo>
                  <a:lnTo>
                    <a:pt x="653112" y="5360108"/>
                  </a:lnTo>
                  <a:lnTo>
                    <a:pt x="653229" y="5360108"/>
                  </a:lnTo>
                  <a:lnTo>
                    <a:pt x="653347" y="5360108"/>
                  </a:lnTo>
                  <a:lnTo>
                    <a:pt x="653464" y="5360108"/>
                  </a:lnTo>
                  <a:lnTo>
                    <a:pt x="653464" y="5359678"/>
                  </a:lnTo>
                  <a:lnTo>
                    <a:pt x="653464" y="5359247"/>
                  </a:lnTo>
                  <a:lnTo>
                    <a:pt x="653582" y="5359247"/>
                  </a:lnTo>
                  <a:lnTo>
                    <a:pt x="653700" y="5358817"/>
                  </a:lnTo>
                  <a:lnTo>
                    <a:pt x="653817" y="5358817"/>
                  </a:lnTo>
                  <a:lnTo>
                    <a:pt x="653935" y="5358817"/>
                  </a:lnTo>
                  <a:lnTo>
                    <a:pt x="654052" y="5358817"/>
                  </a:lnTo>
                  <a:lnTo>
                    <a:pt x="654170" y="5358817"/>
                  </a:lnTo>
                  <a:lnTo>
                    <a:pt x="654288" y="5357525"/>
                  </a:lnTo>
                  <a:lnTo>
                    <a:pt x="654405" y="5357525"/>
                  </a:lnTo>
                  <a:lnTo>
                    <a:pt x="654523" y="5356664"/>
                  </a:lnTo>
                  <a:lnTo>
                    <a:pt x="654640" y="5356664"/>
                  </a:lnTo>
                  <a:lnTo>
                    <a:pt x="654758" y="5356664"/>
                  </a:lnTo>
                  <a:lnTo>
                    <a:pt x="654876" y="5356664"/>
                  </a:lnTo>
                  <a:lnTo>
                    <a:pt x="654993" y="5356664"/>
                  </a:lnTo>
                  <a:lnTo>
                    <a:pt x="655111" y="5356664"/>
                  </a:lnTo>
                  <a:lnTo>
                    <a:pt x="655229" y="5356664"/>
                  </a:lnTo>
                  <a:lnTo>
                    <a:pt x="655229" y="5356233"/>
                  </a:lnTo>
                  <a:lnTo>
                    <a:pt x="655229" y="5355372"/>
                  </a:lnTo>
                  <a:lnTo>
                    <a:pt x="655346" y="5355372"/>
                  </a:lnTo>
                  <a:lnTo>
                    <a:pt x="655464" y="5354941"/>
                  </a:lnTo>
                  <a:lnTo>
                    <a:pt x="655581" y="5354941"/>
                  </a:lnTo>
                  <a:lnTo>
                    <a:pt x="655699" y="5354941"/>
                  </a:lnTo>
                  <a:lnTo>
                    <a:pt x="655699" y="5354511"/>
                  </a:lnTo>
                  <a:lnTo>
                    <a:pt x="655699" y="5354080"/>
                  </a:lnTo>
                  <a:lnTo>
                    <a:pt x="655817" y="5354080"/>
                  </a:lnTo>
                  <a:lnTo>
                    <a:pt x="655934" y="5354080"/>
                  </a:lnTo>
                  <a:lnTo>
                    <a:pt x="656169" y="5354080"/>
                  </a:lnTo>
                  <a:lnTo>
                    <a:pt x="656287" y="5354080"/>
                  </a:lnTo>
                  <a:lnTo>
                    <a:pt x="656522" y="5354080"/>
                  </a:lnTo>
                  <a:lnTo>
                    <a:pt x="656758" y="5354080"/>
                  </a:lnTo>
                  <a:lnTo>
                    <a:pt x="656993" y="5353649"/>
                  </a:lnTo>
                  <a:lnTo>
                    <a:pt x="657110" y="5353649"/>
                  </a:lnTo>
                  <a:lnTo>
                    <a:pt x="657346" y="5353649"/>
                  </a:lnTo>
                  <a:lnTo>
                    <a:pt x="657346" y="5353219"/>
                  </a:lnTo>
                  <a:lnTo>
                    <a:pt x="657463" y="5353219"/>
                  </a:lnTo>
                  <a:lnTo>
                    <a:pt x="657463" y="5352788"/>
                  </a:lnTo>
                  <a:lnTo>
                    <a:pt x="657463" y="5352358"/>
                  </a:lnTo>
                  <a:lnTo>
                    <a:pt x="657581" y="5351927"/>
                  </a:lnTo>
                  <a:lnTo>
                    <a:pt x="657581" y="5351496"/>
                  </a:lnTo>
                  <a:lnTo>
                    <a:pt x="657698" y="5351496"/>
                  </a:lnTo>
                  <a:lnTo>
                    <a:pt x="657698" y="5351066"/>
                  </a:lnTo>
                  <a:lnTo>
                    <a:pt x="657816" y="5351066"/>
                  </a:lnTo>
                  <a:lnTo>
                    <a:pt x="657816" y="5350635"/>
                  </a:lnTo>
                  <a:lnTo>
                    <a:pt x="657816" y="5350205"/>
                  </a:lnTo>
                  <a:lnTo>
                    <a:pt x="657934" y="5350205"/>
                  </a:lnTo>
                  <a:lnTo>
                    <a:pt x="658169" y="5348913"/>
                  </a:lnTo>
                  <a:lnTo>
                    <a:pt x="658287" y="5348913"/>
                  </a:lnTo>
                  <a:lnTo>
                    <a:pt x="658522" y="5348913"/>
                  </a:lnTo>
                  <a:lnTo>
                    <a:pt x="658639" y="5348913"/>
                  </a:lnTo>
                  <a:lnTo>
                    <a:pt x="658757" y="5348913"/>
                  </a:lnTo>
                  <a:lnTo>
                    <a:pt x="658992" y="5348913"/>
                  </a:lnTo>
                  <a:lnTo>
                    <a:pt x="659110" y="5348482"/>
                  </a:lnTo>
                  <a:lnTo>
                    <a:pt x="659227" y="5348482"/>
                  </a:lnTo>
                  <a:lnTo>
                    <a:pt x="659345" y="5348482"/>
                  </a:lnTo>
                  <a:lnTo>
                    <a:pt x="659463" y="5348482"/>
                  </a:lnTo>
                  <a:lnTo>
                    <a:pt x="659698" y="5348482"/>
                  </a:lnTo>
                  <a:lnTo>
                    <a:pt x="659816" y="5348482"/>
                  </a:lnTo>
                  <a:lnTo>
                    <a:pt x="660051" y="5348482"/>
                  </a:lnTo>
                  <a:lnTo>
                    <a:pt x="660051" y="5348052"/>
                  </a:lnTo>
                  <a:lnTo>
                    <a:pt x="660051" y="5347621"/>
                  </a:lnTo>
                  <a:lnTo>
                    <a:pt x="660168" y="5347190"/>
                  </a:lnTo>
                  <a:lnTo>
                    <a:pt x="660404" y="5347190"/>
                  </a:lnTo>
                  <a:lnTo>
                    <a:pt x="660521" y="5347190"/>
                  </a:lnTo>
                  <a:lnTo>
                    <a:pt x="660992" y="5346329"/>
                  </a:lnTo>
                  <a:lnTo>
                    <a:pt x="661109" y="5345037"/>
                  </a:lnTo>
                  <a:lnTo>
                    <a:pt x="661345" y="5345037"/>
                  </a:lnTo>
                  <a:lnTo>
                    <a:pt x="661462" y="5345037"/>
                  </a:lnTo>
                  <a:lnTo>
                    <a:pt x="661580" y="5345037"/>
                  </a:lnTo>
                  <a:lnTo>
                    <a:pt x="661697" y="5345037"/>
                  </a:lnTo>
                  <a:lnTo>
                    <a:pt x="661933" y="5344607"/>
                  </a:lnTo>
                  <a:lnTo>
                    <a:pt x="662050" y="5344607"/>
                  </a:lnTo>
                  <a:lnTo>
                    <a:pt x="662050" y="5344176"/>
                  </a:lnTo>
                  <a:lnTo>
                    <a:pt x="662168" y="5344176"/>
                  </a:lnTo>
                  <a:lnTo>
                    <a:pt x="662403" y="5344176"/>
                  </a:lnTo>
                  <a:lnTo>
                    <a:pt x="662521" y="5344176"/>
                  </a:lnTo>
                  <a:lnTo>
                    <a:pt x="662638" y="5344176"/>
                  </a:lnTo>
                  <a:lnTo>
                    <a:pt x="663226" y="5342884"/>
                  </a:lnTo>
                  <a:lnTo>
                    <a:pt x="663344" y="5342884"/>
                  </a:lnTo>
                  <a:lnTo>
                    <a:pt x="663462" y="5342884"/>
                  </a:lnTo>
                  <a:lnTo>
                    <a:pt x="663697" y="5342884"/>
                  </a:lnTo>
                  <a:lnTo>
                    <a:pt x="663814" y="5342454"/>
                  </a:lnTo>
                  <a:lnTo>
                    <a:pt x="663814" y="5341162"/>
                  </a:lnTo>
                  <a:lnTo>
                    <a:pt x="664050" y="5341162"/>
                  </a:lnTo>
                  <a:lnTo>
                    <a:pt x="664167" y="5340731"/>
                  </a:lnTo>
                  <a:lnTo>
                    <a:pt x="664167" y="5340301"/>
                  </a:lnTo>
                  <a:lnTo>
                    <a:pt x="664285" y="5340301"/>
                  </a:lnTo>
                  <a:lnTo>
                    <a:pt x="664402" y="5340301"/>
                  </a:lnTo>
                  <a:lnTo>
                    <a:pt x="664638" y="5340301"/>
                  </a:lnTo>
                  <a:lnTo>
                    <a:pt x="664873" y="5339870"/>
                  </a:lnTo>
                  <a:lnTo>
                    <a:pt x="664991" y="5339870"/>
                  </a:lnTo>
                  <a:lnTo>
                    <a:pt x="665108" y="5339870"/>
                  </a:lnTo>
                  <a:lnTo>
                    <a:pt x="665226" y="5339870"/>
                  </a:lnTo>
                  <a:lnTo>
                    <a:pt x="665696" y="5339440"/>
                  </a:lnTo>
                  <a:lnTo>
                    <a:pt x="665696" y="5339009"/>
                  </a:lnTo>
                  <a:lnTo>
                    <a:pt x="665696" y="5338578"/>
                  </a:lnTo>
                  <a:lnTo>
                    <a:pt x="666284" y="5338148"/>
                  </a:lnTo>
                  <a:lnTo>
                    <a:pt x="666402" y="5338148"/>
                  </a:lnTo>
                  <a:lnTo>
                    <a:pt x="666637" y="5337287"/>
                  </a:lnTo>
                  <a:lnTo>
                    <a:pt x="666755" y="5337287"/>
                  </a:lnTo>
                  <a:lnTo>
                    <a:pt x="666872" y="5337287"/>
                  </a:lnTo>
                  <a:lnTo>
                    <a:pt x="666990" y="5337287"/>
                  </a:lnTo>
                  <a:lnTo>
                    <a:pt x="666990" y="5336856"/>
                  </a:lnTo>
                  <a:lnTo>
                    <a:pt x="667108" y="5336425"/>
                  </a:lnTo>
                  <a:lnTo>
                    <a:pt x="667225" y="5336425"/>
                  </a:lnTo>
                  <a:lnTo>
                    <a:pt x="667343" y="5336425"/>
                  </a:lnTo>
                  <a:lnTo>
                    <a:pt x="667460" y="5336425"/>
                  </a:lnTo>
                  <a:lnTo>
                    <a:pt x="667578" y="5336425"/>
                  </a:lnTo>
                  <a:lnTo>
                    <a:pt x="667696" y="5336425"/>
                  </a:lnTo>
                  <a:lnTo>
                    <a:pt x="667813" y="5336425"/>
                  </a:lnTo>
                  <a:lnTo>
                    <a:pt x="667931" y="5336425"/>
                  </a:lnTo>
                  <a:lnTo>
                    <a:pt x="668049" y="5336425"/>
                  </a:lnTo>
                  <a:lnTo>
                    <a:pt x="668166" y="5336425"/>
                  </a:lnTo>
                  <a:lnTo>
                    <a:pt x="668519" y="5336425"/>
                  </a:lnTo>
                  <a:lnTo>
                    <a:pt x="668637" y="5336425"/>
                  </a:lnTo>
                  <a:lnTo>
                    <a:pt x="668754" y="5336425"/>
                  </a:lnTo>
                  <a:lnTo>
                    <a:pt x="668872" y="5336425"/>
                  </a:lnTo>
                  <a:lnTo>
                    <a:pt x="668989" y="5336425"/>
                  </a:lnTo>
                  <a:lnTo>
                    <a:pt x="669342" y="5335564"/>
                  </a:lnTo>
                  <a:lnTo>
                    <a:pt x="669460" y="5335564"/>
                  </a:lnTo>
                  <a:lnTo>
                    <a:pt x="669578" y="5335564"/>
                  </a:lnTo>
                  <a:lnTo>
                    <a:pt x="669695" y="5335564"/>
                  </a:lnTo>
                  <a:lnTo>
                    <a:pt x="669813" y="5335564"/>
                  </a:lnTo>
                  <a:lnTo>
                    <a:pt x="669930" y="5335564"/>
                  </a:lnTo>
                  <a:lnTo>
                    <a:pt x="670166" y="5335134"/>
                  </a:lnTo>
                  <a:lnTo>
                    <a:pt x="670283" y="5335134"/>
                  </a:lnTo>
                  <a:lnTo>
                    <a:pt x="670283" y="5334703"/>
                  </a:lnTo>
                  <a:lnTo>
                    <a:pt x="670754" y="5334272"/>
                  </a:lnTo>
                  <a:lnTo>
                    <a:pt x="670989" y="5334272"/>
                  </a:lnTo>
                  <a:lnTo>
                    <a:pt x="671106" y="5334272"/>
                  </a:lnTo>
                  <a:lnTo>
                    <a:pt x="671342" y="5333411"/>
                  </a:lnTo>
                  <a:lnTo>
                    <a:pt x="671342" y="5332981"/>
                  </a:lnTo>
                  <a:lnTo>
                    <a:pt x="671459" y="5332981"/>
                  </a:lnTo>
                  <a:lnTo>
                    <a:pt x="671577" y="5332981"/>
                  </a:lnTo>
                  <a:lnTo>
                    <a:pt x="671930" y="5332981"/>
                  </a:lnTo>
                  <a:lnTo>
                    <a:pt x="671930" y="5332550"/>
                  </a:lnTo>
                  <a:lnTo>
                    <a:pt x="672047" y="5332550"/>
                  </a:lnTo>
                  <a:lnTo>
                    <a:pt x="672283" y="5332119"/>
                  </a:lnTo>
                  <a:lnTo>
                    <a:pt x="672400" y="5332119"/>
                  </a:lnTo>
                  <a:lnTo>
                    <a:pt x="672518" y="5332119"/>
                  </a:lnTo>
                  <a:lnTo>
                    <a:pt x="672518" y="5331689"/>
                  </a:lnTo>
                  <a:lnTo>
                    <a:pt x="672635" y="5331689"/>
                  </a:lnTo>
                  <a:lnTo>
                    <a:pt x="672753" y="5331689"/>
                  </a:lnTo>
                  <a:lnTo>
                    <a:pt x="672871" y="5331258"/>
                  </a:lnTo>
                  <a:lnTo>
                    <a:pt x="672988" y="5331258"/>
                  </a:lnTo>
                  <a:lnTo>
                    <a:pt x="673341" y="5331258"/>
                  </a:lnTo>
                  <a:lnTo>
                    <a:pt x="673341" y="5330828"/>
                  </a:lnTo>
                  <a:lnTo>
                    <a:pt x="673341" y="5330397"/>
                  </a:lnTo>
                  <a:lnTo>
                    <a:pt x="673929" y="5330397"/>
                  </a:lnTo>
                  <a:lnTo>
                    <a:pt x="674047" y="5330397"/>
                  </a:lnTo>
                  <a:lnTo>
                    <a:pt x="674047" y="5329966"/>
                  </a:lnTo>
                  <a:lnTo>
                    <a:pt x="674164" y="5329966"/>
                  </a:lnTo>
                  <a:lnTo>
                    <a:pt x="674282" y="5329966"/>
                  </a:lnTo>
                  <a:lnTo>
                    <a:pt x="674400" y="5329966"/>
                  </a:lnTo>
                  <a:lnTo>
                    <a:pt x="674870" y="5329966"/>
                  </a:lnTo>
                  <a:lnTo>
                    <a:pt x="674988" y="5329536"/>
                  </a:lnTo>
                  <a:lnTo>
                    <a:pt x="674988" y="5329105"/>
                  </a:lnTo>
                  <a:lnTo>
                    <a:pt x="675105" y="5329105"/>
                  </a:lnTo>
                  <a:lnTo>
                    <a:pt x="675223" y="5329105"/>
                  </a:lnTo>
                  <a:lnTo>
                    <a:pt x="675223" y="5328675"/>
                  </a:lnTo>
                  <a:lnTo>
                    <a:pt x="675341" y="5328675"/>
                  </a:lnTo>
                  <a:lnTo>
                    <a:pt x="675458" y="5328244"/>
                  </a:lnTo>
                  <a:lnTo>
                    <a:pt x="676046" y="5327813"/>
                  </a:lnTo>
                  <a:lnTo>
                    <a:pt x="676164" y="5327383"/>
                  </a:lnTo>
                  <a:lnTo>
                    <a:pt x="676399" y="5327383"/>
                  </a:lnTo>
                  <a:lnTo>
                    <a:pt x="676399" y="5326522"/>
                  </a:lnTo>
                  <a:lnTo>
                    <a:pt x="676517" y="5326091"/>
                  </a:lnTo>
                  <a:lnTo>
                    <a:pt x="676634" y="5326091"/>
                  </a:lnTo>
                  <a:lnTo>
                    <a:pt x="676752" y="5326091"/>
                  </a:lnTo>
                  <a:lnTo>
                    <a:pt x="676870" y="5326091"/>
                  </a:lnTo>
                  <a:lnTo>
                    <a:pt x="676870" y="5325660"/>
                  </a:lnTo>
                  <a:lnTo>
                    <a:pt x="676987" y="5325660"/>
                  </a:lnTo>
                  <a:lnTo>
                    <a:pt x="677105" y="5325660"/>
                  </a:lnTo>
                  <a:lnTo>
                    <a:pt x="677340" y="5325660"/>
                  </a:lnTo>
                  <a:lnTo>
                    <a:pt x="677458" y="5325660"/>
                  </a:lnTo>
                  <a:lnTo>
                    <a:pt x="677575" y="5325660"/>
                  </a:lnTo>
                  <a:lnTo>
                    <a:pt x="677693" y="5325660"/>
                  </a:lnTo>
                  <a:lnTo>
                    <a:pt x="677811" y="5325230"/>
                  </a:lnTo>
                  <a:lnTo>
                    <a:pt x="677928" y="5325230"/>
                  </a:lnTo>
                  <a:lnTo>
                    <a:pt x="678046" y="5325230"/>
                  </a:lnTo>
                  <a:lnTo>
                    <a:pt x="678163" y="5324799"/>
                  </a:lnTo>
                  <a:lnTo>
                    <a:pt x="678281" y="5324369"/>
                  </a:lnTo>
                  <a:lnTo>
                    <a:pt x="678399" y="5324369"/>
                  </a:lnTo>
                  <a:lnTo>
                    <a:pt x="678516" y="5323938"/>
                  </a:lnTo>
                  <a:lnTo>
                    <a:pt x="678634" y="5323938"/>
                  </a:lnTo>
                  <a:lnTo>
                    <a:pt x="678751" y="5323938"/>
                  </a:lnTo>
                  <a:lnTo>
                    <a:pt x="678869" y="5323938"/>
                  </a:lnTo>
                  <a:lnTo>
                    <a:pt x="679104" y="5323938"/>
                  </a:lnTo>
                  <a:lnTo>
                    <a:pt x="679222" y="5323938"/>
                  </a:lnTo>
                  <a:lnTo>
                    <a:pt x="679575" y="5323938"/>
                  </a:lnTo>
                  <a:lnTo>
                    <a:pt x="679692" y="5323938"/>
                  </a:lnTo>
                  <a:lnTo>
                    <a:pt x="679692" y="5323507"/>
                  </a:lnTo>
                  <a:lnTo>
                    <a:pt x="679810" y="5323507"/>
                  </a:lnTo>
                  <a:lnTo>
                    <a:pt x="679928" y="5323507"/>
                  </a:lnTo>
                  <a:lnTo>
                    <a:pt x="680045" y="5323507"/>
                  </a:lnTo>
                  <a:lnTo>
                    <a:pt x="680045" y="5323077"/>
                  </a:lnTo>
                  <a:lnTo>
                    <a:pt x="680280" y="5323077"/>
                  </a:lnTo>
                  <a:lnTo>
                    <a:pt x="680398" y="5323077"/>
                  </a:lnTo>
                  <a:lnTo>
                    <a:pt x="680516" y="5323077"/>
                  </a:lnTo>
                  <a:lnTo>
                    <a:pt x="680516" y="5322646"/>
                  </a:lnTo>
                  <a:lnTo>
                    <a:pt x="680751" y="5322646"/>
                  </a:lnTo>
                  <a:lnTo>
                    <a:pt x="680868" y="5322646"/>
                  </a:lnTo>
                  <a:lnTo>
                    <a:pt x="681104" y="5322646"/>
                  </a:lnTo>
                  <a:lnTo>
                    <a:pt x="681221" y="5322646"/>
                  </a:lnTo>
                  <a:lnTo>
                    <a:pt x="681339" y="5322646"/>
                  </a:lnTo>
                  <a:lnTo>
                    <a:pt x="681457" y="5322646"/>
                  </a:lnTo>
                  <a:lnTo>
                    <a:pt x="681574" y="5322646"/>
                  </a:lnTo>
                  <a:lnTo>
                    <a:pt x="681927" y="5322216"/>
                  </a:lnTo>
                  <a:lnTo>
                    <a:pt x="682162" y="5322216"/>
                  </a:lnTo>
                  <a:lnTo>
                    <a:pt x="682280" y="5322216"/>
                  </a:lnTo>
                  <a:lnTo>
                    <a:pt x="682397" y="5322216"/>
                  </a:lnTo>
                  <a:lnTo>
                    <a:pt x="682397" y="5321785"/>
                  </a:lnTo>
                  <a:lnTo>
                    <a:pt x="682515" y="5321785"/>
                  </a:lnTo>
                  <a:lnTo>
                    <a:pt x="682633" y="5321785"/>
                  </a:lnTo>
                  <a:lnTo>
                    <a:pt x="682633" y="5321354"/>
                  </a:lnTo>
                  <a:lnTo>
                    <a:pt x="682633" y="5320924"/>
                  </a:lnTo>
                  <a:lnTo>
                    <a:pt x="682868" y="5320924"/>
                  </a:lnTo>
                  <a:lnTo>
                    <a:pt x="682986" y="5320924"/>
                  </a:lnTo>
                  <a:lnTo>
                    <a:pt x="683103" y="5320924"/>
                  </a:lnTo>
                  <a:lnTo>
                    <a:pt x="683221" y="5320493"/>
                  </a:lnTo>
                  <a:lnTo>
                    <a:pt x="683338" y="5320493"/>
                  </a:lnTo>
                  <a:lnTo>
                    <a:pt x="683456" y="5320493"/>
                  </a:lnTo>
                  <a:lnTo>
                    <a:pt x="683574" y="5320493"/>
                  </a:lnTo>
                  <a:lnTo>
                    <a:pt x="683926" y="5320493"/>
                  </a:lnTo>
                  <a:lnTo>
                    <a:pt x="683926" y="5320063"/>
                  </a:lnTo>
                  <a:lnTo>
                    <a:pt x="684044" y="5320063"/>
                  </a:lnTo>
                  <a:lnTo>
                    <a:pt x="684044" y="5319201"/>
                  </a:lnTo>
                  <a:lnTo>
                    <a:pt x="684162" y="5319201"/>
                  </a:lnTo>
                  <a:lnTo>
                    <a:pt x="684162" y="5318771"/>
                  </a:lnTo>
                  <a:lnTo>
                    <a:pt x="684397" y="5318771"/>
                  </a:lnTo>
                  <a:lnTo>
                    <a:pt x="684397" y="5318340"/>
                  </a:lnTo>
                  <a:lnTo>
                    <a:pt x="684515" y="5318340"/>
                  </a:lnTo>
                  <a:lnTo>
                    <a:pt x="684632" y="5318340"/>
                  </a:lnTo>
                  <a:lnTo>
                    <a:pt x="684750" y="5318340"/>
                  </a:lnTo>
                  <a:lnTo>
                    <a:pt x="684985" y="5318340"/>
                  </a:lnTo>
                  <a:lnTo>
                    <a:pt x="685103" y="5318340"/>
                  </a:lnTo>
                  <a:lnTo>
                    <a:pt x="685103" y="5317479"/>
                  </a:lnTo>
                  <a:lnTo>
                    <a:pt x="685103" y="5317048"/>
                  </a:lnTo>
                  <a:lnTo>
                    <a:pt x="685573" y="5317048"/>
                  </a:lnTo>
                  <a:lnTo>
                    <a:pt x="685691" y="5317048"/>
                  </a:lnTo>
                  <a:lnTo>
                    <a:pt x="685808" y="5316618"/>
                  </a:lnTo>
                  <a:lnTo>
                    <a:pt x="685926" y="5316618"/>
                  </a:lnTo>
                  <a:lnTo>
                    <a:pt x="686044" y="5316618"/>
                  </a:lnTo>
                  <a:lnTo>
                    <a:pt x="686044" y="5316187"/>
                  </a:lnTo>
                  <a:lnTo>
                    <a:pt x="686044" y="5315757"/>
                  </a:lnTo>
                  <a:lnTo>
                    <a:pt x="686279" y="5315757"/>
                  </a:lnTo>
                  <a:lnTo>
                    <a:pt x="686514" y="5315326"/>
                  </a:lnTo>
                  <a:lnTo>
                    <a:pt x="686749" y="5315326"/>
                  </a:lnTo>
                  <a:lnTo>
                    <a:pt x="686867" y="5315326"/>
                  </a:lnTo>
                  <a:lnTo>
                    <a:pt x="686984" y="5314465"/>
                  </a:lnTo>
                  <a:lnTo>
                    <a:pt x="687337" y="5314465"/>
                  </a:lnTo>
                  <a:lnTo>
                    <a:pt x="687455" y="5314465"/>
                  </a:lnTo>
                  <a:lnTo>
                    <a:pt x="687572" y="5314034"/>
                  </a:lnTo>
                  <a:lnTo>
                    <a:pt x="687690" y="5313604"/>
                  </a:lnTo>
                  <a:lnTo>
                    <a:pt x="687808" y="5313604"/>
                  </a:lnTo>
                  <a:lnTo>
                    <a:pt x="687925" y="5313604"/>
                  </a:lnTo>
                  <a:lnTo>
                    <a:pt x="688043" y="5313604"/>
                  </a:lnTo>
                  <a:lnTo>
                    <a:pt x="688161" y="5312742"/>
                  </a:lnTo>
                  <a:lnTo>
                    <a:pt x="688278" y="5312742"/>
                  </a:lnTo>
                  <a:lnTo>
                    <a:pt x="688396" y="5312742"/>
                  </a:lnTo>
                  <a:lnTo>
                    <a:pt x="688631" y="5312742"/>
                  </a:lnTo>
                  <a:lnTo>
                    <a:pt x="688749" y="5312742"/>
                  </a:lnTo>
                  <a:lnTo>
                    <a:pt x="688866" y="5312312"/>
                  </a:lnTo>
                  <a:lnTo>
                    <a:pt x="689219" y="5311881"/>
                  </a:lnTo>
                  <a:lnTo>
                    <a:pt x="689337" y="5311881"/>
                  </a:lnTo>
                  <a:lnTo>
                    <a:pt x="689337" y="5311451"/>
                  </a:lnTo>
                  <a:lnTo>
                    <a:pt x="689454" y="5311451"/>
                  </a:lnTo>
                  <a:lnTo>
                    <a:pt x="689572" y="5311451"/>
                  </a:lnTo>
                  <a:lnTo>
                    <a:pt x="689807" y="5311451"/>
                  </a:lnTo>
                  <a:lnTo>
                    <a:pt x="689925" y="5311451"/>
                  </a:lnTo>
                  <a:lnTo>
                    <a:pt x="690042" y="5311451"/>
                  </a:lnTo>
                  <a:lnTo>
                    <a:pt x="690278" y="5311451"/>
                  </a:lnTo>
                  <a:lnTo>
                    <a:pt x="690278" y="5311020"/>
                  </a:lnTo>
                  <a:lnTo>
                    <a:pt x="690395" y="5311020"/>
                  </a:lnTo>
                  <a:lnTo>
                    <a:pt x="690513" y="5310589"/>
                  </a:lnTo>
                  <a:lnTo>
                    <a:pt x="690630" y="5310589"/>
                  </a:lnTo>
                  <a:lnTo>
                    <a:pt x="690748" y="5310589"/>
                  </a:lnTo>
                  <a:lnTo>
                    <a:pt x="690866" y="5310589"/>
                  </a:lnTo>
                  <a:lnTo>
                    <a:pt x="690983" y="5310589"/>
                  </a:lnTo>
                  <a:lnTo>
                    <a:pt x="690983" y="5310159"/>
                  </a:lnTo>
                  <a:lnTo>
                    <a:pt x="691101" y="5309728"/>
                  </a:lnTo>
                  <a:lnTo>
                    <a:pt x="691454" y="5309728"/>
                  </a:lnTo>
                  <a:lnTo>
                    <a:pt x="691571" y="5309728"/>
                  </a:lnTo>
                  <a:lnTo>
                    <a:pt x="691571" y="5309298"/>
                  </a:lnTo>
                  <a:lnTo>
                    <a:pt x="691807" y="5309298"/>
                  </a:lnTo>
                  <a:lnTo>
                    <a:pt x="691924" y="5308867"/>
                  </a:lnTo>
                  <a:lnTo>
                    <a:pt x="692042" y="5308867"/>
                  </a:lnTo>
                  <a:lnTo>
                    <a:pt x="692630" y="5308867"/>
                  </a:lnTo>
                  <a:lnTo>
                    <a:pt x="692748" y="5308867"/>
                  </a:lnTo>
                  <a:lnTo>
                    <a:pt x="692865" y="5308867"/>
                  </a:lnTo>
                  <a:lnTo>
                    <a:pt x="693100" y="5308867"/>
                  </a:lnTo>
                  <a:lnTo>
                    <a:pt x="693100" y="5308436"/>
                  </a:lnTo>
                  <a:lnTo>
                    <a:pt x="693218" y="5308436"/>
                  </a:lnTo>
                  <a:lnTo>
                    <a:pt x="693688" y="5308006"/>
                  </a:lnTo>
                  <a:lnTo>
                    <a:pt x="693806" y="5308006"/>
                  </a:lnTo>
                  <a:lnTo>
                    <a:pt x="693924" y="5308006"/>
                  </a:lnTo>
                  <a:lnTo>
                    <a:pt x="693924" y="5307575"/>
                  </a:lnTo>
                  <a:lnTo>
                    <a:pt x="694041" y="5307575"/>
                  </a:lnTo>
                  <a:lnTo>
                    <a:pt x="694159" y="5307575"/>
                  </a:lnTo>
                  <a:lnTo>
                    <a:pt x="694277" y="5307575"/>
                  </a:lnTo>
                  <a:lnTo>
                    <a:pt x="694394" y="5307575"/>
                  </a:lnTo>
                  <a:lnTo>
                    <a:pt x="694512" y="5307575"/>
                  </a:lnTo>
                  <a:lnTo>
                    <a:pt x="694629" y="5307575"/>
                  </a:lnTo>
                  <a:lnTo>
                    <a:pt x="694629" y="5307145"/>
                  </a:lnTo>
                  <a:lnTo>
                    <a:pt x="694747" y="5307145"/>
                  </a:lnTo>
                  <a:lnTo>
                    <a:pt x="694982" y="5307145"/>
                  </a:lnTo>
                  <a:lnTo>
                    <a:pt x="695100" y="5307145"/>
                  </a:lnTo>
                  <a:lnTo>
                    <a:pt x="695100" y="5306714"/>
                  </a:lnTo>
                  <a:lnTo>
                    <a:pt x="695217" y="5306714"/>
                  </a:lnTo>
                  <a:lnTo>
                    <a:pt x="695570" y="5305853"/>
                  </a:lnTo>
                  <a:lnTo>
                    <a:pt x="695688" y="5305853"/>
                  </a:lnTo>
                  <a:lnTo>
                    <a:pt x="695805" y="5305853"/>
                  </a:lnTo>
                  <a:lnTo>
                    <a:pt x="695923" y="5305853"/>
                  </a:lnTo>
                  <a:lnTo>
                    <a:pt x="696041" y="5305422"/>
                  </a:lnTo>
                  <a:lnTo>
                    <a:pt x="696041" y="5304992"/>
                  </a:lnTo>
                  <a:lnTo>
                    <a:pt x="696276" y="5304992"/>
                  </a:lnTo>
                  <a:lnTo>
                    <a:pt x="696276" y="5304130"/>
                  </a:lnTo>
                  <a:lnTo>
                    <a:pt x="696394" y="5304130"/>
                  </a:lnTo>
                  <a:lnTo>
                    <a:pt x="696394" y="5303700"/>
                  </a:lnTo>
                  <a:lnTo>
                    <a:pt x="696511" y="5303700"/>
                  </a:lnTo>
                  <a:lnTo>
                    <a:pt x="696629" y="5303700"/>
                  </a:lnTo>
                  <a:lnTo>
                    <a:pt x="696746" y="5303700"/>
                  </a:lnTo>
                  <a:lnTo>
                    <a:pt x="696746" y="5303269"/>
                  </a:lnTo>
                  <a:lnTo>
                    <a:pt x="696864" y="5303269"/>
                  </a:lnTo>
                  <a:lnTo>
                    <a:pt x="697099" y="5303269"/>
                  </a:lnTo>
                  <a:lnTo>
                    <a:pt x="697217" y="5303269"/>
                  </a:lnTo>
                  <a:lnTo>
                    <a:pt x="697334" y="5303269"/>
                  </a:lnTo>
                  <a:lnTo>
                    <a:pt x="697452" y="5303269"/>
                  </a:lnTo>
                  <a:lnTo>
                    <a:pt x="697570" y="5303269"/>
                  </a:lnTo>
                  <a:lnTo>
                    <a:pt x="697570" y="5302839"/>
                  </a:lnTo>
                  <a:lnTo>
                    <a:pt x="698158" y="5302408"/>
                  </a:lnTo>
                  <a:lnTo>
                    <a:pt x="698275" y="5302408"/>
                  </a:lnTo>
                  <a:lnTo>
                    <a:pt x="698393" y="5302408"/>
                  </a:lnTo>
                  <a:lnTo>
                    <a:pt x="698511" y="5302408"/>
                  </a:lnTo>
                  <a:lnTo>
                    <a:pt x="698511" y="5301977"/>
                  </a:lnTo>
                  <a:lnTo>
                    <a:pt x="698628" y="5301547"/>
                  </a:lnTo>
                  <a:lnTo>
                    <a:pt x="698746" y="5301547"/>
                  </a:lnTo>
                  <a:lnTo>
                    <a:pt x="698863" y="5301547"/>
                  </a:lnTo>
                  <a:lnTo>
                    <a:pt x="698981" y="5301547"/>
                  </a:lnTo>
                  <a:lnTo>
                    <a:pt x="698981" y="5300686"/>
                  </a:lnTo>
                  <a:lnTo>
                    <a:pt x="698981" y="5300255"/>
                  </a:lnTo>
                  <a:lnTo>
                    <a:pt x="699099" y="5300255"/>
                  </a:lnTo>
                  <a:lnTo>
                    <a:pt x="699216" y="5299824"/>
                  </a:lnTo>
                  <a:lnTo>
                    <a:pt x="699216" y="5299394"/>
                  </a:lnTo>
                  <a:lnTo>
                    <a:pt x="699334" y="5299394"/>
                  </a:lnTo>
                  <a:lnTo>
                    <a:pt x="699452" y="5299394"/>
                  </a:lnTo>
                  <a:lnTo>
                    <a:pt x="699569" y="5299394"/>
                  </a:lnTo>
                  <a:lnTo>
                    <a:pt x="699687" y="5299394"/>
                  </a:lnTo>
                  <a:lnTo>
                    <a:pt x="699804" y="5298963"/>
                  </a:lnTo>
                  <a:lnTo>
                    <a:pt x="699922" y="5298963"/>
                  </a:lnTo>
                  <a:lnTo>
                    <a:pt x="700040" y="5298963"/>
                  </a:lnTo>
                  <a:lnTo>
                    <a:pt x="700157" y="5298963"/>
                  </a:lnTo>
                  <a:lnTo>
                    <a:pt x="700745" y="5297671"/>
                  </a:lnTo>
                  <a:lnTo>
                    <a:pt x="700863" y="5297671"/>
                  </a:lnTo>
                  <a:lnTo>
                    <a:pt x="700863" y="5297241"/>
                  </a:lnTo>
                  <a:lnTo>
                    <a:pt x="700981" y="5297241"/>
                  </a:lnTo>
                  <a:lnTo>
                    <a:pt x="700981" y="5296810"/>
                  </a:lnTo>
                  <a:lnTo>
                    <a:pt x="701098" y="5296810"/>
                  </a:lnTo>
                  <a:lnTo>
                    <a:pt x="701216" y="5296810"/>
                  </a:lnTo>
                  <a:lnTo>
                    <a:pt x="701333" y="5296810"/>
                  </a:lnTo>
                  <a:lnTo>
                    <a:pt x="701569" y="5296810"/>
                  </a:lnTo>
                  <a:lnTo>
                    <a:pt x="701686" y="5296810"/>
                  </a:lnTo>
                  <a:lnTo>
                    <a:pt x="702039" y="5296380"/>
                  </a:lnTo>
                  <a:lnTo>
                    <a:pt x="702039" y="5295949"/>
                  </a:lnTo>
                  <a:lnTo>
                    <a:pt x="702157" y="5295949"/>
                  </a:lnTo>
                  <a:lnTo>
                    <a:pt x="702157" y="5295518"/>
                  </a:lnTo>
                  <a:lnTo>
                    <a:pt x="702274" y="5295518"/>
                  </a:lnTo>
                  <a:lnTo>
                    <a:pt x="702392" y="5295518"/>
                  </a:lnTo>
                  <a:lnTo>
                    <a:pt x="702510" y="5295088"/>
                  </a:lnTo>
                  <a:lnTo>
                    <a:pt x="702627" y="5295088"/>
                  </a:lnTo>
                  <a:lnTo>
                    <a:pt x="702862" y="5295088"/>
                  </a:lnTo>
                  <a:lnTo>
                    <a:pt x="702862" y="5294657"/>
                  </a:lnTo>
                  <a:lnTo>
                    <a:pt x="702980" y="5294657"/>
                  </a:lnTo>
                  <a:lnTo>
                    <a:pt x="703098" y="5294657"/>
                  </a:lnTo>
                  <a:lnTo>
                    <a:pt x="703215" y="5294657"/>
                  </a:lnTo>
                  <a:lnTo>
                    <a:pt x="703333" y="5294227"/>
                  </a:lnTo>
                  <a:lnTo>
                    <a:pt x="703333" y="5293796"/>
                  </a:lnTo>
                  <a:lnTo>
                    <a:pt x="703450" y="5293796"/>
                  </a:lnTo>
                  <a:lnTo>
                    <a:pt x="703686" y="5293365"/>
                  </a:lnTo>
                  <a:lnTo>
                    <a:pt x="703686" y="5292935"/>
                  </a:lnTo>
                  <a:lnTo>
                    <a:pt x="703803" y="5292935"/>
                  </a:lnTo>
                  <a:lnTo>
                    <a:pt x="704038" y="5292935"/>
                  </a:lnTo>
                  <a:lnTo>
                    <a:pt x="704156" y="5292504"/>
                  </a:lnTo>
                  <a:lnTo>
                    <a:pt x="704274" y="5292504"/>
                  </a:lnTo>
                  <a:lnTo>
                    <a:pt x="704274" y="5292074"/>
                  </a:lnTo>
                  <a:lnTo>
                    <a:pt x="704391" y="5292074"/>
                  </a:lnTo>
                  <a:lnTo>
                    <a:pt x="704509" y="5292074"/>
                  </a:lnTo>
                  <a:lnTo>
                    <a:pt x="704627" y="5292074"/>
                  </a:lnTo>
                  <a:lnTo>
                    <a:pt x="704627" y="5291212"/>
                  </a:lnTo>
                  <a:lnTo>
                    <a:pt x="704627" y="5290351"/>
                  </a:lnTo>
                  <a:lnTo>
                    <a:pt x="704862" y="5289490"/>
                  </a:lnTo>
                  <a:lnTo>
                    <a:pt x="704979" y="5289490"/>
                  </a:lnTo>
                  <a:lnTo>
                    <a:pt x="705097" y="5289490"/>
                  </a:lnTo>
                  <a:lnTo>
                    <a:pt x="705450" y="5289490"/>
                  </a:lnTo>
                  <a:lnTo>
                    <a:pt x="705685" y="5289490"/>
                  </a:lnTo>
                  <a:lnTo>
                    <a:pt x="705803" y="5289490"/>
                  </a:lnTo>
                  <a:lnTo>
                    <a:pt x="705920" y="5289490"/>
                  </a:lnTo>
                  <a:lnTo>
                    <a:pt x="706038" y="5289490"/>
                  </a:lnTo>
                  <a:lnTo>
                    <a:pt x="706156" y="5289490"/>
                  </a:lnTo>
                  <a:lnTo>
                    <a:pt x="706744" y="5289059"/>
                  </a:lnTo>
                  <a:lnTo>
                    <a:pt x="706861" y="5289059"/>
                  </a:lnTo>
                  <a:lnTo>
                    <a:pt x="706979" y="5289059"/>
                  </a:lnTo>
                  <a:lnTo>
                    <a:pt x="707096" y="5288629"/>
                  </a:lnTo>
                  <a:lnTo>
                    <a:pt x="707332" y="5288629"/>
                  </a:lnTo>
                  <a:lnTo>
                    <a:pt x="707449" y="5288629"/>
                  </a:lnTo>
                  <a:lnTo>
                    <a:pt x="707567" y="5288629"/>
                  </a:lnTo>
                  <a:lnTo>
                    <a:pt x="707685" y="5288629"/>
                  </a:lnTo>
                  <a:lnTo>
                    <a:pt x="707802" y="5288629"/>
                  </a:lnTo>
                  <a:lnTo>
                    <a:pt x="707802" y="5288198"/>
                  </a:lnTo>
                  <a:lnTo>
                    <a:pt x="707802" y="5287768"/>
                  </a:lnTo>
                  <a:lnTo>
                    <a:pt x="707802" y="5287337"/>
                  </a:lnTo>
                  <a:lnTo>
                    <a:pt x="707920" y="5287337"/>
                  </a:lnTo>
                  <a:lnTo>
                    <a:pt x="708037" y="5287337"/>
                  </a:lnTo>
                  <a:lnTo>
                    <a:pt x="708155" y="5286906"/>
                  </a:lnTo>
                  <a:lnTo>
                    <a:pt x="708155" y="5286476"/>
                  </a:lnTo>
                  <a:lnTo>
                    <a:pt x="708273" y="5286476"/>
                  </a:lnTo>
                  <a:lnTo>
                    <a:pt x="708390" y="5285615"/>
                  </a:lnTo>
                  <a:lnTo>
                    <a:pt x="708508" y="5285615"/>
                  </a:lnTo>
                  <a:lnTo>
                    <a:pt x="708625" y="5285615"/>
                  </a:lnTo>
                  <a:lnTo>
                    <a:pt x="708743" y="5285184"/>
                  </a:lnTo>
                  <a:lnTo>
                    <a:pt x="708861" y="5285184"/>
                  </a:lnTo>
                  <a:lnTo>
                    <a:pt x="708978" y="5285184"/>
                  </a:lnTo>
                  <a:lnTo>
                    <a:pt x="709096" y="5285184"/>
                  </a:lnTo>
                  <a:lnTo>
                    <a:pt x="709096" y="5284753"/>
                  </a:lnTo>
                  <a:lnTo>
                    <a:pt x="709214" y="5283892"/>
                  </a:lnTo>
                  <a:lnTo>
                    <a:pt x="709331" y="5283892"/>
                  </a:lnTo>
                  <a:lnTo>
                    <a:pt x="709449" y="5283892"/>
                  </a:lnTo>
                  <a:lnTo>
                    <a:pt x="709449" y="5283031"/>
                  </a:lnTo>
                  <a:lnTo>
                    <a:pt x="709566" y="5283031"/>
                  </a:lnTo>
                  <a:lnTo>
                    <a:pt x="709684" y="5283031"/>
                  </a:lnTo>
                  <a:lnTo>
                    <a:pt x="709684" y="5282600"/>
                  </a:lnTo>
                  <a:lnTo>
                    <a:pt x="709802" y="5282600"/>
                  </a:lnTo>
                  <a:lnTo>
                    <a:pt x="709919" y="5282600"/>
                  </a:lnTo>
                  <a:lnTo>
                    <a:pt x="710154" y="5282600"/>
                  </a:lnTo>
                  <a:lnTo>
                    <a:pt x="710272" y="5282170"/>
                  </a:lnTo>
                  <a:lnTo>
                    <a:pt x="710272" y="5281739"/>
                  </a:lnTo>
                  <a:lnTo>
                    <a:pt x="710390" y="5281309"/>
                  </a:lnTo>
                  <a:lnTo>
                    <a:pt x="710507" y="5281309"/>
                  </a:lnTo>
                  <a:lnTo>
                    <a:pt x="710625" y="5281309"/>
                  </a:lnTo>
                  <a:lnTo>
                    <a:pt x="710625" y="5280878"/>
                  </a:lnTo>
                  <a:lnTo>
                    <a:pt x="710860" y="5280878"/>
                  </a:lnTo>
                  <a:lnTo>
                    <a:pt x="710978" y="5280017"/>
                  </a:lnTo>
                  <a:lnTo>
                    <a:pt x="711095" y="5280017"/>
                  </a:lnTo>
                  <a:lnTo>
                    <a:pt x="711213" y="5280017"/>
                  </a:lnTo>
                  <a:lnTo>
                    <a:pt x="711448" y="5279586"/>
                  </a:lnTo>
                  <a:lnTo>
                    <a:pt x="711566" y="5279586"/>
                  </a:lnTo>
                  <a:lnTo>
                    <a:pt x="711566" y="5278725"/>
                  </a:lnTo>
                  <a:lnTo>
                    <a:pt x="711801" y="5278725"/>
                  </a:lnTo>
                  <a:lnTo>
                    <a:pt x="711919" y="5278725"/>
                  </a:lnTo>
                  <a:lnTo>
                    <a:pt x="711919" y="5278294"/>
                  </a:lnTo>
                  <a:lnTo>
                    <a:pt x="712154" y="5277864"/>
                  </a:lnTo>
                  <a:lnTo>
                    <a:pt x="712507" y="5277864"/>
                  </a:lnTo>
                  <a:lnTo>
                    <a:pt x="712507" y="5277433"/>
                  </a:lnTo>
                  <a:lnTo>
                    <a:pt x="712624" y="5277433"/>
                  </a:lnTo>
                  <a:lnTo>
                    <a:pt x="712742" y="5277433"/>
                  </a:lnTo>
                  <a:lnTo>
                    <a:pt x="712860" y="5277433"/>
                  </a:lnTo>
                  <a:lnTo>
                    <a:pt x="712860" y="5277003"/>
                  </a:lnTo>
                  <a:lnTo>
                    <a:pt x="712977" y="5277003"/>
                  </a:lnTo>
                  <a:lnTo>
                    <a:pt x="712977" y="5276141"/>
                  </a:lnTo>
                  <a:lnTo>
                    <a:pt x="712977" y="5275711"/>
                  </a:lnTo>
                  <a:lnTo>
                    <a:pt x="713095" y="5275711"/>
                  </a:lnTo>
                  <a:lnTo>
                    <a:pt x="713212" y="5275711"/>
                  </a:lnTo>
                  <a:lnTo>
                    <a:pt x="713330" y="5275711"/>
                  </a:lnTo>
                  <a:lnTo>
                    <a:pt x="713918" y="5275280"/>
                  </a:lnTo>
                  <a:lnTo>
                    <a:pt x="714036" y="5275280"/>
                  </a:lnTo>
                  <a:lnTo>
                    <a:pt x="714153" y="5275280"/>
                  </a:lnTo>
                  <a:lnTo>
                    <a:pt x="714389" y="5275280"/>
                  </a:lnTo>
                  <a:lnTo>
                    <a:pt x="714389" y="5274850"/>
                  </a:lnTo>
                  <a:lnTo>
                    <a:pt x="714506" y="5274850"/>
                  </a:lnTo>
                  <a:lnTo>
                    <a:pt x="714506" y="5273988"/>
                  </a:lnTo>
                  <a:lnTo>
                    <a:pt x="714624" y="5273988"/>
                  </a:lnTo>
                  <a:lnTo>
                    <a:pt x="714977" y="5273127"/>
                  </a:lnTo>
                  <a:lnTo>
                    <a:pt x="715094" y="5273127"/>
                  </a:lnTo>
                  <a:lnTo>
                    <a:pt x="715212" y="5273127"/>
                  </a:lnTo>
                  <a:lnTo>
                    <a:pt x="715329" y="5273127"/>
                  </a:lnTo>
                  <a:lnTo>
                    <a:pt x="715447" y="5273127"/>
                  </a:lnTo>
                  <a:lnTo>
                    <a:pt x="715565" y="5272697"/>
                  </a:lnTo>
                  <a:lnTo>
                    <a:pt x="715682" y="5272697"/>
                  </a:lnTo>
                  <a:lnTo>
                    <a:pt x="715918" y="5272697"/>
                  </a:lnTo>
                  <a:lnTo>
                    <a:pt x="716035" y="5272697"/>
                  </a:lnTo>
                  <a:lnTo>
                    <a:pt x="716035" y="5272266"/>
                  </a:lnTo>
                  <a:lnTo>
                    <a:pt x="716153" y="5272266"/>
                  </a:lnTo>
                  <a:lnTo>
                    <a:pt x="716270" y="5272266"/>
                  </a:lnTo>
                  <a:lnTo>
                    <a:pt x="716388" y="5272266"/>
                  </a:lnTo>
                  <a:lnTo>
                    <a:pt x="716741" y="5271835"/>
                  </a:lnTo>
                  <a:lnTo>
                    <a:pt x="716741" y="5270974"/>
                  </a:lnTo>
                  <a:lnTo>
                    <a:pt x="717211" y="5270974"/>
                  </a:lnTo>
                  <a:lnTo>
                    <a:pt x="717329" y="5270974"/>
                  </a:lnTo>
                  <a:lnTo>
                    <a:pt x="717447" y="5270544"/>
                  </a:lnTo>
                  <a:lnTo>
                    <a:pt x="717564" y="5270113"/>
                  </a:lnTo>
                  <a:lnTo>
                    <a:pt x="717682" y="5269682"/>
                  </a:lnTo>
                  <a:lnTo>
                    <a:pt x="717799" y="5269682"/>
                  </a:lnTo>
                  <a:lnTo>
                    <a:pt x="717917" y="5269682"/>
                  </a:lnTo>
                  <a:lnTo>
                    <a:pt x="718035" y="5269682"/>
                  </a:lnTo>
                  <a:lnTo>
                    <a:pt x="718035" y="5269252"/>
                  </a:lnTo>
                  <a:lnTo>
                    <a:pt x="718270" y="5269252"/>
                  </a:lnTo>
                  <a:lnTo>
                    <a:pt x="718387" y="5268821"/>
                  </a:lnTo>
                  <a:lnTo>
                    <a:pt x="718623" y="5268391"/>
                  </a:lnTo>
                  <a:lnTo>
                    <a:pt x="718740" y="5268391"/>
                  </a:lnTo>
                  <a:lnTo>
                    <a:pt x="718976" y="5268391"/>
                  </a:lnTo>
                  <a:lnTo>
                    <a:pt x="718976" y="5267960"/>
                  </a:lnTo>
                  <a:lnTo>
                    <a:pt x="719093" y="5267960"/>
                  </a:lnTo>
                  <a:lnTo>
                    <a:pt x="719211" y="5267960"/>
                  </a:lnTo>
                  <a:lnTo>
                    <a:pt x="719328" y="5267529"/>
                  </a:lnTo>
                  <a:lnTo>
                    <a:pt x="719328" y="5266668"/>
                  </a:lnTo>
                  <a:lnTo>
                    <a:pt x="719446" y="5265807"/>
                  </a:lnTo>
                  <a:lnTo>
                    <a:pt x="719564" y="5265376"/>
                  </a:lnTo>
                  <a:lnTo>
                    <a:pt x="719681" y="5265376"/>
                  </a:lnTo>
                  <a:lnTo>
                    <a:pt x="719681" y="5264515"/>
                  </a:lnTo>
                  <a:lnTo>
                    <a:pt x="719916" y="5264515"/>
                  </a:lnTo>
                  <a:lnTo>
                    <a:pt x="719916" y="5264085"/>
                  </a:lnTo>
                  <a:lnTo>
                    <a:pt x="720034" y="5264085"/>
                  </a:lnTo>
                  <a:lnTo>
                    <a:pt x="720152" y="5264085"/>
                  </a:lnTo>
                  <a:lnTo>
                    <a:pt x="720152" y="5263654"/>
                  </a:lnTo>
                  <a:lnTo>
                    <a:pt x="720504" y="5263654"/>
                  </a:lnTo>
                  <a:lnTo>
                    <a:pt x="720622" y="5263654"/>
                  </a:lnTo>
                  <a:lnTo>
                    <a:pt x="720857" y="5263223"/>
                  </a:lnTo>
                  <a:lnTo>
                    <a:pt x="720975" y="5262793"/>
                  </a:lnTo>
                  <a:lnTo>
                    <a:pt x="720975" y="5262362"/>
                  </a:lnTo>
                  <a:lnTo>
                    <a:pt x="721210" y="5262362"/>
                  </a:lnTo>
                  <a:lnTo>
                    <a:pt x="721328" y="5262362"/>
                  </a:lnTo>
                  <a:lnTo>
                    <a:pt x="721445" y="5261932"/>
                  </a:lnTo>
                  <a:lnTo>
                    <a:pt x="721445" y="5261501"/>
                  </a:lnTo>
                  <a:lnTo>
                    <a:pt x="721563" y="5261501"/>
                  </a:lnTo>
                  <a:lnTo>
                    <a:pt x="721681" y="5261501"/>
                  </a:lnTo>
                  <a:lnTo>
                    <a:pt x="721681" y="5261070"/>
                  </a:lnTo>
                  <a:lnTo>
                    <a:pt x="721798" y="5261070"/>
                  </a:lnTo>
                  <a:lnTo>
                    <a:pt x="722033" y="5261070"/>
                  </a:lnTo>
                  <a:lnTo>
                    <a:pt x="722269" y="5261070"/>
                  </a:lnTo>
                  <a:lnTo>
                    <a:pt x="722504" y="5261070"/>
                  </a:lnTo>
                  <a:lnTo>
                    <a:pt x="722622" y="5261070"/>
                  </a:lnTo>
                  <a:lnTo>
                    <a:pt x="722857" y="5261070"/>
                  </a:lnTo>
                  <a:lnTo>
                    <a:pt x="722974" y="5261070"/>
                  </a:lnTo>
                  <a:lnTo>
                    <a:pt x="723210" y="5261070"/>
                  </a:lnTo>
                  <a:lnTo>
                    <a:pt x="723327" y="5261070"/>
                  </a:lnTo>
                  <a:lnTo>
                    <a:pt x="723445" y="5261070"/>
                  </a:lnTo>
                  <a:lnTo>
                    <a:pt x="723445" y="5260640"/>
                  </a:lnTo>
                  <a:lnTo>
                    <a:pt x="723562" y="5260640"/>
                  </a:lnTo>
                  <a:lnTo>
                    <a:pt x="723680" y="5260640"/>
                  </a:lnTo>
                  <a:lnTo>
                    <a:pt x="723798" y="5260640"/>
                  </a:lnTo>
                  <a:lnTo>
                    <a:pt x="723915" y="5260640"/>
                  </a:lnTo>
                  <a:lnTo>
                    <a:pt x="723915" y="5260209"/>
                  </a:lnTo>
                  <a:lnTo>
                    <a:pt x="724033" y="5260209"/>
                  </a:lnTo>
                  <a:lnTo>
                    <a:pt x="724151" y="5260209"/>
                  </a:lnTo>
                  <a:lnTo>
                    <a:pt x="724386" y="5260209"/>
                  </a:lnTo>
                  <a:lnTo>
                    <a:pt x="724503" y="5260209"/>
                  </a:lnTo>
                  <a:lnTo>
                    <a:pt x="724503" y="5259779"/>
                  </a:lnTo>
                  <a:lnTo>
                    <a:pt x="724621" y="5259779"/>
                  </a:lnTo>
                  <a:lnTo>
                    <a:pt x="724974" y="5259779"/>
                  </a:lnTo>
                  <a:lnTo>
                    <a:pt x="724974" y="5259348"/>
                  </a:lnTo>
                  <a:lnTo>
                    <a:pt x="725209" y="5258917"/>
                  </a:lnTo>
                  <a:lnTo>
                    <a:pt x="725209" y="5258487"/>
                  </a:lnTo>
                  <a:lnTo>
                    <a:pt x="725327" y="5258487"/>
                  </a:lnTo>
                  <a:lnTo>
                    <a:pt x="725327" y="5258056"/>
                  </a:lnTo>
                  <a:lnTo>
                    <a:pt x="725444" y="5258056"/>
                  </a:lnTo>
                  <a:lnTo>
                    <a:pt x="725680" y="5258056"/>
                  </a:lnTo>
                  <a:lnTo>
                    <a:pt x="725680" y="5257626"/>
                  </a:lnTo>
                  <a:lnTo>
                    <a:pt x="725680" y="5257195"/>
                  </a:lnTo>
                  <a:lnTo>
                    <a:pt x="725797" y="5257195"/>
                  </a:lnTo>
                  <a:lnTo>
                    <a:pt x="725915" y="5257195"/>
                  </a:lnTo>
                  <a:lnTo>
                    <a:pt x="726032" y="5257195"/>
                  </a:lnTo>
                  <a:lnTo>
                    <a:pt x="726268" y="5257195"/>
                  </a:lnTo>
                  <a:lnTo>
                    <a:pt x="726385" y="5257195"/>
                  </a:lnTo>
                  <a:lnTo>
                    <a:pt x="726385" y="5256764"/>
                  </a:lnTo>
                  <a:lnTo>
                    <a:pt x="726503" y="5256764"/>
                  </a:lnTo>
                  <a:lnTo>
                    <a:pt x="726620" y="5256764"/>
                  </a:lnTo>
                  <a:lnTo>
                    <a:pt x="726620" y="5256334"/>
                  </a:lnTo>
                  <a:lnTo>
                    <a:pt x="726738" y="5255903"/>
                  </a:lnTo>
                  <a:lnTo>
                    <a:pt x="726738" y="5255473"/>
                  </a:lnTo>
                  <a:lnTo>
                    <a:pt x="727091" y="5255473"/>
                  </a:lnTo>
                  <a:lnTo>
                    <a:pt x="727326" y="5255473"/>
                  </a:lnTo>
                  <a:lnTo>
                    <a:pt x="727444" y="5255473"/>
                  </a:lnTo>
                  <a:lnTo>
                    <a:pt x="727679" y="5255473"/>
                  </a:lnTo>
                  <a:lnTo>
                    <a:pt x="727914" y="5255473"/>
                  </a:lnTo>
                  <a:lnTo>
                    <a:pt x="728032" y="5255473"/>
                  </a:lnTo>
                  <a:lnTo>
                    <a:pt x="728149" y="5255473"/>
                  </a:lnTo>
                  <a:lnTo>
                    <a:pt x="728385" y="5255473"/>
                  </a:lnTo>
                  <a:lnTo>
                    <a:pt x="728737" y="5255473"/>
                  </a:lnTo>
                  <a:lnTo>
                    <a:pt x="728855" y="5255473"/>
                  </a:lnTo>
                  <a:lnTo>
                    <a:pt x="728973" y="5255473"/>
                  </a:lnTo>
                  <a:lnTo>
                    <a:pt x="729090" y="5255042"/>
                  </a:lnTo>
                  <a:lnTo>
                    <a:pt x="729208" y="5255042"/>
                  </a:lnTo>
                  <a:lnTo>
                    <a:pt x="729326" y="5254611"/>
                  </a:lnTo>
                  <a:lnTo>
                    <a:pt x="729443" y="5254611"/>
                  </a:lnTo>
                  <a:lnTo>
                    <a:pt x="729561" y="5254611"/>
                  </a:lnTo>
                  <a:lnTo>
                    <a:pt x="730031" y="5254611"/>
                  </a:lnTo>
                  <a:lnTo>
                    <a:pt x="730149" y="5254611"/>
                  </a:lnTo>
                  <a:lnTo>
                    <a:pt x="730266" y="5254181"/>
                  </a:lnTo>
                  <a:lnTo>
                    <a:pt x="730384" y="5253750"/>
                  </a:lnTo>
                  <a:lnTo>
                    <a:pt x="730619" y="5253750"/>
                  </a:lnTo>
                  <a:lnTo>
                    <a:pt x="730737" y="5253750"/>
                  </a:lnTo>
                  <a:lnTo>
                    <a:pt x="730855" y="5253750"/>
                  </a:lnTo>
                  <a:lnTo>
                    <a:pt x="730855" y="5253320"/>
                  </a:lnTo>
                  <a:lnTo>
                    <a:pt x="730972" y="5253320"/>
                  </a:lnTo>
                  <a:lnTo>
                    <a:pt x="731207" y="5252889"/>
                  </a:lnTo>
                  <a:lnTo>
                    <a:pt x="731443" y="5252458"/>
                  </a:lnTo>
                  <a:lnTo>
                    <a:pt x="731443" y="5252028"/>
                  </a:lnTo>
                  <a:lnTo>
                    <a:pt x="731560" y="5252028"/>
                  </a:lnTo>
                  <a:lnTo>
                    <a:pt x="731678" y="5252028"/>
                  </a:lnTo>
                  <a:lnTo>
                    <a:pt x="731913" y="5252028"/>
                  </a:lnTo>
                  <a:lnTo>
                    <a:pt x="732031" y="5252028"/>
                  </a:lnTo>
                  <a:lnTo>
                    <a:pt x="732266" y="5252028"/>
                  </a:lnTo>
                  <a:lnTo>
                    <a:pt x="732384" y="5251597"/>
                  </a:lnTo>
                  <a:lnTo>
                    <a:pt x="732619" y="5251167"/>
                  </a:lnTo>
                  <a:lnTo>
                    <a:pt x="732736" y="5251167"/>
                  </a:lnTo>
                  <a:lnTo>
                    <a:pt x="732736" y="5250736"/>
                  </a:lnTo>
                  <a:lnTo>
                    <a:pt x="732854" y="5250736"/>
                  </a:lnTo>
                  <a:lnTo>
                    <a:pt x="732972" y="5250736"/>
                  </a:lnTo>
                  <a:lnTo>
                    <a:pt x="733207" y="5250736"/>
                  </a:lnTo>
                  <a:lnTo>
                    <a:pt x="733324" y="5249875"/>
                  </a:lnTo>
                  <a:lnTo>
                    <a:pt x="733442" y="5249444"/>
                  </a:lnTo>
                  <a:lnTo>
                    <a:pt x="733442" y="5249014"/>
                  </a:lnTo>
                  <a:lnTo>
                    <a:pt x="733442" y="5248152"/>
                  </a:lnTo>
                  <a:lnTo>
                    <a:pt x="733442" y="5247722"/>
                  </a:lnTo>
                  <a:lnTo>
                    <a:pt x="733560" y="5247722"/>
                  </a:lnTo>
                  <a:lnTo>
                    <a:pt x="733677" y="5247722"/>
                  </a:lnTo>
                  <a:lnTo>
                    <a:pt x="733913" y="5247722"/>
                  </a:lnTo>
                  <a:lnTo>
                    <a:pt x="733913" y="5247291"/>
                  </a:lnTo>
                  <a:lnTo>
                    <a:pt x="734148" y="5247291"/>
                  </a:lnTo>
                  <a:lnTo>
                    <a:pt x="734265" y="5247291"/>
                  </a:lnTo>
                  <a:lnTo>
                    <a:pt x="734383" y="5247291"/>
                  </a:lnTo>
                  <a:lnTo>
                    <a:pt x="734618" y="5247291"/>
                  </a:lnTo>
                  <a:lnTo>
                    <a:pt x="734618" y="5246861"/>
                  </a:lnTo>
                  <a:lnTo>
                    <a:pt x="734736" y="5246861"/>
                  </a:lnTo>
                  <a:lnTo>
                    <a:pt x="734971" y="5245999"/>
                  </a:lnTo>
                  <a:lnTo>
                    <a:pt x="735089" y="5245999"/>
                  </a:lnTo>
                  <a:lnTo>
                    <a:pt x="735324" y="5245999"/>
                  </a:lnTo>
                  <a:lnTo>
                    <a:pt x="735441" y="5245569"/>
                  </a:lnTo>
                  <a:lnTo>
                    <a:pt x="735559" y="5245569"/>
                  </a:lnTo>
                  <a:lnTo>
                    <a:pt x="735559" y="5245138"/>
                  </a:lnTo>
                  <a:lnTo>
                    <a:pt x="735677" y="5245138"/>
                  </a:lnTo>
                  <a:lnTo>
                    <a:pt x="735677" y="5244708"/>
                  </a:lnTo>
                  <a:lnTo>
                    <a:pt x="735794" y="5244277"/>
                  </a:lnTo>
                  <a:lnTo>
                    <a:pt x="735912" y="5244277"/>
                  </a:lnTo>
                  <a:lnTo>
                    <a:pt x="736030" y="5243846"/>
                  </a:lnTo>
                  <a:lnTo>
                    <a:pt x="736147" y="5243846"/>
                  </a:lnTo>
                  <a:lnTo>
                    <a:pt x="736265" y="5243846"/>
                  </a:lnTo>
                  <a:lnTo>
                    <a:pt x="736265" y="5242985"/>
                  </a:lnTo>
                  <a:lnTo>
                    <a:pt x="736382" y="5242985"/>
                  </a:lnTo>
                  <a:lnTo>
                    <a:pt x="736500" y="5242985"/>
                  </a:lnTo>
                  <a:lnTo>
                    <a:pt x="736618" y="5241693"/>
                  </a:lnTo>
                  <a:lnTo>
                    <a:pt x="736735" y="5241693"/>
                  </a:lnTo>
                  <a:lnTo>
                    <a:pt x="736853" y="5241693"/>
                  </a:lnTo>
                  <a:lnTo>
                    <a:pt x="736970" y="5241693"/>
                  </a:lnTo>
                  <a:lnTo>
                    <a:pt x="736970" y="5241263"/>
                  </a:lnTo>
                  <a:lnTo>
                    <a:pt x="737088" y="5241263"/>
                  </a:lnTo>
                  <a:lnTo>
                    <a:pt x="737206" y="5241263"/>
                  </a:lnTo>
                  <a:lnTo>
                    <a:pt x="737323" y="5241263"/>
                  </a:lnTo>
                  <a:lnTo>
                    <a:pt x="737441" y="5241263"/>
                  </a:lnTo>
                  <a:lnTo>
                    <a:pt x="737559" y="5241263"/>
                  </a:lnTo>
                  <a:lnTo>
                    <a:pt x="737676" y="5241263"/>
                  </a:lnTo>
                  <a:lnTo>
                    <a:pt x="737794" y="5241263"/>
                  </a:lnTo>
                  <a:lnTo>
                    <a:pt x="737911" y="5240832"/>
                  </a:lnTo>
                  <a:lnTo>
                    <a:pt x="738147" y="5240832"/>
                  </a:lnTo>
                  <a:lnTo>
                    <a:pt x="738264" y="5240832"/>
                  </a:lnTo>
                  <a:lnTo>
                    <a:pt x="738382" y="5240832"/>
                  </a:lnTo>
                  <a:lnTo>
                    <a:pt x="738499" y="5240832"/>
                  </a:lnTo>
                  <a:lnTo>
                    <a:pt x="738617" y="5240832"/>
                  </a:lnTo>
                  <a:lnTo>
                    <a:pt x="738735" y="5240832"/>
                  </a:lnTo>
                  <a:lnTo>
                    <a:pt x="738852" y="5240832"/>
                  </a:lnTo>
                  <a:lnTo>
                    <a:pt x="738852" y="5240402"/>
                  </a:lnTo>
                  <a:lnTo>
                    <a:pt x="738970" y="5240402"/>
                  </a:lnTo>
                  <a:lnTo>
                    <a:pt x="739088" y="5240402"/>
                  </a:lnTo>
                  <a:lnTo>
                    <a:pt x="739205" y="5239971"/>
                  </a:lnTo>
                  <a:lnTo>
                    <a:pt x="739205" y="5239540"/>
                  </a:lnTo>
                  <a:lnTo>
                    <a:pt x="739205" y="5239110"/>
                  </a:lnTo>
                  <a:lnTo>
                    <a:pt x="739323" y="5239110"/>
                  </a:lnTo>
                  <a:lnTo>
                    <a:pt x="739676" y="5238679"/>
                  </a:lnTo>
                  <a:lnTo>
                    <a:pt x="739793" y="5238679"/>
                  </a:lnTo>
                  <a:lnTo>
                    <a:pt x="740028" y="5238679"/>
                  </a:lnTo>
                  <a:lnTo>
                    <a:pt x="740028" y="5238249"/>
                  </a:lnTo>
                  <a:lnTo>
                    <a:pt x="740146" y="5238249"/>
                  </a:lnTo>
                  <a:lnTo>
                    <a:pt x="740264" y="5238249"/>
                  </a:lnTo>
                  <a:lnTo>
                    <a:pt x="740264" y="5237818"/>
                  </a:lnTo>
                  <a:lnTo>
                    <a:pt x="740264" y="5237387"/>
                  </a:lnTo>
                  <a:lnTo>
                    <a:pt x="740381" y="5237387"/>
                  </a:lnTo>
                  <a:lnTo>
                    <a:pt x="740381" y="5236957"/>
                  </a:lnTo>
                  <a:lnTo>
                    <a:pt x="740499" y="5236957"/>
                  </a:lnTo>
                  <a:lnTo>
                    <a:pt x="740617" y="5236957"/>
                  </a:lnTo>
                  <a:lnTo>
                    <a:pt x="740617" y="5236526"/>
                  </a:lnTo>
                  <a:lnTo>
                    <a:pt x="740852" y="5236526"/>
                  </a:lnTo>
                  <a:lnTo>
                    <a:pt x="740969" y="5236526"/>
                  </a:lnTo>
                  <a:lnTo>
                    <a:pt x="741440" y="5235665"/>
                  </a:lnTo>
                  <a:lnTo>
                    <a:pt x="741440" y="5234804"/>
                  </a:lnTo>
                  <a:lnTo>
                    <a:pt x="741557" y="5234804"/>
                  </a:lnTo>
                  <a:lnTo>
                    <a:pt x="741675" y="5234804"/>
                  </a:lnTo>
                  <a:lnTo>
                    <a:pt x="741675" y="5234373"/>
                  </a:lnTo>
                  <a:lnTo>
                    <a:pt x="741910" y="5234373"/>
                  </a:lnTo>
                  <a:lnTo>
                    <a:pt x="742028" y="5234373"/>
                  </a:lnTo>
                  <a:lnTo>
                    <a:pt x="742146" y="5234373"/>
                  </a:lnTo>
                  <a:lnTo>
                    <a:pt x="742146" y="5233943"/>
                  </a:lnTo>
                  <a:lnTo>
                    <a:pt x="742263" y="5233943"/>
                  </a:lnTo>
                  <a:lnTo>
                    <a:pt x="742381" y="5233943"/>
                  </a:lnTo>
                  <a:lnTo>
                    <a:pt x="742498" y="5233512"/>
                  </a:lnTo>
                  <a:lnTo>
                    <a:pt x="742616" y="5233512"/>
                  </a:lnTo>
                  <a:lnTo>
                    <a:pt x="742734" y="5233512"/>
                  </a:lnTo>
                  <a:lnTo>
                    <a:pt x="742851" y="5233081"/>
                  </a:lnTo>
                  <a:lnTo>
                    <a:pt x="743086" y="5232651"/>
                  </a:lnTo>
                  <a:lnTo>
                    <a:pt x="743204" y="5232651"/>
                  </a:lnTo>
                  <a:lnTo>
                    <a:pt x="743204" y="5232220"/>
                  </a:lnTo>
                  <a:lnTo>
                    <a:pt x="743322" y="5232220"/>
                  </a:lnTo>
                  <a:lnTo>
                    <a:pt x="743322" y="5231790"/>
                  </a:lnTo>
                  <a:lnTo>
                    <a:pt x="743439" y="5231790"/>
                  </a:lnTo>
                  <a:lnTo>
                    <a:pt x="743557" y="5231790"/>
                  </a:lnTo>
                  <a:lnTo>
                    <a:pt x="743792" y="5231790"/>
                  </a:lnTo>
                  <a:lnTo>
                    <a:pt x="743910" y="5231790"/>
                  </a:lnTo>
                  <a:lnTo>
                    <a:pt x="744027" y="5231790"/>
                  </a:lnTo>
                  <a:lnTo>
                    <a:pt x="744145" y="5231790"/>
                  </a:lnTo>
                  <a:lnTo>
                    <a:pt x="744263" y="5231359"/>
                  </a:lnTo>
                  <a:lnTo>
                    <a:pt x="744380" y="5231359"/>
                  </a:lnTo>
                  <a:lnTo>
                    <a:pt x="744498" y="5230928"/>
                  </a:lnTo>
                  <a:lnTo>
                    <a:pt x="744615" y="5230928"/>
                  </a:lnTo>
                  <a:lnTo>
                    <a:pt x="744615" y="5230498"/>
                  </a:lnTo>
                  <a:lnTo>
                    <a:pt x="744851" y="5230498"/>
                  </a:lnTo>
                  <a:lnTo>
                    <a:pt x="744968" y="5230498"/>
                  </a:lnTo>
                  <a:lnTo>
                    <a:pt x="745086" y="5230498"/>
                  </a:lnTo>
                  <a:lnTo>
                    <a:pt x="745203" y="5230498"/>
                  </a:lnTo>
                  <a:lnTo>
                    <a:pt x="745321" y="5230498"/>
                  </a:lnTo>
                  <a:lnTo>
                    <a:pt x="745321" y="5230067"/>
                  </a:lnTo>
                  <a:lnTo>
                    <a:pt x="745439" y="5230067"/>
                  </a:lnTo>
                  <a:lnTo>
                    <a:pt x="745556" y="5230067"/>
                  </a:lnTo>
                  <a:lnTo>
                    <a:pt x="745674" y="5230067"/>
                  </a:lnTo>
                  <a:lnTo>
                    <a:pt x="745792" y="5230067"/>
                  </a:lnTo>
                  <a:lnTo>
                    <a:pt x="745909" y="5229637"/>
                  </a:lnTo>
                  <a:lnTo>
                    <a:pt x="746027" y="5229637"/>
                  </a:lnTo>
                  <a:lnTo>
                    <a:pt x="746144" y="5229637"/>
                  </a:lnTo>
                  <a:lnTo>
                    <a:pt x="746262" y="5229637"/>
                  </a:lnTo>
                  <a:lnTo>
                    <a:pt x="746497" y="5229637"/>
                  </a:lnTo>
                  <a:lnTo>
                    <a:pt x="746497" y="5229206"/>
                  </a:lnTo>
                  <a:lnTo>
                    <a:pt x="746615" y="5229206"/>
                  </a:lnTo>
                  <a:lnTo>
                    <a:pt x="746732" y="5229206"/>
                  </a:lnTo>
                  <a:lnTo>
                    <a:pt x="746850" y="5228775"/>
                  </a:lnTo>
                  <a:lnTo>
                    <a:pt x="746968" y="5228775"/>
                  </a:lnTo>
                  <a:lnTo>
                    <a:pt x="746968" y="5228345"/>
                  </a:lnTo>
                  <a:lnTo>
                    <a:pt x="747085" y="5228345"/>
                  </a:lnTo>
                  <a:lnTo>
                    <a:pt x="747085" y="5227914"/>
                  </a:lnTo>
                  <a:lnTo>
                    <a:pt x="747085" y="5227484"/>
                  </a:lnTo>
                  <a:lnTo>
                    <a:pt x="747321" y="5227484"/>
                  </a:lnTo>
                  <a:lnTo>
                    <a:pt x="747556" y="5227053"/>
                  </a:lnTo>
                  <a:lnTo>
                    <a:pt x="747791" y="5227053"/>
                  </a:lnTo>
                  <a:lnTo>
                    <a:pt x="748144" y="5226192"/>
                  </a:lnTo>
                  <a:lnTo>
                    <a:pt x="748261" y="5226192"/>
                  </a:lnTo>
                  <a:lnTo>
                    <a:pt x="748379" y="5226192"/>
                  </a:lnTo>
                  <a:lnTo>
                    <a:pt x="748379" y="5225761"/>
                  </a:lnTo>
                  <a:lnTo>
                    <a:pt x="748379" y="5225331"/>
                  </a:lnTo>
                  <a:lnTo>
                    <a:pt x="748497" y="5225331"/>
                  </a:lnTo>
                  <a:lnTo>
                    <a:pt x="748614" y="5225331"/>
                  </a:lnTo>
                  <a:lnTo>
                    <a:pt x="748732" y="5225331"/>
                  </a:lnTo>
                  <a:lnTo>
                    <a:pt x="748850" y="5225331"/>
                  </a:lnTo>
                  <a:lnTo>
                    <a:pt x="748967" y="5225331"/>
                  </a:lnTo>
                  <a:lnTo>
                    <a:pt x="749085" y="5225331"/>
                  </a:lnTo>
                  <a:lnTo>
                    <a:pt x="749202" y="5225331"/>
                  </a:lnTo>
                  <a:lnTo>
                    <a:pt x="749202" y="5224900"/>
                  </a:lnTo>
                  <a:lnTo>
                    <a:pt x="749202" y="5224469"/>
                  </a:lnTo>
                  <a:lnTo>
                    <a:pt x="749202" y="5224039"/>
                  </a:lnTo>
                  <a:lnTo>
                    <a:pt x="749320" y="5224039"/>
                  </a:lnTo>
                  <a:lnTo>
                    <a:pt x="749438" y="5224039"/>
                  </a:lnTo>
                  <a:lnTo>
                    <a:pt x="749673" y="5224039"/>
                  </a:lnTo>
                  <a:lnTo>
                    <a:pt x="749673" y="5223608"/>
                  </a:lnTo>
                  <a:lnTo>
                    <a:pt x="750026" y="5223178"/>
                  </a:lnTo>
                  <a:lnTo>
                    <a:pt x="750026" y="5222747"/>
                  </a:lnTo>
                  <a:lnTo>
                    <a:pt x="750143" y="5221886"/>
                  </a:lnTo>
                  <a:lnTo>
                    <a:pt x="750261" y="5221886"/>
                  </a:lnTo>
                  <a:lnTo>
                    <a:pt x="750261" y="5221455"/>
                  </a:lnTo>
                  <a:lnTo>
                    <a:pt x="750261" y="5221025"/>
                  </a:lnTo>
                  <a:lnTo>
                    <a:pt x="750379" y="5221025"/>
                  </a:lnTo>
                  <a:lnTo>
                    <a:pt x="750731" y="5220594"/>
                  </a:lnTo>
                  <a:lnTo>
                    <a:pt x="750849" y="5220594"/>
                  </a:lnTo>
                  <a:lnTo>
                    <a:pt x="750967" y="5220594"/>
                  </a:lnTo>
                  <a:lnTo>
                    <a:pt x="751202" y="5220594"/>
                  </a:lnTo>
                  <a:lnTo>
                    <a:pt x="751319" y="5220163"/>
                  </a:lnTo>
                  <a:lnTo>
                    <a:pt x="751437" y="5220163"/>
                  </a:lnTo>
                  <a:lnTo>
                    <a:pt x="751555" y="5220163"/>
                  </a:lnTo>
                  <a:lnTo>
                    <a:pt x="751672" y="5220163"/>
                  </a:lnTo>
                  <a:lnTo>
                    <a:pt x="751790" y="5220163"/>
                  </a:lnTo>
                  <a:lnTo>
                    <a:pt x="751790" y="5219733"/>
                  </a:lnTo>
                  <a:lnTo>
                    <a:pt x="751907" y="5219733"/>
                  </a:lnTo>
                  <a:lnTo>
                    <a:pt x="752025" y="5219733"/>
                  </a:lnTo>
                  <a:lnTo>
                    <a:pt x="752260" y="5219302"/>
                  </a:lnTo>
                  <a:lnTo>
                    <a:pt x="752378" y="5219302"/>
                  </a:lnTo>
                  <a:lnTo>
                    <a:pt x="752496" y="5219302"/>
                  </a:lnTo>
                  <a:lnTo>
                    <a:pt x="752613" y="5219302"/>
                  </a:lnTo>
                  <a:lnTo>
                    <a:pt x="752613" y="5218872"/>
                  </a:lnTo>
                  <a:lnTo>
                    <a:pt x="752731" y="5218872"/>
                  </a:lnTo>
                  <a:lnTo>
                    <a:pt x="752848" y="5218441"/>
                  </a:lnTo>
                  <a:lnTo>
                    <a:pt x="753084" y="5218441"/>
                  </a:lnTo>
                  <a:lnTo>
                    <a:pt x="753201" y="5218441"/>
                  </a:lnTo>
                  <a:lnTo>
                    <a:pt x="753319" y="5218441"/>
                  </a:lnTo>
                  <a:lnTo>
                    <a:pt x="753319" y="5218010"/>
                  </a:lnTo>
                  <a:lnTo>
                    <a:pt x="753789" y="5218010"/>
                  </a:lnTo>
                  <a:lnTo>
                    <a:pt x="753789" y="5217580"/>
                  </a:lnTo>
                  <a:lnTo>
                    <a:pt x="754025" y="5217580"/>
                  </a:lnTo>
                  <a:lnTo>
                    <a:pt x="754142" y="5217580"/>
                  </a:lnTo>
                  <a:lnTo>
                    <a:pt x="754260" y="5217580"/>
                  </a:lnTo>
                  <a:lnTo>
                    <a:pt x="754377" y="5217580"/>
                  </a:lnTo>
                  <a:lnTo>
                    <a:pt x="754495" y="5217580"/>
                  </a:lnTo>
                  <a:lnTo>
                    <a:pt x="754495" y="5217149"/>
                  </a:lnTo>
                  <a:lnTo>
                    <a:pt x="754613" y="5217149"/>
                  </a:lnTo>
                  <a:lnTo>
                    <a:pt x="754730" y="5217149"/>
                  </a:lnTo>
                  <a:lnTo>
                    <a:pt x="754848" y="5217149"/>
                  </a:lnTo>
                  <a:lnTo>
                    <a:pt x="754965" y="5217149"/>
                  </a:lnTo>
                  <a:lnTo>
                    <a:pt x="755083" y="5217149"/>
                  </a:lnTo>
                  <a:lnTo>
                    <a:pt x="755201" y="5217149"/>
                  </a:lnTo>
                  <a:lnTo>
                    <a:pt x="755318" y="5217149"/>
                  </a:lnTo>
                  <a:lnTo>
                    <a:pt x="755436" y="5216719"/>
                  </a:lnTo>
                  <a:lnTo>
                    <a:pt x="755554" y="5216719"/>
                  </a:lnTo>
                  <a:lnTo>
                    <a:pt x="755671" y="5216719"/>
                  </a:lnTo>
                  <a:lnTo>
                    <a:pt x="755906" y="5216719"/>
                  </a:lnTo>
                  <a:lnTo>
                    <a:pt x="756024" y="5216719"/>
                  </a:lnTo>
                  <a:lnTo>
                    <a:pt x="756142" y="5216719"/>
                  </a:lnTo>
                  <a:lnTo>
                    <a:pt x="756259" y="5216719"/>
                  </a:lnTo>
                  <a:lnTo>
                    <a:pt x="756259" y="5216288"/>
                  </a:lnTo>
                  <a:lnTo>
                    <a:pt x="756259" y="5215857"/>
                  </a:lnTo>
                  <a:lnTo>
                    <a:pt x="756377" y="5215857"/>
                  </a:lnTo>
                  <a:lnTo>
                    <a:pt x="756494" y="5215427"/>
                  </a:lnTo>
                  <a:lnTo>
                    <a:pt x="756494" y="5214996"/>
                  </a:lnTo>
                  <a:lnTo>
                    <a:pt x="756612" y="5214996"/>
                  </a:lnTo>
                  <a:lnTo>
                    <a:pt x="756730" y="5214996"/>
                  </a:lnTo>
                  <a:lnTo>
                    <a:pt x="756847" y="5214996"/>
                  </a:lnTo>
                  <a:lnTo>
                    <a:pt x="756965" y="5214996"/>
                  </a:lnTo>
                  <a:lnTo>
                    <a:pt x="757083" y="5214996"/>
                  </a:lnTo>
                  <a:lnTo>
                    <a:pt x="757200" y="5214996"/>
                  </a:lnTo>
                  <a:lnTo>
                    <a:pt x="757318" y="5214566"/>
                  </a:lnTo>
                  <a:lnTo>
                    <a:pt x="757435" y="5214566"/>
                  </a:lnTo>
                  <a:lnTo>
                    <a:pt x="757435" y="5214135"/>
                  </a:lnTo>
                  <a:lnTo>
                    <a:pt x="757435" y="5213704"/>
                  </a:lnTo>
                  <a:lnTo>
                    <a:pt x="757553" y="5213274"/>
                  </a:lnTo>
                  <a:lnTo>
                    <a:pt x="757671" y="5213274"/>
                  </a:lnTo>
                  <a:lnTo>
                    <a:pt x="757906" y="5213274"/>
                  </a:lnTo>
                  <a:lnTo>
                    <a:pt x="758023" y="5212843"/>
                  </a:lnTo>
                  <a:lnTo>
                    <a:pt x="758259" y="5212843"/>
                  </a:lnTo>
                  <a:lnTo>
                    <a:pt x="758376" y="5212843"/>
                  </a:lnTo>
                  <a:lnTo>
                    <a:pt x="758494" y="5212843"/>
                  </a:lnTo>
                  <a:lnTo>
                    <a:pt x="758612" y="5212843"/>
                  </a:lnTo>
                  <a:lnTo>
                    <a:pt x="758964" y="5212843"/>
                  </a:lnTo>
                  <a:lnTo>
                    <a:pt x="759082" y="5212843"/>
                  </a:lnTo>
                  <a:lnTo>
                    <a:pt x="759200" y="5212413"/>
                  </a:lnTo>
                  <a:lnTo>
                    <a:pt x="759317" y="5212413"/>
                  </a:lnTo>
                  <a:lnTo>
                    <a:pt x="759317" y="5211982"/>
                  </a:lnTo>
                  <a:lnTo>
                    <a:pt x="759552" y="5211551"/>
                  </a:lnTo>
                  <a:lnTo>
                    <a:pt x="759670" y="5211551"/>
                  </a:lnTo>
                  <a:lnTo>
                    <a:pt x="759788" y="5211121"/>
                  </a:lnTo>
                  <a:lnTo>
                    <a:pt x="759905" y="5211121"/>
                  </a:lnTo>
                  <a:lnTo>
                    <a:pt x="760023" y="5210260"/>
                  </a:lnTo>
                  <a:lnTo>
                    <a:pt x="760140" y="5209829"/>
                  </a:lnTo>
                  <a:lnTo>
                    <a:pt x="760258" y="5209398"/>
                  </a:lnTo>
                  <a:lnTo>
                    <a:pt x="760258" y="5208968"/>
                  </a:lnTo>
                  <a:lnTo>
                    <a:pt x="760258" y="5208537"/>
                  </a:lnTo>
                  <a:lnTo>
                    <a:pt x="760493" y="5208537"/>
                  </a:lnTo>
                  <a:lnTo>
                    <a:pt x="760611" y="5208537"/>
                  </a:lnTo>
                  <a:lnTo>
                    <a:pt x="760729" y="5208537"/>
                  </a:lnTo>
                  <a:lnTo>
                    <a:pt x="760846" y="5208537"/>
                  </a:lnTo>
                  <a:lnTo>
                    <a:pt x="760964" y="5208537"/>
                  </a:lnTo>
                  <a:lnTo>
                    <a:pt x="761081" y="5208537"/>
                  </a:lnTo>
                  <a:lnTo>
                    <a:pt x="761199" y="5208537"/>
                  </a:lnTo>
                  <a:lnTo>
                    <a:pt x="761434" y="5208107"/>
                  </a:lnTo>
                  <a:lnTo>
                    <a:pt x="761787" y="5208107"/>
                  </a:lnTo>
                  <a:lnTo>
                    <a:pt x="761905" y="5208107"/>
                  </a:lnTo>
                  <a:lnTo>
                    <a:pt x="762140" y="5208107"/>
                  </a:lnTo>
                  <a:lnTo>
                    <a:pt x="762140" y="5207676"/>
                  </a:lnTo>
                  <a:lnTo>
                    <a:pt x="762493" y="5207676"/>
                  </a:lnTo>
                  <a:lnTo>
                    <a:pt x="762610" y="5207676"/>
                  </a:lnTo>
                  <a:lnTo>
                    <a:pt x="762728" y="5207676"/>
                  </a:lnTo>
                  <a:lnTo>
                    <a:pt x="762846" y="5207676"/>
                  </a:lnTo>
                  <a:lnTo>
                    <a:pt x="762846" y="5206815"/>
                  </a:lnTo>
                  <a:lnTo>
                    <a:pt x="762846" y="5205954"/>
                  </a:lnTo>
                  <a:lnTo>
                    <a:pt x="762963" y="5205954"/>
                  </a:lnTo>
                  <a:lnTo>
                    <a:pt x="763081" y="5205954"/>
                  </a:lnTo>
                  <a:lnTo>
                    <a:pt x="763316" y="5205954"/>
                  </a:lnTo>
                  <a:lnTo>
                    <a:pt x="763434" y="5205523"/>
                  </a:lnTo>
                  <a:lnTo>
                    <a:pt x="763551" y="5205523"/>
                  </a:lnTo>
                  <a:lnTo>
                    <a:pt x="763787" y="5205092"/>
                  </a:lnTo>
                  <a:lnTo>
                    <a:pt x="763904" y="5205092"/>
                  </a:lnTo>
                  <a:lnTo>
                    <a:pt x="763904" y="5204662"/>
                  </a:lnTo>
                  <a:lnTo>
                    <a:pt x="764022" y="5204662"/>
                  </a:lnTo>
                  <a:lnTo>
                    <a:pt x="764139" y="5203801"/>
                  </a:lnTo>
                  <a:lnTo>
                    <a:pt x="764257" y="5203801"/>
                  </a:lnTo>
                  <a:lnTo>
                    <a:pt x="764375" y="5203801"/>
                  </a:lnTo>
                  <a:lnTo>
                    <a:pt x="764375" y="5203370"/>
                  </a:lnTo>
                  <a:lnTo>
                    <a:pt x="764492" y="5203370"/>
                  </a:lnTo>
                  <a:lnTo>
                    <a:pt x="764610" y="5203370"/>
                  </a:lnTo>
                  <a:lnTo>
                    <a:pt x="764610" y="5202939"/>
                  </a:lnTo>
                  <a:lnTo>
                    <a:pt x="764727" y="5202939"/>
                  </a:lnTo>
                  <a:lnTo>
                    <a:pt x="764845" y="5202939"/>
                  </a:lnTo>
                  <a:lnTo>
                    <a:pt x="764963" y="5202939"/>
                  </a:lnTo>
                  <a:lnTo>
                    <a:pt x="765080" y="5202939"/>
                  </a:lnTo>
                  <a:lnTo>
                    <a:pt x="765198" y="5202939"/>
                  </a:lnTo>
                  <a:lnTo>
                    <a:pt x="765316" y="5202939"/>
                  </a:lnTo>
                  <a:lnTo>
                    <a:pt x="765433" y="5202939"/>
                  </a:lnTo>
                  <a:lnTo>
                    <a:pt x="765668" y="5202078"/>
                  </a:lnTo>
                  <a:lnTo>
                    <a:pt x="765668" y="5201648"/>
                  </a:lnTo>
                  <a:lnTo>
                    <a:pt x="765786" y="5201648"/>
                  </a:lnTo>
                  <a:lnTo>
                    <a:pt x="765786" y="5201217"/>
                  </a:lnTo>
                  <a:lnTo>
                    <a:pt x="765904" y="5201217"/>
                  </a:lnTo>
                  <a:lnTo>
                    <a:pt x="766021" y="5201217"/>
                  </a:lnTo>
                  <a:lnTo>
                    <a:pt x="766139" y="5201217"/>
                  </a:lnTo>
                  <a:lnTo>
                    <a:pt x="766256" y="5201217"/>
                  </a:lnTo>
                  <a:lnTo>
                    <a:pt x="766374" y="5201217"/>
                  </a:lnTo>
                  <a:lnTo>
                    <a:pt x="766609" y="5201217"/>
                  </a:lnTo>
                  <a:lnTo>
                    <a:pt x="766609" y="5200786"/>
                  </a:lnTo>
                  <a:lnTo>
                    <a:pt x="766727" y="5200786"/>
                  </a:lnTo>
                  <a:lnTo>
                    <a:pt x="766727" y="5200356"/>
                  </a:lnTo>
                  <a:lnTo>
                    <a:pt x="766845" y="5200356"/>
                  </a:lnTo>
                  <a:lnTo>
                    <a:pt x="766962" y="5200356"/>
                  </a:lnTo>
                  <a:lnTo>
                    <a:pt x="767080" y="5200356"/>
                  </a:lnTo>
                  <a:lnTo>
                    <a:pt x="767197" y="5200356"/>
                  </a:lnTo>
                  <a:lnTo>
                    <a:pt x="767315" y="5200356"/>
                  </a:lnTo>
                  <a:lnTo>
                    <a:pt x="767315" y="5199925"/>
                  </a:lnTo>
                  <a:lnTo>
                    <a:pt x="767315" y="5199495"/>
                  </a:lnTo>
                  <a:lnTo>
                    <a:pt x="767315" y="5199064"/>
                  </a:lnTo>
                  <a:lnTo>
                    <a:pt x="767433" y="5199064"/>
                  </a:lnTo>
                  <a:lnTo>
                    <a:pt x="767550" y="5199064"/>
                  </a:lnTo>
                  <a:lnTo>
                    <a:pt x="767668" y="5199064"/>
                  </a:lnTo>
                  <a:lnTo>
                    <a:pt x="767785" y="5198633"/>
                  </a:lnTo>
                  <a:lnTo>
                    <a:pt x="767785" y="5198203"/>
                  </a:lnTo>
                  <a:lnTo>
                    <a:pt x="767903" y="5198203"/>
                  </a:lnTo>
                  <a:lnTo>
                    <a:pt x="768021" y="5198203"/>
                  </a:lnTo>
                  <a:lnTo>
                    <a:pt x="768021" y="5197772"/>
                  </a:lnTo>
                  <a:lnTo>
                    <a:pt x="768256" y="5197772"/>
                  </a:lnTo>
                  <a:lnTo>
                    <a:pt x="768491" y="5197772"/>
                  </a:lnTo>
                  <a:lnTo>
                    <a:pt x="768491" y="5197342"/>
                  </a:lnTo>
                  <a:lnTo>
                    <a:pt x="768491" y="5196911"/>
                  </a:lnTo>
                  <a:lnTo>
                    <a:pt x="768609" y="5196911"/>
                  </a:lnTo>
                  <a:lnTo>
                    <a:pt x="768726" y="5196911"/>
                  </a:lnTo>
                  <a:lnTo>
                    <a:pt x="768726" y="5195619"/>
                  </a:lnTo>
                  <a:lnTo>
                    <a:pt x="768726" y="5194327"/>
                  </a:lnTo>
                  <a:lnTo>
                    <a:pt x="768962" y="5193897"/>
                  </a:lnTo>
                  <a:lnTo>
                    <a:pt x="769079" y="5193897"/>
                  </a:lnTo>
                  <a:lnTo>
                    <a:pt x="769197" y="5193897"/>
                  </a:lnTo>
                  <a:lnTo>
                    <a:pt x="769785" y="5193466"/>
                  </a:lnTo>
                  <a:lnTo>
                    <a:pt x="769785" y="5193036"/>
                  </a:lnTo>
                  <a:lnTo>
                    <a:pt x="769902" y="5192605"/>
                  </a:lnTo>
                  <a:lnTo>
                    <a:pt x="770255" y="5192605"/>
                  </a:lnTo>
                  <a:lnTo>
                    <a:pt x="770491" y="5192605"/>
                  </a:lnTo>
                  <a:lnTo>
                    <a:pt x="770726" y="5191744"/>
                  </a:lnTo>
                  <a:lnTo>
                    <a:pt x="770843" y="5191744"/>
                  </a:lnTo>
                  <a:lnTo>
                    <a:pt x="771196" y="5191744"/>
                  </a:lnTo>
                  <a:lnTo>
                    <a:pt x="771314" y="5191744"/>
                  </a:lnTo>
                  <a:lnTo>
                    <a:pt x="771431" y="5191313"/>
                  </a:lnTo>
                  <a:lnTo>
                    <a:pt x="771549" y="5190883"/>
                  </a:lnTo>
                  <a:lnTo>
                    <a:pt x="772020" y="5190452"/>
                  </a:lnTo>
                  <a:lnTo>
                    <a:pt x="772490" y="5190452"/>
                  </a:lnTo>
                  <a:lnTo>
                    <a:pt x="772608" y="5190452"/>
                  </a:lnTo>
                  <a:lnTo>
                    <a:pt x="772843" y="5190452"/>
                  </a:lnTo>
                  <a:lnTo>
                    <a:pt x="772960" y="5190452"/>
                  </a:lnTo>
                  <a:lnTo>
                    <a:pt x="772960" y="5190021"/>
                  </a:lnTo>
                  <a:lnTo>
                    <a:pt x="773078" y="5190021"/>
                  </a:lnTo>
                  <a:lnTo>
                    <a:pt x="773196" y="5190021"/>
                  </a:lnTo>
                  <a:lnTo>
                    <a:pt x="773313" y="5189591"/>
                  </a:lnTo>
                  <a:lnTo>
                    <a:pt x="773431" y="5189591"/>
                  </a:lnTo>
                  <a:lnTo>
                    <a:pt x="773666" y="5189591"/>
                  </a:lnTo>
                  <a:lnTo>
                    <a:pt x="773784" y="5189591"/>
                  </a:lnTo>
                  <a:lnTo>
                    <a:pt x="773901" y="5189160"/>
                  </a:lnTo>
                  <a:lnTo>
                    <a:pt x="774019" y="5189160"/>
                  </a:lnTo>
                  <a:lnTo>
                    <a:pt x="774019" y="5188730"/>
                  </a:lnTo>
                  <a:lnTo>
                    <a:pt x="774137" y="5188730"/>
                  </a:lnTo>
                  <a:lnTo>
                    <a:pt x="774372" y="5188730"/>
                  </a:lnTo>
                  <a:lnTo>
                    <a:pt x="774489" y="5188730"/>
                  </a:lnTo>
                  <a:lnTo>
                    <a:pt x="774607" y="5188730"/>
                  </a:lnTo>
                  <a:lnTo>
                    <a:pt x="774607" y="5187868"/>
                  </a:lnTo>
                  <a:lnTo>
                    <a:pt x="774607" y="5187438"/>
                  </a:lnTo>
                  <a:lnTo>
                    <a:pt x="774725" y="5187007"/>
                  </a:lnTo>
                  <a:lnTo>
                    <a:pt x="774842" y="5187007"/>
                  </a:lnTo>
                  <a:lnTo>
                    <a:pt x="774960" y="5187007"/>
                  </a:lnTo>
                  <a:lnTo>
                    <a:pt x="775313" y="5187007"/>
                  </a:lnTo>
                  <a:lnTo>
                    <a:pt x="775430" y="5187007"/>
                  </a:lnTo>
                  <a:lnTo>
                    <a:pt x="775548" y="5187007"/>
                  </a:lnTo>
                  <a:lnTo>
                    <a:pt x="775666" y="5187007"/>
                  </a:lnTo>
                  <a:lnTo>
                    <a:pt x="775783" y="5187007"/>
                  </a:lnTo>
                  <a:lnTo>
                    <a:pt x="775901" y="5187007"/>
                  </a:lnTo>
                  <a:lnTo>
                    <a:pt x="776018" y="5187007"/>
                  </a:lnTo>
                  <a:lnTo>
                    <a:pt x="776254" y="5187007"/>
                  </a:lnTo>
                  <a:lnTo>
                    <a:pt x="776371" y="5187007"/>
                  </a:lnTo>
                  <a:lnTo>
                    <a:pt x="776371" y="5186577"/>
                  </a:lnTo>
                  <a:lnTo>
                    <a:pt x="776489" y="5186577"/>
                  </a:lnTo>
                  <a:lnTo>
                    <a:pt x="776606" y="5186577"/>
                  </a:lnTo>
                  <a:lnTo>
                    <a:pt x="776606" y="5186146"/>
                  </a:lnTo>
                  <a:lnTo>
                    <a:pt x="776724" y="5186146"/>
                  </a:lnTo>
                  <a:lnTo>
                    <a:pt x="776842" y="5186146"/>
                  </a:lnTo>
                  <a:lnTo>
                    <a:pt x="776842" y="5185715"/>
                  </a:lnTo>
                  <a:lnTo>
                    <a:pt x="777077" y="5185715"/>
                  </a:lnTo>
                  <a:lnTo>
                    <a:pt x="777195" y="5185715"/>
                  </a:lnTo>
                  <a:lnTo>
                    <a:pt x="777312" y="5185715"/>
                  </a:lnTo>
                  <a:lnTo>
                    <a:pt x="777312" y="5185285"/>
                  </a:lnTo>
                  <a:lnTo>
                    <a:pt x="777547" y="5185285"/>
                  </a:lnTo>
                  <a:lnTo>
                    <a:pt x="777783" y="5184854"/>
                  </a:lnTo>
                  <a:lnTo>
                    <a:pt x="777783" y="5184424"/>
                  </a:lnTo>
                  <a:lnTo>
                    <a:pt x="777783" y="5183993"/>
                  </a:lnTo>
                  <a:lnTo>
                    <a:pt x="777783" y="5183562"/>
                  </a:lnTo>
                  <a:lnTo>
                    <a:pt x="777783" y="5183132"/>
                  </a:lnTo>
                  <a:lnTo>
                    <a:pt x="777900" y="5183132"/>
                  </a:lnTo>
                  <a:lnTo>
                    <a:pt x="780723" y="5178395"/>
                  </a:lnTo>
                  <a:lnTo>
                    <a:pt x="780841" y="5178395"/>
                  </a:lnTo>
                  <a:lnTo>
                    <a:pt x="780958" y="5178395"/>
                  </a:lnTo>
                  <a:lnTo>
                    <a:pt x="781076" y="5178395"/>
                  </a:lnTo>
                  <a:lnTo>
                    <a:pt x="781193" y="5178395"/>
                  </a:lnTo>
                  <a:lnTo>
                    <a:pt x="781193" y="5177965"/>
                  </a:lnTo>
                  <a:lnTo>
                    <a:pt x="781311" y="5177534"/>
                  </a:lnTo>
                  <a:lnTo>
                    <a:pt x="781311" y="5177103"/>
                  </a:lnTo>
                  <a:lnTo>
                    <a:pt x="781311" y="5176673"/>
                  </a:lnTo>
                  <a:lnTo>
                    <a:pt x="781664" y="5176673"/>
                  </a:lnTo>
                  <a:lnTo>
                    <a:pt x="781664" y="5176242"/>
                  </a:lnTo>
                  <a:lnTo>
                    <a:pt x="781664" y="5175381"/>
                  </a:lnTo>
                  <a:lnTo>
                    <a:pt x="781782" y="5175381"/>
                  </a:lnTo>
                  <a:lnTo>
                    <a:pt x="781899" y="5175381"/>
                  </a:lnTo>
                  <a:lnTo>
                    <a:pt x="782017" y="5175381"/>
                  </a:lnTo>
                  <a:lnTo>
                    <a:pt x="782134" y="5175381"/>
                  </a:lnTo>
                  <a:lnTo>
                    <a:pt x="782134" y="5174950"/>
                  </a:lnTo>
                  <a:lnTo>
                    <a:pt x="782487" y="5174520"/>
                  </a:lnTo>
                  <a:lnTo>
                    <a:pt x="782605" y="5174520"/>
                  </a:lnTo>
                  <a:lnTo>
                    <a:pt x="782605" y="5174089"/>
                  </a:lnTo>
                  <a:lnTo>
                    <a:pt x="782605" y="5173659"/>
                  </a:lnTo>
                  <a:lnTo>
                    <a:pt x="782722" y="5173659"/>
                  </a:lnTo>
                  <a:lnTo>
                    <a:pt x="782840" y="5173659"/>
                  </a:lnTo>
                  <a:lnTo>
                    <a:pt x="782958" y="5173228"/>
                  </a:lnTo>
                  <a:lnTo>
                    <a:pt x="782958" y="5172797"/>
                  </a:lnTo>
                  <a:lnTo>
                    <a:pt x="783075" y="5172797"/>
                  </a:lnTo>
                  <a:lnTo>
                    <a:pt x="783075" y="5172367"/>
                  </a:lnTo>
                  <a:lnTo>
                    <a:pt x="783311" y="5172367"/>
                  </a:lnTo>
                  <a:lnTo>
                    <a:pt x="783428" y="5172367"/>
                  </a:lnTo>
                  <a:lnTo>
                    <a:pt x="783546" y="5172367"/>
                  </a:lnTo>
                  <a:lnTo>
                    <a:pt x="783546" y="5171936"/>
                  </a:lnTo>
                  <a:lnTo>
                    <a:pt x="783663" y="5171936"/>
                  </a:lnTo>
                  <a:lnTo>
                    <a:pt x="783781" y="5171936"/>
                  </a:lnTo>
                  <a:lnTo>
                    <a:pt x="784016" y="5171936"/>
                  </a:lnTo>
                  <a:lnTo>
                    <a:pt x="784134" y="5171936"/>
                  </a:lnTo>
                  <a:lnTo>
                    <a:pt x="784369" y="5171936"/>
                  </a:lnTo>
                  <a:lnTo>
                    <a:pt x="784487" y="5171936"/>
                  </a:lnTo>
                  <a:lnTo>
                    <a:pt x="784604" y="5171936"/>
                  </a:lnTo>
                  <a:lnTo>
                    <a:pt x="784722" y="5171936"/>
                  </a:lnTo>
                  <a:lnTo>
                    <a:pt x="785075" y="5171936"/>
                  </a:lnTo>
                  <a:lnTo>
                    <a:pt x="785192" y="5171936"/>
                  </a:lnTo>
                  <a:lnTo>
                    <a:pt x="785310" y="5171936"/>
                  </a:lnTo>
                  <a:lnTo>
                    <a:pt x="785428" y="5171936"/>
                  </a:lnTo>
                  <a:lnTo>
                    <a:pt x="785545" y="5171936"/>
                  </a:lnTo>
                  <a:lnTo>
                    <a:pt x="785663" y="5171936"/>
                  </a:lnTo>
                  <a:lnTo>
                    <a:pt x="785898" y="5171936"/>
                  </a:lnTo>
                  <a:lnTo>
                    <a:pt x="785898" y="5171506"/>
                  </a:lnTo>
                  <a:lnTo>
                    <a:pt x="786016" y="5171075"/>
                  </a:lnTo>
                  <a:lnTo>
                    <a:pt x="786133" y="5171075"/>
                  </a:lnTo>
                  <a:lnTo>
                    <a:pt x="786251" y="5171075"/>
                  </a:lnTo>
                  <a:lnTo>
                    <a:pt x="786368" y="5171075"/>
                  </a:lnTo>
                  <a:lnTo>
                    <a:pt x="786486" y="5171075"/>
                  </a:lnTo>
                  <a:lnTo>
                    <a:pt x="786604" y="5170214"/>
                  </a:lnTo>
                  <a:lnTo>
                    <a:pt x="786839" y="5169783"/>
                  </a:lnTo>
                  <a:lnTo>
                    <a:pt x="786957" y="5169783"/>
                  </a:lnTo>
                  <a:lnTo>
                    <a:pt x="787074" y="5169783"/>
                  </a:lnTo>
                  <a:lnTo>
                    <a:pt x="787309" y="5169783"/>
                  </a:lnTo>
                  <a:lnTo>
                    <a:pt x="787427" y="5169783"/>
                  </a:lnTo>
                  <a:lnTo>
                    <a:pt x="787545" y="5169783"/>
                  </a:lnTo>
                  <a:lnTo>
                    <a:pt x="787545" y="5169353"/>
                  </a:lnTo>
                  <a:lnTo>
                    <a:pt x="787780" y="5169353"/>
                  </a:lnTo>
                  <a:lnTo>
                    <a:pt x="787897" y="5169353"/>
                  </a:lnTo>
                  <a:lnTo>
                    <a:pt x="788133" y="5169353"/>
                  </a:lnTo>
                  <a:lnTo>
                    <a:pt x="788250" y="5169353"/>
                  </a:lnTo>
                  <a:lnTo>
                    <a:pt x="788486" y="5169353"/>
                  </a:lnTo>
                  <a:lnTo>
                    <a:pt x="788603" y="5169353"/>
                  </a:lnTo>
                  <a:lnTo>
                    <a:pt x="788603" y="5168491"/>
                  </a:lnTo>
                  <a:lnTo>
                    <a:pt x="788721" y="5168491"/>
                  </a:lnTo>
                  <a:lnTo>
                    <a:pt x="788838" y="5168491"/>
                  </a:lnTo>
                  <a:lnTo>
                    <a:pt x="789074" y="5168491"/>
                  </a:lnTo>
                  <a:lnTo>
                    <a:pt x="789309" y="5168491"/>
                  </a:lnTo>
                  <a:lnTo>
                    <a:pt x="789544" y="5168491"/>
                  </a:lnTo>
                  <a:lnTo>
                    <a:pt x="789544" y="5168061"/>
                  </a:lnTo>
                  <a:lnTo>
                    <a:pt x="789662" y="5168061"/>
                  </a:lnTo>
                  <a:lnTo>
                    <a:pt x="789662" y="5167630"/>
                  </a:lnTo>
                  <a:lnTo>
                    <a:pt x="789897" y="5167630"/>
                  </a:lnTo>
                  <a:lnTo>
                    <a:pt x="790132" y="5167630"/>
                  </a:lnTo>
                  <a:lnTo>
                    <a:pt x="790367" y="5167630"/>
                  </a:lnTo>
                  <a:lnTo>
                    <a:pt x="790603" y="5167630"/>
                  </a:lnTo>
                  <a:lnTo>
                    <a:pt x="790720" y="5167630"/>
                  </a:lnTo>
                  <a:lnTo>
                    <a:pt x="790838" y="5167630"/>
                  </a:lnTo>
                  <a:lnTo>
                    <a:pt x="790955" y="5167630"/>
                  </a:lnTo>
                  <a:lnTo>
                    <a:pt x="791073" y="5167630"/>
                  </a:lnTo>
                  <a:lnTo>
                    <a:pt x="791191" y="5167630"/>
                  </a:lnTo>
                  <a:lnTo>
                    <a:pt x="791308" y="5167630"/>
                  </a:lnTo>
                  <a:lnTo>
                    <a:pt x="791544" y="5167200"/>
                  </a:lnTo>
                  <a:lnTo>
                    <a:pt x="791661" y="5167200"/>
                  </a:lnTo>
                  <a:lnTo>
                    <a:pt x="791779" y="5167200"/>
                  </a:lnTo>
                  <a:lnTo>
                    <a:pt x="791896" y="5167200"/>
                  </a:lnTo>
                  <a:lnTo>
                    <a:pt x="791896" y="5166769"/>
                  </a:lnTo>
                  <a:lnTo>
                    <a:pt x="792014" y="5166769"/>
                  </a:lnTo>
                  <a:lnTo>
                    <a:pt x="792132" y="5166769"/>
                  </a:lnTo>
                  <a:lnTo>
                    <a:pt x="792249" y="5166769"/>
                  </a:lnTo>
                  <a:lnTo>
                    <a:pt x="792249" y="5166338"/>
                  </a:lnTo>
                  <a:lnTo>
                    <a:pt x="792367" y="5166338"/>
                  </a:lnTo>
                  <a:lnTo>
                    <a:pt x="792484" y="5166338"/>
                  </a:lnTo>
                  <a:lnTo>
                    <a:pt x="792720" y="5165477"/>
                  </a:lnTo>
                  <a:lnTo>
                    <a:pt x="792720" y="5165047"/>
                  </a:lnTo>
                  <a:lnTo>
                    <a:pt x="792720" y="5164616"/>
                  </a:lnTo>
                  <a:lnTo>
                    <a:pt x="793072" y="5164616"/>
                  </a:lnTo>
                  <a:lnTo>
                    <a:pt x="793308" y="5164616"/>
                  </a:lnTo>
                  <a:lnTo>
                    <a:pt x="793308" y="5164185"/>
                  </a:lnTo>
                  <a:lnTo>
                    <a:pt x="793543" y="5163755"/>
                  </a:lnTo>
                  <a:lnTo>
                    <a:pt x="793896" y="5162894"/>
                  </a:lnTo>
                  <a:lnTo>
                    <a:pt x="793896" y="5162463"/>
                  </a:lnTo>
                  <a:lnTo>
                    <a:pt x="794131" y="5162463"/>
                  </a:lnTo>
                  <a:lnTo>
                    <a:pt x="794249" y="5162463"/>
                  </a:lnTo>
                  <a:lnTo>
                    <a:pt x="794366" y="5162463"/>
                  </a:lnTo>
                  <a:lnTo>
                    <a:pt x="794484" y="5162463"/>
                  </a:lnTo>
                  <a:lnTo>
                    <a:pt x="794601" y="5162032"/>
                  </a:lnTo>
                  <a:lnTo>
                    <a:pt x="794601" y="5161602"/>
                  </a:lnTo>
                  <a:lnTo>
                    <a:pt x="794837" y="5161171"/>
                  </a:lnTo>
                  <a:lnTo>
                    <a:pt x="794954" y="5161171"/>
                  </a:lnTo>
                  <a:lnTo>
                    <a:pt x="795072" y="5161171"/>
                  </a:lnTo>
                  <a:lnTo>
                    <a:pt x="795072" y="5160741"/>
                  </a:lnTo>
                  <a:lnTo>
                    <a:pt x="795190" y="5160310"/>
                  </a:lnTo>
                  <a:lnTo>
                    <a:pt x="795307" y="5159879"/>
                  </a:lnTo>
                  <a:lnTo>
                    <a:pt x="795542" y="5159449"/>
                  </a:lnTo>
                  <a:lnTo>
                    <a:pt x="795542" y="5158588"/>
                  </a:lnTo>
                  <a:lnTo>
                    <a:pt x="795778" y="5158157"/>
                  </a:lnTo>
                  <a:lnTo>
                    <a:pt x="796013" y="5157726"/>
                  </a:lnTo>
                  <a:lnTo>
                    <a:pt x="796248" y="5157726"/>
                  </a:lnTo>
                  <a:lnTo>
                    <a:pt x="796366" y="5157726"/>
                  </a:lnTo>
                  <a:lnTo>
                    <a:pt x="796483" y="5157726"/>
                  </a:lnTo>
                  <a:lnTo>
                    <a:pt x="796601" y="5157726"/>
                  </a:lnTo>
                  <a:lnTo>
                    <a:pt x="796719" y="5157296"/>
                  </a:lnTo>
                  <a:lnTo>
                    <a:pt x="796836" y="5156865"/>
                  </a:lnTo>
                  <a:lnTo>
                    <a:pt x="797189" y="5156865"/>
                  </a:lnTo>
                  <a:lnTo>
                    <a:pt x="797307" y="5156865"/>
                  </a:lnTo>
                  <a:lnTo>
                    <a:pt x="797542" y="5156865"/>
                  </a:lnTo>
                  <a:lnTo>
                    <a:pt x="797659" y="5156865"/>
                  </a:lnTo>
                  <a:lnTo>
                    <a:pt x="797895" y="5156004"/>
                  </a:lnTo>
                  <a:lnTo>
                    <a:pt x="798130" y="5155573"/>
                  </a:lnTo>
                  <a:lnTo>
                    <a:pt x="798248" y="5155573"/>
                  </a:lnTo>
                  <a:lnTo>
                    <a:pt x="798365" y="5155573"/>
                  </a:lnTo>
                  <a:lnTo>
                    <a:pt x="798483" y="5155573"/>
                  </a:lnTo>
                  <a:lnTo>
                    <a:pt x="798600" y="5155573"/>
                  </a:lnTo>
                  <a:lnTo>
                    <a:pt x="798718" y="5155573"/>
                  </a:lnTo>
                  <a:lnTo>
                    <a:pt x="798718" y="5155143"/>
                  </a:lnTo>
                  <a:lnTo>
                    <a:pt x="798718" y="5154712"/>
                  </a:lnTo>
                  <a:lnTo>
                    <a:pt x="798953" y="5154712"/>
                  </a:lnTo>
                  <a:lnTo>
                    <a:pt x="799071" y="5154712"/>
                  </a:lnTo>
                  <a:lnTo>
                    <a:pt x="799188" y="5154712"/>
                  </a:lnTo>
                  <a:lnTo>
                    <a:pt x="799188" y="5154282"/>
                  </a:lnTo>
                  <a:lnTo>
                    <a:pt x="799306" y="5154282"/>
                  </a:lnTo>
                  <a:lnTo>
                    <a:pt x="799541" y="5154282"/>
                  </a:lnTo>
                  <a:lnTo>
                    <a:pt x="799777" y="5154282"/>
                  </a:lnTo>
                  <a:lnTo>
                    <a:pt x="799894" y="5153851"/>
                  </a:lnTo>
                  <a:lnTo>
                    <a:pt x="800012" y="5153851"/>
                  </a:lnTo>
                  <a:lnTo>
                    <a:pt x="800012" y="5153420"/>
                  </a:lnTo>
                  <a:lnTo>
                    <a:pt x="800012" y="5152990"/>
                  </a:lnTo>
                  <a:lnTo>
                    <a:pt x="800129" y="5152559"/>
                  </a:lnTo>
                  <a:lnTo>
                    <a:pt x="800247" y="5152129"/>
                  </a:lnTo>
                  <a:lnTo>
                    <a:pt x="800247" y="5151267"/>
                  </a:lnTo>
                  <a:lnTo>
                    <a:pt x="800365" y="5151267"/>
                  </a:lnTo>
                  <a:lnTo>
                    <a:pt x="800482" y="5150837"/>
                  </a:lnTo>
                  <a:lnTo>
                    <a:pt x="800600" y="5150837"/>
                  </a:lnTo>
                  <a:lnTo>
                    <a:pt x="800717" y="5150837"/>
                  </a:lnTo>
                  <a:lnTo>
                    <a:pt x="800953" y="5150837"/>
                  </a:lnTo>
                  <a:lnTo>
                    <a:pt x="801070" y="5150837"/>
                  </a:lnTo>
                  <a:lnTo>
                    <a:pt x="801188" y="5150837"/>
                  </a:lnTo>
                  <a:lnTo>
                    <a:pt x="801423" y="5150837"/>
                  </a:lnTo>
                  <a:lnTo>
                    <a:pt x="801658" y="5150837"/>
                  </a:lnTo>
                  <a:lnTo>
                    <a:pt x="801658" y="5150406"/>
                  </a:lnTo>
                  <a:lnTo>
                    <a:pt x="801776" y="5150406"/>
                  </a:lnTo>
                  <a:lnTo>
                    <a:pt x="802011" y="5149545"/>
                  </a:lnTo>
                  <a:lnTo>
                    <a:pt x="802129" y="5149545"/>
                  </a:lnTo>
                  <a:lnTo>
                    <a:pt x="802246" y="5149545"/>
                  </a:lnTo>
                  <a:lnTo>
                    <a:pt x="802246" y="5149114"/>
                  </a:lnTo>
                  <a:lnTo>
                    <a:pt x="802364" y="5149114"/>
                  </a:lnTo>
                  <a:lnTo>
                    <a:pt x="802482" y="5149114"/>
                  </a:lnTo>
                  <a:lnTo>
                    <a:pt x="802599" y="5149114"/>
                  </a:lnTo>
                  <a:lnTo>
                    <a:pt x="802599" y="5148684"/>
                  </a:lnTo>
                  <a:lnTo>
                    <a:pt x="802834" y="5148684"/>
                  </a:lnTo>
                  <a:lnTo>
                    <a:pt x="802834" y="5148253"/>
                  </a:lnTo>
                  <a:lnTo>
                    <a:pt x="802952" y="5148253"/>
                  </a:lnTo>
                  <a:lnTo>
                    <a:pt x="803187" y="5148253"/>
                  </a:lnTo>
                  <a:lnTo>
                    <a:pt x="803305" y="5147823"/>
                  </a:lnTo>
                  <a:lnTo>
                    <a:pt x="803423" y="5147392"/>
                  </a:lnTo>
                  <a:lnTo>
                    <a:pt x="803423" y="5146961"/>
                  </a:lnTo>
                  <a:lnTo>
                    <a:pt x="803658" y="5146961"/>
                  </a:lnTo>
                  <a:lnTo>
                    <a:pt x="804011" y="5146531"/>
                  </a:lnTo>
                  <a:lnTo>
                    <a:pt x="804128" y="5146100"/>
                  </a:lnTo>
                  <a:lnTo>
                    <a:pt x="804128" y="5145670"/>
                  </a:lnTo>
                  <a:lnTo>
                    <a:pt x="804246" y="5145670"/>
                  </a:lnTo>
                  <a:lnTo>
                    <a:pt x="804481" y="5145670"/>
                  </a:lnTo>
                  <a:lnTo>
                    <a:pt x="804716" y="5145670"/>
                  </a:lnTo>
                  <a:lnTo>
                    <a:pt x="804834" y="5145670"/>
                  </a:lnTo>
                  <a:lnTo>
                    <a:pt x="804834" y="5145239"/>
                  </a:lnTo>
                  <a:lnTo>
                    <a:pt x="804952" y="5145239"/>
                  </a:lnTo>
                  <a:lnTo>
                    <a:pt x="805069" y="5145239"/>
                  </a:lnTo>
                  <a:lnTo>
                    <a:pt x="805187" y="5145239"/>
                  </a:lnTo>
                  <a:lnTo>
                    <a:pt x="805187" y="5144808"/>
                  </a:lnTo>
                  <a:lnTo>
                    <a:pt x="805422" y="5144378"/>
                  </a:lnTo>
                  <a:lnTo>
                    <a:pt x="805540" y="5144378"/>
                  </a:lnTo>
                  <a:lnTo>
                    <a:pt x="805775" y="5144378"/>
                  </a:lnTo>
                  <a:lnTo>
                    <a:pt x="806010" y="5143947"/>
                  </a:lnTo>
                  <a:lnTo>
                    <a:pt x="806010" y="5143517"/>
                  </a:lnTo>
                  <a:lnTo>
                    <a:pt x="806128" y="5143517"/>
                  </a:lnTo>
                  <a:lnTo>
                    <a:pt x="806245" y="5143517"/>
                  </a:lnTo>
                  <a:lnTo>
                    <a:pt x="806363" y="5143517"/>
                  </a:lnTo>
                  <a:lnTo>
                    <a:pt x="806363" y="5143086"/>
                  </a:lnTo>
                  <a:lnTo>
                    <a:pt x="806363" y="5142655"/>
                  </a:lnTo>
                  <a:lnTo>
                    <a:pt x="806481" y="5142655"/>
                  </a:lnTo>
                  <a:lnTo>
                    <a:pt x="806716" y="5142225"/>
                  </a:lnTo>
                  <a:lnTo>
                    <a:pt x="806716" y="5141794"/>
                  </a:lnTo>
                  <a:lnTo>
                    <a:pt x="807069" y="5141794"/>
                  </a:lnTo>
                  <a:lnTo>
                    <a:pt x="807186" y="5141794"/>
                  </a:lnTo>
                  <a:lnTo>
                    <a:pt x="807304" y="5141794"/>
                  </a:lnTo>
                  <a:lnTo>
                    <a:pt x="807421" y="5141794"/>
                  </a:lnTo>
                  <a:lnTo>
                    <a:pt x="807539" y="5141794"/>
                  </a:lnTo>
                  <a:lnTo>
                    <a:pt x="807774" y="5141794"/>
                  </a:lnTo>
                  <a:lnTo>
                    <a:pt x="807892" y="5141794"/>
                  </a:lnTo>
                  <a:lnTo>
                    <a:pt x="807892" y="5141364"/>
                  </a:lnTo>
                  <a:lnTo>
                    <a:pt x="808480" y="5140933"/>
                  </a:lnTo>
                  <a:lnTo>
                    <a:pt x="808480" y="5140502"/>
                  </a:lnTo>
                  <a:lnTo>
                    <a:pt x="808598" y="5140502"/>
                  </a:lnTo>
                  <a:lnTo>
                    <a:pt x="808833" y="5140502"/>
                  </a:lnTo>
                  <a:lnTo>
                    <a:pt x="808833" y="5140072"/>
                  </a:lnTo>
                  <a:lnTo>
                    <a:pt x="808950" y="5140072"/>
                  </a:lnTo>
                  <a:lnTo>
                    <a:pt x="808950" y="5139641"/>
                  </a:lnTo>
                  <a:lnTo>
                    <a:pt x="809068" y="5139641"/>
                  </a:lnTo>
                  <a:lnTo>
                    <a:pt x="809186" y="5139641"/>
                  </a:lnTo>
                  <a:lnTo>
                    <a:pt x="809303" y="5139641"/>
                  </a:lnTo>
                  <a:lnTo>
                    <a:pt x="809421" y="5139641"/>
                  </a:lnTo>
                  <a:lnTo>
                    <a:pt x="809538" y="5139641"/>
                  </a:lnTo>
                  <a:lnTo>
                    <a:pt x="809656" y="5139641"/>
                  </a:lnTo>
                  <a:lnTo>
                    <a:pt x="809774" y="5139211"/>
                  </a:lnTo>
                  <a:lnTo>
                    <a:pt x="809891" y="5138349"/>
                  </a:lnTo>
                  <a:lnTo>
                    <a:pt x="810009" y="5138349"/>
                  </a:lnTo>
                  <a:lnTo>
                    <a:pt x="810127" y="5138349"/>
                  </a:lnTo>
                  <a:lnTo>
                    <a:pt x="810127" y="5137919"/>
                  </a:lnTo>
                  <a:lnTo>
                    <a:pt x="810244" y="5137919"/>
                  </a:lnTo>
                  <a:lnTo>
                    <a:pt x="810362" y="5137488"/>
                  </a:lnTo>
                  <a:lnTo>
                    <a:pt x="810479" y="5137488"/>
                  </a:lnTo>
                  <a:lnTo>
                    <a:pt x="810597" y="5137488"/>
                  </a:lnTo>
                  <a:lnTo>
                    <a:pt x="810715" y="5137488"/>
                  </a:lnTo>
                  <a:lnTo>
                    <a:pt x="810832" y="5137488"/>
                  </a:lnTo>
                  <a:lnTo>
                    <a:pt x="810950" y="5137488"/>
                  </a:lnTo>
                  <a:lnTo>
                    <a:pt x="811067" y="5137488"/>
                  </a:lnTo>
                  <a:lnTo>
                    <a:pt x="811067" y="5137058"/>
                  </a:lnTo>
                  <a:lnTo>
                    <a:pt x="811420" y="5136627"/>
                  </a:lnTo>
                  <a:lnTo>
                    <a:pt x="811538" y="5136627"/>
                  </a:lnTo>
                  <a:lnTo>
                    <a:pt x="811656" y="5136627"/>
                  </a:lnTo>
                  <a:lnTo>
                    <a:pt x="811656" y="5135335"/>
                  </a:lnTo>
                  <a:lnTo>
                    <a:pt x="812008" y="5134905"/>
                  </a:lnTo>
                  <a:lnTo>
                    <a:pt x="812126" y="5134905"/>
                  </a:lnTo>
                  <a:lnTo>
                    <a:pt x="812244" y="5134905"/>
                  </a:lnTo>
                  <a:lnTo>
                    <a:pt x="812361" y="5134905"/>
                  </a:lnTo>
                  <a:lnTo>
                    <a:pt x="812596" y="5134905"/>
                  </a:lnTo>
                  <a:lnTo>
                    <a:pt x="812714" y="5134474"/>
                  </a:lnTo>
                  <a:lnTo>
                    <a:pt x="812832" y="5134043"/>
                  </a:lnTo>
                  <a:lnTo>
                    <a:pt x="812832" y="5133613"/>
                  </a:lnTo>
                  <a:lnTo>
                    <a:pt x="812949" y="5133613"/>
                  </a:lnTo>
                  <a:lnTo>
                    <a:pt x="813067" y="5132752"/>
                  </a:lnTo>
                  <a:lnTo>
                    <a:pt x="813302" y="5132752"/>
                  </a:lnTo>
                  <a:lnTo>
                    <a:pt x="813420" y="5132752"/>
                  </a:lnTo>
                  <a:lnTo>
                    <a:pt x="813537" y="5132752"/>
                  </a:lnTo>
                  <a:lnTo>
                    <a:pt x="813655" y="5132752"/>
                  </a:lnTo>
                  <a:lnTo>
                    <a:pt x="813773" y="5132752"/>
                  </a:lnTo>
                  <a:lnTo>
                    <a:pt x="813890" y="5132752"/>
                  </a:lnTo>
                  <a:lnTo>
                    <a:pt x="814243" y="5131890"/>
                  </a:lnTo>
                  <a:lnTo>
                    <a:pt x="814361" y="5131460"/>
                  </a:lnTo>
                  <a:lnTo>
                    <a:pt x="814361" y="5131029"/>
                  </a:lnTo>
                  <a:lnTo>
                    <a:pt x="814478" y="5131029"/>
                  </a:lnTo>
                  <a:lnTo>
                    <a:pt x="814596" y="5131029"/>
                  </a:lnTo>
                  <a:lnTo>
                    <a:pt x="814831" y="5131029"/>
                  </a:lnTo>
                  <a:lnTo>
                    <a:pt x="814949" y="5130599"/>
                  </a:lnTo>
                  <a:lnTo>
                    <a:pt x="814949" y="5130168"/>
                  </a:lnTo>
                  <a:lnTo>
                    <a:pt x="815066" y="5130168"/>
                  </a:lnTo>
                  <a:lnTo>
                    <a:pt x="815302" y="5130168"/>
                  </a:lnTo>
                  <a:lnTo>
                    <a:pt x="815890" y="5129737"/>
                  </a:lnTo>
                  <a:lnTo>
                    <a:pt x="815890" y="5128876"/>
                  </a:lnTo>
                  <a:lnTo>
                    <a:pt x="816007" y="5128876"/>
                  </a:lnTo>
                  <a:lnTo>
                    <a:pt x="816007" y="5128446"/>
                  </a:lnTo>
                  <a:lnTo>
                    <a:pt x="816360" y="5128446"/>
                  </a:lnTo>
                  <a:lnTo>
                    <a:pt x="816478" y="5128446"/>
                  </a:lnTo>
                  <a:lnTo>
                    <a:pt x="816713" y="5128446"/>
                  </a:lnTo>
                  <a:lnTo>
                    <a:pt x="816831" y="5128446"/>
                  </a:lnTo>
                  <a:lnTo>
                    <a:pt x="816831" y="5128015"/>
                  </a:lnTo>
                  <a:lnTo>
                    <a:pt x="816948" y="5128015"/>
                  </a:lnTo>
                  <a:lnTo>
                    <a:pt x="817183" y="5128015"/>
                  </a:lnTo>
                  <a:lnTo>
                    <a:pt x="817419" y="5128015"/>
                  </a:lnTo>
                  <a:lnTo>
                    <a:pt x="817654" y="5128015"/>
                  </a:lnTo>
                  <a:lnTo>
                    <a:pt x="817654" y="5127584"/>
                  </a:lnTo>
                  <a:lnTo>
                    <a:pt x="817654" y="5127154"/>
                  </a:lnTo>
                  <a:lnTo>
                    <a:pt x="817889" y="5127154"/>
                  </a:lnTo>
                  <a:lnTo>
                    <a:pt x="818007" y="5126723"/>
                  </a:lnTo>
                  <a:lnTo>
                    <a:pt x="818007" y="5126293"/>
                  </a:lnTo>
                  <a:lnTo>
                    <a:pt x="818124" y="5126293"/>
                  </a:lnTo>
                  <a:lnTo>
                    <a:pt x="818124" y="5125431"/>
                  </a:lnTo>
                  <a:lnTo>
                    <a:pt x="818124" y="5125001"/>
                  </a:lnTo>
                  <a:lnTo>
                    <a:pt x="818242" y="5125001"/>
                  </a:lnTo>
                  <a:lnTo>
                    <a:pt x="818242" y="5124570"/>
                  </a:lnTo>
                  <a:lnTo>
                    <a:pt x="818242" y="5124140"/>
                  </a:lnTo>
                  <a:lnTo>
                    <a:pt x="818595" y="5124140"/>
                  </a:lnTo>
                  <a:lnTo>
                    <a:pt x="818830" y="5124140"/>
                  </a:lnTo>
                  <a:lnTo>
                    <a:pt x="818948" y="5123709"/>
                  </a:lnTo>
                  <a:lnTo>
                    <a:pt x="818948" y="5123278"/>
                  </a:lnTo>
                  <a:lnTo>
                    <a:pt x="819065" y="5123278"/>
                  </a:lnTo>
                  <a:lnTo>
                    <a:pt x="819065" y="5122848"/>
                  </a:lnTo>
                  <a:lnTo>
                    <a:pt x="819065" y="5122417"/>
                  </a:lnTo>
                  <a:lnTo>
                    <a:pt x="819300" y="5122417"/>
                  </a:lnTo>
                  <a:lnTo>
                    <a:pt x="819300" y="5121987"/>
                  </a:lnTo>
                  <a:lnTo>
                    <a:pt x="819418" y="5121556"/>
                  </a:lnTo>
                  <a:lnTo>
                    <a:pt x="819536" y="5121556"/>
                  </a:lnTo>
                  <a:lnTo>
                    <a:pt x="819653" y="5121556"/>
                  </a:lnTo>
                  <a:lnTo>
                    <a:pt x="819653" y="5121125"/>
                  </a:lnTo>
                  <a:lnTo>
                    <a:pt x="819771" y="5120695"/>
                  </a:lnTo>
                  <a:lnTo>
                    <a:pt x="819889" y="5120695"/>
                  </a:lnTo>
                  <a:lnTo>
                    <a:pt x="820124" y="5120695"/>
                  </a:lnTo>
                  <a:lnTo>
                    <a:pt x="820241" y="5120695"/>
                  </a:lnTo>
                  <a:lnTo>
                    <a:pt x="820359" y="5120695"/>
                  </a:lnTo>
                  <a:lnTo>
                    <a:pt x="820594" y="5120695"/>
                  </a:lnTo>
                  <a:lnTo>
                    <a:pt x="820712" y="5120695"/>
                  </a:lnTo>
                  <a:lnTo>
                    <a:pt x="820829" y="5120695"/>
                  </a:lnTo>
                  <a:lnTo>
                    <a:pt x="820947" y="5120695"/>
                  </a:lnTo>
                  <a:lnTo>
                    <a:pt x="821182" y="5120695"/>
                  </a:lnTo>
                  <a:lnTo>
                    <a:pt x="821300" y="5120695"/>
                  </a:lnTo>
                  <a:lnTo>
                    <a:pt x="821418" y="5120695"/>
                  </a:lnTo>
                  <a:lnTo>
                    <a:pt x="821535" y="5120695"/>
                  </a:lnTo>
                  <a:lnTo>
                    <a:pt x="821653" y="5120695"/>
                  </a:lnTo>
                  <a:lnTo>
                    <a:pt x="821770" y="5120264"/>
                  </a:lnTo>
                  <a:lnTo>
                    <a:pt x="821888" y="5120264"/>
                  </a:lnTo>
                  <a:lnTo>
                    <a:pt x="822006" y="5120264"/>
                  </a:lnTo>
                  <a:lnTo>
                    <a:pt x="822123" y="5119834"/>
                  </a:lnTo>
                  <a:lnTo>
                    <a:pt x="822476" y="5118542"/>
                  </a:lnTo>
                  <a:lnTo>
                    <a:pt x="822594" y="5118542"/>
                  </a:lnTo>
                  <a:lnTo>
                    <a:pt x="822594" y="5117681"/>
                  </a:lnTo>
                  <a:lnTo>
                    <a:pt x="822711" y="5117681"/>
                  </a:lnTo>
                  <a:lnTo>
                    <a:pt x="822711" y="5116819"/>
                  </a:lnTo>
                  <a:lnTo>
                    <a:pt x="822829" y="5116819"/>
                  </a:lnTo>
                  <a:lnTo>
                    <a:pt x="822947" y="5116819"/>
                  </a:lnTo>
                  <a:lnTo>
                    <a:pt x="822947" y="5116389"/>
                  </a:lnTo>
                  <a:lnTo>
                    <a:pt x="823064" y="5116389"/>
                  </a:lnTo>
                  <a:lnTo>
                    <a:pt x="823182" y="5115958"/>
                  </a:lnTo>
                  <a:lnTo>
                    <a:pt x="823417" y="5115528"/>
                  </a:lnTo>
                  <a:lnTo>
                    <a:pt x="823417" y="5115097"/>
                  </a:lnTo>
                  <a:lnTo>
                    <a:pt x="823417" y="5114666"/>
                  </a:lnTo>
                  <a:lnTo>
                    <a:pt x="823417" y="5113805"/>
                  </a:lnTo>
                  <a:lnTo>
                    <a:pt x="823535" y="5113805"/>
                  </a:lnTo>
                  <a:lnTo>
                    <a:pt x="823652" y="5113375"/>
                  </a:lnTo>
                  <a:lnTo>
                    <a:pt x="823652" y="5112944"/>
                  </a:lnTo>
                  <a:lnTo>
                    <a:pt x="823770" y="5112944"/>
                  </a:lnTo>
                  <a:lnTo>
                    <a:pt x="824240" y="5112083"/>
                  </a:lnTo>
                  <a:lnTo>
                    <a:pt x="824240" y="5111652"/>
                  </a:lnTo>
                  <a:lnTo>
                    <a:pt x="824358" y="5111652"/>
                  </a:lnTo>
                  <a:lnTo>
                    <a:pt x="824475" y="5111222"/>
                  </a:lnTo>
                  <a:lnTo>
                    <a:pt x="824593" y="5111222"/>
                  </a:lnTo>
                  <a:lnTo>
                    <a:pt x="824828" y="5111222"/>
                  </a:lnTo>
                  <a:lnTo>
                    <a:pt x="825064" y="5111222"/>
                  </a:lnTo>
                  <a:lnTo>
                    <a:pt x="825299" y="5111222"/>
                  </a:lnTo>
                  <a:lnTo>
                    <a:pt x="825299" y="5110791"/>
                  </a:lnTo>
                  <a:lnTo>
                    <a:pt x="825652" y="5110791"/>
                  </a:lnTo>
                  <a:lnTo>
                    <a:pt x="825652" y="5110360"/>
                  </a:lnTo>
                  <a:lnTo>
                    <a:pt x="825769" y="5110360"/>
                  </a:lnTo>
                  <a:lnTo>
                    <a:pt x="825887" y="5110360"/>
                  </a:lnTo>
                  <a:lnTo>
                    <a:pt x="826004" y="5110360"/>
                  </a:lnTo>
                  <a:lnTo>
                    <a:pt x="826004" y="5109930"/>
                  </a:lnTo>
                  <a:lnTo>
                    <a:pt x="826122" y="5109930"/>
                  </a:lnTo>
                  <a:lnTo>
                    <a:pt x="826240" y="5109499"/>
                  </a:lnTo>
                  <a:lnTo>
                    <a:pt x="826357" y="5109069"/>
                  </a:lnTo>
                  <a:lnTo>
                    <a:pt x="826475" y="5109069"/>
                  </a:lnTo>
                  <a:lnTo>
                    <a:pt x="826593" y="5108638"/>
                  </a:lnTo>
                  <a:lnTo>
                    <a:pt x="826828" y="5108638"/>
                  </a:lnTo>
                  <a:lnTo>
                    <a:pt x="827063" y="5108638"/>
                  </a:lnTo>
                  <a:lnTo>
                    <a:pt x="827063" y="5107777"/>
                  </a:lnTo>
                  <a:lnTo>
                    <a:pt x="827181" y="5107777"/>
                  </a:lnTo>
                  <a:lnTo>
                    <a:pt x="827298" y="5107777"/>
                  </a:lnTo>
                  <a:lnTo>
                    <a:pt x="827533" y="5107777"/>
                  </a:lnTo>
                  <a:lnTo>
                    <a:pt x="827533" y="5107346"/>
                  </a:lnTo>
                  <a:lnTo>
                    <a:pt x="827533" y="5106916"/>
                  </a:lnTo>
                  <a:lnTo>
                    <a:pt x="827651" y="5105624"/>
                  </a:lnTo>
                  <a:lnTo>
                    <a:pt x="827651" y="5105193"/>
                  </a:lnTo>
                  <a:lnTo>
                    <a:pt x="828004" y="5104332"/>
                  </a:lnTo>
                  <a:lnTo>
                    <a:pt x="828122" y="5104332"/>
                  </a:lnTo>
                  <a:lnTo>
                    <a:pt x="828122" y="5103901"/>
                  </a:lnTo>
                  <a:lnTo>
                    <a:pt x="828239" y="5103901"/>
                  </a:lnTo>
                  <a:lnTo>
                    <a:pt x="828357" y="5103901"/>
                  </a:lnTo>
                  <a:lnTo>
                    <a:pt x="828592" y="5103901"/>
                  </a:lnTo>
                  <a:lnTo>
                    <a:pt x="828592" y="5103040"/>
                  </a:lnTo>
                  <a:lnTo>
                    <a:pt x="828827" y="5103040"/>
                  </a:lnTo>
                  <a:lnTo>
                    <a:pt x="829062" y="5103040"/>
                  </a:lnTo>
                  <a:lnTo>
                    <a:pt x="829062" y="5102610"/>
                  </a:lnTo>
                  <a:lnTo>
                    <a:pt x="829062" y="5101748"/>
                  </a:lnTo>
                  <a:lnTo>
                    <a:pt x="829180" y="5101748"/>
                  </a:lnTo>
                  <a:lnTo>
                    <a:pt x="829298" y="5101748"/>
                  </a:lnTo>
                  <a:lnTo>
                    <a:pt x="829415" y="5101748"/>
                  </a:lnTo>
                  <a:lnTo>
                    <a:pt x="829651" y="5101318"/>
                  </a:lnTo>
                  <a:lnTo>
                    <a:pt x="829886" y="5101318"/>
                  </a:lnTo>
                  <a:lnTo>
                    <a:pt x="830003" y="5101318"/>
                  </a:lnTo>
                  <a:lnTo>
                    <a:pt x="830121" y="5101318"/>
                  </a:lnTo>
                  <a:lnTo>
                    <a:pt x="830239" y="5101318"/>
                  </a:lnTo>
                  <a:lnTo>
                    <a:pt x="830356" y="5100887"/>
                  </a:lnTo>
                  <a:lnTo>
                    <a:pt x="830474" y="5100887"/>
                  </a:lnTo>
                  <a:lnTo>
                    <a:pt x="830591" y="5100887"/>
                  </a:lnTo>
                  <a:lnTo>
                    <a:pt x="830709" y="5100887"/>
                  </a:lnTo>
                  <a:lnTo>
                    <a:pt x="830709" y="5100457"/>
                  </a:lnTo>
                  <a:lnTo>
                    <a:pt x="830709" y="5100026"/>
                  </a:lnTo>
                  <a:lnTo>
                    <a:pt x="830827" y="5099595"/>
                  </a:lnTo>
                  <a:lnTo>
                    <a:pt x="830944" y="5099595"/>
                  </a:lnTo>
                  <a:lnTo>
                    <a:pt x="831062" y="5099595"/>
                  </a:lnTo>
                  <a:lnTo>
                    <a:pt x="831180" y="5099595"/>
                  </a:lnTo>
                  <a:lnTo>
                    <a:pt x="831297" y="5099595"/>
                  </a:lnTo>
                  <a:lnTo>
                    <a:pt x="831297" y="5099165"/>
                  </a:lnTo>
                  <a:lnTo>
                    <a:pt x="831297" y="5098734"/>
                  </a:lnTo>
                  <a:lnTo>
                    <a:pt x="831415" y="5098734"/>
                  </a:lnTo>
                  <a:lnTo>
                    <a:pt x="831532" y="5098734"/>
                  </a:lnTo>
                  <a:lnTo>
                    <a:pt x="831532" y="5098304"/>
                  </a:lnTo>
                  <a:lnTo>
                    <a:pt x="832003" y="5098304"/>
                  </a:lnTo>
                  <a:lnTo>
                    <a:pt x="832120" y="5098304"/>
                  </a:lnTo>
                  <a:lnTo>
                    <a:pt x="832473" y="5098304"/>
                  </a:lnTo>
                  <a:lnTo>
                    <a:pt x="832708" y="5098304"/>
                  </a:lnTo>
                  <a:lnTo>
                    <a:pt x="832826" y="5098304"/>
                  </a:lnTo>
                  <a:lnTo>
                    <a:pt x="832944" y="5098304"/>
                  </a:lnTo>
                  <a:lnTo>
                    <a:pt x="833061" y="5098304"/>
                  </a:lnTo>
                  <a:lnTo>
                    <a:pt x="833179" y="5098304"/>
                  </a:lnTo>
                  <a:lnTo>
                    <a:pt x="833297" y="5098304"/>
                  </a:lnTo>
                  <a:lnTo>
                    <a:pt x="833649" y="5098304"/>
                  </a:lnTo>
                  <a:lnTo>
                    <a:pt x="833885" y="5097873"/>
                  </a:lnTo>
                  <a:lnTo>
                    <a:pt x="834002" y="5097873"/>
                  </a:lnTo>
                  <a:lnTo>
                    <a:pt x="834120" y="5097873"/>
                  </a:lnTo>
                  <a:lnTo>
                    <a:pt x="834120" y="5097442"/>
                  </a:lnTo>
                  <a:lnTo>
                    <a:pt x="834120" y="5097012"/>
                  </a:lnTo>
                  <a:lnTo>
                    <a:pt x="834120" y="5096581"/>
                  </a:lnTo>
                  <a:lnTo>
                    <a:pt x="834355" y="5096581"/>
                  </a:lnTo>
                  <a:lnTo>
                    <a:pt x="834473" y="5096581"/>
                  </a:lnTo>
                  <a:lnTo>
                    <a:pt x="834590" y="5096581"/>
                  </a:lnTo>
                  <a:lnTo>
                    <a:pt x="834708" y="5096581"/>
                  </a:lnTo>
                  <a:lnTo>
                    <a:pt x="834708" y="5096151"/>
                  </a:lnTo>
                  <a:lnTo>
                    <a:pt x="835061" y="5096151"/>
                  </a:lnTo>
                  <a:lnTo>
                    <a:pt x="835296" y="5096151"/>
                  </a:lnTo>
                  <a:lnTo>
                    <a:pt x="835531" y="5096151"/>
                  </a:lnTo>
                  <a:lnTo>
                    <a:pt x="835531" y="5095720"/>
                  </a:lnTo>
                  <a:lnTo>
                    <a:pt x="835649" y="5095289"/>
                  </a:lnTo>
                  <a:lnTo>
                    <a:pt x="835766" y="5095289"/>
                  </a:lnTo>
                  <a:lnTo>
                    <a:pt x="835766" y="5094859"/>
                  </a:lnTo>
                  <a:lnTo>
                    <a:pt x="835884" y="5094859"/>
                  </a:lnTo>
                  <a:lnTo>
                    <a:pt x="836002" y="5094859"/>
                  </a:lnTo>
                  <a:lnTo>
                    <a:pt x="836472" y="5094859"/>
                  </a:lnTo>
                  <a:lnTo>
                    <a:pt x="836590" y="5094859"/>
                  </a:lnTo>
                  <a:lnTo>
                    <a:pt x="836707" y="5094859"/>
                  </a:lnTo>
                  <a:lnTo>
                    <a:pt x="836825" y="5094859"/>
                  </a:lnTo>
                  <a:lnTo>
                    <a:pt x="837060" y="5094859"/>
                  </a:lnTo>
                  <a:lnTo>
                    <a:pt x="837060" y="5094428"/>
                  </a:lnTo>
                  <a:lnTo>
                    <a:pt x="837178" y="5094428"/>
                  </a:lnTo>
                  <a:lnTo>
                    <a:pt x="837413" y="5094428"/>
                  </a:lnTo>
                  <a:lnTo>
                    <a:pt x="837413" y="5093998"/>
                  </a:lnTo>
                  <a:lnTo>
                    <a:pt x="837648" y="5093998"/>
                  </a:lnTo>
                  <a:lnTo>
                    <a:pt x="837766" y="5093998"/>
                  </a:lnTo>
                  <a:lnTo>
                    <a:pt x="837884" y="5093998"/>
                  </a:lnTo>
                  <a:lnTo>
                    <a:pt x="838472" y="5093136"/>
                  </a:lnTo>
                  <a:lnTo>
                    <a:pt x="838472" y="5092706"/>
                  </a:lnTo>
                  <a:lnTo>
                    <a:pt x="838472" y="5092275"/>
                  </a:lnTo>
                  <a:lnTo>
                    <a:pt x="838589" y="5092275"/>
                  </a:lnTo>
                  <a:lnTo>
                    <a:pt x="838707" y="5092275"/>
                  </a:lnTo>
                  <a:lnTo>
                    <a:pt x="838707" y="5091845"/>
                  </a:lnTo>
                  <a:lnTo>
                    <a:pt x="838707" y="5090983"/>
                  </a:lnTo>
                  <a:lnTo>
                    <a:pt x="838824" y="5090553"/>
                  </a:lnTo>
                  <a:lnTo>
                    <a:pt x="838942" y="5090553"/>
                  </a:lnTo>
                  <a:lnTo>
                    <a:pt x="839060" y="5090553"/>
                  </a:lnTo>
                  <a:lnTo>
                    <a:pt x="839177" y="5090553"/>
                  </a:lnTo>
                  <a:lnTo>
                    <a:pt x="839177" y="5090122"/>
                  </a:lnTo>
                  <a:lnTo>
                    <a:pt x="839295" y="5090122"/>
                  </a:lnTo>
                  <a:lnTo>
                    <a:pt x="839530" y="5089692"/>
                  </a:lnTo>
                  <a:lnTo>
                    <a:pt x="839883" y="5089692"/>
                  </a:lnTo>
                  <a:lnTo>
                    <a:pt x="839883" y="5089261"/>
                  </a:lnTo>
                  <a:lnTo>
                    <a:pt x="839883" y="5088830"/>
                  </a:lnTo>
                  <a:lnTo>
                    <a:pt x="840001" y="5088830"/>
                  </a:lnTo>
                  <a:lnTo>
                    <a:pt x="840353" y="5088830"/>
                  </a:lnTo>
                  <a:lnTo>
                    <a:pt x="840706" y="5088830"/>
                  </a:lnTo>
                  <a:lnTo>
                    <a:pt x="840706" y="5088400"/>
                  </a:lnTo>
                  <a:lnTo>
                    <a:pt x="840941" y="5087969"/>
                  </a:lnTo>
                  <a:lnTo>
                    <a:pt x="841059" y="5087539"/>
                  </a:lnTo>
                  <a:lnTo>
                    <a:pt x="841177" y="5087539"/>
                  </a:lnTo>
                  <a:lnTo>
                    <a:pt x="841294" y="5087539"/>
                  </a:lnTo>
                  <a:lnTo>
                    <a:pt x="841412" y="5087539"/>
                  </a:lnTo>
                  <a:lnTo>
                    <a:pt x="841530" y="5087539"/>
                  </a:lnTo>
                  <a:lnTo>
                    <a:pt x="841647" y="5087539"/>
                  </a:lnTo>
                  <a:lnTo>
                    <a:pt x="841765" y="5087539"/>
                  </a:lnTo>
                  <a:lnTo>
                    <a:pt x="841882" y="5087539"/>
                  </a:lnTo>
                  <a:lnTo>
                    <a:pt x="842235" y="5087539"/>
                  </a:lnTo>
                  <a:lnTo>
                    <a:pt x="842353" y="5087539"/>
                  </a:lnTo>
                  <a:lnTo>
                    <a:pt x="842470" y="5087108"/>
                  </a:lnTo>
                  <a:lnTo>
                    <a:pt x="842588" y="5086247"/>
                  </a:lnTo>
                  <a:lnTo>
                    <a:pt x="842588" y="5085816"/>
                  </a:lnTo>
                  <a:lnTo>
                    <a:pt x="842588" y="5085386"/>
                  </a:lnTo>
                  <a:lnTo>
                    <a:pt x="843059" y="5084524"/>
                  </a:lnTo>
                  <a:lnTo>
                    <a:pt x="843176" y="5084094"/>
                  </a:lnTo>
                  <a:lnTo>
                    <a:pt x="843529" y="5083663"/>
                  </a:lnTo>
                  <a:lnTo>
                    <a:pt x="843647" y="5083663"/>
                  </a:lnTo>
                  <a:lnTo>
                    <a:pt x="843764" y="5083663"/>
                  </a:lnTo>
                  <a:lnTo>
                    <a:pt x="843764" y="5083233"/>
                  </a:lnTo>
                  <a:lnTo>
                    <a:pt x="843882" y="5082802"/>
                  </a:lnTo>
                  <a:lnTo>
                    <a:pt x="843999" y="5082371"/>
                  </a:lnTo>
                  <a:lnTo>
                    <a:pt x="844235" y="5082371"/>
                  </a:lnTo>
                  <a:lnTo>
                    <a:pt x="844470" y="5082371"/>
                  </a:lnTo>
                  <a:lnTo>
                    <a:pt x="844588" y="5082371"/>
                  </a:lnTo>
                  <a:lnTo>
                    <a:pt x="844940" y="5082371"/>
                  </a:lnTo>
                  <a:lnTo>
                    <a:pt x="845176" y="5082371"/>
                  </a:lnTo>
                  <a:lnTo>
                    <a:pt x="845176" y="5081941"/>
                  </a:lnTo>
                  <a:lnTo>
                    <a:pt x="845293" y="5081941"/>
                  </a:lnTo>
                  <a:lnTo>
                    <a:pt x="845646" y="5081080"/>
                  </a:lnTo>
                  <a:lnTo>
                    <a:pt x="845764" y="5081080"/>
                  </a:lnTo>
                  <a:lnTo>
                    <a:pt x="845764" y="5080649"/>
                  </a:lnTo>
                  <a:lnTo>
                    <a:pt x="845881" y="5080649"/>
                  </a:lnTo>
                  <a:lnTo>
                    <a:pt x="846117" y="5080649"/>
                  </a:lnTo>
                  <a:lnTo>
                    <a:pt x="846234" y="5080649"/>
                  </a:lnTo>
                  <a:lnTo>
                    <a:pt x="846234" y="5080218"/>
                  </a:lnTo>
                  <a:lnTo>
                    <a:pt x="846352" y="5080218"/>
                  </a:lnTo>
                  <a:lnTo>
                    <a:pt x="846469" y="5080218"/>
                  </a:lnTo>
                  <a:lnTo>
                    <a:pt x="846587" y="5080218"/>
                  </a:lnTo>
                  <a:lnTo>
                    <a:pt x="846705" y="5080218"/>
                  </a:lnTo>
                  <a:lnTo>
                    <a:pt x="846940" y="5079788"/>
                  </a:lnTo>
                  <a:lnTo>
                    <a:pt x="846940" y="5079357"/>
                  </a:lnTo>
                  <a:lnTo>
                    <a:pt x="847057" y="5079357"/>
                  </a:lnTo>
                  <a:lnTo>
                    <a:pt x="847410" y="5079357"/>
                  </a:lnTo>
                  <a:lnTo>
                    <a:pt x="848234" y="5078496"/>
                  </a:lnTo>
                  <a:lnTo>
                    <a:pt x="848351" y="5078496"/>
                  </a:lnTo>
                  <a:lnTo>
                    <a:pt x="848469" y="5078496"/>
                  </a:lnTo>
                  <a:lnTo>
                    <a:pt x="848822" y="5078496"/>
                  </a:lnTo>
                  <a:lnTo>
                    <a:pt x="848822" y="5077635"/>
                  </a:lnTo>
                  <a:lnTo>
                    <a:pt x="848822" y="5077204"/>
                  </a:lnTo>
                  <a:lnTo>
                    <a:pt x="848939" y="5076774"/>
                  </a:lnTo>
                  <a:lnTo>
                    <a:pt x="849174" y="5076774"/>
                  </a:lnTo>
                  <a:lnTo>
                    <a:pt x="849174" y="5076343"/>
                  </a:lnTo>
                  <a:lnTo>
                    <a:pt x="849292" y="5076343"/>
                  </a:lnTo>
                  <a:lnTo>
                    <a:pt x="849410" y="5076343"/>
                  </a:lnTo>
                  <a:lnTo>
                    <a:pt x="849527" y="5076343"/>
                  </a:lnTo>
                  <a:lnTo>
                    <a:pt x="849645" y="5076343"/>
                  </a:lnTo>
                  <a:lnTo>
                    <a:pt x="849998" y="5075912"/>
                  </a:lnTo>
                  <a:lnTo>
                    <a:pt x="850115" y="5075912"/>
                  </a:lnTo>
                  <a:lnTo>
                    <a:pt x="850115" y="5075482"/>
                  </a:lnTo>
                  <a:lnTo>
                    <a:pt x="850233" y="5075482"/>
                  </a:lnTo>
                  <a:lnTo>
                    <a:pt x="850468" y="5075051"/>
                  </a:lnTo>
                  <a:lnTo>
                    <a:pt x="850586" y="5075051"/>
                  </a:lnTo>
                  <a:lnTo>
                    <a:pt x="850703" y="5075051"/>
                  </a:lnTo>
                  <a:lnTo>
                    <a:pt x="850703" y="5074190"/>
                  </a:lnTo>
                  <a:lnTo>
                    <a:pt x="850939" y="5074190"/>
                  </a:lnTo>
                  <a:lnTo>
                    <a:pt x="851056" y="5074190"/>
                  </a:lnTo>
                  <a:lnTo>
                    <a:pt x="851292" y="5074190"/>
                  </a:lnTo>
                  <a:lnTo>
                    <a:pt x="851409" y="5074190"/>
                  </a:lnTo>
                  <a:lnTo>
                    <a:pt x="851409" y="5073759"/>
                  </a:lnTo>
                  <a:lnTo>
                    <a:pt x="851527" y="5073329"/>
                  </a:lnTo>
                  <a:lnTo>
                    <a:pt x="851762" y="5073329"/>
                  </a:lnTo>
                  <a:lnTo>
                    <a:pt x="851997" y="5073329"/>
                  </a:lnTo>
                  <a:lnTo>
                    <a:pt x="852350" y="5073329"/>
                  </a:lnTo>
                  <a:lnTo>
                    <a:pt x="852350" y="5072468"/>
                  </a:lnTo>
                  <a:lnTo>
                    <a:pt x="852703" y="5072468"/>
                  </a:lnTo>
                  <a:lnTo>
                    <a:pt x="852821" y="5072468"/>
                  </a:lnTo>
                  <a:lnTo>
                    <a:pt x="853056" y="5071606"/>
                  </a:lnTo>
                  <a:lnTo>
                    <a:pt x="853291" y="5071606"/>
                  </a:lnTo>
                  <a:lnTo>
                    <a:pt x="853526" y="5071606"/>
                  </a:lnTo>
                  <a:lnTo>
                    <a:pt x="853644" y="5071176"/>
                  </a:lnTo>
                  <a:lnTo>
                    <a:pt x="853761" y="5071176"/>
                  </a:lnTo>
                  <a:lnTo>
                    <a:pt x="853879" y="5071176"/>
                  </a:lnTo>
                  <a:lnTo>
                    <a:pt x="853997" y="5071176"/>
                  </a:lnTo>
                  <a:lnTo>
                    <a:pt x="854350" y="5071176"/>
                  </a:lnTo>
                  <a:lnTo>
                    <a:pt x="854350" y="5070745"/>
                  </a:lnTo>
                  <a:lnTo>
                    <a:pt x="854467" y="5070315"/>
                  </a:lnTo>
                  <a:lnTo>
                    <a:pt x="854585" y="5070315"/>
                  </a:lnTo>
                  <a:lnTo>
                    <a:pt x="854820" y="5070315"/>
                  </a:lnTo>
                  <a:lnTo>
                    <a:pt x="854938" y="5070315"/>
                  </a:lnTo>
                  <a:lnTo>
                    <a:pt x="855055" y="5070315"/>
                  </a:lnTo>
                  <a:lnTo>
                    <a:pt x="855055" y="5069884"/>
                  </a:lnTo>
                  <a:lnTo>
                    <a:pt x="855173" y="5069884"/>
                  </a:lnTo>
                  <a:lnTo>
                    <a:pt x="855290" y="5069884"/>
                  </a:lnTo>
                  <a:lnTo>
                    <a:pt x="855408" y="5069884"/>
                  </a:lnTo>
                  <a:lnTo>
                    <a:pt x="855526" y="5069884"/>
                  </a:lnTo>
                  <a:lnTo>
                    <a:pt x="855643" y="5069884"/>
                  </a:lnTo>
                  <a:lnTo>
                    <a:pt x="855761" y="5069884"/>
                  </a:lnTo>
                  <a:lnTo>
                    <a:pt x="855879" y="5069884"/>
                  </a:lnTo>
                  <a:lnTo>
                    <a:pt x="856114" y="5069884"/>
                  </a:lnTo>
                  <a:lnTo>
                    <a:pt x="856114" y="5069453"/>
                  </a:lnTo>
                  <a:lnTo>
                    <a:pt x="856231" y="5069453"/>
                  </a:lnTo>
                  <a:lnTo>
                    <a:pt x="856702" y="5069453"/>
                  </a:lnTo>
                  <a:lnTo>
                    <a:pt x="856702" y="5069023"/>
                  </a:lnTo>
                  <a:lnTo>
                    <a:pt x="856819" y="5069023"/>
                  </a:lnTo>
                  <a:lnTo>
                    <a:pt x="856937" y="5069023"/>
                  </a:lnTo>
                  <a:lnTo>
                    <a:pt x="857172" y="5069023"/>
                  </a:lnTo>
                  <a:lnTo>
                    <a:pt x="857172" y="5068592"/>
                  </a:lnTo>
                  <a:lnTo>
                    <a:pt x="857290" y="5068592"/>
                  </a:lnTo>
                  <a:lnTo>
                    <a:pt x="857407" y="5068592"/>
                  </a:lnTo>
                  <a:lnTo>
                    <a:pt x="857643" y="5068592"/>
                  </a:lnTo>
                  <a:lnTo>
                    <a:pt x="857878" y="5068592"/>
                  </a:lnTo>
                  <a:lnTo>
                    <a:pt x="857996" y="5068592"/>
                  </a:lnTo>
                  <a:lnTo>
                    <a:pt x="858113" y="5068592"/>
                  </a:lnTo>
                  <a:lnTo>
                    <a:pt x="858348" y="5068592"/>
                  </a:lnTo>
                  <a:lnTo>
                    <a:pt x="858701" y="5068592"/>
                  </a:lnTo>
                  <a:lnTo>
                    <a:pt x="858936" y="5068592"/>
                  </a:lnTo>
                  <a:lnTo>
                    <a:pt x="859054" y="5068592"/>
                  </a:lnTo>
                  <a:lnTo>
                    <a:pt x="859172" y="5068162"/>
                  </a:lnTo>
                  <a:lnTo>
                    <a:pt x="859407" y="5068162"/>
                  </a:lnTo>
                  <a:lnTo>
                    <a:pt x="859525" y="5068162"/>
                  </a:lnTo>
                  <a:lnTo>
                    <a:pt x="859525" y="5067731"/>
                  </a:lnTo>
                  <a:lnTo>
                    <a:pt x="859642" y="5067731"/>
                  </a:lnTo>
                  <a:lnTo>
                    <a:pt x="859760" y="5067731"/>
                  </a:lnTo>
                  <a:lnTo>
                    <a:pt x="859760" y="5066870"/>
                  </a:lnTo>
                  <a:lnTo>
                    <a:pt x="859877" y="5066870"/>
                  </a:lnTo>
                  <a:lnTo>
                    <a:pt x="859995" y="5066870"/>
                  </a:lnTo>
                  <a:lnTo>
                    <a:pt x="860113" y="5066870"/>
                  </a:lnTo>
                  <a:lnTo>
                    <a:pt x="860113" y="5066439"/>
                  </a:lnTo>
                  <a:lnTo>
                    <a:pt x="860113" y="5066009"/>
                  </a:lnTo>
                  <a:lnTo>
                    <a:pt x="860113" y="5065578"/>
                  </a:lnTo>
                  <a:lnTo>
                    <a:pt x="860230" y="5065578"/>
                  </a:lnTo>
                  <a:lnTo>
                    <a:pt x="860348" y="5065578"/>
                  </a:lnTo>
                  <a:lnTo>
                    <a:pt x="860465" y="5065578"/>
                  </a:lnTo>
                  <a:lnTo>
                    <a:pt x="860583" y="5065578"/>
                  </a:lnTo>
                  <a:lnTo>
                    <a:pt x="860818" y="5065578"/>
                  </a:lnTo>
                  <a:lnTo>
                    <a:pt x="860936" y="5065578"/>
                  </a:lnTo>
                  <a:lnTo>
                    <a:pt x="860936" y="5065147"/>
                  </a:lnTo>
                  <a:lnTo>
                    <a:pt x="860936" y="5064717"/>
                  </a:lnTo>
                  <a:lnTo>
                    <a:pt x="861054" y="5064717"/>
                  </a:lnTo>
                  <a:lnTo>
                    <a:pt x="861171" y="5064717"/>
                  </a:lnTo>
                  <a:lnTo>
                    <a:pt x="861289" y="5064717"/>
                  </a:lnTo>
                  <a:lnTo>
                    <a:pt x="861406" y="5064717"/>
                  </a:lnTo>
                  <a:lnTo>
                    <a:pt x="861642" y="5064717"/>
                  </a:lnTo>
                  <a:lnTo>
                    <a:pt x="862112" y="5064717"/>
                  </a:lnTo>
                  <a:lnTo>
                    <a:pt x="862230" y="5064717"/>
                  </a:lnTo>
                  <a:lnTo>
                    <a:pt x="862347" y="5063856"/>
                  </a:lnTo>
                  <a:lnTo>
                    <a:pt x="862465" y="5063856"/>
                  </a:lnTo>
                  <a:lnTo>
                    <a:pt x="862583" y="5063856"/>
                  </a:lnTo>
                  <a:lnTo>
                    <a:pt x="862700" y="5063425"/>
                  </a:lnTo>
                  <a:lnTo>
                    <a:pt x="862818" y="5063425"/>
                  </a:lnTo>
                  <a:lnTo>
                    <a:pt x="862818" y="5062994"/>
                  </a:lnTo>
                  <a:lnTo>
                    <a:pt x="863053" y="5062994"/>
                  </a:lnTo>
                  <a:lnTo>
                    <a:pt x="863171" y="5062994"/>
                  </a:lnTo>
                  <a:lnTo>
                    <a:pt x="863171" y="5062564"/>
                  </a:lnTo>
                  <a:lnTo>
                    <a:pt x="863288" y="5062564"/>
                  </a:lnTo>
                  <a:lnTo>
                    <a:pt x="863406" y="5062564"/>
                  </a:lnTo>
                  <a:lnTo>
                    <a:pt x="863406" y="5062133"/>
                  </a:lnTo>
                  <a:lnTo>
                    <a:pt x="863523" y="5062133"/>
                  </a:lnTo>
                  <a:lnTo>
                    <a:pt x="863641" y="5062133"/>
                  </a:lnTo>
                  <a:lnTo>
                    <a:pt x="863641" y="5061703"/>
                  </a:lnTo>
                  <a:lnTo>
                    <a:pt x="863641" y="5061272"/>
                  </a:lnTo>
                  <a:lnTo>
                    <a:pt x="863759" y="5061272"/>
                  </a:lnTo>
                  <a:lnTo>
                    <a:pt x="863994" y="5061272"/>
                  </a:lnTo>
                  <a:lnTo>
                    <a:pt x="863994" y="5060841"/>
                  </a:lnTo>
                  <a:lnTo>
                    <a:pt x="864112" y="5060841"/>
                  </a:lnTo>
                  <a:lnTo>
                    <a:pt x="865052" y="5058688"/>
                  </a:lnTo>
                  <a:lnTo>
                    <a:pt x="865170" y="5058688"/>
                  </a:lnTo>
                  <a:lnTo>
                    <a:pt x="865170" y="5058258"/>
                  </a:lnTo>
                  <a:lnTo>
                    <a:pt x="865288" y="5057827"/>
                  </a:lnTo>
                  <a:lnTo>
                    <a:pt x="865405" y="5057827"/>
                  </a:lnTo>
                  <a:lnTo>
                    <a:pt x="865523" y="5057827"/>
                  </a:lnTo>
                  <a:lnTo>
                    <a:pt x="865640" y="5057827"/>
                  </a:lnTo>
                  <a:lnTo>
                    <a:pt x="865640" y="5057397"/>
                  </a:lnTo>
                  <a:lnTo>
                    <a:pt x="865758" y="5057397"/>
                  </a:lnTo>
                  <a:lnTo>
                    <a:pt x="865876" y="5056966"/>
                  </a:lnTo>
                  <a:lnTo>
                    <a:pt x="865876" y="5056105"/>
                  </a:lnTo>
                  <a:lnTo>
                    <a:pt x="865993" y="5056105"/>
                  </a:lnTo>
                  <a:lnTo>
                    <a:pt x="866111" y="5056105"/>
                  </a:lnTo>
                  <a:lnTo>
                    <a:pt x="866229" y="5056105"/>
                  </a:lnTo>
                  <a:lnTo>
                    <a:pt x="866346" y="5055674"/>
                  </a:lnTo>
                  <a:lnTo>
                    <a:pt x="866464" y="5055674"/>
                  </a:lnTo>
                  <a:lnTo>
                    <a:pt x="866581" y="5055674"/>
                  </a:lnTo>
                  <a:lnTo>
                    <a:pt x="866817" y="5055674"/>
                  </a:lnTo>
                  <a:lnTo>
                    <a:pt x="866817" y="5055244"/>
                  </a:lnTo>
                  <a:lnTo>
                    <a:pt x="866934" y="5055244"/>
                  </a:lnTo>
                  <a:lnTo>
                    <a:pt x="867052" y="5055244"/>
                  </a:lnTo>
                  <a:lnTo>
                    <a:pt x="867169" y="5055244"/>
                  </a:lnTo>
                  <a:lnTo>
                    <a:pt x="867287" y="5054813"/>
                  </a:lnTo>
                  <a:lnTo>
                    <a:pt x="867405" y="5054813"/>
                  </a:lnTo>
                  <a:lnTo>
                    <a:pt x="867758" y="5054813"/>
                  </a:lnTo>
                  <a:lnTo>
                    <a:pt x="867758" y="5053521"/>
                  </a:lnTo>
                  <a:lnTo>
                    <a:pt x="867875" y="5053521"/>
                  </a:lnTo>
                  <a:lnTo>
                    <a:pt x="867993" y="5053091"/>
                  </a:lnTo>
                  <a:lnTo>
                    <a:pt x="868228" y="5053091"/>
                  </a:lnTo>
                  <a:lnTo>
                    <a:pt x="868346" y="5053091"/>
                  </a:lnTo>
                  <a:lnTo>
                    <a:pt x="868346" y="5052660"/>
                  </a:lnTo>
                  <a:lnTo>
                    <a:pt x="868463" y="5052660"/>
                  </a:lnTo>
                  <a:lnTo>
                    <a:pt x="868581" y="5052660"/>
                  </a:lnTo>
                  <a:lnTo>
                    <a:pt x="868698" y="5052229"/>
                  </a:lnTo>
                  <a:lnTo>
                    <a:pt x="868698" y="5051799"/>
                  </a:lnTo>
                  <a:lnTo>
                    <a:pt x="868934" y="5051368"/>
                  </a:lnTo>
                  <a:lnTo>
                    <a:pt x="868934" y="5050507"/>
                  </a:lnTo>
                  <a:lnTo>
                    <a:pt x="869051" y="5050507"/>
                  </a:lnTo>
                  <a:lnTo>
                    <a:pt x="869169" y="5050507"/>
                  </a:lnTo>
                  <a:lnTo>
                    <a:pt x="869404" y="5050507"/>
                  </a:lnTo>
                  <a:lnTo>
                    <a:pt x="869757" y="5050507"/>
                  </a:lnTo>
                  <a:lnTo>
                    <a:pt x="869875" y="5050507"/>
                  </a:lnTo>
                  <a:lnTo>
                    <a:pt x="869992" y="5050507"/>
                  </a:lnTo>
                  <a:lnTo>
                    <a:pt x="870110" y="5050507"/>
                  </a:lnTo>
                  <a:lnTo>
                    <a:pt x="870345" y="5050507"/>
                  </a:lnTo>
                  <a:lnTo>
                    <a:pt x="870580" y="5050507"/>
                  </a:lnTo>
                  <a:lnTo>
                    <a:pt x="870698" y="5050076"/>
                  </a:lnTo>
                  <a:lnTo>
                    <a:pt x="870816" y="5050076"/>
                  </a:lnTo>
                  <a:lnTo>
                    <a:pt x="870933" y="5050076"/>
                  </a:lnTo>
                  <a:lnTo>
                    <a:pt x="871286" y="5050076"/>
                  </a:lnTo>
                  <a:lnTo>
                    <a:pt x="871521" y="5050076"/>
                  </a:lnTo>
                  <a:lnTo>
                    <a:pt x="871874" y="5050076"/>
                  </a:lnTo>
                  <a:lnTo>
                    <a:pt x="871992" y="5050076"/>
                  </a:lnTo>
                  <a:lnTo>
                    <a:pt x="871992" y="5049646"/>
                  </a:lnTo>
                  <a:lnTo>
                    <a:pt x="872227" y="5049646"/>
                  </a:lnTo>
                  <a:lnTo>
                    <a:pt x="872227" y="5049215"/>
                  </a:lnTo>
                  <a:lnTo>
                    <a:pt x="872227" y="5048354"/>
                  </a:lnTo>
                  <a:lnTo>
                    <a:pt x="872345" y="5048354"/>
                  </a:lnTo>
                  <a:lnTo>
                    <a:pt x="872580" y="5047493"/>
                  </a:lnTo>
                  <a:lnTo>
                    <a:pt x="872580" y="5047062"/>
                  </a:lnTo>
                  <a:lnTo>
                    <a:pt x="872580" y="5046632"/>
                  </a:lnTo>
                  <a:lnTo>
                    <a:pt x="872697" y="5046632"/>
                  </a:lnTo>
                  <a:lnTo>
                    <a:pt x="872815" y="5046632"/>
                  </a:lnTo>
                  <a:lnTo>
                    <a:pt x="872933" y="5046201"/>
                  </a:lnTo>
                  <a:lnTo>
                    <a:pt x="873050" y="5046201"/>
                  </a:lnTo>
                  <a:lnTo>
                    <a:pt x="873168" y="5046201"/>
                  </a:lnTo>
                  <a:lnTo>
                    <a:pt x="873285" y="5046201"/>
                  </a:lnTo>
                  <a:lnTo>
                    <a:pt x="873285" y="5045770"/>
                  </a:lnTo>
                  <a:lnTo>
                    <a:pt x="873521" y="5045770"/>
                  </a:lnTo>
                  <a:lnTo>
                    <a:pt x="873756" y="5045340"/>
                  </a:lnTo>
                  <a:lnTo>
                    <a:pt x="873756" y="5044909"/>
                  </a:lnTo>
                  <a:lnTo>
                    <a:pt x="873991" y="5044479"/>
                  </a:lnTo>
                  <a:lnTo>
                    <a:pt x="874226" y="5044479"/>
                  </a:lnTo>
                  <a:lnTo>
                    <a:pt x="874462" y="5044479"/>
                  </a:lnTo>
                  <a:lnTo>
                    <a:pt x="874579" y="5044479"/>
                  </a:lnTo>
                  <a:lnTo>
                    <a:pt x="874697" y="5044048"/>
                  </a:lnTo>
                  <a:lnTo>
                    <a:pt x="874932" y="5044048"/>
                  </a:lnTo>
                  <a:lnTo>
                    <a:pt x="875050" y="5044048"/>
                  </a:lnTo>
                  <a:lnTo>
                    <a:pt x="875167" y="5044048"/>
                  </a:lnTo>
                  <a:lnTo>
                    <a:pt x="875285" y="5044048"/>
                  </a:lnTo>
                  <a:lnTo>
                    <a:pt x="875402" y="5043617"/>
                  </a:lnTo>
                  <a:lnTo>
                    <a:pt x="875520" y="5042326"/>
                  </a:lnTo>
                  <a:lnTo>
                    <a:pt x="875638" y="5041895"/>
                  </a:lnTo>
                  <a:lnTo>
                    <a:pt x="875755" y="5041895"/>
                  </a:lnTo>
                  <a:lnTo>
                    <a:pt x="875873" y="5041895"/>
                  </a:lnTo>
                  <a:lnTo>
                    <a:pt x="876108" y="5041895"/>
                  </a:lnTo>
                  <a:lnTo>
                    <a:pt x="876343" y="5041895"/>
                  </a:lnTo>
                  <a:lnTo>
                    <a:pt x="876461" y="5041895"/>
                  </a:lnTo>
                  <a:lnTo>
                    <a:pt x="876461" y="5041034"/>
                  </a:lnTo>
                  <a:lnTo>
                    <a:pt x="876579" y="5041034"/>
                  </a:lnTo>
                  <a:lnTo>
                    <a:pt x="876814" y="5041034"/>
                  </a:lnTo>
                  <a:lnTo>
                    <a:pt x="877049" y="5041034"/>
                  </a:lnTo>
                  <a:lnTo>
                    <a:pt x="877284" y="5040603"/>
                  </a:lnTo>
                  <a:lnTo>
                    <a:pt x="877402" y="5040603"/>
                  </a:lnTo>
                  <a:lnTo>
                    <a:pt x="877637" y="5040173"/>
                  </a:lnTo>
                  <a:lnTo>
                    <a:pt x="877755" y="5040173"/>
                  </a:lnTo>
                  <a:lnTo>
                    <a:pt x="877872" y="5040173"/>
                  </a:lnTo>
                  <a:lnTo>
                    <a:pt x="877990" y="5040173"/>
                  </a:lnTo>
                  <a:lnTo>
                    <a:pt x="878225" y="5039742"/>
                  </a:lnTo>
                  <a:lnTo>
                    <a:pt x="878343" y="5039742"/>
                  </a:lnTo>
                  <a:lnTo>
                    <a:pt x="878460" y="5039742"/>
                  </a:lnTo>
                  <a:lnTo>
                    <a:pt x="878696" y="5039742"/>
                  </a:lnTo>
                  <a:lnTo>
                    <a:pt x="878696" y="5039311"/>
                  </a:lnTo>
                  <a:lnTo>
                    <a:pt x="878813" y="5039311"/>
                  </a:lnTo>
                  <a:lnTo>
                    <a:pt x="878813" y="5038881"/>
                  </a:lnTo>
                  <a:lnTo>
                    <a:pt x="878931" y="5038450"/>
                  </a:lnTo>
                  <a:lnTo>
                    <a:pt x="879049" y="5038450"/>
                  </a:lnTo>
                  <a:lnTo>
                    <a:pt x="879284" y="5038450"/>
                  </a:lnTo>
                  <a:lnTo>
                    <a:pt x="879519" y="5038450"/>
                  </a:lnTo>
                  <a:lnTo>
                    <a:pt x="879637" y="5038450"/>
                  </a:lnTo>
                  <a:lnTo>
                    <a:pt x="879754" y="5038450"/>
                  </a:lnTo>
                  <a:lnTo>
                    <a:pt x="879754" y="5038020"/>
                  </a:lnTo>
                  <a:lnTo>
                    <a:pt x="879872" y="5038020"/>
                  </a:lnTo>
                  <a:lnTo>
                    <a:pt x="879989" y="5038020"/>
                  </a:lnTo>
                  <a:lnTo>
                    <a:pt x="880460" y="5037158"/>
                  </a:lnTo>
                  <a:lnTo>
                    <a:pt x="880578" y="5036728"/>
                  </a:lnTo>
                  <a:lnTo>
                    <a:pt x="880695" y="5036297"/>
                  </a:lnTo>
                  <a:lnTo>
                    <a:pt x="880695" y="5035867"/>
                  </a:lnTo>
                  <a:lnTo>
                    <a:pt x="880813" y="5035436"/>
                  </a:lnTo>
                  <a:lnTo>
                    <a:pt x="880930" y="5035436"/>
                  </a:lnTo>
                  <a:lnTo>
                    <a:pt x="881048" y="5035005"/>
                  </a:lnTo>
                  <a:lnTo>
                    <a:pt x="881166" y="5034575"/>
                  </a:lnTo>
                  <a:lnTo>
                    <a:pt x="881283" y="5034575"/>
                  </a:lnTo>
                  <a:lnTo>
                    <a:pt x="881518" y="5034144"/>
                  </a:lnTo>
                  <a:lnTo>
                    <a:pt x="881636" y="5034144"/>
                  </a:lnTo>
                  <a:lnTo>
                    <a:pt x="881989" y="5034144"/>
                  </a:lnTo>
                  <a:lnTo>
                    <a:pt x="882106" y="5034144"/>
                  </a:lnTo>
                  <a:lnTo>
                    <a:pt x="882224" y="5033714"/>
                  </a:lnTo>
                  <a:lnTo>
                    <a:pt x="882342" y="5033283"/>
                  </a:lnTo>
                  <a:lnTo>
                    <a:pt x="882342" y="5032852"/>
                  </a:lnTo>
                  <a:lnTo>
                    <a:pt x="882459" y="5032852"/>
                  </a:lnTo>
                  <a:lnTo>
                    <a:pt x="882577" y="5032852"/>
                  </a:lnTo>
                  <a:lnTo>
                    <a:pt x="882695" y="5032852"/>
                  </a:lnTo>
                  <a:lnTo>
                    <a:pt x="882812" y="5032422"/>
                  </a:lnTo>
                  <a:lnTo>
                    <a:pt x="882930" y="5032422"/>
                  </a:lnTo>
                  <a:lnTo>
                    <a:pt x="883047" y="5032422"/>
                  </a:lnTo>
                  <a:lnTo>
                    <a:pt x="883047" y="5031991"/>
                  </a:lnTo>
                  <a:lnTo>
                    <a:pt x="883283" y="5031130"/>
                  </a:lnTo>
                  <a:lnTo>
                    <a:pt x="883400" y="5031130"/>
                  </a:lnTo>
                  <a:lnTo>
                    <a:pt x="883871" y="5031130"/>
                  </a:lnTo>
                  <a:lnTo>
                    <a:pt x="884224" y="5031130"/>
                  </a:lnTo>
                  <a:lnTo>
                    <a:pt x="884224" y="5030699"/>
                  </a:lnTo>
                  <a:lnTo>
                    <a:pt x="884341" y="5030269"/>
                  </a:lnTo>
                  <a:lnTo>
                    <a:pt x="884459" y="5030269"/>
                  </a:lnTo>
                  <a:lnTo>
                    <a:pt x="884459" y="5029838"/>
                  </a:lnTo>
                  <a:lnTo>
                    <a:pt x="884576" y="5029838"/>
                  </a:lnTo>
                  <a:lnTo>
                    <a:pt x="884812" y="5029838"/>
                  </a:lnTo>
                  <a:lnTo>
                    <a:pt x="885047" y="5029838"/>
                  </a:lnTo>
                  <a:lnTo>
                    <a:pt x="885164" y="5029838"/>
                  </a:lnTo>
                  <a:lnTo>
                    <a:pt x="885282" y="5029838"/>
                  </a:lnTo>
                  <a:lnTo>
                    <a:pt x="885753" y="5029408"/>
                  </a:lnTo>
                  <a:lnTo>
                    <a:pt x="885870" y="5028977"/>
                  </a:lnTo>
                  <a:lnTo>
                    <a:pt x="885988" y="5028977"/>
                  </a:lnTo>
                  <a:lnTo>
                    <a:pt x="885988" y="5028546"/>
                  </a:lnTo>
                  <a:lnTo>
                    <a:pt x="886105" y="5028546"/>
                  </a:lnTo>
                  <a:lnTo>
                    <a:pt x="886223" y="5028546"/>
                  </a:lnTo>
                  <a:lnTo>
                    <a:pt x="886576" y="5028546"/>
                  </a:lnTo>
                  <a:lnTo>
                    <a:pt x="886811" y="5028546"/>
                  </a:lnTo>
                  <a:lnTo>
                    <a:pt x="887282" y="5028546"/>
                  </a:lnTo>
                  <a:lnTo>
                    <a:pt x="887282" y="5028116"/>
                  </a:lnTo>
                  <a:lnTo>
                    <a:pt x="887282" y="5027685"/>
                  </a:lnTo>
                  <a:lnTo>
                    <a:pt x="887399" y="5027685"/>
                  </a:lnTo>
                  <a:lnTo>
                    <a:pt x="887517" y="5027685"/>
                  </a:lnTo>
                  <a:lnTo>
                    <a:pt x="887634" y="5027255"/>
                  </a:lnTo>
                  <a:lnTo>
                    <a:pt x="887752" y="5026824"/>
                  </a:lnTo>
                  <a:lnTo>
                    <a:pt x="887752" y="5026393"/>
                  </a:lnTo>
                  <a:lnTo>
                    <a:pt x="887870" y="5026393"/>
                  </a:lnTo>
                  <a:lnTo>
                    <a:pt x="888105" y="5025963"/>
                  </a:lnTo>
                  <a:lnTo>
                    <a:pt x="888105" y="5025532"/>
                  </a:lnTo>
                  <a:lnTo>
                    <a:pt x="888222" y="5025532"/>
                  </a:lnTo>
                  <a:lnTo>
                    <a:pt x="888340" y="5025102"/>
                  </a:lnTo>
                  <a:lnTo>
                    <a:pt x="888340" y="5024671"/>
                  </a:lnTo>
                  <a:lnTo>
                    <a:pt x="888458" y="5024671"/>
                  </a:lnTo>
                  <a:lnTo>
                    <a:pt x="888575" y="5024671"/>
                  </a:lnTo>
                  <a:lnTo>
                    <a:pt x="888693" y="5024240"/>
                  </a:lnTo>
                  <a:lnTo>
                    <a:pt x="888693" y="5023810"/>
                  </a:lnTo>
                  <a:lnTo>
                    <a:pt x="889046" y="5023810"/>
                  </a:lnTo>
                  <a:lnTo>
                    <a:pt x="889163" y="5023810"/>
                  </a:lnTo>
                  <a:lnTo>
                    <a:pt x="889163" y="5022949"/>
                  </a:lnTo>
                  <a:lnTo>
                    <a:pt x="889399" y="5022949"/>
                  </a:lnTo>
                  <a:lnTo>
                    <a:pt x="889634" y="5022949"/>
                  </a:lnTo>
                  <a:lnTo>
                    <a:pt x="889987" y="5022949"/>
                  </a:lnTo>
                  <a:lnTo>
                    <a:pt x="889987" y="5022518"/>
                  </a:lnTo>
                  <a:lnTo>
                    <a:pt x="890104" y="5021657"/>
                  </a:lnTo>
                  <a:lnTo>
                    <a:pt x="890222" y="5021657"/>
                  </a:lnTo>
                  <a:lnTo>
                    <a:pt x="890339" y="5021657"/>
                  </a:lnTo>
                  <a:lnTo>
                    <a:pt x="890457" y="5021657"/>
                  </a:lnTo>
                  <a:lnTo>
                    <a:pt x="890457" y="5021226"/>
                  </a:lnTo>
                  <a:lnTo>
                    <a:pt x="890810" y="5020365"/>
                  </a:lnTo>
                  <a:lnTo>
                    <a:pt x="890928" y="5020365"/>
                  </a:lnTo>
                  <a:lnTo>
                    <a:pt x="891163" y="5020365"/>
                  </a:lnTo>
                  <a:lnTo>
                    <a:pt x="891280" y="5020365"/>
                  </a:lnTo>
                  <a:lnTo>
                    <a:pt x="891398" y="5020365"/>
                  </a:lnTo>
                  <a:lnTo>
                    <a:pt x="891398" y="5019934"/>
                  </a:lnTo>
                  <a:lnTo>
                    <a:pt x="891516" y="5019504"/>
                  </a:lnTo>
                  <a:lnTo>
                    <a:pt x="891751" y="5019504"/>
                  </a:lnTo>
                  <a:lnTo>
                    <a:pt x="891868" y="5019504"/>
                  </a:lnTo>
                  <a:lnTo>
                    <a:pt x="891986" y="5019504"/>
                  </a:lnTo>
                  <a:lnTo>
                    <a:pt x="892221" y="5019504"/>
                  </a:lnTo>
                  <a:lnTo>
                    <a:pt x="892339" y="5019504"/>
                  </a:lnTo>
                  <a:lnTo>
                    <a:pt x="892457" y="5019504"/>
                  </a:lnTo>
                  <a:lnTo>
                    <a:pt x="892574" y="5019504"/>
                  </a:lnTo>
                  <a:lnTo>
                    <a:pt x="892809" y="5019504"/>
                  </a:lnTo>
                  <a:lnTo>
                    <a:pt x="893045" y="5019073"/>
                  </a:lnTo>
                  <a:lnTo>
                    <a:pt x="893045" y="5018643"/>
                  </a:lnTo>
                  <a:lnTo>
                    <a:pt x="893162" y="5018643"/>
                  </a:lnTo>
                  <a:lnTo>
                    <a:pt x="893162" y="5018212"/>
                  </a:lnTo>
                  <a:lnTo>
                    <a:pt x="893280" y="5018212"/>
                  </a:lnTo>
                  <a:lnTo>
                    <a:pt x="893280" y="5017781"/>
                  </a:lnTo>
                  <a:lnTo>
                    <a:pt x="893515" y="5017781"/>
                  </a:lnTo>
                  <a:lnTo>
                    <a:pt x="893633" y="5017781"/>
                  </a:lnTo>
                  <a:lnTo>
                    <a:pt x="893633" y="5017351"/>
                  </a:lnTo>
                  <a:lnTo>
                    <a:pt x="893750" y="5017351"/>
                  </a:lnTo>
                  <a:lnTo>
                    <a:pt x="893868" y="5017351"/>
                  </a:lnTo>
                  <a:lnTo>
                    <a:pt x="893986" y="5016920"/>
                  </a:lnTo>
                  <a:lnTo>
                    <a:pt x="894103" y="5016920"/>
                  </a:lnTo>
                  <a:lnTo>
                    <a:pt x="894338" y="5016920"/>
                  </a:lnTo>
                  <a:lnTo>
                    <a:pt x="894574" y="5016920"/>
                  </a:lnTo>
                  <a:lnTo>
                    <a:pt x="894691" y="5016920"/>
                  </a:lnTo>
                  <a:lnTo>
                    <a:pt x="894691" y="5016490"/>
                  </a:lnTo>
                  <a:lnTo>
                    <a:pt x="894809" y="5016490"/>
                  </a:lnTo>
                  <a:lnTo>
                    <a:pt x="894926" y="5016490"/>
                  </a:lnTo>
                  <a:lnTo>
                    <a:pt x="895044" y="5016490"/>
                  </a:lnTo>
                  <a:lnTo>
                    <a:pt x="895162" y="5016059"/>
                  </a:lnTo>
                  <a:lnTo>
                    <a:pt x="895279" y="5016059"/>
                  </a:lnTo>
                  <a:lnTo>
                    <a:pt x="895279" y="5015628"/>
                  </a:lnTo>
                  <a:lnTo>
                    <a:pt x="895397" y="5015628"/>
                  </a:lnTo>
                  <a:lnTo>
                    <a:pt x="895515" y="5015628"/>
                  </a:lnTo>
                  <a:lnTo>
                    <a:pt x="895632" y="5015628"/>
                  </a:lnTo>
                  <a:lnTo>
                    <a:pt x="895632" y="5015198"/>
                  </a:lnTo>
                  <a:lnTo>
                    <a:pt x="895632" y="5014767"/>
                  </a:lnTo>
                  <a:lnTo>
                    <a:pt x="896926" y="5013045"/>
                  </a:lnTo>
                  <a:lnTo>
                    <a:pt x="897043" y="5013045"/>
                  </a:lnTo>
                  <a:lnTo>
                    <a:pt x="897161" y="5013045"/>
                  </a:lnTo>
                  <a:lnTo>
                    <a:pt x="897279" y="5013045"/>
                  </a:lnTo>
                  <a:lnTo>
                    <a:pt x="897396" y="5013045"/>
                  </a:lnTo>
                  <a:lnTo>
                    <a:pt x="897396" y="5012184"/>
                  </a:lnTo>
                  <a:lnTo>
                    <a:pt x="897396" y="5011753"/>
                  </a:lnTo>
                  <a:lnTo>
                    <a:pt x="897514" y="5011322"/>
                  </a:lnTo>
                  <a:lnTo>
                    <a:pt x="897632" y="5011322"/>
                  </a:lnTo>
                  <a:lnTo>
                    <a:pt x="897749" y="5011322"/>
                  </a:lnTo>
                  <a:lnTo>
                    <a:pt x="897984" y="5011322"/>
                  </a:lnTo>
                  <a:lnTo>
                    <a:pt x="898102" y="5011322"/>
                  </a:lnTo>
                  <a:lnTo>
                    <a:pt x="898102" y="5010892"/>
                  </a:lnTo>
                  <a:lnTo>
                    <a:pt x="898220" y="5010892"/>
                  </a:lnTo>
                  <a:lnTo>
                    <a:pt x="898337" y="5010461"/>
                  </a:lnTo>
                  <a:lnTo>
                    <a:pt x="898455" y="5010461"/>
                  </a:lnTo>
                  <a:lnTo>
                    <a:pt x="898572" y="5010461"/>
                  </a:lnTo>
                  <a:lnTo>
                    <a:pt x="898690" y="5010461"/>
                  </a:lnTo>
                  <a:lnTo>
                    <a:pt x="898925" y="5010461"/>
                  </a:lnTo>
                  <a:lnTo>
                    <a:pt x="898925" y="5009169"/>
                  </a:lnTo>
                  <a:lnTo>
                    <a:pt x="899043" y="5009169"/>
                  </a:lnTo>
                  <a:lnTo>
                    <a:pt x="899161" y="5009169"/>
                  </a:lnTo>
                  <a:lnTo>
                    <a:pt x="899396" y="5008308"/>
                  </a:lnTo>
                  <a:lnTo>
                    <a:pt x="899513" y="5008308"/>
                  </a:lnTo>
                  <a:lnTo>
                    <a:pt x="899631" y="5008308"/>
                  </a:lnTo>
                  <a:lnTo>
                    <a:pt x="899631" y="5007878"/>
                  </a:lnTo>
                  <a:lnTo>
                    <a:pt x="899631" y="5007447"/>
                  </a:lnTo>
                  <a:lnTo>
                    <a:pt x="899631" y="5007016"/>
                  </a:lnTo>
                  <a:lnTo>
                    <a:pt x="899749" y="5007016"/>
                  </a:lnTo>
                  <a:lnTo>
                    <a:pt x="899866" y="5006586"/>
                  </a:lnTo>
                  <a:lnTo>
                    <a:pt x="899866" y="5006155"/>
                  </a:lnTo>
                  <a:lnTo>
                    <a:pt x="899984" y="5005725"/>
                  </a:lnTo>
                  <a:lnTo>
                    <a:pt x="899984" y="5005294"/>
                  </a:lnTo>
                  <a:lnTo>
                    <a:pt x="900219" y="5004863"/>
                  </a:lnTo>
                  <a:lnTo>
                    <a:pt x="900337" y="5004863"/>
                  </a:lnTo>
                  <a:lnTo>
                    <a:pt x="900454" y="5004863"/>
                  </a:lnTo>
                  <a:lnTo>
                    <a:pt x="900572" y="5004863"/>
                  </a:lnTo>
                  <a:lnTo>
                    <a:pt x="900690" y="5004863"/>
                  </a:lnTo>
                  <a:lnTo>
                    <a:pt x="900925" y="5004863"/>
                  </a:lnTo>
                  <a:lnTo>
                    <a:pt x="901042" y="5004863"/>
                  </a:lnTo>
                  <a:lnTo>
                    <a:pt x="901042" y="5004433"/>
                  </a:lnTo>
                  <a:lnTo>
                    <a:pt x="901160" y="5004433"/>
                  </a:lnTo>
                  <a:lnTo>
                    <a:pt x="901160" y="5004002"/>
                  </a:lnTo>
                  <a:lnTo>
                    <a:pt x="901513" y="5004002"/>
                  </a:lnTo>
                  <a:lnTo>
                    <a:pt x="901630" y="5004002"/>
                  </a:lnTo>
                  <a:lnTo>
                    <a:pt x="901748" y="5004002"/>
                  </a:lnTo>
                  <a:lnTo>
                    <a:pt x="901983" y="5004002"/>
                  </a:lnTo>
                  <a:lnTo>
                    <a:pt x="901983" y="5003572"/>
                  </a:lnTo>
                  <a:lnTo>
                    <a:pt x="902101" y="5002710"/>
                  </a:lnTo>
                  <a:lnTo>
                    <a:pt x="902219" y="5002710"/>
                  </a:lnTo>
                  <a:lnTo>
                    <a:pt x="902571" y="5002710"/>
                  </a:lnTo>
                  <a:lnTo>
                    <a:pt x="902689" y="5002280"/>
                  </a:lnTo>
                  <a:lnTo>
                    <a:pt x="902689" y="5001849"/>
                  </a:lnTo>
                  <a:lnTo>
                    <a:pt x="902807" y="5001849"/>
                  </a:lnTo>
                  <a:lnTo>
                    <a:pt x="902924" y="5001849"/>
                  </a:lnTo>
                  <a:lnTo>
                    <a:pt x="903042" y="5001849"/>
                  </a:lnTo>
                  <a:lnTo>
                    <a:pt x="903159" y="5001419"/>
                  </a:lnTo>
                  <a:lnTo>
                    <a:pt x="903277" y="5001419"/>
                  </a:lnTo>
                  <a:lnTo>
                    <a:pt x="903277" y="5000988"/>
                  </a:lnTo>
                  <a:lnTo>
                    <a:pt x="903395" y="5000988"/>
                  </a:lnTo>
                  <a:lnTo>
                    <a:pt x="903395" y="5000557"/>
                  </a:lnTo>
                  <a:lnTo>
                    <a:pt x="903512" y="5000127"/>
                  </a:lnTo>
                  <a:lnTo>
                    <a:pt x="903748" y="5000127"/>
                  </a:lnTo>
                  <a:lnTo>
                    <a:pt x="903865" y="5000127"/>
                  </a:lnTo>
                  <a:lnTo>
                    <a:pt x="903983" y="5000127"/>
                  </a:lnTo>
                  <a:lnTo>
                    <a:pt x="904100" y="5000127"/>
                  </a:lnTo>
                  <a:lnTo>
                    <a:pt x="904336" y="4999696"/>
                  </a:lnTo>
                  <a:lnTo>
                    <a:pt x="904336" y="4999266"/>
                  </a:lnTo>
                  <a:lnTo>
                    <a:pt x="904336" y="4998835"/>
                  </a:lnTo>
                  <a:lnTo>
                    <a:pt x="904571" y="4998835"/>
                  </a:lnTo>
                  <a:lnTo>
                    <a:pt x="904806" y="4998835"/>
                  </a:lnTo>
                  <a:lnTo>
                    <a:pt x="904924" y="4998835"/>
                  </a:lnTo>
                  <a:lnTo>
                    <a:pt x="905041" y="4998835"/>
                  </a:lnTo>
                  <a:lnTo>
                    <a:pt x="905041" y="4998404"/>
                  </a:lnTo>
                  <a:lnTo>
                    <a:pt x="905041" y="4997974"/>
                  </a:lnTo>
                  <a:lnTo>
                    <a:pt x="905041" y="4997543"/>
                  </a:lnTo>
                  <a:lnTo>
                    <a:pt x="905159" y="4997543"/>
                  </a:lnTo>
                  <a:lnTo>
                    <a:pt x="905512" y="4996682"/>
                  </a:lnTo>
                  <a:lnTo>
                    <a:pt x="905512" y="4996251"/>
                  </a:lnTo>
                  <a:lnTo>
                    <a:pt x="905512" y="4995821"/>
                  </a:lnTo>
                  <a:lnTo>
                    <a:pt x="905629" y="4995390"/>
                  </a:lnTo>
                  <a:lnTo>
                    <a:pt x="905747" y="4995390"/>
                  </a:lnTo>
                  <a:lnTo>
                    <a:pt x="905747" y="4994960"/>
                  </a:lnTo>
                  <a:lnTo>
                    <a:pt x="905865" y="4994960"/>
                  </a:lnTo>
                  <a:lnTo>
                    <a:pt x="905982" y="4994529"/>
                  </a:lnTo>
                  <a:lnTo>
                    <a:pt x="906217" y="4993237"/>
                  </a:lnTo>
                  <a:lnTo>
                    <a:pt x="906335" y="4993237"/>
                  </a:lnTo>
                  <a:lnTo>
                    <a:pt x="906453" y="4993237"/>
                  </a:lnTo>
                  <a:lnTo>
                    <a:pt x="906688" y="4993237"/>
                  </a:lnTo>
                  <a:lnTo>
                    <a:pt x="906923" y="4993237"/>
                  </a:lnTo>
                  <a:lnTo>
                    <a:pt x="907041" y="4993237"/>
                  </a:lnTo>
                  <a:lnTo>
                    <a:pt x="907276" y="4993237"/>
                  </a:lnTo>
                  <a:lnTo>
                    <a:pt x="907394" y="4992807"/>
                  </a:lnTo>
                  <a:lnTo>
                    <a:pt x="907629" y="4992807"/>
                  </a:lnTo>
                  <a:lnTo>
                    <a:pt x="907982" y="4992807"/>
                  </a:lnTo>
                  <a:lnTo>
                    <a:pt x="908099" y="4992807"/>
                  </a:lnTo>
                  <a:lnTo>
                    <a:pt x="908099" y="4992376"/>
                  </a:lnTo>
                  <a:lnTo>
                    <a:pt x="908334" y="4992376"/>
                  </a:lnTo>
                  <a:lnTo>
                    <a:pt x="908570" y="4991515"/>
                  </a:lnTo>
                  <a:lnTo>
                    <a:pt x="908805" y="4991084"/>
                  </a:lnTo>
                  <a:lnTo>
                    <a:pt x="908923" y="4991084"/>
                  </a:lnTo>
                  <a:lnTo>
                    <a:pt x="909040" y="4990223"/>
                  </a:lnTo>
                  <a:lnTo>
                    <a:pt x="909158" y="4990223"/>
                  </a:lnTo>
                  <a:lnTo>
                    <a:pt x="909393" y="4990223"/>
                  </a:lnTo>
                  <a:lnTo>
                    <a:pt x="909511" y="4990223"/>
                  </a:lnTo>
                  <a:lnTo>
                    <a:pt x="909628" y="4990223"/>
                  </a:lnTo>
                  <a:lnTo>
                    <a:pt x="909628" y="4989362"/>
                  </a:lnTo>
                  <a:lnTo>
                    <a:pt x="909746" y="4989362"/>
                  </a:lnTo>
                  <a:lnTo>
                    <a:pt x="909863" y="4988931"/>
                  </a:lnTo>
                  <a:lnTo>
                    <a:pt x="909981" y="4988931"/>
                  </a:lnTo>
                  <a:lnTo>
                    <a:pt x="910099" y="4988501"/>
                  </a:lnTo>
                  <a:lnTo>
                    <a:pt x="910216" y="4988070"/>
                  </a:lnTo>
                  <a:lnTo>
                    <a:pt x="910216" y="4987639"/>
                  </a:lnTo>
                  <a:lnTo>
                    <a:pt x="910334" y="4987639"/>
                  </a:lnTo>
                  <a:lnTo>
                    <a:pt x="910334" y="4987209"/>
                  </a:lnTo>
                  <a:lnTo>
                    <a:pt x="910452" y="4987209"/>
                  </a:lnTo>
                  <a:lnTo>
                    <a:pt x="910452" y="4986778"/>
                  </a:lnTo>
                  <a:lnTo>
                    <a:pt x="910569" y="4985917"/>
                  </a:lnTo>
                  <a:lnTo>
                    <a:pt x="910569" y="4985486"/>
                  </a:lnTo>
                  <a:lnTo>
                    <a:pt x="910687" y="4985056"/>
                  </a:lnTo>
                  <a:lnTo>
                    <a:pt x="911392" y="4984625"/>
                  </a:lnTo>
                  <a:lnTo>
                    <a:pt x="911510" y="4984625"/>
                  </a:lnTo>
                  <a:lnTo>
                    <a:pt x="911628" y="4984625"/>
                  </a:lnTo>
                  <a:lnTo>
                    <a:pt x="911628" y="4984195"/>
                  </a:lnTo>
                  <a:lnTo>
                    <a:pt x="911863" y="4983764"/>
                  </a:lnTo>
                  <a:lnTo>
                    <a:pt x="911863" y="4982903"/>
                  </a:lnTo>
                  <a:lnTo>
                    <a:pt x="911981" y="4982903"/>
                  </a:lnTo>
                  <a:lnTo>
                    <a:pt x="912216" y="4982903"/>
                  </a:lnTo>
                  <a:lnTo>
                    <a:pt x="912451" y="4982903"/>
                  </a:lnTo>
                  <a:lnTo>
                    <a:pt x="912451" y="4982472"/>
                  </a:lnTo>
                  <a:lnTo>
                    <a:pt x="912569" y="4982472"/>
                  </a:lnTo>
                  <a:lnTo>
                    <a:pt x="912686" y="4982472"/>
                  </a:lnTo>
                  <a:lnTo>
                    <a:pt x="912686" y="4982042"/>
                  </a:lnTo>
                  <a:lnTo>
                    <a:pt x="912921" y="4982042"/>
                  </a:lnTo>
                  <a:lnTo>
                    <a:pt x="912921" y="4981611"/>
                  </a:lnTo>
                  <a:lnTo>
                    <a:pt x="913039" y="4981611"/>
                  </a:lnTo>
                  <a:lnTo>
                    <a:pt x="913157" y="4981611"/>
                  </a:lnTo>
                  <a:lnTo>
                    <a:pt x="913274" y="4981611"/>
                  </a:lnTo>
                  <a:lnTo>
                    <a:pt x="913509" y="4981611"/>
                  </a:lnTo>
                  <a:lnTo>
                    <a:pt x="913627" y="4981611"/>
                  </a:lnTo>
                  <a:lnTo>
                    <a:pt x="913745" y="4981611"/>
                  </a:lnTo>
                  <a:lnTo>
                    <a:pt x="914215" y="4981611"/>
                  </a:lnTo>
                  <a:lnTo>
                    <a:pt x="914333" y="4981611"/>
                  </a:lnTo>
                  <a:lnTo>
                    <a:pt x="914333" y="4981180"/>
                  </a:lnTo>
                  <a:lnTo>
                    <a:pt x="914450" y="4981180"/>
                  </a:lnTo>
                  <a:lnTo>
                    <a:pt x="914450" y="4980750"/>
                  </a:lnTo>
                  <a:lnTo>
                    <a:pt x="914803" y="4980750"/>
                  </a:lnTo>
                  <a:lnTo>
                    <a:pt x="914921" y="4980750"/>
                  </a:lnTo>
                  <a:lnTo>
                    <a:pt x="914921" y="4980319"/>
                  </a:lnTo>
                  <a:lnTo>
                    <a:pt x="915038" y="4980319"/>
                  </a:lnTo>
                  <a:lnTo>
                    <a:pt x="915156" y="4980319"/>
                  </a:lnTo>
                  <a:lnTo>
                    <a:pt x="915156" y="4979889"/>
                  </a:lnTo>
                  <a:lnTo>
                    <a:pt x="915274" y="4979889"/>
                  </a:lnTo>
                  <a:lnTo>
                    <a:pt x="915509" y="4979889"/>
                  </a:lnTo>
                  <a:lnTo>
                    <a:pt x="915509" y="4979458"/>
                  </a:lnTo>
                  <a:lnTo>
                    <a:pt x="915509" y="4979027"/>
                  </a:lnTo>
                  <a:lnTo>
                    <a:pt x="915744" y="4979027"/>
                  </a:lnTo>
                  <a:lnTo>
                    <a:pt x="915744" y="4978597"/>
                  </a:lnTo>
                  <a:lnTo>
                    <a:pt x="915862" y="4978597"/>
                  </a:lnTo>
                  <a:lnTo>
                    <a:pt x="916215" y="4978597"/>
                  </a:lnTo>
                  <a:lnTo>
                    <a:pt x="916450" y="4978597"/>
                  </a:lnTo>
                  <a:lnTo>
                    <a:pt x="916450" y="4978166"/>
                  </a:lnTo>
                  <a:lnTo>
                    <a:pt x="916567" y="4977736"/>
                  </a:lnTo>
                  <a:lnTo>
                    <a:pt x="916567" y="4977305"/>
                  </a:lnTo>
                  <a:lnTo>
                    <a:pt x="916685" y="4976874"/>
                  </a:lnTo>
                  <a:lnTo>
                    <a:pt x="916803" y="4976874"/>
                  </a:lnTo>
                  <a:lnTo>
                    <a:pt x="917038" y="4976874"/>
                  </a:lnTo>
                  <a:lnTo>
                    <a:pt x="917038" y="4976013"/>
                  </a:lnTo>
                  <a:lnTo>
                    <a:pt x="917156" y="4976013"/>
                  </a:lnTo>
                  <a:lnTo>
                    <a:pt x="917391" y="4976013"/>
                  </a:lnTo>
                  <a:lnTo>
                    <a:pt x="917508" y="4975152"/>
                  </a:lnTo>
                  <a:lnTo>
                    <a:pt x="917744" y="4974721"/>
                  </a:lnTo>
                  <a:lnTo>
                    <a:pt x="917861" y="4974721"/>
                  </a:lnTo>
                  <a:lnTo>
                    <a:pt x="918096" y="4974291"/>
                  </a:lnTo>
                  <a:lnTo>
                    <a:pt x="918214" y="4973860"/>
                  </a:lnTo>
                  <a:lnTo>
                    <a:pt x="918449" y="4973860"/>
                  </a:lnTo>
                  <a:lnTo>
                    <a:pt x="918802" y="4973860"/>
                  </a:lnTo>
                  <a:lnTo>
                    <a:pt x="918920" y="4973860"/>
                  </a:lnTo>
                  <a:lnTo>
                    <a:pt x="919037" y="4973430"/>
                  </a:lnTo>
                  <a:lnTo>
                    <a:pt x="919390" y="4972999"/>
                  </a:lnTo>
                  <a:lnTo>
                    <a:pt x="919625" y="4972999"/>
                  </a:lnTo>
                  <a:lnTo>
                    <a:pt x="919743" y="4972999"/>
                  </a:lnTo>
                  <a:lnTo>
                    <a:pt x="919978" y="4972568"/>
                  </a:lnTo>
                  <a:lnTo>
                    <a:pt x="919978" y="4971707"/>
                  </a:lnTo>
                  <a:lnTo>
                    <a:pt x="920096" y="4971707"/>
                  </a:lnTo>
                  <a:lnTo>
                    <a:pt x="920096" y="4970846"/>
                  </a:lnTo>
                  <a:lnTo>
                    <a:pt x="920214" y="4970846"/>
                  </a:lnTo>
                  <a:lnTo>
                    <a:pt x="920331" y="4970846"/>
                  </a:lnTo>
                  <a:lnTo>
                    <a:pt x="920449" y="4970846"/>
                  </a:lnTo>
                  <a:lnTo>
                    <a:pt x="920566" y="4970846"/>
                  </a:lnTo>
                  <a:lnTo>
                    <a:pt x="920684" y="4970846"/>
                  </a:lnTo>
                  <a:lnTo>
                    <a:pt x="920919" y="4970846"/>
                  </a:lnTo>
                  <a:lnTo>
                    <a:pt x="921154" y="4970846"/>
                  </a:lnTo>
                  <a:lnTo>
                    <a:pt x="921154" y="4970415"/>
                  </a:lnTo>
                  <a:lnTo>
                    <a:pt x="921507" y="4969985"/>
                  </a:lnTo>
                  <a:lnTo>
                    <a:pt x="921625" y="4969985"/>
                  </a:lnTo>
                  <a:lnTo>
                    <a:pt x="921742" y="4969985"/>
                  </a:lnTo>
                  <a:lnTo>
                    <a:pt x="921742" y="4969554"/>
                  </a:lnTo>
                  <a:lnTo>
                    <a:pt x="921860" y="4969554"/>
                  </a:lnTo>
                  <a:lnTo>
                    <a:pt x="921978" y="4969554"/>
                  </a:lnTo>
                  <a:lnTo>
                    <a:pt x="922095" y="4969554"/>
                  </a:lnTo>
                  <a:lnTo>
                    <a:pt x="922213" y="4969554"/>
                  </a:lnTo>
                  <a:lnTo>
                    <a:pt x="922331" y="4969554"/>
                  </a:lnTo>
                  <a:lnTo>
                    <a:pt x="922448" y="4969554"/>
                  </a:lnTo>
                  <a:lnTo>
                    <a:pt x="922566" y="4969554"/>
                  </a:lnTo>
                  <a:lnTo>
                    <a:pt x="922566" y="4969124"/>
                  </a:lnTo>
                  <a:lnTo>
                    <a:pt x="922683" y="4969124"/>
                  </a:lnTo>
                  <a:lnTo>
                    <a:pt x="922801" y="4969124"/>
                  </a:lnTo>
                  <a:lnTo>
                    <a:pt x="922919" y="4968693"/>
                  </a:lnTo>
                  <a:lnTo>
                    <a:pt x="923271" y="4968262"/>
                  </a:lnTo>
                  <a:lnTo>
                    <a:pt x="923389" y="4968262"/>
                  </a:lnTo>
                  <a:lnTo>
                    <a:pt x="923507" y="4968262"/>
                  </a:lnTo>
                  <a:lnTo>
                    <a:pt x="923624" y="4968262"/>
                  </a:lnTo>
                  <a:lnTo>
                    <a:pt x="923624" y="4967832"/>
                  </a:lnTo>
                  <a:lnTo>
                    <a:pt x="923624" y="4967401"/>
                  </a:lnTo>
                  <a:lnTo>
                    <a:pt x="923742" y="4967401"/>
                  </a:lnTo>
                  <a:lnTo>
                    <a:pt x="924095" y="4966971"/>
                  </a:lnTo>
                  <a:lnTo>
                    <a:pt x="924448" y="4966971"/>
                  </a:lnTo>
                  <a:lnTo>
                    <a:pt x="924565" y="4966971"/>
                  </a:lnTo>
                  <a:lnTo>
                    <a:pt x="924683" y="4966971"/>
                  </a:lnTo>
                  <a:lnTo>
                    <a:pt x="924800" y="4966971"/>
                  </a:lnTo>
                  <a:lnTo>
                    <a:pt x="924918" y="4966971"/>
                  </a:lnTo>
                  <a:lnTo>
                    <a:pt x="925036" y="4966540"/>
                  </a:lnTo>
                  <a:lnTo>
                    <a:pt x="925741" y="4966109"/>
                  </a:lnTo>
                  <a:lnTo>
                    <a:pt x="925859" y="4966109"/>
                  </a:lnTo>
                  <a:lnTo>
                    <a:pt x="925977" y="4966109"/>
                  </a:lnTo>
                  <a:lnTo>
                    <a:pt x="926094" y="4966109"/>
                  </a:lnTo>
                  <a:lnTo>
                    <a:pt x="926094" y="4965679"/>
                  </a:lnTo>
                  <a:lnTo>
                    <a:pt x="926329" y="4965248"/>
                  </a:lnTo>
                  <a:lnTo>
                    <a:pt x="926447" y="4965248"/>
                  </a:lnTo>
                  <a:lnTo>
                    <a:pt x="926565" y="4964387"/>
                  </a:lnTo>
                  <a:lnTo>
                    <a:pt x="926800" y="4964387"/>
                  </a:lnTo>
                  <a:lnTo>
                    <a:pt x="926918" y="4964387"/>
                  </a:lnTo>
                  <a:lnTo>
                    <a:pt x="926918" y="4963526"/>
                  </a:lnTo>
                  <a:lnTo>
                    <a:pt x="927035" y="4963526"/>
                  </a:lnTo>
                  <a:lnTo>
                    <a:pt x="927035" y="4963095"/>
                  </a:lnTo>
                  <a:lnTo>
                    <a:pt x="927153" y="4963095"/>
                  </a:lnTo>
                  <a:lnTo>
                    <a:pt x="927270" y="4963095"/>
                  </a:lnTo>
                  <a:lnTo>
                    <a:pt x="927388" y="4963095"/>
                  </a:lnTo>
                  <a:lnTo>
                    <a:pt x="927623" y="4963095"/>
                  </a:lnTo>
                  <a:lnTo>
                    <a:pt x="927976" y="4963095"/>
                  </a:lnTo>
                  <a:lnTo>
                    <a:pt x="927976" y="4962665"/>
                  </a:lnTo>
                  <a:lnTo>
                    <a:pt x="928211" y="4962665"/>
                  </a:lnTo>
                  <a:lnTo>
                    <a:pt x="928329" y="4962234"/>
                  </a:lnTo>
                  <a:lnTo>
                    <a:pt x="928329" y="4961803"/>
                  </a:lnTo>
                  <a:lnTo>
                    <a:pt x="928564" y="4961803"/>
                  </a:lnTo>
                  <a:lnTo>
                    <a:pt x="928682" y="4961373"/>
                  </a:lnTo>
                  <a:lnTo>
                    <a:pt x="928799" y="4961373"/>
                  </a:lnTo>
                  <a:lnTo>
                    <a:pt x="929152" y="4960942"/>
                  </a:lnTo>
                  <a:lnTo>
                    <a:pt x="929270" y="4960942"/>
                  </a:lnTo>
                  <a:lnTo>
                    <a:pt x="929505" y="4960942"/>
                  </a:lnTo>
                  <a:lnTo>
                    <a:pt x="929505" y="4960512"/>
                  </a:lnTo>
                  <a:lnTo>
                    <a:pt x="929740" y="4960081"/>
                  </a:lnTo>
                  <a:lnTo>
                    <a:pt x="929975" y="4960081"/>
                  </a:lnTo>
                  <a:lnTo>
                    <a:pt x="930093" y="4959220"/>
                  </a:lnTo>
                  <a:lnTo>
                    <a:pt x="930211" y="4959220"/>
                  </a:lnTo>
                  <a:lnTo>
                    <a:pt x="930564" y="4959220"/>
                  </a:lnTo>
                  <a:lnTo>
                    <a:pt x="930681" y="4958789"/>
                  </a:lnTo>
                  <a:lnTo>
                    <a:pt x="930799" y="4958789"/>
                  </a:lnTo>
                  <a:lnTo>
                    <a:pt x="931034" y="4958789"/>
                  </a:lnTo>
                  <a:lnTo>
                    <a:pt x="931152" y="4958359"/>
                  </a:lnTo>
                  <a:lnTo>
                    <a:pt x="931269" y="4958359"/>
                  </a:lnTo>
                  <a:lnTo>
                    <a:pt x="931622" y="4958359"/>
                  </a:lnTo>
                  <a:lnTo>
                    <a:pt x="931740" y="4958359"/>
                  </a:lnTo>
                  <a:lnTo>
                    <a:pt x="931857" y="4958359"/>
                  </a:lnTo>
                  <a:lnTo>
                    <a:pt x="931857" y="4957928"/>
                  </a:lnTo>
                  <a:lnTo>
                    <a:pt x="931975" y="4957928"/>
                  </a:lnTo>
                  <a:lnTo>
                    <a:pt x="931975" y="4957497"/>
                  </a:lnTo>
                  <a:lnTo>
                    <a:pt x="932563" y="4957497"/>
                  </a:lnTo>
                  <a:lnTo>
                    <a:pt x="932681" y="4957497"/>
                  </a:lnTo>
                  <a:lnTo>
                    <a:pt x="932916" y="4957497"/>
                  </a:lnTo>
                  <a:lnTo>
                    <a:pt x="933033" y="4957497"/>
                  </a:lnTo>
                  <a:lnTo>
                    <a:pt x="933269" y="4957497"/>
                  </a:lnTo>
                  <a:lnTo>
                    <a:pt x="933386" y="4957067"/>
                  </a:lnTo>
                  <a:lnTo>
                    <a:pt x="933622" y="4957067"/>
                  </a:lnTo>
                  <a:lnTo>
                    <a:pt x="933739" y="4957067"/>
                  </a:lnTo>
                  <a:lnTo>
                    <a:pt x="934092" y="4957067"/>
                  </a:lnTo>
                  <a:lnTo>
                    <a:pt x="934210" y="4957067"/>
                  </a:lnTo>
                  <a:lnTo>
                    <a:pt x="934327" y="4957067"/>
                  </a:lnTo>
                  <a:lnTo>
                    <a:pt x="934445" y="4957067"/>
                  </a:lnTo>
                  <a:lnTo>
                    <a:pt x="934445" y="4956636"/>
                  </a:lnTo>
                  <a:lnTo>
                    <a:pt x="934445" y="4956206"/>
                  </a:lnTo>
                  <a:lnTo>
                    <a:pt x="934445" y="4955775"/>
                  </a:lnTo>
                  <a:lnTo>
                    <a:pt x="934562" y="4955775"/>
                  </a:lnTo>
                  <a:lnTo>
                    <a:pt x="934680" y="4955344"/>
                  </a:lnTo>
                  <a:lnTo>
                    <a:pt x="934798" y="4955344"/>
                  </a:lnTo>
                  <a:lnTo>
                    <a:pt x="935033" y="4955344"/>
                  </a:lnTo>
                  <a:lnTo>
                    <a:pt x="935151" y="4954914"/>
                  </a:lnTo>
                  <a:lnTo>
                    <a:pt x="935151" y="4954483"/>
                  </a:lnTo>
                  <a:lnTo>
                    <a:pt x="935268" y="4954483"/>
                  </a:lnTo>
                  <a:lnTo>
                    <a:pt x="935268" y="4954053"/>
                  </a:lnTo>
                  <a:lnTo>
                    <a:pt x="935503" y="4954053"/>
                  </a:lnTo>
                  <a:lnTo>
                    <a:pt x="935621" y="4954053"/>
                  </a:lnTo>
                  <a:lnTo>
                    <a:pt x="935974" y="4953622"/>
                  </a:lnTo>
                  <a:lnTo>
                    <a:pt x="935974" y="4953191"/>
                  </a:lnTo>
                  <a:lnTo>
                    <a:pt x="936327" y="4952761"/>
                  </a:lnTo>
                  <a:lnTo>
                    <a:pt x="936444" y="4952761"/>
                  </a:lnTo>
                  <a:lnTo>
                    <a:pt x="936562" y="4952761"/>
                  </a:lnTo>
                  <a:lnTo>
                    <a:pt x="936680" y="4952330"/>
                  </a:lnTo>
                  <a:lnTo>
                    <a:pt x="936797" y="4952330"/>
                  </a:lnTo>
                  <a:lnTo>
                    <a:pt x="936915" y="4952330"/>
                  </a:lnTo>
                  <a:lnTo>
                    <a:pt x="936915" y="4951900"/>
                  </a:lnTo>
                  <a:lnTo>
                    <a:pt x="937032" y="4951900"/>
                  </a:lnTo>
                  <a:lnTo>
                    <a:pt x="937150" y="4951469"/>
                  </a:lnTo>
                  <a:lnTo>
                    <a:pt x="937150" y="4951038"/>
                  </a:lnTo>
                  <a:lnTo>
                    <a:pt x="937268" y="4951038"/>
                  </a:lnTo>
                  <a:lnTo>
                    <a:pt x="937385" y="4951038"/>
                  </a:lnTo>
                  <a:lnTo>
                    <a:pt x="937620" y="4951038"/>
                  </a:lnTo>
                  <a:lnTo>
                    <a:pt x="937620" y="4950608"/>
                  </a:lnTo>
                  <a:lnTo>
                    <a:pt x="937738" y="4950608"/>
                  </a:lnTo>
                  <a:lnTo>
                    <a:pt x="937738" y="4950177"/>
                  </a:lnTo>
                  <a:lnTo>
                    <a:pt x="937738" y="4949747"/>
                  </a:lnTo>
                  <a:lnTo>
                    <a:pt x="937738" y="4949316"/>
                  </a:lnTo>
                  <a:lnTo>
                    <a:pt x="937856" y="4949316"/>
                  </a:lnTo>
                  <a:lnTo>
                    <a:pt x="937973" y="4948885"/>
                  </a:lnTo>
                  <a:lnTo>
                    <a:pt x="938091" y="4948885"/>
                  </a:lnTo>
                  <a:lnTo>
                    <a:pt x="938326" y="4948024"/>
                  </a:lnTo>
                  <a:lnTo>
                    <a:pt x="938444" y="4948024"/>
                  </a:lnTo>
                  <a:lnTo>
                    <a:pt x="938444" y="4947594"/>
                  </a:lnTo>
                  <a:lnTo>
                    <a:pt x="938561" y="4947163"/>
                  </a:lnTo>
                  <a:lnTo>
                    <a:pt x="938679" y="4947163"/>
                  </a:lnTo>
                  <a:lnTo>
                    <a:pt x="938797" y="4946732"/>
                  </a:lnTo>
                  <a:lnTo>
                    <a:pt x="938914" y="4946732"/>
                  </a:lnTo>
                  <a:lnTo>
                    <a:pt x="938914" y="4945871"/>
                  </a:lnTo>
                  <a:lnTo>
                    <a:pt x="938914" y="4945441"/>
                  </a:lnTo>
                  <a:lnTo>
                    <a:pt x="939032" y="4945441"/>
                  </a:lnTo>
                  <a:lnTo>
                    <a:pt x="939149" y="4945010"/>
                  </a:lnTo>
                  <a:lnTo>
                    <a:pt x="939149" y="4944579"/>
                  </a:lnTo>
                  <a:lnTo>
                    <a:pt x="939267" y="4944579"/>
                  </a:lnTo>
                  <a:lnTo>
                    <a:pt x="939502" y="4944149"/>
                  </a:lnTo>
                  <a:lnTo>
                    <a:pt x="939620" y="4944149"/>
                  </a:lnTo>
                  <a:lnTo>
                    <a:pt x="939737" y="4944149"/>
                  </a:lnTo>
                  <a:lnTo>
                    <a:pt x="939855" y="4944149"/>
                  </a:lnTo>
                  <a:lnTo>
                    <a:pt x="940090" y="4944149"/>
                  </a:lnTo>
                  <a:lnTo>
                    <a:pt x="940208" y="4944149"/>
                  </a:lnTo>
                  <a:lnTo>
                    <a:pt x="940443" y="4944149"/>
                  </a:lnTo>
                  <a:lnTo>
                    <a:pt x="940561" y="4944149"/>
                  </a:lnTo>
                  <a:lnTo>
                    <a:pt x="940678" y="4944149"/>
                  </a:lnTo>
                  <a:lnTo>
                    <a:pt x="940796" y="4944149"/>
                  </a:lnTo>
                  <a:lnTo>
                    <a:pt x="940914" y="4944149"/>
                  </a:lnTo>
                  <a:lnTo>
                    <a:pt x="941149" y="4943718"/>
                  </a:lnTo>
                  <a:lnTo>
                    <a:pt x="941266" y="4943718"/>
                  </a:lnTo>
                  <a:lnTo>
                    <a:pt x="941384" y="4942857"/>
                  </a:lnTo>
                  <a:lnTo>
                    <a:pt x="941502" y="4942857"/>
                  </a:lnTo>
                  <a:lnTo>
                    <a:pt x="941855" y="4942426"/>
                  </a:lnTo>
                  <a:lnTo>
                    <a:pt x="941972" y="4941996"/>
                  </a:lnTo>
                  <a:lnTo>
                    <a:pt x="942090" y="4941996"/>
                  </a:lnTo>
                  <a:lnTo>
                    <a:pt x="942207" y="4941996"/>
                  </a:lnTo>
                  <a:lnTo>
                    <a:pt x="942795" y="4941996"/>
                  </a:lnTo>
                  <a:lnTo>
                    <a:pt x="943031" y="4941996"/>
                  </a:lnTo>
                  <a:lnTo>
                    <a:pt x="943148" y="4941996"/>
                  </a:lnTo>
                  <a:lnTo>
                    <a:pt x="943266" y="4941565"/>
                  </a:lnTo>
                  <a:lnTo>
                    <a:pt x="943619" y="4941135"/>
                  </a:lnTo>
                  <a:lnTo>
                    <a:pt x="943854" y="4941135"/>
                  </a:lnTo>
                  <a:lnTo>
                    <a:pt x="944089" y="4941135"/>
                  </a:lnTo>
                  <a:lnTo>
                    <a:pt x="944207" y="4941135"/>
                  </a:lnTo>
                  <a:lnTo>
                    <a:pt x="944442" y="4940704"/>
                  </a:lnTo>
                  <a:lnTo>
                    <a:pt x="944677" y="4940704"/>
                  </a:lnTo>
                  <a:lnTo>
                    <a:pt x="944795" y="4940704"/>
                  </a:lnTo>
                  <a:lnTo>
                    <a:pt x="944913" y="4940273"/>
                  </a:lnTo>
                  <a:lnTo>
                    <a:pt x="945148" y="4940273"/>
                  </a:lnTo>
                  <a:lnTo>
                    <a:pt x="945383" y="4940273"/>
                  </a:lnTo>
                  <a:lnTo>
                    <a:pt x="945501" y="4940273"/>
                  </a:lnTo>
                  <a:lnTo>
                    <a:pt x="945618" y="4939843"/>
                  </a:lnTo>
                  <a:lnTo>
                    <a:pt x="945618" y="4939412"/>
                  </a:lnTo>
                  <a:lnTo>
                    <a:pt x="945853" y="4939412"/>
                  </a:lnTo>
                  <a:lnTo>
                    <a:pt x="945853" y="4938982"/>
                  </a:lnTo>
                  <a:lnTo>
                    <a:pt x="945971" y="4938982"/>
                  </a:lnTo>
                  <a:lnTo>
                    <a:pt x="945971" y="4938551"/>
                  </a:lnTo>
                  <a:lnTo>
                    <a:pt x="946089" y="4938551"/>
                  </a:lnTo>
                  <a:lnTo>
                    <a:pt x="946206" y="4938120"/>
                  </a:lnTo>
                  <a:lnTo>
                    <a:pt x="946324" y="4937690"/>
                  </a:lnTo>
                  <a:lnTo>
                    <a:pt x="946559" y="4937259"/>
                  </a:lnTo>
                  <a:lnTo>
                    <a:pt x="946794" y="4936398"/>
                  </a:lnTo>
                  <a:lnTo>
                    <a:pt x="947030" y="4935967"/>
                  </a:lnTo>
                  <a:lnTo>
                    <a:pt x="947030" y="4935537"/>
                  </a:lnTo>
                  <a:lnTo>
                    <a:pt x="947030" y="4934676"/>
                  </a:lnTo>
                  <a:lnTo>
                    <a:pt x="947147" y="4934676"/>
                  </a:lnTo>
                  <a:lnTo>
                    <a:pt x="947265" y="4934676"/>
                  </a:lnTo>
                  <a:lnTo>
                    <a:pt x="947382" y="4934245"/>
                  </a:lnTo>
                  <a:lnTo>
                    <a:pt x="947500" y="4934245"/>
                  </a:lnTo>
                  <a:lnTo>
                    <a:pt x="947500" y="4933814"/>
                  </a:lnTo>
                  <a:lnTo>
                    <a:pt x="947618" y="4933814"/>
                  </a:lnTo>
                  <a:lnTo>
                    <a:pt x="947853" y="4933814"/>
                  </a:lnTo>
                  <a:lnTo>
                    <a:pt x="947970" y="4932523"/>
                  </a:lnTo>
                  <a:lnTo>
                    <a:pt x="948206" y="4932523"/>
                  </a:lnTo>
                  <a:lnTo>
                    <a:pt x="948206" y="4932092"/>
                  </a:lnTo>
                  <a:lnTo>
                    <a:pt x="948323" y="4931661"/>
                  </a:lnTo>
                  <a:lnTo>
                    <a:pt x="948441" y="4931661"/>
                  </a:lnTo>
                  <a:lnTo>
                    <a:pt x="948441" y="4931231"/>
                  </a:lnTo>
                  <a:lnTo>
                    <a:pt x="948676" y="4931231"/>
                  </a:lnTo>
                  <a:lnTo>
                    <a:pt x="948794" y="4931231"/>
                  </a:lnTo>
                  <a:lnTo>
                    <a:pt x="949147" y="4931231"/>
                  </a:lnTo>
                  <a:lnTo>
                    <a:pt x="949147" y="4930800"/>
                  </a:lnTo>
                  <a:lnTo>
                    <a:pt x="949264" y="4930800"/>
                  </a:lnTo>
                  <a:lnTo>
                    <a:pt x="949382" y="4930800"/>
                  </a:lnTo>
                  <a:lnTo>
                    <a:pt x="949617" y="4929508"/>
                  </a:lnTo>
                  <a:lnTo>
                    <a:pt x="949617" y="4929078"/>
                  </a:lnTo>
                  <a:lnTo>
                    <a:pt x="949735" y="4928217"/>
                  </a:lnTo>
                  <a:lnTo>
                    <a:pt x="949852" y="4927355"/>
                  </a:lnTo>
                  <a:lnTo>
                    <a:pt x="949970" y="4927355"/>
                  </a:lnTo>
                  <a:lnTo>
                    <a:pt x="950088" y="4927355"/>
                  </a:lnTo>
                  <a:lnTo>
                    <a:pt x="950088" y="4926925"/>
                  </a:lnTo>
                  <a:lnTo>
                    <a:pt x="950205" y="4926925"/>
                  </a:lnTo>
                  <a:lnTo>
                    <a:pt x="950323" y="4926925"/>
                  </a:lnTo>
                  <a:lnTo>
                    <a:pt x="950793" y="4926494"/>
                  </a:lnTo>
                  <a:lnTo>
                    <a:pt x="951146" y="4926064"/>
                  </a:lnTo>
                  <a:lnTo>
                    <a:pt x="951264" y="4926064"/>
                  </a:lnTo>
                  <a:lnTo>
                    <a:pt x="951381" y="4926064"/>
                  </a:lnTo>
                  <a:lnTo>
                    <a:pt x="951499" y="4926064"/>
                  </a:lnTo>
                  <a:lnTo>
                    <a:pt x="951617" y="4926064"/>
                  </a:lnTo>
                  <a:lnTo>
                    <a:pt x="951852" y="4925633"/>
                  </a:lnTo>
                  <a:lnTo>
                    <a:pt x="951852" y="4925202"/>
                  </a:lnTo>
                  <a:lnTo>
                    <a:pt x="952087" y="4925202"/>
                  </a:lnTo>
                  <a:lnTo>
                    <a:pt x="952205" y="4925202"/>
                  </a:lnTo>
                  <a:lnTo>
                    <a:pt x="952205" y="4924772"/>
                  </a:lnTo>
                  <a:lnTo>
                    <a:pt x="952205" y="4924341"/>
                  </a:lnTo>
                  <a:lnTo>
                    <a:pt x="952322" y="4924341"/>
                  </a:lnTo>
                  <a:lnTo>
                    <a:pt x="952557" y="4923911"/>
                  </a:lnTo>
                  <a:lnTo>
                    <a:pt x="952675" y="4923911"/>
                  </a:lnTo>
                  <a:lnTo>
                    <a:pt x="952675" y="4923480"/>
                  </a:lnTo>
                  <a:lnTo>
                    <a:pt x="952910" y="4923049"/>
                  </a:lnTo>
                  <a:lnTo>
                    <a:pt x="952910" y="4922619"/>
                  </a:lnTo>
                  <a:lnTo>
                    <a:pt x="952910" y="4922188"/>
                  </a:lnTo>
                  <a:lnTo>
                    <a:pt x="953028" y="4922188"/>
                  </a:lnTo>
                  <a:lnTo>
                    <a:pt x="953028" y="4920896"/>
                  </a:lnTo>
                  <a:lnTo>
                    <a:pt x="953263" y="4920896"/>
                  </a:lnTo>
                  <a:lnTo>
                    <a:pt x="953381" y="4920896"/>
                  </a:lnTo>
                  <a:lnTo>
                    <a:pt x="953498" y="4920896"/>
                  </a:lnTo>
                  <a:lnTo>
                    <a:pt x="953734" y="4920896"/>
                  </a:lnTo>
                  <a:lnTo>
                    <a:pt x="953851" y="4920896"/>
                  </a:lnTo>
                  <a:lnTo>
                    <a:pt x="953969" y="4920896"/>
                  </a:lnTo>
                  <a:lnTo>
                    <a:pt x="953969" y="4920466"/>
                  </a:lnTo>
                  <a:lnTo>
                    <a:pt x="954086" y="4920035"/>
                  </a:lnTo>
                  <a:lnTo>
                    <a:pt x="954204" y="4920035"/>
                  </a:lnTo>
                  <a:lnTo>
                    <a:pt x="954322" y="4920035"/>
                  </a:lnTo>
                  <a:lnTo>
                    <a:pt x="954322" y="4919605"/>
                  </a:lnTo>
                  <a:lnTo>
                    <a:pt x="954439" y="4919605"/>
                  </a:lnTo>
                  <a:lnTo>
                    <a:pt x="954674" y="4919605"/>
                  </a:lnTo>
                  <a:lnTo>
                    <a:pt x="954792" y="4919605"/>
                  </a:lnTo>
                  <a:lnTo>
                    <a:pt x="954910" y="4918743"/>
                  </a:lnTo>
                  <a:lnTo>
                    <a:pt x="955145" y="4918743"/>
                  </a:lnTo>
                  <a:lnTo>
                    <a:pt x="955263" y="4918743"/>
                  </a:lnTo>
                  <a:lnTo>
                    <a:pt x="955380" y="4918313"/>
                  </a:lnTo>
                  <a:lnTo>
                    <a:pt x="955498" y="4918313"/>
                  </a:lnTo>
                  <a:lnTo>
                    <a:pt x="955615" y="4918313"/>
                  </a:lnTo>
                  <a:lnTo>
                    <a:pt x="955733" y="4917452"/>
                  </a:lnTo>
                  <a:lnTo>
                    <a:pt x="955733" y="4917021"/>
                  </a:lnTo>
                  <a:lnTo>
                    <a:pt x="955733" y="4916590"/>
                  </a:lnTo>
                  <a:lnTo>
                    <a:pt x="955851" y="4916160"/>
                  </a:lnTo>
                  <a:lnTo>
                    <a:pt x="955851" y="4915299"/>
                  </a:lnTo>
                  <a:lnTo>
                    <a:pt x="955968" y="4915299"/>
                  </a:lnTo>
                  <a:lnTo>
                    <a:pt x="956086" y="4915299"/>
                  </a:lnTo>
                  <a:lnTo>
                    <a:pt x="956321" y="4915299"/>
                  </a:lnTo>
                  <a:lnTo>
                    <a:pt x="956321" y="4914868"/>
                  </a:lnTo>
                  <a:lnTo>
                    <a:pt x="956439" y="4914868"/>
                  </a:lnTo>
                  <a:lnTo>
                    <a:pt x="956556" y="4914868"/>
                  </a:lnTo>
                  <a:lnTo>
                    <a:pt x="957027" y="4914437"/>
                  </a:lnTo>
                  <a:lnTo>
                    <a:pt x="957144" y="4914007"/>
                  </a:lnTo>
                  <a:lnTo>
                    <a:pt x="957262" y="4914007"/>
                  </a:lnTo>
                  <a:lnTo>
                    <a:pt x="957380" y="4914007"/>
                  </a:lnTo>
                  <a:lnTo>
                    <a:pt x="957497" y="4914007"/>
                  </a:lnTo>
                  <a:lnTo>
                    <a:pt x="957615" y="4914007"/>
                  </a:lnTo>
                  <a:lnTo>
                    <a:pt x="957615" y="4913576"/>
                  </a:lnTo>
                  <a:lnTo>
                    <a:pt x="957732" y="4913576"/>
                  </a:lnTo>
                  <a:lnTo>
                    <a:pt x="957850" y="4913576"/>
                  </a:lnTo>
                  <a:lnTo>
                    <a:pt x="957968" y="4913576"/>
                  </a:lnTo>
                  <a:lnTo>
                    <a:pt x="958085" y="4913576"/>
                  </a:lnTo>
                  <a:lnTo>
                    <a:pt x="958085" y="4912715"/>
                  </a:lnTo>
                  <a:lnTo>
                    <a:pt x="958203" y="4912715"/>
                  </a:lnTo>
                  <a:lnTo>
                    <a:pt x="958321" y="4912715"/>
                  </a:lnTo>
                  <a:lnTo>
                    <a:pt x="958438" y="4912715"/>
                  </a:lnTo>
                  <a:lnTo>
                    <a:pt x="958556" y="4912284"/>
                  </a:lnTo>
                  <a:lnTo>
                    <a:pt x="958673" y="4912284"/>
                  </a:lnTo>
                  <a:lnTo>
                    <a:pt x="958791" y="4911854"/>
                  </a:lnTo>
                  <a:lnTo>
                    <a:pt x="959026" y="4911854"/>
                  </a:lnTo>
                  <a:lnTo>
                    <a:pt x="959261" y="4911854"/>
                  </a:lnTo>
                  <a:lnTo>
                    <a:pt x="959497" y="4911854"/>
                  </a:lnTo>
                  <a:lnTo>
                    <a:pt x="959614" y="4911423"/>
                  </a:lnTo>
                  <a:lnTo>
                    <a:pt x="959967" y="4910993"/>
                  </a:lnTo>
                  <a:lnTo>
                    <a:pt x="960085" y="4910993"/>
                  </a:lnTo>
                  <a:lnTo>
                    <a:pt x="960202" y="4910993"/>
                  </a:lnTo>
                  <a:lnTo>
                    <a:pt x="960320" y="4910993"/>
                  </a:lnTo>
                  <a:lnTo>
                    <a:pt x="960673" y="4910993"/>
                  </a:lnTo>
                  <a:lnTo>
                    <a:pt x="960673" y="4910562"/>
                  </a:lnTo>
                  <a:lnTo>
                    <a:pt x="960790" y="4910562"/>
                  </a:lnTo>
                  <a:lnTo>
                    <a:pt x="960908" y="4910562"/>
                  </a:lnTo>
                  <a:lnTo>
                    <a:pt x="960908" y="4910131"/>
                  </a:lnTo>
                  <a:lnTo>
                    <a:pt x="961026" y="4909701"/>
                  </a:lnTo>
                  <a:lnTo>
                    <a:pt x="961143" y="4909701"/>
                  </a:lnTo>
                  <a:lnTo>
                    <a:pt x="962672" y="4908409"/>
                  </a:lnTo>
                  <a:lnTo>
                    <a:pt x="962907" y="4907548"/>
                  </a:lnTo>
                  <a:lnTo>
                    <a:pt x="962907" y="4907117"/>
                  </a:lnTo>
                  <a:lnTo>
                    <a:pt x="963143" y="4907117"/>
                  </a:lnTo>
                  <a:lnTo>
                    <a:pt x="963260" y="4907117"/>
                  </a:lnTo>
                  <a:lnTo>
                    <a:pt x="963378" y="4907117"/>
                  </a:lnTo>
                  <a:lnTo>
                    <a:pt x="963496" y="4907117"/>
                  </a:lnTo>
                  <a:lnTo>
                    <a:pt x="963613" y="4906687"/>
                  </a:lnTo>
                  <a:lnTo>
                    <a:pt x="963731" y="4906687"/>
                  </a:lnTo>
                  <a:lnTo>
                    <a:pt x="963848" y="4906256"/>
                  </a:lnTo>
                  <a:lnTo>
                    <a:pt x="963848" y="4905825"/>
                  </a:lnTo>
                  <a:lnTo>
                    <a:pt x="963966" y="4905825"/>
                  </a:lnTo>
                  <a:lnTo>
                    <a:pt x="964084" y="4905825"/>
                  </a:lnTo>
                  <a:lnTo>
                    <a:pt x="964201" y="4905395"/>
                  </a:lnTo>
                  <a:lnTo>
                    <a:pt x="964319" y="4905395"/>
                  </a:lnTo>
                  <a:lnTo>
                    <a:pt x="964436" y="4904964"/>
                  </a:lnTo>
                  <a:lnTo>
                    <a:pt x="964436" y="4904534"/>
                  </a:lnTo>
                  <a:lnTo>
                    <a:pt x="964554" y="4904534"/>
                  </a:lnTo>
                  <a:lnTo>
                    <a:pt x="964672" y="4904534"/>
                  </a:lnTo>
                  <a:lnTo>
                    <a:pt x="964672" y="4903672"/>
                  </a:lnTo>
                  <a:lnTo>
                    <a:pt x="964907" y="4903672"/>
                  </a:lnTo>
                  <a:lnTo>
                    <a:pt x="965025" y="4903672"/>
                  </a:lnTo>
                  <a:lnTo>
                    <a:pt x="965142" y="4903242"/>
                  </a:lnTo>
                  <a:lnTo>
                    <a:pt x="965142" y="4902811"/>
                  </a:lnTo>
                  <a:lnTo>
                    <a:pt x="965142" y="4902381"/>
                  </a:lnTo>
                  <a:lnTo>
                    <a:pt x="965260" y="4902381"/>
                  </a:lnTo>
                  <a:lnTo>
                    <a:pt x="965495" y="4902381"/>
                  </a:lnTo>
                  <a:lnTo>
                    <a:pt x="965613" y="4902381"/>
                  </a:lnTo>
                  <a:lnTo>
                    <a:pt x="965730" y="4901950"/>
                  </a:lnTo>
                  <a:lnTo>
                    <a:pt x="965965" y="4901950"/>
                  </a:lnTo>
                  <a:lnTo>
                    <a:pt x="966083" y="4901519"/>
                  </a:lnTo>
                  <a:lnTo>
                    <a:pt x="966201" y="4901519"/>
                  </a:lnTo>
                  <a:lnTo>
                    <a:pt x="966318" y="4901519"/>
                  </a:lnTo>
                  <a:lnTo>
                    <a:pt x="966671" y="4901519"/>
                  </a:lnTo>
                  <a:lnTo>
                    <a:pt x="966906" y="4901089"/>
                  </a:lnTo>
                  <a:lnTo>
                    <a:pt x="967024" y="4901089"/>
                  </a:lnTo>
                  <a:lnTo>
                    <a:pt x="967142" y="4901089"/>
                  </a:lnTo>
                  <a:lnTo>
                    <a:pt x="967142" y="4900658"/>
                  </a:lnTo>
                  <a:lnTo>
                    <a:pt x="967612" y="4900228"/>
                  </a:lnTo>
                  <a:lnTo>
                    <a:pt x="967730" y="4900228"/>
                  </a:lnTo>
                  <a:lnTo>
                    <a:pt x="967847" y="4900228"/>
                  </a:lnTo>
                  <a:lnTo>
                    <a:pt x="968200" y="4900228"/>
                  </a:lnTo>
                  <a:lnTo>
                    <a:pt x="968200" y="4899797"/>
                  </a:lnTo>
                  <a:lnTo>
                    <a:pt x="968318" y="4899366"/>
                  </a:lnTo>
                  <a:lnTo>
                    <a:pt x="968435" y="4898936"/>
                  </a:lnTo>
                  <a:lnTo>
                    <a:pt x="968553" y="4898936"/>
                  </a:lnTo>
                  <a:lnTo>
                    <a:pt x="968788" y="4898936"/>
                  </a:lnTo>
                  <a:lnTo>
                    <a:pt x="969023" y="4898936"/>
                  </a:lnTo>
                  <a:lnTo>
                    <a:pt x="969259" y="4898936"/>
                  </a:lnTo>
                  <a:lnTo>
                    <a:pt x="969376" y="4898936"/>
                  </a:lnTo>
                  <a:lnTo>
                    <a:pt x="969494" y="4898936"/>
                  </a:lnTo>
                  <a:lnTo>
                    <a:pt x="969611" y="4898936"/>
                  </a:lnTo>
                  <a:lnTo>
                    <a:pt x="969847" y="4898936"/>
                  </a:lnTo>
                  <a:lnTo>
                    <a:pt x="969964" y="4898936"/>
                  </a:lnTo>
                  <a:lnTo>
                    <a:pt x="969964" y="4898505"/>
                  </a:lnTo>
                  <a:lnTo>
                    <a:pt x="969964" y="4898075"/>
                  </a:lnTo>
                  <a:lnTo>
                    <a:pt x="970082" y="4898075"/>
                  </a:lnTo>
                  <a:lnTo>
                    <a:pt x="970200" y="4898075"/>
                  </a:lnTo>
                  <a:lnTo>
                    <a:pt x="970435" y="4898075"/>
                  </a:lnTo>
                  <a:lnTo>
                    <a:pt x="970552" y="4898075"/>
                  </a:lnTo>
                  <a:lnTo>
                    <a:pt x="970905" y="4898075"/>
                  </a:lnTo>
                  <a:lnTo>
                    <a:pt x="970905" y="4897644"/>
                  </a:lnTo>
                  <a:lnTo>
                    <a:pt x="971023" y="4897644"/>
                  </a:lnTo>
                  <a:lnTo>
                    <a:pt x="971140" y="4897644"/>
                  </a:lnTo>
                  <a:lnTo>
                    <a:pt x="971258" y="4897644"/>
                  </a:lnTo>
                  <a:lnTo>
                    <a:pt x="971258" y="4897213"/>
                  </a:lnTo>
                  <a:lnTo>
                    <a:pt x="971376" y="4897213"/>
                  </a:lnTo>
                  <a:lnTo>
                    <a:pt x="971493" y="4897213"/>
                  </a:lnTo>
                  <a:lnTo>
                    <a:pt x="971729" y="4897213"/>
                  </a:lnTo>
                  <a:lnTo>
                    <a:pt x="971846" y="4897213"/>
                  </a:lnTo>
                  <a:lnTo>
                    <a:pt x="972317" y="4896783"/>
                  </a:lnTo>
                  <a:lnTo>
                    <a:pt x="972434" y="4896783"/>
                  </a:lnTo>
                  <a:lnTo>
                    <a:pt x="972552" y="4896783"/>
                  </a:lnTo>
                  <a:lnTo>
                    <a:pt x="972787" y="4895491"/>
                  </a:lnTo>
                  <a:lnTo>
                    <a:pt x="972905" y="4895491"/>
                  </a:lnTo>
                  <a:lnTo>
                    <a:pt x="973022" y="4895491"/>
                  </a:lnTo>
                  <a:lnTo>
                    <a:pt x="973258" y="4895060"/>
                  </a:lnTo>
                  <a:lnTo>
                    <a:pt x="973375" y="4895060"/>
                  </a:lnTo>
                  <a:lnTo>
                    <a:pt x="973493" y="4895060"/>
                  </a:lnTo>
                  <a:lnTo>
                    <a:pt x="973493" y="4894630"/>
                  </a:lnTo>
                  <a:lnTo>
                    <a:pt x="973610" y="4894630"/>
                  </a:lnTo>
                  <a:lnTo>
                    <a:pt x="973728" y="4894630"/>
                  </a:lnTo>
                  <a:lnTo>
                    <a:pt x="973963" y="4894630"/>
                  </a:lnTo>
                  <a:lnTo>
                    <a:pt x="974316" y="4893769"/>
                  </a:lnTo>
                  <a:lnTo>
                    <a:pt x="974434" y="4893769"/>
                  </a:lnTo>
                  <a:lnTo>
                    <a:pt x="974669" y="4893769"/>
                  </a:lnTo>
                  <a:lnTo>
                    <a:pt x="975022" y="4893769"/>
                  </a:lnTo>
                  <a:lnTo>
                    <a:pt x="975022" y="4893338"/>
                  </a:lnTo>
                  <a:lnTo>
                    <a:pt x="975139" y="4893338"/>
                  </a:lnTo>
                  <a:lnTo>
                    <a:pt x="975375" y="4892907"/>
                  </a:lnTo>
                  <a:lnTo>
                    <a:pt x="975492" y="4892907"/>
                  </a:lnTo>
                  <a:lnTo>
                    <a:pt x="975610" y="4892907"/>
                  </a:lnTo>
                  <a:lnTo>
                    <a:pt x="975845" y="4892907"/>
                  </a:lnTo>
                  <a:lnTo>
                    <a:pt x="975963" y="4892477"/>
                  </a:lnTo>
                  <a:lnTo>
                    <a:pt x="976316" y="4891185"/>
                  </a:lnTo>
                  <a:lnTo>
                    <a:pt x="976551" y="4891185"/>
                  </a:lnTo>
                  <a:lnTo>
                    <a:pt x="976551" y="4890754"/>
                  </a:lnTo>
                  <a:lnTo>
                    <a:pt x="976668" y="4890324"/>
                  </a:lnTo>
                  <a:lnTo>
                    <a:pt x="976786" y="4890324"/>
                  </a:lnTo>
                  <a:lnTo>
                    <a:pt x="976786" y="4889893"/>
                  </a:lnTo>
                  <a:lnTo>
                    <a:pt x="977021" y="4889893"/>
                  </a:lnTo>
                  <a:lnTo>
                    <a:pt x="977021" y="4889463"/>
                  </a:lnTo>
                  <a:lnTo>
                    <a:pt x="977021" y="4889032"/>
                  </a:lnTo>
                  <a:lnTo>
                    <a:pt x="977021" y="4888601"/>
                  </a:lnTo>
                  <a:lnTo>
                    <a:pt x="977139" y="4888601"/>
                  </a:lnTo>
                  <a:lnTo>
                    <a:pt x="977256" y="4888601"/>
                  </a:lnTo>
                  <a:lnTo>
                    <a:pt x="977256" y="4888171"/>
                  </a:lnTo>
                  <a:lnTo>
                    <a:pt x="977492" y="4888171"/>
                  </a:lnTo>
                  <a:lnTo>
                    <a:pt x="977609" y="4888171"/>
                  </a:lnTo>
                  <a:lnTo>
                    <a:pt x="977727" y="4887740"/>
                  </a:lnTo>
                  <a:lnTo>
                    <a:pt x="977727" y="4887310"/>
                  </a:lnTo>
                  <a:lnTo>
                    <a:pt x="978197" y="4887310"/>
                  </a:lnTo>
                  <a:lnTo>
                    <a:pt x="978197" y="4886879"/>
                  </a:lnTo>
                  <a:lnTo>
                    <a:pt x="978315" y="4886879"/>
                  </a:lnTo>
                  <a:lnTo>
                    <a:pt x="978433" y="4886879"/>
                  </a:lnTo>
                  <a:lnTo>
                    <a:pt x="978668" y="4886879"/>
                  </a:lnTo>
                  <a:lnTo>
                    <a:pt x="978785" y="4886448"/>
                  </a:lnTo>
                  <a:lnTo>
                    <a:pt x="979256" y="4886448"/>
                  </a:lnTo>
                  <a:lnTo>
                    <a:pt x="979256" y="4886018"/>
                  </a:lnTo>
                  <a:lnTo>
                    <a:pt x="979726" y="4885587"/>
                  </a:lnTo>
                  <a:lnTo>
                    <a:pt x="979844" y="4885587"/>
                  </a:lnTo>
                  <a:lnTo>
                    <a:pt x="979962" y="4885587"/>
                  </a:lnTo>
                  <a:lnTo>
                    <a:pt x="980079" y="4885587"/>
                  </a:lnTo>
                  <a:lnTo>
                    <a:pt x="980197" y="4885587"/>
                  </a:lnTo>
                  <a:lnTo>
                    <a:pt x="980550" y="4885587"/>
                  </a:lnTo>
                  <a:lnTo>
                    <a:pt x="980667" y="4885587"/>
                  </a:lnTo>
                  <a:lnTo>
                    <a:pt x="980785" y="4885157"/>
                  </a:lnTo>
                  <a:lnTo>
                    <a:pt x="980902" y="4883865"/>
                  </a:lnTo>
                  <a:lnTo>
                    <a:pt x="981138" y="4883865"/>
                  </a:lnTo>
                  <a:lnTo>
                    <a:pt x="981138" y="4883434"/>
                  </a:lnTo>
                  <a:lnTo>
                    <a:pt x="981255" y="4883434"/>
                  </a:lnTo>
                  <a:lnTo>
                    <a:pt x="981373" y="4883434"/>
                  </a:lnTo>
                  <a:lnTo>
                    <a:pt x="981491" y="4883434"/>
                  </a:lnTo>
                  <a:lnTo>
                    <a:pt x="981491" y="4883004"/>
                  </a:lnTo>
                  <a:lnTo>
                    <a:pt x="981608" y="4883004"/>
                  </a:lnTo>
                  <a:lnTo>
                    <a:pt x="981843" y="4882573"/>
                  </a:lnTo>
                  <a:lnTo>
                    <a:pt x="981961" y="4882573"/>
                  </a:lnTo>
                  <a:lnTo>
                    <a:pt x="981961" y="4882142"/>
                  </a:lnTo>
                  <a:lnTo>
                    <a:pt x="982079" y="4882142"/>
                  </a:lnTo>
                  <a:lnTo>
                    <a:pt x="982196" y="4881281"/>
                  </a:lnTo>
                  <a:lnTo>
                    <a:pt x="982196" y="4880851"/>
                  </a:lnTo>
                  <a:lnTo>
                    <a:pt x="982314" y="4880420"/>
                  </a:lnTo>
                  <a:lnTo>
                    <a:pt x="982549" y="4880420"/>
                  </a:lnTo>
                  <a:lnTo>
                    <a:pt x="982784" y="4879989"/>
                  </a:lnTo>
                  <a:lnTo>
                    <a:pt x="982902" y="4879989"/>
                  </a:lnTo>
                  <a:lnTo>
                    <a:pt x="983020" y="4879989"/>
                  </a:lnTo>
                  <a:lnTo>
                    <a:pt x="983137" y="4879989"/>
                  </a:lnTo>
                  <a:lnTo>
                    <a:pt x="983725" y="4879989"/>
                  </a:lnTo>
                  <a:lnTo>
                    <a:pt x="983843" y="4879989"/>
                  </a:lnTo>
                  <a:lnTo>
                    <a:pt x="983843" y="4879559"/>
                  </a:lnTo>
                  <a:lnTo>
                    <a:pt x="983960" y="4879559"/>
                  </a:lnTo>
                  <a:lnTo>
                    <a:pt x="984196" y="4879559"/>
                  </a:lnTo>
                  <a:lnTo>
                    <a:pt x="984313" y="4879559"/>
                  </a:lnTo>
                  <a:lnTo>
                    <a:pt x="984549" y="4879559"/>
                  </a:lnTo>
                  <a:lnTo>
                    <a:pt x="984666" y="4879128"/>
                  </a:lnTo>
                  <a:lnTo>
                    <a:pt x="984784" y="4879128"/>
                  </a:lnTo>
                  <a:lnTo>
                    <a:pt x="984901" y="4879128"/>
                  </a:lnTo>
                  <a:lnTo>
                    <a:pt x="984901" y="4878698"/>
                  </a:lnTo>
                  <a:lnTo>
                    <a:pt x="985019" y="4878698"/>
                  </a:lnTo>
                  <a:lnTo>
                    <a:pt x="985254" y="4877836"/>
                  </a:lnTo>
                  <a:lnTo>
                    <a:pt x="985489" y="4877836"/>
                  </a:lnTo>
                  <a:lnTo>
                    <a:pt x="985489" y="4877406"/>
                  </a:lnTo>
                  <a:lnTo>
                    <a:pt x="985607" y="4876975"/>
                  </a:lnTo>
                  <a:lnTo>
                    <a:pt x="985960" y="4876975"/>
                  </a:lnTo>
                  <a:lnTo>
                    <a:pt x="985960" y="4876545"/>
                  </a:lnTo>
                  <a:lnTo>
                    <a:pt x="985960" y="4876114"/>
                  </a:lnTo>
                  <a:lnTo>
                    <a:pt x="986195" y="4876114"/>
                  </a:lnTo>
                  <a:lnTo>
                    <a:pt x="986313" y="4876114"/>
                  </a:lnTo>
                  <a:lnTo>
                    <a:pt x="986430" y="4875683"/>
                  </a:lnTo>
                  <a:lnTo>
                    <a:pt x="986548" y="4875683"/>
                  </a:lnTo>
                  <a:lnTo>
                    <a:pt x="986666" y="4875683"/>
                  </a:lnTo>
                  <a:lnTo>
                    <a:pt x="986666" y="4875253"/>
                  </a:lnTo>
                  <a:lnTo>
                    <a:pt x="986901" y="4874822"/>
                  </a:lnTo>
                  <a:lnTo>
                    <a:pt x="987018" y="4874822"/>
                  </a:lnTo>
                  <a:lnTo>
                    <a:pt x="987018" y="4874392"/>
                  </a:lnTo>
                  <a:lnTo>
                    <a:pt x="987018" y="4873961"/>
                  </a:lnTo>
                  <a:lnTo>
                    <a:pt x="987371" y="4873961"/>
                  </a:lnTo>
                  <a:lnTo>
                    <a:pt x="987489" y="4873961"/>
                  </a:lnTo>
                  <a:lnTo>
                    <a:pt x="987606" y="4873530"/>
                  </a:lnTo>
                  <a:lnTo>
                    <a:pt x="987724" y="4873530"/>
                  </a:lnTo>
                  <a:lnTo>
                    <a:pt x="988077" y="4873100"/>
                  </a:lnTo>
                  <a:lnTo>
                    <a:pt x="988077" y="4872669"/>
                  </a:lnTo>
                  <a:lnTo>
                    <a:pt x="988195" y="4872669"/>
                  </a:lnTo>
                  <a:lnTo>
                    <a:pt x="988312" y="4872669"/>
                  </a:lnTo>
                  <a:lnTo>
                    <a:pt x="988312" y="4872239"/>
                  </a:lnTo>
                  <a:lnTo>
                    <a:pt x="988430" y="4871808"/>
                  </a:lnTo>
                  <a:lnTo>
                    <a:pt x="988783" y="4871377"/>
                  </a:lnTo>
                  <a:lnTo>
                    <a:pt x="989018" y="4871377"/>
                  </a:lnTo>
                  <a:lnTo>
                    <a:pt x="989253" y="4871377"/>
                  </a:lnTo>
                  <a:lnTo>
                    <a:pt x="989371" y="4871377"/>
                  </a:lnTo>
                  <a:lnTo>
                    <a:pt x="989488" y="4871377"/>
                  </a:lnTo>
                  <a:lnTo>
                    <a:pt x="989606" y="4870516"/>
                  </a:lnTo>
                  <a:lnTo>
                    <a:pt x="989841" y="4870516"/>
                  </a:lnTo>
                  <a:lnTo>
                    <a:pt x="989959" y="4869655"/>
                  </a:lnTo>
                  <a:lnTo>
                    <a:pt x="989959" y="4868794"/>
                  </a:lnTo>
                  <a:lnTo>
                    <a:pt x="990076" y="4868794"/>
                  </a:lnTo>
                  <a:lnTo>
                    <a:pt x="990076" y="4868363"/>
                  </a:lnTo>
                  <a:lnTo>
                    <a:pt x="990194" y="4868363"/>
                  </a:lnTo>
                  <a:lnTo>
                    <a:pt x="990312" y="4868363"/>
                  </a:lnTo>
                  <a:lnTo>
                    <a:pt x="990312" y="4867933"/>
                  </a:lnTo>
                  <a:lnTo>
                    <a:pt x="990547" y="4867933"/>
                  </a:lnTo>
                  <a:lnTo>
                    <a:pt x="990664" y="4867933"/>
                  </a:lnTo>
                  <a:lnTo>
                    <a:pt x="991017" y="4867933"/>
                  </a:lnTo>
                  <a:lnTo>
                    <a:pt x="991135" y="4867933"/>
                  </a:lnTo>
                  <a:lnTo>
                    <a:pt x="991253" y="4867933"/>
                  </a:lnTo>
                  <a:lnTo>
                    <a:pt x="991370" y="4867502"/>
                  </a:lnTo>
                  <a:lnTo>
                    <a:pt x="991488" y="4867071"/>
                  </a:lnTo>
                  <a:lnTo>
                    <a:pt x="991605" y="4867071"/>
                  </a:lnTo>
                  <a:lnTo>
                    <a:pt x="991723" y="4867071"/>
                  </a:lnTo>
                  <a:lnTo>
                    <a:pt x="991958" y="4867071"/>
                  </a:lnTo>
                  <a:lnTo>
                    <a:pt x="992076" y="4867071"/>
                  </a:lnTo>
                  <a:lnTo>
                    <a:pt x="992546" y="4866641"/>
                  </a:lnTo>
                  <a:lnTo>
                    <a:pt x="992546" y="4865780"/>
                  </a:lnTo>
                  <a:lnTo>
                    <a:pt x="992664" y="4865780"/>
                  </a:lnTo>
                  <a:lnTo>
                    <a:pt x="993017" y="4865349"/>
                  </a:lnTo>
                  <a:lnTo>
                    <a:pt x="993370" y="4864488"/>
                  </a:lnTo>
                  <a:lnTo>
                    <a:pt x="993487" y="4864488"/>
                  </a:lnTo>
                  <a:lnTo>
                    <a:pt x="993605" y="4864488"/>
                  </a:lnTo>
                  <a:lnTo>
                    <a:pt x="993605" y="4864057"/>
                  </a:lnTo>
                  <a:lnTo>
                    <a:pt x="993605" y="4863627"/>
                  </a:lnTo>
                  <a:lnTo>
                    <a:pt x="993840" y="4863627"/>
                  </a:lnTo>
                  <a:lnTo>
                    <a:pt x="993958" y="4863627"/>
                  </a:lnTo>
                  <a:lnTo>
                    <a:pt x="994663" y="4862765"/>
                  </a:lnTo>
                  <a:lnTo>
                    <a:pt x="994781" y="4862765"/>
                  </a:lnTo>
                  <a:lnTo>
                    <a:pt x="994899" y="4862765"/>
                  </a:lnTo>
                  <a:lnTo>
                    <a:pt x="995016" y="4862765"/>
                  </a:lnTo>
                  <a:lnTo>
                    <a:pt x="995016" y="4862335"/>
                  </a:lnTo>
                  <a:lnTo>
                    <a:pt x="995134" y="4861904"/>
                  </a:lnTo>
                  <a:lnTo>
                    <a:pt x="995369" y="4861904"/>
                  </a:lnTo>
                  <a:lnTo>
                    <a:pt x="995487" y="4861904"/>
                  </a:lnTo>
                  <a:lnTo>
                    <a:pt x="995604" y="4861474"/>
                  </a:lnTo>
                  <a:lnTo>
                    <a:pt x="995722" y="4861474"/>
                  </a:lnTo>
                  <a:lnTo>
                    <a:pt x="995839" y="4861474"/>
                  </a:lnTo>
                  <a:lnTo>
                    <a:pt x="996192" y="4861043"/>
                  </a:lnTo>
                  <a:lnTo>
                    <a:pt x="996310" y="4861043"/>
                  </a:lnTo>
                  <a:lnTo>
                    <a:pt x="996428" y="4861043"/>
                  </a:lnTo>
                  <a:lnTo>
                    <a:pt x="996545" y="4861043"/>
                  </a:lnTo>
                  <a:lnTo>
                    <a:pt x="996663" y="4860612"/>
                  </a:lnTo>
                  <a:lnTo>
                    <a:pt x="996780" y="4860182"/>
                  </a:lnTo>
                  <a:lnTo>
                    <a:pt x="996898" y="4860182"/>
                  </a:lnTo>
                  <a:lnTo>
                    <a:pt x="997133" y="4860182"/>
                  </a:lnTo>
                  <a:lnTo>
                    <a:pt x="997368" y="4860182"/>
                  </a:lnTo>
                  <a:lnTo>
                    <a:pt x="997368" y="4859751"/>
                  </a:lnTo>
                  <a:lnTo>
                    <a:pt x="997486" y="4859751"/>
                  </a:lnTo>
                  <a:lnTo>
                    <a:pt x="997839" y="4859751"/>
                  </a:lnTo>
                  <a:lnTo>
                    <a:pt x="997957" y="4859751"/>
                  </a:lnTo>
                  <a:lnTo>
                    <a:pt x="998074" y="4859751"/>
                  </a:lnTo>
                  <a:lnTo>
                    <a:pt x="998192" y="4859321"/>
                  </a:lnTo>
                  <a:lnTo>
                    <a:pt x="998780" y="4859321"/>
                  </a:lnTo>
                  <a:lnTo>
                    <a:pt x="998897" y="4859321"/>
                  </a:lnTo>
                  <a:lnTo>
                    <a:pt x="999015" y="4859321"/>
                  </a:lnTo>
                  <a:lnTo>
                    <a:pt x="999368" y="4858890"/>
                  </a:lnTo>
                  <a:lnTo>
                    <a:pt x="999486" y="4858459"/>
                  </a:lnTo>
                  <a:lnTo>
                    <a:pt x="999956" y="4858459"/>
                  </a:lnTo>
                  <a:lnTo>
                    <a:pt x="1000191" y="4858459"/>
                  </a:lnTo>
                  <a:lnTo>
                    <a:pt x="1000309" y="4858459"/>
                  </a:lnTo>
                  <a:lnTo>
                    <a:pt x="1000662" y="4858459"/>
                  </a:lnTo>
                  <a:lnTo>
                    <a:pt x="1000662" y="4858029"/>
                  </a:lnTo>
                  <a:lnTo>
                    <a:pt x="1000779" y="4858029"/>
                  </a:lnTo>
                  <a:lnTo>
                    <a:pt x="1000779" y="4857598"/>
                  </a:lnTo>
                  <a:lnTo>
                    <a:pt x="1000897" y="4857168"/>
                  </a:lnTo>
                  <a:lnTo>
                    <a:pt x="1000897" y="4856737"/>
                  </a:lnTo>
                  <a:lnTo>
                    <a:pt x="1001015" y="4856737"/>
                  </a:lnTo>
                  <a:lnTo>
                    <a:pt x="1001132" y="4856737"/>
                  </a:lnTo>
                  <a:lnTo>
                    <a:pt x="1001250" y="4856737"/>
                  </a:lnTo>
                  <a:lnTo>
                    <a:pt x="1001250" y="4856306"/>
                  </a:lnTo>
                  <a:lnTo>
                    <a:pt x="1001485" y="4855876"/>
                  </a:lnTo>
                  <a:lnTo>
                    <a:pt x="1001485" y="4855445"/>
                  </a:lnTo>
                  <a:lnTo>
                    <a:pt x="1001838" y="4855015"/>
                  </a:lnTo>
                  <a:lnTo>
                    <a:pt x="1001838" y="4854153"/>
                  </a:lnTo>
                  <a:lnTo>
                    <a:pt x="1002073" y="4854153"/>
                  </a:lnTo>
                  <a:lnTo>
                    <a:pt x="1002191" y="4854153"/>
                  </a:lnTo>
                  <a:lnTo>
                    <a:pt x="1002308" y="4854153"/>
                  </a:lnTo>
                  <a:lnTo>
                    <a:pt x="1002543" y="4854153"/>
                  </a:lnTo>
                  <a:lnTo>
                    <a:pt x="1002543" y="4853723"/>
                  </a:lnTo>
                  <a:lnTo>
                    <a:pt x="1002661" y="4853723"/>
                  </a:lnTo>
                  <a:lnTo>
                    <a:pt x="1002779" y="4853723"/>
                  </a:lnTo>
                  <a:lnTo>
                    <a:pt x="1002896" y="4853723"/>
                  </a:lnTo>
                  <a:lnTo>
                    <a:pt x="1003014" y="4853292"/>
                  </a:lnTo>
                  <a:lnTo>
                    <a:pt x="1003249" y="4853292"/>
                  </a:lnTo>
                  <a:lnTo>
                    <a:pt x="1003249" y="4852862"/>
                  </a:lnTo>
                  <a:lnTo>
                    <a:pt x="1003249" y="4852431"/>
                  </a:lnTo>
                  <a:lnTo>
                    <a:pt x="1003367" y="4852431"/>
                  </a:lnTo>
                  <a:lnTo>
                    <a:pt x="1003484" y="4852000"/>
                  </a:lnTo>
                  <a:lnTo>
                    <a:pt x="1003602" y="4851570"/>
                  </a:lnTo>
                  <a:lnTo>
                    <a:pt x="1003837" y="4851570"/>
                  </a:lnTo>
                  <a:lnTo>
                    <a:pt x="1003837" y="4851139"/>
                  </a:lnTo>
                  <a:lnTo>
                    <a:pt x="1003837" y="4850278"/>
                  </a:lnTo>
                  <a:lnTo>
                    <a:pt x="1003837" y="4849847"/>
                  </a:lnTo>
                  <a:lnTo>
                    <a:pt x="1003955" y="4849847"/>
                  </a:lnTo>
                  <a:lnTo>
                    <a:pt x="1004072" y="4849847"/>
                  </a:lnTo>
                  <a:lnTo>
                    <a:pt x="1004190" y="4849417"/>
                  </a:lnTo>
                  <a:lnTo>
                    <a:pt x="1004308" y="4848986"/>
                  </a:lnTo>
                  <a:lnTo>
                    <a:pt x="1004308" y="4848556"/>
                  </a:lnTo>
                  <a:lnTo>
                    <a:pt x="1004308" y="4848125"/>
                  </a:lnTo>
                  <a:lnTo>
                    <a:pt x="1004661" y="4848125"/>
                  </a:lnTo>
                  <a:lnTo>
                    <a:pt x="1004778" y="4848125"/>
                  </a:lnTo>
                  <a:lnTo>
                    <a:pt x="1004896" y="4848125"/>
                  </a:lnTo>
                  <a:lnTo>
                    <a:pt x="1005013" y="4848125"/>
                  </a:lnTo>
                  <a:lnTo>
                    <a:pt x="1005131" y="4848125"/>
                  </a:lnTo>
                  <a:lnTo>
                    <a:pt x="1005131" y="4847264"/>
                  </a:lnTo>
                  <a:lnTo>
                    <a:pt x="1005249" y="4845972"/>
                  </a:lnTo>
                  <a:lnTo>
                    <a:pt x="1005249" y="4845541"/>
                  </a:lnTo>
                  <a:lnTo>
                    <a:pt x="1005366" y="4845541"/>
                  </a:lnTo>
                  <a:lnTo>
                    <a:pt x="1005366" y="4845111"/>
                  </a:lnTo>
                  <a:lnTo>
                    <a:pt x="1005484" y="4845111"/>
                  </a:lnTo>
                  <a:lnTo>
                    <a:pt x="1005484" y="4844680"/>
                  </a:lnTo>
                  <a:lnTo>
                    <a:pt x="1005484" y="4843819"/>
                  </a:lnTo>
                  <a:lnTo>
                    <a:pt x="1005601" y="4843819"/>
                  </a:lnTo>
                  <a:lnTo>
                    <a:pt x="1005954" y="4842958"/>
                  </a:lnTo>
                  <a:lnTo>
                    <a:pt x="1006072" y="4842958"/>
                  </a:lnTo>
                  <a:lnTo>
                    <a:pt x="1006307" y="4842527"/>
                  </a:lnTo>
                  <a:lnTo>
                    <a:pt x="1006307" y="4842097"/>
                  </a:lnTo>
                  <a:lnTo>
                    <a:pt x="1006542" y="4841235"/>
                  </a:lnTo>
                  <a:lnTo>
                    <a:pt x="1006660" y="4841235"/>
                  </a:lnTo>
                  <a:lnTo>
                    <a:pt x="1006778" y="4841235"/>
                  </a:lnTo>
                  <a:lnTo>
                    <a:pt x="1007013" y="4841235"/>
                  </a:lnTo>
                  <a:lnTo>
                    <a:pt x="1007130" y="4841235"/>
                  </a:lnTo>
                  <a:lnTo>
                    <a:pt x="1007248" y="4841235"/>
                  </a:lnTo>
                  <a:lnTo>
                    <a:pt x="1007248" y="4840805"/>
                  </a:lnTo>
                  <a:lnTo>
                    <a:pt x="1007836" y="4839082"/>
                  </a:lnTo>
                  <a:lnTo>
                    <a:pt x="1007954" y="4839082"/>
                  </a:lnTo>
                  <a:lnTo>
                    <a:pt x="1007954" y="4838652"/>
                  </a:lnTo>
                  <a:lnTo>
                    <a:pt x="1008071" y="4838652"/>
                  </a:lnTo>
                  <a:lnTo>
                    <a:pt x="1008071" y="4838221"/>
                  </a:lnTo>
                  <a:lnTo>
                    <a:pt x="1008071" y="4837791"/>
                  </a:lnTo>
                  <a:lnTo>
                    <a:pt x="1008189" y="4837791"/>
                  </a:lnTo>
                  <a:lnTo>
                    <a:pt x="1008189" y="4837360"/>
                  </a:lnTo>
                  <a:lnTo>
                    <a:pt x="1008307" y="4836929"/>
                  </a:lnTo>
                  <a:lnTo>
                    <a:pt x="1008307" y="4836499"/>
                  </a:lnTo>
                  <a:lnTo>
                    <a:pt x="1008307" y="4836068"/>
                  </a:lnTo>
                  <a:lnTo>
                    <a:pt x="1008424" y="4836068"/>
                  </a:lnTo>
                  <a:lnTo>
                    <a:pt x="1008659" y="4836068"/>
                  </a:lnTo>
                  <a:lnTo>
                    <a:pt x="1008777" y="4836068"/>
                  </a:lnTo>
                  <a:lnTo>
                    <a:pt x="1008895" y="4836068"/>
                  </a:lnTo>
                  <a:lnTo>
                    <a:pt x="1009012" y="4836068"/>
                  </a:lnTo>
                  <a:lnTo>
                    <a:pt x="1009130" y="4835638"/>
                  </a:lnTo>
                  <a:lnTo>
                    <a:pt x="1009248" y="4835638"/>
                  </a:lnTo>
                  <a:lnTo>
                    <a:pt x="1009365" y="4835638"/>
                  </a:lnTo>
                  <a:lnTo>
                    <a:pt x="1009365" y="4835207"/>
                  </a:lnTo>
                  <a:lnTo>
                    <a:pt x="1009483" y="4835207"/>
                  </a:lnTo>
                  <a:lnTo>
                    <a:pt x="1009600" y="4834346"/>
                  </a:lnTo>
                  <a:lnTo>
                    <a:pt x="1009953" y="4834346"/>
                  </a:lnTo>
                  <a:lnTo>
                    <a:pt x="1010188" y="4834346"/>
                  </a:lnTo>
                  <a:lnTo>
                    <a:pt x="1010306" y="4834346"/>
                  </a:lnTo>
                  <a:lnTo>
                    <a:pt x="1010306" y="4833915"/>
                  </a:lnTo>
                  <a:lnTo>
                    <a:pt x="1010541" y="4833915"/>
                  </a:lnTo>
                  <a:lnTo>
                    <a:pt x="1010541" y="4833485"/>
                  </a:lnTo>
                  <a:lnTo>
                    <a:pt x="1010776" y="4833485"/>
                  </a:lnTo>
                  <a:lnTo>
                    <a:pt x="1010894" y="4833485"/>
                  </a:lnTo>
                  <a:lnTo>
                    <a:pt x="1011247" y="4833485"/>
                  </a:lnTo>
                  <a:lnTo>
                    <a:pt x="1011365" y="4833485"/>
                  </a:lnTo>
                  <a:lnTo>
                    <a:pt x="1011482" y="4833485"/>
                  </a:lnTo>
                  <a:lnTo>
                    <a:pt x="1011835" y="4833054"/>
                  </a:lnTo>
                  <a:lnTo>
                    <a:pt x="1011953" y="4833054"/>
                  </a:lnTo>
                  <a:lnTo>
                    <a:pt x="1012070" y="4833054"/>
                  </a:lnTo>
                  <a:lnTo>
                    <a:pt x="1012188" y="4833054"/>
                  </a:lnTo>
                  <a:lnTo>
                    <a:pt x="1012305" y="4833054"/>
                  </a:lnTo>
                  <a:lnTo>
                    <a:pt x="1012423" y="4833054"/>
                  </a:lnTo>
                  <a:lnTo>
                    <a:pt x="1012658" y="4833054"/>
                  </a:lnTo>
                  <a:lnTo>
                    <a:pt x="1013011" y="4832623"/>
                  </a:lnTo>
                  <a:lnTo>
                    <a:pt x="1013129" y="4832623"/>
                  </a:lnTo>
                  <a:lnTo>
                    <a:pt x="1013129" y="4831762"/>
                  </a:lnTo>
                  <a:lnTo>
                    <a:pt x="1013599" y="4831762"/>
                  </a:lnTo>
                  <a:lnTo>
                    <a:pt x="1013717" y="4831762"/>
                  </a:lnTo>
                  <a:lnTo>
                    <a:pt x="1013952" y="4831762"/>
                  </a:lnTo>
                  <a:lnTo>
                    <a:pt x="1014187" y="4831332"/>
                  </a:lnTo>
                  <a:lnTo>
                    <a:pt x="1014540" y="4830901"/>
                  </a:lnTo>
                  <a:lnTo>
                    <a:pt x="1014540" y="4830470"/>
                  </a:lnTo>
                  <a:lnTo>
                    <a:pt x="1014775" y="4830470"/>
                  </a:lnTo>
                  <a:lnTo>
                    <a:pt x="1014893" y="4830470"/>
                  </a:lnTo>
                  <a:lnTo>
                    <a:pt x="1015128" y="4830040"/>
                  </a:lnTo>
                  <a:lnTo>
                    <a:pt x="1015246" y="4830040"/>
                  </a:lnTo>
                  <a:lnTo>
                    <a:pt x="1015481" y="4829609"/>
                  </a:lnTo>
                  <a:lnTo>
                    <a:pt x="1015599" y="4829609"/>
                  </a:lnTo>
                  <a:lnTo>
                    <a:pt x="1015599" y="4829179"/>
                  </a:lnTo>
                  <a:lnTo>
                    <a:pt x="1015834" y="4829179"/>
                  </a:lnTo>
                  <a:lnTo>
                    <a:pt x="1016187" y="4829179"/>
                  </a:lnTo>
                  <a:lnTo>
                    <a:pt x="1016304" y="4829179"/>
                  </a:lnTo>
                  <a:lnTo>
                    <a:pt x="1016540" y="4828317"/>
                  </a:lnTo>
                  <a:lnTo>
                    <a:pt x="1016657" y="4828317"/>
                  </a:lnTo>
                  <a:lnTo>
                    <a:pt x="1016775" y="4828317"/>
                  </a:lnTo>
                  <a:lnTo>
                    <a:pt x="1017245" y="4827887"/>
                  </a:lnTo>
                  <a:lnTo>
                    <a:pt x="1017363" y="4827456"/>
                  </a:lnTo>
                  <a:lnTo>
                    <a:pt x="1017481" y="4827456"/>
                  </a:lnTo>
                  <a:lnTo>
                    <a:pt x="1017598" y="4827456"/>
                  </a:lnTo>
                  <a:lnTo>
                    <a:pt x="1017833" y="4827456"/>
                  </a:lnTo>
                  <a:lnTo>
                    <a:pt x="1017833" y="4827026"/>
                  </a:lnTo>
                  <a:lnTo>
                    <a:pt x="1017951" y="4826595"/>
                  </a:lnTo>
                  <a:lnTo>
                    <a:pt x="1018069" y="4825734"/>
                  </a:lnTo>
                  <a:lnTo>
                    <a:pt x="1018892" y="4824873"/>
                  </a:lnTo>
                  <a:lnTo>
                    <a:pt x="1019009" y="4824873"/>
                  </a:lnTo>
                  <a:lnTo>
                    <a:pt x="1019009" y="4824442"/>
                  </a:lnTo>
                  <a:lnTo>
                    <a:pt x="1019245" y="4824442"/>
                  </a:lnTo>
                  <a:lnTo>
                    <a:pt x="1019362" y="4824442"/>
                  </a:lnTo>
                  <a:lnTo>
                    <a:pt x="1019480" y="4824442"/>
                  </a:lnTo>
                  <a:lnTo>
                    <a:pt x="1019598" y="4824442"/>
                  </a:lnTo>
                  <a:lnTo>
                    <a:pt x="1019715" y="4824442"/>
                  </a:lnTo>
                  <a:lnTo>
                    <a:pt x="1019950" y="4824442"/>
                  </a:lnTo>
                  <a:lnTo>
                    <a:pt x="1019950" y="4824011"/>
                  </a:lnTo>
                  <a:lnTo>
                    <a:pt x="1020068" y="4824011"/>
                  </a:lnTo>
                  <a:lnTo>
                    <a:pt x="1020303" y="4823581"/>
                  </a:lnTo>
                  <a:lnTo>
                    <a:pt x="1020303" y="4823150"/>
                  </a:lnTo>
                  <a:lnTo>
                    <a:pt x="1020421" y="4823150"/>
                  </a:lnTo>
                  <a:lnTo>
                    <a:pt x="1020538" y="4823150"/>
                  </a:lnTo>
                  <a:lnTo>
                    <a:pt x="1020774" y="4823150"/>
                  </a:lnTo>
                  <a:lnTo>
                    <a:pt x="1020891" y="4823150"/>
                  </a:lnTo>
                  <a:lnTo>
                    <a:pt x="1021127" y="4823150"/>
                  </a:lnTo>
                  <a:lnTo>
                    <a:pt x="1021362" y="4823150"/>
                  </a:lnTo>
                  <a:lnTo>
                    <a:pt x="1021479" y="4822720"/>
                  </a:lnTo>
                  <a:lnTo>
                    <a:pt x="1021597" y="4822720"/>
                  </a:lnTo>
                  <a:lnTo>
                    <a:pt x="1021597" y="4822289"/>
                  </a:lnTo>
                  <a:lnTo>
                    <a:pt x="1021715" y="4822289"/>
                  </a:lnTo>
                  <a:lnTo>
                    <a:pt x="1021950" y="4822289"/>
                  </a:lnTo>
                  <a:lnTo>
                    <a:pt x="1022067" y="4822289"/>
                  </a:lnTo>
                  <a:lnTo>
                    <a:pt x="1022067" y="4821858"/>
                  </a:lnTo>
                  <a:lnTo>
                    <a:pt x="1022067" y="4821428"/>
                  </a:lnTo>
                  <a:lnTo>
                    <a:pt x="1022067" y="4820997"/>
                  </a:lnTo>
                  <a:lnTo>
                    <a:pt x="1022303" y="4820567"/>
                  </a:lnTo>
                  <a:lnTo>
                    <a:pt x="1022420" y="4820567"/>
                  </a:lnTo>
                  <a:lnTo>
                    <a:pt x="1022420" y="4820136"/>
                  </a:lnTo>
                  <a:lnTo>
                    <a:pt x="1022656" y="4819275"/>
                  </a:lnTo>
                  <a:lnTo>
                    <a:pt x="1022773" y="4818844"/>
                  </a:lnTo>
                  <a:lnTo>
                    <a:pt x="1023008" y="4818844"/>
                  </a:lnTo>
                  <a:lnTo>
                    <a:pt x="1023126" y="4818844"/>
                  </a:lnTo>
                  <a:lnTo>
                    <a:pt x="1023244" y="4818844"/>
                  </a:lnTo>
                  <a:lnTo>
                    <a:pt x="1023479" y="4818844"/>
                  </a:lnTo>
                  <a:lnTo>
                    <a:pt x="1023479" y="4818414"/>
                  </a:lnTo>
                  <a:lnTo>
                    <a:pt x="1023596" y="4818414"/>
                  </a:lnTo>
                  <a:lnTo>
                    <a:pt x="1023832" y="4818414"/>
                  </a:lnTo>
                  <a:lnTo>
                    <a:pt x="1024185" y="4818414"/>
                  </a:lnTo>
                  <a:lnTo>
                    <a:pt x="1024420" y="4817983"/>
                  </a:lnTo>
                  <a:lnTo>
                    <a:pt x="1024420" y="4817122"/>
                  </a:lnTo>
                  <a:lnTo>
                    <a:pt x="1025008" y="4816691"/>
                  </a:lnTo>
                  <a:lnTo>
                    <a:pt x="1025125" y="4816261"/>
                  </a:lnTo>
                  <a:lnTo>
                    <a:pt x="1025125" y="4815830"/>
                  </a:lnTo>
                  <a:lnTo>
                    <a:pt x="1025361" y="4815830"/>
                  </a:lnTo>
                  <a:lnTo>
                    <a:pt x="1025831" y="4815830"/>
                  </a:lnTo>
                  <a:lnTo>
                    <a:pt x="1026066" y="4815830"/>
                  </a:lnTo>
                  <a:lnTo>
                    <a:pt x="1026419" y="4815830"/>
                  </a:lnTo>
                  <a:lnTo>
                    <a:pt x="1026537" y="4815830"/>
                  </a:lnTo>
                  <a:lnTo>
                    <a:pt x="1026890" y="4815830"/>
                  </a:lnTo>
                  <a:lnTo>
                    <a:pt x="1027007" y="4815830"/>
                  </a:lnTo>
                  <a:lnTo>
                    <a:pt x="1027125" y="4815830"/>
                  </a:lnTo>
                  <a:lnTo>
                    <a:pt x="1027360" y="4815830"/>
                  </a:lnTo>
                  <a:lnTo>
                    <a:pt x="1027478" y="4815830"/>
                  </a:lnTo>
                  <a:lnTo>
                    <a:pt x="1027595" y="4815399"/>
                  </a:lnTo>
                  <a:lnTo>
                    <a:pt x="1027713" y="4815399"/>
                  </a:lnTo>
                  <a:lnTo>
                    <a:pt x="1027831" y="4814969"/>
                  </a:lnTo>
                  <a:lnTo>
                    <a:pt x="1027831" y="4814538"/>
                  </a:lnTo>
                  <a:lnTo>
                    <a:pt x="1027948" y="4814538"/>
                  </a:lnTo>
                  <a:lnTo>
                    <a:pt x="1028066" y="4814108"/>
                  </a:lnTo>
                  <a:lnTo>
                    <a:pt x="1028183" y="4814108"/>
                  </a:lnTo>
                  <a:lnTo>
                    <a:pt x="1028301" y="4814108"/>
                  </a:lnTo>
                  <a:lnTo>
                    <a:pt x="1028536" y="4813677"/>
                  </a:lnTo>
                  <a:lnTo>
                    <a:pt x="1028654" y="4813677"/>
                  </a:lnTo>
                  <a:lnTo>
                    <a:pt x="1028771" y="4813677"/>
                  </a:lnTo>
                  <a:lnTo>
                    <a:pt x="1028771" y="4813246"/>
                  </a:lnTo>
                  <a:lnTo>
                    <a:pt x="1028889" y="4813246"/>
                  </a:lnTo>
                  <a:lnTo>
                    <a:pt x="1029124" y="4813246"/>
                  </a:lnTo>
                  <a:lnTo>
                    <a:pt x="1029242" y="4812816"/>
                  </a:lnTo>
                  <a:lnTo>
                    <a:pt x="1029712" y="4812816"/>
                  </a:lnTo>
                  <a:lnTo>
                    <a:pt x="1029948" y="4812385"/>
                  </a:lnTo>
                  <a:lnTo>
                    <a:pt x="1030065" y="4812385"/>
                  </a:lnTo>
                  <a:lnTo>
                    <a:pt x="1030183" y="4812385"/>
                  </a:lnTo>
                  <a:lnTo>
                    <a:pt x="1030183" y="4811955"/>
                  </a:lnTo>
                  <a:lnTo>
                    <a:pt x="1030300" y="4811955"/>
                  </a:lnTo>
                  <a:lnTo>
                    <a:pt x="1030300" y="4811093"/>
                  </a:lnTo>
                  <a:lnTo>
                    <a:pt x="1030418" y="4811093"/>
                  </a:lnTo>
                  <a:lnTo>
                    <a:pt x="1030653" y="4811093"/>
                  </a:lnTo>
                  <a:lnTo>
                    <a:pt x="1030771" y="4810663"/>
                  </a:lnTo>
                  <a:lnTo>
                    <a:pt x="1030889" y="4810663"/>
                  </a:lnTo>
                  <a:lnTo>
                    <a:pt x="1031006" y="4810663"/>
                  </a:lnTo>
                  <a:lnTo>
                    <a:pt x="1031124" y="4810663"/>
                  </a:lnTo>
                  <a:lnTo>
                    <a:pt x="1031124" y="4810232"/>
                  </a:lnTo>
                  <a:lnTo>
                    <a:pt x="1031241" y="4809802"/>
                  </a:lnTo>
                  <a:lnTo>
                    <a:pt x="1031359" y="4809802"/>
                  </a:lnTo>
                  <a:lnTo>
                    <a:pt x="1031594" y="4809802"/>
                  </a:lnTo>
                  <a:lnTo>
                    <a:pt x="1031594" y="4809371"/>
                  </a:lnTo>
                  <a:lnTo>
                    <a:pt x="1032065" y="4808940"/>
                  </a:lnTo>
                  <a:lnTo>
                    <a:pt x="1032065" y="4808510"/>
                  </a:lnTo>
                  <a:lnTo>
                    <a:pt x="1032182" y="4808079"/>
                  </a:lnTo>
                  <a:lnTo>
                    <a:pt x="1032300" y="4808079"/>
                  </a:lnTo>
                  <a:lnTo>
                    <a:pt x="1032300" y="4807649"/>
                  </a:lnTo>
                  <a:lnTo>
                    <a:pt x="1032418" y="4807649"/>
                  </a:lnTo>
                  <a:lnTo>
                    <a:pt x="1032535" y="4807218"/>
                  </a:lnTo>
                  <a:lnTo>
                    <a:pt x="1032653" y="4807218"/>
                  </a:lnTo>
                  <a:lnTo>
                    <a:pt x="1032888" y="4806787"/>
                  </a:lnTo>
                  <a:lnTo>
                    <a:pt x="1033006" y="4806787"/>
                  </a:lnTo>
                  <a:lnTo>
                    <a:pt x="1033006" y="4806357"/>
                  </a:lnTo>
                  <a:lnTo>
                    <a:pt x="1033123" y="4806357"/>
                  </a:lnTo>
                  <a:lnTo>
                    <a:pt x="1033476" y="4806357"/>
                  </a:lnTo>
                  <a:lnTo>
                    <a:pt x="1033594" y="4806357"/>
                  </a:lnTo>
                  <a:lnTo>
                    <a:pt x="1033594" y="4805926"/>
                  </a:lnTo>
                  <a:lnTo>
                    <a:pt x="1033711" y="4805496"/>
                  </a:lnTo>
                  <a:lnTo>
                    <a:pt x="1033947" y="4805496"/>
                  </a:lnTo>
                  <a:lnTo>
                    <a:pt x="1034182" y="4805496"/>
                  </a:lnTo>
                  <a:lnTo>
                    <a:pt x="1034299" y="4805496"/>
                  </a:lnTo>
                  <a:lnTo>
                    <a:pt x="1034417" y="4805496"/>
                  </a:lnTo>
                  <a:lnTo>
                    <a:pt x="1034535" y="4805496"/>
                  </a:lnTo>
                  <a:lnTo>
                    <a:pt x="1034770" y="4805496"/>
                  </a:lnTo>
                  <a:lnTo>
                    <a:pt x="1034887" y="4805065"/>
                  </a:lnTo>
                  <a:lnTo>
                    <a:pt x="1035123" y="4804204"/>
                  </a:lnTo>
                  <a:lnTo>
                    <a:pt x="1035240" y="4803343"/>
                  </a:lnTo>
                  <a:lnTo>
                    <a:pt x="1035358" y="4803343"/>
                  </a:lnTo>
                  <a:lnTo>
                    <a:pt x="1035475" y="4803343"/>
                  </a:lnTo>
                  <a:lnTo>
                    <a:pt x="1035475" y="4802912"/>
                  </a:lnTo>
                  <a:lnTo>
                    <a:pt x="1035711" y="4802912"/>
                  </a:lnTo>
                  <a:lnTo>
                    <a:pt x="1035828" y="4802912"/>
                  </a:lnTo>
                  <a:lnTo>
                    <a:pt x="1035946" y="4802912"/>
                  </a:lnTo>
                  <a:lnTo>
                    <a:pt x="1035946" y="4802051"/>
                  </a:lnTo>
                  <a:lnTo>
                    <a:pt x="1035946" y="4801620"/>
                  </a:lnTo>
                  <a:lnTo>
                    <a:pt x="1036064" y="4801620"/>
                  </a:lnTo>
                  <a:lnTo>
                    <a:pt x="1036064" y="4801190"/>
                  </a:lnTo>
                  <a:lnTo>
                    <a:pt x="1036181" y="4801190"/>
                  </a:lnTo>
                  <a:lnTo>
                    <a:pt x="1036181" y="4800759"/>
                  </a:lnTo>
                  <a:lnTo>
                    <a:pt x="1036181" y="4800328"/>
                  </a:lnTo>
                  <a:lnTo>
                    <a:pt x="1036181" y="4799898"/>
                  </a:lnTo>
                  <a:lnTo>
                    <a:pt x="1036416" y="4799037"/>
                  </a:lnTo>
                  <a:lnTo>
                    <a:pt x="1036534" y="4799037"/>
                  </a:lnTo>
                  <a:lnTo>
                    <a:pt x="1036652" y="4799037"/>
                  </a:lnTo>
                  <a:lnTo>
                    <a:pt x="1038651" y="4797314"/>
                  </a:lnTo>
                  <a:lnTo>
                    <a:pt x="1039004" y="4796884"/>
                  </a:lnTo>
                  <a:lnTo>
                    <a:pt x="1039239" y="4796884"/>
                  </a:lnTo>
                  <a:lnTo>
                    <a:pt x="1039357" y="4796884"/>
                  </a:lnTo>
                  <a:lnTo>
                    <a:pt x="1039474" y="4796884"/>
                  </a:lnTo>
                  <a:lnTo>
                    <a:pt x="1039592" y="4796884"/>
                  </a:lnTo>
                  <a:lnTo>
                    <a:pt x="1039592" y="4796453"/>
                  </a:lnTo>
                  <a:lnTo>
                    <a:pt x="1039710" y="4796453"/>
                  </a:lnTo>
                  <a:lnTo>
                    <a:pt x="1039710" y="4796022"/>
                  </a:lnTo>
                  <a:lnTo>
                    <a:pt x="1039827" y="4796022"/>
                  </a:lnTo>
                  <a:lnTo>
                    <a:pt x="1039945" y="4796022"/>
                  </a:lnTo>
                  <a:lnTo>
                    <a:pt x="1039945" y="4795592"/>
                  </a:lnTo>
                  <a:lnTo>
                    <a:pt x="1040062" y="4795592"/>
                  </a:lnTo>
                  <a:lnTo>
                    <a:pt x="1040062" y="4795161"/>
                  </a:lnTo>
                  <a:lnTo>
                    <a:pt x="1040180" y="4795161"/>
                  </a:lnTo>
                  <a:lnTo>
                    <a:pt x="1040533" y="4794731"/>
                  </a:lnTo>
                  <a:lnTo>
                    <a:pt x="1040533" y="4793869"/>
                  </a:lnTo>
                  <a:lnTo>
                    <a:pt x="1040651" y="4793869"/>
                  </a:lnTo>
                  <a:lnTo>
                    <a:pt x="1040768" y="4793869"/>
                  </a:lnTo>
                  <a:lnTo>
                    <a:pt x="1040886" y="4793869"/>
                  </a:lnTo>
                  <a:lnTo>
                    <a:pt x="1041121" y="4793869"/>
                  </a:lnTo>
                  <a:lnTo>
                    <a:pt x="1041474" y="4793869"/>
                  </a:lnTo>
                  <a:lnTo>
                    <a:pt x="1041591" y="4793439"/>
                  </a:lnTo>
                  <a:lnTo>
                    <a:pt x="1041591" y="4793008"/>
                  </a:lnTo>
                  <a:lnTo>
                    <a:pt x="1041709" y="4793008"/>
                  </a:lnTo>
                  <a:lnTo>
                    <a:pt x="1041827" y="4792578"/>
                  </a:lnTo>
                  <a:lnTo>
                    <a:pt x="1041944" y="4792578"/>
                  </a:lnTo>
                  <a:lnTo>
                    <a:pt x="1041944" y="4792147"/>
                  </a:lnTo>
                  <a:lnTo>
                    <a:pt x="1042062" y="4792147"/>
                  </a:lnTo>
                  <a:lnTo>
                    <a:pt x="1042297" y="4792147"/>
                  </a:lnTo>
                  <a:lnTo>
                    <a:pt x="1042415" y="4792147"/>
                  </a:lnTo>
                  <a:lnTo>
                    <a:pt x="1042532" y="4792147"/>
                  </a:lnTo>
                  <a:lnTo>
                    <a:pt x="1042532" y="4791716"/>
                  </a:lnTo>
                  <a:lnTo>
                    <a:pt x="1042768" y="4791716"/>
                  </a:lnTo>
                  <a:lnTo>
                    <a:pt x="1042885" y="4791716"/>
                  </a:lnTo>
                  <a:lnTo>
                    <a:pt x="1043003" y="4791286"/>
                  </a:lnTo>
                  <a:lnTo>
                    <a:pt x="1043003" y="4790425"/>
                  </a:lnTo>
                  <a:lnTo>
                    <a:pt x="1043120" y="4790425"/>
                  </a:lnTo>
                  <a:lnTo>
                    <a:pt x="1043120" y="4789994"/>
                  </a:lnTo>
                  <a:lnTo>
                    <a:pt x="1043356" y="4789994"/>
                  </a:lnTo>
                  <a:lnTo>
                    <a:pt x="1043356" y="4789563"/>
                  </a:lnTo>
                  <a:lnTo>
                    <a:pt x="1043473" y="4789563"/>
                  </a:lnTo>
                  <a:lnTo>
                    <a:pt x="1043473" y="4789133"/>
                  </a:lnTo>
                  <a:lnTo>
                    <a:pt x="1043591" y="4789133"/>
                  </a:lnTo>
                  <a:lnTo>
                    <a:pt x="1043591" y="4788702"/>
                  </a:lnTo>
                  <a:lnTo>
                    <a:pt x="1043708" y="4788702"/>
                  </a:lnTo>
                  <a:lnTo>
                    <a:pt x="1043944" y="4788272"/>
                  </a:lnTo>
                  <a:lnTo>
                    <a:pt x="1044061" y="4788272"/>
                  </a:lnTo>
                  <a:lnTo>
                    <a:pt x="1044179" y="4788272"/>
                  </a:lnTo>
                  <a:lnTo>
                    <a:pt x="1044532" y="4786980"/>
                  </a:lnTo>
                  <a:lnTo>
                    <a:pt x="1044649" y="4786549"/>
                  </a:lnTo>
                  <a:lnTo>
                    <a:pt x="1045002" y="4786549"/>
                  </a:lnTo>
                  <a:lnTo>
                    <a:pt x="1045120" y="4786549"/>
                  </a:lnTo>
                  <a:lnTo>
                    <a:pt x="1045355" y="4785257"/>
                  </a:lnTo>
                  <a:lnTo>
                    <a:pt x="1045473" y="4785257"/>
                  </a:lnTo>
                  <a:lnTo>
                    <a:pt x="1045708" y="4785257"/>
                  </a:lnTo>
                  <a:lnTo>
                    <a:pt x="1045708" y="4784396"/>
                  </a:lnTo>
                  <a:lnTo>
                    <a:pt x="1045708" y="4783966"/>
                  </a:lnTo>
                  <a:lnTo>
                    <a:pt x="1045826" y="4783966"/>
                  </a:lnTo>
                  <a:lnTo>
                    <a:pt x="1045943" y="4783966"/>
                  </a:lnTo>
                  <a:lnTo>
                    <a:pt x="1046061" y="4783966"/>
                  </a:lnTo>
                  <a:lnTo>
                    <a:pt x="1046061" y="4783535"/>
                  </a:lnTo>
                  <a:lnTo>
                    <a:pt x="1046178" y="4783535"/>
                  </a:lnTo>
                  <a:lnTo>
                    <a:pt x="1046296" y="4783535"/>
                  </a:lnTo>
                  <a:lnTo>
                    <a:pt x="1046531" y="4783104"/>
                  </a:lnTo>
                  <a:lnTo>
                    <a:pt x="1046531" y="4782674"/>
                  </a:lnTo>
                  <a:lnTo>
                    <a:pt x="1046531" y="4782243"/>
                  </a:lnTo>
                  <a:lnTo>
                    <a:pt x="1046649" y="4782243"/>
                  </a:lnTo>
                  <a:lnTo>
                    <a:pt x="1047002" y="4782243"/>
                  </a:lnTo>
                  <a:lnTo>
                    <a:pt x="1047119" y="4782243"/>
                  </a:lnTo>
                  <a:lnTo>
                    <a:pt x="1047237" y="4782243"/>
                  </a:lnTo>
                  <a:lnTo>
                    <a:pt x="1047237" y="4781813"/>
                  </a:lnTo>
                  <a:lnTo>
                    <a:pt x="1047355" y="4781813"/>
                  </a:lnTo>
                  <a:lnTo>
                    <a:pt x="1047590" y="4781382"/>
                  </a:lnTo>
                  <a:lnTo>
                    <a:pt x="1047707" y="4781382"/>
                  </a:lnTo>
                  <a:lnTo>
                    <a:pt x="1047707" y="4780951"/>
                  </a:lnTo>
                  <a:lnTo>
                    <a:pt x="1047825" y="4780951"/>
                  </a:lnTo>
                  <a:lnTo>
                    <a:pt x="1047825" y="4780521"/>
                  </a:lnTo>
                  <a:lnTo>
                    <a:pt x="1047825" y="4780090"/>
                  </a:lnTo>
                  <a:lnTo>
                    <a:pt x="1047825" y="4779660"/>
                  </a:lnTo>
                  <a:lnTo>
                    <a:pt x="1048178" y="4779660"/>
                  </a:lnTo>
                  <a:lnTo>
                    <a:pt x="1048531" y="4779660"/>
                  </a:lnTo>
                  <a:lnTo>
                    <a:pt x="1048531" y="4779229"/>
                  </a:lnTo>
                  <a:lnTo>
                    <a:pt x="1048766" y="4779229"/>
                  </a:lnTo>
                  <a:lnTo>
                    <a:pt x="1049001" y="4779229"/>
                  </a:lnTo>
                  <a:lnTo>
                    <a:pt x="1049354" y="4779229"/>
                  </a:lnTo>
                  <a:lnTo>
                    <a:pt x="1049472" y="4779229"/>
                  </a:lnTo>
                  <a:lnTo>
                    <a:pt x="1049589" y="4778368"/>
                  </a:lnTo>
                  <a:lnTo>
                    <a:pt x="1049589" y="4777937"/>
                  </a:lnTo>
                  <a:lnTo>
                    <a:pt x="1049707" y="4777937"/>
                  </a:lnTo>
                  <a:lnTo>
                    <a:pt x="1050060" y="4777937"/>
                  </a:lnTo>
                  <a:lnTo>
                    <a:pt x="1050177" y="4777507"/>
                  </a:lnTo>
                  <a:lnTo>
                    <a:pt x="1050530" y="4777076"/>
                  </a:lnTo>
                  <a:lnTo>
                    <a:pt x="1050765" y="4777076"/>
                  </a:lnTo>
                  <a:lnTo>
                    <a:pt x="1050765" y="4776645"/>
                  </a:lnTo>
                  <a:lnTo>
                    <a:pt x="1050883" y="4776645"/>
                  </a:lnTo>
                  <a:lnTo>
                    <a:pt x="1051001" y="4776645"/>
                  </a:lnTo>
                  <a:lnTo>
                    <a:pt x="1051236" y="4776215"/>
                  </a:lnTo>
                  <a:lnTo>
                    <a:pt x="1051353" y="4776215"/>
                  </a:lnTo>
                  <a:lnTo>
                    <a:pt x="1051471" y="4776215"/>
                  </a:lnTo>
                  <a:lnTo>
                    <a:pt x="1052177" y="4775784"/>
                  </a:lnTo>
                  <a:lnTo>
                    <a:pt x="1052294" y="4775784"/>
                  </a:lnTo>
                  <a:lnTo>
                    <a:pt x="1052294" y="4775354"/>
                  </a:lnTo>
                  <a:lnTo>
                    <a:pt x="1052294" y="4774923"/>
                  </a:lnTo>
                  <a:lnTo>
                    <a:pt x="1052530" y="4774923"/>
                  </a:lnTo>
                  <a:lnTo>
                    <a:pt x="1052647" y="4774923"/>
                  </a:lnTo>
                  <a:lnTo>
                    <a:pt x="1052647" y="4774492"/>
                  </a:lnTo>
                  <a:lnTo>
                    <a:pt x="1052882" y="4774062"/>
                  </a:lnTo>
                  <a:lnTo>
                    <a:pt x="1053000" y="4773631"/>
                  </a:lnTo>
                  <a:lnTo>
                    <a:pt x="1053000" y="4773201"/>
                  </a:lnTo>
                  <a:lnTo>
                    <a:pt x="1053118" y="4773201"/>
                  </a:lnTo>
                  <a:lnTo>
                    <a:pt x="1053235" y="4773201"/>
                  </a:lnTo>
                  <a:lnTo>
                    <a:pt x="1053353" y="4773201"/>
                  </a:lnTo>
                  <a:lnTo>
                    <a:pt x="1053823" y="4772770"/>
                  </a:lnTo>
                  <a:lnTo>
                    <a:pt x="1053823" y="4772339"/>
                  </a:lnTo>
                  <a:lnTo>
                    <a:pt x="1053823" y="4771909"/>
                  </a:lnTo>
                  <a:lnTo>
                    <a:pt x="1053823" y="4771478"/>
                  </a:lnTo>
                  <a:lnTo>
                    <a:pt x="1053823" y="4771048"/>
                  </a:lnTo>
                  <a:lnTo>
                    <a:pt x="1053823" y="4770617"/>
                  </a:lnTo>
                  <a:lnTo>
                    <a:pt x="1053941" y="4770617"/>
                  </a:lnTo>
                  <a:lnTo>
                    <a:pt x="1054059" y="4770186"/>
                  </a:lnTo>
                  <a:lnTo>
                    <a:pt x="1054176" y="4770186"/>
                  </a:lnTo>
                  <a:lnTo>
                    <a:pt x="1054294" y="4770186"/>
                  </a:lnTo>
                  <a:lnTo>
                    <a:pt x="1054411" y="4769756"/>
                  </a:lnTo>
                  <a:lnTo>
                    <a:pt x="1054529" y="4769756"/>
                  </a:lnTo>
                  <a:lnTo>
                    <a:pt x="1054647" y="4769756"/>
                  </a:lnTo>
                  <a:lnTo>
                    <a:pt x="1054764" y="4769756"/>
                  </a:lnTo>
                  <a:lnTo>
                    <a:pt x="1054882" y="4769756"/>
                  </a:lnTo>
                  <a:lnTo>
                    <a:pt x="1055235" y="4769756"/>
                  </a:lnTo>
                  <a:lnTo>
                    <a:pt x="1055235" y="4769325"/>
                  </a:lnTo>
                  <a:lnTo>
                    <a:pt x="1055470" y="4769325"/>
                  </a:lnTo>
                  <a:lnTo>
                    <a:pt x="1055705" y="4769325"/>
                  </a:lnTo>
                  <a:lnTo>
                    <a:pt x="1056058" y="4768895"/>
                  </a:lnTo>
                  <a:lnTo>
                    <a:pt x="1056176" y="4768464"/>
                  </a:lnTo>
                  <a:lnTo>
                    <a:pt x="1056293" y="4768033"/>
                  </a:lnTo>
                  <a:lnTo>
                    <a:pt x="1056411" y="4768033"/>
                  </a:lnTo>
                  <a:lnTo>
                    <a:pt x="1056528" y="4768033"/>
                  </a:lnTo>
                  <a:lnTo>
                    <a:pt x="1056764" y="4768033"/>
                  </a:lnTo>
                  <a:lnTo>
                    <a:pt x="1056881" y="4768033"/>
                  </a:lnTo>
                  <a:lnTo>
                    <a:pt x="1056999" y="4767603"/>
                  </a:lnTo>
                  <a:lnTo>
                    <a:pt x="1057234" y="4767172"/>
                  </a:lnTo>
                  <a:lnTo>
                    <a:pt x="1057469" y="4767172"/>
                  </a:lnTo>
                  <a:lnTo>
                    <a:pt x="1057587" y="4767172"/>
                  </a:lnTo>
                  <a:lnTo>
                    <a:pt x="1057705" y="4767172"/>
                  </a:lnTo>
                  <a:lnTo>
                    <a:pt x="1057822" y="4767172"/>
                  </a:lnTo>
                  <a:lnTo>
                    <a:pt x="1057940" y="4767172"/>
                  </a:lnTo>
                  <a:lnTo>
                    <a:pt x="1057940" y="4766311"/>
                  </a:lnTo>
                  <a:lnTo>
                    <a:pt x="1058057" y="4766311"/>
                  </a:lnTo>
                  <a:lnTo>
                    <a:pt x="1058175" y="4766311"/>
                  </a:lnTo>
                  <a:lnTo>
                    <a:pt x="1058293" y="4766311"/>
                  </a:lnTo>
                  <a:lnTo>
                    <a:pt x="1058645" y="4766311"/>
                  </a:lnTo>
                  <a:lnTo>
                    <a:pt x="1058645" y="4765880"/>
                  </a:lnTo>
                  <a:lnTo>
                    <a:pt x="1059234" y="4765019"/>
                  </a:lnTo>
                  <a:lnTo>
                    <a:pt x="1059234" y="4764589"/>
                  </a:lnTo>
                  <a:lnTo>
                    <a:pt x="1059469" y="4764589"/>
                  </a:lnTo>
                  <a:lnTo>
                    <a:pt x="1059586" y="4764589"/>
                  </a:lnTo>
                  <a:lnTo>
                    <a:pt x="1059704" y="4764589"/>
                  </a:lnTo>
                  <a:lnTo>
                    <a:pt x="1059704" y="4764158"/>
                  </a:lnTo>
                  <a:lnTo>
                    <a:pt x="1059822" y="4764158"/>
                  </a:lnTo>
                  <a:lnTo>
                    <a:pt x="1059939" y="4764158"/>
                  </a:lnTo>
                  <a:lnTo>
                    <a:pt x="1060057" y="4764158"/>
                  </a:lnTo>
                  <a:lnTo>
                    <a:pt x="1060174" y="4763297"/>
                  </a:lnTo>
                  <a:lnTo>
                    <a:pt x="1060527" y="4763297"/>
                  </a:lnTo>
                  <a:lnTo>
                    <a:pt x="1060763" y="4763297"/>
                  </a:lnTo>
                  <a:lnTo>
                    <a:pt x="1061115" y="4763297"/>
                  </a:lnTo>
                  <a:lnTo>
                    <a:pt x="1061233" y="4762436"/>
                  </a:lnTo>
                  <a:lnTo>
                    <a:pt x="1061351" y="4762436"/>
                  </a:lnTo>
                  <a:lnTo>
                    <a:pt x="1061468" y="4762436"/>
                  </a:lnTo>
                  <a:lnTo>
                    <a:pt x="1061586" y="4762436"/>
                  </a:lnTo>
                  <a:lnTo>
                    <a:pt x="1061703" y="4762436"/>
                  </a:lnTo>
                  <a:lnTo>
                    <a:pt x="1061939" y="4762436"/>
                  </a:lnTo>
                  <a:lnTo>
                    <a:pt x="1062292" y="4762436"/>
                  </a:lnTo>
                  <a:lnTo>
                    <a:pt x="1062527" y="4762436"/>
                  </a:lnTo>
                  <a:lnTo>
                    <a:pt x="1062644" y="4762436"/>
                  </a:lnTo>
                  <a:lnTo>
                    <a:pt x="1062762" y="4762436"/>
                  </a:lnTo>
                  <a:lnTo>
                    <a:pt x="1062880" y="4762436"/>
                  </a:lnTo>
                  <a:lnTo>
                    <a:pt x="1062997" y="4761574"/>
                  </a:lnTo>
                  <a:lnTo>
                    <a:pt x="1063350" y="4761574"/>
                  </a:lnTo>
                  <a:lnTo>
                    <a:pt x="1063468" y="4761574"/>
                  </a:lnTo>
                  <a:lnTo>
                    <a:pt x="1063468" y="4761144"/>
                  </a:lnTo>
                  <a:lnTo>
                    <a:pt x="1063468" y="4759852"/>
                  </a:lnTo>
                  <a:lnTo>
                    <a:pt x="1063585" y="4759852"/>
                  </a:lnTo>
                  <a:lnTo>
                    <a:pt x="1063938" y="4759852"/>
                  </a:lnTo>
                  <a:lnTo>
                    <a:pt x="1064056" y="4759852"/>
                  </a:lnTo>
                  <a:lnTo>
                    <a:pt x="1064291" y="4759852"/>
                  </a:lnTo>
                  <a:lnTo>
                    <a:pt x="1064761" y="4758991"/>
                  </a:lnTo>
                  <a:lnTo>
                    <a:pt x="1065114" y="4758991"/>
                  </a:lnTo>
                  <a:lnTo>
                    <a:pt x="1065114" y="4758560"/>
                  </a:lnTo>
                  <a:lnTo>
                    <a:pt x="1065232" y="4758560"/>
                  </a:lnTo>
                  <a:lnTo>
                    <a:pt x="1065232" y="4758130"/>
                  </a:lnTo>
                  <a:lnTo>
                    <a:pt x="1065467" y="4756407"/>
                  </a:lnTo>
                  <a:lnTo>
                    <a:pt x="1065467" y="4755977"/>
                  </a:lnTo>
                  <a:lnTo>
                    <a:pt x="1065585" y="4755977"/>
                  </a:lnTo>
                  <a:lnTo>
                    <a:pt x="1065702" y="4755546"/>
                  </a:lnTo>
                  <a:lnTo>
                    <a:pt x="1065702" y="4755115"/>
                  </a:lnTo>
                  <a:lnTo>
                    <a:pt x="1065820" y="4755115"/>
                  </a:lnTo>
                  <a:lnTo>
                    <a:pt x="1066055" y="4755115"/>
                  </a:lnTo>
                  <a:lnTo>
                    <a:pt x="1066173" y="4754254"/>
                  </a:lnTo>
                  <a:lnTo>
                    <a:pt x="1066526" y="4754254"/>
                  </a:lnTo>
                  <a:lnTo>
                    <a:pt x="1066643" y="4753824"/>
                  </a:lnTo>
                  <a:lnTo>
                    <a:pt x="1066643" y="4753393"/>
                  </a:lnTo>
                  <a:lnTo>
                    <a:pt x="1066761" y="4753393"/>
                  </a:lnTo>
                  <a:lnTo>
                    <a:pt x="1066878" y="4753393"/>
                  </a:lnTo>
                  <a:lnTo>
                    <a:pt x="1067114" y="4753393"/>
                  </a:lnTo>
                  <a:lnTo>
                    <a:pt x="1067349" y="4753393"/>
                  </a:lnTo>
                  <a:lnTo>
                    <a:pt x="1067819" y="4753393"/>
                  </a:lnTo>
                  <a:lnTo>
                    <a:pt x="1067937" y="4753393"/>
                  </a:lnTo>
                  <a:lnTo>
                    <a:pt x="1067937" y="4752962"/>
                  </a:lnTo>
                  <a:lnTo>
                    <a:pt x="1068172" y="4752962"/>
                  </a:lnTo>
                  <a:lnTo>
                    <a:pt x="1068643" y="4752101"/>
                  </a:lnTo>
                  <a:lnTo>
                    <a:pt x="1068878" y="4752101"/>
                  </a:lnTo>
                  <a:lnTo>
                    <a:pt x="1068878" y="4751671"/>
                  </a:lnTo>
                  <a:lnTo>
                    <a:pt x="1068996" y="4751671"/>
                  </a:lnTo>
                  <a:lnTo>
                    <a:pt x="1069113" y="4751671"/>
                  </a:lnTo>
                  <a:lnTo>
                    <a:pt x="1069231" y="4751240"/>
                  </a:lnTo>
                  <a:lnTo>
                    <a:pt x="1069231" y="4749948"/>
                  </a:lnTo>
                  <a:lnTo>
                    <a:pt x="1069584" y="4749518"/>
                  </a:lnTo>
                  <a:lnTo>
                    <a:pt x="1069584" y="4749087"/>
                  </a:lnTo>
                  <a:lnTo>
                    <a:pt x="1069701" y="4749087"/>
                  </a:lnTo>
                  <a:lnTo>
                    <a:pt x="1069819" y="4749087"/>
                  </a:lnTo>
                  <a:lnTo>
                    <a:pt x="1070054" y="4749087"/>
                  </a:lnTo>
                  <a:lnTo>
                    <a:pt x="1070172" y="4749087"/>
                  </a:lnTo>
                  <a:lnTo>
                    <a:pt x="1070289" y="4748656"/>
                  </a:lnTo>
                  <a:lnTo>
                    <a:pt x="1070289" y="4747795"/>
                  </a:lnTo>
                  <a:lnTo>
                    <a:pt x="1070407" y="4747365"/>
                  </a:lnTo>
                  <a:lnTo>
                    <a:pt x="1070525" y="4747365"/>
                  </a:lnTo>
                  <a:lnTo>
                    <a:pt x="1070642" y="4747365"/>
                  </a:lnTo>
                  <a:lnTo>
                    <a:pt x="1070642" y="4746934"/>
                  </a:lnTo>
                  <a:lnTo>
                    <a:pt x="1070760" y="4746934"/>
                  </a:lnTo>
                  <a:lnTo>
                    <a:pt x="1070760" y="4746503"/>
                  </a:lnTo>
                  <a:lnTo>
                    <a:pt x="1070877" y="4746503"/>
                  </a:lnTo>
                  <a:lnTo>
                    <a:pt x="1071113" y="4746503"/>
                  </a:lnTo>
                  <a:lnTo>
                    <a:pt x="1071465" y="4746073"/>
                  </a:lnTo>
                  <a:lnTo>
                    <a:pt x="1071701" y="4746073"/>
                  </a:lnTo>
                  <a:lnTo>
                    <a:pt x="1071936" y="4746073"/>
                  </a:lnTo>
                  <a:lnTo>
                    <a:pt x="1072054" y="4746073"/>
                  </a:lnTo>
                  <a:lnTo>
                    <a:pt x="1072171" y="4746073"/>
                  </a:lnTo>
                  <a:lnTo>
                    <a:pt x="1072406" y="4746073"/>
                  </a:lnTo>
                  <a:lnTo>
                    <a:pt x="1072524" y="4746073"/>
                  </a:lnTo>
                  <a:lnTo>
                    <a:pt x="1072642" y="4746073"/>
                  </a:lnTo>
                  <a:lnTo>
                    <a:pt x="1073230" y="4746073"/>
                  </a:lnTo>
                  <a:lnTo>
                    <a:pt x="1073230" y="4745642"/>
                  </a:lnTo>
                  <a:lnTo>
                    <a:pt x="1073347" y="4745642"/>
                  </a:lnTo>
                  <a:lnTo>
                    <a:pt x="1073465" y="4745642"/>
                  </a:lnTo>
                  <a:lnTo>
                    <a:pt x="1073583" y="4745212"/>
                  </a:lnTo>
                  <a:lnTo>
                    <a:pt x="1073700" y="4745212"/>
                  </a:lnTo>
                  <a:lnTo>
                    <a:pt x="1073700" y="4744781"/>
                  </a:lnTo>
                  <a:lnTo>
                    <a:pt x="1073935" y="4744350"/>
                  </a:lnTo>
                  <a:lnTo>
                    <a:pt x="1074053" y="4744350"/>
                  </a:lnTo>
                  <a:lnTo>
                    <a:pt x="1074171" y="4744350"/>
                  </a:lnTo>
                  <a:lnTo>
                    <a:pt x="1074171" y="4743920"/>
                  </a:lnTo>
                  <a:lnTo>
                    <a:pt x="1074288" y="4743920"/>
                  </a:lnTo>
                  <a:lnTo>
                    <a:pt x="1074406" y="4743489"/>
                  </a:lnTo>
                  <a:lnTo>
                    <a:pt x="1074406" y="4743059"/>
                  </a:lnTo>
                  <a:lnTo>
                    <a:pt x="1074523" y="4743059"/>
                  </a:lnTo>
                  <a:lnTo>
                    <a:pt x="1074641" y="4743059"/>
                  </a:lnTo>
                  <a:lnTo>
                    <a:pt x="1074641" y="4742628"/>
                  </a:lnTo>
                  <a:lnTo>
                    <a:pt x="1074759" y="4742197"/>
                  </a:lnTo>
                  <a:lnTo>
                    <a:pt x="1074994" y="4742197"/>
                  </a:lnTo>
                  <a:lnTo>
                    <a:pt x="1075464" y="4741767"/>
                  </a:lnTo>
                  <a:lnTo>
                    <a:pt x="1075700" y="4741767"/>
                  </a:lnTo>
                  <a:lnTo>
                    <a:pt x="1075817" y="4741336"/>
                  </a:lnTo>
                  <a:lnTo>
                    <a:pt x="1075935" y="4741336"/>
                  </a:lnTo>
                  <a:lnTo>
                    <a:pt x="1076052" y="4741336"/>
                  </a:lnTo>
                  <a:lnTo>
                    <a:pt x="1076170" y="4740906"/>
                  </a:lnTo>
                  <a:lnTo>
                    <a:pt x="1076288" y="4740906"/>
                  </a:lnTo>
                  <a:lnTo>
                    <a:pt x="1076405" y="4740906"/>
                  </a:lnTo>
                  <a:lnTo>
                    <a:pt x="1076523" y="4740906"/>
                  </a:lnTo>
                  <a:lnTo>
                    <a:pt x="1076640" y="4740906"/>
                  </a:lnTo>
                  <a:lnTo>
                    <a:pt x="1076640" y="4740475"/>
                  </a:lnTo>
                  <a:lnTo>
                    <a:pt x="1076993" y="4740475"/>
                  </a:lnTo>
                  <a:lnTo>
                    <a:pt x="1077111" y="4740475"/>
                  </a:lnTo>
                  <a:lnTo>
                    <a:pt x="1077229" y="4740475"/>
                  </a:lnTo>
                  <a:lnTo>
                    <a:pt x="1077346" y="4740475"/>
                  </a:lnTo>
                  <a:lnTo>
                    <a:pt x="1077817" y="4739614"/>
                  </a:lnTo>
                  <a:lnTo>
                    <a:pt x="1077934" y="4739614"/>
                  </a:lnTo>
                  <a:lnTo>
                    <a:pt x="1078052" y="4739614"/>
                  </a:lnTo>
                  <a:lnTo>
                    <a:pt x="1078169" y="4739614"/>
                  </a:lnTo>
                  <a:lnTo>
                    <a:pt x="1078287" y="4739614"/>
                  </a:lnTo>
                  <a:lnTo>
                    <a:pt x="1078405" y="4739614"/>
                  </a:lnTo>
                  <a:lnTo>
                    <a:pt x="1078522" y="4739614"/>
                  </a:lnTo>
                  <a:lnTo>
                    <a:pt x="1078758" y="4739183"/>
                  </a:lnTo>
                  <a:lnTo>
                    <a:pt x="1078875" y="4739183"/>
                  </a:lnTo>
                  <a:lnTo>
                    <a:pt x="1078993" y="4739183"/>
                  </a:lnTo>
                  <a:lnTo>
                    <a:pt x="1079110" y="4739183"/>
                  </a:lnTo>
                  <a:lnTo>
                    <a:pt x="1079228" y="4739183"/>
                  </a:lnTo>
                  <a:lnTo>
                    <a:pt x="1079346" y="4739183"/>
                  </a:lnTo>
                  <a:lnTo>
                    <a:pt x="1079346" y="4738753"/>
                  </a:lnTo>
                  <a:lnTo>
                    <a:pt x="1079346" y="4738322"/>
                  </a:lnTo>
                  <a:lnTo>
                    <a:pt x="1079346" y="4737030"/>
                  </a:lnTo>
                  <a:lnTo>
                    <a:pt x="1079581" y="4736600"/>
                  </a:lnTo>
                  <a:lnTo>
                    <a:pt x="1079698" y="4736600"/>
                  </a:lnTo>
                  <a:lnTo>
                    <a:pt x="1079816" y="4736600"/>
                  </a:lnTo>
                  <a:lnTo>
                    <a:pt x="1080051" y="4736600"/>
                  </a:lnTo>
                  <a:lnTo>
                    <a:pt x="1080169" y="4736600"/>
                  </a:lnTo>
                  <a:lnTo>
                    <a:pt x="1080522" y="4736600"/>
                  </a:lnTo>
                  <a:lnTo>
                    <a:pt x="1080875" y="4736169"/>
                  </a:lnTo>
                  <a:lnTo>
                    <a:pt x="1080875" y="4735738"/>
                  </a:lnTo>
                  <a:lnTo>
                    <a:pt x="1081110" y="4735738"/>
                  </a:lnTo>
                  <a:lnTo>
                    <a:pt x="1081110" y="4735308"/>
                  </a:lnTo>
                  <a:lnTo>
                    <a:pt x="1081110" y="4734877"/>
                  </a:lnTo>
                  <a:lnTo>
                    <a:pt x="1081227" y="4734877"/>
                  </a:lnTo>
                  <a:lnTo>
                    <a:pt x="1081580" y="4734877"/>
                  </a:lnTo>
                  <a:lnTo>
                    <a:pt x="1081698" y="4734877"/>
                  </a:lnTo>
                  <a:lnTo>
                    <a:pt x="1081933" y="4734447"/>
                  </a:lnTo>
                  <a:lnTo>
                    <a:pt x="1082051" y="4734447"/>
                  </a:lnTo>
                  <a:lnTo>
                    <a:pt x="1082168" y="4733585"/>
                  </a:lnTo>
                  <a:lnTo>
                    <a:pt x="1082168" y="4733155"/>
                  </a:lnTo>
                  <a:lnTo>
                    <a:pt x="1082404" y="4733155"/>
                  </a:lnTo>
                  <a:lnTo>
                    <a:pt x="1082639" y="4733155"/>
                  </a:lnTo>
                  <a:lnTo>
                    <a:pt x="1082874" y="4733155"/>
                  </a:lnTo>
                  <a:lnTo>
                    <a:pt x="1082992" y="4733155"/>
                  </a:lnTo>
                  <a:lnTo>
                    <a:pt x="1083109" y="4733155"/>
                  </a:lnTo>
                  <a:lnTo>
                    <a:pt x="1083580" y="4732724"/>
                  </a:lnTo>
                  <a:lnTo>
                    <a:pt x="1083697" y="4732724"/>
                  </a:lnTo>
                  <a:lnTo>
                    <a:pt x="1083933" y="4731863"/>
                  </a:lnTo>
                  <a:lnTo>
                    <a:pt x="1084050" y="4731863"/>
                  </a:lnTo>
                  <a:lnTo>
                    <a:pt x="1084168" y="4731863"/>
                  </a:lnTo>
                  <a:lnTo>
                    <a:pt x="1084168" y="4731432"/>
                  </a:lnTo>
                  <a:lnTo>
                    <a:pt x="1084168" y="4731002"/>
                  </a:lnTo>
                  <a:lnTo>
                    <a:pt x="1084403" y="4730571"/>
                  </a:lnTo>
                  <a:lnTo>
                    <a:pt x="1084521" y="4730141"/>
                  </a:lnTo>
                  <a:lnTo>
                    <a:pt x="1084521" y="4729710"/>
                  </a:lnTo>
                  <a:lnTo>
                    <a:pt x="1084638" y="4729279"/>
                  </a:lnTo>
                  <a:lnTo>
                    <a:pt x="1085226" y="4729279"/>
                  </a:lnTo>
                  <a:lnTo>
                    <a:pt x="1085344" y="4729279"/>
                  </a:lnTo>
                  <a:lnTo>
                    <a:pt x="1085462" y="4729279"/>
                  </a:lnTo>
                  <a:lnTo>
                    <a:pt x="1085579" y="4729279"/>
                  </a:lnTo>
                  <a:lnTo>
                    <a:pt x="1085814" y="4728849"/>
                  </a:lnTo>
                  <a:lnTo>
                    <a:pt x="1085814" y="4727988"/>
                  </a:lnTo>
                  <a:lnTo>
                    <a:pt x="1086050" y="4727988"/>
                  </a:lnTo>
                  <a:lnTo>
                    <a:pt x="1086167" y="4727557"/>
                  </a:lnTo>
                  <a:lnTo>
                    <a:pt x="1086285" y="4727557"/>
                  </a:lnTo>
                  <a:lnTo>
                    <a:pt x="1086285" y="4727126"/>
                  </a:lnTo>
                  <a:lnTo>
                    <a:pt x="1086520" y="4726696"/>
                  </a:lnTo>
                  <a:lnTo>
                    <a:pt x="1086520" y="4726265"/>
                  </a:lnTo>
                  <a:lnTo>
                    <a:pt x="1086638" y="4725835"/>
                  </a:lnTo>
                  <a:lnTo>
                    <a:pt x="1086755" y="4725404"/>
                  </a:lnTo>
                  <a:lnTo>
                    <a:pt x="1086873" y="4725404"/>
                  </a:lnTo>
                  <a:lnTo>
                    <a:pt x="1086991" y="4725404"/>
                  </a:lnTo>
                  <a:lnTo>
                    <a:pt x="1087226" y="4725404"/>
                  </a:lnTo>
                  <a:lnTo>
                    <a:pt x="1087814" y="4724973"/>
                  </a:lnTo>
                  <a:lnTo>
                    <a:pt x="1087931" y="4724973"/>
                  </a:lnTo>
                  <a:lnTo>
                    <a:pt x="1087931" y="4723682"/>
                  </a:lnTo>
                  <a:lnTo>
                    <a:pt x="1088049" y="4723682"/>
                  </a:lnTo>
                  <a:lnTo>
                    <a:pt x="1088167" y="4723251"/>
                  </a:lnTo>
                  <a:lnTo>
                    <a:pt x="1088284" y="4723251"/>
                  </a:lnTo>
                  <a:lnTo>
                    <a:pt x="1088284" y="4722820"/>
                  </a:lnTo>
                  <a:lnTo>
                    <a:pt x="1088402" y="4722820"/>
                  </a:lnTo>
                  <a:lnTo>
                    <a:pt x="1088520" y="4722820"/>
                  </a:lnTo>
                  <a:lnTo>
                    <a:pt x="1088755" y="4722820"/>
                  </a:lnTo>
                  <a:lnTo>
                    <a:pt x="1088755" y="4722390"/>
                  </a:lnTo>
                  <a:lnTo>
                    <a:pt x="1088872" y="4722390"/>
                  </a:lnTo>
                  <a:lnTo>
                    <a:pt x="1088990" y="4722390"/>
                  </a:lnTo>
                  <a:lnTo>
                    <a:pt x="1089108" y="4722390"/>
                  </a:lnTo>
                  <a:lnTo>
                    <a:pt x="1089225" y="4721959"/>
                  </a:lnTo>
                  <a:lnTo>
                    <a:pt x="1089343" y="4721959"/>
                  </a:lnTo>
                  <a:lnTo>
                    <a:pt x="1089460" y="4721959"/>
                  </a:lnTo>
                  <a:lnTo>
                    <a:pt x="1089460" y="4721529"/>
                  </a:lnTo>
                  <a:lnTo>
                    <a:pt x="1089460" y="4720667"/>
                  </a:lnTo>
                  <a:lnTo>
                    <a:pt x="1089696" y="4720667"/>
                  </a:lnTo>
                  <a:lnTo>
                    <a:pt x="1089931" y="4720237"/>
                  </a:lnTo>
                  <a:lnTo>
                    <a:pt x="1090049" y="4720237"/>
                  </a:lnTo>
                  <a:lnTo>
                    <a:pt x="1090284" y="4720237"/>
                  </a:lnTo>
                  <a:lnTo>
                    <a:pt x="1090401" y="4719806"/>
                  </a:lnTo>
                  <a:lnTo>
                    <a:pt x="1090519" y="4719806"/>
                  </a:lnTo>
                  <a:lnTo>
                    <a:pt x="1090754" y="4719376"/>
                  </a:lnTo>
                  <a:lnTo>
                    <a:pt x="1090754" y="4718945"/>
                  </a:lnTo>
                  <a:lnTo>
                    <a:pt x="1090989" y="4718945"/>
                  </a:lnTo>
                  <a:lnTo>
                    <a:pt x="1091107" y="4718945"/>
                  </a:lnTo>
                  <a:lnTo>
                    <a:pt x="1091225" y="4718945"/>
                  </a:lnTo>
                  <a:lnTo>
                    <a:pt x="1091342" y="4718945"/>
                  </a:lnTo>
                  <a:lnTo>
                    <a:pt x="1091342" y="4718514"/>
                  </a:lnTo>
                  <a:lnTo>
                    <a:pt x="1091342" y="4718084"/>
                  </a:lnTo>
                  <a:lnTo>
                    <a:pt x="1091460" y="4717653"/>
                  </a:lnTo>
                  <a:lnTo>
                    <a:pt x="1091577" y="4717653"/>
                  </a:lnTo>
                  <a:lnTo>
                    <a:pt x="1091577" y="4717223"/>
                  </a:lnTo>
                  <a:lnTo>
                    <a:pt x="1091695" y="4716361"/>
                  </a:lnTo>
                  <a:lnTo>
                    <a:pt x="1091813" y="4715931"/>
                  </a:lnTo>
                  <a:lnTo>
                    <a:pt x="1091930" y="4715500"/>
                  </a:lnTo>
                  <a:lnTo>
                    <a:pt x="1092048" y="4715500"/>
                  </a:lnTo>
                  <a:lnTo>
                    <a:pt x="1092166" y="4715500"/>
                  </a:lnTo>
                  <a:lnTo>
                    <a:pt x="1092283" y="4715500"/>
                  </a:lnTo>
                  <a:lnTo>
                    <a:pt x="1092518" y="4715070"/>
                  </a:lnTo>
                  <a:lnTo>
                    <a:pt x="1092518" y="4714639"/>
                  </a:lnTo>
                  <a:lnTo>
                    <a:pt x="1092989" y="4713778"/>
                  </a:lnTo>
                  <a:lnTo>
                    <a:pt x="1093342" y="4713778"/>
                  </a:lnTo>
                  <a:lnTo>
                    <a:pt x="1093459" y="4713347"/>
                  </a:lnTo>
                  <a:lnTo>
                    <a:pt x="1093577" y="4713347"/>
                  </a:lnTo>
                  <a:lnTo>
                    <a:pt x="1093812" y="4713347"/>
                  </a:lnTo>
                  <a:lnTo>
                    <a:pt x="1093930" y="4713347"/>
                  </a:lnTo>
                  <a:lnTo>
                    <a:pt x="1094047" y="4713347"/>
                  </a:lnTo>
                  <a:lnTo>
                    <a:pt x="1094165" y="4713347"/>
                  </a:lnTo>
                  <a:lnTo>
                    <a:pt x="1094283" y="4713347"/>
                  </a:lnTo>
                  <a:lnTo>
                    <a:pt x="1094400" y="4713347"/>
                  </a:lnTo>
                  <a:lnTo>
                    <a:pt x="1094518" y="4713347"/>
                  </a:lnTo>
                  <a:lnTo>
                    <a:pt x="1094518" y="4712917"/>
                  </a:lnTo>
                  <a:lnTo>
                    <a:pt x="1094635" y="4712917"/>
                  </a:lnTo>
                  <a:lnTo>
                    <a:pt x="1094753" y="4712917"/>
                  </a:lnTo>
                  <a:lnTo>
                    <a:pt x="1094753" y="4712486"/>
                  </a:lnTo>
                  <a:lnTo>
                    <a:pt x="1094871" y="4712486"/>
                  </a:lnTo>
                  <a:lnTo>
                    <a:pt x="1095106" y="4712486"/>
                  </a:lnTo>
                  <a:lnTo>
                    <a:pt x="1095224" y="4711625"/>
                  </a:lnTo>
                  <a:lnTo>
                    <a:pt x="1095341" y="4711625"/>
                  </a:lnTo>
                  <a:lnTo>
                    <a:pt x="1095459" y="4711625"/>
                  </a:lnTo>
                  <a:lnTo>
                    <a:pt x="1095576" y="4711625"/>
                  </a:lnTo>
                  <a:lnTo>
                    <a:pt x="1095694" y="4711625"/>
                  </a:lnTo>
                  <a:lnTo>
                    <a:pt x="1095812" y="4711625"/>
                  </a:lnTo>
                  <a:lnTo>
                    <a:pt x="1095929" y="4711625"/>
                  </a:lnTo>
                  <a:lnTo>
                    <a:pt x="1096164" y="4710764"/>
                  </a:lnTo>
                  <a:lnTo>
                    <a:pt x="1096282" y="4710764"/>
                  </a:lnTo>
                  <a:lnTo>
                    <a:pt x="1096517" y="4710333"/>
                  </a:lnTo>
                  <a:lnTo>
                    <a:pt x="1096517" y="4709902"/>
                  </a:lnTo>
                  <a:lnTo>
                    <a:pt x="1096635" y="4709472"/>
                  </a:lnTo>
                  <a:lnTo>
                    <a:pt x="1096753" y="4709472"/>
                  </a:lnTo>
                  <a:lnTo>
                    <a:pt x="1096870" y="4709472"/>
                  </a:lnTo>
                  <a:lnTo>
                    <a:pt x="1097105" y="4709472"/>
                  </a:lnTo>
                  <a:lnTo>
                    <a:pt x="1097223" y="4709472"/>
                  </a:lnTo>
                  <a:lnTo>
                    <a:pt x="1098517" y="4707319"/>
                  </a:lnTo>
                  <a:lnTo>
                    <a:pt x="1098634" y="4707319"/>
                  </a:lnTo>
                  <a:lnTo>
                    <a:pt x="1098752" y="4707319"/>
                  </a:lnTo>
                  <a:lnTo>
                    <a:pt x="1098870" y="4707319"/>
                  </a:lnTo>
                  <a:lnTo>
                    <a:pt x="1099105" y="4707319"/>
                  </a:lnTo>
                  <a:lnTo>
                    <a:pt x="1099222" y="4707319"/>
                  </a:lnTo>
                  <a:lnTo>
                    <a:pt x="1099340" y="4707319"/>
                  </a:lnTo>
                  <a:lnTo>
                    <a:pt x="1099458" y="4706888"/>
                  </a:lnTo>
                  <a:lnTo>
                    <a:pt x="1099693" y="4706458"/>
                  </a:lnTo>
                  <a:lnTo>
                    <a:pt x="1099810" y="4706458"/>
                  </a:lnTo>
                  <a:lnTo>
                    <a:pt x="1099928" y="4704735"/>
                  </a:lnTo>
                  <a:lnTo>
                    <a:pt x="1100163" y="4704735"/>
                  </a:lnTo>
                  <a:lnTo>
                    <a:pt x="1100399" y="4704305"/>
                  </a:lnTo>
                  <a:lnTo>
                    <a:pt x="1100516" y="4704305"/>
                  </a:lnTo>
                  <a:lnTo>
                    <a:pt x="1100634" y="4704305"/>
                  </a:lnTo>
                  <a:lnTo>
                    <a:pt x="1100751" y="4703443"/>
                  </a:lnTo>
                  <a:lnTo>
                    <a:pt x="1100869" y="4703443"/>
                  </a:lnTo>
                  <a:lnTo>
                    <a:pt x="1100987" y="4703443"/>
                  </a:lnTo>
                  <a:lnTo>
                    <a:pt x="1101104" y="4703443"/>
                  </a:lnTo>
                  <a:lnTo>
                    <a:pt x="1101222" y="4703443"/>
                  </a:lnTo>
                  <a:lnTo>
                    <a:pt x="1101339" y="4703443"/>
                  </a:lnTo>
                  <a:lnTo>
                    <a:pt x="1101339" y="4703013"/>
                  </a:lnTo>
                  <a:lnTo>
                    <a:pt x="1101339" y="4702582"/>
                  </a:lnTo>
                  <a:lnTo>
                    <a:pt x="1101457" y="4702582"/>
                  </a:lnTo>
                  <a:lnTo>
                    <a:pt x="1101692" y="4702152"/>
                  </a:lnTo>
                  <a:lnTo>
                    <a:pt x="1101810" y="4702152"/>
                  </a:lnTo>
                  <a:lnTo>
                    <a:pt x="1101928" y="4702152"/>
                  </a:lnTo>
                  <a:lnTo>
                    <a:pt x="1101928" y="4701721"/>
                  </a:lnTo>
                  <a:lnTo>
                    <a:pt x="1102045" y="4701721"/>
                  </a:lnTo>
                  <a:lnTo>
                    <a:pt x="1102280" y="4701721"/>
                  </a:lnTo>
                  <a:lnTo>
                    <a:pt x="1102280" y="4701290"/>
                  </a:lnTo>
                  <a:lnTo>
                    <a:pt x="1102398" y="4700860"/>
                  </a:lnTo>
                  <a:lnTo>
                    <a:pt x="1102516" y="4700429"/>
                  </a:lnTo>
                  <a:lnTo>
                    <a:pt x="1102633" y="4700429"/>
                  </a:lnTo>
                  <a:lnTo>
                    <a:pt x="1102633" y="4699999"/>
                  </a:lnTo>
                  <a:lnTo>
                    <a:pt x="1102633" y="4699568"/>
                  </a:lnTo>
                  <a:lnTo>
                    <a:pt x="1102633" y="4699137"/>
                  </a:lnTo>
                  <a:lnTo>
                    <a:pt x="1102868" y="4699137"/>
                  </a:lnTo>
                  <a:lnTo>
                    <a:pt x="1102868" y="4698707"/>
                  </a:lnTo>
                  <a:lnTo>
                    <a:pt x="1103339" y="4698707"/>
                  </a:lnTo>
                  <a:lnTo>
                    <a:pt x="1103457" y="4698276"/>
                  </a:lnTo>
                  <a:lnTo>
                    <a:pt x="1103574" y="4698276"/>
                  </a:lnTo>
                  <a:lnTo>
                    <a:pt x="1103927" y="4698276"/>
                  </a:lnTo>
                  <a:lnTo>
                    <a:pt x="1104280" y="4697846"/>
                  </a:lnTo>
                  <a:lnTo>
                    <a:pt x="1104397" y="4697415"/>
                  </a:lnTo>
                  <a:lnTo>
                    <a:pt x="1104515" y="4696984"/>
                  </a:lnTo>
                  <a:lnTo>
                    <a:pt x="1104633" y="4696554"/>
                  </a:lnTo>
                  <a:lnTo>
                    <a:pt x="1104750" y="4696554"/>
                  </a:lnTo>
                  <a:lnTo>
                    <a:pt x="1104868" y="4696554"/>
                  </a:lnTo>
                  <a:lnTo>
                    <a:pt x="1104986" y="4696554"/>
                  </a:lnTo>
                  <a:lnTo>
                    <a:pt x="1105221" y="4696554"/>
                  </a:lnTo>
                  <a:lnTo>
                    <a:pt x="1105574" y="4696554"/>
                  </a:lnTo>
                  <a:lnTo>
                    <a:pt x="1105809" y="4696554"/>
                  </a:lnTo>
                  <a:lnTo>
                    <a:pt x="1105809" y="4696123"/>
                  </a:lnTo>
                  <a:lnTo>
                    <a:pt x="1105926" y="4696123"/>
                  </a:lnTo>
                  <a:lnTo>
                    <a:pt x="1106044" y="4696123"/>
                  </a:lnTo>
                  <a:lnTo>
                    <a:pt x="1106279" y="4695262"/>
                  </a:lnTo>
                  <a:lnTo>
                    <a:pt x="1106397" y="4695262"/>
                  </a:lnTo>
                  <a:lnTo>
                    <a:pt x="1106515" y="4694831"/>
                  </a:lnTo>
                  <a:lnTo>
                    <a:pt x="1106632" y="4694831"/>
                  </a:lnTo>
                  <a:lnTo>
                    <a:pt x="1106632" y="4694401"/>
                  </a:lnTo>
                  <a:lnTo>
                    <a:pt x="1106750" y="4694401"/>
                  </a:lnTo>
                  <a:lnTo>
                    <a:pt x="1107103" y="4694401"/>
                  </a:lnTo>
                  <a:lnTo>
                    <a:pt x="1107573" y="4693970"/>
                  </a:lnTo>
                  <a:lnTo>
                    <a:pt x="1107573" y="4693540"/>
                  </a:lnTo>
                  <a:lnTo>
                    <a:pt x="1107691" y="4693540"/>
                  </a:lnTo>
                  <a:lnTo>
                    <a:pt x="1107808" y="4693540"/>
                  </a:lnTo>
                  <a:lnTo>
                    <a:pt x="1107926" y="4693540"/>
                  </a:lnTo>
                  <a:lnTo>
                    <a:pt x="1108161" y="4693540"/>
                  </a:lnTo>
                  <a:lnTo>
                    <a:pt x="1108632" y="4693109"/>
                  </a:lnTo>
                  <a:lnTo>
                    <a:pt x="1108749" y="4693109"/>
                  </a:lnTo>
                  <a:lnTo>
                    <a:pt x="1108984" y="4693109"/>
                  </a:lnTo>
                  <a:lnTo>
                    <a:pt x="1109102" y="4693109"/>
                  </a:lnTo>
                  <a:lnTo>
                    <a:pt x="1109220" y="4692678"/>
                  </a:lnTo>
                  <a:lnTo>
                    <a:pt x="1109337" y="4692678"/>
                  </a:lnTo>
                  <a:lnTo>
                    <a:pt x="1109572" y="4692678"/>
                  </a:lnTo>
                  <a:lnTo>
                    <a:pt x="1109690" y="4692678"/>
                  </a:lnTo>
                  <a:lnTo>
                    <a:pt x="1109690" y="4692248"/>
                  </a:lnTo>
                  <a:lnTo>
                    <a:pt x="1109808" y="4692248"/>
                  </a:lnTo>
                  <a:lnTo>
                    <a:pt x="1110161" y="4690525"/>
                  </a:lnTo>
                  <a:lnTo>
                    <a:pt x="1110278" y="4690525"/>
                  </a:lnTo>
                  <a:lnTo>
                    <a:pt x="1110396" y="4690525"/>
                  </a:lnTo>
                  <a:lnTo>
                    <a:pt x="1110749" y="4690095"/>
                  </a:lnTo>
                  <a:lnTo>
                    <a:pt x="1110866" y="4689234"/>
                  </a:lnTo>
                  <a:lnTo>
                    <a:pt x="1110984" y="4689234"/>
                  </a:lnTo>
                  <a:lnTo>
                    <a:pt x="1111219" y="4689234"/>
                  </a:lnTo>
                  <a:lnTo>
                    <a:pt x="1111337" y="4688803"/>
                  </a:lnTo>
                  <a:lnTo>
                    <a:pt x="1111454" y="4688803"/>
                  </a:lnTo>
                  <a:lnTo>
                    <a:pt x="1111690" y="4688372"/>
                  </a:lnTo>
                  <a:lnTo>
                    <a:pt x="1111807" y="4687942"/>
                  </a:lnTo>
                  <a:lnTo>
                    <a:pt x="1112042" y="4687942"/>
                  </a:lnTo>
                  <a:lnTo>
                    <a:pt x="1112160" y="4687942"/>
                  </a:lnTo>
                  <a:lnTo>
                    <a:pt x="1112160" y="4687511"/>
                  </a:lnTo>
                  <a:lnTo>
                    <a:pt x="1112630" y="4687511"/>
                  </a:lnTo>
                  <a:lnTo>
                    <a:pt x="1112748" y="4687511"/>
                  </a:lnTo>
                  <a:lnTo>
                    <a:pt x="1112866" y="4687511"/>
                  </a:lnTo>
                  <a:lnTo>
                    <a:pt x="1112983" y="4687511"/>
                  </a:lnTo>
                  <a:lnTo>
                    <a:pt x="1113454" y="4687511"/>
                  </a:lnTo>
                  <a:lnTo>
                    <a:pt x="1113571" y="4687511"/>
                  </a:lnTo>
                  <a:lnTo>
                    <a:pt x="1113807" y="4687511"/>
                  </a:lnTo>
                  <a:lnTo>
                    <a:pt x="1113924" y="4687511"/>
                  </a:lnTo>
                  <a:lnTo>
                    <a:pt x="1114042" y="4687511"/>
                  </a:lnTo>
                  <a:lnTo>
                    <a:pt x="1114159" y="4687511"/>
                  </a:lnTo>
                  <a:lnTo>
                    <a:pt x="1114277" y="4687511"/>
                  </a:lnTo>
                  <a:lnTo>
                    <a:pt x="1114395" y="4687511"/>
                  </a:lnTo>
                  <a:lnTo>
                    <a:pt x="1114630" y="4687511"/>
                  </a:lnTo>
                  <a:lnTo>
                    <a:pt x="1114748" y="4687081"/>
                  </a:lnTo>
                  <a:lnTo>
                    <a:pt x="1115571" y="4686219"/>
                  </a:lnTo>
                  <a:lnTo>
                    <a:pt x="1115688" y="4685789"/>
                  </a:lnTo>
                  <a:lnTo>
                    <a:pt x="1115806" y="4685789"/>
                  </a:lnTo>
                  <a:lnTo>
                    <a:pt x="1116041" y="4685789"/>
                  </a:lnTo>
                  <a:lnTo>
                    <a:pt x="1116041" y="4685358"/>
                  </a:lnTo>
                  <a:lnTo>
                    <a:pt x="1116276" y="4685358"/>
                  </a:lnTo>
                  <a:lnTo>
                    <a:pt x="1116629" y="4685358"/>
                  </a:lnTo>
                  <a:lnTo>
                    <a:pt x="1116747" y="4685358"/>
                  </a:lnTo>
                  <a:lnTo>
                    <a:pt x="1116865" y="4684497"/>
                  </a:lnTo>
                  <a:lnTo>
                    <a:pt x="1116982" y="4684066"/>
                  </a:lnTo>
                  <a:lnTo>
                    <a:pt x="1117217" y="4683205"/>
                  </a:lnTo>
                  <a:lnTo>
                    <a:pt x="1117217" y="4682775"/>
                  </a:lnTo>
                  <a:lnTo>
                    <a:pt x="1117335" y="4682344"/>
                  </a:lnTo>
                  <a:lnTo>
                    <a:pt x="1117570" y="4681913"/>
                  </a:lnTo>
                  <a:lnTo>
                    <a:pt x="1117688" y="4681913"/>
                  </a:lnTo>
                  <a:lnTo>
                    <a:pt x="1117805" y="4681913"/>
                  </a:lnTo>
                  <a:lnTo>
                    <a:pt x="1117923" y="4681483"/>
                  </a:lnTo>
                  <a:lnTo>
                    <a:pt x="1118041" y="4681483"/>
                  </a:lnTo>
                  <a:lnTo>
                    <a:pt x="1118158" y="4681483"/>
                  </a:lnTo>
                  <a:lnTo>
                    <a:pt x="1118394" y="4681483"/>
                  </a:lnTo>
                  <a:lnTo>
                    <a:pt x="1118629" y="4681483"/>
                  </a:lnTo>
                  <a:lnTo>
                    <a:pt x="1118746" y="4681483"/>
                  </a:lnTo>
                  <a:lnTo>
                    <a:pt x="1118746" y="4681052"/>
                  </a:lnTo>
                  <a:lnTo>
                    <a:pt x="1118982" y="4681052"/>
                  </a:lnTo>
                  <a:lnTo>
                    <a:pt x="1118982" y="4680622"/>
                  </a:lnTo>
                  <a:lnTo>
                    <a:pt x="1119099" y="4680622"/>
                  </a:lnTo>
                  <a:lnTo>
                    <a:pt x="1119217" y="4680622"/>
                  </a:lnTo>
                  <a:lnTo>
                    <a:pt x="1119334" y="4680622"/>
                  </a:lnTo>
                  <a:lnTo>
                    <a:pt x="1119452" y="4680622"/>
                  </a:lnTo>
                  <a:lnTo>
                    <a:pt x="1119570" y="4679760"/>
                  </a:lnTo>
                  <a:lnTo>
                    <a:pt x="1119923" y="4679760"/>
                  </a:lnTo>
                  <a:lnTo>
                    <a:pt x="1120040" y="4679760"/>
                  </a:lnTo>
                  <a:lnTo>
                    <a:pt x="1120158" y="4678469"/>
                  </a:lnTo>
                  <a:lnTo>
                    <a:pt x="1120275" y="4678469"/>
                  </a:lnTo>
                  <a:lnTo>
                    <a:pt x="1120275" y="4678038"/>
                  </a:lnTo>
                  <a:lnTo>
                    <a:pt x="1120275" y="4677607"/>
                  </a:lnTo>
                  <a:lnTo>
                    <a:pt x="1120393" y="4677607"/>
                  </a:lnTo>
                  <a:lnTo>
                    <a:pt x="1120511" y="4677607"/>
                  </a:lnTo>
                  <a:lnTo>
                    <a:pt x="1120511" y="4677177"/>
                  </a:lnTo>
                  <a:lnTo>
                    <a:pt x="1120746" y="4676316"/>
                  </a:lnTo>
                  <a:lnTo>
                    <a:pt x="1120863" y="4676316"/>
                  </a:lnTo>
                  <a:lnTo>
                    <a:pt x="1121216" y="4675885"/>
                  </a:lnTo>
                  <a:lnTo>
                    <a:pt x="1121334" y="4675885"/>
                  </a:lnTo>
                  <a:lnTo>
                    <a:pt x="1121452" y="4675885"/>
                  </a:lnTo>
                  <a:lnTo>
                    <a:pt x="1121452" y="4675454"/>
                  </a:lnTo>
                  <a:lnTo>
                    <a:pt x="1121569" y="4675454"/>
                  </a:lnTo>
                  <a:lnTo>
                    <a:pt x="1121687" y="4675454"/>
                  </a:lnTo>
                  <a:lnTo>
                    <a:pt x="1121804" y="4673732"/>
                  </a:lnTo>
                  <a:lnTo>
                    <a:pt x="1122040" y="4673732"/>
                  </a:lnTo>
                  <a:lnTo>
                    <a:pt x="1122157" y="4673732"/>
                  </a:lnTo>
                  <a:lnTo>
                    <a:pt x="1122745" y="4673732"/>
                  </a:lnTo>
                  <a:lnTo>
                    <a:pt x="1122745" y="4673301"/>
                  </a:lnTo>
                  <a:lnTo>
                    <a:pt x="1122981" y="4672440"/>
                  </a:lnTo>
                  <a:lnTo>
                    <a:pt x="1123098" y="4672010"/>
                  </a:lnTo>
                  <a:lnTo>
                    <a:pt x="1123216" y="4672010"/>
                  </a:lnTo>
                  <a:lnTo>
                    <a:pt x="1123333" y="4672010"/>
                  </a:lnTo>
                  <a:lnTo>
                    <a:pt x="1123569" y="4672010"/>
                  </a:lnTo>
                  <a:lnTo>
                    <a:pt x="1123569" y="4671579"/>
                  </a:lnTo>
                  <a:lnTo>
                    <a:pt x="1123686" y="4671579"/>
                  </a:lnTo>
                  <a:lnTo>
                    <a:pt x="1123804" y="4671579"/>
                  </a:lnTo>
                  <a:lnTo>
                    <a:pt x="1123921" y="4671579"/>
                  </a:lnTo>
                  <a:lnTo>
                    <a:pt x="1124039" y="4671579"/>
                  </a:lnTo>
                  <a:lnTo>
                    <a:pt x="1124157" y="4671579"/>
                  </a:lnTo>
                  <a:lnTo>
                    <a:pt x="1124157" y="4671148"/>
                  </a:lnTo>
                  <a:lnTo>
                    <a:pt x="1124509" y="4671148"/>
                  </a:lnTo>
                  <a:lnTo>
                    <a:pt x="1124627" y="4671148"/>
                  </a:lnTo>
                  <a:lnTo>
                    <a:pt x="1124627" y="4670718"/>
                  </a:lnTo>
                  <a:lnTo>
                    <a:pt x="1124745" y="4670287"/>
                  </a:lnTo>
                  <a:lnTo>
                    <a:pt x="1124862" y="4670287"/>
                  </a:lnTo>
                  <a:lnTo>
                    <a:pt x="1125098" y="4670287"/>
                  </a:lnTo>
                  <a:lnTo>
                    <a:pt x="1125098" y="4669857"/>
                  </a:lnTo>
                  <a:lnTo>
                    <a:pt x="1125215" y="4669857"/>
                  </a:lnTo>
                  <a:lnTo>
                    <a:pt x="1125333" y="4669857"/>
                  </a:lnTo>
                  <a:lnTo>
                    <a:pt x="1125450" y="4669857"/>
                  </a:lnTo>
                  <a:lnTo>
                    <a:pt x="1125568" y="4669857"/>
                  </a:lnTo>
                  <a:lnTo>
                    <a:pt x="1125686" y="4669857"/>
                  </a:lnTo>
                  <a:lnTo>
                    <a:pt x="1126509" y="4668995"/>
                  </a:lnTo>
                  <a:lnTo>
                    <a:pt x="1126627" y="4668995"/>
                  </a:lnTo>
                  <a:lnTo>
                    <a:pt x="1126979" y="4668995"/>
                  </a:lnTo>
                  <a:lnTo>
                    <a:pt x="1127097" y="4668995"/>
                  </a:lnTo>
                  <a:lnTo>
                    <a:pt x="1127215" y="4668995"/>
                  </a:lnTo>
                  <a:lnTo>
                    <a:pt x="1127215" y="4668565"/>
                  </a:lnTo>
                  <a:lnTo>
                    <a:pt x="1127215" y="4668134"/>
                  </a:lnTo>
                  <a:lnTo>
                    <a:pt x="1127332" y="4668134"/>
                  </a:lnTo>
                  <a:lnTo>
                    <a:pt x="1128038" y="4667704"/>
                  </a:lnTo>
                  <a:lnTo>
                    <a:pt x="1128273" y="4667704"/>
                  </a:lnTo>
                  <a:lnTo>
                    <a:pt x="1128391" y="4667704"/>
                  </a:lnTo>
                  <a:lnTo>
                    <a:pt x="1128508" y="4667273"/>
                  </a:lnTo>
                  <a:lnTo>
                    <a:pt x="1128508" y="4666842"/>
                  </a:lnTo>
                  <a:lnTo>
                    <a:pt x="1128626" y="4666842"/>
                  </a:lnTo>
                  <a:lnTo>
                    <a:pt x="1129214" y="4666842"/>
                  </a:lnTo>
                  <a:lnTo>
                    <a:pt x="1129332" y="4666842"/>
                  </a:lnTo>
                  <a:lnTo>
                    <a:pt x="1129567" y="4666842"/>
                  </a:lnTo>
                  <a:lnTo>
                    <a:pt x="1129802" y="4665981"/>
                  </a:lnTo>
                  <a:lnTo>
                    <a:pt x="1130037" y="4665551"/>
                  </a:lnTo>
                  <a:lnTo>
                    <a:pt x="1130037" y="4664689"/>
                  </a:lnTo>
                  <a:lnTo>
                    <a:pt x="1130155" y="4664689"/>
                  </a:lnTo>
                  <a:lnTo>
                    <a:pt x="1130390" y="4664259"/>
                  </a:lnTo>
                  <a:lnTo>
                    <a:pt x="1130508" y="4664259"/>
                  </a:lnTo>
                  <a:lnTo>
                    <a:pt x="1130625" y="4664259"/>
                  </a:lnTo>
                  <a:lnTo>
                    <a:pt x="1130743" y="4664259"/>
                  </a:lnTo>
                  <a:lnTo>
                    <a:pt x="1130861" y="4664259"/>
                  </a:lnTo>
                  <a:lnTo>
                    <a:pt x="1130861" y="4663828"/>
                  </a:lnTo>
                  <a:lnTo>
                    <a:pt x="1130861" y="4663398"/>
                  </a:lnTo>
                  <a:lnTo>
                    <a:pt x="1131213" y="4663398"/>
                  </a:lnTo>
                  <a:lnTo>
                    <a:pt x="1131331" y="4663398"/>
                  </a:lnTo>
                  <a:lnTo>
                    <a:pt x="1131331" y="4662967"/>
                  </a:lnTo>
                  <a:lnTo>
                    <a:pt x="1131449" y="4662536"/>
                  </a:lnTo>
                  <a:lnTo>
                    <a:pt x="1131566" y="4661675"/>
                  </a:lnTo>
                  <a:lnTo>
                    <a:pt x="1131802" y="4661675"/>
                  </a:lnTo>
                  <a:lnTo>
                    <a:pt x="1131919" y="4661245"/>
                  </a:lnTo>
                  <a:lnTo>
                    <a:pt x="1132037" y="4661245"/>
                  </a:lnTo>
                  <a:lnTo>
                    <a:pt x="1132390" y="4661245"/>
                  </a:lnTo>
                  <a:lnTo>
                    <a:pt x="1132390" y="4660814"/>
                  </a:lnTo>
                  <a:lnTo>
                    <a:pt x="1132507" y="4660814"/>
                  </a:lnTo>
                  <a:lnTo>
                    <a:pt x="1132742" y="4660383"/>
                  </a:lnTo>
                  <a:lnTo>
                    <a:pt x="1132978" y="4659953"/>
                  </a:lnTo>
                  <a:lnTo>
                    <a:pt x="1133095" y="4659953"/>
                  </a:lnTo>
                  <a:lnTo>
                    <a:pt x="1133213" y="4659953"/>
                  </a:lnTo>
                  <a:lnTo>
                    <a:pt x="1133331" y="4659953"/>
                  </a:lnTo>
                  <a:lnTo>
                    <a:pt x="1133566" y="4659522"/>
                  </a:lnTo>
                  <a:lnTo>
                    <a:pt x="1133683" y="4659522"/>
                  </a:lnTo>
                  <a:lnTo>
                    <a:pt x="1133919" y="4659092"/>
                  </a:lnTo>
                  <a:lnTo>
                    <a:pt x="1134036" y="4658661"/>
                  </a:lnTo>
                  <a:lnTo>
                    <a:pt x="1134036" y="4658230"/>
                  </a:lnTo>
                  <a:lnTo>
                    <a:pt x="1134154" y="4658230"/>
                  </a:lnTo>
                  <a:lnTo>
                    <a:pt x="1134624" y="4658230"/>
                  </a:lnTo>
                  <a:lnTo>
                    <a:pt x="1134742" y="4658230"/>
                  </a:lnTo>
                  <a:lnTo>
                    <a:pt x="1134742" y="4657800"/>
                  </a:lnTo>
                  <a:lnTo>
                    <a:pt x="1134977" y="4657800"/>
                  </a:lnTo>
                  <a:lnTo>
                    <a:pt x="1135095" y="4657800"/>
                  </a:lnTo>
                  <a:lnTo>
                    <a:pt x="1135565" y="4656508"/>
                  </a:lnTo>
                  <a:lnTo>
                    <a:pt x="1135683" y="4656508"/>
                  </a:lnTo>
                  <a:lnTo>
                    <a:pt x="1135800" y="4656508"/>
                  </a:lnTo>
                  <a:lnTo>
                    <a:pt x="1135918" y="4656508"/>
                  </a:lnTo>
                  <a:lnTo>
                    <a:pt x="1136036" y="4656077"/>
                  </a:lnTo>
                  <a:lnTo>
                    <a:pt x="1136153" y="4656077"/>
                  </a:lnTo>
                  <a:lnTo>
                    <a:pt x="1136389" y="4655647"/>
                  </a:lnTo>
                  <a:lnTo>
                    <a:pt x="1136506" y="4655647"/>
                  </a:lnTo>
                  <a:lnTo>
                    <a:pt x="1136506" y="4655216"/>
                  </a:lnTo>
                  <a:lnTo>
                    <a:pt x="1136624" y="4655216"/>
                  </a:lnTo>
                  <a:lnTo>
                    <a:pt x="1136624" y="4654355"/>
                  </a:lnTo>
                  <a:lnTo>
                    <a:pt x="1136741" y="4654355"/>
                  </a:lnTo>
                  <a:lnTo>
                    <a:pt x="1136977" y="4654355"/>
                  </a:lnTo>
                  <a:lnTo>
                    <a:pt x="1137094" y="4654355"/>
                  </a:lnTo>
                  <a:lnTo>
                    <a:pt x="1137329" y="4653924"/>
                  </a:lnTo>
                  <a:lnTo>
                    <a:pt x="1137447" y="4653924"/>
                  </a:lnTo>
                  <a:lnTo>
                    <a:pt x="1137565" y="4653924"/>
                  </a:lnTo>
                  <a:lnTo>
                    <a:pt x="1137682" y="4653924"/>
                  </a:lnTo>
                  <a:lnTo>
                    <a:pt x="1137800" y="4653924"/>
                  </a:lnTo>
                  <a:lnTo>
                    <a:pt x="1137800" y="4653494"/>
                  </a:lnTo>
                  <a:lnTo>
                    <a:pt x="1138035" y="4653063"/>
                  </a:lnTo>
                  <a:lnTo>
                    <a:pt x="1138035" y="4652633"/>
                  </a:lnTo>
                  <a:lnTo>
                    <a:pt x="1138153" y="4652633"/>
                  </a:lnTo>
                  <a:lnTo>
                    <a:pt x="1138506" y="4652633"/>
                  </a:lnTo>
                  <a:lnTo>
                    <a:pt x="1138623" y="4652633"/>
                  </a:lnTo>
                  <a:lnTo>
                    <a:pt x="1138741" y="4652633"/>
                  </a:lnTo>
                  <a:lnTo>
                    <a:pt x="1138858" y="4652633"/>
                  </a:lnTo>
                  <a:lnTo>
                    <a:pt x="1138858" y="4652202"/>
                  </a:lnTo>
                  <a:lnTo>
                    <a:pt x="1139211" y="4651771"/>
                  </a:lnTo>
                  <a:lnTo>
                    <a:pt x="1139446" y="4651771"/>
                  </a:lnTo>
                  <a:lnTo>
                    <a:pt x="1139564" y="4651771"/>
                  </a:lnTo>
                  <a:lnTo>
                    <a:pt x="1139799" y="4651341"/>
                  </a:lnTo>
                  <a:lnTo>
                    <a:pt x="1139917" y="4651341"/>
                  </a:lnTo>
                  <a:lnTo>
                    <a:pt x="1140035" y="4650910"/>
                  </a:lnTo>
                  <a:lnTo>
                    <a:pt x="1140152" y="4650049"/>
                  </a:lnTo>
                  <a:lnTo>
                    <a:pt x="1140270" y="4649618"/>
                  </a:lnTo>
                  <a:lnTo>
                    <a:pt x="1140270" y="4649188"/>
                  </a:lnTo>
                  <a:lnTo>
                    <a:pt x="1140505" y="4649188"/>
                  </a:lnTo>
                  <a:lnTo>
                    <a:pt x="1140740" y="4648757"/>
                  </a:lnTo>
                  <a:lnTo>
                    <a:pt x="1140975" y="4648757"/>
                  </a:lnTo>
                  <a:lnTo>
                    <a:pt x="1140975" y="4648327"/>
                  </a:lnTo>
                  <a:lnTo>
                    <a:pt x="1141093" y="4648327"/>
                  </a:lnTo>
                  <a:lnTo>
                    <a:pt x="1141328" y="4647896"/>
                  </a:lnTo>
                  <a:lnTo>
                    <a:pt x="1141328" y="4647465"/>
                  </a:lnTo>
                  <a:lnTo>
                    <a:pt x="1141799" y="4647465"/>
                  </a:lnTo>
                  <a:lnTo>
                    <a:pt x="1142034" y="4647465"/>
                  </a:lnTo>
                  <a:lnTo>
                    <a:pt x="1142152" y="4647465"/>
                  </a:lnTo>
                  <a:lnTo>
                    <a:pt x="1142269" y="4647465"/>
                  </a:lnTo>
                  <a:lnTo>
                    <a:pt x="1142269" y="4647035"/>
                  </a:lnTo>
                  <a:lnTo>
                    <a:pt x="1142740" y="4647035"/>
                  </a:lnTo>
                  <a:lnTo>
                    <a:pt x="1143210" y="4647035"/>
                  </a:lnTo>
                  <a:lnTo>
                    <a:pt x="1143328" y="4647035"/>
                  </a:lnTo>
                  <a:lnTo>
                    <a:pt x="1143563" y="4647035"/>
                  </a:lnTo>
                  <a:lnTo>
                    <a:pt x="1143681" y="4646174"/>
                  </a:lnTo>
                  <a:lnTo>
                    <a:pt x="1143798" y="4646174"/>
                  </a:lnTo>
                  <a:lnTo>
                    <a:pt x="1144033" y="4645312"/>
                  </a:lnTo>
                  <a:lnTo>
                    <a:pt x="1144151" y="4645312"/>
                  </a:lnTo>
                  <a:lnTo>
                    <a:pt x="1144269" y="4645312"/>
                  </a:lnTo>
                  <a:lnTo>
                    <a:pt x="1144386" y="4645312"/>
                  </a:lnTo>
                  <a:lnTo>
                    <a:pt x="1144504" y="4645312"/>
                  </a:lnTo>
                  <a:lnTo>
                    <a:pt x="1144739" y="4645312"/>
                  </a:lnTo>
                  <a:lnTo>
                    <a:pt x="1144974" y="4644882"/>
                  </a:lnTo>
                  <a:lnTo>
                    <a:pt x="1145092" y="4644882"/>
                  </a:lnTo>
                  <a:lnTo>
                    <a:pt x="1145210" y="4644882"/>
                  </a:lnTo>
                  <a:lnTo>
                    <a:pt x="1145327" y="4644882"/>
                  </a:lnTo>
                  <a:lnTo>
                    <a:pt x="1145445" y="4644882"/>
                  </a:lnTo>
                  <a:lnTo>
                    <a:pt x="1145445" y="4644021"/>
                  </a:lnTo>
                  <a:lnTo>
                    <a:pt x="1145445" y="4643590"/>
                  </a:lnTo>
                  <a:lnTo>
                    <a:pt x="1145915" y="4643590"/>
                  </a:lnTo>
                  <a:lnTo>
                    <a:pt x="1146033" y="4643159"/>
                  </a:lnTo>
                  <a:lnTo>
                    <a:pt x="1146268" y="4642729"/>
                  </a:lnTo>
                  <a:lnTo>
                    <a:pt x="1146386" y="4642729"/>
                  </a:lnTo>
                  <a:lnTo>
                    <a:pt x="1146503" y="4642298"/>
                  </a:lnTo>
                  <a:lnTo>
                    <a:pt x="1146739" y="4642298"/>
                  </a:lnTo>
                  <a:lnTo>
                    <a:pt x="1146739" y="4641868"/>
                  </a:lnTo>
                  <a:lnTo>
                    <a:pt x="1146856" y="4641437"/>
                  </a:lnTo>
                  <a:lnTo>
                    <a:pt x="1147091" y="4641437"/>
                  </a:lnTo>
                  <a:lnTo>
                    <a:pt x="1147209" y="4641437"/>
                  </a:lnTo>
                  <a:lnTo>
                    <a:pt x="1147444" y="4641437"/>
                  </a:lnTo>
                  <a:lnTo>
                    <a:pt x="1147679" y="4641437"/>
                  </a:lnTo>
                  <a:lnTo>
                    <a:pt x="1147797" y="4641437"/>
                  </a:lnTo>
                  <a:lnTo>
                    <a:pt x="1147915" y="4641437"/>
                  </a:lnTo>
                  <a:lnTo>
                    <a:pt x="1148032" y="4641437"/>
                  </a:lnTo>
                  <a:lnTo>
                    <a:pt x="1148150" y="4641437"/>
                  </a:lnTo>
                  <a:lnTo>
                    <a:pt x="1148150" y="4641006"/>
                  </a:lnTo>
                  <a:lnTo>
                    <a:pt x="1148503" y="4639715"/>
                  </a:lnTo>
                  <a:lnTo>
                    <a:pt x="1148620" y="4639715"/>
                  </a:lnTo>
                  <a:lnTo>
                    <a:pt x="1148738" y="4639715"/>
                  </a:lnTo>
                  <a:lnTo>
                    <a:pt x="1148856" y="4639715"/>
                  </a:lnTo>
                  <a:lnTo>
                    <a:pt x="1148973" y="4639715"/>
                  </a:lnTo>
                  <a:lnTo>
                    <a:pt x="1148973" y="4639284"/>
                  </a:lnTo>
                  <a:lnTo>
                    <a:pt x="1148973" y="4638853"/>
                  </a:lnTo>
                  <a:lnTo>
                    <a:pt x="1149091" y="4638853"/>
                  </a:lnTo>
                  <a:lnTo>
                    <a:pt x="1149208" y="4638853"/>
                  </a:lnTo>
                  <a:lnTo>
                    <a:pt x="1149326" y="4638853"/>
                  </a:lnTo>
                  <a:lnTo>
                    <a:pt x="1149561" y="4638853"/>
                  </a:lnTo>
                  <a:lnTo>
                    <a:pt x="1149797" y="4638853"/>
                  </a:lnTo>
                  <a:lnTo>
                    <a:pt x="1149914" y="4638853"/>
                  </a:lnTo>
                  <a:lnTo>
                    <a:pt x="1150032" y="4638853"/>
                  </a:lnTo>
                  <a:lnTo>
                    <a:pt x="1150149" y="4638853"/>
                  </a:lnTo>
                  <a:lnTo>
                    <a:pt x="1150385" y="4637562"/>
                  </a:lnTo>
                  <a:lnTo>
                    <a:pt x="1150737" y="4637562"/>
                  </a:lnTo>
                  <a:lnTo>
                    <a:pt x="1151090" y="4637562"/>
                  </a:lnTo>
                  <a:lnTo>
                    <a:pt x="1151326" y="4637131"/>
                  </a:lnTo>
                  <a:lnTo>
                    <a:pt x="1151326" y="4636700"/>
                  </a:lnTo>
                  <a:lnTo>
                    <a:pt x="1151443" y="4636700"/>
                  </a:lnTo>
                  <a:lnTo>
                    <a:pt x="1151561" y="4636270"/>
                  </a:lnTo>
                  <a:lnTo>
                    <a:pt x="1151561" y="4635839"/>
                  </a:lnTo>
                  <a:lnTo>
                    <a:pt x="1151678" y="4635839"/>
                  </a:lnTo>
                  <a:lnTo>
                    <a:pt x="1151796" y="4635839"/>
                  </a:lnTo>
                  <a:lnTo>
                    <a:pt x="1152149" y="4635839"/>
                  </a:lnTo>
                  <a:lnTo>
                    <a:pt x="1152266" y="4635839"/>
                  </a:lnTo>
                  <a:lnTo>
                    <a:pt x="1152737" y="4635839"/>
                  </a:lnTo>
                  <a:lnTo>
                    <a:pt x="1152855" y="4634978"/>
                  </a:lnTo>
                  <a:lnTo>
                    <a:pt x="1152972" y="4634978"/>
                  </a:lnTo>
                  <a:lnTo>
                    <a:pt x="1152972" y="4634117"/>
                  </a:lnTo>
                  <a:lnTo>
                    <a:pt x="1153090" y="4634117"/>
                  </a:lnTo>
                  <a:lnTo>
                    <a:pt x="1153207" y="4633686"/>
                  </a:lnTo>
                  <a:lnTo>
                    <a:pt x="1153325" y="4633256"/>
                  </a:lnTo>
                  <a:lnTo>
                    <a:pt x="1153443" y="4633256"/>
                  </a:lnTo>
                  <a:lnTo>
                    <a:pt x="1153678" y="4633256"/>
                  </a:lnTo>
                  <a:lnTo>
                    <a:pt x="1154031" y="4632825"/>
                  </a:lnTo>
                  <a:lnTo>
                    <a:pt x="1154148" y="4632825"/>
                  </a:lnTo>
                  <a:lnTo>
                    <a:pt x="1154148" y="4631964"/>
                  </a:lnTo>
                  <a:lnTo>
                    <a:pt x="1154266" y="4631964"/>
                  </a:lnTo>
                  <a:lnTo>
                    <a:pt x="1154501" y="4631964"/>
                  </a:lnTo>
                  <a:lnTo>
                    <a:pt x="1154619" y="4631964"/>
                  </a:lnTo>
                  <a:lnTo>
                    <a:pt x="1154736" y="4631964"/>
                  </a:lnTo>
                  <a:lnTo>
                    <a:pt x="1154854" y="4631103"/>
                  </a:lnTo>
                  <a:lnTo>
                    <a:pt x="1154854" y="4630672"/>
                  </a:lnTo>
                  <a:lnTo>
                    <a:pt x="1154854" y="4630241"/>
                  </a:lnTo>
                  <a:lnTo>
                    <a:pt x="1155089" y="4629811"/>
                  </a:lnTo>
                  <a:lnTo>
                    <a:pt x="1155207" y="4629811"/>
                  </a:lnTo>
                  <a:lnTo>
                    <a:pt x="1155324" y="4629811"/>
                  </a:lnTo>
                  <a:lnTo>
                    <a:pt x="1155442" y="4629811"/>
                  </a:lnTo>
                  <a:lnTo>
                    <a:pt x="1155560" y="4629811"/>
                  </a:lnTo>
                  <a:lnTo>
                    <a:pt x="1155677" y="4629380"/>
                  </a:lnTo>
                  <a:lnTo>
                    <a:pt x="1155795" y="4629380"/>
                  </a:lnTo>
                  <a:lnTo>
                    <a:pt x="1155912" y="4629380"/>
                  </a:lnTo>
                  <a:lnTo>
                    <a:pt x="1156030" y="4629380"/>
                  </a:lnTo>
                  <a:lnTo>
                    <a:pt x="1156383" y="4629380"/>
                  </a:lnTo>
                  <a:lnTo>
                    <a:pt x="1156501" y="4629380"/>
                  </a:lnTo>
                  <a:lnTo>
                    <a:pt x="1156618" y="4629380"/>
                  </a:lnTo>
                  <a:lnTo>
                    <a:pt x="1156618" y="4628950"/>
                  </a:lnTo>
                  <a:lnTo>
                    <a:pt x="1156618" y="4628519"/>
                  </a:lnTo>
                  <a:lnTo>
                    <a:pt x="1156736" y="4628519"/>
                  </a:lnTo>
                  <a:lnTo>
                    <a:pt x="1156853" y="4628519"/>
                  </a:lnTo>
                  <a:lnTo>
                    <a:pt x="1156853" y="4627227"/>
                  </a:lnTo>
                  <a:lnTo>
                    <a:pt x="1156971" y="4627227"/>
                  </a:lnTo>
                  <a:lnTo>
                    <a:pt x="1157089" y="4627227"/>
                  </a:lnTo>
                  <a:lnTo>
                    <a:pt x="1157206" y="4627227"/>
                  </a:lnTo>
                  <a:lnTo>
                    <a:pt x="1157324" y="4626797"/>
                  </a:lnTo>
                  <a:lnTo>
                    <a:pt x="1157441" y="4626366"/>
                  </a:lnTo>
                  <a:lnTo>
                    <a:pt x="1157441" y="4625505"/>
                  </a:lnTo>
                  <a:lnTo>
                    <a:pt x="1157559" y="4625505"/>
                  </a:lnTo>
                  <a:lnTo>
                    <a:pt x="1157794" y="4625505"/>
                  </a:lnTo>
                  <a:lnTo>
                    <a:pt x="1157912" y="4624644"/>
                  </a:lnTo>
                  <a:lnTo>
                    <a:pt x="1158382" y="4624213"/>
                  </a:lnTo>
                  <a:lnTo>
                    <a:pt x="1158500" y="4623782"/>
                  </a:lnTo>
                  <a:lnTo>
                    <a:pt x="1158618" y="4623782"/>
                  </a:lnTo>
                  <a:lnTo>
                    <a:pt x="1158618" y="4622921"/>
                  </a:lnTo>
                  <a:lnTo>
                    <a:pt x="1158735" y="4622921"/>
                  </a:lnTo>
                  <a:lnTo>
                    <a:pt x="1159088" y="4622491"/>
                  </a:lnTo>
                  <a:lnTo>
                    <a:pt x="1159206" y="4622491"/>
                  </a:lnTo>
                  <a:lnTo>
                    <a:pt x="1159323" y="4622491"/>
                  </a:lnTo>
                  <a:lnTo>
                    <a:pt x="1159441" y="4622491"/>
                  </a:lnTo>
                  <a:lnTo>
                    <a:pt x="1159676" y="4622491"/>
                  </a:lnTo>
                  <a:lnTo>
                    <a:pt x="1159794" y="4622060"/>
                  </a:lnTo>
                  <a:lnTo>
                    <a:pt x="1159911" y="4622060"/>
                  </a:lnTo>
                  <a:lnTo>
                    <a:pt x="1160029" y="4622060"/>
                  </a:lnTo>
                  <a:lnTo>
                    <a:pt x="1160147" y="4622060"/>
                  </a:lnTo>
                  <a:lnTo>
                    <a:pt x="1160264" y="4621629"/>
                  </a:lnTo>
                  <a:lnTo>
                    <a:pt x="1160264" y="4621199"/>
                  </a:lnTo>
                  <a:lnTo>
                    <a:pt x="1160382" y="4621199"/>
                  </a:lnTo>
                  <a:lnTo>
                    <a:pt x="1160499" y="4621199"/>
                  </a:lnTo>
                  <a:lnTo>
                    <a:pt x="1160735" y="4620768"/>
                  </a:lnTo>
                  <a:lnTo>
                    <a:pt x="1160735" y="4620338"/>
                  </a:lnTo>
                  <a:lnTo>
                    <a:pt x="1160735" y="4619907"/>
                  </a:lnTo>
                  <a:lnTo>
                    <a:pt x="1160852" y="4619476"/>
                  </a:lnTo>
                  <a:lnTo>
                    <a:pt x="1161088" y="4619476"/>
                  </a:lnTo>
                  <a:lnTo>
                    <a:pt x="1161205" y="4619476"/>
                  </a:lnTo>
                  <a:lnTo>
                    <a:pt x="1161323" y="4619476"/>
                  </a:lnTo>
                  <a:lnTo>
                    <a:pt x="1161323" y="4619046"/>
                  </a:lnTo>
                  <a:lnTo>
                    <a:pt x="1161323" y="4618185"/>
                  </a:lnTo>
                  <a:lnTo>
                    <a:pt x="1161323" y="4617754"/>
                  </a:lnTo>
                  <a:lnTo>
                    <a:pt x="1161558" y="4617754"/>
                  </a:lnTo>
                  <a:lnTo>
                    <a:pt x="1161793" y="4617754"/>
                  </a:lnTo>
                  <a:lnTo>
                    <a:pt x="1161911" y="4617754"/>
                  </a:lnTo>
                  <a:lnTo>
                    <a:pt x="1162146" y="4617754"/>
                  </a:lnTo>
                  <a:lnTo>
                    <a:pt x="1162617" y="4617323"/>
                  </a:lnTo>
                  <a:lnTo>
                    <a:pt x="1162734" y="4617323"/>
                  </a:lnTo>
                  <a:lnTo>
                    <a:pt x="1162852" y="4617323"/>
                  </a:lnTo>
                  <a:lnTo>
                    <a:pt x="1162852" y="4616893"/>
                  </a:lnTo>
                  <a:lnTo>
                    <a:pt x="1162852" y="4616032"/>
                  </a:lnTo>
                  <a:lnTo>
                    <a:pt x="1162969" y="4616032"/>
                  </a:lnTo>
                  <a:lnTo>
                    <a:pt x="1162969" y="4615601"/>
                  </a:lnTo>
                  <a:lnTo>
                    <a:pt x="1163087" y="4615601"/>
                  </a:lnTo>
                  <a:lnTo>
                    <a:pt x="1163087" y="4615170"/>
                  </a:lnTo>
                  <a:lnTo>
                    <a:pt x="1163440" y="4614740"/>
                  </a:lnTo>
                  <a:lnTo>
                    <a:pt x="1163557" y="4614740"/>
                  </a:lnTo>
                  <a:lnTo>
                    <a:pt x="1163675" y="4614740"/>
                  </a:lnTo>
                  <a:lnTo>
                    <a:pt x="1163910" y="4614740"/>
                  </a:lnTo>
                  <a:lnTo>
                    <a:pt x="1164145" y="4614740"/>
                  </a:lnTo>
                  <a:lnTo>
                    <a:pt x="1164145" y="4614309"/>
                  </a:lnTo>
                  <a:lnTo>
                    <a:pt x="1164145" y="4613879"/>
                  </a:lnTo>
                  <a:lnTo>
                    <a:pt x="1164381" y="4613448"/>
                  </a:lnTo>
                  <a:lnTo>
                    <a:pt x="1164498" y="4613448"/>
                  </a:lnTo>
                  <a:lnTo>
                    <a:pt x="1164616" y="4613448"/>
                  </a:lnTo>
                  <a:lnTo>
                    <a:pt x="1164734" y="4613448"/>
                  </a:lnTo>
                  <a:lnTo>
                    <a:pt x="1164851" y="4613448"/>
                  </a:lnTo>
                  <a:lnTo>
                    <a:pt x="1164969" y="4613017"/>
                  </a:lnTo>
                  <a:lnTo>
                    <a:pt x="1165322" y="4612587"/>
                  </a:lnTo>
                  <a:lnTo>
                    <a:pt x="1165322" y="4612156"/>
                  </a:lnTo>
                  <a:lnTo>
                    <a:pt x="1165322" y="4611726"/>
                  </a:lnTo>
                  <a:lnTo>
                    <a:pt x="1165674" y="4611295"/>
                  </a:lnTo>
                  <a:lnTo>
                    <a:pt x="1165792" y="4611295"/>
                  </a:lnTo>
                  <a:lnTo>
                    <a:pt x="1165792" y="4610864"/>
                  </a:lnTo>
                  <a:lnTo>
                    <a:pt x="1166027" y="4610864"/>
                  </a:lnTo>
                  <a:lnTo>
                    <a:pt x="1166145" y="4610864"/>
                  </a:lnTo>
                  <a:lnTo>
                    <a:pt x="1166263" y="4610864"/>
                  </a:lnTo>
                  <a:lnTo>
                    <a:pt x="1166380" y="4610864"/>
                  </a:lnTo>
                  <a:lnTo>
                    <a:pt x="1166498" y="4610864"/>
                  </a:lnTo>
                  <a:lnTo>
                    <a:pt x="1166615" y="4610864"/>
                  </a:lnTo>
                  <a:lnTo>
                    <a:pt x="1166733" y="4610864"/>
                  </a:lnTo>
                  <a:lnTo>
                    <a:pt x="1166968" y="4610434"/>
                  </a:lnTo>
                  <a:lnTo>
                    <a:pt x="1167086" y="4610434"/>
                  </a:lnTo>
                  <a:lnTo>
                    <a:pt x="1167203" y="4610434"/>
                  </a:lnTo>
                  <a:lnTo>
                    <a:pt x="1167203" y="4610003"/>
                  </a:lnTo>
                  <a:lnTo>
                    <a:pt x="1167321" y="4610003"/>
                  </a:lnTo>
                  <a:lnTo>
                    <a:pt x="1167556" y="4610003"/>
                  </a:lnTo>
                  <a:lnTo>
                    <a:pt x="1167674" y="4610003"/>
                  </a:lnTo>
                  <a:lnTo>
                    <a:pt x="1167792" y="4609573"/>
                  </a:lnTo>
                  <a:lnTo>
                    <a:pt x="1167909" y="4609573"/>
                  </a:lnTo>
                  <a:lnTo>
                    <a:pt x="1167909" y="4609142"/>
                  </a:lnTo>
                  <a:lnTo>
                    <a:pt x="1168027" y="4608711"/>
                  </a:lnTo>
                  <a:lnTo>
                    <a:pt x="1168262" y="4608281"/>
                  </a:lnTo>
                  <a:lnTo>
                    <a:pt x="1168262" y="4607850"/>
                  </a:lnTo>
                  <a:lnTo>
                    <a:pt x="1168262" y="4607420"/>
                  </a:lnTo>
                  <a:lnTo>
                    <a:pt x="1168262" y="4606989"/>
                  </a:lnTo>
                  <a:lnTo>
                    <a:pt x="1168615" y="4606989"/>
                  </a:lnTo>
                  <a:lnTo>
                    <a:pt x="1168615" y="4606558"/>
                  </a:lnTo>
                  <a:lnTo>
                    <a:pt x="1168615" y="4606128"/>
                  </a:lnTo>
                  <a:lnTo>
                    <a:pt x="1168732" y="4606128"/>
                  </a:lnTo>
                  <a:lnTo>
                    <a:pt x="1168850" y="4606128"/>
                  </a:lnTo>
                  <a:lnTo>
                    <a:pt x="1168968" y="4606128"/>
                  </a:lnTo>
                  <a:lnTo>
                    <a:pt x="1169085" y="4606128"/>
                  </a:lnTo>
                  <a:lnTo>
                    <a:pt x="1169321" y="4605267"/>
                  </a:lnTo>
                  <a:lnTo>
                    <a:pt x="1169438" y="4605267"/>
                  </a:lnTo>
                  <a:lnTo>
                    <a:pt x="1169556" y="4605267"/>
                  </a:lnTo>
                  <a:lnTo>
                    <a:pt x="1169556" y="4604836"/>
                  </a:lnTo>
                  <a:lnTo>
                    <a:pt x="1169673" y="4604405"/>
                  </a:lnTo>
                  <a:lnTo>
                    <a:pt x="1169791" y="4604405"/>
                  </a:lnTo>
                  <a:lnTo>
                    <a:pt x="1170026" y="4604405"/>
                  </a:lnTo>
                  <a:lnTo>
                    <a:pt x="1170144" y="4604405"/>
                  </a:lnTo>
                  <a:lnTo>
                    <a:pt x="1170497" y="4604405"/>
                  </a:lnTo>
                  <a:lnTo>
                    <a:pt x="1170614" y="4603975"/>
                  </a:lnTo>
                  <a:lnTo>
                    <a:pt x="1170967" y="4603544"/>
                  </a:lnTo>
                  <a:lnTo>
                    <a:pt x="1171202" y="4602683"/>
                  </a:lnTo>
                  <a:lnTo>
                    <a:pt x="1171320" y="4602252"/>
                  </a:lnTo>
                  <a:lnTo>
                    <a:pt x="1171555" y="4602252"/>
                  </a:lnTo>
                  <a:lnTo>
                    <a:pt x="1171908" y="4601822"/>
                  </a:lnTo>
                  <a:lnTo>
                    <a:pt x="1172026" y="4601822"/>
                  </a:lnTo>
                  <a:lnTo>
                    <a:pt x="1172261" y="4601822"/>
                  </a:lnTo>
                  <a:lnTo>
                    <a:pt x="1172261" y="4601391"/>
                  </a:lnTo>
                  <a:lnTo>
                    <a:pt x="1172614" y="4600961"/>
                  </a:lnTo>
                  <a:lnTo>
                    <a:pt x="1172849" y="4600961"/>
                  </a:lnTo>
                  <a:lnTo>
                    <a:pt x="1173202" y="4600961"/>
                  </a:lnTo>
                  <a:lnTo>
                    <a:pt x="1173319" y="4600530"/>
                  </a:lnTo>
                  <a:lnTo>
                    <a:pt x="1173437" y="4600530"/>
                  </a:lnTo>
                  <a:lnTo>
                    <a:pt x="1173555" y="4600530"/>
                  </a:lnTo>
                  <a:lnTo>
                    <a:pt x="1173672" y="4600099"/>
                  </a:lnTo>
                  <a:lnTo>
                    <a:pt x="1173907" y="4600099"/>
                  </a:lnTo>
                  <a:lnTo>
                    <a:pt x="1174025" y="4599669"/>
                  </a:lnTo>
                  <a:lnTo>
                    <a:pt x="1174731" y="4599238"/>
                  </a:lnTo>
                  <a:lnTo>
                    <a:pt x="1174848" y="4599238"/>
                  </a:lnTo>
                  <a:lnTo>
                    <a:pt x="1175084" y="4598808"/>
                  </a:lnTo>
                  <a:lnTo>
                    <a:pt x="1175201" y="4598808"/>
                  </a:lnTo>
                  <a:lnTo>
                    <a:pt x="1175319" y="4598808"/>
                  </a:lnTo>
                  <a:lnTo>
                    <a:pt x="1175436" y="4598808"/>
                  </a:lnTo>
                  <a:lnTo>
                    <a:pt x="1175554" y="4598808"/>
                  </a:lnTo>
                  <a:lnTo>
                    <a:pt x="1175554" y="4598377"/>
                  </a:lnTo>
                  <a:lnTo>
                    <a:pt x="1175554" y="4597946"/>
                  </a:lnTo>
                  <a:lnTo>
                    <a:pt x="1175789" y="4597946"/>
                  </a:lnTo>
                  <a:lnTo>
                    <a:pt x="1176025" y="4597516"/>
                  </a:lnTo>
                  <a:lnTo>
                    <a:pt x="1176260" y="4597516"/>
                  </a:lnTo>
                  <a:lnTo>
                    <a:pt x="1176377" y="4597516"/>
                  </a:lnTo>
                  <a:lnTo>
                    <a:pt x="1176613" y="4597516"/>
                  </a:lnTo>
                  <a:lnTo>
                    <a:pt x="1176730" y="4597516"/>
                  </a:lnTo>
                  <a:lnTo>
                    <a:pt x="1177083" y="4597516"/>
                  </a:lnTo>
                  <a:lnTo>
                    <a:pt x="1177083" y="4597085"/>
                  </a:lnTo>
                  <a:lnTo>
                    <a:pt x="1177201" y="4597085"/>
                  </a:lnTo>
                  <a:lnTo>
                    <a:pt x="1177436" y="4597085"/>
                  </a:lnTo>
                  <a:lnTo>
                    <a:pt x="1177554" y="4597085"/>
                  </a:lnTo>
                  <a:lnTo>
                    <a:pt x="1177671" y="4595793"/>
                  </a:lnTo>
                  <a:lnTo>
                    <a:pt x="1177789" y="4595793"/>
                  </a:lnTo>
                  <a:lnTo>
                    <a:pt x="1177906" y="4595793"/>
                  </a:lnTo>
                  <a:lnTo>
                    <a:pt x="1177906" y="4595363"/>
                  </a:lnTo>
                  <a:lnTo>
                    <a:pt x="1178024" y="4595363"/>
                  </a:lnTo>
                  <a:lnTo>
                    <a:pt x="1178142" y="4594932"/>
                  </a:lnTo>
                  <a:lnTo>
                    <a:pt x="1178142" y="4594502"/>
                  </a:lnTo>
                  <a:lnTo>
                    <a:pt x="1178259" y="4594502"/>
                  </a:lnTo>
                  <a:lnTo>
                    <a:pt x="1178259" y="4594071"/>
                  </a:lnTo>
                  <a:lnTo>
                    <a:pt x="1178377" y="4594071"/>
                  </a:lnTo>
                  <a:lnTo>
                    <a:pt x="1178612" y="4593640"/>
                  </a:lnTo>
                  <a:lnTo>
                    <a:pt x="1178612" y="4593210"/>
                  </a:lnTo>
                  <a:lnTo>
                    <a:pt x="1178847" y="4593210"/>
                  </a:lnTo>
                  <a:lnTo>
                    <a:pt x="1178847" y="4592779"/>
                  </a:lnTo>
                  <a:lnTo>
                    <a:pt x="1178965" y="4592779"/>
                  </a:lnTo>
                  <a:lnTo>
                    <a:pt x="1179083" y="4592779"/>
                  </a:lnTo>
                  <a:lnTo>
                    <a:pt x="1179200" y="4592779"/>
                  </a:lnTo>
                  <a:lnTo>
                    <a:pt x="1179318" y="4592349"/>
                  </a:lnTo>
                  <a:lnTo>
                    <a:pt x="1179671" y="4591487"/>
                  </a:lnTo>
                  <a:lnTo>
                    <a:pt x="1179906" y="4591057"/>
                  </a:lnTo>
                  <a:lnTo>
                    <a:pt x="1180141" y="4591057"/>
                  </a:lnTo>
                  <a:lnTo>
                    <a:pt x="1180259" y="4591057"/>
                  </a:lnTo>
                  <a:lnTo>
                    <a:pt x="1180494" y="4590626"/>
                  </a:lnTo>
                  <a:lnTo>
                    <a:pt x="1180494" y="4590196"/>
                  </a:lnTo>
                  <a:lnTo>
                    <a:pt x="1180494" y="4589765"/>
                  </a:lnTo>
                  <a:lnTo>
                    <a:pt x="1180611" y="4588904"/>
                  </a:lnTo>
                  <a:lnTo>
                    <a:pt x="1180611" y="4588473"/>
                  </a:lnTo>
                  <a:lnTo>
                    <a:pt x="1180847" y="4588473"/>
                  </a:lnTo>
                  <a:lnTo>
                    <a:pt x="1180964" y="4587612"/>
                  </a:lnTo>
                  <a:lnTo>
                    <a:pt x="1181200" y="4587612"/>
                  </a:lnTo>
                  <a:lnTo>
                    <a:pt x="1181435" y="4587612"/>
                  </a:lnTo>
                  <a:lnTo>
                    <a:pt x="1181552" y="4587612"/>
                  </a:lnTo>
                  <a:lnTo>
                    <a:pt x="1181670" y="4587612"/>
                  </a:lnTo>
                  <a:lnTo>
                    <a:pt x="1181670" y="4587181"/>
                  </a:lnTo>
                  <a:lnTo>
                    <a:pt x="1181905" y="4586751"/>
                  </a:lnTo>
                  <a:lnTo>
                    <a:pt x="1182023" y="4585028"/>
                  </a:lnTo>
                  <a:lnTo>
                    <a:pt x="1182023" y="4584598"/>
                  </a:lnTo>
                  <a:lnTo>
                    <a:pt x="1182023" y="4583737"/>
                  </a:lnTo>
                  <a:lnTo>
                    <a:pt x="1182140" y="4583737"/>
                  </a:lnTo>
                  <a:lnTo>
                    <a:pt x="1182258" y="4583306"/>
                  </a:lnTo>
                  <a:lnTo>
                    <a:pt x="1182376" y="4583306"/>
                  </a:lnTo>
                  <a:lnTo>
                    <a:pt x="1183081" y="4582875"/>
                  </a:lnTo>
                  <a:lnTo>
                    <a:pt x="1183317" y="4582875"/>
                  </a:lnTo>
                  <a:lnTo>
                    <a:pt x="1183434" y="4582875"/>
                  </a:lnTo>
                  <a:lnTo>
                    <a:pt x="1183552" y="4582875"/>
                  </a:lnTo>
                  <a:lnTo>
                    <a:pt x="1183905" y="4582014"/>
                  </a:lnTo>
                  <a:lnTo>
                    <a:pt x="1183905" y="4581584"/>
                  </a:lnTo>
                  <a:lnTo>
                    <a:pt x="1184140" y="4581153"/>
                  </a:lnTo>
                  <a:lnTo>
                    <a:pt x="1184493" y="4581153"/>
                  </a:lnTo>
                  <a:lnTo>
                    <a:pt x="1184610" y="4581153"/>
                  </a:lnTo>
                  <a:lnTo>
                    <a:pt x="1184728" y="4581153"/>
                  </a:lnTo>
                  <a:lnTo>
                    <a:pt x="1185081" y="4580722"/>
                  </a:lnTo>
                  <a:lnTo>
                    <a:pt x="1185081" y="4579861"/>
                  </a:lnTo>
                  <a:lnTo>
                    <a:pt x="1185198" y="4579431"/>
                  </a:lnTo>
                  <a:lnTo>
                    <a:pt x="1185316" y="4579431"/>
                  </a:lnTo>
                  <a:lnTo>
                    <a:pt x="1185787" y="4579431"/>
                  </a:lnTo>
                  <a:lnTo>
                    <a:pt x="1185904" y="4579431"/>
                  </a:lnTo>
                  <a:lnTo>
                    <a:pt x="1186139" y="4579431"/>
                  </a:lnTo>
                  <a:lnTo>
                    <a:pt x="1186257" y="4579000"/>
                  </a:lnTo>
                  <a:lnTo>
                    <a:pt x="1186610" y="4578569"/>
                  </a:lnTo>
                  <a:lnTo>
                    <a:pt x="1186727" y="4578569"/>
                  </a:lnTo>
                  <a:lnTo>
                    <a:pt x="1186727" y="4578139"/>
                  </a:lnTo>
                  <a:lnTo>
                    <a:pt x="1186845" y="4577708"/>
                  </a:lnTo>
                  <a:lnTo>
                    <a:pt x="1186845" y="4577278"/>
                  </a:lnTo>
                  <a:lnTo>
                    <a:pt x="1186845" y="4576847"/>
                  </a:lnTo>
                  <a:lnTo>
                    <a:pt x="1187080" y="4576847"/>
                  </a:lnTo>
                  <a:lnTo>
                    <a:pt x="1187198" y="4576847"/>
                  </a:lnTo>
                  <a:lnTo>
                    <a:pt x="1187198" y="4576416"/>
                  </a:lnTo>
                  <a:lnTo>
                    <a:pt x="1187198" y="4575986"/>
                  </a:lnTo>
                  <a:lnTo>
                    <a:pt x="1187316" y="4575986"/>
                  </a:lnTo>
                  <a:lnTo>
                    <a:pt x="1187316" y="4575555"/>
                  </a:lnTo>
                  <a:lnTo>
                    <a:pt x="1187433" y="4575555"/>
                  </a:lnTo>
                  <a:lnTo>
                    <a:pt x="1187551" y="4575555"/>
                  </a:lnTo>
                  <a:lnTo>
                    <a:pt x="1187668" y="4575555"/>
                  </a:lnTo>
                  <a:lnTo>
                    <a:pt x="1187786" y="4575555"/>
                  </a:lnTo>
                  <a:lnTo>
                    <a:pt x="1187904" y="4575555"/>
                  </a:lnTo>
                  <a:lnTo>
                    <a:pt x="1188021" y="4575555"/>
                  </a:lnTo>
                  <a:lnTo>
                    <a:pt x="1188139" y="4575125"/>
                  </a:lnTo>
                  <a:lnTo>
                    <a:pt x="1188374" y="4575125"/>
                  </a:lnTo>
                  <a:lnTo>
                    <a:pt x="1188374" y="4574694"/>
                  </a:lnTo>
                  <a:lnTo>
                    <a:pt x="1188492" y="4574694"/>
                  </a:lnTo>
                  <a:lnTo>
                    <a:pt x="1188609" y="4574263"/>
                  </a:lnTo>
                  <a:lnTo>
                    <a:pt x="1188844" y="4574263"/>
                  </a:lnTo>
                  <a:lnTo>
                    <a:pt x="1189080" y="4573833"/>
                  </a:lnTo>
                  <a:lnTo>
                    <a:pt x="1189197" y="4573833"/>
                  </a:lnTo>
                  <a:lnTo>
                    <a:pt x="1189550" y="4573833"/>
                  </a:lnTo>
                  <a:lnTo>
                    <a:pt x="1189550" y="4573402"/>
                  </a:lnTo>
                  <a:lnTo>
                    <a:pt x="1189668" y="4573402"/>
                  </a:lnTo>
                  <a:lnTo>
                    <a:pt x="1189785" y="4573402"/>
                  </a:lnTo>
                  <a:lnTo>
                    <a:pt x="1189785" y="4572972"/>
                  </a:lnTo>
                  <a:lnTo>
                    <a:pt x="1189903" y="4572541"/>
                  </a:lnTo>
                  <a:lnTo>
                    <a:pt x="1190021" y="4572541"/>
                  </a:lnTo>
                  <a:lnTo>
                    <a:pt x="1190256" y="4572541"/>
                  </a:lnTo>
                  <a:lnTo>
                    <a:pt x="1190373" y="4572541"/>
                  </a:lnTo>
                  <a:lnTo>
                    <a:pt x="1190609" y="4572541"/>
                  </a:lnTo>
                  <a:lnTo>
                    <a:pt x="1190726" y="4572110"/>
                  </a:lnTo>
                  <a:lnTo>
                    <a:pt x="1190962" y="4572110"/>
                  </a:lnTo>
                  <a:lnTo>
                    <a:pt x="1191079" y="4572110"/>
                  </a:lnTo>
                  <a:lnTo>
                    <a:pt x="1191197" y="4572110"/>
                  </a:lnTo>
                  <a:lnTo>
                    <a:pt x="1191197" y="4571680"/>
                  </a:lnTo>
                  <a:lnTo>
                    <a:pt x="1191197" y="4571249"/>
                  </a:lnTo>
                  <a:lnTo>
                    <a:pt x="1191314" y="4571249"/>
                  </a:lnTo>
                  <a:lnTo>
                    <a:pt x="1191550" y="4571249"/>
                  </a:lnTo>
                  <a:lnTo>
                    <a:pt x="1191667" y="4571249"/>
                  </a:lnTo>
                  <a:lnTo>
                    <a:pt x="1191785" y="4570819"/>
                  </a:lnTo>
                  <a:lnTo>
                    <a:pt x="1191902" y="4570819"/>
                  </a:lnTo>
                  <a:lnTo>
                    <a:pt x="1192255" y="4570388"/>
                  </a:lnTo>
                  <a:lnTo>
                    <a:pt x="1192491" y="4570388"/>
                  </a:lnTo>
                  <a:lnTo>
                    <a:pt x="1192608" y="4570388"/>
                  </a:lnTo>
                  <a:lnTo>
                    <a:pt x="1192726" y="4569957"/>
                  </a:lnTo>
                  <a:lnTo>
                    <a:pt x="1192961" y="4569957"/>
                  </a:lnTo>
                  <a:lnTo>
                    <a:pt x="1192961" y="4569527"/>
                  </a:lnTo>
                  <a:lnTo>
                    <a:pt x="1193079" y="4569527"/>
                  </a:lnTo>
                  <a:lnTo>
                    <a:pt x="1193314" y="4569527"/>
                  </a:lnTo>
                  <a:lnTo>
                    <a:pt x="1193431" y="4569527"/>
                  </a:lnTo>
                  <a:lnTo>
                    <a:pt x="1193431" y="4569096"/>
                  </a:lnTo>
                  <a:lnTo>
                    <a:pt x="1193549" y="4569096"/>
                  </a:lnTo>
                  <a:lnTo>
                    <a:pt x="1197548" y="4557901"/>
                  </a:lnTo>
                  <a:lnTo>
                    <a:pt x="1197783" y="4557470"/>
                  </a:lnTo>
                  <a:lnTo>
                    <a:pt x="1197783" y="4557039"/>
                  </a:lnTo>
                  <a:lnTo>
                    <a:pt x="1198136" y="4557039"/>
                  </a:lnTo>
                  <a:lnTo>
                    <a:pt x="1198254" y="4557039"/>
                  </a:lnTo>
                  <a:lnTo>
                    <a:pt x="1198489" y="4556609"/>
                  </a:lnTo>
                  <a:lnTo>
                    <a:pt x="1198606" y="4556609"/>
                  </a:lnTo>
                  <a:lnTo>
                    <a:pt x="1198724" y="4556609"/>
                  </a:lnTo>
                  <a:lnTo>
                    <a:pt x="1198724" y="4556178"/>
                  </a:lnTo>
                  <a:lnTo>
                    <a:pt x="1198842" y="4556178"/>
                  </a:lnTo>
                  <a:lnTo>
                    <a:pt x="1198959" y="4556178"/>
                  </a:lnTo>
                  <a:lnTo>
                    <a:pt x="1198959" y="4555748"/>
                  </a:lnTo>
                  <a:lnTo>
                    <a:pt x="1199077" y="4555317"/>
                  </a:lnTo>
                  <a:lnTo>
                    <a:pt x="1199195" y="4555317"/>
                  </a:lnTo>
                  <a:lnTo>
                    <a:pt x="1199195" y="4554886"/>
                  </a:lnTo>
                  <a:lnTo>
                    <a:pt x="1199195" y="4554456"/>
                  </a:lnTo>
                  <a:lnTo>
                    <a:pt x="1199312" y="4554025"/>
                  </a:lnTo>
                  <a:lnTo>
                    <a:pt x="1199430" y="4554025"/>
                  </a:lnTo>
                  <a:lnTo>
                    <a:pt x="1199430" y="4553595"/>
                  </a:lnTo>
                  <a:lnTo>
                    <a:pt x="1199547" y="4553595"/>
                  </a:lnTo>
                  <a:lnTo>
                    <a:pt x="1199783" y="4552733"/>
                  </a:lnTo>
                  <a:lnTo>
                    <a:pt x="1200018" y="4552733"/>
                  </a:lnTo>
                  <a:lnTo>
                    <a:pt x="1200253" y="4551872"/>
                  </a:lnTo>
                  <a:lnTo>
                    <a:pt x="1200371" y="4551872"/>
                  </a:lnTo>
                  <a:lnTo>
                    <a:pt x="1200488" y="4551872"/>
                  </a:lnTo>
                  <a:lnTo>
                    <a:pt x="1200724" y="4551872"/>
                  </a:lnTo>
                  <a:lnTo>
                    <a:pt x="1200724" y="4551442"/>
                  </a:lnTo>
                  <a:lnTo>
                    <a:pt x="1200959" y="4551442"/>
                  </a:lnTo>
                  <a:lnTo>
                    <a:pt x="1201076" y="4551442"/>
                  </a:lnTo>
                  <a:lnTo>
                    <a:pt x="1201194" y="4551442"/>
                  </a:lnTo>
                  <a:lnTo>
                    <a:pt x="1201429" y="4551442"/>
                  </a:lnTo>
                  <a:lnTo>
                    <a:pt x="1201547" y="4551442"/>
                  </a:lnTo>
                  <a:lnTo>
                    <a:pt x="1201664" y="4551442"/>
                  </a:lnTo>
                  <a:lnTo>
                    <a:pt x="1201782" y="4551011"/>
                  </a:lnTo>
                  <a:lnTo>
                    <a:pt x="1202017" y="4551011"/>
                  </a:lnTo>
                  <a:lnTo>
                    <a:pt x="1202135" y="4550580"/>
                  </a:lnTo>
                  <a:lnTo>
                    <a:pt x="1202135" y="4550150"/>
                  </a:lnTo>
                  <a:lnTo>
                    <a:pt x="1202253" y="4550150"/>
                  </a:lnTo>
                  <a:lnTo>
                    <a:pt x="1202370" y="4550150"/>
                  </a:lnTo>
                  <a:lnTo>
                    <a:pt x="1202370" y="4549719"/>
                  </a:lnTo>
                  <a:lnTo>
                    <a:pt x="1202370" y="4549289"/>
                  </a:lnTo>
                  <a:lnTo>
                    <a:pt x="1202488" y="4549289"/>
                  </a:lnTo>
                  <a:lnTo>
                    <a:pt x="1202488" y="4548858"/>
                  </a:lnTo>
                  <a:lnTo>
                    <a:pt x="1202723" y="4548858"/>
                  </a:lnTo>
                  <a:lnTo>
                    <a:pt x="1202723" y="4548427"/>
                  </a:lnTo>
                  <a:lnTo>
                    <a:pt x="1202958" y="4548427"/>
                  </a:lnTo>
                  <a:lnTo>
                    <a:pt x="1202958" y="4547566"/>
                  </a:lnTo>
                  <a:lnTo>
                    <a:pt x="1203193" y="4547136"/>
                  </a:lnTo>
                  <a:lnTo>
                    <a:pt x="1203193" y="4546705"/>
                  </a:lnTo>
                  <a:lnTo>
                    <a:pt x="1203311" y="4546705"/>
                  </a:lnTo>
                  <a:lnTo>
                    <a:pt x="1203429" y="4546274"/>
                  </a:lnTo>
                  <a:lnTo>
                    <a:pt x="1203664" y="4546274"/>
                  </a:lnTo>
                  <a:lnTo>
                    <a:pt x="1203899" y="4546274"/>
                  </a:lnTo>
                  <a:lnTo>
                    <a:pt x="1204017" y="4546274"/>
                  </a:lnTo>
                  <a:lnTo>
                    <a:pt x="1204252" y="4546274"/>
                  </a:lnTo>
                  <a:lnTo>
                    <a:pt x="1204370" y="4546274"/>
                  </a:lnTo>
                  <a:lnTo>
                    <a:pt x="1204487" y="4545844"/>
                  </a:lnTo>
                  <a:lnTo>
                    <a:pt x="1204722" y="4545844"/>
                  </a:lnTo>
                  <a:lnTo>
                    <a:pt x="1205075" y="4545844"/>
                  </a:lnTo>
                  <a:lnTo>
                    <a:pt x="1205310" y="4545844"/>
                  </a:lnTo>
                  <a:lnTo>
                    <a:pt x="1205663" y="4545844"/>
                  </a:lnTo>
                  <a:lnTo>
                    <a:pt x="1205781" y="4545844"/>
                  </a:lnTo>
                  <a:lnTo>
                    <a:pt x="1206016" y="4544983"/>
                  </a:lnTo>
                  <a:lnTo>
                    <a:pt x="1206016" y="4544552"/>
                  </a:lnTo>
                  <a:lnTo>
                    <a:pt x="1206134" y="4544552"/>
                  </a:lnTo>
                  <a:lnTo>
                    <a:pt x="1206251" y="4544552"/>
                  </a:lnTo>
                  <a:lnTo>
                    <a:pt x="1206369" y="4544121"/>
                  </a:lnTo>
                  <a:lnTo>
                    <a:pt x="1206722" y="4543691"/>
                  </a:lnTo>
                  <a:lnTo>
                    <a:pt x="1206839" y="4543691"/>
                  </a:lnTo>
                  <a:lnTo>
                    <a:pt x="1206957" y="4543260"/>
                  </a:lnTo>
                  <a:lnTo>
                    <a:pt x="1207192" y="4543260"/>
                  </a:lnTo>
                  <a:lnTo>
                    <a:pt x="1207310" y="4543260"/>
                  </a:lnTo>
                  <a:lnTo>
                    <a:pt x="1207310" y="4542830"/>
                  </a:lnTo>
                  <a:lnTo>
                    <a:pt x="1207428" y="4542399"/>
                  </a:lnTo>
                  <a:lnTo>
                    <a:pt x="1207545" y="4541968"/>
                  </a:lnTo>
                  <a:lnTo>
                    <a:pt x="1207663" y="4541968"/>
                  </a:lnTo>
                  <a:lnTo>
                    <a:pt x="1207898" y="4541968"/>
                  </a:lnTo>
                  <a:lnTo>
                    <a:pt x="1208368" y="4541538"/>
                  </a:lnTo>
                  <a:lnTo>
                    <a:pt x="1208721" y="4541107"/>
                  </a:lnTo>
                  <a:lnTo>
                    <a:pt x="1208839" y="4541107"/>
                  </a:lnTo>
                  <a:lnTo>
                    <a:pt x="1209074" y="4541107"/>
                  </a:lnTo>
                  <a:lnTo>
                    <a:pt x="1209074" y="4540677"/>
                  </a:lnTo>
                  <a:lnTo>
                    <a:pt x="1209309" y="4540677"/>
                  </a:lnTo>
                  <a:lnTo>
                    <a:pt x="1209545" y="4539815"/>
                  </a:lnTo>
                  <a:lnTo>
                    <a:pt x="1209897" y="4539815"/>
                  </a:lnTo>
                  <a:lnTo>
                    <a:pt x="1210133" y="4539385"/>
                  </a:lnTo>
                  <a:lnTo>
                    <a:pt x="1210486" y="4538524"/>
                  </a:lnTo>
                  <a:lnTo>
                    <a:pt x="1210603" y="4538524"/>
                  </a:lnTo>
                  <a:lnTo>
                    <a:pt x="1210838" y="4537662"/>
                  </a:lnTo>
                  <a:lnTo>
                    <a:pt x="1211074" y="4537662"/>
                  </a:lnTo>
                  <a:lnTo>
                    <a:pt x="1211191" y="4537662"/>
                  </a:lnTo>
                  <a:lnTo>
                    <a:pt x="1211191" y="4537232"/>
                  </a:lnTo>
                  <a:lnTo>
                    <a:pt x="1211309" y="4536801"/>
                  </a:lnTo>
                  <a:lnTo>
                    <a:pt x="1211309" y="4536371"/>
                  </a:lnTo>
                  <a:lnTo>
                    <a:pt x="1211544" y="4536371"/>
                  </a:lnTo>
                  <a:lnTo>
                    <a:pt x="1211897" y="4535940"/>
                  </a:lnTo>
                  <a:lnTo>
                    <a:pt x="1212014" y="4535940"/>
                  </a:lnTo>
                  <a:lnTo>
                    <a:pt x="1212132" y="4535940"/>
                  </a:lnTo>
                  <a:lnTo>
                    <a:pt x="1212367" y="4535940"/>
                  </a:lnTo>
                  <a:lnTo>
                    <a:pt x="1212485" y="4535940"/>
                  </a:lnTo>
                  <a:lnTo>
                    <a:pt x="1212603" y="4535940"/>
                  </a:lnTo>
                  <a:lnTo>
                    <a:pt x="1212838" y="4535940"/>
                  </a:lnTo>
                  <a:lnTo>
                    <a:pt x="1213073" y="4535940"/>
                  </a:lnTo>
                  <a:lnTo>
                    <a:pt x="1213191" y="4535940"/>
                  </a:lnTo>
                  <a:lnTo>
                    <a:pt x="1213308" y="4535940"/>
                  </a:lnTo>
                  <a:lnTo>
                    <a:pt x="1213308" y="4535509"/>
                  </a:lnTo>
                  <a:lnTo>
                    <a:pt x="1213426" y="4535509"/>
                  </a:lnTo>
                  <a:lnTo>
                    <a:pt x="1213661" y="4535509"/>
                  </a:lnTo>
                  <a:lnTo>
                    <a:pt x="1213661" y="4535079"/>
                  </a:lnTo>
                  <a:lnTo>
                    <a:pt x="1213779" y="4535079"/>
                  </a:lnTo>
                  <a:lnTo>
                    <a:pt x="1213896" y="4535079"/>
                  </a:lnTo>
                  <a:lnTo>
                    <a:pt x="1214014" y="4535079"/>
                  </a:lnTo>
                  <a:lnTo>
                    <a:pt x="1214249" y="4534648"/>
                  </a:lnTo>
                  <a:lnTo>
                    <a:pt x="1214367" y="4534218"/>
                  </a:lnTo>
                  <a:lnTo>
                    <a:pt x="1214484" y="4534218"/>
                  </a:lnTo>
                  <a:lnTo>
                    <a:pt x="1214484" y="4533787"/>
                  </a:lnTo>
                  <a:lnTo>
                    <a:pt x="1214720" y="4533787"/>
                  </a:lnTo>
                  <a:lnTo>
                    <a:pt x="1215072" y="4532065"/>
                  </a:lnTo>
                  <a:lnTo>
                    <a:pt x="1215072" y="4531634"/>
                  </a:lnTo>
                  <a:lnTo>
                    <a:pt x="1215190" y="4531634"/>
                  </a:lnTo>
                  <a:lnTo>
                    <a:pt x="1215190" y="4531203"/>
                  </a:lnTo>
                  <a:lnTo>
                    <a:pt x="1215308" y="4531203"/>
                  </a:lnTo>
                  <a:lnTo>
                    <a:pt x="1215425" y="4531203"/>
                  </a:lnTo>
                  <a:lnTo>
                    <a:pt x="1215543" y="4530342"/>
                  </a:lnTo>
                  <a:lnTo>
                    <a:pt x="1215661" y="4530342"/>
                  </a:lnTo>
                  <a:lnTo>
                    <a:pt x="1215896" y="4530342"/>
                  </a:lnTo>
                  <a:lnTo>
                    <a:pt x="1216013" y="4530342"/>
                  </a:lnTo>
                  <a:lnTo>
                    <a:pt x="1216131" y="4530342"/>
                  </a:lnTo>
                  <a:lnTo>
                    <a:pt x="1216131" y="4529912"/>
                  </a:lnTo>
                  <a:lnTo>
                    <a:pt x="1216484" y="4529481"/>
                  </a:lnTo>
                  <a:lnTo>
                    <a:pt x="1216601" y="4529481"/>
                  </a:lnTo>
                  <a:lnTo>
                    <a:pt x="1216837" y="4529050"/>
                  </a:lnTo>
                  <a:lnTo>
                    <a:pt x="1217072" y="4529050"/>
                  </a:lnTo>
                  <a:lnTo>
                    <a:pt x="1217190" y="4529050"/>
                  </a:lnTo>
                  <a:lnTo>
                    <a:pt x="1217425" y="4529050"/>
                  </a:lnTo>
                  <a:lnTo>
                    <a:pt x="1217542" y="4528189"/>
                  </a:lnTo>
                  <a:lnTo>
                    <a:pt x="1217660" y="4527759"/>
                  </a:lnTo>
                  <a:lnTo>
                    <a:pt x="1217778" y="4527759"/>
                  </a:lnTo>
                  <a:lnTo>
                    <a:pt x="1218130" y="4527328"/>
                  </a:lnTo>
                  <a:lnTo>
                    <a:pt x="1218248" y="4527328"/>
                  </a:lnTo>
                  <a:lnTo>
                    <a:pt x="1218248" y="4526897"/>
                  </a:lnTo>
                  <a:lnTo>
                    <a:pt x="1218483" y="4526036"/>
                  </a:lnTo>
                  <a:lnTo>
                    <a:pt x="1218601" y="4526036"/>
                  </a:lnTo>
                  <a:lnTo>
                    <a:pt x="1218719" y="4526036"/>
                  </a:lnTo>
                  <a:lnTo>
                    <a:pt x="1218836" y="4525606"/>
                  </a:lnTo>
                  <a:lnTo>
                    <a:pt x="1219189" y="4524744"/>
                  </a:lnTo>
                  <a:lnTo>
                    <a:pt x="1219307" y="4524744"/>
                  </a:lnTo>
                  <a:lnTo>
                    <a:pt x="1219542" y="4523883"/>
                  </a:lnTo>
                  <a:lnTo>
                    <a:pt x="1219659" y="4523883"/>
                  </a:lnTo>
                  <a:lnTo>
                    <a:pt x="1219777" y="4523453"/>
                  </a:lnTo>
                  <a:lnTo>
                    <a:pt x="1220012" y="4522591"/>
                  </a:lnTo>
                  <a:lnTo>
                    <a:pt x="1220247" y="4522591"/>
                  </a:lnTo>
                  <a:lnTo>
                    <a:pt x="1220247" y="4522161"/>
                  </a:lnTo>
                  <a:lnTo>
                    <a:pt x="1220365" y="4522161"/>
                  </a:lnTo>
                  <a:lnTo>
                    <a:pt x="1220600" y="4521300"/>
                  </a:lnTo>
                  <a:lnTo>
                    <a:pt x="1220718" y="4521300"/>
                  </a:lnTo>
                  <a:lnTo>
                    <a:pt x="1220836" y="4521300"/>
                  </a:lnTo>
                  <a:lnTo>
                    <a:pt x="1221188" y="4520869"/>
                  </a:lnTo>
                  <a:lnTo>
                    <a:pt x="1221306" y="4520438"/>
                  </a:lnTo>
                  <a:lnTo>
                    <a:pt x="1221424" y="4520438"/>
                  </a:lnTo>
                  <a:lnTo>
                    <a:pt x="1221894" y="4520438"/>
                  </a:lnTo>
                  <a:lnTo>
                    <a:pt x="1221894" y="4520008"/>
                  </a:lnTo>
                  <a:lnTo>
                    <a:pt x="1222012" y="4520008"/>
                  </a:lnTo>
                  <a:lnTo>
                    <a:pt x="1222129" y="4519577"/>
                  </a:lnTo>
                  <a:lnTo>
                    <a:pt x="1222600" y="4518716"/>
                  </a:lnTo>
                  <a:lnTo>
                    <a:pt x="1222717" y="4518285"/>
                  </a:lnTo>
                  <a:lnTo>
                    <a:pt x="1222835" y="4518285"/>
                  </a:lnTo>
                  <a:lnTo>
                    <a:pt x="1222953" y="4518285"/>
                  </a:lnTo>
                  <a:lnTo>
                    <a:pt x="1223070" y="4518285"/>
                  </a:lnTo>
                  <a:lnTo>
                    <a:pt x="1223188" y="4518285"/>
                  </a:lnTo>
                  <a:lnTo>
                    <a:pt x="1223305" y="4518285"/>
                  </a:lnTo>
                  <a:lnTo>
                    <a:pt x="1223776" y="4517424"/>
                  </a:lnTo>
                  <a:lnTo>
                    <a:pt x="1224011" y="4517424"/>
                  </a:lnTo>
                  <a:lnTo>
                    <a:pt x="1224129" y="4517424"/>
                  </a:lnTo>
                  <a:lnTo>
                    <a:pt x="1224246" y="4517424"/>
                  </a:lnTo>
                  <a:lnTo>
                    <a:pt x="1224482" y="4516994"/>
                  </a:lnTo>
                  <a:lnTo>
                    <a:pt x="1224599" y="4516994"/>
                  </a:lnTo>
                  <a:lnTo>
                    <a:pt x="1224717" y="4516994"/>
                  </a:lnTo>
                  <a:lnTo>
                    <a:pt x="1224952" y="4516563"/>
                  </a:lnTo>
                  <a:lnTo>
                    <a:pt x="1225305" y="4516563"/>
                  </a:lnTo>
                  <a:lnTo>
                    <a:pt x="1225423" y="4516563"/>
                  </a:lnTo>
                  <a:lnTo>
                    <a:pt x="1225658" y="4516563"/>
                  </a:lnTo>
                  <a:lnTo>
                    <a:pt x="1225893" y="4516563"/>
                  </a:lnTo>
                  <a:lnTo>
                    <a:pt x="1225893" y="4516132"/>
                  </a:lnTo>
                  <a:lnTo>
                    <a:pt x="1225893" y="4515702"/>
                  </a:lnTo>
                  <a:lnTo>
                    <a:pt x="1226011" y="4515702"/>
                  </a:lnTo>
                  <a:lnTo>
                    <a:pt x="1226246" y="4515271"/>
                  </a:lnTo>
                  <a:lnTo>
                    <a:pt x="1226481" y="4515271"/>
                  </a:lnTo>
                  <a:lnTo>
                    <a:pt x="1226481" y="4514841"/>
                  </a:lnTo>
                  <a:lnTo>
                    <a:pt x="1226599" y="4514841"/>
                  </a:lnTo>
                  <a:lnTo>
                    <a:pt x="1226716" y="4514410"/>
                  </a:lnTo>
                  <a:lnTo>
                    <a:pt x="1226834" y="4514410"/>
                  </a:lnTo>
                  <a:lnTo>
                    <a:pt x="1227069" y="4514410"/>
                  </a:lnTo>
                  <a:lnTo>
                    <a:pt x="1227187" y="4514410"/>
                  </a:lnTo>
                  <a:lnTo>
                    <a:pt x="1227304" y="4514410"/>
                  </a:lnTo>
                  <a:lnTo>
                    <a:pt x="1227304" y="4513979"/>
                  </a:lnTo>
                  <a:lnTo>
                    <a:pt x="1227657" y="4513549"/>
                  </a:lnTo>
                  <a:lnTo>
                    <a:pt x="1227892" y="4513549"/>
                  </a:lnTo>
                  <a:lnTo>
                    <a:pt x="1228128" y="4513118"/>
                  </a:lnTo>
                  <a:lnTo>
                    <a:pt x="1228245" y="4513118"/>
                  </a:lnTo>
                  <a:lnTo>
                    <a:pt x="1228480" y="4513118"/>
                  </a:lnTo>
                  <a:lnTo>
                    <a:pt x="1228480" y="4512688"/>
                  </a:lnTo>
                  <a:lnTo>
                    <a:pt x="1228716" y="4512688"/>
                  </a:lnTo>
                  <a:lnTo>
                    <a:pt x="1228833" y="4512688"/>
                  </a:lnTo>
                  <a:lnTo>
                    <a:pt x="1229069" y="4512257"/>
                  </a:lnTo>
                  <a:lnTo>
                    <a:pt x="1229186" y="4512257"/>
                  </a:lnTo>
                  <a:lnTo>
                    <a:pt x="1229304" y="4511826"/>
                  </a:lnTo>
                  <a:lnTo>
                    <a:pt x="1229421" y="4511826"/>
                  </a:lnTo>
                  <a:lnTo>
                    <a:pt x="1229421" y="4511396"/>
                  </a:lnTo>
                  <a:lnTo>
                    <a:pt x="1229421" y="4510965"/>
                  </a:lnTo>
                  <a:lnTo>
                    <a:pt x="1229657" y="4510965"/>
                  </a:lnTo>
                  <a:lnTo>
                    <a:pt x="1230245" y="4510535"/>
                  </a:lnTo>
                  <a:lnTo>
                    <a:pt x="1230362" y="4510535"/>
                  </a:lnTo>
                  <a:lnTo>
                    <a:pt x="1230598" y="4510535"/>
                  </a:lnTo>
                  <a:lnTo>
                    <a:pt x="1230715" y="4510535"/>
                  </a:lnTo>
                  <a:lnTo>
                    <a:pt x="1230833" y="4510535"/>
                  </a:lnTo>
                  <a:lnTo>
                    <a:pt x="1230833" y="4510104"/>
                  </a:lnTo>
                  <a:lnTo>
                    <a:pt x="1231068" y="4510104"/>
                  </a:lnTo>
                  <a:lnTo>
                    <a:pt x="1231186" y="4510104"/>
                  </a:lnTo>
                  <a:lnTo>
                    <a:pt x="1231303" y="4510104"/>
                  </a:lnTo>
                  <a:lnTo>
                    <a:pt x="1231303" y="4509243"/>
                  </a:lnTo>
                  <a:lnTo>
                    <a:pt x="1231538" y="4509243"/>
                  </a:lnTo>
                  <a:lnTo>
                    <a:pt x="1231656" y="4509243"/>
                  </a:lnTo>
                  <a:lnTo>
                    <a:pt x="1231891" y="4509243"/>
                  </a:lnTo>
                  <a:lnTo>
                    <a:pt x="1232127" y="4509243"/>
                  </a:lnTo>
                  <a:lnTo>
                    <a:pt x="1232244" y="4509243"/>
                  </a:lnTo>
                  <a:lnTo>
                    <a:pt x="1232362" y="4509243"/>
                  </a:lnTo>
                  <a:lnTo>
                    <a:pt x="1232362" y="4508812"/>
                  </a:lnTo>
                  <a:lnTo>
                    <a:pt x="1232362" y="4508382"/>
                  </a:lnTo>
                  <a:lnTo>
                    <a:pt x="1232715" y="4507520"/>
                  </a:lnTo>
                  <a:lnTo>
                    <a:pt x="1233185" y="4507520"/>
                  </a:lnTo>
                  <a:lnTo>
                    <a:pt x="1233303" y="4507520"/>
                  </a:lnTo>
                  <a:lnTo>
                    <a:pt x="1233303" y="4507090"/>
                  </a:lnTo>
                  <a:lnTo>
                    <a:pt x="1233303" y="4506659"/>
                  </a:lnTo>
                  <a:lnTo>
                    <a:pt x="1233538" y="4505798"/>
                  </a:lnTo>
                  <a:lnTo>
                    <a:pt x="1233656" y="4505798"/>
                  </a:lnTo>
                  <a:lnTo>
                    <a:pt x="1233773" y="4505798"/>
                  </a:lnTo>
                  <a:lnTo>
                    <a:pt x="1233773" y="4505367"/>
                  </a:lnTo>
                  <a:lnTo>
                    <a:pt x="1233891" y="4505367"/>
                  </a:lnTo>
                  <a:lnTo>
                    <a:pt x="1234008" y="4504937"/>
                  </a:lnTo>
                  <a:lnTo>
                    <a:pt x="1234361" y="4504506"/>
                  </a:lnTo>
                  <a:lnTo>
                    <a:pt x="1234479" y="4504506"/>
                  </a:lnTo>
                  <a:lnTo>
                    <a:pt x="1234832" y="4504506"/>
                  </a:lnTo>
                  <a:lnTo>
                    <a:pt x="1234949" y="4504506"/>
                  </a:lnTo>
                  <a:lnTo>
                    <a:pt x="1234949" y="4504076"/>
                  </a:lnTo>
                  <a:lnTo>
                    <a:pt x="1235420" y="4503645"/>
                  </a:lnTo>
                  <a:lnTo>
                    <a:pt x="1235537" y="4502784"/>
                  </a:lnTo>
                  <a:lnTo>
                    <a:pt x="1235537" y="4502353"/>
                  </a:lnTo>
                  <a:lnTo>
                    <a:pt x="1235655" y="4502353"/>
                  </a:lnTo>
                  <a:lnTo>
                    <a:pt x="1235890" y="4502353"/>
                  </a:lnTo>
                  <a:lnTo>
                    <a:pt x="1236008" y="4502353"/>
                  </a:lnTo>
                  <a:lnTo>
                    <a:pt x="1236125" y="4502353"/>
                  </a:lnTo>
                  <a:lnTo>
                    <a:pt x="1236243" y="4501923"/>
                  </a:lnTo>
                  <a:lnTo>
                    <a:pt x="1236243" y="4501492"/>
                  </a:lnTo>
                  <a:lnTo>
                    <a:pt x="1236596" y="4501492"/>
                  </a:lnTo>
                  <a:lnTo>
                    <a:pt x="1236596" y="4501061"/>
                  </a:lnTo>
                  <a:lnTo>
                    <a:pt x="1236713" y="4500631"/>
                  </a:lnTo>
                  <a:lnTo>
                    <a:pt x="1236949" y="4500631"/>
                  </a:lnTo>
                  <a:lnTo>
                    <a:pt x="1237066" y="4500631"/>
                  </a:lnTo>
                  <a:lnTo>
                    <a:pt x="1237184" y="4500631"/>
                  </a:lnTo>
                  <a:lnTo>
                    <a:pt x="1237184" y="4500200"/>
                  </a:lnTo>
                  <a:lnTo>
                    <a:pt x="1237302" y="4499770"/>
                  </a:lnTo>
                  <a:lnTo>
                    <a:pt x="1237537" y="4498908"/>
                  </a:lnTo>
                  <a:lnTo>
                    <a:pt x="1237890" y="4498908"/>
                  </a:lnTo>
                  <a:lnTo>
                    <a:pt x="1238007" y="4498478"/>
                  </a:lnTo>
                  <a:lnTo>
                    <a:pt x="1238125" y="4498478"/>
                  </a:lnTo>
                  <a:lnTo>
                    <a:pt x="1238242" y="4498478"/>
                  </a:lnTo>
                  <a:lnTo>
                    <a:pt x="1238478" y="4498047"/>
                  </a:lnTo>
                  <a:lnTo>
                    <a:pt x="1238595" y="4498047"/>
                  </a:lnTo>
                  <a:lnTo>
                    <a:pt x="1238713" y="4498047"/>
                  </a:lnTo>
                  <a:lnTo>
                    <a:pt x="1238948" y="4498047"/>
                  </a:lnTo>
                  <a:lnTo>
                    <a:pt x="1239066" y="4498047"/>
                  </a:lnTo>
                  <a:lnTo>
                    <a:pt x="1239536" y="4497617"/>
                  </a:lnTo>
                  <a:lnTo>
                    <a:pt x="1239889" y="4496755"/>
                  </a:lnTo>
                  <a:lnTo>
                    <a:pt x="1239889" y="4495894"/>
                  </a:lnTo>
                  <a:lnTo>
                    <a:pt x="1240124" y="4495894"/>
                  </a:lnTo>
                  <a:lnTo>
                    <a:pt x="1240242" y="4495894"/>
                  </a:lnTo>
                  <a:lnTo>
                    <a:pt x="1240360" y="4495894"/>
                  </a:lnTo>
                  <a:lnTo>
                    <a:pt x="1240595" y="4495894"/>
                  </a:lnTo>
                  <a:lnTo>
                    <a:pt x="1240948" y="4495894"/>
                  </a:lnTo>
                  <a:lnTo>
                    <a:pt x="1241065" y="4495894"/>
                  </a:lnTo>
                  <a:lnTo>
                    <a:pt x="1241653" y="4495894"/>
                  </a:lnTo>
                  <a:lnTo>
                    <a:pt x="1241771" y="4495464"/>
                  </a:lnTo>
                  <a:lnTo>
                    <a:pt x="1241889" y="4495464"/>
                  </a:lnTo>
                  <a:lnTo>
                    <a:pt x="1242359" y="4495033"/>
                  </a:lnTo>
                  <a:lnTo>
                    <a:pt x="1242594" y="4495033"/>
                  </a:lnTo>
                  <a:lnTo>
                    <a:pt x="1242712" y="4495033"/>
                  </a:lnTo>
                  <a:lnTo>
                    <a:pt x="1242947" y="4495033"/>
                  </a:lnTo>
                  <a:lnTo>
                    <a:pt x="1243065" y="4495033"/>
                  </a:lnTo>
                  <a:lnTo>
                    <a:pt x="1243065" y="4494602"/>
                  </a:lnTo>
                  <a:lnTo>
                    <a:pt x="1243182" y="4494602"/>
                  </a:lnTo>
                  <a:lnTo>
                    <a:pt x="1243418" y="4494172"/>
                  </a:lnTo>
                  <a:lnTo>
                    <a:pt x="1243535" y="4494172"/>
                  </a:lnTo>
                  <a:lnTo>
                    <a:pt x="1243770" y="4494172"/>
                  </a:lnTo>
                  <a:lnTo>
                    <a:pt x="1243888" y="4494172"/>
                  </a:lnTo>
                  <a:lnTo>
                    <a:pt x="1244006" y="4494172"/>
                  </a:lnTo>
                  <a:lnTo>
                    <a:pt x="1244241" y="4493741"/>
                  </a:lnTo>
                  <a:lnTo>
                    <a:pt x="1244358" y="4493741"/>
                  </a:lnTo>
                  <a:lnTo>
                    <a:pt x="1244358" y="4493311"/>
                  </a:lnTo>
                  <a:lnTo>
                    <a:pt x="1244476" y="4493311"/>
                  </a:lnTo>
                  <a:lnTo>
                    <a:pt x="1244594" y="4493311"/>
                  </a:lnTo>
                  <a:lnTo>
                    <a:pt x="1244711" y="4493311"/>
                  </a:lnTo>
                  <a:lnTo>
                    <a:pt x="1244829" y="4492880"/>
                  </a:lnTo>
                  <a:lnTo>
                    <a:pt x="1244946" y="4492880"/>
                  </a:lnTo>
                  <a:lnTo>
                    <a:pt x="1245064" y="4492880"/>
                  </a:lnTo>
                  <a:lnTo>
                    <a:pt x="1245535" y="4491588"/>
                  </a:lnTo>
                  <a:lnTo>
                    <a:pt x="1245770" y="4491588"/>
                  </a:lnTo>
                  <a:lnTo>
                    <a:pt x="1245887" y="4491588"/>
                  </a:lnTo>
                  <a:lnTo>
                    <a:pt x="1246005" y="4491588"/>
                  </a:lnTo>
                  <a:lnTo>
                    <a:pt x="1246358" y="4491158"/>
                  </a:lnTo>
                  <a:lnTo>
                    <a:pt x="1246358" y="4490727"/>
                  </a:lnTo>
                  <a:lnTo>
                    <a:pt x="1246358" y="4489866"/>
                  </a:lnTo>
                  <a:lnTo>
                    <a:pt x="1246475" y="4489866"/>
                  </a:lnTo>
                  <a:lnTo>
                    <a:pt x="1246593" y="4489866"/>
                  </a:lnTo>
                  <a:lnTo>
                    <a:pt x="1246593" y="4489435"/>
                  </a:lnTo>
                  <a:lnTo>
                    <a:pt x="1246946" y="4489435"/>
                  </a:lnTo>
                  <a:lnTo>
                    <a:pt x="1247064" y="4489435"/>
                  </a:lnTo>
                  <a:lnTo>
                    <a:pt x="1247416" y="4489005"/>
                  </a:lnTo>
                  <a:lnTo>
                    <a:pt x="1247534" y="4489005"/>
                  </a:lnTo>
                  <a:lnTo>
                    <a:pt x="1247652" y="4488574"/>
                  </a:lnTo>
                  <a:lnTo>
                    <a:pt x="1247887" y="4488574"/>
                  </a:lnTo>
                  <a:lnTo>
                    <a:pt x="1248004" y="4488574"/>
                  </a:lnTo>
                  <a:lnTo>
                    <a:pt x="1248122" y="4488574"/>
                  </a:lnTo>
                  <a:lnTo>
                    <a:pt x="1248240" y="4488574"/>
                  </a:lnTo>
                  <a:lnTo>
                    <a:pt x="1248593" y="4488574"/>
                  </a:lnTo>
                  <a:lnTo>
                    <a:pt x="1248828" y="4488574"/>
                  </a:lnTo>
                  <a:lnTo>
                    <a:pt x="1248945" y="4487713"/>
                  </a:lnTo>
                  <a:lnTo>
                    <a:pt x="1249063" y="4487713"/>
                  </a:lnTo>
                  <a:lnTo>
                    <a:pt x="1249181" y="4487713"/>
                  </a:lnTo>
                  <a:lnTo>
                    <a:pt x="1249298" y="4487713"/>
                  </a:lnTo>
                  <a:lnTo>
                    <a:pt x="1249416" y="4487713"/>
                  </a:lnTo>
                  <a:lnTo>
                    <a:pt x="1249533" y="4487713"/>
                  </a:lnTo>
                  <a:lnTo>
                    <a:pt x="1249533" y="4487282"/>
                  </a:lnTo>
                  <a:lnTo>
                    <a:pt x="1250004" y="4487282"/>
                  </a:lnTo>
                  <a:lnTo>
                    <a:pt x="1250357" y="4487282"/>
                  </a:lnTo>
                  <a:lnTo>
                    <a:pt x="1250357" y="4486852"/>
                  </a:lnTo>
                  <a:lnTo>
                    <a:pt x="1250474" y="4486852"/>
                  </a:lnTo>
                  <a:lnTo>
                    <a:pt x="1250945" y="4486852"/>
                  </a:lnTo>
                  <a:lnTo>
                    <a:pt x="1251062" y="4486852"/>
                  </a:lnTo>
                  <a:lnTo>
                    <a:pt x="1251062" y="4486421"/>
                  </a:lnTo>
                  <a:lnTo>
                    <a:pt x="1251062" y="4485990"/>
                  </a:lnTo>
                  <a:lnTo>
                    <a:pt x="1251180" y="4485990"/>
                  </a:lnTo>
                  <a:lnTo>
                    <a:pt x="1251298" y="4485990"/>
                  </a:lnTo>
                  <a:lnTo>
                    <a:pt x="1251533" y="4485990"/>
                  </a:lnTo>
                  <a:lnTo>
                    <a:pt x="1251651" y="4485990"/>
                  </a:lnTo>
                  <a:lnTo>
                    <a:pt x="1251768" y="4485560"/>
                  </a:lnTo>
                  <a:lnTo>
                    <a:pt x="1252121" y="4485560"/>
                  </a:lnTo>
                  <a:lnTo>
                    <a:pt x="1252356" y="4485129"/>
                  </a:lnTo>
                  <a:lnTo>
                    <a:pt x="1252356" y="4484699"/>
                  </a:lnTo>
                  <a:lnTo>
                    <a:pt x="1252474" y="4484699"/>
                  </a:lnTo>
                  <a:lnTo>
                    <a:pt x="1252591" y="4484699"/>
                  </a:lnTo>
                  <a:lnTo>
                    <a:pt x="1252709" y="4484699"/>
                  </a:lnTo>
                  <a:lnTo>
                    <a:pt x="1252709" y="4484268"/>
                  </a:lnTo>
                  <a:lnTo>
                    <a:pt x="1252827" y="4483837"/>
                  </a:lnTo>
                  <a:lnTo>
                    <a:pt x="1252827" y="4482976"/>
                  </a:lnTo>
                  <a:lnTo>
                    <a:pt x="1253179" y="4482976"/>
                  </a:lnTo>
                  <a:lnTo>
                    <a:pt x="1253297" y="4482976"/>
                  </a:lnTo>
                  <a:lnTo>
                    <a:pt x="1253297" y="4482546"/>
                  </a:lnTo>
                  <a:lnTo>
                    <a:pt x="1253415" y="4482546"/>
                  </a:lnTo>
                  <a:lnTo>
                    <a:pt x="1253885" y="4482115"/>
                  </a:lnTo>
                  <a:lnTo>
                    <a:pt x="1254120" y="4480823"/>
                  </a:lnTo>
                  <a:lnTo>
                    <a:pt x="1254238" y="4480823"/>
                  </a:lnTo>
                  <a:lnTo>
                    <a:pt x="1254356" y="4480823"/>
                  </a:lnTo>
                  <a:lnTo>
                    <a:pt x="1254473" y="4480823"/>
                  </a:lnTo>
                  <a:lnTo>
                    <a:pt x="1254708" y="4480823"/>
                  </a:lnTo>
                  <a:lnTo>
                    <a:pt x="1254708" y="4480393"/>
                  </a:lnTo>
                  <a:lnTo>
                    <a:pt x="1254826" y="4480393"/>
                  </a:lnTo>
                  <a:lnTo>
                    <a:pt x="1255061" y="4480393"/>
                  </a:lnTo>
                  <a:lnTo>
                    <a:pt x="1255179" y="4480393"/>
                  </a:lnTo>
                  <a:lnTo>
                    <a:pt x="1255414" y="4480393"/>
                  </a:lnTo>
                  <a:lnTo>
                    <a:pt x="1255414" y="4479962"/>
                  </a:lnTo>
                  <a:lnTo>
                    <a:pt x="1255532" y="4479531"/>
                  </a:lnTo>
                  <a:lnTo>
                    <a:pt x="1255532" y="4479101"/>
                  </a:lnTo>
                  <a:lnTo>
                    <a:pt x="1255885" y="4479101"/>
                  </a:lnTo>
                  <a:lnTo>
                    <a:pt x="1256002" y="4479101"/>
                  </a:lnTo>
                  <a:lnTo>
                    <a:pt x="1256120" y="4479101"/>
                  </a:lnTo>
                  <a:lnTo>
                    <a:pt x="1256355" y="4479101"/>
                  </a:lnTo>
                  <a:lnTo>
                    <a:pt x="1256473" y="4479101"/>
                  </a:lnTo>
                  <a:lnTo>
                    <a:pt x="1256708" y="4479101"/>
                  </a:lnTo>
                  <a:lnTo>
                    <a:pt x="1256943" y="4479101"/>
                  </a:lnTo>
                  <a:lnTo>
                    <a:pt x="1257296" y="4478670"/>
                  </a:lnTo>
                  <a:lnTo>
                    <a:pt x="1257296" y="4478240"/>
                  </a:lnTo>
                  <a:lnTo>
                    <a:pt x="1257414" y="4478240"/>
                  </a:lnTo>
                  <a:lnTo>
                    <a:pt x="1257649" y="4478240"/>
                  </a:lnTo>
                  <a:lnTo>
                    <a:pt x="1257766" y="4478240"/>
                  </a:lnTo>
                  <a:lnTo>
                    <a:pt x="1257766" y="4477809"/>
                  </a:lnTo>
                  <a:lnTo>
                    <a:pt x="1257884" y="4477809"/>
                  </a:lnTo>
                  <a:lnTo>
                    <a:pt x="1257884" y="4477378"/>
                  </a:lnTo>
                  <a:lnTo>
                    <a:pt x="1258119" y="4477378"/>
                  </a:lnTo>
                  <a:lnTo>
                    <a:pt x="1258237" y="4477378"/>
                  </a:lnTo>
                  <a:lnTo>
                    <a:pt x="1258355" y="4477378"/>
                  </a:lnTo>
                  <a:lnTo>
                    <a:pt x="1259060" y="4477378"/>
                  </a:lnTo>
                  <a:lnTo>
                    <a:pt x="1259178" y="4476517"/>
                  </a:lnTo>
                  <a:lnTo>
                    <a:pt x="1259413" y="4476087"/>
                  </a:lnTo>
                  <a:lnTo>
                    <a:pt x="1259531" y="4475656"/>
                  </a:lnTo>
                  <a:lnTo>
                    <a:pt x="1259648" y="4475656"/>
                  </a:lnTo>
                  <a:lnTo>
                    <a:pt x="1260119" y="4475656"/>
                  </a:lnTo>
                  <a:lnTo>
                    <a:pt x="1260119" y="4475225"/>
                  </a:lnTo>
                  <a:lnTo>
                    <a:pt x="1260119" y="4474795"/>
                  </a:lnTo>
                  <a:lnTo>
                    <a:pt x="1260236" y="4474795"/>
                  </a:lnTo>
                  <a:lnTo>
                    <a:pt x="1260236" y="4474364"/>
                  </a:lnTo>
                  <a:lnTo>
                    <a:pt x="1260236" y="4473934"/>
                  </a:lnTo>
                  <a:lnTo>
                    <a:pt x="1260354" y="4473934"/>
                  </a:lnTo>
                  <a:lnTo>
                    <a:pt x="1260589" y="4473503"/>
                  </a:lnTo>
                  <a:lnTo>
                    <a:pt x="1261060" y="4473503"/>
                  </a:lnTo>
                  <a:lnTo>
                    <a:pt x="1261177" y="4473503"/>
                  </a:lnTo>
                  <a:lnTo>
                    <a:pt x="1261295" y="4473503"/>
                  </a:lnTo>
                  <a:lnTo>
                    <a:pt x="1261530" y="4473503"/>
                  </a:lnTo>
                  <a:lnTo>
                    <a:pt x="1261648" y="4473072"/>
                  </a:lnTo>
                  <a:lnTo>
                    <a:pt x="1261765" y="4473072"/>
                  </a:lnTo>
                  <a:lnTo>
                    <a:pt x="1261765" y="4471781"/>
                  </a:lnTo>
                  <a:lnTo>
                    <a:pt x="1261883" y="4471781"/>
                  </a:lnTo>
                  <a:lnTo>
                    <a:pt x="1262001" y="4471781"/>
                  </a:lnTo>
                  <a:lnTo>
                    <a:pt x="1262001" y="4471350"/>
                  </a:lnTo>
                  <a:lnTo>
                    <a:pt x="1262001" y="4470919"/>
                  </a:lnTo>
                  <a:lnTo>
                    <a:pt x="1262236" y="4470919"/>
                  </a:lnTo>
                  <a:lnTo>
                    <a:pt x="1262471" y="4470489"/>
                  </a:lnTo>
                  <a:lnTo>
                    <a:pt x="1262589" y="4470489"/>
                  </a:lnTo>
                  <a:lnTo>
                    <a:pt x="1262706" y="4470489"/>
                  </a:lnTo>
                  <a:lnTo>
                    <a:pt x="1262824" y="4470489"/>
                  </a:lnTo>
                  <a:lnTo>
                    <a:pt x="1262941" y="4470489"/>
                  </a:lnTo>
                  <a:lnTo>
                    <a:pt x="1263530" y="4470489"/>
                  </a:lnTo>
                  <a:lnTo>
                    <a:pt x="1263765" y="4470058"/>
                  </a:lnTo>
                  <a:lnTo>
                    <a:pt x="1263882" y="4470058"/>
                  </a:lnTo>
                  <a:lnTo>
                    <a:pt x="1264000" y="4470058"/>
                  </a:lnTo>
                  <a:lnTo>
                    <a:pt x="1264235" y="4470058"/>
                  </a:lnTo>
                  <a:lnTo>
                    <a:pt x="1264353" y="4470058"/>
                  </a:lnTo>
                  <a:lnTo>
                    <a:pt x="1264353" y="4469628"/>
                  </a:lnTo>
                  <a:lnTo>
                    <a:pt x="1264470" y="4469628"/>
                  </a:lnTo>
                  <a:lnTo>
                    <a:pt x="1264470" y="4469197"/>
                  </a:lnTo>
                  <a:lnTo>
                    <a:pt x="1264470" y="4468336"/>
                  </a:lnTo>
                  <a:lnTo>
                    <a:pt x="1264941" y="4467475"/>
                  </a:lnTo>
                  <a:lnTo>
                    <a:pt x="1265059" y="4467475"/>
                  </a:lnTo>
                  <a:lnTo>
                    <a:pt x="1265176" y="4467475"/>
                  </a:lnTo>
                  <a:lnTo>
                    <a:pt x="1265294" y="4467475"/>
                  </a:lnTo>
                  <a:lnTo>
                    <a:pt x="1265294" y="4467044"/>
                  </a:lnTo>
                  <a:lnTo>
                    <a:pt x="1265411" y="4467044"/>
                  </a:lnTo>
                  <a:lnTo>
                    <a:pt x="1265529" y="4467044"/>
                  </a:lnTo>
                  <a:lnTo>
                    <a:pt x="1265647" y="4467044"/>
                  </a:lnTo>
                  <a:lnTo>
                    <a:pt x="1265764" y="4467044"/>
                  </a:lnTo>
                  <a:lnTo>
                    <a:pt x="1265999" y="4466613"/>
                  </a:lnTo>
                  <a:lnTo>
                    <a:pt x="1266235" y="4466613"/>
                  </a:lnTo>
                  <a:lnTo>
                    <a:pt x="1266352" y="4466613"/>
                  </a:lnTo>
                  <a:lnTo>
                    <a:pt x="1266470" y="4466613"/>
                  </a:lnTo>
                  <a:lnTo>
                    <a:pt x="1266588" y="4466613"/>
                  </a:lnTo>
                  <a:lnTo>
                    <a:pt x="1266705" y="4466613"/>
                  </a:lnTo>
                  <a:lnTo>
                    <a:pt x="1266940" y="4466613"/>
                  </a:lnTo>
                  <a:lnTo>
                    <a:pt x="1267058" y="4466613"/>
                  </a:lnTo>
                  <a:lnTo>
                    <a:pt x="1267058" y="4466183"/>
                  </a:lnTo>
                  <a:lnTo>
                    <a:pt x="1267176" y="4465752"/>
                  </a:lnTo>
                  <a:lnTo>
                    <a:pt x="1267293" y="4465322"/>
                  </a:lnTo>
                  <a:lnTo>
                    <a:pt x="1267528" y="4464891"/>
                  </a:lnTo>
                  <a:lnTo>
                    <a:pt x="1267646" y="4464891"/>
                  </a:lnTo>
                  <a:lnTo>
                    <a:pt x="1267881" y="4464891"/>
                  </a:lnTo>
                  <a:lnTo>
                    <a:pt x="1268117" y="4464891"/>
                  </a:lnTo>
                  <a:lnTo>
                    <a:pt x="1268352" y="4464891"/>
                  </a:lnTo>
                  <a:lnTo>
                    <a:pt x="1268469" y="4464891"/>
                  </a:lnTo>
                  <a:lnTo>
                    <a:pt x="1268469" y="4464460"/>
                  </a:lnTo>
                  <a:lnTo>
                    <a:pt x="1268587" y="4464460"/>
                  </a:lnTo>
                  <a:lnTo>
                    <a:pt x="1268822" y="4464030"/>
                  </a:lnTo>
                  <a:lnTo>
                    <a:pt x="1269175" y="4463599"/>
                  </a:lnTo>
                  <a:lnTo>
                    <a:pt x="1269293" y="4463599"/>
                  </a:lnTo>
                  <a:lnTo>
                    <a:pt x="1269528" y="4463599"/>
                  </a:lnTo>
                  <a:lnTo>
                    <a:pt x="1269645" y="4463599"/>
                  </a:lnTo>
                  <a:lnTo>
                    <a:pt x="1269881" y="4463599"/>
                  </a:lnTo>
                  <a:lnTo>
                    <a:pt x="1269998" y="4463599"/>
                  </a:lnTo>
                  <a:lnTo>
                    <a:pt x="1269998" y="4463169"/>
                  </a:lnTo>
                  <a:lnTo>
                    <a:pt x="1270116" y="4463169"/>
                  </a:lnTo>
                  <a:lnTo>
                    <a:pt x="1270469" y="4462738"/>
                  </a:lnTo>
                  <a:lnTo>
                    <a:pt x="1270704" y="4462738"/>
                  </a:lnTo>
                  <a:lnTo>
                    <a:pt x="1270939" y="4462738"/>
                  </a:lnTo>
                  <a:lnTo>
                    <a:pt x="1270939" y="4462307"/>
                  </a:lnTo>
                  <a:lnTo>
                    <a:pt x="1271174" y="4461446"/>
                  </a:lnTo>
                  <a:lnTo>
                    <a:pt x="1271292" y="4461446"/>
                  </a:lnTo>
                  <a:lnTo>
                    <a:pt x="1271410" y="4461446"/>
                  </a:lnTo>
                  <a:lnTo>
                    <a:pt x="1271527" y="4461446"/>
                  </a:lnTo>
                  <a:lnTo>
                    <a:pt x="1271645" y="4461446"/>
                  </a:lnTo>
                  <a:lnTo>
                    <a:pt x="1271763" y="4461016"/>
                  </a:lnTo>
                  <a:lnTo>
                    <a:pt x="1271763" y="4460154"/>
                  </a:lnTo>
                  <a:lnTo>
                    <a:pt x="1271998" y="4460154"/>
                  </a:lnTo>
                  <a:lnTo>
                    <a:pt x="1272115" y="4460154"/>
                  </a:lnTo>
                  <a:lnTo>
                    <a:pt x="1272233" y="4460154"/>
                  </a:lnTo>
                  <a:lnTo>
                    <a:pt x="1272351" y="4460154"/>
                  </a:lnTo>
                  <a:lnTo>
                    <a:pt x="1272468" y="4459293"/>
                  </a:lnTo>
                  <a:lnTo>
                    <a:pt x="1272468" y="4458863"/>
                  </a:lnTo>
                  <a:lnTo>
                    <a:pt x="1272586" y="4458863"/>
                  </a:lnTo>
                  <a:lnTo>
                    <a:pt x="1272821" y="4458863"/>
                  </a:lnTo>
                  <a:lnTo>
                    <a:pt x="1272939" y="4458863"/>
                  </a:lnTo>
                  <a:lnTo>
                    <a:pt x="1273056" y="4458863"/>
                  </a:lnTo>
                  <a:lnTo>
                    <a:pt x="1273174" y="4458863"/>
                  </a:lnTo>
                  <a:lnTo>
                    <a:pt x="1273644" y="4458432"/>
                  </a:lnTo>
                  <a:lnTo>
                    <a:pt x="1273644" y="4458001"/>
                  </a:lnTo>
                  <a:lnTo>
                    <a:pt x="1274350" y="4456710"/>
                  </a:lnTo>
                  <a:lnTo>
                    <a:pt x="1274468" y="4455848"/>
                  </a:lnTo>
                  <a:lnTo>
                    <a:pt x="1274821" y="4455848"/>
                  </a:lnTo>
                  <a:lnTo>
                    <a:pt x="1274821" y="4455418"/>
                  </a:lnTo>
                  <a:lnTo>
                    <a:pt x="1274938" y="4455418"/>
                  </a:lnTo>
                  <a:lnTo>
                    <a:pt x="1275056" y="4455418"/>
                  </a:lnTo>
                  <a:lnTo>
                    <a:pt x="1275173" y="4454987"/>
                  </a:lnTo>
                  <a:lnTo>
                    <a:pt x="1275644" y="4454987"/>
                  </a:lnTo>
                  <a:lnTo>
                    <a:pt x="1275761" y="4454987"/>
                  </a:lnTo>
                  <a:lnTo>
                    <a:pt x="1275997" y="4454557"/>
                  </a:lnTo>
                  <a:lnTo>
                    <a:pt x="1276114" y="4454557"/>
                  </a:lnTo>
                  <a:lnTo>
                    <a:pt x="1276232" y="4454557"/>
                  </a:lnTo>
                  <a:lnTo>
                    <a:pt x="1276467" y="4454126"/>
                  </a:lnTo>
                  <a:lnTo>
                    <a:pt x="1276467" y="4453695"/>
                  </a:lnTo>
                  <a:lnTo>
                    <a:pt x="1276585" y="4453695"/>
                  </a:lnTo>
                  <a:lnTo>
                    <a:pt x="1276585" y="4453265"/>
                  </a:lnTo>
                  <a:lnTo>
                    <a:pt x="1276702" y="4453265"/>
                  </a:lnTo>
                  <a:lnTo>
                    <a:pt x="1276938" y="4453265"/>
                  </a:lnTo>
                  <a:lnTo>
                    <a:pt x="1277055" y="4453265"/>
                  </a:lnTo>
                  <a:lnTo>
                    <a:pt x="1277408" y="4453265"/>
                  </a:lnTo>
                  <a:lnTo>
                    <a:pt x="1277526" y="4453265"/>
                  </a:lnTo>
                  <a:lnTo>
                    <a:pt x="1277761" y="4453265"/>
                  </a:lnTo>
                  <a:lnTo>
                    <a:pt x="1277761" y="4452834"/>
                  </a:lnTo>
                  <a:lnTo>
                    <a:pt x="1277878" y="4452834"/>
                  </a:lnTo>
                  <a:lnTo>
                    <a:pt x="1277996" y="4451973"/>
                  </a:lnTo>
                  <a:lnTo>
                    <a:pt x="1277996" y="4451542"/>
                  </a:lnTo>
                  <a:lnTo>
                    <a:pt x="1277996" y="4451112"/>
                  </a:lnTo>
                  <a:lnTo>
                    <a:pt x="1277996" y="4450251"/>
                  </a:lnTo>
                  <a:lnTo>
                    <a:pt x="1278231" y="4450251"/>
                  </a:lnTo>
                  <a:lnTo>
                    <a:pt x="1278584" y="4450251"/>
                  </a:lnTo>
                  <a:lnTo>
                    <a:pt x="1278702" y="4450251"/>
                  </a:lnTo>
                  <a:lnTo>
                    <a:pt x="1278937" y="4450251"/>
                  </a:lnTo>
                  <a:lnTo>
                    <a:pt x="1279055" y="4449820"/>
                  </a:lnTo>
                  <a:lnTo>
                    <a:pt x="1279290" y="4449389"/>
                  </a:lnTo>
                  <a:lnTo>
                    <a:pt x="1279407" y="4449389"/>
                  </a:lnTo>
                  <a:lnTo>
                    <a:pt x="1279525" y="4449389"/>
                  </a:lnTo>
                  <a:lnTo>
                    <a:pt x="1279760" y="4449389"/>
                  </a:lnTo>
                  <a:lnTo>
                    <a:pt x="1279878" y="4449389"/>
                  </a:lnTo>
                  <a:lnTo>
                    <a:pt x="1279996" y="4449389"/>
                  </a:lnTo>
                  <a:lnTo>
                    <a:pt x="1280113" y="4449389"/>
                  </a:lnTo>
                  <a:lnTo>
                    <a:pt x="1280466" y="4447667"/>
                  </a:lnTo>
                  <a:lnTo>
                    <a:pt x="1280584" y="4447667"/>
                  </a:lnTo>
                  <a:lnTo>
                    <a:pt x="1280819" y="4447667"/>
                  </a:lnTo>
                  <a:lnTo>
                    <a:pt x="1281054" y="4447667"/>
                  </a:lnTo>
                  <a:lnTo>
                    <a:pt x="1281172" y="4447667"/>
                  </a:lnTo>
                  <a:lnTo>
                    <a:pt x="1281289" y="4447667"/>
                  </a:lnTo>
                  <a:lnTo>
                    <a:pt x="1281289" y="4447236"/>
                  </a:lnTo>
                  <a:lnTo>
                    <a:pt x="1281407" y="4447236"/>
                  </a:lnTo>
                  <a:lnTo>
                    <a:pt x="1281525" y="4447236"/>
                  </a:lnTo>
                  <a:lnTo>
                    <a:pt x="1281642" y="4447236"/>
                  </a:lnTo>
                  <a:lnTo>
                    <a:pt x="1281642" y="4446806"/>
                  </a:lnTo>
                  <a:lnTo>
                    <a:pt x="1281760" y="4446806"/>
                  </a:lnTo>
                  <a:lnTo>
                    <a:pt x="1281995" y="4446806"/>
                  </a:lnTo>
                  <a:lnTo>
                    <a:pt x="1282113" y="4446806"/>
                  </a:lnTo>
                  <a:lnTo>
                    <a:pt x="1282230" y="4446806"/>
                  </a:lnTo>
                  <a:lnTo>
                    <a:pt x="1282230" y="4445514"/>
                  </a:lnTo>
                  <a:lnTo>
                    <a:pt x="1282348" y="4445514"/>
                  </a:lnTo>
                  <a:lnTo>
                    <a:pt x="1282583" y="4445514"/>
                  </a:lnTo>
                  <a:lnTo>
                    <a:pt x="1282583" y="4445083"/>
                  </a:lnTo>
                  <a:lnTo>
                    <a:pt x="1282583" y="4444222"/>
                  </a:lnTo>
                  <a:lnTo>
                    <a:pt x="1283054" y="4443792"/>
                  </a:lnTo>
                  <a:lnTo>
                    <a:pt x="1283054" y="4442930"/>
                  </a:lnTo>
                  <a:lnTo>
                    <a:pt x="1283171" y="4442930"/>
                  </a:lnTo>
                  <a:lnTo>
                    <a:pt x="1283406" y="4442500"/>
                  </a:lnTo>
                  <a:lnTo>
                    <a:pt x="1283524" y="4442500"/>
                  </a:lnTo>
                  <a:lnTo>
                    <a:pt x="1283524" y="4442069"/>
                  </a:lnTo>
                  <a:lnTo>
                    <a:pt x="1283759" y="4442069"/>
                  </a:lnTo>
                  <a:lnTo>
                    <a:pt x="1283877" y="4442069"/>
                  </a:lnTo>
                  <a:lnTo>
                    <a:pt x="1283877" y="4441639"/>
                  </a:lnTo>
                  <a:lnTo>
                    <a:pt x="1284112" y="4441208"/>
                  </a:lnTo>
                  <a:lnTo>
                    <a:pt x="1284347" y="4441208"/>
                  </a:lnTo>
                  <a:lnTo>
                    <a:pt x="1284583" y="4440777"/>
                  </a:lnTo>
                  <a:lnTo>
                    <a:pt x="1284935" y="4440347"/>
                  </a:lnTo>
                  <a:lnTo>
                    <a:pt x="1285053" y="4439916"/>
                  </a:lnTo>
                  <a:lnTo>
                    <a:pt x="1285171" y="4439916"/>
                  </a:lnTo>
                  <a:lnTo>
                    <a:pt x="1285171" y="4439486"/>
                  </a:lnTo>
                  <a:lnTo>
                    <a:pt x="1285288" y="4439055"/>
                  </a:lnTo>
                  <a:lnTo>
                    <a:pt x="1285288" y="4438624"/>
                  </a:lnTo>
                  <a:lnTo>
                    <a:pt x="1285406" y="4438624"/>
                  </a:lnTo>
                  <a:lnTo>
                    <a:pt x="1285523" y="4438624"/>
                  </a:lnTo>
                  <a:lnTo>
                    <a:pt x="1285759" y="4438624"/>
                  </a:lnTo>
                  <a:lnTo>
                    <a:pt x="1286347" y="4437333"/>
                  </a:lnTo>
                  <a:lnTo>
                    <a:pt x="1286700" y="4437333"/>
                  </a:lnTo>
                  <a:lnTo>
                    <a:pt x="1286817" y="4437333"/>
                  </a:lnTo>
                  <a:lnTo>
                    <a:pt x="1286935" y="4436902"/>
                  </a:lnTo>
                  <a:lnTo>
                    <a:pt x="1287052" y="4436902"/>
                  </a:lnTo>
                  <a:lnTo>
                    <a:pt x="1287405" y="4436902"/>
                  </a:lnTo>
                  <a:lnTo>
                    <a:pt x="1287523" y="4436902"/>
                  </a:lnTo>
                  <a:lnTo>
                    <a:pt x="1287523" y="4436041"/>
                  </a:lnTo>
                  <a:lnTo>
                    <a:pt x="1287640" y="4436041"/>
                  </a:lnTo>
                  <a:lnTo>
                    <a:pt x="1287993" y="4435610"/>
                  </a:lnTo>
                  <a:lnTo>
                    <a:pt x="1288229" y="4435180"/>
                  </a:lnTo>
                  <a:lnTo>
                    <a:pt x="1288699" y="4434749"/>
                  </a:lnTo>
                  <a:lnTo>
                    <a:pt x="1288934" y="4434318"/>
                  </a:lnTo>
                  <a:lnTo>
                    <a:pt x="1289052" y="4434318"/>
                  </a:lnTo>
                  <a:lnTo>
                    <a:pt x="1289052" y="4433888"/>
                  </a:lnTo>
                  <a:lnTo>
                    <a:pt x="1289169" y="4433457"/>
                  </a:lnTo>
                  <a:lnTo>
                    <a:pt x="1289287" y="4433457"/>
                  </a:lnTo>
                  <a:lnTo>
                    <a:pt x="1289287" y="4433027"/>
                  </a:lnTo>
                  <a:lnTo>
                    <a:pt x="1289758" y="4433027"/>
                  </a:lnTo>
                  <a:lnTo>
                    <a:pt x="1289875" y="4433027"/>
                  </a:lnTo>
                  <a:lnTo>
                    <a:pt x="1289993" y="4432596"/>
                  </a:lnTo>
                  <a:lnTo>
                    <a:pt x="1290110" y="4432596"/>
                  </a:lnTo>
                  <a:lnTo>
                    <a:pt x="1290346" y="4432596"/>
                  </a:lnTo>
                  <a:lnTo>
                    <a:pt x="1290346" y="4432165"/>
                  </a:lnTo>
                  <a:lnTo>
                    <a:pt x="1290581" y="4431735"/>
                  </a:lnTo>
                  <a:lnTo>
                    <a:pt x="1290581" y="4431304"/>
                  </a:lnTo>
                  <a:lnTo>
                    <a:pt x="1290581" y="4430874"/>
                  </a:lnTo>
                  <a:lnTo>
                    <a:pt x="1290581" y="4430443"/>
                  </a:lnTo>
                  <a:lnTo>
                    <a:pt x="1290698" y="4430012"/>
                  </a:lnTo>
                  <a:lnTo>
                    <a:pt x="1291169" y="4429151"/>
                  </a:lnTo>
                  <a:lnTo>
                    <a:pt x="1291287" y="4429151"/>
                  </a:lnTo>
                  <a:lnTo>
                    <a:pt x="1291522" y="4429151"/>
                  </a:lnTo>
                  <a:lnTo>
                    <a:pt x="1291639" y="4428290"/>
                  </a:lnTo>
                  <a:lnTo>
                    <a:pt x="1291875" y="4428290"/>
                  </a:lnTo>
                  <a:lnTo>
                    <a:pt x="1291992" y="4428290"/>
                  </a:lnTo>
                  <a:lnTo>
                    <a:pt x="1292110" y="4427429"/>
                  </a:lnTo>
                  <a:lnTo>
                    <a:pt x="1292110" y="4426998"/>
                  </a:lnTo>
                  <a:lnTo>
                    <a:pt x="1292227" y="4426568"/>
                  </a:lnTo>
                  <a:lnTo>
                    <a:pt x="1292463" y="4426568"/>
                  </a:lnTo>
                  <a:lnTo>
                    <a:pt x="1292698" y="4426137"/>
                  </a:lnTo>
                  <a:lnTo>
                    <a:pt x="1292815" y="4426137"/>
                  </a:lnTo>
                  <a:lnTo>
                    <a:pt x="1292933" y="4426137"/>
                  </a:lnTo>
                  <a:lnTo>
                    <a:pt x="1292933" y="4425706"/>
                  </a:lnTo>
                  <a:lnTo>
                    <a:pt x="1293051" y="4425276"/>
                  </a:lnTo>
                  <a:lnTo>
                    <a:pt x="1293286" y="4424845"/>
                  </a:lnTo>
                  <a:lnTo>
                    <a:pt x="1293404" y="4424415"/>
                  </a:lnTo>
                  <a:lnTo>
                    <a:pt x="1293521" y="4423984"/>
                  </a:lnTo>
                  <a:lnTo>
                    <a:pt x="1293756" y="4423984"/>
                  </a:lnTo>
                  <a:lnTo>
                    <a:pt x="1293992" y="4423984"/>
                  </a:lnTo>
                  <a:lnTo>
                    <a:pt x="1294344" y="4423984"/>
                  </a:lnTo>
                  <a:lnTo>
                    <a:pt x="1294580" y="4423984"/>
                  </a:lnTo>
                  <a:lnTo>
                    <a:pt x="1294697" y="4423984"/>
                  </a:lnTo>
                  <a:lnTo>
                    <a:pt x="1294815" y="4423984"/>
                  </a:lnTo>
                  <a:lnTo>
                    <a:pt x="1294815" y="4423553"/>
                  </a:lnTo>
                  <a:lnTo>
                    <a:pt x="1294933" y="4423553"/>
                  </a:lnTo>
                  <a:lnTo>
                    <a:pt x="1295050" y="4423553"/>
                  </a:lnTo>
                  <a:lnTo>
                    <a:pt x="1295756" y="4423123"/>
                  </a:lnTo>
                  <a:lnTo>
                    <a:pt x="1295873" y="4423123"/>
                  </a:lnTo>
                  <a:lnTo>
                    <a:pt x="1295991" y="4423123"/>
                  </a:lnTo>
                  <a:lnTo>
                    <a:pt x="1296109" y="4423123"/>
                  </a:lnTo>
                  <a:lnTo>
                    <a:pt x="1296226" y="4423123"/>
                  </a:lnTo>
                  <a:lnTo>
                    <a:pt x="1296344" y="4423123"/>
                  </a:lnTo>
                  <a:lnTo>
                    <a:pt x="1296344" y="4422692"/>
                  </a:lnTo>
                  <a:lnTo>
                    <a:pt x="1296579" y="4422692"/>
                  </a:lnTo>
                  <a:lnTo>
                    <a:pt x="1296814" y="4422692"/>
                  </a:lnTo>
                  <a:lnTo>
                    <a:pt x="1297050" y="4422692"/>
                  </a:lnTo>
                  <a:lnTo>
                    <a:pt x="1297167" y="4422692"/>
                  </a:lnTo>
                  <a:lnTo>
                    <a:pt x="1297167" y="4422262"/>
                  </a:lnTo>
                  <a:lnTo>
                    <a:pt x="1297285" y="4422262"/>
                  </a:lnTo>
                  <a:lnTo>
                    <a:pt x="1297520" y="4421831"/>
                  </a:lnTo>
                  <a:lnTo>
                    <a:pt x="1297638" y="4421400"/>
                  </a:lnTo>
                  <a:lnTo>
                    <a:pt x="1297755" y="4421400"/>
                  </a:lnTo>
                  <a:lnTo>
                    <a:pt x="1297873" y="4421400"/>
                  </a:lnTo>
                  <a:lnTo>
                    <a:pt x="1298108" y="4421400"/>
                  </a:lnTo>
                  <a:lnTo>
                    <a:pt x="1298226" y="4421400"/>
                  </a:lnTo>
                  <a:lnTo>
                    <a:pt x="1298461" y="4420539"/>
                  </a:lnTo>
                  <a:lnTo>
                    <a:pt x="1298461" y="4419678"/>
                  </a:lnTo>
                  <a:lnTo>
                    <a:pt x="1298579" y="4419678"/>
                  </a:lnTo>
                  <a:lnTo>
                    <a:pt x="1298696" y="4419678"/>
                  </a:lnTo>
                  <a:lnTo>
                    <a:pt x="1298931" y="4419247"/>
                  </a:lnTo>
                  <a:lnTo>
                    <a:pt x="1299049" y="4419247"/>
                  </a:lnTo>
                  <a:lnTo>
                    <a:pt x="1299049" y="4418817"/>
                  </a:lnTo>
                  <a:lnTo>
                    <a:pt x="1299049" y="4418386"/>
                  </a:lnTo>
                  <a:lnTo>
                    <a:pt x="1299049" y="4417956"/>
                  </a:lnTo>
                  <a:lnTo>
                    <a:pt x="1299167" y="4417956"/>
                  </a:lnTo>
                  <a:lnTo>
                    <a:pt x="1299284" y="4417956"/>
                  </a:lnTo>
                  <a:lnTo>
                    <a:pt x="1299402" y="4417094"/>
                  </a:lnTo>
                  <a:lnTo>
                    <a:pt x="1299637" y="4417094"/>
                  </a:lnTo>
                  <a:lnTo>
                    <a:pt x="1299872" y="4416664"/>
                  </a:lnTo>
                  <a:lnTo>
                    <a:pt x="1299872" y="4416233"/>
                  </a:lnTo>
                  <a:lnTo>
                    <a:pt x="1299990" y="4416233"/>
                  </a:lnTo>
                  <a:lnTo>
                    <a:pt x="1299990" y="4415803"/>
                  </a:lnTo>
                  <a:lnTo>
                    <a:pt x="1300108" y="4414941"/>
                  </a:lnTo>
                  <a:lnTo>
                    <a:pt x="1300225" y="4414511"/>
                  </a:lnTo>
                  <a:lnTo>
                    <a:pt x="1300343" y="4414080"/>
                  </a:lnTo>
                  <a:lnTo>
                    <a:pt x="1300460" y="4414080"/>
                  </a:lnTo>
                  <a:lnTo>
                    <a:pt x="1300578" y="4414080"/>
                  </a:lnTo>
                  <a:lnTo>
                    <a:pt x="1301048" y="4413650"/>
                  </a:lnTo>
                  <a:lnTo>
                    <a:pt x="1301166" y="4413650"/>
                  </a:lnTo>
                  <a:lnTo>
                    <a:pt x="1301284" y="4413650"/>
                  </a:lnTo>
                  <a:lnTo>
                    <a:pt x="1301637" y="4413650"/>
                  </a:lnTo>
                  <a:lnTo>
                    <a:pt x="1301637" y="4413219"/>
                  </a:lnTo>
                  <a:lnTo>
                    <a:pt x="1301872" y="4413219"/>
                  </a:lnTo>
                  <a:lnTo>
                    <a:pt x="1301989" y="4412788"/>
                  </a:lnTo>
                  <a:lnTo>
                    <a:pt x="1302107" y="4412788"/>
                  </a:lnTo>
                  <a:lnTo>
                    <a:pt x="1302225" y="4412788"/>
                  </a:lnTo>
                  <a:lnTo>
                    <a:pt x="1302460" y="4411066"/>
                  </a:lnTo>
                  <a:lnTo>
                    <a:pt x="1302930" y="4411066"/>
                  </a:lnTo>
                  <a:lnTo>
                    <a:pt x="1303048" y="4411066"/>
                  </a:lnTo>
                  <a:lnTo>
                    <a:pt x="1303166" y="4411066"/>
                  </a:lnTo>
                  <a:lnTo>
                    <a:pt x="1303518" y="4411066"/>
                  </a:lnTo>
                  <a:lnTo>
                    <a:pt x="1303636" y="4411066"/>
                  </a:lnTo>
                  <a:lnTo>
                    <a:pt x="1303636" y="4410205"/>
                  </a:lnTo>
                  <a:lnTo>
                    <a:pt x="1303754" y="4410205"/>
                  </a:lnTo>
                  <a:lnTo>
                    <a:pt x="1303871" y="4410205"/>
                  </a:lnTo>
                  <a:lnTo>
                    <a:pt x="1303989" y="4410205"/>
                  </a:lnTo>
                  <a:lnTo>
                    <a:pt x="1304342" y="4409774"/>
                  </a:lnTo>
                  <a:lnTo>
                    <a:pt x="1304577" y="4409774"/>
                  </a:lnTo>
                  <a:lnTo>
                    <a:pt x="1304812" y="4409344"/>
                  </a:lnTo>
                  <a:lnTo>
                    <a:pt x="1305635" y="4406329"/>
                  </a:lnTo>
                  <a:lnTo>
                    <a:pt x="1305635" y="4405899"/>
                  </a:lnTo>
                  <a:lnTo>
                    <a:pt x="1305871" y="4405899"/>
                  </a:lnTo>
                  <a:lnTo>
                    <a:pt x="1305988" y="4405899"/>
                  </a:lnTo>
                  <a:lnTo>
                    <a:pt x="1306106" y="4405899"/>
                  </a:lnTo>
                  <a:lnTo>
                    <a:pt x="1306106" y="4405038"/>
                  </a:lnTo>
                  <a:lnTo>
                    <a:pt x="1306106" y="4404607"/>
                  </a:lnTo>
                  <a:lnTo>
                    <a:pt x="1306224" y="4404176"/>
                  </a:lnTo>
                  <a:lnTo>
                    <a:pt x="1306341" y="4404176"/>
                  </a:lnTo>
                  <a:lnTo>
                    <a:pt x="1306459" y="4404176"/>
                  </a:lnTo>
                  <a:lnTo>
                    <a:pt x="1306694" y="4403746"/>
                  </a:lnTo>
                  <a:lnTo>
                    <a:pt x="1306812" y="4403315"/>
                  </a:lnTo>
                  <a:lnTo>
                    <a:pt x="1306812" y="4402885"/>
                  </a:lnTo>
                  <a:lnTo>
                    <a:pt x="1306929" y="4402885"/>
                  </a:lnTo>
                  <a:lnTo>
                    <a:pt x="1306929" y="4402023"/>
                  </a:lnTo>
                  <a:lnTo>
                    <a:pt x="1307164" y="4402023"/>
                  </a:lnTo>
                  <a:lnTo>
                    <a:pt x="1307400" y="4402023"/>
                  </a:lnTo>
                  <a:lnTo>
                    <a:pt x="1307517" y="4401593"/>
                  </a:lnTo>
                  <a:lnTo>
                    <a:pt x="1307870" y="4400732"/>
                  </a:lnTo>
                  <a:lnTo>
                    <a:pt x="1307988" y="4400732"/>
                  </a:lnTo>
                  <a:lnTo>
                    <a:pt x="1307988" y="4400301"/>
                  </a:lnTo>
                  <a:lnTo>
                    <a:pt x="1308341" y="4400301"/>
                  </a:lnTo>
                  <a:lnTo>
                    <a:pt x="1308341" y="4399870"/>
                  </a:lnTo>
                  <a:lnTo>
                    <a:pt x="1308341" y="4399440"/>
                  </a:lnTo>
                  <a:lnTo>
                    <a:pt x="1308458" y="4399440"/>
                  </a:lnTo>
                  <a:lnTo>
                    <a:pt x="1308576" y="4399009"/>
                  </a:lnTo>
                  <a:lnTo>
                    <a:pt x="1308576" y="4398579"/>
                  </a:lnTo>
                  <a:lnTo>
                    <a:pt x="1308693" y="4398579"/>
                  </a:lnTo>
                  <a:lnTo>
                    <a:pt x="1308929" y="4398148"/>
                  </a:lnTo>
                  <a:lnTo>
                    <a:pt x="1309046" y="4398148"/>
                  </a:lnTo>
                  <a:lnTo>
                    <a:pt x="1309164" y="4398148"/>
                  </a:lnTo>
                  <a:lnTo>
                    <a:pt x="1309399" y="4398148"/>
                  </a:lnTo>
                  <a:lnTo>
                    <a:pt x="1309399" y="4397717"/>
                  </a:lnTo>
                  <a:lnTo>
                    <a:pt x="1309752" y="4396856"/>
                  </a:lnTo>
                  <a:lnTo>
                    <a:pt x="1309870" y="4396856"/>
                  </a:lnTo>
                  <a:lnTo>
                    <a:pt x="1310222" y="4396426"/>
                  </a:lnTo>
                  <a:lnTo>
                    <a:pt x="1310340" y="4396426"/>
                  </a:lnTo>
                  <a:lnTo>
                    <a:pt x="1310458" y="4396426"/>
                  </a:lnTo>
                  <a:lnTo>
                    <a:pt x="1310575" y="4396426"/>
                  </a:lnTo>
                  <a:lnTo>
                    <a:pt x="1311281" y="4396426"/>
                  </a:lnTo>
                  <a:lnTo>
                    <a:pt x="1311399" y="4396426"/>
                  </a:lnTo>
                  <a:lnTo>
                    <a:pt x="1311516" y="4395995"/>
                  </a:lnTo>
                  <a:lnTo>
                    <a:pt x="1311634" y="4395995"/>
                  </a:lnTo>
                  <a:lnTo>
                    <a:pt x="1311751" y="4395995"/>
                  </a:lnTo>
                  <a:lnTo>
                    <a:pt x="1311869" y="4395995"/>
                  </a:lnTo>
                  <a:lnTo>
                    <a:pt x="1312339" y="4395564"/>
                  </a:lnTo>
                  <a:lnTo>
                    <a:pt x="1312339" y="4395134"/>
                  </a:lnTo>
                  <a:lnTo>
                    <a:pt x="1312457" y="4395134"/>
                  </a:lnTo>
                  <a:lnTo>
                    <a:pt x="1312457" y="4394273"/>
                  </a:lnTo>
                  <a:lnTo>
                    <a:pt x="1312575" y="4393842"/>
                  </a:lnTo>
                  <a:lnTo>
                    <a:pt x="1312810" y="4393842"/>
                  </a:lnTo>
                  <a:lnTo>
                    <a:pt x="1312810" y="4393411"/>
                  </a:lnTo>
                  <a:lnTo>
                    <a:pt x="1312928" y="4393411"/>
                  </a:lnTo>
                  <a:lnTo>
                    <a:pt x="1313280" y="4393411"/>
                  </a:lnTo>
                  <a:lnTo>
                    <a:pt x="1313516" y="4393411"/>
                  </a:lnTo>
                  <a:lnTo>
                    <a:pt x="1313633" y="4393411"/>
                  </a:lnTo>
                  <a:lnTo>
                    <a:pt x="1313868" y="4393411"/>
                  </a:lnTo>
                  <a:lnTo>
                    <a:pt x="1314104" y="4393411"/>
                  </a:lnTo>
                  <a:lnTo>
                    <a:pt x="1314221" y="4393411"/>
                  </a:lnTo>
                  <a:lnTo>
                    <a:pt x="1314574" y="4392120"/>
                  </a:lnTo>
                  <a:lnTo>
                    <a:pt x="1314692" y="4392120"/>
                  </a:lnTo>
                  <a:lnTo>
                    <a:pt x="1314927" y="4391689"/>
                  </a:lnTo>
                  <a:lnTo>
                    <a:pt x="1314927" y="4391258"/>
                  </a:lnTo>
                  <a:lnTo>
                    <a:pt x="1315162" y="4390828"/>
                  </a:lnTo>
                  <a:lnTo>
                    <a:pt x="1315162" y="4389967"/>
                  </a:lnTo>
                  <a:lnTo>
                    <a:pt x="1315397" y="4389536"/>
                  </a:lnTo>
                  <a:lnTo>
                    <a:pt x="1315633" y="4389536"/>
                  </a:lnTo>
                  <a:lnTo>
                    <a:pt x="1315986" y="4389536"/>
                  </a:lnTo>
                  <a:lnTo>
                    <a:pt x="1316103" y="4389536"/>
                  </a:lnTo>
                  <a:lnTo>
                    <a:pt x="1316221" y="4389536"/>
                  </a:lnTo>
                  <a:lnTo>
                    <a:pt x="1316338" y="4389536"/>
                  </a:lnTo>
                  <a:lnTo>
                    <a:pt x="1316456" y="4389536"/>
                  </a:lnTo>
                  <a:lnTo>
                    <a:pt x="1316574" y="4389536"/>
                  </a:lnTo>
                  <a:lnTo>
                    <a:pt x="1316691" y="4389536"/>
                  </a:lnTo>
                  <a:lnTo>
                    <a:pt x="1316809" y="4389536"/>
                  </a:lnTo>
                  <a:lnTo>
                    <a:pt x="1316809" y="4389105"/>
                  </a:lnTo>
                  <a:lnTo>
                    <a:pt x="1317044" y="4389105"/>
                  </a:lnTo>
                  <a:lnTo>
                    <a:pt x="1317162" y="4389105"/>
                  </a:lnTo>
                  <a:lnTo>
                    <a:pt x="1317279" y="4389105"/>
                  </a:lnTo>
                  <a:lnTo>
                    <a:pt x="1317279" y="4388675"/>
                  </a:lnTo>
                  <a:lnTo>
                    <a:pt x="1317514" y="4388675"/>
                  </a:lnTo>
                  <a:lnTo>
                    <a:pt x="1317632" y="4388675"/>
                  </a:lnTo>
                  <a:lnTo>
                    <a:pt x="1317867" y="4388244"/>
                  </a:lnTo>
                  <a:lnTo>
                    <a:pt x="1317985" y="4388244"/>
                  </a:lnTo>
                  <a:lnTo>
                    <a:pt x="1318103" y="4388244"/>
                  </a:lnTo>
                  <a:lnTo>
                    <a:pt x="1318220" y="4388244"/>
                  </a:lnTo>
                  <a:lnTo>
                    <a:pt x="1318338" y="4388244"/>
                  </a:lnTo>
                  <a:lnTo>
                    <a:pt x="1318455" y="4388244"/>
                  </a:lnTo>
                  <a:lnTo>
                    <a:pt x="1318573" y="4388244"/>
                  </a:lnTo>
                  <a:lnTo>
                    <a:pt x="1318691" y="4388244"/>
                  </a:lnTo>
                  <a:lnTo>
                    <a:pt x="1318808" y="4387383"/>
                  </a:lnTo>
                  <a:lnTo>
                    <a:pt x="1318926" y="4387383"/>
                  </a:lnTo>
                  <a:lnTo>
                    <a:pt x="1319043" y="4386952"/>
                  </a:lnTo>
                  <a:lnTo>
                    <a:pt x="1319279" y="4385661"/>
                  </a:lnTo>
                  <a:lnTo>
                    <a:pt x="1319396" y="4385661"/>
                  </a:lnTo>
                  <a:lnTo>
                    <a:pt x="1319514" y="4385230"/>
                  </a:lnTo>
                  <a:lnTo>
                    <a:pt x="1319749" y="4385230"/>
                  </a:lnTo>
                  <a:lnTo>
                    <a:pt x="1319867" y="4385230"/>
                  </a:lnTo>
                  <a:lnTo>
                    <a:pt x="1319984" y="4385230"/>
                  </a:lnTo>
                  <a:lnTo>
                    <a:pt x="1320220" y="4385230"/>
                  </a:lnTo>
                  <a:lnTo>
                    <a:pt x="1320455" y="4384799"/>
                  </a:lnTo>
                  <a:lnTo>
                    <a:pt x="1320572" y="4384369"/>
                  </a:lnTo>
                  <a:lnTo>
                    <a:pt x="1320690" y="4383938"/>
                  </a:lnTo>
                  <a:lnTo>
                    <a:pt x="1320808" y="4383938"/>
                  </a:lnTo>
                  <a:lnTo>
                    <a:pt x="1321043" y="4383938"/>
                  </a:lnTo>
                  <a:lnTo>
                    <a:pt x="1321161" y="4383938"/>
                  </a:lnTo>
                  <a:lnTo>
                    <a:pt x="1321396" y="4383938"/>
                  </a:lnTo>
                  <a:lnTo>
                    <a:pt x="1321513" y="4383938"/>
                  </a:lnTo>
                  <a:lnTo>
                    <a:pt x="1321749" y="4383508"/>
                  </a:lnTo>
                  <a:lnTo>
                    <a:pt x="1321866" y="4383077"/>
                  </a:lnTo>
                  <a:lnTo>
                    <a:pt x="1321984" y="4382646"/>
                  </a:lnTo>
                  <a:lnTo>
                    <a:pt x="1322101" y="4382646"/>
                  </a:lnTo>
                  <a:lnTo>
                    <a:pt x="1322337" y="4381785"/>
                  </a:lnTo>
                  <a:lnTo>
                    <a:pt x="1322572" y="4380924"/>
                  </a:lnTo>
                  <a:lnTo>
                    <a:pt x="1322690" y="4380924"/>
                  </a:lnTo>
                  <a:lnTo>
                    <a:pt x="1322807" y="4380493"/>
                  </a:lnTo>
                  <a:lnTo>
                    <a:pt x="1323160" y="4380493"/>
                  </a:lnTo>
                  <a:lnTo>
                    <a:pt x="1323278" y="4380493"/>
                  </a:lnTo>
                  <a:lnTo>
                    <a:pt x="1323395" y="4380493"/>
                  </a:lnTo>
                  <a:lnTo>
                    <a:pt x="1323513" y="4380493"/>
                  </a:lnTo>
                  <a:lnTo>
                    <a:pt x="1323513" y="4379632"/>
                  </a:lnTo>
                  <a:lnTo>
                    <a:pt x="1324219" y="4379202"/>
                  </a:lnTo>
                  <a:lnTo>
                    <a:pt x="1324219" y="4378771"/>
                  </a:lnTo>
                  <a:lnTo>
                    <a:pt x="1324454" y="4378771"/>
                  </a:lnTo>
                  <a:lnTo>
                    <a:pt x="1324689" y="4378340"/>
                  </a:lnTo>
                  <a:lnTo>
                    <a:pt x="1324689" y="4377910"/>
                  </a:lnTo>
                  <a:lnTo>
                    <a:pt x="1324689" y="4377049"/>
                  </a:lnTo>
                  <a:lnTo>
                    <a:pt x="1324689" y="4376618"/>
                  </a:lnTo>
                  <a:lnTo>
                    <a:pt x="1324924" y="4376187"/>
                  </a:lnTo>
                  <a:lnTo>
                    <a:pt x="1325159" y="4376187"/>
                  </a:lnTo>
                  <a:lnTo>
                    <a:pt x="1325277" y="4376187"/>
                  </a:lnTo>
                  <a:lnTo>
                    <a:pt x="1325630" y="4375757"/>
                  </a:lnTo>
                  <a:lnTo>
                    <a:pt x="1325747" y="4375757"/>
                  </a:lnTo>
                  <a:lnTo>
                    <a:pt x="1325865" y="4375757"/>
                  </a:lnTo>
                  <a:lnTo>
                    <a:pt x="1325983" y="4375757"/>
                  </a:lnTo>
                  <a:lnTo>
                    <a:pt x="1325983" y="4375326"/>
                  </a:lnTo>
                  <a:lnTo>
                    <a:pt x="1325983" y="4374896"/>
                  </a:lnTo>
                  <a:lnTo>
                    <a:pt x="1325983" y="4374034"/>
                  </a:lnTo>
                  <a:lnTo>
                    <a:pt x="1326100" y="4374034"/>
                  </a:lnTo>
                  <a:lnTo>
                    <a:pt x="1326218" y="4372743"/>
                  </a:lnTo>
                  <a:lnTo>
                    <a:pt x="1326218" y="4372312"/>
                  </a:lnTo>
                  <a:lnTo>
                    <a:pt x="1326218" y="4371881"/>
                  </a:lnTo>
                  <a:lnTo>
                    <a:pt x="1326336" y="4371881"/>
                  </a:lnTo>
                  <a:lnTo>
                    <a:pt x="1326453" y="4371881"/>
                  </a:lnTo>
                  <a:lnTo>
                    <a:pt x="1326571" y="4371881"/>
                  </a:lnTo>
                  <a:lnTo>
                    <a:pt x="1326688" y="4371881"/>
                  </a:lnTo>
                  <a:lnTo>
                    <a:pt x="1327041" y="4371451"/>
                  </a:lnTo>
                  <a:lnTo>
                    <a:pt x="1327276" y="4370590"/>
                  </a:lnTo>
                  <a:lnTo>
                    <a:pt x="1327276" y="4369728"/>
                  </a:lnTo>
                  <a:lnTo>
                    <a:pt x="1327394" y="4369728"/>
                  </a:lnTo>
                  <a:lnTo>
                    <a:pt x="1327512" y="4368867"/>
                  </a:lnTo>
                  <a:lnTo>
                    <a:pt x="1327865" y="4368867"/>
                  </a:lnTo>
                  <a:lnTo>
                    <a:pt x="1327982" y="4368867"/>
                  </a:lnTo>
                  <a:lnTo>
                    <a:pt x="1328100" y="4368437"/>
                  </a:lnTo>
                  <a:lnTo>
                    <a:pt x="1328688" y="4368437"/>
                  </a:lnTo>
                  <a:lnTo>
                    <a:pt x="1328805" y="4368437"/>
                  </a:lnTo>
                  <a:lnTo>
                    <a:pt x="1328923" y="4368437"/>
                  </a:lnTo>
                  <a:lnTo>
                    <a:pt x="1329041" y="4368437"/>
                  </a:lnTo>
                  <a:lnTo>
                    <a:pt x="1329158" y="4368437"/>
                  </a:lnTo>
                  <a:lnTo>
                    <a:pt x="1329276" y="4368437"/>
                  </a:lnTo>
                  <a:lnTo>
                    <a:pt x="1329394" y="4368437"/>
                  </a:lnTo>
                  <a:lnTo>
                    <a:pt x="1329511" y="4368437"/>
                  </a:lnTo>
                  <a:lnTo>
                    <a:pt x="1329629" y="4368437"/>
                  </a:lnTo>
                  <a:lnTo>
                    <a:pt x="1329746" y="4368437"/>
                  </a:lnTo>
                  <a:lnTo>
                    <a:pt x="1329982" y="4368006"/>
                  </a:lnTo>
                  <a:lnTo>
                    <a:pt x="1330099" y="4368006"/>
                  </a:lnTo>
                  <a:lnTo>
                    <a:pt x="1330217" y="4368006"/>
                  </a:lnTo>
                  <a:lnTo>
                    <a:pt x="1330217" y="4367575"/>
                  </a:lnTo>
                  <a:lnTo>
                    <a:pt x="1330452" y="4367575"/>
                  </a:lnTo>
                  <a:lnTo>
                    <a:pt x="1330570" y="4367575"/>
                  </a:lnTo>
                  <a:lnTo>
                    <a:pt x="1330805" y="4367575"/>
                  </a:lnTo>
                  <a:lnTo>
                    <a:pt x="1331040" y="4367575"/>
                  </a:lnTo>
                  <a:lnTo>
                    <a:pt x="1331158" y="4367575"/>
                  </a:lnTo>
                  <a:lnTo>
                    <a:pt x="1331746" y="4367575"/>
                  </a:lnTo>
                  <a:lnTo>
                    <a:pt x="1331863" y="4367145"/>
                  </a:lnTo>
                  <a:lnTo>
                    <a:pt x="1331981" y="4367145"/>
                  </a:lnTo>
                  <a:lnTo>
                    <a:pt x="1332099" y="4367145"/>
                  </a:lnTo>
                  <a:lnTo>
                    <a:pt x="1332334" y="4367145"/>
                  </a:lnTo>
                  <a:lnTo>
                    <a:pt x="1332569" y="4367145"/>
                  </a:lnTo>
                  <a:lnTo>
                    <a:pt x="1332804" y="4366284"/>
                  </a:lnTo>
                  <a:lnTo>
                    <a:pt x="1332922" y="4365853"/>
                  </a:lnTo>
                  <a:lnTo>
                    <a:pt x="1333157" y="4365853"/>
                  </a:lnTo>
                  <a:lnTo>
                    <a:pt x="1333157" y="4365422"/>
                  </a:lnTo>
                  <a:lnTo>
                    <a:pt x="1333275" y="4365422"/>
                  </a:lnTo>
                  <a:lnTo>
                    <a:pt x="1333510" y="4365422"/>
                  </a:lnTo>
                  <a:lnTo>
                    <a:pt x="1333628" y="4365422"/>
                  </a:lnTo>
                  <a:lnTo>
                    <a:pt x="1333863" y="4364992"/>
                  </a:lnTo>
                  <a:lnTo>
                    <a:pt x="1334216" y="4364561"/>
                  </a:lnTo>
                  <a:lnTo>
                    <a:pt x="1334333" y="4364561"/>
                  </a:lnTo>
                  <a:lnTo>
                    <a:pt x="1334333" y="4363700"/>
                  </a:lnTo>
                  <a:lnTo>
                    <a:pt x="1334451" y="4362839"/>
                  </a:lnTo>
                  <a:lnTo>
                    <a:pt x="1334569" y="4362839"/>
                  </a:lnTo>
                  <a:lnTo>
                    <a:pt x="1334686" y="4362839"/>
                  </a:lnTo>
                  <a:lnTo>
                    <a:pt x="1334804" y="4362839"/>
                  </a:lnTo>
                  <a:lnTo>
                    <a:pt x="1334921" y="4362408"/>
                  </a:lnTo>
                  <a:lnTo>
                    <a:pt x="1335745" y="4359825"/>
                  </a:lnTo>
                  <a:lnTo>
                    <a:pt x="1335745" y="4359394"/>
                  </a:lnTo>
                  <a:lnTo>
                    <a:pt x="1335745" y="4358963"/>
                  </a:lnTo>
                  <a:lnTo>
                    <a:pt x="1335862" y="4358963"/>
                  </a:lnTo>
                  <a:lnTo>
                    <a:pt x="1335980" y="4358963"/>
                  </a:lnTo>
                  <a:lnTo>
                    <a:pt x="1336098" y="4358963"/>
                  </a:lnTo>
                  <a:lnTo>
                    <a:pt x="1336098" y="4358533"/>
                  </a:lnTo>
                  <a:lnTo>
                    <a:pt x="1336098" y="4358102"/>
                  </a:lnTo>
                  <a:lnTo>
                    <a:pt x="1336215" y="4358102"/>
                  </a:lnTo>
                  <a:lnTo>
                    <a:pt x="1336450" y="4358102"/>
                  </a:lnTo>
                  <a:lnTo>
                    <a:pt x="1336450" y="4357672"/>
                  </a:lnTo>
                  <a:lnTo>
                    <a:pt x="1336568" y="4357672"/>
                  </a:lnTo>
                  <a:lnTo>
                    <a:pt x="1336686" y="4357672"/>
                  </a:lnTo>
                  <a:lnTo>
                    <a:pt x="1336686" y="4357241"/>
                  </a:lnTo>
                  <a:lnTo>
                    <a:pt x="1336803" y="4357241"/>
                  </a:lnTo>
                  <a:lnTo>
                    <a:pt x="1337038" y="4357241"/>
                  </a:lnTo>
                  <a:lnTo>
                    <a:pt x="1337156" y="4356810"/>
                  </a:lnTo>
                  <a:lnTo>
                    <a:pt x="1337274" y="4356810"/>
                  </a:lnTo>
                  <a:lnTo>
                    <a:pt x="1337274" y="4356380"/>
                  </a:lnTo>
                  <a:lnTo>
                    <a:pt x="1337391" y="4356380"/>
                  </a:lnTo>
                  <a:lnTo>
                    <a:pt x="1337509" y="4356380"/>
                  </a:lnTo>
                  <a:lnTo>
                    <a:pt x="1337627" y="4356380"/>
                  </a:lnTo>
                  <a:lnTo>
                    <a:pt x="1337744" y="4356380"/>
                  </a:lnTo>
                  <a:lnTo>
                    <a:pt x="1337862" y="4356380"/>
                  </a:lnTo>
                  <a:lnTo>
                    <a:pt x="1337979" y="4355949"/>
                  </a:lnTo>
                  <a:lnTo>
                    <a:pt x="1337979" y="4355519"/>
                  </a:lnTo>
                  <a:lnTo>
                    <a:pt x="1338215" y="4355519"/>
                  </a:lnTo>
                  <a:lnTo>
                    <a:pt x="1338332" y="4355519"/>
                  </a:lnTo>
                  <a:lnTo>
                    <a:pt x="1338685" y="4355519"/>
                  </a:lnTo>
                  <a:lnTo>
                    <a:pt x="1339156" y="4355088"/>
                  </a:lnTo>
                  <a:lnTo>
                    <a:pt x="1339391" y="4355088"/>
                  </a:lnTo>
                  <a:lnTo>
                    <a:pt x="1339508" y="4355088"/>
                  </a:lnTo>
                  <a:lnTo>
                    <a:pt x="1339626" y="4355088"/>
                  </a:lnTo>
                  <a:lnTo>
                    <a:pt x="1339861" y="4354657"/>
                  </a:lnTo>
                  <a:lnTo>
                    <a:pt x="1339979" y="4354657"/>
                  </a:lnTo>
                  <a:lnTo>
                    <a:pt x="1340096" y="4354657"/>
                  </a:lnTo>
                  <a:lnTo>
                    <a:pt x="1340096" y="4354227"/>
                  </a:lnTo>
                  <a:lnTo>
                    <a:pt x="1340214" y="4354227"/>
                  </a:lnTo>
                  <a:lnTo>
                    <a:pt x="1340332" y="4354227"/>
                  </a:lnTo>
                  <a:lnTo>
                    <a:pt x="1340449" y="4354227"/>
                  </a:lnTo>
                  <a:lnTo>
                    <a:pt x="1340802" y="4354227"/>
                  </a:lnTo>
                  <a:lnTo>
                    <a:pt x="1340920" y="4354227"/>
                  </a:lnTo>
                  <a:lnTo>
                    <a:pt x="1340920" y="4353796"/>
                  </a:lnTo>
                  <a:lnTo>
                    <a:pt x="1341037" y="4353796"/>
                  </a:lnTo>
                  <a:lnTo>
                    <a:pt x="1341155" y="4353796"/>
                  </a:lnTo>
                  <a:lnTo>
                    <a:pt x="1341155" y="4353366"/>
                  </a:lnTo>
                  <a:lnTo>
                    <a:pt x="1341155" y="4352504"/>
                  </a:lnTo>
                  <a:lnTo>
                    <a:pt x="1341155" y="4352074"/>
                  </a:lnTo>
                  <a:lnTo>
                    <a:pt x="1341155" y="4351643"/>
                  </a:lnTo>
                  <a:lnTo>
                    <a:pt x="1341390" y="4350782"/>
                  </a:lnTo>
                  <a:lnTo>
                    <a:pt x="1341508" y="4350782"/>
                  </a:lnTo>
                  <a:lnTo>
                    <a:pt x="1341625" y="4350782"/>
                  </a:lnTo>
                  <a:lnTo>
                    <a:pt x="1341978" y="4349921"/>
                  </a:lnTo>
                  <a:lnTo>
                    <a:pt x="1341978" y="4349490"/>
                  </a:lnTo>
                  <a:lnTo>
                    <a:pt x="1342213" y="4349490"/>
                  </a:lnTo>
                  <a:lnTo>
                    <a:pt x="1342449" y="4349060"/>
                  </a:lnTo>
                  <a:lnTo>
                    <a:pt x="1342802" y="4348629"/>
                  </a:lnTo>
                  <a:lnTo>
                    <a:pt x="1342919" y="4348629"/>
                  </a:lnTo>
                  <a:lnTo>
                    <a:pt x="1343037" y="4348629"/>
                  </a:lnTo>
                  <a:lnTo>
                    <a:pt x="1343037" y="4348198"/>
                  </a:lnTo>
                  <a:lnTo>
                    <a:pt x="1343037" y="4347768"/>
                  </a:lnTo>
                  <a:lnTo>
                    <a:pt x="1343272" y="4346907"/>
                  </a:lnTo>
                  <a:lnTo>
                    <a:pt x="1343390" y="4346907"/>
                  </a:lnTo>
                  <a:lnTo>
                    <a:pt x="1343507" y="4346907"/>
                  </a:lnTo>
                  <a:lnTo>
                    <a:pt x="1343507" y="4346476"/>
                  </a:lnTo>
                  <a:lnTo>
                    <a:pt x="1343625" y="4346045"/>
                  </a:lnTo>
                  <a:lnTo>
                    <a:pt x="1343860" y="4345615"/>
                  </a:lnTo>
                  <a:lnTo>
                    <a:pt x="1343978" y="4345184"/>
                  </a:lnTo>
                  <a:lnTo>
                    <a:pt x="1344095" y="4344754"/>
                  </a:lnTo>
                  <a:lnTo>
                    <a:pt x="1344095" y="4344323"/>
                  </a:lnTo>
                  <a:lnTo>
                    <a:pt x="1344213" y="4344323"/>
                  </a:lnTo>
                  <a:lnTo>
                    <a:pt x="1344331" y="4344323"/>
                  </a:lnTo>
                  <a:lnTo>
                    <a:pt x="1344801" y="4343892"/>
                  </a:lnTo>
                  <a:lnTo>
                    <a:pt x="1344919" y="4343462"/>
                  </a:lnTo>
                  <a:lnTo>
                    <a:pt x="1345154" y="4343462"/>
                  </a:lnTo>
                  <a:lnTo>
                    <a:pt x="1345271" y="4343462"/>
                  </a:lnTo>
                  <a:lnTo>
                    <a:pt x="1345507" y="4343462"/>
                  </a:lnTo>
                  <a:lnTo>
                    <a:pt x="1345624" y="4343462"/>
                  </a:lnTo>
                  <a:lnTo>
                    <a:pt x="1345742" y="4342601"/>
                  </a:lnTo>
                  <a:lnTo>
                    <a:pt x="1345742" y="4342170"/>
                  </a:lnTo>
                  <a:lnTo>
                    <a:pt x="1345860" y="4341309"/>
                  </a:lnTo>
                  <a:lnTo>
                    <a:pt x="1345977" y="4341309"/>
                  </a:lnTo>
                  <a:lnTo>
                    <a:pt x="1346095" y="4341309"/>
                  </a:lnTo>
                  <a:lnTo>
                    <a:pt x="1346330" y="4340448"/>
                  </a:lnTo>
                  <a:lnTo>
                    <a:pt x="1346565" y="4340017"/>
                  </a:lnTo>
                  <a:lnTo>
                    <a:pt x="1346683" y="4340017"/>
                  </a:lnTo>
                  <a:lnTo>
                    <a:pt x="1346800" y="4340017"/>
                  </a:lnTo>
                  <a:lnTo>
                    <a:pt x="1346800" y="4339586"/>
                  </a:lnTo>
                  <a:lnTo>
                    <a:pt x="1346918" y="4339156"/>
                  </a:lnTo>
                  <a:lnTo>
                    <a:pt x="1347036" y="4339156"/>
                  </a:lnTo>
                  <a:lnTo>
                    <a:pt x="1347153" y="4339156"/>
                  </a:lnTo>
                  <a:lnTo>
                    <a:pt x="1347271" y="4339156"/>
                  </a:lnTo>
                  <a:lnTo>
                    <a:pt x="1347389" y="4339156"/>
                  </a:lnTo>
                  <a:lnTo>
                    <a:pt x="1347624" y="4337864"/>
                  </a:lnTo>
                  <a:lnTo>
                    <a:pt x="1347741" y="4337864"/>
                  </a:lnTo>
                  <a:lnTo>
                    <a:pt x="1347859" y="4337864"/>
                  </a:lnTo>
                  <a:lnTo>
                    <a:pt x="1347977" y="4337433"/>
                  </a:lnTo>
                  <a:lnTo>
                    <a:pt x="1347977" y="4337003"/>
                  </a:lnTo>
                  <a:lnTo>
                    <a:pt x="1348212" y="4337003"/>
                  </a:lnTo>
                  <a:lnTo>
                    <a:pt x="1348329" y="4337003"/>
                  </a:lnTo>
                  <a:lnTo>
                    <a:pt x="1348565" y="4337003"/>
                  </a:lnTo>
                  <a:lnTo>
                    <a:pt x="1348565" y="4336572"/>
                  </a:lnTo>
                  <a:lnTo>
                    <a:pt x="1348682" y="4336572"/>
                  </a:lnTo>
                  <a:lnTo>
                    <a:pt x="1348682" y="4336142"/>
                  </a:lnTo>
                  <a:lnTo>
                    <a:pt x="1349270" y="4336142"/>
                  </a:lnTo>
                  <a:lnTo>
                    <a:pt x="1349388" y="4336142"/>
                  </a:lnTo>
                  <a:lnTo>
                    <a:pt x="1349623" y="4336142"/>
                  </a:lnTo>
                  <a:lnTo>
                    <a:pt x="1349623" y="4335711"/>
                  </a:lnTo>
                  <a:lnTo>
                    <a:pt x="1349741" y="4335280"/>
                  </a:lnTo>
                  <a:lnTo>
                    <a:pt x="1349858" y="4334850"/>
                  </a:lnTo>
                  <a:lnTo>
                    <a:pt x="1349976" y="4334850"/>
                  </a:lnTo>
                  <a:lnTo>
                    <a:pt x="1350211" y="4334850"/>
                  </a:lnTo>
                  <a:lnTo>
                    <a:pt x="1350211" y="4334419"/>
                  </a:lnTo>
                  <a:lnTo>
                    <a:pt x="1350329" y="4334419"/>
                  </a:lnTo>
                  <a:lnTo>
                    <a:pt x="1350446" y="4334419"/>
                  </a:lnTo>
                  <a:lnTo>
                    <a:pt x="1350564" y="4333989"/>
                  </a:lnTo>
                  <a:lnTo>
                    <a:pt x="1350799" y="4333558"/>
                  </a:lnTo>
                  <a:lnTo>
                    <a:pt x="1350799" y="4333127"/>
                  </a:lnTo>
                  <a:lnTo>
                    <a:pt x="1351152" y="4332697"/>
                  </a:lnTo>
                  <a:lnTo>
                    <a:pt x="1351387" y="4332266"/>
                  </a:lnTo>
                  <a:lnTo>
                    <a:pt x="1351387" y="4331836"/>
                  </a:lnTo>
                  <a:lnTo>
                    <a:pt x="1351505" y="4331836"/>
                  </a:lnTo>
                  <a:lnTo>
                    <a:pt x="1351623" y="4331836"/>
                  </a:lnTo>
                  <a:lnTo>
                    <a:pt x="1351740" y="4331836"/>
                  </a:lnTo>
                  <a:lnTo>
                    <a:pt x="1351858" y="4331836"/>
                  </a:lnTo>
                  <a:lnTo>
                    <a:pt x="1351975" y="4331405"/>
                  </a:lnTo>
                  <a:lnTo>
                    <a:pt x="1352093" y="4331405"/>
                  </a:lnTo>
                  <a:lnTo>
                    <a:pt x="1352211" y="4331405"/>
                  </a:lnTo>
                  <a:lnTo>
                    <a:pt x="1352328" y="4331405"/>
                  </a:lnTo>
                  <a:lnTo>
                    <a:pt x="1352446" y="4330974"/>
                  </a:lnTo>
                  <a:lnTo>
                    <a:pt x="1352564" y="4330974"/>
                  </a:lnTo>
                  <a:lnTo>
                    <a:pt x="1352916" y="4330974"/>
                  </a:lnTo>
                  <a:lnTo>
                    <a:pt x="1353622" y="4330113"/>
                  </a:lnTo>
                  <a:lnTo>
                    <a:pt x="1353740" y="4330113"/>
                  </a:lnTo>
                  <a:lnTo>
                    <a:pt x="1353975" y="4330113"/>
                  </a:lnTo>
                  <a:lnTo>
                    <a:pt x="1353975" y="4329683"/>
                  </a:lnTo>
                  <a:lnTo>
                    <a:pt x="1354093" y="4329683"/>
                  </a:lnTo>
                  <a:lnTo>
                    <a:pt x="1354093" y="4329252"/>
                  </a:lnTo>
                  <a:lnTo>
                    <a:pt x="1354093" y="4328821"/>
                  </a:lnTo>
                  <a:lnTo>
                    <a:pt x="1354210" y="4328821"/>
                  </a:lnTo>
                  <a:lnTo>
                    <a:pt x="1354563" y="4328821"/>
                  </a:lnTo>
                  <a:lnTo>
                    <a:pt x="1355622" y="4327960"/>
                  </a:lnTo>
                  <a:lnTo>
                    <a:pt x="1355739" y="4327960"/>
                  </a:lnTo>
                  <a:lnTo>
                    <a:pt x="1355739" y="4327530"/>
                  </a:lnTo>
                  <a:lnTo>
                    <a:pt x="1355857" y="4327530"/>
                  </a:lnTo>
                  <a:lnTo>
                    <a:pt x="1355974" y="4327099"/>
                  </a:lnTo>
                  <a:lnTo>
                    <a:pt x="1356092" y="4327099"/>
                  </a:lnTo>
                  <a:lnTo>
                    <a:pt x="1356092" y="4326668"/>
                  </a:lnTo>
                  <a:lnTo>
                    <a:pt x="1356210" y="4326238"/>
                  </a:lnTo>
                  <a:lnTo>
                    <a:pt x="1356327" y="4326238"/>
                  </a:lnTo>
                  <a:lnTo>
                    <a:pt x="1356327" y="4325807"/>
                  </a:lnTo>
                  <a:lnTo>
                    <a:pt x="1356327" y="4325377"/>
                  </a:lnTo>
                  <a:lnTo>
                    <a:pt x="1356445" y="4325377"/>
                  </a:lnTo>
                  <a:lnTo>
                    <a:pt x="1356562" y="4325377"/>
                  </a:lnTo>
                  <a:lnTo>
                    <a:pt x="1356915" y="4325377"/>
                  </a:lnTo>
                  <a:lnTo>
                    <a:pt x="1357033" y="4324515"/>
                  </a:lnTo>
                  <a:lnTo>
                    <a:pt x="1357386" y="4324515"/>
                  </a:lnTo>
                  <a:lnTo>
                    <a:pt x="1357503" y="4324085"/>
                  </a:lnTo>
                  <a:lnTo>
                    <a:pt x="1357503" y="4323654"/>
                  </a:lnTo>
                  <a:lnTo>
                    <a:pt x="1357621" y="4323654"/>
                  </a:lnTo>
                  <a:lnTo>
                    <a:pt x="1357621" y="4323224"/>
                  </a:lnTo>
                  <a:lnTo>
                    <a:pt x="1357739" y="4322793"/>
                  </a:lnTo>
                  <a:lnTo>
                    <a:pt x="1357739" y="4322362"/>
                  </a:lnTo>
                  <a:lnTo>
                    <a:pt x="1358091" y="4322362"/>
                  </a:lnTo>
                  <a:lnTo>
                    <a:pt x="1358091" y="4321932"/>
                  </a:lnTo>
                  <a:lnTo>
                    <a:pt x="1358327" y="4321932"/>
                  </a:lnTo>
                  <a:lnTo>
                    <a:pt x="1358444" y="4321932"/>
                  </a:lnTo>
                  <a:lnTo>
                    <a:pt x="1358797" y="4321501"/>
                  </a:lnTo>
                  <a:lnTo>
                    <a:pt x="1358797" y="4321071"/>
                  </a:lnTo>
                  <a:lnTo>
                    <a:pt x="1358915" y="4320640"/>
                  </a:lnTo>
                  <a:lnTo>
                    <a:pt x="1359032" y="4320640"/>
                  </a:lnTo>
                  <a:lnTo>
                    <a:pt x="1359150" y="4320209"/>
                  </a:lnTo>
                  <a:lnTo>
                    <a:pt x="1359268" y="4320209"/>
                  </a:lnTo>
                  <a:lnTo>
                    <a:pt x="1359385" y="4320209"/>
                  </a:lnTo>
                  <a:lnTo>
                    <a:pt x="1359620" y="4319779"/>
                  </a:lnTo>
                  <a:lnTo>
                    <a:pt x="1359738" y="4319779"/>
                  </a:lnTo>
                  <a:lnTo>
                    <a:pt x="1359856" y="4319779"/>
                  </a:lnTo>
                  <a:lnTo>
                    <a:pt x="1359973" y="4319779"/>
                  </a:lnTo>
                  <a:lnTo>
                    <a:pt x="1360091" y="4319779"/>
                  </a:lnTo>
                  <a:lnTo>
                    <a:pt x="1360208" y="4319348"/>
                  </a:lnTo>
                  <a:lnTo>
                    <a:pt x="1360208" y="4318918"/>
                  </a:lnTo>
                  <a:lnTo>
                    <a:pt x="1360326" y="4318487"/>
                  </a:lnTo>
                  <a:lnTo>
                    <a:pt x="1360444" y="4318487"/>
                  </a:lnTo>
                  <a:lnTo>
                    <a:pt x="1360444" y="4318056"/>
                  </a:lnTo>
                  <a:lnTo>
                    <a:pt x="1360561" y="4317626"/>
                  </a:lnTo>
                  <a:lnTo>
                    <a:pt x="1360679" y="4317195"/>
                  </a:lnTo>
                  <a:lnTo>
                    <a:pt x="1360679" y="4316765"/>
                  </a:lnTo>
                  <a:lnTo>
                    <a:pt x="1360797" y="4316765"/>
                  </a:lnTo>
                  <a:lnTo>
                    <a:pt x="1360797" y="4316334"/>
                  </a:lnTo>
                  <a:lnTo>
                    <a:pt x="1360914" y="4316334"/>
                  </a:lnTo>
                  <a:lnTo>
                    <a:pt x="1361032" y="4316334"/>
                  </a:lnTo>
                  <a:lnTo>
                    <a:pt x="1361149" y="4316334"/>
                  </a:lnTo>
                  <a:lnTo>
                    <a:pt x="1361385" y="4316334"/>
                  </a:lnTo>
                  <a:lnTo>
                    <a:pt x="1361502" y="4316334"/>
                  </a:lnTo>
                  <a:lnTo>
                    <a:pt x="1361620" y="4316334"/>
                  </a:lnTo>
                  <a:lnTo>
                    <a:pt x="1361855" y="4315473"/>
                  </a:lnTo>
                  <a:lnTo>
                    <a:pt x="1361973" y="4315473"/>
                  </a:lnTo>
                  <a:lnTo>
                    <a:pt x="1362443" y="4315042"/>
                  </a:lnTo>
                  <a:lnTo>
                    <a:pt x="1362561" y="4315042"/>
                  </a:lnTo>
                  <a:lnTo>
                    <a:pt x="1362796" y="4315042"/>
                  </a:lnTo>
                  <a:lnTo>
                    <a:pt x="1363031" y="4314181"/>
                  </a:lnTo>
                  <a:lnTo>
                    <a:pt x="1363384" y="4314181"/>
                  </a:lnTo>
                  <a:lnTo>
                    <a:pt x="1363384" y="4313750"/>
                  </a:lnTo>
                  <a:lnTo>
                    <a:pt x="1363737" y="4313750"/>
                  </a:lnTo>
                  <a:lnTo>
                    <a:pt x="1363855" y="4313750"/>
                  </a:lnTo>
                  <a:lnTo>
                    <a:pt x="1363855" y="4312889"/>
                  </a:lnTo>
                  <a:lnTo>
                    <a:pt x="1363972" y="4312459"/>
                  </a:lnTo>
                  <a:lnTo>
                    <a:pt x="1364207" y="4312459"/>
                  </a:lnTo>
                  <a:lnTo>
                    <a:pt x="1364325" y="4312028"/>
                  </a:lnTo>
                  <a:lnTo>
                    <a:pt x="1364443" y="4311597"/>
                  </a:lnTo>
                  <a:lnTo>
                    <a:pt x="1364560" y="4311597"/>
                  </a:lnTo>
                  <a:lnTo>
                    <a:pt x="1364678" y="4311597"/>
                  </a:lnTo>
                  <a:lnTo>
                    <a:pt x="1364795" y="4311597"/>
                  </a:lnTo>
                  <a:lnTo>
                    <a:pt x="1365148" y="4311597"/>
                  </a:lnTo>
                  <a:lnTo>
                    <a:pt x="1365619" y="4311597"/>
                  </a:lnTo>
                  <a:lnTo>
                    <a:pt x="1365736" y="4311167"/>
                  </a:lnTo>
                  <a:lnTo>
                    <a:pt x="1365854" y="4311167"/>
                  </a:lnTo>
                  <a:lnTo>
                    <a:pt x="1365972" y="4311167"/>
                  </a:lnTo>
                  <a:lnTo>
                    <a:pt x="1365972" y="4310736"/>
                  </a:lnTo>
                  <a:lnTo>
                    <a:pt x="1366089" y="4310736"/>
                  </a:lnTo>
                  <a:lnTo>
                    <a:pt x="1366089" y="4310306"/>
                  </a:lnTo>
                  <a:lnTo>
                    <a:pt x="1366207" y="4310306"/>
                  </a:lnTo>
                  <a:lnTo>
                    <a:pt x="1366324" y="4310306"/>
                  </a:lnTo>
                  <a:lnTo>
                    <a:pt x="1366442" y="4310306"/>
                  </a:lnTo>
                  <a:lnTo>
                    <a:pt x="1366560" y="4310306"/>
                  </a:lnTo>
                  <a:lnTo>
                    <a:pt x="1366795" y="4309875"/>
                  </a:lnTo>
                  <a:lnTo>
                    <a:pt x="1367030" y="4309014"/>
                  </a:lnTo>
                  <a:lnTo>
                    <a:pt x="1367148" y="4309014"/>
                  </a:lnTo>
                  <a:lnTo>
                    <a:pt x="1367148" y="4308583"/>
                  </a:lnTo>
                  <a:lnTo>
                    <a:pt x="1367383" y="4307722"/>
                  </a:lnTo>
                  <a:lnTo>
                    <a:pt x="1367618" y="4306861"/>
                  </a:lnTo>
                  <a:lnTo>
                    <a:pt x="1367618" y="4306430"/>
                  </a:lnTo>
                  <a:lnTo>
                    <a:pt x="1367971" y="4306430"/>
                  </a:lnTo>
                  <a:lnTo>
                    <a:pt x="1368089" y="4306000"/>
                  </a:lnTo>
                  <a:lnTo>
                    <a:pt x="1368206" y="4306000"/>
                  </a:lnTo>
                  <a:lnTo>
                    <a:pt x="1368324" y="4306000"/>
                  </a:lnTo>
                  <a:lnTo>
                    <a:pt x="1368441" y="4306000"/>
                  </a:lnTo>
                  <a:lnTo>
                    <a:pt x="1368677" y="4306000"/>
                  </a:lnTo>
                  <a:lnTo>
                    <a:pt x="1368794" y="4305569"/>
                  </a:lnTo>
                  <a:lnTo>
                    <a:pt x="1368912" y="4305569"/>
                  </a:lnTo>
                  <a:lnTo>
                    <a:pt x="1369030" y="4305569"/>
                  </a:lnTo>
                  <a:lnTo>
                    <a:pt x="1369853" y="4305138"/>
                  </a:lnTo>
                  <a:lnTo>
                    <a:pt x="1369970" y="4305138"/>
                  </a:lnTo>
                  <a:lnTo>
                    <a:pt x="1369970" y="4304708"/>
                  </a:lnTo>
                  <a:lnTo>
                    <a:pt x="1370088" y="4304708"/>
                  </a:lnTo>
                  <a:lnTo>
                    <a:pt x="1370206" y="4304708"/>
                  </a:lnTo>
                  <a:lnTo>
                    <a:pt x="1370559" y="4304708"/>
                  </a:lnTo>
                  <a:lnTo>
                    <a:pt x="1370676" y="4304708"/>
                  </a:lnTo>
                  <a:lnTo>
                    <a:pt x="1370911" y="4304708"/>
                  </a:lnTo>
                  <a:lnTo>
                    <a:pt x="1370911" y="4303847"/>
                  </a:lnTo>
                  <a:lnTo>
                    <a:pt x="1371029" y="4303847"/>
                  </a:lnTo>
                  <a:lnTo>
                    <a:pt x="1371029" y="4303416"/>
                  </a:lnTo>
                  <a:lnTo>
                    <a:pt x="1371029" y="4302124"/>
                  </a:lnTo>
                  <a:lnTo>
                    <a:pt x="1371735" y="4301263"/>
                  </a:lnTo>
                  <a:lnTo>
                    <a:pt x="1371852" y="4301263"/>
                  </a:lnTo>
                  <a:lnTo>
                    <a:pt x="1371970" y="4300832"/>
                  </a:lnTo>
                  <a:lnTo>
                    <a:pt x="1372088" y="4300832"/>
                  </a:lnTo>
                  <a:lnTo>
                    <a:pt x="1372088" y="4300402"/>
                  </a:lnTo>
                  <a:lnTo>
                    <a:pt x="1372205" y="4300402"/>
                  </a:lnTo>
                  <a:lnTo>
                    <a:pt x="1372911" y="4299971"/>
                  </a:lnTo>
                  <a:lnTo>
                    <a:pt x="1372911" y="4299541"/>
                  </a:lnTo>
                  <a:lnTo>
                    <a:pt x="1373264" y="4299110"/>
                  </a:lnTo>
                  <a:lnTo>
                    <a:pt x="1373381" y="4298679"/>
                  </a:lnTo>
                  <a:lnTo>
                    <a:pt x="1373499" y="4298679"/>
                  </a:lnTo>
                  <a:lnTo>
                    <a:pt x="1373616" y="4298679"/>
                  </a:lnTo>
                  <a:lnTo>
                    <a:pt x="1373852" y="4298679"/>
                  </a:lnTo>
                  <a:lnTo>
                    <a:pt x="1373969" y="4298249"/>
                  </a:lnTo>
                  <a:lnTo>
                    <a:pt x="1374087" y="4298249"/>
                  </a:lnTo>
                  <a:lnTo>
                    <a:pt x="1374440" y="4298249"/>
                  </a:lnTo>
                  <a:lnTo>
                    <a:pt x="1374440" y="4297388"/>
                  </a:lnTo>
                  <a:lnTo>
                    <a:pt x="1374675" y="4297388"/>
                  </a:lnTo>
                  <a:lnTo>
                    <a:pt x="1374793" y="4297388"/>
                  </a:lnTo>
                  <a:lnTo>
                    <a:pt x="1374793" y="4296957"/>
                  </a:lnTo>
                  <a:lnTo>
                    <a:pt x="1374910" y="4296957"/>
                  </a:lnTo>
                  <a:lnTo>
                    <a:pt x="1375145" y="4296957"/>
                  </a:lnTo>
                  <a:lnTo>
                    <a:pt x="1375381" y="4296957"/>
                  </a:lnTo>
                  <a:lnTo>
                    <a:pt x="1375498" y="4296957"/>
                  </a:lnTo>
                  <a:lnTo>
                    <a:pt x="1375498" y="4296096"/>
                  </a:lnTo>
                  <a:lnTo>
                    <a:pt x="1375616" y="4296096"/>
                  </a:lnTo>
                  <a:lnTo>
                    <a:pt x="1375851" y="4296096"/>
                  </a:lnTo>
                  <a:lnTo>
                    <a:pt x="1375851" y="4295665"/>
                  </a:lnTo>
                  <a:lnTo>
                    <a:pt x="1376086" y="4295235"/>
                  </a:lnTo>
                  <a:lnTo>
                    <a:pt x="1376204" y="4294804"/>
                  </a:lnTo>
                  <a:lnTo>
                    <a:pt x="1376322" y="4294804"/>
                  </a:lnTo>
                  <a:lnTo>
                    <a:pt x="1376557" y="4294373"/>
                  </a:lnTo>
                  <a:lnTo>
                    <a:pt x="1376674" y="4294373"/>
                  </a:lnTo>
                  <a:lnTo>
                    <a:pt x="1376910" y="4294373"/>
                  </a:lnTo>
                  <a:lnTo>
                    <a:pt x="1377027" y="4294373"/>
                  </a:lnTo>
                  <a:lnTo>
                    <a:pt x="1377263" y="4293943"/>
                  </a:lnTo>
                  <a:lnTo>
                    <a:pt x="1377498" y="4293512"/>
                  </a:lnTo>
                  <a:lnTo>
                    <a:pt x="1377733" y="4293512"/>
                  </a:lnTo>
                  <a:lnTo>
                    <a:pt x="1377851" y="4293082"/>
                  </a:lnTo>
                  <a:lnTo>
                    <a:pt x="1378556" y="4292220"/>
                  </a:lnTo>
                  <a:lnTo>
                    <a:pt x="1378674" y="4291359"/>
                  </a:lnTo>
                  <a:lnTo>
                    <a:pt x="1378674" y="4290498"/>
                  </a:lnTo>
                  <a:lnTo>
                    <a:pt x="1378674" y="4290067"/>
                  </a:lnTo>
                  <a:lnTo>
                    <a:pt x="1378792" y="4290067"/>
                  </a:lnTo>
                  <a:lnTo>
                    <a:pt x="1378909" y="4290067"/>
                  </a:lnTo>
                  <a:lnTo>
                    <a:pt x="1378909" y="4289637"/>
                  </a:lnTo>
                  <a:lnTo>
                    <a:pt x="1379027" y="4289206"/>
                  </a:lnTo>
                  <a:lnTo>
                    <a:pt x="1379262" y="4288776"/>
                  </a:lnTo>
                  <a:lnTo>
                    <a:pt x="1379380" y="4288776"/>
                  </a:lnTo>
                  <a:lnTo>
                    <a:pt x="1379380" y="4288345"/>
                  </a:lnTo>
                  <a:lnTo>
                    <a:pt x="1379497" y="4288345"/>
                  </a:lnTo>
                  <a:lnTo>
                    <a:pt x="1379615" y="4288345"/>
                  </a:lnTo>
                  <a:lnTo>
                    <a:pt x="1379732" y="4288345"/>
                  </a:lnTo>
                  <a:lnTo>
                    <a:pt x="1379850" y="4288345"/>
                  </a:lnTo>
                  <a:lnTo>
                    <a:pt x="1379850" y="4287914"/>
                  </a:lnTo>
                  <a:lnTo>
                    <a:pt x="1379850" y="4287484"/>
                  </a:lnTo>
                  <a:lnTo>
                    <a:pt x="1379968" y="4287053"/>
                  </a:lnTo>
                  <a:lnTo>
                    <a:pt x="1380085" y="4287053"/>
                  </a:lnTo>
                  <a:lnTo>
                    <a:pt x="1380203" y="4287053"/>
                  </a:lnTo>
                  <a:lnTo>
                    <a:pt x="1380321" y="4287053"/>
                  </a:lnTo>
                  <a:lnTo>
                    <a:pt x="1380438" y="4286623"/>
                  </a:lnTo>
                  <a:lnTo>
                    <a:pt x="1380673" y="4286623"/>
                  </a:lnTo>
                  <a:lnTo>
                    <a:pt x="1380791" y="4286623"/>
                  </a:lnTo>
                  <a:lnTo>
                    <a:pt x="1381026" y="4286623"/>
                  </a:lnTo>
                  <a:lnTo>
                    <a:pt x="1381144" y="4286623"/>
                  </a:lnTo>
                  <a:lnTo>
                    <a:pt x="1381379" y="4286623"/>
                  </a:lnTo>
                  <a:lnTo>
                    <a:pt x="1383143" y="4283178"/>
                  </a:lnTo>
                  <a:lnTo>
                    <a:pt x="1383143" y="4282747"/>
                  </a:lnTo>
                  <a:lnTo>
                    <a:pt x="1383378" y="4282747"/>
                  </a:lnTo>
                  <a:lnTo>
                    <a:pt x="1383849" y="4282317"/>
                  </a:lnTo>
                  <a:lnTo>
                    <a:pt x="1384202" y="4281025"/>
                  </a:lnTo>
                  <a:lnTo>
                    <a:pt x="1384437" y="4280594"/>
                  </a:lnTo>
                  <a:lnTo>
                    <a:pt x="1384790" y="4280594"/>
                  </a:lnTo>
                  <a:lnTo>
                    <a:pt x="1384790" y="4280164"/>
                  </a:lnTo>
                  <a:lnTo>
                    <a:pt x="1384790" y="4279733"/>
                  </a:lnTo>
                  <a:lnTo>
                    <a:pt x="1384907" y="4279733"/>
                  </a:lnTo>
                  <a:lnTo>
                    <a:pt x="1385025" y="4278872"/>
                  </a:lnTo>
                  <a:lnTo>
                    <a:pt x="1385143" y="4278872"/>
                  </a:lnTo>
                  <a:lnTo>
                    <a:pt x="1385260" y="4278872"/>
                  </a:lnTo>
                  <a:lnTo>
                    <a:pt x="1385378" y="4278872"/>
                  </a:lnTo>
                  <a:lnTo>
                    <a:pt x="1385496" y="4278872"/>
                  </a:lnTo>
                  <a:lnTo>
                    <a:pt x="1385496" y="4278441"/>
                  </a:lnTo>
                  <a:lnTo>
                    <a:pt x="1385496" y="4278011"/>
                  </a:lnTo>
                  <a:lnTo>
                    <a:pt x="1385613" y="4278011"/>
                  </a:lnTo>
                  <a:lnTo>
                    <a:pt x="1385613" y="4277149"/>
                  </a:lnTo>
                  <a:lnTo>
                    <a:pt x="1385731" y="4277149"/>
                  </a:lnTo>
                  <a:lnTo>
                    <a:pt x="1386319" y="4276719"/>
                  </a:lnTo>
                  <a:lnTo>
                    <a:pt x="1386436" y="4276719"/>
                  </a:lnTo>
                  <a:lnTo>
                    <a:pt x="1386554" y="4276719"/>
                  </a:lnTo>
                  <a:lnTo>
                    <a:pt x="1386672" y="4276288"/>
                  </a:lnTo>
                  <a:lnTo>
                    <a:pt x="1387025" y="4276288"/>
                  </a:lnTo>
                  <a:lnTo>
                    <a:pt x="1387142" y="4276288"/>
                  </a:lnTo>
                  <a:lnTo>
                    <a:pt x="1387260" y="4276288"/>
                  </a:lnTo>
                  <a:lnTo>
                    <a:pt x="1387260" y="4275858"/>
                  </a:lnTo>
                  <a:lnTo>
                    <a:pt x="1387260" y="4275427"/>
                  </a:lnTo>
                  <a:lnTo>
                    <a:pt x="1387495" y="4274996"/>
                  </a:lnTo>
                  <a:lnTo>
                    <a:pt x="1387613" y="4274996"/>
                  </a:lnTo>
                  <a:lnTo>
                    <a:pt x="1387613" y="4274566"/>
                  </a:lnTo>
                  <a:lnTo>
                    <a:pt x="1387730" y="4274566"/>
                  </a:lnTo>
                  <a:lnTo>
                    <a:pt x="1387848" y="4274566"/>
                  </a:lnTo>
                  <a:lnTo>
                    <a:pt x="1387848" y="4274135"/>
                  </a:lnTo>
                  <a:lnTo>
                    <a:pt x="1387965" y="4274135"/>
                  </a:lnTo>
                  <a:lnTo>
                    <a:pt x="1388083" y="4274135"/>
                  </a:lnTo>
                  <a:lnTo>
                    <a:pt x="1388083" y="4273705"/>
                  </a:lnTo>
                  <a:lnTo>
                    <a:pt x="1388083" y="4273274"/>
                  </a:lnTo>
                  <a:lnTo>
                    <a:pt x="1388201" y="4273274"/>
                  </a:lnTo>
                  <a:lnTo>
                    <a:pt x="1388436" y="4273274"/>
                  </a:lnTo>
                  <a:lnTo>
                    <a:pt x="1388436" y="4272843"/>
                  </a:lnTo>
                  <a:lnTo>
                    <a:pt x="1388554" y="4272843"/>
                  </a:lnTo>
                  <a:lnTo>
                    <a:pt x="1388554" y="4272413"/>
                  </a:lnTo>
                  <a:lnTo>
                    <a:pt x="1389024" y="4272413"/>
                  </a:lnTo>
                  <a:lnTo>
                    <a:pt x="1389142" y="4272413"/>
                  </a:lnTo>
                  <a:lnTo>
                    <a:pt x="1389259" y="4272413"/>
                  </a:lnTo>
                  <a:lnTo>
                    <a:pt x="1389377" y="4271982"/>
                  </a:lnTo>
                  <a:lnTo>
                    <a:pt x="1389377" y="4271552"/>
                  </a:lnTo>
                  <a:lnTo>
                    <a:pt x="1389494" y="4271552"/>
                  </a:lnTo>
                  <a:lnTo>
                    <a:pt x="1389730" y="4271552"/>
                  </a:lnTo>
                  <a:lnTo>
                    <a:pt x="1390082" y="4271121"/>
                  </a:lnTo>
                  <a:lnTo>
                    <a:pt x="1390318" y="4270690"/>
                  </a:lnTo>
                  <a:lnTo>
                    <a:pt x="1390553" y="4270260"/>
                  </a:lnTo>
                  <a:lnTo>
                    <a:pt x="1390788" y="4270260"/>
                  </a:lnTo>
                  <a:lnTo>
                    <a:pt x="1390906" y="4270260"/>
                  </a:lnTo>
                  <a:lnTo>
                    <a:pt x="1391141" y="4269399"/>
                  </a:lnTo>
                  <a:lnTo>
                    <a:pt x="1391259" y="4268968"/>
                  </a:lnTo>
                  <a:lnTo>
                    <a:pt x="1391259" y="4268537"/>
                  </a:lnTo>
                  <a:lnTo>
                    <a:pt x="1391376" y="4268537"/>
                  </a:lnTo>
                  <a:lnTo>
                    <a:pt x="1391494" y="4268537"/>
                  </a:lnTo>
                  <a:lnTo>
                    <a:pt x="1391611" y="4268107"/>
                  </a:lnTo>
                  <a:lnTo>
                    <a:pt x="1391611" y="4267676"/>
                  </a:lnTo>
                  <a:lnTo>
                    <a:pt x="1391729" y="4267676"/>
                  </a:lnTo>
                  <a:lnTo>
                    <a:pt x="1391964" y="4267676"/>
                  </a:lnTo>
                  <a:lnTo>
                    <a:pt x="1392317" y="4267246"/>
                  </a:lnTo>
                  <a:lnTo>
                    <a:pt x="1392552" y="4267246"/>
                  </a:lnTo>
                  <a:lnTo>
                    <a:pt x="1392552" y="4266815"/>
                  </a:lnTo>
                  <a:lnTo>
                    <a:pt x="1392670" y="4266815"/>
                  </a:lnTo>
                  <a:lnTo>
                    <a:pt x="1392788" y="4266815"/>
                  </a:lnTo>
                  <a:lnTo>
                    <a:pt x="1393023" y="4266815"/>
                  </a:lnTo>
                  <a:lnTo>
                    <a:pt x="1393140" y="4265954"/>
                  </a:lnTo>
                  <a:lnTo>
                    <a:pt x="1393258" y="4265093"/>
                  </a:lnTo>
                  <a:lnTo>
                    <a:pt x="1393493" y="4265093"/>
                  </a:lnTo>
                  <a:lnTo>
                    <a:pt x="1393493" y="4264231"/>
                  </a:lnTo>
                  <a:lnTo>
                    <a:pt x="1393846" y="4263801"/>
                  </a:lnTo>
                  <a:lnTo>
                    <a:pt x="1393964" y="4263801"/>
                  </a:lnTo>
                  <a:lnTo>
                    <a:pt x="1394081" y="4263801"/>
                  </a:lnTo>
                  <a:lnTo>
                    <a:pt x="1394552" y="4263801"/>
                  </a:lnTo>
                  <a:lnTo>
                    <a:pt x="1394669" y="4263370"/>
                  </a:lnTo>
                  <a:lnTo>
                    <a:pt x="1394669" y="4262940"/>
                  </a:lnTo>
                  <a:lnTo>
                    <a:pt x="1394787" y="4262509"/>
                  </a:lnTo>
                  <a:lnTo>
                    <a:pt x="1394905" y="4262509"/>
                  </a:lnTo>
                  <a:lnTo>
                    <a:pt x="1395140" y="4262078"/>
                  </a:lnTo>
                  <a:lnTo>
                    <a:pt x="1395493" y="4262078"/>
                  </a:lnTo>
                  <a:lnTo>
                    <a:pt x="1395610" y="4262078"/>
                  </a:lnTo>
                  <a:lnTo>
                    <a:pt x="1395728" y="4262078"/>
                  </a:lnTo>
                  <a:lnTo>
                    <a:pt x="1395728" y="4261648"/>
                  </a:lnTo>
                  <a:lnTo>
                    <a:pt x="1395963" y="4261648"/>
                  </a:lnTo>
                  <a:lnTo>
                    <a:pt x="1396081" y="4261217"/>
                  </a:lnTo>
                  <a:lnTo>
                    <a:pt x="1396198" y="4261217"/>
                  </a:lnTo>
                  <a:lnTo>
                    <a:pt x="1396316" y="4261217"/>
                  </a:lnTo>
                  <a:lnTo>
                    <a:pt x="1396434" y="4261217"/>
                  </a:lnTo>
                  <a:lnTo>
                    <a:pt x="1396669" y="4261217"/>
                  </a:lnTo>
                  <a:lnTo>
                    <a:pt x="1396904" y="4260787"/>
                  </a:lnTo>
                  <a:lnTo>
                    <a:pt x="1397257" y="4260787"/>
                  </a:lnTo>
                  <a:lnTo>
                    <a:pt x="1397257" y="4260356"/>
                  </a:lnTo>
                  <a:lnTo>
                    <a:pt x="1397375" y="4259925"/>
                  </a:lnTo>
                  <a:lnTo>
                    <a:pt x="1397610" y="4259495"/>
                  </a:lnTo>
                  <a:lnTo>
                    <a:pt x="1397727" y="4259495"/>
                  </a:lnTo>
                  <a:lnTo>
                    <a:pt x="1398080" y="4259495"/>
                  </a:lnTo>
                  <a:lnTo>
                    <a:pt x="1398198" y="4259495"/>
                  </a:lnTo>
                  <a:lnTo>
                    <a:pt x="1398433" y="4259495"/>
                  </a:lnTo>
                  <a:lnTo>
                    <a:pt x="1398668" y="4259064"/>
                  </a:lnTo>
                  <a:lnTo>
                    <a:pt x="1399609" y="4256481"/>
                  </a:lnTo>
                  <a:lnTo>
                    <a:pt x="1399609" y="4256050"/>
                  </a:lnTo>
                  <a:lnTo>
                    <a:pt x="1399844" y="4256050"/>
                  </a:lnTo>
                  <a:lnTo>
                    <a:pt x="1399962" y="4256050"/>
                  </a:lnTo>
                  <a:lnTo>
                    <a:pt x="1399962" y="4255619"/>
                  </a:lnTo>
                  <a:lnTo>
                    <a:pt x="1400080" y="4255619"/>
                  </a:lnTo>
                  <a:lnTo>
                    <a:pt x="1400197" y="4255189"/>
                  </a:lnTo>
                  <a:lnTo>
                    <a:pt x="1400315" y="4254328"/>
                  </a:lnTo>
                  <a:lnTo>
                    <a:pt x="1400433" y="4254328"/>
                  </a:lnTo>
                  <a:lnTo>
                    <a:pt x="1400433" y="4253897"/>
                  </a:lnTo>
                  <a:lnTo>
                    <a:pt x="1400668" y="4253897"/>
                  </a:lnTo>
                  <a:lnTo>
                    <a:pt x="1400785" y="4253897"/>
                  </a:lnTo>
                  <a:lnTo>
                    <a:pt x="1400903" y="4253897"/>
                  </a:lnTo>
                  <a:lnTo>
                    <a:pt x="1401138" y="4253036"/>
                  </a:lnTo>
                  <a:lnTo>
                    <a:pt x="1401138" y="4252175"/>
                  </a:lnTo>
                  <a:lnTo>
                    <a:pt x="1401256" y="4252175"/>
                  </a:lnTo>
                  <a:lnTo>
                    <a:pt x="1401373" y="4252175"/>
                  </a:lnTo>
                  <a:lnTo>
                    <a:pt x="1401373" y="4251744"/>
                  </a:lnTo>
                  <a:lnTo>
                    <a:pt x="1401609" y="4250883"/>
                  </a:lnTo>
                  <a:lnTo>
                    <a:pt x="1401726" y="4250883"/>
                  </a:lnTo>
                  <a:lnTo>
                    <a:pt x="1401844" y="4250883"/>
                  </a:lnTo>
                  <a:lnTo>
                    <a:pt x="1402432" y="4249160"/>
                  </a:lnTo>
                  <a:lnTo>
                    <a:pt x="1402432" y="4248730"/>
                  </a:lnTo>
                  <a:lnTo>
                    <a:pt x="1402550" y="4248730"/>
                  </a:lnTo>
                  <a:lnTo>
                    <a:pt x="1402667" y="4248730"/>
                  </a:lnTo>
                  <a:lnTo>
                    <a:pt x="1403020" y="4248299"/>
                  </a:lnTo>
                  <a:lnTo>
                    <a:pt x="1403255" y="4248299"/>
                  </a:lnTo>
                  <a:lnTo>
                    <a:pt x="1403255" y="4247869"/>
                  </a:lnTo>
                  <a:lnTo>
                    <a:pt x="1403373" y="4247438"/>
                  </a:lnTo>
                  <a:lnTo>
                    <a:pt x="1403491" y="4247438"/>
                  </a:lnTo>
                  <a:lnTo>
                    <a:pt x="1403726" y="4247007"/>
                  </a:lnTo>
                  <a:lnTo>
                    <a:pt x="1403843" y="4246577"/>
                  </a:lnTo>
                  <a:lnTo>
                    <a:pt x="1403843" y="4246146"/>
                  </a:lnTo>
                  <a:lnTo>
                    <a:pt x="1404079" y="4246146"/>
                  </a:lnTo>
                  <a:lnTo>
                    <a:pt x="1404079" y="4245716"/>
                  </a:lnTo>
                  <a:lnTo>
                    <a:pt x="1404431" y="4245716"/>
                  </a:lnTo>
                  <a:lnTo>
                    <a:pt x="1404431" y="4245285"/>
                  </a:lnTo>
                  <a:lnTo>
                    <a:pt x="1404431" y="4244854"/>
                  </a:lnTo>
                  <a:lnTo>
                    <a:pt x="1404549" y="4244424"/>
                  </a:lnTo>
                  <a:lnTo>
                    <a:pt x="1404667" y="4244424"/>
                  </a:lnTo>
                  <a:lnTo>
                    <a:pt x="1404784" y="4244424"/>
                  </a:lnTo>
                  <a:lnTo>
                    <a:pt x="1404902" y="4244424"/>
                  </a:lnTo>
                  <a:lnTo>
                    <a:pt x="1405137" y="4244424"/>
                  </a:lnTo>
                  <a:lnTo>
                    <a:pt x="1405372" y="4243993"/>
                  </a:lnTo>
                  <a:lnTo>
                    <a:pt x="1405490" y="4243993"/>
                  </a:lnTo>
                  <a:lnTo>
                    <a:pt x="1405725" y="4243993"/>
                  </a:lnTo>
                  <a:lnTo>
                    <a:pt x="1405843" y="4243993"/>
                  </a:lnTo>
                  <a:lnTo>
                    <a:pt x="1405960" y="4243563"/>
                  </a:lnTo>
                  <a:lnTo>
                    <a:pt x="1406196" y="4242701"/>
                  </a:lnTo>
                  <a:lnTo>
                    <a:pt x="1406313" y="4242701"/>
                  </a:lnTo>
                  <a:lnTo>
                    <a:pt x="1406431" y="4242701"/>
                  </a:lnTo>
                  <a:lnTo>
                    <a:pt x="1406548" y="4242701"/>
                  </a:lnTo>
                  <a:lnTo>
                    <a:pt x="1406784" y="4242271"/>
                  </a:lnTo>
                  <a:lnTo>
                    <a:pt x="1406901" y="4242271"/>
                  </a:lnTo>
                  <a:lnTo>
                    <a:pt x="1407019" y="4242271"/>
                  </a:lnTo>
                  <a:lnTo>
                    <a:pt x="1407137" y="4242271"/>
                  </a:lnTo>
                  <a:lnTo>
                    <a:pt x="1407137" y="4240979"/>
                  </a:lnTo>
                  <a:lnTo>
                    <a:pt x="1407372" y="4240979"/>
                  </a:lnTo>
                  <a:lnTo>
                    <a:pt x="1407842" y="4240979"/>
                  </a:lnTo>
                  <a:lnTo>
                    <a:pt x="1407842" y="4240548"/>
                  </a:lnTo>
                  <a:lnTo>
                    <a:pt x="1408077" y="4240548"/>
                  </a:lnTo>
                  <a:lnTo>
                    <a:pt x="1408430" y="4240548"/>
                  </a:lnTo>
                  <a:lnTo>
                    <a:pt x="1408548" y="4240548"/>
                  </a:lnTo>
                  <a:lnTo>
                    <a:pt x="1409018" y="4240548"/>
                  </a:lnTo>
                  <a:lnTo>
                    <a:pt x="1409371" y="4240548"/>
                  </a:lnTo>
                  <a:lnTo>
                    <a:pt x="1409606" y="4240548"/>
                  </a:lnTo>
                  <a:lnTo>
                    <a:pt x="1409842" y="4240118"/>
                  </a:lnTo>
                  <a:lnTo>
                    <a:pt x="1410077" y="4239687"/>
                  </a:lnTo>
                  <a:lnTo>
                    <a:pt x="1410312" y="4239687"/>
                  </a:lnTo>
                  <a:lnTo>
                    <a:pt x="1410312" y="4238395"/>
                  </a:lnTo>
                  <a:lnTo>
                    <a:pt x="1410312" y="4237965"/>
                  </a:lnTo>
                  <a:lnTo>
                    <a:pt x="1410430" y="4237965"/>
                  </a:lnTo>
                  <a:lnTo>
                    <a:pt x="1410665" y="4237965"/>
                  </a:lnTo>
                  <a:lnTo>
                    <a:pt x="1410900" y="4237965"/>
                  </a:lnTo>
                  <a:lnTo>
                    <a:pt x="1411018" y="4237965"/>
                  </a:lnTo>
                  <a:lnTo>
                    <a:pt x="1411135" y="4237965"/>
                  </a:lnTo>
                  <a:lnTo>
                    <a:pt x="1411253" y="4237965"/>
                  </a:lnTo>
                  <a:lnTo>
                    <a:pt x="1411371" y="4237965"/>
                  </a:lnTo>
                  <a:lnTo>
                    <a:pt x="1411724" y="4237965"/>
                  </a:lnTo>
                  <a:lnTo>
                    <a:pt x="1411959" y="4237104"/>
                  </a:lnTo>
                  <a:lnTo>
                    <a:pt x="1411959" y="4236673"/>
                  </a:lnTo>
                  <a:lnTo>
                    <a:pt x="1412312" y="4236673"/>
                  </a:lnTo>
                  <a:lnTo>
                    <a:pt x="1412429" y="4236673"/>
                  </a:lnTo>
                  <a:lnTo>
                    <a:pt x="1412664" y="4236673"/>
                  </a:lnTo>
                  <a:lnTo>
                    <a:pt x="1413017" y="4236673"/>
                  </a:lnTo>
                  <a:lnTo>
                    <a:pt x="1413723" y="4236673"/>
                  </a:lnTo>
                  <a:lnTo>
                    <a:pt x="1414193" y="4236673"/>
                  </a:lnTo>
                  <a:lnTo>
                    <a:pt x="1414311" y="4236242"/>
                  </a:lnTo>
                  <a:lnTo>
                    <a:pt x="1414311" y="4235812"/>
                  </a:lnTo>
                  <a:lnTo>
                    <a:pt x="1414546" y="4234951"/>
                  </a:lnTo>
                  <a:lnTo>
                    <a:pt x="1414546" y="4234520"/>
                  </a:lnTo>
                  <a:lnTo>
                    <a:pt x="1414664" y="4234520"/>
                  </a:lnTo>
                  <a:lnTo>
                    <a:pt x="1414781" y="4234520"/>
                  </a:lnTo>
                  <a:lnTo>
                    <a:pt x="1415134" y="4233659"/>
                  </a:lnTo>
                  <a:lnTo>
                    <a:pt x="1415134" y="4233228"/>
                  </a:lnTo>
                  <a:lnTo>
                    <a:pt x="1415252" y="4232798"/>
                  </a:lnTo>
                  <a:lnTo>
                    <a:pt x="1415252" y="4231936"/>
                  </a:lnTo>
                  <a:lnTo>
                    <a:pt x="1415487" y="4231936"/>
                  </a:lnTo>
                  <a:lnTo>
                    <a:pt x="1415722" y="4231506"/>
                  </a:lnTo>
                  <a:lnTo>
                    <a:pt x="1415840" y="4231506"/>
                  </a:lnTo>
                  <a:lnTo>
                    <a:pt x="1415958" y="4231506"/>
                  </a:lnTo>
                  <a:lnTo>
                    <a:pt x="1415958" y="4230645"/>
                  </a:lnTo>
                  <a:lnTo>
                    <a:pt x="1416075" y="4230645"/>
                  </a:lnTo>
                  <a:lnTo>
                    <a:pt x="1416075" y="4230214"/>
                  </a:lnTo>
                  <a:lnTo>
                    <a:pt x="1416193" y="4229783"/>
                  </a:lnTo>
                  <a:lnTo>
                    <a:pt x="1416193" y="4229353"/>
                  </a:lnTo>
                  <a:lnTo>
                    <a:pt x="1416193" y="4228922"/>
                  </a:lnTo>
                  <a:lnTo>
                    <a:pt x="1416310" y="4228922"/>
                  </a:lnTo>
                  <a:lnTo>
                    <a:pt x="1416428" y="4228492"/>
                  </a:lnTo>
                  <a:lnTo>
                    <a:pt x="1416663" y="4227630"/>
                  </a:lnTo>
                  <a:lnTo>
                    <a:pt x="1416899" y="4227630"/>
                  </a:lnTo>
                  <a:lnTo>
                    <a:pt x="1417016" y="4227630"/>
                  </a:lnTo>
                  <a:lnTo>
                    <a:pt x="1417134" y="4227630"/>
                  </a:lnTo>
                  <a:lnTo>
                    <a:pt x="1417369" y="4227630"/>
                  </a:lnTo>
                  <a:lnTo>
                    <a:pt x="1417604" y="4227630"/>
                  </a:lnTo>
                  <a:lnTo>
                    <a:pt x="1417839" y="4227200"/>
                  </a:lnTo>
                  <a:lnTo>
                    <a:pt x="1417839" y="4226769"/>
                  </a:lnTo>
                  <a:lnTo>
                    <a:pt x="1417957" y="4226769"/>
                  </a:lnTo>
                  <a:lnTo>
                    <a:pt x="1418075" y="4226769"/>
                  </a:lnTo>
                  <a:lnTo>
                    <a:pt x="1418428" y="4226769"/>
                  </a:lnTo>
                  <a:lnTo>
                    <a:pt x="1419133" y="4226339"/>
                  </a:lnTo>
                  <a:lnTo>
                    <a:pt x="1419486" y="4226339"/>
                  </a:lnTo>
                  <a:lnTo>
                    <a:pt x="1419604" y="4226339"/>
                  </a:lnTo>
                  <a:lnTo>
                    <a:pt x="1419721" y="4226339"/>
                  </a:lnTo>
                  <a:lnTo>
                    <a:pt x="1419957" y="4225908"/>
                  </a:lnTo>
                  <a:lnTo>
                    <a:pt x="1420074" y="4225908"/>
                  </a:lnTo>
                  <a:lnTo>
                    <a:pt x="1420192" y="4225908"/>
                  </a:lnTo>
                  <a:lnTo>
                    <a:pt x="1420309" y="4225908"/>
                  </a:lnTo>
                  <a:lnTo>
                    <a:pt x="1420427" y="4225908"/>
                  </a:lnTo>
                  <a:lnTo>
                    <a:pt x="1420545" y="4225908"/>
                  </a:lnTo>
                  <a:lnTo>
                    <a:pt x="1420780" y="4225477"/>
                  </a:lnTo>
                  <a:lnTo>
                    <a:pt x="1421368" y="4225047"/>
                  </a:lnTo>
                  <a:lnTo>
                    <a:pt x="1421486" y="4225047"/>
                  </a:lnTo>
                  <a:lnTo>
                    <a:pt x="1421486" y="4224616"/>
                  </a:lnTo>
                  <a:lnTo>
                    <a:pt x="1421486" y="4224186"/>
                  </a:lnTo>
                  <a:lnTo>
                    <a:pt x="1422309" y="4224186"/>
                  </a:lnTo>
                  <a:lnTo>
                    <a:pt x="1422544" y="4224186"/>
                  </a:lnTo>
                  <a:lnTo>
                    <a:pt x="1422662" y="4223755"/>
                  </a:lnTo>
                  <a:lnTo>
                    <a:pt x="1422897" y="4223324"/>
                  </a:lnTo>
                  <a:lnTo>
                    <a:pt x="1423250" y="4223324"/>
                  </a:lnTo>
                  <a:lnTo>
                    <a:pt x="1423603" y="4223324"/>
                  </a:lnTo>
                  <a:lnTo>
                    <a:pt x="1423720" y="4223324"/>
                  </a:lnTo>
                  <a:lnTo>
                    <a:pt x="1423955" y="4222894"/>
                  </a:lnTo>
                  <a:lnTo>
                    <a:pt x="1424073" y="4222894"/>
                  </a:lnTo>
                  <a:lnTo>
                    <a:pt x="1424191" y="4222894"/>
                  </a:lnTo>
                  <a:lnTo>
                    <a:pt x="1424308" y="4222894"/>
                  </a:lnTo>
                  <a:lnTo>
                    <a:pt x="1424426" y="4222894"/>
                  </a:lnTo>
                  <a:lnTo>
                    <a:pt x="1424779" y="4222894"/>
                  </a:lnTo>
                  <a:lnTo>
                    <a:pt x="1425014" y="4222463"/>
                  </a:lnTo>
                  <a:lnTo>
                    <a:pt x="1425014" y="4221602"/>
                  </a:lnTo>
                  <a:lnTo>
                    <a:pt x="1425132" y="4221602"/>
                  </a:lnTo>
                  <a:lnTo>
                    <a:pt x="1425249" y="4221602"/>
                  </a:lnTo>
                  <a:lnTo>
                    <a:pt x="1425367" y="4221602"/>
                  </a:lnTo>
                  <a:lnTo>
                    <a:pt x="1425367" y="4221171"/>
                  </a:lnTo>
                  <a:lnTo>
                    <a:pt x="1425837" y="4220741"/>
                  </a:lnTo>
                  <a:lnTo>
                    <a:pt x="1426072" y="4220310"/>
                  </a:lnTo>
                  <a:lnTo>
                    <a:pt x="1426308" y="4219449"/>
                  </a:lnTo>
                  <a:lnTo>
                    <a:pt x="1426425" y="4219449"/>
                  </a:lnTo>
                  <a:lnTo>
                    <a:pt x="1426543" y="4219018"/>
                  </a:lnTo>
                  <a:lnTo>
                    <a:pt x="1426661" y="4218588"/>
                  </a:lnTo>
                  <a:lnTo>
                    <a:pt x="1426896" y="4218588"/>
                  </a:lnTo>
                  <a:lnTo>
                    <a:pt x="1427013" y="4218588"/>
                  </a:lnTo>
                  <a:lnTo>
                    <a:pt x="1427131" y="4218588"/>
                  </a:lnTo>
                  <a:lnTo>
                    <a:pt x="1427131" y="4218157"/>
                  </a:lnTo>
                  <a:lnTo>
                    <a:pt x="1427366" y="4218157"/>
                  </a:lnTo>
                  <a:lnTo>
                    <a:pt x="1427366" y="4217727"/>
                  </a:lnTo>
                  <a:lnTo>
                    <a:pt x="1427484" y="4217296"/>
                  </a:lnTo>
                  <a:lnTo>
                    <a:pt x="1427601" y="4217296"/>
                  </a:lnTo>
                  <a:lnTo>
                    <a:pt x="1427719" y="4217296"/>
                  </a:lnTo>
                  <a:lnTo>
                    <a:pt x="1428072" y="4216435"/>
                  </a:lnTo>
                  <a:lnTo>
                    <a:pt x="1428190" y="4216435"/>
                  </a:lnTo>
                  <a:lnTo>
                    <a:pt x="1428542" y="4216004"/>
                  </a:lnTo>
                  <a:lnTo>
                    <a:pt x="1428778" y="4216004"/>
                  </a:lnTo>
                  <a:lnTo>
                    <a:pt x="1429248" y="4214712"/>
                  </a:lnTo>
                  <a:lnTo>
                    <a:pt x="1429483" y="4213851"/>
                  </a:lnTo>
                  <a:lnTo>
                    <a:pt x="1429483" y="4212990"/>
                  </a:lnTo>
                  <a:lnTo>
                    <a:pt x="1429601" y="4212990"/>
                  </a:lnTo>
                  <a:lnTo>
                    <a:pt x="1429601" y="4212559"/>
                  </a:lnTo>
                  <a:lnTo>
                    <a:pt x="1429719" y="4212559"/>
                  </a:lnTo>
                  <a:lnTo>
                    <a:pt x="1429836" y="4212559"/>
                  </a:lnTo>
                  <a:lnTo>
                    <a:pt x="1430189" y="4212559"/>
                  </a:lnTo>
                  <a:lnTo>
                    <a:pt x="1430307" y="4212559"/>
                  </a:lnTo>
                  <a:lnTo>
                    <a:pt x="1430659" y="4212559"/>
                  </a:lnTo>
                  <a:lnTo>
                    <a:pt x="1430895" y="4212559"/>
                  </a:lnTo>
                  <a:lnTo>
                    <a:pt x="1431012" y="4212559"/>
                  </a:lnTo>
                  <a:lnTo>
                    <a:pt x="1431365" y="4212129"/>
                  </a:lnTo>
                  <a:lnTo>
                    <a:pt x="1431483" y="4212129"/>
                  </a:lnTo>
                  <a:lnTo>
                    <a:pt x="1431600" y="4212129"/>
                  </a:lnTo>
                  <a:lnTo>
                    <a:pt x="1431718" y="4211698"/>
                  </a:lnTo>
                  <a:lnTo>
                    <a:pt x="1431836" y="4210406"/>
                  </a:lnTo>
                  <a:lnTo>
                    <a:pt x="1431953" y="4209976"/>
                  </a:lnTo>
                  <a:lnTo>
                    <a:pt x="1432306" y="4209976"/>
                  </a:lnTo>
                  <a:lnTo>
                    <a:pt x="1432541" y="4209976"/>
                  </a:lnTo>
                  <a:lnTo>
                    <a:pt x="1432659" y="4209545"/>
                  </a:lnTo>
                  <a:lnTo>
                    <a:pt x="1432776" y="4209115"/>
                  </a:lnTo>
                  <a:lnTo>
                    <a:pt x="1432776" y="4208684"/>
                  </a:lnTo>
                  <a:lnTo>
                    <a:pt x="1432894" y="4208684"/>
                  </a:lnTo>
                  <a:lnTo>
                    <a:pt x="1433129" y="4208253"/>
                  </a:lnTo>
                  <a:lnTo>
                    <a:pt x="1433365" y="4208253"/>
                  </a:lnTo>
                  <a:lnTo>
                    <a:pt x="1433600" y="4207823"/>
                  </a:lnTo>
                  <a:lnTo>
                    <a:pt x="1433717" y="4207823"/>
                  </a:lnTo>
                  <a:lnTo>
                    <a:pt x="1433835" y="4207392"/>
                  </a:lnTo>
                  <a:lnTo>
                    <a:pt x="1433953" y="4207392"/>
                  </a:lnTo>
                  <a:lnTo>
                    <a:pt x="1433953" y="4206962"/>
                  </a:lnTo>
                  <a:lnTo>
                    <a:pt x="1434070" y="4206962"/>
                  </a:lnTo>
                  <a:lnTo>
                    <a:pt x="1434188" y="4206962"/>
                  </a:lnTo>
                  <a:lnTo>
                    <a:pt x="1434541" y="4206962"/>
                  </a:lnTo>
                  <a:lnTo>
                    <a:pt x="1434776" y="4206531"/>
                  </a:lnTo>
                  <a:lnTo>
                    <a:pt x="1434776" y="4206100"/>
                  </a:lnTo>
                  <a:lnTo>
                    <a:pt x="1435011" y="4205670"/>
                  </a:lnTo>
                  <a:lnTo>
                    <a:pt x="1435364" y="4204809"/>
                  </a:lnTo>
                  <a:lnTo>
                    <a:pt x="1435717" y="4204809"/>
                  </a:lnTo>
                  <a:lnTo>
                    <a:pt x="1435834" y="4203947"/>
                  </a:lnTo>
                  <a:lnTo>
                    <a:pt x="1435834" y="4203517"/>
                  </a:lnTo>
                  <a:lnTo>
                    <a:pt x="1436305" y="4203517"/>
                  </a:lnTo>
                  <a:lnTo>
                    <a:pt x="1436423" y="4203517"/>
                  </a:lnTo>
                  <a:lnTo>
                    <a:pt x="1436658" y="4203517"/>
                  </a:lnTo>
                  <a:lnTo>
                    <a:pt x="1436893" y="4203086"/>
                  </a:lnTo>
                  <a:lnTo>
                    <a:pt x="1436893" y="4202656"/>
                  </a:lnTo>
                  <a:lnTo>
                    <a:pt x="1437011" y="4202225"/>
                  </a:lnTo>
                  <a:lnTo>
                    <a:pt x="1437128" y="4202225"/>
                  </a:lnTo>
                  <a:lnTo>
                    <a:pt x="1437246" y="4201794"/>
                  </a:lnTo>
                  <a:lnTo>
                    <a:pt x="1437363" y="4201794"/>
                  </a:lnTo>
                  <a:lnTo>
                    <a:pt x="1437481" y="4201364"/>
                  </a:lnTo>
                  <a:lnTo>
                    <a:pt x="1437716" y="4200933"/>
                  </a:lnTo>
                  <a:lnTo>
                    <a:pt x="1438069" y="4200933"/>
                  </a:lnTo>
                  <a:lnTo>
                    <a:pt x="1438187" y="4200933"/>
                  </a:lnTo>
                  <a:lnTo>
                    <a:pt x="1438304" y="4200503"/>
                  </a:lnTo>
                  <a:lnTo>
                    <a:pt x="1438422" y="4200072"/>
                  </a:lnTo>
                  <a:lnTo>
                    <a:pt x="1438775" y="4200072"/>
                  </a:lnTo>
                  <a:lnTo>
                    <a:pt x="1438775" y="4199641"/>
                  </a:lnTo>
                  <a:lnTo>
                    <a:pt x="1438892" y="4199641"/>
                  </a:lnTo>
                  <a:lnTo>
                    <a:pt x="1439010" y="4199641"/>
                  </a:lnTo>
                  <a:lnTo>
                    <a:pt x="1439128" y="4199641"/>
                  </a:lnTo>
                  <a:lnTo>
                    <a:pt x="1439128" y="4199211"/>
                  </a:lnTo>
                  <a:lnTo>
                    <a:pt x="1439128" y="4198780"/>
                  </a:lnTo>
                  <a:lnTo>
                    <a:pt x="1439363" y="4198780"/>
                  </a:lnTo>
                  <a:lnTo>
                    <a:pt x="1439716" y="4198780"/>
                  </a:lnTo>
                  <a:lnTo>
                    <a:pt x="1439833" y="4198350"/>
                  </a:lnTo>
                  <a:lnTo>
                    <a:pt x="1439951" y="4198350"/>
                  </a:lnTo>
                  <a:lnTo>
                    <a:pt x="1439951" y="4197919"/>
                  </a:lnTo>
                  <a:lnTo>
                    <a:pt x="1440069" y="4197488"/>
                  </a:lnTo>
                  <a:lnTo>
                    <a:pt x="1440186" y="4197488"/>
                  </a:lnTo>
                  <a:lnTo>
                    <a:pt x="1440304" y="4197488"/>
                  </a:lnTo>
                  <a:lnTo>
                    <a:pt x="1440421" y="4197058"/>
                  </a:lnTo>
                  <a:lnTo>
                    <a:pt x="1440539" y="4197058"/>
                  </a:lnTo>
                  <a:lnTo>
                    <a:pt x="1440657" y="4197058"/>
                  </a:lnTo>
                  <a:lnTo>
                    <a:pt x="1440657" y="4196627"/>
                  </a:lnTo>
                  <a:lnTo>
                    <a:pt x="1440774" y="4196627"/>
                  </a:lnTo>
                  <a:lnTo>
                    <a:pt x="1440892" y="4196627"/>
                  </a:lnTo>
                  <a:lnTo>
                    <a:pt x="1441127" y="4196627"/>
                  </a:lnTo>
                  <a:lnTo>
                    <a:pt x="1441245" y="4196627"/>
                  </a:lnTo>
                  <a:lnTo>
                    <a:pt x="1441480" y="4195766"/>
                  </a:lnTo>
                  <a:lnTo>
                    <a:pt x="1441598" y="4195766"/>
                  </a:lnTo>
                  <a:lnTo>
                    <a:pt x="1443244" y="4195335"/>
                  </a:lnTo>
                  <a:lnTo>
                    <a:pt x="1443479" y="4195335"/>
                  </a:lnTo>
                  <a:lnTo>
                    <a:pt x="1443597" y="4195335"/>
                  </a:lnTo>
                  <a:lnTo>
                    <a:pt x="1443597" y="4194905"/>
                  </a:lnTo>
                  <a:lnTo>
                    <a:pt x="1443832" y="4194474"/>
                  </a:lnTo>
                  <a:lnTo>
                    <a:pt x="1444185" y="4194474"/>
                  </a:lnTo>
                  <a:lnTo>
                    <a:pt x="1444420" y="4194474"/>
                  </a:lnTo>
                  <a:lnTo>
                    <a:pt x="1444420" y="4193613"/>
                  </a:lnTo>
                  <a:lnTo>
                    <a:pt x="1444891" y="4193613"/>
                  </a:lnTo>
                  <a:lnTo>
                    <a:pt x="1445126" y="4193613"/>
                  </a:lnTo>
                  <a:lnTo>
                    <a:pt x="1445126" y="4193182"/>
                  </a:lnTo>
                  <a:lnTo>
                    <a:pt x="1445361" y="4193182"/>
                  </a:lnTo>
                  <a:lnTo>
                    <a:pt x="1445361" y="4192752"/>
                  </a:lnTo>
                  <a:lnTo>
                    <a:pt x="1445479" y="4192321"/>
                  </a:lnTo>
                  <a:lnTo>
                    <a:pt x="1445832" y="4191460"/>
                  </a:lnTo>
                  <a:lnTo>
                    <a:pt x="1445949" y="4191029"/>
                  </a:lnTo>
                  <a:lnTo>
                    <a:pt x="1446067" y="4190168"/>
                  </a:lnTo>
                  <a:lnTo>
                    <a:pt x="1446067" y="4189738"/>
                  </a:lnTo>
                  <a:lnTo>
                    <a:pt x="1446185" y="4189738"/>
                  </a:lnTo>
                  <a:lnTo>
                    <a:pt x="1446302" y="4189307"/>
                  </a:lnTo>
                  <a:lnTo>
                    <a:pt x="1446420" y="4188876"/>
                  </a:lnTo>
                  <a:lnTo>
                    <a:pt x="1446537" y="4188876"/>
                  </a:lnTo>
                  <a:lnTo>
                    <a:pt x="1446773" y="4188446"/>
                  </a:lnTo>
                  <a:lnTo>
                    <a:pt x="1447243" y="4188446"/>
                  </a:lnTo>
                  <a:lnTo>
                    <a:pt x="1447361" y="4188446"/>
                  </a:lnTo>
                  <a:lnTo>
                    <a:pt x="1447478" y="4188446"/>
                  </a:lnTo>
                  <a:lnTo>
                    <a:pt x="1447596" y="4188446"/>
                  </a:lnTo>
                  <a:lnTo>
                    <a:pt x="1447949" y="4188015"/>
                  </a:lnTo>
                  <a:lnTo>
                    <a:pt x="1448066" y="4188015"/>
                  </a:lnTo>
                  <a:lnTo>
                    <a:pt x="1448184" y="4188015"/>
                  </a:lnTo>
                  <a:lnTo>
                    <a:pt x="1448302" y="4187585"/>
                  </a:lnTo>
                  <a:lnTo>
                    <a:pt x="1448419" y="4187585"/>
                  </a:lnTo>
                  <a:lnTo>
                    <a:pt x="1448654" y="4187585"/>
                  </a:lnTo>
                  <a:lnTo>
                    <a:pt x="1448890" y="4187585"/>
                  </a:lnTo>
                  <a:lnTo>
                    <a:pt x="1448890" y="4187154"/>
                  </a:lnTo>
                  <a:lnTo>
                    <a:pt x="1449125" y="4187154"/>
                  </a:lnTo>
                  <a:lnTo>
                    <a:pt x="1449478" y="4186723"/>
                  </a:lnTo>
                  <a:lnTo>
                    <a:pt x="1449595" y="4186723"/>
                  </a:lnTo>
                  <a:lnTo>
                    <a:pt x="1449948" y="4186723"/>
                  </a:lnTo>
                  <a:lnTo>
                    <a:pt x="1450066" y="4186723"/>
                  </a:lnTo>
                  <a:lnTo>
                    <a:pt x="1450183" y="4186723"/>
                  </a:lnTo>
                  <a:lnTo>
                    <a:pt x="1450301" y="4186293"/>
                  </a:lnTo>
                  <a:lnTo>
                    <a:pt x="1450419" y="4186293"/>
                  </a:lnTo>
                  <a:lnTo>
                    <a:pt x="1450536" y="4186293"/>
                  </a:lnTo>
                  <a:lnTo>
                    <a:pt x="1450654" y="4186293"/>
                  </a:lnTo>
                  <a:lnTo>
                    <a:pt x="1450771" y="4186293"/>
                  </a:lnTo>
                  <a:lnTo>
                    <a:pt x="1450771" y="4185432"/>
                  </a:lnTo>
                  <a:lnTo>
                    <a:pt x="1451007" y="4184570"/>
                  </a:lnTo>
                  <a:lnTo>
                    <a:pt x="1451124" y="4184570"/>
                  </a:lnTo>
                  <a:lnTo>
                    <a:pt x="1451360" y="4184570"/>
                  </a:lnTo>
                  <a:lnTo>
                    <a:pt x="1451477" y="4184570"/>
                  </a:lnTo>
                  <a:lnTo>
                    <a:pt x="1451595" y="4184140"/>
                  </a:lnTo>
                  <a:lnTo>
                    <a:pt x="1452183" y="4183279"/>
                  </a:lnTo>
                  <a:lnTo>
                    <a:pt x="1452300" y="4182848"/>
                  </a:lnTo>
                  <a:lnTo>
                    <a:pt x="1452418" y="4182848"/>
                  </a:lnTo>
                  <a:lnTo>
                    <a:pt x="1452418" y="4182417"/>
                  </a:lnTo>
                  <a:lnTo>
                    <a:pt x="1452418" y="4181987"/>
                  </a:lnTo>
                  <a:lnTo>
                    <a:pt x="1452653" y="4181987"/>
                  </a:lnTo>
                  <a:lnTo>
                    <a:pt x="1452889" y="4181987"/>
                  </a:lnTo>
                  <a:lnTo>
                    <a:pt x="1453006" y="4181556"/>
                  </a:lnTo>
                  <a:lnTo>
                    <a:pt x="1453124" y="4181126"/>
                  </a:lnTo>
                  <a:lnTo>
                    <a:pt x="1453477" y="4180695"/>
                  </a:lnTo>
                  <a:lnTo>
                    <a:pt x="1453594" y="4180695"/>
                  </a:lnTo>
                  <a:lnTo>
                    <a:pt x="1453947" y="4179403"/>
                  </a:lnTo>
                  <a:lnTo>
                    <a:pt x="1453947" y="4178973"/>
                  </a:lnTo>
                  <a:lnTo>
                    <a:pt x="1453947" y="4178542"/>
                  </a:lnTo>
                  <a:lnTo>
                    <a:pt x="1454182" y="4178111"/>
                  </a:lnTo>
                  <a:lnTo>
                    <a:pt x="1454300" y="4178111"/>
                  </a:lnTo>
                  <a:lnTo>
                    <a:pt x="1454300" y="4177681"/>
                  </a:lnTo>
                  <a:lnTo>
                    <a:pt x="1454417" y="4177681"/>
                  </a:lnTo>
                  <a:lnTo>
                    <a:pt x="1454535" y="4177681"/>
                  </a:lnTo>
                  <a:lnTo>
                    <a:pt x="1454888" y="4177681"/>
                  </a:lnTo>
                  <a:lnTo>
                    <a:pt x="1455123" y="4177250"/>
                  </a:lnTo>
                  <a:lnTo>
                    <a:pt x="1455358" y="4176389"/>
                  </a:lnTo>
                  <a:lnTo>
                    <a:pt x="1455476" y="4176389"/>
                  </a:lnTo>
                  <a:lnTo>
                    <a:pt x="1455594" y="4175528"/>
                  </a:lnTo>
                  <a:lnTo>
                    <a:pt x="1455594" y="4175097"/>
                  </a:lnTo>
                  <a:lnTo>
                    <a:pt x="1455711" y="4175097"/>
                  </a:lnTo>
                  <a:lnTo>
                    <a:pt x="1455946" y="4175097"/>
                  </a:lnTo>
                  <a:lnTo>
                    <a:pt x="1456182" y="4175097"/>
                  </a:lnTo>
                  <a:lnTo>
                    <a:pt x="1456299" y="4174667"/>
                  </a:lnTo>
                  <a:lnTo>
                    <a:pt x="1456417" y="4174236"/>
                  </a:lnTo>
                  <a:lnTo>
                    <a:pt x="1456417" y="4173805"/>
                  </a:lnTo>
                  <a:lnTo>
                    <a:pt x="1456652" y="4173375"/>
                  </a:lnTo>
                  <a:lnTo>
                    <a:pt x="1456770" y="4172944"/>
                  </a:lnTo>
                  <a:lnTo>
                    <a:pt x="1456887" y="4172514"/>
                  </a:lnTo>
                  <a:lnTo>
                    <a:pt x="1457005" y="4172514"/>
                  </a:lnTo>
                  <a:lnTo>
                    <a:pt x="1457005" y="4172083"/>
                  </a:lnTo>
                  <a:lnTo>
                    <a:pt x="1457123" y="4172083"/>
                  </a:lnTo>
                  <a:lnTo>
                    <a:pt x="1457358" y="4172083"/>
                  </a:lnTo>
                  <a:lnTo>
                    <a:pt x="1457711" y="4171652"/>
                  </a:lnTo>
                  <a:lnTo>
                    <a:pt x="1458534" y="4170361"/>
                  </a:lnTo>
                  <a:lnTo>
                    <a:pt x="1458652" y="4170361"/>
                  </a:lnTo>
                  <a:lnTo>
                    <a:pt x="1458769" y="4169930"/>
                  </a:lnTo>
                  <a:lnTo>
                    <a:pt x="1459004" y="4169930"/>
                  </a:lnTo>
                  <a:lnTo>
                    <a:pt x="1459240" y="4169499"/>
                  </a:lnTo>
                  <a:lnTo>
                    <a:pt x="1459475" y="4169499"/>
                  </a:lnTo>
                  <a:lnTo>
                    <a:pt x="1459593" y="4169499"/>
                  </a:lnTo>
                  <a:lnTo>
                    <a:pt x="1459828" y="4169069"/>
                  </a:lnTo>
                  <a:lnTo>
                    <a:pt x="1460063" y="4169069"/>
                  </a:lnTo>
                  <a:lnTo>
                    <a:pt x="1460298" y="4169069"/>
                  </a:lnTo>
                  <a:lnTo>
                    <a:pt x="1460298" y="4168638"/>
                  </a:lnTo>
                  <a:lnTo>
                    <a:pt x="1460533" y="4168208"/>
                  </a:lnTo>
                  <a:lnTo>
                    <a:pt x="1460886" y="4167777"/>
                  </a:lnTo>
                  <a:lnTo>
                    <a:pt x="1461239" y="4167777"/>
                  </a:lnTo>
                  <a:lnTo>
                    <a:pt x="1461239" y="4167346"/>
                  </a:lnTo>
                  <a:lnTo>
                    <a:pt x="1461357" y="4167346"/>
                  </a:lnTo>
                  <a:lnTo>
                    <a:pt x="1461710" y="4167346"/>
                  </a:lnTo>
                  <a:lnTo>
                    <a:pt x="1461710" y="4166916"/>
                  </a:lnTo>
                  <a:lnTo>
                    <a:pt x="1461827" y="4166916"/>
                  </a:lnTo>
                  <a:lnTo>
                    <a:pt x="1461945" y="4166916"/>
                  </a:lnTo>
                  <a:lnTo>
                    <a:pt x="1462062" y="4166485"/>
                  </a:lnTo>
                  <a:lnTo>
                    <a:pt x="1462180" y="4166055"/>
                  </a:lnTo>
                  <a:lnTo>
                    <a:pt x="1462298" y="4166055"/>
                  </a:lnTo>
                  <a:lnTo>
                    <a:pt x="1462298" y="4165624"/>
                  </a:lnTo>
                  <a:lnTo>
                    <a:pt x="1462415" y="4165193"/>
                  </a:lnTo>
                  <a:lnTo>
                    <a:pt x="1462533" y="4165193"/>
                  </a:lnTo>
                  <a:lnTo>
                    <a:pt x="1462533" y="4164763"/>
                  </a:lnTo>
                  <a:lnTo>
                    <a:pt x="1462650" y="4164763"/>
                  </a:lnTo>
                  <a:lnTo>
                    <a:pt x="1462650" y="4164332"/>
                  </a:lnTo>
                  <a:lnTo>
                    <a:pt x="1462768" y="4164332"/>
                  </a:lnTo>
                  <a:lnTo>
                    <a:pt x="1462886" y="4164332"/>
                  </a:lnTo>
                  <a:lnTo>
                    <a:pt x="1463239" y="4164332"/>
                  </a:lnTo>
                  <a:lnTo>
                    <a:pt x="1463827" y="4164332"/>
                  </a:lnTo>
                  <a:lnTo>
                    <a:pt x="1463944" y="4164332"/>
                  </a:lnTo>
                  <a:lnTo>
                    <a:pt x="1463944" y="4163902"/>
                  </a:lnTo>
                  <a:lnTo>
                    <a:pt x="1463944" y="4163471"/>
                  </a:lnTo>
                  <a:lnTo>
                    <a:pt x="1464179" y="4163040"/>
                  </a:lnTo>
                  <a:lnTo>
                    <a:pt x="1464297" y="4163040"/>
                  </a:lnTo>
                  <a:lnTo>
                    <a:pt x="1464297" y="4162610"/>
                  </a:lnTo>
                  <a:lnTo>
                    <a:pt x="1464415" y="4162179"/>
                  </a:lnTo>
                  <a:lnTo>
                    <a:pt x="1464768" y="4162179"/>
                  </a:lnTo>
                  <a:lnTo>
                    <a:pt x="1465003" y="4161318"/>
                  </a:lnTo>
                  <a:lnTo>
                    <a:pt x="1465120" y="4161318"/>
                  </a:lnTo>
                  <a:lnTo>
                    <a:pt x="1465120" y="4160887"/>
                  </a:lnTo>
                  <a:lnTo>
                    <a:pt x="1465356" y="4160887"/>
                  </a:lnTo>
                  <a:lnTo>
                    <a:pt x="1465473" y="4160457"/>
                  </a:lnTo>
                  <a:lnTo>
                    <a:pt x="1465826" y="4160026"/>
                  </a:lnTo>
                  <a:lnTo>
                    <a:pt x="1465944" y="4160026"/>
                  </a:lnTo>
                  <a:lnTo>
                    <a:pt x="1466061" y="4160026"/>
                  </a:lnTo>
                  <a:lnTo>
                    <a:pt x="1466179" y="4160026"/>
                  </a:lnTo>
                  <a:lnTo>
                    <a:pt x="1466179" y="4159596"/>
                  </a:lnTo>
                  <a:lnTo>
                    <a:pt x="1466297" y="4159165"/>
                  </a:lnTo>
                  <a:lnTo>
                    <a:pt x="1466532" y="4159165"/>
                  </a:lnTo>
                  <a:lnTo>
                    <a:pt x="1466649" y="4158734"/>
                  </a:lnTo>
                  <a:lnTo>
                    <a:pt x="1466767" y="4158734"/>
                  </a:lnTo>
                  <a:lnTo>
                    <a:pt x="1466885" y="4158734"/>
                  </a:lnTo>
                  <a:lnTo>
                    <a:pt x="1467002" y="4158734"/>
                  </a:lnTo>
                  <a:lnTo>
                    <a:pt x="1467120" y="4158304"/>
                  </a:lnTo>
                  <a:lnTo>
                    <a:pt x="1467355" y="4157443"/>
                  </a:lnTo>
                  <a:lnTo>
                    <a:pt x="1467473" y="4157443"/>
                  </a:lnTo>
                  <a:lnTo>
                    <a:pt x="1467590" y="4157443"/>
                  </a:lnTo>
                  <a:lnTo>
                    <a:pt x="1467708" y="4157443"/>
                  </a:lnTo>
                  <a:lnTo>
                    <a:pt x="1467826" y="4157012"/>
                  </a:lnTo>
                  <a:lnTo>
                    <a:pt x="1467943" y="4157012"/>
                  </a:lnTo>
                  <a:lnTo>
                    <a:pt x="1468061" y="4156581"/>
                  </a:lnTo>
                  <a:lnTo>
                    <a:pt x="1468178" y="4156581"/>
                  </a:lnTo>
                  <a:lnTo>
                    <a:pt x="1468178" y="4156151"/>
                  </a:lnTo>
                  <a:lnTo>
                    <a:pt x="1468296" y="4156151"/>
                  </a:lnTo>
                  <a:lnTo>
                    <a:pt x="1468531" y="4156151"/>
                  </a:lnTo>
                  <a:lnTo>
                    <a:pt x="1468531" y="4155720"/>
                  </a:lnTo>
                  <a:lnTo>
                    <a:pt x="1468649" y="4155720"/>
                  </a:lnTo>
                  <a:lnTo>
                    <a:pt x="1468766" y="4155720"/>
                  </a:lnTo>
                  <a:lnTo>
                    <a:pt x="1468884" y="4155290"/>
                  </a:lnTo>
                  <a:lnTo>
                    <a:pt x="1468884" y="4154428"/>
                  </a:lnTo>
                  <a:lnTo>
                    <a:pt x="1468884" y="4153998"/>
                  </a:lnTo>
                  <a:lnTo>
                    <a:pt x="1469002" y="4153998"/>
                  </a:lnTo>
                  <a:lnTo>
                    <a:pt x="1469237" y="4153998"/>
                  </a:lnTo>
                  <a:lnTo>
                    <a:pt x="1469590" y="4153998"/>
                  </a:lnTo>
                  <a:lnTo>
                    <a:pt x="1469707" y="4153998"/>
                  </a:lnTo>
                  <a:lnTo>
                    <a:pt x="1469825" y="4153998"/>
                  </a:lnTo>
                  <a:lnTo>
                    <a:pt x="1470060" y="4153137"/>
                  </a:lnTo>
                  <a:lnTo>
                    <a:pt x="1470295" y="4152275"/>
                  </a:lnTo>
                  <a:lnTo>
                    <a:pt x="1470295" y="4151845"/>
                  </a:lnTo>
                  <a:lnTo>
                    <a:pt x="1470413" y="4151845"/>
                  </a:lnTo>
                  <a:lnTo>
                    <a:pt x="1470531" y="4151845"/>
                  </a:lnTo>
                  <a:lnTo>
                    <a:pt x="1470883" y="4150122"/>
                  </a:lnTo>
                  <a:lnTo>
                    <a:pt x="1471001" y="4150122"/>
                  </a:lnTo>
                  <a:lnTo>
                    <a:pt x="1471119" y="4149261"/>
                  </a:lnTo>
                  <a:lnTo>
                    <a:pt x="1471589" y="4148400"/>
                  </a:lnTo>
                  <a:lnTo>
                    <a:pt x="1471707" y="4147969"/>
                  </a:lnTo>
                  <a:lnTo>
                    <a:pt x="1471707" y="4147539"/>
                  </a:lnTo>
                  <a:lnTo>
                    <a:pt x="1471824" y="4147108"/>
                  </a:lnTo>
                  <a:lnTo>
                    <a:pt x="1472648" y="4146678"/>
                  </a:lnTo>
                  <a:lnTo>
                    <a:pt x="1472883" y="4146678"/>
                  </a:lnTo>
                  <a:lnTo>
                    <a:pt x="1472883" y="4146247"/>
                  </a:lnTo>
                  <a:lnTo>
                    <a:pt x="1473236" y="4146247"/>
                  </a:lnTo>
                  <a:lnTo>
                    <a:pt x="1473236" y="4145816"/>
                  </a:lnTo>
                  <a:lnTo>
                    <a:pt x="1473353" y="4145816"/>
                  </a:lnTo>
                  <a:lnTo>
                    <a:pt x="1473353" y="4145386"/>
                  </a:lnTo>
                  <a:lnTo>
                    <a:pt x="1473471" y="4145386"/>
                  </a:lnTo>
                  <a:lnTo>
                    <a:pt x="1473471" y="4144955"/>
                  </a:lnTo>
                  <a:lnTo>
                    <a:pt x="1473589" y="4144955"/>
                  </a:lnTo>
                  <a:lnTo>
                    <a:pt x="1473706" y="4144955"/>
                  </a:lnTo>
                  <a:lnTo>
                    <a:pt x="1474177" y="4144955"/>
                  </a:lnTo>
                  <a:lnTo>
                    <a:pt x="1474412" y="4144955"/>
                  </a:lnTo>
                  <a:lnTo>
                    <a:pt x="1474530" y="4144955"/>
                  </a:lnTo>
                  <a:lnTo>
                    <a:pt x="1474765" y="4144955"/>
                  </a:lnTo>
                  <a:lnTo>
                    <a:pt x="1475000" y="4144955"/>
                  </a:lnTo>
                  <a:lnTo>
                    <a:pt x="1475353" y="4144525"/>
                  </a:lnTo>
                  <a:lnTo>
                    <a:pt x="1475470" y="4144094"/>
                  </a:lnTo>
                  <a:lnTo>
                    <a:pt x="1475706" y="4143233"/>
                  </a:lnTo>
                  <a:lnTo>
                    <a:pt x="1475706" y="4142802"/>
                  </a:lnTo>
                  <a:lnTo>
                    <a:pt x="1475823" y="4142802"/>
                  </a:lnTo>
                  <a:lnTo>
                    <a:pt x="1475941" y="4142802"/>
                  </a:lnTo>
                  <a:lnTo>
                    <a:pt x="1475941" y="4141941"/>
                  </a:lnTo>
                  <a:lnTo>
                    <a:pt x="1475941" y="4141510"/>
                  </a:lnTo>
                  <a:lnTo>
                    <a:pt x="1476176" y="4141510"/>
                  </a:lnTo>
                  <a:lnTo>
                    <a:pt x="1476529" y="4141080"/>
                  </a:lnTo>
                  <a:lnTo>
                    <a:pt x="1476529" y="4140649"/>
                  </a:lnTo>
                  <a:lnTo>
                    <a:pt x="1476647" y="4140649"/>
                  </a:lnTo>
                  <a:lnTo>
                    <a:pt x="1476764" y="4140219"/>
                  </a:lnTo>
                  <a:lnTo>
                    <a:pt x="1476764" y="4139788"/>
                  </a:lnTo>
                  <a:lnTo>
                    <a:pt x="1476999" y="4139788"/>
                  </a:lnTo>
                  <a:lnTo>
                    <a:pt x="1476999" y="4139357"/>
                  </a:lnTo>
                  <a:lnTo>
                    <a:pt x="1477117" y="4139357"/>
                  </a:lnTo>
                  <a:lnTo>
                    <a:pt x="1477235" y="4138927"/>
                  </a:lnTo>
                  <a:lnTo>
                    <a:pt x="1477352" y="4138927"/>
                  </a:lnTo>
                  <a:lnTo>
                    <a:pt x="1477470" y="4138927"/>
                  </a:lnTo>
                  <a:lnTo>
                    <a:pt x="1477470" y="4138496"/>
                  </a:lnTo>
                  <a:lnTo>
                    <a:pt x="1477588" y="4138496"/>
                  </a:lnTo>
                  <a:lnTo>
                    <a:pt x="1477705" y="4138066"/>
                  </a:lnTo>
                  <a:lnTo>
                    <a:pt x="1477823" y="4136774"/>
                  </a:lnTo>
                  <a:lnTo>
                    <a:pt x="1478411" y="4136343"/>
                  </a:lnTo>
                  <a:lnTo>
                    <a:pt x="1478528" y="4136343"/>
                  </a:lnTo>
                  <a:lnTo>
                    <a:pt x="1478646" y="4135913"/>
                  </a:lnTo>
                  <a:lnTo>
                    <a:pt x="1478881" y="4135913"/>
                  </a:lnTo>
                  <a:lnTo>
                    <a:pt x="1479116" y="4135913"/>
                  </a:lnTo>
                  <a:lnTo>
                    <a:pt x="1479352" y="4135482"/>
                  </a:lnTo>
                  <a:lnTo>
                    <a:pt x="1479705" y="4135051"/>
                  </a:lnTo>
                  <a:lnTo>
                    <a:pt x="1479705" y="4134621"/>
                  </a:lnTo>
                  <a:lnTo>
                    <a:pt x="1480057" y="4134190"/>
                  </a:lnTo>
                  <a:lnTo>
                    <a:pt x="1480175" y="4134190"/>
                  </a:lnTo>
                  <a:lnTo>
                    <a:pt x="1480410" y="4132898"/>
                  </a:lnTo>
                  <a:lnTo>
                    <a:pt x="1480645" y="4132898"/>
                  </a:lnTo>
                  <a:lnTo>
                    <a:pt x="1480998" y="4132468"/>
                  </a:lnTo>
                  <a:lnTo>
                    <a:pt x="1481116" y="4132468"/>
                  </a:lnTo>
                  <a:lnTo>
                    <a:pt x="1481116" y="4132037"/>
                  </a:lnTo>
                  <a:lnTo>
                    <a:pt x="1481351" y="4132037"/>
                  </a:lnTo>
                  <a:lnTo>
                    <a:pt x="1481469" y="4132037"/>
                  </a:lnTo>
                  <a:lnTo>
                    <a:pt x="1481586" y="4131607"/>
                  </a:lnTo>
                  <a:lnTo>
                    <a:pt x="1481704" y="4131607"/>
                  </a:lnTo>
                  <a:lnTo>
                    <a:pt x="1482174" y="4131607"/>
                  </a:lnTo>
                  <a:lnTo>
                    <a:pt x="1482292" y="4131607"/>
                  </a:lnTo>
                  <a:lnTo>
                    <a:pt x="1482763" y="4131607"/>
                  </a:lnTo>
                  <a:lnTo>
                    <a:pt x="1482998" y="4131176"/>
                  </a:lnTo>
                  <a:lnTo>
                    <a:pt x="1483115" y="4131176"/>
                  </a:lnTo>
                  <a:lnTo>
                    <a:pt x="1483351" y="4131176"/>
                  </a:lnTo>
                  <a:lnTo>
                    <a:pt x="1483351" y="4130745"/>
                  </a:lnTo>
                  <a:lnTo>
                    <a:pt x="1483468" y="4130745"/>
                  </a:lnTo>
                  <a:lnTo>
                    <a:pt x="1483821" y="4130315"/>
                  </a:lnTo>
                  <a:lnTo>
                    <a:pt x="1483939" y="4130315"/>
                  </a:lnTo>
                  <a:lnTo>
                    <a:pt x="1484056" y="4130315"/>
                  </a:lnTo>
                  <a:lnTo>
                    <a:pt x="1484056" y="4129884"/>
                  </a:lnTo>
                  <a:lnTo>
                    <a:pt x="1484292" y="4129454"/>
                  </a:lnTo>
                  <a:lnTo>
                    <a:pt x="1484409" y="4129454"/>
                  </a:lnTo>
                  <a:lnTo>
                    <a:pt x="1484409" y="4129023"/>
                  </a:lnTo>
                  <a:lnTo>
                    <a:pt x="1484527" y="4129023"/>
                  </a:lnTo>
                  <a:lnTo>
                    <a:pt x="1484644" y="4129023"/>
                  </a:lnTo>
                  <a:lnTo>
                    <a:pt x="1484762" y="4128592"/>
                  </a:lnTo>
                  <a:lnTo>
                    <a:pt x="1484997" y="4128162"/>
                  </a:lnTo>
                  <a:lnTo>
                    <a:pt x="1485115" y="4128162"/>
                  </a:lnTo>
                  <a:lnTo>
                    <a:pt x="1485232" y="4127301"/>
                  </a:lnTo>
                  <a:lnTo>
                    <a:pt x="1485350" y="4126870"/>
                  </a:lnTo>
                  <a:lnTo>
                    <a:pt x="1485468" y="4126870"/>
                  </a:lnTo>
                  <a:lnTo>
                    <a:pt x="1485821" y="4126009"/>
                  </a:lnTo>
                  <a:lnTo>
                    <a:pt x="1486173" y="4125148"/>
                  </a:lnTo>
                  <a:lnTo>
                    <a:pt x="1486291" y="4125148"/>
                  </a:lnTo>
                  <a:lnTo>
                    <a:pt x="1486526" y="4125148"/>
                  </a:lnTo>
                  <a:lnTo>
                    <a:pt x="1486761" y="4125148"/>
                  </a:lnTo>
                  <a:lnTo>
                    <a:pt x="1488878" y="4122133"/>
                  </a:lnTo>
                  <a:lnTo>
                    <a:pt x="1489231" y="4122133"/>
                  </a:lnTo>
                  <a:lnTo>
                    <a:pt x="1489349" y="4122133"/>
                  </a:lnTo>
                  <a:lnTo>
                    <a:pt x="1489584" y="4122133"/>
                  </a:lnTo>
                  <a:lnTo>
                    <a:pt x="1489702" y="4122133"/>
                  </a:lnTo>
                  <a:lnTo>
                    <a:pt x="1489937" y="4122133"/>
                  </a:lnTo>
                  <a:lnTo>
                    <a:pt x="1490055" y="4121703"/>
                  </a:lnTo>
                  <a:lnTo>
                    <a:pt x="1490172" y="4121703"/>
                  </a:lnTo>
                  <a:lnTo>
                    <a:pt x="1490407" y="4120842"/>
                  </a:lnTo>
                  <a:lnTo>
                    <a:pt x="1490878" y="4120842"/>
                  </a:lnTo>
                  <a:lnTo>
                    <a:pt x="1491113" y="4120842"/>
                  </a:lnTo>
                  <a:lnTo>
                    <a:pt x="1491466" y="4120411"/>
                  </a:lnTo>
                  <a:lnTo>
                    <a:pt x="1491584" y="4120411"/>
                  </a:lnTo>
                  <a:lnTo>
                    <a:pt x="1491701" y="4120411"/>
                  </a:lnTo>
                  <a:lnTo>
                    <a:pt x="1492054" y="4120411"/>
                  </a:lnTo>
                  <a:lnTo>
                    <a:pt x="1492054" y="4119980"/>
                  </a:lnTo>
                  <a:lnTo>
                    <a:pt x="1492172" y="4119980"/>
                  </a:lnTo>
                  <a:lnTo>
                    <a:pt x="1492289" y="4119550"/>
                  </a:lnTo>
                  <a:lnTo>
                    <a:pt x="1492407" y="4119119"/>
                  </a:lnTo>
                  <a:lnTo>
                    <a:pt x="1492525" y="4119119"/>
                  </a:lnTo>
                  <a:lnTo>
                    <a:pt x="1492760" y="4118689"/>
                  </a:lnTo>
                  <a:lnTo>
                    <a:pt x="1492877" y="4118689"/>
                  </a:lnTo>
                  <a:lnTo>
                    <a:pt x="1492877" y="4118258"/>
                  </a:lnTo>
                  <a:lnTo>
                    <a:pt x="1492995" y="4118258"/>
                  </a:lnTo>
                  <a:lnTo>
                    <a:pt x="1493113" y="4118258"/>
                  </a:lnTo>
                  <a:lnTo>
                    <a:pt x="1493113" y="4117827"/>
                  </a:lnTo>
                  <a:lnTo>
                    <a:pt x="1493113" y="4116966"/>
                  </a:lnTo>
                  <a:lnTo>
                    <a:pt x="1493113" y="4116536"/>
                  </a:lnTo>
                  <a:lnTo>
                    <a:pt x="1493230" y="4116536"/>
                  </a:lnTo>
                  <a:lnTo>
                    <a:pt x="1493348" y="4116536"/>
                  </a:lnTo>
                  <a:lnTo>
                    <a:pt x="1493583" y="4116536"/>
                  </a:lnTo>
                  <a:lnTo>
                    <a:pt x="1493818" y="4116536"/>
                  </a:lnTo>
                  <a:lnTo>
                    <a:pt x="1493818" y="4116105"/>
                  </a:lnTo>
                  <a:lnTo>
                    <a:pt x="1493818" y="4115674"/>
                  </a:lnTo>
                  <a:lnTo>
                    <a:pt x="1493936" y="4115674"/>
                  </a:lnTo>
                  <a:lnTo>
                    <a:pt x="1494054" y="4115674"/>
                  </a:lnTo>
                  <a:lnTo>
                    <a:pt x="1494171" y="4115674"/>
                  </a:lnTo>
                  <a:lnTo>
                    <a:pt x="1494289" y="4115244"/>
                  </a:lnTo>
                  <a:lnTo>
                    <a:pt x="1494406" y="4114383"/>
                  </a:lnTo>
                  <a:lnTo>
                    <a:pt x="1494524" y="4114383"/>
                  </a:lnTo>
                  <a:lnTo>
                    <a:pt x="1494642" y="4114383"/>
                  </a:lnTo>
                  <a:lnTo>
                    <a:pt x="1494759" y="4114383"/>
                  </a:lnTo>
                  <a:lnTo>
                    <a:pt x="1494759" y="4113952"/>
                  </a:lnTo>
                  <a:lnTo>
                    <a:pt x="1494994" y="4113521"/>
                  </a:lnTo>
                  <a:lnTo>
                    <a:pt x="1495112" y="4113521"/>
                  </a:lnTo>
                  <a:lnTo>
                    <a:pt x="1495112" y="4112660"/>
                  </a:lnTo>
                  <a:lnTo>
                    <a:pt x="1495230" y="4112660"/>
                  </a:lnTo>
                  <a:lnTo>
                    <a:pt x="1495935" y="4112660"/>
                  </a:lnTo>
                  <a:lnTo>
                    <a:pt x="1496171" y="4112660"/>
                  </a:lnTo>
                  <a:lnTo>
                    <a:pt x="1496759" y="4112660"/>
                  </a:lnTo>
                  <a:lnTo>
                    <a:pt x="1496876" y="4112230"/>
                  </a:lnTo>
                  <a:lnTo>
                    <a:pt x="1497347" y="4112230"/>
                  </a:lnTo>
                  <a:lnTo>
                    <a:pt x="1497464" y="4111799"/>
                  </a:lnTo>
                  <a:lnTo>
                    <a:pt x="1497582" y="4111799"/>
                  </a:lnTo>
                  <a:lnTo>
                    <a:pt x="1498052" y="4111799"/>
                  </a:lnTo>
                  <a:lnTo>
                    <a:pt x="1498288" y="4111799"/>
                  </a:lnTo>
                  <a:lnTo>
                    <a:pt x="1498405" y="4111799"/>
                  </a:lnTo>
                  <a:lnTo>
                    <a:pt x="1498640" y="4111368"/>
                  </a:lnTo>
                  <a:lnTo>
                    <a:pt x="1498758" y="4111368"/>
                  </a:lnTo>
                  <a:lnTo>
                    <a:pt x="1498876" y="4111368"/>
                  </a:lnTo>
                  <a:lnTo>
                    <a:pt x="1499111" y="4111368"/>
                  </a:lnTo>
                  <a:lnTo>
                    <a:pt x="1499229" y="4110938"/>
                  </a:lnTo>
                  <a:lnTo>
                    <a:pt x="1499464" y="4110938"/>
                  </a:lnTo>
                  <a:lnTo>
                    <a:pt x="1499464" y="4110507"/>
                  </a:lnTo>
                  <a:lnTo>
                    <a:pt x="1499581" y="4110077"/>
                  </a:lnTo>
                  <a:lnTo>
                    <a:pt x="1499817" y="4109646"/>
                  </a:lnTo>
                  <a:lnTo>
                    <a:pt x="1499817" y="4109215"/>
                  </a:lnTo>
                  <a:lnTo>
                    <a:pt x="1499934" y="4109215"/>
                  </a:lnTo>
                  <a:lnTo>
                    <a:pt x="1499934" y="4108785"/>
                  </a:lnTo>
                  <a:lnTo>
                    <a:pt x="1500052" y="4108785"/>
                  </a:lnTo>
                  <a:lnTo>
                    <a:pt x="1500169" y="4108785"/>
                  </a:lnTo>
                  <a:lnTo>
                    <a:pt x="1500287" y="4108785"/>
                  </a:lnTo>
                  <a:lnTo>
                    <a:pt x="1500405" y="4108785"/>
                  </a:lnTo>
                  <a:lnTo>
                    <a:pt x="1500405" y="4108354"/>
                  </a:lnTo>
                  <a:lnTo>
                    <a:pt x="1500522" y="4108354"/>
                  </a:lnTo>
                  <a:lnTo>
                    <a:pt x="1500640" y="4108354"/>
                  </a:lnTo>
                  <a:lnTo>
                    <a:pt x="1500758" y="4108354"/>
                  </a:lnTo>
                  <a:lnTo>
                    <a:pt x="1500993" y="4108354"/>
                  </a:lnTo>
                  <a:lnTo>
                    <a:pt x="1501228" y="4108354"/>
                  </a:lnTo>
                  <a:lnTo>
                    <a:pt x="1501346" y="4108354"/>
                  </a:lnTo>
                  <a:lnTo>
                    <a:pt x="1501463" y="4108354"/>
                  </a:lnTo>
                  <a:lnTo>
                    <a:pt x="1501581" y="4107924"/>
                  </a:lnTo>
                  <a:lnTo>
                    <a:pt x="1501581" y="4107493"/>
                  </a:lnTo>
                  <a:lnTo>
                    <a:pt x="1501698" y="4107493"/>
                  </a:lnTo>
                  <a:lnTo>
                    <a:pt x="1501698" y="4107062"/>
                  </a:lnTo>
                  <a:lnTo>
                    <a:pt x="1501816" y="4107062"/>
                  </a:lnTo>
                  <a:lnTo>
                    <a:pt x="1501934" y="4107062"/>
                  </a:lnTo>
                  <a:lnTo>
                    <a:pt x="1502051" y="4107062"/>
                  </a:lnTo>
                  <a:lnTo>
                    <a:pt x="1502522" y="4106632"/>
                  </a:lnTo>
                  <a:lnTo>
                    <a:pt x="1502875" y="4106201"/>
                  </a:lnTo>
                  <a:lnTo>
                    <a:pt x="1502875" y="4105771"/>
                  </a:lnTo>
                  <a:lnTo>
                    <a:pt x="1502875" y="4105340"/>
                  </a:lnTo>
                  <a:lnTo>
                    <a:pt x="1502875" y="4104909"/>
                  </a:lnTo>
                  <a:lnTo>
                    <a:pt x="1502992" y="4104909"/>
                  </a:lnTo>
                  <a:lnTo>
                    <a:pt x="1503110" y="4104479"/>
                  </a:lnTo>
                  <a:lnTo>
                    <a:pt x="1503227" y="4104479"/>
                  </a:lnTo>
                  <a:lnTo>
                    <a:pt x="1503345" y="4104479"/>
                  </a:lnTo>
                  <a:lnTo>
                    <a:pt x="1503463" y="4103618"/>
                  </a:lnTo>
                  <a:lnTo>
                    <a:pt x="1504404" y="4102756"/>
                  </a:lnTo>
                  <a:lnTo>
                    <a:pt x="1504756" y="4102756"/>
                  </a:lnTo>
                  <a:lnTo>
                    <a:pt x="1505109" y="4102756"/>
                  </a:lnTo>
                  <a:lnTo>
                    <a:pt x="1505462" y="4102756"/>
                  </a:lnTo>
                  <a:lnTo>
                    <a:pt x="1505462" y="4102326"/>
                  </a:lnTo>
                  <a:lnTo>
                    <a:pt x="1505580" y="4102326"/>
                  </a:lnTo>
                  <a:lnTo>
                    <a:pt x="1505933" y="4102326"/>
                  </a:lnTo>
                  <a:lnTo>
                    <a:pt x="1506050" y="4102326"/>
                  </a:lnTo>
                  <a:lnTo>
                    <a:pt x="1506285" y="4101465"/>
                  </a:lnTo>
                  <a:lnTo>
                    <a:pt x="1506638" y="4101465"/>
                  </a:lnTo>
                  <a:lnTo>
                    <a:pt x="1506756" y="4100603"/>
                  </a:lnTo>
                  <a:lnTo>
                    <a:pt x="1506873" y="4100603"/>
                  </a:lnTo>
                  <a:lnTo>
                    <a:pt x="1506991" y="4100173"/>
                  </a:lnTo>
                  <a:lnTo>
                    <a:pt x="1506991" y="4099742"/>
                  </a:lnTo>
                  <a:lnTo>
                    <a:pt x="1507226" y="4099312"/>
                  </a:lnTo>
                  <a:lnTo>
                    <a:pt x="1507579" y="4099312"/>
                  </a:lnTo>
                  <a:lnTo>
                    <a:pt x="1507697" y="4098881"/>
                  </a:lnTo>
                  <a:lnTo>
                    <a:pt x="1507814" y="4098881"/>
                  </a:lnTo>
                  <a:lnTo>
                    <a:pt x="1508285" y="4098881"/>
                  </a:lnTo>
                  <a:lnTo>
                    <a:pt x="1508402" y="4098881"/>
                  </a:lnTo>
                  <a:lnTo>
                    <a:pt x="1508520" y="4098881"/>
                  </a:lnTo>
                  <a:lnTo>
                    <a:pt x="1508991" y="4098020"/>
                  </a:lnTo>
                  <a:lnTo>
                    <a:pt x="1509461" y="4098020"/>
                  </a:lnTo>
                  <a:lnTo>
                    <a:pt x="1509579" y="4098020"/>
                  </a:lnTo>
                  <a:lnTo>
                    <a:pt x="1509814" y="4097589"/>
                  </a:lnTo>
                  <a:lnTo>
                    <a:pt x="1509931" y="4097589"/>
                  </a:lnTo>
                  <a:lnTo>
                    <a:pt x="1510049" y="4097589"/>
                  </a:lnTo>
                  <a:lnTo>
                    <a:pt x="1510167" y="4097589"/>
                  </a:lnTo>
                  <a:lnTo>
                    <a:pt x="1510637" y="4097589"/>
                  </a:lnTo>
                  <a:lnTo>
                    <a:pt x="1510755" y="4097589"/>
                  </a:lnTo>
                  <a:lnTo>
                    <a:pt x="1510872" y="4097589"/>
                  </a:lnTo>
                  <a:lnTo>
                    <a:pt x="1511343" y="4097589"/>
                  </a:lnTo>
                  <a:lnTo>
                    <a:pt x="1511343" y="4097159"/>
                  </a:lnTo>
                  <a:lnTo>
                    <a:pt x="1511931" y="4097159"/>
                  </a:lnTo>
                  <a:lnTo>
                    <a:pt x="1512048" y="4097159"/>
                  </a:lnTo>
                  <a:lnTo>
                    <a:pt x="1512401" y="4096728"/>
                  </a:lnTo>
                  <a:lnTo>
                    <a:pt x="1512519" y="4096728"/>
                  </a:lnTo>
                  <a:lnTo>
                    <a:pt x="1512637" y="4096728"/>
                  </a:lnTo>
                  <a:lnTo>
                    <a:pt x="1512989" y="4095867"/>
                  </a:lnTo>
                  <a:lnTo>
                    <a:pt x="1513225" y="4095867"/>
                  </a:lnTo>
                  <a:lnTo>
                    <a:pt x="1513460" y="4095867"/>
                  </a:lnTo>
                  <a:lnTo>
                    <a:pt x="1513577" y="4095867"/>
                  </a:lnTo>
                  <a:lnTo>
                    <a:pt x="1513695" y="4095867"/>
                  </a:lnTo>
                  <a:lnTo>
                    <a:pt x="1513813" y="4095867"/>
                  </a:lnTo>
                  <a:lnTo>
                    <a:pt x="1514048" y="4095436"/>
                  </a:lnTo>
                  <a:lnTo>
                    <a:pt x="1514166" y="4095006"/>
                  </a:lnTo>
                  <a:lnTo>
                    <a:pt x="1514401" y="4095006"/>
                  </a:lnTo>
                  <a:lnTo>
                    <a:pt x="1514518" y="4095006"/>
                  </a:lnTo>
                  <a:lnTo>
                    <a:pt x="1514754" y="4095006"/>
                  </a:lnTo>
                  <a:lnTo>
                    <a:pt x="1514871" y="4095006"/>
                  </a:lnTo>
                  <a:lnTo>
                    <a:pt x="1515106" y="4095006"/>
                  </a:lnTo>
                  <a:lnTo>
                    <a:pt x="1515106" y="4094575"/>
                  </a:lnTo>
                  <a:lnTo>
                    <a:pt x="1515459" y="4094575"/>
                  </a:lnTo>
                  <a:lnTo>
                    <a:pt x="1515577" y="4094575"/>
                  </a:lnTo>
                  <a:lnTo>
                    <a:pt x="1515812" y="4093714"/>
                  </a:lnTo>
                  <a:lnTo>
                    <a:pt x="1515930" y="4093283"/>
                  </a:lnTo>
                  <a:lnTo>
                    <a:pt x="1516047" y="4093283"/>
                  </a:lnTo>
                  <a:lnTo>
                    <a:pt x="1516871" y="4092853"/>
                  </a:lnTo>
                  <a:lnTo>
                    <a:pt x="1516988" y="4092853"/>
                  </a:lnTo>
                  <a:lnTo>
                    <a:pt x="1517106" y="4092853"/>
                  </a:lnTo>
                  <a:lnTo>
                    <a:pt x="1517224" y="4092853"/>
                  </a:lnTo>
                  <a:lnTo>
                    <a:pt x="1517341" y="4091561"/>
                  </a:lnTo>
                  <a:lnTo>
                    <a:pt x="1517812" y="4091561"/>
                  </a:lnTo>
                  <a:lnTo>
                    <a:pt x="1518047" y="4091130"/>
                  </a:lnTo>
                  <a:lnTo>
                    <a:pt x="1518164" y="4091130"/>
                  </a:lnTo>
                  <a:lnTo>
                    <a:pt x="1518282" y="4090700"/>
                  </a:lnTo>
                  <a:lnTo>
                    <a:pt x="1518282" y="4090269"/>
                  </a:lnTo>
                  <a:lnTo>
                    <a:pt x="1518400" y="4090269"/>
                  </a:lnTo>
                  <a:lnTo>
                    <a:pt x="1518517" y="4090269"/>
                  </a:lnTo>
                  <a:lnTo>
                    <a:pt x="1518635" y="4090269"/>
                  </a:lnTo>
                  <a:lnTo>
                    <a:pt x="1518870" y="4090269"/>
                  </a:lnTo>
                  <a:lnTo>
                    <a:pt x="1518988" y="4090269"/>
                  </a:lnTo>
                  <a:lnTo>
                    <a:pt x="1518988" y="4089838"/>
                  </a:lnTo>
                  <a:lnTo>
                    <a:pt x="1519223" y="4089408"/>
                  </a:lnTo>
                  <a:lnTo>
                    <a:pt x="1519223" y="4088977"/>
                  </a:lnTo>
                  <a:lnTo>
                    <a:pt x="1519223" y="4088547"/>
                  </a:lnTo>
                  <a:lnTo>
                    <a:pt x="1519223" y="4088116"/>
                  </a:lnTo>
                  <a:lnTo>
                    <a:pt x="1519341" y="4088116"/>
                  </a:lnTo>
                  <a:lnTo>
                    <a:pt x="1519341" y="4087685"/>
                  </a:lnTo>
                  <a:lnTo>
                    <a:pt x="1519458" y="4087685"/>
                  </a:lnTo>
                  <a:lnTo>
                    <a:pt x="1519576" y="4087685"/>
                  </a:lnTo>
                  <a:lnTo>
                    <a:pt x="1519811" y="4087685"/>
                  </a:lnTo>
                  <a:lnTo>
                    <a:pt x="1520046" y="4087685"/>
                  </a:lnTo>
                  <a:lnTo>
                    <a:pt x="1520281" y="4087685"/>
                  </a:lnTo>
                  <a:lnTo>
                    <a:pt x="1520399" y="4087685"/>
                  </a:lnTo>
                  <a:lnTo>
                    <a:pt x="1520399" y="4087255"/>
                  </a:lnTo>
                  <a:lnTo>
                    <a:pt x="1521458" y="4086394"/>
                  </a:lnTo>
                  <a:lnTo>
                    <a:pt x="1521693" y="4086394"/>
                  </a:lnTo>
                  <a:lnTo>
                    <a:pt x="1521693" y="4085963"/>
                  </a:lnTo>
                  <a:lnTo>
                    <a:pt x="1521928" y="4085963"/>
                  </a:lnTo>
                  <a:lnTo>
                    <a:pt x="1522046" y="4085963"/>
                  </a:lnTo>
                  <a:lnTo>
                    <a:pt x="1522399" y="4085963"/>
                  </a:lnTo>
                  <a:lnTo>
                    <a:pt x="1522516" y="4085963"/>
                  </a:lnTo>
                  <a:lnTo>
                    <a:pt x="1522516" y="4085532"/>
                  </a:lnTo>
                  <a:lnTo>
                    <a:pt x="1522634" y="4085532"/>
                  </a:lnTo>
                  <a:lnTo>
                    <a:pt x="1522751" y="4085102"/>
                  </a:lnTo>
                  <a:lnTo>
                    <a:pt x="1522869" y="4085102"/>
                  </a:lnTo>
                  <a:lnTo>
                    <a:pt x="1523222" y="4085102"/>
                  </a:lnTo>
                  <a:lnTo>
                    <a:pt x="1523222" y="4084671"/>
                  </a:lnTo>
                  <a:lnTo>
                    <a:pt x="1523457" y="4084671"/>
                  </a:lnTo>
                  <a:lnTo>
                    <a:pt x="1523575" y="4084671"/>
                  </a:lnTo>
                  <a:lnTo>
                    <a:pt x="1523810" y="4084671"/>
                  </a:lnTo>
                  <a:lnTo>
                    <a:pt x="1524045" y="4084241"/>
                  </a:lnTo>
                  <a:lnTo>
                    <a:pt x="1524163" y="4084241"/>
                  </a:lnTo>
                  <a:lnTo>
                    <a:pt x="1524280" y="4084241"/>
                  </a:lnTo>
                  <a:lnTo>
                    <a:pt x="1524516" y="4084241"/>
                  </a:lnTo>
                  <a:lnTo>
                    <a:pt x="1524633" y="4084241"/>
                  </a:lnTo>
                  <a:lnTo>
                    <a:pt x="1524633" y="4082518"/>
                  </a:lnTo>
                  <a:lnTo>
                    <a:pt x="1524751" y="4082518"/>
                  </a:lnTo>
                  <a:lnTo>
                    <a:pt x="1524868" y="4082518"/>
                  </a:lnTo>
                  <a:lnTo>
                    <a:pt x="1525104" y="4082518"/>
                  </a:lnTo>
                  <a:lnTo>
                    <a:pt x="1525339" y="4082518"/>
                  </a:lnTo>
                  <a:lnTo>
                    <a:pt x="1525339" y="4082088"/>
                  </a:lnTo>
                  <a:lnTo>
                    <a:pt x="1525339" y="4081657"/>
                  </a:lnTo>
                  <a:lnTo>
                    <a:pt x="1525339" y="4081226"/>
                  </a:lnTo>
                  <a:lnTo>
                    <a:pt x="1525927" y="4080796"/>
                  </a:lnTo>
                  <a:lnTo>
                    <a:pt x="1526045" y="4080796"/>
                  </a:lnTo>
                  <a:lnTo>
                    <a:pt x="1526162" y="4080796"/>
                  </a:lnTo>
                  <a:lnTo>
                    <a:pt x="1526280" y="4080796"/>
                  </a:lnTo>
                  <a:lnTo>
                    <a:pt x="1526397" y="4080796"/>
                  </a:lnTo>
                  <a:lnTo>
                    <a:pt x="1526515" y="4080796"/>
                  </a:lnTo>
                  <a:lnTo>
                    <a:pt x="1526750" y="4079935"/>
                  </a:lnTo>
                  <a:lnTo>
                    <a:pt x="1526868" y="4079935"/>
                  </a:lnTo>
                  <a:lnTo>
                    <a:pt x="1526986" y="4079935"/>
                  </a:lnTo>
                  <a:lnTo>
                    <a:pt x="1527221" y="4078643"/>
                  </a:lnTo>
                  <a:lnTo>
                    <a:pt x="1527338" y="4078643"/>
                  </a:lnTo>
                  <a:lnTo>
                    <a:pt x="1527456" y="4078212"/>
                  </a:lnTo>
                  <a:lnTo>
                    <a:pt x="1527574" y="4078212"/>
                  </a:lnTo>
                  <a:lnTo>
                    <a:pt x="1527691" y="4078212"/>
                  </a:lnTo>
                  <a:lnTo>
                    <a:pt x="1527809" y="4078212"/>
                  </a:lnTo>
                  <a:lnTo>
                    <a:pt x="1527809" y="4077782"/>
                  </a:lnTo>
                  <a:lnTo>
                    <a:pt x="1527926" y="4077782"/>
                  </a:lnTo>
                  <a:lnTo>
                    <a:pt x="1528279" y="4076490"/>
                  </a:lnTo>
                  <a:lnTo>
                    <a:pt x="1528397" y="4076490"/>
                  </a:lnTo>
                  <a:lnTo>
                    <a:pt x="1528514" y="4076490"/>
                  </a:lnTo>
                  <a:lnTo>
                    <a:pt x="1529103" y="4076059"/>
                  </a:lnTo>
                  <a:lnTo>
                    <a:pt x="1529691" y="4076059"/>
                  </a:lnTo>
                  <a:lnTo>
                    <a:pt x="1529808" y="4076059"/>
                  </a:lnTo>
                  <a:lnTo>
                    <a:pt x="1529808" y="4075198"/>
                  </a:lnTo>
                  <a:lnTo>
                    <a:pt x="1529926" y="4074767"/>
                  </a:lnTo>
                  <a:lnTo>
                    <a:pt x="1530161" y="4074767"/>
                  </a:lnTo>
                  <a:lnTo>
                    <a:pt x="1530161" y="4073906"/>
                  </a:lnTo>
                  <a:lnTo>
                    <a:pt x="1530749" y="4073906"/>
                  </a:lnTo>
                  <a:lnTo>
                    <a:pt x="1530867" y="4073906"/>
                  </a:lnTo>
                  <a:lnTo>
                    <a:pt x="1530984" y="4073476"/>
                  </a:lnTo>
                  <a:lnTo>
                    <a:pt x="1531102" y="4073045"/>
                  </a:lnTo>
                  <a:lnTo>
                    <a:pt x="1531220" y="4072614"/>
                  </a:lnTo>
                  <a:lnTo>
                    <a:pt x="1531220" y="4071753"/>
                  </a:lnTo>
                  <a:lnTo>
                    <a:pt x="1531337" y="4071753"/>
                  </a:lnTo>
                  <a:lnTo>
                    <a:pt x="1531455" y="4071753"/>
                  </a:lnTo>
                  <a:lnTo>
                    <a:pt x="1531572" y="4071753"/>
                  </a:lnTo>
                  <a:lnTo>
                    <a:pt x="1531690" y="4071753"/>
                  </a:lnTo>
                  <a:lnTo>
                    <a:pt x="1531690" y="4071323"/>
                  </a:lnTo>
                  <a:lnTo>
                    <a:pt x="1531690" y="4070892"/>
                  </a:lnTo>
                  <a:lnTo>
                    <a:pt x="1531808" y="4070892"/>
                  </a:lnTo>
                  <a:lnTo>
                    <a:pt x="1531925" y="4070892"/>
                  </a:lnTo>
                  <a:lnTo>
                    <a:pt x="1532043" y="4070892"/>
                  </a:lnTo>
                  <a:lnTo>
                    <a:pt x="1532043" y="4070461"/>
                  </a:lnTo>
                  <a:lnTo>
                    <a:pt x="1532161" y="4070461"/>
                  </a:lnTo>
                  <a:lnTo>
                    <a:pt x="1532278" y="4070461"/>
                  </a:lnTo>
                  <a:lnTo>
                    <a:pt x="1532278" y="4070031"/>
                  </a:lnTo>
                  <a:lnTo>
                    <a:pt x="1532278" y="4069600"/>
                  </a:lnTo>
                  <a:lnTo>
                    <a:pt x="1532396" y="4069600"/>
                  </a:lnTo>
                  <a:lnTo>
                    <a:pt x="1532513" y="4069600"/>
                  </a:lnTo>
                  <a:lnTo>
                    <a:pt x="1532866" y="4069170"/>
                  </a:lnTo>
                  <a:lnTo>
                    <a:pt x="1533101" y="4069170"/>
                  </a:lnTo>
                  <a:lnTo>
                    <a:pt x="1533219" y="4069170"/>
                  </a:lnTo>
                  <a:lnTo>
                    <a:pt x="1533337" y="4068308"/>
                  </a:lnTo>
                  <a:lnTo>
                    <a:pt x="1533337" y="4067447"/>
                  </a:lnTo>
                  <a:lnTo>
                    <a:pt x="1533572" y="4067017"/>
                  </a:lnTo>
                  <a:lnTo>
                    <a:pt x="1533690" y="4067017"/>
                  </a:lnTo>
                  <a:lnTo>
                    <a:pt x="1533807" y="4067017"/>
                  </a:lnTo>
                  <a:lnTo>
                    <a:pt x="1534042" y="4066586"/>
                  </a:lnTo>
                  <a:lnTo>
                    <a:pt x="1534042" y="4066155"/>
                  </a:lnTo>
                  <a:lnTo>
                    <a:pt x="1534042" y="4065725"/>
                  </a:lnTo>
                  <a:lnTo>
                    <a:pt x="1534278" y="4065725"/>
                  </a:lnTo>
                  <a:lnTo>
                    <a:pt x="1534395" y="4065725"/>
                  </a:lnTo>
                  <a:lnTo>
                    <a:pt x="1534748" y="4065294"/>
                  </a:lnTo>
                  <a:lnTo>
                    <a:pt x="1534866" y="4065294"/>
                  </a:lnTo>
                  <a:lnTo>
                    <a:pt x="1534983" y="4065294"/>
                  </a:lnTo>
                  <a:lnTo>
                    <a:pt x="1535101" y="4064864"/>
                  </a:lnTo>
                  <a:lnTo>
                    <a:pt x="1535218" y="4064864"/>
                  </a:lnTo>
                  <a:lnTo>
                    <a:pt x="1535336" y="4064864"/>
                  </a:lnTo>
                  <a:lnTo>
                    <a:pt x="1535454" y="4064864"/>
                  </a:lnTo>
                  <a:lnTo>
                    <a:pt x="1535571" y="4064433"/>
                  </a:lnTo>
                  <a:lnTo>
                    <a:pt x="1535689" y="4064433"/>
                  </a:lnTo>
                  <a:lnTo>
                    <a:pt x="1535807" y="4064433"/>
                  </a:lnTo>
                  <a:lnTo>
                    <a:pt x="1536042" y="4064433"/>
                  </a:lnTo>
                  <a:lnTo>
                    <a:pt x="1536512" y="4064433"/>
                  </a:lnTo>
                  <a:lnTo>
                    <a:pt x="1536630" y="4063572"/>
                  </a:lnTo>
                  <a:lnTo>
                    <a:pt x="1536747" y="4063141"/>
                  </a:lnTo>
                  <a:lnTo>
                    <a:pt x="1536865" y="4063141"/>
                  </a:lnTo>
                  <a:lnTo>
                    <a:pt x="1536983" y="4063141"/>
                  </a:lnTo>
                  <a:lnTo>
                    <a:pt x="1537218" y="4063141"/>
                  </a:lnTo>
                  <a:lnTo>
                    <a:pt x="1537336" y="4063141"/>
                  </a:lnTo>
                  <a:lnTo>
                    <a:pt x="1537453" y="4063141"/>
                  </a:lnTo>
                  <a:lnTo>
                    <a:pt x="1537924" y="4062711"/>
                  </a:lnTo>
                  <a:lnTo>
                    <a:pt x="1538041" y="4062711"/>
                  </a:lnTo>
                  <a:lnTo>
                    <a:pt x="1538159" y="4062711"/>
                  </a:lnTo>
                  <a:lnTo>
                    <a:pt x="1538159" y="4062280"/>
                  </a:lnTo>
                  <a:lnTo>
                    <a:pt x="1538394" y="4062280"/>
                  </a:lnTo>
                  <a:lnTo>
                    <a:pt x="1538629" y="4061849"/>
                  </a:lnTo>
                  <a:lnTo>
                    <a:pt x="1539217" y="4060127"/>
                  </a:lnTo>
                  <a:lnTo>
                    <a:pt x="1539335" y="4059696"/>
                  </a:lnTo>
                  <a:lnTo>
                    <a:pt x="1539570" y="4059696"/>
                  </a:lnTo>
                  <a:lnTo>
                    <a:pt x="1539805" y="4059696"/>
                  </a:lnTo>
                  <a:lnTo>
                    <a:pt x="1540041" y="4059696"/>
                  </a:lnTo>
                  <a:lnTo>
                    <a:pt x="1540041" y="4059266"/>
                  </a:lnTo>
                  <a:lnTo>
                    <a:pt x="1540158" y="4059266"/>
                  </a:lnTo>
                  <a:lnTo>
                    <a:pt x="1540158" y="4058405"/>
                  </a:lnTo>
                  <a:lnTo>
                    <a:pt x="1540394" y="4058405"/>
                  </a:lnTo>
                  <a:lnTo>
                    <a:pt x="1540394" y="4057543"/>
                  </a:lnTo>
                  <a:lnTo>
                    <a:pt x="1540394" y="4057113"/>
                  </a:lnTo>
                  <a:lnTo>
                    <a:pt x="1540511" y="4056682"/>
                  </a:lnTo>
                  <a:lnTo>
                    <a:pt x="1540629" y="4056252"/>
                  </a:lnTo>
                  <a:lnTo>
                    <a:pt x="1541334" y="4055821"/>
                  </a:lnTo>
                  <a:lnTo>
                    <a:pt x="1541687" y="4055821"/>
                  </a:lnTo>
                  <a:lnTo>
                    <a:pt x="1541805" y="4055821"/>
                  </a:lnTo>
                  <a:lnTo>
                    <a:pt x="1541923" y="4054960"/>
                  </a:lnTo>
                  <a:lnTo>
                    <a:pt x="1541923" y="4054529"/>
                  </a:lnTo>
                  <a:lnTo>
                    <a:pt x="1541923" y="4054099"/>
                  </a:lnTo>
                  <a:lnTo>
                    <a:pt x="1542275" y="4053668"/>
                  </a:lnTo>
                  <a:lnTo>
                    <a:pt x="1542511" y="4053237"/>
                  </a:lnTo>
                  <a:lnTo>
                    <a:pt x="1542628" y="4052807"/>
                  </a:lnTo>
                  <a:lnTo>
                    <a:pt x="1543099" y="4052376"/>
                  </a:lnTo>
                  <a:lnTo>
                    <a:pt x="1543216" y="4051515"/>
                  </a:lnTo>
                  <a:lnTo>
                    <a:pt x="1543334" y="4051515"/>
                  </a:lnTo>
                  <a:lnTo>
                    <a:pt x="1543451" y="4051515"/>
                  </a:lnTo>
                  <a:lnTo>
                    <a:pt x="1543569" y="4050654"/>
                  </a:lnTo>
                  <a:lnTo>
                    <a:pt x="1543687" y="4050654"/>
                  </a:lnTo>
                  <a:lnTo>
                    <a:pt x="1543804" y="4050654"/>
                  </a:lnTo>
                  <a:lnTo>
                    <a:pt x="1543922" y="4050654"/>
                  </a:lnTo>
                  <a:lnTo>
                    <a:pt x="1544040" y="4050654"/>
                  </a:lnTo>
                  <a:lnTo>
                    <a:pt x="1544157" y="4050654"/>
                  </a:lnTo>
                  <a:lnTo>
                    <a:pt x="1544275" y="4050654"/>
                  </a:lnTo>
                  <a:lnTo>
                    <a:pt x="1544628" y="4049793"/>
                  </a:lnTo>
                  <a:lnTo>
                    <a:pt x="1544745" y="4048501"/>
                  </a:lnTo>
                  <a:lnTo>
                    <a:pt x="1544980" y="4048501"/>
                  </a:lnTo>
                  <a:lnTo>
                    <a:pt x="1544980" y="4047640"/>
                  </a:lnTo>
                  <a:lnTo>
                    <a:pt x="1545333" y="4047209"/>
                  </a:lnTo>
                  <a:lnTo>
                    <a:pt x="1545333" y="4046778"/>
                  </a:lnTo>
                  <a:lnTo>
                    <a:pt x="1545333" y="4046348"/>
                  </a:lnTo>
                  <a:lnTo>
                    <a:pt x="1545451" y="4046348"/>
                  </a:lnTo>
                  <a:lnTo>
                    <a:pt x="1545686" y="4045487"/>
                  </a:lnTo>
                  <a:lnTo>
                    <a:pt x="1545804" y="4045487"/>
                  </a:lnTo>
                  <a:lnTo>
                    <a:pt x="1545804" y="4045056"/>
                  </a:lnTo>
                  <a:lnTo>
                    <a:pt x="1545921" y="4044195"/>
                  </a:lnTo>
                  <a:lnTo>
                    <a:pt x="1546274" y="4043334"/>
                  </a:lnTo>
                  <a:lnTo>
                    <a:pt x="1546392" y="4043334"/>
                  </a:lnTo>
                  <a:lnTo>
                    <a:pt x="1546392" y="4042903"/>
                  </a:lnTo>
                  <a:lnTo>
                    <a:pt x="1546392" y="4042472"/>
                  </a:lnTo>
                  <a:lnTo>
                    <a:pt x="1546627" y="4042472"/>
                  </a:lnTo>
                  <a:lnTo>
                    <a:pt x="1546980" y="4042042"/>
                  </a:lnTo>
                  <a:lnTo>
                    <a:pt x="1547098" y="4042042"/>
                  </a:lnTo>
                  <a:lnTo>
                    <a:pt x="1547215" y="4041611"/>
                  </a:lnTo>
                  <a:lnTo>
                    <a:pt x="1547450" y="4041181"/>
                  </a:lnTo>
                  <a:lnTo>
                    <a:pt x="1547568" y="4041181"/>
                  </a:lnTo>
                  <a:lnTo>
                    <a:pt x="1547686" y="4041181"/>
                  </a:lnTo>
                  <a:lnTo>
                    <a:pt x="1547803" y="4041181"/>
                  </a:lnTo>
                  <a:lnTo>
                    <a:pt x="1547921" y="4040319"/>
                  </a:lnTo>
                  <a:lnTo>
                    <a:pt x="1548156" y="4040319"/>
                  </a:lnTo>
                  <a:lnTo>
                    <a:pt x="1548156" y="4039889"/>
                  </a:lnTo>
                  <a:lnTo>
                    <a:pt x="1548156" y="4039458"/>
                  </a:lnTo>
                  <a:lnTo>
                    <a:pt x="1548391" y="4039028"/>
                  </a:lnTo>
                  <a:lnTo>
                    <a:pt x="1548391" y="4038597"/>
                  </a:lnTo>
                  <a:lnTo>
                    <a:pt x="1548391" y="4038166"/>
                  </a:lnTo>
                  <a:lnTo>
                    <a:pt x="1548509" y="4038166"/>
                  </a:lnTo>
                  <a:lnTo>
                    <a:pt x="1548979" y="4037736"/>
                  </a:lnTo>
                  <a:lnTo>
                    <a:pt x="1549097" y="4037736"/>
                  </a:lnTo>
                  <a:lnTo>
                    <a:pt x="1549215" y="4037305"/>
                  </a:lnTo>
                  <a:lnTo>
                    <a:pt x="1549450" y="4037305"/>
                  </a:lnTo>
                  <a:lnTo>
                    <a:pt x="1549685" y="4037305"/>
                  </a:lnTo>
                  <a:lnTo>
                    <a:pt x="1549920" y="4037305"/>
                  </a:lnTo>
                  <a:lnTo>
                    <a:pt x="1550156" y="4036013"/>
                  </a:lnTo>
                  <a:lnTo>
                    <a:pt x="1550273" y="4036013"/>
                  </a:lnTo>
                  <a:lnTo>
                    <a:pt x="1550391" y="4036013"/>
                  </a:lnTo>
                  <a:lnTo>
                    <a:pt x="1551214" y="4035152"/>
                  </a:lnTo>
                  <a:lnTo>
                    <a:pt x="1551214" y="4034722"/>
                  </a:lnTo>
                  <a:lnTo>
                    <a:pt x="1551332" y="4034722"/>
                  </a:lnTo>
                  <a:lnTo>
                    <a:pt x="1551567" y="4034722"/>
                  </a:lnTo>
                  <a:lnTo>
                    <a:pt x="1551684" y="4034722"/>
                  </a:lnTo>
                  <a:lnTo>
                    <a:pt x="1551802" y="4034722"/>
                  </a:lnTo>
                  <a:lnTo>
                    <a:pt x="1552037" y="4034722"/>
                  </a:lnTo>
                  <a:lnTo>
                    <a:pt x="1552155" y="4034291"/>
                  </a:lnTo>
                  <a:lnTo>
                    <a:pt x="1552390" y="4034291"/>
                  </a:lnTo>
                  <a:lnTo>
                    <a:pt x="1552978" y="4034291"/>
                  </a:lnTo>
                  <a:lnTo>
                    <a:pt x="1553449" y="4034291"/>
                  </a:lnTo>
                  <a:lnTo>
                    <a:pt x="1553684" y="4034291"/>
                  </a:lnTo>
                  <a:lnTo>
                    <a:pt x="1553802" y="4034291"/>
                  </a:lnTo>
                  <a:lnTo>
                    <a:pt x="1554037" y="4034291"/>
                  </a:lnTo>
                  <a:lnTo>
                    <a:pt x="1554154" y="4033860"/>
                  </a:lnTo>
                  <a:lnTo>
                    <a:pt x="1554390" y="4033860"/>
                  </a:lnTo>
                  <a:lnTo>
                    <a:pt x="1554507" y="4033860"/>
                  </a:lnTo>
                  <a:lnTo>
                    <a:pt x="1554742" y="4032999"/>
                  </a:lnTo>
                  <a:lnTo>
                    <a:pt x="1555331" y="4032569"/>
                  </a:lnTo>
                  <a:lnTo>
                    <a:pt x="1555448" y="4032569"/>
                  </a:lnTo>
                  <a:lnTo>
                    <a:pt x="1555448" y="4032138"/>
                  </a:lnTo>
                  <a:lnTo>
                    <a:pt x="1555566" y="4032138"/>
                  </a:lnTo>
                  <a:lnTo>
                    <a:pt x="1555801" y="4032138"/>
                  </a:lnTo>
                  <a:lnTo>
                    <a:pt x="1555801" y="4031277"/>
                  </a:lnTo>
                  <a:lnTo>
                    <a:pt x="1555919" y="4030846"/>
                  </a:lnTo>
                  <a:lnTo>
                    <a:pt x="1555919" y="4030416"/>
                  </a:lnTo>
                  <a:lnTo>
                    <a:pt x="1556389" y="4030416"/>
                  </a:lnTo>
                  <a:lnTo>
                    <a:pt x="1556742" y="4030416"/>
                  </a:lnTo>
                  <a:lnTo>
                    <a:pt x="1557095" y="4030416"/>
                  </a:lnTo>
                  <a:lnTo>
                    <a:pt x="1557095" y="4029985"/>
                  </a:lnTo>
                  <a:lnTo>
                    <a:pt x="1557330" y="4029554"/>
                  </a:lnTo>
                  <a:lnTo>
                    <a:pt x="1557683" y="4029554"/>
                  </a:lnTo>
                  <a:lnTo>
                    <a:pt x="1557800" y="4029554"/>
                  </a:lnTo>
                  <a:lnTo>
                    <a:pt x="1558036" y="4028693"/>
                  </a:lnTo>
                  <a:lnTo>
                    <a:pt x="1558036" y="4028263"/>
                  </a:lnTo>
                  <a:lnTo>
                    <a:pt x="1558153" y="4028263"/>
                  </a:lnTo>
                  <a:lnTo>
                    <a:pt x="1558271" y="4028263"/>
                  </a:lnTo>
                  <a:lnTo>
                    <a:pt x="1558389" y="4028263"/>
                  </a:lnTo>
                  <a:lnTo>
                    <a:pt x="1558506" y="4028263"/>
                  </a:lnTo>
                  <a:lnTo>
                    <a:pt x="1558624" y="4027832"/>
                  </a:lnTo>
                  <a:lnTo>
                    <a:pt x="1558741" y="4027832"/>
                  </a:lnTo>
                  <a:lnTo>
                    <a:pt x="1559094" y="4027401"/>
                  </a:lnTo>
                  <a:lnTo>
                    <a:pt x="1559212" y="4027401"/>
                  </a:lnTo>
                  <a:lnTo>
                    <a:pt x="1560270" y="4026110"/>
                  </a:lnTo>
                  <a:lnTo>
                    <a:pt x="1560270" y="4025679"/>
                  </a:lnTo>
                  <a:lnTo>
                    <a:pt x="1560270" y="4025248"/>
                  </a:lnTo>
                  <a:lnTo>
                    <a:pt x="1560270" y="4024818"/>
                  </a:lnTo>
                  <a:lnTo>
                    <a:pt x="1560270" y="4024387"/>
                  </a:lnTo>
                  <a:lnTo>
                    <a:pt x="1560506" y="4023957"/>
                  </a:lnTo>
                  <a:lnTo>
                    <a:pt x="1560623" y="4023526"/>
                  </a:lnTo>
                  <a:lnTo>
                    <a:pt x="1560858" y="4023095"/>
                  </a:lnTo>
                  <a:lnTo>
                    <a:pt x="1560976" y="4023095"/>
                  </a:lnTo>
                  <a:lnTo>
                    <a:pt x="1561094" y="4023095"/>
                  </a:lnTo>
                  <a:lnTo>
                    <a:pt x="1561211" y="4023095"/>
                  </a:lnTo>
                  <a:lnTo>
                    <a:pt x="1561329" y="4022665"/>
                  </a:lnTo>
                  <a:lnTo>
                    <a:pt x="1561446" y="4022234"/>
                  </a:lnTo>
                  <a:lnTo>
                    <a:pt x="1561564" y="4022234"/>
                  </a:lnTo>
                  <a:lnTo>
                    <a:pt x="1561799" y="4022234"/>
                  </a:lnTo>
                  <a:lnTo>
                    <a:pt x="1561799" y="4021804"/>
                  </a:lnTo>
                  <a:lnTo>
                    <a:pt x="1561799" y="4021373"/>
                  </a:lnTo>
                  <a:lnTo>
                    <a:pt x="1561917" y="4021373"/>
                  </a:lnTo>
                  <a:lnTo>
                    <a:pt x="1562152" y="4021373"/>
                  </a:lnTo>
                  <a:lnTo>
                    <a:pt x="1562270" y="4021373"/>
                  </a:lnTo>
                  <a:lnTo>
                    <a:pt x="1562387" y="4021373"/>
                  </a:lnTo>
                  <a:lnTo>
                    <a:pt x="1562505" y="4021373"/>
                  </a:lnTo>
                  <a:lnTo>
                    <a:pt x="1562505" y="4020942"/>
                  </a:lnTo>
                  <a:lnTo>
                    <a:pt x="1562623" y="4020942"/>
                  </a:lnTo>
                  <a:lnTo>
                    <a:pt x="1562858" y="4020081"/>
                  </a:lnTo>
                  <a:lnTo>
                    <a:pt x="1562858" y="4019651"/>
                  </a:lnTo>
                  <a:lnTo>
                    <a:pt x="1562975" y="4018789"/>
                  </a:lnTo>
                  <a:lnTo>
                    <a:pt x="1562975" y="4018359"/>
                  </a:lnTo>
                  <a:lnTo>
                    <a:pt x="1563093" y="4018359"/>
                  </a:lnTo>
                  <a:lnTo>
                    <a:pt x="1563446" y="4018359"/>
                  </a:lnTo>
                  <a:lnTo>
                    <a:pt x="1563446" y="4017928"/>
                  </a:lnTo>
                  <a:lnTo>
                    <a:pt x="1563564" y="4017928"/>
                  </a:lnTo>
                  <a:lnTo>
                    <a:pt x="1563564" y="4017498"/>
                  </a:lnTo>
                  <a:lnTo>
                    <a:pt x="1563681" y="4017498"/>
                  </a:lnTo>
                  <a:lnTo>
                    <a:pt x="1563916" y="4017498"/>
                  </a:lnTo>
                  <a:lnTo>
                    <a:pt x="1564269" y="4017498"/>
                  </a:lnTo>
                  <a:lnTo>
                    <a:pt x="1564504" y="4017067"/>
                  </a:lnTo>
                  <a:lnTo>
                    <a:pt x="1564857" y="4016636"/>
                  </a:lnTo>
                  <a:lnTo>
                    <a:pt x="1564975" y="4016206"/>
                  </a:lnTo>
                  <a:lnTo>
                    <a:pt x="1565093" y="4016206"/>
                  </a:lnTo>
                  <a:lnTo>
                    <a:pt x="1565328" y="4015345"/>
                  </a:lnTo>
                  <a:lnTo>
                    <a:pt x="1565563" y="4015345"/>
                  </a:lnTo>
                  <a:lnTo>
                    <a:pt x="1565916" y="4014914"/>
                  </a:lnTo>
                  <a:lnTo>
                    <a:pt x="1566033" y="4014914"/>
                  </a:lnTo>
                  <a:lnTo>
                    <a:pt x="1566622" y="4014483"/>
                  </a:lnTo>
                  <a:lnTo>
                    <a:pt x="1566974" y="4014053"/>
                  </a:lnTo>
                  <a:lnTo>
                    <a:pt x="1567092" y="4013622"/>
                  </a:lnTo>
                  <a:lnTo>
                    <a:pt x="1567210" y="4013192"/>
                  </a:lnTo>
                  <a:lnTo>
                    <a:pt x="1567445" y="4012761"/>
                  </a:lnTo>
                  <a:lnTo>
                    <a:pt x="1567562" y="4012761"/>
                  </a:lnTo>
                  <a:lnTo>
                    <a:pt x="1567680" y="4012761"/>
                  </a:lnTo>
                  <a:lnTo>
                    <a:pt x="1567915" y="4012761"/>
                  </a:lnTo>
                  <a:lnTo>
                    <a:pt x="1568033" y="4012761"/>
                  </a:lnTo>
                  <a:lnTo>
                    <a:pt x="1568268" y="4012330"/>
                  </a:lnTo>
                  <a:lnTo>
                    <a:pt x="1568739" y="4011900"/>
                  </a:lnTo>
                  <a:lnTo>
                    <a:pt x="1569091" y="4011900"/>
                  </a:lnTo>
                  <a:lnTo>
                    <a:pt x="1569327" y="4011900"/>
                  </a:lnTo>
                  <a:lnTo>
                    <a:pt x="1569327" y="4011039"/>
                  </a:lnTo>
                  <a:lnTo>
                    <a:pt x="1569444" y="4011039"/>
                  </a:lnTo>
                  <a:lnTo>
                    <a:pt x="1569444" y="4010608"/>
                  </a:lnTo>
                  <a:lnTo>
                    <a:pt x="1569679" y="4010608"/>
                  </a:lnTo>
                  <a:lnTo>
                    <a:pt x="1569915" y="4009316"/>
                  </a:lnTo>
                  <a:lnTo>
                    <a:pt x="1569915" y="4008886"/>
                  </a:lnTo>
                  <a:lnTo>
                    <a:pt x="1570032" y="4008455"/>
                  </a:lnTo>
                  <a:lnTo>
                    <a:pt x="1570385" y="4008455"/>
                  </a:lnTo>
                  <a:lnTo>
                    <a:pt x="1570620" y="4008455"/>
                  </a:lnTo>
                  <a:lnTo>
                    <a:pt x="1570738" y="4008455"/>
                  </a:lnTo>
                  <a:lnTo>
                    <a:pt x="1571091" y="4008455"/>
                  </a:lnTo>
                  <a:lnTo>
                    <a:pt x="1571208" y="4008455"/>
                  </a:lnTo>
                  <a:lnTo>
                    <a:pt x="1571208" y="4008024"/>
                  </a:lnTo>
                  <a:lnTo>
                    <a:pt x="1571326" y="4007594"/>
                  </a:lnTo>
                  <a:lnTo>
                    <a:pt x="1571679" y="4007594"/>
                  </a:lnTo>
                  <a:lnTo>
                    <a:pt x="1571797" y="4007594"/>
                  </a:lnTo>
                  <a:lnTo>
                    <a:pt x="1571914" y="4007594"/>
                  </a:lnTo>
                  <a:lnTo>
                    <a:pt x="1571914" y="4007163"/>
                  </a:lnTo>
                  <a:lnTo>
                    <a:pt x="1572385" y="4005441"/>
                  </a:lnTo>
                  <a:lnTo>
                    <a:pt x="1572737" y="4005441"/>
                  </a:lnTo>
                  <a:lnTo>
                    <a:pt x="1572855" y="4005441"/>
                  </a:lnTo>
                  <a:lnTo>
                    <a:pt x="1573090" y="4005441"/>
                  </a:lnTo>
                  <a:lnTo>
                    <a:pt x="1573208" y="4005441"/>
                  </a:lnTo>
                  <a:lnTo>
                    <a:pt x="1573326" y="4005441"/>
                  </a:lnTo>
                  <a:lnTo>
                    <a:pt x="1573443" y="4005441"/>
                  </a:lnTo>
                  <a:lnTo>
                    <a:pt x="1573796" y="4004580"/>
                  </a:lnTo>
                  <a:lnTo>
                    <a:pt x="1573796" y="4004149"/>
                  </a:lnTo>
                  <a:lnTo>
                    <a:pt x="1574266" y="4004149"/>
                  </a:lnTo>
                  <a:lnTo>
                    <a:pt x="1574502" y="4003718"/>
                  </a:lnTo>
                  <a:lnTo>
                    <a:pt x="1574619" y="4003718"/>
                  </a:lnTo>
                  <a:lnTo>
                    <a:pt x="1574737" y="4003718"/>
                  </a:lnTo>
                  <a:lnTo>
                    <a:pt x="1574737" y="4003288"/>
                  </a:lnTo>
                  <a:lnTo>
                    <a:pt x="1574855" y="4003288"/>
                  </a:lnTo>
                  <a:lnTo>
                    <a:pt x="1575443" y="4003288"/>
                  </a:lnTo>
                  <a:lnTo>
                    <a:pt x="1575560" y="4003288"/>
                  </a:lnTo>
                  <a:lnTo>
                    <a:pt x="1575678" y="4003288"/>
                  </a:lnTo>
                  <a:lnTo>
                    <a:pt x="1575795" y="4003288"/>
                  </a:lnTo>
                  <a:lnTo>
                    <a:pt x="1576148" y="4001996"/>
                  </a:lnTo>
                  <a:lnTo>
                    <a:pt x="1576266" y="4001996"/>
                  </a:lnTo>
                  <a:lnTo>
                    <a:pt x="1576619" y="4001565"/>
                  </a:lnTo>
                  <a:lnTo>
                    <a:pt x="1576619" y="4001135"/>
                  </a:lnTo>
                  <a:lnTo>
                    <a:pt x="1576619" y="4000704"/>
                  </a:lnTo>
                  <a:lnTo>
                    <a:pt x="1576619" y="4000274"/>
                  </a:lnTo>
                  <a:lnTo>
                    <a:pt x="1576619" y="3999843"/>
                  </a:lnTo>
                  <a:lnTo>
                    <a:pt x="1576736" y="3999843"/>
                  </a:lnTo>
                  <a:lnTo>
                    <a:pt x="1577207" y="3999843"/>
                  </a:lnTo>
                  <a:lnTo>
                    <a:pt x="1577677" y="3999843"/>
                  </a:lnTo>
                  <a:lnTo>
                    <a:pt x="1577677" y="3999412"/>
                  </a:lnTo>
                  <a:lnTo>
                    <a:pt x="1577795" y="3998551"/>
                  </a:lnTo>
                  <a:lnTo>
                    <a:pt x="1577912" y="3998551"/>
                  </a:lnTo>
                  <a:lnTo>
                    <a:pt x="1578030" y="3998551"/>
                  </a:lnTo>
                  <a:lnTo>
                    <a:pt x="1578265" y="3998121"/>
                  </a:lnTo>
                  <a:lnTo>
                    <a:pt x="1578501" y="3998121"/>
                  </a:lnTo>
                  <a:lnTo>
                    <a:pt x="1579089" y="3998121"/>
                  </a:lnTo>
                  <a:lnTo>
                    <a:pt x="1579324" y="3998121"/>
                  </a:lnTo>
                  <a:lnTo>
                    <a:pt x="1579441" y="3997259"/>
                  </a:lnTo>
                  <a:lnTo>
                    <a:pt x="1579441" y="3996398"/>
                  </a:lnTo>
                  <a:lnTo>
                    <a:pt x="1579677" y="3995968"/>
                  </a:lnTo>
                  <a:lnTo>
                    <a:pt x="1579794" y="3995968"/>
                  </a:lnTo>
                  <a:lnTo>
                    <a:pt x="1579912" y="3995968"/>
                  </a:lnTo>
                  <a:lnTo>
                    <a:pt x="1580030" y="3995537"/>
                  </a:lnTo>
                  <a:lnTo>
                    <a:pt x="1580030" y="3994676"/>
                  </a:lnTo>
                  <a:lnTo>
                    <a:pt x="1580147" y="3994676"/>
                  </a:lnTo>
                  <a:lnTo>
                    <a:pt x="1580500" y="3994245"/>
                  </a:lnTo>
                  <a:lnTo>
                    <a:pt x="1580735" y="3994245"/>
                  </a:lnTo>
                  <a:lnTo>
                    <a:pt x="1580735" y="3993815"/>
                  </a:lnTo>
                  <a:lnTo>
                    <a:pt x="1581088" y="3993815"/>
                  </a:lnTo>
                  <a:lnTo>
                    <a:pt x="1581206" y="3993815"/>
                  </a:lnTo>
                  <a:lnTo>
                    <a:pt x="1581206" y="3992092"/>
                  </a:lnTo>
                  <a:lnTo>
                    <a:pt x="1581323" y="3991231"/>
                  </a:lnTo>
                  <a:lnTo>
                    <a:pt x="1581441" y="3991231"/>
                  </a:lnTo>
                  <a:lnTo>
                    <a:pt x="1581676" y="3991231"/>
                  </a:lnTo>
                  <a:lnTo>
                    <a:pt x="1581794" y="3990800"/>
                  </a:lnTo>
                  <a:lnTo>
                    <a:pt x="1581911" y="3990370"/>
                  </a:lnTo>
                  <a:lnTo>
                    <a:pt x="1582147" y="3990370"/>
                  </a:lnTo>
                  <a:lnTo>
                    <a:pt x="1582264" y="3990370"/>
                  </a:lnTo>
                  <a:lnTo>
                    <a:pt x="1582264" y="3989939"/>
                  </a:lnTo>
                  <a:lnTo>
                    <a:pt x="1582382" y="3989939"/>
                  </a:lnTo>
                  <a:lnTo>
                    <a:pt x="1582735" y="3989509"/>
                  </a:lnTo>
                  <a:lnTo>
                    <a:pt x="1583088" y="3988647"/>
                  </a:lnTo>
                  <a:lnTo>
                    <a:pt x="1583205" y="3988217"/>
                  </a:lnTo>
                  <a:lnTo>
                    <a:pt x="1583323" y="3988217"/>
                  </a:lnTo>
                  <a:lnTo>
                    <a:pt x="1583440" y="3988217"/>
                  </a:lnTo>
                  <a:lnTo>
                    <a:pt x="1583440" y="3987786"/>
                  </a:lnTo>
                  <a:lnTo>
                    <a:pt x="1583676" y="3987786"/>
                  </a:lnTo>
                  <a:lnTo>
                    <a:pt x="1583676" y="3987356"/>
                  </a:lnTo>
                  <a:lnTo>
                    <a:pt x="1583911" y="3986925"/>
                  </a:lnTo>
                  <a:lnTo>
                    <a:pt x="1584028" y="3986925"/>
                  </a:lnTo>
                  <a:lnTo>
                    <a:pt x="1584264" y="3986925"/>
                  </a:lnTo>
                  <a:lnTo>
                    <a:pt x="1584852" y="3986925"/>
                  </a:lnTo>
                  <a:lnTo>
                    <a:pt x="1584969" y="3986925"/>
                  </a:lnTo>
                  <a:lnTo>
                    <a:pt x="1585087" y="3986925"/>
                  </a:lnTo>
                  <a:lnTo>
                    <a:pt x="1585205" y="3986925"/>
                  </a:lnTo>
                  <a:lnTo>
                    <a:pt x="1585440" y="3986925"/>
                  </a:lnTo>
                  <a:lnTo>
                    <a:pt x="1585557" y="3986925"/>
                  </a:lnTo>
                  <a:lnTo>
                    <a:pt x="1585675" y="3986925"/>
                  </a:lnTo>
                  <a:lnTo>
                    <a:pt x="1585910" y="3986925"/>
                  </a:lnTo>
                  <a:lnTo>
                    <a:pt x="1586028" y="3986925"/>
                  </a:lnTo>
                  <a:lnTo>
                    <a:pt x="1586145" y="3986925"/>
                  </a:lnTo>
                  <a:lnTo>
                    <a:pt x="1586263" y="3986494"/>
                  </a:lnTo>
                  <a:lnTo>
                    <a:pt x="1586263" y="3986064"/>
                  </a:lnTo>
                  <a:lnTo>
                    <a:pt x="1586381" y="3985633"/>
                  </a:lnTo>
                  <a:lnTo>
                    <a:pt x="1586498" y="3985633"/>
                  </a:lnTo>
                  <a:lnTo>
                    <a:pt x="1586734" y="3985633"/>
                  </a:lnTo>
                  <a:lnTo>
                    <a:pt x="1586734" y="3985203"/>
                  </a:lnTo>
                  <a:lnTo>
                    <a:pt x="1586969" y="3985203"/>
                  </a:lnTo>
                  <a:lnTo>
                    <a:pt x="1586969" y="3984772"/>
                  </a:lnTo>
                  <a:lnTo>
                    <a:pt x="1586969" y="3984341"/>
                  </a:lnTo>
                  <a:lnTo>
                    <a:pt x="1587086" y="3984341"/>
                  </a:lnTo>
                  <a:lnTo>
                    <a:pt x="1587322" y="3984341"/>
                  </a:lnTo>
                  <a:lnTo>
                    <a:pt x="1587674" y="3983911"/>
                  </a:lnTo>
                  <a:lnTo>
                    <a:pt x="1587792" y="3983911"/>
                  </a:lnTo>
                  <a:lnTo>
                    <a:pt x="1587910" y="3983480"/>
                  </a:lnTo>
                  <a:lnTo>
                    <a:pt x="1588498" y="3983050"/>
                  </a:lnTo>
                  <a:lnTo>
                    <a:pt x="1588851" y="3982619"/>
                  </a:lnTo>
                  <a:lnTo>
                    <a:pt x="1589086" y="3982188"/>
                  </a:lnTo>
                  <a:lnTo>
                    <a:pt x="1589086" y="3981758"/>
                  </a:lnTo>
                  <a:lnTo>
                    <a:pt x="1589321" y="3981758"/>
                  </a:lnTo>
                  <a:lnTo>
                    <a:pt x="1589439" y="3981758"/>
                  </a:lnTo>
                  <a:lnTo>
                    <a:pt x="1589439" y="3981327"/>
                  </a:lnTo>
                  <a:lnTo>
                    <a:pt x="1589439" y="3980897"/>
                  </a:lnTo>
                  <a:lnTo>
                    <a:pt x="1589909" y="3980466"/>
                  </a:lnTo>
                  <a:lnTo>
                    <a:pt x="1590027" y="3980466"/>
                  </a:lnTo>
                  <a:lnTo>
                    <a:pt x="1590144" y="3980466"/>
                  </a:lnTo>
                  <a:lnTo>
                    <a:pt x="1590144" y="3980035"/>
                  </a:lnTo>
                  <a:lnTo>
                    <a:pt x="1590262" y="3980035"/>
                  </a:lnTo>
                  <a:lnTo>
                    <a:pt x="1590380" y="3980035"/>
                  </a:lnTo>
                  <a:lnTo>
                    <a:pt x="1590497" y="3980035"/>
                  </a:lnTo>
                  <a:lnTo>
                    <a:pt x="1590615" y="3980035"/>
                  </a:lnTo>
                  <a:lnTo>
                    <a:pt x="1590732" y="3979605"/>
                  </a:lnTo>
                  <a:lnTo>
                    <a:pt x="1590850" y="3979174"/>
                  </a:lnTo>
                  <a:lnTo>
                    <a:pt x="1590968" y="3979174"/>
                  </a:lnTo>
                  <a:lnTo>
                    <a:pt x="1591085" y="3979174"/>
                  </a:lnTo>
                  <a:lnTo>
                    <a:pt x="1591556" y="3979174"/>
                  </a:lnTo>
                  <a:lnTo>
                    <a:pt x="1591556" y="3978744"/>
                  </a:lnTo>
                  <a:lnTo>
                    <a:pt x="1591673" y="3978744"/>
                  </a:lnTo>
                  <a:lnTo>
                    <a:pt x="1591909" y="3977882"/>
                  </a:lnTo>
                  <a:lnTo>
                    <a:pt x="1592144" y="3977021"/>
                  </a:lnTo>
                  <a:lnTo>
                    <a:pt x="1592379" y="3977021"/>
                  </a:lnTo>
                  <a:lnTo>
                    <a:pt x="1592497" y="3977021"/>
                  </a:lnTo>
                  <a:lnTo>
                    <a:pt x="1592614" y="3977021"/>
                  </a:lnTo>
                  <a:lnTo>
                    <a:pt x="1592732" y="3977021"/>
                  </a:lnTo>
                  <a:lnTo>
                    <a:pt x="1592732" y="3976591"/>
                  </a:lnTo>
                  <a:lnTo>
                    <a:pt x="1592732" y="3976160"/>
                  </a:lnTo>
                  <a:lnTo>
                    <a:pt x="1592849" y="3976160"/>
                  </a:lnTo>
                  <a:lnTo>
                    <a:pt x="1592967" y="3976160"/>
                  </a:lnTo>
                  <a:lnTo>
                    <a:pt x="1593085" y="3976160"/>
                  </a:lnTo>
                  <a:lnTo>
                    <a:pt x="1593202" y="3975729"/>
                  </a:lnTo>
                  <a:lnTo>
                    <a:pt x="1593555" y="3975299"/>
                  </a:lnTo>
                  <a:lnTo>
                    <a:pt x="1593673" y="3975299"/>
                  </a:lnTo>
                  <a:lnTo>
                    <a:pt x="1593673" y="3974438"/>
                  </a:lnTo>
                  <a:lnTo>
                    <a:pt x="1593908" y="3974438"/>
                  </a:lnTo>
                  <a:lnTo>
                    <a:pt x="1594026" y="3974438"/>
                  </a:lnTo>
                  <a:lnTo>
                    <a:pt x="1594261" y="3974007"/>
                  </a:lnTo>
                  <a:lnTo>
                    <a:pt x="1594378" y="3973576"/>
                  </a:lnTo>
                  <a:lnTo>
                    <a:pt x="1594378" y="3973146"/>
                  </a:lnTo>
                  <a:lnTo>
                    <a:pt x="1594496" y="3973146"/>
                  </a:lnTo>
                  <a:lnTo>
                    <a:pt x="1594614" y="3973146"/>
                  </a:lnTo>
                  <a:lnTo>
                    <a:pt x="1595084" y="3973146"/>
                  </a:lnTo>
                  <a:lnTo>
                    <a:pt x="1595672" y="3972715"/>
                  </a:lnTo>
                  <a:lnTo>
                    <a:pt x="1595790" y="3972715"/>
                  </a:lnTo>
                  <a:lnTo>
                    <a:pt x="1596025" y="3972715"/>
                  </a:lnTo>
                  <a:lnTo>
                    <a:pt x="1596025" y="3972285"/>
                  </a:lnTo>
                  <a:lnTo>
                    <a:pt x="1596260" y="3972285"/>
                  </a:lnTo>
                  <a:lnTo>
                    <a:pt x="1596496" y="3972285"/>
                  </a:lnTo>
                  <a:lnTo>
                    <a:pt x="1596613" y="3972285"/>
                  </a:lnTo>
                  <a:lnTo>
                    <a:pt x="1596613" y="3971854"/>
                  </a:lnTo>
                  <a:lnTo>
                    <a:pt x="1596966" y="3971423"/>
                  </a:lnTo>
                  <a:lnTo>
                    <a:pt x="1596966" y="3970993"/>
                  </a:lnTo>
                  <a:lnTo>
                    <a:pt x="1597084" y="3970562"/>
                  </a:lnTo>
                  <a:lnTo>
                    <a:pt x="1597436" y="3969701"/>
                  </a:lnTo>
                  <a:lnTo>
                    <a:pt x="1597554" y="3969701"/>
                  </a:lnTo>
                  <a:lnTo>
                    <a:pt x="1597907" y="3969270"/>
                  </a:lnTo>
                  <a:lnTo>
                    <a:pt x="1597907" y="3968840"/>
                  </a:lnTo>
                  <a:lnTo>
                    <a:pt x="1598260" y="3968840"/>
                  </a:lnTo>
                  <a:lnTo>
                    <a:pt x="1598377" y="3968840"/>
                  </a:lnTo>
                  <a:lnTo>
                    <a:pt x="1598377" y="3968409"/>
                  </a:lnTo>
                  <a:lnTo>
                    <a:pt x="1598613" y="3967117"/>
                  </a:lnTo>
                  <a:lnTo>
                    <a:pt x="1598730" y="3967117"/>
                  </a:lnTo>
                  <a:lnTo>
                    <a:pt x="1598848" y="3967117"/>
                  </a:lnTo>
                  <a:lnTo>
                    <a:pt x="1598965" y="3967117"/>
                  </a:lnTo>
                  <a:lnTo>
                    <a:pt x="1599083" y="3966687"/>
                  </a:lnTo>
                  <a:lnTo>
                    <a:pt x="1599201" y="3965826"/>
                  </a:lnTo>
                  <a:lnTo>
                    <a:pt x="1599318" y="3965826"/>
                  </a:lnTo>
                  <a:lnTo>
                    <a:pt x="1599436" y="3965395"/>
                  </a:lnTo>
                  <a:lnTo>
                    <a:pt x="1599554" y="3965395"/>
                  </a:lnTo>
                  <a:lnTo>
                    <a:pt x="1599554" y="3964964"/>
                  </a:lnTo>
                  <a:lnTo>
                    <a:pt x="1599671" y="3964964"/>
                  </a:lnTo>
                  <a:lnTo>
                    <a:pt x="1599789" y="3964964"/>
                  </a:lnTo>
                  <a:lnTo>
                    <a:pt x="1599789" y="3964534"/>
                  </a:lnTo>
                  <a:lnTo>
                    <a:pt x="1599906" y="3964534"/>
                  </a:lnTo>
                  <a:lnTo>
                    <a:pt x="1600142" y="3963242"/>
                  </a:lnTo>
                  <a:lnTo>
                    <a:pt x="1600259" y="3963242"/>
                  </a:lnTo>
                  <a:lnTo>
                    <a:pt x="1600377" y="3963242"/>
                  </a:lnTo>
                  <a:lnTo>
                    <a:pt x="1600730" y="3963242"/>
                  </a:lnTo>
                  <a:lnTo>
                    <a:pt x="1600847" y="3963242"/>
                  </a:lnTo>
                  <a:lnTo>
                    <a:pt x="1600965" y="3963242"/>
                  </a:lnTo>
                  <a:lnTo>
                    <a:pt x="1601082" y="3963242"/>
                  </a:lnTo>
                  <a:lnTo>
                    <a:pt x="1601318" y="3962811"/>
                  </a:lnTo>
                  <a:lnTo>
                    <a:pt x="1601671" y="3962811"/>
                  </a:lnTo>
                  <a:lnTo>
                    <a:pt x="1601906" y="3962811"/>
                  </a:lnTo>
                  <a:lnTo>
                    <a:pt x="1601906" y="3962381"/>
                  </a:lnTo>
                  <a:lnTo>
                    <a:pt x="1602023" y="3962381"/>
                  </a:lnTo>
                  <a:lnTo>
                    <a:pt x="1602141" y="3962381"/>
                  </a:lnTo>
                  <a:lnTo>
                    <a:pt x="1602141" y="3961520"/>
                  </a:lnTo>
                  <a:lnTo>
                    <a:pt x="1602376" y="3961520"/>
                  </a:lnTo>
                  <a:lnTo>
                    <a:pt x="1602729" y="3961089"/>
                  </a:lnTo>
                  <a:lnTo>
                    <a:pt x="1602964" y="3961089"/>
                  </a:lnTo>
                  <a:lnTo>
                    <a:pt x="1603082" y="3961089"/>
                  </a:lnTo>
                  <a:lnTo>
                    <a:pt x="1603200" y="3961089"/>
                  </a:lnTo>
                  <a:lnTo>
                    <a:pt x="1603317" y="3961089"/>
                  </a:lnTo>
                  <a:lnTo>
                    <a:pt x="1603435" y="3961089"/>
                  </a:lnTo>
                  <a:lnTo>
                    <a:pt x="1603435" y="3960658"/>
                  </a:lnTo>
                  <a:lnTo>
                    <a:pt x="1603552" y="3960658"/>
                  </a:lnTo>
                  <a:lnTo>
                    <a:pt x="1603670" y="3960658"/>
                  </a:lnTo>
                  <a:lnTo>
                    <a:pt x="1604023" y="3960228"/>
                  </a:lnTo>
                  <a:lnTo>
                    <a:pt x="1604258" y="3959797"/>
                  </a:lnTo>
                  <a:lnTo>
                    <a:pt x="1604258" y="3959367"/>
                  </a:lnTo>
                  <a:lnTo>
                    <a:pt x="1604493" y="3959367"/>
                  </a:lnTo>
                  <a:lnTo>
                    <a:pt x="1605081" y="3959367"/>
                  </a:lnTo>
                  <a:lnTo>
                    <a:pt x="1605199" y="3959367"/>
                  </a:lnTo>
                  <a:lnTo>
                    <a:pt x="1605317" y="3959367"/>
                  </a:lnTo>
                  <a:lnTo>
                    <a:pt x="1605552" y="3958936"/>
                  </a:lnTo>
                  <a:lnTo>
                    <a:pt x="1605787" y="3958505"/>
                  </a:lnTo>
                  <a:lnTo>
                    <a:pt x="1605905" y="3958505"/>
                  </a:lnTo>
                  <a:lnTo>
                    <a:pt x="1606022" y="3958505"/>
                  </a:lnTo>
                  <a:lnTo>
                    <a:pt x="1606258" y="3958505"/>
                  </a:lnTo>
                  <a:lnTo>
                    <a:pt x="1606375" y="3958505"/>
                  </a:lnTo>
                  <a:lnTo>
                    <a:pt x="1606493" y="3958505"/>
                  </a:lnTo>
                  <a:lnTo>
                    <a:pt x="1608139" y="3955061"/>
                  </a:lnTo>
                  <a:lnTo>
                    <a:pt x="1608257" y="3955061"/>
                  </a:lnTo>
                  <a:lnTo>
                    <a:pt x="1608375" y="3955061"/>
                  </a:lnTo>
                  <a:lnTo>
                    <a:pt x="1608610" y="3955061"/>
                  </a:lnTo>
                  <a:lnTo>
                    <a:pt x="1608727" y="3954630"/>
                  </a:lnTo>
                  <a:lnTo>
                    <a:pt x="1608963" y="3954630"/>
                  </a:lnTo>
                  <a:lnTo>
                    <a:pt x="1609080" y="3954630"/>
                  </a:lnTo>
                  <a:lnTo>
                    <a:pt x="1609198" y="3954630"/>
                  </a:lnTo>
                  <a:lnTo>
                    <a:pt x="1609315" y="3954630"/>
                  </a:lnTo>
                  <a:lnTo>
                    <a:pt x="1609551" y="3954630"/>
                  </a:lnTo>
                  <a:lnTo>
                    <a:pt x="1609668" y="3954199"/>
                  </a:lnTo>
                  <a:lnTo>
                    <a:pt x="1609786" y="3954199"/>
                  </a:lnTo>
                  <a:lnTo>
                    <a:pt x="1609904" y="3953769"/>
                  </a:lnTo>
                  <a:lnTo>
                    <a:pt x="1610021" y="3953769"/>
                  </a:lnTo>
                  <a:lnTo>
                    <a:pt x="1610139" y="3953769"/>
                  </a:lnTo>
                  <a:lnTo>
                    <a:pt x="1610256" y="3953769"/>
                  </a:lnTo>
                  <a:lnTo>
                    <a:pt x="1610374" y="3953769"/>
                  </a:lnTo>
                  <a:lnTo>
                    <a:pt x="1610609" y="3953769"/>
                  </a:lnTo>
                  <a:lnTo>
                    <a:pt x="1610727" y="3953338"/>
                  </a:lnTo>
                  <a:lnTo>
                    <a:pt x="1610844" y="3953338"/>
                  </a:lnTo>
                  <a:lnTo>
                    <a:pt x="1611080" y="3953338"/>
                  </a:lnTo>
                  <a:lnTo>
                    <a:pt x="1611080" y="3952908"/>
                  </a:lnTo>
                  <a:lnTo>
                    <a:pt x="1611080" y="3952046"/>
                  </a:lnTo>
                  <a:lnTo>
                    <a:pt x="1611197" y="3951616"/>
                  </a:lnTo>
                  <a:lnTo>
                    <a:pt x="1611197" y="3951185"/>
                  </a:lnTo>
                  <a:lnTo>
                    <a:pt x="1611550" y="3950755"/>
                  </a:lnTo>
                  <a:lnTo>
                    <a:pt x="1612021" y="3950755"/>
                  </a:lnTo>
                  <a:lnTo>
                    <a:pt x="1612138" y="3950755"/>
                  </a:lnTo>
                  <a:lnTo>
                    <a:pt x="1612609" y="3950755"/>
                  </a:lnTo>
                  <a:lnTo>
                    <a:pt x="1612726" y="3950324"/>
                  </a:lnTo>
                  <a:lnTo>
                    <a:pt x="1612726" y="3949893"/>
                  </a:lnTo>
                  <a:lnTo>
                    <a:pt x="1613197" y="3949893"/>
                  </a:lnTo>
                  <a:lnTo>
                    <a:pt x="1613432" y="3949032"/>
                  </a:lnTo>
                  <a:lnTo>
                    <a:pt x="1613667" y="3948602"/>
                  </a:lnTo>
                  <a:lnTo>
                    <a:pt x="1614020" y="3947310"/>
                  </a:lnTo>
                  <a:lnTo>
                    <a:pt x="1614138" y="3946879"/>
                  </a:lnTo>
                  <a:lnTo>
                    <a:pt x="1614373" y="3946879"/>
                  </a:lnTo>
                  <a:lnTo>
                    <a:pt x="1614491" y="3946449"/>
                  </a:lnTo>
                  <a:lnTo>
                    <a:pt x="1614726" y="3946018"/>
                  </a:lnTo>
                  <a:lnTo>
                    <a:pt x="1614843" y="3946018"/>
                  </a:lnTo>
                  <a:lnTo>
                    <a:pt x="1614961" y="3946018"/>
                  </a:lnTo>
                  <a:lnTo>
                    <a:pt x="1615079" y="3945587"/>
                  </a:lnTo>
                  <a:lnTo>
                    <a:pt x="1615079" y="3945157"/>
                  </a:lnTo>
                  <a:lnTo>
                    <a:pt x="1615196" y="3945157"/>
                  </a:lnTo>
                  <a:lnTo>
                    <a:pt x="1615431" y="3945157"/>
                  </a:lnTo>
                  <a:lnTo>
                    <a:pt x="1615549" y="3945157"/>
                  </a:lnTo>
                  <a:lnTo>
                    <a:pt x="1615784" y="3944726"/>
                  </a:lnTo>
                  <a:lnTo>
                    <a:pt x="1616019" y="3944726"/>
                  </a:lnTo>
                  <a:lnTo>
                    <a:pt x="1616255" y="3944296"/>
                  </a:lnTo>
                  <a:lnTo>
                    <a:pt x="1616490" y="3944296"/>
                  </a:lnTo>
                  <a:lnTo>
                    <a:pt x="1616490" y="3943865"/>
                  </a:lnTo>
                  <a:lnTo>
                    <a:pt x="1616608" y="3943434"/>
                  </a:lnTo>
                  <a:lnTo>
                    <a:pt x="1617078" y="3943434"/>
                  </a:lnTo>
                  <a:lnTo>
                    <a:pt x="1617196" y="3943434"/>
                  </a:lnTo>
                  <a:lnTo>
                    <a:pt x="1617431" y="3943434"/>
                  </a:lnTo>
                  <a:lnTo>
                    <a:pt x="1617431" y="3943004"/>
                  </a:lnTo>
                  <a:lnTo>
                    <a:pt x="1617431" y="3942573"/>
                  </a:lnTo>
                  <a:lnTo>
                    <a:pt x="1617548" y="3941712"/>
                  </a:lnTo>
                  <a:lnTo>
                    <a:pt x="1617548" y="3941281"/>
                  </a:lnTo>
                  <a:lnTo>
                    <a:pt x="1618137" y="3940851"/>
                  </a:lnTo>
                  <a:lnTo>
                    <a:pt x="1618254" y="3940420"/>
                  </a:lnTo>
                  <a:lnTo>
                    <a:pt x="1618489" y="3939990"/>
                  </a:lnTo>
                  <a:lnTo>
                    <a:pt x="1618725" y="3939990"/>
                  </a:lnTo>
                  <a:lnTo>
                    <a:pt x="1619077" y="3939990"/>
                  </a:lnTo>
                  <a:lnTo>
                    <a:pt x="1619195" y="3939559"/>
                  </a:lnTo>
                  <a:lnTo>
                    <a:pt x="1619548" y="3939559"/>
                  </a:lnTo>
                  <a:lnTo>
                    <a:pt x="1619666" y="3939559"/>
                  </a:lnTo>
                  <a:lnTo>
                    <a:pt x="1619783" y="3939128"/>
                  </a:lnTo>
                  <a:lnTo>
                    <a:pt x="1619901" y="3939128"/>
                  </a:lnTo>
                  <a:lnTo>
                    <a:pt x="1619901" y="3938267"/>
                  </a:lnTo>
                  <a:lnTo>
                    <a:pt x="1620018" y="3938267"/>
                  </a:lnTo>
                  <a:lnTo>
                    <a:pt x="1620136" y="3938267"/>
                  </a:lnTo>
                  <a:lnTo>
                    <a:pt x="1620254" y="3938267"/>
                  </a:lnTo>
                  <a:lnTo>
                    <a:pt x="1620606" y="3938267"/>
                  </a:lnTo>
                  <a:lnTo>
                    <a:pt x="1620959" y="3938267"/>
                  </a:lnTo>
                  <a:lnTo>
                    <a:pt x="1620959" y="3937406"/>
                  </a:lnTo>
                  <a:lnTo>
                    <a:pt x="1621077" y="3937406"/>
                  </a:lnTo>
                  <a:lnTo>
                    <a:pt x="1621077" y="3936975"/>
                  </a:lnTo>
                  <a:lnTo>
                    <a:pt x="1621312" y="3936545"/>
                  </a:lnTo>
                  <a:lnTo>
                    <a:pt x="1621547" y="3936545"/>
                  </a:lnTo>
                  <a:lnTo>
                    <a:pt x="1621665" y="3936114"/>
                  </a:lnTo>
                  <a:lnTo>
                    <a:pt x="1621783" y="3936114"/>
                  </a:lnTo>
                  <a:lnTo>
                    <a:pt x="1621783" y="3935684"/>
                  </a:lnTo>
                  <a:lnTo>
                    <a:pt x="1622018" y="3934822"/>
                  </a:lnTo>
                  <a:lnTo>
                    <a:pt x="1622135" y="3934822"/>
                  </a:lnTo>
                  <a:lnTo>
                    <a:pt x="1622135" y="3934392"/>
                  </a:lnTo>
                  <a:lnTo>
                    <a:pt x="1622253" y="3934392"/>
                  </a:lnTo>
                  <a:lnTo>
                    <a:pt x="1622253" y="3933961"/>
                  </a:lnTo>
                  <a:lnTo>
                    <a:pt x="1622371" y="3933961"/>
                  </a:lnTo>
                  <a:lnTo>
                    <a:pt x="1622488" y="3933531"/>
                  </a:lnTo>
                  <a:lnTo>
                    <a:pt x="1622724" y="3933531"/>
                  </a:lnTo>
                  <a:lnTo>
                    <a:pt x="1622959" y="3933100"/>
                  </a:lnTo>
                  <a:lnTo>
                    <a:pt x="1623194" y="3932669"/>
                  </a:lnTo>
                  <a:lnTo>
                    <a:pt x="1623312" y="3932669"/>
                  </a:lnTo>
                  <a:lnTo>
                    <a:pt x="1623429" y="3932669"/>
                  </a:lnTo>
                  <a:lnTo>
                    <a:pt x="1623547" y="3932669"/>
                  </a:lnTo>
                  <a:lnTo>
                    <a:pt x="1623900" y="3932239"/>
                  </a:lnTo>
                  <a:lnTo>
                    <a:pt x="1624370" y="3931808"/>
                  </a:lnTo>
                  <a:lnTo>
                    <a:pt x="1624605" y="3931378"/>
                  </a:lnTo>
                  <a:lnTo>
                    <a:pt x="1624605" y="3930947"/>
                  </a:lnTo>
                  <a:lnTo>
                    <a:pt x="1624958" y="3930516"/>
                  </a:lnTo>
                  <a:lnTo>
                    <a:pt x="1625076" y="3930516"/>
                  </a:lnTo>
                  <a:lnTo>
                    <a:pt x="1625193" y="3930516"/>
                  </a:lnTo>
                  <a:lnTo>
                    <a:pt x="1625311" y="3930516"/>
                  </a:lnTo>
                  <a:lnTo>
                    <a:pt x="1625429" y="3930086"/>
                  </a:lnTo>
                  <a:lnTo>
                    <a:pt x="1625546" y="3930086"/>
                  </a:lnTo>
                  <a:lnTo>
                    <a:pt x="1625899" y="3929655"/>
                  </a:lnTo>
                  <a:lnTo>
                    <a:pt x="1626017" y="3929655"/>
                  </a:lnTo>
                  <a:lnTo>
                    <a:pt x="1626487" y="3929225"/>
                  </a:lnTo>
                  <a:lnTo>
                    <a:pt x="1626840" y="3928794"/>
                  </a:lnTo>
                  <a:lnTo>
                    <a:pt x="1626840" y="3928363"/>
                  </a:lnTo>
                  <a:lnTo>
                    <a:pt x="1626958" y="3927933"/>
                  </a:lnTo>
                  <a:lnTo>
                    <a:pt x="1627193" y="3926210"/>
                  </a:lnTo>
                  <a:lnTo>
                    <a:pt x="1627193" y="3925780"/>
                  </a:lnTo>
                  <a:lnTo>
                    <a:pt x="1627310" y="3925780"/>
                  </a:lnTo>
                  <a:lnTo>
                    <a:pt x="1627546" y="3925780"/>
                  </a:lnTo>
                  <a:lnTo>
                    <a:pt x="1627546" y="3925349"/>
                  </a:lnTo>
                  <a:lnTo>
                    <a:pt x="1627546" y="3924919"/>
                  </a:lnTo>
                  <a:lnTo>
                    <a:pt x="1627899" y="3924919"/>
                  </a:lnTo>
                  <a:lnTo>
                    <a:pt x="1628016" y="3924919"/>
                  </a:lnTo>
                  <a:lnTo>
                    <a:pt x="1628134" y="3924919"/>
                  </a:lnTo>
                  <a:lnTo>
                    <a:pt x="1628251" y="3924919"/>
                  </a:lnTo>
                  <a:lnTo>
                    <a:pt x="1628604" y="3924919"/>
                  </a:lnTo>
                  <a:lnTo>
                    <a:pt x="1628604" y="3924488"/>
                  </a:lnTo>
                  <a:lnTo>
                    <a:pt x="1628722" y="3924057"/>
                  </a:lnTo>
                  <a:lnTo>
                    <a:pt x="1628839" y="3923627"/>
                  </a:lnTo>
                  <a:lnTo>
                    <a:pt x="1628957" y="3923627"/>
                  </a:lnTo>
                  <a:lnTo>
                    <a:pt x="1629075" y="3923627"/>
                  </a:lnTo>
                  <a:lnTo>
                    <a:pt x="1629310" y="3923627"/>
                  </a:lnTo>
                  <a:lnTo>
                    <a:pt x="1629310" y="3923196"/>
                  </a:lnTo>
                  <a:lnTo>
                    <a:pt x="1629428" y="3923196"/>
                  </a:lnTo>
                  <a:lnTo>
                    <a:pt x="1629898" y="3923196"/>
                  </a:lnTo>
                  <a:lnTo>
                    <a:pt x="1630016" y="3923196"/>
                  </a:lnTo>
                  <a:lnTo>
                    <a:pt x="1630133" y="3923196"/>
                  </a:lnTo>
                  <a:lnTo>
                    <a:pt x="1630133" y="3922766"/>
                  </a:lnTo>
                  <a:lnTo>
                    <a:pt x="1630368" y="3922766"/>
                  </a:lnTo>
                  <a:lnTo>
                    <a:pt x="1630839" y="3922766"/>
                  </a:lnTo>
                  <a:lnTo>
                    <a:pt x="1630957" y="3922766"/>
                  </a:lnTo>
                  <a:lnTo>
                    <a:pt x="1631074" y="3922766"/>
                  </a:lnTo>
                  <a:lnTo>
                    <a:pt x="1631192" y="3922766"/>
                  </a:lnTo>
                  <a:lnTo>
                    <a:pt x="1631427" y="3922766"/>
                  </a:lnTo>
                  <a:lnTo>
                    <a:pt x="1632015" y="3921474"/>
                  </a:lnTo>
                  <a:lnTo>
                    <a:pt x="1632015" y="3921043"/>
                  </a:lnTo>
                  <a:lnTo>
                    <a:pt x="1632133" y="3921043"/>
                  </a:lnTo>
                  <a:lnTo>
                    <a:pt x="1632250" y="3921043"/>
                  </a:lnTo>
                  <a:lnTo>
                    <a:pt x="1632485" y="3921043"/>
                  </a:lnTo>
                  <a:lnTo>
                    <a:pt x="1632721" y="3921043"/>
                  </a:lnTo>
                  <a:lnTo>
                    <a:pt x="1632956" y="3920182"/>
                  </a:lnTo>
                  <a:lnTo>
                    <a:pt x="1633074" y="3920182"/>
                  </a:lnTo>
                  <a:lnTo>
                    <a:pt x="1633544" y="3920182"/>
                  </a:lnTo>
                  <a:lnTo>
                    <a:pt x="1634014" y="3919751"/>
                  </a:lnTo>
                  <a:lnTo>
                    <a:pt x="1634014" y="3919321"/>
                  </a:lnTo>
                  <a:lnTo>
                    <a:pt x="1634250" y="3919321"/>
                  </a:lnTo>
                  <a:lnTo>
                    <a:pt x="1634367" y="3919321"/>
                  </a:lnTo>
                  <a:lnTo>
                    <a:pt x="1634485" y="3919321"/>
                  </a:lnTo>
                  <a:lnTo>
                    <a:pt x="1634485" y="3918890"/>
                  </a:lnTo>
                  <a:lnTo>
                    <a:pt x="1634720" y="3918890"/>
                  </a:lnTo>
                  <a:lnTo>
                    <a:pt x="1634838" y="3918890"/>
                  </a:lnTo>
                  <a:lnTo>
                    <a:pt x="1634955" y="3918890"/>
                  </a:lnTo>
                  <a:lnTo>
                    <a:pt x="1635073" y="3918029"/>
                  </a:lnTo>
                  <a:lnTo>
                    <a:pt x="1635426" y="3917598"/>
                  </a:lnTo>
                  <a:lnTo>
                    <a:pt x="1635543" y="3916737"/>
                  </a:lnTo>
                  <a:lnTo>
                    <a:pt x="1635896" y="3916307"/>
                  </a:lnTo>
                  <a:lnTo>
                    <a:pt x="1635896" y="3915876"/>
                  </a:lnTo>
                  <a:lnTo>
                    <a:pt x="1635896" y="3915445"/>
                  </a:lnTo>
                  <a:lnTo>
                    <a:pt x="1635896" y="3915015"/>
                  </a:lnTo>
                  <a:lnTo>
                    <a:pt x="1636014" y="3914584"/>
                  </a:lnTo>
                  <a:lnTo>
                    <a:pt x="1636367" y="3914584"/>
                  </a:lnTo>
                  <a:lnTo>
                    <a:pt x="1636367" y="3914154"/>
                  </a:lnTo>
                  <a:lnTo>
                    <a:pt x="1636367" y="3913723"/>
                  </a:lnTo>
                  <a:lnTo>
                    <a:pt x="1636602" y="3913292"/>
                  </a:lnTo>
                  <a:lnTo>
                    <a:pt x="1636837" y="3913292"/>
                  </a:lnTo>
                  <a:lnTo>
                    <a:pt x="1637190" y="3911570"/>
                  </a:lnTo>
                  <a:lnTo>
                    <a:pt x="1637543" y="3911570"/>
                  </a:lnTo>
                  <a:lnTo>
                    <a:pt x="1637896" y="3911570"/>
                  </a:lnTo>
                  <a:lnTo>
                    <a:pt x="1638013" y="3911570"/>
                  </a:lnTo>
                  <a:lnTo>
                    <a:pt x="1638131" y="3911570"/>
                  </a:lnTo>
                  <a:lnTo>
                    <a:pt x="1638719" y="3910709"/>
                  </a:lnTo>
                  <a:lnTo>
                    <a:pt x="1638837" y="3910709"/>
                  </a:lnTo>
                  <a:lnTo>
                    <a:pt x="1639190" y="3910278"/>
                  </a:lnTo>
                  <a:lnTo>
                    <a:pt x="1639660" y="3910278"/>
                  </a:lnTo>
                  <a:lnTo>
                    <a:pt x="1639895" y="3909848"/>
                  </a:lnTo>
                  <a:lnTo>
                    <a:pt x="1640013" y="3909848"/>
                  </a:lnTo>
                  <a:lnTo>
                    <a:pt x="1640248" y="3909417"/>
                  </a:lnTo>
                  <a:lnTo>
                    <a:pt x="1640483" y="3909417"/>
                  </a:lnTo>
                  <a:lnTo>
                    <a:pt x="1640601" y="3909417"/>
                  </a:lnTo>
                  <a:lnTo>
                    <a:pt x="1640601" y="3908986"/>
                  </a:lnTo>
                  <a:lnTo>
                    <a:pt x="1640718" y="3908986"/>
                  </a:lnTo>
                  <a:lnTo>
                    <a:pt x="1640954" y="3908556"/>
                  </a:lnTo>
                  <a:lnTo>
                    <a:pt x="1640954" y="3908125"/>
                  </a:lnTo>
                  <a:lnTo>
                    <a:pt x="1641542" y="3908125"/>
                  </a:lnTo>
                  <a:lnTo>
                    <a:pt x="1641777" y="3908125"/>
                  </a:lnTo>
                  <a:lnTo>
                    <a:pt x="1641777" y="3907695"/>
                  </a:lnTo>
                  <a:lnTo>
                    <a:pt x="1642247" y="3907264"/>
                  </a:lnTo>
                  <a:lnTo>
                    <a:pt x="1642365" y="3906833"/>
                  </a:lnTo>
                  <a:lnTo>
                    <a:pt x="1642600" y="3906403"/>
                  </a:lnTo>
                  <a:lnTo>
                    <a:pt x="1642718" y="3905972"/>
                  </a:lnTo>
                  <a:lnTo>
                    <a:pt x="1642718" y="3905542"/>
                  </a:lnTo>
                  <a:lnTo>
                    <a:pt x="1642718" y="3905111"/>
                  </a:lnTo>
                  <a:lnTo>
                    <a:pt x="1642718" y="3904680"/>
                  </a:lnTo>
                  <a:lnTo>
                    <a:pt x="1642718" y="3904250"/>
                  </a:lnTo>
                  <a:lnTo>
                    <a:pt x="1642953" y="3904250"/>
                  </a:lnTo>
                  <a:lnTo>
                    <a:pt x="1643071" y="3904250"/>
                  </a:lnTo>
                  <a:lnTo>
                    <a:pt x="1643188" y="3904250"/>
                  </a:lnTo>
                  <a:lnTo>
                    <a:pt x="1643541" y="3904250"/>
                  </a:lnTo>
                  <a:lnTo>
                    <a:pt x="1643659" y="3904250"/>
                  </a:lnTo>
                  <a:lnTo>
                    <a:pt x="1643659" y="3903819"/>
                  </a:lnTo>
                  <a:lnTo>
                    <a:pt x="1643659" y="3903389"/>
                  </a:lnTo>
                  <a:lnTo>
                    <a:pt x="1643776" y="3902958"/>
                  </a:lnTo>
                  <a:lnTo>
                    <a:pt x="1644482" y="3899083"/>
                  </a:lnTo>
                  <a:lnTo>
                    <a:pt x="1644600" y="3899083"/>
                  </a:lnTo>
                  <a:lnTo>
                    <a:pt x="1644953" y="3899083"/>
                  </a:lnTo>
                  <a:lnTo>
                    <a:pt x="1645070" y="3898221"/>
                  </a:lnTo>
                  <a:lnTo>
                    <a:pt x="1645070" y="3897791"/>
                  </a:lnTo>
                  <a:lnTo>
                    <a:pt x="1645188" y="3897791"/>
                  </a:lnTo>
                  <a:lnTo>
                    <a:pt x="1645305" y="3897360"/>
                  </a:lnTo>
                  <a:lnTo>
                    <a:pt x="1645305" y="3896930"/>
                  </a:lnTo>
                  <a:lnTo>
                    <a:pt x="1645541" y="3896930"/>
                  </a:lnTo>
                  <a:lnTo>
                    <a:pt x="1645658" y="3896930"/>
                  </a:lnTo>
                  <a:lnTo>
                    <a:pt x="1645658" y="3896068"/>
                  </a:lnTo>
                  <a:lnTo>
                    <a:pt x="1645776" y="3896068"/>
                  </a:lnTo>
                  <a:lnTo>
                    <a:pt x="1645894" y="3896068"/>
                  </a:lnTo>
                  <a:lnTo>
                    <a:pt x="1646364" y="3896068"/>
                  </a:lnTo>
                  <a:lnTo>
                    <a:pt x="1646834" y="3895638"/>
                  </a:lnTo>
                  <a:lnTo>
                    <a:pt x="1646952" y="3895638"/>
                  </a:lnTo>
                  <a:lnTo>
                    <a:pt x="1647187" y="3895638"/>
                  </a:lnTo>
                  <a:lnTo>
                    <a:pt x="1647658" y="3895207"/>
                  </a:lnTo>
                  <a:lnTo>
                    <a:pt x="1647775" y="3895207"/>
                  </a:lnTo>
                  <a:lnTo>
                    <a:pt x="1647775" y="3894777"/>
                  </a:lnTo>
                  <a:lnTo>
                    <a:pt x="1647893" y="3894777"/>
                  </a:lnTo>
                  <a:lnTo>
                    <a:pt x="1648011" y="3894777"/>
                  </a:lnTo>
                  <a:lnTo>
                    <a:pt x="1648128" y="3894346"/>
                  </a:lnTo>
                  <a:lnTo>
                    <a:pt x="1648128" y="3893915"/>
                  </a:lnTo>
                  <a:lnTo>
                    <a:pt x="1648363" y="3893485"/>
                  </a:lnTo>
                  <a:lnTo>
                    <a:pt x="1648599" y="3893485"/>
                  </a:lnTo>
                  <a:lnTo>
                    <a:pt x="1648951" y="3892624"/>
                  </a:lnTo>
                  <a:lnTo>
                    <a:pt x="1649069" y="3892624"/>
                  </a:lnTo>
                  <a:lnTo>
                    <a:pt x="1649187" y="3892624"/>
                  </a:lnTo>
                  <a:lnTo>
                    <a:pt x="1649540" y="3892624"/>
                  </a:lnTo>
                  <a:lnTo>
                    <a:pt x="1649775" y="3892624"/>
                  </a:lnTo>
                  <a:lnTo>
                    <a:pt x="1649775" y="3892193"/>
                  </a:lnTo>
                  <a:lnTo>
                    <a:pt x="1649892" y="3892193"/>
                  </a:lnTo>
                  <a:lnTo>
                    <a:pt x="1650010" y="3892193"/>
                  </a:lnTo>
                  <a:lnTo>
                    <a:pt x="1650128" y="3892193"/>
                  </a:lnTo>
                  <a:lnTo>
                    <a:pt x="1650598" y="3892193"/>
                  </a:lnTo>
                  <a:lnTo>
                    <a:pt x="1650716" y="3892193"/>
                  </a:lnTo>
                  <a:lnTo>
                    <a:pt x="1650833" y="3892193"/>
                  </a:lnTo>
                  <a:lnTo>
                    <a:pt x="1651304" y="3891762"/>
                  </a:lnTo>
                  <a:lnTo>
                    <a:pt x="1651421" y="3891762"/>
                  </a:lnTo>
                  <a:lnTo>
                    <a:pt x="1651421" y="3891332"/>
                  </a:lnTo>
                  <a:lnTo>
                    <a:pt x="1651539" y="3890901"/>
                  </a:lnTo>
                  <a:lnTo>
                    <a:pt x="1651539" y="3890471"/>
                  </a:lnTo>
                  <a:lnTo>
                    <a:pt x="1651657" y="3890471"/>
                  </a:lnTo>
                  <a:lnTo>
                    <a:pt x="1651774" y="3890471"/>
                  </a:lnTo>
                  <a:lnTo>
                    <a:pt x="1651892" y="3890471"/>
                  </a:lnTo>
                  <a:lnTo>
                    <a:pt x="1652127" y="3890471"/>
                  </a:lnTo>
                  <a:lnTo>
                    <a:pt x="1652480" y="3890471"/>
                  </a:lnTo>
                  <a:lnTo>
                    <a:pt x="1652480" y="3890040"/>
                  </a:lnTo>
                  <a:lnTo>
                    <a:pt x="1652715" y="3890040"/>
                  </a:lnTo>
                  <a:lnTo>
                    <a:pt x="1652833" y="3890040"/>
                  </a:lnTo>
                  <a:lnTo>
                    <a:pt x="1652950" y="3890040"/>
                  </a:lnTo>
                  <a:lnTo>
                    <a:pt x="1653186" y="3890040"/>
                  </a:lnTo>
                  <a:lnTo>
                    <a:pt x="1653303" y="3890040"/>
                  </a:lnTo>
                  <a:lnTo>
                    <a:pt x="1653421" y="3890040"/>
                  </a:lnTo>
                  <a:lnTo>
                    <a:pt x="1653538" y="3890040"/>
                  </a:lnTo>
                  <a:lnTo>
                    <a:pt x="1653538" y="3887887"/>
                  </a:lnTo>
                  <a:lnTo>
                    <a:pt x="1653538" y="3887456"/>
                  </a:lnTo>
                  <a:lnTo>
                    <a:pt x="1653656" y="3887456"/>
                  </a:lnTo>
                  <a:lnTo>
                    <a:pt x="1653774" y="3887456"/>
                  </a:lnTo>
                  <a:lnTo>
                    <a:pt x="1653891" y="3887026"/>
                  </a:lnTo>
                  <a:lnTo>
                    <a:pt x="1654009" y="3887026"/>
                  </a:lnTo>
                  <a:lnTo>
                    <a:pt x="1654127" y="3887026"/>
                  </a:lnTo>
                  <a:lnTo>
                    <a:pt x="1654127" y="3886595"/>
                  </a:lnTo>
                  <a:lnTo>
                    <a:pt x="1654597" y="3886595"/>
                  </a:lnTo>
                  <a:lnTo>
                    <a:pt x="1654832" y="3886595"/>
                  </a:lnTo>
                  <a:lnTo>
                    <a:pt x="1654950" y="3886595"/>
                  </a:lnTo>
                  <a:lnTo>
                    <a:pt x="1655420" y="3885734"/>
                  </a:lnTo>
                  <a:lnTo>
                    <a:pt x="1655538" y="3885734"/>
                  </a:lnTo>
                  <a:lnTo>
                    <a:pt x="1655538" y="3884442"/>
                  </a:lnTo>
                  <a:lnTo>
                    <a:pt x="1655656" y="3883581"/>
                  </a:lnTo>
                  <a:lnTo>
                    <a:pt x="1655656" y="3883150"/>
                  </a:lnTo>
                  <a:lnTo>
                    <a:pt x="1655773" y="3883150"/>
                  </a:lnTo>
                  <a:lnTo>
                    <a:pt x="1655891" y="3883150"/>
                  </a:lnTo>
                  <a:lnTo>
                    <a:pt x="1656126" y="3883150"/>
                  </a:lnTo>
                  <a:lnTo>
                    <a:pt x="1656244" y="3883150"/>
                  </a:lnTo>
                  <a:lnTo>
                    <a:pt x="1656361" y="3882720"/>
                  </a:lnTo>
                  <a:lnTo>
                    <a:pt x="1656479" y="3882720"/>
                  </a:lnTo>
                  <a:lnTo>
                    <a:pt x="1657184" y="3882289"/>
                  </a:lnTo>
                  <a:lnTo>
                    <a:pt x="1657302" y="3882289"/>
                  </a:lnTo>
                  <a:lnTo>
                    <a:pt x="1657420" y="3881859"/>
                  </a:lnTo>
                  <a:lnTo>
                    <a:pt x="1657420" y="3881428"/>
                  </a:lnTo>
                  <a:lnTo>
                    <a:pt x="1657420" y="3880997"/>
                  </a:lnTo>
                  <a:lnTo>
                    <a:pt x="1657537" y="3880567"/>
                  </a:lnTo>
                  <a:lnTo>
                    <a:pt x="1657655" y="3880136"/>
                  </a:lnTo>
                  <a:lnTo>
                    <a:pt x="1657655" y="3879706"/>
                  </a:lnTo>
                  <a:lnTo>
                    <a:pt x="1657773" y="3879706"/>
                  </a:lnTo>
                  <a:lnTo>
                    <a:pt x="1657890" y="3879275"/>
                  </a:lnTo>
                  <a:lnTo>
                    <a:pt x="1657890" y="3878844"/>
                  </a:lnTo>
                  <a:lnTo>
                    <a:pt x="1658008" y="3878844"/>
                  </a:lnTo>
                  <a:lnTo>
                    <a:pt x="1658478" y="3878844"/>
                  </a:lnTo>
                  <a:lnTo>
                    <a:pt x="1658831" y="3878844"/>
                  </a:lnTo>
                  <a:lnTo>
                    <a:pt x="1658949" y="3878844"/>
                  </a:lnTo>
                  <a:lnTo>
                    <a:pt x="1659184" y="3878844"/>
                  </a:lnTo>
                  <a:lnTo>
                    <a:pt x="1659302" y="3878844"/>
                  </a:lnTo>
                  <a:lnTo>
                    <a:pt x="1659419" y="3878844"/>
                  </a:lnTo>
                  <a:lnTo>
                    <a:pt x="1659654" y="3878414"/>
                  </a:lnTo>
                  <a:lnTo>
                    <a:pt x="1659890" y="3877983"/>
                  </a:lnTo>
                  <a:lnTo>
                    <a:pt x="1660007" y="3877983"/>
                  </a:lnTo>
                  <a:lnTo>
                    <a:pt x="1660125" y="3877983"/>
                  </a:lnTo>
                  <a:lnTo>
                    <a:pt x="1660242" y="3877983"/>
                  </a:lnTo>
                  <a:lnTo>
                    <a:pt x="1660595" y="3877983"/>
                  </a:lnTo>
                  <a:lnTo>
                    <a:pt x="1661183" y="3877553"/>
                  </a:lnTo>
                  <a:lnTo>
                    <a:pt x="1661419" y="3877553"/>
                  </a:lnTo>
                  <a:lnTo>
                    <a:pt x="1661419" y="3877122"/>
                  </a:lnTo>
                  <a:lnTo>
                    <a:pt x="1661536" y="3877122"/>
                  </a:lnTo>
                  <a:lnTo>
                    <a:pt x="1661889" y="3876691"/>
                  </a:lnTo>
                  <a:lnTo>
                    <a:pt x="1662007" y="3876691"/>
                  </a:lnTo>
                  <a:lnTo>
                    <a:pt x="1662007" y="3876261"/>
                  </a:lnTo>
                  <a:lnTo>
                    <a:pt x="1662124" y="3876261"/>
                  </a:lnTo>
                  <a:lnTo>
                    <a:pt x="1662948" y="3875400"/>
                  </a:lnTo>
                  <a:lnTo>
                    <a:pt x="1663065" y="3875400"/>
                  </a:lnTo>
                  <a:lnTo>
                    <a:pt x="1663183" y="3875400"/>
                  </a:lnTo>
                  <a:lnTo>
                    <a:pt x="1663418" y="3874969"/>
                  </a:lnTo>
                  <a:lnTo>
                    <a:pt x="1663653" y="3874969"/>
                  </a:lnTo>
                  <a:lnTo>
                    <a:pt x="1663653" y="3874538"/>
                  </a:lnTo>
                  <a:lnTo>
                    <a:pt x="1664359" y="3874108"/>
                  </a:lnTo>
                  <a:lnTo>
                    <a:pt x="1664477" y="3874108"/>
                  </a:lnTo>
                  <a:lnTo>
                    <a:pt x="1664477" y="3873677"/>
                  </a:lnTo>
                  <a:lnTo>
                    <a:pt x="1664477" y="3873247"/>
                  </a:lnTo>
                  <a:lnTo>
                    <a:pt x="1664477" y="3872816"/>
                  </a:lnTo>
                  <a:lnTo>
                    <a:pt x="1664829" y="3872385"/>
                  </a:lnTo>
                  <a:lnTo>
                    <a:pt x="1665300" y="3872385"/>
                  </a:lnTo>
                  <a:lnTo>
                    <a:pt x="1665535" y="3872385"/>
                  </a:lnTo>
                  <a:lnTo>
                    <a:pt x="1665653" y="3872385"/>
                  </a:lnTo>
                  <a:lnTo>
                    <a:pt x="1665653" y="3871955"/>
                  </a:lnTo>
                  <a:lnTo>
                    <a:pt x="1665770" y="3871955"/>
                  </a:lnTo>
                  <a:lnTo>
                    <a:pt x="1666123" y="3871524"/>
                  </a:lnTo>
                  <a:lnTo>
                    <a:pt x="1666241" y="3871524"/>
                  </a:lnTo>
                  <a:lnTo>
                    <a:pt x="1666241" y="3871094"/>
                  </a:lnTo>
                  <a:lnTo>
                    <a:pt x="1666358" y="3870663"/>
                  </a:lnTo>
                  <a:lnTo>
                    <a:pt x="1666358" y="3870232"/>
                  </a:lnTo>
                  <a:lnTo>
                    <a:pt x="1666476" y="3870232"/>
                  </a:lnTo>
                  <a:lnTo>
                    <a:pt x="1666594" y="3870232"/>
                  </a:lnTo>
                  <a:lnTo>
                    <a:pt x="1666711" y="3870232"/>
                  </a:lnTo>
                  <a:lnTo>
                    <a:pt x="1666829" y="3869802"/>
                  </a:lnTo>
                  <a:lnTo>
                    <a:pt x="1667064" y="3869371"/>
                  </a:lnTo>
                  <a:lnTo>
                    <a:pt x="1667064" y="3868941"/>
                  </a:lnTo>
                  <a:lnTo>
                    <a:pt x="1667182" y="3868510"/>
                  </a:lnTo>
                  <a:lnTo>
                    <a:pt x="1667535" y="3868079"/>
                  </a:lnTo>
                  <a:lnTo>
                    <a:pt x="1667652" y="3868079"/>
                  </a:lnTo>
                  <a:lnTo>
                    <a:pt x="1667887" y="3868079"/>
                  </a:lnTo>
                  <a:lnTo>
                    <a:pt x="1668475" y="3867649"/>
                  </a:lnTo>
                  <a:lnTo>
                    <a:pt x="1668593" y="3867649"/>
                  </a:lnTo>
                  <a:lnTo>
                    <a:pt x="1668711" y="3867649"/>
                  </a:lnTo>
                  <a:lnTo>
                    <a:pt x="1668828" y="3867649"/>
                  </a:lnTo>
                  <a:lnTo>
                    <a:pt x="1669064" y="3867649"/>
                  </a:lnTo>
                  <a:lnTo>
                    <a:pt x="1669416" y="3867218"/>
                  </a:lnTo>
                  <a:lnTo>
                    <a:pt x="1669534" y="3867218"/>
                  </a:lnTo>
                  <a:lnTo>
                    <a:pt x="1669652" y="3867218"/>
                  </a:lnTo>
                  <a:lnTo>
                    <a:pt x="1669652" y="3866788"/>
                  </a:lnTo>
                  <a:lnTo>
                    <a:pt x="1669769" y="3866788"/>
                  </a:lnTo>
                  <a:lnTo>
                    <a:pt x="1669769" y="3865926"/>
                  </a:lnTo>
                  <a:lnTo>
                    <a:pt x="1670240" y="3865496"/>
                  </a:lnTo>
                  <a:lnTo>
                    <a:pt x="1670475" y="3864635"/>
                  </a:lnTo>
                  <a:lnTo>
                    <a:pt x="1670593" y="3864204"/>
                  </a:lnTo>
                  <a:lnTo>
                    <a:pt x="1670945" y="3864204"/>
                  </a:lnTo>
                  <a:lnTo>
                    <a:pt x="1671063" y="3864204"/>
                  </a:lnTo>
                  <a:lnTo>
                    <a:pt x="1671063" y="3863773"/>
                  </a:lnTo>
                  <a:lnTo>
                    <a:pt x="1671298" y="3863773"/>
                  </a:lnTo>
                  <a:lnTo>
                    <a:pt x="1671533" y="3863773"/>
                  </a:lnTo>
                  <a:lnTo>
                    <a:pt x="1671886" y="3863343"/>
                  </a:lnTo>
                  <a:lnTo>
                    <a:pt x="1672239" y="3863343"/>
                  </a:lnTo>
                  <a:lnTo>
                    <a:pt x="1672474" y="3863343"/>
                  </a:lnTo>
                  <a:lnTo>
                    <a:pt x="1674591" y="3859898"/>
                  </a:lnTo>
                  <a:lnTo>
                    <a:pt x="1674827" y="3859898"/>
                  </a:lnTo>
                  <a:lnTo>
                    <a:pt x="1674827" y="3859467"/>
                  </a:lnTo>
                  <a:lnTo>
                    <a:pt x="1674944" y="3859467"/>
                  </a:lnTo>
                  <a:lnTo>
                    <a:pt x="1675179" y="3859467"/>
                  </a:lnTo>
                  <a:lnTo>
                    <a:pt x="1675415" y="3859037"/>
                  </a:lnTo>
                  <a:lnTo>
                    <a:pt x="1675650" y="3859037"/>
                  </a:lnTo>
                  <a:lnTo>
                    <a:pt x="1675768" y="3859037"/>
                  </a:lnTo>
                  <a:lnTo>
                    <a:pt x="1675885" y="3859037"/>
                  </a:lnTo>
                  <a:lnTo>
                    <a:pt x="1675885" y="3858606"/>
                  </a:lnTo>
                  <a:lnTo>
                    <a:pt x="1676120" y="3858176"/>
                  </a:lnTo>
                  <a:lnTo>
                    <a:pt x="1676120" y="3857745"/>
                  </a:lnTo>
                  <a:lnTo>
                    <a:pt x="1676238" y="3857745"/>
                  </a:lnTo>
                  <a:lnTo>
                    <a:pt x="1676238" y="3856884"/>
                  </a:lnTo>
                  <a:lnTo>
                    <a:pt x="1676356" y="3856884"/>
                  </a:lnTo>
                  <a:lnTo>
                    <a:pt x="1676473" y="3856453"/>
                  </a:lnTo>
                  <a:lnTo>
                    <a:pt x="1676591" y="3856453"/>
                  </a:lnTo>
                  <a:lnTo>
                    <a:pt x="1676708" y="3856453"/>
                  </a:lnTo>
                  <a:lnTo>
                    <a:pt x="1677061" y="3856453"/>
                  </a:lnTo>
                  <a:lnTo>
                    <a:pt x="1677179" y="3856453"/>
                  </a:lnTo>
                  <a:lnTo>
                    <a:pt x="1677414" y="3856453"/>
                  </a:lnTo>
                  <a:lnTo>
                    <a:pt x="1677532" y="3856453"/>
                  </a:lnTo>
                  <a:lnTo>
                    <a:pt x="1677649" y="3856453"/>
                  </a:lnTo>
                  <a:lnTo>
                    <a:pt x="1677649" y="3854300"/>
                  </a:lnTo>
                  <a:lnTo>
                    <a:pt x="1678355" y="3853439"/>
                  </a:lnTo>
                  <a:lnTo>
                    <a:pt x="1678473" y="3852578"/>
                  </a:lnTo>
                  <a:lnTo>
                    <a:pt x="1678943" y="3852578"/>
                  </a:lnTo>
                  <a:lnTo>
                    <a:pt x="1679296" y="3852578"/>
                  </a:lnTo>
                  <a:lnTo>
                    <a:pt x="1679414" y="3852578"/>
                  </a:lnTo>
                  <a:lnTo>
                    <a:pt x="1679414" y="3852147"/>
                  </a:lnTo>
                  <a:lnTo>
                    <a:pt x="1679766" y="3850855"/>
                  </a:lnTo>
                  <a:lnTo>
                    <a:pt x="1679884" y="3850855"/>
                  </a:lnTo>
                  <a:lnTo>
                    <a:pt x="1680002" y="3850855"/>
                  </a:lnTo>
                  <a:lnTo>
                    <a:pt x="1680119" y="3850855"/>
                  </a:lnTo>
                  <a:lnTo>
                    <a:pt x="1680355" y="3850425"/>
                  </a:lnTo>
                  <a:lnTo>
                    <a:pt x="1680472" y="3850425"/>
                  </a:lnTo>
                  <a:lnTo>
                    <a:pt x="1680590" y="3849994"/>
                  </a:lnTo>
                  <a:lnTo>
                    <a:pt x="1680943" y="3849994"/>
                  </a:lnTo>
                  <a:lnTo>
                    <a:pt x="1681060" y="3849994"/>
                  </a:lnTo>
                  <a:lnTo>
                    <a:pt x="1681178" y="3849994"/>
                  </a:lnTo>
                  <a:lnTo>
                    <a:pt x="1681413" y="3849133"/>
                  </a:lnTo>
                  <a:lnTo>
                    <a:pt x="1681648" y="3849133"/>
                  </a:lnTo>
                  <a:lnTo>
                    <a:pt x="1682001" y="3849133"/>
                  </a:lnTo>
                  <a:lnTo>
                    <a:pt x="1682119" y="3849133"/>
                  </a:lnTo>
                  <a:lnTo>
                    <a:pt x="1682119" y="3848702"/>
                  </a:lnTo>
                  <a:lnTo>
                    <a:pt x="1682589" y="3848702"/>
                  </a:lnTo>
                  <a:lnTo>
                    <a:pt x="1682942" y="3848702"/>
                  </a:lnTo>
                  <a:lnTo>
                    <a:pt x="1683060" y="3848702"/>
                  </a:lnTo>
                  <a:lnTo>
                    <a:pt x="1683177" y="3847841"/>
                  </a:lnTo>
                  <a:lnTo>
                    <a:pt x="1683295" y="3847841"/>
                  </a:lnTo>
                  <a:lnTo>
                    <a:pt x="1683530" y="3847411"/>
                  </a:lnTo>
                  <a:lnTo>
                    <a:pt x="1683648" y="3847411"/>
                  </a:lnTo>
                  <a:lnTo>
                    <a:pt x="1684001" y="3847411"/>
                  </a:lnTo>
                  <a:lnTo>
                    <a:pt x="1684001" y="3846980"/>
                  </a:lnTo>
                  <a:lnTo>
                    <a:pt x="1684236" y="3846980"/>
                  </a:lnTo>
                  <a:lnTo>
                    <a:pt x="1684471" y="3846549"/>
                  </a:lnTo>
                  <a:lnTo>
                    <a:pt x="1684706" y="3846119"/>
                  </a:lnTo>
                  <a:lnTo>
                    <a:pt x="1684941" y="3845688"/>
                  </a:lnTo>
                  <a:lnTo>
                    <a:pt x="1685059" y="3845688"/>
                  </a:lnTo>
                  <a:lnTo>
                    <a:pt x="1685294" y="3845688"/>
                  </a:lnTo>
                  <a:lnTo>
                    <a:pt x="1685294" y="3845258"/>
                  </a:lnTo>
                  <a:lnTo>
                    <a:pt x="1685412" y="3845258"/>
                  </a:lnTo>
                  <a:lnTo>
                    <a:pt x="1686353" y="3844827"/>
                  </a:lnTo>
                  <a:lnTo>
                    <a:pt x="1686588" y="3844396"/>
                  </a:lnTo>
                  <a:lnTo>
                    <a:pt x="1686588" y="3843966"/>
                  </a:lnTo>
                  <a:lnTo>
                    <a:pt x="1686706" y="3843966"/>
                  </a:lnTo>
                  <a:lnTo>
                    <a:pt x="1686823" y="3843966"/>
                  </a:lnTo>
                  <a:lnTo>
                    <a:pt x="1687059" y="3843535"/>
                  </a:lnTo>
                  <a:lnTo>
                    <a:pt x="1687529" y="3842674"/>
                  </a:lnTo>
                  <a:lnTo>
                    <a:pt x="1687999" y="3842674"/>
                  </a:lnTo>
                  <a:lnTo>
                    <a:pt x="1688117" y="3842674"/>
                  </a:lnTo>
                  <a:lnTo>
                    <a:pt x="1688235" y="3842243"/>
                  </a:lnTo>
                  <a:lnTo>
                    <a:pt x="1688823" y="3842243"/>
                  </a:lnTo>
                  <a:lnTo>
                    <a:pt x="1688940" y="3841382"/>
                  </a:lnTo>
                  <a:lnTo>
                    <a:pt x="1689058" y="3841382"/>
                  </a:lnTo>
                  <a:lnTo>
                    <a:pt x="1689176" y="3841382"/>
                  </a:lnTo>
                  <a:lnTo>
                    <a:pt x="1689176" y="3840952"/>
                  </a:lnTo>
                  <a:lnTo>
                    <a:pt x="1689646" y="3840952"/>
                  </a:lnTo>
                  <a:lnTo>
                    <a:pt x="1689764" y="3840952"/>
                  </a:lnTo>
                  <a:lnTo>
                    <a:pt x="1689999" y="3840521"/>
                  </a:lnTo>
                  <a:lnTo>
                    <a:pt x="1690116" y="3840521"/>
                  </a:lnTo>
                  <a:lnTo>
                    <a:pt x="1690587" y="3840090"/>
                  </a:lnTo>
                  <a:lnTo>
                    <a:pt x="1690705" y="3840090"/>
                  </a:lnTo>
                  <a:lnTo>
                    <a:pt x="1690822" y="3840090"/>
                  </a:lnTo>
                  <a:lnTo>
                    <a:pt x="1691057" y="3839660"/>
                  </a:lnTo>
                  <a:lnTo>
                    <a:pt x="1691175" y="3839660"/>
                  </a:lnTo>
                  <a:lnTo>
                    <a:pt x="1691293" y="3839660"/>
                  </a:lnTo>
                  <a:lnTo>
                    <a:pt x="1691410" y="3839660"/>
                  </a:lnTo>
                  <a:lnTo>
                    <a:pt x="1691645" y="3839660"/>
                  </a:lnTo>
                  <a:lnTo>
                    <a:pt x="1692586" y="3839229"/>
                  </a:lnTo>
                  <a:lnTo>
                    <a:pt x="1692704" y="3839229"/>
                  </a:lnTo>
                  <a:lnTo>
                    <a:pt x="1692822" y="3838799"/>
                  </a:lnTo>
                  <a:lnTo>
                    <a:pt x="1692939" y="3838799"/>
                  </a:lnTo>
                  <a:lnTo>
                    <a:pt x="1693057" y="3838368"/>
                  </a:lnTo>
                  <a:lnTo>
                    <a:pt x="1693057" y="3837937"/>
                  </a:lnTo>
                  <a:lnTo>
                    <a:pt x="1693410" y="3837937"/>
                  </a:lnTo>
                  <a:lnTo>
                    <a:pt x="1693880" y="3837937"/>
                  </a:lnTo>
                  <a:lnTo>
                    <a:pt x="1694351" y="3835784"/>
                  </a:lnTo>
                  <a:lnTo>
                    <a:pt x="1694586" y="3835784"/>
                  </a:lnTo>
                  <a:lnTo>
                    <a:pt x="1694703" y="3835354"/>
                  </a:lnTo>
                  <a:lnTo>
                    <a:pt x="1694939" y="3835354"/>
                  </a:lnTo>
                  <a:lnTo>
                    <a:pt x="1695056" y="3835354"/>
                  </a:lnTo>
                  <a:lnTo>
                    <a:pt x="1695174" y="3835354"/>
                  </a:lnTo>
                  <a:lnTo>
                    <a:pt x="1695174" y="3834923"/>
                  </a:lnTo>
                  <a:lnTo>
                    <a:pt x="1695292" y="3834923"/>
                  </a:lnTo>
                  <a:lnTo>
                    <a:pt x="1695527" y="3834493"/>
                  </a:lnTo>
                  <a:lnTo>
                    <a:pt x="1695997" y="3834062"/>
                  </a:lnTo>
                  <a:lnTo>
                    <a:pt x="1695997" y="3833201"/>
                  </a:lnTo>
                  <a:lnTo>
                    <a:pt x="1696585" y="3832770"/>
                  </a:lnTo>
                  <a:lnTo>
                    <a:pt x="1696703" y="3832770"/>
                  </a:lnTo>
                  <a:lnTo>
                    <a:pt x="1696820" y="3832770"/>
                  </a:lnTo>
                  <a:lnTo>
                    <a:pt x="1697056" y="3832340"/>
                  </a:lnTo>
                  <a:lnTo>
                    <a:pt x="1697173" y="3832340"/>
                  </a:lnTo>
                  <a:lnTo>
                    <a:pt x="1697173" y="3831909"/>
                  </a:lnTo>
                  <a:lnTo>
                    <a:pt x="1697291" y="3831478"/>
                  </a:lnTo>
                  <a:lnTo>
                    <a:pt x="1697409" y="3831478"/>
                  </a:lnTo>
                  <a:lnTo>
                    <a:pt x="1697526" y="3831478"/>
                  </a:lnTo>
                  <a:lnTo>
                    <a:pt x="1697879" y="3831048"/>
                  </a:lnTo>
                  <a:lnTo>
                    <a:pt x="1697997" y="3831048"/>
                  </a:lnTo>
                  <a:lnTo>
                    <a:pt x="1698349" y="3830617"/>
                  </a:lnTo>
                  <a:lnTo>
                    <a:pt x="1698349" y="3830187"/>
                  </a:lnTo>
                  <a:lnTo>
                    <a:pt x="1698467" y="3830187"/>
                  </a:lnTo>
                  <a:lnTo>
                    <a:pt x="1698585" y="3830187"/>
                  </a:lnTo>
                  <a:lnTo>
                    <a:pt x="1698702" y="3830187"/>
                  </a:lnTo>
                  <a:lnTo>
                    <a:pt x="1698702" y="3829756"/>
                  </a:lnTo>
                  <a:lnTo>
                    <a:pt x="1698820" y="3829325"/>
                  </a:lnTo>
                  <a:lnTo>
                    <a:pt x="1698938" y="3829325"/>
                  </a:lnTo>
                  <a:lnTo>
                    <a:pt x="1699055" y="3829325"/>
                  </a:lnTo>
                  <a:lnTo>
                    <a:pt x="1699173" y="3829325"/>
                  </a:lnTo>
                  <a:lnTo>
                    <a:pt x="1699173" y="3828464"/>
                  </a:lnTo>
                  <a:lnTo>
                    <a:pt x="1699408" y="3828034"/>
                  </a:lnTo>
                  <a:lnTo>
                    <a:pt x="1699526" y="3828034"/>
                  </a:lnTo>
                  <a:lnTo>
                    <a:pt x="1699878" y="3828034"/>
                  </a:lnTo>
                  <a:lnTo>
                    <a:pt x="1699996" y="3827603"/>
                  </a:lnTo>
                  <a:lnTo>
                    <a:pt x="1701055" y="3827603"/>
                  </a:lnTo>
                  <a:lnTo>
                    <a:pt x="1701407" y="3827603"/>
                  </a:lnTo>
                  <a:lnTo>
                    <a:pt x="1701407" y="3826742"/>
                  </a:lnTo>
                  <a:lnTo>
                    <a:pt x="1701407" y="3826311"/>
                  </a:lnTo>
                  <a:lnTo>
                    <a:pt x="1701407" y="3825881"/>
                  </a:lnTo>
                  <a:lnTo>
                    <a:pt x="1701643" y="3825450"/>
                  </a:lnTo>
                  <a:lnTo>
                    <a:pt x="1701760" y="3825019"/>
                  </a:lnTo>
                  <a:lnTo>
                    <a:pt x="1701760" y="3824589"/>
                  </a:lnTo>
                  <a:lnTo>
                    <a:pt x="1702113" y="3824589"/>
                  </a:lnTo>
                  <a:lnTo>
                    <a:pt x="1702231" y="3824589"/>
                  </a:lnTo>
                  <a:lnTo>
                    <a:pt x="1702348" y="3824589"/>
                  </a:lnTo>
                  <a:lnTo>
                    <a:pt x="1702466" y="3824589"/>
                  </a:lnTo>
                  <a:lnTo>
                    <a:pt x="1702584" y="3824589"/>
                  </a:lnTo>
                  <a:lnTo>
                    <a:pt x="1702701" y="3824158"/>
                  </a:lnTo>
                  <a:lnTo>
                    <a:pt x="1702819" y="3824158"/>
                  </a:lnTo>
                  <a:lnTo>
                    <a:pt x="1702819" y="3823728"/>
                  </a:lnTo>
                  <a:lnTo>
                    <a:pt x="1702936" y="3823728"/>
                  </a:lnTo>
                  <a:lnTo>
                    <a:pt x="1703289" y="3823728"/>
                  </a:lnTo>
                  <a:lnTo>
                    <a:pt x="1703407" y="3823728"/>
                  </a:lnTo>
                  <a:lnTo>
                    <a:pt x="1703642" y="3823297"/>
                  </a:lnTo>
                  <a:lnTo>
                    <a:pt x="1703877" y="3822866"/>
                  </a:lnTo>
                  <a:lnTo>
                    <a:pt x="1703995" y="3822436"/>
                  </a:lnTo>
                  <a:lnTo>
                    <a:pt x="1704348" y="3822436"/>
                  </a:lnTo>
                  <a:lnTo>
                    <a:pt x="1704583" y="3822436"/>
                  </a:lnTo>
                  <a:lnTo>
                    <a:pt x="1704701" y="3822436"/>
                  </a:lnTo>
                  <a:lnTo>
                    <a:pt x="1704818" y="3822436"/>
                  </a:lnTo>
                  <a:lnTo>
                    <a:pt x="1704936" y="3822005"/>
                  </a:lnTo>
                  <a:lnTo>
                    <a:pt x="1704936" y="3821575"/>
                  </a:lnTo>
                  <a:lnTo>
                    <a:pt x="1705289" y="3821144"/>
                  </a:lnTo>
                  <a:lnTo>
                    <a:pt x="1705289" y="3820713"/>
                  </a:lnTo>
                  <a:lnTo>
                    <a:pt x="1705406" y="3820713"/>
                  </a:lnTo>
                  <a:lnTo>
                    <a:pt x="1706112" y="3820713"/>
                  </a:lnTo>
                  <a:lnTo>
                    <a:pt x="1706230" y="3820713"/>
                  </a:lnTo>
                  <a:lnTo>
                    <a:pt x="1706582" y="3820283"/>
                  </a:lnTo>
                  <a:lnTo>
                    <a:pt x="1706582" y="3819852"/>
                  </a:lnTo>
                  <a:lnTo>
                    <a:pt x="1706935" y="3819852"/>
                  </a:lnTo>
                  <a:lnTo>
                    <a:pt x="1707053" y="3819852"/>
                  </a:lnTo>
                  <a:lnTo>
                    <a:pt x="1707288" y="3819852"/>
                  </a:lnTo>
                  <a:lnTo>
                    <a:pt x="1707641" y="3819852"/>
                  </a:lnTo>
                  <a:lnTo>
                    <a:pt x="1707876" y="3819852"/>
                  </a:lnTo>
                  <a:lnTo>
                    <a:pt x="1707994" y="3819852"/>
                  </a:lnTo>
                  <a:lnTo>
                    <a:pt x="1708229" y="3818991"/>
                  </a:lnTo>
                  <a:lnTo>
                    <a:pt x="1708347" y="3818991"/>
                  </a:lnTo>
                  <a:lnTo>
                    <a:pt x="1708464" y="3818560"/>
                  </a:lnTo>
                  <a:lnTo>
                    <a:pt x="1708700" y="3818560"/>
                  </a:lnTo>
                  <a:lnTo>
                    <a:pt x="1708817" y="3818560"/>
                  </a:lnTo>
                  <a:lnTo>
                    <a:pt x="1708935" y="3818560"/>
                  </a:lnTo>
                  <a:lnTo>
                    <a:pt x="1708935" y="3818130"/>
                  </a:lnTo>
                  <a:lnTo>
                    <a:pt x="1709170" y="3817699"/>
                  </a:lnTo>
                  <a:lnTo>
                    <a:pt x="1709405" y="3817699"/>
                  </a:lnTo>
                  <a:lnTo>
                    <a:pt x="1709405" y="3817269"/>
                  </a:lnTo>
                  <a:lnTo>
                    <a:pt x="1709758" y="3817269"/>
                  </a:lnTo>
                  <a:lnTo>
                    <a:pt x="1709876" y="3816838"/>
                  </a:lnTo>
                  <a:lnTo>
                    <a:pt x="1709993" y="3816407"/>
                  </a:lnTo>
                  <a:lnTo>
                    <a:pt x="1710229" y="3816407"/>
                  </a:lnTo>
                  <a:lnTo>
                    <a:pt x="1710581" y="3815977"/>
                  </a:lnTo>
                  <a:lnTo>
                    <a:pt x="1710699" y="3815977"/>
                  </a:lnTo>
                  <a:lnTo>
                    <a:pt x="1710817" y="3815977"/>
                  </a:lnTo>
                  <a:lnTo>
                    <a:pt x="1711287" y="3815977"/>
                  </a:lnTo>
                  <a:lnTo>
                    <a:pt x="1711640" y="3815546"/>
                  </a:lnTo>
                  <a:lnTo>
                    <a:pt x="1712581" y="3814254"/>
                  </a:lnTo>
                  <a:lnTo>
                    <a:pt x="1712816" y="3814254"/>
                  </a:lnTo>
                  <a:lnTo>
                    <a:pt x="1712934" y="3814254"/>
                  </a:lnTo>
                  <a:lnTo>
                    <a:pt x="1713051" y="3814254"/>
                  </a:lnTo>
                  <a:lnTo>
                    <a:pt x="1713169" y="3814254"/>
                  </a:lnTo>
                  <a:lnTo>
                    <a:pt x="1713286" y="3814254"/>
                  </a:lnTo>
                  <a:lnTo>
                    <a:pt x="1713522" y="3813824"/>
                  </a:lnTo>
                  <a:lnTo>
                    <a:pt x="1713757" y="3813393"/>
                  </a:lnTo>
                  <a:lnTo>
                    <a:pt x="1713992" y="3813393"/>
                  </a:lnTo>
                  <a:lnTo>
                    <a:pt x="1714110" y="3813393"/>
                  </a:lnTo>
                  <a:lnTo>
                    <a:pt x="1714227" y="3813393"/>
                  </a:lnTo>
                  <a:lnTo>
                    <a:pt x="1714345" y="3813393"/>
                  </a:lnTo>
                  <a:lnTo>
                    <a:pt x="1714580" y="3812963"/>
                  </a:lnTo>
                  <a:lnTo>
                    <a:pt x="1714698" y="3812963"/>
                  </a:lnTo>
                  <a:lnTo>
                    <a:pt x="1714933" y="3812101"/>
                  </a:lnTo>
                  <a:lnTo>
                    <a:pt x="1715286" y="3811671"/>
                  </a:lnTo>
                  <a:lnTo>
                    <a:pt x="1715874" y="3810810"/>
                  </a:lnTo>
                  <a:lnTo>
                    <a:pt x="1715992" y="3810379"/>
                  </a:lnTo>
                  <a:lnTo>
                    <a:pt x="1716109" y="3809518"/>
                  </a:lnTo>
                  <a:lnTo>
                    <a:pt x="1716109" y="3808657"/>
                  </a:lnTo>
                  <a:lnTo>
                    <a:pt x="1716344" y="3808657"/>
                  </a:lnTo>
                  <a:lnTo>
                    <a:pt x="1716580" y="3808657"/>
                  </a:lnTo>
                  <a:lnTo>
                    <a:pt x="1716697" y="3807795"/>
                  </a:lnTo>
                  <a:lnTo>
                    <a:pt x="1716933" y="3807795"/>
                  </a:lnTo>
                  <a:lnTo>
                    <a:pt x="1717168" y="3807795"/>
                  </a:lnTo>
                  <a:lnTo>
                    <a:pt x="1717285" y="3807795"/>
                  </a:lnTo>
                  <a:lnTo>
                    <a:pt x="1717521" y="3807365"/>
                  </a:lnTo>
                  <a:lnTo>
                    <a:pt x="1718109" y="3807365"/>
                  </a:lnTo>
                  <a:lnTo>
                    <a:pt x="1718226" y="3807365"/>
                  </a:lnTo>
                  <a:lnTo>
                    <a:pt x="1718344" y="3807365"/>
                  </a:lnTo>
                  <a:lnTo>
                    <a:pt x="1719873" y="3804351"/>
                  </a:lnTo>
                  <a:lnTo>
                    <a:pt x="1719991" y="3804351"/>
                  </a:lnTo>
                  <a:lnTo>
                    <a:pt x="1719991" y="3803920"/>
                  </a:lnTo>
                  <a:lnTo>
                    <a:pt x="1720343" y="3803920"/>
                  </a:lnTo>
                  <a:lnTo>
                    <a:pt x="1720461" y="3803920"/>
                  </a:lnTo>
                  <a:lnTo>
                    <a:pt x="1720461" y="3803489"/>
                  </a:lnTo>
                  <a:lnTo>
                    <a:pt x="1720579" y="3802628"/>
                  </a:lnTo>
                  <a:lnTo>
                    <a:pt x="1720696" y="3802628"/>
                  </a:lnTo>
                  <a:lnTo>
                    <a:pt x="1720696" y="3802198"/>
                  </a:lnTo>
                  <a:lnTo>
                    <a:pt x="1720814" y="3802198"/>
                  </a:lnTo>
                  <a:lnTo>
                    <a:pt x="1720931" y="3802198"/>
                  </a:lnTo>
                  <a:lnTo>
                    <a:pt x="1720931" y="3801767"/>
                  </a:lnTo>
                  <a:lnTo>
                    <a:pt x="1721049" y="3801767"/>
                  </a:lnTo>
                  <a:lnTo>
                    <a:pt x="1721049" y="3801336"/>
                  </a:lnTo>
                  <a:lnTo>
                    <a:pt x="1721167" y="3801336"/>
                  </a:lnTo>
                  <a:lnTo>
                    <a:pt x="1721284" y="3801336"/>
                  </a:lnTo>
                  <a:lnTo>
                    <a:pt x="1721519" y="3801336"/>
                  </a:lnTo>
                  <a:lnTo>
                    <a:pt x="1721755" y="3800906"/>
                  </a:lnTo>
                  <a:lnTo>
                    <a:pt x="1721990" y="3800045"/>
                  </a:lnTo>
                  <a:lnTo>
                    <a:pt x="1722108" y="3800045"/>
                  </a:lnTo>
                  <a:lnTo>
                    <a:pt x="1722225" y="3800045"/>
                  </a:lnTo>
                  <a:lnTo>
                    <a:pt x="1722696" y="3800045"/>
                  </a:lnTo>
                  <a:lnTo>
                    <a:pt x="1722813" y="3800045"/>
                  </a:lnTo>
                  <a:lnTo>
                    <a:pt x="1722931" y="3800045"/>
                  </a:lnTo>
                  <a:lnTo>
                    <a:pt x="1723048" y="3800045"/>
                  </a:lnTo>
                  <a:lnTo>
                    <a:pt x="1723284" y="3799614"/>
                  </a:lnTo>
                  <a:lnTo>
                    <a:pt x="1723519" y="3799183"/>
                  </a:lnTo>
                  <a:lnTo>
                    <a:pt x="1723637" y="3799183"/>
                  </a:lnTo>
                  <a:lnTo>
                    <a:pt x="1723754" y="3799183"/>
                  </a:lnTo>
                  <a:lnTo>
                    <a:pt x="1723872" y="3799183"/>
                  </a:lnTo>
                  <a:lnTo>
                    <a:pt x="1723989" y="3799183"/>
                  </a:lnTo>
                  <a:lnTo>
                    <a:pt x="1723989" y="3798753"/>
                  </a:lnTo>
                  <a:lnTo>
                    <a:pt x="1724107" y="3798753"/>
                  </a:lnTo>
                  <a:lnTo>
                    <a:pt x="1724225" y="3798753"/>
                  </a:lnTo>
                  <a:lnTo>
                    <a:pt x="1724342" y="3798753"/>
                  </a:lnTo>
                  <a:lnTo>
                    <a:pt x="1724460" y="3798753"/>
                  </a:lnTo>
                  <a:lnTo>
                    <a:pt x="1724577" y="3797461"/>
                  </a:lnTo>
                  <a:lnTo>
                    <a:pt x="1724577" y="3797030"/>
                  </a:lnTo>
                  <a:lnTo>
                    <a:pt x="1724695" y="3796169"/>
                  </a:lnTo>
                  <a:lnTo>
                    <a:pt x="1724813" y="3795739"/>
                  </a:lnTo>
                  <a:lnTo>
                    <a:pt x="1725048" y="3795739"/>
                  </a:lnTo>
                  <a:lnTo>
                    <a:pt x="1725048" y="3795308"/>
                  </a:lnTo>
                  <a:lnTo>
                    <a:pt x="1725166" y="3795308"/>
                  </a:lnTo>
                  <a:lnTo>
                    <a:pt x="1725401" y="3794877"/>
                  </a:lnTo>
                  <a:lnTo>
                    <a:pt x="1725636" y="3794877"/>
                  </a:lnTo>
                  <a:lnTo>
                    <a:pt x="1725754" y="3794877"/>
                  </a:lnTo>
                  <a:lnTo>
                    <a:pt x="1726106" y="3794877"/>
                  </a:lnTo>
                  <a:lnTo>
                    <a:pt x="1726577" y="3793586"/>
                  </a:lnTo>
                  <a:lnTo>
                    <a:pt x="1726812" y="3793586"/>
                  </a:lnTo>
                  <a:lnTo>
                    <a:pt x="1726812" y="3793155"/>
                  </a:lnTo>
                  <a:lnTo>
                    <a:pt x="1726930" y="3793155"/>
                  </a:lnTo>
                  <a:lnTo>
                    <a:pt x="1727283" y="3792294"/>
                  </a:lnTo>
                  <a:lnTo>
                    <a:pt x="1727400" y="3791863"/>
                  </a:lnTo>
                  <a:lnTo>
                    <a:pt x="1727988" y="3791002"/>
                  </a:lnTo>
                  <a:lnTo>
                    <a:pt x="1728224" y="3791002"/>
                  </a:lnTo>
                  <a:lnTo>
                    <a:pt x="1728224" y="3790571"/>
                  </a:lnTo>
                  <a:lnTo>
                    <a:pt x="1728694" y="3790571"/>
                  </a:lnTo>
                  <a:lnTo>
                    <a:pt x="1728929" y="3790141"/>
                  </a:lnTo>
                  <a:lnTo>
                    <a:pt x="1729047" y="3790141"/>
                  </a:lnTo>
                  <a:lnTo>
                    <a:pt x="1729047" y="3789710"/>
                  </a:lnTo>
                  <a:lnTo>
                    <a:pt x="1729164" y="3789710"/>
                  </a:lnTo>
                  <a:lnTo>
                    <a:pt x="1729282" y="3789710"/>
                  </a:lnTo>
                  <a:lnTo>
                    <a:pt x="1729635" y="3789280"/>
                  </a:lnTo>
                  <a:lnTo>
                    <a:pt x="1729752" y="3789280"/>
                  </a:lnTo>
                  <a:lnTo>
                    <a:pt x="1729752" y="3788849"/>
                  </a:lnTo>
                  <a:lnTo>
                    <a:pt x="1729870" y="3788849"/>
                  </a:lnTo>
                  <a:lnTo>
                    <a:pt x="1729988" y="3788849"/>
                  </a:lnTo>
                  <a:lnTo>
                    <a:pt x="1730105" y="3788849"/>
                  </a:lnTo>
                  <a:lnTo>
                    <a:pt x="1730223" y="3788849"/>
                  </a:lnTo>
                  <a:lnTo>
                    <a:pt x="1730458" y="3788849"/>
                  </a:lnTo>
                  <a:lnTo>
                    <a:pt x="1730693" y="3788849"/>
                  </a:lnTo>
                  <a:lnTo>
                    <a:pt x="1730811" y="3788418"/>
                  </a:lnTo>
                  <a:lnTo>
                    <a:pt x="1731164" y="3788418"/>
                  </a:lnTo>
                  <a:lnTo>
                    <a:pt x="1731281" y="3787988"/>
                  </a:lnTo>
                  <a:lnTo>
                    <a:pt x="1731281" y="3787557"/>
                  </a:lnTo>
                  <a:lnTo>
                    <a:pt x="1731517" y="3787557"/>
                  </a:lnTo>
                  <a:lnTo>
                    <a:pt x="1731634" y="3787127"/>
                  </a:lnTo>
                  <a:lnTo>
                    <a:pt x="1731634" y="3785835"/>
                  </a:lnTo>
                  <a:lnTo>
                    <a:pt x="1731987" y="3785404"/>
                  </a:lnTo>
                  <a:lnTo>
                    <a:pt x="1731987" y="3784974"/>
                  </a:lnTo>
                  <a:lnTo>
                    <a:pt x="1731987" y="3784543"/>
                  </a:lnTo>
                  <a:lnTo>
                    <a:pt x="1732105" y="3784543"/>
                  </a:lnTo>
                  <a:lnTo>
                    <a:pt x="1732575" y="3784112"/>
                  </a:lnTo>
                  <a:lnTo>
                    <a:pt x="1732810" y="3783682"/>
                  </a:lnTo>
                  <a:lnTo>
                    <a:pt x="1732928" y="3783682"/>
                  </a:lnTo>
                  <a:lnTo>
                    <a:pt x="1733046" y="3783682"/>
                  </a:lnTo>
                  <a:lnTo>
                    <a:pt x="1733163" y="3783682"/>
                  </a:lnTo>
                  <a:lnTo>
                    <a:pt x="1733399" y="3783682"/>
                  </a:lnTo>
                  <a:lnTo>
                    <a:pt x="1733516" y="3783682"/>
                  </a:lnTo>
                  <a:lnTo>
                    <a:pt x="1733634" y="3783682"/>
                  </a:lnTo>
                  <a:lnTo>
                    <a:pt x="1734692" y="3782390"/>
                  </a:lnTo>
                  <a:lnTo>
                    <a:pt x="1734692" y="3781098"/>
                  </a:lnTo>
                  <a:lnTo>
                    <a:pt x="1734810" y="3781098"/>
                  </a:lnTo>
                  <a:lnTo>
                    <a:pt x="1734810" y="3780668"/>
                  </a:lnTo>
                  <a:lnTo>
                    <a:pt x="1734928" y="3780668"/>
                  </a:lnTo>
                  <a:lnTo>
                    <a:pt x="1735045" y="3780668"/>
                  </a:lnTo>
                  <a:lnTo>
                    <a:pt x="1735163" y="3779376"/>
                  </a:lnTo>
                  <a:lnTo>
                    <a:pt x="1735280" y="3778945"/>
                  </a:lnTo>
                  <a:lnTo>
                    <a:pt x="1735633" y="3778084"/>
                  </a:lnTo>
                  <a:lnTo>
                    <a:pt x="1735751" y="3778084"/>
                  </a:lnTo>
                  <a:lnTo>
                    <a:pt x="1735751" y="3777653"/>
                  </a:lnTo>
                  <a:lnTo>
                    <a:pt x="1735868" y="3777653"/>
                  </a:lnTo>
                  <a:lnTo>
                    <a:pt x="1735986" y="3777653"/>
                  </a:lnTo>
                  <a:lnTo>
                    <a:pt x="1736104" y="3777653"/>
                  </a:lnTo>
                  <a:lnTo>
                    <a:pt x="1736457" y="3777653"/>
                  </a:lnTo>
                  <a:lnTo>
                    <a:pt x="1737045" y="3777223"/>
                  </a:lnTo>
                  <a:lnTo>
                    <a:pt x="1737045" y="3776792"/>
                  </a:lnTo>
                  <a:lnTo>
                    <a:pt x="1737280" y="3776362"/>
                  </a:lnTo>
                  <a:lnTo>
                    <a:pt x="1737397" y="3775931"/>
                  </a:lnTo>
                  <a:lnTo>
                    <a:pt x="1737985" y="3775500"/>
                  </a:lnTo>
                  <a:lnTo>
                    <a:pt x="1738221" y="3775500"/>
                  </a:lnTo>
                  <a:lnTo>
                    <a:pt x="1738338" y="3775070"/>
                  </a:lnTo>
                  <a:lnTo>
                    <a:pt x="1738338" y="3774639"/>
                  </a:lnTo>
                  <a:lnTo>
                    <a:pt x="1738574" y="3774639"/>
                  </a:lnTo>
                  <a:lnTo>
                    <a:pt x="1738574" y="3774209"/>
                  </a:lnTo>
                  <a:lnTo>
                    <a:pt x="1739044" y="3773778"/>
                  </a:lnTo>
                  <a:lnTo>
                    <a:pt x="1739162" y="3772917"/>
                  </a:lnTo>
                  <a:lnTo>
                    <a:pt x="1739397" y="3772917"/>
                  </a:lnTo>
                  <a:lnTo>
                    <a:pt x="1739514" y="3772917"/>
                  </a:lnTo>
                  <a:lnTo>
                    <a:pt x="1739514" y="3772486"/>
                  </a:lnTo>
                  <a:lnTo>
                    <a:pt x="1739632" y="3772486"/>
                  </a:lnTo>
                  <a:lnTo>
                    <a:pt x="1739750" y="3771625"/>
                  </a:lnTo>
                  <a:lnTo>
                    <a:pt x="1740103" y="3770333"/>
                  </a:lnTo>
                  <a:lnTo>
                    <a:pt x="1740220" y="3770333"/>
                  </a:lnTo>
                  <a:lnTo>
                    <a:pt x="1740338" y="3769903"/>
                  </a:lnTo>
                  <a:lnTo>
                    <a:pt x="1740691" y="3769903"/>
                  </a:lnTo>
                  <a:lnTo>
                    <a:pt x="1740808" y="3769041"/>
                  </a:lnTo>
                  <a:lnTo>
                    <a:pt x="1740808" y="3768180"/>
                  </a:lnTo>
                  <a:lnTo>
                    <a:pt x="1741043" y="3768180"/>
                  </a:lnTo>
                  <a:lnTo>
                    <a:pt x="1741161" y="3767750"/>
                  </a:lnTo>
                  <a:lnTo>
                    <a:pt x="1741279" y="3767319"/>
                  </a:lnTo>
                  <a:lnTo>
                    <a:pt x="1741279" y="3766888"/>
                  </a:lnTo>
                  <a:lnTo>
                    <a:pt x="1741514" y="3766458"/>
                  </a:lnTo>
                  <a:lnTo>
                    <a:pt x="1741632" y="3766027"/>
                  </a:lnTo>
                  <a:lnTo>
                    <a:pt x="1741749" y="3766027"/>
                  </a:lnTo>
                  <a:lnTo>
                    <a:pt x="1741749" y="3765597"/>
                  </a:lnTo>
                  <a:lnTo>
                    <a:pt x="1741867" y="3765597"/>
                  </a:lnTo>
                  <a:lnTo>
                    <a:pt x="1741984" y="3765597"/>
                  </a:lnTo>
                  <a:lnTo>
                    <a:pt x="1742690" y="3765166"/>
                  </a:lnTo>
                  <a:lnTo>
                    <a:pt x="1742808" y="3764735"/>
                  </a:lnTo>
                  <a:lnTo>
                    <a:pt x="1743161" y="3764305"/>
                  </a:lnTo>
                  <a:lnTo>
                    <a:pt x="1743278" y="3764305"/>
                  </a:lnTo>
                  <a:lnTo>
                    <a:pt x="1743631" y="3764305"/>
                  </a:lnTo>
                  <a:lnTo>
                    <a:pt x="1743631" y="3763874"/>
                  </a:lnTo>
                  <a:lnTo>
                    <a:pt x="1743984" y="3763874"/>
                  </a:lnTo>
                  <a:lnTo>
                    <a:pt x="1744101" y="3763874"/>
                  </a:lnTo>
                  <a:lnTo>
                    <a:pt x="1744337" y="3763874"/>
                  </a:lnTo>
                  <a:lnTo>
                    <a:pt x="1744454" y="3763874"/>
                  </a:lnTo>
                  <a:lnTo>
                    <a:pt x="1744572" y="3763013"/>
                  </a:lnTo>
                  <a:lnTo>
                    <a:pt x="1744690" y="3762582"/>
                  </a:lnTo>
                  <a:lnTo>
                    <a:pt x="1744807" y="3762582"/>
                  </a:lnTo>
                  <a:lnTo>
                    <a:pt x="1744925" y="3762582"/>
                  </a:lnTo>
                  <a:lnTo>
                    <a:pt x="1744925" y="3761721"/>
                  </a:lnTo>
                  <a:lnTo>
                    <a:pt x="1745042" y="3761721"/>
                  </a:lnTo>
                  <a:lnTo>
                    <a:pt x="1745630" y="3759999"/>
                  </a:lnTo>
                  <a:lnTo>
                    <a:pt x="1745866" y="3759999"/>
                  </a:lnTo>
                  <a:lnTo>
                    <a:pt x="1745983" y="3759999"/>
                  </a:lnTo>
                  <a:lnTo>
                    <a:pt x="1745983" y="3759568"/>
                  </a:lnTo>
                  <a:lnTo>
                    <a:pt x="1746101" y="3759568"/>
                  </a:lnTo>
                  <a:lnTo>
                    <a:pt x="1746336" y="3759568"/>
                  </a:lnTo>
                  <a:lnTo>
                    <a:pt x="1746689" y="3759138"/>
                  </a:lnTo>
                  <a:lnTo>
                    <a:pt x="1747159" y="3758707"/>
                  </a:lnTo>
                  <a:lnTo>
                    <a:pt x="1747277" y="3758707"/>
                  </a:lnTo>
                  <a:lnTo>
                    <a:pt x="1747395" y="3758276"/>
                  </a:lnTo>
                  <a:lnTo>
                    <a:pt x="1747512" y="3757846"/>
                  </a:lnTo>
                  <a:lnTo>
                    <a:pt x="1747512" y="3756554"/>
                  </a:lnTo>
                  <a:lnTo>
                    <a:pt x="1747630" y="3756554"/>
                  </a:lnTo>
                  <a:lnTo>
                    <a:pt x="1747747" y="3756554"/>
                  </a:lnTo>
                  <a:lnTo>
                    <a:pt x="1747865" y="3756554"/>
                  </a:lnTo>
                  <a:lnTo>
                    <a:pt x="1747865" y="3756123"/>
                  </a:lnTo>
                  <a:lnTo>
                    <a:pt x="1748100" y="3756123"/>
                  </a:lnTo>
                  <a:lnTo>
                    <a:pt x="1748218" y="3755693"/>
                  </a:lnTo>
                  <a:lnTo>
                    <a:pt x="1748453" y="3755262"/>
                  </a:lnTo>
                  <a:lnTo>
                    <a:pt x="1748806" y="3755262"/>
                  </a:lnTo>
                  <a:lnTo>
                    <a:pt x="1749041" y="3755262"/>
                  </a:lnTo>
                  <a:lnTo>
                    <a:pt x="1749159" y="3754832"/>
                  </a:lnTo>
                  <a:lnTo>
                    <a:pt x="1749159" y="3754401"/>
                  </a:lnTo>
                  <a:lnTo>
                    <a:pt x="1749629" y="3754401"/>
                  </a:lnTo>
                  <a:lnTo>
                    <a:pt x="1749747" y="3754401"/>
                  </a:lnTo>
                  <a:lnTo>
                    <a:pt x="1750100" y="3753970"/>
                  </a:lnTo>
                  <a:lnTo>
                    <a:pt x="1750217" y="3753970"/>
                  </a:lnTo>
                  <a:lnTo>
                    <a:pt x="1750335" y="3753970"/>
                  </a:lnTo>
                  <a:lnTo>
                    <a:pt x="1750453" y="3753970"/>
                  </a:lnTo>
                  <a:lnTo>
                    <a:pt x="1750688" y="3753970"/>
                  </a:lnTo>
                  <a:lnTo>
                    <a:pt x="1750805" y="3753970"/>
                  </a:lnTo>
                  <a:lnTo>
                    <a:pt x="1750923" y="3753970"/>
                  </a:lnTo>
                  <a:lnTo>
                    <a:pt x="1751041" y="3753970"/>
                  </a:lnTo>
                  <a:lnTo>
                    <a:pt x="1751276" y="3753970"/>
                  </a:lnTo>
                  <a:lnTo>
                    <a:pt x="1751394" y="3753540"/>
                  </a:lnTo>
                  <a:lnTo>
                    <a:pt x="1751511" y="3753109"/>
                  </a:lnTo>
                  <a:lnTo>
                    <a:pt x="1751629" y="3753109"/>
                  </a:lnTo>
                  <a:lnTo>
                    <a:pt x="1751864" y="3753109"/>
                  </a:lnTo>
                  <a:lnTo>
                    <a:pt x="1752099" y="3753109"/>
                  </a:lnTo>
                  <a:lnTo>
                    <a:pt x="1752217" y="3753109"/>
                  </a:lnTo>
                  <a:lnTo>
                    <a:pt x="1752334" y="3753109"/>
                  </a:lnTo>
                  <a:lnTo>
                    <a:pt x="1752452" y="3752679"/>
                  </a:lnTo>
                  <a:lnTo>
                    <a:pt x="1752570" y="3752679"/>
                  </a:lnTo>
                  <a:lnTo>
                    <a:pt x="1752805" y="3752248"/>
                  </a:lnTo>
                  <a:lnTo>
                    <a:pt x="1753040" y="3751817"/>
                  </a:lnTo>
                  <a:lnTo>
                    <a:pt x="1753158" y="3751817"/>
                  </a:lnTo>
                  <a:lnTo>
                    <a:pt x="1753275" y="3751387"/>
                  </a:lnTo>
                  <a:lnTo>
                    <a:pt x="1753511" y="3751387"/>
                  </a:lnTo>
                  <a:lnTo>
                    <a:pt x="1753746" y="3751387"/>
                  </a:lnTo>
                  <a:lnTo>
                    <a:pt x="1753863" y="3751387"/>
                  </a:lnTo>
                  <a:lnTo>
                    <a:pt x="1753981" y="3750956"/>
                  </a:lnTo>
                  <a:lnTo>
                    <a:pt x="1753981" y="3750526"/>
                  </a:lnTo>
                  <a:lnTo>
                    <a:pt x="1753981" y="3749664"/>
                  </a:lnTo>
                  <a:lnTo>
                    <a:pt x="1754099" y="3749234"/>
                  </a:lnTo>
                  <a:lnTo>
                    <a:pt x="1754687" y="3748803"/>
                  </a:lnTo>
                  <a:lnTo>
                    <a:pt x="1755157" y="3748803"/>
                  </a:lnTo>
                  <a:lnTo>
                    <a:pt x="1755275" y="3748803"/>
                  </a:lnTo>
                  <a:lnTo>
                    <a:pt x="1755275" y="3747942"/>
                  </a:lnTo>
                  <a:lnTo>
                    <a:pt x="1755628" y="3746650"/>
                  </a:lnTo>
                  <a:lnTo>
                    <a:pt x="1755980" y="3745358"/>
                  </a:lnTo>
                  <a:lnTo>
                    <a:pt x="1756098" y="3745358"/>
                  </a:lnTo>
                  <a:lnTo>
                    <a:pt x="1756216" y="3745358"/>
                  </a:lnTo>
                  <a:lnTo>
                    <a:pt x="1756686" y="3744497"/>
                  </a:lnTo>
                  <a:lnTo>
                    <a:pt x="1757274" y="3742775"/>
                  </a:lnTo>
                  <a:lnTo>
                    <a:pt x="1757274" y="3742344"/>
                  </a:lnTo>
                  <a:lnTo>
                    <a:pt x="1757392" y="3742344"/>
                  </a:lnTo>
                  <a:lnTo>
                    <a:pt x="1757509" y="3742344"/>
                  </a:lnTo>
                  <a:lnTo>
                    <a:pt x="1757627" y="3742344"/>
                  </a:lnTo>
                  <a:lnTo>
                    <a:pt x="1757980" y="3742344"/>
                  </a:lnTo>
                  <a:lnTo>
                    <a:pt x="1758098" y="3741914"/>
                  </a:lnTo>
                  <a:lnTo>
                    <a:pt x="1758215" y="3741914"/>
                  </a:lnTo>
                  <a:lnTo>
                    <a:pt x="1758686" y="3741052"/>
                  </a:lnTo>
                  <a:lnTo>
                    <a:pt x="1758803" y="3740622"/>
                  </a:lnTo>
                  <a:lnTo>
                    <a:pt x="1758921" y="3740622"/>
                  </a:lnTo>
                  <a:lnTo>
                    <a:pt x="1759156" y="3740622"/>
                  </a:lnTo>
                  <a:lnTo>
                    <a:pt x="1759274" y="3740191"/>
                  </a:lnTo>
                  <a:lnTo>
                    <a:pt x="1759509" y="3739330"/>
                  </a:lnTo>
                  <a:lnTo>
                    <a:pt x="1759627" y="3739330"/>
                  </a:lnTo>
                  <a:lnTo>
                    <a:pt x="1759979" y="3738469"/>
                  </a:lnTo>
                  <a:lnTo>
                    <a:pt x="1760097" y="3738469"/>
                  </a:lnTo>
                  <a:lnTo>
                    <a:pt x="1760567" y="3738038"/>
                  </a:lnTo>
                  <a:lnTo>
                    <a:pt x="1760685" y="3738038"/>
                  </a:lnTo>
                  <a:lnTo>
                    <a:pt x="1761038" y="3738038"/>
                  </a:lnTo>
                  <a:lnTo>
                    <a:pt x="1761156" y="3738038"/>
                  </a:lnTo>
                  <a:lnTo>
                    <a:pt x="1761273" y="3737608"/>
                  </a:lnTo>
                  <a:lnTo>
                    <a:pt x="1761391" y="3737608"/>
                  </a:lnTo>
                  <a:lnTo>
                    <a:pt x="1761508" y="3736316"/>
                  </a:lnTo>
                  <a:lnTo>
                    <a:pt x="1761979" y="3735885"/>
                  </a:lnTo>
                  <a:lnTo>
                    <a:pt x="1762449" y="3735885"/>
                  </a:lnTo>
                  <a:lnTo>
                    <a:pt x="1762449" y="3735455"/>
                  </a:lnTo>
                  <a:lnTo>
                    <a:pt x="1762567" y="3735455"/>
                  </a:lnTo>
                  <a:lnTo>
                    <a:pt x="1762684" y="3735455"/>
                  </a:lnTo>
                  <a:lnTo>
                    <a:pt x="1763390" y="3734593"/>
                  </a:lnTo>
                  <a:lnTo>
                    <a:pt x="1763508" y="3734593"/>
                  </a:lnTo>
                  <a:lnTo>
                    <a:pt x="1763625" y="3734163"/>
                  </a:lnTo>
                  <a:lnTo>
                    <a:pt x="1763625" y="3733732"/>
                  </a:lnTo>
                  <a:lnTo>
                    <a:pt x="1763743" y="3733732"/>
                  </a:lnTo>
                  <a:lnTo>
                    <a:pt x="1764684" y="3733732"/>
                  </a:lnTo>
                  <a:lnTo>
                    <a:pt x="1764919" y="3733732"/>
                  </a:lnTo>
                  <a:lnTo>
                    <a:pt x="1765037" y="3733732"/>
                  </a:lnTo>
                  <a:lnTo>
                    <a:pt x="1765154" y="3733732"/>
                  </a:lnTo>
                  <a:lnTo>
                    <a:pt x="1765154" y="3732871"/>
                  </a:lnTo>
                  <a:lnTo>
                    <a:pt x="1765272" y="3732440"/>
                  </a:lnTo>
                  <a:lnTo>
                    <a:pt x="1765507" y="3732440"/>
                  </a:lnTo>
                  <a:lnTo>
                    <a:pt x="1765625" y="3732440"/>
                  </a:lnTo>
                  <a:lnTo>
                    <a:pt x="1765625" y="3732010"/>
                  </a:lnTo>
                  <a:lnTo>
                    <a:pt x="1765742" y="3732010"/>
                  </a:lnTo>
                  <a:lnTo>
                    <a:pt x="1766566" y="3731579"/>
                  </a:lnTo>
                  <a:lnTo>
                    <a:pt x="1766683" y="3731149"/>
                  </a:lnTo>
                  <a:lnTo>
                    <a:pt x="1766801" y="3731149"/>
                  </a:lnTo>
                  <a:lnTo>
                    <a:pt x="1766801" y="3730287"/>
                  </a:lnTo>
                  <a:lnTo>
                    <a:pt x="1767154" y="3729857"/>
                  </a:lnTo>
                  <a:lnTo>
                    <a:pt x="1767271" y="3729857"/>
                  </a:lnTo>
                  <a:lnTo>
                    <a:pt x="1767507" y="3729857"/>
                  </a:lnTo>
                  <a:lnTo>
                    <a:pt x="1767742" y="3729857"/>
                  </a:lnTo>
                  <a:lnTo>
                    <a:pt x="1768095" y="3729857"/>
                  </a:lnTo>
                  <a:lnTo>
                    <a:pt x="1768448" y="3729426"/>
                  </a:lnTo>
                  <a:lnTo>
                    <a:pt x="1768918" y="3729426"/>
                  </a:lnTo>
                  <a:lnTo>
                    <a:pt x="1769153" y="3729426"/>
                  </a:lnTo>
                  <a:lnTo>
                    <a:pt x="1769271" y="3729426"/>
                  </a:lnTo>
                  <a:lnTo>
                    <a:pt x="1769389" y="3729426"/>
                  </a:lnTo>
                  <a:lnTo>
                    <a:pt x="1769506" y="3729426"/>
                  </a:lnTo>
                  <a:lnTo>
                    <a:pt x="1769741" y="3729426"/>
                  </a:lnTo>
                  <a:lnTo>
                    <a:pt x="1769859" y="3729426"/>
                  </a:lnTo>
                  <a:lnTo>
                    <a:pt x="1769977" y="3729426"/>
                  </a:lnTo>
                  <a:lnTo>
                    <a:pt x="1770212" y="3728996"/>
                  </a:lnTo>
                  <a:lnTo>
                    <a:pt x="1770565" y="3728565"/>
                  </a:lnTo>
                  <a:lnTo>
                    <a:pt x="1770800" y="3728565"/>
                  </a:lnTo>
                  <a:lnTo>
                    <a:pt x="1770917" y="3728565"/>
                  </a:lnTo>
                  <a:lnTo>
                    <a:pt x="1771270" y="3728565"/>
                  </a:lnTo>
                  <a:lnTo>
                    <a:pt x="1771976" y="3728565"/>
                  </a:lnTo>
                  <a:lnTo>
                    <a:pt x="1771976" y="3727704"/>
                  </a:lnTo>
                  <a:lnTo>
                    <a:pt x="1771976" y="3727273"/>
                  </a:lnTo>
                  <a:lnTo>
                    <a:pt x="1771976" y="3726843"/>
                  </a:lnTo>
                  <a:lnTo>
                    <a:pt x="1772329" y="3726843"/>
                  </a:lnTo>
                  <a:lnTo>
                    <a:pt x="1772446" y="3726843"/>
                  </a:lnTo>
                  <a:lnTo>
                    <a:pt x="1772564" y="3726843"/>
                  </a:lnTo>
                  <a:lnTo>
                    <a:pt x="1772682" y="3726412"/>
                  </a:lnTo>
                  <a:lnTo>
                    <a:pt x="1772799" y="3726412"/>
                  </a:lnTo>
                  <a:lnTo>
                    <a:pt x="1772917" y="3726412"/>
                  </a:lnTo>
                  <a:lnTo>
                    <a:pt x="1773035" y="3726412"/>
                  </a:lnTo>
                  <a:lnTo>
                    <a:pt x="1773152" y="3726412"/>
                  </a:lnTo>
                  <a:lnTo>
                    <a:pt x="1773270" y="3726412"/>
                  </a:lnTo>
                  <a:lnTo>
                    <a:pt x="1773505" y="3725981"/>
                  </a:lnTo>
                  <a:lnTo>
                    <a:pt x="1773740" y="3725981"/>
                  </a:lnTo>
                  <a:lnTo>
                    <a:pt x="1774093" y="3725981"/>
                  </a:lnTo>
                  <a:lnTo>
                    <a:pt x="1774211" y="3725981"/>
                  </a:lnTo>
                  <a:lnTo>
                    <a:pt x="1774446" y="3725981"/>
                  </a:lnTo>
                  <a:lnTo>
                    <a:pt x="1774564" y="3725551"/>
                  </a:lnTo>
                  <a:lnTo>
                    <a:pt x="1774564" y="3725120"/>
                  </a:lnTo>
                  <a:lnTo>
                    <a:pt x="1774681" y="3724259"/>
                  </a:lnTo>
                  <a:lnTo>
                    <a:pt x="1774799" y="3724259"/>
                  </a:lnTo>
                  <a:lnTo>
                    <a:pt x="1774799" y="3723828"/>
                  </a:lnTo>
                  <a:lnTo>
                    <a:pt x="1775034" y="3723828"/>
                  </a:lnTo>
                  <a:lnTo>
                    <a:pt x="1775740" y="3723828"/>
                  </a:lnTo>
                  <a:lnTo>
                    <a:pt x="1775740" y="3723398"/>
                  </a:lnTo>
                  <a:lnTo>
                    <a:pt x="1775857" y="3722967"/>
                  </a:lnTo>
                  <a:lnTo>
                    <a:pt x="1775857" y="3722537"/>
                  </a:lnTo>
                  <a:lnTo>
                    <a:pt x="1775975" y="3722537"/>
                  </a:lnTo>
                  <a:lnTo>
                    <a:pt x="1776093" y="3722537"/>
                  </a:lnTo>
                  <a:lnTo>
                    <a:pt x="1776210" y="3722537"/>
                  </a:lnTo>
                  <a:lnTo>
                    <a:pt x="1776210" y="3722106"/>
                  </a:lnTo>
                  <a:lnTo>
                    <a:pt x="1776445" y="3721675"/>
                  </a:lnTo>
                  <a:lnTo>
                    <a:pt x="1776798" y="3721675"/>
                  </a:lnTo>
                  <a:lnTo>
                    <a:pt x="1777033" y="3721675"/>
                  </a:lnTo>
                  <a:lnTo>
                    <a:pt x="1777151" y="3721675"/>
                  </a:lnTo>
                  <a:lnTo>
                    <a:pt x="1777504" y="3721675"/>
                  </a:lnTo>
                  <a:lnTo>
                    <a:pt x="1777857" y="3720814"/>
                  </a:lnTo>
                  <a:lnTo>
                    <a:pt x="1777974" y="3720814"/>
                  </a:lnTo>
                  <a:lnTo>
                    <a:pt x="1778445" y="3719953"/>
                  </a:lnTo>
                  <a:lnTo>
                    <a:pt x="1778562" y="3719953"/>
                  </a:lnTo>
                  <a:lnTo>
                    <a:pt x="1778798" y="3719522"/>
                  </a:lnTo>
                  <a:lnTo>
                    <a:pt x="1778915" y="3719522"/>
                  </a:lnTo>
                  <a:lnTo>
                    <a:pt x="1779150" y="3719092"/>
                  </a:lnTo>
                  <a:lnTo>
                    <a:pt x="1779503" y="3719092"/>
                  </a:lnTo>
                  <a:lnTo>
                    <a:pt x="1779621" y="3719092"/>
                  </a:lnTo>
                  <a:lnTo>
                    <a:pt x="1779739" y="3718661"/>
                  </a:lnTo>
                  <a:lnTo>
                    <a:pt x="1779739" y="3718231"/>
                  </a:lnTo>
                  <a:lnTo>
                    <a:pt x="1779739" y="3717800"/>
                  </a:lnTo>
                  <a:lnTo>
                    <a:pt x="1780091" y="3717800"/>
                  </a:lnTo>
                  <a:lnTo>
                    <a:pt x="1780444" y="3717369"/>
                  </a:lnTo>
                  <a:lnTo>
                    <a:pt x="1780562" y="3717369"/>
                  </a:lnTo>
                  <a:lnTo>
                    <a:pt x="1780679" y="3716508"/>
                  </a:lnTo>
                  <a:lnTo>
                    <a:pt x="1780679" y="3716078"/>
                  </a:lnTo>
                  <a:lnTo>
                    <a:pt x="1780797" y="3716078"/>
                  </a:lnTo>
                  <a:lnTo>
                    <a:pt x="1780915" y="3716078"/>
                  </a:lnTo>
                  <a:lnTo>
                    <a:pt x="1781150" y="3715647"/>
                  </a:lnTo>
                  <a:lnTo>
                    <a:pt x="1781268" y="3714786"/>
                  </a:lnTo>
                  <a:lnTo>
                    <a:pt x="1781385" y="3714786"/>
                  </a:lnTo>
                  <a:lnTo>
                    <a:pt x="1781738" y="3714355"/>
                  </a:lnTo>
                  <a:lnTo>
                    <a:pt x="1781856" y="3714355"/>
                  </a:lnTo>
                  <a:lnTo>
                    <a:pt x="1781973" y="3714355"/>
                  </a:lnTo>
                  <a:lnTo>
                    <a:pt x="1782091" y="3714355"/>
                  </a:lnTo>
                  <a:lnTo>
                    <a:pt x="1782326" y="3714355"/>
                  </a:lnTo>
                  <a:lnTo>
                    <a:pt x="1782444" y="3714355"/>
                  </a:lnTo>
                  <a:lnTo>
                    <a:pt x="1783620" y="3713494"/>
                  </a:lnTo>
                  <a:lnTo>
                    <a:pt x="1783620" y="3713063"/>
                  </a:lnTo>
                  <a:lnTo>
                    <a:pt x="1783737" y="3713063"/>
                  </a:lnTo>
                  <a:lnTo>
                    <a:pt x="1783737" y="3712633"/>
                  </a:lnTo>
                  <a:lnTo>
                    <a:pt x="1783855" y="3712633"/>
                  </a:lnTo>
                  <a:lnTo>
                    <a:pt x="1783973" y="3712633"/>
                  </a:lnTo>
                  <a:lnTo>
                    <a:pt x="1784090" y="3712633"/>
                  </a:lnTo>
                  <a:lnTo>
                    <a:pt x="1784208" y="3712202"/>
                  </a:lnTo>
                  <a:lnTo>
                    <a:pt x="1784326" y="3712202"/>
                  </a:lnTo>
                  <a:lnTo>
                    <a:pt x="1784443" y="3712202"/>
                  </a:lnTo>
                  <a:lnTo>
                    <a:pt x="1784561" y="3712202"/>
                  </a:lnTo>
                  <a:lnTo>
                    <a:pt x="1784678" y="3711772"/>
                  </a:lnTo>
                  <a:lnTo>
                    <a:pt x="1785149" y="3711772"/>
                  </a:lnTo>
                  <a:lnTo>
                    <a:pt x="1785266" y="3711772"/>
                  </a:lnTo>
                  <a:lnTo>
                    <a:pt x="1785737" y="3710910"/>
                  </a:lnTo>
                  <a:lnTo>
                    <a:pt x="1786090" y="3710910"/>
                  </a:lnTo>
                  <a:lnTo>
                    <a:pt x="1786207" y="3710910"/>
                  </a:lnTo>
                  <a:lnTo>
                    <a:pt x="1786443" y="3710910"/>
                  </a:lnTo>
                  <a:lnTo>
                    <a:pt x="1786560" y="3710910"/>
                  </a:lnTo>
                  <a:lnTo>
                    <a:pt x="1786913" y="3710910"/>
                  </a:lnTo>
                  <a:lnTo>
                    <a:pt x="1787031" y="3710910"/>
                  </a:lnTo>
                  <a:lnTo>
                    <a:pt x="1787148" y="3710910"/>
                  </a:lnTo>
                  <a:lnTo>
                    <a:pt x="1787266" y="3710910"/>
                  </a:lnTo>
                  <a:lnTo>
                    <a:pt x="1787383" y="3710910"/>
                  </a:lnTo>
                  <a:lnTo>
                    <a:pt x="1787619" y="3710910"/>
                  </a:lnTo>
                  <a:lnTo>
                    <a:pt x="1787972" y="3710910"/>
                  </a:lnTo>
                  <a:lnTo>
                    <a:pt x="1788089" y="3710910"/>
                  </a:lnTo>
                  <a:lnTo>
                    <a:pt x="1788207" y="3710910"/>
                  </a:lnTo>
                  <a:lnTo>
                    <a:pt x="1788207" y="3710480"/>
                  </a:lnTo>
                  <a:lnTo>
                    <a:pt x="1788207" y="3710049"/>
                  </a:lnTo>
                  <a:lnTo>
                    <a:pt x="1788442" y="3709619"/>
                  </a:lnTo>
                  <a:lnTo>
                    <a:pt x="1788560" y="3709619"/>
                  </a:lnTo>
                  <a:lnTo>
                    <a:pt x="1789030" y="3709188"/>
                  </a:lnTo>
                  <a:lnTo>
                    <a:pt x="1789148" y="3708757"/>
                  </a:lnTo>
                  <a:lnTo>
                    <a:pt x="1789265" y="3708757"/>
                  </a:lnTo>
                  <a:lnTo>
                    <a:pt x="1789383" y="3708757"/>
                  </a:lnTo>
                  <a:lnTo>
                    <a:pt x="1789501" y="3708327"/>
                  </a:lnTo>
                  <a:lnTo>
                    <a:pt x="1789853" y="3708327"/>
                  </a:lnTo>
                  <a:lnTo>
                    <a:pt x="1790206" y="3707896"/>
                  </a:lnTo>
                  <a:lnTo>
                    <a:pt x="1790324" y="3707466"/>
                  </a:lnTo>
                  <a:lnTo>
                    <a:pt x="1790441" y="3707466"/>
                  </a:lnTo>
                  <a:lnTo>
                    <a:pt x="1790677" y="3707466"/>
                  </a:lnTo>
                  <a:lnTo>
                    <a:pt x="1790912" y="3707466"/>
                  </a:lnTo>
                  <a:lnTo>
                    <a:pt x="1791030" y="3706604"/>
                  </a:lnTo>
                  <a:lnTo>
                    <a:pt x="1791147" y="3706174"/>
                  </a:lnTo>
                  <a:lnTo>
                    <a:pt x="1791265" y="3706174"/>
                  </a:lnTo>
                  <a:lnTo>
                    <a:pt x="1791265" y="3705743"/>
                  </a:lnTo>
                  <a:lnTo>
                    <a:pt x="1791382" y="3705313"/>
                  </a:lnTo>
                  <a:lnTo>
                    <a:pt x="1791970" y="3705313"/>
                  </a:lnTo>
                  <a:lnTo>
                    <a:pt x="1791970" y="3704882"/>
                  </a:lnTo>
                  <a:lnTo>
                    <a:pt x="1792088" y="3704451"/>
                  </a:lnTo>
                  <a:lnTo>
                    <a:pt x="1792206" y="3704451"/>
                  </a:lnTo>
                  <a:lnTo>
                    <a:pt x="1792206" y="3704021"/>
                  </a:lnTo>
                  <a:lnTo>
                    <a:pt x="1792323" y="3704021"/>
                  </a:lnTo>
                  <a:lnTo>
                    <a:pt x="1792676" y="3704021"/>
                  </a:lnTo>
                  <a:lnTo>
                    <a:pt x="1792911" y="3703160"/>
                  </a:lnTo>
                  <a:lnTo>
                    <a:pt x="1793029" y="3702729"/>
                  </a:lnTo>
                  <a:lnTo>
                    <a:pt x="1793264" y="3702298"/>
                  </a:lnTo>
                  <a:lnTo>
                    <a:pt x="1793382" y="3702298"/>
                  </a:lnTo>
                  <a:lnTo>
                    <a:pt x="1793499" y="3702298"/>
                  </a:lnTo>
                  <a:lnTo>
                    <a:pt x="1793970" y="3702298"/>
                  </a:lnTo>
                  <a:lnTo>
                    <a:pt x="1794087" y="3702298"/>
                  </a:lnTo>
                  <a:lnTo>
                    <a:pt x="1794205" y="3701868"/>
                  </a:lnTo>
                  <a:lnTo>
                    <a:pt x="1794323" y="3701868"/>
                  </a:lnTo>
                  <a:lnTo>
                    <a:pt x="1794440" y="3701868"/>
                  </a:lnTo>
                  <a:lnTo>
                    <a:pt x="1794676" y="3701868"/>
                  </a:lnTo>
                  <a:lnTo>
                    <a:pt x="1794676" y="3701437"/>
                  </a:lnTo>
                  <a:lnTo>
                    <a:pt x="1794793" y="3701007"/>
                  </a:lnTo>
                  <a:lnTo>
                    <a:pt x="1794911" y="3701007"/>
                  </a:lnTo>
                  <a:lnTo>
                    <a:pt x="1795028" y="3701007"/>
                  </a:lnTo>
                  <a:lnTo>
                    <a:pt x="1796322" y="3701007"/>
                  </a:lnTo>
                  <a:lnTo>
                    <a:pt x="1796440" y="3701007"/>
                  </a:lnTo>
                  <a:lnTo>
                    <a:pt x="1796440" y="3700576"/>
                  </a:lnTo>
                  <a:lnTo>
                    <a:pt x="1796675" y="3700576"/>
                  </a:lnTo>
                  <a:lnTo>
                    <a:pt x="1796675" y="3700145"/>
                  </a:lnTo>
                  <a:lnTo>
                    <a:pt x="1796793" y="3699715"/>
                  </a:lnTo>
                  <a:lnTo>
                    <a:pt x="1796910" y="3699715"/>
                  </a:lnTo>
                  <a:lnTo>
                    <a:pt x="1797028" y="3699715"/>
                  </a:lnTo>
                  <a:lnTo>
                    <a:pt x="1797145" y="3699715"/>
                  </a:lnTo>
                  <a:lnTo>
                    <a:pt x="1797381" y="3699284"/>
                  </a:lnTo>
                  <a:lnTo>
                    <a:pt x="1797616" y="3699284"/>
                  </a:lnTo>
                  <a:lnTo>
                    <a:pt x="1797734" y="3699284"/>
                  </a:lnTo>
                  <a:lnTo>
                    <a:pt x="1798086" y="3698423"/>
                  </a:lnTo>
                  <a:lnTo>
                    <a:pt x="1798439" y="3698423"/>
                  </a:lnTo>
                  <a:lnTo>
                    <a:pt x="1798557" y="3697562"/>
                  </a:lnTo>
                  <a:lnTo>
                    <a:pt x="1798792" y="3696701"/>
                  </a:lnTo>
                  <a:lnTo>
                    <a:pt x="1798910" y="3696270"/>
                  </a:lnTo>
                  <a:lnTo>
                    <a:pt x="1799027" y="3695839"/>
                  </a:lnTo>
                  <a:lnTo>
                    <a:pt x="1799145" y="3695839"/>
                  </a:lnTo>
                  <a:lnTo>
                    <a:pt x="1799263" y="3695839"/>
                  </a:lnTo>
                  <a:lnTo>
                    <a:pt x="1799498" y="3695839"/>
                  </a:lnTo>
                  <a:lnTo>
                    <a:pt x="1799498" y="3695409"/>
                  </a:lnTo>
                  <a:lnTo>
                    <a:pt x="1799615" y="3695409"/>
                  </a:lnTo>
                  <a:lnTo>
                    <a:pt x="1799615" y="3694978"/>
                  </a:lnTo>
                  <a:lnTo>
                    <a:pt x="1799733" y="3694978"/>
                  </a:lnTo>
                  <a:lnTo>
                    <a:pt x="1799968" y="3694548"/>
                  </a:lnTo>
                  <a:lnTo>
                    <a:pt x="1800203" y="3694117"/>
                  </a:lnTo>
                  <a:lnTo>
                    <a:pt x="1800321" y="3694117"/>
                  </a:lnTo>
                  <a:lnTo>
                    <a:pt x="1800439" y="3694117"/>
                  </a:lnTo>
                  <a:lnTo>
                    <a:pt x="1801027" y="3692825"/>
                  </a:lnTo>
                  <a:lnTo>
                    <a:pt x="1801144" y="3692825"/>
                  </a:lnTo>
                  <a:lnTo>
                    <a:pt x="1801497" y="3692825"/>
                  </a:lnTo>
                  <a:lnTo>
                    <a:pt x="1801615" y="3692825"/>
                  </a:lnTo>
                  <a:lnTo>
                    <a:pt x="1801968" y="3691964"/>
                  </a:lnTo>
                  <a:lnTo>
                    <a:pt x="1802085" y="3691964"/>
                  </a:lnTo>
                  <a:lnTo>
                    <a:pt x="1802203" y="3691964"/>
                  </a:lnTo>
                  <a:lnTo>
                    <a:pt x="1802320" y="3691964"/>
                  </a:lnTo>
                  <a:lnTo>
                    <a:pt x="1802320" y="3691533"/>
                  </a:lnTo>
                  <a:lnTo>
                    <a:pt x="1802438" y="3691533"/>
                  </a:lnTo>
                  <a:lnTo>
                    <a:pt x="1802556" y="3691533"/>
                  </a:lnTo>
                  <a:lnTo>
                    <a:pt x="1802673" y="3690242"/>
                  </a:lnTo>
                  <a:lnTo>
                    <a:pt x="1802791" y="3690242"/>
                  </a:lnTo>
                  <a:lnTo>
                    <a:pt x="1803144" y="3690242"/>
                  </a:lnTo>
                  <a:lnTo>
                    <a:pt x="1803261" y="3689811"/>
                  </a:lnTo>
                  <a:lnTo>
                    <a:pt x="1803497" y="3689811"/>
                  </a:lnTo>
                  <a:lnTo>
                    <a:pt x="1803614" y="3689811"/>
                  </a:lnTo>
                  <a:lnTo>
                    <a:pt x="1803732" y="3689811"/>
                  </a:lnTo>
                  <a:lnTo>
                    <a:pt x="1803732" y="3689380"/>
                  </a:lnTo>
                  <a:lnTo>
                    <a:pt x="1803849" y="3689380"/>
                  </a:lnTo>
                  <a:lnTo>
                    <a:pt x="1803967" y="3689380"/>
                  </a:lnTo>
                  <a:lnTo>
                    <a:pt x="1804202" y="3688950"/>
                  </a:lnTo>
                  <a:lnTo>
                    <a:pt x="1804320" y="3688519"/>
                  </a:lnTo>
                  <a:lnTo>
                    <a:pt x="1804438" y="3688519"/>
                  </a:lnTo>
                  <a:lnTo>
                    <a:pt x="1805261" y="3685505"/>
                  </a:lnTo>
                  <a:lnTo>
                    <a:pt x="1805614" y="3685074"/>
                  </a:lnTo>
                  <a:lnTo>
                    <a:pt x="1805731" y="3685074"/>
                  </a:lnTo>
                  <a:lnTo>
                    <a:pt x="1805849" y="3685074"/>
                  </a:lnTo>
                  <a:lnTo>
                    <a:pt x="1805967" y="3685074"/>
                  </a:lnTo>
                  <a:lnTo>
                    <a:pt x="1806084" y="3684644"/>
                  </a:lnTo>
                  <a:lnTo>
                    <a:pt x="1806202" y="3684213"/>
                  </a:lnTo>
                  <a:lnTo>
                    <a:pt x="1806319" y="3684213"/>
                  </a:lnTo>
                  <a:lnTo>
                    <a:pt x="1806319" y="3683783"/>
                  </a:lnTo>
                  <a:lnTo>
                    <a:pt x="1806437" y="3683352"/>
                  </a:lnTo>
                  <a:lnTo>
                    <a:pt x="1806555" y="3683352"/>
                  </a:lnTo>
                  <a:lnTo>
                    <a:pt x="1806672" y="3682921"/>
                  </a:lnTo>
                  <a:lnTo>
                    <a:pt x="1807025" y="3682921"/>
                  </a:lnTo>
                  <a:lnTo>
                    <a:pt x="1807143" y="3682921"/>
                  </a:lnTo>
                  <a:lnTo>
                    <a:pt x="1807613" y="3682921"/>
                  </a:lnTo>
                  <a:lnTo>
                    <a:pt x="1807731" y="3682921"/>
                  </a:lnTo>
                  <a:lnTo>
                    <a:pt x="1807848" y="3682921"/>
                  </a:lnTo>
                  <a:lnTo>
                    <a:pt x="1807966" y="3682921"/>
                  </a:lnTo>
                  <a:lnTo>
                    <a:pt x="1807966" y="3682491"/>
                  </a:lnTo>
                  <a:lnTo>
                    <a:pt x="1808084" y="3682491"/>
                  </a:lnTo>
                  <a:lnTo>
                    <a:pt x="1808319" y="3682060"/>
                  </a:lnTo>
                  <a:lnTo>
                    <a:pt x="1808554" y="3682060"/>
                  </a:lnTo>
                  <a:lnTo>
                    <a:pt x="1808789" y="3682060"/>
                  </a:lnTo>
                  <a:lnTo>
                    <a:pt x="1809260" y="3681630"/>
                  </a:lnTo>
                  <a:lnTo>
                    <a:pt x="1810083" y="3681199"/>
                  </a:lnTo>
                  <a:lnTo>
                    <a:pt x="1810083" y="3680768"/>
                  </a:lnTo>
                  <a:lnTo>
                    <a:pt x="1810201" y="3680768"/>
                  </a:lnTo>
                  <a:lnTo>
                    <a:pt x="1810436" y="3679907"/>
                  </a:lnTo>
                  <a:lnTo>
                    <a:pt x="1810671" y="3679477"/>
                  </a:lnTo>
                  <a:lnTo>
                    <a:pt x="1811024" y="3679046"/>
                  </a:lnTo>
                  <a:lnTo>
                    <a:pt x="1811612" y="3679046"/>
                  </a:lnTo>
                  <a:lnTo>
                    <a:pt x="1811612" y="3678615"/>
                  </a:lnTo>
                  <a:lnTo>
                    <a:pt x="1811730" y="3678615"/>
                  </a:lnTo>
                  <a:lnTo>
                    <a:pt x="1812082" y="3678185"/>
                  </a:lnTo>
                  <a:lnTo>
                    <a:pt x="1812318" y="3678185"/>
                  </a:lnTo>
                  <a:lnTo>
                    <a:pt x="1812435" y="3678185"/>
                  </a:lnTo>
                  <a:lnTo>
                    <a:pt x="1812435" y="3677754"/>
                  </a:lnTo>
                  <a:lnTo>
                    <a:pt x="1812553" y="3677754"/>
                  </a:lnTo>
                  <a:lnTo>
                    <a:pt x="1812671" y="3677754"/>
                  </a:lnTo>
                  <a:lnTo>
                    <a:pt x="1812671" y="3677324"/>
                  </a:lnTo>
                  <a:lnTo>
                    <a:pt x="1813141" y="3675171"/>
                  </a:lnTo>
                  <a:lnTo>
                    <a:pt x="1813259" y="3675171"/>
                  </a:lnTo>
                  <a:lnTo>
                    <a:pt x="1813729" y="3675171"/>
                  </a:lnTo>
                  <a:lnTo>
                    <a:pt x="1813847" y="3675171"/>
                  </a:lnTo>
                  <a:lnTo>
                    <a:pt x="1813964" y="3675171"/>
                  </a:lnTo>
                  <a:lnTo>
                    <a:pt x="1814082" y="3675171"/>
                  </a:lnTo>
                  <a:lnTo>
                    <a:pt x="1814670" y="3674740"/>
                  </a:lnTo>
                  <a:lnTo>
                    <a:pt x="1814905" y="3673879"/>
                  </a:lnTo>
                  <a:lnTo>
                    <a:pt x="1814905" y="3673448"/>
                  </a:lnTo>
                  <a:lnTo>
                    <a:pt x="1814905" y="3673018"/>
                  </a:lnTo>
                  <a:lnTo>
                    <a:pt x="1815023" y="3673018"/>
                  </a:lnTo>
                  <a:lnTo>
                    <a:pt x="1815493" y="3673018"/>
                  </a:lnTo>
                  <a:lnTo>
                    <a:pt x="1815846" y="3673018"/>
                  </a:lnTo>
                  <a:lnTo>
                    <a:pt x="1815964" y="3673018"/>
                  </a:lnTo>
                  <a:lnTo>
                    <a:pt x="1816081" y="3673018"/>
                  </a:lnTo>
                  <a:lnTo>
                    <a:pt x="1816317" y="3673018"/>
                  </a:lnTo>
                  <a:lnTo>
                    <a:pt x="1816552" y="3673018"/>
                  </a:lnTo>
                  <a:lnTo>
                    <a:pt x="1816905" y="3672587"/>
                  </a:lnTo>
                  <a:lnTo>
                    <a:pt x="1816905" y="3672156"/>
                  </a:lnTo>
                  <a:lnTo>
                    <a:pt x="1817258" y="3672156"/>
                  </a:lnTo>
                  <a:lnTo>
                    <a:pt x="1817375" y="3672156"/>
                  </a:lnTo>
                  <a:lnTo>
                    <a:pt x="1817610" y="3672156"/>
                  </a:lnTo>
                  <a:lnTo>
                    <a:pt x="1817963" y="3672156"/>
                  </a:lnTo>
                  <a:lnTo>
                    <a:pt x="1818316" y="3672156"/>
                  </a:lnTo>
                  <a:lnTo>
                    <a:pt x="1818316" y="3671726"/>
                  </a:lnTo>
                  <a:lnTo>
                    <a:pt x="1818434" y="3671726"/>
                  </a:lnTo>
                  <a:lnTo>
                    <a:pt x="1818551" y="3671726"/>
                  </a:lnTo>
                  <a:lnTo>
                    <a:pt x="1818669" y="3671726"/>
                  </a:lnTo>
                  <a:lnTo>
                    <a:pt x="1818904" y="3671726"/>
                  </a:lnTo>
                  <a:lnTo>
                    <a:pt x="1819257" y="3671295"/>
                  </a:lnTo>
                  <a:lnTo>
                    <a:pt x="1819727" y="3670434"/>
                  </a:lnTo>
                  <a:lnTo>
                    <a:pt x="1819845" y="3669573"/>
                  </a:lnTo>
                  <a:lnTo>
                    <a:pt x="1820080" y="3669573"/>
                  </a:lnTo>
                  <a:lnTo>
                    <a:pt x="1820433" y="3669573"/>
                  </a:lnTo>
                  <a:lnTo>
                    <a:pt x="1820551" y="3669573"/>
                  </a:lnTo>
                  <a:lnTo>
                    <a:pt x="1820786" y="3669573"/>
                  </a:lnTo>
                  <a:lnTo>
                    <a:pt x="1820786" y="3669142"/>
                  </a:lnTo>
                  <a:lnTo>
                    <a:pt x="1820904" y="3669142"/>
                  </a:lnTo>
                  <a:lnTo>
                    <a:pt x="1821021" y="3668712"/>
                  </a:lnTo>
                  <a:lnTo>
                    <a:pt x="1821139" y="3668281"/>
                  </a:lnTo>
                  <a:lnTo>
                    <a:pt x="1821256" y="3668281"/>
                  </a:lnTo>
                  <a:lnTo>
                    <a:pt x="1821374" y="3668281"/>
                  </a:lnTo>
                  <a:lnTo>
                    <a:pt x="1821374" y="3667850"/>
                  </a:lnTo>
                  <a:lnTo>
                    <a:pt x="1821492" y="3667850"/>
                  </a:lnTo>
                  <a:lnTo>
                    <a:pt x="1821844" y="3667850"/>
                  </a:lnTo>
                  <a:lnTo>
                    <a:pt x="1822080" y="3667850"/>
                  </a:lnTo>
                  <a:lnTo>
                    <a:pt x="1822197" y="3667850"/>
                  </a:lnTo>
                  <a:lnTo>
                    <a:pt x="1822315" y="3667850"/>
                  </a:lnTo>
                  <a:lnTo>
                    <a:pt x="1822433" y="3667850"/>
                  </a:lnTo>
                  <a:lnTo>
                    <a:pt x="1822903" y="3667850"/>
                  </a:lnTo>
                  <a:lnTo>
                    <a:pt x="1823021" y="3667850"/>
                  </a:lnTo>
                  <a:lnTo>
                    <a:pt x="1823138" y="3667850"/>
                  </a:lnTo>
                  <a:lnTo>
                    <a:pt x="1823373" y="3667850"/>
                  </a:lnTo>
                  <a:lnTo>
                    <a:pt x="1823609" y="3667850"/>
                  </a:lnTo>
                  <a:lnTo>
                    <a:pt x="1823726" y="3667850"/>
                  </a:lnTo>
                  <a:lnTo>
                    <a:pt x="1823844" y="3667850"/>
                  </a:lnTo>
                  <a:lnTo>
                    <a:pt x="1823962" y="3667420"/>
                  </a:lnTo>
                  <a:lnTo>
                    <a:pt x="1824079" y="3667420"/>
                  </a:lnTo>
                  <a:lnTo>
                    <a:pt x="1824314" y="3667420"/>
                  </a:lnTo>
                  <a:lnTo>
                    <a:pt x="1824432" y="3666559"/>
                  </a:lnTo>
                  <a:lnTo>
                    <a:pt x="1824667" y="3665697"/>
                  </a:lnTo>
                  <a:lnTo>
                    <a:pt x="1824785" y="3665697"/>
                  </a:lnTo>
                  <a:lnTo>
                    <a:pt x="1824902" y="3665697"/>
                  </a:lnTo>
                  <a:lnTo>
                    <a:pt x="1825373" y="3665697"/>
                  </a:lnTo>
                  <a:lnTo>
                    <a:pt x="1825491" y="3665697"/>
                  </a:lnTo>
                  <a:lnTo>
                    <a:pt x="1825961" y="3665267"/>
                  </a:lnTo>
                  <a:lnTo>
                    <a:pt x="1826079" y="3665267"/>
                  </a:lnTo>
                  <a:lnTo>
                    <a:pt x="1826431" y="3665267"/>
                  </a:lnTo>
                  <a:lnTo>
                    <a:pt x="1826902" y="3663975"/>
                  </a:lnTo>
                  <a:lnTo>
                    <a:pt x="1827255" y="3663975"/>
                  </a:lnTo>
                  <a:lnTo>
                    <a:pt x="1827255" y="3663544"/>
                  </a:lnTo>
                  <a:lnTo>
                    <a:pt x="1827372" y="3663544"/>
                  </a:lnTo>
                  <a:lnTo>
                    <a:pt x="1827490" y="3663544"/>
                  </a:lnTo>
                  <a:lnTo>
                    <a:pt x="1827608" y="3663544"/>
                  </a:lnTo>
                  <a:lnTo>
                    <a:pt x="1827725" y="3663114"/>
                  </a:lnTo>
                  <a:lnTo>
                    <a:pt x="1827843" y="3663114"/>
                  </a:lnTo>
                  <a:lnTo>
                    <a:pt x="1827960" y="3663114"/>
                  </a:lnTo>
                  <a:lnTo>
                    <a:pt x="1828196" y="3662683"/>
                  </a:lnTo>
                  <a:lnTo>
                    <a:pt x="1828431" y="3662253"/>
                  </a:lnTo>
                  <a:lnTo>
                    <a:pt x="1828784" y="3661391"/>
                  </a:lnTo>
                  <a:lnTo>
                    <a:pt x="1828784" y="3660961"/>
                  </a:lnTo>
                  <a:lnTo>
                    <a:pt x="1828901" y="3660961"/>
                  </a:lnTo>
                  <a:lnTo>
                    <a:pt x="1829137" y="3660961"/>
                  </a:lnTo>
                  <a:lnTo>
                    <a:pt x="1829137" y="3660530"/>
                  </a:lnTo>
                  <a:lnTo>
                    <a:pt x="1829137" y="3660100"/>
                  </a:lnTo>
                  <a:lnTo>
                    <a:pt x="1829254" y="3660100"/>
                  </a:lnTo>
                  <a:lnTo>
                    <a:pt x="1829372" y="3659238"/>
                  </a:lnTo>
                  <a:lnTo>
                    <a:pt x="1829372" y="3658808"/>
                  </a:lnTo>
                  <a:lnTo>
                    <a:pt x="1829372" y="3658377"/>
                  </a:lnTo>
                  <a:lnTo>
                    <a:pt x="1829607" y="3658377"/>
                  </a:lnTo>
                  <a:lnTo>
                    <a:pt x="1829607" y="3657947"/>
                  </a:lnTo>
                  <a:lnTo>
                    <a:pt x="1830077" y="3657947"/>
                  </a:lnTo>
                  <a:lnTo>
                    <a:pt x="1830077" y="3657085"/>
                  </a:lnTo>
                  <a:lnTo>
                    <a:pt x="1830313" y="3657085"/>
                  </a:lnTo>
                  <a:lnTo>
                    <a:pt x="1830430" y="3657085"/>
                  </a:lnTo>
                  <a:lnTo>
                    <a:pt x="1831254" y="3656224"/>
                  </a:lnTo>
                  <a:lnTo>
                    <a:pt x="1831606" y="3655794"/>
                  </a:lnTo>
                  <a:lnTo>
                    <a:pt x="1831724" y="3655794"/>
                  </a:lnTo>
                  <a:lnTo>
                    <a:pt x="1831959" y="3655794"/>
                  </a:lnTo>
                  <a:lnTo>
                    <a:pt x="1832195" y="3655794"/>
                  </a:lnTo>
                  <a:lnTo>
                    <a:pt x="1832430" y="3655363"/>
                  </a:lnTo>
                  <a:lnTo>
                    <a:pt x="1832547" y="3655363"/>
                  </a:lnTo>
                  <a:lnTo>
                    <a:pt x="1832665" y="3655363"/>
                  </a:lnTo>
                  <a:lnTo>
                    <a:pt x="1832900" y="3653641"/>
                  </a:lnTo>
                  <a:lnTo>
                    <a:pt x="1833018" y="3653641"/>
                  </a:lnTo>
                  <a:lnTo>
                    <a:pt x="1833018" y="3653210"/>
                  </a:lnTo>
                  <a:lnTo>
                    <a:pt x="1833135" y="3653210"/>
                  </a:lnTo>
                  <a:lnTo>
                    <a:pt x="1833371" y="3652349"/>
                  </a:lnTo>
                  <a:lnTo>
                    <a:pt x="1833488" y="3652349"/>
                  </a:lnTo>
                  <a:lnTo>
                    <a:pt x="1833606" y="3652349"/>
                  </a:lnTo>
                  <a:lnTo>
                    <a:pt x="1833724" y="3652349"/>
                  </a:lnTo>
                  <a:lnTo>
                    <a:pt x="1833841" y="3652349"/>
                  </a:lnTo>
                  <a:lnTo>
                    <a:pt x="1834429" y="3651488"/>
                  </a:lnTo>
                  <a:lnTo>
                    <a:pt x="1834547" y="3651488"/>
                  </a:lnTo>
                  <a:lnTo>
                    <a:pt x="1834900" y="3651488"/>
                  </a:lnTo>
                  <a:lnTo>
                    <a:pt x="1835017" y="3651488"/>
                  </a:lnTo>
                  <a:lnTo>
                    <a:pt x="1835135" y="3651057"/>
                  </a:lnTo>
                  <a:lnTo>
                    <a:pt x="1835135" y="3650626"/>
                  </a:lnTo>
                  <a:lnTo>
                    <a:pt x="1835252" y="3649765"/>
                  </a:lnTo>
                  <a:lnTo>
                    <a:pt x="1835370" y="3649765"/>
                  </a:lnTo>
                  <a:lnTo>
                    <a:pt x="1835605" y="3649335"/>
                  </a:lnTo>
                  <a:lnTo>
                    <a:pt x="1835723" y="3649335"/>
                  </a:lnTo>
                  <a:lnTo>
                    <a:pt x="1835958" y="3648904"/>
                  </a:lnTo>
                  <a:lnTo>
                    <a:pt x="1835958" y="3648473"/>
                  </a:lnTo>
                  <a:lnTo>
                    <a:pt x="1836076" y="3648473"/>
                  </a:lnTo>
                  <a:lnTo>
                    <a:pt x="1836193" y="3648473"/>
                  </a:lnTo>
                  <a:lnTo>
                    <a:pt x="1836429" y="3648473"/>
                  </a:lnTo>
                  <a:lnTo>
                    <a:pt x="1836664" y="3648473"/>
                  </a:lnTo>
                  <a:lnTo>
                    <a:pt x="1836781" y="3648473"/>
                  </a:lnTo>
                  <a:lnTo>
                    <a:pt x="1837605" y="3647182"/>
                  </a:lnTo>
                  <a:lnTo>
                    <a:pt x="1837958" y="3647182"/>
                  </a:lnTo>
                  <a:lnTo>
                    <a:pt x="1838193" y="3647182"/>
                  </a:lnTo>
                  <a:lnTo>
                    <a:pt x="1838546" y="3647182"/>
                  </a:lnTo>
                  <a:lnTo>
                    <a:pt x="1838781" y="3647182"/>
                  </a:lnTo>
                  <a:lnTo>
                    <a:pt x="1838899" y="3646751"/>
                  </a:lnTo>
                  <a:lnTo>
                    <a:pt x="1838899" y="3646320"/>
                  </a:lnTo>
                  <a:lnTo>
                    <a:pt x="1839016" y="3646320"/>
                  </a:lnTo>
                  <a:lnTo>
                    <a:pt x="1839134" y="3645890"/>
                  </a:lnTo>
                  <a:lnTo>
                    <a:pt x="1839369" y="3645890"/>
                  </a:lnTo>
                  <a:lnTo>
                    <a:pt x="1839487" y="3645890"/>
                  </a:lnTo>
                  <a:lnTo>
                    <a:pt x="1839722" y="3645890"/>
                  </a:lnTo>
                  <a:lnTo>
                    <a:pt x="1839722" y="3645459"/>
                  </a:lnTo>
                  <a:lnTo>
                    <a:pt x="1839839" y="3645459"/>
                  </a:lnTo>
                  <a:lnTo>
                    <a:pt x="1839957" y="3645459"/>
                  </a:lnTo>
                  <a:lnTo>
                    <a:pt x="1840075" y="3645459"/>
                  </a:lnTo>
                  <a:lnTo>
                    <a:pt x="1840192" y="3645459"/>
                  </a:lnTo>
                  <a:lnTo>
                    <a:pt x="1840192" y="3645029"/>
                  </a:lnTo>
                  <a:lnTo>
                    <a:pt x="1840310" y="3644598"/>
                  </a:lnTo>
                  <a:lnTo>
                    <a:pt x="1840428" y="3644167"/>
                  </a:lnTo>
                  <a:lnTo>
                    <a:pt x="1840545" y="3644167"/>
                  </a:lnTo>
                  <a:lnTo>
                    <a:pt x="1840663" y="3644167"/>
                  </a:lnTo>
                  <a:lnTo>
                    <a:pt x="1841133" y="3643306"/>
                  </a:lnTo>
                  <a:lnTo>
                    <a:pt x="1841251" y="3643306"/>
                  </a:lnTo>
                  <a:lnTo>
                    <a:pt x="1841604" y="3642876"/>
                  </a:lnTo>
                  <a:lnTo>
                    <a:pt x="1841721" y="3642876"/>
                  </a:lnTo>
                  <a:lnTo>
                    <a:pt x="1841839" y="3642876"/>
                  </a:lnTo>
                  <a:lnTo>
                    <a:pt x="1841957" y="3642876"/>
                  </a:lnTo>
                  <a:lnTo>
                    <a:pt x="1842192" y="3642876"/>
                  </a:lnTo>
                  <a:lnTo>
                    <a:pt x="1842309" y="3642876"/>
                  </a:lnTo>
                  <a:lnTo>
                    <a:pt x="1842427" y="3641584"/>
                  </a:lnTo>
                  <a:lnTo>
                    <a:pt x="1842780" y="3641584"/>
                  </a:lnTo>
                  <a:lnTo>
                    <a:pt x="1842780" y="3641153"/>
                  </a:lnTo>
                  <a:lnTo>
                    <a:pt x="1842897" y="3641153"/>
                  </a:lnTo>
                  <a:lnTo>
                    <a:pt x="1843015" y="3641153"/>
                  </a:lnTo>
                  <a:lnTo>
                    <a:pt x="1843368" y="3641153"/>
                  </a:lnTo>
                  <a:lnTo>
                    <a:pt x="1843603" y="3641153"/>
                  </a:lnTo>
                  <a:lnTo>
                    <a:pt x="1843721" y="3641153"/>
                  </a:lnTo>
                  <a:lnTo>
                    <a:pt x="1843956" y="3641153"/>
                  </a:lnTo>
                  <a:lnTo>
                    <a:pt x="1844074" y="3641153"/>
                  </a:lnTo>
                  <a:lnTo>
                    <a:pt x="1844191" y="3640292"/>
                  </a:lnTo>
                  <a:lnTo>
                    <a:pt x="1844309" y="3640292"/>
                  </a:lnTo>
                  <a:lnTo>
                    <a:pt x="1844544" y="3640292"/>
                  </a:lnTo>
                  <a:lnTo>
                    <a:pt x="1844662" y="3640292"/>
                  </a:lnTo>
                  <a:lnTo>
                    <a:pt x="1844897" y="3640292"/>
                  </a:lnTo>
                  <a:lnTo>
                    <a:pt x="1845132" y="3640292"/>
                  </a:lnTo>
                  <a:lnTo>
                    <a:pt x="1845603" y="3640292"/>
                  </a:lnTo>
                  <a:lnTo>
                    <a:pt x="1845603" y="3639861"/>
                  </a:lnTo>
                  <a:lnTo>
                    <a:pt x="1845720" y="3639861"/>
                  </a:lnTo>
                  <a:lnTo>
                    <a:pt x="1845838" y="3639861"/>
                  </a:lnTo>
                  <a:lnTo>
                    <a:pt x="1845955" y="3639861"/>
                  </a:lnTo>
                  <a:lnTo>
                    <a:pt x="1846308" y="3639861"/>
                  </a:lnTo>
                  <a:lnTo>
                    <a:pt x="1846543" y="3639861"/>
                  </a:lnTo>
                  <a:lnTo>
                    <a:pt x="1846661" y="3639861"/>
                  </a:lnTo>
                  <a:lnTo>
                    <a:pt x="1846779" y="3639861"/>
                  </a:lnTo>
                  <a:lnTo>
                    <a:pt x="1846896" y="3639431"/>
                  </a:lnTo>
                  <a:lnTo>
                    <a:pt x="1847132" y="3639000"/>
                  </a:lnTo>
                  <a:lnTo>
                    <a:pt x="1847249" y="3638570"/>
                  </a:lnTo>
                  <a:lnTo>
                    <a:pt x="1847367" y="3638570"/>
                  </a:lnTo>
                  <a:lnTo>
                    <a:pt x="1847602" y="3638570"/>
                  </a:lnTo>
                  <a:lnTo>
                    <a:pt x="1847837" y="3637708"/>
                  </a:lnTo>
                  <a:lnTo>
                    <a:pt x="1847837" y="3636847"/>
                  </a:lnTo>
                  <a:lnTo>
                    <a:pt x="1847837" y="3636417"/>
                  </a:lnTo>
                  <a:lnTo>
                    <a:pt x="1847955" y="3636417"/>
                  </a:lnTo>
                  <a:lnTo>
                    <a:pt x="1848308" y="3636417"/>
                  </a:lnTo>
                  <a:lnTo>
                    <a:pt x="1848896" y="3635986"/>
                  </a:lnTo>
                  <a:lnTo>
                    <a:pt x="1849013" y="3635555"/>
                  </a:lnTo>
                  <a:lnTo>
                    <a:pt x="1849131" y="3635555"/>
                  </a:lnTo>
                  <a:lnTo>
                    <a:pt x="1849249" y="3635555"/>
                  </a:lnTo>
                  <a:lnTo>
                    <a:pt x="1849366" y="3635555"/>
                  </a:lnTo>
                  <a:lnTo>
                    <a:pt x="1849719" y="3635125"/>
                  </a:lnTo>
                  <a:lnTo>
                    <a:pt x="1849837" y="3634694"/>
                  </a:lnTo>
                  <a:lnTo>
                    <a:pt x="1850072" y="3634694"/>
                  </a:lnTo>
                  <a:lnTo>
                    <a:pt x="1850072" y="3634264"/>
                  </a:lnTo>
                  <a:lnTo>
                    <a:pt x="1850190" y="3634264"/>
                  </a:lnTo>
                  <a:lnTo>
                    <a:pt x="1850778" y="3634264"/>
                  </a:lnTo>
                  <a:lnTo>
                    <a:pt x="1851248" y="3634264"/>
                  </a:lnTo>
                  <a:lnTo>
                    <a:pt x="1851366" y="3634264"/>
                  </a:lnTo>
                  <a:lnTo>
                    <a:pt x="1851718" y="3634264"/>
                  </a:lnTo>
                  <a:lnTo>
                    <a:pt x="1852071" y="3632972"/>
                  </a:lnTo>
                  <a:lnTo>
                    <a:pt x="1852307" y="3632541"/>
                  </a:lnTo>
                  <a:lnTo>
                    <a:pt x="1852307" y="3632111"/>
                  </a:lnTo>
                  <a:lnTo>
                    <a:pt x="1852542" y="3632111"/>
                  </a:lnTo>
                  <a:lnTo>
                    <a:pt x="1852659" y="3632111"/>
                  </a:lnTo>
                  <a:lnTo>
                    <a:pt x="1852895" y="3632111"/>
                  </a:lnTo>
                  <a:lnTo>
                    <a:pt x="1853012" y="3632111"/>
                  </a:lnTo>
                  <a:lnTo>
                    <a:pt x="1853365" y="3631680"/>
                  </a:lnTo>
                  <a:lnTo>
                    <a:pt x="1853600" y="3631249"/>
                  </a:lnTo>
                  <a:lnTo>
                    <a:pt x="1853718" y="3630388"/>
                  </a:lnTo>
                  <a:lnTo>
                    <a:pt x="1853718" y="3629958"/>
                  </a:lnTo>
                  <a:lnTo>
                    <a:pt x="1854071" y="3629527"/>
                  </a:lnTo>
                  <a:lnTo>
                    <a:pt x="1854306" y="3629527"/>
                  </a:lnTo>
                  <a:lnTo>
                    <a:pt x="1854424" y="3629527"/>
                  </a:lnTo>
                  <a:lnTo>
                    <a:pt x="1854424" y="3629096"/>
                  </a:lnTo>
                  <a:lnTo>
                    <a:pt x="1855247" y="3628235"/>
                  </a:lnTo>
                  <a:lnTo>
                    <a:pt x="1855365" y="3628235"/>
                  </a:lnTo>
                  <a:lnTo>
                    <a:pt x="1855365" y="3627805"/>
                  </a:lnTo>
                  <a:lnTo>
                    <a:pt x="1855482" y="3627374"/>
                  </a:lnTo>
                  <a:lnTo>
                    <a:pt x="1855600" y="3627374"/>
                  </a:lnTo>
                  <a:lnTo>
                    <a:pt x="1855717" y="3627374"/>
                  </a:lnTo>
                  <a:lnTo>
                    <a:pt x="1855835" y="3627374"/>
                  </a:lnTo>
                  <a:lnTo>
                    <a:pt x="1855953" y="3627374"/>
                  </a:lnTo>
                  <a:lnTo>
                    <a:pt x="1856070" y="3626513"/>
                  </a:lnTo>
                  <a:lnTo>
                    <a:pt x="1856070" y="3626082"/>
                  </a:lnTo>
                  <a:lnTo>
                    <a:pt x="1856188" y="3626082"/>
                  </a:lnTo>
                  <a:lnTo>
                    <a:pt x="1856305" y="3625221"/>
                  </a:lnTo>
                  <a:lnTo>
                    <a:pt x="1856305" y="3624360"/>
                  </a:lnTo>
                  <a:lnTo>
                    <a:pt x="1856541" y="3623929"/>
                  </a:lnTo>
                  <a:lnTo>
                    <a:pt x="1856776" y="3623929"/>
                  </a:lnTo>
                  <a:lnTo>
                    <a:pt x="1856894" y="3623499"/>
                  </a:lnTo>
                  <a:lnTo>
                    <a:pt x="1857011" y="3623499"/>
                  </a:lnTo>
                  <a:lnTo>
                    <a:pt x="1857129" y="3622637"/>
                  </a:lnTo>
                  <a:lnTo>
                    <a:pt x="1857834" y="3622637"/>
                  </a:lnTo>
                  <a:lnTo>
                    <a:pt x="1857952" y="3622637"/>
                  </a:lnTo>
                  <a:lnTo>
                    <a:pt x="1858305" y="3622637"/>
                  </a:lnTo>
                  <a:lnTo>
                    <a:pt x="1858422" y="3622637"/>
                  </a:lnTo>
                  <a:lnTo>
                    <a:pt x="1858775" y="3622207"/>
                  </a:lnTo>
                  <a:lnTo>
                    <a:pt x="1858893" y="3621776"/>
                  </a:lnTo>
                  <a:lnTo>
                    <a:pt x="1859011" y="3621776"/>
                  </a:lnTo>
                  <a:lnTo>
                    <a:pt x="1859128" y="3621776"/>
                  </a:lnTo>
                  <a:lnTo>
                    <a:pt x="1859246" y="3621776"/>
                  </a:lnTo>
                  <a:lnTo>
                    <a:pt x="1859599" y="3621776"/>
                  </a:lnTo>
                  <a:lnTo>
                    <a:pt x="1859716" y="3621776"/>
                  </a:lnTo>
                  <a:lnTo>
                    <a:pt x="1859834" y="3620915"/>
                  </a:lnTo>
                  <a:lnTo>
                    <a:pt x="1860304" y="3620915"/>
                  </a:lnTo>
                  <a:lnTo>
                    <a:pt x="1860540" y="3620915"/>
                  </a:lnTo>
                  <a:lnTo>
                    <a:pt x="1860657" y="3620915"/>
                  </a:lnTo>
                  <a:lnTo>
                    <a:pt x="1860775" y="3620915"/>
                  </a:lnTo>
                  <a:lnTo>
                    <a:pt x="1860775" y="3620484"/>
                  </a:lnTo>
                  <a:lnTo>
                    <a:pt x="1860892" y="3620484"/>
                  </a:lnTo>
                  <a:lnTo>
                    <a:pt x="1861128" y="3619623"/>
                  </a:lnTo>
                  <a:lnTo>
                    <a:pt x="1861480" y="3619623"/>
                  </a:lnTo>
                  <a:lnTo>
                    <a:pt x="1861598" y="3619193"/>
                  </a:lnTo>
                  <a:lnTo>
                    <a:pt x="1861951" y="3619193"/>
                  </a:lnTo>
                  <a:lnTo>
                    <a:pt x="1862186" y="3619193"/>
                  </a:lnTo>
                  <a:lnTo>
                    <a:pt x="1862304" y="3619193"/>
                  </a:lnTo>
                  <a:lnTo>
                    <a:pt x="1862421" y="3619193"/>
                  </a:lnTo>
                  <a:lnTo>
                    <a:pt x="1862657" y="3618762"/>
                  </a:lnTo>
                  <a:lnTo>
                    <a:pt x="1862774" y="3618331"/>
                  </a:lnTo>
                  <a:lnTo>
                    <a:pt x="1863009" y="3617901"/>
                  </a:lnTo>
                  <a:lnTo>
                    <a:pt x="1863127" y="3617470"/>
                  </a:lnTo>
                  <a:lnTo>
                    <a:pt x="1863127" y="3617040"/>
                  </a:lnTo>
                  <a:lnTo>
                    <a:pt x="1863245" y="3617040"/>
                  </a:lnTo>
                  <a:lnTo>
                    <a:pt x="1863362" y="3617040"/>
                  </a:lnTo>
                  <a:lnTo>
                    <a:pt x="1863950" y="3617040"/>
                  </a:lnTo>
                  <a:lnTo>
                    <a:pt x="1864186" y="3617040"/>
                  </a:lnTo>
                  <a:lnTo>
                    <a:pt x="1864656" y="3617040"/>
                  </a:lnTo>
                  <a:lnTo>
                    <a:pt x="1864774" y="3616609"/>
                  </a:lnTo>
                  <a:lnTo>
                    <a:pt x="1864891" y="3616609"/>
                  </a:lnTo>
                  <a:lnTo>
                    <a:pt x="1865127" y="3616609"/>
                  </a:lnTo>
                  <a:lnTo>
                    <a:pt x="1865362" y="3616609"/>
                  </a:lnTo>
                  <a:lnTo>
                    <a:pt x="1865479" y="3616609"/>
                  </a:lnTo>
                  <a:lnTo>
                    <a:pt x="1865597" y="3616609"/>
                  </a:lnTo>
                  <a:lnTo>
                    <a:pt x="1865950" y="3616609"/>
                  </a:lnTo>
                  <a:lnTo>
                    <a:pt x="1865950" y="3616178"/>
                  </a:lnTo>
                  <a:lnTo>
                    <a:pt x="1866185" y="3616178"/>
                  </a:lnTo>
                  <a:lnTo>
                    <a:pt x="1866185" y="3615748"/>
                  </a:lnTo>
                  <a:lnTo>
                    <a:pt x="1866303" y="3615748"/>
                  </a:lnTo>
                  <a:lnTo>
                    <a:pt x="1866420" y="3615748"/>
                  </a:lnTo>
                  <a:lnTo>
                    <a:pt x="1866655" y="3615317"/>
                  </a:lnTo>
                  <a:lnTo>
                    <a:pt x="1866655" y="3614025"/>
                  </a:lnTo>
                  <a:lnTo>
                    <a:pt x="1866773" y="3613595"/>
                  </a:lnTo>
                  <a:lnTo>
                    <a:pt x="1867008" y="3613595"/>
                  </a:lnTo>
                  <a:lnTo>
                    <a:pt x="1867126" y="3613595"/>
                  </a:lnTo>
                  <a:lnTo>
                    <a:pt x="1867244" y="3613595"/>
                  </a:lnTo>
                  <a:lnTo>
                    <a:pt x="1867479" y="3613595"/>
                  </a:lnTo>
                  <a:lnTo>
                    <a:pt x="1867596" y="3613164"/>
                  </a:lnTo>
                  <a:lnTo>
                    <a:pt x="1867596" y="3612734"/>
                  </a:lnTo>
                  <a:lnTo>
                    <a:pt x="1867714" y="3612734"/>
                  </a:lnTo>
                  <a:lnTo>
                    <a:pt x="1867714" y="3612303"/>
                  </a:lnTo>
                  <a:lnTo>
                    <a:pt x="1867949" y="3611872"/>
                  </a:lnTo>
                  <a:lnTo>
                    <a:pt x="1867949" y="3611442"/>
                  </a:lnTo>
                  <a:lnTo>
                    <a:pt x="1867949" y="3611011"/>
                  </a:lnTo>
                  <a:lnTo>
                    <a:pt x="1868067" y="3611011"/>
                  </a:lnTo>
                  <a:lnTo>
                    <a:pt x="1868537" y="3610581"/>
                  </a:lnTo>
                  <a:lnTo>
                    <a:pt x="1868655" y="3610581"/>
                  </a:lnTo>
                  <a:lnTo>
                    <a:pt x="1868773" y="3610581"/>
                  </a:lnTo>
                  <a:lnTo>
                    <a:pt x="1869008" y="3610581"/>
                  </a:lnTo>
                  <a:lnTo>
                    <a:pt x="1869361" y="3610581"/>
                  </a:lnTo>
                  <a:lnTo>
                    <a:pt x="1869596" y="3610581"/>
                  </a:lnTo>
                  <a:lnTo>
                    <a:pt x="1869713" y="3610581"/>
                  </a:lnTo>
                  <a:lnTo>
                    <a:pt x="1870184" y="3610581"/>
                  </a:lnTo>
                  <a:lnTo>
                    <a:pt x="1870419" y="3610150"/>
                  </a:lnTo>
                  <a:lnTo>
                    <a:pt x="1870419" y="3609719"/>
                  </a:lnTo>
                  <a:lnTo>
                    <a:pt x="1870419" y="3609289"/>
                  </a:lnTo>
                  <a:lnTo>
                    <a:pt x="1870772" y="3607997"/>
                  </a:lnTo>
                  <a:lnTo>
                    <a:pt x="1871007" y="3607997"/>
                  </a:lnTo>
                  <a:lnTo>
                    <a:pt x="1871242" y="3607997"/>
                  </a:lnTo>
                  <a:lnTo>
                    <a:pt x="1871478" y="3607566"/>
                  </a:lnTo>
                  <a:lnTo>
                    <a:pt x="1872301" y="3607566"/>
                  </a:lnTo>
                  <a:lnTo>
                    <a:pt x="1872419" y="3607136"/>
                  </a:lnTo>
                  <a:lnTo>
                    <a:pt x="1872419" y="3606705"/>
                  </a:lnTo>
                  <a:lnTo>
                    <a:pt x="1873124" y="3606705"/>
                  </a:lnTo>
                  <a:lnTo>
                    <a:pt x="1873477" y="3606705"/>
                  </a:lnTo>
                  <a:lnTo>
                    <a:pt x="1873477" y="3606275"/>
                  </a:lnTo>
                  <a:lnTo>
                    <a:pt x="1873595" y="3606275"/>
                  </a:lnTo>
                  <a:lnTo>
                    <a:pt x="1873595" y="3605844"/>
                  </a:lnTo>
                  <a:lnTo>
                    <a:pt x="1873830" y="3604983"/>
                  </a:lnTo>
                  <a:lnTo>
                    <a:pt x="1874300" y="3604552"/>
                  </a:lnTo>
                  <a:lnTo>
                    <a:pt x="1874418" y="3604552"/>
                  </a:lnTo>
                  <a:lnTo>
                    <a:pt x="1874771" y="3604122"/>
                  </a:lnTo>
                  <a:lnTo>
                    <a:pt x="1875006" y="3604122"/>
                  </a:lnTo>
                  <a:lnTo>
                    <a:pt x="1875124" y="3604122"/>
                  </a:lnTo>
                  <a:lnTo>
                    <a:pt x="1875241" y="3604122"/>
                  </a:lnTo>
                  <a:lnTo>
                    <a:pt x="1875594" y="3604122"/>
                  </a:lnTo>
                  <a:lnTo>
                    <a:pt x="1875712" y="3603691"/>
                  </a:lnTo>
                  <a:lnTo>
                    <a:pt x="1876065" y="3603691"/>
                  </a:lnTo>
                  <a:lnTo>
                    <a:pt x="1876300" y="3603691"/>
                  </a:lnTo>
                  <a:lnTo>
                    <a:pt x="1876653" y="3603260"/>
                  </a:lnTo>
                  <a:lnTo>
                    <a:pt x="1876770" y="3602830"/>
                  </a:lnTo>
                  <a:lnTo>
                    <a:pt x="1876888" y="3602830"/>
                  </a:lnTo>
                  <a:lnTo>
                    <a:pt x="1877358" y="3601538"/>
                  </a:lnTo>
                  <a:lnTo>
                    <a:pt x="1877594" y="3601107"/>
                  </a:lnTo>
                  <a:lnTo>
                    <a:pt x="1877829" y="3601107"/>
                  </a:lnTo>
                  <a:lnTo>
                    <a:pt x="1877946" y="3601107"/>
                  </a:lnTo>
                  <a:lnTo>
                    <a:pt x="1878182" y="3601107"/>
                  </a:lnTo>
                  <a:lnTo>
                    <a:pt x="1878652" y="3601107"/>
                  </a:lnTo>
                  <a:lnTo>
                    <a:pt x="1878887" y="3600677"/>
                  </a:lnTo>
                  <a:lnTo>
                    <a:pt x="1879240" y="3600677"/>
                  </a:lnTo>
                  <a:lnTo>
                    <a:pt x="1879358" y="3600246"/>
                  </a:lnTo>
                  <a:lnTo>
                    <a:pt x="1879711" y="3599816"/>
                  </a:lnTo>
                  <a:lnTo>
                    <a:pt x="1879711" y="3599385"/>
                  </a:lnTo>
                  <a:lnTo>
                    <a:pt x="1879946" y="3599385"/>
                  </a:lnTo>
                  <a:lnTo>
                    <a:pt x="1880064" y="3598954"/>
                  </a:lnTo>
                  <a:lnTo>
                    <a:pt x="1880534" y="3598954"/>
                  </a:lnTo>
                  <a:lnTo>
                    <a:pt x="1880652" y="3598954"/>
                  </a:lnTo>
                  <a:lnTo>
                    <a:pt x="1880652" y="3598524"/>
                  </a:lnTo>
                  <a:lnTo>
                    <a:pt x="1881004" y="3598524"/>
                  </a:lnTo>
                  <a:lnTo>
                    <a:pt x="1881122" y="3598093"/>
                  </a:lnTo>
                  <a:lnTo>
                    <a:pt x="1881475" y="3598093"/>
                  </a:lnTo>
                  <a:lnTo>
                    <a:pt x="1881593" y="3598093"/>
                  </a:lnTo>
                  <a:lnTo>
                    <a:pt x="1881710" y="3597663"/>
                  </a:lnTo>
                  <a:lnTo>
                    <a:pt x="1881828" y="3597663"/>
                  </a:lnTo>
                  <a:lnTo>
                    <a:pt x="1881945" y="3596801"/>
                  </a:lnTo>
                  <a:lnTo>
                    <a:pt x="1882063" y="3596801"/>
                  </a:lnTo>
                  <a:lnTo>
                    <a:pt x="1882181" y="3596801"/>
                  </a:lnTo>
                  <a:lnTo>
                    <a:pt x="1882181" y="3596371"/>
                  </a:lnTo>
                  <a:lnTo>
                    <a:pt x="1882416" y="3596371"/>
                  </a:lnTo>
                  <a:lnTo>
                    <a:pt x="1882533" y="3596371"/>
                  </a:lnTo>
                  <a:lnTo>
                    <a:pt x="1882533" y="3595940"/>
                  </a:lnTo>
                  <a:lnTo>
                    <a:pt x="1882651" y="3595940"/>
                  </a:lnTo>
                  <a:lnTo>
                    <a:pt x="1882769" y="3595940"/>
                  </a:lnTo>
                  <a:lnTo>
                    <a:pt x="1882769" y="3595510"/>
                  </a:lnTo>
                  <a:lnTo>
                    <a:pt x="1883004" y="3595510"/>
                  </a:lnTo>
                  <a:lnTo>
                    <a:pt x="1883004" y="3594648"/>
                  </a:lnTo>
                  <a:lnTo>
                    <a:pt x="1883004" y="3594218"/>
                  </a:lnTo>
                  <a:lnTo>
                    <a:pt x="1883121" y="3593787"/>
                  </a:lnTo>
                  <a:lnTo>
                    <a:pt x="1883121" y="3593357"/>
                  </a:lnTo>
                  <a:lnTo>
                    <a:pt x="1883239" y="3593357"/>
                  </a:lnTo>
                  <a:lnTo>
                    <a:pt x="1883474" y="3593357"/>
                  </a:lnTo>
                  <a:lnTo>
                    <a:pt x="1883474" y="3592926"/>
                  </a:lnTo>
                  <a:lnTo>
                    <a:pt x="1883474" y="3592495"/>
                  </a:lnTo>
                  <a:lnTo>
                    <a:pt x="1883592" y="3592495"/>
                  </a:lnTo>
                  <a:lnTo>
                    <a:pt x="1883592" y="3592065"/>
                  </a:lnTo>
                  <a:lnTo>
                    <a:pt x="1883945" y="3591634"/>
                  </a:lnTo>
                  <a:lnTo>
                    <a:pt x="1884062" y="3591204"/>
                  </a:lnTo>
                  <a:lnTo>
                    <a:pt x="1884415" y="3590773"/>
                  </a:lnTo>
                  <a:lnTo>
                    <a:pt x="1884415" y="3589912"/>
                  </a:lnTo>
                  <a:lnTo>
                    <a:pt x="1884533" y="3589912"/>
                  </a:lnTo>
                  <a:lnTo>
                    <a:pt x="1884768" y="3589912"/>
                  </a:lnTo>
                  <a:lnTo>
                    <a:pt x="1885003" y="3589481"/>
                  </a:lnTo>
                  <a:lnTo>
                    <a:pt x="1885003" y="3589051"/>
                  </a:lnTo>
                  <a:lnTo>
                    <a:pt x="1885121" y="3589051"/>
                  </a:lnTo>
                  <a:lnTo>
                    <a:pt x="1885591" y="3589051"/>
                  </a:lnTo>
                  <a:lnTo>
                    <a:pt x="1885709" y="3589051"/>
                  </a:lnTo>
                  <a:lnTo>
                    <a:pt x="1885827" y="3589051"/>
                  </a:lnTo>
                  <a:lnTo>
                    <a:pt x="1885827" y="3588620"/>
                  </a:lnTo>
                  <a:lnTo>
                    <a:pt x="1885944" y="3588620"/>
                  </a:lnTo>
                  <a:lnTo>
                    <a:pt x="1886062" y="3588620"/>
                  </a:lnTo>
                  <a:lnTo>
                    <a:pt x="1886297" y="3588620"/>
                  </a:lnTo>
                  <a:lnTo>
                    <a:pt x="1886415" y="3588620"/>
                  </a:lnTo>
                  <a:lnTo>
                    <a:pt x="1886885" y="3587759"/>
                  </a:lnTo>
                  <a:lnTo>
                    <a:pt x="1887120" y="3587328"/>
                  </a:lnTo>
                  <a:lnTo>
                    <a:pt x="1887356" y="3587328"/>
                  </a:lnTo>
                  <a:lnTo>
                    <a:pt x="1887473" y="3587328"/>
                  </a:lnTo>
                  <a:lnTo>
                    <a:pt x="1887826" y="3587328"/>
                  </a:lnTo>
                  <a:lnTo>
                    <a:pt x="1887944" y="3587328"/>
                  </a:lnTo>
                  <a:lnTo>
                    <a:pt x="1888061" y="3587328"/>
                  </a:lnTo>
                  <a:lnTo>
                    <a:pt x="1888179" y="3586467"/>
                  </a:lnTo>
                  <a:lnTo>
                    <a:pt x="1888297" y="3586467"/>
                  </a:lnTo>
                  <a:lnTo>
                    <a:pt x="1888532" y="3586467"/>
                  </a:lnTo>
                  <a:lnTo>
                    <a:pt x="1888532" y="3586036"/>
                  </a:lnTo>
                  <a:lnTo>
                    <a:pt x="1888885" y="3586036"/>
                  </a:lnTo>
                  <a:lnTo>
                    <a:pt x="1889120" y="3586036"/>
                  </a:lnTo>
                  <a:lnTo>
                    <a:pt x="1889355" y="3586036"/>
                  </a:lnTo>
                  <a:lnTo>
                    <a:pt x="1889826" y="3586036"/>
                  </a:lnTo>
                  <a:lnTo>
                    <a:pt x="1889943" y="3585606"/>
                  </a:lnTo>
                  <a:lnTo>
                    <a:pt x="1890061" y="3585606"/>
                  </a:lnTo>
                  <a:lnTo>
                    <a:pt x="1890178" y="3585606"/>
                  </a:lnTo>
                  <a:lnTo>
                    <a:pt x="1890296" y="3585606"/>
                  </a:lnTo>
                  <a:lnTo>
                    <a:pt x="1890649" y="3585175"/>
                  </a:lnTo>
                  <a:lnTo>
                    <a:pt x="1890766" y="3585175"/>
                  </a:lnTo>
                  <a:lnTo>
                    <a:pt x="1891002" y="3585175"/>
                  </a:lnTo>
                  <a:lnTo>
                    <a:pt x="1891119" y="3585175"/>
                  </a:lnTo>
                  <a:lnTo>
                    <a:pt x="1891354" y="3585175"/>
                  </a:lnTo>
                  <a:lnTo>
                    <a:pt x="1891472" y="3585175"/>
                  </a:lnTo>
                  <a:lnTo>
                    <a:pt x="1891472" y="3584745"/>
                  </a:lnTo>
                  <a:lnTo>
                    <a:pt x="1891707" y="3584314"/>
                  </a:lnTo>
                  <a:lnTo>
                    <a:pt x="1891825" y="3584314"/>
                  </a:lnTo>
                  <a:lnTo>
                    <a:pt x="1892178" y="3584314"/>
                  </a:lnTo>
                  <a:lnTo>
                    <a:pt x="1892413" y="3584314"/>
                  </a:lnTo>
                  <a:lnTo>
                    <a:pt x="1892883" y="3583453"/>
                  </a:lnTo>
                  <a:lnTo>
                    <a:pt x="1899117" y="3568812"/>
                  </a:lnTo>
                  <a:lnTo>
                    <a:pt x="1899235" y="3568812"/>
                  </a:lnTo>
                  <a:lnTo>
                    <a:pt x="1899235" y="3568382"/>
                  </a:lnTo>
                  <a:lnTo>
                    <a:pt x="1899352" y="3568382"/>
                  </a:lnTo>
                  <a:lnTo>
                    <a:pt x="1899470" y="3568382"/>
                  </a:lnTo>
                  <a:lnTo>
                    <a:pt x="1899823" y="3567951"/>
                  </a:lnTo>
                  <a:lnTo>
                    <a:pt x="1899940" y="3567521"/>
                  </a:lnTo>
                  <a:lnTo>
                    <a:pt x="1900411" y="3567521"/>
                  </a:lnTo>
                  <a:lnTo>
                    <a:pt x="1900646" y="3567521"/>
                  </a:lnTo>
                  <a:lnTo>
                    <a:pt x="1900764" y="3567521"/>
                  </a:lnTo>
                  <a:lnTo>
                    <a:pt x="1901116" y="3567521"/>
                  </a:lnTo>
                  <a:lnTo>
                    <a:pt x="1901234" y="3567521"/>
                  </a:lnTo>
                  <a:lnTo>
                    <a:pt x="1901352" y="3567521"/>
                  </a:lnTo>
                  <a:lnTo>
                    <a:pt x="1901469" y="3567521"/>
                  </a:lnTo>
                  <a:lnTo>
                    <a:pt x="1901587" y="3567521"/>
                  </a:lnTo>
                  <a:lnTo>
                    <a:pt x="1901705" y="3567521"/>
                  </a:lnTo>
                  <a:lnTo>
                    <a:pt x="1901822" y="3567521"/>
                  </a:lnTo>
                  <a:lnTo>
                    <a:pt x="1902057" y="3567521"/>
                  </a:lnTo>
                  <a:lnTo>
                    <a:pt x="1902175" y="3567521"/>
                  </a:lnTo>
                  <a:lnTo>
                    <a:pt x="1902293" y="3566659"/>
                  </a:lnTo>
                  <a:lnTo>
                    <a:pt x="1902293" y="3566229"/>
                  </a:lnTo>
                  <a:lnTo>
                    <a:pt x="1902410" y="3566229"/>
                  </a:lnTo>
                  <a:lnTo>
                    <a:pt x="1902645" y="3566229"/>
                  </a:lnTo>
                  <a:lnTo>
                    <a:pt x="1902763" y="3566229"/>
                  </a:lnTo>
                  <a:lnTo>
                    <a:pt x="1902763" y="3565798"/>
                  </a:lnTo>
                  <a:lnTo>
                    <a:pt x="1903116" y="3565798"/>
                  </a:lnTo>
                  <a:lnTo>
                    <a:pt x="1903234" y="3565798"/>
                  </a:lnTo>
                  <a:lnTo>
                    <a:pt x="1903351" y="3565798"/>
                  </a:lnTo>
                  <a:lnTo>
                    <a:pt x="1903469" y="3565798"/>
                  </a:lnTo>
                  <a:lnTo>
                    <a:pt x="1904057" y="3565368"/>
                  </a:lnTo>
                  <a:lnTo>
                    <a:pt x="1904527" y="3565368"/>
                  </a:lnTo>
                  <a:lnTo>
                    <a:pt x="1904645" y="3565368"/>
                  </a:lnTo>
                  <a:lnTo>
                    <a:pt x="1904880" y="3565368"/>
                  </a:lnTo>
                  <a:lnTo>
                    <a:pt x="1904998" y="3565368"/>
                  </a:lnTo>
                  <a:lnTo>
                    <a:pt x="1905115" y="3565368"/>
                  </a:lnTo>
                  <a:lnTo>
                    <a:pt x="1905233" y="3565368"/>
                  </a:lnTo>
                  <a:lnTo>
                    <a:pt x="1905586" y="3565368"/>
                  </a:lnTo>
                  <a:lnTo>
                    <a:pt x="1905586" y="3564937"/>
                  </a:lnTo>
                  <a:lnTo>
                    <a:pt x="1905586" y="3564506"/>
                  </a:lnTo>
                  <a:lnTo>
                    <a:pt x="1905703" y="3564076"/>
                  </a:lnTo>
                  <a:lnTo>
                    <a:pt x="1905821" y="3564076"/>
                  </a:lnTo>
                  <a:lnTo>
                    <a:pt x="1905821" y="3563645"/>
                  </a:lnTo>
                  <a:lnTo>
                    <a:pt x="1905821" y="3563215"/>
                  </a:lnTo>
                  <a:lnTo>
                    <a:pt x="1906056" y="3563215"/>
                  </a:lnTo>
                  <a:lnTo>
                    <a:pt x="1906292" y="3563215"/>
                  </a:lnTo>
                  <a:lnTo>
                    <a:pt x="1906292" y="3562784"/>
                  </a:lnTo>
                  <a:lnTo>
                    <a:pt x="1906527" y="3562784"/>
                  </a:lnTo>
                  <a:lnTo>
                    <a:pt x="1906880" y="3562784"/>
                  </a:lnTo>
                  <a:lnTo>
                    <a:pt x="1906997" y="3562784"/>
                  </a:lnTo>
                  <a:lnTo>
                    <a:pt x="1907115" y="3562784"/>
                  </a:lnTo>
                  <a:lnTo>
                    <a:pt x="1907232" y="3562784"/>
                  </a:lnTo>
                  <a:lnTo>
                    <a:pt x="1907350" y="3562784"/>
                  </a:lnTo>
                  <a:lnTo>
                    <a:pt x="1907468" y="3562784"/>
                  </a:lnTo>
                  <a:lnTo>
                    <a:pt x="1907585" y="3562784"/>
                  </a:lnTo>
                  <a:lnTo>
                    <a:pt x="1907703" y="3562353"/>
                  </a:lnTo>
                  <a:lnTo>
                    <a:pt x="1907820" y="3562353"/>
                  </a:lnTo>
                  <a:lnTo>
                    <a:pt x="1907820" y="3561923"/>
                  </a:lnTo>
                  <a:lnTo>
                    <a:pt x="1907938" y="3561923"/>
                  </a:lnTo>
                  <a:lnTo>
                    <a:pt x="1907938" y="3561062"/>
                  </a:lnTo>
                  <a:lnTo>
                    <a:pt x="1908291" y="3561062"/>
                  </a:lnTo>
                  <a:lnTo>
                    <a:pt x="1908526" y="3561062"/>
                  </a:lnTo>
                  <a:lnTo>
                    <a:pt x="1908644" y="3561062"/>
                  </a:lnTo>
                  <a:lnTo>
                    <a:pt x="1908644" y="3560631"/>
                  </a:lnTo>
                  <a:lnTo>
                    <a:pt x="1908997" y="3560631"/>
                  </a:lnTo>
                  <a:lnTo>
                    <a:pt x="1909467" y="3560631"/>
                  </a:lnTo>
                  <a:lnTo>
                    <a:pt x="1909702" y="3560200"/>
                  </a:lnTo>
                  <a:lnTo>
                    <a:pt x="1910055" y="3559770"/>
                  </a:lnTo>
                  <a:lnTo>
                    <a:pt x="1910173" y="3559339"/>
                  </a:lnTo>
                  <a:lnTo>
                    <a:pt x="1910290" y="3559339"/>
                  </a:lnTo>
                  <a:lnTo>
                    <a:pt x="1910526" y="3559339"/>
                  </a:lnTo>
                  <a:lnTo>
                    <a:pt x="1910996" y="3559339"/>
                  </a:lnTo>
                  <a:lnTo>
                    <a:pt x="1910996" y="3558909"/>
                  </a:lnTo>
                  <a:lnTo>
                    <a:pt x="1911114" y="3558478"/>
                  </a:lnTo>
                  <a:lnTo>
                    <a:pt x="1911349" y="3558478"/>
                  </a:lnTo>
                  <a:lnTo>
                    <a:pt x="1911584" y="3558478"/>
                  </a:lnTo>
                  <a:lnTo>
                    <a:pt x="1912055" y="3558478"/>
                  </a:lnTo>
                  <a:lnTo>
                    <a:pt x="1912055" y="3558047"/>
                  </a:lnTo>
                  <a:lnTo>
                    <a:pt x="1912055" y="3557617"/>
                  </a:lnTo>
                  <a:lnTo>
                    <a:pt x="1912290" y="3557617"/>
                  </a:lnTo>
                  <a:lnTo>
                    <a:pt x="1912407" y="3557617"/>
                  </a:lnTo>
                  <a:lnTo>
                    <a:pt x="1912525" y="3557617"/>
                  </a:lnTo>
                  <a:lnTo>
                    <a:pt x="1912525" y="3556756"/>
                  </a:lnTo>
                  <a:lnTo>
                    <a:pt x="1912878" y="3556756"/>
                  </a:lnTo>
                  <a:lnTo>
                    <a:pt x="1913231" y="3556756"/>
                  </a:lnTo>
                  <a:lnTo>
                    <a:pt x="1913348" y="3556325"/>
                  </a:lnTo>
                  <a:lnTo>
                    <a:pt x="1913466" y="3555894"/>
                  </a:lnTo>
                  <a:lnTo>
                    <a:pt x="1913701" y="3555894"/>
                  </a:lnTo>
                  <a:lnTo>
                    <a:pt x="1913819" y="3555894"/>
                  </a:lnTo>
                  <a:lnTo>
                    <a:pt x="1914289" y="3555894"/>
                  </a:lnTo>
                  <a:lnTo>
                    <a:pt x="1914877" y="3555033"/>
                  </a:lnTo>
                  <a:lnTo>
                    <a:pt x="1914877" y="3554603"/>
                  </a:lnTo>
                  <a:lnTo>
                    <a:pt x="1915230" y="3552880"/>
                  </a:lnTo>
                  <a:lnTo>
                    <a:pt x="1915348" y="3552880"/>
                  </a:lnTo>
                  <a:lnTo>
                    <a:pt x="1915465" y="3552880"/>
                  </a:lnTo>
                  <a:lnTo>
                    <a:pt x="1915701" y="3552450"/>
                  </a:lnTo>
                  <a:lnTo>
                    <a:pt x="1915818" y="3552450"/>
                  </a:lnTo>
                  <a:lnTo>
                    <a:pt x="1916053" y="3552019"/>
                  </a:lnTo>
                  <a:lnTo>
                    <a:pt x="1916171" y="3552019"/>
                  </a:lnTo>
                  <a:lnTo>
                    <a:pt x="1916406" y="3552019"/>
                  </a:lnTo>
                  <a:lnTo>
                    <a:pt x="1916877" y="3551158"/>
                  </a:lnTo>
                  <a:lnTo>
                    <a:pt x="1917230" y="3550297"/>
                  </a:lnTo>
                  <a:lnTo>
                    <a:pt x="1917700" y="3549866"/>
                  </a:lnTo>
                  <a:lnTo>
                    <a:pt x="1917935" y="3549435"/>
                  </a:lnTo>
                  <a:lnTo>
                    <a:pt x="1918053" y="3549435"/>
                  </a:lnTo>
                  <a:lnTo>
                    <a:pt x="1918523" y="3548574"/>
                  </a:lnTo>
                  <a:lnTo>
                    <a:pt x="1918523" y="3548144"/>
                  </a:lnTo>
                  <a:lnTo>
                    <a:pt x="1918641" y="3548144"/>
                  </a:lnTo>
                  <a:lnTo>
                    <a:pt x="1918876" y="3548144"/>
                  </a:lnTo>
                  <a:lnTo>
                    <a:pt x="1918994" y="3547713"/>
                  </a:lnTo>
                  <a:lnTo>
                    <a:pt x="1919229" y="3547713"/>
                  </a:lnTo>
                  <a:lnTo>
                    <a:pt x="1919582" y="3547282"/>
                  </a:lnTo>
                  <a:lnTo>
                    <a:pt x="1919700" y="3546852"/>
                  </a:lnTo>
                  <a:lnTo>
                    <a:pt x="1919817" y="3546852"/>
                  </a:lnTo>
                  <a:lnTo>
                    <a:pt x="1919817" y="3546421"/>
                  </a:lnTo>
                  <a:lnTo>
                    <a:pt x="1919935" y="3546421"/>
                  </a:lnTo>
                  <a:lnTo>
                    <a:pt x="1920052" y="3546421"/>
                  </a:lnTo>
                  <a:lnTo>
                    <a:pt x="1920405" y="3545560"/>
                  </a:lnTo>
                  <a:lnTo>
                    <a:pt x="1920523" y="3545560"/>
                  </a:lnTo>
                  <a:lnTo>
                    <a:pt x="1920993" y="3544699"/>
                  </a:lnTo>
                  <a:lnTo>
                    <a:pt x="1921111" y="3544699"/>
                  </a:lnTo>
                  <a:lnTo>
                    <a:pt x="1921111" y="3544268"/>
                  </a:lnTo>
                  <a:lnTo>
                    <a:pt x="1921346" y="3544268"/>
                  </a:lnTo>
                  <a:lnTo>
                    <a:pt x="1921464" y="3544268"/>
                  </a:lnTo>
                  <a:lnTo>
                    <a:pt x="1921581" y="3544268"/>
                  </a:lnTo>
                  <a:lnTo>
                    <a:pt x="1921934" y="3542976"/>
                  </a:lnTo>
                  <a:lnTo>
                    <a:pt x="1922169" y="3542976"/>
                  </a:lnTo>
                  <a:lnTo>
                    <a:pt x="1922287" y="3542976"/>
                  </a:lnTo>
                  <a:lnTo>
                    <a:pt x="1922287" y="3542546"/>
                  </a:lnTo>
                  <a:lnTo>
                    <a:pt x="1922405" y="3542546"/>
                  </a:lnTo>
                  <a:lnTo>
                    <a:pt x="1922405" y="3542115"/>
                  </a:lnTo>
                  <a:lnTo>
                    <a:pt x="1922522" y="3542115"/>
                  </a:lnTo>
                  <a:lnTo>
                    <a:pt x="1922875" y="3541685"/>
                  </a:lnTo>
                  <a:lnTo>
                    <a:pt x="1922875" y="3541254"/>
                  </a:lnTo>
                  <a:lnTo>
                    <a:pt x="1923110" y="3540823"/>
                  </a:lnTo>
                  <a:lnTo>
                    <a:pt x="1923581" y="3540393"/>
                  </a:lnTo>
                  <a:lnTo>
                    <a:pt x="1923816" y="3539962"/>
                  </a:lnTo>
                  <a:lnTo>
                    <a:pt x="1923934" y="3539962"/>
                  </a:lnTo>
                  <a:lnTo>
                    <a:pt x="1924051" y="3539962"/>
                  </a:lnTo>
                  <a:lnTo>
                    <a:pt x="1924051" y="3539532"/>
                  </a:lnTo>
                  <a:lnTo>
                    <a:pt x="1924169" y="3539101"/>
                  </a:lnTo>
                  <a:lnTo>
                    <a:pt x="1924286" y="3539101"/>
                  </a:lnTo>
                  <a:lnTo>
                    <a:pt x="1924404" y="3539101"/>
                  </a:lnTo>
                  <a:lnTo>
                    <a:pt x="1924522" y="3539101"/>
                  </a:lnTo>
                  <a:lnTo>
                    <a:pt x="1924522" y="3538670"/>
                  </a:lnTo>
                  <a:lnTo>
                    <a:pt x="1924522" y="3538240"/>
                  </a:lnTo>
                  <a:lnTo>
                    <a:pt x="1924757" y="3538240"/>
                  </a:lnTo>
                  <a:lnTo>
                    <a:pt x="1925227" y="3537809"/>
                  </a:lnTo>
                  <a:lnTo>
                    <a:pt x="1925345" y="3537379"/>
                  </a:lnTo>
                  <a:lnTo>
                    <a:pt x="1925463" y="3537379"/>
                  </a:lnTo>
                  <a:lnTo>
                    <a:pt x="1925698" y="3537379"/>
                  </a:lnTo>
                  <a:lnTo>
                    <a:pt x="1925815" y="3536517"/>
                  </a:lnTo>
                  <a:lnTo>
                    <a:pt x="1925933" y="3536517"/>
                  </a:lnTo>
                  <a:lnTo>
                    <a:pt x="1925933" y="3536087"/>
                  </a:lnTo>
                  <a:lnTo>
                    <a:pt x="1925933" y="3535656"/>
                  </a:lnTo>
                  <a:lnTo>
                    <a:pt x="1926051" y="3535656"/>
                  </a:lnTo>
                  <a:lnTo>
                    <a:pt x="1926168" y="3535656"/>
                  </a:lnTo>
                  <a:lnTo>
                    <a:pt x="1926168" y="3535226"/>
                  </a:lnTo>
                  <a:lnTo>
                    <a:pt x="1926404" y="3535226"/>
                  </a:lnTo>
                  <a:lnTo>
                    <a:pt x="1926521" y="3535226"/>
                  </a:lnTo>
                  <a:lnTo>
                    <a:pt x="1926521" y="3534795"/>
                  </a:lnTo>
                  <a:lnTo>
                    <a:pt x="1926639" y="3534795"/>
                  </a:lnTo>
                  <a:lnTo>
                    <a:pt x="1926874" y="3534795"/>
                  </a:lnTo>
                  <a:lnTo>
                    <a:pt x="1926992" y="3534795"/>
                  </a:lnTo>
                  <a:lnTo>
                    <a:pt x="1927109" y="3534795"/>
                  </a:lnTo>
                  <a:lnTo>
                    <a:pt x="1927109" y="3534364"/>
                  </a:lnTo>
                  <a:lnTo>
                    <a:pt x="1927227" y="3534364"/>
                  </a:lnTo>
                  <a:lnTo>
                    <a:pt x="1927462" y="3533934"/>
                  </a:lnTo>
                  <a:lnTo>
                    <a:pt x="1927462" y="3533503"/>
                  </a:lnTo>
                  <a:lnTo>
                    <a:pt x="1927815" y="3533503"/>
                  </a:lnTo>
                  <a:lnTo>
                    <a:pt x="1927933" y="3533073"/>
                  </a:lnTo>
                  <a:lnTo>
                    <a:pt x="1928403" y="3533073"/>
                  </a:lnTo>
                  <a:lnTo>
                    <a:pt x="1928521" y="3532642"/>
                  </a:lnTo>
                  <a:lnTo>
                    <a:pt x="1928873" y="3532642"/>
                  </a:lnTo>
                  <a:lnTo>
                    <a:pt x="1929109" y="3532642"/>
                  </a:lnTo>
                  <a:lnTo>
                    <a:pt x="1929226" y="3532642"/>
                  </a:lnTo>
                  <a:lnTo>
                    <a:pt x="1929462" y="3532642"/>
                  </a:lnTo>
                  <a:lnTo>
                    <a:pt x="1929697" y="3532211"/>
                  </a:lnTo>
                  <a:lnTo>
                    <a:pt x="1929814" y="3532211"/>
                  </a:lnTo>
                  <a:lnTo>
                    <a:pt x="1929932" y="3532211"/>
                  </a:lnTo>
                  <a:lnTo>
                    <a:pt x="1930167" y="3532211"/>
                  </a:lnTo>
                  <a:lnTo>
                    <a:pt x="1930520" y="3531781"/>
                  </a:lnTo>
                  <a:lnTo>
                    <a:pt x="1930638" y="3531781"/>
                  </a:lnTo>
                  <a:lnTo>
                    <a:pt x="1930638" y="3531350"/>
                  </a:lnTo>
                  <a:lnTo>
                    <a:pt x="1930755" y="3531350"/>
                  </a:lnTo>
                  <a:lnTo>
                    <a:pt x="1930755" y="3530920"/>
                  </a:lnTo>
                  <a:lnTo>
                    <a:pt x="1931108" y="3529628"/>
                  </a:lnTo>
                  <a:lnTo>
                    <a:pt x="1931226" y="3529197"/>
                  </a:lnTo>
                  <a:lnTo>
                    <a:pt x="1931226" y="3528767"/>
                  </a:lnTo>
                  <a:lnTo>
                    <a:pt x="1931343" y="3528767"/>
                  </a:lnTo>
                  <a:lnTo>
                    <a:pt x="1931461" y="3528767"/>
                  </a:lnTo>
                  <a:lnTo>
                    <a:pt x="1931579" y="3528767"/>
                  </a:lnTo>
                  <a:lnTo>
                    <a:pt x="1931931" y="3528336"/>
                  </a:lnTo>
                  <a:lnTo>
                    <a:pt x="1931931" y="3527905"/>
                  </a:lnTo>
                  <a:lnTo>
                    <a:pt x="1932167" y="3527905"/>
                  </a:lnTo>
                  <a:lnTo>
                    <a:pt x="1932637" y="3527044"/>
                  </a:lnTo>
                  <a:lnTo>
                    <a:pt x="1933108" y="3527044"/>
                  </a:lnTo>
                  <a:lnTo>
                    <a:pt x="1933225" y="3527044"/>
                  </a:lnTo>
                  <a:lnTo>
                    <a:pt x="1933343" y="3527044"/>
                  </a:lnTo>
                  <a:lnTo>
                    <a:pt x="1933578" y="3526183"/>
                  </a:lnTo>
                  <a:lnTo>
                    <a:pt x="1933813" y="3526183"/>
                  </a:lnTo>
                  <a:lnTo>
                    <a:pt x="1934048" y="3526183"/>
                  </a:lnTo>
                  <a:lnTo>
                    <a:pt x="1934401" y="3526183"/>
                  </a:lnTo>
                  <a:lnTo>
                    <a:pt x="1934401" y="3525322"/>
                  </a:lnTo>
                  <a:lnTo>
                    <a:pt x="1934519" y="3525322"/>
                  </a:lnTo>
                  <a:lnTo>
                    <a:pt x="1934754" y="3525322"/>
                  </a:lnTo>
                  <a:lnTo>
                    <a:pt x="1934872" y="3524891"/>
                  </a:lnTo>
                  <a:lnTo>
                    <a:pt x="1934989" y="3524891"/>
                  </a:lnTo>
                  <a:lnTo>
                    <a:pt x="1935460" y="3524461"/>
                  </a:lnTo>
                  <a:lnTo>
                    <a:pt x="1935695" y="3524461"/>
                  </a:lnTo>
                  <a:lnTo>
                    <a:pt x="1935813" y="3524461"/>
                  </a:lnTo>
                  <a:lnTo>
                    <a:pt x="1936048" y="3524461"/>
                  </a:lnTo>
                  <a:lnTo>
                    <a:pt x="1936048" y="3524030"/>
                  </a:lnTo>
                  <a:lnTo>
                    <a:pt x="1936518" y="3523599"/>
                  </a:lnTo>
                  <a:lnTo>
                    <a:pt x="1936636" y="3523599"/>
                  </a:lnTo>
                  <a:lnTo>
                    <a:pt x="1936754" y="3523599"/>
                  </a:lnTo>
                  <a:lnTo>
                    <a:pt x="1936754" y="3523169"/>
                  </a:lnTo>
                  <a:lnTo>
                    <a:pt x="1936754" y="3522738"/>
                  </a:lnTo>
                  <a:lnTo>
                    <a:pt x="1936871" y="3522738"/>
                  </a:lnTo>
                  <a:lnTo>
                    <a:pt x="1937342" y="3522308"/>
                  </a:lnTo>
                  <a:lnTo>
                    <a:pt x="1937459" y="3521446"/>
                  </a:lnTo>
                  <a:lnTo>
                    <a:pt x="1937812" y="3521016"/>
                  </a:lnTo>
                  <a:lnTo>
                    <a:pt x="1938400" y="3521016"/>
                  </a:lnTo>
                  <a:lnTo>
                    <a:pt x="1938400" y="3520585"/>
                  </a:lnTo>
                  <a:lnTo>
                    <a:pt x="1938753" y="3520585"/>
                  </a:lnTo>
                  <a:lnTo>
                    <a:pt x="1938871" y="3520585"/>
                  </a:lnTo>
                  <a:lnTo>
                    <a:pt x="1939106" y="3520585"/>
                  </a:lnTo>
                  <a:lnTo>
                    <a:pt x="1939223" y="3519724"/>
                  </a:lnTo>
                  <a:lnTo>
                    <a:pt x="1939929" y="3519293"/>
                  </a:lnTo>
                  <a:lnTo>
                    <a:pt x="1940047" y="3519293"/>
                  </a:lnTo>
                  <a:lnTo>
                    <a:pt x="1940282" y="3519293"/>
                  </a:lnTo>
                  <a:lnTo>
                    <a:pt x="1940517" y="3519293"/>
                  </a:lnTo>
                  <a:lnTo>
                    <a:pt x="1940752" y="3518432"/>
                  </a:lnTo>
                  <a:lnTo>
                    <a:pt x="1941105" y="3518002"/>
                  </a:lnTo>
                  <a:lnTo>
                    <a:pt x="1941929" y="3517571"/>
                  </a:lnTo>
                  <a:lnTo>
                    <a:pt x="1942046" y="3517571"/>
                  </a:lnTo>
                  <a:lnTo>
                    <a:pt x="1942164" y="3517571"/>
                  </a:lnTo>
                  <a:lnTo>
                    <a:pt x="1942281" y="3517571"/>
                  </a:lnTo>
                  <a:lnTo>
                    <a:pt x="1942517" y="3517571"/>
                  </a:lnTo>
                  <a:lnTo>
                    <a:pt x="1942517" y="3516279"/>
                  </a:lnTo>
                  <a:lnTo>
                    <a:pt x="1942870" y="3515849"/>
                  </a:lnTo>
                  <a:lnTo>
                    <a:pt x="1942987" y="3515849"/>
                  </a:lnTo>
                  <a:lnTo>
                    <a:pt x="1942987" y="3515418"/>
                  </a:lnTo>
                  <a:lnTo>
                    <a:pt x="1943105" y="3515418"/>
                  </a:lnTo>
                  <a:lnTo>
                    <a:pt x="1943340" y="3515418"/>
                  </a:lnTo>
                  <a:lnTo>
                    <a:pt x="1943458" y="3515418"/>
                  </a:lnTo>
                  <a:lnTo>
                    <a:pt x="1943575" y="3514557"/>
                  </a:lnTo>
                  <a:lnTo>
                    <a:pt x="1944163" y="3513696"/>
                  </a:lnTo>
                  <a:lnTo>
                    <a:pt x="1944281" y="3513696"/>
                  </a:lnTo>
                  <a:lnTo>
                    <a:pt x="1944869" y="3513696"/>
                  </a:lnTo>
                  <a:lnTo>
                    <a:pt x="1944987" y="3513696"/>
                  </a:lnTo>
                  <a:lnTo>
                    <a:pt x="1945222" y="3513696"/>
                  </a:lnTo>
                  <a:lnTo>
                    <a:pt x="1945339" y="3513696"/>
                  </a:lnTo>
                  <a:lnTo>
                    <a:pt x="1945339" y="3513265"/>
                  </a:lnTo>
                  <a:lnTo>
                    <a:pt x="1945457" y="3513265"/>
                  </a:lnTo>
                  <a:lnTo>
                    <a:pt x="1945810" y="3512404"/>
                  </a:lnTo>
                  <a:lnTo>
                    <a:pt x="1945810" y="3511973"/>
                  </a:lnTo>
                  <a:lnTo>
                    <a:pt x="1945928" y="3511973"/>
                  </a:lnTo>
                  <a:lnTo>
                    <a:pt x="1946280" y="3511973"/>
                  </a:lnTo>
                  <a:lnTo>
                    <a:pt x="1946398" y="3511973"/>
                  </a:lnTo>
                  <a:lnTo>
                    <a:pt x="1946633" y="3511543"/>
                  </a:lnTo>
                  <a:lnTo>
                    <a:pt x="1946751" y="3511543"/>
                  </a:lnTo>
                  <a:lnTo>
                    <a:pt x="1946868" y="3511543"/>
                  </a:lnTo>
                  <a:lnTo>
                    <a:pt x="1946986" y="3510681"/>
                  </a:lnTo>
                  <a:lnTo>
                    <a:pt x="1947574" y="3510681"/>
                  </a:lnTo>
                  <a:lnTo>
                    <a:pt x="1947574" y="3509820"/>
                  </a:lnTo>
                  <a:lnTo>
                    <a:pt x="1947692" y="3509820"/>
                  </a:lnTo>
                  <a:lnTo>
                    <a:pt x="1947927" y="3509820"/>
                  </a:lnTo>
                  <a:lnTo>
                    <a:pt x="1948045" y="3509820"/>
                  </a:lnTo>
                  <a:lnTo>
                    <a:pt x="1948280" y="3509820"/>
                  </a:lnTo>
                  <a:lnTo>
                    <a:pt x="1948868" y="3509390"/>
                  </a:lnTo>
                  <a:lnTo>
                    <a:pt x="1949103" y="3509390"/>
                  </a:lnTo>
                  <a:lnTo>
                    <a:pt x="1949221" y="3509390"/>
                  </a:lnTo>
                  <a:lnTo>
                    <a:pt x="1949338" y="3508528"/>
                  </a:lnTo>
                  <a:lnTo>
                    <a:pt x="1949456" y="3508528"/>
                  </a:lnTo>
                  <a:lnTo>
                    <a:pt x="1949456" y="3508098"/>
                  </a:lnTo>
                  <a:lnTo>
                    <a:pt x="1949574" y="3508098"/>
                  </a:lnTo>
                  <a:lnTo>
                    <a:pt x="1949809" y="3508098"/>
                  </a:lnTo>
                  <a:lnTo>
                    <a:pt x="1950044" y="3507667"/>
                  </a:lnTo>
                  <a:lnTo>
                    <a:pt x="1950162" y="3507667"/>
                  </a:lnTo>
                  <a:lnTo>
                    <a:pt x="1950397" y="3507667"/>
                  </a:lnTo>
                  <a:lnTo>
                    <a:pt x="1950397" y="3507237"/>
                  </a:lnTo>
                  <a:lnTo>
                    <a:pt x="1950750" y="3506806"/>
                  </a:lnTo>
                  <a:lnTo>
                    <a:pt x="1950750" y="3505945"/>
                  </a:lnTo>
                  <a:lnTo>
                    <a:pt x="1950985" y="3505514"/>
                  </a:lnTo>
                  <a:lnTo>
                    <a:pt x="1951220" y="3505514"/>
                  </a:lnTo>
                  <a:lnTo>
                    <a:pt x="1951455" y="3505084"/>
                  </a:lnTo>
                  <a:lnTo>
                    <a:pt x="1951573" y="3505084"/>
                  </a:lnTo>
                  <a:lnTo>
                    <a:pt x="1951691" y="3505084"/>
                  </a:lnTo>
                  <a:lnTo>
                    <a:pt x="1951808" y="3504653"/>
                  </a:lnTo>
                  <a:lnTo>
                    <a:pt x="1951926" y="3503361"/>
                  </a:lnTo>
                  <a:lnTo>
                    <a:pt x="1951926" y="3502931"/>
                  </a:lnTo>
                  <a:lnTo>
                    <a:pt x="1952279" y="3502500"/>
                  </a:lnTo>
                  <a:lnTo>
                    <a:pt x="1952396" y="3502069"/>
                  </a:lnTo>
                  <a:lnTo>
                    <a:pt x="1952514" y="3501639"/>
                  </a:lnTo>
                  <a:lnTo>
                    <a:pt x="1952632" y="3501639"/>
                  </a:lnTo>
                  <a:lnTo>
                    <a:pt x="1952749" y="3501639"/>
                  </a:lnTo>
                  <a:lnTo>
                    <a:pt x="1952984" y="3500778"/>
                  </a:lnTo>
                  <a:lnTo>
                    <a:pt x="1952984" y="3499486"/>
                  </a:lnTo>
                  <a:lnTo>
                    <a:pt x="1953220" y="3498625"/>
                  </a:lnTo>
                  <a:lnTo>
                    <a:pt x="1953455" y="3498625"/>
                  </a:lnTo>
                  <a:lnTo>
                    <a:pt x="1953572" y="3498625"/>
                  </a:lnTo>
                  <a:lnTo>
                    <a:pt x="1953690" y="3498625"/>
                  </a:lnTo>
                  <a:lnTo>
                    <a:pt x="1953808" y="3498194"/>
                  </a:lnTo>
                  <a:lnTo>
                    <a:pt x="1953925" y="3498194"/>
                  </a:lnTo>
                  <a:lnTo>
                    <a:pt x="1954043" y="3497763"/>
                  </a:lnTo>
                  <a:lnTo>
                    <a:pt x="1954396" y="3497763"/>
                  </a:lnTo>
                  <a:lnTo>
                    <a:pt x="1955219" y="3496902"/>
                  </a:lnTo>
                  <a:lnTo>
                    <a:pt x="1955337" y="3496902"/>
                  </a:lnTo>
                  <a:lnTo>
                    <a:pt x="1955337" y="3496472"/>
                  </a:lnTo>
                  <a:lnTo>
                    <a:pt x="1955689" y="3495610"/>
                  </a:lnTo>
                  <a:lnTo>
                    <a:pt x="1956278" y="3495180"/>
                  </a:lnTo>
                  <a:lnTo>
                    <a:pt x="1956513" y="3493888"/>
                  </a:lnTo>
                  <a:lnTo>
                    <a:pt x="1956630" y="3493888"/>
                  </a:lnTo>
                  <a:lnTo>
                    <a:pt x="1956866" y="3493457"/>
                  </a:lnTo>
                  <a:lnTo>
                    <a:pt x="1956983" y="3493457"/>
                  </a:lnTo>
                  <a:lnTo>
                    <a:pt x="1956983" y="3493027"/>
                  </a:lnTo>
                  <a:lnTo>
                    <a:pt x="1957454" y="3493027"/>
                  </a:lnTo>
                  <a:lnTo>
                    <a:pt x="1957689" y="3492166"/>
                  </a:lnTo>
                  <a:lnTo>
                    <a:pt x="1957807" y="3491735"/>
                  </a:lnTo>
                  <a:lnTo>
                    <a:pt x="1957924" y="3491304"/>
                  </a:lnTo>
                  <a:lnTo>
                    <a:pt x="1958747" y="3490443"/>
                  </a:lnTo>
                  <a:lnTo>
                    <a:pt x="1958747" y="3490013"/>
                  </a:lnTo>
                  <a:lnTo>
                    <a:pt x="1958865" y="3489582"/>
                  </a:lnTo>
                  <a:lnTo>
                    <a:pt x="1959100" y="3489582"/>
                  </a:lnTo>
                  <a:lnTo>
                    <a:pt x="1959688" y="3489582"/>
                  </a:lnTo>
                  <a:lnTo>
                    <a:pt x="1959806" y="3489582"/>
                  </a:lnTo>
                  <a:lnTo>
                    <a:pt x="1960041" y="3489582"/>
                  </a:lnTo>
                  <a:lnTo>
                    <a:pt x="1960629" y="3488721"/>
                  </a:lnTo>
                  <a:lnTo>
                    <a:pt x="1960629" y="3488290"/>
                  </a:lnTo>
                  <a:lnTo>
                    <a:pt x="1960865" y="3487429"/>
                  </a:lnTo>
                  <a:lnTo>
                    <a:pt x="1960982" y="3487429"/>
                  </a:lnTo>
                  <a:lnTo>
                    <a:pt x="1961570" y="3487429"/>
                  </a:lnTo>
                  <a:lnTo>
                    <a:pt x="1961923" y="3487429"/>
                  </a:lnTo>
                  <a:lnTo>
                    <a:pt x="1962041" y="3487429"/>
                  </a:lnTo>
                  <a:lnTo>
                    <a:pt x="1962864" y="3485707"/>
                  </a:lnTo>
                  <a:lnTo>
                    <a:pt x="1962982" y="3485707"/>
                  </a:lnTo>
                  <a:lnTo>
                    <a:pt x="1963099" y="3485276"/>
                  </a:lnTo>
                  <a:lnTo>
                    <a:pt x="1963217" y="3485276"/>
                  </a:lnTo>
                  <a:lnTo>
                    <a:pt x="1963452" y="3485276"/>
                  </a:lnTo>
                  <a:lnTo>
                    <a:pt x="1963687" y="3485276"/>
                  </a:lnTo>
                  <a:lnTo>
                    <a:pt x="1964040" y="3485276"/>
                  </a:lnTo>
                  <a:lnTo>
                    <a:pt x="1964040" y="3484845"/>
                  </a:lnTo>
                  <a:lnTo>
                    <a:pt x="1964040" y="3484415"/>
                  </a:lnTo>
                  <a:lnTo>
                    <a:pt x="1964393" y="3483554"/>
                  </a:lnTo>
                  <a:lnTo>
                    <a:pt x="1965099" y="3483123"/>
                  </a:lnTo>
                  <a:lnTo>
                    <a:pt x="1965216" y="3482262"/>
                  </a:lnTo>
                  <a:lnTo>
                    <a:pt x="1965569" y="3481831"/>
                  </a:lnTo>
                  <a:lnTo>
                    <a:pt x="1965804" y="3481831"/>
                  </a:lnTo>
                  <a:lnTo>
                    <a:pt x="1965804" y="3481401"/>
                  </a:lnTo>
                  <a:lnTo>
                    <a:pt x="1965922" y="3481401"/>
                  </a:lnTo>
                  <a:lnTo>
                    <a:pt x="1966275" y="3480539"/>
                  </a:lnTo>
                  <a:lnTo>
                    <a:pt x="1966392" y="3480109"/>
                  </a:lnTo>
                  <a:lnTo>
                    <a:pt x="1966510" y="3480109"/>
                  </a:lnTo>
                  <a:lnTo>
                    <a:pt x="1966628" y="3480109"/>
                  </a:lnTo>
                  <a:lnTo>
                    <a:pt x="1966863" y="3479678"/>
                  </a:lnTo>
                  <a:lnTo>
                    <a:pt x="1967216" y="3479678"/>
                  </a:lnTo>
                  <a:lnTo>
                    <a:pt x="1967333" y="3479678"/>
                  </a:lnTo>
                  <a:lnTo>
                    <a:pt x="1967451" y="3479678"/>
                  </a:lnTo>
                  <a:lnTo>
                    <a:pt x="1968039" y="3479678"/>
                  </a:lnTo>
                  <a:lnTo>
                    <a:pt x="1968157" y="3479248"/>
                  </a:lnTo>
                  <a:lnTo>
                    <a:pt x="1968392" y="3478817"/>
                  </a:lnTo>
                  <a:lnTo>
                    <a:pt x="1968392" y="3478386"/>
                  </a:lnTo>
                  <a:lnTo>
                    <a:pt x="1968392" y="3477956"/>
                  </a:lnTo>
                  <a:lnTo>
                    <a:pt x="1968745" y="3477956"/>
                  </a:lnTo>
                  <a:lnTo>
                    <a:pt x="1968745" y="3477525"/>
                  </a:lnTo>
                  <a:lnTo>
                    <a:pt x="1968862" y="3477525"/>
                  </a:lnTo>
                  <a:lnTo>
                    <a:pt x="1968862" y="3476664"/>
                  </a:lnTo>
                  <a:lnTo>
                    <a:pt x="1968862" y="3476233"/>
                  </a:lnTo>
                  <a:lnTo>
                    <a:pt x="1969098" y="3475803"/>
                  </a:lnTo>
                  <a:lnTo>
                    <a:pt x="1969450" y="3475803"/>
                  </a:lnTo>
                  <a:lnTo>
                    <a:pt x="1969568" y="3475803"/>
                  </a:lnTo>
                  <a:lnTo>
                    <a:pt x="1969568" y="3475372"/>
                  </a:lnTo>
                  <a:lnTo>
                    <a:pt x="1969686" y="3475372"/>
                  </a:lnTo>
                  <a:lnTo>
                    <a:pt x="1969803" y="3475372"/>
                  </a:lnTo>
                  <a:lnTo>
                    <a:pt x="1969921" y="3475372"/>
                  </a:lnTo>
                  <a:lnTo>
                    <a:pt x="1970274" y="3475372"/>
                  </a:lnTo>
                  <a:lnTo>
                    <a:pt x="1970627" y="3475372"/>
                  </a:lnTo>
                  <a:lnTo>
                    <a:pt x="1970627" y="3474942"/>
                  </a:lnTo>
                  <a:lnTo>
                    <a:pt x="1970744" y="3474511"/>
                  </a:lnTo>
                  <a:lnTo>
                    <a:pt x="1970979" y="3474511"/>
                  </a:lnTo>
                  <a:lnTo>
                    <a:pt x="1971097" y="3474511"/>
                  </a:lnTo>
                  <a:lnTo>
                    <a:pt x="1971097" y="3473219"/>
                  </a:lnTo>
                  <a:lnTo>
                    <a:pt x="1971215" y="3473219"/>
                  </a:lnTo>
                  <a:lnTo>
                    <a:pt x="1971332" y="3472789"/>
                  </a:lnTo>
                  <a:lnTo>
                    <a:pt x="1971450" y="3472789"/>
                  </a:lnTo>
                  <a:lnTo>
                    <a:pt x="1971567" y="3472789"/>
                  </a:lnTo>
                  <a:lnTo>
                    <a:pt x="1971685" y="3472789"/>
                  </a:lnTo>
                  <a:lnTo>
                    <a:pt x="1971803" y="3472789"/>
                  </a:lnTo>
                  <a:lnTo>
                    <a:pt x="1971920" y="3472789"/>
                  </a:lnTo>
                  <a:lnTo>
                    <a:pt x="1972038" y="3472789"/>
                  </a:lnTo>
                  <a:lnTo>
                    <a:pt x="1972508" y="3472789"/>
                  </a:lnTo>
                  <a:lnTo>
                    <a:pt x="1972508" y="3472358"/>
                  </a:lnTo>
                  <a:lnTo>
                    <a:pt x="1972744" y="3471497"/>
                  </a:lnTo>
                  <a:lnTo>
                    <a:pt x="1973096" y="3471497"/>
                  </a:lnTo>
                  <a:lnTo>
                    <a:pt x="1973214" y="3471066"/>
                  </a:lnTo>
                  <a:lnTo>
                    <a:pt x="1973332" y="3471066"/>
                  </a:lnTo>
                  <a:lnTo>
                    <a:pt x="1973449" y="3470636"/>
                  </a:lnTo>
                  <a:lnTo>
                    <a:pt x="1973567" y="3470636"/>
                  </a:lnTo>
                  <a:lnTo>
                    <a:pt x="1973920" y="3470636"/>
                  </a:lnTo>
                  <a:lnTo>
                    <a:pt x="1974155" y="3469774"/>
                  </a:lnTo>
                  <a:lnTo>
                    <a:pt x="1974273" y="3469774"/>
                  </a:lnTo>
                  <a:lnTo>
                    <a:pt x="1975096" y="3468913"/>
                  </a:lnTo>
                  <a:lnTo>
                    <a:pt x="1975096" y="3468483"/>
                  </a:lnTo>
                  <a:lnTo>
                    <a:pt x="1975213" y="3468483"/>
                  </a:lnTo>
                  <a:lnTo>
                    <a:pt x="1975213" y="3468052"/>
                  </a:lnTo>
                  <a:lnTo>
                    <a:pt x="1975566" y="3467191"/>
                  </a:lnTo>
                  <a:lnTo>
                    <a:pt x="1975684" y="3467191"/>
                  </a:lnTo>
                  <a:lnTo>
                    <a:pt x="1975802" y="3467191"/>
                  </a:lnTo>
                  <a:lnTo>
                    <a:pt x="1975802" y="3466760"/>
                  </a:lnTo>
                  <a:lnTo>
                    <a:pt x="1975919" y="3466760"/>
                  </a:lnTo>
                  <a:lnTo>
                    <a:pt x="1976507" y="3466330"/>
                  </a:lnTo>
                  <a:lnTo>
                    <a:pt x="1976978" y="3466330"/>
                  </a:lnTo>
                  <a:lnTo>
                    <a:pt x="1977095" y="3466330"/>
                  </a:lnTo>
                  <a:lnTo>
                    <a:pt x="1977095" y="3465899"/>
                  </a:lnTo>
                  <a:lnTo>
                    <a:pt x="1977213" y="3465899"/>
                  </a:lnTo>
                  <a:lnTo>
                    <a:pt x="1977448" y="3465899"/>
                  </a:lnTo>
                  <a:lnTo>
                    <a:pt x="1977683" y="3465899"/>
                  </a:lnTo>
                  <a:lnTo>
                    <a:pt x="1978036" y="3465899"/>
                  </a:lnTo>
                  <a:lnTo>
                    <a:pt x="1978154" y="3465899"/>
                  </a:lnTo>
                  <a:lnTo>
                    <a:pt x="1978271" y="3465899"/>
                  </a:lnTo>
                  <a:lnTo>
                    <a:pt x="1978389" y="3465899"/>
                  </a:lnTo>
                  <a:lnTo>
                    <a:pt x="1978860" y="3465468"/>
                  </a:lnTo>
                  <a:lnTo>
                    <a:pt x="1979095" y="3465468"/>
                  </a:lnTo>
                  <a:lnTo>
                    <a:pt x="1979212" y="3465468"/>
                  </a:lnTo>
                  <a:lnTo>
                    <a:pt x="1979330" y="3465468"/>
                  </a:lnTo>
                  <a:lnTo>
                    <a:pt x="1979330" y="3464607"/>
                  </a:lnTo>
                  <a:lnTo>
                    <a:pt x="1979330" y="3464177"/>
                  </a:lnTo>
                  <a:lnTo>
                    <a:pt x="1979448" y="3464177"/>
                  </a:lnTo>
                  <a:lnTo>
                    <a:pt x="1979683" y="3463746"/>
                  </a:lnTo>
                  <a:lnTo>
                    <a:pt x="1980036" y="3462885"/>
                  </a:lnTo>
                  <a:lnTo>
                    <a:pt x="1980271" y="3462885"/>
                  </a:lnTo>
                  <a:lnTo>
                    <a:pt x="1980388" y="3462885"/>
                  </a:lnTo>
                  <a:lnTo>
                    <a:pt x="1980388" y="3462454"/>
                  </a:lnTo>
                  <a:lnTo>
                    <a:pt x="1980741" y="3462454"/>
                  </a:lnTo>
                  <a:lnTo>
                    <a:pt x="1980859" y="3462454"/>
                  </a:lnTo>
                  <a:lnTo>
                    <a:pt x="1980977" y="3462454"/>
                  </a:lnTo>
                  <a:lnTo>
                    <a:pt x="1981094" y="3462454"/>
                  </a:lnTo>
                  <a:lnTo>
                    <a:pt x="1981212" y="3462454"/>
                  </a:lnTo>
                  <a:lnTo>
                    <a:pt x="1981447" y="3462454"/>
                  </a:lnTo>
                  <a:lnTo>
                    <a:pt x="1981565" y="3462454"/>
                  </a:lnTo>
                  <a:lnTo>
                    <a:pt x="1981917" y="3462454"/>
                  </a:lnTo>
                  <a:lnTo>
                    <a:pt x="1981917" y="3461593"/>
                  </a:lnTo>
                  <a:lnTo>
                    <a:pt x="1982153" y="3461593"/>
                  </a:lnTo>
                  <a:lnTo>
                    <a:pt x="1982623" y="3461162"/>
                  </a:lnTo>
                  <a:lnTo>
                    <a:pt x="1982858" y="3461162"/>
                  </a:lnTo>
                  <a:lnTo>
                    <a:pt x="1983211" y="3461162"/>
                  </a:lnTo>
                  <a:lnTo>
                    <a:pt x="1983329" y="3461162"/>
                  </a:lnTo>
                  <a:lnTo>
                    <a:pt x="1983446" y="3461162"/>
                  </a:lnTo>
                  <a:lnTo>
                    <a:pt x="1983564" y="3461162"/>
                  </a:lnTo>
                  <a:lnTo>
                    <a:pt x="1983564" y="3460732"/>
                  </a:lnTo>
                  <a:lnTo>
                    <a:pt x="1984152" y="3460732"/>
                  </a:lnTo>
                  <a:lnTo>
                    <a:pt x="1984270" y="3460732"/>
                  </a:lnTo>
                  <a:lnTo>
                    <a:pt x="1984387" y="3460732"/>
                  </a:lnTo>
                  <a:lnTo>
                    <a:pt x="1984505" y="3460732"/>
                  </a:lnTo>
                  <a:lnTo>
                    <a:pt x="1984623" y="3460301"/>
                  </a:lnTo>
                  <a:lnTo>
                    <a:pt x="1984858" y="3460301"/>
                  </a:lnTo>
                  <a:lnTo>
                    <a:pt x="1985211" y="3460301"/>
                  </a:lnTo>
                  <a:lnTo>
                    <a:pt x="1985328" y="3460301"/>
                  </a:lnTo>
                  <a:lnTo>
                    <a:pt x="1985681" y="3460301"/>
                  </a:lnTo>
                  <a:lnTo>
                    <a:pt x="1985799" y="3459440"/>
                  </a:lnTo>
                  <a:lnTo>
                    <a:pt x="1985916" y="3459440"/>
                  </a:lnTo>
                  <a:lnTo>
                    <a:pt x="1986034" y="3459440"/>
                  </a:lnTo>
                  <a:lnTo>
                    <a:pt x="1986152" y="3459440"/>
                  </a:lnTo>
                  <a:lnTo>
                    <a:pt x="1986504" y="3459009"/>
                  </a:lnTo>
                  <a:lnTo>
                    <a:pt x="1986740" y="3459009"/>
                  </a:lnTo>
                  <a:lnTo>
                    <a:pt x="1986857" y="3458579"/>
                  </a:lnTo>
                  <a:lnTo>
                    <a:pt x="1987328" y="3457718"/>
                  </a:lnTo>
                  <a:lnTo>
                    <a:pt x="1987445" y="3457718"/>
                  </a:lnTo>
                  <a:lnTo>
                    <a:pt x="1987563" y="3457718"/>
                  </a:lnTo>
                  <a:lnTo>
                    <a:pt x="1987681" y="3456856"/>
                  </a:lnTo>
                  <a:lnTo>
                    <a:pt x="1987798" y="3456426"/>
                  </a:lnTo>
                  <a:lnTo>
                    <a:pt x="1987798" y="3455995"/>
                  </a:lnTo>
                  <a:lnTo>
                    <a:pt x="1988151" y="3455995"/>
                  </a:lnTo>
                  <a:lnTo>
                    <a:pt x="1988269" y="3455995"/>
                  </a:lnTo>
                  <a:lnTo>
                    <a:pt x="1988739" y="3455565"/>
                  </a:lnTo>
                  <a:lnTo>
                    <a:pt x="1988857" y="3455565"/>
                  </a:lnTo>
                  <a:lnTo>
                    <a:pt x="1988974" y="3455565"/>
                  </a:lnTo>
                  <a:lnTo>
                    <a:pt x="1989092" y="3454703"/>
                  </a:lnTo>
                  <a:lnTo>
                    <a:pt x="1989680" y="3452981"/>
                  </a:lnTo>
                  <a:lnTo>
                    <a:pt x="1989915" y="3452981"/>
                  </a:lnTo>
                  <a:lnTo>
                    <a:pt x="1990033" y="3452981"/>
                  </a:lnTo>
                  <a:lnTo>
                    <a:pt x="1990150" y="3452981"/>
                  </a:lnTo>
                  <a:lnTo>
                    <a:pt x="1990386" y="3452550"/>
                  </a:lnTo>
                  <a:lnTo>
                    <a:pt x="1990503" y="3452550"/>
                  </a:lnTo>
                  <a:lnTo>
                    <a:pt x="1990621" y="3452550"/>
                  </a:lnTo>
                  <a:lnTo>
                    <a:pt x="1990739" y="3452550"/>
                  </a:lnTo>
                  <a:lnTo>
                    <a:pt x="1990856" y="3452550"/>
                  </a:lnTo>
                  <a:lnTo>
                    <a:pt x="1991327" y="3451259"/>
                  </a:lnTo>
                  <a:lnTo>
                    <a:pt x="1991444" y="3451259"/>
                  </a:lnTo>
                  <a:lnTo>
                    <a:pt x="1991562" y="3451259"/>
                  </a:lnTo>
                  <a:lnTo>
                    <a:pt x="1992150" y="3449536"/>
                  </a:lnTo>
                  <a:lnTo>
                    <a:pt x="1992385" y="3449106"/>
                  </a:lnTo>
                  <a:lnTo>
                    <a:pt x="1992503" y="3449106"/>
                  </a:lnTo>
                  <a:lnTo>
                    <a:pt x="1992503" y="3448675"/>
                  </a:lnTo>
                  <a:lnTo>
                    <a:pt x="1992620" y="3448675"/>
                  </a:lnTo>
                  <a:lnTo>
                    <a:pt x="1992738" y="3448675"/>
                  </a:lnTo>
                  <a:lnTo>
                    <a:pt x="1992856" y="3448675"/>
                  </a:lnTo>
                  <a:lnTo>
                    <a:pt x="1992973" y="3448675"/>
                  </a:lnTo>
                  <a:lnTo>
                    <a:pt x="1993091" y="3448675"/>
                  </a:lnTo>
                  <a:lnTo>
                    <a:pt x="1993326" y="3448675"/>
                  </a:lnTo>
                  <a:lnTo>
                    <a:pt x="1993444" y="3448675"/>
                  </a:lnTo>
                  <a:lnTo>
                    <a:pt x="1993561" y="3448675"/>
                  </a:lnTo>
                  <a:lnTo>
                    <a:pt x="1993797" y="3448675"/>
                  </a:lnTo>
                  <a:lnTo>
                    <a:pt x="1994149" y="3448244"/>
                  </a:lnTo>
                  <a:lnTo>
                    <a:pt x="1994267" y="3447383"/>
                  </a:lnTo>
                  <a:lnTo>
                    <a:pt x="1994502" y="3446953"/>
                  </a:lnTo>
                  <a:lnTo>
                    <a:pt x="1994855" y="3446953"/>
                  </a:lnTo>
                  <a:lnTo>
                    <a:pt x="1994973" y="3446953"/>
                  </a:lnTo>
                  <a:lnTo>
                    <a:pt x="1995090" y="3446953"/>
                  </a:lnTo>
                  <a:lnTo>
                    <a:pt x="1995326" y="3446953"/>
                  </a:lnTo>
                  <a:lnTo>
                    <a:pt x="1995561" y="3446953"/>
                  </a:lnTo>
                  <a:lnTo>
                    <a:pt x="1995796" y="3446953"/>
                  </a:lnTo>
                  <a:lnTo>
                    <a:pt x="1996384" y="3446953"/>
                  </a:lnTo>
                  <a:lnTo>
                    <a:pt x="1996502" y="3446522"/>
                  </a:lnTo>
                  <a:lnTo>
                    <a:pt x="1996502" y="3446091"/>
                  </a:lnTo>
                  <a:lnTo>
                    <a:pt x="1996972" y="3445661"/>
                  </a:lnTo>
                  <a:lnTo>
                    <a:pt x="1996972" y="3445230"/>
                  </a:lnTo>
                  <a:lnTo>
                    <a:pt x="1997090" y="3444800"/>
                  </a:lnTo>
                  <a:lnTo>
                    <a:pt x="1997207" y="3444800"/>
                  </a:lnTo>
                  <a:lnTo>
                    <a:pt x="1997325" y="3444800"/>
                  </a:lnTo>
                  <a:lnTo>
                    <a:pt x="1997443" y="3444800"/>
                  </a:lnTo>
                  <a:lnTo>
                    <a:pt x="1997913" y="3444800"/>
                  </a:lnTo>
                  <a:lnTo>
                    <a:pt x="1998031" y="3444800"/>
                  </a:lnTo>
                  <a:lnTo>
                    <a:pt x="1998148" y="3444800"/>
                  </a:lnTo>
                  <a:lnTo>
                    <a:pt x="1998266" y="3444800"/>
                  </a:lnTo>
                  <a:lnTo>
                    <a:pt x="1998383" y="3444800"/>
                  </a:lnTo>
                  <a:lnTo>
                    <a:pt x="1998501" y="3444800"/>
                  </a:lnTo>
                  <a:lnTo>
                    <a:pt x="1998619" y="3444800"/>
                  </a:lnTo>
                  <a:lnTo>
                    <a:pt x="1998854" y="3443938"/>
                  </a:lnTo>
                  <a:lnTo>
                    <a:pt x="1998854" y="3443508"/>
                  </a:lnTo>
                  <a:lnTo>
                    <a:pt x="1999207" y="3442647"/>
                  </a:lnTo>
                  <a:lnTo>
                    <a:pt x="1999207" y="3441785"/>
                  </a:lnTo>
                  <a:lnTo>
                    <a:pt x="1999324" y="3441785"/>
                  </a:lnTo>
                  <a:lnTo>
                    <a:pt x="1999442" y="3441785"/>
                  </a:lnTo>
                  <a:lnTo>
                    <a:pt x="1999560" y="3441785"/>
                  </a:lnTo>
                  <a:lnTo>
                    <a:pt x="1999677" y="3441785"/>
                  </a:lnTo>
                  <a:lnTo>
                    <a:pt x="1999795" y="3441785"/>
                  </a:lnTo>
                  <a:lnTo>
                    <a:pt x="2000030" y="3441785"/>
                  </a:lnTo>
                  <a:lnTo>
                    <a:pt x="2000148" y="3441785"/>
                  </a:lnTo>
                  <a:lnTo>
                    <a:pt x="2000265" y="3441785"/>
                  </a:lnTo>
                  <a:lnTo>
                    <a:pt x="2000736" y="3441785"/>
                  </a:lnTo>
                  <a:lnTo>
                    <a:pt x="2000736" y="3441355"/>
                  </a:lnTo>
                  <a:lnTo>
                    <a:pt x="2000853" y="3440924"/>
                  </a:lnTo>
                  <a:lnTo>
                    <a:pt x="2001206" y="3440924"/>
                  </a:lnTo>
                  <a:lnTo>
                    <a:pt x="2001559" y="3440494"/>
                  </a:lnTo>
                  <a:lnTo>
                    <a:pt x="2001677" y="3440494"/>
                  </a:lnTo>
                  <a:lnTo>
                    <a:pt x="2002735" y="3439632"/>
                  </a:lnTo>
                  <a:lnTo>
                    <a:pt x="2002853" y="3439632"/>
                  </a:lnTo>
                  <a:lnTo>
                    <a:pt x="2003206" y="3439632"/>
                  </a:lnTo>
                  <a:lnTo>
                    <a:pt x="2003206" y="3439202"/>
                  </a:lnTo>
                  <a:lnTo>
                    <a:pt x="2003441" y="3438341"/>
                  </a:lnTo>
                  <a:lnTo>
                    <a:pt x="2003911" y="3437910"/>
                  </a:lnTo>
                  <a:lnTo>
                    <a:pt x="2004029" y="3437910"/>
                  </a:lnTo>
                  <a:lnTo>
                    <a:pt x="2004029" y="3437479"/>
                  </a:lnTo>
                  <a:lnTo>
                    <a:pt x="2004264" y="3436618"/>
                  </a:lnTo>
                  <a:lnTo>
                    <a:pt x="2004382" y="3436618"/>
                  </a:lnTo>
                  <a:lnTo>
                    <a:pt x="2004499" y="3436618"/>
                  </a:lnTo>
                  <a:lnTo>
                    <a:pt x="2004970" y="3436618"/>
                  </a:lnTo>
                  <a:lnTo>
                    <a:pt x="2005087" y="3436618"/>
                  </a:lnTo>
                  <a:lnTo>
                    <a:pt x="2005205" y="3436618"/>
                  </a:lnTo>
                  <a:lnTo>
                    <a:pt x="2005323" y="3436618"/>
                  </a:lnTo>
                  <a:lnTo>
                    <a:pt x="2005323" y="3436188"/>
                  </a:lnTo>
                  <a:lnTo>
                    <a:pt x="2005323" y="3435326"/>
                  </a:lnTo>
                  <a:lnTo>
                    <a:pt x="2005793" y="3434896"/>
                  </a:lnTo>
                  <a:lnTo>
                    <a:pt x="2005911" y="3434896"/>
                  </a:lnTo>
                  <a:lnTo>
                    <a:pt x="2006028" y="3434896"/>
                  </a:lnTo>
                  <a:lnTo>
                    <a:pt x="2006264" y="3434465"/>
                  </a:lnTo>
                  <a:lnTo>
                    <a:pt x="2006381" y="3434465"/>
                  </a:lnTo>
                  <a:lnTo>
                    <a:pt x="2006852" y="3434465"/>
                  </a:lnTo>
                  <a:lnTo>
                    <a:pt x="2006969" y="3434035"/>
                  </a:lnTo>
                  <a:lnTo>
                    <a:pt x="2007087" y="3433173"/>
                  </a:lnTo>
                  <a:lnTo>
                    <a:pt x="2007440" y="3432312"/>
                  </a:lnTo>
                  <a:lnTo>
                    <a:pt x="2007557" y="3432312"/>
                  </a:lnTo>
                  <a:lnTo>
                    <a:pt x="2007557" y="3431882"/>
                  </a:lnTo>
                  <a:lnTo>
                    <a:pt x="2007557" y="3431451"/>
                  </a:lnTo>
                  <a:lnTo>
                    <a:pt x="2007910" y="3430590"/>
                  </a:lnTo>
                  <a:lnTo>
                    <a:pt x="2008381" y="3430159"/>
                  </a:lnTo>
                  <a:lnTo>
                    <a:pt x="2008498" y="3430159"/>
                  </a:lnTo>
                  <a:lnTo>
                    <a:pt x="2008616" y="3430159"/>
                  </a:lnTo>
                  <a:lnTo>
                    <a:pt x="2008734" y="3430159"/>
                  </a:lnTo>
                  <a:lnTo>
                    <a:pt x="2008851" y="3430159"/>
                  </a:lnTo>
                  <a:lnTo>
                    <a:pt x="2009086" y="3430159"/>
                  </a:lnTo>
                  <a:lnTo>
                    <a:pt x="2009204" y="3430159"/>
                  </a:lnTo>
                  <a:lnTo>
                    <a:pt x="2009439" y="3429729"/>
                  </a:lnTo>
                  <a:lnTo>
                    <a:pt x="2009557" y="3429729"/>
                  </a:lnTo>
                  <a:lnTo>
                    <a:pt x="2009674" y="3429729"/>
                  </a:lnTo>
                  <a:lnTo>
                    <a:pt x="2009792" y="3429729"/>
                  </a:lnTo>
                  <a:lnTo>
                    <a:pt x="2010498" y="3429298"/>
                  </a:lnTo>
                  <a:lnTo>
                    <a:pt x="2010615" y="3429298"/>
                  </a:lnTo>
                  <a:lnTo>
                    <a:pt x="2010733" y="3429298"/>
                  </a:lnTo>
                  <a:lnTo>
                    <a:pt x="2010851" y="3429298"/>
                  </a:lnTo>
                  <a:lnTo>
                    <a:pt x="2011086" y="3428867"/>
                  </a:lnTo>
                  <a:lnTo>
                    <a:pt x="2011203" y="3428867"/>
                  </a:lnTo>
                  <a:lnTo>
                    <a:pt x="2011792" y="3428867"/>
                  </a:lnTo>
                  <a:lnTo>
                    <a:pt x="2011909" y="3428867"/>
                  </a:lnTo>
                  <a:lnTo>
                    <a:pt x="2012262" y="3428867"/>
                  </a:lnTo>
                  <a:lnTo>
                    <a:pt x="2012262" y="3428437"/>
                  </a:lnTo>
                  <a:lnTo>
                    <a:pt x="2012615" y="3426714"/>
                  </a:lnTo>
                  <a:lnTo>
                    <a:pt x="2012615" y="3426284"/>
                  </a:lnTo>
                  <a:lnTo>
                    <a:pt x="2012732" y="3426284"/>
                  </a:lnTo>
                  <a:lnTo>
                    <a:pt x="2012850" y="3425423"/>
                  </a:lnTo>
                  <a:lnTo>
                    <a:pt x="2012850" y="3424992"/>
                  </a:lnTo>
                  <a:lnTo>
                    <a:pt x="2012850" y="3424561"/>
                  </a:lnTo>
                  <a:lnTo>
                    <a:pt x="2012968" y="3424561"/>
                  </a:lnTo>
                  <a:lnTo>
                    <a:pt x="2013085" y="3424131"/>
                  </a:lnTo>
                  <a:lnTo>
                    <a:pt x="2013203" y="3423700"/>
                  </a:lnTo>
                  <a:lnTo>
                    <a:pt x="2013320" y="3423270"/>
                  </a:lnTo>
                  <a:lnTo>
                    <a:pt x="2013556" y="3423270"/>
                  </a:lnTo>
                  <a:lnTo>
                    <a:pt x="2013673" y="3423270"/>
                  </a:lnTo>
                  <a:lnTo>
                    <a:pt x="2013791" y="3422839"/>
                  </a:lnTo>
                  <a:lnTo>
                    <a:pt x="2014026" y="3421978"/>
                  </a:lnTo>
                  <a:lnTo>
                    <a:pt x="2014144" y="3421547"/>
                  </a:lnTo>
                  <a:lnTo>
                    <a:pt x="2014614" y="3420686"/>
                  </a:lnTo>
                  <a:lnTo>
                    <a:pt x="2014849" y="3420255"/>
                  </a:lnTo>
                  <a:lnTo>
                    <a:pt x="2014967" y="3420255"/>
                  </a:lnTo>
                  <a:lnTo>
                    <a:pt x="2015202" y="3419825"/>
                  </a:lnTo>
                  <a:lnTo>
                    <a:pt x="2015790" y="3418964"/>
                  </a:lnTo>
                  <a:lnTo>
                    <a:pt x="2016143" y="3418964"/>
                  </a:lnTo>
                  <a:lnTo>
                    <a:pt x="2016261" y="3418533"/>
                  </a:lnTo>
                  <a:lnTo>
                    <a:pt x="2016378" y="3418102"/>
                  </a:lnTo>
                  <a:lnTo>
                    <a:pt x="2016496" y="3418102"/>
                  </a:lnTo>
                  <a:lnTo>
                    <a:pt x="2017084" y="3417672"/>
                  </a:lnTo>
                  <a:lnTo>
                    <a:pt x="2017437" y="3416811"/>
                  </a:lnTo>
                  <a:lnTo>
                    <a:pt x="2017555" y="3416380"/>
                  </a:lnTo>
                  <a:lnTo>
                    <a:pt x="2017555" y="3415519"/>
                  </a:lnTo>
                  <a:lnTo>
                    <a:pt x="2017672" y="3415519"/>
                  </a:lnTo>
                  <a:lnTo>
                    <a:pt x="2017790" y="3415519"/>
                  </a:lnTo>
                  <a:lnTo>
                    <a:pt x="2017790" y="3415088"/>
                  </a:lnTo>
                  <a:lnTo>
                    <a:pt x="2018025" y="3415088"/>
                  </a:lnTo>
                  <a:lnTo>
                    <a:pt x="2018378" y="3415088"/>
                  </a:lnTo>
                  <a:lnTo>
                    <a:pt x="2018378" y="3414658"/>
                  </a:lnTo>
                  <a:lnTo>
                    <a:pt x="2018378" y="3414227"/>
                  </a:lnTo>
                  <a:lnTo>
                    <a:pt x="2018848" y="3414227"/>
                  </a:lnTo>
                  <a:lnTo>
                    <a:pt x="2019201" y="3413796"/>
                  </a:lnTo>
                  <a:lnTo>
                    <a:pt x="2019201" y="3413366"/>
                  </a:lnTo>
                  <a:lnTo>
                    <a:pt x="2019672" y="3412505"/>
                  </a:lnTo>
                  <a:lnTo>
                    <a:pt x="2020260" y="3412074"/>
                  </a:lnTo>
                  <a:lnTo>
                    <a:pt x="2020377" y="3412074"/>
                  </a:lnTo>
                  <a:lnTo>
                    <a:pt x="2020377" y="3411643"/>
                  </a:lnTo>
                  <a:lnTo>
                    <a:pt x="2020730" y="3411643"/>
                  </a:lnTo>
                  <a:lnTo>
                    <a:pt x="2020965" y="3410782"/>
                  </a:lnTo>
                  <a:lnTo>
                    <a:pt x="2021083" y="3410782"/>
                  </a:lnTo>
                  <a:lnTo>
                    <a:pt x="2021789" y="3410782"/>
                  </a:lnTo>
                  <a:lnTo>
                    <a:pt x="2022024" y="3410782"/>
                  </a:lnTo>
                  <a:lnTo>
                    <a:pt x="2022142" y="3410782"/>
                  </a:lnTo>
                  <a:lnTo>
                    <a:pt x="2022259" y="3410782"/>
                  </a:lnTo>
                  <a:lnTo>
                    <a:pt x="2022377" y="3410782"/>
                  </a:lnTo>
                  <a:lnTo>
                    <a:pt x="2022494" y="3410352"/>
                  </a:lnTo>
                  <a:lnTo>
                    <a:pt x="2022730" y="3409921"/>
                  </a:lnTo>
                  <a:lnTo>
                    <a:pt x="2022847" y="3409490"/>
                  </a:lnTo>
                  <a:lnTo>
                    <a:pt x="2023435" y="3409060"/>
                  </a:lnTo>
                  <a:lnTo>
                    <a:pt x="2023553" y="3409060"/>
                  </a:lnTo>
                  <a:lnTo>
                    <a:pt x="2023671" y="3409060"/>
                  </a:lnTo>
                  <a:lnTo>
                    <a:pt x="2023906" y="3409060"/>
                  </a:lnTo>
                  <a:lnTo>
                    <a:pt x="2023906" y="3408629"/>
                  </a:lnTo>
                  <a:lnTo>
                    <a:pt x="2024023" y="3408199"/>
                  </a:lnTo>
                  <a:lnTo>
                    <a:pt x="2024259" y="3408199"/>
                  </a:lnTo>
                  <a:lnTo>
                    <a:pt x="2024847" y="3407768"/>
                  </a:lnTo>
                  <a:lnTo>
                    <a:pt x="2024964" y="3407768"/>
                  </a:lnTo>
                  <a:lnTo>
                    <a:pt x="2025435" y="3407768"/>
                  </a:lnTo>
                  <a:lnTo>
                    <a:pt x="2025435" y="3407337"/>
                  </a:lnTo>
                  <a:lnTo>
                    <a:pt x="2025670" y="3406046"/>
                  </a:lnTo>
                  <a:lnTo>
                    <a:pt x="2025905" y="3406046"/>
                  </a:lnTo>
                  <a:lnTo>
                    <a:pt x="2026258" y="3406046"/>
                  </a:lnTo>
                  <a:lnTo>
                    <a:pt x="2026493" y="3405615"/>
                  </a:lnTo>
                  <a:lnTo>
                    <a:pt x="2026493" y="3405184"/>
                  </a:lnTo>
                  <a:lnTo>
                    <a:pt x="2026611" y="3405184"/>
                  </a:lnTo>
                  <a:lnTo>
                    <a:pt x="2026964" y="3404754"/>
                  </a:lnTo>
                  <a:lnTo>
                    <a:pt x="2027081" y="3404754"/>
                  </a:lnTo>
                  <a:lnTo>
                    <a:pt x="2027199" y="3404323"/>
                  </a:lnTo>
                  <a:lnTo>
                    <a:pt x="2027317" y="3404323"/>
                  </a:lnTo>
                  <a:lnTo>
                    <a:pt x="2027317" y="3403462"/>
                  </a:lnTo>
                  <a:lnTo>
                    <a:pt x="2027317" y="3403031"/>
                  </a:lnTo>
                  <a:lnTo>
                    <a:pt x="2027434" y="3403031"/>
                  </a:lnTo>
                  <a:lnTo>
                    <a:pt x="2027552" y="3403031"/>
                  </a:lnTo>
                  <a:lnTo>
                    <a:pt x="2027669" y="3402601"/>
                  </a:lnTo>
                  <a:lnTo>
                    <a:pt x="2027787" y="3402601"/>
                  </a:lnTo>
                  <a:lnTo>
                    <a:pt x="2028022" y="3401309"/>
                  </a:lnTo>
                  <a:lnTo>
                    <a:pt x="2028257" y="3401309"/>
                  </a:lnTo>
                  <a:lnTo>
                    <a:pt x="2028375" y="3401309"/>
                  </a:lnTo>
                  <a:lnTo>
                    <a:pt x="2028375" y="3400878"/>
                  </a:lnTo>
                  <a:lnTo>
                    <a:pt x="2028610" y="3400878"/>
                  </a:lnTo>
                  <a:lnTo>
                    <a:pt x="2028610" y="3400448"/>
                  </a:lnTo>
                  <a:lnTo>
                    <a:pt x="2028728" y="3400448"/>
                  </a:lnTo>
                  <a:lnTo>
                    <a:pt x="2028728" y="3400017"/>
                  </a:lnTo>
                  <a:lnTo>
                    <a:pt x="2028963" y="3400017"/>
                  </a:lnTo>
                  <a:lnTo>
                    <a:pt x="2029081" y="3400017"/>
                  </a:lnTo>
                  <a:lnTo>
                    <a:pt x="2029316" y="3399587"/>
                  </a:lnTo>
                  <a:lnTo>
                    <a:pt x="2029434" y="3399587"/>
                  </a:lnTo>
                  <a:lnTo>
                    <a:pt x="2029551" y="3399587"/>
                  </a:lnTo>
                  <a:lnTo>
                    <a:pt x="2029669" y="3399156"/>
                  </a:lnTo>
                  <a:lnTo>
                    <a:pt x="2029669" y="3398725"/>
                  </a:lnTo>
                  <a:lnTo>
                    <a:pt x="2030139" y="3398295"/>
                  </a:lnTo>
                  <a:lnTo>
                    <a:pt x="2030139" y="3397864"/>
                  </a:lnTo>
                  <a:lnTo>
                    <a:pt x="2030257" y="3397434"/>
                  </a:lnTo>
                  <a:lnTo>
                    <a:pt x="2030727" y="3396572"/>
                  </a:lnTo>
                  <a:lnTo>
                    <a:pt x="2030963" y="3396572"/>
                  </a:lnTo>
                  <a:lnTo>
                    <a:pt x="2031315" y="3396142"/>
                  </a:lnTo>
                  <a:lnTo>
                    <a:pt x="2031668" y="3395281"/>
                  </a:lnTo>
                  <a:lnTo>
                    <a:pt x="2031904" y="3395281"/>
                  </a:lnTo>
                  <a:lnTo>
                    <a:pt x="2031904" y="3394850"/>
                  </a:lnTo>
                  <a:lnTo>
                    <a:pt x="2031904" y="3394419"/>
                  </a:lnTo>
                  <a:lnTo>
                    <a:pt x="2032021" y="3394419"/>
                  </a:lnTo>
                  <a:lnTo>
                    <a:pt x="2032374" y="3393558"/>
                  </a:lnTo>
                  <a:lnTo>
                    <a:pt x="2032609" y="3393558"/>
                  </a:lnTo>
                  <a:lnTo>
                    <a:pt x="2032609" y="3393128"/>
                  </a:lnTo>
                  <a:lnTo>
                    <a:pt x="2032962" y="3392697"/>
                  </a:lnTo>
                  <a:lnTo>
                    <a:pt x="2034021" y="3391836"/>
                  </a:lnTo>
                  <a:lnTo>
                    <a:pt x="2034138" y="3391836"/>
                  </a:lnTo>
                  <a:lnTo>
                    <a:pt x="2034256" y="3391836"/>
                  </a:lnTo>
                  <a:lnTo>
                    <a:pt x="2034373" y="3391836"/>
                  </a:lnTo>
                  <a:lnTo>
                    <a:pt x="2034609" y="3391405"/>
                  </a:lnTo>
                  <a:lnTo>
                    <a:pt x="2034726" y="3391405"/>
                  </a:lnTo>
                  <a:lnTo>
                    <a:pt x="2034726" y="3390975"/>
                  </a:lnTo>
                  <a:lnTo>
                    <a:pt x="2034844" y="3390975"/>
                  </a:lnTo>
                  <a:lnTo>
                    <a:pt x="2035079" y="3390975"/>
                  </a:lnTo>
                  <a:lnTo>
                    <a:pt x="2035079" y="3390544"/>
                  </a:lnTo>
                  <a:lnTo>
                    <a:pt x="2035314" y="3390113"/>
                  </a:lnTo>
                  <a:lnTo>
                    <a:pt x="2035667" y="3390113"/>
                  </a:lnTo>
                  <a:lnTo>
                    <a:pt x="2035667" y="3389683"/>
                  </a:lnTo>
                  <a:lnTo>
                    <a:pt x="2035785" y="3389683"/>
                  </a:lnTo>
                  <a:lnTo>
                    <a:pt x="2035902" y="3389252"/>
                  </a:lnTo>
                  <a:lnTo>
                    <a:pt x="2035902" y="3388822"/>
                  </a:lnTo>
                  <a:lnTo>
                    <a:pt x="2036138" y="3388822"/>
                  </a:lnTo>
                  <a:lnTo>
                    <a:pt x="2036490" y="3388822"/>
                  </a:lnTo>
                  <a:lnTo>
                    <a:pt x="2036608" y="3388822"/>
                  </a:lnTo>
                  <a:lnTo>
                    <a:pt x="2036843" y="3388391"/>
                  </a:lnTo>
                  <a:lnTo>
                    <a:pt x="2036961" y="3388391"/>
                  </a:lnTo>
                  <a:lnTo>
                    <a:pt x="2037431" y="3387960"/>
                  </a:lnTo>
                  <a:lnTo>
                    <a:pt x="2037549" y="3387960"/>
                  </a:lnTo>
                  <a:lnTo>
                    <a:pt x="2037902" y="3387099"/>
                  </a:lnTo>
                  <a:lnTo>
                    <a:pt x="2038137" y="3387099"/>
                  </a:lnTo>
                  <a:lnTo>
                    <a:pt x="2038490" y="3386669"/>
                  </a:lnTo>
                  <a:lnTo>
                    <a:pt x="2038725" y="3386238"/>
                  </a:lnTo>
                  <a:lnTo>
                    <a:pt x="2038843" y="3386238"/>
                  </a:lnTo>
                  <a:lnTo>
                    <a:pt x="2038960" y="3386238"/>
                  </a:lnTo>
                  <a:lnTo>
                    <a:pt x="2039078" y="3386238"/>
                  </a:lnTo>
                  <a:lnTo>
                    <a:pt x="2039078" y="3385807"/>
                  </a:lnTo>
                  <a:lnTo>
                    <a:pt x="2039313" y="3384946"/>
                  </a:lnTo>
                  <a:lnTo>
                    <a:pt x="2039548" y="3384946"/>
                  </a:lnTo>
                  <a:lnTo>
                    <a:pt x="2039666" y="3384946"/>
                  </a:lnTo>
                  <a:lnTo>
                    <a:pt x="2039784" y="3384516"/>
                  </a:lnTo>
                  <a:lnTo>
                    <a:pt x="2039901" y="3384085"/>
                  </a:lnTo>
                  <a:lnTo>
                    <a:pt x="2040137" y="3384085"/>
                  </a:lnTo>
                  <a:lnTo>
                    <a:pt x="2040372" y="3384085"/>
                  </a:lnTo>
                  <a:lnTo>
                    <a:pt x="2040725" y="3383654"/>
                  </a:lnTo>
                  <a:lnTo>
                    <a:pt x="2040842" y="3383224"/>
                  </a:lnTo>
                  <a:lnTo>
                    <a:pt x="2040842" y="3382793"/>
                  </a:lnTo>
                  <a:lnTo>
                    <a:pt x="2041077" y="3382793"/>
                  </a:lnTo>
                  <a:lnTo>
                    <a:pt x="2041195" y="3382793"/>
                  </a:lnTo>
                  <a:lnTo>
                    <a:pt x="2041313" y="3382363"/>
                  </a:lnTo>
                  <a:lnTo>
                    <a:pt x="2041430" y="3382363"/>
                  </a:lnTo>
                  <a:lnTo>
                    <a:pt x="2041430" y="3381932"/>
                  </a:lnTo>
                  <a:lnTo>
                    <a:pt x="2041548" y="3381932"/>
                  </a:lnTo>
                  <a:lnTo>
                    <a:pt x="2041666" y="3381932"/>
                  </a:lnTo>
                  <a:lnTo>
                    <a:pt x="2041783" y="3381932"/>
                  </a:lnTo>
                  <a:lnTo>
                    <a:pt x="2042018" y="3381932"/>
                  </a:lnTo>
                  <a:lnTo>
                    <a:pt x="2042136" y="3381932"/>
                  </a:lnTo>
                  <a:lnTo>
                    <a:pt x="2042254" y="3381932"/>
                  </a:lnTo>
                  <a:lnTo>
                    <a:pt x="2042371" y="3381501"/>
                  </a:lnTo>
                  <a:lnTo>
                    <a:pt x="2042724" y="3381071"/>
                  </a:lnTo>
                  <a:lnTo>
                    <a:pt x="2042842" y="3381071"/>
                  </a:lnTo>
                  <a:lnTo>
                    <a:pt x="2042959" y="3381071"/>
                  </a:lnTo>
                  <a:lnTo>
                    <a:pt x="2043077" y="3381071"/>
                  </a:lnTo>
                  <a:lnTo>
                    <a:pt x="2043195" y="3381071"/>
                  </a:lnTo>
                  <a:lnTo>
                    <a:pt x="2043312" y="3381071"/>
                  </a:lnTo>
                  <a:lnTo>
                    <a:pt x="2043900" y="3380640"/>
                  </a:lnTo>
                  <a:lnTo>
                    <a:pt x="2044018" y="3380210"/>
                  </a:lnTo>
                  <a:lnTo>
                    <a:pt x="2044135" y="3380210"/>
                  </a:lnTo>
                  <a:lnTo>
                    <a:pt x="2044371" y="3380210"/>
                  </a:lnTo>
                  <a:lnTo>
                    <a:pt x="2044606" y="3380210"/>
                  </a:lnTo>
                  <a:lnTo>
                    <a:pt x="2044723" y="3379779"/>
                  </a:lnTo>
                  <a:lnTo>
                    <a:pt x="2044841" y="3379779"/>
                  </a:lnTo>
                  <a:lnTo>
                    <a:pt x="2045194" y="3378918"/>
                  </a:lnTo>
                  <a:lnTo>
                    <a:pt x="2045664" y="3378918"/>
                  </a:lnTo>
                  <a:lnTo>
                    <a:pt x="2045782" y="3378918"/>
                  </a:lnTo>
                  <a:lnTo>
                    <a:pt x="2046017" y="3378487"/>
                  </a:lnTo>
                  <a:lnTo>
                    <a:pt x="2046135" y="3378487"/>
                  </a:lnTo>
                  <a:lnTo>
                    <a:pt x="2046135" y="3378057"/>
                  </a:lnTo>
                  <a:lnTo>
                    <a:pt x="2046252" y="3377626"/>
                  </a:lnTo>
                  <a:lnTo>
                    <a:pt x="2046252" y="3377195"/>
                  </a:lnTo>
                  <a:lnTo>
                    <a:pt x="2046370" y="3377195"/>
                  </a:lnTo>
                  <a:lnTo>
                    <a:pt x="2046723" y="3377195"/>
                  </a:lnTo>
                  <a:lnTo>
                    <a:pt x="2046841" y="3377195"/>
                  </a:lnTo>
                  <a:lnTo>
                    <a:pt x="2047193" y="3376765"/>
                  </a:lnTo>
                  <a:lnTo>
                    <a:pt x="2047311" y="3376765"/>
                  </a:lnTo>
                  <a:lnTo>
                    <a:pt x="2047429" y="3376765"/>
                  </a:lnTo>
                  <a:lnTo>
                    <a:pt x="2047546" y="3376334"/>
                  </a:lnTo>
                  <a:lnTo>
                    <a:pt x="2047546" y="3375904"/>
                  </a:lnTo>
                  <a:lnTo>
                    <a:pt x="2047546" y="3375473"/>
                  </a:lnTo>
                  <a:lnTo>
                    <a:pt x="2047781" y="3374181"/>
                  </a:lnTo>
                  <a:lnTo>
                    <a:pt x="2047899" y="3373751"/>
                  </a:lnTo>
                  <a:lnTo>
                    <a:pt x="2048017" y="3373751"/>
                  </a:lnTo>
                  <a:lnTo>
                    <a:pt x="2048370" y="3372459"/>
                  </a:lnTo>
                  <a:lnTo>
                    <a:pt x="2048487" y="3372459"/>
                  </a:lnTo>
                  <a:lnTo>
                    <a:pt x="2048840" y="3371598"/>
                  </a:lnTo>
                  <a:lnTo>
                    <a:pt x="2048958" y="3371598"/>
                  </a:lnTo>
                  <a:lnTo>
                    <a:pt x="2049075" y="3371167"/>
                  </a:lnTo>
                  <a:lnTo>
                    <a:pt x="2049193" y="3371167"/>
                  </a:lnTo>
                  <a:lnTo>
                    <a:pt x="2049663" y="3369445"/>
                  </a:lnTo>
                  <a:lnTo>
                    <a:pt x="2049899" y="3369445"/>
                  </a:lnTo>
                  <a:lnTo>
                    <a:pt x="2050016" y="3369445"/>
                  </a:lnTo>
                  <a:lnTo>
                    <a:pt x="2050134" y="3369445"/>
                  </a:lnTo>
                  <a:lnTo>
                    <a:pt x="2050134" y="3369014"/>
                  </a:lnTo>
                  <a:lnTo>
                    <a:pt x="2050487" y="3368583"/>
                  </a:lnTo>
                  <a:lnTo>
                    <a:pt x="2050722" y="3368583"/>
                  </a:lnTo>
                  <a:lnTo>
                    <a:pt x="2050839" y="3368153"/>
                  </a:lnTo>
                  <a:lnTo>
                    <a:pt x="2051075" y="3368153"/>
                  </a:lnTo>
                  <a:lnTo>
                    <a:pt x="2051428" y="3368153"/>
                  </a:lnTo>
                  <a:lnTo>
                    <a:pt x="2051663" y="3368153"/>
                  </a:lnTo>
                  <a:lnTo>
                    <a:pt x="2051780" y="3368153"/>
                  </a:lnTo>
                  <a:lnTo>
                    <a:pt x="2052016" y="3368153"/>
                  </a:lnTo>
                  <a:lnTo>
                    <a:pt x="2052133" y="3367292"/>
                  </a:lnTo>
                  <a:lnTo>
                    <a:pt x="2052368" y="3367292"/>
                  </a:lnTo>
                  <a:lnTo>
                    <a:pt x="2052486" y="3367292"/>
                  </a:lnTo>
                  <a:lnTo>
                    <a:pt x="2052486" y="3366861"/>
                  </a:lnTo>
                  <a:lnTo>
                    <a:pt x="2052486" y="3366430"/>
                  </a:lnTo>
                  <a:lnTo>
                    <a:pt x="2052486" y="3366000"/>
                  </a:lnTo>
                  <a:lnTo>
                    <a:pt x="2052604" y="3366000"/>
                  </a:lnTo>
                  <a:lnTo>
                    <a:pt x="2052721" y="3366000"/>
                  </a:lnTo>
                  <a:lnTo>
                    <a:pt x="2052721" y="3365569"/>
                  </a:lnTo>
                  <a:lnTo>
                    <a:pt x="2052839" y="3365569"/>
                  </a:lnTo>
                  <a:lnTo>
                    <a:pt x="2053074" y="3365139"/>
                  </a:lnTo>
                  <a:lnTo>
                    <a:pt x="2053309" y="3364708"/>
                  </a:lnTo>
                  <a:lnTo>
                    <a:pt x="2053545" y="3364277"/>
                  </a:lnTo>
                  <a:lnTo>
                    <a:pt x="2053662" y="3364277"/>
                  </a:lnTo>
                  <a:lnTo>
                    <a:pt x="2053780" y="3364277"/>
                  </a:lnTo>
                  <a:lnTo>
                    <a:pt x="2053897" y="3364277"/>
                  </a:lnTo>
                  <a:lnTo>
                    <a:pt x="2054015" y="3364277"/>
                  </a:lnTo>
                  <a:lnTo>
                    <a:pt x="2054485" y="3363847"/>
                  </a:lnTo>
                  <a:lnTo>
                    <a:pt x="2054721" y="3363416"/>
                  </a:lnTo>
                  <a:lnTo>
                    <a:pt x="2054956" y="3363416"/>
                  </a:lnTo>
                  <a:lnTo>
                    <a:pt x="2054956" y="3362986"/>
                  </a:lnTo>
                  <a:lnTo>
                    <a:pt x="2054956" y="3362124"/>
                  </a:lnTo>
                  <a:lnTo>
                    <a:pt x="2055074" y="3361694"/>
                  </a:lnTo>
                  <a:lnTo>
                    <a:pt x="2055191" y="3361694"/>
                  </a:lnTo>
                  <a:lnTo>
                    <a:pt x="2055309" y="3361694"/>
                  </a:lnTo>
                  <a:lnTo>
                    <a:pt x="2055426" y="3361694"/>
                  </a:lnTo>
                  <a:lnTo>
                    <a:pt x="2055544" y="3361694"/>
                  </a:lnTo>
                  <a:lnTo>
                    <a:pt x="2055662" y="3361694"/>
                  </a:lnTo>
                  <a:lnTo>
                    <a:pt x="2055662" y="3361263"/>
                  </a:lnTo>
                  <a:lnTo>
                    <a:pt x="2055779" y="3361263"/>
                  </a:lnTo>
                  <a:lnTo>
                    <a:pt x="2056485" y="3359541"/>
                  </a:lnTo>
                  <a:lnTo>
                    <a:pt x="2056485" y="3359110"/>
                  </a:lnTo>
                  <a:lnTo>
                    <a:pt x="2056603" y="3359110"/>
                  </a:lnTo>
                  <a:lnTo>
                    <a:pt x="2056720" y="3358249"/>
                  </a:lnTo>
                  <a:lnTo>
                    <a:pt x="2056838" y="3358249"/>
                  </a:lnTo>
                  <a:lnTo>
                    <a:pt x="2056955" y="3358249"/>
                  </a:lnTo>
                  <a:lnTo>
                    <a:pt x="2057073" y="3358249"/>
                  </a:lnTo>
                  <a:lnTo>
                    <a:pt x="2057426" y="3357818"/>
                  </a:lnTo>
                  <a:lnTo>
                    <a:pt x="2057543" y="3357388"/>
                  </a:lnTo>
                  <a:lnTo>
                    <a:pt x="2057543" y="3356957"/>
                  </a:lnTo>
                  <a:lnTo>
                    <a:pt x="2057896" y="3356957"/>
                  </a:lnTo>
                  <a:lnTo>
                    <a:pt x="2058014" y="3356957"/>
                  </a:lnTo>
                  <a:lnTo>
                    <a:pt x="2058132" y="3356957"/>
                  </a:lnTo>
                  <a:lnTo>
                    <a:pt x="2058249" y="3356957"/>
                  </a:lnTo>
                  <a:lnTo>
                    <a:pt x="2058367" y="3356957"/>
                  </a:lnTo>
                  <a:lnTo>
                    <a:pt x="2058720" y="3356957"/>
                  </a:lnTo>
                  <a:lnTo>
                    <a:pt x="2059190" y="3356096"/>
                  </a:lnTo>
                  <a:lnTo>
                    <a:pt x="2059308" y="3356096"/>
                  </a:lnTo>
                  <a:lnTo>
                    <a:pt x="2059425" y="3356096"/>
                  </a:lnTo>
                  <a:lnTo>
                    <a:pt x="2059543" y="3355665"/>
                  </a:lnTo>
                  <a:lnTo>
                    <a:pt x="2060249" y="3355665"/>
                  </a:lnTo>
                  <a:lnTo>
                    <a:pt x="2060484" y="3355235"/>
                  </a:lnTo>
                  <a:lnTo>
                    <a:pt x="2060601" y="3355235"/>
                  </a:lnTo>
                  <a:lnTo>
                    <a:pt x="2060719" y="3354804"/>
                  </a:lnTo>
                  <a:lnTo>
                    <a:pt x="2060719" y="3354374"/>
                  </a:lnTo>
                  <a:lnTo>
                    <a:pt x="2060837" y="3354374"/>
                  </a:lnTo>
                  <a:lnTo>
                    <a:pt x="2060954" y="3354374"/>
                  </a:lnTo>
                  <a:lnTo>
                    <a:pt x="2061072" y="3354374"/>
                  </a:lnTo>
                  <a:lnTo>
                    <a:pt x="2061307" y="3353943"/>
                  </a:lnTo>
                  <a:lnTo>
                    <a:pt x="2061425" y="3353512"/>
                  </a:lnTo>
                  <a:lnTo>
                    <a:pt x="2061542" y="3353512"/>
                  </a:lnTo>
                  <a:lnTo>
                    <a:pt x="2061778" y="3353082"/>
                  </a:lnTo>
                  <a:lnTo>
                    <a:pt x="2061778" y="3352651"/>
                  </a:lnTo>
                  <a:lnTo>
                    <a:pt x="2062130" y="3352651"/>
                  </a:lnTo>
                  <a:lnTo>
                    <a:pt x="2062248" y="3352651"/>
                  </a:lnTo>
                  <a:lnTo>
                    <a:pt x="2062366" y="3352651"/>
                  </a:lnTo>
                  <a:lnTo>
                    <a:pt x="2062483" y="3352651"/>
                  </a:lnTo>
                  <a:lnTo>
                    <a:pt x="2062601" y="3352221"/>
                  </a:lnTo>
                  <a:lnTo>
                    <a:pt x="2062954" y="3352221"/>
                  </a:lnTo>
                  <a:lnTo>
                    <a:pt x="2063189" y="3352221"/>
                  </a:lnTo>
                  <a:lnTo>
                    <a:pt x="2063307" y="3352221"/>
                  </a:lnTo>
                  <a:lnTo>
                    <a:pt x="2063659" y="3352221"/>
                  </a:lnTo>
                  <a:lnTo>
                    <a:pt x="2063895" y="3351790"/>
                  </a:lnTo>
                  <a:lnTo>
                    <a:pt x="2064012" y="3351790"/>
                  </a:lnTo>
                  <a:lnTo>
                    <a:pt x="2064130" y="3351790"/>
                  </a:lnTo>
                  <a:lnTo>
                    <a:pt x="2064247" y="3350498"/>
                  </a:lnTo>
                  <a:lnTo>
                    <a:pt x="2064247" y="3350068"/>
                  </a:lnTo>
                  <a:lnTo>
                    <a:pt x="2064365" y="3350068"/>
                  </a:lnTo>
                  <a:lnTo>
                    <a:pt x="2064483" y="3350068"/>
                  </a:lnTo>
                  <a:lnTo>
                    <a:pt x="2064600" y="3350068"/>
                  </a:lnTo>
                  <a:lnTo>
                    <a:pt x="2064836" y="3350068"/>
                  </a:lnTo>
                  <a:lnTo>
                    <a:pt x="2064836" y="3349637"/>
                  </a:lnTo>
                  <a:lnTo>
                    <a:pt x="2064836" y="3349206"/>
                  </a:lnTo>
                  <a:lnTo>
                    <a:pt x="2065071" y="3349206"/>
                  </a:lnTo>
                  <a:lnTo>
                    <a:pt x="2065188" y="3349206"/>
                  </a:lnTo>
                  <a:lnTo>
                    <a:pt x="2065776" y="3348776"/>
                  </a:lnTo>
                  <a:lnTo>
                    <a:pt x="2065894" y="3348776"/>
                  </a:lnTo>
                  <a:lnTo>
                    <a:pt x="2066129" y="3348776"/>
                  </a:lnTo>
                  <a:lnTo>
                    <a:pt x="2066247" y="3348776"/>
                  </a:lnTo>
                  <a:lnTo>
                    <a:pt x="2066365" y="3348776"/>
                  </a:lnTo>
                  <a:lnTo>
                    <a:pt x="2066482" y="3348776"/>
                  </a:lnTo>
                  <a:lnTo>
                    <a:pt x="2066835" y="3348776"/>
                  </a:lnTo>
                  <a:lnTo>
                    <a:pt x="2066953" y="3348776"/>
                  </a:lnTo>
                  <a:lnTo>
                    <a:pt x="2067070" y="3348776"/>
                  </a:lnTo>
                  <a:lnTo>
                    <a:pt x="2067423" y="3347484"/>
                  </a:lnTo>
                  <a:lnTo>
                    <a:pt x="2067658" y="3347053"/>
                  </a:lnTo>
                  <a:lnTo>
                    <a:pt x="2067658" y="3346623"/>
                  </a:lnTo>
                  <a:lnTo>
                    <a:pt x="2067776" y="3346623"/>
                  </a:lnTo>
                  <a:lnTo>
                    <a:pt x="2067894" y="3346623"/>
                  </a:lnTo>
                  <a:lnTo>
                    <a:pt x="2068129" y="3345762"/>
                  </a:lnTo>
                  <a:lnTo>
                    <a:pt x="2068246" y="3345762"/>
                  </a:lnTo>
                  <a:lnTo>
                    <a:pt x="2068364" y="3345762"/>
                  </a:lnTo>
                  <a:lnTo>
                    <a:pt x="2068599" y="3345331"/>
                  </a:lnTo>
                  <a:lnTo>
                    <a:pt x="2068599" y="3344470"/>
                  </a:lnTo>
                  <a:lnTo>
                    <a:pt x="2068717" y="3344039"/>
                  </a:lnTo>
                  <a:lnTo>
                    <a:pt x="2068834" y="3344039"/>
                  </a:lnTo>
                  <a:lnTo>
                    <a:pt x="2068952" y="3343178"/>
                  </a:lnTo>
                  <a:lnTo>
                    <a:pt x="2068952" y="3342747"/>
                  </a:lnTo>
                  <a:lnTo>
                    <a:pt x="2068952" y="3342317"/>
                  </a:lnTo>
                  <a:lnTo>
                    <a:pt x="2069070" y="3341886"/>
                  </a:lnTo>
                  <a:lnTo>
                    <a:pt x="2069187" y="3341886"/>
                  </a:lnTo>
                  <a:lnTo>
                    <a:pt x="2069187" y="3341456"/>
                  </a:lnTo>
                  <a:lnTo>
                    <a:pt x="2069305" y="3341456"/>
                  </a:lnTo>
                  <a:lnTo>
                    <a:pt x="2069658" y="3341025"/>
                  </a:lnTo>
                  <a:lnTo>
                    <a:pt x="2069775" y="3340594"/>
                  </a:lnTo>
                  <a:lnTo>
                    <a:pt x="2070481" y="3340164"/>
                  </a:lnTo>
                  <a:lnTo>
                    <a:pt x="2070599" y="3340164"/>
                  </a:lnTo>
                  <a:lnTo>
                    <a:pt x="2070599" y="3339733"/>
                  </a:lnTo>
                  <a:lnTo>
                    <a:pt x="2070834" y="3339303"/>
                  </a:lnTo>
                  <a:lnTo>
                    <a:pt x="2070951" y="3338872"/>
                  </a:lnTo>
                  <a:lnTo>
                    <a:pt x="2071069" y="3338441"/>
                  </a:lnTo>
                  <a:lnTo>
                    <a:pt x="2071304" y="3338441"/>
                  </a:lnTo>
                  <a:lnTo>
                    <a:pt x="2071422" y="3338441"/>
                  </a:lnTo>
                  <a:lnTo>
                    <a:pt x="2071540" y="3338441"/>
                  </a:lnTo>
                  <a:lnTo>
                    <a:pt x="2071892" y="3338441"/>
                  </a:lnTo>
                  <a:lnTo>
                    <a:pt x="2072010" y="3338441"/>
                  </a:lnTo>
                  <a:lnTo>
                    <a:pt x="2072128" y="3338441"/>
                  </a:lnTo>
                  <a:lnTo>
                    <a:pt x="2072245" y="3338441"/>
                  </a:lnTo>
                  <a:lnTo>
                    <a:pt x="2072245" y="3337580"/>
                  </a:lnTo>
                  <a:lnTo>
                    <a:pt x="2072363" y="3337580"/>
                  </a:lnTo>
                  <a:lnTo>
                    <a:pt x="2072598" y="3337580"/>
                  </a:lnTo>
                  <a:lnTo>
                    <a:pt x="2072716" y="3336288"/>
                  </a:lnTo>
                  <a:lnTo>
                    <a:pt x="2072951" y="3336288"/>
                  </a:lnTo>
                  <a:lnTo>
                    <a:pt x="2073069" y="3335858"/>
                  </a:lnTo>
                  <a:lnTo>
                    <a:pt x="2073186" y="3335858"/>
                  </a:lnTo>
                  <a:lnTo>
                    <a:pt x="2073304" y="3335427"/>
                  </a:lnTo>
                  <a:lnTo>
                    <a:pt x="2073657" y="3334997"/>
                  </a:lnTo>
                  <a:lnTo>
                    <a:pt x="2073774" y="3334997"/>
                  </a:lnTo>
                  <a:lnTo>
                    <a:pt x="2073892" y="3334135"/>
                  </a:lnTo>
                  <a:lnTo>
                    <a:pt x="2074009" y="3333705"/>
                  </a:lnTo>
                  <a:lnTo>
                    <a:pt x="2074127" y="3333705"/>
                  </a:lnTo>
                  <a:lnTo>
                    <a:pt x="2074245" y="3333705"/>
                  </a:lnTo>
                  <a:lnTo>
                    <a:pt x="2074362" y="3333705"/>
                  </a:lnTo>
                  <a:lnTo>
                    <a:pt x="2075186" y="3333274"/>
                  </a:lnTo>
                  <a:lnTo>
                    <a:pt x="2075421" y="3333274"/>
                  </a:lnTo>
                  <a:lnTo>
                    <a:pt x="2075421" y="3332844"/>
                  </a:lnTo>
                  <a:lnTo>
                    <a:pt x="2075421" y="3331982"/>
                  </a:lnTo>
                  <a:lnTo>
                    <a:pt x="2075538" y="3331982"/>
                  </a:lnTo>
                  <a:lnTo>
                    <a:pt x="2076009" y="3331552"/>
                  </a:lnTo>
                  <a:lnTo>
                    <a:pt x="2076244" y="3331552"/>
                  </a:lnTo>
                  <a:lnTo>
                    <a:pt x="2076362" y="3331552"/>
                  </a:lnTo>
                  <a:lnTo>
                    <a:pt x="2076479" y="3331121"/>
                  </a:lnTo>
                  <a:lnTo>
                    <a:pt x="2076597" y="3331121"/>
                  </a:lnTo>
                  <a:lnTo>
                    <a:pt x="2076832" y="3331121"/>
                  </a:lnTo>
                  <a:lnTo>
                    <a:pt x="2076950" y="3331121"/>
                  </a:lnTo>
                  <a:lnTo>
                    <a:pt x="2076950" y="3330691"/>
                  </a:lnTo>
                  <a:lnTo>
                    <a:pt x="2077185" y="3330260"/>
                  </a:lnTo>
                  <a:lnTo>
                    <a:pt x="2077420" y="3329829"/>
                  </a:lnTo>
                  <a:lnTo>
                    <a:pt x="2077655" y="3329829"/>
                  </a:lnTo>
                  <a:lnTo>
                    <a:pt x="2077773" y="3329829"/>
                  </a:lnTo>
                  <a:lnTo>
                    <a:pt x="2077891" y="3329829"/>
                  </a:lnTo>
                  <a:lnTo>
                    <a:pt x="2078008" y="3329399"/>
                  </a:lnTo>
                  <a:lnTo>
                    <a:pt x="2078126" y="3329399"/>
                  </a:lnTo>
                  <a:lnTo>
                    <a:pt x="2078596" y="3328968"/>
                  </a:lnTo>
                  <a:lnTo>
                    <a:pt x="2078832" y="3328538"/>
                  </a:lnTo>
                  <a:lnTo>
                    <a:pt x="2079184" y="3328538"/>
                  </a:lnTo>
                  <a:lnTo>
                    <a:pt x="2079302" y="3328538"/>
                  </a:lnTo>
                  <a:lnTo>
                    <a:pt x="2079773" y="3328538"/>
                  </a:lnTo>
                  <a:lnTo>
                    <a:pt x="2079890" y="3328107"/>
                  </a:lnTo>
                  <a:lnTo>
                    <a:pt x="2080713" y="3327676"/>
                  </a:lnTo>
                  <a:lnTo>
                    <a:pt x="2080831" y="3327676"/>
                  </a:lnTo>
                  <a:lnTo>
                    <a:pt x="2081066" y="3327676"/>
                  </a:lnTo>
                  <a:lnTo>
                    <a:pt x="2081537" y="3327246"/>
                  </a:lnTo>
                  <a:lnTo>
                    <a:pt x="2081654" y="3326815"/>
                  </a:lnTo>
                  <a:lnTo>
                    <a:pt x="2082242" y="3326815"/>
                  </a:lnTo>
                  <a:lnTo>
                    <a:pt x="2082242" y="3325954"/>
                  </a:lnTo>
                  <a:lnTo>
                    <a:pt x="2082360" y="3325954"/>
                  </a:lnTo>
                  <a:lnTo>
                    <a:pt x="2082478" y="3325523"/>
                  </a:lnTo>
                  <a:lnTo>
                    <a:pt x="2082713" y="3325523"/>
                  </a:lnTo>
                  <a:lnTo>
                    <a:pt x="2082831" y="3325523"/>
                  </a:lnTo>
                  <a:lnTo>
                    <a:pt x="2082948" y="3325523"/>
                  </a:lnTo>
                  <a:lnTo>
                    <a:pt x="2083066" y="3325523"/>
                  </a:lnTo>
                  <a:lnTo>
                    <a:pt x="2083301" y="3325523"/>
                  </a:lnTo>
                  <a:lnTo>
                    <a:pt x="2083301" y="3325093"/>
                  </a:lnTo>
                  <a:lnTo>
                    <a:pt x="2083301" y="3324662"/>
                  </a:lnTo>
                  <a:lnTo>
                    <a:pt x="2083536" y="3324662"/>
                  </a:lnTo>
                  <a:lnTo>
                    <a:pt x="2084242" y="3323801"/>
                  </a:lnTo>
                  <a:lnTo>
                    <a:pt x="2084360" y="3323370"/>
                  </a:lnTo>
                  <a:lnTo>
                    <a:pt x="2084712" y="3323370"/>
                  </a:lnTo>
                  <a:lnTo>
                    <a:pt x="2084830" y="3323370"/>
                  </a:lnTo>
                  <a:lnTo>
                    <a:pt x="2084830" y="3322940"/>
                  </a:lnTo>
                  <a:lnTo>
                    <a:pt x="2084830" y="3321648"/>
                  </a:lnTo>
                  <a:lnTo>
                    <a:pt x="2084830" y="3321217"/>
                  </a:lnTo>
                  <a:lnTo>
                    <a:pt x="2085065" y="3321217"/>
                  </a:lnTo>
                  <a:lnTo>
                    <a:pt x="2085418" y="3321217"/>
                  </a:lnTo>
                  <a:lnTo>
                    <a:pt x="2085418" y="3320787"/>
                  </a:lnTo>
                  <a:lnTo>
                    <a:pt x="2085771" y="3320356"/>
                  </a:lnTo>
                  <a:lnTo>
                    <a:pt x="2085888" y="3320356"/>
                  </a:lnTo>
                  <a:lnTo>
                    <a:pt x="2086006" y="3320356"/>
                  </a:lnTo>
                  <a:lnTo>
                    <a:pt x="2086241" y="3319926"/>
                  </a:lnTo>
                  <a:lnTo>
                    <a:pt x="2086359" y="3319926"/>
                  </a:lnTo>
                  <a:lnTo>
                    <a:pt x="2086477" y="3319926"/>
                  </a:lnTo>
                  <a:lnTo>
                    <a:pt x="2086594" y="3319495"/>
                  </a:lnTo>
                  <a:lnTo>
                    <a:pt x="2086829" y="3319495"/>
                  </a:lnTo>
                  <a:lnTo>
                    <a:pt x="2086947" y="3319495"/>
                  </a:lnTo>
                  <a:lnTo>
                    <a:pt x="2086947" y="3319064"/>
                  </a:lnTo>
                  <a:lnTo>
                    <a:pt x="2088358" y="3315620"/>
                  </a:lnTo>
                  <a:lnTo>
                    <a:pt x="2088476" y="3315620"/>
                  </a:lnTo>
                  <a:lnTo>
                    <a:pt x="2088711" y="3315620"/>
                  </a:lnTo>
                  <a:lnTo>
                    <a:pt x="2088829" y="3315189"/>
                  </a:lnTo>
                  <a:lnTo>
                    <a:pt x="2089064" y="3314758"/>
                  </a:lnTo>
                  <a:lnTo>
                    <a:pt x="2089299" y="3314328"/>
                  </a:lnTo>
                  <a:lnTo>
                    <a:pt x="2089652" y="3313897"/>
                  </a:lnTo>
                  <a:lnTo>
                    <a:pt x="2090005" y="3313897"/>
                  </a:lnTo>
                  <a:lnTo>
                    <a:pt x="2090123" y="3313467"/>
                  </a:lnTo>
                  <a:lnTo>
                    <a:pt x="2090240" y="3313467"/>
                  </a:lnTo>
                  <a:lnTo>
                    <a:pt x="2090240" y="3313036"/>
                  </a:lnTo>
                  <a:lnTo>
                    <a:pt x="2090358" y="3312175"/>
                  </a:lnTo>
                  <a:lnTo>
                    <a:pt x="2090475" y="3311744"/>
                  </a:lnTo>
                  <a:lnTo>
                    <a:pt x="2090475" y="3311314"/>
                  </a:lnTo>
                  <a:lnTo>
                    <a:pt x="2090593" y="3311314"/>
                  </a:lnTo>
                  <a:lnTo>
                    <a:pt x="2090711" y="3310883"/>
                  </a:lnTo>
                  <a:lnTo>
                    <a:pt x="2090828" y="3310883"/>
                  </a:lnTo>
                  <a:lnTo>
                    <a:pt x="2091064" y="3310883"/>
                  </a:lnTo>
                  <a:lnTo>
                    <a:pt x="2091181" y="3310883"/>
                  </a:lnTo>
                  <a:lnTo>
                    <a:pt x="2091416" y="3310883"/>
                  </a:lnTo>
                  <a:lnTo>
                    <a:pt x="2091769" y="3310883"/>
                  </a:lnTo>
                  <a:lnTo>
                    <a:pt x="2092240" y="3310022"/>
                  </a:lnTo>
                  <a:lnTo>
                    <a:pt x="2092945" y="3309161"/>
                  </a:lnTo>
                  <a:lnTo>
                    <a:pt x="2093416" y="3308299"/>
                  </a:lnTo>
                  <a:lnTo>
                    <a:pt x="2093651" y="3307869"/>
                  </a:lnTo>
                  <a:lnTo>
                    <a:pt x="2093769" y="3307869"/>
                  </a:lnTo>
                  <a:lnTo>
                    <a:pt x="2093886" y="3307008"/>
                  </a:lnTo>
                  <a:lnTo>
                    <a:pt x="2094004" y="3307008"/>
                  </a:lnTo>
                  <a:lnTo>
                    <a:pt x="2094121" y="3307008"/>
                  </a:lnTo>
                  <a:lnTo>
                    <a:pt x="2094239" y="3307008"/>
                  </a:lnTo>
                  <a:lnTo>
                    <a:pt x="2094357" y="3307008"/>
                  </a:lnTo>
                  <a:lnTo>
                    <a:pt x="2094474" y="3307008"/>
                  </a:lnTo>
                  <a:lnTo>
                    <a:pt x="2094827" y="3307008"/>
                  </a:lnTo>
                  <a:lnTo>
                    <a:pt x="2094945" y="3307008"/>
                  </a:lnTo>
                  <a:lnTo>
                    <a:pt x="2095180" y="3307008"/>
                  </a:lnTo>
                  <a:lnTo>
                    <a:pt x="2095533" y="3306577"/>
                  </a:lnTo>
                  <a:lnTo>
                    <a:pt x="2095650" y="3306577"/>
                  </a:lnTo>
                  <a:lnTo>
                    <a:pt x="2095650" y="3306146"/>
                  </a:lnTo>
                  <a:lnTo>
                    <a:pt x="2095768" y="3306146"/>
                  </a:lnTo>
                  <a:lnTo>
                    <a:pt x="2096003" y="3306146"/>
                  </a:lnTo>
                  <a:lnTo>
                    <a:pt x="2096121" y="3306146"/>
                  </a:lnTo>
                  <a:lnTo>
                    <a:pt x="2096356" y="3305716"/>
                  </a:lnTo>
                  <a:lnTo>
                    <a:pt x="2096474" y="3305285"/>
                  </a:lnTo>
                  <a:lnTo>
                    <a:pt x="2096474" y="3304424"/>
                  </a:lnTo>
                  <a:lnTo>
                    <a:pt x="2096591" y="3303993"/>
                  </a:lnTo>
                  <a:lnTo>
                    <a:pt x="2096944" y="3303993"/>
                  </a:lnTo>
                  <a:lnTo>
                    <a:pt x="2097532" y="3303563"/>
                  </a:lnTo>
                  <a:lnTo>
                    <a:pt x="2097650" y="3303563"/>
                  </a:lnTo>
                  <a:lnTo>
                    <a:pt x="2097768" y="3303563"/>
                  </a:lnTo>
                  <a:lnTo>
                    <a:pt x="2097885" y="3303563"/>
                  </a:lnTo>
                  <a:lnTo>
                    <a:pt x="2098003" y="3303563"/>
                  </a:lnTo>
                  <a:lnTo>
                    <a:pt x="2098120" y="3303563"/>
                  </a:lnTo>
                  <a:lnTo>
                    <a:pt x="2098238" y="3303563"/>
                  </a:lnTo>
                  <a:lnTo>
                    <a:pt x="2098356" y="3302702"/>
                  </a:lnTo>
                  <a:lnTo>
                    <a:pt x="2098708" y="3302271"/>
                  </a:lnTo>
                  <a:lnTo>
                    <a:pt x="2098944" y="3302271"/>
                  </a:lnTo>
                  <a:lnTo>
                    <a:pt x="2099061" y="3302271"/>
                  </a:lnTo>
                  <a:lnTo>
                    <a:pt x="2099179" y="3301410"/>
                  </a:lnTo>
                  <a:lnTo>
                    <a:pt x="2099414" y="3300118"/>
                  </a:lnTo>
                  <a:lnTo>
                    <a:pt x="2099532" y="3300118"/>
                  </a:lnTo>
                  <a:lnTo>
                    <a:pt x="2099649" y="3300118"/>
                  </a:lnTo>
                  <a:lnTo>
                    <a:pt x="2099767" y="3300118"/>
                  </a:lnTo>
                  <a:lnTo>
                    <a:pt x="2099885" y="3300118"/>
                  </a:lnTo>
                  <a:lnTo>
                    <a:pt x="2100120" y="3300118"/>
                  </a:lnTo>
                  <a:lnTo>
                    <a:pt x="2100237" y="3299687"/>
                  </a:lnTo>
                  <a:lnTo>
                    <a:pt x="2100590" y="3299257"/>
                  </a:lnTo>
                  <a:lnTo>
                    <a:pt x="2101296" y="3297534"/>
                  </a:lnTo>
                  <a:lnTo>
                    <a:pt x="2101414" y="3296673"/>
                  </a:lnTo>
                  <a:lnTo>
                    <a:pt x="2101531" y="3296243"/>
                  </a:lnTo>
                  <a:lnTo>
                    <a:pt x="2101766" y="3296243"/>
                  </a:lnTo>
                  <a:lnTo>
                    <a:pt x="2101884" y="3296243"/>
                  </a:lnTo>
                  <a:lnTo>
                    <a:pt x="2102237" y="3295381"/>
                  </a:lnTo>
                  <a:lnTo>
                    <a:pt x="2102354" y="3294951"/>
                  </a:lnTo>
                  <a:lnTo>
                    <a:pt x="2102472" y="3294951"/>
                  </a:lnTo>
                  <a:lnTo>
                    <a:pt x="2102943" y="3294520"/>
                  </a:lnTo>
                  <a:lnTo>
                    <a:pt x="2103295" y="3294520"/>
                  </a:lnTo>
                  <a:lnTo>
                    <a:pt x="2103413" y="3294520"/>
                  </a:lnTo>
                  <a:lnTo>
                    <a:pt x="2103648" y="3294090"/>
                  </a:lnTo>
                  <a:lnTo>
                    <a:pt x="2103883" y="3294090"/>
                  </a:lnTo>
                  <a:lnTo>
                    <a:pt x="2104354" y="3294090"/>
                  </a:lnTo>
                  <a:lnTo>
                    <a:pt x="2104354" y="3293659"/>
                  </a:lnTo>
                  <a:lnTo>
                    <a:pt x="2104472" y="3293659"/>
                  </a:lnTo>
                  <a:lnTo>
                    <a:pt x="2104589" y="3293659"/>
                  </a:lnTo>
                  <a:lnTo>
                    <a:pt x="2105060" y="3293228"/>
                  </a:lnTo>
                  <a:lnTo>
                    <a:pt x="2105177" y="3293228"/>
                  </a:lnTo>
                  <a:lnTo>
                    <a:pt x="2105295" y="3293228"/>
                  </a:lnTo>
                  <a:lnTo>
                    <a:pt x="2105530" y="3293228"/>
                  </a:lnTo>
                  <a:lnTo>
                    <a:pt x="2105648" y="3293228"/>
                  </a:lnTo>
                  <a:lnTo>
                    <a:pt x="2105883" y="3293228"/>
                  </a:lnTo>
                  <a:lnTo>
                    <a:pt x="2106236" y="3291937"/>
                  </a:lnTo>
                  <a:lnTo>
                    <a:pt x="2106353" y="3291937"/>
                  </a:lnTo>
                  <a:lnTo>
                    <a:pt x="2106353" y="3291506"/>
                  </a:lnTo>
                  <a:lnTo>
                    <a:pt x="2106471" y="3291506"/>
                  </a:lnTo>
                  <a:lnTo>
                    <a:pt x="2106706" y="3291075"/>
                  </a:lnTo>
                  <a:lnTo>
                    <a:pt x="2107177" y="3291075"/>
                  </a:lnTo>
                  <a:lnTo>
                    <a:pt x="2107882" y="3291075"/>
                  </a:lnTo>
                  <a:lnTo>
                    <a:pt x="2108118" y="3291075"/>
                  </a:lnTo>
                  <a:lnTo>
                    <a:pt x="2108118" y="3290645"/>
                  </a:lnTo>
                  <a:lnTo>
                    <a:pt x="2108353" y="3290214"/>
                  </a:lnTo>
                  <a:lnTo>
                    <a:pt x="2108470" y="3289784"/>
                  </a:lnTo>
                  <a:lnTo>
                    <a:pt x="2108941" y="3289353"/>
                  </a:lnTo>
                  <a:lnTo>
                    <a:pt x="2108941" y="3288922"/>
                  </a:lnTo>
                  <a:lnTo>
                    <a:pt x="2109294" y="3288922"/>
                  </a:lnTo>
                  <a:lnTo>
                    <a:pt x="2109411" y="3288922"/>
                  </a:lnTo>
                  <a:lnTo>
                    <a:pt x="2109529" y="3288922"/>
                  </a:lnTo>
                  <a:lnTo>
                    <a:pt x="2109529" y="3288492"/>
                  </a:lnTo>
                  <a:lnTo>
                    <a:pt x="2109529" y="3288061"/>
                  </a:lnTo>
                  <a:lnTo>
                    <a:pt x="2109647" y="3288061"/>
                  </a:lnTo>
                  <a:lnTo>
                    <a:pt x="2109764" y="3287631"/>
                  </a:lnTo>
                  <a:lnTo>
                    <a:pt x="2109882" y="3287631"/>
                  </a:lnTo>
                  <a:lnTo>
                    <a:pt x="2110352" y="3287631"/>
                  </a:lnTo>
                  <a:lnTo>
                    <a:pt x="2110470" y="3286769"/>
                  </a:lnTo>
                  <a:lnTo>
                    <a:pt x="2111646" y="3285478"/>
                  </a:lnTo>
                  <a:lnTo>
                    <a:pt x="2111764" y="3285478"/>
                  </a:lnTo>
                  <a:lnTo>
                    <a:pt x="2111881" y="3285047"/>
                  </a:lnTo>
                  <a:lnTo>
                    <a:pt x="2111999" y="3285047"/>
                  </a:lnTo>
                  <a:lnTo>
                    <a:pt x="2112116" y="3284616"/>
                  </a:lnTo>
                  <a:lnTo>
                    <a:pt x="2112116" y="3284186"/>
                  </a:lnTo>
                  <a:lnTo>
                    <a:pt x="2112469" y="3283755"/>
                  </a:lnTo>
                  <a:lnTo>
                    <a:pt x="2112587" y="3283755"/>
                  </a:lnTo>
                  <a:lnTo>
                    <a:pt x="2112705" y="3283755"/>
                  </a:lnTo>
                  <a:lnTo>
                    <a:pt x="2112822" y="3283755"/>
                  </a:lnTo>
                  <a:lnTo>
                    <a:pt x="2112940" y="3283755"/>
                  </a:lnTo>
                  <a:lnTo>
                    <a:pt x="2112940" y="3283325"/>
                  </a:lnTo>
                  <a:lnTo>
                    <a:pt x="2113175" y="3282894"/>
                  </a:lnTo>
                  <a:lnTo>
                    <a:pt x="2113645" y="3282894"/>
                  </a:lnTo>
                  <a:lnTo>
                    <a:pt x="2113645" y="3282463"/>
                  </a:lnTo>
                  <a:lnTo>
                    <a:pt x="2113763" y="3282463"/>
                  </a:lnTo>
                  <a:lnTo>
                    <a:pt x="2114116" y="3281172"/>
                  </a:lnTo>
                  <a:lnTo>
                    <a:pt x="2114234" y="3281172"/>
                  </a:lnTo>
                  <a:lnTo>
                    <a:pt x="2114351" y="3281172"/>
                  </a:lnTo>
                  <a:lnTo>
                    <a:pt x="2114469" y="3281172"/>
                  </a:lnTo>
                  <a:lnTo>
                    <a:pt x="2114822" y="3281172"/>
                  </a:lnTo>
                  <a:lnTo>
                    <a:pt x="2115057" y="3281172"/>
                  </a:lnTo>
                  <a:lnTo>
                    <a:pt x="2115292" y="3281172"/>
                  </a:lnTo>
                  <a:lnTo>
                    <a:pt x="2115998" y="3280741"/>
                  </a:lnTo>
                  <a:lnTo>
                    <a:pt x="2116351" y="3280741"/>
                  </a:lnTo>
                  <a:lnTo>
                    <a:pt x="2116586" y="3280741"/>
                  </a:lnTo>
                  <a:lnTo>
                    <a:pt x="2117174" y="3280741"/>
                  </a:lnTo>
                  <a:lnTo>
                    <a:pt x="2117409" y="3280741"/>
                  </a:lnTo>
                  <a:lnTo>
                    <a:pt x="2117762" y="3280310"/>
                  </a:lnTo>
                  <a:lnTo>
                    <a:pt x="2117880" y="3280310"/>
                  </a:lnTo>
                  <a:lnTo>
                    <a:pt x="2118115" y="3280310"/>
                  </a:lnTo>
                  <a:lnTo>
                    <a:pt x="2118232" y="3279880"/>
                  </a:lnTo>
                  <a:lnTo>
                    <a:pt x="2118350" y="3279449"/>
                  </a:lnTo>
                  <a:lnTo>
                    <a:pt x="2118468" y="3279449"/>
                  </a:lnTo>
                  <a:lnTo>
                    <a:pt x="2118585" y="3279019"/>
                  </a:lnTo>
                  <a:lnTo>
                    <a:pt x="2118703" y="3279019"/>
                  </a:lnTo>
                  <a:lnTo>
                    <a:pt x="2118820" y="3279019"/>
                  </a:lnTo>
                  <a:lnTo>
                    <a:pt x="2119056" y="3279019"/>
                  </a:lnTo>
                  <a:lnTo>
                    <a:pt x="2119173" y="3279019"/>
                  </a:lnTo>
                  <a:lnTo>
                    <a:pt x="2119409" y="3279019"/>
                  </a:lnTo>
                  <a:lnTo>
                    <a:pt x="2119526" y="3278588"/>
                  </a:lnTo>
                  <a:lnTo>
                    <a:pt x="2119644" y="3278588"/>
                  </a:lnTo>
                  <a:lnTo>
                    <a:pt x="2119879" y="3277727"/>
                  </a:lnTo>
                  <a:lnTo>
                    <a:pt x="2121055" y="3277296"/>
                  </a:lnTo>
                  <a:lnTo>
                    <a:pt x="2121290" y="3277296"/>
                  </a:lnTo>
                  <a:lnTo>
                    <a:pt x="2121408" y="3277296"/>
                  </a:lnTo>
                  <a:lnTo>
                    <a:pt x="2121408" y="3276004"/>
                  </a:lnTo>
                  <a:lnTo>
                    <a:pt x="2121526" y="3276004"/>
                  </a:lnTo>
                  <a:lnTo>
                    <a:pt x="2121643" y="3276004"/>
                  </a:lnTo>
                  <a:lnTo>
                    <a:pt x="2121761" y="3276004"/>
                  </a:lnTo>
                  <a:lnTo>
                    <a:pt x="2122231" y="3276004"/>
                  </a:lnTo>
                  <a:lnTo>
                    <a:pt x="2122231" y="3275574"/>
                  </a:lnTo>
                  <a:lnTo>
                    <a:pt x="2122702" y="3275574"/>
                  </a:lnTo>
                  <a:lnTo>
                    <a:pt x="2122819" y="3274713"/>
                  </a:lnTo>
                  <a:lnTo>
                    <a:pt x="2122937" y="3274713"/>
                  </a:lnTo>
                  <a:lnTo>
                    <a:pt x="2122937" y="3274282"/>
                  </a:lnTo>
                  <a:lnTo>
                    <a:pt x="2122937" y="3273851"/>
                  </a:lnTo>
                  <a:lnTo>
                    <a:pt x="2123172" y="3273851"/>
                  </a:lnTo>
                  <a:lnTo>
                    <a:pt x="2123407" y="3273851"/>
                  </a:lnTo>
                  <a:lnTo>
                    <a:pt x="2123996" y="3273421"/>
                  </a:lnTo>
                  <a:lnTo>
                    <a:pt x="2124231" y="3273421"/>
                  </a:lnTo>
                  <a:lnTo>
                    <a:pt x="2124231" y="3272990"/>
                  </a:lnTo>
                  <a:lnTo>
                    <a:pt x="2124936" y="3272990"/>
                  </a:lnTo>
                  <a:lnTo>
                    <a:pt x="2125054" y="3272990"/>
                  </a:lnTo>
                  <a:lnTo>
                    <a:pt x="2125172" y="3272990"/>
                  </a:lnTo>
                  <a:lnTo>
                    <a:pt x="2125289" y="3272990"/>
                  </a:lnTo>
                  <a:lnTo>
                    <a:pt x="2125407" y="3272990"/>
                  </a:lnTo>
                  <a:lnTo>
                    <a:pt x="2125524" y="3272990"/>
                  </a:lnTo>
                  <a:lnTo>
                    <a:pt x="2125642" y="3272560"/>
                  </a:lnTo>
                  <a:lnTo>
                    <a:pt x="2126348" y="3272560"/>
                  </a:lnTo>
                  <a:lnTo>
                    <a:pt x="2126583" y="3272129"/>
                  </a:lnTo>
                  <a:lnTo>
                    <a:pt x="2126701" y="3272129"/>
                  </a:lnTo>
                  <a:lnTo>
                    <a:pt x="2126818" y="3272129"/>
                  </a:lnTo>
                  <a:lnTo>
                    <a:pt x="2127053" y="3271698"/>
                  </a:lnTo>
                  <a:lnTo>
                    <a:pt x="2127171" y="3271698"/>
                  </a:lnTo>
                  <a:lnTo>
                    <a:pt x="2127289" y="3270837"/>
                  </a:lnTo>
                  <a:lnTo>
                    <a:pt x="2127289" y="3270407"/>
                  </a:lnTo>
                  <a:lnTo>
                    <a:pt x="2127406" y="3270407"/>
                  </a:lnTo>
                  <a:lnTo>
                    <a:pt x="2127406" y="3269545"/>
                  </a:lnTo>
                  <a:lnTo>
                    <a:pt x="2127406" y="3269115"/>
                  </a:lnTo>
                  <a:lnTo>
                    <a:pt x="2127524" y="3269115"/>
                  </a:lnTo>
                  <a:lnTo>
                    <a:pt x="2127642" y="3269115"/>
                  </a:lnTo>
                  <a:lnTo>
                    <a:pt x="2127759" y="3269115"/>
                  </a:lnTo>
                  <a:lnTo>
                    <a:pt x="2128230" y="3269115"/>
                  </a:lnTo>
                  <a:lnTo>
                    <a:pt x="2128347" y="3269115"/>
                  </a:lnTo>
                  <a:lnTo>
                    <a:pt x="2128700" y="3268684"/>
                  </a:lnTo>
                  <a:lnTo>
                    <a:pt x="2128818" y="3268254"/>
                  </a:lnTo>
                  <a:lnTo>
                    <a:pt x="2128935" y="3268254"/>
                  </a:lnTo>
                  <a:lnTo>
                    <a:pt x="2129171" y="3268254"/>
                  </a:lnTo>
                  <a:lnTo>
                    <a:pt x="2129288" y="3267823"/>
                  </a:lnTo>
                  <a:lnTo>
                    <a:pt x="2129406" y="3267823"/>
                  </a:lnTo>
                  <a:lnTo>
                    <a:pt x="2129759" y="3267392"/>
                  </a:lnTo>
                  <a:lnTo>
                    <a:pt x="2129759" y="3266962"/>
                  </a:lnTo>
                  <a:lnTo>
                    <a:pt x="2129994" y="3266962"/>
                  </a:lnTo>
                  <a:lnTo>
                    <a:pt x="2130582" y="3266962"/>
                  </a:lnTo>
                  <a:lnTo>
                    <a:pt x="2130700" y="3266962"/>
                  </a:lnTo>
                  <a:lnTo>
                    <a:pt x="2130817" y="3266962"/>
                  </a:lnTo>
                  <a:lnTo>
                    <a:pt x="2130935" y="3266962"/>
                  </a:lnTo>
                  <a:lnTo>
                    <a:pt x="2131170" y="3266962"/>
                  </a:lnTo>
                  <a:lnTo>
                    <a:pt x="2131170" y="3266531"/>
                  </a:lnTo>
                  <a:lnTo>
                    <a:pt x="2131288" y="3266531"/>
                  </a:lnTo>
                  <a:lnTo>
                    <a:pt x="2131405" y="3266531"/>
                  </a:lnTo>
                  <a:lnTo>
                    <a:pt x="2131523" y="3266101"/>
                  </a:lnTo>
                  <a:lnTo>
                    <a:pt x="2131640" y="3266101"/>
                  </a:lnTo>
                  <a:lnTo>
                    <a:pt x="2131876" y="3266101"/>
                  </a:lnTo>
                  <a:lnTo>
                    <a:pt x="2131993" y="3265670"/>
                  </a:lnTo>
                  <a:lnTo>
                    <a:pt x="2132111" y="3265670"/>
                  </a:lnTo>
                  <a:lnTo>
                    <a:pt x="2132346" y="3265670"/>
                  </a:lnTo>
                  <a:lnTo>
                    <a:pt x="2132464" y="3265670"/>
                  </a:lnTo>
                  <a:lnTo>
                    <a:pt x="2132699" y="3265670"/>
                  </a:lnTo>
                  <a:lnTo>
                    <a:pt x="2132817" y="3265670"/>
                  </a:lnTo>
                  <a:lnTo>
                    <a:pt x="2133052" y="3265670"/>
                  </a:lnTo>
                  <a:lnTo>
                    <a:pt x="2133522" y="3265239"/>
                  </a:lnTo>
                  <a:lnTo>
                    <a:pt x="2133640" y="3265239"/>
                  </a:lnTo>
                  <a:lnTo>
                    <a:pt x="2133757" y="3264378"/>
                  </a:lnTo>
                  <a:lnTo>
                    <a:pt x="2133993" y="3264378"/>
                  </a:lnTo>
                  <a:lnTo>
                    <a:pt x="2134110" y="3264378"/>
                  </a:lnTo>
                  <a:lnTo>
                    <a:pt x="2134228" y="3264378"/>
                  </a:lnTo>
                  <a:lnTo>
                    <a:pt x="2134463" y="3263948"/>
                  </a:lnTo>
                  <a:lnTo>
                    <a:pt x="2134698" y="3263517"/>
                  </a:lnTo>
                  <a:lnTo>
                    <a:pt x="2134816" y="3262225"/>
                  </a:lnTo>
                  <a:lnTo>
                    <a:pt x="2135875" y="3259642"/>
                  </a:lnTo>
                  <a:lnTo>
                    <a:pt x="2135875" y="3259211"/>
                  </a:lnTo>
                  <a:lnTo>
                    <a:pt x="2135875" y="3258780"/>
                  </a:lnTo>
                  <a:lnTo>
                    <a:pt x="2136227" y="3258780"/>
                  </a:lnTo>
                  <a:lnTo>
                    <a:pt x="2136345" y="3258350"/>
                  </a:lnTo>
                  <a:lnTo>
                    <a:pt x="2136698" y="3258350"/>
                  </a:lnTo>
                  <a:lnTo>
                    <a:pt x="2136933" y="3258350"/>
                  </a:lnTo>
                  <a:lnTo>
                    <a:pt x="2137051" y="3258350"/>
                  </a:lnTo>
                  <a:lnTo>
                    <a:pt x="2137168" y="3257919"/>
                  </a:lnTo>
                  <a:lnTo>
                    <a:pt x="2137404" y="3257919"/>
                  </a:lnTo>
                  <a:lnTo>
                    <a:pt x="2137521" y="3256197"/>
                  </a:lnTo>
                  <a:lnTo>
                    <a:pt x="2137874" y="3255766"/>
                  </a:lnTo>
                  <a:lnTo>
                    <a:pt x="2137992" y="3255336"/>
                  </a:lnTo>
                  <a:lnTo>
                    <a:pt x="2138227" y="3254905"/>
                  </a:lnTo>
                  <a:lnTo>
                    <a:pt x="2138344" y="3254905"/>
                  </a:lnTo>
                  <a:lnTo>
                    <a:pt x="2138462" y="3254905"/>
                  </a:lnTo>
                  <a:lnTo>
                    <a:pt x="2138580" y="3254905"/>
                  </a:lnTo>
                  <a:lnTo>
                    <a:pt x="2138697" y="3254905"/>
                  </a:lnTo>
                  <a:lnTo>
                    <a:pt x="2138933" y="3254474"/>
                  </a:lnTo>
                  <a:lnTo>
                    <a:pt x="2139168" y="3254474"/>
                  </a:lnTo>
                  <a:lnTo>
                    <a:pt x="2139285" y="3254474"/>
                  </a:lnTo>
                  <a:lnTo>
                    <a:pt x="2139403" y="3254474"/>
                  </a:lnTo>
                  <a:lnTo>
                    <a:pt x="2139521" y="3254474"/>
                  </a:lnTo>
                  <a:lnTo>
                    <a:pt x="2139638" y="3254474"/>
                  </a:lnTo>
                  <a:lnTo>
                    <a:pt x="2139873" y="3254044"/>
                  </a:lnTo>
                  <a:lnTo>
                    <a:pt x="2142108" y="3251460"/>
                  </a:lnTo>
                  <a:lnTo>
                    <a:pt x="2142343" y="3251460"/>
                  </a:lnTo>
                  <a:lnTo>
                    <a:pt x="2142461" y="3251460"/>
                  </a:lnTo>
                  <a:lnTo>
                    <a:pt x="2142579" y="3251460"/>
                  </a:lnTo>
                  <a:lnTo>
                    <a:pt x="2142696" y="3251030"/>
                  </a:lnTo>
                  <a:lnTo>
                    <a:pt x="2142814" y="3251030"/>
                  </a:lnTo>
                  <a:lnTo>
                    <a:pt x="2142931" y="3251030"/>
                  </a:lnTo>
                  <a:lnTo>
                    <a:pt x="2143167" y="3251030"/>
                  </a:lnTo>
                  <a:lnTo>
                    <a:pt x="2143402" y="3251030"/>
                  </a:lnTo>
                  <a:lnTo>
                    <a:pt x="2143402" y="3250168"/>
                  </a:lnTo>
                  <a:lnTo>
                    <a:pt x="2143519" y="3249738"/>
                  </a:lnTo>
                  <a:lnTo>
                    <a:pt x="2143755" y="3249738"/>
                  </a:lnTo>
                  <a:lnTo>
                    <a:pt x="2144108" y="3249738"/>
                  </a:lnTo>
                  <a:lnTo>
                    <a:pt x="2144343" y="3249738"/>
                  </a:lnTo>
                  <a:lnTo>
                    <a:pt x="2144578" y="3249738"/>
                  </a:lnTo>
                  <a:lnTo>
                    <a:pt x="2144813" y="3249738"/>
                  </a:lnTo>
                  <a:lnTo>
                    <a:pt x="2145048" y="3249738"/>
                  </a:lnTo>
                  <a:lnTo>
                    <a:pt x="2145166" y="3249738"/>
                  </a:lnTo>
                  <a:lnTo>
                    <a:pt x="2145284" y="3249738"/>
                  </a:lnTo>
                  <a:lnTo>
                    <a:pt x="2145519" y="3249307"/>
                  </a:lnTo>
                  <a:lnTo>
                    <a:pt x="2145519" y="3248877"/>
                  </a:lnTo>
                  <a:lnTo>
                    <a:pt x="2145637" y="3248877"/>
                  </a:lnTo>
                  <a:lnTo>
                    <a:pt x="2145754" y="3248877"/>
                  </a:lnTo>
                  <a:lnTo>
                    <a:pt x="2145872" y="3248877"/>
                  </a:lnTo>
                  <a:lnTo>
                    <a:pt x="2146107" y="3247585"/>
                  </a:lnTo>
                  <a:lnTo>
                    <a:pt x="2146225" y="3247154"/>
                  </a:lnTo>
                  <a:lnTo>
                    <a:pt x="2146813" y="3247154"/>
                  </a:lnTo>
                  <a:lnTo>
                    <a:pt x="2147048" y="3247154"/>
                  </a:lnTo>
                  <a:lnTo>
                    <a:pt x="2147048" y="3246724"/>
                  </a:lnTo>
                  <a:lnTo>
                    <a:pt x="2147166" y="3246293"/>
                  </a:lnTo>
                  <a:lnTo>
                    <a:pt x="2147754" y="3245432"/>
                  </a:lnTo>
                  <a:lnTo>
                    <a:pt x="2148106" y="3245432"/>
                  </a:lnTo>
                  <a:lnTo>
                    <a:pt x="2148459" y="3245001"/>
                  </a:lnTo>
                  <a:lnTo>
                    <a:pt x="2148930" y="3245001"/>
                  </a:lnTo>
                  <a:lnTo>
                    <a:pt x="2149283" y="3244140"/>
                  </a:lnTo>
                  <a:lnTo>
                    <a:pt x="2149400" y="3244140"/>
                  </a:lnTo>
                  <a:lnTo>
                    <a:pt x="2149753" y="3243709"/>
                  </a:lnTo>
                  <a:lnTo>
                    <a:pt x="2149871" y="3243709"/>
                  </a:lnTo>
                  <a:lnTo>
                    <a:pt x="2149988" y="3243709"/>
                  </a:lnTo>
                  <a:lnTo>
                    <a:pt x="2150223" y="3243709"/>
                  </a:lnTo>
                  <a:lnTo>
                    <a:pt x="2150341" y="3243709"/>
                  </a:lnTo>
                  <a:lnTo>
                    <a:pt x="2150694" y="3243709"/>
                  </a:lnTo>
                  <a:lnTo>
                    <a:pt x="2150694" y="3243279"/>
                  </a:lnTo>
                  <a:lnTo>
                    <a:pt x="2150812" y="3243279"/>
                  </a:lnTo>
                  <a:lnTo>
                    <a:pt x="2150929" y="3243279"/>
                  </a:lnTo>
                  <a:lnTo>
                    <a:pt x="2151282" y="3243279"/>
                  </a:lnTo>
                  <a:lnTo>
                    <a:pt x="2151400" y="3242848"/>
                  </a:lnTo>
                  <a:lnTo>
                    <a:pt x="2151400" y="3242418"/>
                  </a:lnTo>
                  <a:lnTo>
                    <a:pt x="2152105" y="3241987"/>
                  </a:lnTo>
                  <a:lnTo>
                    <a:pt x="2152223" y="3241987"/>
                  </a:lnTo>
                  <a:lnTo>
                    <a:pt x="2152223" y="3241556"/>
                  </a:lnTo>
                  <a:lnTo>
                    <a:pt x="2152223" y="3241126"/>
                  </a:lnTo>
                  <a:lnTo>
                    <a:pt x="2152576" y="3240265"/>
                  </a:lnTo>
                  <a:lnTo>
                    <a:pt x="2152576" y="3239834"/>
                  </a:lnTo>
                  <a:lnTo>
                    <a:pt x="2152576" y="3239403"/>
                  </a:lnTo>
                  <a:lnTo>
                    <a:pt x="2152693" y="3239403"/>
                  </a:lnTo>
                  <a:lnTo>
                    <a:pt x="2152811" y="3239403"/>
                  </a:lnTo>
                  <a:lnTo>
                    <a:pt x="2152811" y="3238973"/>
                  </a:lnTo>
                  <a:lnTo>
                    <a:pt x="2152929" y="3238973"/>
                  </a:lnTo>
                  <a:lnTo>
                    <a:pt x="2153164" y="3238542"/>
                  </a:lnTo>
                  <a:lnTo>
                    <a:pt x="2153281" y="3236820"/>
                  </a:lnTo>
                  <a:lnTo>
                    <a:pt x="2153399" y="3236389"/>
                  </a:lnTo>
                  <a:lnTo>
                    <a:pt x="2153399" y="3235959"/>
                  </a:lnTo>
                  <a:lnTo>
                    <a:pt x="2153399" y="3235528"/>
                  </a:lnTo>
                  <a:lnTo>
                    <a:pt x="2153517" y="3235097"/>
                  </a:lnTo>
                  <a:lnTo>
                    <a:pt x="2153987" y="3235097"/>
                  </a:lnTo>
                  <a:lnTo>
                    <a:pt x="2154105" y="3235097"/>
                  </a:lnTo>
                  <a:lnTo>
                    <a:pt x="2154458" y="3235097"/>
                  </a:lnTo>
                  <a:lnTo>
                    <a:pt x="2154693" y="3234667"/>
                  </a:lnTo>
                  <a:lnTo>
                    <a:pt x="2154928" y="3234667"/>
                  </a:lnTo>
                  <a:lnTo>
                    <a:pt x="2155046" y="3234236"/>
                  </a:lnTo>
                  <a:lnTo>
                    <a:pt x="2155281" y="3234236"/>
                  </a:lnTo>
                  <a:lnTo>
                    <a:pt x="2155281" y="3233806"/>
                  </a:lnTo>
                  <a:lnTo>
                    <a:pt x="2155751" y="3233806"/>
                  </a:lnTo>
                  <a:lnTo>
                    <a:pt x="2155869" y="3233806"/>
                  </a:lnTo>
                  <a:lnTo>
                    <a:pt x="2156339" y="3233375"/>
                  </a:lnTo>
                  <a:lnTo>
                    <a:pt x="2156457" y="3233375"/>
                  </a:lnTo>
                  <a:lnTo>
                    <a:pt x="2156457" y="3232944"/>
                  </a:lnTo>
                  <a:lnTo>
                    <a:pt x="2156692" y="3232944"/>
                  </a:lnTo>
                  <a:lnTo>
                    <a:pt x="2157045" y="3232944"/>
                  </a:lnTo>
                  <a:lnTo>
                    <a:pt x="2157163" y="3232944"/>
                  </a:lnTo>
                  <a:lnTo>
                    <a:pt x="2157398" y="3232514"/>
                  </a:lnTo>
                  <a:lnTo>
                    <a:pt x="2158104" y="3231653"/>
                  </a:lnTo>
                  <a:lnTo>
                    <a:pt x="2158221" y="3231653"/>
                  </a:lnTo>
                  <a:lnTo>
                    <a:pt x="2158339" y="3231653"/>
                  </a:lnTo>
                  <a:lnTo>
                    <a:pt x="2158456" y="3231222"/>
                  </a:lnTo>
                  <a:lnTo>
                    <a:pt x="2158456" y="3230791"/>
                  </a:lnTo>
                  <a:lnTo>
                    <a:pt x="2158692" y="3230791"/>
                  </a:lnTo>
                  <a:lnTo>
                    <a:pt x="2159045" y="3229069"/>
                  </a:lnTo>
                  <a:lnTo>
                    <a:pt x="2159162" y="3229069"/>
                  </a:lnTo>
                  <a:lnTo>
                    <a:pt x="2159280" y="3229069"/>
                  </a:lnTo>
                  <a:lnTo>
                    <a:pt x="2159397" y="3229069"/>
                  </a:lnTo>
                  <a:lnTo>
                    <a:pt x="2159397" y="3228638"/>
                  </a:lnTo>
                  <a:lnTo>
                    <a:pt x="2159750" y="3228208"/>
                  </a:lnTo>
                  <a:lnTo>
                    <a:pt x="2160456" y="3227777"/>
                  </a:lnTo>
                  <a:lnTo>
                    <a:pt x="2160574" y="3227347"/>
                  </a:lnTo>
                  <a:lnTo>
                    <a:pt x="2160691" y="3226485"/>
                  </a:lnTo>
                  <a:lnTo>
                    <a:pt x="2160691" y="3226055"/>
                  </a:lnTo>
                  <a:lnTo>
                    <a:pt x="2160809" y="3226055"/>
                  </a:lnTo>
                  <a:lnTo>
                    <a:pt x="2161044" y="3226055"/>
                  </a:lnTo>
                  <a:lnTo>
                    <a:pt x="2161279" y="3226055"/>
                  </a:lnTo>
                  <a:lnTo>
                    <a:pt x="2161514" y="3225624"/>
                  </a:lnTo>
                  <a:lnTo>
                    <a:pt x="2161514" y="3225194"/>
                  </a:lnTo>
                  <a:lnTo>
                    <a:pt x="2161632" y="3223902"/>
                  </a:lnTo>
                  <a:lnTo>
                    <a:pt x="2161750" y="3223902"/>
                  </a:lnTo>
                  <a:lnTo>
                    <a:pt x="2161985" y="3223902"/>
                  </a:lnTo>
                  <a:lnTo>
                    <a:pt x="2162103" y="3223902"/>
                  </a:lnTo>
                  <a:lnTo>
                    <a:pt x="2162691" y="3223471"/>
                  </a:lnTo>
                  <a:lnTo>
                    <a:pt x="2162808" y="3223471"/>
                  </a:lnTo>
                  <a:lnTo>
                    <a:pt x="2162808" y="3223041"/>
                  </a:lnTo>
                  <a:lnTo>
                    <a:pt x="2163279" y="3222610"/>
                  </a:lnTo>
                  <a:lnTo>
                    <a:pt x="2163279" y="3222179"/>
                  </a:lnTo>
                  <a:lnTo>
                    <a:pt x="2163514" y="3221749"/>
                  </a:lnTo>
                  <a:lnTo>
                    <a:pt x="2163749" y="3220457"/>
                  </a:lnTo>
                  <a:lnTo>
                    <a:pt x="2163867" y="3220457"/>
                  </a:lnTo>
                  <a:lnTo>
                    <a:pt x="2164102" y="3219596"/>
                  </a:lnTo>
                  <a:lnTo>
                    <a:pt x="2164220" y="3219165"/>
                  </a:lnTo>
                  <a:lnTo>
                    <a:pt x="2164220" y="3218735"/>
                  </a:lnTo>
                  <a:lnTo>
                    <a:pt x="2164220" y="3218304"/>
                  </a:lnTo>
                  <a:lnTo>
                    <a:pt x="2164455" y="3218304"/>
                  </a:lnTo>
                  <a:lnTo>
                    <a:pt x="2164808" y="3218304"/>
                  </a:lnTo>
                  <a:lnTo>
                    <a:pt x="2165513" y="3217873"/>
                  </a:lnTo>
                  <a:lnTo>
                    <a:pt x="2165749" y="3217873"/>
                  </a:lnTo>
                  <a:lnTo>
                    <a:pt x="2165866" y="3217873"/>
                  </a:lnTo>
                  <a:lnTo>
                    <a:pt x="2166219" y="3217012"/>
                  </a:lnTo>
                  <a:lnTo>
                    <a:pt x="2166337" y="3217012"/>
                  </a:lnTo>
                  <a:lnTo>
                    <a:pt x="2166454" y="3216582"/>
                  </a:lnTo>
                  <a:lnTo>
                    <a:pt x="2166689" y="3215720"/>
                  </a:lnTo>
                  <a:lnTo>
                    <a:pt x="2166807" y="3215720"/>
                  </a:lnTo>
                  <a:lnTo>
                    <a:pt x="2167042" y="3215290"/>
                  </a:lnTo>
                  <a:lnTo>
                    <a:pt x="2167160" y="3215290"/>
                  </a:lnTo>
                  <a:lnTo>
                    <a:pt x="2167160" y="3214859"/>
                  </a:lnTo>
                  <a:lnTo>
                    <a:pt x="2167395" y="3213998"/>
                  </a:lnTo>
                  <a:lnTo>
                    <a:pt x="2167513" y="3213998"/>
                  </a:lnTo>
                  <a:lnTo>
                    <a:pt x="2168101" y="3212706"/>
                  </a:lnTo>
                  <a:lnTo>
                    <a:pt x="2168218" y="3212706"/>
                  </a:lnTo>
                  <a:lnTo>
                    <a:pt x="2168571" y="3212706"/>
                  </a:lnTo>
                  <a:lnTo>
                    <a:pt x="2168807" y="3212706"/>
                  </a:lnTo>
                  <a:lnTo>
                    <a:pt x="2169159" y="3211414"/>
                  </a:lnTo>
                  <a:lnTo>
                    <a:pt x="2169512" y="3211414"/>
                  </a:lnTo>
                  <a:lnTo>
                    <a:pt x="2169747" y="3211414"/>
                  </a:lnTo>
                  <a:lnTo>
                    <a:pt x="2169865" y="3211414"/>
                  </a:lnTo>
                  <a:lnTo>
                    <a:pt x="2169983" y="3211414"/>
                  </a:lnTo>
                  <a:lnTo>
                    <a:pt x="2170218" y="3211414"/>
                  </a:lnTo>
                  <a:lnTo>
                    <a:pt x="2170218" y="3210984"/>
                  </a:lnTo>
                  <a:lnTo>
                    <a:pt x="2170336" y="3210984"/>
                  </a:lnTo>
                  <a:lnTo>
                    <a:pt x="2170571" y="3210984"/>
                  </a:lnTo>
                  <a:lnTo>
                    <a:pt x="2170688" y="3210984"/>
                  </a:lnTo>
                  <a:lnTo>
                    <a:pt x="2170806" y="3210553"/>
                  </a:lnTo>
                  <a:lnTo>
                    <a:pt x="2170924" y="3210553"/>
                  </a:lnTo>
                  <a:lnTo>
                    <a:pt x="2171041" y="3210553"/>
                  </a:lnTo>
                  <a:lnTo>
                    <a:pt x="2171276" y="3210553"/>
                  </a:lnTo>
                  <a:lnTo>
                    <a:pt x="2171629" y="3209261"/>
                  </a:lnTo>
                  <a:lnTo>
                    <a:pt x="2171865" y="3209261"/>
                  </a:lnTo>
                  <a:lnTo>
                    <a:pt x="2171982" y="3209261"/>
                  </a:lnTo>
                  <a:lnTo>
                    <a:pt x="2172453" y="3208831"/>
                  </a:lnTo>
                  <a:lnTo>
                    <a:pt x="2172570" y="3208400"/>
                  </a:lnTo>
                  <a:lnTo>
                    <a:pt x="2172688" y="3208400"/>
                  </a:lnTo>
                  <a:lnTo>
                    <a:pt x="2172923" y="3207970"/>
                  </a:lnTo>
                  <a:lnTo>
                    <a:pt x="2173276" y="3207970"/>
                  </a:lnTo>
                  <a:lnTo>
                    <a:pt x="2173394" y="3207970"/>
                  </a:lnTo>
                  <a:lnTo>
                    <a:pt x="2173511" y="3207970"/>
                  </a:lnTo>
                  <a:lnTo>
                    <a:pt x="2174217" y="3206247"/>
                  </a:lnTo>
                  <a:lnTo>
                    <a:pt x="2174452" y="3205817"/>
                  </a:lnTo>
                  <a:lnTo>
                    <a:pt x="2174687" y="3205386"/>
                  </a:lnTo>
                  <a:lnTo>
                    <a:pt x="2174805" y="3205386"/>
                  </a:lnTo>
                  <a:lnTo>
                    <a:pt x="2174922" y="3204955"/>
                  </a:lnTo>
                  <a:lnTo>
                    <a:pt x="2175040" y="3204955"/>
                  </a:lnTo>
                  <a:lnTo>
                    <a:pt x="2175275" y="3204955"/>
                  </a:lnTo>
                  <a:lnTo>
                    <a:pt x="2175393" y="3204955"/>
                  </a:lnTo>
                  <a:lnTo>
                    <a:pt x="2176216" y="3204955"/>
                  </a:lnTo>
                  <a:lnTo>
                    <a:pt x="2176334" y="3204955"/>
                  </a:lnTo>
                  <a:lnTo>
                    <a:pt x="2176451" y="3204955"/>
                  </a:lnTo>
                  <a:lnTo>
                    <a:pt x="2176569" y="3204525"/>
                  </a:lnTo>
                  <a:lnTo>
                    <a:pt x="2176687" y="3204525"/>
                  </a:lnTo>
                  <a:lnTo>
                    <a:pt x="2176922" y="3204525"/>
                  </a:lnTo>
                  <a:lnTo>
                    <a:pt x="2176922" y="3204094"/>
                  </a:lnTo>
                  <a:lnTo>
                    <a:pt x="2177040" y="3204094"/>
                  </a:lnTo>
                  <a:lnTo>
                    <a:pt x="2177275" y="3204094"/>
                  </a:lnTo>
                  <a:lnTo>
                    <a:pt x="2177275" y="3203664"/>
                  </a:lnTo>
                  <a:lnTo>
                    <a:pt x="2178569" y="3202802"/>
                  </a:lnTo>
                  <a:lnTo>
                    <a:pt x="2178686" y="3202802"/>
                  </a:lnTo>
                  <a:lnTo>
                    <a:pt x="2178804" y="3202802"/>
                  </a:lnTo>
                  <a:lnTo>
                    <a:pt x="2178921" y="3202802"/>
                  </a:lnTo>
                  <a:lnTo>
                    <a:pt x="2179039" y="3202802"/>
                  </a:lnTo>
                  <a:lnTo>
                    <a:pt x="2179039" y="3202372"/>
                  </a:lnTo>
                  <a:lnTo>
                    <a:pt x="2179157" y="3202372"/>
                  </a:lnTo>
                  <a:lnTo>
                    <a:pt x="2179274" y="3202372"/>
                  </a:lnTo>
                  <a:lnTo>
                    <a:pt x="2179509" y="3202372"/>
                  </a:lnTo>
                  <a:lnTo>
                    <a:pt x="2179509" y="3201511"/>
                  </a:lnTo>
                  <a:lnTo>
                    <a:pt x="2179745" y="3201511"/>
                  </a:lnTo>
                  <a:lnTo>
                    <a:pt x="2179862" y="3201511"/>
                  </a:lnTo>
                  <a:lnTo>
                    <a:pt x="2179980" y="3201511"/>
                  </a:lnTo>
                  <a:lnTo>
                    <a:pt x="2180333" y="3201080"/>
                  </a:lnTo>
                  <a:lnTo>
                    <a:pt x="2180333" y="3200649"/>
                  </a:lnTo>
                  <a:lnTo>
                    <a:pt x="2180803" y="3200219"/>
                  </a:lnTo>
                  <a:lnTo>
                    <a:pt x="2180921" y="3200219"/>
                  </a:lnTo>
                  <a:lnTo>
                    <a:pt x="2180921" y="3199788"/>
                  </a:lnTo>
                  <a:lnTo>
                    <a:pt x="2181038" y="3198927"/>
                  </a:lnTo>
                  <a:lnTo>
                    <a:pt x="2181862" y="3198496"/>
                  </a:lnTo>
                  <a:lnTo>
                    <a:pt x="2182097" y="3198496"/>
                  </a:lnTo>
                  <a:lnTo>
                    <a:pt x="2182097" y="3198066"/>
                  </a:lnTo>
                  <a:lnTo>
                    <a:pt x="2182215" y="3198066"/>
                  </a:lnTo>
                  <a:lnTo>
                    <a:pt x="2182215" y="3197635"/>
                  </a:lnTo>
                  <a:lnTo>
                    <a:pt x="2182332" y="3197635"/>
                  </a:lnTo>
                  <a:lnTo>
                    <a:pt x="2182685" y="3197635"/>
                  </a:lnTo>
                  <a:lnTo>
                    <a:pt x="2182803" y="3197635"/>
                  </a:lnTo>
                  <a:lnTo>
                    <a:pt x="2183391" y="3197205"/>
                  </a:lnTo>
                  <a:lnTo>
                    <a:pt x="2183626" y="3196774"/>
                  </a:lnTo>
                  <a:lnTo>
                    <a:pt x="2183744" y="3196774"/>
                  </a:lnTo>
                  <a:lnTo>
                    <a:pt x="2183979" y="3196774"/>
                  </a:lnTo>
                  <a:lnTo>
                    <a:pt x="2184096" y="3196774"/>
                  </a:lnTo>
                  <a:lnTo>
                    <a:pt x="2184332" y="3196343"/>
                  </a:lnTo>
                  <a:lnTo>
                    <a:pt x="2184449" y="3196343"/>
                  </a:lnTo>
                  <a:lnTo>
                    <a:pt x="2184802" y="3195052"/>
                  </a:lnTo>
                  <a:lnTo>
                    <a:pt x="2186096" y="3194190"/>
                  </a:lnTo>
                  <a:lnTo>
                    <a:pt x="2186213" y="3194190"/>
                  </a:lnTo>
                  <a:lnTo>
                    <a:pt x="2186449" y="3194190"/>
                  </a:lnTo>
                  <a:lnTo>
                    <a:pt x="2186919" y="3193760"/>
                  </a:lnTo>
                  <a:lnTo>
                    <a:pt x="2187154" y="3193760"/>
                  </a:lnTo>
                  <a:lnTo>
                    <a:pt x="2187390" y="3193760"/>
                  </a:lnTo>
                  <a:lnTo>
                    <a:pt x="2187507" y="3193329"/>
                  </a:lnTo>
                  <a:lnTo>
                    <a:pt x="2187625" y="3193329"/>
                  </a:lnTo>
                  <a:lnTo>
                    <a:pt x="2188331" y="3192468"/>
                  </a:lnTo>
                  <a:lnTo>
                    <a:pt x="2188566" y="3192468"/>
                  </a:lnTo>
                  <a:lnTo>
                    <a:pt x="2188683" y="3192468"/>
                  </a:lnTo>
                  <a:lnTo>
                    <a:pt x="2188801" y="3192468"/>
                  </a:lnTo>
                  <a:lnTo>
                    <a:pt x="2188919" y="3192468"/>
                  </a:lnTo>
                  <a:lnTo>
                    <a:pt x="2188919" y="3192037"/>
                  </a:lnTo>
                  <a:lnTo>
                    <a:pt x="2189036" y="3192037"/>
                  </a:lnTo>
                  <a:lnTo>
                    <a:pt x="2189271" y="3192037"/>
                  </a:lnTo>
                  <a:lnTo>
                    <a:pt x="2189507" y="3191607"/>
                  </a:lnTo>
                  <a:lnTo>
                    <a:pt x="2189624" y="3190746"/>
                  </a:lnTo>
                  <a:lnTo>
                    <a:pt x="2189859" y="3190746"/>
                  </a:lnTo>
                  <a:lnTo>
                    <a:pt x="2190095" y="3190315"/>
                  </a:lnTo>
                  <a:lnTo>
                    <a:pt x="2190212" y="3190315"/>
                  </a:lnTo>
                  <a:lnTo>
                    <a:pt x="2190683" y="3189884"/>
                  </a:lnTo>
                  <a:lnTo>
                    <a:pt x="2191036" y="3189454"/>
                  </a:lnTo>
                  <a:lnTo>
                    <a:pt x="2191153" y="3189454"/>
                  </a:lnTo>
                  <a:lnTo>
                    <a:pt x="2191624" y="3188593"/>
                  </a:lnTo>
                  <a:lnTo>
                    <a:pt x="2191741" y="3188593"/>
                  </a:lnTo>
                  <a:lnTo>
                    <a:pt x="2191741" y="3187731"/>
                  </a:lnTo>
                  <a:lnTo>
                    <a:pt x="2191741" y="3187301"/>
                  </a:lnTo>
                  <a:lnTo>
                    <a:pt x="2191859" y="3187301"/>
                  </a:lnTo>
                  <a:lnTo>
                    <a:pt x="2192094" y="3187301"/>
                  </a:lnTo>
                  <a:lnTo>
                    <a:pt x="2192094" y="3186870"/>
                  </a:lnTo>
                  <a:lnTo>
                    <a:pt x="2192212" y="3186440"/>
                  </a:lnTo>
                  <a:lnTo>
                    <a:pt x="2192329" y="3186440"/>
                  </a:lnTo>
                  <a:lnTo>
                    <a:pt x="2192682" y="3185578"/>
                  </a:lnTo>
                  <a:lnTo>
                    <a:pt x="2192800" y="3185148"/>
                  </a:lnTo>
                  <a:lnTo>
                    <a:pt x="2192917" y="3185148"/>
                  </a:lnTo>
                  <a:lnTo>
                    <a:pt x="2193035" y="3185148"/>
                  </a:lnTo>
                  <a:lnTo>
                    <a:pt x="2193506" y="3184717"/>
                  </a:lnTo>
                  <a:lnTo>
                    <a:pt x="2193858" y="3184717"/>
                  </a:lnTo>
                  <a:lnTo>
                    <a:pt x="2193976" y="3184287"/>
                  </a:lnTo>
                  <a:lnTo>
                    <a:pt x="2194094" y="3183856"/>
                  </a:lnTo>
                  <a:lnTo>
                    <a:pt x="2194211" y="3183856"/>
                  </a:lnTo>
                  <a:lnTo>
                    <a:pt x="2194329" y="3183856"/>
                  </a:lnTo>
                  <a:lnTo>
                    <a:pt x="2194446" y="3183856"/>
                  </a:lnTo>
                  <a:lnTo>
                    <a:pt x="2195035" y="3182564"/>
                  </a:lnTo>
                  <a:lnTo>
                    <a:pt x="2195152" y="3182564"/>
                  </a:lnTo>
                  <a:lnTo>
                    <a:pt x="2195152" y="3182134"/>
                  </a:lnTo>
                  <a:lnTo>
                    <a:pt x="2195270" y="3182134"/>
                  </a:lnTo>
                  <a:lnTo>
                    <a:pt x="2195387" y="3182134"/>
                  </a:lnTo>
                  <a:lnTo>
                    <a:pt x="2195740" y="3182134"/>
                  </a:lnTo>
                  <a:lnTo>
                    <a:pt x="2196211" y="3182134"/>
                  </a:lnTo>
                  <a:lnTo>
                    <a:pt x="2196446" y="3182134"/>
                  </a:lnTo>
                  <a:lnTo>
                    <a:pt x="2196564" y="3182134"/>
                  </a:lnTo>
                  <a:lnTo>
                    <a:pt x="2196681" y="3181703"/>
                  </a:lnTo>
                  <a:lnTo>
                    <a:pt x="2196916" y="3181703"/>
                  </a:lnTo>
                  <a:lnTo>
                    <a:pt x="2197152" y="3181703"/>
                  </a:lnTo>
                  <a:lnTo>
                    <a:pt x="2197504" y="3181703"/>
                  </a:lnTo>
                  <a:lnTo>
                    <a:pt x="2197975" y="3180842"/>
                  </a:lnTo>
                  <a:lnTo>
                    <a:pt x="2198092" y="3180842"/>
                  </a:lnTo>
                  <a:lnTo>
                    <a:pt x="2198563" y="3179981"/>
                  </a:lnTo>
                  <a:lnTo>
                    <a:pt x="2198798" y="3179981"/>
                  </a:lnTo>
                  <a:lnTo>
                    <a:pt x="2198798" y="3179550"/>
                  </a:lnTo>
                  <a:lnTo>
                    <a:pt x="2198916" y="3179550"/>
                  </a:lnTo>
                  <a:lnTo>
                    <a:pt x="2199033" y="3179550"/>
                  </a:lnTo>
                  <a:lnTo>
                    <a:pt x="2199269" y="3179550"/>
                  </a:lnTo>
                  <a:lnTo>
                    <a:pt x="2199269" y="3179119"/>
                  </a:lnTo>
                  <a:lnTo>
                    <a:pt x="2199739" y="3178258"/>
                  </a:lnTo>
                  <a:lnTo>
                    <a:pt x="2199974" y="3178258"/>
                  </a:lnTo>
                  <a:lnTo>
                    <a:pt x="2200092" y="3178258"/>
                  </a:lnTo>
                  <a:lnTo>
                    <a:pt x="2200562" y="3178258"/>
                  </a:lnTo>
                  <a:lnTo>
                    <a:pt x="2200680" y="3178258"/>
                  </a:lnTo>
                  <a:lnTo>
                    <a:pt x="2200798" y="3178258"/>
                  </a:lnTo>
                  <a:lnTo>
                    <a:pt x="2200798" y="3177828"/>
                  </a:lnTo>
                  <a:lnTo>
                    <a:pt x="2201033" y="3177828"/>
                  </a:lnTo>
                  <a:lnTo>
                    <a:pt x="2201150" y="3177828"/>
                  </a:lnTo>
                  <a:lnTo>
                    <a:pt x="2201268" y="3177828"/>
                  </a:lnTo>
                  <a:lnTo>
                    <a:pt x="2201386" y="3177397"/>
                  </a:lnTo>
                  <a:lnTo>
                    <a:pt x="2201503" y="3177397"/>
                  </a:lnTo>
                  <a:lnTo>
                    <a:pt x="2201739" y="3176536"/>
                  </a:lnTo>
                  <a:lnTo>
                    <a:pt x="2201856" y="3173952"/>
                  </a:lnTo>
                  <a:lnTo>
                    <a:pt x="2202091" y="3173091"/>
                  </a:lnTo>
                  <a:lnTo>
                    <a:pt x="2202209" y="3173091"/>
                  </a:lnTo>
                  <a:lnTo>
                    <a:pt x="2202327" y="3173091"/>
                  </a:lnTo>
                  <a:lnTo>
                    <a:pt x="2202444" y="3173091"/>
                  </a:lnTo>
                  <a:lnTo>
                    <a:pt x="2202562" y="3173091"/>
                  </a:lnTo>
                  <a:lnTo>
                    <a:pt x="2202797" y="3173091"/>
                  </a:lnTo>
                  <a:lnTo>
                    <a:pt x="2203032" y="3172660"/>
                  </a:lnTo>
                  <a:lnTo>
                    <a:pt x="2203150" y="3172660"/>
                  </a:lnTo>
                  <a:lnTo>
                    <a:pt x="2203385" y="3172230"/>
                  </a:lnTo>
                  <a:lnTo>
                    <a:pt x="2203503" y="3172230"/>
                  </a:lnTo>
                  <a:lnTo>
                    <a:pt x="2204091" y="3170507"/>
                  </a:lnTo>
                  <a:lnTo>
                    <a:pt x="2204326" y="3170507"/>
                  </a:lnTo>
                  <a:lnTo>
                    <a:pt x="2204444" y="3170507"/>
                  </a:lnTo>
                  <a:lnTo>
                    <a:pt x="2204679" y="3170507"/>
                  </a:lnTo>
                  <a:lnTo>
                    <a:pt x="2204914" y="3170507"/>
                  </a:lnTo>
                  <a:lnTo>
                    <a:pt x="2205032" y="3170077"/>
                  </a:lnTo>
                  <a:lnTo>
                    <a:pt x="2205149" y="3170077"/>
                  </a:lnTo>
                  <a:lnTo>
                    <a:pt x="2205267" y="3170077"/>
                  </a:lnTo>
                  <a:lnTo>
                    <a:pt x="2205737" y="3169646"/>
                  </a:lnTo>
                  <a:lnTo>
                    <a:pt x="2206090" y="3169646"/>
                  </a:lnTo>
                  <a:lnTo>
                    <a:pt x="2206325" y="3169646"/>
                  </a:lnTo>
                  <a:lnTo>
                    <a:pt x="2206443" y="3169216"/>
                  </a:lnTo>
                  <a:lnTo>
                    <a:pt x="2206561" y="3168785"/>
                  </a:lnTo>
                  <a:lnTo>
                    <a:pt x="2206796" y="3168785"/>
                  </a:lnTo>
                  <a:lnTo>
                    <a:pt x="2206796" y="3168354"/>
                  </a:lnTo>
                  <a:lnTo>
                    <a:pt x="2206796" y="3167924"/>
                  </a:lnTo>
                  <a:lnTo>
                    <a:pt x="2207149" y="3167063"/>
                  </a:lnTo>
                  <a:lnTo>
                    <a:pt x="2207266" y="3167063"/>
                  </a:lnTo>
                  <a:lnTo>
                    <a:pt x="2207384" y="3167063"/>
                  </a:lnTo>
                  <a:lnTo>
                    <a:pt x="2208207" y="3167063"/>
                  </a:lnTo>
                  <a:lnTo>
                    <a:pt x="2208325" y="3167063"/>
                  </a:lnTo>
                  <a:lnTo>
                    <a:pt x="2208560" y="3167063"/>
                  </a:lnTo>
                  <a:lnTo>
                    <a:pt x="2208678" y="3167063"/>
                  </a:lnTo>
                  <a:lnTo>
                    <a:pt x="2209148" y="3166632"/>
                  </a:lnTo>
                  <a:lnTo>
                    <a:pt x="2209266" y="3166201"/>
                  </a:lnTo>
                  <a:lnTo>
                    <a:pt x="2209266" y="3165771"/>
                  </a:lnTo>
                  <a:lnTo>
                    <a:pt x="2209266" y="3164910"/>
                  </a:lnTo>
                  <a:lnTo>
                    <a:pt x="2209266" y="3164479"/>
                  </a:lnTo>
                  <a:lnTo>
                    <a:pt x="2209383" y="3164479"/>
                  </a:lnTo>
                  <a:lnTo>
                    <a:pt x="2209501" y="3163618"/>
                  </a:lnTo>
                  <a:lnTo>
                    <a:pt x="2209619" y="3162757"/>
                  </a:lnTo>
                  <a:lnTo>
                    <a:pt x="2209854" y="3162326"/>
                  </a:lnTo>
                  <a:lnTo>
                    <a:pt x="2210089" y="3161895"/>
                  </a:lnTo>
                  <a:lnTo>
                    <a:pt x="2210089" y="3161465"/>
                  </a:lnTo>
                  <a:lnTo>
                    <a:pt x="2210207" y="3161465"/>
                  </a:lnTo>
                  <a:lnTo>
                    <a:pt x="2210442" y="3161465"/>
                  </a:lnTo>
                  <a:lnTo>
                    <a:pt x="2211265" y="3161034"/>
                  </a:lnTo>
                  <a:lnTo>
                    <a:pt x="2211265" y="3160604"/>
                  </a:lnTo>
                  <a:lnTo>
                    <a:pt x="2211265" y="3160173"/>
                  </a:lnTo>
                  <a:lnTo>
                    <a:pt x="2211383" y="3160173"/>
                  </a:lnTo>
                  <a:lnTo>
                    <a:pt x="2211618" y="3160173"/>
                  </a:lnTo>
                  <a:lnTo>
                    <a:pt x="2211618" y="3159742"/>
                  </a:lnTo>
                  <a:lnTo>
                    <a:pt x="2211736" y="3159742"/>
                  </a:lnTo>
                  <a:lnTo>
                    <a:pt x="2211971" y="3159312"/>
                  </a:lnTo>
                  <a:lnTo>
                    <a:pt x="2212089" y="3159312"/>
                  </a:lnTo>
                  <a:lnTo>
                    <a:pt x="2212324" y="3158881"/>
                  </a:lnTo>
                  <a:lnTo>
                    <a:pt x="2212441" y="3158881"/>
                  </a:lnTo>
                  <a:lnTo>
                    <a:pt x="2212794" y="3158881"/>
                  </a:lnTo>
                  <a:lnTo>
                    <a:pt x="2212912" y="3158881"/>
                  </a:lnTo>
                  <a:lnTo>
                    <a:pt x="2213030" y="3158881"/>
                  </a:lnTo>
                  <a:lnTo>
                    <a:pt x="2213147" y="3158881"/>
                  </a:lnTo>
                  <a:lnTo>
                    <a:pt x="2213853" y="3158881"/>
                  </a:lnTo>
                  <a:lnTo>
                    <a:pt x="2213970" y="3158881"/>
                  </a:lnTo>
                  <a:lnTo>
                    <a:pt x="2214206" y="3158881"/>
                  </a:lnTo>
                  <a:lnTo>
                    <a:pt x="2214323" y="3157589"/>
                  </a:lnTo>
                  <a:lnTo>
                    <a:pt x="2214441" y="3157589"/>
                  </a:lnTo>
                  <a:lnTo>
                    <a:pt x="2214558" y="3157589"/>
                  </a:lnTo>
                  <a:lnTo>
                    <a:pt x="2214911" y="3157159"/>
                  </a:lnTo>
                  <a:lnTo>
                    <a:pt x="2215029" y="3156298"/>
                  </a:lnTo>
                  <a:lnTo>
                    <a:pt x="2215147" y="3156298"/>
                  </a:lnTo>
                  <a:lnTo>
                    <a:pt x="2215264" y="3156298"/>
                  </a:lnTo>
                  <a:lnTo>
                    <a:pt x="2215382" y="3155867"/>
                  </a:lnTo>
                  <a:lnTo>
                    <a:pt x="2215382" y="3155436"/>
                  </a:lnTo>
                  <a:lnTo>
                    <a:pt x="2215499" y="3155436"/>
                  </a:lnTo>
                  <a:lnTo>
                    <a:pt x="2215499" y="3155006"/>
                  </a:lnTo>
                  <a:lnTo>
                    <a:pt x="2215852" y="3155006"/>
                  </a:lnTo>
                  <a:lnTo>
                    <a:pt x="2216087" y="3155006"/>
                  </a:lnTo>
                  <a:lnTo>
                    <a:pt x="2216087" y="3154575"/>
                  </a:lnTo>
                  <a:lnTo>
                    <a:pt x="2216911" y="3153714"/>
                  </a:lnTo>
                  <a:lnTo>
                    <a:pt x="2217381" y="3153714"/>
                  </a:lnTo>
                  <a:lnTo>
                    <a:pt x="2217969" y="3152853"/>
                  </a:lnTo>
                  <a:lnTo>
                    <a:pt x="2218087" y="3152422"/>
                  </a:lnTo>
                  <a:lnTo>
                    <a:pt x="2218087" y="3151992"/>
                  </a:lnTo>
                  <a:lnTo>
                    <a:pt x="2218205" y="3151561"/>
                  </a:lnTo>
                  <a:lnTo>
                    <a:pt x="2218322" y="3151561"/>
                  </a:lnTo>
                  <a:lnTo>
                    <a:pt x="2218440" y="3151561"/>
                  </a:lnTo>
                  <a:lnTo>
                    <a:pt x="2218557" y="3151561"/>
                  </a:lnTo>
                  <a:lnTo>
                    <a:pt x="2218675" y="3151561"/>
                  </a:lnTo>
                  <a:lnTo>
                    <a:pt x="2218675" y="3151130"/>
                  </a:lnTo>
                  <a:lnTo>
                    <a:pt x="2218793" y="3151130"/>
                  </a:lnTo>
                  <a:lnTo>
                    <a:pt x="2218910" y="3151130"/>
                  </a:lnTo>
                  <a:lnTo>
                    <a:pt x="2219028" y="3151130"/>
                  </a:lnTo>
                  <a:lnTo>
                    <a:pt x="2219381" y="3150700"/>
                  </a:lnTo>
                  <a:lnTo>
                    <a:pt x="2219381" y="3150269"/>
                  </a:lnTo>
                  <a:lnTo>
                    <a:pt x="2219734" y="3150269"/>
                  </a:lnTo>
                  <a:lnTo>
                    <a:pt x="2219851" y="3149839"/>
                  </a:lnTo>
                  <a:lnTo>
                    <a:pt x="2219969" y="3149408"/>
                  </a:lnTo>
                  <a:lnTo>
                    <a:pt x="2220322" y="3148977"/>
                  </a:lnTo>
                  <a:lnTo>
                    <a:pt x="2220439" y="3148977"/>
                  </a:lnTo>
                  <a:lnTo>
                    <a:pt x="2220439" y="3148547"/>
                  </a:lnTo>
                  <a:lnTo>
                    <a:pt x="2220674" y="3148547"/>
                  </a:lnTo>
                  <a:lnTo>
                    <a:pt x="2220910" y="3148116"/>
                  </a:lnTo>
                  <a:lnTo>
                    <a:pt x="2220910" y="3147686"/>
                  </a:lnTo>
                  <a:lnTo>
                    <a:pt x="2220910" y="3147255"/>
                  </a:lnTo>
                  <a:lnTo>
                    <a:pt x="2221380" y="3146394"/>
                  </a:lnTo>
                  <a:lnTo>
                    <a:pt x="2221498" y="3146394"/>
                  </a:lnTo>
                  <a:lnTo>
                    <a:pt x="2221615" y="3146394"/>
                  </a:lnTo>
                  <a:lnTo>
                    <a:pt x="2221851" y="3145963"/>
                  </a:lnTo>
                  <a:lnTo>
                    <a:pt x="2222321" y="3145533"/>
                  </a:lnTo>
                  <a:lnTo>
                    <a:pt x="2222556" y="3145533"/>
                  </a:lnTo>
                  <a:lnTo>
                    <a:pt x="2222674" y="3145533"/>
                  </a:lnTo>
                  <a:lnTo>
                    <a:pt x="2222674" y="3144241"/>
                  </a:lnTo>
                  <a:lnTo>
                    <a:pt x="2222791" y="3143810"/>
                  </a:lnTo>
                  <a:lnTo>
                    <a:pt x="2222909" y="3143810"/>
                  </a:lnTo>
                  <a:lnTo>
                    <a:pt x="2223027" y="3143810"/>
                  </a:lnTo>
                  <a:lnTo>
                    <a:pt x="2223262" y="3143810"/>
                  </a:lnTo>
                  <a:lnTo>
                    <a:pt x="2223380" y="3143810"/>
                  </a:lnTo>
                  <a:lnTo>
                    <a:pt x="2223497" y="3143810"/>
                  </a:lnTo>
                  <a:lnTo>
                    <a:pt x="2223732" y="3143810"/>
                  </a:lnTo>
                  <a:lnTo>
                    <a:pt x="2223732" y="3143380"/>
                  </a:lnTo>
                  <a:lnTo>
                    <a:pt x="2223850" y="3143380"/>
                  </a:lnTo>
                  <a:lnTo>
                    <a:pt x="2224085" y="3143380"/>
                  </a:lnTo>
                  <a:lnTo>
                    <a:pt x="2224320" y="3143380"/>
                  </a:lnTo>
                  <a:lnTo>
                    <a:pt x="2224438" y="3143380"/>
                  </a:lnTo>
                  <a:lnTo>
                    <a:pt x="2224791" y="3143380"/>
                  </a:lnTo>
                  <a:lnTo>
                    <a:pt x="2224791" y="3142949"/>
                  </a:lnTo>
                  <a:lnTo>
                    <a:pt x="2225026" y="3142949"/>
                  </a:lnTo>
                  <a:lnTo>
                    <a:pt x="2225144" y="3142949"/>
                  </a:lnTo>
                  <a:lnTo>
                    <a:pt x="2225497" y="3142949"/>
                  </a:lnTo>
                  <a:lnTo>
                    <a:pt x="2225497" y="3142518"/>
                  </a:lnTo>
                  <a:lnTo>
                    <a:pt x="2225732" y="3142518"/>
                  </a:lnTo>
                  <a:lnTo>
                    <a:pt x="2225849" y="3142518"/>
                  </a:lnTo>
                  <a:lnTo>
                    <a:pt x="2225967" y="3142088"/>
                  </a:lnTo>
                  <a:lnTo>
                    <a:pt x="2226085" y="3142088"/>
                  </a:lnTo>
                  <a:lnTo>
                    <a:pt x="2226202" y="3142088"/>
                  </a:lnTo>
                  <a:lnTo>
                    <a:pt x="2226438" y="3142088"/>
                  </a:lnTo>
                  <a:lnTo>
                    <a:pt x="2226438" y="3141227"/>
                  </a:lnTo>
                  <a:lnTo>
                    <a:pt x="2226438" y="3140365"/>
                  </a:lnTo>
                  <a:lnTo>
                    <a:pt x="2226673" y="3139935"/>
                  </a:lnTo>
                  <a:lnTo>
                    <a:pt x="2226790" y="3139935"/>
                  </a:lnTo>
                  <a:lnTo>
                    <a:pt x="2227026" y="3139935"/>
                  </a:lnTo>
                  <a:lnTo>
                    <a:pt x="2227143" y="3139935"/>
                  </a:lnTo>
                  <a:lnTo>
                    <a:pt x="2227143" y="3139504"/>
                  </a:lnTo>
                  <a:lnTo>
                    <a:pt x="2227143" y="3139074"/>
                  </a:lnTo>
                  <a:lnTo>
                    <a:pt x="2227143" y="3138643"/>
                  </a:lnTo>
                  <a:lnTo>
                    <a:pt x="2227496" y="3138212"/>
                  </a:lnTo>
                  <a:lnTo>
                    <a:pt x="2230436" y="3132615"/>
                  </a:lnTo>
                  <a:lnTo>
                    <a:pt x="2230554" y="3132184"/>
                  </a:lnTo>
                  <a:lnTo>
                    <a:pt x="2231024" y="3132184"/>
                  </a:lnTo>
                  <a:lnTo>
                    <a:pt x="2231260" y="3131753"/>
                  </a:lnTo>
                  <a:lnTo>
                    <a:pt x="2231377" y="3131753"/>
                  </a:lnTo>
                  <a:lnTo>
                    <a:pt x="2231495" y="3131753"/>
                  </a:lnTo>
                  <a:lnTo>
                    <a:pt x="2231613" y="3131753"/>
                  </a:lnTo>
                  <a:lnTo>
                    <a:pt x="2231965" y="3131753"/>
                  </a:lnTo>
                  <a:lnTo>
                    <a:pt x="2232318" y="3131323"/>
                  </a:lnTo>
                  <a:lnTo>
                    <a:pt x="2232436" y="3131323"/>
                  </a:lnTo>
                  <a:lnTo>
                    <a:pt x="2232553" y="3131323"/>
                  </a:lnTo>
                  <a:lnTo>
                    <a:pt x="2232906" y="3130462"/>
                  </a:lnTo>
                  <a:lnTo>
                    <a:pt x="2233259" y="3129600"/>
                  </a:lnTo>
                  <a:lnTo>
                    <a:pt x="2233259" y="3129170"/>
                  </a:lnTo>
                  <a:lnTo>
                    <a:pt x="2233612" y="3129170"/>
                  </a:lnTo>
                  <a:lnTo>
                    <a:pt x="2233730" y="3129170"/>
                  </a:lnTo>
                  <a:lnTo>
                    <a:pt x="2233965" y="3128309"/>
                  </a:lnTo>
                  <a:lnTo>
                    <a:pt x="2234082" y="3128309"/>
                  </a:lnTo>
                  <a:lnTo>
                    <a:pt x="2234082" y="3127878"/>
                  </a:lnTo>
                  <a:lnTo>
                    <a:pt x="2234200" y="3127878"/>
                  </a:lnTo>
                  <a:lnTo>
                    <a:pt x="2234435" y="3127447"/>
                  </a:lnTo>
                  <a:lnTo>
                    <a:pt x="2234553" y="3127447"/>
                  </a:lnTo>
                  <a:lnTo>
                    <a:pt x="2234788" y="3127447"/>
                  </a:lnTo>
                  <a:lnTo>
                    <a:pt x="2234906" y="3127447"/>
                  </a:lnTo>
                  <a:lnTo>
                    <a:pt x="2235141" y="3126586"/>
                  </a:lnTo>
                  <a:lnTo>
                    <a:pt x="2235729" y="3126586"/>
                  </a:lnTo>
                  <a:lnTo>
                    <a:pt x="2235729" y="3126156"/>
                  </a:lnTo>
                  <a:lnTo>
                    <a:pt x="2236317" y="3125725"/>
                  </a:lnTo>
                  <a:lnTo>
                    <a:pt x="2236905" y="3125725"/>
                  </a:lnTo>
                  <a:lnTo>
                    <a:pt x="2237258" y="3125725"/>
                  </a:lnTo>
                  <a:lnTo>
                    <a:pt x="2237729" y="3125725"/>
                  </a:lnTo>
                  <a:lnTo>
                    <a:pt x="2237729" y="3125294"/>
                  </a:lnTo>
                  <a:lnTo>
                    <a:pt x="2238199" y="3125294"/>
                  </a:lnTo>
                  <a:lnTo>
                    <a:pt x="2238317" y="3125294"/>
                  </a:lnTo>
                  <a:lnTo>
                    <a:pt x="2238552" y="3125294"/>
                  </a:lnTo>
                  <a:lnTo>
                    <a:pt x="2239022" y="3124433"/>
                  </a:lnTo>
                  <a:lnTo>
                    <a:pt x="2239257" y="3124433"/>
                  </a:lnTo>
                  <a:lnTo>
                    <a:pt x="2239493" y="3124003"/>
                  </a:lnTo>
                  <a:lnTo>
                    <a:pt x="2240081" y="3123572"/>
                  </a:lnTo>
                  <a:lnTo>
                    <a:pt x="2240551" y="3123572"/>
                  </a:lnTo>
                  <a:lnTo>
                    <a:pt x="2240551" y="3123141"/>
                  </a:lnTo>
                  <a:lnTo>
                    <a:pt x="2240669" y="3123141"/>
                  </a:lnTo>
                  <a:lnTo>
                    <a:pt x="2240786" y="3122711"/>
                  </a:lnTo>
                  <a:lnTo>
                    <a:pt x="2240786" y="3122280"/>
                  </a:lnTo>
                  <a:lnTo>
                    <a:pt x="2241022" y="3122280"/>
                  </a:lnTo>
                  <a:lnTo>
                    <a:pt x="2241139" y="3122280"/>
                  </a:lnTo>
                  <a:lnTo>
                    <a:pt x="2241257" y="3120988"/>
                  </a:lnTo>
                  <a:lnTo>
                    <a:pt x="2241375" y="3120988"/>
                  </a:lnTo>
                  <a:lnTo>
                    <a:pt x="2241492" y="3120558"/>
                  </a:lnTo>
                  <a:lnTo>
                    <a:pt x="2241610" y="3120558"/>
                  </a:lnTo>
                  <a:lnTo>
                    <a:pt x="2241727" y="3120558"/>
                  </a:lnTo>
                  <a:lnTo>
                    <a:pt x="2241963" y="3120558"/>
                  </a:lnTo>
                  <a:lnTo>
                    <a:pt x="2242080" y="3120558"/>
                  </a:lnTo>
                  <a:lnTo>
                    <a:pt x="2242433" y="3120558"/>
                  </a:lnTo>
                  <a:lnTo>
                    <a:pt x="2242433" y="3120127"/>
                  </a:lnTo>
                  <a:lnTo>
                    <a:pt x="2242433" y="3119697"/>
                  </a:lnTo>
                  <a:lnTo>
                    <a:pt x="2242433" y="3118835"/>
                  </a:lnTo>
                  <a:lnTo>
                    <a:pt x="2242786" y="3118835"/>
                  </a:lnTo>
                  <a:lnTo>
                    <a:pt x="2242904" y="3118835"/>
                  </a:lnTo>
                  <a:lnTo>
                    <a:pt x="2243021" y="3118835"/>
                  </a:lnTo>
                  <a:lnTo>
                    <a:pt x="2243139" y="3118835"/>
                  </a:lnTo>
                  <a:lnTo>
                    <a:pt x="2243256" y="3118835"/>
                  </a:lnTo>
                  <a:lnTo>
                    <a:pt x="2243492" y="3118405"/>
                  </a:lnTo>
                  <a:lnTo>
                    <a:pt x="2243609" y="3118405"/>
                  </a:lnTo>
                  <a:lnTo>
                    <a:pt x="2243962" y="3118405"/>
                  </a:lnTo>
                  <a:lnTo>
                    <a:pt x="2244080" y="3118405"/>
                  </a:lnTo>
                  <a:lnTo>
                    <a:pt x="2244668" y="3117544"/>
                  </a:lnTo>
                  <a:lnTo>
                    <a:pt x="2245256" y="3117113"/>
                  </a:lnTo>
                  <a:lnTo>
                    <a:pt x="2245373" y="3115821"/>
                  </a:lnTo>
                  <a:lnTo>
                    <a:pt x="2245726" y="3115821"/>
                  </a:lnTo>
                  <a:lnTo>
                    <a:pt x="2245962" y="3115391"/>
                  </a:lnTo>
                  <a:lnTo>
                    <a:pt x="2246314" y="3113238"/>
                  </a:lnTo>
                  <a:lnTo>
                    <a:pt x="2246550" y="3112807"/>
                  </a:lnTo>
                  <a:lnTo>
                    <a:pt x="2246785" y="3111515"/>
                  </a:lnTo>
                  <a:lnTo>
                    <a:pt x="2246902" y="3111515"/>
                  </a:lnTo>
                  <a:lnTo>
                    <a:pt x="2247020" y="3111515"/>
                  </a:lnTo>
                  <a:lnTo>
                    <a:pt x="2247138" y="3111515"/>
                  </a:lnTo>
                  <a:lnTo>
                    <a:pt x="2247138" y="3111085"/>
                  </a:lnTo>
                  <a:lnTo>
                    <a:pt x="2247608" y="3110654"/>
                  </a:lnTo>
                  <a:lnTo>
                    <a:pt x="2247726" y="3109793"/>
                  </a:lnTo>
                  <a:lnTo>
                    <a:pt x="2247843" y="3109793"/>
                  </a:lnTo>
                  <a:lnTo>
                    <a:pt x="2247961" y="3109793"/>
                  </a:lnTo>
                  <a:lnTo>
                    <a:pt x="2247961" y="3109362"/>
                  </a:lnTo>
                  <a:lnTo>
                    <a:pt x="2248079" y="3109362"/>
                  </a:lnTo>
                  <a:lnTo>
                    <a:pt x="2248314" y="3109362"/>
                  </a:lnTo>
                  <a:lnTo>
                    <a:pt x="2248549" y="3109362"/>
                  </a:lnTo>
                  <a:lnTo>
                    <a:pt x="2248784" y="3109362"/>
                  </a:lnTo>
                  <a:lnTo>
                    <a:pt x="2248902" y="3109362"/>
                  </a:lnTo>
                  <a:lnTo>
                    <a:pt x="2249255" y="3109362"/>
                  </a:lnTo>
                  <a:lnTo>
                    <a:pt x="2249372" y="3109362"/>
                  </a:lnTo>
                  <a:lnTo>
                    <a:pt x="2249725" y="3106779"/>
                  </a:lnTo>
                  <a:lnTo>
                    <a:pt x="2249960" y="3106779"/>
                  </a:lnTo>
                  <a:lnTo>
                    <a:pt x="2250078" y="3106779"/>
                  </a:lnTo>
                  <a:lnTo>
                    <a:pt x="2250078" y="3106348"/>
                  </a:lnTo>
                  <a:lnTo>
                    <a:pt x="2250196" y="3105917"/>
                  </a:lnTo>
                  <a:lnTo>
                    <a:pt x="2250196" y="3105487"/>
                  </a:lnTo>
                  <a:lnTo>
                    <a:pt x="2250313" y="3105056"/>
                  </a:lnTo>
                  <a:lnTo>
                    <a:pt x="2250666" y="3105056"/>
                  </a:lnTo>
                  <a:lnTo>
                    <a:pt x="2251019" y="3105056"/>
                  </a:lnTo>
                  <a:lnTo>
                    <a:pt x="2251137" y="3105056"/>
                  </a:lnTo>
                  <a:lnTo>
                    <a:pt x="2251372" y="3105056"/>
                  </a:lnTo>
                  <a:lnTo>
                    <a:pt x="2251489" y="3105056"/>
                  </a:lnTo>
                  <a:lnTo>
                    <a:pt x="2251607" y="3105056"/>
                  </a:lnTo>
                  <a:lnTo>
                    <a:pt x="2251842" y="3105056"/>
                  </a:lnTo>
                  <a:lnTo>
                    <a:pt x="2252077" y="3104626"/>
                  </a:lnTo>
                  <a:lnTo>
                    <a:pt x="2252313" y="3104626"/>
                  </a:lnTo>
                  <a:lnTo>
                    <a:pt x="2252430" y="3103334"/>
                  </a:lnTo>
                  <a:lnTo>
                    <a:pt x="2252783" y="3103334"/>
                  </a:lnTo>
                  <a:lnTo>
                    <a:pt x="2252901" y="3103334"/>
                  </a:lnTo>
                  <a:lnTo>
                    <a:pt x="2253018" y="3103334"/>
                  </a:lnTo>
                  <a:lnTo>
                    <a:pt x="2253136" y="3103334"/>
                  </a:lnTo>
                  <a:lnTo>
                    <a:pt x="2253136" y="3102903"/>
                  </a:lnTo>
                  <a:lnTo>
                    <a:pt x="2253371" y="3102903"/>
                  </a:lnTo>
                  <a:lnTo>
                    <a:pt x="2253489" y="3102473"/>
                  </a:lnTo>
                  <a:lnTo>
                    <a:pt x="2253959" y="3100750"/>
                  </a:lnTo>
                  <a:lnTo>
                    <a:pt x="2254077" y="3100750"/>
                  </a:lnTo>
                  <a:lnTo>
                    <a:pt x="2254195" y="3100750"/>
                  </a:lnTo>
                  <a:lnTo>
                    <a:pt x="2254312" y="3100750"/>
                  </a:lnTo>
                  <a:lnTo>
                    <a:pt x="2254312" y="3100320"/>
                  </a:lnTo>
                  <a:lnTo>
                    <a:pt x="2254312" y="3099889"/>
                  </a:lnTo>
                  <a:lnTo>
                    <a:pt x="2254665" y="3099889"/>
                  </a:lnTo>
                  <a:lnTo>
                    <a:pt x="2254783" y="3099889"/>
                  </a:lnTo>
                  <a:lnTo>
                    <a:pt x="2254900" y="3099889"/>
                  </a:lnTo>
                  <a:lnTo>
                    <a:pt x="2255018" y="3099889"/>
                  </a:lnTo>
                  <a:lnTo>
                    <a:pt x="2255253" y="3099889"/>
                  </a:lnTo>
                  <a:lnTo>
                    <a:pt x="2255488" y="3099889"/>
                  </a:lnTo>
                  <a:lnTo>
                    <a:pt x="2255488" y="3099458"/>
                  </a:lnTo>
                  <a:lnTo>
                    <a:pt x="2255488" y="3099028"/>
                  </a:lnTo>
                  <a:lnTo>
                    <a:pt x="2255488" y="3098597"/>
                  </a:lnTo>
                  <a:lnTo>
                    <a:pt x="2255606" y="3098597"/>
                  </a:lnTo>
                  <a:lnTo>
                    <a:pt x="2255723" y="3098597"/>
                  </a:lnTo>
                  <a:lnTo>
                    <a:pt x="2256312" y="3097736"/>
                  </a:lnTo>
                  <a:lnTo>
                    <a:pt x="2256429" y="3097736"/>
                  </a:lnTo>
                  <a:lnTo>
                    <a:pt x="2256664" y="3097736"/>
                  </a:lnTo>
                  <a:lnTo>
                    <a:pt x="2256782" y="3097736"/>
                  </a:lnTo>
                  <a:lnTo>
                    <a:pt x="2256900" y="3097736"/>
                  </a:lnTo>
                  <a:lnTo>
                    <a:pt x="2257017" y="3097305"/>
                  </a:lnTo>
                  <a:lnTo>
                    <a:pt x="2257252" y="3097305"/>
                  </a:lnTo>
                  <a:lnTo>
                    <a:pt x="2257370" y="3097305"/>
                  </a:lnTo>
                  <a:lnTo>
                    <a:pt x="2258076" y="3096014"/>
                  </a:lnTo>
                  <a:lnTo>
                    <a:pt x="2258429" y="3095152"/>
                  </a:lnTo>
                  <a:lnTo>
                    <a:pt x="2258546" y="3095152"/>
                  </a:lnTo>
                  <a:lnTo>
                    <a:pt x="2259134" y="3093861"/>
                  </a:lnTo>
                  <a:lnTo>
                    <a:pt x="2259370" y="3092999"/>
                  </a:lnTo>
                  <a:lnTo>
                    <a:pt x="2259487" y="3092999"/>
                  </a:lnTo>
                  <a:lnTo>
                    <a:pt x="2259605" y="3092569"/>
                  </a:lnTo>
                  <a:lnTo>
                    <a:pt x="2259722" y="3092138"/>
                  </a:lnTo>
                  <a:lnTo>
                    <a:pt x="2259958" y="3091708"/>
                  </a:lnTo>
                  <a:lnTo>
                    <a:pt x="2260193" y="3090416"/>
                  </a:lnTo>
                  <a:lnTo>
                    <a:pt x="2260546" y="3090416"/>
                  </a:lnTo>
                  <a:lnTo>
                    <a:pt x="2260663" y="3090416"/>
                  </a:lnTo>
                  <a:lnTo>
                    <a:pt x="2260663" y="3089555"/>
                  </a:lnTo>
                  <a:lnTo>
                    <a:pt x="2260663" y="3089124"/>
                  </a:lnTo>
                  <a:lnTo>
                    <a:pt x="2260781" y="3089124"/>
                  </a:lnTo>
                  <a:lnTo>
                    <a:pt x="2260899" y="3089124"/>
                  </a:lnTo>
                  <a:lnTo>
                    <a:pt x="2261016" y="3088693"/>
                  </a:lnTo>
                  <a:lnTo>
                    <a:pt x="2261134" y="3088693"/>
                  </a:lnTo>
                  <a:lnTo>
                    <a:pt x="2261369" y="3087832"/>
                  </a:lnTo>
                  <a:lnTo>
                    <a:pt x="2261604" y="3087832"/>
                  </a:lnTo>
                  <a:lnTo>
                    <a:pt x="2261722" y="3087832"/>
                  </a:lnTo>
                  <a:lnTo>
                    <a:pt x="2261957" y="3087832"/>
                  </a:lnTo>
                  <a:lnTo>
                    <a:pt x="2262075" y="3086971"/>
                  </a:lnTo>
                  <a:lnTo>
                    <a:pt x="2262075" y="3086540"/>
                  </a:lnTo>
                  <a:lnTo>
                    <a:pt x="2262192" y="3086540"/>
                  </a:lnTo>
                  <a:lnTo>
                    <a:pt x="2262427" y="3086110"/>
                  </a:lnTo>
                  <a:lnTo>
                    <a:pt x="2262545" y="3086110"/>
                  </a:lnTo>
                  <a:lnTo>
                    <a:pt x="2262898" y="3085679"/>
                  </a:lnTo>
                  <a:lnTo>
                    <a:pt x="2263133" y="3085679"/>
                  </a:lnTo>
                  <a:lnTo>
                    <a:pt x="2263251" y="3085679"/>
                  </a:lnTo>
                  <a:lnTo>
                    <a:pt x="2263604" y="3085679"/>
                  </a:lnTo>
                  <a:lnTo>
                    <a:pt x="2263839" y="3084818"/>
                  </a:lnTo>
                  <a:lnTo>
                    <a:pt x="2263839" y="3084387"/>
                  </a:lnTo>
                  <a:lnTo>
                    <a:pt x="2264074" y="3084387"/>
                  </a:lnTo>
                  <a:lnTo>
                    <a:pt x="2264545" y="3084387"/>
                  </a:lnTo>
                  <a:lnTo>
                    <a:pt x="2264780" y="3084387"/>
                  </a:lnTo>
                  <a:lnTo>
                    <a:pt x="2264897" y="3084387"/>
                  </a:lnTo>
                  <a:lnTo>
                    <a:pt x="2265015" y="3084387"/>
                  </a:lnTo>
                  <a:lnTo>
                    <a:pt x="2265485" y="3083526"/>
                  </a:lnTo>
                  <a:lnTo>
                    <a:pt x="2265603" y="3083526"/>
                  </a:lnTo>
                  <a:lnTo>
                    <a:pt x="2265721" y="3083526"/>
                  </a:lnTo>
                  <a:lnTo>
                    <a:pt x="2265721" y="3083096"/>
                  </a:lnTo>
                  <a:lnTo>
                    <a:pt x="2265838" y="3083096"/>
                  </a:lnTo>
                  <a:lnTo>
                    <a:pt x="2265956" y="3083096"/>
                  </a:lnTo>
                  <a:lnTo>
                    <a:pt x="2266191" y="3082234"/>
                  </a:lnTo>
                  <a:lnTo>
                    <a:pt x="2266426" y="3082234"/>
                  </a:lnTo>
                  <a:lnTo>
                    <a:pt x="2266426" y="3081804"/>
                  </a:lnTo>
                  <a:lnTo>
                    <a:pt x="2266544" y="3081804"/>
                  </a:lnTo>
                  <a:lnTo>
                    <a:pt x="2266662" y="3081804"/>
                  </a:lnTo>
                  <a:lnTo>
                    <a:pt x="2266897" y="3080943"/>
                  </a:lnTo>
                  <a:lnTo>
                    <a:pt x="2266897" y="3080512"/>
                  </a:lnTo>
                  <a:lnTo>
                    <a:pt x="2267250" y="3080081"/>
                  </a:lnTo>
                  <a:lnTo>
                    <a:pt x="2267603" y="3078359"/>
                  </a:lnTo>
                  <a:lnTo>
                    <a:pt x="2267720" y="3078359"/>
                  </a:lnTo>
                  <a:lnTo>
                    <a:pt x="2267955" y="3078359"/>
                  </a:lnTo>
                  <a:lnTo>
                    <a:pt x="2268308" y="3078359"/>
                  </a:lnTo>
                  <a:lnTo>
                    <a:pt x="2268661" y="3078359"/>
                  </a:lnTo>
                  <a:lnTo>
                    <a:pt x="2269014" y="3078359"/>
                  </a:lnTo>
                  <a:lnTo>
                    <a:pt x="2269132" y="3078359"/>
                  </a:lnTo>
                  <a:lnTo>
                    <a:pt x="2269132" y="3077928"/>
                  </a:lnTo>
                  <a:lnTo>
                    <a:pt x="2269249" y="3077928"/>
                  </a:lnTo>
                  <a:lnTo>
                    <a:pt x="2269367" y="3077928"/>
                  </a:lnTo>
                  <a:lnTo>
                    <a:pt x="2269484" y="3077928"/>
                  </a:lnTo>
                  <a:lnTo>
                    <a:pt x="2269720" y="3077928"/>
                  </a:lnTo>
                  <a:lnTo>
                    <a:pt x="2269955" y="3077067"/>
                  </a:lnTo>
                  <a:lnTo>
                    <a:pt x="2270190" y="3076206"/>
                  </a:lnTo>
                  <a:lnTo>
                    <a:pt x="2270190" y="3075775"/>
                  </a:lnTo>
                  <a:lnTo>
                    <a:pt x="2270778" y="3074914"/>
                  </a:lnTo>
                  <a:lnTo>
                    <a:pt x="2270896" y="3074914"/>
                  </a:lnTo>
                  <a:lnTo>
                    <a:pt x="2271013" y="3074484"/>
                  </a:lnTo>
                  <a:lnTo>
                    <a:pt x="2271366" y="3074484"/>
                  </a:lnTo>
                  <a:lnTo>
                    <a:pt x="2271601" y="3074053"/>
                  </a:lnTo>
                  <a:lnTo>
                    <a:pt x="2271719" y="3074053"/>
                  </a:lnTo>
                  <a:lnTo>
                    <a:pt x="2271837" y="3074053"/>
                  </a:lnTo>
                  <a:lnTo>
                    <a:pt x="2271837" y="3073622"/>
                  </a:lnTo>
                  <a:lnTo>
                    <a:pt x="2272189" y="3072761"/>
                  </a:lnTo>
                  <a:lnTo>
                    <a:pt x="2272189" y="3072331"/>
                  </a:lnTo>
                  <a:lnTo>
                    <a:pt x="2272778" y="3072331"/>
                  </a:lnTo>
                  <a:lnTo>
                    <a:pt x="2272895" y="3072331"/>
                  </a:lnTo>
                  <a:lnTo>
                    <a:pt x="2273130" y="3071900"/>
                  </a:lnTo>
                  <a:lnTo>
                    <a:pt x="2273248" y="3071900"/>
                  </a:lnTo>
                  <a:lnTo>
                    <a:pt x="2273718" y="3071900"/>
                  </a:lnTo>
                  <a:lnTo>
                    <a:pt x="2273954" y="3071900"/>
                  </a:lnTo>
                  <a:lnTo>
                    <a:pt x="2273954" y="3071469"/>
                  </a:lnTo>
                  <a:lnTo>
                    <a:pt x="2274307" y="3071469"/>
                  </a:lnTo>
                  <a:lnTo>
                    <a:pt x="2274424" y="3071469"/>
                  </a:lnTo>
                  <a:lnTo>
                    <a:pt x="2274542" y="3071469"/>
                  </a:lnTo>
                  <a:lnTo>
                    <a:pt x="2274659" y="3071469"/>
                  </a:lnTo>
                  <a:lnTo>
                    <a:pt x="2274777" y="3071039"/>
                  </a:lnTo>
                  <a:lnTo>
                    <a:pt x="2275130" y="3069747"/>
                  </a:lnTo>
                  <a:lnTo>
                    <a:pt x="2275483" y="3069316"/>
                  </a:lnTo>
                  <a:lnTo>
                    <a:pt x="2275953" y="3069316"/>
                  </a:lnTo>
                  <a:lnTo>
                    <a:pt x="2275953" y="3068886"/>
                  </a:lnTo>
                  <a:lnTo>
                    <a:pt x="2276188" y="3067594"/>
                  </a:lnTo>
                  <a:lnTo>
                    <a:pt x="2276659" y="3067163"/>
                  </a:lnTo>
                  <a:lnTo>
                    <a:pt x="2276659" y="3066733"/>
                  </a:lnTo>
                  <a:lnTo>
                    <a:pt x="2276776" y="3066733"/>
                  </a:lnTo>
                  <a:lnTo>
                    <a:pt x="2276894" y="3066733"/>
                  </a:lnTo>
                  <a:lnTo>
                    <a:pt x="2277012" y="3066733"/>
                  </a:lnTo>
                  <a:lnTo>
                    <a:pt x="2277012" y="3066302"/>
                  </a:lnTo>
                  <a:lnTo>
                    <a:pt x="2277012" y="3065872"/>
                  </a:lnTo>
                  <a:lnTo>
                    <a:pt x="2277600" y="3064149"/>
                  </a:lnTo>
                  <a:lnTo>
                    <a:pt x="2277717" y="3064149"/>
                  </a:lnTo>
                  <a:lnTo>
                    <a:pt x="2277717" y="3063288"/>
                  </a:lnTo>
                  <a:lnTo>
                    <a:pt x="2278188" y="3063288"/>
                  </a:lnTo>
                  <a:lnTo>
                    <a:pt x="2278305" y="3063288"/>
                  </a:lnTo>
                  <a:lnTo>
                    <a:pt x="2278423" y="3062857"/>
                  </a:lnTo>
                  <a:lnTo>
                    <a:pt x="2278423" y="3062427"/>
                  </a:lnTo>
                  <a:lnTo>
                    <a:pt x="2278423" y="3061996"/>
                  </a:lnTo>
                  <a:lnTo>
                    <a:pt x="2278541" y="3061996"/>
                  </a:lnTo>
                  <a:lnTo>
                    <a:pt x="2278658" y="3061996"/>
                  </a:lnTo>
                  <a:lnTo>
                    <a:pt x="2278658" y="3061566"/>
                  </a:lnTo>
                  <a:lnTo>
                    <a:pt x="2279129" y="3061566"/>
                  </a:lnTo>
                  <a:lnTo>
                    <a:pt x="2279364" y="3061566"/>
                  </a:lnTo>
                  <a:lnTo>
                    <a:pt x="2279482" y="3061566"/>
                  </a:lnTo>
                  <a:lnTo>
                    <a:pt x="2279599" y="3061566"/>
                  </a:lnTo>
                  <a:lnTo>
                    <a:pt x="2279834" y="3061566"/>
                  </a:lnTo>
                  <a:lnTo>
                    <a:pt x="2279952" y="3061566"/>
                  </a:lnTo>
                  <a:lnTo>
                    <a:pt x="2280070" y="3061566"/>
                  </a:lnTo>
                  <a:lnTo>
                    <a:pt x="2280305" y="3061566"/>
                  </a:lnTo>
                  <a:lnTo>
                    <a:pt x="2280658" y="3061566"/>
                  </a:lnTo>
                  <a:lnTo>
                    <a:pt x="2280893" y="3061566"/>
                  </a:lnTo>
                  <a:lnTo>
                    <a:pt x="2281128" y="3061566"/>
                  </a:lnTo>
                  <a:lnTo>
                    <a:pt x="2281246" y="3061566"/>
                  </a:lnTo>
                  <a:lnTo>
                    <a:pt x="2281363" y="3061566"/>
                  </a:lnTo>
                  <a:lnTo>
                    <a:pt x="2281834" y="3061566"/>
                  </a:lnTo>
                  <a:lnTo>
                    <a:pt x="2282069" y="3061135"/>
                  </a:lnTo>
                  <a:lnTo>
                    <a:pt x="2282187" y="3061135"/>
                  </a:lnTo>
                  <a:lnTo>
                    <a:pt x="2282422" y="3060704"/>
                  </a:lnTo>
                  <a:lnTo>
                    <a:pt x="2282775" y="3059413"/>
                  </a:lnTo>
                  <a:lnTo>
                    <a:pt x="2282892" y="3059413"/>
                  </a:lnTo>
                  <a:lnTo>
                    <a:pt x="2283010" y="3058982"/>
                  </a:lnTo>
                  <a:lnTo>
                    <a:pt x="2283363" y="3058982"/>
                  </a:lnTo>
                  <a:lnTo>
                    <a:pt x="2283480" y="3057690"/>
                  </a:lnTo>
                  <a:lnTo>
                    <a:pt x="2283833" y="3057260"/>
                  </a:lnTo>
                  <a:lnTo>
                    <a:pt x="2283951" y="3057260"/>
                  </a:lnTo>
                  <a:lnTo>
                    <a:pt x="2284186" y="3057260"/>
                  </a:lnTo>
                  <a:lnTo>
                    <a:pt x="2284892" y="3056829"/>
                  </a:lnTo>
                  <a:lnTo>
                    <a:pt x="2285009" y="3056829"/>
                  </a:lnTo>
                  <a:lnTo>
                    <a:pt x="2285245" y="3056829"/>
                  </a:lnTo>
                  <a:lnTo>
                    <a:pt x="2285362" y="3056829"/>
                  </a:lnTo>
                  <a:lnTo>
                    <a:pt x="2285598" y="3056829"/>
                  </a:lnTo>
                  <a:lnTo>
                    <a:pt x="2286421" y="3056398"/>
                  </a:lnTo>
                  <a:lnTo>
                    <a:pt x="2286538" y="3056398"/>
                  </a:lnTo>
                  <a:lnTo>
                    <a:pt x="2286774" y="3056398"/>
                  </a:lnTo>
                  <a:lnTo>
                    <a:pt x="2286891" y="3056398"/>
                  </a:lnTo>
                  <a:lnTo>
                    <a:pt x="2287009" y="3056398"/>
                  </a:lnTo>
                  <a:lnTo>
                    <a:pt x="2287009" y="3055968"/>
                  </a:lnTo>
                  <a:lnTo>
                    <a:pt x="2287244" y="3055968"/>
                  </a:lnTo>
                  <a:lnTo>
                    <a:pt x="2287597" y="3055537"/>
                  </a:lnTo>
                  <a:lnTo>
                    <a:pt x="2287715" y="3055537"/>
                  </a:lnTo>
                  <a:lnTo>
                    <a:pt x="2288067" y="3055107"/>
                  </a:lnTo>
                  <a:lnTo>
                    <a:pt x="2288538" y="3052954"/>
                  </a:lnTo>
                  <a:lnTo>
                    <a:pt x="2288655" y="3052954"/>
                  </a:lnTo>
                  <a:lnTo>
                    <a:pt x="2288891" y="3052954"/>
                  </a:lnTo>
                  <a:lnTo>
                    <a:pt x="2288891" y="3052523"/>
                  </a:lnTo>
                  <a:lnTo>
                    <a:pt x="2289008" y="3052092"/>
                  </a:lnTo>
                  <a:lnTo>
                    <a:pt x="2289361" y="3052092"/>
                  </a:lnTo>
                  <a:lnTo>
                    <a:pt x="2289479" y="3052092"/>
                  </a:lnTo>
                  <a:lnTo>
                    <a:pt x="2290067" y="3052092"/>
                  </a:lnTo>
                  <a:lnTo>
                    <a:pt x="2290184" y="3052092"/>
                  </a:lnTo>
                  <a:lnTo>
                    <a:pt x="2290184" y="3051662"/>
                  </a:lnTo>
                  <a:lnTo>
                    <a:pt x="2290302" y="3051231"/>
                  </a:lnTo>
                  <a:lnTo>
                    <a:pt x="2290420" y="3050801"/>
                  </a:lnTo>
                  <a:lnTo>
                    <a:pt x="2290420" y="3050370"/>
                  </a:lnTo>
                  <a:lnTo>
                    <a:pt x="2290537" y="3050370"/>
                  </a:lnTo>
                  <a:lnTo>
                    <a:pt x="2290773" y="3050370"/>
                  </a:lnTo>
                  <a:lnTo>
                    <a:pt x="2290890" y="3050370"/>
                  </a:lnTo>
                  <a:lnTo>
                    <a:pt x="2291125" y="3049939"/>
                  </a:lnTo>
                  <a:lnTo>
                    <a:pt x="2291125" y="3049509"/>
                  </a:lnTo>
                  <a:lnTo>
                    <a:pt x="2291243" y="3049509"/>
                  </a:lnTo>
                  <a:lnTo>
                    <a:pt x="2291361" y="3049078"/>
                  </a:lnTo>
                  <a:lnTo>
                    <a:pt x="2291478" y="3049078"/>
                  </a:lnTo>
                  <a:lnTo>
                    <a:pt x="2291596" y="3048648"/>
                  </a:lnTo>
                  <a:lnTo>
                    <a:pt x="2291713" y="3047786"/>
                  </a:lnTo>
                  <a:lnTo>
                    <a:pt x="2291713" y="3047356"/>
                  </a:lnTo>
                  <a:lnTo>
                    <a:pt x="2291831" y="3047356"/>
                  </a:lnTo>
                  <a:lnTo>
                    <a:pt x="2292066" y="3047356"/>
                  </a:lnTo>
                  <a:lnTo>
                    <a:pt x="2292302" y="3047356"/>
                  </a:lnTo>
                  <a:lnTo>
                    <a:pt x="2292419" y="3047356"/>
                  </a:lnTo>
                  <a:lnTo>
                    <a:pt x="2292537" y="3047356"/>
                  </a:lnTo>
                  <a:lnTo>
                    <a:pt x="2292890" y="3047356"/>
                  </a:lnTo>
                  <a:lnTo>
                    <a:pt x="2292890" y="3046925"/>
                  </a:lnTo>
                  <a:lnTo>
                    <a:pt x="2293007" y="3046925"/>
                  </a:lnTo>
                  <a:lnTo>
                    <a:pt x="2293242" y="3046925"/>
                  </a:lnTo>
                  <a:lnTo>
                    <a:pt x="2293478" y="3046495"/>
                  </a:lnTo>
                  <a:lnTo>
                    <a:pt x="2293595" y="3046495"/>
                  </a:lnTo>
                  <a:lnTo>
                    <a:pt x="2293831" y="3046064"/>
                  </a:lnTo>
                  <a:lnTo>
                    <a:pt x="2293948" y="3046064"/>
                  </a:lnTo>
                  <a:lnTo>
                    <a:pt x="2294183" y="3046064"/>
                  </a:lnTo>
                  <a:lnTo>
                    <a:pt x="2294301" y="3046064"/>
                  </a:lnTo>
                  <a:lnTo>
                    <a:pt x="2294536" y="3045633"/>
                  </a:lnTo>
                  <a:lnTo>
                    <a:pt x="2294654" y="3045633"/>
                  </a:lnTo>
                  <a:lnTo>
                    <a:pt x="2294889" y="3045203"/>
                  </a:lnTo>
                  <a:lnTo>
                    <a:pt x="2295477" y="3044342"/>
                  </a:lnTo>
                  <a:lnTo>
                    <a:pt x="2295595" y="3044342"/>
                  </a:lnTo>
                  <a:lnTo>
                    <a:pt x="2295712" y="3044342"/>
                  </a:lnTo>
                  <a:lnTo>
                    <a:pt x="2295948" y="3044342"/>
                  </a:lnTo>
                  <a:lnTo>
                    <a:pt x="2295948" y="3043911"/>
                  </a:lnTo>
                  <a:lnTo>
                    <a:pt x="2296065" y="3043911"/>
                  </a:lnTo>
                  <a:lnTo>
                    <a:pt x="2296065" y="3043480"/>
                  </a:lnTo>
                  <a:lnTo>
                    <a:pt x="2296183" y="3043480"/>
                  </a:lnTo>
                  <a:lnTo>
                    <a:pt x="2296418" y="3042619"/>
                  </a:lnTo>
                  <a:lnTo>
                    <a:pt x="2296536" y="3042619"/>
                  </a:lnTo>
                  <a:lnTo>
                    <a:pt x="2296771" y="3042619"/>
                  </a:lnTo>
                  <a:lnTo>
                    <a:pt x="2296888" y="3042619"/>
                  </a:lnTo>
                  <a:lnTo>
                    <a:pt x="2297006" y="3042619"/>
                  </a:lnTo>
                  <a:lnTo>
                    <a:pt x="2297124" y="3042189"/>
                  </a:lnTo>
                  <a:lnTo>
                    <a:pt x="2297359" y="3041758"/>
                  </a:lnTo>
                  <a:lnTo>
                    <a:pt x="2297594" y="3041758"/>
                  </a:lnTo>
                  <a:lnTo>
                    <a:pt x="2297594" y="3040897"/>
                  </a:lnTo>
                  <a:lnTo>
                    <a:pt x="2297829" y="3039605"/>
                  </a:lnTo>
                  <a:lnTo>
                    <a:pt x="2298065" y="3039174"/>
                  </a:lnTo>
                  <a:lnTo>
                    <a:pt x="2298535" y="3039174"/>
                  </a:lnTo>
                  <a:lnTo>
                    <a:pt x="2298653" y="3039174"/>
                  </a:lnTo>
                  <a:lnTo>
                    <a:pt x="2299123" y="3039174"/>
                  </a:lnTo>
                  <a:lnTo>
                    <a:pt x="2299241" y="3039174"/>
                  </a:lnTo>
                  <a:lnTo>
                    <a:pt x="2299594" y="3038744"/>
                  </a:lnTo>
                  <a:lnTo>
                    <a:pt x="2299829" y="3038313"/>
                  </a:lnTo>
                  <a:lnTo>
                    <a:pt x="2299946" y="3037883"/>
                  </a:lnTo>
                  <a:lnTo>
                    <a:pt x="2300064" y="3037883"/>
                  </a:lnTo>
                  <a:lnTo>
                    <a:pt x="2300182" y="3037883"/>
                  </a:lnTo>
                  <a:lnTo>
                    <a:pt x="2300299" y="3037883"/>
                  </a:lnTo>
                  <a:lnTo>
                    <a:pt x="2300417" y="3037883"/>
                  </a:lnTo>
                  <a:lnTo>
                    <a:pt x="2300535" y="3037883"/>
                  </a:lnTo>
                  <a:lnTo>
                    <a:pt x="2300652" y="3037452"/>
                  </a:lnTo>
                  <a:lnTo>
                    <a:pt x="2300770" y="3037452"/>
                  </a:lnTo>
                  <a:lnTo>
                    <a:pt x="2300887" y="3037452"/>
                  </a:lnTo>
                  <a:lnTo>
                    <a:pt x="2301005" y="3037452"/>
                  </a:lnTo>
                  <a:lnTo>
                    <a:pt x="2301005" y="3036591"/>
                  </a:lnTo>
                  <a:lnTo>
                    <a:pt x="2301123" y="3036591"/>
                  </a:lnTo>
                  <a:lnTo>
                    <a:pt x="2301240" y="3036591"/>
                  </a:lnTo>
                  <a:lnTo>
                    <a:pt x="2301475" y="3036591"/>
                  </a:lnTo>
                  <a:lnTo>
                    <a:pt x="2301593" y="3036591"/>
                  </a:lnTo>
                  <a:lnTo>
                    <a:pt x="2301593" y="3035730"/>
                  </a:lnTo>
                  <a:lnTo>
                    <a:pt x="2301946" y="3035730"/>
                  </a:lnTo>
                  <a:lnTo>
                    <a:pt x="2302064" y="3035299"/>
                  </a:lnTo>
                  <a:lnTo>
                    <a:pt x="2302181" y="3035299"/>
                  </a:lnTo>
                  <a:lnTo>
                    <a:pt x="2302299" y="3035299"/>
                  </a:lnTo>
                  <a:lnTo>
                    <a:pt x="2303475" y="3031424"/>
                  </a:lnTo>
                  <a:lnTo>
                    <a:pt x="2303828" y="3030993"/>
                  </a:lnTo>
                  <a:lnTo>
                    <a:pt x="2303828" y="3030562"/>
                  </a:lnTo>
                  <a:lnTo>
                    <a:pt x="2303945" y="3030562"/>
                  </a:lnTo>
                  <a:lnTo>
                    <a:pt x="2304063" y="3030562"/>
                  </a:lnTo>
                  <a:lnTo>
                    <a:pt x="2304181" y="3030562"/>
                  </a:lnTo>
                  <a:lnTo>
                    <a:pt x="2304181" y="3030132"/>
                  </a:lnTo>
                  <a:lnTo>
                    <a:pt x="2304886" y="3030132"/>
                  </a:lnTo>
                  <a:lnTo>
                    <a:pt x="2304886" y="3029701"/>
                  </a:lnTo>
                  <a:lnTo>
                    <a:pt x="2305239" y="3029701"/>
                  </a:lnTo>
                  <a:lnTo>
                    <a:pt x="2305357" y="3029701"/>
                  </a:lnTo>
                  <a:lnTo>
                    <a:pt x="2305474" y="3029271"/>
                  </a:lnTo>
                  <a:lnTo>
                    <a:pt x="2305474" y="3028840"/>
                  </a:lnTo>
                  <a:lnTo>
                    <a:pt x="2305592" y="3028840"/>
                  </a:lnTo>
                  <a:lnTo>
                    <a:pt x="2305710" y="3028840"/>
                  </a:lnTo>
                  <a:lnTo>
                    <a:pt x="2305827" y="3028840"/>
                  </a:lnTo>
                  <a:lnTo>
                    <a:pt x="2305945" y="3028840"/>
                  </a:lnTo>
                  <a:lnTo>
                    <a:pt x="2306180" y="3028840"/>
                  </a:lnTo>
                  <a:lnTo>
                    <a:pt x="2306298" y="3027979"/>
                  </a:lnTo>
                  <a:lnTo>
                    <a:pt x="2306650" y="3027548"/>
                  </a:lnTo>
                  <a:lnTo>
                    <a:pt x="2307121" y="3027548"/>
                  </a:lnTo>
                  <a:lnTo>
                    <a:pt x="2307356" y="3027548"/>
                  </a:lnTo>
                  <a:lnTo>
                    <a:pt x="2307591" y="3027548"/>
                  </a:lnTo>
                  <a:lnTo>
                    <a:pt x="2307709" y="3027548"/>
                  </a:lnTo>
                  <a:lnTo>
                    <a:pt x="2307827" y="3027548"/>
                  </a:lnTo>
                  <a:lnTo>
                    <a:pt x="2308062" y="3027118"/>
                  </a:lnTo>
                  <a:lnTo>
                    <a:pt x="2308179" y="3026256"/>
                  </a:lnTo>
                  <a:lnTo>
                    <a:pt x="2308532" y="3025826"/>
                  </a:lnTo>
                  <a:lnTo>
                    <a:pt x="2309003" y="3025826"/>
                  </a:lnTo>
                  <a:lnTo>
                    <a:pt x="2309238" y="3025826"/>
                  </a:lnTo>
                  <a:lnTo>
                    <a:pt x="2309238" y="3024965"/>
                  </a:lnTo>
                  <a:lnTo>
                    <a:pt x="2309473" y="3024965"/>
                  </a:lnTo>
                  <a:lnTo>
                    <a:pt x="2309591" y="3024965"/>
                  </a:lnTo>
                  <a:lnTo>
                    <a:pt x="2309708" y="3024965"/>
                  </a:lnTo>
                  <a:lnTo>
                    <a:pt x="2309826" y="3024965"/>
                  </a:lnTo>
                  <a:lnTo>
                    <a:pt x="2310179" y="3024965"/>
                  </a:lnTo>
                  <a:lnTo>
                    <a:pt x="2310179" y="3024534"/>
                  </a:lnTo>
                  <a:lnTo>
                    <a:pt x="2310179" y="3024103"/>
                  </a:lnTo>
                  <a:lnTo>
                    <a:pt x="2310179" y="3023673"/>
                  </a:lnTo>
                  <a:lnTo>
                    <a:pt x="2310297" y="3023673"/>
                  </a:lnTo>
                  <a:lnTo>
                    <a:pt x="2310414" y="3022381"/>
                  </a:lnTo>
                  <a:lnTo>
                    <a:pt x="2310885" y="3021950"/>
                  </a:lnTo>
                  <a:lnTo>
                    <a:pt x="2311002" y="3021950"/>
                  </a:lnTo>
                  <a:lnTo>
                    <a:pt x="2311237" y="3021950"/>
                  </a:lnTo>
                  <a:lnTo>
                    <a:pt x="2311355" y="3021950"/>
                  </a:lnTo>
                  <a:lnTo>
                    <a:pt x="2311473" y="3021520"/>
                  </a:lnTo>
                  <a:lnTo>
                    <a:pt x="2311590" y="3021089"/>
                  </a:lnTo>
                  <a:lnTo>
                    <a:pt x="2311708" y="3021089"/>
                  </a:lnTo>
                  <a:lnTo>
                    <a:pt x="2311825" y="3021089"/>
                  </a:lnTo>
                  <a:lnTo>
                    <a:pt x="2312061" y="3019797"/>
                  </a:lnTo>
                  <a:lnTo>
                    <a:pt x="2312296" y="3019797"/>
                  </a:lnTo>
                  <a:lnTo>
                    <a:pt x="2312414" y="3019367"/>
                  </a:lnTo>
                  <a:lnTo>
                    <a:pt x="2313237" y="3018506"/>
                  </a:lnTo>
                  <a:lnTo>
                    <a:pt x="2313354" y="3018506"/>
                  </a:lnTo>
                  <a:lnTo>
                    <a:pt x="2313472" y="3018506"/>
                  </a:lnTo>
                  <a:lnTo>
                    <a:pt x="2313590" y="3018506"/>
                  </a:lnTo>
                  <a:lnTo>
                    <a:pt x="2313590" y="3018075"/>
                  </a:lnTo>
                  <a:lnTo>
                    <a:pt x="2313707" y="3018075"/>
                  </a:lnTo>
                  <a:lnTo>
                    <a:pt x="2313825" y="3018075"/>
                  </a:lnTo>
                  <a:lnTo>
                    <a:pt x="2313943" y="3018075"/>
                  </a:lnTo>
                  <a:lnTo>
                    <a:pt x="2314413" y="3017644"/>
                  </a:lnTo>
                  <a:lnTo>
                    <a:pt x="2314648" y="3017644"/>
                  </a:lnTo>
                  <a:lnTo>
                    <a:pt x="2314883" y="3017644"/>
                  </a:lnTo>
                  <a:lnTo>
                    <a:pt x="2315119" y="3017214"/>
                  </a:lnTo>
                  <a:lnTo>
                    <a:pt x="2315236" y="3016353"/>
                  </a:lnTo>
                  <a:lnTo>
                    <a:pt x="2315236" y="3015922"/>
                  </a:lnTo>
                  <a:lnTo>
                    <a:pt x="2315354" y="3015922"/>
                  </a:lnTo>
                  <a:lnTo>
                    <a:pt x="2315354" y="3015061"/>
                  </a:lnTo>
                  <a:lnTo>
                    <a:pt x="2315472" y="3015061"/>
                  </a:lnTo>
                  <a:lnTo>
                    <a:pt x="2315589" y="3015061"/>
                  </a:lnTo>
                  <a:lnTo>
                    <a:pt x="2316177" y="3013769"/>
                  </a:lnTo>
                  <a:lnTo>
                    <a:pt x="2316530" y="3013338"/>
                  </a:lnTo>
                  <a:lnTo>
                    <a:pt x="2316765" y="3013338"/>
                  </a:lnTo>
                  <a:lnTo>
                    <a:pt x="2317001" y="3012908"/>
                  </a:lnTo>
                  <a:lnTo>
                    <a:pt x="2317706" y="3012477"/>
                  </a:lnTo>
                  <a:lnTo>
                    <a:pt x="2317706" y="3012047"/>
                  </a:lnTo>
                  <a:lnTo>
                    <a:pt x="2317824" y="3011616"/>
                  </a:lnTo>
                  <a:lnTo>
                    <a:pt x="2317941" y="3011185"/>
                  </a:lnTo>
                  <a:lnTo>
                    <a:pt x="2318177" y="3011185"/>
                  </a:lnTo>
                  <a:lnTo>
                    <a:pt x="2318294" y="3010755"/>
                  </a:lnTo>
                  <a:lnTo>
                    <a:pt x="2318412" y="3010755"/>
                  </a:lnTo>
                  <a:lnTo>
                    <a:pt x="2318765" y="3010324"/>
                  </a:lnTo>
                  <a:lnTo>
                    <a:pt x="2319000" y="3010324"/>
                  </a:lnTo>
                  <a:lnTo>
                    <a:pt x="2319353" y="3010324"/>
                  </a:lnTo>
                  <a:lnTo>
                    <a:pt x="2319470" y="3010324"/>
                  </a:lnTo>
                  <a:lnTo>
                    <a:pt x="2319588" y="3010324"/>
                  </a:lnTo>
                  <a:lnTo>
                    <a:pt x="2319823" y="3009894"/>
                  </a:lnTo>
                  <a:lnTo>
                    <a:pt x="2320058" y="3009894"/>
                  </a:lnTo>
                  <a:lnTo>
                    <a:pt x="2320176" y="3009894"/>
                  </a:lnTo>
                  <a:lnTo>
                    <a:pt x="2320411" y="3009894"/>
                  </a:lnTo>
                  <a:lnTo>
                    <a:pt x="2320529" y="3009894"/>
                  </a:lnTo>
                  <a:lnTo>
                    <a:pt x="2320529" y="3009463"/>
                  </a:lnTo>
                  <a:lnTo>
                    <a:pt x="2320764" y="3008602"/>
                  </a:lnTo>
                  <a:lnTo>
                    <a:pt x="2320882" y="3008171"/>
                  </a:lnTo>
                  <a:lnTo>
                    <a:pt x="2321470" y="3007310"/>
                  </a:lnTo>
                  <a:lnTo>
                    <a:pt x="2321705" y="3007310"/>
                  </a:lnTo>
                  <a:lnTo>
                    <a:pt x="2321940" y="3007310"/>
                  </a:lnTo>
                  <a:lnTo>
                    <a:pt x="2322058" y="3007310"/>
                  </a:lnTo>
                  <a:lnTo>
                    <a:pt x="2322293" y="3007310"/>
                  </a:lnTo>
                  <a:lnTo>
                    <a:pt x="2322411" y="3007310"/>
                  </a:lnTo>
                  <a:lnTo>
                    <a:pt x="2322646" y="3007310"/>
                  </a:lnTo>
                  <a:lnTo>
                    <a:pt x="2322764" y="3007310"/>
                  </a:lnTo>
                  <a:lnTo>
                    <a:pt x="2322999" y="3007310"/>
                  </a:lnTo>
                  <a:lnTo>
                    <a:pt x="2323116" y="3007310"/>
                  </a:lnTo>
                  <a:lnTo>
                    <a:pt x="2323352" y="3006879"/>
                  </a:lnTo>
                  <a:lnTo>
                    <a:pt x="2323587" y="3006879"/>
                  </a:lnTo>
                  <a:lnTo>
                    <a:pt x="2323705" y="3006879"/>
                  </a:lnTo>
                  <a:lnTo>
                    <a:pt x="2323940" y="3006879"/>
                  </a:lnTo>
                  <a:lnTo>
                    <a:pt x="2324175" y="3006449"/>
                  </a:lnTo>
                  <a:lnTo>
                    <a:pt x="2324293" y="3006449"/>
                  </a:lnTo>
                  <a:lnTo>
                    <a:pt x="2324293" y="3006018"/>
                  </a:lnTo>
                  <a:lnTo>
                    <a:pt x="2324293" y="3005588"/>
                  </a:lnTo>
                  <a:lnTo>
                    <a:pt x="2324410" y="3005588"/>
                  </a:lnTo>
                  <a:lnTo>
                    <a:pt x="2324763" y="3005157"/>
                  </a:lnTo>
                  <a:lnTo>
                    <a:pt x="2324763" y="3004726"/>
                  </a:lnTo>
                  <a:lnTo>
                    <a:pt x="2325116" y="3004296"/>
                  </a:lnTo>
                  <a:lnTo>
                    <a:pt x="2325116" y="3003865"/>
                  </a:lnTo>
                  <a:lnTo>
                    <a:pt x="2325116" y="3003435"/>
                  </a:lnTo>
                  <a:lnTo>
                    <a:pt x="2325116" y="3003004"/>
                  </a:lnTo>
                  <a:lnTo>
                    <a:pt x="2325234" y="3003004"/>
                  </a:lnTo>
                  <a:lnTo>
                    <a:pt x="2325704" y="3003004"/>
                  </a:lnTo>
                  <a:lnTo>
                    <a:pt x="2325939" y="3003004"/>
                  </a:lnTo>
                  <a:lnTo>
                    <a:pt x="2326057" y="3002573"/>
                  </a:lnTo>
                  <a:lnTo>
                    <a:pt x="2326174" y="3002573"/>
                  </a:lnTo>
                  <a:lnTo>
                    <a:pt x="2326410" y="3002143"/>
                  </a:lnTo>
                  <a:lnTo>
                    <a:pt x="2326763" y="3000851"/>
                  </a:lnTo>
                  <a:lnTo>
                    <a:pt x="2326880" y="3000420"/>
                  </a:lnTo>
                  <a:lnTo>
                    <a:pt x="2327115" y="2999990"/>
                  </a:lnTo>
                  <a:lnTo>
                    <a:pt x="2327233" y="2999990"/>
                  </a:lnTo>
                  <a:lnTo>
                    <a:pt x="2327351" y="2999990"/>
                  </a:lnTo>
                  <a:lnTo>
                    <a:pt x="2327586" y="2999559"/>
                  </a:lnTo>
                  <a:lnTo>
                    <a:pt x="2327703" y="2999559"/>
                  </a:lnTo>
                  <a:lnTo>
                    <a:pt x="2327821" y="2999559"/>
                  </a:lnTo>
                  <a:lnTo>
                    <a:pt x="2327939" y="2999559"/>
                  </a:lnTo>
                  <a:lnTo>
                    <a:pt x="2328056" y="2999559"/>
                  </a:lnTo>
                  <a:lnTo>
                    <a:pt x="2328174" y="2999559"/>
                  </a:lnTo>
                  <a:lnTo>
                    <a:pt x="2328174" y="2997837"/>
                  </a:lnTo>
                  <a:lnTo>
                    <a:pt x="2328291" y="2997837"/>
                  </a:lnTo>
                  <a:lnTo>
                    <a:pt x="2329468" y="2997406"/>
                  </a:lnTo>
                  <a:lnTo>
                    <a:pt x="2329585" y="2997406"/>
                  </a:lnTo>
                  <a:lnTo>
                    <a:pt x="2329820" y="2997406"/>
                  </a:lnTo>
                  <a:lnTo>
                    <a:pt x="2329938" y="2996976"/>
                  </a:lnTo>
                  <a:lnTo>
                    <a:pt x="2330291" y="2996114"/>
                  </a:lnTo>
                  <a:lnTo>
                    <a:pt x="2330409" y="2996114"/>
                  </a:lnTo>
                  <a:lnTo>
                    <a:pt x="2330644" y="2996114"/>
                  </a:lnTo>
                  <a:lnTo>
                    <a:pt x="2330879" y="2996114"/>
                  </a:lnTo>
                  <a:lnTo>
                    <a:pt x="2330997" y="2996114"/>
                  </a:lnTo>
                  <a:lnTo>
                    <a:pt x="2331232" y="2996114"/>
                  </a:lnTo>
                  <a:lnTo>
                    <a:pt x="2331585" y="2996114"/>
                  </a:lnTo>
                  <a:lnTo>
                    <a:pt x="2331585" y="2995684"/>
                  </a:lnTo>
                  <a:lnTo>
                    <a:pt x="2331820" y="2994823"/>
                  </a:lnTo>
                  <a:lnTo>
                    <a:pt x="2331820" y="2994392"/>
                  </a:lnTo>
                  <a:lnTo>
                    <a:pt x="2331820" y="2993961"/>
                  </a:lnTo>
                  <a:lnTo>
                    <a:pt x="2331938" y="2993531"/>
                  </a:lnTo>
                  <a:lnTo>
                    <a:pt x="2332055" y="2993100"/>
                  </a:lnTo>
                  <a:lnTo>
                    <a:pt x="2332761" y="2991808"/>
                  </a:lnTo>
                  <a:lnTo>
                    <a:pt x="2332996" y="2991378"/>
                  </a:lnTo>
                  <a:lnTo>
                    <a:pt x="2333114" y="2991378"/>
                  </a:lnTo>
                  <a:lnTo>
                    <a:pt x="2333349" y="2991378"/>
                  </a:lnTo>
                  <a:lnTo>
                    <a:pt x="2333349" y="2990947"/>
                  </a:lnTo>
                  <a:lnTo>
                    <a:pt x="2333349" y="2990086"/>
                  </a:lnTo>
                  <a:lnTo>
                    <a:pt x="2333467" y="2990086"/>
                  </a:lnTo>
                  <a:lnTo>
                    <a:pt x="2333819" y="2990086"/>
                  </a:lnTo>
                  <a:lnTo>
                    <a:pt x="2333819" y="2988794"/>
                  </a:lnTo>
                  <a:lnTo>
                    <a:pt x="2333937" y="2988794"/>
                  </a:lnTo>
                  <a:lnTo>
                    <a:pt x="2334172" y="2988794"/>
                  </a:lnTo>
                  <a:lnTo>
                    <a:pt x="2334290" y="2988794"/>
                  </a:lnTo>
                  <a:lnTo>
                    <a:pt x="2334878" y="2988794"/>
                  </a:lnTo>
                  <a:lnTo>
                    <a:pt x="2334996" y="2987933"/>
                  </a:lnTo>
                  <a:lnTo>
                    <a:pt x="2335231" y="2986641"/>
                  </a:lnTo>
                  <a:lnTo>
                    <a:pt x="2335348" y="2986641"/>
                  </a:lnTo>
                  <a:lnTo>
                    <a:pt x="2335466" y="2986641"/>
                  </a:lnTo>
                  <a:lnTo>
                    <a:pt x="2335936" y="2986641"/>
                  </a:lnTo>
                  <a:lnTo>
                    <a:pt x="2336054" y="2986641"/>
                  </a:lnTo>
                  <a:lnTo>
                    <a:pt x="2336054" y="2986211"/>
                  </a:lnTo>
                  <a:lnTo>
                    <a:pt x="2336407" y="2986211"/>
                  </a:lnTo>
                  <a:lnTo>
                    <a:pt x="2336642" y="2985349"/>
                  </a:lnTo>
                  <a:lnTo>
                    <a:pt x="2336877" y="2985349"/>
                  </a:lnTo>
                  <a:lnTo>
                    <a:pt x="2337230" y="2985349"/>
                  </a:lnTo>
                  <a:lnTo>
                    <a:pt x="2337583" y="2985349"/>
                  </a:lnTo>
                  <a:lnTo>
                    <a:pt x="2337701" y="2985349"/>
                  </a:lnTo>
                  <a:lnTo>
                    <a:pt x="2337818" y="2985349"/>
                  </a:lnTo>
                  <a:lnTo>
                    <a:pt x="2337936" y="2985349"/>
                  </a:lnTo>
                  <a:lnTo>
                    <a:pt x="2338406" y="2985349"/>
                  </a:lnTo>
                  <a:lnTo>
                    <a:pt x="2338524" y="2984919"/>
                  </a:lnTo>
                  <a:lnTo>
                    <a:pt x="2338759" y="2984488"/>
                  </a:lnTo>
                  <a:lnTo>
                    <a:pt x="2338877" y="2984488"/>
                  </a:lnTo>
                  <a:lnTo>
                    <a:pt x="2338877" y="2984058"/>
                  </a:lnTo>
                  <a:lnTo>
                    <a:pt x="2338994" y="2984058"/>
                  </a:lnTo>
                  <a:lnTo>
                    <a:pt x="2339112" y="2984058"/>
                  </a:lnTo>
                  <a:lnTo>
                    <a:pt x="2339230" y="2984058"/>
                  </a:lnTo>
                  <a:lnTo>
                    <a:pt x="2339347" y="2983196"/>
                  </a:lnTo>
                  <a:lnTo>
                    <a:pt x="2339582" y="2983196"/>
                  </a:lnTo>
                  <a:lnTo>
                    <a:pt x="2339700" y="2983196"/>
                  </a:lnTo>
                  <a:lnTo>
                    <a:pt x="2339818" y="2983196"/>
                  </a:lnTo>
                  <a:lnTo>
                    <a:pt x="2339935" y="2982766"/>
                  </a:lnTo>
                  <a:lnTo>
                    <a:pt x="2340288" y="2982335"/>
                  </a:lnTo>
                  <a:lnTo>
                    <a:pt x="2340641" y="2982335"/>
                  </a:lnTo>
                  <a:lnTo>
                    <a:pt x="2340876" y="2981905"/>
                  </a:lnTo>
                  <a:lnTo>
                    <a:pt x="2341464" y="2981905"/>
                  </a:lnTo>
                  <a:lnTo>
                    <a:pt x="2341817" y="2981474"/>
                  </a:lnTo>
                  <a:lnTo>
                    <a:pt x="2342170" y="2980613"/>
                  </a:lnTo>
                  <a:lnTo>
                    <a:pt x="2342288" y="2980613"/>
                  </a:lnTo>
                  <a:lnTo>
                    <a:pt x="2342405" y="2980613"/>
                  </a:lnTo>
                  <a:lnTo>
                    <a:pt x="2342405" y="2979752"/>
                  </a:lnTo>
                  <a:lnTo>
                    <a:pt x="2342523" y="2979321"/>
                  </a:lnTo>
                  <a:lnTo>
                    <a:pt x="2342640" y="2979321"/>
                  </a:lnTo>
                  <a:lnTo>
                    <a:pt x="2342758" y="2979321"/>
                  </a:lnTo>
                  <a:lnTo>
                    <a:pt x="2342876" y="2979321"/>
                  </a:lnTo>
                  <a:lnTo>
                    <a:pt x="2342993" y="2978890"/>
                  </a:lnTo>
                  <a:lnTo>
                    <a:pt x="2343111" y="2978890"/>
                  </a:lnTo>
                  <a:lnTo>
                    <a:pt x="2343111" y="2978460"/>
                  </a:lnTo>
                  <a:lnTo>
                    <a:pt x="2343228" y="2978029"/>
                  </a:lnTo>
                  <a:lnTo>
                    <a:pt x="2343581" y="2978029"/>
                  </a:lnTo>
                  <a:lnTo>
                    <a:pt x="2343699" y="2978029"/>
                  </a:lnTo>
                  <a:lnTo>
                    <a:pt x="2343934" y="2978029"/>
                  </a:lnTo>
                  <a:lnTo>
                    <a:pt x="2344169" y="2978029"/>
                  </a:lnTo>
                  <a:lnTo>
                    <a:pt x="2344287" y="2977599"/>
                  </a:lnTo>
                  <a:lnTo>
                    <a:pt x="2344993" y="2976307"/>
                  </a:lnTo>
                  <a:lnTo>
                    <a:pt x="2345228" y="2976307"/>
                  </a:lnTo>
                  <a:lnTo>
                    <a:pt x="2345581" y="2976307"/>
                  </a:lnTo>
                  <a:lnTo>
                    <a:pt x="2345816" y="2975876"/>
                  </a:lnTo>
                  <a:lnTo>
                    <a:pt x="2345816" y="2975446"/>
                  </a:lnTo>
                  <a:lnTo>
                    <a:pt x="2346051" y="2975446"/>
                  </a:lnTo>
                  <a:lnTo>
                    <a:pt x="2346169" y="2975446"/>
                  </a:lnTo>
                  <a:lnTo>
                    <a:pt x="2346169" y="2975015"/>
                  </a:lnTo>
                  <a:lnTo>
                    <a:pt x="2346522" y="2975015"/>
                  </a:lnTo>
                  <a:lnTo>
                    <a:pt x="2346875" y="2975015"/>
                  </a:lnTo>
                  <a:lnTo>
                    <a:pt x="2346992" y="2974584"/>
                  </a:lnTo>
                  <a:lnTo>
                    <a:pt x="2347227" y="2973723"/>
                  </a:lnTo>
                  <a:lnTo>
                    <a:pt x="2347345" y="2973723"/>
                  </a:lnTo>
                  <a:lnTo>
                    <a:pt x="2347580" y="2973293"/>
                  </a:lnTo>
                  <a:lnTo>
                    <a:pt x="2347580" y="2972862"/>
                  </a:lnTo>
                  <a:lnTo>
                    <a:pt x="2347815" y="2972862"/>
                  </a:lnTo>
                  <a:lnTo>
                    <a:pt x="2348874" y="2972862"/>
                  </a:lnTo>
                  <a:lnTo>
                    <a:pt x="2348874" y="2972431"/>
                  </a:lnTo>
                  <a:lnTo>
                    <a:pt x="2348992" y="2972431"/>
                  </a:lnTo>
                  <a:lnTo>
                    <a:pt x="2349109" y="2972431"/>
                  </a:lnTo>
                  <a:lnTo>
                    <a:pt x="2349109" y="2972001"/>
                  </a:lnTo>
                  <a:lnTo>
                    <a:pt x="2349227" y="2972001"/>
                  </a:lnTo>
                  <a:lnTo>
                    <a:pt x="2349462" y="2972001"/>
                  </a:lnTo>
                  <a:lnTo>
                    <a:pt x="2349580" y="2972001"/>
                  </a:lnTo>
                  <a:lnTo>
                    <a:pt x="2349815" y="2972001"/>
                  </a:lnTo>
                  <a:lnTo>
                    <a:pt x="2349933" y="2972001"/>
                  </a:lnTo>
                  <a:lnTo>
                    <a:pt x="2350168" y="2971570"/>
                  </a:lnTo>
                  <a:lnTo>
                    <a:pt x="2350521" y="2970278"/>
                  </a:lnTo>
                  <a:lnTo>
                    <a:pt x="2350991" y="2969417"/>
                  </a:lnTo>
                  <a:lnTo>
                    <a:pt x="2351109" y="2969417"/>
                  </a:lnTo>
                  <a:lnTo>
                    <a:pt x="2351226" y="2969417"/>
                  </a:lnTo>
                  <a:lnTo>
                    <a:pt x="2351226" y="2968125"/>
                  </a:lnTo>
                  <a:lnTo>
                    <a:pt x="2351461" y="2968125"/>
                  </a:lnTo>
                  <a:lnTo>
                    <a:pt x="2352285" y="2968125"/>
                  </a:lnTo>
                  <a:lnTo>
                    <a:pt x="2352285" y="2967695"/>
                  </a:lnTo>
                  <a:lnTo>
                    <a:pt x="2352638" y="2967264"/>
                  </a:lnTo>
                  <a:lnTo>
                    <a:pt x="2352755" y="2967264"/>
                  </a:lnTo>
                  <a:lnTo>
                    <a:pt x="2352990" y="2967264"/>
                  </a:lnTo>
                  <a:lnTo>
                    <a:pt x="2353108" y="2967264"/>
                  </a:lnTo>
                  <a:lnTo>
                    <a:pt x="2353343" y="2967264"/>
                  </a:lnTo>
                  <a:lnTo>
                    <a:pt x="2353461" y="2967264"/>
                  </a:lnTo>
                  <a:lnTo>
                    <a:pt x="2353461" y="2966834"/>
                  </a:lnTo>
                  <a:lnTo>
                    <a:pt x="2353931" y="2966403"/>
                  </a:lnTo>
                  <a:lnTo>
                    <a:pt x="2354284" y="2965972"/>
                  </a:lnTo>
                  <a:lnTo>
                    <a:pt x="2354402" y="2965972"/>
                  </a:lnTo>
                  <a:lnTo>
                    <a:pt x="2354755" y="2965972"/>
                  </a:lnTo>
                  <a:lnTo>
                    <a:pt x="2354990" y="2965542"/>
                  </a:lnTo>
                  <a:lnTo>
                    <a:pt x="2355108" y="2965542"/>
                  </a:lnTo>
                  <a:lnTo>
                    <a:pt x="2355578" y="2965542"/>
                  </a:lnTo>
                  <a:lnTo>
                    <a:pt x="2355578" y="2965111"/>
                  </a:lnTo>
                  <a:lnTo>
                    <a:pt x="2355813" y="2965111"/>
                  </a:lnTo>
                  <a:lnTo>
                    <a:pt x="2356048" y="2965111"/>
                  </a:lnTo>
                  <a:lnTo>
                    <a:pt x="2356166" y="2964681"/>
                  </a:lnTo>
                  <a:lnTo>
                    <a:pt x="2356166" y="2964250"/>
                  </a:lnTo>
                  <a:lnTo>
                    <a:pt x="2356284" y="2963819"/>
                  </a:lnTo>
                  <a:lnTo>
                    <a:pt x="2356401" y="2963819"/>
                  </a:lnTo>
                  <a:lnTo>
                    <a:pt x="2356519" y="2963389"/>
                  </a:lnTo>
                  <a:lnTo>
                    <a:pt x="2356637" y="2963389"/>
                  </a:lnTo>
                  <a:lnTo>
                    <a:pt x="2356754" y="2963389"/>
                  </a:lnTo>
                  <a:lnTo>
                    <a:pt x="2356872" y="2963389"/>
                  </a:lnTo>
                  <a:lnTo>
                    <a:pt x="2357225" y="2962958"/>
                  </a:lnTo>
                  <a:lnTo>
                    <a:pt x="2357813" y="2962958"/>
                  </a:lnTo>
                  <a:lnTo>
                    <a:pt x="2357813" y="2962528"/>
                  </a:lnTo>
                  <a:lnTo>
                    <a:pt x="2357930" y="2962528"/>
                  </a:lnTo>
                  <a:lnTo>
                    <a:pt x="2358048" y="2962528"/>
                  </a:lnTo>
                  <a:lnTo>
                    <a:pt x="2358048" y="2962097"/>
                  </a:lnTo>
                  <a:lnTo>
                    <a:pt x="2358166" y="2962097"/>
                  </a:lnTo>
                  <a:lnTo>
                    <a:pt x="2358636" y="2962097"/>
                  </a:lnTo>
                  <a:lnTo>
                    <a:pt x="2359106" y="2961666"/>
                  </a:lnTo>
                  <a:lnTo>
                    <a:pt x="2359224" y="2961666"/>
                  </a:lnTo>
                  <a:lnTo>
                    <a:pt x="2359342" y="2961666"/>
                  </a:lnTo>
                  <a:lnTo>
                    <a:pt x="2359459" y="2961666"/>
                  </a:lnTo>
                  <a:lnTo>
                    <a:pt x="2359577" y="2961236"/>
                  </a:lnTo>
                  <a:lnTo>
                    <a:pt x="2359694" y="2961236"/>
                  </a:lnTo>
                  <a:lnTo>
                    <a:pt x="2360753" y="2959944"/>
                  </a:lnTo>
                  <a:lnTo>
                    <a:pt x="2360988" y="2959944"/>
                  </a:lnTo>
                  <a:lnTo>
                    <a:pt x="2360988" y="2959513"/>
                  </a:lnTo>
                  <a:lnTo>
                    <a:pt x="2361106" y="2959513"/>
                  </a:lnTo>
                  <a:lnTo>
                    <a:pt x="2361223" y="2958652"/>
                  </a:lnTo>
                  <a:lnTo>
                    <a:pt x="2361341" y="2958652"/>
                  </a:lnTo>
                  <a:lnTo>
                    <a:pt x="2361576" y="2958222"/>
                  </a:lnTo>
                  <a:lnTo>
                    <a:pt x="2361576" y="2957791"/>
                  </a:lnTo>
                  <a:lnTo>
                    <a:pt x="2362164" y="2957791"/>
                  </a:lnTo>
                  <a:lnTo>
                    <a:pt x="2362635" y="2957791"/>
                  </a:lnTo>
                  <a:lnTo>
                    <a:pt x="2362752" y="2957791"/>
                  </a:lnTo>
                  <a:lnTo>
                    <a:pt x="2362870" y="2957791"/>
                  </a:lnTo>
                  <a:lnTo>
                    <a:pt x="2362870" y="2957360"/>
                  </a:lnTo>
                  <a:lnTo>
                    <a:pt x="2362988" y="2957360"/>
                  </a:lnTo>
                  <a:lnTo>
                    <a:pt x="2363105" y="2957360"/>
                  </a:lnTo>
                  <a:lnTo>
                    <a:pt x="2363223" y="2957360"/>
                  </a:lnTo>
                  <a:lnTo>
                    <a:pt x="2363341" y="2957360"/>
                  </a:lnTo>
                  <a:lnTo>
                    <a:pt x="2363693" y="2956930"/>
                  </a:lnTo>
                  <a:lnTo>
                    <a:pt x="2363929" y="2956930"/>
                  </a:lnTo>
                  <a:lnTo>
                    <a:pt x="2364517" y="2955207"/>
                  </a:lnTo>
                  <a:lnTo>
                    <a:pt x="2364752" y="2955207"/>
                  </a:lnTo>
                  <a:lnTo>
                    <a:pt x="2364987" y="2954777"/>
                  </a:lnTo>
                  <a:lnTo>
                    <a:pt x="2365105" y="2954346"/>
                  </a:lnTo>
                  <a:lnTo>
                    <a:pt x="2365105" y="2953916"/>
                  </a:lnTo>
                  <a:lnTo>
                    <a:pt x="2365340" y="2953485"/>
                  </a:lnTo>
                  <a:lnTo>
                    <a:pt x="2365340" y="2953054"/>
                  </a:lnTo>
                  <a:lnTo>
                    <a:pt x="2365458" y="2953054"/>
                  </a:lnTo>
                  <a:lnTo>
                    <a:pt x="2365458" y="2952624"/>
                  </a:lnTo>
                  <a:lnTo>
                    <a:pt x="2365810" y="2952193"/>
                  </a:lnTo>
                  <a:lnTo>
                    <a:pt x="2365810" y="2951763"/>
                  </a:lnTo>
                  <a:lnTo>
                    <a:pt x="2366751" y="2950901"/>
                  </a:lnTo>
                  <a:lnTo>
                    <a:pt x="2366869" y="2950901"/>
                  </a:lnTo>
                  <a:lnTo>
                    <a:pt x="2367104" y="2950471"/>
                  </a:lnTo>
                  <a:lnTo>
                    <a:pt x="2367222" y="2950471"/>
                  </a:lnTo>
                  <a:lnTo>
                    <a:pt x="2367339" y="2950471"/>
                  </a:lnTo>
                  <a:lnTo>
                    <a:pt x="2367339" y="2950040"/>
                  </a:lnTo>
                  <a:lnTo>
                    <a:pt x="2367457" y="2950040"/>
                  </a:lnTo>
                  <a:lnTo>
                    <a:pt x="2367810" y="2949610"/>
                  </a:lnTo>
                  <a:lnTo>
                    <a:pt x="2368163" y="2948748"/>
                  </a:lnTo>
                  <a:lnTo>
                    <a:pt x="2368516" y="2947457"/>
                  </a:lnTo>
                  <a:lnTo>
                    <a:pt x="2368751" y="2947457"/>
                  </a:lnTo>
                  <a:lnTo>
                    <a:pt x="2369104" y="2947457"/>
                  </a:lnTo>
                  <a:lnTo>
                    <a:pt x="2369339" y="2947457"/>
                  </a:lnTo>
                  <a:lnTo>
                    <a:pt x="2369574" y="2947457"/>
                  </a:lnTo>
                  <a:lnTo>
                    <a:pt x="2370045" y="2947026"/>
                  </a:lnTo>
                  <a:lnTo>
                    <a:pt x="2370750" y="2946595"/>
                  </a:lnTo>
                  <a:lnTo>
                    <a:pt x="2371103" y="2946165"/>
                  </a:lnTo>
                  <a:lnTo>
                    <a:pt x="2371574" y="2946165"/>
                  </a:lnTo>
                  <a:lnTo>
                    <a:pt x="2371691" y="2946165"/>
                  </a:lnTo>
                  <a:lnTo>
                    <a:pt x="2371809" y="2946165"/>
                  </a:lnTo>
                  <a:lnTo>
                    <a:pt x="2371926" y="2945734"/>
                  </a:lnTo>
                  <a:lnTo>
                    <a:pt x="2372044" y="2945734"/>
                  </a:lnTo>
                  <a:lnTo>
                    <a:pt x="2372279" y="2945734"/>
                  </a:lnTo>
                  <a:lnTo>
                    <a:pt x="2372514" y="2945304"/>
                  </a:lnTo>
                  <a:lnTo>
                    <a:pt x="2372632" y="2945304"/>
                  </a:lnTo>
                  <a:lnTo>
                    <a:pt x="2372867" y="2943581"/>
                  </a:lnTo>
                  <a:lnTo>
                    <a:pt x="2372985" y="2943581"/>
                  </a:lnTo>
                  <a:lnTo>
                    <a:pt x="2372985" y="2943151"/>
                  </a:lnTo>
                  <a:lnTo>
                    <a:pt x="2373220" y="2942720"/>
                  </a:lnTo>
                  <a:lnTo>
                    <a:pt x="2373338" y="2942720"/>
                  </a:lnTo>
                  <a:lnTo>
                    <a:pt x="2373455" y="2942720"/>
                  </a:lnTo>
                  <a:lnTo>
                    <a:pt x="2373573" y="2942720"/>
                  </a:lnTo>
                  <a:lnTo>
                    <a:pt x="2374514" y="2940998"/>
                  </a:lnTo>
                  <a:lnTo>
                    <a:pt x="2374749" y="2940567"/>
                  </a:lnTo>
                  <a:lnTo>
                    <a:pt x="2374867" y="2940567"/>
                  </a:lnTo>
                  <a:lnTo>
                    <a:pt x="2374984" y="2940567"/>
                  </a:lnTo>
                  <a:lnTo>
                    <a:pt x="2375102" y="2940136"/>
                  </a:lnTo>
                  <a:lnTo>
                    <a:pt x="2375220" y="2939706"/>
                  </a:lnTo>
                  <a:lnTo>
                    <a:pt x="2375220" y="2939275"/>
                  </a:lnTo>
                  <a:lnTo>
                    <a:pt x="2375808" y="2938845"/>
                  </a:lnTo>
                  <a:lnTo>
                    <a:pt x="2376396" y="2937983"/>
                  </a:lnTo>
                  <a:lnTo>
                    <a:pt x="2376631" y="2937983"/>
                  </a:lnTo>
                  <a:lnTo>
                    <a:pt x="2376749" y="2937983"/>
                  </a:lnTo>
                  <a:lnTo>
                    <a:pt x="2376984" y="2937983"/>
                  </a:lnTo>
                  <a:lnTo>
                    <a:pt x="2377337" y="2937553"/>
                  </a:lnTo>
                  <a:lnTo>
                    <a:pt x="2377454" y="2937553"/>
                  </a:lnTo>
                  <a:lnTo>
                    <a:pt x="2377454" y="2937122"/>
                  </a:lnTo>
                  <a:lnTo>
                    <a:pt x="2377572" y="2937122"/>
                  </a:lnTo>
                  <a:lnTo>
                    <a:pt x="2377689" y="2937122"/>
                  </a:lnTo>
                  <a:lnTo>
                    <a:pt x="2377807" y="2937122"/>
                  </a:lnTo>
                  <a:lnTo>
                    <a:pt x="2378160" y="2937122"/>
                  </a:lnTo>
                  <a:lnTo>
                    <a:pt x="2378395" y="2937122"/>
                  </a:lnTo>
                  <a:lnTo>
                    <a:pt x="2378513" y="2937122"/>
                  </a:lnTo>
                  <a:lnTo>
                    <a:pt x="2378630" y="2937122"/>
                  </a:lnTo>
                  <a:lnTo>
                    <a:pt x="2378866" y="2937122"/>
                  </a:lnTo>
                  <a:lnTo>
                    <a:pt x="2378983" y="2937122"/>
                  </a:lnTo>
                  <a:lnTo>
                    <a:pt x="2379218" y="2936692"/>
                  </a:lnTo>
                  <a:lnTo>
                    <a:pt x="2379336" y="2936261"/>
                  </a:lnTo>
                  <a:lnTo>
                    <a:pt x="2379571" y="2935830"/>
                  </a:lnTo>
                  <a:lnTo>
                    <a:pt x="2379689" y="2935830"/>
                  </a:lnTo>
                  <a:lnTo>
                    <a:pt x="2380042" y="2935830"/>
                  </a:lnTo>
                  <a:lnTo>
                    <a:pt x="2380159" y="2935830"/>
                  </a:lnTo>
                  <a:lnTo>
                    <a:pt x="2380277" y="2935830"/>
                  </a:lnTo>
                  <a:lnTo>
                    <a:pt x="2380630" y="2935830"/>
                  </a:lnTo>
                  <a:lnTo>
                    <a:pt x="2380747" y="2935830"/>
                  </a:lnTo>
                  <a:lnTo>
                    <a:pt x="2380747" y="2935400"/>
                  </a:lnTo>
                  <a:lnTo>
                    <a:pt x="2381336" y="2934539"/>
                  </a:lnTo>
                  <a:lnTo>
                    <a:pt x="2381688" y="2933677"/>
                  </a:lnTo>
                  <a:lnTo>
                    <a:pt x="2381806" y="2933677"/>
                  </a:lnTo>
                  <a:lnTo>
                    <a:pt x="2381924" y="2933247"/>
                  </a:lnTo>
                  <a:lnTo>
                    <a:pt x="2382394" y="2933247"/>
                  </a:lnTo>
                  <a:lnTo>
                    <a:pt x="2382747" y="2933247"/>
                  </a:lnTo>
                  <a:lnTo>
                    <a:pt x="2383217" y="2932816"/>
                  </a:lnTo>
                  <a:lnTo>
                    <a:pt x="2383217" y="2932386"/>
                  </a:lnTo>
                  <a:lnTo>
                    <a:pt x="2383335" y="2932386"/>
                  </a:lnTo>
                  <a:lnTo>
                    <a:pt x="2383453" y="2931955"/>
                  </a:lnTo>
                  <a:lnTo>
                    <a:pt x="2383805" y="2931955"/>
                  </a:lnTo>
                  <a:lnTo>
                    <a:pt x="2383923" y="2931955"/>
                  </a:lnTo>
                  <a:lnTo>
                    <a:pt x="2384041" y="2931524"/>
                  </a:lnTo>
                  <a:lnTo>
                    <a:pt x="2384158" y="2931524"/>
                  </a:lnTo>
                  <a:lnTo>
                    <a:pt x="2384511" y="2931094"/>
                  </a:lnTo>
                  <a:lnTo>
                    <a:pt x="2384982" y="2930233"/>
                  </a:lnTo>
                  <a:lnTo>
                    <a:pt x="2385099" y="2930233"/>
                  </a:lnTo>
                  <a:lnTo>
                    <a:pt x="2385334" y="2930233"/>
                  </a:lnTo>
                  <a:lnTo>
                    <a:pt x="2385452" y="2929802"/>
                  </a:lnTo>
                  <a:lnTo>
                    <a:pt x="2385687" y="2929371"/>
                  </a:lnTo>
                  <a:lnTo>
                    <a:pt x="2385805" y="2928941"/>
                  </a:lnTo>
                  <a:lnTo>
                    <a:pt x="2385922" y="2928941"/>
                  </a:lnTo>
                  <a:lnTo>
                    <a:pt x="2386275" y="2928080"/>
                  </a:lnTo>
                  <a:lnTo>
                    <a:pt x="2386393" y="2926788"/>
                  </a:lnTo>
                  <a:lnTo>
                    <a:pt x="2386628" y="2926788"/>
                  </a:lnTo>
                  <a:lnTo>
                    <a:pt x="2386863" y="2926357"/>
                  </a:lnTo>
                  <a:lnTo>
                    <a:pt x="2387216" y="2925496"/>
                  </a:lnTo>
                  <a:lnTo>
                    <a:pt x="2387451" y="2925065"/>
                  </a:lnTo>
                  <a:lnTo>
                    <a:pt x="2387687" y="2924635"/>
                  </a:lnTo>
                  <a:lnTo>
                    <a:pt x="2387804" y="2924635"/>
                  </a:lnTo>
                  <a:lnTo>
                    <a:pt x="2387804" y="2924204"/>
                  </a:lnTo>
                  <a:lnTo>
                    <a:pt x="2387922" y="2924204"/>
                  </a:lnTo>
                  <a:lnTo>
                    <a:pt x="2388510" y="2922482"/>
                  </a:lnTo>
                  <a:lnTo>
                    <a:pt x="2388510" y="2921190"/>
                  </a:lnTo>
                  <a:lnTo>
                    <a:pt x="2388628" y="2920329"/>
                  </a:lnTo>
                  <a:lnTo>
                    <a:pt x="2388863" y="2919898"/>
                  </a:lnTo>
                  <a:lnTo>
                    <a:pt x="2389451" y="2919898"/>
                  </a:lnTo>
                  <a:lnTo>
                    <a:pt x="2389451" y="2919468"/>
                  </a:lnTo>
                  <a:lnTo>
                    <a:pt x="2389686" y="2919468"/>
                  </a:lnTo>
                  <a:lnTo>
                    <a:pt x="2389686" y="2919037"/>
                  </a:lnTo>
                  <a:lnTo>
                    <a:pt x="2389804" y="2919037"/>
                  </a:lnTo>
                  <a:lnTo>
                    <a:pt x="2390039" y="2919037"/>
                  </a:lnTo>
                  <a:lnTo>
                    <a:pt x="2390157" y="2919037"/>
                  </a:lnTo>
                  <a:lnTo>
                    <a:pt x="2390274" y="2919037"/>
                  </a:lnTo>
                  <a:lnTo>
                    <a:pt x="2390392" y="2919037"/>
                  </a:lnTo>
                  <a:lnTo>
                    <a:pt x="2390627" y="2918606"/>
                  </a:lnTo>
                  <a:lnTo>
                    <a:pt x="2390745" y="2918606"/>
                  </a:lnTo>
                  <a:lnTo>
                    <a:pt x="2390980" y="2917745"/>
                  </a:lnTo>
                  <a:lnTo>
                    <a:pt x="2391568" y="2917745"/>
                  </a:lnTo>
                  <a:lnTo>
                    <a:pt x="2391803" y="2916884"/>
                  </a:lnTo>
                  <a:lnTo>
                    <a:pt x="2391921" y="2916453"/>
                  </a:lnTo>
                  <a:lnTo>
                    <a:pt x="2391921" y="2916023"/>
                  </a:lnTo>
                  <a:lnTo>
                    <a:pt x="2392156" y="2916023"/>
                  </a:lnTo>
                  <a:lnTo>
                    <a:pt x="2392274" y="2916023"/>
                  </a:lnTo>
                  <a:lnTo>
                    <a:pt x="2392274" y="2915592"/>
                  </a:lnTo>
                  <a:lnTo>
                    <a:pt x="2392391" y="2915592"/>
                  </a:lnTo>
                  <a:lnTo>
                    <a:pt x="2392509" y="2915162"/>
                  </a:lnTo>
                  <a:lnTo>
                    <a:pt x="2392626" y="2914731"/>
                  </a:lnTo>
                  <a:lnTo>
                    <a:pt x="2392744" y="2914731"/>
                  </a:lnTo>
                  <a:lnTo>
                    <a:pt x="2392744" y="2913870"/>
                  </a:lnTo>
                  <a:lnTo>
                    <a:pt x="2392744" y="2913439"/>
                  </a:lnTo>
                  <a:lnTo>
                    <a:pt x="2392862" y="2913439"/>
                  </a:lnTo>
                  <a:lnTo>
                    <a:pt x="2392862" y="2913009"/>
                  </a:lnTo>
                  <a:lnTo>
                    <a:pt x="2392979" y="2913009"/>
                  </a:lnTo>
                  <a:lnTo>
                    <a:pt x="2393097" y="2913009"/>
                  </a:lnTo>
                  <a:lnTo>
                    <a:pt x="2393450" y="2912147"/>
                  </a:lnTo>
                  <a:lnTo>
                    <a:pt x="2393567" y="2912147"/>
                  </a:lnTo>
                  <a:lnTo>
                    <a:pt x="2393685" y="2912147"/>
                  </a:lnTo>
                  <a:lnTo>
                    <a:pt x="2393685" y="2911717"/>
                  </a:lnTo>
                  <a:lnTo>
                    <a:pt x="2393920" y="2911717"/>
                  </a:lnTo>
                  <a:lnTo>
                    <a:pt x="2394273" y="2911286"/>
                  </a:lnTo>
                  <a:lnTo>
                    <a:pt x="2394508" y="2911286"/>
                  </a:lnTo>
                  <a:lnTo>
                    <a:pt x="2394626" y="2911286"/>
                  </a:lnTo>
                  <a:lnTo>
                    <a:pt x="2394744" y="2909133"/>
                  </a:lnTo>
                  <a:lnTo>
                    <a:pt x="2394861" y="2909133"/>
                  </a:lnTo>
                  <a:lnTo>
                    <a:pt x="2395096" y="2909133"/>
                  </a:lnTo>
                  <a:lnTo>
                    <a:pt x="2395096" y="2908703"/>
                  </a:lnTo>
                  <a:lnTo>
                    <a:pt x="2395684" y="2907841"/>
                  </a:lnTo>
                  <a:lnTo>
                    <a:pt x="2395802" y="2907411"/>
                  </a:lnTo>
                  <a:lnTo>
                    <a:pt x="2396390" y="2906550"/>
                  </a:lnTo>
                  <a:lnTo>
                    <a:pt x="2396508" y="2906550"/>
                  </a:lnTo>
                  <a:lnTo>
                    <a:pt x="2396508" y="2906119"/>
                  </a:lnTo>
                  <a:lnTo>
                    <a:pt x="2397096" y="2904397"/>
                  </a:lnTo>
                  <a:lnTo>
                    <a:pt x="2397213" y="2903966"/>
                  </a:lnTo>
                  <a:lnTo>
                    <a:pt x="2397331" y="2903966"/>
                  </a:lnTo>
                  <a:lnTo>
                    <a:pt x="2398154" y="2903105"/>
                  </a:lnTo>
                  <a:lnTo>
                    <a:pt x="2398154" y="2902674"/>
                  </a:lnTo>
                  <a:lnTo>
                    <a:pt x="2398272" y="2902674"/>
                  </a:lnTo>
                  <a:lnTo>
                    <a:pt x="2398507" y="2902674"/>
                  </a:lnTo>
                  <a:lnTo>
                    <a:pt x="2399448" y="2902244"/>
                  </a:lnTo>
                  <a:lnTo>
                    <a:pt x="2399566" y="2902244"/>
                  </a:lnTo>
                  <a:lnTo>
                    <a:pt x="2399919" y="2902244"/>
                  </a:lnTo>
                  <a:lnTo>
                    <a:pt x="2400507" y="2901382"/>
                  </a:lnTo>
                  <a:lnTo>
                    <a:pt x="2400507" y="2900952"/>
                  </a:lnTo>
                  <a:lnTo>
                    <a:pt x="2400624" y="2900952"/>
                  </a:lnTo>
                  <a:lnTo>
                    <a:pt x="2400742" y="2900521"/>
                  </a:lnTo>
                  <a:lnTo>
                    <a:pt x="2400859" y="2900521"/>
                  </a:lnTo>
                  <a:lnTo>
                    <a:pt x="2401095" y="2900521"/>
                  </a:lnTo>
                  <a:lnTo>
                    <a:pt x="2401448" y="2900091"/>
                  </a:lnTo>
                  <a:lnTo>
                    <a:pt x="2401448" y="2899660"/>
                  </a:lnTo>
                  <a:lnTo>
                    <a:pt x="2401448" y="2899229"/>
                  </a:lnTo>
                  <a:lnTo>
                    <a:pt x="2401918" y="2899229"/>
                  </a:lnTo>
                  <a:lnTo>
                    <a:pt x="2402036" y="2899229"/>
                  </a:lnTo>
                  <a:lnTo>
                    <a:pt x="2402388" y="2899229"/>
                  </a:lnTo>
                  <a:lnTo>
                    <a:pt x="2402506" y="2899229"/>
                  </a:lnTo>
                  <a:lnTo>
                    <a:pt x="2402624" y="2899229"/>
                  </a:lnTo>
                  <a:lnTo>
                    <a:pt x="2402741" y="2899229"/>
                  </a:lnTo>
                  <a:lnTo>
                    <a:pt x="2403329" y="2899229"/>
                  </a:lnTo>
                  <a:lnTo>
                    <a:pt x="2403447" y="2899229"/>
                  </a:lnTo>
                  <a:lnTo>
                    <a:pt x="2403800" y="2899229"/>
                  </a:lnTo>
                  <a:lnTo>
                    <a:pt x="2404035" y="2899229"/>
                  </a:lnTo>
                  <a:lnTo>
                    <a:pt x="2404153" y="2898799"/>
                  </a:lnTo>
                  <a:lnTo>
                    <a:pt x="2404270" y="2898799"/>
                  </a:lnTo>
                  <a:lnTo>
                    <a:pt x="2404388" y="2898799"/>
                  </a:lnTo>
                  <a:lnTo>
                    <a:pt x="2404623" y="2898799"/>
                  </a:lnTo>
                  <a:lnTo>
                    <a:pt x="2404741" y="2898368"/>
                  </a:lnTo>
                  <a:lnTo>
                    <a:pt x="2404858" y="2898368"/>
                  </a:lnTo>
                  <a:lnTo>
                    <a:pt x="2404976" y="2898368"/>
                  </a:lnTo>
                  <a:lnTo>
                    <a:pt x="2405094" y="2897507"/>
                  </a:lnTo>
                  <a:lnTo>
                    <a:pt x="2405329" y="2897507"/>
                  </a:lnTo>
                  <a:lnTo>
                    <a:pt x="2405564" y="2897076"/>
                  </a:lnTo>
                  <a:lnTo>
                    <a:pt x="2405682" y="2897076"/>
                  </a:lnTo>
                  <a:lnTo>
                    <a:pt x="2405917" y="2897076"/>
                  </a:lnTo>
                  <a:lnTo>
                    <a:pt x="2406270" y="2897076"/>
                  </a:lnTo>
                  <a:lnTo>
                    <a:pt x="2406270" y="2896646"/>
                  </a:lnTo>
                  <a:lnTo>
                    <a:pt x="2406505" y="2896646"/>
                  </a:lnTo>
                  <a:lnTo>
                    <a:pt x="2406623" y="2896215"/>
                  </a:lnTo>
                  <a:lnTo>
                    <a:pt x="2406858" y="2896215"/>
                  </a:lnTo>
                  <a:lnTo>
                    <a:pt x="2406858" y="2895785"/>
                  </a:lnTo>
                  <a:lnTo>
                    <a:pt x="2406975" y="2895785"/>
                  </a:lnTo>
                  <a:lnTo>
                    <a:pt x="2407328" y="2895354"/>
                  </a:lnTo>
                  <a:lnTo>
                    <a:pt x="2407564" y="2895354"/>
                  </a:lnTo>
                  <a:lnTo>
                    <a:pt x="2407916" y="2895354"/>
                  </a:lnTo>
                  <a:lnTo>
                    <a:pt x="2408269" y="2894923"/>
                  </a:lnTo>
                  <a:lnTo>
                    <a:pt x="2408269" y="2894493"/>
                  </a:lnTo>
                  <a:lnTo>
                    <a:pt x="2408504" y="2894493"/>
                  </a:lnTo>
                  <a:lnTo>
                    <a:pt x="2408504" y="2894062"/>
                  </a:lnTo>
                  <a:lnTo>
                    <a:pt x="2408740" y="2894062"/>
                  </a:lnTo>
                  <a:lnTo>
                    <a:pt x="2408857" y="2894062"/>
                  </a:lnTo>
                  <a:lnTo>
                    <a:pt x="2409092" y="2894062"/>
                  </a:lnTo>
                  <a:lnTo>
                    <a:pt x="2409210" y="2894062"/>
                  </a:lnTo>
                  <a:lnTo>
                    <a:pt x="2409681" y="2894062"/>
                  </a:lnTo>
                  <a:lnTo>
                    <a:pt x="2409681" y="2893201"/>
                  </a:lnTo>
                  <a:lnTo>
                    <a:pt x="2409798" y="2892770"/>
                  </a:lnTo>
                  <a:lnTo>
                    <a:pt x="2410033" y="2892770"/>
                  </a:lnTo>
                  <a:lnTo>
                    <a:pt x="2410033" y="2892340"/>
                  </a:lnTo>
                  <a:lnTo>
                    <a:pt x="2410269" y="2892340"/>
                  </a:lnTo>
                  <a:lnTo>
                    <a:pt x="2410386" y="2892340"/>
                  </a:lnTo>
                  <a:lnTo>
                    <a:pt x="2410504" y="2892340"/>
                  </a:lnTo>
                  <a:lnTo>
                    <a:pt x="2410739" y="2892340"/>
                  </a:lnTo>
                  <a:lnTo>
                    <a:pt x="2410974" y="2892340"/>
                  </a:lnTo>
                  <a:lnTo>
                    <a:pt x="2411092" y="2891479"/>
                  </a:lnTo>
                  <a:lnTo>
                    <a:pt x="2411092" y="2891048"/>
                  </a:lnTo>
                  <a:lnTo>
                    <a:pt x="2411092" y="2890617"/>
                  </a:lnTo>
                  <a:lnTo>
                    <a:pt x="2411327" y="2890617"/>
                  </a:lnTo>
                  <a:lnTo>
                    <a:pt x="2411445" y="2890617"/>
                  </a:lnTo>
                  <a:lnTo>
                    <a:pt x="2411562" y="2890617"/>
                  </a:lnTo>
                  <a:lnTo>
                    <a:pt x="2416032" y="2883728"/>
                  </a:lnTo>
                  <a:lnTo>
                    <a:pt x="2416149" y="2883297"/>
                  </a:lnTo>
                  <a:lnTo>
                    <a:pt x="2416267" y="2883297"/>
                  </a:lnTo>
                  <a:lnTo>
                    <a:pt x="2416502" y="2883297"/>
                  </a:lnTo>
                  <a:lnTo>
                    <a:pt x="2416737" y="2883297"/>
                  </a:lnTo>
                  <a:lnTo>
                    <a:pt x="2416855" y="2882867"/>
                  </a:lnTo>
                  <a:lnTo>
                    <a:pt x="2416973" y="2882867"/>
                  </a:lnTo>
                  <a:lnTo>
                    <a:pt x="2417090" y="2882005"/>
                  </a:lnTo>
                  <a:lnTo>
                    <a:pt x="2417208" y="2882005"/>
                  </a:lnTo>
                  <a:lnTo>
                    <a:pt x="2417325" y="2882005"/>
                  </a:lnTo>
                  <a:lnTo>
                    <a:pt x="2417443" y="2881575"/>
                  </a:lnTo>
                  <a:lnTo>
                    <a:pt x="2417796" y="2881144"/>
                  </a:lnTo>
                  <a:lnTo>
                    <a:pt x="2417914" y="2880714"/>
                  </a:lnTo>
                  <a:lnTo>
                    <a:pt x="2418384" y="2880714"/>
                  </a:lnTo>
                  <a:lnTo>
                    <a:pt x="2418502" y="2880714"/>
                  </a:lnTo>
                  <a:lnTo>
                    <a:pt x="2418737" y="2880714"/>
                  </a:lnTo>
                  <a:lnTo>
                    <a:pt x="2418737" y="2880283"/>
                  </a:lnTo>
                  <a:lnTo>
                    <a:pt x="2418854" y="2880283"/>
                  </a:lnTo>
                  <a:lnTo>
                    <a:pt x="2419207" y="2880283"/>
                  </a:lnTo>
                  <a:lnTo>
                    <a:pt x="2419325" y="2880283"/>
                  </a:lnTo>
                  <a:lnTo>
                    <a:pt x="2419560" y="2880283"/>
                  </a:lnTo>
                  <a:lnTo>
                    <a:pt x="2419678" y="2880283"/>
                  </a:lnTo>
                  <a:lnTo>
                    <a:pt x="2419913" y="2879852"/>
                  </a:lnTo>
                  <a:lnTo>
                    <a:pt x="2420148" y="2879422"/>
                  </a:lnTo>
                  <a:lnTo>
                    <a:pt x="2420266" y="2879422"/>
                  </a:lnTo>
                  <a:lnTo>
                    <a:pt x="2420383" y="2879422"/>
                  </a:lnTo>
                  <a:lnTo>
                    <a:pt x="2420619" y="2878991"/>
                  </a:lnTo>
                  <a:lnTo>
                    <a:pt x="2420972" y="2878991"/>
                  </a:lnTo>
                  <a:lnTo>
                    <a:pt x="2421324" y="2878991"/>
                  </a:lnTo>
                  <a:lnTo>
                    <a:pt x="2421560" y="2878991"/>
                  </a:lnTo>
                  <a:lnTo>
                    <a:pt x="2421560" y="2878561"/>
                  </a:lnTo>
                  <a:lnTo>
                    <a:pt x="2421912" y="2878130"/>
                  </a:lnTo>
                  <a:lnTo>
                    <a:pt x="2422148" y="2877699"/>
                  </a:lnTo>
                  <a:lnTo>
                    <a:pt x="2422265" y="2877269"/>
                  </a:lnTo>
                  <a:lnTo>
                    <a:pt x="2422383" y="2877269"/>
                  </a:lnTo>
                  <a:lnTo>
                    <a:pt x="2423089" y="2876408"/>
                  </a:lnTo>
                  <a:lnTo>
                    <a:pt x="2423206" y="2875977"/>
                  </a:lnTo>
                  <a:lnTo>
                    <a:pt x="2423324" y="2875977"/>
                  </a:lnTo>
                  <a:lnTo>
                    <a:pt x="2423559" y="2875546"/>
                  </a:lnTo>
                  <a:lnTo>
                    <a:pt x="2423794" y="2874255"/>
                  </a:lnTo>
                  <a:lnTo>
                    <a:pt x="2423912" y="2873824"/>
                  </a:lnTo>
                  <a:lnTo>
                    <a:pt x="2424147" y="2873824"/>
                  </a:lnTo>
                  <a:lnTo>
                    <a:pt x="2424735" y="2873393"/>
                  </a:lnTo>
                  <a:lnTo>
                    <a:pt x="2424970" y="2873393"/>
                  </a:lnTo>
                  <a:lnTo>
                    <a:pt x="2425088" y="2873393"/>
                  </a:lnTo>
                  <a:lnTo>
                    <a:pt x="2425323" y="2873393"/>
                  </a:lnTo>
                  <a:lnTo>
                    <a:pt x="2425441" y="2873393"/>
                  </a:lnTo>
                  <a:lnTo>
                    <a:pt x="2425441" y="2872963"/>
                  </a:lnTo>
                  <a:lnTo>
                    <a:pt x="2425676" y="2872963"/>
                  </a:lnTo>
                  <a:lnTo>
                    <a:pt x="2425794" y="2872963"/>
                  </a:lnTo>
                  <a:lnTo>
                    <a:pt x="2426147" y="2872963"/>
                  </a:lnTo>
                  <a:lnTo>
                    <a:pt x="2426264" y="2872532"/>
                  </a:lnTo>
                  <a:lnTo>
                    <a:pt x="2426499" y="2872532"/>
                  </a:lnTo>
                  <a:lnTo>
                    <a:pt x="2426970" y="2871671"/>
                  </a:lnTo>
                  <a:lnTo>
                    <a:pt x="2427440" y="2871240"/>
                  </a:lnTo>
                  <a:lnTo>
                    <a:pt x="2427440" y="2870810"/>
                  </a:lnTo>
                  <a:lnTo>
                    <a:pt x="2427558" y="2870810"/>
                  </a:lnTo>
                  <a:lnTo>
                    <a:pt x="2428264" y="2870810"/>
                  </a:lnTo>
                  <a:lnTo>
                    <a:pt x="2428616" y="2870810"/>
                  </a:lnTo>
                  <a:lnTo>
                    <a:pt x="2428734" y="2870810"/>
                  </a:lnTo>
                  <a:lnTo>
                    <a:pt x="2428852" y="2870810"/>
                  </a:lnTo>
                  <a:lnTo>
                    <a:pt x="2429440" y="2870810"/>
                  </a:lnTo>
                  <a:lnTo>
                    <a:pt x="2429675" y="2869949"/>
                  </a:lnTo>
                  <a:lnTo>
                    <a:pt x="2430145" y="2869949"/>
                  </a:lnTo>
                  <a:lnTo>
                    <a:pt x="2430263" y="2869518"/>
                  </a:lnTo>
                  <a:lnTo>
                    <a:pt x="2430381" y="2869518"/>
                  </a:lnTo>
                  <a:lnTo>
                    <a:pt x="2430498" y="2869518"/>
                  </a:lnTo>
                  <a:lnTo>
                    <a:pt x="2430734" y="2869087"/>
                  </a:lnTo>
                  <a:lnTo>
                    <a:pt x="2430851" y="2869087"/>
                  </a:lnTo>
                  <a:lnTo>
                    <a:pt x="2431086" y="2869087"/>
                  </a:lnTo>
                  <a:lnTo>
                    <a:pt x="2431086" y="2868657"/>
                  </a:lnTo>
                  <a:lnTo>
                    <a:pt x="2431204" y="2868657"/>
                  </a:lnTo>
                  <a:lnTo>
                    <a:pt x="2431204" y="2868226"/>
                  </a:lnTo>
                  <a:lnTo>
                    <a:pt x="2432027" y="2866073"/>
                  </a:lnTo>
                  <a:lnTo>
                    <a:pt x="2432380" y="2866073"/>
                  </a:lnTo>
                  <a:lnTo>
                    <a:pt x="2432380" y="2865643"/>
                  </a:lnTo>
                  <a:lnTo>
                    <a:pt x="2432498" y="2865643"/>
                  </a:lnTo>
                  <a:lnTo>
                    <a:pt x="2432498" y="2865212"/>
                  </a:lnTo>
                  <a:lnTo>
                    <a:pt x="2433086" y="2865212"/>
                  </a:lnTo>
                  <a:lnTo>
                    <a:pt x="2433203" y="2864781"/>
                  </a:lnTo>
                  <a:lnTo>
                    <a:pt x="2433321" y="2864781"/>
                  </a:lnTo>
                  <a:lnTo>
                    <a:pt x="2433439" y="2864781"/>
                  </a:lnTo>
                  <a:lnTo>
                    <a:pt x="2433909" y="2864781"/>
                  </a:lnTo>
                  <a:lnTo>
                    <a:pt x="2434027" y="2864781"/>
                  </a:lnTo>
                  <a:lnTo>
                    <a:pt x="2434144" y="2864781"/>
                  </a:lnTo>
                  <a:lnTo>
                    <a:pt x="2434144" y="2864351"/>
                  </a:lnTo>
                  <a:lnTo>
                    <a:pt x="2434262" y="2864351"/>
                  </a:lnTo>
                  <a:lnTo>
                    <a:pt x="2434968" y="2863490"/>
                  </a:lnTo>
                  <a:lnTo>
                    <a:pt x="2435085" y="2863490"/>
                  </a:lnTo>
                  <a:lnTo>
                    <a:pt x="2435203" y="2863490"/>
                  </a:lnTo>
                  <a:lnTo>
                    <a:pt x="2435320" y="2863490"/>
                  </a:lnTo>
                  <a:lnTo>
                    <a:pt x="2435556" y="2863490"/>
                  </a:lnTo>
                  <a:lnTo>
                    <a:pt x="2435556" y="2863059"/>
                  </a:lnTo>
                  <a:lnTo>
                    <a:pt x="2435673" y="2863059"/>
                  </a:lnTo>
                  <a:lnTo>
                    <a:pt x="2435909" y="2863059"/>
                  </a:lnTo>
                  <a:lnTo>
                    <a:pt x="2436026" y="2863059"/>
                  </a:lnTo>
                  <a:lnTo>
                    <a:pt x="2436144" y="2862628"/>
                  </a:lnTo>
                  <a:lnTo>
                    <a:pt x="2436261" y="2862628"/>
                  </a:lnTo>
                  <a:lnTo>
                    <a:pt x="2436614" y="2862198"/>
                  </a:lnTo>
                  <a:lnTo>
                    <a:pt x="2436732" y="2862198"/>
                  </a:lnTo>
                  <a:lnTo>
                    <a:pt x="2436849" y="2862198"/>
                  </a:lnTo>
                  <a:lnTo>
                    <a:pt x="2436967" y="2862198"/>
                  </a:lnTo>
                  <a:lnTo>
                    <a:pt x="2437085" y="2862198"/>
                  </a:lnTo>
                  <a:lnTo>
                    <a:pt x="2437085" y="2861767"/>
                  </a:lnTo>
                  <a:lnTo>
                    <a:pt x="2437320" y="2861337"/>
                  </a:lnTo>
                  <a:lnTo>
                    <a:pt x="2437438" y="2861337"/>
                  </a:lnTo>
                  <a:lnTo>
                    <a:pt x="2437438" y="2860906"/>
                  </a:lnTo>
                  <a:lnTo>
                    <a:pt x="2437555" y="2860475"/>
                  </a:lnTo>
                  <a:lnTo>
                    <a:pt x="2438026" y="2860045"/>
                  </a:lnTo>
                  <a:lnTo>
                    <a:pt x="2438143" y="2859614"/>
                  </a:lnTo>
                  <a:lnTo>
                    <a:pt x="2438378" y="2859184"/>
                  </a:lnTo>
                  <a:lnTo>
                    <a:pt x="2438496" y="2859184"/>
                  </a:lnTo>
                  <a:lnTo>
                    <a:pt x="2438731" y="2859184"/>
                  </a:lnTo>
                  <a:lnTo>
                    <a:pt x="2438731" y="2858753"/>
                  </a:lnTo>
                  <a:lnTo>
                    <a:pt x="2438967" y="2858322"/>
                  </a:lnTo>
                  <a:lnTo>
                    <a:pt x="2439084" y="2858322"/>
                  </a:lnTo>
                  <a:lnTo>
                    <a:pt x="2439437" y="2858322"/>
                  </a:lnTo>
                  <a:lnTo>
                    <a:pt x="2439437" y="2857892"/>
                  </a:lnTo>
                  <a:lnTo>
                    <a:pt x="2439672" y="2857461"/>
                  </a:lnTo>
                  <a:lnTo>
                    <a:pt x="2440143" y="2857461"/>
                  </a:lnTo>
                  <a:lnTo>
                    <a:pt x="2440260" y="2857461"/>
                  </a:lnTo>
                  <a:lnTo>
                    <a:pt x="2440260" y="2857031"/>
                  </a:lnTo>
                  <a:lnTo>
                    <a:pt x="2441201" y="2857031"/>
                  </a:lnTo>
                  <a:lnTo>
                    <a:pt x="2441319" y="2857031"/>
                  </a:lnTo>
                  <a:lnTo>
                    <a:pt x="2441672" y="2856600"/>
                  </a:lnTo>
                  <a:lnTo>
                    <a:pt x="2442848" y="2856600"/>
                  </a:lnTo>
                  <a:lnTo>
                    <a:pt x="2443083" y="2856600"/>
                  </a:lnTo>
                  <a:lnTo>
                    <a:pt x="2443083" y="2856169"/>
                  </a:lnTo>
                  <a:lnTo>
                    <a:pt x="2443553" y="2855739"/>
                  </a:lnTo>
                  <a:lnTo>
                    <a:pt x="2444259" y="2855308"/>
                  </a:lnTo>
                  <a:lnTo>
                    <a:pt x="2444377" y="2854878"/>
                  </a:lnTo>
                  <a:lnTo>
                    <a:pt x="2445082" y="2854447"/>
                  </a:lnTo>
                  <a:lnTo>
                    <a:pt x="2445318" y="2854447"/>
                  </a:lnTo>
                  <a:lnTo>
                    <a:pt x="2445671" y="2854447"/>
                  </a:lnTo>
                  <a:lnTo>
                    <a:pt x="2446023" y="2853586"/>
                  </a:lnTo>
                  <a:lnTo>
                    <a:pt x="2446259" y="2853586"/>
                  </a:lnTo>
                  <a:lnTo>
                    <a:pt x="2446259" y="2853155"/>
                  </a:lnTo>
                  <a:lnTo>
                    <a:pt x="2446376" y="2852725"/>
                  </a:lnTo>
                  <a:lnTo>
                    <a:pt x="2446376" y="2852294"/>
                  </a:lnTo>
                  <a:lnTo>
                    <a:pt x="2446729" y="2852294"/>
                  </a:lnTo>
                  <a:lnTo>
                    <a:pt x="2446847" y="2851863"/>
                  </a:lnTo>
                  <a:lnTo>
                    <a:pt x="2446964" y="2851863"/>
                  </a:lnTo>
                  <a:lnTo>
                    <a:pt x="2447200" y="2851002"/>
                  </a:lnTo>
                  <a:lnTo>
                    <a:pt x="2447670" y="2850141"/>
                  </a:lnTo>
                  <a:lnTo>
                    <a:pt x="2447788" y="2850141"/>
                  </a:lnTo>
                  <a:lnTo>
                    <a:pt x="2447905" y="2850141"/>
                  </a:lnTo>
                  <a:lnTo>
                    <a:pt x="2447905" y="2849280"/>
                  </a:lnTo>
                  <a:lnTo>
                    <a:pt x="2448140" y="2849280"/>
                  </a:lnTo>
                  <a:lnTo>
                    <a:pt x="2448611" y="2848849"/>
                  </a:lnTo>
                  <a:lnTo>
                    <a:pt x="2448611" y="2847988"/>
                  </a:lnTo>
                  <a:lnTo>
                    <a:pt x="2448728" y="2847988"/>
                  </a:lnTo>
                  <a:lnTo>
                    <a:pt x="2448964" y="2847988"/>
                  </a:lnTo>
                  <a:lnTo>
                    <a:pt x="2448964" y="2847557"/>
                  </a:lnTo>
                  <a:lnTo>
                    <a:pt x="2448964" y="2847127"/>
                  </a:lnTo>
                  <a:lnTo>
                    <a:pt x="2449081" y="2847127"/>
                  </a:lnTo>
                  <a:lnTo>
                    <a:pt x="2449199" y="2847127"/>
                  </a:lnTo>
                  <a:lnTo>
                    <a:pt x="2449317" y="2847127"/>
                  </a:lnTo>
                  <a:lnTo>
                    <a:pt x="2449317" y="2846696"/>
                  </a:lnTo>
                  <a:lnTo>
                    <a:pt x="2449317" y="2846266"/>
                  </a:lnTo>
                  <a:lnTo>
                    <a:pt x="2449434" y="2846266"/>
                  </a:lnTo>
                  <a:lnTo>
                    <a:pt x="2449669" y="2846266"/>
                  </a:lnTo>
                  <a:lnTo>
                    <a:pt x="2449905" y="2846266"/>
                  </a:lnTo>
                  <a:lnTo>
                    <a:pt x="2450022" y="2845404"/>
                  </a:lnTo>
                  <a:lnTo>
                    <a:pt x="2450375" y="2845404"/>
                  </a:lnTo>
                  <a:lnTo>
                    <a:pt x="2450610" y="2845404"/>
                  </a:lnTo>
                  <a:lnTo>
                    <a:pt x="2451081" y="2844974"/>
                  </a:lnTo>
                  <a:lnTo>
                    <a:pt x="2451316" y="2844543"/>
                  </a:lnTo>
                  <a:lnTo>
                    <a:pt x="2451786" y="2843682"/>
                  </a:lnTo>
                  <a:lnTo>
                    <a:pt x="2452022" y="2843682"/>
                  </a:lnTo>
                  <a:lnTo>
                    <a:pt x="2452022" y="2843251"/>
                  </a:lnTo>
                  <a:lnTo>
                    <a:pt x="2452492" y="2842390"/>
                  </a:lnTo>
                  <a:lnTo>
                    <a:pt x="2452845" y="2842390"/>
                  </a:lnTo>
                  <a:lnTo>
                    <a:pt x="2452845" y="2841960"/>
                  </a:lnTo>
                  <a:lnTo>
                    <a:pt x="2452963" y="2841960"/>
                  </a:lnTo>
                  <a:lnTo>
                    <a:pt x="2453080" y="2841960"/>
                  </a:lnTo>
                  <a:lnTo>
                    <a:pt x="2453198" y="2841960"/>
                  </a:lnTo>
                  <a:lnTo>
                    <a:pt x="2454256" y="2841098"/>
                  </a:lnTo>
                  <a:lnTo>
                    <a:pt x="2454492" y="2841098"/>
                  </a:lnTo>
                  <a:lnTo>
                    <a:pt x="2454844" y="2841098"/>
                  </a:lnTo>
                  <a:lnTo>
                    <a:pt x="2454962" y="2841098"/>
                  </a:lnTo>
                  <a:lnTo>
                    <a:pt x="2455080" y="2841098"/>
                  </a:lnTo>
                  <a:lnTo>
                    <a:pt x="2455080" y="2840668"/>
                  </a:lnTo>
                  <a:lnTo>
                    <a:pt x="2455550" y="2838945"/>
                  </a:lnTo>
                  <a:lnTo>
                    <a:pt x="2455668" y="2838945"/>
                  </a:lnTo>
                  <a:lnTo>
                    <a:pt x="2455785" y="2838084"/>
                  </a:lnTo>
                  <a:lnTo>
                    <a:pt x="2455785" y="2837654"/>
                  </a:lnTo>
                  <a:lnTo>
                    <a:pt x="2456138" y="2837654"/>
                  </a:lnTo>
                  <a:lnTo>
                    <a:pt x="2456373" y="2837223"/>
                  </a:lnTo>
                  <a:lnTo>
                    <a:pt x="2456844" y="2836792"/>
                  </a:lnTo>
                  <a:lnTo>
                    <a:pt x="2457079" y="2836792"/>
                  </a:lnTo>
                  <a:lnTo>
                    <a:pt x="2457197" y="2836362"/>
                  </a:lnTo>
                  <a:lnTo>
                    <a:pt x="2457314" y="2835931"/>
                  </a:lnTo>
                  <a:lnTo>
                    <a:pt x="2457432" y="2835501"/>
                  </a:lnTo>
                  <a:lnTo>
                    <a:pt x="2457432" y="2834639"/>
                  </a:lnTo>
                  <a:lnTo>
                    <a:pt x="2458255" y="2834639"/>
                  </a:lnTo>
                  <a:lnTo>
                    <a:pt x="2458843" y="2834209"/>
                  </a:lnTo>
                  <a:lnTo>
                    <a:pt x="2458961" y="2834209"/>
                  </a:lnTo>
                  <a:lnTo>
                    <a:pt x="2458961" y="2833778"/>
                  </a:lnTo>
                  <a:lnTo>
                    <a:pt x="2459549" y="2833348"/>
                  </a:lnTo>
                  <a:lnTo>
                    <a:pt x="2459667" y="2833348"/>
                  </a:lnTo>
                  <a:lnTo>
                    <a:pt x="2459784" y="2833348"/>
                  </a:lnTo>
                  <a:lnTo>
                    <a:pt x="2459902" y="2832486"/>
                  </a:lnTo>
                  <a:lnTo>
                    <a:pt x="2460255" y="2831625"/>
                  </a:lnTo>
                  <a:lnTo>
                    <a:pt x="2460372" y="2831625"/>
                  </a:lnTo>
                  <a:lnTo>
                    <a:pt x="2460725" y="2831625"/>
                  </a:lnTo>
                  <a:lnTo>
                    <a:pt x="2460843" y="2831625"/>
                  </a:lnTo>
                  <a:lnTo>
                    <a:pt x="2460960" y="2831195"/>
                  </a:lnTo>
                  <a:lnTo>
                    <a:pt x="2461078" y="2831195"/>
                  </a:lnTo>
                  <a:lnTo>
                    <a:pt x="2461313" y="2831195"/>
                  </a:lnTo>
                  <a:lnTo>
                    <a:pt x="2461784" y="2830764"/>
                  </a:lnTo>
                  <a:lnTo>
                    <a:pt x="2461784" y="2829903"/>
                  </a:lnTo>
                  <a:lnTo>
                    <a:pt x="2461901" y="2829903"/>
                  </a:lnTo>
                  <a:lnTo>
                    <a:pt x="2461901" y="2829472"/>
                  </a:lnTo>
                  <a:lnTo>
                    <a:pt x="2462019" y="2828180"/>
                  </a:lnTo>
                  <a:lnTo>
                    <a:pt x="2462019" y="2827750"/>
                  </a:lnTo>
                  <a:lnTo>
                    <a:pt x="2462137" y="2827750"/>
                  </a:lnTo>
                  <a:lnTo>
                    <a:pt x="2462725" y="2825597"/>
                  </a:lnTo>
                  <a:lnTo>
                    <a:pt x="2462842" y="2825597"/>
                  </a:lnTo>
                  <a:lnTo>
                    <a:pt x="2462960" y="2824305"/>
                  </a:lnTo>
                  <a:lnTo>
                    <a:pt x="2463313" y="2824305"/>
                  </a:lnTo>
                  <a:lnTo>
                    <a:pt x="2463430" y="2823874"/>
                  </a:lnTo>
                  <a:lnTo>
                    <a:pt x="2463430" y="2823444"/>
                  </a:lnTo>
                  <a:lnTo>
                    <a:pt x="2463666" y="2823013"/>
                  </a:lnTo>
                  <a:lnTo>
                    <a:pt x="2463783" y="2822583"/>
                  </a:lnTo>
                  <a:lnTo>
                    <a:pt x="2464018" y="2822583"/>
                  </a:lnTo>
                  <a:lnTo>
                    <a:pt x="2464254" y="2822152"/>
                  </a:lnTo>
                  <a:lnTo>
                    <a:pt x="2464371" y="2822152"/>
                  </a:lnTo>
                  <a:lnTo>
                    <a:pt x="2464489" y="2822152"/>
                  </a:lnTo>
                  <a:lnTo>
                    <a:pt x="2464959" y="2821721"/>
                  </a:lnTo>
                  <a:lnTo>
                    <a:pt x="2465077" y="2821721"/>
                  </a:lnTo>
                  <a:lnTo>
                    <a:pt x="2465430" y="2821721"/>
                  </a:lnTo>
                  <a:lnTo>
                    <a:pt x="2465547" y="2821291"/>
                  </a:lnTo>
                  <a:lnTo>
                    <a:pt x="2465665" y="2821291"/>
                  </a:lnTo>
                  <a:lnTo>
                    <a:pt x="2466018" y="2820860"/>
                  </a:lnTo>
                  <a:lnTo>
                    <a:pt x="2466606" y="2820860"/>
                  </a:lnTo>
                  <a:lnTo>
                    <a:pt x="2466723" y="2820860"/>
                  </a:lnTo>
                  <a:lnTo>
                    <a:pt x="2467312" y="2820860"/>
                  </a:lnTo>
                  <a:lnTo>
                    <a:pt x="2467312" y="2820430"/>
                  </a:lnTo>
                  <a:lnTo>
                    <a:pt x="2467429" y="2820430"/>
                  </a:lnTo>
                  <a:lnTo>
                    <a:pt x="2467547" y="2820430"/>
                  </a:lnTo>
                  <a:lnTo>
                    <a:pt x="2468017" y="2820430"/>
                  </a:lnTo>
                  <a:lnTo>
                    <a:pt x="2468135" y="2820430"/>
                  </a:lnTo>
                  <a:lnTo>
                    <a:pt x="2468135" y="2819999"/>
                  </a:lnTo>
                  <a:lnTo>
                    <a:pt x="2468488" y="2819999"/>
                  </a:lnTo>
                  <a:lnTo>
                    <a:pt x="2469311" y="2818707"/>
                  </a:lnTo>
                  <a:lnTo>
                    <a:pt x="2469429" y="2817846"/>
                  </a:lnTo>
                  <a:lnTo>
                    <a:pt x="2469781" y="2817846"/>
                  </a:lnTo>
                  <a:lnTo>
                    <a:pt x="2470017" y="2817846"/>
                  </a:lnTo>
                  <a:lnTo>
                    <a:pt x="2470252" y="2817846"/>
                  </a:lnTo>
                  <a:lnTo>
                    <a:pt x="2470370" y="2817846"/>
                  </a:lnTo>
                  <a:lnTo>
                    <a:pt x="2470840" y="2817415"/>
                  </a:lnTo>
                  <a:lnTo>
                    <a:pt x="2471075" y="2816554"/>
                  </a:lnTo>
                  <a:lnTo>
                    <a:pt x="2471193" y="2816554"/>
                  </a:lnTo>
                  <a:lnTo>
                    <a:pt x="2471193" y="2816124"/>
                  </a:lnTo>
                  <a:lnTo>
                    <a:pt x="2471310" y="2815693"/>
                  </a:lnTo>
                  <a:lnTo>
                    <a:pt x="2471546" y="2815693"/>
                  </a:lnTo>
                  <a:lnTo>
                    <a:pt x="2471546" y="2815262"/>
                  </a:lnTo>
                  <a:lnTo>
                    <a:pt x="2471781" y="2815262"/>
                  </a:lnTo>
                  <a:lnTo>
                    <a:pt x="2472134" y="2815262"/>
                  </a:lnTo>
                  <a:lnTo>
                    <a:pt x="2472251" y="2815262"/>
                  </a:lnTo>
                  <a:lnTo>
                    <a:pt x="2472369" y="2815262"/>
                  </a:lnTo>
                  <a:lnTo>
                    <a:pt x="2472369" y="2814832"/>
                  </a:lnTo>
                  <a:lnTo>
                    <a:pt x="2473545" y="2812248"/>
                  </a:lnTo>
                  <a:lnTo>
                    <a:pt x="2473545" y="2810956"/>
                  </a:lnTo>
                  <a:lnTo>
                    <a:pt x="2473663" y="2810956"/>
                  </a:lnTo>
                  <a:lnTo>
                    <a:pt x="2473780" y="2810956"/>
                  </a:lnTo>
                  <a:lnTo>
                    <a:pt x="2473898" y="2810956"/>
                  </a:lnTo>
                  <a:lnTo>
                    <a:pt x="2474368" y="2810526"/>
                  </a:lnTo>
                  <a:lnTo>
                    <a:pt x="2474486" y="2810526"/>
                  </a:lnTo>
                  <a:lnTo>
                    <a:pt x="2474721" y="2810526"/>
                  </a:lnTo>
                  <a:lnTo>
                    <a:pt x="2474839" y="2810526"/>
                  </a:lnTo>
                  <a:lnTo>
                    <a:pt x="2474839" y="2810095"/>
                  </a:lnTo>
                  <a:lnTo>
                    <a:pt x="2475192" y="2810095"/>
                  </a:lnTo>
                  <a:lnTo>
                    <a:pt x="2475427" y="2809665"/>
                  </a:lnTo>
                  <a:lnTo>
                    <a:pt x="2476368" y="2809234"/>
                  </a:lnTo>
                  <a:lnTo>
                    <a:pt x="2476603" y="2809234"/>
                  </a:lnTo>
                  <a:lnTo>
                    <a:pt x="2476838" y="2809234"/>
                  </a:lnTo>
                  <a:lnTo>
                    <a:pt x="2476956" y="2809234"/>
                  </a:lnTo>
                  <a:lnTo>
                    <a:pt x="2477897" y="2808373"/>
                  </a:lnTo>
                  <a:lnTo>
                    <a:pt x="2478014" y="2808373"/>
                  </a:lnTo>
                  <a:lnTo>
                    <a:pt x="2478250" y="2808373"/>
                  </a:lnTo>
                  <a:lnTo>
                    <a:pt x="2478485" y="2808373"/>
                  </a:lnTo>
                  <a:lnTo>
                    <a:pt x="2478838" y="2808373"/>
                  </a:lnTo>
                  <a:lnTo>
                    <a:pt x="2479191" y="2808373"/>
                  </a:lnTo>
                  <a:lnTo>
                    <a:pt x="2479308" y="2808373"/>
                  </a:lnTo>
                  <a:lnTo>
                    <a:pt x="2479426" y="2808373"/>
                  </a:lnTo>
                  <a:lnTo>
                    <a:pt x="2479661" y="2807942"/>
                  </a:lnTo>
                  <a:lnTo>
                    <a:pt x="2479779" y="2807942"/>
                  </a:lnTo>
                  <a:lnTo>
                    <a:pt x="2480249" y="2807942"/>
                  </a:lnTo>
                  <a:lnTo>
                    <a:pt x="2480602" y="2807512"/>
                  </a:lnTo>
                  <a:lnTo>
                    <a:pt x="2480720" y="2807512"/>
                  </a:lnTo>
                  <a:lnTo>
                    <a:pt x="2481190" y="2807081"/>
                  </a:lnTo>
                  <a:lnTo>
                    <a:pt x="2481660" y="2806650"/>
                  </a:lnTo>
                  <a:lnTo>
                    <a:pt x="2481778" y="2806650"/>
                  </a:lnTo>
                  <a:lnTo>
                    <a:pt x="2482131" y="2806650"/>
                  </a:lnTo>
                  <a:lnTo>
                    <a:pt x="2482249" y="2806220"/>
                  </a:lnTo>
                  <a:lnTo>
                    <a:pt x="2482366" y="2805359"/>
                  </a:lnTo>
                  <a:lnTo>
                    <a:pt x="2482484" y="2805359"/>
                  </a:lnTo>
                  <a:lnTo>
                    <a:pt x="2482601" y="2805359"/>
                  </a:lnTo>
                  <a:lnTo>
                    <a:pt x="2482837" y="2805359"/>
                  </a:lnTo>
                  <a:lnTo>
                    <a:pt x="2482837" y="2804497"/>
                  </a:lnTo>
                  <a:lnTo>
                    <a:pt x="2482954" y="2804067"/>
                  </a:lnTo>
                  <a:lnTo>
                    <a:pt x="2483307" y="2803636"/>
                  </a:lnTo>
                  <a:lnTo>
                    <a:pt x="2483307" y="2803206"/>
                  </a:lnTo>
                  <a:lnTo>
                    <a:pt x="2483778" y="2803206"/>
                  </a:lnTo>
                  <a:lnTo>
                    <a:pt x="2483895" y="2803206"/>
                  </a:lnTo>
                  <a:lnTo>
                    <a:pt x="2484130" y="2802344"/>
                  </a:lnTo>
                  <a:lnTo>
                    <a:pt x="2484248" y="2801914"/>
                  </a:lnTo>
                  <a:lnTo>
                    <a:pt x="2484483" y="2801483"/>
                  </a:lnTo>
                  <a:lnTo>
                    <a:pt x="2484601" y="2801053"/>
                  </a:lnTo>
                  <a:lnTo>
                    <a:pt x="2484836" y="2801053"/>
                  </a:lnTo>
                  <a:lnTo>
                    <a:pt x="2484954" y="2801053"/>
                  </a:lnTo>
                  <a:lnTo>
                    <a:pt x="2485189" y="2801053"/>
                  </a:lnTo>
                  <a:lnTo>
                    <a:pt x="2485189" y="2800622"/>
                  </a:lnTo>
                  <a:lnTo>
                    <a:pt x="2485307" y="2800622"/>
                  </a:lnTo>
                  <a:lnTo>
                    <a:pt x="2485424" y="2800622"/>
                  </a:lnTo>
                  <a:lnTo>
                    <a:pt x="2485659" y="2799761"/>
                  </a:lnTo>
                  <a:lnTo>
                    <a:pt x="2485895" y="2799761"/>
                  </a:lnTo>
                  <a:lnTo>
                    <a:pt x="2486600" y="2799330"/>
                  </a:lnTo>
                  <a:lnTo>
                    <a:pt x="2486600" y="2798900"/>
                  </a:lnTo>
                  <a:lnTo>
                    <a:pt x="2486718" y="2798900"/>
                  </a:lnTo>
                  <a:lnTo>
                    <a:pt x="2486836" y="2798900"/>
                  </a:lnTo>
                  <a:lnTo>
                    <a:pt x="2486953" y="2798038"/>
                  </a:lnTo>
                  <a:lnTo>
                    <a:pt x="2487071" y="2798038"/>
                  </a:lnTo>
                  <a:lnTo>
                    <a:pt x="2487424" y="2797608"/>
                  </a:lnTo>
                  <a:lnTo>
                    <a:pt x="2487424" y="2797177"/>
                  </a:lnTo>
                  <a:lnTo>
                    <a:pt x="2487776" y="2797177"/>
                  </a:lnTo>
                  <a:lnTo>
                    <a:pt x="2488012" y="2797177"/>
                  </a:lnTo>
                  <a:lnTo>
                    <a:pt x="2488247" y="2797177"/>
                  </a:lnTo>
                  <a:lnTo>
                    <a:pt x="2488365" y="2797177"/>
                  </a:lnTo>
                  <a:lnTo>
                    <a:pt x="2488482" y="2797177"/>
                  </a:lnTo>
                  <a:lnTo>
                    <a:pt x="2488835" y="2797177"/>
                  </a:lnTo>
                  <a:lnTo>
                    <a:pt x="2489070" y="2797177"/>
                  </a:lnTo>
                  <a:lnTo>
                    <a:pt x="2489423" y="2797177"/>
                  </a:lnTo>
                  <a:lnTo>
                    <a:pt x="2489658" y="2797177"/>
                  </a:lnTo>
                  <a:lnTo>
                    <a:pt x="2489893" y="2797177"/>
                  </a:lnTo>
                  <a:lnTo>
                    <a:pt x="2489893" y="2796747"/>
                  </a:lnTo>
                  <a:lnTo>
                    <a:pt x="2490246" y="2795885"/>
                  </a:lnTo>
                  <a:lnTo>
                    <a:pt x="2490364" y="2795885"/>
                  </a:lnTo>
                  <a:lnTo>
                    <a:pt x="2490482" y="2795885"/>
                  </a:lnTo>
                  <a:lnTo>
                    <a:pt x="2490482" y="2795455"/>
                  </a:lnTo>
                  <a:lnTo>
                    <a:pt x="2490599" y="2795024"/>
                  </a:lnTo>
                  <a:lnTo>
                    <a:pt x="2490834" y="2795024"/>
                  </a:lnTo>
                  <a:lnTo>
                    <a:pt x="2490952" y="2795024"/>
                  </a:lnTo>
                  <a:lnTo>
                    <a:pt x="2491422" y="2795024"/>
                  </a:lnTo>
                  <a:lnTo>
                    <a:pt x="2491658" y="2795024"/>
                  </a:lnTo>
                  <a:lnTo>
                    <a:pt x="2492011" y="2795024"/>
                  </a:lnTo>
                  <a:lnTo>
                    <a:pt x="2492246" y="2795024"/>
                  </a:lnTo>
                  <a:lnTo>
                    <a:pt x="2492246" y="2794594"/>
                  </a:lnTo>
                  <a:lnTo>
                    <a:pt x="2492363" y="2794594"/>
                  </a:lnTo>
                  <a:lnTo>
                    <a:pt x="2492481" y="2794594"/>
                  </a:lnTo>
                  <a:lnTo>
                    <a:pt x="2492481" y="2794163"/>
                  </a:lnTo>
                  <a:lnTo>
                    <a:pt x="2492716" y="2793732"/>
                  </a:lnTo>
                  <a:lnTo>
                    <a:pt x="2493187" y="2793732"/>
                  </a:lnTo>
                  <a:lnTo>
                    <a:pt x="2493304" y="2793732"/>
                  </a:lnTo>
                  <a:lnTo>
                    <a:pt x="2493657" y="2793302"/>
                  </a:lnTo>
                  <a:lnTo>
                    <a:pt x="2493657" y="2792871"/>
                  </a:lnTo>
                  <a:lnTo>
                    <a:pt x="2493892" y="2792871"/>
                  </a:lnTo>
                  <a:lnTo>
                    <a:pt x="2494010" y="2792441"/>
                  </a:lnTo>
                  <a:lnTo>
                    <a:pt x="2494010" y="2791579"/>
                  </a:lnTo>
                  <a:lnTo>
                    <a:pt x="2494363" y="2791149"/>
                  </a:lnTo>
                  <a:lnTo>
                    <a:pt x="2494833" y="2791149"/>
                  </a:lnTo>
                  <a:lnTo>
                    <a:pt x="2495069" y="2791149"/>
                  </a:lnTo>
                  <a:lnTo>
                    <a:pt x="2495186" y="2791149"/>
                  </a:lnTo>
                  <a:lnTo>
                    <a:pt x="2495186" y="2790718"/>
                  </a:lnTo>
                  <a:lnTo>
                    <a:pt x="2495304" y="2790288"/>
                  </a:lnTo>
                  <a:lnTo>
                    <a:pt x="2495304" y="2789857"/>
                  </a:lnTo>
                  <a:lnTo>
                    <a:pt x="2495657" y="2789857"/>
                  </a:lnTo>
                  <a:lnTo>
                    <a:pt x="2495774" y="2789857"/>
                  </a:lnTo>
                  <a:lnTo>
                    <a:pt x="2496127" y="2788996"/>
                  </a:lnTo>
                  <a:lnTo>
                    <a:pt x="2496245" y="2788996"/>
                  </a:lnTo>
                  <a:lnTo>
                    <a:pt x="2496598" y="2788996"/>
                  </a:lnTo>
                  <a:lnTo>
                    <a:pt x="2496715" y="2788996"/>
                  </a:lnTo>
                  <a:lnTo>
                    <a:pt x="2496833" y="2788996"/>
                  </a:lnTo>
                  <a:lnTo>
                    <a:pt x="2497068" y="2788996"/>
                  </a:lnTo>
                  <a:lnTo>
                    <a:pt x="2497303" y="2788996"/>
                  </a:lnTo>
                  <a:lnTo>
                    <a:pt x="2497421" y="2788996"/>
                  </a:lnTo>
                  <a:lnTo>
                    <a:pt x="2497656" y="2788996"/>
                  </a:lnTo>
                  <a:lnTo>
                    <a:pt x="2497774" y="2788135"/>
                  </a:lnTo>
                  <a:lnTo>
                    <a:pt x="2497891" y="2788135"/>
                  </a:lnTo>
                  <a:lnTo>
                    <a:pt x="2498126" y="2788135"/>
                  </a:lnTo>
                  <a:lnTo>
                    <a:pt x="2498244" y="2787704"/>
                  </a:lnTo>
                  <a:lnTo>
                    <a:pt x="2498597" y="2787704"/>
                  </a:lnTo>
                  <a:lnTo>
                    <a:pt x="2498715" y="2787704"/>
                  </a:lnTo>
                  <a:lnTo>
                    <a:pt x="2498832" y="2787273"/>
                  </a:lnTo>
                  <a:lnTo>
                    <a:pt x="2499067" y="2786843"/>
                  </a:lnTo>
                  <a:lnTo>
                    <a:pt x="2499303" y="2786843"/>
                  </a:lnTo>
                  <a:lnTo>
                    <a:pt x="2499303" y="2786412"/>
                  </a:lnTo>
                  <a:lnTo>
                    <a:pt x="2499420" y="2786412"/>
                  </a:lnTo>
                  <a:lnTo>
                    <a:pt x="2499420" y="2785551"/>
                  </a:lnTo>
                  <a:lnTo>
                    <a:pt x="2499538" y="2785551"/>
                  </a:lnTo>
                  <a:lnTo>
                    <a:pt x="2500008" y="2785120"/>
                  </a:lnTo>
                  <a:lnTo>
                    <a:pt x="2500126" y="2785120"/>
                  </a:lnTo>
                  <a:lnTo>
                    <a:pt x="2500479" y="2785120"/>
                  </a:lnTo>
                  <a:lnTo>
                    <a:pt x="2500596" y="2785120"/>
                  </a:lnTo>
                  <a:lnTo>
                    <a:pt x="2500714" y="2785120"/>
                  </a:lnTo>
                  <a:lnTo>
                    <a:pt x="2500832" y="2784259"/>
                  </a:lnTo>
                  <a:lnTo>
                    <a:pt x="2500949" y="2784259"/>
                  </a:lnTo>
                  <a:lnTo>
                    <a:pt x="2501067" y="2784259"/>
                  </a:lnTo>
                  <a:lnTo>
                    <a:pt x="2501420" y="2784259"/>
                  </a:lnTo>
                  <a:lnTo>
                    <a:pt x="2501655" y="2784259"/>
                  </a:lnTo>
                  <a:lnTo>
                    <a:pt x="2501655" y="2783829"/>
                  </a:lnTo>
                  <a:lnTo>
                    <a:pt x="2501773" y="2783829"/>
                  </a:lnTo>
                  <a:lnTo>
                    <a:pt x="2501890" y="2783829"/>
                  </a:lnTo>
                  <a:lnTo>
                    <a:pt x="2502125" y="2783398"/>
                  </a:lnTo>
                  <a:lnTo>
                    <a:pt x="2502243" y="2783398"/>
                  </a:lnTo>
                  <a:lnTo>
                    <a:pt x="2502243" y="2782967"/>
                  </a:lnTo>
                  <a:lnTo>
                    <a:pt x="2502361" y="2782967"/>
                  </a:lnTo>
                  <a:lnTo>
                    <a:pt x="2502831" y="2782537"/>
                  </a:lnTo>
                  <a:lnTo>
                    <a:pt x="2502949" y="2782537"/>
                  </a:lnTo>
                  <a:lnTo>
                    <a:pt x="2504125" y="2780814"/>
                  </a:lnTo>
                  <a:lnTo>
                    <a:pt x="2504242" y="2780814"/>
                  </a:lnTo>
                  <a:lnTo>
                    <a:pt x="2504242" y="2780384"/>
                  </a:lnTo>
                  <a:lnTo>
                    <a:pt x="2504360" y="2779953"/>
                  </a:lnTo>
                  <a:lnTo>
                    <a:pt x="2504830" y="2779953"/>
                  </a:lnTo>
                  <a:lnTo>
                    <a:pt x="2504830" y="2779523"/>
                  </a:lnTo>
                  <a:lnTo>
                    <a:pt x="2504830" y="2779092"/>
                  </a:lnTo>
                  <a:lnTo>
                    <a:pt x="2505066" y="2778661"/>
                  </a:lnTo>
                  <a:lnTo>
                    <a:pt x="2505183" y="2778661"/>
                  </a:lnTo>
                  <a:lnTo>
                    <a:pt x="2505301" y="2778231"/>
                  </a:lnTo>
                  <a:lnTo>
                    <a:pt x="2505419" y="2778231"/>
                  </a:lnTo>
                  <a:lnTo>
                    <a:pt x="2505771" y="2777800"/>
                  </a:lnTo>
                  <a:lnTo>
                    <a:pt x="2505889" y="2777800"/>
                  </a:lnTo>
                  <a:lnTo>
                    <a:pt x="2506124" y="2777370"/>
                  </a:lnTo>
                  <a:lnTo>
                    <a:pt x="2506242" y="2776939"/>
                  </a:lnTo>
                  <a:lnTo>
                    <a:pt x="2506712" y="2775647"/>
                  </a:lnTo>
                  <a:lnTo>
                    <a:pt x="2506712" y="2775217"/>
                  </a:lnTo>
                  <a:lnTo>
                    <a:pt x="2506830" y="2774786"/>
                  </a:lnTo>
                  <a:lnTo>
                    <a:pt x="2507183" y="2774786"/>
                  </a:lnTo>
                  <a:lnTo>
                    <a:pt x="2507300" y="2774786"/>
                  </a:lnTo>
                  <a:lnTo>
                    <a:pt x="2507536" y="2774786"/>
                  </a:lnTo>
                  <a:lnTo>
                    <a:pt x="2507653" y="2773925"/>
                  </a:lnTo>
                  <a:lnTo>
                    <a:pt x="2507771" y="2773925"/>
                  </a:lnTo>
                  <a:lnTo>
                    <a:pt x="2507888" y="2773925"/>
                  </a:lnTo>
                  <a:lnTo>
                    <a:pt x="2508006" y="2773925"/>
                  </a:lnTo>
                  <a:lnTo>
                    <a:pt x="2508359" y="2773925"/>
                  </a:lnTo>
                  <a:lnTo>
                    <a:pt x="2508594" y="2773925"/>
                  </a:lnTo>
                  <a:lnTo>
                    <a:pt x="2508712" y="2773064"/>
                  </a:lnTo>
                  <a:lnTo>
                    <a:pt x="2509182" y="2772633"/>
                  </a:lnTo>
                  <a:lnTo>
                    <a:pt x="2509417" y="2772633"/>
                  </a:lnTo>
                  <a:lnTo>
                    <a:pt x="2509888" y="2772202"/>
                  </a:lnTo>
                  <a:lnTo>
                    <a:pt x="2510006" y="2772202"/>
                  </a:lnTo>
                  <a:lnTo>
                    <a:pt x="2510241" y="2772202"/>
                  </a:lnTo>
                  <a:lnTo>
                    <a:pt x="2510358" y="2772202"/>
                  </a:lnTo>
                  <a:lnTo>
                    <a:pt x="2510594" y="2771772"/>
                  </a:lnTo>
                  <a:lnTo>
                    <a:pt x="2510711" y="2771772"/>
                  </a:lnTo>
                  <a:lnTo>
                    <a:pt x="2510946" y="2771341"/>
                  </a:lnTo>
                  <a:lnTo>
                    <a:pt x="2511064" y="2771341"/>
                  </a:lnTo>
                  <a:lnTo>
                    <a:pt x="2511652" y="2770049"/>
                  </a:lnTo>
                  <a:lnTo>
                    <a:pt x="2511770" y="2770049"/>
                  </a:lnTo>
                  <a:lnTo>
                    <a:pt x="2512005" y="2770049"/>
                  </a:lnTo>
                  <a:lnTo>
                    <a:pt x="2512123" y="2768758"/>
                  </a:lnTo>
                  <a:lnTo>
                    <a:pt x="2512240" y="2768758"/>
                  </a:lnTo>
                  <a:lnTo>
                    <a:pt x="2512946" y="2768758"/>
                  </a:lnTo>
                  <a:lnTo>
                    <a:pt x="2513181" y="2768758"/>
                  </a:lnTo>
                  <a:lnTo>
                    <a:pt x="2514004" y="2767466"/>
                  </a:lnTo>
                  <a:lnTo>
                    <a:pt x="2514240" y="2767466"/>
                  </a:lnTo>
                  <a:lnTo>
                    <a:pt x="2514357" y="2767466"/>
                  </a:lnTo>
                  <a:lnTo>
                    <a:pt x="2514475" y="2767035"/>
                  </a:lnTo>
                  <a:lnTo>
                    <a:pt x="2514828" y="2766605"/>
                  </a:lnTo>
                  <a:lnTo>
                    <a:pt x="2514945" y="2766605"/>
                  </a:lnTo>
                  <a:lnTo>
                    <a:pt x="2515063" y="2766605"/>
                  </a:lnTo>
                  <a:lnTo>
                    <a:pt x="2515181" y="2766174"/>
                  </a:lnTo>
                  <a:lnTo>
                    <a:pt x="2515416" y="2765313"/>
                  </a:lnTo>
                  <a:lnTo>
                    <a:pt x="2515533" y="2765313"/>
                  </a:lnTo>
                  <a:lnTo>
                    <a:pt x="2515651" y="2764452"/>
                  </a:lnTo>
                  <a:lnTo>
                    <a:pt x="2515769" y="2764452"/>
                  </a:lnTo>
                  <a:lnTo>
                    <a:pt x="2515886" y="2764452"/>
                  </a:lnTo>
                  <a:lnTo>
                    <a:pt x="2516004" y="2764452"/>
                  </a:lnTo>
                  <a:lnTo>
                    <a:pt x="2516004" y="2764021"/>
                  </a:lnTo>
                  <a:lnTo>
                    <a:pt x="2516121" y="2764021"/>
                  </a:lnTo>
                  <a:lnTo>
                    <a:pt x="2516239" y="2763590"/>
                  </a:lnTo>
                  <a:lnTo>
                    <a:pt x="2516357" y="2763590"/>
                  </a:lnTo>
                  <a:lnTo>
                    <a:pt x="2516827" y="2762729"/>
                  </a:lnTo>
                  <a:lnTo>
                    <a:pt x="2516945" y="2762729"/>
                  </a:lnTo>
                  <a:lnTo>
                    <a:pt x="2517298" y="2762729"/>
                  </a:lnTo>
                  <a:lnTo>
                    <a:pt x="2517415" y="2762729"/>
                  </a:lnTo>
                  <a:lnTo>
                    <a:pt x="2517533" y="2762729"/>
                  </a:lnTo>
                  <a:lnTo>
                    <a:pt x="2518356" y="2759284"/>
                  </a:lnTo>
                  <a:lnTo>
                    <a:pt x="2518591" y="2758423"/>
                  </a:lnTo>
                  <a:lnTo>
                    <a:pt x="2518709" y="2758423"/>
                  </a:lnTo>
                  <a:lnTo>
                    <a:pt x="2518709" y="2757993"/>
                  </a:lnTo>
                  <a:lnTo>
                    <a:pt x="2519179" y="2757993"/>
                  </a:lnTo>
                  <a:lnTo>
                    <a:pt x="2519885" y="2757562"/>
                  </a:lnTo>
                  <a:lnTo>
                    <a:pt x="2520473" y="2757562"/>
                  </a:lnTo>
                  <a:lnTo>
                    <a:pt x="2520826" y="2757131"/>
                  </a:lnTo>
                  <a:lnTo>
                    <a:pt x="2521296" y="2757131"/>
                  </a:lnTo>
                  <a:lnTo>
                    <a:pt x="2521414" y="2757131"/>
                  </a:lnTo>
                  <a:lnTo>
                    <a:pt x="2521532" y="2757131"/>
                  </a:lnTo>
                  <a:lnTo>
                    <a:pt x="2521649" y="2757131"/>
                  </a:lnTo>
                  <a:lnTo>
                    <a:pt x="2521767" y="2755840"/>
                  </a:lnTo>
                  <a:lnTo>
                    <a:pt x="2521885" y="2755840"/>
                  </a:lnTo>
                  <a:lnTo>
                    <a:pt x="2522120" y="2755409"/>
                  </a:lnTo>
                  <a:lnTo>
                    <a:pt x="2522355" y="2755409"/>
                  </a:lnTo>
                  <a:lnTo>
                    <a:pt x="2523178" y="2754117"/>
                  </a:lnTo>
                  <a:lnTo>
                    <a:pt x="2523296" y="2753687"/>
                  </a:lnTo>
                  <a:lnTo>
                    <a:pt x="2523296" y="2752825"/>
                  </a:lnTo>
                  <a:lnTo>
                    <a:pt x="2523296" y="2752395"/>
                  </a:lnTo>
                  <a:lnTo>
                    <a:pt x="2523414" y="2752395"/>
                  </a:lnTo>
                  <a:lnTo>
                    <a:pt x="2523766" y="2751964"/>
                  </a:lnTo>
                  <a:lnTo>
                    <a:pt x="2523884" y="2751964"/>
                  </a:lnTo>
                  <a:lnTo>
                    <a:pt x="2524002" y="2751964"/>
                  </a:lnTo>
                  <a:lnTo>
                    <a:pt x="2524119" y="2751534"/>
                  </a:lnTo>
                  <a:lnTo>
                    <a:pt x="2524237" y="2751534"/>
                  </a:lnTo>
                  <a:lnTo>
                    <a:pt x="2524237" y="2751103"/>
                  </a:lnTo>
                  <a:lnTo>
                    <a:pt x="2524590" y="2749811"/>
                  </a:lnTo>
                  <a:lnTo>
                    <a:pt x="2524943" y="2749811"/>
                  </a:lnTo>
                  <a:lnTo>
                    <a:pt x="2525060" y="2749811"/>
                  </a:lnTo>
                  <a:lnTo>
                    <a:pt x="2525178" y="2749811"/>
                  </a:lnTo>
                  <a:lnTo>
                    <a:pt x="2525413" y="2749811"/>
                  </a:lnTo>
                  <a:lnTo>
                    <a:pt x="2525648" y="2749811"/>
                  </a:lnTo>
                  <a:lnTo>
                    <a:pt x="2525766" y="2749811"/>
                  </a:lnTo>
                  <a:lnTo>
                    <a:pt x="2526001" y="2749381"/>
                  </a:lnTo>
                  <a:lnTo>
                    <a:pt x="2526119" y="2749381"/>
                  </a:lnTo>
                  <a:lnTo>
                    <a:pt x="2526354" y="2749381"/>
                  </a:lnTo>
                  <a:lnTo>
                    <a:pt x="2526589" y="2748950"/>
                  </a:lnTo>
                  <a:lnTo>
                    <a:pt x="2526824" y="2748950"/>
                  </a:lnTo>
                  <a:lnTo>
                    <a:pt x="2526824" y="2748519"/>
                  </a:lnTo>
                  <a:lnTo>
                    <a:pt x="2527177" y="2748089"/>
                  </a:lnTo>
                  <a:lnTo>
                    <a:pt x="2527295" y="2748089"/>
                  </a:lnTo>
                  <a:lnTo>
                    <a:pt x="2527295" y="2747658"/>
                  </a:lnTo>
                  <a:lnTo>
                    <a:pt x="2527412" y="2747658"/>
                  </a:lnTo>
                  <a:lnTo>
                    <a:pt x="2527648" y="2747228"/>
                  </a:lnTo>
                  <a:lnTo>
                    <a:pt x="2527765" y="2747228"/>
                  </a:lnTo>
                  <a:lnTo>
                    <a:pt x="2528824" y="2746797"/>
                  </a:lnTo>
                  <a:lnTo>
                    <a:pt x="2528824" y="2746366"/>
                  </a:lnTo>
                  <a:lnTo>
                    <a:pt x="2528824" y="2745936"/>
                  </a:lnTo>
                  <a:lnTo>
                    <a:pt x="2529059" y="2744644"/>
                  </a:lnTo>
                  <a:lnTo>
                    <a:pt x="2529177" y="2744644"/>
                  </a:lnTo>
                  <a:lnTo>
                    <a:pt x="2529177" y="2744213"/>
                  </a:lnTo>
                  <a:lnTo>
                    <a:pt x="2529412" y="2744213"/>
                  </a:lnTo>
                  <a:lnTo>
                    <a:pt x="2529412" y="2743783"/>
                  </a:lnTo>
                  <a:lnTo>
                    <a:pt x="2529765" y="2743783"/>
                  </a:lnTo>
                  <a:lnTo>
                    <a:pt x="2530353" y="2743783"/>
                  </a:lnTo>
                  <a:lnTo>
                    <a:pt x="2530470" y="2743783"/>
                  </a:lnTo>
                  <a:lnTo>
                    <a:pt x="2530588" y="2743783"/>
                  </a:lnTo>
                  <a:lnTo>
                    <a:pt x="2530706" y="2743352"/>
                  </a:lnTo>
                  <a:lnTo>
                    <a:pt x="2530706" y="2742922"/>
                  </a:lnTo>
                  <a:lnTo>
                    <a:pt x="2530823" y="2742922"/>
                  </a:lnTo>
                  <a:lnTo>
                    <a:pt x="2530941" y="2742922"/>
                  </a:lnTo>
                  <a:lnTo>
                    <a:pt x="2531294" y="2742491"/>
                  </a:lnTo>
                  <a:lnTo>
                    <a:pt x="2531882" y="2742060"/>
                  </a:lnTo>
                  <a:lnTo>
                    <a:pt x="2531999" y="2741199"/>
                  </a:lnTo>
                  <a:lnTo>
                    <a:pt x="2532117" y="2740769"/>
                  </a:lnTo>
                  <a:lnTo>
                    <a:pt x="2532470" y="2739907"/>
                  </a:lnTo>
                  <a:lnTo>
                    <a:pt x="2532823" y="2739046"/>
                  </a:lnTo>
                  <a:lnTo>
                    <a:pt x="2533411" y="2739046"/>
                  </a:lnTo>
                  <a:lnTo>
                    <a:pt x="2533411" y="2738616"/>
                  </a:lnTo>
                  <a:lnTo>
                    <a:pt x="2533411" y="2738185"/>
                  </a:lnTo>
                  <a:lnTo>
                    <a:pt x="2533528" y="2738185"/>
                  </a:lnTo>
                  <a:lnTo>
                    <a:pt x="2533646" y="2738185"/>
                  </a:lnTo>
                  <a:lnTo>
                    <a:pt x="2534234" y="2737324"/>
                  </a:lnTo>
                  <a:lnTo>
                    <a:pt x="2534940" y="2736463"/>
                  </a:lnTo>
                  <a:lnTo>
                    <a:pt x="2535057" y="2736463"/>
                  </a:lnTo>
                  <a:lnTo>
                    <a:pt x="2535175" y="2736463"/>
                  </a:lnTo>
                  <a:lnTo>
                    <a:pt x="2535881" y="2736463"/>
                  </a:lnTo>
                  <a:lnTo>
                    <a:pt x="2535998" y="2736463"/>
                  </a:lnTo>
                  <a:lnTo>
                    <a:pt x="2536116" y="2736032"/>
                  </a:lnTo>
                  <a:lnTo>
                    <a:pt x="2536234" y="2736032"/>
                  </a:lnTo>
                  <a:lnTo>
                    <a:pt x="2536586" y="2736032"/>
                  </a:lnTo>
                  <a:lnTo>
                    <a:pt x="2536704" y="2735171"/>
                  </a:lnTo>
                  <a:lnTo>
                    <a:pt x="2537057" y="2735171"/>
                  </a:lnTo>
                  <a:lnTo>
                    <a:pt x="2537174" y="2735171"/>
                  </a:lnTo>
                  <a:lnTo>
                    <a:pt x="2537292" y="2734740"/>
                  </a:lnTo>
                  <a:lnTo>
                    <a:pt x="2537410" y="2734740"/>
                  </a:lnTo>
                  <a:lnTo>
                    <a:pt x="2537527" y="2734310"/>
                  </a:lnTo>
                  <a:lnTo>
                    <a:pt x="2537645" y="2734310"/>
                  </a:lnTo>
                  <a:lnTo>
                    <a:pt x="2537762" y="2734310"/>
                  </a:lnTo>
                  <a:lnTo>
                    <a:pt x="2537880" y="2734310"/>
                  </a:lnTo>
                  <a:lnTo>
                    <a:pt x="2537998" y="2734310"/>
                  </a:lnTo>
                  <a:lnTo>
                    <a:pt x="2538115" y="2734310"/>
                  </a:lnTo>
                  <a:lnTo>
                    <a:pt x="2538233" y="2734310"/>
                  </a:lnTo>
                  <a:lnTo>
                    <a:pt x="2538468" y="2734310"/>
                  </a:lnTo>
                  <a:lnTo>
                    <a:pt x="2540350" y="2730434"/>
                  </a:lnTo>
                  <a:lnTo>
                    <a:pt x="2540468" y="2730434"/>
                  </a:lnTo>
                  <a:lnTo>
                    <a:pt x="2540820" y="2730434"/>
                  </a:lnTo>
                  <a:lnTo>
                    <a:pt x="2541056" y="2730434"/>
                  </a:lnTo>
                  <a:lnTo>
                    <a:pt x="2541409" y="2730434"/>
                  </a:lnTo>
                  <a:lnTo>
                    <a:pt x="2541409" y="2730004"/>
                  </a:lnTo>
                  <a:lnTo>
                    <a:pt x="2541644" y="2730004"/>
                  </a:lnTo>
                  <a:lnTo>
                    <a:pt x="2541997" y="2730004"/>
                  </a:lnTo>
                  <a:lnTo>
                    <a:pt x="2541997" y="2729573"/>
                  </a:lnTo>
                  <a:lnTo>
                    <a:pt x="2542232" y="2729142"/>
                  </a:lnTo>
                  <a:lnTo>
                    <a:pt x="2542349" y="2729142"/>
                  </a:lnTo>
                  <a:lnTo>
                    <a:pt x="2542467" y="2729142"/>
                  </a:lnTo>
                  <a:lnTo>
                    <a:pt x="2542585" y="2729142"/>
                  </a:lnTo>
                  <a:lnTo>
                    <a:pt x="2542702" y="2729142"/>
                  </a:lnTo>
                  <a:lnTo>
                    <a:pt x="2543055" y="2729142"/>
                  </a:lnTo>
                  <a:lnTo>
                    <a:pt x="2543290" y="2729142"/>
                  </a:lnTo>
                  <a:lnTo>
                    <a:pt x="2543526" y="2729142"/>
                  </a:lnTo>
                  <a:lnTo>
                    <a:pt x="2543996" y="2728712"/>
                  </a:lnTo>
                  <a:lnTo>
                    <a:pt x="2544114" y="2728712"/>
                  </a:lnTo>
                  <a:lnTo>
                    <a:pt x="2544231" y="2728712"/>
                  </a:lnTo>
                  <a:lnTo>
                    <a:pt x="2544584" y="2728712"/>
                  </a:lnTo>
                  <a:lnTo>
                    <a:pt x="2544819" y="2728712"/>
                  </a:lnTo>
                  <a:lnTo>
                    <a:pt x="2544937" y="2727851"/>
                  </a:lnTo>
                  <a:lnTo>
                    <a:pt x="2545055" y="2727851"/>
                  </a:lnTo>
                  <a:lnTo>
                    <a:pt x="2545172" y="2727851"/>
                  </a:lnTo>
                  <a:lnTo>
                    <a:pt x="2545525" y="2727851"/>
                  </a:lnTo>
                  <a:lnTo>
                    <a:pt x="2545995" y="2727851"/>
                  </a:lnTo>
                  <a:lnTo>
                    <a:pt x="2546348" y="2727420"/>
                  </a:lnTo>
                  <a:lnTo>
                    <a:pt x="2546701" y="2726559"/>
                  </a:lnTo>
                  <a:lnTo>
                    <a:pt x="2546819" y="2726559"/>
                  </a:lnTo>
                  <a:lnTo>
                    <a:pt x="2546819" y="2726128"/>
                  </a:lnTo>
                  <a:lnTo>
                    <a:pt x="2546936" y="2726128"/>
                  </a:lnTo>
                  <a:lnTo>
                    <a:pt x="2547407" y="2726128"/>
                  </a:lnTo>
                  <a:lnTo>
                    <a:pt x="2547760" y="2726128"/>
                  </a:lnTo>
                  <a:lnTo>
                    <a:pt x="2547995" y="2726128"/>
                  </a:lnTo>
                  <a:lnTo>
                    <a:pt x="2548348" y="2726128"/>
                  </a:lnTo>
                  <a:lnTo>
                    <a:pt x="2548583" y="2725698"/>
                  </a:lnTo>
                  <a:lnTo>
                    <a:pt x="2548701" y="2724406"/>
                  </a:lnTo>
                  <a:lnTo>
                    <a:pt x="2549171" y="2724406"/>
                  </a:lnTo>
                  <a:lnTo>
                    <a:pt x="2549524" y="2724406"/>
                  </a:lnTo>
                  <a:lnTo>
                    <a:pt x="2549877" y="2724406"/>
                  </a:lnTo>
                  <a:lnTo>
                    <a:pt x="2549994" y="2724406"/>
                  </a:lnTo>
                  <a:lnTo>
                    <a:pt x="2550112" y="2724406"/>
                  </a:lnTo>
                  <a:lnTo>
                    <a:pt x="2550230" y="2724406"/>
                  </a:lnTo>
                  <a:lnTo>
                    <a:pt x="2550347" y="2724406"/>
                  </a:lnTo>
                  <a:lnTo>
                    <a:pt x="2550465" y="2724406"/>
                  </a:lnTo>
                  <a:lnTo>
                    <a:pt x="2550582" y="2724406"/>
                  </a:lnTo>
                  <a:lnTo>
                    <a:pt x="2550935" y="2724406"/>
                  </a:lnTo>
                  <a:lnTo>
                    <a:pt x="2551171" y="2723545"/>
                  </a:lnTo>
                  <a:lnTo>
                    <a:pt x="2551288" y="2723545"/>
                  </a:lnTo>
                  <a:lnTo>
                    <a:pt x="2551406" y="2723545"/>
                  </a:lnTo>
                  <a:lnTo>
                    <a:pt x="2551759" y="2723114"/>
                  </a:lnTo>
                  <a:lnTo>
                    <a:pt x="2552347" y="2723114"/>
                  </a:lnTo>
                  <a:lnTo>
                    <a:pt x="2552347" y="2722683"/>
                  </a:lnTo>
                  <a:lnTo>
                    <a:pt x="2552700" y="2722683"/>
                  </a:lnTo>
                  <a:lnTo>
                    <a:pt x="2553288" y="2720530"/>
                  </a:lnTo>
                  <a:lnTo>
                    <a:pt x="2553523" y="2720100"/>
                  </a:lnTo>
                  <a:lnTo>
                    <a:pt x="2553523" y="2719669"/>
                  </a:lnTo>
                  <a:lnTo>
                    <a:pt x="2553640" y="2719669"/>
                  </a:lnTo>
                  <a:lnTo>
                    <a:pt x="2553876" y="2719669"/>
                  </a:lnTo>
                  <a:lnTo>
                    <a:pt x="2554228" y="2719239"/>
                  </a:lnTo>
                  <a:lnTo>
                    <a:pt x="2554464" y="2719239"/>
                  </a:lnTo>
                  <a:lnTo>
                    <a:pt x="2554817" y="2718808"/>
                  </a:lnTo>
                  <a:lnTo>
                    <a:pt x="2555052" y="2718377"/>
                  </a:lnTo>
                  <a:lnTo>
                    <a:pt x="2555287" y="2718377"/>
                  </a:lnTo>
                  <a:lnTo>
                    <a:pt x="2555405" y="2718377"/>
                  </a:lnTo>
                  <a:lnTo>
                    <a:pt x="2555522" y="2718377"/>
                  </a:lnTo>
                  <a:lnTo>
                    <a:pt x="2555640" y="2718377"/>
                  </a:lnTo>
                  <a:lnTo>
                    <a:pt x="2555993" y="2718377"/>
                  </a:lnTo>
                  <a:lnTo>
                    <a:pt x="2556110" y="2718377"/>
                  </a:lnTo>
                  <a:lnTo>
                    <a:pt x="2556228" y="2718377"/>
                  </a:lnTo>
                  <a:lnTo>
                    <a:pt x="2556463" y="2718377"/>
                  </a:lnTo>
                  <a:lnTo>
                    <a:pt x="2556934" y="2717516"/>
                  </a:lnTo>
                  <a:lnTo>
                    <a:pt x="2557169" y="2717516"/>
                  </a:lnTo>
                  <a:lnTo>
                    <a:pt x="2557286" y="2717516"/>
                  </a:lnTo>
                  <a:lnTo>
                    <a:pt x="2557404" y="2717516"/>
                  </a:lnTo>
                  <a:lnTo>
                    <a:pt x="2557522" y="2717516"/>
                  </a:lnTo>
                  <a:lnTo>
                    <a:pt x="2557639" y="2717516"/>
                  </a:lnTo>
                  <a:lnTo>
                    <a:pt x="2557757" y="2717086"/>
                  </a:lnTo>
                  <a:lnTo>
                    <a:pt x="2558110" y="2717086"/>
                  </a:lnTo>
                  <a:lnTo>
                    <a:pt x="2558227" y="2716655"/>
                  </a:lnTo>
                  <a:lnTo>
                    <a:pt x="2558345" y="2716655"/>
                  </a:lnTo>
                  <a:lnTo>
                    <a:pt x="2558580" y="2716655"/>
                  </a:lnTo>
                  <a:lnTo>
                    <a:pt x="2558698" y="2716655"/>
                  </a:lnTo>
                  <a:lnTo>
                    <a:pt x="2558698" y="2715794"/>
                  </a:lnTo>
                  <a:lnTo>
                    <a:pt x="2558815" y="2715363"/>
                  </a:lnTo>
                  <a:lnTo>
                    <a:pt x="2559286" y="2715363"/>
                  </a:lnTo>
                  <a:lnTo>
                    <a:pt x="2559521" y="2714933"/>
                  </a:lnTo>
                  <a:lnTo>
                    <a:pt x="2559756" y="2714933"/>
                  </a:lnTo>
                  <a:lnTo>
                    <a:pt x="2559874" y="2714502"/>
                  </a:lnTo>
                  <a:lnTo>
                    <a:pt x="2560109" y="2714502"/>
                  </a:lnTo>
                  <a:lnTo>
                    <a:pt x="2560109" y="2713210"/>
                  </a:lnTo>
                  <a:lnTo>
                    <a:pt x="2560227" y="2713210"/>
                  </a:lnTo>
                  <a:lnTo>
                    <a:pt x="2560344" y="2713210"/>
                  </a:lnTo>
                  <a:lnTo>
                    <a:pt x="2560580" y="2712780"/>
                  </a:lnTo>
                  <a:lnTo>
                    <a:pt x="2560933" y="2712780"/>
                  </a:lnTo>
                  <a:lnTo>
                    <a:pt x="2561285" y="2711057"/>
                  </a:lnTo>
                  <a:lnTo>
                    <a:pt x="2561403" y="2711057"/>
                  </a:lnTo>
                  <a:lnTo>
                    <a:pt x="2561521" y="2711057"/>
                  </a:lnTo>
                  <a:lnTo>
                    <a:pt x="2561638" y="2711057"/>
                  </a:lnTo>
                  <a:lnTo>
                    <a:pt x="2561756" y="2711057"/>
                  </a:lnTo>
                  <a:lnTo>
                    <a:pt x="2561756" y="2710627"/>
                  </a:lnTo>
                  <a:lnTo>
                    <a:pt x="2562344" y="2710196"/>
                  </a:lnTo>
                  <a:lnTo>
                    <a:pt x="2562461" y="2710196"/>
                  </a:lnTo>
                  <a:lnTo>
                    <a:pt x="2562579" y="2709765"/>
                  </a:lnTo>
                  <a:lnTo>
                    <a:pt x="2562814" y="2709335"/>
                  </a:lnTo>
                  <a:lnTo>
                    <a:pt x="2563050" y="2708904"/>
                  </a:lnTo>
                  <a:lnTo>
                    <a:pt x="2563638" y="2708904"/>
                  </a:lnTo>
                  <a:lnTo>
                    <a:pt x="2563755" y="2708904"/>
                  </a:lnTo>
                  <a:lnTo>
                    <a:pt x="2563873" y="2708904"/>
                  </a:lnTo>
                  <a:lnTo>
                    <a:pt x="2563990" y="2708904"/>
                  </a:lnTo>
                  <a:lnTo>
                    <a:pt x="2564226" y="2708474"/>
                  </a:lnTo>
                  <a:lnTo>
                    <a:pt x="2564343" y="2708474"/>
                  </a:lnTo>
                  <a:lnTo>
                    <a:pt x="2564579" y="2708474"/>
                  </a:lnTo>
                  <a:lnTo>
                    <a:pt x="2564814" y="2708474"/>
                  </a:lnTo>
                  <a:lnTo>
                    <a:pt x="2564931" y="2708474"/>
                  </a:lnTo>
                  <a:lnTo>
                    <a:pt x="2565284" y="2707182"/>
                  </a:lnTo>
                  <a:lnTo>
                    <a:pt x="2565402" y="2707182"/>
                  </a:lnTo>
                  <a:lnTo>
                    <a:pt x="2565519" y="2707182"/>
                  </a:lnTo>
                  <a:lnTo>
                    <a:pt x="2565637" y="2707182"/>
                  </a:lnTo>
                  <a:lnTo>
                    <a:pt x="2565755" y="2706751"/>
                  </a:lnTo>
                  <a:lnTo>
                    <a:pt x="2566225" y="2705890"/>
                  </a:lnTo>
                  <a:lnTo>
                    <a:pt x="2566343" y="2705890"/>
                  </a:lnTo>
                  <a:lnTo>
                    <a:pt x="2566578" y="2705890"/>
                  </a:lnTo>
                  <a:lnTo>
                    <a:pt x="2567048" y="2705890"/>
                  </a:lnTo>
                  <a:lnTo>
                    <a:pt x="2567166" y="2705459"/>
                  </a:lnTo>
                  <a:lnTo>
                    <a:pt x="2567519" y="2705029"/>
                  </a:lnTo>
                  <a:lnTo>
                    <a:pt x="2567754" y="2705029"/>
                  </a:lnTo>
                  <a:lnTo>
                    <a:pt x="2567989" y="2705029"/>
                  </a:lnTo>
                  <a:lnTo>
                    <a:pt x="2567989" y="2704598"/>
                  </a:lnTo>
                  <a:lnTo>
                    <a:pt x="2568107" y="2704598"/>
                  </a:lnTo>
                  <a:lnTo>
                    <a:pt x="2568342" y="2704598"/>
                  </a:lnTo>
                  <a:lnTo>
                    <a:pt x="2568695" y="2703737"/>
                  </a:lnTo>
                  <a:lnTo>
                    <a:pt x="2568930" y="2703737"/>
                  </a:lnTo>
                  <a:lnTo>
                    <a:pt x="2569048" y="2703737"/>
                  </a:lnTo>
                  <a:lnTo>
                    <a:pt x="2569283" y="2703306"/>
                  </a:lnTo>
                  <a:lnTo>
                    <a:pt x="2569871" y="2703306"/>
                  </a:lnTo>
                  <a:lnTo>
                    <a:pt x="2569989" y="2702876"/>
                  </a:lnTo>
                  <a:lnTo>
                    <a:pt x="2570577" y="2702015"/>
                  </a:lnTo>
                  <a:lnTo>
                    <a:pt x="2570694" y="2702015"/>
                  </a:lnTo>
                  <a:lnTo>
                    <a:pt x="2570812" y="2702015"/>
                  </a:lnTo>
                  <a:lnTo>
                    <a:pt x="2570930" y="2702015"/>
                  </a:lnTo>
                  <a:lnTo>
                    <a:pt x="2571047" y="2702015"/>
                  </a:lnTo>
                  <a:lnTo>
                    <a:pt x="2571283" y="2702015"/>
                  </a:lnTo>
                  <a:lnTo>
                    <a:pt x="2571400" y="2702015"/>
                  </a:lnTo>
                  <a:lnTo>
                    <a:pt x="2571518" y="2702015"/>
                  </a:lnTo>
                  <a:lnTo>
                    <a:pt x="2571635" y="2702015"/>
                  </a:lnTo>
                  <a:lnTo>
                    <a:pt x="2571753" y="2701584"/>
                  </a:lnTo>
                  <a:lnTo>
                    <a:pt x="2571988" y="2701584"/>
                  </a:lnTo>
                  <a:lnTo>
                    <a:pt x="2572106" y="2701584"/>
                  </a:lnTo>
                  <a:lnTo>
                    <a:pt x="2572223" y="2701584"/>
                  </a:lnTo>
                  <a:lnTo>
                    <a:pt x="2572223" y="2701153"/>
                  </a:lnTo>
                  <a:lnTo>
                    <a:pt x="2572341" y="2701153"/>
                  </a:lnTo>
                  <a:lnTo>
                    <a:pt x="2572812" y="2700723"/>
                  </a:lnTo>
                  <a:lnTo>
                    <a:pt x="2574105" y="2699431"/>
                  </a:lnTo>
                  <a:lnTo>
                    <a:pt x="2574223" y="2699431"/>
                  </a:lnTo>
                  <a:lnTo>
                    <a:pt x="2574458" y="2699000"/>
                  </a:lnTo>
                  <a:lnTo>
                    <a:pt x="2574576" y="2699000"/>
                  </a:lnTo>
                  <a:lnTo>
                    <a:pt x="2574693" y="2698570"/>
                  </a:lnTo>
                  <a:lnTo>
                    <a:pt x="2574811" y="2698570"/>
                  </a:lnTo>
                  <a:lnTo>
                    <a:pt x="2574929" y="2698570"/>
                  </a:lnTo>
                  <a:lnTo>
                    <a:pt x="2574929" y="2698139"/>
                  </a:lnTo>
                  <a:lnTo>
                    <a:pt x="2575046" y="2698139"/>
                  </a:lnTo>
                  <a:lnTo>
                    <a:pt x="2575281" y="2698139"/>
                  </a:lnTo>
                  <a:lnTo>
                    <a:pt x="2575399" y="2698139"/>
                  </a:lnTo>
                  <a:lnTo>
                    <a:pt x="2575870" y="2697278"/>
                  </a:lnTo>
                  <a:lnTo>
                    <a:pt x="2576340" y="2696417"/>
                  </a:lnTo>
                  <a:lnTo>
                    <a:pt x="2576458" y="2696417"/>
                  </a:lnTo>
                  <a:lnTo>
                    <a:pt x="2576575" y="2696417"/>
                  </a:lnTo>
                  <a:lnTo>
                    <a:pt x="2576575" y="2695986"/>
                  </a:lnTo>
                  <a:lnTo>
                    <a:pt x="2576928" y="2695556"/>
                  </a:lnTo>
                  <a:lnTo>
                    <a:pt x="2577163" y="2695556"/>
                  </a:lnTo>
                  <a:lnTo>
                    <a:pt x="2577399" y="2695125"/>
                  </a:lnTo>
                  <a:lnTo>
                    <a:pt x="2577516" y="2694694"/>
                  </a:lnTo>
                  <a:lnTo>
                    <a:pt x="2577634" y="2694694"/>
                  </a:lnTo>
                  <a:lnTo>
                    <a:pt x="2577751" y="2694264"/>
                  </a:lnTo>
                  <a:lnTo>
                    <a:pt x="2577869" y="2693833"/>
                  </a:lnTo>
                  <a:lnTo>
                    <a:pt x="2577987" y="2693833"/>
                  </a:lnTo>
                  <a:lnTo>
                    <a:pt x="2577987" y="2693403"/>
                  </a:lnTo>
                  <a:lnTo>
                    <a:pt x="2578457" y="2692972"/>
                  </a:lnTo>
                  <a:lnTo>
                    <a:pt x="2578457" y="2692541"/>
                  </a:lnTo>
                  <a:lnTo>
                    <a:pt x="2579045" y="2691680"/>
                  </a:lnTo>
                  <a:lnTo>
                    <a:pt x="2579045" y="2691250"/>
                  </a:lnTo>
                  <a:lnTo>
                    <a:pt x="2579163" y="2690819"/>
                  </a:lnTo>
                  <a:lnTo>
                    <a:pt x="2579280" y="2690819"/>
                  </a:lnTo>
                  <a:lnTo>
                    <a:pt x="2579398" y="2690819"/>
                  </a:lnTo>
                  <a:lnTo>
                    <a:pt x="2579633" y="2690388"/>
                  </a:lnTo>
                  <a:lnTo>
                    <a:pt x="2579751" y="2690388"/>
                  </a:lnTo>
                  <a:lnTo>
                    <a:pt x="2579868" y="2690388"/>
                  </a:lnTo>
                  <a:lnTo>
                    <a:pt x="2580104" y="2690388"/>
                  </a:lnTo>
                  <a:lnTo>
                    <a:pt x="2580104" y="2689958"/>
                  </a:lnTo>
                  <a:lnTo>
                    <a:pt x="2580692" y="2688666"/>
                  </a:lnTo>
                  <a:lnTo>
                    <a:pt x="2580927" y="2688666"/>
                  </a:lnTo>
                  <a:lnTo>
                    <a:pt x="2581397" y="2688235"/>
                  </a:lnTo>
                  <a:lnTo>
                    <a:pt x="2581515" y="2687805"/>
                  </a:lnTo>
                  <a:lnTo>
                    <a:pt x="2581633" y="2687805"/>
                  </a:lnTo>
                  <a:lnTo>
                    <a:pt x="2581868" y="2686944"/>
                  </a:lnTo>
                  <a:lnTo>
                    <a:pt x="2581985" y="2686082"/>
                  </a:lnTo>
                  <a:lnTo>
                    <a:pt x="2582103" y="2686082"/>
                  </a:lnTo>
                  <a:lnTo>
                    <a:pt x="2582221" y="2685652"/>
                  </a:lnTo>
                  <a:lnTo>
                    <a:pt x="2582456" y="2685221"/>
                  </a:lnTo>
                  <a:lnTo>
                    <a:pt x="2582574" y="2685221"/>
                  </a:lnTo>
                  <a:lnTo>
                    <a:pt x="2582926" y="2684360"/>
                  </a:lnTo>
                  <a:lnTo>
                    <a:pt x="2583397" y="2684360"/>
                  </a:lnTo>
                  <a:lnTo>
                    <a:pt x="2583514" y="2684360"/>
                  </a:lnTo>
                  <a:lnTo>
                    <a:pt x="2583632" y="2684360"/>
                  </a:lnTo>
                  <a:lnTo>
                    <a:pt x="2583750" y="2684360"/>
                  </a:lnTo>
                  <a:lnTo>
                    <a:pt x="2583750" y="2683929"/>
                  </a:lnTo>
                  <a:lnTo>
                    <a:pt x="2584220" y="2683929"/>
                  </a:lnTo>
                  <a:lnTo>
                    <a:pt x="2584808" y="2683929"/>
                  </a:lnTo>
                  <a:lnTo>
                    <a:pt x="2584926" y="2683929"/>
                  </a:lnTo>
                  <a:lnTo>
                    <a:pt x="2585043" y="2683929"/>
                  </a:lnTo>
                  <a:lnTo>
                    <a:pt x="2585043" y="2683499"/>
                  </a:lnTo>
                  <a:lnTo>
                    <a:pt x="2585043" y="2683068"/>
                  </a:lnTo>
                  <a:lnTo>
                    <a:pt x="2585161" y="2682638"/>
                  </a:lnTo>
                  <a:lnTo>
                    <a:pt x="2585396" y="2682638"/>
                  </a:lnTo>
                  <a:lnTo>
                    <a:pt x="2585514" y="2682638"/>
                  </a:lnTo>
                  <a:lnTo>
                    <a:pt x="2585631" y="2682638"/>
                  </a:lnTo>
                  <a:lnTo>
                    <a:pt x="2585867" y="2682638"/>
                  </a:lnTo>
                  <a:lnTo>
                    <a:pt x="2585984" y="2682638"/>
                  </a:lnTo>
                  <a:lnTo>
                    <a:pt x="2586455" y="2682638"/>
                  </a:lnTo>
                  <a:lnTo>
                    <a:pt x="2586572" y="2682638"/>
                  </a:lnTo>
                  <a:lnTo>
                    <a:pt x="2587278" y="2682207"/>
                  </a:lnTo>
                  <a:lnTo>
                    <a:pt x="2587396" y="2682207"/>
                  </a:lnTo>
                  <a:lnTo>
                    <a:pt x="2587631" y="2682207"/>
                  </a:lnTo>
                  <a:lnTo>
                    <a:pt x="2587984" y="2681346"/>
                  </a:lnTo>
                  <a:lnTo>
                    <a:pt x="2588219" y="2681346"/>
                  </a:lnTo>
                  <a:lnTo>
                    <a:pt x="2588337" y="2681346"/>
                  </a:lnTo>
                  <a:lnTo>
                    <a:pt x="2588454" y="2681346"/>
                  </a:lnTo>
                  <a:lnTo>
                    <a:pt x="2588454" y="2680915"/>
                  </a:lnTo>
                  <a:lnTo>
                    <a:pt x="2588572" y="2680915"/>
                  </a:lnTo>
                  <a:lnTo>
                    <a:pt x="2588807" y="2680485"/>
                  </a:lnTo>
                  <a:lnTo>
                    <a:pt x="2589278" y="2680485"/>
                  </a:lnTo>
                  <a:lnTo>
                    <a:pt x="2589395" y="2680485"/>
                  </a:lnTo>
                  <a:lnTo>
                    <a:pt x="2589630" y="2680054"/>
                  </a:lnTo>
                  <a:lnTo>
                    <a:pt x="2589866" y="2679623"/>
                  </a:lnTo>
                  <a:lnTo>
                    <a:pt x="2589866" y="2679193"/>
                  </a:lnTo>
                  <a:lnTo>
                    <a:pt x="2589983" y="2678762"/>
                  </a:lnTo>
                  <a:lnTo>
                    <a:pt x="2590571" y="2678762"/>
                  </a:lnTo>
                  <a:lnTo>
                    <a:pt x="2591159" y="2678762"/>
                  </a:lnTo>
                  <a:lnTo>
                    <a:pt x="2591277" y="2678332"/>
                  </a:lnTo>
                  <a:lnTo>
                    <a:pt x="2591277" y="2677901"/>
                  </a:lnTo>
                  <a:lnTo>
                    <a:pt x="2591395" y="2677901"/>
                  </a:lnTo>
                  <a:lnTo>
                    <a:pt x="2591395" y="2677470"/>
                  </a:lnTo>
                  <a:lnTo>
                    <a:pt x="2591747" y="2677470"/>
                  </a:lnTo>
                  <a:lnTo>
                    <a:pt x="2592218" y="2676609"/>
                  </a:lnTo>
                  <a:lnTo>
                    <a:pt x="2592218" y="2676179"/>
                  </a:lnTo>
                  <a:lnTo>
                    <a:pt x="2592453" y="2676179"/>
                  </a:lnTo>
                  <a:lnTo>
                    <a:pt x="2592571" y="2676179"/>
                  </a:lnTo>
                  <a:lnTo>
                    <a:pt x="2592924" y="2676179"/>
                  </a:lnTo>
                  <a:lnTo>
                    <a:pt x="2593159" y="2676179"/>
                  </a:lnTo>
                  <a:lnTo>
                    <a:pt x="2593394" y="2675317"/>
                  </a:lnTo>
                  <a:lnTo>
                    <a:pt x="2593629" y="2674887"/>
                  </a:lnTo>
                  <a:lnTo>
                    <a:pt x="2593747" y="2674887"/>
                  </a:lnTo>
                  <a:lnTo>
                    <a:pt x="2593982" y="2674887"/>
                  </a:lnTo>
                  <a:lnTo>
                    <a:pt x="2594100" y="2674887"/>
                  </a:lnTo>
                  <a:lnTo>
                    <a:pt x="2594217" y="2674887"/>
                  </a:lnTo>
                  <a:lnTo>
                    <a:pt x="2594335" y="2674887"/>
                  </a:lnTo>
                  <a:lnTo>
                    <a:pt x="2594570" y="2674887"/>
                  </a:lnTo>
                  <a:lnTo>
                    <a:pt x="2595393" y="2672734"/>
                  </a:lnTo>
                  <a:lnTo>
                    <a:pt x="2595511" y="2672734"/>
                  </a:lnTo>
                  <a:lnTo>
                    <a:pt x="2595629" y="2672734"/>
                  </a:lnTo>
                  <a:lnTo>
                    <a:pt x="2595864" y="2672734"/>
                  </a:lnTo>
                  <a:lnTo>
                    <a:pt x="2595982" y="2672303"/>
                  </a:lnTo>
                  <a:lnTo>
                    <a:pt x="2596217" y="2671873"/>
                  </a:lnTo>
                  <a:lnTo>
                    <a:pt x="2596334" y="2671873"/>
                  </a:lnTo>
                  <a:lnTo>
                    <a:pt x="2596452" y="2671442"/>
                  </a:lnTo>
                  <a:lnTo>
                    <a:pt x="2596570" y="2671442"/>
                  </a:lnTo>
                  <a:lnTo>
                    <a:pt x="2596687" y="2671442"/>
                  </a:lnTo>
                  <a:lnTo>
                    <a:pt x="2597863" y="2671442"/>
                  </a:lnTo>
                  <a:lnTo>
                    <a:pt x="2598334" y="2671442"/>
                  </a:lnTo>
                  <a:lnTo>
                    <a:pt x="2598569" y="2671442"/>
                  </a:lnTo>
                  <a:lnTo>
                    <a:pt x="2598687" y="2671442"/>
                  </a:lnTo>
                  <a:lnTo>
                    <a:pt x="2598804" y="2671011"/>
                  </a:lnTo>
                  <a:lnTo>
                    <a:pt x="2598922" y="2670581"/>
                  </a:lnTo>
                  <a:lnTo>
                    <a:pt x="2599040" y="2670581"/>
                  </a:lnTo>
                  <a:lnTo>
                    <a:pt x="2599040" y="2670150"/>
                  </a:lnTo>
                  <a:lnTo>
                    <a:pt x="2599745" y="2669720"/>
                  </a:lnTo>
                  <a:lnTo>
                    <a:pt x="2599745" y="2669289"/>
                  </a:lnTo>
                  <a:lnTo>
                    <a:pt x="2599745" y="2668858"/>
                  </a:lnTo>
                  <a:lnTo>
                    <a:pt x="2599863" y="2668858"/>
                  </a:lnTo>
                  <a:lnTo>
                    <a:pt x="2599980" y="2668858"/>
                  </a:lnTo>
                  <a:lnTo>
                    <a:pt x="2600098" y="2668428"/>
                  </a:lnTo>
                  <a:lnTo>
                    <a:pt x="2600333" y="2668428"/>
                  </a:lnTo>
                  <a:lnTo>
                    <a:pt x="2600451" y="2668428"/>
                  </a:lnTo>
                  <a:lnTo>
                    <a:pt x="2600686" y="2668428"/>
                  </a:lnTo>
                  <a:lnTo>
                    <a:pt x="2600804" y="2668428"/>
                  </a:lnTo>
                  <a:lnTo>
                    <a:pt x="2600804" y="2667997"/>
                  </a:lnTo>
                  <a:lnTo>
                    <a:pt x="2600921" y="2667997"/>
                  </a:lnTo>
                  <a:lnTo>
                    <a:pt x="2601509" y="2667136"/>
                  </a:lnTo>
                  <a:lnTo>
                    <a:pt x="2601627" y="2667136"/>
                  </a:lnTo>
                  <a:lnTo>
                    <a:pt x="2601745" y="2667136"/>
                  </a:lnTo>
                  <a:lnTo>
                    <a:pt x="2601862" y="2666705"/>
                  </a:lnTo>
                  <a:lnTo>
                    <a:pt x="2602450" y="2666275"/>
                  </a:lnTo>
                  <a:lnTo>
                    <a:pt x="2602568" y="2666275"/>
                  </a:lnTo>
                  <a:lnTo>
                    <a:pt x="2602686" y="2666275"/>
                  </a:lnTo>
                  <a:lnTo>
                    <a:pt x="2602803" y="2666275"/>
                  </a:lnTo>
                  <a:lnTo>
                    <a:pt x="2603274" y="2665844"/>
                  </a:lnTo>
                  <a:lnTo>
                    <a:pt x="2603509" y="2665414"/>
                  </a:lnTo>
                  <a:lnTo>
                    <a:pt x="2603744" y="2665414"/>
                  </a:lnTo>
                  <a:lnTo>
                    <a:pt x="2604097" y="2664983"/>
                  </a:lnTo>
                  <a:lnTo>
                    <a:pt x="2604215" y="2664983"/>
                  </a:lnTo>
                  <a:lnTo>
                    <a:pt x="2604450" y="2664983"/>
                  </a:lnTo>
                  <a:lnTo>
                    <a:pt x="2604450" y="2664552"/>
                  </a:lnTo>
                  <a:lnTo>
                    <a:pt x="2604685" y="2664552"/>
                  </a:lnTo>
                  <a:lnTo>
                    <a:pt x="2604920" y="2664122"/>
                  </a:lnTo>
                  <a:lnTo>
                    <a:pt x="2605273" y="2663691"/>
                  </a:lnTo>
                  <a:lnTo>
                    <a:pt x="2605391" y="2662830"/>
                  </a:lnTo>
                  <a:lnTo>
                    <a:pt x="2605508" y="2662830"/>
                  </a:lnTo>
                  <a:lnTo>
                    <a:pt x="2605626" y="2662830"/>
                  </a:lnTo>
                  <a:lnTo>
                    <a:pt x="2605744" y="2662830"/>
                  </a:lnTo>
                  <a:lnTo>
                    <a:pt x="2605861" y="2662830"/>
                  </a:lnTo>
                  <a:lnTo>
                    <a:pt x="2605979" y="2662830"/>
                  </a:lnTo>
                  <a:lnTo>
                    <a:pt x="2606214" y="2661969"/>
                  </a:lnTo>
                  <a:lnTo>
                    <a:pt x="2606567" y="2661969"/>
                  </a:lnTo>
                  <a:lnTo>
                    <a:pt x="2606567" y="2661538"/>
                  </a:lnTo>
                  <a:lnTo>
                    <a:pt x="2607155" y="2661538"/>
                  </a:lnTo>
                  <a:lnTo>
                    <a:pt x="2607273" y="2661538"/>
                  </a:lnTo>
                  <a:lnTo>
                    <a:pt x="2608213" y="2661538"/>
                  </a:lnTo>
                  <a:lnTo>
                    <a:pt x="2608331" y="2661538"/>
                  </a:lnTo>
                  <a:lnTo>
                    <a:pt x="2608449" y="2661538"/>
                  </a:lnTo>
                  <a:lnTo>
                    <a:pt x="2608684" y="2661538"/>
                  </a:lnTo>
                  <a:lnTo>
                    <a:pt x="2608802" y="2661538"/>
                  </a:lnTo>
                  <a:lnTo>
                    <a:pt x="2608919" y="2661538"/>
                  </a:lnTo>
                  <a:lnTo>
                    <a:pt x="2609037" y="2661108"/>
                  </a:lnTo>
                  <a:lnTo>
                    <a:pt x="2609860" y="2661108"/>
                  </a:lnTo>
                  <a:lnTo>
                    <a:pt x="2610213" y="2661108"/>
                  </a:lnTo>
                  <a:lnTo>
                    <a:pt x="2610330" y="2660677"/>
                  </a:lnTo>
                  <a:lnTo>
                    <a:pt x="2610448" y="2660677"/>
                  </a:lnTo>
                  <a:lnTo>
                    <a:pt x="2610566" y="2660677"/>
                  </a:lnTo>
                  <a:lnTo>
                    <a:pt x="2611271" y="2660246"/>
                  </a:lnTo>
                  <a:lnTo>
                    <a:pt x="2611271" y="2659385"/>
                  </a:lnTo>
                  <a:lnTo>
                    <a:pt x="2611507" y="2658955"/>
                  </a:lnTo>
                  <a:lnTo>
                    <a:pt x="2611624" y="2658955"/>
                  </a:lnTo>
                  <a:lnTo>
                    <a:pt x="2611624" y="2658524"/>
                  </a:lnTo>
                  <a:lnTo>
                    <a:pt x="2611742" y="2658524"/>
                  </a:lnTo>
                  <a:lnTo>
                    <a:pt x="2611859" y="2658524"/>
                  </a:lnTo>
                  <a:lnTo>
                    <a:pt x="2611977" y="2658093"/>
                  </a:lnTo>
                  <a:lnTo>
                    <a:pt x="2612330" y="2657663"/>
                  </a:lnTo>
                  <a:lnTo>
                    <a:pt x="2612448" y="2657663"/>
                  </a:lnTo>
                  <a:lnTo>
                    <a:pt x="2612565" y="2657232"/>
                  </a:lnTo>
                  <a:lnTo>
                    <a:pt x="2612918" y="2656802"/>
                  </a:lnTo>
                  <a:lnTo>
                    <a:pt x="2613036" y="2656802"/>
                  </a:lnTo>
                  <a:lnTo>
                    <a:pt x="2613036" y="2656371"/>
                  </a:lnTo>
                  <a:lnTo>
                    <a:pt x="2613388" y="2655510"/>
                  </a:lnTo>
                  <a:lnTo>
                    <a:pt x="2613506" y="2655079"/>
                  </a:lnTo>
                  <a:lnTo>
                    <a:pt x="2613624" y="2655079"/>
                  </a:lnTo>
                  <a:lnTo>
                    <a:pt x="2613859" y="2654649"/>
                  </a:lnTo>
                  <a:lnTo>
                    <a:pt x="2613977" y="2654649"/>
                  </a:lnTo>
                  <a:lnTo>
                    <a:pt x="2614329" y="2654218"/>
                  </a:lnTo>
                  <a:lnTo>
                    <a:pt x="2614447" y="2654218"/>
                  </a:lnTo>
                  <a:lnTo>
                    <a:pt x="2614682" y="2654218"/>
                  </a:lnTo>
                  <a:lnTo>
                    <a:pt x="2614917" y="2654218"/>
                  </a:lnTo>
                  <a:lnTo>
                    <a:pt x="2615270" y="2653357"/>
                  </a:lnTo>
                  <a:lnTo>
                    <a:pt x="2615388" y="2653357"/>
                  </a:lnTo>
                  <a:lnTo>
                    <a:pt x="2615506" y="2653357"/>
                  </a:lnTo>
                  <a:lnTo>
                    <a:pt x="2615506" y="2652926"/>
                  </a:lnTo>
                  <a:lnTo>
                    <a:pt x="2615506" y="2652496"/>
                  </a:lnTo>
                  <a:lnTo>
                    <a:pt x="2615623" y="2651634"/>
                  </a:lnTo>
                  <a:lnTo>
                    <a:pt x="2615741" y="2651634"/>
                  </a:lnTo>
                  <a:lnTo>
                    <a:pt x="2616094" y="2651204"/>
                  </a:lnTo>
                  <a:lnTo>
                    <a:pt x="2616446" y="2651204"/>
                  </a:lnTo>
                  <a:lnTo>
                    <a:pt x="2616564" y="2651204"/>
                  </a:lnTo>
                  <a:lnTo>
                    <a:pt x="2616917" y="2651204"/>
                  </a:lnTo>
                  <a:lnTo>
                    <a:pt x="2617035" y="2651204"/>
                  </a:lnTo>
                  <a:lnTo>
                    <a:pt x="2617270" y="2650343"/>
                  </a:lnTo>
                  <a:lnTo>
                    <a:pt x="2617505" y="2649912"/>
                  </a:lnTo>
                  <a:lnTo>
                    <a:pt x="2617858" y="2649912"/>
                  </a:lnTo>
                  <a:lnTo>
                    <a:pt x="2618093" y="2649051"/>
                  </a:lnTo>
                  <a:lnTo>
                    <a:pt x="2618211" y="2649051"/>
                  </a:lnTo>
                  <a:lnTo>
                    <a:pt x="2618446" y="2649051"/>
                  </a:lnTo>
                  <a:lnTo>
                    <a:pt x="2619034" y="2648620"/>
                  </a:lnTo>
                  <a:lnTo>
                    <a:pt x="2619387" y="2648620"/>
                  </a:lnTo>
                  <a:lnTo>
                    <a:pt x="2619504" y="2648620"/>
                  </a:lnTo>
                  <a:lnTo>
                    <a:pt x="2620210" y="2647759"/>
                  </a:lnTo>
                  <a:lnTo>
                    <a:pt x="2620445" y="2647328"/>
                  </a:lnTo>
                  <a:lnTo>
                    <a:pt x="2620563" y="2646898"/>
                  </a:lnTo>
                  <a:lnTo>
                    <a:pt x="2621151" y="2646898"/>
                  </a:lnTo>
                  <a:lnTo>
                    <a:pt x="2621269" y="2646898"/>
                  </a:lnTo>
                  <a:lnTo>
                    <a:pt x="2621386" y="2646467"/>
                  </a:lnTo>
                  <a:lnTo>
                    <a:pt x="2621504" y="2646467"/>
                  </a:lnTo>
                  <a:lnTo>
                    <a:pt x="2621974" y="2646037"/>
                  </a:lnTo>
                  <a:lnTo>
                    <a:pt x="2622092" y="2645606"/>
                  </a:lnTo>
                  <a:lnTo>
                    <a:pt x="2622445" y="2645175"/>
                  </a:lnTo>
                  <a:lnTo>
                    <a:pt x="2622562" y="2645175"/>
                  </a:lnTo>
                  <a:lnTo>
                    <a:pt x="2622680" y="2645175"/>
                  </a:lnTo>
                  <a:lnTo>
                    <a:pt x="2622798" y="2645175"/>
                  </a:lnTo>
                  <a:lnTo>
                    <a:pt x="2622915" y="2645175"/>
                  </a:lnTo>
                  <a:lnTo>
                    <a:pt x="2622915" y="2644745"/>
                  </a:lnTo>
                  <a:lnTo>
                    <a:pt x="2622915" y="2643884"/>
                  </a:lnTo>
                  <a:lnTo>
                    <a:pt x="2623150" y="2643884"/>
                  </a:lnTo>
                  <a:lnTo>
                    <a:pt x="2623268" y="2643884"/>
                  </a:lnTo>
                  <a:lnTo>
                    <a:pt x="2623268" y="2643453"/>
                  </a:lnTo>
                  <a:lnTo>
                    <a:pt x="2623386" y="2643022"/>
                  </a:lnTo>
                  <a:lnTo>
                    <a:pt x="2623386" y="2642592"/>
                  </a:lnTo>
                  <a:lnTo>
                    <a:pt x="2623386" y="2642161"/>
                  </a:lnTo>
                  <a:lnTo>
                    <a:pt x="2623621" y="2642161"/>
                  </a:lnTo>
                  <a:lnTo>
                    <a:pt x="2623856" y="2641731"/>
                  </a:lnTo>
                  <a:lnTo>
                    <a:pt x="2623856" y="2641300"/>
                  </a:lnTo>
                  <a:lnTo>
                    <a:pt x="2623974" y="2641300"/>
                  </a:lnTo>
                  <a:lnTo>
                    <a:pt x="2624091" y="2641300"/>
                  </a:lnTo>
                  <a:lnTo>
                    <a:pt x="2624209" y="2640008"/>
                  </a:lnTo>
                  <a:lnTo>
                    <a:pt x="2624327" y="2639578"/>
                  </a:lnTo>
                  <a:lnTo>
                    <a:pt x="2624327" y="2639147"/>
                  </a:lnTo>
                  <a:lnTo>
                    <a:pt x="2624679" y="2637855"/>
                  </a:lnTo>
                  <a:lnTo>
                    <a:pt x="2624797" y="2637855"/>
                  </a:lnTo>
                  <a:lnTo>
                    <a:pt x="2625032" y="2637425"/>
                  </a:lnTo>
                  <a:lnTo>
                    <a:pt x="2625503" y="2636994"/>
                  </a:lnTo>
                  <a:lnTo>
                    <a:pt x="2625856" y="2636994"/>
                  </a:lnTo>
                  <a:lnTo>
                    <a:pt x="2625973" y="2636994"/>
                  </a:lnTo>
                  <a:lnTo>
                    <a:pt x="2626208" y="2636563"/>
                  </a:lnTo>
                  <a:lnTo>
                    <a:pt x="2626444" y="2636563"/>
                  </a:lnTo>
                  <a:lnTo>
                    <a:pt x="2627032" y="2636563"/>
                  </a:lnTo>
                  <a:lnTo>
                    <a:pt x="2627149" y="2636563"/>
                  </a:lnTo>
                  <a:lnTo>
                    <a:pt x="2627267" y="2636563"/>
                  </a:lnTo>
                  <a:lnTo>
                    <a:pt x="2627502" y="2635702"/>
                  </a:lnTo>
                  <a:lnTo>
                    <a:pt x="2627855" y="2635702"/>
                  </a:lnTo>
                  <a:lnTo>
                    <a:pt x="2627973" y="2635702"/>
                  </a:lnTo>
                  <a:lnTo>
                    <a:pt x="2628090" y="2635702"/>
                  </a:lnTo>
                  <a:lnTo>
                    <a:pt x="2631266" y="2632688"/>
                  </a:lnTo>
                  <a:lnTo>
                    <a:pt x="2631619" y="2632257"/>
                  </a:lnTo>
                  <a:lnTo>
                    <a:pt x="2631736" y="2632257"/>
                  </a:lnTo>
                  <a:lnTo>
                    <a:pt x="2631854" y="2632257"/>
                  </a:lnTo>
                  <a:lnTo>
                    <a:pt x="2631972" y="2632257"/>
                  </a:lnTo>
                  <a:lnTo>
                    <a:pt x="2632089" y="2631827"/>
                  </a:lnTo>
                  <a:lnTo>
                    <a:pt x="2632560" y="2630966"/>
                  </a:lnTo>
                  <a:lnTo>
                    <a:pt x="2632677" y="2630966"/>
                  </a:lnTo>
                  <a:lnTo>
                    <a:pt x="2632677" y="2629674"/>
                  </a:lnTo>
                  <a:lnTo>
                    <a:pt x="2632912" y="2629243"/>
                  </a:lnTo>
                  <a:lnTo>
                    <a:pt x="2633030" y="2629243"/>
                  </a:lnTo>
                  <a:lnTo>
                    <a:pt x="2633030" y="2628813"/>
                  </a:lnTo>
                  <a:lnTo>
                    <a:pt x="2633148" y="2628813"/>
                  </a:lnTo>
                  <a:lnTo>
                    <a:pt x="2633265" y="2628382"/>
                  </a:lnTo>
                  <a:lnTo>
                    <a:pt x="2633618" y="2627951"/>
                  </a:lnTo>
                  <a:lnTo>
                    <a:pt x="2633736" y="2627090"/>
                  </a:lnTo>
                  <a:lnTo>
                    <a:pt x="2633853" y="2627090"/>
                  </a:lnTo>
                  <a:lnTo>
                    <a:pt x="2634206" y="2627090"/>
                  </a:lnTo>
                  <a:lnTo>
                    <a:pt x="2634559" y="2627090"/>
                  </a:lnTo>
                  <a:lnTo>
                    <a:pt x="2634677" y="2626229"/>
                  </a:lnTo>
                  <a:lnTo>
                    <a:pt x="2634677" y="2625798"/>
                  </a:lnTo>
                  <a:lnTo>
                    <a:pt x="2635029" y="2625798"/>
                  </a:lnTo>
                  <a:lnTo>
                    <a:pt x="2635147" y="2625798"/>
                  </a:lnTo>
                  <a:lnTo>
                    <a:pt x="2635265" y="2625798"/>
                  </a:lnTo>
                  <a:lnTo>
                    <a:pt x="2635265" y="2625368"/>
                  </a:lnTo>
                  <a:lnTo>
                    <a:pt x="2635618" y="2625368"/>
                  </a:lnTo>
                  <a:lnTo>
                    <a:pt x="2635735" y="2625368"/>
                  </a:lnTo>
                  <a:lnTo>
                    <a:pt x="2635853" y="2625368"/>
                  </a:lnTo>
                  <a:lnTo>
                    <a:pt x="2635970" y="2625368"/>
                  </a:lnTo>
                  <a:lnTo>
                    <a:pt x="2636088" y="2625368"/>
                  </a:lnTo>
                  <a:lnTo>
                    <a:pt x="2636323" y="2625368"/>
                  </a:lnTo>
                  <a:lnTo>
                    <a:pt x="2636441" y="2625368"/>
                  </a:lnTo>
                  <a:lnTo>
                    <a:pt x="2636441" y="2624507"/>
                  </a:lnTo>
                  <a:lnTo>
                    <a:pt x="2636676" y="2624507"/>
                  </a:lnTo>
                  <a:lnTo>
                    <a:pt x="2636794" y="2624507"/>
                  </a:lnTo>
                  <a:lnTo>
                    <a:pt x="2637029" y="2624507"/>
                  </a:lnTo>
                  <a:lnTo>
                    <a:pt x="2637147" y="2624507"/>
                  </a:lnTo>
                  <a:lnTo>
                    <a:pt x="2637382" y="2624507"/>
                  </a:lnTo>
                  <a:lnTo>
                    <a:pt x="2637617" y="2624076"/>
                  </a:lnTo>
                  <a:lnTo>
                    <a:pt x="2637852" y="2623645"/>
                  </a:lnTo>
                  <a:lnTo>
                    <a:pt x="2638205" y="2623645"/>
                  </a:lnTo>
                  <a:lnTo>
                    <a:pt x="2638323" y="2623645"/>
                  </a:lnTo>
                  <a:lnTo>
                    <a:pt x="2638440" y="2623645"/>
                  </a:lnTo>
                  <a:lnTo>
                    <a:pt x="2638793" y="2621492"/>
                  </a:lnTo>
                  <a:lnTo>
                    <a:pt x="2639146" y="2621492"/>
                  </a:lnTo>
                  <a:lnTo>
                    <a:pt x="2639264" y="2621492"/>
                  </a:lnTo>
                  <a:lnTo>
                    <a:pt x="2639852" y="2619770"/>
                  </a:lnTo>
                  <a:lnTo>
                    <a:pt x="2639969" y="2619770"/>
                  </a:lnTo>
                  <a:lnTo>
                    <a:pt x="2640087" y="2619770"/>
                  </a:lnTo>
                  <a:lnTo>
                    <a:pt x="2640793" y="2619339"/>
                  </a:lnTo>
                  <a:lnTo>
                    <a:pt x="2640910" y="2619339"/>
                  </a:lnTo>
                  <a:lnTo>
                    <a:pt x="2641028" y="2618909"/>
                  </a:lnTo>
                  <a:lnTo>
                    <a:pt x="2641145" y="2618909"/>
                  </a:lnTo>
                  <a:lnTo>
                    <a:pt x="2641381" y="2618048"/>
                  </a:lnTo>
                  <a:lnTo>
                    <a:pt x="2641734" y="2617617"/>
                  </a:lnTo>
                  <a:lnTo>
                    <a:pt x="2642322" y="2617617"/>
                  </a:lnTo>
                  <a:lnTo>
                    <a:pt x="2642557" y="2617186"/>
                  </a:lnTo>
                  <a:lnTo>
                    <a:pt x="2643027" y="2617186"/>
                  </a:lnTo>
                  <a:lnTo>
                    <a:pt x="2643498" y="2617186"/>
                  </a:lnTo>
                  <a:lnTo>
                    <a:pt x="2643615" y="2617186"/>
                  </a:lnTo>
                  <a:lnTo>
                    <a:pt x="2643733" y="2617186"/>
                  </a:lnTo>
                  <a:lnTo>
                    <a:pt x="2643733" y="2616756"/>
                  </a:lnTo>
                  <a:lnTo>
                    <a:pt x="2643851" y="2616756"/>
                  </a:lnTo>
                  <a:lnTo>
                    <a:pt x="2643851" y="2615895"/>
                  </a:lnTo>
                  <a:lnTo>
                    <a:pt x="2644086" y="2615895"/>
                  </a:lnTo>
                  <a:lnTo>
                    <a:pt x="2644203" y="2615895"/>
                  </a:lnTo>
                  <a:lnTo>
                    <a:pt x="2644674" y="2615895"/>
                  </a:lnTo>
                  <a:lnTo>
                    <a:pt x="2645027" y="2615895"/>
                  </a:lnTo>
                  <a:lnTo>
                    <a:pt x="2645380" y="2615895"/>
                  </a:lnTo>
                  <a:lnTo>
                    <a:pt x="2645380" y="2615464"/>
                  </a:lnTo>
                  <a:lnTo>
                    <a:pt x="2645615" y="2615464"/>
                  </a:lnTo>
                  <a:lnTo>
                    <a:pt x="2646203" y="2615033"/>
                  </a:lnTo>
                  <a:lnTo>
                    <a:pt x="2646320" y="2615033"/>
                  </a:lnTo>
                  <a:lnTo>
                    <a:pt x="2646320" y="2614603"/>
                  </a:lnTo>
                  <a:lnTo>
                    <a:pt x="2646556" y="2614603"/>
                  </a:lnTo>
                  <a:lnTo>
                    <a:pt x="2647026" y="2614603"/>
                  </a:lnTo>
                  <a:lnTo>
                    <a:pt x="2647379" y="2614603"/>
                  </a:lnTo>
                  <a:lnTo>
                    <a:pt x="2647497" y="2614172"/>
                  </a:lnTo>
                  <a:lnTo>
                    <a:pt x="2647614" y="2614172"/>
                  </a:lnTo>
                  <a:lnTo>
                    <a:pt x="2648202" y="2614172"/>
                  </a:lnTo>
                  <a:lnTo>
                    <a:pt x="2648438" y="2613742"/>
                  </a:lnTo>
                  <a:lnTo>
                    <a:pt x="2648555" y="2613742"/>
                  </a:lnTo>
                  <a:lnTo>
                    <a:pt x="2648673" y="2613311"/>
                  </a:lnTo>
                  <a:lnTo>
                    <a:pt x="2648790" y="2613311"/>
                  </a:lnTo>
                  <a:lnTo>
                    <a:pt x="2648908" y="2613311"/>
                  </a:lnTo>
                  <a:lnTo>
                    <a:pt x="2649261" y="2612880"/>
                  </a:lnTo>
                  <a:lnTo>
                    <a:pt x="2649731" y="2612880"/>
                  </a:lnTo>
                  <a:lnTo>
                    <a:pt x="2650084" y="2612450"/>
                  </a:lnTo>
                  <a:lnTo>
                    <a:pt x="2650202" y="2612450"/>
                  </a:lnTo>
                  <a:lnTo>
                    <a:pt x="2650437" y="2612019"/>
                  </a:lnTo>
                  <a:lnTo>
                    <a:pt x="2650437" y="2611589"/>
                  </a:lnTo>
                  <a:lnTo>
                    <a:pt x="2650555" y="2611589"/>
                  </a:lnTo>
                  <a:lnTo>
                    <a:pt x="2650790" y="2611589"/>
                  </a:lnTo>
                  <a:lnTo>
                    <a:pt x="2650907" y="2611589"/>
                  </a:lnTo>
                  <a:lnTo>
                    <a:pt x="2650907" y="2611158"/>
                  </a:lnTo>
                  <a:lnTo>
                    <a:pt x="2651143" y="2610727"/>
                  </a:lnTo>
                  <a:lnTo>
                    <a:pt x="2651848" y="2610727"/>
                  </a:lnTo>
                  <a:lnTo>
                    <a:pt x="2651848" y="2610297"/>
                  </a:lnTo>
                  <a:lnTo>
                    <a:pt x="2651966" y="2609866"/>
                  </a:lnTo>
                  <a:lnTo>
                    <a:pt x="2652084" y="2609866"/>
                  </a:lnTo>
                  <a:lnTo>
                    <a:pt x="2652201" y="2609866"/>
                  </a:lnTo>
                  <a:lnTo>
                    <a:pt x="2652201" y="2609436"/>
                  </a:lnTo>
                  <a:lnTo>
                    <a:pt x="2652436" y="2609005"/>
                  </a:lnTo>
                  <a:lnTo>
                    <a:pt x="2652789" y="2608574"/>
                  </a:lnTo>
                  <a:lnTo>
                    <a:pt x="2653260" y="2608144"/>
                  </a:lnTo>
                  <a:lnTo>
                    <a:pt x="2653495" y="2608144"/>
                  </a:lnTo>
                  <a:lnTo>
                    <a:pt x="2653613" y="2608144"/>
                  </a:lnTo>
                  <a:lnTo>
                    <a:pt x="2653730" y="2608144"/>
                  </a:lnTo>
                  <a:lnTo>
                    <a:pt x="2653965" y="2607713"/>
                  </a:lnTo>
                  <a:lnTo>
                    <a:pt x="2654083" y="2607283"/>
                  </a:lnTo>
                  <a:lnTo>
                    <a:pt x="2654201" y="2607283"/>
                  </a:lnTo>
                  <a:lnTo>
                    <a:pt x="2654318" y="2607283"/>
                  </a:lnTo>
                  <a:lnTo>
                    <a:pt x="2654671" y="2606421"/>
                  </a:lnTo>
                  <a:lnTo>
                    <a:pt x="2655142" y="2605991"/>
                  </a:lnTo>
                  <a:lnTo>
                    <a:pt x="2655259" y="2605991"/>
                  </a:lnTo>
                  <a:lnTo>
                    <a:pt x="2655377" y="2605991"/>
                  </a:lnTo>
                  <a:lnTo>
                    <a:pt x="2655377" y="2605560"/>
                  </a:lnTo>
                  <a:lnTo>
                    <a:pt x="2655494" y="2605560"/>
                  </a:lnTo>
                  <a:lnTo>
                    <a:pt x="2655612" y="2605560"/>
                  </a:lnTo>
                  <a:lnTo>
                    <a:pt x="2655965" y="2605560"/>
                  </a:lnTo>
                  <a:lnTo>
                    <a:pt x="2656082" y="2605560"/>
                  </a:lnTo>
                  <a:lnTo>
                    <a:pt x="2656200" y="2605560"/>
                  </a:lnTo>
                  <a:lnTo>
                    <a:pt x="2656906" y="2605560"/>
                  </a:lnTo>
                  <a:lnTo>
                    <a:pt x="2657023" y="2605560"/>
                  </a:lnTo>
                  <a:lnTo>
                    <a:pt x="2657141" y="2605560"/>
                  </a:lnTo>
                  <a:lnTo>
                    <a:pt x="2657494" y="2604268"/>
                  </a:lnTo>
                  <a:lnTo>
                    <a:pt x="2657494" y="2603838"/>
                  </a:lnTo>
                  <a:lnTo>
                    <a:pt x="2657611" y="2603407"/>
                  </a:lnTo>
                  <a:lnTo>
                    <a:pt x="2657611" y="2602546"/>
                  </a:lnTo>
                  <a:lnTo>
                    <a:pt x="2658435" y="2600824"/>
                  </a:lnTo>
                  <a:lnTo>
                    <a:pt x="2658552" y="2600824"/>
                  </a:lnTo>
                  <a:lnTo>
                    <a:pt x="2658552" y="2600393"/>
                  </a:lnTo>
                  <a:lnTo>
                    <a:pt x="2658670" y="2600393"/>
                  </a:lnTo>
                  <a:lnTo>
                    <a:pt x="2658788" y="2600393"/>
                  </a:lnTo>
                  <a:lnTo>
                    <a:pt x="2659611" y="2599101"/>
                  </a:lnTo>
                  <a:lnTo>
                    <a:pt x="2660081" y="2599101"/>
                  </a:lnTo>
                  <a:lnTo>
                    <a:pt x="2660199" y="2598671"/>
                  </a:lnTo>
                  <a:lnTo>
                    <a:pt x="2660669" y="2598671"/>
                  </a:lnTo>
                  <a:lnTo>
                    <a:pt x="2660787" y="2598671"/>
                  </a:lnTo>
                  <a:lnTo>
                    <a:pt x="2660905" y="2598671"/>
                  </a:lnTo>
                  <a:lnTo>
                    <a:pt x="2661257" y="2598671"/>
                  </a:lnTo>
                  <a:lnTo>
                    <a:pt x="2661375" y="2598671"/>
                  </a:lnTo>
                  <a:lnTo>
                    <a:pt x="2661728" y="2597809"/>
                  </a:lnTo>
                  <a:lnTo>
                    <a:pt x="2661846" y="2597809"/>
                  </a:lnTo>
                  <a:lnTo>
                    <a:pt x="2662081" y="2597809"/>
                  </a:lnTo>
                  <a:lnTo>
                    <a:pt x="2662198" y="2597809"/>
                  </a:lnTo>
                  <a:lnTo>
                    <a:pt x="2662551" y="2597809"/>
                  </a:lnTo>
                  <a:lnTo>
                    <a:pt x="2662904" y="2597379"/>
                  </a:lnTo>
                  <a:lnTo>
                    <a:pt x="2663022" y="2597379"/>
                  </a:lnTo>
                  <a:lnTo>
                    <a:pt x="2663610" y="2597379"/>
                  </a:lnTo>
                  <a:lnTo>
                    <a:pt x="2663963" y="2596948"/>
                  </a:lnTo>
                  <a:lnTo>
                    <a:pt x="2665021" y="2596518"/>
                  </a:lnTo>
                  <a:lnTo>
                    <a:pt x="2665256" y="2596518"/>
                  </a:lnTo>
                  <a:lnTo>
                    <a:pt x="2665374" y="2596518"/>
                  </a:lnTo>
                  <a:lnTo>
                    <a:pt x="2665374" y="2595656"/>
                  </a:lnTo>
                  <a:lnTo>
                    <a:pt x="2665727" y="2595226"/>
                  </a:lnTo>
                  <a:lnTo>
                    <a:pt x="2666432" y="2593073"/>
                  </a:lnTo>
                  <a:lnTo>
                    <a:pt x="2666550" y="2593073"/>
                  </a:lnTo>
                  <a:lnTo>
                    <a:pt x="2666668" y="2593073"/>
                  </a:lnTo>
                  <a:lnTo>
                    <a:pt x="2666785" y="2593073"/>
                  </a:lnTo>
                  <a:lnTo>
                    <a:pt x="2666903" y="2593073"/>
                  </a:lnTo>
                  <a:lnTo>
                    <a:pt x="2667138" y="2593073"/>
                  </a:lnTo>
                  <a:lnTo>
                    <a:pt x="2667373" y="2593073"/>
                  </a:lnTo>
                  <a:lnTo>
                    <a:pt x="2667609" y="2591350"/>
                  </a:lnTo>
                  <a:lnTo>
                    <a:pt x="2667726" y="2591350"/>
                  </a:lnTo>
                  <a:lnTo>
                    <a:pt x="2668314" y="2590920"/>
                  </a:lnTo>
                  <a:lnTo>
                    <a:pt x="2668550" y="2590920"/>
                  </a:lnTo>
                  <a:lnTo>
                    <a:pt x="2668667" y="2590920"/>
                  </a:lnTo>
                  <a:lnTo>
                    <a:pt x="2669020" y="2590920"/>
                  </a:lnTo>
                  <a:lnTo>
                    <a:pt x="2669138" y="2590920"/>
                  </a:lnTo>
                  <a:lnTo>
                    <a:pt x="2669255" y="2590489"/>
                  </a:lnTo>
                  <a:lnTo>
                    <a:pt x="2669490" y="2589628"/>
                  </a:lnTo>
                  <a:lnTo>
                    <a:pt x="2669608" y="2589628"/>
                  </a:lnTo>
                  <a:lnTo>
                    <a:pt x="2669726" y="2588767"/>
                  </a:lnTo>
                  <a:lnTo>
                    <a:pt x="2669726" y="2588336"/>
                  </a:lnTo>
                  <a:lnTo>
                    <a:pt x="2669961" y="2588336"/>
                  </a:lnTo>
                  <a:lnTo>
                    <a:pt x="2670079" y="2588336"/>
                  </a:lnTo>
                  <a:lnTo>
                    <a:pt x="2670431" y="2588336"/>
                  </a:lnTo>
                  <a:lnTo>
                    <a:pt x="2670549" y="2588336"/>
                  </a:lnTo>
                  <a:lnTo>
                    <a:pt x="2670784" y="2588336"/>
                  </a:lnTo>
                  <a:lnTo>
                    <a:pt x="2670784" y="2587906"/>
                  </a:lnTo>
                  <a:lnTo>
                    <a:pt x="2671019" y="2587475"/>
                  </a:lnTo>
                  <a:lnTo>
                    <a:pt x="2671137" y="2587475"/>
                  </a:lnTo>
                  <a:lnTo>
                    <a:pt x="2671372" y="2587044"/>
                  </a:lnTo>
                  <a:lnTo>
                    <a:pt x="2671608" y="2587044"/>
                  </a:lnTo>
                  <a:lnTo>
                    <a:pt x="2671843" y="2586183"/>
                  </a:lnTo>
                  <a:lnTo>
                    <a:pt x="2671960" y="2586183"/>
                  </a:lnTo>
                  <a:lnTo>
                    <a:pt x="2672078" y="2586183"/>
                  </a:lnTo>
                  <a:lnTo>
                    <a:pt x="2672078" y="2585753"/>
                  </a:lnTo>
                  <a:lnTo>
                    <a:pt x="2672548" y="2585322"/>
                  </a:lnTo>
                  <a:lnTo>
                    <a:pt x="2672784" y="2584461"/>
                  </a:lnTo>
                  <a:lnTo>
                    <a:pt x="2673019" y="2584461"/>
                  </a:lnTo>
                  <a:lnTo>
                    <a:pt x="2673137" y="2583600"/>
                  </a:lnTo>
                  <a:lnTo>
                    <a:pt x="2673254" y="2583600"/>
                  </a:lnTo>
                  <a:lnTo>
                    <a:pt x="2673725" y="2582738"/>
                  </a:lnTo>
                  <a:lnTo>
                    <a:pt x="2673842" y="2582308"/>
                  </a:lnTo>
                  <a:lnTo>
                    <a:pt x="2674077" y="2581877"/>
                  </a:lnTo>
                  <a:lnTo>
                    <a:pt x="2674195" y="2581877"/>
                  </a:lnTo>
                  <a:lnTo>
                    <a:pt x="2674901" y="2581447"/>
                  </a:lnTo>
                  <a:lnTo>
                    <a:pt x="2675136" y="2581016"/>
                  </a:lnTo>
                  <a:lnTo>
                    <a:pt x="2675724" y="2580585"/>
                  </a:lnTo>
                  <a:lnTo>
                    <a:pt x="2675959" y="2580155"/>
                  </a:lnTo>
                  <a:lnTo>
                    <a:pt x="2676077" y="2580155"/>
                  </a:lnTo>
                  <a:lnTo>
                    <a:pt x="2676312" y="2580155"/>
                  </a:lnTo>
                  <a:lnTo>
                    <a:pt x="2676783" y="2579294"/>
                  </a:lnTo>
                  <a:lnTo>
                    <a:pt x="2677488" y="2579294"/>
                  </a:lnTo>
                  <a:lnTo>
                    <a:pt x="2677723" y="2579294"/>
                  </a:lnTo>
                  <a:lnTo>
                    <a:pt x="2677723" y="2578863"/>
                  </a:lnTo>
                  <a:lnTo>
                    <a:pt x="2677841" y="2578863"/>
                  </a:lnTo>
                  <a:lnTo>
                    <a:pt x="2678076" y="2578432"/>
                  </a:lnTo>
                  <a:lnTo>
                    <a:pt x="2678547" y="2578432"/>
                  </a:lnTo>
                  <a:lnTo>
                    <a:pt x="2678900" y="2578002"/>
                  </a:lnTo>
                  <a:lnTo>
                    <a:pt x="2679017" y="2578002"/>
                  </a:lnTo>
                  <a:lnTo>
                    <a:pt x="2679017" y="2577571"/>
                  </a:lnTo>
                  <a:lnTo>
                    <a:pt x="2679135" y="2577141"/>
                  </a:lnTo>
                  <a:lnTo>
                    <a:pt x="2679841" y="2574557"/>
                  </a:lnTo>
                  <a:lnTo>
                    <a:pt x="2679958" y="2574557"/>
                  </a:lnTo>
                  <a:lnTo>
                    <a:pt x="2680193" y="2574126"/>
                  </a:lnTo>
                  <a:lnTo>
                    <a:pt x="2680311" y="2574126"/>
                  </a:lnTo>
                  <a:lnTo>
                    <a:pt x="2680546" y="2574126"/>
                  </a:lnTo>
                  <a:lnTo>
                    <a:pt x="2680664" y="2574126"/>
                  </a:lnTo>
                  <a:lnTo>
                    <a:pt x="2680664" y="2573696"/>
                  </a:lnTo>
                  <a:lnTo>
                    <a:pt x="2680781" y="2573265"/>
                  </a:lnTo>
                  <a:lnTo>
                    <a:pt x="2680899" y="2573265"/>
                  </a:lnTo>
                  <a:lnTo>
                    <a:pt x="2681134" y="2573265"/>
                  </a:lnTo>
                  <a:lnTo>
                    <a:pt x="2681487" y="2573265"/>
                  </a:lnTo>
                  <a:lnTo>
                    <a:pt x="2681605" y="2573265"/>
                  </a:lnTo>
                  <a:lnTo>
                    <a:pt x="2681722" y="2573265"/>
                  </a:lnTo>
                  <a:lnTo>
                    <a:pt x="2681722" y="2572835"/>
                  </a:lnTo>
                  <a:lnTo>
                    <a:pt x="2682075" y="2572835"/>
                  </a:lnTo>
                  <a:lnTo>
                    <a:pt x="2682781" y="2572404"/>
                  </a:lnTo>
                  <a:lnTo>
                    <a:pt x="2682898" y="2572404"/>
                  </a:lnTo>
                  <a:lnTo>
                    <a:pt x="2683134" y="2572404"/>
                  </a:lnTo>
                  <a:lnTo>
                    <a:pt x="2683369" y="2572404"/>
                  </a:lnTo>
                  <a:lnTo>
                    <a:pt x="2683722" y="2571973"/>
                  </a:lnTo>
                  <a:lnTo>
                    <a:pt x="2683839" y="2571973"/>
                  </a:lnTo>
                  <a:lnTo>
                    <a:pt x="2683957" y="2571973"/>
                  </a:lnTo>
                  <a:lnTo>
                    <a:pt x="2684192" y="2571543"/>
                  </a:lnTo>
                  <a:lnTo>
                    <a:pt x="2684427" y="2571543"/>
                  </a:lnTo>
                  <a:lnTo>
                    <a:pt x="2684780" y="2570682"/>
                  </a:lnTo>
                  <a:lnTo>
                    <a:pt x="2685251" y="2569820"/>
                  </a:lnTo>
                  <a:lnTo>
                    <a:pt x="2685251" y="2569390"/>
                  </a:lnTo>
                  <a:lnTo>
                    <a:pt x="2685368" y="2569390"/>
                  </a:lnTo>
                  <a:lnTo>
                    <a:pt x="2685604" y="2568959"/>
                  </a:lnTo>
                  <a:lnTo>
                    <a:pt x="2685721" y="2568959"/>
                  </a:lnTo>
                  <a:lnTo>
                    <a:pt x="2685956" y="2568959"/>
                  </a:lnTo>
                  <a:lnTo>
                    <a:pt x="2686074" y="2568959"/>
                  </a:lnTo>
                  <a:lnTo>
                    <a:pt x="2686192" y="2568959"/>
                  </a:lnTo>
                  <a:lnTo>
                    <a:pt x="2686780" y="2568959"/>
                  </a:lnTo>
                  <a:lnTo>
                    <a:pt x="2687015" y="2568529"/>
                  </a:lnTo>
                  <a:lnTo>
                    <a:pt x="2687603" y="2566806"/>
                  </a:lnTo>
                  <a:lnTo>
                    <a:pt x="2687603" y="2566376"/>
                  </a:lnTo>
                  <a:lnTo>
                    <a:pt x="2687721" y="2566376"/>
                  </a:lnTo>
                  <a:lnTo>
                    <a:pt x="2687838" y="2566376"/>
                  </a:lnTo>
                  <a:lnTo>
                    <a:pt x="2687956" y="2566376"/>
                  </a:lnTo>
                  <a:lnTo>
                    <a:pt x="2688191" y="2566376"/>
                  </a:lnTo>
                  <a:lnTo>
                    <a:pt x="2688426" y="2566376"/>
                  </a:lnTo>
                  <a:lnTo>
                    <a:pt x="2688897" y="2566376"/>
                  </a:lnTo>
                  <a:lnTo>
                    <a:pt x="2689014" y="2566376"/>
                  </a:lnTo>
                  <a:lnTo>
                    <a:pt x="2689014" y="2565945"/>
                  </a:lnTo>
                  <a:lnTo>
                    <a:pt x="2689367" y="2565945"/>
                  </a:lnTo>
                  <a:lnTo>
                    <a:pt x="2689367" y="2565514"/>
                  </a:lnTo>
                  <a:lnTo>
                    <a:pt x="2689485" y="2565514"/>
                  </a:lnTo>
                  <a:lnTo>
                    <a:pt x="2689603" y="2565514"/>
                  </a:lnTo>
                  <a:lnTo>
                    <a:pt x="2689720" y="2565514"/>
                  </a:lnTo>
                  <a:lnTo>
                    <a:pt x="2689838" y="2565084"/>
                  </a:lnTo>
                  <a:lnTo>
                    <a:pt x="2689955" y="2565084"/>
                  </a:lnTo>
                  <a:lnTo>
                    <a:pt x="2690073" y="2565084"/>
                  </a:lnTo>
                  <a:lnTo>
                    <a:pt x="2690308" y="2565084"/>
                  </a:lnTo>
                  <a:lnTo>
                    <a:pt x="2690661" y="2565084"/>
                  </a:lnTo>
                  <a:lnTo>
                    <a:pt x="2690779" y="2565084"/>
                  </a:lnTo>
                  <a:lnTo>
                    <a:pt x="2691131" y="2564223"/>
                  </a:lnTo>
                  <a:lnTo>
                    <a:pt x="2691484" y="2563792"/>
                  </a:lnTo>
                  <a:lnTo>
                    <a:pt x="2691602" y="2563792"/>
                  </a:lnTo>
                  <a:lnTo>
                    <a:pt x="2691720" y="2563792"/>
                  </a:lnTo>
                  <a:lnTo>
                    <a:pt x="2691955" y="2562931"/>
                  </a:lnTo>
                  <a:lnTo>
                    <a:pt x="2692660" y="2561639"/>
                  </a:lnTo>
                  <a:lnTo>
                    <a:pt x="2692896" y="2560778"/>
                  </a:lnTo>
                  <a:lnTo>
                    <a:pt x="2693484" y="2560778"/>
                  </a:lnTo>
                  <a:lnTo>
                    <a:pt x="2693719" y="2560778"/>
                  </a:lnTo>
                  <a:lnTo>
                    <a:pt x="2693954" y="2559917"/>
                  </a:lnTo>
                  <a:lnTo>
                    <a:pt x="2694072" y="2559486"/>
                  </a:lnTo>
                  <a:lnTo>
                    <a:pt x="2694542" y="2559486"/>
                  </a:lnTo>
                  <a:lnTo>
                    <a:pt x="2694778" y="2559486"/>
                  </a:lnTo>
                  <a:lnTo>
                    <a:pt x="2694778" y="2559055"/>
                  </a:lnTo>
                  <a:lnTo>
                    <a:pt x="2695013" y="2559055"/>
                  </a:lnTo>
                  <a:lnTo>
                    <a:pt x="2695130" y="2558625"/>
                  </a:lnTo>
                  <a:lnTo>
                    <a:pt x="2695483" y="2558625"/>
                  </a:lnTo>
                  <a:lnTo>
                    <a:pt x="2695483" y="2558194"/>
                  </a:lnTo>
                  <a:lnTo>
                    <a:pt x="2696659" y="2556472"/>
                  </a:lnTo>
                  <a:lnTo>
                    <a:pt x="2696895" y="2556041"/>
                  </a:lnTo>
                  <a:lnTo>
                    <a:pt x="2697012" y="2556041"/>
                  </a:lnTo>
                  <a:lnTo>
                    <a:pt x="2697012" y="2555180"/>
                  </a:lnTo>
                  <a:lnTo>
                    <a:pt x="2697130" y="2554749"/>
                  </a:lnTo>
                  <a:lnTo>
                    <a:pt x="2697247" y="2554749"/>
                  </a:lnTo>
                  <a:lnTo>
                    <a:pt x="2697365" y="2554749"/>
                  </a:lnTo>
                  <a:lnTo>
                    <a:pt x="2697953" y="2554319"/>
                  </a:lnTo>
                  <a:lnTo>
                    <a:pt x="2698188" y="2554319"/>
                  </a:lnTo>
                  <a:lnTo>
                    <a:pt x="2698306" y="2554319"/>
                  </a:lnTo>
                  <a:lnTo>
                    <a:pt x="2698424" y="2554319"/>
                  </a:lnTo>
                  <a:lnTo>
                    <a:pt x="2698776" y="2554319"/>
                  </a:lnTo>
                  <a:lnTo>
                    <a:pt x="2698894" y="2553888"/>
                  </a:lnTo>
                  <a:lnTo>
                    <a:pt x="2698894" y="2553458"/>
                  </a:lnTo>
                  <a:lnTo>
                    <a:pt x="2699129" y="2553458"/>
                  </a:lnTo>
                  <a:lnTo>
                    <a:pt x="2699129" y="2553027"/>
                  </a:lnTo>
                  <a:lnTo>
                    <a:pt x="2699600" y="2552596"/>
                  </a:lnTo>
                  <a:lnTo>
                    <a:pt x="2699717" y="2552596"/>
                  </a:lnTo>
                  <a:lnTo>
                    <a:pt x="2700305" y="2551305"/>
                  </a:lnTo>
                  <a:lnTo>
                    <a:pt x="2700423" y="2551305"/>
                  </a:lnTo>
                  <a:lnTo>
                    <a:pt x="2700541" y="2551305"/>
                  </a:lnTo>
                  <a:lnTo>
                    <a:pt x="2700776" y="2551305"/>
                  </a:lnTo>
                  <a:lnTo>
                    <a:pt x="2701011" y="2551305"/>
                  </a:lnTo>
                  <a:lnTo>
                    <a:pt x="2701129" y="2551305"/>
                  </a:lnTo>
                  <a:lnTo>
                    <a:pt x="2701364" y="2551305"/>
                  </a:lnTo>
                  <a:lnTo>
                    <a:pt x="2701717" y="2550443"/>
                  </a:lnTo>
                  <a:lnTo>
                    <a:pt x="2701834" y="2550443"/>
                  </a:lnTo>
                  <a:lnTo>
                    <a:pt x="2702070" y="2550443"/>
                  </a:lnTo>
                  <a:lnTo>
                    <a:pt x="2702305" y="2550443"/>
                  </a:lnTo>
                  <a:lnTo>
                    <a:pt x="2702658" y="2550013"/>
                  </a:lnTo>
                  <a:lnTo>
                    <a:pt x="2703011" y="2549582"/>
                  </a:lnTo>
                  <a:lnTo>
                    <a:pt x="2703246" y="2549582"/>
                  </a:lnTo>
                  <a:lnTo>
                    <a:pt x="2703599" y="2549582"/>
                  </a:lnTo>
                  <a:lnTo>
                    <a:pt x="2704187" y="2549582"/>
                  </a:lnTo>
                  <a:lnTo>
                    <a:pt x="2704304" y="2548721"/>
                  </a:lnTo>
                  <a:lnTo>
                    <a:pt x="2704657" y="2547860"/>
                  </a:lnTo>
                  <a:lnTo>
                    <a:pt x="2704775" y="2547860"/>
                  </a:lnTo>
                  <a:lnTo>
                    <a:pt x="2705010" y="2547860"/>
                  </a:lnTo>
                  <a:lnTo>
                    <a:pt x="2705480" y="2547860"/>
                  </a:lnTo>
                  <a:lnTo>
                    <a:pt x="2705833" y="2547860"/>
                  </a:lnTo>
                  <a:lnTo>
                    <a:pt x="2706657" y="2547860"/>
                  </a:lnTo>
                  <a:lnTo>
                    <a:pt x="2706774" y="2547429"/>
                  </a:lnTo>
                  <a:lnTo>
                    <a:pt x="2707362" y="2546999"/>
                  </a:lnTo>
                  <a:lnTo>
                    <a:pt x="2707480" y="2546568"/>
                  </a:lnTo>
                  <a:lnTo>
                    <a:pt x="2707597" y="2546137"/>
                  </a:lnTo>
                  <a:lnTo>
                    <a:pt x="2707715" y="2545707"/>
                  </a:lnTo>
                  <a:lnTo>
                    <a:pt x="2708303" y="2545707"/>
                  </a:lnTo>
                  <a:lnTo>
                    <a:pt x="2708538" y="2545707"/>
                  </a:lnTo>
                  <a:lnTo>
                    <a:pt x="2708891" y="2545276"/>
                  </a:lnTo>
                  <a:lnTo>
                    <a:pt x="2709597" y="2544846"/>
                  </a:lnTo>
                  <a:lnTo>
                    <a:pt x="2710067" y="2544846"/>
                  </a:lnTo>
                  <a:lnTo>
                    <a:pt x="2710067" y="2544415"/>
                  </a:lnTo>
                  <a:lnTo>
                    <a:pt x="2710303" y="2543554"/>
                  </a:lnTo>
                  <a:lnTo>
                    <a:pt x="2710420" y="2543554"/>
                  </a:lnTo>
                  <a:lnTo>
                    <a:pt x="2710538" y="2543554"/>
                  </a:lnTo>
                  <a:lnTo>
                    <a:pt x="2710655" y="2543123"/>
                  </a:lnTo>
                  <a:lnTo>
                    <a:pt x="2710891" y="2542693"/>
                  </a:lnTo>
                  <a:lnTo>
                    <a:pt x="2711714" y="2541401"/>
                  </a:lnTo>
                  <a:lnTo>
                    <a:pt x="2711949" y="2541401"/>
                  </a:lnTo>
                  <a:lnTo>
                    <a:pt x="2712184" y="2541401"/>
                  </a:lnTo>
                  <a:lnTo>
                    <a:pt x="2712302" y="2541401"/>
                  </a:lnTo>
                  <a:lnTo>
                    <a:pt x="2712773" y="2540970"/>
                  </a:lnTo>
                  <a:lnTo>
                    <a:pt x="2712890" y="2540970"/>
                  </a:lnTo>
                  <a:lnTo>
                    <a:pt x="2713008" y="2540970"/>
                  </a:lnTo>
                  <a:lnTo>
                    <a:pt x="2713008" y="2540540"/>
                  </a:lnTo>
                  <a:lnTo>
                    <a:pt x="2713596" y="2539678"/>
                  </a:lnTo>
                  <a:lnTo>
                    <a:pt x="2713713" y="2539678"/>
                  </a:lnTo>
                  <a:lnTo>
                    <a:pt x="2713949" y="2539678"/>
                  </a:lnTo>
                  <a:lnTo>
                    <a:pt x="2714302" y="2538817"/>
                  </a:lnTo>
                  <a:lnTo>
                    <a:pt x="2714419" y="2538817"/>
                  </a:lnTo>
                  <a:lnTo>
                    <a:pt x="2714537" y="2537095"/>
                  </a:lnTo>
                  <a:lnTo>
                    <a:pt x="2714654" y="2536234"/>
                  </a:lnTo>
                  <a:lnTo>
                    <a:pt x="2714772" y="2536234"/>
                  </a:lnTo>
                  <a:lnTo>
                    <a:pt x="2714890" y="2536234"/>
                  </a:lnTo>
                  <a:lnTo>
                    <a:pt x="2714890" y="2535803"/>
                  </a:lnTo>
                  <a:lnTo>
                    <a:pt x="2715125" y="2534942"/>
                  </a:lnTo>
                  <a:lnTo>
                    <a:pt x="2715242" y="2534511"/>
                  </a:lnTo>
                  <a:lnTo>
                    <a:pt x="2715595" y="2534511"/>
                  </a:lnTo>
                  <a:lnTo>
                    <a:pt x="2715948" y="2534511"/>
                  </a:lnTo>
                  <a:lnTo>
                    <a:pt x="2716066" y="2534511"/>
                  </a:lnTo>
                  <a:lnTo>
                    <a:pt x="2716183" y="2534081"/>
                  </a:lnTo>
                  <a:lnTo>
                    <a:pt x="2716419" y="2534081"/>
                  </a:lnTo>
                  <a:lnTo>
                    <a:pt x="2716536" y="2534081"/>
                  </a:lnTo>
                  <a:lnTo>
                    <a:pt x="2716536" y="2533219"/>
                  </a:lnTo>
                  <a:lnTo>
                    <a:pt x="2716654" y="2533219"/>
                  </a:lnTo>
                  <a:lnTo>
                    <a:pt x="2716771" y="2533219"/>
                  </a:lnTo>
                  <a:lnTo>
                    <a:pt x="2716889" y="2533219"/>
                  </a:lnTo>
                  <a:lnTo>
                    <a:pt x="2718418" y="2531497"/>
                  </a:lnTo>
                  <a:lnTo>
                    <a:pt x="2718771" y="2531066"/>
                  </a:lnTo>
                  <a:lnTo>
                    <a:pt x="2718888" y="2531066"/>
                  </a:lnTo>
                  <a:lnTo>
                    <a:pt x="2719124" y="2531066"/>
                  </a:lnTo>
                  <a:lnTo>
                    <a:pt x="2719241" y="2530636"/>
                  </a:lnTo>
                  <a:lnTo>
                    <a:pt x="2719359" y="2530636"/>
                  </a:lnTo>
                  <a:lnTo>
                    <a:pt x="2719947" y="2530205"/>
                  </a:lnTo>
                  <a:lnTo>
                    <a:pt x="2720065" y="2530205"/>
                  </a:lnTo>
                  <a:lnTo>
                    <a:pt x="2720182" y="2530205"/>
                  </a:lnTo>
                  <a:lnTo>
                    <a:pt x="2720535" y="2530205"/>
                  </a:lnTo>
                  <a:lnTo>
                    <a:pt x="2720653" y="2529344"/>
                  </a:lnTo>
                  <a:lnTo>
                    <a:pt x="2720770" y="2529344"/>
                  </a:lnTo>
                  <a:lnTo>
                    <a:pt x="2720770" y="2528913"/>
                  </a:lnTo>
                  <a:lnTo>
                    <a:pt x="2721241" y="2528052"/>
                  </a:lnTo>
                  <a:lnTo>
                    <a:pt x="2721241" y="2527622"/>
                  </a:lnTo>
                  <a:lnTo>
                    <a:pt x="2721358" y="2527622"/>
                  </a:lnTo>
                  <a:lnTo>
                    <a:pt x="2721476" y="2527622"/>
                  </a:lnTo>
                  <a:lnTo>
                    <a:pt x="2721946" y="2527191"/>
                  </a:lnTo>
                  <a:lnTo>
                    <a:pt x="2721946" y="2526760"/>
                  </a:lnTo>
                  <a:lnTo>
                    <a:pt x="2722064" y="2526760"/>
                  </a:lnTo>
                  <a:lnTo>
                    <a:pt x="2722417" y="2526760"/>
                  </a:lnTo>
                  <a:lnTo>
                    <a:pt x="2722535" y="2526760"/>
                  </a:lnTo>
                  <a:lnTo>
                    <a:pt x="2722652" y="2526760"/>
                  </a:lnTo>
                  <a:lnTo>
                    <a:pt x="2722887" y="2526760"/>
                  </a:lnTo>
                  <a:lnTo>
                    <a:pt x="2723005" y="2526330"/>
                  </a:lnTo>
                  <a:lnTo>
                    <a:pt x="2723240" y="2526330"/>
                  </a:lnTo>
                  <a:lnTo>
                    <a:pt x="2723475" y="2526330"/>
                  </a:lnTo>
                  <a:lnTo>
                    <a:pt x="2723711" y="2526330"/>
                  </a:lnTo>
                  <a:lnTo>
                    <a:pt x="2723946" y="2526330"/>
                  </a:lnTo>
                  <a:lnTo>
                    <a:pt x="2724063" y="2526330"/>
                  </a:lnTo>
                  <a:lnTo>
                    <a:pt x="2724181" y="2526330"/>
                  </a:lnTo>
                  <a:lnTo>
                    <a:pt x="2724299" y="2525899"/>
                  </a:lnTo>
                  <a:lnTo>
                    <a:pt x="2724534" y="2522885"/>
                  </a:lnTo>
                  <a:lnTo>
                    <a:pt x="2724652" y="2522885"/>
                  </a:lnTo>
                  <a:lnTo>
                    <a:pt x="2724769" y="2522454"/>
                  </a:lnTo>
                  <a:lnTo>
                    <a:pt x="2724887" y="2522454"/>
                  </a:lnTo>
                  <a:lnTo>
                    <a:pt x="2725004" y="2522454"/>
                  </a:lnTo>
                  <a:lnTo>
                    <a:pt x="2725004" y="2522024"/>
                  </a:lnTo>
                  <a:lnTo>
                    <a:pt x="2725004" y="2521593"/>
                  </a:lnTo>
                  <a:lnTo>
                    <a:pt x="2725122" y="2521593"/>
                  </a:lnTo>
                  <a:lnTo>
                    <a:pt x="2725475" y="2521163"/>
                  </a:lnTo>
                  <a:lnTo>
                    <a:pt x="2725592" y="2521163"/>
                  </a:lnTo>
                  <a:lnTo>
                    <a:pt x="2725710" y="2521163"/>
                  </a:lnTo>
                  <a:lnTo>
                    <a:pt x="2725710" y="2520732"/>
                  </a:lnTo>
                  <a:lnTo>
                    <a:pt x="2725945" y="2520732"/>
                  </a:lnTo>
                  <a:lnTo>
                    <a:pt x="2726181" y="2519010"/>
                  </a:lnTo>
                  <a:lnTo>
                    <a:pt x="2726416" y="2519010"/>
                  </a:lnTo>
                  <a:lnTo>
                    <a:pt x="2726533" y="2518579"/>
                  </a:lnTo>
                  <a:lnTo>
                    <a:pt x="2726769" y="2518579"/>
                  </a:lnTo>
                  <a:lnTo>
                    <a:pt x="2726886" y="2518579"/>
                  </a:lnTo>
                  <a:lnTo>
                    <a:pt x="2727004" y="2518579"/>
                  </a:lnTo>
                  <a:lnTo>
                    <a:pt x="2727121" y="2518579"/>
                  </a:lnTo>
                  <a:lnTo>
                    <a:pt x="2727239" y="2518579"/>
                  </a:lnTo>
                  <a:lnTo>
                    <a:pt x="2727239" y="2518148"/>
                  </a:lnTo>
                  <a:lnTo>
                    <a:pt x="2727357" y="2518148"/>
                  </a:lnTo>
                  <a:lnTo>
                    <a:pt x="2727710" y="2518148"/>
                  </a:lnTo>
                  <a:lnTo>
                    <a:pt x="2727945" y="2517287"/>
                  </a:lnTo>
                  <a:lnTo>
                    <a:pt x="2728062" y="2517287"/>
                  </a:lnTo>
                  <a:lnTo>
                    <a:pt x="2728180" y="2517287"/>
                  </a:lnTo>
                  <a:lnTo>
                    <a:pt x="2728298" y="2517287"/>
                  </a:lnTo>
                  <a:lnTo>
                    <a:pt x="2728533" y="2515995"/>
                  </a:lnTo>
                  <a:lnTo>
                    <a:pt x="2729003" y="2515995"/>
                  </a:lnTo>
                  <a:lnTo>
                    <a:pt x="2729591" y="2515995"/>
                  </a:lnTo>
                  <a:lnTo>
                    <a:pt x="2729709" y="2515995"/>
                  </a:lnTo>
                  <a:lnTo>
                    <a:pt x="2730297" y="2515134"/>
                  </a:lnTo>
                  <a:lnTo>
                    <a:pt x="2730532" y="2514704"/>
                  </a:lnTo>
                  <a:lnTo>
                    <a:pt x="2730650" y="2514704"/>
                  </a:lnTo>
                  <a:lnTo>
                    <a:pt x="2730885" y="2514704"/>
                  </a:lnTo>
                  <a:lnTo>
                    <a:pt x="2731003" y="2514273"/>
                  </a:lnTo>
                  <a:lnTo>
                    <a:pt x="2731238" y="2513842"/>
                  </a:lnTo>
                  <a:lnTo>
                    <a:pt x="2731591" y="2513412"/>
                  </a:lnTo>
                  <a:lnTo>
                    <a:pt x="2732061" y="2513412"/>
                  </a:lnTo>
                  <a:lnTo>
                    <a:pt x="2732179" y="2513412"/>
                  </a:lnTo>
                  <a:lnTo>
                    <a:pt x="2732414" y="2513412"/>
                  </a:lnTo>
                  <a:lnTo>
                    <a:pt x="2732532" y="2513412"/>
                  </a:lnTo>
                  <a:lnTo>
                    <a:pt x="2732649" y="2512981"/>
                  </a:lnTo>
                  <a:lnTo>
                    <a:pt x="2732767" y="2512981"/>
                  </a:lnTo>
                  <a:lnTo>
                    <a:pt x="2733237" y="2512981"/>
                  </a:lnTo>
                  <a:lnTo>
                    <a:pt x="2733708" y="2512120"/>
                  </a:lnTo>
                  <a:lnTo>
                    <a:pt x="2733943" y="2511689"/>
                  </a:lnTo>
                  <a:lnTo>
                    <a:pt x="2734414" y="2511259"/>
                  </a:lnTo>
                  <a:lnTo>
                    <a:pt x="2734531" y="2510828"/>
                  </a:lnTo>
                  <a:lnTo>
                    <a:pt x="2734649" y="2510828"/>
                  </a:lnTo>
                  <a:lnTo>
                    <a:pt x="2735472" y="2510828"/>
                  </a:lnTo>
                  <a:lnTo>
                    <a:pt x="2735590" y="2510398"/>
                  </a:lnTo>
                  <a:lnTo>
                    <a:pt x="2736178" y="2509967"/>
                  </a:lnTo>
                  <a:lnTo>
                    <a:pt x="2736295" y="2509967"/>
                  </a:lnTo>
                  <a:lnTo>
                    <a:pt x="2736648" y="2509967"/>
                  </a:lnTo>
                  <a:lnTo>
                    <a:pt x="2737001" y="2509536"/>
                  </a:lnTo>
                  <a:lnTo>
                    <a:pt x="2737119" y="2509536"/>
                  </a:lnTo>
                  <a:lnTo>
                    <a:pt x="2737354" y="2509106"/>
                  </a:lnTo>
                  <a:lnTo>
                    <a:pt x="2737472" y="2509106"/>
                  </a:lnTo>
                  <a:lnTo>
                    <a:pt x="2737824" y="2509106"/>
                  </a:lnTo>
                  <a:lnTo>
                    <a:pt x="2738060" y="2508675"/>
                  </a:lnTo>
                  <a:lnTo>
                    <a:pt x="2738412" y="2508675"/>
                  </a:lnTo>
                  <a:lnTo>
                    <a:pt x="2738530" y="2508675"/>
                  </a:lnTo>
                  <a:lnTo>
                    <a:pt x="2738765" y="2508675"/>
                  </a:lnTo>
                  <a:lnTo>
                    <a:pt x="2739118" y="2508675"/>
                  </a:lnTo>
                  <a:lnTo>
                    <a:pt x="2739353" y="2508675"/>
                  </a:lnTo>
                  <a:lnTo>
                    <a:pt x="2740647" y="2508675"/>
                  </a:lnTo>
                  <a:lnTo>
                    <a:pt x="2740765" y="2508245"/>
                  </a:lnTo>
                  <a:lnTo>
                    <a:pt x="2741235" y="2507814"/>
                  </a:lnTo>
                  <a:lnTo>
                    <a:pt x="2741353" y="2507814"/>
                  </a:lnTo>
                  <a:lnTo>
                    <a:pt x="2741823" y="2506522"/>
                  </a:lnTo>
                  <a:lnTo>
                    <a:pt x="2742176" y="2506092"/>
                  </a:lnTo>
                  <a:lnTo>
                    <a:pt x="2742529" y="2505230"/>
                  </a:lnTo>
                  <a:lnTo>
                    <a:pt x="2742647" y="2505230"/>
                  </a:lnTo>
                  <a:lnTo>
                    <a:pt x="2743235" y="2504369"/>
                  </a:lnTo>
                  <a:lnTo>
                    <a:pt x="2743352" y="2504369"/>
                  </a:lnTo>
                  <a:lnTo>
                    <a:pt x="2743470" y="2504369"/>
                  </a:lnTo>
                  <a:lnTo>
                    <a:pt x="2743587" y="2504369"/>
                  </a:lnTo>
                  <a:lnTo>
                    <a:pt x="2743705" y="2504369"/>
                  </a:lnTo>
                  <a:lnTo>
                    <a:pt x="2743940" y="2503939"/>
                  </a:lnTo>
                  <a:lnTo>
                    <a:pt x="2744058" y="2503939"/>
                  </a:lnTo>
                  <a:lnTo>
                    <a:pt x="2744058" y="2503508"/>
                  </a:lnTo>
                  <a:lnTo>
                    <a:pt x="2744411" y="2503508"/>
                  </a:lnTo>
                  <a:lnTo>
                    <a:pt x="2744881" y="2503508"/>
                  </a:lnTo>
                  <a:lnTo>
                    <a:pt x="2744999" y="2503508"/>
                  </a:lnTo>
                  <a:lnTo>
                    <a:pt x="2745587" y="2503508"/>
                  </a:lnTo>
                  <a:lnTo>
                    <a:pt x="2745705" y="2503508"/>
                  </a:lnTo>
                  <a:lnTo>
                    <a:pt x="2745822" y="2503077"/>
                  </a:lnTo>
                  <a:lnTo>
                    <a:pt x="2746410" y="2503077"/>
                  </a:lnTo>
                  <a:lnTo>
                    <a:pt x="2746410" y="2501355"/>
                  </a:lnTo>
                  <a:lnTo>
                    <a:pt x="2746528" y="2501355"/>
                  </a:lnTo>
                  <a:lnTo>
                    <a:pt x="2746645" y="2501355"/>
                  </a:lnTo>
                  <a:lnTo>
                    <a:pt x="2747116" y="2501355"/>
                  </a:lnTo>
                  <a:lnTo>
                    <a:pt x="2747233" y="2501355"/>
                  </a:lnTo>
                  <a:lnTo>
                    <a:pt x="2747351" y="2501355"/>
                  </a:lnTo>
                  <a:lnTo>
                    <a:pt x="2747351" y="2500924"/>
                  </a:lnTo>
                  <a:lnTo>
                    <a:pt x="2747351" y="2499633"/>
                  </a:lnTo>
                  <a:lnTo>
                    <a:pt x="2747351" y="2499202"/>
                  </a:lnTo>
                  <a:lnTo>
                    <a:pt x="2747351" y="2498771"/>
                  </a:lnTo>
                  <a:lnTo>
                    <a:pt x="2747939" y="2498341"/>
                  </a:lnTo>
                  <a:lnTo>
                    <a:pt x="2748057" y="2498341"/>
                  </a:lnTo>
                  <a:lnTo>
                    <a:pt x="2748174" y="2498341"/>
                  </a:lnTo>
                  <a:lnTo>
                    <a:pt x="2748292" y="2498341"/>
                  </a:lnTo>
                  <a:lnTo>
                    <a:pt x="2748410" y="2498341"/>
                  </a:lnTo>
                  <a:lnTo>
                    <a:pt x="2748645" y="2498341"/>
                  </a:lnTo>
                  <a:lnTo>
                    <a:pt x="2748880" y="2497910"/>
                  </a:lnTo>
                  <a:lnTo>
                    <a:pt x="2752291" y="2494896"/>
                  </a:lnTo>
                  <a:lnTo>
                    <a:pt x="2752644" y="2494465"/>
                  </a:lnTo>
                  <a:lnTo>
                    <a:pt x="2752879" y="2494465"/>
                  </a:lnTo>
                  <a:lnTo>
                    <a:pt x="2752879" y="2493604"/>
                  </a:lnTo>
                  <a:lnTo>
                    <a:pt x="2752879" y="2493174"/>
                  </a:lnTo>
                  <a:lnTo>
                    <a:pt x="2752879" y="2492743"/>
                  </a:lnTo>
                  <a:lnTo>
                    <a:pt x="2752997" y="2492312"/>
                  </a:lnTo>
                  <a:lnTo>
                    <a:pt x="2753114" y="2492312"/>
                  </a:lnTo>
                  <a:lnTo>
                    <a:pt x="2753232" y="2492312"/>
                  </a:lnTo>
                  <a:lnTo>
                    <a:pt x="2753232" y="2491882"/>
                  </a:lnTo>
                  <a:lnTo>
                    <a:pt x="2753349" y="2491882"/>
                  </a:lnTo>
                  <a:lnTo>
                    <a:pt x="2753585" y="2491451"/>
                  </a:lnTo>
                  <a:lnTo>
                    <a:pt x="2753820" y="2491451"/>
                  </a:lnTo>
                  <a:lnTo>
                    <a:pt x="2754055" y="2491451"/>
                  </a:lnTo>
                  <a:lnTo>
                    <a:pt x="2754290" y="2491451"/>
                  </a:lnTo>
                  <a:lnTo>
                    <a:pt x="2754761" y="2491451"/>
                  </a:lnTo>
                  <a:lnTo>
                    <a:pt x="2755231" y="2491451"/>
                  </a:lnTo>
                  <a:lnTo>
                    <a:pt x="2755231" y="2491021"/>
                  </a:lnTo>
                  <a:lnTo>
                    <a:pt x="2755231" y="2490590"/>
                  </a:lnTo>
                  <a:lnTo>
                    <a:pt x="2755231" y="2490159"/>
                  </a:lnTo>
                  <a:lnTo>
                    <a:pt x="2755231" y="2489729"/>
                  </a:lnTo>
                  <a:lnTo>
                    <a:pt x="2755466" y="2489729"/>
                  </a:lnTo>
                  <a:lnTo>
                    <a:pt x="2755702" y="2489729"/>
                  </a:lnTo>
                  <a:lnTo>
                    <a:pt x="2755819" y="2489729"/>
                  </a:lnTo>
                  <a:lnTo>
                    <a:pt x="2755937" y="2489298"/>
                  </a:lnTo>
                  <a:lnTo>
                    <a:pt x="2756290" y="2488868"/>
                  </a:lnTo>
                  <a:lnTo>
                    <a:pt x="2756525" y="2488868"/>
                  </a:lnTo>
                  <a:lnTo>
                    <a:pt x="2757113" y="2488437"/>
                  </a:lnTo>
                  <a:lnTo>
                    <a:pt x="2757113" y="2488006"/>
                  </a:lnTo>
                  <a:lnTo>
                    <a:pt x="2757584" y="2487576"/>
                  </a:lnTo>
                  <a:lnTo>
                    <a:pt x="2758054" y="2486715"/>
                  </a:lnTo>
                  <a:lnTo>
                    <a:pt x="2758054" y="2486284"/>
                  </a:lnTo>
                  <a:lnTo>
                    <a:pt x="2758054" y="2485853"/>
                  </a:lnTo>
                  <a:lnTo>
                    <a:pt x="2758172" y="2485853"/>
                  </a:lnTo>
                  <a:lnTo>
                    <a:pt x="2758172" y="2485423"/>
                  </a:lnTo>
                  <a:lnTo>
                    <a:pt x="2758877" y="2485423"/>
                  </a:lnTo>
                  <a:lnTo>
                    <a:pt x="2758995" y="2485423"/>
                  </a:lnTo>
                  <a:lnTo>
                    <a:pt x="2759230" y="2484992"/>
                  </a:lnTo>
                  <a:lnTo>
                    <a:pt x="2759465" y="2484131"/>
                  </a:lnTo>
                  <a:lnTo>
                    <a:pt x="2759936" y="2483700"/>
                  </a:lnTo>
                  <a:lnTo>
                    <a:pt x="2760053" y="2483270"/>
                  </a:lnTo>
                  <a:lnTo>
                    <a:pt x="2760171" y="2482839"/>
                  </a:lnTo>
                  <a:lnTo>
                    <a:pt x="2760289" y="2482839"/>
                  </a:lnTo>
                  <a:lnTo>
                    <a:pt x="2760406" y="2482839"/>
                  </a:lnTo>
                  <a:lnTo>
                    <a:pt x="2760524" y="2482839"/>
                  </a:lnTo>
                  <a:lnTo>
                    <a:pt x="2760642" y="2482839"/>
                  </a:lnTo>
                  <a:lnTo>
                    <a:pt x="2760994" y="2482839"/>
                  </a:lnTo>
                  <a:lnTo>
                    <a:pt x="2761230" y="2482839"/>
                  </a:lnTo>
                  <a:lnTo>
                    <a:pt x="2761347" y="2482409"/>
                  </a:lnTo>
                  <a:lnTo>
                    <a:pt x="2761700" y="2482409"/>
                  </a:lnTo>
                  <a:lnTo>
                    <a:pt x="2761818" y="2482409"/>
                  </a:lnTo>
                  <a:lnTo>
                    <a:pt x="2761818" y="2481117"/>
                  </a:lnTo>
                  <a:lnTo>
                    <a:pt x="2761935" y="2481117"/>
                  </a:lnTo>
                  <a:lnTo>
                    <a:pt x="2762053" y="2481117"/>
                  </a:lnTo>
                  <a:lnTo>
                    <a:pt x="2762288" y="2481117"/>
                  </a:lnTo>
                  <a:lnTo>
                    <a:pt x="2762406" y="2481117"/>
                  </a:lnTo>
                  <a:lnTo>
                    <a:pt x="2762523" y="2481117"/>
                  </a:lnTo>
                  <a:lnTo>
                    <a:pt x="2762641" y="2480686"/>
                  </a:lnTo>
                  <a:lnTo>
                    <a:pt x="2762759" y="2480686"/>
                  </a:lnTo>
                  <a:lnTo>
                    <a:pt x="2762876" y="2480686"/>
                  </a:lnTo>
                  <a:lnTo>
                    <a:pt x="2762994" y="2480256"/>
                  </a:lnTo>
                  <a:lnTo>
                    <a:pt x="2763582" y="2478964"/>
                  </a:lnTo>
                  <a:lnTo>
                    <a:pt x="2764052" y="2478533"/>
                  </a:lnTo>
                  <a:lnTo>
                    <a:pt x="2764405" y="2477241"/>
                  </a:lnTo>
                  <a:lnTo>
                    <a:pt x="2764405" y="2476811"/>
                  </a:lnTo>
                  <a:lnTo>
                    <a:pt x="2764758" y="2476811"/>
                  </a:lnTo>
                  <a:lnTo>
                    <a:pt x="2764993" y="2476380"/>
                  </a:lnTo>
                  <a:lnTo>
                    <a:pt x="2765111" y="2475519"/>
                  </a:lnTo>
                  <a:lnTo>
                    <a:pt x="2765228" y="2475519"/>
                  </a:lnTo>
                  <a:lnTo>
                    <a:pt x="2766169" y="2474658"/>
                  </a:lnTo>
                  <a:lnTo>
                    <a:pt x="2766169" y="2474227"/>
                  </a:lnTo>
                  <a:lnTo>
                    <a:pt x="2766169" y="2473797"/>
                  </a:lnTo>
                  <a:lnTo>
                    <a:pt x="2766405" y="2473797"/>
                  </a:lnTo>
                  <a:lnTo>
                    <a:pt x="2766993" y="2473797"/>
                  </a:lnTo>
                  <a:lnTo>
                    <a:pt x="2767110" y="2473366"/>
                  </a:lnTo>
                  <a:lnTo>
                    <a:pt x="2767110" y="2472935"/>
                  </a:lnTo>
                  <a:lnTo>
                    <a:pt x="2767581" y="2472935"/>
                  </a:lnTo>
                  <a:lnTo>
                    <a:pt x="2767698" y="2472935"/>
                  </a:lnTo>
                  <a:lnTo>
                    <a:pt x="2767934" y="2472074"/>
                  </a:lnTo>
                  <a:lnTo>
                    <a:pt x="2768051" y="2471644"/>
                  </a:lnTo>
                  <a:lnTo>
                    <a:pt x="2768169" y="2471644"/>
                  </a:lnTo>
                  <a:lnTo>
                    <a:pt x="2768286" y="2471213"/>
                  </a:lnTo>
                  <a:lnTo>
                    <a:pt x="2768404" y="2471213"/>
                  </a:lnTo>
                  <a:lnTo>
                    <a:pt x="2768522" y="2470782"/>
                  </a:lnTo>
                  <a:lnTo>
                    <a:pt x="2768639" y="2469921"/>
                  </a:lnTo>
                  <a:lnTo>
                    <a:pt x="2768757" y="2469921"/>
                  </a:lnTo>
                  <a:lnTo>
                    <a:pt x="2768875" y="2469491"/>
                  </a:lnTo>
                  <a:lnTo>
                    <a:pt x="2768992" y="2469491"/>
                  </a:lnTo>
                  <a:lnTo>
                    <a:pt x="2769345" y="2469060"/>
                  </a:lnTo>
                  <a:lnTo>
                    <a:pt x="2769463" y="2468629"/>
                  </a:lnTo>
                  <a:lnTo>
                    <a:pt x="2769580" y="2468629"/>
                  </a:lnTo>
                  <a:lnTo>
                    <a:pt x="2769698" y="2468629"/>
                  </a:lnTo>
                  <a:lnTo>
                    <a:pt x="2770286" y="2468629"/>
                  </a:lnTo>
                  <a:lnTo>
                    <a:pt x="2770521" y="2467768"/>
                  </a:lnTo>
                  <a:lnTo>
                    <a:pt x="2770874" y="2467338"/>
                  </a:lnTo>
                  <a:lnTo>
                    <a:pt x="2771462" y="2467338"/>
                  </a:lnTo>
                  <a:lnTo>
                    <a:pt x="2771580" y="2467338"/>
                  </a:lnTo>
                  <a:lnTo>
                    <a:pt x="2772168" y="2467338"/>
                  </a:lnTo>
                  <a:lnTo>
                    <a:pt x="2772285" y="2467338"/>
                  </a:lnTo>
                  <a:lnTo>
                    <a:pt x="2772638" y="2466046"/>
                  </a:lnTo>
                  <a:lnTo>
                    <a:pt x="2772991" y="2465615"/>
                  </a:lnTo>
                  <a:lnTo>
                    <a:pt x="2773344" y="2465185"/>
                  </a:lnTo>
                  <a:lnTo>
                    <a:pt x="2773579" y="2464754"/>
                  </a:lnTo>
                  <a:lnTo>
                    <a:pt x="2773697" y="2463893"/>
                  </a:lnTo>
                  <a:lnTo>
                    <a:pt x="2774050" y="2463893"/>
                  </a:lnTo>
                  <a:lnTo>
                    <a:pt x="2774167" y="2463462"/>
                  </a:lnTo>
                  <a:lnTo>
                    <a:pt x="2774638" y="2462601"/>
                  </a:lnTo>
                  <a:lnTo>
                    <a:pt x="2774755" y="2461740"/>
                  </a:lnTo>
                  <a:lnTo>
                    <a:pt x="2774873" y="2461740"/>
                  </a:lnTo>
                  <a:lnTo>
                    <a:pt x="2774990" y="2461740"/>
                  </a:lnTo>
                  <a:lnTo>
                    <a:pt x="2775108" y="2461740"/>
                  </a:lnTo>
                  <a:lnTo>
                    <a:pt x="2775579" y="2461740"/>
                  </a:lnTo>
                  <a:lnTo>
                    <a:pt x="2775931" y="2461309"/>
                  </a:lnTo>
                  <a:lnTo>
                    <a:pt x="2776049" y="2461309"/>
                  </a:lnTo>
                  <a:lnTo>
                    <a:pt x="2776637" y="2458726"/>
                  </a:lnTo>
                  <a:lnTo>
                    <a:pt x="2776755" y="2458726"/>
                  </a:lnTo>
                  <a:lnTo>
                    <a:pt x="2776872" y="2458726"/>
                  </a:lnTo>
                  <a:lnTo>
                    <a:pt x="2777225" y="2457864"/>
                  </a:lnTo>
                  <a:lnTo>
                    <a:pt x="2777460" y="2457864"/>
                  </a:lnTo>
                  <a:lnTo>
                    <a:pt x="2777578" y="2457864"/>
                  </a:lnTo>
                  <a:lnTo>
                    <a:pt x="2777696" y="2457864"/>
                  </a:lnTo>
                  <a:lnTo>
                    <a:pt x="2777813" y="2457434"/>
                  </a:lnTo>
                  <a:lnTo>
                    <a:pt x="2777813" y="2457003"/>
                  </a:lnTo>
                  <a:lnTo>
                    <a:pt x="2778048" y="2457003"/>
                  </a:lnTo>
                  <a:lnTo>
                    <a:pt x="2778401" y="2456142"/>
                  </a:lnTo>
                  <a:lnTo>
                    <a:pt x="2778637" y="2456142"/>
                  </a:lnTo>
                  <a:lnTo>
                    <a:pt x="2778754" y="2456142"/>
                  </a:lnTo>
                  <a:lnTo>
                    <a:pt x="2779107" y="2456142"/>
                  </a:lnTo>
                  <a:lnTo>
                    <a:pt x="2779107" y="2455711"/>
                  </a:lnTo>
                  <a:lnTo>
                    <a:pt x="2779460" y="2455711"/>
                  </a:lnTo>
                  <a:lnTo>
                    <a:pt x="2779577" y="2455711"/>
                  </a:lnTo>
                  <a:lnTo>
                    <a:pt x="2779577" y="2455281"/>
                  </a:lnTo>
                  <a:lnTo>
                    <a:pt x="2779930" y="2454850"/>
                  </a:lnTo>
                  <a:lnTo>
                    <a:pt x="2780165" y="2454850"/>
                  </a:lnTo>
                  <a:lnTo>
                    <a:pt x="2780283" y="2454850"/>
                  </a:lnTo>
                  <a:lnTo>
                    <a:pt x="2780401" y="2454850"/>
                  </a:lnTo>
                  <a:lnTo>
                    <a:pt x="2780989" y="2453989"/>
                  </a:lnTo>
                  <a:lnTo>
                    <a:pt x="2781224" y="2453989"/>
                  </a:lnTo>
                  <a:lnTo>
                    <a:pt x="2781694" y="2453989"/>
                  </a:lnTo>
                  <a:lnTo>
                    <a:pt x="2781812" y="2453989"/>
                  </a:lnTo>
                  <a:lnTo>
                    <a:pt x="2781930" y="2453989"/>
                  </a:lnTo>
                  <a:lnTo>
                    <a:pt x="2782165" y="2453558"/>
                  </a:lnTo>
                  <a:lnTo>
                    <a:pt x="2782518" y="2453558"/>
                  </a:lnTo>
                  <a:lnTo>
                    <a:pt x="2782635" y="2453128"/>
                  </a:lnTo>
                  <a:lnTo>
                    <a:pt x="2782988" y="2453128"/>
                  </a:lnTo>
                  <a:lnTo>
                    <a:pt x="2782988" y="2452697"/>
                  </a:lnTo>
                  <a:lnTo>
                    <a:pt x="2783106" y="2452697"/>
                  </a:lnTo>
                  <a:lnTo>
                    <a:pt x="2783576" y="2452267"/>
                  </a:lnTo>
                  <a:lnTo>
                    <a:pt x="2783694" y="2452267"/>
                  </a:lnTo>
                  <a:lnTo>
                    <a:pt x="2783694" y="2451836"/>
                  </a:lnTo>
                  <a:lnTo>
                    <a:pt x="2783929" y="2451836"/>
                  </a:lnTo>
                  <a:lnTo>
                    <a:pt x="2784164" y="2451836"/>
                  </a:lnTo>
                  <a:lnTo>
                    <a:pt x="2784164" y="2451405"/>
                  </a:lnTo>
                  <a:lnTo>
                    <a:pt x="2784517" y="2451405"/>
                  </a:lnTo>
                  <a:lnTo>
                    <a:pt x="2784517" y="2450975"/>
                  </a:lnTo>
                  <a:lnTo>
                    <a:pt x="2784752" y="2450544"/>
                  </a:lnTo>
                  <a:lnTo>
                    <a:pt x="2784870" y="2450544"/>
                  </a:lnTo>
                  <a:lnTo>
                    <a:pt x="2785105" y="2450544"/>
                  </a:lnTo>
                  <a:lnTo>
                    <a:pt x="2785105" y="2450114"/>
                  </a:lnTo>
                  <a:lnTo>
                    <a:pt x="2785105" y="2449683"/>
                  </a:lnTo>
                  <a:lnTo>
                    <a:pt x="2785223" y="2449683"/>
                  </a:lnTo>
                  <a:lnTo>
                    <a:pt x="2785341" y="2449252"/>
                  </a:lnTo>
                  <a:lnTo>
                    <a:pt x="2785458" y="2448391"/>
                  </a:lnTo>
                  <a:lnTo>
                    <a:pt x="2785693" y="2448391"/>
                  </a:lnTo>
                  <a:lnTo>
                    <a:pt x="2786046" y="2448391"/>
                  </a:lnTo>
                  <a:lnTo>
                    <a:pt x="2786046" y="2447961"/>
                  </a:lnTo>
                  <a:lnTo>
                    <a:pt x="2786164" y="2447961"/>
                  </a:lnTo>
                  <a:lnTo>
                    <a:pt x="2786281" y="2447530"/>
                  </a:lnTo>
                  <a:lnTo>
                    <a:pt x="2786399" y="2446669"/>
                  </a:lnTo>
                  <a:lnTo>
                    <a:pt x="2786634" y="2446669"/>
                  </a:lnTo>
                  <a:lnTo>
                    <a:pt x="2786634" y="2446238"/>
                  </a:lnTo>
                  <a:lnTo>
                    <a:pt x="2786987" y="2443655"/>
                  </a:lnTo>
                  <a:lnTo>
                    <a:pt x="2787105" y="2443655"/>
                  </a:lnTo>
                  <a:lnTo>
                    <a:pt x="2787222" y="2443655"/>
                  </a:lnTo>
                  <a:lnTo>
                    <a:pt x="2787340" y="2443224"/>
                  </a:lnTo>
                  <a:lnTo>
                    <a:pt x="2787458" y="2443224"/>
                  </a:lnTo>
                  <a:lnTo>
                    <a:pt x="2787575" y="2442793"/>
                  </a:lnTo>
                  <a:lnTo>
                    <a:pt x="2787575" y="2442363"/>
                  </a:lnTo>
                  <a:lnTo>
                    <a:pt x="2787693" y="2442363"/>
                  </a:lnTo>
                  <a:lnTo>
                    <a:pt x="2787810" y="2441932"/>
                  </a:lnTo>
                  <a:lnTo>
                    <a:pt x="2787810" y="2441502"/>
                  </a:lnTo>
                  <a:lnTo>
                    <a:pt x="2787810" y="2441071"/>
                  </a:lnTo>
                  <a:lnTo>
                    <a:pt x="2788046" y="2440640"/>
                  </a:lnTo>
                  <a:lnTo>
                    <a:pt x="2788163" y="2440210"/>
                  </a:lnTo>
                  <a:lnTo>
                    <a:pt x="2788163" y="2439779"/>
                  </a:lnTo>
                  <a:lnTo>
                    <a:pt x="2788398" y="2439779"/>
                  </a:lnTo>
                  <a:lnTo>
                    <a:pt x="2788398" y="2439349"/>
                  </a:lnTo>
                  <a:lnTo>
                    <a:pt x="2789222" y="2438487"/>
                  </a:lnTo>
                  <a:lnTo>
                    <a:pt x="2789457" y="2438487"/>
                  </a:lnTo>
                  <a:lnTo>
                    <a:pt x="2789692" y="2437626"/>
                  </a:lnTo>
                  <a:lnTo>
                    <a:pt x="2790045" y="2437626"/>
                  </a:lnTo>
                  <a:lnTo>
                    <a:pt x="2790163" y="2437626"/>
                  </a:lnTo>
                  <a:lnTo>
                    <a:pt x="2790280" y="2437626"/>
                  </a:lnTo>
                  <a:lnTo>
                    <a:pt x="2790398" y="2437196"/>
                  </a:lnTo>
                  <a:lnTo>
                    <a:pt x="2790516" y="2437196"/>
                  </a:lnTo>
                  <a:lnTo>
                    <a:pt x="2790986" y="2437196"/>
                  </a:lnTo>
                  <a:lnTo>
                    <a:pt x="2791692" y="2437196"/>
                  </a:lnTo>
                  <a:lnTo>
                    <a:pt x="2791809" y="2437196"/>
                  </a:lnTo>
                  <a:lnTo>
                    <a:pt x="2791927" y="2437196"/>
                  </a:lnTo>
                  <a:lnTo>
                    <a:pt x="2792045" y="2436334"/>
                  </a:lnTo>
                  <a:lnTo>
                    <a:pt x="2792162" y="2436334"/>
                  </a:lnTo>
                  <a:lnTo>
                    <a:pt x="2792515" y="2435904"/>
                  </a:lnTo>
                  <a:lnTo>
                    <a:pt x="2792633" y="2435904"/>
                  </a:lnTo>
                  <a:lnTo>
                    <a:pt x="2792868" y="2435904"/>
                  </a:lnTo>
                  <a:lnTo>
                    <a:pt x="2792985" y="2435904"/>
                  </a:lnTo>
                  <a:lnTo>
                    <a:pt x="2793691" y="2435904"/>
                  </a:lnTo>
                  <a:lnTo>
                    <a:pt x="2793809" y="2435904"/>
                  </a:lnTo>
                  <a:lnTo>
                    <a:pt x="2793809" y="2435473"/>
                  </a:lnTo>
                  <a:lnTo>
                    <a:pt x="2794044" y="2435473"/>
                  </a:lnTo>
                  <a:lnTo>
                    <a:pt x="2794397" y="2435473"/>
                  </a:lnTo>
                  <a:lnTo>
                    <a:pt x="2794514" y="2435473"/>
                  </a:lnTo>
                  <a:lnTo>
                    <a:pt x="2794632" y="2435473"/>
                  </a:lnTo>
                  <a:lnTo>
                    <a:pt x="2794985" y="2435473"/>
                  </a:lnTo>
                  <a:lnTo>
                    <a:pt x="2795338" y="2435043"/>
                  </a:lnTo>
                  <a:lnTo>
                    <a:pt x="2795455" y="2435043"/>
                  </a:lnTo>
                  <a:lnTo>
                    <a:pt x="2796043" y="2435043"/>
                  </a:lnTo>
                  <a:lnTo>
                    <a:pt x="2796396" y="2435043"/>
                  </a:lnTo>
                  <a:lnTo>
                    <a:pt x="2796749" y="2434612"/>
                  </a:lnTo>
                  <a:lnTo>
                    <a:pt x="2796867" y="2434612"/>
                  </a:lnTo>
                  <a:lnTo>
                    <a:pt x="2796984" y="2434612"/>
                  </a:lnTo>
                  <a:lnTo>
                    <a:pt x="2797220" y="2434612"/>
                  </a:lnTo>
                  <a:lnTo>
                    <a:pt x="2797337" y="2434612"/>
                  </a:lnTo>
                  <a:lnTo>
                    <a:pt x="2797808" y="2434612"/>
                  </a:lnTo>
                  <a:lnTo>
                    <a:pt x="2797925" y="2434612"/>
                  </a:lnTo>
                  <a:lnTo>
                    <a:pt x="2798866" y="2433320"/>
                  </a:lnTo>
                  <a:lnTo>
                    <a:pt x="2799101" y="2432890"/>
                  </a:lnTo>
                  <a:lnTo>
                    <a:pt x="2799101" y="2432459"/>
                  </a:lnTo>
                  <a:lnTo>
                    <a:pt x="2799337" y="2432459"/>
                  </a:lnTo>
                  <a:lnTo>
                    <a:pt x="2799454" y="2432459"/>
                  </a:lnTo>
                  <a:lnTo>
                    <a:pt x="2799689" y="2432028"/>
                  </a:lnTo>
                  <a:lnTo>
                    <a:pt x="2799807" y="2432028"/>
                  </a:lnTo>
                  <a:lnTo>
                    <a:pt x="2800160" y="2432028"/>
                  </a:lnTo>
                  <a:lnTo>
                    <a:pt x="2800278" y="2432028"/>
                  </a:lnTo>
                  <a:lnTo>
                    <a:pt x="2800278" y="2431598"/>
                  </a:lnTo>
                  <a:lnTo>
                    <a:pt x="2800866" y="2430737"/>
                  </a:lnTo>
                  <a:lnTo>
                    <a:pt x="2800866" y="2430306"/>
                  </a:lnTo>
                  <a:lnTo>
                    <a:pt x="2800983" y="2430306"/>
                  </a:lnTo>
                  <a:lnTo>
                    <a:pt x="2801218" y="2429875"/>
                  </a:lnTo>
                  <a:lnTo>
                    <a:pt x="2801571" y="2429875"/>
                  </a:lnTo>
                  <a:lnTo>
                    <a:pt x="2801689" y="2429875"/>
                  </a:lnTo>
                  <a:lnTo>
                    <a:pt x="2802159" y="2429014"/>
                  </a:lnTo>
                  <a:lnTo>
                    <a:pt x="2802512" y="2428584"/>
                  </a:lnTo>
                  <a:lnTo>
                    <a:pt x="2802747" y="2428153"/>
                  </a:lnTo>
                  <a:lnTo>
                    <a:pt x="2802983" y="2428153"/>
                  </a:lnTo>
                  <a:lnTo>
                    <a:pt x="2803218" y="2428153"/>
                  </a:lnTo>
                  <a:lnTo>
                    <a:pt x="2803218" y="2427722"/>
                  </a:lnTo>
                  <a:lnTo>
                    <a:pt x="2803571" y="2427722"/>
                  </a:lnTo>
                  <a:lnTo>
                    <a:pt x="2803571" y="2427292"/>
                  </a:lnTo>
                  <a:lnTo>
                    <a:pt x="2803924" y="2427292"/>
                  </a:lnTo>
                  <a:lnTo>
                    <a:pt x="2804041" y="2426861"/>
                  </a:lnTo>
                  <a:lnTo>
                    <a:pt x="2804276" y="2426861"/>
                  </a:lnTo>
                  <a:lnTo>
                    <a:pt x="2804394" y="2426861"/>
                  </a:lnTo>
                  <a:lnTo>
                    <a:pt x="2804864" y="2426861"/>
                  </a:lnTo>
                  <a:lnTo>
                    <a:pt x="2804982" y="2426861"/>
                  </a:lnTo>
                  <a:lnTo>
                    <a:pt x="2805100" y="2426431"/>
                  </a:lnTo>
                  <a:lnTo>
                    <a:pt x="2805100" y="2426000"/>
                  </a:lnTo>
                  <a:lnTo>
                    <a:pt x="2805335" y="2425139"/>
                  </a:lnTo>
                  <a:lnTo>
                    <a:pt x="2805453" y="2425139"/>
                  </a:lnTo>
                  <a:lnTo>
                    <a:pt x="2805688" y="2425139"/>
                  </a:lnTo>
                  <a:lnTo>
                    <a:pt x="2805805" y="2425139"/>
                  </a:lnTo>
                  <a:lnTo>
                    <a:pt x="2806041" y="2425139"/>
                  </a:lnTo>
                  <a:lnTo>
                    <a:pt x="2806158" y="2425139"/>
                  </a:lnTo>
                  <a:lnTo>
                    <a:pt x="2806276" y="2425139"/>
                  </a:lnTo>
                  <a:lnTo>
                    <a:pt x="2806393" y="2425139"/>
                  </a:lnTo>
                  <a:lnTo>
                    <a:pt x="2806982" y="2423847"/>
                  </a:lnTo>
                  <a:lnTo>
                    <a:pt x="2807570" y="2423847"/>
                  </a:lnTo>
                  <a:lnTo>
                    <a:pt x="2807805" y="2423847"/>
                  </a:lnTo>
                  <a:lnTo>
                    <a:pt x="2808275" y="2423416"/>
                  </a:lnTo>
                  <a:lnTo>
                    <a:pt x="2808511" y="2422986"/>
                  </a:lnTo>
                  <a:lnTo>
                    <a:pt x="2808863" y="2422986"/>
                  </a:lnTo>
                  <a:lnTo>
                    <a:pt x="2808981" y="2422986"/>
                  </a:lnTo>
                  <a:lnTo>
                    <a:pt x="2809334" y="2422986"/>
                  </a:lnTo>
                  <a:lnTo>
                    <a:pt x="2809569" y="2422986"/>
                  </a:lnTo>
                  <a:lnTo>
                    <a:pt x="2810040" y="2422555"/>
                  </a:lnTo>
                  <a:lnTo>
                    <a:pt x="2810157" y="2422555"/>
                  </a:lnTo>
                  <a:lnTo>
                    <a:pt x="2810275" y="2422555"/>
                  </a:lnTo>
                  <a:lnTo>
                    <a:pt x="2810745" y="2422125"/>
                  </a:lnTo>
                  <a:lnTo>
                    <a:pt x="2810745" y="2421263"/>
                  </a:lnTo>
                  <a:lnTo>
                    <a:pt x="2810745" y="2419972"/>
                  </a:lnTo>
                  <a:lnTo>
                    <a:pt x="2810863" y="2419972"/>
                  </a:lnTo>
                  <a:lnTo>
                    <a:pt x="2811098" y="2419972"/>
                  </a:lnTo>
                  <a:lnTo>
                    <a:pt x="2811451" y="2419541"/>
                  </a:lnTo>
                  <a:lnTo>
                    <a:pt x="2811569" y="2419541"/>
                  </a:lnTo>
                  <a:lnTo>
                    <a:pt x="2811804" y="2419110"/>
                  </a:lnTo>
                  <a:lnTo>
                    <a:pt x="2811921" y="2419110"/>
                  </a:lnTo>
                  <a:lnTo>
                    <a:pt x="2812274" y="2417388"/>
                  </a:lnTo>
                  <a:lnTo>
                    <a:pt x="2812392" y="2417388"/>
                  </a:lnTo>
                  <a:lnTo>
                    <a:pt x="2812509" y="2417388"/>
                  </a:lnTo>
                  <a:lnTo>
                    <a:pt x="2812980" y="2417388"/>
                  </a:lnTo>
                  <a:lnTo>
                    <a:pt x="2813097" y="2416957"/>
                  </a:lnTo>
                  <a:lnTo>
                    <a:pt x="2813215" y="2416527"/>
                  </a:lnTo>
                  <a:lnTo>
                    <a:pt x="2813568" y="2416527"/>
                  </a:lnTo>
                  <a:lnTo>
                    <a:pt x="2813686" y="2416527"/>
                  </a:lnTo>
                  <a:lnTo>
                    <a:pt x="2813921" y="2416096"/>
                  </a:lnTo>
                  <a:lnTo>
                    <a:pt x="2814038" y="2416096"/>
                  </a:lnTo>
                  <a:lnTo>
                    <a:pt x="2814038" y="2415666"/>
                  </a:lnTo>
                  <a:lnTo>
                    <a:pt x="2814156" y="2415666"/>
                  </a:lnTo>
                  <a:lnTo>
                    <a:pt x="2814509" y="2415235"/>
                  </a:lnTo>
                  <a:lnTo>
                    <a:pt x="2814509" y="2414804"/>
                  </a:lnTo>
                  <a:lnTo>
                    <a:pt x="2814626" y="2414804"/>
                  </a:lnTo>
                  <a:lnTo>
                    <a:pt x="2814862" y="2414804"/>
                  </a:lnTo>
                  <a:lnTo>
                    <a:pt x="2814979" y="2414804"/>
                  </a:lnTo>
                  <a:lnTo>
                    <a:pt x="2815215" y="2414804"/>
                  </a:lnTo>
                  <a:lnTo>
                    <a:pt x="2815567" y="2414374"/>
                  </a:lnTo>
                  <a:lnTo>
                    <a:pt x="2815685" y="2414374"/>
                  </a:lnTo>
                  <a:lnTo>
                    <a:pt x="2816155" y="2414374"/>
                  </a:lnTo>
                  <a:lnTo>
                    <a:pt x="2816273" y="2413943"/>
                  </a:lnTo>
                  <a:lnTo>
                    <a:pt x="2816391" y="2413943"/>
                  </a:lnTo>
                  <a:lnTo>
                    <a:pt x="2816391" y="2413513"/>
                  </a:lnTo>
                  <a:lnTo>
                    <a:pt x="2817920" y="2411360"/>
                  </a:lnTo>
                  <a:lnTo>
                    <a:pt x="2818273" y="2411360"/>
                  </a:lnTo>
                  <a:lnTo>
                    <a:pt x="2818508" y="2411360"/>
                  </a:lnTo>
                  <a:lnTo>
                    <a:pt x="2818743" y="2411360"/>
                  </a:lnTo>
                  <a:lnTo>
                    <a:pt x="2818861" y="2410929"/>
                  </a:lnTo>
                  <a:lnTo>
                    <a:pt x="2819213" y="2410929"/>
                  </a:lnTo>
                  <a:lnTo>
                    <a:pt x="2819331" y="2410929"/>
                  </a:lnTo>
                  <a:lnTo>
                    <a:pt x="2819331" y="2410498"/>
                  </a:lnTo>
                  <a:lnTo>
                    <a:pt x="2819449" y="2410498"/>
                  </a:lnTo>
                  <a:lnTo>
                    <a:pt x="2819802" y="2410498"/>
                  </a:lnTo>
                  <a:lnTo>
                    <a:pt x="2820507" y="2410498"/>
                  </a:lnTo>
                  <a:lnTo>
                    <a:pt x="2821095" y="2410498"/>
                  </a:lnTo>
                  <a:lnTo>
                    <a:pt x="2821213" y="2410068"/>
                  </a:lnTo>
                  <a:lnTo>
                    <a:pt x="2821330" y="2409207"/>
                  </a:lnTo>
                  <a:lnTo>
                    <a:pt x="2821566" y="2409207"/>
                  </a:lnTo>
                  <a:lnTo>
                    <a:pt x="2821683" y="2409207"/>
                  </a:lnTo>
                  <a:lnTo>
                    <a:pt x="2821919" y="2409207"/>
                  </a:lnTo>
                  <a:lnTo>
                    <a:pt x="2822036" y="2409207"/>
                  </a:lnTo>
                  <a:lnTo>
                    <a:pt x="2822036" y="2408776"/>
                  </a:lnTo>
                  <a:lnTo>
                    <a:pt x="2822036" y="2408345"/>
                  </a:lnTo>
                  <a:lnTo>
                    <a:pt x="2822154" y="2408345"/>
                  </a:lnTo>
                  <a:lnTo>
                    <a:pt x="2822389" y="2408345"/>
                  </a:lnTo>
                  <a:lnTo>
                    <a:pt x="2822389" y="2407915"/>
                  </a:lnTo>
                  <a:lnTo>
                    <a:pt x="2822624" y="2407915"/>
                  </a:lnTo>
                  <a:lnTo>
                    <a:pt x="2822859" y="2407484"/>
                  </a:lnTo>
                  <a:lnTo>
                    <a:pt x="2822859" y="2406623"/>
                  </a:lnTo>
                  <a:lnTo>
                    <a:pt x="2822977" y="2406623"/>
                  </a:lnTo>
                  <a:lnTo>
                    <a:pt x="2823095" y="2405762"/>
                  </a:lnTo>
                  <a:lnTo>
                    <a:pt x="2823212" y="2405331"/>
                  </a:lnTo>
                  <a:lnTo>
                    <a:pt x="2823330" y="2405331"/>
                  </a:lnTo>
                  <a:lnTo>
                    <a:pt x="2823448" y="2405331"/>
                  </a:lnTo>
                  <a:lnTo>
                    <a:pt x="2824036" y="2404901"/>
                  </a:lnTo>
                  <a:lnTo>
                    <a:pt x="2824153" y="2404901"/>
                  </a:lnTo>
                  <a:lnTo>
                    <a:pt x="2824271" y="2404901"/>
                  </a:lnTo>
                  <a:lnTo>
                    <a:pt x="2824388" y="2404039"/>
                  </a:lnTo>
                  <a:lnTo>
                    <a:pt x="2824741" y="2403609"/>
                  </a:lnTo>
                  <a:lnTo>
                    <a:pt x="2824977" y="2403609"/>
                  </a:lnTo>
                  <a:lnTo>
                    <a:pt x="2825329" y="2403178"/>
                  </a:lnTo>
                  <a:lnTo>
                    <a:pt x="2825917" y="2402748"/>
                  </a:lnTo>
                  <a:lnTo>
                    <a:pt x="2826035" y="2402748"/>
                  </a:lnTo>
                  <a:lnTo>
                    <a:pt x="2826270" y="2402748"/>
                  </a:lnTo>
                  <a:lnTo>
                    <a:pt x="2826506" y="2402317"/>
                  </a:lnTo>
                  <a:lnTo>
                    <a:pt x="2826506" y="2401886"/>
                  </a:lnTo>
                  <a:lnTo>
                    <a:pt x="2826741" y="2401886"/>
                  </a:lnTo>
                  <a:lnTo>
                    <a:pt x="2826858" y="2401456"/>
                  </a:lnTo>
                  <a:lnTo>
                    <a:pt x="2827329" y="2401456"/>
                  </a:lnTo>
                  <a:lnTo>
                    <a:pt x="2827446" y="2401456"/>
                  </a:lnTo>
                  <a:lnTo>
                    <a:pt x="2828034" y="2401456"/>
                  </a:lnTo>
                  <a:lnTo>
                    <a:pt x="2828270" y="2401456"/>
                  </a:lnTo>
                  <a:lnTo>
                    <a:pt x="2828505" y="2401456"/>
                  </a:lnTo>
                  <a:lnTo>
                    <a:pt x="2828505" y="2401025"/>
                  </a:lnTo>
                  <a:lnTo>
                    <a:pt x="2828858" y="2400164"/>
                  </a:lnTo>
                  <a:lnTo>
                    <a:pt x="2829093" y="2400164"/>
                  </a:lnTo>
                  <a:lnTo>
                    <a:pt x="2829799" y="2399733"/>
                  </a:lnTo>
                  <a:lnTo>
                    <a:pt x="2829916" y="2399733"/>
                  </a:lnTo>
                  <a:lnTo>
                    <a:pt x="2830269" y="2399733"/>
                  </a:lnTo>
                  <a:lnTo>
                    <a:pt x="2830387" y="2399733"/>
                  </a:lnTo>
                  <a:lnTo>
                    <a:pt x="2831210" y="2398872"/>
                  </a:lnTo>
                  <a:lnTo>
                    <a:pt x="2831563" y="2398872"/>
                  </a:lnTo>
                  <a:lnTo>
                    <a:pt x="2832151" y="2398872"/>
                  </a:lnTo>
                  <a:lnTo>
                    <a:pt x="2832269" y="2398872"/>
                  </a:lnTo>
                  <a:lnTo>
                    <a:pt x="2832504" y="2398872"/>
                  </a:lnTo>
                  <a:lnTo>
                    <a:pt x="2832504" y="2398442"/>
                  </a:lnTo>
                  <a:lnTo>
                    <a:pt x="2832739" y="2398011"/>
                  </a:lnTo>
                  <a:lnTo>
                    <a:pt x="2832857" y="2397580"/>
                  </a:lnTo>
                  <a:lnTo>
                    <a:pt x="2832974" y="2397580"/>
                  </a:lnTo>
                  <a:lnTo>
                    <a:pt x="2833092" y="2397580"/>
                  </a:lnTo>
                  <a:lnTo>
                    <a:pt x="2833327" y="2397580"/>
                  </a:lnTo>
                  <a:lnTo>
                    <a:pt x="2833445" y="2397580"/>
                  </a:lnTo>
                  <a:lnTo>
                    <a:pt x="2833915" y="2397580"/>
                  </a:lnTo>
                  <a:lnTo>
                    <a:pt x="2834150" y="2397150"/>
                  </a:lnTo>
                  <a:lnTo>
                    <a:pt x="2834268" y="2397150"/>
                  </a:lnTo>
                  <a:lnTo>
                    <a:pt x="2835091" y="2396719"/>
                  </a:lnTo>
                  <a:lnTo>
                    <a:pt x="2835327" y="2396719"/>
                  </a:lnTo>
                  <a:lnTo>
                    <a:pt x="2835444" y="2396719"/>
                  </a:lnTo>
                  <a:lnTo>
                    <a:pt x="2835562" y="2396289"/>
                  </a:lnTo>
                  <a:lnTo>
                    <a:pt x="2835679" y="2395858"/>
                  </a:lnTo>
                  <a:lnTo>
                    <a:pt x="2835797" y="2395858"/>
                  </a:lnTo>
                  <a:lnTo>
                    <a:pt x="2836032" y="2394997"/>
                  </a:lnTo>
                  <a:lnTo>
                    <a:pt x="2836150" y="2394997"/>
                  </a:lnTo>
                  <a:lnTo>
                    <a:pt x="2837208" y="2393705"/>
                  </a:lnTo>
                  <a:lnTo>
                    <a:pt x="2837326" y="2393705"/>
                  </a:lnTo>
                  <a:lnTo>
                    <a:pt x="2837561" y="2393705"/>
                  </a:lnTo>
                  <a:lnTo>
                    <a:pt x="2837679" y="2393274"/>
                  </a:lnTo>
                  <a:lnTo>
                    <a:pt x="2837914" y="2393274"/>
                  </a:lnTo>
                  <a:lnTo>
                    <a:pt x="2838149" y="2392844"/>
                  </a:lnTo>
                  <a:lnTo>
                    <a:pt x="2838267" y="2391552"/>
                  </a:lnTo>
                  <a:lnTo>
                    <a:pt x="2838737" y="2391552"/>
                  </a:lnTo>
                  <a:lnTo>
                    <a:pt x="2839090" y="2391552"/>
                  </a:lnTo>
                  <a:lnTo>
                    <a:pt x="2839090" y="2391121"/>
                  </a:lnTo>
                  <a:lnTo>
                    <a:pt x="2839443" y="2390691"/>
                  </a:lnTo>
                  <a:lnTo>
                    <a:pt x="2839443" y="2389830"/>
                  </a:lnTo>
                  <a:lnTo>
                    <a:pt x="2839561" y="2389830"/>
                  </a:lnTo>
                  <a:lnTo>
                    <a:pt x="2839796" y="2389399"/>
                  </a:lnTo>
                  <a:lnTo>
                    <a:pt x="2840149" y="2388538"/>
                  </a:lnTo>
                  <a:lnTo>
                    <a:pt x="2840619" y="2388107"/>
                  </a:lnTo>
                  <a:lnTo>
                    <a:pt x="2841090" y="2388107"/>
                  </a:lnTo>
                  <a:lnTo>
                    <a:pt x="2841090" y="2387677"/>
                  </a:lnTo>
                  <a:lnTo>
                    <a:pt x="2841207" y="2387677"/>
                  </a:lnTo>
                  <a:lnTo>
                    <a:pt x="2841560" y="2387677"/>
                  </a:lnTo>
                  <a:lnTo>
                    <a:pt x="2841795" y="2387246"/>
                  </a:lnTo>
                  <a:lnTo>
                    <a:pt x="2841913" y="2387246"/>
                  </a:lnTo>
                  <a:lnTo>
                    <a:pt x="2842031" y="2387246"/>
                  </a:lnTo>
                  <a:lnTo>
                    <a:pt x="2842148" y="2387246"/>
                  </a:lnTo>
                  <a:lnTo>
                    <a:pt x="2842501" y="2387246"/>
                  </a:lnTo>
                  <a:lnTo>
                    <a:pt x="2842501" y="2386815"/>
                  </a:lnTo>
                  <a:lnTo>
                    <a:pt x="2842619" y="2386815"/>
                  </a:lnTo>
                  <a:lnTo>
                    <a:pt x="2843442" y="2386385"/>
                  </a:lnTo>
                  <a:lnTo>
                    <a:pt x="2843560" y="2385954"/>
                  </a:lnTo>
                  <a:lnTo>
                    <a:pt x="2843912" y="2385954"/>
                  </a:lnTo>
                  <a:lnTo>
                    <a:pt x="2844030" y="2385954"/>
                  </a:lnTo>
                  <a:lnTo>
                    <a:pt x="2844265" y="2384662"/>
                  </a:lnTo>
                  <a:lnTo>
                    <a:pt x="2844265" y="2384232"/>
                  </a:lnTo>
                  <a:lnTo>
                    <a:pt x="2844383" y="2384232"/>
                  </a:lnTo>
                  <a:lnTo>
                    <a:pt x="2844383" y="2383801"/>
                  </a:lnTo>
                  <a:lnTo>
                    <a:pt x="2844618" y="2383801"/>
                  </a:lnTo>
                  <a:lnTo>
                    <a:pt x="2844971" y="2383801"/>
                  </a:lnTo>
                  <a:lnTo>
                    <a:pt x="2846029" y="2382509"/>
                  </a:lnTo>
                  <a:lnTo>
                    <a:pt x="2846382" y="2382079"/>
                  </a:lnTo>
                  <a:lnTo>
                    <a:pt x="2847088" y="2382079"/>
                  </a:lnTo>
                  <a:lnTo>
                    <a:pt x="2847206" y="2382079"/>
                  </a:lnTo>
                  <a:lnTo>
                    <a:pt x="2847441" y="2382079"/>
                  </a:lnTo>
                  <a:lnTo>
                    <a:pt x="2847676" y="2381648"/>
                  </a:lnTo>
                  <a:lnTo>
                    <a:pt x="2848264" y="2381218"/>
                  </a:lnTo>
                  <a:lnTo>
                    <a:pt x="2848735" y="2381218"/>
                  </a:lnTo>
                  <a:lnTo>
                    <a:pt x="2849205" y="2380787"/>
                  </a:lnTo>
                  <a:lnTo>
                    <a:pt x="2849323" y="2380787"/>
                  </a:lnTo>
                  <a:lnTo>
                    <a:pt x="2849440" y="2380787"/>
                  </a:lnTo>
                  <a:lnTo>
                    <a:pt x="2849558" y="2380787"/>
                  </a:lnTo>
                  <a:lnTo>
                    <a:pt x="2850264" y="2378634"/>
                  </a:lnTo>
                  <a:lnTo>
                    <a:pt x="2850381" y="2378634"/>
                  </a:lnTo>
                  <a:lnTo>
                    <a:pt x="2850616" y="2378634"/>
                  </a:lnTo>
                  <a:lnTo>
                    <a:pt x="2850616" y="2378203"/>
                  </a:lnTo>
                  <a:lnTo>
                    <a:pt x="2850852" y="2377342"/>
                  </a:lnTo>
                  <a:lnTo>
                    <a:pt x="2851205" y="2376481"/>
                  </a:lnTo>
                  <a:lnTo>
                    <a:pt x="2851322" y="2376481"/>
                  </a:lnTo>
                  <a:lnTo>
                    <a:pt x="2851557" y="2375620"/>
                  </a:lnTo>
                  <a:lnTo>
                    <a:pt x="2851793" y="2375620"/>
                  </a:lnTo>
                  <a:lnTo>
                    <a:pt x="2851793" y="2375189"/>
                  </a:lnTo>
                  <a:lnTo>
                    <a:pt x="2851910" y="2375189"/>
                  </a:lnTo>
                  <a:lnTo>
                    <a:pt x="2852028" y="2375189"/>
                  </a:lnTo>
                  <a:lnTo>
                    <a:pt x="2852145" y="2375189"/>
                  </a:lnTo>
                  <a:lnTo>
                    <a:pt x="2852263" y="2374328"/>
                  </a:lnTo>
                  <a:lnTo>
                    <a:pt x="2853204" y="2373897"/>
                  </a:lnTo>
                  <a:lnTo>
                    <a:pt x="2853322" y="2373897"/>
                  </a:lnTo>
                  <a:lnTo>
                    <a:pt x="2853674" y="2373897"/>
                  </a:lnTo>
                  <a:lnTo>
                    <a:pt x="2853792" y="2373897"/>
                  </a:lnTo>
                  <a:lnTo>
                    <a:pt x="2854262" y="2373897"/>
                  </a:lnTo>
                  <a:lnTo>
                    <a:pt x="2854380" y="2373467"/>
                  </a:lnTo>
                  <a:lnTo>
                    <a:pt x="2854615" y="2373467"/>
                  </a:lnTo>
                  <a:lnTo>
                    <a:pt x="2854733" y="2373467"/>
                  </a:lnTo>
                  <a:lnTo>
                    <a:pt x="2854851" y="2373467"/>
                  </a:lnTo>
                  <a:lnTo>
                    <a:pt x="2854968" y="2373036"/>
                  </a:lnTo>
                  <a:lnTo>
                    <a:pt x="2855556" y="2372175"/>
                  </a:lnTo>
                  <a:lnTo>
                    <a:pt x="2855674" y="2372175"/>
                  </a:lnTo>
                  <a:lnTo>
                    <a:pt x="2855791" y="2372175"/>
                  </a:lnTo>
                  <a:lnTo>
                    <a:pt x="2856027" y="2371744"/>
                  </a:lnTo>
                  <a:lnTo>
                    <a:pt x="2856497" y="2370453"/>
                  </a:lnTo>
                  <a:lnTo>
                    <a:pt x="2856615" y="2369591"/>
                  </a:lnTo>
                  <a:lnTo>
                    <a:pt x="2856732" y="2369591"/>
                  </a:lnTo>
                  <a:lnTo>
                    <a:pt x="2856968" y="2369161"/>
                  </a:lnTo>
                  <a:lnTo>
                    <a:pt x="2857085" y="2368730"/>
                  </a:lnTo>
                  <a:lnTo>
                    <a:pt x="2857203" y="2367438"/>
                  </a:lnTo>
                  <a:lnTo>
                    <a:pt x="2857438" y="2367438"/>
                  </a:lnTo>
                  <a:lnTo>
                    <a:pt x="2857673" y="2367438"/>
                  </a:lnTo>
                  <a:lnTo>
                    <a:pt x="2857909" y="2367438"/>
                  </a:lnTo>
                  <a:lnTo>
                    <a:pt x="2858026" y="2367438"/>
                  </a:lnTo>
                  <a:lnTo>
                    <a:pt x="2858144" y="2367438"/>
                  </a:lnTo>
                  <a:lnTo>
                    <a:pt x="2858261" y="2367438"/>
                  </a:lnTo>
                  <a:lnTo>
                    <a:pt x="2858497" y="2366577"/>
                  </a:lnTo>
                  <a:lnTo>
                    <a:pt x="2858849" y="2365716"/>
                  </a:lnTo>
                  <a:lnTo>
                    <a:pt x="2858967" y="2365716"/>
                  </a:lnTo>
                  <a:lnTo>
                    <a:pt x="2858967" y="2365285"/>
                  </a:lnTo>
                  <a:lnTo>
                    <a:pt x="2859673" y="2365285"/>
                  </a:lnTo>
                  <a:lnTo>
                    <a:pt x="2860143" y="2365285"/>
                  </a:lnTo>
                  <a:lnTo>
                    <a:pt x="2860496" y="2365285"/>
                  </a:lnTo>
                  <a:lnTo>
                    <a:pt x="2861202" y="2364855"/>
                  </a:lnTo>
                  <a:lnTo>
                    <a:pt x="2861672" y="2364855"/>
                  </a:lnTo>
                  <a:lnTo>
                    <a:pt x="2861907" y="2364855"/>
                  </a:lnTo>
                  <a:lnTo>
                    <a:pt x="2862025" y="2364855"/>
                  </a:lnTo>
                  <a:lnTo>
                    <a:pt x="2862143" y="2364855"/>
                  </a:lnTo>
                  <a:lnTo>
                    <a:pt x="2862495" y="2364855"/>
                  </a:lnTo>
                  <a:lnTo>
                    <a:pt x="2862613" y="2364855"/>
                  </a:lnTo>
                  <a:lnTo>
                    <a:pt x="2862731" y="2364855"/>
                  </a:lnTo>
                  <a:lnTo>
                    <a:pt x="2863201" y="2364424"/>
                  </a:lnTo>
                  <a:lnTo>
                    <a:pt x="2863319" y="2364424"/>
                  </a:lnTo>
                  <a:lnTo>
                    <a:pt x="2863436" y="2364424"/>
                  </a:lnTo>
                  <a:lnTo>
                    <a:pt x="2863789" y="2364424"/>
                  </a:lnTo>
                  <a:lnTo>
                    <a:pt x="2864730" y="2363994"/>
                  </a:lnTo>
                  <a:lnTo>
                    <a:pt x="2865318" y="2363994"/>
                  </a:lnTo>
                  <a:lnTo>
                    <a:pt x="2865436" y="2363994"/>
                  </a:lnTo>
                  <a:lnTo>
                    <a:pt x="2865553" y="2363563"/>
                  </a:lnTo>
                  <a:lnTo>
                    <a:pt x="2865553" y="2363132"/>
                  </a:lnTo>
                  <a:lnTo>
                    <a:pt x="2865789" y="2362702"/>
                  </a:lnTo>
                  <a:lnTo>
                    <a:pt x="2865789" y="2362271"/>
                  </a:lnTo>
                  <a:lnTo>
                    <a:pt x="2865789" y="2361841"/>
                  </a:lnTo>
                  <a:lnTo>
                    <a:pt x="2865906" y="2361841"/>
                  </a:lnTo>
                  <a:lnTo>
                    <a:pt x="2866024" y="2361410"/>
                  </a:lnTo>
                  <a:lnTo>
                    <a:pt x="2866965" y="2361410"/>
                  </a:lnTo>
                  <a:lnTo>
                    <a:pt x="2867082" y="2361410"/>
                  </a:lnTo>
                  <a:lnTo>
                    <a:pt x="2867200" y="2361410"/>
                  </a:lnTo>
                  <a:lnTo>
                    <a:pt x="2867435" y="2361410"/>
                  </a:lnTo>
                  <a:lnTo>
                    <a:pt x="2867435" y="2360979"/>
                  </a:lnTo>
                  <a:lnTo>
                    <a:pt x="2867788" y="2360979"/>
                  </a:lnTo>
                  <a:lnTo>
                    <a:pt x="2868023" y="2360979"/>
                  </a:lnTo>
                  <a:lnTo>
                    <a:pt x="2868376" y="2360979"/>
                  </a:lnTo>
                  <a:lnTo>
                    <a:pt x="2868494" y="2360979"/>
                  </a:lnTo>
                  <a:lnTo>
                    <a:pt x="2868729" y="2360549"/>
                  </a:lnTo>
                  <a:lnTo>
                    <a:pt x="2869082" y="2360549"/>
                  </a:lnTo>
                  <a:lnTo>
                    <a:pt x="2869317" y="2360549"/>
                  </a:lnTo>
                  <a:lnTo>
                    <a:pt x="2869317" y="2360118"/>
                  </a:lnTo>
                  <a:lnTo>
                    <a:pt x="2869552" y="2359257"/>
                  </a:lnTo>
                  <a:lnTo>
                    <a:pt x="2869670" y="2359257"/>
                  </a:lnTo>
                  <a:lnTo>
                    <a:pt x="2869788" y="2359257"/>
                  </a:lnTo>
                  <a:lnTo>
                    <a:pt x="2871199" y="2357965"/>
                  </a:lnTo>
                  <a:lnTo>
                    <a:pt x="2871669" y="2357535"/>
                  </a:lnTo>
                  <a:lnTo>
                    <a:pt x="2871905" y="2357535"/>
                  </a:lnTo>
                  <a:lnTo>
                    <a:pt x="2872257" y="2357535"/>
                  </a:lnTo>
                  <a:lnTo>
                    <a:pt x="2872375" y="2357104"/>
                  </a:lnTo>
                  <a:lnTo>
                    <a:pt x="2872728" y="2357104"/>
                  </a:lnTo>
                  <a:lnTo>
                    <a:pt x="2872728" y="2356673"/>
                  </a:lnTo>
                  <a:lnTo>
                    <a:pt x="2872846" y="2356673"/>
                  </a:lnTo>
                  <a:lnTo>
                    <a:pt x="2873081" y="2356673"/>
                  </a:lnTo>
                  <a:lnTo>
                    <a:pt x="2873316" y="2355812"/>
                  </a:lnTo>
                  <a:lnTo>
                    <a:pt x="2873551" y="2355812"/>
                  </a:lnTo>
                  <a:lnTo>
                    <a:pt x="2873551" y="2355382"/>
                  </a:lnTo>
                  <a:lnTo>
                    <a:pt x="2873786" y="2355382"/>
                  </a:lnTo>
                  <a:lnTo>
                    <a:pt x="2873904" y="2355382"/>
                  </a:lnTo>
                  <a:lnTo>
                    <a:pt x="2874375" y="2354951"/>
                  </a:lnTo>
                  <a:lnTo>
                    <a:pt x="2874727" y="2354951"/>
                  </a:lnTo>
                  <a:lnTo>
                    <a:pt x="2874963" y="2354951"/>
                  </a:lnTo>
                  <a:lnTo>
                    <a:pt x="2875315" y="2354951"/>
                  </a:lnTo>
                  <a:lnTo>
                    <a:pt x="2875786" y="2354951"/>
                  </a:lnTo>
                  <a:lnTo>
                    <a:pt x="2876139" y="2354090"/>
                  </a:lnTo>
                  <a:lnTo>
                    <a:pt x="2876139" y="2353229"/>
                  </a:lnTo>
                  <a:lnTo>
                    <a:pt x="2876962" y="2351506"/>
                  </a:lnTo>
                  <a:lnTo>
                    <a:pt x="2877080" y="2351506"/>
                  </a:lnTo>
                  <a:lnTo>
                    <a:pt x="2877315" y="2351076"/>
                  </a:lnTo>
                  <a:lnTo>
                    <a:pt x="2877785" y="2350645"/>
                  </a:lnTo>
                  <a:lnTo>
                    <a:pt x="2878021" y="2350645"/>
                  </a:lnTo>
                  <a:lnTo>
                    <a:pt x="2878138" y="2350645"/>
                  </a:lnTo>
                  <a:lnTo>
                    <a:pt x="2878256" y="2350214"/>
                  </a:lnTo>
                  <a:lnTo>
                    <a:pt x="2878373" y="2350214"/>
                  </a:lnTo>
                  <a:lnTo>
                    <a:pt x="2878373" y="2349353"/>
                  </a:lnTo>
                  <a:lnTo>
                    <a:pt x="2878609" y="2348923"/>
                  </a:lnTo>
                  <a:lnTo>
                    <a:pt x="2878726" y="2348492"/>
                  </a:lnTo>
                  <a:lnTo>
                    <a:pt x="2878844" y="2348492"/>
                  </a:lnTo>
                  <a:lnTo>
                    <a:pt x="2879079" y="2348061"/>
                  </a:lnTo>
                  <a:lnTo>
                    <a:pt x="2879197" y="2347631"/>
                  </a:lnTo>
                  <a:lnTo>
                    <a:pt x="2879550" y="2347631"/>
                  </a:lnTo>
                  <a:lnTo>
                    <a:pt x="2879902" y="2347631"/>
                  </a:lnTo>
                  <a:lnTo>
                    <a:pt x="2880255" y="2347631"/>
                  </a:lnTo>
                  <a:lnTo>
                    <a:pt x="2880608" y="2347200"/>
                  </a:lnTo>
                  <a:lnTo>
                    <a:pt x="2880726" y="2347200"/>
                  </a:lnTo>
                  <a:lnTo>
                    <a:pt x="2880961" y="2347200"/>
                  </a:lnTo>
                  <a:lnTo>
                    <a:pt x="2881314" y="2346770"/>
                  </a:lnTo>
                  <a:lnTo>
                    <a:pt x="2881549" y="2346770"/>
                  </a:lnTo>
                  <a:lnTo>
                    <a:pt x="2881784" y="2346770"/>
                  </a:lnTo>
                  <a:lnTo>
                    <a:pt x="2881902" y="2345908"/>
                  </a:lnTo>
                  <a:lnTo>
                    <a:pt x="2882372" y="2344617"/>
                  </a:lnTo>
                  <a:lnTo>
                    <a:pt x="2882490" y="2344186"/>
                  </a:lnTo>
                  <a:lnTo>
                    <a:pt x="2882608" y="2344186"/>
                  </a:lnTo>
                  <a:lnTo>
                    <a:pt x="2882725" y="2344186"/>
                  </a:lnTo>
                  <a:lnTo>
                    <a:pt x="2882960" y="2343325"/>
                  </a:lnTo>
                  <a:lnTo>
                    <a:pt x="2883078" y="2343325"/>
                  </a:lnTo>
                  <a:lnTo>
                    <a:pt x="2883196" y="2342894"/>
                  </a:lnTo>
                  <a:lnTo>
                    <a:pt x="2883313" y="2342894"/>
                  </a:lnTo>
                  <a:lnTo>
                    <a:pt x="2883901" y="2342464"/>
                  </a:lnTo>
                  <a:lnTo>
                    <a:pt x="2884019" y="2342033"/>
                  </a:lnTo>
                  <a:lnTo>
                    <a:pt x="2884137" y="2341602"/>
                  </a:lnTo>
                  <a:lnTo>
                    <a:pt x="2884489" y="2341602"/>
                  </a:lnTo>
                  <a:lnTo>
                    <a:pt x="2884842" y="2341602"/>
                  </a:lnTo>
                  <a:lnTo>
                    <a:pt x="2884960" y="2341602"/>
                  </a:lnTo>
                  <a:lnTo>
                    <a:pt x="2885313" y="2341602"/>
                  </a:lnTo>
                  <a:lnTo>
                    <a:pt x="2885430" y="2341602"/>
                  </a:lnTo>
                  <a:lnTo>
                    <a:pt x="2885430" y="2341172"/>
                  </a:lnTo>
                  <a:lnTo>
                    <a:pt x="2885548" y="2341172"/>
                  </a:lnTo>
                  <a:lnTo>
                    <a:pt x="2885783" y="2341172"/>
                  </a:lnTo>
                  <a:lnTo>
                    <a:pt x="2885901" y="2341172"/>
                  </a:lnTo>
                  <a:lnTo>
                    <a:pt x="2886018" y="2341172"/>
                  </a:lnTo>
                  <a:lnTo>
                    <a:pt x="2886371" y="2340311"/>
                  </a:lnTo>
                  <a:lnTo>
                    <a:pt x="2886489" y="2340311"/>
                  </a:lnTo>
                  <a:lnTo>
                    <a:pt x="2886489" y="2339880"/>
                  </a:lnTo>
                  <a:lnTo>
                    <a:pt x="2886959" y="2339449"/>
                  </a:lnTo>
                  <a:lnTo>
                    <a:pt x="2887665" y="2338588"/>
                  </a:lnTo>
                  <a:lnTo>
                    <a:pt x="2888018" y="2338588"/>
                  </a:lnTo>
                  <a:lnTo>
                    <a:pt x="2888371" y="2338588"/>
                  </a:lnTo>
                  <a:lnTo>
                    <a:pt x="2888606" y="2338158"/>
                  </a:lnTo>
                  <a:lnTo>
                    <a:pt x="2888959" y="2338158"/>
                  </a:lnTo>
                  <a:lnTo>
                    <a:pt x="2889664" y="2337727"/>
                  </a:lnTo>
                  <a:lnTo>
                    <a:pt x="2889664" y="2337296"/>
                  </a:lnTo>
                  <a:lnTo>
                    <a:pt x="2889664" y="2336866"/>
                  </a:lnTo>
                  <a:lnTo>
                    <a:pt x="2889900" y="2336866"/>
                  </a:lnTo>
                  <a:lnTo>
                    <a:pt x="2890017" y="2336866"/>
                  </a:lnTo>
                  <a:lnTo>
                    <a:pt x="2890017" y="2336005"/>
                  </a:lnTo>
                  <a:lnTo>
                    <a:pt x="2890135" y="2336005"/>
                  </a:lnTo>
                  <a:lnTo>
                    <a:pt x="2890252" y="2336005"/>
                  </a:lnTo>
                  <a:lnTo>
                    <a:pt x="2890370" y="2335143"/>
                  </a:lnTo>
                  <a:lnTo>
                    <a:pt x="2890723" y="2334713"/>
                  </a:lnTo>
                  <a:lnTo>
                    <a:pt x="2890958" y="2334282"/>
                  </a:lnTo>
                  <a:lnTo>
                    <a:pt x="2891546" y="2334282"/>
                  </a:lnTo>
                  <a:lnTo>
                    <a:pt x="2891781" y="2333852"/>
                  </a:lnTo>
                  <a:lnTo>
                    <a:pt x="2892252" y="2333852"/>
                  </a:lnTo>
                  <a:lnTo>
                    <a:pt x="2892487" y="2333852"/>
                  </a:lnTo>
                  <a:lnTo>
                    <a:pt x="2892605" y="2333852"/>
                  </a:lnTo>
                  <a:lnTo>
                    <a:pt x="2892605" y="2333421"/>
                  </a:lnTo>
                  <a:lnTo>
                    <a:pt x="2892958" y="2332990"/>
                  </a:lnTo>
                  <a:lnTo>
                    <a:pt x="2893193" y="2332129"/>
                  </a:lnTo>
                  <a:lnTo>
                    <a:pt x="2893428" y="2332129"/>
                  </a:lnTo>
                  <a:lnTo>
                    <a:pt x="2893546" y="2332129"/>
                  </a:lnTo>
                  <a:lnTo>
                    <a:pt x="2893781" y="2332129"/>
                  </a:lnTo>
                  <a:lnTo>
                    <a:pt x="2893898" y="2332129"/>
                  </a:lnTo>
                  <a:lnTo>
                    <a:pt x="2894839" y="2331268"/>
                  </a:lnTo>
                  <a:lnTo>
                    <a:pt x="2894957" y="2331268"/>
                  </a:lnTo>
                  <a:lnTo>
                    <a:pt x="2895075" y="2331268"/>
                  </a:lnTo>
                  <a:lnTo>
                    <a:pt x="2895310" y="2330837"/>
                  </a:lnTo>
                  <a:lnTo>
                    <a:pt x="2895310" y="2330407"/>
                  </a:lnTo>
                  <a:lnTo>
                    <a:pt x="2895663" y="2329976"/>
                  </a:lnTo>
                  <a:lnTo>
                    <a:pt x="2896251" y="2329546"/>
                  </a:lnTo>
                  <a:lnTo>
                    <a:pt x="2896604" y="2329546"/>
                  </a:lnTo>
                  <a:lnTo>
                    <a:pt x="2896956" y="2329546"/>
                  </a:lnTo>
                  <a:lnTo>
                    <a:pt x="2896956" y="2329115"/>
                  </a:lnTo>
                  <a:lnTo>
                    <a:pt x="2897662" y="2328684"/>
                  </a:lnTo>
                  <a:lnTo>
                    <a:pt x="2897780" y="2328684"/>
                  </a:lnTo>
                  <a:lnTo>
                    <a:pt x="2898485" y="2328684"/>
                  </a:lnTo>
                  <a:lnTo>
                    <a:pt x="2898838" y="2328684"/>
                  </a:lnTo>
                  <a:lnTo>
                    <a:pt x="2898956" y="2328684"/>
                  </a:lnTo>
                  <a:lnTo>
                    <a:pt x="2898956" y="2328254"/>
                  </a:lnTo>
                  <a:lnTo>
                    <a:pt x="2899191" y="2328254"/>
                  </a:lnTo>
                  <a:lnTo>
                    <a:pt x="2899309" y="2328254"/>
                  </a:lnTo>
                  <a:lnTo>
                    <a:pt x="2899426" y="2328254"/>
                  </a:lnTo>
                  <a:lnTo>
                    <a:pt x="2899426" y="2326962"/>
                  </a:lnTo>
                  <a:lnTo>
                    <a:pt x="2899544" y="2326962"/>
                  </a:lnTo>
                  <a:lnTo>
                    <a:pt x="2899779" y="2326531"/>
                  </a:lnTo>
                  <a:lnTo>
                    <a:pt x="2899897" y="2326531"/>
                  </a:lnTo>
                  <a:lnTo>
                    <a:pt x="2900250" y="2326101"/>
                  </a:lnTo>
                  <a:lnTo>
                    <a:pt x="2900603" y="2326101"/>
                  </a:lnTo>
                  <a:lnTo>
                    <a:pt x="2900838" y="2325240"/>
                  </a:lnTo>
                  <a:lnTo>
                    <a:pt x="2900955" y="2324809"/>
                  </a:lnTo>
                  <a:lnTo>
                    <a:pt x="2901661" y="2323948"/>
                  </a:lnTo>
                  <a:lnTo>
                    <a:pt x="2901896" y="2323948"/>
                  </a:lnTo>
                  <a:lnTo>
                    <a:pt x="2902367" y="2323948"/>
                  </a:lnTo>
                  <a:lnTo>
                    <a:pt x="2902602" y="2323948"/>
                  </a:lnTo>
                  <a:lnTo>
                    <a:pt x="2902837" y="2323948"/>
                  </a:lnTo>
                  <a:lnTo>
                    <a:pt x="2902955" y="2323948"/>
                  </a:lnTo>
                  <a:lnTo>
                    <a:pt x="2903072" y="2323517"/>
                  </a:lnTo>
                  <a:lnTo>
                    <a:pt x="2903190" y="2323517"/>
                  </a:lnTo>
                  <a:lnTo>
                    <a:pt x="2903308" y="2323517"/>
                  </a:lnTo>
                  <a:lnTo>
                    <a:pt x="2903543" y="2323517"/>
                  </a:lnTo>
                  <a:lnTo>
                    <a:pt x="2903778" y="2323517"/>
                  </a:lnTo>
                  <a:lnTo>
                    <a:pt x="2904131" y="2323087"/>
                  </a:lnTo>
                  <a:lnTo>
                    <a:pt x="2904249" y="2323087"/>
                  </a:lnTo>
                  <a:lnTo>
                    <a:pt x="2904601" y="2323087"/>
                  </a:lnTo>
                  <a:lnTo>
                    <a:pt x="2904719" y="2323087"/>
                  </a:lnTo>
                  <a:lnTo>
                    <a:pt x="2904837" y="2323087"/>
                  </a:lnTo>
                  <a:lnTo>
                    <a:pt x="2905307" y="2323087"/>
                  </a:lnTo>
                  <a:lnTo>
                    <a:pt x="2905425" y="2323087"/>
                  </a:lnTo>
                  <a:lnTo>
                    <a:pt x="2905542" y="2323087"/>
                  </a:lnTo>
                  <a:lnTo>
                    <a:pt x="2905660" y="2323087"/>
                  </a:lnTo>
                  <a:lnTo>
                    <a:pt x="2905895" y="2323087"/>
                  </a:lnTo>
                  <a:lnTo>
                    <a:pt x="2905895" y="2322656"/>
                  </a:lnTo>
                  <a:lnTo>
                    <a:pt x="2907071" y="2319211"/>
                  </a:lnTo>
                  <a:lnTo>
                    <a:pt x="2907071" y="2318781"/>
                  </a:lnTo>
                  <a:lnTo>
                    <a:pt x="2907071" y="2318350"/>
                  </a:lnTo>
                  <a:lnTo>
                    <a:pt x="2907659" y="2318350"/>
                  </a:lnTo>
                  <a:lnTo>
                    <a:pt x="2907777" y="2318350"/>
                  </a:lnTo>
                  <a:lnTo>
                    <a:pt x="2907895" y="2318350"/>
                  </a:lnTo>
                  <a:lnTo>
                    <a:pt x="2908130" y="2317919"/>
                  </a:lnTo>
                  <a:lnTo>
                    <a:pt x="2908130" y="2317489"/>
                  </a:lnTo>
                  <a:lnTo>
                    <a:pt x="2908247" y="2317489"/>
                  </a:lnTo>
                  <a:lnTo>
                    <a:pt x="2908365" y="2317058"/>
                  </a:lnTo>
                  <a:lnTo>
                    <a:pt x="2908483" y="2316628"/>
                  </a:lnTo>
                  <a:lnTo>
                    <a:pt x="2908718" y="2316197"/>
                  </a:lnTo>
                  <a:lnTo>
                    <a:pt x="2908953" y="2316197"/>
                  </a:lnTo>
                  <a:lnTo>
                    <a:pt x="2909071" y="2316197"/>
                  </a:lnTo>
                  <a:lnTo>
                    <a:pt x="2910012" y="2315336"/>
                  </a:lnTo>
                  <a:lnTo>
                    <a:pt x="2910129" y="2315336"/>
                  </a:lnTo>
                  <a:lnTo>
                    <a:pt x="2910364" y="2315336"/>
                  </a:lnTo>
                  <a:lnTo>
                    <a:pt x="2911305" y="2314475"/>
                  </a:lnTo>
                  <a:lnTo>
                    <a:pt x="2911541" y="2313613"/>
                  </a:lnTo>
                  <a:lnTo>
                    <a:pt x="2911541" y="2313183"/>
                  </a:lnTo>
                  <a:lnTo>
                    <a:pt x="2911776" y="2312752"/>
                  </a:lnTo>
                  <a:lnTo>
                    <a:pt x="2911893" y="2312322"/>
                  </a:lnTo>
                  <a:lnTo>
                    <a:pt x="2912246" y="2311460"/>
                  </a:lnTo>
                  <a:lnTo>
                    <a:pt x="2912482" y="2311460"/>
                  </a:lnTo>
                  <a:lnTo>
                    <a:pt x="2912599" y="2310599"/>
                  </a:lnTo>
                  <a:lnTo>
                    <a:pt x="2912717" y="2310599"/>
                  </a:lnTo>
                  <a:lnTo>
                    <a:pt x="2912834" y="2310599"/>
                  </a:lnTo>
                  <a:lnTo>
                    <a:pt x="2913070" y="2310169"/>
                  </a:lnTo>
                  <a:lnTo>
                    <a:pt x="2913187" y="2310169"/>
                  </a:lnTo>
                  <a:lnTo>
                    <a:pt x="2913658" y="2310169"/>
                  </a:lnTo>
                  <a:lnTo>
                    <a:pt x="2914011" y="2310169"/>
                  </a:lnTo>
                  <a:lnTo>
                    <a:pt x="2914128" y="2310169"/>
                  </a:lnTo>
                  <a:lnTo>
                    <a:pt x="2914128" y="2309738"/>
                  </a:lnTo>
                  <a:lnTo>
                    <a:pt x="2914246" y="2309738"/>
                  </a:lnTo>
                  <a:lnTo>
                    <a:pt x="2914363" y="2309738"/>
                  </a:lnTo>
                  <a:lnTo>
                    <a:pt x="2914834" y="2309738"/>
                  </a:lnTo>
                  <a:lnTo>
                    <a:pt x="2915069" y="2309738"/>
                  </a:lnTo>
                  <a:lnTo>
                    <a:pt x="2916010" y="2309307"/>
                  </a:lnTo>
                  <a:lnTo>
                    <a:pt x="2916245" y="2308877"/>
                  </a:lnTo>
                  <a:lnTo>
                    <a:pt x="2916480" y="2308446"/>
                  </a:lnTo>
                  <a:lnTo>
                    <a:pt x="2916598" y="2308016"/>
                  </a:lnTo>
                  <a:lnTo>
                    <a:pt x="2917068" y="2307585"/>
                  </a:lnTo>
                  <a:lnTo>
                    <a:pt x="2917186" y="2307585"/>
                  </a:lnTo>
                  <a:lnTo>
                    <a:pt x="2917657" y="2307585"/>
                  </a:lnTo>
                  <a:lnTo>
                    <a:pt x="2917774" y="2307585"/>
                  </a:lnTo>
                  <a:lnTo>
                    <a:pt x="2917892" y="2307585"/>
                  </a:lnTo>
                  <a:lnTo>
                    <a:pt x="2918009" y="2307585"/>
                  </a:lnTo>
                  <a:lnTo>
                    <a:pt x="2918362" y="2307585"/>
                  </a:lnTo>
                  <a:lnTo>
                    <a:pt x="2918480" y="2307585"/>
                  </a:lnTo>
                  <a:lnTo>
                    <a:pt x="2918597" y="2307154"/>
                  </a:lnTo>
                  <a:lnTo>
                    <a:pt x="2918833" y="2307154"/>
                  </a:lnTo>
                  <a:lnTo>
                    <a:pt x="2919421" y="2305863"/>
                  </a:lnTo>
                  <a:lnTo>
                    <a:pt x="2919538" y="2305863"/>
                  </a:lnTo>
                  <a:lnTo>
                    <a:pt x="2919774" y="2305863"/>
                  </a:lnTo>
                  <a:lnTo>
                    <a:pt x="2919774" y="2305432"/>
                  </a:lnTo>
                  <a:lnTo>
                    <a:pt x="2920832" y="2305432"/>
                  </a:lnTo>
                  <a:lnTo>
                    <a:pt x="2920950" y="2305432"/>
                  </a:lnTo>
                  <a:lnTo>
                    <a:pt x="2921420" y="2304571"/>
                  </a:lnTo>
                  <a:lnTo>
                    <a:pt x="2921773" y="2304571"/>
                  </a:lnTo>
                  <a:lnTo>
                    <a:pt x="2922008" y="2304571"/>
                  </a:lnTo>
                  <a:lnTo>
                    <a:pt x="2922479" y="2304140"/>
                  </a:lnTo>
                  <a:lnTo>
                    <a:pt x="2922832" y="2303710"/>
                  </a:lnTo>
                  <a:lnTo>
                    <a:pt x="2923067" y="2303710"/>
                  </a:lnTo>
                  <a:lnTo>
                    <a:pt x="2923184" y="2303710"/>
                  </a:lnTo>
                  <a:lnTo>
                    <a:pt x="2923655" y="2303710"/>
                  </a:lnTo>
                  <a:lnTo>
                    <a:pt x="2923890" y="2303279"/>
                  </a:lnTo>
                  <a:lnTo>
                    <a:pt x="2924008" y="2302848"/>
                  </a:lnTo>
                  <a:lnTo>
                    <a:pt x="2924713" y="2302848"/>
                  </a:lnTo>
                  <a:lnTo>
                    <a:pt x="2924831" y="2302848"/>
                  </a:lnTo>
                  <a:lnTo>
                    <a:pt x="2924949" y="2302418"/>
                  </a:lnTo>
                  <a:lnTo>
                    <a:pt x="2924949" y="2301557"/>
                  </a:lnTo>
                  <a:lnTo>
                    <a:pt x="2925537" y="2301557"/>
                  </a:lnTo>
                  <a:lnTo>
                    <a:pt x="2925654" y="2301557"/>
                  </a:lnTo>
                  <a:lnTo>
                    <a:pt x="2925772" y="2301557"/>
                  </a:lnTo>
                  <a:lnTo>
                    <a:pt x="2926007" y="2301126"/>
                  </a:lnTo>
                  <a:lnTo>
                    <a:pt x="2926478" y="2301126"/>
                  </a:lnTo>
                  <a:lnTo>
                    <a:pt x="2926595" y="2301126"/>
                  </a:lnTo>
                  <a:lnTo>
                    <a:pt x="2926713" y="2301126"/>
                  </a:lnTo>
                  <a:lnTo>
                    <a:pt x="2926830" y="2301126"/>
                  </a:lnTo>
                  <a:lnTo>
                    <a:pt x="2927066" y="2300695"/>
                  </a:lnTo>
                  <a:lnTo>
                    <a:pt x="2927066" y="2300265"/>
                  </a:lnTo>
                  <a:lnTo>
                    <a:pt x="2927654" y="2300265"/>
                  </a:lnTo>
                  <a:lnTo>
                    <a:pt x="2927889" y="2300265"/>
                  </a:lnTo>
                  <a:lnTo>
                    <a:pt x="2928007" y="2300265"/>
                  </a:lnTo>
                  <a:lnTo>
                    <a:pt x="2928007" y="2299834"/>
                  </a:lnTo>
                  <a:lnTo>
                    <a:pt x="2928359" y="2299404"/>
                  </a:lnTo>
                  <a:lnTo>
                    <a:pt x="2928477" y="2299404"/>
                  </a:lnTo>
                  <a:lnTo>
                    <a:pt x="2928595" y="2299404"/>
                  </a:lnTo>
                  <a:lnTo>
                    <a:pt x="2928948" y="2298973"/>
                  </a:lnTo>
                  <a:lnTo>
                    <a:pt x="2929418" y="2298112"/>
                  </a:lnTo>
                  <a:lnTo>
                    <a:pt x="2930477" y="2297251"/>
                  </a:lnTo>
                  <a:lnTo>
                    <a:pt x="2930477" y="2296820"/>
                  </a:lnTo>
                  <a:lnTo>
                    <a:pt x="2930594" y="2296820"/>
                  </a:lnTo>
                  <a:lnTo>
                    <a:pt x="2930712" y="2296820"/>
                  </a:lnTo>
                  <a:lnTo>
                    <a:pt x="2930829" y="2296820"/>
                  </a:lnTo>
                  <a:lnTo>
                    <a:pt x="2931065" y="2296820"/>
                  </a:lnTo>
                  <a:lnTo>
                    <a:pt x="2931182" y="2296820"/>
                  </a:lnTo>
                  <a:lnTo>
                    <a:pt x="2931300" y="2296820"/>
                  </a:lnTo>
                  <a:lnTo>
                    <a:pt x="2931417" y="2296820"/>
                  </a:lnTo>
                  <a:lnTo>
                    <a:pt x="2931535" y="2296820"/>
                  </a:lnTo>
                  <a:lnTo>
                    <a:pt x="2931653" y="2296820"/>
                  </a:lnTo>
                  <a:lnTo>
                    <a:pt x="2931770" y="2296820"/>
                  </a:lnTo>
                  <a:lnTo>
                    <a:pt x="2932006" y="2296389"/>
                  </a:lnTo>
                  <a:lnTo>
                    <a:pt x="2932006" y="2295959"/>
                  </a:lnTo>
                  <a:lnTo>
                    <a:pt x="2933652" y="2292514"/>
                  </a:lnTo>
                  <a:lnTo>
                    <a:pt x="2933652" y="2292083"/>
                  </a:lnTo>
                  <a:lnTo>
                    <a:pt x="2933770" y="2292083"/>
                  </a:lnTo>
                  <a:lnTo>
                    <a:pt x="2934123" y="2292083"/>
                  </a:lnTo>
                  <a:lnTo>
                    <a:pt x="2934358" y="2292083"/>
                  </a:lnTo>
                  <a:lnTo>
                    <a:pt x="2934475" y="2292083"/>
                  </a:lnTo>
                  <a:lnTo>
                    <a:pt x="2934711" y="2292083"/>
                  </a:lnTo>
                  <a:lnTo>
                    <a:pt x="2934828" y="2292083"/>
                  </a:lnTo>
                  <a:lnTo>
                    <a:pt x="2934828" y="2291653"/>
                  </a:lnTo>
                  <a:lnTo>
                    <a:pt x="2935063" y="2291222"/>
                  </a:lnTo>
                  <a:lnTo>
                    <a:pt x="2935181" y="2291222"/>
                  </a:lnTo>
                  <a:lnTo>
                    <a:pt x="2935534" y="2291222"/>
                  </a:lnTo>
                  <a:lnTo>
                    <a:pt x="2935887" y="2290361"/>
                  </a:lnTo>
                  <a:lnTo>
                    <a:pt x="2936004" y="2290361"/>
                  </a:lnTo>
                  <a:lnTo>
                    <a:pt x="2936122" y="2290361"/>
                  </a:lnTo>
                  <a:lnTo>
                    <a:pt x="2936240" y="2289500"/>
                  </a:lnTo>
                  <a:lnTo>
                    <a:pt x="2936475" y="2289500"/>
                  </a:lnTo>
                  <a:lnTo>
                    <a:pt x="2936710" y="2289500"/>
                  </a:lnTo>
                  <a:lnTo>
                    <a:pt x="2937063" y="2289500"/>
                  </a:lnTo>
                  <a:lnTo>
                    <a:pt x="2937181" y="2289500"/>
                  </a:lnTo>
                  <a:lnTo>
                    <a:pt x="2937298" y="2289069"/>
                  </a:lnTo>
                  <a:lnTo>
                    <a:pt x="2937298" y="2288639"/>
                  </a:lnTo>
                  <a:lnTo>
                    <a:pt x="2937769" y="2288639"/>
                  </a:lnTo>
                  <a:lnTo>
                    <a:pt x="2938004" y="2288639"/>
                  </a:lnTo>
                  <a:lnTo>
                    <a:pt x="2938710" y="2288639"/>
                  </a:lnTo>
                  <a:lnTo>
                    <a:pt x="2938710" y="2288208"/>
                  </a:lnTo>
                  <a:lnTo>
                    <a:pt x="2938945" y="2288208"/>
                  </a:lnTo>
                  <a:lnTo>
                    <a:pt x="2939062" y="2288208"/>
                  </a:lnTo>
                  <a:lnTo>
                    <a:pt x="2939415" y="2288208"/>
                  </a:lnTo>
                  <a:lnTo>
                    <a:pt x="2939533" y="2288208"/>
                  </a:lnTo>
                  <a:lnTo>
                    <a:pt x="2939768" y="2288208"/>
                  </a:lnTo>
                  <a:lnTo>
                    <a:pt x="2939768" y="2287347"/>
                  </a:lnTo>
                  <a:lnTo>
                    <a:pt x="2940356" y="2287347"/>
                  </a:lnTo>
                  <a:lnTo>
                    <a:pt x="2940474" y="2287347"/>
                  </a:lnTo>
                  <a:lnTo>
                    <a:pt x="2940827" y="2285624"/>
                  </a:lnTo>
                  <a:lnTo>
                    <a:pt x="2941415" y="2284333"/>
                  </a:lnTo>
                  <a:lnTo>
                    <a:pt x="2942238" y="2283902"/>
                  </a:lnTo>
                  <a:lnTo>
                    <a:pt x="2942356" y="2283902"/>
                  </a:lnTo>
                  <a:lnTo>
                    <a:pt x="2942473" y="2283471"/>
                  </a:lnTo>
                  <a:lnTo>
                    <a:pt x="2942591" y="2283471"/>
                  </a:lnTo>
                  <a:lnTo>
                    <a:pt x="2942826" y="2283471"/>
                  </a:lnTo>
                  <a:lnTo>
                    <a:pt x="2942944" y="2283471"/>
                  </a:lnTo>
                  <a:lnTo>
                    <a:pt x="2943061" y="2283041"/>
                  </a:lnTo>
                  <a:lnTo>
                    <a:pt x="2944237" y="2280457"/>
                  </a:lnTo>
                  <a:lnTo>
                    <a:pt x="2944355" y="2280027"/>
                  </a:lnTo>
                  <a:lnTo>
                    <a:pt x="2944473" y="2280027"/>
                  </a:lnTo>
                  <a:lnTo>
                    <a:pt x="2944590" y="2279596"/>
                  </a:lnTo>
                  <a:lnTo>
                    <a:pt x="2944708" y="2279596"/>
                  </a:lnTo>
                  <a:lnTo>
                    <a:pt x="2944825" y="2279596"/>
                  </a:lnTo>
                  <a:lnTo>
                    <a:pt x="2944943" y="2279596"/>
                  </a:lnTo>
                  <a:lnTo>
                    <a:pt x="2945296" y="2279596"/>
                  </a:lnTo>
                  <a:lnTo>
                    <a:pt x="2945531" y="2279596"/>
                  </a:lnTo>
                  <a:lnTo>
                    <a:pt x="2945649" y="2279596"/>
                  </a:lnTo>
                  <a:lnTo>
                    <a:pt x="2945766" y="2279596"/>
                  </a:lnTo>
                  <a:lnTo>
                    <a:pt x="2946002" y="2279596"/>
                  </a:lnTo>
                  <a:lnTo>
                    <a:pt x="2946590" y="2279596"/>
                  </a:lnTo>
                  <a:lnTo>
                    <a:pt x="2946590" y="2278735"/>
                  </a:lnTo>
                  <a:lnTo>
                    <a:pt x="2946825" y="2278735"/>
                  </a:lnTo>
                  <a:lnTo>
                    <a:pt x="2946943" y="2278735"/>
                  </a:lnTo>
                  <a:lnTo>
                    <a:pt x="2947178" y="2278735"/>
                  </a:lnTo>
                  <a:lnTo>
                    <a:pt x="2947766" y="2278735"/>
                  </a:lnTo>
                  <a:lnTo>
                    <a:pt x="2947883" y="2278735"/>
                  </a:lnTo>
                  <a:lnTo>
                    <a:pt x="2948001" y="2278735"/>
                  </a:lnTo>
                  <a:lnTo>
                    <a:pt x="2948236" y="2278735"/>
                  </a:lnTo>
                  <a:lnTo>
                    <a:pt x="2948707" y="2278735"/>
                  </a:lnTo>
                  <a:lnTo>
                    <a:pt x="2948824" y="2278304"/>
                  </a:lnTo>
                  <a:lnTo>
                    <a:pt x="2949060" y="2277874"/>
                  </a:lnTo>
                  <a:lnTo>
                    <a:pt x="2949765" y="2277443"/>
                  </a:lnTo>
                  <a:lnTo>
                    <a:pt x="2950236" y="2277443"/>
                  </a:lnTo>
                  <a:lnTo>
                    <a:pt x="2950353" y="2277443"/>
                  </a:lnTo>
                  <a:lnTo>
                    <a:pt x="2950589" y="2277443"/>
                  </a:lnTo>
                  <a:lnTo>
                    <a:pt x="2950941" y="2277443"/>
                  </a:lnTo>
                  <a:lnTo>
                    <a:pt x="2951294" y="2277443"/>
                  </a:lnTo>
                  <a:lnTo>
                    <a:pt x="2951412" y="2276582"/>
                  </a:lnTo>
                  <a:lnTo>
                    <a:pt x="2951412" y="2276151"/>
                  </a:lnTo>
                  <a:lnTo>
                    <a:pt x="2951529" y="2276151"/>
                  </a:lnTo>
                  <a:lnTo>
                    <a:pt x="2951647" y="2276151"/>
                  </a:lnTo>
                  <a:lnTo>
                    <a:pt x="2952353" y="2275290"/>
                  </a:lnTo>
                  <a:lnTo>
                    <a:pt x="2952470" y="2275290"/>
                  </a:lnTo>
                  <a:lnTo>
                    <a:pt x="2952706" y="2275290"/>
                  </a:lnTo>
                  <a:lnTo>
                    <a:pt x="2952823" y="2275290"/>
                  </a:lnTo>
                  <a:lnTo>
                    <a:pt x="2953411" y="2274429"/>
                  </a:lnTo>
                  <a:lnTo>
                    <a:pt x="2953647" y="2273998"/>
                  </a:lnTo>
                  <a:lnTo>
                    <a:pt x="2953882" y="2273998"/>
                  </a:lnTo>
                  <a:lnTo>
                    <a:pt x="2953999" y="2273568"/>
                  </a:lnTo>
                  <a:lnTo>
                    <a:pt x="2954235" y="2273137"/>
                  </a:lnTo>
                  <a:lnTo>
                    <a:pt x="2954235" y="2272706"/>
                  </a:lnTo>
                  <a:lnTo>
                    <a:pt x="2954352" y="2272276"/>
                  </a:lnTo>
                  <a:lnTo>
                    <a:pt x="2954587" y="2272276"/>
                  </a:lnTo>
                  <a:lnTo>
                    <a:pt x="2954823" y="2272276"/>
                  </a:lnTo>
                  <a:lnTo>
                    <a:pt x="2955058" y="2271415"/>
                  </a:lnTo>
                  <a:lnTo>
                    <a:pt x="2955176" y="2271415"/>
                  </a:lnTo>
                  <a:lnTo>
                    <a:pt x="2955293" y="2271415"/>
                  </a:lnTo>
                  <a:lnTo>
                    <a:pt x="2955411" y="2271415"/>
                  </a:lnTo>
                  <a:lnTo>
                    <a:pt x="2955528" y="2271415"/>
                  </a:lnTo>
                  <a:lnTo>
                    <a:pt x="2956705" y="2270553"/>
                  </a:lnTo>
                  <a:lnTo>
                    <a:pt x="2956822" y="2270553"/>
                  </a:lnTo>
                  <a:lnTo>
                    <a:pt x="2957175" y="2270553"/>
                  </a:lnTo>
                  <a:lnTo>
                    <a:pt x="2957293" y="2270553"/>
                  </a:lnTo>
                  <a:lnTo>
                    <a:pt x="2957410" y="2270553"/>
                  </a:lnTo>
                  <a:lnTo>
                    <a:pt x="2957528" y="2270123"/>
                  </a:lnTo>
                  <a:lnTo>
                    <a:pt x="2957645" y="2270123"/>
                  </a:lnTo>
                  <a:lnTo>
                    <a:pt x="2958116" y="2269262"/>
                  </a:lnTo>
                  <a:lnTo>
                    <a:pt x="2958116" y="2268831"/>
                  </a:lnTo>
                  <a:lnTo>
                    <a:pt x="2958351" y="2268831"/>
                  </a:lnTo>
                  <a:lnTo>
                    <a:pt x="2958704" y="2268400"/>
                  </a:lnTo>
                  <a:lnTo>
                    <a:pt x="2958822" y="2267970"/>
                  </a:lnTo>
                  <a:lnTo>
                    <a:pt x="2959174" y="2267970"/>
                  </a:lnTo>
                  <a:lnTo>
                    <a:pt x="2959292" y="2267109"/>
                  </a:lnTo>
                  <a:lnTo>
                    <a:pt x="2959410" y="2267109"/>
                  </a:lnTo>
                  <a:lnTo>
                    <a:pt x="2959645" y="2267109"/>
                  </a:lnTo>
                  <a:lnTo>
                    <a:pt x="2959880" y="2267109"/>
                  </a:lnTo>
                  <a:lnTo>
                    <a:pt x="2959880" y="2266678"/>
                  </a:lnTo>
                  <a:lnTo>
                    <a:pt x="2960115" y="2266247"/>
                  </a:lnTo>
                  <a:lnTo>
                    <a:pt x="2960703" y="2266247"/>
                  </a:lnTo>
                  <a:lnTo>
                    <a:pt x="2960821" y="2266247"/>
                  </a:lnTo>
                  <a:lnTo>
                    <a:pt x="2961174" y="2265817"/>
                  </a:lnTo>
                  <a:lnTo>
                    <a:pt x="2961880" y="2265386"/>
                  </a:lnTo>
                  <a:lnTo>
                    <a:pt x="2962232" y="2265386"/>
                  </a:lnTo>
                  <a:lnTo>
                    <a:pt x="2962350" y="2265386"/>
                  </a:lnTo>
                  <a:lnTo>
                    <a:pt x="2962820" y="2265386"/>
                  </a:lnTo>
                  <a:lnTo>
                    <a:pt x="2963056" y="2265386"/>
                  </a:lnTo>
                  <a:lnTo>
                    <a:pt x="2963291" y="2265386"/>
                  </a:lnTo>
                  <a:lnTo>
                    <a:pt x="2964232" y="2264094"/>
                  </a:lnTo>
                  <a:lnTo>
                    <a:pt x="2964467" y="2264094"/>
                  </a:lnTo>
                  <a:lnTo>
                    <a:pt x="2964585" y="2264094"/>
                  </a:lnTo>
                  <a:lnTo>
                    <a:pt x="2964820" y="2264094"/>
                  </a:lnTo>
                  <a:lnTo>
                    <a:pt x="2965055" y="2263664"/>
                  </a:lnTo>
                  <a:lnTo>
                    <a:pt x="2965878" y="2261511"/>
                  </a:lnTo>
                  <a:lnTo>
                    <a:pt x="2966114" y="2261511"/>
                  </a:lnTo>
                  <a:lnTo>
                    <a:pt x="2966466" y="2261080"/>
                  </a:lnTo>
                  <a:lnTo>
                    <a:pt x="2966584" y="2261080"/>
                  </a:lnTo>
                  <a:lnTo>
                    <a:pt x="2966819" y="2261080"/>
                  </a:lnTo>
                  <a:lnTo>
                    <a:pt x="2967055" y="2260650"/>
                  </a:lnTo>
                  <a:lnTo>
                    <a:pt x="2967290" y="2260650"/>
                  </a:lnTo>
                  <a:lnTo>
                    <a:pt x="2967643" y="2259358"/>
                  </a:lnTo>
                  <a:lnTo>
                    <a:pt x="2967760" y="2258927"/>
                  </a:lnTo>
                  <a:lnTo>
                    <a:pt x="2967878" y="2258927"/>
                  </a:lnTo>
                  <a:lnTo>
                    <a:pt x="2967995" y="2258927"/>
                  </a:lnTo>
                  <a:lnTo>
                    <a:pt x="2968348" y="2258497"/>
                  </a:lnTo>
                  <a:lnTo>
                    <a:pt x="2968701" y="2258497"/>
                  </a:lnTo>
                  <a:lnTo>
                    <a:pt x="2968819" y="2258497"/>
                  </a:lnTo>
                  <a:lnTo>
                    <a:pt x="2968936" y="2258497"/>
                  </a:lnTo>
                  <a:lnTo>
                    <a:pt x="2969524" y="2258066"/>
                  </a:lnTo>
                  <a:lnTo>
                    <a:pt x="2969524" y="2257635"/>
                  </a:lnTo>
                  <a:lnTo>
                    <a:pt x="2969642" y="2257635"/>
                  </a:lnTo>
                  <a:lnTo>
                    <a:pt x="2969642" y="2257205"/>
                  </a:lnTo>
                  <a:lnTo>
                    <a:pt x="2969760" y="2256774"/>
                  </a:lnTo>
                  <a:lnTo>
                    <a:pt x="2969877" y="2256774"/>
                  </a:lnTo>
                  <a:lnTo>
                    <a:pt x="2969995" y="2256774"/>
                  </a:lnTo>
                  <a:lnTo>
                    <a:pt x="2970230" y="2256774"/>
                  </a:lnTo>
                  <a:lnTo>
                    <a:pt x="2971053" y="2255482"/>
                  </a:lnTo>
                  <a:lnTo>
                    <a:pt x="2971171" y="2255482"/>
                  </a:lnTo>
                  <a:lnTo>
                    <a:pt x="2971642" y="2255052"/>
                  </a:lnTo>
                  <a:lnTo>
                    <a:pt x="2971642" y="2254621"/>
                  </a:lnTo>
                  <a:lnTo>
                    <a:pt x="2971877" y="2254621"/>
                  </a:lnTo>
                  <a:lnTo>
                    <a:pt x="2971877" y="2253760"/>
                  </a:lnTo>
                  <a:lnTo>
                    <a:pt x="2971994" y="2253760"/>
                  </a:lnTo>
                  <a:lnTo>
                    <a:pt x="2972230" y="2253329"/>
                  </a:lnTo>
                  <a:lnTo>
                    <a:pt x="2972582" y="2252468"/>
                  </a:lnTo>
                  <a:lnTo>
                    <a:pt x="2972818" y="2252038"/>
                  </a:lnTo>
                  <a:lnTo>
                    <a:pt x="2972935" y="2252038"/>
                  </a:lnTo>
                  <a:lnTo>
                    <a:pt x="2973053" y="2252038"/>
                  </a:lnTo>
                  <a:lnTo>
                    <a:pt x="2973171" y="2252038"/>
                  </a:lnTo>
                  <a:lnTo>
                    <a:pt x="2973641" y="2251176"/>
                  </a:lnTo>
                  <a:lnTo>
                    <a:pt x="2973876" y="2251176"/>
                  </a:lnTo>
                  <a:lnTo>
                    <a:pt x="2974229" y="2250746"/>
                  </a:lnTo>
                  <a:lnTo>
                    <a:pt x="2974229" y="2250315"/>
                  </a:lnTo>
                  <a:lnTo>
                    <a:pt x="2974229" y="2249885"/>
                  </a:lnTo>
                  <a:lnTo>
                    <a:pt x="2974347" y="2249885"/>
                  </a:lnTo>
                  <a:lnTo>
                    <a:pt x="2974464" y="2249885"/>
                  </a:lnTo>
                  <a:lnTo>
                    <a:pt x="2974817" y="2249454"/>
                  </a:lnTo>
                  <a:lnTo>
                    <a:pt x="2975052" y="2248593"/>
                  </a:lnTo>
                  <a:lnTo>
                    <a:pt x="2975052" y="2248162"/>
                  </a:lnTo>
                  <a:lnTo>
                    <a:pt x="2975170" y="2248162"/>
                  </a:lnTo>
                  <a:lnTo>
                    <a:pt x="2975288" y="2248162"/>
                  </a:lnTo>
                  <a:lnTo>
                    <a:pt x="2975405" y="2248162"/>
                  </a:lnTo>
                  <a:lnTo>
                    <a:pt x="2975640" y="2247301"/>
                  </a:lnTo>
                  <a:lnTo>
                    <a:pt x="2975876" y="2247301"/>
                  </a:lnTo>
                  <a:lnTo>
                    <a:pt x="2976111" y="2246870"/>
                  </a:lnTo>
                  <a:lnTo>
                    <a:pt x="2976228" y="2246870"/>
                  </a:lnTo>
                  <a:lnTo>
                    <a:pt x="2976346" y="2246440"/>
                  </a:lnTo>
                  <a:lnTo>
                    <a:pt x="2976581" y="2245579"/>
                  </a:lnTo>
                  <a:lnTo>
                    <a:pt x="2976699" y="2245579"/>
                  </a:lnTo>
                  <a:lnTo>
                    <a:pt x="2977287" y="2245148"/>
                  </a:lnTo>
                  <a:lnTo>
                    <a:pt x="2977640" y="2245148"/>
                  </a:lnTo>
                  <a:lnTo>
                    <a:pt x="2977875" y="2245148"/>
                  </a:lnTo>
                  <a:lnTo>
                    <a:pt x="2977993" y="2245148"/>
                  </a:lnTo>
                  <a:lnTo>
                    <a:pt x="2978110" y="2245148"/>
                  </a:lnTo>
                  <a:lnTo>
                    <a:pt x="2978346" y="2244717"/>
                  </a:lnTo>
                  <a:lnTo>
                    <a:pt x="2978698" y="2244717"/>
                  </a:lnTo>
                  <a:lnTo>
                    <a:pt x="2979051" y="2243856"/>
                  </a:lnTo>
                  <a:lnTo>
                    <a:pt x="2979404" y="2243856"/>
                  </a:lnTo>
                  <a:lnTo>
                    <a:pt x="2979875" y="2243426"/>
                  </a:lnTo>
                  <a:lnTo>
                    <a:pt x="2980345" y="2243426"/>
                  </a:lnTo>
                  <a:lnTo>
                    <a:pt x="2980580" y="2242564"/>
                  </a:lnTo>
                  <a:lnTo>
                    <a:pt x="2981051" y="2242564"/>
                  </a:lnTo>
                  <a:lnTo>
                    <a:pt x="2981404" y="2242564"/>
                  </a:lnTo>
                  <a:lnTo>
                    <a:pt x="2981639" y="2242564"/>
                  </a:lnTo>
                  <a:lnTo>
                    <a:pt x="2981874" y="2242134"/>
                  </a:lnTo>
                  <a:lnTo>
                    <a:pt x="2981874" y="2241273"/>
                  </a:lnTo>
                  <a:lnTo>
                    <a:pt x="2981874" y="2240842"/>
                  </a:lnTo>
                  <a:lnTo>
                    <a:pt x="2982109" y="2240842"/>
                  </a:lnTo>
                  <a:lnTo>
                    <a:pt x="2982462" y="2240842"/>
                  </a:lnTo>
                  <a:lnTo>
                    <a:pt x="2982697" y="2240842"/>
                  </a:lnTo>
                  <a:lnTo>
                    <a:pt x="2982815" y="2240842"/>
                  </a:lnTo>
                  <a:lnTo>
                    <a:pt x="2983285" y="2240411"/>
                  </a:lnTo>
                  <a:lnTo>
                    <a:pt x="2983403" y="2240411"/>
                  </a:lnTo>
                  <a:lnTo>
                    <a:pt x="2983521" y="2240411"/>
                  </a:lnTo>
                  <a:lnTo>
                    <a:pt x="2983873" y="2239981"/>
                  </a:lnTo>
                  <a:lnTo>
                    <a:pt x="2984109" y="2239550"/>
                  </a:lnTo>
                  <a:lnTo>
                    <a:pt x="2984579" y="2239550"/>
                  </a:lnTo>
                  <a:lnTo>
                    <a:pt x="2984697" y="2239550"/>
                  </a:lnTo>
                  <a:lnTo>
                    <a:pt x="2985402" y="2239550"/>
                  </a:lnTo>
                  <a:lnTo>
                    <a:pt x="2985402" y="2239120"/>
                  </a:lnTo>
                  <a:lnTo>
                    <a:pt x="2985638" y="2238689"/>
                  </a:lnTo>
                  <a:lnTo>
                    <a:pt x="2985755" y="2238689"/>
                  </a:lnTo>
                  <a:lnTo>
                    <a:pt x="2985873" y="2238258"/>
                  </a:lnTo>
                  <a:lnTo>
                    <a:pt x="2985990" y="2238258"/>
                  </a:lnTo>
                  <a:lnTo>
                    <a:pt x="2986108" y="2238258"/>
                  </a:lnTo>
                  <a:lnTo>
                    <a:pt x="2986579" y="2238258"/>
                  </a:lnTo>
                  <a:lnTo>
                    <a:pt x="2986696" y="2238258"/>
                  </a:lnTo>
                  <a:lnTo>
                    <a:pt x="2987049" y="2238258"/>
                  </a:lnTo>
                  <a:lnTo>
                    <a:pt x="2987755" y="2237828"/>
                  </a:lnTo>
                  <a:lnTo>
                    <a:pt x="2987872" y="2237828"/>
                  </a:lnTo>
                  <a:lnTo>
                    <a:pt x="2988225" y="2237828"/>
                  </a:lnTo>
                  <a:lnTo>
                    <a:pt x="2988343" y="2237828"/>
                  </a:lnTo>
                  <a:lnTo>
                    <a:pt x="2988696" y="2237828"/>
                  </a:lnTo>
                  <a:lnTo>
                    <a:pt x="2989166" y="2237397"/>
                  </a:lnTo>
                  <a:lnTo>
                    <a:pt x="2989284" y="2237397"/>
                  </a:lnTo>
                  <a:lnTo>
                    <a:pt x="2989989" y="2237397"/>
                  </a:lnTo>
                  <a:lnTo>
                    <a:pt x="2990342" y="2236536"/>
                  </a:lnTo>
                  <a:lnTo>
                    <a:pt x="2990460" y="2236536"/>
                  </a:lnTo>
                  <a:lnTo>
                    <a:pt x="2991048" y="2236105"/>
                  </a:lnTo>
                  <a:lnTo>
                    <a:pt x="2991165" y="2236105"/>
                  </a:lnTo>
                  <a:lnTo>
                    <a:pt x="2991518" y="2235244"/>
                  </a:lnTo>
                  <a:lnTo>
                    <a:pt x="2991636" y="2235244"/>
                  </a:lnTo>
                  <a:lnTo>
                    <a:pt x="2992106" y="2234814"/>
                  </a:lnTo>
                  <a:lnTo>
                    <a:pt x="2992694" y="2233952"/>
                  </a:lnTo>
                  <a:lnTo>
                    <a:pt x="2993165" y="2233952"/>
                  </a:lnTo>
                  <a:lnTo>
                    <a:pt x="2993283" y="2233952"/>
                  </a:lnTo>
                  <a:lnTo>
                    <a:pt x="2993518" y="2233952"/>
                  </a:lnTo>
                  <a:lnTo>
                    <a:pt x="2993988" y="2233952"/>
                  </a:lnTo>
                  <a:lnTo>
                    <a:pt x="2994341" y="2233522"/>
                  </a:lnTo>
                  <a:lnTo>
                    <a:pt x="2994459" y="2233522"/>
                  </a:lnTo>
                  <a:lnTo>
                    <a:pt x="2994459" y="2232661"/>
                  </a:lnTo>
                  <a:lnTo>
                    <a:pt x="2994694" y="2232661"/>
                  </a:lnTo>
                  <a:lnTo>
                    <a:pt x="2994929" y="2232230"/>
                  </a:lnTo>
                  <a:lnTo>
                    <a:pt x="2995517" y="2230508"/>
                  </a:lnTo>
                  <a:lnTo>
                    <a:pt x="2995635" y="2230508"/>
                  </a:lnTo>
                  <a:lnTo>
                    <a:pt x="2995752" y="2230508"/>
                  </a:lnTo>
                  <a:lnTo>
                    <a:pt x="2995752" y="2230077"/>
                  </a:lnTo>
                  <a:lnTo>
                    <a:pt x="2995752" y="2229646"/>
                  </a:lnTo>
                  <a:lnTo>
                    <a:pt x="2996105" y="2229646"/>
                  </a:lnTo>
                  <a:lnTo>
                    <a:pt x="2996341" y="2228785"/>
                  </a:lnTo>
                  <a:lnTo>
                    <a:pt x="2996458" y="2228785"/>
                  </a:lnTo>
                  <a:lnTo>
                    <a:pt x="2996811" y="2228785"/>
                  </a:lnTo>
                  <a:lnTo>
                    <a:pt x="2997046" y="2227924"/>
                  </a:lnTo>
                  <a:lnTo>
                    <a:pt x="2997164" y="2227924"/>
                  </a:lnTo>
                  <a:lnTo>
                    <a:pt x="2997281" y="2227924"/>
                  </a:lnTo>
                  <a:lnTo>
                    <a:pt x="2998105" y="2227924"/>
                  </a:lnTo>
                  <a:lnTo>
                    <a:pt x="2998575" y="2227924"/>
                  </a:lnTo>
                  <a:lnTo>
                    <a:pt x="2998693" y="2227924"/>
                  </a:lnTo>
                  <a:lnTo>
                    <a:pt x="2998693" y="2227493"/>
                  </a:lnTo>
                  <a:lnTo>
                    <a:pt x="2998693" y="2227063"/>
                  </a:lnTo>
                  <a:lnTo>
                    <a:pt x="2999046" y="2227063"/>
                  </a:lnTo>
                  <a:lnTo>
                    <a:pt x="2999281" y="2227063"/>
                  </a:lnTo>
                  <a:lnTo>
                    <a:pt x="2999281" y="2226632"/>
                  </a:lnTo>
                  <a:lnTo>
                    <a:pt x="3000104" y="2225771"/>
                  </a:lnTo>
                  <a:lnTo>
                    <a:pt x="3000104" y="2225340"/>
                  </a:lnTo>
                  <a:lnTo>
                    <a:pt x="3000222" y="2225340"/>
                  </a:lnTo>
                  <a:lnTo>
                    <a:pt x="3000575" y="2225340"/>
                  </a:lnTo>
                  <a:lnTo>
                    <a:pt x="3000927" y="2225340"/>
                  </a:lnTo>
                  <a:lnTo>
                    <a:pt x="3001398" y="2224910"/>
                  </a:lnTo>
                  <a:lnTo>
                    <a:pt x="3001516" y="2224910"/>
                  </a:lnTo>
                  <a:lnTo>
                    <a:pt x="3001868" y="2224049"/>
                  </a:lnTo>
                  <a:lnTo>
                    <a:pt x="3002104" y="2223618"/>
                  </a:lnTo>
                  <a:lnTo>
                    <a:pt x="3003045" y="2223618"/>
                  </a:lnTo>
                  <a:lnTo>
                    <a:pt x="3004103" y="2223187"/>
                  </a:lnTo>
                  <a:lnTo>
                    <a:pt x="3004221" y="2223187"/>
                  </a:lnTo>
                  <a:lnTo>
                    <a:pt x="3004221" y="2222757"/>
                  </a:lnTo>
                  <a:lnTo>
                    <a:pt x="3004338" y="2222757"/>
                  </a:lnTo>
                  <a:lnTo>
                    <a:pt x="3004456" y="2222757"/>
                  </a:lnTo>
                  <a:lnTo>
                    <a:pt x="3004809" y="2222757"/>
                  </a:lnTo>
                  <a:lnTo>
                    <a:pt x="3004926" y="2222757"/>
                  </a:lnTo>
                  <a:lnTo>
                    <a:pt x="3005044" y="2222326"/>
                  </a:lnTo>
                  <a:lnTo>
                    <a:pt x="3005279" y="2222326"/>
                  </a:lnTo>
                  <a:lnTo>
                    <a:pt x="3005397" y="2221465"/>
                  </a:lnTo>
                  <a:lnTo>
                    <a:pt x="3005514" y="2221465"/>
                  </a:lnTo>
                  <a:lnTo>
                    <a:pt x="3005632" y="2221465"/>
                  </a:lnTo>
                  <a:lnTo>
                    <a:pt x="3005867" y="2221465"/>
                  </a:lnTo>
                  <a:lnTo>
                    <a:pt x="3006102" y="2221465"/>
                  </a:lnTo>
                  <a:lnTo>
                    <a:pt x="3006102" y="2221034"/>
                  </a:lnTo>
                  <a:lnTo>
                    <a:pt x="3006220" y="2221034"/>
                  </a:lnTo>
                  <a:lnTo>
                    <a:pt x="3007161" y="2219743"/>
                  </a:lnTo>
                  <a:lnTo>
                    <a:pt x="3007161" y="2219312"/>
                  </a:lnTo>
                  <a:lnTo>
                    <a:pt x="3007279" y="2218881"/>
                  </a:lnTo>
                  <a:lnTo>
                    <a:pt x="3007396" y="2218881"/>
                  </a:lnTo>
                  <a:lnTo>
                    <a:pt x="3007514" y="2218881"/>
                  </a:lnTo>
                  <a:lnTo>
                    <a:pt x="3007631" y="2218451"/>
                  </a:lnTo>
                  <a:lnTo>
                    <a:pt x="3007867" y="2218451"/>
                  </a:lnTo>
                  <a:lnTo>
                    <a:pt x="3008102" y="2218451"/>
                  </a:lnTo>
                  <a:lnTo>
                    <a:pt x="3008337" y="2218020"/>
                  </a:lnTo>
                  <a:lnTo>
                    <a:pt x="3008455" y="2218020"/>
                  </a:lnTo>
                  <a:lnTo>
                    <a:pt x="3009631" y="2216298"/>
                  </a:lnTo>
                  <a:lnTo>
                    <a:pt x="3009984" y="2216298"/>
                  </a:lnTo>
                  <a:lnTo>
                    <a:pt x="3010337" y="2216298"/>
                  </a:lnTo>
                  <a:lnTo>
                    <a:pt x="3010572" y="2216298"/>
                  </a:lnTo>
                  <a:lnTo>
                    <a:pt x="3010689" y="2216298"/>
                  </a:lnTo>
                  <a:lnTo>
                    <a:pt x="3010807" y="2216298"/>
                  </a:lnTo>
                  <a:lnTo>
                    <a:pt x="3011160" y="2216298"/>
                  </a:lnTo>
                  <a:lnTo>
                    <a:pt x="3011278" y="2215867"/>
                  </a:lnTo>
                  <a:lnTo>
                    <a:pt x="3011513" y="2215437"/>
                  </a:lnTo>
                  <a:lnTo>
                    <a:pt x="3011630" y="2215437"/>
                  </a:lnTo>
                  <a:lnTo>
                    <a:pt x="3011748" y="2215437"/>
                  </a:lnTo>
                  <a:lnTo>
                    <a:pt x="3011983" y="2215437"/>
                  </a:lnTo>
                  <a:lnTo>
                    <a:pt x="3012101" y="2215437"/>
                  </a:lnTo>
                  <a:lnTo>
                    <a:pt x="3012689" y="2214145"/>
                  </a:lnTo>
                  <a:lnTo>
                    <a:pt x="3012807" y="2214145"/>
                  </a:lnTo>
                  <a:lnTo>
                    <a:pt x="3013159" y="2213284"/>
                  </a:lnTo>
                  <a:lnTo>
                    <a:pt x="3013512" y="2212422"/>
                  </a:lnTo>
                  <a:lnTo>
                    <a:pt x="3013747" y="2210700"/>
                  </a:lnTo>
                  <a:lnTo>
                    <a:pt x="3013747" y="2210269"/>
                  </a:lnTo>
                  <a:lnTo>
                    <a:pt x="3013747" y="2209408"/>
                  </a:lnTo>
                  <a:lnTo>
                    <a:pt x="3014218" y="2208978"/>
                  </a:lnTo>
                  <a:lnTo>
                    <a:pt x="3014571" y="2208978"/>
                  </a:lnTo>
                  <a:lnTo>
                    <a:pt x="3014688" y="2208978"/>
                  </a:lnTo>
                  <a:lnTo>
                    <a:pt x="3014924" y="2208978"/>
                  </a:lnTo>
                  <a:lnTo>
                    <a:pt x="3014924" y="2208547"/>
                  </a:lnTo>
                  <a:lnTo>
                    <a:pt x="3015041" y="2208547"/>
                  </a:lnTo>
                  <a:lnTo>
                    <a:pt x="3015159" y="2208547"/>
                  </a:lnTo>
                  <a:lnTo>
                    <a:pt x="3015276" y="2208116"/>
                  </a:lnTo>
                  <a:lnTo>
                    <a:pt x="3015394" y="2208116"/>
                  </a:lnTo>
                  <a:lnTo>
                    <a:pt x="3015512" y="2207255"/>
                  </a:lnTo>
                  <a:lnTo>
                    <a:pt x="3015864" y="2207255"/>
                  </a:lnTo>
                  <a:lnTo>
                    <a:pt x="3016335" y="2206825"/>
                  </a:lnTo>
                  <a:lnTo>
                    <a:pt x="3016453" y="2206825"/>
                  </a:lnTo>
                  <a:lnTo>
                    <a:pt x="3016570" y="2206825"/>
                  </a:lnTo>
                  <a:lnTo>
                    <a:pt x="3016688" y="2206394"/>
                  </a:lnTo>
                  <a:lnTo>
                    <a:pt x="3017041" y="2206394"/>
                  </a:lnTo>
                  <a:lnTo>
                    <a:pt x="3017158" y="2205963"/>
                  </a:lnTo>
                  <a:lnTo>
                    <a:pt x="3017276" y="2205533"/>
                  </a:lnTo>
                  <a:lnTo>
                    <a:pt x="3017982" y="2205102"/>
                  </a:lnTo>
                  <a:lnTo>
                    <a:pt x="3018099" y="2205102"/>
                  </a:lnTo>
                  <a:lnTo>
                    <a:pt x="3018334" y="2205102"/>
                  </a:lnTo>
                  <a:lnTo>
                    <a:pt x="3018687" y="2204672"/>
                  </a:lnTo>
                  <a:lnTo>
                    <a:pt x="3019040" y="2204241"/>
                  </a:lnTo>
                  <a:lnTo>
                    <a:pt x="3019511" y="2204241"/>
                  </a:lnTo>
                  <a:lnTo>
                    <a:pt x="3019746" y="2204241"/>
                  </a:lnTo>
                  <a:lnTo>
                    <a:pt x="3019863" y="2204241"/>
                  </a:lnTo>
                  <a:lnTo>
                    <a:pt x="3019981" y="2204241"/>
                  </a:lnTo>
                  <a:lnTo>
                    <a:pt x="3020334" y="2204241"/>
                  </a:lnTo>
                  <a:lnTo>
                    <a:pt x="3021040" y="2203380"/>
                  </a:lnTo>
                  <a:lnTo>
                    <a:pt x="3021275" y="2203380"/>
                  </a:lnTo>
                  <a:lnTo>
                    <a:pt x="3021628" y="2202519"/>
                  </a:lnTo>
                  <a:lnTo>
                    <a:pt x="3021745" y="2202519"/>
                  </a:lnTo>
                  <a:lnTo>
                    <a:pt x="3021745" y="2202088"/>
                  </a:lnTo>
                  <a:lnTo>
                    <a:pt x="3021863" y="2201657"/>
                  </a:lnTo>
                  <a:lnTo>
                    <a:pt x="3022216" y="2201657"/>
                  </a:lnTo>
                  <a:lnTo>
                    <a:pt x="3022451" y="2201227"/>
                  </a:lnTo>
                  <a:lnTo>
                    <a:pt x="3022568" y="2201227"/>
                  </a:lnTo>
                  <a:lnTo>
                    <a:pt x="3023157" y="2201227"/>
                  </a:lnTo>
                  <a:lnTo>
                    <a:pt x="3023627" y="2201227"/>
                  </a:lnTo>
                  <a:lnTo>
                    <a:pt x="3023745" y="2201227"/>
                  </a:lnTo>
                  <a:lnTo>
                    <a:pt x="3024215" y="2199935"/>
                  </a:lnTo>
                  <a:lnTo>
                    <a:pt x="3024333" y="2199935"/>
                  </a:lnTo>
                  <a:lnTo>
                    <a:pt x="3024450" y="2199074"/>
                  </a:lnTo>
                  <a:lnTo>
                    <a:pt x="3024450" y="2198643"/>
                  </a:lnTo>
                  <a:lnTo>
                    <a:pt x="3024568" y="2198643"/>
                  </a:lnTo>
                  <a:lnTo>
                    <a:pt x="3024921" y="2198643"/>
                  </a:lnTo>
                  <a:lnTo>
                    <a:pt x="3025274" y="2198643"/>
                  </a:lnTo>
                  <a:lnTo>
                    <a:pt x="3025744" y="2198643"/>
                  </a:lnTo>
                  <a:lnTo>
                    <a:pt x="3025979" y="2198643"/>
                  </a:lnTo>
                  <a:lnTo>
                    <a:pt x="3026450" y="2198213"/>
                  </a:lnTo>
                  <a:lnTo>
                    <a:pt x="3026685" y="2198213"/>
                  </a:lnTo>
                  <a:lnTo>
                    <a:pt x="3026685" y="2197782"/>
                  </a:lnTo>
                  <a:lnTo>
                    <a:pt x="3026920" y="2197782"/>
                  </a:lnTo>
                  <a:lnTo>
                    <a:pt x="3027391" y="2197351"/>
                  </a:lnTo>
                  <a:lnTo>
                    <a:pt x="3027508" y="2197351"/>
                  </a:lnTo>
                  <a:lnTo>
                    <a:pt x="3027626" y="2196921"/>
                  </a:lnTo>
                  <a:lnTo>
                    <a:pt x="3027744" y="2196921"/>
                  </a:lnTo>
                  <a:lnTo>
                    <a:pt x="3027744" y="2196490"/>
                  </a:lnTo>
                  <a:lnTo>
                    <a:pt x="3028214" y="2196490"/>
                  </a:lnTo>
                  <a:lnTo>
                    <a:pt x="3028684" y="2196490"/>
                  </a:lnTo>
                  <a:lnTo>
                    <a:pt x="3029037" y="2196490"/>
                  </a:lnTo>
                  <a:lnTo>
                    <a:pt x="3029508" y="2196060"/>
                  </a:lnTo>
                  <a:lnTo>
                    <a:pt x="3029508" y="2195629"/>
                  </a:lnTo>
                  <a:lnTo>
                    <a:pt x="3029625" y="2195198"/>
                  </a:lnTo>
                  <a:lnTo>
                    <a:pt x="3030449" y="2194768"/>
                  </a:lnTo>
                  <a:lnTo>
                    <a:pt x="3030449" y="2194337"/>
                  </a:lnTo>
                  <a:lnTo>
                    <a:pt x="3030566" y="2194337"/>
                  </a:lnTo>
                  <a:lnTo>
                    <a:pt x="3030801" y="2194337"/>
                  </a:lnTo>
                  <a:lnTo>
                    <a:pt x="3030919" y="2194337"/>
                  </a:lnTo>
                  <a:lnTo>
                    <a:pt x="3031154" y="2193907"/>
                  </a:lnTo>
                  <a:lnTo>
                    <a:pt x="3031154" y="2193476"/>
                  </a:lnTo>
                  <a:lnTo>
                    <a:pt x="3031272" y="2193476"/>
                  </a:lnTo>
                  <a:lnTo>
                    <a:pt x="3031390" y="2193476"/>
                  </a:lnTo>
                  <a:lnTo>
                    <a:pt x="3031507" y="2193045"/>
                  </a:lnTo>
                  <a:lnTo>
                    <a:pt x="3031625" y="2193045"/>
                  </a:lnTo>
                  <a:lnTo>
                    <a:pt x="3032213" y="2192184"/>
                  </a:lnTo>
                  <a:lnTo>
                    <a:pt x="3032330" y="2191754"/>
                  </a:lnTo>
                  <a:lnTo>
                    <a:pt x="3032683" y="2191754"/>
                  </a:lnTo>
                  <a:lnTo>
                    <a:pt x="3032919" y="2191754"/>
                  </a:lnTo>
                  <a:lnTo>
                    <a:pt x="3033154" y="2190462"/>
                  </a:lnTo>
                  <a:lnTo>
                    <a:pt x="3033271" y="2190462"/>
                  </a:lnTo>
                  <a:lnTo>
                    <a:pt x="3033389" y="2190462"/>
                  </a:lnTo>
                  <a:lnTo>
                    <a:pt x="3033624" y="2190462"/>
                  </a:lnTo>
                  <a:lnTo>
                    <a:pt x="3033859" y="2190462"/>
                  </a:lnTo>
                  <a:lnTo>
                    <a:pt x="3034330" y="2190462"/>
                  </a:lnTo>
                  <a:lnTo>
                    <a:pt x="3034448" y="2190462"/>
                  </a:lnTo>
                  <a:lnTo>
                    <a:pt x="3034565" y="2190462"/>
                  </a:lnTo>
                  <a:lnTo>
                    <a:pt x="3034683" y="2190462"/>
                  </a:lnTo>
                  <a:lnTo>
                    <a:pt x="3034800" y="2190462"/>
                  </a:lnTo>
                  <a:lnTo>
                    <a:pt x="3035271" y="2190031"/>
                  </a:lnTo>
                  <a:lnTo>
                    <a:pt x="3036212" y="2188739"/>
                  </a:lnTo>
                  <a:lnTo>
                    <a:pt x="3036329" y="2188739"/>
                  </a:lnTo>
                  <a:lnTo>
                    <a:pt x="3036447" y="2188739"/>
                  </a:lnTo>
                  <a:lnTo>
                    <a:pt x="3036565" y="2188739"/>
                  </a:lnTo>
                  <a:lnTo>
                    <a:pt x="3036565" y="2188309"/>
                  </a:lnTo>
                  <a:lnTo>
                    <a:pt x="3036917" y="2188309"/>
                  </a:lnTo>
                  <a:lnTo>
                    <a:pt x="3037035" y="2187878"/>
                  </a:lnTo>
                  <a:lnTo>
                    <a:pt x="3037153" y="2187878"/>
                  </a:lnTo>
                  <a:lnTo>
                    <a:pt x="3037858" y="2187017"/>
                  </a:lnTo>
                  <a:lnTo>
                    <a:pt x="3038329" y="2187017"/>
                  </a:lnTo>
                  <a:lnTo>
                    <a:pt x="3038446" y="2187017"/>
                  </a:lnTo>
                  <a:lnTo>
                    <a:pt x="3038799" y="2187017"/>
                  </a:lnTo>
                  <a:lnTo>
                    <a:pt x="3038917" y="2187017"/>
                  </a:lnTo>
                  <a:lnTo>
                    <a:pt x="3039623" y="2186586"/>
                  </a:lnTo>
                  <a:lnTo>
                    <a:pt x="3039623" y="2186156"/>
                  </a:lnTo>
                  <a:lnTo>
                    <a:pt x="3039740" y="2186156"/>
                  </a:lnTo>
                  <a:lnTo>
                    <a:pt x="3039975" y="2185295"/>
                  </a:lnTo>
                  <a:lnTo>
                    <a:pt x="3040328" y="2184864"/>
                  </a:lnTo>
                  <a:lnTo>
                    <a:pt x="3040446" y="2184864"/>
                  </a:lnTo>
                  <a:lnTo>
                    <a:pt x="3040681" y="2184864"/>
                  </a:lnTo>
                  <a:lnTo>
                    <a:pt x="3040799" y="2184864"/>
                  </a:lnTo>
                  <a:lnTo>
                    <a:pt x="3041269" y="2184864"/>
                  </a:lnTo>
                  <a:lnTo>
                    <a:pt x="3041387" y="2184003"/>
                  </a:lnTo>
                  <a:lnTo>
                    <a:pt x="3041387" y="2183572"/>
                  </a:lnTo>
                  <a:lnTo>
                    <a:pt x="3041622" y="2183572"/>
                  </a:lnTo>
                  <a:lnTo>
                    <a:pt x="3041740" y="2183572"/>
                  </a:lnTo>
                  <a:lnTo>
                    <a:pt x="3041975" y="2183572"/>
                  </a:lnTo>
                  <a:lnTo>
                    <a:pt x="3042092" y="2183572"/>
                  </a:lnTo>
                  <a:lnTo>
                    <a:pt x="3042210" y="2182711"/>
                  </a:lnTo>
                  <a:lnTo>
                    <a:pt x="3042210" y="2182280"/>
                  </a:lnTo>
                  <a:lnTo>
                    <a:pt x="3042328" y="2182280"/>
                  </a:lnTo>
                  <a:lnTo>
                    <a:pt x="3042563" y="2182280"/>
                  </a:lnTo>
                  <a:lnTo>
                    <a:pt x="3042916" y="2180989"/>
                  </a:lnTo>
                  <a:lnTo>
                    <a:pt x="3043033" y="2180989"/>
                  </a:lnTo>
                  <a:lnTo>
                    <a:pt x="3043269" y="2180989"/>
                  </a:lnTo>
                  <a:lnTo>
                    <a:pt x="3043269" y="2180558"/>
                  </a:lnTo>
                  <a:lnTo>
                    <a:pt x="3043386" y="2180127"/>
                  </a:lnTo>
                  <a:lnTo>
                    <a:pt x="3044092" y="2178405"/>
                  </a:lnTo>
                  <a:lnTo>
                    <a:pt x="3044445" y="2177974"/>
                  </a:lnTo>
                  <a:lnTo>
                    <a:pt x="3044915" y="2177544"/>
                  </a:lnTo>
                  <a:lnTo>
                    <a:pt x="3045033" y="2177544"/>
                  </a:lnTo>
                  <a:lnTo>
                    <a:pt x="3045150" y="2177544"/>
                  </a:lnTo>
                  <a:lnTo>
                    <a:pt x="3045268" y="2177544"/>
                  </a:lnTo>
                  <a:lnTo>
                    <a:pt x="3045386" y="2177113"/>
                  </a:lnTo>
                  <a:lnTo>
                    <a:pt x="3045621" y="2176683"/>
                  </a:lnTo>
                  <a:lnTo>
                    <a:pt x="3045856" y="2175821"/>
                  </a:lnTo>
                  <a:lnTo>
                    <a:pt x="3046091" y="2175821"/>
                  </a:lnTo>
                  <a:lnTo>
                    <a:pt x="3046327" y="2175821"/>
                  </a:lnTo>
                  <a:lnTo>
                    <a:pt x="3046327" y="2175391"/>
                  </a:lnTo>
                  <a:lnTo>
                    <a:pt x="3046679" y="2174530"/>
                  </a:lnTo>
                  <a:lnTo>
                    <a:pt x="3046915" y="2174530"/>
                  </a:lnTo>
                  <a:lnTo>
                    <a:pt x="3047032" y="2174530"/>
                  </a:lnTo>
                  <a:lnTo>
                    <a:pt x="3047150" y="2174530"/>
                  </a:lnTo>
                  <a:lnTo>
                    <a:pt x="3047267" y="2174530"/>
                  </a:lnTo>
                  <a:lnTo>
                    <a:pt x="3047738" y="2174530"/>
                  </a:lnTo>
                  <a:lnTo>
                    <a:pt x="3047973" y="2174530"/>
                  </a:lnTo>
                  <a:lnTo>
                    <a:pt x="3048208" y="2174099"/>
                  </a:lnTo>
                  <a:lnTo>
                    <a:pt x="3048444" y="2173668"/>
                  </a:lnTo>
                  <a:lnTo>
                    <a:pt x="3048561" y="2173238"/>
                  </a:lnTo>
                  <a:lnTo>
                    <a:pt x="3049149" y="2173238"/>
                  </a:lnTo>
                  <a:lnTo>
                    <a:pt x="3049267" y="2173238"/>
                  </a:lnTo>
                  <a:lnTo>
                    <a:pt x="3049267" y="2172807"/>
                  </a:lnTo>
                  <a:lnTo>
                    <a:pt x="3049502" y="2171946"/>
                  </a:lnTo>
                  <a:lnTo>
                    <a:pt x="3049620" y="2171946"/>
                  </a:lnTo>
                  <a:lnTo>
                    <a:pt x="3049737" y="2171946"/>
                  </a:lnTo>
                  <a:lnTo>
                    <a:pt x="3049855" y="2171946"/>
                  </a:lnTo>
                  <a:lnTo>
                    <a:pt x="3049973" y="2171946"/>
                  </a:lnTo>
                  <a:lnTo>
                    <a:pt x="3050090" y="2171946"/>
                  </a:lnTo>
                  <a:lnTo>
                    <a:pt x="3050443" y="2171515"/>
                  </a:lnTo>
                  <a:lnTo>
                    <a:pt x="3050561" y="2171515"/>
                  </a:lnTo>
                  <a:lnTo>
                    <a:pt x="3050678" y="2171515"/>
                  </a:lnTo>
                  <a:lnTo>
                    <a:pt x="3050796" y="2171515"/>
                  </a:lnTo>
                  <a:lnTo>
                    <a:pt x="3051149" y="2171515"/>
                  </a:lnTo>
                  <a:lnTo>
                    <a:pt x="3051502" y="2170654"/>
                  </a:lnTo>
                  <a:lnTo>
                    <a:pt x="3051737" y="2170654"/>
                  </a:lnTo>
                  <a:lnTo>
                    <a:pt x="3051854" y="2170654"/>
                  </a:lnTo>
                  <a:lnTo>
                    <a:pt x="3051972" y="2170654"/>
                  </a:lnTo>
                  <a:lnTo>
                    <a:pt x="3052090" y="2170224"/>
                  </a:lnTo>
                  <a:lnTo>
                    <a:pt x="3052207" y="2170224"/>
                  </a:lnTo>
                  <a:lnTo>
                    <a:pt x="3052678" y="2169362"/>
                  </a:lnTo>
                  <a:lnTo>
                    <a:pt x="3053031" y="2169362"/>
                  </a:lnTo>
                  <a:lnTo>
                    <a:pt x="3053148" y="2169362"/>
                  </a:lnTo>
                  <a:lnTo>
                    <a:pt x="3053266" y="2169362"/>
                  </a:lnTo>
                  <a:lnTo>
                    <a:pt x="3053501" y="2168932"/>
                  </a:lnTo>
                  <a:lnTo>
                    <a:pt x="3053619" y="2168932"/>
                  </a:lnTo>
                  <a:lnTo>
                    <a:pt x="3053854" y="2168501"/>
                  </a:lnTo>
                  <a:lnTo>
                    <a:pt x="3054089" y="2167640"/>
                  </a:lnTo>
                  <a:lnTo>
                    <a:pt x="3054207" y="2167209"/>
                  </a:lnTo>
                  <a:lnTo>
                    <a:pt x="3054324" y="2167209"/>
                  </a:lnTo>
                  <a:lnTo>
                    <a:pt x="3054560" y="2166779"/>
                  </a:lnTo>
                  <a:lnTo>
                    <a:pt x="3054677" y="2166779"/>
                  </a:lnTo>
                  <a:lnTo>
                    <a:pt x="3055265" y="2166779"/>
                  </a:lnTo>
                  <a:lnTo>
                    <a:pt x="3055383" y="2165918"/>
                  </a:lnTo>
                  <a:lnTo>
                    <a:pt x="3055500" y="2165918"/>
                  </a:lnTo>
                  <a:lnTo>
                    <a:pt x="3055736" y="2165918"/>
                  </a:lnTo>
                  <a:lnTo>
                    <a:pt x="3055971" y="2165056"/>
                  </a:lnTo>
                  <a:lnTo>
                    <a:pt x="3056324" y="2164195"/>
                  </a:lnTo>
                  <a:lnTo>
                    <a:pt x="3056559" y="2163765"/>
                  </a:lnTo>
                  <a:lnTo>
                    <a:pt x="3056912" y="2163765"/>
                  </a:lnTo>
                  <a:lnTo>
                    <a:pt x="3057029" y="2163334"/>
                  </a:lnTo>
                  <a:lnTo>
                    <a:pt x="3057147" y="2163334"/>
                  </a:lnTo>
                  <a:lnTo>
                    <a:pt x="3057265" y="2163334"/>
                  </a:lnTo>
                  <a:lnTo>
                    <a:pt x="3057735" y="2163334"/>
                  </a:lnTo>
                  <a:lnTo>
                    <a:pt x="3058088" y="2162473"/>
                  </a:lnTo>
                  <a:lnTo>
                    <a:pt x="3058441" y="2162473"/>
                  </a:lnTo>
                  <a:lnTo>
                    <a:pt x="3058558" y="2162473"/>
                  </a:lnTo>
                  <a:lnTo>
                    <a:pt x="3058794" y="2162042"/>
                  </a:lnTo>
                  <a:lnTo>
                    <a:pt x="3058911" y="2162042"/>
                  </a:lnTo>
                  <a:lnTo>
                    <a:pt x="3059029" y="2161612"/>
                  </a:lnTo>
                  <a:lnTo>
                    <a:pt x="3059147" y="2161612"/>
                  </a:lnTo>
                  <a:lnTo>
                    <a:pt x="3059264" y="2161612"/>
                  </a:lnTo>
                  <a:lnTo>
                    <a:pt x="3059382" y="2160750"/>
                  </a:lnTo>
                  <a:lnTo>
                    <a:pt x="3059499" y="2160750"/>
                  </a:lnTo>
                  <a:lnTo>
                    <a:pt x="3060087" y="2160320"/>
                  </a:lnTo>
                  <a:lnTo>
                    <a:pt x="3060440" y="2160320"/>
                  </a:lnTo>
                  <a:lnTo>
                    <a:pt x="3060676" y="2159028"/>
                  </a:lnTo>
                  <a:lnTo>
                    <a:pt x="3060793" y="2159028"/>
                  </a:lnTo>
                  <a:lnTo>
                    <a:pt x="3060911" y="2159028"/>
                  </a:lnTo>
                  <a:lnTo>
                    <a:pt x="3061264" y="2157306"/>
                  </a:lnTo>
                  <a:lnTo>
                    <a:pt x="3061499" y="2157306"/>
                  </a:lnTo>
                  <a:lnTo>
                    <a:pt x="3061616" y="2157306"/>
                  </a:lnTo>
                  <a:lnTo>
                    <a:pt x="3061616" y="2156875"/>
                  </a:lnTo>
                  <a:lnTo>
                    <a:pt x="3061852" y="2156444"/>
                  </a:lnTo>
                  <a:lnTo>
                    <a:pt x="3062322" y="2155583"/>
                  </a:lnTo>
                  <a:lnTo>
                    <a:pt x="3062322" y="2155153"/>
                  </a:lnTo>
                  <a:lnTo>
                    <a:pt x="3063028" y="2154291"/>
                  </a:lnTo>
                  <a:lnTo>
                    <a:pt x="3063145" y="2154291"/>
                  </a:lnTo>
                  <a:lnTo>
                    <a:pt x="3063145" y="2153861"/>
                  </a:lnTo>
                  <a:lnTo>
                    <a:pt x="3063263" y="2153861"/>
                  </a:lnTo>
                  <a:lnTo>
                    <a:pt x="3063381" y="2153861"/>
                  </a:lnTo>
                  <a:lnTo>
                    <a:pt x="3063498" y="2153861"/>
                  </a:lnTo>
                  <a:lnTo>
                    <a:pt x="3064322" y="2153430"/>
                  </a:lnTo>
                  <a:lnTo>
                    <a:pt x="3064557" y="2153430"/>
                  </a:lnTo>
                  <a:lnTo>
                    <a:pt x="3064557" y="2153000"/>
                  </a:lnTo>
                  <a:lnTo>
                    <a:pt x="3064910" y="2153000"/>
                  </a:lnTo>
                  <a:lnTo>
                    <a:pt x="3065027" y="2153000"/>
                  </a:lnTo>
                  <a:lnTo>
                    <a:pt x="3065145" y="2153000"/>
                  </a:lnTo>
                  <a:lnTo>
                    <a:pt x="3066321" y="2153000"/>
                  </a:lnTo>
                  <a:lnTo>
                    <a:pt x="3066556" y="2153000"/>
                  </a:lnTo>
                  <a:lnTo>
                    <a:pt x="3066791" y="2153000"/>
                  </a:lnTo>
                  <a:lnTo>
                    <a:pt x="3066791" y="2152569"/>
                  </a:lnTo>
                  <a:lnTo>
                    <a:pt x="3067027" y="2151277"/>
                  </a:lnTo>
                  <a:lnTo>
                    <a:pt x="3067732" y="2149555"/>
                  </a:lnTo>
                  <a:lnTo>
                    <a:pt x="3067850" y="2149555"/>
                  </a:lnTo>
                  <a:lnTo>
                    <a:pt x="3068791" y="2148694"/>
                  </a:lnTo>
                  <a:lnTo>
                    <a:pt x="3068909" y="2148694"/>
                  </a:lnTo>
                  <a:lnTo>
                    <a:pt x="3069144" y="2148694"/>
                  </a:lnTo>
                  <a:lnTo>
                    <a:pt x="3069261" y="2148694"/>
                  </a:lnTo>
                  <a:lnTo>
                    <a:pt x="3069967" y="2146971"/>
                  </a:lnTo>
                  <a:lnTo>
                    <a:pt x="3070673" y="2146541"/>
                  </a:lnTo>
                  <a:lnTo>
                    <a:pt x="3071143" y="2146110"/>
                  </a:lnTo>
                  <a:lnTo>
                    <a:pt x="3071261" y="2146110"/>
                  </a:lnTo>
                  <a:lnTo>
                    <a:pt x="3071378" y="2146110"/>
                  </a:lnTo>
                  <a:lnTo>
                    <a:pt x="3071496" y="2146110"/>
                  </a:lnTo>
                  <a:lnTo>
                    <a:pt x="3072084" y="2144818"/>
                  </a:lnTo>
                  <a:lnTo>
                    <a:pt x="3072202" y="2144818"/>
                  </a:lnTo>
                  <a:lnTo>
                    <a:pt x="3072555" y="2144818"/>
                  </a:lnTo>
                  <a:lnTo>
                    <a:pt x="3072790" y="2144388"/>
                  </a:lnTo>
                  <a:lnTo>
                    <a:pt x="3073025" y="2144388"/>
                  </a:lnTo>
                  <a:lnTo>
                    <a:pt x="3073025" y="2143957"/>
                  </a:lnTo>
                  <a:lnTo>
                    <a:pt x="3073143" y="2143957"/>
                  </a:lnTo>
                  <a:lnTo>
                    <a:pt x="3073260" y="2143957"/>
                  </a:lnTo>
                  <a:lnTo>
                    <a:pt x="3073731" y="2143526"/>
                  </a:lnTo>
                  <a:lnTo>
                    <a:pt x="3073848" y="2143526"/>
                  </a:lnTo>
                  <a:lnTo>
                    <a:pt x="3074436" y="2143526"/>
                  </a:lnTo>
                  <a:lnTo>
                    <a:pt x="3074554" y="2143526"/>
                  </a:lnTo>
                  <a:lnTo>
                    <a:pt x="3074672" y="2143526"/>
                  </a:lnTo>
                  <a:lnTo>
                    <a:pt x="3075142" y="2143096"/>
                  </a:lnTo>
                  <a:lnTo>
                    <a:pt x="3075260" y="2143096"/>
                  </a:lnTo>
                  <a:lnTo>
                    <a:pt x="3075377" y="2143096"/>
                  </a:lnTo>
                  <a:lnTo>
                    <a:pt x="3075495" y="2142665"/>
                  </a:lnTo>
                  <a:lnTo>
                    <a:pt x="3075613" y="2142665"/>
                  </a:lnTo>
                  <a:lnTo>
                    <a:pt x="3075848" y="2142665"/>
                  </a:lnTo>
                  <a:lnTo>
                    <a:pt x="3075965" y="2142665"/>
                  </a:lnTo>
                  <a:lnTo>
                    <a:pt x="3076436" y="2142235"/>
                  </a:lnTo>
                  <a:lnTo>
                    <a:pt x="3076553" y="2142235"/>
                  </a:lnTo>
                  <a:lnTo>
                    <a:pt x="3076906" y="2142235"/>
                  </a:lnTo>
                  <a:lnTo>
                    <a:pt x="3077377" y="2141804"/>
                  </a:lnTo>
                  <a:lnTo>
                    <a:pt x="3077494" y="2141804"/>
                  </a:lnTo>
                  <a:lnTo>
                    <a:pt x="3077612" y="2141804"/>
                  </a:lnTo>
                  <a:lnTo>
                    <a:pt x="3077847" y="2141804"/>
                  </a:lnTo>
                  <a:lnTo>
                    <a:pt x="3078082" y="2141373"/>
                  </a:lnTo>
                  <a:lnTo>
                    <a:pt x="3078670" y="2140943"/>
                  </a:lnTo>
                  <a:lnTo>
                    <a:pt x="3078788" y="2140943"/>
                  </a:lnTo>
                  <a:lnTo>
                    <a:pt x="3078788" y="2140512"/>
                  </a:lnTo>
                  <a:lnTo>
                    <a:pt x="3078788" y="2140082"/>
                  </a:lnTo>
                  <a:lnTo>
                    <a:pt x="3079023" y="2140082"/>
                  </a:lnTo>
                  <a:lnTo>
                    <a:pt x="3079259" y="2140082"/>
                  </a:lnTo>
                  <a:lnTo>
                    <a:pt x="3079376" y="2140082"/>
                  </a:lnTo>
                  <a:lnTo>
                    <a:pt x="3079611" y="2140082"/>
                  </a:lnTo>
                  <a:lnTo>
                    <a:pt x="3079611" y="2139651"/>
                  </a:lnTo>
                  <a:lnTo>
                    <a:pt x="3079847" y="2139651"/>
                  </a:lnTo>
                  <a:lnTo>
                    <a:pt x="3079964" y="2139220"/>
                  </a:lnTo>
                  <a:lnTo>
                    <a:pt x="3080082" y="2138359"/>
                  </a:lnTo>
                  <a:lnTo>
                    <a:pt x="3080082" y="2137929"/>
                  </a:lnTo>
                  <a:lnTo>
                    <a:pt x="3080199" y="2137929"/>
                  </a:lnTo>
                  <a:lnTo>
                    <a:pt x="3080317" y="2137929"/>
                  </a:lnTo>
                  <a:lnTo>
                    <a:pt x="3080788" y="2137498"/>
                  </a:lnTo>
                  <a:lnTo>
                    <a:pt x="3080905" y="2137498"/>
                  </a:lnTo>
                  <a:lnTo>
                    <a:pt x="3081023" y="2137498"/>
                  </a:lnTo>
                  <a:lnTo>
                    <a:pt x="3081140" y="2137067"/>
                  </a:lnTo>
                  <a:lnTo>
                    <a:pt x="3081846" y="2137067"/>
                  </a:lnTo>
                  <a:lnTo>
                    <a:pt x="3081964" y="2137067"/>
                  </a:lnTo>
                  <a:lnTo>
                    <a:pt x="3082317" y="2137067"/>
                  </a:lnTo>
                  <a:lnTo>
                    <a:pt x="3082434" y="2137067"/>
                  </a:lnTo>
                  <a:lnTo>
                    <a:pt x="3082552" y="2137067"/>
                  </a:lnTo>
                  <a:lnTo>
                    <a:pt x="3082669" y="2137067"/>
                  </a:lnTo>
                  <a:lnTo>
                    <a:pt x="3083022" y="2137067"/>
                  </a:lnTo>
                  <a:lnTo>
                    <a:pt x="3083140" y="2137067"/>
                  </a:lnTo>
                  <a:lnTo>
                    <a:pt x="3083375" y="2137067"/>
                  </a:lnTo>
                  <a:lnTo>
                    <a:pt x="3083493" y="2137067"/>
                  </a:lnTo>
                  <a:lnTo>
                    <a:pt x="3083610" y="2137067"/>
                  </a:lnTo>
                  <a:lnTo>
                    <a:pt x="3083728" y="2137067"/>
                  </a:lnTo>
                  <a:lnTo>
                    <a:pt x="3083963" y="2136637"/>
                  </a:lnTo>
                  <a:lnTo>
                    <a:pt x="3084198" y="2136637"/>
                  </a:lnTo>
                  <a:lnTo>
                    <a:pt x="3084316" y="2136637"/>
                  </a:lnTo>
                  <a:lnTo>
                    <a:pt x="3084786" y="2136206"/>
                  </a:lnTo>
                  <a:lnTo>
                    <a:pt x="3084904" y="2135776"/>
                  </a:lnTo>
                  <a:lnTo>
                    <a:pt x="3085022" y="2135345"/>
                  </a:lnTo>
                  <a:lnTo>
                    <a:pt x="3085375" y="2134914"/>
                  </a:lnTo>
                  <a:lnTo>
                    <a:pt x="3085492" y="2134914"/>
                  </a:lnTo>
                  <a:lnTo>
                    <a:pt x="3085610" y="2134484"/>
                  </a:lnTo>
                  <a:lnTo>
                    <a:pt x="3085727" y="2134484"/>
                  </a:lnTo>
                  <a:lnTo>
                    <a:pt x="3085963" y="2134484"/>
                  </a:lnTo>
                  <a:lnTo>
                    <a:pt x="3085963" y="2134053"/>
                  </a:lnTo>
                  <a:lnTo>
                    <a:pt x="3086315" y="2134053"/>
                  </a:lnTo>
                  <a:lnTo>
                    <a:pt x="3086433" y="2133623"/>
                  </a:lnTo>
                  <a:lnTo>
                    <a:pt x="3086668" y="2133192"/>
                  </a:lnTo>
                  <a:lnTo>
                    <a:pt x="3087139" y="2133192"/>
                  </a:lnTo>
                  <a:lnTo>
                    <a:pt x="3087256" y="2133192"/>
                  </a:lnTo>
                  <a:lnTo>
                    <a:pt x="3087374" y="2132761"/>
                  </a:lnTo>
                  <a:lnTo>
                    <a:pt x="3087374" y="2132331"/>
                  </a:lnTo>
                  <a:lnTo>
                    <a:pt x="3087492" y="2132331"/>
                  </a:lnTo>
                  <a:lnTo>
                    <a:pt x="3087492" y="2131900"/>
                  </a:lnTo>
                  <a:lnTo>
                    <a:pt x="3087727" y="2131470"/>
                  </a:lnTo>
                  <a:lnTo>
                    <a:pt x="3087962" y="2131039"/>
                  </a:lnTo>
                  <a:lnTo>
                    <a:pt x="3088080" y="2131039"/>
                  </a:lnTo>
                  <a:lnTo>
                    <a:pt x="3088197" y="2131039"/>
                  </a:lnTo>
                  <a:lnTo>
                    <a:pt x="3088315" y="2130608"/>
                  </a:lnTo>
                  <a:lnTo>
                    <a:pt x="3088432" y="2130608"/>
                  </a:lnTo>
                  <a:lnTo>
                    <a:pt x="3088550" y="2130608"/>
                  </a:lnTo>
                  <a:lnTo>
                    <a:pt x="3088903" y="2130178"/>
                  </a:lnTo>
                  <a:lnTo>
                    <a:pt x="3089021" y="2130178"/>
                  </a:lnTo>
                  <a:lnTo>
                    <a:pt x="3089373" y="2129747"/>
                  </a:lnTo>
                  <a:lnTo>
                    <a:pt x="3089373" y="2129317"/>
                  </a:lnTo>
                  <a:lnTo>
                    <a:pt x="3089609" y="2129317"/>
                  </a:lnTo>
                  <a:lnTo>
                    <a:pt x="3089726" y="2129317"/>
                  </a:lnTo>
                  <a:lnTo>
                    <a:pt x="3089844" y="2129317"/>
                  </a:lnTo>
                  <a:lnTo>
                    <a:pt x="3090197" y="2128025"/>
                  </a:lnTo>
                  <a:lnTo>
                    <a:pt x="3090314" y="2128025"/>
                  </a:lnTo>
                  <a:lnTo>
                    <a:pt x="3090550" y="2128025"/>
                  </a:lnTo>
                  <a:lnTo>
                    <a:pt x="3090785" y="2127594"/>
                  </a:lnTo>
                  <a:lnTo>
                    <a:pt x="3091138" y="2127164"/>
                  </a:lnTo>
                  <a:lnTo>
                    <a:pt x="3091373" y="2127164"/>
                  </a:lnTo>
                  <a:lnTo>
                    <a:pt x="3091373" y="2126733"/>
                  </a:lnTo>
                  <a:lnTo>
                    <a:pt x="3091608" y="2126302"/>
                  </a:lnTo>
                  <a:lnTo>
                    <a:pt x="3091726" y="2126302"/>
                  </a:lnTo>
                  <a:lnTo>
                    <a:pt x="3091961" y="2126302"/>
                  </a:lnTo>
                  <a:lnTo>
                    <a:pt x="3092196" y="2126302"/>
                  </a:lnTo>
                  <a:lnTo>
                    <a:pt x="3092431" y="2126302"/>
                  </a:lnTo>
                  <a:lnTo>
                    <a:pt x="3092902" y="2125872"/>
                  </a:lnTo>
                  <a:lnTo>
                    <a:pt x="3093372" y="2125872"/>
                  </a:lnTo>
                  <a:lnTo>
                    <a:pt x="3093490" y="2125441"/>
                  </a:lnTo>
                  <a:lnTo>
                    <a:pt x="3093608" y="2125441"/>
                  </a:lnTo>
                  <a:lnTo>
                    <a:pt x="3093843" y="2125441"/>
                  </a:lnTo>
                  <a:lnTo>
                    <a:pt x="3094078" y="2125441"/>
                  </a:lnTo>
                  <a:lnTo>
                    <a:pt x="3094431" y="2125011"/>
                  </a:lnTo>
                  <a:lnTo>
                    <a:pt x="3094548" y="2124580"/>
                  </a:lnTo>
                  <a:lnTo>
                    <a:pt x="3094548" y="2124149"/>
                  </a:lnTo>
                  <a:lnTo>
                    <a:pt x="3094548" y="2123719"/>
                  </a:lnTo>
                  <a:lnTo>
                    <a:pt x="3095136" y="2123719"/>
                  </a:lnTo>
                  <a:lnTo>
                    <a:pt x="3095254" y="2123719"/>
                  </a:lnTo>
                  <a:lnTo>
                    <a:pt x="3095372" y="2123719"/>
                  </a:lnTo>
                  <a:lnTo>
                    <a:pt x="3095842" y="2123288"/>
                  </a:lnTo>
                  <a:lnTo>
                    <a:pt x="3095960" y="2123288"/>
                  </a:lnTo>
                  <a:lnTo>
                    <a:pt x="3096195" y="2122858"/>
                  </a:lnTo>
                  <a:lnTo>
                    <a:pt x="3096313" y="2122427"/>
                  </a:lnTo>
                  <a:lnTo>
                    <a:pt x="3096313" y="2121996"/>
                  </a:lnTo>
                  <a:lnTo>
                    <a:pt x="3096430" y="2121566"/>
                  </a:lnTo>
                  <a:lnTo>
                    <a:pt x="3096430" y="2121135"/>
                  </a:lnTo>
                  <a:lnTo>
                    <a:pt x="3096783" y="2120705"/>
                  </a:lnTo>
                  <a:lnTo>
                    <a:pt x="3096783" y="2120274"/>
                  </a:lnTo>
                  <a:lnTo>
                    <a:pt x="3097606" y="2119843"/>
                  </a:lnTo>
                  <a:lnTo>
                    <a:pt x="3097959" y="2118982"/>
                  </a:lnTo>
                  <a:lnTo>
                    <a:pt x="3098547" y="2118121"/>
                  </a:lnTo>
                  <a:lnTo>
                    <a:pt x="3098665" y="2118121"/>
                  </a:lnTo>
                  <a:lnTo>
                    <a:pt x="3099135" y="2117260"/>
                  </a:lnTo>
                  <a:lnTo>
                    <a:pt x="3099841" y="2116829"/>
                  </a:lnTo>
                  <a:lnTo>
                    <a:pt x="3100429" y="2116829"/>
                  </a:lnTo>
                  <a:lnTo>
                    <a:pt x="3100900" y="2116399"/>
                  </a:lnTo>
                  <a:lnTo>
                    <a:pt x="3101135" y="2116399"/>
                  </a:lnTo>
                  <a:lnTo>
                    <a:pt x="3101488" y="2115537"/>
                  </a:lnTo>
                  <a:lnTo>
                    <a:pt x="3101958" y="2114676"/>
                  </a:lnTo>
                  <a:lnTo>
                    <a:pt x="3102311" y="2114246"/>
                  </a:lnTo>
                  <a:lnTo>
                    <a:pt x="3102429" y="2113815"/>
                  </a:lnTo>
                  <a:lnTo>
                    <a:pt x="3102899" y="2113384"/>
                  </a:lnTo>
                  <a:lnTo>
                    <a:pt x="3102899" y="2112954"/>
                  </a:lnTo>
                  <a:lnTo>
                    <a:pt x="3103252" y="2112954"/>
                  </a:lnTo>
                  <a:lnTo>
                    <a:pt x="3103369" y="2112954"/>
                  </a:lnTo>
                  <a:lnTo>
                    <a:pt x="3103840" y="2112954"/>
                  </a:lnTo>
                  <a:lnTo>
                    <a:pt x="3103840" y="2112523"/>
                  </a:lnTo>
                  <a:lnTo>
                    <a:pt x="3104310" y="2111662"/>
                  </a:lnTo>
                  <a:lnTo>
                    <a:pt x="3104428" y="2111662"/>
                  </a:lnTo>
                  <a:lnTo>
                    <a:pt x="3104546" y="2111662"/>
                  </a:lnTo>
                  <a:lnTo>
                    <a:pt x="3104781" y="2111662"/>
                  </a:lnTo>
                  <a:lnTo>
                    <a:pt x="3104898" y="2111662"/>
                  </a:lnTo>
                  <a:lnTo>
                    <a:pt x="3105016" y="2111662"/>
                  </a:lnTo>
                  <a:lnTo>
                    <a:pt x="3105016" y="2111231"/>
                  </a:lnTo>
                  <a:lnTo>
                    <a:pt x="3105369" y="2111231"/>
                  </a:lnTo>
                  <a:lnTo>
                    <a:pt x="3105487" y="2110370"/>
                  </a:lnTo>
                  <a:lnTo>
                    <a:pt x="3105604" y="2110370"/>
                  </a:lnTo>
                  <a:lnTo>
                    <a:pt x="3105722" y="2110370"/>
                  </a:lnTo>
                  <a:lnTo>
                    <a:pt x="3106192" y="2110370"/>
                  </a:lnTo>
                  <a:lnTo>
                    <a:pt x="3106427" y="2110370"/>
                  </a:lnTo>
                  <a:lnTo>
                    <a:pt x="3106663" y="2110370"/>
                  </a:lnTo>
                  <a:lnTo>
                    <a:pt x="3106780" y="2110370"/>
                  </a:lnTo>
                  <a:lnTo>
                    <a:pt x="3107016" y="2110370"/>
                  </a:lnTo>
                  <a:lnTo>
                    <a:pt x="3107016" y="2109509"/>
                  </a:lnTo>
                  <a:lnTo>
                    <a:pt x="3107721" y="2109509"/>
                  </a:lnTo>
                  <a:lnTo>
                    <a:pt x="3107721" y="2109078"/>
                  </a:lnTo>
                  <a:lnTo>
                    <a:pt x="3107956" y="2109078"/>
                  </a:lnTo>
                  <a:lnTo>
                    <a:pt x="3107956" y="2108648"/>
                  </a:lnTo>
                  <a:lnTo>
                    <a:pt x="3108074" y="2108217"/>
                  </a:lnTo>
                  <a:lnTo>
                    <a:pt x="3108192" y="2108217"/>
                  </a:lnTo>
                  <a:lnTo>
                    <a:pt x="3108309" y="2107787"/>
                  </a:lnTo>
                  <a:lnTo>
                    <a:pt x="3108427" y="2107787"/>
                  </a:lnTo>
                  <a:lnTo>
                    <a:pt x="3108545" y="2107787"/>
                  </a:lnTo>
                  <a:lnTo>
                    <a:pt x="3109015" y="2107356"/>
                  </a:lnTo>
                  <a:lnTo>
                    <a:pt x="3109250" y="2107356"/>
                  </a:lnTo>
                  <a:lnTo>
                    <a:pt x="3109368" y="2107356"/>
                  </a:lnTo>
                  <a:lnTo>
                    <a:pt x="3109485" y="2107356"/>
                  </a:lnTo>
                  <a:lnTo>
                    <a:pt x="3109603" y="2107356"/>
                  </a:lnTo>
                  <a:lnTo>
                    <a:pt x="3109721" y="2107356"/>
                  </a:lnTo>
                  <a:lnTo>
                    <a:pt x="3109838" y="2107356"/>
                  </a:lnTo>
                  <a:lnTo>
                    <a:pt x="3110074" y="2106495"/>
                  </a:lnTo>
                  <a:lnTo>
                    <a:pt x="3110191" y="2106495"/>
                  </a:lnTo>
                  <a:lnTo>
                    <a:pt x="3110309" y="2106495"/>
                  </a:lnTo>
                  <a:lnTo>
                    <a:pt x="3110662" y="2106495"/>
                  </a:lnTo>
                  <a:lnTo>
                    <a:pt x="3111014" y="2106064"/>
                  </a:lnTo>
                  <a:lnTo>
                    <a:pt x="3111014" y="2105634"/>
                  </a:lnTo>
                  <a:lnTo>
                    <a:pt x="3111132" y="2105634"/>
                  </a:lnTo>
                  <a:lnTo>
                    <a:pt x="3111250" y="2105634"/>
                  </a:lnTo>
                  <a:lnTo>
                    <a:pt x="3111367" y="2105634"/>
                  </a:lnTo>
                  <a:lnTo>
                    <a:pt x="3111602" y="2105634"/>
                  </a:lnTo>
                  <a:lnTo>
                    <a:pt x="3111838" y="2105634"/>
                  </a:lnTo>
                  <a:lnTo>
                    <a:pt x="3112073" y="2105634"/>
                  </a:lnTo>
                  <a:lnTo>
                    <a:pt x="3112073" y="2105203"/>
                  </a:lnTo>
                  <a:lnTo>
                    <a:pt x="3112191" y="2105203"/>
                  </a:lnTo>
                  <a:lnTo>
                    <a:pt x="3112191" y="2104772"/>
                  </a:lnTo>
                  <a:lnTo>
                    <a:pt x="3112308" y="2104772"/>
                  </a:lnTo>
                  <a:lnTo>
                    <a:pt x="3112426" y="2104772"/>
                  </a:lnTo>
                  <a:lnTo>
                    <a:pt x="3112543" y="2104772"/>
                  </a:lnTo>
                  <a:lnTo>
                    <a:pt x="3112661" y="2104772"/>
                  </a:lnTo>
                  <a:lnTo>
                    <a:pt x="3112661" y="2104342"/>
                  </a:lnTo>
                  <a:lnTo>
                    <a:pt x="3113131" y="2104342"/>
                  </a:lnTo>
                  <a:lnTo>
                    <a:pt x="3113249" y="2103911"/>
                  </a:lnTo>
                  <a:lnTo>
                    <a:pt x="3113484" y="2103911"/>
                  </a:lnTo>
                  <a:lnTo>
                    <a:pt x="3113837" y="2103911"/>
                  </a:lnTo>
                  <a:lnTo>
                    <a:pt x="3114072" y="2103481"/>
                  </a:lnTo>
                  <a:lnTo>
                    <a:pt x="3114190" y="2103481"/>
                  </a:lnTo>
                  <a:lnTo>
                    <a:pt x="3114425" y="2103481"/>
                  </a:lnTo>
                  <a:lnTo>
                    <a:pt x="3114896" y="2103481"/>
                  </a:lnTo>
                  <a:lnTo>
                    <a:pt x="3115013" y="2103050"/>
                  </a:lnTo>
                  <a:lnTo>
                    <a:pt x="3115366" y="2103050"/>
                  </a:lnTo>
                  <a:lnTo>
                    <a:pt x="3115366" y="2102619"/>
                  </a:lnTo>
                  <a:lnTo>
                    <a:pt x="3115484" y="2102189"/>
                  </a:lnTo>
                  <a:lnTo>
                    <a:pt x="3115601" y="2102189"/>
                  </a:lnTo>
                  <a:lnTo>
                    <a:pt x="3115719" y="2102189"/>
                  </a:lnTo>
                  <a:lnTo>
                    <a:pt x="3115837" y="2102189"/>
                  </a:lnTo>
                  <a:lnTo>
                    <a:pt x="3116072" y="2102189"/>
                  </a:lnTo>
                  <a:lnTo>
                    <a:pt x="3116425" y="2101328"/>
                  </a:lnTo>
                  <a:lnTo>
                    <a:pt x="3116542" y="2101328"/>
                  </a:lnTo>
                  <a:lnTo>
                    <a:pt x="3116660" y="2100897"/>
                  </a:lnTo>
                  <a:lnTo>
                    <a:pt x="3116778" y="2100897"/>
                  </a:lnTo>
                  <a:lnTo>
                    <a:pt x="3117248" y="2100897"/>
                  </a:lnTo>
                  <a:lnTo>
                    <a:pt x="3117248" y="2100466"/>
                  </a:lnTo>
                  <a:lnTo>
                    <a:pt x="3117601" y="2099605"/>
                  </a:lnTo>
                  <a:lnTo>
                    <a:pt x="3117718" y="2099605"/>
                  </a:lnTo>
                  <a:lnTo>
                    <a:pt x="3118071" y="2099605"/>
                  </a:lnTo>
                  <a:lnTo>
                    <a:pt x="3118189" y="2099605"/>
                  </a:lnTo>
                  <a:lnTo>
                    <a:pt x="3118189" y="2099175"/>
                  </a:lnTo>
                  <a:lnTo>
                    <a:pt x="3118307" y="2099175"/>
                  </a:lnTo>
                  <a:lnTo>
                    <a:pt x="3118307" y="2098744"/>
                  </a:lnTo>
                  <a:lnTo>
                    <a:pt x="3118424" y="2098744"/>
                  </a:lnTo>
                  <a:lnTo>
                    <a:pt x="3118659" y="2098744"/>
                  </a:lnTo>
                  <a:lnTo>
                    <a:pt x="3118777" y="2098744"/>
                  </a:lnTo>
                  <a:lnTo>
                    <a:pt x="3119130" y="2098313"/>
                  </a:lnTo>
                  <a:lnTo>
                    <a:pt x="3119365" y="2098313"/>
                  </a:lnTo>
                  <a:lnTo>
                    <a:pt x="3119600" y="2098313"/>
                  </a:lnTo>
                  <a:lnTo>
                    <a:pt x="3119835" y="2098313"/>
                  </a:lnTo>
                  <a:lnTo>
                    <a:pt x="3120424" y="2098313"/>
                  </a:lnTo>
                  <a:lnTo>
                    <a:pt x="3120776" y="2097452"/>
                  </a:lnTo>
                  <a:lnTo>
                    <a:pt x="3121129" y="2097452"/>
                  </a:lnTo>
                  <a:lnTo>
                    <a:pt x="3121247" y="2097452"/>
                  </a:lnTo>
                  <a:lnTo>
                    <a:pt x="3121364" y="2097452"/>
                  </a:lnTo>
                  <a:lnTo>
                    <a:pt x="3121482" y="2097452"/>
                  </a:lnTo>
                  <a:lnTo>
                    <a:pt x="3121600" y="2097452"/>
                  </a:lnTo>
                  <a:lnTo>
                    <a:pt x="3121717" y="2097022"/>
                  </a:lnTo>
                  <a:lnTo>
                    <a:pt x="3121953" y="2097022"/>
                  </a:lnTo>
                  <a:lnTo>
                    <a:pt x="3122423" y="2097022"/>
                  </a:lnTo>
                  <a:lnTo>
                    <a:pt x="3122423" y="2096591"/>
                  </a:lnTo>
                  <a:lnTo>
                    <a:pt x="3122541" y="2096591"/>
                  </a:lnTo>
                  <a:lnTo>
                    <a:pt x="3122776" y="2096591"/>
                  </a:lnTo>
                  <a:lnTo>
                    <a:pt x="3122893" y="2096591"/>
                  </a:lnTo>
                  <a:lnTo>
                    <a:pt x="3122893" y="2096160"/>
                  </a:lnTo>
                  <a:lnTo>
                    <a:pt x="3123011" y="2096160"/>
                  </a:lnTo>
                  <a:lnTo>
                    <a:pt x="3133949" y="2081951"/>
                  </a:lnTo>
                  <a:lnTo>
                    <a:pt x="3134537" y="2080659"/>
                  </a:lnTo>
                  <a:lnTo>
                    <a:pt x="3134537" y="2080228"/>
                  </a:lnTo>
                  <a:lnTo>
                    <a:pt x="3134655" y="2080228"/>
                  </a:lnTo>
                  <a:lnTo>
                    <a:pt x="3134773" y="2080228"/>
                  </a:lnTo>
                  <a:lnTo>
                    <a:pt x="3135125" y="2080228"/>
                  </a:lnTo>
                  <a:lnTo>
                    <a:pt x="3135125" y="2079798"/>
                  </a:lnTo>
                  <a:lnTo>
                    <a:pt x="3135243" y="2079798"/>
                  </a:lnTo>
                  <a:lnTo>
                    <a:pt x="3135243" y="2079367"/>
                  </a:lnTo>
                  <a:lnTo>
                    <a:pt x="3135361" y="2078936"/>
                  </a:lnTo>
                  <a:lnTo>
                    <a:pt x="3136184" y="2078506"/>
                  </a:lnTo>
                  <a:lnTo>
                    <a:pt x="3136419" y="2078075"/>
                  </a:lnTo>
                  <a:lnTo>
                    <a:pt x="3136654" y="2078075"/>
                  </a:lnTo>
                  <a:lnTo>
                    <a:pt x="3136772" y="2078075"/>
                  </a:lnTo>
                  <a:lnTo>
                    <a:pt x="3136890" y="2078075"/>
                  </a:lnTo>
                  <a:lnTo>
                    <a:pt x="3137242" y="2077645"/>
                  </a:lnTo>
                  <a:lnTo>
                    <a:pt x="3137242" y="2077214"/>
                  </a:lnTo>
                  <a:lnTo>
                    <a:pt x="3137360" y="2077214"/>
                  </a:lnTo>
                  <a:lnTo>
                    <a:pt x="3138183" y="2076783"/>
                  </a:lnTo>
                  <a:lnTo>
                    <a:pt x="3138301" y="2076783"/>
                  </a:lnTo>
                  <a:lnTo>
                    <a:pt x="3138419" y="2076783"/>
                  </a:lnTo>
                  <a:lnTo>
                    <a:pt x="3138536" y="2076783"/>
                  </a:lnTo>
                  <a:lnTo>
                    <a:pt x="3138654" y="2075922"/>
                  </a:lnTo>
                  <a:lnTo>
                    <a:pt x="3138771" y="2075922"/>
                  </a:lnTo>
                  <a:lnTo>
                    <a:pt x="3138889" y="2075922"/>
                  </a:lnTo>
                  <a:lnTo>
                    <a:pt x="3139007" y="2075922"/>
                  </a:lnTo>
                  <a:lnTo>
                    <a:pt x="3139124" y="2075922"/>
                  </a:lnTo>
                  <a:lnTo>
                    <a:pt x="3139242" y="2075922"/>
                  </a:lnTo>
                  <a:lnTo>
                    <a:pt x="3139595" y="2075922"/>
                  </a:lnTo>
                  <a:lnTo>
                    <a:pt x="3139712" y="2075922"/>
                  </a:lnTo>
                  <a:lnTo>
                    <a:pt x="3139948" y="2075922"/>
                  </a:lnTo>
                  <a:lnTo>
                    <a:pt x="3140065" y="2075922"/>
                  </a:lnTo>
                  <a:lnTo>
                    <a:pt x="3140300" y="2075922"/>
                  </a:lnTo>
                  <a:lnTo>
                    <a:pt x="3140418" y="2075922"/>
                  </a:lnTo>
                  <a:lnTo>
                    <a:pt x="3140418" y="2075492"/>
                  </a:lnTo>
                  <a:lnTo>
                    <a:pt x="3140536" y="2075492"/>
                  </a:lnTo>
                  <a:lnTo>
                    <a:pt x="3140771" y="2075492"/>
                  </a:lnTo>
                  <a:lnTo>
                    <a:pt x="3140771" y="2075061"/>
                  </a:lnTo>
                  <a:lnTo>
                    <a:pt x="3140771" y="2074630"/>
                  </a:lnTo>
                  <a:lnTo>
                    <a:pt x="3141006" y="2074200"/>
                  </a:lnTo>
                  <a:lnTo>
                    <a:pt x="3141124" y="2074200"/>
                  </a:lnTo>
                  <a:lnTo>
                    <a:pt x="3141712" y="2073339"/>
                  </a:lnTo>
                  <a:lnTo>
                    <a:pt x="3141829" y="2073339"/>
                  </a:lnTo>
                  <a:lnTo>
                    <a:pt x="3142300" y="2073339"/>
                  </a:lnTo>
                  <a:lnTo>
                    <a:pt x="3142535" y="2072477"/>
                  </a:lnTo>
                  <a:lnTo>
                    <a:pt x="3142653" y="2072477"/>
                  </a:lnTo>
                  <a:lnTo>
                    <a:pt x="3142770" y="2072477"/>
                  </a:lnTo>
                  <a:lnTo>
                    <a:pt x="3142888" y="2072477"/>
                  </a:lnTo>
                  <a:lnTo>
                    <a:pt x="3143006" y="2072477"/>
                  </a:lnTo>
                  <a:lnTo>
                    <a:pt x="3143123" y="2072477"/>
                  </a:lnTo>
                  <a:lnTo>
                    <a:pt x="3143358" y="2072477"/>
                  </a:lnTo>
                  <a:lnTo>
                    <a:pt x="3143476" y="2072477"/>
                  </a:lnTo>
                  <a:lnTo>
                    <a:pt x="3143594" y="2072477"/>
                  </a:lnTo>
                  <a:lnTo>
                    <a:pt x="3144064" y="2072477"/>
                  </a:lnTo>
                  <a:lnTo>
                    <a:pt x="3144182" y="2072477"/>
                  </a:lnTo>
                  <a:lnTo>
                    <a:pt x="3144299" y="2072047"/>
                  </a:lnTo>
                  <a:lnTo>
                    <a:pt x="3144299" y="2071616"/>
                  </a:lnTo>
                  <a:lnTo>
                    <a:pt x="3144299" y="2071186"/>
                  </a:lnTo>
                  <a:lnTo>
                    <a:pt x="3144534" y="2071186"/>
                  </a:lnTo>
                  <a:lnTo>
                    <a:pt x="3144652" y="2071186"/>
                  </a:lnTo>
                  <a:lnTo>
                    <a:pt x="3144770" y="2071186"/>
                  </a:lnTo>
                  <a:lnTo>
                    <a:pt x="3145005" y="2071186"/>
                  </a:lnTo>
                  <a:lnTo>
                    <a:pt x="3145358" y="2070324"/>
                  </a:lnTo>
                  <a:lnTo>
                    <a:pt x="3145475" y="2070324"/>
                  </a:lnTo>
                  <a:lnTo>
                    <a:pt x="3145711" y="2069463"/>
                  </a:lnTo>
                  <a:lnTo>
                    <a:pt x="3145828" y="2069463"/>
                  </a:lnTo>
                  <a:lnTo>
                    <a:pt x="3145946" y="2069463"/>
                  </a:lnTo>
                  <a:lnTo>
                    <a:pt x="3146181" y="2069033"/>
                  </a:lnTo>
                  <a:lnTo>
                    <a:pt x="3146534" y="2069033"/>
                  </a:lnTo>
                  <a:lnTo>
                    <a:pt x="3147004" y="2068602"/>
                  </a:lnTo>
                  <a:lnTo>
                    <a:pt x="3147122" y="2068602"/>
                  </a:lnTo>
                  <a:lnTo>
                    <a:pt x="3147357" y="2068602"/>
                  </a:lnTo>
                  <a:lnTo>
                    <a:pt x="3147475" y="2068602"/>
                  </a:lnTo>
                  <a:lnTo>
                    <a:pt x="3147592" y="2068602"/>
                  </a:lnTo>
                  <a:lnTo>
                    <a:pt x="3147710" y="2068602"/>
                  </a:lnTo>
                  <a:lnTo>
                    <a:pt x="3147828" y="2068602"/>
                  </a:lnTo>
                  <a:lnTo>
                    <a:pt x="3148063" y="2068602"/>
                  </a:lnTo>
                  <a:lnTo>
                    <a:pt x="3148651" y="2068602"/>
                  </a:lnTo>
                  <a:lnTo>
                    <a:pt x="3149004" y="2068171"/>
                  </a:lnTo>
                  <a:lnTo>
                    <a:pt x="3149121" y="2068171"/>
                  </a:lnTo>
                  <a:lnTo>
                    <a:pt x="3149357" y="2068171"/>
                  </a:lnTo>
                  <a:lnTo>
                    <a:pt x="3149710" y="2068171"/>
                  </a:lnTo>
                  <a:lnTo>
                    <a:pt x="3150062" y="2067741"/>
                  </a:lnTo>
                  <a:lnTo>
                    <a:pt x="3150415" y="2067741"/>
                  </a:lnTo>
                  <a:lnTo>
                    <a:pt x="3151238" y="2067741"/>
                  </a:lnTo>
                  <a:lnTo>
                    <a:pt x="3151356" y="2067741"/>
                  </a:lnTo>
                  <a:lnTo>
                    <a:pt x="3151591" y="2067741"/>
                  </a:lnTo>
                  <a:lnTo>
                    <a:pt x="3152062" y="2067310"/>
                  </a:lnTo>
                  <a:lnTo>
                    <a:pt x="3152415" y="2066880"/>
                  </a:lnTo>
                  <a:lnTo>
                    <a:pt x="3152767" y="2066880"/>
                  </a:lnTo>
                  <a:lnTo>
                    <a:pt x="3153003" y="2066018"/>
                  </a:lnTo>
                  <a:lnTo>
                    <a:pt x="3153003" y="2065588"/>
                  </a:lnTo>
                  <a:lnTo>
                    <a:pt x="3153473" y="2065588"/>
                  </a:lnTo>
                  <a:lnTo>
                    <a:pt x="3153826" y="2065588"/>
                  </a:lnTo>
                  <a:lnTo>
                    <a:pt x="3154061" y="2065588"/>
                  </a:lnTo>
                  <a:lnTo>
                    <a:pt x="3154061" y="2065157"/>
                  </a:lnTo>
                  <a:lnTo>
                    <a:pt x="3154767" y="2065157"/>
                  </a:lnTo>
                  <a:lnTo>
                    <a:pt x="3154885" y="2065157"/>
                  </a:lnTo>
                  <a:lnTo>
                    <a:pt x="3155237" y="2064727"/>
                  </a:lnTo>
                  <a:lnTo>
                    <a:pt x="3155473" y="2064727"/>
                  </a:lnTo>
                  <a:lnTo>
                    <a:pt x="3155708" y="2064727"/>
                  </a:lnTo>
                  <a:lnTo>
                    <a:pt x="3155825" y="2064727"/>
                  </a:lnTo>
                  <a:lnTo>
                    <a:pt x="3156061" y="2064296"/>
                  </a:lnTo>
                  <a:lnTo>
                    <a:pt x="3156178" y="2064296"/>
                  </a:lnTo>
                  <a:lnTo>
                    <a:pt x="3156414" y="2063865"/>
                  </a:lnTo>
                  <a:lnTo>
                    <a:pt x="3156766" y="2063865"/>
                  </a:lnTo>
                  <a:lnTo>
                    <a:pt x="3156884" y="2063865"/>
                  </a:lnTo>
                  <a:lnTo>
                    <a:pt x="3157002" y="2063865"/>
                  </a:lnTo>
                  <a:lnTo>
                    <a:pt x="3157002" y="2063435"/>
                  </a:lnTo>
                  <a:lnTo>
                    <a:pt x="3157119" y="2063435"/>
                  </a:lnTo>
                  <a:lnTo>
                    <a:pt x="3157237" y="2063435"/>
                  </a:lnTo>
                  <a:lnTo>
                    <a:pt x="3157354" y="2063435"/>
                  </a:lnTo>
                  <a:lnTo>
                    <a:pt x="3157472" y="2063435"/>
                  </a:lnTo>
                  <a:lnTo>
                    <a:pt x="3157590" y="2063435"/>
                  </a:lnTo>
                  <a:lnTo>
                    <a:pt x="3157707" y="2063435"/>
                  </a:lnTo>
                  <a:lnTo>
                    <a:pt x="3157825" y="2063435"/>
                  </a:lnTo>
                  <a:lnTo>
                    <a:pt x="3157943" y="2063435"/>
                  </a:lnTo>
                  <a:lnTo>
                    <a:pt x="3158060" y="2063435"/>
                  </a:lnTo>
                  <a:lnTo>
                    <a:pt x="3158178" y="2063435"/>
                  </a:lnTo>
                  <a:lnTo>
                    <a:pt x="3158178" y="2063004"/>
                  </a:lnTo>
                  <a:lnTo>
                    <a:pt x="3158766" y="2062574"/>
                  </a:lnTo>
                  <a:lnTo>
                    <a:pt x="3158766" y="2061712"/>
                  </a:lnTo>
                  <a:lnTo>
                    <a:pt x="3158883" y="2061712"/>
                  </a:lnTo>
                  <a:lnTo>
                    <a:pt x="3159236" y="2061282"/>
                  </a:lnTo>
                  <a:lnTo>
                    <a:pt x="3159589" y="2060851"/>
                  </a:lnTo>
                  <a:lnTo>
                    <a:pt x="3160295" y="2060851"/>
                  </a:lnTo>
                  <a:lnTo>
                    <a:pt x="3160412" y="2059990"/>
                  </a:lnTo>
                  <a:lnTo>
                    <a:pt x="3160412" y="2059559"/>
                  </a:lnTo>
                  <a:lnTo>
                    <a:pt x="3160883" y="2059129"/>
                  </a:lnTo>
                  <a:lnTo>
                    <a:pt x="3161118" y="2058698"/>
                  </a:lnTo>
                  <a:lnTo>
                    <a:pt x="3161236" y="2058698"/>
                  </a:lnTo>
                  <a:lnTo>
                    <a:pt x="3161824" y="2058268"/>
                  </a:lnTo>
                  <a:lnTo>
                    <a:pt x="3161824" y="2057837"/>
                  </a:lnTo>
                  <a:lnTo>
                    <a:pt x="3162059" y="2057837"/>
                  </a:lnTo>
                  <a:lnTo>
                    <a:pt x="3162177" y="2056976"/>
                  </a:lnTo>
                  <a:lnTo>
                    <a:pt x="3162412" y="2056976"/>
                  </a:lnTo>
                  <a:lnTo>
                    <a:pt x="3162882" y="2056976"/>
                  </a:lnTo>
                  <a:lnTo>
                    <a:pt x="3163823" y="2056115"/>
                  </a:lnTo>
                  <a:lnTo>
                    <a:pt x="3164058" y="2055684"/>
                  </a:lnTo>
                  <a:lnTo>
                    <a:pt x="3164176" y="2055684"/>
                  </a:lnTo>
                  <a:lnTo>
                    <a:pt x="3164176" y="2054823"/>
                  </a:lnTo>
                  <a:lnTo>
                    <a:pt x="3164294" y="2054823"/>
                  </a:lnTo>
                  <a:lnTo>
                    <a:pt x="3164647" y="2054392"/>
                  </a:lnTo>
                  <a:lnTo>
                    <a:pt x="3165352" y="2053100"/>
                  </a:lnTo>
                  <a:lnTo>
                    <a:pt x="3165940" y="2052670"/>
                  </a:lnTo>
                  <a:lnTo>
                    <a:pt x="3166058" y="2052670"/>
                  </a:lnTo>
                  <a:lnTo>
                    <a:pt x="3166411" y="2052239"/>
                  </a:lnTo>
                  <a:lnTo>
                    <a:pt x="3166411" y="2051809"/>
                  </a:lnTo>
                  <a:lnTo>
                    <a:pt x="3166528" y="2050947"/>
                  </a:lnTo>
                  <a:lnTo>
                    <a:pt x="3167352" y="2049225"/>
                  </a:lnTo>
                  <a:lnTo>
                    <a:pt x="3167822" y="2049225"/>
                  </a:lnTo>
                  <a:lnTo>
                    <a:pt x="3168057" y="2049225"/>
                  </a:lnTo>
                  <a:lnTo>
                    <a:pt x="3168175" y="2049225"/>
                  </a:lnTo>
                  <a:lnTo>
                    <a:pt x="3168763" y="2048794"/>
                  </a:lnTo>
                  <a:lnTo>
                    <a:pt x="3169233" y="2048364"/>
                  </a:lnTo>
                  <a:lnTo>
                    <a:pt x="3169469" y="2048364"/>
                  </a:lnTo>
                  <a:lnTo>
                    <a:pt x="3169586" y="2048364"/>
                  </a:lnTo>
                  <a:lnTo>
                    <a:pt x="3170174" y="2048364"/>
                  </a:lnTo>
                  <a:lnTo>
                    <a:pt x="3170410" y="2048364"/>
                  </a:lnTo>
                  <a:lnTo>
                    <a:pt x="3170645" y="2047933"/>
                  </a:lnTo>
                  <a:lnTo>
                    <a:pt x="3170762" y="2047933"/>
                  </a:lnTo>
                  <a:lnTo>
                    <a:pt x="3171351" y="2047072"/>
                  </a:lnTo>
                  <a:lnTo>
                    <a:pt x="3171468" y="2047072"/>
                  </a:lnTo>
                  <a:lnTo>
                    <a:pt x="3171821" y="2047072"/>
                  </a:lnTo>
                  <a:lnTo>
                    <a:pt x="3171939" y="2047072"/>
                  </a:lnTo>
                  <a:lnTo>
                    <a:pt x="3172409" y="2047072"/>
                  </a:lnTo>
                  <a:lnTo>
                    <a:pt x="3172644" y="2046641"/>
                  </a:lnTo>
                  <a:lnTo>
                    <a:pt x="3172880" y="2046641"/>
                  </a:lnTo>
                  <a:lnTo>
                    <a:pt x="3172997" y="2046641"/>
                  </a:lnTo>
                  <a:lnTo>
                    <a:pt x="3173115" y="2046641"/>
                  </a:lnTo>
                  <a:lnTo>
                    <a:pt x="3173703" y="2045780"/>
                  </a:lnTo>
                  <a:lnTo>
                    <a:pt x="3173820" y="2045780"/>
                  </a:lnTo>
                  <a:lnTo>
                    <a:pt x="3173938" y="2045350"/>
                  </a:lnTo>
                  <a:lnTo>
                    <a:pt x="3174173" y="2044058"/>
                  </a:lnTo>
                  <a:lnTo>
                    <a:pt x="3174173" y="2043197"/>
                  </a:lnTo>
                  <a:lnTo>
                    <a:pt x="3174291" y="2042766"/>
                  </a:lnTo>
                  <a:lnTo>
                    <a:pt x="3174291" y="2042335"/>
                  </a:lnTo>
                  <a:lnTo>
                    <a:pt x="3174409" y="2042335"/>
                  </a:lnTo>
                  <a:lnTo>
                    <a:pt x="3174526" y="2042335"/>
                  </a:lnTo>
                  <a:lnTo>
                    <a:pt x="3174644" y="2042335"/>
                  </a:lnTo>
                  <a:lnTo>
                    <a:pt x="3175232" y="2041905"/>
                  </a:lnTo>
                  <a:lnTo>
                    <a:pt x="3175349" y="2041905"/>
                  </a:lnTo>
                  <a:lnTo>
                    <a:pt x="3175467" y="2041905"/>
                  </a:lnTo>
                  <a:lnTo>
                    <a:pt x="3175585" y="2041044"/>
                  </a:lnTo>
                  <a:lnTo>
                    <a:pt x="3175937" y="2040613"/>
                  </a:lnTo>
                  <a:lnTo>
                    <a:pt x="3176055" y="2040613"/>
                  </a:lnTo>
                  <a:lnTo>
                    <a:pt x="3176173" y="2040613"/>
                  </a:lnTo>
                  <a:lnTo>
                    <a:pt x="3176526" y="2040613"/>
                  </a:lnTo>
                  <a:lnTo>
                    <a:pt x="3176643" y="2040613"/>
                  </a:lnTo>
                  <a:lnTo>
                    <a:pt x="3176996" y="2038891"/>
                  </a:lnTo>
                  <a:lnTo>
                    <a:pt x="3177231" y="2038891"/>
                  </a:lnTo>
                  <a:lnTo>
                    <a:pt x="3177466" y="2038891"/>
                  </a:lnTo>
                  <a:lnTo>
                    <a:pt x="3177819" y="2038891"/>
                  </a:lnTo>
                  <a:lnTo>
                    <a:pt x="3178055" y="2038891"/>
                  </a:lnTo>
                  <a:lnTo>
                    <a:pt x="3178525" y="2038891"/>
                  </a:lnTo>
                  <a:lnTo>
                    <a:pt x="3178760" y="2038891"/>
                  </a:lnTo>
                  <a:lnTo>
                    <a:pt x="3178995" y="2038891"/>
                  </a:lnTo>
                  <a:lnTo>
                    <a:pt x="3179348" y="2038891"/>
                  </a:lnTo>
                  <a:lnTo>
                    <a:pt x="3179348" y="2038460"/>
                  </a:lnTo>
                  <a:lnTo>
                    <a:pt x="3179466" y="2038029"/>
                  </a:lnTo>
                  <a:lnTo>
                    <a:pt x="3179701" y="2038029"/>
                  </a:lnTo>
                  <a:lnTo>
                    <a:pt x="3179936" y="2038029"/>
                  </a:lnTo>
                  <a:lnTo>
                    <a:pt x="3180407" y="2038029"/>
                  </a:lnTo>
                  <a:lnTo>
                    <a:pt x="3180524" y="2037599"/>
                  </a:lnTo>
                  <a:lnTo>
                    <a:pt x="3180642" y="2037599"/>
                  </a:lnTo>
                  <a:lnTo>
                    <a:pt x="3180760" y="2037599"/>
                  </a:lnTo>
                  <a:lnTo>
                    <a:pt x="3181113" y="2037599"/>
                  </a:lnTo>
                  <a:lnTo>
                    <a:pt x="3181348" y="2037599"/>
                  </a:lnTo>
                  <a:lnTo>
                    <a:pt x="3181465" y="2037599"/>
                  </a:lnTo>
                  <a:lnTo>
                    <a:pt x="3181701" y="2037599"/>
                  </a:lnTo>
                  <a:lnTo>
                    <a:pt x="3181936" y="2037168"/>
                  </a:lnTo>
                  <a:lnTo>
                    <a:pt x="3182171" y="2037168"/>
                  </a:lnTo>
                  <a:lnTo>
                    <a:pt x="3182289" y="2037168"/>
                  </a:lnTo>
                  <a:lnTo>
                    <a:pt x="3182406" y="2037168"/>
                  </a:lnTo>
                  <a:lnTo>
                    <a:pt x="3182759" y="2037168"/>
                  </a:lnTo>
                  <a:lnTo>
                    <a:pt x="3182994" y="2037168"/>
                  </a:lnTo>
                  <a:lnTo>
                    <a:pt x="3183347" y="2036738"/>
                  </a:lnTo>
                  <a:lnTo>
                    <a:pt x="3183465" y="2036738"/>
                  </a:lnTo>
                  <a:lnTo>
                    <a:pt x="3183700" y="2036307"/>
                  </a:lnTo>
                  <a:lnTo>
                    <a:pt x="3183935" y="2036307"/>
                  </a:lnTo>
                  <a:lnTo>
                    <a:pt x="3184170" y="2036307"/>
                  </a:lnTo>
                  <a:lnTo>
                    <a:pt x="3184994" y="2035876"/>
                  </a:lnTo>
                  <a:lnTo>
                    <a:pt x="3184994" y="2035446"/>
                  </a:lnTo>
                  <a:lnTo>
                    <a:pt x="3185111" y="2035446"/>
                  </a:lnTo>
                  <a:lnTo>
                    <a:pt x="3185229" y="2035015"/>
                  </a:lnTo>
                  <a:lnTo>
                    <a:pt x="3185347" y="2035015"/>
                  </a:lnTo>
                  <a:lnTo>
                    <a:pt x="3185582" y="2035015"/>
                  </a:lnTo>
                  <a:lnTo>
                    <a:pt x="3185817" y="2035015"/>
                  </a:lnTo>
                  <a:lnTo>
                    <a:pt x="3185935" y="2035015"/>
                  </a:lnTo>
                  <a:lnTo>
                    <a:pt x="3186170" y="2034585"/>
                  </a:lnTo>
                  <a:lnTo>
                    <a:pt x="3186523" y="2034154"/>
                  </a:lnTo>
                  <a:lnTo>
                    <a:pt x="3186523" y="2033723"/>
                  </a:lnTo>
                  <a:lnTo>
                    <a:pt x="3186640" y="2032862"/>
                  </a:lnTo>
                  <a:lnTo>
                    <a:pt x="3186876" y="2032862"/>
                  </a:lnTo>
                  <a:lnTo>
                    <a:pt x="3187111" y="2032432"/>
                  </a:lnTo>
                  <a:lnTo>
                    <a:pt x="3187581" y="2032432"/>
                  </a:lnTo>
                  <a:lnTo>
                    <a:pt x="3187699" y="2032432"/>
                  </a:lnTo>
                  <a:lnTo>
                    <a:pt x="3187817" y="2032432"/>
                  </a:lnTo>
                  <a:lnTo>
                    <a:pt x="3188052" y="2032001"/>
                  </a:lnTo>
                  <a:lnTo>
                    <a:pt x="3188169" y="2031570"/>
                  </a:lnTo>
                  <a:lnTo>
                    <a:pt x="3188640" y="2031570"/>
                  </a:lnTo>
                  <a:lnTo>
                    <a:pt x="3188875" y="2031140"/>
                  </a:lnTo>
                  <a:lnTo>
                    <a:pt x="3189346" y="2031140"/>
                  </a:lnTo>
                  <a:lnTo>
                    <a:pt x="3190286" y="2030709"/>
                  </a:lnTo>
                  <a:lnTo>
                    <a:pt x="3190639" y="2030709"/>
                  </a:lnTo>
                  <a:lnTo>
                    <a:pt x="3190875" y="2030709"/>
                  </a:lnTo>
                  <a:lnTo>
                    <a:pt x="3190992" y="2030279"/>
                  </a:lnTo>
                  <a:lnTo>
                    <a:pt x="3191345" y="2029848"/>
                  </a:lnTo>
                  <a:lnTo>
                    <a:pt x="3191345" y="2029417"/>
                  </a:lnTo>
                  <a:lnTo>
                    <a:pt x="3191933" y="2029417"/>
                  </a:lnTo>
                  <a:lnTo>
                    <a:pt x="3192874" y="2029417"/>
                  </a:lnTo>
                  <a:lnTo>
                    <a:pt x="3193227" y="2028987"/>
                  </a:lnTo>
                  <a:lnTo>
                    <a:pt x="3193462" y="2028987"/>
                  </a:lnTo>
                  <a:lnTo>
                    <a:pt x="3193815" y="2028987"/>
                  </a:lnTo>
                  <a:lnTo>
                    <a:pt x="3194403" y="2028126"/>
                  </a:lnTo>
                  <a:lnTo>
                    <a:pt x="3194521" y="2028126"/>
                  </a:lnTo>
                  <a:lnTo>
                    <a:pt x="3194756" y="2028126"/>
                  </a:lnTo>
                  <a:lnTo>
                    <a:pt x="3194873" y="2027695"/>
                  </a:lnTo>
                  <a:lnTo>
                    <a:pt x="3194991" y="2027695"/>
                  </a:lnTo>
                  <a:lnTo>
                    <a:pt x="3195109" y="2027695"/>
                  </a:lnTo>
                  <a:lnTo>
                    <a:pt x="3195697" y="2027264"/>
                  </a:lnTo>
                  <a:lnTo>
                    <a:pt x="3195814" y="2027264"/>
                  </a:lnTo>
                  <a:lnTo>
                    <a:pt x="3195814" y="2026834"/>
                  </a:lnTo>
                  <a:lnTo>
                    <a:pt x="3195932" y="2026834"/>
                  </a:lnTo>
                  <a:lnTo>
                    <a:pt x="3196050" y="2026834"/>
                  </a:lnTo>
                  <a:lnTo>
                    <a:pt x="3196167" y="2026834"/>
                  </a:lnTo>
                  <a:lnTo>
                    <a:pt x="3196167" y="2026403"/>
                  </a:lnTo>
                  <a:lnTo>
                    <a:pt x="3196285" y="2026403"/>
                  </a:lnTo>
                  <a:lnTo>
                    <a:pt x="3196402" y="2026403"/>
                  </a:lnTo>
                  <a:lnTo>
                    <a:pt x="3197343" y="2025973"/>
                  </a:lnTo>
                  <a:lnTo>
                    <a:pt x="3197461" y="2025973"/>
                  </a:lnTo>
                  <a:lnTo>
                    <a:pt x="3197579" y="2025973"/>
                  </a:lnTo>
                  <a:lnTo>
                    <a:pt x="3197579" y="2025542"/>
                  </a:lnTo>
                  <a:lnTo>
                    <a:pt x="3197696" y="2025542"/>
                  </a:lnTo>
                  <a:lnTo>
                    <a:pt x="3197814" y="2025542"/>
                  </a:lnTo>
                  <a:lnTo>
                    <a:pt x="3197931" y="2025542"/>
                  </a:lnTo>
                  <a:lnTo>
                    <a:pt x="3198049" y="2025542"/>
                  </a:lnTo>
                  <a:lnTo>
                    <a:pt x="3198755" y="2024681"/>
                  </a:lnTo>
                  <a:lnTo>
                    <a:pt x="3198990" y="2024681"/>
                  </a:lnTo>
                  <a:lnTo>
                    <a:pt x="3199108" y="2024681"/>
                  </a:lnTo>
                  <a:lnTo>
                    <a:pt x="3199343" y="2023820"/>
                  </a:lnTo>
                  <a:lnTo>
                    <a:pt x="3199460" y="2023820"/>
                  </a:lnTo>
                  <a:lnTo>
                    <a:pt x="3199696" y="2023820"/>
                  </a:lnTo>
                  <a:lnTo>
                    <a:pt x="3200166" y="2022528"/>
                  </a:lnTo>
                  <a:lnTo>
                    <a:pt x="3200284" y="2022528"/>
                  </a:lnTo>
                  <a:lnTo>
                    <a:pt x="3200401" y="2022528"/>
                  </a:lnTo>
                  <a:lnTo>
                    <a:pt x="3200636" y="2022528"/>
                  </a:lnTo>
                  <a:lnTo>
                    <a:pt x="3200754" y="2022528"/>
                  </a:lnTo>
                  <a:lnTo>
                    <a:pt x="3201460" y="2022097"/>
                  </a:lnTo>
                  <a:lnTo>
                    <a:pt x="3202165" y="2021236"/>
                  </a:lnTo>
                  <a:lnTo>
                    <a:pt x="3202283" y="2021236"/>
                  </a:lnTo>
                  <a:lnTo>
                    <a:pt x="3202401" y="2021236"/>
                  </a:lnTo>
                  <a:lnTo>
                    <a:pt x="3202518" y="2020805"/>
                  </a:lnTo>
                  <a:lnTo>
                    <a:pt x="3202518" y="2020375"/>
                  </a:lnTo>
                  <a:lnTo>
                    <a:pt x="3203224" y="2019514"/>
                  </a:lnTo>
                  <a:lnTo>
                    <a:pt x="3203342" y="2019514"/>
                  </a:lnTo>
                  <a:lnTo>
                    <a:pt x="3203812" y="2019083"/>
                  </a:lnTo>
                  <a:lnTo>
                    <a:pt x="3204400" y="2018652"/>
                  </a:lnTo>
                  <a:lnTo>
                    <a:pt x="3204518" y="2018652"/>
                  </a:lnTo>
                  <a:lnTo>
                    <a:pt x="3204635" y="2018652"/>
                  </a:lnTo>
                  <a:lnTo>
                    <a:pt x="3205341" y="2017791"/>
                  </a:lnTo>
                  <a:lnTo>
                    <a:pt x="3205459" y="2017791"/>
                  </a:lnTo>
                  <a:lnTo>
                    <a:pt x="3205694" y="2017791"/>
                  </a:lnTo>
                  <a:lnTo>
                    <a:pt x="3205812" y="2017791"/>
                  </a:lnTo>
                  <a:lnTo>
                    <a:pt x="3206164" y="2017791"/>
                  </a:lnTo>
                  <a:lnTo>
                    <a:pt x="3206635" y="2016930"/>
                  </a:lnTo>
                  <a:lnTo>
                    <a:pt x="3206752" y="2016930"/>
                  </a:lnTo>
                  <a:lnTo>
                    <a:pt x="3206870" y="2016930"/>
                  </a:lnTo>
                  <a:lnTo>
                    <a:pt x="3206988" y="2016930"/>
                  </a:lnTo>
                  <a:lnTo>
                    <a:pt x="3207105" y="2016930"/>
                  </a:lnTo>
                  <a:lnTo>
                    <a:pt x="3207223" y="2016930"/>
                  </a:lnTo>
                  <a:lnTo>
                    <a:pt x="3207458" y="2016499"/>
                  </a:lnTo>
                  <a:lnTo>
                    <a:pt x="3208752" y="2016069"/>
                  </a:lnTo>
                  <a:lnTo>
                    <a:pt x="3209105" y="2016069"/>
                  </a:lnTo>
                  <a:lnTo>
                    <a:pt x="3209222" y="2016069"/>
                  </a:lnTo>
                  <a:lnTo>
                    <a:pt x="3209340" y="2016069"/>
                  </a:lnTo>
                  <a:lnTo>
                    <a:pt x="3209693" y="2016069"/>
                  </a:lnTo>
                  <a:lnTo>
                    <a:pt x="3209810" y="2016069"/>
                  </a:lnTo>
                  <a:lnTo>
                    <a:pt x="3209928" y="2016069"/>
                  </a:lnTo>
                  <a:lnTo>
                    <a:pt x="3210163" y="2015208"/>
                  </a:lnTo>
                  <a:lnTo>
                    <a:pt x="3210281" y="2014346"/>
                  </a:lnTo>
                  <a:lnTo>
                    <a:pt x="3210281" y="2013916"/>
                  </a:lnTo>
                  <a:lnTo>
                    <a:pt x="3210398" y="2013916"/>
                  </a:lnTo>
                  <a:lnTo>
                    <a:pt x="3211339" y="2013485"/>
                  </a:lnTo>
                  <a:lnTo>
                    <a:pt x="3211457" y="2013055"/>
                  </a:lnTo>
                  <a:lnTo>
                    <a:pt x="3211457" y="2012624"/>
                  </a:lnTo>
                  <a:lnTo>
                    <a:pt x="3211810" y="2012624"/>
                  </a:lnTo>
                  <a:lnTo>
                    <a:pt x="3211927" y="2012624"/>
                  </a:lnTo>
                  <a:lnTo>
                    <a:pt x="3212045" y="2012624"/>
                  </a:lnTo>
                  <a:lnTo>
                    <a:pt x="3212398" y="2012193"/>
                  </a:lnTo>
                  <a:lnTo>
                    <a:pt x="3212516" y="2012193"/>
                  </a:lnTo>
                  <a:lnTo>
                    <a:pt x="3212751" y="2012193"/>
                  </a:lnTo>
                  <a:lnTo>
                    <a:pt x="3213104" y="2011763"/>
                  </a:lnTo>
                  <a:lnTo>
                    <a:pt x="3213221" y="2011332"/>
                  </a:lnTo>
                  <a:lnTo>
                    <a:pt x="3213339" y="2010471"/>
                  </a:lnTo>
                  <a:lnTo>
                    <a:pt x="3213339" y="2010040"/>
                  </a:lnTo>
                  <a:lnTo>
                    <a:pt x="3213456" y="2010040"/>
                  </a:lnTo>
                  <a:lnTo>
                    <a:pt x="3213574" y="2010040"/>
                  </a:lnTo>
                  <a:lnTo>
                    <a:pt x="3213692" y="2010040"/>
                  </a:lnTo>
                  <a:lnTo>
                    <a:pt x="3213809" y="2010040"/>
                  </a:lnTo>
                  <a:lnTo>
                    <a:pt x="3214280" y="2010040"/>
                  </a:lnTo>
                  <a:lnTo>
                    <a:pt x="3214633" y="2010040"/>
                  </a:lnTo>
                  <a:lnTo>
                    <a:pt x="3214750" y="2009610"/>
                  </a:lnTo>
                  <a:lnTo>
                    <a:pt x="3214985" y="2009610"/>
                  </a:lnTo>
                  <a:lnTo>
                    <a:pt x="3215103" y="2009610"/>
                  </a:lnTo>
                  <a:lnTo>
                    <a:pt x="3215574" y="2009610"/>
                  </a:lnTo>
                  <a:lnTo>
                    <a:pt x="3215809" y="2009610"/>
                  </a:lnTo>
                  <a:lnTo>
                    <a:pt x="3216044" y="2009610"/>
                  </a:lnTo>
                  <a:lnTo>
                    <a:pt x="3216162" y="2009610"/>
                  </a:lnTo>
                  <a:lnTo>
                    <a:pt x="3216750" y="2009610"/>
                  </a:lnTo>
                  <a:lnTo>
                    <a:pt x="3216867" y="2009610"/>
                  </a:lnTo>
                  <a:lnTo>
                    <a:pt x="3217102" y="2009610"/>
                  </a:lnTo>
                  <a:lnTo>
                    <a:pt x="3217220" y="2009610"/>
                  </a:lnTo>
                  <a:lnTo>
                    <a:pt x="3217455" y="2009610"/>
                  </a:lnTo>
                  <a:lnTo>
                    <a:pt x="3217691" y="2008749"/>
                  </a:lnTo>
                  <a:lnTo>
                    <a:pt x="3217926" y="2008749"/>
                  </a:lnTo>
                  <a:lnTo>
                    <a:pt x="3218161" y="2008749"/>
                  </a:lnTo>
                  <a:lnTo>
                    <a:pt x="3218279" y="2008318"/>
                  </a:lnTo>
                  <a:lnTo>
                    <a:pt x="3218396" y="2008318"/>
                  </a:lnTo>
                  <a:lnTo>
                    <a:pt x="3218749" y="2007457"/>
                  </a:lnTo>
                  <a:lnTo>
                    <a:pt x="3219690" y="2006165"/>
                  </a:lnTo>
                  <a:lnTo>
                    <a:pt x="3220160" y="2005734"/>
                  </a:lnTo>
                  <a:lnTo>
                    <a:pt x="3220278" y="2005734"/>
                  </a:lnTo>
                  <a:lnTo>
                    <a:pt x="3220513" y="2005304"/>
                  </a:lnTo>
                  <a:lnTo>
                    <a:pt x="3220631" y="2005304"/>
                  </a:lnTo>
                  <a:lnTo>
                    <a:pt x="3220866" y="2005304"/>
                  </a:lnTo>
                  <a:lnTo>
                    <a:pt x="3220866" y="2004873"/>
                  </a:lnTo>
                  <a:lnTo>
                    <a:pt x="3221101" y="2004873"/>
                  </a:lnTo>
                  <a:lnTo>
                    <a:pt x="3221219" y="2004873"/>
                  </a:lnTo>
                  <a:lnTo>
                    <a:pt x="3221572" y="2004873"/>
                  </a:lnTo>
                  <a:lnTo>
                    <a:pt x="3221807" y="2004873"/>
                  </a:lnTo>
                  <a:lnTo>
                    <a:pt x="3221807" y="2004443"/>
                  </a:lnTo>
                  <a:lnTo>
                    <a:pt x="3221925" y="2004443"/>
                  </a:lnTo>
                  <a:lnTo>
                    <a:pt x="3222278" y="2004443"/>
                  </a:lnTo>
                  <a:lnTo>
                    <a:pt x="3222395" y="2004443"/>
                  </a:lnTo>
                  <a:lnTo>
                    <a:pt x="3222748" y="2002720"/>
                  </a:lnTo>
                  <a:lnTo>
                    <a:pt x="3222748" y="2002290"/>
                  </a:lnTo>
                  <a:lnTo>
                    <a:pt x="3222866" y="2002290"/>
                  </a:lnTo>
                  <a:lnTo>
                    <a:pt x="3223218" y="2002290"/>
                  </a:lnTo>
                  <a:lnTo>
                    <a:pt x="3223689" y="2001859"/>
                  </a:lnTo>
                  <a:lnTo>
                    <a:pt x="3223689" y="2001428"/>
                  </a:lnTo>
                  <a:lnTo>
                    <a:pt x="3223807" y="2001428"/>
                  </a:lnTo>
                  <a:lnTo>
                    <a:pt x="3224395" y="2001428"/>
                  </a:lnTo>
                  <a:lnTo>
                    <a:pt x="3225571" y="2000137"/>
                  </a:lnTo>
                  <a:lnTo>
                    <a:pt x="3225806" y="2000137"/>
                  </a:lnTo>
                  <a:lnTo>
                    <a:pt x="3225924" y="1999706"/>
                  </a:lnTo>
                  <a:lnTo>
                    <a:pt x="3226041" y="1999706"/>
                  </a:lnTo>
                  <a:lnTo>
                    <a:pt x="3226394" y="1998845"/>
                  </a:lnTo>
                  <a:lnTo>
                    <a:pt x="3226512" y="1998414"/>
                  </a:lnTo>
                  <a:lnTo>
                    <a:pt x="3226864" y="1998414"/>
                  </a:lnTo>
                  <a:lnTo>
                    <a:pt x="3226982" y="1998414"/>
                  </a:lnTo>
                  <a:lnTo>
                    <a:pt x="3227100" y="1998414"/>
                  </a:lnTo>
                  <a:lnTo>
                    <a:pt x="3227217" y="1998414"/>
                  </a:lnTo>
                  <a:lnTo>
                    <a:pt x="3227923" y="1997553"/>
                  </a:lnTo>
                  <a:lnTo>
                    <a:pt x="3228393" y="1997553"/>
                  </a:lnTo>
                  <a:lnTo>
                    <a:pt x="3228511" y="1997553"/>
                  </a:lnTo>
                  <a:lnTo>
                    <a:pt x="3228629" y="1997553"/>
                  </a:lnTo>
                  <a:lnTo>
                    <a:pt x="3228864" y="1997553"/>
                  </a:lnTo>
                  <a:lnTo>
                    <a:pt x="3228982" y="1997122"/>
                  </a:lnTo>
                  <a:lnTo>
                    <a:pt x="3229099" y="1997122"/>
                  </a:lnTo>
                  <a:lnTo>
                    <a:pt x="3229217" y="1996692"/>
                  </a:lnTo>
                  <a:lnTo>
                    <a:pt x="3229687" y="1996692"/>
                  </a:lnTo>
                  <a:lnTo>
                    <a:pt x="3229922" y="1996692"/>
                  </a:lnTo>
                  <a:lnTo>
                    <a:pt x="3230628" y="1995831"/>
                  </a:lnTo>
                  <a:lnTo>
                    <a:pt x="3230746" y="1995831"/>
                  </a:lnTo>
                  <a:lnTo>
                    <a:pt x="3230981" y="1995831"/>
                  </a:lnTo>
                  <a:lnTo>
                    <a:pt x="3231216" y="1995831"/>
                  </a:lnTo>
                  <a:lnTo>
                    <a:pt x="3231334" y="1995831"/>
                  </a:lnTo>
                  <a:lnTo>
                    <a:pt x="3231451" y="1995400"/>
                  </a:lnTo>
                  <a:lnTo>
                    <a:pt x="3232039" y="1995400"/>
                  </a:lnTo>
                  <a:lnTo>
                    <a:pt x="3232275" y="1995400"/>
                  </a:lnTo>
                  <a:lnTo>
                    <a:pt x="3232392" y="1995400"/>
                  </a:lnTo>
                  <a:lnTo>
                    <a:pt x="3232510" y="1995400"/>
                  </a:lnTo>
                  <a:lnTo>
                    <a:pt x="3232863" y="1995400"/>
                  </a:lnTo>
                  <a:lnTo>
                    <a:pt x="3232980" y="1995400"/>
                  </a:lnTo>
                  <a:lnTo>
                    <a:pt x="3233333" y="1995400"/>
                  </a:lnTo>
                  <a:lnTo>
                    <a:pt x="3233686" y="1994969"/>
                  </a:lnTo>
                  <a:lnTo>
                    <a:pt x="3233804" y="1994969"/>
                  </a:lnTo>
                  <a:lnTo>
                    <a:pt x="3233921" y="1994539"/>
                  </a:lnTo>
                  <a:lnTo>
                    <a:pt x="3234039" y="1994539"/>
                  </a:lnTo>
                  <a:lnTo>
                    <a:pt x="3234274" y="1994108"/>
                  </a:lnTo>
                  <a:lnTo>
                    <a:pt x="3234392" y="1994108"/>
                  </a:lnTo>
                  <a:lnTo>
                    <a:pt x="3234627" y="1993678"/>
                  </a:lnTo>
                  <a:lnTo>
                    <a:pt x="3234745" y="1993678"/>
                  </a:lnTo>
                  <a:lnTo>
                    <a:pt x="3234980" y="1993247"/>
                  </a:lnTo>
                  <a:lnTo>
                    <a:pt x="3236038" y="1992816"/>
                  </a:lnTo>
                  <a:lnTo>
                    <a:pt x="3236156" y="1992816"/>
                  </a:lnTo>
                  <a:lnTo>
                    <a:pt x="3236509" y="1992386"/>
                  </a:lnTo>
                  <a:lnTo>
                    <a:pt x="3236626" y="1991955"/>
                  </a:lnTo>
                  <a:lnTo>
                    <a:pt x="3237215" y="1991955"/>
                  </a:lnTo>
                  <a:lnTo>
                    <a:pt x="3237450" y="1991955"/>
                  </a:lnTo>
                  <a:lnTo>
                    <a:pt x="3237685" y="1991525"/>
                  </a:lnTo>
                  <a:lnTo>
                    <a:pt x="3237803" y="1991525"/>
                  </a:lnTo>
                  <a:lnTo>
                    <a:pt x="3238038" y="1991525"/>
                  </a:lnTo>
                  <a:lnTo>
                    <a:pt x="3238155" y="1991525"/>
                  </a:lnTo>
                  <a:lnTo>
                    <a:pt x="3238626" y="1990663"/>
                  </a:lnTo>
                  <a:lnTo>
                    <a:pt x="3238744" y="1990233"/>
                  </a:lnTo>
                  <a:lnTo>
                    <a:pt x="3238979" y="1989802"/>
                  </a:lnTo>
                  <a:lnTo>
                    <a:pt x="3239096" y="1989802"/>
                  </a:lnTo>
                  <a:lnTo>
                    <a:pt x="3239332" y="1989372"/>
                  </a:lnTo>
                  <a:lnTo>
                    <a:pt x="3239567" y="1988941"/>
                  </a:lnTo>
                  <a:lnTo>
                    <a:pt x="3239684" y="1988941"/>
                  </a:lnTo>
                  <a:lnTo>
                    <a:pt x="3240390" y="1988941"/>
                  </a:lnTo>
                  <a:lnTo>
                    <a:pt x="3241213" y="1988941"/>
                  </a:lnTo>
                  <a:lnTo>
                    <a:pt x="3241331" y="1988510"/>
                  </a:lnTo>
                  <a:lnTo>
                    <a:pt x="3241566" y="1988510"/>
                  </a:lnTo>
                  <a:lnTo>
                    <a:pt x="3241684" y="1988510"/>
                  </a:lnTo>
                  <a:lnTo>
                    <a:pt x="3241801" y="1988080"/>
                  </a:lnTo>
                  <a:lnTo>
                    <a:pt x="3242037" y="1988080"/>
                  </a:lnTo>
                  <a:lnTo>
                    <a:pt x="3242154" y="1988080"/>
                  </a:lnTo>
                  <a:lnTo>
                    <a:pt x="3242272" y="1988080"/>
                  </a:lnTo>
                  <a:lnTo>
                    <a:pt x="3242507" y="1988080"/>
                  </a:lnTo>
                  <a:lnTo>
                    <a:pt x="3242742" y="1988080"/>
                  </a:lnTo>
                  <a:lnTo>
                    <a:pt x="3243566" y="1985496"/>
                  </a:lnTo>
                  <a:lnTo>
                    <a:pt x="3243683" y="1985496"/>
                  </a:lnTo>
                  <a:lnTo>
                    <a:pt x="3243801" y="1985066"/>
                  </a:lnTo>
                  <a:lnTo>
                    <a:pt x="3244271" y="1985066"/>
                  </a:lnTo>
                  <a:lnTo>
                    <a:pt x="3244389" y="1985066"/>
                  </a:lnTo>
                  <a:lnTo>
                    <a:pt x="3244507" y="1985066"/>
                  </a:lnTo>
                  <a:lnTo>
                    <a:pt x="3244624" y="1985066"/>
                  </a:lnTo>
                  <a:lnTo>
                    <a:pt x="3244977" y="1985066"/>
                  </a:lnTo>
                  <a:lnTo>
                    <a:pt x="3245095" y="1985066"/>
                  </a:lnTo>
                  <a:lnTo>
                    <a:pt x="3245800" y="1984204"/>
                  </a:lnTo>
                  <a:lnTo>
                    <a:pt x="3245918" y="1984204"/>
                  </a:lnTo>
                  <a:lnTo>
                    <a:pt x="3246506" y="1984204"/>
                  </a:lnTo>
                  <a:lnTo>
                    <a:pt x="3246624" y="1984204"/>
                  </a:lnTo>
                  <a:lnTo>
                    <a:pt x="3246741" y="1983774"/>
                  </a:lnTo>
                  <a:lnTo>
                    <a:pt x="3246741" y="1983343"/>
                  </a:lnTo>
                  <a:lnTo>
                    <a:pt x="3246977" y="1983343"/>
                  </a:lnTo>
                  <a:lnTo>
                    <a:pt x="3247212" y="1982482"/>
                  </a:lnTo>
                  <a:lnTo>
                    <a:pt x="3247329" y="1982482"/>
                  </a:lnTo>
                  <a:lnTo>
                    <a:pt x="3247565" y="1981621"/>
                  </a:lnTo>
                  <a:lnTo>
                    <a:pt x="3247682" y="1981621"/>
                  </a:lnTo>
                  <a:lnTo>
                    <a:pt x="3248035" y="1981621"/>
                  </a:lnTo>
                  <a:lnTo>
                    <a:pt x="3248153" y="1981621"/>
                  </a:lnTo>
                  <a:lnTo>
                    <a:pt x="3248270" y="1981190"/>
                  </a:lnTo>
                  <a:lnTo>
                    <a:pt x="3248741" y="1981190"/>
                  </a:lnTo>
                  <a:lnTo>
                    <a:pt x="3248858" y="1981190"/>
                  </a:lnTo>
                  <a:lnTo>
                    <a:pt x="3248976" y="1980760"/>
                  </a:lnTo>
                  <a:lnTo>
                    <a:pt x="3249094" y="1980760"/>
                  </a:lnTo>
                  <a:lnTo>
                    <a:pt x="3249211" y="1980760"/>
                  </a:lnTo>
                  <a:lnTo>
                    <a:pt x="3249211" y="1980329"/>
                  </a:lnTo>
                  <a:lnTo>
                    <a:pt x="3249564" y="1980329"/>
                  </a:lnTo>
                  <a:lnTo>
                    <a:pt x="3250152" y="1980329"/>
                  </a:lnTo>
                  <a:lnTo>
                    <a:pt x="3250270" y="1980329"/>
                  </a:lnTo>
                  <a:lnTo>
                    <a:pt x="3251093" y="1978607"/>
                  </a:lnTo>
                  <a:lnTo>
                    <a:pt x="3251211" y="1978607"/>
                  </a:lnTo>
                  <a:lnTo>
                    <a:pt x="3251446" y="1978607"/>
                  </a:lnTo>
                  <a:lnTo>
                    <a:pt x="3251563" y="1978607"/>
                  </a:lnTo>
                  <a:lnTo>
                    <a:pt x="3251681" y="1978607"/>
                  </a:lnTo>
                  <a:lnTo>
                    <a:pt x="3252504" y="1978176"/>
                  </a:lnTo>
                  <a:lnTo>
                    <a:pt x="3252740" y="1977745"/>
                  </a:lnTo>
                  <a:lnTo>
                    <a:pt x="3252857" y="1977745"/>
                  </a:lnTo>
                  <a:lnTo>
                    <a:pt x="3253210" y="1977315"/>
                  </a:lnTo>
                  <a:lnTo>
                    <a:pt x="3253328" y="1977315"/>
                  </a:lnTo>
                  <a:lnTo>
                    <a:pt x="3253445" y="1977315"/>
                  </a:lnTo>
                  <a:lnTo>
                    <a:pt x="3253563" y="1977315"/>
                  </a:lnTo>
                  <a:lnTo>
                    <a:pt x="3253681" y="1977315"/>
                  </a:lnTo>
                  <a:lnTo>
                    <a:pt x="3253916" y="1977315"/>
                  </a:lnTo>
                  <a:lnTo>
                    <a:pt x="3254033" y="1977315"/>
                  </a:lnTo>
                  <a:lnTo>
                    <a:pt x="3254151" y="1977315"/>
                  </a:lnTo>
                  <a:lnTo>
                    <a:pt x="3254386" y="1977315"/>
                  </a:lnTo>
                  <a:lnTo>
                    <a:pt x="3254857" y="1976884"/>
                  </a:lnTo>
                  <a:lnTo>
                    <a:pt x="3255327" y="1976454"/>
                  </a:lnTo>
                  <a:lnTo>
                    <a:pt x="3255798" y="1976454"/>
                  </a:lnTo>
                  <a:lnTo>
                    <a:pt x="3255915" y="1976454"/>
                  </a:lnTo>
                  <a:lnTo>
                    <a:pt x="3256033" y="1976454"/>
                  </a:lnTo>
                  <a:lnTo>
                    <a:pt x="3256150" y="1976454"/>
                  </a:lnTo>
                  <a:lnTo>
                    <a:pt x="3256268" y="1976454"/>
                  </a:lnTo>
                  <a:lnTo>
                    <a:pt x="3256386" y="1976454"/>
                  </a:lnTo>
                  <a:lnTo>
                    <a:pt x="3256621" y="1975592"/>
                  </a:lnTo>
                  <a:lnTo>
                    <a:pt x="3257327" y="1975592"/>
                  </a:lnTo>
                  <a:lnTo>
                    <a:pt x="3257797" y="1975162"/>
                  </a:lnTo>
                  <a:lnTo>
                    <a:pt x="3257915" y="1974731"/>
                  </a:lnTo>
                  <a:lnTo>
                    <a:pt x="3258150" y="1974301"/>
                  </a:lnTo>
                  <a:lnTo>
                    <a:pt x="3258620" y="1973870"/>
                  </a:lnTo>
                  <a:lnTo>
                    <a:pt x="3258620" y="1973439"/>
                  </a:lnTo>
                  <a:lnTo>
                    <a:pt x="3258738" y="1973439"/>
                  </a:lnTo>
                  <a:lnTo>
                    <a:pt x="3259444" y="1972578"/>
                  </a:lnTo>
                  <a:lnTo>
                    <a:pt x="3259914" y="1972148"/>
                  </a:lnTo>
                  <a:lnTo>
                    <a:pt x="3260149" y="1972148"/>
                  </a:lnTo>
                  <a:lnTo>
                    <a:pt x="3260502" y="1972148"/>
                  </a:lnTo>
                  <a:lnTo>
                    <a:pt x="3260620" y="1972148"/>
                  </a:lnTo>
                  <a:lnTo>
                    <a:pt x="3260620" y="1971717"/>
                  </a:lnTo>
                  <a:lnTo>
                    <a:pt x="3260620" y="1970856"/>
                  </a:lnTo>
                  <a:lnTo>
                    <a:pt x="3260737" y="1970425"/>
                  </a:lnTo>
                  <a:lnTo>
                    <a:pt x="3260973" y="1970425"/>
                  </a:lnTo>
                  <a:lnTo>
                    <a:pt x="3261090" y="1970425"/>
                  </a:lnTo>
                  <a:lnTo>
                    <a:pt x="3261090" y="1969995"/>
                  </a:lnTo>
                  <a:lnTo>
                    <a:pt x="3261325" y="1969564"/>
                  </a:lnTo>
                  <a:lnTo>
                    <a:pt x="3261561" y="1969564"/>
                  </a:lnTo>
                  <a:lnTo>
                    <a:pt x="3261914" y="1969133"/>
                  </a:lnTo>
                  <a:lnTo>
                    <a:pt x="3262149" y="1968703"/>
                  </a:lnTo>
                  <a:lnTo>
                    <a:pt x="3262266" y="1968703"/>
                  </a:lnTo>
                  <a:lnTo>
                    <a:pt x="3262502" y="1968703"/>
                  </a:lnTo>
                  <a:lnTo>
                    <a:pt x="3262619" y="1968272"/>
                  </a:lnTo>
                  <a:lnTo>
                    <a:pt x="3262737" y="1968272"/>
                  </a:lnTo>
                  <a:lnTo>
                    <a:pt x="3262854" y="1968272"/>
                  </a:lnTo>
                  <a:lnTo>
                    <a:pt x="3263207" y="1968272"/>
                  </a:lnTo>
                  <a:lnTo>
                    <a:pt x="3263325" y="1968272"/>
                  </a:lnTo>
                  <a:lnTo>
                    <a:pt x="3263795" y="1968272"/>
                  </a:lnTo>
                  <a:lnTo>
                    <a:pt x="3263913" y="1968272"/>
                  </a:lnTo>
                  <a:lnTo>
                    <a:pt x="3264383" y="1968272"/>
                  </a:lnTo>
                  <a:lnTo>
                    <a:pt x="3264736" y="1967842"/>
                  </a:lnTo>
                  <a:lnTo>
                    <a:pt x="3264854" y="1966550"/>
                  </a:lnTo>
                  <a:lnTo>
                    <a:pt x="3264854" y="1966119"/>
                  </a:lnTo>
                  <a:lnTo>
                    <a:pt x="3265677" y="1965258"/>
                  </a:lnTo>
                  <a:lnTo>
                    <a:pt x="3266265" y="1964827"/>
                  </a:lnTo>
                  <a:lnTo>
                    <a:pt x="3266383" y="1964827"/>
                  </a:lnTo>
                  <a:lnTo>
                    <a:pt x="3266383" y="1964397"/>
                  </a:lnTo>
                  <a:lnTo>
                    <a:pt x="3266971" y="1964397"/>
                  </a:lnTo>
                  <a:lnTo>
                    <a:pt x="3266971" y="1963966"/>
                  </a:lnTo>
                  <a:lnTo>
                    <a:pt x="3267559" y="1963966"/>
                  </a:lnTo>
                  <a:lnTo>
                    <a:pt x="3268029" y="1963536"/>
                  </a:lnTo>
                  <a:lnTo>
                    <a:pt x="3268147" y="1963536"/>
                  </a:lnTo>
                  <a:lnTo>
                    <a:pt x="3268853" y="1962244"/>
                  </a:lnTo>
                  <a:lnTo>
                    <a:pt x="3268970" y="1962244"/>
                  </a:lnTo>
                  <a:lnTo>
                    <a:pt x="3270029" y="1959660"/>
                  </a:lnTo>
                  <a:lnTo>
                    <a:pt x="3270147" y="1959660"/>
                  </a:lnTo>
                  <a:lnTo>
                    <a:pt x="3270382" y="1959660"/>
                  </a:lnTo>
                  <a:lnTo>
                    <a:pt x="3270499" y="1959660"/>
                  </a:lnTo>
                  <a:lnTo>
                    <a:pt x="3270617" y="1959660"/>
                  </a:lnTo>
                  <a:lnTo>
                    <a:pt x="3270852" y="1959660"/>
                  </a:lnTo>
                  <a:lnTo>
                    <a:pt x="3271323" y="1959660"/>
                  </a:lnTo>
                  <a:lnTo>
                    <a:pt x="3271676" y="1959230"/>
                  </a:lnTo>
                  <a:lnTo>
                    <a:pt x="3271793" y="1959230"/>
                  </a:lnTo>
                  <a:lnTo>
                    <a:pt x="3271911" y="1958799"/>
                  </a:lnTo>
                  <a:lnTo>
                    <a:pt x="3272028" y="1958799"/>
                  </a:lnTo>
                  <a:lnTo>
                    <a:pt x="3272616" y="1958799"/>
                  </a:lnTo>
                  <a:lnTo>
                    <a:pt x="3272734" y="1958799"/>
                  </a:lnTo>
                  <a:lnTo>
                    <a:pt x="3272969" y="1958799"/>
                  </a:lnTo>
                  <a:lnTo>
                    <a:pt x="3273087" y="1958799"/>
                  </a:lnTo>
                  <a:lnTo>
                    <a:pt x="3273322" y="1958799"/>
                  </a:lnTo>
                  <a:lnTo>
                    <a:pt x="3273322" y="1958368"/>
                  </a:lnTo>
                  <a:lnTo>
                    <a:pt x="3273440" y="1958368"/>
                  </a:lnTo>
                  <a:lnTo>
                    <a:pt x="3274028" y="1957938"/>
                  </a:lnTo>
                  <a:lnTo>
                    <a:pt x="3274263" y="1957938"/>
                  </a:lnTo>
                  <a:lnTo>
                    <a:pt x="3274851" y="1956646"/>
                  </a:lnTo>
                  <a:lnTo>
                    <a:pt x="3275204" y="1956646"/>
                  </a:lnTo>
                  <a:lnTo>
                    <a:pt x="3275322" y="1956646"/>
                  </a:lnTo>
                  <a:lnTo>
                    <a:pt x="3275439" y="1956646"/>
                  </a:lnTo>
                  <a:lnTo>
                    <a:pt x="3275674" y="1955785"/>
                  </a:lnTo>
                  <a:lnTo>
                    <a:pt x="3275792" y="1955354"/>
                  </a:lnTo>
                  <a:lnTo>
                    <a:pt x="3276145" y="1954924"/>
                  </a:lnTo>
                  <a:lnTo>
                    <a:pt x="3276145" y="1954493"/>
                  </a:lnTo>
                  <a:lnTo>
                    <a:pt x="3276380" y="1954062"/>
                  </a:lnTo>
                  <a:lnTo>
                    <a:pt x="3276615" y="1953632"/>
                  </a:lnTo>
                  <a:lnTo>
                    <a:pt x="3277203" y="1953632"/>
                  </a:lnTo>
                  <a:lnTo>
                    <a:pt x="3277556" y="1953632"/>
                  </a:lnTo>
                  <a:lnTo>
                    <a:pt x="3277909" y="1953632"/>
                  </a:lnTo>
                  <a:lnTo>
                    <a:pt x="3278027" y="1953632"/>
                  </a:lnTo>
                  <a:lnTo>
                    <a:pt x="3278262" y="1953632"/>
                  </a:lnTo>
                  <a:lnTo>
                    <a:pt x="3278850" y="1953632"/>
                  </a:lnTo>
                  <a:lnTo>
                    <a:pt x="3279085" y="1953632"/>
                  </a:lnTo>
                  <a:lnTo>
                    <a:pt x="3279203" y="1952771"/>
                  </a:lnTo>
                  <a:lnTo>
                    <a:pt x="3279556" y="1952771"/>
                  </a:lnTo>
                  <a:lnTo>
                    <a:pt x="3279909" y="1952340"/>
                  </a:lnTo>
                  <a:lnTo>
                    <a:pt x="3280026" y="1952340"/>
                  </a:lnTo>
                  <a:lnTo>
                    <a:pt x="3281202" y="1951048"/>
                  </a:lnTo>
                  <a:lnTo>
                    <a:pt x="3281320" y="1951048"/>
                  </a:lnTo>
                  <a:lnTo>
                    <a:pt x="3281437" y="1950618"/>
                  </a:lnTo>
                  <a:lnTo>
                    <a:pt x="3281555" y="1950187"/>
                  </a:lnTo>
                  <a:lnTo>
                    <a:pt x="3281908" y="1950187"/>
                  </a:lnTo>
                  <a:lnTo>
                    <a:pt x="3282026" y="1949756"/>
                  </a:lnTo>
                  <a:lnTo>
                    <a:pt x="3282261" y="1949756"/>
                  </a:lnTo>
                  <a:lnTo>
                    <a:pt x="3282614" y="1948895"/>
                  </a:lnTo>
                  <a:lnTo>
                    <a:pt x="3282731" y="1948034"/>
                  </a:lnTo>
                  <a:lnTo>
                    <a:pt x="3283672" y="1948034"/>
                  </a:lnTo>
                  <a:lnTo>
                    <a:pt x="3283907" y="1948034"/>
                  </a:lnTo>
                  <a:lnTo>
                    <a:pt x="3284025" y="1948034"/>
                  </a:lnTo>
                  <a:lnTo>
                    <a:pt x="3284378" y="1948034"/>
                  </a:lnTo>
                  <a:lnTo>
                    <a:pt x="3284731" y="1948034"/>
                  </a:lnTo>
                  <a:lnTo>
                    <a:pt x="3284731" y="1947603"/>
                  </a:lnTo>
                  <a:lnTo>
                    <a:pt x="3285789" y="1947173"/>
                  </a:lnTo>
                  <a:lnTo>
                    <a:pt x="3285907" y="1946742"/>
                  </a:lnTo>
                  <a:lnTo>
                    <a:pt x="3286377" y="1946742"/>
                  </a:lnTo>
                  <a:lnTo>
                    <a:pt x="3287318" y="1946742"/>
                  </a:lnTo>
                  <a:lnTo>
                    <a:pt x="3287436" y="1946742"/>
                  </a:lnTo>
                  <a:lnTo>
                    <a:pt x="3287553" y="1946742"/>
                  </a:lnTo>
                  <a:lnTo>
                    <a:pt x="3287553" y="1946312"/>
                  </a:lnTo>
                  <a:lnTo>
                    <a:pt x="3287671" y="1945881"/>
                  </a:lnTo>
                  <a:lnTo>
                    <a:pt x="3287789" y="1945881"/>
                  </a:lnTo>
                  <a:lnTo>
                    <a:pt x="3287789" y="1945450"/>
                  </a:lnTo>
                  <a:lnTo>
                    <a:pt x="3287906" y="1945450"/>
                  </a:lnTo>
                  <a:lnTo>
                    <a:pt x="3288142" y="1945020"/>
                  </a:lnTo>
                  <a:lnTo>
                    <a:pt x="3288377" y="1945020"/>
                  </a:lnTo>
                  <a:lnTo>
                    <a:pt x="3288494" y="1945020"/>
                  </a:lnTo>
                  <a:lnTo>
                    <a:pt x="3288847" y="1945020"/>
                  </a:lnTo>
                  <a:lnTo>
                    <a:pt x="3289435" y="1945020"/>
                  </a:lnTo>
                  <a:lnTo>
                    <a:pt x="3289553" y="1945020"/>
                  </a:lnTo>
                  <a:lnTo>
                    <a:pt x="3289670" y="1945020"/>
                  </a:lnTo>
                  <a:lnTo>
                    <a:pt x="3290729" y="1944159"/>
                  </a:lnTo>
                  <a:lnTo>
                    <a:pt x="3290847" y="1944159"/>
                  </a:lnTo>
                  <a:lnTo>
                    <a:pt x="3291435" y="1943728"/>
                  </a:lnTo>
                  <a:lnTo>
                    <a:pt x="3291552" y="1943297"/>
                  </a:lnTo>
                  <a:lnTo>
                    <a:pt x="3291788" y="1943297"/>
                  </a:lnTo>
                  <a:lnTo>
                    <a:pt x="3291905" y="1942436"/>
                  </a:lnTo>
                  <a:lnTo>
                    <a:pt x="3292376" y="1942006"/>
                  </a:lnTo>
                  <a:lnTo>
                    <a:pt x="3292611" y="1942006"/>
                  </a:lnTo>
                  <a:lnTo>
                    <a:pt x="3292728" y="1942006"/>
                  </a:lnTo>
                  <a:lnTo>
                    <a:pt x="3292728" y="1941575"/>
                  </a:lnTo>
                  <a:lnTo>
                    <a:pt x="3292846" y="1941144"/>
                  </a:lnTo>
                  <a:lnTo>
                    <a:pt x="3293317" y="1940714"/>
                  </a:lnTo>
                  <a:lnTo>
                    <a:pt x="3293669" y="1940283"/>
                  </a:lnTo>
                  <a:lnTo>
                    <a:pt x="3293787" y="1939422"/>
                  </a:lnTo>
                  <a:lnTo>
                    <a:pt x="3294610" y="1938130"/>
                  </a:lnTo>
                  <a:lnTo>
                    <a:pt x="3294728" y="1938130"/>
                  </a:lnTo>
                  <a:lnTo>
                    <a:pt x="3294846" y="1938130"/>
                  </a:lnTo>
                  <a:lnTo>
                    <a:pt x="3295081" y="1937700"/>
                  </a:lnTo>
                  <a:lnTo>
                    <a:pt x="3295316" y="1937700"/>
                  </a:lnTo>
                  <a:lnTo>
                    <a:pt x="3295786" y="1937700"/>
                  </a:lnTo>
                  <a:lnTo>
                    <a:pt x="3295904" y="1937700"/>
                  </a:lnTo>
                  <a:lnTo>
                    <a:pt x="3295904" y="1937269"/>
                  </a:lnTo>
                  <a:lnTo>
                    <a:pt x="3296727" y="1937269"/>
                  </a:lnTo>
                  <a:lnTo>
                    <a:pt x="3296845" y="1937269"/>
                  </a:lnTo>
                  <a:lnTo>
                    <a:pt x="3297198" y="1936838"/>
                  </a:lnTo>
                  <a:lnTo>
                    <a:pt x="3297315" y="1936838"/>
                  </a:lnTo>
                  <a:lnTo>
                    <a:pt x="3297433" y="1936838"/>
                  </a:lnTo>
                  <a:lnTo>
                    <a:pt x="3297668" y="1936838"/>
                  </a:lnTo>
                  <a:lnTo>
                    <a:pt x="3297903" y="1936838"/>
                  </a:lnTo>
                  <a:lnTo>
                    <a:pt x="3298021" y="1936838"/>
                  </a:lnTo>
                  <a:lnTo>
                    <a:pt x="3298139" y="1936838"/>
                  </a:lnTo>
                  <a:lnTo>
                    <a:pt x="3298844" y="1936408"/>
                  </a:lnTo>
                  <a:lnTo>
                    <a:pt x="3298962" y="1936408"/>
                  </a:lnTo>
                  <a:lnTo>
                    <a:pt x="3299080" y="1936408"/>
                  </a:lnTo>
                  <a:lnTo>
                    <a:pt x="3299197" y="1936408"/>
                  </a:lnTo>
                  <a:lnTo>
                    <a:pt x="3299315" y="1936408"/>
                  </a:lnTo>
                  <a:lnTo>
                    <a:pt x="3299315" y="1935977"/>
                  </a:lnTo>
                  <a:lnTo>
                    <a:pt x="3299315" y="1935547"/>
                  </a:lnTo>
                  <a:lnTo>
                    <a:pt x="3299550" y="1935116"/>
                  </a:lnTo>
                  <a:lnTo>
                    <a:pt x="3300726" y="1935116"/>
                  </a:lnTo>
                  <a:lnTo>
                    <a:pt x="3300844" y="1935116"/>
                  </a:lnTo>
                  <a:lnTo>
                    <a:pt x="3300961" y="1935116"/>
                  </a:lnTo>
                  <a:lnTo>
                    <a:pt x="3301079" y="1935116"/>
                  </a:lnTo>
                  <a:lnTo>
                    <a:pt x="3301197" y="1935116"/>
                  </a:lnTo>
                  <a:lnTo>
                    <a:pt x="3301314" y="1935116"/>
                  </a:lnTo>
                  <a:lnTo>
                    <a:pt x="3301667" y="1935116"/>
                  </a:lnTo>
                  <a:lnTo>
                    <a:pt x="3302255" y="1934685"/>
                  </a:lnTo>
                  <a:lnTo>
                    <a:pt x="3302373" y="1934685"/>
                  </a:lnTo>
                  <a:lnTo>
                    <a:pt x="3302608" y="1934685"/>
                  </a:lnTo>
                  <a:lnTo>
                    <a:pt x="3303079" y="1934255"/>
                  </a:lnTo>
                  <a:lnTo>
                    <a:pt x="3303196" y="1934255"/>
                  </a:lnTo>
                  <a:lnTo>
                    <a:pt x="3303196" y="1933824"/>
                  </a:lnTo>
                  <a:lnTo>
                    <a:pt x="3303431" y="1933824"/>
                  </a:lnTo>
                  <a:lnTo>
                    <a:pt x="3303667" y="1933394"/>
                  </a:lnTo>
                  <a:lnTo>
                    <a:pt x="3303902" y="1932963"/>
                  </a:lnTo>
                  <a:lnTo>
                    <a:pt x="3304255" y="1932532"/>
                  </a:lnTo>
                  <a:lnTo>
                    <a:pt x="3304255" y="1932102"/>
                  </a:lnTo>
                  <a:lnTo>
                    <a:pt x="3304608" y="1932102"/>
                  </a:lnTo>
                  <a:lnTo>
                    <a:pt x="3304725" y="1932102"/>
                  </a:lnTo>
                  <a:lnTo>
                    <a:pt x="3304725" y="1931671"/>
                  </a:lnTo>
                  <a:lnTo>
                    <a:pt x="3304725" y="1930810"/>
                  </a:lnTo>
                  <a:lnTo>
                    <a:pt x="3304843" y="1930810"/>
                  </a:lnTo>
                  <a:lnTo>
                    <a:pt x="3305078" y="1930810"/>
                  </a:lnTo>
                  <a:lnTo>
                    <a:pt x="3305196" y="1930379"/>
                  </a:lnTo>
                  <a:lnTo>
                    <a:pt x="3305313" y="1930379"/>
                  </a:lnTo>
                  <a:lnTo>
                    <a:pt x="3305548" y="1930379"/>
                  </a:lnTo>
                  <a:lnTo>
                    <a:pt x="3306725" y="1930379"/>
                  </a:lnTo>
                  <a:lnTo>
                    <a:pt x="3306842" y="1930379"/>
                  </a:lnTo>
                  <a:lnTo>
                    <a:pt x="3307195" y="1929949"/>
                  </a:lnTo>
                  <a:lnTo>
                    <a:pt x="3307548" y="1929949"/>
                  </a:lnTo>
                  <a:lnTo>
                    <a:pt x="3307901" y="1929088"/>
                  </a:lnTo>
                  <a:lnTo>
                    <a:pt x="3308136" y="1929088"/>
                  </a:lnTo>
                  <a:lnTo>
                    <a:pt x="3308489" y="1928657"/>
                  </a:lnTo>
                  <a:lnTo>
                    <a:pt x="3308489" y="1928226"/>
                  </a:lnTo>
                  <a:lnTo>
                    <a:pt x="3308489" y="1927796"/>
                  </a:lnTo>
                  <a:lnTo>
                    <a:pt x="3308724" y="1927796"/>
                  </a:lnTo>
                  <a:lnTo>
                    <a:pt x="3310018" y="1925643"/>
                  </a:lnTo>
                  <a:lnTo>
                    <a:pt x="3310135" y="1925212"/>
                  </a:lnTo>
                  <a:lnTo>
                    <a:pt x="3310253" y="1925212"/>
                  </a:lnTo>
                  <a:lnTo>
                    <a:pt x="3310606" y="1924782"/>
                  </a:lnTo>
                  <a:lnTo>
                    <a:pt x="3310959" y="1924782"/>
                  </a:lnTo>
                  <a:lnTo>
                    <a:pt x="3311194" y="1924782"/>
                  </a:lnTo>
                  <a:lnTo>
                    <a:pt x="3311312" y="1924782"/>
                  </a:lnTo>
                  <a:lnTo>
                    <a:pt x="3311429" y="1924782"/>
                  </a:lnTo>
                  <a:lnTo>
                    <a:pt x="3311547" y="1924782"/>
                  </a:lnTo>
                  <a:lnTo>
                    <a:pt x="3311782" y="1924782"/>
                  </a:lnTo>
                  <a:lnTo>
                    <a:pt x="3312135" y="1924782"/>
                  </a:lnTo>
                  <a:lnTo>
                    <a:pt x="3312488" y="1924351"/>
                  </a:lnTo>
                  <a:lnTo>
                    <a:pt x="3312605" y="1924351"/>
                  </a:lnTo>
                  <a:lnTo>
                    <a:pt x="3312958" y="1924351"/>
                  </a:lnTo>
                  <a:lnTo>
                    <a:pt x="3313076" y="1923920"/>
                  </a:lnTo>
                  <a:lnTo>
                    <a:pt x="3313193" y="1923920"/>
                  </a:lnTo>
                  <a:lnTo>
                    <a:pt x="3313664" y="1923059"/>
                  </a:lnTo>
                  <a:lnTo>
                    <a:pt x="3313781" y="1923059"/>
                  </a:lnTo>
                  <a:lnTo>
                    <a:pt x="3313899" y="1923059"/>
                  </a:lnTo>
                  <a:lnTo>
                    <a:pt x="3314017" y="1922629"/>
                  </a:lnTo>
                  <a:lnTo>
                    <a:pt x="3314134" y="1922629"/>
                  </a:lnTo>
                  <a:lnTo>
                    <a:pt x="3314722" y="1922629"/>
                  </a:lnTo>
                  <a:lnTo>
                    <a:pt x="3314958" y="1922629"/>
                  </a:lnTo>
                  <a:lnTo>
                    <a:pt x="3315075" y="1922629"/>
                  </a:lnTo>
                  <a:lnTo>
                    <a:pt x="3315075" y="1922198"/>
                  </a:lnTo>
                  <a:lnTo>
                    <a:pt x="3315193" y="1921767"/>
                  </a:lnTo>
                  <a:lnTo>
                    <a:pt x="3315193" y="1921337"/>
                  </a:lnTo>
                  <a:lnTo>
                    <a:pt x="3315546" y="1921337"/>
                  </a:lnTo>
                  <a:lnTo>
                    <a:pt x="3316251" y="1921337"/>
                  </a:lnTo>
                  <a:lnTo>
                    <a:pt x="3316487" y="1920476"/>
                  </a:lnTo>
                  <a:lnTo>
                    <a:pt x="3316604" y="1920476"/>
                  </a:lnTo>
                  <a:lnTo>
                    <a:pt x="3316604" y="1920045"/>
                  </a:lnTo>
                  <a:lnTo>
                    <a:pt x="3317310" y="1919614"/>
                  </a:lnTo>
                  <a:lnTo>
                    <a:pt x="3317427" y="1919184"/>
                  </a:lnTo>
                  <a:lnTo>
                    <a:pt x="3318133" y="1918753"/>
                  </a:lnTo>
                  <a:lnTo>
                    <a:pt x="3318251" y="1918753"/>
                  </a:lnTo>
                  <a:lnTo>
                    <a:pt x="3318368" y="1918753"/>
                  </a:lnTo>
                  <a:lnTo>
                    <a:pt x="3318486" y="1918753"/>
                  </a:lnTo>
                  <a:lnTo>
                    <a:pt x="3318604" y="1918753"/>
                  </a:lnTo>
                  <a:lnTo>
                    <a:pt x="3318839" y="1918323"/>
                  </a:lnTo>
                  <a:lnTo>
                    <a:pt x="3318956" y="1918323"/>
                  </a:lnTo>
                  <a:lnTo>
                    <a:pt x="3319074" y="1918323"/>
                  </a:lnTo>
                  <a:lnTo>
                    <a:pt x="3319897" y="1917892"/>
                  </a:lnTo>
                  <a:lnTo>
                    <a:pt x="3320015" y="1917892"/>
                  </a:lnTo>
                  <a:lnTo>
                    <a:pt x="3320250" y="1917892"/>
                  </a:lnTo>
                  <a:lnTo>
                    <a:pt x="3320721" y="1917461"/>
                  </a:lnTo>
                  <a:lnTo>
                    <a:pt x="3320838" y="1917461"/>
                  </a:lnTo>
                  <a:lnTo>
                    <a:pt x="3320956" y="1917461"/>
                  </a:lnTo>
                  <a:lnTo>
                    <a:pt x="3321191" y="1917031"/>
                  </a:lnTo>
                  <a:lnTo>
                    <a:pt x="3321309" y="1916600"/>
                  </a:lnTo>
                  <a:lnTo>
                    <a:pt x="3322250" y="1915308"/>
                  </a:lnTo>
                  <a:lnTo>
                    <a:pt x="3322602" y="1915308"/>
                  </a:lnTo>
                  <a:lnTo>
                    <a:pt x="3322838" y="1915308"/>
                  </a:lnTo>
                  <a:lnTo>
                    <a:pt x="3322955" y="1915308"/>
                  </a:lnTo>
                  <a:lnTo>
                    <a:pt x="3322955" y="1914878"/>
                  </a:lnTo>
                  <a:lnTo>
                    <a:pt x="3323073" y="1914878"/>
                  </a:lnTo>
                  <a:lnTo>
                    <a:pt x="3323308" y="1914878"/>
                  </a:lnTo>
                  <a:lnTo>
                    <a:pt x="3323426" y="1914878"/>
                  </a:lnTo>
                  <a:lnTo>
                    <a:pt x="3323543" y="1914878"/>
                  </a:lnTo>
                  <a:lnTo>
                    <a:pt x="3323779" y="1914878"/>
                  </a:lnTo>
                  <a:lnTo>
                    <a:pt x="3324249" y="1914447"/>
                  </a:lnTo>
                  <a:lnTo>
                    <a:pt x="3324367" y="1914447"/>
                  </a:lnTo>
                  <a:lnTo>
                    <a:pt x="3324484" y="1914447"/>
                  </a:lnTo>
                  <a:lnTo>
                    <a:pt x="3324602" y="1914447"/>
                  </a:lnTo>
                  <a:lnTo>
                    <a:pt x="3324720" y="1914017"/>
                  </a:lnTo>
                  <a:lnTo>
                    <a:pt x="3324837" y="1914017"/>
                  </a:lnTo>
                  <a:lnTo>
                    <a:pt x="3325308" y="1913586"/>
                  </a:lnTo>
                  <a:lnTo>
                    <a:pt x="3325660" y="1913586"/>
                  </a:lnTo>
                  <a:lnTo>
                    <a:pt x="3325778" y="1913155"/>
                  </a:lnTo>
                  <a:lnTo>
                    <a:pt x="3326013" y="1913155"/>
                  </a:lnTo>
                  <a:lnTo>
                    <a:pt x="3326837" y="1912725"/>
                  </a:lnTo>
                  <a:lnTo>
                    <a:pt x="3326954" y="1912294"/>
                  </a:lnTo>
                  <a:lnTo>
                    <a:pt x="3327072" y="1912294"/>
                  </a:lnTo>
                  <a:lnTo>
                    <a:pt x="3327307" y="1912294"/>
                  </a:lnTo>
                  <a:lnTo>
                    <a:pt x="3327425" y="1912294"/>
                  </a:lnTo>
                  <a:lnTo>
                    <a:pt x="3327542" y="1912294"/>
                  </a:lnTo>
                  <a:lnTo>
                    <a:pt x="3327778" y="1912294"/>
                  </a:lnTo>
                  <a:lnTo>
                    <a:pt x="3327895" y="1912294"/>
                  </a:lnTo>
                  <a:lnTo>
                    <a:pt x="3328013" y="1912294"/>
                  </a:lnTo>
                  <a:lnTo>
                    <a:pt x="3328366" y="1911864"/>
                  </a:lnTo>
                  <a:lnTo>
                    <a:pt x="3328483" y="1911002"/>
                  </a:lnTo>
                  <a:lnTo>
                    <a:pt x="3328836" y="1911002"/>
                  </a:lnTo>
                  <a:lnTo>
                    <a:pt x="3328954" y="1911002"/>
                  </a:lnTo>
                  <a:lnTo>
                    <a:pt x="3329189" y="1911002"/>
                  </a:lnTo>
                  <a:lnTo>
                    <a:pt x="3329424" y="1910572"/>
                  </a:lnTo>
                  <a:lnTo>
                    <a:pt x="3329542" y="1910572"/>
                  </a:lnTo>
                  <a:lnTo>
                    <a:pt x="3330012" y="1910572"/>
                  </a:lnTo>
                  <a:lnTo>
                    <a:pt x="3330483" y="1909711"/>
                  </a:lnTo>
                  <a:lnTo>
                    <a:pt x="3330600" y="1909280"/>
                  </a:lnTo>
                  <a:lnTo>
                    <a:pt x="3332717" y="1907988"/>
                  </a:lnTo>
                  <a:lnTo>
                    <a:pt x="3333188" y="1907988"/>
                  </a:lnTo>
                  <a:lnTo>
                    <a:pt x="3333305" y="1907988"/>
                  </a:lnTo>
                  <a:lnTo>
                    <a:pt x="3333423" y="1907988"/>
                  </a:lnTo>
                  <a:lnTo>
                    <a:pt x="3333423" y="1907558"/>
                  </a:lnTo>
                  <a:lnTo>
                    <a:pt x="3333541" y="1906266"/>
                  </a:lnTo>
                  <a:lnTo>
                    <a:pt x="3333658" y="1906266"/>
                  </a:lnTo>
                  <a:lnTo>
                    <a:pt x="3333776" y="1905835"/>
                  </a:lnTo>
                  <a:lnTo>
                    <a:pt x="3333893" y="1904974"/>
                  </a:lnTo>
                  <a:lnTo>
                    <a:pt x="3334011" y="1904974"/>
                  </a:lnTo>
                  <a:lnTo>
                    <a:pt x="3334246" y="1904974"/>
                  </a:lnTo>
                  <a:lnTo>
                    <a:pt x="3334364" y="1904974"/>
                  </a:lnTo>
                  <a:lnTo>
                    <a:pt x="3334482" y="1904974"/>
                  </a:lnTo>
                  <a:lnTo>
                    <a:pt x="3334599" y="1904974"/>
                  </a:lnTo>
                  <a:lnTo>
                    <a:pt x="3334717" y="1904974"/>
                  </a:lnTo>
                  <a:lnTo>
                    <a:pt x="3334834" y="1904974"/>
                  </a:lnTo>
                  <a:lnTo>
                    <a:pt x="3335658" y="1904113"/>
                  </a:lnTo>
                  <a:lnTo>
                    <a:pt x="3336011" y="1904113"/>
                  </a:lnTo>
                  <a:lnTo>
                    <a:pt x="3336128" y="1903682"/>
                  </a:lnTo>
                  <a:lnTo>
                    <a:pt x="3336246" y="1903682"/>
                  </a:lnTo>
                  <a:lnTo>
                    <a:pt x="3336481" y="1902390"/>
                  </a:lnTo>
                  <a:lnTo>
                    <a:pt x="3336716" y="1902390"/>
                  </a:lnTo>
                  <a:lnTo>
                    <a:pt x="3337304" y="1902390"/>
                  </a:lnTo>
                  <a:lnTo>
                    <a:pt x="3337539" y="1902390"/>
                  </a:lnTo>
                  <a:lnTo>
                    <a:pt x="3337775" y="1901099"/>
                  </a:lnTo>
                  <a:lnTo>
                    <a:pt x="3337892" y="1901099"/>
                  </a:lnTo>
                  <a:lnTo>
                    <a:pt x="3338245" y="1901099"/>
                  </a:lnTo>
                  <a:lnTo>
                    <a:pt x="3338480" y="1901099"/>
                  </a:lnTo>
                  <a:lnTo>
                    <a:pt x="3338480" y="1900668"/>
                  </a:lnTo>
                  <a:lnTo>
                    <a:pt x="3338833" y="1900237"/>
                  </a:lnTo>
                  <a:lnTo>
                    <a:pt x="3338951" y="1900237"/>
                  </a:lnTo>
                  <a:lnTo>
                    <a:pt x="3339304" y="1900237"/>
                  </a:lnTo>
                  <a:lnTo>
                    <a:pt x="3339421" y="1899807"/>
                  </a:lnTo>
                  <a:lnTo>
                    <a:pt x="3339539" y="1899376"/>
                  </a:lnTo>
                  <a:lnTo>
                    <a:pt x="3339657" y="1899376"/>
                  </a:lnTo>
                  <a:lnTo>
                    <a:pt x="3339892" y="1899376"/>
                  </a:lnTo>
                  <a:lnTo>
                    <a:pt x="3340245" y="1899376"/>
                  </a:lnTo>
                  <a:lnTo>
                    <a:pt x="3340245" y="1898946"/>
                  </a:lnTo>
                  <a:lnTo>
                    <a:pt x="3340362" y="1898946"/>
                  </a:lnTo>
                  <a:lnTo>
                    <a:pt x="3340480" y="1898946"/>
                  </a:lnTo>
                  <a:lnTo>
                    <a:pt x="3340597" y="1898946"/>
                  </a:lnTo>
                  <a:lnTo>
                    <a:pt x="3340833" y="1898515"/>
                  </a:lnTo>
                  <a:lnTo>
                    <a:pt x="3340950" y="1898515"/>
                  </a:lnTo>
                  <a:lnTo>
                    <a:pt x="3341303" y="1898515"/>
                  </a:lnTo>
                  <a:lnTo>
                    <a:pt x="3341774" y="1898084"/>
                  </a:lnTo>
                  <a:lnTo>
                    <a:pt x="3341891" y="1898084"/>
                  </a:lnTo>
                  <a:lnTo>
                    <a:pt x="3342244" y="1897223"/>
                  </a:lnTo>
                  <a:lnTo>
                    <a:pt x="3342950" y="1895931"/>
                  </a:lnTo>
                  <a:lnTo>
                    <a:pt x="3343303" y="1895931"/>
                  </a:lnTo>
                  <a:lnTo>
                    <a:pt x="3343655" y="1895070"/>
                  </a:lnTo>
                  <a:lnTo>
                    <a:pt x="3343773" y="1895070"/>
                  </a:lnTo>
                  <a:lnTo>
                    <a:pt x="3343773" y="1894640"/>
                  </a:lnTo>
                  <a:lnTo>
                    <a:pt x="3344008" y="1894640"/>
                  </a:lnTo>
                  <a:lnTo>
                    <a:pt x="3344126" y="1894640"/>
                  </a:lnTo>
                  <a:lnTo>
                    <a:pt x="3344244" y="1894640"/>
                  </a:lnTo>
                  <a:lnTo>
                    <a:pt x="3344361" y="1894640"/>
                  </a:lnTo>
                  <a:lnTo>
                    <a:pt x="3344479" y="1894640"/>
                  </a:lnTo>
                  <a:lnTo>
                    <a:pt x="3344949" y="1894640"/>
                  </a:lnTo>
                  <a:lnTo>
                    <a:pt x="3345420" y="1894209"/>
                  </a:lnTo>
                  <a:lnTo>
                    <a:pt x="3345537" y="1894209"/>
                  </a:lnTo>
                  <a:lnTo>
                    <a:pt x="3346008" y="1894209"/>
                  </a:lnTo>
                  <a:lnTo>
                    <a:pt x="3346125" y="1894209"/>
                  </a:lnTo>
                  <a:lnTo>
                    <a:pt x="3346243" y="1893778"/>
                  </a:lnTo>
                  <a:lnTo>
                    <a:pt x="3346949" y="1893348"/>
                  </a:lnTo>
                  <a:lnTo>
                    <a:pt x="3347066" y="1893348"/>
                  </a:lnTo>
                  <a:lnTo>
                    <a:pt x="3347301" y="1892917"/>
                  </a:lnTo>
                  <a:lnTo>
                    <a:pt x="3347772" y="1892056"/>
                  </a:lnTo>
                  <a:lnTo>
                    <a:pt x="3347890" y="1892056"/>
                  </a:lnTo>
                  <a:lnTo>
                    <a:pt x="3348242" y="1892056"/>
                  </a:lnTo>
                  <a:lnTo>
                    <a:pt x="3348360" y="1892056"/>
                  </a:lnTo>
                  <a:lnTo>
                    <a:pt x="3349419" y="1892056"/>
                  </a:lnTo>
                  <a:lnTo>
                    <a:pt x="3349419" y="1891625"/>
                  </a:lnTo>
                  <a:lnTo>
                    <a:pt x="3349536" y="1891195"/>
                  </a:lnTo>
                  <a:lnTo>
                    <a:pt x="3349536" y="1890764"/>
                  </a:lnTo>
                  <a:lnTo>
                    <a:pt x="3349654" y="1890764"/>
                  </a:lnTo>
                  <a:lnTo>
                    <a:pt x="3350007" y="1890764"/>
                  </a:lnTo>
                  <a:lnTo>
                    <a:pt x="3350124" y="1890764"/>
                  </a:lnTo>
                  <a:lnTo>
                    <a:pt x="3350242" y="1890764"/>
                  </a:lnTo>
                  <a:lnTo>
                    <a:pt x="3350477" y="1890334"/>
                  </a:lnTo>
                  <a:lnTo>
                    <a:pt x="3350595" y="1890334"/>
                  </a:lnTo>
                  <a:lnTo>
                    <a:pt x="3351300" y="1889903"/>
                  </a:lnTo>
                  <a:lnTo>
                    <a:pt x="3351418" y="1889903"/>
                  </a:lnTo>
                  <a:lnTo>
                    <a:pt x="3351418" y="1889472"/>
                  </a:lnTo>
                  <a:lnTo>
                    <a:pt x="3352241" y="1887750"/>
                  </a:lnTo>
                  <a:lnTo>
                    <a:pt x="3352359" y="1887750"/>
                  </a:lnTo>
                  <a:lnTo>
                    <a:pt x="3352594" y="1887750"/>
                  </a:lnTo>
                  <a:lnTo>
                    <a:pt x="3352829" y="1886889"/>
                  </a:lnTo>
                  <a:lnTo>
                    <a:pt x="3352947" y="1886889"/>
                  </a:lnTo>
                  <a:lnTo>
                    <a:pt x="3353300" y="1886889"/>
                  </a:lnTo>
                  <a:lnTo>
                    <a:pt x="3353417" y="1886458"/>
                  </a:lnTo>
                  <a:lnTo>
                    <a:pt x="3353535" y="1886458"/>
                  </a:lnTo>
                  <a:lnTo>
                    <a:pt x="3353653" y="1886458"/>
                  </a:lnTo>
                  <a:lnTo>
                    <a:pt x="3353770" y="1886458"/>
                  </a:lnTo>
                  <a:lnTo>
                    <a:pt x="3353888" y="1886458"/>
                  </a:lnTo>
                  <a:lnTo>
                    <a:pt x="3354005" y="1886458"/>
                  </a:lnTo>
                  <a:lnTo>
                    <a:pt x="3354123" y="1886458"/>
                  </a:lnTo>
                  <a:lnTo>
                    <a:pt x="3354711" y="1886458"/>
                  </a:lnTo>
                  <a:lnTo>
                    <a:pt x="3354946" y="1886458"/>
                  </a:lnTo>
                  <a:lnTo>
                    <a:pt x="3355064" y="1886028"/>
                  </a:lnTo>
                  <a:lnTo>
                    <a:pt x="3355182" y="1886028"/>
                  </a:lnTo>
                  <a:lnTo>
                    <a:pt x="3355299" y="1886028"/>
                  </a:lnTo>
                  <a:lnTo>
                    <a:pt x="3355417" y="1885597"/>
                  </a:lnTo>
                  <a:lnTo>
                    <a:pt x="3355534" y="1885597"/>
                  </a:lnTo>
                  <a:lnTo>
                    <a:pt x="3355770" y="1884305"/>
                  </a:lnTo>
                  <a:lnTo>
                    <a:pt x="3357416" y="1882583"/>
                  </a:lnTo>
                  <a:lnTo>
                    <a:pt x="3357652" y="1882583"/>
                  </a:lnTo>
                  <a:lnTo>
                    <a:pt x="3357769" y="1882583"/>
                  </a:lnTo>
                  <a:lnTo>
                    <a:pt x="3357887" y="1882583"/>
                  </a:lnTo>
                  <a:lnTo>
                    <a:pt x="3358004" y="1882583"/>
                  </a:lnTo>
                  <a:lnTo>
                    <a:pt x="3358122" y="1882583"/>
                  </a:lnTo>
                  <a:lnTo>
                    <a:pt x="3358240" y="1882583"/>
                  </a:lnTo>
                  <a:lnTo>
                    <a:pt x="3358475" y="1882583"/>
                  </a:lnTo>
                  <a:lnTo>
                    <a:pt x="3358592" y="1882152"/>
                  </a:lnTo>
                  <a:lnTo>
                    <a:pt x="3358710" y="1882152"/>
                  </a:lnTo>
                  <a:lnTo>
                    <a:pt x="3358945" y="1881291"/>
                  </a:lnTo>
                  <a:lnTo>
                    <a:pt x="3359063" y="1881291"/>
                  </a:lnTo>
                  <a:lnTo>
                    <a:pt x="3359063" y="1880860"/>
                  </a:lnTo>
                  <a:lnTo>
                    <a:pt x="3359416" y="1880860"/>
                  </a:lnTo>
                  <a:lnTo>
                    <a:pt x="3360004" y="1879999"/>
                  </a:lnTo>
                  <a:lnTo>
                    <a:pt x="3360710" y="1879999"/>
                  </a:lnTo>
                  <a:lnTo>
                    <a:pt x="3360827" y="1879999"/>
                  </a:lnTo>
                  <a:lnTo>
                    <a:pt x="3360945" y="1879569"/>
                  </a:lnTo>
                  <a:lnTo>
                    <a:pt x="3361180" y="1879569"/>
                  </a:lnTo>
                  <a:lnTo>
                    <a:pt x="3361298" y="1879569"/>
                  </a:lnTo>
                  <a:lnTo>
                    <a:pt x="3361533" y="1879138"/>
                  </a:lnTo>
                  <a:lnTo>
                    <a:pt x="3361650" y="1879138"/>
                  </a:lnTo>
                  <a:lnTo>
                    <a:pt x="3362121" y="1878277"/>
                  </a:lnTo>
                  <a:lnTo>
                    <a:pt x="3362356" y="1877846"/>
                  </a:lnTo>
                  <a:lnTo>
                    <a:pt x="3362827" y="1877416"/>
                  </a:lnTo>
                  <a:lnTo>
                    <a:pt x="3363415" y="1877416"/>
                  </a:lnTo>
                  <a:lnTo>
                    <a:pt x="3363885" y="1876985"/>
                  </a:lnTo>
                  <a:lnTo>
                    <a:pt x="3363885" y="1876554"/>
                  </a:lnTo>
                  <a:lnTo>
                    <a:pt x="3363885" y="1876124"/>
                  </a:lnTo>
                  <a:lnTo>
                    <a:pt x="3364003" y="1876124"/>
                  </a:lnTo>
                  <a:lnTo>
                    <a:pt x="3364120" y="1876124"/>
                  </a:lnTo>
                  <a:lnTo>
                    <a:pt x="3364473" y="1874832"/>
                  </a:lnTo>
                  <a:lnTo>
                    <a:pt x="3364944" y="1874832"/>
                  </a:lnTo>
                  <a:lnTo>
                    <a:pt x="3365061" y="1874832"/>
                  </a:lnTo>
                  <a:lnTo>
                    <a:pt x="3365179" y="1874832"/>
                  </a:lnTo>
                  <a:lnTo>
                    <a:pt x="3365296" y="1874832"/>
                  </a:lnTo>
                  <a:lnTo>
                    <a:pt x="3365532" y="1874401"/>
                  </a:lnTo>
                  <a:lnTo>
                    <a:pt x="3366002" y="1873971"/>
                  </a:lnTo>
                  <a:lnTo>
                    <a:pt x="3366237" y="1873971"/>
                  </a:lnTo>
                  <a:lnTo>
                    <a:pt x="3366590" y="1873971"/>
                  </a:lnTo>
                  <a:lnTo>
                    <a:pt x="3366708" y="1873971"/>
                  </a:lnTo>
                  <a:lnTo>
                    <a:pt x="3366943" y="1873540"/>
                  </a:lnTo>
                  <a:lnTo>
                    <a:pt x="3367178" y="1873540"/>
                  </a:lnTo>
                  <a:lnTo>
                    <a:pt x="3367296" y="1873540"/>
                  </a:lnTo>
                  <a:lnTo>
                    <a:pt x="3367884" y="1872679"/>
                  </a:lnTo>
                  <a:lnTo>
                    <a:pt x="3368119" y="1872248"/>
                  </a:lnTo>
                  <a:lnTo>
                    <a:pt x="3368237" y="1872248"/>
                  </a:lnTo>
                  <a:lnTo>
                    <a:pt x="3368237" y="1871818"/>
                  </a:lnTo>
                  <a:lnTo>
                    <a:pt x="3368237" y="1871387"/>
                  </a:lnTo>
                  <a:lnTo>
                    <a:pt x="3368707" y="1871387"/>
                  </a:lnTo>
                  <a:lnTo>
                    <a:pt x="3368825" y="1871387"/>
                  </a:lnTo>
                  <a:lnTo>
                    <a:pt x="3368943" y="1871387"/>
                  </a:lnTo>
                  <a:lnTo>
                    <a:pt x="3370001" y="1869234"/>
                  </a:lnTo>
                  <a:lnTo>
                    <a:pt x="3370119" y="1868804"/>
                  </a:lnTo>
                  <a:lnTo>
                    <a:pt x="3370236" y="1868804"/>
                  </a:lnTo>
                  <a:lnTo>
                    <a:pt x="3370589" y="1868373"/>
                  </a:lnTo>
                  <a:lnTo>
                    <a:pt x="3370824" y="1868373"/>
                  </a:lnTo>
                  <a:lnTo>
                    <a:pt x="3370942" y="1868373"/>
                  </a:lnTo>
                  <a:lnTo>
                    <a:pt x="3371060" y="1868373"/>
                  </a:lnTo>
                  <a:lnTo>
                    <a:pt x="3371530" y="1867081"/>
                  </a:lnTo>
                  <a:lnTo>
                    <a:pt x="3371648" y="1867081"/>
                  </a:lnTo>
                  <a:lnTo>
                    <a:pt x="3371765" y="1867081"/>
                  </a:lnTo>
                  <a:lnTo>
                    <a:pt x="3371765" y="1866651"/>
                  </a:lnTo>
                  <a:lnTo>
                    <a:pt x="3371883" y="1866651"/>
                  </a:lnTo>
                  <a:lnTo>
                    <a:pt x="3372000" y="1866220"/>
                  </a:lnTo>
                  <a:lnTo>
                    <a:pt x="3372236" y="1865789"/>
                  </a:lnTo>
                  <a:lnTo>
                    <a:pt x="3372471" y="1865789"/>
                  </a:lnTo>
                  <a:lnTo>
                    <a:pt x="3373294" y="1865789"/>
                  </a:lnTo>
                  <a:lnTo>
                    <a:pt x="3373882" y="1865789"/>
                  </a:lnTo>
                  <a:lnTo>
                    <a:pt x="3374000" y="1865359"/>
                  </a:lnTo>
                  <a:lnTo>
                    <a:pt x="3374000" y="1864928"/>
                  </a:lnTo>
                  <a:lnTo>
                    <a:pt x="3374118" y="1864928"/>
                  </a:lnTo>
                  <a:lnTo>
                    <a:pt x="3374235" y="1864928"/>
                  </a:lnTo>
                  <a:lnTo>
                    <a:pt x="3374588" y="1864928"/>
                  </a:lnTo>
                  <a:lnTo>
                    <a:pt x="3374823" y="1864928"/>
                  </a:lnTo>
                  <a:lnTo>
                    <a:pt x="3374823" y="1864498"/>
                  </a:lnTo>
                  <a:lnTo>
                    <a:pt x="3375647" y="1864498"/>
                  </a:lnTo>
                  <a:lnTo>
                    <a:pt x="3375764" y="1864498"/>
                  </a:lnTo>
                  <a:lnTo>
                    <a:pt x="3375882" y="1864067"/>
                  </a:lnTo>
                  <a:lnTo>
                    <a:pt x="3376235" y="1864067"/>
                  </a:lnTo>
                  <a:lnTo>
                    <a:pt x="3376352" y="1864067"/>
                  </a:lnTo>
                  <a:lnTo>
                    <a:pt x="3377293" y="1862345"/>
                  </a:lnTo>
                  <a:lnTo>
                    <a:pt x="3377646" y="1861483"/>
                  </a:lnTo>
                  <a:lnTo>
                    <a:pt x="3377764" y="1861483"/>
                  </a:lnTo>
                  <a:lnTo>
                    <a:pt x="3378352" y="1860622"/>
                  </a:lnTo>
                  <a:lnTo>
                    <a:pt x="3378704" y="1860192"/>
                  </a:lnTo>
                  <a:lnTo>
                    <a:pt x="3378822" y="1860192"/>
                  </a:lnTo>
                  <a:lnTo>
                    <a:pt x="3379645" y="1859761"/>
                  </a:lnTo>
                  <a:lnTo>
                    <a:pt x="3379881" y="1859761"/>
                  </a:lnTo>
                  <a:lnTo>
                    <a:pt x="3380469" y="1859330"/>
                  </a:lnTo>
                  <a:lnTo>
                    <a:pt x="3380822" y="1859330"/>
                  </a:lnTo>
                  <a:lnTo>
                    <a:pt x="3381057" y="1858900"/>
                  </a:lnTo>
                  <a:lnTo>
                    <a:pt x="3381410" y="1858469"/>
                  </a:lnTo>
                  <a:lnTo>
                    <a:pt x="3381410" y="1858039"/>
                  </a:lnTo>
                  <a:lnTo>
                    <a:pt x="3381527" y="1858039"/>
                  </a:lnTo>
                  <a:lnTo>
                    <a:pt x="3381762" y="1858039"/>
                  </a:lnTo>
                  <a:lnTo>
                    <a:pt x="3382586" y="1857608"/>
                  </a:lnTo>
                  <a:lnTo>
                    <a:pt x="3383174" y="1857608"/>
                  </a:lnTo>
                  <a:lnTo>
                    <a:pt x="3383527" y="1857608"/>
                  </a:lnTo>
                  <a:lnTo>
                    <a:pt x="3383644" y="1857177"/>
                  </a:lnTo>
                  <a:lnTo>
                    <a:pt x="3384115" y="1857177"/>
                  </a:lnTo>
                  <a:lnTo>
                    <a:pt x="3384468" y="1856747"/>
                  </a:lnTo>
                  <a:lnTo>
                    <a:pt x="3384468" y="1856316"/>
                  </a:lnTo>
                  <a:lnTo>
                    <a:pt x="3384703" y="1855024"/>
                  </a:lnTo>
                  <a:lnTo>
                    <a:pt x="3385173" y="1855024"/>
                  </a:lnTo>
                  <a:lnTo>
                    <a:pt x="3385173" y="1854594"/>
                  </a:lnTo>
                  <a:lnTo>
                    <a:pt x="3385173" y="1854163"/>
                  </a:lnTo>
                  <a:lnTo>
                    <a:pt x="3385291" y="1853733"/>
                  </a:lnTo>
                  <a:lnTo>
                    <a:pt x="3385761" y="1853733"/>
                  </a:lnTo>
                  <a:lnTo>
                    <a:pt x="3385997" y="1853733"/>
                  </a:lnTo>
                  <a:lnTo>
                    <a:pt x="3386114" y="1853733"/>
                  </a:lnTo>
                  <a:lnTo>
                    <a:pt x="3386232" y="1853733"/>
                  </a:lnTo>
                  <a:lnTo>
                    <a:pt x="3386232" y="1853302"/>
                  </a:lnTo>
                  <a:lnTo>
                    <a:pt x="3386702" y="1853302"/>
                  </a:lnTo>
                  <a:lnTo>
                    <a:pt x="3386937" y="1853302"/>
                  </a:lnTo>
                  <a:lnTo>
                    <a:pt x="3387055" y="1853302"/>
                  </a:lnTo>
                  <a:lnTo>
                    <a:pt x="3388819" y="1851149"/>
                  </a:lnTo>
                  <a:lnTo>
                    <a:pt x="3388937" y="1851149"/>
                  </a:lnTo>
                  <a:lnTo>
                    <a:pt x="3389055" y="1850718"/>
                  </a:lnTo>
                  <a:lnTo>
                    <a:pt x="3389407" y="1850718"/>
                  </a:lnTo>
                  <a:lnTo>
                    <a:pt x="3389643" y="1850718"/>
                  </a:lnTo>
                  <a:lnTo>
                    <a:pt x="3390113" y="1850288"/>
                  </a:lnTo>
                  <a:lnTo>
                    <a:pt x="3390231" y="1850288"/>
                  </a:lnTo>
                  <a:lnTo>
                    <a:pt x="3390348" y="1850288"/>
                  </a:lnTo>
                  <a:lnTo>
                    <a:pt x="3390584" y="1850288"/>
                  </a:lnTo>
                  <a:lnTo>
                    <a:pt x="3390701" y="1850288"/>
                  </a:lnTo>
                  <a:lnTo>
                    <a:pt x="3390936" y="1850288"/>
                  </a:lnTo>
                  <a:lnTo>
                    <a:pt x="3391054" y="1849427"/>
                  </a:lnTo>
                  <a:lnTo>
                    <a:pt x="3391172" y="1849427"/>
                  </a:lnTo>
                  <a:lnTo>
                    <a:pt x="3391289" y="1849427"/>
                  </a:lnTo>
                  <a:lnTo>
                    <a:pt x="3391524" y="1848996"/>
                  </a:lnTo>
                  <a:lnTo>
                    <a:pt x="3391642" y="1848996"/>
                  </a:lnTo>
                  <a:lnTo>
                    <a:pt x="3391760" y="1848996"/>
                  </a:lnTo>
                  <a:lnTo>
                    <a:pt x="3392465" y="1848996"/>
                  </a:lnTo>
                  <a:lnTo>
                    <a:pt x="3392818" y="1848996"/>
                  </a:lnTo>
                  <a:lnTo>
                    <a:pt x="3393171" y="1848996"/>
                  </a:lnTo>
                  <a:lnTo>
                    <a:pt x="3393289" y="1848996"/>
                  </a:lnTo>
                  <a:lnTo>
                    <a:pt x="3393406" y="1848996"/>
                  </a:lnTo>
                  <a:lnTo>
                    <a:pt x="3393406" y="1848565"/>
                  </a:lnTo>
                  <a:lnTo>
                    <a:pt x="3393994" y="1848565"/>
                  </a:lnTo>
                  <a:lnTo>
                    <a:pt x="3394230" y="1847704"/>
                  </a:lnTo>
                  <a:lnTo>
                    <a:pt x="3394347" y="1847704"/>
                  </a:lnTo>
                  <a:lnTo>
                    <a:pt x="3394582" y="1847704"/>
                  </a:lnTo>
                  <a:lnTo>
                    <a:pt x="3394700" y="1847704"/>
                  </a:lnTo>
                  <a:lnTo>
                    <a:pt x="3394818" y="1847274"/>
                  </a:lnTo>
                  <a:lnTo>
                    <a:pt x="3395170" y="1847274"/>
                  </a:lnTo>
                  <a:lnTo>
                    <a:pt x="3395406" y="1847274"/>
                  </a:lnTo>
                  <a:lnTo>
                    <a:pt x="3395876" y="1846843"/>
                  </a:lnTo>
                  <a:lnTo>
                    <a:pt x="3395994" y="1846412"/>
                  </a:lnTo>
                  <a:lnTo>
                    <a:pt x="3396229" y="1846412"/>
                  </a:lnTo>
                  <a:lnTo>
                    <a:pt x="3396464" y="1845982"/>
                  </a:lnTo>
                  <a:lnTo>
                    <a:pt x="3396699" y="1845982"/>
                  </a:lnTo>
                  <a:lnTo>
                    <a:pt x="3396699" y="1845551"/>
                  </a:lnTo>
                  <a:lnTo>
                    <a:pt x="3396817" y="1845121"/>
                  </a:lnTo>
                  <a:lnTo>
                    <a:pt x="3397876" y="1844259"/>
                  </a:lnTo>
                  <a:lnTo>
                    <a:pt x="3397993" y="1843829"/>
                  </a:lnTo>
                  <a:lnTo>
                    <a:pt x="3398228" y="1842968"/>
                  </a:lnTo>
                  <a:lnTo>
                    <a:pt x="3398934" y="1841245"/>
                  </a:lnTo>
                  <a:lnTo>
                    <a:pt x="3399052" y="1840815"/>
                  </a:lnTo>
                  <a:lnTo>
                    <a:pt x="3399169" y="1840815"/>
                  </a:lnTo>
                  <a:lnTo>
                    <a:pt x="3399522" y="1840815"/>
                  </a:lnTo>
                  <a:lnTo>
                    <a:pt x="3399993" y="1840815"/>
                  </a:lnTo>
                  <a:lnTo>
                    <a:pt x="3400110" y="1840815"/>
                  </a:lnTo>
                  <a:lnTo>
                    <a:pt x="3400228" y="1840815"/>
                  </a:lnTo>
                  <a:lnTo>
                    <a:pt x="3400463" y="1839953"/>
                  </a:lnTo>
                  <a:lnTo>
                    <a:pt x="3400463" y="1839523"/>
                  </a:lnTo>
                  <a:lnTo>
                    <a:pt x="3400463" y="1839092"/>
                  </a:lnTo>
                  <a:lnTo>
                    <a:pt x="3400581" y="1839092"/>
                  </a:lnTo>
                  <a:lnTo>
                    <a:pt x="3400581" y="1838662"/>
                  </a:lnTo>
                  <a:lnTo>
                    <a:pt x="3400698" y="1838662"/>
                  </a:lnTo>
                  <a:lnTo>
                    <a:pt x="3401169" y="1838662"/>
                  </a:lnTo>
                  <a:lnTo>
                    <a:pt x="3401404" y="1838662"/>
                  </a:lnTo>
                  <a:lnTo>
                    <a:pt x="3401639" y="1837800"/>
                  </a:lnTo>
                  <a:lnTo>
                    <a:pt x="3401874" y="1837800"/>
                  </a:lnTo>
                  <a:lnTo>
                    <a:pt x="3402227" y="1837800"/>
                  </a:lnTo>
                  <a:lnTo>
                    <a:pt x="3402345" y="1837800"/>
                  </a:lnTo>
                  <a:lnTo>
                    <a:pt x="3402345" y="1837370"/>
                  </a:lnTo>
                  <a:lnTo>
                    <a:pt x="3402580" y="1836939"/>
                  </a:lnTo>
                  <a:lnTo>
                    <a:pt x="3402580" y="1836509"/>
                  </a:lnTo>
                  <a:lnTo>
                    <a:pt x="3402815" y="1836509"/>
                  </a:lnTo>
                  <a:lnTo>
                    <a:pt x="3402933" y="1836509"/>
                  </a:lnTo>
                  <a:lnTo>
                    <a:pt x="3403168" y="1836078"/>
                  </a:lnTo>
                  <a:lnTo>
                    <a:pt x="3403286" y="1836078"/>
                  </a:lnTo>
                  <a:lnTo>
                    <a:pt x="3403639" y="1835217"/>
                  </a:lnTo>
                  <a:lnTo>
                    <a:pt x="3403756" y="1835217"/>
                  </a:lnTo>
                  <a:lnTo>
                    <a:pt x="3403874" y="1835217"/>
                  </a:lnTo>
                  <a:lnTo>
                    <a:pt x="3404462" y="1834356"/>
                  </a:lnTo>
                  <a:lnTo>
                    <a:pt x="3405168" y="1834356"/>
                  </a:lnTo>
                  <a:lnTo>
                    <a:pt x="3405403" y="1833925"/>
                  </a:lnTo>
                  <a:lnTo>
                    <a:pt x="3405403" y="1833064"/>
                  </a:lnTo>
                  <a:lnTo>
                    <a:pt x="3405521" y="1833064"/>
                  </a:lnTo>
                  <a:lnTo>
                    <a:pt x="3405991" y="1833064"/>
                  </a:lnTo>
                  <a:lnTo>
                    <a:pt x="3406226" y="1833064"/>
                  </a:lnTo>
                  <a:lnTo>
                    <a:pt x="3406697" y="1833064"/>
                  </a:lnTo>
                  <a:lnTo>
                    <a:pt x="3407285" y="1832633"/>
                  </a:lnTo>
                  <a:lnTo>
                    <a:pt x="3407873" y="1830050"/>
                  </a:lnTo>
                  <a:lnTo>
                    <a:pt x="3408108" y="1830050"/>
                  </a:lnTo>
                  <a:lnTo>
                    <a:pt x="3408226" y="1829619"/>
                  </a:lnTo>
                  <a:lnTo>
                    <a:pt x="3408343" y="1828758"/>
                  </a:lnTo>
                  <a:lnTo>
                    <a:pt x="3408461" y="1828758"/>
                  </a:lnTo>
                  <a:lnTo>
                    <a:pt x="3408579" y="1828327"/>
                  </a:lnTo>
                  <a:lnTo>
                    <a:pt x="3408814" y="1828327"/>
                  </a:lnTo>
                  <a:lnTo>
                    <a:pt x="3408931" y="1828327"/>
                  </a:lnTo>
                  <a:lnTo>
                    <a:pt x="3409167" y="1828327"/>
                  </a:lnTo>
                  <a:lnTo>
                    <a:pt x="3409402" y="1827897"/>
                  </a:lnTo>
                  <a:lnTo>
                    <a:pt x="3409755" y="1827897"/>
                  </a:lnTo>
                  <a:lnTo>
                    <a:pt x="3410107" y="1827466"/>
                  </a:lnTo>
                  <a:lnTo>
                    <a:pt x="3410225" y="1827466"/>
                  </a:lnTo>
                  <a:lnTo>
                    <a:pt x="3410343" y="1827466"/>
                  </a:lnTo>
                  <a:lnTo>
                    <a:pt x="3410578" y="1827466"/>
                  </a:lnTo>
                  <a:lnTo>
                    <a:pt x="3410696" y="1827466"/>
                  </a:lnTo>
                  <a:lnTo>
                    <a:pt x="3410931" y="1827466"/>
                  </a:lnTo>
                  <a:lnTo>
                    <a:pt x="3411284" y="1827466"/>
                  </a:lnTo>
                  <a:lnTo>
                    <a:pt x="3411989" y="1827466"/>
                  </a:lnTo>
                  <a:lnTo>
                    <a:pt x="3412107" y="1827035"/>
                  </a:lnTo>
                  <a:lnTo>
                    <a:pt x="3412342" y="1827035"/>
                  </a:lnTo>
                  <a:lnTo>
                    <a:pt x="3412813" y="1826174"/>
                  </a:lnTo>
                  <a:lnTo>
                    <a:pt x="3412930" y="1826174"/>
                  </a:lnTo>
                  <a:lnTo>
                    <a:pt x="3413401" y="1825744"/>
                  </a:lnTo>
                  <a:lnTo>
                    <a:pt x="3413401" y="1825313"/>
                  </a:lnTo>
                  <a:lnTo>
                    <a:pt x="3413518" y="1825313"/>
                  </a:lnTo>
                  <a:lnTo>
                    <a:pt x="3413636" y="1825313"/>
                  </a:lnTo>
                  <a:lnTo>
                    <a:pt x="3413754" y="1825313"/>
                  </a:lnTo>
                  <a:lnTo>
                    <a:pt x="3413989" y="1825313"/>
                  </a:lnTo>
                  <a:lnTo>
                    <a:pt x="3414342" y="1825313"/>
                  </a:lnTo>
                  <a:lnTo>
                    <a:pt x="3414342" y="1824882"/>
                  </a:lnTo>
                  <a:lnTo>
                    <a:pt x="3415047" y="1824882"/>
                  </a:lnTo>
                  <a:lnTo>
                    <a:pt x="3415283" y="1824882"/>
                  </a:lnTo>
                  <a:lnTo>
                    <a:pt x="3415635" y="1824452"/>
                  </a:lnTo>
                  <a:lnTo>
                    <a:pt x="3415871" y="1824452"/>
                  </a:lnTo>
                  <a:lnTo>
                    <a:pt x="3416341" y="1824452"/>
                  </a:lnTo>
                  <a:lnTo>
                    <a:pt x="3417047" y="1824452"/>
                  </a:lnTo>
                  <a:lnTo>
                    <a:pt x="3417635" y="1822729"/>
                  </a:lnTo>
                  <a:lnTo>
                    <a:pt x="3417870" y="1822729"/>
                  </a:lnTo>
                  <a:lnTo>
                    <a:pt x="3418811" y="1822729"/>
                  </a:lnTo>
                  <a:lnTo>
                    <a:pt x="3418929" y="1822729"/>
                  </a:lnTo>
                  <a:lnTo>
                    <a:pt x="3419164" y="1822729"/>
                  </a:lnTo>
                  <a:lnTo>
                    <a:pt x="3419517" y="1822299"/>
                  </a:lnTo>
                  <a:lnTo>
                    <a:pt x="3419634" y="1822299"/>
                  </a:lnTo>
                  <a:lnTo>
                    <a:pt x="3419752" y="1822299"/>
                  </a:lnTo>
                  <a:lnTo>
                    <a:pt x="3420222" y="1821868"/>
                  </a:lnTo>
                  <a:lnTo>
                    <a:pt x="3420340" y="1821868"/>
                  </a:lnTo>
                  <a:lnTo>
                    <a:pt x="3420575" y="1821438"/>
                  </a:lnTo>
                  <a:lnTo>
                    <a:pt x="3420575" y="1821007"/>
                  </a:lnTo>
                  <a:lnTo>
                    <a:pt x="3420928" y="1821007"/>
                  </a:lnTo>
                  <a:lnTo>
                    <a:pt x="3421046" y="1821007"/>
                  </a:lnTo>
                  <a:lnTo>
                    <a:pt x="3421163" y="1820576"/>
                  </a:lnTo>
                  <a:lnTo>
                    <a:pt x="3421281" y="1820146"/>
                  </a:lnTo>
                  <a:lnTo>
                    <a:pt x="3421516" y="1820146"/>
                  </a:lnTo>
                  <a:lnTo>
                    <a:pt x="3421634" y="1820146"/>
                  </a:lnTo>
                  <a:lnTo>
                    <a:pt x="3421634" y="1819715"/>
                  </a:lnTo>
                  <a:lnTo>
                    <a:pt x="3421634" y="1819285"/>
                  </a:lnTo>
                  <a:lnTo>
                    <a:pt x="3421751" y="1818854"/>
                  </a:lnTo>
                  <a:lnTo>
                    <a:pt x="3422104" y="1818423"/>
                  </a:lnTo>
                  <a:lnTo>
                    <a:pt x="3422692" y="1818423"/>
                  </a:lnTo>
                  <a:lnTo>
                    <a:pt x="3422810" y="1817562"/>
                  </a:lnTo>
                  <a:lnTo>
                    <a:pt x="3422810" y="1817132"/>
                  </a:lnTo>
                  <a:lnTo>
                    <a:pt x="3423045" y="1817132"/>
                  </a:lnTo>
                  <a:lnTo>
                    <a:pt x="3423045" y="1816701"/>
                  </a:lnTo>
                  <a:lnTo>
                    <a:pt x="3423398" y="1816270"/>
                  </a:lnTo>
                  <a:lnTo>
                    <a:pt x="3423868" y="1815409"/>
                  </a:lnTo>
                  <a:lnTo>
                    <a:pt x="3424339" y="1815409"/>
                  </a:lnTo>
                  <a:lnTo>
                    <a:pt x="3424456" y="1815409"/>
                  </a:lnTo>
                  <a:lnTo>
                    <a:pt x="3425280" y="1814548"/>
                  </a:lnTo>
                  <a:lnTo>
                    <a:pt x="3425868" y="1813687"/>
                  </a:lnTo>
                  <a:lnTo>
                    <a:pt x="3425985" y="1813687"/>
                  </a:lnTo>
                  <a:lnTo>
                    <a:pt x="3426103" y="1813687"/>
                  </a:lnTo>
                  <a:lnTo>
                    <a:pt x="3426926" y="1812395"/>
                  </a:lnTo>
                  <a:lnTo>
                    <a:pt x="3427044" y="1812395"/>
                  </a:lnTo>
                  <a:lnTo>
                    <a:pt x="3427279" y="1812395"/>
                  </a:lnTo>
                  <a:lnTo>
                    <a:pt x="3427514" y="1812395"/>
                  </a:lnTo>
                  <a:lnTo>
                    <a:pt x="3427632" y="1812395"/>
                  </a:lnTo>
                  <a:lnTo>
                    <a:pt x="3427750" y="1812395"/>
                  </a:lnTo>
                  <a:lnTo>
                    <a:pt x="3427867" y="1812395"/>
                  </a:lnTo>
                  <a:lnTo>
                    <a:pt x="3428102" y="1812395"/>
                  </a:lnTo>
                  <a:lnTo>
                    <a:pt x="3428338" y="1812395"/>
                  </a:lnTo>
                  <a:lnTo>
                    <a:pt x="3428573" y="1811964"/>
                  </a:lnTo>
                  <a:lnTo>
                    <a:pt x="3428691" y="1811964"/>
                  </a:lnTo>
                  <a:lnTo>
                    <a:pt x="3428808" y="1811964"/>
                  </a:lnTo>
                  <a:lnTo>
                    <a:pt x="3428926" y="1811964"/>
                  </a:lnTo>
                  <a:lnTo>
                    <a:pt x="3429043" y="1811964"/>
                  </a:lnTo>
                  <a:lnTo>
                    <a:pt x="3429161" y="1811964"/>
                  </a:lnTo>
                  <a:lnTo>
                    <a:pt x="3431278" y="1806797"/>
                  </a:lnTo>
                  <a:lnTo>
                    <a:pt x="3431396" y="1806797"/>
                  </a:lnTo>
                  <a:lnTo>
                    <a:pt x="3431866" y="1806797"/>
                  </a:lnTo>
                  <a:lnTo>
                    <a:pt x="3431984" y="1806797"/>
                  </a:lnTo>
                  <a:lnTo>
                    <a:pt x="3431984" y="1806367"/>
                  </a:lnTo>
                  <a:lnTo>
                    <a:pt x="3432101" y="1806367"/>
                  </a:lnTo>
                  <a:lnTo>
                    <a:pt x="3432689" y="1805936"/>
                  </a:lnTo>
                  <a:lnTo>
                    <a:pt x="3432807" y="1805936"/>
                  </a:lnTo>
                  <a:lnTo>
                    <a:pt x="3433160" y="1805936"/>
                  </a:lnTo>
                  <a:lnTo>
                    <a:pt x="3433513" y="1805505"/>
                  </a:lnTo>
                  <a:lnTo>
                    <a:pt x="3433513" y="1804644"/>
                  </a:lnTo>
                  <a:lnTo>
                    <a:pt x="3433513" y="1803783"/>
                  </a:lnTo>
                  <a:lnTo>
                    <a:pt x="3433748" y="1803352"/>
                  </a:lnTo>
                  <a:lnTo>
                    <a:pt x="3434336" y="1803352"/>
                  </a:lnTo>
                  <a:lnTo>
                    <a:pt x="3434571" y="1803352"/>
                  </a:lnTo>
                  <a:lnTo>
                    <a:pt x="3434571" y="1802922"/>
                  </a:lnTo>
                  <a:lnTo>
                    <a:pt x="3434689" y="1802922"/>
                  </a:lnTo>
                  <a:lnTo>
                    <a:pt x="3435042" y="1802922"/>
                  </a:lnTo>
                  <a:lnTo>
                    <a:pt x="3435159" y="1802922"/>
                  </a:lnTo>
                  <a:lnTo>
                    <a:pt x="3435277" y="1801630"/>
                  </a:lnTo>
                  <a:lnTo>
                    <a:pt x="3435277" y="1801199"/>
                  </a:lnTo>
                  <a:lnTo>
                    <a:pt x="3435395" y="1801199"/>
                  </a:lnTo>
                  <a:lnTo>
                    <a:pt x="3435865" y="1799908"/>
                  </a:lnTo>
                  <a:lnTo>
                    <a:pt x="3436100" y="1799046"/>
                  </a:lnTo>
                  <a:lnTo>
                    <a:pt x="3436453" y="1798616"/>
                  </a:lnTo>
                  <a:lnTo>
                    <a:pt x="3437276" y="1797755"/>
                  </a:lnTo>
                  <a:lnTo>
                    <a:pt x="3437394" y="1797755"/>
                  </a:lnTo>
                  <a:lnTo>
                    <a:pt x="3437629" y="1797755"/>
                  </a:lnTo>
                  <a:lnTo>
                    <a:pt x="3437864" y="1796463"/>
                  </a:lnTo>
                  <a:lnTo>
                    <a:pt x="3438100" y="1796032"/>
                  </a:lnTo>
                  <a:lnTo>
                    <a:pt x="3438217" y="1796032"/>
                  </a:lnTo>
                  <a:lnTo>
                    <a:pt x="3438453" y="1796032"/>
                  </a:lnTo>
                  <a:lnTo>
                    <a:pt x="3438688" y="1795602"/>
                  </a:lnTo>
                  <a:lnTo>
                    <a:pt x="3438805" y="1795602"/>
                  </a:lnTo>
                  <a:lnTo>
                    <a:pt x="3439629" y="1795602"/>
                  </a:lnTo>
                  <a:lnTo>
                    <a:pt x="3439864" y="1795602"/>
                  </a:lnTo>
                  <a:lnTo>
                    <a:pt x="3440099" y="1795602"/>
                  </a:lnTo>
                  <a:lnTo>
                    <a:pt x="3440217" y="1795602"/>
                  </a:lnTo>
                  <a:lnTo>
                    <a:pt x="3440452" y="1795602"/>
                  </a:lnTo>
                  <a:lnTo>
                    <a:pt x="3440805" y="1795171"/>
                  </a:lnTo>
                  <a:lnTo>
                    <a:pt x="3440922" y="1795171"/>
                  </a:lnTo>
                  <a:lnTo>
                    <a:pt x="3440922" y="1794310"/>
                  </a:lnTo>
                  <a:lnTo>
                    <a:pt x="3441040" y="1794310"/>
                  </a:lnTo>
                  <a:lnTo>
                    <a:pt x="3441275" y="1794310"/>
                  </a:lnTo>
                  <a:lnTo>
                    <a:pt x="3441511" y="1793879"/>
                  </a:lnTo>
                  <a:lnTo>
                    <a:pt x="3441863" y="1793449"/>
                  </a:lnTo>
                  <a:lnTo>
                    <a:pt x="3441981" y="1793449"/>
                  </a:lnTo>
                  <a:lnTo>
                    <a:pt x="3442099" y="1793449"/>
                  </a:lnTo>
                  <a:lnTo>
                    <a:pt x="3442334" y="1793449"/>
                  </a:lnTo>
                  <a:lnTo>
                    <a:pt x="3442451" y="1793449"/>
                  </a:lnTo>
                  <a:lnTo>
                    <a:pt x="3442804" y="1793449"/>
                  </a:lnTo>
                  <a:lnTo>
                    <a:pt x="3442922" y="1793449"/>
                  </a:lnTo>
                  <a:lnTo>
                    <a:pt x="3443745" y="1792587"/>
                  </a:lnTo>
                  <a:lnTo>
                    <a:pt x="3443745" y="1792157"/>
                  </a:lnTo>
                  <a:lnTo>
                    <a:pt x="3444098" y="1792157"/>
                  </a:lnTo>
                  <a:lnTo>
                    <a:pt x="3444333" y="1792157"/>
                  </a:lnTo>
                  <a:lnTo>
                    <a:pt x="3444451" y="1792157"/>
                  </a:lnTo>
                  <a:lnTo>
                    <a:pt x="3444686" y="1791296"/>
                  </a:lnTo>
                  <a:lnTo>
                    <a:pt x="3445039" y="1791296"/>
                  </a:lnTo>
                  <a:lnTo>
                    <a:pt x="3445157" y="1790434"/>
                  </a:lnTo>
                  <a:lnTo>
                    <a:pt x="3445274" y="1790434"/>
                  </a:lnTo>
                  <a:lnTo>
                    <a:pt x="3445627" y="1790434"/>
                  </a:lnTo>
                  <a:lnTo>
                    <a:pt x="3445980" y="1789573"/>
                  </a:lnTo>
                  <a:lnTo>
                    <a:pt x="3446215" y="1789573"/>
                  </a:lnTo>
                  <a:lnTo>
                    <a:pt x="3446333" y="1789143"/>
                  </a:lnTo>
                  <a:lnTo>
                    <a:pt x="3446450" y="1789143"/>
                  </a:lnTo>
                  <a:lnTo>
                    <a:pt x="3446686" y="1789143"/>
                  </a:lnTo>
                  <a:lnTo>
                    <a:pt x="3447038" y="1789143"/>
                  </a:lnTo>
                  <a:lnTo>
                    <a:pt x="3447391" y="1788712"/>
                  </a:lnTo>
                  <a:lnTo>
                    <a:pt x="3447509" y="1788712"/>
                  </a:lnTo>
                  <a:lnTo>
                    <a:pt x="3447626" y="1788712"/>
                  </a:lnTo>
                  <a:lnTo>
                    <a:pt x="3447744" y="1788712"/>
                  </a:lnTo>
                  <a:lnTo>
                    <a:pt x="3447744" y="1788281"/>
                  </a:lnTo>
                  <a:lnTo>
                    <a:pt x="3447979" y="1788281"/>
                  </a:lnTo>
                  <a:lnTo>
                    <a:pt x="3448567" y="1788281"/>
                  </a:lnTo>
                  <a:lnTo>
                    <a:pt x="3448685" y="1788281"/>
                  </a:lnTo>
                  <a:lnTo>
                    <a:pt x="3448685" y="1787851"/>
                  </a:lnTo>
                  <a:lnTo>
                    <a:pt x="3448803" y="1787420"/>
                  </a:lnTo>
                  <a:lnTo>
                    <a:pt x="3449038" y="1787420"/>
                  </a:lnTo>
                  <a:lnTo>
                    <a:pt x="3449626" y="1786128"/>
                  </a:lnTo>
                  <a:lnTo>
                    <a:pt x="3449979" y="1786128"/>
                  </a:lnTo>
                  <a:lnTo>
                    <a:pt x="3450449" y="1786128"/>
                  </a:lnTo>
                  <a:lnTo>
                    <a:pt x="3450567" y="1786128"/>
                  </a:lnTo>
                  <a:lnTo>
                    <a:pt x="3451272" y="1785698"/>
                  </a:lnTo>
                  <a:lnTo>
                    <a:pt x="3451743" y="1785698"/>
                  </a:lnTo>
                  <a:lnTo>
                    <a:pt x="3451743" y="1785267"/>
                  </a:lnTo>
                  <a:lnTo>
                    <a:pt x="3451861" y="1785267"/>
                  </a:lnTo>
                  <a:lnTo>
                    <a:pt x="3451978" y="1785267"/>
                  </a:lnTo>
                  <a:lnTo>
                    <a:pt x="3452331" y="1785267"/>
                  </a:lnTo>
                  <a:lnTo>
                    <a:pt x="3452331" y="1784837"/>
                  </a:lnTo>
                  <a:lnTo>
                    <a:pt x="3452449" y="1784837"/>
                  </a:lnTo>
                  <a:lnTo>
                    <a:pt x="3452919" y="1784837"/>
                  </a:lnTo>
                  <a:lnTo>
                    <a:pt x="3453154" y="1784406"/>
                  </a:lnTo>
                  <a:lnTo>
                    <a:pt x="3453390" y="1783975"/>
                  </a:lnTo>
                  <a:lnTo>
                    <a:pt x="3453742" y="1783975"/>
                  </a:lnTo>
                  <a:lnTo>
                    <a:pt x="3454213" y="1783114"/>
                  </a:lnTo>
                  <a:lnTo>
                    <a:pt x="3454566" y="1783114"/>
                  </a:lnTo>
                  <a:lnTo>
                    <a:pt x="3454683" y="1783114"/>
                  </a:lnTo>
                  <a:lnTo>
                    <a:pt x="3455036" y="1782684"/>
                  </a:lnTo>
                  <a:lnTo>
                    <a:pt x="3455271" y="1782684"/>
                  </a:lnTo>
                  <a:lnTo>
                    <a:pt x="3455271" y="1782253"/>
                  </a:lnTo>
                  <a:lnTo>
                    <a:pt x="3455507" y="1782253"/>
                  </a:lnTo>
                  <a:lnTo>
                    <a:pt x="3455624" y="1782253"/>
                  </a:lnTo>
                  <a:lnTo>
                    <a:pt x="3455859" y="1782253"/>
                  </a:lnTo>
                  <a:lnTo>
                    <a:pt x="3455977" y="1782253"/>
                  </a:lnTo>
                  <a:lnTo>
                    <a:pt x="3457859" y="1781392"/>
                  </a:lnTo>
                  <a:lnTo>
                    <a:pt x="3457977" y="1781392"/>
                  </a:lnTo>
                  <a:lnTo>
                    <a:pt x="3458094" y="1781392"/>
                  </a:lnTo>
                  <a:lnTo>
                    <a:pt x="3458329" y="1781392"/>
                  </a:lnTo>
                  <a:lnTo>
                    <a:pt x="3458565" y="1781392"/>
                  </a:lnTo>
                  <a:lnTo>
                    <a:pt x="3458682" y="1780961"/>
                  </a:lnTo>
                  <a:lnTo>
                    <a:pt x="3458682" y="1780531"/>
                  </a:lnTo>
                  <a:lnTo>
                    <a:pt x="3458800" y="1780531"/>
                  </a:lnTo>
                  <a:lnTo>
                    <a:pt x="3459270" y="1779669"/>
                  </a:lnTo>
                  <a:lnTo>
                    <a:pt x="3459270" y="1779239"/>
                  </a:lnTo>
                  <a:lnTo>
                    <a:pt x="3459623" y="1779239"/>
                  </a:lnTo>
                  <a:lnTo>
                    <a:pt x="3459741" y="1779239"/>
                  </a:lnTo>
                  <a:lnTo>
                    <a:pt x="3460094" y="1778378"/>
                  </a:lnTo>
                  <a:lnTo>
                    <a:pt x="3460329" y="1778378"/>
                  </a:lnTo>
                  <a:lnTo>
                    <a:pt x="3460682" y="1778378"/>
                  </a:lnTo>
                  <a:lnTo>
                    <a:pt x="3460799" y="1778378"/>
                  </a:lnTo>
                  <a:lnTo>
                    <a:pt x="3460917" y="1778378"/>
                  </a:lnTo>
                  <a:lnTo>
                    <a:pt x="3461270" y="1778378"/>
                  </a:lnTo>
                  <a:lnTo>
                    <a:pt x="3462328" y="1777516"/>
                  </a:lnTo>
                  <a:lnTo>
                    <a:pt x="3462446" y="1777516"/>
                  </a:lnTo>
                  <a:lnTo>
                    <a:pt x="3462799" y="1777516"/>
                  </a:lnTo>
                  <a:lnTo>
                    <a:pt x="3462916" y="1777516"/>
                  </a:lnTo>
                  <a:lnTo>
                    <a:pt x="3463034" y="1777516"/>
                  </a:lnTo>
                  <a:lnTo>
                    <a:pt x="3463269" y="1777086"/>
                  </a:lnTo>
                  <a:lnTo>
                    <a:pt x="3463387" y="1777086"/>
                  </a:lnTo>
                  <a:lnTo>
                    <a:pt x="3463504" y="1777086"/>
                  </a:lnTo>
                  <a:lnTo>
                    <a:pt x="3464210" y="1776655"/>
                  </a:lnTo>
                  <a:lnTo>
                    <a:pt x="3464681" y="1776225"/>
                  </a:lnTo>
                  <a:lnTo>
                    <a:pt x="3464798" y="1775794"/>
                  </a:lnTo>
                  <a:lnTo>
                    <a:pt x="3465151" y="1775794"/>
                  </a:lnTo>
                  <a:lnTo>
                    <a:pt x="3465269" y="1775794"/>
                  </a:lnTo>
                  <a:lnTo>
                    <a:pt x="3465269" y="1774933"/>
                  </a:lnTo>
                  <a:lnTo>
                    <a:pt x="3465386" y="1774933"/>
                  </a:lnTo>
                  <a:lnTo>
                    <a:pt x="3465621" y="1774933"/>
                  </a:lnTo>
                  <a:lnTo>
                    <a:pt x="3465739" y="1774933"/>
                  </a:lnTo>
                  <a:lnTo>
                    <a:pt x="3466092" y="1774072"/>
                  </a:lnTo>
                  <a:lnTo>
                    <a:pt x="3466210" y="1774072"/>
                  </a:lnTo>
                  <a:lnTo>
                    <a:pt x="3466680" y="1773641"/>
                  </a:lnTo>
                  <a:lnTo>
                    <a:pt x="3467033" y="1773641"/>
                  </a:lnTo>
                  <a:lnTo>
                    <a:pt x="3467268" y="1772780"/>
                  </a:lnTo>
                  <a:lnTo>
                    <a:pt x="3467386" y="1772780"/>
                  </a:lnTo>
                  <a:lnTo>
                    <a:pt x="3467503" y="1772780"/>
                  </a:lnTo>
                  <a:lnTo>
                    <a:pt x="3467738" y="1772780"/>
                  </a:lnTo>
                  <a:lnTo>
                    <a:pt x="3468091" y="1772780"/>
                  </a:lnTo>
                  <a:lnTo>
                    <a:pt x="3468209" y="1772780"/>
                  </a:lnTo>
                  <a:lnTo>
                    <a:pt x="3468915" y="1772349"/>
                  </a:lnTo>
                  <a:lnTo>
                    <a:pt x="3469150" y="1772349"/>
                  </a:lnTo>
                  <a:lnTo>
                    <a:pt x="3469267" y="1772349"/>
                  </a:lnTo>
                  <a:lnTo>
                    <a:pt x="3469385" y="1772349"/>
                  </a:lnTo>
                  <a:lnTo>
                    <a:pt x="3469620" y="1772349"/>
                  </a:lnTo>
                  <a:lnTo>
                    <a:pt x="3469620" y="1771919"/>
                  </a:lnTo>
                  <a:lnTo>
                    <a:pt x="3469738" y="1771919"/>
                  </a:lnTo>
                  <a:lnTo>
                    <a:pt x="3469856" y="1771057"/>
                  </a:lnTo>
                  <a:lnTo>
                    <a:pt x="3470208" y="1771057"/>
                  </a:lnTo>
                  <a:lnTo>
                    <a:pt x="3470796" y="1771057"/>
                  </a:lnTo>
                  <a:lnTo>
                    <a:pt x="3470914" y="1771057"/>
                  </a:lnTo>
                  <a:lnTo>
                    <a:pt x="3471149" y="1771057"/>
                  </a:lnTo>
                  <a:lnTo>
                    <a:pt x="3471267" y="1771057"/>
                  </a:lnTo>
                  <a:lnTo>
                    <a:pt x="3471502" y="1771057"/>
                  </a:lnTo>
                  <a:lnTo>
                    <a:pt x="3471620" y="1771057"/>
                  </a:lnTo>
                  <a:lnTo>
                    <a:pt x="3471737" y="1771057"/>
                  </a:lnTo>
                  <a:lnTo>
                    <a:pt x="3472090" y="1771057"/>
                  </a:lnTo>
                  <a:lnTo>
                    <a:pt x="3472443" y="1771057"/>
                  </a:lnTo>
                  <a:lnTo>
                    <a:pt x="3472561" y="1771057"/>
                  </a:lnTo>
                  <a:lnTo>
                    <a:pt x="3472678" y="1771057"/>
                  </a:lnTo>
                  <a:lnTo>
                    <a:pt x="3473031" y="1771057"/>
                  </a:lnTo>
                  <a:lnTo>
                    <a:pt x="3473502" y="1770627"/>
                  </a:lnTo>
                  <a:lnTo>
                    <a:pt x="3473737" y="1770196"/>
                  </a:lnTo>
                  <a:lnTo>
                    <a:pt x="3473972" y="1769766"/>
                  </a:lnTo>
                  <a:lnTo>
                    <a:pt x="3474090" y="1769766"/>
                  </a:lnTo>
                  <a:lnTo>
                    <a:pt x="3474090" y="1768904"/>
                  </a:lnTo>
                  <a:lnTo>
                    <a:pt x="3474325" y="1768904"/>
                  </a:lnTo>
                  <a:lnTo>
                    <a:pt x="3474325" y="1768474"/>
                  </a:lnTo>
                  <a:lnTo>
                    <a:pt x="3474678" y="1768474"/>
                  </a:lnTo>
                  <a:lnTo>
                    <a:pt x="3474795" y="1768043"/>
                  </a:lnTo>
                  <a:lnTo>
                    <a:pt x="3475148" y="1767182"/>
                  </a:lnTo>
                  <a:lnTo>
                    <a:pt x="3475266" y="1767182"/>
                  </a:lnTo>
                  <a:lnTo>
                    <a:pt x="3475854" y="1767182"/>
                  </a:lnTo>
                  <a:lnTo>
                    <a:pt x="3476089" y="1767182"/>
                  </a:lnTo>
                  <a:lnTo>
                    <a:pt x="3476677" y="1765029"/>
                  </a:lnTo>
                  <a:lnTo>
                    <a:pt x="3476795" y="1765029"/>
                  </a:lnTo>
                  <a:lnTo>
                    <a:pt x="3476912" y="1765029"/>
                  </a:lnTo>
                  <a:lnTo>
                    <a:pt x="3477148" y="1764598"/>
                  </a:lnTo>
                  <a:lnTo>
                    <a:pt x="3477265" y="1764598"/>
                  </a:lnTo>
                  <a:lnTo>
                    <a:pt x="3477618" y="1764598"/>
                  </a:lnTo>
                  <a:lnTo>
                    <a:pt x="3478206" y="1764168"/>
                  </a:lnTo>
                  <a:lnTo>
                    <a:pt x="3478324" y="1764168"/>
                  </a:lnTo>
                  <a:lnTo>
                    <a:pt x="3478324" y="1763737"/>
                  </a:lnTo>
                  <a:lnTo>
                    <a:pt x="3478794" y="1763307"/>
                  </a:lnTo>
                  <a:lnTo>
                    <a:pt x="3478912" y="1763307"/>
                  </a:lnTo>
                  <a:lnTo>
                    <a:pt x="3479029" y="1763307"/>
                  </a:lnTo>
                  <a:lnTo>
                    <a:pt x="3479147" y="1763307"/>
                  </a:lnTo>
                  <a:lnTo>
                    <a:pt x="3479382" y="1763307"/>
                  </a:lnTo>
                  <a:lnTo>
                    <a:pt x="3479382" y="1762876"/>
                  </a:lnTo>
                  <a:lnTo>
                    <a:pt x="3479500" y="1762876"/>
                  </a:lnTo>
                  <a:lnTo>
                    <a:pt x="3479618" y="1762876"/>
                  </a:lnTo>
                  <a:lnTo>
                    <a:pt x="3479853" y="1762876"/>
                  </a:lnTo>
                  <a:lnTo>
                    <a:pt x="3479970" y="1762015"/>
                  </a:lnTo>
                  <a:lnTo>
                    <a:pt x="3480206" y="1760723"/>
                  </a:lnTo>
                  <a:lnTo>
                    <a:pt x="3480676" y="1760723"/>
                  </a:lnTo>
                  <a:lnTo>
                    <a:pt x="3480794" y="1760723"/>
                  </a:lnTo>
                  <a:lnTo>
                    <a:pt x="3480911" y="1760292"/>
                  </a:lnTo>
                  <a:lnTo>
                    <a:pt x="3481499" y="1760292"/>
                  </a:lnTo>
                  <a:lnTo>
                    <a:pt x="3481735" y="1760292"/>
                  </a:lnTo>
                  <a:lnTo>
                    <a:pt x="3481852" y="1760292"/>
                  </a:lnTo>
                  <a:lnTo>
                    <a:pt x="3482205" y="1760292"/>
                  </a:lnTo>
                  <a:lnTo>
                    <a:pt x="3482205" y="1759862"/>
                  </a:lnTo>
                  <a:lnTo>
                    <a:pt x="3482558" y="1759001"/>
                  </a:lnTo>
                  <a:lnTo>
                    <a:pt x="3482558" y="1758570"/>
                  </a:lnTo>
                  <a:lnTo>
                    <a:pt x="3482793" y="1758570"/>
                  </a:lnTo>
                  <a:lnTo>
                    <a:pt x="3482911" y="1758570"/>
                  </a:lnTo>
                  <a:lnTo>
                    <a:pt x="3482911" y="1758139"/>
                  </a:lnTo>
                  <a:lnTo>
                    <a:pt x="3483852" y="1757278"/>
                  </a:lnTo>
                  <a:lnTo>
                    <a:pt x="3484087" y="1756417"/>
                  </a:lnTo>
                  <a:lnTo>
                    <a:pt x="3484440" y="1756417"/>
                  </a:lnTo>
                  <a:lnTo>
                    <a:pt x="3484793" y="1756417"/>
                  </a:lnTo>
                  <a:lnTo>
                    <a:pt x="3484793" y="1755986"/>
                  </a:lnTo>
                  <a:lnTo>
                    <a:pt x="3484793" y="1755125"/>
                  </a:lnTo>
                  <a:lnTo>
                    <a:pt x="3485028" y="1755125"/>
                  </a:lnTo>
                  <a:lnTo>
                    <a:pt x="3485145" y="1755125"/>
                  </a:lnTo>
                  <a:lnTo>
                    <a:pt x="3485498" y="1755125"/>
                  </a:lnTo>
                  <a:lnTo>
                    <a:pt x="3485733" y="1754695"/>
                  </a:lnTo>
                  <a:lnTo>
                    <a:pt x="3486086" y="1754695"/>
                  </a:lnTo>
                  <a:lnTo>
                    <a:pt x="3486322" y="1754695"/>
                  </a:lnTo>
                  <a:lnTo>
                    <a:pt x="3486674" y="1754695"/>
                  </a:lnTo>
                  <a:lnTo>
                    <a:pt x="3486792" y="1754695"/>
                  </a:lnTo>
                  <a:lnTo>
                    <a:pt x="3486910" y="1754695"/>
                  </a:lnTo>
                  <a:lnTo>
                    <a:pt x="3487380" y="1753833"/>
                  </a:lnTo>
                  <a:lnTo>
                    <a:pt x="3487851" y="1753833"/>
                  </a:lnTo>
                  <a:lnTo>
                    <a:pt x="3487968" y="1753833"/>
                  </a:lnTo>
                  <a:lnTo>
                    <a:pt x="3488086" y="1753833"/>
                  </a:lnTo>
                  <a:lnTo>
                    <a:pt x="3488203" y="1753833"/>
                  </a:lnTo>
                  <a:lnTo>
                    <a:pt x="3490320" y="1749958"/>
                  </a:lnTo>
                  <a:lnTo>
                    <a:pt x="3490556" y="1749527"/>
                  </a:lnTo>
                  <a:lnTo>
                    <a:pt x="3490673" y="1748236"/>
                  </a:lnTo>
                  <a:lnTo>
                    <a:pt x="3490791" y="1747805"/>
                  </a:lnTo>
                  <a:lnTo>
                    <a:pt x="3491026" y="1747805"/>
                  </a:lnTo>
                  <a:lnTo>
                    <a:pt x="3491144" y="1747805"/>
                  </a:lnTo>
                  <a:lnTo>
                    <a:pt x="3491379" y="1746944"/>
                  </a:lnTo>
                  <a:lnTo>
                    <a:pt x="3491379" y="1746513"/>
                  </a:lnTo>
                  <a:lnTo>
                    <a:pt x="3492202" y="1746083"/>
                  </a:lnTo>
                  <a:lnTo>
                    <a:pt x="3492202" y="1745652"/>
                  </a:lnTo>
                  <a:lnTo>
                    <a:pt x="3492673" y="1745221"/>
                  </a:lnTo>
                  <a:lnTo>
                    <a:pt x="3493261" y="1744791"/>
                  </a:lnTo>
                  <a:lnTo>
                    <a:pt x="3493496" y="1744791"/>
                  </a:lnTo>
                  <a:lnTo>
                    <a:pt x="3493849" y="1744360"/>
                  </a:lnTo>
                  <a:lnTo>
                    <a:pt x="3493849" y="1743499"/>
                  </a:lnTo>
                  <a:lnTo>
                    <a:pt x="3494084" y="1743499"/>
                  </a:lnTo>
                  <a:lnTo>
                    <a:pt x="3494202" y="1743499"/>
                  </a:lnTo>
                  <a:lnTo>
                    <a:pt x="3494437" y="1743499"/>
                  </a:lnTo>
                  <a:lnTo>
                    <a:pt x="3494437" y="1743068"/>
                  </a:lnTo>
                  <a:lnTo>
                    <a:pt x="3494672" y="1743068"/>
                  </a:lnTo>
                  <a:lnTo>
                    <a:pt x="3494790" y="1743068"/>
                  </a:lnTo>
                  <a:lnTo>
                    <a:pt x="3494907" y="1742638"/>
                  </a:lnTo>
                  <a:lnTo>
                    <a:pt x="3495143" y="1742207"/>
                  </a:lnTo>
                  <a:lnTo>
                    <a:pt x="3495260" y="1742207"/>
                  </a:lnTo>
                  <a:lnTo>
                    <a:pt x="3495378" y="1742207"/>
                  </a:lnTo>
                  <a:lnTo>
                    <a:pt x="3496319" y="1741777"/>
                  </a:lnTo>
                  <a:lnTo>
                    <a:pt x="3496672" y="1741777"/>
                  </a:lnTo>
                  <a:lnTo>
                    <a:pt x="3497377" y="1741777"/>
                  </a:lnTo>
                  <a:lnTo>
                    <a:pt x="3498083" y="1741346"/>
                  </a:lnTo>
                  <a:lnTo>
                    <a:pt x="3498201" y="1741346"/>
                  </a:lnTo>
                  <a:lnTo>
                    <a:pt x="3498201" y="1740915"/>
                  </a:lnTo>
                  <a:lnTo>
                    <a:pt x="3498436" y="1740054"/>
                  </a:lnTo>
                  <a:lnTo>
                    <a:pt x="3498906" y="1739193"/>
                  </a:lnTo>
                  <a:lnTo>
                    <a:pt x="3499141" y="1738332"/>
                  </a:lnTo>
                  <a:lnTo>
                    <a:pt x="3499259" y="1738332"/>
                  </a:lnTo>
                  <a:lnTo>
                    <a:pt x="3499377" y="1738332"/>
                  </a:lnTo>
                  <a:lnTo>
                    <a:pt x="3499494" y="1738332"/>
                  </a:lnTo>
                  <a:lnTo>
                    <a:pt x="3499965" y="1737471"/>
                  </a:lnTo>
                  <a:lnTo>
                    <a:pt x="3500082" y="1737040"/>
                  </a:lnTo>
                  <a:lnTo>
                    <a:pt x="3500318" y="1737040"/>
                  </a:lnTo>
                  <a:lnTo>
                    <a:pt x="3500318" y="1736609"/>
                  </a:lnTo>
                  <a:lnTo>
                    <a:pt x="3500670" y="1736179"/>
                  </a:lnTo>
                  <a:lnTo>
                    <a:pt x="3501259" y="1734887"/>
                  </a:lnTo>
                  <a:lnTo>
                    <a:pt x="3501611" y="1734887"/>
                  </a:lnTo>
                  <a:lnTo>
                    <a:pt x="3501964" y="1734887"/>
                  </a:lnTo>
                  <a:lnTo>
                    <a:pt x="3502317" y="1734887"/>
                  </a:lnTo>
                  <a:lnTo>
                    <a:pt x="3502670" y="1734026"/>
                  </a:lnTo>
                  <a:lnTo>
                    <a:pt x="3502905" y="1733165"/>
                  </a:lnTo>
                  <a:lnTo>
                    <a:pt x="3503258" y="1733165"/>
                  </a:lnTo>
                  <a:lnTo>
                    <a:pt x="3503493" y="1733165"/>
                  </a:lnTo>
                  <a:lnTo>
                    <a:pt x="3504199" y="1732303"/>
                  </a:lnTo>
                  <a:lnTo>
                    <a:pt x="3504787" y="1731873"/>
                  </a:lnTo>
                  <a:lnTo>
                    <a:pt x="3504787" y="1731442"/>
                  </a:lnTo>
                  <a:lnTo>
                    <a:pt x="3504905" y="1731442"/>
                  </a:lnTo>
                  <a:lnTo>
                    <a:pt x="3505140" y="1731442"/>
                  </a:lnTo>
                  <a:lnTo>
                    <a:pt x="3505257" y="1731442"/>
                  </a:lnTo>
                  <a:lnTo>
                    <a:pt x="3505375" y="1731442"/>
                  </a:lnTo>
                  <a:lnTo>
                    <a:pt x="3505963" y="1730581"/>
                  </a:lnTo>
                  <a:lnTo>
                    <a:pt x="3505963" y="1730150"/>
                  </a:lnTo>
                  <a:lnTo>
                    <a:pt x="3506316" y="1729720"/>
                  </a:lnTo>
                  <a:lnTo>
                    <a:pt x="3506316" y="1729289"/>
                  </a:lnTo>
                  <a:lnTo>
                    <a:pt x="3506434" y="1729289"/>
                  </a:lnTo>
                  <a:lnTo>
                    <a:pt x="3506551" y="1729289"/>
                  </a:lnTo>
                  <a:lnTo>
                    <a:pt x="3507022" y="1729289"/>
                  </a:lnTo>
                  <a:lnTo>
                    <a:pt x="3507139" y="1729289"/>
                  </a:lnTo>
                  <a:lnTo>
                    <a:pt x="3507374" y="1728859"/>
                  </a:lnTo>
                  <a:lnTo>
                    <a:pt x="3507727" y="1728859"/>
                  </a:lnTo>
                  <a:lnTo>
                    <a:pt x="3508080" y="1728859"/>
                  </a:lnTo>
                  <a:lnTo>
                    <a:pt x="3508315" y="1728859"/>
                  </a:lnTo>
                  <a:lnTo>
                    <a:pt x="3508433" y="1728859"/>
                  </a:lnTo>
                  <a:lnTo>
                    <a:pt x="3508903" y="1728859"/>
                  </a:lnTo>
                  <a:lnTo>
                    <a:pt x="3509374" y="1728859"/>
                  </a:lnTo>
                  <a:lnTo>
                    <a:pt x="3509492" y="1728859"/>
                  </a:lnTo>
                  <a:lnTo>
                    <a:pt x="3509609" y="1728859"/>
                  </a:lnTo>
                  <a:lnTo>
                    <a:pt x="3510315" y="1727997"/>
                  </a:lnTo>
                  <a:lnTo>
                    <a:pt x="3510432" y="1727997"/>
                  </a:lnTo>
                  <a:lnTo>
                    <a:pt x="3510785" y="1727567"/>
                  </a:lnTo>
                  <a:lnTo>
                    <a:pt x="3510903" y="1727567"/>
                  </a:lnTo>
                  <a:lnTo>
                    <a:pt x="3511021" y="1727136"/>
                  </a:lnTo>
                  <a:lnTo>
                    <a:pt x="3511373" y="1727136"/>
                  </a:lnTo>
                  <a:lnTo>
                    <a:pt x="3511609" y="1727136"/>
                  </a:lnTo>
                  <a:lnTo>
                    <a:pt x="3511726" y="1727136"/>
                  </a:lnTo>
                  <a:lnTo>
                    <a:pt x="3511961" y="1727136"/>
                  </a:lnTo>
                  <a:lnTo>
                    <a:pt x="3512785" y="1725414"/>
                  </a:lnTo>
                  <a:lnTo>
                    <a:pt x="3512902" y="1725414"/>
                  </a:lnTo>
                  <a:lnTo>
                    <a:pt x="3513020" y="1725414"/>
                  </a:lnTo>
                  <a:lnTo>
                    <a:pt x="3513255" y="1725414"/>
                  </a:lnTo>
                  <a:lnTo>
                    <a:pt x="3513373" y="1725414"/>
                  </a:lnTo>
                  <a:lnTo>
                    <a:pt x="3513726" y="1724553"/>
                  </a:lnTo>
                  <a:lnTo>
                    <a:pt x="3513843" y="1724553"/>
                  </a:lnTo>
                  <a:lnTo>
                    <a:pt x="3514079" y="1724553"/>
                  </a:lnTo>
                  <a:lnTo>
                    <a:pt x="3514314" y="1724553"/>
                  </a:lnTo>
                  <a:lnTo>
                    <a:pt x="3514667" y="1724553"/>
                  </a:lnTo>
                  <a:lnTo>
                    <a:pt x="3515255" y="1724553"/>
                  </a:lnTo>
                  <a:lnTo>
                    <a:pt x="3515490" y="1723691"/>
                  </a:lnTo>
                  <a:lnTo>
                    <a:pt x="3516431" y="1723691"/>
                  </a:lnTo>
                  <a:lnTo>
                    <a:pt x="3516666" y="1723691"/>
                  </a:lnTo>
                  <a:lnTo>
                    <a:pt x="3516784" y="1723691"/>
                  </a:lnTo>
                  <a:lnTo>
                    <a:pt x="3516901" y="1723691"/>
                  </a:lnTo>
                  <a:lnTo>
                    <a:pt x="3517136" y="1723691"/>
                  </a:lnTo>
                  <a:lnTo>
                    <a:pt x="3517254" y="1723691"/>
                  </a:lnTo>
                  <a:lnTo>
                    <a:pt x="3517607" y="1723691"/>
                  </a:lnTo>
                  <a:lnTo>
                    <a:pt x="3517725" y="1723691"/>
                  </a:lnTo>
                  <a:lnTo>
                    <a:pt x="3517842" y="1723691"/>
                  </a:lnTo>
                  <a:lnTo>
                    <a:pt x="3517960" y="1723691"/>
                  </a:lnTo>
                  <a:lnTo>
                    <a:pt x="3518077" y="1723691"/>
                  </a:lnTo>
                  <a:lnTo>
                    <a:pt x="3519254" y="1721969"/>
                  </a:lnTo>
                  <a:lnTo>
                    <a:pt x="3519489" y="1721969"/>
                  </a:lnTo>
                  <a:lnTo>
                    <a:pt x="3519606" y="1720677"/>
                  </a:lnTo>
                  <a:lnTo>
                    <a:pt x="3519959" y="1720677"/>
                  </a:lnTo>
                  <a:lnTo>
                    <a:pt x="3520194" y="1720677"/>
                  </a:lnTo>
                  <a:lnTo>
                    <a:pt x="3520430" y="1720677"/>
                  </a:lnTo>
                  <a:lnTo>
                    <a:pt x="3520665" y="1719385"/>
                  </a:lnTo>
                  <a:lnTo>
                    <a:pt x="3520900" y="1718524"/>
                  </a:lnTo>
                  <a:lnTo>
                    <a:pt x="3521018" y="1718094"/>
                  </a:lnTo>
                  <a:lnTo>
                    <a:pt x="3521253" y="1718094"/>
                  </a:lnTo>
                  <a:lnTo>
                    <a:pt x="3521253" y="1717232"/>
                  </a:lnTo>
                  <a:lnTo>
                    <a:pt x="3521606" y="1717232"/>
                  </a:lnTo>
                  <a:lnTo>
                    <a:pt x="3522194" y="1717232"/>
                  </a:lnTo>
                  <a:lnTo>
                    <a:pt x="3522194" y="1716802"/>
                  </a:lnTo>
                  <a:lnTo>
                    <a:pt x="3522664" y="1715510"/>
                  </a:lnTo>
                  <a:lnTo>
                    <a:pt x="3522782" y="1714649"/>
                  </a:lnTo>
                  <a:lnTo>
                    <a:pt x="3523017" y="1714218"/>
                  </a:lnTo>
                  <a:lnTo>
                    <a:pt x="3523135" y="1713788"/>
                  </a:lnTo>
                  <a:lnTo>
                    <a:pt x="3523252" y="1713788"/>
                  </a:lnTo>
                  <a:lnTo>
                    <a:pt x="3523370" y="1713788"/>
                  </a:lnTo>
                  <a:lnTo>
                    <a:pt x="3523488" y="1713788"/>
                  </a:lnTo>
                  <a:lnTo>
                    <a:pt x="3523723" y="1713788"/>
                  </a:lnTo>
                  <a:lnTo>
                    <a:pt x="3524429" y="1713357"/>
                  </a:lnTo>
                  <a:lnTo>
                    <a:pt x="3524781" y="1712926"/>
                  </a:lnTo>
                  <a:lnTo>
                    <a:pt x="3525605" y="1712926"/>
                  </a:lnTo>
                  <a:lnTo>
                    <a:pt x="3525722" y="1712926"/>
                  </a:lnTo>
                  <a:lnTo>
                    <a:pt x="3525722" y="1712496"/>
                  </a:lnTo>
                  <a:lnTo>
                    <a:pt x="3526075" y="1712496"/>
                  </a:lnTo>
                  <a:lnTo>
                    <a:pt x="3526193" y="1712496"/>
                  </a:lnTo>
                  <a:lnTo>
                    <a:pt x="3526546" y="1712065"/>
                  </a:lnTo>
                  <a:lnTo>
                    <a:pt x="3526546" y="1711204"/>
                  </a:lnTo>
                  <a:lnTo>
                    <a:pt x="3526781" y="1710773"/>
                  </a:lnTo>
                  <a:lnTo>
                    <a:pt x="3526898" y="1710773"/>
                  </a:lnTo>
                  <a:lnTo>
                    <a:pt x="3527016" y="1710773"/>
                  </a:lnTo>
                  <a:lnTo>
                    <a:pt x="3527839" y="1709482"/>
                  </a:lnTo>
                  <a:lnTo>
                    <a:pt x="3527957" y="1709482"/>
                  </a:lnTo>
                  <a:lnTo>
                    <a:pt x="3528075" y="1707329"/>
                  </a:lnTo>
                  <a:lnTo>
                    <a:pt x="3528427" y="1707329"/>
                  </a:lnTo>
                  <a:lnTo>
                    <a:pt x="3528427" y="1706898"/>
                  </a:lnTo>
                  <a:lnTo>
                    <a:pt x="3528663" y="1706898"/>
                  </a:lnTo>
                  <a:lnTo>
                    <a:pt x="3528780" y="1706898"/>
                  </a:lnTo>
                  <a:lnTo>
                    <a:pt x="3528898" y="1706467"/>
                  </a:lnTo>
                  <a:lnTo>
                    <a:pt x="3529486" y="1706467"/>
                  </a:lnTo>
                  <a:lnTo>
                    <a:pt x="3529956" y="1706037"/>
                  </a:lnTo>
                  <a:lnTo>
                    <a:pt x="3530074" y="1705606"/>
                  </a:lnTo>
                  <a:lnTo>
                    <a:pt x="3530309" y="1705606"/>
                  </a:lnTo>
                  <a:lnTo>
                    <a:pt x="3530427" y="1705176"/>
                  </a:lnTo>
                  <a:lnTo>
                    <a:pt x="3530662" y="1705176"/>
                  </a:lnTo>
                  <a:lnTo>
                    <a:pt x="3530897" y="1705176"/>
                  </a:lnTo>
                  <a:lnTo>
                    <a:pt x="3531250" y="1705176"/>
                  </a:lnTo>
                  <a:lnTo>
                    <a:pt x="3531603" y="1705176"/>
                  </a:lnTo>
                  <a:lnTo>
                    <a:pt x="3531721" y="1705176"/>
                  </a:lnTo>
                  <a:lnTo>
                    <a:pt x="3533250" y="1703453"/>
                  </a:lnTo>
                  <a:lnTo>
                    <a:pt x="3533250" y="1703023"/>
                  </a:lnTo>
                  <a:lnTo>
                    <a:pt x="3533367" y="1703023"/>
                  </a:lnTo>
                  <a:lnTo>
                    <a:pt x="3533720" y="1702592"/>
                  </a:lnTo>
                  <a:lnTo>
                    <a:pt x="3533838" y="1702592"/>
                  </a:lnTo>
                  <a:lnTo>
                    <a:pt x="3534073" y="1701731"/>
                  </a:lnTo>
                  <a:lnTo>
                    <a:pt x="3534191" y="1701731"/>
                  </a:lnTo>
                  <a:lnTo>
                    <a:pt x="3534308" y="1701731"/>
                  </a:lnTo>
                  <a:lnTo>
                    <a:pt x="3534308" y="1701300"/>
                  </a:lnTo>
                  <a:lnTo>
                    <a:pt x="3534661" y="1701300"/>
                  </a:lnTo>
                  <a:lnTo>
                    <a:pt x="3534779" y="1701300"/>
                  </a:lnTo>
                  <a:lnTo>
                    <a:pt x="3534896" y="1700439"/>
                  </a:lnTo>
                  <a:lnTo>
                    <a:pt x="3535014" y="1700439"/>
                  </a:lnTo>
                  <a:lnTo>
                    <a:pt x="3535131" y="1700008"/>
                  </a:lnTo>
                  <a:lnTo>
                    <a:pt x="3535249" y="1700008"/>
                  </a:lnTo>
                  <a:lnTo>
                    <a:pt x="3535602" y="1700008"/>
                  </a:lnTo>
                  <a:lnTo>
                    <a:pt x="3535602" y="1699578"/>
                  </a:lnTo>
                  <a:lnTo>
                    <a:pt x="3536190" y="1698286"/>
                  </a:lnTo>
                  <a:lnTo>
                    <a:pt x="3536190" y="1696994"/>
                  </a:lnTo>
                  <a:lnTo>
                    <a:pt x="3536308" y="1696994"/>
                  </a:lnTo>
                  <a:lnTo>
                    <a:pt x="3536660" y="1696994"/>
                  </a:lnTo>
                  <a:lnTo>
                    <a:pt x="3537013" y="1696564"/>
                  </a:lnTo>
                  <a:lnTo>
                    <a:pt x="3537131" y="1696564"/>
                  </a:lnTo>
                  <a:lnTo>
                    <a:pt x="3537249" y="1696564"/>
                  </a:lnTo>
                  <a:lnTo>
                    <a:pt x="3537249" y="1695702"/>
                  </a:lnTo>
                  <a:lnTo>
                    <a:pt x="3537366" y="1695702"/>
                  </a:lnTo>
                  <a:lnTo>
                    <a:pt x="3537601" y="1695702"/>
                  </a:lnTo>
                  <a:lnTo>
                    <a:pt x="3537719" y="1694841"/>
                  </a:lnTo>
                  <a:lnTo>
                    <a:pt x="3537837" y="1694841"/>
                  </a:lnTo>
                  <a:lnTo>
                    <a:pt x="3538189" y="1694841"/>
                  </a:lnTo>
                  <a:lnTo>
                    <a:pt x="3538778" y="1693980"/>
                  </a:lnTo>
                  <a:lnTo>
                    <a:pt x="3538895" y="1693980"/>
                  </a:lnTo>
                  <a:lnTo>
                    <a:pt x="3539013" y="1693980"/>
                  </a:lnTo>
                  <a:lnTo>
                    <a:pt x="3539248" y="1693980"/>
                  </a:lnTo>
                  <a:lnTo>
                    <a:pt x="3540306" y="1693119"/>
                  </a:lnTo>
                  <a:lnTo>
                    <a:pt x="3540424" y="1691396"/>
                  </a:lnTo>
                  <a:lnTo>
                    <a:pt x="3541012" y="1691396"/>
                  </a:lnTo>
                  <a:lnTo>
                    <a:pt x="3541130" y="1691396"/>
                  </a:lnTo>
                  <a:lnTo>
                    <a:pt x="3541365" y="1691396"/>
                  </a:lnTo>
                  <a:lnTo>
                    <a:pt x="3541835" y="1691396"/>
                  </a:lnTo>
                  <a:lnTo>
                    <a:pt x="3542071" y="1691396"/>
                  </a:lnTo>
                  <a:lnTo>
                    <a:pt x="3542071" y="1690966"/>
                  </a:lnTo>
                  <a:lnTo>
                    <a:pt x="3542188" y="1690966"/>
                  </a:lnTo>
                  <a:lnTo>
                    <a:pt x="3542776" y="1689243"/>
                  </a:lnTo>
                  <a:lnTo>
                    <a:pt x="3542894" y="1689243"/>
                  </a:lnTo>
                  <a:lnTo>
                    <a:pt x="3543012" y="1689243"/>
                  </a:lnTo>
                  <a:lnTo>
                    <a:pt x="3543247" y="1687952"/>
                  </a:lnTo>
                  <a:lnTo>
                    <a:pt x="3543482" y="1687952"/>
                  </a:lnTo>
                  <a:lnTo>
                    <a:pt x="3543600" y="1687521"/>
                  </a:lnTo>
                  <a:lnTo>
                    <a:pt x="3543717" y="1687521"/>
                  </a:lnTo>
                  <a:lnTo>
                    <a:pt x="3543835" y="1687521"/>
                  </a:lnTo>
                  <a:lnTo>
                    <a:pt x="3544305" y="1686229"/>
                  </a:lnTo>
                  <a:lnTo>
                    <a:pt x="3544423" y="1686229"/>
                  </a:lnTo>
                  <a:lnTo>
                    <a:pt x="3544541" y="1686229"/>
                  </a:lnTo>
                  <a:lnTo>
                    <a:pt x="3544776" y="1686229"/>
                  </a:lnTo>
                  <a:lnTo>
                    <a:pt x="3545129" y="1686229"/>
                  </a:lnTo>
                  <a:lnTo>
                    <a:pt x="3545482" y="1686229"/>
                  </a:lnTo>
                  <a:lnTo>
                    <a:pt x="3545952" y="1686229"/>
                  </a:lnTo>
                  <a:lnTo>
                    <a:pt x="3546187" y="1686229"/>
                  </a:lnTo>
                  <a:lnTo>
                    <a:pt x="3546305" y="1686229"/>
                  </a:lnTo>
                  <a:lnTo>
                    <a:pt x="3546422" y="1686229"/>
                  </a:lnTo>
                  <a:lnTo>
                    <a:pt x="3546658" y="1685799"/>
                  </a:lnTo>
                  <a:lnTo>
                    <a:pt x="3546775" y="1685799"/>
                  </a:lnTo>
                  <a:lnTo>
                    <a:pt x="3548304" y="1684937"/>
                  </a:lnTo>
                  <a:lnTo>
                    <a:pt x="3548422" y="1684937"/>
                  </a:lnTo>
                  <a:lnTo>
                    <a:pt x="3548422" y="1684507"/>
                  </a:lnTo>
                  <a:lnTo>
                    <a:pt x="3549010" y="1683646"/>
                  </a:lnTo>
                  <a:lnTo>
                    <a:pt x="3549128" y="1683215"/>
                  </a:lnTo>
                  <a:lnTo>
                    <a:pt x="3549363" y="1683215"/>
                  </a:lnTo>
                  <a:lnTo>
                    <a:pt x="3549716" y="1683215"/>
                  </a:lnTo>
                  <a:lnTo>
                    <a:pt x="3549833" y="1683215"/>
                  </a:lnTo>
                  <a:lnTo>
                    <a:pt x="3549951" y="1683215"/>
                  </a:lnTo>
                  <a:lnTo>
                    <a:pt x="3550421" y="1683215"/>
                  </a:lnTo>
                  <a:lnTo>
                    <a:pt x="3550421" y="1682354"/>
                  </a:lnTo>
                  <a:lnTo>
                    <a:pt x="3551127" y="1681923"/>
                  </a:lnTo>
                  <a:lnTo>
                    <a:pt x="3551245" y="1681493"/>
                  </a:lnTo>
                  <a:lnTo>
                    <a:pt x="3551362" y="1681493"/>
                  </a:lnTo>
                  <a:lnTo>
                    <a:pt x="3551480" y="1681493"/>
                  </a:lnTo>
                  <a:lnTo>
                    <a:pt x="3551597" y="1681493"/>
                  </a:lnTo>
                  <a:lnTo>
                    <a:pt x="3551715" y="1681062"/>
                  </a:lnTo>
                  <a:lnTo>
                    <a:pt x="3551950" y="1680631"/>
                  </a:lnTo>
                  <a:lnTo>
                    <a:pt x="3552421" y="1680631"/>
                  </a:lnTo>
                  <a:lnTo>
                    <a:pt x="3552538" y="1680631"/>
                  </a:lnTo>
                  <a:lnTo>
                    <a:pt x="3553009" y="1680631"/>
                  </a:lnTo>
                  <a:lnTo>
                    <a:pt x="3553479" y="1680631"/>
                  </a:lnTo>
                  <a:lnTo>
                    <a:pt x="3553715" y="1680631"/>
                  </a:lnTo>
                  <a:lnTo>
                    <a:pt x="3553950" y="1680631"/>
                  </a:lnTo>
                  <a:lnTo>
                    <a:pt x="3553950" y="1680201"/>
                  </a:lnTo>
                  <a:lnTo>
                    <a:pt x="3554185" y="1679340"/>
                  </a:lnTo>
                  <a:lnTo>
                    <a:pt x="3554773" y="1678478"/>
                  </a:lnTo>
                  <a:lnTo>
                    <a:pt x="3555243" y="1677617"/>
                  </a:lnTo>
                  <a:lnTo>
                    <a:pt x="3555361" y="1677617"/>
                  </a:lnTo>
                  <a:lnTo>
                    <a:pt x="3555596" y="1677617"/>
                  </a:lnTo>
                  <a:lnTo>
                    <a:pt x="3555832" y="1677617"/>
                  </a:lnTo>
                  <a:lnTo>
                    <a:pt x="3555949" y="1677187"/>
                  </a:lnTo>
                  <a:lnTo>
                    <a:pt x="3555949" y="1676756"/>
                  </a:lnTo>
                  <a:lnTo>
                    <a:pt x="3556067" y="1676756"/>
                  </a:lnTo>
                  <a:lnTo>
                    <a:pt x="3556302" y="1676325"/>
                  </a:lnTo>
                  <a:lnTo>
                    <a:pt x="3556420" y="1676325"/>
                  </a:lnTo>
                  <a:lnTo>
                    <a:pt x="3556655" y="1675895"/>
                  </a:lnTo>
                  <a:lnTo>
                    <a:pt x="3557596" y="1675034"/>
                  </a:lnTo>
                  <a:lnTo>
                    <a:pt x="3557713" y="1675034"/>
                  </a:lnTo>
                  <a:lnTo>
                    <a:pt x="3558066" y="1675034"/>
                  </a:lnTo>
                  <a:lnTo>
                    <a:pt x="3558066" y="1674603"/>
                  </a:lnTo>
                  <a:lnTo>
                    <a:pt x="3558066" y="1673742"/>
                  </a:lnTo>
                  <a:lnTo>
                    <a:pt x="3558537" y="1673742"/>
                  </a:lnTo>
                  <a:lnTo>
                    <a:pt x="3558772" y="1673742"/>
                  </a:lnTo>
                  <a:lnTo>
                    <a:pt x="3559242" y="1672881"/>
                  </a:lnTo>
                  <a:lnTo>
                    <a:pt x="3559242" y="1672450"/>
                  </a:lnTo>
                  <a:lnTo>
                    <a:pt x="3559360" y="1672450"/>
                  </a:lnTo>
                  <a:lnTo>
                    <a:pt x="3559478" y="1672450"/>
                  </a:lnTo>
                  <a:lnTo>
                    <a:pt x="3559595" y="1671158"/>
                  </a:lnTo>
                  <a:lnTo>
                    <a:pt x="3559713" y="1671158"/>
                  </a:lnTo>
                  <a:lnTo>
                    <a:pt x="3559830" y="1671158"/>
                  </a:lnTo>
                  <a:lnTo>
                    <a:pt x="3560183" y="1671158"/>
                  </a:lnTo>
                  <a:lnTo>
                    <a:pt x="3560771" y="1670297"/>
                  </a:lnTo>
                  <a:lnTo>
                    <a:pt x="3560889" y="1670297"/>
                  </a:lnTo>
                  <a:lnTo>
                    <a:pt x="3561124" y="1669866"/>
                  </a:lnTo>
                  <a:lnTo>
                    <a:pt x="3561477" y="1669436"/>
                  </a:lnTo>
                  <a:lnTo>
                    <a:pt x="3562183" y="1669436"/>
                  </a:lnTo>
                  <a:lnTo>
                    <a:pt x="3562183" y="1668575"/>
                  </a:lnTo>
                  <a:lnTo>
                    <a:pt x="3562771" y="1666422"/>
                  </a:lnTo>
                  <a:lnTo>
                    <a:pt x="3562888" y="1666422"/>
                  </a:lnTo>
                  <a:lnTo>
                    <a:pt x="3563006" y="1666422"/>
                  </a:lnTo>
                  <a:lnTo>
                    <a:pt x="3563124" y="1666422"/>
                  </a:lnTo>
                  <a:lnTo>
                    <a:pt x="3563241" y="1666422"/>
                  </a:lnTo>
                  <a:lnTo>
                    <a:pt x="3563359" y="1666422"/>
                  </a:lnTo>
                  <a:lnTo>
                    <a:pt x="3563594" y="1666422"/>
                  </a:lnTo>
                  <a:lnTo>
                    <a:pt x="3564182" y="1665991"/>
                  </a:lnTo>
                  <a:lnTo>
                    <a:pt x="3564417" y="1665991"/>
                  </a:lnTo>
                  <a:lnTo>
                    <a:pt x="3564770" y="1665560"/>
                  </a:lnTo>
                  <a:lnTo>
                    <a:pt x="3564888" y="1665560"/>
                  </a:lnTo>
                  <a:lnTo>
                    <a:pt x="3565005" y="1665560"/>
                  </a:lnTo>
                  <a:lnTo>
                    <a:pt x="3565123" y="1665560"/>
                  </a:lnTo>
                  <a:lnTo>
                    <a:pt x="3565476" y="1665560"/>
                  </a:lnTo>
                  <a:lnTo>
                    <a:pt x="3566064" y="1664699"/>
                  </a:lnTo>
                  <a:lnTo>
                    <a:pt x="3566182" y="1663838"/>
                  </a:lnTo>
                  <a:lnTo>
                    <a:pt x="3566299" y="1663838"/>
                  </a:lnTo>
                  <a:lnTo>
                    <a:pt x="3566417" y="1663838"/>
                  </a:lnTo>
                  <a:lnTo>
                    <a:pt x="3566534" y="1663838"/>
                  </a:lnTo>
                  <a:lnTo>
                    <a:pt x="3566887" y="1663838"/>
                  </a:lnTo>
                  <a:lnTo>
                    <a:pt x="3567593" y="1662977"/>
                  </a:lnTo>
                  <a:lnTo>
                    <a:pt x="3567593" y="1662546"/>
                  </a:lnTo>
                  <a:lnTo>
                    <a:pt x="3567711" y="1662546"/>
                  </a:lnTo>
                  <a:lnTo>
                    <a:pt x="3567946" y="1662116"/>
                  </a:lnTo>
                  <a:lnTo>
                    <a:pt x="3568299" y="1661685"/>
                  </a:lnTo>
                  <a:lnTo>
                    <a:pt x="3568299" y="1661254"/>
                  </a:lnTo>
                  <a:lnTo>
                    <a:pt x="3568769" y="1659963"/>
                  </a:lnTo>
                  <a:lnTo>
                    <a:pt x="3569004" y="1659963"/>
                  </a:lnTo>
                  <a:lnTo>
                    <a:pt x="3569240" y="1659963"/>
                  </a:lnTo>
                  <a:lnTo>
                    <a:pt x="3569357" y="1659963"/>
                  </a:lnTo>
                  <a:lnTo>
                    <a:pt x="3569475" y="1659532"/>
                  </a:lnTo>
                  <a:lnTo>
                    <a:pt x="3569710" y="1659532"/>
                  </a:lnTo>
                  <a:lnTo>
                    <a:pt x="3570181" y="1659532"/>
                  </a:lnTo>
                  <a:lnTo>
                    <a:pt x="3570298" y="1659101"/>
                  </a:lnTo>
                  <a:lnTo>
                    <a:pt x="3570416" y="1659101"/>
                  </a:lnTo>
                  <a:lnTo>
                    <a:pt x="3571004" y="1658240"/>
                  </a:lnTo>
                  <a:lnTo>
                    <a:pt x="3571121" y="1658240"/>
                  </a:lnTo>
                  <a:lnTo>
                    <a:pt x="3571239" y="1658240"/>
                  </a:lnTo>
                  <a:lnTo>
                    <a:pt x="3571827" y="1658240"/>
                  </a:lnTo>
                  <a:lnTo>
                    <a:pt x="3571945" y="1658240"/>
                  </a:lnTo>
                  <a:lnTo>
                    <a:pt x="3571945" y="1657810"/>
                  </a:lnTo>
                  <a:lnTo>
                    <a:pt x="3572062" y="1657810"/>
                  </a:lnTo>
                  <a:lnTo>
                    <a:pt x="3572650" y="1657379"/>
                  </a:lnTo>
                  <a:lnTo>
                    <a:pt x="3572650" y="1656948"/>
                  </a:lnTo>
                  <a:lnTo>
                    <a:pt x="3573003" y="1656518"/>
                  </a:lnTo>
                  <a:lnTo>
                    <a:pt x="3573238" y="1656518"/>
                  </a:lnTo>
                  <a:lnTo>
                    <a:pt x="3573356" y="1656518"/>
                  </a:lnTo>
                  <a:lnTo>
                    <a:pt x="3573709" y="1656518"/>
                  </a:lnTo>
                  <a:lnTo>
                    <a:pt x="3573827" y="1656518"/>
                  </a:lnTo>
                  <a:lnTo>
                    <a:pt x="3574062" y="1656087"/>
                  </a:lnTo>
                  <a:lnTo>
                    <a:pt x="3574532" y="1655657"/>
                  </a:lnTo>
                  <a:lnTo>
                    <a:pt x="3574650" y="1655657"/>
                  </a:lnTo>
                  <a:lnTo>
                    <a:pt x="3574767" y="1655657"/>
                  </a:lnTo>
                  <a:lnTo>
                    <a:pt x="3574885" y="1655657"/>
                  </a:lnTo>
                  <a:lnTo>
                    <a:pt x="3575238" y="1654365"/>
                  </a:lnTo>
                  <a:lnTo>
                    <a:pt x="3575473" y="1654365"/>
                  </a:lnTo>
                  <a:lnTo>
                    <a:pt x="3575826" y="1653934"/>
                  </a:lnTo>
                  <a:lnTo>
                    <a:pt x="3576061" y="1653934"/>
                  </a:lnTo>
                  <a:lnTo>
                    <a:pt x="3576179" y="1653934"/>
                  </a:lnTo>
                  <a:lnTo>
                    <a:pt x="3576296" y="1653504"/>
                  </a:lnTo>
                  <a:lnTo>
                    <a:pt x="3576414" y="1653504"/>
                  </a:lnTo>
                  <a:lnTo>
                    <a:pt x="3576885" y="1653504"/>
                  </a:lnTo>
                  <a:lnTo>
                    <a:pt x="3577473" y="1653504"/>
                  </a:lnTo>
                  <a:lnTo>
                    <a:pt x="3577590" y="1652642"/>
                  </a:lnTo>
                  <a:lnTo>
                    <a:pt x="3577825" y="1652212"/>
                  </a:lnTo>
                  <a:lnTo>
                    <a:pt x="3578178" y="1652212"/>
                  </a:lnTo>
                  <a:lnTo>
                    <a:pt x="3578296" y="1652212"/>
                  </a:lnTo>
                  <a:lnTo>
                    <a:pt x="3578414" y="1652212"/>
                  </a:lnTo>
                  <a:lnTo>
                    <a:pt x="3578531" y="1652212"/>
                  </a:lnTo>
                  <a:lnTo>
                    <a:pt x="3578649" y="1652212"/>
                  </a:lnTo>
                  <a:lnTo>
                    <a:pt x="3578766" y="1652212"/>
                  </a:lnTo>
                  <a:lnTo>
                    <a:pt x="3578766" y="1651781"/>
                  </a:lnTo>
                  <a:lnTo>
                    <a:pt x="3578884" y="1651781"/>
                  </a:lnTo>
                  <a:lnTo>
                    <a:pt x="3579002" y="1651781"/>
                  </a:lnTo>
                  <a:lnTo>
                    <a:pt x="3579119" y="1651781"/>
                  </a:lnTo>
                  <a:lnTo>
                    <a:pt x="3579354" y="1651351"/>
                  </a:lnTo>
                  <a:lnTo>
                    <a:pt x="3579707" y="1650920"/>
                  </a:lnTo>
                  <a:lnTo>
                    <a:pt x="3579825" y="1650920"/>
                  </a:lnTo>
                  <a:lnTo>
                    <a:pt x="3580178" y="1650489"/>
                  </a:lnTo>
                  <a:lnTo>
                    <a:pt x="3580413" y="1650489"/>
                  </a:lnTo>
                  <a:lnTo>
                    <a:pt x="3580531" y="1649628"/>
                  </a:lnTo>
                  <a:lnTo>
                    <a:pt x="3580648" y="1649628"/>
                  </a:lnTo>
                  <a:lnTo>
                    <a:pt x="3580766" y="1649628"/>
                  </a:lnTo>
                  <a:lnTo>
                    <a:pt x="3580883" y="1649628"/>
                  </a:lnTo>
                  <a:lnTo>
                    <a:pt x="3581236" y="1649628"/>
                  </a:lnTo>
                  <a:lnTo>
                    <a:pt x="3581236" y="1649198"/>
                  </a:lnTo>
                  <a:lnTo>
                    <a:pt x="3581354" y="1649198"/>
                  </a:lnTo>
                  <a:lnTo>
                    <a:pt x="3581471" y="1649198"/>
                  </a:lnTo>
                  <a:lnTo>
                    <a:pt x="3581589" y="1649198"/>
                  </a:lnTo>
                  <a:lnTo>
                    <a:pt x="3581589" y="1648767"/>
                  </a:lnTo>
                  <a:lnTo>
                    <a:pt x="3581707" y="1648767"/>
                  </a:lnTo>
                  <a:lnTo>
                    <a:pt x="3581824" y="1648767"/>
                  </a:lnTo>
                  <a:lnTo>
                    <a:pt x="3582177" y="1648767"/>
                  </a:lnTo>
                  <a:lnTo>
                    <a:pt x="3582530" y="1648767"/>
                  </a:lnTo>
                  <a:lnTo>
                    <a:pt x="3586058" y="1645322"/>
                  </a:lnTo>
                  <a:lnTo>
                    <a:pt x="3586176" y="1644461"/>
                  </a:lnTo>
                  <a:lnTo>
                    <a:pt x="3586176" y="1644030"/>
                  </a:lnTo>
                  <a:lnTo>
                    <a:pt x="3586294" y="1644030"/>
                  </a:lnTo>
                  <a:lnTo>
                    <a:pt x="3586647" y="1644030"/>
                  </a:lnTo>
                  <a:lnTo>
                    <a:pt x="3586764" y="1644030"/>
                  </a:lnTo>
                  <a:lnTo>
                    <a:pt x="3586882" y="1644030"/>
                  </a:lnTo>
                  <a:lnTo>
                    <a:pt x="3587235" y="1644030"/>
                  </a:lnTo>
                  <a:lnTo>
                    <a:pt x="3587352" y="1643600"/>
                  </a:lnTo>
                  <a:lnTo>
                    <a:pt x="3587705" y="1643600"/>
                  </a:lnTo>
                  <a:lnTo>
                    <a:pt x="3587823" y="1643600"/>
                  </a:lnTo>
                  <a:lnTo>
                    <a:pt x="3587940" y="1643600"/>
                  </a:lnTo>
                  <a:lnTo>
                    <a:pt x="3588293" y="1641877"/>
                  </a:lnTo>
                  <a:lnTo>
                    <a:pt x="3588411" y="1641877"/>
                  </a:lnTo>
                  <a:lnTo>
                    <a:pt x="3588411" y="1641447"/>
                  </a:lnTo>
                  <a:lnTo>
                    <a:pt x="3588646" y="1641447"/>
                  </a:lnTo>
                  <a:lnTo>
                    <a:pt x="3588881" y="1641447"/>
                  </a:lnTo>
                  <a:lnTo>
                    <a:pt x="3588999" y="1641447"/>
                  </a:lnTo>
                  <a:lnTo>
                    <a:pt x="3589469" y="1641447"/>
                  </a:lnTo>
                  <a:lnTo>
                    <a:pt x="3589587" y="1641016"/>
                  </a:lnTo>
                  <a:lnTo>
                    <a:pt x="3589940" y="1640155"/>
                  </a:lnTo>
                  <a:lnTo>
                    <a:pt x="3589940" y="1639724"/>
                  </a:lnTo>
                  <a:lnTo>
                    <a:pt x="3590293" y="1639724"/>
                  </a:lnTo>
                  <a:lnTo>
                    <a:pt x="3590410" y="1639724"/>
                  </a:lnTo>
                  <a:lnTo>
                    <a:pt x="3590528" y="1639294"/>
                  </a:lnTo>
                  <a:lnTo>
                    <a:pt x="3590645" y="1639294"/>
                  </a:lnTo>
                  <a:lnTo>
                    <a:pt x="3590763" y="1639294"/>
                  </a:lnTo>
                  <a:lnTo>
                    <a:pt x="3590881" y="1639294"/>
                  </a:lnTo>
                  <a:lnTo>
                    <a:pt x="3591116" y="1639294"/>
                  </a:lnTo>
                  <a:lnTo>
                    <a:pt x="3591233" y="1639294"/>
                  </a:lnTo>
                  <a:lnTo>
                    <a:pt x="3591822" y="1638433"/>
                  </a:lnTo>
                  <a:lnTo>
                    <a:pt x="3591939" y="1638002"/>
                  </a:lnTo>
                  <a:lnTo>
                    <a:pt x="3592762" y="1636710"/>
                  </a:lnTo>
                  <a:lnTo>
                    <a:pt x="3593233" y="1636710"/>
                  </a:lnTo>
                  <a:lnTo>
                    <a:pt x="3593351" y="1636710"/>
                  </a:lnTo>
                  <a:lnTo>
                    <a:pt x="3593939" y="1636710"/>
                  </a:lnTo>
                  <a:lnTo>
                    <a:pt x="3594291" y="1636710"/>
                  </a:lnTo>
                  <a:lnTo>
                    <a:pt x="3594291" y="1636280"/>
                  </a:lnTo>
                  <a:lnTo>
                    <a:pt x="3594762" y="1635849"/>
                  </a:lnTo>
                  <a:lnTo>
                    <a:pt x="3594880" y="1635849"/>
                  </a:lnTo>
                  <a:lnTo>
                    <a:pt x="3594997" y="1635418"/>
                  </a:lnTo>
                  <a:lnTo>
                    <a:pt x="3595585" y="1634988"/>
                  </a:lnTo>
                  <a:lnTo>
                    <a:pt x="3595703" y="1634557"/>
                  </a:lnTo>
                  <a:lnTo>
                    <a:pt x="3596056" y="1634557"/>
                  </a:lnTo>
                  <a:lnTo>
                    <a:pt x="3596644" y="1633696"/>
                  </a:lnTo>
                  <a:lnTo>
                    <a:pt x="3596761" y="1633696"/>
                  </a:lnTo>
                  <a:lnTo>
                    <a:pt x="3596997" y="1633265"/>
                  </a:lnTo>
                  <a:lnTo>
                    <a:pt x="3597585" y="1632835"/>
                  </a:lnTo>
                  <a:lnTo>
                    <a:pt x="3597937" y="1632404"/>
                  </a:lnTo>
                  <a:lnTo>
                    <a:pt x="3598055" y="1632404"/>
                  </a:lnTo>
                  <a:lnTo>
                    <a:pt x="3598408" y="1631543"/>
                  </a:lnTo>
                  <a:lnTo>
                    <a:pt x="3598526" y="1631543"/>
                  </a:lnTo>
                  <a:lnTo>
                    <a:pt x="3598996" y="1631543"/>
                  </a:lnTo>
                  <a:lnTo>
                    <a:pt x="3599114" y="1631543"/>
                  </a:lnTo>
                  <a:lnTo>
                    <a:pt x="3599584" y="1631543"/>
                  </a:lnTo>
                  <a:lnTo>
                    <a:pt x="3599819" y="1631112"/>
                  </a:lnTo>
                  <a:lnTo>
                    <a:pt x="3599937" y="1631112"/>
                  </a:lnTo>
                  <a:lnTo>
                    <a:pt x="3600055" y="1631112"/>
                  </a:lnTo>
                  <a:lnTo>
                    <a:pt x="3600172" y="1631112"/>
                  </a:lnTo>
                  <a:lnTo>
                    <a:pt x="3600407" y="1631112"/>
                  </a:lnTo>
                  <a:lnTo>
                    <a:pt x="3600525" y="1631112"/>
                  </a:lnTo>
                  <a:lnTo>
                    <a:pt x="3601113" y="1630682"/>
                  </a:lnTo>
                  <a:lnTo>
                    <a:pt x="3601348" y="1630682"/>
                  </a:lnTo>
                  <a:lnTo>
                    <a:pt x="3601466" y="1630682"/>
                  </a:lnTo>
                  <a:lnTo>
                    <a:pt x="3601584" y="1630682"/>
                  </a:lnTo>
                  <a:lnTo>
                    <a:pt x="3601701" y="1630682"/>
                  </a:lnTo>
                  <a:lnTo>
                    <a:pt x="3601936" y="1630682"/>
                  </a:lnTo>
                  <a:lnTo>
                    <a:pt x="3602289" y="1630682"/>
                  </a:lnTo>
                  <a:lnTo>
                    <a:pt x="3602642" y="1630682"/>
                  </a:lnTo>
                  <a:lnTo>
                    <a:pt x="3603348" y="1630251"/>
                  </a:lnTo>
                  <a:lnTo>
                    <a:pt x="3603465" y="1630251"/>
                  </a:lnTo>
                  <a:lnTo>
                    <a:pt x="3603701" y="1630251"/>
                  </a:lnTo>
                  <a:lnTo>
                    <a:pt x="3603818" y="1630251"/>
                  </a:lnTo>
                  <a:lnTo>
                    <a:pt x="3603818" y="1629821"/>
                  </a:lnTo>
                  <a:lnTo>
                    <a:pt x="3603818" y="1629390"/>
                  </a:lnTo>
                  <a:lnTo>
                    <a:pt x="3604053" y="1628959"/>
                  </a:lnTo>
                  <a:lnTo>
                    <a:pt x="3604171" y="1628959"/>
                  </a:lnTo>
                  <a:lnTo>
                    <a:pt x="3604524" y="1628959"/>
                  </a:lnTo>
                  <a:lnTo>
                    <a:pt x="3604641" y="1628959"/>
                  </a:lnTo>
                  <a:lnTo>
                    <a:pt x="3604759" y="1628959"/>
                  </a:lnTo>
                  <a:lnTo>
                    <a:pt x="3604877" y="1628959"/>
                  </a:lnTo>
                  <a:lnTo>
                    <a:pt x="3606053" y="1628098"/>
                  </a:lnTo>
                  <a:lnTo>
                    <a:pt x="3606641" y="1628098"/>
                  </a:lnTo>
                  <a:lnTo>
                    <a:pt x="3606759" y="1628098"/>
                  </a:lnTo>
                  <a:lnTo>
                    <a:pt x="3606994" y="1627668"/>
                  </a:lnTo>
                  <a:lnTo>
                    <a:pt x="3607229" y="1626376"/>
                  </a:lnTo>
                  <a:lnTo>
                    <a:pt x="3607699" y="1626376"/>
                  </a:lnTo>
                  <a:lnTo>
                    <a:pt x="3608170" y="1626376"/>
                  </a:lnTo>
                  <a:lnTo>
                    <a:pt x="3608405" y="1625945"/>
                  </a:lnTo>
                  <a:lnTo>
                    <a:pt x="3608523" y="1625945"/>
                  </a:lnTo>
                  <a:lnTo>
                    <a:pt x="3608640" y="1625945"/>
                  </a:lnTo>
                  <a:lnTo>
                    <a:pt x="3608758" y="1625945"/>
                  </a:lnTo>
                  <a:lnTo>
                    <a:pt x="3608876" y="1625515"/>
                  </a:lnTo>
                  <a:lnTo>
                    <a:pt x="3609228" y="1625084"/>
                  </a:lnTo>
                  <a:lnTo>
                    <a:pt x="3609346" y="1624653"/>
                  </a:lnTo>
                  <a:lnTo>
                    <a:pt x="3609934" y="1624653"/>
                  </a:lnTo>
                  <a:lnTo>
                    <a:pt x="3610169" y="1624653"/>
                  </a:lnTo>
                  <a:lnTo>
                    <a:pt x="3610287" y="1624223"/>
                  </a:lnTo>
                  <a:lnTo>
                    <a:pt x="3610405" y="1623362"/>
                  </a:lnTo>
                  <a:lnTo>
                    <a:pt x="3610640" y="1623362"/>
                  </a:lnTo>
                  <a:lnTo>
                    <a:pt x="3611346" y="1622500"/>
                  </a:lnTo>
                  <a:lnTo>
                    <a:pt x="3611463" y="1622500"/>
                  </a:lnTo>
                  <a:lnTo>
                    <a:pt x="3611581" y="1622500"/>
                  </a:lnTo>
                  <a:lnTo>
                    <a:pt x="3611934" y="1622070"/>
                  </a:lnTo>
                  <a:lnTo>
                    <a:pt x="3612051" y="1622070"/>
                  </a:lnTo>
                  <a:lnTo>
                    <a:pt x="3612169" y="1622070"/>
                  </a:lnTo>
                  <a:lnTo>
                    <a:pt x="3612522" y="1622070"/>
                  </a:lnTo>
                  <a:lnTo>
                    <a:pt x="3612639" y="1622070"/>
                  </a:lnTo>
                  <a:lnTo>
                    <a:pt x="3613110" y="1621639"/>
                  </a:lnTo>
                  <a:lnTo>
                    <a:pt x="3613345" y="1621639"/>
                  </a:lnTo>
                  <a:lnTo>
                    <a:pt x="3613463" y="1621639"/>
                  </a:lnTo>
                  <a:lnTo>
                    <a:pt x="3613698" y="1621639"/>
                  </a:lnTo>
                  <a:lnTo>
                    <a:pt x="3614051" y="1621209"/>
                  </a:lnTo>
                  <a:lnTo>
                    <a:pt x="3614403" y="1621209"/>
                  </a:lnTo>
                  <a:lnTo>
                    <a:pt x="3614874" y="1619917"/>
                  </a:lnTo>
                  <a:lnTo>
                    <a:pt x="3614992" y="1619917"/>
                  </a:lnTo>
                  <a:lnTo>
                    <a:pt x="3615109" y="1619917"/>
                  </a:lnTo>
                  <a:lnTo>
                    <a:pt x="3615227" y="1619486"/>
                  </a:lnTo>
                  <a:lnTo>
                    <a:pt x="3615344" y="1619486"/>
                  </a:lnTo>
                  <a:lnTo>
                    <a:pt x="3615697" y="1619486"/>
                  </a:lnTo>
                  <a:lnTo>
                    <a:pt x="3615815" y="1619486"/>
                  </a:lnTo>
                  <a:lnTo>
                    <a:pt x="3615932" y="1619056"/>
                  </a:lnTo>
                  <a:lnTo>
                    <a:pt x="3617461" y="1616903"/>
                  </a:lnTo>
                  <a:lnTo>
                    <a:pt x="3617932" y="1616472"/>
                  </a:lnTo>
                  <a:lnTo>
                    <a:pt x="3618167" y="1616472"/>
                  </a:lnTo>
                  <a:lnTo>
                    <a:pt x="3618402" y="1616472"/>
                  </a:lnTo>
                  <a:lnTo>
                    <a:pt x="3618638" y="1615611"/>
                  </a:lnTo>
                  <a:lnTo>
                    <a:pt x="3618990" y="1615611"/>
                  </a:lnTo>
                  <a:lnTo>
                    <a:pt x="3619343" y="1615611"/>
                  </a:lnTo>
                  <a:lnTo>
                    <a:pt x="3619696" y="1615180"/>
                  </a:lnTo>
                  <a:lnTo>
                    <a:pt x="3620284" y="1615180"/>
                  </a:lnTo>
                  <a:lnTo>
                    <a:pt x="3620519" y="1614750"/>
                  </a:lnTo>
                  <a:lnTo>
                    <a:pt x="3620637" y="1614750"/>
                  </a:lnTo>
                  <a:lnTo>
                    <a:pt x="3620755" y="1614750"/>
                  </a:lnTo>
                  <a:lnTo>
                    <a:pt x="3620872" y="1614750"/>
                  </a:lnTo>
                  <a:lnTo>
                    <a:pt x="3620872" y="1614319"/>
                  </a:lnTo>
                  <a:lnTo>
                    <a:pt x="3621343" y="1614319"/>
                  </a:lnTo>
                  <a:lnTo>
                    <a:pt x="3622284" y="1613888"/>
                  </a:lnTo>
                  <a:lnTo>
                    <a:pt x="3622519" y="1613888"/>
                  </a:lnTo>
                  <a:lnTo>
                    <a:pt x="3622636" y="1613458"/>
                  </a:lnTo>
                  <a:lnTo>
                    <a:pt x="3622754" y="1613458"/>
                  </a:lnTo>
                  <a:lnTo>
                    <a:pt x="3622872" y="1613458"/>
                  </a:lnTo>
                  <a:lnTo>
                    <a:pt x="3622989" y="1612166"/>
                  </a:lnTo>
                  <a:lnTo>
                    <a:pt x="3623225" y="1612166"/>
                  </a:lnTo>
                  <a:lnTo>
                    <a:pt x="3624048" y="1611735"/>
                  </a:lnTo>
                  <a:lnTo>
                    <a:pt x="3624165" y="1611735"/>
                  </a:lnTo>
                  <a:lnTo>
                    <a:pt x="3624518" y="1611735"/>
                  </a:lnTo>
                  <a:lnTo>
                    <a:pt x="3624636" y="1611735"/>
                  </a:lnTo>
                  <a:lnTo>
                    <a:pt x="3624754" y="1611305"/>
                  </a:lnTo>
                  <a:lnTo>
                    <a:pt x="3624754" y="1610874"/>
                  </a:lnTo>
                  <a:lnTo>
                    <a:pt x="3624871" y="1610874"/>
                  </a:lnTo>
                  <a:lnTo>
                    <a:pt x="3624989" y="1610013"/>
                  </a:lnTo>
                  <a:lnTo>
                    <a:pt x="3625342" y="1609582"/>
                  </a:lnTo>
                  <a:lnTo>
                    <a:pt x="3625930" y="1609582"/>
                  </a:lnTo>
                  <a:lnTo>
                    <a:pt x="3625930" y="1609152"/>
                  </a:lnTo>
                  <a:lnTo>
                    <a:pt x="3626047" y="1609152"/>
                  </a:lnTo>
                  <a:lnTo>
                    <a:pt x="3626047" y="1608721"/>
                  </a:lnTo>
                  <a:lnTo>
                    <a:pt x="3626283" y="1608721"/>
                  </a:lnTo>
                  <a:lnTo>
                    <a:pt x="3626400" y="1608721"/>
                  </a:lnTo>
                  <a:lnTo>
                    <a:pt x="3626753" y="1608721"/>
                  </a:lnTo>
                  <a:lnTo>
                    <a:pt x="3626871" y="1608721"/>
                  </a:lnTo>
                  <a:lnTo>
                    <a:pt x="3626988" y="1608721"/>
                  </a:lnTo>
                  <a:lnTo>
                    <a:pt x="3627106" y="1608721"/>
                  </a:lnTo>
                  <a:lnTo>
                    <a:pt x="3627223" y="1608291"/>
                  </a:lnTo>
                  <a:lnTo>
                    <a:pt x="3627459" y="1608291"/>
                  </a:lnTo>
                  <a:lnTo>
                    <a:pt x="3627812" y="1607860"/>
                  </a:lnTo>
                  <a:lnTo>
                    <a:pt x="3628164" y="1607860"/>
                  </a:lnTo>
                  <a:lnTo>
                    <a:pt x="3629223" y="1605276"/>
                  </a:lnTo>
                  <a:lnTo>
                    <a:pt x="3629340" y="1604846"/>
                  </a:lnTo>
                  <a:lnTo>
                    <a:pt x="3629458" y="1604415"/>
                  </a:lnTo>
                  <a:lnTo>
                    <a:pt x="3629929" y="1604415"/>
                  </a:lnTo>
                  <a:lnTo>
                    <a:pt x="3629929" y="1603985"/>
                  </a:lnTo>
                  <a:lnTo>
                    <a:pt x="3630046" y="1603985"/>
                  </a:lnTo>
                  <a:lnTo>
                    <a:pt x="3630164" y="1603985"/>
                  </a:lnTo>
                  <a:lnTo>
                    <a:pt x="3630399" y="1603554"/>
                  </a:lnTo>
                  <a:lnTo>
                    <a:pt x="3630752" y="1603123"/>
                  </a:lnTo>
                  <a:lnTo>
                    <a:pt x="3631340" y="1603123"/>
                  </a:lnTo>
                  <a:lnTo>
                    <a:pt x="3631575" y="1603123"/>
                  </a:lnTo>
                  <a:lnTo>
                    <a:pt x="3632046" y="1603123"/>
                  </a:lnTo>
                  <a:lnTo>
                    <a:pt x="3632163" y="1603123"/>
                  </a:lnTo>
                  <a:lnTo>
                    <a:pt x="3632281" y="1603123"/>
                  </a:lnTo>
                  <a:lnTo>
                    <a:pt x="3632516" y="1602693"/>
                  </a:lnTo>
                  <a:lnTo>
                    <a:pt x="3632634" y="1602693"/>
                  </a:lnTo>
                  <a:lnTo>
                    <a:pt x="3633339" y="1602693"/>
                  </a:lnTo>
                  <a:lnTo>
                    <a:pt x="3633457" y="1602262"/>
                  </a:lnTo>
                  <a:lnTo>
                    <a:pt x="3634045" y="1600540"/>
                  </a:lnTo>
                  <a:lnTo>
                    <a:pt x="3634280" y="1600540"/>
                  </a:lnTo>
                  <a:lnTo>
                    <a:pt x="3634398" y="1600109"/>
                  </a:lnTo>
                  <a:lnTo>
                    <a:pt x="3634633" y="1600109"/>
                  </a:lnTo>
                  <a:lnTo>
                    <a:pt x="3634868" y="1599679"/>
                  </a:lnTo>
                  <a:lnTo>
                    <a:pt x="3634986" y="1599679"/>
                  </a:lnTo>
                  <a:lnTo>
                    <a:pt x="3635221" y="1599679"/>
                  </a:lnTo>
                  <a:lnTo>
                    <a:pt x="3635456" y="1599679"/>
                  </a:lnTo>
                  <a:lnTo>
                    <a:pt x="3635574" y="1599679"/>
                  </a:lnTo>
                  <a:lnTo>
                    <a:pt x="3635809" y="1599679"/>
                  </a:lnTo>
                  <a:lnTo>
                    <a:pt x="3635927" y="1599248"/>
                  </a:lnTo>
                  <a:lnTo>
                    <a:pt x="3636044" y="1599248"/>
                  </a:lnTo>
                  <a:lnTo>
                    <a:pt x="3636162" y="1599248"/>
                  </a:lnTo>
                  <a:lnTo>
                    <a:pt x="3636162" y="1598817"/>
                  </a:lnTo>
                  <a:lnTo>
                    <a:pt x="3636280" y="1598817"/>
                  </a:lnTo>
                  <a:lnTo>
                    <a:pt x="3636397" y="1598817"/>
                  </a:lnTo>
                  <a:lnTo>
                    <a:pt x="3636985" y="1598387"/>
                  </a:lnTo>
                  <a:lnTo>
                    <a:pt x="3637103" y="1598387"/>
                  </a:lnTo>
                  <a:lnTo>
                    <a:pt x="3637338" y="1598387"/>
                  </a:lnTo>
                  <a:lnTo>
                    <a:pt x="3637456" y="1598387"/>
                  </a:lnTo>
                  <a:lnTo>
                    <a:pt x="3637691" y="1597956"/>
                  </a:lnTo>
                  <a:lnTo>
                    <a:pt x="3637691" y="1597526"/>
                  </a:lnTo>
                  <a:lnTo>
                    <a:pt x="3638044" y="1597095"/>
                  </a:lnTo>
                  <a:lnTo>
                    <a:pt x="3638514" y="1596664"/>
                  </a:lnTo>
                  <a:lnTo>
                    <a:pt x="3638632" y="1596664"/>
                  </a:lnTo>
                  <a:lnTo>
                    <a:pt x="3638750" y="1596664"/>
                  </a:lnTo>
                  <a:lnTo>
                    <a:pt x="3638750" y="1596234"/>
                  </a:lnTo>
                  <a:lnTo>
                    <a:pt x="3638985" y="1596234"/>
                  </a:lnTo>
                  <a:lnTo>
                    <a:pt x="3640279" y="1594942"/>
                  </a:lnTo>
                  <a:lnTo>
                    <a:pt x="3640396" y="1594942"/>
                  </a:lnTo>
                  <a:lnTo>
                    <a:pt x="3640631" y="1594942"/>
                  </a:lnTo>
                  <a:lnTo>
                    <a:pt x="3641102" y="1594942"/>
                  </a:lnTo>
                  <a:lnTo>
                    <a:pt x="3641220" y="1594942"/>
                  </a:lnTo>
                  <a:lnTo>
                    <a:pt x="3641690" y="1594511"/>
                  </a:lnTo>
                  <a:lnTo>
                    <a:pt x="3641925" y="1594511"/>
                  </a:lnTo>
                  <a:lnTo>
                    <a:pt x="3642043" y="1594511"/>
                  </a:lnTo>
                  <a:lnTo>
                    <a:pt x="3642513" y="1593650"/>
                  </a:lnTo>
                  <a:lnTo>
                    <a:pt x="3642513" y="1593220"/>
                  </a:lnTo>
                  <a:lnTo>
                    <a:pt x="3642749" y="1593220"/>
                  </a:lnTo>
                  <a:lnTo>
                    <a:pt x="3642984" y="1593220"/>
                  </a:lnTo>
                  <a:lnTo>
                    <a:pt x="3642984" y="1592789"/>
                  </a:lnTo>
                  <a:lnTo>
                    <a:pt x="3643101" y="1592789"/>
                  </a:lnTo>
                  <a:lnTo>
                    <a:pt x="3643572" y="1591928"/>
                  </a:lnTo>
                  <a:lnTo>
                    <a:pt x="3643807" y="1591497"/>
                  </a:lnTo>
                  <a:lnTo>
                    <a:pt x="3643925" y="1591497"/>
                  </a:lnTo>
                  <a:lnTo>
                    <a:pt x="3644042" y="1591497"/>
                  </a:lnTo>
                  <a:lnTo>
                    <a:pt x="3644630" y="1591067"/>
                  </a:lnTo>
                  <a:lnTo>
                    <a:pt x="3645218" y="1590636"/>
                  </a:lnTo>
                  <a:lnTo>
                    <a:pt x="3645336" y="1590636"/>
                  </a:lnTo>
                  <a:lnTo>
                    <a:pt x="3645454" y="1590636"/>
                  </a:lnTo>
                  <a:lnTo>
                    <a:pt x="3645571" y="1590636"/>
                  </a:lnTo>
                  <a:lnTo>
                    <a:pt x="3645571" y="1590205"/>
                  </a:lnTo>
                  <a:lnTo>
                    <a:pt x="3646159" y="1589775"/>
                  </a:lnTo>
                  <a:lnTo>
                    <a:pt x="3646277" y="1589775"/>
                  </a:lnTo>
                  <a:lnTo>
                    <a:pt x="3646512" y="1589775"/>
                  </a:lnTo>
                  <a:lnTo>
                    <a:pt x="3646512" y="1588914"/>
                  </a:lnTo>
                  <a:lnTo>
                    <a:pt x="3646512" y="1588483"/>
                  </a:lnTo>
                  <a:lnTo>
                    <a:pt x="3646630" y="1588483"/>
                  </a:lnTo>
                  <a:lnTo>
                    <a:pt x="3647100" y="1588483"/>
                  </a:lnTo>
                  <a:lnTo>
                    <a:pt x="3647218" y="1588483"/>
                  </a:lnTo>
                  <a:lnTo>
                    <a:pt x="3647806" y="1588483"/>
                  </a:lnTo>
                  <a:lnTo>
                    <a:pt x="3648159" y="1588052"/>
                  </a:lnTo>
                  <a:lnTo>
                    <a:pt x="3648629" y="1586761"/>
                  </a:lnTo>
                  <a:lnTo>
                    <a:pt x="3648747" y="1586330"/>
                  </a:lnTo>
                  <a:lnTo>
                    <a:pt x="3649217" y="1585899"/>
                  </a:lnTo>
                  <a:lnTo>
                    <a:pt x="3649335" y="1585469"/>
                  </a:lnTo>
                  <a:lnTo>
                    <a:pt x="3649453" y="1585469"/>
                  </a:lnTo>
                  <a:lnTo>
                    <a:pt x="3649688" y="1585469"/>
                  </a:lnTo>
                  <a:lnTo>
                    <a:pt x="3649688" y="1585038"/>
                  </a:lnTo>
                  <a:lnTo>
                    <a:pt x="3650041" y="1585038"/>
                  </a:lnTo>
                  <a:lnTo>
                    <a:pt x="3650158" y="1585038"/>
                  </a:lnTo>
                  <a:lnTo>
                    <a:pt x="3650629" y="1584608"/>
                  </a:lnTo>
                  <a:lnTo>
                    <a:pt x="3651099" y="1584177"/>
                  </a:lnTo>
                  <a:lnTo>
                    <a:pt x="3651452" y="1583316"/>
                  </a:lnTo>
                  <a:lnTo>
                    <a:pt x="3651452" y="1582885"/>
                  </a:lnTo>
                  <a:lnTo>
                    <a:pt x="3651570" y="1582024"/>
                  </a:lnTo>
                  <a:lnTo>
                    <a:pt x="3652040" y="1581593"/>
                  </a:lnTo>
                  <a:lnTo>
                    <a:pt x="3652158" y="1581593"/>
                  </a:lnTo>
                  <a:lnTo>
                    <a:pt x="3652393" y="1581593"/>
                  </a:lnTo>
                  <a:lnTo>
                    <a:pt x="3652863" y="1581593"/>
                  </a:lnTo>
                  <a:lnTo>
                    <a:pt x="3652981" y="1581593"/>
                  </a:lnTo>
                  <a:lnTo>
                    <a:pt x="3652981" y="1580732"/>
                  </a:lnTo>
                  <a:lnTo>
                    <a:pt x="3654628" y="1579010"/>
                  </a:lnTo>
                  <a:lnTo>
                    <a:pt x="3654980" y="1578149"/>
                  </a:lnTo>
                  <a:lnTo>
                    <a:pt x="3655098" y="1578149"/>
                  </a:lnTo>
                  <a:lnTo>
                    <a:pt x="3655333" y="1578149"/>
                  </a:lnTo>
                  <a:lnTo>
                    <a:pt x="3655451" y="1578149"/>
                  </a:lnTo>
                  <a:lnTo>
                    <a:pt x="3655686" y="1578149"/>
                  </a:lnTo>
                  <a:lnTo>
                    <a:pt x="3655804" y="1578149"/>
                  </a:lnTo>
                  <a:lnTo>
                    <a:pt x="3655921" y="1578149"/>
                  </a:lnTo>
                  <a:lnTo>
                    <a:pt x="3656509" y="1578149"/>
                  </a:lnTo>
                  <a:lnTo>
                    <a:pt x="3656745" y="1578149"/>
                  </a:lnTo>
                  <a:lnTo>
                    <a:pt x="3656980" y="1578149"/>
                  </a:lnTo>
                  <a:lnTo>
                    <a:pt x="3657097" y="1578149"/>
                  </a:lnTo>
                  <a:lnTo>
                    <a:pt x="3657450" y="1578149"/>
                  </a:lnTo>
                  <a:lnTo>
                    <a:pt x="3657921" y="1578149"/>
                  </a:lnTo>
                  <a:lnTo>
                    <a:pt x="3658038" y="1578149"/>
                  </a:lnTo>
                  <a:lnTo>
                    <a:pt x="3658509" y="1577718"/>
                  </a:lnTo>
                  <a:lnTo>
                    <a:pt x="3658626" y="1577718"/>
                  </a:lnTo>
                  <a:lnTo>
                    <a:pt x="3659097" y="1576857"/>
                  </a:lnTo>
                  <a:lnTo>
                    <a:pt x="3659567" y="1576426"/>
                  </a:lnTo>
                  <a:lnTo>
                    <a:pt x="3659920" y="1576426"/>
                  </a:lnTo>
                  <a:lnTo>
                    <a:pt x="3660155" y="1576426"/>
                  </a:lnTo>
                  <a:lnTo>
                    <a:pt x="3660861" y="1575565"/>
                  </a:lnTo>
                  <a:lnTo>
                    <a:pt x="3661096" y="1575565"/>
                  </a:lnTo>
                  <a:lnTo>
                    <a:pt x="3661096" y="1575134"/>
                  </a:lnTo>
                  <a:lnTo>
                    <a:pt x="3661096" y="1574704"/>
                  </a:lnTo>
                  <a:lnTo>
                    <a:pt x="3661214" y="1574704"/>
                  </a:lnTo>
                  <a:lnTo>
                    <a:pt x="3661332" y="1573843"/>
                  </a:lnTo>
                  <a:lnTo>
                    <a:pt x="3661449" y="1573843"/>
                  </a:lnTo>
                  <a:lnTo>
                    <a:pt x="3661684" y="1573843"/>
                  </a:lnTo>
                  <a:lnTo>
                    <a:pt x="3662037" y="1573843"/>
                  </a:lnTo>
                  <a:lnTo>
                    <a:pt x="3662508" y="1573843"/>
                  </a:lnTo>
                  <a:lnTo>
                    <a:pt x="3662978" y="1572981"/>
                  </a:lnTo>
                  <a:lnTo>
                    <a:pt x="3662978" y="1572551"/>
                  </a:lnTo>
                  <a:lnTo>
                    <a:pt x="3663096" y="1572551"/>
                  </a:lnTo>
                  <a:lnTo>
                    <a:pt x="3663213" y="1572120"/>
                  </a:lnTo>
                  <a:lnTo>
                    <a:pt x="3663449" y="1571690"/>
                  </a:lnTo>
                  <a:lnTo>
                    <a:pt x="3663566" y="1571690"/>
                  </a:lnTo>
                  <a:lnTo>
                    <a:pt x="3664390" y="1571690"/>
                  </a:lnTo>
                  <a:lnTo>
                    <a:pt x="3664507" y="1571690"/>
                  </a:lnTo>
                  <a:lnTo>
                    <a:pt x="3664625" y="1571690"/>
                  </a:lnTo>
                  <a:lnTo>
                    <a:pt x="3664742" y="1571690"/>
                  </a:lnTo>
                  <a:lnTo>
                    <a:pt x="3665448" y="1571690"/>
                  </a:lnTo>
                  <a:lnTo>
                    <a:pt x="3665448" y="1571259"/>
                  </a:lnTo>
                  <a:lnTo>
                    <a:pt x="3665683" y="1571259"/>
                  </a:lnTo>
                  <a:lnTo>
                    <a:pt x="3665801" y="1571259"/>
                  </a:lnTo>
                  <a:lnTo>
                    <a:pt x="3665919" y="1571259"/>
                  </a:lnTo>
                  <a:lnTo>
                    <a:pt x="3666154" y="1570828"/>
                  </a:lnTo>
                  <a:lnTo>
                    <a:pt x="3666389" y="1570828"/>
                  </a:lnTo>
                  <a:lnTo>
                    <a:pt x="3666624" y="1570828"/>
                  </a:lnTo>
                  <a:lnTo>
                    <a:pt x="3666977" y="1569967"/>
                  </a:lnTo>
                  <a:lnTo>
                    <a:pt x="3667095" y="1569967"/>
                  </a:lnTo>
                  <a:lnTo>
                    <a:pt x="3667448" y="1569967"/>
                  </a:lnTo>
                  <a:lnTo>
                    <a:pt x="3667565" y="1569537"/>
                  </a:lnTo>
                  <a:lnTo>
                    <a:pt x="3668036" y="1569537"/>
                  </a:lnTo>
                  <a:lnTo>
                    <a:pt x="3668271" y="1569537"/>
                  </a:lnTo>
                  <a:lnTo>
                    <a:pt x="3668388" y="1569537"/>
                  </a:lnTo>
                  <a:lnTo>
                    <a:pt x="3668506" y="1569537"/>
                  </a:lnTo>
                  <a:lnTo>
                    <a:pt x="3669094" y="1568675"/>
                  </a:lnTo>
                  <a:lnTo>
                    <a:pt x="3669212" y="1568675"/>
                  </a:lnTo>
                  <a:lnTo>
                    <a:pt x="3669329" y="1568675"/>
                  </a:lnTo>
                  <a:lnTo>
                    <a:pt x="3669565" y="1568675"/>
                  </a:lnTo>
                  <a:lnTo>
                    <a:pt x="3669682" y="1568245"/>
                  </a:lnTo>
                  <a:lnTo>
                    <a:pt x="3670270" y="1568245"/>
                  </a:lnTo>
                  <a:lnTo>
                    <a:pt x="3671329" y="1568245"/>
                  </a:lnTo>
                  <a:lnTo>
                    <a:pt x="3671799" y="1568245"/>
                  </a:lnTo>
                  <a:lnTo>
                    <a:pt x="3671917" y="1567814"/>
                  </a:lnTo>
                  <a:lnTo>
                    <a:pt x="3672034" y="1567814"/>
                  </a:lnTo>
                  <a:lnTo>
                    <a:pt x="3672152" y="1567814"/>
                  </a:lnTo>
                  <a:lnTo>
                    <a:pt x="3672152" y="1567384"/>
                  </a:lnTo>
                  <a:lnTo>
                    <a:pt x="3672387" y="1567384"/>
                  </a:lnTo>
                  <a:lnTo>
                    <a:pt x="3672505" y="1567384"/>
                  </a:lnTo>
                  <a:lnTo>
                    <a:pt x="3672858" y="1566953"/>
                  </a:lnTo>
                  <a:lnTo>
                    <a:pt x="3673211" y="1566522"/>
                  </a:lnTo>
                  <a:lnTo>
                    <a:pt x="3673446" y="1566522"/>
                  </a:lnTo>
                  <a:lnTo>
                    <a:pt x="3673916" y="1566522"/>
                  </a:lnTo>
                  <a:lnTo>
                    <a:pt x="3674034" y="1566522"/>
                  </a:lnTo>
                  <a:lnTo>
                    <a:pt x="3674622" y="1566092"/>
                  </a:lnTo>
                  <a:lnTo>
                    <a:pt x="3674975" y="1565661"/>
                  </a:lnTo>
                  <a:lnTo>
                    <a:pt x="3675210" y="1565661"/>
                  </a:lnTo>
                  <a:lnTo>
                    <a:pt x="3675328" y="1565661"/>
                  </a:lnTo>
                  <a:lnTo>
                    <a:pt x="3675445" y="1565231"/>
                  </a:lnTo>
                  <a:lnTo>
                    <a:pt x="3675681" y="1564369"/>
                  </a:lnTo>
                  <a:lnTo>
                    <a:pt x="3675916" y="1563939"/>
                  </a:lnTo>
                  <a:lnTo>
                    <a:pt x="3676151" y="1563508"/>
                  </a:lnTo>
                  <a:lnTo>
                    <a:pt x="3676386" y="1563078"/>
                  </a:lnTo>
                  <a:lnTo>
                    <a:pt x="3676621" y="1563078"/>
                  </a:lnTo>
                  <a:lnTo>
                    <a:pt x="3676857" y="1562647"/>
                  </a:lnTo>
                  <a:lnTo>
                    <a:pt x="3676974" y="1562647"/>
                  </a:lnTo>
                  <a:lnTo>
                    <a:pt x="3677327" y="1561786"/>
                  </a:lnTo>
                  <a:lnTo>
                    <a:pt x="3677327" y="1561355"/>
                  </a:lnTo>
                  <a:lnTo>
                    <a:pt x="3677915" y="1561355"/>
                  </a:lnTo>
                  <a:lnTo>
                    <a:pt x="3678268" y="1560925"/>
                  </a:lnTo>
                  <a:lnTo>
                    <a:pt x="3678386" y="1560925"/>
                  </a:lnTo>
                  <a:lnTo>
                    <a:pt x="3678621" y="1560925"/>
                  </a:lnTo>
                  <a:lnTo>
                    <a:pt x="3678738" y="1560494"/>
                  </a:lnTo>
                  <a:lnTo>
                    <a:pt x="3678856" y="1560494"/>
                  </a:lnTo>
                  <a:lnTo>
                    <a:pt x="3679209" y="1560063"/>
                  </a:lnTo>
                  <a:lnTo>
                    <a:pt x="3679327" y="1559633"/>
                  </a:lnTo>
                  <a:lnTo>
                    <a:pt x="3679444" y="1559633"/>
                  </a:lnTo>
                  <a:lnTo>
                    <a:pt x="3679562" y="1559633"/>
                  </a:lnTo>
                  <a:lnTo>
                    <a:pt x="3679679" y="1559633"/>
                  </a:lnTo>
                  <a:lnTo>
                    <a:pt x="3680032" y="1559633"/>
                  </a:lnTo>
                  <a:lnTo>
                    <a:pt x="3680150" y="1559633"/>
                  </a:lnTo>
                  <a:lnTo>
                    <a:pt x="3680267" y="1559633"/>
                  </a:lnTo>
                  <a:lnTo>
                    <a:pt x="3680267" y="1559202"/>
                  </a:lnTo>
                  <a:lnTo>
                    <a:pt x="3680385" y="1559202"/>
                  </a:lnTo>
                  <a:lnTo>
                    <a:pt x="3680503" y="1559202"/>
                  </a:lnTo>
                  <a:lnTo>
                    <a:pt x="3682620" y="1557910"/>
                  </a:lnTo>
                  <a:lnTo>
                    <a:pt x="3682737" y="1557910"/>
                  </a:lnTo>
                  <a:lnTo>
                    <a:pt x="3683443" y="1557910"/>
                  </a:lnTo>
                  <a:lnTo>
                    <a:pt x="3683561" y="1557480"/>
                  </a:lnTo>
                  <a:lnTo>
                    <a:pt x="3683914" y="1557480"/>
                  </a:lnTo>
                  <a:lnTo>
                    <a:pt x="3684031" y="1557480"/>
                  </a:lnTo>
                  <a:lnTo>
                    <a:pt x="3684149" y="1557049"/>
                  </a:lnTo>
                  <a:lnTo>
                    <a:pt x="3684266" y="1556619"/>
                  </a:lnTo>
                  <a:lnTo>
                    <a:pt x="3684384" y="1556619"/>
                  </a:lnTo>
                  <a:lnTo>
                    <a:pt x="3684384" y="1555757"/>
                  </a:lnTo>
                  <a:lnTo>
                    <a:pt x="3684502" y="1555757"/>
                  </a:lnTo>
                  <a:lnTo>
                    <a:pt x="3684619" y="1555757"/>
                  </a:lnTo>
                  <a:lnTo>
                    <a:pt x="3684737" y="1555757"/>
                  </a:lnTo>
                  <a:lnTo>
                    <a:pt x="3684854" y="1555757"/>
                  </a:lnTo>
                  <a:lnTo>
                    <a:pt x="3684972" y="1555327"/>
                  </a:lnTo>
                  <a:lnTo>
                    <a:pt x="3685560" y="1555327"/>
                  </a:lnTo>
                  <a:lnTo>
                    <a:pt x="3685560" y="1554896"/>
                  </a:lnTo>
                  <a:lnTo>
                    <a:pt x="3685678" y="1554896"/>
                  </a:lnTo>
                  <a:lnTo>
                    <a:pt x="3686031" y="1554896"/>
                  </a:lnTo>
                  <a:lnTo>
                    <a:pt x="3686383" y="1554896"/>
                  </a:lnTo>
                  <a:lnTo>
                    <a:pt x="3686501" y="1554896"/>
                  </a:lnTo>
                  <a:lnTo>
                    <a:pt x="3686736" y="1554896"/>
                  </a:lnTo>
                  <a:lnTo>
                    <a:pt x="3686854" y="1554466"/>
                  </a:lnTo>
                  <a:lnTo>
                    <a:pt x="3686854" y="1554035"/>
                  </a:lnTo>
                  <a:lnTo>
                    <a:pt x="3686971" y="1554035"/>
                  </a:lnTo>
                  <a:lnTo>
                    <a:pt x="3687324" y="1553604"/>
                  </a:lnTo>
                  <a:lnTo>
                    <a:pt x="3687677" y="1553604"/>
                  </a:lnTo>
                  <a:lnTo>
                    <a:pt x="3688030" y="1552743"/>
                  </a:lnTo>
                  <a:lnTo>
                    <a:pt x="3688736" y="1552313"/>
                  </a:lnTo>
                  <a:lnTo>
                    <a:pt x="3689089" y="1552313"/>
                  </a:lnTo>
                  <a:lnTo>
                    <a:pt x="3689324" y="1551882"/>
                  </a:lnTo>
                  <a:lnTo>
                    <a:pt x="3689324" y="1551451"/>
                  </a:lnTo>
                  <a:lnTo>
                    <a:pt x="3690029" y="1551021"/>
                  </a:lnTo>
                  <a:lnTo>
                    <a:pt x="3690147" y="1551021"/>
                  </a:lnTo>
                  <a:lnTo>
                    <a:pt x="3690382" y="1550590"/>
                  </a:lnTo>
                  <a:lnTo>
                    <a:pt x="3690500" y="1550590"/>
                  </a:lnTo>
                  <a:lnTo>
                    <a:pt x="3690970" y="1550590"/>
                  </a:lnTo>
                  <a:lnTo>
                    <a:pt x="3691088" y="1550160"/>
                  </a:lnTo>
                  <a:lnTo>
                    <a:pt x="3691441" y="1550160"/>
                  </a:lnTo>
                  <a:lnTo>
                    <a:pt x="3691911" y="1549729"/>
                  </a:lnTo>
                  <a:lnTo>
                    <a:pt x="3692029" y="1549729"/>
                  </a:lnTo>
                  <a:lnTo>
                    <a:pt x="3692264" y="1549729"/>
                  </a:lnTo>
                  <a:lnTo>
                    <a:pt x="3692499" y="1549729"/>
                  </a:lnTo>
                  <a:lnTo>
                    <a:pt x="3692499" y="1549298"/>
                  </a:lnTo>
                  <a:lnTo>
                    <a:pt x="3692735" y="1549298"/>
                  </a:lnTo>
                  <a:lnTo>
                    <a:pt x="3692970" y="1547576"/>
                  </a:lnTo>
                  <a:lnTo>
                    <a:pt x="3693440" y="1546715"/>
                  </a:lnTo>
                  <a:lnTo>
                    <a:pt x="3693911" y="1546715"/>
                  </a:lnTo>
                  <a:lnTo>
                    <a:pt x="3694028" y="1546715"/>
                  </a:lnTo>
                  <a:lnTo>
                    <a:pt x="3694146" y="1546715"/>
                  </a:lnTo>
                  <a:lnTo>
                    <a:pt x="3694264" y="1546715"/>
                  </a:lnTo>
                  <a:lnTo>
                    <a:pt x="3694381" y="1546715"/>
                  </a:lnTo>
                  <a:lnTo>
                    <a:pt x="3694616" y="1546284"/>
                  </a:lnTo>
                  <a:lnTo>
                    <a:pt x="3694734" y="1546284"/>
                  </a:lnTo>
                  <a:lnTo>
                    <a:pt x="3694852" y="1546284"/>
                  </a:lnTo>
                  <a:lnTo>
                    <a:pt x="3694852" y="1545854"/>
                  </a:lnTo>
                  <a:lnTo>
                    <a:pt x="3695087" y="1545423"/>
                  </a:lnTo>
                  <a:lnTo>
                    <a:pt x="3695204" y="1545423"/>
                  </a:lnTo>
                  <a:lnTo>
                    <a:pt x="3695204" y="1544562"/>
                  </a:lnTo>
                  <a:lnTo>
                    <a:pt x="3695675" y="1544131"/>
                  </a:lnTo>
                  <a:lnTo>
                    <a:pt x="3695793" y="1544131"/>
                  </a:lnTo>
                  <a:lnTo>
                    <a:pt x="3696028" y="1544131"/>
                  </a:lnTo>
                  <a:lnTo>
                    <a:pt x="3696145" y="1544131"/>
                  </a:lnTo>
                  <a:lnTo>
                    <a:pt x="3696381" y="1544131"/>
                  </a:lnTo>
                  <a:lnTo>
                    <a:pt x="3696616" y="1544131"/>
                  </a:lnTo>
                  <a:lnTo>
                    <a:pt x="3696733" y="1544131"/>
                  </a:lnTo>
                  <a:lnTo>
                    <a:pt x="3696969" y="1543270"/>
                  </a:lnTo>
                  <a:lnTo>
                    <a:pt x="3697086" y="1543270"/>
                  </a:lnTo>
                  <a:lnTo>
                    <a:pt x="3697439" y="1543270"/>
                  </a:lnTo>
                  <a:lnTo>
                    <a:pt x="3697674" y="1543270"/>
                  </a:lnTo>
                  <a:lnTo>
                    <a:pt x="3698145" y="1542839"/>
                  </a:lnTo>
                  <a:lnTo>
                    <a:pt x="3698380" y="1542839"/>
                  </a:lnTo>
                  <a:lnTo>
                    <a:pt x="3698498" y="1542839"/>
                  </a:lnTo>
                  <a:lnTo>
                    <a:pt x="3698615" y="1542839"/>
                  </a:lnTo>
                  <a:lnTo>
                    <a:pt x="3698733" y="1541548"/>
                  </a:lnTo>
                  <a:lnTo>
                    <a:pt x="3699203" y="1541548"/>
                  </a:lnTo>
                  <a:lnTo>
                    <a:pt x="3699203" y="1541117"/>
                  </a:lnTo>
                  <a:lnTo>
                    <a:pt x="3699321" y="1541117"/>
                  </a:lnTo>
                  <a:lnTo>
                    <a:pt x="3699439" y="1541117"/>
                  </a:lnTo>
                  <a:lnTo>
                    <a:pt x="3699556" y="1541117"/>
                  </a:lnTo>
                  <a:lnTo>
                    <a:pt x="3699791" y="1541117"/>
                  </a:lnTo>
                  <a:lnTo>
                    <a:pt x="3699909" y="1540686"/>
                  </a:lnTo>
                  <a:lnTo>
                    <a:pt x="3700262" y="1540256"/>
                  </a:lnTo>
                  <a:lnTo>
                    <a:pt x="3700262" y="1539825"/>
                  </a:lnTo>
                  <a:lnTo>
                    <a:pt x="3700497" y="1538964"/>
                  </a:lnTo>
                  <a:lnTo>
                    <a:pt x="3700497" y="1538533"/>
                  </a:lnTo>
                  <a:lnTo>
                    <a:pt x="3700732" y="1538103"/>
                  </a:lnTo>
                  <a:lnTo>
                    <a:pt x="3700732" y="1537672"/>
                  </a:lnTo>
                  <a:lnTo>
                    <a:pt x="3700850" y="1537672"/>
                  </a:lnTo>
                  <a:lnTo>
                    <a:pt x="3701085" y="1537672"/>
                  </a:lnTo>
                  <a:lnTo>
                    <a:pt x="3701203" y="1537672"/>
                  </a:lnTo>
                  <a:lnTo>
                    <a:pt x="3702026" y="1537242"/>
                  </a:lnTo>
                  <a:lnTo>
                    <a:pt x="3702379" y="1537242"/>
                  </a:lnTo>
                  <a:lnTo>
                    <a:pt x="3702497" y="1537242"/>
                  </a:lnTo>
                  <a:lnTo>
                    <a:pt x="3702614" y="1537242"/>
                  </a:lnTo>
                  <a:lnTo>
                    <a:pt x="3702967" y="1537242"/>
                  </a:lnTo>
                  <a:lnTo>
                    <a:pt x="3703085" y="1537242"/>
                  </a:lnTo>
                  <a:lnTo>
                    <a:pt x="3703202" y="1537242"/>
                  </a:lnTo>
                  <a:lnTo>
                    <a:pt x="3703320" y="1537242"/>
                  </a:lnTo>
                  <a:lnTo>
                    <a:pt x="3703555" y="1536380"/>
                  </a:lnTo>
                  <a:lnTo>
                    <a:pt x="3703790" y="1536380"/>
                  </a:lnTo>
                  <a:lnTo>
                    <a:pt x="3703908" y="1536380"/>
                  </a:lnTo>
                  <a:lnTo>
                    <a:pt x="3704143" y="1536380"/>
                  </a:lnTo>
                  <a:lnTo>
                    <a:pt x="3704966" y="1535950"/>
                  </a:lnTo>
                  <a:lnTo>
                    <a:pt x="3704966" y="1535519"/>
                  </a:lnTo>
                  <a:lnTo>
                    <a:pt x="3705437" y="1535519"/>
                  </a:lnTo>
                  <a:lnTo>
                    <a:pt x="3705555" y="1535519"/>
                  </a:lnTo>
                  <a:lnTo>
                    <a:pt x="3705790" y="1534658"/>
                  </a:lnTo>
                  <a:lnTo>
                    <a:pt x="3705907" y="1534227"/>
                  </a:lnTo>
                  <a:lnTo>
                    <a:pt x="3706143" y="1534227"/>
                  </a:lnTo>
                  <a:lnTo>
                    <a:pt x="3706143" y="1533797"/>
                  </a:lnTo>
                  <a:lnTo>
                    <a:pt x="3706848" y="1532505"/>
                  </a:lnTo>
                  <a:lnTo>
                    <a:pt x="3707084" y="1532505"/>
                  </a:lnTo>
                  <a:lnTo>
                    <a:pt x="3707672" y="1532505"/>
                  </a:lnTo>
                  <a:lnTo>
                    <a:pt x="3708495" y="1532505"/>
                  </a:lnTo>
                  <a:lnTo>
                    <a:pt x="3708495" y="1532074"/>
                  </a:lnTo>
                  <a:lnTo>
                    <a:pt x="3708613" y="1532074"/>
                  </a:lnTo>
                  <a:lnTo>
                    <a:pt x="3708730" y="1532074"/>
                  </a:lnTo>
                  <a:lnTo>
                    <a:pt x="3708848" y="1532074"/>
                  </a:lnTo>
                  <a:lnTo>
                    <a:pt x="3709906" y="1531213"/>
                  </a:lnTo>
                  <a:lnTo>
                    <a:pt x="3710024" y="1531213"/>
                  </a:lnTo>
                  <a:lnTo>
                    <a:pt x="3710259" y="1531213"/>
                  </a:lnTo>
                  <a:lnTo>
                    <a:pt x="3710730" y="1531213"/>
                  </a:lnTo>
                  <a:lnTo>
                    <a:pt x="3710965" y="1531213"/>
                  </a:lnTo>
                  <a:lnTo>
                    <a:pt x="3711200" y="1529921"/>
                  </a:lnTo>
                  <a:lnTo>
                    <a:pt x="3711318" y="1529921"/>
                  </a:lnTo>
                  <a:lnTo>
                    <a:pt x="3711670" y="1529491"/>
                  </a:lnTo>
                  <a:lnTo>
                    <a:pt x="3711906" y="1529491"/>
                  </a:lnTo>
                  <a:lnTo>
                    <a:pt x="3712023" y="1529491"/>
                  </a:lnTo>
                  <a:lnTo>
                    <a:pt x="3712141" y="1529491"/>
                  </a:lnTo>
                  <a:lnTo>
                    <a:pt x="3712847" y="1529491"/>
                  </a:lnTo>
                  <a:lnTo>
                    <a:pt x="3712964" y="1529491"/>
                  </a:lnTo>
                  <a:lnTo>
                    <a:pt x="3713317" y="1529491"/>
                  </a:lnTo>
                  <a:lnTo>
                    <a:pt x="3713552" y="1529060"/>
                  </a:lnTo>
                  <a:lnTo>
                    <a:pt x="3713788" y="1529060"/>
                  </a:lnTo>
                  <a:lnTo>
                    <a:pt x="3714376" y="1529060"/>
                  </a:lnTo>
                  <a:lnTo>
                    <a:pt x="3714611" y="1528630"/>
                  </a:lnTo>
                  <a:lnTo>
                    <a:pt x="3714728" y="1528199"/>
                  </a:lnTo>
                  <a:lnTo>
                    <a:pt x="3715199" y="1527338"/>
                  </a:lnTo>
                  <a:lnTo>
                    <a:pt x="3715552" y="1527338"/>
                  </a:lnTo>
                  <a:lnTo>
                    <a:pt x="3716140" y="1526907"/>
                  </a:lnTo>
                  <a:lnTo>
                    <a:pt x="3716257" y="1526907"/>
                  </a:lnTo>
                  <a:lnTo>
                    <a:pt x="3716493" y="1526907"/>
                  </a:lnTo>
                  <a:lnTo>
                    <a:pt x="3716610" y="1526907"/>
                  </a:lnTo>
                  <a:lnTo>
                    <a:pt x="3716728" y="1526907"/>
                  </a:lnTo>
                  <a:lnTo>
                    <a:pt x="3716845" y="1526907"/>
                  </a:lnTo>
                  <a:lnTo>
                    <a:pt x="3717081" y="1526046"/>
                  </a:lnTo>
                  <a:lnTo>
                    <a:pt x="3717198" y="1526046"/>
                  </a:lnTo>
                  <a:lnTo>
                    <a:pt x="3717434" y="1525615"/>
                  </a:lnTo>
                  <a:lnTo>
                    <a:pt x="3717669" y="1525615"/>
                  </a:lnTo>
                  <a:lnTo>
                    <a:pt x="3717904" y="1525615"/>
                  </a:lnTo>
                  <a:lnTo>
                    <a:pt x="3718022" y="1525615"/>
                  </a:lnTo>
                  <a:lnTo>
                    <a:pt x="3718492" y="1524754"/>
                  </a:lnTo>
                  <a:lnTo>
                    <a:pt x="3718610" y="1524324"/>
                  </a:lnTo>
                  <a:lnTo>
                    <a:pt x="3718727" y="1524324"/>
                  </a:lnTo>
                  <a:lnTo>
                    <a:pt x="3718963" y="1524324"/>
                  </a:lnTo>
                  <a:lnTo>
                    <a:pt x="3719668" y="1523462"/>
                  </a:lnTo>
                  <a:lnTo>
                    <a:pt x="3719903" y="1523462"/>
                  </a:lnTo>
                  <a:lnTo>
                    <a:pt x="3720256" y="1523462"/>
                  </a:lnTo>
                  <a:lnTo>
                    <a:pt x="3720374" y="1523462"/>
                  </a:lnTo>
                  <a:lnTo>
                    <a:pt x="3720727" y="1522601"/>
                  </a:lnTo>
                  <a:lnTo>
                    <a:pt x="3720962" y="1522171"/>
                  </a:lnTo>
                  <a:lnTo>
                    <a:pt x="3721785" y="1521740"/>
                  </a:lnTo>
                  <a:lnTo>
                    <a:pt x="3721903" y="1521740"/>
                  </a:lnTo>
                  <a:lnTo>
                    <a:pt x="3721903" y="1521309"/>
                  </a:lnTo>
                  <a:lnTo>
                    <a:pt x="3722021" y="1521309"/>
                  </a:lnTo>
                  <a:lnTo>
                    <a:pt x="3722138" y="1521309"/>
                  </a:lnTo>
                  <a:lnTo>
                    <a:pt x="3722373" y="1520448"/>
                  </a:lnTo>
                  <a:lnTo>
                    <a:pt x="3723079" y="1520018"/>
                  </a:lnTo>
                  <a:lnTo>
                    <a:pt x="3723197" y="1519587"/>
                  </a:lnTo>
                  <a:lnTo>
                    <a:pt x="3723314" y="1519587"/>
                  </a:lnTo>
                  <a:lnTo>
                    <a:pt x="3723550" y="1519587"/>
                  </a:lnTo>
                  <a:lnTo>
                    <a:pt x="3723902" y="1517865"/>
                  </a:lnTo>
                  <a:lnTo>
                    <a:pt x="3724020" y="1517865"/>
                  </a:lnTo>
                  <a:lnTo>
                    <a:pt x="3724138" y="1517865"/>
                  </a:lnTo>
                  <a:lnTo>
                    <a:pt x="3724373" y="1517434"/>
                  </a:lnTo>
                  <a:lnTo>
                    <a:pt x="3724961" y="1517003"/>
                  </a:lnTo>
                  <a:lnTo>
                    <a:pt x="3725078" y="1517003"/>
                  </a:lnTo>
                  <a:lnTo>
                    <a:pt x="3725196" y="1517003"/>
                  </a:lnTo>
                  <a:lnTo>
                    <a:pt x="3725431" y="1516142"/>
                  </a:lnTo>
                  <a:lnTo>
                    <a:pt x="3725549" y="1516142"/>
                  </a:lnTo>
                  <a:lnTo>
                    <a:pt x="3725902" y="1516142"/>
                  </a:lnTo>
                  <a:lnTo>
                    <a:pt x="3726019" y="1516142"/>
                  </a:lnTo>
                  <a:lnTo>
                    <a:pt x="3726255" y="1516142"/>
                  </a:lnTo>
                  <a:lnTo>
                    <a:pt x="3726490" y="1515712"/>
                  </a:lnTo>
                  <a:lnTo>
                    <a:pt x="3726607" y="1515712"/>
                  </a:lnTo>
                  <a:lnTo>
                    <a:pt x="3726843" y="1514850"/>
                  </a:lnTo>
                  <a:lnTo>
                    <a:pt x="3727078" y="1514850"/>
                  </a:lnTo>
                  <a:lnTo>
                    <a:pt x="3727078" y="1514420"/>
                  </a:lnTo>
                  <a:lnTo>
                    <a:pt x="3727431" y="1514420"/>
                  </a:lnTo>
                  <a:lnTo>
                    <a:pt x="3728136" y="1514420"/>
                  </a:lnTo>
                  <a:lnTo>
                    <a:pt x="3728136" y="1513989"/>
                  </a:lnTo>
                  <a:lnTo>
                    <a:pt x="3728136" y="1513559"/>
                  </a:lnTo>
                  <a:lnTo>
                    <a:pt x="3728372" y="1513559"/>
                  </a:lnTo>
                  <a:lnTo>
                    <a:pt x="3728607" y="1513559"/>
                  </a:lnTo>
                  <a:lnTo>
                    <a:pt x="3728725" y="1513559"/>
                  </a:lnTo>
                  <a:lnTo>
                    <a:pt x="3728960" y="1513559"/>
                  </a:lnTo>
                  <a:lnTo>
                    <a:pt x="3729548" y="1513559"/>
                  </a:lnTo>
                  <a:lnTo>
                    <a:pt x="3729901" y="1513559"/>
                  </a:lnTo>
                  <a:lnTo>
                    <a:pt x="3729901" y="1513128"/>
                  </a:lnTo>
                  <a:lnTo>
                    <a:pt x="3730018" y="1512697"/>
                  </a:lnTo>
                  <a:lnTo>
                    <a:pt x="3730254" y="1512267"/>
                  </a:lnTo>
                  <a:lnTo>
                    <a:pt x="3730489" y="1512267"/>
                  </a:lnTo>
                  <a:lnTo>
                    <a:pt x="3730959" y="1511836"/>
                  </a:lnTo>
                  <a:lnTo>
                    <a:pt x="3731194" y="1511406"/>
                  </a:lnTo>
                  <a:lnTo>
                    <a:pt x="3731312" y="1511406"/>
                  </a:lnTo>
                  <a:lnTo>
                    <a:pt x="3731547" y="1511406"/>
                  </a:lnTo>
                  <a:lnTo>
                    <a:pt x="3731783" y="1510114"/>
                  </a:lnTo>
                  <a:lnTo>
                    <a:pt x="3732253" y="1508391"/>
                  </a:lnTo>
                  <a:lnTo>
                    <a:pt x="3732371" y="1508391"/>
                  </a:lnTo>
                  <a:lnTo>
                    <a:pt x="3732488" y="1508391"/>
                  </a:lnTo>
                  <a:lnTo>
                    <a:pt x="3732841" y="1508391"/>
                  </a:lnTo>
                  <a:lnTo>
                    <a:pt x="3732959" y="1508391"/>
                  </a:lnTo>
                  <a:lnTo>
                    <a:pt x="3733547" y="1506238"/>
                  </a:lnTo>
                  <a:lnTo>
                    <a:pt x="3733782" y="1506238"/>
                  </a:lnTo>
                  <a:lnTo>
                    <a:pt x="3734723" y="1505377"/>
                  </a:lnTo>
                  <a:lnTo>
                    <a:pt x="3734840" y="1505377"/>
                  </a:lnTo>
                  <a:lnTo>
                    <a:pt x="3735311" y="1505377"/>
                  </a:lnTo>
                  <a:lnTo>
                    <a:pt x="3735546" y="1505377"/>
                  </a:lnTo>
                  <a:lnTo>
                    <a:pt x="3736017" y="1504947"/>
                  </a:lnTo>
                  <a:lnTo>
                    <a:pt x="3736134" y="1504947"/>
                  </a:lnTo>
                  <a:lnTo>
                    <a:pt x="3736252" y="1504947"/>
                  </a:lnTo>
                  <a:lnTo>
                    <a:pt x="3736369" y="1504947"/>
                  </a:lnTo>
                  <a:lnTo>
                    <a:pt x="3736605" y="1504947"/>
                  </a:lnTo>
                  <a:lnTo>
                    <a:pt x="3736840" y="1504516"/>
                  </a:lnTo>
                  <a:lnTo>
                    <a:pt x="3737075" y="1503655"/>
                  </a:lnTo>
                  <a:lnTo>
                    <a:pt x="3737193" y="1503655"/>
                  </a:lnTo>
                  <a:lnTo>
                    <a:pt x="3737546" y="1503655"/>
                  </a:lnTo>
                  <a:lnTo>
                    <a:pt x="3737781" y="1503655"/>
                  </a:lnTo>
                  <a:lnTo>
                    <a:pt x="3737898" y="1503655"/>
                  </a:lnTo>
                  <a:lnTo>
                    <a:pt x="3738016" y="1503655"/>
                  </a:lnTo>
                  <a:lnTo>
                    <a:pt x="3738369" y="1503655"/>
                  </a:lnTo>
                  <a:lnTo>
                    <a:pt x="3738487" y="1503655"/>
                  </a:lnTo>
                  <a:lnTo>
                    <a:pt x="3738957" y="1503655"/>
                  </a:lnTo>
                  <a:lnTo>
                    <a:pt x="3739075" y="1503655"/>
                  </a:lnTo>
                  <a:lnTo>
                    <a:pt x="3739075" y="1503224"/>
                  </a:lnTo>
                  <a:lnTo>
                    <a:pt x="3739192" y="1503224"/>
                  </a:lnTo>
                  <a:lnTo>
                    <a:pt x="3739310" y="1503224"/>
                  </a:lnTo>
                  <a:lnTo>
                    <a:pt x="3739545" y="1502794"/>
                  </a:lnTo>
                  <a:lnTo>
                    <a:pt x="3739663" y="1501932"/>
                  </a:lnTo>
                  <a:lnTo>
                    <a:pt x="3739780" y="1501932"/>
                  </a:lnTo>
                  <a:lnTo>
                    <a:pt x="3739898" y="1501932"/>
                  </a:lnTo>
                  <a:lnTo>
                    <a:pt x="3740133" y="1501932"/>
                  </a:lnTo>
                  <a:lnTo>
                    <a:pt x="3740368" y="1501932"/>
                  </a:lnTo>
                  <a:lnTo>
                    <a:pt x="3740721" y="1501932"/>
                  </a:lnTo>
                  <a:lnTo>
                    <a:pt x="3741074" y="1501932"/>
                  </a:lnTo>
                  <a:lnTo>
                    <a:pt x="3741309" y="1501932"/>
                  </a:lnTo>
                  <a:lnTo>
                    <a:pt x="3741662" y="1501932"/>
                  </a:lnTo>
                  <a:lnTo>
                    <a:pt x="3742015" y="1501502"/>
                  </a:lnTo>
                  <a:lnTo>
                    <a:pt x="3742015" y="1501071"/>
                  </a:lnTo>
                  <a:lnTo>
                    <a:pt x="3742250" y="1501071"/>
                  </a:lnTo>
                  <a:lnTo>
                    <a:pt x="3742250" y="1500641"/>
                  </a:lnTo>
                  <a:lnTo>
                    <a:pt x="3742603" y="1500641"/>
                  </a:lnTo>
                  <a:lnTo>
                    <a:pt x="3742721" y="1500641"/>
                  </a:lnTo>
                  <a:lnTo>
                    <a:pt x="3742838" y="1500641"/>
                  </a:lnTo>
                  <a:lnTo>
                    <a:pt x="3742956" y="1500641"/>
                  </a:lnTo>
                  <a:lnTo>
                    <a:pt x="3743426" y="1500641"/>
                  </a:lnTo>
                  <a:lnTo>
                    <a:pt x="3743544" y="1500641"/>
                  </a:lnTo>
                  <a:lnTo>
                    <a:pt x="3749189" y="1496765"/>
                  </a:lnTo>
                  <a:lnTo>
                    <a:pt x="3749189" y="1496335"/>
                  </a:lnTo>
                  <a:lnTo>
                    <a:pt x="3749542" y="1496335"/>
                  </a:lnTo>
                  <a:lnTo>
                    <a:pt x="3749895" y="1496335"/>
                  </a:lnTo>
                  <a:lnTo>
                    <a:pt x="3750601" y="1496335"/>
                  </a:lnTo>
                  <a:lnTo>
                    <a:pt x="3751071" y="1496335"/>
                  </a:lnTo>
                  <a:lnTo>
                    <a:pt x="3751189" y="1496335"/>
                  </a:lnTo>
                  <a:lnTo>
                    <a:pt x="3751189" y="1495904"/>
                  </a:lnTo>
                  <a:lnTo>
                    <a:pt x="3751424" y="1495904"/>
                  </a:lnTo>
                  <a:lnTo>
                    <a:pt x="3751659" y="1495904"/>
                  </a:lnTo>
                  <a:lnTo>
                    <a:pt x="3751777" y="1495904"/>
                  </a:lnTo>
                  <a:lnTo>
                    <a:pt x="3751895" y="1495904"/>
                  </a:lnTo>
                  <a:lnTo>
                    <a:pt x="3752365" y="1495904"/>
                  </a:lnTo>
                  <a:lnTo>
                    <a:pt x="3752483" y="1495904"/>
                  </a:lnTo>
                  <a:lnTo>
                    <a:pt x="3752600" y="1495904"/>
                  </a:lnTo>
                  <a:lnTo>
                    <a:pt x="3753188" y="1495904"/>
                  </a:lnTo>
                  <a:lnTo>
                    <a:pt x="3753424" y="1495904"/>
                  </a:lnTo>
                  <a:lnTo>
                    <a:pt x="3753541" y="1495473"/>
                  </a:lnTo>
                  <a:lnTo>
                    <a:pt x="3753659" y="1495473"/>
                  </a:lnTo>
                  <a:lnTo>
                    <a:pt x="3753776" y="1495473"/>
                  </a:lnTo>
                  <a:lnTo>
                    <a:pt x="3754012" y="1495043"/>
                  </a:lnTo>
                  <a:lnTo>
                    <a:pt x="3754012" y="1494612"/>
                  </a:lnTo>
                  <a:lnTo>
                    <a:pt x="3754129" y="1494612"/>
                  </a:lnTo>
                  <a:lnTo>
                    <a:pt x="3754247" y="1494612"/>
                  </a:lnTo>
                  <a:lnTo>
                    <a:pt x="3754482" y="1493751"/>
                  </a:lnTo>
                  <a:lnTo>
                    <a:pt x="3754600" y="1493751"/>
                  </a:lnTo>
                  <a:lnTo>
                    <a:pt x="3754717" y="1493751"/>
                  </a:lnTo>
                  <a:lnTo>
                    <a:pt x="3754717" y="1493320"/>
                  </a:lnTo>
                  <a:lnTo>
                    <a:pt x="3754835" y="1493320"/>
                  </a:lnTo>
                  <a:lnTo>
                    <a:pt x="3755188" y="1493320"/>
                  </a:lnTo>
                  <a:lnTo>
                    <a:pt x="3755423" y="1493320"/>
                  </a:lnTo>
                  <a:lnTo>
                    <a:pt x="3755423" y="1492890"/>
                  </a:lnTo>
                  <a:lnTo>
                    <a:pt x="3755893" y="1492890"/>
                  </a:lnTo>
                  <a:lnTo>
                    <a:pt x="3756482" y="1492890"/>
                  </a:lnTo>
                  <a:lnTo>
                    <a:pt x="3756599" y="1492890"/>
                  </a:lnTo>
                  <a:lnTo>
                    <a:pt x="3756717" y="1492890"/>
                  </a:lnTo>
                  <a:lnTo>
                    <a:pt x="3756952" y="1492029"/>
                  </a:lnTo>
                  <a:lnTo>
                    <a:pt x="3757658" y="1491598"/>
                  </a:lnTo>
                  <a:lnTo>
                    <a:pt x="3757893" y="1491598"/>
                  </a:lnTo>
                  <a:lnTo>
                    <a:pt x="3758010" y="1491598"/>
                  </a:lnTo>
                  <a:lnTo>
                    <a:pt x="3758128" y="1491598"/>
                  </a:lnTo>
                  <a:lnTo>
                    <a:pt x="3758246" y="1490737"/>
                  </a:lnTo>
                  <a:lnTo>
                    <a:pt x="3758599" y="1490306"/>
                  </a:lnTo>
                  <a:lnTo>
                    <a:pt x="3758716" y="1490306"/>
                  </a:lnTo>
                  <a:lnTo>
                    <a:pt x="3758834" y="1490306"/>
                  </a:lnTo>
                  <a:lnTo>
                    <a:pt x="3759775" y="1489014"/>
                  </a:lnTo>
                  <a:lnTo>
                    <a:pt x="3759892" y="1489014"/>
                  </a:lnTo>
                  <a:lnTo>
                    <a:pt x="3760010" y="1489014"/>
                  </a:lnTo>
                  <a:lnTo>
                    <a:pt x="3760363" y="1489014"/>
                  </a:lnTo>
                  <a:lnTo>
                    <a:pt x="3760833" y="1487723"/>
                  </a:lnTo>
                  <a:lnTo>
                    <a:pt x="3760951" y="1487292"/>
                  </a:lnTo>
                  <a:lnTo>
                    <a:pt x="3761539" y="1487292"/>
                  </a:lnTo>
                  <a:lnTo>
                    <a:pt x="3761657" y="1487292"/>
                  </a:lnTo>
                  <a:lnTo>
                    <a:pt x="3762009" y="1487292"/>
                  </a:lnTo>
                  <a:lnTo>
                    <a:pt x="3762127" y="1487292"/>
                  </a:lnTo>
                  <a:lnTo>
                    <a:pt x="3762245" y="1487292"/>
                  </a:lnTo>
                  <a:lnTo>
                    <a:pt x="3762362" y="1487292"/>
                  </a:lnTo>
                  <a:lnTo>
                    <a:pt x="3762480" y="1486861"/>
                  </a:lnTo>
                  <a:lnTo>
                    <a:pt x="3763068" y="1486000"/>
                  </a:lnTo>
                  <a:lnTo>
                    <a:pt x="3763186" y="1486000"/>
                  </a:lnTo>
                  <a:lnTo>
                    <a:pt x="3763421" y="1486000"/>
                  </a:lnTo>
                  <a:lnTo>
                    <a:pt x="3763538" y="1486000"/>
                  </a:lnTo>
                  <a:lnTo>
                    <a:pt x="3763774" y="1486000"/>
                  </a:lnTo>
                  <a:lnTo>
                    <a:pt x="3764244" y="1485139"/>
                  </a:lnTo>
                  <a:lnTo>
                    <a:pt x="3764597" y="1485139"/>
                  </a:lnTo>
                  <a:lnTo>
                    <a:pt x="3764950" y="1485139"/>
                  </a:lnTo>
                  <a:lnTo>
                    <a:pt x="3764950" y="1484708"/>
                  </a:lnTo>
                  <a:lnTo>
                    <a:pt x="3765773" y="1483417"/>
                  </a:lnTo>
                  <a:lnTo>
                    <a:pt x="3766126" y="1483417"/>
                  </a:lnTo>
                  <a:lnTo>
                    <a:pt x="3766243" y="1483417"/>
                  </a:lnTo>
                  <a:lnTo>
                    <a:pt x="3766479" y="1482986"/>
                  </a:lnTo>
                  <a:lnTo>
                    <a:pt x="3766832" y="1482986"/>
                  </a:lnTo>
                  <a:lnTo>
                    <a:pt x="3766949" y="1482986"/>
                  </a:lnTo>
                  <a:lnTo>
                    <a:pt x="3767302" y="1481694"/>
                  </a:lnTo>
                  <a:lnTo>
                    <a:pt x="3767302" y="1480402"/>
                  </a:lnTo>
                  <a:lnTo>
                    <a:pt x="3767537" y="1480402"/>
                  </a:lnTo>
                  <a:lnTo>
                    <a:pt x="3767772" y="1480402"/>
                  </a:lnTo>
                  <a:lnTo>
                    <a:pt x="3767890" y="1480402"/>
                  </a:lnTo>
                  <a:lnTo>
                    <a:pt x="3767890" y="1479972"/>
                  </a:lnTo>
                  <a:lnTo>
                    <a:pt x="3768596" y="1479541"/>
                  </a:lnTo>
                  <a:lnTo>
                    <a:pt x="3768596" y="1479111"/>
                  </a:lnTo>
                  <a:lnTo>
                    <a:pt x="3769066" y="1479111"/>
                  </a:lnTo>
                  <a:lnTo>
                    <a:pt x="3769419" y="1478680"/>
                  </a:lnTo>
                  <a:lnTo>
                    <a:pt x="3769537" y="1478680"/>
                  </a:lnTo>
                  <a:lnTo>
                    <a:pt x="3769654" y="1478680"/>
                  </a:lnTo>
                  <a:lnTo>
                    <a:pt x="3770125" y="1478680"/>
                  </a:lnTo>
                  <a:lnTo>
                    <a:pt x="3770125" y="1478249"/>
                  </a:lnTo>
                  <a:lnTo>
                    <a:pt x="3771066" y="1476958"/>
                  </a:lnTo>
                  <a:lnTo>
                    <a:pt x="3771301" y="1476958"/>
                  </a:lnTo>
                  <a:lnTo>
                    <a:pt x="3771889" y="1476958"/>
                  </a:lnTo>
                  <a:lnTo>
                    <a:pt x="3772007" y="1476958"/>
                  </a:lnTo>
                  <a:lnTo>
                    <a:pt x="3772595" y="1476958"/>
                  </a:lnTo>
                  <a:lnTo>
                    <a:pt x="3773065" y="1476096"/>
                  </a:lnTo>
                  <a:lnTo>
                    <a:pt x="3773183" y="1476096"/>
                  </a:lnTo>
                  <a:lnTo>
                    <a:pt x="3773771" y="1476096"/>
                  </a:lnTo>
                  <a:lnTo>
                    <a:pt x="3773888" y="1476096"/>
                  </a:lnTo>
                  <a:lnTo>
                    <a:pt x="3774006" y="1476096"/>
                  </a:lnTo>
                  <a:lnTo>
                    <a:pt x="3774124" y="1476096"/>
                  </a:lnTo>
                  <a:lnTo>
                    <a:pt x="3774241" y="1476096"/>
                  </a:lnTo>
                  <a:lnTo>
                    <a:pt x="3774359" y="1476096"/>
                  </a:lnTo>
                  <a:lnTo>
                    <a:pt x="3774829" y="1475235"/>
                  </a:lnTo>
                  <a:lnTo>
                    <a:pt x="3775300" y="1474805"/>
                  </a:lnTo>
                  <a:lnTo>
                    <a:pt x="3775653" y="1473943"/>
                  </a:lnTo>
                  <a:lnTo>
                    <a:pt x="3775770" y="1473513"/>
                  </a:lnTo>
                  <a:lnTo>
                    <a:pt x="3776123" y="1473082"/>
                  </a:lnTo>
                  <a:lnTo>
                    <a:pt x="3776476" y="1473082"/>
                  </a:lnTo>
                  <a:lnTo>
                    <a:pt x="3776711" y="1473082"/>
                  </a:lnTo>
                  <a:lnTo>
                    <a:pt x="3777182" y="1473082"/>
                  </a:lnTo>
                  <a:lnTo>
                    <a:pt x="3777770" y="1473082"/>
                  </a:lnTo>
                  <a:lnTo>
                    <a:pt x="3778123" y="1473082"/>
                  </a:lnTo>
                  <a:lnTo>
                    <a:pt x="3778358" y="1473082"/>
                  </a:lnTo>
                  <a:lnTo>
                    <a:pt x="3778475" y="1473082"/>
                  </a:lnTo>
                  <a:lnTo>
                    <a:pt x="3779063" y="1470929"/>
                  </a:lnTo>
                  <a:lnTo>
                    <a:pt x="3779181" y="1470929"/>
                  </a:lnTo>
                  <a:lnTo>
                    <a:pt x="3779299" y="1470499"/>
                  </a:lnTo>
                  <a:lnTo>
                    <a:pt x="3780004" y="1470499"/>
                  </a:lnTo>
                  <a:lnTo>
                    <a:pt x="3780475" y="1470068"/>
                  </a:lnTo>
                  <a:lnTo>
                    <a:pt x="3781416" y="1469207"/>
                  </a:lnTo>
                  <a:lnTo>
                    <a:pt x="3781533" y="1469207"/>
                  </a:lnTo>
                  <a:lnTo>
                    <a:pt x="3781651" y="1469207"/>
                  </a:lnTo>
                  <a:lnTo>
                    <a:pt x="3781886" y="1468776"/>
                  </a:lnTo>
                  <a:lnTo>
                    <a:pt x="3782121" y="1468776"/>
                  </a:lnTo>
                  <a:lnTo>
                    <a:pt x="3782592" y="1468776"/>
                  </a:lnTo>
                  <a:lnTo>
                    <a:pt x="3782827" y="1467915"/>
                  </a:lnTo>
                  <a:lnTo>
                    <a:pt x="3782945" y="1467484"/>
                  </a:lnTo>
                  <a:lnTo>
                    <a:pt x="3783298" y="1467484"/>
                  </a:lnTo>
                  <a:lnTo>
                    <a:pt x="3783298" y="1467054"/>
                  </a:lnTo>
                  <a:lnTo>
                    <a:pt x="3783415" y="1466623"/>
                  </a:lnTo>
                  <a:lnTo>
                    <a:pt x="3783886" y="1466193"/>
                  </a:lnTo>
                  <a:lnTo>
                    <a:pt x="3784121" y="1466193"/>
                  </a:lnTo>
                  <a:lnTo>
                    <a:pt x="3784474" y="1465762"/>
                  </a:lnTo>
                  <a:lnTo>
                    <a:pt x="3784827" y="1465331"/>
                  </a:lnTo>
                  <a:lnTo>
                    <a:pt x="3785297" y="1465331"/>
                  </a:lnTo>
                  <a:lnTo>
                    <a:pt x="3785532" y="1465331"/>
                  </a:lnTo>
                  <a:lnTo>
                    <a:pt x="3785650" y="1465331"/>
                  </a:lnTo>
                  <a:lnTo>
                    <a:pt x="3786473" y="1465331"/>
                  </a:lnTo>
                  <a:lnTo>
                    <a:pt x="3786826" y="1464901"/>
                  </a:lnTo>
                  <a:lnTo>
                    <a:pt x="3786944" y="1464901"/>
                  </a:lnTo>
                  <a:lnTo>
                    <a:pt x="3787061" y="1464901"/>
                  </a:lnTo>
                  <a:lnTo>
                    <a:pt x="3787179" y="1464901"/>
                  </a:lnTo>
                  <a:lnTo>
                    <a:pt x="3787414" y="1464901"/>
                  </a:lnTo>
                  <a:lnTo>
                    <a:pt x="3787532" y="1464901"/>
                  </a:lnTo>
                  <a:lnTo>
                    <a:pt x="3787532" y="1464470"/>
                  </a:lnTo>
                  <a:lnTo>
                    <a:pt x="3787767" y="1464040"/>
                  </a:lnTo>
                  <a:lnTo>
                    <a:pt x="3787885" y="1464040"/>
                  </a:lnTo>
                  <a:lnTo>
                    <a:pt x="3788708" y="1462748"/>
                  </a:lnTo>
                  <a:lnTo>
                    <a:pt x="3789061" y="1462317"/>
                  </a:lnTo>
                  <a:lnTo>
                    <a:pt x="3789061" y="1461887"/>
                  </a:lnTo>
                  <a:lnTo>
                    <a:pt x="3789178" y="1461887"/>
                  </a:lnTo>
                  <a:lnTo>
                    <a:pt x="3789296" y="1461025"/>
                  </a:lnTo>
                  <a:lnTo>
                    <a:pt x="3789649" y="1460164"/>
                  </a:lnTo>
                  <a:lnTo>
                    <a:pt x="3789649" y="1459734"/>
                  </a:lnTo>
                  <a:lnTo>
                    <a:pt x="3790002" y="1459303"/>
                  </a:lnTo>
                  <a:lnTo>
                    <a:pt x="3790119" y="1459303"/>
                  </a:lnTo>
                  <a:lnTo>
                    <a:pt x="3790590" y="1458442"/>
                  </a:lnTo>
                  <a:lnTo>
                    <a:pt x="3790590" y="1458011"/>
                  </a:lnTo>
                  <a:lnTo>
                    <a:pt x="3790942" y="1457581"/>
                  </a:lnTo>
                  <a:lnTo>
                    <a:pt x="3791060" y="1457581"/>
                  </a:lnTo>
                  <a:lnTo>
                    <a:pt x="3791060" y="1456719"/>
                  </a:lnTo>
                  <a:lnTo>
                    <a:pt x="3791295" y="1456719"/>
                  </a:lnTo>
                  <a:lnTo>
                    <a:pt x="3791766" y="1456719"/>
                  </a:lnTo>
                  <a:lnTo>
                    <a:pt x="3791883" y="1456719"/>
                  </a:lnTo>
                  <a:lnTo>
                    <a:pt x="3792354" y="1456719"/>
                  </a:lnTo>
                  <a:lnTo>
                    <a:pt x="3792471" y="1456719"/>
                  </a:lnTo>
                  <a:lnTo>
                    <a:pt x="3792589" y="1456719"/>
                  </a:lnTo>
                  <a:lnTo>
                    <a:pt x="3792942" y="1456719"/>
                  </a:lnTo>
                  <a:lnTo>
                    <a:pt x="3793530" y="1455858"/>
                  </a:lnTo>
                  <a:lnTo>
                    <a:pt x="3793530" y="1455428"/>
                  </a:lnTo>
                  <a:lnTo>
                    <a:pt x="3793648" y="1455428"/>
                  </a:lnTo>
                  <a:lnTo>
                    <a:pt x="3793765" y="1455428"/>
                  </a:lnTo>
                  <a:lnTo>
                    <a:pt x="3794000" y="1455428"/>
                  </a:lnTo>
                  <a:lnTo>
                    <a:pt x="3795412" y="1453705"/>
                  </a:lnTo>
                  <a:lnTo>
                    <a:pt x="3795647" y="1453705"/>
                  </a:lnTo>
                  <a:lnTo>
                    <a:pt x="3795765" y="1453705"/>
                  </a:lnTo>
                  <a:lnTo>
                    <a:pt x="3796235" y="1453705"/>
                  </a:lnTo>
                  <a:lnTo>
                    <a:pt x="3796470" y="1453705"/>
                  </a:lnTo>
                  <a:lnTo>
                    <a:pt x="3796588" y="1453705"/>
                  </a:lnTo>
                  <a:lnTo>
                    <a:pt x="3796706" y="1453705"/>
                  </a:lnTo>
                  <a:lnTo>
                    <a:pt x="3796941" y="1453275"/>
                  </a:lnTo>
                  <a:lnTo>
                    <a:pt x="3797176" y="1453275"/>
                  </a:lnTo>
                  <a:lnTo>
                    <a:pt x="3797764" y="1453275"/>
                  </a:lnTo>
                  <a:lnTo>
                    <a:pt x="3798117" y="1453275"/>
                  </a:lnTo>
                  <a:lnTo>
                    <a:pt x="3798587" y="1453275"/>
                  </a:lnTo>
                  <a:lnTo>
                    <a:pt x="3798587" y="1452844"/>
                  </a:lnTo>
                  <a:lnTo>
                    <a:pt x="3798705" y="1452844"/>
                  </a:lnTo>
                  <a:lnTo>
                    <a:pt x="3799058" y="1452844"/>
                  </a:lnTo>
                  <a:lnTo>
                    <a:pt x="3799528" y="1452413"/>
                  </a:lnTo>
                  <a:lnTo>
                    <a:pt x="3800352" y="1451983"/>
                  </a:lnTo>
                  <a:lnTo>
                    <a:pt x="3800587" y="1451552"/>
                  </a:lnTo>
                  <a:lnTo>
                    <a:pt x="3800704" y="1451552"/>
                  </a:lnTo>
                  <a:lnTo>
                    <a:pt x="3801293" y="1451552"/>
                  </a:lnTo>
                  <a:lnTo>
                    <a:pt x="3801528" y="1451552"/>
                  </a:lnTo>
                  <a:lnTo>
                    <a:pt x="3801645" y="1451552"/>
                  </a:lnTo>
                  <a:lnTo>
                    <a:pt x="3801881" y="1451552"/>
                  </a:lnTo>
                  <a:lnTo>
                    <a:pt x="3802586" y="1451122"/>
                  </a:lnTo>
                  <a:lnTo>
                    <a:pt x="3802586" y="1450691"/>
                  </a:lnTo>
                  <a:lnTo>
                    <a:pt x="3802704" y="1450691"/>
                  </a:lnTo>
                  <a:lnTo>
                    <a:pt x="3802704" y="1450260"/>
                  </a:lnTo>
                  <a:lnTo>
                    <a:pt x="3802822" y="1450260"/>
                  </a:lnTo>
                  <a:lnTo>
                    <a:pt x="3802939" y="1450260"/>
                  </a:lnTo>
                  <a:lnTo>
                    <a:pt x="3803174" y="1450260"/>
                  </a:lnTo>
                  <a:lnTo>
                    <a:pt x="3803527" y="1450260"/>
                  </a:lnTo>
                  <a:lnTo>
                    <a:pt x="3803762" y="1449830"/>
                  </a:lnTo>
                  <a:lnTo>
                    <a:pt x="3804115" y="1449830"/>
                  </a:lnTo>
                  <a:lnTo>
                    <a:pt x="3804233" y="1449830"/>
                  </a:lnTo>
                  <a:lnTo>
                    <a:pt x="3805056" y="1449830"/>
                  </a:lnTo>
                  <a:lnTo>
                    <a:pt x="3805174" y="1449830"/>
                  </a:lnTo>
                  <a:lnTo>
                    <a:pt x="3805291" y="1449830"/>
                  </a:lnTo>
                  <a:lnTo>
                    <a:pt x="3805527" y="1449399"/>
                  </a:lnTo>
                  <a:lnTo>
                    <a:pt x="3805997" y="1449399"/>
                  </a:lnTo>
                  <a:lnTo>
                    <a:pt x="3806115" y="1448969"/>
                  </a:lnTo>
                  <a:lnTo>
                    <a:pt x="3806468" y="1447677"/>
                  </a:lnTo>
                  <a:lnTo>
                    <a:pt x="3806585" y="1447677"/>
                  </a:lnTo>
                  <a:lnTo>
                    <a:pt x="3806938" y="1447677"/>
                  </a:lnTo>
                  <a:lnTo>
                    <a:pt x="3807526" y="1447677"/>
                  </a:lnTo>
                  <a:lnTo>
                    <a:pt x="3807526" y="1447246"/>
                  </a:lnTo>
                  <a:lnTo>
                    <a:pt x="3807761" y="1446816"/>
                  </a:lnTo>
                  <a:lnTo>
                    <a:pt x="3807761" y="1446385"/>
                  </a:lnTo>
                  <a:lnTo>
                    <a:pt x="3807761" y="1445954"/>
                  </a:lnTo>
                  <a:lnTo>
                    <a:pt x="3807879" y="1445954"/>
                  </a:lnTo>
                  <a:lnTo>
                    <a:pt x="3809290" y="1445093"/>
                  </a:lnTo>
                  <a:lnTo>
                    <a:pt x="3809643" y="1444663"/>
                  </a:lnTo>
                  <a:lnTo>
                    <a:pt x="3809996" y="1444663"/>
                  </a:lnTo>
                  <a:lnTo>
                    <a:pt x="3810114" y="1444663"/>
                  </a:lnTo>
                  <a:lnTo>
                    <a:pt x="3810231" y="1444232"/>
                  </a:lnTo>
                  <a:lnTo>
                    <a:pt x="3810349" y="1444232"/>
                  </a:lnTo>
                  <a:lnTo>
                    <a:pt x="3810466" y="1444232"/>
                  </a:lnTo>
                  <a:lnTo>
                    <a:pt x="3810584" y="1444232"/>
                  </a:lnTo>
                  <a:lnTo>
                    <a:pt x="3810819" y="1444232"/>
                  </a:lnTo>
                  <a:lnTo>
                    <a:pt x="3811525" y="1444232"/>
                  </a:lnTo>
                  <a:lnTo>
                    <a:pt x="3811643" y="1443801"/>
                  </a:lnTo>
                  <a:lnTo>
                    <a:pt x="3811760" y="1443801"/>
                  </a:lnTo>
                  <a:lnTo>
                    <a:pt x="3812113" y="1443801"/>
                  </a:lnTo>
                  <a:lnTo>
                    <a:pt x="3812584" y="1442940"/>
                  </a:lnTo>
                  <a:lnTo>
                    <a:pt x="3812936" y="1442510"/>
                  </a:lnTo>
                  <a:lnTo>
                    <a:pt x="3813054" y="1442510"/>
                  </a:lnTo>
                  <a:lnTo>
                    <a:pt x="3813172" y="1441648"/>
                  </a:lnTo>
                  <a:lnTo>
                    <a:pt x="3813289" y="1441648"/>
                  </a:lnTo>
                  <a:lnTo>
                    <a:pt x="3813289" y="1440787"/>
                  </a:lnTo>
                  <a:lnTo>
                    <a:pt x="3813642" y="1440787"/>
                  </a:lnTo>
                  <a:lnTo>
                    <a:pt x="3813877" y="1440787"/>
                  </a:lnTo>
                  <a:lnTo>
                    <a:pt x="3813877" y="1440357"/>
                  </a:lnTo>
                  <a:lnTo>
                    <a:pt x="3814112" y="1440357"/>
                  </a:lnTo>
                  <a:lnTo>
                    <a:pt x="3814112" y="1439926"/>
                  </a:lnTo>
                  <a:lnTo>
                    <a:pt x="3814230" y="1439495"/>
                  </a:lnTo>
                  <a:lnTo>
                    <a:pt x="3814818" y="1439065"/>
                  </a:lnTo>
                  <a:lnTo>
                    <a:pt x="3815406" y="1439065"/>
                  </a:lnTo>
                  <a:lnTo>
                    <a:pt x="3815641" y="1438204"/>
                  </a:lnTo>
                  <a:lnTo>
                    <a:pt x="3815641" y="1437773"/>
                  </a:lnTo>
                  <a:lnTo>
                    <a:pt x="3816347" y="1437342"/>
                  </a:lnTo>
                  <a:lnTo>
                    <a:pt x="3816465" y="1437342"/>
                  </a:lnTo>
                  <a:lnTo>
                    <a:pt x="3817053" y="1437342"/>
                  </a:lnTo>
                  <a:lnTo>
                    <a:pt x="3817288" y="1437342"/>
                  </a:lnTo>
                  <a:lnTo>
                    <a:pt x="3817406" y="1437342"/>
                  </a:lnTo>
                  <a:lnTo>
                    <a:pt x="3817759" y="1436912"/>
                  </a:lnTo>
                  <a:lnTo>
                    <a:pt x="3818229" y="1436912"/>
                  </a:lnTo>
                  <a:lnTo>
                    <a:pt x="3818699" y="1436912"/>
                  </a:lnTo>
                  <a:lnTo>
                    <a:pt x="3818817" y="1436912"/>
                  </a:lnTo>
                  <a:lnTo>
                    <a:pt x="3818817" y="1436481"/>
                  </a:lnTo>
                  <a:lnTo>
                    <a:pt x="3819288" y="1435620"/>
                  </a:lnTo>
                  <a:lnTo>
                    <a:pt x="3819640" y="1435189"/>
                  </a:lnTo>
                  <a:lnTo>
                    <a:pt x="3819876" y="1435189"/>
                  </a:lnTo>
                  <a:lnTo>
                    <a:pt x="3820228" y="1434759"/>
                  </a:lnTo>
                  <a:lnTo>
                    <a:pt x="3820581" y="1434328"/>
                  </a:lnTo>
                  <a:lnTo>
                    <a:pt x="3820817" y="1433898"/>
                  </a:lnTo>
                  <a:lnTo>
                    <a:pt x="3820934" y="1433467"/>
                  </a:lnTo>
                  <a:lnTo>
                    <a:pt x="3820934" y="1433036"/>
                  </a:lnTo>
                  <a:lnTo>
                    <a:pt x="3821405" y="1433036"/>
                  </a:lnTo>
                  <a:lnTo>
                    <a:pt x="3821875" y="1432606"/>
                  </a:lnTo>
                  <a:lnTo>
                    <a:pt x="3821993" y="1432175"/>
                  </a:lnTo>
                  <a:lnTo>
                    <a:pt x="3821993" y="1431745"/>
                  </a:lnTo>
                  <a:lnTo>
                    <a:pt x="3822463" y="1431745"/>
                  </a:lnTo>
                  <a:lnTo>
                    <a:pt x="3822581" y="1431745"/>
                  </a:lnTo>
                  <a:lnTo>
                    <a:pt x="3822698" y="1431745"/>
                  </a:lnTo>
                  <a:lnTo>
                    <a:pt x="3822816" y="1431745"/>
                  </a:lnTo>
                  <a:lnTo>
                    <a:pt x="3823051" y="1431314"/>
                  </a:lnTo>
                  <a:lnTo>
                    <a:pt x="3823757" y="1431314"/>
                  </a:lnTo>
                  <a:lnTo>
                    <a:pt x="3823874" y="1431314"/>
                  </a:lnTo>
                  <a:lnTo>
                    <a:pt x="3824227" y="1430453"/>
                  </a:lnTo>
                  <a:lnTo>
                    <a:pt x="3824345" y="1430453"/>
                  </a:lnTo>
                  <a:lnTo>
                    <a:pt x="3824463" y="1430453"/>
                  </a:lnTo>
                  <a:lnTo>
                    <a:pt x="3824580" y="1430453"/>
                  </a:lnTo>
                  <a:lnTo>
                    <a:pt x="3824698" y="1430022"/>
                  </a:lnTo>
                  <a:lnTo>
                    <a:pt x="3824815" y="1429592"/>
                  </a:lnTo>
                  <a:lnTo>
                    <a:pt x="3824933" y="1429592"/>
                  </a:lnTo>
                  <a:lnTo>
                    <a:pt x="3825286" y="1429592"/>
                  </a:lnTo>
                  <a:lnTo>
                    <a:pt x="3825756" y="1429592"/>
                  </a:lnTo>
                  <a:lnTo>
                    <a:pt x="3825874" y="1429592"/>
                  </a:lnTo>
                  <a:lnTo>
                    <a:pt x="3825992" y="1429592"/>
                  </a:lnTo>
                  <a:lnTo>
                    <a:pt x="3826227" y="1428730"/>
                  </a:lnTo>
                  <a:lnTo>
                    <a:pt x="3826344" y="1428730"/>
                  </a:lnTo>
                  <a:lnTo>
                    <a:pt x="3826462" y="1428730"/>
                  </a:lnTo>
                  <a:lnTo>
                    <a:pt x="3826697" y="1428730"/>
                  </a:lnTo>
                  <a:lnTo>
                    <a:pt x="3826815" y="1428730"/>
                  </a:lnTo>
                  <a:lnTo>
                    <a:pt x="3827638" y="1428300"/>
                  </a:lnTo>
                  <a:lnTo>
                    <a:pt x="3827756" y="1428300"/>
                  </a:lnTo>
                  <a:lnTo>
                    <a:pt x="3827756" y="1427869"/>
                  </a:lnTo>
                  <a:lnTo>
                    <a:pt x="3828579" y="1427439"/>
                  </a:lnTo>
                  <a:lnTo>
                    <a:pt x="3828932" y="1427439"/>
                  </a:lnTo>
                  <a:lnTo>
                    <a:pt x="3829050" y="1427008"/>
                  </a:lnTo>
                  <a:lnTo>
                    <a:pt x="3829167" y="1426577"/>
                  </a:lnTo>
                  <a:lnTo>
                    <a:pt x="3829285" y="1426577"/>
                  </a:lnTo>
                  <a:lnTo>
                    <a:pt x="3829402" y="1426577"/>
                  </a:lnTo>
                  <a:lnTo>
                    <a:pt x="3829520" y="1426577"/>
                  </a:lnTo>
                  <a:lnTo>
                    <a:pt x="3829638" y="1426577"/>
                  </a:lnTo>
                  <a:lnTo>
                    <a:pt x="3829755" y="1426147"/>
                  </a:lnTo>
                  <a:lnTo>
                    <a:pt x="3829990" y="1426147"/>
                  </a:lnTo>
                  <a:lnTo>
                    <a:pt x="3830108" y="1426147"/>
                  </a:lnTo>
                  <a:lnTo>
                    <a:pt x="3830226" y="1426147"/>
                  </a:lnTo>
                  <a:lnTo>
                    <a:pt x="3830226" y="1425716"/>
                  </a:lnTo>
                  <a:lnTo>
                    <a:pt x="3831872" y="1423994"/>
                  </a:lnTo>
                  <a:lnTo>
                    <a:pt x="3831990" y="1423994"/>
                  </a:lnTo>
                  <a:lnTo>
                    <a:pt x="3831990" y="1423563"/>
                  </a:lnTo>
                  <a:lnTo>
                    <a:pt x="3832225" y="1423563"/>
                  </a:lnTo>
                  <a:lnTo>
                    <a:pt x="3832225" y="1423133"/>
                  </a:lnTo>
                  <a:lnTo>
                    <a:pt x="3832460" y="1423133"/>
                  </a:lnTo>
                  <a:lnTo>
                    <a:pt x="3832578" y="1423133"/>
                  </a:lnTo>
                  <a:lnTo>
                    <a:pt x="3832813" y="1423133"/>
                  </a:lnTo>
                  <a:lnTo>
                    <a:pt x="3832931" y="1423133"/>
                  </a:lnTo>
                  <a:lnTo>
                    <a:pt x="3833166" y="1423133"/>
                  </a:lnTo>
                  <a:lnTo>
                    <a:pt x="3833166" y="1422702"/>
                  </a:lnTo>
                  <a:lnTo>
                    <a:pt x="3833284" y="1422702"/>
                  </a:lnTo>
                  <a:lnTo>
                    <a:pt x="3833401" y="1422702"/>
                  </a:lnTo>
                  <a:lnTo>
                    <a:pt x="3833519" y="1422702"/>
                  </a:lnTo>
                  <a:lnTo>
                    <a:pt x="3833754" y="1422702"/>
                  </a:lnTo>
                  <a:lnTo>
                    <a:pt x="3834342" y="1422271"/>
                  </a:lnTo>
                  <a:lnTo>
                    <a:pt x="3834577" y="1422271"/>
                  </a:lnTo>
                  <a:lnTo>
                    <a:pt x="3835165" y="1422271"/>
                  </a:lnTo>
                  <a:lnTo>
                    <a:pt x="3835283" y="1422271"/>
                  </a:lnTo>
                  <a:lnTo>
                    <a:pt x="3835283" y="1421841"/>
                  </a:lnTo>
                  <a:lnTo>
                    <a:pt x="3835518" y="1421841"/>
                  </a:lnTo>
                  <a:lnTo>
                    <a:pt x="3835754" y="1421410"/>
                  </a:lnTo>
                  <a:lnTo>
                    <a:pt x="3835871" y="1421410"/>
                  </a:lnTo>
                  <a:lnTo>
                    <a:pt x="3836224" y="1421410"/>
                  </a:lnTo>
                  <a:lnTo>
                    <a:pt x="3836342" y="1421410"/>
                  </a:lnTo>
                  <a:lnTo>
                    <a:pt x="3837047" y="1421410"/>
                  </a:lnTo>
                  <a:lnTo>
                    <a:pt x="3837283" y="1421410"/>
                  </a:lnTo>
                  <a:lnTo>
                    <a:pt x="3837988" y="1420980"/>
                  </a:lnTo>
                  <a:lnTo>
                    <a:pt x="3838106" y="1420549"/>
                  </a:lnTo>
                  <a:lnTo>
                    <a:pt x="3838459" y="1419688"/>
                  </a:lnTo>
                  <a:lnTo>
                    <a:pt x="3838459" y="1419257"/>
                  </a:lnTo>
                  <a:lnTo>
                    <a:pt x="3838929" y="1419257"/>
                  </a:lnTo>
                  <a:lnTo>
                    <a:pt x="3840576" y="1419257"/>
                  </a:lnTo>
                  <a:lnTo>
                    <a:pt x="3840693" y="1419257"/>
                  </a:lnTo>
                  <a:lnTo>
                    <a:pt x="3840929" y="1419257"/>
                  </a:lnTo>
                  <a:lnTo>
                    <a:pt x="3842340" y="1417535"/>
                  </a:lnTo>
                  <a:lnTo>
                    <a:pt x="3842458" y="1416674"/>
                  </a:lnTo>
                  <a:lnTo>
                    <a:pt x="3842575" y="1416674"/>
                  </a:lnTo>
                  <a:lnTo>
                    <a:pt x="3842810" y="1416243"/>
                  </a:lnTo>
                  <a:lnTo>
                    <a:pt x="3842928" y="1416243"/>
                  </a:lnTo>
                  <a:lnTo>
                    <a:pt x="3843516" y="1416243"/>
                  </a:lnTo>
                  <a:lnTo>
                    <a:pt x="3843869" y="1415382"/>
                  </a:lnTo>
                  <a:lnTo>
                    <a:pt x="3844104" y="1415382"/>
                  </a:lnTo>
                  <a:lnTo>
                    <a:pt x="3844222" y="1415382"/>
                  </a:lnTo>
                  <a:lnTo>
                    <a:pt x="3844339" y="1415382"/>
                  </a:lnTo>
                  <a:lnTo>
                    <a:pt x="3844927" y="1415382"/>
                  </a:lnTo>
                  <a:lnTo>
                    <a:pt x="3845516" y="1414951"/>
                  </a:lnTo>
                  <a:lnTo>
                    <a:pt x="3845751" y="1414951"/>
                  </a:lnTo>
                  <a:lnTo>
                    <a:pt x="3845868" y="1414951"/>
                  </a:lnTo>
                  <a:lnTo>
                    <a:pt x="3845986" y="1414951"/>
                  </a:lnTo>
                  <a:lnTo>
                    <a:pt x="3846104" y="1414521"/>
                  </a:lnTo>
                  <a:lnTo>
                    <a:pt x="3846221" y="1414090"/>
                  </a:lnTo>
                  <a:lnTo>
                    <a:pt x="3846339" y="1414090"/>
                  </a:lnTo>
                  <a:lnTo>
                    <a:pt x="3846574" y="1413229"/>
                  </a:lnTo>
                  <a:lnTo>
                    <a:pt x="3846692" y="1413229"/>
                  </a:lnTo>
                  <a:lnTo>
                    <a:pt x="3847044" y="1413229"/>
                  </a:lnTo>
                  <a:lnTo>
                    <a:pt x="3847162" y="1413229"/>
                  </a:lnTo>
                  <a:lnTo>
                    <a:pt x="3847280" y="1413229"/>
                  </a:lnTo>
                  <a:lnTo>
                    <a:pt x="3847633" y="1413229"/>
                  </a:lnTo>
                  <a:lnTo>
                    <a:pt x="3847750" y="1413229"/>
                  </a:lnTo>
                  <a:lnTo>
                    <a:pt x="3848221" y="1412368"/>
                  </a:lnTo>
                  <a:lnTo>
                    <a:pt x="3848456" y="1412368"/>
                  </a:lnTo>
                  <a:lnTo>
                    <a:pt x="3848573" y="1412368"/>
                  </a:lnTo>
                  <a:lnTo>
                    <a:pt x="3848809" y="1412368"/>
                  </a:lnTo>
                  <a:lnTo>
                    <a:pt x="3848926" y="1412368"/>
                  </a:lnTo>
                  <a:lnTo>
                    <a:pt x="3849044" y="1412368"/>
                  </a:lnTo>
                  <a:lnTo>
                    <a:pt x="3849279" y="1412368"/>
                  </a:lnTo>
                  <a:lnTo>
                    <a:pt x="3849514" y="1412368"/>
                  </a:lnTo>
                  <a:lnTo>
                    <a:pt x="3849632" y="1412368"/>
                  </a:lnTo>
                  <a:lnTo>
                    <a:pt x="3849632" y="1411937"/>
                  </a:lnTo>
                  <a:lnTo>
                    <a:pt x="3850102" y="1411506"/>
                  </a:lnTo>
                  <a:lnTo>
                    <a:pt x="3850691" y="1410215"/>
                  </a:lnTo>
                  <a:lnTo>
                    <a:pt x="3850691" y="1409784"/>
                  </a:lnTo>
                  <a:lnTo>
                    <a:pt x="3850808" y="1409784"/>
                  </a:lnTo>
                  <a:lnTo>
                    <a:pt x="3850926" y="1409784"/>
                  </a:lnTo>
                  <a:lnTo>
                    <a:pt x="3851161" y="1409784"/>
                  </a:lnTo>
                  <a:lnTo>
                    <a:pt x="3851514" y="1409784"/>
                  </a:lnTo>
                  <a:lnTo>
                    <a:pt x="3851631" y="1409784"/>
                  </a:lnTo>
                  <a:lnTo>
                    <a:pt x="3851749" y="1409784"/>
                  </a:lnTo>
                  <a:lnTo>
                    <a:pt x="3851867" y="1409353"/>
                  </a:lnTo>
                  <a:lnTo>
                    <a:pt x="3851984" y="1409353"/>
                  </a:lnTo>
                  <a:lnTo>
                    <a:pt x="3852455" y="1407631"/>
                  </a:lnTo>
                  <a:lnTo>
                    <a:pt x="3853278" y="1407631"/>
                  </a:lnTo>
                  <a:lnTo>
                    <a:pt x="3853513" y="1407631"/>
                  </a:lnTo>
                  <a:lnTo>
                    <a:pt x="3854219" y="1407200"/>
                  </a:lnTo>
                  <a:lnTo>
                    <a:pt x="3854337" y="1407200"/>
                  </a:lnTo>
                  <a:lnTo>
                    <a:pt x="3854572" y="1406339"/>
                  </a:lnTo>
                  <a:lnTo>
                    <a:pt x="3854689" y="1406339"/>
                  </a:lnTo>
                  <a:lnTo>
                    <a:pt x="3855160" y="1406339"/>
                  </a:lnTo>
                  <a:lnTo>
                    <a:pt x="3855395" y="1406339"/>
                  </a:lnTo>
                  <a:lnTo>
                    <a:pt x="3855630" y="1406339"/>
                  </a:lnTo>
                  <a:lnTo>
                    <a:pt x="3855748" y="1406339"/>
                  </a:lnTo>
                  <a:lnTo>
                    <a:pt x="3855748" y="1405478"/>
                  </a:lnTo>
                  <a:lnTo>
                    <a:pt x="3855866" y="1405478"/>
                  </a:lnTo>
                  <a:lnTo>
                    <a:pt x="3856218" y="1405047"/>
                  </a:lnTo>
                  <a:lnTo>
                    <a:pt x="3856218" y="1404617"/>
                  </a:lnTo>
                  <a:lnTo>
                    <a:pt x="3856336" y="1403756"/>
                  </a:lnTo>
                  <a:lnTo>
                    <a:pt x="3856689" y="1403325"/>
                  </a:lnTo>
                  <a:lnTo>
                    <a:pt x="3856806" y="1403325"/>
                  </a:lnTo>
                  <a:lnTo>
                    <a:pt x="3857159" y="1402894"/>
                  </a:lnTo>
                  <a:lnTo>
                    <a:pt x="3857277" y="1402464"/>
                  </a:lnTo>
                  <a:lnTo>
                    <a:pt x="3857395" y="1402464"/>
                  </a:lnTo>
                  <a:lnTo>
                    <a:pt x="3858335" y="1402033"/>
                  </a:lnTo>
                  <a:lnTo>
                    <a:pt x="3858688" y="1400741"/>
                  </a:lnTo>
                  <a:lnTo>
                    <a:pt x="3858806" y="1400741"/>
                  </a:lnTo>
                  <a:lnTo>
                    <a:pt x="3859512" y="1400741"/>
                  </a:lnTo>
                  <a:lnTo>
                    <a:pt x="3859629" y="1400741"/>
                  </a:lnTo>
                  <a:lnTo>
                    <a:pt x="3859864" y="1400311"/>
                  </a:lnTo>
                  <a:lnTo>
                    <a:pt x="3860217" y="1400311"/>
                  </a:lnTo>
                  <a:lnTo>
                    <a:pt x="3860335" y="1400311"/>
                  </a:lnTo>
                  <a:lnTo>
                    <a:pt x="3860453" y="1400311"/>
                  </a:lnTo>
                  <a:lnTo>
                    <a:pt x="3860805" y="1399880"/>
                  </a:lnTo>
                  <a:lnTo>
                    <a:pt x="3861158" y="1399450"/>
                  </a:lnTo>
                  <a:lnTo>
                    <a:pt x="3861276" y="1399450"/>
                  </a:lnTo>
                  <a:lnTo>
                    <a:pt x="3861629" y="1399450"/>
                  </a:lnTo>
                  <a:lnTo>
                    <a:pt x="3861629" y="1399019"/>
                  </a:lnTo>
                  <a:lnTo>
                    <a:pt x="3861746" y="1399019"/>
                  </a:lnTo>
                  <a:lnTo>
                    <a:pt x="3861864" y="1399019"/>
                  </a:lnTo>
                  <a:lnTo>
                    <a:pt x="3862099" y="1399019"/>
                  </a:lnTo>
                  <a:lnTo>
                    <a:pt x="3862922" y="1397297"/>
                  </a:lnTo>
                  <a:lnTo>
                    <a:pt x="3863040" y="1397297"/>
                  </a:lnTo>
                  <a:lnTo>
                    <a:pt x="3863158" y="1396435"/>
                  </a:lnTo>
                  <a:lnTo>
                    <a:pt x="3863275" y="1396005"/>
                  </a:lnTo>
                  <a:lnTo>
                    <a:pt x="3863393" y="1396005"/>
                  </a:lnTo>
                  <a:lnTo>
                    <a:pt x="3863510" y="1396005"/>
                  </a:lnTo>
                  <a:lnTo>
                    <a:pt x="3863510" y="1395574"/>
                  </a:lnTo>
                  <a:lnTo>
                    <a:pt x="3863746" y="1395144"/>
                  </a:lnTo>
                  <a:lnTo>
                    <a:pt x="3863746" y="1394713"/>
                  </a:lnTo>
                  <a:lnTo>
                    <a:pt x="3864334" y="1393852"/>
                  </a:lnTo>
                  <a:lnTo>
                    <a:pt x="3864451" y="1393852"/>
                  </a:lnTo>
                  <a:lnTo>
                    <a:pt x="3864804" y="1393852"/>
                  </a:lnTo>
                  <a:lnTo>
                    <a:pt x="3865039" y="1393852"/>
                  </a:lnTo>
                  <a:lnTo>
                    <a:pt x="3865628" y="1393852"/>
                  </a:lnTo>
                  <a:lnTo>
                    <a:pt x="3865980" y="1393852"/>
                  </a:lnTo>
                  <a:lnTo>
                    <a:pt x="3866686" y="1392560"/>
                  </a:lnTo>
                  <a:lnTo>
                    <a:pt x="3867392" y="1392560"/>
                  </a:lnTo>
                  <a:lnTo>
                    <a:pt x="3867627" y="1391699"/>
                  </a:lnTo>
                  <a:lnTo>
                    <a:pt x="3867745" y="1391699"/>
                  </a:lnTo>
                  <a:lnTo>
                    <a:pt x="3867745" y="1391268"/>
                  </a:lnTo>
                  <a:lnTo>
                    <a:pt x="3868215" y="1391268"/>
                  </a:lnTo>
                  <a:lnTo>
                    <a:pt x="3868803" y="1391268"/>
                  </a:lnTo>
                  <a:lnTo>
                    <a:pt x="3868803" y="1390838"/>
                  </a:lnTo>
                  <a:lnTo>
                    <a:pt x="3869038" y="1390838"/>
                  </a:lnTo>
                  <a:lnTo>
                    <a:pt x="3869156" y="1390407"/>
                  </a:lnTo>
                  <a:lnTo>
                    <a:pt x="3869274" y="1390407"/>
                  </a:lnTo>
                  <a:lnTo>
                    <a:pt x="3869391" y="1390407"/>
                  </a:lnTo>
                  <a:lnTo>
                    <a:pt x="3869626" y="1390407"/>
                  </a:lnTo>
                  <a:lnTo>
                    <a:pt x="3869744" y="1390407"/>
                  </a:lnTo>
                  <a:lnTo>
                    <a:pt x="3869862" y="1389546"/>
                  </a:lnTo>
                  <a:lnTo>
                    <a:pt x="3870097" y="1389546"/>
                  </a:lnTo>
                  <a:lnTo>
                    <a:pt x="3870215" y="1389546"/>
                  </a:lnTo>
                  <a:lnTo>
                    <a:pt x="3870332" y="1389546"/>
                  </a:lnTo>
                  <a:lnTo>
                    <a:pt x="3870450" y="1389546"/>
                  </a:lnTo>
                  <a:lnTo>
                    <a:pt x="3870567" y="1389546"/>
                  </a:lnTo>
                  <a:lnTo>
                    <a:pt x="3871743" y="1389546"/>
                  </a:lnTo>
                  <a:lnTo>
                    <a:pt x="3872214" y="1389546"/>
                  </a:lnTo>
                  <a:lnTo>
                    <a:pt x="3872332" y="1389546"/>
                  </a:lnTo>
                  <a:lnTo>
                    <a:pt x="3873390" y="1388254"/>
                  </a:lnTo>
                  <a:lnTo>
                    <a:pt x="3873625" y="1387823"/>
                  </a:lnTo>
                  <a:lnTo>
                    <a:pt x="3873978" y="1387393"/>
                  </a:lnTo>
                  <a:lnTo>
                    <a:pt x="3874096" y="1387393"/>
                  </a:lnTo>
                  <a:lnTo>
                    <a:pt x="3874213" y="1386962"/>
                  </a:lnTo>
                  <a:lnTo>
                    <a:pt x="3874213" y="1386532"/>
                  </a:lnTo>
                  <a:lnTo>
                    <a:pt x="3874331" y="1386101"/>
                  </a:lnTo>
                  <a:lnTo>
                    <a:pt x="3875037" y="1385240"/>
                  </a:lnTo>
                  <a:lnTo>
                    <a:pt x="3875154" y="1384809"/>
                  </a:lnTo>
                  <a:lnTo>
                    <a:pt x="3875507" y="1384809"/>
                  </a:lnTo>
                  <a:lnTo>
                    <a:pt x="3875625" y="1384809"/>
                  </a:lnTo>
                  <a:lnTo>
                    <a:pt x="3876213" y="1384809"/>
                  </a:lnTo>
                  <a:lnTo>
                    <a:pt x="3876330" y="1384809"/>
                  </a:lnTo>
                  <a:lnTo>
                    <a:pt x="3876801" y="1384379"/>
                  </a:lnTo>
                  <a:lnTo>
                    <a:pt x="3877036" y="1383948"/>
                  </a:lnTo>
                  <a:lnTo>
                    <a:pt x="3877271" y="1383948"/>
                  </a:lnTo>
                  <a:lnTo>
                    <a:pt x="3877624" y="1383948"/>
                  </a:lnTo>
                  <a:lnTo>
                    <a:pt x="3877742" y="1383948"/>
                  </a:lnTo>
                  <a:lnTo>
                    <a:pt x="3877859" y="1383948"/>
                  </a:lnTo>
                  <a:lnTo>
                    <a:pt x="3877977" y="1383948"/>
                  </a:lnTo>
                  <a:lnTo>
                    <a:pt x="3878095" y="1383948"/>
                  </a:lnTo>
                  <a:lnTo>
                    <a:pt x="3878095" y="1383517"/>
                  </a:lnTo>
                  <a:lnTo>
                    <a:pt x="3878095" y="1383087"/>
                  </a:lnTo>
                  <a:lnTo>
                    <a:pt x="3878565" y="1382656"/>
                  </a:lnTo>
                  <a:lnTo>
                    <a:pt x="3878918" y="1382656"/>
                  </a:lnTo>
                  <a:lnTo>
                    <a:pt x="3879036" y="1382656"/>
                  </a:lnTo>
                  <a:lnTo>
                    <a:pt x="3879153" y="1382226"/>
                  </a:lnTo>
                  <a:lnTo>
                    <a:pt x="3879388" y="1382226"/>
                  </a:lnTo>
                  <a:lnTo>
                    <a:pt x="3879506" y="1382226"/>
                  </a:lnTo>
                  <a:lnTo>
                    <a:pt x="3879506" y="1381795"/>
                  </a:lnTo>
                  <a:lnTo>
                    <a:pt x="3879506" y="1381364"/>
                  </a:lnTo>
                  <a:lnTo>
                    <a:pt x="3882917" y="1378350"/>
                  </a:lnTo>
                  <a:lnTo>
                    <a:pt x="3883152" y="1378350"/>
                  </a:lnTo>
                  <a:lnTo>
                    <a:pt x="3883270" y="1378350"/>
                  </a:lnTo>
                  <a:lnTo>
                    <a:pt x="3883387" y="1377920"/>
                  </a:lnTo>
                  <a:lnTo>
                    <a:pt x="3883505" y="1377920"/>
                  </a:lnTo>
                  <a:lnTo>
                    <a:pt x="3883740" y="1377489"/>
                  </a:lnTo>
                  <a:lnTo>
                    <a:pt x="3884093" y="1377489"/>
                  </a:lnTo>
                  <a:lnTo>
                    <a:pt x="3884211" y="1377489"/>
                  </a:lnTo>
                  <a:lnTo>
                    <a:pt x="3884328" y="1377489"/>
                  </a:lnTo>
                  <a:lnTo>
                    <a:pt x="3884446" y="1377489"/>
                  </a:lnTo>
                  <a:lnTo>
                    <a:pt x="3884681" y="1377489"/>
                  </a:lnTo>
                  <a:lnTo>
                    <a:pt x="3884799" y="1377489"/>
                  </a:lnTo>
                  <a:lnTo>
                    <a:pt x="3885034" y="1377489"/>
                  </a:lnTo>
                  <a:lnTo>
                    <a:pt x="3885504" y="1377489"/>
                  </a:lnTo>
                  <a:lnTo>
                    <a:pt x="3885740" y="1377489"/>
                  </a:lnTo>
                  <a:lnTo>
                    <a:pt x="3885857" y="1377489"/>
                  </a:lnTo>
                  <a:lnTo>
                    <a:pt x="3885975" y="1377489"/>
                  </a:lnTo>
                  <a:lnTo>
                    <a:pt x="3886092" y="1377489"/>
                  </a:lnTo>
                  <a:lnTo>
                    <a:pt x="3886210" y="1377489"/>
                  </a:lnTo>
                  <a:lnTo>
                    <a:pt x="3886328" y="1377489"/>
                  </a:lnTo>
                  <a:lnTo>
                    <a:pt x="3886445" y="1377489"/>
                  </a:lnTo>
                  <a:lnTo>
                    <a:pt x="3886445" y="1377058"/>
                  </a:lnTo>
                  <a:lnTo>
                    <a:pt x="3886563" y="1377058"/>
                  </a:lnTo>
                  <a:lnTo>
                    <a:pt x="3886680" y="1377058"/>
                  </a:lnTo>
                  <a:lnTo>
                    <a:pt x="3886680" y="1376628"/>
                  </a:lnTo>
                  <a:lnTo>
                    <a:pt x="3887151" y="1375767"/>
                  </a:lnTo>
                  <a:lnTo>
                    <a:pt x="3887269" y="1375767"/>
                  </a:lnTo>
                  <a:lnTo>
                    <a:pt x="3887857" y="1375336"/>
                  </a:lnTo>
                  <a:lnTo>
                    <a:pt x="3887857" y="1374905"/>
                  </a:lnTo>
                  <a:lnTo>
                    <a:pt x="3887974" y="1374905"/>
                  </a:lnTo>
                  <a:lnTo>
                    <a:pt x="3888445" y="1374044"/>
                  </a:lnTo>
                  <a:lnTo>
                    <a:pt x="3888445" y="1373614"/>
                  </a:lnTo>
                  <a:lnTo>
                    <a:pt x="3888562" y="1373614"/>
                  </a:lnTo>
                  <a:lnTo>
                    <a:pt x="3889386" y="1373614"/>
                  </a:lnTo>
                  <a:lnTo>
                    <a:pt x="3889503" y="1373614"/>
                  </a:lnTo>
                  <a:lnTo>
                    <a:pt x="3889856" y="1373614"/>
                  </a:lnTo>
                  <a:lnTo>
                    <a:pt x="3889974" y="1373614"/>
                  </a:lnTo>
                  <a:lnTo>
                    <a:pt x="3890327" y="1373183"/>
                  </a:lnTo>
                  <a:lnTo>
                    <a:pt x="3890797" y="1373183"/>
                  </a:lnTo>
                  <a:lnTo>
                    <a:pt x="3890915" y="1372752"/>
                  </a:lnTo>
                  <a:lnTo>
                    <a:pt x="3891032" y="1372752"/>
                  </a:lnTo>
                  <a:lnTo>
                    <a:pt x="3891267" y="1372752"/>
                  </a:lnTo>
                  <a:lnTo>
                    <a:pt x="3891385" y="1372752"/>
                  </a:lnTo>
                  <a:lnTo>
                    <a:pt x="3891973" y="1372752"/>
                  </a:lnTo>
                  <a:lnTo>
                    <a:pt x="3891973" y="1372322"/>
                  </a:lnTo>
                  <a:lnTo>
                    <a:pt x="3892326" y="1371891"/>
                  </a:lnTo>
                  <a:lnTo>
                    <a:pt x="3892444" y="1371891"/>
                  </a:lnTo>
                  <a:lnTo>
                    <a:pt x="3892561" y="1371891"/>
                  </a:lnTo>
                  <a:lnTo>
                    <a:pt x="3892796" y="1371891"/>
                  </a:lnTo>
                  <a:lnTo>
                    <a:pt x="3893149" y="1371891"/>
                  </a:lnTo>
                  <a:lnTo>
                    <a:pt x="3893620" y="1371461"/>
                  </a:lnTo>
                  <a:lnTo>
                    <a:pt x="3893737" y="1371461"/>
                  </a:lnTo>
                  <a:lnTo>
                    <a:pt x="3893973" y="1371461"/>
                  </a:lnTo>
                  <a:lnTo>
                    <a:pt x="3894090" y="1371461"/>
                  </a:lnTo>
                  <a:lnTo>
                    <a:pt x="3895031" y="1371030"/>
                  </a:lnTo>
                  <a:lnTo>
                    <a:pt x="3895149" y="1371030"/>
                  </a:lnTo>
                  <a:lnTo>
                    <a:pt x="3895502" y="1371030"/>
                  </a:lnTo>
                  <a:lnTo>
                    <a:pt x="3896442" y="1369738"/>
                  </a:lnTo>
                  <a:lnTo>
                    <a:pt x="3897031" y="1369738"/>
                  </a:lnTo>
                  <a:lnTo>
                    <a:pt x="3897619" y="1369738"/>
                  </a:lnTo>
                  <a:lnTo>
                    <a:pt x="3897971" y="1369308"/>
                  </a:lnTo>
                  <a:lnTo>
                    <a:pt x="3898207" y="1368877"/>
                  </a:lnTo>
                  <a:lnTo>
                    <a:pt x="3898560" y="1368877"/>
                  </a:lnTo>
                  <a:lnTo>
                    <a:pt x="3898677" y="1368877"/>
                  </a:lnTo>
                  <a:lnTo>
                    <a:pt x="3898677" y="1368016"/>
                  </a:lnTo>
                  <a:lnTo>
                    <a:pt x="3899148" y="1367585"/>
                  </a:lnTo>
                  <a:lnTo>
                    <a:pt x="3899265" y="1367585"/>
                  </a:lnTo>
                  <a:lnTo>
                    <a:pt x="3900089" y="1367155"/>
                  </a:lnTo>
                  <a:lnTo>
                    <a:pt x="3900089" y="1366724"/>
                  </a:lnTo>
                  <a:lnTo>
                    <a:pt x="3900324" y="1365002"/>
                  </a:lnTo>
                  <a:lnTo>
                    <a:pt x="3900677" y="1365002"/>
                  </a:lnTo>
                  <a:lnTo>
                    <a:pt x="3900794" y="1365002"/>
                  </a:lnTo>
                  <a:lnTo>
                    <a:pt x="3900912" y="1365002"/>
                  </a:lnTo>
                  <a:lnTo>
                    <a:pt x="3901029" y="1365002"/>
                  </a:lnTo>
                  <a:lnTo>
                    <a:pt x="3901029" y="1364571"/>
                  </a:lnTo>
                  <a:lnTo>
                    <a:pt x="3901735" y="1363710"/>
                  </a:lnTo>
                  <a:lnTo>
                    <a:pt x="3901853" y="1363710"/>
                  </a:lnTo>
                  <a:lnTo>
                    <a:pt x="3901970" y="1363710"/>
                  </a:lnTo>
                  <a:lnTo>
                    <a:pt x="3902323" y="1362418"/>
                  </a:lnTo>
                  <a:lnTo>
                    <a:pt x="3902558" y="1362418"/>
                  </a:lnTo>
                  <a:lnTo>
                    <a:pt x="3902794" y="1362418"/>
                  </a:lnTo>
                  <a:lnTo>
                    <a:pt x="3903146" y="1361987"/>
                  </a:lnTo>
                  <a:lnTo>
                    <a:pt x="3903264" y="1361987"/>
                  </a:lnTo>
                  <a:lnTo>
                    <a:pt x="3903735" y="1361987"/>
                  </a:lnTo>
                  <a:lnTo>
                    <a:pt x="3904440" y="1360696"/>
                  </a:lnTo>
                  <a:lnTo>
                    <a:pt x="3904675" y="1360696"/>
                  </a:lnTo>
                  <a:lnTo>
                    <a:pt x="3905028" y="1360696"/>
                  </a:lnTo>
                  <a:lnTo>
                    <a:pt x="3905264" y="1360265"/>
                  </a:lnTo>
                  <a:lnTo>
                    <a:pt x="3905499" y="1360265"/>
                  </a:lnTo>
                  <a:lnTo>
                    <a:pt x="3905734" y="1360265"/>
                  </a:lnTo>
                  <a:lnTo>
                    <a:pt x="3906087" y="1360265"/>
                  </a:lnTo>
                  <a:lnTo>
                    <a:pt x="3906204" y="1360265"/>
                  </a:lnTo>
                  <a:lnTo>
                    <a:pt x="3906440" y="1360265"/>
                  </a:lnTo>
                  <a:lnTo>
                    <a:pt x="3907263" y="1358973"/>
                  </a:lnTo>
                  <a:lnTo>
                    <a:pt x="3907616" y="1358973"/>
                  </a:lnTo>
                  <a:lnTo>
                    <a:pt x="3907733" y="1358973"/>
                  </a:lnTo>
                  <a:lnTo>
                    <a:pt x="3907733" y="1358543"/>
                  </a:lnTo>
                  <a:lnTo>
                    <a:pt x="3907969" y="1358543"/>
                  </a:lnTo>
                  <a:lnTo>
                    <a:pt x="3908086" y="1358543"/>
                  </a:lnTo>
                  <a:lnTo>
                    <a:pt x="3908204" y="1358112"/>
                  </a:lnTo>
                  <a:lnTo>
                    <a:pt x="3908322" y="1358112"/>
                  </a:lnTo>
                  <a:lnTo>
                    <a:pt x="3908792" y="1358112"/>
                  </a:lnTo>
                  <a:lnTo>
                    <a:pt x="3908792" y="1357681"/>
                  </a:lnTo>
                  <a:lnTo>
                    <a:pt x="3909262" y="1357681"/>
                  </a:lnTo>
                  <a:lnTo>
                    <a:pt x="3909262" y="1357251"/>
                  </a:lnTo>
                  <a:lnTo>
                    <a:pt x="3909615" y="1356820"/>
                  </a:lnTo>
                  <a:lnTo>
                    <a:pt x="3909851" y="1356820"/>
                  </a:lnTo>
                  <a:lnTo>
                    <a:pt x="3910086" y="1356820"/>
                  </a:lnTo>
                  <a:lnTo>
                    <a:pt x="3910086" y="1356390"/>
                  </a:lnTo>
                  <a:lnTo>
                    <a:pt x="3910203" y="1356390"/>
                  </a:lnTo>
                  <a:lnTo>
                    <a:pt x="3910203" y="1355959"/>
                  </a:lnTo>
                  <a:lnTo>
                    <a:pt x="3910556" y="1355959"/>
                  </a:lnTo>
                  <a:lnTo>
                    <a:pt x="3910556" y="1355528"/>
                  </a:lnTo>
                  <a:lnTo>
                    <a:pt x="3910791" y="1355528"/>
                  </a:lnTo>
                  <a:lnTo>
                    <a:pt x="3911615" y="1355098"/>
                  </a:lnTo>
                  <a:lnTo>
                    <a:pt x="3911732" y="1354667"/>
                  </a:lnTo>
                  <a:lnTo>
                    <a:pt x="3911850" y="1354237"/>
                  </a:lnTo>
                  <a:lnTo>
                    <a:pt x="3912203" y="1354237"/>
                  </a:lnTo>
                  <a:lnTo>
                    <a:pt x="3912908" y="1353806"/>
                  </a:lnTo>
                  <a:lnTo>
                    <a:pt x="3913026" y="1353806"/>
                  </a:lnTo>
                  <a:lnTo>
                    <a:pt x="3913144" y="1353806"/>
                  </a:lnTo>
                  <a:lnTo>
                    <a:pt x="3913497" y="1353806"/>
                  </a:lnTo>
                  <a:lnTo>
                    <a:pt x="3913732" y="1353806"/>
                  </a:lnTo>
                  <a:lnTo>
                    <a:pt x="3913849" y="1353806"/>
                  </a:lnTo>
                  <a:lnTo>
                    <a:pt x="3913967" y="1353806"/>
                  </a:lnTo>
                  <a:lnTo>
                    <a:pt x="3914908" y="1352945"/>
                  </a:lnTo>
                  <a:lnTo>
                    <a:pt x="3915026" y="1352945"/>
                  </a:lnTo>
                  <a:lnTo>
                    <a:pt x="3915143" y="1352945"/>
                  </a:lnTo>
                  <a:lnTo>
                    <a:pt x="3915496" y="1352945"/>
                  </a:lnTo>
                  <a:lnTo>
                    <a:pt x="3915614" y="1352945"/>
                  </a:lnTo>
                  <a:lnTo>
                    <a:pt x="3915849" y="1352945"/>
                  </a:lnTo>
                  <a:lnTo>
                    <a:pt x="3915966" y="1352514"/>
                  </a:lnTo>
                  <a:lnTo>
                    <a:pt x="3916202" y="1352514"/>
                  </a:lnTo>
                  <a:lnTo>
                    <a:pt x="3916555" y="1352514"/>
                  </a:lnTo>
                  <a:lnTo>
                    <a:pt x="3917378" y="1352514"/>
                  </a:lnTo>
                  <a:lnTo>
                    <a:pt x="3917495" y="1352514"/>
                  </a:lnTo>
                  <a:lnTo>
                    <a:pt x="3917613" y="1352514"/>
                  </a:lnTo>
                  <a:lnTo>
                    <a:pt x="3917731" y="1352514"/>
                  </a:lnTo>
                  <a:lnTo>
                    <a:pt x="3918436" y="1352084"/>
                  </a:lnTo>
                  <a:lnTo>
                    <a:pt x="3918789" y="1352084"/>
                  </a:lnTo>
                  <a:lnTo>
                    <a:pt x="3919260" y="1352084"/>
                  </a:lnTo>
                  <a:lnTo>
                    <a:pt x="3919377" y="1351653"/>
                  </a:lnTo>
                  <a:lnTo>
                    <a:pt x="3919848" y="1351653"/>
                  </a:lnTo>
                  <a:lnTo>
                    <a:pt x="3920083" y="1351653"/>
                  </a:lnTo>
                  <a:lnTo>
                    <a:pt x="3920318" y="1351653"/>
                  </a:lnTo>
                  <a:lnTo>
                    <a:pt x="3920671" y="1351222"/>
                  </a:lnTo>
                  <a:lnTo>
                    <a:pt x="3921024" y="1350792"/>
                  </a:lnTo>
                  <a:lnTo>
                    <a:pt x="3921494" y="1350361"/>
                  </a:lnTo>
                  <a:lnTo>
                    <a:pt x="3921612" y="1350361"/>
                  </a:lnTo>
                  <a:lnTo>
                    <a:pt x="3921965" y="1350361"/>
                  </a:lnTo>
                  <a:lnTo>
                    <a:pt x="3922318" y="1350361"/>
                  </a:lnTo>
                  <a:lnTo>
                    <a:pt x="3922553" y="1350361"/>
                  </a:lnTo>
                  <a:lnTo>
                    <a:pt x="3922670" y="1350361"/>
                  </a:lnTo>
                  <a:lnTo>
                    <a:pt x="3922788" y="1350361"/>
                  </a:lnTo>
                  <a:lnTo>
                    <a:pt x="3922906" y="1350361"/>
                  </a:lnTo>
                  <a:lnTo>
                    <a:pt x="3923023" y="1350361"/>
                  </a:lnTo>
                  <a:lnTo>
                    <a:pt x="3923376" y="1350361"/>
                  </a:lnTo>
                  <a:lnTo>
                    <a:pt x="3923611" y="1349931"/>
                  </a:lnTo>
                  <a:lnTo>
                    <a:pt x="3924317" y="1348639"/>
                  </a:lnTo>
                  <a:lnTo>
                    <a:pt x="3924435" y="1347778"/>
                  </a:lnTo>
                  <a:lnTo>
                    <a:pt x="3924435" y="1347347"/>
                  </a:lnTo>
                  <a:lnTo>
                    <a:pt x="3924552" y="1347347"/>
                  </a:lnTo>
                  <a:lnTo>
                    <a:pt x="3924670" y="1347347"/>
                  </a:lnTo>
                  <a:lnTo>
                    <a:pt x="3924788" y="1347347"/>
                  </a:lnTo>
                  <a:lnTo>
                    <a:pt x="3924905" y="1347347"/>
                  </a:lnTo>
                  <a:lnTo>
                    <a:pt x="3925258" y="1347347"/>
                  </a:lnTo>
                  <a:lnTo>
                    <a:pt x="3925258" y="1346916"/>
                  </a:lnTo>
                  <a:lnTo>
                    <a:pt x="3926199" y="1345194"/>
                  </a:lnTo>
                  <a:lnTo>
                    <a:pt x="3926317" y="1345194"/>
                  </a:lnTo>
                  <a:lnTo>
                    <a:pt x="3926552" y="1344763"/>
                  </a:lnTo>
                  <a:lnTo>
                    <a:pt x="3926669" y="1344763"/>
                  </a:lnTo>
                  <a:lnTo>
                    <a:pt x="3926787" y="1344763"/>
                  </a:lnTo>
                  <a:lnTo>
                    <a:pt x="3927728" y="1344763"/>
                  </a:lnTo>
                  <a:lnTo>
                    <a:pt x="3927963" y="1344763"/>
                  </a:lnTo>
                  <a:lnTo>
                    <a:pt x="3928198" y="1344763"/>
                  </a:lnTo>
                  <a:lnTo>
                    <a:pt x="3928316" y="1344763"/>
                  </a:lnTo>
                  <a:lnTo>
                    <a:pt x="3929139" y="1344333"/>
                  </a:lnTo>
                  <a:lnTo>
                    <a:pt x="3929257" y="1344333"/>
                  </a:lnTo>
                  <a:lnTo>
                    <a:pt x="3929374" y="1344333"/>
                  </a:lnTo>
                  <a:lnTo>
                    <a:pt x="3929492" y="1344333"/>
                  </a:lnTo>
                  <a:lnTo>
                    <a:pt x="3929727" y="1343902"/>
                  </a:lnTo>
                  <a:lnTo>
                    <a:pt x="3930668" y="1343472"/>
                  </a:lnTo>
                  <a:lnTo>
                    <a:pt x="3930786" y="1343472"/>
                  </a:lnTo>
                  <a:lnTo>
                    <a:pt x="3930903" y="1343472"/>
                  </a:lnTo>
                  <a:lnTo>
                    <a:pt x="3931021" y="1343472"/>
                  </a:lnTo>
                  <a:lnTo>
                    <a:pt x="3931374" y="1342610"/>
                  </a:lnTo>
                  <a:lnTo>
                    <a:pt x="3931492" y="1342610"/>
                  </a:lnTo>
                  <a:lnTo>
                    <a:pt x="3931609" y="1342610"/>
                  </a:lnTo>
                  <a:lnTo>
                    <a:pt x="3931727" y="1342180"/>
                  </a:lnTo>
                  <a:lnTo>
                    <a:pt x="3931844" y="1342180"/>
                  </a:lnTo>
                  <a:lnTo>
                    <a:pt x="3931962" y="1342180"/>
                  </a:lnTo>
                  <a:lnTo>
                    <a:pt x="3932197" y="1341749"/>
                  </a:lnTo>
                  <a:lnTo>
                    <a:pt x="3932315" y="1341749"/>
                  </a:lnTo>
                  <a:lnTo>
                    <a:pt x="3932550" y="1341749"/>
                  </a:lnTo>
                  <a:lnTo>
                    <a:pt x="3933609" y="1341319"/>
                  </a:lnTo>
                  <a:lnTo>
                    <a:pt x="3933844" y="1340888"/>
                  </a:lnTo>
                  <a:lnTo>
                    <a:pt x="3934197" y="1340027"/>
                  </a:lnTo>
                  <a:lnTo>
                    <a:pt x="3934314" y="1340027"/>
                  </a:lnTo>
                  <a:lnTo>
                    <a:pt x="3935138" y="1339596"/>
                  </a:lnTo>
                  <a:lnTo>
                    <a:pt x="3935255" y="1339596"/>
                  </a:lnTo>
                  <a:lnTo>
                    <a:pt x="3935490" y="1339596"/>
                  </a:lnTo>
                  <a:lnTo>
                    <a:pt x="3935608" y="1339596"/>
                  </a:lnTo>
                  <a:lnTo>
                    <a:pt x="3936314" y="1339166"/>
                  </a:lnTo>
                  <a:lnTo>
                    <a:pt x="3936314" y="1338735"/>
                  </a:lnTo>
                  <a:lnTo>
                    <a:pt x="3936431" y="1338735"/>
                  </a:lnTo>
                  <a:lnTo>
                    <a:pt x="3936784" y="1338735"/>
                  </a:lnTo>
                  <a:lnTo>
                    <a:pt x="3936902" y="1338735"/>
                  </a:lnTo>
                  <a:lnTo>
                    <a:pt x="3936902" y="1338304"/>
                  </a:lnTo>
                  <a:lnTo>
                    <a:pt x="3937019" y="1338304"/>
                  </a:lnTo>
                  <a:lnTo>
                    <a:pt x="3937137" y="1337874"/>
                  </a:lnTo>
                  <a:lnTo>
                    <a:pt x="3937255" y="1337874"/>
                  </a:lnTo>
                  <a:lnTo>
                    <a:pt x="3937372" y="1337874"/>
                  </a:lnTo>
                  <a:lnTo>
                    <a:pt x="3937607" y="1337874"/>
                  </a:lnTo>
                  <a:lnTo>
                    <a:pt x="3937843" y="1337874"/>
                  </a:lnTo>
                  <a:lnTo>
                    <a:pt x="3937960" y="1337874"/>
                  </a:lnTo>
                  <a:lnTo>
                    <a:pt x="3938078" y="1337874"/>
                  </a:lnTo>
                  <a:lnTo>
                    <a:pt x="3938313" y="1337874"/>
                  </a:lnTo>
                  <a:lnTo>
                    <a:pt x="3938431" y="1337874"/>
                  </a:lnTo>
                  <a:lnTo>
                    <a:pt x="3938548" y="1337874"/>
                  </a:lnTo>
                  <a:lnTo>
                    <a:pt x="3938901" y="1337874"/>
                  </a:lnTo>
                  <a:lnTo>
                    <a:pt x="3939019" y="1337874"/>
                  </a:lnTo>
                  <a:lnTo>
                    <a:pt x="3941489" y="1335290"/>
                  </a:lnTo>
                  <a:lnTo>
                    <a:pt x="3941724" y="1335290"/>
                  </a:lnTo>
                  <a:lnTo>
                    <a:pt x="3941842" y="1335290"/>
                  </a:lnTo>
                  <a:lnTo>
                    <a:pt x="3942783" y="1334429"/>
                  </a:lnTo>
                  <a:lnTo>
                    <a:pt x="3943253" y="1334429"/>
                  </a:lnTo>
                  <a:lnTo>
                    <a:pt x="3943488" y="1334429"/>
                  </a:lnTo>
                  <a:lnTo>
                    <a:pt x="3943606" y="1333998"/>
                  </a:lnTo>
                  <a:lnTo>
                    <a:pt x="3943841" y="1333998"/>
                  </a:lnTo>
                  <a:lnTo>
                    <a:pt x="3944076" y="1333998"/>
                  </a:lnTo>
                  <a:lnTo>
                    <a:pt x="3944429" y="1333998"/>
                  </a:lnTo>
                  <a:lnTo>
                    <a:pt x="3944664" y="1333998"/>
                  </a:lnTo>
                  <a:lnTo>
                    <a:pt x="3944782" y="1333998"/>
                  </a:lnTo>
                  <a:lnTo>
                    <a:pt x="3945252" y="1333998"/>
                  </a:lnTo>
                  <a:lnTo>
                    <a:pt x="3945370" y="1333998"/>
                  </a:lnTo>
                  <a:lnTo>
                    <a:pt x="3945488" y="1333998"/>
                  </a:lnTo>
                  <a:lnTo>
                    <a:pt x="3945958" y="1333998"/>
                  </a:lnTo>
                  <a:lnTo>
                    <a:pt x="3945958" y="1333568"/>
                  </a:lnTo>
                  <a:lnTo>
                    <a:pt x="3946076" y="1333568"/>
                  </a:lnTo>
                  <a:lnTo>
                    <a:pt x="3946193" y="1333568"/>
                  </a:lnTo>
                  <a:lnTo>
                    <a:pt x="3946311" y="1333568"/>
                  </a:lnTo>
                  <a:lnTo>
                    <a:pt x="3946781" y="1333568"/>
                  </a:lnTo>
                  <a:lnTo>
                    <a:pt x="3946899" y="1333568"/>
                  </a:lnTo>
                  <a:lnTo>
                    <a:pt x="3947605" y="1333137"/>
                  </a:lnTo>
                  <a:lnTo>
                    <a:pt x="3948193" y="1333137"/>
                  </a:lnTo>
                  <a:lnTo>
                    <a:pt x="3948428" y="1333137"/>
                  </a:lnTo>
                  <a:lnTo>
                    <a:pt x="3948781" y="1331845"/>
                  </a:lnTo>
                  <a:lnTo>
                    <a:pt x="3948898" y="1331845"/>
                  </a:lnTo>
                  <a:lnTo>
                    <a:pt x="3949016" y="1331845"/>
                  </a:lnTo>
                  <a:lnTo>
                    <a:pt x="3949604" y="1331415"/>
                  </a:lnTo>
                  <a:lnTo>
                    <a:pt x="3949839" y="1330984"/>
                  </a:lnTo>
                  <a:lnTo>
                    <a:pt x="3949957" y="1330984"/>
                  </a:lnTo>
                  <a:lnTo>
                    <a:pt x="3950310" y="1330984"/>
                  </a:lnTo>
                  <a:lnTo>
                    <a:pt x="3950427" y="1330984"/>
                  </a:lnTo>
                  <a:lnTo>
                    <a:pt x="3950663" y="1330984"/>
                  </a:lnTo>
                  <a:lnTo>
                    <a:pt x="3950780" y="1330984"/>
                  </a:lnTo>
                  <a:lnTo>
                    <a:pt x="3951133" y="1330984"/>
                  </a:lnTo>
                  <a:lnTo>
                    <a:pt x="3951721" y="1330123"/>
                  </a:lnTo>
                  <a:lnTo>
                    <a:pt x="3951839" y="1330123"/>
                  </a:lnTo>
                  <a:lnTo>
                    <a:pt x="3952074" y="1330123"/>
                  </a:lnTo>
                  <a:lnTo>
                    <a:pt x="3952192" y="1330123"/>
                  </a:lnTo>
                  <a:lnTo>
                    <a:pt x="3952309" y="1330123"/>
                  </a:lnTo>
                  <a:lnTo>
                    <a:pt x="3952309" y="1329692"/>
                  </a:lnTo>
                  <a:lnTo>
                    <a:pt x="3953015" y="1328831"/>
                  </a:lnTo>
                  <a:lnTo>
                    <a:pt x="3953133" y="1328831"/>
                  </a:lnTo>
                  <a:lnTo>
                    <a:pt x="3953250" y="1328831"/>
                  </a:lnTo>
                  <a:lnTo>
                    <a:pt x="3953250" y="1328401"/>
                  </a:lnTo>
                  <a:lnTo>
                    <a:pt x="3953368" y="1327970"/>
                  </a:lnTo>
                  <a:lnTo>
                    <a:pt x="3953485" y="1327970"/>
                  </a:lnTo>
                  <a:lnTo>
                    <a:pt x="3953956" y="1327970"/>
                  </a:lnTo>
                  <a:lnTo>
                    <a:pt x="3953956" y="1326678"/>
                  </a:lnTo>
                  <a:lnTo>
                    <a:pt x="3954426" y="1326678"/>
                  </a:lnTo>
                  <a:lnTo>
                    <a:pt x="3954544" y="1326678"/>
                  </a:lnTo>
                  <a:lnTo>
                    <a:pt x="3954779" y="1326678"/>
                  </a:lnTo>
                  <a:lnTo>
                    <a:pt x="3954897" y="1326678"/>
                  </a:lnTo>
                  <a:lnTo>
                    <a:pt x="3955367" y="1326678"/>
                  </a:lnTo>
                  <a:lnTo>
                    <a:pt x="3955602" y="1326248"/>
                  </a:lnTo>
                  <a:lnTo>
                    <a:pt x="3955602" y="1325817"/>
                  </a:lnTo>
                  <a:lnTo>
                    <a:pt x="3955720" y="1325386"/>
                  </a:lnTo>
                  <a:lnTo>
                    <a:pt x="3955838" y="1325386"/>
                  </a:lnTo>
                  <a:lnTo>
                    <a:pt x="3956661" y="1324956"/>
                  </a:lnTo>
                  <a:lnTo>
                    <a:pt x="3956779" y="1324956"/>
                  </a:lnTo>
                  <a:lnTo>
                    <a:pt x="3956896" y="1324525"/>
                  </a:lnTo>
                  <a:lnTo>
                    <a:pt x="3956896" y="1324095"/>
                  </a:lnTo>
                  <a:lnTo>
                    <a:pt x="3957014" y="1323664"/>
                  </a:lnTo>
                  <a:lnTo>
                    <a:pt x="3957131" y="1323664"/>
                  </a:lnTo>
                  <a:lnTo>
                    <a:pt x="3957484" y="1323664"/>
                  </a:lnTo>
                  <a:lnTo>
                    <a:pt x="3957837" y="1323233"/>
                  </a:lnTo>
                  <a:lnTo>
                    <a:pt x="3957955" y="1323233"/>
                  </a:lnTo>
                  <a:lnTo>
                    <a:pt x="3958072" y="1323233"/>
                  </a:lnTo>
                  <a:lnTo>
                    <a:pt x="3958543" y="1323233"/>
                  </a:lnTo>
                  <a:lnTo>
                    <a:pt x="3958660" y="1323233"/>
                  </a:lnTo>
                  <a:lnTo>
                    <a:pt x="3959013" y="1323233"/>
                  </a:lnTo>
                  <a:lnTo>
                    <a:pt x="3959837" y="1322372"/>
                  </a:lnTo>
                  <a:lnTo>
                    <a:pt x="3960425" y="1322372"/>
                  </a:lnTo>
                  <a:lnTo>
                    <a:pt x="3960542" y="1322372"/>
                  </a:lnTo>
                  <a:lnTo>
                    <a:pt x="3960777" y="1321942"/>
                  </a:lnTo>
                  <a:lnTo>
                    <a:pt x="3960895" y="1321942"/>
                  </a:lnTo>
                  <a:lnTo>
                    <a:pt x="3960895" y="1321511"/>
                  </a:lnTo>
                  <a:lnTo>
                    <a:pt x="3961248" y="1321080"/>
                  </a:lnTo>
                  <a:lnTo>
                    <a:pt x="3961601" y="1321080"/>
                  </a:lnTo>
                  <a:lnTo>
                    <a:pt x="3961718" y="1321080"/>
                  </a:lnTo>
                  <a:lnTo>
                    <a:pt x="3961954" y="1319789"/>
                  </a:lnTo>
                  <a:lnTo>
                    <a:pt x="3962071" y="1319789"/>
                  </a:lnTo>
                  <a:lnTo>
                    <a:pt x="3962189" y="1319789"/>
                  </a:lnTo>
                  <a:lnTo>
                    <a:pt x="3962542" y="1319358"/>
                  </a:lnTo>
                  <a:lnTo>
                    <a:pt x="3963130" y="1318497"/>
                  </a:lnTo>
                  <a:lnTo>
                    <a:pt x="3963130" y="1318066"/>
                  </a:lnTo>
                  <a:lnTo>
                    <a:pt x="3963365" y="1317636"/>
                  </a:lnTo>
                  <a:lnTo>
                    <a:pt x="3963600" y="1317636"/>
                  </a:lnTo>
                  <a:lnTo>
                    <a:pt x="3964424" y="1317205"/>
                  </a:lnTo>
                  <a:lnTo>
                    <a:pt x="3964541" y="1317205"/>
                  </a:lnTo>
                  <a:lnTo>
                    <a:pt x="3964776" y="1316774"/>
                  </a:lnTo>
                  <a:lnTo>
                    <a:pt x="3965247" y="1316344"/>
                  </a:lnTo>
                  <a:lnTo>
                    <a:pt x="3965600" y="1316344"/>
                  </a:lnTo>
                  <a:lnTo>
                    <a:pt x="3965835" y="1315913"/>
                  </a:lnTo>
                  <a:lnTo>
                    <a:pt x="3965953" y="1315483"/>
                  </a:lnTo>
                  <a:lnTo>
                    <a:pt x="3965953" y="1315052"/>
                  </a:lnTo>
                  <a:lnTo>
                    <a:pt x="3966070" y="1315052"/>
                  </a:lnTo>
                  <a:lnTo>
                    <a:pt x="3966070" y="1314621"/>
                  </a:lnTo>
                  <a:lnTo>
                    <a:pt x="3966188" y="1314621"/>
                  </a:lnTo>
                  <a:lnTo>
                    <a:pt x="3966305" y="1314621"/>
                  </a:lnTo>
                  <a:lnTo>
                    <a:pt x="3966305" y="1314191"/>
                  </a:lnTo>
                  <a:lnTo>
                    <a:pt x="3966541" y="1314191"/>
                  </a:lnTo>
                  <a:lnTo>
                    <a:pt x="3966658" y="1314191"/>
                  </a:lnTo>
                  <a:lnTo>
                    <a:pt x="3966893" y="1314191"/>
                  </a:lnTo>
                  <a:lnTo>
                    <a:pt x="3967599" y="1313760"/>
                  </a:lnTo>
                  <a:lnTo>
                    <a:pt x="3967834" y="1313760"/>
                  </a:lnTo>
                  <a:lnTo>
                    <a:pt x="3967834" y="1312899"/>
                  </a:lnTo>
                  <a:lnTo>
                    <a:pt x="3968658" y="1312038"/>
                  </a:lnTo>
                  <a:lnTo>
                    <a:pt x="3969010" y="1312038"/>
                  </a:lnTo>
                  <a:lnTo>
                    <a:pt x="3969246" y="1311177"/>
                  </a:lnTo>
                  <a:lnTo>
                    <a:pt x="3969599" y="1310746"/>
                  </a:lnTo>
                  <a:lnTo>
                    <a:pt x="3969599" y="1310315"/>
                  </a:lnTo>
                  <a:lnTo>
                    <a:pt x="3969716" y="1310315"/>
                  </a:lnTo>
                  <a:lnTo>
                    <a:pt x="3969951" y="1310315"/>
                  </a:lnTo>
                  <a:lnTo>
                    <a:pt x="3970304" y="1309454"/>
                  </a:lnTo>
                  <a:lnTo>
                    <a:pt x="3970539" y="1309454"/>
                  </a:lnTo>
                  <a:lnTo>
                    <a:pt x="3970539" y="1309024"/>
                  </a:lnTo>
                  <a:lnTo>
                    <a:pt x="3970657" y="1308593"/>
                  </a:lnTo>
                  <a:lnTo>
                    <a:pt x="3970775" y="1308593"/>
                  </a:lnTo>
                  <a:lnTo>
                    <a:pt x="3970892" y="1308593"/>
                  </a:lnTo>
                  <a:lnTo>
                    <a:pt x="3971010" y="1308593"/>
                  </a:lnTo>
                  <a:lnTo>
                    <a:pt x="3971128" y="1308593"/>
                  </a:lnTo>
                  <a:lnTo>
                    <a:pt x="3971245" y="1308593"/>
                  </a:lnTo>
                  <a:lnTo>
                    <a:pt x="3971480" y="1308162"/>
                  </a:lnTo>
                  <a:lnTo>
                    <a:pt x="3973715" y="1307732"/>
                  </a:lnTo>
                  <a:lnTo>
                    <a:pt x="3973833" y="1307732"/>
                  </a:lnTo>
                  <a:lnTo>
                    <a:pt x="3974068" y="1307732"/>
                  </a:lnTo>
                  <a:lnTo>
                    <a:pt x="3974774" y="1307732"/>
                  </a:lnTo>
                  <a:lnTo>
                    <a:pt x="3974891" y="1307732"/>
                  </a:lnTo>
                  <a:lnTo>
                    <a:pt x="3975009" y="1307732"/>
                  </a:lnTo>
                  <a:lnTo>
                    <a:pt x="3975009" y="1307301"/>
                  </a:lnTo>
                  <a:lnTo>
                    <a:pt x="3975126" y="1307301"/>
                  </a:lnTo>
                  <a:lnTo>
                    <a:pt x="3975597" y="1307301"/>
                  </a:lnTo>
                  <a:lnTo>
                    <a:pt x="3975714" y="1307301"/>
                  </a:lnTo>
                  <a:lnTo>
                    <a:pt x="3975832" y="1306440"/>
                  </a:lnTo>
                  <a:lnTo>
                    <a:pt x="3975950" y="1305579"/>
                  </a:lnTo>
                  <a:lnTo>
                    <a:pt x="3976303" y="1305579"/>
                  </a:lnTo>
                  <a:lnTo>
                    <a:pt x="3976538" y="1305579"/>
                  </a:lnTo>
                  <a:lnTo>
                    <a:pt x="3976538" y="1305148"/>
                  </a:lnTo>
                  <a:lnTo>
                    <a:pt x="3976655" y="1304718"/>
                  </a:lnTo>
                  <a:lnTo>
                    <a:pt x="3976773" y="1304718"/>
                  </a:lnTo>
                  <a:lnTo>
                    <a:pt x="3977243" y="1304718"/>
                  </a:lnTo>
                  <a:lnTo>
                    <a:pt x="3977243" y="1304287"/>
                  </a:lnTo>
                  <a:lnTo>
                    <a:pt x="3977361" y="1303856"/>
                  </a:lnTo>
                  <a:lnTo>
                    <a:pt x="3977832" y="1303856"/>
                  </a:lnTo>
                  <a:lnTo>
                    <a:pt x="3978184" y="1303856"/>
                  </a:lnTo>
                  <a:lnTo>
                    <a:pt x="3978420" y="1303426"/>
                  </a:lnTo>
                  <a:lnTo>
                    <a:pt x="3978655" y="1303426"/>
                  </a:lnTo>
                  <a:lnTo>
                    <a:pt x="3979713" y="1302134"/>
                  </a:lnTo>
                  <a:lnTo>
                    <a:pt x="3980301" y="1302134"/>
                  </a:lnTo>
                  <a:lnTo>
                    <a:pt x="3980772" y="1302134"/>
                  </a:lnTo>
                  <a:lnTo>
                    <a:pt x="3981478" y="1301703"/>
                  </a:lnTo>
                  <a:lnTo>
                    <a:pt x="3981595" y="1301703"/>
                  </a:lnTo>
                  <a:lnTo>
                    <a:pt x="3981713" y="1301703"/>
                  </a:lnTo>
                  <a:lnTo>
                    <a:pt x="3981830" y="1301703"/>
                  </a:lnTo>
                  <a:lnTo>
                    <a:pt x="3982066" y="1301703"/>
                  </a:lnTo>
                  <a:lnTo>
                    <a:pt x="3982301" y="1301703"/>
                  </a:lnTo>
                  <a:lnTo>
                    <a:pt x="3982654" y="1301273"/>
                  </a:lnTo>
                  <a:lnTo>
                    <a:pt x="3982771" y="1301273"/>
                  </a:lnTo>
                  <a:lnTo>
                    <a:pt x="3983007" y="1301273"/>
                  </a:lnTo>
                  <a:lnTo>
                    <a:pt x="3983947" y="1301273"/>
                  </a:lnTo>
                  <a:lnTo>
                    <a:pt x="3984536" y="1300842"/>
                  </a:lnTo>
                  <a:lnTo>
                    <a:pt x="3985124" y="1300842"/>
                  </a:lnTo>
                  <a:lnTo>
                    <a:pt x="3985241" y="1300842"/>
                  </a:lnTo>
                  <a:lnTo>
                    <a:pt x="3985594" y="1300842"/>
                  </a:lnTo>
                  <a:lnTo>
                    <a:pt x="3985712" y="1300842"/>
                  </a:lnTo>
                  <a:lnTo>
                    <a:pt x="3986065" y="1299550"/>
                  </a:lnTo>
                  <a:lnTo>
                    <a:pt x="3986535" y="1299550"/>
                  </a:lnTo>
                  <a:lnTo>
                    <a:pt x="3986653" y="1299120"/>
                  </a:lnTo>
                  <a:lnTo>
                    <a:pt x="3986888" y="1299120"/>
                  </a:lnTo>
                  <a:lnTo>
                    <a:pt x="3987005" y="1299120"/>
                  </a:lnTo>
                  <a:lnTo>
                    <a:pt x="3987123" y="1298689"/>
                  </a:lnTo>
                  <a:lnTo>
                    <a:pt x="3987241" y="1298689"/>
                  </a:lnTo>
                  <a:lnTo>
                    <a:pt x="3988182" y="1296967"/>
                  </a:lnTo>
                  <a:lnTo>
                    <a:pt x="3988534" y="1296967"/>
                  </a:lnTo>
                  <a:lnTo>
                    <a:pt x="3988652" y="1296967"/>
                  </a:lnTo>
                  <a:lnTo>
                    <a:pt x="3988770" y="1296967"/>
                  </a:lnTo>
                  <a:lnTo>
                    <a:pt x="3988887" y="1296967"/>
                  </a:lnTo>
                  <a:lnTo>
                    <a:pt x="3989005" y="1296967"/>
                  </a:lnTo>
                  <a:lnTo>
                    <a:pt x="3989005" y="1296536"/>
                  </a:lnTo>
                  <a:lnTo>
                    <a:pt x="3989123" y="1296536"/>
                  </a:lnTo>
                  <a:lnTo>
                    <a:pt x="3989240" y="1296536"/>
                  </a:lnTo>
                  <a:lnTo>
                    <a:pt x="3989358" y="1296536"/>
                  </a:lnTo>
                  <a:lnTo>
                    <a:pt x="3989711" y="1296536"/>
                  </a:lnTo>
                  <a:lnTo>
                    <a:pt x="3989946" y="1296536"/>
                  </a:lnTo>
                  <a:lnTo>
                    <a:pt x="3990181" y="1296106"/>
                  </a:lnTo>
                  <a:lnTo>
                    <a:pt x="3990299" y="1296106"/>
                  </a:lnTo>
                  <a:lnTo>
                    <a:pt x="3990534" y="1296106"/>
                  </a:lnTo>
                  <a:lnTo>
                    <a:pt x="3990652" y="1295675"/>
                  </a:lnTo>
                  <a:lnTo>
                    <a:pt x="3991475" y="1295244"/>
                  </a:lnTo>
                  <a:lnTo>
                    <a:pt x="3991592" y="1295244"/>
                  </a:lnTo>
                  <a:lnTo>
                    <a:pt x="3992298" y="1295244"/>
                  </a:lnTo>
                  <a:lnTo>
                    <a:pt x="3992416" y="1295244"/>
                  </a:lnTo>
                  <a:lnTo>
                    <a:pt x="3992533" y="1295244"/>
                  </a:lnTo>
                  <a:lnTo>
                    <a:pt x="3992886" y="1295244"/>
                  </a:lnTo>
                  <a:lnTo>
                    <a:pt x="3993121" y="1295244"/>
                  </a:lnTo>
                  <a:lnTo>
                    <a:pt x="3993357" y="1295244"/>
                  </a:lnTo>
                  <a:lnTo>
                    <a:pt x="3993945" y="1295244"/>
                  </a:lnTo>
                  <a:lnTo>
                    <a:pt x="3994062" y="1295244"/>
                  </a:lnTo>
                  <a:lnTo>
                    <a:pt x="3994886" y="1294383"/>
                  </a:lnTo>
                  <a:lnTo>
                    <a:pt x="3995238" y="1293522"/>
                  </a:lnTo>
                  <a:lnTo>
                    <a:pt x="3995474" y="1293522"/>
                  </a:lnTo>
                  <a:lnTo>
                    <a:pt x="3995709" y="1293522"/>
                  </a:lnTo>
                  <a:lnTo>
                    <a:pt x="3995709" y="1292661"/>
                  </a:lnTo>
                  <a:lnTo>
                    <a:pt x="3995827" y="1292661"/>
                  </a:lnTo>
                  <a:lnTo>
                    <a:pt x="3996179" y="1292661"/>
                  </a:lnTo>
                  <a:lnTo>
                    <a:pt x="3996179" y="1292230"/>
                  </a:lnTo>
                  <a:lnTo>
                    <a:pt x="3996650" y="1291800"/>
                  </a:lnTo>
                  <a:lnTo>
                    <a:pt x="3996767" y="1291800"/>
                  </a:lnTo>
                  <a:lnTo>
                    <a:pt x="3997238" y="1291800"/>
                  </a:lnTo>
                  <a:lnTo>
                    <a:pt x="3997356" y="1291800"/>
                  </a:lnTo>
                  <a:lnTo>
                    <a:pt x="3997356" y="1291369"/>
                  </a:lnTo>
                  <a:lnTo>
                    <a:pt x="3997708" y="1291369"/>
                  </a:lnTo>
                  <a:lnTo>
                    <a:pt x="3999237" y="1289647"/>
                  </a:lnTo>
                  <a:lnTo>
                    <a:pt x="3999590" y="1289647"/>
                  </a:lnTo>
                  <a:lnTo>
                    <a:pt x="3999825" y="1289647"/>
                  </a:lnTo>
                  <a:lnTo>
                    <a:pt x="4000178" y="1289647"/>
                  </a:lnTo>
                  <a:lnTo>
                    <a:pt x="4000413" y="1289647"/>
                  </a:lnTo>
                  <a:lnTo>
                    <a:pt x="4000531" y="1289216"/>
                  </a:lnTo>
                  <a:lnTo>
                    <a:pt x="4000649" y="1289216"/>
                  </a:lnTo>
                  <a:lnTo>
                    <a:pt x="4000766" y="1289216"/>
                  </a:lnTo>
                  <a:lnTo>
                    <a:pt x="4001119" y="1289216"/>
                  </a:lnTo>
                  <a:lnTo>
                    <a:pt x="4001237" y="1289216"/>
                  </a:lnTo>
                  <a:lnTo>
                    <a:pt x="4001472" y="1288785"/>
                  </a:lnTo>
                  <a:lnTo>
                    <a:pt x="4002531" y="1288355"/>
                  </a:lnTo>
                  <a:lnTo>
                    <a:pt x="4002648" y="1287924"/>
                  </a:lnTo>
                  <a:lnTo>
                    <a:pt x="4003001" y="1287924"/>
                  </a:lnTo>
                  <a:lnTo>
                    <a:pt x="4003119" y="1287924"/>
                  </a:lnTo>
                  <a:lnTo>
                    <a:pt x="4003354" y="1287924"/>
                  </a:lnTo>
                  <a:lnTo>
                    <a:pt x="4003471" y="1287924"/>
                  </a:lnTo>
                  <a:lnTo>
                    <a:pt x="4003589" y="1287924"/>
                  </a:lnTo>
                  <a:lnTo>
                    <a:pt x="4003707" y="1287924"/>
                  </a:lnTo>
                  <a:lnTo>
                    <a:pt x="4003942" y="1287494"/>
                  </a:lnTo>
                  <a:lnTo>
                    <a:pt x="4004177" y="1287494"/>
                  </a:lnTo>
                  <a:lnTo>
                    <a:pt x="4004530" y="1287063"/>
                  </a:lnTo>
                  <a:lnTo>
                    <a:pt x="4004648" y="1287063"/>
                  </a:lnTo>
                  <a:lnTo>
                    <a:pt x="4004765" y="1287063"/>
                  </a:lnTo>
                  <a:lnTo>
                    <a:pt x="4005353" y="1286632"/>
                  </a:lnTo>
                  <a:lnTo>
                    <a:pt x="4005353" y="1286202"/>
                  </a:lnTo>
                  <a:lnTo>
                    <a:pt x="4006177" y="1285341"/>
                  </a:lnTo>
                  <a:lnTo>
                    <a:pt x="4006412" y="1285341"/>
                  </a:lnTo>
                  <a:lnTo>
                    <a:pt x="4007588" y="1284910"/>
                  </a:lnTo>
                  <a:lnTo>
                    <a:pt x="4007941" y="1284910"/>
                  </a:lnTo>
                  <a:lnTo>
                    <a:pt x="4008058" y="1284910"/>
                  </a:lnTo>
                  <a:lnTo>
                    <a:pt x="4008294" y="1284910"/>
                  </a:lnTo>
                  <a:lnTo>
                    <a:pt x="4008411" y="1284479"/>
                  </a:lnTo>
                  <a:lnTo>
                    <a:pt x="4008529" y="1284479"/>
                  </a:lnTo>
                  <a:lnTo>
                    <a:pt x="4008646" y="1284479"/>
                  </a:lnTo>
                  <a:lnTo>
                    <a:pt x="4008764" y="1284479"/>
                  </a:lnTo>
                  <a:lnTo>
                    <a:pt x="4009352" y="1284049"/>
                  </a:lnTo>
                  <a:lnTo>
                    <a:pt x="4009705" y="1283618"/>
                  </a:lnTo>
                  <a:lnTo>
                    <a:pt x="4009940" y="1283618"/>
                  </a:lnTo>
                  <a:lnTo>
                    <a:pt x="4010293" y="1283618"/>
                  </a:lnTo>
                  <a:lnTo>
                    <a:pt x="4010411" y="1283618"/>
                  </a:lnTo>
                  <a:lnTo>
                    <a:pt x="4010528" y="1283618"/>
                  </a:lnTo>
                  <a:lnTo>
                    <a:pt x="4010881" y="1283618"/>
                  </a:lnTo>
                  <a:lnTo>
                    <a:pt x="4011116" y="1283618"/>
                  </a:lnTo>
                  <a:lnTo>
                    <a:pt x="4011469" y="1283618"/>
                  </a:lnTo>
                  <a:lnTo>
                    <a:pt x="4011587" y="1283618"/>
                  </a:lnTo>
                  <a:lnTo>
                    <a:pt x="4011704" y="1283618"/>
                  </a:lnTo>
                  <a:lnTo>
                    <a:pt x="4011940" y="1283618"/>
                  </a:lnTo>
                  <a:lnTo>
                    <a:pt x="4012057" y="1283188"/>
                  </a:lnTo>
                  <a:lnTo>
                    <a:pt x="4012410" y="1283188"/>
                  </a:lnTo>
                  <a:lnTo>
                    <a:pt x="4012528" y="1283188"/>
                  </a:lnTo>
                  <a:lnTo>
                    <a:pt x="4012645" y="1283188"/>
                  </a:lnTo>
                  <a:lnTo>
                    <a:pt x="4014174" y="1281465"/>
                  </a:lnTo>
                  <a:lnTo>
                    <a:pt x="4014174" y="1280604"/>
                  </a:lnTo>
                  <a:lnTo>
                    <a:pt x="4014410" y="1280604"/>
                  </a:lnTo>
                  <a:lnTo>
                    <a:pt x="4014527" y="1280604"/>
                  </a:lnTo>
                  <a:lnTo>
                    <a:pt x="4014645" y="1280604"/>
                  </a:lnTo>
                  <a:lnTo>
                    <a:pt x="4014998" y="1280604"/>
                  </a:lnTo>
                  <a:lnTo>
                    <a:pt x="4015115" y="1280604"/>
                  </a:lnTo>
                  <a:lnTo>
                    <a:pt x="4015233" y="1280604"/>
                  </a:lnTo>
                  <a:lnTo>
                    <a:pt x="4015351" y="1280604"/>
                  </a:lnTo>
                  <a:lnTo>
                    <a:pt x="4015586" y="1280604"/>
                  </a:lnTo>
                  <a:lnTo>
                    <a:pt x="4016056" y="1280604"/>
                  </a:lnTo>
                  <a:lnTo>
                    <a:pt x="4016174" y="1280604"/>
                  </a:lnTo>
                  <a:lnTo>
                    <a:pt x="4016291" y="1280604"/>
                  </a:lnTo>
                  <a:lnTo>
                    <a:pt x="4016997" y="1279743"/>
                  </a:lnTo>
                  <a:lnTo>
                    <a:pt x="4017232" y="1278882"/>
                  </a:lnTo>
                  <a:lnTo>
                    <a:pt x="4017468" y="1278882"/>
                  </a:lnTo>
                  <a:lnTo>
                    <a:pt x="4017585" y="1278882"/>
                  </a:lnTo>
                  <a:lnTo>
                    <a:pt x="4017703" y="1278882"/>
                  </a:lnTo>
                  <a:lnTo>
                    <a:pt x="4017820" y="1278882"/>
                  </a:lnTo>
                  <a:lnTo>
                    <a:pt x="4017938" y="1278882"/>
                  </a:lnTo>
                  <a:lnTo>
                    <a:pt x="4018997" y="1278020"/>
                  </a:lnTo>
                  <a:lnTo>
                    <a:pt x="4019585" y="1278020"/>
                  </a:lnTo>
                  <a:lnTo>
                    <a:pt x="4020055" y="1278020"/>
                  </a:lnTo>
                  <a:lnTo>
                    <a:pt x="4020173" y="1278020"/>
                  </a:lnTo>
                  <a:lnTo>
                    <a:pt x="4020290" y="1278020"/>
                  </a:lnTo>
                  <a:lnTo>
                    <a:pt x="4020408" y="1277590"/>
                  </a:lnTo>
                  <a:lnTo>
                    <a:pt x="4020878" y="1277159"/>
                  </a:lnTo>
                  <a:lnTo>
                    <a:pt x="4020996" y="1277159"/>
                  </a:lnTo>
                  <a:lnTo>
                    <a:pt x="4021584" y="1276729"/>
                  </a:lnTo>
                  <a:lnTo>
                    <a:pt x="4021702" y="1276729"/>
                  </a:lnTo>
                  <a:lnTo>
                    <a:pt x="4022055" y="1276729"/>
                  </a:lnTo>
                  <a:lnTo>
                    <a:pt x="4022878" y="1276298"/>
                  </a:lnTo>
                  <a:lnTo>
                    <a:pt x="4023113" y="1276298"/>
                  </a:lnTo>
                  <a:lnTo>
                    <a:pt x="4023113" y="1275867"/>
                  </a:lnTo>
                  <a:lnTo>
                    <a:pt x="4023113" y="1275437"/>
                  </a:lnTo>
                  <a:lnTo>
                    <a:pt x="4023231" y="1275437"/>
                  </a:lnTo>
                  <a:lnTo>
                    <a:pt x="4023584" y="1275006"/>
                  </a:lnTo>
                  <a:lnTo>
                    <a:pt x="4023701" y="1274145"/>
                  </a:lnTo>
                  <a:lnTo>
                    <a:pt x="4024054" y="1274145"/>
                  </a:lnTo>
                  <a:lnTo>
                    <a:pt x="4024054" y="1273714"/>
                  </a:lnTo>
                  <a:lnTo>
                    <a:pt x="4024642" y="1272853"/>
                  </a:lnTo>
                  <a:lnTo>
                    <a:pt x="4025112" y="1272853"/>
                  </a:lnTo>
                  <a:lnTo>
                    <a:pt x="4025583" y="1271992"/>
                  </a:lnTo>
                  <a:lnTo>
                    <a:pt x="4025936" y="1271992"/>
                  </a:lnTo>
                  <a:lnTo>
                    <a:pt x="4026406" y="1271992"/>
                  </a:lnTo>
                  <a:lnTo>
                    <a:pt x="4026524" y="1271561"/>
                  </a:lnTo>
                  <a:lnTo>
                    <a:pt x="4026759" y="1271561"/>
                  </a:lnTo>
                  <a:lnTo>
                    <a:pt x="4026994" y="1271561"/>
                  </a:lnTo>
                  <a:lnTo>
                    <a:pt x="4027347" y="1271131"/>
                  </a:lnTo>
                  <a:lnTo>
                    <a:pt x="4027582" y="1271131"/>
                  </a:lnTo>
                  <a:lnTo>
                    <a:pt x="4028523" y="1270270"/>
                  </a:lnTo>
                  <a:lnTo>
                    <a:pt x="4028641" y="1270270"/>
                  </a:lnTo>
                  <a:lnTo>
                    <a:pt x="4028759" y="1270270"/>
                  </a:lnTo>
                  <a:lnTo>
                    <a:pt x="4029229" y="1269839"/>
                  </a:lnTo>
                  <a:lnTo>
                    <a:pt x="4029347" y="1269839"/>
                  </a:lnTo>
                  <a:lnTo>
                    <a:pt x="4029464" y="1269839"/>
                  </a:lnTo>
                  <a:lnTo>
                    <a:pt x="4030170" y="1269839"/>
                  </a:lnTo>
                  <a:lnTo>
                    <a:pt x="4030288" y="1269839"/>
                  </a:lnTo>
                  <a:lnTo>
                    <a:pt x="4030405" y="1269839"/>
                  </a:lnTo>
                  <a:lnTo>
                    <a:pt x="4030523" y="1269408"/>
                  </a:lnTo>
                  <a:lnTo>
                    <a:pt x="4031111" y="1268117"/>
                  </a:lnTo>
                  <a:lnTo>
                    <a:pt x="4031228" y="1268117"/>
                  </a:lnTo>
                  <a:lnTo>
                    <a:pt x="4031346" y="1268117"/>
                  </a:lnTo>
                  <a:lnTo>
                    <a:pt x="4032169" y="1267686"/>
                  </a:lnTo>
                  <a:lnTo>
                    <a:pt x="4032287" y="1267686"/>
                  </a:lnTo>
                  <a:lnTo>
                    <a:pt x="4032640" y="1267686"/>
                  </a:lnTo>
                  <a:lnTo>
                    <a:pt x="4033228" y="1267686"/>
                  </a:lnTo>
                  <a:lnTo>
                    <a:pt x="4033345" y="1267686"/>
                  </a:lnTo>
                  <a:lnTo>
                    <a:pt x="4033463" y="1267686"/>
                  </a:lnTo>
                  <a:lnTo>
                    <a:pt x="4034874" y="1267255"/>
                  </a:lnTo>
                  <a:lnTo>
                    <a:pt x="4034992" y="1266825"/>
                  </a:lnTo>
                  <a:lnTo>
                    <a:pt x="4035227" y="1266825"/>
                  </a:lnTo>
                  <a:lnTo>
                    <a:pt x="4035345" y="1266825"/>
                  </a:lnTo>
                  <a:lnTo>
                    <a:pt x="4035815" y="1266825"/>
                  </a:lnTo>
                  <a:lnTo>
                    <a:pt x="4035933" y="1266825"/>
                  </a:lnTo>
                  <a:lnTo>
                    <a:pt x="4036051" y="1266825"/>
                  </a:lnTo>
                  <a:lnTo>
                    <a:pt x="4036168" y="1266825"/>
                  </a:lnTo>
                  <a:lnTo>
                    <a:pt x="4036403" y="1266825"/>
                  </a:lnTo>
                  <a:lnTo>
                    <a:pt x="4036403" y="1266394"/>
                  </a:lnTo>
                  <a:lnTo>
                    <a:pt x="4036639" y="1266394"/>
                  </a:lnTo>
                  <a:lnTo>
                    <a:pt x="4037580" y="1265964"/>
                  </a:lnTo>
                  <a:lnTo>
                    <a:pt x="4037580" y="1265533"/>
                  </a:lnTo>
                  <a:lnTo>
                    <a:pt x="4037932" y="1265533"/>
                  </a:lnTo>
                  <a:lnTo>
                    <a:pt x="4038050" y="1265533"/>
                  </a:lnTo>
                  <a:lnTo>
                    <a:pt x="4038168" y="1265533"/>
                  </a:lnTo>
                  <a:lnTo>
                    <a:pt x="4038285" y="1265102"/>
                  </a:lnTo>
                  <a:lnTo>
                    <a:pt x="4038403" y="1265102"/>
                  </a:lnTo>
                  <a:lnTo>
                    <a:pt x="4038638" y="1264672"/>
                  </a:lnTo>
                  <a:lnTo>
                    <a:pt x="4038756" y="1264241"/>
                  </a:lnTo>
                  <a:lnTo>
                    <a:pt x="4039226" y="1264241"/>
                  </a:lnTo>
                  <a:lnTo>
                    <a:pt x="4040167" y="1264241"/>
                  </a:lnTo>
                  <a:lnTo>
                    <a:pt x="4040285" y="1264241"/>
                  </a:lnTo>
                  <a:lnTo>
                    <a:pt x="4040638" y="1264241"/>
                  </a:lnTo>
                  <a:lnTo>
                    <a:pt x="4040990" y="1264241"/>
                  </a:lnTo>
                  <a:lnTo>
                    <a:pt x="4041226" y="1263811"/>
                  </a:lnTo>
                  <a:lnTo>
                    <a:pt x="4041226" y="1263380"/>
                  </a:lnTo>
                  <a:lnTo>
                    <a:pt x="4041578" y="1263380"/>
                  </a:lnTo>
                  <a:lnTo>
                    <a:pt x="4041814" y="1263380"/>
                  </a:lnTo>
                  <a:lnTo>
                    <a:pt x="4042284" y="1263380"/>
                  </a:lnTo>
                  <a:lnTo>
                    <a:pt x="4042402" y="1263380"/>
                  </a:lnTo>
                  <a:lnTo>
                    <a:pt x="4042637" y="1263380"/>
                  </a:lnTo>
                  <a:lnTo>
                    <a:pt x="4043813" y="1262088"/>
                  </a:lnTo>
                  <a:lnTo>
                    <a:pt x="4043931" y="1262088"/>
                  </a:lnTo>
                  <a:lnTo>
                    <a:pt x="4044048" y="1262088"/>
                  </a:lnTo>
                  <a:lnTo>
                    <a:pt x="4044401" y="1262088"/>
                  </a:lnTo>
                  <a:lnTo>
                    <a:pt x="4044519" y="1262088"/>
                  </a:lnTo>
                  <a:lnTo>
                    <a:pt x="4044754" y="1262088"/>
                  </a:lnTo>
                  <a:lnTo>
                    <a:pt x="4045107" y="1262088"/>
                  </a:lnTo>
                  <a:lnTo>
                    <a:pt x="4045225" y="1262088"/>
                  </a:lnTo>
                  <a:lnTo>
                    <a:pt x="4045460" y="1261658"/>
                  </a:lnTo>
                  <a:lnTo>
                    <a:pt x="4045695" y="1261227"/>
                  </a:lnTo>
                  <a:lnTo>
                    <a:pt x="4045813" y="1261227"/>
                  </a:lnTo>
                  <a:lnTo>
                    <a:pt x="4046048" y="1261227"/>
                  </a:lnTo>
                  <a:lnTo>
                    <a:pt x="4046165" y="1261227"/>
                  </a:lnTo>
                  <a:lnTo>
                    <a:pt x="4046754" y="1261227"/>
                  </a:lnTo>
                  <a:lnTo>
                    <a:pt x="4046871" y="1261227"/>
                  </a:lnTo>
                  <a:lnTo>
                    <a:pt x="4047342" y="1260366"/>
                  </a:lnTo>
                  <a:lnTo>
                    <a:pt x="4047694" y="1259074"/>
                  </a:lnTo>
                  <a:lnTo>
                    <a:pt x="4047812" y="1259074"/>
                  </a:lnTo>
                  <a:lnTo>
                    <a:pt x="4047930" y="1259074"/>
                  </a:lnTo>
                  <a:lnTo>
                    <a:pt x="4048165" y="1259074"/>
                  </a:lnTo>
                  <a:lnTo>
                    <a:pt x="4048282" y="1259074"/>
                  </a:lnTo>
                  <a:lnTo>
                    <a:pt x="4048635" y="1258643"/>
                  </a:lnTo>
                  <a:lnTo>
                    <a:pt x="4049223" y="1258213"/>
                  </a:lnTo>
                  <a:lnTo>
                    <a:pt x="4049341" y="1258213"/>
                  </a:lnTo>
                  <a:lnTo>
                    <a:pt x="4049459" y="1258213"/>
                  </a:lnTo>
                  <a:lnTo>
                    <a:pt x="4049694" y="1257782"/>
                  </a:lnTo>
                  <a:lnTo>
                    <a:pt x="4049929" y="1257782"/>
                  </a:lnTo>
                  <a:lnTo>
                    <a:pt x="4050047" y="1257782"/>
                  </a:lnTo>
                  <a:lnTo>
                    <a:pt x="4050282" y="1257782"/>
                  </a:lnTo>
                  <a:lnTo>
                    <a:pt x="4050400" y="1257782"/>
                  </a:lnTo>
                  <a:lnTo>
                    <a:pt x="4050517" y="1257782"/>
                  </a:lnTo>
                  <a:lnTo>
                    <a:pt x="4050635" y="1257782"/>
                  </a:lnTo>
                  <a:lnTo>
                    <a:pt x="4051105" y="1257782"/>
                  </a:lnTo>
                  <a:lnTo>
                    <a:pt x="4051223" y="1257782"/>
                  </a:lnTo>
                  <a:lnTo>
                    <a:pt x="4052046" y="1256921"/>
                  </a:lnTo>
                  <a:lnTo>
                    <a:pt x="4052164" y="1256921"/>
                  </a:lnTo>
                  <a:lnTo>
                    <a:pt x="4052281" y="1256921"/>
                  </a:lnTo>
                  <a:lnTo>
                    <a:pt x="4052987" y="1256921"/>
                  </a:lnTo>
                  <a:lnTo>
                    <a:pt x="4053928" y="1256921"/>
                  </a:lnTo>
                  <a:lnTo>
                    <a:pt x="4054046" y="1256921"/>
                  </a:lnTo>
                  <a:lnTo>
                    <a:pt x="4054163" y="1256921"/>
                  </a:lnTo>
                  <a:lnTo>
                    <a:pt x="4054516" y="1256490"/>
                  </a:lnTo>
                  <a:lnTo>
                    <a:pt x="4054634" y="1256490"/>
                  </a:lnTo>
                  <a:lnTo>
                    <a:pt x="4055339" y="1256060"/>
                  </a:lnTo>
                  <a:lnTo>
                    <a:pt x="4055457" y="1256060"/>
                  </a:lnTo>
                  <a:lnTo>
                    <a:pt x="4055575" y="1256060"/>
                  </a:lnTo>
                  <a:lnTo>
                    <a:pt x="4055927" y="1256060"/>
                  </a:lnTo>
                  <a:lnTo>
                    <a:pt x="4056045" y="1256060"/>
                  </a:lnTo>
                  <a:lnTo>
                    <a:pt x="4056163" y="1256060"/>
                  </a:lnTo>
                  <a:lnTo>
                    <a:pt x="4056280" y="1256060"/>
                  </a:lnTo>
                  <a:lnTo>
                    <a:pt x="4056398" y="1256060"/>
                  </a:lnTo>
                  <a:lnTo>
                    <a:pt x="4056398" y="1255629"/>
                  </a:lnTo>
                  <a:lnTo>
                    <a:pt x="4056633" y="1255629"/>
                  </a:lnTo>
                  <a:lnTo>
                    <a:pt x="4057456" y="1254768"/>
                  </a:lnTo>
                  <a:lnTo>
                    <a:pt x="4057809" y="1254337"/>
                  </a:lnTo>
                  <a:lnTo>
                    <a:pt x="4058633" y="1253476"/>
                  </a:lnTo>
                  <a:lnTo>
                    <a:pt x="4058985" y="1253476"/>
                  </a:lnTo>
                  <a:lnTo>
                    <a:pt x="4059338" y="1253046"/>
                  </a:lnTo>
                  <a:lnTo>
                    <a:pt x="4059926" y="1252184"/>
                  </a:lnTo>
                  <a:lnTo>
                    <a:pt x="4060044" y="1252184"/>
                  </a:lnTo>
                  <a:lnTo>
                    <a:pt x="4060514" y="1252184"/>
                  </a:lnTo>
                  <a:lnTo>
                    <a:pt x="4060632" y="1252184"/>
                  </a:lnTo>
                  <a:lnTo>
                    <a:pt x="4060750" y="1252184"/>
                  </a:lnTo>
                  <a:lnTo>
                    <a:pt x="4060867" y="1252184"/>
                  </a:lnTo>
                  <a:lnTo>
                    <a:pt x="4061926" y="1251754"/>
                  </a:lnTo>
                  <a:lnTo>
                    <a:pt x="4062279" y="1251754"/>
                  </a:lnTo>
                  <a:lnTo>
                    <a:pt x="4062279" y="1251323"/>
                  </a:lnTo>
                  <a:lnTo>
                    <a:pt x="4062396" y="1251323"/>
                  </a:lnTo>
                  <a:lnTo>
                    <a:pt x="4063102" y="1250893"/>
                  </a:lnTo>
                  <a:lnTo>
                    <a:pt x="4063337" y="1250893"/>
                  </a:lnTo>
                  <a:lnTo>
                    <a:pt x="4063455" y="1250893"/>
                  </a:lnTo>
                  <a:lnTo>
                    <a:pt x="4063808" y="1250462"/>
                  </a:lnTo>
                  <a:lnTo>
                    <a:pt x="4064043" y="1250462"/>
                  </a:lnTo>
                  <a:lnTo>
                    <a:pt x="4064513" y="1250462"/>
                  </a:lnTo>
                  <a:lnTo>
                    <a:pt x="4064866" y="1250031"/>
                  </a:lnTo>
                  <a:lnTo>
                    <a:pt x="4065219" y="1249601"/>
                  </a:lnTo>
                  <a:lnTo>
                    <a:pt x="4065337" y="1249601"/>
                  </a:lnTo>
                  <a:lnTo>
                    <a:pt x="4065454" y="1249601"/>
                  </a:lnTo>
                  <a:lnTo>
                    <a:pt x="4065572" y="1249170"/>
                  </a:lnTo>
                  <a:lnTo>
                    <a:pt x="4065807" y="1249170"/>
                  </a:lnTo>
                  <a:lnTo>
                    <a:pt x="4065925" y="1248740"/>
                  </a:lnTo>
                  <a:lnTo>
                    <a:pt x="4065925" y="1248309"/>
                  </a:lnTo>
                  <a:lnTo>
                    <a:pt x="4066042" y="1248309"/>
                  </a:lnTo>
                  <a:lnTo>
                    <a:pt x="4066395" y="1247878"/>
                  </a:lnTo>
                  <a:lnTo>
                    <a:pt x="4066513" y="1247448"/>
                  </a:lnTo>
                  <a:lnTo>
                    <a:pt x="4066630" y="1247448"/>
                  </a:lnTo>
                  <a:lnTo>
                    <a:pt x="4066748" y="1247448"/>
                  </a:lnTo>
                  <a:lnTo>
                    <a:pt x="4066866" y="1247448"/>
                  </a:lnTo>
                  <a:lnTo>
                    <a:pt x="4067218" y="1247448"/>
                  </a:lnTo>
                  <a:lnTo>
                    <a:pt x="4067336" y="1247448"/>
                  </a:lnTo>
                  <a:lnTo>
                    <a:pt x="4067454" y="1247448"/>
                  </a:lnTo>
                  <a:lnTo>
                    <a:pt x="4067454" y="1247017"/>
                  </a:lnTo>
                  <a:lnTo>
                    <a:pt x="4067924" y="1245725"/>
                  </a:lnTo>
                  <a:lnTo>
                    <a:pt x="4068277" y="1245295"/>
                  </a:lnTo>
                  <a:lnTo>
                    <a:pt x="4068983" y="1245295"/>
                  </a:lnTo>
                  <a:lnTo>
                    <a:pt x="4069100" y="1245295"/>
                  </a:lnTo>
                  <a:lnTo>
                    <a:pt x="4069453" y="1244434"/>
                  </a:lnTo>
                  <a:lnTo>
                    <a:pt x="4069571" y="1244434"/>
                  </a:lnTo>
                  <a:lnTo>
                    <a:pt x="4069688" y="1244434"/>
                  </a:lnTo>
                  <a:lnTo>
                    <a:pt x="4069806" y="1244434"/>
                  </a:lnTo>
                  <a:lnTo>
                    <a:pt x="4069924" y="1244434"/>
                  </a:lnTo>
                  <a:lnTo>
                    <a:pt x="4070276" y="1244003"/>
                  </a:lnTo>
                  <a:lnTo>
                    <a:pt x="4070629" y="1244003"/>
                  </a:lnTo>
                  <a:lnTo>
                    <a:pt x="4070864" y="1244003"/>
                  </a:lnTo>
                  <a:lnTo>
                    <a:pt x="4070982" y="1244003"/>
                  </a:lnTo>
                  <a:lnTo>
                    <a:pt x="4070982" y="1243572"/>
                  </a:lnTo>
                  <a:lnTo>
                    <a:pt x="4070982" y="1243142"/>
                  </a:lnTo>
                  <a:lnTo>
                    <a:pt x="4071100" y="1242711"/>
                  </a:lnTo>
                  <a:lnTo>
                    <a:pt x="4071100" y="1241419"/>
                  </a:lnTo>
                  <a:lnTo>
                    <a:pt x="4071217" y="1240989"/>
                  </a:lnTo>
                  <a:lnTo>
                    <a:pt x="4071570" y="1240989"/>
                  </a:lnTo>
                  <a:lnTo>
                    <a:pt x="4071688" y="1240989"/>
                  </a:lnTo>
                  <a:lnTo>
                    <a:pt x="4071805" y="1240558"/>
                  </a:lnTo>
                  <a:lnTo>
                    <a:pt x="4072041" y="1240558"/>
                  </a:lnTo>
                  <a:lnTo>
                    <a:pt x="4072276" y="1240558"/>
                  </a:lnTo>
                  <a:lnTo>
                    <a:pt x="4072393" y="1240558"/>
                  </a:lnTo>
                  <a:lnTo>
                    <a:pt x="4072629" y="1240128"/>
                  </a:lnTo>
                  <a:lnTo>
                    <a:pt x="4072981" y="1240128"/>
                  </a:lnTo>
                  <a:lnTo>
                    <a:pt x="4073452" y="1239697"/>
                  </a:lnTo>
                  <a:lnTo>
                    <a:pt x="4073805" y="1239697"/>
                  </a:lnTo>
                  <a:lnTo>
                    <a:pt x="4074158" y="1239266"/>
                  </a:lnTo>
                  <a:lnTo>
                    <a:pt x="4074275" y="1239266"/>
                  </a:lnTo>
                  <a:lnTo>
                    <a:pt x="4074510" y="1239266"/>
                  </a:lnTo>
                  <a:lnTo>
                    <a:pt x="4074510" y="1238836"/>
                  </a:lnTo>
                  <a:lnTo>
                    <a:pt x="4074863" y="1238836"/>
                  </a:lnTo>
                  <a:lnTo>
                    <a:pt x="4075334" y="1237975"/>
                  </a:lnTo>
                  <a:lnTo>
                    <a:pt x="4075451" y="1237975"/>
                  </a:lnTo>
                  <a:lnTo>
                    <a:pt x="4075922" y="1237113"/>
                  </a:lnTo>
                  <a:lnTo>
                    <a:pt x="4076157" y="1236683"/>
                  </a:lnTo>
                  <a:lnTo>
                    <a:pt x="4076392" y="1236683"/>
                  </a:lnTo>
                  <a:lnTo>
                    <a:pt x="4076628" y="1236683"/>
                  </a:lnTo>
                  <a:lnTo>
                    <a:pt x="4076745" y="1236683"/>
                  </a:lnTo>
                  <a:lnTo>
                    <a:pt x="4077921" y="1235822"/>
                  </a:lnTo>
                  <a:lnTo>
                    <a:pt x="4078862" y="1235391"/>
                  </a:lnTo>
                  <a:lnTo>
                    <a:pt x="4078980" y="1235391"/>
                  </a:lnTo>
                  <a:lnTo>
                    <a:pt x="4079097" y="1235391"/>
                  </a:lnTo>
                  <a:lnTo>
                    <a:pt x="4080156" y="1235391"/>
                  </a:lnTo>
                  <a:lnTo>
                    <a:pt x="4080274" y="1235391"/>
                  </a:lnTo>
                  <a:lnTo>
                    <a:pt x="4080509" y="1235391"/>
                  </a:lnTo>
                  <a:lnTo>
                    <a:pt x="4080509" y="1234960"/>
                  </a:lnTo>
                  <a:lnTo>
                    <a:pt x="4081332" y="1234099"/>
                  </a:lnTo>
                  <a:lnTo>
                    <a:pt x="4081920" y="1234099"/>
                  </a:lnTo>
                  <a:lnTo>
                    <a:pt x="4082155" y="1233669"/>
                  </a:lnTo>
                  <a:lnTo>
                    <a:pt x="4082273" y="1233669"/>
                  </a:lnTo>
                  <a:lnTo>
                    <a:pt x="4083096" y="1233669"/>
                  </a:lnTo>
                  <a:lnTo>
                    <a:pt x="4083684" y="1233238"/>
                  </a:lnTo>
                  <a:lnTo>
                    <a:pt x="4084037" y="1232377"/>
                  </a:lnTo>
                  <a:lnTo>
                    <a:pt x="4084743" y="1231946"/>
                  </a:lnTo>
                  <a:lnTo>
                    <a:pt x="4085213" y="1231516"/>
                  </a:lnTo>
                  <a:lnTo>
                    <a:pt x="4085331" y="1231516"/>
                  </a:lnTo>
                  <a:lnTo>
                    <a:pt x="4085684" y="1231516"/>
                  </a:lnTo>
                  <a:lnTo>
                    <a:pt x="4085684" y="1231085"/>
                  </a:lnTo>
                  <a:lnTo>
                    <a:pt x="4085801" y="1231085"/>
                  </a:lnTo>
                  <a:lnTo>
                    <a:pt x="4086272" y="1230654"/>
                  </a:lnTo>
                  <a:lnTo>
                    <a:pt x="4086742" y="1230224"/>
                  </a:lnTo>
                  <a:lnTo>
                    <a:pt x="4086978" y="1230224"/>
                  </a:lnTo>
                  <a:lnTo>
                    <a:pt x="4087330" y="1229363"/>
                  </a:lnTo>
                  <a:lnTo>
                    <a:pt x="4087566" y="1229363"/>
                  </a:lnTo>
                  <a:lnTo>
                    <a:pt x="4088389" y="1229363"/>
                  </a:lnTo>
                  <a:lnTo>
                    <a:pt x="4088742" y="1229363"/>
                  </a:lnTo>
                  <a:lnTo>
                    <a:pt x="4088859" y="1229363"/>
                  </a:lnTo>
                  <a:lnTo>
                    <a:pt x="4089095" y="1228932"/>
                  </a:lnTo>
                  <a:lnTo>
                    <a:pt x="4089212" y="1228932"/>
                  </a:lnTo>
                  <a:lnTo>
                    <a:pt x="4089330" y="1228932"/>
                  </a:lnTo>
                  <a:lnTo>
                    <a:pt x="4089447" y="1228501"/>
                  </a:lnTo>
                  <a:lnTo>
                    <a:pt x="4089565" y="1228501"/>
                  </a:lnTo>
                  <a:lnTo>
                    <a:pt x="4089683" y="1228501"/>
                  </a:lnTo>
                  <a:lnTo>
                    <a:pt x="4090036" y="1228071"/>
                  </a:lnTo>
                  <a:lnTo>
                    <a:pt x="4090153" y="1228071"/>
                  </a:lnTo>
                  <a:lnTo>
                    <a:pt x="4090271" y="1227640"/>
                  </a:lnTo>
                  <a:lnTo>
                    <a:pt x="4090388" y="1227640"/>
                  </a:lnTo>
                  <a:lnTo>
                    <a:pt x="4090506" y="1227640"/>
                  </a:lnTo>
                  <a:lnTo>
                    <a:pt x="4090624" y="1227640"/>
                  </a:lnTo>
                  <a:lnTo>
                    <a:pt x="4091329" y="1227210"/>
                  </a:lnTo>
                  <a:lnTo>
                    <a:pt x="4091447" y="1227210"/>
                  </a:lnTo>
                  <a:lnTo>
                    <a:pt x="4091917" y="1227210"/>
                  </a:lnTo>
                  <a:lnTo>
                    <a:pt x="4092270" y="1227210"/>
                  </a:lnTo>
                  <a:lnTo>
                    <a:pt x="4092388" y="1227210"/>
                  </a:lnTo>
                  <a:lnTo>
                    <a:pt x="4092623" y="1227210"/>
                  </a:lnTo>
                  <a:lnTo>
                    <a:pt x="4092858" y="1227210"/>
                  </a:lnTo>
                  <a:lnTo>
                    <a:pt x="4092976" y="1227210"/>
                  </a:lnTo>
                  <a:lnTo>
                    <a:pt x="4093094" y="1227210"/>
                  </a:lnTo>
                  <a:lnTo>
                    <a:pt x="4093446" y="1227210"/>
                  </a:lnTo>
                  <a:lnTo>
                    <a:pt x="4093564" y="1227210"/>
                  </a:lnTo>
                  <a:lnTo>
                    <a:pt x="4093799" y="1227210"/>
                  </a:lnTo>
                  <a:lnTo>
                    <a:pt x="4094152" y="1227210"/>
                  </a:lnTo>
                  <a:lnTo>
                    <a:pt x="4094270" y="1227210"/>
                  </a:lnTo>
                  <a:lnTo>
                    <a:pt x="4094387" y="1227210"/>
                  </a:lnTo>
                  <a:lnTo>
                    <a:pt x="4094505" y="1227210"/>
                  </a:lnTo>
                  <a:lnTo>
                    <a:pt x="4094740" y="1227210"/>
                  </a:lnTo>
                  <a:lnTo>
                    <a:pt x="4094740" y="1226779"/>
                  </a:lnTo>
                  <a:lnTo>
                    <a:pt x="4094858" y="1226779"/>
                  </a:lnTo>
                  <a:lnTo>
                    <a:pt x="4094975" y="1226779"/>
                  </a:lnTo>
                  <a:lnTo>
                    <a:pt x="4095093" y="1226779"/>
                  </a:lnTo>
                  <a:lnTo>
                    <a:pt x="4095211" y="1226348"/>
                  </a:lnTo>
                  <a:lnTo>
                    <a:pt x="4095446" y="1226348"/>
                  </a:lnTo>
                  <a:lnTo>
                    <a:pt x="4095563" y="1226348"/>
                  </a:lnTo>
                  <a:lnTo>
                    <a:pt x="4095799" y="1225918"/>
                  </a:lnTo>
                  <a:lnTo>
                    <a:pt x="4095916" y="1225918"/>
                  </a:lnTo>
                  <a:lnTo>
                    <a:pt x="4096034" y="1225918"/>
                  </a:lnTo>
                  <a:lnTo>
                    <a:pt x="4096269" y="1225918"/>
                  </a:lnTo>
                  <a:lnTo>
                    <a:pt x="4104855" y="1218167"/>
                  </a:lnTo>
                  <a:lnTo>
                    <a:pt x="4104973" y="1218167"/>
                  </a:lnTo>
                  <a:lnTo>
                    <a:pt x="4104973" y="1217736"/>
                  </a:lnTo>
                  <a:lnTo>
                    <a:pt x="4105443" y="1216875"/>
                  </a:lnTo>
                  <a:lnTo>
                    <a:pt x="4105443" y="1216445"/>
                  </a:lnTo>
                  <a:lnTo>
                    <a:pt x="4105913" y="1216014"/>
                  </a:lnTo>
                  <a:lnTo>
                    <a:pt x="4106031" y="1215583"/>
                  </a:lnTo>
                  <a:lnTo>
                    <a:pt x="4106266" y="1215583"/>
                  </a:lnTo>
                  <a:lnTo>
                    <a:pt x="4106266" y="1215153"/>
                  </a:lnTo>
                  <a:lnTo>
                    <a:pt x="4106619" y="1215153"/>
                  </a:lnTo>
                  <a:lnTo>
                    <a:pt x="4107090" y="1215153"/>
                  </a:lnTo>
                  <a:lnTo>
                    <a:pt x="4107090" y="1214722"/>
                  </a:lnTo>
                  <a:lnTo>
                    <a:pt x="4107207" y="1214722"/>
                  </a:lnTo>
                  <a:lnTo>
                    <a:pt x="4108148" y="1213861"/>
                  </a:lnTo>
                  <a:lnTo>
                    <a:pt x="4108148" y="1213430"/>
                  </a:lnTo>
                  <a:lnTo>
                    <a:pt x="4108971" y="1213430"/>
                  </a:lnTo>
                  <a:lnTo>
                    <a:pt x="4109442" y="1213430"/>
                  </a:lnTo>
                  <a:lnTo>
                    <a:pt x="4110030" y="1213000"/>
                  </a:lnTo>
                  <a:lnTo>
                    <a:pt x="4110148" y="1213000"/>
                  </a:lnTo>
                  <a:lnTo>
                    <a:pt x="4110618" y="1213000"/>
                  </a:lnTo>
                  <a:lnTo>
                    <a:pt x="4110853" y="1213000"/>
                  </a:lnTo>
                  <a:lnTo>
                    <a:pt x="4110971" y="1213000"/>
                  </a:lnTo>
                  <a:lnTo>
                    <a:pt x="4111324" y="1212569"/>
                  </a:lnTo>
                  <a:lnTo>
                    <a:pt x="4111441" y="1212139"/>
                  </a:lnTo>
                  <a:lnTo>
                    <a:pt x="4111912" y="1212139"/>
                  </a:lnTo>
                  <a:lnTo>
                    <a:pt x="4112147" y="1212139"/>
                  </a:lnTo>
                  <a:lnTo>
                    <a:pt x="4112500" y="1211708"/>
                  </a:lnTo>
                  <a:lnTo>
                    <a:pt x="4112735" y="1211708"/>
                  </a:lnTo>
                  <a:lnTo>
                    <a:pt x="4112853" y="1211708"/>
                  </a:lnTo>
                  <a:lnTo>
                    <a:pt x="4113441" y="1211708"/>
                  </a:lnTo>
                  <a:lnTo>
                    <a:pt x="4113794" y="1211277"/>
                  </a:lnTo>
                  <a:lnTo>
                    <a:pt x="4114029" y="1211277"/>
                  </a:lnTo>
                  <a:lnTo>
                    <a:pt x="4114146" y="1211277"/>
                  </a:lnTo>
                  <a:lnTo>
                    <a:pt x="4114264" y="1211277"/>
                  </a:lnTo>
                  <a:lnTo>
                    <a:pt x="4114382" y="1211277"/>
                  </a:lnTo>
                  <a:lnTo>
                    <a:pt x="4114617" y="1211277"/>
                  </a:lnTo>
                  <a:lnTo>
                    <a:pt x="4114735" y="1211277"/>
                  </a:lnTo>
                  <a:lnTo>
                    <a:pt x="4114735" y="1210847"/>
                  </a:lnTo>
                  <a:lnTo>
                    <a:pt x="4115087" y="1210847"/>
                  </a:lnTo>
                  <a:lnTo>
                    <a:pt x="4115205" y="1210847"/>
                  </a:lnTo>
                  <a:lnTo>
                    <a:pt x="4115793" y="1210847"/>
                  </a:lnTo>
                  <a:lnTo>
                    <a:pt x="4115911" y="1210847"/>
                  </a:lnTo>
                  <a:lnTo>
                    <a:pt x="4115911" y="1210416"/>
                  </a:lnTo>
                  <a:lnTo>
                    <a:pt x="4116146" y="1210416"/>
                  </a:lnTo>
                  <a:lnTo>
                    <a:pt x="4116264" y="1210416"/>
                  </a:lnTo>
                  <a:lnTo>
                    <a:pt x="4116381" y="1210416"/>
                  </a:lnTo>
                  <a:lnTo>
                    <a:pt x="4116499" y="1210416"/>
                  </a:lnTo>
                  <a:lnTo>
                    <a:pt x="4116616" y="1209986"/>
                  </a:lnTo>
                  <a:lnTo>
                    <a:pt x="4117204" y="1209986"/>
                  </a:lnTo>
                  <a:lnTo>
                    <a:pt x="4117322" y="1209986"/>
                  </a:lnTo>
                  <a:lnTo>
                    <a:pt x="4117322" y="1209124"/>
                  </a:lnTo>
                  <a:lnTo>
                    <a:pt x="4117440" y="1208694"/>
                  </a:lnTo>
                  <a:lnTo>
                    <a:pt x="4117557" y="1208694"/>
                  </a:lnTo>
                  <a:lnTo>
                    <a:pt x="4117910" y="1208694"/>
                  </a:lnTo>
                  <a:lnTo>
                    <a:pt x="4117910" y="1208263"/>
                  </a:lnTo>
                  <a:lnTo>
                    <a:pt x="4118028" y="1208263"/>
                  </a:lnTo>
                  <a:lnTo>
                    <a:pt x="4118263" y="1208263"/>
                  </a:lnTo>
                  <a:lnTo>
                    <a:pt x="4118733" y="1208263"/>
                  </a:lnTo>
                  <a:lnTo>
                    <a:pt x="4119439" y="1207402"/>
                  </a:lnTo>
                  <a:lnTo>
                    <a:pt x="4119792" y="1207402"/>
                  </a:lnTo>
                  <a:lnTo>
                    <a:pt x="4119910" y="1206971"/>
                  </a:lnTo>
                  <a:lnTo>
                    <a:pt x="4120027" y="1206971"/>
                  </a:lnTo>
                  <a:lnTo>
                    <a:pt x="4120850" y="1206971"/>
                  </a:lnTo>
                  <a:lnTo>
                    <a:pt x="4121203" y="1206971"/>
                  </a:lnTo>
                  <a:lnTo>
                    <a:pt x="4121439" y="1206971"/>
                  </a:lnTo>
                  <a:lnTo>
                    <a:pt x="4121556" y="1206971"/>
                  </a:lnTo>
                  <a:lnTo>
                    <a:pt x="4122144" y="1205680"/>
                  </a:lnTo>
                  <a:lnTo>
                    <a:pt x="4122262" y="1205680"/>
                  </a:lnTo>
                  <a:lnTo>
                    <a:pt x="4123085" y="1205680"/>
                  </a:lnTo>
                  <a:lnTo>
                    <a:pt x="4123203" y="1204818"/>
                  </a:lnTo>
                  <a:lnTo>
                    <a:pt x="4124026" y="1202665"/>
                  </a:lnTo>
                  <a:lnTo>
                    <a:pt x="4124261" y="1202235"/>
                  </a:lnTo>
                  <a:lnTo>
                    <a:pt x="4124497" y="1202235"/>
                  </a:lnTo>
                  <a:lnTo>
                    <a:pt x="4124849" y="1200943"/>
                  </a:lnTo>
                  <a:lnTo>
                    <a:pt x="4125085" y="1200943"/>
                  </a:lnTo>
                  <a:lnTo>
                    <a:pt x="4125437" y="1200943"/>
                  </a:lnTo>
                  <a:lnTo>
                    <a:pt x="4125790" y="1200082"/>
                  </a:lnTo>
                  <a:lnTo>
                    <a:pt x="4126026" y="1200082"/>
                  </a:lnTo>
                  <a:lnTo>
                    <a:pt x="4126378" y="1200082"/>
                  </a:lnTo>
                  <a:lnTo>
                    <a:pt x="4127202" y="1200082"/>
                  </a:lnTo>
                  <a:lnTo>
                    <a:pt x="4127672" y="1199651"/>
                  </a:lnTo>
                  <a:lnTo>
                    <a:pt x="4128143" y="1199651"/>
                  </a:lnTo>
                  <a:lnTo>
                    <a:pt x="4128378" y="1199651"/>
                  </a:lnTo>
                  <a:lnTo>
                    <a:pt x="4128495" y="1199221"/>
                  </a:lnTo>
                  <a:lnTo>
                    <a:pt x="4128966" y="1199221"/>
                  </a:lnTo>
                  <a:lnTo>
                    <a:pt x="4129201" y="1199221"/>
                  </a:lnTo>
                  <a:lnTo>
                    <a:pt x="4129319" y="1198790"/>
                  </a:lnTo>
                  <a:lnTo>
                    <a:pt x="4129436" y="1198790"/>
                  </a:lnTo>
                  <a:lnTo>
                    <a:pt x="4129672" y="1198790"/>
                  </a:lnTo>
                  <a:lnTo>
                    <a:pt x="4130730" y="1198790"/>
                  </a:lnTo>
                  <a:lnTo>
                    <a:pt x="4130848" y="1198790"/>
                  </a:lnTo>
                  <a:lnTo>
                    <a:pt x="4130965" y="1198790"/>
                  </a:lnTo>
                  <a:lnTo>
                    <a:pt x="4131083" y="1198359"/>
                  </a:lnTo>
                  <a:lnTo>
                    <a:pt x="4131318" y="1198359"/>
                  </a:lnTo>
                  <a:lnTo>
                    <a:pt x="4131436" y="1197929"/>
                  </a:lnTo>
                  <a:lnTo>
                    <a:pt x="4132024" y="1197929"/>
                  </a:lnTo>
                  <a:lnTo>
                    <a:pt x="4132141" y="1197929"/>
                  </a:lnTo>
                  <a:lnTo>
                    <a:pt x="4132259" y="1197929"/>
                  </a:lnTo>
                  <a:lnTo>
                    <a:pt x="4132259" y="1197498"/>
                  </a:lnTo>
                  <a:lnTo>
                    <a:pt x="4132259" y="1197068"/>
                  </a:lnTo>
                  <a:lnTo>
                    <a:pt x="4132377" y="1197068"/>
                  </a:lnTo>
                  <a:lnTo>
                    <a:pt x="4132612" y="1196637"/>
                  </a:lnTo>
                  <a:lnTo>
                    <a:pt x="4132730" y="1196637"/>
                  </a:lnTo>
                  <a:lnTo>
                    <a:pt x="4132965" y="1196206"/>
                  </a:lnTo>
                  <a:lnTo>
                    <a:pt x="4133082" y="1196206"/>
                  </a:lnTo>
                  <a:lnTo>
                    <a:pt x="4133200" y="1196206"/>
                  </a:lnTo>
                  <a:lnTo>
                    <a:pt x="4133788" y="1196206"/>
                  </a:lnTo>
                  <a:lnTo>
                    <a:pt x="4133906" y="1196206"/>
                  </a:lnTo>
                  <a:lnTo>
                    <a:pt x="4134376" y="1195345"/>
                  </a:lnTo>
                  <a:lnTo>
                    <a:pt x="4134494" y="1195345"/>
                  </a:lnTo>
                  <a:lnTo>
                    <a:pt x="4135082" y="1194484"/>
                  </a:lnTo>
                  <a:lnTo>
                    <a:pt x="4135199" y="1194484"/>
                  </a:lnTo>
                  <a:lnTo>
                    <a:pt x="4135317" y="1194484"/>
                  </a:lnTo>
                  <a:lnTo>
                    <a:pt x="4135317" y="1193623"/>
                  </a:lnTo>
                  <a:lnTo>
                    <a:pt x="4135435" y="1193623"/>
                  </a:lnTo>
                  <a:lnTo>
                    <a:pt x="4135552" y="1193623"/>
                  </a:lnTo>
                  <a:lnTo>
                    <a:pt x="4135788" y="1193623"/>
                  </a:lnTo>
                  <a:lnTo>
                    <a:pt x="4135905" y="1193192"/>
                  </a:lnTo>
                  <a:lnTo>
                    <a:pt x="4136023" y="1193192"/>
                  </a:lnTo>
                  <a:lnTo>
                    <a:pt x="4136376" y="1192762"/>
                  </a:lnTo>
                  <a:lnTo>
                    <a:pt x="4136493" y="1191900"/>
                  </a:lnTo>
                  <a:lnTo>
                    <a:pt x="4137199" y="1191900"/>
                  </a:lnTo>
                  <a:lnTo>
                    <a:pt x="4137199" y="1191470"/>
                  </a:lnTo>
                  <a:lnTo>
                    <a:pt x="4137434" y="1191470"/>
                  </a:lnTo>
                  <a:lnTo>
                    <a:pt x="4137905" y="1191470"/>
                  </a:lnTo>
                  <a:lnTo>
                    <a:pt x="4138022" y="1191470"/>
                  </a:lnTo>
                  <a:lnTo>
                    <a:pt x="4138375" y="1191039"/>
                  </a:lnTo>
                  <a:lnTo>
                    <a:pt x="4138728" y="1191039"/>
                  </a:lnTo>
                  <a:lnTo>
                    <a:pt x="4138845" y="1191039"/>
                  </a:lnTo>
                  <a:lnTo>
                    <a:pt x="4138845" y="1190609"/>
                  </a:lnTo>
                  <a:lnTo>
                    <a:pt x="4138963" y="1190609"/>
                  </a:lnTo>
                  <a:lnTo>
                    <a:pt x="4139081" y="1190609"/>
                  </a:lnTo>
                  <a:lnTo>
                    <a:pt x="4139551" y="1189317"/>
                  </a:lnTo>
                  <a:lnTo>
                    <a:pt x="4139669" y="1189317"/>
                  </a:lnTo>
                  <a:lnTo>
                    <a:pt x="4139669" y="1188886"/>
                  </a:lnTo>
                  <a:lnTo>
                    <a:pt x="4139904" y="1188886"/>
                  </a:lnTo>
                  <a:lnTo>
                    <a:pt x="4140845" y="1188025"/>
                  </a:lnTo>
                  <a:lnTo>
                    <a:pt x="4140963" y="1188025"/>
                  </a:lnTo>
                  <a:lnTo>
                    <a:pt x="4141315" y="1187594"/>
                  </a:lnTo>
                  <a:lnTo>
                    <a:pt x="4141315" y="1187164"/>
                  </a:lnTo>
                  <a:lnTo>
                    <a:pt x="4142021" y="1187164"/>
                  </a:lnTo>
                  <a:lnTo>
                    <a:pt x="4142021" y="1186733"/>
                  </a:lnTo>
                  <a:lnTo>
                    <a:pt x="4142256" y="1186733"/>
                  </a:lnTo>
                  <a:lnTo>
                    <a:pt x="4142374" y="1185441"/>
                  </a:lnTo>
                  <a:lnTo>
                    <a:pt x="4143197" y="1185441"/>
                  </a:lnTo>
                  <a:lnTo>
                    <a:pt x="4143315" y="1185441"/>
                  </a:lnTo>
                  <a:lnTo>
                    <a:pt x="4144138" y="1184580"/>
                  </a:lnTo>
                  <a:lnTo>
                    <a:pt x="4144491" y="1184580"/>
                  </a:lnTo>
                  <a:lnTo>
                    <a:pt x="4144609" y="1184580"/>
                  </a:lnTo>
                  <a:lnTo>
                    <a:pt x="4144726" y="1184580"/>
                  </a:lnTo>
                  <a:lnTo>
                    <a:pt x="4144844" y="1184580"/>
                  </a:lnTo>
                  <a:lnTo>
                    <a:pt x="4144961" y="1184150"/>
                  </a:lnTo>
                  <a:lnTo>
                    <a:pt x="4145902" y="1183719"/>
                  </a:lnTo>
                  <a:lnTo>
                    <a:pt x="4146020" y="1183719"/>
                  </a:lnTo>
                  <a:lnTo>
                    <a:pt x="4146490" y="1183719"/>
                  </a:lnTo>
                  <a:lnTo>
                    <a:pt x="4146608" y="1183719"/>
                  </a:lnTo>
                  <a:lnTo>
                    <a:pt x="4146726" y="1183719"/>
                  </a:lnTo>
                  <a:lnTo>
                    <a:pt x="4146726" y="1183288"/>
                  </a:lnTo>
                  <a:lnTo>
                    <a:pt x="4146961" y="1183288"/>
                  </a:lnTo>
                  <a:lnTo>
                    <a:pt x="4147314" y="1183288"/>
                  </a:lnTo>
                  <a:lnTo>
                    <a:pt x="4147784" y="1182427"/>
                  </a:lnTo>
                  <a:lnTo>
                    <a:pt x="4148255" y="1182427"/>
                  </a:lnTo>
                  <a:lnTo>
                    <a:pt x="4148607" y="1181566"/>
                  </a:lnTo>
                  <a:lnTo>
                    <a:pt x="4148725" y="1181566"/>
                  </a:lnTo>
                  <a:lnTo>
                    <a:pt x="4149078" y="1181566"/>
                  </a:lnTo>
                  <a:lnTo>
                    <a:pt x="4149196" y="1181566"/>
                  </a:lnTo>
                  <a:lnTo>
                    <a:pt x="4149666" y="1181135"/>
                  </a:lnTo>
                  <a:lnTo>
                    <a:pt x="4149784" y="1181135"/>
                  </a:lnTo>
                  <a:lnTo>
                    <a:pt x="4150254" y="1180705"/>
                  </a:lnTo>
                  <a:lnTo>
                    <a:pt x="4150607" y="1180274"/>
                  </a:lnTo>
                  <a:lnTo>
                    <a:pt x="4150607" y="1179844"/>
                  </a:lnTo>
                  <a:lnTo>
                    <a:pt x="4150960" y="1179413"/>
                  </a:lnTo>
                  <a:lnTo>
                    <a:pt x="4151430" y="1178552"/>
                  </a:lnTo>
                  <a:lnTo>
                    <a:pt x="4151548" y="1178552"/>
                  </a:lnTo>
                  <a:lnTo>
                    <a:pt x="4151901" y="1177691"/>
                  </a:lnTo>
                  <a:lnTo>
                    <a:pt x="4152254" y="1176829"/>
                  </a:lnTo>
                  <a:lnTo>
                    <a:pt x="4152489" y="1176829"/>
                  </a:lnTo>
                  <a:lnTo>
                    <a:pt x="4152842" y="1176829"/>
                  </a:lnTo>
                  <a:lnTo>
                    <a:pt x="4153194" y="1176399"/>
                  </a:lnTo>
                  <a:lnTo>
                    <a:pt x="4153312" y="1176399"/>
                  </a:lnTo>
                  <a:lnTo>
                    <a:pt x="4154253" y="1175968"/>
                  </a:lnTo>
                  <a:lnTo>
                    <a:pt x="4154606" y="1175968"/>
                  </a:lnTo>
                  <a:lnTo>
                    <a:pt x="4154959" y="1175968"/>
                  </a:lnTo>
                  <a:lnTo>
                    <a:pt x="4154959" y="1175538"/>
                  </a:lnTo>
                  <a:lnTo>
                    <a:pt x="4155311" y="1175538"/>
                  </a:lnTo>
                  <a:lnTo>
                    <a:pt x="4155429" y="1175107"/>
                  </a:lnTo>
                  <a:lnTo>
                    <a:pt x="4155782" y="1175107"/>
                  </a:lnTo>
                  <a:lnTo>
                    <a:pt x="4155782" y="1174676"/>
                  </a:lnTo>
                  <a:lnTo>
                    <a:pt x="4155900" y="1174676"/>
                  </a:lnTo>
                  <a:lnTo>
                    <a:pt x="4155900" y="1174246"/>
                  </a:lnTo>
                  <a:lnTo>
                    <a:pt x="4156488" y="1173815"/>
                  </a:lnTo>
                  <a:lnTo>
                    <a:pt x="4156605" y="1173815"/>
                  </a:lnTo>
                  <a:lnTo>
                    <a:pt x="4156840" y="1173815"/>
                  </a:lnTo>
                  <a:lnTo>
                    <a:pt x="4156958" y="1173815"/>
                  </a:lnTo>
                  <a:lnTo>
                    <a:pt x="4157076" y="1173815"/>
                  </a:lnTo>
                  <a:lnTo>
                    <a:pt x="4157193" y="1173815"/>
                  </a:lnTo>
                  <a:lnTo>
                    <a:pt x="4157664" y="1173815"/>
                  </a:lnTo>
                  <a:lnTo>
                    <a:pt x="4158134" y="1173385"/>
                  </a:lnTo>
                  <a:lnTo>
                    <a:pt x="4158134" y="1172954"/>
                  </a:lnTo>
                  <a:lnTo>
                    <a:pt x="4158252" y="1172954"/>
                  </a:lnTo>
                  <a:lnTo>
                    <a:pt x="4158252" y="1172523"/>
                  </a:lnTo>
                  <a:lnTo>
                    <a:pt x="4158369" y="1172523"/>
                  </a:lnTo>
                  <a:lnTo>
                    <a:pt x="4158487" y="1172523"/>
                  </a:lnTo>
                  <a:lnTo>
                    <a:pt x="4159075" y="1171662"/>
                  </a:lnTo>
                  <a:lnTo>
                    <a:pt x="4159193" y="1171662"/>
                  </a:lnTo>
                  <a:lnTo>
                    <a:pt x="4159428" y="1171662"/>
                  </a:lnTo>
                  <a:lnTo>
                    <a:pt x="4159663" y="1171662"/>
                  </a:lnTo>
                  <a:lnTo>
                    <a:pt x="4159781" y="1171662"/>
                  </a:lnTo>
                  <a:lnTo>
                    <a:pt x="4160604" y="1171232"/>
                  </a:lnTo>
                  <a:lnTo>
                    <a:pt x="4161192" y="1169940"/>
                  </a:lnTo>
                  <a:lnTo>
                    <a:pt x="4161310" y="1169940"/>
                  </a:lnTo>
                  <a:lnTo>
                    <a:pt x="4161310" y="1169509"/>
                  </a:lnTo>
                  <a:lnTo>
                    <a:pt x="4161898" y="1169509"/>
                  </a:lnTo>
                  <a:lnTo>
                    <a:pt x="4162015" y="1169509"/>
                  </a:lnTo>
                  <a:lnTo>
                    <a:pt x="4162251" y="1169509"/>
                  </a:lnTo>
                  <a:lnTo>
                    <a:pt x="4162721" y="1168648"/>
                  </a:lnTo>
                  <a:lnTo>
                    <a:pt x="4162956" y="1168648"/>
                  </a:lnTo>
                  <a:lnTo>
                    <a:pt x="4163074" y="1168648"/>
                  </a:lnTo>
                  <a:lnTo>
                    <a:pt x="4163192" y="1168648"/>
                  </a:lnTo>
                  <a:lnTo>
                    <a:pt x="4163309" y="1168648"/>
                  </a:lnTo>
                  <a:lnTo>
                    <a:pt x="4163897" y="1168648"/>
                  </a:lnTo>
                  <a:lnTo>
                    <a:pt x="4164015" y="1168217"/>
                  </a:lnTo>
                  <a:lnTo>
                    <a:pt x="4164485" y="1168217"/>
                  </a:lnTo>
                  <a:lnTo>
                    <a:pt x="4164721" y="1168217"/>
                  </a:lnTo>
                  <a:lnTo>
                    <a:pt x="4165073" y="1168217"/>
                  </a:lnTo>
                  <a:lnTo>
                    <a:pt x="4165309" y="1168217"/>
                  </a:lnTo>
                  <a:lnTo>
                    <a:pt x="4165426" y="1168217"/>
                  </a:lnTo>
                  <a:lnTo>
                    <a:pt x="4165544" y="1168217"/>
                  </a:lnTo>
                  <a:lnTo>
                    <a:pt x="4166485" y="1167787"/>
                  </a:lnTo>
                  <a:lnTo>
                    <a:pt x="4166602" y="1167787"/>
                  </a:lnTo>
                  <a:lnTo>
                    <a:pt x="4166720" y="1167356"/>
                  </a:lnTo>
                  <a:lnTo>
                    <a:pt x="4166838" y="1167356"/>
                  </a:lnTo>
                  <a:lnTo>
                    <a:pt x="4167073" y="1167356"/>
                  </a:lnTo>
                  <a:lnTo>
                    <a:pt x="4167426" y="1167356"/>
                  </a:lnTo>
                  <a:lnTo>
                    <a:pt x="4168720" y="1166495"/>
                  </a:lnTo>
                  <a:lnTo>
                    <a:pt x="4168955" y="1166495"/>
                  </a:lnTo>
                  <a:lnTo>
                    <a:pt x="4169072" y="1166495"/>
                  </a:lnTo>
                  <a:lnTo>
                    <a:pt x="4169190" y="1166495"/>
                  </a:lnTo>
                  <a:lnTo>
                    <a:pt x="4169308" y="1166495"/>
                  </a:lnTo>
                  <a:lnTo>
                    <a:pt x="4169425" y="1166495"/>
                  </a:lnTo>
                  <a:lnTo>
                    <a:pt x="4169896" y="1166495"/>
                  </a:lnTo>
                  <a:lnTo>
                    <a:pt x="4170366" y="1166495"/>
                  </a:lnTo>
                  <a:lnTo>
                    <a:pt x="4171307" y="1166064"/>
                  </a:lnTo>
                  <a:lnTo>
                    <a:pt x="4171425" y="1166064"/>
                  </a:lnTo>
                  <a:lnTo>
                    <a:pt x="4171425" y="1165634"/>
                  </a:lnTo>
                  <a:lnTo>
                    <a:pt x="4171895" y="1165634"/>
                  </a:lnTo>
                  <a:lnTo>
                    <a:pt x="4172130" y="1165634"/>
                  </a:lnTo>
                  <a:lnTo>
                    <a:pt x="4172366" y="1165634"/>
                  </a:lnTo>
                  <a:lnTo>
                    <a:pt x="4172836" y="1165203"/>
                  </a:lnTo>
                  <a:lnTo>
                    <a:pt x="4172954" y="1164773"/>
                  </a:lnTo>
                  <a:lnTo>
                    <a:pt x="4172954" y="1164342"/>
                  </a:lnTo>
                  <a:lnTo>
                    <a:pt x="4173189" y="1164342"/>
                  </a:lnTo>
                  <a:lnTo>
                    <a:pt x="4173306" y="1164342"/>
                  </a:lnTo>
                  <a:lnTo>
                    <a:pt x="4173659" y="1164342"/>
                  </a:lnTo>
                  <a:lnTo>
                    <a:pt x="4173895" y="1164342"/>
                  </a:lnTo>
                  <a:lnTo>
                    <a:pt x="4174012" y="1163911"/>
                  </a:lnTo>
                  <a:lnTo>
                    <a:pt x="4174718" y="1163911"/>
                  </a:lnTo>
                  <a:lnTo>
                    <a:pt x="4174835" y="1163911"/>
                  </a:lnTo>
                  <a:lnTo>
                    <a:pt x="4175306" y="1163911"/>
                  </a:lnTo>
                  <a:lnTo>
                    <a:pt x="4175776" y="1163050"/>
                  </a:lnTo>
                  <a:lnTo>
                    <a:pt x="4176129" y="1162620"/>
                  </a:lnTo>
                  <a:lnTo>
                    <a:pt x="4176482" y="1162189"/>
                  </a:lnTo>
                  <a:lnTo>
                    <a:pt x="4177658" y="1161758"/>
                  </a:lnTo>
                  <a:lnTo>
                    <a:pt x="4177893" y="1161758"/>
                  </a:lnTo>
                  <a:lnTo>
                    <a:pt x="4178129" y="1160897"/>
                  </a:lnTo>
                  <a:lnTo>
                    <a:pt x="4178246" y="1160897"/>
                  </a:lnTo>
                  <a:lnTo>
                    <a:pt x="4178834" y="1160467"/>
                  </a:lnTo>
                  <a:lnTo>
                    <a:pt x="4178952" y="1160467"/>
                  </a:lnTo>
                  <a:lnTo>
                    <a:pt x="4179187" y="1160467"/>
                  </a:lnTo>
                  <a:lnTo>
                    <a:pt x="4179540" y="1160036"/>
                  </a:lnTo>
                  <a:lnTo>
                    <a:pt x="4180010" y="1160036"/>
                  </a:lnTo>
                  <a:lnTo>
                    <a:pt x="4180246" y="1160036"/>
                  </a:lnTo>
                  <a:lnTo>
                    <a:pt x="4180481" y="1159175"/>
                  </a:lnTo>
                  <a:lnTo>
                    <a:pt x="4180599" y="1159175"/>
                  </a:lnTo>
                  <a:lnTo>
                    <a:pt x="4181657" y="1158744"/>
                  </a:lnTo>
                  <a:lnTo>
                    <a:pt x="4181892" y="1158744"/>
                  </a:lnTo>
                  <a:lnTo>
                    <a:pt x="4181892" y="1158314"/>
                  </a:lnTo>
                  <a:lnTo>
                    <a:pt x="4182245" y="1158314"/>
                  </a:lnTo>
                  <a:lnTo>
                    <a:pt x="4182363" y="1158314"/>
                  </a:lnTo>
                  <a:lnTo>
                    <a:pt x="4182480" y="1157883"/>
                  </a:lnTo>
                  <a:lnTo>
                    <a:pt x="4182598" y="1157883"/>
                  </a:lnTo>
                  <a:lnTo>
                    <a:pt x="4182598" y="1157452"/>
                  </a:lnTo>
                  <a:lnTo>
                    <a:pt x="4182833" y="1157022"/>
                  </a:lnTo>
                  <a:lnTo>
                    <a:pt x="4183186" y="1157022"/>
                  </a:lnTo>
                  <a:lnTo>
                    <a:pt x="4183657" y="1156161"/>
                  </a:lnTo>
                  <a:lnTo>
                    <a:pt x="4183774" y="1156161"/>
                  </a:lnTo>
                  <a:lnTo>
                    <a:pt x="4184362" y="1156161"/>
                  </a:lnTo>
                  <a:lnTo>
                    <a:pt x="4184480" y="1156161"/>
                  </a:lnTo>
                  <a:lnTo>
                    <a:pt x="4184833" y="1156161"/>
                  </a:lnTo>
                  <a:lnTo>
                    <a:pt x="4184950" y="1156161"/>
                  </a:lnTo>
                  <a:lnTo>
                    <a:pt x="4185068" y="1156161"/>
                  </a:lnTo>
                  <a:lnTo>
                    <a:pt x="4185068" y="1155730"/>
                  </a:lnTo>
                  <a:lnTo>
                    <a:pt x="4185186" y="1155299"/>
                  </a:lnTo>
                  <a:lnTo>
                    <a:pt x="4185303" y="1155299"/>
                  </a:lnTo>
                  <a:lnTo>
                    <a:pt x="4185891" y="1154869"/>
                  </a:lnTo>
                  <a:lnTo>
                    <a:pt x="4186126" y="1154438"/>
                  </a:lnTo>
                  <a:lnTo>
                    <a:pt x="4186479" y="1154438"/>
                  </a:lnTo>
                  <a:lnTo>
                    <a:pt x="4186597" y="1154438"/>
                  </a:lnTo>
                  <a:lnTo>
                    <a:pt x="4186597" y="1154008"/>
                  </a:lnTo>
                  <a:lnTo>
                    <a:pt x="4186832" y="1153146"/>
                  </a:lnTo>
                  <a:lnTo>
                    <a:pt x="4186950" y="1152285"/>
                  </a:lnTo>
                  <a:lnTo>
                    <a:pt x="4186950" y="1151855"/>
                  </a:lnTo>
                  <a:lnTo>
                    <a:pt x="4186950" y="1151424"/>
                  </a:lnTo>
                  <a:lnTo>
                    <a:pt x="4187420" y="1151424"/>
                  </a:lnTo>
                  <a:lnTo>
                    <a:pt x="4188126" y="1151424"/>
                  </a:lnTo>
                  <a:lnTo>
                    <a:pt x="4188243" y="1151424"/>
                  </a:lnTo>
                  <a:lnTo>
                    <a:pt x="4188361" y="1151424"/>
                  </a:lnTo>
                  <a:lnTo>
                    <a:pt x="4188596" y="1151424"/>
                  </a:lnTo>
                  <a:lnTo>
                    <a:pt x="4188949" y="1151424"/>
                  </a:lnTo>
                  <a:lnTo>
                    <a:pt x="4189067" y="1151424"/>
                  </a:lnTo>
                  <a:lnTo>
                    <a:pt x="4189655" y="1150993"/>
                  </a:lnTo>
                  <a:lnTo>
                    <a:pt x="4189890" y="1150993"/>
                  </a:lnTo>
                  <a:lnTo>
                    <a:pt x="4190008" y="1150993"/>
                  </a:lnTo>
                  <a:lnTo>
                    <a:pt x="4190008" y="1150563"/>
                  </a:lnTo>
                  <a:lnTo>
                    <a:pt x="4190361" y="1149702"/>
                  </a:lnTo>
                  <a:lnTo>
                    <a:pt x="4190831" y="1148840"/>
                  </a:lnTo>
                  <a:lnTo>
                    <a:pt x="4190831" y="1148410"/>
                  </a:lnTo>
                  <a:lnTo>
                    <a:pt x="4191419" y="1147549"/>
                  </a:lnTo>
                  <a:lnTo>
                    <a:pt x="4191654" y="1147549"/>
                  </a:lnTo>
                  <a:lnTo>
                    <a:pt x="4191890" y="1146687"/>
                  </a:lnTo>
                  <a:lnTo>
                    <a:pt x="4192478" y="1146687"/>
                  </a:lnTo>
                  <a:lnTo>
                    <a:pt x="4192595" y="1146687"/>
                  </a:lnTo>
                  <a:lnTo>
                    <a:pt x="4192713" y="1146687"/>
                  </a:lnTo>
                  <a:lnTo>
                    <a:pt x="4192830" y="1146257"/>
                  </a:lnTo>
                  <a:lnTo>
                    <a:pt x="4193301" y="1146257"/>
                  </a:lnTo>
                  <a:lnTo>
                    <a:pt x="4193301" y="1145826"/>
                  </a:lnTo>
                  <a:lnTo>
                    <a:pt x="4193419" y="1145826"/>
                  </a:lnTo>
                  <a:lnTo>
                    <a:pt x="4193536" y="1145826"/>
                  </a:lnTo>
                  <a:lnTo>
                    <a:pt x="4193889" y="1145826"/>
                  </a:lnTo>
                  <a:lnTo>
                    <a:pt x="4194477" y="1145826"/>
                  </a:lnTo>
                  <a:lnTo>
                    <a:pt x="4194595" y="1145826"/>
                  </a:lnTo>
                  <a:lnTo>
                    <a:pt x="4194830" y="1145826"/>
                  </a:lnTo>
                  <a:lnTo>
                    <a:pt x="4195065" y="1145826"/>
                  </a:lnTo>
                  <a:lnTo>
                    <a:pt x="4195183" y="1145826"/>
                  </a:lnTo>
                  <a:lnTo>
                    <a:pt x="4196006" y="1145826"/>
                  </a:lnTo>
                  <a:lnTo>
                    <a:pt x="4196006" y="1145396"/>
                  </a:lnTo>
                  <a:lnTo>
                    <a:pt x="4196241" y="1145396"/>
                  </a:lnTo>
                  <a:lnTo>
                    <a:pt x="4196947" y="1145396"/>
                  </a:lnTo>
                  <a:lnTo>
                    <a:pt x="4197182" y="1145396"/>
                  </a:lnTo>
                  <a:lnTo>
                    <a:pt x="4197417" y="1145396"/>
                  </a:lnTo>
                  <a:lnTo>
                    <a:pt x="4197770" y="1145396"/>
                  </a:lnTo>
                  <a:lnTo>
                    <a:pt x="4198123" y="1144104"/>
                  </a:lnTo>
                  <a:lnTo>
                    <a:pt x="4198241" y="1144104"/>
                  </a:lnTo>
                  <a:lnTo>
                    <a:pt x="4198711" y="1144104"/>
                  </a:lnTo>
                  <a:lnTo>
                    <a:pt x="4198829" y="1144104"/>
                  </a:lnTo>
                  <a:lnTo>
                    <a:pt x="4198946" y="1144104"/>
                  </a:lnTo>
                  <a:lnTo>
                    <a:pt x="4199182" y="1144104"/>
                  </a:lnTo>
                  <a:lnTo>
                    <a:pt x="4199299" y="1144104"/>
                  </a:lnTo>
                  <a:lnTo>
                    <a:pt x="4199770" y="1143673"/>
                  </a:lnTo>
                  <a:lnTo>
                    <a:pt x="4200240" y="1143673"/>
                  </a:lnTo>
                  <a:lnTo>
                    <a:pt x="4200358" y="1143243"/>
                  </a:lnTo>
                  <a:lnTo>
                    <a:pt x="4200475" y="1142812"/>
                  </a:lnTo>
                  <a:lnTo>
                    <a:pt x="4200593" y="1142381"/>
                  </a:lnTo>
                  <a:lnTo>
                    <a:pt x="4201063" y="1141520"/>
                  </a:lnTo>
                  <a:lnTo>
                    <a:pt x="4201181" y="1141520"/>
                  </a:lnTo>
                  <a:lnTo>
                    <a:pt x="4201416" y="1141520"/>
                  </a:lnTo>
                  <a:lnTo>
                    <a:pt x="4201534" y="1141520"/>
                  </a:lnTo>
                  <a:lnTo>
                    <a:pt x="4201651" y="1141520"/>
                  </a:lnTo>
                  <a:lnTo>
                    <a:pt x="4202004" y="1141090"/>
                  </a:lnTo>
                  <a:lnTo>
                    <a:pt x="4202240" y="1141090"/>
                  </a:lnTo>
                  <a:lnTo>
                    <a:pt x="4202357" y="1141090"/>
                  </a:lnTo>
                  <a:lnTo>
                    <a:pt x="4202945" y="1140228"/>
                  </a:lnTo>
                  <a:lnTo>
                    <a:pt x="4203063" y="1140228"/>
                  </a:lnTo>
                  <a:lnTo>
                    <a:pt x="4203298" y="1139798"/>
                  </a:lnTo>
                  <a:lnTo>
                    <a:pt x="4203651" y="1139367"/>
                  </a:lnTo>
                  <a:lnTo>
                    <a:pt x="4204121" y="1139367"/>
                  </a:lnTo>
                  <a:lnTo>
                    <a:pt x="4204239" y="1138937"/>
                  </a:lnTo>
                  <a:lnTo>
                    <a:pt x="4204709" y="1138937"/>
                  </a:lnTo>
                  <a:lnTo>
                    <a:pt x="4204827" y="1138937"/>
                  </a:lnTo>
                  <a:lnTo>
                    <a:pt x="4205533" y="1138937"/>
                  </a:lnTo>
                  <a:lnTo>
                    <a:pt x="4206121" y="1136353"/>
                  </a:lnTo>
                  <a:lnTo>
                    <a:pt x="4206238" y="1136353"/>
                  </a:lnTo>
                  <a:lnTo>
                    <a:pt x="4206356" y="1136353"/>
                  </a:lnTo>
                  <a:lnTo>
                    <a:pt x="4206356" y="1135922"/>
                  </a:lnTo>
                  <a:lnTo>
                    <a:pt x="4206709" y="1135922"/>
                  </a:lnTo>
                  <a:lnTo>
                    <a:pt x="4207062" y="1135922"/>
                  </a:lnTo>
                  <a:lnTo>
                    <a:pt x="4207179" y="1135922"/>
                  </a:lnTo>
                  <a:lnTo>
                    <a:pt x="4207297" y="1135922"/>
                  </a:lnTo>
                  <a:lnTo>
                    <a:pt x="4207415" y="1135922"/>
                  </a:lnTo>
                  <a:lnTo>
                    <a:pt x="4207767" y="1135922"/>
                  </a:lnTo>
                  <a:lnTo>
                    <a:pt x="4208238" y="1135492"/>
                  </a:lnTo>
                  <a:lnTo>
                    <a:pt x="4208473" y="1135492"/>
                  </a:lnTo>
                  <a:lnTo>
                    <a:pt x="4208591" y="1135061"/>
                  </a:lnTo>
                  <a:lnTo>
                    <a:pt x="4209414" y="1134631"/>
                  </a:lnTo>
                  <a:lnTo>
                    <a:pt x="4209414" y="1134200"/>
                  </a:lnTo>
                  <a:lnTo>
                    <a:pt x="4209649" y="1133769"/>
                  </a:lnTo>
                  <a:lnTo>
                    <a:pt x="4209649" y="1133339"/>
                  </a:lnTo>
                  <a:lnTo>
                    <a:pt x="4210002" y="1132908"/>
                  </a:lnTo>
                  <a:lnTo>
                    <a:pt x="4210120" y="1132908"/>
                  </a:lnTo>
                  <a:lnTo>
                    <a:pt x="4210355" y="1132478"/>
                  </a:lnTo>
                  <a:lnTo>
                    <a:pt x="4210708" y="1132478"/>
                  </a:lnTo>
                  <a:lnTo>
                    <a:pt x="4211531" y="1131616"/>
                  </a:lnTo>
                  <a:lnTo>
                    <a:pt x="4211766" y="1131616"/>
                  </a:lnTo>
                  <a:lnTo>
                    <a:pt x="4211884" y="1131186"/>
                  </a:lnTo>
                  <a:lnTo>
                    <a:pt x="4212002" y="1131186"/>
                  </a:lnTo>
                  <a:lnTo>
                    <a:pt x="4212472" y="1130755"/>
                  </a:lnTo>
                  <a:lnTo>
                    <a:pt x="4212590" y="1130755"/>
                  </a:lnTo>
                  <a:lnTo>
                    <a:pt x="4212825" y="1130755"/>
                  </a:lnTo>
                  <a:lnTo>
                    <a:pt x="4213178" y="1130755"/>
                  </a:lnTo>
                  <a:lnTo>
                    <a:pt x="4213531" y="1130755"/>
                  </a:lnTo>
                  <a:lnTo>
                    <a:pt x="4214119" y="1130755"/>
                  </a:lnTo>
                  <a:lnTo>
                    <a:pt x="4214236" y="1130325"/>
                  </a:lnTo>
                  <a:lnTo>
                    <a:pt x="4214471" y="1130325"/>
                  </a:lnTo>
                  <a:lnTo>
                    <a:pt x="4214824" y="1129894"/>
                  </a:lnTo>
                  <a:lnTo>
                    <a:pt x="4215177" y="1129894"/>
                  </a:lnTo>
                  <a:lnTo>
                    <a:pt x="4216118" y="1129463"/>
                  </a:lnTo>
                  <a:lnTo>
                    <a:pt x="4216236" y="1129463"/>
                  </a:lnTo>
                  <a:lnTo>
                    <a:pt x="4216589" y="1129463"/>
                  </a:lnTo>
                  <a:lnTo>
                    <a:pt x="4217059" y="1129463"/>
                  </a:lnTo>
                  <a:lnTo>
                    <a:pt x="4217412" y="1129033"/>
                  </a:lnTo>
                  <a:lnTo>
                    <a:pt x="4217529" y="1128602"/>
                  </a:lnTo>
                  <a:lnTo>
                    <a:pt x="4217882" y="1128172"/>
                  </a:lnTo>
                  <a:lnTo>
                    <a:pt x="4218823" y="1126880"/>
                  </a:lnTo>
                  <a:lnTo>
                    <a:pt x="4219176" y="1126880"/>
                  </a:lnTo>
                  <a:lnTo>
                    <a:pt x="4219411" y="1126880"/>
                  </a:lnTo>
                  <a:lnTo>
                    <a:pt x="4219529" y="1126880"/>
                  </a:lnTo>
                  <a:lnTo>
                    <a:pt x="4219764" y="1126880"/>
                  </a:lnTo>
                  <a:lnTo>
                    <a:pt x="4219764" y="1126449"/>
                  </a:lnTo>
                  <a:lnTo>
                    <a:pt x="4220587" y="1125588"/>
                  </a:lnTo>
                  <a:lnTo>
                    <a:pt x="4220940" y="1125157"/>
                  </a:lnTo>
                  <a:lnTo>
                    <a:pt x="4221528" y="1124727"/>
                  </a:lnTo>
                  <a:lnTo>
                    <a:pt x="4221646" y="1124727"/>
                  </a:lnTo>
                  <a:lnTo>
                    <a:pt x="4222116" y="1123866"/>
                  </a:lnTo>
                  <a:lnTo>
                    <a:pt x="4222116" y="1122574"/>
                  </a:lnTo>
                  <a:lnTo>
                    <a:pt x="4222587" y="1122574"/>
                  </a:lnTo>
                  <a:lnTo>
                    <a:pt x="4222704" y="1122574"/>
                  </a:lnTo>
                  <a:lnTo>
                    <a:pt x="4223175" y="1122574"/>
                  </a:lnTo>
                  <a:lnTo>
                    <a:pt x="4223528" y="1122574"/>
                  </a:lnTo>
                  <a:lnTo>
                    <a:pt x="4223881" y="1122574"/>
                  </a:lnTo>
                  <a:lnTo>
                    <a:pt x="4224586" y="1121713"/>
                  </a:lnTo>
                  <a:lnTo>
                    <a:pt x="4224704" y="1121713"/>
                  </a:lnTo>
                  <a:lnTo>
                    <a:pt x="4224939" y="1121713"/>
                  </a:lnTo>
                  <a:lnTo>
                    <a:pt x="4225410" y="1120851"/>
                  </a:lnTo>
                  <a:lnTo>
                    <a:pt x="4225527" y="1119560"/>
                  </a:lnTo>
                  <a:lnTo>
                    <a:pt x="4225645" y="1119560"/>
                  </a:lnTo>
                  <a:lnTo>
                    <a:pt x="4225762" y="1119560"/>
                  </a:lnTo>
                  <a:lnTo>
                    <a:pt x="4225998" y="1119129"/>
                  </a:lnTo>
                  <a:lnTo>
                    <a:pt x="4226350" y="1118698"/>
                  </a:lnTo>
                  <a:lnTo>
                    <a:pt x="4226468" y="1118698"/>
                  </a:lnTo>
                  <a:lnTo>
                    <a:pt x="4226703" y="1118698"/>
                  </a:lnTo>
                  <a:lnTo>
                    <a:pt x="4226703" y="1118268"/>
                  </a:lnTo>
                  <a:lnTo>
                    <a:pt x="4226703" y="1117837"/>
                  </a:lnTo>
                  <a:lnTo>
                    <a:pt x="4226939" y="1117837"/>
                  </a:lnTo>
                  <a:lnTo>
                    <a:pt x="4227056" y="1117837"/>
                  </a:lnTo>
                  <a:lnTo>
                    <a:pt x="4227291" y="1117837"/>
                  </a:lnTo>
                  <a:lnTo>
                    <a:pt x="4227291" y="1117407"/>
                  </a:lnTo>
                  <a:lnTo>
                    <a:pt x="4228350" y="1116976"/>
                  </a:lnTo>
                  <a:lnTo>
                    <a:pt x="4228820" y="1116545"/>
                  </a:lnTo>
                  <a:lnTo>
                    <a:pt x="4228938" y="1116545"/>
                  </a:lnTo>
                  <a:lnTo>
                    <a:pt x="4229056" y="1116545"/>
                  </a:lnTo>
                  <a:lnTo>
                    <a:pt x="4229056" y="1116115"/>
                  </a:lnTo>
                  <a:lnTo>
                    <a:pt x="4229173" y="1116115"/>
                  </a:lnTo>
                  <a:lnTo>
                    <a:pt x="4229173" y="1115684"/>
                  </a:lnTo>
                  <a:lnTo>
                    <a:pt x="4230467" y="1114823"/>
                  </a:lnTo>
                  <a:lnTo>
                    <a:pt x="4230820" y="1114823"/>
                  </a:lnTo>
                  <a:lnTo>
                    <a:pt x="4230937" y="1114823"/>
                  </a:lnTo>
                  <a:lnTo>
                    <a:pt x="4231408" y="1114823"/>
                  </a:lnTo>
                  <a:lnTo>
                    <a:pt x="4231526" y="1114823"/>
                  </a:lnTo>
                  <a:lnTo>
                    <a:pt x="4231761" y="1114823"/>
                  </a:lnTo>
                  <a:lnTo>
                    <a:pt x="4231878" y="1114823"/>
                  </a:lnTo>
                  <a:lnTo>
                    <a:pt x="4231996" y="1114823"/>
                  </a:lnTo>
                  <a:lnTo>
                    <a:pt x="4232114" y="1114823"/>
                  </a:lnTo>
                  <a:lnTo>
                    <a:pt x="4232584" y="1114392"/>
                  </a:lnTo>
                  <a:lnTo>
                    <a:pt x="4232937" y="1113962"/>
                  </a:lnTo>
                  <a:lnTo>
                    <a:pt x="4233172" y="1113962"/>
                  </a:lnTo>
                  <a:lnTo>
                    <a:pt x="4233643" y="1113962"/>
                  </a:lnTo>
                  <a:lnTo>
                    <a:pt x="4234348" y="1113962"/>
                  </a:lnTo>
                  <a:lnTo>
                    <a:pt x="4234583" y="1113962"/>
                  </a:lnTo>
                  <a:lnTo>
                    <a:pt x="4235289" y="1113531"/>
                  </a:lnTo>
                  <a:lnTo>
                    <a:pt x="4235524" y="1113531"/>
                  </a:lnTo>
                  <a:lnTo>
                    <a:pt x="4235877" y="1113531"/>
                  </a:lnTo>
                  <a:lnTo>
                    <a:pt x="4235995" y="1113531"/>
                  </a:lnTo>
                  <a:lnTo>
                    <a:pt x="4236583" y="1113531"/>
                  </a:lnTo>
                  <a:lnTo>
                    <a:pt x="4236583" y="1113101"/>
                  </a:lnTo>
                  <a:lnTo>
                    <a:pt x="4236818" y="1113101"/>
                  </a:lnTo>
                  <a:lnTo>
                    <a:pt x="4236936" y="1113101"/>
                  </a:lnTo>
                  <a:lnTo>
                    <a:pt x="4237759" y="1113101"/>
                  </a:lnTo>
                  <a:lnTo>
                    <a:pt x="4237877" y="1113101"/>
                  </a:lnTo>
                  <a:lnTo>
                    <a:pt x="4237994" y="1113101"/>
                  </a:lnTo>
                  <a:lnTo>
                    <a:pt x="4238112" y="1112239"/>
                  </a:lnTo>
                  <a:lnTo>
                    <a:pt x="4238230" y="1111809"/>
                  </a:lnTo>
                  <a:lnTo>
                    <a:pt x="4238582" y="1111809"/>
                  </a:lnTo>
                  <a:lnTo>
                    <a:pt x="4238935" y="1110948"/>
                  </a:lnTo>
                  <a:lnTo>
                    <a:pt x="4239053" y="1110948"/>
                  </a:lnTo>
                  <a:lnTo>
                    <a:pt x="4239170" y="1110517"/>
                  </a:lnTo>
                  <a:lnTo>
                    <a:pt x="4239288" y="1110086"/>
                  </a:lnTo>
                  <a:lnTo>
                    <a:pt x="4239641" y="1109656"/>
                  </a:lnTo>
                  <a:lnTo>
                    <a:pt x="4239759" y="1109656"/>
                  </a:lnTo>
                  <a:lnTo>
                    <a:pt x="4239876" y="1109656"/>
                  </a:lnTo>
                  <a:lnTo>
                    <a:pt x="4240464" y="1107933"/>
                  </a:lnTo>
                  <a:lnTo>
                    <a:pt x="4240935" y="1107933"/>
                  </a:lnTo>
                  <a:lnTo>
                    <a:pt x="4241405" y="1107933"/>
                  </a:lnTo>
                  <a:lnTo>
                    <a:pt x="4241523" y="1107933"/>
                  </a:lnTo>
                  <a:lnTo>
                    <a:pt x="4241640" y="1107503"/>
                  </a:lnTo>
                  <a:lnTo>
                    <a:pt x="4241640" y="1107072"/>
                  </a:lnTo>
                  <a:lnTo>
                    <a:pt x="4241758" y="1107072"/>
                  </a:lnTo>
                  <a:lnTo>
                    <a:pt x="4242111" y="1107072"/>
                  </a:lnTo>
                  <a:lnTo>
                    <a:pt x="4242346" y="1107072"/>
                  </a:lnTo>
                  <a:lnTo>
                    <a:pt x="4242816" y="1106642"/>
                  </a:lnTo>
                  <a:lnTo>
                    <a:pt x="4242934" y="1106642"/>
                  </a:lnTo>
                  <a:lnTo>
                    <a:pt x="4243052" y="1106642"/>
                  </a:lnTo>
                  <a:lnTo>
                    <a:pt x="4243875" y="1106211"/>
                  </a:lnTo>
                  <a:lnTo>
                    <a:pt x="4243993" y="1106211"/>
                  </a:lnTo>
                  <a:lnTo>
                    <a:pt x="4244698" y="1106211"/>
                  </a:lnTo>
                  <a:lnTo>
                    <a:pt x="4244816" y="1106211"/>
                  </a:lnTo>
                  <a:lnTo>
                    <a:pt x="4244934" y="1106211"/>
                  </a:lnTo>
                  <a:lnTo>
                    <a:pt x="4245051" y="1106211"/>
                  </a:lnTo>
                  <a:lnTo>
                    <a:pt x="4245286" y="1105780"/>
                  </a:lnTo>
                  <a:lnTo>
                    <a:pt x="4245522" y="1105780"/>
                  </a:lnTo>
                  <a:lnTo>
                    <a:pt x="4245874" y="1105350"/>
                  </a:lnTo>
                  <a:lnTo>
                    <a:pt x="4246815" y="1104058"/>
                  </a:lnTo>
                  <a:lnTo>
                    <a:pt x="4247168" y="1104058"/>
                  </a:lnTo>
                  <a:lnTo>
                    <a:pt x="4247403" y="1104058"/>
                  </a:lnTo>
                  <a:lnTo>
                    <a:pt x="4247874" y="1103627"/>
                  </a:lnTo>
                  <a:lnTo>
                    <a:pt x="4247992" y="1103627"/>
                  </a:lnTo>
                  <a:lnTo>
                    <a:pt x="4248227" y="1103627"/>
                  </a:lnTo>
                  <a:lnTo>
                    <a:pt x="4248344" y="1103627"/>
                  </a:lnTo>
                  <a:lnTo>
                    <a:pt x="4248697" y="1103627"/>
                  </a:lnTo>
                  <a:lnTo>
                    <a:pt x="4248815" y="1103627"/>
                  </a:lnTo>
                  <a:lnTo>
                    <a:pt x="4248932" y="1103627"/>
                  </a:lnTo>
                  <a:lnTo>
                    <a:pt x="4249168" y="1103627"/>
                  </a:lnTo>
                  <a:lnTo>
                    <a:pt x="4249285" y="1103627"/>
                  </a:lnTo>
                  <a:lnTo>
                    <a:pt x="4249403" y="1103627"/>
                  </a:lnTo>
                  <a:lnTo>
                    <a:pt x="4249521" y="1103627"/>
                  </a:lnTo>
                  <a:lnTo>
                    <a:pt x="4250109" y="1102766"/>
                  </a:lnTo>
                  <a:lnTo>
                    <a:pt x="4250226" y="1102766"/>
                  </a:lnTo>
                  <a:lnTo>
                    <a:pt x="4250344" y="1102766"/>
                  </a:lnTo>
                  <a:lnTo>
                    <a:pt x="4250461" y="1102336"/>
                  </a:lnTo>
                  <a:lnTo>
                    <a:pt x="4250579" y="1101905"/>
                  </a:lnTo>
                  <a:lnTo>
                    <a:pt x="4250697" y="1101474"/>
                  </a:lnTo>
                  <a:lnTo>
                    <a:pt x="4251285" y="1101474"/>
                  </a:lnTo>
                  <a:lnTo>
                    <a:pt x="4251990" y="1101044"/>
                  </a:lnTo>
                  <a:lnTo>
                    <a:pt x="4252108" y="1100613"/>
                  </a:lnTo>
                  <a:lnTo>
                    <a:pt x="4252226" y="1100613"/>
                  </a:lnTo>
                  <a:lnTo>
                    <a:pt x="4253167" y="1100183"/>
                  </a:lnTo>
                  <a:lnTo>
                    <a:pt x="4253402" y="1099752"/>
                  </a:lnTo>
                  <a:lnTo>
                    <a:pt x="4253402" y="1099321"/>
                  </a:lnTo>
                  <a:lnTo>
                    <a:pt x="4253519" y="1099321"/>
                  </a:lnTo>
                  <a:lnTo>
                    <a:pt x="4253637" y="1099321"/>
                  </a:lnTo>
                  <a:lnTo>
                    <a:pt x="4253755" y="1099321"/>
                  </a:lnTo>
                  <a:lnTo>
                    <a:pt x="4253872" y="1099321"/>
                  </a:lnTo>
                  <a:lnTo>
                    <a:pt x="4255284" y="1098460"/>
                  </a:lnTo>
                  <a:lnTo>
                    <a:pt x="4255401" y="1098460"/>
                  </a:lnTo>
                  <a:lnTo>
                    <a:pt x="4255636" y="1097599"/>
                  </a:lnTo>
                  <a:lnTo>
                    <a:pt x="4255872" y="1097599"/>
                  </a:lnTo>
                  <a:lnTo>
                    <a:pt x="4255989" y="1097599"/>
                  </a:lnTo>
                  <a:lnTo>
                    <a:pt x="4256460" y="1097599"/>
                  </a:lnTo>
                  <a:lnTo>
                    <a:pt x="4256577" y="1097599"/>
                  </a:lnTo>
                  <a:lnTo>
                    <a:pt x="4256577" y="1097168"/>
                  </a:lnTo>
                  <a:lnTo>
                    <a:pt x="4256695" y="1096738"/>
                  </a:lnTo>
                  <a:lnTo>
                    <a:pt x="4256813" y="1096738"/>
                  </a:lnTo>
                  <a:lnTo>
                    <a:pt x="4257165" y="1096738"/>
                  </a:lnTo>
                  <a:lnTo>
                    <a:pt x="4257283" y="1096307"/>
                  </a:lnTo>
                  <a:lnTo>
                    <a:pt x="4257401" y="1096307"/>
                  </a:lnTo>
                  <a:lnTo>
                    <a:pt x="4257636" y="1095877"/>
                  </a:lnTo>
                  <a:lnTo>
                    <a:pt x="4257871" y="1095877"/>
                  </a:lnTo>
                  <a:lnTo>
                    <a:pt x="4257989" y="1095877"/>
                  </a:lnTo>
                  <a:lnTo>
                    <a:pt x="4258459" y="1095446"/>
                  </a:lnTo>
                  <a:lnTo>
                    <a:pt x="4258577" y="1095446"/>
                  </a:lnTo>
                  <a:lnTo>
                    <a:pt x="4258930" y="1095446"/>
                  </a:lnTo>
                  <a:lnTo>
                    <a:pt x="4259165" y="1095446"/>
                  </a:lnTo>
                  <a:lnTo>
                    <a:pt x="4259400" y="1095446"/>
                  </a:lnTo>
                  <a:lnTo>
                    <a:pt x="4259518" y="1095446"/>
                  </a:lnTo>
                  <a:lnTo>
                    <a:pt x="4259988" y="1095446"/>
                  </a:lnTo>
                  <a:lnTo>
                    <a:pt x="4260223" y="1095446"/>
                  </a:lnTo>
                  <a:lnTo>
                    <a:pt x="4260694" y="1095015"/>
                  </a:lnTo>
                  <a:lnTo>
                    <a:pt x="4260694" y="1094585"/>
                  </a:lnTo>
                  <a:lnTo>
                    <a:pt x="4261047" y="1094154"/>
                  </a:lnTo>
                  <a:lnTo>
                    <a:pt x="4261164" y="1093724"/>
                  </a:lnTo>
                  <a:lnTo>
                    <a:pt x="4262105" y="1093293"/>
                  </a:lnTo>
                  <a:lnTo>
                    <a:pt x="4262693" y="1093293"/>
                  </a:lnTo>
                  <a:lnTo>
                    <a:pt x="4262811" y="1093293"/>
                  </a:lnTo>
                  <a:lnTo>
                    <a:pt x="4262929" y="1093293"/>
                  </a:lnTo>
                  <a:lnTo>
                    <a:pt x="4263046" y="1093293"/>
                  </a:lnTo>
                  <a:lnTo>
                    <a:pt x="4263164" y="1093293"/>
                  </a:lnTo>
                  <a:lnTo>
                    <a:pt x="4263281" y="1093293"/>
                  </a:lnTo>
                  <a:lnTo>
                    <a:pt x="4263399" y="1093293"/>
                  </a:lnTo>
                  <a:lnTo>
                    <a:pt x="4263752" y="1093293"/>
                  </a:lnTo>
                  <a:lnTo>
                    <a:pt x="4263869" y="1093293"/>
                  </a:lnTo>
                  <a:lnTo>
                    <a:pt x="4264340" y="1093293"/>
                  </a:lnTo>
                  <a:lnTo>
                    <a:pt x="4264458" y="1093293"/>
                  </a:lnTo>
                  <a:lnTo>
                    <a:pt x="4264575" y="1093293"/>
                  </a:lnTo>
                  <a:lnTo>
                    <a:pt x="4264810" y="1093293"/>
                  </a:lnTo>
                  <a:lnTo>
                    <a:pt x="4264928" y="1093293"/>
                  </a:lnTo>
                  <a:lnTo>
                    <a:pt x="4265046" y="1093293"/>
                  </a:lnTo>
                  <a:lnTo>
                    <a:pt x="4265163" y="1093293"/>
                  </a:lnTo>
                  <a:lnTo>
                    <a:pt x="4266927" y="1092862"/>
                  </a:lnTo>
                  <a:lnTo>
                    <a:pt x="4267045" y="1092862"/>
                  </a:lnTo>
                  <a:lnTo>
                    <a:pt x="4267751" y="1092432"/>
                  </a:lnTo>
                  <a:lnTo>
                    <a:pt x="4267868" y="1092432"/>
                  </a:lnTo>
                  <a:lnTo>
                    <a:pt x="4267986" y="1092432"/>
                  </a:lnTo>
                  <a:lnTo>
                    <a:pt x="4268809" y="1092432"/>
                  </a:lnTo>
                  <a:lnTo>
                    <a:pt x="4268809" y="1092001"/>
                  </a:lnTo>
                  <a:lnTo>
                    <a:pt x="4268927" y="1092001"/>
                  </a:lnTo>
                  <a:lnTo>
                    <a:pt x="4269044" y="1092001"/>
                  </a:lnTo>
                  <a:lnTo>
                    <a:pt x="4269868" y="1091571"/>
                  </a:lnTo>
                  <a:lnTo>
                    <a:pt x="4269985" y="1091571"/>
                  </a:lnTo>
                  <a:lnTo>
                    <a:pt x="4270103" y="1091571"/>
                  </a:lnTo>
                  <a:lnTo>
                    <a:pt x="4270338" y="1091571"/>
                  </a:lnTo>
                  <a:lnTo>
                    <a:pt x="4270691" y="1091571"/>
                  </a:lnTo>
                  <a:lnTo>
                    <a:pt x="4270926" y="1091140"/>
                  </a:lnTo>
                  <a:lnTo>
                    <a:pt x="4271044" y="1091140"/>
                  </a:lnTo>
                  <a:lnTo>
                    <a:pt x="4271162" y="1091140"/>
                  </a:lnTo>
                  <a:lnTo>
                    <a:pt x="4271279" y="1091140"/>
                  </a:lnTo>
                  <a:lnTo>
                    <a:pt x="4271279" y="1090709"/>
                  </a:lnTo>
                  <a:lnTo>
                    <a:pt x="4271514" y="1090709"/>
                  </a:lnTo>
                  <a:lnTo>
                    <a:pt x="4271632" y="1090279"/>
                  </a:lnTo>
                  <a:lnTo>
                    <a:pt x="4272102" y="1089848"/>
                  </a:lnTo>
                  <a:lnTo>
                    <a:pt x="4272808" y="1089418"/>
                  </a:lnTo>
                  <a:lnTo>
                    <a:pt x="4273043" y="1089418"/>
                  </a:lnTo>
                  <a:lnTo>
                    <a:pt x="4273279" y="1088987"/>
                  </a:lnTo>
                  <a:lnTo>
                    <a:pt x="4273514" y="1088987"/>
                  </a:lnTo>
                  <a:lnTo>
                    <a:pt x="4273984" y="1088556"/>
                  </a:lnTo>
                  <a:lnTo>
                    <a:pt x="4274337" y="1088126"/>
                  </a:lnTo>
                  <a:lnTo>
                    <a:pt x="4274455" y="1088126"/>
                  </a:lnTo>
                  <a:lnTo>
                    <a:pt x="4274572" y="1088126"/>
                  </a:lnTo>
                  <a:lnTo>
                    <a:pt x="4274572" y="1087265"/>
                  </a:lnTo>
                  <a:lnTo>
                    <a:pt x="4274690" y="1087265"/>
                  </a:lnTo>
                  <a:lnTo>
                    <a:pt x="4274808" y="1087265"/>
                  </a:lnTo>
                  <a:lnTo>
                    <a:pt x="4274808" y="1086834"/>
                  </a:lnTo>
                  <a:lnTo>
                    <a:pt x="4275278" y="1086834"/>
                  </a:lnTo>
                  <a:lnTo>
                    <a:pt x="4275631" y="1086403"/>
                  </a:lnTo>
                  <a:lnTo>
                    <a:pt x="4275984" y="1086403"/>
                  </a:lnTo>
                  <a:lnTo>
                    <a:pt x="4276101" y="1085542"/>
                  </a:lnTo>
                  <a:lnTo>
                    <a:pt x="4276454" y="1085112"/>
                  </a:lnTo>
                  <a:lnTo>
                    <a:pt x="4276689" y="1085112"/>
                  </a:lnTo>
                  <a:lnTo>
                    <a:pt x="4276807" y="1084250"/>
                  </a:lnTo>
                  <a:lnTo>
                    <a:pt x="4276925" y="1084250"/>
                  </a:lnTo>
                  <a:lnTo>
                    <a:pt x="4277395" y="1083820"/>
                  </a:lnTo>
                  <a:lnTo>
                    <a:pt x="4277748" y="1082959"/>
                  </a:lnTo>
                  <a:lnTo>
                    <a:pt x="4277866" y="1082959"/>
                  </a:lnTo>
                  <a:lnTo>
                    <a:pt x="4278101" y="1082959"/>
                  </a:lnTo>
                  <a:lnTo>
                    <a:pt x="4278336" y="1082959"/>
                  </a:lnTo>
                  <a:lnTo>
                    <a:pt x="4278336" y="1082528"/>
                  </a:lnTo>
                  <a:lnTo>
                    <a:pt x="4279512" y="1081236"/>
                  </a:lnTo>
                  <a:lnTo>
                    <a:pt x="4279865" y="1079514"/>
                  </a:lnTo>
                  <a:lnTo>
                    <a:pt x="4279983" y="1079514"/>
                  </a:lnTo>
                  <a:lnTo>
                    <a:pt x="4280100" y="1079514"/>
                  </a:lnTo>
                  <a:lnTo>
                    <a:pt x="4280571" y="1079514"/>
                  </a:lnTo>
                  <a:lnTo>
                    <a:pt x="4281041" y="1079083"/>
                  </a:lnTo>
                  <a:lnTo>
                    <a:pt x="4281159" y="1079083"/>
                  </a:lnTo>
                  <a:lnTo>
                    <a:pt x="4281629" y="1079083"/>
                  </a:lnTo>
                  <a:lnTo>
                    <a:pt x="4281747" y="1079083"/>
                  </a:lnTo>
                  <a:lnTo>
                    <a:pt x="4281747" y="1078653"/>
                  </a:lnTo>
                  <a:lnTo>
                    <a:pt x="4282100" y="1078653"/>
                  </a:lnTo>
                  <a:lnTo>
                    <a:pt x="4283393" y="1078222"/>
                  </a:lnTo>
                  <a:lnTo>
                    <a:pt x="4283511" y="1078222"/>
                  </a:lnTo>
                  <a:lnTo>
                    <a:pt x="4283511" y="1077791"/>
                  </a:lnTo>
                  <a:lnTo>
                    <a:pt x="4283629" y="1077361"/>
                  </a:lnTo>
                  <a:lnTo>
                    <a:pt x="4283746" y="1077361"/>
                  </a:lnTo>
                  <a:lnTo>
                    <a:pt x="4283864" y="1077361"/>
                  </a:lnTo>
                  <a:lnTo>
                    <a:pt x="4284099" y="1077361"/>
                  </a:lnTo>
                  <a:lnTo>
                    <a:pt x="4284334" y="1076930"/>
                  </a:lnTo>
                  <a:lnTo>
                    <a:pt x="4284805" y="1076069"/>
                  </a:lnTo>
                  <a:lnTo>
                    <a:pt x="4284922" y="1076069"/>
                  </a:lnTo>
                  <a:lnTo>
                    <a:pt x="4285863" y="1075208"/>
                  </a:lnTo>
                  <a:lnTo>
                    <a:pt x="4285981" y="1075208"/>
                  </a:lnTo>
                  <a:lnTo>
                    <a:pt x="4286099" y="1074777"/>
                  </a:lnTo>
                  <a:lnTo>
                    <a:pt x="4286334" y="1074347"/>
                  </a:lnTo>
                  <a:lnTo>
                    <a:pt x="4286922" y="1074347"/>
                  </a:lnTo>
                  <a:lnTo>
                    <a:pt x="4287980" y="1074347"/>
                  </a:lnTo>
                  <a:lnTo>
                    <a:pt x="4288098" y="1074347"/>
                  </a:lnTo>
                  <a:lnTo>
                    <a:pt x="4288098" y="1073916"/>
                  </a:lnTo>
                  <a:lnTo>
                    <a:pt x="4288216" y="1073916"/>
                  </a:lnTo>
                  <a:lnTo>
                    <a:pt x="4288451" y="1073916"/>
                  </a:lnTo>
                  <a:lnTo>
                    <a:pt x="4288804" y="1073485"/>
                  </a:lnTo>
                  <a:lnTo>
                    <a:pt x="4289274" y="1073485"/>
                  </a:lnTo>
                  <a:lnTo>
                    <a:pt x="4289745" y="1073485"/>
                  </a:lnTo>
                  <a:lnTo>
                    <a:pt x="4290568" y="1072624"/>
                  </a:lnTo>
                  <a:lnTo>
                    <a:pt x="4290803" y="1072624"/>
                  </a:lnTo>
                  <a:lnTo>
                    <a:pt x="4290921" y="1072624"/>
                  </a:lnTo>
                  <a:lnTo>
                    <a:pt x="4291038" y="1072624"/>
                  </a:lnTo>
                  <a:lnTo>
                    <a:pt x="4291626" y="1072624"/>
                  </a:lnTo>
                  <a:lnTo>
                    <a:pt x="4291744" y="1072624"/>
                  </a:lnTo>
                  <a:lnTo>
                    <a:pt x="4291862" y="1072624"/>
                  </a:lnTo>
                  <a:lnTo>
                    <a:pt x="4292685" y="1072624"/>
                  </a:lnTo>
                  <a:lnTo>
                    <a:pt x="4292803" y="1072624"/>
                  </a:lnTo>
                  <a:lnTo>
                    <a:pt x="4292803" y="1072194"/>
                  </a:lnTo>
                  <a:lnTo>
                    <a:pt x="4292920" y="1072194"/>
                  </a:lnTo>
                  <a:lnTo>
                    <a:pt x="4293038" y="1072194"/>
                  </a:lnTo>
                  <a:lnTo>
                    <a:pt x="4293861" y="1071763"/>
                  </a:lnTo>
                  <a:lnTo>
                    <a:pt x="4294567" y="1071332"/>
                  </a:lnTo>
                  <a:lnTo>
                    <a:pt x="4294567" y="1070902"/>
                  </a:lnTo>
                  <a:lnTo>
                    <a:pt x="4294802" y="1070902"/>
                  </a:lnTo>
                  <a:lnTo>
                    <a:pt x="4295037" y="1070902"/>
                  </a:lnTo>
                  <a:lnTo>
                    <a:pt x="4295155" y="1070902"/>
                  </a:lnTo>
                  <a:lnTo>
                    <a:pt x="4295743" y="1070471"/>
                  </a:lnTo>
                  <a:lnTo>
                    <a:pt x="4295978" y="1070041"/>
                  </a:lnTo>
                  <a:lnTo>
                    <a:pt x="4296096" y="1070041"/>
                  </a:lnTo>
                  <a:lnTo>
                    <a:pt x="4296331" y="1070041"/>
                  </a:lnTo>
                  <a:lnTo>
                    <a:pt x="4296684" y="1070041"/>
                  </a:lnTo>
                  <a:lnTo>
                    <a:pt x="4296801" y="1070041"/>
                  </a:lnTo>
                  <a:lnTo>
                    <a:pt x="4296919" y="1070041"/>
                  </a:lnTo>
                  <a:lnTo>
                    <a:pt x="4297390" y="1069179"/>
                  </a:lnTo>
                  <a:lnTo>
                    <a:pt x="4297625" y="1069179"/>
                  </a:lnTo>
                  <a:lnTo>
                    <a:pt x="4297625" y="1068749"/>
                  </a:lnTo>
                  <a:lnTo>
                    <a:pt x="4297860" y="1068749"/>
                  </a:lnTo>
                  <a:lnTo>
                    <a:pt x="4298095" y="1068749"/>
                  </a:lnTo>
                  <a:lnTo>
                    <a:pt x="4298566" y="1068318"/>
                  </a:lnTo>
                  <a:lnTo>
                    <a:pt x="4298918" y="1068318"/>
                  </a:lnTo>
                  <a:lnTo>
                    <a:pt x="4299271" y="1067888"/>
                  </a:lnTo>
                  <a:lnTo>
                    <a:pt x="4299389" y="1067888"/>
                  </a:lnTo>
                  <a:lnTo>
                    <a:pt x="4299624" y="1067888"/>
                  </a:lnTo>
                  <a:lnTo>
                    <a:pt x="4299624" y="1067457"/>
                  </a:lnTo>
                  <a:lnTo>
                    <a:pt x="4299977" y="1067457"/>
                  </a:lnTo>
                  <a:lnTo>
                    <a:pt x="4300095" y="1067457"/>
                  </a:lnTo>
                  <a:lnTo>
                    <a:pt x="4300447" y="1067457"/>
                  </a:lnTo>
                  <a:lnTo>
                    <a:pt x="4300918" y="1067457"/>
                  </a:lnTo>
                  <a:lnTo>
                    <a:pt x="4300918" y="1067026"/>
                  </a:lnTo>
                  <a:lnTo>
                    <a:pt x="4301741" y="1066596"/>
                  </a:lnTo>
                  <a:lnTo>
                    <a:pt x="4302212" y="1066596"/>
                  </a:lnTo>
                  <a:lnTo>
                    <a:pt x="4302329" y="1066596"/>
                  </a:lnTo>
                  <a:lnTo>
                    <a:pt x="4302447" y="1066596"/>
                  </a:lnTo>
                  <a:lnTo>
                    <a:pt x="4302682" y="1066596"/>
                  </a:lnTo>
                  <a:lnTo>
                    <a:pt x="4302917" y="1066596"/>
                  </a:lnTo>
                  <a:lnTo>
                    <a:pt x="4302917" y="1066165"/>
                  </a:lnTo>
                  <a:lnTo>
                    <a:pt x="4303035" y="1066165"/>
                  </a:lnTo>
                  <a:lnTo>
                    <a:pt x="4303035" y="1065735"/>
                  </a:lnTo>
                  <a:lnTo>
                    <a:pt x="4303153" y="1065735"/>
                  </a:lnTo>
                  <a:lnTo>
                    <a:pt x="4303270" y="1065735"/>
                  </a:lnTo>
                  <a:lnTo>
                    <a:pt x="4303388" y="1065735"/>
                  </a:lnTo>
                  <a:lnTo>
                    <a:pt x="4303505" y="1065735"/>
                  </a:lnTo>
                  <a:lnTo>
                    <a:pt x="4304564" y="1064873"/>
                  </a:lnTo>
                  <a:lnTo>
                    <a:pt x="4304682" y="1064873"/>
                  </a:lnTo>
                  <a:lnTo>
                    <a:pt x="4305034" y="1064873"/>
                  </a:lnTo>
                  <a:lnTo>
                    <a:pt x="4305270" y="1064873"/>
                  </a:lnTo>
                  <a:lnTo>
                    <a:pt x="4305505" y="1064873"/>
                  </a:lnTo>
                  <a:lnTo>
                    <a:pt x="4305623" y="1064873"/>
                  </a:lnTo>
                  <a:lnTo>
                    <a:pt x="4305740" y="1064443"/>
                  </a:lnTo>
                  <a:lnTo>
                    <a:pt x="4305740" y="1064012"/>
                  </a:lnTo>
                  <a:lnTo>
                    <a:pt x="4306328" y="1062720"/>
                  </a:lnTo>
                  <a:lnTo>
                    <a:pt x="4306563" y="1062290"/>
                  </a:lnTo>
                  <a:lnTo>
                    <a:pt x="4306799" y="1062290"/>
                  </a:lnTo>
                  <a:lnTo>
                    <a:pt x="4307151" y="1062290"/>
                  </a:lnTo>
                  <a:lnTo>
                    <a:pt x="4307387" y="1062290"/>
                  </a:lnTo>
                  <a:lnTo>
                    <a:pt x="4307504" y="1062290"/>
                  </a:lnTo>
                  <a:lnTo>
                    <a:pt x="4307857" y="1062290"/>
                  </a:lnTo>
                  <a:lnTo>
                    <a:pt x="4308563" y="1062290"/>
                  </a:lnTo>
                  <a:lnTo>
                    <a:pt x="4309269" y="1061859"/>
                  </a:lnTo>
                  <a:lnTo>
                    <a:pt x="4309739" y="1061429"/>
                  </a:lnTo>
                  <a:lnTo>
                    <a:pt x="4309857" y="1061429"/>
                  </a:lnTo>
                  <a:lnTo>
                    <a:pt x="4310209" y="1061429"/>
                  </a:lnTo>
                  <a:lnTo>
                    <a:pt x="4310327" y="1061429"/>
                  </a:lnTo>
                  <a:lnTo>
                    <a:pt x="4310445" y="1060998"/>
                  </a:lnTo>
                  <a:lnTo>
                    <a:pt x="4310680" y="1060998"/>
                  </a:lnTo>
                  <a:lnTo>
                    <a:pt x="4310798" y="1060998"/>
                  </a:lnTo>
                  <a:lnTo>
                    <a:pt x="4311738" y="1060567"/>
                  </a:lnTo>
                  <a:lnTo>
                    <a:pt x="4312091" y="1059706"/>
                  </a:lnTo>
                  <a:lnTo>
                    <a:pt x="4312209" y="1059706"/>
                  </a:lnTo>
                  <a:lnTo>
                    <a:pt x="4312327" y="1059706"/>
                  </a:lnTo>
                  <a:lnTo>
                    <a:pt x="4312444" y="1059706"/>
                  </a:lnTo>
                  <a:lnTo>
                    <a:pt x="4312562" y="1059706"/>
                  </a:lnTo>
                  <a:lnTo>
                    <a:pt x="4312797" y="1059706"/>
                  </a:lnTo>
                  <a:lnTo>
                    <a:pt x="4313032" y="1059706"/>
                  </a:lnTo>
                  <a:lnTo>
                    <a:pt x="4313738" y="1059276"/>
                  </a:lnTo>
                  <a:lnTo>
                    <a:pt x="4313856" y="1059276"/>
                  </a:lnTo>
                  <a:lnTo>
                    <a:pt x="4313973" y="1059276"/>
                  </a:lnTo>
                  <a:lnTo>
                    <a:pt x="4314091" y="1059276"/>
                  </a:lnTo>
                  <a:lnTo>
                    <a:pt x="4314091" y="1058845"/>
                  </a:lnTo>
                  <a:lnTo>
                    <a:pt x="4314561" y="1057984"/>
                  </a:lnTo>
                  <a:lnTo>
                    <a:pt x="4314679" y="1057984"/>
                  </a:lnTo>
                  <a:lnTo>
                    <a:pt x="4314914" y="1057984"/>
                  </a:lnTo>
                  <a:lnTo>
                    <a:pt x="4315032" y="1057984"/>
                  </a:lnTo>
                  <a:lnTo>
                    <a:pt x="4315267" y="1057984"/>
                  </a:lnTo>
                  <a:lnTo>
                    <a:pt x="4315620" y="1057553"/>
                  </a:lnTo>
                  <a:lnTo>
                    <a:pt x="4316208" y="1057553"/>
                  </a:lnTo>
                  <a:lnTo>
                    <a:pt x="4316325" y="1057553"/>
                  </a:lnTo>
                  <a:lnTo>
                    <a:pt x="4316443" y="1057553"/>
                  </a:lnTo>
                  <a:lnTo>
                    <a:pt x="4316561" y="1057553"/>
                  </a:lnTo>
                  <a:lnTo>
                    <a:pt x="4317149" y="1057553"/>
                  </a:lnTo>
                  <a:lnTo>
                    <a:pt x="4317502" y="1057553"/>
                  </a:lnTo>
                  <a:lnTo>
                    <a:pt x="4317619" y="1057553"/>
                  </a:lnTo>
                  <a:lnTo>
                    <a:pt x="4317854" y="1057553"/>
                  </a:lnTo>
                  <a:lnTo>
                    <a:pt x="4317972" y="1057553"/>
                  </a:lnTo>
                  <a:lnTo>
                    <a:pt x="4317972" y="1057123"/>
                  </a:lnTo>
                  <a:lnTo>
                    <a:pt x="4318090" y="1056692"/>
                  </a:lnTo>
                  <a:lnTo>
                    <a:pt x="4318325" y="1056692"/>
                  </a:lnTo>
                  <a:lnTo>
                    <a:pt x="4318678" y="1055831"/>
                  </a:lnTo>
                  <a:lnTo>
                    <a:pt x="4318678" y="1055400"/>
                  </a:lnTo>
                  <a:lnTo>
                    <a:pt x="4318795" y="1055400"/>
                  </a:lnTo>
                  <a:lnTo>
                    <a:pt x="4318913" y="1055400"/>
                  </a:lnTo>
                  <a:lnTo>
                    <a:pt x="4319383" y="1054108"/>
                  </a:lnTo>
                  <a:lnTo>
                    <a:pt x="4319854" y="1054108"/>
                  </a:lnTo>
                  <a:lnTo>
                    <a:pt x="4319971" y="1054108"/>
                  </a:lnTo>
                  <a:lnTo>
                    <a:pt x="4320442" y="1053678"/>
                  </a:lnTo>
                  <a:lnTo>
                    <a:pt x="4320560" y="1053678"/>
                  </a:lnTo>
                  <a:lnTo>
                    <a:pt x="4320560" y="1053247"/>
                  </a:lnTo>
                  <a:lnTo>
                    <a:pt x="4321500" y="1052817"/>
                  </a:lnTo>
                  <a:lnTo>
                    <a:pt x="4321853" y="1052386"/>
                  </a:lnTo>
                  <a:lnTo>
                    <a:pt x="4321971" y="1052386"/>
                  </a:lnTo>
                  <a:lnTo>
                    <a:pt x="4322324" y="1052386"/>
                  </a:lnTo>
                  <a:lnTo>
                    <a:pt x="4322441" y="1052386"/>
                  </a:lnTo>
                  <a:lnTo>
                    <a:pt x="4322912" y="1052386"/>
                  </a:lnTo>
                  <a:lnTo>
                    <a:pt x="4323029" y="1052386"/>
                  </a:lnTo>
                  <a:lnTo>
                    <a:pt x="4323500" y="1051525"/>
                  </a:lnTo>
                  <a:lnTo>
                    <a:pt x="4323853" y="1051525"/>
                  </a:lnTo>
                  <a:lnTo>
                    <a:pt x="4324088" y="1051525"/>
                  </a:lnTo>
                  <a:lnTo>
                    <a:pt x="4324441" y="1051525"/>
                  </a:lnTo>
                  <a:lnTo>
                    <a:pt x="4324558" y="1051525"/>
                  </a:lnTo>
                  <a:lnTo>
                    <a:pt x="4324794" y="1051525"/>
                  </a:lnTo>
                  <a:lnTo>
                    <a:pt x="4325029" y="1051525"/>
                  </a:lnTo>
                  <a:lnTo>
                    <a:pt x="4325146" y="1051525"/>
                  </a:lnTo>
                  <a:lnTo>
                    <a:pt x="4325264" y="1051094"/>
                  </a:lnTo>
                  <a:lnTo>
                    <a:pt x="4325382" y="1051094"/>
                  </a:lnTo>
                  <a:lnTo>
                    <a:pt x="4325499" y="1051094"/>
                  </a:lnTo>
                  <a:lnTo>
                    <a:pt x="4325617" y="1051094"/>
                  </a:lnTo>
                  <a:lnTo>
                    <a:pt x="4325735" y="1051094"/>
                  </a:lnTo>
                  <a:lnTo>
                    <a:pt x="4325970" y="1051094"/>
                  </a:lnTo>
                  <a:lnTo>
                    <a:pt x="4326205" y="1051094"/>
                  </a:lnTo>
                  <a:lnTo>
                    <a:pt x="4326440" y="1050233"/>
                  </a:lnTo>
                  <a:lnTo>
                    <a:pt x="4326793" y="1050233"/>
                  </a:lnTo>
                  <a:lnTo>
                    <a:pt x="4326911" y="1050233"/>
                  </a:lnTo>
                  <a:lnTo>
                    <a:pt x="4327264" y="1050233"/>
                  </a:lnTo>
                  <a:lnTo>
                    <a:pt x="4327616" y="1050233"/>
                  </a:lnTo>
                  <a:lnTo>
                    <a:pt x="4327734" y="1050233"/>
                  </a:lnTo>
                  <a:lnTo>
                    <a:pt x="4327969" y="1050233"/>
                  </a:lnTo>
                  <a:lnTo>
                    <a:pt x="4328087" y="1050233"/>
                  </a:lnTo>
                  <a:lnTo>
                    <a:pt x="4328322" y="1050233"/>
                  </a:lnTo>
                  <a:lnTo>
                    <a:pt x="4328440" y="1050233"/>
                  </a:lnTo>
                  <a:lnTo>
                    <a:pt x="4331850" y="1046788"/>
                  </a:lnTo>
                  <a:lnTo>
                    <a:pt x="4332086" y="1046788"/>
                  </a:lnTo>
                  <a:lnTo>
                    <a:pt x="4332321" y="1045927"/>
                  </a:lnTo>
                  <a:lnTo>
                    <a:pt x="4332556" y="1045496"/>
                  </a:lnTo>
                  <a:lnTo>
                    <a:pt x="4332909" y="1045496"/>
                  </a:lnTo>
                  <a:lnTo>
                    <a:pt x="4333262" y="1045066"/>
                  </a:lnTo>
                  <a:lnTo>
                    <a:pt x="4333497" y="1045066"/>
                  </a:lnTo>
                  <a:lnTo>
                    <a:pt x="4333968" y="1045066"/>
                  </a:lnTo>
                  <a:lnTo>
                    <a:pt x="4334203" y="1045066"/>
                  </a:lnTo>
                  <a:lnTo>
                    <a:pt x="4334320" y="1045066"/>
                  </a:lnTo>
                  <a:lnTo>
                    <a:pt x="4334438" y="1045066"/>
                  </a:lnTo>
                  <a:lnTo>
                    <a:pt x="4334556" y="1045066"/>
                  </a:lnTo>
                  <a:lnTo>
                    <a:pt x="4334791" y="1045066"/>
                  </a:lnTo>
                  <a:lnTo>
                    <a:pt x="4334908" y="1045066"/>
                  </a:lnTo>
                  <a:lnTo>
                    <a:pt x="4335026" y="1045066"/>
                  </a:lnTo>
                  <a:lnTo>
                    <a:pt x="4335261" y="1045066"/>
                  </a:lnTo>
                  <a:lnTo>
                    <a:pt x="4335497" y="1045066"/>
                  </a:lnTo>
                  <a:lnTo>
                    <a:pt x="4335967" y="1045066"/>
                  </a:lnTo>
                  <a:lnTo>
                    <a:pt x="4336085" y="1044205"/>
                  </a:lnTo>
                  <a:lnTo>
                    <a:pt x="4336437" y="1044205"/>
                  </a:lnTo>
                  <a:lnTo>
                    <a:pt x="4336908" y="1044205"/>
                  </a:lnTo>
                  <a:lnTo>
                    <a:pt x="4337261" y="1044205"/>
                  </a:lnTo>
                  <a:lnTo>
                    <a:pt x="4337966" y="1044205"/>
                  </a:lnTo>
                  <a:lnTo>
                    <a:pt x="4338202" y="1043774"/>
                  </a:lnTo>
                  <a:lnTo>
                    <a:pt x="4338202" y="1043343"/>
                  </a:lnTo>
                  <a:lnTo>
                    <a:pt x="4338437" y="1042913"/>
                  </a:lnTo>
                  <a:lnTo>
                    <a:pt x="4338907" y="1042482"/>
                  </a:lnTo>
                  <a:lnTo>
                    <a:pt x="4339025" y="1042482"/>
                  </a:lnTo>
                  <a:lnTo>
                    <a:pt x="4339378" y="1042482"/>
                  </a:lnTo>
                  <a:lnTo>
                    <a:pt x="4340201" y="1041190"/>
                  </a:lnTo>
                  <a:lnTo>
                    <a:pt x="4340554" y="1041190"/>
                  </a:lnTo>
                  <a:lnTo>
                    <a:pt x="4340789" y="1041190"/>
                  </a:lnTo>
                  <a:lnTo>
                    <a:pt x="4341142" y="1041190"/>
                  </a:lnTo>
                  <a:lnTo>
                    <a:pt x="4341495" y="1040760"/>
                  </a:lnTo>
                  <a:lnTo>
                    <a:pt x="4341848" y="1040760"/>
                  </a:lnTo>
                  <a:lnTo>
                    <a:pt x="4342436" y="1040329"/>
                  </a:lnTo>
                  <a:lnTo>
                    <a:pt x="4342671" y="1040329"/>
                  </a:lnTo>
                  <a:lnTo>
                    <a:pt x="4342789" y="1039899"/>
                  </a:lnTo>
                  <a:lnTo>
                    <a:pt x="4342906" y="1039899"/>
                  </a:lnTo>
                  <a:lnTo>
                    <a:pt x="4343259" y="1039468"/>
                  </a:lnTo>
                  <a:lnTo>
                    <a:pt x="4343730" y="1039468"/>
                  </a:lnTo>
                  <a:lnTo>
                    <a:pt x="4343847" y="1039468"/>
                  </a:lnTo>
                  <a:lnTo>
                    <a:pt x="4343965" y="1039468"/>
                  </a:lnTo>
                  <a:lnTo>
                    <a:pt x="4343965" y="1039037"/>
                  </a:lnTo>
                  <a:lnTo>
                    <a:pt x="4344200" y="1039037"/>
                  </a:lnTo>
                  <a:lnTo>
                    <a:pt x="4344318" y="1039037"/>
                  </a:lnTo>
                  <a:lnTo>
                    <a:pt x="4344435" y="1038607"/>
                  </a:lnTo>
                  <a:lnTo>
                    <a:pt x="4344435" y="1038176"/>
                  </a:lnTo>
                  <a:lnTo>
                    <a:pt x="4344553" y="1038176"/>
                  </a:lnTo>
                  <a:lnTo>
                    <a:pt x="4344670" y="1037746"/>
                  </a:lnTo>
                  <a:lnTo>
                    <a:pt x="4345141" y="1037746"/>
                  </a:lnTo>
                  <a:lnTo>
                    <a:pt x="4345611" y="1037315"/>
                  </a:lnTo>
                  <a:lnTo>
                    <a:pt x="4345847" y="1037315"/>
                  </a:lnTo>
                  <a:lnTo>
                    <a:pt x="4345964" y="1037315"/>
                  </a:lnTo>
                  <a:lnTo>
                    <a:pt x="4346082" y="1036884"/>
                  </a:lnTo>
                  <a:lnTo>
                    <a:pt x="4346199" y="1036884"/>
                  </a:lnTo>
                  <a:lnTo>
                    <a:pt x="4346317" y="1036884"/>
                  </a:lnTo>
                  <a:lnTo>
                    <a:pt x="4346435" y="1036884"/>
                  </a:lnTo>
                  <a:lnTo>
                    <a:pt x="4346905" y="1035593"/>
                  </a:lnTo>
                  <a:lnTo>
                    <a:pt x="4347023" y="1035593"/>
                  </a:lnTo>
                  <a:lnTo>
                    <a:pt x="4347140" y="1035593"/>
                  </a:lnTo>
                  <a:lnTo>
                    <a:pt x="4347493" y="1035162"/>
                  </a:lnTo>
                  <a:lnTo>
                    <a:pt x="4347611" y="1035162"/>
                  </a:lnTo>
                  <a:lnTo>
                    <a:pt x="4348316" y="1034301"/>
                  </a:lnTo>
                  <a:lnTo>
                    <a:pt x="4348669" y="1034301"/>
                  </a:lnTo>
                  <a:lnTo>
                    <a:pt x="4349022" y="1034301"/>
                  </a:lnTo>
                  <a:lnTo>
                    <a:pt x="4350316" y="1033440"/>
                  </a:lnTo>
                  <a:lnTo>
                    <a:pt x="4350316" y="1033009"/>
                  </a:lnTo>
                  <a:lnTo>
                    <a:pt x="4350434" y="1033009"/>
                  </a:lnTo>
                  <a:lnTo>
                    <a:pt x="4350551" y="1033009"/>
                  </a:lnTo>
                  <a:lnTo>
                    <a:pt x="4351022" y="1033009"/>
                  </a:lnTo>
                  <a:lnTo>
                    <a:pt x="4351139" y="1033009"/>
                  </a:lnTo>
                  <a:lnTo>
                    <a:pt x="4351139" y="1032578"/>
                  </a:lnTo>
                  <a:lnTo>
                    <a:pt x="4351257" y="1032578"/>
                  </a:lnTo>
                  <a:lnTo>
                    <a:pt x="4351374" y="1032578"/>
                  </a:lnTo>
                  <a:lnTo>
                    <a:pt x="4351374" y="1032148"/>
                  </a:lnTo>
                  <a:lnTo>
                    <a:pt x="4352080" y="1032148"/>
                  </a:lnTo>
                  <a:lnTo>
                    <a:pt x="4352668" y="1031287"/>
                  </a:lnTo>
                  <a:lnTo>
                    <a:pt x="4353021" y="1031287"/>
                  </a:lnTo>
                  <a:lnTo>
                    <a:pt x="4353139" y="1031287"/>
                  </a:lnTo>
                  <a:lnTo>
                    <a:pt x="4353256" y="1031287"/>
                  </a:lnTo>
                  <a:lnTo>
                    <a:pt x="4353727" y="1030856"/>
                  </a:lnTo>
                  <a:lnTo>
                    <a:pt x="4353727" y="1030425"/>
                  </a:lnTo>
                  <a:lnTo>
                    <a:pt x="4353962" y="1030425"/>
                  </a:lnTo>
                  <a:lnTo>
                    <a:pt x="4354197" y="1030425"/>
                  </a:lnTo>
                  <a:lnTo>
                    <a:pt x="4354315" y="1030425"/>
                  </a:lnTo>
                  <a:lnTo>
                    <a:pt x="4354432" y="1030425"/>
                  </a:lnTo>
                  <a:lnTo>
                    <a:pt x="4354785" y="1030425"/>
                  </a:lnTo>
                  <a:lnTo>
                    <a:pt x="4355021" y="1029134"/>
                  </a:lnTo>
                  <a:lnTo>
                    <a:pt x="4355138" y="1029134"/>
                  </a:lnTo>
                  <a:lnTo>
                    <a:pt x="4356079" y="1027842"/>
                  </a:lnTo>
                  <a:lnTo>
                    <a:pt x="4356197" y="1027411"/>
                  </a:lnTo>
                  <a:lnTo>
                    <a:pt x="4356314" y="1027411"/>
                  </a:lnTo>
                  <a:lnTo>
                    <a:pt x="4356432" y="1027411"/>
                  </a:lnTo>
                  <a:lnTo>
                    <a:pt x="4357255" y="1027411"/>
                  </a:lnTo>
                  <a:lnTo>
                    <a:pt x="4357608" y="1027411"/>
                  </a:lnTo>
                  <a:lnTo>
                    <a:pt x="4357843" y="1027411"/>
                  </a:lnTo>
                  <a:lnTo>
                    <a:pt x="4358196" y="1027411"/>
                  </a:lnTo>
                  <a:lnTo>
                    <a:pt x="4358314" y="1027411"/>
                  </a:lnTo>
                  <a:lnTo>
                    <a:pt x="4359019" y="1026550"/>
                  </a:lnTo>
                  <a:lnTo>
                    <a:pt x="4359137" y="1026550"/>
                  </a:lnTo>
                  <a:lnTo>
                    <a:pt x="4359725" y="1026119"/>
                  </a:lnTo>
                  <a:lnTo>
                    <a:pt x="4359843" y="1026119"/>
                  </a:lnTo>
                  <a:lnTo>
                    <a:pt x="4359960" y="1026119"/>
                  </a:lnTo>
                  <a:lnTo>
                    <a:pt x="4360431" y="1024397"/>
                  </a:lnTo>
                  <a:lnTo>
                    <a:pt x="4361136" y="1023966"/>
                  </a:lnTo>
                  <a:lnTo>
                    <a:pt x="4361254" y="1023966"/>
                  </a:lnTo>
                  <a:lnTo>
                    <a:pt x="4361372" y="1023966"/>
                  </a:lnTo>
                  <a:lnTo>
                    <a:pt x="4361960" y="1023536"/>
                  </a:lnTo>
                  <a:lnTo>
                    <a:pt x="4362195" y="1023536"/>
                  </a:lnTo>
                  <a:lnTo>
                    <a:pt x="4363018" y="1022675"/>
                  </a:lnTo>
                  <a:lnTo>
                    <a:pt x="4363371" y="1022675"/>
                  </a:lnTo>
                  <a:lnTo>
                    <a:pt x="4363606" y="1022675"/>
                  </a:lnTo>
                  <a:lnTo>
                    <a:pt x="4363724" y="1022675"/>
                  </a:lnTo>
                  <a:lnTo>
                    <a:pt x="4363959" y="1022675"/>
                  </a:lnTo>
                  <a:lnTo>
                    <a:pt x="4364077" y="1022675"/>
                  </a:lnTo>
                  <a:lnTo>
                    <a:pt x="4364194" y="1022675"/>
                  </a:lnTo>
                  <a:lnTo>
                    <a:pt x="4364312" y="1022675"/>
                  </a:lnTo>
                  <a:lnTo>
                    <a:pt x="4364547" y="1022675"/>
                  </a:lnTo>
                  <a:lnTo>
                    <a:pt x="4364665" y="1022244"/>
                  </a:lnTo>
                  <a:lnTo>
                    <a:pt x="4364782" y="1022244"/>
                  </a:lnTo>
                  <a:lnTo>
                    <a:pt x="4364900" y="1022244"/>
                  </a:lnTo>
                  <a:lnTo>
                    <a:pt x="4365371" y="1022244"/>
                  </a:lnTo>
                  <a:lnTo>
                    <a:pt x="4365488" y="1022244"/>
                  </a:lnTo>
                  <a:lnTo>
                    <a:pt x="4365723" y="1021813"/>
                  </a:lnTo>
                  <a:lnTo>
                    <a:pt x="4365841" y="1021813"/>
                  </a:lnTo>
                  <a:lnTo>
                    <a:pt x="4366311" y="1020952"/>
                  </a:lnTo>
                  <a:lnTo>
                    <a:pt x="4366547" y="1020952"/>
                  </a:lnTo>
                  <a:lnTo>
                    <a:pt x="4366782" y="1020522"/>
                  </a:lnTo>
                  <a:lnTo>
                    <a:pt x="4367017" y="1020522"/>
                  </a:lnTo>
                  <a:lnTo>
                    <a:pt x="4367252" y="1020522"/>
                  </a:lnTo>
                  <a:lnTo>
                    <a:pt x="4367605" y="1020522"/>
                  </a:lnTo>
                  <a:lnTo>
                    <a:pt x="4367958" y="1020522"/>
                  </a:lnTo>
                  <a:lnTo>
                    <a:pt x="4368546" y="1020522"/>
                  </a:lnTo>
                  <a:lnTo>
                    <a:pt x="4369840" y="1020091"/>
                  </a:lnTo>
                  <a:lnTo>
                    <a:pt x="4370663" y="1020091"/>
                  </a:lnTo>
                  <a:lnTo>
                    <a:pt x="4371134" y="1020091"/>
                  </a:lnTo>
                  <a:lnTo>
                    <a:pt x="4371251" y="1020091"/>
                  </a:lnTo>
                  <a:lnTo>
                    <a:pt x="4371369" y="1020091"/>
                  </a:lnTo>
                  <a:lnTo>
                    <a:pt x="4371486" y="1020091"/>
                  </a:lnTo>
                  <a:lnTo>
                    <a:pt x="4371604" y="1020091"/>
                  </a:lnTo>
                  <a:lnTo>
                    <a:pt x="4372663" y="1020091"/>
                  </a:lnTo>
                  <a:lnTo>
                    <a:pt x="4372898" y="1020091"/>
                  </a:lnTo>
                  <a:lnTo>
                    <a:pt x="4373133" y="1020091"/>
                  </a:lnTo>
                  <a:lnTo>
                    <a:pt x="4373486" y="1020091"/>
                  </a:lnTo>
                  <a:lnTo>
                    <a:pt x="4373486" y="1019660"/>
                  </a:lnTo>
                  <a:lnTo>
                    <a:pt x="4373604" y="1019660"/>
                  </a:lnTo>
                  <a:lnTo>
                    <a:pt x="4373839" y="1019660"/>
                  </a:lnTo>
                  <a:lnTo>
                    <a:pt x="4374192" y="1019230"/>
                  </a:lnTo>
                  <a:lnTo>
                    <a:pt x="4374309" y="1019230"/>
                  </a:lnTo>
                  <a:lnTo>
                    <a:pt x="4374544" y="1019230"/>
                  </a:lnTo>
                  <a:lnTo>
                    <a:pt x="4375133" y="1018369"/>
                  </a:lnTo>
                  <a:lnTo>
                    <a:pt x="4375250" y="1018369"/>
                  </a:lnTo>
                  <a:lnTo>
                    <a:pt x="4376426" y="1018369"/>
                  </a:lnTo>
                  <a:lnTo>
                    <a:pt x="4376544" y="1017938"/>
                  </a:lnTo>
                  <a:lnTo>
                    <a:pt x="4376662" y="1017938"/>
                  </a:lnTo>
                  <a:lnTo>
                    <a:pt x="4376662" y="1017507"/>
                  </a:lnTo>
                  <a:lnTo>
                    <a:pt x="4376897" y="1017077"/>
                  </a:lnTo>
                  <a:lnTo>
                    <a:pt x="4377485" y="1017077"/>
                  </a:lnTo>
                  <a:lnTo>
                    <a:pt x="4377602" y="1017077"/>
                  </a:lnTo>
                  <a:lnTo>
                    <a:pt x="4377955" y="1016646"/>
                  </a:lnTo>
                  <a:lnTo>
                    <a:pt x="4378073" y="1016646"/>
                  </a:lnTo>
                  <a:lnTo>
                    <a:pt x="4378661" y="1016216"/>
                  </a:lnTo>
                  <a:lnTo>
                    <a:pt x="4378779" y="1016216"/>
                  </a:lnTo>
                  <a:lnTo>
                    <a:pt x="4379014" y="1016216"/>
                  </a:lnTo>
                  <a:lnTo>
                    <a:pt x="4379131" y="1016216"/>
                  </a:lnTo>
                  <a:lnTo>
                    <a:pt x="4379131" y="1015785"/>
                  </a:lnTo>
                  <a:lnTo>
                    <a:pt x="4379249" y="1015785"/>
                  </a:lnTo>
                  <a:lnTo>
                    <a:pt x="4379367" y="1015785"/>
                  </a:lnTo>
                  <a:lnTo>
                    <a:pt x="4379719" y="1015354"/>
                  </a:lnTo>
                  <a:lnTo>
                    <a:pt x="4380190" y="1014063"/>
                  </a:lnTo>
                  <a:lnTo>
                    <a:pt x="4380425" y="1014063"/>
                  </a:lnTo>
                  <a:lnTo>
                    <a:pt x="4380660" y="1013632"/>
                  </a:lnTo>
                  <a:lnTo>
                    <a:pt x="4380896" y="1013632"/>
                  </a:lnTo>
                  <a:lnTo>
                    <a:pt x="4381013" y="1013632"/>
                  </a:lnTo>
                  <a:lnTo>
                    <a:pt x="4381131" y="1013201"/>
                  </a:lnTo>
                  <a:lnTo>
                    <a:pt x="4381248" y="1012771"/>
                  </a:lnTo>
                  <a:lnTo>
                    <a:pt x="4381248" y="1012340"/>
                  </a:lnTo>
                  <a:lnTo>
                    <a:pt x="4381601" y="1011479"/>
                  </a:lnTo>
                  <a:lnTo>
                    <a:pt x="4381719" y="1011479"/>
                  </a:lnTo>
                  <a:lnTo>
                    <a:pt x="4381837" y="1011479"/>
                  </a:lnTo>
                  <a:lnTo>
                    <a:pt x="4382072" y="1011479"/>
                  </a:lnTo>
                  <a:lnTo>
                    <a:pt x="4382425" y="1011479"/>
                  </a:lnTo>
                  <a:lnTo>
                    <a:pt x="4382660" y="1011479"/>
                  </a:lnTo>
                  <a:lnTo>
                    <a:pt x="4382895" y="1011479"/>
                  </a:lnTo>
                  <a:lnTo>
                    <a:pt x="4383130" y="1011479"/>
                  </a:lnTo>
                  <a:lnTo>
                    <a:pt x="4383483" y="1011479"/>
                  </a:lnTo>
                  <a:lnTo>
                    <a:pt x="4383836" y="1010187"/>
                  </a:lnTo>
                  <a:lnTo>
                    <a:pt x="4383954" y="1010187"/>
                  </a:lnTo>
                  <a:lnTo>
                    <a:pt x="4384542" y="1008895"/>
                  </a:lnTo>
                  <a:lnTo>
                    <a:pt x="4384659" y="1008895"/>
                  </a:lnTo>
                  <a:lnTo>
                    <a:pt x="4384659" y="1008465"/>
                  </a:lnTo>
                  <a:lnTo>
                    <a:pt x="4385012" y="1008465"/>
                  </a:lnTo>
                  <a:lnTo>
                    <a:pt x="4385130" y="1008034"/>
                  </a:lnTo>
                  <a:lnTo>
                    <a:pt x="4385247" y="1007604"/>
                  </a:lnTo>
                  <a:lnTo>
                    <a:pt x="4385718" y="1007173"/>
                  </a:lnTo>
                  <a:lnTo>
                    <a:pt x="4385835" y="1006742"/>
                  </a:lnTo>
                  <a:lnTo>
                    <a:pt x="4385953" y="1006742"/>
                  </a:lnTo>
                  <a:lnTo>
                    <a:pt x="4386071" y="1006742"/>
                  </a:lnTo>
                  <a:lnTo>
                    <a:pt x="4386424" y="1006742"/>
                  </a:lnTo>
                  <a:lnTo>
                    <a:pt x="4386659" y="1006742"/>
                  </a:lnTo>
                  <a:lnTo>
                    <a:pt x="4387247" y="1006742"/>
                  </a:lnTo>
                  <a:lnTo>
                    <a:pt x="4387952" y="1006742"/>
                  </a:lnTo>
                  <a:lnTo>
                    <a:pt x="4388305" y="1006312"/>
                  </a:lnTo>
                  <a:lnTo>
                    <a:pt x="4388423" y="1006312"/>
                  </a:lnTo>
                  <a:lnTo>
                    <a:pt x="4388658" y="1006312"/>
                  </a:lnTo>
                  <a:lnTo>
                    <a:pt x="4388776" y="1006312"/>
                  </a:lnTo>
                  <a:lnTo>
                    <a:pt x="4389129" y="1005881"/>
                  </a:lnTo>
                  <a:lnTo>
                    <a:pt x="4389364" y="1005881"/>
                  </a:lnTo>
                  <a:lnTo>
                    <a:pt x="4389481" y="1005881"/>
                  </a:lnTo>
                  <a:lnTo>
                    <a:pt x="4389481" y="1005451"/>
                  </a:lnTo>
                  <a:lnTo>
                    <a:pt x="4391246" y="1002006"/>
                  </a:lnTo>
                  <a:lnTo>
                    <a:pt x="4391599" y="1002006"/>
                  </a:lnTo>
                  <a:lnTo>
                    <a:pt x="4391716" y="1002006"/>
                  </a:lnTo>
                  <a:lnTo>
                    <a:pt x="4392069" y="1002006"/>
                  </a:lnTo>
                  <a:lnTo>
                    <a:pt x="4392422" y="1001575"/>
                  </a:lnTo>
                  <a:lnTo>
                    <a:pt x="4392539" y="1001575"/>
                  </a:lnTo>
                  <a:lnTo>
                    <a:pt x="4392539" y="1001145"/>
                  </a:lnTo>
                  <a:lnTo>
                    <a:pt x="4392657" y="1001145"/>
                  </a:lnTo>
                  <a:lnTo>
                    <a:pt x="4392775" y="1001145"/>
                  </a:lnTo>
                  <a:lnTo>
                    <a:pt x="4392892" y="1001145"/>
                  </a:lnTo>
                  <a:lnTo>
                    <a:pt x="4393245" y="1001145"/>
                  </a:lnTo>
                  <a:lnTo>
                    <a:pt x="4393480" y="1001145"/>
                  </a:lnTo>
                  <a:lnTo>
                    <a:pt x="4393951" y="1001145"/>
                  </a:lnTo>
                  <a:lnTo>
                    <a:pt x="4394068" y="1001145"/>
                  </a:lnTo>
                  <a:lnTo>
                    <a:pt x="4394068" y="1000714"/>
                  </a:lnTo>
                  <a:lnTo>
                    <a:pt x="4394304" y="1000714"/>
                  </a:lnTo>
                  <a:lnTo>
                    <a:pt x="4394539" y="1000714"/>
                  </a:lnTo>
                  <a:lnTo>
                    <a:pt x="4395127" y="1000283"/>
                  </a:lnTo>
                  <a:lnTo>
                    <a:pt x="4395245" y="1000283"/>
                  </a:lnTo>
                  <a:lnTo>
                    <a:pt x="4395597" y="1000283"/>
                  </a:lnTo>
                  <a:lnTo>
                    <a:pt x="4395715" y="1000283"/>
                  </a:lnTo>
                  <a:lnTo>
                    <a:pt x="4395833" y="1000283"/>
                  </a:lnTo>
                  <a:lnTo>
                    <a:pt x="4395950" y="1000283"/>
                  </a:lnTo>
                  <a:lnTo>
                    <a:pt x="4396068" y="1000283"/>
                  </a:lnTo>
                  <a:lnTo>
                    <a:pt x="4396774" y="998130"/>
                  </a:lnTo>
                  <a:lnTo>
                    <a:pt x="4396891" y="998130"/>
                  </a:lnTo>
                  <a:lnTo>
                    <a:pt x="4397009" y="998130"/>
                  </a:lnTo>
                  <a:lnTo>
                    <a:pt x="4397479" y="998130"/>
                  </a:lnTo>
                  <a:lnTo>
                    <a:pt x="4397597" y="998130"/>
                  </a:lnTo>
                  <a:lnTo>
                    <a:pt x="4398067" y="997700"/>
                  </a:lnTo>
                  <a:lnTo>
                    <a:pt x="4398185" y="997700"/>
                  </a:lnTo>
                  <a:lnTo>
                    <a:pt x="4398303" y="997269"/>
                  </a:lnTo>
                  <a:lnTo>
                    <a:pt x="4398655" y="997269"/>
                  </a:lnTo>
                  <a:lnTo>
                    <a:pt x="4399008" y="997269"/>
                  </a:lnTo>
                  <a:lnTo>
                    <a:pt x="4399243" y="997269"/>
                  </a:lnTo>
                  <a:lnTo>
                    <a:pt x="4399596" y="997269"/>
                  </a:lnTo>
                  <a:lnTo>
                    <a:pt x="4399832" y="996839"/>
                  </a:lnTo>
                  <a:lnTo>
                    <a:pt x="4400067" y="996408"/>
                  </a:lnTo>
                  <a:lnTo>
                    <a:pt x="4400890" y="995977"/>
                  </a:lnTo>
                  <a:lnTo>
                    <a:pt x="4401008" y="995977"/>
                  </a:lnTo>
                  <a:lnTo>
                    <a:pt x="4401125" y="995547"/>
                  </a:lnTo>
                  <a:lnTo>
                    <a:pt x="4401596" y="995547"/>
                  </a:lnTo>
                  <a:lnTo>
                    <a:pt x="4402772" y="994686"/>
                  </a:lnTo>
                  <a:lnTo>
                    <a:pt x="4402772" y="994255"/>
                  </a:lnTo>
                  <a:lnTo>
                    <a:pt x="4402890" y="994255"/>
                  </a:lnTo>
                  <a:lnTo>
                    <a:pt x="4403007" y="994255"/>
                  </a:lnTo>
                  <a:lnTo>
                    <a:pt x="4403125" y="994255"/>
                  </a:lnTo>
                  <a:lnTo>
                    <a:pt x="4403242" y="994255"/>
                  </a:lnTo>
                  <a:lnTo>
                    <a:pt x="4403595" y="994255"/>
                  </a:lnTo>
                  <a:lnTo>
                    <a:pt x="4403713" y="994255"/>
                  </a:lnTo>
                  <a:lnTo>
                    <a:pt x="4403830" y="994255"/>
                  </a:lnTo>
                  <a:lnTo>
                    <a:pt x="4404183" y="993824"/>
                  </a:lnTo>
                  <a:lnTo>
                    <a:pt x="4404771" y="993824"/>
                  </a:lnTo>
                  <a:lnTo>
                    <a:pt x="4404889" y="993824"/>
                  </a:lnTo>
                  <a:lnTo>
                    <a:pt x="4405007" y="993824"/>
                  </a:lnTo>
                  <a:lnTo>
                    <a:pt x="4405477" y="993394"/>
                  </a:lnTo>
                  <a:lnTo>
                    <a:pt x="4405595" y="993394"/>
                  </a:lnTo>
                  <a:lnTo>
                    <a:pt x="4405712" y="993394"/>
                  </a:lnTo>
                  <a:lnTo>
                    <a:pt x="4406653" y="993394"/>
                  </a:lnTo>
                  <a:lnTo>
                    <a:pt x="4407594" y="992963"/>
                  </a:lnTo>
                  <a:lnTo>
                    <a:pt x="4407712" y="992963"/>
                  </a:lnTo>
                  <a:lnTo>
                    <a:pt x="4407947" y="992963"/>
                  </a:lnTo>
                  <a:lnTo>
                    <a:pt x="4408182" y="992963"/>
                  </a:lnTo>
                  <a:lnTo>
                    <a:pt x="4408300" y="992963"/>
                  </a:lnTo>
                  <a:lnTo>
                    <a:pt x="4408888" y="992533"/>
                  </a:lnTo>
                  <a:lnTo>
                    <a:pt x="4409005" y="992102"/>
                  </a:lnTo>
                  <a:lnTo>
                    <a:pt x="4409594" y="992102"/>
                  </a:lnTo>
                  <a:lnTo>
                    <a:pt x="4409946" y="992102"/>
                  </a:lnTo>
                  <a:lnTo>
                    <a:pt x="4410064" y="991671"/>
                  </a:lnTo>
                  <a:lnTo>
                    <a:pt x="4410534" y="991671"/>
                  </a:lnTo>
                  <a:lnTo>
                    <a:pt x="4410652" y="991671"/>
                  </a:lnTo>
                  <a:lnTo>
                    <a:pt x="4411005" y="991671"/>
                  </a:lnTo>
                  <a:lnTo>
                    <a:pt x="4411240" y="991241"/>
                  </a:lnTo>
                  <a:lnTo>
                    <a:pt x="4411593" y="991241"/>
                  </a:lnTo>
                  <a:lnTo>
                    <a:pt x="4411711" y="991241"/>
                  </a:lnTo>
                  <a:lnTo>
                    <a:pt x="4411828" y="990810"/>
                  </a:lnTo>
                  <a:lnTo>
                    <a:pt x="4412063" y="990810"/>
                  </a:lnTo>
                  <a:lnTo>
                    <a:pt x="4412299" y="990810"/>
                  </a:lnTo>
                  <a:lnTo>
                    <a:pt x="4412534" y="990810"/>
                  </a:lnTo>
                  <a:lnTo>
                    <a:pt x="4412769" y="990810"/>
                  </a:lnTo>
                  <a:lnTo>
                    <a:pt x="4412887" y="990380"/>
                  </a:lnTo>
                  <a:lnTo>
                    <a:pt x="4413004" y="990380"/>
                  </a:lnTo>
                  <a:lnTo>
                    <a:pt x="4413475" y="990380"/>
                  </a:lnTo>
                  <a:lnTo>
                    <a:pt x="4413828" y="989949"/>
                  </a:lnTo>
                  <a:lnTo>
                    <a:pt x="4414063" y="989518"/>
                  </a:lnTo>
                  <a:lnTo>
                    <a:pt x="4414298" y="989518"/>
                  </a:lnTo>
                  <a:lnTo>
                    <a:pt x="4414298" y="989088"/>
                  </a:lnTo>
                  <a:lnTo>
                    <a:pt x="4414416" y="989088"/>
                  </a:lnTo>
                  <a:lnTo>
                    <a:pt x="4414533" y="989088"/>
                  </a:lnTo>
                  <a:lnTo>
                    <a:pt x="4414769" y="989088"/>
                  </a:lnTo>
                  <a:lnTo>
                    <a:pt x="4415357" y="988227"/>
                  </a:lnTo>
                  <a:lnTo>
                    <a:pt x="4415474" y="988227"/>
                  </a:lnTo>
                  <a:lnTo>
                    <a:pt x="4415945" y="988227"/>
                  </a:lnTo>
                  <a:lnTo>
                    <a:pt x="4416298" y="988227"/>
                  </a:lnTo>
                  <a:lnTo>
                    <a:pt x="4416650" y="988227"/>
                  </a:lnTo>
                  <a:lnTo>
                    <a:pt x="4417003" y="988227"/>
                  </a:lnTo>
                  <a:lnTo>
                    <a:pt x="4417356" y="988227"/>
                  </a:lnTo>
                  <a:lnTo>
                    <a:pt x="4417356" y="987796"/>
                  </a:lnTo>
                  <a:lnTo>
                    <a:pt x="4417356" y="987365"/>
                  </a:lnTo>
                  <a:lnTo>
                    <a:pt x="4417591" y="987365"/>
                  </a:lnTo>
                  <a:lnTo>
                    <a:pt x="4419120" y="984782"/>
                  </a:lnTo>
                  <a:lnTo>
                    <a:pt x="4419238" y="984782"/>
                  </a:lnTo>
                  <a:lnTo>
                    <a:pt x="4419356" y="984782"/>
                  </a:lnTo>
                  <a:lnTo>
                    <a:pt x="4419473" y="984782"/>
                  </a:lnTo>
                  <a:lnTo>
                    <a:pt x="4419708" y="984782"/>
                  </a:lnTo>
                  <a:lnTo>
                    <a:pt x="4419826" y="984782"/>
                  </a:lnTo>
                  <a:lnTo>
                    <a:pt x="4420179" y="984782"/>
                  </a:lnTo>
                  <a:lnTo>
                    <a:pt x="4420649" y="984782"/>
                  </a:lnTo>
                  <a:lnTo>
                    <a:pt x="4420767" y="984782"/>
                  </a:lnTo>
                  <a:lnTo>
                    <a:pt x="4421002" y="984782"/>
                  </a:lnTo>
                  <a:lnTo>
                    <a:pt x="4421120" y="984782"/>
                  </a:lnTo>
                  <a:lnTo>
                    <a:pt x="4421590" y="984782"/>
                  </a:lnTo>
                  <a:lnTo>
                    <a:pt x="4421708" y="984351"/>
                  </a:lnTo>
                  <a:lnTo>
                    <a:pt x="4422178" y="983921"/>
                  </a:lnTo>
                  <a:lnTo>
                    <a:pt x="4422531" y="983490"/>
                  </a:lnTo>
                  <a:lnTo>
                    <a:pt x="4422649" y="983490"/>
                  </a:lnTo>
                  <a:lnTo>
                    <a:pt x="4423119" y="983490"/>
                  </a:lnTo>
                  <a:lnTo>
                    <a:pt x="4423237" y="983490"/>
                  </a:lnTo>
                  <a:lnTo>
                    <a:pt x="4423472" y="983490"/>
                  </a:lnTo>
                  <a:lnTo>
                    <a:pt x="4423707" y="983490"/>
                  </a:lnTo>
                  <a:lnTo>
                    <a:pt x="4423825" y="983490"/>
                  </a:lnTo>
                  <a:lnTo>
                    <a:pt x="4424413" y="983490"/>
                  </a:lnTo>
                  <a:lnTo>
                    <a:pt x="4424648" y="983059"/>
                  </a:lnTo>
                  <a:lnTo>
                    <a:pt x="4424766" y="983059"/>
                  </a:lnTo>
                  <a:lnTo>
                    <a:pt x="4424883" y="982629"/>
                  </a:lnTo>
                  <a:lnTo>
                    <a:pt x="4425119" y="982629"/>
                  </a:lnTo>
                  <a:lnTo>
                    <a:pt x="4425589" y="982629"/>
                  </a:lnTo>
                  <a:lnTo>
                    <a:pt x="4426177" y="981768"/>
                  </a:lnTo>
                  <a:lnTo>
                    <a:pt x="4426530" y="981768"/>
                  </a:lnTo>
                  <a:lnTo>
                    <a:pt x="4426648" y="981768"/>
                  </a:lnTo>
                  <a:lnTo>
                    <a:pt x="4426883" y="981768"/>
                  </a:lnTo>
                  <a:lnTo>
                    <a:pt x="4427706" y="981337"/>
                  </a:lnTo>
                  <a:lnTo>
                    <a:pt x="4428059" y="980476"/>
                  </a:lnTo>
                  <a:lnTo>
                    <a:pt x="4428177" y="980045"/>
                  </a:lnTo>
                  <a:lnTo>
                    <a:pt x="4428412" y="979615"/>
                  </a:lnTo>
                  <a:lnTo>
                    <a:pt x="4428529" y="979615"/>
                  </a:lnTo>
                  <a:lnTo>
                    <a:pt x="4428647" y="979615"/>
                  </a:lnTo>
                  <a:lnTo>
                    <a:pt x="4429353" y="979615"/>
                  </a:lnTo>
                  <a:lnTo>
                    <a:pt x="4429588" y="979615"/>
                  </a:lnTo>
                  <a:lnTo>
                    <a:pt x="4429706" y="979615"/>
                  </a:lnTo>
                  <a:lnTo>
                    <a:pt x="4429706" y="978753"/>
                  </a:lnTo>
                  <a:lnTo>
                    <a:pt x="4429706" y="978323"/>
                  </a:lnTo>
                  <a:lnTo>
                    <a:pt x="4430058" y="977462"/>
                  </a:lnTo>
                  <a:lnTo>
                    <a:pt x="4430411" y="977462"/>
                  </a:lnTo>
                  <a:lnTo>
                    <a:pt x="4430764" y="977462"/>
                  </a:lnTo>
                  <a:lnTo>
                    <a:pt x="4430882" y="977462"/>
                  </a:lnTo>
                  <a:lnTo>
                    <a:pt x="4431352" y="977462"/>
                  </a:lnTo>
                  <a:lnTo>
                    <a:pt x="4431705" y="977462"/>
                  </a:lnTo>
                  <a:lnTo>
                    <a:pt x="4432175" y="977462"/>
                  </a:lnTo>
                  <a:lnTo>
                    <a:pt x="4432293" y="977462"/>
                  </a:lnTo>
                  <a:lnTo>
                    <a:pt x="4432411" y="977462"/>
                  </a:lnTo>
                  <a:lnTo>
                    <a:pt x="4433822" y="976600"/>
                  </a:lnTo>
                  <a:lnTo>
                    <a:pt x="4434057" y="976170"/>
                  </a:lnTo>
                  <a:lnTo>
                    <a:pt x="4434175" y="975739"/>
                  </a:lnTo>
                  <a:lnTo>
                    <a:pt x="4434293" y="975739"/>
                  </a:lnTo>
                  <a:lnTo>
                    <a:pt x="4434410" y="975739"/>
                  </a:lnTo>
                  <a:lnTo>
                    <a:pt x="4434763" y="975309"/>
                  </a:lnTo>
                  <a:lnTo>
                    <a:pt x="4434998" y="975309"/>
                  </a:lnTo>
                  <a:lnTo>
                    <a:pt x="4435116" y="974447"/>
                  </a:lnTo>
                  <a:lnTo>
                    <a:pt x="4435233" y="974447"/>
                  </a:lnTo>
                  <a:lnTo>
                    <a:pt x="4435939" y="974017"/>
                  </a:lnTo>
                  <a:lnTo>
                    <a:pt x="4435939" y="973586"/>
                  </a:lnTo>
                  <a:lnTo>
                    <a:pt x="4436292" y="973586"/>
                  </a:lnTo>
                  <a:lnTo>
                    <a:pt x="4436645" y="972725"/>
                  </a:lnTo>
                  <a:lnTo>
                    <a:pt x="4437350" y="972725"/>
                  </a:lnTo>
                  <a:lnTo>
                    <a:pt x="4437468" y="972725"/>
                  </a:lnTo>
                  <a:lnTo>
                    <a:pt x="4438291" y="972294"/>
                  </a:lnTo>
                  <a:lnTo>
                    <a:pt x="4438291" y="971864"/>
                  </a:lnTo>
                  <a:lnTo>
                    <a:pt x="4438409" y="971864"/>
                  </a:lnTo>
                  <a:lnTo>
                    <a:pt x="4439585" y="971864"/>
                  </a:lnTo>
                  <a:lnTo>
                    <a:pt x="4439820" y="971003"/>
                  </a:lnTo>
                  <a:lnTo>
                    <a:pt x="4439938" y="970572"/>
                  </a:lnTo>
                  <a:lnTo>
                    <a:pt x="4440173" y="970572"/>
                  </a:lnTo>
                  <a:lnTo>
                    <a:pt x="4440291" y="970572"/>
                  </a:lnTo>
                  <a:lnTo>
                    <a:pt x="4440408" y="970572"/>
                  </a:lnTo>
                  <a:lnTo>
                    <a:pt x="4440526" y="970572"/>
                  </a:lnTo>
                  <a:lnTo>
                    <a:pt x="4440644" y="970572"/>
                  </a:lnTo>
                  <a:lnTo>
                    <a:pt x="4440879" y="970572"/>
                  </a:lnTo>
                  <a:lnTo>
                    <a:pt x="4441114" y="970141"/>
                  </a:lnTo>
                  <a:lnTo>
                    <a:pt x="4441585" y="969711"/>
                  </a:lnTo>
                  <a:lnTo>
                    <a:pt x="4442055" y="969280"/>
                  </a:lnTo>
                  <a:lnTo>
                    <a:pt x="4442408" y="969280"/>
                  </a:lnTo>
                  <a:lnTo>
                    <a:pt x="4442408" y="968850"/>
                  </a:lnTo>
                  <a:lnTo>
                    <a:pt x="4442526" y="968419"/>
                  </a:lnTo>
                  <a:lnTo>
                    <a:pt x="4442761" y="968419"/>
                  </a:lnTo>
                  <a:lnTo>
                    <a:pt x="4443349" y="967988"/>
                  </a:lnTo>
                  <a:lnTo>
                    <a:pt x="4443466" y="967988"/>
                  </a:lnTo>
                  <a:lnTo>
                    <a:pt x="4443819" y="967988"/>
                  </a:lnTo>
                  <a:lnTo>
                    <a:pt x="4444054" y="967988"/>
                  </a:lnTo>
                  <a:lnTo>
                    <a:pt x="4444172" y="967988"/>
                  </a:lnTo>
                  <a:lnTo>
                    <a:pt x="4444290" y="967988"/>
                  </a:lnTo>
                  <a:lnTo>
                    <a:pt x="4444643" y="967127"/>
                  </a:lnTo>
                  <a:lnTo>
                    <a:pt x="4444878" y="967127"/>
                  </a:lnTo>
                  <a:lnTo>
                    <a:pt x="4444878" y="966697"/>
                  </a:lnTo>
                  <a:lnTo>
                    <a:pt x="4445113" y="966697"/>
                  </a:lnTo>
                  <a:lnTo>
                    <a:pt x="4445231" y="966697"/>
                  </a:lnTo>
                  <a:lnTo>
                    <a:pt x="4445348" y="966697"/>
                  </a:lnTo>
                  <a:lnTo>
                    <a:pt x="4445819" y="966697"/>
                  </a:lnTo>
                  <a:lnTo>
                    <a:pt x="4446172" y="966266"/>
                  </a:lnTo>
                  <a:lnTo>
                    <a:pt x="4446407" y="966266"/>
                  </a:lnTo>
                  <a:lnTo>
                    <a:pt x="4446524" y="966266"/>
                  </a:lnTo>
                  <a:lnTo>
                    <a:pt x="4446642" y="966266"/>
                  </a:lnTo>
                  <a:lnTo>
                    <a:pt x="4447583" y="965405"/>
                  </a:lnTo>
                  <a:lnTo>
                    <a:pt x="4447936" y="965405"/>
                  </a:lnTo>
                  <a:lnTo>
                    <a:pt x="4448289" y="964974"/>
                  </a:lnTo>
                  <a:lnTo>
                    <a:pt x="4448524" y="964974"/>
                  </a:lnTo>
                  <a:lnTo>
                    <a:pt x="4448641" y="964544"/>
                  </a:lnTo>
                  <a:lnTo>
                    <a:pt x="4448759" y="964544"/>
                  </a:lnTo>
                  <a:lnTo>
                    <a:pt x="4449700" y="964113"/>
                  </a:lnTo>
                  <a:lnTo>
                    <a:pt x="4450170" y="964113"/>
                  </a:lnTo>
                  <a:lnTo>
                    <a:pt x="4450523" y="964113"/>
                  </a:lnTo>
                  <a:lnTo>
                    <a:pt x="4450759" y="964113"/>
                  </a:lnTo>
                  <a:lnTo>
                    <a:pt x="4451111" y="964113"/>
                  </a:lnTo>
                  <a:lnTo>
                    <a:pt x="4451111" y="963252"/>
                  </a:lnTo>
                  <a:lnTo>
                    <a:pt x="4451464" y="962821"/>
                  </a:lnTo>
                  <a:lnTo>
                    <a:pt x="4451699" y="962821"/>
                  </a:lnTo>
                  <a:lnTo>
                    <a:pt x="4452405" y="962821"/>
                  </a:lnTo>
                  <a:lnTo>
                    <a:pt x="4452523" y="962821"/>
                  </a:lnTo>
                  <a:lnTo>
                    <a:pt x="4452993" y="961529"/>
                  </a:lnTo>
                  <a:lnTo>
                    <a:pt x="4453111" y="961529"/>
                  </a:lnTo>
                  <a:lnTo>
                    <a:pt x="4453934" y="961099"/>
                  </a:lnTo>
                  <a:lnTo>
                    <a:pt x="4454405" y="961099"/>
                  </a:lnTo>
                  <a:lnTo>
                    <a:pt x="4454875" y="961099"/>
                  </a:lnTo>
                  <a:lnTo>
                    <a:pt x="4454875" y="960238"/>
                  </a:lnTo>
                  <a:lnTo>
                    <a:pt x="4455581" y="959376"/>
                  </a:lnTo>
                  <a:lnTo>
                    <a:pt x="4455698" y="959376"/>
                  </a:lnTo>
                  <a:lnTo>
                    <a:pt x="4455816" y="959376"/>
                  </a:lnTo>
                  <a:lnTo>
                    <a:pt x="4455934" y="959376"/>
                  </a:lnTo>
                  <a:lnTo>
                    <a:pt x="4456051" y="959376"/>
                  </a:lnTo>
                  <a:lnTo>
                    <a:pt x="4456286" y="958946"/>
                  </a:lnTo>
                  <a:lnTo>
                    <a:pt x="4456404" y="958946"/>
                  </a:lnTo>
                  <a:lnTo>
                    <a:pt x="4456874" y="958946"/>
                  </a:lnTo>
                  <a:lnTo>
                    <a:pt x="4456992" y="958085"/>
                  </a:lnTo>
                  <a:lnTo>
                    <a:pt x="4457463" y="957223"/>
                  </a:lnTo>
                  <a:lnTo>
                    <a:pt x="4458403" y="956362"/>
                  </a:lnTo>
                  <a:lnTo>
                    <a:pt x="4458521" y="956362"/>
                  </a:lnTo>
                  <a:lnTo>
                    <a:pt x="4458639" y="956362"/>
                  </a:lnTo>
                  <a:lnTo>
                    <a:pt x="4458874" y="956362"/>
                  </a:lnTo>
                  <a:lnTo>
                    <a:pt x="4458992" y="956362"/>
                  </a:lnTo>
                  <a:lnTo>
                    <a:pt x="4459227" y="956362"/>
                  </a:lnTo>
                  <a:lnTo>
                    <a:pt x="4459344" y="956362"/>
                  </a:lnTo>
                  <a:lnTo>
                    <a:pt x="4459932" y="955932"/>
                  </a:lnTo>
                  <a:lnTo>
                    <a:pt x="4460756" y="954640"/>
                  </a:lnTo>
                  <a:lnTo>
                    <a:pt x="4461109" y="954640"/>
                  </a:lnTo>
                  <a:lnTo>
                    <a:pt x="4461226" y="954640"/>
                  </a:lnTo>
                  <a:lnTo>
                    <a:pt x="4461461" y="954640"/>
                  </a:lnTo>
                  <a:lnTo>
                    <a:pt x="4461579" y="954640"/>
                  </a:lnTo>
                  <a:lnTo>
                    <a:pt x="4462402" y="953779"/>
                  </a:lnTo>
                  <a:lnTo>
                    <a:pt x="4462873" y="953779"/>
                  </a:lnTo>
                  <a:lnTo>
                    <a:pt x="4462990" y="953779"/>
                  </a:lnTo>
                  <a:lnTo>
                    <a:pt x="4463226" y="953779"/>
                  </a:lnTo>
                  <a:lnTo>
                    <a:pt x="4463461" y="952917"/>
                  </a:lnTo>
                  <a:lnTo>
                    <a:pt x="4463578" y="952056"/>
                  </a:lnTo>
                  <a:lnTo>
                    <a:pt x="4463931" y="952056"/>
                  </a:lnTo>
                  <a:lnTo>
                    <a:pt x="4463931" y="951195"/>
                  </a:lnTo>
                  <a:lnTo>
                    <a:pt x="4464049" y="950764"/>
                  </a:lnTo>
                  <a:lnTo>
                    <a:pt x="4464284" y="950764"/>
                  </a:lnTo>
                  <a:lnTo>
                    <a:pt x="4464402" y="950764"/>
                  </a:lnTo>
                  <a:lnTo>
                    <a:pt x="4464755" y="949903"/>
                  </a:lnTo>
                  <a:lnTo>
                    <a:pt x="4464990" y="949903"/>
                  </a:lnTo>
                  <a:lnTo>
                    <a:pt x="4465225" y="949903"/>
                  </a:lnTo>
                  <a:lnTo>
                    <a:pt x="4465343" y="949903"/>
                  </a:lnTo>
                  <a:lnTo>
                    <a:pt x="4465460" y="949903"/>
                  </a:lnTo>
                  <a:lnTo>
                    <a:pt x="4465696" y="949903"/>
                  </a:lnTo>
                  <a:lnTo>
                    <a:pt x="4465696" y="949473"/>
                  </a:lnTo>
                  <a:lnTo>
                    <a:pt x="4465931" y="949042"/>
                  </a:lnTo>
                  <a:lnTo>
                    <a:pt x="4466519" y="948611"/>
                  </a:lnTo>
                  <a:lnTo>
                    <a:pt x="4467225" y="948611"/>
                  </a:lnTo>
                  <a:lnTo>
                    <a:pt x="4467225" y="948181"/>
                  </a:lnTo>
                  <a:lnTo>
                    <a:pt x="4467460" y="948181"/>
                  </a:lnTo>
                  <a:lnTo>
                    <a:pt x="4467695" y="948181"/>
                  </a:lnTo>
                  <a:lnTo>
                    <a:pt x="4467813" y="948181"/>
                  </a:lnTo>
                  <a:lnTo>
                    <a:pt x="4468048" y="948181"/>
                  </a:lnTo>
                  <a:lnTo>
                    <a:pt x="4468401" y="948181"/>
                  </a:lnTo>
                  <a:lnTo>
                    <a:pt x="4468636" y="948181"/>
                  </a:lnTo>
                  <a:lnTo>
                    <a:pt x="4468753" y="948181"/>
                  </a:lnTo>
                  <a:lnTo>
                    <a:pt x="4468753" y="947750"/>
                  </a:lnTo>
                  <a:lnTo>
                    <a:pt x="4468871" y="947750"/>
                  </a:lnTo>
                  <a:lnTo>
                    <a:pt x="4469694" y="947320"/>
                  </a:lnTo>
                  <a:lnTo>
                    <a:pt x="4470047" y="947320"/>
                  </a:lnTo>
                  <a:lnTo>
                    <a:pt x="4470165" y="947320"/>
                  </a:lnTo>
                  <a:lnTo>
                    <a:pt x="4470518" y="947320"/>
                  </a:lnTo>
                  <a:lnTo>
                    <a:pt x="4470635" y="946028"/>
                  </a:lnTo>
                  <a:lnTo>
                    <a:pt x="4470753" y="946028"/>
                  </a:lnTo>
                  <a:lnTo>
                    <a:pt x="4470871" y="946028"/>
                  </a:lnTo>
                  <a:lnTo>
                    <a:pt x="4470988" y="946028"/>
                  </a:lnTo>
                  <a:lnTo>
                    <a:pt x="4471223" y="945597"/>
                  </a:lnTo>
                  <a:lnTo>
                    <a:pt x="4471459" y="945597"/>
                  </a:lnTo>
                  <a:lnTo>
                    <a:pt x="4471576" y="945597"/>
                  </a:lnTo>
                  <a:lnTo>
                    <a:pt x="4471694" y="945597"/>
                  </a:lnTo>
                  <a:lnTo>
                    <a:pt x="4471929" y="945167"/>
                  </a:lnTo>
                  <a:lnTo>
                    <a:pt x="4472164" y="944736"/>
                  </a:lnTo>
                  <a:lnTo>
                    <a:pt x="4472282" y="944736"/>
                  </a:lnTo>
                  <a:lnTo>
                    <a:pt x="4472400" y="944736"/>
                  </a:lnTo>
                  <a:lnTo>
                    <a:pt x="4472988" y="944736"/>
                  </a:lnTo>
                  <a:lnTo>
                    <a:pt x="4473105" y="944736"/>
                  </a:lnTo>
                  <a:lnTo>
                    <a:pt x="4473223" y="944736"/>
                  </a:lnTo>
                  <a:lnTo>
                    <a:pt x="4474046" y="943875"/>
                  </a:lnTo>
                  <a:lnTo>
                    <a:pt x="4474399" y="943875"/>
                  </a:lnTo>
                  <a:lnTo>
                    <a:pt x="4474634" y="943875"/>
                  </a:lnTo>
                  <a:lnTo>
                    <a:pt x="4474987" y="943875"/>
                  </a:lnTo>
                  <a:lnTo>
                    <a:pt x="4475105" y="943875"/>
                  </a:lnTo>
                  <a:lnTo>
                    <a:pt x="4475928" y="942152"/>
                  </a:lnTo>
                  <a:lnTo>
                    <a:pt x="4476163" y="941722"/>
                  </a:lnTo>
                  <a:lnTo>
                    <a:pt x="4476281" y="941722"/>
                  </a:lnTo>
                  <a:lnTo>
                    <a:pt x="4476281" y="941291"/>
                  </a:lnTo>
                  <a:lnTo>
                    <a:pt x="4476398" y="941291"/>
                  </a:lnTo>
                  <a:lnTo>
                    <a:pt x="4476986" y="940861"/>
                  </a:lnTo>
                  <a:lnTo>
                    <a:pt x="4477339" y="940861"/>
                  </a:lnTo>
                  <a:lnTo>
                    <a:pt x="4477575" y="940861"/>
                  </a:lnTo>
                  <a:lnTo>
                    <a:pt x="4478045" y="940861"/>
                  </a:lnTo>
                  <a:lnTo>
                    <a:pt x="4478398" y="940861"/>
                  </a:lnTo>
                  <a:lnTo>
                    <a:pt x="4479104" y="940861"/>
                  </a:lnTo>
                  <a:lnTo>
                    <a:pt x="4479456" y="940861"/>
                  </a:lnTo>
                  <a:lnTo>
                    <a:pt x="4480044" y="940861"/>
                  </a:lnTo>
                  <a:lnTo>
                    <a:pt x="4480162" y="940861"/>
                  </a:lnTo>
                  <a:lnTo>
                    <a:pt x="4480515" y="940861"/>
                  </a:lnTo>
                  <a:lnTo>
                    <a:pt x="4480868" y="940861"/>
                  </a:lnTo>
                  <a:lnTo>
                    <a:pt x="4480985" y="940861"/>
                  </a:lnTo>
                  <a:lnTo>
                    <a:pt x="4481221" y="940861"/>
                  </a:lnTo>
                  <a:lnTo>
                    <a:pt x="4481338" y="940861"/>
                  </a:lnTo>
                  <a:lnTo>
                    <a:pt x="4481573" y="940861"/>
                  </a:lnTo>
                  <a:lnTo>
                    <a:pt x="4481691" y="940861"/>
                  </a:lnTo>
                  <a:lnTo>
                    <a:pt x="4481809" y="940861"/>
                  </a:lnTo>
                  <a:lnTo>
                    <a:pt x="4482044" y="940861"/>
                  </a:lnTo>
                  <a:lnTo>
                    <a:pt x="4482397" y="940861"/>
                  </a:lnTo>
                  <a:lnTo>
                    <a:pt x="4482632" y="940861"/>
                  </a:lnTo>
                  <a:lnTo>
                    <a:pt x="4482750" y="940861"/>
                  </a:lnTo>
                  <a:lnTo>
                    <a:pt x="4482985" y="940861"/>
                  </a:lnTo>
                  <a:lnTo>
                    <a:pt x="4483102" y="940861"/>
                  </a:lnTo>
                  <a:lnTo>
                    <a:pt x="4483102" y="940430"/>
                  </a:lnTo>
                  <a:lnTo>
                    <a:pt x="4483220" y="940430"/>
                  </a:lnTo>
                  <a:lnTo>
                    <a:pt x="4483338" y="940430"/>
                  </a:lnTo>
                  <a:lnTo>
                    <a:pt x="4483573" y="939999"/>
                  </a:lnTo>
                  <a:lnTo>
                    <a:pt x="4484279" y="939999"/>
                  </a:lnTo>
                  <a:lnTo>
                    <a:pt x="4484514" y="939999"/>
                  </a:lnTo>
                  <a:lnTo>
                    <a:pt x="4484631" y="939999"/>
                  </a:lnTo>
                  <a:lnTo>
                    <a:pt x="4484984" y="939999"/>
                  </a:lnTo>
                  <a:lnTo>
                    <a:pt x="4484984" y="939569"/>
                  </a:lnTo>
                  <a:lnTo>
                    <a:pt x="4485337" y="939569"/>
                  </a:lnTo>
                  <a:lnTo>
                    <a:pt x="4485572" y="939138"/>
                  </a:lnTo>
                  <a:lnTo>
                    <a:pt x="4485572" y="938708"/>
                  </a:lnTo>
                  <a:lnTo>
                    <a:pt x="4485690" y="938708"/>
                  </a:lnTo>
                  <a:lnTo>
                    <a:pt x="4485808" y="938708"/>
                  </a:lnTo>
                  <a:lnTo>
                    <a:pt x="4486396" y="938708"/>
                  </a:lnTo>
                  <a:lnTo>
                    <a:pt x="4486396" y="938277"/>
                  </a:lnTo>
                  <a:lnTo>
                    <a:pt x="4486513" y="938277"/>
                  </a:lnTo>
                  <a:lnTo>
                    <a:pt x="4486631" y="938277"/>
                  </a:lnTo>
                  <a:lnTo>
                    <a:pt x="4491924" y="935263"/>
                  </a:lnTo>
                  <a:lnTo>
                    <a:pt x="4491924" y="934832"/>
                  </a:lnTo>
                  <a:lnTo>
                    <a:pt x="4492394" y="934832"/>
                  </a:lnTo>
                  <a:lnTo>
                    <a:pt x="4492512" y="934832"/>
                  </a:lnTo>
                  <a:lnTo>
                    <a:pt x="4493217" y="933971"/>
                  </a:lnTo>
                  <a:lnTo>
                    <a:pt x="4493335" y="933971"/>
                  </a:lnTo>
                  <a:lnTo>
                    <a:pt x="4493452" y="933971"/>
                  </a:lnTo>
                  <a:lnTo>
                    <a:pt x="4493570" y="933971"/>
                  </a:lnTo>
                  <a:lnTo>
                    <a:pt x="4493688" y="933971"/>
                  </a:lnTo>
                  <a:lnTo>
                    <a:pt x="4493805" y="933971"/>
                  </a:lnTo>
                  <a:lnTo>
                    <a:pt x="4493923" y="933540"/>
                  </a:lnTo>
                  <a:lnTo>
                    <a:pt x="4494158" y="933540"/>
                  </a:lnTo>
                  <a:lnTo>
                    <a:pt x="4494276" y="933540"/>
                  </a:lnTo>
                  <a:lnTo>
                    <a:pt x="4494393" y="933540"/>
                  </a:lnTo>
                  <a:lnTo>
                    <a:pt x="4494511" y="933540"/>
                  </a:lnTo>
                  <a:lnTo>
                    <a:pt x="4494511" y="933110"/>
                  </a:lnTo>
                  <a:lnTo>
                    <a:pt x="4494629" y="933110"/>
                  </a:lnTo>
                  <a:lnTo>
                    <a:pt x="4494864" y="933110"/>
                  </a:lnTo>
                  <a:lnTo>
                    <a:pt x="4495217" y="932679"/>
                  </a:lnTo>
                  <a:lnTo>
                    <a:pt x="4495334" y="932679"/>
                  </a:lnTo>
                  <a:lnTo>
                    <a:pt x="4495452" y="932679"/>
                  </a:lnTo>
                  <a:lnTo>
                    <a:pt x="4495687" y="932249"/>
                  </a:lnTo>
                  <a:lnTo>
                    <a:pt x="4495805" y="932249"/>
                  </a:lnTo>
                  <a:lnTo>
                    <a:pt x="4495922" y="932249"/>
                  </a:lnTo>
                  <a:lnTo>
                    <a:pt x="4496040" y="932249"/>
                  </a:lnTo>
                  <a:lnTo>
                    <a:pt x="4496746" y="932249"/>
                  </a:lnTo>
                  <a:lnTo>
                    <a:pt x="4497687" y="932249"/>
                  </a:lnTo>
                  <a:lnTo>
                    <a:pt x="4498039" y="932249"/>
                  </a:lnTo>
                  <a:lnTo>
                    <a:pt x="4498510" y="931818"/>
                  </a:lnTo>
                  <a:lnTo>
                    <a:pt x="4498745" y="931387"/>
                  </a:lnTo>
                  <a:lnTo>
                    <a:pt x="4499098" y="930957"/>
                  </a:lnTo>
                  <a:lnTo>
                    <a:pt x="4499216" y="930957"/>
                  </a:lnTo>
                  <a:lnTo>
                    <a:pt x="4499333" y="930957"/>
                  </a:lnTo>
                  <a:lnTo>
                    <a:pt x="4499451" y="930957"/>
                  </a:lnTo>
                  <a:lnTo>
                    <a:pt x="4499686" y="930957"/>
                  </a:lnTo>
                  <a:lnTo>
                    <a:pt x="4500039" y="930957"/>
                  </a:lnTo>
                  <a:lnTo>
                    <a:pt x="4500274" y="930957"/>
                  </a:lnTo>
                  <a:lnTo>
                    <a:pt x="4500392" y="930526"/>
                  </a:lnTo>
                  <a:lnTo>
                    <a:pt x="4500862" y="930526"/>
                  </a:lnTo>
                  <a:lnTo>
                    <a:pt x="4501333" y="930526"/>
                  </a:lnTo>
                  <a:lnTo>
                    <a:pt x="4501450" y="930526"/>
                  </a:lnTo>
                  <a:lnTo>
                    <a:pt x="4502038" y="930526"/>
                  </a:lnTo>
                  <a:lnTo>
                    <a:pt x="4502156" y="930526"/>
                  </a:lnTo>
                  <a:lnTo>
                    <a:pt x="4502391" y="930526"/>
                  </a:lnTo>
                  <a:lnTo>
                    <a:pt x="4502626" y="930526"/>
                  </a:lnTo>
                  <a:lnTo>
                    <a:pt x="4502626" y="930096"/>
                  </a:lnTo>
                  <a:lnTo>
                    <a:pt x="4503450" y="929665"/>
                  </a:lnTo>
                  <a:lnTo>
                    <a:pt x="4503567" y="929665"/>
                  </a:lnTo>
                  <a:lnTo>
                    <a:pt x="4503685" y="929665"/>
                  </a:lnTo>
                  <a:lnTo>
                    <a:pt x="4503685" y="929234"/>
                  </a:lnTo>
                  <a:lnTo>
                    <a:pt x="4504391" y="928373"/>
                  </a:lnTo>
                  <a:lnTo>
                    <a:pt x="4504626" y="927943"/>
                  </a:lnTo>
                  <a:lnTo>
                    <a:pt x="4504626" y="927512"/>
                  </a:lnTo>
                  <a:lnTo>
                    <a:pt x="4505332" y="926651"/>
                  </a:lnTo>
                  <a:lnTo>
                    <a:pt x="4505567" y="926651"/>
                  </a:lnTo>
                  <a:lnTo>
                    <a:pt x="4506155" y="925790"/>
                  </a:lnTo>
                  <a:lnTo>
                    <a:pt x="4506272" y="925790"/>
                  </a:lnTo>
                  <a:lnTo>
                    <a:pt x="4506390" y="925790"/>
                  </a:lnTo>
                  <a:lnTo>
                    <a:pt x="4506508" y="925790"/>
                  </a:lnTo>
                  <a:lnTo>
                    <a:pt x="4506743" y="925790"/>
                  </a:lnTo>
                  <a:lnTo>
                    <a:pt x="4506861" y="925790"/>
                  </a:lnTo>
                  <a:lnTo>
                    <a:pt x="4507096" y="925790"/>
                  </a:lnTo>
                  <a:lnTo>
                    <a:pt x="4507213" y="925790"/>
                  </a:lnTo>
                  <a:lnTo>
                    <a:pt x="4507213" y="925359"/>
                  </a:lnTo>
                  <a:lnTo>
                    <a:pt x="4507331" y="925359"/>
                  </a:lnTo>
                  <a:lnTo>
                    <a:pt x="4507566" y="925359"/>
                  </a:lnTo>
                  <a:lnTo>
                    <a:pt x="4508272" y="925359"/>
                  </a:lnTo>
                  <a:lnTo>
                    <a:pt x="4508390" y="924928"/>
                  </a:lnTo>
                  <a:lnTo>
                    <a:pt x="4508507" y="924928"/>
                  </a:lnTo>
                  <a:lnTo>
                    <a:pt x="4508507" y="924498"/>
                  </a:lnTo>
                  <a:lnTo>
                    <a:pt x="4508625" y="924498"/>
                  </a:lnTo>
                  <a:lnTo>
                    <a:pt x="4508742" y="924498"/>
                  </a:lnTo>
                  <a:lnTo>
                    <a:pt x="4508978" y="924498"/>
                  </a:lnTo>
                  <a:lnTo>
                    <a:pt x="4509213" y="924498"/>
                  </a:lnTo>
                  <a:lnTo>
                    <a:pt x="4509330" y="924067"/>
                  </a:lnTo>
                  <a:lnTo>
                    <a:pt x="4509448" y="924067"/>
                  </a:lnTo>
                  <a:lnTo>
                    <a:pt x="4509566" y="924067"/>
                  </a:lnTo>
                  <a:lnTo>
                    <a:pt x="4509801" y="924067"/>
                  </a:lnTo>
                  <a:lnTo>
                    <a:pt x="4509918" y="924067"/>
                  </a:lnTo>
                  <a:lnTo>
                    <a:pt x="4510154" y="924067"/>
                  </a:lnTo>
                  <a:lnTo>
                    <a:pt x="4510389" y="924067"/>
                  </a:lnTo>
                  <a:lnTo>
                    <a:pt x="4510507" y="924067"/>
                  </a:lnTo>
                  <a:lnTo>
                    <a:pt x="4510742" y="923637"/>
                  </a:lnTo>
                  <a:lnTo>
                    <a:pt x="4511095" y="923206"/>
                  </a:lnTo>
                  <a:lnTo>
                    <a:pt x="4511330" y="923206"/>
                  </a:lnTo>
                  <a:lnTo>
                    <a:pt x="4511800" y="923206"/>
                  </a:lnTo>
                  <a:lnTo>
                    <a:pt x="4511918" y="923206"/>
                  </a:lnTo>
                  <a:lnTo>
                    <a:pt x="4512153" y="923206"/>
                  </a:lnTo>
                  <a:lnTo>
                    <a:pt x="4512271" y="923206"/>
                  </a:lnTo>
                  <a:lnTo>
                    <a:pt x="4512741" y="923206"/>
                  </a:lnTo>
                  <a:lnTo>
                    <a:pt x="4513212" y="922775"/>
                  </a:lnTo>
                  <a:lnTo>
                    <a:pt x="4513800" y="922345"/>
                  </a:lnTo>
                  <a:lnTo>
                    <a:pt x="4514035" y="921914"/>
                  </a:lnTo>
                  <a:lnTo>
                    <a:pt x="4514153" y="921914"/>
                  </a:lnTo>
                  <a:lnTo>
                    <a:pt x="4514623" y="921914"/>
                  </a:lnTo>
                  <a:lnTo>
                    <a:pt x="4514623" y="921484"/>
                  </a:lnTo>
                  <a:lnTo>
                    <a:pt x="4514858" y="921484"/>
                  </a:lnTo>
                  <a:lnTo>
                    <a:pt x="4515329" y="921484"/>
                  </a:lnTo>
                  <a:lnTo>
                    <a:pt x="4515917" y="921484"/>
                  </a:lnTo>
                  <a:lnTo>
                    <a:pt x="4516152" y="921484"/>
                  </a:lnTo>
                  <a:lnTo>
                    <a:pt x="4516387" y="921484"/>
                  </a:lnTo>
                  <a:lnTo>
                    <a:pt x="4516623" y="921484"/>
                  </a:lnTo>
                  <a:lnTo>
                    <a:pt x="4516740" y="921484"/>
                  </a:lnTo>
                  <a:lnTo>
                    <a:pt x="4516975" y="921053"/>
                  </a:lnTo>
                  <a:lnTo>
                    <a:pt x="4517446" y="920622"/>
                  </a:lnTo>
                  <a:lnTo>
                    <a:pt x="4517563" y="920622"/>
                  </a:lnTo>
                  <a:lnTo>
                    <a:pt x="4517799" y="920192"/>
                  </a:lnTo>
                  <a:lnTo>
                    <a:pt x="4518740" y="918900"/>
                  </a:lnTo>
                  <a:lnTo>
                    <a:pt x="4518857" y="918900"/>
                  </a:lnTo>
                  <a:lnTo>
                    <a:pt x="4519563" y="918900"/>
                  </a:lnTo>
                  <a:lnTo>
                    <a:pt x="4519680" y="918900"/>
                  </a:lnTo>
                  <a:lnTo>
                    <a:pt x="4519798" y="918469"/>
                  </a:lnTo>
                  <a:lnTo>
                    <a:pt x="4519916" y="918469"/>
                  </a:lnTo>
                  <a:lnTo>
                    <a:pt x="4519916" y="918039"/>
                  </a:lnTo>
                  <a:lnTo>
                    <a:pt x="4520033" y="918039"/>
                  </a:lnTo>
                  <a:lnTo>
                    <a:pt x="4520269" y="918039"/>
                  </a:lnTo>
                  <a:lnTo>
                    <a:pt x="4520269" y="917608"/>
                  </a:lnTo>
                  <a:lnTo>
                    <a:pt x="4521327" y="917178"/>
                  </a:lnTo>
                  <a:lnTo>
                    <a:pt x="4521327" y="916747"/>
                  </a:lnTo>
                  <a:lnTo>
                    <a:pt x="4521562" y="916747"/>
                  </a:lnTo>
                  <a:lnTo>
                    <a:pt x="4521680" y="916747"/>
                  </a:lnTo>
                  <a:lnTo>
                    <a:pt x="4521798" y="916747"/>
                  </a:lnTo>
                  <a:lnTo>
                    <a:pt x="4521915" y="916747"/>
                  </a:lnTo>
                  <a:lnTo>
                    <a:pt x="4522150" y="916316"/>
                  </a:lnTo>
                  <a:lnTo>
                    <a:pt x="4522268" y="916316"/>
                  </a:lnTo>
                  <a:lnTo>
                    <a:pt x="4522386" y="915886"/>
                  </a:lnTo>
                  <a:lnTo>
                    <a:pt x="4522621" y="915886"/>
                  </a:lnTo>
                  <a:lnTo>
                    <a:pt x="4522856" y="914594"/>
                  </a:lnTo>
                  <a:lnTo>
                    <a:pt x="4523091" y="914594"/>
                  </a:lnTo>
                  <a:lnTo>
                    <a:pt x="4523327" y="914594"/>
                  </a:lnTo>
                  <a:lnTo>
                    <a:pt x="4523444" y="914594"/>
                  </a:lnTo>
                  <a:lnTo>
                    <a:pt x="4523562" y="914594"/>
                  </a:lnTo>
                  <a:lnTo>
                    <a:pt x="4523679" y="914594"/>
                  </a:lnTo>
                  <a:lnTo>
                    <a:pt x="4523797" y="914594"/>
                  </a:lnTo>
                  <a:lnTo>
                    <a:pt x="4524150" y="914594"/>
                  </a:lnTo>
                  <a:lnTo>
                    <a:pt x="4524973" y="912872"/>
                  </a:lnTo>
                  <a:lnTo>
                    <a:pt x="4525091" y="912872"/>
                  </a:lnTo>
                  <a:lnTo>
                    <a:pt x="4525091" y="912010"/>
                  </a:lnTo>
                  <a:lnTo>
                    <a:pt x="4525208" y="912010"/>
                  </a:lnTo>
                  <a:lnTo>
                    <a:pt x="4525444" y="912010"/>
                  </a:lnTo>
                  <a:lnTo>
                    <a:pt x="4526149" y="911580"/>
                  </a:lnTo>
                  <a:lnTo>
                    <a:pt x="4526502" y="911580"/>
                  </a:lnTo>
                  <a:lnTo>
                    <a:pt x="4526855" y="911580"/>
                  </a:lnTo>
                  <a:lnTo>
                    <a:pt x="4526855" y="911149"/>
                  </a:lnTo>
                  <a:lnTo>
                    <a:pt x="4526973" y="910288"/>
                  </a:lnTo>
                  <a:lnTo>
                    <a:pt x="4527208" y="910288"/>
                  </a:lnTo>
                  <a:lnTo>
                    <a:pt x="4527208" y="909857"/>
                  </a:lnTo>
                  <a:lnTo>
                    <a:pt x="4527913" y="909857"/>
                  </a:lnTo>
                  <a:lnTo>
                    <a:pt x="4528149" y="909857"/>
                  </a:lnTo>
                  <a:lnTo>
                    <a:pt x="4528266" y="909857"/>
                  </a:lnTo>
                  <a:lnTo>
                    <a:pt x="4528502" y="909427"/>
                  </a:lnTo>
                  <a:lnTo>
                    <a:pt x="4528737" y="909427"/>
                  </a:lnTo>
                  <a:lnTo>
                    <a:pt x="4528737" y="908996"/>
                  </a:lnTo>
                  <a:lnTo>
                    <a:pt x="4528854" y="908566"/>
                  </a:lnTo>
                  <a:lnTo>
                    <a:pt x="4529442" y="908135"/>
                  </a:lnTo>
                  <a:lnTo>
                    <a:pt x="4529442" y="907704"/>
                  </a:lnTo>
                  <a:lnTo>
                    <a:pt x="4529560" y="907704"/>
                  </a:lnTo>
                  <a:lnTo>
                    <a:pt x="4529678" y="907704"/>
                  </a:lnTo>
                  <a:lnTo>
                    <a:pt x="4529795" y="907704"/>
                  </a:lnTo>
                  <a:lnTo>
                    <a:pt x="4529913" y="907274"/>
                  </a:lnTo>
                  <a:lnTo>
                    <a:pt x="4530031" y="907274"/>
                  </a:lnTo>
                  <a:lnTo>
                    <a:pt x="4530971" y="907274"/>
                  </a:lnTo>
                  <a:lnTo>
                    <a:pt x="4531089" y="907274"/>
                  </a:lnTo>
                  <a:lnTo>
                    <a:pt x="4531207" y="907274"/>
                  </a:lnTo>
                  <a:lnTo>
                    <a:pt x="4531324" y="907274"/>
                  </a:lnTo>
                  <a:lnTo>
                    <a:pt x="4531442" y="907274"/>
                  </a:lnTo>
                  <a:lnTo>
                    <a:pt x="4532500" y="907274"/>
                  </a:lnTo>
                  <a:lnTo>
                    <a:pt x="4532736" y="907274"/>
                  </a:lnTo>
                  <a:lnTo>
                    <a:pt x="4532971" y="907274"/>
                  </a:lnTo>
                  <a:lnTo>
                    <a:pt x="4533441" y="907274"/>
                  </a:lnTo>
                  <a:lnTo>
                    <a:pt x="4533677" y="906843"/>
                  </a:lnTo>
                  <a:lnTo>
                    <a:pt x="4533794" y="906843"/>
                  </a:lnTo>
                  <a:lnTo>
                    <a:pt x="4534617" y="906413"/>
                  </a:lnTo>
                  <a:lnTo>
                    <a:pt x="4534735" y="906413"/>
                  </a:lnTo>
                  <a:lnTo>
                    <a:pt x="4535441" y="906413"/>
                  </a:lnTo>
                  <a:lnTo>
                    <a:pt x="4535558" y="906413"/>
                  </a:lnTo>
                  <a:lnTo>
                    <a:pt x="4535558" y="905982"/>
                  </a:lnTo>
                  <a:lnTo>
                    <a:pt x="4535794" y="905982"/>
                  </a:lnTo>
                  <a:lnTo>
                    <a:pt x="4535911" y="905982"/>
                  </a:lnTo>
                  <a:lnTo>
                    <a:pt x="4536029" y="905982"/>
                  </a:lnTo>
                  <a:lnTo>
                    <a:pt x="4536735" y="905982"/>
                  </a:lnTo>
                  <a:lnTo>
                    <a:pt x="4536852" y="905982"/>
                  </a:lnTo>
                  <a:lnTo>
                    <a:pt x="4536970" y="905982"/>
                  </a:lnTo>
                  <a:lnTo>
                    <a:pt x="4537205" y="905121"/>
                  </a:lnTo>
                  <a:lnTo>
                    <a:pt x="4537205" y="904690"/>
                  </a:lnTo>
                  <a:lnTo>
                    <a:pt x="4537440" y="904690"/>
                  </a:lnTo>
                  <a:lnTo>
                    <a:pt x="4537558" y="904690"/>
                  </a:lnTo>
                  <a:lnTo>
                    <a:pt x="4538499" y="903829"/>
                  </a:lnTo>
                  <a:lnTo>
                    <a:pt x="4538734" y="903398"/>
                  </a:lnTo>
                  <a:lnTo>
                    <a:pt x="4538852" y="903398"/>
                  </a:lnTo>
                  <a:lnTo>
                    <a:pt x="4538969" y="903398"/>
                  </a:lnTo>
                  <a:lnTo>
                    <a:pt x="4538969" y="902968"/>
                  </a:lnTo>
                  <a:lnTo>
                    <a:pt x="4539204" y="902968"/>
                  </a:lnTo>
                  <a:lnTo>
                    <a:pt x="4539557" y="902968"/>
                  </a:lnTo>
                  <a:lnTo>
                    <a:pt x="4539675" y="902968"/>
                  </a:lnTo>
                  <a:lnTo>
                    <a:pt x="4539910" y="901245"/>
                  </a:lnTo>
                  <a:lnTo>
                    <a:pt x="4540028" y="900815"/>
                  </a:lnTo>
                  <a:lnTo>
                    <a:pt x="4540263" y="900815"/>
                  </a:lnTo>
                  <a:lnTo>
                    <a:pt x="4540969" y="900384"/>
                  </a:lnTo>
                  <a:lnTo>
                    <a:pt x="4541086" y="900384"/>
                  </a:lnTo>
                  <a:lnTo>
                    <a:pt x="4541204" y="900384"/>
                  </a:lnTo>
                  <a:lnTo>
                    <a:pt x="4541439" y="900384"/>
                  </a:lnTo>
                  <a:lnTo>
                    <a:pt x="4541910" y="899954"/>
                  </a:lnTo>
                  <a:lnTo>
                    <a:pt x="4541910" y="899523"/>
                  </a:lnTo>
                  <a:lnTo>
                    <a:pt x="4542262" y="899523"/>
                  </a:lnTo>
                  <a:lnTo>
                    <a:pt x="4542380" y="899523"/>
                  </a:lnTo>
                  <a:lnTo>
                    <a:pt x="4542968" y="899523"/>
                  </a:lnTo>
                  <a:lnTo>
                    <a:pt x="4544027" y="898662"/>
                  </a:lnTo>
                  <a:lnTo>
                    <a:pt x="4544262" y="898662"/>
                  </a:lnTo>
                  <a:lnTo>
                    <a:pt x="4544379" y="898662"/>
                  </a:lnTo>
                  <a:lnTo>
                    <a:pt x="4544497" y="898662"/>
                  </a:lnTo>
                  <a:lnTo>
                    <a:pt x="4544850" y="898662"/>
                  </a:lnTo>
                  <a:lnTo>
                    <a:pt x="4544968" y="898231"/>
                  </a:lnTo>
                  <a:lnTo>
                    <a:pt x="4545203" y="898231"/>
                  </a:lnTo>
                  <a:lnTo>
                    <a:pt x="4545438" y="898231"/>
                  </a:lnTo>
                  <a:lnTo>
                    <a:pt x="4545556" y="898231"/>
                  </a:lnTo>
                  <a:lnTo>
                    <a:pt x="4545908" y="897801"/>
                  </a:lnTo>
                  <a:lnTo>
                    <a:pt x="4546026" y="897801"/>
                  </a:lnTo>
                  <a:lnTo>
                    <a:pt x="4546144" y="897801"/>
                  </a:lnTo>
                  <a:lnTo>
                    <a:pt x="4546261" y="897801"/>
                  </a:lnTo>
                  <a:lnTo>
                    <a:pt x="4546379" y="897801"/>
                  </a:lnTo>
                  <a:lnTo>
                    <a:pt x="4546732" y="897801"/>
                  </a:lnTo>
                  <a:lnTo>
                    <a:pt x="4547790" y="897370"/>
                  </a:lnTo>
                  <a:lnTo>
                    <a:pt x="4548026" y="897370"/>
                  </a:lnTo>
                  <a:lnTo>
                    <a:pt x="4548261" y="897370"/>
                  </a:lnTo>
                  <a:lnTo>
                    <a:pt x="4548496" y="896939"/>
                  </a:lnTo>
                  <a:lnTo>
                    <a:pt x="4548614" y="896939"/>
                  </a:lnTo>
                  <a:lnTo>
                    <a:pt x="4548731" y="896939"/>
                  </a:lnTo>
                  <a:lnTo>
                    <a:pt x="4548731" y="896509"/>
                  </a:lnTo>
                  <a:lnTo>
                    <a:pt x="4548849" y="896509"/>
                  </a:lnTo>
                  <a:lnTo>
                    <a:pt x="4548966" y="896509"/>
                  </a:lnTo>
                  <a:lnTo>
                    <a:pt x="4548966" y="896078"/>
                  </a:lnTo>
                  <a:lnTo>
                    <a:pt x="4548966" y="895648"/>
                  </a:lnTo>
                  <a:lnTo>
                    <a:pt x="4549084" y="895648"/>
                  </a:lnTo>
                  <a:lnTo>
                    <a:pt x="4549202" y="895648"/>
                  </a:lnTo>
                  <a:lnTo>
                    <a:pt x="4550143" y="895217"/>
                  </a:lnTo>
                  <a:lnTo>
                    <a:pt x="4550260" y="895217"/>
                  </a:lnTo>
                  <a:lnTo>
                    <a:pt x="4550378" y="895217"/>
                  </a:lnTo>
                  <a:lnTo>
                    <a:pt x="4550495" y="894786"/>
                  </a:lnTo>
                  <a:lnTo>
                    <a:pt x="4550613" y="894786"/>
                  </a:lnTo>
                  <a:lnTo>
                    <a:pt x="4550731" y="894786"/>
                  </a:lnTo>
                  <a:lnTo>
                    <a:pt x="4550848" y="894786"/>
                  </a:lnTo>
                  <a:lnTo>
                    <a:pt x="4551083" y="894786"/>
                  </a:lnTo>
                  <a:lnTo>
                    <a:pt x="4551201" y="894786"/>
                  </a:lnTo>
                  <a:lnTo>
                    <a:pt x="4551319" y="894786"/>
                  </a:lnTo>
                  <a:lnTo>
                    <a:pt x="4551789" y="894356"/>
                  </a:lnTo>
                  <a:lnTo>
                    <a:pt x="4551907" y="894356"/>
                  </a:lnTo>
                  <a:lnTo>
                    <a:pt x="4552260" y="894356"/>
                  </a:lnTo>
                  <a:lnTo>
                    <a:pt x="4553083" y="893925"/>
                  </a:lnTo>
                  <a:lnTo>
                    <a:pt x="4553201" y="893925"/>
                  </a:lnTo>
                  <a:lnTo>
                    <a:pt x="4553553" y="893925"/>
                  </a:lnTo>
                  <a:lnTo>
                    <a:pt x="4553553" y="893495"/>
                  </a:lnTo>
                  <a:lnTo>
                    <a:pt x="4553671" y="893495"/>
                  </a:lnTo>
                  <a:lnTo>
                    <a:pt x="4553789" y="893495"/>
                  </a:lnTo>
                  <a:lnTo>
                    <a:pt x="4554141" y="893495"/>
                  </a:lnTo>
                  <a:lnTo>
                    <a:pt x="4554494" y="893064"/>
                  </a:lnTo>
                  <a:lnTo>
                    <a:pt x="4554612" y="893064"/>
                  </a:lnTo>
                  <a:lnTo>
                    <a:pt x="4554965" y="893064"/>
                  </a:lnTo>
                  <a:lnTo>
                    <a:pt x="4555553" y="892633"/>
                  </a:lnTo>
                  <a:lnTo>
                    <a:pt x="4555670" y="892633"/>
                  </a:lnTo>
                  <a:lnTo>
                    <a:pt x="4555788" y="892633"/>
                  </a:lnTo>
                  <a:lnTo>
                    <a:pt x="4555906" y="892633"/>
                  </a:lnTo>
                  <a:lnTo>
                    <a:pt x="4557082" y="890911"/>
                  </a:lnTo>
                  <a:lnTo>
                    <a:pt x="4557552" y="890911"/>
                  </a:lnTo>
                  <a:lnTo>
                    <a:pt x="4557787" y="890480"/>
                  </a:lnTo>
                  <a:lnTo>
                    <a:pt x="4557787" y="890050"/>
                  </a:lnTo>
                  <a:lnTo>
                    <a:pt x="4557905" y="890050"/>
                  </a:lnTo>
                  <a:lnTo>
                    <a:pt x="4558611" y="889619"/>
                  </a:lnTo>
                  <a:lnTo>
                    <a:pt x="4558846" y="889619"/>
                  </a:lnTo>
                  <a:lnTo>
                    <a:pt x="4558846" y="888758"/>
                  </a:lnTo>
                  <a:lnTo>
                    <a:pt x="4558964" y="888758"/>
                  </a:lnTo>
                  <a:lnTo>
                    <a:pt x="4559081" y="888758"/>
                  </a:lnTo>
                  <a:lnTo>
                    <a:pt x="4559669" y="888758"/>
                  </a:lnTo>
                  <a:lnTo>
                    <a:pt x="4559787" y="888758"/>
                  </a:lnTo>
                  <a:lnTo>
                    <a:pt x="4559905" y="888327"/>
                  </a:lnTo>
                  <a:lnTo>
                    <a:pt x="4560610" y="888327"/>
                  </a:lnTo>
                  <a:lnTo>
                    <a:pt x="4560728" y="888327"/>
                  </a:lnTo>
                  <a:lnTo>
                    <a:pt x="4560845" y="888327"/>
                  </a:lnTo>
                  <a:lnTo>
                    <a:pt x="4560963" y="887897"/>
                  </a:lnTo>
                  <a:lnTo>
                    <a:pt x="4561081" y="887897"/>
                  </a:lnTo>
                  <a:lnTo>
                    <a:pt x="4561198" y="887036"/>
                  </a:lnTo>
                  <a:lnTo>
                    <a:pt x="4561316" y="887036"/>
                  </a:lnTo>
                  <a:lnTo>
                    <a:pt x="4562610" y="886605"/>
                  </a:lnTo>
                  <a:lnTo>
                    <a:pt x="4562727" y="886605"/>
                  </a:lnTo>
                  <a:lnTo>
                    <a:pt x="4562845" y="886605"/>
                  </a:lnTo>
                  <a:lnTo>
                    <a:pt x="4563433" y="885744"/>
                  </a:lnTo>
                  <a:lnTo>
                    <a:pt x="4563551" y="885744"/>
                  </a:lnTo>
                  <a:lnTo>
                    <a:pt x="4563668" y="885744"/>
                  </a:lnTo>
                  <a:lnTo>
                    <a:pt x="4564609" y="885744"/>
                  </a:lnTo>
                  <a:lnTo>
                    <a:pt x="4564727" y="885744"/>
                  </a:lnTo>
                  <a:lnTo>
                    <a:pt x="4564844" y="885744"/>
                  </a:lnTo>
                  <a:lnTo>
                    <a:pt x="4564962" y="885744"/>
                  </a:lnTo>
                  <a:lnTo>
                    <a:pt x="4565080" y="885744"/>
                  </a:lnTo>
                  <a:lnTo>
                    <a:pt x="4565197" y="885744"/>
                  </a:lnTo>
                  <a:lnTo>
                    <a:pt x="4565432" y="885744"/>
                  </a:lnTo>
                  <a:lnTo>
                    <a:pt x="4565668" y="885744"/>
                  </a:lnTo>
                  <a:lnTo>
                    <a:pt x="4565668" y="885313"/>
                  </a:lnTo>
                  <a:lnTo>
                    <a:pt x="4566256" y="885313"/>
                  </a:lnTo>
                  <a:lnTo>
                    <a:pt x="4568255" y="884021"/>
                  </a:lnTo>
                  <a:lnTo>
                    <a:pt x="4568373" y="884021"/>
                  </a:lnTo>
                  <a:lnTo>
                    <a:pt x="4568490" y="884021"/>
                  </a:lnTo>
                  <a:lnTo>
                    <a:pt x="4568843" y="884021"/>
                  </a:lnTo>
                  <a:lnTo>
                    <a:pt x="4569078" y="884021"/>
                  </a:lnTo>
                  <a:lnTo>
                    <a:pt x="4569431" y="884021"/>
                  </a:lnTo>
                  <a:lnTo>
                    <a:pt x="4569667" y="882730"/>
                  </a:lnTo>
                  <a:lnTo>
                    <a:pt x="4569667" y="882299"/>
                  </a:lnTo>
                  <a:lnTo>
                    <a:pt x="4569902" y="882299"/>
                  </a:lnTo>
                  <a:lnTo>
                    <a:pt x="4570019" y="882299"/>
                  </a:lnTo>
                  <a:lnTo>
                    <a:pt x="4570137" y="882299"/>
                  </a:lnTo>
                  <a:lnTo>
                    <a:pt x="4570255" y="882299"/>
                  </a:lnTo>
                  <a:lnTo>
                    <a:pt x="4570725" y="881868"/>
                  </a:lnTo>
                  <a:lnTo>
                    <a:pt x="4570960" y="881438"/>
                  </a:lnTo>
                  <a:lnTo>
                    <a:pt x="4571313" y="881007"/>
                  </a:lnTo>
                  <a:lnTo>
                    <a:pt x="4571313" y="880577"/>
                  </a:lnTo>
                  <a:lnTo>
                    <a:pt x="4571431" y="880577"/>
                  </a:lnTo>
                  <a:lnTo>
                    <a:pt x="4572960" y="879715"/>
                  </a:lnTo>
                  <a:lnTo>
                    <a:pt x="4573430" y="879285"/>
                  </a:lnTo>
                  <a:lnTo>
                    <a:pt x="4573548" y="879285"/>
                  </a:lnTo>
                  <a:lnTo>
                    <a:pt x="4573783" y="879285"/>
                  </a:lnTo>
                  <a:lnTo>
                    <a:pt x="4573901" y="879285"/>
                  </a:lnTo>
                  <a:lnTo>
                    <a:pt x="4574371" y="879285"/>
                  </a:lnTo>
                  <a:lnTo>
                    <a:pt x="4574606" y="878424"/>
                  </a:lnTo>
                  <a:lnTo>
                    <a:pt x="4574959" y="878424"/>
                  </a:lnTo>
                  <a:lnTo>
                    <a:pt x="4575194" y="877993"/>
                  </a:lnTo>
                  <a:lnTo>
                    <a:pt x="4575547" y="877562"/>
                  </a:lnTo>
                  <a:lnTo>
                    <a:pt x="4575665" y="877562"/>
                  </a:lnTo>
                  <a:lnTo>
                    <a:pt x="4575900" y="877562"/>
                  </a:lnTo>
                  <a:lnTo>
                    <a:pt x="4576135" y="877562"/>
                  </a:lnTo>
                  <a:lnTo>
                    <a:pt x="4576723" y="875840"/>
                  </a:lnTo>
                  <a:lnTo>
                    <a:pt x="4576841" y="875409"/>
                  </a:lnTo>
                  <a:lnTo>
                    <a:pt x="4576959" y="875409"/>
                  </a:lnTo>
                  <a:lnTo>
                    <a:pt x="4577076" y="875409"/>
                  </a:lnTo>
                  <a:lnTo>
                    <a:pt x="4577076" y="874979"/>
                  </a:lnTo>
                  <a:lnTo>
                    <a:pt x="4577076" y="874548"/>
                  </a:lnTo>
                  <a:lnTo>
                    <a:pt x="4577311" y="874118"/>
                  </a:lnTo>
                  <a:lnTo>
                    <a:pt x="4577429" y="874118"/>
                  </a:lnTo>
                  <a:lnTo>
                    <a:pt x="4577547" y="874118"/>
                  </a:lnTo>
                  <a:lnTo>
                    <a:pt x="4578723" y="873687"/>
                  </a:lnTo>
                  <a:lnTo>
                    <a:pt x="4578958" y="873687"/>
                  </a:lnTo>
                  <a:lnTo>
                    <a:pt x="4579076" y="873687"/>
                  </a:lnTo>
                  <a:lnTo>
                    <a:pt x="4579311" y="873687"/>
                  </a:lnTo>
                  <a:lnTo>
                    <a:pt x="4579546" y="873687"/>
                  </a:lnTo>
                  <a:lnTo>
                    <a:pt x="4579664" y="873687"/>
                  </a:lnTo>
                  <a:lnTo>
                    <a:pt x="4579781" y="873687"/>
                  </a:lnTo>
                  <a:lnTo>
                    <a:pt x="4580134" y="873687"/>
                  </a:lnTo>
                  <a:lnTo>
                    <a:pt x="4580252" y="873687"/>
                  </a:lnTo>
                  <a:lnTo>
                    <a:pt x="4581193" y="871965"/>
                  </a:lnTo>
                  <a:lnTo>
                    <a:pt x="4581310" y="871965"/>
                  </a:lnTo>
                  <a:lnTo>
                    <a:pt x="4581428" y="871965"/>
                  </a:lnTo>
                  <a:lnTo>
                    <a:pt x="4582369" y="871965"/>
                  </a:lnTo>
                  <a:lnTo>
                    <a:pt x="4582722" y="871965"/>
                  </a:lnTo>
                  <a:lnTo>
                    <a:pt x="4582839" y="871965"/>
                  </a:lnTo>
                  <a:lnTo>
                    <a:pt x="4583192" y="871965"/>
                  </a:lnTo>
                  <a:lnTo>
                    <a:pt x="4583310" y="871965"/>
                  </a:lnTo>
                  <a:lnTo>
                    <a:pt x="4583663" y="871534"/>
                  </a:lnTo>
                  <a:lnTo>
                    <a:pt x="4583780" y="871534"/>
                  </a:lnTo>
                  <a:lnTo>
                    <a:pt x="4584015" y="871103"/>
                  </a:lnTo>
                  <a:lnTo>
                    <a:pt x="4584486" y="870242"/>
                  </a:lnTo>
                  <a:lnTo>
                    <a:pt x="4584604" y="869812"/>
                  </a:lnTo>
                  <a:lnTo>
                    <a:pt x="4584721" y="869812"/>
                  </a:lnTo>
                  <a:lnTo>
                    <a:pt x="4585074" y="869812"/>
                  </a:lnTo>
                  <a:lnTo>
                    <a:pt x="4585192" y="869812"/>
                  </a:lnTo>
                  <a:lnTo>
                    <a:pt x="4585780" y="869812"/>
                  </a:lnTo>
                  <a:lnTo>
                    <a:pt x="4585897" y="869812"/>
                  </a:lnTo>
                  <a:lnTo>
                    <a:pt x="4586133" y="869812"/>
                  </a:lnTo>
                  <a:lnTo>
                    <a:pt x="4586250" y="869812"/>
                  </a:lnTo>
                  <a:lnTo>
                    <a:pt x="4586721" y="869381"/>
                  </a:lnTo>
                  <a:lnTo>
                    <a:pt x="4586838" y="869381"/>
                  </a:lnTo>
                  <a:lnTo>
                    <a:pt x="4587191" y="868950"/>
                  </a:lnTo>
                  <a:lnTo>
                    <a:pt x="4587426" y="868950"/>
                  </a:lnTo>
                  <a:lnTo>
                    <a:pt x="4587544" y="868950"/>
                  </a:lnTo>
                  <a:lnTo>
                    <a:pt x="4587662" y="868950"/>
                  </a:lnTo>
                  <a:lnTo>
                    <a:pt x="4587897" y="868950"/>
                  </a:lnTo>
                  <a:lnTo>
                    <a:pt x="4588250" y="868950"/>
                  </a:lnTo>
                  <a:lnTo>
                    <a:pt x="4588838" y="868089"/>
                  </a:lnTo>
                  <a:lnTo>
                    <a:pt x="4589191" y="867659"/>
                  </a:lnTo>
                  <a:lnTo>
                    <a:pt x="4589308" y="867659"/>
                  </a:lnTo>
                  <a:lnTo>
                    <a:pt x="4589779" y="867659"/>
                  </a:lnTo>
                  <a:lnTo>
                    <a:pt x="4589896" y="867659"/>
                  </a:lnTo>
                  <a:lnTo>
                    <a:pt x="4590014" y="867659"/>
                  </a:lnTo>
                  <a:lnTo>
                    <a:pt x="4590131" y="867659"/>
                  </a:lnTo>
                  <a:lnTo>
                    <a:pt x="4591072" y="867659"/>
                  </a:lnTo>
                  <a:lnTo>
                    <a:pt x="4591190" y="867659"/>
                  </a:lnTo>
                  <a:lnTo>
                    <a:pt x="4591308" y="867659"/>
                  </a:lnTo>
                  <a:lnTo>
                    <a:pt x="4591543" y="867228"/>
                  </a:lnTo>
                  <a:lnTo>
                    <a:pt x="4591660" y="867228"/>
                  </a:lnTo>
                  <a:lnTo>
                    <a:pt x="4592601" y="866367"/>
                  </a:lnTo>
                  <a:lnTo>
                    <a:pt x="4592719" y="866367"/>
                  </a:lnTo>
                  <a:lnTo>
                    <a:pt x="4592837" y="866367"/>
                  </a:lnTo>
                  <a:lnTo>
                    <a:pt x="4592954" y="865936"/>
                  </a:lnTo>
                  <a:lnTo>
                    <a:pt x="4593307" y="865936"/>
                  </a:lnTo>
                  <a:lnTo>
                    <a:pt x="4593425" y="865936"/>
                  </a:lnTo>
                  <a:lnTo>
                    <a:pt x="4593542" y="865936"/>
                  </a:lnTo>
                  <a:lnTo>
                    <a:pt x="4593542" y="865506"/>
                  </a:lnTo>
                  <a:lnTo>
                    <a:pt x="4593660" y="865506"/>
                  </a:lnTo>
                  <a:lnTo>
                    <a:pt x="4594248" y="865506"/>
                  </a:lnTo>
                  <a:lnTo>
                    <a:pt x="4594954" y="865506"/>
                  </a:lnTo>
                  <a:lnTo>
                    <a:pt x="4595071" y="865506"/>
                  </a:lnTo>
                  <a:lnTo>
                    <a:pt x="4595424" y="865506"/>
                  </a:lnTo>
                  <a:lnTo>
                    <a:pt x="4595777" y="865506"/>
                  </a:lnTo>
                  <a:lnTo>
                    <a:pt x="4596012" y="864644"/>
                  </a:lnTo>
                  <a:lnTo>
                    <a:pt x="4596365" y="864644"/>
                  </a:lnTo>
                  <a:lnTo>
                    <a:pt x="4596483" y="864644"/>
                  </a:lnTo>
                  <a:lnTo>
                    <a:pt x="4596718" y="864214"/>
                  </a:lnTo>
                  <a:lnTo>
                    <a:pt x="4597071" y="863353"/>
                  </a:lnTo>
                  <a:lnTo>
                    <a:pt x="4597188" y="863353"/>
                  </a:lnTo>
                  <a:lnTo>
                    <a:pt x="4598364" y="863353"/>
                  </a:lnTo>
                  <a:lnTo>
                    <a:pt x="4598717" y="862922"/>
                  </a:lnTo>
                  <a:lnTo>
                    <a:pt x="4598835" y="862922"/>
                  </a:lnTo>
                  <a:lnTo>
                    <a:pt x="4598952" y="862922"/>
                  </a:lnTo>
                  <a:lnTo>
                    <a:pt x="4599070" y="862922"/>
                  </a:lnTo>
                  <a:lnTo>
                    <a:pt x="4599541" y="862922"/>
                  </a:lnTo>
                  <a:lnTo>
                    <a:pt x="4599893" y="862491"/>
                  </a:lnTo>
                  <a:lnTo>
                    <a:pt x="4600011" y="862491"/>
                  </a:lnTo>
                  <a:lnTo>
                    <a:pt x="4600364" y="862061"/>
                  </a:lnTo>
                  <a:lnTo>
                    <a:pt x="4600481" y="862061"/>
                  </a:lnTo>
                  <a:lnTo>
                    <a:pt x="4600952" y="861630"/>
                  </a:lnTo>
                  <a:lnTo>
                    <a:pt x="4601070" y="861630"/>
                  </a:lnTo>
                  <a:lnTo>
                    <a:pt x="4601422" y="861630"/>
                  </a:lnTo>
                  <a:lnTo>
                    <a:pt x="4601540" y="861630"/>
                  </a:lnTo>
                  <a:lnTo>
                    <a:pt x="4601893" y="861630"/>
                  </a:lnTo>
                  <a:lnTo>
                    <a:pt x="4603539" y="860338"/>
                  </a:lnTo>
                  <a:lnTo>
                    <a:pt x="4603657" y="860338"/>
                  </a:lnTo>
                  <a:lnTo>
                    <a:pt x="4603775" y="860338"/>
                  </a:lnTo>
                  <a:lnTo>
                    <a:pt x="4604010" y="860338"/>
                  </a:lnTo>
                  <a:lnTo>
                    <a:pt x="4604010" y="859908"/>
                  </a:lnTo>
                  <a:lnTo>
                    <a:pt x="4604363" y="859477"/>
                  </a:lnTo>
                  <a:lnTo>
                    <a:pt x="4604480" y="859477"/>
                  </a:lnTo>
                  <a:lnTo>
                    <a:pt x="4604716" y="859477"/>
                  </a:lnTo>
                  <a:lnTo>
                    <a:pt x="4605068" y="859477"/>
                  </a:lnTo>
                  <a:lnTo>
                    <a:pt x="4605186" y="859477"/>
                  </a:lnTo>
                  <a:lnTo>
                    <a:pt x="4605421" y="859047"/>
                  </a:lnTo>
                  <a:lnTo>
                    <a:pt x="4605421" y="858185"/>
                  </a:lnTo>
                  <a:lnTo>
                    <a:pt x="4605539" y="858185"/>
                  </a:lnTo>
                  <a:lnTo>
                    <a:pt x="4605774" y="858185"/>
                  </a:lnTo>
                  <a:lnTo>
                    <a:pt x="4605892" y="858185"/>
                  </a:lnTo>
                  <a:lnTo>
                    <a:pt x="4606245" y="858185"/>
                  </a:lnTo>
                  <a:lnTo>
                    <a:pt x="4606715" y="857755"/>
                  </a:lnTo>
                  <a:lnTo>
                    <a:pt x="4606950" y="857324"/>
                  </a:lnTo>
                  <a:lnTo>
                    <a:pt x="4607891" y="856032"/>
                  </a:lnTo>
                  <a:lnTo>
                    <a:pt x="4608479" y="855602"/>
                  </a:lnTo>
                  <a:lnTo>
                    <a:pt x="4608597" y="855602"/>
                  </a:lnTo>
                  <a:lnTo>
                    <a:pt x="4608714" y="855602"/>
                  </a:lnTo>
                  <a:lnTo>
                    <a:pt x="4608832" y="855602"/>
                  </a:lnTo>
                  <a:lnTo>
                    <a:pt x="4609067" y="854741"/>
                  </a:lnTo>
                  <a:lnTo>
                    <a:pt x="4609185" y="853879"/>
                  </a:lnTo>
                  <a:lnTo>
                    <a:pt x="4609538" y="853879"/>
                  </a:lnTo>
                  <a:lnTo>
                    <a:pt x="4609773" y="853879"/>
                  </a:lnTo>
                  <a:lnTo>
                    <a:pt x="4609891" y="853879"/>
                  </a:lnTo>
                  <a:lnTo>
                    <a:pt x="4610008" y="853879"/>
                  </a:lnTo>
                  <a:lnTo>
                    <a:pt x="4610243" y="853879"/>
                  </a:lnTo>
                  <a:lnTo>
                    <a:pt x="4610361" y="853879"/>
                  </a:lnTo>
                  <a:lnTo>
                    <a:pt x="4610479" y="853879"/>
                  </a:lnTo>
                  <a:lnTo>
                    <a:pt x="4610949" y="853879"/>
                  </a:lnTo>
                  <a:lnTo>
                    <a:pt x="4611420" y="853879"/>
                  </a:lnTo>
                  <a:lnTo>
                    <a:pt x="4611655" y="853449"/>
                  </a:lnTo>
                  <a:lnTo>
                    <a:pt x="4611772" y="853449"/>
                  </a:lnTo>
                  <a:lnTo>
                    <a:pt x="4612008" y="853449"/>
                  </a:lnTo>
                  <a:lnTo>
                    <a:pt x="4612125" y="853449"/>
                  </a:lnTo>
                  <a:lnTo>
                    <a:pt x="4612361" y="853449"/>
                  </a:lnTo>
                  <a:lnTo>
                    <a:pt x="4612596" y="853018"/>
                  </a:lnTo>
                  <a:lnTo>
                    <a:pt x="4613419" y="851296"/>
                  </a:lnTo>
                  <a:lnTo>
                    <a:pt x="4613772" y="851296"/>
                  </a:lnTo>
                  <a:lnTo>
                    <a:pt x="4613889" y="851296"/>
                  </a:lnTo>
                  <a:lnTo>
                    <a:pt x="4614125" y="851296"/>
                  </a:lnTo>
                  <a:lnTo>
                    <a:pt x="4614830" y="850435"/>
                  </a:lnTo>
                  <a:lnTo>
                    <a:pt x="4614948" y="850435"/>
                  </a:lnTo>
                  <a:lnTo>
                    <a:pt x="4615536" y="850435"/>
                  </a:lnTo>
                  <a:lnTo>
                    <a:pt x="4615654" y="850435"/>
                  </a:lnTo>
                  <a:lnTo>
                    <a:pt x="4615771" y="850435"/>
                  </a:lnTo>
                  <a:lnTo>
                    <a:pt x="4616007" y="850435"/>
                  </a:lnTo>
                  <a:lnTo>
                    <a:pt x="4616242" y="850435"/>
                  </a:lnTo>
                  <a:lnTo>
                    <a:pt x="4616595" y="850435"/>
                  </a:lnTo>
                  <a:lnTo>
                    <a:pt x="4616712" y="850435"/>
                  </a:lnTo>
                  <a:lnTo>
                    <a:pt x="4616830" y="850004"/>
                  </a:lnTo>
                  <a:lnTo>
                    <a:pt x="4616947" y="850004"/>
                  </a:lnTo>
                  <a:lnTo>
                    <a:pt x="4617065" y="850004"/>
                  </a:lnTo>
                  <a:lnTo>
                    <a:pt x="4617183" y="850004"/>
                  </a:lnTo>
                  <a:lnTo>
                    <a:pt x="4617300" y="850004"/>
                  </a:lnTo>
                  <a:lnTo>
                    <a:pt x="4618241" y="850004"/>
                  </a:lnTo>
                  <a:lnTo>
                    <a:pt x="4618476" y="850004"/>
                  </a:lnTo>
                  <a:lnTo>
                    <a:pt x="4618594" y="850004"/>
                  </a:lnTo>
                  <a:lnTo>
                    <a:pt x="4619417" y="850004"/>
                  </a:lnTo>
                  <a:lnTo>
                    <a:pt x="4619535" y="850004"/>
                  </a:lnTo>
                  <a:lnTo>
                    <a:pt x="4619535" y="849573"/>
                  </a:lnTo>
                  <a:lnTo>
                    <a:pt x="4619535" y="849143"/>
                  </a:lnTo>
                  <a:lnTo>
                    <a:pt x="4620123" y="848712"/>
                  </a:lnTo>
                  <a:lnTo>
                    <a:pt x="4620241" y="848712"/>
                  </a:lnTo>
                  <a:lnTo>
                    <a:pt x="4620358" y="848712"/>
                  </a:lnTo>
                  <a:lnTo>
                    <a:pt x="4620476" y="848712"/>
                  </a:lnTo>
                  <a:lnTo>
                    <a:pt x="4620476" y="848282"/>
                  </a:lnTo>
                  <a:lnTo>
                    <a:pt x="4620594" y="848282"/>
                  </a:lnTo>
                  <a:lnTo>
                    <a:pt x="4621652" y="847420"/>
                  </a:lnTo>
                  <a:lnTo>
                    <a:pt x="4622005" y="847420"/>
                  </a:lnTo>
                  <a:lnTo>
                    <a:pt x="4622240" y="846990"/>
                  </a:lnTo>
                  <a:lnTo>
                    <a:pt x="4622475" y="846990"/>
                  </a:lnTo>
                  <a:lnTo>
                    <a:pt x="4622593" y="846990"/>
                  </a:lnTo>
                  <a:lnTo>
                    <a:pt x="4623299" y="846990"/>
                  </a:lnTo>
                  <a:lnTo>
                    <a:pt x="4623651" y="846559"/>
                  </a:lnTo>
                  <a:lnTo>
                    <a:pt x="4624122" y="846559"/>
                  </a:lnTo>
                  <a:lnTo>
                    <a:pt x="4624357" y="846129"/>
                  </a:lnTo>
                  <a:lnTo>
                    <a:pt x="4624475" y="846129"/>
                  </a:lnTo>
                  <a:lnTo>
                    <a:pt x="4624710" y="846129"/>
                  </a:lnTo>
                  <a:lnTo>
                    <a:pt x="4625063" y="846129"/>
                  </a:lnTo>
                  <a:lnTo>
                    <a:pt x="4625180" y="845698"/>
                  </a:lnTo>
                  <a:lnTo>
                    <a:pt x="4625298" y="845698"/>
                  </a:lnTo>
                  <a:lnTo>
                    <a:pt x="4625416" y="845698"/>
                  </a:lnTo>
                  <a:lnTo>
                    <a:pt x="4625651" y="845267"/>
                  </a:lnTo>
                  <a:lnTo>
                    <a:pt x="4625886" y="845267"/>
                  </a:lnTo>
                  <a:lnTo>
                    <a:pt x="4626121" y="845267"/>
                  </a:lnTo>
                  <a:lnTo>
                    <a:pt x="4626239" y="845267"/>
                  </a:lnTo>
                  <a:lnTo>
                    <a:pt x="4626357" y="845267"/>
                  </a:lnTo>
                  <a:lnTo>
                    <a:pt x="4626474" y="845267"/>
                  </a:lnTo>
                  <a:lnTo>
                    <a:pt x="4626592" y="844406"/>
                  </a:lnTo>
                  <a:lnTo>
                    <a:pt x="4626709" y="844406"/>
                  </a:lnTo>
                  <a:lnTo>
                    <a:pt x="4626709" y="843976"/>
                  </a:lnTo>
                  <a:lnTo>
                    <a:pt x="4627180" y="843114"/>
                  </a:lnTo>
                  <a:lnTo>
                    <a:pt x="4627180" y="842684"/>
                  </a:lnTo>
                  <a:lnTo>
                    <a:pt x="4627180" y="842253"/>
                  </a:lnTo>
                  <a:lnTo>
                    <a:pt x="4627650" y="841392"/>
                  </a:lnTo>
                  <a:lnTo>
                    <a:pt x="4628356" y="840961"/>
                  </a:lnTo>
                  <a:lnTo>
                    <a:pt x="4628827" y="840961"/>
                  </a:lnTo>
                  <a:lnTo>
                    <a:pt x="4628944" y="840961"/>
                  </a:lnTo>
                  <a:lnTo>
                    <a:pt x="4629062" y="840961"/>
                  </a:lnTo>
                  <a:lnTo>
                    <a:pt x="4629297" y="840961"/>
                  </a:lnTo>
                  <a:lnTo>
                    <a:pt x="4629532" y="840961"/>
                  </a:lnTo>
                  <a:lnTo>
                    <a:pt x="4629885" y="840961"/>
                  </a:lnTo>
                  <a:lnTo>
                    <a:pt x="4630003" y="840961"/>
                  </a:lnTo>
                  <a:lnTo>
                    <a:pt x="4630591" y="840531"/>
                  </a:lnTo>
                  <a:lnTo>
                    <a:pt x="4631061" y="840531"/>
                  </a:lnTo>
                  <a:lnTo>
                    <a:pt x="4631414" y="840100"/>
                  </a:lnTo>
                  <a:lnTo>
                    <a:pt x="4631649" y="840100"/>
                  </a:lnTo>
                  <a:lnTo>
                    <a:pt x="4631767" y="840100"/>
                  </a:lnTo>
                  <a:lnTo>
                    <a:pt x="4631767" y="839670"/>
                  </a:lnTo>
                  <a:lnTo>
                    <a:pt x="4632237" y="839670"/>
                  </a:lnTo>
                  <a:lnTo>
                    <a:pt x="4632590" y="839670"/>
                  </a:lnTo>
                  <a:lnTo>
                    <a:pt x="4634590" y="837086"/>
                  </a:lnTo>
                  <a:lnTo>
                    <a:pt x="4634707" y="837086"/>
                  </a:lnTo>
                  <a:lnTo>
                    <a:pt x="4634825" y="837086"/>
                  </a:lnTo>
                  <a:lnTo>
                    <a:pt x="4634942" y="837086"/>
                  </a:lnTo>
                  <a:lnTo>
                    <a:pt x="4635413" y="836655"/>
                  </a:lnTo>
                  <a:lnTo>
                    <a:pt x="4635531" y="836655"/>
                  </a:lnTo>
                  <a:lnTo>
                    <a:pt x="4635648" y="836655"/>
                  </a:lnTo>
                  <a:lnTo>
                    <a:pt x="4635883" y="836655"/>
                  </a:lnTo>
                  <a:lnTo>
                    <a:pt x="4636001" y="836655"/>
                  </a:lnTo>
                  <a:lnTo>
                    <a:pt x="4636119" y="836655"/>
                  </a:lnTo>
                  <a:lnTo>
                    <a:pt x="4636236" y="836655"/>
                  </a:lnTo>
                  <a:lnTo>
                    <a:pt x="4636589" y="836655"/>
                  </a:lnTo>
                  <a:lnTo>
                    <a:pt x="4637295" y="836225"/>
                  </a:lnTo>
                  <a:lnTo>
                    <a:pt x="4637883" y="835794"/>
                  </a:lnTo>
                  <a:lnTo>
                    <a:pt x="4638236" y="835794"/>
                  </a:lnTo>
                  <a:lnTo>
                    <a:pt x="4638941" y="835364"/>
                  </a:lnTo>
                  <a:lnTo>
                    <a:pt x="4639059" y="835364"/>
                  </a:lnTo>
                  <a:lnTo>
                    <a:pt x="4639177" y="835364"/>
                  </a:lnTo>
                  <a:lnTo>
                    <a:pt x="4639882" y="835364"/>
                  </a:lnTo>
                  <a:lnTo>
                    <a:pt x="4639882" y="834933"/>
                  </a:lnTo>
                  <a:lnTo>
                    <a:pt x="4640000" y="834933"/>
                  </a:lnTo>
                  <a:lnTo>
                    <a:pt x="4640353" y="834502"/>
                  </a:lnTo>
                  <a:lnTo>
                    <a:pt x="4640353" y="833641"/>
                  </a:lnTo>
                  <a:lnTo>
                    <a:pt x="4640470" y="833641"/>
                  </a:lnTo>
                  <a:lnTo>
                    <a:pt x="4641294" y="833641"/>
                  </a:lnTo>
                  <a:lnTo>
                    <a:pt x="4641529" y="833641"/>
                  </a:lnTo>
                  <a:lnTo>
                    <a:pt x="4641882" y="833211"/>
                  </a:lnTo>
                  <a:lnTo>
                    <a:pt x="4642823" y="832780"/>
                  </a:lnTo>
                  <a:lnTo>
                    <a:pt x="4642940" y="832780"/>
                  </a:lnTo>
                  <a:lnTo>
                    <a:pt x="4643293" y="832349"/>
                  </a:lnTo>
                  <a:lnTo>
                    <a:pt x="4643411" y="832349"/>
                  </a:lnTo>
                  <a:lnTo>
                    <a:pt x="4643411" y="831919"/>
                  </a:lnTo>
                  <a:lnTo>
                    <a:pt x="4643528" y="831919"/>
                  </a:lnTo>
                  <a:lnTo>
                    <a:pt x="4643999" y="831919"/>
                  </a:lnTo>
                  <a:lnTo>
                    <a:pt x="4644116" y="831919"/>
                  </a:lnTo>
                  <a:lnTo>
                    <a:pt x="4644469" y="831919"/>
                  </a:lnTo>
                  <a:lnTo>
                    <a:pt x="4644940" y="831919"/>
                  </a:lnTo>
                  <a:lnTo>
                    <a:pt x="4646116" y="831058"/>
                  </a:lnTo>
                  <a:lnTo>
                    <a:pt x="4646469" y="830627"/>
                  </a:lnTo>
                  <a:lnTo>
                    <a:pt x="4646704" y="830627"/>
                  </a:lnTo>
                  <a:lnTo>
                    <a:pt x="4646821" y="830627"/>
                  </a:lnTo>
                  <a:lnTo>
                    <a:pt x="4646939" y="830627"/>
                  </a:lnTo>
                  <a:lnTo>
                    <a:pt x="4647174" y="830196"/>
                  </a:lnTo>
                  <a:lnTo>
                    <a:pt x="4647410" y="830196"/>
                  </a:lnTo>
                  <a:lnTo>
                    <a:pt x="4647762" y="830196"/>
                  </a:lnTo>
                  <a:lnTo>
                    <a:pt x="4647880" y="829766"/>
                  </a:lnTo>
                  <a:lnTo>
                    <a:pt x="4648468" y="829335"/>
                  </a:lnTo>
                  <a:lnTo>
                    <a:pt x="4648586" y="829335"/>
                  </a:lnTo>
                  <a:lnTo>
                    <a:pt x="4648586" y="828905"/>
                  </a:lnTo>
                  <a:lnTo>
                    <a:pt x="4648703" y="828905"/>
                  </a:lnTo>
                  <a:lnTo>
                    <a:pt x="4648821" y="828905"/>
                  </a:lnTo>
                  <a:lnTo>
                    <a:pt x="4648939" y="828474"/>
                  </a:lnTo>
                  <a:lnTo>
                    <a:pt x="4649291" y="828474"/>
                  </a:lnTo>
                  <a:lnTo>
                    <a:pt x="4649527" y="828474"/>
                  </a:lnTo>
                  <a:lnTo>
                    <a:pt x="4649644" y="828474"/>
                  </a:lnTo>
                  <a:lnTo>
                    <a:pt x="4650115" y="828474"/>
                  </a:lnTo>
                  <a:lnTo>
                    <a:pt x="4650585" y="828474"/>
                  </a:lnTo>
                  <a:lnTo>
                    <a:pt x="4650703" y="828474"/>
                  </a:lnTo>
                  <a:lnTo>
                    <a:pt x="4651056" y="828474"/>
                  </a:lnTo>
                  <a:lnTo>
                    <a:pt x="4651173" y="828474"/>
                  </a:lnTo>
                  <a:lnTo>
                    <a:pt x="4651644" y="828043"/>
                  </a:lnTo>
                  <a:lnTo>
                    <a:pt x="4651761" y="828043"/>
                  </a:lnTo>
                  <a:lnTo>
                    <a:pt x="4651997" y="828043"/>
                  </a:lnTo>
                  <a:lnTo>
                    <a:pt x="4652937" y="827613"/>
                  </a:lnTo>
                  <a:lnTo>
                    <a:pt x="4653173" y="827613"/>
                  </a:lnTo>
                  <a:lnTo>
                    <a:pt x="4653643" y="827613"/>
                  </a:lnTo>
                  <a:lnTo>
                    <a:pt x="4653996" y="827613"/>
                  </a:lnTo>
                  <a:lnTo>
                    <a:pt x="4654114" y="827613"/>
                  </a:lnTo>
                  <a:lnTo>
                    <a:pt x="4654937" y="827182"/>
                  </a:lnTo>
                  <a:lnTo>
                    <a:pt x="4655290" y="827182"/>
                  </a:lnTo>
                  <a:lnTo>
                    <a:pt x="4655407" y="827182"/>
                  </a:lnTo>
                  <a:lnTo>
                    <a:pt x="4655525" y="826752"/>
                  </a:lnTo>
                  <a:lnTo>
                    <a:pt x="4656113" y="826752"/>
                  </a:lnTo>
                  <a:lnTo>
                    <a:pt x="4656466" y="826752"/>
                  </a:lnTo>
                  <a:lnTo>
                    <a:pt x="4656819" y="826321"/>
                  </a:lnTo>
                  <a:lnTo>
                    <a:pt x="4657054" y="826321"/>
                  </a:lnTo>
                  <a:lnTo>
                    <a:pt x="4657054" y="825890"/>
                  </a:lnTo>
                  <a:lnTo>
                    <a:pt x="4657407" y="825460"/>
                  </a:lnTo>
                  <a:lnTo>
                    <a:pt x="4657524" y="825460"/>
                  </a:lnTo>
                  <a:lnTo>
                    <a:pt x="4657642" y="825029"/>
                  </a:lnTo>
                  <a:lnTo>
                    <a:pt x="4657877" y="824599"/>
                  </a:lnTo>
                  <a:lnTo>
                    <a:pt x="4658818" y="824599"/>
                  </a:lnTo>
                  <a:lnTo>
                    <a:pt x="4659289" y="824599"/>
                  </a:lnTo>
                  <a:lnTo>
                    <a:pt x="4659524" y="824168"/>
                  </a:lnTo>
                  <a:lnTo>
                    <a:pt x="4659641" y="824168"/>
                  </a:lnTo>
                  <a:lnTo>
                    <a:pt x="4659759" y="824168"/>
                  </a:lnTo>
                  <a:lnTo>
                    <a:pt x="4659759" y="823737"/>
                  </a:lnTo>
                  <a:lnTo>
                    <a:pt x="4660465" y="823307"/>
                  </a:lnTo>
                  <a:lnTo>
                    <a:pt x="4660582" y="823307"/>
                  </a:lnTo>
                  <a:lnTo>
                    <a:pt x="4661288" y="823307"/>
                  </a:lnTo>
                  <a:lnTo>
                    <a:pt x="4661523" y="823307"/>
                  </a:lnTo>
                  <a:lnTo>
                    <a:pt x="4661759" y="822015"/>
                  </a:lnTo>
                  <a:lnTo>
                    <a:pt x="4662347" y="821584"/>
                  </a:lnTo>
                  <a:lnTo>
                    <a:pt x="4662464" y="821584"/>
                  </a:lnTo>
                  <a:lnTo>
                    <a:pt x="4662582" y="821584"/>
                  </a:lnTo>
                  <a:lnTo>
                    <a:pt x="4662935" y="821584"/>
                  </a:lnTo>
                  <a:lnTo>
                    <a:pt x="4663287" y="821584"/>
                  </a:lnTo>
                  <a:lnTo>
                    <a:pt x="4663405" y="821584"/>
                  </a:lnTo>
                  <a:lnTo>
                    <a:pt x="4663523" y="821584"/>
                  </a:lnTo>
                  <a:lnTo>
                    <a:pt x="4663758" y="821154"/>
                  </a:lnTo>
                  <a:lnTo>
                    <a:pt x="4664464" y="821154"/>
                  </a:lnTo>
                  <a:lnTo>
                    <a:pt x="4664934" y="821154"/>
                  </a:lnTo>
                  <a:lnTo>
                    <a:pt x="4665405" y="820293"/>
                  </a:lnTo>
                  <a:lnTo>
                    <a:pt x="4665522" y="820293"/>
                  </a:lnTo>
                  <a:lnTo>
                    <a:pt x="4665875" y="820293"/>
                  </a:lnTo>
                  <a:lnTo>
                    <a:pt x="4666345" y="820293"/>
                  </a:lnTo>
                  <a:lnTo>
                    <a:pt x="4666463" y="820293"/>
                  </a:lnTo>
                  <a:lnTo>
                    <a:pt x="4666581" y="820293"/>
                  </a:lnTo>
                  <a:lnTo>
                    <a:pt x="4666934" y="819862"/>
                  </a:lnTo>
                  <a:lnTo>
                    <a:pt x="4667522" y="819862"/>
                  </a:lnTo>
                  <a:lnTo>
                    <a:pt x="4667639" y="819862"/>
                  </a:lnTo>
                  <a:lnTo>
                    <a:pt x="4667757" y="819862"/>
                  </a:lnTo>
                  <a:lnTo>
                    <a:pt x="4668110" y="819431"/>
                  </a:lnTo>
                  <a:lnTo>
                    <a:pt x="4668227" y="819001"/>
                  </a:lnTo>
                  <a:lnTo>
                    <a:pt x="4668227" y="818570"/>
                  </a:lnTo>
                  <a:lnTo>
                    <a:pt x="4668345" y="818570"/>
                  </a:lnTo>
                  <a:lnTo>
                    <a:pt x="4668463" y="818570"/>
                  </a:lnTo>
                  <a:lnTo>
                    <a:pt x="4668580" y="818570"/>
                  </a:lnTo>
                  <a:lnTo>
                    <a:pt x="4668698" y="818570"/>
                  </a:lnTo>
                  <a:lnTo>
                    <a:pt x="4668933" y="818570"/>
                  </a:lnTo>
                  <a:lnTo>
                    <a:pt x="4669521" y="818570"/>
                  </a:lnTo>
                  <a:lnTo>
                    <a:pt x="4669639" y="818570"/>
                  </a:lnTo>
                  <a:lnTo>
                    <a:pt x="4669756" y="818570"/>
                  </a:lnTo>
                  <a:lnTo>
                    <a:pt x="4669992" y="818570"/>
                  </a:lnTo>
                  <a:lnTo>
                    <a:pt x="4670344" y="817709"/>
                  </a:lnTo>
                  <a:lnTo>
                    <a:pt x="4670462" y="817278"/>
                  </a:lnTo>
                  <a:lnTo>
                    <a:pt x="4670580" y="817278"/>
                  </a:lnTo>
                  <a:lnTo>
                    <a:pt x="4670697" y="817278"/>
                  </a:lnTo>
                  <a:lnTo>
                    <a:pt x="4671403" y="817278"/>
                  </a:lnTo>
                  <a:lnTo>
                    <a:pt x="4671638" y="817278"/>
                  </a:lnTo>
                  <a:lnTo>
                    <a:pt x="4671756" y="817278"/>
                  </a:lnTo>
                  <a:lnTo>
                    <a:pt x="4671873" y="817278"/>
                  </a:lnTo>
                  <a:lnTo>
                    <a:pt x="4672344" y="817278"/>
                  </a:lnTo>
                  <a:lnTo>
                    <a:pt x="4672579" y="817278"/>
                  </a:lnTo>
                  <a:lnTo>
                    <a:pt x="4672697" y="817278"/>
                  </a:lnTo>
                  <a:lnTo>
                    <a:pt x="4672814" y="817278"/>
                  </a:lnTo>
                  <a:lnTo>
                    <a:pt x="4673049" y="817278"/>
                  </a:lnTo>
                  <a:lnTo>
                    <a:pt x="4673167" y="816848"/>
                  </a:lnTo>
                  <a:lnTo>
                    <a:pt x="4673285" y="816848"/>
                  </a:lnTo>
                  <a:lnTo>
                    <a:pt x="4673402" y="816848"/>
                  </a:lnTo>
                  <a:lnTo>
                    <a:pt x="4673638" y="816848"/>
                  </a:lnTo>
                  <a:lnTo>
                    <a:pt x="4674108" y="816848"/>
                  </a:lnTo>
                  <a:lnTo>
                    <a:pt x="4674578" y="816848"/>
                  </a:lnTo>
                  <a:lnTo>
                    <a:pt x="4674696" y="816848"/>
                  </a:lnTo>
                  <a:lnTo>
                    <a:pt x="4674814" y="816848"/>
                  </a:lnTo>
                  <a:lnTo>
                    <a:pt x="4675167" y="816848"/>
                  </a:lnTo>
                  <a:lnTo>
                    <a:pt x="4675519" y="816848"/>
                  </a:lnTo>
                  <a:lnTo>
                    <a:pt x="4675637" y="816848"/>
                  </a:lnTo>
                  <a:lnTo>
                    <a:pt x="4675990" y="816417"/>
                  </a:lnTo>
                  <a:lnTo>
                    <a:pt x="4676107" y="816417"/>
                  </a:lnTo>
                  <a:lnTo>
                    <a:pt x="4676460" y="816417"/>
                  </a:lnTo>
                  <a:lnTo>
                    <a:pt x="4676931" y="816417"/>
                  </a:lnTo>
                  <a:lnTo>
                    <a:pt x="4677048" y="816417"/>
                  </a:lnTo>
                  <a:lnTo>
                    <a:pt x="4677048" y="815987"/>
                  </a:lnTo>
                  <a:lnTo>
                    <a:pt x="4677284" y="815987"/>
                  </a:lnTo>
                  <a:lnTo>
                    <a:pt x="4677284" y="815556"/>
                  </a:lnTo>
                  <a:lnTo>
                    <a:pt x="4677401" y="815556"/>
                  </a:lnTo>
                  <a:lnTo>
                    <a:pt x="4677519" y="815556"/>
                  </a:lnTo>
                  <a:lnTo>
                    <a:pt x="4677989" y="815125"/>
                  </a:lnTo>
                  <a:lnTo>
                    <a:pt x="4678225" y="815125"/>
                  </a:lnTo>
                  <a:lnTo>
                    <a:pt x="4678577" y="815125"/>
                  </a:lnTo>
                  <a:lnTo>
                    <a:pt x="4678813" y="815125"/>
                  </a:lnTo>
                  <a:lnTo>
                    <a:pt x="4679283" y="814264"/>
                  </a:lnTo>
                  <a:lnTo>
                    <a:pt x="4679401" y="814264"/>
                  </a:lnTo>
                  <a:lnTo>
                    <a:pt x="4679989" y="813834"/>
                  </a:lnTo>
                  <a:lnTo>
                    <a:pt x="4680224" y="813834"/>
                  </a:lnTo>
                  <a:lnTo>
                    <a:pt x="4680694" y="813834"/>
                  </a:lnTo>
                  <a:lnTo>
                    <a:pt x="4681400" y="813834"/>
                  </a:lnTo>
                  <a:lnTo>
                    <a:pt x="4681400" y="813403"/>
                  </a:lnTo>
                  <a:lnTo>
                    <a:pt x="4681753" y="812972"/>
                  </a:lnTo>
                  <a:lnTo>
                    <a:pt x="4681988" y="812972"/>
                  </a:lnTo>
                  <a:lnTo>
                    <a:pt x="4682223" y="812972"/>
                  </a:lnTo>
                  <a:lnTo>
                    <a:pt x="4682576" y="812972"/>
                  </a:lnTo>
                  <a:lnTo>
                    <a:pt x="4682929" y="812972"/>
                  </a:lnTo>
                  <a:lnTo>
                    <a:pt x="4683400" y="812972"/>
                  </a:lnTo>
                  <a:lnTo>
                    <a:pt x="4683635" y="812972"/>
                  </a:lnTo>
                  <a:lnTo>
                    <a:pt x="4683752" y="812972"/>
                  </a:lnTo>
                  <a:lnTo>
                    <a:pt x="4683870" y="812972"/>
                  </a:lnTo>
                  <a:lnTo>
                    <a:pt x="4684340" y="812542"/>
                  </a:lnTo>
                  <a:lnTo>
                    <a:pt x="4684693" y="811250"/>
                  </a:lnTo>
                  <a:lnTo>
                    <a:pt x="4684693" y="810819"/>
                  </a:lnTo>
                  <a:lnTo>
                    <a:pt x="4684693" y="810389"/>
                  </a:lnTo>
                  <a:lnTo>
                    <a:pt x="4685046" y="810389"/>
                  </a:lnTo>
                  <a:lnTo>
                    <a:pt x="4685046" y="809528"/>
                  </a:lnTo>
                  <a:lnTo>
                    <a:pt x="4685164" y="809528"/>
                  </a:lnTo>
                  <a:lnTo>
                    <a:pt x="4685281" y="809528"/>
                  </a:lnTo>
                  <a:lnTo>
                    <a:pt x="4685399" y="809528"/>
                  </a:lnTo>
                  <a:lnTo>
                    <a:pt x="4685399" y="809097"/>
                  </a:lnTo>
                  <a:lnTo>
                    <a:pt x="4685517" y="809097"/>
                  </a:lnTo>
                  <a:lnTo>
                    <a:pt x="4685987" y="809097"/>
                  </a:lnTo>
                  <a:lnTo>
                    <a:pt x="4686457" y="809097"/>
                  </a:lnTo>
                  <a:lnTo>
                    <a:pt x="4687046" y="809097"/>
                  </a:lnTo>
                  <a:lnTo>
                    <a:pt x="4687281" y="809097"/>
                  </a:lnTo>
                  <a:lnTo>
                    <a:pt x="4687398" y="809097"/>
                  </a:lnTo>
                  <a:lnTo>
                    <a:pt x="4687751" y="809097"/>
                  </a:lnTo>
                  <a:lnTo>
                    <a:pt x="4687869" y="809097"/>
                  </a:lnTo>
                  <a:lnTo>
                    <a:pt x="4687869" y="808666"/>
                  </a:lnTo>
                  <a:lnTo>
                    <a:pt x="4687986" y="807805"/>
                  </a:lnTo>
                  <a:lnTo>
                    <a:pt x="4688104" y="807805"/>
                  </a:lnTo>
                  <a:lnTo>
                    <a:pt x="4688339" y="807805"/>
                  </a:lnTo>
                  <a:lnTo>
                    <a:pt x="4688575" y="807805"/>
                  </a:lnTo>
                  <a:lnTo>
                    <a:pt x="4688927" y="807375"/>
                  </a:lnTo>
                  <a:lnTo>
                    <a:pt x="4689045" y="807375"/>
                  </a:lnTo>
                  <a:lnTo>
                    <a:pt x="4693867" y="805652"/>
                  </a:lnTo>
                  <a:lnTo>
                    <a:pt x="4693985" y="805652"/>
                  </a:lnTo>
                  <a:lnTo>
                    <a:pt x="4694102" y="805652"/>
                  </a:lnTo>
                  <a:lnTo>
                    <a:pt x="4694220" y="805652"/>
                  </a:lnTo>
                  <a:lnTo>
                    <a:pt x="4694220" y="805222"/>
                  </a:lnTo>
                  <a:lnTo>
                    <a:pt x="4694338" y="805222"/>
                  </a:lnTo>
                  <a:lnTo>
                    <a:pt x="4694455" y="805222"/>
                  </a:lnTo>
                  <a:lnTo>
                    <a:pt x="4694573" y="805222"/>
                  </a:lnTo>
                  <a:lnTo>
                    <a:pt x="4694690" y="805222"/>
                  </a:lnTo>
                  <a:lnTo>
                    <a:pt x="4694808" y="805222"/>
                  </a:lnTo>
                  <a:lnTo>
                    <a:pt x="4694926" y="805222"/>
                  </a:lnTo>
                  <a:lnTo>
                    <a:pt x="4695043" y="805222"/>
                  </a:lnTo>
                  <a:lnTo>
                    <a:pt x="4695161" y="805222"/>
                  </a:lnTo>
                  <a:lnTo>
                    <a:pt x="4695749" y="805222"/>
                  </a:lnTo>
                  <a:lnTo>
                    <a:pt x="4695867" y="805222"/>
                  </a:lnTo>
                  <a:lnTo>
                    <a:pt x="4696102" y="805222"/>
                  </a:lnTo>
                  <a:lnTo>
                    <a:pt x="4696337" y="805222"/>
                  </a:lnTo>
                  <a:lnTo>
                    <a:pt x="4696337" y="804791"/>
                  </a:lnTo>
                  <a:lnTo>
                    <a:pt x="4696337" y="804360"/>
                  </a:lnTo>
                  <a:lnTo>
                    <a:pt x="4696337" y="803930"/>
                  </a:lnTo>
                  <a:lnTo>
                    <a:pt x="4696455" y="803930"/>
                  </a:lnTo>
                  <a:lnTo>
                    <a:pt x="4696925" y="803499"/>
                  </a:lnTo>
                  <a:lnTo>
                    <a:pt x="4697278" y="803069"/>
                  </a:lnTo>
                  <a:lnTo>
                    <a:pt x="4697396" y="803069"/>
                  </a:lnTo>
                  <a:lnTo>
                    <a:pt x="4697866" y="803069"/>
                  </a:lnTo>
                  <a:lnTo>
                    <a:pt x="4697866" y="802638"/>
                  </a:lnTo>
                  <a:lnTo>
                    <a:pt x="4698101" y="802638"/>
                  </a:lnTo>
                  <a:lnTo>
                    <a:pt x="4698219" y="802638"/>
                  </a:lnTo>
                  <a:lnTo>
                    <a:pt x="4698337" y="802638"/>
                  </a:lnTo>
                  <a:lnTo>
                    <a:pt x="4698689" y="802638"/>
                  </a:lnTo>
                  <a:lnTo>
                    <a:pt x="4699160" y="802638"/>
                  </a:lnTo>
                  <a:lnTo>
                    <a:pt x="4699513" y="802638"/>
                  </a:lnTo>
                  <a:lnTo>
                    <a:pt x="4699630" y="802638"/>
                  </a:lnTo>
                  <a:lnTo>
                    <a:pt x="4700101" y="801777"/>
                  </a:lnTo>
                  <a:lnTo>
                    <a:pt x="4700454" y="801346"/>
                  </a:lnTo>
                  <a:lnTo>
                    <a:pt x="4700571" y="800916"/>
                  </a:lnTo>
                  <a:lnTo>
                    <a:pt x="4700689" y="799624"/>
                  </a:lnTo>
                  <a:lnTo>
                    <a:pt x="4701042" y="797901"/>
                  </a:lnTo>
                  <a:lnTo>
                    <a:pt x="4701512" y="797901"/>
                  </a:lnTo>
                  <a:lnTo>
                    <a:pt x="4701747" y="797901"/>
                  </a:lnTo>
                  <a:lnTo>
                    <a:pt x="4702100" y="797901"/>
                  </a:lnTo>
                  <a:lnTo>
                    <a:pt x="4702688" y="797471"/>
                  </a:lnTo>
                  <a:lnTo>
                    <a:pt x="4703159" y="797471"/>
                  </a:lnTo>
                  <a:lnTo>
                    <a:pt x="4703276" y="797471"/>
                  </a:lnTo>
                  <a:lnTo>
                    <a:pt x="4703747" y="797471"/>
                  </a:lnTo>
                  <a:lnTo>
                    <a:pt x="4703864" y="797471"/>
                  </a:lnTo>
                  <a:lnTo>
                    <a:pt x="4704217" y="797040"/>
                  </a:lnTo>
                  <a:lnTo>
                    <a:pt x="4704570" y="797040"/>
                  </a:lnTo>
                  <a:lnTo>
                    <a:pt x="4704688" y="797040"/>
                  </a:lnTo>
                  <a:lnTo>
                    <a:pt x="4704923" y="797040"/>
                  </a:lnTo>
                  <a:lnTo>
                    <a:pt x="4705041" y="797040"/>
                  </a:lnTo>
                  <a:lnTo>
                    <a:pt x="4705393" y="797040"/>
                  </a:lnTo>
                  <a:lnTo>
                    <a:pt x="4705746" y="797040"/>
                  </a:lnTo>
                  <a:lnTo>
                    <a:pt x="4706099" y="797040"/>
                  </a:lnTo>
                  <a:lnTo>
                    <a:pt x="4706334" y="796610"/>
                  </a:lnTo>
                  <a:lnTo>
                    <a:pt x="4706452" y="796610"/>
                  </a:lnTo>
                  <a:lnTo>
                    <a:pt x="4706687" y="796610"/>
                  </a:lnTo>
                  <a:lnTo>
                    <a:pt x="4706805" y="796610"/>
                  </a:lnTo>
                  <a:lnTo>
                    <a:pt x="4706922" y="796179"/>
                  </a:lnTo>
                  <a:lnTo>
                    <a:pt x="4707040" y="796179"/>
                  </a:lnTo>
                  <a:lnTo>
                    <a:pt x="4707275" y="796179"/>
                  </a:lnTo>
                  <a:lnTo>
                    <a:pt x="4707628" y="795748"/>
                  </a:lnTo>
                  <a:lnTo>
                    <a:pt x="4708216" y="795318"/>
                  </a:lnTo>
                  <a:lnTo>
                    <a:pt x="4708334" y="795318"/>
                  </a:lnTo>
                  <a:lnTo>
                    <a:pt x="4708687" y="795318"/>
                  </a:lnTo>
                  <a:lnTo>
                    <a:pt x="4709157" y="795318"/>
                  </a:lnTo>
                  <a:lnTo>
                    <a:pt x="4709157" y="794887"/>
                  </a:lnTo>
                  <a:lnTo>
                    <a:pt x="4709392" y="794887"/>
                  </a:lnTo>
                  <a:lnTo>
                    <a:pt x="4709392" y="794457"/>
                  </a:lnTo>
                  <a:lnTo>
                    <a:pt x="4709745" y="793595"/>
                  </a:lnTo>
                  <a:lnTo>
                    <a:pt x="4710568" y="793165"/>
                  </a:lnTo>
                  <a:lnTo>
                    <a:pt x="4710686" y="793165"/>
                  </a:lnTo>
                  <a:lnTo>
                    <a:pt x="4710804" y="793165"/>
                  </a:lnTo>
                  <a:lnTo>
                    <a:pt x="4711039" y="792304"/>
                  </a:lnTo>
                  <a:lnTo>
                    <a:pt x="4711392" y="792304"/>
                  </a:lnTo>
                  <a:lnTo>
                    <a:pt x="4711980" y="791873"/>
                  </a:lnTo>
                  <a:lnTo>
                    <a:pt x="4712333" y="791442"/>
                  </a:lnTo>
                  <a:lnTo>
                    <a:pt x="4712450" y="791012"/>
                  </a:lnTo>
                  <a:lnTo>
                    <a:pt x="4712685" y="790581"/>
                  </a:lnTo>
                  <a:lnTo>
                    <a:pt x="4713038" y="790581"/>
                  </a:lnTo>
                  <a:lnTo>
                    <a:pt x="4713274" y="790581"/>
                  </a:lnTo>
                  <a:lnTo>
                    <a:pt x="4714450" y="790151"/>
                  </a:lnTo>
                  <a:lnTo>
                    <a:pt x="4714685" y="789720"/>
                  </a:lnTo>
                  <a:lnTo>
                    <a:pt x="4714803" y="789720"/>
                  </a:lnTo>
                  <a:lnTo>
                    <a:pt x="4714920" y="789720"/>
                  </a:lnTo>
                  <a:lnTo>
                    <a:pt x="4715038" y="789720"/>
                  </a:lnTo>
                  <a:lnTo>
                    <a:pt x="4715391" y="789720"/>
                  </a:lnTo>
                  <a:lnTo>
                    <a:pt x="4715626" y="789720"/>
                  </a:lnTo>
                  <a:lnTo>
                    <a:pt x="4716214" y="788428"/>
                  </a:lnTo>
                  <a:lnTo>
                    <a:pt x="4716332" y="788428"/>
                  </a:lnTo>
                  <a:lnTo>
                    <a:pt x="4716567" y="788428"/>
                  </a:lnTo>
                  <a:lnTo>
                    <a:pt x="4716567" y="787998"/>
                  </a:lnTo>
                  <a:lnTo>
                    <a:pt x="4717390" y="787567"/>
                  </a:lnTo>
                  <a:lnTo>
                    <a:pt x="4717625" y="787136"/>
                  </a:lnTo>
                  <a:lnTo>
                    <a:pt x="4717861" y="787136"/>
                  </a:lnTo>
                  <a:lnTo>
                    <a:pt x="4718213" y="787136"/>
                  </a:lnTo>
                  <a:lnTo>
                    <a:pt x="4719389" y="787136"/>
                  </a:lnTo>
                  <a:lnTo>
                    <a:pt x="4719507" y="787136"/>
                  </a:lnTo>
                  <a:lnTo>
                    <a:pt x="4719742" y="787136"/>
                  </a:lnTo>
                  <a:lnTo>
                    <a:pt x="4719860" y="787136"/>
                  </a:lnTo>
                  <a:lnTo>
                    <a:pt x="4720095" y="787136"/>
                  </a:lnTo>
                  <a:lnTo>
                    <a:pt x="4720213" y="787136"/>
                  </a:lnTo>
                  <a:lnTo>
                    <a:pt x="4720330" y="787136"/>
                  </a:lnTo>
                  <a:lnTo>
                    <a:pt x="4720683" y="787136"/>
                  </a:lnTo>
                  <a:lnTo>
                    <a:pt x="4720918" y="787136"/>
                  </a:lnTo>
                  <a:lnTo>
                    <a:pt x="4721154" y="785845"/>
                  </a:lnTo>
                  <a:lnTo>
                    <a:pt x="4721271" y="785414"/>
                  </a:lnTo>
                  <a:lnTo>
                    <a:pt x="4721507" y="785414"/>
                  </a:lnTo>
                  <a:lnTo>
                    <a:pt x="4721742" y="785414"/>
                  </a:lnTo>
                  <a:lnTo>
                    <a:pt x="4721859" y="785414"/>
                  </a:lnTo>
                  <a:lnTo>
                    <a:pt x="4722212" y="785414"/>
                  </a:lnTo>
                  <a:lnTo>
                    <a:pt x="4722330" y="785414"/>
                  </a:lnTo>
                  <a:lnTo>
                    <a:pt x="4723036" y="784553"/>
                  </a:lnTo>
                  <a:lnTo>
                    <a:pt x="4723153" y="784122"/>
                  </a:lnTo>
                  <a:lnTo>
                    <a:pt x="4723271" y="784122"/>
                  </a:lnTo>
                  <a:lnTo>
                    <a:pt x="4723624" y="784122"/>
                  </a:lnTo>
                  <a:lnTo>
                    <a:pt x="4723741" y="784122"/>
                  </a:lnTo>
                  <a:lnTo>
                    <a:pt x="4723859" y="784122"/>
                  </a:lnTo>
                  <a:lnTo>
                    <a:pt x="4723976" y="784122"/>
                  </a:lnTo>
                  <a:lnTo>
                    <a:pt x="4724447" y="784122"/>
                  </a:lnTo>
                  <a:lnTo>
                    <a:pt x="4725388" y="783261"/>
                  </a:lnTo>
                  <a:lnTo>
                    <a:pt x="4725505" y="783261"/>
                  </a:lnTo>
                  <a:lnTo>
                    <a:pt x="4725976" y="783261"/>
                  </a:lnTo>
                  <a:lnTo>
                    <a:pt x="4726564" y="783261"/>
                  </a:lnTo>
                  <a:lnTo>
                    <a:pt x="4727034" y="782830"/>
                  </a:lnTo>
                  <a:lnTo>
                    <a:pt x="4727152" y="782830"/>
                  </a:lnTo>
                  <a:lnTo>
                    <a:pt x="4727622" y="782400"/>
                  </a:lnTo>
                  <a:lnTo>
                    <a:pt x="4727740" y="782400"/>
                  </a:lnTo>
                  <a:lnTo>
                    <a:pt x="4727858" y="782400"/>
                  </a:lnTo>
                  <a:lnTo>
                    <a:pt x="4728211" y="782400"/>
                  </a:lnTo>
                  <a:lnTo>
                    <a:pt x="4728799" y="781969"/>
                  </a:lnTo>
                  <a:lnTo>
                    <a:pt x="4728916" y="781969"/>
                  </a:lnTo>
                  <a:lnTo>
                    <a:pt x="4729034" y="781969"/>
                  </a:lnTo>
                  <a:lnTo>
                    <a:pt x="4729151" y="781969"/>
                  </a:lnTo>
                  <a:lnTo>
                    <a:pt x="4729387" y="781539"/>
                  </a:lnTo>
                  <a:lnTo>
                    <a:pt x="4729504" y="781539"/>
                  </a:lnTo>
                  <a:lnTo>
                    <a:pt x="4729975" y="781108"/>
                  </a:lnTo>
                  <a:lnTo>
                    <a:pt x="4730445" y="781108"/>
                  </a:lnTo>
                  <a:lnTo>
                    <a:pt x="4730563" y="781108"/>
                  </a:lnTo>
                  <a:lnTo>
                    <a:pt x="4731033" y="781108"/>
                  </a:lnTo>
                  <a:lnTo>
                    <a:pt x="4731269" y="779816"/>
                  </a:lnTo>
                  <a:lnTo>
                    <a:pt x="4731386" y="779816"/>
                  </a:lnTo>
                  <a:lnTo>
                    <a:pt x="4732092" y="779816"/>
                  </a:lnTo>
                  <a:lnTo>
                    <a:pt x="4732327" y="779386"/>
                  </a:lnTo>
                  <a:lnTo>
                    <a:pt x="4732445" y="779386"/>
                  </a:lnTo>
                  <a:lnTo>
                    <a:pt x="4733268" y="778524"/>
                  </a:lnTo>
                  <a:lnTo>
                    <a:pt x="4733386" y="778524"/>
                  </a:lnTo>
                  <a:lnTo>
                    <a:pt x="4733503" y="778524"/>
                  </a:lnTo>
                  <a:lnTo>
                    <a:pt x="4733738" y="778524"/>
                  </a:lnTo>
                  <a:lnTo>
                    <a:pt x="4734091" y="778094"/>
                  </a:lnTo>
                  <a:lnTo>
                    <a:pt x="4734209" y="778094"/>
                  </a:lnTo>
                  <a:lnTo>
                    <a:pt x="4734444" y="778094"/>
                  </a:lnTo>
                  <a:lnTo>
                    <a:pt x="4734797" y="778094"/>
                  </a:lnTo>
                  <a:lnTo>
                    <a:pt x="4734915" y="778094"/>
                  </a:lnTo>
                  <a:lnTo>
                    <a:pt x="4735032" y="777663"/>
                  </a:lnTo>
                  <a:lnTo>
                    <a:pt x="4735150" y="777663"/>
                  </a:lnTo>
                  <a:lnTo>
                    <a:pt x="4735855" y="777233"/>
                  </a:lnTo>
                  <a:lnTo>
                    <a:pt x="4736444" y="777233"/>
                  </a:lnTo>
                  <a:lnTo>
                    <a:pt x="4737032" y="776371"/>
                  </a:lnTo>
                  <a:lnTo>
                    <a:pt x="4737032" y="775941"/>
                  </a:lnTo>
                  <a:lnTo>
                    <a:pt x="4737149" y="775941"/>
                  </a:lnTo>
                  <a:lnTo>
                    <a:pt x="4737502" y="775510"/>
                  </a:lnTo>
                  <a:lnTo>
                    <a:pt x="4737502" y="775080"/>
                  </a:lnTo>
                  <a:lnTo>
                    <a:pt x="4737973" y="775080"/>
                  </a:lnTo>
                  <a:lnTo>
                    <a:pt x="4738090" y="774649"/>
                  </a:lnTo>
                  <a:lnTo>
                    <a:pt x="4738208" y="774649"/>
                  </a:lnTo>
                  <a:lnTo>
                    <a:pt x="4738561" y="774218"/>
                  </a:lnTo>
                  <a:lnTo>
                    <a:pt x="4738796" y="774218"/>
                  </a:lnTo>
                  <a:lnTo>
                    <a:pt x="4739031" y="774218"/>
                  </a:lnTo>
                  <a:lnTo>
                    <a:pt x="4739737" y="774218"/>
                  </a:lnTo>
                  <a:lnTo>
                    <a:pt x="4739972" y="773788"/>
                  </a:lnTo>
                  <a:lnTo>
                    <a:pt x="4740090" y="773357"/>
                  </a:lnTo>
                  <a:lnTo>
                    <a:pt x="4740207" y="773357"/>
                  </a:lnTo>
                  <a:lnTo>
                    <a:pt x="4740207" y="772927"/>
                  </a:lnTo>
                  <a:lnTo>
                    <a:pt x="4740325" y="772927"/>
                  </a:lnTo>
                  <a:lnTo>
                    <a:pt x="4740442" y="772927"/>
                  </a:lnTo>
                  <a:lnTo>
                    <a:pt x="4740678" y="772927"/>
                  </a:lnTo>
                  <a:lnTo>
                    <a:pt x="4740795" y="772496"/>
                  </a:lnTo>
                  <a:lnTo>
                    <a:pt x="4741148" y="772065"/>
                  </a:lnTo>
                  <a:lnTo>
                    <a:pt x="4741266" y="771635"/>
                  </a:lnTo>
                  <a:lnTo>
                    <a:pt x="4741854" y="771204"/>
                  </a:lnTo>
                  <a:lnTo>
                    <a:pt x="4742207" y="770774"/>
                  </a:lnTo>
                  <a:lnTo>
                    <a:pt x="4742324" y="770774"/>
                  </a:lnTo>
                  <a:lnTo>
                    <a:pt x="4742912" y="770343"/>
                  </a:lnTo>
                  <a:lnTo>
                    <a:pt x="4743148" y="769912"/>
                  </a:lnTo>
                  <a:lnTo>
                    <a:pt x="4743383" y="769482"/>
                  </a:lnTo>
                  <a:lnTo>
                    <a:pt x="4743736" y="769482"/>
                  </a:lnTo>
                  <a:lnTo>
                    <a:pt x="4743853" y="769482"/>
                  </a:lnTo>
                  <a:lnTo>
                    <a:pt x="4744088" y="769482"/>
                  </a:lnTo>
                  <a:lnTo>
                    <a:pt x="4744324" y="768621"/>
                  </a:lnTo>
                  <a:lnTo>
                    <a:pt x="4744559" y="768621"/>
                  </a:lnTo>
                  <a:lnTo>
                    <a:pt x="4744912" y="768190"/>
                  </a:lnTo>
                  <a:lnTo>
                    <a:pt x="4745029" y="768190"/>
                  </a:lnTo>
                  <a:lnTo>
                    <a:pt x="4745382" y="767329"/>
                  </a:lnTo>
                  <a:lnTo>
                    <a:pt x="4745853" y="766898"/>
                  </a:lnTo>
                  <a:lnTo>
                    <a:pt x="4745970" y="766898"/>
                  </a:lnTo>
                  <a:lnTo>
                    <a:pt x="4746088" y="766898"/>
                  </a:lnTo>
                  <a:lnTo>
                    <a:pt x="4746206" y="766898"/>
                  </a:lnTo>
                  <a:lnTo>
                    <a:pt x="4746323" y="766898"/>
                  </a:lnTo>
                  <a:lnTo>
                    <a:pt x="4746441" y="766898"/>
                  </a:lnTo>
                  <a:lnTo>
                    <a:pt x="4746911" y="766898"/>
                  </a:lnTo>
                  <a:lnTo>
                    <a:pt x="4747617" y="766468"/>
                  </a:lnTo>
                  <a:lnTo>
                    <a:pt x="4748087" y="766468"/>
                  </a:lnTo>
                  <a:lnTo>
                    <a:pt x="4748323" y="766468"/>
                  </a:lnTo>
                  <a:lnTo>
                    <a:pt x="4748440" y="766468"/>
                  </a:lnTo>
                  <a:lnTo>
                    <a:pt x="4748675" y="766037"/>
                  </a:lnTo>
                  <a:lnTo>
                    <a:pt x="4750087" y="765606"/>
                  </a:lnTo>
                  <a:lnTo>
                    <a:pt x="4750204" y="765606"/>
                  </a:lnTo>
                  <a:lnTo>
                    <a:pt x="4750557" y="765606"/>
                  </a:lnTo>
                  <a:lnTo>
                    <a:pt x="4750675" y="765606"/>
                  </a:lnTo>
                  <a:lnTo>
                    <a:pt x="4751381" y="765176"/>
                  </a:lnTo>
                  <a:lnTo>
                    <a:pt x="4751498" y="765176"/>
                  </a:lnTo>
                  <a:lnTo>
                    <a:pt x="4751733" y="765176"/>
                  </a:lnTo>
                  <a:lnTo>
                    <a:pt x="4751969" y="765176"/>
                  </a:lnTo>
                  <a:lnTo>
                    <a:pt x="4752204" y="765176"/>
                  </a:lnTo>
                  <a:lnTo>
                    <a:pt x="4752439" y="765176"/>
                  </a:lnTo>
                  <a:lnTo>
                    <a:pt x="4752792" y="765176"/>
                  </a:lnTo>
                  <a:lnTo>
                    <a:pt x="4753145" y="765176"/>
                  </a:lnTo>
                  <a:lnTo>
                    <a:pt x="4753380" y="765176"/>
                  </a:lnTo>
                  <a:lnTo>
                    <a:pt x="4753615" y="764745"/>
                  </a:lnTo>
                  <a:lnTo>
                    <a:pt x="4753850" y="764745"/>
                  </a:lnTo>
                  <a:lnTo>
                    <a:pt x="4753968" y="764745"/>
                  </a:lnTo>
                  <a:lnTo>
                    <a:pt x="4754086" y="764745"/>
                  </a:lnTo>
                  <a:lnTo>
                    <a:pt x="4754203" y="764745"/>
                  </a:lnTo>
                  <a:lnTo>
                    <a:pt x="4754791" y="764315"/>
                  </a:lnTo>
                  <a:lnTo>
                    <a:pt x="4754909" y="764315"/>
                  </a:lnTo>
                  <a:lnTo>
                    <a:pt x="4755027" y="764315"/>
                  </a:lnTo>
                  <a:lnTo>
                    <a:pt x="4755850" y="764315"/>
                  </a:lnTo>
                  <a:lnTo>
                    <a:pt x="4755968" y="763884"/>
                  </a:lnTo>
                  <a:lnTo>
                    <a:pt x="4756320" y="763884"/>
                  </a:lnTo>
                  <a:lnTo>
                    <a:pt x="4756320" y="763453"/>
                  </a:lnTo>
                  <a:lnTo>
                    <a:pt x="4756438" y="763453"/>
                  </a:lnTo>
                  <a:lnTo>
                    <a:pt x="4756673" y="763453"/>
                  </a:lnTo>
                  <a:lnTo>
                    <a:pt x="4757614" y="763453"/>
                  </a:lnTo>
                  <a:lnTo>
                    <a:pt x="4757732" y="763453"/>
                  </a:lnTo>
                  <a:lnTo>
                    <a:pt x="4757967" y="763453"/>
                  </a:lnTo>
                  <a:lnTo>
                    <a:pt x="4758085" y="763453"/>
                  </a:lnTo>
                  <a:lnTo>
                    <a:pt x="4758320" y="763453"/>
                  </a:lnTo>
                  <a:lnTo>
                    <a:pt x="4759026" y="763023"/>
                  </a:lnTo>
                  <a:lnTo>
                    <a:pt x="4759026" y="762592"/>
                  </a:lnTo>
                  <a:lnTo>
                    <a:pt x="4759143" y="762592"/>
                  </a:lnTo>
                  <a:lnTo>
                    <a:pt x="4759614" y="762162"/>
                  </a:lnTo>
                  <a:lnTo>
                    <a:pt x="4760437" y="759578"/>
                  </a:lnTo>
                  <a:lnTo>
                    <a:pt x="4760672" y="759578"/>
                  </a:lnTo>
                  <a:lnTo>
                    <a:pt x="4761025" y="759147"/>
                  </a:lnTo>
                  <a:lnTo>
                    <a:pt x="4761143" y="759147"/>
                  </a:lnTo>
                  <a:lnTo>
                    <a:pt x="4761260" y="759147"/>
                  </a:lnTo>
                  <a:lnTo>
                    <a:pt x="4761378" y="759147"/>
                  </a:lnTo>
                  <a:lnTo>
                    <a:pt x="4761495" y="759147"/>
                  </a:lnTo>
                  <a:lnTo>
                    <a:pt x="4761613" y="758286"/>
                  </a:lnTo>
                  <a:lnTo>
                    <a:pt x="4761731" y="758286"/>
                  </a:lnTo>
                  <a:lnTo>
                    <a:pt x="4761848" y="758286"/>
                  </a:lnTo>
                  <a:lnTo>
                    <a:pt x="4761966" y="758286"/>
                  </a:lnTo>
                  <a:lnTo>
                    <a:pt x="4762083" y="758286"/>
                  </a:lnTo>
                  <a:lnTo>
                    <a:pt x="4762201" y="758286"/>
                  </a:lnTo>
                  <a:lnTo>
                    <a:pt x="4762436" y="758286"/>
                  </a:lnTo>
                  <a:lnTo>
                    <a:pt x="4762789" y="758286"/>
                  </a:lnTo>
                  <a:lnTo>
                    <a:pt x="4763260" y="758286"/>
                  </a:lnTo>
                  <a:lnTo>
                    <a:pt x="4763495" y="758286"/>
                  </a:lnTo>
                  <a:lnTo>
                    <a:pt x="4763848" y="758286"/>
                  </a:lnTo>
                  <a:lnTo>
                    <a:pt x="4764436" y="756994"/>
                  </a:lnTo>
                  <a:lnTo>
                    <a:pt x="4764553" y="756994"/>
                  </a:lnTo>
                  <a:lnTo>
                    <a:pt x="4764671" y="756133"/>
                  </a:lnTo>
                  <a:lnTo>
                    <a:pt x="4765024" y="755272"/>
                  </a:lnTo>
                  <a:lnTo>
                    <a:pt x="4765259" y="755272"/>
                  </a:lnTo>
                  <a:lnTo>
                    <a:pt x="4765377" y="755272"/>
                  </a:lnTo>
                  <a:lnTo>
                    <a:pt x="4765494" y="754411"/>
                  </a:lnTo>
                  <a:lnTo>
                    <a:pt x="4765612" y="753980"/>
                  </a:lnTo>
                  <a:lnTo>
                    <a:pt x="4765847" y="753550"/>
                  </a:lnTo>
                  <a:lnTo>
                    <a:pt x="4766082" y="753550"/>
                  </a:lnTo>
                  <a:lnTo>
                    <a:pt x="4766553" y="753550"/>
                  </a:lnTo>
                  <a:lnTo>
                    <a:pt x="4766670" y="753550"/>
                  </a:lnTo>
                  <a:lnTo>
                    <a:pt x="4767258" y="752258"/>
                  </a:lnTo>
                  <a:lnTo>
                    <a:pt x="4767611" y="752258"/>
                  </a:lnTo>
                  <a:lnTo>
                    <a:pt x="4767729" y="752258"/>
                  </a:lnTo>
                  <a:lnTo>
                    <a:pt x="4768670" y="752258"/>
                  </a:lnTo>
                  <a:lnTo>
                    <a:pt x="4769023" y="751827"/>
                  </a:lnTo>
                  <a:lnTo>
                    <a:pt x="4769023" y="751397"/>
                  </a:lnTo>
                  <a:lnTo>
                    <a:pt x="4769140" y="751397"/>
                  </a:lnTo>
                  <a:lnTo>
                    <a:pt x="4769376" y="751397"/>
                  </a:lnTo>
                  <a:lnTo>
                    <a:pt x="4769846" y="750966"/>
                  </a:lnTo>
                  <a:lnTo>
                    <a:pt x="4769964" y="750966"/>
                  </a:lnTo>
                  <a:lnTo>
                    <a:pt x="4770434" y="750535"/>
                  </a:lnTo>
                  <a:lnTo>
                    <a:pt x="4770552" y="750535"/>
                  </a:lnTo>
                  <a:lnTo>
                    <a:pt x="4770669" y="750535"/>
                  </a:lnTo>
                  <a:lnTo>
                    <a:pt x="4771375" y="749674"/>
                  </a:lnTo>
                  <a:lnTo>
                    <a:pt x="4771493" y="749674"/>
                  </a:lnTo>
                  <a:lnTo>
                    <a:pt x="4771728" y="749244"/>
                  </a:lnTo>
                  <a:lnTo>
                    <a:pt x="4771728" y="748382"/>
                  </a:lnTo>
                  <a:lnTo>
                    <a:pt x="4771845" y="748382"/>
                  </a:lnTo>
                  <a:lnTo>
                    <a:pt x="4772198" y="748382"/>
                  </a:lnTo>
                  <a:lnTo>
                    <a:pt x="4772198" y="747952"/>
                  </a:lnTo>
                  <a:lnTo>
                    <a:pt x="4772316" y="747521"/>
                  </a:lnTo>
                  <a:lnTo>
                    <a:pt x="4772434" y="747521"/>
                  </a:lnTo>
                  <a:lnTo>
                    <a:pt x="4773139" y="747521"/>
                  </a:lnTo>
                  <a:lnTo>
                    <a:pt x="4773257" y="747521"/>
                  </a:lnTo>
                  <a:lnTo>
                    <a:pt x="4773257" y="747091"/>
                  </a:lnTo>
                  <a:lnTo>
                    <a:pt x="4773727" y="746660"/>
                  </a:lnTo>
                  <a:lnTo>
                    <a:pt x="4773845" y="746229"/>
                  </a:lnTo>
                  <a:lnTo>
                    <a:pt x="4773963" y="746229"/>
                  </a:lnTo>
                  <a:lnTo>
                    <a:pt x="4774315" y="746229"/>
                  </a:lnTo>
                  <a:lnTo>
                    <a:pt x="4774315" y="745799"/>
                  </a:lnTo>
                  <a:lnTo>
                    <a:pt x="4774668" y="745799"/>
                  </a:lnTo>
                  <a:lnTo>
                    <a:pt x="4774786" y="745368"/>
                  </a:lnTo>
                  <a:lnTo>
                    <a:pt x="4774786" y="744938"/>
                  </a:lnTo>
                  <a:lnTo>
                    <a:pt x="4775609" y="744507"/>
                  </a:lnTo>
                  <a:lnTo>
                    <a:pt x="4775844" y="744507"/>
                  </a:lnTo>
                  <a:lnTo>
                    <a:pt x="4775962" y="744507"/>
                  </a:lnTo>
                  <a:lnTo>
                    <a:pt x="4776432" y="744507"/>
                  </a:lnTo>
                  <a:lnTo>
                    <a:pt x="4776550" y="744507"/>
                  </a:lnTo>
                  <a:lnTo>
                    <a:pt x="4776668" y="744507"/>
                  </a:lnTo>
                  <a:lnTo>
                    <a:pt x="4777256" y="744507"/>
                  </a:lnTo>
                  <a:lnTo>
                    <a:pt x="4777961" y="744507"/>
                  </a:lnTo>
                  <a:lnTo>
                    <a:pt x="4778667" y="744507"/>
                  </a:lnTo>
                  <a:lnTo>
                    <a:pt x="4779255" y="744507"/>
                  </a:lnTo>
                  <a:lnTo>
                    <a:pt x="4779373" y="744507"/>
                  </a:lnTo>
                  <a:lnTo>
                    <a:pt x="4779490" y="744507"/>
                  </a:lnTo>
                  <a:lnTo>
                    <a:pt x="4779608" y="744507"/>
                  </a:lnTo>
                  <a:lnTo>
                    <a:pt x="4780078" y="744507"/>
                  </a:lnTo>
                  <a:lnTo>
                    <a:pt x="4780196" y="744507"/>
                  </a:lnTo>
                  <a:lnTo>
                    <a:pt x="4780314" y="744507"/>
                  </a:lnTo>
                  <a:lnTo>
                    <a:pt x="4780902" y="743646"/>
                  </a:lnTo>
                  <a:lnTo>
                    <a:pt x="4781372" y="743646"/>
                  </a:lnTo>
                  <a:lnTo>
                    <a:pt x="4781490" y="743646"/>
                  </a:lnTo>
                  <a:lnTo>
                    <a:pt x="4781843" y="743646"/>
                  </a:lnTo>
                  <a:lnTo>
                    <a:pt x="4782078" y="743646"/>
                  </a:lnTo>
                  <a:lnTo>
                    <a:pt x="4782431" y="743646"/>
                  </a:lnTo>
                  <a:lnTo>
                    <a:pt x="4782666" y="743215"/>
                  </a:lnTo>
                  <a:lnTo>
                    <a:pt x="4782784" y="742354"/>
                  </a:lnTo>
                  <a:lnTo>
                    <a:pt x="4782901" y="742354"/>
                  </a:lnTo>
                  <a:lnTo>
                    <a:pt x="4783136" y="741923"/>
                  </a:lnTo>
                  <a:lnTo>
                    <a:pt x="4783372" y="741923"/>
                  </a:lnTo>
                  <a:lnTo>
                    <a:pt x="4783489" y="741493"/>
                  </a:lnTo>
                  <a:lnTo>
                    <a:pt x="4783607" y="741493"/>
                  </a:lnTo>
                  <a:lnTo>
                    <a:pt x="4783607" y="741062"/>
                  </a:lnTo>
                  <a:lnTo>
                    <a:pt x="4784077" y="741062"/>
                  </a:lnTo>
                  <a:lnTo>
                    <a:pt x="4784195" y="741062"/>
                  </a:lnTo>
                  <a:lnTo>
                    <a:pt x="4784195" y="740632"/>
                  </a:lnTo>
                  <a:lnTo>
                    <a:pt x="4784901" y="740201"/>
                  </a:lnTo>
                  <a:lnTo>
                    <a:pt x="4785136" y="740201"/>
                  </a:lnTo>
                  <a:lnTo>
                    <a:pt x="4785253" y="740201"/>
                  </a:lnTo>
                  <a:lnTo>
                    <a:pt x="4785724" y="740201"/>
                  </a:lnTo>
                  <a:lnTo>
                    <a:pt x="4785959" y="740201"/>
                  </a:lnTo>
                  <a:lnTo>
                    <a:pt x="4786194" y="740201"/>
                  </a:lnTo>
                  <a:lnTo>
                    <a:pt x="4786312" y="740201"/>
                  </a:lnTo>
                  <a:lnTo>
                    <a:pt x="4787018" y="739770"/>
                  </a:lnTo>
                  <a:lnTo>
                    <a:pt x="4787135" y="739340"/>
                  </a:lnTo>
                  <a:lnTo>
                    <a:pt x="4787253" y="738479"/>
                  </a:lnTo>
                  <a:lnTo>
                    <a:pt x="4787488" y="738048"/>
                  </a:lnTo>
                  <a:lnTo>
                    <a:pt x="4787606" y="738048"/>
                  </a:lnTo>
                  <a:lnTo>
                    <a:pt x="4787959" y="737187"/>
                  </a:lnTo>
                  <a:lnTo>
                    <a:pt x="4788194" y="737187"/>
                  </a:lnTo>
                  <a:lnTo>
                    <a:pt x="4788664" y="737187"/>
                  </a:lnTo>
                  <a:lnTo>
                    <a:pt x="4789017" y="736326"/>
                  </a:lnTo>
                  <a:lnTo>
                    <a:pt x="4789135" y="736326"/>
                  </a:lnTo>
                  <a:lnTo>
                    <a:pt x="4789370" y="736326"/>
                  </a:lnTo>
                  <a:lnTo>
                    <a:pt x="4789840" y="736326"/>
                  </a:lnTo>
                  <a:lnTo>
                    <a:pt x="4789958" y="736326"/>
                  </a:lnTo>
                  <a:lnTo>
                    <a:pt x="4790193" y="736326"/>
                  </a:lnTo>
                  <a:lnTo>
                    <a:pt x="4790429" y="736326"/>
                  </a:lnTo>
                  <a:lnTo>
                    <a:pt x="4790899" y="735895"/>
                  </a:lnTo>
                  <a:lnTo>
                    <a:pt x="4791017" y="735895"/>
                  </a:lnTo>
                  <a:lnTo>
                    <a:pt x="4791134" y="735895"/>
                  </a:lnTo>
                  <a:lnTo>
                    <a:pt x="4791369" y="735464"/>
                  </a:lnTo>
                  <a:lnTo>
                    <a:pt x="4791487" y="735464"/>
                  </a:lnTo>
                  <a:lnTo>
                    <a:pt x="4791487" y="735034"/>
                  </a:lnTo>
                  <a:lnTo>
                    <a:pt x="4791605" y="735034"/>
                  </a:lnTo>
                  <a:lnTo>
                    <a:pt x="4792075" y="735034"/>
                  </a:lnTo>
                  <a:lnTo>
                    <a:pt x="4792546" y="735034"/>
                  </a:lnTo>
                  <a:lnTo>
                    <a:pt x="4792781" y="735034"/>
                  </a:lnTo>
                  <a:lnTo>
                    <a:pt x="4792898" y="734603"/>
                  </a:lnTo>
                  <a:lnTo>
                    <a:pt x="4793722" y="734173"/>
                  </a:lnTo>
                  <a:lnTo>
                    <a:pt x="4793839" y="734173"/>
                  </a:lnTo>
                  <a:lnTo>
                    <a:pt x="4794075" y="733742"/>
                  </a:lnTo>
                  <a:lnTo>
                    <a:pt x="4794192" y="733742"/>
                  </a:lnTo>
                  <a:lnTo>
                    <a:pt x="4794898" y="732881"/>
                  </a:lnTo>
                  <a:lnTo>
                    <a:pt x="4795015" y="732881"/>
                  </a:lnTo>
                  <a:lnTo>
                    <a:pt x="4795015" y="732450"/>
                  </a:lnTo>
                  <a:lnTo>
                    <a:pt x="4795133" y="732450"/>
                  </a:lnTo>
                  <a:lnTo>
                    <a:pt x="4795251" y="732450"/>
                  </a:lnTo>
                  <a:lnTo>
                    <a:pt x="4795368" y="732450"/>
                  </a:lnTo>
                  <a:lnTo>
                    <a:pt x="4795486" y="732450"/>
                  </a:lnTo>
                  <a:lnTo>
                    <a:pt x="4795839" y="732020"/>
                  </a:lnTo>
                  <a:lnTo>
                    <a:pt x="4795956" y="732020"/>
                  </a:lnTo>
                  <a:lnTo>
                    <a:pt x="4796074" y="732020"/>
                  </a:lnTo>
                  <a:lnTo>
                    <a:pt x="4796192" y="732020"/>
                  </a:lnTo>
                  <a:lnTo>
                    <a:pt x="4796309" y="732020"/>
                  </a:lnTo>
                  <a:lnTo>
                    <a:pt x="4796662" y="732020"/>
                  </a:lnTo>
                  <a:lnTo>
                    <a:pt x="4796662" y="731589"/>
                  </a:lnTo>
                  <a:lnTo>
                    <a:pt x="4797133" y="731589"/>
                  </a:lnTo>
                  <a:lnTo>
                    <a:pt x="4797485" y="731158"/>
                  </a:lnTo>
                  <a:lnTo>
                    <a:pt x="4797721" y="731158"/>
                  </a:lnTo>
                  <a:lnTo>
                    <a:pt x="4797838" y="731158"/>
                  </a:lnTo>
                  <a:lnTo>
                    <a:pt x="4797956" y="731158"/>
                  </a:lnTo>
                  <a:lnTo>
                    <a:pt x="4798309" y="731158"/>
                  </a:lnTo>
                  <a:lnTo>
                    <a:pt x="4798426" y="731158"/>
                  </a:lnTo>
                  <a:lnTo>
                    <a:pt x="4798662" y="731158"/>
                  </a:lnTo>
                  <a:lnTo>
                    <a:pt x="4799014" y="731158"/>
                  </a:lnTo>
                  <a:lnTo>
                    <a:pt x="4799132" y="730728"/>
                  </a:lnTo>
                  <a:lnTo>
                    <a:pt x="4799250" y="730728"/>
                  </a:lnTo>
                  <a:lnTo>
                    <a:pt x="4799485" y="730728"/>
                  </a:lnTo>
                  <a:lnTo>
                    <a:pt x="4800308" y="729867"/>
                  </a:lnTo>
                  <a:lnTo>
                    <a:pt x="4800426" y="729867"/>
                  </a:lnTo>
                  <a:lnTo>
                    <a:pt x="4800779" y="729867"/>
                  </a:lnTo>
                  <a:lnTo>
                    <a:pt x="4801014" y="729436"/>
                  </a:lnTo>
                  <a:lnTo>
                    <a:pt x="4801249" y="729436"/>
                  </a:lnTo>
                  <a:lnTo>
                    <a:pt x="4801367" y="729436"/>
                  </a:lnTo>
                  <a:lnTo>
                    <a:pt x="4801602" y="728575"/>
                  </a:lnTo>
                  <a:lnTo>
                    <a:pt x="4801837" y="728144"/>
                  </a:lnTo>
                  <a:lnTo>
                    <a:pt x="4801837" y="727283"/>
                  </a:lnTo>
                  <a:lnTo>
                    <a:pt x="4802072" y="727283"/>
                  </a:lnTo>
                  <a:lnTo>
                    <a:pt x="4802660" y="726852"/>
                  </a:lnTo>
                  <a:lnTo>
                    <a:pt x="4803131" y="726422"/>
                  </a:lnTo>
                  <a:lnTo>
                    <a:pt x="4803248" y="726422"/>
                  </a:lnTo>
                  <a:lnTo>
                    <a:pt x="4803366" y="726422"/>
                  </a:lnTo>
                  <a:lnTo>
                    <a:pt x="4803837" y="726422"/>
                  </a:lnTo>
                  <a:lnTo>
                    <a:pt x="4803954" y="726422"/>
                  </a:lnTo>
                  <a:lnTo>
                    <a:pt x="4804072" y="726422"/>
                  </a:lnTo>
                  <a:lnTo>
                    <a:pt x="4804307" y="726422"/>
                  </a:lnTo>
                  <a:lnTo>
                    <a:pt x="4804425" y="725991"/>
                  </a:lnTo>
                  <a:lnTo>
                    <a:pt x="4804895" y="725130"/>
                  </a:lnTo>
                  <a:lnTo>
                    <a:pt x="4805013" y="725130"/>
                  </a:lnTo>
                  <a:lnTo>
                    <a:pt x="4805248" y="725130"/>
                  </a:lnTo>
                  <a:lnTo>
                    <a:pt x="4805366" y="724699"/>
                  </a:lnTo>
                  <a:lnTo>
                    <a:pt x="4805601" y="724699"/>
                  </a:lnTo>
                  <a:lnTo>
                    <a:pt x="4805954" y="724699"/>
                  </a:lnTo>
                  <a:lnTo>
                    <a:pt x="4806071" y="724699"/>
                  </a:lnTo>
                  <a:lnTo>
                    <a:pt x="4806189" y="724269"/>
                  </a:lnTo>
                  <a:lnTo>
                    <a:pt x="4806424" y="724269"/>
                  </a:lnTo>
                  <a:lnTo>
                    <a:pt x="4806542" y="724269"/>
                  </a:lnTo>
                  <a:lnTo>
                    <a:pt x="4806777" y="724269"/>
                  </a:lnTo>
                  <a:lnTo>
                    <a:pt x="4807012" y="723838"/>
                  </a:lnTo>
                  <a:lnTo>
                    <a:pt x="4809717" y="720824"/>
                  </a:lnTo>
                  <a:lnTo>
                    <a:pt x="4809717" y="720393"/>
                  </a:lnTo>
                  <a:lnTo>
                    <a:pt x="4809835" y="720393"/>
                  </a:lnTo>
                  <a:lnTo>
                    <a:pt x="4809952" y="720393"/>
                  </a:lnTo>
                  <a:lnTo>
                    <a:pt x="4810070" y="719963"/>
                  </a:lnTo>
                  <a:lnTo>
                    <a:pt x="4810188" y="719963"/>
                  </a:lnTo>
                  <a:lnTo>
                    <a:pt x="4810305" y="719532"/>
                  </a:lnTo>
                  <a:lnTo>
                    <a:pt x="4810776" y="719532"/>
                  </a:lnTo>
                  <a:lnTo>
                    <a:pt x="4810893" y="719532"/>
                  </a:lnTo>
                  <a:lnTo>
                    <a:pt x="4811129" y="719532"/>
                  </a:lnTo>
                  <a:lnTo>
                    <a:pt x="4811599" y="719532"/>
                  </a:lnTo>
                  <a:lnTo>
                    <a:pt x="4811834" y="719102"/>
                  </a:lnTo>
                  <a:lnTo>
                    <a:pt x="4812305" y="719102"/>
                  </a:lnTo>
                  <a:lnTo>
                    <a:pt x="4812422" y="719102"/>
                  </a:lnTo>
                  <a:lnTo>
                    <a:pt x="4812540" y="718671"/>
                  </a:lnTo>
                  <a:lnTo>
                    <a:pt x="4812775" y="718240"/>
                  </a:lnTo>
                  <a:lnTo>
                    <a:pt x="4813010" y="717810"/>
                  </a:lnTo>
                  <a:lnTo>
                    <a:pt x="4813128" y="717810"/>
                  </a:lnTo>
                  <a:lnTo>
                    <a:pt x="4813363" y="717810"/>
                  </a:lnTo>
                  <a:lnTo>
                    <a:pt x="4813834" y="716518"/>
                  </a:lnTo>
                  <a:lnTo>
                    <a:pt x="4813951" y="715657"/>
                  </a:lnTo>
                  <a:lnTo>
                    <a:pt x="4813951" y="715226"/>
                  </a:lnTo>
                  <a:lnTo>
                    <a:pt x="4814304" y="715226"/>
                  </a:lnTo>
                  <a:lnTo>
                    <a:pt x="4815598" y="715226"/>
                  </a:lnTo>
                  <a:lnTo>
                    <a:pt x="4815716" y="715226"/>
                  </a:lnTo>
                  <a:lnTo>
                    <a:pt x="4815951" y="715226"/>
                  </a:lnTo>
                  <a:lnTo>
                    <a:pt x="4816068" y="714365"/>
                  </a:lnTo>
                  <a:lnTo>
                    <a:pt x="4816186" y="714365"/>
                  </a:lnTo>
                  <a:lnTo>
                    <a:pt x="4816304" y="714365"/>
                  </a:lnTo>
                  <a:lnTo>
                    <a:pt x="4816421" y="714365"/>
                  </a:lnTo>
                  <a:lnTo>
                    <a:pt x="4817127" y="713073"/>
                  </a:lnTo>
                  <a:lnTo>
                    <a:pt x="4817245" y="713073"/>
                  </a:lnTo>
                  <a:lnTo>
                    <a:pt x="4817480" y="713073"/>
                  </a:lnTo>
                  <a:lnTo>
                    <a:pt x="4817597" y="713073"/>
                  </a:lnTo>
                  <a:lnTo>
                    <a:pt x="4817833" y="713073"/>
                  </a:lnTo>
                  <a:lnTo>
                    <a:pt x="4817833" y="712643"/>
                  </a:lnTo>
                  <a:lnTo>
                    <a:pt x="4818068" y="712643"/>
                  </a:lnTo>
                  <a:lnTo>
                    <a:pt x="4818774" y="712212"/>
                  </a:lnTo>
                  <a:lnTo>
                    <a:pt x="4818891" y="712212"/>
                  </a:lnTo>
                  <a:lnTo>
                    <a:pt x="4819244" y="712212"/>
                  </a:lnTo>
                  <a:lnTo>
                    <a:pt x="4819362" y="711351"/>
                  </a:lnTo>
                  <a:lnTo>
                    <a:pt x="4819597" y="711351"/>
                  </a:lnTo>
                  <a:lnTo>
                    <a:pt x="4819714" y="711351"/>
                  </a:lnTo>
                  <a:lnTo>
                    <a:pt x="4819832" y="710920"/>
                  </a:lnTo>
                  <a:lnTo>
                    <a:pt x="4819950" y="710920"/>
                  </a:lnTo>
                  <a:lnTo>
                    <a:pt x="4820185" y="710920"/>
                  </a:lnTo>
                  <a:lnTo>
                    <a:pt x="4820303" y="710920"/>
                  </a:lnTo>
                  <a:lnTo>
                    <a:pt x="4820655" y="710920"/>
                  </a:lnTo>
                  <a:lnTo>
                    <a:pt x="4820773" y="710920"/>
                  </a:lnTo>
                  <a:lnTo>
                    <a:pt x="4821361" y="710059"/>
                  </a:lnTo>
                  <a:lnTo>
                    <a:pt x="4821479" y="710059"/>
                  </a:lnTo>
                  <a:lnTo>
                    <a:pt x="4821596" y="710059"/>
                  </a:lnTo>
                  <a:lnTo>
                    <a:pt x="4822067" y="710059"/>
                  </a:lnTo>
                  <a:lnTo>
                    <a:pt x="4822302" y="710059"/>
                  </a:lnTo>
                  <a:lnTo>
                    <a:pt x="4822420" y="709628"/>
                  </a:lnTo>
                  <a:lnTo>
                    <a:pt x="4822655" y="709628"/>
                  </a:lnTo>
                  <a:lnTo>
                    <a:pt x="4823125" y="709628"/>
                  </a:lnTo>
                  <a:lnTo>
                    <a:pt x="4823243" y="709628"/>
                  </a:lnTo>
                  <a:lnTo>
                    <a:pt x="4823713" y="709628"/>
                  </a:lnTo>
                  <a:lnTo>
                    <a:pt x="4823949" y="709628"/>
                  </a:lnTo>
                  <a:lnTo>
                    <a:pt x="4825125" y="709198"/>
                  </a:lnTo>
                  <a:lnTo>
                    <a:pt x="4825242" y="709198"/>
                  </a:lnTo>
                  <a:lnTo>
                    <a:pt x="4825242" y="708767"/>
                  </a:lnTo>
                  <a:lnTo>
                    <a:pt x="4825360" y="708767"/>
                  </a:lnTo>
                  <a:lnTo>
                    <a:pt x="4825713" y="708337"/>
                  </a:lnTo>
                  <a:lnTo>
                    <a:pt x="4826418" y="708337"/>
                  </a:lnTo>
                  <a:lnTo>
                    <a:pt x="4826771" y="707475"/>
                  </a:lnTo>
                  <a:lnTo>
                    <a:pt x="4826771" y="707045"/>
                  </a:lnTo>
                  <a:lnTo>
                    <a:pt x="4827124" y="707045"/>
                  </a:lnTo>
                  <a:lnTo>
                    <a:pt x="4827359" y="707045"/>
                  </a:lnTo>
                  <a:lnTo>
                    <a:pt x="4827830" y="707045"/>
                  </a:lnTo>
                  <a:lnTo>
                    <a:pt x="4828183" y="707045"/>
                  </a:lnTo>
                  <a:lnTo>
                    <a:pt x="4828653" y="706184"/>
                  </a:lnTo>
                  <a:lnTo>
                    <a:pt x="4829124" y="706184"/>
                  </a:lnTo>
                  <a:lnTo>
                    <a:pt x="4829241" y="706184"/>
                  </a:lnTo>
                  <a:lnTo>
                    <a:pt x="4829594" y="706184"/>
                  </a:lnTo>
                  <a:lnTo>
                    <a:pt x="4829594" y="705753"/>
                  </a:lnTo>
                  <a:lnTo>
                    <a:pt x="4829594" y="705322"/>
                  </a:lnTo>
                  <a:lnTo>
                    <a:pt x="4829829" y="704892"/>
                  </a:lnTo>
                  <a:lnTo>
                    <a:pt x="4830535" y="704461"/>
                  </a:lnTo>
                  <a:lnTo>
                    <a:pt x="4830770" y="704031"/>
                  </a:lnTo>
                  <a:lnTo>
                    <a:pt x="4831005" y="704031"/>
                  </a:lnTo>
                  <a:lnTo>
                    <a:pt x="4831123" y="704031"/>
                  </a:lnTo>
                  <a:lnTo>
                    <a:pt x="4831711" y="704031"/>
                  </a:lnTo>
                  <a:lnTo>
                    <a:pt x="4832064" y="704031"/>
                  </a:lnTo>
                  <a:lnTo>
                    <a:pt x="4832299" y="702739"/>
                  </a:lnTo>
                  <a:lnTo>
                    <a:pt x="4832417" y="702739"/>
                  </a:lnTo>
                  <a:lnTo>
                    <a:pt x="4832652" y="702739"/>
                  </a:lnTo>
                  <a:lnTo>
                    <a:pt x="4832652" y="702308"/>
                  </a:lnTo>
                  <a:lnTo>
                    <a:pt x="4833122" y="702308"/>
                  </a:lnTo>
                  <a:lnTo>
                    <a:pt x="4833122" y="701878"/>
                  </a:lnTo>
                  <a:lnTo>
                    <a:pt x="4833122" y="701447"/>
                  </a:lnTo>
                  <a:lnTo>
                    <a:pt x="4833358" y="701447"/>
                  </a:lnTo>
                  <a:lnTo>
                    <a:pt x="4833946" y="700586"/>
                  </a:lnTo>
                  <a:lnTo>
                    <a:pt x="4834063" y="700586"/>
                  </a:lnTo>
                  <a:lnTo>
                    <a:pt x="4834534" y="700155"/>
                  </a:lnTo>
                  <a:lnTo>
                    <a:pt x="4834769" y="700155"/>
                  </a:lnTo>
                  <a:lnTo>
                    <a:pt x="4834769" y="699725"/>
                  </a:lnTo>
                  <a:lnTo>
                    <a:pt x="4835004" y="699725"/>
                  </a:lnTo>
                  <a:lnTo>
                    <a:pt x="4835004" y="699294"/>
                  </a:lnTo>
                  <a:lnTo>
                    <a:pt x="4835475" y="699294"/>
                  </a:lnTo>
                  <a:lnTo>
                    <a:pt x="4836063" y="698863"/>
                  </a:lnTo>
                  <a:lnTo>
                    <a:pt x="4836180" y="698433"/>
                  </a:lnTo>
                  <a:lnTo>
                    <a:pt x="4837592" y="697141"/>
                  </a:lnTo>
                  <a:lnTo>
                    <a:pt x="4837945" y="696710"/>
                  </a:lnTo>
                  <a:lnTo>
                    <a:pt x="4838650" y="696280"/>
                  </a:lnTo>
                  <a:lnTo>
                    <a:pt x="4838886" y="696280"/>
                  </a:lnTo>
                  <a:lnTo>
                    <a:pt x="4839121" y="696280"/>
                  </a:lnTo>
                  <a:lnTo>
                    <a:pt x="4839238" y="695849"/>
                  </a:lnTo>
                  <a:lnTo>
                    <a:pt x="4839356" y="695849"/>
                  </a:lnTo>
                  <a:lnTo>
                    <a:pt x="4839474" y="695849"/>
                  </a:lnTo>
                  <a:lnTo>
                    <a:pt x="4839591" y="694988"/>
                  </a:lnTo>
                  <a:lnTo>
                    <a:pt x="4839709" y="694988"/>
                  </a:lnTo>
                  <a:lnTo>
                    <a:pt x="4840062" y="694988"/>
                  </a:lnTo>
                  <a:lnTo>
                    <a:pt x="4840767" y="694988"/>
                  </a:lnTo>
                  <a:lnTo>
                    <a:pt x="4841238" y="694988"/>
                  </a:lnTo>
                  <a:lnTo>
                    <a:pt x="4841355" y="694988"/>
                  </a:lnTo>
                  <a:lnTo>
                    <a:pt x="4841591" y="694988"/>
                  </a:lnTo>
                  <a:lnTo>
                    <a:pt x="4842061" y="694557"/>
                  </a:lnTo>
                  <a:lnTo>
                    <a:pt x="4842532" y="694127"/>
                  </a:lnTo>
                  <a:lnTo>
                    <a:pt x="4843708" y="694127"/>
                  </a:lnTo>
                  <a:lnTo>
                    <a:pt x="4843825" y="694127"/>
                  </a:lnTo>
                  <a:lnTo>
                    <a:pt x="4843943" y="694127"/>
                  </a:lnTo>
                  <a:lnTo>
                    <a:pt x="4844061" y="694127"/>
                  </a:lnTo>
                  <a:lnTo>
                    <a:pt x="4844766" y="693696"/>
                  </a:lnTo>
                  <a:lnTo>
                    <a:pt x="4845002" y="693696"/>
                  </a:lnTo>
                  <a:lnTo>
                    <a:pt x="4845472" y="693266"/>
                  </a:lnTo>
                  <a:lnTo>
                    <a:pt x="4845472" y="692835"/>
                  </a:lnTo>
                  <a:lnTo>
                    <a:pt x="4845590" y="692404"/>
                  </a:lnTo>
                  <a:lnTo>
                    <a:pt x="4846178" y="691974"/>
                  </a:lnTo>
                  <a:lnTo>
                    <a:pt x="4846295" y="691974"/>
                  </a:lnTo>
                  <a:lnTo>
                    <a:pt x="4846531" y="691974"/>
                  </a:lnTo>
                  <a:lnTo>
                    <a:pt x="4847001" y="691543"/>
                  </a:lnTo>
                  <a:lnTo>
                    <a:pt x="4847471" y="691543"/>
                  </a:lnTo>
                  <a:lnTo>
                    <a:pt x="4847589" y="691543"/>
                  </a:lnTo>
                  <a:lnTo>
                    <a:pt x="4848177" y="691543"/>
                  </a:lnTo>
                  <a:lnTo>
                    <a:pt x="4848412" y="690682"/>
                  </a:lnTo>
                  <a:lnTo>
                    <a:pt x="4848765" y="690251"/>
                  </a:lnTo>
                  <a:lnTo>
                    <a:pt x="4848883" y="690251"/>
                  </a:lnTo>
                  <a:lnTo>
                    <a:pt x="4849000" y="690251"/>
                  </a:lnTo>
                  <a:lnTo>
                    <a:pt x="4849236" y="689821"/>
                  </a:lnTo>
                  <a:lnTo>
                    <a:pt x="4849471" y="689821"/>
                  </a:lnTo>
                  <a:lnTo>
                    <a:pt x="4849706" y="689821"/>
                  </a:lnTo>
                  <a:lnTo>
                    <a:pt x="4849824" y="689390"/>
                  </a:lnTo>
                  <a:lnTo>
                    <a:pt x="4849941" y="689390"/>
                  </a:lnTo>
                  <a:lnTo>
                    <a:pt x="4850765" y="688960"/>
                  </a:lnTo>
                  <a:lnTo>
                    <a:pt x="4851235" y="688960"/>
                  </a:lnTo>
                  <a:lnTo>
                    <a:pt x="4851235" y="688529"/>
                  </a:lnTo>
                  <a:lnTo>
                    <a:pt x="4851588" y="688529"/>
                  </a:lnTo>
                  <a:lnTo>
                    <a:pt x="4851941" y="688529"/>
                  </a:lnTo>
                  <a:lnTo>
                    <a:pt x="4851941" y="688098"/>
                  </a:lnTo>
                  <a:lnTo>
                    <a:pt x="4852058" y="688098"/>
                  </a:lnTo>
                  <a:lnTo>
                    <a:pt x="4852176" y="688098"/>
                  </a:lnTo>
                  <a:lnTo>
                    <a:pt x="4852646" y="688098"/>
                  </a:lnTo>
                  <a:lnTo>
                    <a:pt x="4852764" y="688098"/>
                  </a:lnTo>
                  <a:lnTo>
                    <a:pt x="4852882" y="688098"/>
                  </a:lnTo>
                  <a:lnTo>
                    <a:pt x="4853352" y="688098"/>
                  </a:lnTo>
                  <a:lnTo>
                    <a:pt x="4853823" y="688098"/>
                  </a:lnTo>
                  <a:lnTo>
                    <a:pt x="4854058" y="688098"/>
                  </a:lnTo>
                  <a:lnTo>
                    <a:pt x="4854293" y="687668"/>
                  </a:lnTo>
                  <a:lnTo>
                    <a:pt x="4854646" y="687668"/>
                  </a:lnTo>
                  <a:lnTo>
                    <a:pt x="4854764" y="687668"/>
                  </a:lnTo>
                  <a:lnTo>
                    <a:pt x="4855116" y="687237"/>
                  </a:lnTo>
                  <a:lnTo>
                    <a:pt x="4855234" y="687237"/>
                  </a:lnTo>
                  <a:lnTo>
                    <a:pt x="4855469" y="687237"/>
                  </a:lnTo>
                  <a:lnTo>
                    <a:pt x="4855587" y="687237"/>
                  </a:lnTo>
                  <a:lnTo>
                    <a:pt x="4855704" y="686807"/>
                  </a:lnTo>
                  <a:lnTo>
                    <a:pt x="4856410" y="685515"/>
                  </a:lnTo>
                  <a:lnTo>
                    <a:pt x="4856528" y="685515"/>
                  </a:lnTo>
                  <a:lnTo>
                    <a:pt x="4856528" y="685084"/>
                  </a:lnTo>
                  <a:lnTo>
                    <a:pt x="4856763" y="684223"/>
                  </a:lnTo>
                  <a:lnTo>
                    <a:pt x="4857116" y="683362"/>
                  </a:lnTo>
                  <a:lnTo>
                    <a:pt x="4857233" y="683362"/>
                  </a:lnTo>
                  <a:lnTo>
                    <a:pt x="4857469" y="682931"/>
                  </a:lnTo>
                  <a:lnTo>
                    <a:pt x="4857469" y="682501"/>
                  </a:lnTo>
                  <a:lnTo>
                    <a:pt x="4858292" y="681639"/>
                  </a:lnTo>
                  <a:lnTo>
                    <a:pt x="4858527" y="681209"/>
                  </a:lnTo>
                  <a:lnTo>
                    <a:pt x="4858645" y="681209"/>
                  </a:lnTo>
                  <a:lnTo>
                    <a:pt x="4858645" y="680778"/>
                  </a:lnTo>
                  <a:lnTo>
                    <a:pt x="4859233" y="680778"/>
                  </a:lnTo>
                  <a:lnTo>
                    <a:pt x="4859468" y="680778"/>
                  </a:lnTo>
                  <a:lnTo>
                    <a:pt x="4859586" y="680348"/>
                  </a:lnTo>
                  <a:lnTo>
                    <a:pt x="4859703" y="679917"/>
                  </a:lnTo>
                  <a:lnTo>
                    <a:pt x="4859821" y="679917"/>
                  </a:lnTo>
                  <a:lnTo>
                    <a:pt x="4859939" y="679917"/>
                  </a:lnTo>
                  <a:lnTo>
                    <a:pt x="4860056" y="679056"/>
                  </a:lnTo>
                  <a:lnTo>
                    <a:pt x="4860174" y="678625"/>
                  </a:lnTo>
                  <a:lnTo>
                    <a:pt x="4860174" y="678195"/>
                  </a:lnTo>
                  <a:lnTo>
                    <a:pt x="4860527" y="678195"/>
                  </a:lnTo>
                  <a:lnTo>
                    <a:pt x="4860644" y="678195"/>
                  </a:lnTo>
                  <a:lnTo>
                    <a:pt x="4860762" y="678195"/>
                  </a:lnTo>
                  <a:lnTo>
                    <a:pt x="4861232" y="678195"/>
                  </a:lnTo>
                  <a:lnTo>
                    <a:pt x="4861468" y="678195"/>
                  </a:lnTo>
                  <a:lnTo>
                    <a:pt x="4861585" y="678195"/>
                  </a:lnTo>
                  <a:lnTo>
                    <a:pt x="4861938" y="677764"/>
                  </a:lnTo>
                  <a:lnTo>
                    <a:pt x="4861938" y="677333"/>
                  </a:lnTo>
                  <a:lnTo>
                    <a:pt x="4862056" y="677333"/>
                  </a:lnTo>
                  <a:lnTo>
                    <a:pt x="4862056" y="676903"/>
                  </a:lnTo>
                  <a:lnTo>
                    <a:pt x="4862291" y="676472"/>
                  </a:lnTo>
                  <a:lnTo>
                    <a:pt x="4863232" y="675180"/>
                  </a:lnTo>
                  <a:lnTo>
                    <a:pt x="4863349" y="675180"/>
                  </a:lnTo>
                  <a:lnTo>
                    <a:pt x="4863467" y="675180"/>
                  </a:lnTo>
                  <a:lnTo>
                    <a:pt x="4863702" y="675180"/>
                  </a:lnTo>
                  <a:lnTo>
                    <a:pt x="4863820" y="675180"/>
                  </a:lnTo>
                  <a:lnTo>
                    <a:pt x="4863937" y="674750"/>
                  </a:lnTo>
                  <a:lnTo>
                    <a:pt x="4864055" y="674319"/>
                  </a:lnTo>
                  <a:lnTo>
                    <a:pt x="4864525" y="673889"/>
                  </a:lnTo>
                  <a:lnTo>
                    <a:pt x="4865349" y="673458"/>
                  </a:lnTo>
                  <a:lnTo>
                    <a:pt x="4865702" y="673458"/>
                  </a:lnTo>
                  <a:lnTo>
                    <a:pt x="4865819" y="673458"/>
                  </a:lnTo>
                  <a:lnTo>
                    <a:pt x="4865937" y="673027"/>
                  </a:lnTo>
                  <a:lnTo>
                    <a:pt x="4866054" y="673027"/>
                  </a:lnTo>
                  <a:lnTo>
                    <a:pt x="4866172" y="673027"/>
                  </a:lnTo>
                  <a:lnTo>
                    <a:pt x="4866878" y="672166"/>
                  </a:lnTo>
                  <a:lnTo>
                    <a:pt x="4866995" y="672166"/>
                  </a:lnTo>
                  <a:lnTo>
                    <a:pt x="4867348" y="671736"/>
                  </a:lnTo>
                  <a:lnTo>
                    <a:pt x="4867466" y="671736"/>
                  </a:lnTo>
                  <a:lnTo>
                    <a:pt x="4867701" y="671736"/>
                  </a:lnTo>
                  <a:lnTo>
                    <a:pt x="4867819" y="671736"/>
                  </a:lnTo>
                  <a:lnTo>
                    <a:pt x="4867936" y="671736"/>
                  </a:lnTo>
                  <a:lnTo>
                    <a:pt x="4868054" y="671736"/>
                  </a:lnTo>
                  <a:lnTo>
                    <a:pt x="4868407" y="671305"/>
                  </a:lnTo>
                  <a:lnTo>
                    <a:pt x="4868524" y="670874"/>
                  </a:lnTo>
                  <a:lnTo>
                    <a:pt x="4868760" y="670444"/>
                  </a:lnTo>
                  <a:lnTo>
                    <a:pt x="4868995" y="670444"/>
                  </a:lnTo>
                  <a:lnTo>
                    <a:pt x="4869112" y="669583"/>
                  </a:lnTo>
                  <a:lnTo>
                    <a:pt x="4869936" y="669583"/>
                  </a:lnTo>
                  <a:lnTo>
                    <a:pt x="4870053" y="669583"/>
                  </a:lnTo>
                  <a:lnTo>
                    <a:pt x="4870171" y="669583"/>
                  </a:lnTo>
                  <a:lnTo>
                    <a:pt x="4870171" y="669152"/>
                  </a:lnTo>
                  <a:lnTo>
                    <a:pt x="4870524" y="669152"/>
                  </a:lnTo>
                  <a:lnTo>
                    <a:pt x="4870759" y="669152"/>
                  </a:lnTo>
                  <a:lnTo>
                    <a:pt x="4871582" y="668721"/>
                  </a:lnTo>
                  <a:lnTo>
                    <a:pt x="4872170" y="668291"/>
                  </a:lnTo>
                  <a:lnTo>
                    <a:pt x="4872288" y="668291"/>
                  </a:lnTo>
                  <a:lnTo>
                    <a:pt x="4872641" y="667860"/>
                  </a:lnTo>
                  <a:lnTo>
                    <a:pt x="4872758" y="667860"/>
                  </a:lnTo>
                  <a:lnTo>
                    <a:pt x="4872994" y="667860"/>
                  </a:lnTo>
                  <a:lnTo>
                    <a:pt x="4874052" y="667860"/>
                  </a:lnTo>
                  <a:lnTo>
                    <a:pt x="4874170" y="667860"/>
                  </a:lnTo>
                  <a:lnTo>
                    <a:pt x="4874405" y="667860"/>
                  </a:lnTo>
                  <a:lnTo>
                    <a:pt x="4874640" y="667860"/>
                  </a:lnTo>
                  <a:lnTo>
                    <a:pt x="4874993" y="666999"/>
                  </a:lnTo>
                  <a:lnTo>
                    <a:pt x="4874993" y="666568"/>
                  </a:lnTo>
                  <a:lnTo>
                    <a:pt x="4875228" y="666568"/>
                  </a:lnTo>
                  <a:lnTo>
                    <a:pt x="4875464" y="666138"/>
                  </a:lnTo>
                  <a:lnTo>
                    <a:pt x="4875699" y="666138"/>
                  </a:lnTo>
                  <a:lnTo>
                    <a:pt x="4875934" y="665707"/>
                  </a:lnTo>
                  <a:lnTo>
                    <a:pt x="4876169" y="665707"/>
                  </a:lnTo>
                  <a:lnTo>
                    <a:pt x="4876757" y="665277"/>
                  </a:lnTo>
                  <a:lnTo>
                    <a:pt x="4877110" y="664846"/>
                  </a:lnTo>
                  <a:lnTo>
                    <a:pt x="4877345" y="664846"/>
                  </a:lnTo>
                  <a:lnTo>
                    <a:pt x="4877934" y="664415"/>
                  </a:lnTo>
                  <a:lnTo>
                    <a:pt x="4878051" y="664415"/>
                  </a:lnTo>
                  <a:lnTo>
                    <a:pt x="4878169" y="663985"/>
                  </a:lnTo>
                  <a:lnTo>
                    <a:pt x="4878757" y="663985"/>
                  </a:lnTo>
                  <a:lnTo>
                    <a:pt x="4878757" y="663554"/>
                  </a:lnTo>
                  <a:lnTo>
                    <a:pt x="4879227" y="663124"/>
                  </a:lnTo>
                  <a:lnTo>
                    <a:pt x="4879580" y="662693"/>
                  </a:lnTo>
                  <a:lnTo>
                    <a:pt x="4879815" y="662262"/>
                  </a:lnTo>
                  <a:lnTo>
                    <a:pt x="4880051" y="662262"/>
                  </a:lnTo>
                  <a:lnTo>
                    <a:pt x="4881227" y="662262"/>
                  </a:lnTo>
                  <a:lnTo>
                    <a:pt x="4881580" y="661401"/>
                  </a:lnTo>
                  <a:lnTo>
                    <a:pt x="4882168" y="661401"/>
                  </a:lnTo>
                  <a:lnTo>
                    <a:pt x="4882285" y="660971"/>
                  </a:lnTo>
                  <a:lnTo>
                    <a:pt x="4882873" y="660109"/>
                  </a:lnTo>
                  <a:lnTo>
                    <a:pt x="4883109" y="660109"/>
                  </a:lnTo>
                  <a:lnTo>
                    <a:pt x="4883461" y="660109"/>
                  </a:lnTo>
                  <a:lnTo>
                    <a:pt x="4883579" y="660109"/>
                  </a:lnTo>
                  <a:lnTo>
                    <a:pt x="4884049" y="660109"/>
                  </a:lnTo>
                  <a:lnTo>
                    <a:pt x="4884167" y="660109"/>
                  </a:lnTo>
                  <a:lnTo>
                    <a:pt x="4884285" y="660109"/>
                  </a:lnTo>
                  <a:lnTo>
                    <a:pt x="4884638" y="660109"/>
                  </a:lnTo>
                  <a:lnTo>
                    <a:pt x="4885108" y="660109"/>
                  </a:lnTo>
                  <a:lnTo>
                    <a:pt x="4885578" y="659679"/>
                  </a:lnTo>
                  <a:lnTo>
                    <a:pt x="4886049" y="659679"/>
                  </a:lnTo>
                  <a:lnTo>
                    <a:pt x="4886284" y="659679"/>
                  </a:lnTo>
                  <a:lnTo>
                    <a:pt x="4886872" y="659248"/>
                  </a:lnTo>
                  <a:lnTo>
                    <a:pt x="4886990" y="659248"/>
                  </a:lnTo>
                  <a:lnTo>
                    <a:pt x="4887107" y="659248"/>
                  </a:lnTo>
                  <a:lnTo>
                    <a:pt x="4887460" y="659248"/>
                  </a:lnTo>
                  <a:lnTo>
                    <a:pt x="4887931" y="659248"/>
                  </a:lnTo>
                  <a:lnTo>
                    <a:pt x="4888048" y="659248"/>
                  </a:lnTo>
                  <a:lnTo>
                    <a:pt x="4888048" y="658818"/>
                  </a:lnTo>
                  <a:lnTo>
                    <a:pt x="4888636" y="658387"/>
                  </a:lnTo>
                  <a:lnTo>
                    <a:pt x="4888754" y="658387"/>
                  </a:lnTo>
                  <a:lnTo>
                    <a:pt x="4890753" y="656234"/>
                  </a:lnTo>
                  <a:lnTo>
                    <a:pt x="4890871" y="656234"/>
                  </a:lnTo>
                  <a:lnTo>
                    <a:pt x="4891459" y="655803"/>
                  </a:lnTo>
                  <a:lnTo>
                    <a:pt x="4891459" y="655373"/>
                  </a:lnTo>
                  <a:lnTo>
                    <a:pt x="4891694" y="655373"/>
                  </a:lnTo>
                  <a:lnTo>
                    <a:pt x="4892400" y="655373"/>
                  </a:lnTo>
                  <a:lnTo>
                    <a:pt x="4892518" y="655373"/>
                  </a:lnTo>
                  <a:lnTo>
                    <a:pt x="4892753" y="655373"/>
                  </a:lnTo>
                  <a:lnTo>
                    <a:pt x="4892988" y="655373"/>
                  </a:lnTo>
                  <a:lnTo>
                    <a:pt x="4893341" y="654942"/>
                  </a:lnTo>
                  <a:lnTo>
                    <a:pt x="4893459" y="654512"/>
                  </a:lnTo>
                  <a:lnTo>
                    <a:pt x="4893694" y="654512"/>
                  </a:lnTo>
                  <a:lnTo>
                    <a:pt x="4893811" y="654081"/>
                  </a:lnTo>
                  <a:lnTo>
                    <a:pt x="4893811" y="653650"/>
                  </a:lnTo>
                  <a:lnTo>
                    <a:pt x="4894164" y="653650"/>
                  </a:lnTo>
                  <a:lnTo>
                    <a:pt x="4894282" y="653650"/>
                  </a:lnTo>
                  <a:lnTo>
                    <a:pt x="4894400" y="653650"/>
                  </a:lnTo>
                  <a:lnTo>
                    <a:pt x="4894870" y="653650"/>
                  </a:lnTo>
                  <a:lnTo>
                    <a:pt x="4895105" y="653650"/>
                  </a:lnTo>
                  <a:lnTo>
                    <a:pt x="4895223" y="653650"/>
                  </a:lnTo>
                  <a:lnTo>
                    <a:pt x="4895340" y="653220"/>
                  </a:lnTo>
                  <a:lnTo>
                    <a:pt x="4895458" y="653220"/>
                  </a:lnTo>
                  <a:lnTo>
                    <a:pt x="4895693" y="653220"/>
                  </a:lnTo>
                  <a:lnTo>
                    <a:pt x="4895811" y="653220"/>
                  </a:lnTo>
                  <a:lnTo>
                    <a:pt x="4896046" y="653220"/>
                  </a:lnTo>
                  <a:lnTo>
                    <a:pt x="4896987" y="652789"/>
                  </a:lnTo>
                  <a:lnTo>
                    <a:pt x="4898163" y="652359"/>
                  </a:lnTo>
                  <a:lnTo>
                    <a:pt x="4898281" y="652359"/>
                  </a:lnTo>
                  <a:lnTo>
                    <a:pt x="4898634" y="652359"/>
                  </a:lnTo>
                  <a:lnTo>
                    <a:pt x="4899104" y="651067"/>
                  </a:lnTo>
                  <a:lnTo>
                    <a:pt x="4899222" y="651067"/>
                  </a:lnTo>
                  <a:lnTo>
                    <a:pt x="4899339" y="651067"/>
                  </a:lnTo>
                  <a:lnTo>
                    <a:pt x="4899927" y="651067"/>
                  </a:lnTo>
                  <a:lnTo>
                    <a:pt x="4900163" y="651067"/>
                  </a:lnTo>
                  <a:lnTo>
                    <a:pt x="4900280" y="651067"/>
                  </a:lnTo>
                  <a:lnTo>
                    <a:pt x="4900633" y="651067"/>
                  </a:lnTo>
                  <a:lnTo>
                    <a:pt x="4900751" y="650636"/>
                  </a:lnTo>
                  <a:lnTo>
                    <a:pt x="4900868" y="650636"/>
                  </a:lnTo>
                  <a:lnTo>
                    <a:pt x="4900986" y="650206"/>
                  </a:lnTo>
                  <a:lnTo>
                    <a:pt x="4901339" y="649775"/>
                  </a:lnTo>
                  <a:lnTo>
                    <a:pt x="4901692" y="649775"/>
                  </a:lnTo>
                  <a:lnTo>
                    <a:pt x="4901809" y="649775"/>
                  </a:lnTo>
                  <a:lnTo>
                    <a:pt x="4901809" y="649344"/>
                  </a:lnTo>
                  <a:lnTo>
                    <a:pt x="4902397" y="649344"/>
                  </a:lnTo>
                  <a:lnTo>
                    <a:pt x="4902515" y="648914"/>
                  </a:lnTo>
                  <a:lnTo>
                    <a:pt x="4902750" y="648053"/>
                  </a:lnTo>
                  <a:lnTo>
                    <a:pt x="4903338" y="648053"/>
                  </a:lnTo>
                  <a:lnTo>
                    <a:pt x="4903573" y="648053"/>
                  </a:lnTo>
                  <a:lnTo>
                    <a:pt x="4903573" y="647622"/>
                  </a:lnTo>
                  <a:lnTo>
                    <a:pt x="4903691" y="647622"/>
                  </a:lnTo>
                  <a:lnTo>
                    <a:pt x="4903809" y="647622"/>
                  </a:lnTo>
                  <a:lnTo>
                    <a:pt x="4904162" y="647622"/>
                  </a:lnTo>
                  <a:lnTo>
                    <a:pt x="4904985" y="647191"/>
                  </a:lnTo>
                  <a:lnTo>
                    <a:pt x="4905455" y="647191"/>
                  </a:lnTo>
                  <a:lnTo>
                    <a:pt x="4905690" y="647191"/>
                  </a:lnTo>
                  <a:lnTo>
                    <a:pt x="4905926" y="646761"/>
                  </a:lnTo>
                  <a:lnTo>
                    <a:pt x="4906279" y="646761"/>
                  </a:lnTo>
                  <a:lnTo>
                    <a:pt x="4906396" y="646761"/>
                  </a:lnTo>
                  <a:lnTo>
                    <a:pt x="4906867" y="645469"/>
                  </a:lnTo>
                  <a:lnTo>
                    <a:pt x="4907572" y="645469"/>
                  </a:lnTo>
                  <a:lnTo>
                    <a:pt x="4907690" y="645469"/>
                  </a:lnTo>
                  <a:lnTo>
                    <a:pt x="4908160" y="645469"/>
                  </a:lnTo>
                  <a:lnTo>
                    <a:pt x="4908278" y="645469"/>
                  </a:lnTo>
                  <a:lnTo>
                    <a:pt x="4908513" y="645469"/>
                  </a:lnTo>
                  <a:lnTo>
                    <a:pt x="4908631" y="645469"/>
                  </a:lnTo>
                  <a:lnTo>
                    <a:pt x="4909101" y="645469"/>
                  </a:lnTo>
                  <a:lnTo>
                    <a:pt x="4909337" y="645469"/>
                  </a:lnTo>
                  <a:lnTo>
                    <a:pt x="4909454" y="645469"/>
                  </a:lnTo>
                  <a:lnTo>
                    <a:pt x="4909572" y="645469"/>
                  </a:lnTo>
                  <a:lnTo>
                    <a:pt x="4909689" y="645469"/>
                  </a:lnTo>
                  <a:lnTo>
                    <a:pt x="4909807" y="645038"/>
                  </a:lnTo>
                  <a:lnTo>
                    <a:pt x="4910042" y="644608"/>
                  </a:lnTo>
                  <a:lnTo>
                    <a:pt x="4910160" y="644177"/>
                  </a:lnTo>
                  <a:lnTo>
                    <a:pt x="4910277" y="644177"/>
                  </a:lnTo>
                  <a:lnTo>
                    <a:pt x="4910866" y="644177"/>
                  </a:lnTo>
                  <a:lnTo>
                    <a:pt x="4912042" y="643747"/>
                  </a:lnTo>
                  <a:lnTo>
                    <a:pt x="4912277" y="643747"/>
                  </a:lnTo>
                  <a:lnTo>
                    <a:pt x="4912512" y="643316"/>
                  </a:lnTo>
                  <a:lnTo>
                    <a:pt x="4912630" y="643316"/>
                  </a:lnTo>
                  <a:lnTo>
                    <a:pt x="4912747" y="643316"/>
                  </a:lnTo>
                  <a:lnTo>
                    <a:pt x="4912983" y="642885"/>
                  </a:lnTo>
                  <a:lnTo>
                    <a:pt x="4913100" y="642885"/>
                  </a:lnTo>
                  <a:lnTo>
                    <a:pt x="4913923" y="642455"/>
                  </a:lnTo>
                  <a:lnTo>
                    <a:pt x="4914041" y="642455"/>
                  </a:lnTo>
                  <a:lnTo>
                    <a:pt x="4914276" y="642455"/>
                  </a:lnTo>
                  <a:lnTo>
                    <a:pt x="4914512" y="642455"/>
                  </a:lnTo>
                  <a:lnTo>
                    <a:pt x="4914629" y="642455"/>
                  </a:lnTo>
                  <a:lnTo>
                    <a:pt x="4914864" y="642024"/>
                  </a:lnTo>
                  <a:lnTo>
                    <a:pt x="4915100" y="642024"/>
                  </a:lnTo>
                  <a:lnTo>
                    <a:pt x="4915217" y="642024"/>
                  </a:lnTo>
                  <a:lnTo>
                    <a:pt x="4915688" y="641594"/>
                  </a:lnTo>
                  <a:lnTo>
                    <a:pt x="4916511" y="641594"/>
                  </a:lnTo>
                  <a:lnTo>
                    <a:pt x="4916629" y="641594"/>
                  </a:lnTo>
                  <a:lnTo>
                    <a:pt x="4916981" y="641163"/>
                  </a:lnTo>
                  <a:lnTo>
                    <a:pt x="4917334" y="641163"/>
                  </a:lnTo>
                  <a:lnTo>
                    <a:pt x="4917805" y="640732"/>
                  </a:lnTo>
                  <a:lnTo>
                    <a:pt x="4918040" y="640732"/>
                  </a:lnTo>
                  <a:lnTo>
                    <a:pt x="4918393" y="640732"/>
                  </a:lnTo>
                  <a:lnTo>
                    <a:pt x="4918510" y="640732"/>
                  </a:lnTo>
                  <a:lnTo>
                    <a:pt x="4918510" y="640302"/>
                  </a:lnTo>
                  <a:lnTo>
                    <a:pt x="4918628" y="639871"/>
                  </a:lnTo>
                  <a:lnTo>
                    <a:pt x="4918746" y="639871"/>
                  </a:lnTo>
                  <a:lnTo>
                    <a:pt x="4918863" y="639871"/>
                  </a:lnTo>
                  <a:lnTo>
                    <a:pt x="4918981" y="639871"/>
                  </a:lnTo>
                  <a:lnTo>
                    <a:pt x="4920392" y="639871"/>
                  </a:lnTo>
                  <a:lnTo>
                    <a:pt x="4920510" y="639871"/>
                  </a:lnTo>
                  <a:lnTo>
                    <a:pt x="4920628" y="639871"/>
                  </a:lnTo>
                  <a:lnTo>
                    <a:pt x="4921098" y="639441"/>
                  </a:lnTo>
                  <a:lnTo>
                    <a:pt x="4921098" y="639010"/>
                  </a:lnTo>
                  <a:lnTo>
                    <a:pt x="4921216" y="639010"/>
                  </a:lnTo>
                  <a:lnTo>
                    <a:pt x="4921451" y="639010"/>
                  </a:lnTo>
                  <a:lnTo>
                    <a:pt x="4921568" y="639010"/>
                  </a:lnTo>
                  <a:lnTo>
                    <a:pt x="4922039" y="639010"/>
                  </a:lnTo>
                  <a:lnTo>
                    <a:pt x="4922392" y="638579"/>
                  </a:lnTo>
                  <a:lnTo>
                    <a:pt x="4922745" y="638579"/>
                  </a:lnTo>
                  <a:lnTo>
                    <a:pt x="4922862" y="638579"/>
                  </a:lnTo>
                  <a:lnTo>
                    <a:pt x="4922980" y="638149"/>
                  </a:lnTo>
                  <a:lnTo>
                    <a:pt x="4923333" y="637718"/>
                  </a:lnTo>
                  <a:lnTo>
                    <a:pt x="4923450" y="637718"/>
                  </a:lnTo>
                  <a:lnTo>
                    <a:pt x="4923568" y="637718"/>
                  </a:lnTo>
                  <a:lnTo>
                    <a:pt x="4923803" y="637718"/>
                  </a:lnTo>
                  <a:lnTo>
                    <a:pt x="4923921" y="637718"/>
                  </a:lnTo>
                  <a:lnTo>
                    <a:pt x="4924156" y="637718"/>
                  </a:lnTo>
                  <a:lnTo>
                    <a:pt x="4924274" y="637718"/>
                  </a:lnTo>
                  <a:lnTo>
                    <a:pt x="4924391" y="637718"/>
                  </a:lnTo>
                  <a:lnTo>
                    <a:pt x="4924744" y="637718"/>
                  </a:lnTo>
                  <a:lnTo>
                    <a:pt x="4925214" y="637718"/>
                  </a:lnTo>
                  <a:lnTo>
                    <a:pt x="4925332" y="637288"/>
                  </a:lnTo>
                  <a:lnTo>
                    <a:pt x="4925450" y="637288"/>
                  </a:lnTo>
                  <a:lnTo>
                    <a:pt x="4925685" y="637288"/>
                  </a:lnTo>
                  <a:lnTo>
                    <a:pt x="4925803" y="637288"/>
                  </a:lnTo>
                  <a:lnTo>
                    <a:pt x="4926273" y="636857"/>
                  </a:lnTo>
                  <a:lnTo>
                    <a:pt x="4926391" y="636857"/>
                  </a:lnTo>
                  <a:lnTo>
                    <a:pt x="4926861" y="636857"/>
                  </a:lnTo>
                  <a:lnTo>
                    <a:pt x="4927214" y="636857"/>
                  </a:lnTo>
                  <a:lnTo>
                    <a:pt x="4927567" y="636857"/>
                  </a:lnTo>
                  <a:lnTo>
                    <a:pt x="4927567" y="636426"/>
                  </a:lnTo>
                  <a:lnTo>
                    <a:pt x="4927567" y="635996"/>
                  </a:lnTo>
                  <a:lnTo>
                    <a:pt x="4927920" y="635996"/>
                  </a:lnTo>
                  <a:lnTo>
                    <a:pt x="4928037" y="635996"/>
                  </a:lnTo>
                  <a:lnTo>
                    <a:pt x="4928155" y="635996"/>
                  </a:lnTo>
                  <a:lnTo>
                    <a:pt x="4928390" y="635996"/>
                  </a:lnTo>
                  <a:lnTo>
                    <a:pt x="4929096" y="635565"/>
                  </a:lnTo>
                  <a:lnTo>
                    <a:pt x="4929566" y="635135"/>
                  </a:lnTo>
                  <a:lnTo>
                    <a:pt x="4930037" y="635135"/>
                  </a:lnTo>
                  <a:lnTo>
                    <a:pt x="4930272" y="635135"/>
                  </a:lnTo>
                  <a:lnTo>
                    <a:pt x="4930860" y="634704"/>
                  </a:lnTo>
                  <a:lnTo>
                    <a:pt x="4931213" y="634704"/>
                  </a:lnTo>
                  <a:lnTo>
                    <a:pt x="4931683" y="634704"/>
                  </a:lnTo>
                  <a:lnTo>
                    <a:pt x="4931801" y="634704"/>
                  </a:lnTo>
                  <a:lnTo>
                    <a:pt x="4932154" y="634704"/>
                  </a:lnTo>
                  <a:lnTo>
                    <a:pt x="4932507" y="634704"/>
                  </a:lnTo>
                  <a:lnTo>
                    <a:pt x="4933330" y="634273"/>
                  </a:lnTo>
                  <a:lnTo>
                    <a:pt x="4934388" y="632120"/>
                  </a:lnTo>
                  <a:lnTo>
                    <a:pt x="4934741" y="632120"/>
                  </a:lnTo>
                  <a:lnTo>
                    <a:pt x="4934859" y="632120"/>
                  </a:lnTo>
                  <a:lnTo>
                    <a:pt x="4935682" y="632120"/>
                  </a:lnTo>
                  <a:lnTo>
                    <a:pt x="4936153" y="630829"/>
                  </a:lnTo>
                  <a:lnTo>
                    <a:pt x="4936388" y="630829"/>
                  </a:lnTo>
                  <a:lnTo>
                    <a:pt x="4936858" y="630829"/>
                  </a:lnTo>
                  <a:lnTo>
                    <a:pt x="4937093" y="630829"/>
                  </a:lnTo>
                  <a:lnTo>
                    <a:pt x="4937564" y="630829"/>
                  </a:lnTo>
                  <a:lnTo>
                    <a:pt x="4937682" y="630829"/>
                  </a:lnTo>
                  <a:lnTo>
                    <a:pt x="4937682" y="630398"/>
                  </a:lnTo>
                  <a:lnTo>
                    <a:pt x="4938034" y="630398"/>
                  </a:lnTo>
                  <a:lnTo>
                    <a:pt x="4938152" y="630398"/>
                  </a:lnTo>
                  <a:lnTo>
                    <a:pt x="4938270" y="630398"/>
                  </a:lnTo>
                  <a:lnTo>
                    <a:pt x="4938387" y="630398"/>
                  </a:lnTo>
                  <a:lnTo>
                    <a:pt x="4938740" y="629967"/>
                  </a:lnTo>
                  <a:lnTo>
                    <a:pt x="4939093" y="629967"/>
                  </a:lnTo>
                  <a:lnTo>
                    <a:pt x="4939681" y="629537"/>
                  </a:lnTo>
                  <a:lnTo>
                    <a:pt x="4939681" y="629106"/>
                  </a:lnTo>
                  <a:lnTo>
                    <a:pt x="4939681" y="628676"/>
                  </a:lnTo>
                  <a:lnTo>
                    <a:pt x="4940034" y="627814"/>
                  </a:lnTo>
                  <a:lnTo>
                    <a:pt x="4940151" y="627814"/>
                  </a:lnTo>
                  <a:lnTo>
                    <a:pt x="4940387" y="627384"/>
                  </a:lnTo>
                  <a:lnTo>
                    <a:pt x="4940975" y="627384"/>
                  </a:lnTo>
                  <a:lnTo>
                    <a:pt x="4941328" y="626523"/>
                  </a:lnTo>
                  <a:lnTo>
                    <a:pt x="4941445" y="626523"/>
                  </a:lnTo>
                  <a:lnTo>
                    <a:pt x="4942269" y="626092"/>
                  </a:lnTo>
                  <a:lnTo>
                    <a:pt x="4942386" y="626092"/>
                  </a:lnTo>
                  <a:lnTo>
                    <a:pt x="4942857" y="626092"/>
                  </a:lnTo>
                  <a:lnTo>
                    <a:pt x="4943798" y="625661"/>
                  </a:lnTo>
                  <a:lnTo>
                    <a:pt x="4944033" y="625661"/>
                  </a:lnTo>
                  <a:lnTo>
                    <a:pt x="4944150" y="625231"/>
                  </a:lnTo>
                  <a:lnTo>
                    <a:pt x="4944150" y="623939"/>
                  </a:lnTo>
                  <a:lnTo>
                    <a:pt x="4944268" y="623939"/>
                  </a:lnTo>
                  <a:lnTo>
                    <a:pt x="4944386" y="623939"/>
                  </a:lnTo>
                  <a:lnTo>
                    <a:pt x="4944974" y="623078"/>
                  </a:lnTo>
                  <a:lnTo>
                    <a:pt x="4945091" y="623078"/>
                  </a:lnTo>
                  <a:lnTo>
                    <a:pt x="4945326" y="623078"/>
                  </a:lnTo>
                  <a:lnTo>
                    <a:pt x="4945444" y="623078"/>
                  </a:lnTo>
                  <a:lnTo>
                    <a:pt x="4945562" y="623078"/>
                  </a:lnTo>
                  <a:lnTo>
                    <a:pt x="4945679" y="623078"/>
                  </a:lnTo>
                  <a:lnTo>
                    <a:pt x="4945797" y="623078"/>
                  </a:lnTo>
                  <a:lnTo>
                    <a:pt x="4945915" y="623078"/>
                  </a:lnTo>
                  <a:lnTo>
                    <a:pt x="4946267" y="623078"/>
                  </a:lnTo>
                  <a:lnTo>
                    <a:pt x="4946503" y="623078"/>
                  </a:lnTo>
                  <a:lnTo>
                    <a:pt x="4946620" y="623078"/>
                  </a:lnTo>
                  <a:lnTo>
                    <a:pt x="4946738" y="623078"/>
                  </a:lnTo>
                  <a:lnTo>
                    <a:pt x="4947208" y="623078"/>
                  </a:lnTo>
                  <a:lnTo>
                    <a:pt x="4947326" y="623078"/>
                  </a:lnTo>
                  <a:lnTo>
                    <a:pt x="4947561" y="623078"/>
                  </a:lnTo>
                  <a:lnTo>
                    <a:pt x="4948737" y="623078"/>
                  </a:lnTo>
                  <a:lnTo>
                    <a:pt x="4949561" y="623078"/>
                  </a:lnTo>
                  <a:lnTo>
                    <a:pt x="4950149" y="623078"/>
                  </a:lnTo>
                  <a:lnTo>
                    <a:pt x="4950266" y="623078"/>
                  </a:lnTo>
                  <a:lnTo>
                    <a:pt x="4950384" y="623078"/>
                  </a:lnTo>
                  <a:lnTo>
                    <a:pt x="4950502" y="622647"/>
                  </a:lnTo>
                  <a:lnTo>
                    <a:pt x="4950737" y="622217"/>
                  </a:lnTo>
                  <a:lnTo>
                    <a:pt x="4950972" y="622217"/>
                  </a:lnTo>
                  <a:lnTo>
                    <a:pt x="4951090" y="621786"/>
                  </a:lnTo>
                  <a:lnTo>
                    <a:pt x="4951207" y="621786"/>
                  </a:lnTo>
                  <a:lnTo>
                    <a:pt x="4951442" y="621786"/>
                  </a:lnTo>
                  <a:lnTo>
                    <a:pt x="4951560" y="621786"/>
                  </a:lnTo>
                  <a:lnTo>
                    <a:pt x="4951678" y="621786"/>
                  </a:lnTo>
                  <a:lnTo>
                    <a:pt x="4952266" y="621786"/>
                  </a:lnTo>
                  <a:lnTo>
                    <a:pt x="4952383" y="621786"/>
                  </a:lnTo>
                  <a:lnTo>
                    <a:pt x="4952736" y="621786"/>
                  </a:lnTo>
                  <a:lnTo>
                    <a:pt x="4954618" y="617480"/>
                  </a:lnTo>
                  <a:lnTo>
                    <a:pt x="4954853" y="617480"/>
                  </a:lnTo>
                  <a:lnTo>
                    <a:pt x="4955441" y="617480"/>
                  </a:lnTo>
                  <a:lnTo>
                    <a:pt x="4955794" y="617480"/>
                  </a:lnTo>
                  <a:lnTo>
                    <a:pt x="4955912" y="617480"/>
                  </a:lnTo>
                  <a:lnTo>
                    <a:pt x="4956029" y="617480"/>
                  </a:lnTo>
                  <a:lnTo>
                    <a:pt x="4956147" y="617049"/>
                  </a:lnTo>
                  <a:lnTo>
                    <a:pt x="4956265" y="617049"/>
                  </a:lnTo>
                  <a:lnTo>
                    <a:pt x="4956382" y="617049"/>
                  </a:lnTo>
                  <a:lnTo>
                    <a:pt x="4956500" y="617049"/>
                  </a:lnTo>
                  <a:lnTo>
                    <a:pt x="4956970" y="617049"/>
                  </a:lnTo>
                  <a:lnTo>
                    <a:pt x="4957088" y="617049"/>
                  </a:lnTo>
                  <a:lnTo>
                    <a:pt x="4957323" y="617049"/>
                  </a:lnTo>
                  <a:lnTo>
                    <a:pt x="4957323" y="616619"/>
                  </a:lnTo>
                  <a:lnTo>
                    <a:pt x="4957441" y="616619"/>
                  </a:lnTo>
                  <a:lnTo>
                    <a:pt x="4958146" y="615758"/>
                  </a:lnTo>
                  <a:lnTo>
                    <a:pt x="4958382" y="615758"/>
                  </a:lnTo>
                  <a:lnTo>
                    <a:pt x="4958617" y="615327"/>
                  </a:lnTo>
                  <a:lnTo>
                    <a:pt x="4959558" y="614896"/>
                  </a:lnTo>
                  <a:lnTo>
                    <a:pt x="4960028" y="614466"/>
                  </a:lnTo>
                  <a:lnTo>
                    <a:pt x="4960146" y="614466"/>
                  </a:lnTo>
                  <a:lnTo>
                    <a:pt x="4960499" y="614466"/>
                  </a:lnTo>
                  <a:lnTo>
                    <a:pt x="4960852" y="614466"/>
                  </a:lnTo>
                  <a:lnTo>
                    <a:pt x="4961204" y="614466"/>
                  </a:lnTo>
                  <a:lnTo>
                    <a:pt x="4961557" y="614466"/>
                  </a:lnTo>
                  <a:lnTo>
                    <a:pt x="4961675" y="614466"/>
                  </a:lnTo>
                  <a:lnTo>
                    <a:pt x="4961792" y="614466"/>
                  </a:lnTo>
                  <a:lnTo>
                    <a:pt x="4962028" y="614035"/>
                  </a:lnTo>
                  <a:lnTo>
                    <a:pt x="4962263" y="614035"/>
                  </a:lnTo>
                  <a:lnTo>
                    <a:pt x="4963204" y="613605"/>
                  </a:lnTo>
                  <a:lnTo>
                    <a:pt x="4963321" y="613605"/>
                  </a:lnTo>
                  <a:lnTo>
                    <a:pt x="4963439" y="613605"/>
                  </a:lnTo>
                  <a:lnTo>
                    <a:pt x="4963557" y="613605"/>
                  </a:lnTo>
                  <a:lnTo>
                    <a:pt x="4964027" y="613605"/>
                  </a:lnTo>
                  <a:lnTo>
                    <a:pt x="4964145" y="613174"/>
                  </a:lnTo>
                  <a:lnTo>
                    <a:pt x="4964145" y="612743"/>
                  </a:lnTo>
                  <a:lnTo>
                    <a:pt x="4965439" y="612743"/>
                  </a:lnTo>
                  <a:lnTo>
                    <a:pt x="4965556" y="612743"/>
                  </a:lnTo>
                  <a:lnTo>
                    <a:pt x="4965674" y="612743"/>
                  </a:lnTo>
                  <a:lnTo>
                    <a:pt x="4965791" y="612743"/>
                  </a:lnTo>
                  <a:lnTo>
                    <a:pt x="4966262" y="612743"/>
                  </a:lnTo>
                  <a:lnTo>
                    <a:pt x="4966615" y="612743"/>
                  </a:lnTo>
                  <a:lnTo>
                    <a:pt x="4966850" y="612743"/>
                  </a:lnTo>
                  <a:lnTo>
                    <a:pt x="4966968" y="612743"/>
                  </a:lnTo>
                  <a:lnTo>
                    <a:pt x="4967085" y="612743"/>
                  </a:lnTo>
                  <a:lnTo>
                    <a:pt x="4967438" y="612743"/>
                  </a:lnTo>
                  <a:lnTo>
                    <a:pt x="4967556" y="612743"/>
                  </a:lnTo>
                  <a:lnTo>
                    <a:pt x="4967673" y="612743"/>
                  </a:lnTo>
                  <a:lnTo>
                    <a:pt x="4968261" y="611452"/>
                  </a:lnTo>
                  <a:lnTo>
                    <a:pt x="4968379" y="611452"/>
                  </a:lnTo>
                  <a:lnTo>
                    <a:pt x="4968497" y="611452"/>
                  </a:lnTo>
                  <a:lnTo>
                    <a:pt x="4968614" y="611452"/>
                  </a:lnTo>
                  <a:lnTo>
                    <a:pt x="4968732" y="611452"/>
                  </a:lnTo>
                  <a:lnTo>
                    <a:pt x="4968849" y="611452"/>
                  </a:lnTo>
                  <a:lnTo>
                    <a:pt x="4969790" y="611452"/>
                  </a:lnTo>
                  <a:lnTo>
                    <a:pt x="4969908" y="611452"/>
                  </a:lnTo>
                  <a:lnTo>
                    <a:pt x="4970025" y="611452"/>
                  </a:lnTo>
                  <a:lnTo>
                    <a:pt x="4970143" y="611452"/>
                  </a:lnTo>
                  <a:lnTo>
                    <a:pt x="4970143" y="611021"/>
                  </a:lnTo>
                  <a:lnTo>
                    <a:pt x="4970261" y="611021"/>
                  </a:lnTo>
                  <a:lnTo>
                    <a:pt x="4970378" y="611021"/>
                  </a:lnTo>
                  <a:lnTo>
                    <a:pt x="4970496" y="611021"/>
                  </a:lnTo>
                  <a:lnTo>
                    <a:pt x="4970849" y="611021"/>
                  </a:lnTo>
                  <a:lnTo>
                    <a:pt x="4970966" y="611021"/>
                  </a:lnTo>
                  <a:lnTo>
                    <a:pt x="4970966" y="610590"/>
                  </a:lnTo>
                  <a:lnTo>
                    <a:pt x="4971437" y="610590"/>
                  </a:lnTo>
                  <a:lnTo>
                    <a:pt x="4971790" y="610160"/>
                  </a:lnTo>
                  <a:lnTo>
                    <a:pt x="4971790" y="609729"/>
                  </a:lnTo>
                  <a:lnTo>
                    <a:pt x="4971907" y="609729"/>
                  </a:lnTo>
                  <a:lnTo>
                    <a:pt x="4972025" y="609729"/>
                  </a:lnTo>
                  <a:lnTo>
                    <a:pt x="4972260" y="609729"/>
                  </a:lnTo>
                  <a:lnTo>
                    <a:pt x="4972378" y="609299"/>
                  </a:lnTo>
                  <a:lnTo>
                    <a:pt x="4972731" y="608868"/>
                  </a:lnTo>
                  <a:lnTo>
                    <a:pt x="4972731" y="608437"/>
                  </a:lnTo>
                  <a:lnTo>
                    <a:pt x="4973319" y="608437"/>
                  </a:lnTo>
                  <a:lnTo>
                    <a:pt x="4973554" y="608007"/>
                  </a:lnTo>
                  <a:lnTo>
                    <a:pt x="4973554" y="607576"/>
                  </a:lnTo>
                  <a:lnTo>
                    <a:pt x="4973554" y="607146"/>
                  </a:lnTo>
                  <a:lnTo>
                    <a:pt x="4973789" y="607146"/>
                  </a:lnTo>
                  <a:lnTo>
                    <a:pt x="4974024" y="607146"/>
                  </a:lnTo>
                  <a:lnTo>
                    <a:pt x="4974142" y="606715"/>
                  </a:lnTo>
                  <a:lnTo>
                    <a:pt x="4974260" y="606715"/>
                  </a:lnTo>
                  <a:lnTo>
                    <a:pt x="4974377" y="606715"/>
                  </a:lnTo>
                  <a:lnTo>
                    <a:pt x="4975083" y="606284"/>
                  </a:lnTo>
                  <a:lnTo>
                    <a:pt x="4975201" y="606284"/>
                  </a:lnTo>
                  <a:lnTo>
                    <a:pt x="4975318" y="606284"/>
                  </a:lnTo>
                  <a:lnTo>
                    <a:pt x="4975318" y="605423"/>
                  </a:lnTo>
                  <a:lnTo>
                    <a:pt x="4975789" y="604993"/>
                  </a:lnTo>
                  <a:lnTo>
                    <a:pt x="4975906" y="604993"/>
                  </a:lnTo>
                  <a:lnTo>
                    <a:pt x="4976259" y="604993"/>
                  </a:lnTo>
                  <a:lnTo>
                    <a:pt x="4976377" y="604993"/>
                  </a:lnTo>
                  <a:lnTo>
                    <a:pt x="4976847" y="604562"/>
                  </a:lnTo>
                  <a:lnTo>
                    <a:pt x="4976965" y="604562"/>
                  </a:lnTo>
                  <a:lnTo>
                    <a:pt x="4977318" y="604131"/>
                  </a:lnTo>
                  <a:lnTo>
                    <a:pt x="4977318" y="603701"/>
                  </a:lnTo>
                  <a:lnTo>
                    <a:pt x="4977670" y="603701"/>
                  </a:lnTo>
                  <a:lnTo>
                    <a:pt x="4977788" y="603701"/>
                  </a:lnTo>
                  <a:lnTo>
                    <a:pt x="4978494" y="603270"/>
                  </a:lnTo>
                  <a:lnTo>
                    <a:pt x="4978847" y="603270"/>
                  </a:lnTo>
                  <a:lnTo>
                    <a:pt x="4978964" y="603270"/>
                  </a:lnTo>
                  <a:lnTo>
                    <a:pt x="4979082" y="603270"/>
                  </a:lnTo>
                  <a:lnTo>
                    <a:pt x="4979199" y="603270"/>
                  </a:lnTo>
                  <a:lnTo>
                    <a:pt x="4979787" y="603270"/>
                  </a:lnTo>
                  <a:lnTo>
                    <a:pt x="4980140" y="602840"/>
                  </a:lnTo>
                  <a:lnTo>
                    <a:pt x="4980964" y="602840"/>
                  </a:lnTo>
                  <a:lnTo>
                    <a:pt x="4981316" y="602840"/>
                  </a:lnTo>
                  <a:lnTo>
                    <a:pt x="4981552" y="602840"/>
                  </a:lnTo>
                  <a:lnTo>
                    <a:pt x="4981552" y="602409"/>
                  </a:lnTo>
                  <a:lnTo>
                    <a:pt x="4981552" y="601978"/>
                  </a:lnTo>
                  <a:lnTo>
                    <a:pt x="4982140" y="601978"/>
                  </a:lnTo>
                  <a:lnTo>
                    <a:pt x="4982375" y="601978"/>
                  </a:lnTo>
                  <a:lnTo>
                    <a:pt x="4982728" y="601548"/>
                  </a:lnTo>
                  <a:lnTo>
                    <a:pt x="4982845" y="601548"/>
                  </a:lnTo>
                  <a:lnTo>
                    <a:pt x="4983081" y="601117"/>
                  </a:lnTo>
                  <a:lnTo>
                    <a:pt x="4983669" y="601117"/>
                  </a:lnTo>
                  <a:lnTo>
                    <a:pt x="4983669" y="600687"/>
                  </a:lnTo>
                  <a:lnTo>
                    <a:pt x="4983669" y="600256"/>
                  </a:lnTo>
                  <a:lnTo>
                    <a:pt x="4983904" y="600256"/>
                  </a:lnTo>
                  <a:lnTo>
                    <a:pt x="4984022" y="599825"/>
                  </a:lnTo>
                  <a:lnTo>
                    <a:pt x="4984492" y="598534"/>
                  </a:lnTo>
                  <a:lnTo>
                    <a:pt x="4984727" y="598534"/>
                  </a:lnTo>
                  <a:lnTo>
                    <a:pt x="4985080" y="598534"/>
                  </a:lnTo>
                  <a:lnTo>
                    <a:pt x="4985198" y="598534"/>
                  </a:lnTo>
                  <a:lnTo>
                    <a:pt x="4985551" y="598534"/>
                  </a:lnTo>
                  <a:lnTo>
                    <a:pt x="4985668" y="598103"/>
                  </a:lnTo>
                  <a:lnTo>
                    <a:pt x="4986491" y="597242"/>
                  </a:lnTo>
                  <a:lnTo>
                    <a:pt x="4987197" y="597242"/>
                  </a:lnTo>
                  <a:lnTo>
                    <a:pt x="4987550" y="596811"/>
                  </a:lnTo>
                  <a:lnTo>
                    <a:pt x="4987668" y="596811"/>
                  </a:lnTo>
                  <a:lnTo>
                    <a:pt x="4987903" y="596381"/>
                  </a:lnTo>
                  <a:lnTo>
                    <a:pt x="4988491" y="596381"/>
                  </a:lnTo>
                  <a:lnTo>
                    <a:pt x="4989667" y="596381"/>
                  </a:lnTo>
                  <a:lnTo>
                    <a:pt x="4989785" y="596381"/>
                  </a:lnTo>
                  <a:lnTo>
                    <a:pt x="4989902" y="596381"/>
                  </a:lnTo>
                  <a:lnTo>
                    <a:pt x="4990255" y="596381"/>
                  </a:lnTo>
                  <a:lnTo>
                    <a:pt x="4990373" y="595950"/>
                  </a:lnTo>
                  <a:lnTo>
                    <a:pt x="4990490" y="595950"/>
                  </a:lnTo>
                  <a:lnTo>
                    <a:pt x="4990490" y="595519"/>
                  </a:lnTo>
                  <a:lnTo>
                    <a:pt x="4990726" y="595519"/>
                  </a:lnTo>
                  <a:lnTo>
                    <a:pt x="4990961" y="595519"/>
                  </a:lnTo>
                  <a:lnTo>
                    <a:pt x="4991078" y="595519"/>
                  </a:lnTo>
                  <a:lnTo>
                    <a:pt x="4991196" y="595519"/>
                  </a:lnTo>
                  <a:lnTo>
                    <a:pt x="4991431" y="595519"/>
                  </a:lnTo>
                  <a:lnTo>
                    <a:pt x="4991431" y="594658"/>
                  </a:lnTo>
                  <a:lnTo>
                    <a:pt x="4991667" y="594228"/>
                  </a:lnTo>
                  <a:lnTo>
                    <a:pt x="4992255" y="594228"/>
                  </a:lnTo>
                  <a:lnTo>
                    <a:pt x="4992490" y="594228"/>
                  </a:lnTo>
                  <a:lnTo>
                    <a:pt x="4992607" y="594228"/>
                  </a:lnTo>
                  <a:lnTo>
                    <a:pt x="4994019" y="592936"/>
                  </a:lnTo>
                  <a:lnTo>
                    <a:pt x="4994254" y="592936"/>
                  </a:lnTo>
                  <a:lnTo>
                    <a:pt x="4994254" y="592505"/>
                  </a:lnTo>
                  <a:lnTo>
                    <a:pt x="4994607" y="592505"/>
                  </a:lnTo>
                  <a:lnTo>
                    <a:pt x="4994842" y="592075"/>
                  </a:lnTo>
                  <a:lnTo>
                    <a:pt x="4995665" y="592075"/>
                  </a:lnTo>
                  <a:lnTo>
                    <a:pt x="4995901" y="592075"/>
                  </a:lnTo>
                  <a:lnTo>
                    <a:pt x="4996136" y="592075"/>
                  </a:lnTo>
                  <a:lnTo>
                    <a:pt x="4996253" y="592075"/>
                  </a:lnTo>
                  <a:lnTo>
                    <a:pt x="4996606" y="591644"/>
                  </a:lnTo>
                  <a:lnTo>
                    <a:pt x="4996842" y="591644"/>
                  </a:lnTo>
                  <a:lnTo>
                    <a:pt x="4997077" y="591644"/>
                  </a:lnTo>
                  <a:lnTo>
                    <a:pt x="4997194" y="591644"/>
                  </a:lnTo>
                  <a:lnTo>
                    <a:pt x="4997312" y="591644"/>
                  </a:lnTo>
                  <a:lnTo>
                    <a:pt x="4997430" y="591644"/>
                  </a:lnTo>
                  <a:lnTo>
                    <a:pt x="4997547" y="591213"/>
                  </a:lnTo>
                  <a:lnTo>
                    <a:pt x="4999547" y="589060"/>
                  </a:lnTo>
                  <a:lnTo>
                    <a:pt x="4999900" y="589060"/>
                  </a:lnTo>
                  <a:lnTo>
                    <a:pt x="5000252" y="588630"/>
                  </a:lnTo>
                  <a:lnTo>
                    <a:pt x="5000370" y="588630"/>
                  </a:lnTo>
                  <a:lnTo>
                    <a:pt x="5000605" y="588630"/>
                  </a:lnTo>
                  <a:lnTo>
                    <a:pt x="5000723" y="588630"/>
                  </a:lnTo>
                  <a:lnTo>
                    <a:pt x="5001193" y="588199"/>
                  </a:lnTo>
                  <a:lnTo>
                    <a:pt x="5001546" y="588199"/>
                  </a:lnTo>
                  <a:lnTo>
                    <a:pt x="5001664" y="588199"/>
                  </a:lnTo>
                  <a:lnTo>
                    <a:pt x="5001664" y="587769"/>
                  </a:lnTo>
                  <a:lnTo>
                    <a:pt x="5001899" y="587769"/>
                  </a:lnTo>
                  <a:lnTo>
                    <a:pt x="5002134" y="587769"/>
                  </a:lnTo>
                  <a:lnTo>
                    <a:pt x="5002252" y="587769"/>
                  </a:lnTo>
                  <a:lnTo>
                    <a:pt x="5002722" y="586477"/>
                  </a:lnTo>
                  <a:lnTo>
                    <a:pt x="5002840" y="586477"/>
                  </a:lnTo>
                  <a:lnTo>
                    <a:pt x="5003781" y="586046"/>
                  </a:lnTo>
                  <a:lnTo>
                    <a:pt x="5003898" y="586046"/>
                  </a:lnTo>
                  <a:lnTo>
                    <a:pt x="5004016" y="586046"/>
                  </a:lnTo>
                  <a:lnTo>
                    <a:pt x="5004369" y="586046"/>
                  </a:lnTo>
                  <a:lnTo>
                    <a:pt x="5004722" y="585616"/>
                  </a:lnTo>
                  <a:lnTo>
                    <a:pt x="5005075" y="585616"/>
                  </a:lnTo>
                  <a:lnTo>
                    <a:pt x="5005192" y="585616"/>
                  </a:lnTo>
                  <a:lnTo>
                    <a:pt x="5005310" y="585185"/>
                  </a:lnTo>
                  <a:lnTo>
                    <a:pt x="5005545" y="585185"/>
                  </a:lnTo>
                  <a:lnTo>
                    <a:pt x="5005780" y="585185"/>
                  </a:lnTo>
                  <a:lnTo>
                    <a:pt x="5006133" y="585185"/>
                  </a:lnTo>
                  <a:lnTo>
                    <a:pt x="5006251" y="585185"/>
                  </a:lnTo>
                  <a:lnTo>
                    <a:pt x="5006368" y="584324"/>
                  </a:lnTo>
                  <a:lnTo>
                    <a:pt x="5006604" y="584324"/>
                  </a:lnTo>
                  <a:lnTo>
                    <a:pt x="5007074" y="583893"/>
                  </a:lnTo>
                  <a:lnTo>
                    <a:pt x="5007662" y="583893"/>
                  </a:lnTo>
                  <a:lnTo>
                    <a:pt x="5007780" y="583893"/>
                  </a:lnTo>
                  <a:lnTo>
                    <a:pt x="5007897" y="583893"/>
                  </a:lnTo>
                  <a:lnTo>
                    <a:pt x="5008721" y="582171"/>
                  </a:lnTo>
                  <a:lnTo>
                    <a:pt x="5008721" y="581740"/>
                  </a:lnTo>
                  <a:lnTo>
                    <a:pt x="5008838" y="581740"/>
                  </a:lnTo>
                  <a:lnTo>
                    <a:pt x="5009073" y="581740"/>
                  </a:lnTo>
                  <a:lnTo>
                    <a:pt x="5010367" y="580879"/>
                  </a:lnTo>
                  <a:lnTo>
                    <a:pt x="5010602" y="580879"/>
                  </a:lnTo>
                  <a:lnTo>
                    <a:pt x="5011308" y="580879"/>
                  </a:lnTo>
                  <a:lnTo>
                    <a:pt x="5011426" y="580879"/>
                  </a:lnTo>
                  <a:lnTo>
                    <a:pt x="5011543" y="580879"/>
                  </a:lnTo>
                  <a:lnTo>
                    <a:pt x="5011661" y="580879"/>
                  </a:lnTo>
                  <a:lnTo>
                    <a:pt x="5011779" y="580879"/>
                  </a:lnTo>
                  <a:lnTo>
                    <a:pt x="5012014" y="580879"/>
                  </a:lnTo>
                  <a:lnTo>
                    <a:pt x="5012249" y="580879"/>
                  </a:lnTo>
                  <a:lnTo>
                    <a:pt x="5012367" y="580879"/>
                  </a:lnTo>
                  <a:lnTo>
                    <a:pt x="5012484" y="580879"/>
                  </a:lnTo>
                  <a:lnTo>
                    <a:pt x="5012719" y="580879"/>
                  </a:lnTo>
                  <a:lnTo>
                    <a:pt x="5013425" y="580448"/>
                  </a:lnTo>
                  <a:lnTo>
                    <a:pt x="5013543" y="580448"/>
                  </a:lnTo>
                  <a:lnTo>
                    <a:pt x="5013778" y="580448"/>
                  </a:lnTo>
                  <a:lnTo>
                    <a:pt x="5014248" y="580448"/>
                  </a:lnTo>
                  <a:lnTo>
                    <a:pt x="5014366" y="580448"/>
                  </a:lnTo>
                  <a:lnTo>
                    <a:pt x="5014484" y="580448"/>
                  </a:lnTo>
                  <a:lnTo>
                    <a:pt x="5014601" y="580448"/>
                  </a:lnTo>
                  <a:lnTo>
                    <a:pt x="5014954" y="580018"/>
                  </a:lnTo>
                  <a:lnTo>
                    <a:pt x="5015072" y="580018"/>
                  </a:lnTo>
                  <a:lnTo>
                    <a:pt x="5015189" y="580018"/>
                  </a:lnTo>
                  <a:lnTo>
                    <a:pt x="5015307" y="580018"/>
                  </a:lnTo>
                  <a:lnTo>
                    <a:pt x="5015425" y="580018"/>
                  </a:lnTo>
                  <a:lnTo>
                    <a:pt x="5015425" y="579587"/>
                  </a:lnTo>
                  <a:lnTo>
                    <a:pt x="5015425" y="579157"/>
                  </a:lnTo>
                  <a:lnTo>
                    <a:pt x="5015895" y="575712"/>
                  </a:lnTo>
                  <a:lnTo>
                    <a:pt x="5016130" y="575712"/>
                  </a:lnTo>
                  <a:lnTo>
                    <a:pt x="5016248" y="575712"/>
                  </a:lnTo>
                  <a:lnTo>
                    <a:pt x="5016483" y="575712"/>
                  </a:lnTo>
                  <a:lnTo>
                    <a:pt x="5016718" y="575712"/>
                  </a:lnTo>
                  <a:lnTo>
                    <a:pt x="5016954" y="575712"/>
                  </a:lnTo>
                  <a:lnTo>
                    <a:pt x="5017189" y="575712"/>
                  </a:lnTo>
                  <a:lnTo>
                    <a:pt x="5018247" y="575281"/>
                  </a:lnTo>
                  <a:lnTo>
                    <a:pt x="5018600" y="574420"/>
                  </a:lnTo>
                  <a:lnTo>
                    <a:pt x="5018953" y="574420"/>
                  </a:lnTo>
                  <a:lnTo>
                    <a:pt x="5019071" y="574420"/>
                  </a:lnTo>
                  <a:lnTo>
                    <a:pt x="5019188" y="574420"/>
                  </a:lnTo>
                  <a:lnTo>
                    <a:pt x="5019423" y="574420"/>
                  </a:lnTo>
                  <a:lnTo>
                    <a:pt x="5019541" y="574420"/>
                  </a:lnTo>
                  <a:lnTo>
                    <a:pt x="5019659" y="574420"/>
                  </a:lnTo>
                  <a:lnTo>
                    <a:pt x="5019894" y="574420"/>
                  </a:lnTo>
                  <a:lnTo>
                    <a:pt x="5020364" y="573989"/>
                  </a:lnTo>
                  <a:lnTo>
                    <a:pt x="5020482" y="573989"/>
                  </a:lnTo>
                  <a:lnTo>
                    <a:pt x="5020600" y="573989"/>
                  </a:lnTo>
                  <a:lnTo>
                    <a:pt x="5021070" y="573559"/>
                  </a:lnTo>
                  <a:lnTo>
                    <a:pt x="5021423" y="573559"/>
                  </a:lnTo>
                  <a:lnTo>
                    <a:pt x="5022246" y="573128"/>
                  </a:lnTo>
                  <a:lnTo>
                    <a:pt x="5022364" y="573128"/>
                  </a:lnTo>
                  <a:lnTo>
                    <a:pt x="5022599" y="573128"/>
                  </a:lnTo>
                  <a:lnTo>
                    <a:pt x="5022717" y="573128"/>
                  </a:lnTo>
                  <a:lnTo>
                    <a:pt x="5023305" y="572698"/>
                  </a:lnTo>
                  <a:lnTo>
                    <a:pt x="5023422" y="572698"/>
                  </a:lnTo>
                  <a:lnTo>
                    <a:pt x="5023540" y="572698"/>
                  </a:lnTo>
                  <a:lnTo>
                    <a:pt x="5024010" y="572698"/>
                  </a:lnTo>
                  <a:lnTo>
                    <a:pt x="5024716" y="572698"/>
                  </a:lnTo>
                  <a:lnTo>
                    <a:pt x="5025422" y="572698"/>
                  </a:lnTo>
                  <a:lnTo>
                    <a:pt x="5025657" y="572698"/>
                  </a:lnTo>
                  <a:lnTo>
                    <a:pt x="5026127" y="572698"/>
                  </a:lnTo>
                  <a:lnTo>
                    <a:pt x="5026245" y="572698"/>
                  </a:lnTo>
                  <a:lnTo>
                    <a:pt x="5026480" y="572698"/>
                  </a:lnTo>
                  <a:lnTo>
                    <a:pt x="5027186" y="572698"/>
                  </a:lnTo>
                  <a:lnTo>
                    <a:pt x="5027304" y="572267"/>
                  </a:lnTo>
                  <a:lnTo>
                    <a:pt x="5028127" y="572267"/>
                  </a:lnTo>
                  <a:lnTo>
                    <a:pt x="5028245" y="572267"/>
                  </a:lnTo>
                  <a:lnTo>
                    <a:pt x="5029303" y="572267"/>
                  </a:lnTo>
                  <a:lnTo>
                    <a:pt x="5029656" y="572267"/>
                  </a:lnTo>
                  <a:lnTo>
                    <a:pt x="5029774" y="572267"/>
                  </a:lnTo>
                  <a:lnTo>
                    <a:pt x="5030009" y="572267"/>
                  </a:lnTo>
                  <a:lnTo>
                    <a:pt x="5030362" y="571836"/>
                  </a:lnTo>
                  <a:lnTo>
                    <a:pt x="5030714" y="571406"/>
                  </a:lnTo>
                  <a:lnTo>
                    <a:pt x="5031420" y="570545"/>
                  </a:lnTo>
                  <a:lnTo>
                    <a:pt x="5031773" y="570545"/>
                  </a:lnTo>
                  <a:lnTo>
                    <a:pt x="5031891" y="570545"/>
                  </a:lnTo>
                  <a:lnTo>
                    <a:pt x="5032008" y="570545"/>
                  </a:lnTo>
                  <a:lnTo>
                    <a:pt x="5032361" y="570114"/>
                  </a:lnTo>
                  <a:lnTo>
                    <a:pt x="5032361" y="569683"/>
                  </a:lnTo>
                  <a:lnTo>
                    <a:pt x="5032596" y="569253"/>
                  </a:lnTo>
                  <a:lnTo>
                    <a:pt x="5032714" y="569253"/>
                  </a:lnTo>
                  <a:lnTo>
                    <a:pt x="5032949" y="569253"/>
                  </a:lnTo>
                  <a:lnTo>
                    <a:pt x="5034478" y="568392"/>
                  </a:lnTo>
                  <a:lnTo>
                    <a:pt x="5034596" y="568392"/>
                  </a:lnTo>
                  <a:lnTo>
                    <a:pt x="5034713" y="568392"/>
                  </a:lnTo>
                  <a:lnTo>
                    <a:pt x="5034713" y="567961"/>
                  </a:lnTo>
                  <a:lnTo>
                    <a:pt x="5035066" y="567100"/>
                  </a:lnTo>
                  <a:lnTo>
                    <a:pt x="5035537" y="567100"/>
                  </a:lnTo>
                  <a:lnTo>
                    <a:pt x="5035654" y="567100"/>
                  </a:lnTo>
                  <a:lnTo>
                    <a:pt x="5036242" y="567100"/>
                  </a:lnTo>
                  <a:lnTo>
                    <a:pt x="5036595" y="567100"/>
                  </a:lnTo>
                  <a:lnTo>
                    <a:pt x="5036713" y="567100"/>
                  </a:lnTo>
                  <a:lnTo>
                    <a:pt x="5036830" y="567100"/>
                  </a:lnTo>
                  <a:lnTo>
                    <a:pt x="5036948" y="567100"/>
                  </a:lnTo>
                  <a:lnTo>
                    <a:pt x="5037066" y="566669"/>
                  </a:lnTo>
                  <a:lnTo>
                    <a:pt x="5037301" y="566669"/>
                  </a:lnTo>
                  <a:lnTo>
                    <a:pt x="5037418" y="566669"/>
                  </a:lnTo>
                  <a:lnTo>
                    <a:pt x="5037536" y="566669"/>
                  </a:lnTo>
                  <a:lnTo>
                    <a:pt x="5038477" y="565808"/>
                  </a:lnTo>
                  <a:lnTo>
                    <a:pt x="5039536" y="565377"/>
                  </a:lnTo>
                  <a:lnTo>
                    <a:pt x="5039771" y="565377"/>
                  </a:lnTo>
                  <a:lnTo>
                    <a:pt x="5040476" y="565377"/>
                  </a:lnTo>
                  <a:lnTo>
                    <a:pt x="5040594" y="565377"/>
                  </a:lnTo>
                  <a:lnTo>
                    <a:pt x="5040712" y="565377"/>
                  </a:lnTo>
                  <a:lnTo>
                    <a:pt x="5040947" y="565377"/>
                  </a:lnTo>
                  <a:lnTo>
                    <a:pt x="5041417" y="565377"/>
                  </a:lnTo>
                  <a:lnTo>
                    <a:pt x="5041535" y="565377"/>
                  </a:lnTo>
                  <a:lnTo>
                    <a:pt x="5041653" y="565377"/>
                  </a:lnTo>
                  <a:lnTo>
                    <a:pt x="5041770" y="565377"/>
                  </a:lnTo>
                  <a:lnTo>
                    <a:pt x="5041770" y="564947"/>
                  </a:lnTo>
                  <a:lnTo>
                    <a:pt x="5042005" y="564947"/>
                  </a:lnTo>
                  <a:lnTo>
                    <a:pt x="5042123" y="564947"/>
                  </a:lnTo>
                  <a:lnTo>
                    <a:pt x="5042358" y="564947"/>
                  </a:lnTo>
                  <a:lnTo>
                    <a:pt x="5042476" y="564947"/>
                  </a:lnTo>
                  <a:lnTo>
                    <a:pt x="5042593" y="564947"/>
                  </a:lnTo>
                  <a:lnTo>
                    <a:pt x="5042711" y="564947"/>
                  </a:lnTo>
                  <a:lnTo>
                    <a:pt x="5042829" y="564947"/>
                  </a:lnTo>
                  <a:lnTo>
                    <a:pt x="5043064" y="564947"/>
                  </a:lnTo>
                  <a:lnTo>
                    <a:pt x="5043182" y="564947"/>
                  </a:lnTo>
                  <a:lnTo>
                    <a:pt x="5043534" y="564947"/>
                  </a:lnTo>
                  <a:lnTo>
                    <a:pt x="5043887" y="564947"/>
                  </a:lnTo>
                  <a:lnTo>
                    <a:pt x="5044122" y="564947"/>
                  </a:lnTo>
                  <a:lnTo>
                    <a:pt x="5044240" y="564947"/>
                  </a:lnTo>
                  <a:lnTo>
                    <a:pt x="5044358" y="564947"/>
                  </a:lnTo>
                  <a:lnTo>
                    <a:pt x="5044358" y="563655"/>
                  </a:lnTo>
                  <a:lnTo>
                    <a:pt x="5044475" y="563655"/>
                  </a:lnTo>
                  <a:lnTo>
                    <a:pt x="5044828" y="563224"/>
                  </a:lnTo>
                  <a:lnTo>
                    <a:pt x="5045063" y="563224"/>
                  </a:lnTo>
                  <a:lnTo>
                    <a:pt x="5045416" y="563224"/>
                  </a:lnTo>
                  <a:lnTo>
                    <a:pt x="5045651" y="563224"/>
                  </a:lnTo>
                  <a:lnTo>
                    <a:pt x="5046004" y="562794"/>
                  </a:lnTo>
                  <a:lnTo>
                    <a:pt x="5046122" y="562794"/>
                  </a:lnTo>
                  <a:lnTo>
                    <a:pt x="5046592" y="562794"/>
                  </a:lnTo>
                  <a:lnTo>
                    <a:pt x="5046710" y="562794"/>
                  </a:lnTo>
                  <a:lnTo>
                    <a:pt x="5047533" y="562794"/>
                  </a:lnTo>
                  <a:lnTo>
                    <a:pt x="5047651" y="562794"/>
                  </a:lnTo>
                  <a:lnTo>
                    <a:pt x="5047769" y="562794"/>
                  </a:lnTo>
                  <a:lnTo>
                    <a:pt x="5048121" y="562363"/>
                  </a:lnTo>
                  <a:lnTo>
                    <a:pt x="5048945" y="561502"/>
                  </a:lnTo>
                  <a:lnTo>
                    <a:pt x="5049180" y="561071"/>
                  </a:lnTo>
                  <a:lnTo>
                    <a:pt x="5050003" y="560641"/>
                  </a:lnTo>
                  <a:lnTo>
                    <a:pt x="5050121" y="560210"/>
                  </a:lnTo>
                  <a:lnTo>
                    <a:pt x="5050356" y="560210"/>
                  </a:lnTo>
                  <a:lnTo>
                    <a:pt x="5050356" y="559349"/>
                  </a:lnTo>
                  <a:lnTo>
                    <a:pt x="5050474" y="559349"/>
                  </a:lnTo>
                  <a:lnTo>
                    <a:pt x="5050591" y="559349"/>
                  </a:lnTo>
                  <a:lnTo>
                    <a:pt x="5050709" y="559349"/>
                  </a:lnTo>
                  <a:lnTo>
                    <a:pt x="5050826" y="559349"/>
                  </a:lnTo>
                  <a:lnTo>
                    <a:pt x="5051297" y="558918"/>
                  </a:lnTo>
                  <a:lnTo>
                    <a:pt x="5051650" y="558918"/>
                  </a:lnTo>
                  <a:lnTo>
                    <a:pt x="5051885" y="558488"/>
                  </a:lnTo>
                  <a:lnTo>
                    <a:pt x="5052003" y="558488"/>
                  </a:lnTo>
                  <a:lnTo>
                    <a:pt x="5052591" y="558488"/>
                  </a:lnTo>
                  <a:lnTo>
                    <a:pt x="5052708" y="558488"/>
                  </a:lnTo>
                  <a:lnTo>
                    <a:pt x="5052826" y="558488"/>
                  </a:lnTo>
                  <a:lnTo>
                    <a:pt x="5053414" y="558488"/>
                  </a:lnTo>
                  <a:lnTo>
                    <a:pt x="5053649" y="558488"/>
                  </a:lnTo>
                  <a:lnTo>
                    <a:pt x="5054120" y="558057"/>
                  </a:lnTo>
                  <a:lnTo>
                    <a:pt x="5054237" y="558057"/>
                  </a:lnTo>
                  <a:lnTo>
                    <a:pt x="5055061" y="557627"/>
                  </a:lnTo>
                  <a:lnTo>
                    <a:pt x="5055178" y="557627"/>
                  </a:lnTo>
                  <a:lnTo>
                    <a:pt x="5055178" y="557196"/>
                  </a:lnTo>
                  <a:lnTo>
                    <a:pt x="5055531" y="556765"/>
                  </a:lnTo>
                  <a:lnTo>
                    <a:pt x="5055766" y="556335"/>
                  </a:lnTo>
                  <a:lnTo>
                    <a:pt x="5056119" y="556335"/>
                  </a:lnTo>
                  <a:lnTo>
                    <a:pt x="5056237" y="556335"/>
                  </a:lnTo>
                  <a:lnTo>
                    <a:pt x="5056354" y="556335"/>
                  </a:lnTo>
                  <a:lnTo>
                    <a:pt x="5056590" y="556335"/>
                  </a:lnTo>
                  <a:lnTo>
                    <a:pt x="5056707" y="556335"/>
                  </a:lnTo>
                  <a:lnTo>
                    <a:pt x="5056825" y="556335"/>
                  </a:lnTo>
                  <a:lnTo>
                    <a:pt x="5056942" y="556335"/>
                  </a:lnTo>
                  <a:lnTo>
                    <a:pt x="5057413" y="554612"/>
                  </a:lnTo>
                  <a:lnTo>
                    <a:pt x="5058119" y="554182"/>
                  </a:lnTo>
                  <a:lnTo>
                    <a:pt x="5058589" y="553751"/>
                  </a:lnTo>
                  <a:lnTo>
                    <a:pt x="5058824" y="553321"/>
                  </a:lnTo>
                  <a:lnTo>
                    <a:pt x="5058942" y="553321"/>
                  </a:lnTo>
                  <a:lnTo>
                    <a:pt x="5059177" y="553321"/>
                  </a:lnTo>
                  <a:lnTo>
                    <a:pt x="5059177" y="552890"/>
                  </a:lnTo>
                  <a:lnTo>
                    <a:pt x="5059412" y="552890"/>
                  </a:lnTo>
                  <a:lnTo>
                    <a:pt x="5059530" y="552890"/>
                  </a:lnTo>
                  <a:lnTo>
                    <a:pt x="5059883" y="552459"/>
                  </a:lnTo>
                  <a:lnTo>
                    <a:pt x="5060000" y="552459"/>
                  </a:lnTo>
                  <a:lnTo>
                    <a:pt x="5060000" y="552029"/>
                  </a:lnTo>
                  <a:lnTo>
                    <a:pt x="5060471" y="552029"/>
                  </a:lnTo>
                  <a:lnTo>
                    <a:pt x="5060588" y="552029"/>
                  </a:lnTo>
                  <a:lnTo>
                    <a:pt x="5060706" y="552029"/>
                  </a:lnTo>
                  <a:lnTo>
                    <a:pt x="5060941" y="551598"/>
                  </a:lnTo>
                  <a:lnTo>
                    <a:pt x="5061059" y="551598"/>
                  </a:lnTo>
                  <a:lnTo>
                    <a:pt x="5061294" y="551598"/>
                  </a:lnTo>
                  <a:lnTo>
                    <a:pt x="5062117" y="551168"/>
                  </a:lnTo>
                  <a:lnTo>
                    <a:pt x="5062353" y="551168"/>
                  </a:lnTo>
                  <a:lnTo>
                    <a:pt x="5062470" y="551168"/>
                  </a:lnTo>
                  <a:lnTo>
                    <a:pt x="5062588" y="551168"/>
                  </a:lnTo>
                  <a:lnTo>
                    <a:pt x="5062823" y="551168"/>
                  </a:lnTo>
                  <a:lnTo>
                    <a:pt x="5063058" y="550737"/>
                  </a:lnTo>
                  <a:lnTo>
                    <a:pt x="5063764" y="550737"/>
                  </a:lnTo>
                  <a:lnTo>
                    <a:pt x="5064352" y="550737"/>
                  </a:lnTo>
                  <a:lnTo>
                    <a:pt x="5064470" y="550737"/>
                  </a:lnTo>
                  <a:lnTo>
                    <a:pt x="5064587" y="550737"/>
                  </a:lnTo>
                  <a:lnTo>
                    <a:pt x="5064823" y="550737"/>
                  </a:lnTo>
                  <a:lnTo>
                    <a:pt x="5065293" y="550306"/>
                  </a:lnTo>
                  <a:lnTo>
                    <a:pt x="5065646" y="550306"/>
                  </a:lnTo>
                  <a:lnTo>
                    <a:pt x="5066116" y="550306"/>
                  </a:lnTo>
                  <a:lnTo>
                    <a:pt x="5066940" y="549445"/>
                  </a:lnTo>
                  <a:lnTo>
                    <a:pt x="5067645" y="549015"/>
                  </a:lnTo>
                  <a:lnTo>
                    <a:pt x="5067763" y="548584"/>
                  </a:lnTo>
                  <a:lnTo>
                    <a:pt x="5068233" y="548584"/>
                  </a:lnTo>
                  <a:lnTo>
                    <a:pt x="5068939" y="548584"/>
                  </a:lnTo>
                  <a:lnTo>
                    <a:pt x="5069057" y="548584"/>
                  </a:lnTo>
                  <a:lnTo>
                    <a:pt x="5069174" y="548153"/>
                  </a:lnTo>
                  <a:lnTo>
                    <a:pt x="5069292" y="548153"/>
                  </a:lnTo>
                  <a:lnTo>
                    <a:pt x="5069527" y="547292"/>
                  </a:lnTo>
                  <a:lnTo>
                    <a:pt x="5069880" y="547292"/>
                  </a:lnTo>
                  <a:lnTo>
                    <a:pt x="5069998" y="547292"/>
                  </a:lnTo>
                  <a:lnTo>
                    <a:pt x="5070115" y="546862"/>
                  </a:lnTo>
                  <a:lnTo>
                    <a:pt x="5070350" y="546862"/>
                  </a:lnTo>
                  <a:lnTo>
                    <a:pt x="5070586" y="546862"/>
                  </a:lnTo>
                  <a:lnTo>
                    <a:pt x="5071409" y="546862"/>
                  </a:lnTo>
                  <a:lnTo>
                    <a:pt x="5071527" y="546862"/>
                  </a:lnTo>
                  <a:lnTo>
                    <a:pt x="5071997" y="546862"/>
                  </a:lnTo>
                  <a:lnTo>
                    <a:pt x="5072115" y="546862"/>
                  </a:lnTo>
                  <a:lnTo>
                    <a:pt x="5072350" y="546431"/>
                  </a:lnTo>
                  <a:lnTo>
                    <a:pt x="5072468" y="546431"/>
                  </a:lnTo>
                  <a:lnTo>
                    <a:pt x="5073173" y="546000"/>
                  </a:lnTo>
                  <a:lnTo>
                    <a:pt x="5073291" y="546000"/>
                  </a:lnTo>
                  <a:lnTo>
                    <a:pt x="5073291" y="545570"/>
                  </a:lnTo>
                  <a:lnTo>
                    <a:pt x="5073408" y="545570"/>
                  </a:lnTo>
                  <a:lnTo>
                    <a:pt x="5073526" y="545570"/>
                  </a:lnTo>
                  <a:lnTo>
                    <a:pt x="5073997" y="545570"/>
                  </a:lnTo>
                  <a:lnTo>
                    <a:pt x="5074937" y="543847"/>
                  </a:lnTo>
                  <a:lnTo>
                    <a:pt x="5075643" y="543847"/>
                  </a:lnTo>
                  <a:lnTo>
                    <a:pt x="5075878" y="543847"/>
                  </a:lnTo>
                  <a:lnTo>
                    <a:pt x="5075878" y="543417"/>
                  </a:lnTo>
                  <a:lnTo>
                    <a:pt x="5075878" y="542986"/>
                  </a:lnTo>
                  <a:lnTo>
                    <a:pt x="5076349" y="542986"/>
                  </a:lnTo>
                  <a:lnTo>
                    <a:pt x="5076466" y="542986"/>
                  </a:lnTo>
                  <a:lnTo>
                    <a:pt x="5076584" y="542986"/>
                  </a:lnTo>
                  <a:lnTo>
                    <a:pt x="5076702" y="542986"/>
                  </a:lnTo>
                  <a:lnTo>
                    <a:pt x="5077172" y="542986"/>
                  </a:lnTo>
                  <a:lnTo>
                    <a:pt x="5077290" y="542986"/>
                  </a:lnTo>
                  <a:lnTo>
                    <a:pt x="5077290" y="542556"/>
                  </a:lnTo>
                  <a:lnTo>
                    <a:pt x="5077760" y="542556"/>
                  </a:lnTo>
                  <a:lnTo>
                    <a:pt x="5078113" y="542556"/>
                  </a:lnTo>
                  <a:lnTo>
                    <a:pt x="5078231" y="542556"/>
                  </a:lnTo>
                  <a:lnTo>
                    <a:pt x="5078466" y="542125"/>
                  </a:lnTo>
                  <a:lnTo>
                    <a:pt x="5079172" y="541264"/>
                  </a:lnTo>
                  <a:lnTo>
                    <a:pt x="5079407" y="540833"/>
                  </a:lnTo>
                  <a:lnTo>
                    <a:pt x="5079642" y="540833"/>
                  </a:lnTo>
                  <a:lnTo>
                    <a:pt x="5079642" y="540403"/>
                  </a:lnTo>
                  <a:lnTo>
                    <a:pt x="5079760" y="540403"/>
                  </a:lnTo>
                  <a:lnTo>
                    <a:pt x="5079877" y="540403"/>
                  </a:lnTo>
                  <a:lnTo>
                    <a:pt x="5079995" y="540403"/>
                  </a:lnTo>
                  <a:lnTo>
                    <a:pt x="5079995" y="539972"/>
                  </a:lnTo>
                  <a:lnTo>
                    <a:pt x="5080348" y="539972"/>
                  </a:lnTo>
                  <a:lnTo>
                    <a:pt x="5080936" y="538680"/>
                  </a:lnTo>
                  <a:lnTo>
                    <a:pt x="5081759" y="538680"/>
                  </a:lnTo>
                  <a:lnTo>
                    <a:pt x="5081877" y="538680"/>
                  </a:lnTo>
                  <a:lnTo>
                    <a:pt x="5081994" y="538680"/>
                  </a:lnTo>
                  <a:lnTo>
                    <a:pt x="5082112" y="538680"/>
                  </a:lnTo>
                  <a:lnTo>
                    <a:pt x="5082465" y="538680"/>
                  </a:lnTo>
                  <a:lnTo>
                    <a:pt x="5082700" y="538680"/>
                  </a:lnTo>
                  <a:lnTo>
                    <a:pt x="5082818" y="538680"/>
                  </a:lnTo>
                  <a:lnTo>
                    <a:pt x="5083170" y="538680"/>
                  </a:lnTo>
                  <a:lnTo>
                    <a:pt x="5083641" y="538250"/>
                  </a:lnTo>
                  <a:lnTo>
                    <a:pt x="5083994" y="538250"/>
                  </a:lnTo>
                  <a:lnTo>
                    <a:pt x="5084111" y="538250"/>
                  </a:lnTo>
                  <a:lnTo>
                    <a:pt x="5084464" y="538250"/>
                  </a:lnTo>
                  <a:lnTo>
                    <a:pt x="5084582" y="538250"/>
                  </a:lnTo>
                  <a:lnTo>
                    <a:pt x="5084699" y="538250"/>
                  </a:lnTo>
                  <a:lnTo>
                    <a:pt x="5086464" y="536958"/>
                  </a:lnTo>
                  <a:lnTo>
                    <a:pt x="5086816" y="536958"/>
                  </a:lnTo>
                  <a:lnTo>
                    <a:pt x="5086934" y="536958"/>
                  </a:lnTo>
                  <a:lnTo>
                    <a:pt x="5087169" y="536958"/>
                  </a:lnTo>
                  <a:lnTo>
                    <a:pt x="5087287" y="536527"/>
                  </a:lnTo>
                  <a:lnTo>
                    <a:pt x="5087405" y="536527"/>
                  </a:lnTo>
                  <a:lnTo>
                    <a:pt x="5087522" y="536527"/>
                  </a:lnTo>
                  <a:lnTo>
                    <a:pt x="5088110" y="536527"/>
                  </a:lnTo>
                  <a:lnTo>
                    <a:pt x="5088345" y="536527"/>
                  </a:lnTo>
                  <a:lnTo>
                    <a:pt x="5088463" y="536527"/>
                  </a:lnTo>
                  <a:lnTo>
                    <a:pt x="5088581" y="536527"/>
                  </a:lnTo>
                  <a:lnTo>
                    <a:pt x="5088816" y="536527"/>
                  </a:lnTo>
                  <a:lnTo>
                    <a:pt x="5088934" y="536527"/>
                  </a:lnTo>
                  <a:lnTo>
                    <a:pt x="5089169" y="535666"/>
                  </a:lnTo>
                  <a:lnTo>
                    <a:pt x="5089286" y="535666"/>
                  </a:lnTo>
                  <a:lnTo>
                    <a:pt x="5089286" y="535235"/>
                  </a:lnTo>
                  <a:lnTo>
                    <a:pt x="5089757" y="535235"/>
                  </a:lnTo>
                  <a:lnTo>
                    <a:pt x="5090698" y="533513"/>
                  </a:lnTo>
                  <a:lnTo>
                    <a:pt x="5090815" y="533513"/>
                  </a:lnTo>
                  <a:lnTo>
                    <a:pt x="5091051" y="533513"/>
                  </a:lnTo>
                  <a:lnTo>
                    <a:pt x="5091168" y="533513"/>
                  </a:lnTo>
                  <a:lnTo>
                    <a:pt x="5091286" y="533082"/>
                  </a:lnTo>
                  <a:lnTo>
                    <a:pt x="5091639" y="533082"/>
                  </a:lnTo>
                  <a:lnTo>
                    <a:pt x="5091756" y="533082"/>
                  </a:lnTo>
                  <a:lnTo>
                    <a:pt x="5091874" y="532652"/>
                  </a:lnTo>
                  <a:lnTo>
                    <a:pt x="5091991" y="531791"/>
                  </a:lnTo>
                  <a:lnTo>
                    <a:pt x="5092109" y="531791"/>
                  </a:lnTo>
                  <a:lnTo>
                    <a:pt x="5092227" y="531360"/>
                  </a:lnTo>
                  <a:lnTo>
                    <a:pt x="5093403" y="531360"/>
                  </a:lnTo>
                  <a:lnTo>
                    <a:pt x="5093638" y="531360"/>
                  </a:lnTo>
                  <a:lnTo>
                    <a:pt x="5093638" y="530929"/>
                  </a:lnTo>
                  <a:lnTo>
                    <a:pt x="5093873" y="530929"/>
                  </a:lnTo>
                  <a:lnTo>
                    <a:pt x="5094109" y="530929"/>
                  </a:lnTo>
                  <a:lnTo>
                    <a:pt x="5094226" y="530929"/>
                  </a:lnTo>
                  <a:lnTo>
                    <a:pt x="5095755" y="529638"/>
                  </a:lnTo>
                  <a:lnTo>
                    <a:pt x="5095873" y="529638"/>
                  </a:lnTo>
                  <a:lnTo>
                    <a:pt x="5095990" y="529207"/>
                  </a:lnTo>
                  <a:lnTo>
                    <a:pt x="5096108" y="529207"/>
                  </a:lnTo>
                  <a:lnTo>
                    <a:pt x="5096226" y="528776"/>
                  </a:lnTo>
                  <a:lnTo>
                    <a:pt x="5096461" y="528776"/>
                  </a:lnTo>
                  <a:lnTo>
                    <a:pt x="5096578" y="528776"/>
                  </a:lnTo>
                  <a:lnTo>
                    <a:pt x="5096696" y="528776"/>
                  </a:lnTo>
                  <a:lnTo>
                    <a:pt x="5096814" y="528776"/>
                  </a:lnTo>
                  <a:lnTo>
                    <a:pt x="5097167" y="528346"/>
                  </a:lnTo>
                  <a:lnTo>
                    <a:pt x="5097872" y="528346"/>
                  </a:lnTo>
                  <a:lnTo>
                    <a:pt x="5097990" y="528346"/>
                  </a:lnTo>
                  <a:lnTo>
                    <a:pt x="5098107" y="528346"/>
                  </a:lnTo>
                  <a:lnTo>
                    <a:pt x="5098225" y="527915"/>
                  </a:lnTo>
                  <a:lnTo>
                    <a:pt x="5098343" y="527915"/>
                  </a:lnTo>
                  <a:lnTo>
                    <a:pt x="5098460" y="527915"/>
                  </a:lnTo>
                  <a:lnTo>
                    <a:pt x="5098695" y="527915"/>
                  </a:lnTo>
                  <a:lnTo>
                    <a:pt x="5099166" y="527054"/>
                  </a:lnTo>
                  <a:lnTo>
                    <a:pt x="5099284" y="527054"/>
                  </a:lnTo>
                  <a:lnTo>
                    <a:pt x="5099519" y="527054"/>
                  </a:lnTo>
                  <a:lnTo>
                    <a:pt x="5099636" y="527054"/>
                  </a:lnTo>
                  <a:lnTo>
                    <a:pt x="5099989" y="527054"/>
                  </a:lnTo>
                  <a:lnTo>
                    <a:pt x="5100107" y="527054"/>
                  </a:lnTo>
                  <a:lnTo>
                    <a:pt x="5100695" y="527054"/>
                  </a:lnTo>
                  <a:lnTo>
                    <a:pt x="5100813" y="527054"/>
                  </a:lnTo>
                  <a:lnTo>
                    <a:pt x="5101401" y="526623"/>
                  </a:lnTo>
                  <a:lnTo>
                    <a:pt x="5102224" y="526193"/>
                  </a:lnTo>
                  <a:lnTo>
                    <a:pt x="5102342" y="526193"/>
                  </a:lnTo>
                  <a:lnTo>
                    <a:pt x="5102577" y="526193"/>
                  </a:lnTo>
                  <a:lnTo>
                    <a:pt x="5103165" y="526193"/>
                  </a:lnTo>
                  <a:lnTo>
                    <a:pt x="5103282" y="526193"/>
                  </a:lnTo>
                  <a:lnTo>
                    <a:pt x="5103400" y="526193"/>
                  </a:lnTo>
                  <a:lnTo>
                    <a:pt x="5103635" y="526193"/>
                  </a:lnTo>
                  <a:lnTo>
                    <a:pt x="5103871" y="526193"/>
                  </a:lnTo>
                  <a:lnTo>
                    <a:pt x="5103988" y="526193"/>
                  </a:lnTo>
                  <a:lnTo>
                    <a:pt x="5104106" y="525762"/>
                  </a:lnTo>
                  <a:lnTo>
                    <a:pt x="5104341" y="525762"/>
                  </a:lnTo>
                  <a:lnTo>
                    <a:pt x="5104694" y="525762"/>
                  </a:lnTo>
                  <a:lnTo>
                    <a:pt x="5104811" y="525762"/>
                  </a:lnTo>
                  <a:lnTo>
                    <a:pt x="5105047" y="525762"/>
                  </a:lnTo>
                  <a:lnTo>
                    <a:pt x="5105164" y="525762"/>
                  </a:lnTo>
                  <a:lnTo>
                    <a:pt x="5107046" y="524470"/>
                  </a:lnTo>
                  <a:lnTo>
                    <a:pt x="5107046" y="524040"/>
                  </a:lnTo>
                  <a:lnTo>
                    <a:pt x="5107399" y="524040"/>
                  </a:lnTo>
                  <a:lnTo>
                    <a:pt x="5107634" y="524040"/>
                  </a:lnTo>
                  <a:lnTo>
                    <a:pt x="5107987" y="523609"/>
                  </a:lnTo>
                  <a:lnTo>
                    <a:pt x="5108105" y="523609"/>
                  </a:lnTo>
                  <a:lnTo>
                    <a:pt x="5108105" y="523179"/>
                  </a:lnTo>
                  <a:lnTo>
                    <a:pt x="5108105" y="522748"/>
                  </a:lnTo>
                  <a:lnTo>
                    <a:pt x="5108222" y="522748"/>
                  </a:lnTo>
                  <a:lnTo>
                    <a:pt x="5108340" y="522748"/>
                  </a:lnTo>
                  <a:lnTo>
                    <a:pt x="5108693" y="522317"/>
                  </a:lnTo>
                  <a:lnTo>
                    <a:pt x="5109163" y="522317"/>
                  </a:lnTo>
                  <a:lnTo>
                    <a:pt x="5109986" y="522317"/>
                  </a:lnTo>
                  <a:lnTo>
                    <a:pt x="5109986" y="521887"/>
                  </a:lnTo>
                  <a:lnTo>
                    <a:pt x="5110104" y="521456"/>
                  </a:lnTo>
                  <a:lnTo>
                    <a:pt x="5110222" y="521456"/>
                  </a:lnTo>
                  <a:lnTo>
                    <a:pt x="5110457" y="521456"/>
                  </a:lnTo>
                  <a:lnTo>
                    <a:pt x="5110810" y="520164"/>
                  </a:lnTo>
                  <a:lnTo>
                    <a:pt x="5111280" y="520164"/>
                  </a:lnTo>
                  <a:lnTo>
                    <a:pt x="5111633" y="520164"/>
                  </a:lnTo>
                  <a:lnTo>
                    <a:pt x="5111986" y="519734"/>
                  </a:lnTo>
                  <a:lnTo>
                    <a:pt x="5112104" y="519303"/>
                  </a:lnTo>
                  <a:lnTo>
                    <a:pt x="5112339" y="518873"/>
                  </a:lnTo>
                  <a:lnTo>
                    <a:pt x="5112456" y="518873"/>
                  </a:lnTo>
                  <a:lnTo>
                    <a:pt x="5112456" y="518442"/>
                  </a:lnTo>
                  <a:lnTo>
                    <a:pt x="5112692" y="518011"/>
                  </a:lnTo>
                  <a:lnTo>
                    <a:pt x="5112809" y="518011"/>
                  </a:lnTo>
                  <a:lnTo>
                    <a:pt x="5112927" y="517150"/>
                  </a:lnTo>
                  <a:lnTo>
                    <a:pt x="5113397" y="517150"/>
                  </a:lnTo>
                  <a:lnTo>
                    <a:pt x="5113985" y="516720"/>
                  </a:lnTo>
                  <a:lnTo>
                    <a:pt x="5114221" y="516720"/>
                  </a:lnTo>
                  <a:lnTo>
                    <a:pt x="5115279" y="516289"/>
                  </a:lnTo>
                  <a:lnTo>
                    <a:pt x="5115750" y="516289"/>
                  </a:lnTo>
                  <a:lnTo>
                    <a:pt x="5115867" y="516289"/>
                  </a:lnTo>
                  <a:lnTo>
                    <a:pt x="5115985" y="516289"/>
                  </a:lnTo>
                  <a:lnTo>
                    <a:pt x="5116338" y="516289"/>
                  </a:lnTo>
                  <a:lnTo>
                    <a:pt x="5116455" y="516289"/>
                  </a:lnTo>
                  <a:lnTo>
                    <a:pt x="5117161" y="516289"/>
                  </a:lnTo>
                  <a:lnTo>
                    <a:pt x="5117631" y="516289"/>
                  </a:lnTo>
                  <a:lnTo>
                    <a:pt x="5117867" y="516289"/>
                  </a:lnTo>
                  <a:lnTo>
                    <a:pt x="5118337" y="516289"/>
                  </a:lnTo>
                  <a:lnTo>
                    <a:pt x="5118455" y="516289"/>
                  </a:lnTo>
                  <a:lnTo>
                    <a:pt x="5118572" y="516289"/>
                  </a:lnTo>
                  <a:lnTo>
                    <a:pt x="5118925" y="516289"/>
                  </a:lnTo>
                  <a:lnTo>
                    <a:pt x="5119160" y="516289"/>
                  </a:lnTo>
                  <a:lnTo>
                    <a:pt x="5119866" y="516289"/>
                  </a:lnTo>
                  <a:lnTo>
                    <a:pt x="5119984" y="516289"/>
                  </a:lnTo>
                  <a:lnTo>
                    <a:pt x="5120101" y="516289"/>
                  </a:lnTo>
                  <a:lnTo>
                    <a:pt x="5120572" y="516289"/>
                  </a:lnTo>
                  <a:lnTo>
                    <a:pt x="5120925" y="516289"/>
                  </a:lnTo>
                  <a:lnTo>
                    <a:pt x="5121277" y="516289"/>
                  </a:lnTo>
                  <a:lnTo>
                    <a:pt x="5121983" y="516289"/>
                  </a:lnTo>
                  <a:lnTo>
                    <a:pt x="5122218" y="516289"/>
                  </a:lnTo>
                  <a:lnTo>
                    <a:pt x="5122218" y="515858"/>
                  </a:lnTo>
                  <a:lnTo>
                    <a:pt x="5122336" y="515858"/>
                  </a:lnTo>
                  <a:lnTo>
                    <a:pt x="5122454" y="515858"/>
                  </a:lnTo>
                  <a:lnTo>
                    <a:pt x="5122571" y="515428"/>
                  </a:lnTo>
                  <a:lnTo>
                    <a:pt x="5122689" y="514997"/>
                  </a:lnTo>
                  <a:lnTo>
                    <a:pt x="5122924" y="514997"/>
                  </a:lnTo>
                  <a:lnTo>
                    <a:pt x="5123042" y="514997"/>
                  </a:lnTo>
                  <a:lnTo>
                    <a:pt x="5123159" y="514997"/>
                  </a:lnTo>
                  <a:lnTo>
                    <a:pt x="5124806" y="513275"/>
                  </a:lnTo>
                  <a:lnTo>
                    <a:pt x="5124923" y="513275"/>
                  </a:lnTo>
                  <a:lnTo>
                    <a:pt x="5125159" y="513275"/>
                  </a:lnTo>
                  <a:lnTo>
                    <a:pt x="5125159" y="512844"/>
                  </a:lnTo>
                  <a:lnTo>
                    <a:pt x="5125394" y="512844"/>
                  </a:lnTo>
                  <a:lnTo>
                    <a:pt x="5125512" y="512844"/>
                  </a:lnTo>
                  <a:lnTo>
                    <a:pt x="5125629" y="512844"/>
                  </a:lnTo>
                  <a:lnTo>
                    <a:pt x="5125747" y="512414"/>
                  </a:lnTo>
                  <a:lnTo>
                    <a:pt x="5125982" y="512414"/>
                  </a:lnTo>
                  <a:lnTo>
                    <a:pt x="5126335" y="511983"/>
                  </a:lnTo>
                  <a:lnTo>
                    <a:pt x="5126688" y="511552"/>
                  </a:lnTo>
                  <a:lnTo>
                    <a:pt x="5127276" y="510261"/>
                  </a:lnTo>
                  <a:lnTo>
                    <a:pt x="5127393" y="510261"/>
                  </a:lnTo>
                  <a:lnTo>
                    <a:pt x="5127864" y="509830"/>
                  </a:lnTo>
                  <a:lnTo>
                    <a:pt x="5127981" y="509830"/>
                  </a:lnTo>
                  <a:lnTo>
                    <a:pt x="5128099" y="509830"/>
                  </a:lnTo>
                  <a:lnTo>
                    <a:pt x="5128334" y="509830"/>
                  </a:lnTo>
                  <a:lnTo>
                    <a:pt x="5128452" y="509830"/>
                  </a:lnTo>
                  <a:lnTo>
                    <a:pt x="5128805" y="509830"/>
                  </a:lnTo>
                  <a:lnTo>
                    <a:pt x="5128922" y="509830"/>
                  </a:lnTo>
                  <a:lnTo>
                    <a:pt x="5129158" y="509830"/>
                  </a:lnTo>
                  <a:lnTo>
                    <a:pt x="5129510" y="508969"/>
                  </a:lnTo>
                  <a:lnTo>
                    <a:pt x="5129746" y="508538"/>
                  </a:lnTo>
                  <a:lnTo>
                    <a:pt x="5129863" y="508538"/>
                  </a:lnTo>
                  <a:lnTo>
                    <a:pt x="5129981" y="508538"/>
                  </a:lnTo>
                  <a:lnTo>
                    <a:pt x="5130922" y="508108"/>
                  </a:lnTo>
                  <a:lnTo>
                    <a:pt x="5131039" y="508108"/>
                  </a:lnTo>
                  <a:lnTo>
                    <a:pt x="5131157" y="508108"/>
                  </a:lnTo>
                  <a:lnTo>
                    <a:pt x="5131275" y="508108"/>
                  </a:lnTo>
                  <a:lnTo>
                    <a:pt x="5131627" y="508108"/>
                  </a:lnTo>
                  <a:lnTo>
                    <a:pt x="5131627" y="507677"/>
                  </a:lnTo>
                  <a:lnTo>
                    <a:pt x="5131980" y="506816"/>
                  </a:lnTo>
                  <a:lnTo>
                    <a:pt x="5132451" y="506385"/>
                  </a:lnTo>
                  <a:lnTo>
                    <a:pt x="5132686" y="506385"/>
                  </a:lnTo>
                  <a:lnTo>
                    <a:pt x="5132921" y="505955"/>
                  </a:lnTo>
                  <a:lnTo>
                    <a:pt x="5133039" y="505955"/>
                  </a:lnTo>
                  <a:lnTo>
                    <a:pt x="5133156" y="505955"/>
                  </a:lnTo>
                  <a:lnTo>
                    <a:pt x="5133862" y="505955"/>
                  </a:lnTo>
                  <a:lnTo>
                    <a:pt x="5133980" y="505955"/>
                  </a:lnTo>
                  <a:lnTo>
                    <a:pt x="5134097" y="505955"/>
                  </a:lnTo>
                  <a:lnTo>
                    <a:pt x="5134215" y="505955"/>
                  </a:lnTo>
                  <a:lnTo>
                    <a:pt x="5134568" y="505955"/>
                  </a:lnTo>
                  <a:lnTo>
                    <a:pt x="5135038" y="505955"/>
                  </a:lnTo>
                  <a:lnTo>
                    <a:pt x="5135509" y="505093"/>
                  </a:lnTo>
                  <a:lnTo>
                    <a:pt x="5135626" y="505093"/>
                  </a:lnTo>
                  <a:lnTo>
                    <a:pt x="5135979" y="505093"/>
                  </a:lnTo>
                  <a:lnTo>
                    <a:pt x="5136332" y="504232"/>
                  </a:lnTo>
                  <a:lnTo>
                    <a:pt x="5136450" y="504232"/>
                  </a:lnTo>
                  <a:lnTo>
                    <a:pt x="5136567" y="504232"/>
                  </a:lnTo>
                  <a:lnTo>
                    <a:pt x="5138096" y="503371"/>
                  </a:lnTo>
                  <a:lnTo>
                    <a:pt x="5138214" y="503371"/>
                  </a:lnTo>
                  <a:lnTo>
                    <a:pt x="5138802" y="503371"/>
                  </a:lnTo>
                  <a:lnTo>
                    <a:pt x="5139037" y="502940"/>
                  </a:lnTo>
                  <a:lnTo>
                    <a:pt x="5139155" y="502940"/>
                  </a:lnTo>
                  <a:lnTo>
                    <a:pt x="5139390" y="502940"/>
                  </a:lnTo>
                  <a:lnTo>
                    <a:pt x="5139508" y="502940"/>
                  </a:lnTo>
                  <a:lnTo>
                    <a:pt x="5139743" y="502940"/>
                  </a:lnTo>
                  <a:lnTo>
                    <a:pt x="5139860" y="502940"/>
                  </a:lnTo>
                  <a:lnTo>
                    <a:pt x="5140213" y="502940"/>
                  </a:lnTo>
                  <a:lnTo>
                    <a:pt x="5140449" y="502940"/>
                  </a:lnTo>
                  <a:lnTo>
                    <a:pt x="5140566" y="502940"/>
                  </a:lnTo>
                  <a:lnTo>
                    <a:pt x="5140919" y="502510"/>
                  </a:lnTo>
                  <a:lnTo>
                    <a:pt x="5141037" y="502510"/>
                  </a:lnTo>
                  <a:lnTo>
                    <a:pt x="5141154" y="502510"/>
                  </a:lnTo>
                  <a:lnTo>
                    <a:pt x="5141272" y="502079"/>
                  </a:lnTo>
                  <a:lnTo>
                    <a:pt x="5141389" y="502079"/>
                  </a:lnTo>
                  <a:lnTo>
                    <a:pt x="5141507" y="501649"/>
                  </a:lnTo>
                  <a:lnTo>
                    <a:pt x="5141860" y="501649"/>
                  </a:lnTo>
                  <a:lnTo>
                    <a:pt x="5142566" y="501649"/>
                  </a:lnTo>
                  <a:lnTo>
                    <a:pt x="5142683" y="501649"/>
                  </a:lnTo>
                  <a:lnTo>
                    <a:pt x="5142801" y="501649"/>
                  </a:lnTo>
                  <a:lnTo>
                    <a:pt x="5142918" y="501649"/>
                  </a:lnTo>
                  <a:lnTo>
                    <a:pt x="5143036" y="501649"/>
                  </a:lnTo>
                  <a:lnTo>
                    <a:pt x="5143507" y="501218"/>
                  </a:lnTo>
                  <a:lnTo>
                    <a:pt x="5144330" y="501218"/>
                  </a:lnTo>
                  <a:lnTo>
                    <a:pt x="5144447" y="501218"/>
                  </a:lnTo>
                  <a:lnTo>
                    <a:pt x="5144683" y="501218"/>
                  </a:lnTo>
                  <a:lnTo>
                    <a:pt x="5144800" y="501218"/>
                  </a:lnTo>
                  <a:lnTo>
                    <a:pt x="5144918" y="501218"/>
                  </a:lnTo>
                  <a:lnTo>
                    <a:pt x="5145741" y="501218"/>
                  </a:lnTo>
                  <a:lnTo>
                    <a:pt x="5145859" y="501218"/>
                  </a:lnTo>
                  <a:lnTo>
                    <a:pt x="5146094" y="501218"/>
                  </a:lnTo>
                  <a:lnTo>
                    <a:pt x="5146565" y="501218"/>
                  </a:lnTo>
                  <a:lnTo>
                    <a:pt x="5146682" y="501218"/>
                  </a:lnTo>
                  <a:lnTo>
                    <a:pt x="5146800" y="501218"/>
                  </a:lnTo>
                  <a:lnTo>
                    <a:pt x="5146917" y="501218"/>
                  </a:lnTo>
                  <a:lnTo>
                    <a:pt x="5147388" y="501218"/>
                  </a:lnTo>
                  <a:lnTo>
                    <a:pt x="5147741" y="500787"/>
                  </a:lnTo>
                  <a:lnTo>
                    <a:pt x="5148211" y="500357"/>
                  </a:lnTo>
                  <a:lnTo>
                    <a:pt x="5148799" y="500357"/>
                  </a:lnTo>
                  <a:lnTo>
                    <a:pt x="5148917" y="500357"/>
                  </a:lnTo>
                  <a:lnTo>
                    <a:pt x="5149152" y="500357"/>
                  </a:lnTo>
                  <a:lnTo>
                    <a:pt x="5149270" y="500357"/>
                  </a:lnTo>
                  <a:lnTo>
                    <a:pt x="5149505" y="499926"/>
                  </a:lnTo>
                  <a:lnTo>
                    <a:pt x="5149622" y="499926"/>
                  </a:lnTo>
                  <a:lnTo>
                    <a:pt x="5151269" y="499496"/>
                  </a:lnTo>
                  <a:lnTo>
                    <a:pt x="5151504" y="499065"/>
                  </a:lnTo>
                  <a:lnTo>
                    <a:pt x="5151622" y="499065"/>
                  </a:lnTo>
                  <a:lnTo>
                    <a:pt x="5151857" y="499065"/>
                  </a:lnTo>
                  <a:lnTo>
                    <a:pt x="5152092" y="499065"/>
                  </a:lnTo>
                  <a:lnTo>
                    <a:pt x="5152092" y="498634"/>
                  </a:lnTo>
                  <a:lnTo>
                    <a:pt x="5152210" y="498634"/>
                  </a:lnTo>
                  <a:lnTo>
                    <a:pt x="5152445" y="498634"/>
                  </a:lnTo>
                  <a:lnTo>
                    <a:pt x="5152916" y="498634"/>
                  </a:lnTo>
                  <a:lnTo>
                    <a:pt x="5153269" y="498634"/>
                  </a:lnTo>
                  <a:lnTo>
                    <a:pt x="5154209" y="497773"/>
                  </a:lnTo>
                  <a:lnTo>
                    <a:pt x="5154680" y="497773"/>
                  </a:lnTo>
                  <a:lnTo>
                    <a:pt x="5154915" y="497773"/>
                  </a:lnTo>
                  <a:lnTo>
                    <a:pt x="5155150" y="497773"/>
                  </a:lnTo>
                  <a:lnTo>
                    <a:pt x="5155268" y="497773"/>
                  </a:lnTo>
                  <a:lnTo>
                    <a:pt x="5155621" y="497773"/>
                  </a:lnTo>
                  <a:lnTo>
                    <a:pt x="5155738" y="497773"/>
                  </a:lnTo>
                  <a:lnTo>
                    <a:pt x="5156091" y="497343"/>
                  </a:lnTo>
                  <a:lnTo>
                    <a:pt x="5156679" y="497343"/>
                  </a:lnTo>
                  <a:lnTo>
                    <a:pt x="5157385" y="497343"/>
                  </a:lnTo>
                  <a:lnTo>
                    <a:pt x="5157738" y="497343"/>
                  </a:lnTo>
                  <a:lnTo>
                    <a:pt x="5158208" y="497343"/>
                  </a:lnTo>
                  <a:lnTo>
                    <a:pt x="5158679" y="497343"/>
                  </a:lnTo>
                  <a:lnTo>
                    <a:pt x="5158796" y="497343"/>
                  </a:lnTo>
                  <a:lnTo>
                    <a:pt x="5158914" y="496912"/>
                  </a:lnTo>
                  <a:lnTo>
                    <a:pt x="5159032" y="496912"/>
                  </a:lnTo>
                  <a:lnTo>
                    <a:pt x="5159620" y="496912"/>
                  </a:lnTo>
                  <a:lnTo>
                    <a:pt x="5159737" y="496912"/>
                  </a:lnTo>
                  <a:lnTo>
                    <a:pt x="5160090" y="496912"/>
                  </a:lnTo>
                  <a:lnTo>
                    <a:pt x="5160796" y="496481"/>
                  </a:lnTo>
                  <a:lnTo>
                    <a:pt x="5161266" y="496051"/>
                  </a:lnTo>
                  <a:lnTo>
                    <a:pt x="5161502" y="496051"/>
                  </a:lnTo>
                  <a:lnTo>
                    <a:pt x="5161737" y="494759"/>
                  </a:lnTo>
                  <a:lnTo>
                    <a:pt x="5162207" y="494759"/>
                  </a:lnTo>
                  <a:lnTo>
                    <a:pt x="5162325" y="494759"/>
                  </a:lnTo>
                  <a:lnTo>
                    <a:pt x="5162442" y="494759"/>
                  </a:lnTo>
                  <a:lnTo>
                    <a:pt x="5162560" y="494759"/>
                  </a:lnTo>
                  <a:lnTo>
                    <a:pt x="5162678" y="494759"/>
                  </a:lnTo>
                  <a:lnTo>
                    <a:pt x="5162795" y="494759"/>
                  </a:lnTo>
                  <a:lnTo>
                    <a:pt x="5162913" y="494328"/>
                  </a:lnTo>
                  <a:lnTo>
                    <a:pt x="5163148" y="494328"/>
                  </a:lnTo>
                  <a:lnTo>
                    <a:pt x="5163266" y="494328"/>
                  </a:lnTo>
                  <a:lnTo>
                    <a:pt x="5163383" y="494328"/>
                  </a:lnTo>
                  <a:lnTo>
                    <a:pt x="5163501" y="494328"/>
                  </a:lnTo>
                  <a:lnTo>
                    <a:pt x="5164795" y="493037"/>
                  </a:lnTo>
                  <a:lnTo>
                    <a:pt x="5164912" y="493037"/>
                  </a:lnTo>
                  <a:lnTo>
                    <a:pt x="5165030" y="493037"/>
                  </a:lnTo>
                  <a:lnTo>
                    <a:pt x="5165383" y="492175"/>
                  </a:lnTo>
                  <a:lnTo>
                    <a:pt x="5165618" y="492175"/>
                  </a:lnTo>
                  <a:lnTo>
                    <a:pt x="5165736" y="492175"/>
                  </a:lnTo>
                  <a:lnTo>
                    <a:pt x="5165853" y="492175"/>
                  </a:lnTo>
                  <a:lnTo>
                    <a:pt x="5165971" y="492175"/>
                  </a:lnTo>
                  <a:lnTo>
                    <a:pt x="5166206" y="492175"/>
                  </a:lnTo>
                  <a:lnTo>
                    <a:pt x="5166324" y="492175"/>
                  </a:lnTo>
                  <a:lnTo>
                    <a:pt x="5166559" y="491745"/>
                  </a:lnTo>
                  <a:lnTo>
                    <a:pt x="5166912" y="491745"/>
                  </a:lnTo>
                  <a:lnTo>
                    <a:pt x="5167029" y="491745"/>
                  </a:lnTo>
                  <a:lnTo>
                    <a:pt x="5167500" y="491745"/>
                  </a:lnTo>
                  <a:lnTo>
                    <a:pt x="5167500" y="491314"/>
                  </a:lnTo>
                  <a:lnTo>
                    <a:pt x="5167617" y="491314"/>
                  </a:lnTo>
                  <a:lnTo>
                    <a:pt x="5167735" y="490884"/>
                  </a:lnTo>
                  <a:lnTo>
                    <a:pt x="5167970" y="490884"/>
                  </a:lnTo>
                  <a:lnTo>
                    <a:pt x="5167970" y="490453"/>
                  </a:lnTo>
                  <a:lnTo>
                    <a:pt x="5168794" y="490453"/>
                  </a:lnTo>
                  <a:lnTo>
                    <a:pt x="5168911" y="490453"/>
                  </a:lnTo>
                  <a:lnTo>
                    <a:pt x="5169029" y="490022"/>
                  </a:lnTo>
                  <a:lnTo>
                    <a:pt x="5169970" y="489592"/>
                  </a:lnTo>
                  <a:lnTo>
                    <a:pt x="5170087" y="489592"/>
                  </a:lnTo>
                  <a:lnTo>
                    <a:pt x="5170205" y="489592"/>
                  </a:lnTo>
                  <a:lnTo>
                    <a:pt x="5170675" y="489592"/>
                  </a:lnTo>
                  <a:lnTo>
                    <a:pt x="5171499" y="489592"/>
                  </a:lnTo>
                  <a:lnTo>
                    <a:pt x="5171499" y="489161"/>
                  </a:lnTo>
                  <a:lnTo>
                    <a:pt x="5171616" y="489161"/>
                  </a:lnTo>
                  <a:lnTo>
                    <a:pt x="5171969" y="488300"/>
                  </a:lnTo>
                  <a:lnTo>
                    <a:pt x="5172792" y="487869"/>
                  </a:lnTo>
                  <a:lnTo>
                    <a:pt x="5173028" y="487869"/>
                  </a:lnTo>
                  <a:lnTo>
                    <a:pt x="5173145" y="487869"/>
                  </a:lnTo>
                  <a:lnTo>
                    <a:pt x="5174557" y="487439"/>
                  </a:lnTo>
                  <a:lnTo>
                    <a:pt x="5174674" y="487008"/>
                  </a:lnTo>
                  <a:lnTo>
                    <a:pt x="5174792" y="487008"/>
                  </a:lnTo>
                  <a:lnTo>
                    <a:pt x="5174910" y="487008"/>
                  </a:lnTo>
                  <a:lnTo>
                    <a:pt x="5174910" y="486578"/>
                  </a:lnTo>
                  <a:lnTo>
                    <a:pt x="5174910" y="486147"/>
                  </a:lnTo>
                  <a:lnTo>
                    <a:pt x="5175145" y="486147"/>
                  </a:lnTo>
                  <a:lnTo>
                    <a:pt x="5175262" y="486147"/>
                  </a:lnTo>
                  <a:lnTo>
                    <a:pt x="5175380" y="486147"/>
                  </a:lnTo>
                  <a:lnTo>
                    <a:pt x="5176086" y="485716"/>
                  </a:lnTo>
                  <a:lnTo>
                    <a:pt x="5176439" y="485716"/>
                  </a:lnTo>
                  <a:lnTo>
                    <a:pt x="5176674" y="485716"/>
                  </a:lnTo>
                  <a:lnTo>
                    <a:pt x="5177379" y="485716"/>
                  </a:lnTo>
                  <a:lnTo>
                    <a:pt x="5177732" y="485286"/>
                  </a:lnTo>
                  <a:lnTo>
                    <a:pt x="5177850" y="485286"/>
                  </a:lnTo>
                  <a:lnTo>
                    <a:pt x="5177968" y="485286"/>
                  </a:lnTo>
                  <a:lnTo>
                    <a:pt x="5178438" y="485286"/>
                  </a:lnTo>
                  <a:lnTo>
                    <a:pt x="5178791" y="484855"/>
                  </a:lnTo>
                  <a:lnTo>
                    <a:pt x="5179261" y="484855"/>
                  </a:lnTo>
                  <a:lnTo>
                    <a:pt x="5179496" y="484855"/>
                  </a:lnTo>
                  <a:lnTo>
                    <a:pt x="5179849" y="484855"/>
                  </a:lnTo>
                  <a:lnTo>
                    <a:pt x="5180202" y="484425"/>
                  </a:lnTo>
                  <a:lnTo>
                    <a:pt x="5181025" y="483133"/>
                  </a:lnTo>
                  <a:lnTo>
                    <a:pt x="5181261" y="483133"/>
                  </a:lnTo>
                  <a:lnTo>
                    <a:pt x="5181378" y="482702"/>
                  </a:lnTo>
                  <a:lnTo>
                    <a:pt x="5181496" y="482272"/>
                  </a:lnTo>
                  <a:lnTo>
                    <a:pt x="5182202" y="481841"/>
                  </a:lnTo>
                  <a:lnTo>
                    <a:pt x="5182319" y="481841"/>
                  </a:lnTo>
                  <a:lnTo>
                    <a:pt x="5182554" y="481841"/>
                  </a:lnTo>
                  <a:lnTo>
                    <a:pt x="5182672" y="481841"/>
                  </a:lnTo>
                  <a:lnTo>
                    <a:pt x="5182790" y="481841"/>
                  </a:lnTo>
                  <a:lnTo>
                    <a:pt x="5183025" y="480980"/>
                  </a:lnTo>
                  <a:lnTo>
                    <a:pt x="5183378" y="480549"/>
                  </a:lnTo>
                  <a:lnTo>
                    <a:pt x="5183495" y="480549"/>
                  </a:lnTo>
                  <a:lnTo>
                    <a:pt x="5183848" y="480549"/>
                  </a:lnTo>
                  <a:lnTo>
                    <a:pt x="5183966" y="479688"/>
                  </a:lnTo>
                  <a:lnTo>
                    <a:pt x="5184083" y="479688"/>
                  </a:lnTo>
                  <a:lnTo>
                    <a:pt x="5184201" y="479688"/>
                  </a:lnTo>
                  <a:lnTo>
                    <a:pt x="5184436" y="479257"/>
                  </a:lnTo>
                  <a:lnTo>
                    <a:pt x="5185024" y="477966"/>
                  </a:lnTo>
                  <a:lnTo>
                    <a:pt x="5185024" y="477535"/>
                  </a:lnTo>
                  <a:lnTo>
                    <a:pt x="5185377" y="477535"/>
                  </a:lnTo>
                  <a:lnTo>
                    <a:pt x="5185495" y="477104"/>
                  </a:lnTo>
                  <a:lnTo>
                    <a:pt x="5185612" y="477104"/>
                  </a:lnTo>
                  <a:lnTo>
                    <a:pt x="5185730" y="477104"/>
                  </a:lnTo>
                  <a:lnTo>
                    <a:pt x="5186436" y="477104"/>
                  </a:lnTo>
                  <a:lnTo>
                    <a:pt x="5187612" y="476674"/>
                  </a:lnTo>
                  <a:lnTo>
                    <a:pt x="5187729" y="476243"/>
                  </a:lnTo>
                  <a:lnTo>
                    <a:pt x="5187847" y="476243"/>
                  </a:lnTo>
                  <a:lnTo>
                    <a:pt x="5187847" y="475813"/>
                  </a:lnTo>
                  <a:lnTo>
                    <a:pt x="5188435" y="475813"/>
                  </a:lnTo>
                  <a:lnTo>
                    <a:pt x="5188553" y="475813"/>
                  </a:lnTo>
                  <a:lnTo>
                    <a:pt x="5188670" y="475813"/>
                  </a:lnTo>
                  <a:lnTo>
                    <a:pt x="5188788" y="475813"/>
                  </a:lnTo>
                  <a:lnTo>
                    <a:pt x="5189023" y="475382"/>
                  </a:lnTo>
                  <a:lnTo>
                    <a:pt x="5189847" y="474951"/>
                  </a:lnTo>
                  <a:lnTo>
                    <a:pt x="5190082" y="474951"/>
                  </a:lnTo>
                  <a:lnTo>
                    <a:pt x="5190552" y="474951"/>
                  </a:lnTo>
                  <a:lnTo>
                    <a:pt x="5190670" y="474951"/>
                  </a:lnTo>
                  <a:lnTo>
                    <a:pt x="5190787" y="474951"/>
                  </a:lnTo>
                  <a:lnTo>
                    <a:pt x="5190905" y="474951"/>
                  </a:lnTo>
                  <a:lnTo>
                    <a:pt x="5191493" y="474951"/>
                  </a:lnTo>
                  <a:lnTo>
                    <a:pt x="5191964" y="474951"/>
                  </a:lnTo>
                  <a:lnTo>
                    <a:pt x="5192434" y="474951"/>
                  </a:lnTo>
                  <a:lnTo>
                    <a:pt x="5192669" y="474951"/>
                  </a:lnTo>
                  <a:lnTo>
                    <a:pt x="5193257" y="474951"/>
                  </a:lnTo>
                  <a:lnTo>
                    <a:pt x="5194081" y="474951"/>
                  </a:lnTo>
                  <a:lnTo>
                    <a:pt x="5194316" y="474951"/>
                  </a:lnTo>
                  <a:lnTo>
                    <a:pt x="5194434" y="474521"/>
                  </a:lnTo>
                  <a:lnTo>
                    <a:pt x="5194551" y="474521"/>
                  </a:lnTo>
                  <a:lnTo>
                    <a:pt x="5194669" y="474521"/>
                  </a:lnTo>
                  <a:lnTo>
                    <a:pt x="5195139" y="474521"/>
                  </a:lnTo>
                  <a:lnTo>
                    <a:pt x="5195257" y="474521"/>
                  </a:lnTo>
                  <a:lnTo>
                    <a:pt x="5195727" y="474521"/>
                  </a:lnTo>
                  <a:lnTo>
                    <a:pt x="5195962" y="474521"/>
                  </a:lnTo>
                  <a:lnTo>
                    <a:pt x="5196080" y="474090"/>
                  </a:lnTo>
                  <a:lnTo>
                    <a:pt x="5196198" y="474090"/>
                  </a:lnTo>
                  <a:lnTo>
                    <a:pt x="5196433" y="474090"/>
                  </a:lnTo>
                  <a:lnTo>
                    <a:pt x="5196551" y="474090"/>
                  </a:lnTo>
                  <a:lnTo>
                    <a:pt x="5196786" y="474090"/>
                  </a:lnTo>
                  <a:lnTo>
                    <a:pt x="5197021" y="474090"/>
                  </a:lnTo>
                  <a:lnTo>
                    <a:pt x="5197491" y="474090"/>
                  </a:lnTo>
                  <a:lnTo>
                    <a:pt x="5197609" y="474090"/>
                  </a:lnTo>
                  <a:lnTo>
                    <a:pt x="5197727" y="474090"/>
                  </a:lnTo>
                  <a:lnTo>
                    <a:pt x="5197844" y="474090"/>
                  </a:lnTo>
                  <a:lnTo>
                    <a:pt x="5198080" y="473660"/>
                  </a:lnTo>
                  <a:lnTo>
                    <a:pt x="5198080" y="473229"/>
                  </a:lnTo>
                  <a:lnTo>
                    <a:pt x="5198315" y="473229"/>
                  </a:lnTo>
                  <a:lnTo>
                    <a:pt x="5198550" y="473229"/>
                  </a:lnTo>
                  <a:lnTo>
                    <a:pt x="5199020" y="473229"/>
                  </a:lnTo>
                  <a:lnTo>
                    <a:pt x="5199844" y="473229"/>
                  </a:lnTo>
                  <a:lnTo>
                    <a:pt x="5200197" y="473229"/>
                  </a:lnTo>
                  <a:lnTo>
                    <a:pt x="5200432" y="473229"/>
                  </a:lnTo>
                  <a:lnTo>
                    <a:pt x="5200785" y="473229"/>
                  </a:lnTo>
                  <a:lnTo>
                    <a:pt x="5201138" y="473229"/>
                  </a:lnTo>
                  <a:lnTo>
                    <a:pt x="5201255" y="473229"/>
                  </a:lnTo>
                  <a:lnTo>
                    <a:pt x="5201843" y="472368"/>
                  </a:lnTo>
                  <a:lnTo>
                    <a:pt x="5202078" y="472368"/>
                  </a:lnTo>
                  <a:lnTo>
                    <a:pt x="5202431" y="472368"/>
                  </a:lnTo>
                  <a:lnTo>
                    <a:pt x="5203019" y="472368"/>
                  </a:lnTo>
                  <a:lnTo>
                    <a:pt x="5203137" y="472368"/>
                  </a:lnTo>
                  <a:lnTo>
                    <a:pt x="5203255" y="472368"/>
                  </a:lnTo>
                  <a:lnTo>
                    <a:pt x="5203372" y="472368"/>
                  </a:lnTo>
                  <a:lnTo>
                    <a:pt x="5203607" y="472368"/>
                  </a:lnTo>
                  <a:lnTo>
                    <a:pt x="5203725" y="471937"/>
                  </a:lnTo>
                  <a:lnTo>
                    <a:pt x="5203960" y="471937"/>
                  </a:lnTo>
                  <a:lnTo>
                    <a:pt x="5204078" y="471937"/>
                  </a:lnTo>
                  <a:lnTo>
                    <a:pt x="5204195" y="471937"/>
                  </a:lnTo>
                  <a:lnTo>
                    <a:pt x="5204313" y="471937"/>
                  </a:lnTo>
                  <a:lnTo>
                    <a:pt x="5204431" y="471937"/>
                  </a:lnTo>
                  <a:lnTo>
                    <a:pt x="5205019" y="471507"/>
                  </a:lnTo>
                  <a:lnTo>
                    <a:pt x="5205372" y="471076"/>
                  </a:lnTo>
                  <a:lnTo>
                    <a:pt x="5205607" y="470645"/>
                  </a:lnTo>
                  <a:lnTo>
                    <a:pt x="5205724" y="470645"/>
                  </a:lnTo>
                  <a:lnTo>
                    <a:pt x="5205842" y="470645"/>
                  </a:lnTo>
                  <a:lnTo>
                    <a:pt x="5205960" y="470215"/>
                  </a:lnTo>
                  <a:lnTo>
                    <a:pt x="5206783" y="470215"/>
                  </a:lnTo>
                  <a:lnTo>
                    <a:pt x="5207489" y="470215"/>
                  </a:lnTo>
                  <a:lnTo>
                    <a:pt x="5207724" y="470215"/>
                  </a:lnTo>
                  <a:lnTo>
                    <a:pt x="5207842" y="470215"/>
                  </a:lnTo>
                  <a:lnTo>
                    <a:pt x="5208077" y="470215"/>
                  </a:lnTo>
                  <a:lnTo>
                    <a:pt x="5208194" y="470215"/>
                  </a:lnTo>
                  <a:lnTo>
                    <a:pt x="5208782" y="470215"/>
                  </a:lnTo>
                  <a:lnTo>
                    <a:pt x="5209018" y="470215"/>
                  </a:lnTo>
                  <a:lnTo>
                    <a:pt x="5209135" y="470215"/>
                  </a:lnTo>
                  <a:lnTo>
                    <a:pt x="5209253" y="470215"/>
                  </a:lnTo>
                  <a:lnTo>
                    <a:pt x="5209488" y="470215"/>
                  </a:lnTo>
                  <a:lnTo>
                    <a:pt x="5209959" y="469784"/>
                  </a:lnTo>
                  <a:lnTo>
                    <a:pt x="5210076" y="469784"/>
                  </a:lnTo>
                  <a:lnTo>
                    <a:pt x="5210194" y="469784"/>
                  </a:lnTo>
                  <a:lnTo>
                    <a:pt x="5210782" y="469354"/>
                  </a:lnTo>
                  <a:lnTo>
                    <a:pt x="5211017" y="469354"/>
                  </a:lnTo>
                  <a:lnTo>
                    <a:pt x="5211135" y="469354"/>
                  </a:lnTo>
                  <a:lnTo>
                    <a:pt x="5211488" y="469354"/>
                  </a:lnTo>
                  <a:lnTo>
                    <a:pt x="5211605" y="469354"/>
                  </a:lnTo>
                  <a:lnTo>
                    <a:pt x="5211723" y="469354"/>
                  </a:lnTo>
                  <a:lnTo>
                    <a:pt x="5213017" y="468923"/>
                  </a:lnTo>
                  <a:lnTo>
                    <a:pt x="5213134" y="468923"/>
                  </a:lnTo>
                  <a:lnTo>
                    <a:pt x="5213605" y="468492"/>
                  </a:lnTo>
                  <a:lnTo>
                    <a:pt x="5214193" y="468492"/>
                  </a:lnTo>
                  <a:lnTo>
                    <a:pt x="5214310" y="468062"/>
                  </a:lnTo>
                  <a:lnTo>
                    <a:pt x="5214428" y="468062"/>
                  </a:lnTo>
                  <a:lnTo>
                    <a:pt x="5214663" y="468062"/>
                  </a:lnTo>
                  <a:lnTo>
                    <a:pt x="5215016" y="468062"/>
                  </a:lnTo>
                  <a:lnTo>
                    <a:pt x="5215134" y="468062"/>
                  </a:lnTo>
                  <a:lnTo>
                    <a:pt x="5215134" y="467631"/>
                  </a:lnTo>
                  <a:lnTo>
                    <a:pt x="5215486" y="467631"/>
                  </a:lnTo>
                  <a:lnTo>
                    <a:pt x="5215839" y="465909"/>
                  </a:lnTo>
                  <a:lnTo>
                    <a:pt x="5216192" y="465909"/>
                  </a:lnTo>
                  <a:lnTo>
                    <a:pt x="5216310" y="465909"/>
                  </a:lnTo>
                  <a:lnTo>
                    <a:pt x="5216545" y="465909"/>
                  </a:lnTo>
                  <a:lnTo>
                    <a:pt x="5217015" y="465909"/>
                  </a:lnTo>
                  <a:lnTo>
                    <a:pt x="5217133" y="465909"/>
                  </a:lnTo>
                  <a:lnTo>
                    <a:pt x="5217133" y="465478"/>
                  </a:lnTo>
                  <a:lnTo>
                    <a:pt x="5217486" y="465478"/>
                  </a:lnTo>
                  <a:lnTo>
                    <a:pt x="5217721" y="465478"/>
                  </a:lnTo>
                  <a:lnTo>
                    <a:pt x="5217839" y="465478"/>
                  </a:lnTo>
                  <a:lnTo>
                    <a:pt x="5217956" y="465478"/>
                  </a:lnTo>
                  <a:lnTo>
                    <a:pt x="5218544" y="465048"/>
                  </a:lnTo>
                  <a:lnTo>
                    <a:pt x="5218662" y="465048"/>
                  </a:lnTo>
                  <a:lnTo>
                    <a:pt x="5218780" y="465048"/>
                  </a:lnTo>
                  <a:lnTo>
                    <a:pt x="5218897" y="464617"/>
                  </a:lnTo>
                  <a:lnTo>
                    <a:pt x="5219133" y="464617"/>
                  </a:lnTo>
                  <a:lnTo>
                    <a:pt x="5219485" y="464617"/>
                  </a:lnTo>
                  <a:lnTo>
                    <a:pt x="5219603" y="464617"/>
                  </a:lnTo>
                  <a:lnTo>
                    <a:pt x="5220544" y="464617"/>
                  </a:lnTo>
                  <a:lnTo>
                    <a:pt x="5220661" y="464186"/>
                  </a:lnTo>
                  <a:lnTo>
                    <a:pt x="5220779" y="463756"/>
                  </a:lnTo>
                  <a:lnTo>
                    <a:pt x="5220897" y="463756"/>
                  </a:lnTo>
                  <a:lnTo>
                    <a:pt x="5221367" y="463756"/>
                  </a:lnTo>
                  <a:lnTo>
                    <a:pt x="5221485" y="463756"/>
                  </a:lnTo>
                  <a:lnTo>
                    <a:pt x="5222543" y="463325"/>
                  </a:lnTo>
                  <a:lnTo>
                    <a:pt x="5222661" y="463325"/>
                  </a:lnTo>
                  <a:lnTo>
                    <a:pt x="5222779" y="463325"/>
                  </a:lnTo>
                  <a:lnTo>
                    <a:pt x="5222896" y="463325"/>
                  </a:lnTo>
                  <a:lnTo>
                    <a:pt x="5223249" y="463325"/>
                  </a:lnTo>
                  <a:lnTo>
                    <a:pt x="5223484" y="463325"/>
                  </a:lnTo>
                  <a:lnTo>
                    <a:pt x="5223719" y="462895"/>
                  </a:lnTo>
                  <a:lnTo>
                    <a:pt x="5223837" y="462895"/>
                  </a:lnTo>
                  <a:lnTo>
                    <a:pt x="5224425" y="462895"/>
                  </a:lnTo>
                  <a:lnTo>
                    <a:pt x="5224543" y="462895"/>
                  </a:lnTo>
                  <a:lnTo>
                    <a:pt x="5224660" y="462895"/>
                  </a:lnTo>
                  <a:lnTo>
                    <a:pt x="5225954" y="462895"/>
                  </a:lnTo>
                  <a:lnTo>
                    <a:pt x="5226189" y="462895"/>
                  </a:lnTo>
                  <a:lnTo>
                    <a:pt x="5226307" y="462895"/>
                  </a:lnTo>
                  <a:lnTo>
                    <a:pt x="5226542" y="462895"/>
                  </a:lnTo>
                  <a:lnTo>
                    <a:pt x="5226660" y="462464"/>
                  </a:lnTo>
                  <a:lnTo>
                    <a:pt x="5226777" y="462033"/>
                  </a:lnTo>
                  <a:lnTo>
                    <a:pt x="5226895" y="462033"/>
                  </a:lnTo>
                  <a:lnTo>
                    <a:pt x="5227013" y="462033"/>
                  </a:lnTo>
                  <a:lnTo>
                    <a:pt x="5227013" y="461603"/>
                  </a:lnTo>
                  <a:lnTo>
                    <a:pt x="5227718" y="461603"/>
                  </a:lnTo>
                  <a:lnTo>
                    <a:pt x="5227836" y="461603"/>
                  </a:lnTo>
                  <a:lnTo>
                    <a:pt x="5227954" y="461603"/>
                  </a:lnTo>
                  <a:lnTo>
                    <a:pt x="5228306" y="461603"/>
                  </a:lnTo>
                  <a:lnTo>
                    <a:pt x="5228424" y="461603"/>
                  </a:lnTo>
                  <a:lnTo>
                    <a:pt x="5228894" y="461603"/>
                  </a:lnTo>
                  <a:lnTo>
                    <a:pt x="5229012" y="461603"/>
                  </a:lnTo>
                  <a:lnTo>
                    <a:pt x="5229247" y="461603"/>
                  </a:lnTo>
                  <a:lnTo>
                    <a:pt x="5229365" y="461603"/>
                  </a:lnTo>
                  <a:lnTo>
                    <a:pt x="5229483" y="461603"/>
                  </a:lnTo>
                  <a:lnTo>
                    <a:pt x="5230423" y="461603"/>
                  </a:lnTo>
                  <a:lnTo>
                    <a:pt x="5230659" y="461172"/>
                  </a:lnTo>
                  <a:lnTo>
                    <a:pt x="5230776" y="460742"/>
                  </a:lnTo>
                  <a:lnTo>
                    <a:pt x="5230894" y="460742"/>
                  </a:lnTo>
                  <a:lnTo>
                    <a:pt x="5232070" y="459450"/>
                  </a:lnTo>
                  <a:lnTo>
                    <a:pt x="5232188" y="459450"/>
                  </a:lnTo>
                  <a:lnTo>
                    <a:pt x="5232423" y="459450"/>
                  </a:lnTo>
                  <a:lnTo>
                    <a:pt x="5232541" y="459450"/>
                  </a:lnTo>
                  <a:lnTo>
                    <a:pt x="5232776" y="459450"/>
                  </a:lnTo>
                  <a:lnTo>
                    <a:pt x="5233129" y="459450"/>
                  </a:lnTo>
                  <a:lnTo>
                    <a:pt x="5233246" y="459450"/>
                  </a:lnTo>
                  <a:lnTo>
                    <a:pt x="5233364" y="459450"/>
                  </a:lnTo>
                  <a:lnTo>
                    <a:pt x="5234070" y="459450"/>
                  </a:lnTo>
                  <a:lnTo>
                    <a:pt x="5234422" y="459450"/>
                  </a:lnTo>
                  <a:lnTo>
                    <a:pt x="5234540" y="459450"/>
                  </a:lnTo>
                  <a:lnTo>
                    <a:pt x="5234540" y="459019"/>
                  </a:lnTo>
                  <a:lnTo>
                    <a:pt x="5234775" y="458158"/>
                  </a:lnTo>
                  <a:lnTo>
                    <a:pt x="5234893" y="458158"/>
                  </a:lnTo>
                  <a:lnTo>
                    <a:pt x="5234893" y="457727"/>
                  </a:lnTo>
                  <a:lnTo>
                    <a:pt x="5235010" y="457727"/>
                  </a:lnTo>
                  <a:lnTo>
                    <a:pt x="5235128" y="457727"/>
                  </a:lnTo>
                  <a:lnTo>
                    <a:pt x="5235716" y="457727"/>
                  </a:lnTo>
                  <a:lnTo>
                    <a:pt x="5235834" y="457297"/>
                  </a:lnTo>
                  <a:lnTo>
                    <a:pt x="5236422" y="457297"/>
                  </a:lnTo>
                  <a:lnTo>
                    <a:pt x="5237245" y="456436"/>
                  </a:lnTo>
                  <a:lnTo>
                    <a:pt x="5237363" y="456436"/>
                  </a:lnTo>
                  <a:lnTo>
                    <a:pt x="5237598" y="456005"/>
                  </a:lnTo>
                  <a:lnTo>
                    <a:pt x="5237833" y="456005"/>
                  </a:lnTo>
                  <a:lnTo>
                    <a:pt x="5238539" y="455574"/>
                  </a:lnTo>
                  <a:lnTo>
                    <a:pt x="5238656" y="455574"/>
                  </a:lnTo>
                  <a:lnTo>
                    <a:pt x="5238892" y="454713"/>
                  </a:lnTo>
                  <a:lnTo>
                    <a:pt x="5239009" y="454713"/>
                  </a:lnTo>
                  <a:lnTo>
                    <a:pt x="5239245" y="454713"/>
                  </a:lnTo>
                  <a:lnTo>
                    <a:pt x="5239480" y="454713"/>
                  </a:lnTo>
                  <a:lnTo>
                    <a:pt x="5239715" y="454283"/>
                  </a:lnTo>
                  <a:lnTo>
                    <a:pt x="5240421" y="453852"/>
                  </a:lnTo>
                  <a:lnTo>
                    <a:pt x="5240538" y="453852"/>
                  </a:lnTo>
                  <a:lnTo>
                    <a:pt x="5240891" y="453852"/>
                  </a:lnTo>
                  <a:lnTo>
                    <a:pt x="5241126" y="452991"/>
                  </a:lnTo>
                  <a:lnTo>
                    <a:pt x="5241714" y="452991"/>
                  </a:lnTo>
                  <a:lnTo>
                    <a:pt x="5242303" y="452991"/>
                  </a:lnTo>
                  <a:lnTo>
                    <a:pt x="5242420" y="452991"/>
                  </a:lnTo>
                  <a:lnTo>
                    <a:pt x="5242891" y="452991"/>
                  </a:lnTo>
                  <a:lnTo>
                    <a:pt x="5243008" y="452991"/>
                  </a:lnTo>
                  <a:lnTo>
                    <a:pt x="5243479" y="452991"/>
                  </a:lnTo>
                  <a:lnTo>
                    <a:pt x="5244067" y="452560"/>
                  </a:lnTo>
                  <a:lnTo>
                    <a:pt x="5244067" y="452130"/>
                  </a:lnTo>
                  <a:lnTo>
                    <a:pt x="5244537" y="452130"/>
                  </a:lnTo>
                  <a:lnTo>
                    <a:pt x="5244655" y="452130"/>
                  </a:lnTo>
                  <a:lnTo>
                    <a:pt x="5244772" y="452130"/>
                  </a:lnTo>
                  <a:lnTo>
                    <a:pt x="5244890" y="451699"/>
                  </a:lnTo>
                  <a:lnTo>
                    <a:pt x="5244890" y="451268"/>
                  </a:lnTo>
                  <a:lnTo>
                    <a:pt x="5245713" y="450407"/>
                  </a:lnTo>
                  <a:lnTo>
                    <a:pt x="5245713" y="449977"/>
                  </a:lnTo>
                  <a:lnTo>
                    <a:pt x="5246066" y="449977"/>
                  </a:lnTo>
                  <a:lnTo>
                    <a:pt x="5246537" y="449977"/>
                  </a:lnTo>
                  <a:lnTo>
                    <a:pt x="5246654" y="449977"/>
                  </a:lnTo>
                  <a:lnTo>
                    <a:pt x="5246889" y="449977"/>
                  </a:lnTo>
                  <a:lnTo>
                    <a:pt x="5247007" y="449977"/>
                  </a:lnTo>
                  <a:lnTo>
                    <a:pt x="5247242" y="449977"/>
                  </a:lnTo>
                  <a:lnTo>
                    <a:pt x="5247830" y="449546"/>
                  </a:lnTo>
                  <a:lnTo>
                    <a:pt x="5248418" y="449546"/>
                  </a:lnTo>
                  <a:lnTo>
                    <a:pt x="5248889" y="449546"/>
                  </a:lnTo>
                  <a:lnTo>
                    <a:pt x="5248889" y="449115"/>
                  </a:lnTo>
                  <a:lnTo>
                    <a:pt x="5249124" y="448685"/>
                  </a:lnTo>
                  <a:lnTo>
                    <a:pt x="5249359" y="448685"/>
                  </a:lnTo>
                  <a:lnTo>
                    <a:pt x="5249477" y="448685"/>
                  </a:lnTo>
                  <a:lnTo>
                    <a:pt x="5249595" y="448685"/>
                  </a:lnTo>
                  <a:lnTo>
                    <a:pt x="5249830" y="447824"/>
                  </a:lnTo>
                  <a:lnTo>
                    <a:pt x="5249947" y="447393"/>
                  </a:lnTo>
                  <a:lnTo>
                    <a:pt x="5250536" y="447393"/>
                  </a:lnTo>
                  <a:lnTo>
                    <a:pt x="5250771" y="447393"/>
                  </a:lnTo>
                  <a:lnTo>
                    <a:pt x="5251006" y="447393"/>
                  </a:lnTo>
                  <a:lnTo>
                    <a:pt x="5251124" y="446532"/>
                  </a:lnTo>
                  <a:lnTo>
                    <a:pt x="5251241" y="446532"/>
                  </a:lnTo>
                  <a:lnTo>
                    <a:pt x="5251359" y="446532"/>
                  </a:lnTo>
                  <a:lnTo>
                    <a:pt x="5251712" y="446532"/>
                  </a:lnTo>
                  <a:lnTo>
                    <a:pt x="5251947" y="446532"/>
                  </a:lnTo>
                  <a:lnTo>
                    <a:pt x="5252064" y="446532"/>
                  </a:lnTo>
                  <a:lnTo>
                    <a:pt x="5252300" y="446532"/>
                  </a:lnTo>
                  <a:lnTo>
                    <a:pt x="5252417" y="446532"/>
                  </a:lnTo>
                  <a:lnTo>
                    <a:pt x="5252653" y="446101"/>
                  </a:lnTo>
                  <a:lnTo>
                    <a:pt x="5253123" y="446101"/>
                  </a:lnTo>
                  <a:lnTo>
                    <a:pt x="5253241" y="446101"/>
                  </a:lnTo>
                  <a:lnTo>
                    <a:pt x="5253476" y="446101"/>
                  </a:lnTo>
                  <a:lnTo>
                    <a:pt x="5253593" y="446101"/>
                  </a:lnTo>
                  <a:lnTo>
                    <a:pt x="5253829" y="446101"/>
                  </a:lnTo>
                  <a:lnTo>
                    <a:pt x="5254299" y="445671"/>
                  </a:lnTo>
                  <a:lnTo>
                    <a:pt x="5254417" y="445671"/>
                  </a:lnTo>
                  <a:lnTo>
                    <a:pt x="5254417" y="445240"/>
                  </a:lnTo>
                  <a:lnTo>
                    <a:pt x="5254534" y="445240"/>
                  </a:lnTo>
                  <a:lnTo>
                    <a:pt x="5254770" y="444809"/>
                  </a:lnTo>
                  <a:lnTo>
                    <a:pt x="5255122" y="444809"/>
                  </a:lnTo>
                  <a:lnTo>
                    <a:pt x="5255828" y="444809"/>
                  </a:lnTo>
                  <a:lnTo>
                    <a:pt x="5255946" y="444809"/>
                  </a:lnTo>
                  <a:lnTo>
                    <a:pt x="5256063" y="444809"/>
                  </a:lnTo>
                  <a:lnTo>
                    <a:pt x="5256299" y="444809"/>
                  </a:lnTo>
                  <a:lnTo>
                    <a:pt x="5256534" y="444809"/>
                  </a:lnTo>
                  <a:lnTo>
                    <a:pt x="5256651" y="444809"/>
                  </a:lnTo>
                  <a:lnTo>
                    <a:pt x="5256651" y="444379"/>
                  </a:lnTo>
                  <a:lnTo>
                    <a:pt x="5256769" y="444379"/>
                  </a:lnTo>
                  <a:lnTo>
                    <a:pt x="5257004" y="444379"/>
                  </a:lnTo>
                  <a:lnTo>
                    <a:pt x="5257122" y="443948"/>
                  </a:lnTo>
                  <a:lnTo>
                    <a:pt x="5257357" y="443948"/>
                  </a:lnTo>
                  <a:lnTo>
                    <a:pt x="5257475" y="443948"/>
                  </a:lnTo>
                  <a:lnTo>
                    <a:pt x="5257592" y="443948"/>
                  </a:lnTo>
                  <a:lnTo>
                    <a:pt x="5257710" y="443948"/>
                  </a:lnTo>
                  <a:lnTo>
                    <a:pt x="5257945" y="443948"/>
                  </a:lnTo>
                  <a:lnTo>
                    <a:pt x="5258063" y="443948"/>
                  </a:lnTo>
                  <a:lnTo>
                    <a:pt x="5258063" y="443518"/>
                  </a:lnTo>
                  <a:lnTo>
                    <a:pt x="5258298" y="443518"/>
                  </a:lnTo>
                  <a:lnTo>
                    <a:pt x="5258416" y="443518"/>
                  </a:lnTo>
                  <a:lnTo>
                    <a:pt x="5258886" y="443518"/>
                  </a:lnTo>
                  <a:lnTo>
                    <a:pt x="5259004" y="443518"/>
                  </a:lnTo>
                  <a:lnTo>
                    <a:pt x="5259474" y="443518"/>
                  </a:lnTo>
                  <a:lnTo>
                    <a:pt x="5259592" y="443518"/>
                  </a:lnTo>
                  <a:lnTo>
                    <a:pt x="5259827" y="443518"/>
                  </a:lnTo>
                  <a:lnTo>
                    <a:pt x="5259945" y="443087"/>
                  </a:lnTo>
                  <a:lnTo>
                    <a:pt x="5260297" y="441795"/>
                  </a:lnTo>
                  <a:lnTo>
                    <a:pt x="5260415" y="441795"/>
                  </a:lnTo>
                  <a:lnTo>
                    <a:pt x="5260533" y="441795"/>
                  </a:lnTo>
                  <a:lnTo>
                    <a:pt x="5260650" y="441795"/>
                  </a:lnTo>
                  <a:lnTo>
                    <a:pt x="5261003" y="440934"/>
                  </a:lnTo>
                  <a:lnTo>
                    <a:pt x="5261121" y="440934"/>
                  </a:lnTo>
                  <a:lnTo>
                    <a:pt x="5261591" y="440934"/>
                  </a:lnTo>
                  <a:lnTo>
                    <a:pt x="5261944" y="440934"/>
                  </a:lnTo>
                  <a:lnTo>
                    <a:pt x="5262062" y="440934"/>
                  </a:lnTo>
                  <a:lnTo>
                    <a:pt x="5262179" y="440934"/>
                  </a:lnTo>
                  <a:lnTo>
                    <a:pt x="5262297" y="440934"/>
                  </a:lnTo>
                  <a:lnTo>
                    <a:pt x="5262532" y="440503"/>
                  </a:lnTo>
                  <a:lnTo>
                    <a:pt x="5262650" y="440503"/>
                  </a:lnTo>
                  <a:lnTo>
                    <a:pt x="5263003" y="440503"/>
                  </a:lnTo>
                  <a:lnTo>
                    <a:pt x="5263238" y="440503"/>
                  </a:lnTo>
                  <a:lnTo>
                    <a:pt x="5263473" y="440073"/>
                  </a:lnTo>
                  <a:lnTo>
                    <a:pt x="5264532" y="440073"/>
                  </a:lnTo>
                  <a:lnTo>
                    <a:pt x="5264649" y="440073"/>
                  </a:lnTo>
                  <a:lnTo>
                    <a:pt x="5265002" y="440073"/>
                  </a:lnTo>
                  <a:lnTo>
                    <a:pt x="5265120" y="440073"/>
                  </a:lnTo>
                  <a:lnTo>
                    <a:pt x="5265473" y="439642"/>
                  </a:lnTo>
                  <a:lnTo>
                    <a:pt x="5265825" y="439642"/>
                  </a:lnTo>
                  <a:lnTo>
                    <a:pt x="5265943" y="439642"/>
                  </a:lnTo>
                  <a:lnTo>
                    <a:pt x="5266178" y="439642"/>
                  </a:lnTo>
                  <a:lnTo>
                    <a:pt x="5266413" y="439642"/>
                  </a:lnTo>
                  <a:lnTo>
                    <a:pt x="5267354" y="439212"/>
                  </a:lnTo>
                  <a:lnTo>
                    <a:pt x="5267472" y="439212"/>
                  </a:lnTo>
                  <a:lnTo>
                    <a:pt x="5267590" y="439212"/>
                  </a:lnTo>
                  <a:lnTo>
                    <a:pt x="5267707" y="439212"/>
                  </a:lnTo>
                  <a:lnTo>
                    <a:pt x="5267707" y="438350"/>
                  </a:lnTo>
                  <a:lnTo>
                    <a:pt x="5267942" y="438350"/>
                  </a:lnTo>
                  <a:lnTo>
                    <a:pt x="5268648" y="438350"/>
                  </a:lnTo>
                  <a:lnTo>
                    <a:pt x="5268766" y="438350"/>
                  </a:lnTo>
                  <a:lnTo>
                    <a:pt x="5269119" y="438350"/>
                  </a:lnTo>
                  <a:lnTo>
                    <a:pt x="5269471" y="437059"/>
                  </a:lnTo>
                  <a:lnTo>
                    <a:pt x="5269589" y="437059"/>
                  </a:lnTo>
                  <a:lnTo>
                    <a:pt x="5269707" y="437059"/>
                  </a:lnTo>
                  <a:lnTo>
                    <a:pt x="5270765" y="437059"/>
                  </a:lnTo>
                  <a:lnTo>
                    <a:pt x="5271588" y="437059"/>
                  </a:lnTo>
                  <a:lnTo>
                    <a:pt x="5271824" y="436628"/>
                  </a:lnTo>
                  <a:lnTo>
                    <a:pt x="5271941" y="436628"/>
                  </a:lnTo>
                  <a:lnTo>
                    <a:pt x="5272412" y="436197"/>
                  </a:lnTo>
                  <a:lnTo>
                    <a:pt x="5272412" y="435767"/>
                  </a:lnTo>
                  <a:lnTo>
                    <a:pt x="5272647" y="435767"/>
                  </a:lnTo>
                  <a:lnTo>
                    <a:pt x="5273588" y="435767"/>
                  </a:lnTo>
                  <a:lnTo>
                    <a:pt x="5274058" y="435767"/>
                  </a:lnTo>
                  <a:lnTo>
                    <a:pt x="5274176" y="435767"/>
                  </a:lnTo>
                  <a:lnTo>
                    <a:pt x="5274764" y="435767"/>
                  </a:lnTo>
                  <a:lnTo>
                    <a:pt x="5274882" y="435767"/>
                  </a:lnTo>
                  <a:lnTo>
                    <a:pt x="5275117" y="435336"/>
                  </a:lnTo>
                  <a:lnTo>
                    <a:pt x="5275823" y="435336"/>
                  </a:lnTo>
                  <a:lnTo>
                    <a:pt x="5276175" y="435336"/>
                  </a:lnTo>
                  <a:lnTo>
                    <a:pt x="5276293" y="434475"/>
                  </a:lnTo>
                  <a:lnTo>
                    <a:pt x="5276411" y="434475"/>
                  </a:lnTo>
                  <a:lnTo>
                    <a:pt x="5276646" y="434475"/>
                  </a:lnTo>
                  <a:lnTo>
                    <a:pt x="5277116" y="434044"/>
                  </a:lnTo>
                  <a:lnTo>
                    <a:pt x="5277469" y="434044"/>
                  </a:lnTo>
                  <a:lnTo>
                    <a:pt x="5278057" y="433614"/>
                  </a:lnTo>
                  <a:lnTo>
                    <a:pt x="5278175" y="432753"/>
                  </a:lnTo>
                  <a:lnTo>
                    <a:pt x="5278763" y="432322"/>
                  </a:lnTo>
                  <a:lnTo>
                    <a:pt x="5279233" y="431891"/>
                  </a:lnTo>
                  <a:lnTo>
                    <a:pt x="5279586" y="431891"/>
                  </a:lnTo>
                  <a:lnTo>
                    <a:pt x="5280174" y="431891"/>
                  </a:lnTo>
                  <a:lnTo>
                    <a:pt x="5280880" y="431891"/>
                  </a:lnTo>
                  <a:lnTo>
                    <a:pt x="5281233" y="431891"/>
                  </a:lnTo>
                  <a:lnTo>
                    <a:pt x="5281350" y="431891"/>
                  </a:lnTo>
                  <a:lnTo>
                    <a:pt x="5281586" y="431461"/>
                  </a:lnTo>
                  <a:lnTo>
                    <a:pt x="5281939" y="431030"/>
                  </a:lnTo>
                  <a:lnTo>
                    <a:pt x="5282174" y="431030"/>
                  </a:lnTo>
                  <a:lnTo>
                    <a:pt x="5282291" y="430600"/>
                  </a:lnTo>
                  <a:lnTo>
                    <a:pt x="5282644" y="430600"/>
                  </a:lnTo>
                  <a:lnTo>
                    <a:pt x="5282997" y="430169"/>
                  </a:lnTo>
                  <a:lnTo>
                    <a:pt x="5283350" y="430169"/>
                  </a:lnTo>
                  <a:lnTo>
                    <a:pt x="5283585" y="430169"/>
                  </a:lnTo>
                  <a:lnTo>
                    <a:pt x="5283703" y="429738"/>
                  </a:lnTo>
                  <a:lnTo>
                    <a:pt x="5284526" y="429738"/>
                  </a:lnTo>
                  <a:lnTo>
                    <a:pt x="5284644" y="429738"/>
                  </a:lnTo>
                  <a:lnTo>
                    <a:pt x="5284761" y="429308"/>
                  </a:lnTo>
                  <a:lnTo>
                    <a:pt x="5284879" y="429308"/>
                  </a:lnTo>
                  <a:lnTo>
                    <a:pt x="5284996" y="429308"/>
                  </a:lnTo>
                  <a:lnTo>
                    <a:pt x="5285114" y="429308"/>
                  </a:lnTo>
                  <a:lnTo>
                    <a:pt x="5285349" y="429308"/>
                  </a:lnTo>
                  <a:lnTo>
                    <a:pt x="5285585" y="429308"/>
                  </a:lnTo>
                  <a:lnTo>
                    <a:pt x="5285702" y="429308"/>
                  </a:lnTo>
                  <a:lnTo>
                    <a:pt x="5285702" y="428877"/>
                  </a:lnTo>
                  <a:lnTo>
                    <a:pt x="5286055" y="428877"/>
                  </a:lnTo>
                  <a:lnTo>
                    <a:pt x="5286173" y="428877"/>
                  </a:lnTo>
                  <a:lnTo>
                    <a:pt x="5286408" y="428877"/>
                  </a:lnTo>
                  <a:lnTo>
                    <a:pt x="5286643" y="428016"/>
                  </a:lnTo>
                  <a:lnTo>
                    <a:pt x="5286761" y="428016"/>
                  </a:lnTo>
                  <a:lnTo>
                    <a:pt x="5286878" y="428016"/>
                  </a:lnTo>
                  <a:lnTo>
                    <a:pt x="5286996" y="428016"/>
                  </a:lnTo>
                  <a:lnTo>
                    <a:pt x="5287114" y="428016"/>
                  </a:lnTo>
                  <a:lnTo>
                    <a:pt x="5287231" y="428016"/>
                  </a:lnTo>
                  <a:lnTo>
                    <a:pt x="5287466" y="428016"/>
                  </a:lnTo>
                  <a:lnTo>
                    <a:pt x="5287584" y="428016"/>
                  </a:lnTo>
                  <a:lnTo>
                    <a:pt x="5287702" y="428016"/>
                  </a:lnTo>
                  <a:lnTo>
                    <a:pt x="5287819" y="428016"/>
                  </a:lnTo>
                  <a:lnTo>
                    <a:pt x="5287937" y="428016"/>
                  </a:lnTo>
                  <a:lnTo>
                    <a:pt x="5288172" y="427585"/>
                  </a:lnTo>
                  <a:lnTo>
                    <a:pt x="5288290" y="427585"/>
                  </a:lnTo>
                  <a:lnTo>
                    <a:pt x="5288290" y="427155"/>
                  </a:lnTo>
                  <a:lnTo>
                    <a:pt x="5288407" y="427155"/>
                  </a:lnTo>
                  <a:lnTo>
                    <a:pt x="5288643" y="427155"/>
                  </a:lnTo>
                  <a:lnTo>
                    <a:pt x="5288760" y="427155"/>
                  </a:lnTo>
                  <a:lnTo>
                    <a:pt x="5289113" y="427155"/>
                  </a:lnTo>
                  <a:lnTo>
                    <a:pt x="5289466" y="427155"/>
                  </a:lnTo>
                  <a:lnTo>
                    <a:pt x="5289701" y="426724"/>
                  </a:lnTo>
                  <a:lnTo>
                    <a:pt x="5289936" y="426724"/>
                  </a:lnTo>
                  <a:lnTo>
                    <a:pt x="5290172" y="426724"/>
                  </a:lnTo>
                  <a:lnTo>
                    <a:pt x="5290524" y="426724"/>
                  </a:lnTo>
                  <a:lnTo>
                    <a:pt x="5290524" y="426294"/>
                  </a:lnTo>
                  <a:lnTo>
                    <a:pt x="5290642" y="425863"/>
                  </a:lnTo>
                  <a:lnTo>
                    <a:pt x="5291112" y="425863"/>
                  </a:lnTo>
                  <a:lnTo>
                    <a:pt x="5291230" y="425863"/>
                  </a:lnTo>
                  <a:lnTo>
                    <a:pt x="5291465" y="425863"/>
                  </a:lnTo>
                  <a:lnTo>
                    <a:pt x="5291701" y="425863"/>
                  </a:lnTo>
                  <a:lnTo>
                    <a:pt x="5292171" y="425863"/>
                  </a:lnTo>
                  <a:lnTo>
                    <a:pt x="5292289" y="425863"/>
                  </a:lnTo>
                  <a:lnTo>
                    <a:pt x="5292524" y="425863"/>
                  </a:lnTo>
                  <a:lnTo>
                    <a:pt x="5292759" y="425432"/>
                  </a:lnTo>
                  <a:lnTo>
                    <a:pt x="5293229" y="425002"/>
                  </a:lnTo>
                  <a:lnTo>
                    <a:pt x="5293465" y="425002"/>
                  </a:lnTo>
                  <a:lnTo>
                    <a:pt x="5293818" y="425002"/>
                  </a:lnTo>
                  <a:lnTo>
                    <a:pt x="5293935" y="425002"/>
                  </a:lnTo>
                  <a:lnTo>
                    <a:pt x="5294170" y="425002"/>
                  </a:lnTo>
                  <a:lnTo>
                    <a:pt x="5294288" y="425002"/>
                  </a:lnTo>
                  <a:lnTo>
                    <a:pt x="5294641" y="424571"/>
                  </a:lnTo>
                  <a:lnTo>
                    <a:pt x="5294994" y="424571"/>
                  </a:lnTo>
                  <a:lnTo>
                    <a:pt x="5295347" y="424571"/>
                  </a:lnTo>
                  <a:lnTo>
                    <a:pt x="5295699" y="424571"/>
                  </a:lnTo>
                  <a:lnTo>
                    <a:pt x="5295935" y="424571"/>
                  </a:lnTo>
                  <a:lnTo>
                    <a:pt x="5296052" y="424571"/>
                  </a:lnTo>
                  <a:lnTo>
                    <a:pt x="5296170" y="424571"/>
                  </a:lnTo>
                  <a:lnTo>
                    <a:pt x="5296287" y="424571"/>
                  </a:lnTo>
                  <a:lnTo>
                    <a:pt x="5296405" y="424571"/>
                  </a:lnTo>
                  <a:lnTo>
                    <a:pt x="5296993" y="424571"/>
                  </a:lnTo>
                  <a:lnTo>
                    <a:pt x="5297346" y="424141"/>
                  </a:lnTo>
                  <a:lnTo>
                    <a:pt x="5297464" y="424141"/>
                  </a:lnTo>
                  <a:lnTo>
                    <a:pt x="5297464" y="423279"/>
                  </a:lnTo>
                  <a:lnTo>
                    <a:pt x="5297699" y="423279"/>
                  </a:lnTo>
                  <a:lnTo>
                    <a:pt x="5297816" y="423279"/>
                  </a:lnTo>
                  <a:lnTo>
                    <a:pt x="5298052" y="423279"/>
                  </a:lnTo>
                  <a:lnTo>
                    <a:pt x="5298169" y="423279"/>
                  </a:lnTo>
                  <a:lnTo>
                    <a:pt x="5298287" y="423279"/>
                  </a:lnTo>
                  <a:lnTo>
                    <a:pt x="5298405" y="423279"/>
                  </a:lnTo>
                  <a:lnTo>
                    <a:pt x="5298522" y="423279"/>
                  </a:lnTo>
                  <a:lnTo>
                    <a:pt x="5298993" y="423279"/>
                  </a:lnTo>
                  <a:lnTo>
                    <a:pt x="5299110" y="423279"/>
                  </a:lnTo>
                  <a:lnTo>
                    <a:pt x="5299228" y="423279"/>
                  </a:lnTo>
                  <a:lnTo>
                    <a:pt x="5299345" y="423279"/>
                  </a:lnTo>
                  <a:lnTo>
                    <a:pt x="5299463" y="423279"/>
                  </a:lnTo>
                  <a:lnTo>
                    <a:pt x="5299463" y="422849"/>
                  </a:lnTo>
                  <a:lnTo>
                    <a:pt x="5299934" y="422849"/>
                  </a:lnTo>
                  <a:lnTo>
                    <a:pt x="5300286" y="422418"/>
                  </a:lnTo>
                  <a:lnTo>
                    <a:pt x="5300404" y="422418"/>
                  </a:lnTo>
                  <a:lnTo>
                    <a:pt x="5300874" y="422418"/>
                  </a:lnTo>
                  <a:lnTo>
                    <a:pt x="5300992" y="422418"/>
                  </a:lnTo>
                  <a:lnTo>
                    <a:pt x="5301110" y="422418"/>
                  </a:lnTo>
                  <a:lnTo>
                    <a:pt x="5301227" y="422418"/>
                  </a:lnTo>
                  <a:lnTo>
                    <a:pt x="5301345" y="422418"/>
                  </a:lnTo>
                  <a:lnTo>
                    <a:pt x="5301580" y="422418"/>
                  </a:lnTo>
                  <a:lnTo>
                    <a:pt x="5301580" y="421988"/>
                  </a:lnTo>
                  <a:lnTo>
                    <a:pt x="5301698" y="421988"/>
                  </a:lnTo>
                  <a:lnTo>
                    <a:pt x="5301815" y="421988"/>
                  </a:lnTo>
                  <a:lnTo>
                    <a:pt x="5301933" y="421988"/>
                  </a:lnTo>
                  <a:lnTo>
                    <a:pt x="5302521" y="421988"/>
                  </a:lnTo>
                  <a:lnTo>
                    <a:pt x="5302639" y="421988"/>
                  </a:lnTo>
                  <a:lnTo>
                    <a:pt x="5302874" y="421988"/>
                  </a:lnTo>
                  <a:lnTo>
                    <a:pt x="5302991" y="421988"/>
                  </a:lnTo>
                  <a:lnTo>
                    <a:pt x="5303109" y="421988"/>
                  </a:lnTo>
                  <a:lnTo>
                    <a:pt x="5303227" y="421988"/>
                  </a:lnTo>
                  <a:lnTo>
                    <a:pt x="5303580" y="421988"/>
                  </a:lnTo>
                  <a:lnTo>
                    <a:pt x="5303932" y="421988"/>
                  </a:lnTo>
                  <a:lnTo>
                    <a:pt x="5304050" y="421988"/>
                  </a:lnTo>
                  <a:lnTo>
                    <a:pt x="5304168" y="421988"/>
                  </a:lnTo>
                  <a:lnTo>
                    <a:pt x="5304520" y="421988"/>
                  </a:lnTo>
                  <a:lnTo>
                    <a:pt x="5304638" y="421988"/>
                  </a:lnTo>
                  <a:lnTo>
                    <a:pt x="5304756" y="421988"/>
                  </a:lnTo>
                  <a:lnTo>
                    <a:pt x="5305109" y="421988"/>
                  </a:lnTo>
                  <a:lnTo>
                    <a:pt x="5305226" y="421988"/>
                  </a:lnTo>
                  <a:lnTo>
                    <a:pt x="5305344" y="421988"/>
                  </a:lnTo>
                  <a:lnTo>
                    <a:pt x="5305461" y="421988"/>
                  </a:lnTo>
                  <a:lnTo>
                    <a:pt x="5305579" y="421988"/>
                  </a:lnTo>
                  <a:lnTo>
                    <a:pt x="5305697" y="421988"/>
                  </a:lnTo>
                  <a:lnTo>
                    <a:pt x="5322163" y="409931"/>
                  </a:lnTo>
                  <a:lnTo>
                    <a:pt x="5322398" y="409931"/>
                  </a:lnTo>
                  <a:lnTo>
                    <a:pt x="5322515" y="409500"/>
                  </a:lnTo>
                  <a:lnTo>
                    <a:pt x="5323104" y="409070"/>
                  </a:lnTo>
                  <a:lnTo>
                    <a:pt x="5323221" y="409070"/>
                  </a:lnTo>
                  <a:lnTo>
                    <a:pt x="5323456" y="409070"/>
                  </a:lnTo>
                  <a:lnTo>
                    <a:pt x="5323692" y="409070"/>
                  </a:lnTo>
                  <a:lnTo>
                    <a:pt x="5323809" y="409070"/>
                  </a:lnTo>
                  <a:lnTo>
                    <a:pt x="5323927" y="409070"/>
                  </a:lnTo>
                  <a:lnTo>
                    <a:pt x="5324280" y="409070"/>
                  </a:lnTo>
                  <a:lnTo>
                    <a:pt x="5325103" y="409070"/>
                  </a:lnTo>
                  <a:lnTo>
                    <a:pt x="5325221" y="409070"/>
                  </a:lnTo>
                  <a:lnTo>
                    <a:pt x="5325456" y="408639"/>
                  </a:lnTo>
                  <a:lnTo>
                    <a:pt x="5325809" y="408639"/>
                  </a:lnTo>
                  <a:lnTo>
                    <a:pt x="5325809" y="408208"/>
                  </a:lnTo>
                  <a:lnTo>
                    <a:pt x="5325926" y="408208"/>
                  </a:lnTo>
                  <a:lnTo>
                    <a:pt x="5326044" y="408208"/>
                  </a:lnTo>
                  <a:lnTo>
                    <a:pt x="5326161" y="408208"/>
                  </a:lnTo>
                  <a:lnTo>
                    <a:pt x="5326279" y="407778"/>
                  </a:lnTo>
                  <a:lnTo>
                    <a:pt x="5326397" y="407347"/>
                  </a:lnTo>
                  <a:lnTo>
                    <a:pt x="5326514" y="407347"/>
                  </a:lnTo>
                  <a:lnTo>
                    <a:pt x="5327102" y="407347"/>
                  </a:lnTo>
                  <a:lnTo>
                    <a:pt x="5327455" y="407347"/>
                  </a:lnTo>
                  <a:lnTo>
                    <a:pt x="5327808" y="406917"/>
                  </a:lnTo>
                  <a:lnTo>
                    <a:pt x="5327926" y="406917"/>
                  </a:lnTo>
                  <a:lnTo>
                    <a:pt x="5328043" y="406917"/>
                  </a:lnTo>
                  <a:lnTo>
                    <a:pt x="5328279" y="406917"/>
                  </a:lnTo>
                  <a:lnTo>
                    <a:pt x="5328396" y="406917"/>
                  </a:lnTo>
                  <a:lnTo>
                    <a:pt x="5328984" y="406917"/>
                  </a:lnTo>
                  <a:lnTo>
                    <a:pt x="5329219" y="406486"/>
                  </a:lnTo>
                  <a:lnTo>
                    <a:pt x="5329219" y="406055"/>
                  </a:lnTo>
                  <a:lnTo>
                    <a:pt x="5329455" y="406055"/>
                  </a:lnTo>
                  <a:lnTo>
                    <a:pt x="5329690" y="405625"/>
                  </a:lnTo>
                  <a:lnTo>
                    <a:pt x="5329808" y="405625"/>
                  </a:lnTo>
                  <a:lnTo>
                    <a:pt x="5329925" y="405625"/>
                  </a:lnTo>
                  <a:lnTo>
                    <a:pt x="5330160" y="405625"/>
                  </a:lnTo>
                  <a:lnTo>
                    <a:pt x="5330513" y="405625"/>
                  </a:lnTo>
                  <a:lnTo>
                    <a:pt x="5330513" y="405194"/>
                  </a:lnTo>
                  <a:lnTo>
                    <a:pt x="5330866" y="405194"/>
                  </a:lnTo>
                  <a:lnTo>
                    <a:pt x="5330984" y="405194"/>
                  </a:lnTo>
                  <a:lnTo>
                    <a:pt x="5331101" y="405194"/>
                  </a:lnTo>
                  <a:lnTo>
                    <a:pt x="5331219" y="405194"/>
                  </a:lnTo>
                  <a:lnTo>
                    <a:pt x="5331572" y="405194"/>
                  </a:lnTo>
                  <a:lnTo>
                    <a:pt x="5331807" y="405194"/>
                  </a:lnTo>
                  <a:lnTo>
                    <a:pt x="5331925" y="405194"/>
                  </a:lnTo>
                  <a:lnTo>
                    <a:pt x="5332042" y="405194"/>
                  </a:lnTo>
                  <a:lnTo>
                    <a:pt x="5332160" y="404764"/>
                  </a:lnTo>
                  <a:lnTo>
                    <a:pt x="5332630" y="404764"/>
                  </a:lnTo>
                  <a:lnTo>
                    <a:pt x="5332748" y="403902"/>
                  </a:lnTo>
                  <a:lnTo>
                    <a:pt x="5332865" y="403902"/>
                  </a:lnTo>
                  <a:lnTo>
                    <a:pt x="5332983" y="403902"/>
                  </a:lnTo>
                  <a:lnTo>
                    <a:pt x="5333454" y="403472"/>
                  </a:lnTo>
                  <a:lnTo>
                    <a:pt x="5333689" y="403472"/>
                  </a:lnTo>
                  <a:lnTo>
                    <a:pt x="5333924" y="403472"/>
                  </a:lnTo>
                  <a:lnTo>
                    <a:pt x="5334042" y="403472"/>
                  </a:lnTo>
                  <a:lnTo>
                    <a:pt x="5334159" y="403472"/>
                  </a:lnTo>
                  <a:lnTo>
                    <a:pt x="5334277" y="403472"/>
                  </a:lnTo>
                  <a:lnTo>
                    <a:pt x="5334394" y="403472"/>
                  </a:lnTo>
                  <a:lnTo>
                    <a:pt x="5334630" y="403041"/>
                  </a:lnTo>
                  <a:lnTo>
                    <a:pt x="5334747" y="402611"/>
                  </a:lnTo>
                  <a:lnTo>
                    <a:pt x="5335335" y="402611"/>
                  </a:lnTo>
                  <a:lnTo>
                    <a:pt x="5335453" y="402611"/>
                  </a:lnTo>
                  <a:lnTo>
                    <a:pt x="5335688" y="402611"/>
                  </a:lnTo>
                  <a:lnTo>
                    <a:pt x="5335806" y="402611"/>
                  </a:lnTo>
                  <a:lnTo>
                    <a:pt x="5336159" y="402180"/>
                  </a:lnTo>
                  <a:lnTo>
                    <a:pt x="5336276" y="402180"/>
                  </a:lnTo>
                  <a:lnTo>
                    <a:pt x="5336629" y="402180"/>
                  </a:lnTo>
                  <a:lnTo>
                    <a:pt x="5336747" y="402180"/>
                  </a:lnTo>
                  <a:lnTo>
                    <a:pt x="5337100" y="402180"/>
                  </a:lnTo>
                  <a:lnTo>
                    <a:pt x="5337217" y="402180"/>
                  </a:lnTo>
                  <a:lnTo>
                    <a:pt x="5337335" y="402180"/>
                  </a:lnTo>
                  <a:lnTo>
                    <a:pt x="5337452" y="402180"/>
                  </a:lnTo>
                  <a:lnTo>
                    <a:pt x="5337923" y="402180"/>
                  </a:lnTo>
                  <a:lnTo>
                    <a:pt x="5338041" y="402180"/>
                  </a:lnTo>
                  <a:lnTo>
                    <a:pt x="5338158" y="402180"/>
                  </a:lnTo>
                  <a:lnTo>
                    <a:pt x="5338511" y="402180"/>
                  </a:lnTo>
                  <a:lnTo>
                    <a:pt x="5338511" y="401749"/>
                  </a:lnTo>
                  <a:lnTo>
                    <a:pt x="5338629" y="401319"/>
                  </a:lnTo>
                  <a:lnTo>
                    <a:pt x="5338746" y="401319"/>
                  </a:lnTo>
                  <a:lnTo>
                    <a:pt x="5338981" y="401319"/>
                  </a:lnTo>
                  <a:lnTo>
                    <a:pt x="5339099" y="401319"/>
                  </a:lnTo>
                  <a:lnTo>
                    <a:pt x="5339217" y="401319"/>
                  </a:lnTo>
                  <a:lnTo>
                    <a:pt x="5339334" y="401319"/>
                  </a:lnTo>
                  <a:lnTo>
                    <a:pt x="5339570" y="401319"/>
                  </a:lnTo>
                  <a:lnTo>
                    <a:pt x="5339687" y="401319"/>
                  </a:lnTo>
                  <a:lnTo>
                    <a:pt x="5339922" y="401319"/>
                  </a:lnTo>
                  <a:lnTo>
                    <a:pt x="5340040" y="400888"/>
                  </a:lnTo>
                  <a:lnTo>
                    <a:pt x="5340275" y="400888"/>
                  </a:lnTo>
                  <a:lnTo>
                    <a:pt x="5340510" y="400888"/>
                  </a:lnTo>
                  <a:lnTo>
                    <a:pt x="5340628" y="400888"/>
                  </a:lnTo>
                  <a:lnTo>
                    <a:pt x="5340628" y="400458"/>
                  </a:lnTo>
                  <a:lnTo>
                    <a:pt x="5340981" y="400027"/>
                  </a:lnTo>
                  <a:lnTo>
                    <a:pt x="5341098" y="400027"/>
                  </a:lnTo>
                  <a:lnTo>
                    <a:pt x="5341451" y="400027"/>
                  </a:lnTo>
                  <a:lnTo>
                    <a:pt x="5341687" y="400027"/>
                  </a:lnTo>
                  <a:lnTo>
                    <a:pt x="5341804" y="399166"/>
                  </a:lnTo>
                  <a:lnTo>
                    <a:pt x="5341922" y="399166"/>
                  </a:lnTo>
                  <a:lnTo>
                    <a:pt x="5342157" y="399166"/>
                  </a:lnTo>
                  <a:lnTo>
                    <a:pt x="5342745" y="399166"/>
                  </a:lnTo>
                  <a:lnTo>
                    <a:pt x="5343098" y="399166"/>
                  </a:lnTo>
                  <a:lnTo>
                    <a:pt x="5343216" y="399166"/>
                  </a:lnTo>
                  <a:lnTo>
                    <a:pt x="5343568" y="399166"/>
                  </a:lnTo>
                  <a:lnTo>
                    <a:pt x="5343804" y="399166"/>
                  </a:lnTo>
                  <a:lnTo>
                    <a:pt x="5343921" y="399166"/>
                  </a:lnTo>
                  <a:lnTo>
                    <a:pt x="5344156" y="399166"/>
                  </a:lnTo>
                  <a:lnTo>
                    <a:pt x="5344274" y="399166"/>
                  </a:lnTo>
                  <a:lnTo>
                    <a:pt x="5344980" y="399166"/>
                  </a:lnTo>
                  <a:lnTo>
                    <a:pt x="5345921" y="397874"/>
                  </a:lnTo>
                  <a:lnTo>
                    <a:pt x="5346391" y="397874"/>
                  </a:lnTo>
                  <a:lnTo>
                    <a:pt x="5346862" y="397443"/>
                  </a:lnTo>
                  <a:lnTo>
                    <a:pt x="5347214" y="397443"/>
                  </a:lnTo>
                  <a:lnTo>
                    <a:pt x="5347567" y="397443"/>
                  </a:lnTo>
                  <a:lnTo>
                    <a:pt x="5347803" y="397443"/>
                  </a:lnTo>
                  <a:lnTo>
                    <a:pt x="5348508" y="396582"/>
                  </a:lnTo>
                  <a:lnTo>
                    <a:pt x="5348979" y="396152"/>
                  </a:lnTo>
                  <a:lnTo>
                    <a:pt x="5349096" y="396152"/>
                  </a:lnTo>
                  <a:lnTo>
                    <a:pt x="5349214" y="395721"/>
                  </a:lnTo>
                  <a:lnTo>
                    <a:pt x="5349331" y="395721"/>
                  </a:lnTo>
                  <a:lnTo>
                    <a:pt x="5349684" y="395721"/>
                  </a:lnTo>
                  <a:lnTo>
                    <a:pt x="5350155" y="395290"/>
                  </a:lnTo>
                  <a:lnTo>
                    <a:pt x="5350272" y="395290"/>
                  </a:lnTo>
                  <a:lnTo>
                    <a:pt x="5350390" y="395290"/>
                  </a:lnTo>
                  <a:lnTo>
                    <a:pt x="5350390" y="394860"/>
                  </a:lnTo>
                  <a:lnTo>
                    <a:pt x="5350860" y="394860"/>
                  </a:lnTo>
                  <a:lnTo>
                    <a:pt x="5350978" y="394429"/>
                  </a:lnTo>
                  <a:lnTo>
                    <a:pt x="5351919" y="393999"/>
                  </a:lnTo>
                  <a:lnTo>
                    <a:pt x="5352037" y="393999"/>
                  </a:lnTo>
                  <a:lnTo>
                    <a:pt x="5352507" y="393568"/>
                  </a:lnTo>
                  <a:lnTo>
                    <a:pt x="5352625" y="393568"/>
                  </a:lnTo>
                  <a:lnTo>
                    <a:pt x="5353448" y="393568"/>
                  </a:lnTo>
                  <a:lnTo>
                    <a:pt x="5353683" y="393568"/>
                  </a:lnTo>
                  <a:lnTo>
                    <a:pt x="5353918" y="393568"/>
                  </a:lnTo>
                  <a:lnTo>
                    <a:pt x="5354624" y="393568"/>
                  </a:lnTo>
                  <a:lnTo>
                    <a:pt x="5354859" y="393568"/>
                  </a:lnTo>
                  <a:lnTo>
                    <a:pt x="5354977" y="393568"/>
                  </a:lnTo>
                  <a:lnTo>
                    <a:pt x="5355095" y="393568"/>
                  </a:lnTo>
                  <a:lnTo>
                    <a:pt x="5355565" y="392707"/>
                  </a:lnTo>
                  <a:lnTo>
                    <a:pt x="5355683" y="392707"/>
                  </a:lnTo>
                  <a:lnTo>
                    <a:pt x="5355800" y="392707"/>
                  </a:lnTo>
                  <a:lnTo>
                    <a:pt x="5356388" y="392276"/>
                  </a:lnTo>
                  <a:lnTo>
                    <a:pt x="5356506" y="392276"/>
                  </a:lnTo>
                  <a:lnTo>
                    <a:pt x="5356976" y="392276"/>
                  </a:lnTo>
                  <a:lnTo>
                    <a:pt x="5357212" y="392276"/>
                  </a:lnTo>
                  <a:lnTo>
                    <a:pt x="5357800" y="392276"/>
                  </a:lnTo>
                  <a:lnTo>
                    <a:pt x="5358153" y="392276"/>
                  </a:lnTo>
                  <a:lnTo>
                    <a:pt x="5358270" y="391846"/>
                  </a:lnTo>
                  <a:lnTo>
                    <a:pt x="5358505" y="391846"/>
                  </a:lnTo>
                  <a:lnTo>
                    <a:pt x="5359093" y="391415"/>
                  </a:lnTo>
                  <a:lnTo>
                    <a:pt x="5359211" y="391415"/>
                  </a:lnTo>
                  <a:lnTo>
                    <a:pt x="5359329" y="391415"/>
                  </a:lnTo>
                  <a:lnTo>
                    <a:pt x="5359446" y="391415"/>
                  </a:lnTo>
                  <a:lnTo>
                    <a:pt x="5359564" y="391415"/>
                  </a:lnTo>
                  <a:lnTo>
                    <a:pt x="5359682" y="391415"/>
                  </a:lnTo>
                  <a:lnTo>
                    <a:pt x="5359799" y="390984"/>
                  </a:lnTo>
                  <a:lnTo>
                    <a:pt x="5359917" y="390984"/>
                  </a:lnTo>
                  <a:lnTo>
                    <a:pt x="5360034" y="390984"/>
                  </a:lnTo>
                  <a:lnTo>
                    <a:pt x="5360152" y="390984"/>
                  </a:lnTo>
                  <a:lnTo>
                    <a:pt x="5360270" y="390984"/>
                  </a:lnTo>
                  <a:lnTo>
                    <a:pt x="5360270" y="390554"/>
                  </a:lnTo>
                  <a:lnTo>
                    <a:pt x="5360387" y="390554"/>
                  </a:lnTo>
                  <a:lnTo>
                    <a:pt x="5360505" y="390554"/>
                  </a:lnTo>
                  <a:lnTo>
                    <a:pt x="5360622" y="390554"/>
                  </a:lnTo>
                  <a:lnTo>
                    <a:pt x="5360858" y="390554"/>
                  </a:lnTo>
                  <a:lnTo>
                    <a:pt x="5360975" y="390554"/>
                  </a:lnTo>
                  <a:lnTo>
                    <a:pt x="5360975" y="390123"/>
                  </a:lnTo>
                  <a:lnTo>
                    <a:pt x="5361093" y="390123"/>
                  </a:lnTo>
                  <a:lnTo>
                    <a:pt x="5361211" y="390123"/>
                  </a:lnTo>
                  <a:lnTo>
                    <a:pt x="5361328" y="390123"/>
                  </a:lnTo>
                  <a:lnTo>
                    <a:pt x="5361446" y="390123"/>
                  </a:lnTo>
                  <a:lnTo>
                    <a:pt x="5361681" y="390123"/>
                  </a:lnTo>
                  <a:lnTo>
                    <a:pt x="5361681" y="389693"/>
                  </a:lnTo>
                  <a:lnTo>
                    <a:pt x="5361916" y="389693"/>
                  </a:lnTo>
                  <a:lnTo>
                    <a:pt x="5362034" y="389693"/>
                  </a:lnTo>
                  <a:lnTo>
                    <a:pt x="5362151" y="389262"/>
                  </a:lnTo>
                  <a:lnTo>
                    <a:pt x="5362269" y="389262"/>
                  </a:lnTo>
                  <a:lnTo>
                    <a:pt x="5362622" y="389262"/>
                  </a:lnTo>
                  <a:lnTo>
                    <a:pt x="5362622" y="388831"/>
                  </a:lnTo>
                  <a:lnTo>
                    <a:pt x="5362857" y="388831"/>
                  </a:lnTo>
                  <a:lnTo>
                    <a:pt x="5362975" y="388831"/>
                  </a:lnTo>
                  <a:lnTo>
                    <a:pt x="5363092" y="388831"/>
                  </a:lnTo>
                  <a:lnTo>
                    <a:pt x="5363445" y="388831"/>
                  </a:lnTo>
                  <a:lnTo>
                    <a:pt x="5363916" y="388831"/>
                  </a:lnTo>
                  <a:lnTo>
                    <a:pt x="5364269" y="388831"/>
                  </a:lnTo>
                  <a:lnTo>
                    <a:pt x="5364504" y="388831"/>
                  </a:lnTo>
                  <a:lnTo>
                    <a:pt x="5364739" y="388831"/>
                  </a:lnTo>
                  <a:lnTo>
                    <a:pt x="5364974" y="388401"/>
                  </a:lnTo>
                  <a:lnTo>
                    <a:pt x="5365092" y="388401"/>
                  </a:lnTo>
                  <a:lnTo>
                    <a:pt x="5365209" y="388401"/>
                  </a:lnTo>
                  <a:lnTo>
                    <a:pt x="5365327" y="388401"/>
                  </a:lnTo>
                  <a:lnTo>
                    <a:pt x="5365445" y="388401"/>
                  </a:lnTo>
                  <a:lnTo>
                    <a:pt x="5365562" y="388401"/>
                  </a:lnTo>
                  <a:lnTo>
                    <a:pt x="5365680" y="388401"/>
                  </a:lnTo>
                  <a:lnTo>
                    <a:pt x="5365797" y="388401"/>
                  </a:lnTo>
                  <a:lnTo>
                    <a:pt x="5365797" y="387970"/>
                  </a:lnTo>
                  <a:lnTo>
                    <a:pt x="5366503" y="387970"/>
                  </a:lnTo>
                  <a:lnTo>
                    <a:pt x="5366621" y="387970"/>
                  </a:lnTo>
                  <a:lnTo>
                    <a:pt x="5367326" y="387970"/>
                  </a:lnTo>
                  <a:lnTo>
                    <a:pt x="5367562" y="387540"/>
                  </a:lnTo>
                  <a:lnTo>
                    <a:pt x="5367797" y="387540"/>
                  </a:lnTo>
                  <a:lnTo>
                    <a:pt x="5367915" y="387540"/>
                  </a:lnTo>
                  <a:lnTo>
                    <a:pt x="5367915" y="387109"/>
                  </a:lnTo>
                  <a:lnTo>
                    <a:pt x="5368032" y="387109"/>
                  </a:lnTo>
                  <a:lnTo>
                    <a:pt x="5368267" y="387109"/>
                  </a:lnTo>
                  <a:lnTo>
                    <a:pt x="5368620" y="387109"/>
                  </a:lnTo>
                  <a:lnTo>
                    <a:pt x="5368738" y="387109"/>
                  </a:lnTo>
                  <a:lnTo>
                    <a:pt x="5369326" y="386678"/>
                  </a:lnTo>
                  <a:lnTo>
                    <a:pt x="5369914" y="385817"/>
                  </a:lnTo>
                  <a:lnTo>
                    <a:pt x="5370502" y="385817"/>
                  </a:lnTo>
                  <a:lnTo>
                    <a:pt x="5370973" y="384956"/>
                  </a:lnTo>
                  <a:lnTo>
                    <a:pt x="5371325" y="384956"/>
                  </a:lnTo>
                  <a:lnTo>
                    <a:pt x="5371443" y="384956"/>
                  </a:lnTo>
                  <a:lnTo>
                    <a:pt x="5371678" y="384956"/>
                  </a:lnTo>
                  <a:lnTo>
                    <a:pt x="5371796" y="384956"/>
                  </a:lnTo>
                  <a:lnTo>
                    <a:pt x="5372266" y="384525"/>
                  </a:lnTo>
                  <a:lnTo>
                    <a:pt x="5372737" y="384525"/>
                  </a:lnTo>
                  <a:lnTo>
                    <a:pt x="5373207" y="384525"/>
                  </a:lnTo>
                  <a:lnTo>
                    <a:pt x="5373325" y="384095"/>
                  </a:lnTo>
                  <a:lnTo>
                    <a:pt x="5373795" y="384095"/>
                  </a:lnTo>
                  <a:lnTo>
                    <a:pt x="5374030" y="384095"/>
                  </a:lnTo>
                  <a:lnTo>
                    <a:pt x="5374266" y="384095"/>
                  </a:lnTo>
                  <a:lnTo>
                    <a:pt x="5374501" y="384095"/>
                  </a:lnTo>
                  <a:lnTo>
                    <a:pt x="5374971" y="383664"/>
                  </a:lnTo>
                  <a:lnTo>
                    <a:pt x="5375089" y="383664"/>
                  </a:lnTo>
                  <a:lnTo>
                    <a:pt x="5375207" y="383664"/>
                  </a:lnTo>
                  <a:lnTo>
                    <a:pt x="5375559" y="383664"/>
                  </a:lnTo>
                  <a:lnTo>
                    <a:pt x="5375677" y="383664"/>
                  </a:lnTo>
                  <a:lnTo>
                    <a:pt x="5375912" y="383664"/>
                  </a:lnTo>
                  <a:lnTo>
                    <a:pt x="5376265" y="383664"/>
                  </a:lnTo>
                  <a:lnTo>
                    <a:pt x="5376500" y="383664"/>
                  </a:lnTo>
                  <a:lnTo>
                    <a:pt x="5376736" y="383234"/>
                  </a:lnTo>
                  <a:lnTo>
                    <a:pt x="5376971" y="383234"/>
                  </a:lnTo>
                  <a:lnTo>
                    <a:pt x="5377088" y="383234"/>
                  </a:lnTo>
                  <a:lnTo>
                    <a:pt x="5377441" y="383234"/>
                  </a:lnTo>
                  <a:lnTo>
                    <a:pt x="5377559" y="383234"/>
                  </a:lnTo>
                  <a:lnTo>
                    <a:pt x="5377912" y="383234"/>
                  </a:lnTo>
                  <a:lnTo>
                    <a:pt x="5378029" y="383234"/>
                  </a:lnTo>
                  <a:lnTo>
                    <a:pt x="5378147" y="383234"/>
                  </a:lnTo>
                  <a:lnTo>
                    <a:pt x="5378382" y="382372"/>
                  </a:lnTo>
                  <a:lnTo>
                    <a:pt x="5378500" y="382372"/>
                  </a:lnTo>
                  <a:lnTo>
                    <a:pt x="5378735" y="381942"/>
                  </a:lnTo>
                  <a:lnTo>
                    <a:pt x="5379088" y="381511"/>
                  </a:lnTo>
                  <a:lnTo>
                    <a:pt x="5379206" y="381511"/>
                  </a:lnTo>
                  <a:lnTo>
                    <a:pt x="5379323" y="381511"/>
                  </a:lnTo>
                  <a:lnTo>
                    <a:pt x="5379558" y="381511"/>
                  </a:lnTo>
                  <a:lnTo>
                    <a:pt x="5379676" y="381511"/>
                  </a:lnTo>
                  <a:lnTo>
                    <a:pt x="5379794" y="381511"/>
                  </a:lnTo>
                  <a:lnTo>
                    <a:pt x="5379794" y="381081"/>
                  </a:lnTo>
                  <a:lnTo>
                    <a:pt x="5379911" y="381081"/>
                  </a:lnTo>
                  <a:lnTo>
                    <a:pt x="5380146" y="381081"/>
                  </a:lnTo>
                  <a:lnTo>
                    <a:pt x="5380852" y="381081"/>
                  </a:lnTo>
                  <a:lnTo>
                    <a:pt x="5381323" y="381081"/>
                  </a:lnTo>
                  <a:lnTo>
                    <a:pt x="5381440" y="381081"/>
                  </a:lnTo>
                  <a:lnTo>
                    <a:pt x="5381558" y="381081"/>
                  </a:lnTo>
                  <a:lnTo>
                    <a:pt x="5381675" y="381081"/>
                  </a:lnTo>
                  <a:lnTo>
                    <a:pt x="5381793" y="380650"/>
                  </a:lnTo>
                  <a:lnTo>
                    <a:pt x="5381911" y="380219"/>
                  </a:lnTo>
                  <a:lnTo>
                    <a:pt x="5382263" y="380219"/>
                  </a:lnTo>
                  <a:lnTo>
                    <a:pt x="5382969" y="380219"/>
                  </a:lnTo>
                  <a:lnTo>
                    <a:pt x="5383087" y="380219"/>
                  </a:lnTo>
                  <a:lnTo>
                    <a:pt x="5383204" y="380219"/>
                  </a:lnTo>
                  <a:lnTo>
                    <a:pt x="5383322" y="380219"/>
                  </a:lnTo>
                  <a:lnTo>
                    <a:pt x="5383675" y="379789"/>
                  </a:lnTo>
                  <a:lnTo>
                    <a:pt x="5383792" y="379789"/>
                  </a:lnTo>
                  <a:lnTo>
                    <a:pt x="5383910" y="379789"/>
                  </a:lnTo>
                  <a:lnTo>
                    <a:pt x="5384381" y="379789"/>
                  </a:lnTo>
                  <a:lnTo>
                    <a:pt x="5384498" y="379789"/>
                  </a:lnTo>
                  <a:lnTo>
                    <a:pt x="5384733" y="379789"/>
                  </a:lnTo>
                  <a:lnTo>
                    <a:pt x="5384969" y="379789"/>
                  </a:lnTo>
                  <a:lnTo>
                    <a:pt x="5385321" y="379789"/>
                  </a:lnTo>
                  <a:lnTo>
                    <a:pt x="5385439" y="379789"/>
                  </a:lnTo>
                  <a:lnTo>
                    <a:pt x="5385557" y="379789"/>
                  </a:lnTo>
                  <a:lnTo>
                    <a:pt x="5385792" y="379789"/>
                  </a:lnTo>
                  <a:lnTo>
                    <a:pt x="5386027" y="379789"/>
                  </a:lnTo>
                  <a:lnTo>
                    <a:pt x="5386380" y="379789"/>
                  </a:lnTo>
                  <a:lnTo>
                    <a:pt x="5386850" y="379358"/>
                  </a:lnTo>
                  <a:lnTo>
                    <a:pt x="5386968" y="379358"/>
                  </a:lnTo>
                  <a:lnTo>
                    <a:pt x="5387086" y="379358"/>
                  </a:lnTo>
                  <a:lnTo>
                    <a:pt x="5388262" y="379358"/>
                  </a:lnTo>
                  <a:lnTo>
                    <a:pt x="5388615" y="379358"/>
                  </a:lnTo>
                  <a:lnTo>
                    <a:pt x="5389203" y="378928"/>
                  </a:lnTo>
                  <a:lnTo>
                    <a:pt x="5389320" y="378497"/>
                  </a:lnTo>
                  <a:lnTo>
                    <a:pt x="5389556" y="378497"/>
                  </a:lnTo>
                  <a:lnTo>
                    <a:pt x="5389908" y="378497"/>
                  </a:lnTo>
                  <a:lnTo>
                    <a:pt x="5390144" y="378497"/>
                  </a:lnTo>
                  <a:lnTo>
                    <a:pt x="5390496" y="378066"/>
                  </a:lnTo>
                  <a:lnTo>
                    <a:pt x="5390614" y="378066"/>
                  </a:lnTo>
                  <a:lnTo>
                    <a:pt x="5390732" y="378066"/>
                  </a:lnTo>
                  <a:lnTo>
                    <a:pt x="5390849" y="378066"/>
                  </a:lnTo>
                  <a:lnTo>
                    <a:pt x="5390967" y="378066"/>
                  </a:lnTo>
                  <a:lnTo>
                    <a:pt x="5391437" y="377636"/>
                  </a:lnTo>
                  <a:lnTo>
                    <a:pt x="5391908" y="377636"/>
                  </a:lnTo>
                  <a:lnTo>
                    <a:pt x="5391908" y="377205"/>
                  </a:lnTo>
                  <a:lnTo>
                    <a:pt x="5392614" y="376775"/>
                  </a:lnTo>
                  <a:lnTo>
                    <a:pt x="5392966" y="376775"/>
                  </a:lnTo>
                  <a:lnTo>
                    <a:pt x="5392966" y="376344"/>
                  </a:lnTo>
                  <a:lnTo>
                    <a:pt x="5393084" y="375913"/>
                  </a:lnTo>
                  <a:lnTo>
                    <a:pt x="5393319" y="375913"/>
                  </a:lnTo>
                  <a:lnTo>
                    <a:pt x="5393554" y="375913"/>
                  </a:lnTo>
                  <a:lnTo>
                    <a:pt x="5394260" y="375483"/>
                  </a:lnTo>
                  <a:lnTo>
                    <a:pt x="5394378" y="375483"/>
                  </a:lnTo>
                  <a:lnTo>
                    <a:pt x="5394495" y="375483"/>
                  </a:lnTo>
                  <a:lnTo>
                    <a:pt x="5394848" y="375483"/>
                  </a:lnTo>
                  <a:lnTo>
                    <a:pt x="5395436" y="375483"/>
                  </a:lnTo>
                  <a:lnTo>
                    <a:pt x="5395672" y="375483"/>
                  </a:lnTo>
                  <a:lnTo>
                    <a:pt x="5395789" y="375483"/>
                  </a:lnTo>
                  <a:lnTo>
                    <a:pt x="5396142" y="375483"/>
                  </a:lnTo>
                  <a:lnTo>
                    <a:pt x="5396495" y="375483"/>
                  </a:lnTo>
                  <a:lnTo>
                    <a:pt x="5396495" y="375052"/>
                  </a:lnTo>
                  <a:lnTo>
                    <a:pt x="5396848" y="375052"/>
                  </a:lnTo>
                  <a:lnTo>
                    <a:pt x="5397436" y="375052"/>
                  </a:lnTo>
                  <a:lnTo>
                    <a:pt x="5397553" y="375052"/>
                  </a:lnTo>
                  <a:lnTo>
                    <a:pt x="5398494" y="375052"/>
                  </a:lnTo>
                  <a:lnTo>
                    <a:pt x="5398729" y="375052"/>
                  </a:lnTo>
                  <a:lnTo>
                    <a:pt x="5399670" y="374622"/>
                  </a:lnTo>
                  <a:lnTo>
                    <a:pt x="5399788" y="374622"/>
                  </a:lnTo>
                  <a:lnTo>
                    <a:pt x="5400023" y="374622"/>
                  </a:lnTo>
                  <a:lnTo>
                    <a:pt x="5400141" y="374191"/>
                  </a:lnTo>
                  <a:lnTo>
                    <a:pt x="5400376" y="374191"/>
                  </a:lnTo>
                  <a:lnTo>
                    <a:pt x="5400611" y="373760"/>
                  </a:lnTo>
                  <a:lnTo>
                    <a:pt x="5400729" y="373760"/>
                  </a:lnTo>
                  <a:lnTo>
                    <a:pt x="5400964" y="373760"/>
                  </a:lnTo>
                  <a:lnTo>
                    <a:pt x="5401317" y="373760"/>
                  </a:lnTo>
                  <a:lnTo>
                    <a:pt x="5401670" y="373330"/>
                  </a:lnTo>
                  <a:lnTo>
                    <a:pt x="5401787" y="373330"/>
                  </a:lnTo>
                  <a:lnTo>
                    <a:pt x="5402140" y="373330"/>
                  </a:lnTo>
                  <a:lnTo>
                    <a:pt x="5402493" y="373330"/>
                  </a:lnTo>
                  <a:lnTo>
                    <a:pt x="5402728" y="373330"/>
                  </a:lnTo>
                  <a:lnTo>
                    <a:pt x="5403199" y="373330"/>
                  </a:lnTo>
                  <a:lnTo>
                    <a:pt x="5403316" y="372899"/>
                  </a:lnTo>
                  <a:lnTo>
                    <a:pt x="5403552" y="372899"/>
                  </a:lnTo>
                  <a:lnTo>
                    <a:pt x="5404022" y="372469"/>
                  </a:lnTo>
                  <a:lnTo>
                    <a:pt x="5404140" y="372038"/>
                  </a:lnTo>
                  <a:lnTo>
                    <a:pt x="5404728" y="371607"/>
                  </a:lnTo>
                  <a:lnTo>
                    <a:pt x="5405316" y="370746"/>
                  </a:lnTo>
                  <a:lnTo>
                    <a:pt x="5405316" y="369885"/>
                  </a:lnTo>
                  <a:lnTo>
                    <a:pt x="5405786" y="369454"/>
                  </a:lnTo>
                  <a:lnTo>
                    <a:pt x="5405904" y="369454"/>
                  </a:lnTo>
                  <a:lnTo>
                    <a:pt x="5406139" y="369454"/>
                  </a:lnTo>
                  <a:lnTo>
                    <a:pt x="5406139" y="369024"/>
                  </a:lnTo>
                  <a:lnTo>
                    <a:pt x="5406374" y="368593"/>
                  </a:lnTo>
                  <a:lnTo>
                    <a:pt x="5406845" y="368593"/>
                  </a:lnTo>
                  <a:lnTo>
                    <a:pt x="5407433" y="368163"/>
                  </a:lnTo>
                  <a:lnTo>
                    <a:pt x="5407551" y="368163"/>
                  </a:lnTo>
                  <a:lnTo>
                    <a:pt x="5407786" y="368163"/>
                  </a:lnTo>
                  <a:lnTo>
                    <a:pt x="5408139" y="368163"/>
                  </a:lnTo>
                  <a:lnTo>
                    <a:pt x="5408491" y="368163"/>
                  </a:lnTo>
                  <a:lnTo>
                    <a:pt x="5408609" y="368163"/>
                  </a:lnTo>
                  <a:lnTo>
                    <a:pt x="5408727" y="368163"/>
                  </a:lnTo>
                  <a:lnTo>
                    <a:pt x="5408962" y="368163"/>
                  </a:lnTo>
                  <a:lnTo>
                    <a:pt x="5409080" y="368163"/>
                  </a:lnTo>
                  <a:lnTo>
                    <a:pt x="5409550" y="368163"/>
                  </a:lnTo>
                  <a:lnTo>
                    <a:pt x="5410256" y="368163"/>
                  </a:lnTo>
                  <a:lnTo>
                    <a:pt x="5410373" y="368163"/>
                  </a:lnTo>
                  <a:lnTo>
                    <a:pt x="5410491" y="368163"/>
                  </a:lnTo>
                  <a:lnTo>
                    <a:pt x="5410726" y="368163"/>
                  </a:lnTo>
                  <a:lnTo>
                    <a:pt x="5410844" y="368163"/>
                  </a:lnTo>
                  <a:lnTo>
                    <a:pt x="5410961" y="368163"/>
                  </a:lnTo>
                  <a:lnTo>
                    <a:pt x="5411314" y="368163"/>
                  </a:lnTo>
                  <a:lnTo>
                    <a:pt x="5411667" y="368163"/>
                  </a:lnTo>
                  <a:lnTo>
                    <a:pt x="5412608" y="368163"/>
                  </a:lnTo>
                  <a:lnTo>
                    <a:pt x="5413314" y="368163"/>
                  </a:lnTo>
                  <a:lnTo>
                    <a:pt x="5413431" y="368163"/>
                  </a:lnTo>
                  <a:lnTo>
                    <a:pt x="5413902" y="368163"/>
                  </a:lnTo>
                  <a:lnTo>
                    <a:pt x="5414255" y="367301"/>
                  </a:lnTo>
                  <a:lnTo>
                    <a:pt x="5414372" y="367301"/>
                  </a:lnTo>
                  <a:lnTo>
                    <a:pt x="5414607" y="366871"/>
                  </a:lnTo>
                  <a:lnTo>
                    <a:pt x="5414960" y="366871"/>
                  </a:lnTo>
                  <a:lnTo>
                    <a:pt x="5415195" y="366871"/>
                  </a:lnTo>
                  <a:lnTo>
                    <a:pt x="5415313" y="366871"/>
                  </a:lnTo>
                  <a:lnTo>
                    <a:pt x="5415431" y="366440"/>
                  </a:lnTo>
                  <a:lnTo>
                    <a:pt x="5415431" y="366010"/>
                  </a:lnTo>
                  <a:lnTo>
                    <a:pt x="5415548" y="366010"/>
                  </a:lnTo>
                  <a:lnTo>
                    <a:pt x="5415901" y="365579"/>
                  </a:lnTo>
                  <a:lnTo>
                    <a:pt x="5416019" y="365579"/>
                  </a:lnTo>
                  <a:lnTo>
                    <a:pt x="5416254" y="365579"/>
                  </a:lnTo>
                  <a:lnTo>
                    <a:pt x="5416372" y="365579"/>
                  </a:lnTo>
                  <a:lnTo>
                    <a:pt x="5416842" y="365579"/>
                  </a:lnTo>
                  <a:lnTo>
                    <a:pt x="5417665" y="364718"/>
                  </a:lnTo>
                  <a:lnTo>
                    <a:pt x="5417783" y="364718"/>
                  </a:lnTo>
                  <a:lnTo>
                    <a:pt x="5418136" y="364287"/>
                  </a:lnTo>
                  <a:lnTo>
                    <a:pt x="5418489" y="363857"/>
                  </a:lnTo>
                  <a:lnTo>
                    <a:pt x="5418959" y="363857"/>
                  </a:lnTo>
                  <a:lnTo>
                    <a:pt x="5419312" y="363857"/>
                  </a:lnTo>
                  <a:lnTo>
                    <a:pt x="5419665" y="363857"/>
                  </a:lnTo>
                  <a:lnTo>
                    <a:pt x="5419665" y="363426"/>
                  </a:lnTo>
                  <a:lnTo>
                    <a:pt x="5419900" y="363426"/>
                  </a:lnTo>
                  <a:lnTo>
                    <a:pt x="5420018" y="363426"/>
                  </a:lnTo>
                  <a:lnTo>
                    <a:pt x="5420135" y="363426"/>
                  </a:lnTo>
                  <a:lnTo>
                    <a:pt x="5420371" y="363426"/>
                  </a:lnTo>
                  <a:lnTo>
                    <a:pt x="5420606" y="363426"/>
                  </a:lnTo>
                  <a:lnTo>
                    <a:pt x="5421311" y="362995"/>
                  </a:lnTo>
                  <a:lnTo>
                    <a:pt x="5421429" y="362995"/>
                  </a:lnTo>
                  <a:lnTo>
                    <a:pt x="5421782" y="362995"/>
                  </a:lnTo>
                  <a:lnTo>
                    <a:pt x="5422252" y="362565"/>
                  </a:lnTo>
                  <a:lnTo>
                    <a:pt x="5422370" y="362565"/>
                  </a:lnTo>
                  <a:lnTo>
                    <a:pt x="5422840" y="362565"/>
                  </a:lnTo>
                  <a:lnTo>
                    <a:pt x="5423193" y="362134"/>
                  </a:lnTo>
                  <a:lnTo>
                    <a:pt x="5423428" y="362134"/>
                  </a:lnTo>
                  <a:lnTo>
                    <a:pt x="5424017" y="361704"/>
                  </a:lnTo>
                  <a:lnTo>
                    <a:pt x="5424134" y="361704"/>
                  </a:lnTo>
                  <a:lnTo>
                    <a:pt x="5424252" y="361704"/>
                  </a:lnTo>
                  <a:lnTo>
                    <a:pt x="5424487" y="361704"/>
                  </a:lnTo>
                  <a:lnTo>
                    <a:pt x="5424605" y="361704"/>
                  </a:lnTo>
                  <a:lnTo>
                    <a:pt x="5424722" y="361704"/>
                  </a:lnTo>
                  <a:lnTo>
                    <a:pt x="5424957" y="361704"/>
                  </a:lnTo>
                  <a:lnTo>
                    <a:pt x="5425193" y="361704"/>
                  </a:lnTo>
                  <a:lnTo>
                    <a:pt x="5425428" y="361704"/>
                  </a:lnTo>
                  <a:lnTo>
                    <a:pt x="5425663" y="361704"/>
                  </a:lnTo>
                  <a:lnTo>
                    <a:pt x="5425898" y="361704"/>
                  </a:lnTo>
                  <a:lnTo>
                    <a:pt x="5426016" y="361704"/>
                  </a:lnTo>
                  <a:lnTo>
                    <a:pt x="5426251" y="361704"/>
                  </a:lnTo>
                  <a:lnTo>
                    <a:pt x="5426369" y="361704"/>
                  </a:lnTo>
                  <a:lnTo>
                    <a:pt x="5426486" y="361704"/>
                  </a:lnTo>
                  <a:lnTo>
                    <a:pt x="5427075" y="360842"/>
                  </a:lnTo>
                  <a:lnTo>
                    <a:pt x="5427310" y="360412"/>
                  </a:lnTo>
                  <a:lnTo>
                    <a:pt x="5427780" y="359981"/>
                  </a:lnTo>
                  <a:lnTo>
                    <a:pt x="5428251" y="359981"/>
                  </a:lnTo>
                  <a:lnTo>
                    <a:pt x="5428368" y="359981"/>
                  </a:lnTo>
                  <a:lnTo>
                    <a:pt x="5428604" y="359981"/>
                  </a:lnTo>
                  <a:lnTo>
                    <a:pt x="5428956" y="359981"/>
                  </a:lnTo>
                  <a:lnTo>
                    <a:pt x="5429192" y="359981"/>
                  </a:lnTo>
                  <a:lnTo>
                    <a:pt x="5429192" y="359551"/>
                  </a:lnTo>
                  <a:lnTo>
                    <a:pt x="5429309" y="359120"/>
                  </a:lnTo>
                  <a:lnTo>
                    <a:pt x="5429780" y="357398"/>
                  </a:lnTo>
                  <a:lnTo>
                    <a:pt x="5430250" y="357398"/>
                  </a:lnTo>
                  <a:lnTo>
                    <a:pt x="5430603" y="357398"/>
                  </a:lnTo>
                  <a:lnTo>
                    <a:pt x="5431191" y="357398"/>
                  </a:lnTo>
                  <a:lnTo>
                    <a:pt x="5431191" y="356967"/>
                  </a:lnTo>
                  <a:lnTo>
                    <a:pt x="5431426" y="356967"/>
                  </a:lnTo>
                  <a:lnTo>
                    <a:pt x="5431544" y="356967"/>
                  </a:lnTo>
                  <a:lnTo>
                    <a:pt x="5431544" y="356536"/>
                  </a:lnTo>
                  <a:lnTo>
                    <a:pt x="5431661" y="356536"/>
                  </a:lnTo>
                  <a:lnTo>
                    <a:pt x="5431779" y="356536"/>
                  </a:lnTo>
                  <a:lnTo>
                    <a:pt x="5432955" y="356536"/>
                  </a:lnTo>
                  <a:lnTo>
                    <a:pt x="5433073" y="356536"/>
                  </a:lnTo>
                  <a:lnTo>
                    <a:pt x="5433190" y="356536"/>
                  </a:lnTo>
                  <a:lnTo>
                    <a:pt x="5433308" y="356536"/>
                  </a:lnTo>
                  <a:lnTo>
                    <a:pt x="5433661" y="356536"/>
                  </a:lnTo>
                  <a:lnTo>
                    <a:pt x="5433896" y="356536"/>
                  </a:lnTo>
                  <a:lnTo>
                    <a:pt x="5434014" y="356536"/>
                  </a:lnTo>
                  <a:lnTo>
                    <a:pt x="5434131" y="356536"/>
                  </a:lnTo>
                  <a:lnTo>
                    <a:pt x="5434602" y="356536"/>
                  </a:lnTo>
                  <a:lnTo>
                    <a:pt x="5435425" y="355675"/>
                  </a:lnTo>
                  <a:lnTo>
                    <a:pt x="5435660" y="355675"/>
                  </a:lnTo>
                  <a:lnTo>
                    <a:pt x="5435778" y="355675"/>
                  </a:lnTo>
                  <a:lnTo>
                    <a:pt x="5436248" y="354814"/>
                  </a:lnTo>
                  <a:lnTo>
                    <a:pt x="5436601" y="354814"/>
                  </a:lnTo>
                  <a:lnTo>
                    <a:pt x="5437189" y="354814"/>
                  </a:lnTo>
                  <a:lnTo>
                    <a:pt x="5437542" y="354814"/>
                  </a:lnTo>
                  <a:lnTo>
                    <a:pt x="5437660" y="354814"/>
                  </a:lnTo>
                  <a:lnTo>
                    <a:pt x="5438013" y="354383"/>
                  </a:lnTo>
                  <a:lnTo>
                    <a:pt x="5438130" y="354383"/>
                  </a:lnTo>
                  <a:lnTo>
                    <a:pt x="5438601" y="354383"/>
                  </a:lnTo>
                  <a:lnTo>
                    <a:pt x="5438718" y="354383"/>
                  </a:lnTo>
                  <a:lnTo>
                    <a:pt x="5438836" y="354383"/>
                  </a:lnTo>
                  <a:lnTo>
                    <a:pt x="5438954" y="354383"/>
                  </a:lnTo>
                  <a:lnTo>
                    <a:pt x="5439777" y="354383"/>
                  </a:lnTo>
                  <a:lnTo>
                    <a:pt x="5440365" y="354383"/>
                  </a:lnTo>
                  <a:lnTo>
                    <a:pt x="5440483" y="354383"/>
                  </a:lnTo>
                  <a:lnTo>
                    <a:pt x="5440600" y="354383"/>
                  </a:lnTo>
                  <a:lnTo>
                    <a:pt x="5440953" y="354383"/>
                  </a:lnTo>
                  <a:lnTo>
                    <a:pt x="5441659" y="354383"/>
                  </a:lnTo>
                  <a:lnTo>
                    <a:pt x="5441894" y="354383"/>
                  </a:lnTo>
                  <a:lnTo>
                    <a:pt x="5442129" y="354383"/>
                  </a:lnTo>
                  <a:lnTo>
                    <a:pt x="5442835" y="354383"/>
                  </a:lnTo>
                  <a:lnTo>
                    <a:pt x="5443658" y="354383"/>
                  </a:lnTo>
                  <a:lnTo>
                    <a:pt x="5443776" y="354383"/>
                  </a:lnTo>
                  <a:lnTo>
                    <a:pt x="5444011" y="354383"/>
                  </a:lnTo>
                  <a:lnTo>
                    <a:pt x="5444129" y="354383"/>
                  </a:lnTo>
                  <a:lnTo>
                    <a:pt x="5444481" y="354383"/>
                  </a:lnTo>
                  <a:lnTo>
                    <a:pt x="5444717" y="353953"/>
                  </a:lnTo>
                  <a:lnTo>
                    <a:pt x="5444834" y="353953"/>
                  </a:lnTo>
                  <a:lnTo>
                    <a:pt x="5445070" y="353953"/>
                  </a:lnTo>
                  <a:lnTo>
                    <a:pt x="5445187" y="353953"/>
                  </a:lnTo>
                  <a:lnTo>
                    <a:pt x="5445305" y="353522"/>
                  </a:lnTo>
                  <a:lnTo>
                    <a:pt x="5445422" y="353522"/>
                  </a:lnTo>
                  <a:lnTo>
                    <a:pt x="5445540" y="353522"/>
                  </a:lnTo>
                  <a:lnTo>
                    <a:pt x="5446128" y="353522"/>
                  </a:lnTo>
                  <a:lnTo>
                    <a:pt x="5446128" y="353092"/>
                  </a:lnTo>
                  <a:lnTo>
                    <a:pt x="5446246" y="353092"/>
                  </a:lnTo>
                  <a:lnTo>
                    <a:pt x="5446834" y="352230"/>
                  </a:lnTo>
                  <a:lnTo>
                    <a:pt x="5446951" y="352230"/>
                  </a:lnTo>
                  <a:lnTo>
                    <a:pt x="5447069" y="352230"/>
                  </a:lnTo>
                  <a:lnTo>
                    <a:pt x="5447304" y="352230"/>
                  </a:lnTo>
                  <a:lnTo>
                    <a:pt x="5447422" y="352230"/>
                  </a:lnTo>
                  <a:lnTo>
                    <a:pt x="5447657" y="351800"/>
                  </a:lnTo>
                  <a:lnTo>
                    <a:pt x="5447775" y="351800"/>
                  </a:lnTo>
                  <a:lnTo>
                    <a:pt x="5448127" y="351800"/>
                  </a:lnTo>
                  <a:lnTo>
                    <a:pt x="5448951" y="351369"/>
                  </a:lnTo>
                  <a:lnTo>
                    <a:pt x="5449656" y="351369"/>
                  </a:lnTo>
                  <a:lnTo>
                    <a:pt x="5450009" y="350508"/>
                  </a:lnTo>
                  <a:lnTo>
                    <a:pt x="5450362" y="350508"/>
                  </a:lnTo>
                  <a:lnTo>
                    <a:pt x="5450597" y="350508"/>
                  </a:lnTo>
                  <a:lnTo>
                    <a:pt x="5450950" y="350508"/>
                  </a:lnTo>
                  <a:lnTo>
                    <a:pt x="5451185" y="350508"/>
                  </a:lnTo>
                  <a:lnTo>
                    <a:pt x="5451891" y="350508"/>
                  </a:lnTo>
                  <a:lnTo>
                    <a:pt x="5452126" y="350508"/>
                  </a:lnTo>
                  <a:lnTo>
                    <a:pt x="5452244" y="350508"/>
                  </a:lnTo>
                  <a:lnTo>
                    <a:pt x="5452832" y="350077"/>
                  </a:lnTo>
                  <a:lnTo>
                    <a:pt x="5452950" y="350077"/>
                  </a:lnTo>
                  <a:lnTo>
                    <a:pt x="5453067" y="350077"/>
                  </a:lnTo>
                  <a:lnTo>
                    <a:pt x="5453538" y="350077"/>
                  </a:lnTo>
                  <a:lnTo>
                    <a:pt x="5453891" y="350077"/>
                  </a:lnTo>
                  <a:lnTo>
                    <a:pt x="5454008" y="350077"/>
                  </a:lnTo>
                  <a:lnTo>
                    <a:pt x="5454596" y="350077"/>
                  </a:lnTo>
                  <a:lnTo>
                    <a:pt x="5454714" y="350077"/>
                  </a:lnTo>
                  <a:lnTo>
                    <a:pt x="5454831" y="350077"/>
                  </a:lnTo>
                  <a:lnTo>
                    <a:pt x="5455420" y="349647"/>
                  </a:lnTo>
                  <a:lnTo>
                    <a:pt x="5455772" y="349647"/>
                  </a:lnTo>
                  <a:lnTo>
                    <a:pt x="5455890" y="349647"/>
                  </a:lnTo>
                  <a:lnTo>
                    <a:pt x="5456360" y="349216"/>
                  </a:lnTo>
                  <a:lnTo>
                    <a:pt x="5456478" y="349216"/>
                  </a:lnTo>
                  <a:lnTo>
                    <a:pt x="5456596" y="349216"/>
                  </a:lnTo>
                  <a:lnTo>
                    <a:pt x="5456596" y="348786"/>
                  </a:lnTo>
                  <a:lnTo>
                    <a:pt x="5456596" y="348355"/>
                  </a:lnTo>
                  <a:lnTo>
                    <a:pt x="5456713" y="347924"/>
                  </a:lnTo>
                  <a:lnTo>
                    <a:pt x="5456831" y="347924"/>
                  </a:lnTo>
                  <a:lnTo>
                    <a:pt x="5457184" y="347494"/>
                  </a:lnTo>
                  <a:lnTo>
                    <a:pt x="5457654" y="347063"/>
                  </a:lnTo>
                  <a:lnTo>
                    <a:pt x="5457772" y="347063"/>
                  </a:lnTo>
                  <a:lnTo>
                    <a:pt x="5458595" y="347063"/>
                  </a:lnTo>
                  <a:lnTo>
                    <a:pt x="5458830" y="347063"/>
                  </a:lnTo>
                  <a:lnTo>
                    <a:pt x="5458948" y="347063"/>
                  </a:lnTo>
                  <a:lnTo>
                    <a:pt x="5459066" y="347063"/>
                  </a:lnTo>
                  <a:lnTo>
                    <a:pt x="5459536" y="347063"/>
                  </a:lnTo>
                  <a:lnTo>
                    <a:pt x="5460595" y="346633"/>
                  </a:lnTo>
                  <a:lnTo>
                    <a:pt x="5460830" y="346633"/>
                  </a:lnTo>
                  <a:lnTo>
                    <a:pt x="5461065" y="346633"/>
                  </a:lnTo>
                  <a:lnTo>
                    <a:pt x="5461300" y="346633"/>
                  </a:lnTo>
                  <a:lnTo>
                    <a:pt x="5461771" y="346633"/>
                  </a:lnTo>
                  <a:lnTo>
                    <a:pt x="5461888" y="346633"/>
                  </a:lnTo>
                  <a:lnTo>
                    <a:pt x="5462006" y="346633"/>
                  </a:lnTo>
                  <a:lnTo>
                    <a:pt x="5462241" y="346202"/>
                  </a:lnTo>
                  <a:lnTo>
                    <a:pt x="5462594" y="345771"/>
                  </a:lnTo>
                  <a:lnTo>
                    <a:pt x="5462712" y="345771"/>
                  </a:lnTo>
                  <a:lnTo>
                    <a:pt x="5462712" y="345341"/>
                  </a:lnTo>
                  <a:lnTo>
                    <a:pt x="5462947" y="345341"/>
                  </a:lnTo>
                  <a:lnTo>
                    <a:pt x="5463300" y="344910"/>
                  </a:lnTo>
                  <a:lnTo>
                    <a:pt x="5463535" y="344910"/>
                  </a:lnTo>
                  <a:lnTo>
                    <a:pt x="5464123" y="344910"/>
                  </a:lnTo>
                  <a:lnTo>
                    <a:pt x="5464829" y="344910"/>
                  </a:lnTo>
                  <a:lnTo>
                    <a:pt x="5465887" y="344480"/>
                  </a:lnTo>
                  <a:lnTo>
                    <a:pt x="5466005" y="344480"/>
                  </a:lnTo>
                  <a:lnTo>
                    <a:pt x="5466122" y="344480"/>
                  </a:lnTo>
                  <a:lnTo>
                    <a:pt x="5466358" y="344480"/>
                  </a:lnTo>
                  <a:lnTo>
                    <a:pt x="5466711" y="344480"/>
                  </a:lnTo>
                  <a:lnTo>
                    <a:pt x="5466828" y="344480"/>
                  </a:lnTo>
                  <a:lnTo>
                    <a:pt x="5467063" y="344049"/>
                  </a:lnTo>
                  <a:lnTo>
                    <a:pt x="5467181" y="344049"/>
                  </a:lnTo>
                  <a:lnTo>
                    <a:pt x="5467299" y="344049"/>
                  </a:lnTo>
                  <a:lnTo>
                    <a:pt x="5467416" y="344049"/>
                  </a:lnTo>
                  <a:lnTo>
                    <a:pt x="5468240" y="343618"/>
                  </a:lnTo>
                  <a:lnTo>
                    <a:pt x="5468357" y="343618"/>
                  </a:lnTo>
                  <a:lnTo>
                    <a:pt x="5468475" y="343618"/>
                  </a:lnTo>
                  <a:lnTo>
                    <a:pt x="5468592" y="343618"/>
                  </a:lnTo>
                  <a:lnTo>
                    <a:pt x="5468710" y="343618"/>
                  </a:lnTo>
                  <a:lnTo>
                    <a:pt x="5469063" y="343188"/>
                  </a:lnTo>
                  <a:lnTo>
                    <a:pt x="5469063" y="342757"/>
                  </a:lnTo>
                  <a:lnTo>
                    <a:pt x="5469416" y="342757"/>
                  </a:lnTo>
                  <a:lnTo>
                    <a:pt x="5469533" y="342757"/>
                  </a:lnTo>
                  <a:lnTo>
                    <a:pt x="5469886" y="342757"/>
                  </a:lnTo>
                  <a:lnTo>
                    <a:pt x="5470004" y="342757"/>
                  </a:lnTo>
                  <a:lnTo>
                    <a:pt x="5470121" y="342757"/>
                  </a:lnTo>
                  <a:lnTo>
                    <a:pt x="5470827" y="342327"/>
                  </a:lnTo>
                  <a:lnTo>
                    <a:pt x="5471650" y="342327"/>
                  </a:lnTo>
                  <a:lnTo>
                    <a:pt x="5471886" y="342327"/>
                  </a:lnTo>
                  <a:lnTo>
                    <a:pt x="5472121" y="342327"/>
                  </a:lnTo>
                  <a:lnTo>
                    <a:pt x="5472474" y="342327"/>
                  </a:lnTo>
                  <a:lnTo>
                    <a:pt x="5472944" y="341465"/>
                  </a:lnTo>
                  <a:lnTo>
                    <a:pt x="5473297" y="341465"/>
                  </a:lnTo>
                  <a:lnTo>
                    <a:pt x="5473532" y="341465"/>
                  </a:lnTo>
                  <a:lnTo>
                    <a:pt x="5473650" y="341465"/>
                  </a:lnTo>
                  <a:lnTo>
                    <a:pt x="5473650" y="341035"/>
                  </a:lnTo>
                  <a:lnTo>
                    <a:pt x="5473767" y="341035"/>
                  </a:lnTo>
                  <a:lnTo>
                    <a:pt x="5473885" y="341035"/>
                  </a:lnTo>
                  <a:lnTo>
                    <a:pt x="5474003" y="341035"/>
                  </a:lnTo>
                  <a:lnTo>
                    <a:pt x="5474238" y="341035"/>
                  </a:lnTo>
                  <a:lnTo>
                    <a:pt x="5474591" y="340604"/>
                  </a:lnTo>
                  <a:lnTo>
                    <a:pt x="5474826" y="340604"/>
                  </a:lnTo>
                  <a:lnTo>
                    <a:pt x="5474826" y="340174"/>
                  </a:lnTo>
                  <a:lnTo>
                    <a:pt x="5474826" y="339743"/>
                  </a:lnTo>
                  <a:lnTo>
                    <a:pt x="5474826" y="339312"/>
                  </a:lnTo>
                  <a:lnTo>
                    <a:pt x="5474826" y="338882"/>
                  </a:lnTo>
                  <a:lnTo>
                    <a:pt x="5474944" y="338882"/>
                  </a:lnTo>
                  <a:lnTo>
                    <a:pt x="5475767" y="338882"/>
                  </a:lnTo>
                  <a:lnTo>
                    <a:pt x="5476120" y="338021"/>
                  </a:lnTo>
                  <a:lnTo>
                    <a:pt x="5476355" y="338021"/>
                  </a:lnTo>
                  <a:lnTo>
                    <a:pt x="5476590" y="338021"/>
                  </a:lnTo>
                  <a:lnTo>
                    <a:pt x="5477061" y="338021"/>
                  </a:lnTo>
                  <a:lnTo>
                    <a:pt x="5477413" y="338021"/>
                  </a:lnTo>
                  <a:lnTo>
                    <a:pt x="5477413" y="337590"/>
                  </a:lnTo>
                  <a:lnTo>
                    <a:pt x="5477531" y="337590"/>
                  </a:lnTo>
                  <a:lnTo>
                    <a:pt x="5478002" y="337590"/>
                  </a:lnTo>
                  <a:lnTo>
                    <a:pt x="5478119" y="337590"/>
                  </a:lnTo>
                  <a:lnTo>
                    <a:pt x="5478590" y="336729"/>
                  </a:lnTo>
                  <a:lnTo>
                    <a:pt x="5479060" y="336729"/>
                  </a:lnTo>
                  <a:lnTo>
                    <a:pt x="5479178" y="336729"/>
                  </a:lnTo>
                  <a:lnTo>
                    <a:pt x="5479648" y="336729"/>
                  </a:lnTo>
                  <a:lnTo>
                    <a:pt x="5479766" y="336298"/>
                  </a:lnTo>
                  <a:lnTo>
                    <a:pt x="5480001" y="336298"/>
                  </a:lnTo>
                  <a:lnTo>
                    <a:pt x="5480119" y="336298"/>
                  </a:lnTo>
                  <a:lnTo>
                    <a:pt x="5480236" y="336298"/>
                  </a:lnTo>
                  <a:lnTo>
                    <a:pt x="5480471" y="336298"/>
                  </a:lnTo>
                  <a:lnTo>
                    <a:pt x="5480824" y="335437"/>
                  </a:lnTo>
                  <a:lnTo>
                    <a:pt x="5481177" y="335437"/>
                  </a:lnTo>
                  <a:lnTo>
                    <a:pt x="5481530" y="335437"/>
                  </a:lnTo>
                  <a:lnTo>
                    <a:pt x="5481765" y="335437"/>
                  </a:lnTo>
                  <a:lnTo>
                    <a:pt x="5482353" y="335006"/>
                  </a:lnTo>
                  <a:lnTo>
                    <a:pt x="5483177" y="335006"/>
                  </a:lnTo>
                  <a:lnTo>
                    <a:pt x="5483412" y="335006"/>
                  </a:lnTo>
                  <a:lnTo>
                    <a:pt x="5483529" y="335006"/>
                  </a:lnTo>
                  <a:lnTo>
                    <a:pt x="5483882" y="334576"/>
                  </a:lnTo>
                  <a:lnTo>
                    <a:pt x="5484000" y="334576"/>
                  </a:lnTo>
                  <a:lnTo>
                    <a:pt x="5484117" y="334145"/>
                  </a:lnTo>
                  <a:lnTo>
                    <a:pt x="5484353" y="333715"/>
                  </a:lnTo>
                  <a:lnTo>
                    <a:pt x="5484470" y="333284"/>
                  </a:lnTo>
                  <a:lnTo>
                    <a:pt x="5484823" y="333284"/>
                  </a:lnTo>
                  <a:lnTo>
                    <a:pt x="5485529" y="332853"/>
                  </a:lnTo>
                  <a:lnTo>
                    <a:pt x="5486117" y="332853"/>
                  </a:lnTo>
                  <a:lnTo>
                    <a:pt x="5486470" y="332853"/>
                  </a:lnTo>
                  <a:lnTo>
                    <a:pt x="5487058" y="332853"/>
                  </a:lnTo>
                  <a:lnTo>
                    <a:pt x="5487175" y="332423"/>
                  </a:lnTo>
                  <a:lnTo>
                    <a:pt x="5487528" y="331992"/>
                  </a:lnTo>
                  <a:lnTo>
                    <a:pt x="5487646" y="331992"/>
                  </a:lnTo>
                  <a:lnTo>
                    <a:pt x="5487763" y="331992"/>
                  </a:lnTo>
                  <a:lnTo>
                    <a:pt x="5488116" y="331992"/>
                  </a:lnTo>
                  <a:lnTo>
                    <a:pt x="5488234" y="331992"/>
                  </a:lnTo>
                  <a:lnTo>
                    <a:pt x="5488352" y="331992"/>
                  </a:lnTo>
                  <a:lnTo>
                    <a:pt x="5489645" y="331992"/>
                  </a:lnTo>
                  <a:lnTo>
                    <a:pt x="5490233" y="331562"/>
                  </a:lnTo>
                  <a:lnTo>
                    <a:pt x="5490351" y="331131"/>
                  </a:lnTo>
                  <a:lnTo>
                    <a:pt x="5490821" y="330700"/>
                  </a:lnTo>
                  <a:lnTo>
                    <a:pt x="5490939" y="330700"/>
                  </a:lnTo>
                  <a:lnTo>
                    <a:pt x="5491174" y="330700"/>
                  </a:lnTo>
                  <a:lnTo>
                    <a:pt x="5491292" y="330700"/>
                  </a:lnTo>
                  <a:lnTo>
                    <a:pt x="5491410" y="330700"/>
                  </a:lnTo>
                  <a:lnTo>
                    <a:pt x="5491527" y="330700"/>
                  </a:lnTo>
                  <a:lnTo>
                    <a:pt x="5492115" y="330700"/>
                  </a:lnTo>
                  <a:lnTo>
                    <a:pt x="5492115" y="329839"/>
                  </a:lnTo>
                  <a:lnTo>
                    <a:pt x="5492586" y="329409"/>
                  </a:lnTo>
                  <a:lnTo>
                    <a:pt x="5492703" y="329409"/>
                  </a:lnTo>
                  <a:lnTo>
                    <a:pt x="5492821" y="329409"/>
                  </a:lnTo>
                  <a:lnTo>
                    <a:pt x="5493409" y="329409"/>
                  </a:lnTo>
                  <a:lnTo>
                    <a:pt x="5493879" y="328978"/>
                  </a:lnTo>
                  <a:lnTo>
                    <a:pt x="5493997" y="328978"/>
                  </a:lnTo>
                  <a:lnTo>
                    <a:pt x="5494232" y="328978"/>
                  </a:lnTo>
                  <a:lnTo>
                    <a:pt x="5494350" y="328978"/>
                  </a:lnTo>
                  <a:lnTo>
                    <a:pt x="5494467" y="328978"/>
                  </a:lnTo>
                  <a:lnTo>
                    <a:pt x="5494467" y="328547"/>
                  </a:lnTo>
                  <a:lnTo>
                    <a:pt x="5494703" y="328117"/>
                  </a:lnTo>
                  <a:lnTo>
                    <a:pt x="5494820" y="328117"/>
                  </a:lnTo>
                  <a:lnTo>
                    <a:pt x="5494938" y="328117"/>
                  </a:lnTo>
                  <a:lnTo>
                    <a:pt x="5495996" y="327686"/>
                  </a:lnTo>
                  <a:lnTo>
                    <a:pt x="5496114" y="327686"/>
                  </a:lnTo>
                  <a:lnTo>
                    <a:pt x="5496232" y="327686"/>
                  </a:lnTo>
                  <a:lnTo>
                    <a:pt x="5496467" y="327686"/>
                  </a:lnTo>
                  <a:lnTo>
                    <a:pt x="5496585" y="327686"/>
                  </a:lnTo>
                  <a:lnTo>
                    <a:pt x="5497173" y="327256"/>
                  </a:lnTo>
                  <a:lnTo>
                    <a:pt x="5497290" y="327256"/>
                  </a:lnTo>
                  <a:lnTo>
                    <a:pt x="5497525" y="326825"/>
                  </a:lnTo>
                  <a:lnTo>
                    <a:pt x="5497643" y="326825"/>
                  </a:lnTo>
                  <a:lnTo>
                    <a:pt x="5497878" y="326825"/>
                  </a:lnTo>
                  <a:lnTo>
                    <a:pt x="5498114" y="326825"/>
                  </a:lnTo>
                  <a:lnTo>
                    <a:pt x="5498466" y="326825"/>
                  </a:lnTo>
                  <a:lnTo>
                    <a:pt x="5498584" y="326825"/>
                  </a:lnTo>
                  <a:lnTo>
                    <a:pt x="5499290" y="326825"/>
                  </a:lnTo>
                  <a:lnTo>
                    <a:pt x="5499525" y="326825"/>
                  </a:lnTo>
                  <a:lnTo>
                    <a:pt x="5499643" y="326825"/>
                  </a:lnTo>
                  <a:lnTo>
                    <a:pt x="5500113" y="326394"/>
                  </a:lnTo>
                  <a:lnTo>
                    <a:pt x="5500231" y="326394"/>
                  </a:lnTo>
                  <a:lnTo>
                    <a:pt x="5500348" y="326394"/>
                  </a:lnTo>
                  <a:lnTo>
                    <a:pt x="5500701" y="326394"/>
                  </a:lnTo>
                  <a:lnTo>
                    <a:pt x="5500936" y="326394"/>
                  </a:lnTo>
                  <a:lnTo>
                    <a:pt x="5501054" y="326394"/>
                  </a:lnTo>
                  <a:lnTo>
                    <a:pt x="5501172" y="326394"/>
                  </a:lnTo>
                  <a:lnTo>
                    <a:pt x="5501407" y="326394"/>
                  </a:lnTo>
                  <a:lnTo>
                    <a:pt x="5501524" y="326394"/>
                  </a:lnTo>
                  <a:lnTo>
                    <a:pt x="5502230" y="326394"/>
                  </a:lnTo>
                  <a:lnTo>
                    <a:pt x="5502465" y="326394"/>
                  </a:lnTo>
                  <a:lnTo>
                    <a:pt x="5502583" y="326394"/>
                  </a:lnTo>
                  <a:lnTo>
                    <a:pt x="5503877" y="324672"/>
                  </a:lnTo>
                  <a:lnTo>
                    <a:pt x="5504112" y="324672"/>
                  </a:lnTo>
                  <a:lnTo>
                    <a:pt x="5504229" y="324241"/>
                  </a:lnTo>
                  <a:lnTo>
                    <a:pt x="5504465" y="324241"/>
                  </a:lnTo>
                  <a:lnTo>
                    <a:pt x="5504582" y="324241"/>
                  </a:lnTo>
                  <a:lnTo>
                    <a:pt x="5504935" y="323811"/>
                  </a:lnTo>
                  <a:lnTo>
                    <a:pt x="5505053" y="323811"/>
                  </a:lnTo>
                  <a:lnTo>
                    <a:pt x="5505170" y="323811"/>
                  </a:lnTo>
                  <a:lnTo>
                    <a:pt x="5505288" y="323811"/>
                  </a:lnTo>
                  <a:lnTo>
                    <a:pt x="5505523" y="323811"/>
                  </a:lnTo>
                  <a:lnTo>
                    <a:pt x="5506464" y="322950"/>
                  </a:lnTo>
                  <a:lnTo>
                    <a:pt x="5506582" y="322519"/>
                  </a:lnTo>
                  <a:lnTo>
                    <a:pt x="5506582" y="322088"/>
                  </a:lnTo>
                  <a:lnTo>
                    <a:pt x="5507052" y="321658"/>
                  </a:lnTo>
                  <a:lnTo>
                    <a:pt x="5507170" y="321658"/>
                  </a:lnTo>
                  <a:lnTo>
                    <a:pt x="5507523" y="321227"/>
                  </a:lnTo>
                  <a:lnTo>
                    <a:pt x="5507640" y="321227"/>
                  </a:lnTo>
                  <a:lnTo>
                    <a:pt x="5507758" y="321227"/>
                  </a:lnTo>
                  <a:lnTo>
                    <a:pt x="5507993" y="321227"/>
                  </a:lnTo>
                  <a:lnTo>
                    <a:pt x="5508464" y="320797"/>
                  </a:lnTo>
                  <a:lnTo>
                    <a:pt x="5508581" y="320797"/>
                  </a:lnTo>
                  <a:lnTo>
                    <a:pt x="5509169" y="320797"/>
                  </a:lnTo>
                  <a:lnTo>
                    <a:pt x="5509287" y="320797"/>
                  </a:lnTo>
                  <a:lnTo>
                    <a:pt x="5509405" y="320797"/>
                  </a:lnTo>
                  <a:lnTo>
                    <a:pt x="5509875" y="320797"/>
                  </a:lnTo>
                  <a:lnTo>
                    <a:pt x="5510463" y="320797"/>
                  </a:lnTo>
                  <a:lnTo>
                    <a:pt x="5510698" y="320797"/>
                  </a:lnTo>
                  <a:lnTo>
                    <a:pt x="5510933" y="320797"/>
                  </a:lnTo>
                  <a:lnTo>
                    <a:pt x="5511051" y="320366"/>
                  </a:lnTo>
                  <a:lnTo>
                    <a:pt x="5511169" y="320366"/>
                  </a:lnTo>
                  <a:lnTo>
                    <a:pt x="5511286" y="320366"/>
                  </a:lnTo>
                  <a:lnTo>
                    <a:pt x="5511757" y="319505"/>
                  </a:lnTo>
                  <a:lnTo>
                    <a:pt x="5511874" y="319505"/>
                  </a:lnTo>
                  <a:lnTo>
                    <a:pt x="5511992" y="319505"/>
                  </a:lnTo>
                  <a:lnTo>
                    <a:pt x="5512110" y="319505"/>
                  </a:lnTo>
                  <a:lnTo>
                    <a:pt x="5512462" y="319505"/>
                  </a:lnTo>
                  <a:lnTo>
                    <a:pt x="5512580" y="319505"/>
                  </a:lnTo>
                  <a:lnTo>
                    <a:pt x="5512933" y="319505"/>
                  </a:lnTo>
                  <a:lnTo>
                    <a:pt x="5513403" y="319074"/>
                  </a:lnTo>
                  <a:lnTo>
                    <a:pt x="5513874" y="319074"/>
                  </a:lnTo>
                  <a:lnTo>
                    <a:pt x="5513991" y="319074"/>
                  </a:lnTo>
                  <a:lnTo>
                    <a:pt x="5514109" y="319074"/>
                  </a:lnTo>
                  <a:lnTo>
                    <a:pt x="5514227" y="319074"/>
                  </a:lnTo>
                  <a:lnTo>
                    <a:pt x="5514462" y="319074"/>
                  </a:lnTo>
                  <a:lnTo>
                    <a:pt x="5514697" y="319074"/>
                  </a:lnTo>
                  <a:lnTo>
                    <a:pt x="5515403" y="318644"/>
                  </a:lnTo>
                  <a:lnTo>
                    <a:pt x="5515520" y="318644"/>
                  </a:lnTo>
                  <a:lnTo>
                    <a:pt x="5515756" y="318213"/>
                  </a:lnTo>
                  <a:lnTo>
                    <a:pt x="5515991" y="318213"/>
                  </a:lnTo>
                  <a:lnTo>
                    <a:pt x="5516109" y="318213"/>
                  </a:lnTo>
                  <a:lnTo>
                    <a:pt x="5516461" y="318213"/>
                  </a:lnTo>
                  <a:lnTo>
                    <a:pt x="5516579" y="318213"/>
                  </a:lnTo>
                  <a:lnTo>
                    <a:pt x="5517049" y="318213"/>
                  </a:lnTo>
                  <a:lnTo>
                    <a:pt x="5518226" y="317782"/>
                  </a:lnTo>
                  <a:lnTo>
                    <a:pt x="5518343" y="317782"/>
                  </a:lnTo>
                  <a:lnTo>
                    <a:pt x="5518461" y="317782"/>
                  </a:lnTo>
                  <a:lnTo>
                    <a:pt x="5518578" y="317352"/>
                  </a:lnTo>
                  <a:lnTo>
                    <a:pt x="5518814" y="317352"/>
                  </a:lnTo>
                  <a:lnTo>
                    <a:pt x="5519049" y="317352"/>
                  </a:lnTo>
                  <a:lnTo>
                    <a:pt x="5519519" y="317352"/>
                  </a:lnTo>
                  <a:lnTo>
                    <a:pt x="5519519" y="316921"/>
                  </a:lnTo>
                  <a:lnTo>
                    <a:pt x="5519872" y="316921"/>
                  </a:lnTo>
                  <a:lnTo>
                    <a:pt x="5519990" y="316921"/>
                  </a:lnTo>
                  <a:lnTo>
                    <a:pt x="5520343" y="316921"/>
                  </a:lnTo>
                  <a:lnTo>
                    <a:pt x="5520460" y="316921"/>
                  </a:lnTo>
                  <a:lnTo>
                    <a:pt x="5520578" y="316491"/>
                  </a:lnTo>
                  <a:lnTo>
                    <a:pt x="5520695" y="316491"/>
                  </a:lnTo>
                  <a:lnTo>
                    <a:pt x="5520695" y="316060"/>
                  </a:lnTo>
                  <a:lnTo>
                    <a:pt x="5520813" y="316060"/>
                  </a:lnTo>
                  <a:lnTo>
                    <a:pt x="5521284" y="314768"/>
                  </a:lnTo>
                  <a:lnTo>
                    <a:pt x="5521401" y="314768"/>
                  </a:lnTo>
                  <a:lnTo>
                    <a:pt x="5521519" y="314338"/>
                  </a:lnTo>
                  <a:lnTo>
                    <a:pt x="5521636" y="314338"/>
                  </a:lnTo>
                  <a:lnTo>
                    <a:pt x="5521754" y="314338"/>
                  </a:lnTo>
                  <a:lnTo>
                    <a:pt x="5521872" y="313907"/>
                  </a:lnTo>
                  <a:lnTo>
                    <a:pt x="5521989" y="313046"/>
                  </a:lnTo>
                  <a:lnTo>
                    <a:pt x="5522107" y="313046"/>
                  </a:lnTo>
                  <a:lnTo>
                    <a:pt x="5522224" y="313046"/>
                  </a:lnTo>
                  <a:lnTo>
                    <a:pt x="5522460" y="312615"/>
                  </a:lnTo>
                  <a:lnTo>
                    <a:pt x="5523165" y="312185"/>
                  </a:lnTo>
                  <a:lnTo>
                    <a:pt x="5523518" y="312185"/>
                  </a:lnTo>
                  <a:lnTo>
                    <a:pt x="5523636" y="312185"/>
                  </a:lnTo>
                  <a:lnTo>
                    <a:pt x="5524224" y="312185"/>
                  </a:lnTo>
                  <a:lnTo>
                    <a:pt x="5524342" y="312185"/>
                  </a:lnTo>
                  <a:lnTo>
                    <a:pt x="5524577" y="312185"/>
                  </a:lnTo>
                  <a:lnTo>
                    <a:pt x="5525047" y="312185"/>
                  </a:lnTo>
                  <a:lnTo>
                    <a:pt x="5525165" y="312185"/>
                  </a:lnTo>
                  <a:lnTo>
                    <a:pt x="5525282" y="312185"/>
                  </a:lnTo>
                  <a:lnTo>
                    <a:pt x="5525635" y="312185"/>
                  </a:lnTo>
                  <a:lnTo>
                    <a:pt x="5525753" y="312185"/>
                  </a:lnTo>
                  <a:lnTo>
                    <a:pt x="5526223" y="312185"/>
                  </a:lnTo>
                  <a:lnTo>
                    <a:pt x="5526223" y="311754"/>
                  </a:lnTo>
                  <a:lnTo>
                    <a:pt x="5526459" y="311323"/>
                  </a:lnTo>
                  <a:lnTo>
                    <a:pt x="5526694" y="310893"/>
                  </a:lnTo>
                  <a:lnTo>
                    <a:pt x="5527047" y="310462"/>
                  </a:lnTo>
                  <a:lnTo>
                    <a:pt x="5527399" y="309601"/>
                  </a:lnTo>
                  <a:lnTo>
                    <a:pt x="5527517" y="309601"/>
                  </a:lnTo>
                  <a:lnTo>
                    <a:pt x="5527870" y="309601"/>
                  </a:lnTo>
                  <a:lnTo>
                    <a:pt x="5527988" y="309601"/>
                  </a:lnTo>
                  <a:lnTo>
                    <a:pt x="5528340" y="309170"/>
                  </a:lnTo>
                  <a:lnTo>
                    <a:pt x="5528576" y="309170"/>
                  </a:lnTo>
                  <a:lnTo>
                    <a:pt x="5528693" y="309170"/>
                  </a:lnTo>
                  <a:lnTo>
                    <a:pt x="5529046" y="309170"/>
                  </a:lnTo>
                  <a:lnTo>
                    <a:pt x="5529281" y="309170"/>
                  </a:lnTo>
                  <a:lnTo>
                    <a:pt x="5529399" y="309170"/>
                  </a:lnTo>
                  <a:lnTo>
                    <a:pt x="5529752" y="309170"/>
                  </a:lnTo>
                  <a:lnTo>
                    <a:pt x="5529869" y="309170"/>
                  </a:lnTo>
                  <a:lnTo>
                    <a:pt x="5530457" y="309170"/>
                  </a:lnTo>
                  <a:lnTo>
                    <a:pt x="5530575" y="309170"/>
                  </a:lnTo>
                  <a:lnTo>
                    <a:pt x="5530693" y="309170"/>
                  </a:lnTo>
                  <a:lnTo>
                    <a:pt x="5531163" y="309170"/>
                  </a:lnTo>
                  <a:lnTo>
                    <a:pt x="5531281" y="308740"/>
                  </a:lnTo>
                  <a:lnTo>
                    <a:pt x="5531281" y="308309"/>
                  </a:lnTo>
                  <a:lnTo>
                    <a:pt x="5531869" y="308309"/>
                  </a:lnTo>
                  <a:lnTo>
                    <a:pt x="5532222" y="308309"/>
                  </a:lnTo>
                  <a:lnTo>
                    <a:pt x="5532339" y="308309"/>
                  </a:lnTo>
                  <a:lnTo>
                    <a:pt x="5532457" y="308309"/>
                  </a:lnTo>
                  <a:lnTo>
                    <a:pt x="5532575" y="308309"/>
                  </a:lnTo>
                  <a:lnTo>
                    <a:pt x="5532927" y="307879"/>
                  </a:lnTo>
                  <a:lnTo>
                    <a:pt x="5532927" y="307448"/>
                  </a:lnTo>
                  <a:lnTo>
                    <a:pt x="5533163" y="307448"/>
                  </a:lnTo>
                  <a:lnTo>
                    <a:pt x="5533280" y="307448"/>
                  </a:lnTo>
                  <a:lnTo>
                    <a:pt x="5533398" y="307448"/>
                  </a:lnTo>
                  <a:lnTo>
                    <a:pt x="5533398" y="307017"/>
                  </a:lnTo>
                  <a:lnTo>
                    <a:pt x="5533515" y="307017"/>
                  </a:lnTo>
                  <a:lnTo>
                    <a:pt x="5534574" y="305295"/>
                  </a:lnTo>
                  <a:lnTo>
                    <a:pt x="5534809" y="304864"/>
                  </a:lnTo>
                  <a:lnTo>
                    <a:pt x="5534809" y="304434"/>
                  </a:lnTo>
                  <a:lnTo>
                    <a:pt x="5534927" y="304434"/>
                  </a:lnTo>
                  <a:lnTo>
                    <a:pt x="5535044" y="304434"/>
                  </a:lnTo>
                  <a:lnTo>
                    <a:pt x="5535280" y="304434"/>
                  </a:lnTo>
                  <a:lnTo>
                    <a:pt x="5535515" y="304434"/>
                  </a:lnTo>
                  <a:lnTo>
                    <a:pt x="5535868" y="304434"/>
                  </a:lnTo>
                  <a:lnTo>
                    <a:pt x="5535985" y="304434"/>
                  </a:lnTo>
                  <a:lnTo>
                    <a:pt x="5536456" y="303573"/>
                  </a:lnTo>
                  <a:lnTo>
                    <a:pt x="5536809" y="303573"/>
                  </a:lnTo>
                  <a:lnTo>
                    <a:pt x="5536926" y="303573"/>
                  </a:lnTo>
                  <a:lnTo>
                    <a:pt x="5537514" y="303573"/>
                  </a:lnTo>
                  <a:lnTo>
                    <a:pt x="5537632" y="303573"/>
                  </a:lnTo>
                  <a:lnTo>
                    <a:pt x="5538102" y="303573"/>
                  </a:lnTo>
                  <a:lnTo>
                    <a:pt x="5538220" y="303573"/>
                  </a:lnTo>
                  <a:lnTo>
                    <a:pt x="5538573" y="303142"/>
                  </a:lnTo>
                  <a:lnTo>
                    <a:pt x="5538690" y="303142"/>
                  </a:lnTo>
                  <a:lnTo>
                    <a:pt x="5538808" y="302711"/>
                  </a:lnTo>
                  <a:lnTo>
                    <a:pt x="5539043" y="302711"/>
                  </a:lnTo>
                  <a:lnTo>
                    <a:pt x="5539514" y="302711"/>
                  </a:lnTo>
                  <a:lnTo>
                    <a:pt x="5539867" y="302711"/>
                  </a:lnTo>
                  <a:lnTo>
                    <a:pt x="5540219" y="302711"/>
                  </a:lnTo>
                  <a:lnTo>
                    <a:pt x="5540337" y="302711"/>
                  </a:lnTo>
                  <a:lnTo>
                    <a:pt x="5540455" y="302711"/>
                  </a:lnTo>
                  <a:lnTo>
                    <a:pt x="5540572" y="302711"/>
                  </a:lnTo>
                  <a:lnTo>
                    <a:pt x="5541160" y="302281"/>
                  </a:lnTo>
                  <a:lnTo>
                    <a:pt x="5541278" y="302281"/>
                  </a:lnTo>
                  <a:lnTo>
                    <a:pt x="5541278" y="301850"/>
                  </a:lnTo>
                  <a:lnTo>
                    <a:pt x="5541513" y="301850"/>
                  </a:lnTo>
                  <a:lnTo>
                    <a:pt x="5541748" y="301850"/>
                  </a:lnTo>
                  <a:lnTo>
                    <a:pt x="5541866" y="301850"/>
                  </a:lnTo>
                  <a:lnTo>
                    <a:pt x="5542219" y="301420"/>
                  </a:lnTo>
                  <a:lnTo>
                    <a:pt x="5542337" y="301420"/>
                  </a:lnTo>
                  <a:lnTo>
                    <a:pt x="5542925" y="301420"/>
                  </a:lnTo>
                  <a:lnTo>
                    <a:pt x="5543395" y="300989"/>
                  </a:lnTo>
                  <a:lnTo>
                    <a:pt x="5544218" y="300558"/>
                  </a:lnTo>
                  <a:lnTo>
                    <a:pt x="5544571" y="300558"/>
                  </a:lnTo>
                  <a:lnTo>
                    <a:pt x="5544571" y="300128"/>
                  </a:lnTo>
                  <a:lnTo>
                    <a:pt x="5545159" y="298836"/>
                  </a:lnTo>
                  <a:lnTo>
                    <a:pt x="5545394" y="298836"/>
                  </a:lnTo>
                  <a:lnTo>
                    <a:pt x="5545512" y="298836"/>
                  </a:lnTo>
                  <a:lnTo>
                    <a:pt x="5545983" y="298836"/>
                  </a:lnTo>
                  <a:lnTo>
                    <a:pt x="5545983" y="298405"/>
                  </a:lnTo>
                  <a:lnTo>
                    <a:pt x="5545983" y="297975"/>
                  </a:lnTo>
                  <a:lnTo>
                    <a:pt x="5546100" y="297975"/>
                  </a:lnTo>
                  <a:lnTo>
                    <a:pt x="5546453" y="297975"/>
                  </a:lnTo>
                  <a:lnTo>
                    <a:pt x="5546571" y="297975"/>
                  </a:lnTo>
                  <a:lnTo>
                    <a:pt x="5546806" y="297975"/>
                  </a:lnTo>
                  <a:lnTo>
                    <a:pt x="5546806" y="297544"/>
                  </a:lnTo>
                  <a:lnTo>
                    <a:pt x="5546923" y="297544"/>
                  </a:lnTo>
                  <a:lnTo>
                    <a:pt x="5547041" y="297114"/>
                  </a:lnTo>
                  <a:lnTo>
                    <a:pt x="5547276" y="296683"/>
                  </a:lnTo>
                  <a:lnTo>
                    <a:pt x="5547864" y="296252"/>
                  </a:lnTo>
                  <a:lnTo>
                    <a:pt x="5548100" y="296252"/>
                  </a:lnTo>
                  <a:lnTo>
                    <a:pt x="5548217" y="296252"/>
                  </a:lnTo>
                  <a:lnTo>
                    <a:pt x="5548688" y="296252"/>
                  </a:lnTo>
                  <a:lnTo>
                    <a:pt x="5548805" y="296252"/>
                  </a:lnTo>
                  <a:lnTo>
                    <a:pt x="5549041" y="296252"/>
                  </a:lnTo>
                  <a:lnTo>
                    <a:pt x="5549158" y="296252"/>
                  </a:lnTo>
                  <a:lnTo>
                    <a:pt x="5549276" y="296252"/>
                  </a:lnTo>
                  <a:lnTo>
                    <a:pt x="5549511" y="295822"/>
                  </a:lnTo>
                  <a:lnTo>
                    <a:pt x="5549864" y="295822"/>
                  </a:lnTo>
                  <a:lnTo>
                    <a:pt x="5550334" y="295391"/>
                  </a:lnTo>
                  <a:lnTo>
                    <a:pt x="5550452" y="295391"/>
                  </a:lnTo>
                  <a:lnTo>
                    <a:pt x="5551040" y="295391"/>
                  </a:lnTo>
                  <a:lnTo>
                    <a:pt x="5551275" y="294961"/>
                  </a:lnTo>
                  <a:lnTo>
                    <a:pt x="5551393" y="294961"/>
                  </a:lnTo>
                  <a:lnTo>
                    <a:pt x="5551863" y="294961"/>
                  </a:lnTo>
                  <a:lnTo>
                    <a:pt x="5552334" y="293669"/>
                  </a:lnTo>
                  <a:lnTo>
                    <a:pt x="5552451" y="293669"/>
                  </a:lnTo>
                  <a:lnTo>
                    <a:pt x="5553157" y="293669"/>
                  </a:lnTo>
                  <a:lnTo>
                    <a:pt x="5553275" y="293669"/>
                  </a:lnTo>
                  <a:lnTo>
                    <a:pt x="5553627" y="293238"/>
                  </a:lnTo>
                  <a:lnTo>
                    <a:pt x="5553627" y="292808"/>
                  </a:lnTo>
                  <a:lnTo>
                    <a:pt x="5553980" y="292808"/>
                  </a:lnTo>
                  <a:lnTo>
                    <a:pt x="5554216" y="292808"/>
                  </a:lnTo>
                  <a:lnTo>
                    <a:pt x="5554568" y="292808"/>
                  </a:lnTo>
                  <a:lnTo>
                    <a:pt x="5554568" y="292377"/>
                  </a:lnTo>
                  <a:lnTo>
                    <a:pt x="5554686" y="292377"/>
                  </a:lnTo>
                  <a:lnTo>
                    <a:pt x="5556333" y="291516"/>
                  </a:lnTo>
                  <a:lnTo>
                    <a:pt x="5556568" y="291516"/>
                  </a:lnTo>
                  <a:lnTo>
                    <a:pt x="5557156" y="291085"/>
                  </a:lnTo>
                  <a:lnTo>
                    <a:pt x="5557391" y="291085"/>
                  </a:lnTo>
                  <a:lnTo>
                    <a:pt x="5557626" y="291085"/>
                  </a:lnTo>
                  <a:lnTo>
                    <a:pt x="5557862" y="291085"/>
                  </a:lnTo>
                  <a:lnTo>
                    <a:pt x="5558097" y="291085"/>
                  </a:lnTo>
                  <a:lnTo>
                    <a:pt x="5558214" y="291085"/>
                  </a:lnTo>
                  <a:lnTo>
                    <a:pt x="5558332" y="291085"/>
                  </a:lnTo>
                  <a:lnTo>
                    <a:pt x="5558803" y="291085"/>
                  </a:lnTo>
                  <a:lnTo>
                    <a:pt x="5558803" y="290655"/>
                  </a:lnTo>
                  <a:lnTo>
                    <a:pt x="5558803" y="290224"/>
                  </a:lnTo>
                  <a:lnTo>
                    <a:pt x="5559155" y="289793"/>
                  </a:lnTo>
                  <a:lnTo>
                    <a:pt x="5559273" y="289793"/>
                  </a:lnTo>
                  <a:lnTo>
                    <a:pt x="5559391" y="289793"/>
                  </a:lnTo>
                  <a:lnTo>
                    <a:pt x="5559743" y="289363"/>
                  </a:lnTo>
                  <a:lnTo>
                    <a:pt x="5559861" y="289363"/>
                  </a:lnTo>
                  <a:lnTo>
                    <a:pt x="5559979" y="289363"/>
                  </a:lnTo>
                  <a:lnTo>
                    <a:pt x="5560331" y="289363"/>
                  </a:lnTo>
                  <a:lnTo>
                    <a:pt x="5560449" y="289363"/>
                  </a:lnTo>
                  <a:lnTo>
                    <a:pt x="5560920" y="289363"/>
                  </a:lnTo>
                  <a:lnTo>
                    <a:pt x="5561155" y="289363"/>
                  </a:lnTo>
                  <a:lnTo>
                    <a:pt x="5561625" y="289363"/>
                  </a:lnTo>
                  <a:lnTo>
                    <a:pt x="5561743" y="289363"/>
                  </a:lnTo>
                  <a:lnTo>
                    <a:pt x="5561978" y="289363"/>
                  </a:lnTo>
                  <a:lnTo>
                    <a:pt x="5562096" y="289363"/>
                  </a:lnTo>
                  <a:lnTo>
                    <a:pt x="5562449" y="289363"/>
                  </a:lnTo>
                  <a:lnTo>
                    <a:pt x="5562684" y="289363"/>
                  </a:lnTo>
                  <a:lnTo>
                    <a:pt x="5562801" y="289363"/>
                  </a:lnTo>
                  <a:lnTo>
                    <a:pt x="5563037" y="289363"/>
                  </a:lnTo>
                  <a:lnTo>
                    <a:pt x="5563389" y="289363"/>
                  </a:lnTo>
                  <a:lnTo>
                    <a:pt x="5563507" y="289363"/>
                  </a:lnTo>
                  <a:lnTo>
                    <a:pt x="5563625" y="289363"/>
                  </a:lnTo>
                  <a:lnTo>
                    <a:pt x="5564330" y="288932"/>
                  </a:lnTo>
                  <a:lnTo>
                    <a:pt x="5564566" y="288071"/>
                  </a:lnTo>
                  <a:lnTo>
                    <a:pt x="5564801" y="288071"/>
                  </a:lnTo>
                  <a:lnTo>
                    <a:pt x="5565154" y="288071"/>
                  </a:lnTo>
                  <a:lnTo>
                    <a:pt x="5565154" y="287640"/>
                  </a:lnTo>
                  <a:lnTo>
                    <a:pt x="5565154" y="287210"/>
                  </a:lnTo>
                  <a:lnTo>
                    <a:pt x="5565389" y="287210"/>
                  </a:lnTo>
                  <a:lnTo>
                    <a:pt x="5565624" y="286779"/>
                  </a:lnTo>
                  <a:lnTo>
                    <a:pt x="5565977" y="286349"/>
                  </a:lnTo>
                  <a:lnTo>
                    <a:pt x="5566565" y="286349"/>
                  </a:lnTo>
                  <a:lnTo>
                    <a:pt x="5566683" y="286349"/>
                  </a:lnTo>
                  <a:lnTo>
                    <a:pt x="5566800" y="286349"/>
                  </a:lnTo>
                  <a:lnTo>
                    <a:pt x="5566918" y="286349"/>
                  </a:lnTo>
                  <a:lnTo>
                    <a:pt x="5566918" y="285918"/>
                  </a:lnTo>
                  <a:lnTo>
                    <a:pt x="5567036" y="285918"/>
                  </a:lnTo>
                  <a:lnTo>
                    <a:pt x="5567388" y="285918"/>
                  </a:lnTo>
                  <a:lnTo>
                    <a:pt x="5567624" y="285487"/>
                  </a:lnTo>
                  <a:lnTo>
                    <a:pt x="5567859" y="285487"/>
                  </a:lnTo>
                  <a:lnTo>
                    <a:pt x="5567976" y="285487"/>
                  </a:lnTo>
                  <a:lnTo>
                    <a:pt x="5568447" y="285057"/>
                  </a:lnTo>
                  <a:lnTo>
                    <a:pt x="5568682" y="285057"/>
                  </a:lnTo>
                  <a:lnTo>
                    <a:pt x="5568800" y="285057"/>
                  </a:lnTo>
                  <a:lnTo>
                    <a:pt x="5569035" y="285057"/>
                  </a:lnTo>
                  <a:lnTo>
                    <a:pt x="5569153" y="285057"/>
                  </a:lnTo>
                  <a:lnTo>
                    <a:pt x="5570093" y="285057"/>
                  </a:lnTo>
                  <a:lnTo>
                    <a:pt x="5570211" y="285057"/>
                  </a:lnTo>
                  <a:lnTo>
                    <a:pt x="5570329" y="285057"/>
                  </a:lnTo>
                  <a:lnTo>
                    <a:pt x="5570446" y="285057"/>
                  </a:lnTo>
                  <a:lnTo>
                    <a:pt x="5570917" y="285057"/>
                  </a:lnTo>
                  <a:lnTo>
                    <a:pt x="5571152" y="285057"/>
                  </a:lnTo>
                  <a:lnTo>
                    <a:pt x="5571270" y="285057"/>
                  </a:lnTo>
                  <a:lnTo>
                    <a:pt x="5571505" y="285057"/>
                  </a:lnTo>
                  <a:lnTo>
                    <a:pt x="5571740" y="285057"/>
                  </a:lnTo>
                  <a:lnTo>
                    <a:pt x="5572093" y="285057"/>
                  </a:lnTo>
                  <a:lnTo>
                    <a:pt x="5572328" y="285057"/>
                  </a:lnTo>
                  <a:lnTo>
                    <a:pt x="5572446" y="285057"/>
                  </a:lnTo>
                  <a:lnTo>
                    <a:pt x="5572681" y="284196"/>
                  </a:lnTo>
                  <a:lnTo>
                    <a:pt x="5572799" y="284196"/>
                  </a:lnTo>
                  <a:lnTo>
                    <a:pt x="5573387" y="282473"/>
                  </a:lnTo>
                  <a:lnTo>
                    <a:pt x="5573504" y="282473"/>
                  </a:lnTo>
                  <a:lnTo>
                    <a:pt x="5573857" y="281181"/>
                  </a:lnTo>
                  <a:lnTo>
                    <a:pt x="5573975" y="281181"/>
                  </a:lnTo>
                  <a:lnTo>
                    <a:pt x="5573975" y="280751"/>
                  </a:lnTo>
                  <a:lnTo>
                    <a:pt x="5574445" y="280751"/>
                  </a:lnTo>
                  <a:lnTo>
                    <a:pt x="5574563" y="280751"/>
                  </a:lnTo>
                  <a:lnTo>
                    <a:pt x="5575151" y="280751"/>
                  </a:lnTo>
                  <a:lnTo>
                    <a:pt x="5575268" y="280751"/>
                  </a:lnTo>
                  <a:lnTo>
                    <a:pt x="5575739" y="280751"/>
                  </a:lnTo>
                  <a:lnTo>
                    <a:pt x="5576209" y="280751"/>
                  </a:lnTo>
                  <a:lnTo>
                    <a:pt x="5576445" y="280751"/>
                  </a:lnTo>
                  <a:lnTo>
                    <a:pt x="5576562" y="280751"/>
                  </a:lnTo>
                  <a:lnTo>
                    <a:pt x="5576680" y="280751"/>
                  </a:lnTo>
                  <a:lnTo>
                    <a:pt x="5576797" y="280751"/>
                  </a:lnTo>
                  <a:lnTo>
                    <a:pt x="5577503" y="280320"/>
                  </a:lnTo>
                  <a:lnTo>
                    <a:pt x="5577856" y="280320"/>
                  </a:lnTo>
                  <a:lnTo>
                    <a:pt x="5577856" y="279890"/>
                  </a:lnTo>
                  <a:lnTo>
                    <a:pt x="5577856" y="279459"/>
                  </a:lnTo>
                  <a:lnTo>
                    <a:pt x="5578091" y="279459"/>
                  </a:lnTo>
                  <a:lnTo>
                    <a:pt x="5578326" y="279459"/>
                  </a:lnTo>
                  <a:lnTo>
                    <a:pt x="5578679" y="279459"/>
                  </a:lnTo>
                  <a:lnTo>
                    <a:pt x="5578915" y="279459"/>
                  </a:lnTo>
                  <a:lnTo>
                    <a:pt x="5579032" y="279459"/>
                  </a:lnTo>
                  <a:lnTo>
                    <a:pt x="5579150" y="279459"/>
                  </a:lnTo>
                  <a:lnTo>
                    <a:pt x="5580796" y="278598"/>
                  </a:lnTo>
                  <a:lnTo>
                    <a:pt x="5581032" y="278598"/>
                  </a:lnTo>
                  <a:lnTo>
                    <a:pt x="5581149" y="278167"/>
                  </a:lnTo>
                  <a:lnTo>
                    <a:pt x="5581620" y="278167"/>
                  </a:lnTo>
                  <a:lnTo>
                    <a:pt x="5581855" y="278167"/>
                  </a:lnTo>
                  <a:lnTo>
                    <a:pt x="5581973" y="278167"/>
                  </a:lnTo>
                  <a:lnTo>
                    <a:pt x="5582090" y="278167"/>
                  </a:lnTo>
                  <a:lnTo>
                    <a:pt x="5582208" y="278167"/>
                  </a:lnTo>
                  <a:lnTo>
                    <a:pt x="5582443" y="278167"/>
                  </a:lnTo>
                  <a:lnTo>
                    <a:pt x="5582796" y="278167"/>
                  </a:lnTo>
                  <a:lnTo>
                    <a:pt x="5582913" y="278167"/>
                  </a:lnTo>
                  <a:lnTo>
                    <a:pt x="5583031" y="278167"/>
                  </a:lnTo>
                  <a:lnTo>
                    <a:pt x="5583266" y="278167"/>
                  </a:lnTo>
                  <a:lnTo>
                    <a:pt x="5583501" y="278167"/>
                  </a:lnTo>
                  <a:lnTo>
                    <a:pt x="5584442" y="277737"/>
                  </a:lnTo>
                  <a:lnTo>
                    <a:pt x="5585030" y="277737"/>
                  </a:lnTo>
                  <a:lnTo>
                    <a:pt x="5585619" y="277737"/>
                  </a:lnTo>
                  <a:lnTo>
                    <a:pt x="5586089" y="277306"/>
                  </a:lnTo>
                  <a:lnTo>
                    <a:pt x="5586207" y="277306"/>
                  </a:lnTo>
                  <a:lnTo>
                    <a:pt x="5586324" y="277306"/>
                  </a:lnTo>
                  <a:lnTo>
                    <a:pt x="5586559" y="277306"/>
                  </a:lnTo>
                  <a:lnTo>
                    <a:pt x="5586677" y="277306"/>
                  </a:lnTo>
                  <a:lnTo>
                    <a:pt x="5586795" y="276875"/>
                  </a:lnTo>
                  <a:lnTo>
                    <a:pt x="5587148" y="276875"/>
                  </a:lnTo>
                  <a:lnTo>
                    <a:pt x="5587265" y="276875"/>
                  </a:lnTo>
                  <a:lnTo>
                    <a:pt x="5587618" y="276875"/>
                  </a:lnTo>
                  <a:lnTo>
                    <a:pt x="5587853" y="276875"/>
                  </a:lnTo>
                  <a:lnTo>
                    <a:pt x="5587971" y="276875"/>
                  </a:lnTo>
                  <a:lnTo>
                    <a:pt x="5588088" y="276875"/>
                  </a:lnTo>
                  <a:lnTo>
                    <a:pt x="5588206" y="276875"/>
                  </a:lnTo>
                  <a:lnTo>
                    <a:pt x="5588324" y="276875"/>
                  </a:lnTo>
                  <a:lnTo>
                    <a:pt x="5588794" y="276445"/>
                  </a:lnTo>
                  <a:lnTo>
                    <a:pt x="5589029" y="276445"/>
                  </a:lnTo>
                  <a:lnTo>
                    <a:pt x="5589265" y="276445"/>
                  </a:lnTo>
                  <a:lnTo>
                    <a:pt x="5589382" y="276445"/>
                  </a:lnTo>
                  <a:lnTo>
                    <a:pt x="5589500" y="276445"/>
                  </a:lnTo>
                  <a:lnTo>
                    <a:pt x="5589617" y="276445"/>
                  </a:lnTo>
                  <a:lnTo>
                    <a:pt x="5590206" y="276014"/>
                  </a:lnTo>
                  <a:lnTo>
                    <a:pt x="5590794" y="276014"/>
                  </a:lnTo>
                  <a:lnTo>
                    <a:pt x="5591264" y="276014"/>
                  </a:lnTo>
                  <a:lnTo>
                    <a:pt x="5591382" y="276014"/>
                  </a:lnTo>
                  <a:lnTo>
                    <a:pt x="5591499" y="276014"/>
                  </a:lnTo>
                  <a:lnTo>
                    <a:pt x="5591734" y="276014"/>
                  </a:lnTo>
                  <a:lnTo>
                    <a:pt x="5591734" y="275584"/>
                  </a:lnTo>
                  <a:lnTo>
                    <a:pt x="5591970" y="275584"/>
                  </a:lnTo>
                  <a:lnTo>
                    <a:pt x="5592087" y="275584"/>
                  </a:lnTo>
                  <a:lnTo>
                    <a:pt x="5592323" y="275584"/>
                  </a:lnTo>
                  <a:lnTo>
                    <a:pt x="5592675" y="274292"/>
                  </a:lnTo>
                  <a:lnTo>
                    <a:pt x="5592911" y="274292"/>
                  </a:lnTo>
                  <a:lnTo>
                    <a:pt x="5593381" y="273861"/>
                  </a:lnTo>
                  <a:lnTo>
                    <a:pt x="5593499" y="273861"/>
                  </a:lnTo>
                  <a:lnTo>
                    <a:pt x="5593616" y="273861"/>
                  </a:lnTo>
                  <a:lnTo>
                    <a:pt x="5593734" y="273861"/>
                  </a:lnTo>
                  <a:lnTo>
                    <a:pt x="5593734" y="273431"/>
                  </a:lnTo>
                  <a:lnTo>
                    <a:pt x="5593852" y="273431"/>
                  </a:lnTo>
                  <a:lnTo>
                    <a:pt x="5594557" y="273000"/>
                  </a:lnTo>
                  <a:lnTo>
                    <a:pt x="5594675" y="273000"/>
                  </a:lnTo>
                  <a:lnTo>
                    <a:pt x="5595145" y="273000"/>
                  </a:lnTo>
                  <a:lnTo>
                    <a:pt x="5595498" y="273000"/>
                  </a:lnTo>
                  <a:lnTo>
                    <a:pt x="5595616" y="273000"/>
                  </a:lnTo>
                  <a:lnTo>
                    <a:pt x="5595969" y="273000"/>
                  </a:lnTo>
                  <a:lnTo>
                    <a:pt x="5596086" y="273000"/>
                  </a:lnTo>
                  <a:lnTo>
                    <a:pt x="5596204" y="273000"/>
                  </a:lnTo>
                  <a:lnTo>
                    <a:pt x="5596557" y="273000"/>
                  </a:lnTo>
                  <a:lnTo>
                    <a:pt x="5596674" y="272569"/>
                  </a:lnTo>
                  <a:lnTo>
                    <a:pt x="5597262" y="272569"/>
                  </a:lnTo>
                  <a:lnTo>
                    <a:pt x="5597380" y="272569"/>
                  </a:lnTo>
                  <a:lnTo>
                    <a:pt x="5597968" y="271708"/>
                  </a:lnTo>
                  <a:lnTo>
                    <a:pt x="5598203" y="271278"/>
                  </a:lnTo>
                  <a:lnTo>
                    <a:pt x="5598321" y="271278"/>
                  </a:lnTo>
                  <a:lnTo>
                    <a:pt x="5598556" y="271278"/>
                  </a:lnTo>
                  <a:lnTo>
                    <a:pt x="5598674" y="270847"/>
                  </a:lnTo>
                  <a:lnTo>
                    <a:pt x="5598791" y="270847"/>
                  </a:lnTo>
                  <a:lnTo>
                    <a:pt x="5599027" y="270847"/>
                  </a:lnTo>
                  <a:lnTo>
                    <a:pt x="5599262" y="270847"/>
                  </a:lnTo>
                  <a:lnTo>
                    <a:pt x="5599379" y="270847"/>
                  </a:lnTo>
                  <a:lnTo>
                    <a:pt x="5599497" y="270847"/>
                  </a:lnTo>
                  <a:lnTo>
                    <a:pt x="5599615" y="270847"/>
                  </a:lnTo>
                  <a:lnTo>
                    <a:pt x="5599732" y="270847"/>
                  </a:lnTo>
                  <a:lnTo>
                    <a:pt x="5599850" y="270847"/>
                  </a:lnTo>
                  <a:lnTo>
                    <a:pt x="5600085" y="270847"/>
                  </a:lnTo>
                  <a:lnTo>
                    <a:pt x="5600203" y="270847"/>
                  </a:lnTo>
                  <a:lnTo>
                    <a:pt x="5600438" y="270847"/>
                  </a:lnTo>
                  <a:lnTo>
                    <a:pt x="5600438" y="270416"/>
                  </a:lnTo>
                  <a:lnTo>
                    <a:pt x="5601261" y="270416"/>
                  </a:lnTo>
                  <a:lnTo>
                    <a:pt x="5601379" y="270416"/>
                  </a:lnTo>
                  <a:lnTo>
                    <a:pt x="5601732" y="269986"/>
                  </a:lnTo>
                  <a:lnTo>
                    <a:pt x="5601849" y="269986"/>
                  </a:lnTo>
                  <a:lnTo>
                    <a:pt x="5602085" y="269986"/>
                  </a:lnTo>
                  <a:lnTo>
                    <a:pt x="5603025" y="269986"/>
                  </a:lnTo>
                  <a:lnTo>
                    <a:pt x="5603378" y="269986"/>
                  </a:lnTo>
                  <a:lnTo>
                    <a:pt x="5603614" y="269986"/>
                  </a:lnTo>
                  <a:lnTo>
                    <a:pt x="5603966" y="269986"/>
                  </a:lnTo>
                  <a:lnTo>
                    <a:pt x="5604084" y="269986"/>
                  </a:lnTo>
                  <a:lnTo>
                    <a:pt x="5604084" y="269555"/>
                  </a:lnTo>
                  <a:lnTo>
                    <a:pt x="5604202" y="269555"/>
                  </a:lnTo>
                  <a:lnTo>
                    <a:pt x="5604437" y="269555"/>
                  </a:lnTo>
                  <a:lnTo>
                    <a:pt x="5604672" y="269555"/>
                  </a:lnTo>
                  <a:lnTo>
                    <a:pt x="5604790" y="269555"/>
                  </a:lnTo>
                  <a:lnTo>
                    <a:pt x="5604790" y="269125"/>
                  </a:lnTo>
                  <a:lnTo>
                    <a:pt x="5604907" y="268694"/>
                  </a:lnTo>
                  <a:lnTo>
                    <a:pt x="5605143" y="268694"/>
                  </a:lnTo>
                  <a:lnTo>
                    <a:pt x="5605378" y="268694"/>
                  </a:lnTo>
                  <a:lnTo>
                    <a:pt x="5605731" y="268694"/>
                  </a:lnTo>
                  <a:lnTo>
                    <a:pt x="5605848" y="268694"/>
                  </a:lnTo>
                  <a:lnTo>
                    <a:pt x="5606436" y="267833"/>
                  </a:lnTo>
                  <a:lnTo>
                    <a:pt x="5606554" y="267833"/>
                  </a:lnTo>
                  <a:lnTo>
                    <a:pt x="5607024" y="267833"/>
                  </a:lnTo>
                  <a:lnTo>
                    <a:pt x="5607142" y="267833"/>
                  </a:lnTo>
                  <a:lnTo>
                    <a:pt x="5607495" y="267833"/>
                  </a:lnTo>
                  <a:lnTo>
                    <a:pt x="5607730" y="267833"/>
                  </a:lnTo>
                  <a:lnTo>
                    <a:pt x="5607848" y="267833"/>
                  </a:lnTo>
                  <a:lnTo>
                    <a:pt x="5608083" y="267833"/>
                  </a:lnTo>
                  <a:lnTo>
                    <a:pt x="5608436" y="267833"/>
                  </a:lnTo>
                  <a:lnTo>
                    <a:pt x="5608553" y="267833"/>
                  </a:lnTo>
                  <a:lnTo>
                    <a:pt x="5608671" y="267833"/>
                  </a:lnTo>
                  <a:lnTo>
                    <a:pt x="5608789" y="267833"/>
                  </a:lnTo>
                  <a:lnTo>
                    <a:pt x="5608789" y="267402"/>
                  </a:lnTo>
                  <a:lnTo>
                    <a:pt x="5608906" y="267402"/>
                  </a:lnTo>
                  <a:lnTo>
                    <a:pt x="5609141" y="266972"/>
                  </a:lnTo>
                  <a:lnTo>
                    <a:pt x="5609494" y="266972"/>
                  </a:lnTo>
                  <a:lnTo>
                    <a:pt x="5610200" y="266541"/>
                  </a:lnTo>
                  <a:lnTo>
                    <a:pt x="5610318" y="266541"/>
                  </a:lnTo>
                  <a:lnTo>
                    <a:pt x="5611964" y="265680"/>
                  </a:lnTo>
                  <a:lnTo>
                    <a:pt x="5612199" y="265680"/>
                  </a:lnTo>
                  <a:lnTo>
                    <a:pt x="5612435" y="265680"/>
                  </a:lnTo>
                  <a:lnTo>
                    <a:pt x="5612670" y="265680"/>
                  </a:lnTo>
                  <a:lnTo>
                    <a:pt x="5612905" y="265680"/>
                  </a:lnTo>
                  <a:lnTo>
                    <a:pt x="5613023" y="265680"/>
                  </a:lnTo>
                  <a:lnTo>
                    <a:pt x="5613376" y="265680"/>
                  </a:lnTo>
                  <a:lnTo>
                    <a:pt x="5613964" y="265680"/>
                  </a:lnTo>
                  <a:lnTo>
                    <a:pt x="5614081" y="265680"/>
                  </a:lnTo>
                  <a:lnTo>
                    <a:pt x="5614316" y="265680"/>
                  </a:lnTo>
                  <a:lnTo>
                    <a:pt x="5614316" y="265249"/>
                  </a:lnTo>
                  <a:lnTo>
                    <a:pt x="5614316" y="264819"/>
                  </a:lnTo>
                  <a:lnTo>
                    <a:pt x="5614552" y="264819"/>
                  </a:lnTo>
                  <a:lnTo>
                    <a:pt x="5614669" y="264388"/>
                  </a:lnTo>
                  <a:lnTo>
                    <a:pt x="5615257" y="264388"/>
                  </a:lnTo>
                  <a:lnTo>
                    <a:pt x="5615610" y="263527"/>
                  </a:lnTo>
                  <a:lnTo>
                    <a:pt x="5615963" y="263527"/>
                  </a:lnTo>
                  <a:lnTo>
                    <a:pt x="5616198" y="262666"/>
                  </a:lnTo>
                  <a:lnTo>
                    <a:pt x="5616316" y="262666"/>
                  </a:lnTo>
                  <a:lnTo>
                    <a:pt x="5616551" y="262666"/>
                  </a:lnTo>
                  <a:lnTo>
                    <a:pt x="5616786" y="262666"/>
                  </a:lnTo>
                  <a:lnTo>
                    <a:pt x="5617139" y="262666"/>
                  </a:lnTo>
                  <a:lnTo>
                    <a:pt x="5617257" y="262666"/>
                  </a:lnTo>
                  <a:lnTo>
                    <a:pt x="5617374" y="262666"/>
                  </a:lnTo>
                  <a:lnTo>
                    <a:pt x="5617492" y="262666"/>
                  </a:lnTo>
                  <a:lnTo>
                    <a:pt x="5617610" y="262666"/>
                  </a:lnTo>
                  <a:lnTo>
                    <a:pt x="5617845" y="262666"/>
                  </a:lnTo>
                  <a:lnTo>
                    <a:pt x="5618433" y="262666"/>
                  </a:lnTo>
                  <a:lnTo>
                    <a:pt x="5618551" y="262666"/>
                  </a:lnTo>
                  <a:lnTo>
                    <a:pt x="5618668" y="262666"/>
                  </a:lnTo>
                  <a:lnTo>
                    <a:pt x="5618903" y="262666"/>
                  </a:lnTo>
                  <a:lnTo>
                    <a:pt x="5619021" y="262666"/>
                  </a:lnTo>
                  <a:lnTo>
                    <a:pt x="5619139" y="262666"/>
                  </a:lnTo>
                  <a:lnTo>
                    <a:pt x="5619256" y="262666"/>
                  </a:lnTo>
                  <a:lnTo>
                    <a:pt x="5619609" y="262235"/>
                  </a:lnTo>
                  <a:lnTo>
                    <a:pt x="5619844" y="262235"/>
                  </a:lnTo>
                  <a:lnTo>
                    <a:pt x="5619962" y="261804"/>
                  </a:lnTo>
                  <a:lnTo>
                    <a:pt x="5620197" y="261804"/>
                  </a:lnTo>
                  <a:lnTo>
                    <a:pt x="5620315" y="261374"/>
                  </a:lnTo>
                  <a:lnTo>
                    <a:pt x="5620785" y="260943"/>
                  </a:lnTo>
                  <a:lnTo>
                    <a:pt x="5620903" y="260943"/>
                  </a:lnTo>
                  <a:lnTo>
                    <a:pt x="5621138" y="260082"/>
                  </a:lnTo>
                  <a:lnTo>
                    <a:pt x="5621256" y="260082"/>
                  </a:lnTo>
                  <a:lnTo>
                    <a:pt x="5621373" y="259651"/>
                  </a:lnTo>
                  <a:lnTo>
                    <a:pt x="5621609" y="259651"/>
                  </a:lnTo>
                  <a:lnTo>
                    <a:pt x="5621726" y="259651"/>
                  </a:lnTo>
                  <a:lnTo>
                    <a:pt x="5622785" y="259651"/>
                  </a:lnTo>
                  <a:lnTo>
                    <a:pt x="5622902" y="259651"/>
                  </a:lnTo>
                  <a:lnTo>
                    <a:pt x="5623020" y="258790"/>
                  </a:lnTo>
                  <a:lnTo>
                    <a:pt x="5623138" y="258790"/>
                  </a:lnTo>
                  <a:lnTo>
                    <a:pt x="5623255" y="258790"/>
                  </a:lnTo>
                  <a:lnTo>
                    <a:pt x="5623373" y="258790"/>
                  </a:lnTo>
                  <a:lnTo>
                    <a:pt x="5623490" y="258790"/>
                  </a:lnTo>
                  <a:lnTo>
                    <a:pt x="5623843" y="258790"/>
                  </a:lnTo>
                  <a:lnTo>
                    <a:pt x="5624314" y="258790"/>
                  </a:lnTo>
                  <a:lnTo>
                    <a:pt x="5624549" y="258790"/>
                  </a:lnTo>
                  <a:lnTo>
                    <a:pt x="5624784" y="258790"/>
                  </a:lnTo>
                  <a:lnTo>
                    <a:pt x="5625019" y="258790"/>
                  </a:lnTo>
                  <a:lnTo>
                    <a:pt x="5625137" y="258790"/>
                  </a:lnTo>
                  <a:lnTo>
                    <a:pt x="5625372" y="258360"/>
                  </a:lnTo>
                  <a:lnTo>
                    <a:pt x="5625490" y="258360"/>
                  </a:lnTo>
                  <a:lnTo>
                    <a:pt x="5625490" y="257929"/>
                  </a:lnTo>
                  <a:lnTo>
                    <a:pt x="5625843" y="257498"/>
                  </a:lnTo>
                  <a:lnTo>
                    <a:pt x="5626195" y="257498"/>
                  </a:lnTo>
                  <a:lnTo>
                    <a:pt x="5626313" y="257498"/>
                  </a:lnTo>
                  <a:lnTo>
                    <a:pt x="5626431" y="257498"/>
                  </a:lnTo>
                  <a:lnTo>
                    <a:pt x="5627019" y="257498"/>
                  </a:lnTo>
                  <a:lnTo>
                    <a:pt x="5627136" y="257498"/>
                  </a:lnTo>
                  <a:lnTo>
                    <a:pt x="5627489" y="257498"/>
                  </a:lnTo>
                  <a:lnTo>
                    <a:pt x="5627607" y="257498"/>
                  </a:lnTo>
                  <a:lnTo>
                    <a:pt x="5627724" y="257498"/>
                  </a:lnTo>
                  <a:lnTo>
                    <a:pt x="5628077" y="257068"/>
                  </a:lnTo>
                  <a:lnTo>
                    <a:pt x="5629489" y="256207"/>
                  </a:lnTo>
                  <a:lnTo>
                    <a:pt x="5629842" y="256207"/>
                  </a:lnTo>
                  <a:lnTo>
                    <a:pt x="5629959" y="256207"/>
                  </a:lnTo>
                  <a:lnTo>
                    <a:pt x="5630077" y="256207"/>
                  </a:lnTo>
                  <a:lnTo>
                    <a:pt x="5630430" y="256207"/>
                  </a:lnTo>
                  <a:lnTo>
                    <a:pt x="5630665" y="256207"/>
                  </a:lnTo>
                  <a:lnTo>
                    <a:pt x="5630782" y="256207"/>
                  </a:lnTo>
                  <a:lnTo>
                    <a:pt x="5631018" y="256207"/>
                  </a:lnTo>
                  <a:lnTo>
                    <a:pt x="5631135" y="256207"/>
                  </a:lnTo>
                  <a:lnTo>
                    <a:pt x="5631253" y="256207"/>
                  </a:lnTo>
                  <a:lnTo>
                    <a:pt x="5631606" y="256207"/>
                  </a:lnTo>
                  <a:lnTo>
                    <a:pt x="5632076" y="255345"/>
                  </a:lnTo>
                  <a:lnTo>
                    <a:pt x="5632194" y="255345"/>
                  </a:lnTo>
                  <a:lnTo>
                    <a:pt x="5632311" y="255345"/>
                  </a:lnTo>
                  <a:lnTo>
                    <a:pt x="5632429" y="254484"/>
                  </a:lnTo>
                  <a:lnTo>
                    <a:pt x="5632664" y="254484"/>
                  </a:lnTo>
                  <a:lnTo>
                    <a:pt x="5632782" y="254484"/>
                  </a:lnTo>
                  <a:lnTo>
                    <a:pt x="5632899" y="254484"/>
                  </a:lnTo>
                  <a:lnTo>
                    <a:pt x="5633135" y="254484"/>
                  </a:lnTo>
                  <a:lnTo>
                    <a:pt x="5633370" y="254484"/>
                  </a:lnTo>
                  <a:lnTo>
                    <a:pt x="5633488" y="253192"/>
                  </a:lnTo>
                  <a:lnTo>
                    <a:pt x="5633723" y="252762"/>
                  </a:lnTo>
                  <a:lnTo>
                    <a:pt x="5633958" y="252762"/>
                  </a:lnTo>
                  <a:lnTo>
                    <a:pt x="5634311" y="252331"/>
                  </a:lnTo>
                  <a:lnTo>
                    <a:pt x="5634781" y="252331"/>
                  </a:lnTo>
                  <a:lnTo>
                    <a:pt x="5635134" y="252331"/>
                  </a:lnTo>
                  <a:lnTo>
                    <a:pt x="5635252" y="252331"/>
                  </a:lnTo>
                  <a:lnTo>
                    <a:pt x="5635957" y="252331"/>
                  </a:lnTo>
                  <a:lnTo>
                    <a:pt x="5636193" y="251901"/>
                  </a:lnTo>
                  <a:lnTo>
                    <a:pt x="5636310" y="251901"/>
                  </a:lnTo>
                  <a:lnTo>
                    <a:pt x="5636428" y="251901"/>
                  </a:lnTo>
                  <a:lnTo>
                    <a:pt x="5636428" y="251470"/>
                  </a:lnTo>
                  <a:lnTo>
                    <a:pt x="5636546" y="251039"/>
                  </a:lnTo>
                  <a:lnTo>
                    <a:pt x="5637016" y="250609"/>
                  </a:lnTo>
                  <a:lnTo>
                    <a:pt x="5637251" y="250609"/>
                  </a:lnTo>
                  <a:lnTo>
                    <a:pt x="5637722" y="250609"/>
                  </a:lnTo>
                  <a:lnTo>
                    <a:pt x="5637957" y="250178"/>
                  </a:lnTo>
                  <a:lnTo>
                    <a:pt x="5638192" y="250178"/>
                  </a:lnTo>
                  <a:lnTo>
                    <a:pt x="5638310" y="250178"/>
                  </a:lnTo>
                  <a:lnTo>
                    <a:pt x="5638427" y="250178"/>
                  </a:lnTo>
                  <a:lnTo>
                    <a:pt x="5638545" y="250178"/>
                  </a:lnTo>
                  <a:lnTo>
                    <a:pt x="5638663" y="250178"/>
                  </a:lnTo>
                  <a:lnTo>
                    <a:pt x="5638780" y="250178"/>
                  </a:lnTo>
                  <a:lnTo>
                    <a:pt x="5638898" y="249748"/>
                  </a:lnTo>
                  <a:lnTo>
                    <a:pt x="5639956" y="248456"/>
                  </a:lnTo>
                  <a:lnTo>
                    <a:pt x="5640074" y="248456"/>
                  </a:lnTo>
                  <a:lnTo>
                    <a:pt x="5640427" y="248456"/>
                  </a:lnTo>
                  <a:lnTo>
                    <a:pt x="5640544" y="248456"/>
                  </a:lnTo>
                  <a:lnTo>
                    <a:pt x="5640662" y="248456"/>
                  </a:lnTo>
                  <a:lnTo>
                    <a:pt x="5641015" y="248456"/>
                  </a:lnTo>
                  <a:lnTo>
                    <a:pt x="5641132" y="248456"/>
                  </a:lnTo>
                  <a:lnTo>
                    <a:pt x="5641721" y="248025"/>
                  </a:lnTo>
                  <a:lnTo>
                    <a:pt x="5641838" y="248025"/>
                  </a:lnTo>
                  <a:lnTo>
                    <a:pt x="5641956" y="248025"/>
                  </a:lnTo>
                  <a:lnTo>
                    <a:pt x="5642191" y="248025"/>
                  </a:lnTo>
                  <a:lnTo>
                    <a:pt x="5642426" y="248025"/>
                  </a:lnTo>
                  <a:lnTo>
                    <a:pt x="5642544" y="248025"/>
                  </a:lnTo>
                  <a:lnTo>
                    <a:pt x="5643014" y="247595"/>
                  </a:lnTo>
                  <a:lnTo>
                    <a:pt x="5643367" y="247595"/>
                  </a:lnTo>
                  <a:lnTo>
                    <a:pt x="5643602" y="247595"/>
                  </a:lnTo>
                  <a:lnTo>
                    <a:pt x="5643838" y="247595"/>
                  </a:lnTo>
                  <a:lnTo>
                    <a:pt x="5643955" y="247595"/>
                  </a:lnTo>
                  <a:lnTo>
                    <a:pt x="5644661" y="247595"/>
                  </a:lnTo>
                  <a:lnTo>
                    <a:pt x="5645131" y="247595"/>
                  </a:lnTo>
                  <a:lnTo>
                    <a:pt x="5645719" y="247595"/>
                  </a:lnTo>
                  <a:lnTo>
                    <a:pt x="5645955" y="247595"/>
                  </a:lnTo>
                  <a:lnTo>
                    <a:pt x="5646308" y="247595"/>
                  </a:lnTo>
                  <a:lnTo>
                    <a:pt x="5646425" y="247595"/>
                  </a:lnTo>
                  <a:lnTo>
                    <a:pt x="5646543" y="247595"/>
                  </a:lnTo>
                  <a:lnTo>
                    <a:pt x="5646660" y="247595"/>
                  </a:lnTo>
                  <a:lnTo>
                    <a:pt x="5646896" y="247164"/>
                  </a:lnTo>
                  <a:lnTo>
                    <a:pt x="5647013" y="247164"/>
                  </a:lnTo>
                  <a:lnTo>
                    <a:pt x="5647131" y="247164"/>
                  </a:lnTo>
                  <a:lnTo>
                    <a:pt x="5647248" y="246733"/>
                  </a:lnTo>
                  <a:lnTo>
                    <a:pt x="5647366" y="246733"/>
                  </a:lnTo>
                  <a:lnTo>
                    <a:pt x="5647484" y="246733"/>
                  </a:lnTo>
                  <a:lnTo>
                    <a:pt x="5647601" y="246733"/>
                  </a:lnTo>
                  <a:lnTo>
                    <a:pt x="5647837" y="246303"/>
                  </a:lnTo>
                  <a:lnTo>
                    <a:pt x="5648072" y="246303"/>
                  </a:lnTo>
                  <a:lnTo>
                    <a:pt x="5648189" y="246303"/>
                  </a:lnTo>
                  <a:lnTo>
                    <a:pt x="5648425" y="246303"/>
                  </a:lnTo>
                  <a:lnTo>
                    <a:pt x="5648660" y="246303"/>
                  </a:lnTo>
                  <a:lnTo>
                    <a:pt x="5648777" y="246303"/>
                  </a:lnTo>
                  <a:lnTo>
                    <a:pt x="5648895" y="246303"/>
                  </a:lnTo>
                  <a:lnTo>
                    <a:pt x="5649130" y="246303"/>
                  </a:lnTo>
                  <a:lnTo>
                    <a:pt x="5649248" y="246303"/>
                  </a:lnTo>
                  <a:lnTo>
                    <a:pt x="5652071" y="245442"/>
                  </a:lnTo>
                  <a:lnTo>
                    <a:pt x="5652306" y="245011"/>
                  </a:lnTo>
                  <a:lnTo>
                    <a:pt x="5652541" y="245011"/>
                  </a:lnTo>
                  <a:lnTo>
                    <a:pt x="5652894" y="244580"/>
                  </a:lnTo>
                  <a:lnTo>
                    <a:pt x="5653012" y="244580"/>
                  </a:lnTo>
                  <a:lnTo>
                    <a:pt x="5653129" y="244580"/>
                  </a:lnTo>
                  <a:lnTo>
                    <a:pt x="5653247" y="244150"/>
                  </a:lnTo>
                  <a:lnTo>
                    <a:pt x="5653364" y="244150"/>
                  </a:lnTo>
                  <a:lnTo>
                    <a:pt x="5653482" y="244150"/>
                  </a:lnTo>
                  <a:lnTo>
                    <a:pt x="5654070" y="244150"/>
                  </a:lnTo>
                  <a:lnTo>
                    <a:pt x="5654070" y="243719"/>
                  </a:lnTo>
                  <a:lnTo>
                    <a:pt x="5654070" y="243289"/>
                  </a:lnTo>
                  <a:lnTo>
                    <a:pt x="5654188" y="242858"/>
                  </a:lnTo>
                  <a:lnTo>
                    <a:pt x="5654423" y="242858"/>
                  </a:lnTo>
                  <a:lnTo>
                    <a:pt x="5654541" y="242858"/>
                  </a:lnTo>
                  <a:lnTo>
                    <a:pt x="5654893" y="242858"/>
                  </a:lnTo>
                  <a:lnTo>
                    <a:pt x="5655011" y="242858"/>
                  </a:lnTo>
                  <a:lnTo>
                    <a:pt x="5655364" y="242858"/>
                  </a:lnTo>
                  <a:lnTo>
                    <a:pt x="5655481" y="242858"/>
                  </a:lnTo>
                  <a:lnTo>
                    <a:pt x="5655599" y="242858"/>
                  </a:lnTo>
                  <a:lnTo>
                    <a:pt x="5655834" y="242427"/>
                  </a:lnTo>
                  <a:lnTo>
                    <a:pt x="5656540" y="242427"/>
                  </a:lnTo>
                  <a:lnTo>
                    <a:pt x="5656658" y="242427"/>
                  </a:lnTo>
                  <a:lnTo>
                    <a:pt x="5656775" y="242427"/>
                  </a:lnTo>
                  <a:lnTo>
                    <a:pt x="5656893" y="242427"/>
                  </a:lnTo>
                  <a:lnTo>
                    <a:pt x="5657010" y="242427"/>
                  </a:lnTo>
                  <a:lnTo>
                    <a:pt x="5657246" y="242427"/>
                  </a:lnTo>
                  <a:lnTo>
                    <a:pt x="5657363" y="242427"/>
                  </a:lnTo>
                  <a:lnTo>
                    <a:pt x="5657598" y="242427"/>
                  </a:lnTo>
                  <a:lnTo>
                    <a:pt x="5657834" y="242427"/>
                  </a:lnTo>
                  <a:lnTo>
                    <a:pt x="5658069" y="242427"/>
                  </a:lnTo>
                  <a:lnTo>
                    <a:pt x="5658775" y="242427"/>
                  </a:lnTo>
                  <a:lnTo>
                    <a:pt x="5659010" y="242427"/>
                  </a:lnTo>
                  <a:lnTo>
                    <a:pt x="5659127" y="242427"/>
                  </a:lnTo>
                  <a:lnTo>
                    <a:pt x="5659245" y="241997"/>
                  </a:lnTo>
                  <a:lnTo>
                    <a:pt x="5659245" y="241566"/>
                  </a:lnTo>
                  <a:lnTo>
                    <a:pt x="5659716" y="241136"/>
                  </a:lnTo>
                  <a:lnTo>
                    <a:pt x="5660068" y="241136"/>
                  </a:lnTo>
                  <a:lnTo>
                    <a:pt x="5660656" y="241136"/>
                  </a:lnTo>
                  <a:lnTo>
                    <a:pt x="5661009" y="241136"/>
                  </a:lnTo>
                  <a:lnTo>
                    <a:pt x="5661715" y="241136"/>
                  </a:lnTo>
                  <a:lnTo>
                    <a:pt x="5661715" y="240705"/>
                  </a:lnTo>
                  <a:lnTo>
                    <a:pt x="5662538" y="240705"/>
                  </a:lnTo>
                  <a:lnTo>
                    <a:pt x="5663126" y="240705"/>
                  </a:lnTo>
                  <a:lnTo>
                    <a:pt x="5663362" y="240705"/>
                  </a:lnTo>
                  <a:lnTo>
                    <a:pt x="5663597" y="240705"/>
                  </a:lnTo>
                  <a:lnTo>
                    <a:pt x="5663714" y="240705"/>
                  </a:lnTo>
                  <a:lnTo>
                    <a:pt x="5663950" y="240705"/>
                  </a:lnTo>
                  <a:lnTo>
                    <a:pt x="5664067" y="240705"/>
                  </a:lnTo>
                  <a:lnTo>
                    <a:pt x="5664185" y="240705"/>
                  </a:lnTo>
                  <a:lnTo>
                    <a:pt x="5664538" y="240274"/>
                  </a:lnTo>
                  <a:lnTo>
                    <a:pt x="5664655" y="240274"/>
                  </a:lnTo>
                  <a:lnTo>
                    <a:pt x="5664773" y="240274"/>
                  </a:lnTo>
                  <a:lnTo>
                    <a:pt x="5665008" y="240274"/>
                  </a:lnTo>
                  <a:lnTo>
                    <a:pt x="5665126" y="240274"/>
                  </a:lnTo>
                  <a:lnTo>
                    <a:pt x="5665243" y="240274"/>
                  </a:lnTo>
                  <a:lnTo>
                    <a:pt x="5665361" y="240274"/>
                  </a:lnTo>
                  <a:lnTo>
                    <a:pt x="5665479" y="240274"/>
                  </a:lnTo>
                  <a:lnTo>
                    <a:pt x="5665596" y="240274"/>
                  </a:lnTo>
                  <a:lnTo>
                    <a:pt x="5665714" y="240274"/>
                  </a:lnTo>
                  <a:lnTo>
                    <a:pt x="5666067" y="240274"/>
                  </a:lnTo>
                  <a:lnTo>
                    <a:pt x="5666302" y="239844"/>
                  </a:lnTo>
                  <a:lnTo>
                    <a:pt x="5667008" y="239413"/>
                  </a:lnTo>
                  <a:lnTo>
                    <a:pt x="5667243" y="239413"/>
                  </a:lnTo>
                  <a:lnTo>
                    <a:pt x="5667360" y="239413"/>
                  </a:lnTo>
                  <a:lnTo>
                    <a:pt x="5667713" y="239413"/>
                  </a:lnTo>
                  <a:lnTo>
                    <a:pt x="5667831" y="239413"/>
                  </a:lnTo>
                  <a:lnTo>
                    <a:pt x="5667949" y="239413"/>
                  </a:lnTo>
                  <a:lnTo>
                    <a:pt x="5668066" y="239413"/>
                  </a:lnTo>
                  <a:lnTo>
                    <a:pt x="5668654" y="238552"/>
                  </a:lnTo>
                  <a:lnTo>
                    <a:pt x="5668772" y="238552"/>
                  </a:lnTo>
                  <a:lnTo>
                    <a:pt x="5668889" y="238552"/>
                  </a:lnTo>
                  <a:lnTo>
                    <a:pt x="5669007" y="238552"/>
                  </a:lnTo>
                  <a:lnTo>
                    <a:pt x="5669360" y="238552"/>
                  </a:lnTo>
                  <a:lnTo>
                    <a:pt x="5669595" y="238552"/>
                  </a:lnTo>
                  <a:lnTo>
                    <a:pt x="5670066" y="238552"/>
                  </a:lnTo>
                  <a:lnTo>
                    <a:pt x="5670301" y="238552"/>
                  </a:lnTo>
                  <a:lnTo>
                    <a:pt x="5670536" y="238552"/>
                  </a:lnTo>
                  <a:lnTo>
                    <a:pt x="5670889" y="238552"/>
                  </a:lnTo>
                  <a:lnTo>
                    <a:pt x="5671007" y="238552"/>
                  </a:lnTo>
                  <a:lnTo>
                    <a:pt x="5671477" y="238552"/>
                  </a:lnTo>
                  <a:lnTo>
                    <a:pt x="5671595" y="238121"/>
                  </a:lnTo>
                  <a:lnTo>
                    <a:pt x="5671712" y="238121"/>
                  </a:lnTo>
                  <a:lnTo>
                    <a:pt x="5671947" y="238121"/>
                  </a:lnTo>
                  <a:lnTo>
                    <a:pt x="5672183" y="238121"/>
                  </a:lnTo>
                  <a:lnTo>
                    <a:pt x="5672418" y="238121"/>
                  </a:lnTo>
                  <a:lnTo>
                    <a:pt x="5672653" y="238121"/>
                  </a:lnTo>
                  <a:lnTo>
                    <a:pt x="5673124" y="238121"/>
                  </a:lnTo>
                  <a:lnTo>
                    <a:pt x="5673241" y="238121"/>
                  </a:lnTo>
                  <a:lnTo>
                    <a:pt x="5673359" y="238121"/>
                  </a:lnTo>
                  <a:lnTo>
                    <a:pt x="5673476" y="238121"/>
                  </a:lnTo>
                  <a:lnTo>
                    <a:pt x="5673712" y="238121"/>
                  </a:lnTo>
                  <a:lnTo>
                    <a:pt x="5673829" y="238121"/>
                  </a:lnTo>
                  <a:lnTo>
                    <a:pt x="5674300" y="237691"/>
                  </a:lnTo>
                  <a:lnTo>
                    <a:pt x="5674417" y="237691"/>
                  </a:lnTo>
                  <a:lnTo>
                    <a:pt x="5674888" y="237691"/>
                  </a:lnTo>
                  <a:lnTo>
                    <a:pt x="5675005" y="237691"/>
                  </a:lnTo>
                  <a:lnTo>
                    <a:pt x="5675241" y="237691"/>
                  </a:lnTo>
                  <a:lnTo>
                    <a:pt x="5675476" y="237691"/>
                  </a:lnTo>
                  <a:lnTo>
                    <a:pt x="5675593" y="237691"/>
                  </a:lnTo>
                  <a:lnTo>
                    <a:pt x="5675829" y="237260"/>
                  </a:lnTo>
                  <a:lnTo>
                    <a:pt x="5676299" y="237260"/>
                  </a:lnTo>
                  <a:lnTo>
                    <a:pt x="5677358" y="236830"/>
                  </a:lnTo>
                  <a:lnTo>
                    <a:pt x="5677475" y="236830"/>
                  </a:lnTo>
                  <a:lnTo>
                    <a:pt x="5677711" y="236830"/>
                  </a:lnTo>
                  <a:lnTo>
                    <a:pt x="5677946" y="236830"/>
                  </a:lnTo>
                  <a:lnTo>
                    <a:pt x="5678063" y="236830"/>
                  </a:lnTo>
                  <a:lnTo>
                    <a:pt x="5678299" y="236830"/>
                  </a:lnTo>
                  <a:lnTo>
                    <a:pt x="5678534" y="236830"/>
                  </a:lnTo>
                  <a:lnTo>
                    <a:pt x="5678769" y="236830"/>
                  </a:lnTo>
                  <a:lnTo>
                    <a:pt x="5678887" y="236830"/>
                  </a:lnTo>
                  <a:lnTo>
                    <a:pt x="5679122" y="236830"/>
                  </a:lnTo>
                  <a:lnTo>
                    <a:pt x="5679357" y="236830"/>
                  </a:lnTo>
                  <a:lnTo>
                    <a:pt x="5679592" y="236830"/>
                  </a:lnTo>
                  <a:lnTo>
                    <a:pt x="5680180" y="236399"/>
                  </a:lnTo>
                  <a:lnTo>
                    <a:pt x="5680298" y="236399"/>
                  </a:lnTo>
                  <a:lnTo>
                    <a:pt x="5680416" y="236399"/>
                  </a:lnTo>
                  <a:lnTo>
                    <a:pt x="5680651" y="235538"/>
                  </a:lnTo>
                  <a:lnTo>
                    <a:pt x="5681121" y="235538"/>
                  </a:lnTo>
                  <a:lnTo>
                    <a:pt x="5681239" y="235538"/>
                  </a:lnTo>
                  <a:lnTo>
                    <a:pt x="5681474" y="235538"/>
                  </a:lnTo>
                  <a:lnTo>
                    <a:pt x="5681592" y="235107"/>
                  </a:lnTo>
                  <a:lnTo>
                    <a:pt x="5682180" y="234246"/>
                  </a:lnTo>
                  <a:lnTo>
                    <a:pt x="5682297" y="234246"/>
                  </a:lnTo>
                  <a:lnTo>
                    <a:pt x="5682415" y="233815"/>
                  </a:lnTo>
                  <a:lnTo>
                    <a:pt x="5682415" y="233385"/>
                  </a:lnTo>
                  <a:lnTo>
                    <a:pt x="5682768" y="233385"/>
                  </a:lnTo>
                  <a:lnTo>
                    <a:pt x="5682886" y="232954"/>
                  </a:lnTo>
                  <a:lnTo>
                    <a:pt x="5683003" y="232954"/>
                  </a:lnTo>
                  <a:lnTo>
                    <a:pt x="5683121" y="232954"/>
                  </a:lnTo>
                  <a:lnTo>
                    <a:pt x="5683238" y="232954"/>
                  </a:lnTo>
                  <a:lnTo>
                    <a:pt x="5683356" y="232954"/>
                  </a:lnTo>
                  <a:lnTo>
                    <a:pt x="5683356" y="232524"/>
                  </a:lnTo>
                  <a:lnTo>
                    <a:pt x="5683591" y="232524"/>
                  </a:lnTo>
                  <a:lnTo>
                    <a:pt x="5683709" y="232524"/>
                  </a:lnTo>
                  <a:lnTo>
                    <a:pt x="5684297" y="232524"/>
                  </a:lnTo>
                  <a:lnTo>
                    <a:pt x="5684415" y="232524"/>
                  </a:lnTo>
                  <a:lnTo>
                    <a:pt x="5684650" y="232093"/>
                  </a:lnTo>
                  <a:lnTo>
                    <a:pt x="5684767" y="232093"/>
                  </a:lnTo>
                  <a:lnTo>
                    <a:pt x="5685003" y="232093"/>
                  </a:lnTo>
                  <a:lnTo>
                    <a:pt x="5685120" y="232093"/>
                  </a:lnTo>
                  <a:lnTo>
                    <a:pt x="5685591" y="232093"/>
                  </a:lnTo>
                  <a:lnTo>
                    <a:pt x="5686061" y="232093"/>
                  </a:lnTo>
                  <a:lnTo>
                    <a:pt x="5686414" y="231662"/>
                  </a:lnTo>
                  <a:lnTo>
                    <a:pt x="5686649" y="231662"/>
                  </a:lnTo>
                  <a:lnTo>
                    <a:pt x="5686884" y="231662"/>
                  </a:lnTo>
                  <a:lnTo>
                    <a:pt x="5687708" y="231232"/>
                  </a:lnTo>
                  <a:lnTo>
                    <a:pt x="5687825" y="231232"/>
                  </a:lnTo>
                  <a:lnTo>
                    <a:pt x="5688178" y="231232"/>
                  </a:lnTo>
                  <a:lnTo>
                    <a:pt x="5688413" y="231232"/>
                  </a:lnTo>
                  <a:lnTo>
                    <a:pt x="5688413" y="230801"/>
                  </a:lnTo>
                  <a:lnTo>
                    <a:pt x="5688766" y="230801"/>
                  </a:lnTo>
                  <a:lnTo>
                    <a:pt x="5688884" y="230801"/>
                  </a:lnTo>
                  <a:lnTo>
                    <a:pt x="5689001" y="230801"/>
                  </a:lnTo>
                  <a:lnTo>
                    <a:pt x="5689590" y="230801"/>
                  </a:lnTo>
                  <a:lnTo>
                    <a:pt x="5689707" y="230801"/>
                  </a:lnTo>
                  <a:lnTo>
                    <a:pt x="5689942" y="230801"/>
                  </a:lnTo>
                  <a:lnTo>
                    <a:pt x="5690413" y="230371"/>
                  </a:lnTo>
                  <a:lnTo>
                    <a:pt x="5690648" y="230371"/>
                  </a:lnTo>
                  <a:lnTo>
                    <a:pt x="5691236" y="230371"/>
                  </a:lnTo>
                  <a:lnTo>
                    <a:pt x="5691471" y="230371"/>
                  </a:lnTo>
                  <a:lnTo>
                    <a:pt x="5691589" y="230371"/>
                  </a:lnTo>
                  <a:lnTo>
                    <a:pt x="5692059" y="230371"/>
                  </a:lnTo>
                  <a:lnTo>
                    <a:pt x="5692059" y="229940"/>
                  </a:lnTo>
                  <a:lnTo>
                    <a:pt x="5692412" y="229509"/>
                  </a:lnTo>
                  <a:lnTo>
                    <a:pt x="5692412" y="229079"/>
                  </a:lnTo>
                  <a:lnTo>
                    <a:pt x="5692530" y="229079"/>
                  </a:lnTo>
                  <a:lnTo>
                    <a:pt x="5692883" y="228648"/>
                  </a:lnTo>
                  <a:lnTo>
                    <a:pt x="5693000" y="228648"/>
                  </a:lnTo>
                  <a:lnTo>
                    <a:pt x="5693118" y="228648"/>
                  </a:lnTo>
                  <a:lnTo>
                    <a:pt x="5693236" y="228648"/>
                  </a:lnTo>
                  <a:lnTo>
                    <a:pt x="5693706" y="228218"/>
                  </a:lnTo>
                  <a:lnTo>
                    <a:pt x="5693941" y="228218"/>
                  </a:lnTo>
                  <a:lnTo>
                    <a:pt x="5694059" y="228218"/>
                  </a:lnTo>
                  <a:lnTo>
                    <a:pt x="5694294" y="228218"/>
                  </a:lnTo>
                  <a:lnTo>
                    <a:pt x="5694529" y="228218"/>
                  </a:lnTo>
                  <a:lnTo>
                    <a:pt x="5694765" y="228218"/>
                  </a:lnTo>
                  <a:lnTo>
                    <a:pt x="5695117" y="227787"/>
                  </a:lnTo>
                  <a:lnTo>
                    <a:pt x="5695588" y="227787"/>
                  </a:lnTo>
                  <a:lnTo>
                    <a:pt x="5695823" y="227356"/>
                  </a:lnTo>
                  <a:lnTo>
                    <a:pt x="5696058" y="226926"/>
                  </a:lnTo>
                  <a:lnTo>
                    <a:pt x="5696176" y="226926"/>
                  </a:lnTo>
                  <a:lnTo>
                    <a:pt x="5696646" y="226495"/>
                  </a:lnTo>
                  <a:lnTo>
                    <a:pt x="5696882" y="226495"/>
                  </a:lnTo>
                  <a:lnTo>
                    <a:pt x="5696999" y="226495"/>
                  </a:lnTo>
                  <a:lnTo>
                    <a:pt x="5697117" y="226495"/>
                  </a:lnTo>
                  <a:lnTo>
                    <a:pt x="5697352" y="226495"/>
                  </a:lnTo>
                  <a:lnTo>
                    <a:pt x="5697470" y="226495"/>
                  </a:lnTo>
                  <a:lnTo>
                    <a:pt x="5697587" y="226495"/>
                  </a:lnTo>
                  <a:lnTo>
                    <a:pt x="5697705" y="226495"/>
                  </a:lnTo>
                  <a:lnTo>
                    <a:pt x="5697823" y="226495"/>
                  </a:lnTo>
                  <a:lnTo>
                    <a:pt x="5698058" y="226495"/>
                  </a:lnTo>
                  <a:lnTo>
                    <a:pt x="5698411" y="226495"/>
                  </a:lnTo>
                  <a:lnTo>
                    <a:pt x="5698999" y="226065"/>
                  </a:lnTo>
                  <a:lnTo>
                    <a:pt x="5699352" y="225634"/>
                  </a:lnTo>
                  <a:lnTo>
                    <a:pt x="5699587" y="225634"/>
                  </a:lnTo>
                  <a:lnTo>
                    <a:pt x="5699940" y="225634"/>
                  </a:lnTo>
                  <a:lnTo>
                    <a:pt x="5700410" y="225203"/>
                  </a:lnTo>
                  <a:lnTo>
                    <a:pt x="5700881" y="225203"/>
                  </a:lnTo>
                  <a:lnTo>
                    <a:pt x="5701704" y="224773"/>
                  </a:lnTo>
                  <a:lnTo>
                    <a:pt x="5702410" y="224773"/>
                  </a:lnTo>
                  <a:lnTo>
                    <a:pt x="5702645" y="224342"/>
                  </a:lnTo>
                  <a:lnTo>
                    <a:pt x="5702880" y="223912"/>
                  </a:lnTo>
                  <a:lnTo>
                    <a:pt x="5703115" y="223912"/>
                  </a:lnTo>
                  <a:lnTo>
                    <a:pt x="5703350" y="223912"/>
                  </a:lnTo>
                  <a:lnTo>
                    <a:pt x="5703468" y="223481"/>
                  </a:lnTo>
                  <a:lnTo>
                    <a:pt x="5703586" y="223481"/>
                  </a:lnTo>
                  <a:lnTo>
                    <a:pt x="5703703" y="223481"/>
                  </a:lnTo>
                  <a:lnTo>
                    <a:pt x="5703939" y="223481"/>
                  </a:lnTo>
                  <a:lnTo>
                    <a:pt x="5704056" y="223481"/>
                  </a:lnTo>
                  <a:lnTo>
                    <a:pt x="5704409" y="223481"/>
                  </a:lnTo>
                  <a:lnTo>
                    <a:pt x="5704762" y="223481"/>
                  </a:lnTo>
                  <a:lnTo>
                    <a:pt x="5704879" y="223481"/>
                  </a:lnTo>
                  <a:lnTo>
                    <a:pt x="5705115" y="223050"/>
                  </a:lnTo>
                  <a:lnTo>
                    <a:pt x="5705232" y="223050"/>
                  </a:lnTo>
                  <a:lnTo>
                    <a:pt x="5705350" y="223050"/>
                  </a:lnTo>
                  <a:lnTo>
                    <a:pt x="5705585" y="223050"/>
                  </a:lnTo>
                  <a:lnTo>
                    <a:pt x="5705820" y="223050"/>
                  </a:lnTo>
                  <a:lnTo>
                    <a:pt x="5705938" y="223050"/>
                  </a:lnTo>
                  <a:lnTo>
                    <a:pt x="5709114" y="221759"/>
                  </a:lnTo>
                  <a:lnTo>
                    <a:pt x="5709584" y="221759"/>
                  </a:lnTo>
                  <a:lnTo>
                    <a:pt x="5709937" y="221328"/>
                  </a:lnTo>
                  <a:lnTo>
                    <a:pt x="5710290" y="221328"/>
                  </a:lnTo>
                  <a:lnTo>
                    <a:pt x="5710643" y="221328"/>
                  </a:lnTo>
                  <a:lnTo>
                    <a:pt x="5710995" y="221328"/>
                  </a:lnTo>
                  <a:lnTo>
                    <a:pt x="5711113" y="221328"/>
                  </a:lnTo>
                  <a:lnTo>
                    <a:pt x="5711348" y="221328"/>
                  </a:lnTo>
                  <a:lnTo>
                    <a:pt x="5711583" y="220897"/>
                  </a:lnTo>
                  <a:lnTo>
                    <a:pt x="5711819" y="220897"/>
                  </a:lnTo>
                  <a:lnTo>
                    <a:pt x="5711819" y="220467"/>
                  </a:lnTo>
                  <a:lnTo>
                    <a:pt x="5711936" y="220467"/>
                  </a:lnTo>
                  <a:lnTo>
                    <a:pt x="5712289" y="220467"/>
                  </a:lnTo>
                  <a:lnTo>
                    <a:pt x="5712642" y="220467"/>
                  </a:lnTo>
                  <a:lnTo>
                    <a:pt x="5712760" y="220036"/>
                  </a:lnTo>
                  <a:lnTo>
                    <a:pt x="5712760" y="219606"/>
                  </a:lnTo>
                  <a:lnTo>
                    <a:pt x="5713348" y="219175"/>
                  </a:lnTo>
                  <a:lnTo>
                    <a:pt x="5713465" y="219175"/>
                  </a:lnTo>
                  <a:lnTo>
                    <a:pt x="5713465" y="218744"/>
                  </a:lnTo>
                  <a:lnTo>
                    <a:pt x="5713583" y="218744"/>
                  </a:lnTo>
                  <a:lnTo>
                    <a:pt x="5713700" y="218744"/>
                  </a:lnTo>
                  <a:lnTo>
                    <a:pt x="5713818" y="218744"/>
                  </a:lnTo>
                  <a:lnTo>
                    <a:pt x="5714171" y="218744"/>
                  </a:lnTo>
                  <a:lnTo>
                    <a:pt x="5714641" y="218744"/>
                  </a:lnTo>
                  <a:lnTo>
                    <a:pt x="5714759" y="218744"/>
                  </a:lnTo>
                  <a:lnTo>
                    <a:pt x="5715112" y="218744"/>
                  </a:lnTo>
                  <a:lnTo>
                    <a:pt x="5715347" y="218744"/>
                  </a:lnTo>
                  <a:lnTo>
                    <a:pt x="5715347" y="218314"/>
                  </a:lnTo>
                  <a:lnTo>
                    <a:pt x="5715582" y="218314"/>
                  </a:lnTo>
                  <a:lnTo>
                    <a:pt x="5715582" y="217883"/>
                  </a:lnTo>
                  <a:lnTo>
                    <a:pt x="5715935" y="217883"/>
                  </a:lnTo>
                  <a:lnTo>
                    <a:pt x="5716053" y="217883"/>
                  </a:lnTo>
                  <a:lnTo>
                    <a:pt x="5716170" y="217453"/>
                  </a:lnTo>
                  <a:lnTo>
                    <a:pt x="5716641" y="217453"/>
                  </a:lnTo>
                  <a:lnTo>
                    <a:pt x="5716758" y="217453"/>
                  </a:lnTo>
                  <a:lnTo>
                    <a:pt x="5716876" y="217453"/>
                  </a:lnTo>
                  <a:lnTo>
                    <a:pt x="5717111" y="217453"/>
                  </a:lnTo>
                  <a:lnTo>
                    <a:pt x="5717347" y="217022"/>
                  </a:lnTo>
                  <a:lnTo>
                    <a:pt x="5717582" y="217022"/>
                  </a:lnTo>
                  <a:lnTo>
                    <a:pt x="5718052" y="217022"/>
                  </a:lnTo>
                  <a:lnTo>
                    <a:pt x="5718287" y="217022"/>
                  </a:lnTo>
                  <a:lnTo>
                    <a:pt x="5718758" y="217022"/>
                  </a:lnTo>
                  <a:lnTo>
                    <a:pt x="5718993" y="217022"/>
                  </a:lnTo>
                  <a:lnTo>
                    <a:pt x="5719111" y="217022"/>
                  </a:lnTo>
                  <a:lnTo>
                    <a:pt x="5719228" y="217022"/>
                  </a:lnTo>
                  <a:lnTo>
                    <a:pt x="5719464" y="217022"/>
                  </a:lnTo>
                  <a:lnTo>
                    <a:pt x="5719464" y="216591"/>
                  </a:lnTo>
                  <a:lnTo>
                    <a:pt x="5719581" y="216591"/>
                  </a:lnTo>
                  <a:lnTo>
                    <a:pt x="5720052" y="216591"/>
                  </a:lnTo>
                  <a:lnTo>
                    <a:pt x="5720287" y="216591"/>
                  </a:lnTo>
                  <a:lnTo>
                    <a:pt x="5720522" y="216161"/>
                  </a:lnTo>
                  <a:lnTo>
                    <a:pt x="5720640" y="216161"/>
                  </a:lnTo>
                  <a:lnTo>
                    <a:pt x="5720875" y="216161"/>
                  </a:lnTo>
                  <a:lnTo>
                    <a:pt x="5720993" y="216161"/>
                  </a:lnTo>
                  <a:lnTo>
                    <a:pt x="5721110" y="216161"/>
                  </a:lnTo>
                  <a:lnTo>
                    <a:pt x="5721345" y="216161"/>
                  </a:lnTo>
                  <a:lnTo>
                    <a:pt x="5721581" y="216161"/>
                  </a:lnTo>
                  <a:lnTo>
                    <a:pt x="5721816" y="216161"/>
                  </a:lnTo>
                  <a:lnTo>
                    <a:pt x="5722169" y="216161"/>
                  </a:lnTo>
                  <a:lnTo>
                    <a:pt x="5722286" y="216161"/>
                  </a:lnTo>
                  <a:lnTo>
                    <a:pt x="5722404" y="216161"/>
                  </a:lnTo>
                  <a:lnTo>
                    <a:pt x="5722639" y="216161"/>
                  </a:lnTo>
                  <a:lnTo>
                    <a:pt x="5722757" y="216161"/>
                  </a:lnTo>
                  <a:lnTo>
                    <a:pt x="5722757" y="215300"/>
                  </a:lnTo>
                  <a:lnTo>
                    <a:pt x="5723462" y="215300"/>
                  </a:lnTo>
                  <a:lnTo>
                    <a:pt x="5723698" y="215300"/>
                  </a:lnTo>
                  <a:lnTo>
                    <a:pt x="5723815" y="215300"/>
                  </a:lnTo>
                  <a:lnTo>
                    <a:pt x="5723933" y="215300"/>
                  </a:lnTo>
                  <a:lnTo>
                    <a:pt x="5724756" y="214869"/>
                  </a:lnTo>
                  <a:lnTo>
                    <a:pt x="5725227" y="214869"/>
                  </a:lnTo>
                  <a:lnTo>
                    <a:pt x="5725344" y="214869"/>
                  </a:lnTo>
                  <a:lnTo>
                    <a:pt x="5725462" y="214438"/>
                  </a:lnTo>
                  <a:lnTo>
                    <a:pt x="5725697" y="214438"/>
                  </a:lnTo>
                  <a:lnTo>
                    <a:pt x="5725932" y="214438"/>
                  </a:lnTo>
                  <a:lnTo>
                    <a:pt x="5726403" y="214438"/>
                  </a:lnTo>
                  <a:lnTo>
                    <a:pt x="5726638" y="214008"/>
                  </a:lnTo>
                  <a:lnTo>
                    <a:pt x="5726756" y="214008"/>
                  </a:lnTo>
                  <a:lnTo>
                    <a:pt x="5726991" y="214008"/>
                  </a:lnTo>
                  <a:lnTo>
                    <a:pt x="5727226" y="213147"/>
                  </a:lnTo>
                  <a:lnTo>
                    <a:pt x="5727579" y="213147"/>
                  </a:lnTo>
                  <a:lnTo>
                    <a:pt x="5727697" y="213147"/>
                  </a:lnTo>
                  <a:lnTo>
                    <a:pt x="5727932" y="213147"/>
                  </a:lnTo>
                  <a:lnTo>
                    <a:pt x="5728049" y="212716"/>
                  </a:lnTo>
                  <a:lnTo>
                    <a:pt x="5728167" y="212716"/>
                  </a:lnTo>
                  <a:lnTo>
                    <a:pt x="5728520" y="212716"/>
                  </a:lnTo>
                  <a:lnTo>
                    <a:pt x="5728873" y="212285"/>
                  </a:lnTo>
                  <a:lnTo>
                    <a:pt x="5729578" y="212285"/>
                  </a:lnTo>
                  <a:lnTo>
                    <a:pt x="5729696" y="212285"/>
                  </a:lnTo>
                  <a:lnTo>
                    <a:pt x="5729814" y="212285"/>
                  </a:lnTo>
                  <a:lnTo>
                    <a:pt x="5729931" y="212285"/>
                  </a:lnTo>
                  <a:lnTo>
                    <a:pt x="5730166" y="212285"/>
                  </a:lnTo>
                  <a:lnTo>
                    <a:pt x="5730284" y="212285"/>
                  </a:lnTo>
                  <a:lnTo>
                    <a:pt x="5730402" y="212285"/>
                  </a:lnTo>
                  <a:lnTo>
                    <a:pt x="5730519" y="212285"/>
                  </a:lnTo>
                  <a:lnTo>
                    <a:pt x="5731107" y="212285"/>
                  </a:lnTo>
                  <a:lnTo>
                    <a:pt x="5731225" y="212285"/>
                  </a:lnTo>
                  <a:lnTo>
                    <a:pt x="5731578" y="212285"/>
                  </a:lnTo>
                  <a:lnTo>
                    <a:pt x="5731695" y="212285"/>
                  </a:lnTo>
                  <a:lnTo>
                    <a:pt x="5731813" y="212285"/>
                  </a:lnTo>
                  <a:lnTo>
                    <a:pt x="5732166" y="212285"/>
                  </a:lnTo>
                  <a:lnTo>
                    <a:pt x="5732284" y="212285"/>
                  </a:lnTo>
                  <a:lnTo>
                    <a:pt x="5732401" y="212285"/>
                  </a:lnTo>
                  <a:lnTo>
                    <a:pt x="5732519" y="211855"/>
                  </a:lnTo>
                  <a:lnTo>
                    <a:pt x="5732754" y="211424"/>
                  </a:lnTo>
                  <a:lnTo>
                    <a:pt x="5732989" y="211424"/>
                  </a:lnTo>
                  <a:lnTo>
                    <a:pt x="5733224" y="210994"/>
                  </a:lnTo>
                  <a:lnTo>
                    <a:pt x="5733930" y="210994"/>
                  </a:lnTo>
                  <a:lnTo>
                    <a:pt x="5734048" y="210994"/>
                  </a:lnTo>
                  <a:lnTo>
                    <a:pt x="5734401" y="210994"/>
                  </a:lnTo>
                  <a:lnTo>
                    <a:pt x="5734518" y="210994"/>
                  </a:lnTo>
                  <a:lnTo>
                    <a:pt x="5734636" y="210994"/>
                  </a:lnTo>
                  <a:lnTo>
                    <a:pt x="5734753" y="210994"/>
                  </a:lnTo>
                  <a:lnTo>
                    <a:pt x="5735224" y="210994"/>
                  </a:lnTo>
                  <a:lnTo>
                    <a:pt x="5735342" y="210994"/>
                  </a:lnTo>
                  <a:lnTo>
                    <a:pt x="5735577" y="210994"/>
                  </a:lnTo>
                  <a:lnTo>
                    <a:pt x="5735812" y="210563"/>
                  </a:lnTo>
                  <a:lnTo>
                    <a:pt x="5735930" y="210563"/>
                  </a:lnTo>
                  <a:lnTo>
                    <a:pt x="5736518" y="210563"/>
                  </a:lnTo>
                  <a:lnTo>
                    <a:pt x="5736753" y="210563"/>
                  </a:lnTo>
                  <a:lnTo>
                    <a:pt x="5736988" y="210563"/>
                  </a:lnTo>
                  <a:lnTo>
                    <a:pt x="5737106" y="210563"/>
                  </a:lnTo>
                  <a:lnTo>
                    <a:pt x="5737223" y="210563"/>
                  </a:lnTo>
                  <a:lnTo>
                    <a:pt x="5737341" y="210563"/>
                  </a:lnTo>
                  <a:lnTo>
                    <a:pt x="5738399" y="209702"/>
                  </a:lnTo>
                  <a:lnTo>
                    <a:pt x="5738635" y="209702"/>
                  </a:lnTo>
                  <a:lnTo>
                    <a:pt x="5738752" y="209702"/>
                  </a:lnTo>
                  <a:lnTo>
                    <a:pt x="5738870" y="209702"/>
                  </a:lnTo>
                  <a:lnTo>
                    <a:pt x="5739340" y="209702"/>
                  </a:lnTo>
                  <a:lnTo>
                    <a:pt x="5739693" y="209702"/>
                  </a:lnTo>
                  <a:lnTo>
                    <a:pt x="5739811" y="209702"/>
                  </a:lnTo>
                  <a:lnTo>
                    <a:pt x="5739928" y="209702"/>
                  </a:lnTo>
                  <a:lnTo>
                    <a:pt x="5739928" y="209271"/>
                  </a:lnTo>
                  <a:lnTo>
                    <a:pt x="5740164" y="209271"/>
                  </a:lnTo>
                  <a:lnTo>
                    <a:pt x="5740517" y="209271"/>
                  </a:lnTo>
                  <a:lnTo>
                    <a:pt x="5740752" y="209271"/>
                  </a:lnTo>
                  <a:lnTo>
                    <a:pt x="5740987" y="209271"/>
                  </a:lnTo>
                  <a:lnTo>
                    <a:pt x="5741105" y="208841"/>
                  </a:lnTo>
                  <a:lnTo>
                    <a:pt x="5741222" y="208841"/>
                  </a:lnTo>
                  <a:lnTo>
                    <a:pt x="5741222" y="208410"/>
                  </a:lnTo>
                  <a:lnTo>
                    <a:pt x="5742516" y="208410"/>
                  </a:lnTo>
                  <a:lnTo>
                    <a:pt x="5742634" y="208410"/>
                  </a:lnTo>
                  <a:lnTo>
                    <a:pt x="5742751" y="208410"/>
                  </a:lnTo>
                  <a:lnTo>
                    <a:pt x="5742869" y="208410"/>
                  </a:lnTo>
                  <a:lnTo>
                    <a:pt x="5742986" y="208410"/>
                  </a:lnTo>
                  <a:lnTo>
                    <a:pt x="5743222" y="208410"/>
                  </a:lnTo>
                  <a:lnTo>
                    <a:pt x="5743457" y="208410"/>
                  </a:lnTo>
                  <a:lnTo>
                    <a:pt x="5743692" y="208410"/>
                  </a:lnTo>
                  <a:lnTo>
                    <a:pt x="5744280" y="208410"/>
                  </a:lnTo>
                  <a:lnTo>
                    <a:pt x="5744398" y="208410"/>
                  </a:lnTo>
                  <a:lnTo>
                    <a:pt x="5744751" y="208410"/>
                  </a:lnTo>
                  <a:lnTo>
                    <a:pt x="5745103" y="208410"/>
                  </a:lnTo>
                  <a:lnTo>
                    <a:pt x="5745221" y="208410"/>
                  </a:lnTo>
                  <a:lnTo>
                    <a:pt x="5746162" y="208410"/>
                  </a:lnTo>
                  <a:lnTo>
                    <a:pt x="5746397" y="208410"/>
                  </a:lnTo>
                  <a:lnTo>
                    <a:pt x="5746397" y="207979"/>
                  </a:lnTo>
                  <a:lnTo>
                    <a:pt x="5746515" y="207549"/>
                  </a:lnTo>
                  <a:lnTo>
                    <a:pt x="5746868" y="207549"/>
                  </a:lnTo>
                  <a:lnTo>
                    <a:pt x="5747338" y="207118"/>
                  </a:lnTo>
                  <a:lnTo>
                    <a:pt x="5747456" y="207118"/>
                  </a:lnTo>
                  <a:lnTo>
                    <a:pt x="5747573" y="207118"/>
                  </a:lnTo>
                  <a:lnTo>
                    <a:pt x="5747691" y="207118"/>
                  </a:lnTo>
                  <a:lnTo>
                    <a:pt x="5747926" y="206257"/>
                  </a:lnTo>
                  <a:lnTo>
                    <a:pt x="5748279" y="205826"/>
                  </a:lnTo>
                  <a:lnTo>
                    <a:pt x="5748397" y="205826"/>
                  </a:lnTo>
                  <a:lnTo>
                    <a:pt x="5748514" y="205826"/>
                  </a:lnTo>
                  <a:lnTo>
                    <a:pt x="5748632" y="205826"/>
                  </a:lnTo>
                  <a:lnTo>
                    <a:pt x="5748632" y="205396"/>
                  </a:lnTo>
                  <a:lnTo>
                    <a:pt x="5749220" y="205396"/>
                  </a:lnTo>
                  <a:lnTo>
                    <a:pt x="5749573" y="205396"/>
                  </a:lnTo>
                  <a:lnTo>
                    <a:pt x="5749690" y="205396"/>
                  </a:lnTo>
                  <a:lnTo>
                    <a:pt x="5749808" y="205396"/>
                  </a:lnTo>
                  <a:lnTo>
                    <a:pt x="5749926" y="205396"/>
                  </a:lnTo>
                  <a:lnTo>
                    <a:pt x="5750043" y="205396"/>
                  </a:lnTo>
                  <a:lnTo>
                    <a:pt x="5750161" y="205396"/>
                  </a:lnTo>
                  <a:lnTo>
                    <a:pt x="5750396" y="205396"/>
                  </a:lnTo>
                  <a:lnTo>
                    <a:pt x="5751337" y="205396"/>
                  </a:lnTo>
                  <a:lnTo>
                    <a:pt x="5751455" y="205396"/>
                  </a:lnTo>
                  <a:lnTo>
                    <a:pt x="5751455" y="204965"/>
                  </a:lnTo>
                  <a:lnTo>
                    <a:pt x="5751925" y="204965"/>
                  </a:lnTo>
                  <a:lnTo>
                    <a:pt x="5752160" y="204965"/>
                  </a:lnTo>
                  <a:lnTo>
                    <a:pt x="5752278" y="204965"/>
                  </a:lnTo>
                  <a:lnTo>
                    <a:pt x="5752631" y="204104"/>
                  </a:lnTo>
                  <a:lnTo>
                    <a:pt x="5752748" y="204104"/>
                  </a:lnTo>
                  <a:lnTo>
                    <a:pt x="5753219" y="203673"/>
                  </a:lnTo>
                  <a:lnTo>
                    <a:pt x="5753454" y="203673"/>
                  </a:lnTo>
                  <a:lnTo>
                    <a:pt x="5753572" y="203243"/>
                  </a:lnTo>
                  <a:lnTo>
                    <a:pt x="5753689" y="203243"/>
                  </a:lnTo>
                  <a:lnTo>
                    <a:pt x="5753925" y="202812"/>
                  </a:lnTo>
                  <a:lnTo>
                    <a:pt x="5754042" y="202812"/>
                  </a:lnTo>
                  <a:lnTo>
                    <a:pt x="5754395" y="202812"/>
                  </a:lnTo>
                  <a:lnTo>
                    <a:pt x="5754513" y="202812"/>
                  </a:lnTo>
                  <a:lnTo>
                    <a:pt x="5754630" y="202812"/>
                  </a:lnTo>
                  <a:lnTo>
                    <a:pt x="5755571" y="202382"/>
                  </a:lnTo>
                  <a:lnTo>
                    <a:pt x="5755689" y="202382"/>
                  </a:lnTo>
                  <a:lnTo>
                    <a:pt x="5755806" y="202382"/>
                  </a:lnTo>
                  <a:lnTo>
                    <a:pt x="5755924" y="202382"/>
                  </a:lnTo>
                  <a:lnTo>
                    <a:pt x="5756042" y="202382"/>
                  </a:lnTo>
                  <a:lnTo>
                    <a:pt x="5756394" y="201951"/>
                  </a:lnTo>
                  <a:lnTo>
                    <a:pt x="5756512" y="201951"/>
                  </a:lnTo>
                  <a:lnTo>
                    <a:pt x="5756747" y="201951"/>
                  </a:lnTo>
                  <a:lnTo>
                    <a:pt x="5756865" y="201951"/>
                  </a:lnTo>
                  <a:lnTo>
                    <a:pt x="5757100" y="201951"/>
                  </a:lnTo>
                  <a:lnTo>
                    <a:pt x="5757688" y="201951"/>
                  </a:lnTo>
                  <a:lnTo>
                    <a:pt x="5758159" y="201951"/>
                  </a:lnTo>
                  <a:lnTo>
                    <a:pt x="5758276" y="201951"/>
                  </a:lnTo>
                  <a:lnTo>
                    <a:pt x="5758747" y="201520"/>
                  </a:lnTo>
                  <a:lnTo>
                    <a:pt x="5758864" y="201520"/>
                  </a:lnTo>
                  <a:lnTo>
                    <a:pt x="5759217" y="201520"/>
                  </a:lnTo>
                  <a:lnTo>
                    <a:pt x="5759452" y="201520"/>
                  </a:lnTo>
                  <a:lnTo>
                    <a:pt x="5759570" y="201520"/>
                  </a:lnTo>
                  <a:lnTo>
                    <a:pt x="5759688" y="201520"/>
                  </a:lnTo>
                  <a:lnTo>
                    <a:pt x="5759805" y="201520"/>
                  </a:lnTo>
                  <a:lnTo>
                    <a:pt x="5759923" y="201520"/>
                  </a:lnTo>
                  <a:lnTo>
                    <a:pt x="5760158" y="201520"/>
                  </a:lnTo>
                  <a:lnTo>
                    <a:pt x="5760393" y="201520"/>
                  </a:lnTo>
                  <a:lnTo>
                    <a:pt x="5760511" y="201090"/>
                  </a:lnTo>
                  <a:lnTo>
                    <a:pt x="5760629" y="201090"/>
                  </a:lnTo>
                  <a:lnTo>
                    <a:pt x="5760746" y="201090"/>
                  </a:lnTo>
                  <a:lnTo>
                    <a:pt x="5761099" y="201090"/>
                  </a:lnTo>
                  <a:lnTo>
                    <a:pt x="5761217" y="201090"/>
                  </a:lnTo>
                  <a:lnTo>
                    <a:pt x="5761805" y="201090"/>
                  </a:lnTo>
                  <a:lnTo>
                    <a:pt x="5762158" y="201090"/>
                  </a:lnTo>
                  <a:lnTo>
                    <a:pt x="5762981" y="200229"/>
                  </a:lnTo>
                  <a:lnTo>
                    <a:pt x="5763098" y="200229"/>
                  </a:lnTo>
                  <a:lnTo>
                    <a:pt x="5763569" y="200229"/>
                  </a:lnTo>
                  <a:lnTo>
                    <a:pt x="5764039" y="200229"/>
                  </a:lnTo>
                  <a:lnTo>
                    <a:pt x="5764392" y="200229"/>
                  </a:lnTo>
                  <a:lnTo>
                    <a:pt x="5764510" y="200229"/>
                  </a:lnTo>
                  <a:lnTo>
                    <a:pt x="5764627" y="200229"/>
                  </a:lnTo>
                  <a:lnTo>
                    <a:pt x="5764745" y="199798"/>
                  </a:lnTo>
                  <a:lnTo>
                    <a:pt x="5764863" y="199798"/>
                  </a:lnTo>
                  <a:lnTo>
                    <a:pt x="5765216" y="199798"/>
                  </a:lnTo>
                  <a:lnTo>
                    <a:pt x="5765333" y="199798"/>
                  </a:lnTo>
                  <a:lnTo>
                    <a:pt x="5765451" y="199798"/>
                  </a:lnTo>
                  <a:lnTo>
                    <a:pt x="5766039" y="199798"/>
                  </a:lnTo>
                  <a:lnTo>
                    <a:pt x="5766274" y="199798"/>
                  </a:lnTo>
                  <a:lnTo>
                    <a:pt x="5766745" y="199798"/>
                  </a:lnTo>
                  <a:lnTo>
                    <a:pt x="5767568" y="199798"/>
                  </a:lnTo>
                  <a:lnTo>
                    <a:pt x="5767685" y="199798"/>
                  </a:lnTo>
                  <a:lnTo>
                    <a:pt x="5767685" y="199367"/>
                  </a:lnTo>
                  <a:lnTo>
                    <a:pt x="5767803" y="199367"/>
                  </a:lnTo>
                  <a:lnTo>
                    <a:pt x="5768156" y="198937"/>
                  </a:lnTo>
                  <a:lnTo>
                    <a:pt x="5768274" y="198937"/>
                  </a:lnTo>
                  <a:lnTo>
                    <a:pt x="5768509" y="198937"/>
                  </a:lnTo>
                  <a:lnTo>
                    <a:pt x="5768979" y="198937"/>
                  </a:lnTo>
                  <a:lnTo>
                    <a:pt x="5769214" y="198937"/>
                  </a:lnTo>
                  <a:lnTo>
                    <a:pt x="5770038" y="198937"/>
                  </a:lnTo>
                  <a:lnTo>
                    <a:pt x="5770155" y="198937"/>
                  </a:lnTo>
                  <a:lnTo>
                    <a:pt x="5770861" y="198937"/>
                  </a:lnTo>
                  <a:lnTo>
                    <a:pt x="5771096" y="198937"/>
                  </a:lnTo>
                  <a:lnTo>
                    <a:pt x="5771449" y="198937"/>
                  </a:lnTo>
                  <a:lnTo>
                    <a:pt x="5772272" y="198506"/>
                  </a:lnTo>
                  <a:lnTo>
                    <a:pt x="5772390" y="198506"/>
                  </a:lnTo>
                  <a:lnTo>
                    <a:pt x="5772508" y="198506"/>
                  </a:lnTo>
                  <a:lnTo>
                    <a:pt x="5772743" y="198506"/>
                  </a:lnTo>
                  <a:lnTo>
                    <a:pt x="5772860" y="198506"/>
                  </a:lnTo>
                  <a:lnTo>
                    <a:pt x="5773684" y="198076"/>
                  </a:lnTo>
                  <a:lnTo>
                    <a:pt x="5773919" y="198076"/>
                  </a:lnTo>
                  <a:lnTo>
                    <a:pt x="5774272" y="197645"/>
                  </a:lnTo>
                  <a:lnTo>
                    <a:pt x="5774389" y="197645"/>
                  </a:lnTo>
                  <a:lnTo>
                    <a:pt x="5774625" y="197645"/>
                  </a:lnTo>
                  <a:lnTo>
                    <a:pt x="5774742" y="197645"/>
                  </a:lnTo>
                  <a:lnTo>
                    <a:pt x="5774860" y="197645"/>
                  </a:lnTo>
                  <a:lnTo>
                    <a:pt x="5775095" y="197645"/>
                  </a:lnTo>
                  <a:lnTo>
                    <a:pt x="5775213" y="197645"/>
                  </a:lnTo>
                  <a:lnTo>
                    <a:pt x="5775330" y="197645"/>
                  </a:lnTo>
                  <a:lnTo>
                    <a:pt x="5775448" y="197214"/>
                  </a:lnTo>
                  <a:lnTo>
                    <a:pt x="5775566" y="197214"/>
                  </a:lnTo>
                  <a:lnTo>
                    <a:pt x="5775683" y="196784"/>
                  </a:lnTo>
                  <a:lnTo>
                    <a:pt x="5775918" y="196784"/>
                  </a:lnTo>
                  <a:lnTo>
                    <a:pt x="5776036" y="196784"/>
                  </a:lnTo>
                  <a:lnTo>
                    <a:pt x="5776389" y="196784"/>
                  </a:lnTo>
                  <a:lnTo>
                    <a:pt x="5777095" y="196784"/>
                  </a:lnTo>
                  <a:lnTo>
                    <a:pt x="5777212" y="196784"/>
                  </a:lnTo>
                  <a:lnTo>
                    <a:pt x="5777565" y="196784"/>
                  </a:lnTo>
                  <a:lnTo>
                    <a:pt x="5777683" y="196784"/>
                  </a:lnTo>
                  <a:lnTo>
                    <a:pt x="5778153" y="196784"/>
                  </a:lnTo>
                  <a:lnTo>
                    <a:pt x="5778271" y="196784"/>
                  </a:lnTo>
                  <a:lnTo>
                    <a:pt x="5778859" y="196353"/>
                  </a:lnTo>
                  <a:lnTo>
                    <a:pt x="5779212" y="195923"/>
                  </a:lnTo>
                  <a:lnTo>
                    <a:pt x="5779329" y="195923"/>
                  </a:lnTo>
                  <a:lnTo>
                    <a:pt x="5779447" y="195923"/>
                  </a:lnTo>
                  <a:lnTo>
                    <a:pt x="5779564" y="195923"/>
                  </a:lnTo>
                  <a:lnTo>
                    <a:pt x="5779800" y="195923"/>
                  </a:lnTo>
                  <a:lnTo>
                    <a:pt x="5780153" y="195923"/>
                  </a:lnTo>
                  <a:lnTo>
                    <a:pt x="5780153" y="195492"/>
                  </a:lnTo>
                  <a:lnTo>
                    <a:pt x="5780270" y="195492"/>
                  </a:lnTo>
                  <a:lnTo>
                    <a:pt x="5780623" y="195492"/>
                  </a:lnTo>
                  <a:lnTo>
                    <a:pt x="5780976" y="195061"/>
                  </a:lnTo>
                  <a:lnTo>
                    <a:pt x="5781093" y="194200"/>
                  </a:lnTo>
                  <a:lnTo>
                    <a:pt x="5781211" y="194200"/>
                  </a:lnTo>
                  <a:lnTo>
                    <a:pt x="5781329" y="194200"/>
                  </a:lnTo>
                  <a:lnTo>
                    <a:pt x="5781446" y="194200"/>
                  </a:lnTo>
                  <a:lnTo>
                    <a:pt x="5781564" y="194200"/>
                  </a:lnTo>
                  <a:lnTo>
                    <a:pt x="5781682" y="194200"/>
                  </a:lnTo>
                  <a:lnTo>
                    <a:pt x="5781917" y="194200"/>
                  </a:lnTo>
                  <a:lnTo>
                    <a:pt x="5782034" y="194200"/>
                  </a:lnTo>
                  <a:lnTo>
                    <a:pt x="5782387" y="194200"/>
                  </a:lnTo>
                  <a:lnTo>
                    <a:pt x="5782975" y="194200"/>
                  </a:lnTo>
                  <a:lnTo>
                    <a:pt x="5783446" y="194200"/>
                  </a:lnTo>
                  <a:lnTo>
                    <a:pt x="5783563" y="194200"/>
                  </a:lnTo>
                  <a:lnTo>
                    <a:pt x="5783681" y="194200"/>
                  </a:lnTo>
                  <a:lnTo>
                    <a:pt x="5783799" y="194200"/>
                  </a:lnTo>
                  <a:lnTo>
                    <a:pt x="5784034" y="194200"/>
                  </a:lnTo>
                  <a:lnTo>
                    <a:pt x="5784034" y="193770"/>
                  </a:lnTo>
                  <a:lnTo>
                    <a:pt x="5784151" y="193770"/>
                  </a:lnTo>
                  <a:lnTo>
                    <a:pt x="5784269" y="193770"/>
                  </a:lnTo>
                  <a:lnTo>
                    <a:pt x="5784387" y="193770"/>
                  </a:lnTo>
                  <a:lnTo>
                    <a:pt x="5784504" y="193770"/>
                  </a:lnTo>
                  <a:lnTo>
                    <a:pt x="5787327" y="192478"/>
                  </a:lnTo>
                  <a:lnTo>
                    <a:pt x="5787445" y="192478"/>
                  </a:lnTo>
                  <a:lnTo>
                    <a:pt x="5787562" y="192478"/>
                  </a:lnTo>
                  <a:lnTo>
                    <a:pt x="5787680" y="192478"/>
                  </a:lnTo>
                  <a:lnTo>
                    <a:pt x="5787797" y="192478"/>
                  </a:lnTo>
                  <a:lnTo>
                    <a:pt x="5788033" y="192478"/>
                  </a:lnTo>
                  <a:lnTo>
                    <a:pt x="5788150" y="192478"/>
                  </a:lnTo>
                  <a:lnTo>
                    <a:pt x="5788386" y="192478"/>
                  </a:lnTo>
                  <a:lnTo>
                    <a:pt x="5788621" y="192478"/>
                  </a:lnTo>
                  <a:lnTo>
                    <a:pt x="5788738" y="192478"/>
                  </a:lnTo>
                  <a:lnTo>
                    <a:pt x="5788856" y="192478"/>
                  </a:lnTo>
                  <a:lnTo>
                    <a:pt x="5788974" y="192047"/>
                  </a:lnTo>
                  <a:lnTo>
                    <a:pt x="5789091" y="192047"/>
                  </a:lnTo>
                  <a:lnTo>
                    <a:pt x="5789444" y="192047"/>
                  </a:lnTo>
                  <a:lnTo>
                    <a:pt x="5790032" y="192047"/>
                  </a:lnTo>
                  <a:lnTo>
                    <a:pt x="5790503" y="192047"/>
                  </a:lnTo>
                  <a:lnTo>
                    <a:pt x="5790855" y="192047"/>
                  </a:lnTo>
                  <a:lnTo>
                    <a:pt x="5790973" y="192047"/>
                  </a:lnTo>
                  <a:lnTo>
                    <a:pt x="5791326" y="191617"/>
                  </a:lnTo>
                  <a:lnTo>
                    <a:pt x="5791561" y="190325"/>
                  </a:lnTo>
                  <a:lnTo>
                    <a:pt x="5792149" y="189894"/>
                  </a:lnTo>
                  <a:lnTo>
                    <a:pt x="5792149" y="188602"/>
                  </a:lnTo>
                  <a:lnTo>
                    <a:pt x="5792502" y="188602"/>
                  </a:lnTo>
                  <a:lnTo>
                    <a:pt x="5792737" y="188602"/>
                  </a:lnTo>
                  <a:lnTo>
                    <a:pt x="5792973" y="188602"/>
                  </a:lnTo>
                  <a:lnTo>
                    <a:pt x="5793090" y="188602"/>
                  </a:lnTo>
                  <a:lnTo>
                    <a:pt x="5793208" y="188602"/>
                  </a:lnTo>
                  <a:lnTo>
                    <a:pt x="5793561" y="188602"/>
                  </a:lnTo>
                  <a:lnTo>
                    <a:pt x="5793678" y="188602"/>
                  </a:lnTo>
                  <a:lnTo>
                    <a:pt x="5793796" y="188602"/>
                  </a:lnTo>
                  <a:lnTo>
                    <a:pt x="5793913" y="188602"/>
                  </a:lnTo>
                  <a:lnTo>
                    <a:pt x="5794149" y="187741"/>
                  </a:lnTo>
                  <a:lnTo>
                    <a:pt x="5794266" y="187741"/>
                  </a:lnTo>
                  <a:lnTo>
                    <a:pt x="5794384" y="187311"/>
                  </a:lnTo>
                  <a:lnTo>
                    <a:pt x="5794501" y="187311"/>
                  </a:lnTo>
                  <a:lnTo>
                    <a:pt x="5794972" y="187311"/>
                  </a:lnTo>
                  <a:lnTo>
                    <a:pt x="5794972" y="186880"/>
                  </a:lnTo>
                  <a:lnTo>
                    <a:pt x="5795090" y="186880"/>
                  </a:lnTo>
                  <a:lnTo>
                    <a:pt x="5795207" y="186880"/>
                  </a:lnTo>
                  <a:lnTo>
                    <a:pt x="5795325" y="186880"/>
                  </a:lnTo>
                  <a:lnTo>
                    <a:pt x="5795560" y="186880"/>
                  </a:lnTo>
                  <a:lnTo>
                    <a:pt x="5795795" y="186880"/>
                  </a:lnTo>
                  <a:lnTo>
                    <a:pt x="5795913" y="186880"/>
                  </a:lnTo>
                  <a:lnTo>
                    <a:pt x="5796030" y="186880"/>
                  </a:lnTo>
                  <a:lnTo>
                    <a:pt x="5796148" y="186880"/>
                  </a:lnTo>
                  <a:lnTo>
                    <a:pt x="5796383" y="186880"/>
                  </a:lnTo>
                  <a:lnTo>
                    <a:pt x="5796383" y="186449"/>
                  </a:lnTo>
                  <a:lnTo>
                    <a:pt x="5796501" y="186449"/>
                  </a:lnTo>
                  <a:lnTo>
                    <a:pt x="5796854" y="186449"/>
                  </a:lnTo>
                  <a:lnTo>
                    <a:pt x="5797089" y="186449"/>
                  </a:lnTo>
                  <a:lnTo>
                    <a:pt x="5797207" y="186449"/>
                  </a:lnTo>
                  <a:lnTo>
                    <a:pt x="5798618" y="186449"/>
                  </a:lnTo>
                  <a:lnTo>
                    <a:pt x="5798853" y="186449"/>
                  </a:lnTo>
                  <a:lnTo>
                    <a:pt x="5799088" y="186449"/>
                  </a:lnTo>
                  <a:lnTo>
                    <a:pt x="5799559" y="186449"/>
                  </a:lnTo>
                  <a:lnTo>
                    <a:pt x="5800147" y="186019"/>
                  </a:lnTo>
                  <a:lnTo>
                    <a:pt x="5800500" y="185158"/>
                  </a:lnTo>
                  <a:lnTo>
                    <a:pt x="5800617" y="184727"/>
                  </a:lnTo>
                  <a:lnTo>
                    <a:pt x="5800853" y="184296"/>
                  </a:lnTo>
                  <a:lnTo>
                    <a:pt x="5800970" y="184296"/>
                  </a:lnTo>
                  <a:lnTo>
                    <a:pt x="5801088" y="184296"/>
                  </a:lnTo>
                  <a:lnTo>
                    <a:pt x="5801441" y="184296"/>
                  </a:lnTo>
                  <a:lnTo>
                    <a:pt x="5801558" y="184296"/>
                  </a:lnTo>
                  <a:lnTo>
                    <a:pt x="5801794" y="184296"/>
                  </a:lnTo>
                  <a:lnTo>
                    <a:pt x="5802029" y="184296"/>
                  </a:lnTo>
                  <a:lnTo>
                    <a:pt x="5802146" y="184296"/>
                  </a:lnTo>
                  <a:lnTo>
                    <a:pt x="5802264" y="184296"/>
                  </a:lnTo>
                  <a:lnTo>
                    <a:pt x="5802382" y="184296"/>
                  </a:lnTo>
                  <a:lnTo>
                    <a:pt x="5803087" y="184296"/>
                  </a:lnTo>
                  <a:lnTo>
                    <a:pt x="5803087" y="183435"/>
                  </a:lnTo>
                  <a:lnTo>
                    <a:pt x="5803087" y="183005"/>
                  </a:lnTo>
                  <a:lnTo>
                    <a:pt x="5803205" y="183005"/>
                  </a:lnTo>
                  <a:lnTo>
                    <a:pt x="5803911" y="182574"/>
                  </a:lnTo>
                  <a:lnTo>
                    <a:pt x="5804028" y="182574"/>
                  </a:lnTo>
                  <a:lnTo>
                    <a:pt x="5804146" y="182574"/>
                  </a:lnTo>
                  <a:lnTo>
                    <a:pt x="5804852" y="182574"/>
                  </a:lnTo>
                  <a:lnTo>
                    <a:pt x="5804969" y="182574"/>
                  </a:lnTo>
                  <a:lnTo>
                    <a:pt x="5805087" y="182574"/>
                  </a:lnTo>
                  <a:lnTo>
                    <a:pt x="5805440" y="182574"/>
                  </a:lnTo>
                  <a:lnTo>
                    <a:pt x="5805440" y="182143"/>
                  </a:lnTo>
                  <a:lnTo>
                    <a:pt x="5805792" y="182143"/>
                  </a:lnTo>
                  <a:lnTo>
                    <a:pt x="5806263" y="181713"/>
                  </a:lnTo>
                  <a:lnTo>
                    <a:pt x="5806381" y="181713"/>
                  </a:lnTo>
                  <a:lnTo>
                    <a:pt x="5806498" y="181282"/>
                  </a:lnTo>
                  <a:lnTo>
                    <a:pt x="5806616" y="181282"/>
                  </a:lnTo>
                  <a:lnTo>
                    <a:pt x="5806851" y="181282"/>
                  </a:lnTo>
                  <a:lnTo>
                    <a:pt x="5807204" y="181282"/>
                  </a:lnTo>
                  <a:lnTo>
                    <a:pt x="5807321" y="181282"/>
                  </a:lnTo>
                  <a:lnTo>
                    <a:pt x="5807557" y="181282"/>
                  </a:lnTo>
                  <a:lnTo>
                    <a:pt x="5807674" y="181282"/>
                  </a:lnTo>
                  <a:lnTo>
                    <a:pt x="5807792" y="181282"/>
                  </a:lnTo>
                  <a:lnTo>
                    <a:pt x="5808145" y="181282"/>
                  </a:lnTo>
                  <a:lnTo>
                    <a:pt x="5808262" y="181282"/>
                  </a:lnTo>
                  <a:lnTo>
                    <a:pt x="5808968" y="180852"/>
                  </a:lnTo>
                  <a:lnTo>
                    <a:pt x="5809086" y="180852"/>
                  </a:lnTo>
                  <a:lnTo>
                    <a:pt x="5809203" y="180852"/>
                  </a:lnTo>
                  <a:lnTo>
                    <a:pt x="5809321" y="180852"/>
                  </a:lnTo>
                  <a:lnTo>
                    <a:pt x="5809439" y="180421"/>
                  </a:lnTo>
                  <a:lnTo>
                    <a:pt x="5809556" y="180421"/>
                  </a:lnTo>
                  <a:lnTo>
                    <a:pt x="5809791" y="179990"/>
                  </a:lnTo>
                  <a:lnTo>
                    <a:pt x="5809909" y="179990"/>
                  </a:lnTo>
                  <a:lnTo>
                    <a:pt x="5810144" y="179990"/>
                  </a:lnTo>
                  <a:lnTo>
                    <a:pt x="5810379" y="179990"/>
                  </a:lnTo>
                  <a:lnTo>
                    <a:pt x="5810732" y="179990"/>
                  </a:lnTo>
                  <a:lnTo>
                    <a:pt x="5811085" y="179990"/>
                  </a:lnTo>
                  <a:lnTo>
                    <a:pt x="5811203" y="179990"/>
                  </a:lnTo>
                  <a:lnTo>
                    <a:pt x="5811438" y="179990"/>
                  </a:lnTo>
                  <a:lnTo>
                    <a:pt x="5811673" y="179990"/>
                  </a:lnTo>
                  <a:lnTo>
                    <a:pt x="5812144" y="179560"/>
                  </a:lnTo>
                  <a:lnTo>
                    <a:pt x="5812496" y="178699"/>
                  </a:lnTo>
                  <a:lnTo>
                    <a:pt x="5812849" y="178699"/>
                  </a:lnTo>
                  <a:lnTo>
                    <a:pt x="5812967" y="178699"/>
                  </a:lnTo>
                  <a:lnTo>
                    <a:pt x="5813320" y="178699"/>
                  </a:lnTo>
                  <a:lnTo>
                    <a:pt x="5813673" y="178699"/>
                  </a:lnTo>
                  <a:lnTo>
                    <a:pt x="5814143" y="178699"/>
                  </a:lnTo>
                  <a:lnTo>
                    <a:pt x="5814496" y="177407"/>
                  </a:lnTo>
                  <a:lnTo>
                    <a:pt x="5814614" y="177407"/>
                  </a:lnTo>
                  <a:lnTo>
                    <a:pt x="5814849" y="177407"/>
                  </a:lnTo>
                  <a:lnTo>
                    <a:pt x="5814966" y="177407"/>
                  </a:lnTo>
                  <a:lnTo>
                    <a:pt x="5815202" y="177407"/>
                  </a:lnTo>
                  <a:lnTo>
                    <a:pt x="5815319" y="177407"/>
                  </a:lnTo>
                  <a:lnTo>
                    <a:pt x="5815437" y="177407"/>
                  </a:lnTo>
                  <a:lnTo>
                    <a:pt x="5815554" y="177407"/>
                  </a:lnTo>
                  <a:lnTo>
                    <a:pt x="5815790" y="176546"/>
                  </a:lnTo>
                  <a:lnTo>
                    <a:pt x="5815907" y="176115"/>
                  </a:lnTo>
                  <a:lnTo>
                    <a:pt x="5816143" y="176115"/>
                  </a:lnTo>
                  <a:lnTo>
                    <a:pt x="5816260" y="176115"/>
                  </a:lnTo>
                  <a:lnTo>
                    <a:pt x="5816966" y="176115"/>
                  </a:lnTo>
                  <a:lnTo>
                    <a:pt x="5817319" y="176115"/>
                  </a:lnTo>
                  <a:lnTo>
                    <a:pt x="5817436" y="176115"/>
                  </a:lnTo>
                  <a:lnTo>
                    <a:pt x="5817554" y="176115"/>
                  </a:lnTo>
                  <a:lnTo>
                    <a:pt x="5817671" y="176115"/>
                  </a:lnTo>
                  <a:lnTo>
                    <a:pt x="5818024" y="176115"/>
                  </a:lnTo>
                  <a:lnTo>
                    <a:pt x="5818142" y="176115"/>
                  </a:lnTo>
                  <a:lnTo>
                    <a:pt x="5818260" y="176115"/>
                  </a:lnTo>
                  <a:lnTo>
                    <a:pt x="5818730" y="176115"/>
                  </a:lnTo>
                  <a:lnTo>
                    <a:pt x="5819083" y="176115"/>
                  </a:lnTo>
                  <a:lnTo>
                    <a:pt x="5819200" y="175684"/>
                  </a:lnTo>
                  <a:lnTo>
                    <a:pt x="5819789" y="175684"/>
                  </a:lnTo>
                  <a:lnTo>
                    <a:pt x="5819906" y="175684"/>
                  </a:lnTo>
                  <a:lnTo>
                    <a:pt x="5820024" y="175684"/>
                  </a:lnTo>
                  <a:lnTo>
                    <a:pt x="5820377" y="175684"/>
                  </a:lnTo>
                  <a:lnTo>
                    <a:pt x="5820612" y="175684"/>
                  </a:lnTo>
                  <a:lnTo>
                    <a:pt x="5820965" y="175684"/>
                  </a:lnTo>
                  <a:lnTo>
                    <a:pt x="5821082" y="175684"/>
                  </a:lnTo>
                  <a:lnTo>
                    <a:pt x="5821082" y="175254"/>
                  </a:lnTo>
                  <a:lnTo>
                    <a:pt x="5821318" y="175254"/>
                  </a:lnTo>
                  <a:lnTo>
                    <a:pt x="5821435" y="175254"/>
                  </a:lnTo>
                  <a:lnTo>
                    <a:pt x="5821788" y="175254"/>
                  </a:lnTo>
                  <a:lnTo>
                    <a:pt x="5822023" y="175254"/>
                  </a:lnTo>
                  <a:lnTo>
                    <a:pt x="5822376" y="175254"/>
                  </a:lnTo>
                  <a:lnTo>
                    <a:pt x="5822494" y="175254"/>
                  </a:lnTo>
                  <a:lnTo>
                    <a:pt x="5822611" y="175254"/>
                  </a:lnTo>
                  <a:lnTo>
                    <a:pt x="5822964" y="175254"/>
                  </a:lnTo>
                  <a:lnTo>
                    <a:pt x="5823317" y="175254"/>
                  </a:lnTo>
                  <a:lnTo>
                    <a:pt x="5823552" y="175254"/>
                  </a:lnTo>
                  <a:lnTo>
                    <a:pt x="5823787" y="175254"/>
                  </a:lnTo>
                  <a:lnTo>
                    <a:pt x="5823905" y="175254"/>
                  </a:lnTo>
                  <a:lnTo>
                    <a:pt x="5824023" y="175254"/>
                  </a:lnTo>
                  <a:lnTo>
                    <a:pt x="5824140" y="175254"/>
                  </a:lnTo>
                  <a:lnTo>
                    <a:pt x="5824258" y="175254"/>
                  </a:lnTo>
                  <a:lnTo>
                    <a:pt x="5824258" y="174823"/>
                  </a:lnTo>
                  <a:lnTo>
                    <a:pt x="5824493" y="174823"/>
                  </a:lnTo>
                  <a:lnTo>
                    <a:pt x="5825199" y="174823"/>
                  </a:lnTo>
                  <a:lnTo>
                    <a:pt x="5825316" y="174823"/>
                  </a:lnTo>
                  <a:lnTo>
                    <a:pt x="5825434" y="174823"/>
                  </a:lnTo>
                  <a:lnTo>
                    <a:pt x="5825787" y="174823"/>
                  </a:lnTo>
                  <a:lnTo>
                    <a:pt x="5826022" y="174823"/>
                  </a:lnTo>
                  <a:lnTo>
                    <a:pt x="5826257" y="174393"/>
                  </a:lnTo>
                  <a:lnTo>
                    <a:pt x="5826845" y="174393"/>
                  </a:lnTo>
                  <a:lnTo>
                    <a:pt x="5827198" y="174393"/>
                  </a:lnTo>
                  <a:lnTo>
                    <a:pt x="5827669" y="174393"/>
                  </a:lnTo>
                  <a:lnTo>
                    <a:pt x="5827786" y="174393"/>
                  </a:lnTo>
                  <a:lnTo>
                    <a:pt x="5828022" y="174393"/>
                  </a:lnTo>
                  <a:lnTo>
                    <a:pt x="5828139" y="174393"/>
                  </a:lnTo>
                  <a:lnTo>
                    <a:pt x="5828374" y="173962"/>
                  </a:lnTo>
                  <a:lnTo>
                    <a:pt x="5828610" y="173962"/>
                  </a:lnTo>
                  <a:lnTo>
                    <a:pt x="5828845" y="173531"/>
                  </a:lnTo>
                  <a:lnTo>
                    <a:pt x="5828962" y="173531"/>
                  </a:lnTo>
                  <a:lnTo>
                    <a:pt x="5829198" y="173531"/>
                  </a:lnTo>
                  <a:lnTo>
                    <a:pt x="5829433" y="173531"/>
                  </a:lnTo>
                  <a:lnTo>
                    <a:pt x="5829551" y="173531"/>
                  </a:lnTo>
                  <a:lnTo>
                    <a:pt x="5830139" y="173531"/>
                  </a:lnTo>
                  <a:lnTo>
                    <a:pt x="5830256" y="173531"/>
                  </a:lnTo>
                  <a:lnTo>
                    <a:pt x="5830609" y="173101"/>
                  </a:lnTo>
                  <a:lnTo>
                    <a:pt x="5830727" y="173101"/>
                  </a:lnTo>
                  <a:lnTo>
                    <a:pt x="5830727" y="172670"/>
                  </a:lnTo>
                  <a:lnTo>
                    <a:pt x="5831432" y="172670"/>
                  </a:lnTo>
                  <a:lnTo>
                    <a:pt x="5831668" y="172670"/>
                  </a:lnTo>
                  <a:lnTo>
                    <a:pt x="5831785" y="172670"/>
                  </a:lnTo>
                  <a:lnTo>
                    <a:pt x="5832020" y="172670"/>
                  </a:lnTo>
                  <a:lnTo>
                    <a:pt x="5832138" y="172670"/>
                  </a:lnTo>
                  <a:lnTo>
                    <a:pt x="5832256" y="172670"/>
                  </a:lnTo>
                  <a:lnTo>
                    <a:pt x="5832609" y="172670"/>
                  </a:lnTo>
                  <a:lnTo>
                    <a:pt x="5832726" y="172670"/>
                  </a:lnTo>
                  <a:lnTo>
                    <a:pt x="5832844" y="172670"/>
                  </a:lnTo>
                  <a:lnTo>
                    <a:pt x="5832961" y="172670"/>
                  </a:lnTo>
                  <a:lnTo>
                    <a:pt x="5833079" y="172670"/>
                  </a:lnTo>
                  <a:lnTo>
                    <a:pt x="5833197" y="172670"/>
                  </a:lnTo>
                  <a:lnTo>
                    <a:pt x="5833549" y="172670"/>
                  </a:lnTo>
                  <a:lnTo>
                    <a:pt x="5833667" y="172670"/>
                  </a:lnTo>
                  <a:lnTo>
                    <a:pt x="5833902" y="172670"/>
                  </a:lnTo>
                  <a:lnTo>
                    <a:pt x="5835078" y="171809"/>
                  </a:lnTo>
                  <a:lnTo>
                    <a:pt x="5835196" y="171809"/>
                  </a:lnTo>
                  <a:lnTo>
                    <a:pt x="5835431" y="171809"/>
                  </a:lnTo>
                  <a:lnTo>
                    <a:pt x="5836137" y="171809"/>
                  </a:lnTo>
                  <a:lnTo>
                    <a:pt x="5836255" y="171809"/>
                  </a:lnTo>
                  <a:lnTo>
                    <a:pt x="5836372" y="171809"/>
                  </a:lnTo>
                  <a:lnTo>
                    <a:pt x="5836490" y="171809"/>
                  </a:lnTo>
                  <a:lnTo>
                    <a:pt x="5836843" y="171809"/>
                  </a:lnTo>
                  <a:lnTo>
                    <a:pt x="5837195" y="171809"/>
                  </a:lnTo>
                  <a:lnTo>
                    <a:pt x="5837195" y="171378"/>
                  </a:lnTo>
                  <a:lnTo>
                    <a:pt x="5837313" y="171378"/>
                  </a:lnTo>
                  <a:lnTo>
                    <a:pt x="5837548" y="171378"/>
                  </a:lnTo>
                  <a:lnTo>
                    <a:pt x="5837784" y="171378"/>
                  </a:lnTo>
                  <a:lnTo>
                    <a:pt x="5838254" y="171378"/>
                  </a:lnTo>
                  <a:lnTo>
                    <a:pt x="5838960" y="170948"/>
                  </a:lnTo>
                  <a:lnTo>
                    <a:pt x="5839077" y="170948"/>
                  </a:lnTo>
                  <a:lnTo>
                    <a:pt x="5839548" y="170948"/>
                  </a:lnTo>
                  <a:lnTo>
                    <a:pt x="5839901" y="170948"/>
                  </a:lnTo>
                  <a:lnTo>
                    <a:pt x="5840018" y="170948"/>
                  </a:lnTo>
                  <a:lnTo>
                    <a:pt x="5840136" y="170948"/>
                  </a:lnTo>
                  <a:lnTo>
                    <a:pt x="5840371" y="170948"/>
                  </a:lnTo>
                  <a:lnTo>
                    <a:pt x="5840489" y="170948"/>
                  </a:lnTo>
                  <a:lnTo>
                    <a:pt x="5840606" y="170948"/>
                  </a:lnTo>
                  <a:lnTo>
                    <a:pt x="5840724" y="170948"/>
                  </a:lnTo>
                  <a:lnTo>
                    <a:pt x="5840842" y="170948"/>
                  </a:lnTo>
                  <a:lnTo>
                    <a:pt x="5841194" y="170948"/>
                  </a:lnTo>
                  <a:lnTo>
                    <a:pt x="5841430" y="170948"/>
                  </a:lnTo>
                  <a:lnTo>
                    <a:pt x="5841547" y="170948"/>
                  </a:lnTo>
                  <a:lnTo>
                    <a:pt x="5841900" y="170948"/>
                  </a:lnTo>
                  <a:lnTo>
                    <a:pt x="5842135" y="170517"/>
                  </a:lnTo>
                  <a:lnTo>
                    <a:pt x="5842253" y="170517"/>
                  </a:lnTo>
                  <a:lnTo>
                    <a:pt x="5842488" y="170087"/>
                  </a:lnTo>
                  <a:lnTo>
                    <a:pt x="5842723" y="170087"/>
                  </a:lnTo>
                  <a:lnTo>
                    <a:pt x="5842841" y="170087"/>
                  </a:lnTo>
                  <a:lnTo>
                    <a:pt x="5842841" y="169656"/>
                  </a:lnTo>
                  <a:lnTo>
                    <a:pt x="5843311" y="169656"/>
                  </a:lnTo>
                  <a:lnTo>
                    <a:pt x="5844135" y="169656"/>
                  </a:lnTo>
                  <a:lnTo>
                    <a:pt x="5844252" y="169656"/>
                  </a:lnTo>
                  <a:lnTo>
                    <a:pt x="5844370" y="169225"/>
                  </a:lnTo>
                  <a:lnTo>
                    <a:pt x="5844488" y="169225"/>
                  </a:lnTo>
                  <a:lnTo>
                    <a:pt x="5844605" y="169225"/>
                  </a:lnTo>
                  <a:lnTo>
                    <a:pt x="5844958" y="169225"/>
                  </a:lnTo>
                  <a:lnTo>
                    <a:pt x="5845311" y="169225"/>
                  </a:lnTo>
                  <a:lnTo>
                    <a:pt x="5845311" y="168795"/>
                  </a:lnTo>
                  <a:lnTo>
                    <a:pt x="5845428" y="168795"/>
                  </a:lnTo>
                  <a:lnTo>
                    <a:pt x="5846134" y="168795"/>
                  </a:lnTo>
                  <a:lnTo>
                    <a:pt x="5846252" y="168795"/>
                  </a:lnTo>
                  <a:lnTo>
                    <a:pt x="5846487" y="168795"/>
                  </a:lnTo>
                  <a:lnTo>
                    <a:pt x="5846840" y="168795"/>
                  </a:lnTo>
                  <a:lnTo>
                    <a:pt x="5847075" y="168795"/>
                  </a:lnTo>
                  <a:lnTo>
                    <a:pt x="5847428" y="168795"/>
                  </a:lnTo>
                  <a:lnTo>
                    <a:pt x="5847898" y="168795"/>
                  </a:lnTo>
                  <a:lnTo>
                    <a:pt x="5848016" y="168795"/>
                  </a:lnTo>
                  <a:lnTo>
                    <a:pt x="5848251" y="168364"/>
                  </a:lnTo>
                  <a:lnTo>
                    <a:pt x="5848486" y="167934"/>
                  </a:lnTo>
                  <a:lnTo>
                    <a:pt x="5848722" y="167934"/>
                  </a:lnTo>
                  <a:lnTo>
                    <a:pt x="5848957" y="167934"/>
                  </a:lnTo>
                  <a:lnTo>
                    <a:pt x="5849075" y="167934"/>
                  </a:lnTo>
                  <a:lnTo>
                    <a:pt x="5849663" y="167503"/>
                  </a:lnTo>
                  <a:lnTo>
                    <a:pt x="5849898" y="167072"/>
                  </a:lnTo>
                  <a:lnTo>
                    <a:pt x="5850015" y="167072"/>
                  </a:lnTo>
                  <a:lnTo>
                    <a:pt x="5850133" y="167072"/>
                  </a:lnTo>
                  <a:lnTo>
                    <a:pt x="5850251" y="167072"/>
                  </a:lnTo>
                  <a:lnTo>
                    <a:pt x="5850368" y="167072"/>
                  </a:lnTo>
                  <a:lnTo>
                    <a:pt x="5850603" y="167072"/>
                  </a:lnTo>
                  <a:lnTo>
                    <a:pt x="5851309" y="167072"/>
                  </a:lnTo>
                  <a:lnTo>
                    <a:pt x="5851427" y="167072"/>
                  </a:lnTo>
                  <a:lnTo>
                    <a:pt x="5851780" y="166211"/>
                  </a:lnTo>
                  <a:lnTo>
                    <a:pt x="5851897" y="166211"/>
                  </a:lnTo>
                  <a:lnTo>
                    <a:pt x="5852132" y="166211"/>
                  </a:lnTo>
                  <a:lnTo>
                    <a:pt x="5852368" y="165350"/>
                  </a:lnTo>
                  <a:lnTo>
                    <a:pt x="5852485" y="164919"/>
                  </a:lnTo>
                  <a:lnTo>
                    <a:pt x="5852603" y="164919"/>
                  </a:lnTo>
                  <a:lnTo>
                    <a:pt x="5852956" y="164919"/>
                  </a:lnTo>
                  <a:lnTo>
                    <a:pt x="5853309" y="164489"/>
                  </a:lnTo>
                  <a:lnTo>
                    <a:pt x="5854367" y="164489"/>
                  </a:lnTo>
                  <a:lnTo>
                    <a:pt x="5854602" y="164058"/>
                  </a:lnTo>
                  <a:lnTo>
                    <a:pt x="5854720" y="164058"/>
                  </a:lnTo>
                  <a:lnTo>
                    <a:pt x="5855190" y="164058"/>
                  </a:lnTo>
                  <a:lnTo>
                    <a:pt x="5855308" y="163628"/>
                  </a:lnTo>
                  <a:lnTo>
                    <a:pt x="5855543" y="163628"/>
                  </a:lnTo>
                  <a:lnTo>
                    <a:pt x="5855896" y="163628"/>
                  </a:lnTo>
                  <a:lnTo>
                    <a:pt x="5856249" y="163628"/>
                  </a:lnTo>
                  <a:lnTo>
                    <a:pt x="5856367" y="163628"/>
                  </a:lnTo>
                  <a:lnTo>
                    <a:pt x="5856484" y="163628"/>
                  </a:lnTo>
                  <a:lnTo>
                    <a:pt x="5856719" y="163628"/>
                  </a:lnTo>
                  <a:lnTo>
                    <a:pt x="5856837" y="163628"/>
                  </a:lnTo>
                  <a:lnTo>
                    <a:pt x="5857660" y="163628"/>
                  </a:lnTo>
                  <a:lnTo>
                    <a:pt x="5857778" y="163628"/>
                  </a:lnTo>
                  <a:lnTo>
                    <a:pt x="5857896" y="163628"/>
                  </a:lnTo>
                  <a:lnTo>
                    <a:pt x="5858131" y="163197"/>
                  </a:lnTo>
                  <a:lnTo>
                    <a:pt x="5858248" y="163197"/>
                  </a:lnTo>
                  <a:lnTo>
                    <a:pt x="5858484" y="163197"/>
                  </a:lnTo>
                  <a:lnTo>
                    <a:pt x="5858836" y="163197"/>
                  </a:lnTo>
                  <a:lnTo>
                    <a:pt x="5859542" y="162766"/>
                  </a:lnTo>
                  <a:lnTo>
                    <a:pt x="5859895" y="162766"/>
                  </a:lnTo>
                  <a:lnTo>
                    <a:pt x="5860013" y="162766"/>
                  </a:lnTo>
                  <a:lnTo>
                    <a:pt x="5860013" y="162336"/>
                  </a:lnTo>
                  <a:lnTo>
                    <a:pt x="5860130" y="162336"/>
                  </a:lnTo>
                  <a:lnTo>
                    <a:pt x="5860483" y="162336"/>
                  </a:lnTo>
                  <a:lnTo>
                    <a:pt x="5860601" y="162336"/>
                  </a:lnTo>
                  <a:lnTo>
                    <a:pt x="5860954" y="162336"/>
                  </a:lnTo>
                  <a:lnTo>
                    <a:pt x="5861306" y="162336"/>
                  </a:lnTo>
                  <a:lnTo>
                    <a:pt x="5861424" y="162336"/>
                  </a:lnTo>
                  <a:lnTo>
                    <a:pt x="5861542" y="162336"/>
                  </a:lnTo>
                  <a:lnTo>
                    <a:pt x="5861659" y="162336"/>
                  </a:lnTo>
                  <a:lnTo>
                    <a:pt x="5861659" y="161905"/>
                  </a:lnTo>
                  <a:lnTo>
                    <a:pt x="5861777" y="161905"/>
                  </a:lnTo>
                  <a:lnTo>
                    <a:pt x="5861894" y="161905"/>
                  </a:lnTo>
                  <a:lnTo>
                    <a:pt x="5862012" y="161905"/>
                  </a:lnTo>
                  <a:lnTo>
                    <a:pt x="5862483" y="161905"/>
                  </a:lnTo>
                  <a:lnTo>
                    <a:pt x="5862600" y="161905"/>
                  </a:lnTo>
                  <a:lnTo>
                    <a:pt x="5863188" y="161905"/>
                  </a:lnTo>
                  <a:lnTo>
                    <a:pt x="5863306" y="161905"/>
                  </a:lnTo>
                  <a:lnTo>
                    <a:pt x="5863541" y="161905"/>
                  </a:lnTo>
                  <a:lnTo>
                    <a:pt x="5863776" y="161905"/>
                  </a:lnTo>
                  <a:lnTo>
                    <a:pt x="5864129" y="161905"/>
                  </a:lnTo>
                  <a:lnTo>
                    <a:pt x="5864247" y="161475"/>
                  </a:lnTo>
                  <a:lnTo>
                    <a:pt x="5864364" y="161475"/>
                  </a:lnTo>
                  <a:lnTo>
                    <a:pt x="5865893" y="160613"/>
                  </a:lnTo>
                  <a:lnTo>
                    <a:pt x="5866129" y="160613"/>
                  </a:lnTo>
                  <a:lnTo>
                    <a:pt x="5866246" y="160613"/>
                  </a:lnTo>
                  <a:lnTo>
                    <a:pt x="5866481" y="160613"/>
                  </a:lnTo>
                  <a:lnTo>
                    <a:pt x="5866952" y="160613"/>
                  </a:lnTo>
                  <a:lnTo>
                    <a:pt x="5867187" y="160183"/>
                  </a:lnTo>
                  <a:lnTo>
                    <a:pt x="5867422" y="160183"/>
                  </a:lnTo>
                  <a:lnTo>
                    <a:pt x="5867893" y="160183"/>
                  </a:lnTo>
                  <a:lnTo>
                    <a:pt x="5868246" y="160183"/>
                  </a:lnTo>
                  <a:lnTo>
                    <a:pt x="5868363" y="160183"/>
                  </a:lnTo>
                  <a:lnTo>
                    <a:pt x="5868598" y="160183"/>
                  </a:lnTo>
                  <a:lnTo>
                    <a:pt x="5868834" y="160183"/>
                  </a:lnTo>
                  <a:lnTo>
                    <a:pt x="5868951" y="160183"/>
                  </a:lnTo>
                  <a:lnTo>
                    <a:pt x="5869069" y="160183"/>
                  </a:lnTo>
                  <a:lnTo>
                    <a:pt x="5869304" y="159752"/>
                  </a:lnTo>
                  <a:lnTo>
                    <a:pt x="5869304" y="159322"/>
                  </a:lnTo>
                  <a:lnTo>
                    <a:pt x="5869539" y="159322"/>
                  </a:lnTo>
                  <a:lnTo>
                    <a:pt x="5869892" y="159322"/>
                  </a:lnTo>
                  <a:lnTo>
                    <a:pt x="5870127" y="159322"/>
                  </a:lnTo>
                  <a:lnTo>
                    <a:pt x="5870363" y="159322"/>
                  </a:lnTo>
                  <a:lnTo>
                    <a:pt x="5871068" y="159322"/>
                  </a:lnTo>
                  <a:lnTo>
                    <a:pt x="5871186" y="159322"/>
                  </a:lnTo>
                  <a:lnTo>
                    <a:pt x="5871304" y="159322"/>
                  </a:lnTo>
                  <a:lnTo>
                    <a:pt x="5871539" y="159322"/>
                  </a:lnTo>
                  <a:lnTo>
                    <a:pt x="5871656" y="159322"/>
                  </a:lnTo>
                  <a:lnTo>
                    <a:pt x="5872009" y="159322"/>
                  </a:lnTo>
                  <a:lnTo>
                    <a:pt x="5872127" y="159322"/>
                  </a:lnTo>
                  <a:lnTo>
                    <a:pt x="5872597" y="159322"/>
                  </a:lnTo>
                  <a:lnTo>
                    <a:pt x="5872833" y="158891"/>
                  </a:lnTo>
                  <a:lnTo>
                    <a:pt x="5872950" y="158891"/>
                  </a:lnTo>
                  <a:lnTo>
                    <a:pt x="5873068" y="158891"/>
                  </a:lnTo>
                  <a:lnTo>
                    <a:pt x="5873303" y="158891"/>
                  </a:lnTo>
                  <a:lnTo>
                    <a:pt x="5873774" y="158891"/>
                  </a:lnTo>
                  <a:lnTo>
                    <a:pt x="5873891" y="158891"/>
                  </a:lnTo>
                  <a:lnTo>
                    <a:pt x="5874362" y="157169"/>
                  </a:lnTo>
                  <a:lnTo>
                    <a:pt x="5874597" y="157169"/>
                  </a:lnTo>
                  <a:lnTo>
                    <a:pt x="5874832" y="157169"/>
                  </a:lnTo>
                  <a:lnTo>
                    <a:pt x="5875185" y="157169"/>
                  </a:lnTo>
                  <a:lnTo>
                    <a:pt x="5875420" y="157169"/>
                  </a:lnTo>
                  <a:lnTo>
                    <a:pt x="5875655" y="157169"/>
                  </a:lnTo>
                  <a:lnTo>
                    <a:pt x="5876596" y="156738"/>
                  </a:lnTo>
                  <a:lnTo>
                    <a:pt x="5876714" y="156738"/>
                  </a:lnTo>
                  <a:lnTo>
                    <a:pt x="5876831" y="156738"/>
                  </a:lnTo>
                  <a:lnTo>
                    <a:pt x="5876949" y="156738"/>
                  </a:lnTo>
                  <a:lnTo>
                    <a:pt x="5877302" y="156738"/>
                  </a:lnTo>
                  <a:lnTo>
                    <a:pt x="5877655" y="156738"/>
                  </a:lnTo>
                  <a:lnTo>
                    <a:pt x="5877890" y="156738"/>
                  </a:lnTo>
                  <a:lnTo>
                    <a:pt x="5878008" y="156738"/>
                  </a:lnTo>
                  <a:lnTo>
                    <a:pt x="5878125" y="156738"/>
                  </a:lnTo>
                  <a:lnTo>
                    <a:pt x="5878243" y="156307"/>
                  </a:lnTo>
                  <a:lnTo>
                    <a:pt x="5878360" y="156307"/>
                  </a:lnTo>
                  <a:lnTo>
                    <a:pt x="5878478" y="156307"/>
                  </a:lnTo>
                  <a:lnTo>
                    <a:pt x="5878596" y="156307"/>
                  </a:lnTo>
                  <a:lnTo>
                    <a:pt x="5878713" y="156307"/>
                  </a:lnTo>
                  <a:lnTo>
                    <a:pt x="5878831" y="155877"/>
                  </a:lnTo>
                  <a:lnTo>
                    <a:pt x="5878949" y="155446"/>
                  </a:lnTo>
                  <a:lnTo>
                    <a:pt x="5879184" y="155446"/>
                  </a:lnTo>
                  <a:lnTo>
                    <a:pt x="5879301" y="155016"/>
                  </a:lnTo>
                  <a:lnTo>
                    <a:pt x="5880360" y="154585"/>
                  </a:lnTo>
                  <a:lnTo>
                    <a:pt x="5880478" y="154585"/>
                  </a:lnTo>
                  <a:lnTo>
                    <a:pt x="5880830" y="154154"/>
                  </a:lnTo>
                  <a:lnTo>
                    <a:pt x="5881301" y="154154"/>
                  </a:lnTo>
                  <a:lnTo>
                    <a:pt x="5881418" y="154154"/>
                  </a:lnTo>
                  <a:lnTo>
                    <a:pt x="5881771" y="154154"/>
                  </a:lnTo>
                  <a:lnTo>
                    <a:pt x="5882242" y="154154"/>
                  </a:lnTo>
                  <a:lnTo>
                    <a:pt x="5882595" y="154154"/>
                  </a:lnTo>
                  <a:lnTo>
                    <a:pt x="5882712" y="154154"/>
                  </a:lnTo>
                  <a:lnTo>
                    <a:pt x="5882830" y="154154"/>
                  </a:lnTo>
                  <a:lnTo>
                    <a:pt x="5883183" y="154154"/>
                  </a:lnTo>
                  <a:lnTo>
                    <a:pt x="5883300" y="154154"/>
                  </a:lnTo>
                  <a:lnTo>
                    <a:pt x="5883418" y="154154"/>
                  </a:lnTo>
                  <a:lnTo>
                    <a:pt x="5883535" y="154154"/>
                  </a:lnTo>
                  <a:lnTo>
                    <a:pt x="5883653" y="154154"/>
                  </a:lnTo>
                  <a:lnTo>
                    <a:pt x="5883771" y="154154"/>
                  </a:lnTo>
                  <a:lnTo>
                    <a:pt x="5883888" y="154154"/>
                  </a:lnTo>
                  <a:lnTo>
                    <a:pt x="5884006" y="154154"/>
                  </a:lnTo>
                  <a:lnTo>
                    <a:pt x="5884006" y="153724"/>
                  </a:lnTo>
                  <a:lnTo>
                    <a:pt x="5884359" y="153724"/>
                  </a:lnTo>
                  <a:lnTo>
                    <a:pt x="5884476" y="153724"/>
                  </a:lnTo>
                  <a:lnTo>
                    <a:pt x="5884594" y="153724"/>
                  </a:lnTo>
                  <a:lnTo>
                    <a:pt x="5884947" y="153293"/>
                  </a:lnTo>
                  <a:lnTo>
                    <a:pt x="5885300" y="153293"/>
                  </a:lnTo>
                  <a:lnTo>
                    <a:pt x="5885417" y="153293"/>
                  </a:lnTo>
                  <a:lnTo>
                    <a:pt x="5885770" y="152863"/>
                  </a:lnTo>
                  <a:lnTo>
                    <a:pt x="5886123" y="152863"/>
                  </a:lnTo>
                  <a:lnTo>
                    <a:pt x="5886593" y="152432"/>
                  </a:lnTo>
                  <a:lnTo>
                    <a:pt x="5886829" y="152432"/>
                  </a:lnTo>
                  <a:lnTo>
                    <a:pt x="5887064" y="152432"/>
                  </a:lnTo>
                  <a:lnTo>
                    <a:pt x="5887182" y="152432"/>
                  </a:lnTo>
                  <a:lnTo>
                    <a:pt x="5887652" y="152432"/>
                  </a:lnTo>
                  <a:lnTo>
                    <a:pt x="5887770" y="152432"/>
                  </a:lnTo>
                  <a:lnTo>
                    <a:pt x="5888005" y="152432"/>
                  </a:lnTo>
                  <a:lnTo>
                    <a:pt x="5888711" y="152001"/>
                  </a:lnTo>
                  <a:lnTo>
                    <a:pt x="5888828" y="152001"/>
                  </a:lnTo>
                  <a:lnTo>
                    <a:pt x="5889181" y="152001"/>
                  </a:lnTo>
                  <a:lnTo>
                    <a:pt x="5889534" y="152001"/>
                  </a:lnTo>
                  <a:lnTo>
                    <a:pt x="5890122" y="152001"/>
                  </a:lnTo>
                  <a:lnTo>
                    <a:pt x="5890357" y="152001"/>
                  </a:lnTo>
                  <a:lnTo>
                    <a:pt x="5891063" y="151571"/>
                  </a:lnTo>
                  <a:lnTo>
                    <a:pt x="5891416" y="151571"/>
                  </a:lnTo>
                  <a:lnTo>
                    <a:pt x="5891651" y="151571"/>
                  </a:lnTo>
                  <a:lnTo>
                    <a:pt x="5891768" y="151571"/>
                  </a:lnTo>
                  <a:lnTo>
                    <a:pt x="5891886" y="151571"/>
                  </a:lnTo>
                  <a:lnTo>
                    <a:pt x="5892357" y="151571"/>
                  </a:lnTo>
                  <a:lnTo>
                    <a:pt x="5892357" y="151140"/>
                  </a:lnTo>
                  <a:lnTo>
                    <a:pt x="5892357" y="150710"/>
                  </a:lnTo>
                  <a:lnTo>
                    <a:pt x="5892474" y="150710"/>
                  </a:lnTo>
                  <a:lnTo>
                    <a:pt x="5892592" y="150710"/>
                  </a:lnTo>
                  <a:lnTo>
                    <a:pt x="5892592" y="150279"/>
                  </a:lnTo>
                  <a:lnTo>
                    <a:pt x="5892709" y="150279"/>
                  </a:lnTo>
                  <a:lnTo>
                    <a:pt x="5892827" y="150279"/>
                  </a:lnTo>
                  <a:lnTo>
                    <a:pt x="5892945" y="150279"/>
                  </a:lnTo>
                  <a:lnTo>
                    <a:pt x="5893062" y="150279"/>
                  </a:lnTo>
                  <a:lnTo>
                    <a:pt x="5893180" y="149848"/>
                  </a:lnTo>
                  <a:lnTo>
                    <a:pt x="5893297" y="149848"/>
                  </a:lnTo>
                  <a:lnTo>
                    <a:pt x="5893415" y="149848"/>
                  </a:lnTo>
                  <a:lnTo>
                    <a:pt x="5893533" y="149848"/>
                  </a:lnTo>
                  <a:lnTo>
                    <a:pt x="5893533" y="149418"/>
                  </a:lnTo>
                  <a:lnTo>
                    <a:pt x="5893886" y="148987"/>
                  </a:lnTo>
                  <a:lnTo>
                    <a:pt x="5894003" y="148987"/>
                  </a:lnTo>
                  <a:lnTo>
                    <a:pt x="5894238" y="148987"/>
                  </a:lnTo>
                  <a:lnTo>
                    <a:pt x="5894356" y="148987"/>
                  </a:lnTo>
                  <a:lnTo>
                    <a:pt x="5894474" y="148987"/>
                  </a:lnTo>
                  <a:lnTo>
                    <a:pt x="5894591" y="148987"/>
                  </a:lnTo>
                  <a:lnTo>
                    <a:pt x="5897649" y="146404"/>
                  </a:lnTo>
                  <a:lnTo>
                    <a:pt x="5897767" y="146404"/>
                  </a:lnTo>
                  <a:lnTo>
                    <a:pt x="5898002" y="146404"/>
                  </a:lnTo>
                  <a:lnTo>
                    <a:pt x="5898120" y="146404"/>
                  </a:lnTo>
                  <a:lnTo>
                    <a:pt x="5898237" y="146404"/>
                  </a:lnTo>
                  <a:lnTo>
                    <a:pt x="5898355" y="146404"/>
                  </a:lnTo>
                  <a:lnTo>
                    <a:pt x="5898355" y="145973"/>
                  </a:lnTo>
                  <a:lnTo>
                    <a:pt x="5898472" y="145542"/>
                  </a:lnTo>
                  <a:lnTo>
                    <a:pt x="5898943" y="145542"/>
                  </a:lnTo>
                  <a:lnTo>
                    <a:pt x="5899413" y="145112"/>
                  </a:lnTo>
                  <a:lnTo>
                    <a:pt x="5899531" y="145112"/>
                  </a:lnTo>
                  <a:lnTo>
                    <a:pt x="5899766" y="145112"/>
                  </a:lnTo>
                  <a:lnTo>
                    <a:pt x="5900001" y="144681"/>
                  </a:lnTo>
                  <a:lnTo>
                    <a:pt x="5900119" y="144681"/>
                  </a:lnTo>
                  <a:lnTo>
                    <a:pt x="5900237" y="144681"/>
                  </a:lnTo>
                  <a:lnTo>
                    <a:pt x="5900354" y="144681"/>
                  </a:lnTo>
                  <a:lnTo>
                    <a:pt x="5900472" y="144681"/>
                  </a:lnTo>
                  <a:lnTo>
                    <a:pt x="5900590" y="144681"/>
                  </a:lnTo>
                  <a:lnTo>
                    <a:pt x="5900825" y="144681"/>
                  </a:lnTo>
                  <a:lnTo>
                    <a:pt x="5901060" y="144251"/>
                  </a:lnTo>
                  <a:lnTo>
                    <a:pt x="5901530" y="144251"/>
                  </a:lnTo>
                  <a:lnTo>
                    <a:pt x="5901648" y="144251"/>
                  </a:lnTo>
                  <a:lnTo>
                    <a:pt x="5901883" y="143820"/>
                  </a:lnTo>
                  <a:lnTo>
                    <a:pt x="5902001" y="143820"/>
                  </a:lnTo>
                  <a:lnTo>
                    <a:pt x="5902119" y="143820"/>
                  </a:lnTo>
                  <a:lnTo>
                    <a:pt x="5902236" y="143820"/>
                  </a:lnTo>
                  <a:lnTo>
                    <a:pt x="5902236" y="143389"/>
                  </a:lnTo>
                  <a:lnTo>
                    <a:pt x="5902354" y="143389"/>
                  </a:lnTo>
                  <a:lnTo>
                    <a:pt x="5902471" y="143389"/>
                  </a:lnTo>
                  <a:lnTo>
                    <a:pt x="5902707" y="143389"/>
                  </a:lnTo>
                  <a:lnTo>
                    <a:pt x="5903059" y="142959"/>
                  </a:lnTo>
                  <a:lnTo>
                    <a:pt x="5903177" y="142959"/>
                  </a:lnTo>
                  <a:lnTo>
                    <a:pt x="5903765" y="142959"/>
                  </a:lnTo>
                  <a:lnTo>
                    <a:pt x="5903765" y="142528"/>
                  </a:lnTo>
                  <a:lnTo>
                    <a:pt x="5904236" y="142528"/>
                  </a:lnTo>
                  <a:lnTo>
                    <a:pt x="5904353" y="142528"/>
                  </a:lnTo>
                  <a:lnTo>
                    <a:pt x="5904706" y="142528"/>
                  </a:lnTo>
                  <a:lnTo>
                    <a:pt x="5904941" y="142098"/>
                  </a:lnTo>
                  <a:lnTo>
                    <a:pt x="5905059" y="142098"/>
                  </a:lnTo>
                  <a:lnTo>
                    <a:pt x="5905059" y="141667"/>
                  </a:lnTo>
                  <a:lnTo>
                    <a:pt x="5905294" y="141667"/>
                  </a:lnTo>
                  <a:lnTo>
                    <a:pt x="5905412" y="141667"/>
                  </a:lnTo>
                  <a:lnTo>
                    <a:pt x="5905529" y="141667"/>
                  </a:lnTo>
                  <a:lnTo>
                    <a:pt x="5905647" y="141667"/>
                  </a:lnTo>
                  <a:lnTo>
                    <a:pt x="5905765" y="141667"/>
                  </a:lnTo>
                  <a:lnTo>
                    <a:pt x="5905882" y="141667"/>
                  </a:lnTo>
                  <a:lnTo>
                    <a:pt x="5906235" y="141667"/>
                  </a:lnTo>
                  <a:lnTo>
                    <a:pt x="5906353" y="141667"/>
                  </a:lnTo>
                  <a:lnTo>
                    <a:pt x="5906470" y="141667"/>
                  </a:lnTo>
                  <a:lnTo>
                    <a:pt x="5906705" y="141667"/>
                  </a:lnTo>
                  <a:lnTo>
                    <a:pt x="5906823" y="141667"/>
                  </a:lnTo>
                  <a:lnTo>
                    <a:pt x="5906941" y="141667"/>
                  </a:lnTo>
                  <a:lnTo>
                    <a:pt x="5907294" y="141667"/>
                  </a:lnTo>
                  <a:lnTo>
                    <a:pt x="5907411" y="141667"/>
                  </a:lnTo>
                  <a:lnTo>
                    <a:pt x="5907882" y="141236"/>
                  </a:lnTo>
                  <a:lnTo>
                    <a:pt x="5907999" y="141236"/>
                  </a:lnTo>
                  <a:lnTo>
                    <a:pt x="5908117" y="141236"/>
                  </a:lnTo>
                  <a:lnTo>
                    <a:pt x="5908352" y="141236"/>
                  </a:lnTo>
                  <a:lnTo>
                    <a:pt x="5908470" y="141236"/>
                  </a:lnTo>
                  <a:lnTo>
                    <a:pt x="5908587" y="141236"/>
                  </a:lnTo>
                  <a:lnTo>
                    <a:pt x="5908705" y="141236"/>
                  </a:lnTo>
                  <a:lnTo>
                    <a:pt x="5908940" y="141236"/>
                  </a:lnTo>
                  <a:lnTo>
                    <a:pt x="5909293" y="141236"/>
                  </a:lnTo>
                  <a:lnTo>
                    <a:pt x="5909411" y="141236"/>
                  </a:lnTo>
                  <a:lnTo>
                    <a:pt x="5909646" y="141236"/>
                  </a:lnTo>
                  <a:lnTo>
                    <a:pt x="5909763" y="141236"/>
                  </a:lnTo>
                  <a:lnTo>
                    <a:pt x="5910469" y="141236"/>
                  </a:lnTo>
                  <a:lnTo>
                    <a:pt x="5910704" y="141236"/>
                  </a:lnTo>
                  <a:lnTo>
                    <a:pt x="5911057" y="141236"/>
                  </a:lnTo>
                  <a:lnTo>
                    <a:pt x="5911175" y="141236"/>
                  </a:lnTo>
                  <a:lnTo>
                    <a:pt x="5911763" y="141236"/>
                  </a:lnTo>
                  <a:lnTo>
                    <a:pt x="5911998" y="141236"/>
                  </a:lnTo>
                  <a:lnTo>
                    <a:pt x="5912233" y="141236"/>
                  </a:lnTo>
                  <a:lnTo>
                    <a:pt x="5912351" y="141236"/>
                  </a:lnTo>
                  <a:lnTo>
                    <a:pt x="5912586" y="141236"/>
                  </a:lnTo>
                  <a:lnTo>
                    <a:pt x="5912704" y="141236"/>
                  </a:lnTo>
                  <a:lnTo>
                    <a:pt x="5912821" y="141236"/>
                  </a:lnTo>
                  <a:lnTo>
                    <a:pt x="5913057" y="140375"/>
                  </a:lnTo>
                  <a:lnTo>
                    <a:pt x="5913174" y="140375"/>
                  </a:lnTo>
                  <a:lnTo>
                    <a:pt x="5913292" y="140375"/>
                  </a:lnTo>
                  <a:lnTo>
                    <a:pt x="5913527" y="140375"/>
                  </a:lnTo>
                  <a:lnTo>
                    <a:pt x="5913762" y="139945"/>
                  </a:lnTo>
                  <a:lnTo>
                    <a:pt x="5913880" y="139945"/>
                  </a:lnTo>
                  <a:lnTo>
                    <a:pt x="5913998" y="139945"/>
                  </a:lnTo>
                  <a:lnTo>
                    <a:pt x="5914350" y="139945"/>
                  </a:lnTo>
                  <a:lnTo>
                    <a:pt x="5914468" y="139945"/>
                  </a:lnTo>
                  <a:lnTo>
                    <a:pt x="5914821" y="139514"/>
                  </a:lnTo>
                  <a:lnTo>
                    <a:pt x="5914938" y="139514"/>
                  </a:lnTo>
                  <a:lnTo>
                    <a:pt x="5915056" y="139514"/>
                  </a:lnTo>
                  <a:lnTo>
                    <a:pt x="5915174" y="139083"/>
                  </a:lnTo>
                  <a:lnTo>
                    <a:pt x="5915291" y="138653"/>
                  </a:lnTo>
                  <a:lnTo>
                    <a:pt x="5915409" y="138222"/>
                  </a:lnTo>
                  <a:lnTo>
                    <a:pt x="5915644" y="137792"/>
                  </a:lnTo>
                  <a:lnTo>
                    <a:pt x="5915762" y="137792"/>
                  </a:lnTo>
                  <a:lnTo>
                    <a:pt x="5915879" y="137792"/>
                  </a:lnTo>
                  <a:lnTo>
                    <a:pt x="5915997" y="137792"/>
                  </a:lnTo>
                  <a:lnTo>
                    <a:pt x="5916232" y="136930"/>
                  </a:lnTo>
                  <a:lnTo>
                    <a:pt x="5916467" y="136930"/>
                  </a:lnTo>
                  <a:lnTo>
                    <a:pt x="5916703" y="136930"/>
                  </a:lnTo>
                  <a:lnTo>
                    <a:pt x="5916703" y="136500"/>
                  </a:lnTo>
                  <a:lnTo>
                    <a:pt x="5916938" y="136500"/>
                  </a:lnTo>
                  <a:lnTo>
                    <a:pt x="5917173" y="136500"/>
                  </a:lnTo>
                  <a:lnTo>
                    <a:pt x="5917761" y="136500"/>
                  </a:lnTo>
                  <a:lnTo>
                    <a:pt x="5917996" y="136500"/>
                  </a:lnTo>
                  <a:lnTo>
                    <a:pt x="5918114" y="136500"/>
                  </a:lnTo>
                  <a:lnTo>
                    <a:pt x="5918232" y="136069"/>
                  </a:lnTo>
                  <a:lnTo>
                    <a:pt x="5918349" y="136069"/>
                  </a:lnTo>
                  <a:lnTo>
                    <a:pt x="5918937" y="136069"/>
                  </a:lnTo>
                  <a:lnTo>
                    <a:pt x="5919055" y="136069"/>
                  </a:lnTo>
                  <a:lnTo>
                    <a:pt x="5919408" y="136069"/>
                  </a:lnTo>
                  <a:lnTo>
                    <a:pt x="5919996" y="135639"/>
                  </a:lnTo>
                  <a:lnTo>
                    <a:pt x="5920231" y="135639"/>
                  </a:lnTo>
                  <a:lnTo>
                    <a:pt x="5920349" y="135639"/>
                  </a:lnTo>
                  <a:lnTo>
                    <a:pt x="5920466" y="135639"/>
                  </a:lnTo>
                  <a:lnTo>
                    <a:pt x="5920584" y="135639"/>
                  </a:lnTo>
                  <a:lnTo>
                    <a:pt x="5920702" y="135639"/>
                  </a:lnTo>
                  <a:lnTo>
                    <a:pt x="5921290" y="135639"/>
                  </a:lnTo>
                  <a:lnTo>
                    <a:pt x="5921525" y="135639"/>
                  </a:lnTo>
                  <a:lnTo>
                    <a:pt x="5921760" y="135639"/>
                  </a:lnTo>
                  <a:lnTo>
                    <a:pt x="5921995" y="135639"/>
                  </a:lnTo>
                  <a:lnTo>
                    <a:pt x="5922113" y="135639"/>
                  </a:lnTo>
                  <a:lnTo>
                    <a:pt x="5922231" y="135639"/>
                  </a:lnTo>
                  <a:lnTo>
                    <a:pt x="5922701" y="135639"/>
                  </a:lnTo>
                  <a:lnTo>
                    <a:pt x="5922819" y="135639"/>
                  </a:lnTo>
                  <a:lnTo>
                    <a:pt x="5923289" y="135639"/>
                  </a:lnTo>
                  <a:lnTo>
                    <a:pt x="5923289" y="135208"/>
                  </a:lnTo>
                  <a:lnTo>
                    <a:pt x="5923407" y="135208"/>
                  </a:lnTo>
                  <a:lnTo>
                    <a:pt x="5923877" y="135208"/>
                  </a:lnTo>
                  <a:lnTo>
                    <a:pt x="5923995" y="135208"/>
                  </a:lnTo>
                  <a:lnTo>
                    <a:pt x="5924230" y="135208"/>
                  </a:lnTo>
                  <a:lnTo>
                    <a:pt x="5924583" y="135208"/>
                  </a:lnTo>
                  <a:lnTo>
                    <a:pt x="5925053" y="134347"/>
                  </a:lnTo>
                  <a:lnTo>
                    <a:pt x="5925171" y="134347"/>
                  </a:lnTo>
                  <a:lnTo>
                    <a:pt x="5925289" y="134347"/>
                  </a:lnTo>
                  <a:lnTo>
                    <a:pt x="5925406" y="134347"/>
                  </a:lnTo>
                  <a:lnTo>
                    <a:pt x="5925524" y="134347"/>
                  </a:lnTo>
                  <a:lnTo>
                    <a:pt x="5925641" y="134347"/>
                  </a:lnTo>
                  <a:lnTo>
                    <a:pt x="5925994" y="134347"/>
                  </a:lnTo>
                  <a:lnTo>
                    <a:pt x="5926112" y="134347"/>
                  </a:lnTo>
                  <a:lnTo>
                    <a:pt x="5926347" y="134347"/>
                  </a:lnTo>
                  <a:lnTo>
                    <a:pt x="5926582" y="134347"/>
                  </a:lnTo>
                  <a:lnTo>
                    <a:pt x="5927053" y="134347"/>
                  </a:lnTo>
                  <a:lnTo>
                    <a:pt x="5927288" y="134347"/>
                  </a:lnTo>
                  <a:lnTo>
                    <a:pt x="5927406" y="134347"/>
                  </a:lnTo>
                  <a:lnTo>
                    <a:pt x="5927641" y="134347"/>
                  </a:lnTo>
                  <a:lnTo>
                    <a:pt x="5927758" y="134347"/>
                  </a:lnTo>
                  <a:lnTo>
                    <a:pt x="5927876" y="134347"/>
                  </a:lnTo>
                  <a:lnTo>
                    <a:pt x="5928229" y="134347"/>
                  </a:lnTo>
                  <a:lnTo>
                    <a:pt x="5928347" y="134347"/>
                  </a:lnTo>
                  <a:lnTo>
                    <a:pt x="5928582" y="134347"/>
                  </a:lnTo>
                  <a:lnTo>
                    <a:pt x="5928582" y="133916"/>
                  </a:lnTo>
                  <a:lnTo>
                    <a:pt x="5928935" y="133916"/>
                  </a:lnTo>
                  <a:lnTo>
                    <a:pt x="5929758" y="133916"/>
                  </a:lnTo>
                  <a:lnTo>
                    <a:pt x="5930111" y="133916"/>
                  </a:lnTo>
                  <a:lnTo>
                    <a:pt x="5930111" y="133486"/>
                  </a:lnTo>
                  <a:lnTo>
                    <a:pt x="5930228" y="133486"/>
                  </a:lnTo>
                  <a:lnTo>
                    <a:pt x="5930346" y="133486"/>
                  </a:lnTo>
                  <a:lnTo>
                    <a:pt x="5930464" y="133486"/>
                  </a:lnTo>
                  <a:lnTo>
                    <a:pt x="5930581" y="133486"/>
                  </a:lnTo>
                  <a:lnTo>
                    <a:pt x="5931052" y="133486"/>
                  </a:lnTo>
                  <a:lnTo>
                    <a:pt x="5931169" y="133486"/>
                  </a:lnTo>
                  <a:lnTo>
                    <a:pt x="5931287" y="133486"/>
                  </a:lnTo>
                  <a:lnTo>
                    <a:pt x="5931287" y="133055"/>
                  </a:lnTo>
                  <a:lnTo>
                    <a:pt x="5931404" y="133055"/>
                  </a:lnTo>
                  <a:lnTo>
                    <a:pt x="5931522" y="133055"/>
                  </a:lnTo>
                  <a:lnTo>
                    <a:pt x="5931757" y="133055"/>
                  </a:lnTo>
                  <a:lnTo>
                    <a:pt x="5931875" y="133055"/>
                  </a:lnTo>
                  <a:lnTo>
                    <a:pt x="5931993" y="133055"/>
                  </a:lnTo>
                  <a:lnTo>
                    <a:pt x="5931993" y="132624"/>
                  </a:lnTo>
                  <a:lnTo>
                    <a:pt x="5932345" y="132624"/>
                  </a:lnTo>
                  <a:lnTo>
                    <a:pt x="5932933" y="132624"/>
                  </a:lnTo>
                  <a:lnTo>
                    <a:pt x="5933051" y="132624"/>
                  </a:lnTo>
                  <a:lnTo>
                    <a:pt x="5933286" y="132624"/>
                  </a:lnTo>
                  <a:lnTo>
                    <a:pt x="5933404" y="132624"/>
                  </a:lnTo>
                  <a:lnTo>
                    <a:pt x="5933874" y="131763"/>
                  </a:lnTo>
                  <a:lnTo>
                    <a:pt x="5933992" y="131763"/>
                  </a:lnTo>
                  <a:lnTo>
                    <a:pt x="5934110" y="131763"/>
                  </a:lnTo>
                  <a:lnTo>
                    <a:pt x="5934110" y="131333"/>
                  </a:lnTo>
                  <a:lnTo>
                    <a:pt x="5934462" y="131333"/>
                  </a:lnTo>
                  <a:lnTo>
                    <a:pt x="5934698" y="131333"/>
                  </a:lnTo>
                  <a:lnTo>
                    <a:pt x="5934698" y="130902"/>
                  </a:lnTo>
                  <a:lnTo>
                    <a:pt x="5934815" y="130902"/>
                  </a:lnTo>
                  <a:lnTo>
                    <a:pt x="5934933" y="130902"/>
                  </a:lnTo>
                  <a:lnTo>
                    <a:pt x="5935168" y="130902"/>
                  </a:lnTo>
                  <a:lnTo>
                    <a:pt x="5935168" y="130471"/>
                  </a:lnTo>
                  <a:lnTo>
                    <a:pt x="5935403" y="130471"/>
                  </a:lnTo>
                  <a:lnTo>
                    <a:pt x="5935639" y="130471"/>
                  </a:lnTo>
                  <a:lnTo>
                    <a:pt x="5935756" y="130471"/>
                  </a:lnTo>
                  <a:lnTo>
                    <a:pt x="5935991" y="130471"/>
                  </a:lnTo>
                  <a:lnTo>
                    <a:pt x="5936580" y="129610"/>
                  </a:lnTo>
                  <a:lnTo>
                    <a:pt x="5936697" y="129610"/>
                  </a:lnTo>
                  <a:lnTo>
                    <a:pt x="5936815" y="129610"/>
                  </a:lnTo>
                  <a:lnTo>
                    <a:pt x="5936932" y="129610"/>
                  </a:lnTo>
                  <a:lnTo>
                    <a:pt x="5937050" y="129610"/>
                  </a:lnTo>
                  <a:lnTo>
                    <a:pt x="5937285" y="129610"/>
                  </a:lnTo>
                  <a:lnTo>
                    <a:pt x="5937403" y="129610"/>
                  </a:lnTo>
                  <a:lnTo>
                    <a:pt x="5937638" y="128749"/>
                  </a:lnTo>
                  <a:lnTo>
                    <a:pt x="5937873" y="128749"/>
                  </a:lnTo>
                  <a:lnTo>
                    <a:pt x="5937991" y="128749"/>
                  </a:lnTo>
                  <a:lnTo>
                    <a:pt x="5938109" y="128749"/>
                  </a:lnTo>
                  <a:lnTo>
                    <a:pt x="5938226" y="128749"/>
                  </a:lnTo>
                  <a:lnTo>
                    <a:pt x="5938344" y="128749"/>
                  </a:lnTo>
                  <a:lnTo>
                    <a:pt x="5938461" y="128749"/>
                  </a:lnTo>
                  <a:lnTo>
                    <a:pt x="5938579" y="128749"/>
                  </a:lnTo>
                  <a:lnTo>
                    <a:pt x="5939285" y="127888"/>
                  </a:lnTo>
                  <a:lnTo>
                    <a:pt x="5939402" y="127888"/>
                  </a:lnTo>
                  <a:lnTo>
                    <a:pt x="5939755" y="127888"/>
                  </a:lnTo>
                  <a:lnTo>
                    <a:pt x="5939990" y="127888"/>
                  </a:lnTo>
                  <a:lnTo>
                    <a:pt x="5939990" y="127457"/>
                  </a:lnTo>
                  <a:lnTo>
                    <a:pt x="5940343" y="127457"/>
                  </a:lnTo>
                  <a:lnTo>
                    <a:pt x="5940461" y="127457"/>
                  </a:lnTo>
                  <a:lnTo>
                    <a:pt x="5940578" y="127457"/>
                  </a:lnTo>
                  <a:lnTo>
                    <a:pt x="5940578" y="127027"/>
                  </a:lnTo>
                  <a:lnTo>
                    <a:pt x="5940696" y="127027"/>
                  </a:lnTo>
                  <a:lnTo>
                    <a:pt x="5941519" y="127027"/>
                  </a:lnTo>
                  <a:lnTo>
                    <a:pt x="5941872" y="127027"/>
                  </a:lnTo>
                  <a:lnTo>
                    <a:pt x="5942225" y="127027"/>
                  </a:lnTo>
                  <a:lnTo>
                    <a:pt x="5942343" y="127027"/>
                  </a:lnTo>
                  <a:lnTo>
                    <a:pt x="5942460" y="126596"/>
                  </a:lnTo>
                  <a:lnTo>
                    <a:pt x="5942578" y="126596"/>
                  </a:lnTo>
                  <a:lnTo>
                    <a:pt x="5942695" y="126596"/>
                  </a:lnTo>
                  <a:lnTo>
                    <a:pt x="5942813" y="126596"/>
                  </a:lnTo>
                  <a:lnTo>
                    <a:pt x="5942931" y="126165"/>
                  </a:lnTo>
                  <a:lnTo>
                    <a:pt x="5943048" y="125735"/>
                  </a:lnTo>
                  <a:lnTo>
                    <a:pt x="5943284" y="125735"/>
                  </a:lnTo>
                  <a:lnTo>
                    <a:pt x="5943401" y="125735"/>
                  </a:lnTo>
                  <a:lnTo>
                    <a:pt x="5943989" y="125735"/>
                  </a:lnTo>
                  <a:lnTo>
                    <a:pt x="5944224" y="125735"/>
                  </a:lnTo>
                  <a:lnTo>
                    <a:pt x="5944342" y="125735"/>
                  </a:lnTo>
                  <a:lnTo>
                    <a:pt x="5945048" y="125735"/>
                  </a:lnTo>
                  <a:lnTo>
                    <a:pt x="5945165" y="125735"/>
                  </a:lnTo>
                  <a:lnTo>
                    <a:pt x="5945283" y="125735"/>
                  </a:lnTo>
                  <a:lnTo>
                    <a:pt x="5945401" y="125735"/>
                  </a:lnTo>
                  <a:lnTo>
                    <a:pt x="5945636" y="125735"/>
                  </a:lnTo>
                  <a:lnTo>
                    <a:pt x="5945989" y="125735"/>
                  </a:lnTo>
                  <a:lnTo>
                    <a:pt x="5946224" y="125735"/>
                  </a:lnTo>
                  <a:lnTo>
                    <a:pt x="5946459" y="125735"/>
                  </a:lnTo>
                  <a:lnTo>
                    <a:pt x="5946694" y="125735"/>
                  </a:lnTo>
                  <a:lnTo>
                    <a:pt x="5946812" y="125735"/>
                  </a:lnTo>
                  <a:lnTo>
                    <a:pt x="5946930" y="125735"/>
                  </a:lnTo>
                  <a:lnTo>
                    <a:pt x="5947047" y="125735"/>
                  </a:lnTo>
                  <a:lnTo>
                    <a:pt x="5947753" y="125735"/>
                  </a:lnTo>
                  <a:lnTo>
                    <a:pt x="5947870" y="125735"/>
                  </a:lnTo>
                  <a:lnTo>
                    <a:pt x="5948223" y="125735"/>
                  </a:lnTo>
                  <a:lnTo>
                    <a:pt x="5948341" y="125735"/>
                  </a:lnTo>
                  <a:lnTo>
                    <a:pt x="5948576" y="125735"/>
                  </a:lnTo>
                  <a:lnTo>
                    <a:pt x="5948694" y="125735"/>
                  </a:lnTo>
                  <a:lnTo>
                    <a:pt x="5948929" y="125735"/>
                  </a:lnTo>
                  <a:lnTo>
                    <a:pt x="5949047" y="125735"/>
                  </a:lnTo>
                  <a:lnTo>
                    <a:pt x="5949282" y="125735"/>
                  </a:lnTo>
                  <a:lnTo>
                    <a:pt x="5949282" y="125304"/>
                  </a:lnTo>
                  <a:lnTo>
                    <a:pt x="5949517" y="125304"/>
                  </a:lnTo>
                  <a:lnTo>
                    <a:pt x="5949752" y="125304"/>
                  </a:lnTo>
                  <a:lnTo>
                    <a:pt x="5949870" y="124874"/>
                  </a:lnTo>
                  <a:lnTo>
                    <a:pt x="5949988" y="124874"/>
                  </a:lnTo>
                  <a:lnTo>
                    <a:pt x="5950340" y="124874"/>
                  </a:lnTo>
                  <a:lnTo>
                    <a:pt x="5950458" y="124874"/>
                  </a:lnTo>
                  <a:lnTo>
                    <a:pt x="5950458" y="124443"/>
                  </a:lnTo>
                  <a:lnTo>
                    <a:pt x="5950693" y="124443"/>
                  </a:lnTo>
                  <a:lnTo>
                    <a:pt x="5950928" y="124443"/>
                  </a:lnTo>
                  <a:lnTo>
                    <a:pt x="5951634" y="124443"/>
                  </a:lnTo>
                  <a:lnTo>
                    <a:pt x="5951634" y="124012"/>
                  </a:lnTo>
                  <a:lnTo>
                    <a:pt x="5951634" y="123582"/>
                  </a:lnTo>
                  <a:lnTo>
                    <a:pt x="5951869" y="123582"/>
                  </a:lnTo>
                  <a:lnTo>
                    <a:pt x="5951987" y="123582"/>
                  </a:lnTo>
                  <a:lnTo>
                    <a:pt x="5952105" y="123582"/>
                  </a:lnTo>
                  <a:lnTo>
                    <a:pt x="5952222" y="123582"/>
                  </a:lnTo>
                  <a:lnTo>
                    <a:pt x="5952340" y="123582"/>
                  </a:lnTo>
                  <a:lnTo>
                    <a:pt x="5952457" y="123582"/>
                  </a:lnTo>
                  <a:lnTo>
                    <a:pt x="5952575" y="123582"/>
                  </a:lnTo>
                  <a:lnTo>
                    <a:pt x="5952693" y="123582"/>
                  </a:lnTo>
                  <a:lnTo>
                    <a:pt x="5952810" y="123582"/>
                  </a:lnTo>
                  <a:lnTo>
                    <a:pt x="5952928" y="123582"/>
                  </a:lnTo>
                  <a:lnTo>
                    <a:pt x="5953046" y="123151"/>
                  </a:lnTo>
                  <a:lnTo>
                    <a:pt x="5953281" y="123151"/>
                  </a:lnTo>
                  <a:lnTo>
                    <a:pt x="5953869" y="122721"/>
                  </a:lnTo>
                  <a:lnTo>
                    <a:pt x="5953986" y="122721"/>
                  </a:lnTo>
                  <a:lnTo>
                    <a:pt x="5954104" y="122721"/>
                  </a:lnTo>
                  <a:lnTo>
                    <a:pt x="5954457" y="122290"/>
                  </a:lnTo>
                  <a:lnTo>
                    <a:pt x="5954575" y="121859"/>
                  </a:lnTo>
                  <a:lnTo>
                    <a:pt x="5955045" y="121429"/>
                  </a:lnTo>
                  <a:lnTo>
                    <a:pt x="5955163" y="120998"/>
                  </a:lnTo>
                  <a:lnTo>
                    <a:pt x="5955633" y="120998"/>
                  </a:lnTo>
                  <a:lnTo>
                    <a:pt x="5955986" y="120568"/>
                  </a:lnTo>
                  <a:lnTo>
                    <a:pt x="5956103" y="120568"/>
                  </a:lnTo>
                  <a:lnTo>
                    <a:pt x="5956103" y="120137"/>
                  </a:lnTo>
                  <a:lnTo>
                    <a:pt x="5956221" y="120137"/>
                  </a:lnTo>
                  <a:lnTo>
                    <a:pt x="5956339" y="120137"/>
                  </a:lnTo>
                  <a:lnTo>
                    <a:pt x="5956456" y="120137"/>
                  </a:lnTo>
                  <a:lnTo>
                    <a:pt x="5956574" y="120137"/>
                  </a:lnTo>
                  <a:lnTo>
                    <a:pt x="5956692" y="120137"/>
                  </a:lnTo>
                  <a:lnTo>
                    <a:pt x="5956809" y="120137"/>
                  </a:lnTo>
                  <a:lnTo>
                    <a:pt x="5956927" y="120137"/>
                  </a:lnTo>
                  <a:lnTo>
                    <a:pt x="5957044" y="120137"/>
                  </a:lnTo>
                  <a:lnTo>
                    <a:pt x="5957162" y="120137"/>
                  </a:lnTo>
                  <a:lnTo>
                    <a:pt x="5957397" y="120137"/>
                  </a:lnTo>
                  <a:lnTo>
                    <a:pt x="5957750" y="120137"/>
                  </a:lnTo>
                  <a:lnTo>
                    <a:pt x="5957985" y="120137"/>
                  </a:lnTo>
                  <a:lnTo>
                    <a:pt x="5958456" y="120137"/>
                  </a:lnTo>
                  <a:lnTo>
                    <a:pt x="5958573" y="120137"/>
                  </a:lnTo>
                  <a:lnTo>
                    <a:pt x="5958809" y="120137"/>
                  </a:lnTo>
                  <a:lnTo>
                    <a:pt x="5959161" y="120137"/>
                  </a:lnTo>
                  <a:lnTo>
                    <a:pt x="5959279" y="120137"/>
                  </a:lnTo>
                  <a:lnTo>
                    <a:pt x="5959397" y="119706"/>
                  </a:lnTo>
                  <a:lnTo>
                    <a:pt x="5959867" y="119276"/>
                  </a:lnTo>
                  <a:lnTo>
                    <a:pt x="5959985" y="119276"/>
                  </a:lnTo>
                  <a:lnTo>
                    <a:pt x="5960220" y="119276"/>
                  </a:lnTo>
                  <a:lnTo>
                    <a:pt x="5960338" y="118845"/>
                  </a:lnTo>
                  <a:lnTo>
                    <a:pt x="5960690" y="118845"/>
                  </a:lnTo>
                  <a:lnTo>
                    <a:pt x="5960808" y="118845"/>
                  </a:lnTo>
                  <a:lnTo>
                    <a:pt x="5960926" y="118845"/>
                  </a:lnTo>
                  <a:lnTo>
                    <a:pt x="5961161" y="118415"/>
                  </a:lnTo>
                  <a:lnTo>
                    <a:pt x="5961279" y="118415"/>
                  </a:lnTo>
                  <a:lnTo>
                    <a:pt x="5961514" y="118415"/>
                  </a:lnTo>
                  <a:lnTo>
                    <a:pt x="5961631" y="118415"/>
                  </a:lnTo>
                  <a:lnTo>
                    <a:pt x="5961867" y="118415"/>
                  </a:lnTo>
                  <a:lnTo>
                    <a:pt x="5963631" y="117123"/>
                  </a:lnTo>
                  <a:lnTo>
                    <a:pt x="5964101" y="117123"/>
                  </a:lnTo>
                  <a:lnTo>
                    <a:pt x="5964219" y="117123"/>
                  </a:lnTo>
                  <a:lnTo>
                    <a:pt x="5964454" y="117123"/>
                  </a:lnTo>
                  <a:lnTo>
                    <a:pt x="5964572" y="117123"/>
                  </a:lnTo>
                  <a:lnTo>
                    <a:pt x="5964689" y="117123"/>
                  </a:lnTo>
                  <a:lnTo>
                    <a:pt x="5964807" y="117123"/>
                  </a:lnTo>
                  <a:lnTo>
                    <a:pt x="5965277" y="117123"/>
                  </a:lnTo>
                  <a:lnTo>
                    <a:pt x="5965277" y="116692"/>
                  </a:lnTo>
                  <a:lnTo>
                    <a:pt x="5965630" y="116692"/>
                  </a:lnTo>
                  <a:lnTo>
                    <a:pt x="5965748" y="116692"/>
                  </a:lnTo>
                  <a:lnTo>
                    <a:pt x="5965865" y="116692"/>
                  </a:lnTo>
                  <a:lnTo>
                    <a:pt x="5965983" y="116692"/>
                  </a:lnTo>
                  <a:lnTo>
                    <a:pt x="5966454" y="116692"/>
                  </a:lnTo>
                  <a:lnTo>
                    <a:pt x="5966571" y="116692"/>
                  </a:lnTo>
                  <a:lnTo>
                    <a:pt x="5966806" y="116692"/>
                  </a:lnTo>
                  <a:lnTo>
                    <a:pt x="5967630" y="116262"/>
                  </a:lnTo>
                  <a:lnTo>
                    <a:pt x="5968335" y="116262"/>
                  </a:lnTo>
                  <a:lnTo>
                    <a:pt x="5968806" y="115831"/>
                  </a:lnTo>
                  <a:lnTo>
                    <a:pt x="5968923" y="115831"/>
                  </a:lnTo>
                  <a:lnTo>
                    <a:pt x="5969159" y="115831"/>
                  </a:lnTo>
                  <a:lnTo>
                    <a:pt x="5969276" y="115831"/>
                  </a:lnTo>
                  <a:lnTo>
                    <a:pt x="5969512" y="115831"/>
                  </a:lnTo>
                  <a:lnTo>
                    <a:pt x="5969629" y="115831"/>
                  </a:lnTo>
                  <a:lnTo>
                    <a:pt x="5969747" y="115831"/>
                  </a:lnTo>
                  <a:lnTo>
                    <a:pt x="5969864" y="115831"/>
                  </a:lnTo>
                  <a:lnTo>
                    <a:pt x="5969982" y="115831"/>
                  </a:lnTo>
                  <a:lnTo>
                    <a:pt x="5970100" y="115831"/>
                  </a:lnTo>
                  <a:lnTo>
                    <a:pt x="5970217" y="115831"/>
                  </a:lnTo>
                  <a:lnTo>
                    <a:pt x="5970335" y="115400"/>
                  </a:lnTo>
                  <a:lnTo>
                    <a:pt x="5970805" y="115400"/>
                  </a:lnTo>
                  <a:lnTo>
                    <a:pt x="5970923" y="115400"/>
                  </a:lnTo>
                  <a:lnTo>
                    <a:pt x="5971276" y="114970"/>
                  </a:lnTo>
                  <a:lnTo>
                    <a:pt x="5971393" y="114970"/>
                  </a:lnTo>
                  <a:lnTo>
                    <a:pt x="5971511" y="114970"/>
                  </a:lnTo>
                  <a:lnTo>
                    <a:pt x="5971629" y="114970"/>
                  </a:lnTo>
                  <a:lnTo>
                    <a:pt x="5972452" y="114970"/>
                  </a:lnTo>
                  <a:lnTo>
                    <a:pt x="5972569" y="114970"/>
                  </a:lnTo>
                  <a:lnTo>
                    <a:pt x="5972687" y="114970"/>
                  </a:lnTo>
                  <a:lnTo>
                    <a:pt x="5972922" y="114970"/>
                  </a:lnTo>
                  <a:lnTo>
                    <a:pt x="5973040" y="114970"/>
                  </a:lnTo>
                  <a:lnTo>
                    <a:pt x="5973275" y="114970"/>
                  </a:lnTo>
                  <a:lnTo>
                    <a:pt x="5973393" y="114970"/>
                  </a:lnTo>
                  <a:lnTo>
                    <a:pt x="5973863" y="114970"/>
                  </a:lnTo>
                  <a:lnTo>
                    <a:pt x="5974098" y="114970"/>
                  </a:lnTo>
                  <a:lnTo>
                    <a:pt x="5974334" y="114970"/>
                  </a:lnTo>
                  <a:lnTo>
                    <a:pt x="5974569" y="114970"/>
                  </a:lnTo>
                  <a:lnTo>
                    <a:pt x="5974804" y="114970"/>
                  </a:lnTo>
                  <a:lnTo>
                    <a:pt x="5974922" y="114970"/>
                  </a:lnTo>
                  <a:lnTo>
                    <a:pt x="5975157" y="114970"/>
                  </a:lnTo>
                  <a:lnTo>
                    <a:pt x="5975510" y="114539"/>
                  </a:lnTo>
                  <a:lnTo>
                    <a:pt x="5975863" y="114539"/>
                  </a:lnTo>
                  <a:lnTo>
                    <a:pt x="5975980" y="114539"/>
                  </a:lnTo>
                  <a:lnTo>
                    <a:pt x="5976098" y="114539"/>
                  </a:lnTo>
                  <a:lnTo>
                    <a:pt x="5976216" y="114539"/>
                  </a:lnTo>
                  <a:lnTo>
                    <a:pt x="5976451" y="114109"/>
                  </a:lnTo>
                  <a:lnTo>
                    <a:pt x="5976804" y="114109"/>
                  </a:lnTo>
                  <a:lnTo>
                    <a:pt x="5977156" y="114109"/>
                  </a:lnTo>
                  <a:lnTo>
                    <a:pt x="5977627" y="114109"/>
                  </a:lnTo>
                  <a:lnTo>
                    <a:pt x="5977627" y="113678"/>
                  </a:lnTo>
                  <a:lnTo>
                    <a:pt x="5977862" y="113678"/>
                  </a:lnTo>
                  <a:lnTo>
                    <a:pt x="5978097" y="113678"/>
                  </a:lnTo>
                  <a:lnTo>
                    <a:pt x="5978215" y="113678"/>
                  </a:lnTo>
                  <a:lnTo>
                    <a:pt x="5978215" y="113247"/>
                  </a:lnTo>
                  <a:lnTo>
                    <a:pt x="5978333" y="113247"/>
                  </a:lnTo>
                  <a:lnTo>
                    <a:pt x="5978450" y="113247"/>
                  </a:lnTo>
                  <a:lnTo>
                    <a:pt x="5978568" y="113247"/>
                  </a:lnTo>
                  <a:lnTo>
                    <a:pt x="5978803" y="113247"/>
                  </a:lnTo>
                  <a:lnTo>
                    <a:pt x="5978921" y="113247"/>
                  </a:lnTo>
                  <a:lnTo>
                    <a:pt x="5979273" y="112817"/>
                  </a:lnTo>
                  <a:lnTo>
                    <a:pt x="5979273" y="112386"/>
                  </a:lnTo>
                  <a:lnTo>
                    <a:pt x="5979744" y="112386"/>
                  </a:lnTo>
                  <a:lnTo>
                    <a:pt x="5979862" y="112386"/>
                  </a:lnTo>
                  <a:lnTo>
                    <a:pt x="5980450" y="112386"/>
                  </a:lnTo>
                  <a:lnTo>
                    <a:pt x="5980685" y="112386"/>
                  </a:lnTo>
                  <a:lnTo>
                    <a:pt x="5980802" y="111956"/>
                  </a:lnTo>
                  <a:lnTo>
                    <a:pt x="5980920" y="111956"/>
                  </a:lnTo>
                  <a:lnTo>
                    <a:pt x="5981038" y="111956"/>
                  </a:lnTo>
                  <a:lnTo>
                    <a:pt x="5981155" y="111956"/>
                  </a:lnTo>
                  <a:lnTo>
                    <a:pt x="5981508" y="111956"/>
                  </a:lnTo>
                  <a:lnTo>
                    <a:pt x="5981626" y="111956"/>
                  </a:lnTo>
                  <a:lnTo>
                    <a:pt x="5981743" y="111956"/>
                  </a:lnTo>
                  <a:lnTo>
                    <a:pt x="5981979" y="111956"/>
                  </a:lnTo>
                  <a:lnTo>
                    <a:pt x="5982214" y="111525"/>
                  </a:lnTo>
                  <a:lnTo>
                    <a:pt x="5982331" y="111525"/>
                  </a:lnTo>
                  <a:lnTo>
                    <a:pt x="5982567" y="111525"/>
                  </a:lnTo>
                  <a:lnTo>
                    <a:pt x="5982684" y="111525"/>
                  </a:lnTo>
                  <a:lnTo>
                    <a:pt x="5982684" y="111094"/>
                  </a:lnTo>
                  <a:lnTo>
                    <a:pt x="5982920" y="111094"/>
                  </a:lnTo>
                  <a:lnTo>
                    <a:pt x="5983037" y="111094"/>
                  </a:lnTo>
                  <a:lnTo>
                    <a:pt x="5983390" y="111094"/>
                  </a:lnTo>
                  <a:lnTo>
                    <a:pt x="5983508" y="111094"/>
                  </a:lnTo>
                  <a:lnTo>
                    <a:pt x="5983625" y="111094"/>
                  </a:lnTo>
                  <a:lnTo>
                    <a:pt x="5983625" y="110664"/>
                  </a:lnTo>
                  <a:lnTo>
                    <a:pt x="5983743" y="110664"/>
                  </a:lnTo>
                  <a:lnTo>
                    <a:pt x="5983860" y="110664"/>
                  </a:lnTo>
                  <a:lnTo>
                    <a:pt x="5983978" y="110664"/>
                  </a:lnTo>
                  <a:lnTo>
                    <a:pt x="5984096" y="110664"/>
                  </a:lnTo>
                  <a:lnTo>
                    <a:pt x="5984213" y="110664"/>
                  </a:lnTo>
                  <a:lnTo>
                    <a:pt x="5984331" y="110664"/>
                  </a:lnTo>
                  <a:lnTo>
                    <a:pt x="5984684" y="110664"/>
                  </a:lnTo>
                  <a:lnTo>
                    <a:pt x="5984919" y="110664"/>
                  </a:lnTo>
                  <a:lnTo>
                    <a:pt x="5985389" y="110664"/>
                  </a:lnTo>
                  <a:lnTo>
                    <a:pt x="5985625" y="110664"/>
                  </a:lnTo>
                  <a:lnTo>
                    <a:pt x="5985742" y="110664"/>
                  </a:lnTo>
                  <a:lnTo>
                    <a:pt x="5985860" y="110664"/>
                  </a:lnTo>
                  <a:lnTo>
                    <a:pt x="5986095" y="110664"/>
                  </a:lnTo>
                  <a:lnTo>
                    <a:pt x="5986330" y="110233"/>
                  </a:lnTo>
                  <a:lnTo>
                    <a:pt x="5986566" y="110233"/>
                  </a:lnTo>
                  <a:lnTo>
                    <a:pt x="5986566" y="109803"/>
                  </a:lnTo>
                  <a:lnTo>
                    <a:pt x="5987036" y="109803"/>
                  </a:lnTo>
                  <a:lnTo>
                    <a:pt x="5987271" y="109803"/>
                  </a:lnTo>
                  <a:lnTo>
                    <a:pt x="5987506" y="109803"/>
                  </a:lnTo>
                  <a:lnTo>
                    <a:pt x="5987859" y="109372"/>
                  </a:lnTo>
                  <a:lnTo>
                    <a:pt x="5987859" y="108941"/>
                  </a:lnTo>
                  <a:lnTo>
                    <a:pt x="5988330" y="108941"/>
                  </a:lnTo>
                  <a:lnTo>
                    <a:pt x="5988447" y="108941"/>
                  </a:lnTo>
                  <a:lnTo>
                    <a:pt x="5988800" y="108511"/>
                  </a:lnTo>
                  <a:lnTo>
                    <a:pt x="5989976" y="108511"/>
                  </a:lnTo>
                  <a:lnTo>
                    <a:pt x="5990329" y="108080"/>
                  </a:lnTo>
                  <a:lnTo>
                    <a:pt x="5990564" y="108080"/>
                  </a:lnTo>
                  <a:lnTo>
                    <a:pt x="5990682" y="108080"/>
                  </a:lnTo>
                  <a:lnTo>
                    <a:pt x="5990917" y="108080"/>
                  </a:lnTo>
                  <a:lnTo>
                    <a:pt x="5991505" y="108080"/>
                  </a:lnTo>
                  <a:lnTo>
                    <a:pt x="5991623" y="108080"/>
                  </a:lnTo>
                  <a:lnTo>
                    <a:pt x="5991858" y="108080"/>
                  </a:lnTo>
                  <a:lnTo>
                    <a:pt x="5992211" y="108080"/>
                  </a:lnTo>
                  <a:lnTo>
                    <a:pt x="5992446" y="108080"/>
                  </a:lnTo>
                  <a:lnTo>
                    <a:pt x="5992799" y="108080"/>
                  </a:lnTo>
                  <a:lnTo>
                    <a:pt x="5993034" y="108080"/>
                  </a:lnTo>
                  <a:lnTo>
                    <a:pt x="5993858" y="107650"/>
                  </a:lnTo>
                  <a:lnTo>
                    <a:pt x="5993975" y="107650"/>
                  </a:lnTo>
                  <a:lnTo>
                    <a:pt x="5994093" y="107650"/>
                  </a:lnTo>
                  <a:lnTo>
                    <a:pt x="5994328" y="107650"/>
                  </a:lnTo>
                  <a:lnTo>
                    <a:pt x="5994563" y="107219"/>
                  </a:lnTo>
                  <a:lnTo>
                    <a:pt x="5994799" y="107219"/>
                  </a:lnTo>
                  <a:lnTo>
                    <a:pt x="5995034" y="107219"/>
                  </a:lnTo>
                  <a:lnTo>
                    <a:pt x="5995151" y="107219"/>
                  </a:lnTo>
                  <a:lnTo>
                    <a:pt x="5995269" y="107219"/>
                  </a:lnTo>
                  <a:lnTo>
                    <a:pt x="5995387" y="107219"/>
                  </a:lnTo>
                  <a:lnTo>
                    <a:pt x="5995504" y="107219"/>
                  </a:lnTo>
                  <a:lnTo>
                    <a:pt x="5995622" y="107219"/>
                  </a:lnTo>
                  <a:lnTo>
                    <a:pt x="5995739" y="107219"/>
                  </a:lnTo>
                  <a:lnTo>
                    <a:pt x="5995975" y="107219"/>
                  </a:lnTo>
                  <a:lnTo>
                    <a:pt x="5996798" y="107219"/>
                  </a:lnTo>
                  <a:lnTo>
                    <a:pt x="5996916" y="107219"/>
                  </a:lnTo>
                  <a:lnTo>
                    <a:pt x="5997033" y="107219"/>
                  </a:lnTo>
                  <a:lnTo>
                    <a:pt x="5997151" y="106358"/>
                  </a:lnTo>
                  <a:lnTo>
                    <a:pt x="5997504" y="106358"/>
                  </a:lnTo>
                  <a:lnTo>
                    <a:pt x="5997739" y="106358"/>
                  </a:lnTo>
                  <a:lnTo>
                    <a:pt x="5997974" y="106358"/>
                  </a:lnTo>
                  <a:lnTo>
                    <a:pt x="5998562" y="106358"/>
                  </a:lnTo>
                  <a:lnTo>
                    <a:pt x="5999033" y="105927"/>
                  </a:lnTo>
                  <a:lnTo>
                    <a:pt x="5999268" y="105927"/>
                  </a:lnTo>
                  <a:lnTo>
                    <a:pt x="5999621" y="105927"/>
                  </a:lnTo>
                  <a:lnTo>
                    <a:pt x="5999738" y="105927"/>
                  </a:lnTo>
                  <a:lnTo>
                    <a:pt x="5999738" y="105497"/>
                  </a:lnTo>
                  <a:lnTo>
                    <a:pt x="5999738" y="104635"/>
                  </a:lnTo>
                  <a:lnTo>
                    <a:pt x="5999738" y="104205"/>
                  </a:lnTo>
                  <a:lnTo>
                    <a:pt x="5999738" y="103774"/>
                  </a:lnTo>
                  <a:lnTo>
                    <a:pt x="5999856" y="103774"/>
                  </a:lnTo>
                  <a:lnTo>
                    <a:pt x="5999974" y="103774"/>
                  </a:lnTo>
                  <a:lnTo>
                    <a:pt x="6000209" y="103774"/>
                  </a:lnTo>
                  <a:lnTo>
                    <a:pt x="6000444" y="103774"/>
                  </a:lnTo>
                  <a:lnTo>
                    <a:pt x="6000562" y="103774"/>
                  </a:lnTo>
                  <a:lnTo>
                    <a:pt x="6000679" y="103774"/>
                  </a:lnTo>
                  <a:lnTo>
                    <a:pt x="6001032" y="103774"/>
                  </a:lnTo>
                  <a:lnTo>
                    <a:pt x="6001150" y="103774"/>
                  </a:lnTo>
                  <a:lnTo>
                    <a:pt x="6001385" y="103344"/>
                  </a:lnTo>
                  <a:lnTo>
                    <a:pt x="6001973" y="102913"/>
                  </a:lnTo>
                  <a:lnTo>
                    <a:pt x="6002679" y="102913"/>
                  </a:lnTo>
                  <a:lnTo>
                    <a:pt x="6003149" y="102913"/>
                  </a:lnTo>
                  <a:lnTo>
                    <a:pt x="6003502" y="102913"/>
                  </a:lnTo>
                  <a:lnTo>
                    <a:pt x="6003737" y="102913"/>
                  </a:lnTo>
                  <a:lnTo>
                    <a:pt x="6003855" y="102913"/>
                  </a:lnTo>
                  <a:lnTo>
                    <a:pt x="6003855" y="102482"/>
                  </a:lnTo>
                  <a:lnTo>
                    <a:pt x="6003972" y="102482"/>
                  </a:lnTo>
                  <a:lnTo>
                    <a:pt x="6004090" y="102482"/>
                  </a:lnTo>
                  <a:lnTo>
                    <a:pt x="6004208" y="102482"/>
                  </a:lnTo>
                  <a:lnTo>
                    <a:pt x="6004325" y="102482"/>
                  </a:lnTo>
                  <a:lnTo>
                    <a:pt x="6004678" y="102482"/>
                  </a:lnTo>
                  <a:lnTo>
                    <a:pt x="6004796" y="102052"/>
                  </a:lnTo>
                  <a:lnTo>
                    <a:pt x="6004913" y="102052"/>
                  </a:lnTo>
                  <a:lnTo>
                    <a:pt x="6005031" y="102052"/>
                  </a:lnTo>
                  <a:lnTo>
                    <a:pt x="6006325" y="102052"/>
                  </a:lnTo>
                  <a:lnTo>
                    <a:pt x="6006442" y="102052"/>
                  </a:lnTo>
                  <a:lnTo>
                    <a:pt x="6006560" y="102052"/>
                  </a:lnTo>
                  <a:lnTo>
                    <a:pt x="6006678" y="102052"/>
                  </a:lnTo>
                  <a:lnTo>
                    <a:pt x="6006795" y="102052"/>
                  </a:lnTo>
                  <a:lnTo>
                    <a:pt x="6007030" y="102052"/>
                  </a:lnTo>
                  <a:lnTo>
                    <a:pt x="6007148" y="102052"/>
                  </a:lnTo>
                  <a:lnTo>
                    <a:pt x="6007736" y="102052"/>
                  </a:lnTo>
                  <a:lnTo>
                    <a:pt x="6007854" y="102052"/>
                  </a:lnTo>
                  <a:lnTo>
                    <a:pt x="6007971" y="102052"/>
                  </a:lnTo>
                  <a:lnTo>
                    <a:pt x="6007971" y="101621"/>
                  </a:lnTo>
                  <a:lnTo>
                    <a:pt x="6008089" y="101621"/>
                  </a:lnTo>
                  <a:lnTo>
                    <a:pt x="6008207" y="101621"/>
                  </a:lnTo>
                  <a:lnTo>
                    <a:pt x="6008324" y="101621"/>
                  </a:lnTo>
                  <a:lnTo>
                    <a:pt x="6008442" y="101621"/>
                  </a:lnTo>
                  <a:lnTo>
                    <a:pt x="6008677" y="101621"/>
                  </a:lnTo>
                  <a:lnTo>
                    <a:pt x="6009500" y="101621"/>
                  </a:lnTo>
                  <a:lnTo>
                    <a:pt x="6009618" y="101621"/>
                  </a:lnTo>
                  <a:lnTo>
                    <a:pt x="6010324" y="101621"/>
                  </a:lnTo>
                  <a:lnTo>
                    <a:pt x="6010559" y="101621"/>
                  </a:lnTo>
                  <a:lnTo>
                    <a:pt x="6010677" y="101621"/>
                  </a:lnTo>
                  <a:lnTo>
                    <a:pt x="6010912" y="101621"/>
                  </a:lnTo>
                  <a:lnTo>
                    <a:pt x="6011029" y="101621"/>
                  </a:lnTo>
                  <a:lnTo>
                    <a:pt x="6011147" y="101621"/>
                  </a:lnTo>
                  <a:lnTo>
                    <a:pt x="6011500" y="101191"/>
                  </a:lnTo>
                  <a:lnTo>
                    <a:pt x="6011617" y="101191"/>
                  </a:lnTo>
                  <a:lnTo>
                    <a:pt x="6011853" y="101191"/>
                  </a:lnTo>
                  <a:lnTo>
                    <a:pt x="6012088" y="101191"/>
                  </a:lnTo>
                  <a:lnTo>
                    <a:pt x="6012205" y="100760"/>
                  </a:lnTo>
                  <a:lnTo>
                    <a:pt x="6012323" y="100760"/>
                  </a:lnTo>
                  <a:lnTo>
                    <a:pt x="6012558" y="100760"/>
                  </a:lnTo>
                  <a:lnTo>
                    <a:pt x="6012676" y="100760"/>
                  </a:lnTo>
                  <a:lnTo>
                    <a:pt x="6012676" y="100329"/>
                  </a:lnTo>
                  <a:lnTo>
                    <a:pt x="6012794" y="100329"/>
                  </a:lnTo>
                  <a:lnTo>
                    <a:pt x="6013852" y="99468"/>
                  </a:lnTo>
                  <a:lnTo>
                    <a:pt x="6014087" y="99468"/>
                  </a:lnTo>
                  <a:lnTo>
                    <a:pt x="6014205" y="99468"/>
                  </a:lnTo>
                  <a:lnTo>
                    <a:pt x="6014323" y="99468"/>
                  </a:lnTo>
                  <a:lnTo>
                    <a:pt x="6014440" y="99468"/>
                  </a:lnTo>
                  <a:lnTo>
                    <a:pt x="6014675" y="99468"/>
                  </a:lnTo>
                  <a:lnTo>
                    <a:pt x="6015028" y="99038"/>
                  </a:lnTo>
                  <a:lnTo>
                    <a:pt x="6015263" y="99038"/>
                  </a:lnTo>
                  <a:lnTo>
                    <a:pt x="6015381" y="98607"/>
                  </a:lnTo>
                  <a:lnTo>
                    <a:pt x="6015499" y="98607"/>
                  </a:lnTo>
                  <a:lnTo>
                    <a:pt x="6015734" y="98607"/>
                  </a:lnTo>
                  <a:lnTo>
                    <a:pt x="6015734" y="98176"/>
                  </a:lnTo>
                  <a:lnTo>
                    <a:pt x="6016204" y="98176"/>
                  </a:lnTo>
                  <a:lnTo>
                    <a:pt x="6016322" y="98176"/>
                  </a:lnTo>
                  <a:lnTo>
                    <a:pt x="6016792" y="98176"/>
                  </a:lnTo>
                  <a:lnTo>
                    <a:pt x="6016910" y="98176"/>
                  </a:lnTo>
                  <a:lnTo>
                    <a:pt x="6017263" y="97746"/>
                  </a:lnTo>
                  <a:lnTo>
                    <a:pt x="6017381" y="97746"/>
                  </a:lnTo>
                  <a:lnTo>
                    <a:pt x="6017733" y="97746"/>
                  </a:lnTo>
                  <a:lnTo>
                    <a:pt x="6018086" y="97746"/>
                  </a:lnTo>
                  <a:lnTo>
                    <a:pt x="6018204" y="97746"/>
                  </a:lnTo>
                  <a:lnTo>
                    <a:pt x="6018439" y="97746"/>
                  </a:lnTo>
                  <a:lnTo>
                    <a:pt x="6018557" y="97746"/>
                  </a:lnTo>
                  <a:lnTo>
                    <a:pt x="6018674" y="97746"/>
                  </a:lnTo>
                  <a:lnTo>
                    <a:pt x="6018792" y="97746"/>
                  </a:lnTo>
                  <a:lnTo>
                    <a:pt x="6018910" y="97746"/>
                  </a:lnTo>
                  <a:lnTo>
                    <a:pt x="6019027" y="97315"/>
                  </a:lnTo>
                  <a:lnTo>
                    <a:pt x="6019145" y="97315"/>
                  </a:lnTo>
                  <a:lnTo>
                    <a:pt x="6019380" y="97315"/>
                  </a:lnTo>
                  <a:lnTo>
                    <a:pt x="6019498" y="97315"/>
                  </a:lnTo>
                  <a:lnTo>
                    <a:pt x="6019733" y="97315"/>
                  </a:lnTo>
                  <a:lnTo>
                    <a:pt x="6019850" y="97315"/>
                  </a:lnTo>
                  <a:lnTo>
                    <a:pt x="6020086" y="97315"/>
                  </a:lnTo>
                  <a:lnTo>
                    <a:pt x="6020203" y="97315"/>
                  </a:lnTo>
                  <a:lnTo>
                    <a:pt x="6020556" y="97315"/>
                  </a:lnTo>
                  <a:lnTo>
                    <a:pt x="6021144" y="97315"/>
                  </a:lnTo>
                  <a:lnTo>
                    <a:pt x="6021262" y="97315"/>
                  </a:lnTo>
                  <a:lnTo>
                    <a:pt x="6021615" y="97315"/>
                  </a:lnTo>
                  <a:lnTo>
                    <a:pt x="6021850" y="97315"/>
                  </a:lnTo>
                  <a:lnTo>
                    <a:pt x="6021967" y="97315"/>
                  </a:lnTo>
                  <a:lnTo>
                    <a:pt x="6022085" y="97315"/>
                  </a:lnTo>
                  <a:lnTo>
                    <a:pt x="6022791" y="96885"/>
                  </a:lnTo>
                  <a:lnTo>
                    <a:pt x="6022908" y="96885"/>
                  </a:lnTo>
                  <a:lnTo>
                    <a:pt x="6023026" y="96885"/>
                  </a:lnTo>
                  <a:lnTo>
                    <a:pt x="6023379" y="96454"/>
                  </a:lnTo>
                  <a:lnTo>
                    <a:pt x="6023379" y="96023"/>
                  </a:lnTo>
                  <a:lnTo>
                    <a:pt x="6023496" y="95162"/>
                  </a:lnTo>
                  <a:lnTo>
                    <a:pt x="6023614" y="95162"/>
                  </a:lnTo>
                  <a:lnTo>
                    <a:pt x="6023849" y="95162"/>
                  </a:lnTo>
                  <a:lnTo>
                    <a:pt x="6023967" y="95162"/>
                  </a:lnTo>
                  <a:lnTo>
                    <a:pt x="6024085" y="95162"/>
                  </a:lnTo>
                  <a:lnTo>
                    <a:pt x="6024202" y="95162"/>
                  </a:lnTo>
                  <a:lnTo>
                    <a:pt x="6024320" y="95162"/>
                  </a:lnTo>
                  <a:lnTo>
                    <a:pt x="6024673" y="95162"/>
                  </a:lnTo>
                  <a:lnTo>
                    <a:pt x="6024908" y="94732"/>
                  </a:lnTo>
                  <a:lnTo>
                    <a:pt x="6025143" y="94732"/>
                  </a:lnTo>
                  <a:lnTo>
                    <a:pt x="6025496" y="94732"/>
                  </a:lnTo>
                  <a:lnTo>
                    <a:pt x="6025614" y="94732"/>
                  </a:lnTo>
                  <a:lnTo>
                    <a:pt x="6025849" y="94732"/>
                  </a:lnTo>
                  <a:lnTo>
                    <a:pt x="6026437" y="94732"/>
                  </a:lnTo>
                  <a:lnTo>
                    <a:pt x="6026672" y="94732"/>
                  </a:lnTo>
                  <a:lnTo>
                    <a:pt x="6027025" y="94732"/>
                  </a:lnTo>
                  <a:lnTo>
                    <a:pt x="6027143" y="94732"/>
                  </a:lnTo>
                  <a:lnTo>
                    <a:pt x="6027613" y="94732"/>
                  </a:lnTo>
                  <a:lnTo>
                    <a:pt x="6027731" y="94732"/>
                  </a:lnTo>
                  <a:lnTo>
                    <a:pt x="6028083" y="94732"/>
                  </a:lnTo>
                  <a:lnTo>
                    <a:pt x="6028201" y="94732"/>
                  </a:lnTo>
                  <a:lnTo>
                    <a:pt x="6028554" y="94732"/>
                  </a:lnTo>
                  <a:lnTo>
                    <a:pt x="6029024" y="94732"/>
                  </a:lnTo>
                  <a:lnTo>
                    <a:pt x="6029024" y="94301"/>
                  </a:lnTo>
                  <a:lnTo>
                    <a:pt x="6029377" y="94301"/>
                  </a:lnTo>
                  <a:lnTo>
                    <a:pt x="6029612" y="93870"/>
                  </a:lnTo>
                  <a:lnTo>
                    <a:pt x="6029730" y="93870"/>
                  </a:lnTo>
                  <a:lnTo>
                    <a:pt x="6029965" y="93870"/>
                  </a:lnTo>
                  <a:lnTo>
                    <a:pt x="6030553" y="93870"/>
                  </a:lnTo>
                  <a:lnTo>
                    <a:pt x="6030789" y="93870"/>
                  </a:lnTo>
                  <a:lnTo>
                    <a:pt x="6031024" y="93870"/>
                  </a:lnTo>
                  <a:lnTo>
                    <a:pt x="6031141" y="93009"/>
                  </a:lnTo>
                  <a:lnTo>
                    <a:pt x="6031377" y="93009"/>
                  </a:lnTo>
                  <a:lnTo>
                    <a:pt x="6031965" y="93009"/>
                  </a:lnTo>
                  <a:lnTo>
                    <a:pt x="6032082" y="93009"/>
                  </a:lnTo>
                  <a:lnTo>
                    <a:pt x="6032200" y="93009"/>
                  </a:lnTo>
                  <a:lnTo>
                    <a:pt x="6032318" y="93009"/>
                  </a:lnTo>
                  <a:lnTo>
                    <a:pt x="6032553" y="93009"/>
                  </a:lnTo>
                  <a:lnTo>
                    <a:pt x="6032788" y="92579"/>
                  </a:lnTo>
                  <a:lnTo>
                    <a:pt x="6033141" y="92579"/>
                  </a:lnTo>
                  <a:lnTo>
                    <a:pt x="6033258" y="92579"/>
                  </a:lnTo>
                  <a:lnTo>
                    <a:pt x="6033376" y="92579"/>
                  </a:lnTo>
                  <a:lnTo>
                    <a:pt x="6033494" y="92579"/>
                  </a:lnTo>
                  <a:lnTo>
                    <a:pt x="6033611" y="92579"/>
                  </a:lnTo>
                  <a:lnTo>
                    <a:pt x="6033847" y="92579"/>
                  </a:lnTo>
                  <a:lnTo>
                    <a:pt x="6034317" y="92148"/>
                  </a:lnTo>
                  <a:lnTo>
                    <a:pt x="6034552" y="91717"/>
                  </a:lnTo>
                  <a:lnTo>
                    <a:pt x="6034670" y="91717"/>
                  </a:lnTo>
                  <a:lnTo>
                    <a:pt x="6034905" y="91717"/>
                  </a:lnTo>
                  <a:lnTo>
                    <a:pt x="6035023" y="91717"/>
                  </a:lnTo>
                  <a:lnTo>
                    <a:pt x="6035140" y="91717"/>
                  </a:lnTo>
                  <a:lnTo>
                    <a:pt x="6035376" y="91717"/>
                  </a:lnTo>
                  <a:lnTo>
                    <a:pt x="6035728" y="91717"/>
                  </a:lnTo>
                  <a:lnTo>
                    <a:pt x="6035846" y="91717"/>
                  </a:lnTo>
                  <a:lnTo>
                    <a:pt x="6035964" y="91717"/>
                  </a:lnTo>
                  <a:lnTo>
                    <a:pt x="6036199" y="91717"/>
                  </a:lnTo>
                  <a:lnTo>
                    <a:pt x="6036434" y="91717"/>
                  </a:lnTo>
                  <a:lnTo>
                    <a:pt x="6036552" y="91717"/>
                  </a:lnTo>
                  <a:lnTo>
                    <a:pt x="6036904" y="91717"/>
                  </a:lnTo>
                  <a:lnTo>
                    <a:pt x="6037140" y="91717"/>
                  </a:lnTo>
                  <a:lnTo>
                    <a:pt x="6037493" y="91717"/>
                  </a:lnTo>
                  <a:lnTo>
                    <a:pt x="6037610" y="91287"/>
                  </a:lnTo>
                  <a:lnTo>
                    <a:pt x="6037728" y="91287"/>
                  </a:lnTo>
                  <a:lnTo>
                    <a:pt x="6037963" y="91287"/>
                  </a:lnTo>
                  <a:lnTo>
                    <a:pt x="6038081" y="91287"/>
                  </a:lnTo>
                  <a:lnTo>
                    <a:pt x="6038198" y="91287"/>
                  </a:lnTo>
                  <a:lnTo>
                    <a:pt x="6038316" y="91287"/>
                  </a:lnTo>
                  <a:lnTo>
                    <a:pt x="6038433" y="91287"/>
                  </a:lnTo>
                  <a:lnTo>
                    <a:pt x="6038551" y="91287"/>
                  </a:lnTo>
                  <a:lnTo>
                    <a:pt x="6038669" y="91287"/>
                  </a:lnTo>
                  <a:lnTo>
                    <a:pt x="6038786" y="91287"/>
                  </a:lnTo>
                  <a:lnTo>
                    <a:pt x="6038904" y="91287"/>
                  </a:lnTo>
                  <a:lnTo>
                    <a:pt x="6039257" y="91287"/>
                  </a:lnTo>
                  <a:lnTo>
                    <a:pt x="6039374" y="91287"/>
                  </a:lnTo>
                  <a:lnTo>
                    <a:pt x="6039492" y="91287"/>
                  </a:lnTo>
                  <a:lnTo>
                    <a:pt x="6039610" y="90856"/>
                  </a:lnTo>
                  <a:lnTo>
                    <a:pt x="6040080" y="90426"/>
                  </a:lnTo>
                  <a:lnTo>
                    <a:pt x="6040433" y="90426"/>
                  </a:lnTo>
                  <a:lnTo>
                    <a:pt x="6040551" y="90426"/>
                  </a:lnTo>
                  <a:lnTo>
                    <a:pt x="6040668" y="90426"/>
                  </a:lnTo>
                  <a:lnTo>
                    <a:pt x="6040786" y="90426"/>
                  </a:lnTo>
                  <a:lnTo>
                    <a:pt x="6040903" y="90426"/>
                  </a:lnTo>
                  <a:lnTo>
                    <a:pt x="6041021" y="90426"/>
                  </a:lnTo>
                  <a:lnTo>
                    <a:pt x="6041139" y="90426"/>
                  </a:lnTo>
                  <a:lnTo>
                    <a:pt x="6041256" y="90426"/>
                  </a:lnTo>
                  <a:lnTo>
                    <a:pt x="6041491" y="90426"/>
                  </a:lnTo>
                  <a:lnTo>
                    <a:pt x="6041844" y="90426"/>
                  </a:lnTo>
                  <a:lnTo>
                    <a:pt x="6042080" y="90426"/>
                  </a:lnTo>
                  <a:lnTo>
                    <a:pt x="6042550" y="90426"/>
                  </a:lnTo>
                  <a:lnTo>
                    <a:pt x="6042785" y="90426"/>
                  </a:lnTo>
                  <a:lnTo>
                    <a:pt x="6043138" y="90426"/>
                  </a:lnTo>
                  <a:lnTo>
                    <a:pt x="6043138" y="89995"/>
                  </a:lnTo>
                  <a:lnTo>
                    <a:pt x="6043256" y="89995"/>
                  </a:lnTo>
                  <a:lnTo>
                    <a:pt x="6043373" y="89995"/>
                  </a:lnTo>
                  <a:lnTo>
                    <a:pt x="6043491" y="89995"/>
                  </a:lnTo>
                  <a:lnTo>
                    <a:pt x="6043609" y="89995"/>
                  </a:lnTo>
                  <a:lnTo>
                    <a:pt x="6043726" y="89995"/>
                  </a:lnTo>
                  <a:lnTo>
                    <a:pt x="6043844" y="89995"/>
                  </a:lnTo>
                  <a:lnTo>
                    <a:pt x="6044079" y="89995"/>
                  </a:lnTo>
                  <a:lnTo>
                    <a:pt x="6044314" y="89995"/>
                  </a:lnTo>
                  <a:lnTo>
                    <a:pt x="6044432" y="89995"/>
                  </a:lnTo>
                  <a:lnTo>
                    <a:pt x="6044667" y="89995"/>
                  </a:lnTo>
                  <a:lnTo>
                    <a:pt x="6044902" y="89995"/>
                  </a:lnTo>
                  <a:lnTo>
                    <a:pt x="6045020" y="89995"/>
                  </a:lnTo>
                  <a:lnTo>
                    <a:pt x="6045255" y="89995"/>
                  </a:lnTo>
                  <a:lnTo>
                    <a:pt x="6045373" y="89995"/>
                  </a:lnTo>
                  <a:lnTo>
                    <a:pt x="6045490" y="89995"/>
                  </a:lnTo>
                  <a:lnTo>
                    <a:pt x="6045608" y="89995"/>
                  </a:lnTo>
                  <a:lnTo>
                    <a:pt x="6045726" y="89995"/>
                  </a:lnTo>
                  <a:lnTo>
                    <a:pt x="6045843" y="89564"/>
                  </a:lnTo>
                  <a:lnTo>
                    <a:pt x="6046314" y="89564"/>
                  </a:lnTo>
                  <a:lnTo>
                    <a:pt x="6046431" y="89564"/>
                  </a:lnTo>
                  <a:lnTo>
                    <a:pt x="6046666" y="89564"/>
                  </a:lnTo>
                  <a:lnTo>
                    <a:pt x="6046784" y="89564"/>
                  </a:lnTo>
                  <a:lnTo>
                    <a:pt x="6047255" y="89564"/>
                  </a:lnTo>
                  <a:lnTo>
                    <a:pt x="6047490" y="89564"/>
                  </a:lnTo>
                  <a:lnTo>
                    <a:pt x="6047607" y="89564"/>
                  </a:lnTo>
                  <a:lnTo>
                    <a:pt x="6048078" y="89564"/>
                  </a:lnTo>
                  <a:lnTo>
                    <a:pt x="6048313" y="89564"/>
                  </a:lnTo>
                  <a:lnTo>
                    <a:pt x="6048666" y="89134"/>
                  </a:lnTo>
                  <a:lnTo>
                    <a:pt x="6048901" y="89134"/>
                  </a:lnTo>
                  <a:lnTo>
                    <a:pt x="6052430" y="88703"/>
                  </a:lnTo>
                  <a:lnTo>
                    <a:pt x="6052547" y="88703"/>
                  </a:lnTo>
                  <a:lnTo>
                    <a:pt x="6052782" y="88703"/>
                  </a:lnTo>
                  <a:lnTo>
                    <a:pt x="6052900" y="88703"/>
                  </a:lnTo>
                  <a:lnTo>
                    <a:pt x="6053018" y="88703"/>
                  </a:lnTo>
                  <a:lnTo>
                    <a:pt x="6053253" y="87842"/>
                  </a:lnTo>
                  <a:lnTo>
                    <a:pt x="6053488" y="87842"/>
                  </a:lnTo>
                  <a:lnTo>
                    <a:pt x="6053606" y="87842"/>
                  </a:lnTo>
                  <a:lnTo>
                    <a:pt x="6053723" y="87842"/>
                  </a:lnTo>
                  <a:lnTo>
                    <a:pt x="6053841" y="87842"/>
                  </a:lnTo>
                  <a:lnTo>
                    <a:pt x="6053959" y="87842"/>
                  </a:lnTo>
                  <a:lnTo>
                    <a:pt x="6054076" y="87842"/>
                  </a:lnTo>
                  <a:lnTo>
                    <a:pt x="6054194" y="87842"/>
                  </a:lnTo>
                  <a:lnTo>
                    <a:pt x="6054311" y="87842"/>
                  </a:lnTo>
                  <a:lnTo>
                    <a:pt x="6054547" y="87842"/>
                  </a:lnTo>
                  <a:lnTo>
                    <a:pt x="6054782" y="87842"/>
                  </a:lnTo>
                  <a:lnTo>
                    <a:pt x="6055017" y="87842"/>
                  </a:lnTo>
                  <a:lnTo>
                    <a:pt x="6055252" y="87842"/>
                  </a:lnTo>
                  <a:lnTo>
                    <a:pt x="6055370" y="87842"/>
                  </a:lnTo>
                  <a:lnTo>
                    <a:pt x="6055370" y="87411"/>
                  </a:lnTo>
                  <a:lnTo>
                    <a:pt x="6055723" y="87411"/>
                  </a:lnTo>
                  <a:lnTo>
                    <a:pt x="6055840" y="87411"/>
                  </a:lnTo>
                  <a:lnTo>
                    <a:pt x="6055958" y="87411"/>
                  </a:lnTo>
                  <a:lnTo>
                    <a:pt x="6056076" y="87411"/>
                  </a:lnTo>
                  <a:lnTo>
                    <a:pt x="6056193" y="87411"/>
                  </a:lnTo>
                  <a:lnTo>
                    <a:pt x="6056311" y="87411"/>
                  </a:lnTo>
                  <a:lnTo>
                    <a:pt x="6056546" y="87411"/>
                  </a:lnTo>
                  <a:lnTo>
                    <a:pt x="6057017" y="87411"/>
                  </a:lnTo>
                  <a:lnTo>
                    <a:pt x="6057017" y="86981"/>
                  </a:lnTo>
                  <a:lnTo>
                    <a:pt x="6057017" y="86550"/>
                  </a:lnTo>
                  <a:lnTo>
                    <a:pt x="6057134" y="86120"/>
                  </a:lnTo>
                  <a:lnTo>
                    <a:pt x="6057252" y="86120"/>
                  </a:lnTo>
                  <a:lnTo>
                    <a:pt x="6057605" y="86120"/>
                  </a:lnTo>
                  <a:lnTo>
                    <a:pt x="6057722" y="86120"/>
                  </a:lnTo>
                  <a:lnTo>
                    <a:pt x="6057840" y="85689"/>
                  </a:lnTo>
                  <a:lnTo>
                    <a:pt x="6058075" y="85689"/>
                  </a:lnTo>
                  <a:lnTo>
                    <a:pt x="6058310" y="85689"/>
                  </a:lnTo>
                  <a:lnTo>
                    <a:pt x="6058428" y="85258"/>
                  </a:lnTo>
                  <a:lnTo>
                    <a:pt x="6058781" y="85258"/>
                  </a:lnTo>
                  <a:lnTo>
                    <a:pt x="6059016" y="85258"/>
                  </a:lnTo>
                  <a:lnTo>
                    <a:pt x="6059134" y="85258"/>
                  </a:lnTo>
                  <a:lnTo>
                    <a:pt x="6059604" y="85258"/>
                  </a:lnTo>
                  <a:lnTo>
                    <a:pt x="6059839" y="85258"/>
                  </a:lnTo>
                  <a:lnTo>
                    <a:pt x="6060310" y="85258"/>
                  </a:lnTo>
                  <a:lnTo>
                    <a:pt x="6060545" y="85258"/>
                  </a:lnTo>
                  <a:lnTo>
                    <a:pt x="6060545" y="84828"/>
                  </a:lnTo>
                  <a:lnTo>
                    <a:pt x="6060663" y="84828"/>
                  </a:lnTo>
                  <a:lnTo>
                    <a:pt x="6060898" y="84828"/>
                  </a:lnTo>
                  <a:lnTo>
                    <a:pt x="6061015" y="84828"/>
                  </a:lnTo>
                  <a:lnTo>
                    <a:pt x="6061133" y="84828"/>
                  </a:lnTo>
                  <a:lnTo>
                    <a:pt x="6061486" y="84397"/>
                  </a:lnTo>
                  <a:lnTo>
                    <a:pt x="6061603" y="84397"/>
                  </a:lnTo>
                  <a:lnTo>
                    <a:pt x="6061721" y="84397"/>
                  </a:lnTo>
                  <a:lnTo>
                    <a:pt x="6061721" y="83967"/>
                  </a:lnTo>
                  <a:lnTo>
                    <a:pt x="6061839" y="83967"/>
                  </a:lnTo>
                  <a:lnTo>
                    <a:pt x="6061956" y="83967"/>
                  </a:lnTo>
                  <a:lnTo>
                    <a:pt x="6062074" y="83967"/>
                  </a:lnTo>
                  <a:lnTo>
                    <a:pt x="6062192" y="83967"/>
                  </a:lnTo>
                  <a:lnTo>
                    <a:pt x="6062309" y="83967"/>
                  </a:lnTo>
                  <a:lnTo>
                    <a:pt x="6062427" y="83967"/>
                  </a:lnTo>
                  <a:lnTo>
                    <a:pt x="6062662" y="83967"/>
                  </a:lnTo>
                  <a:lnTo>
                    <a:pt x="6062897" y="83967"/>
                  </a:lnTo>
                  <a:lnTo>
                    <a:pt x="6063015" y="83967"/>
                  </a:lnTo>
                  <a:lnTo>
                    <a:pt x="6063250" y="83967"/>
                  </a:lnTo>
                  <a:lnTo>
                    <a:pt x="6063368" y="83967"/>
                  </a:lnTo>
                  <a:lnTo>
                    <a:pt x="6063485" y="83967"/>
                  </a:lnTo>
                  <a:lnTo>
                    <a:pt x="6063603" y="83967"/>
                  </a:lnTo>
                  <a:lnTo>
                    <a:pt x="6063956" y="83967"/>
                  </a:lnTo>
                  <a:lnTo>
                    <a:pt x="6064191" y="83967"/>
                  </a:lnTo>
                  <a:lnTo>
                    <a:pt x="6064309" y="83967"/>
                  </a:lnTo>
                  <a:lnTo>
                    <a:pt x="6064661" y="83967"/>
                  </a:lnTo>
                  <a:lnTo>
                    <a:pt x="6064897" y="83967"/>
                  </a:lnTo>
                  <a:lnTo>
                    <a:pt x="6065014" y="83967"/>
                  </a:lnTo>
                  <a:lnTo>
                    <a:pt x="6065132" y="83967"/>
                  </a:lnTo>
                  <a:lnTo>
                    <a:pt x="6065367" y="83967"/>
                  </a:lnTo>
                  <a:lnTo>
                    <a:pt x="6065485" y="83967"/>
                  </a:lnTo>
                  <a:lnTo>
                    <a:pt x="6065602" y="83967"/>
                  </a:lnTo>
                  <a:lnTo>
                    <a:pt x="6065838" y="83967"/>
                  </a:lnTo>
                  <a:lnTo>
                    <a:pt x="6065955" y="83967"/>
                  </a:lnTo>
                  <a:lnTo>
                    <a:pt x="6066073" y="83967"/>
                  </a:lnTo>
                  <a:lnTo>
                    <a:pt x="6066190" y="83967"/>
                  </a:lnTo>
                  <a:lnTo>
                    <a:pt x="6066426" y="83967"/>
                  </a:lnTo>
                  <a:lnTo>
                    <a:pt x="6066779" y="83967"/>
                  </a:lnTo>
                  <a:lnTo>
                    <a:pt x="6066896" y="83967"/>
                  </a:lnTo>
                  <a:lnTo>
                    <a:pt x="6067014" y="83967"/>
                  </a:lnTo>
                  <a:lnTo>
                    <a:pt x="6067367" y="83967"/>
                  </a:lnTo>
                  <a:lnTo>
                    <a:pt x="6067484" y="83967"/>
                  </a:lnTo>
                  <a:lnTo>
                    <a:pt x="6067719" y="83967"/>
                  </a:lnTo>
                  <a:lnTo>
                    <a:pt x="6067955" y="83967"/>
                  </a:lnTo>
                  <a:lnTo>
                    <a:pt x="6068425" y="83536"/>
                  </a:lnTo>
                  <a:lnTo>
                    <a:pt x="6068543" y="83536"/>
                  </a:lnTo>
                  <a:lnTo>
                    <a:pt x="6068896" y="83536"/>
                  </a:lnTo>
                  <a:lnTo>
                    <a:pt x="6069131" y="83536"/>
                  </a:lnTo>
                  <a:lnTo>
                    <a:pt x="6069248" y="83105"/>
                  </a:lnTo>
                  <a:lnTo>
                    <a:pt x="6069366" y="83105"/>
                  </a:lnTo>
                  <a:lnTo>
                    <a:pt x="6069484" y="83105"/>
                  </a:lnTo>
                  <a:lnTo>
                    <a:pt x="6069601" y="83105"/>
                  </a:lnTo>
                  <a:lnTo>
                    <a:pt x="6069719" y="83105"/>
                  </a:lnTo>
                  <a:lnTo>
                    <a:pt x="6069836" y="83105"/>
                  </a:lnTo>
                  <a:lnTo>
                    <a:pt x="6069954" y="83105"/>
                  </a:lnTo>
                  <a:lnTo>
                    <a:pt x="6070189" y="82675"/>
                  </a:lnTo>
                  <a:lnTo>
                    <a:pt x="6070307" y="82675"/>
                  </a:lnTo>
                  <a:lnTo>
                    <a:pt x="6070425" y="82675"/>
                  </a:lnTo>
                  <a:lnTo>
                    <a:pt x="6070660" y="82675"/>
                  </a:lnTo>
                  <a:lnTo>
                    <a:pt x="6070777" y="82675"/>
                  </a:lnTo>
                  <a:lnTo>
                    <a:pt x="6071013" y="82675"/>
                  </a:lnTo>
                  <a:lnTo>
                    <a:pt x="6071248" y="82675"/>
                  </a:lnTo>
                  <a:lnTo>
                    <a:pt x="6071836" y="82675"/>
                  </a:lnTo>
                  <a:lnTo>
                    <a:pt x="6071954" y="82675"/>
                  </a:lnTo>
                  <a:lnTo>
                    <a:pt x="6072071" y="82675"/>
                  </a:lnTo>
                  <a:lnTo>
                    <a:pt x="6072189" y="82675"/>
                  </a:lnTo>
                  <a:lnTo>
                    <a:pt x="6072777" y="82675"/>
                  </a:lnTo>
                  <a:lnTo>
                    <a:pt x="6073012" y="82675"/>
                  </a:lnTo>
                  <a:lnTo>
                    <a:pt x="6073130" y="82675"/>
                  </a:lnTo>
                  <a:lnTo>
                    <a:pt x="6073365" y="82675"/>
                  </a:lnTo>
                  <a:lnTo>
                    <a:pt x="6073718" y="82675"/>
                  </a:lnTo>
                  <a:lnTo>
                    <a:pt x="6074188" y="82675"/>
                  </a:lnTo>
                  <a:lnTo>
                    <a:pt x="6074306" y="82244"/>
                  </a:lnTo>
                  <a:lnTo>
                    <a:pt x="6074423" y="82244"/>
                  </a:lnTo>
                  <a:lnTo>
                    <a:pt x="6074659" y="82244"/>
                  </a:lnTo>
                  <a:lnTo>
                    <a:pt x="6074776" y="82244"/>
                  </a:lnTo>
                  <a:lnTo>
                    <a:pt x="6075012" y="82244"/>
                  </a:lnTo>
                  <a:lnTo>
                    <a:pt x="6075129" y="82244"/>
                  </a:lnTo>
                  <a:lnTo>
                    <a:pt x="6075952" y="82244"/>
                  </a:lnTo>
                  <a:lnTo>
                    <a:pt x="6076188" y="82244"/>
                  </a:lnTo>
                  <a:lnTo>
                    <a:pt x="6076540" y="82244"/>
                  </a:lnTo>
                  <a:lnTo>
                    <a:pt x="6076658" y="82244"/>
                  </a:lnTo>
                  <a:lnTo>
                    <a:pt x="6077011" y="82244"/>
                  </a:lnTo>
                  <a:lnTo>
                    <a:pt x="6077011" y="81814"/>
                  </a:lnTo>
                  <a:lnTo>
                    <a:pt x="6077129" y="80952"/>
                  </a:lnTo>
                  <a:lnTo>
                    <a:pt x="6077599" y="80952"/>
                  </a:lnTo>
                  <a:lnTo>
                    <a:pt x="6077717" y="80952"/>
                  </a:lnTo>
                  <a:lnTo>
                    <a:pt x="6077952" y="80091"/>
                  </a:lnTo>
                  <a:lnTo>
                    <a:pt x="6078069" y="80091"/>
                  </a:lnTo>
                  <a:lnTo>
                    <a:pt x="6078187" y="80091"/>
                  </a:lnTo>
                  <a:lnTo>
                    <a:pt x="6078305" y="80091"/>
                  </a:lnTo>
                  <a:lnTo>
                    <a:pt x="6078422" y="80091"/>
                  </a:lnTo>
                  <a:lnTo>
                    <a:pt x="6078540" y="80091"/>
                  </a:lnTo>
                  <a:lnTo>
                    <a:pt x="6078658" y="80091"/>
                  </a:lnTo>
                  <a:lnTo>
                    <a:pt x="6078893" y="80091"/>
                  </a:lnTo>
                  <a:lnTo>
                    <a:pt x="6079128" y="80091"/>
                  </a:lnTo>
                  <a:lnTo>
                    <a:pt x="6079481" y="80091"/>
                  </a:lnTo>
                  <a:lnTo>
                    <a:pt x="6079598" y="80091"/>
                  </a:lnTo>
                  <a:lnTo>
                    <a:pt x="6079716" y="80091"/>
                  </a:lnTo>
                  <a:lnTo>
                    <a:pt x="6079951" y="80091"/>
                  </a:lnTo>
                  <a:lnTo>
                    <a:pt x="6080069" y="80091"/>
                  </a:lnTo>
                  <a:lnTo>
                    <a:pt x="6080539" y="80091"/>
                  </a:lnTo>
                  <a:lnTo>
                    <a:pt x="6080657" y="80091"/>
                  </a:lnTo>
                  <a:lnTo>
                    <a:pt x="6080775" y="79661"/>
                  </a:lnTo>
                  <a:lnTo>
                    <a:pt x="6080892" y="79661"/>
                  </a:lnTo>
                  <a:lnTo>
                    <a:pt x="6081127" y="79661"/>
                  </a:lnTo>
                  <a:lnTo>
                    <a:pt x="6081363" y="79661"/>
                  </a:lnTo>
                  <a:lnTo>
                    <a:pt x="6081480" y="79661"/>
                  </a:lnTo>
                  <a:lnTo>
                    <a:pt x="6081716" y="79661"/>
                  </a:lnTo>
                  <a:lnTo>
                    <a:pt x="6081833" y="79661"/>
                  </a:lnTo>
                  <a:lnTo>
                    <a:pt x="6082068" y="79661"/>
                  </a:lnTo>
                  <a:lnTo>
                    <a:pt x="6082186" y="79661"/>
                  </a:lnTo>
                  <a:lnTo>
                    <a:pt x="6082421" y="79661"/>
                  </a:lnTo>
                  <a:lnTo>
                    <a:pt x="6082539" y="79661"/>
                  </a:lnTo>
                  <a:lnTo>
                    <a:pt x="6082774" y="79661"/>
                  </a:lnTo>
                  <a:lnTo>
                    <a:pt x="6083127" y="79230"/>
                  </a:lnTo>
                  <a:lnTo>
                    <a:pt x="6083480" y="79230"/>
                  </a:lnTo>
                  <a:lnTo>
                    <a:pt x="6083597" y="79230"/>
                  </a:lnTo>
                  <a:lnTo>
                    <a:pt x="6083715" y="79230"/>
                  </a:lnTo>
                  <a:lnTo>
                    <a:pt x="6084068" y="79230"/>
                  </a:lnTo>
                  <a:lnTo>
                    <a:pt x="6084068" y="78799"/>
                  </a:lnTo>
                  <a:lnTo>
                    <a:pt x="6084303" y="78799"/>
                  </a:lnTo>
                  <a:lnTo>
                    <a:pt x="6084656" y="77938"/>
                  </a:lnTo>
                  <a:lnTo>
                    <a:pt x="6084891" y="77938"/>
                  </a:lnTo>
                  <a:lnTo>
                    <a:pt x="6084891" y="77508"/>
                  </a:lnTo>
                  <a:lnTo>
                    <a:pt x="6085009" y="77508"/>
                  </a:lnTo>
                  <a:lnTo>
                    <a:pt x="6085479" y="77508"/>
                  </a:lnTo>
                  <a:lnTo>
                    <a:pt x="6085950" y="77077"/>
                  </a:lnTo>
                  <a:lnTo>
                    <a:pt x="6086185" y="77077"/>
                  </a:lnTo>
                  <a:lnTo>
                    <a:pt x="6086420" y="77077"/>
                  </a:lnTo>
                  <a:lnTo>
                    <a:pt x="6086420" y="76646"/>
                  </a:lnTo>
                  <a:lnTo>
                    <a:pt x="6086655" y="76646"/>
                  </a:lnTo>
                  <a:lnTo>
                    <a:pt x="6086891" y="76646"/>
                  </a:lnTo>
                  <a:lnTo>
                    <a:pt x="6087008" y="76646"/>
                  </a:lnTo>
                  <a:lnTo>
                    <a:pt x="6087361" y="76646"/>
                  </a:lnTo>
                  <a:lnTo>
                    <a:pt x="6087361" y="76216"/>
                  </a:lnTo>
                  <a:lnTo>
                    <a:pt x="6087596" y="76216"/>
                  </a:lnTo>
                  <a:lnTo>
                    <a:pt x="6087714" y="76216"/>
                  </a:lnTo>
                  <a:lnTo>
                    <a:pt x="6087949" y="75785"/>
                  </a:lnTo>
                  <a:lnTo>
                    <a:pt x="6088184" y="75785"/>
                  </a:lnTo>
                  <a:lnTo>
                    <a:pt x="6088420" y="75785"/>
                  </a:lnTo>
                  <a:lnTo>
                    <a:pt x="6088537" y="75785"/>
                  </a:lnTo>
                  <a:lnTo>
                    <a:pt x="6088655" y="75785"/>
                  </a:lnTo>
                  <a:lnTo>
                    <a:pt x="6088772" y="75785"/>
                  </a:lnTo>
                  <a:lnTo>
                    <a:pt x="6088890" y="75785"/>
                  </a:lnTo>
                  <a:lnTo>
                    <a:pt x="6089008" y="75785"/>
                  </a:lnTo>
                  <a:lnTo>
                    <a:pt x="6089125" y="75785"/>
                  </a:lnTo>
                  <a:lnTo>
                    <a:pt x="6089360" y="74493"/>
                  </a:lnTo>
                  <a:lnTo>
                    <a:pt x="6089478" y="74063"/>
                  </a:lnTo>
                  <a:lnTo>
                    <a:pt x="6089831" y="74063"/>
                  </a:lnTo>
                  <a:lnTo>
                    <a:pt x="6089949" y="74063"/>
                  </a:lnTo>
                  <a:lnTo>
                    <a:pt x="6090184" y="74063"/>
                  </a:lnTo>
                  <a:lnTo>
                    <a:pt x="6090301" y="74063"/>
                  </a:lnTo>
                  <a:lnTo>
                    <a:pt x="6090419" y="74063"/>
                  </a:lnTo>
                  <a:lnTo>
                    <a:pt x="6090537" y="74063"/>
                  </a:lnTo>
                  <a:lnTo>
                    <a:pt x="6090772" y="74063"/>
                  </a:lnTo>
                  <a:lnTo>
                    <a:pt x="6091007" y="74063"/>
                  </a:lnTo>
                  <a:lnTo>
                    <a:pt x="6091242" y="74063"/>
                  </a:lnTo>
                  <a:lnTo>
                    <a:pt x="6091478" y="74063"/>
                  </a:lnTo>
                  <a:lnTo>
                    <a:pt x="6091713" y="74063"/>
                  </a:lnTo>
                  <a:lnTo>
                    <a:pt x="6091830" y="74063"/>
                  </a:lnTo>
                  <a:lnTo>
                    <a:pt x="6091948" y="74063"/>
                  </a:lnTo>
                  <a:lnTo>
                    <a:pt x="6092066" y="74063"/>
                  </a:lnTo>
                  <a:lnTo>
                    <a:pt x="6092183" y="74063"/>
                  </a:lnTo>
                  <a:lnTo>
                    <a:pt x="6092183" y="73632"/>
                  </a:lnTo>
                  <a:lnTo>
                    <a:pt x="6092536" y="73632"/>
                  </a:lnTo>
                  <a:lnTo>
                    <a:pt x="6092654" y="73632"/>
                  </a:lnTo>
                  <a:lnTo>
                    <a:pt x="6092771" y="73632"/>
                  </a:lnTo>
                  <a:lnTo>
                    <a:pt x="6093006" y="73632"/>
                  </a:lnTo>
                  <a:lnTo>
                    <a:pt x="6093124" y="73632"/>
                  </a:lnTo>
                  <a:lnTo>
                    <a:pt x="6093242" y="73632"/>
                  </a:lnTo>
                  <a:lnTo>
                    <a:pt x="6093830" y="73202"/>
                  </a:lnTo>
                  <a:lnTo>
                    <a:pt x="6093947" y="73202"/>
                  </a:lnTo>
                  <a:lnTo>
                    <a:pt x="6094183" y="73202"/>
                  </a:lnTo>
                  <a:lnTo>
                    <a:pt x="6094535" y="73202"/>
                  </a:lnTo>
                  <a:lnTo>
                    <a:pt x="6094771" y="73202"/>
                  </a:lnTo>
                  <a:lnTo>
                    <a:pt x="6094888" y="73202"/>
                  </a:lnTo>
                  <a:lnTo>
                    <a:pt x="6095241" y="73202"/>
                  </a:lnTo>
                  <a:lnTo>
                    <a:pt x="6095476" y="73202"/>
                  </a:lnTo>
                  <a:lnTo>
                    <a:pt x="6095594" y="73202"/>
                  </a:lnTo>
                  <a:lnTo>
                    <a:pt x="6095712" y="73202"/>
                  </a:lnTo>
                  <a:lnTo>
                    <a:pt x="6095829" y="73202"/>
                  </a:lnTo>
                  <a:lnTo>
                    <a:pt x="6095829" y="72771"/>
                  </a:lnTo>
                  <a:lnTo>
                    <a:pt x="6095947" y="72771"/>
                  </a:lnTo>
                  <a:lnTo>
                    <a:pt x="6096064" y="72771"/>
                  </a:lnTo>
                  <a:lnTo>
                    <a:pt x="6096182" y="72771"/>
                  </a:lnTo>
                  <a:lnTo>
                    <a:pt x="6096300" y="72771"/>
                  </a:lnTo>
                  <a:lnTo>
                    <a:pt x="6096417" y="72771"/>
                  </a:lnTo>
                  <a:lnTo>
                    <a:pt x="6096535" y="72771"/>
                  </a:lnTo>
                  <a:lnTo>
                    <a:pt x="6096653" y="72771"/>
                  </a:lnTo>
                  <a:lnTo>
                    <a:pt x="6097005" y="72771"/>
                  </a:lnTo>
                  <a:lnTo>
                    <a:pt x="6097123" y="72771"/>
                  </a:lnTo>
                  <a:lnTo>
                    <a:pt x="6097358" y="72771"/>
                  </a:lnTo>
                  <a:lnTo>
                    <a:pt x="6097476" y="72771"/>
                  </a:lnTo>
                  <a:lnTo>
                    <a:pt x="6097711" y="72771"/>
                  </a:lnTo>
                  <a:lnTo>
                    <a:pt x="6098064" y="72771"/>
                  </a:lnTo>
                  <a:lnTo>
                    <a:pt x="6098299" y="72771"/>
                  </a:lnTo>
                  <a:lnTo>
                    <a:pt x="6098417" y="72771"/>
                  </a:lnTo>
                  <a:lnTo>
                    <a:pt x="6098534" y="72771"/>
                  </a:lnTo>
                  <a:lnTo>
                    <a:pt x="6098887" y="71910"/>
                  </a:lnTo>
                  <a:lnTo>
                    <a:pt x="6099005" y="71910"/>
                  </a:lnTo>
                  <a:lnTo>
                    <a:pt x="6099122" y="71910"/>
                  </a:lnTo>
                  <a:lnTo>
                    <a:pt x="6099240" y="71910"/>
                  </a:lnTo>
                  <a:lnTo>
                    <a:pt x="6099358" y="71910"/>
                  </a:lnTo>
                  <a:lnTo>
                    <a:pt x="6099593" y="71910"/>
                  </a:lnTo>
                  <a:lnTo>
                    <a:pt x="6099711" y="71910"/>
                  </a:lnTo>
                  <a:lnTo>
                    <a:pt x="6099828" y="71910"/>
                  </a:lnTo>
                  <a:lnTo>
                    <a:pt x="6099946" y="71910"/>
                  </a:lnTo>
                  <a:lnTo>
                    <a:pt x="6099946" y="71479"/>
                  </a:lnTo>
                  <a:lnTo>
                    <a:pt x="6100416" y="71479"/>
                  </a:lnTo>
                  <a:lnTo>
                    <a:pt x="6100769" y="71479"/>
                  </a:lnTo>
                  <a:lnTo>
                    <a:pt x="6100887" y="71479"/>
                  </a:lnTo>
                  <a:lnTo>
                    <a:pt x="6100887" y="70618"/>
                  </a:lnTo>
                  <a:lnTo>
                    <a:pt x="6101004" y="70618"/>
                  </a:lnTo>
                  <a:lnTo>
                    <a:pt x="6101475" y="70618"/>
                  </a:lnTo>
                  <a:lnTo>
                    <a:pt x="6101475" y="70187"/>
                  </a:lnTo>
                  <a:lnTo>
                    <a:pt x="6101828" y="70187"/>
                  </a:lnTo>
                  <a:lnTo>
                    <a:pt x="6101945" y="70187"/>
                  </a:lnTo>
                  <a:lnTo>
                    <a:pt x="6102298" y="70187"/>
                  </a:lnTo>
                  <a:lnTo>
                    <a:pt x="6102768" y="70187"/>
                  </a:lnTo>
                  <a:lnTo>
                    <a:pt x="6103004" y="70187"/>
                  </a:lnTo>
                  <a:lnTo>
                    <a:pt x="6103239" y="70187"/>
                  </a:lnTo>
                  <a:lnTo>
                    <a:pt x="6103592" y="70187"/>
                  </a:lnTo>
                  <a:lnTo>
                    <a:pt x="6103709" y="70187"/>
                  </a:lnTo>
                  <a:lnTo>
                    <a:pt x="6103945" y="70187"/>
                  </a:lnTo>
                  <a:lnTo>
                    <a:pt x="6104180" y="70187"/>
                  </a:lnTo>
                  <a:lnTo>
                    <a:pt x="6104297" y="69757"/>
                  </a:lnTo>
                  <a:lnTo>
                    <a:pt x="6104415" y="69757"/>
                  </a:lnTo>
                  <a:lnTo>
                    <a:pt x="6104533" y="69757"/>
                  </a:lnTo>
                  <a:lnTo>
                    <a:pt x="6104650" y="69757"/>
                  </a:lnTo>
                  <a:lnTo>
                    <a:pt x="6105003" y="69326"/>
                  </a:lnTo>
                  <a:lnTo>
                    <a:pt x="6105238" y="69326"/>
                  </a:lnTo>
                  <a:lnTo>
                    <a:pt x="6105238" y="68896"/>
                  </a:lnTo>
                  <a:lnTo>
                    <a:pt x="6105356" y="67604"/>
                  </a:lnTo>
                  <a:lnTo>
                    <a:pt x="6105474" y="67604"/>
                  </a:lnTo>
                  <a:lnTo>
                    <a:pt x="6105591" y="67604"/>
                  </a:lnTo>
                  <a:lnTo>
                    <a:pt x="6105709" y="67604"/>
                  </a:lnTo>
                  <a:lnTo>
                    <a:pt x="6105944" y="67173"/>
                  </a:lnTo>
                  <a:lnTo>
                    <a:pt x="6106062" y="67173"/>
                  </a:lnTo>
                  <a:lnTo>
                    <a:pt x="6106179" y="67173"/>
                  </a:lnTo>
                  <a:lnTo>
                    <a:pt x="6106297" y="67173"/>
                  </a:lnTo>
                  <a:lnTo>
                    <a:pt x="6106415" y="67173"/>
                  </a:lnTo>
                  <a:lnTo>
                    <a:pt x="6106415" y="66743"/>
                  </a:lnTo>
                  <a:lnTo>
                    <a:pt x="6106415" y="66312"/>
                  </a:lnTo>
                  <a:lnTo>
                    <a:pt x="6106532" y="66312"/>
                  </a:lnTo>
                  <a:lnTo>
                    <a:pt x="6106650" y="66312"/>
                  </a:lnTo>
                  <a:lnTo>
                    <a:pt x="6106767" y="66312"/>
                  </a:lnTo>
                  <a:lnTo>
                    <a:pt x="6107003" y="66312"/>
                  </a:lnTo>
                  <a:lnTo>
                    <a:pt x="6107120" y="66312"/>
                  </a:lnTo>
                  <a:lnTo>
                    <a:pt x="6107238" y="66312"/>
                  </a:lnTo>
                  <a:lnTo>
                    <a:pt x="6107591" y="66312"/>
                  </a:lnTo>
                  <a:lnTo>
                    <a:pt x="6107708" y="66312"/>
                  </a:lnTo>
                  <a:lnTo>
                    <a:pt x="6108179" y="66312"/>
                  </a:lnTo>
                  <a:lnTo>
                    <a:pt x="6108414" y="65881"/>
                  </a:lnTo>
                  <a:lnTo>
                    <a:pt x="6108532" y="65881"/>
                  </a:lnTo>
                  <a:lnTo>
                    <a:pt x="6108649" y="65881"/>
                  </a:lnTo>
                  <a:lnTo>
                    <a:pt x="6109002" y="65881"/>
                  </a:lnTo>
                  <a:lnTo>
                    <a:pt x="6109472" y="65881"/>
                  </a:lnTo>
                  <a:lnTo>
                    <a:pt x="6109590" y="65881"/>
                  </a:lnTo>
                  <a:lnTo>
                    <a:pt x="6109825" y="65881"/>
                  </a:lnTo>
                  <a:lnTo>
                    <a:pt x="6110061" y="65881"/>
                  </a:lnTo>
                  <a:lnTo>
                    <a:pt x="6110178" y="65881"/>
                  </a:lnTo>
                  <a:lnTo>
                    <a:pt x="6110531" y="65451"/>
                  </a:lnTo>
                  <a:lnTo>
                    <a:pt x="6110766" y="65451"/>
                  </a:lnTo>
                  <a:lnTo>
                    <a:pt x="6111001" y="65451"/>
                  </a:lnTo>
                  <a:lnTo>
                    <a:pt x="6111354" y="65451"/>
                  </a:lnTo>
                  <a:lnTo>
                    <a:pt x="6111472" y="65451"/>
                  </a:lnTo>
                  <a:lnTo>
                    <a:pt x="6111590" y="65451"/>
                  </a:lnTo>
                  <a:lnTo>
                    <a:pt x="6111707" y="65451"/>
                  </a:lnTo>
                  <a:lnTo>
                    <a:pt x="6111825" y="65451"/>
                  </a:lnTo>
                  <a:lnTo>
                    <a:pt x="6111942" y="65451"/>
                  </a:lnTo>
                  <a:lnTo>
                    <a:pt x="6112060" y="65451"/>
                  </a:lnTo>
                  <a:lnTo>
                    <a:pt x="6112178" y="65451"/>
                  </a:lnTo>
                  <a:lnTo>
                    <a:pt x="6112295" y="65451"/>
                  </a:lnTo>
                  <a:lnTo>
                    <a:pt x="6112413" y="65451"/>
                  </a:lnTo>
                  <a:lnTo>
                    <a:pt x="6112530" y="65451"/>
                  </a:lnTo>
                  <a:lnTo>
                    <a:pt x="6112766" y="65451"/>
                  </a:lnTo>
                  <a:lnTo>
                    <a:pt x="6113001" y="65451"/>
                  </a:lnTo>
                  <a:lnTo>
                    <a:pt x="6113236" y="65020"/>
                  </a:lnTo>
                  <a:lnTo>
                    <a:pt x="6113354" y="65020"/>
                  </a:lnTo>
                  <a:lnTo>
                    <a:pt x="6113471" y="65020"/>
                  </a:lnTo>
                  <a:lnTo>
                    <a:pt x="6113589" y="65020"/>
                  </a:lnTo>
                  <a:lnTo>
                    <a:pt x="6113707" y="65020"/>
                  </a:lnTo>
                  <a:lnTo>
                    <a:pt x="6113942" y="65020"/>
                  </a:lnTo>
                  <a:lnTo>
                    <a:pt x="6114177" y="65020"/>
                  </a:lnTo>
                  <a:lnTo>
                    <a:pt x="6114295" y="65020"/>
                  </a:lnTo>
                  <a:lnTo>
                    <a:pt x="6114295" y="64590"/>
                  </a:lnTo>
                  <a:lnTo>
                    <a:pt x="6114883" y="64590"/>
                  </a:lnTo>
                  <a:lnTo>
                    <a:pt x="6114883" y="64159"/>
                  </a:lnTo>
                  <a:lnTo>
                    <a:pt x="6115000" y="64159"/>
                  </a:lnTo>
                  <a:lnTo>
                    <a:pt x="6115118" y="64159"/>
                  </a:lnTo>
                  <a:lnTo>
                    <a:pt x="6115353" y="64159"/>
                  </a:lnTo>
                  <a:lnTo>
                    <a:pt x="6116882" y="62867"/>
                  </a:lnTo>
                  <a:lnTo>
                    <a:pt x="6117000" y="62867"/>
                  </a:lnTo>
                  <a:lnTo>
                    <a:pt x="6117117" y="62867"/>
                  </a:lnTo>
                  <a:lnTo>
                    <a:pt x="6117235" y="62437"/>
                  </a:lnTo>
                  <a:lnTo>
                    <a:pt x="6117470" y="62437"/>
                  </a:lnTo>
                  <a:lnTo>
                    <a:pt x="6117588" y="62437"/>
                  </a:lnTo>
                  <a:lnTo>
                    <a:pt x="6117823" y="62437"/>
                  </a:lnTo>
                  <a:lnTo>
                    <a:pt x="6117823" y="62006"/>
                  </a:lnTo>
                  <a:lnTo>
                    <a:pt x="6117941" y="61575"/>
                  </a:lnTo>
                  <a:lnTo>
                    <a:pt x="6118058" y="61575"/>
                  </a:lnTo>
                  <a:lnTo>
                    <a:pt x="6118176" y="61575"/>
                  </a:lnTo>
                  <a:lnTo>
                    <a:pt x="6118411" y="61575"/>
                  </a:lnTo>
                  <a:lnTo>
                    <a:pt x="6118529" y="61575"/>
                  </a:lnTo>
                  <a:lnTo>
                    <a:pt x="6118646" y="61575"/>
                  </a:lnTo>
                  <a:lnTo>
                    <a:pt x="6118764" y="61145"/>
                  </a:lnTo>
                  <a:lnTo>
                    <a:pt x="6118999" y="61145"/>
                  </a:lnTo>
                  <a:lnTo>
                    <a:pt x="6119234" y="61145"/>
                  </a:lnTo>
                  <a:lnTo>
                    <a:pt x="6119352" y="61145"/>
                  </a:lnTo>
                  <a:lnTo>
                    <a:pt x="6119705" y="61145"/>
                  </a:lnTo>
                  <a:lnTo>
                    <a:pt x="6119823" y="61145"/>
                  </a:lnTo>
                  <a:lnTo>
                    <a:pt x="6119940" y="61145"/>
                  </a:lnTo>
                  <a:lnTo>
                    <a:pt x="6120175" y="61145"/>
                  </a:lnTo>
                  <a:lnTo>
                    <a:pt x="6120175" y="60714"/>
                  </a:lnTo>
                  <a:lnTo>
                    <a:pt x="6120411" y="60714"/>
                  </a:lnTo>
                  <a:lnTo>
                    <a:pt x="6120528" y="60714"/>
                  </a:lnTo>
                  <a:lnTo>
                    <a:pt x="6120646" y="60714"/>
                  </a:lnTo>
                  <a:lnTo>
                    <a:pt x="6120763" y="60714"/>
                  </a:lnTo>
                  <a:lnTo>
                    <a:pt x="6120763" y="60284"/>
                  </a:lnTo>
                  <a:lnTo>
                    <a:pt x="6120881" y="60284"/>
                  </a:lnTo>
                  <a:lnTo>
                    <a:pt x="6120999" y="60284"/>
                  </a:lnTo>
                  <a:lnTo>
                    <a:pt x="6121352" y="60284"/>
                  </a:lnTo>
                  <a:lnTo>
                    <a:pt x="6121469" y="60284"/>
                  </a:lnTo>
                  <a:lnTo>
                    <a:pt x="6121587" y="60284"/>
                  </a:lnTo>
                  <a:lnTo>
                    <a:pt x="6121704" y="60284"/>
                  </a:lnTo>
                  <a:lnTo>
                    <a:pt x="6121822" y="60284"/>
                  </a:lnTo>
                  <a:lnTo>
                    <a:pt x="6122057" y="60284"/>
                  </a:lnTo>
                  <a:lnTo>
                    <a:pt x="6122292" y="60284"/>
                  </a:lnTo>
                  <a:lnTo>
                    <a:pt x="6122410" y="60284"/>
                  </a:lnTo>
                  <a:lnTo>
                    <a:pt x="6122528" y="60284"/>
                  </a:lnTo>
                  <a:lnTo>
                    <a:pt x="6122881" y="59853"/>
                  </a:lnTo>
                  <a:lnTo>
                    <a:pt x="6122998" y="59853"/>
                  </a:lnTo>
                  <a:lnTo>
                    <a:pt x="6123351" y="59853"/>
                  </a:lnTo>
                  <a:lnTo>
                    <a:pt x="6123469" y="59853"/>
                  </a:lnTo>
                  <a:lnTo>
                    <a:pt x="6123586" y="59422"/>
                  </a:lnTo>
                  <a:lnTo>
                    <a:pt x="6124174" y="58992"/>
                  </a:lnTo>
                  <a:lnTo>
                    <a:pt x="6124292" y="58992"/>
                  </a:lnTo>
                  <a:lnTo>
                    <a:pt x="6124410" y="58992"/>
                  </a:lnTo>
                  <a:lnTo>
                    <a:pt x="6124527" y="58992"/>
                  </a:lnTo>
                  <a:lnTo>
                    <a:pt x="6124645" y="58992"/>
                  </a:lnTo>
                  <a:lnTo>
                    <a:pt x="6124762" y="58992"/>
                  </a:lnTo>
                  <a:lnTo>
                    <a:pt x="6124880" y="58992"/>
                  </a:lnTo>
                  <a:lnTo>
                    <a:pt x="6124998" y="58992"/>
                  </a:lnTo>
                  <a:lnTo>
                    <a:pt x="6125115" y="58992"/>
                  </a:lnTo>
                  <a:lnTo>
                    <a:pt x="6125468" y="58992"/>
                  </a:lnTo>
                  <a:lnTo>
                    <a:pt x="6125586" y="58992"/>
                  </a:lnTo>
                  <a:lnTo>
                    <a:pt x="6125703" y="58992"/>
                  </a:lnTo>
                  <a:lnTo>
                    <a:pt x="6125938" y="58992"/>
                  </a:lnTo>
                  <a:lnTo>
                    <a:pt x="6126291" y="58992"/>
                  </a:lnTo>
                  <a:lnTo>
                    <a:pt x="6126291" y="58561"/>
                  </a:lnTo>
                  <a:lnTo>
                    <a:pt x="6126409" y="58561"/>
                  </a:lnTo>
                  <a:lnTo>
                    <a:pt x="6126527" y="58561"/>
                  </a:lnTo>
                  <a:lnTo>
                    <a:pt x="6126644" y="58561"/>
                  </a:lnTo>
                  <a:lnTo>
                    <a:pt x="6126879" y="58561"/>
                  </a:lnTo>
                  <a:lnTo>
                    <a:pt x="6126997" y="58561"/>
                  </a:lnTo>
                  <a:lnTo>
                    <a:pt x="6127115" y="58561"/>
                  </a:lnTo>
                  <a:lnTo>
                    <a:pt x="6127350" y="58561"/>
                  </a:lnTo>
                  <a:lnTo>
                    <a:pt x="6127467" y="58561"/>
                  </a:lnTo>
                  <a:lnTo>
                    <a:pt x="6127585" y="58561"/>
                  </a:lnTo>
                  <a:lnTo>
                    <a:pt x="6127703" y="58561"/>
                  </a:lnTo>
                  <a:lnTo>
                    <a:pt x="6127820" y="58561"/>
                  </a:lnTo>
                  <a:lnTo>
                    <a:pt x="6127938" y="58561"/>
                  </a:lnTo>
                  <a:lnTo>
                    <a:pt x="6128056" y="58561"/>
                  </a:lnTo>
                  <a:lnTo>
                    <a:pt x="6128173" y="58561"/>
                  </a:lnTo>
                  <a:lnTo>
                    <a:pt x="6128173" y="58131"/>
                  </a:lnTo>
                  <a:lnTo>
                    <a:pt x="6128408" y="58131"/>
                  </a:lnTo>
                  <a:lnTo>
                    <a:pt x="6129114" y="58131"/>
                  </a:lnTo>
                  <a:lnTo>
                    <a:pt x="6129349" y="58131"/>
                  </a:lnTo>
                  <a:lnTo>
                    <a:pt x="6129467" y="58131"/>
                  </a:lnTo>
                  <a:lnTo>
                    <a:pt x="6129585" y="58131"/>
                  </a:lnTo>
                  <a:lnTo>
                    <a:pt x="6129702" y="58131"/>
                  </a:lnTo>
                  <a:lnTo>
                    <a:pt x="6129820" y="58131"/>
                  </a:lnTo>
                  <a:lnTo>
                    <a:pt x="6129937" y="58131"/>
                  </a:lnTo>
                  <a:lnTo>
                    <a:pt x="6130290" y="58131"/>
                  </a:lnTo>
                  <a:lnTo>
                    <a:pt x="6130408" y="58131"/>
                  </a:lnTo>
                  <a:lnTo>
                    <a:pt x="6130643" y="58131"/>
                  </a:lnTo>
                  <a:lnTo>
                    <a:pt x="6130761" y="58131"/>
                  </a:lnTo>
                  <a:lnTo>
                    <a:pt x="6130996" y="58131"/>
                  </a:lnTo>
                  <a:lnTo>
                    <a:pt x="6131231" y="58131"/>
                  </a:lnTo>
                  <a:lnTo>
                    <a:pt x="6131349" y="58131"/>
                  </a:lnTo>
                  <a:lnTo>
                    <a:pt x="6131584" y="58131"/>
                  </a:lnTo>
                  <a:lnTo>
                    <a:pt x="6131819" y="58131"/>
                  </a:lnTo>
                  <a:lnTo>
                    <a:pt x="6131937" y="58131"/>
                  </a:lnTo>
                  <a:lnTo>
                    <a:pt x="6132054" y="58131"/>
                  </a:lnTo>
                  <a:lnTo>
                    <a:pt x="6132290" y="58131"/>
                  </a:lnTo>
                  <a:lnTo>
                    <a:pt x="6132407" y="58131"/>
                  </a:lnTo>
                  <a:lnTo>
                    <a:pt x="6132642" y="58131"/>
                  </a:lnTo>
                  <a:lnTo>
                    <a:pt x="6132760" y="58131"/>
                  </a:lnTo>
                  <a:lnTo>
                    <a:pt x="6132878" y="58131"/>
                  </a:lnTo>
                  <a:lnTo>
                    <a:pt x="6132995" y="58131"/>
                  </a:lnTo>
                  <a:lnTo>
                    <a:pt x="6133113" y="58131"/>
                  </a:lnTo>
                  <a:lnTo>
                    <a:pt x="6133231" y="58131"/>
                  </a:lnTo>
                  <a:lnTo>
                    <a:pt x="6133583" y="58131"/>
                  </a:lnTo>
                  <a:lnTo>
                    <a:pt x="6133701" y="58131"/>
                  </a:lnTo>
                  <a:lnTo>
                    <a:pt x="6133819" y="58131"/>
                  </a:lnTo>
                  <a:lnTo>
                    <a:pt x="6133936" y="58131"/>
                  </a:lnTo>
                  <a:lnTo>
                    <a:pt x="6134054" y="58131"/>
                  </a:lnTo>
                  <a:lnTo>
                    <a:pt x="6134171" y="58131"/>
                  </a:lnTo>
                  <a:lnTo>
                    <a:pt x="6134289" y="57700"/>
                  </a:lnTo>
                  <a:lnTo>
                    <a:pt x="6134524" y="57700"/>
                  </a:lnTo>
                  <a:lnTo>
                    <a:pt x="6134760" y="57269"/>
                  </a:lnTo>
                  <a:lnTo>
                    <a:pt x="6134877" y="57269"/>
                  </a:lnTo>
                  <a:lnTo>
                    <a:pt x="6135112" y="57269"/>
                  </a:lnTo>
                  <a:lnTo>
                    <a:pt x="6135348" y="57269"/>
                  </a:lnTo>
                  <a:lnTo>
                    <a:pt x="6135465" y="57269"/>
                  </a:lnTo>
                  <a:lnTo>
                    <a:pt x="6135700" y="57269"/>
                  </a:lnTo>
                  <a:lnTo>
                    <a:pt x="6135818" y="57269"/>
                  </a:lnTo>
                  <a:lnTo>
                    <a:pt x="6135936" y="57269"/>
                  </a:lnTo>
                  <a:lnTo>
                    <a:pt x="6136053" y="57269"/>
                  </a:lnTo>
                  <a:lnTo>
                    <a:pt x="6136171" y="57269"/>
                  </a:lnTo>
                  <a:lnTo>
                    <a:pt x="6136289" y="57269"/>
                  </a:lnTo>
                  <a:lnTo>
                    <a:pt x="6136406" y="57269"/>
                  </a:lnTo>
                  <a:lnTo>
                    <a:pt x="6136524" y="56839"/>
                  </a:lnTo>
                  <a:lnTo>
                    <a:pt x="6136641" y="56839"/>
                  </a:lnTo>
                  <a:lnTo>
                    <a:pt x="6136759" y="56839"/>
                  </a:lnTo>
                  <a:lnTo>
                    <a:pt x="6137112" y="56839"/>
                  </a:lnTo>
                  <a:lnTo>
                    <a:pt x="6137229" y="56839"/>
                  </a:lnTo>
                  <a:lnTo>
                    <a:pt x="6137347" y="56839"/>
                  </a:lnTo>
                  <a:lnTo>
                    <a:pt x="6137582" y="56839"/>
                  </a:lnTo>
                  <a:lnTo>
                    <a:pt x="6137700" y="56839"/>
                  </a:lnTo>
                  <a:lnTo>
                    <a:pt x="6137818" y="56839"/>
                  </a:lnTo>
                  <a:lnTo>
                    <a:pt x="6137935" y="56839"/>
                  </a:lnTo>
                  <a:lnTo>
                    <a:pt x="6138053" y="56839"/>
                  </a:lnTo>
                  <a:lnTo>
                    <a:pt x="6138641" y="56408"/>
                  </a:lnTo>
                  <a:lnTo>
                    <a:pt x="6138994" y="56408"/>
                  </a:lnTo>
                  <a:lnTo>
                    <a:pt x="6139582" y="56408"/>
                  </a:lnTo>
                  <a:lnTo>
                    <a:pt x="6139699" y="56408"/>
                  </a:lnTo>
                  <a:lnTo>
                    <a:pt x="6140052" y="56408"/>
                  </a:lnTo>
                  <a:lnTo>
                    <a:pt x="6140287" y="56408"/>
                  </a:lnTo>
                  <a:lnTo>
                    <a:pt x="6140405" y="56408"/>
                  </a:lnTo>
                  <a:lnTo>
                    <a:pt x="6140640" y="56408"/>
                  </a:lnTo>
                  <a:lnTo>
                    <a:pt x="6141111" y="56408"/>
                  </a:lnTo>
                  <a:lnTo>
                    <a:pt x="6141228" y="56408"/>
                  </a:lnTo>
                  <a:lnTo>
                    <a:pt x="6141346" y="56408"/>
                  </a:lnTo>
                  <a:lnTo>
                    <a:pt x="6141464" y="56408"/>
                  </a:lnTo>
                  <a:lnTo>
                    <a:pt x="6141581" y="56408"/>
                  </a:lnTo>
                  <a:lnTo>
                    <a:pt x="6141934" y="56408"/>
                  </a:lnTo>
                  <a:lnTo>
                    <a:pt x="6142052" y="56408"/>
                  </a:lnTo>
                  <a:lnTo>
                    <a:pt x="6142169" y="56408"/>
                  </a:lnTo>
                  <a:lnTo>
                    <a:pt x="6142287" y="56408"/>
                  </a:lnTo>
                  <a:lnTo>
                    <a:pt x="6142640" y="56408"/>
                  </a:lnTo>
                  <a:lnTo>
                    <a:pt x="6142640" y="55978"/>
                  </a:lnTo>
                  <a:lnTo>
                    <a:pt x="6142875" y="55978"/>
                  </a:lnTo>
                  <a:lnTo>
                    <a:pt x="6143581" y="55547"/>
                  </a:lnTo>
                  <a:lnTo>
                    <a:pt x="6143816" y="55547"/>
                  </a:lnTo>
                  <a:lnTo>
                    <a:pt x="6144169" y="55547"/>
                  </a:lnTo>
                  <a:lnTo>
                    <a:pt x="6144286" y="55547"/>
                  </a:lnTo>
                  <a:lnTo>
                    <a:pt x="6144404" y="55547"/>
                  </a:lnTo>
                  <a:lnTo>
                    <a:pt x="6144522" y="55547"/>
                  </a:lnTo>
                  <a:lnTo>
                    <a:pt x="6144639" y="55547"/>
                  </a:lnTo>
                  <a:lnTo>
                    <a:pt x="6144757" y="55547"/>
                  </a:lnTo>
                  <a:lnTo>
                    <a:pt x="6145110" y="55547"/>
                  </a:lnTo>
                  <a:lnTo>
                    <a:pt x="6145227" y="55547"/>
                  </a:lnTo>
                  <a:lnTo>
                    <a:pt x="6145345" y="55547"/>
                  </a:lnTo>
                  <a:lnTo>
                    <a:pt x="6145462" y="55547"/>
                  </a:lnTo>
                  <a:lnTo>
                    <a:pt x="6145580" y="55547"/>
                  </a:lnTo>
                  <a:lnTo>
                    <a:pt x="6145698" y="55547"/>
                  </a:lnTo>
                  <a:lnTo>
                    <a:pt x="6145815" y="55547"/>
                  </a:lnTo>
                  <a:lnTo>
                    <a:pt x="6146168" y="55547"/>
                  </a:lnTo>
                  <a:lnTo>
                    <a:pt x="6146639" y="55547"/>
                  </a:lnTo>
                  <a:lnTo>
                    <a:pt x="6147109" y="55116"/>
                  </a:lnTo>
                  <a:lnTo>
                    <a:pt x="6147344" y="55116"/>
                  </a:lnTo>
                  <a:lnTo>
                    <a:pt x="6147932" y="54686"/>
                  </a:lnTo>
                  <a:lnTo>
                    <a:pt x="6148050" y="54686"/>
                  </a:lnTo>
                  <a:lnTo>
                    <a:pt x="6148168" y="54686"/>
                  </a:lnTo>
                  <a:lnTo>
                    <a:pt x="6148403" y="54686"/>
                  </a:lnTo>
                  <a:lnTo>
                    <a:pt x="6148520" y="54686"/>
                  </a:lnTo>
                  <a:lnTo>
                    <a:pt x="6148638" y="54686"/>
                  </a:lnTo>
                  <a:lnTo>
                    <a:pt x="6148756" y="54686"/>
                  </a:lnTo>
                  <a:lnTo>
                    <a:pt x="6148873" y="54686"/>
                  </a:lnTo>
                  <a:lnTo>
                    <a:pt x="6148991" y="54686"/>
                  </a:lnTo>
                  <a:lnTo>
                    <a:pt x="6149461" y="54686"/>
                  </a:lnTo>
                  <a:lnTo>
                    <a:pt x="6149579" y="54686"/>
                  </a:lnTo>
                  <a:lnTo>
                    <a:pt x="6149697" y="54686"/>
                  </a:lnTo>
                  <a:lnTo>
                    <a:pt x="6149814" y="54686"/>
                  </a:lnTo>
                  <a:lnTo>
                    <a:pt x="6149932" y="54686"/>
                  </a:lnTo>
                  <a:lnTo>
                    <a:pt x="6150049" y="54255"/>
                  </a:lnTo>
                  <a:lnTo>
                    <a:pt x="6150167" y="53825"/>
                  </a:lnTo>
                  <a:lnTo>
                    <a:pt x="6152284" y="53394"/>
                  </a:lnTo>
                  <a:lnTo>
                    <a:pt x="6152519" y="53394"/>
                  </a:lnTo>
                  <a:lnTo>
                    <a:pt x="6152637" y="53394"/>
                  </a:lnTo>
                  <a:lnTo>
                    <a:pt x="6152755" y="52963"/>
                  </a:lnTo>
                  <a:lnTo>
                    <a:pt x="6152990" y="52963"/>
                  </a:lnTo>
                  <a:lnTo>
                    <a:pt x="6152990" y="52533"/>
                  </a:lnTo>
                  <a:lnTo>
                    <a:pt x="6153225" y="52533"/>
                  </a:lnTo>
                  <a:lnTo>
                    <a:pt x="6153460" y="52102"/>
                  </a:lnTo>
                  <a:lnTo>
                    <a:pt x="6153578" y="52102"/>
                  </a:lnTo>
                  <a:lnTo>
                    <a:pt x="6153695" y="52102"/>
                  </a:lnTo>
                  <a:lnTo>
                    <a:pt x="6153813" y="52102"/>
                  </a:lnTo>
                  <a:lnTo>
                    <a:pt x="6153931" y="52102"/>
                  </a:lnTo>
                  <a:lnTo>
                    <a:pt x="6154166" y="52102"/>
                  </a:lnTo>
                  <a:lnTo>
                    <a:pt x="6154284" y="52102"/>
                  </a:lnTo>
                  <a:lnTo>
                    <a:pt x="6154284" y="51672"/>
                  </a:lnTo>
                  <a:lnTo>
                    <a:pt x="6154284" y="51241"/>
                  </a:lnTo>
                  <a:lnTo>
                    <a:pt x="6154284" y="50810"/>
                  </a:lnTo>
                  <a:lnTo>
                    <a:pt x="6154401" y="50810"/>
                  </a:lnTo>
                  <a:lnTo>
                    <a:pt x="6154636" y="50810"/>
                  </a:lnTo>
                  <a:lnTo>
                    <a:pt x="6154872" y="50810"/>
                  </a:lnTo>
                  <a:lnTo>
                    <a:pt x="6155107" y="50810"/>
                  </a:lnTo>
                  <a:lnTo>
                    <a:pt x="6155224" y="50810"/>
                  </a:lnTo>
                  <a:lnTo>
                    <a:pt x="6155342" y="50810"/>
                  </a:lnTo>
                  <a:lnTo>
                    <a:pt x="6155460" y="50810"/>
                  </a:lnTo>
                  <a:lnTo>
                    <a:pt x="6155695" y="50810"/>
                  </a:lnTo>
                  <a:lnTo>
                    <a:pt x="6155930" y="50380"/>
                  </a:lnTo>
                  <a:lnTo>
                    <a:pt x="6156048" y="50380"/>
                  </a:lnTo>
                  <a:lnTo>
                    <a:pt x="6156165" y="50380"/>
                  </a:lnTo>
                  <a:lnTo>
                    <a:pt x="6156283" y="50380"/>
                  </a:lnTo>
                  <a:lnTo>
                    <a:pt x="6156401" y="50380"/>
                  </a:lnTo>
                  <a:lnTo>
                    <a:pt x="6156518" y="50380"/>
                  </a:lnTo>
                  <a:lnTo>
                    <a:pt x="6156636" y="50380"/>
                  </a:lnTo>
                  <a:lnTo>
                    <a:pt x="6156753" y="49949"/>
                  </a:lnTo>
                  <a:lnTo>
                    <a:pt x="6156871" y="49949"/>
                  </a:lnTo>
                  <a:lnTo>
                    <a:pt x="6156989" y="49949"/>
                  </a:lnTo>
                  <a:lnTo>
                    <a:pt x="6157106" y="49949"/>
                  </a:lnTo>
                  <a:lnTo>
                    <a:pt x="6157577" y="49949"/>
                  </a:lnTo>
                  <a:lnTo>
                    <a:pt x="6157694" y="49949"/>
                  </a:lnTo>
                  <a:lnTo>
                    <a:pt x="6157812" y="49949"/>
                  </a:lnTo>
                  <a:lnTo>
                    <a:pt x="6157930" y="49949"/>
                  </a:lnTo>
                  <a:lnTo>
                    <a:pt x="6158282" y="49949"/>
                  </a:lnTo>
                  <a:lnTo>
                    <a:pt x="6158400" y="49949"/>
                  </a:lnTo>
                  <a:lnTo>
                    <a:pt x="6158518" y="49949"/>
                  </a:lnTo>
                  <a:lnTo>
                    <a:pt x="6158635" y="49949"/>
                  </a:lnTo>
                  <a:lnTo>
                    <a:pt x="6158870" y="49949"/>
                  </a:lnTo>
                  <a:lnTo>
                    <a:pt x="6159106" y="49949"/>
                  </a:lnTo>
                  <a:lnTo>
                    <a:pt x="6159223" y="49949"/>
                  </a:lnTo>
                  <a:lnTo>
                    <a:pt x="6159576" y="49949"/>
                  </a:lnTo>
                  <a:lnTo>
                    <a:pt x="6159694" y="49949"/>
                  </a:lnTo>
                  <a:lnTo>
                    <a:pt x="6159811" y="49949"/>
                  </a:lnTo>
                  <a:lnTo>
                    <a:pt x="6159929" y="49949"/>
                  </a:lnTo>
                  <a:lnTo>
                    <a:pt x="6160164" y="49949"/>
                  </a:lnTo>
                  <a:lnTo>
                    <a:pt x="6160399" y="49949"/>
                  </a:lnTo>
                  <a:lnTo>
                    <a:pt x="6160517" y="49949"/>
                  </a:lnTo>
                  <a:lnTo>
                    <a:pt x="6160635" y="49949"/>
                  </a:lnTo>
                  <a:lnTo>
                    <a:pt x="6160752" y="49949"/>
                  </a:lnTo>
                  <a:lnTo>
                    <a:pt x="6160870" y="49949"/>
                  </a:lnTo>
                  <a:lnTo>
                    <a:pt x="6161105" y="49949"/>
                  </a:lnTo>
                  <a:lnTo>
                    <a:pt x="6161576" y="49519"/>
                  </a:lnTo>
                  <a:lnTo>
                    <a:pt x="6161693" y="49519"/>
                  </a:lnTo>
                  <a:lnTo>
                    <a:pt x="6161811" y="49519"/>
                  </a:lnTo>
                  <a:lnTo>
                    <a:pt x="6161928" y="49519"/>
                  </a:lnTo>
                  <a:lnTo>
                    <a:pt x="6162046" y="49519"/>
                  </a:lnTo>
                  <a:lnTo>
                    <a:pt x="6162281" y="49088"/>
                  </a:lnTo>
                  <a:lnTo>
                    <a:pt x="6162399" y="49088"/>
                  </a:lnTo>
                  <a:lnTo>
                    <a:pt x="6162517" y="49088"/>
                  </a:lnTo>
                  <a:lnTo>
                    <a:pt x="6162752" y="49088"/>
                  </a:lnTo>
                  <a:lnTo>
                    <a:pt x="6162869" y="49088"/>
                  </a:lnTo>
                  <a:lnTo>
                    <a:pt x="6163222" y="49088"/>
                  </a:lnTo>
                  <a:lnTo>
                    <a:pt x="6163340" y="49088"/>
                  </a:lnTo>
                  <a:lnTo>
                    <a:pt x="6163575" y="49088"/>
                  </a:lnTo>
                  <a:lnTo>
                    <a:pt x="6163810" y="49088"/>
                  </a:lnTo>
                  <a:lnTo>
                    <a:pt x="6163928" y="49088"/>
                  </a:lnTo>
                  <a:lnTo>
                    <a:pt x="6164046" y="49088"/>
                  </a:lnTo>
                  <a:lnTo>
                    <a:pt x="6164163" y="49088"/>
                  </a:lnTo>
                  <a:lnTo>
                    <a:pt x="6164398" y="49088"/>
                  </a:lnTo>
                  <a:lnTo>
                    <a:pt x="6164516" y="49088"/>
                  </a:lnTo>
                  <a:lnTo>
                    <a:pt x="6164751" y="48657"/>
                  </a:lnTo>
                  <a:lnTo>
                    <a:pt x="6165222" y="48657"/>
                  </a:lnTo>
                  <a:lnTo>
                    <a:pt x="6165339" y="48657"/>
                  </a:lnTo>
                  <a:lnTo>
                    <a:pt x="6165457" y="48657"/>
                  </a:lnTo>
                  <a:lnTo>
                    <a:pt x="6166163" y="48657"/>
                  </a:lnTo>
                  <a:lnTo>
                    <a:pt x="6166280" y="48657"/>
                  </a:lnTo>
                  <a:lnTo>
                    <a:pt x="6166398" y="48657"/>
                  </a:lnTo>
                  <a:lnTo>
                    <a:pt x="6166515" y="48657"/>
                  </a:lnTo>
                  <a:lnTo>
                    <a:pt x="6166633" y="48657"/>
                  </a:lnTo>
                  <a:lnTo>
                    <a:pt x="6166751" y="48657"/>
                  </a:lnTo>
                  <a:lnTo>
                    <a:pt x="6166868" y="48657"/>
                  </a:lnTo>
                  <a:lnTo>
                    <a:pt x="6167103" y="48657"/>
                  </a:lnTo>
                  <a:lnTo>
                    <a:pt x="6167221" y="48657"/>
                  </a:lnTo>
                  <a:lnTo>
                    <a:pt x="6167692" y="48657"/>
                  </a:lnTo>
                  <a:lnTo>
                    <a:pt x="6167809" y="48657"/>
                  </a:lnTo>
                  <a:lnTo>
                    <a:pt x="6168397" y="48657"/>
                  </a:lnTo>
                  <a:lnTo>
                    <a:pt x="6168515" y="48657"/>
                  </a:lnTo>
                  <a:lnTo>
                    <a:pt x="6168632" y="48657"/>
                  </a:lnTo>
                  <a:lnTo>
                    <a:pt x="6169103" y="48657"/>
                  </a:lnTo>
                  <a:lnTo>
                    <a:pt x="6169221" y="48657"/>
                  </a:lnTo>
                  <a:lnTo>
                    <a:pt x="6169456" y="48657"/>
                  </a:lnTo>
                  <a:lnTo>
                    <a:pt x="6169573" y="48657"/>
                  </a:lnTo>
                  <a:lnTo>
                    <a:pt x="6169691" y="47796"/>
                  </a:lnTo>
                  <a:lnTo>
                    <a:pt x="6169809" y="47796"/>
                  </a:lnTo>
                  <a:lnTo>
                    <a:pt x="6169926" y="47796"/>
                  </a:lnTo>
                  <a:lnTo>
                    <a:pt x="6170044" y="47796"/>
                  </a:lnTo>
                  <a:lnTo>
                    <a:pt x="6170161" y="47796"/>
                  </a:lnTo>
                  <a:lnTo>
                    <a:pt x="6170632" y="47796"/>
                  </a:lnTo>
                  <a:lnTo>
                    <a:pt x="6170750" y="47796"/>
                  </a:lnTo>
                  <a:lnTo>
                    <a:pt x="6170867" y="47796"/>
                  </a:lnTo>
                  <a:lnTo>
                    <a:pt x="6170985" y="47796"/>
                  </a:lnTo>
                  <a:lnTo>
                    <a:pt x="6171455" y="47796"/>
                  </a:lnTo>
                  <a:lnTo>
                    <a:pt x="6171690" y="47796"/>
                  </a:lnTo>
                  <a:lnTo>
                    <a:pt x="6171808" y="47796"/>
                  </a:lnTo>
                  <a:lnTo>
                    <a:pt x="6172043" y="47796"/>
                  </a:lnTo>
                  <a:lnTo>
                    <a:pt x="6172161" y="47796"/>
                  </a:lnTo>
                  <a:lnTo>
                    <a:pt x="6172279" y="47796"/>
                  </a:lnTo>
                  <a:lnTo>
                    <a:pt x="6172396" y="47796"/>
                  </a:lnTo>
                  <a:lnTo>
                    <a:pt x="6172514" y="47796"/>
                  </a:lnTo>
                  <a:lnTo>
                    <a:pt x="6172749" y="47796"/>
                  </a:lnTo>
                  <a:lnTo>
                    <a:pt x="6172867" y="47796"/>
                  </a:lnTo>
                  <a:lnTo>
                    <a:pt x="6172984" y="47796"/>
                  </a:lnTo>
                  <a:lnTo>
                    <a:pt x="6173102" y="47796"/>
                  </a:lnTo>
                  <a:lnTo>
                    <a:pt x="6173219" y="47796"/>
                  </a:lnTo>
                  <a:lnTo>
                    <a:pt x="6173337" y="47796"/>
                  </a:lnTo>
                  <a:lnTo>
                    <a:pt x="6173690" y="47796"/>
                  </a:lnTo>
                  <a:lnTo>
                    <a:pt x="6173925" y="47796"/>
                  </a:lnTo>
                  <a:lnTo>
                    <a:pt x="6174043" y="47796"/>
                  </a:lnTo>
                  <a:lnTo>
                    <a:pt x="6174160" y="47796"/>
                  </a:lnTo>
                  <a:lnTo>
                    <a:pt x="6174513" y="47796"/>
                  </a:lnTo>
                  <a:lnTo>
                    <a:pt x="6174631" y="47796"/>
                  </a:lnTo>
                  <a:lnTo>
                    <a:pt x="6175219" y="47366"/>
                  </a:lnTo>
                  <a:lnTo>
                    <a:pt x="6175336" y="47366"/>
                  </a:lnTo>
                  <a:lnTo>
                    <a:pt x="6175454" y="47366"/>
                  </a:lnTo>
                  <a:lnTo>
                    <a:pt x="6175572" y="47366"/>
                  </a:lnTo>
                  <a:lnTo>
                    <a:pt x="6175807" y="47366"/>
                  </a:lnTo>
                  <a:lnTo>
                    <a:pt x="6175807" y="46935"/>
                  </a:lnTo>
                  <a:lnTo>
                    <a:pt x="6175925" y="46935"/>
                  </a:lnTo>
                  <a:lnTo>
                    <a:pt x="6175925" y="46504"/>
                  </a:lnTo>
                  <a:lnTo>
                    <a:pt x="6176042" y="46504"/>
                  </a:lnTo>
                  <a:lnTo>
                    <a:pt x="6176160" y="46504"/>
                  </a:lnTo>
                  <a:lnTo>
                    <a:pt x="6176395" y="46504"/>
                  </a:lnTo>
                  <a:lnTo>
                    <a:pt x="6176513" y="46504"/>
                  </a:lnTo>
                  <a:lnTo>
                    <a:pt x="6176630" y="46504"/>
                  </a:lnTo>
                  <a:lnTo>
                    <a:pt x="6176983" y="46504"/>
                  </a:lnTo>
                  <a:lnTo>
                    <a:pt x="6177101" y="46504"/>
                  </a:lnTo>
                  <a:lnTo>
                    <a:pt x="6177218" y="46504"/>
                  </a:lnTo>
                  <a:lnTo>
                    <a:pt x="6177336" y="46504"/>
                  </a:lnTo>
                  <a:lnTo>
                    <a:pt x="6177689" y="46074"/>
                  </a:lnTo>
                  <a:lnTo>
                    <a:pt x="6178159" y="46074"/>
                  </a:lnTo>
                  <a:lnTo>
                    <a:pt x="6178277" y="46074"/>
                  </a:lnTo>
                  <a:lnTo>
                    <a:pt x="6178512" y="46074"/>
                  </a:lnTo>
                  <a:lnTo>
                    <a:pt x="6178630" y="46074"/>
                  </a:lnTo>
                  <a:lnTo>
                    <a:pt x="6178747" y="46074"/>
                  </a:lnTo>
                  <a:lnTo>
                    <a:pt x="6178865" y="46074"/>
                  </a:lnTo>
                  <a:lnTo>
                    <a:pt x="6178983" y="46074"/>
                  </a:lnTo>
                  <a:lnTo>
                    <a:pt x="6179453" y="46074"/>
                  </a:lnTo>
                  <a:lnTo>
                    <a:pt x="6179571" y="46074"/>
                  </a:lnTo>
                  <a:lnTo>
                    <a:pt x="6179923" y="46074"/>
                  </a:lnTo>
                  <a:lnTo>
                    <a:pt x="6180041" y="46074"/>
                  </a:lnTo>
                  <a:lnTo>
                    <a:pt x="6180276" y="46074"/>
                  </a:lnTo>
                  <a:lnTo>
                    <a:pt x="6180394" y="46074"/>
                  </a:lnTo>
                  <a:lnTo>
                    <a:pt x="6180394" y="45643"/>
                  </a:lnTo>
                  <a:lnTo>
                    <a:pt x="6180512" y="45643"/>
                  </a:lnTo>
                  <a:lnTo>
                    <a:pt x="6180982" y="45213"/>
                  </a:lnTo>
                  <a:lnTo>
                    <a:pt x="6181100" y="45213"/>
                  </a:lnTo>
                  <a:lnTo>
                    <a:pt x="6181217" y="45213"/>
                  </a:lnTo>
                  <a:lnTo>
                    <a:pt x="6181335" y="45213"/>
                  </a:lnTo>
                  <a:lnTo>
                    <a:pt x="6181452" y="45213"/>
                  </a:lnTo>
                  <a:lnTo>
                    <a:pt x="6181688" y="45213"/>
                  </a:lnTo>
                  <a:lnTo>
                    <a:pt x="6181805" y="45213"/>
                  </a:lnTo>
                  <a:lnTo>
                    <a:pt x="6181923" y="45213"/>
                  </a:lnTo>
                  <a:lnTo>
                    <a:pt x="6182040" y="45213"/>
                  </a:lnTo>
                  <a:lnTo>
                    <a:pt x="6182393" y="45213"/>
                  </a:lnTo>
                  <a:lnTo>
                    <a:pt x="6182511" y="45213"/>
                  </a:lnTo>
                  <a:lnTo>
                    <a:pt x="6182864" y="45213"/>
                  </a:lnTo>
                  <a:lnTo>
                    <a:pt x="6182981" y="45213"/>
                  </a:lnTo>
                  <a:lnTo>
                    <a:pt x="6183099" y="45213"/>
                  </a:lnTo>
                  <a:lnTo>
                    <a:pt x="6183452" y="45213"/>
                  </a:lnTo>
                  <a:lnTo>
                    <a:pt x="6183687" y="45213"/>
                  </a:lnTo>
                  <a:lnTo>
                    <a:pt x="6183922" y="45213"/>
                  </a:lnTo>
                  <a:lnTo>
                    <a:pt x="6184040" y="45213"/>
                  </a:lnTo>
                  <a:lnTo>
                    <a:pt x="6184158" y="45213"/>
                  </a:lnTo>
                  <a:lnTo>
                    <a:pt x="6184275" y="45213"/>
                  </a:lnTo>
                  <a:lnTo>
                    <a:pt x="6184393" y="45213"/>
                  </a:lnTo>
                  <a:lnTo>
                    <a:pt x="6184510" y="45213"/>
                  </a:lnTo>
                  <a:lnTo>
                    <a:pt x="6184746" y="45213"/>
                  </a:lnTo>
                  <a:lnTo>
                    <a:pt x="6184746" y="44782"/>
                  </a:lnTo>
                  <a:lnTo>
                    <a:pt x="6184863" y="44782"/>
                  </a:lnTo>
                  <a:lnTo>
                    <a:pt x="6184981" y="44782"/>
                  </a:lnTo>
                  <a:lnTo>
                    <a:pt x="6184981" y="44351"/>
                  </a:lnTo>
                  <a:lnTo>
                    <a:pt x="6185098" y="44351"/>
                  </a:lnTo>
                  <a:lnTo>
                    <a:pt x="6185216" y="44351"/>
                  </a:lnTo>
                  <a:lnTo>
                    <a:pt x="6185451" y="44351"/>
                  </a:lnTo>
                  <a:lnTo>
                    <a:pt x="6185687" y="43921"/>
                  </a:lnTo>
                  <a:lnTo>
                    <a:pt x="6185804" y="43921"/>
                  </a:lnTo>
                  <a:lnTo>
                    <a:pt x="6185922" y="43490"/>
                  </a:lnTo>
                  <a:lnTo>
                    <a:pt x="6186039" y="43490"/>
                  </a:lnTo>
                  <a:lnTo>
                    <a:pt x="6186275" y="43490"/>
                  </a:lnTo>
                  <a:lnTo>
                    <a:pt x="6186627" y="43490"/>
                  </a:lnTo>
                  <a:lnTo>
                    <a:pt x="6186745" y="43490"/>
                  </a:lnTo>
                  <a:lnTo>
                    <a:pt x="6186863" y="43490"/>
                  </a:lnTo>
                  <a:lnTo>
                    <a:pt x="6186980" y="43490"/>
                  </a:lnTo>
                  <a:lnTo>
                    <a:pt x="6187098" y="43490"/>
                  </a:lnTo>
                  <a:lnTo>
                    <a:pt x="6187216" y="43490"/>
                  </a:lnTo>
                  <a:lnTo>
                    <a:pt x="6187451" y="43490"/>
                  </a:lnTo>
                  <a:lnTo>
                    <a:pt x="6187568" y="43490"/>
                  </a:lnTo>
                  <a:lnTo>
                    <a:pt x="6187921" y="43490"/>
                  </a:lnTo>
                  <a:lnTo>
                    <a:pt x="6188156" y="43490"/>
                  </a:lnTo>
                  <a:lnTo>
                    <a:pt x="6188274" y="43490"/>
                  </a:lnTo>
                  <a:lnTo>
                    <a:pt x="6188274" y="43060"/>
                  </a:lnTo>
                  <a:lnTo>
                    <a:pt x="6188392" y="43060"/>
                  </a:lnTo>
                  <a:lnTo>
                    <a:pt x="6188509" y="43060"/>
                  </a:lnTo>
                  <a:lnTo>
                    <a:pt x="6188627" y="43060"/>
                  </a:lnTo>
                  <a:lnTo>
                    <a:pt x="6188745" y="43060"/>
                  </a:lnTo>
                  <a:lnTo>
                    <a:pt x="6188862" y="43060"/>
                  </a:lnTo>
                  <a:lnTo>
                    <a:pt x="6188980" y="43060"/>
                  </a:lnTo>
                  <a:lnTo>
                    <a:pt x="6189097" y="43060"/>
                  </a:lnTo>
                  <a:lnTo>
                    <a:pt x="6189333" y="43060"/>
                  </a:lnTo>
                  <a:lnTo>
                    <a:pt x="6190391" y="43060"/>
                  </a:lnTo>
                  <a:lnTo>
                    <a:pt x="6190509" y="43060"/>
                  </a:lnTo>
                  <a:lnTo>
                    <a:pt x="6190626" y="43060"/>
                  </a:lnTo>
                  <a:lnTo>
                    <a:pt x="6190862" y="43060"/>
                  </a:lnTo>
                  <a:lnTo>
                    <a:pt x="6190979" y="43060"/>
                  </a:lnTo>
                  <a:lnTo>
                    <a:pt x="6191097" y="43060"/>
                  </a:lnTo>
                  <a:lnTo>
                    <a:pt x="6191214" y="43060"/>
                  </a:lnTo>
                  <a:lnTo>
                    <a:pt x="6191214" y="42629"/>
                  </a:lnTo>
                  <a:lnTo>
                    <a:pt x="6191567" y="42629"/>
                  </a:lnTo>
                  <a:lnTo>
                    <a:pt x="6191802" y="42629"/>
                  </a:lnTo>
                  <a:lnTo>
                    <a:pt x="6191920" y="42629"/>
                  </a:lnTo>
                  <a:lnTo>
                    <a:pt x="6192038" y="42629"/>
                  </a:lnTo>
                  <a:lnTo>
                    <a:pt x="6192038" y="42198"/>
                  </a:lnTo>
                  <a:lnTo>
                    <a:pt x="6192273" y="42198"/>
                  </a:lnTo>
                  <a:lnTo>
                    <a:pt x="6192391" y="42198"/>
                  </a:lnTo>
                  <a:lnTo>
                    <a:pt x="6192508" y="42198"/>
                  </a:lnTo>
                  <a:lnTo>
                    <a:pt x="6192979" y="42198"/>
                  </a:lnTo>
                  <a:lnTo>
                    <a:pt x="6193331" y="42198"/>
                  </a:lnTo>
                  <a:lnTo>
                    <a:pt x="6193449" y="42198"/>
                  </a:lnTo>
                  <a:lnTo>
                    <a:pt x="6193684" y="42198"/>
                  </a:lnTo>
                  <a:lnTo>
                    <a:pt x="6193802" y="42198"/>
                  </a:lnTo>
                  <a:lnTo>
                    <a:pt x="6194155" y="41768"/>
                  </a:lnTo>
                  <a:lnTo>
                    <a:pt x="6194272" y="41768"/>
                  </a:lnTo>
                  <a:lnTo>
                    <a:pt x="6194390" y="41768"/>
                  </a:lnTo>
                  <a:lnTo>
                    <a:pt x="6194743" y="41337"/>
                  </a:lnTo>
                  <a:lnTo>
                    <a:pt x="6194978" y="41337"/>
                  </a:lnTo>
                  <a:lnTo>
                    <a:pt x="6195096" y="40907"/>
                  </a:lnTo>
                  <a:lnTo>
                    <a:pt x="6195213" y="40907"/>
                  </a:lnTo>
                  <a:lnTo>
                    <a:pt x="6195331" y="40907"/>
                  </a:lnTo>
                  <a:lnTo>
                    <a:pt x="6195566" y="40476"/>
                  </a:lnTo>
                  <a:lnTo>
                    <a:pt x="6195684" y="40476"/>
                  </a:lnTo>
                  <a:lnTo>
                    <a:pt x="6195801" y="40476"/>
                  </a:lnTo>
                  <a:lnTo>
                    <a:pt x="6195919" y="40476"/>
                  </a:lnTo>
                  <a:lnTo>
                    <a:pt x="6196037" y="40476"/>
                  </a:lnTo>
                  <a:lnTo>
                    <a:pt x="6196154" y="40476"/>
                  </a:lnTo>
                  <a:lnTo>
                    <a:pt x="6196272" y="40476"/>
                  </a:lnTo>
                  <a:lnTo>
                    <a:pt x="6196389" y="40476"/>
                  </a:lnTo>
                  <a:lnTo>
                    <a:pt x="6196625" y="40476"/>
                  </a:lnTo>
                  <a:lnTo>
                    <a:pt x="6196742" y="40476"/>
                  </a:lnTo>
                  <a:lnTo>
                    <a:pt x="6196860" y="40476"/>
                  </a:lnTo>
                  <a:lnTo>
                    <a:pt x="6197095" y="40476"/>
                  </a:lnTo>
                  <a:lnTo>
                    <a:pt x="6197213" y="40476"/>
                  </a:lnTo>
                  <a:lnTo>
                    <a:pt x="6197448" y="40476"/>
                  </a:lnTo>
                  <a:lnTo>
                    <a:pt x="6197566" y="40476"/>
                  </a:lnTo>
                  <a:lnTo>
                    <a:pt x="6198036" y="40476"/>
                  </a:lnTo>
                  <a:lnTo>
                    <a:pt x="6198154" y="39615"/>
                  </a:lnTo>
                  <a:lnTo>
                    <a:pt x="6198271" y="39615"/>
                  </a:lnTo>
                  <a:lnTo>
                    <a:pt x="6198624" y="39615"/>
                  </a:lnTo>
                  <a:lnTo>
                    <a:pt x="6198742" y="39615"/>
                  </a:lnTo>
                  <a:lnTo>
                    <a:pt x="6198859" y="39615"/>
                  </a:lnTo>
                  <a:lnTo>
                    <a:pt x="6199095" y="39615"/>
                  </a:lnTo>
                  <a:lnTo>
                    <a:pt x="6199212" y="39615"/>
                  </a:lnTo>
                  <a:lnTo>
                    <a:pt x="6199447" y="39615"/>
                  </a:lnTo>
                  <a:lnTo>
                    <a:pt x="6199565" y="39615"/>
                  </a:lnTo>
                  <a:lnTo>
                    <a:pt x="6199683" y="39615"/>
                  </a:lnTo>
                  <a:lnTo>
                    <a:pt x="6200035" y="39615"/>
                  </a:lnTo>
                  <a:lnTo>
                    <a:pt x="6200271" y="39615"/>
                  </a:lnTo>
                  <a:lnTo>
                    <a:pt x="6200506" y="39615"/>
                  </a:lnTo>
                  <a:lnTo>
                    <a:pt x="6200624" y="39615"/>
                  </a:lnTo>
                  <a:lnTo>
                    <a:pt x="6200741" y="39615"/>
                  </a:lnTo>
                  <a:lnTo>
                    <a:pt x="6200741" y="39184"/>
                  </a:lnTo>
                  <a:lnTo>
                    <a:pt x="6201212" y="39184"/>
                  </a:lnTo>
                  <a:lnTo>
                    <a:pt x="6201329" y="39184"/>
                  </a:lnTo>
                  <a:lnTo>
                    <a:pt x="6201447" y="39184"/>
                  </a:lnTo>
                  <a:lnTo>
                    <a:pt x="6201564" y="38754"/>
                  </a:lnTo>
                  <a:lnTo>
                    <a:pt x="6201682" y="38754"/>
                  </a:lnTo>
                  <a:lnTo>
                    <a:pt x="6201800" y="38754"/>
                  </a:lnTo>
                  <a:lnTo>
                    <a:pt x="6202153" y="38754"/>
                  </a:lnTo>
                  <a:lnTo>
                    <a:pt x="6202270" y="38754"/>
                  </a:lnTo>
                  <a:lnTo>
                    <a:pt x="6202388" y="38754"/>
                  </a:lnTo>
                  <a:lnTo>
                    <a:pt x="6202623" y="38754"/>
                  </a:lnTo>
                  <a:lnTo>
                    <a:pt x="6202741" y="38754"/>
                  </a:lnTo>
                  <a:lnTo>
                    <a:pt x="6202858" y="38323"/>
                  </a:lnTo>
                  <a:lnTo>
                    <a:pt x="6203093" y="37892"/>
                  </a:lnTo>
                  <a:lnTo>
                    <a:pt x="6203211" y="37892"/>
                  </a:lnTo>
                  <a:lnTo>
                    <a:pt x="6203329" y="37892"/>
                  </a:lnTo>
                  <a:lnTo>
                    <a:pt x="6203682" y="37892"/>
                  </a:lnTo>
                  <a:lnTo>
                    <a:pt x="6204152" y="37892"/>
                  </a:lnTo>
                  <a:lnTo>
                    <a:pt x="6204622" y="37892"/>
                  </a:lnTo>
                  <a:lnTo>
                    <a:pt x="6204858" y="37892"/>
                  </a:lnTo>
                  <a:lnTo>
                    <a:pt x="6204975" y="37892"/>
                  </a:lnTo>
                  <a:lnTo>
                    <a:pt x="6205093" y="37892"/>
                  </a:lnTo>
                  <a:lnTo>
                    <a:pt x="6205211" y="37892"/>
                  </a:lnTo>
                  <a:lnTo>
                    <a:pt x="6205328" y="37892"/>
                  </a:lnTo>
                  <a:lnTo>
                    <a:pt x="6205446" y="37892"/>
                  </a:lnTo>
                  <a:lnTo>
                    <a:pt x="6205799" y="37892"/>
                  </a:lnTo>
                  <a:lnTo>
                    <a:pt x="6206034" y="37892"/>
                  </a:lnTo>
                  <a:lnTo>
                    <a:pt x="6206269" y="37892"/>
                  </a:lnTo>
                  <a:lnTo>
                    <a:pt x="6206504" y="37892"/>
                  </a:lnTo>
                  <a:lnTo>
                    <a:pt x="6206622" y="37892"/>
                  </a:lnTo>
                  <a:lnTo>
                    <a:pt x="6206739" y="37892"/>
                  </a:lnTo>
                  <a:lnTo>
                    <a:pt x="6206857" y="37892"/>
                  </a:lnTo>
                  <a:lnTo>
                    <a:pt x="6206975" y="37892"/>
                  </a:lnTo>
                  <a:lnTo>
                    <a:pt x="6207092" y="37892"/>
                  </a:lnTo>
                  <a:lnTo>
                    <a:pt x="6207328" y="37892"/>
                  </a:lnTo>
                  <a:lnTo>
                    <a:pt x="6207445" y="37892"/>
                  </a:lnTo>
                  <a:lnTo>
                    <a:pt x="6207563" y="37892"/>
                  </a:lnTo>
                  <a:lnTo>
                    <a:pt x="6207798" y="37892"/>
                  </a:lnTo>
                  <a:lnTo>
                    <a:pt x="6208621" y="37462"/>
                  </a:lnTo>
                  <a:lnTo>
                    <a:pt x="6208739" y="37462"/>
                  </a:lnTo>
                  <a:lnTo>
                    <a:pt x="6208857" y="37462"/>
                  </a:lnTo>
                  <a:lnTo>
                    <a:pt x="6209209" y="37462"/>
                  </a:lnTo>
                  <a:lnTo>
                    <a:pt x="6209327" y="37462"/>
                  </a:lnTo>
                  <a:lnTo>
                    <a:pt x="6209445" y="37462"/>
                  </a:lnTo>
                  <a:lnTo>
                    <a:pt x="6209445" y="37031"/>
                  </a:lnTo>
                  <a:lnTo>
                    <a:pt x="6209562" y="37031"/>
                  </a:lnTo>
                  <a:lnTo>
                    <a:pt x="6209797" y="37031"/>
                  </a:lnTo>
                  <a:lnTo>
                    <a:pt x="6210033" y="37031"/>
                  </a:lnTo>
                  <a:lnTo>
                    <a:pt x="6210150" y="37031"/>
                  </a:lnTo>
                  <a:lnTo>
                    <a:pt x="6210268" y="37031"/>
                  </a:lnTo>
                  <a:lnTo>
                    <a:pt x="6210386" y="36170"/>
                  </a:lnTo>
                  <a:lnTo>
                    <a:pt x="6210503" y="36170"/>
                  </a:lnTo>
                  <a:lnTo>
                    <a:pt x="6210621" y="36170"/>
                  </a:lnTo>
                  <a:lnTo>
                    <a:pt x="6210856" y="36170"/>
                  </a:lnTo>
                  <a:lnTo>
                    <a:pt x="6210856" y="35739"/>
                  </a:lnTo>
                  <a:lnTo>
                    <a:pt x="6210974" y="35739"/>
                  </a:lnTo>
                  <a:lnTo>
                    <a:pt x="6211209" y="35739"/>
                  </a:lnTo>
                  <a:lnTo>
                    <a:pt x="6211326" y="35739"/>
                  </a:lnTo>
                  <a:lnTo>
                    <a:pt x="6211444" y="35739"/>
                  </a:lnTo>
                  <a:lnTo>
                    <a:pt x="6211915" y="35739"/>
                  </a:lnTo>
                  <a:lnTo>
                    <a:pt x="6212032" y="35739"/>
                  </a:lnTo>
                  <a:lnTo>
                    <a:pt x="6212150" y="35739"/>
                  </a:lnTo>
                  <a:lnTo>
                    <a:pt x="6212620" y="35739"/>
                  </a:lnTo>
                  <a:lnTo>
                    <a:pt x="6212738" y="35739"/>
                  </a:lnTo>
                  <a:lnTo>
                    <a:pt x="6212738" y="35309"/>
                  </a:lnTo>
                  <a:lnTo>
                    <a:pt x="6212855" y="35309"/>
                  </a:lnTo>
                  <a:lnTo>
                    <a:pt x="6212973" y="35309"/>
                  </a:lnTo>
                  <a:lnTo>
                    <a:pt x="6213326" y="35309"/>
                  </a:lnTo>
                  <a:lnTo>
                    <a:pt x="6213561" y="35309"/>
                  </a:lnTo>
                  <a:lnTo>
                    <a:pt x="6213679" y="35309"/>
                  </a:lnTo>
                  <a:lnTo>
                    <a:pt x="6213796" y="35309"/>
                  </a:lnTo>
                  <a:lnTo>
                    <a:pt x="6213796" y="34878"/>
                  </a:lnTo>
                  <a:lnTo>
                    <a:pt x="6213914" y="34878"/>
                  </a:lnTo>
                  <a:lnTo>
                    <a:pt x="6214149" y="34878"/>
                  </a:lnTo>
                  <a:lnTo>
                    <a:pt x="6214267" y="34878"/>
                  </a:lnTo>
                  <a:lnTo>
                    <a:pt x="6214267" y="34448"/>
                  </a:lnTo>
                  <a:lnTo>
                    <a:pt x="6214384" y="34448"/>
                  </a:lnTo>
                  <a:lnTo>
                    <a:pt x="6214620" y="34448"/>
                  </a:lnTo>
                  <a:lnTo>
                    <a:pt x="6214737" y="34448"/>
                  </a:lnTo>
                  <a:lnTo>
                    <a:pt x="6215208" y="34448"/>
                  </a:lnTo>
                  <a:lnTo>
                    <a:pt x="6215443" y="34017"/>
                  </a:lnTo>
                  <a:lnTo>
                    <a:pt x="6216031" y="33586"/>
                  </a:lnTo>
                  <a:lnTo>
                    <a:pt x="6216149" y="33586"/>
                  </a:lnTo>
                  <a:lnTo>
                    <a:pt x="6216266" y="33586"/>
                  </a:lnTo>
                  <a:lnTo>
                    <a:pt x="6216384" y="33586"/>
                  </a:lnTo>
                  <a:lnTo>
                    <a:pt x="6216501" y="33586"/>
                  </a:lnTo>
                  <a:lnTo>
                    <a:pt x="6216737" y="33586"/>
                  </a:lnTo>
                  <a:lnTo>
                    <a:pt x="6216854" y="33586"/>
                  </a:lnTo>
                  <a:lnTo>
                    <a:pt x="6216972" y="33156"/>
                  </a:lnTo>
                  <a:lnTo>
                    <a:pt x="6217090" y="33156"/>
                  </a:lnTo>
                  <a:lnTo>
                    <a:pt x="6217207" y="32725"/>
                  </a:lnTo>
                  <a:lnTo>
                    <a:pt x="6217325" y="32725"/>
                  </a:lnTo>
                  <a:lnTo>
                    <a:pt x="6217442" y="32725"/>
                  </a:lnTo>
                  <a:lnTo>
                    <a:pt x="6217560" y="32725"/>
                  </a:lnTo>
                  <a:lnTo>
                    <a:pt x="6217678" y="32725"/>
                  </a:lnTo>
                  <a:lnTo>
                    <a:pt x="6217795" y="32725"/>
                  </a:lnTo>
                  <a:lnTo>
                    <a:pt x="6218030" y="32725"/>
                  </a:lnTo>
                  <a:lnTo>
                    <a:pt x="6218148" y="32725"/>
                  </a:lnTo>
                  <a:lnTo>
                    <a:pt x="6218148" y="32295"/>
                  </a:lnTo>
                  <a:lnTo>
                    <a:pt x="6218266" y="32295"/>
                  </a:lnTo>
                  <a:lnTo>
                    <a:pt x="6218383" y="32295"/>
                  </a:lnTo>
                  <a:lnTo>
                    <a:pt x="6218619" y="32295"/>
                  </a:lnTo>
                  <a:lnTo>
                    <a:pt x="6218854" y="32295"/>
                  </a:lnTo>
                  <a:lnTo>
                    <a:pt x="6218971" y="32295"/>
                  </a:lnTo>
                  <a:lnTo>
                    <a:pt x="6219089" y="32295"/>
                  </a:lnTo>
                  <a:lnTo>
                    <a:pt x="6219207" y="32295"/>
                  </a:lnTo>
                  <a:lnTo>
                    <a:pt x="6219207" y="31864"/>
                  </a:lnTo>
                  <a:lnTo>
                    <a:pt x="6219324" y="31864"/>
                  </a:lnTo>
                  <a:lnTo>
                    <a:pt x="6219442" y="31864"/>
                  </a:lnTo>
                  <a:lnTo>
                    <a:pt x="6219677" y="31864"/>
                  </a:lnTo>
                  <a:lnTo>
                    <a:pt x="6219795" y="31864"/>
                  </a:lnTo>
                  <a:lnTo>
                    <a:pt x="6220030" y="31864"/>
                  </a:lnTo>
                  <a:lnTo>
                    <a:pt x="6220148" y="31864"/>
                  </a:lnTo>
                  <a:lnTo>
                    <a:pt x="6220265" y="31864"/>
                  </a:lnTo>
                  <a:lnTo>
                    <a:pt x="6220383" y="31864"/>
                  </a:lnTo>
                  <a:lnTo>
                    <a:pt x="6220383" y="31433"/>
                  </a:lnTo>
                  <a:lnTo>
                    <a:pt x="6220618" y="31433"/>
                  </a:lnTo>
                  <a:lnTo>
                    <a:pt x="6220736" y="31433"/>
                  </a:lnTo>
                  <a:lnTo>
                    <a:pt x="6220853" y="31433"/>
                  </a:lnTo>
                  <a:lnTo>
                    <a:pt x="6221088" y="31433"/>
                  </a:lnTo>
                  <a:lnTo>
                    <a:pt x="6221324" y="31433"/>
                  </a:lnTo>
                  <a:lnTo>
                    <a:pt x="6221441" y="31433"/>
                  </a:lnTo>
                  <a:lnTo>
                    <a:pt x="6221559" y="31433"/>
                  </a:lnTo>
                  <a:lnTo>
                    <a:pt x="6221912" y="31433"/>
                  </a:lnTo>
                  <a:lnTo>
                    <a:pt x="6222029" y="31433"/>
                  </a:lnTo>
                  <a:lnTo>
                    <a:pt x="6222147" y="31433"/>
                  </a:lnTo>
                  <a:lnTo>
                    <a:pt x="6222265" y="31433"/>
                  </a:lnTo>
                  <a:lnTo>
                    <a:pt x="6222382" y="31433"/>
                  </a:lnTo>
                  <a:lnTo>
                    <a:pt x="6222500" y="31433"/>
                  </a:lnTo>
                  <a:lnTo>
                    <a:pt x="6222617" y="31433"/>
                  </a:lnTo>
                  <a:lnTo>
                    <a:pt x="6222735" y="31433"/>
                  </a:lnTo>
                  <a:lnTo>
                    <a:pt x="6222853" y="31433"/>
                  </a:lnTo>
                  <a:lnTo>
                    <a:pt x="6222970" y="31433"/>
                  </a:lnTo>
                  <a:lnTo>
                    <a:pt x="6223088" y="31003"/>
                  </a:lnTo>
                  <a:lnTo>
                    <a:pt x="6223441" y="31003"/>
                  </a:lnTo>
                  <a:lnTo>
                    <a:pt x="6223558" y="31003"/>
                  </a:lnTo>
                  <a:lnTo>
                    <a:pt x="6223911" y="31003"/>
                  </a:lnTo>
                  <a:lnTo>
                    <a:pt x="6224029" y="31003"/>
                  </a:lnTo>
                  <a:lnTo>
                    <a:pt x="6224146" y="31003"/>
                  </a:lnTo>
                  <a:lnTo>
                    <a:pt x="6224264" y="31003"/>
                  </a:lnTo>
                  <a:lnTo>
                    <a:pt x="6224382" y="31003"/>
                  </a:lnTo>
                  <a:lnTo>
                    <a:pt x="6224499" y="31003"/>
                  </a:lnTo>
                  <a:lnTo>
                    <a:pt x="6224617" y="31003"/>
                  </a:lnTo>
                  <a:lnTo>
                    <a:pt x="6224852" y="31003"/>
                  </a:lnTo>
                  <a:lnTo>
                    <a:pt x="6225205" y="31003"/>
                  </a:lnTo>
                  <a:lnTo>
                    <a:pt x="6225323" y="31003"/>
                  </a:lnTo>
                  <a:lnTo>
                    <a:pt x="6225558" y="31003"/>
                  </a:lnTo>
                  <a:lnTo>
                    <a:pt x="6225675" y="31003"/>
                  </a:lnTo>
                  <a:lnTo>
                    <a:pt x="6225793" y="30572"/>
                  </a:lnTo>
                  <a:lnTo>
                    <a:pt x="6226263" y="30572"/>
                  </a:lnTo>
                  <a:lnTo>
                    <a:pt x="6226381" y="30572"/>
                  </a:lnTo>
                  <a:lnTo>
                    <a:pt x="6226499" y="30572"/>
                  </a:lnTo>
                  <a:lnTo>
                    <a:pt x="6226734" y="30572"/>
                  </a:lnTo>
                  <a:lnTo>
                    <a:pt x="6226734" y="30142"/>
                  </a:lnTo>
                  <a:lnTo>
                    <a:pt x="6226852" y="30142"/>
                  </a:lnTo>
                  <a:lnTo>
                    <a:pt x="6226969" y="30142"/>
                  </a:lnTo>
                  <a:lnTo>
                    <a:pt x="6227087" y="30142"/>
                  </a:lnTo>
                  <a:lnTo>
                    <a:pt x="6227322" y="30142"/>
                  </a:lnTo>
                  <a:lnTo>
                    <a:pt x="6227557" y="30142"/>
                  </a:lnTo>
                  <a:lnTo>
                    <a:pt x="6227675" y="30142"/>
                  </a:lnTo>
                  <a:lnTo>
                    <a:pt x="6227910" y="29711"/>
                  </a:lnTo>
                  <a:lnTo>
                    <a:pt x="6228028" y="29711"/>
                  </a:lnTo>
                  <a:lnTo>
                    <a:pt x="6228145" y="29711"/>
                  </a:lnTo>
                  <a:lnTo>
                    <a:pt x="6228145" y="29280"/>
                  </a:lnTo>
                  <a:lnTo>
                    <a:pt x="6228263" y="29280"/>
                  </a:lnTo>
                  <a:lnTo>
                    <a:pt x="6228263" y="28850"/>
                  </a:lnTo>
                  <a:lnTo>
                    <a:pt x="6228381" y="28850"/>
                  </a:lnTo>
                  <a:lnTo>
                    <a:pt x="6228616" y="28850"/>
                  </a:lnTo>
                  <a:lnTo>
                    <a:pt x="6229086" y="28850"/>
                  </a:lnTo>
                  <a:lnTo>
                    <a:pt x="6229204" y="28850"/>
                  </a:lnTo>
                  <a:lnTo>
                    <a:pt x="6229439" y="28850"/>
                  </a:lnTo>
                  <a:lnTo>
                    <a:pt x="6229557" y="28850"/>
                  </a:lnTo>
                  <a:lnTo>
                    <a:pt x="6229792" y="28850"/>
                  </a:lnTo>
                  <a:lnTo>
                    <a:pt x="6229909" y="28850"/>
                  </a:lnTo>
                  <a:lnTo>
                    <a:pt x="6230145" y="28850"/>
                  </a:lnTo>
                  <a:lnTo>
                    <a:pt x="6230262" y="28850"/>
                  </a:lnTo>
                  <a:lnTo>
                    <a:pt x="6230380" y="28850"/>
                  </a:lnTo>
                  <a:lnTo>
                    <a:pt x="6230733" y="28850"/>
                  </a:lnTo>
                  <a:lnTo>
                    <a:pt x="6230850" y="28850"/>
                  </a:lnTo>
                  <a:lnTo>
                    <a:pt x="6230968" y="28850"/>
                  </a:lnTo>
                  <a:lnTo>
                    <a:pt x="6231086" y="28850"/>
                  </a:lnTo>
                  <a:lnTo>
                    <a:pt x="6231321" y="28850"/>
                  </a:lnTo>
                  <a:lnTo>
                    <a:pt x="6231556" y="28850"/>
                  </a:lnTo>
                  <a:lnTo>
                    <a:pt x="6231791" y="28850"/>
                  </a:lnTo>
                  <a:lnTo>
                    <a:pt x="6231909" y="28419"/>
                  </a:lnTo>
                  <a:lnTo>
                    <a:pt x="6232027" y="28419"/>
                  </a:lnTo>
                  <a:lnTo>
                    <a:pt x="6232144" y="28419"/>
                  </a:lnTo>
                  <a:lnTo>
                    <a:pt x="6232379" y="28419"/>
                  </a:lnTo>
                  <a:lnTo>
                    <a:pt x="6232850" y="28419"/>
                  </a:lnTo>
                  <a:lnTo>
                    <a:pt x="6232967" y="28419"/>
                  </a:lnTo>
                  <a:lnTo>
                    <a:pt x="6233085" y="28419"/>
                  </a:lnTo>
                  <a:lnTo>
                    <a:pt x="6233203" y="28419"/>
                  </a:lnTo>
                  <a:lnTo>
                    <a:pt x="6233320" y="27989"/>
                  </a:lnTo>
                  <a:lnTo>
                    <a:pt x="6233438" y="27989"/>
                  </a:lnTo>
                  <a:lnTo>
                    <a:pt x="6233556" y="27989"/>
                  </a:lnTo>
                  <a:lnTo>
                    <a:pt x="6233673" y="27989"/>
                  </a:lnTo>
                  <a:lnTo>
                    <a:pt x="6233791" y="27989"/>
                  </a:lnTo>
                  <a:lnTo>
                    <a:pt x="6233908" y="27989"/>
                  </a:lnTo>
                  <a:lnTo>
                    <a:pt x="6234026" y="27989"/>
                  </a:lnTo>
                  <a:lnTo>
                    <a:pt x="6234144" y="27989"/>
                  </a:lnTo>
                  <a:lnTo>
                    <a:pt x="6234261" y="27989"/>
                  </a:lnTo>
                  <a:lnTo>
                    <a:pt x="6234849" y="27989"/>
                  </a:lnTo>
                  <a:lnTo>
                    <a:pt x="6234967" y="27989"/>
                  </a:lnTo>
                  <a:lnTo>
                    <a:pt x="6235085" y="27989"/>
                  </a:lnTo>
                  <a:lnTo>
                    <a:pt x="6235202" y="27989"/>
                  </a:lnTo>
                  <a:lnTo>
                    <a:pt x="6235320" y="27989"/>
                  </a:lnTo>
                  <a:lnTo>
                    <a:pt x="6235555" y="27989"/>
                  </a:lnTo>
                  <a:lnTo>
                    <a:pt x="6235790" y="27989"/>
                  </a:lnTo>
                  <a:lnTo>
                    <a:pt x="6235908" y="27989"/>
                  </a:lnTo>
                  <a:lnTo>
                    <a:pt x="6236025" y="27989"/>
                  </a:lnTo>
                  <a:lnTo>
                    <a:pt x="6236261" y="27989"/>
                  </a:lnTo>
                  <a:lnTo>
                    <a:pt x="6236378" y="27989"/>
                  </a:lnTo>
                  <a:lnTo>
                    <a:pt x="6236378" y="27558"/>
                  </a:lnTo>
                  <a:lnTo>
                    <a:pt x="6236496" y="27558"/>
                  </a:lnTo>
                  <a:lnTo>
                    <a:pt x="6236966" y="27127"/>
                  </a:lnTo>
                  <a:lnTo>
                    <a:pt x="6237319" y="27127"/>
                  </a:lnTo>
                  <a:lnTo>
                    <a:pt x="6237437" y="27127"/>
                  </a:lnTo>
                  <a:lnTo>
                    <a:pt x="6237554" y="27127"/>
                  </a:lnTo>
                  <a:lnTo>
                    <a:pt x="6237672" y="27127"/>
                  </a:lnTo>
                  <a:lnTo>
                    <a:pt x="6237790" y="27127"/>
                  </a:lnTo>
                  <a:lnTo>
                    <a:pt x="6237907" y="27127"/>
                  </a:lnTo>
                  <a:lnTo>
                    <a:pt x="6238025" y="27127"/>
                  </a:lnTo>
                  <a:lnTo>
                    <a:pt x="6238378" y="27127"/>
                  </a:lnTo>
                  <a:lnTo>
                    <a:pt x="6238495" y="27127"/>
                  </a:lnTo>
                  <a:lnTo>
                    <a:pt x="6238613" y="27127"/>
                  </a:lnTo>
                  <a:lnTo>
                    <a:pt x="6238731" y="27127"/>
                  </a:lnTo>
                  <a:lnTo>
                    <a:pt x="6238848" y="27127"/>
                  </a:lnTo>
                  <a:lnTo>
                    <a:pt x="6238966" y="27127"/>
                  </a:lnTo>
                  <a:lnTo>
                    <a:pt x="6238966" y="26697"/>
                  </a:lnTo>
                  <a:lnTo>
                    <a:pt x="6239083" y="26697"/>
                  </a:lnTo>
                  <a:lnTo>
                    <a:pt x="6239201" y="26697"/>
                  </a:lnTo>
                  <a:lnTo>
                    <a:pt x="6239319" y="26697"/>
                  </a:lnTo>
                  <a:lnTo>
                    <a:pt x="6239554" y="26697"/>
                  </a:lnTo>
                  <a:lnTo>
                    <a:pt x="6239671" y="26697"/>
                  </a:lnTo>
                  <a:lnTo>
                    <a:pt x="6239789" y="26697"/>
                  </a:lnTo>
                  <a:lnTo>
                    <a:pt x="6239907" y="26697"/>
                  </a:lnTo>
                  <a:lnTo>
                    <a:pt x="6240024" y="26266"/>
                  </a:lnTo>
                  <a:lnTo>
                    <a:pt x="6240142" y="26266"/>
                  </a:lnTo>
                  <a:lnTo>
                    <a:pt x="6240260" y="25836"/>
                  </a:lnTo>
                  <a:lnTo>
                    <a:pt x="6240495" y="25836"/>
                  </a:lnTo>
                  <a:lnTo>
                    <a:pt x="6240730" y="25836"/>
                  </a:lnTo>
                  <a:lnTo>
                    <a:pt x="6241200" y="25405"/>
                  </a:lnTo>
                  <a:lnTo>
                    <a:pt x="6241318" y="25405"/>
                  </a:lnTo>
                  <a:lnTo>
                    <a:pt x="6241436" y="25405"/>
                  </a:lnTo>
                  <a:lnTo>
                    <a:pt x="6241553" y="25405"/>
                  </a:lnTo>
                  <a:lnTo>
                    <a:pt x="6241671" y="25405"/>
                  </a:lnTo>
                  <a:lnTo>
                    <a:pt x="6241906" y="25405"/>
                  </a:lnTo>
                  <a:lnTo>
                    <a:pt x="6242024" y="24544"/>
                  </a:lnTo>
                  <a:lnTo>
                    <a:pt x="6242141" y="24544"/>
                  </a:lnTo>
                  <a:lnTo>
                    <a:pt x="6242259" y="24544"/>
                  </a:lnTo>
                  <a:lnTo>
                    <a:pt x="6242377" y="24544"/>
                  </a:lnTo>
                  <a:lnTo>
                    <a:pt x="6242494" y="24544"/>
                  </a:lnTo>
                  <a:lnTo>
                    <a:pt x="6242494" y="24113"/>
                  </a:lnTo>
                  <a:lnTo>
                    <a:pt x="6242494" y="23683"/>
                  </a:lnTo>
                  <a:lnTo>
                    <a:pt x="6242494" y="23252"/>
                  </a:lnTo>
                  <a:lnTo>
                    <a:pt x="6242612" y="23252"/>
                  </a:lnTo>
                  <a:lnTo>
                    <a:pt x="6242729" y="23252"/>
                  </a:lnTo>
                  <a:lnTo>
                    <a:pt x="6242965" y="23252"/>
                  </a:lnTo>
                  <a:lnTo>
                    <a:pt x="6243082" y="23252"/>
                  </a:lnTo>
                  <a:lnTo>
                    <a:pt x="6243200" y="23252"/>
                  </a:lnTo>
                  <a:lnTo>
                    <a:pt x="6243200" y="22821"/>
                  </a:lnTo>
                  <a:lnTo>
                    <a:pt x="6243200" y="22391"/>
                  </a:lnTo>
                  <a:lnTo>
                    <a:pt x="6243435" y="22391"/>
                  </a:lnTo>
                  <a:lnTo>
                    <a:pt x="6243553" y="22391"/>
                  </a:lnTo>
                  <a:lnTo>
                    <a:pt x="6243670" y="22391"/>
                  </a:lnTo>
                  <a:lnTo>
                    <a:pt x="6243906" y="21960"/>
                  </a:lnTo>
                  <a:lnTo>
                    <a:pt x="6244023" y="21960"/>
                  </a:lnTo>
                  <a:lnTo>
                    <a:pt x="6244258" y="21960"/>
                  </a:lnTo>
                  <a:lnTo>
                    <a:pt x="6244376" y="21960"/>
                  </a:lnTo>
                  <a:lnTo>
                    <a:pt x="6244376" y="21530"/>
                  </a:lnTo>
                  <a:lnTo>
                    <a:pt x="6244494" y="21530"/>
                  </a:lnTo>
                  <a:lnTo>
                    <a:pt x="6244611" y="21530"/>
                  </a:lnTo>
                  <a:lnTo>
                    <a:pt x="6244729" y="21530"/>
                  </a:lnTo>
                  <a:lnTo>
                    <a:pt x="6244847" y="21530"/>
                  </a:lnTo>
                  <a:lnTo>
                    <a:pt x="6245082" y="21530"/>
                  </a:lnTo>
                  <a:lnTo>
                    <a:pt x="6245199" y="21530"/>
                  </a:lnTo>
                  <a:lnTo>
                    <a:pt x="6245317" y="21530"/>
                  </a:lnTo>
                  <a:lnTo>
                    <a:pt x="6245435" y="21530"/>
                  </a:lnTo>
                  <a:lnTo>
                    <a:pt x="6245552" y="21530"/>
                  </a:lnTo>
                  <a:lnTo>
                    <a:pt x="6245787" y="21530"/>
                  </a:lnTo>
                  <a:lnTo>
                    <a:pt x="6245787" y="21099"/>
                  </a:lnTo>
                  <a:lnTo>
                    <a:pt x="6246023" y="21099"/>
                  </a:lnTo>
                  <a:lnTo>
                    <a:pt x="6246140" y="21099"/>
                  </a:lnTo>
                  <a:lnTo>
                    <a:pt x="6246140" y="20668"/>
                  </a:lnTo>
                  <a:lnTo>
                    <a:pt x="6246258" y="20668"/>
                  </a:lnTo>
                  <a:lnTo>
                    <a:pt x="6246493" y="20668"/>
                  </a:lnTo>
                  <a:lnTo>
                    <a:pt x="6246611" y="20668"/>
                  </a:lnTo>
                  <a:lnTo>
                    <a:pt x="6246728" y="20668"/>
                  </a:lnTo>
                  <a:lnTo>
                    <a:pt x="6246846" y="20668"/>
                  </a:lnTo>
                  <a:lnTo>
                    <a:pt x="6247081" y="20668"/>
                  </a:lnTo>
                  <a:lnTo>
                    <a:pt x="6247316" y="20668"/>
                  </a:lnTo>
                  <a:lnTo>
                    <a:pt x="6247434" y="20668"/>
                  </a:lnTo>
                  <a:lnTo>
                    <a:pt x="6247552" y="20668"/>
                  </a:lnTo>
                  <a:lnTo>
                    <a:pt x="6247904" y="20668"/>
                  </a:lnTo>
                  <a:lnTo>
                    <a:pt x="6248022" y="20668"/>
                  </a:lnTo>
                  <a:lnTo>
                    <a:pt x="6248257" y="20668"/>
                  </a:lnTo>
                  <a:lnTo>
                    <a:pt x="6248375" y="20668"/>
                  </a:lnTo>
                  <a:lnTo>
                    <a:pt x="6248493" y="20668"/>
                  </a:lnTo>
                  <a:lnTo>
                    <a:pt x="6248610" y="20668"/>
                  </a:lnTo>
                  <a:lnTo>
                    <a:pt x="6248728" y="20668"/>
                  </a:lnTo>
                  <a:lnTo>
                    <a:pt x="6248845" y="20668"/>
                  </a:lnTo>
                  <a:lnTo>
                    <a:pt x="6248963" y="20668"/>
                  </a:lnTo>
                  <a:lnTo>
                    <a:pt x="6249198" y="20668"/>
                  </a:lnTo>
                  <a:lnTo>
                    <a:pt x="6249433" y="20668"/>
                  </a:lnTo>
                  <a:lnTo>
                    <a:pt x="6249551" y="20668"/>
                  </a:lnTo>
                  <a:lnTo>
                    <a:pt x="6249669" y="20668"/>
                  </a:lnTo>
                  <a:lnTo>
                    <a:pt x="6249786" y="20668"/>
                  </a:lnTo>
                  <a:lnTo>
                    <a:pt x="6250022" y="20668"/>
                  </a:lnTo>
                  <a:lnTo>
                    <a:pt x="6250139" y="19807"/>
                  </a:lnTo>
                  <a:lnTo>
                    <a:pt x="6250374" y="19807"/>
                  </a:lnTo>
                  <a:lnTo>
                    <a:pt x="6250610" y="19377"/>
                  </a:lnTo>
                  <a:lnTo>
                    <a:pt x="6250727" y="19377"/>
                  </a:lnTo>
                  <a:lnTo>
                    <a:pt x="6250962" y="18946"/>
                  </a:lnTo>
                  <a:lnTo>
                    <a:pt x="6251080" y="18946"/>
                  </a:lnTo>
                  <a:lnTo>
                    <a:pt x="6251315" y="18946"/>
                  </a:lnTo>
                  <a:lnTo>
                    <a:pt x="6251551" y="18946"/>
                  </a:lnTo>
                  <a:lnTo>
                    <a:pt x="6251668" y="18946"/>
                  </a:lnTo>
                  <a:lnTo>
                    <a:pt x="6251903" y="18946"/>
                  </a:lnTo>
                  <a:lnTo>
                    <a:pt x="6252139" y="18946"/>
                  </a:lnTo>
                  <a:lnTo>
                    <a:pt x="6252256" y="18946"/>
                  </a:lnTo>
                  <a:lnTo>
                    <a:pt x="6252374" y="18515"/>
                  </a:lnTo>
                  <a:lnTo>
                    <a:pt x="6252491" y="18515"/>
                  </a:lnTo>
                  <a:lnTo>
                    <a:pt x="6252609" y="18515"/>
                  </a:lnTo>
                  <a:lnTo>
                    <a:pt x="6252727" y="18515"/>
                  </a:lnTo>
                  <a:lnTo>
                    <a:pt x="6252844" y="18515"/>
                  </a:lnTo>
                  <a:lnTo>
                    <a:pt x="6252962" y="18515"/>
                  </a:lnTo>
                  <a:lnTo>
                    <a:pt x="6253197" y="18515"/>
                  </a:lnTo>
                  <a:lnTo>
                    <a:pt x="6253315" y="18515"/>
                  </a:lnTo>
                  <a:lnTo>
                    <a:pt x="6253315" y="18085"/>
                  </a:lnTo>
                  <a:lnTo>
                    <a:pt x="6253432" y="18085"/>
                  </a:lnTo>
                  <a:lnTo>
                    <a:pt x="6253903" y="18085"/>
                  </a:lnTo>
                  <a:lnTo>
                    <a:pt x="6254020" y="18085"/>
                  </a:lnTo>
                  <a:lnTo>
                    <a:pt x="6254138" y="18085"/>
                  </a:lnTo>
                  <a:lnTo>
                    <a:pt x="6254256" y="18085"/>
                  </a:lnTo>
                  <a:lnTo>
                    <a:pt x="6254373" y="18085"/>
                  </a:lnTo>
                  <a:lnTo>
                    <a:pt x="6254844" y="18085"/>
                  </a:lnTo>
                  <a:lnTo>
                    <a:pt x="6254961" y="18085"/>
                  </a:lnTo>
                  <a:lnTo>
                    <a:pt x="6255079" y="18085"/>
                  </a:lnTo>
                  <a:lnTo>
                    <a:pt x="6255197" y="18085"/>
                  </a:lnTo>
                  <a:lnTo>
                    <a:pt x="6255314" y="18085"/>
                  </a:lnTo>
                  <a:lnTo>
                    <a:pt x="6255432" y="18085"/>
                  </a:lnTo>
                  <a:lnTo>
                    <a:pt x="6255549" y="18085"/>
                  </a:lnTo>
                  <a:lnTo>
                    <a:pt x="6255667" y="18085"/>
                  </a:lnTo>
                  <a:lnTo>
                    <a:pt x="6255785" y="18085"/>
                  </a:lnTo>
                  <a:lnTo>
                    <a:pt x="6255902" y="18085"/>
                  </a:lnTo>
                  <a:lnTo>
                    <a:pt x="6256020" y="18085"/>
                  </a:lnTo>
                  <a:lnTo>
                    <a:pt x="6256137" y="18085"/>
                  </a:lnTo>
                  <a:lnTo>
                    <a:pt x="6256255" y="18085"/>
                  </a:lnTo>
                  <a:lnTo>
                    <a:pt x="6256490" y="18085"/>
                  </a:lnTo>
                  <a:lnTo>
                    <a:pt x="6256608" y="18085"/>
                  </a:lnTo>
                  <a:lnTo>
                    <a:pt x="6256843" y="18085"/>
                  </a:lnTo>
                  <a:lnTo>
                    <a:pt x="6256961" y="18085"/>
                  </a:lnTo>
                  <a:lnTo>
                    <a:pt x="6257078" y="18085"/>
                  </a:lnTo>
                  <a:lnTo>
                    <a:pt x="6257314" y="18085"/>
                  </a:lnTo>
                  <a:lnTo>
                    <a:pt x="6257549" y="18085"/>
                  </a:lnTo>
                  <a:lnTo>
                    <a:pt x="6257784" y="18085"/>
                  </a:lnTo>
                  <a:lnTo>
                    <a:pt x="6258019" y="18085"/>
                  </a:lnTo>
                  <a:lnTo>
                    <a:pt x="6258255" y="18085"/>
                  </a:lnTo>
                  <a:lnTo>
                    <a:pt x="6258607" y="18085"/>
                  </a:lnTo>
                  <a:lnTo>
                    <a:pt x="6258725" y="18085"/>
                  </a:lnTo>
                  <a:lnTo>
                    <a:pt x="6258843" y="18085"/>
                  </a:lnTo>
                  <a:lnTo>
                    <a:pt x="6258960" y="18085"/>
                  </a:lnTo>
                  <a:lnTo>
                    <a:pt x="6259078" y="18085"/>
                  </a:lnTo>
                  <a:lnTo>
                    <a:pt x="6260842" y="15932"/>
                  </a:lnTo>
                  <a:lnTo>
                    <a:pt x="6260960" y="15932"/>
                  </a:lnTo>
                  <a:lnTo>
                    <a:pt x="6261077" y="15932"/>
                  </a:lnTo>
                  <a:lnTo>
                    <a:pt x="6261195" y="15932"/>
                  </a:lnTo>
                  <a:lnTo>
                    <a:pt x="6261313" y="15932"/>
                  </a:lnTo>
                  <a:lnTo>
                    <a:pt x="6261430" y="15932"/>
                  </a:lnTo>
                  <a:lnTo>
                    <a:pt x="6261783" y="15932"/>
                  </a:lnTo>
                  <a:lnTo>
                    <a:pt x="6261901" y="15932"/>
                  </a:lnTo>
                  <a:lnTo>
                    <a:pt x="6262136" y="15932"/>
                  </a:lnTo>
                  <a:lnTo>
                    <a:pt x="6262253" y="15932"/>
                  </a:lnTo>
                  <a:lnTo>
                    <a:pt x="6262606" y="15932"/>
                  </a:lnTo>
                  <a:lnTo>
                    <a:pt x="6262724" y="15932"/>
                  </a:lnTo>
                  <a:lnTo>
                    <a:pt x="6263077" y="15932"/>
                  </a:lnTo>
                  <a:lnTo>
                    <a:pt x="6263194" y="15932"/>
                  </a:lnTo>
                  <a:lnTo>
                    <a:pt x="6263312" y="15932"/>
                  </a:lnTo>
                  <a:lnTo>
                    <a:pt x="6263430" y="15932"/>
                  </a:lnTo>
                  <a:lnTo>
                    <a:pt x="6263547" y="15932"/>
                  </a:lnTo>
                  <a:lnTo>
                    <a:pt x="6263665" y="15932"/>
                  </a:lnTo>
                  <a:lnTo>
                    <a:pt x="6263782" y="15932"/>
                  </a:lnTo>
                  <a:lnTo>
                    <a:pt x="6263900" y="15932"/>
                  </a:lnTo>
                  <a:lnTo>
                    <a:pt x="6264018" y="15932"/>
                  </a:lnTo>
                  <a:lnTo>
                    <a:pt x="6264135" y="15932"/>
                  </a:lnTo>
                  <a:lnTo>
                    <a:pt x="6264135" y="15501"/>
                  </a:lnTo>
                  <a:lnTo>
                    <a:pt x="6264253" y="15501"/>
                  </a:lnTo>
                  <a:lnTo>
                    <a:pt x="6264488" y="15501"/>
                  </a:lnTo>
                  <a:lnTo>
                    <a:pt x="6264606" y="15071"/>
                  </a:lnTo>
                  <a:lnTo>
                    <a:pt x="6264723" y="15071"/>
                  </a:lnTo>
                  <a:lnTo>
                    <a:pt x="6264959" y="15071"/>
                  </a:lnTo>
                  <a:lnTo>
                    <a:pt x="6265076" y="15071"/>
                  </a:lnTo>
                  <a:lnTo>
                    <a:pt x="6265194" y="15071"/>
                  </a:lnTo>
                  <a:lnTo>
                    <a:pt x="6265311" y="15071"/>
                  </a:lnTo>
                  <a:lnTo>
                    <a:pt x="6265429" y="15071"/>
                  </a:lnTo>
                  <a:lnTo>
                    <a:pt x="6265547" y="15071"/>
                  </a:lnTo>
                  <a:lnTo>
                    <a:pt x="6265782" y="15071"/>
                  </a:lnTo>
                  <a:lnTo>
                    <a:pt x="6266135" y="15071"/>
                  </a:lnTo>
                  <a:lnTo>
                    <a:pt x="6266252" y="15071"/>
                  </a:lnTo>
                  <a:lnTo>
                    <a:pt x="6266370" y="15071"/>
                  </a:lnTo>
                  <a:lnTo>
                    <a:pt x="6266488" y="15071"/>
                  </a:lnTo>
                  <a:lnTo>
                    <a:pt x="6266605" y="15071"/>
                  </a:lnTo>
                  <a:lnTo>
                    <a:pt x="6266605" y="14640"/>
                  </a:lnTo>
                  <a:lnTo>
                    <a:pt x="6266723" y="14640"/>
                  </a:lnTo>
                  <a:lnTo>
                    <a:pt x="6266840" y="14640"/>
                  </a:lnTo>
                  <a:lnTo>
                    <a:pt x="6266958" y="14640"/>
                  </a:lnTo>
                  <a:lnTo>
                    <a:pt x="6267076" y="14640"/>
                  </a:lnTo>
                  <a:lnTo>
                    <a:pt x="6267193" y="14640"/>
                  </a:lnTo>
                  <a:lnTo>
                    <a:pt x="6267428" y="14640"/>
                  </a:lnTo>
                  <a:lnTo>
                    <a:pt x="6267546" y="14640"/>
                  </a:lnTo>
                  <a:lnTo>
                    <a:pt x="6267546" y="14209"/>
                  </a:lnTo>
                  <a:lnTo>
                    <a:pt x="6267664" y="14209"/>
                  </a:lnTo>
                  <a:lnTo>
                    <a:pt x="6267899" y="14209"/>
                  </a:lnTo>
                  <a:lnTo>
                    <a:pt x="6268134" y="14209"/>
                  </a:lnTo>
                  <a:lnTo>
                    <a:pt x="6268252" y="14209"/>
                  </a:lnTo>
                  <a:lnTo>
                    <a:pt x="6268605" y="14209"/>
                  </a:lnTo>
                  <a:lnTo>
                    <a:pt x="6268722" y="14209"/>
                  </a:lnTo>
                  <a:lnTo>
                    <a:pt x="6268840" y="14209"/>
                  </a:lnTo>
                  <a:lnTo>
                    <a:pt x="6269075" y="14209"/>
                  </a:lnTo>
                  <a:lnTo>
                    <a:pt x="6269193" y="14209"/>
                  </a:lnTo>
                  <a:lnTo>
                    <a:pt x="6269310" y="14209"/>
                  </a:lnTo>
                  <a:lnTo>
                    <a:pt x="6269428" y="14209"/>
                  </a:lnTo>
                  <a:lnTo>
                    <a:pt x="6269663" y="14209"/>
                  </a:lnTo>
                  <a:lnTo>
                    <a:pt x="6269781" y="14209"/>
                  </a:lnTo>
                  <a:lnTo>
                    <a:pt x="6269898" y="14209"/>
                  </a:lnTo>
                  <a:lnTo>
                    <a:pt x="6270134" y="14209"/>
                  </a:lnTo>
                  <a:lnTo>
                    <a:pt x="6270369" y="14209"/>
                  </a:lnTo>
                  <a:lnTo>
                    <a:pt x="6270486" y="13779"/>
                  </a:lnTo>
                  <a:lnTo>
                    <a:pt x="6270604" y="13779"/>
                  </a:lnTo>
                  <a:lnTo>
                    <a:pt x="6270722" y="13779"/>
                  </a:lnTo>
                  <a:lnTo>
                    <a:pt x="6270839" y="13779"/>
                  </a:lnTo>
                  <a:lnTo>
                    <a:pt x="6271192" y="13779"/>
                  </a:lnTo>
                  <a:lnTo>
                    <a:pt x="6271192" y="13348"/>
                  </a:lnTo>
                  <a:lnTo>
                    <a:pt x="6271310" y="13348"/>
                  </a:lnTo>
                  <a:lnTo>
                    <a:pt x="6271427" y="13348"/>
                  </a:lnTo>
                  <a:lnTo>
                    <a:pt x="6271545" y="13348"/>
                  </a:lnTo>
                  <a:lnTo>
                    <a:pt x="6271663" y="13348"/>
                  </a:lnTo>
                  <a:lnTo>
                    <a:pt x="6271780" y="13348"/>
                  </a:lnTo>
                  <a:lnTo>
                    <a:pt x="6271898" y="13348"/>
                  </a:lnTo>
                  <a:lnTo>
                    <a:pt x="6272015" y="13348"/>
                  </a:lnTo>
                  <a:lnTo>
                    <a:pt x="6272133" y="13348"/>
                  </a:lnTo>
                  <a:lnTo>
                    <a:pt x="6272251" y="13348"/>
                  </a:lnTo>
                  <a:lnTo>
                    <a:pt x="6272486" y="13348"/>
                  </a:lnTo>
                  <a:lnTo>
                    <a:pt x="6272839" y="13348"/>
                  </a:lnTo>
                  <a:lnTo>
                    <a:pt x="6272956" y="13348"/>
                  </a:lnTo>
                  <a:lnTo>
                    <a:pt x="6273074" y="13348"/>
                  </a:lnTo>
                  <a:lnTo>
                    <a:pt x="6273192" y="13348"/>
                  </a:lnTo>
                  <a:lnTo>
                    <a:pt x="6273309" y="13348"/>
                  </a:lnTo>
                  <a:lnTo>
                    <a:pt x="6273427" y="13348"/>
                  </a:lnTo>
                  <a:lnTo>
                    <a:pt x="6273544" y="13348"/>
                  </a:lnTo>
                  <a:lnTo>
                    <a:pt x="6273780" y="13348"/>
                  </a:lnTo>
                  <a:lnTo>
                    <a:pt x="6273897" y="13348"/>
                  </a:lnTo>
                  <a:lnTo>
                    <a:pt x="6274015" y="13348"/>
                  </a:lnTo>
                  <a:lnTo>
                    <a:pt x="6274132" y="13348"/>
                  </a:lnTo>
                  <a:lnTo>
                    <a:pt x="6274368" y="13348"/>
                  </a:lnTo>
                  <a:lnTo>
                    <a:pt x="6274485" y="13348"/>
                  </a:lnTo>
                  <a:lnTo>
                    <a:pt x="6274721" y="13348"/>
                  </a:lnTo>
                  <a:lnTo>
                    <a:pt x="6274838" y="13348"/>
                  </a:lnTo>
                  <a:lnTo>
                    <a:pt x="6275073" y="13348"/>
                  </a:lnTo>
                  <a:lnTo>
                    <a:pt x="6275191" y="13348"/>
                  </a:lnTo>
                  <a:lnTo>
                    <a:pt x="6275309" y="13348"/>
                  </a:lnTo>
                  <a:lnTo>
                    <a:pt x="6275426" y="13348"/>
                  </a:lnTo>
                  <a:lnTo>
                    <a:pt x="6275661" y="13348"/>
                  </a:lnTo>
                  <a:lnTo>
                    <a:pt x="6275779" y="13348"/>
                  </a:lnTo>
                  <a:lnTo>
                    <a:pt x="6275897" y="13348"/>
                  </a:lnTo>
                  <a:lnTo>
                    <a:pt x="6276014" y="13348"/>
                  </a:lnTo>
                  <a:lnTo>
                    <a:pt x="6276250" y="13348"/>
                  </a:lnTo>
                  <a:lnTo>
                    <a:pt x="6276367" y="13348"/>
                  </a:lnTo>
                  <a:lnTo>
                    <a:pt x="6276485" y="13348"/>
                  </a:lnTo>
                  <a:lnTo>
                    <a:pt x="6276602" y="13348"/>
                  </a:lnTo>
                  <a:lnTo>
                    <a:pt x="6276838" y="13348"/>
                  </a:lnTo>
                  <a:lnTo>
                    <a:pt x="6276838" y="12918"/>
                  </a:lnTo>
                  <a:lnTo>
                    <a:pt x="6276955" y="12918"/>
                  </a:lnTo>
                  <a:lnTo>
                    <a:pt x="6277073" y="12918"/>
                  </a:lnTo>
                  <a:lnTo>
                    <a:pt x="6277308" y="12918"/>
                  </a:lnTo>
                  <a:lnTo>
                    <a:pt x="6277426" y="12918"/>
                  </a:lnTo>
                  <a:lnTo>
                    <a:pt x="6277543" y="12918"/>
                  </a:lnTo>
                  <a:lnTo>
                    <a:pt x="6277661" y="12918"/>
                  </a:lnTo>
                  <a:lnTo>
                    <a:pt x="6277779" y="12918"/>
                  </a:lnTo>
                  <a:lnTo>
                    <a:pt x="6277896" y="12918"/>
                  </a:lnTo>
                  <a:lnTo>
                    <a:pt x="6278014" y="12918"/>
                  </a:lnTo>
                  <a:lnTo>
                    <a:pt x="6278131" y="12918"/>
                  </a:lnTo>
                  <a:lnTo>
                    <a:pt x="6278249" y="12918"/>
                  </a:lnTo>
                  <a:lnTo>
                    <a:pt x="6278367" y="12918"/>
                  </a:lnTo>
                  <a:lnTo>
                    <a:pt x="6278484" y="12918"/>
                  </a:lnTo>
                  <a:lnTo>
                    <a:pt x="6278602" y="12918"/>
                  </a:lnTo>
                  <a:lnTo>
                    <a:pt x="6278719" y="12918"/>
                  </a:lnTo>
                  <a:lnTo>
                    <a:pt x="6278955" y="12918"/>
                  </a:lnTo>
                  <a:lnTo>
                    <a:pt x="6279072" y="12918"/>
                  </a:lnTo>
                  <a:lnTo>
                    <a:pt x="6279307" y="12918"/>
                  </a:lnTo>
                  <a:lnTo>
                    <a:pt x="6279425" y="12918"/>
                  </a:lnTo>
                  <a:lnTo>
                    <a:pt x="6279543" y="12918"/>
                  </a:lnTo>
                  <a:lnTo>
                    <a:pt x="6279660" y="12918"/>
                  </a:lnTo>
                  <a:lnTo>
                    <a:pt x="6279778" y="12918"/>
                  </a:lnTo>
                  <a:lnTo>
                    <a:pt x="6279896" y="12918"/>
                  </a:lnTo>
                  <a:lnTo>
                    <a:pt x="6280013" y="12918"/>
                  </a:lnTo>
                  <a:lnTo>
                    <a:pt x="6280366" y="12918"/>
                  </a:lnTo>
                  <a:lnTo>
                    <a:pt x="6280836" y="12918"/>
                  </a:lnTo>
                  <a:lnTo>
                    <a:pt x="6280954" y="12918"/>
                  </a:lnTo>
                  <a:lnTo>
                    <a:pt x="6281072" y="12918"/>
                  </a:lnTo>
                  <a:lnTo>
                    <a:pt x="6281189" y="12918"/>
                  </a:lnTo>
                  <a:lnTo>
                    <a:pt x="6281307" y="12918"/>
                  </a:lnTo>
                  <a:lnTo>
                    <a:pt x="6281425" y="12918"/>
                  </a:lnTo>
                  <a:lnTo>
                    <a:pt x="6281542" y="12918"/>
                  </a:lnTo>
                  <a:lnTo>
                    <a:pt x="6281660" y="12487"/>
                  </a:lnTo>
                  <a:lnTo>
                    <a:pt x="6281660" y="12056"/>
                  </a:lnTo>
                  <a:lnTo>
                    <a:pt x="6281895" y="12056"/>
                  </a:lnTo>
                  <a:lnTo>
                    <a:pt x="6282013" y="12056"/>
                  </a:lnTo>
                  <a:lnTo>
                    <a:pt x="6282130" y="12056"/>
                  </a:lnTo>
                  <a:lnTo>
                    <a:pt x="6282248" y="12056"/>
                  </a:lnTo>
                  <a:lnTo>
                    <a:pt x="6282365" y="12056"/>
                  </a:lnTo>
                  <a:lnTo>
                    <a:pt x="6282483" y="12056"/>
                  </a:lnTo>
                  <a:lnTo>
                    <a:pt x="6282601" y="12056"/>
                  </a:lnTo>
                  <a:lnTo>
                    <a:pt x="6282718" y="12056"/>
                  </a:lnTo>
                  <a:lnTo>
                    <a:pt x="6283071" y="12056"/>
                  </a:lnTo>
                  <a:lnTo>
                    <a:pt x="6283306" y="12056"/>
                  </a:lnTo>
                  <a:lnTo>
                    <a:pt x="6283542" y="12056"/>
                  </a:lnTo>
                  <a:lnTo>
                    <a:pt x="6283659" y="12056"/>
                  </a:lnTo>
                  <a:lnTo>
                    <a:pt x="6283777" y="12056"/>
                  </a:lnTo>
                  <a:lnTo>
                    <a:pt x="6283894" y="12056"/>
                  </a:lnTo>
                  <a:lnTo>
                    <a:pt x="6284012" y="12056"/>
                  </a:lnTo>
                  <a:lnTo>
                    <a:pt x="6284130" y="12056"/>
                  </a:lnTo>
                  <a:lnTo>
                    <a:pt x="6284483" y="12056"/>
                  </a:lnTo>
                  <a:lnTo>
                    <a:pt x="6284600" y="12056"/>
                  </a:lnTo>
                  <a:lnTo>
                    <a:pt x="6284718" y="12056"/>
                  </a:lnTo>
                  <a:lnTo>
                    <a:pt x="6284835" y="12056"/>
                  </a:lnTo>
                  <a:lnTo>
                    <a:pt x="6285071" y="12056"/>
                  </a:lnTo>
                  <a:lnTo>
                    <a:pt x="6285423" y="12056"/>
                  </a:lnTo>
                  <a:lnTo>
                    <a:pt x="6285541" y="12056"/>
                  </a:lnTo>
                  <a:lnTo>
                    <a:pt x="6285776" y="12056"/>
                  </a:lnTo>
                  <a:lnTo>
                    <a:pt x="6285894" y="12056"/>
                  </a:lnTo>
                  <a:lnTo>
                    <a:pt x="6286012" y="12056"/>
                  </a:lnTo>
                  <a:lnTo>
                    <a:pt x="6286247" y="12056"/>
                  </a:lnTo>
                  <a:lnTo>
                    <a:pt x="6286364" y="12056"/>
                  </a:lnTo>
                  <a:lnTo>
                    <a:pt x="6286482" y="12056"/>
                  </a:lnTo>
                  <a:lnTo>
                    <a:pt x="6286600" y="12056"/>
                  </a:lnTo>
                  <a:lnTo>
                    <a:pt x="6286717" y="11626"/>
                  </a:lnTo>
                  <a:lnTo>
                    <a:pt x="6286952" y="11626"/>
                  </a:lnTo>
                  <a:lnTo>
                    <a:pt x="6287188" y="11626"/>
                  </a:lnTo>
                  <a:lnTo>
                    <a:pt x="6287305" y="11626"/>
                  </a:lnTo>
                  <a:lnTo>
                    <a:pt x="6287423" y="11626"/>
                  </a:lnTo>
                  <a:lnTo>
                    <a:pt x="6287540" y="11626"/>
                  </a:lnTo>
                  <a:lnTo>
                    <a:pt x="6288246" y="11626"/>
                  </a:lnTo>
                  <a:lnTo>
                    <a:pt x="6288364" y="11626"/>
                  </a:lnTo>
                  <a:lnTo>
                    <a:pt x="6288481" y="11626"/>
                  </a:lnTo>
                  <a:lnTo>
                    <a:pt x="6288599" y="11626"/>
                  </a:lnTo>
                  <a:lnTo>
                    <a:pt x="6288717" y="11195"/>
                  </a:lnTo>
                  <a:lnTo>
                    <a:pt x="6288834" y="11195"/>
                  </a:lnTo>
                  <a:lnTo>
                    <a:pt x="6288952" y="11195"/>
                  </a:lnTo>
                  <a:lnTo>
                    <a:pt x="6289187" y="11195"/>
                  </a:lnTo>
                  <a:lnTo>
                    <a:pt x="6289305" y="11195"/>
                  </a:lnTo>
                  <a:lnTo>
                    <a:pt x="6289422" y="11195"/>
                  </a:lnTo>
                  <a:lnTo>
                    <a:pt x="6289658" y="11195"/>
                  </a:lnTo>
                  <a:lnTo>
                    <a:pt x="6289775" y="11195"/>
                  </a:lnTo>
                  <a:lnTo>
                    <a:pt x="6289893" y="11195"/>
                  </a:lnTo>
                  <a:lnTo>
                    <a:pt x="6290010" y="11195"/>
                  </a:lnTo>
                  <a:lnTo>
                    <a:pt x="6290128" y="11195"/>
                  </a:lnTo>
                  <a:lnTo>
                    <a:pt x="6290363" y="11195"/>
                  </a:lnTo>
                  <a:lnTo>
                    <a:pt x="6290481" y="11195"/>
                  </a:lnTo>
                  <a:lnTo>
                    <a:pt x="6290598" y="11195"/>
                  </a:lnTo>
                  <a:lnTo>
                    <a:pt x="6290716" y="11195"/>
                  </a:lnTo>
                  <a:lnTo>
                    <a:pt x="6290834" y="10765"/>
                  </a:lnTo>
                  <a:lnTo>
                    <a:pt x="6290951" y="10765"/>
                  </a:lnTo>
                  <a:lnTo>
                    <a:pt x="6291069" y="10765"/>
                  </a:lnTo>
                  <a:lnTo>
                    <a:pt x="6291187" y="10765"/>
                  </a:lnTo>
                  <a:lnTo>
                    <a:pt x="6291422" y="10765"/>
                  </a:lnTo>
                  <a:lnTo>
                    <a:pt x="6291422" y="10334"/>
                  </a:lnTo>
                  <a:lnTo>
                    <a:pt x="6291892" y="10334"/>
                  </a:lnTo>
                  <a:lnTo>
                    <a:pt x="6292010" y="10334"/>
                  </a:lnTo>
                  <a:lnTo>
                    <a:pt x="6292127" y="10334"/>
                  </a:lnTo>
                  <a:lnTo>
                    <a:pt x="6292480" y="9903"/>
                  </a:lnTo>
                  <a:lnTo>
                    <a:pt x="6292598" y="9903"/>
                  </a:lnTo>
                  <a:lnTo>
                    <a:pt x="6292716" y="9903"/>
                  </a:lnTo>
                  <a:lnTo>
                    <a:pt x="6292833" y="9903"/>
                  </a:lnTo>
                  <a:lnTo>
                    <a:pt x="6292951" y="9903"/>
                  </a:lnTo>
                  <a:lnTo>
                    <a:pt x="6293068" y="9903"/>
                  </a:lnTo>
                  <a:lnTo>
                    <a:pt x="6293186" y="9903"/>
                  </a:lnTo>
                  <a:lnTo>
                    <a:pt x="6293304" y="9903"/>
                  </a:lnTo>
                  <a:lnTo>
                    <a:pt x="6293421" y="9903"/>
                  </a:lnTo>
                  <a:lnTo>
                    <a:pt x="6293421" y="9473"/>
                  </a:lnTo>
                  <a:lnTo>
                    <a:pt x="6293539" y="9473"/>
                  </a:lnTo>
                  <a:lnTo>
                    <a:pt x="6293774" y="9473"/>
                  </a:lnTo>
                  <a:lnTo>
                    <a:pt x="6293774" y="9042"/>
                  </a:lnTo>
                  <a:lnTo>
                    <a:pt x="6294009" y="9042"/>
                  </a:lnTo>
                  <a:lnTo>
                    <a:pt x="6294127" y="9042"/>
                  </a:lnTo>
                  <a:lnTo>
                    <a:pt x="6294362" y="9042"/>
                  </a:lnTo>
                  <a:lnTo>
                    <a:pt x="6294480" y="9042"/>
                  </a:lnTo>
                  <a:lnTo>
                    <a:pt x="6294597" y="9042"/>
                  </a:lnTo>
                  <a:lnTo>
                    <a:pt x="6294715" y="9042"/>
                  </a:lnTo>
                  <a:lnTo>
                    <a:pt x="6294833" y="9042"/>
                  </a:lnTo>
                  <a:lnTo>
                    <a:pt x="6294950" y="9042"/>
                  </a:lnTo>
                  <a:lnTo>
                    <a:pt x="6295068" y="9042"/>
                  </a:lnTo>
                  <a:lnTo>
                    <a:pt x="6295185" y="9042"/>
                  </a:lnTo>
                  <a:lnTo>
                    <a:pt x="6295303" y="9042"/>
                  </a:lnTo>
                  <a:lnTo>
                    <a:pt x="6295421" y="9042"/>
                  </a:lnTo>
                  <a:lnTo>
                    <a:pt x="6295538" y="9042"/>
                  </a:lnTo>
                  <a:lnTo>
                    <a:pt x="6295656" y="9042"/>
                  </a:lnTo>
                  <a:lnTo>
                    <a:pt x="6295773" y="9042"/>
                  </a:lnTo>
                  <a:lnTo>
                    <a:pt x="6295891" y="9042"/>
                  </a:lnTo>
                  <a:lnTo>
                    <a:pt x="6296009" y="9042"/>
                  </a:lnTo>
                  <a:lnTo>
                    <a:pt x="6296126" y="9042"/>
                  </a:lnTo>
                  <a:lnTo>
                    <a:pt x="6296244" y="9042"/>
                  </a:lnTo>
                  <a:lnTo>
                    <a:pt x="6296362" y="9042"/>
                  </a:lnTo>
                  <a:lnTo>
                    <a:pt x="6296479" y="9042"/>
                  </a:lnTo>
                  <a:lnTo>
                    <a:pt x="6296597" y="9042"/>
                  </a:lnTo>
                  <a:lnTo>
                    <a:pt x="6296714" y="9042"/>
                  </a:lnTo>
                  <a:lnTo>
                    <a:pt x="6296832" y="9042"/>
                  </a:lnTo>
                  <a:lnTo>
                    <a:pt x="6296950" y="9042"/>
                  </a:lnTo>
                  <a:lnTo>
                    <a:pt x="6297067" y="9042"/>
                  </a:lnTo>
                  <a:lnTo>
                    <a:pt x="6297185" y="9042"/>
                  </a:lnTo>
                  <a:lnTo>
                    <a:pt x="6297538" y="9042"/>
                  </a:lnTo>
                  <a:lnTo>
                    <a:pt x="6297655" y="9042"/>
                  </a:lnTo>
                  <a:lnTo>
                    <a:pt x="6297773" y="9042"/>
                  </a:lnTo>
                  <a:lnTo>
                    <a:pt x="6297891" y="9042"/>
                  </a:lnTo>
                  <a:lnTo>
                    <a:pt x="6298126" y="9042"/>
                  </a:lnTo>
                  <a:lnTo>
                    <a:pt x="6298361" y="9042"/>
                  </a:lnTo>
                  <a:lnTo>
                    <a:pt x="6298479" y="9042"/>
                  </a:lnTo>
                  <a:lnTo>
                    <a:pt x="6298714" y="9042"/>
                  </a:lnTo>
                  <a:lnTo>
                    <a:pt x="6298949" y="9042"/>
                  </a:lnTo>
                  <a:lnTo>
                    <a:pt x="6299067" y="9042"/>
                  </a:lnTo>
                  <a:lnTo>
                    <a:pt x="6299184" y="9042"/>
                  </a:lnTo>
                  <a:lnTo>
                    <a:pt x="6299302" y="9042"/>
                  </a:lnTo>
                  <a:lnTo>
                    <a:pt x="6299420" y="9042"/>
                  </a:lnTo>
                  <a:lnTo>
                    <a:pt x="6299537" y="9042"/>
                  </a:lnTo>
                  <a:lnTo>
                    <a:pt x="6299655" y="9042"/>
                  </a:lnTo>
                  <a:lnTo>
                    <a:pt x="6299772" y="9042"/>
                  </a:lnTo>
                  <a:lnTo>
                    <a:pt x="6299890" y="9042"/>
                  </a:lnTo>
                  <a:lnTo>
                    <a:pt x="6300125" y="9042"/>
                  </a:lnTo>
                  <a:lnTo>
                    <a:pt x="6300243" y="9042"/>
                  </a:lnTo>
                  <a:lnTo>
                    <a:pt x="6300478" y="9042"/>
                  </a:lnTo>
                  <a:lnTo>
                    <a:pt x="6300596" y="9042"/>
                  </a:lnTo>
                  <a:lnTo>
                    <a:pt x="6300713" y="9042"/>
                  </a:lnTo>
                  <a:lnTo>
                    <a:pt x="6300831" y="9042"/>
                  </a:lnTo>
                  <a:lnTo>
                    <a:pt x="6300949" y="9042"/>
                  </a:lnTo>
                  <a:lnTo>
                    <a:pt x="6301066" y="9042"/>
                  </a:lnTo>
                  <a:lnTo>
                    <a:pt x="6301301" y="9042"/>
                  </a:lnTo>
                  <a:lnTo>
                    <a:pt x="6301419" y="9042"/>
                  </a:lnTo>
                  <a:lnTo>
                    <a:pt x="6301772" y="9042"/>
                  </a:lnTo>
                  <a:lnTo>
                    <a:pt x="6302125" y="9042"/>
                  </a:lnTo>
                  <a:lnTo>
                    <a:pt x="6302242" y="9042"/>
                  </a:lnTo>
                  <a:lnTo>
                    <a:pt x="6302360" y="9042"/>
                  </a:lnTo>
                  <a:lnTo>
                    <a:pt x="6302477" y="8612"/>
                  </a:lnTo>
                  <a:lnTo>
                    <a:pt x="6302595" y="8612"/>
                  </a:lnTo>
                  <a:lnTo>
                    <a:pt x="6302595" y="8181"/>
                  </a:lnTo>
                  <a:lnTo>
                    <a:pt x="6302713" y="8181"/>
                  </a:lnTo>
                  <a:lnTo>
                    <a:pt x="6302830" y="8181"/>
                  </a:lnTo>
                  <a:lnTo>
                    <a:pt x="6302948" y="8181"/>
                  </a:lnTo>
                  <a:lnTo>
                    <a:pt x="6303066" y="7750"/>
                  </a:lnTo>
                  <a:lnTo>
                    <a:pt x="6303183" y="7750"/>
                  </a:lnTo>
                  <a:lnTo>
                    <a:pt x="6303301" y="7750"/>
                  </a:lnTo>
                  <a:lnTo>
                    <a:pt x="6303418" y="7750"/>
                  </a:lnTo>
                  <a:lnTo>
                    <a:pt x="6303536" y="7750"/>
                  </a:lnTo>
                  <a:lnTo>
                    <a:pt x="6303771" y="7750"/>
                  </a:lnTo>
                  <a:lnTo>
                    <a:pt x="6303889" y="7750"/>
                  </a:lnTo>
                  <a:lnTo>
                    <a:pt x="6304006" y="7750"/>
                  </a:lnTo>
                  <a:lnTo>
                    <a:pt x="6304124" y="7750"/>
                  </a:lnTo>
                  <a:lnTo>
                    <a:pt x="6304242" y="7750"/>
                  </a:lnTo>
                  <a:lnTo>
                    <a:pt x="6304359" y="7750"/>
                  </a:lnTo>
                  <a:lnTo>
                    <a:pt x="6304595" y="7750"/>
                  </a:lnTo>
                  <a:lnTo>
                    <a:pt x="6304712" y="7750"/>
                  </a:lnTo>
                  <a:lnTo>
                    <a:pt x="6304712" y="7320"/>
                  </a:lnTo>
                  <a:lnTo>
                    <a:pt x="6304830" y="7320"/>
                  </a:lnTo>
                  <a:lnTo>
                    <a:pt x="6304947" y="7320"/>
                  </a:lnTo>
                  <a:lnTo>
                    <a:pt x="6305183" y="7320"/>
                  </a:lnTo>
                  <a:lnTo>
                    <a:pt x="6305300" y="7320"/>
                  </a:lnTo>
                  <a:lnTo>
                    <a:pt x="6305300" y="6889"/>
                  </a:lnTo>
                  <a:lnTo>
                    <a:pt x="6305535" y="6889"/>
                  </a:lnTo>
                  <a:lnTo>
                    <a:pt x="6305771" y="6889"/>
                  </a:lnTo>
                  <a:lnTo>
                    <a:pt x="6305888" y="6889"/>
                  </a:lnTo>
                  <a:lnTo>
                    <a:pt x="6306006" y="6889"/>
                  </a:lnTo>
                  <a:lnTo>
                    <a:pt x="6306124" y="6889"/>
                  </a:lnTo>
                  <a:lnTo>
                    <a:pt x="6306241" y="6889"/>
                  </a:lnTo>
                  <a:lnTo>
                    <a:pt x="6306476" y="6889"/>
                  </a:lnTo>
                  <a:lnTo>
                    <a:pt x="6306594" y="6889"/>
                  </a:lnTo>
                  <a:lnTo>
                    <a:pt x="6306712" y="6889"/>
                  </a:lnTo>
                  <a:lnTo>
                    <a:pt x="6306947" y="6889"/>
                  </a:lnTo>
                  <a:lnTo>
                    <a:pt x="6307064" y="6889"/>
                  </a:lnTo>
                  <a:lnTo>
                    <a:pt x="6307182" y="6889"/>
                  </a:lnTo>
                  <a:lnTo>
                    <a:pt x="6307300" y="6889"/>
                  </a:lnTo>
                  <a:lnTo>
                    <a:pt x="6307417" y="6889"/>
                  </a:lnTo>
                  <a:lnTo>
                    <a:pt x="6307535" y="6889"/>
                  </a:lnTo>
                  <a:lnTo>
                    <a:pt x="6307770" y="6889"/>
                  </a:lnTo>
                  <a:lnTo>
                    <a:pt x="6307888" y="6889"/>
                  </a:lnTo>
                  <a:lnTo>
                    <a:pt x="6308005" y="6889"/>
                  </a:lnTo>
                  <a:lnTo>
                    <a:pt x="6308241" y="6889"/>
                  </a:lnTo>
                  <a:lnTo>
                    <a:pt x="6308358" y="6889"/>
                  </a:lnTo>
                  <a:lnTo>
                    <a:pt x="6308476" y="6459"/>
                  </a:lnTo>
                  <a:lnTo>
                    <a:pt x="6308593" y="6459"/>
                  </a:lnTo>
                  <a:lnTo>
                    <a:pt x="6308829" y="6459"/>
                  </a:lnTo>
                  <a:lnTo>
                    <a:pt x="6308946" y="6459"/>
                  </a:lnTo>
                  <a:lnTo>
                    <a:pt x="6309182" y="6459"/>
                  </a:lnTo>
                  <a:lnTo>
                    <a:pt x="6309299" y="6459"/>
                  </a:lnTo>
                  <a:lnTo>
                    <a:pt x="6309417" y="6459"/>
                  </a:lnTo>
                  <a:lnTo>
                    <a:pt x="6309417" y="6028"/>
                  </a:lnTo>
                  <a:lnTo>
                    <a:pt x="6309652" y="6028"/>
                  </a:lnTo>
                  <a:lnTo>
                    <a:pt x="6309770" y="6028"/>
                  </a:lnTo>
                  <a:lnTo>
                    <a:pt x="6309887" y="6028"/>
                  </a:lnTo>
                  <a:lnTo>
                    <a:pt x="6310005" y="6028"/>
                  </a:lnTo>
                  <a:lnTo>
                    <a:pt x="6310122" y="6028"/>
                  </a:lnTo>
                  <a:lnTo>
                    <a:pt x="6310358" y="6028"/>
                  </a:lnTo>
                  <a:lnTo>
                    <a:pt x="6310475" y="6028"/>
                  </a:lnTo>
                  <a:lnTo>
                    <a:pt x="6310593" y="6028"/>
                  </a:lnTo>
                  <a:lnTo>
                    <a:pt x="6310710" y="6028"/>
                  </a:lnTo>
                  <a:lnTo>
                    <a:pt x="6310828" y="6028"/>
                  </a:lnTo>
                  <a:lnTo>
                    <a:pt x="6310946" y="5167"/>
                  </a:lnTo>
                  <a:lnTo>
                    <a:pt x="6311063" y="5167"/>
                  </a:lnTo>
                  <a:lnTo>
                    <a:pt x="6311181" y="4736"/>
                  </a:lnTo>
                  <a:lnTo>
                    <a:pt x="6311299" y="4736"/>
                  </a:lnTo>
                  <a:lnTo>
                    <a:pt x="6311416" y="4736"/>
                  </a:lnTo>
                  <a:lnTo>
                    <a:pt x="6311534" y="4736"/>
                  </a:lnTo>
                  <a:lnTo>
                    <a:pt x="6311651" y="4736"/>
                  </a:lnTo>
                  <a:lnTo>
                    <a:pt x="6311769" y="4736"/>
                  </a:lnTo>
                  <a:lnTo>
                    <a:pt x="6311887" y="4736"/>
                  </a:lnTo>
                  <a:lnTo>
                    <a:pt x="6312122" y="4306"/>
                  </a:lnTo>
                  <a:lnTo>
                    <a:pt x="6312239" y="4306"/>
                  </a:lnTo>
                  <a:lnTo>
                    <a:pt x="6312357" y="4306"/>
                  </a:lnTo>
                  <a:lnTo>
                    <a:pt x="6312475" y="4306"/>
                  </a:lnTo>
                  <a:lnTo>
                    <a:pt x="6312592" y="4306"/>
                  </a:lnTo>
                  <a:lnTo>
                    <a:pt x="6312828" y="4306"/>
                  </a:lnTo>
                  <a:lnTo>
                    <a:pt x="6312945" y="4306"/>
                  </a:lnTo>
                  <a:lnTo>
                    <a:pt x="6313063" y="4306"/>
                  </a:lnTo>
                  <a:lnTo>
                    <a:pt x="6313180" y="3875"/>
                  </a:lnTo>
                  <a:lnTo>
                    <a:pt x="6313298" y="3875"/>
                  </a:lnTo>
                  <a:lnTo>
                    <a:pt x="6313416" y="3875"/>
                  </a:lnTo>
                  <a:lnTo>
                    <a:pt x="6313533" y="3875"/>
                  </a:lnTo>
                  <a:lnTo>
                    <a:pt x="6313651" y="3875"/>
                  </a:lnTo>
                  <a:lnTo>
                    <a:pt x="6313886" y="3875"/>
                  </a:lnTo>
                  <a:lnTo>
                    <a:pt x="6314004" y="3875"/>
                  </a:lnTo>
                  <a:lnTo>
                    <a:pt x="6314121" y="3875"/>
                  </a:lnTo>
                  <a:lnTo>
                    <a:pt x="6314239" y="3875"/>
                  </a:lnTo>
                  <a:lnTo>
                    <a:pt x="6314357" y="3875"/>
                  </a:lnTo>
                  <a:lnTo>
                    <a:pt x="6314592" y="3875"/>
                  </a:lnTo>
                  <a:lnTo>
                    <a:pt x="6314709" y="3875"/>
                  </a:lnTo>
                  <a:lnTo>
                    <a:pt x="6315062" y="3875"/>
                  </a:lnTo>
                  <a:lnTo>
                    <a:pt x="6315180" y="3875"/>
                  </a:lnTo>
                  <a:lnTo>
                    <a:pt x="6315297" y="3875"/>
                  </a:lnTo>
                  <a:lnTo>
                    <a:pt x="6315415" y="3875"/>
                  </a:lnTo>
                  <a:lnTo>
                    <a:pt x="6315768" y="3875"/>
                  </a:lnTo>
                  <a:lnTo>
                    <a:pt x="6315886" y="3875"/>
                  </a:lnTo>
                  <a:lnTo>
                    <a:pt x="6316003" y="3875"/>
                  </a:lnTo>
                  <a:lnTo>
                    <a:pt x="6316238" y="3875"/>
                  </a:lnTo>
                  <a:lnTo>
                    <a:pt x="6316474" y="3875"/>
                  </a:lnTo>
                  <a:lnTo>
                    <a:pt x="6316591" y="3875"/>
                  </a:lnTo>
                  <a:lnTo>
                    <a:pt x="6316709" y="3875"/>
                  </a:lnTo>
                  <a:lnTo>
                    <a:pt x="6316826" y="3875"/>
                  </a:lnTo>
                  <a:lnTo>
                    <a:pt x="6316944" y="3875"/>
                  </a:lnTo>
                  <a:lnTo>
                    <a:pt x="6316944" y="3444"/>
                  </a:lnTo>
                  <a:lnTo>
                    <a:pt x="6317062" y="3444"/>
                  </a:lnTo>
                  <a:lnTo>
                    <a:pt x="6317179" y="3444"/>
                  </a:lnTo>
                  <a:lnTo>
                    <a:pt x="6317415" y="3444"/>
                  </a:lnTo>
                  <a:lnTo>
                    <a:pt x="6317532" y="3444"/>
                  </a:lnTo>
                  <a:lnTo>
                    <a:pt x="6317650" y="3444"/>
                  </a:lnTo>
                  <a:lnTo>
                    <a:pt x="6317885" y="3444"/>
                  </a:lnTo>
                  <a:lnTo>
                    <a:pt x="6318003" y="3444"/>
                  </a:lnTo>
                  <a:lnTo>
                    <a:pt x="6318120" y="3444"/>
                  </a:lnTo>
                  <a:lnTo>
                    <a:pt x="6318238" y="3444"/>
                  </a:lnTo>
                  <a:lnTo>
                    <a:pt x="6318355" y="3444"/>
                  </a:lnTo>
                  <a:lnTo>
                    <a:pt x="6318473" y="3444"/>
                  </a:lnTo>
                  <a:lnTo>
                    <a:pt x="6318591" y="3444"/>
                  </a:lnTo>
                  <a:lnTo>
                    <a:pt x="6318708" y="3444"/>
                  </a:lnTo>
                  <a:lnTo>
                    <a:pt x="6318826" y="3444"/>
                  </a:lnTo>
                  <a:lnTo>
                    <a:pt x="6319649" y="3444"/>
                  </a:lnTo>
                  <a:lnTo>
                    <a:pt x="6319767" y="3444"/>
                  </a:lnTo>
                  <a:lnTo>
                    <a:pt x="6319884" y="3444"/>
                  </a:lnTo>
                  <a:lnTo>
                    <a:pt x="6320002" y="3444"/>
                  </a:lnTo>
                  <a:lnTo>
                    <a:pt x="6320120" y="3444"/>
                  </a:lnTo>
                  <a:lnTo>
                    <a:pt x="6320237" y="3444"/>
                  </a:lnTo>
                  <a:lnTo>
                    <a:pt x="6320355" y="3444"/>
                  </a:lnTo>
                  <a:lnTo>
                    <a:pt x="6320472" y="3444"/>
                  </a:lnTo>
                  <a:lnTo>
                    <a:pt x="6320590" y="3444"/>
                  </a:lnTo>
                  <a:lnTo>
                    <a:pt x="6320708" y="3444"/>
                  </a:lnTo>
                  <a:lnTo>
                    <a:pt x="6320825" y="3444"/>
                  </a:lnTo>
                  <a:lnTo>
                    <a:pt x="6320943" y="3444"/>
                  </a:lnTo>
                  <a:lnTo>
                    <a:pt x="6321061" y="3444"/>
                  </a:lnTo>
                  <a:lnTo>
                    <a:pt x="6321178" y="3444"/>
                  </a:lnTo>
                  <a:lnTo>
                    <a:pt x="6321296" y="3444"/>
                  </a:lnTo>
                  <a:lnTo>
                    <a:pt x="6321413" y="3444"/>
                  </a:lnTo>
                  <a:lnTo>
                    <a:pt x="6321413" y="3014"/>
                  </a:lnTo>
                  <a:lnTo>
                    <a:pt x="6321531" y="3014"/>
                  </a:lnTo>
                  <a:lnTo>
                    <a:pt x="6321649" y="3014"/>
                  </a:lnTo>
                  <a:lnTo>
                    <a:pt x="6321884" y="3014"/>
                  </a:lnTo>
                  <a:lnTo>
                    <a:pt x="6322119" y="3014"/>
                  </a:lnTo>
                  <a:lnTo>
                    <a:pt x="6322237" y="3014"/>
                  </a:lnTo>
                  <a:lnTo>
                    <a:pt x="6322354" y="3014"/>
                  </a:lnTo>
                  <a:lnTo>
                    <a:pt x="6322472" y="3014"/>
                  </a:lnTo>
                  <a:lnTo>
                    <a:pt x="6322590" y="3014"/>
                  </a:lnTo>
                  <a:lnTo>
                    <a:pt x="6322707" y="3014"/>
                  </a:lnTo>
                  <a:lnTo>
                    <a:pt x="6322825" y="3014"/>
                  </a:lnTo>
                  <a:lnTo>
                    <a:pt x="6322942" y="3014"/>
                  </a:lnTo>
                  <a:lnTo>
                    <a:pt x="6323060" y="3014"/>
                  </a:lnTo>
                  <a:lnTo>
                    <a:pt x="6323178" y="3014"/>
                  </a:lnTo>
                  <a:lnTo>
                    <a:pt x="6323178" y="2583"/>
                  </a:lnTo>
                  <a:lnTo>
                    <a:pt x="6323295" y="2583"/>
                  </a:lnTo>
                  <a:lnTo>
                    <a:pt x="6323295" y="2153"/>
                  </a:lnTo>
                  <a:lnTo>
                    <a:pt x="6323413" y="1722"/>
                  </a:lnTo>
                  <a:lnTo>
                    <a:pt x="6323530" y="1722"/>
                  </a:lnTo>
                  <a:lnTo>
                    <a:pt x="6323648" y="1722"/>
                  </a:lnTo>
                  <a:lnTo>
                    <a:pt x="6323766" y="1722"/>
                  </a:lnTo>
                  <a:lnTo>
                    <a:pt x="6323883" y="1722"/>
                  </a:lnTo>
                  <a:lnTo>
                    <a:pt x="6324001" y="1722"/>
                  </a:lnTo>
                  <a:lnTo>
                    <a:pt x="6324119" y="1722"/>
                  </a:lnTo>
                  <a:lnTo>
                    <a:pt x="6324236" y="1722"/>
                  </a:lnTo>
                  <a:lnTo>
                    <a:pt x="6324354" y="1722"/>
                  </a:lnTo>
                  <a:lnTo>
                    <a:pt x="6324471" y="1722"/>
                  </a:lnTo>
                  <a:lnTo>
                    <a:pt x="6324589" y="1722"/>
                  </a:lnTo>
                  <a:lnTo>
                    <a:pt x="6324942" y="1722"/>
                  </a:lnTo>
                  <a:lnTo>
                    <a:pt x="6325059" y="1722"/>
                  </a:lnTo>
                  <a:lnTo>
                    <a:pt x="6325059" y="1291"/>
                  </a:lnTo>
                  <a:lnTo>
                    <a:pt x="6325177" y="1291"/>
                  </a:lnTo>
                  <a:lnTo>
                    <a:pt x="6325295" y="1291"/>
                  </a:lnTo>
                  <a:lnTo>
                    <a:pt x="6325530" y="1291"/>
                  </a:lnTo>
                  <a:lnTo>
                    <a:pt x="6325648" y="1291"/>
                  </a:lnTo>
                  <a:lnTo>
                    <a:pt x="6325765" y="1291"/>
                  </a:lnTo>
                  <a:lnTo>
                    <a:pt x="6325883" y="1291"/>
                  </a:lnTo>
                  <a:lnTo>
                    <a:pt x="6326000" y="1291"/>
                  </a:lnTo>
                  <a:lnTo>
                    <a:pt x="6326118" y="1291"/>
                  </a:lnTo>
                  <a:lnTo>
                    <a:pt x="6326353" y="1291"/>
                  </a:lnTo>
                  <a:lnTo>
                    <a:pt x="6326471" y="1291"/>
                  </a:lnTo>
                  <a:lnTo>
                    <a:pt x="6326588" y="1291"/>
                  </a:lnTo>
                  <a:lnTo>
                    <a:pt x="6326588" y="861"/>
                  </a:lnTo>
                  <a:lnTo>
                    <a:pt x="6326706" y="861"/>
                  </a:lnTo>
                  <a:lnTo>
                    <a:pt x="6326824" y="861"/>
                  </a:lnTo>
                  <a:lnTo>
                    <a:pt x="6326941" y="861"/>
                  </a:lnTo>
                  <a:lnTo>
                    <a:pt x="6327059" y="861"/>
                  </a:lnTo>
                  <a:lnTo>
                    <a:pt x="6327176" y="861"/>
                  </a:lnTo>
                  <a:lnTo>
                    <a:pt x="6327294" y="861"/>
                  </a:lnTo>
                  <a:lnTo>
                    <a:pt x="6327412" y="861"/>
                  </a:lnTo>
                  <a:lnTo>
                    <a:pt x="6327529" y="861"/>
                  </a:lnTo>
                  <a:lnTo>
                    <a:pt x="6327647" y="861"/>
                  </a:lnTo>
                  <a:lnTo>
                    <a:pt x="6327765" y="861"/>
                  </a:lnTo>
                  <a:lnTo>
                    <a:pt x="6327882" y="861"/>
                  </a:lnTo>
                  <a:lnTo>
                    <a:pt x="6328117" y="861"/>
                  </a:lnTo>
                  <a:lnTo>
                    <a:pt x="6328235" y="861"/>
                  </a:lnTo>
                  <a:lnTo>
                    <a:pt x="6328353" y="861"/>
                  </a:lnTo>
                  <a:lnTo>
                    <a:pt x="6328470" y="861"/>
                  </a:lnTo>
                  <a:lnTo>
                    <a:pt x="6328588" y="861"/>
                  </a:lnTo>
                  <a:lnTo>
                    <a:pt x="6328705" y="861"/>
                  </a:lnTo>
                  <a:lnTo>
                    <a:pt x="6328705" y="430"/>
                  </a:lnTo>
                  <a:lnTo>
                    <a:pt x="6328823" y="430"/>
                  </a:lnTo>
                  <a:lnTo>
                    <a:pt x="6328941" y="430"/>
                  </a:lnTo>
                  <a:lnTo>
                    <a:pt x="6329058" y="430"/>
                  </a:lnTo>
                  <a:lnTo>
                    <a:pt x="6329176" y="430"/>
                  </a:lnTo>
                  <a:lnTo>
                    <a:pt x="6329294" y="430"/>
                  </a:lnTo>
                  <a:lnTo>
                    <a:pt x="6329411" y="430"/>
                  </a:lnTo>
                  <a:lnTo>
                    <a:pt x="6329529" y="430"/>
                  </a:lnTo>
                  <a:lnTo>
                    <a:pt x="6329646" y="430"/>
                  </a:lnTo>
                  <a:lnTo>
                    <a:pt x="6329764" y="430"/>
                  </a:lnTo>
                  <a:lnTo>
                    <a:pt x="6329999" y="430"/>
                  </a:lnTo>
                  <a:lnTo>
                    <a:pt x="6330117" y="430"/>
                  </a:lnTo>
                  <a:lnTo>
                    <a:pt x="6330234" y="430"/>
                  </a:lnTo>
                  <a:lnTo>
                    <a:pt x="6330705" y="430"/>
                  </a:lnTo>
                  <a:lnTo>
                    <a:pt x="6330823" y="430"/>
                  </a:lnTo>
                  <a:lnTo>
                    <a:pt x="6330940" y="430"/>
                  </a:lnTo>
                  <a:lnTo>
                    <a:pt x="6331058" y="430"/>
                  </a:lnTo>
                  <a:lnTo>
                    <a:pt x="6331175" y="430"/>
                  </a:lnTo>
                  <a:lnTo>
                    <a:pt x="6331293" y="430"/>
                  </a:lnTo>
                  <a:lnTo>
                    <a:pt x="6331411" y="430"/>
                  </a:lnTo>
                  <a:lnTo>
                    <a:pt x="6331528" y="430"/>
                  </a:lnTo>
                  <a:lnTo>
                    <a:pt x="6331646" y="430"/>
                  </a:lnTo>
                  <a:lnTo>
                    <a:pt x="6331763" y="430"/>
                  </a:lnTo>
                  <a:lnTo>
                    <a:pt x="6331763" y="0"/>
                  </a:lnTo>
                  <a:lnTo>
                    <a:pt x="6331763" y="0"/>
                  </a:lnTo>
                  <a:lnTo>
                    <a:pt x="6331881" y="0"/>
                  </a:lnTo>
                  <a:lnTo>
                    <a:pt x="6331999" y="0"/>
                  </a:lnTo>
                  <a:lnTo>
                    <a:pt x="6332116" y="0"/>
                  </a:lnTo>
                  <a:lnTo>
                    <a:pt x="6332234" y="0"/>
                  </a:lnTo>
                  <a:lnTo>
                    <a:pt x="6332352" y="0"/>
                  </a:lnTo>
                  <a:lnTo>
                    <a:pt x="6332469" y="0"/>
                  </a:lnTo>
                  <a:lnTo>
                    <a:pt x="6332587" y="0"/>
                  </a:lnTo>
                  <a:lnTo>
                    <a:pt x="6332704" y="0"/>
                  </a:lnTo>
                  <a:lnTo>
                    <a:pt x="6332822" y="0"/>
                  </a:lnTo>
                  <a:lnTo>
                    <a:pt x="6332940" y="0"/>
                  </a:lnTo>
                  <a:lnTo>
                    <a:pt x="6333057" y="0"/>
                  </a:lnTo>
                  <a:lnTo>
                    <a:pt x="6333175" y="0"/>
                  </a:lnTo>
                  <a:lnTo>
                    <a:pt x="6333292" y="0"/>
                  </a:lnTo>
                  <a:lnTo>
                    <a:pt x="6333410" y="0"/>
                  </a:lnTo>
                  <a:lnTo>
                    <a:pt x="6333528" y="0"/>
                  </a:lnTo>
                  <a:lnTo>
                    <a:pt x="6333645" y="0"/>
                  </a:lnTo>
                  <a:lnTo>
                    <a:pt x="6333763" y="0"/>
                  </a:lnTo>
                  <a:lnTo>
                    <a:pt x="6333881" y="0"/>
                  </a:lnTo>
                  <a:lnTo>
                    <a:pt x="6333998" y="0"/>
                  </a:lnTo>
                  <a:lnTo>
                    <a:pt x="6334116" y="0"/>
                  </a:lnTo>
                  <a:lnTo>
                    <a:pt x="6334233" y="0"/>
                  </a:lnTo>
                  <a:lnTo>
                    <a:pt x="6334351" y="0"/>
                  </a:lnTo>
                  <a:lnTo>
                    <a:pt x="6334469" y="0"/>
                  </a:lnTo>
                  <a:lnTo>
                    <a:pt x="6334586" y="0"/>
                  </a:lnTo>
                  <a:lnTo>
                    <a:pt x="6334704" y="0"/>
                  </a:lnTo>
                  <a:lnTo>
                    <a:pt x="6334821" y="0"/>
                  </a:lnTo>
                  <a:lnTo>
                    <a:pt x="6334939" y="0"/>
                  </a:lnTo>
                  <a:lnTo>
                    <a:pt x="6335057" y="0"/>
                  </a:lnTo>
                  <a:lnTo>
                    <a:pt x="6335174" y="0"/>
                  </a:lnTo>
                  <a:lnTo>
                    <a:pt x="6335292" y="0"/>
                  </a:lnTo>
                  <a:lnTo>
                    <a:pt x="6335409" y="0"/>
                  </a:lnTo>
                  <a:lnTo>
                    <a:pt x="6335527" y="0"/>
                  </a:lnTo>
                  <a:lnTo>
                    <a:pt x="6335645" y="0"/>
                  </a:lnTo>
                  <a:lnTo>
                    <a:pt x="6335762" y="0"/>
                  </a:lnTo>
                  <a:lnTo>
                    <a:pt x="6335880" y="0"/>
                  </a:lnTo>
                  <a:lnTo>
                    <a:pt x="6336115" y="0"/>
                  </a:lnTo>
                  <a:lnTo>
                    <a:pt x="6336233" y="0"/>
                  </a:lnTo>
                  <a:lnTo>
                    <a:pt x="6336350" y="0"/>
                  </a:lnTo>
                  <a:lnTo>
                    <a:pt x="6336468" y="0"/>
                  </a:lnTo>
                  <a:lnTo>
                    <a:pt x="6336586" y="0"/>
                  </a:lnTo>
                  <a:lnTo>
                    <a:pt x="6336703" y="0"/>
                  </a:lnTo>
                  <a:lnTo>
                    <a:pt x="6336821" y="0"/>
                  </a:lnTo>
                  <a:lnTo>
                    <a:pt x="6336938" y="0"/>
                  </a:lnTo>
                  <a:lnTo>
                    <a:pt x="6337056" y="0"/>
                  </a:lnTo>
                  <a:lnTo>
                    <a:pt x="6337174" y="0"/>
                  </a:lnTo>
                  <a:lnTo>
                    <a:pt x="6337291" y="0"/>
                  </a:lnTo>
                  <a:lnTo>
                    <a:pt x="6337409" y="0"/>
                  </a:lnTo>
                  <a:lnTo>
                    <a:pt x="6337527" y="0"/>
                  </a:lnTo>
                  <a:lnTo>
                    <a:pt x="6337644" y="0"/>
                  </a:lnTo>
                  <a:lnTo>
                    <a:pt x="6337762" y="0"/>
                  </a:lnTo>
                  <a:lnTo>
                    <a:pt x="6337879" y="0"/>
                  </a:lnTo>
                  <a:lnTo>
                    <a:pt x="6337997" y="0"/>
                  </a:lnTo>
                  <a:lnTo>
                    <a:pt x="6338115" y="0"/>
                  </a:lnTo>
                  <a:lnTo>
                    <a:pt x="6338232" y="0"/>
                  </a:lnTo>
                  <a:lnTo>
                    <a:pt x="6338350" y="0"/>
                  </a:lnTo>
                  <a:lnTo>
                    <a:pt x="6338467" y="0"/>
                  </a:lnTo>
                  <a:lnTo>
                    <a:pt x="6338585" y="0"/>
                  </a:lnTo>
                  <a:lnTo>
                    <a:pt x="6338703" y="0"/>
                  </a:lnTo>
                  <a:lnTo>
                    <a:pt x="6338820" y="0"/>
                  </a:lnTo>
                  <a:lnTo>
                    <a:pt x="6338938" y="0"/>
                  </a:lnTo>
                  <a:lnTo>
                    <a:pt x="6339056" y="0"/>
                  </a:lnTo>
                  <a:lnTo>
                    <a:pt x="6339173" y="0"/>
                  </a:lnTo>
                  <a:lnTo>
                    <a:pt x="6339291" y="0"/>
                  </a:lnTo>
                  <a:lnTo>
                    <a:pt x="6339408" y="0"/>
                  </a:lnTo>
                  <a:lnTo>
                    <a:pt x="6339526" y="0"/>
                  </a:lnTo>
                  <a:lnTo>
                    <a:pt x="6339644" y="0"/>
                  </a:lnTo>
                  <a:lnTo>
                    <a:pt x="6339761" y="0"/>
                  </a:lnTo>
                  <a:lnTo>
                    <a:pt x="6339879" y="0"/>
                  </a:lnTo>
                  <a:lnTo>
                    <a:pt x="6339996" y="0"/>
                  </a:lnTo>
                  <a:lnTo>
                    <a:pt x="6340114" y="0"/>
                  </a:lnTo>
                  <a:lnTo>
                    <a:pt x="6340232" y="0"/>
                  </a:lnTo>
                  <a:lnTo>
                    <a:pt x="6340349" y="0"/>
                  </a:lnTo>
                  <a:lnTo>
                    <a:pt x="6340467" y="0"/>
                  </a:lnTo>
                  <a:lnTo>
                    <a:pt x="6340585" y="0"/>
                  </a:lnTo>
                  <a:lnTo>
                    <a:pt x="6340585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652822" y="69589"/>
              <a:ext cx="6340585" cy="6340585"/>
            </a:xfrm>
            <a:custGeom>
              <a:avLst/>
              <a:pathLst>
                <a:path w="6340585" h="6340585">
                  <a:moveTo>
                    <a:pt x="0" y="6340585"/>
                  </a:moveTo>
                  <a:lnTo>
                    <a:pt x="117" y="6340585"/>
                  </a:lnTo>
                  <a:lnTo>
                    <a:pt x="235" y="6340585"/>
                  </a:lnTo>
                  <a:lnTo>
                    <a:pt x="352" y="6340585"/>
                  </a:lnTo>
                  <a:lnTo>
                    <a:pt x="352" y="6340154"/>
                  </a:lnTo>
                  <a:lnTo>
                    <a:pt x="352" y="6339723"/>
                  </a:lnTo>
                  <a:lnTo>
                    <a:pt x="470" y="6339723"/>
                  </a:lnTo>
                  <a:lnTo>
                    <a:pt x="588" y="6339723"/>
                  </a:lnTo>
                  <a:lnTo>
                    <a:pt x="705" y="6339723"/>
                  </a:lnTo>
                  <a:lnTo>
                    <a:pt x="705" y="6339293"/>
                  </a:lnTo>
                  <a:lnTo>
                    <a:pt x="705" y="6338862"/>
                  </a:lnTo>
                  <a:lnTo>
                    <a:pt x="823" y="6338862"/>
                  </a:lnTo>
                  <a:lnTo>
                    <a:pt x="940" y="6338862"/>
                  </a:lnTo>
                  <a:lnTo>
                    <a:pt x="940" y="6338432"/>
                  </a:lnTo>
                  <a:lnTo>
                    <a:pt x="1058" y="6338432"/>
                  </a:lnTo>
                  <a:lnTo>
                    <a:pt x="1176" y="6338432"/>
                  </a:lnTo>
                  <a:lnTo>
                    <a:pt x="1176" y="6338001"/>
                  </a:lnTo>
                  <a:lnTo>
                    <a:pt x="1176" y="6337570"/>
                  </a:lnTo>
                  <a:lnTo>
                    <a:pt x="1176" y="6337140"/>
                  </a:lnTo>
                  <a:lnTo>
                    <a:pt x="1293" y="6337140"/>
                  </a:lnTo>
                  <a:lnTo>
                    <a:pt x="1411" y="6337140"/>
                  </a:lnTo>
                  <a:lnTo>
                    <a:pt x="1528" y="6337140"/>
                  </a:lnTo>
                  <a:lnTo>
                    <a:pt x="1646" y="6337140"/>
                  </a:lnTo>
                  <a:lnTo>
                    <a:pt x="1764" y="6337140"/>
                  </a:lnTo>
                  <a:lnTo>
                    <a:pt x="1881" y="6337140"/>
                  </a:lnTo>
                  <a:lnTo>
                    <a:pt x="1881" y="6336709"/>
                  </a:lnTo>
                  <a:lnTo>
                    <a:pt x="1881" y="6336279"/>
                  </a:lnTo>
                  <a:lnTo>
                    <a:pt x="1999" y="6336279"/>
                  </a:lnTo>
                  <a:lnTo>
                    <a:pt x="2117" y="6336279"/>
                  </a:lnTo>
                  <a:lnTo>
                    <a:pt x="2234" y="6336279"/>
                  </a:lnTo>
                  <a:lnTo>
                    <a:pt x="2352" y="6336279"/>
                  </a:lnTo>
                  <a:lnTo>
                    <a:pt x="2469" y="6336279"/>
                  </a:lnTo>
                  <a:lnTo>
                    <a:pt x="2587" y="6336279"/>
                  </a:lnTo>
                  <a:lnTo>
                    <a:pt x="2705" y="6336279"/>
                  </a:lnTo>
                  <a:lnTo>
                    <a:pt x="2822" y="6336279"/>
                  </a:lnTo>
                  <a:lnTo>
                    <a:pt x="2940" y="6336279"/>
                  </a:lnTo>
                  <a:lnTo>
                    <a:pt x="2940" y="6335848"/>
                  </a:lnTo>
                  <a:lnTo>
                    <a:pt x="3057" y="6335848"/>
                  </a:lnTo>
                  <a:lnTo>
                    <a:pt x="3057" y="6335417"/>
                  </a:lnTo>
                  <a:lnTo>
                    <a:pt x="3175" y="6335417"/>
                  </a:lnTo>
                  <a:lnTo>
                    <a:pt x="3293" y="6335417"/>
                  </a:lnTo>
                  <a:lnTo>
                    <a:pt x="3410" y="6335417"/>
                  </a:lnTo>
                  <a:lnTo>
                    <a:pt x="3410" y="6334987"/>
                  </a:lnTo>
                  <a:lnTo>
                    <a:pt x="3410" y="6334556"/>
                  </a:lnTo>
                  <a:lnTo>
                    <a:pt x="3410" y="6334126"/>
                  </a:lnTo>
                  <a:lnTo>
                    <a:pt x="3528" y="6334126"/>
                  </a:lnTo>
                  <a:lnTo>
                    <a:pt x="3646" y="6334126"/>
                  </a:lnTo>
                  <a:lnTo>
                    <a:pt x="3763" y="6334126"/>
                  </a:lnTo>
                  <a:lnTo>
                    <a:pt x="3763" y="6333695"/>
                  </a:lnTo>
                  <a:lnTo>
                    <a:pt x="3881" y="6333695"/>
                  </a:lnTo>
                  <a:lnTo>
                    <a:pt x="3881" y="6333264"/>
                  </a:lnTo>
                  <a:lnTo>
                    <a:pt x="3998" y="6333264"/>
                  </a:lnTo>
                  <a:lnTo>
                    <a:pt x="4116" y="6333264"/>
                  </a:lnTo>
                  <a:lnTo>
                    <a:pt x="4234" y="6333264"/>
                  </a:lnTo>
                  <a:lnTo>
                    <a:pt x="4351" y="6333264"/>
                  </a:lnTo>
                  <a:lnTo>
                    <a:pt x="4469" y="6333264"/>
                  </a:lnTo>
                  <a:lnTo>
                    <a:pt x="4469" y="6332834"/>
                  </a:lnTo>
                  <a:lnTo>
                    <a:pt x="4586" y="6332834"/>
                  </a:lnTo>
                  <a:lnTo>
                    <a:pt x="4704" y="6332834"/>
                  </a:lnTo>
                  <a:lnTo>
                    <a:pt x="4704" y="6332403"/>
                  </a:lnTo>
                  <a:lnTo>
                    <a:pt x="4822" y="6332403"/>
                  </a:lnTo>
                  <a:lnTo>
                    <a:pt x="4822" y="6331973"/>
                  </a:lnTo>
                  <a:lnTo>
                    <a:pt x="4939" y="6331973"/>
                  </a:lnTo>
                  <a:lnTo>
                    <a:pt x="4939" y="6331542"/>
                  </a:lnTo>
                  <a:lnTo>
                    <a:pt x="5057" y="6331542"/>
                  </a:lnTo>
                  <a:lnTo>
                    <a:pt x="5175" y="6331542"/>
                  </a:lnTo>
                  <a:lnTo>
                    <a:pt x="5292" y="6331542"/>
                  </a:lnTo>
                  <a:lnTo>
                    <a:pt x="5292" y="6331111"/>
                  </a:lnTo>
                  <a:lnTo>
                    <a:pt x="5410" y="6331111"/>
                  </a:lnTo>
                  <a:lnTo>
                    <a:pt x="5527" y="6331111"/>
                  </a:lnTo>
                  <a:lnTo>
                    <a:pt x="5645" y="6331111"/>
                  </a:lnTo>
                  <a:lnTo>
                    <a:pt x="5645" y="6330681"/>
                  </a:lnTo>
                  <a:lnTo>
                    <a:pt x="5763" y="6330681"/>
                  </a:lnTo>
                  <a:lnTo>
                    <a:pt x="5763" y="6330250"/>
                  </a:lnTo>
                  <a:lnTo>
                    <a:pt x="5880" y="6330250"/>
                  </a:lnTo>
                  <a:lnTo>
                    <a:pt x="5998" y="6330250"/>
                  </a:lnTo>
                  <a:lnTo>
                    <a:pt x="5998" y="6329820"/>
                  </a:lnTo>
                  <a:lnTo>
                    <a:pt x="6115" y="6329820"/>
                  </a:lnTo>
                  <a:lnTo>
                    <a:pt x="6115" y="6329389"/>
                  </a:lnTo>
                  <a:lnTo>
                    <a:pt x="6233" y="6329389"/>
                  </a:lnTo>
                  <a:lnTo>
                    <a:pt x="6351" y="6329389"/>
                  </a:lnTo>
                  <a:lnTo>
                    <a:pt x="6351" y="6328958"/>
                  </a:lnTo>
                  <a:lnTo>
                    <a:pt x="6468" y="6328958"/>
                  </a:lnTo>
                  <a:lnTo>
                    <a:pt x="6586" y="6328958"/>
                  </a:lnTo>
                  <a:lnTo>
                    <a:pt x="6586" y="6328528"/>
                  </a:lnTo>
                  <a:lnTo>
                    <a:pt x="6704" y="6328528"/>
                  </a:lnTo>
                  <a:lnTo>
                    <a:pt x="6821" y="6328528"/>
                  </a:lnTo>
                  <a:lnTo>
                    <a:pt x="6939" y="6328528"/>
                  </a:lnTo>
                  <a:lnTo>
                    <a:pt x="6939" y="6328097"/>
                  </a:lnTo>
                  <a:lnTo>
                    <a:pt x="6939" y="6327667"/>
                  </a:lnTo>
                  <a:lnTo>
                    <a:pt x="7056" y="6327667"/>
                  </a:lnTo>
                  <a:lnTo>
                    <a:pt x="7174" y="6327667"/>
                  </a:lnTo>
                  <a:lnTo>
                    <a:pt x="7292" y="6327667"/>
                  </a:lnTo>
                  <a:lnTo>
                    <a:pt x="7409" y="6327667"/>
                  </a:lnTo>
                  <a:lnTo>
                    <a:pt x="7409" y="6327236"/>
                  </a:lnTo>
                  <a:lnTo>
                    <a:pt x="7527" y="6327236"/>
                  </a:lnTo>
                  <a:lnTo>
                    <a:pt x="7527" y="6326805"/>
                  </a:lnTo>
                  <a:lnTo>
                    <a:pt x="7644" y="6326805"/>
                  </a:lnTo>
                  <a:lnTo>
                    <a:pt x="7644" y="6326375"/>
                  </a:lnTo>
                  <a:lnTo>
                    <a:pt x="7762" y="6326375"/>
                  </a:lnTo>
                  <a:lnTo>
                    <a:pt x="7880" y="6326375"/>
                  </a:lnTo>
                  <a:lnTo>
                    <a:pt x="7880" y="6325944"/>
                  </a:lnTo>
                  <a:lnTo>
                    <a:pt x="7997" y="6325944"/>
                  </a:lnTo>
                  <a:lnTo>
                    <a:pt x="7997" y="6325514"/>
                  </a:lnTo>
                  <a:lnTo>
                    <a:pt x="8115" y="6325514"/>
                  </a:lnTo>
                  <a:lnTo>
                    <a:pt x="8232" y="6325514"/>
                  </a:lnTo>
                  <a:lnTo>
                    <a:pt x="8350" y="6325514"/>
                  </a:lnTo>
                  <a:lnTo>
                    <a:pt x="8468" y="6325514"/>
                  </a:lnTo>
                  <a:lnTo>
                    <a:pt x="8585" y="6325514"/>
                  </a:lnTo>
                  <a:lnTo>
                    <a:pt x="8703" y="6325514"/>
                  </a:lnTo>
                  <a:lnTo>
                    <a:pt x="8821" y="6325514"/>
                  </a:lnTo>
                  <a:lnTo>
                    <a:pt x="8821" y="6325083"/>
                  </a:lnTo>
                  <a:lnTo>
                    <a:pt x="8821" y="6324652"/>
                  </a:lnTo>
                  <a:lnTo>
                    <a:pt x="8938" y="6324652"/>
                  </a:lnTo>
                  <a:lnTo>
                    <a:pt x="8938" y="6324222"/>
                  </a:lnTo>
                  <a:lnTo>
                    <a:pt x="8938" y="6323791"/>
                  </a:lnTo>
                  <a:lnTo>
                    <a:pt x="8938" y="6323361"/>
                  </a:lnTo>
                  <a:lnTo>
                    <a:pt x="8938" y="6322930"/>
                  </a:lnTo>
                  <a:lnTo>
                    <a:pt x="9056" y="6322930"/>
                  </a:lnTo>
                  <a:lnTo>
                    <a:pt x="9173" y="6322930"/>
                  </a:lnTo>
                  <a:lnTo>
                    <a:pt x="9291" y="6322930"/>
                  </a:lnTo>
                  <a:lnTo>
                    <a:pt x="9291" y="6322499"/>
                  </a:lnTo>
                  <a:lnTo>
                    <a:pt x="9409" y="6322499"/>
                  </a:lnTo>
                  <a:lnTo>
                    <a:pt x="9409" y="6322069"/>
                  </a:lnTo>
                  <a:lnTo>
                    <a:pt x="9526" y="6322069"/>
                  </a:lnTo>
                  <a:lnTo>
                    <a:pt x="9644" y="6322069"/>
                  </a:lnTo>
                  <a:lnTo>
                    <a:pt x="9761" y="6322069"/>
                  </a:lnTo>
                  <a:lnTo>
                    <a:pt x="9879" y="6322069"/>
                  </a:lnTo>
                  <a:lnTo>
                    <a:pt x="9997" y="6322069"/>
                  </a:lnTo>
                  <a:lnTo>
                    <a:pt x="10114" y="6322069"/>
                  </a:lnTo>
                  <a:lnTo>
                    <a:pt x="10232" y="6322069"/>
                  </a:lnTo>
                  <a:lnTo>
                    <a:pt x="10232" y="6321638"/>
                  </a:lnTo>
                  <a:lnTo>
                    <a:pt x="10350" y="6321638"/>
                  </a:lnTo>
                  <a:lnTo>
                    <a:pt x="10467" y="6321638"/>
                  </a:lnTo>
                  <a:lnTo>
                    <a:pt x="10467" y="6321208"/>
                  </a:lnTo>
                  <a:lnTo>
                    <a:pt x="10585" y="6321208"/>
                  </a:lnTo>
                  <a:lnTo>
                    <a:pt x="10585" y="6320777"/>
                  </a:lnTo>
                  <a:lnTo>
                    <a:pt x="10702" y="6320777"/>
                  </a:lnTo>
                  <a:lnTo>
                    <a:pt x="10820" y="6320777"/>
                  </a:lnTo>
                  <a:lnTo>
                    <a:pt x="10938" y="6320777"/>
                  </a:lnTo>
                  <a:lnTo>
                    <a:pt x="10938" y="6320346"/>
                  </a:lnTo>
                  <a:lnTo>
                    <a:pt x="10938" y="6319916"/>
                  </a:lnTo>
                  <a:lnTo>
                    <a:pt x="11055" y="6319916"/>
                  </a:lnTo>
                  <a:lnTo>
                    <a:pt x="11173" y="6319916"/>
                  </a:lnTo>
                  <a:lnTo>
                    <a:pt x="11173" y="6319485"/>
                  </a:lnTo>
                  <a:lnTo>
                    <a:pt x="11173" y="6319055"/>
                  </a:lnTo>
                  <a:lnTo>
                    <a:pt x="11290" y="6319055"/>
                  </a:lnTo>
                  <a:lnTo>
                    <a:pt x="11290" y="6318624"/>
                  </a:lnTo>
                  <a:lnTo>
                    <a:pt x="11408" y="6318624"/>
                  </a:lnTo>
                  <a:lnTo>
                    <a:pt x="11526" y="6318624"/>
                  </a:lnTo>
                  <a:lnTo>
                    <a:pt x="11643" y="6318624"/>
                  </a:lnTo>
                  <a:lnTo>
                    <a:pt x="11761" y="6318624"/>
                  </a:lnTo>
                  <a:lnTo>
                    <a:pt x="11761" y="6318193"/>
                  </a:lnTo>
                  <a:lnTo>
                    <a:pt x="11761" y="6317763"/>
                  </a:lnTo>
                  <a:lnTo>
                    <a:pt x="11879" y="6317763"/>
                  </a:lnTo>
                  <a:lnTo>
                    <a:pt x="11879" y="6317332"/>
                  </a:lnTo>
                  <a:lnTo>
                    <a:pt x="11996" y="6317332"/>
                  </a:lnTo>
                  <a:lnTo>
                    <a:pt x="12114" y="6317332"/>
                  </a:lnTo>
                  <a:lnTo>
                    <a:pt x="12114" y="6316902"/>
                  </a:lnTo>
                  <a:lnTo>
                    <a:pt x="12114" y="6316471"/>
                  </a:lnTo>
                  <a:lnTo>
                    <a:pt x="12231" y="6316471"/>
                  </a:lnTo>
                  <a:lnTo>
                    <a:pt x="12349" y="6316471"/>
                  </a:lnTo>
                  <a:lnTo>
                    <a:pt x="12467" y="6316471"/>
                  </a:lnTo>
                  <a:lnTo>
                    <a:pt x="12467" y="6316040"/>
                  </a:lnTo>
                  <a:lnTo>
                    <a:pt x="12584" y="6316040"/>
                  </a:lnTo>
                  <a:lnTo>
                    <a:pt x="12702" y="6316040"/>
                  </a:lnTo>
                  <a:lnTo>
                    <a:pt x="12702" y="6315610"/>
                  </a:lnTo>
                  <a:lnTo>
                    <a:pt x="12819" y="6315610"/>
                  </a:lnTo>
                  <a:lnTo>
                    <a:pt x="12937" y="6315610"/>
                  </a:lnTo>
                  <a:lnTo>
                    <a:pt x="13055" y="6315610"/>
                  </a:lnTo>
                  <a:lnTo>
                    <a:pt x="13172" y="6315610"/>
                  </a:lnTo>
                  <a:lnTo>
                    <a:pt x="13290" y="6315610"/>
                  </a:lnTo>
                  <a:lnTo>
                    <a:pt x="13290" y="6315179"/>
                  </a:lnTo>
                  <a:lnTo>
                    <a:pt x="13408" y="6315179"/>
                  </a:lnTo>
                  <a:lnTo>
                    <a:pt x="13408" y="6314749"/>
                  </a:lnTo>
                  <a:lnTo>
                    <a:pt x="13525" y="6314749"/>
                  </a:lnTo>
                  <a:lnTo>
                    <a:pt x="13643" y="6314749"/>
                  </a:lnTo>
                  <a:lnTo>
                    <a:pt x="13643" y="6314318"/>
                  </a:lnTo>
                  <a:lnTo>
                    <a:pt x="13760" y="6314318"/>
                  </a:lnTo>
                  <a:lnTo>
                    <a:pt x="13878" y="6314318"/>
                  </a:lnTo>
                  <a:lnTo>
                    <a:pt x="13878" y="6313887"/>
                  </a:lnTo>
                  <a:lnTo>
                    <a:pt x="13996" y="6313887"/>
                  </a:lnTo>
                  <a:lnTo>
                    <a:pt x="14113" y="6313887"/>
                  </a:lnTo>
                  <a:lnTo>
                    <a:pt x="14113" y="6313457"/>
                  </a:lnTo>
                  <a:lnTo>
                    <a:pt x="14113" y="6313026"/>
                  </a:lnTo>
                  <a:lnTo>
                    <a:pt x="14231" y="6313026"/>
                  </a:lnTo>
                  <a:lnTo>
                    <a:pt x="14231" y="6312596"/>
                  </a:lnTo>
                  <a:lnTo>
                    <a:pt x="14231" y="6312165"/>
                  </a:lnTo>
                  <a:lnTo>
                    <a:pt x="14348" y="6312165"/>
                  </a:lnTo>
                  <a:lnTo>
                    <a:pt x="14466" y="6312165"/>
                  </a:lnTo>
                  <a:lnTo>
                    <a:pt x="14466" y="6311734"/>
                  </a:lnTo>
                  <a:lnTo>
                    <a:pt x="14584" y="6311734"/>
                  </a:lnTo>
                  <a:lnTo>
                    <a:pt x="14584" y="6311304"/>
                  </a:lnTo>
                  <a:lnTo>
                    <a:pt x="14701" y="6311304"/>
                  </a:lnTo>
                  <a:lnTo>
                    <a:pt x="14819" y="6311304"/>
                  </a:lnTo>
                  <a:lnTo>
                    <a:pt x="14937" y="6311304"/>
                  </a:lnTo>
                  <a:lnTo>
                    <a:pt x="14937" y="6310873"/>
                  </a:lnTo>
                  <a:lnTo>
                    <a:pt x="14937" y="6310443"/>
                  </a:lnTo>
                  <a:lnTo>
                    <a:pt x="15054" y="6310443"/>
                  </a:lnTo>
                  <a:lnTo>
                    <a:pt x="15172" y="6310443"/>
                  </a:lnTo>
                  <a:lnTo>
                    <a:pt x="15172" y="6310012"/>
                  </a:lnTo>
                  <a:lnTo>
                    <a:pt x="15289" y="6310012"/>
                  </a:lnTo>
                  <a:lnTo>
                    <a:pt x="15407" y="6310012"/>
                  </a:lnTo>
                  <a:lnTo>
                    <a:pt x="15407" y="6309581"/>
                  </a:lnTo>
                  <a:lnTo>
                    <a:pt x="15525" y="6309581"/>
                  </a:lnTo>
                  <a:lnTo>
                    <a:pt x="15642" y="6309581"/>
                  </a:lnTo>
                  <a:lnTo>
                    <a:pt x="15760" y="6309581"/>
                  </a:lnTo>
                  <a:lnTo>
                    <a:pt x="15877" y="6309581"/>
                  </a:lnTo>
                  <a:lnTo>
                    <a:pt x="15995" y="6309581"/>
                  </a:lnTo>
                  <a:lnTo>
                    <a:pt x="16113" y="6309581"/>
                  </a:lnTo>
                  <a:lnTo>
                    <a:pt x="16230" y="6309581"/>
                  </a:lnTo>
                  <a:lnTo>
                    <a:pt x="16348" y="6309581"/>
                  </a:lnTo>
                  <a:lnTo>
                    <a:pt x="16465" y="6309581"/>
                  </a:lnTo>
                  <a:lnTo>
                    <a:pt x="16465" y="6309151"/>
                  </a:lnTo>
                  <a:lnTo>
                    <a:pt x="16465" y="6308720"/>
                  </a:lnTo>
                  <a:lnTo>
                    <a:pt x="16465" y="6308290"/>
                  </a:lnTo>
                  <a:lnTo>
                    <a:pt x="16465" y="6307859"/>
                  </a:lnTo>
                  <a:lnTo>
                    <a:pt x="16583" y="6307859"/>
                  </a:lnTo>
                  <a:lnTo>
                    <a:pt x="16701" y="6307859"/>
                  </a:lnTo>
                  <a:lnTo>
                    <a:pt x="16818" y="6307859"/>
                  </a:lnTo>
                  <a:lnTo>
                    <a:pt x="16936" y="6307859"/>
                  </a:lnTo>
                  <a:lnTo>
                    <a:pt x="17054" y="6307859"/>
                  </a:lnTo>
                  <a:lnTo>
                    <a:pt x="17171" y="6307859"/>
                  </a:lnTo>
                  <a:lnTo>
                    <a:pt x="17289" y="6307859"/>
                  </a:lnTo>
                  <a:lnTo>
                    <a:pt x="17406" y="6307859"/>
                  </a:lnTo>
                  <a:lnTo>
                    <a:pt x="17406" y="6307428"/>
                  </a:lnTo>
                  <a:lnTo>
                    <a:pt x="17524" y="6307428"/>
                  </a:lnTo>
                  <a:lnTo>
                    <a:pt x="17642" y="6307428"/>
                  </a:lnTo>
                  <a:lnTo>
                    <a:pt x="17642" y="6306998"/>
                  </a:lnTo>
                  <a:lnTo>
                    <a:pt x="17759" y="6306998"/>
                  </a:lnTo>
                  <a:lnTo>
                    <a:pt x="17877" y="6306998"/>
                  </a:lnTo>
                  <a:lnTo>
                    <a:pt x="17994" y="6306998"/>
                  </a:lnTo>
                  <a:lnTo>
                    <a:pt x="18112" y="6306998"/>
                  </a:lnTo>
                  <a:lnTo>
                    <a:pt x="18230" y="6306998"/>
                  </a:lnTo>
                  <a:lnTo>
                    <a:pt x="18230" y="6306567"/>
                  </a:lnTo>
                  <a:lnTo>
                    <a:pt x="18347" y="6306567"/>
                  </a:lnTo>
                  <a:lnTo>
                    <a:pt x="18465" y="6306567"/>
                  </a:lnTo>
                  <a:lnTo>
                    <a:pt x="18583" y="6306567"/>
                  </a:lnTo>
                  <a:lnTo>
                    <a:pt x="18700" y="6306567"/>
                  </a:lnTo>
                  <a:lnTo>
                    <a:pt x="18818" y="6306567"/>
                  </a:lnTo>
                  <a:lnTo>
                    <a:pt x="18818" y="6306137"/>
                  </a:lnTo>
                  <a:lnTo>
                    <a:pt x="18818" y="6305706"/>
                  </a:lnTo>
                  <a:lnTo>
                    <a:pt x="18818" y="6305275"/>
                  </a:lnTo>
                  <a:lnTo>
                    <a:pt x="18935" y="6305275"/>
                  </a:lnTo>
                  <a:lnTo>
                    <a:pt x="19053" y="6305275"/>
                  </a:lnTo>
                  <a:lnTo>
                    <a:pt x="19171" y="6305275"/>
                  </a:lnTo>
                  <a:lnTo>
                    <a:pt x="19288" y="6305275"/>
                  </a:lnTo>
                  <a:lnTo>
                    <a:pt x="19406" y="6305275"/>
                  </a:lnTo>
                  <a:lnTo>
                    <a:pt x="19523" y="6305275"/>
                  </a:lnTo>
                  <a:lnTo>
                    <a:pt x="19641" y="6305275"/>
                  </a:lnTo>
                  <a:lnTo>
                    <a:pt x="19759" y="6305275"/>
                  </a:lnTo>
                  <a:lnTo>
                    <a:pt x="19876" y="6305275"/>
                  </a:lnTo>
                  <a:lnTo>
                    <a:pt x="19876" y="6304845"/>
                  </a:lnTo>
                  <a:lnTo>
                    <a:pt x="19876" y="6304414"/>
                  </a:lnTo>
                  <a:lnTo>
                    <a:pt x="19994" y="6304414"/>
                  </a:lnTo>
                  <a:lnTo>
                    <a:pt x="20112" y="6304414"/>
                  </a:lnTo>
                  <a:lnTo>
                    <a:pt x="20229" y="6304414"/>
                  </a:lnTo>
                  <a:lnTo>
                    <a:pt x="20347" y="6304414"/>
                  </a:lnTo>
                  <a:lnTo>
                    <a:pt x="20347" y="6303984"/>
                  </a:lnTo>
                  <a:lnTo>
                    <a:pt x="20464" y="6303984"/>
                  </a:lnTo>
                  <a:lnTo>
                    <a:pt x="20582" y="6303984"/>
                  </a:lnTo>
                  <a:lnTo>
                    <a:pt x="20700" y="6303984"/>
                  </a:lnTo>
                  <a:lnTo>
                    <a:pt x="20817" y="6303984"/>
                  </a:lnTo>
                  <a:lnTo>
                    <a:pt x="20817" y="6303553"/>
                  </a:lnTo>
                  <a:lnTo>
                    <a:pt x="20935" y="6303553"/>
                  </a:lnTo>
                  <a:lnTo>
                    <a:pt x="21052" y="6303553"/>
                  </a:lnTo>
                  <a:lnTo>
                    <a:pt x="21170" y="6303553"/>
                  </a:lnTo>
                  <a:lnTo>
                    <a:pt x="21288" y="6303553"/>
                  </a:lnTo>
                  <a:lnTo>
                    <a:pt x="21405" y="6303553"/>
                  </a:lnTo>
                  <a:lnTo>
                    <a:pt x="21523" y="6303553"/>
                  </a:lnTo>
                  <a:lnTo>
                    <a:pt x="21641" y="6303553"/>
                  </a:lnTo>
                  <a:lnTo>
                    <a:pt x="21758" y="6303553"/>
                  </a:lnTo>
                  <a:lnTo>
                    <a:pt x="21876" y="6303553"/>
                  </a:lnTo>
                  <a:lnTo>
                    <a:pt x="21993" y="6303553"/>
                  </a:lnTo>
                  <a:lnTo>
                    <a:pt x="21993" y="6303122"/>
                  </a:lnTo>
                  <a:lnTo>
                    <a:pt x="21993" y="6302692"/>
                  </a:lnTo>
                  <a:lnTo>
                    <a:pt x="21993" y="6302261"/>
                  </a:lnTo>
                  <a:lnTo>
                    <a:pt x="22111" y="6302261"/>
                  </a:lnTo>
                  <a:lnTo>
                    <a:pt x="22229" y="6302261"/>
                  </a:lnTo>
                  <a:lnTo>
                    <a:pt x="22346" y="6302261"/>
                  </a:lnTo>
                  <a:lnTo>
                    <a:pt x="22346" y="6301831"/>
                  </a:lnTo>
                  <a:lnTo>
                    <a:pt x="22464" y="6301831"/>
                  </a:lnTo>
                  <a:lnTo>
                    <a:pt x="22464" y="6301400"/>
                  </a:lnTo>
                  <a:lnTo>
                    <a:pt x="22581" y="6301400"/>
                  </a:lnTo>
                  <a:lnTo>
                    <a:pt x="22699" y="6301400"/>
                  </a:lnTo>
                  <a:lnTo>
                    <a:pt x="22817" y="6301400"/>
                  </a:lnTo>
                  <a:lnTo>
                    <a:pt x="22934" y="6301400"/>
                  </a:lnTo>
                  <a:lnTo>
                    <a:pt x="22934" y="6300969"/>
                  </a:lnTo>
                  <a:lnTo>
                    <a:pt x="23052" y="6300969"/>
                  </a:lnTo>
                  <a:lnTo>
                    <a:pt x="23170" y="6300969"/>
                  </a:lnTo>
                  <a:lnTo>
                    <a:pt x="23287" y="6300969"/>
                  </a:lnTo>
                  <a:lnTo>
                    <a:pt x="23405" y="6300969"/>
                  </a:lnTo>
                  <a:lnTo>
                    <a:pt x="23522" y="6300969"/>
                  </a:lnTo>
                  <a:lnTo>
                    <a:pt x="23640" y="6300969"/>
                  </a:lnTo>
                  <a:lnTo>
                    <a:pt x="23640" y="6300539"/>
                  </a:lnTo>
                  <a:lnTo>
                    <a:pt x="23640" y="6300108"/>
                  </a:lnTo>
                  <a:lnTo>
                    <a:pt x="23758" y="6300108"/>
                  </a:lnTo>
                  <a:lnTo>
                    <a:pt x="23875" y="6300108"/>
                  </a:lnTo>
                  <a:lnTo>
                    <a:pt x="23993" y="6300108"/>
                  </a:lnTo>
                  <a:lnTo>
                    <a:pt x="23993" y="6299678"/>
                  </a:lnTo>
                  <a:lnTo>
                    <a:pt x="23993" y="6299247"/>
                  </a:lnTo>
                  <a:lnTo>
                    <a:pt x="24110" y="6299247"/>
                  </a:lnTo>
                  <a:lnTo>
                    <a:pt x="24228" y="6299247"/>
                  </a:lnTo>
                  <a:lnTo>
                    <a:pt x="24228" y="6298816"/>
                  </a:lnTo>
                  <a:lnTo>
                    <a:pt x="24228" y="6298386"/>
                  </a:lnTo>
                  <a:lnTo>
                    <a:pt x="24346" y="6298386"/>
                  </a:lnTo>
                  <a:lnTo>
                    <a:pt x="24463" y="6298386"/>
                  </a:lnTo>
                  <a:lnTo>
                    <a:pt x="24581" y="6298386"/>
                  </a:lnTo>
                  <a:lnTo>
                    <a:pt x="24698" y="6298386"/>
                  </a:lnTo>
                  <a:lnTo>
                    <a:pt x="24816" y="6298386"/>
                  </a:lnTo>
                  <a:lnTo>
                    <a:pt x="24816" y="6297955"/>
                  </a:lnTo>
                  <a:lnTo>
                    <a:pt x="24934" y="6297955"/>
                  </a:lnTo>
                  <a:lnTo>
                    <a:pt x="25051" y="6297955"/>
                  </a:lnTo>
                  <a:lnTo>
                    <a:pt x="25051" y="6297525"/>
                  </a:lnTo>
                  <a:lnTo>
                    <a:pt x="25051" y="6297094"/>
                  </a:lnTo>
                  <a:lnTo>
                    <a:pt x="25169" y="6297094"/>
                  </a:lnTo>
                  <a:lnTo>
                    <a:pt x="25169" y="6296663"/>
                  </a:lnTo>
                  <a:lnTo>
                    <a:pt x="25287" y="6296663"/>
                  </a:lnTo>
                  <a:lnTo>
                    <a:pt x="25404" y="6296663"/>
                  </a:lnTo>
                  <a:lnTo>
                    <a:pt x="25522" y="6296663"/>
                  </a:lnTo>
                  <a:lnTo>
                    <a:pt x="25639" y="6296663"/>
                  </a:lnTo>
                  <a:lnTo>
                    <a:pt x="25757" y="6296663"/>
                  </a:lnTo>
                  <a:lnTo>
                    <a:pt x="25875" y="6296663"/>
                  </a:lnTo>
                  <a:lnTo>
                    <a:pt x="25992" y="6296663"/>
                  </a:lnTo>
                  <a:lnTo>
                    <a:pt x="25992" y="6296233"/>
                  </a:lnTo>
                  <a:lnTo>
                    <a:pt x="26110" y="6296233"/>
                  </a:lnTo>
                  <a:lnTo>
                    <a:pt x="26227" y="6296233"/>
                  </a:lnTo>
                  <a:lnTo>
                    <a:pt x="26345" y="6296233"/>
                  </a:lnTo>
                  <a:lnTo>
                    <a:pt x="26463" y="6296233"/>
                  </a:lnTo>
                  <a:lnTo>
                    <a:pt x="26580" y="6296233"/>
                  </a:lnTo>
                  <a:lnTo>
                    <a:pt x="26698" y="6296233"/>
                  </a:lnTo>
                  <a:lnTo>
                    <a:pt x="26698" y="6295802"/>
                  </a:lnTo>
                  <a:lnTo>
                    <a:pt x="26816" y="6295802"/>
                  </a:lnTo>
                  <a:lnTo>
                    <a:pt x="26933" y="6295802"/>
                  </a:lnTo>
                  <a:lnTo>
                    <a:pt x="27051" y="6295802"/>
                  </a:lnTo>
                  <a:lnTo>
                    <a:pt x="27051" y="6295372"/>
                  </a:lnTo>
                  <a:lnTo>
                    <a:pt x="27168" y="6295372"/>
                  </a:lnTo>
                  <a:lnTo>
                    <a:pt x="27286" y="6295372"/>
                  </a:lnTo>
                  <a:lnTo>
                    <a:pt x="27286" y="6294941"/>
                  </a:lnTo>
                  <a:lnTo>
                    <a:pt x="27404" y="6294941"/>
                  </a:lnTo>
                  <a:lnTo>
                    <a:pt x="27521" y="6294941"/>
                  </a:lnTo>
                  <a:lnTo>
                    <a:pt x="27639" y="6294941"/>
                  </a:lnTo>
                  <a:lnTo>
                    <a:pt x="27756" y="6294941"/>
                  </a:lnTo>
                  <a:lnTo>
                    <a:pt x="27756" y="6294510"/>
                  </a:lnTo>
                  <a:lnTo>
                    <a:pt x="27874" y="6294510"/>
                  </a:lnTo>
                  <a:lnTo>
                    <a:pt x="27992" y="6294510"/>
                  </a:lnTo>
                  <a:lnTo>
                    <a:pt x="28109" y="6294510"/>
                  </a:lnTo>
                  <a:lnTo>
                    <a:pt x="28227" y="6294510"/>
                  </a:lnTo>
                  <a:lnTo>
                    <a:pt x="28345" y="6294510"/>
                  </a:lnTo>
                  <a:lnTo>
                    <a:pt x="28462" y="6294510"/>
                  </a:lnTo>
                  <a:lnTo>
                    <a:pt x="28462" y="6294080"/>
                  </a:lnTo>
                  <a:lnTo>
                    <a:pt x="28462" y="6293649"/>
                  </a:lnTo>
                  <a:lnTo>
                    <a:pt x="28580" y="6293649"/>
                  </a:lnTo>
                  <a:lnTo>
                    <a:pt x="28697" y="6293649"/>
                  </a:lnTo>
                  <a:lnTo>
                    <a:pt x="28815" y="6293649"/>
                  </a:lnTo>
                  <a:lnTo>
                    <a:pt x="28933" y="6293649"/>
                  </a:lnTo>
                  <a:lnTo>
                    <a:pt x="28933" y="6293219"/>
                  </a:lnTo>
                  <a:lnTo>
                    <a:pt x="28933" y="6292788"/>
                  </a:lnTo>
                  <a:lnTo>
                    <a:pt x="29050" y="6292788"/>
                  </a:lnTo>
                  <a:lnTo>
                    <a:pt x="29168" y="6292788"/>
                  </a:lnTo>
                  <a:lnTo>
                    <a:pt x="29168" y="6292357"/>
                  </a:lnTo>
                  <a:lnTo>
                    <a:pt x="29285" y="6292357"/>
                  </a:lnTo>
                  <a:lnTo>
                    <a:pt x="29403" y="6292357"/>
                  </a:lnTo>
                  <a:lnTo>
                    <a:pt x="29521" y="6292357"/>
                  </a:lnTo>
                  <a:lnTo>
                    <a:pt x="29521" y="6291927"/>
                  </a:lnTo>
                  <a:lnTo>
                    <a:pt x="29521" y="6291496"/>
                  </a:lnTo>
                  <a:lnTo>
                    <a:pt x="29521" y="6291066"/>
                  </a:lnTo>
                  <a:lnTo>
                    <a:pt x="29638" y="6291066"/>
                  </a:lnTo>
                  <a:lnTo>
                    <a:pt x="29756" y="6291066"/>
                  </a:lnTo>
                  <a:lnTo>
                    <a:pt x="29756" y="6290635"/>
                  </a:lnTo>
                  <a:lnTo>
                    <a:pt x="29874" y="6290635"/>
                  </a:lnTo>
                  <a:lnTo>
                    <a:pt x="29991" y="6290635"/>
                  </a:lnTo>
                  <a:lnTo>
                    <a:pt x="30109" y="6290635"/>
                  </a:lnTo>
                  <a:lnTo>
                    <a:pt x="30109" y="6290204"/>
                  </a:lnTo>
                  <a:lnTo>
                    <a:pt x="30226" y="6290204"/>
                  </a:lnTo>
                  <a:lnTo>
                    <a:pt x="30226" y="6289774"/>
                  </a:lnTo>
                  <a:lnTo>
                    <a:pt x="30226" y="6289343"/>
                  </a:lnTo>
                  <a:lnTo>
                    <a:pt x="30344" y="6289343"/>
                  </a:lnTo>
                  <a:lnTo>
                    <a:pt x="30462" y="6289343"/>
                  </a:lnTo>
                  <a:lnTo>
                    <a:pt x="30579" y="6289343"/>
                  </a:lnTo>
                  <a:lnTo>
                    <a:pt x="30697" y="6289343"/>
                  </a:lnTo>
                  <a:lnTo>
                    <a:pt x="30814" y="6289343"/>
                  </a:lnTo>
                  <a:lnTo>
                    <a:pt x="30814" y="6288913"/>
                  </a:lnTo>
                  <a:lnTo>
                    <a:pt x="30932" y="6288913"/>
                  </a:lnTo>
                  <a:lnTo>
                    <a:pt x="31050" y="6288913"/>
                  </a:lnTo>
                  <a:lnTo>
                    <a:pt x="31167" y="6288913"/>
                  </a:lnTo>
                  <a:lnTo>
                    <a:pt x="31285" y="6288913"/>
                  </a:lnTo>
                  <a:lnTo>
                    <a:pt x="31403" y="6288913"/>
                  </a:lnTo>
                  <a:lnTo>
                    <a:pt x="31403" y="6288482"/>
                  </a:lnTo>
                  <a:lnTo>
                    <a:pt x="31520" y="6288482"/>
                  </a:lnTo>
                  <a:lnTo>
                    <a:pt x="31520" y="6288051"/>
                  </a:lnTo>
                  <a:lnTo>
                    <a:pt x="31638" y="6288051"/>
                  </a:lnTo>
                  <a:lnTo>
                    <a:pt x="31638" y="6287621"/>
                  </a:lnTo>
                  <a:lnTo>
                    <a:pt x="31638" y="6287190"/>
                  </a:lnTo>
                  <a:lnTo>
                    <a:pt x="31638" y="6286760"/>
                  </a:lnTo>
                  <a:lnTo>
                    <a:pt x="31755" y="6286760"/>
                  </a:lnTo>
                  <a:lnTo>
                    <a:pt x="31873" y="6286760"/>
                  </a:lnTo>
                  <a:lnTo>
                    <a:pt x="31991" y="6286760"/>
                  </a:lnTo>
                  <a:lnTo>
                    <a:pt x="32108" y="6286760"/>
                  </a:lnTo>
                  <a:lnTo>
                    <a:pt x="32108" y="6286329"/>
                  </a:lnTo>
                  <a:lnTo>
                    <a:pt x="32226" y="6286329"/>
                  </a:lnTo>
                  <a:lnTo>
                    <a:pt x="32226" y="6285898"/>
                  </a:lnTo>
                  <a:lnTo>
                    <a:pt x="32343" y="6285898"/>
                  </a:lnTo>
                  <a:lnTo>
                    <a:pt x="32461" y="6285898"/>
                  </a:lnTo>
                  <a:lnTo>
                    <a:pt x="32579" y="6285898"/>
                  </a:lnTo>
                  <a:lnTo>
                    <a:pt x="32696" y="6285898"/>
                  </a:lnTo>
                  <a:lnTo>
                    <a:pt x="32814" y="6285898"/>
                  </a:lnTo>
                  <a:lnTo>
                    <a:pt x="32931" y="6285898"/>
                  </a:lnTo>
                  <a:lnTo>
                    <a:pt x="33049" y="6285898"/>
                  </a:lnTo>
                  <a:lnTo>
                    <a:pt x="33049" y="6285468"/>
                  </a:lnTo>
                  <a:lnTo>
                    <a:pt x="33049" y="6285037"/>
                  </a:lnTo>
                  <a:lnTo>
                    <a:pt x="33167" y="6285037"/>
                  </a:lnTo>
                  <a:lnTo>
                    <a:pt x="33284" y="6285037"/>
                  </a:lnTo>
                  <a:lnTo>
                    <a:pt x="33284" y="6284607"/>
                  </a:lnTo>
                  <a:lnTo>
                    <a:pt x="33402" y="6284607"/>
                  </a:lnTo>
                  <a:lnTo>
                    <a:pt x="33402" y="6284176"/>
                  </a:lnTo>
                  <a:lnTo>
                    <a:pt x="33402" y="6283745"/>
                  </a:lnTo>
                  <a:lnTo>
                    <a:pt x="33402" y="6283315"/>
                  </a:lnTo>
                  <a:lnTo>
                    <a:pt x="33402" y="6282884"/>
                  </a:lnTo>
                  <a:lnTo>
                    <a:pt x="33402" y="6282454"/>
                  </a:lnTo>
                  <a:lnTo>
                    <a:pt x="33520" y="6282454"/>
                  </a:lnTo>
                  <a:lnTo>
                    <a:pt x="33637" y="6282454"/>
                  </a:lnTo>
                  <a:lnTo>
                    <a:pt x="33755" y="6282454"/>
                  </a:lnTo>
                  <a:lnTo>
                    <a:pt x="33872" y="6282454"/>
                  </a:lnTo>
                  <a:lnTo>
                    <a:pt x="33872" y="6282023"/>
                  </a:lnTo>
                  <a:lnTo>
                    <a:pt x="33990" y="6282023"/>
                  </a:lnTo>
                  <a:lnTo>
                    <a:pt x="34108" y="6282023"/>
                  </a:lnTo>
                  <a:lnTo>
                    <a:pt x="34225" y="6282023"/>
                  </a:lnTo>
                  <a:lnTo>
                    <a:pt x="34343" y="6282023"/>
                  </a:lnTo>
                  <a:lnTo>
                    <a:pt x="34460" y="6282023"/>
                  </a:lnTo>
                  <a:lnTo>
                    <a:pt x="34460" y="6281592"/>
                  </a:lnTo>
                  <a:lnTo>
                    <a:pt x="34460" y="6281162"/>
                  </a:lnTo>
                  <a:lnTo>
                    <a:pt x="34460" y="6280731"/>
                  </a:lnTo>
                  <a:lnTo>
                    <a:pt x="34578" y="6280731"/>
                  </a:lnTo>
                  <a:lnTo>
                    <a:pt x="34696" y="6280731"/>
                  </a:lnTo>
                  <a:lnTo>
                    <a:pt x="34813" y="6280731"/>
                  </a:lnTo>
                  <a:lnTo>
                    <a:pt x="34813" y="6280301"/>
                  </a:lnTo>
                  <a:lnTo>
                    <a:pt x="34813" y="6279870"/>
                  </a:lnTo>
                  <a:lnTo>
                    <a:pt x="34931" y="6279870"/>
                  </a:lnTo>
                  <a:lnTo>
                    <a:pt x="34931" y="6279439"/>
                  </a:lnTo>
                  <a:lnTo>
                    <a:pt x="35049" y="6279439"/>
                  </a:lnTo>
                  <a:lnTo>
                    <a:pt x="35049" y="6279009"/>
                  </a:lnTo>
                  <a:lnTo>
                    <a:pt x="35166" y="6279009"/>
                  </a:lnTo>
                  <a:lnTo>
                    <a:pt x="35284" y="6279009"/>
                  </a:lnTo>
                  <a:lnTo>
                    <a:pt x="35401" y="6279009"/>
                  </a:lnTo>
                  <a:lnTo>
                    <a:pt x="35401" y="6278578"/>
                  </a:lnTo>
                  <a:lnTo>
                    <a:pt x="35519" y="6278578"/>
                  </a:lnTo>
                  <a:lnTo>
                    <a:pt x="35519" y="6278148"/>
                  </a:lnTo>
                  <a:lnTo>
                    <a:pt x="35519" y="6277717"/>
                  </a:lnTo>
                  <a:lnTo>
                    <a:pt x="35519" y="6277286"/>
                  </a:lnTo>
                  <a:lnTo>
                    <a:pt x="35519" y="6276856"/>
                  </a:lnTo>
                  <a:lnTo>
                    <a:pt x="35519" y="6276425"/>
                  </a:lnTo>
                  <a:lnTo>
                    <a:pt x="35637" y="6276425"/>
                  </a:lnTo>
                  <a:lnTo>
                    <a:pt x="35754" y="6276425"/>
                  </a:lnTo>
                  <a:lnTo>
                    <a:pt x="35872" y="6276425"/>
                  </a:lnTo>
                  <a:lnTo>
                    <a:pt x="35872" y="6275995"/>
                  </a:lnTo>
                  <a:lnTo>
                    <a:pt x="35872" y="6275564"/>
                  </a:lnTo>
                  <a:lnTo>
                    <a:pt x="35872" y="6275133"/>
                  </a:lnTo>
                  <a:lnTo>
                    <a:pt x="35989" y="6275133"/>
                  </a:lnTo>
                  <a:lnTo>
                    <a:pt x="35989" y="6274703"/>
                  </a:lnTo>
                  <a:lnTo>
                    <a:pt x="35989" y="6274272"/>
                  </a:lnTo>
                  <a:lnTo>
                    <a:pt x="36107" y="6274272"/>
                  </a:lnTo>
                  <a:lnTo>
                    <a:pt x="36225" y="6274272"/>
                  </a:lnTo>
                  <a:lnTo>
                    <a:pt x="36342" y="6274272"/>
                  </a:lnTo>
                  <a:lnTo>
                    <a:pt x="36460" y="6274272"/>
                  </a:lnTo>
                  <a:lnTo>
                    <a:pt x="36578" y="6274272"/>
                  </a:lnTo>
                  <a:lnTo>
                    <a:pt x="36695" y="6274272"/>
                  </a:lnTo>
                  <a:lnTo>
                    <a:pt x="36813" y="6274272"/>
                  </a:lnTo>
                  <a:lnTo>
                    <a:pt x="36930" y="6274272"/>
                  </a:lnTo>
                  <a:lnTo>
                    <a:pt x="37048" y="6274272"/>
                  </a:lnTo>
                  <a:lnTo>
                    <a:pt x="37166" y="6274272"/>
                  </a:lnTo>
                  <a:lnTo>
                    <a:pt x="37283" y="6274272"/>
                  </a:lnTo>
                  <a:lnTo>
                    <a:pt x="37401" y="6274272"/>
                  </a:lnTo>
                  <a:lnTo>
                    <a:pt x="37401" y="6273842"/>
                  </a:lnTo>
                  <a:lnTo>
                    <a:pt x="37518" y="6273842"/>
                  </a:lnTo>
                  <a:lnTo>
                    <a:pt x="37636" y="6273842"/>
                  </a:lnTo>
                  <a:lnTo>
                    <a:pt x="37636" y="6273411"/>
                  </a:lnTo>
                  <a:lnTo>
                    <a:pt x="37636" y="6272980"/>
                  </a:lnTo>
                  <a:lnTo>
                    <a:pt x="37754" y="6272980"/>
                  </a:lnTo>
                  <a:lnTo>
                    <a:pt x="37871" y="6272980"/>
                  </a:lnTo>
                  <a:lnTo>
                    <a:pt x="37871" y="6272550"/>
                  </a:lnTo>
                  <a:lnTo>
                    <a:pt x="37871" y="6272119"/>
                  </a:lnTo>
                  <a:lnTo>
                    <a:pt x="37989" y="6272119"/>
                  </a:lnTo>
                  <a:lnTo>
                    <a:pt x="38107" y="6272119"/>
                  </a:lnTo>
                  <a:lnTo>
                    <a:pt x="38224" y="6272119"/>
                  </a:lnTo>
                  <a:lnTo>
                    <a:pt x="38224" y="6271689"/>
                  </a:lnTo>
                  <a:lnTo>
                    <a:pt x="38224" y="6271258"/>
                  </a:lnTo>
                  <a:lnTo>
                    <a:pt x="38224" y="6270827"/>
                  </a:lnTo>
                  <a:lnTo>
                    <a:pt x="38224" y="6270397"/>
                  </a:lnTo>
                  <a:lnTo>
                    <a:pt x="38224" y="6269966"/>
                  </a:lnTo>
                  <a:lnTo>
                    <a:pt x="38224" y="6269536"/>
                  </a:lnTo>
                  <a:lnTo>
                    <a:pt x="38342" y="6269536"/>
                  </a:lnTo>
                  <a:lnTo>
                    <a:pt x="38459" y="6269536"/>
                  </a:lnTo>
                  <a:lnTo>
                    <a:pt x="38577" y="6269536"/>
                  </a:lnTo>
                  <a:lnTo>
                    <a:pt x="38695" y="6269536"/>
                  </a:lnTo>
                  <a:lnTo>
                    <a:pt x="38812" y="6269536"/>
                  </a:lnTo>
                  <a:lnTo>
                    <a:pt x="38930" y="6269536"/>
                  </a:lnTo>
                  <a:lnTo>
                    <a:pt x="38930" y="6269105"/>
                  </a:lnTo>
                  <a:lnTo>
                    <a:pt x="39047" y="6269105"/>
                  </a:lnTo>
                  <a:lnTo>
                    <a:pt x="39165" y="6269105"/>
                  </a:lnTo>
                  <a:lnTo>
                    <a:pt x="39283" y="6269105"/>
                  </a:lnTo>
                  <a:lnTo>
                    <a:pt x="39400" y="6269105"/>
                  </a:lnTo>
                  <a:lnTo>
                    <a:pt x="39518" y="6269105"/>
                  </a:lnTo>
                  <a:lnTo>
                    <a:pt x="39636" y="6269105"/>
                  </a:lnTo>
                  <a:lnTo>
                    <a:pt x="39636" y="6268674"/>
                  </a:lnTo>
                  <a:lnTo>
                    <a:pt x="39636" y="6268244"/>
                  </a:lnTo>
                  <a:lnTo>
                    <a:pt x="39636" y="6267813"/>
                  </a:lnTo>
                  <a:lnTo>
                    <a:pt x="39753" y="6267813"/>
                  </a:lnTo>
                  <a:lnTo>
                    <a:pt x="39871" y="6267813"/>
                  </a:lnTo>
                  <a:lnTo>
                    <a:pt x="39871" y="6267383"/>
                  </a:lnTo>
                  <a:lnTo>
                    <a:pt x="39871" y="6266952"/>
                  </a:lnTo>
                  <a:lnTo>
                    <a:pt x="39871" y="6266521"/>
                  </a:lnTo>
                  <a:lnTo>
                    <a:pt x="39988" y="6266521"/>
                  </a:lnTo>
                  <a:lnTo>
                    <a:pt x="39988" y="6266091"/>
                  </a:lnTo>
                  <a:lnTo>
                    <a:pt x="40106" y="6266091"/>
                  </a:lnTo>
                  <a:lnTo>
                    <a:pt x="40224" y="6266091"/>
                  </a:lnTo>
                  <a:lnTo>
                    <a:pt x="40224" y="6265660"/>
                  </a:lnTo>
                  <a:lnTo>
                    <a:pt x="40341" y="6265660"/>
                  </a:lnTo>
                  <a:lnTo>
                    <a:pt x="40341" y="6265230"/>
                  </a:lnTo>
                  <a:lnTo>
                    <a:pt x="40459" y="6265230"/>
                  </a:lnTo>
                  <a:lnTo>
                    <a:pt x="40459" y="6264799"/>
                  </a:lnTo>
                  <a:lnTo>
                    <a:pt x="40576" y="6264799"/>
                  </a:lnTo>
                  <a:lnTo>
                    <a:pt x="40694" y="6264799"/>
                  </a:lnTo>
                  <a:lnTo>
                    <a:pt x="40694" y="6264368"/>
                  </a:lnTo>
                  <a:lnTo>
                    <a:pt x="40694" y="6263938"/>
                  </a:lnTo>
                  <a:lnTo>
                    <a:pt x="40812" y="6263938"/>
                  </a:lnTo>
                  <a:lnTo>
                    <a:pt x="40812" y="6263507"/>
                  </a:lnTo>
                  <a:lnTo>
                    <a:pt x="40929" y="6263507"/>
                  </a:lnTo>
                  <a:lnTo>
                    <a:pt x="40929" y="6263077"/>
                  </a:lnTo>
                  <a:lnTo>
                    <a:pt x="41047" y="6263077"/>
                  </a:lnTo>
                  <a:lnTo>
                    <a:pt x="41164" y="6263077"/>
                  </a:lnTo>
                  <a:lnTo>
                    <a:pt x="41282" y="6263077"/>
                  </a:lnTo>
                  <a:lnTo>
                    <a:pt x="41400" y="6263077"/>
                  </a:lnTo>
                  <a:lnTo>
                    <a:pt x="41400" y="6262646"/>
                  </a:lnTo>
                  <a:lnTo>
                    <a:pt x="41400" y="6262215"/>
                  </a:lnTo>
                  <a:lnTo>
                    <a:pt x="41517" y="6262215"/>
                  </a:lnTo>
                  <a:lnTo>
                    <a:pt x="41517" y="6261785"/>
                  </a:lnTo>
                  <a:lnTo>
                    <a:pt x="41635" y="6261785"/>
                  </a:lnTo>
                  <a:lnTo>
                    <a:pt x="41635" y="6261354"/>
                  </a:lnTo>
                  <a:lnTo>
                    <a:pt x="41753" y="6261354"/>
                  </a:lnTo>
                  <a:lnTo>
                    <a:pt x="41870" y="6261354"/>
                  </a:lnTo>
                  <a:lnTo>
                    <a:pt x="41988" y="6261354"/>
                  </a:lnTo>
                  <a:lnTo>
                    <a:pt x="42105" y="6261354"/>
                  </a:lnTo>
                  <a:lnTo>
                    <a:pt x="42105" y="6260924"/>
                  </a:lnTo>
                  <a:lnTo>
                    <a:pt x="42223" y="6260924"/>
                  </a:lnTo>
                  <a:lnTo>
                    <a:pt x="42341" y="6260924"/>
                  </a:lnTo>
                  <a:lnTo>
                    <a:pt x="42458" y="6260924"/>
                  </a:lnTo>
                  <a:lnTo>
                    <a:pt x="42576" y="6260924"/>
                  </a:lnTo>
                  <a:lnTo>
                    <a:pt x="42693" y="6260924"/>
                  </a:lnTo>
                  <a:lnTo>
                    <a:pt x="42693" y="6260493"/>
                  </a:lnTo>
                  <a:lnTo>
                    <a:pt x="42811" y="6260493"/>
                  </a:lnTo>
                  <a:lnTo>
                    <a:pt x="42929" y="6260493"/>
                  </a:lnTo>
                  <a:lnTo>
                    <a:pt x="43046" y="6260493"/>
                  </a:lnTo>
                  <a:lnTo>
                    <a:pt x="43046" y="6260062"/>
                  </a:lnTo>
                  <a:lnTo>
                    <a:pt x="43046" y="6259632"/>
                  </a:lnTo>
                  <a:lnTo>
                    <a:pt x="43164" y="6259632"/>
                  </a:lnTo>
                  <a:lnTo>
                    <a:pt x="43164" y="6259201"/>
                  </a:lnTo>
                  <a:lnTo>
                    <a:pt x="43282" y="6259201"/>
                  </a:lnTo>
                  <a:lnTo>
                    <a:pt x="43282" y="6258771"/>
                  </a:lnTo>
                  <a:lnTo>
                    <a:pt x="43399" y="6258771"/>
                  </a:lnTo>
                  <a:lnTo>
                    <a:pt x="43517" y="6258771"/>
                  </a:lnTo>
                  <a:lnTo>
                    <a:pt x="43517" y="6258340"/>
                  </a:lnTo>
                  <a:lnTo>
                    <a:pt x="43634" y="6258340"/>
                  </a:lnTo>
                  <a:lnTo>
                    <a:pt x="43752" y="6258340"/>
                  </a:lnTo>
                  <a:lnTo>
                    <a:pt x="43870" y="6258340"/>
                  </a:lnTo>
                  <a:lnTo>
                    <a:pt x="43870" y="6257909"/>
                  </a:lnTo>
                  <a:lnTo>
                    <a:pt x="43987" y="6257909"/>
                  </a:lnTo>
                  <a:lnTo>
                    <a:pt x="44105" y="6257909"/>
                  </a:lnTo>
                  <a:lnTo>
                    <a:pt x="44222" y="6257909"/>
                  </a:lnTo>
                  <a:lnTo>
                    <a:pt x="44340" y="6257909"/>
                  </a:lnTo>
                  <a:lnTo>
                    <a:pt x="44458" y="6257909"/>
                  </a:lnTo>
                  <a:lnTo>
                    <a:pt x="44458" y="6257479"/>
                  </a:lnTo>
                  <a:lnTo>
                    <a:pt x="44458" y="6257048"/>
                  </a:lnTo>
                  <a:lnTo>
                    <a:pt x="44458" y="6256618"/>
                  </a:lnTo>
                  <a:lnTo>
                    <a:pt x="44458" y="6256187"/>
                  </a:lnTo>
                  <a:lnTo>
                    <a:pt x="44575" y="6256187"/>
                  </a:lnTo>
                  <a:lnTo>
                    <a:pt x="44575" y="6255756"/>
                  </a:lnTo>
                  <a:lnTo>
                    <a:pt x="44575" y="6255326"/>
                  </a:lnTo>
                  <a:lnTo>
                    <a:pt x="44693" y="6255326"/>
                  </a:lnTo>
                  <a:lnTo>
                    <a:pt x="44811" y="6255326"/>
                  </a:lnTo>
                  <a:lnTo>
                    <a:pt x="44928" y="6255326"/>
                  </a:lnTo>
                  <a:lnTo>
                    <a:pt x="45046" y="6255326"/>
                  </a:lnTo>
                  <a:lnTo>
                    <a:pt x="45163" y="6255326"/>
                  </a:lnTo>
                  <a:lnTo>
                    <a:pt x="45163" y="6254895"/>
                  </a:lnTo>
                  <a:lnTo>
                    <a:pt x="45281" y="6254895"/>
                  </a:lnTo>
                  <a:lnTo>
                    <a:pt x="45399" y="6254895"/>
                  </a:lnTo>
                  <a:lnTo>
                    <a:pt x="45516" y="6254895"/>
                  </a:lnTo>
                  <a:lnTo>
                    <a:pt x="45634" y="6254895"/>
                  </a:lnTo>
                  <a:lnTo>
                    <a:pt x="45751" y="6254895"/>
                  </a:lnTo>
                  <a:lnTo>
                    <a:pt x="45869" y="6254895"/>
                  </a:lnTo>
                  <a:lnTo>
                    <a:pt x="45869" y="6254465"/>
                  </a:lnTo>
                  <a:lnTo>
                    <a:pt x="45869" y="6254034"/>
                  </a:lnTo>
                  <a:lnTo>
                    <a:pt x="45869" y="6253603"/>
                  </a:lnTo>
                  <a:lnTo>
                    <a:pt x="45869" y="6253173"/>
                  </a:lnTo>
                  <a:lnTo>
                    <a:pt x="45987" y="6253173"/>
                  </a:lnTo>
                  <a:lnTo>
                    <a:pt x="45987" y="6252742"/>
                  </a:lnTo>
                  <a:lnTo>
                    <a:pt x="46104" y="6252742"/>
                  </a:lnTo>
                  <a:lnTo>
                    <a:pt x="46222" y="6252742"/>
                  </a:lnTo>
                  <a:lnTo>
                    <a:pt x="46340" y="6252742"/>
                  </a:lnTo>
                  <a:lnTo>
                    <a:pt x="46340" y="6252312"/>
                  </a:lnTo>
                  <a:lnTo>
                    <a:pt x="46340" y="6251881"/>
                  </a:lnTo>
                  <a:lnTo>
                    <a:pt x="46457" y="6251881"/>
                  </a:lnTo>
                  <a:lnTo>
                    <a:pt x="46575" y="6251881"/>
                  </a:lnTo>
                  <a:lnTo>
                    <a:pt x="46692" y="6251881"/>
                  </a:lnTo>
                  <a:lnTo>
                    <a:pt x="46692" y="6251450"/>
                  </a:lnTo>
                  <a:lnTo>
                    <a:pt x="46692" y="6251020"/>
                  </a:lnTo>
                  <a:lnTo>
                    <a:pt x="46692" y="6250589"/>
                  </a:lnTo>
                  <a:lnTo>
                    <a:pt x="46810" y="6250589"/>
                  </a:lnTo>
                  <a:lnTo>
                    <a:pt x="46810" y="6250159"/>
                  </a:lnTo>
                  <a:lnTo>
                    <a:pt x="46928" y="6250159"/>
                  </a:lnTo>
                  <a:lnTo>
                    <a:pt x="47045" y="6250159"/>
                  </a:lnTo>
                  <a:lnTo>
                    <a:pt x="47163" y="6250159"/>
                  </a:lnTo>
                  <a:lnTo>
                    <a:pt x="47280" y="6250159"/>
                  </a:lnTo>
                  <a:lnTo>
                    <a:pt x="47398" y="6250159"/>
                  </a:lnTo>
                  <a:lnTo>
                    <a:pt x="47516" y="6250159"/>
                  </a:lnTo>
                  <a:lnTo>
                    <a:pt x="47516" y="6249728"/>
                  </a:lnTo>
                  <a:lnTo>
                    <a:pt x="47633" y="6249728"/>
                  </a:lnTo>
                  <a:lnTo>
                    <a:pt x="47633" y="6249297"/>
                  </a:lnTo>
                  <a:lnTo>
                    <a:pt x="47751" y="6249297"/>
                  </a:lnTo>
                  <a:lnTo>
                    <a:pt x="47751" y="6248867"/>
                  </a:lnTo>
                  <a:lnTo>
                    <a:pt x="47751" y="6248436"/>
                  </a:lnTo>
                  <a:lnTo>
                    <a:pt x="47751" y="6248006"/>
                  </a:lnTo>
                  <a:lnTo>
                    <a:pt x="47869" y="6248006"/>
                  </a:lnTo>
                  <a:lnTo>
                    <a:pt x="47986" y="6248006"/>
                  </a:lnTo>
                  <a:lnTo>
                    <a:pt x="47986" y="6247575"/>
                  </a:lnTo>
                  <a:lnTo>
                    <a:pt x="47986" y="6247144"/>
                  </a:lnTo>
                  <a:lnTo>
                    <a:pt x="47986" y="6246714"/>
                  </a:lnTo>
                  <a:lnTo>
                    <a:pt x="48104" y="6246714"/>
                  </a:lnTo>
                  <a:lnTo>
                    <a:pt x="48221" y="6246714"/>
                  </a:lnTo>
                  <a:lnTo>
                    <a:pt x="48221" y="6246283"/>
                  </a:lnTo>
                  <a:lnTo>
                    <a:pt x="48221" y="6245853"/>
                  </a:lnTo>
                  <a:lnTo>
                    <a:pt x="48221" y="6245422"/>
                  </a:lnTo>
                  <a:lnTo>
                    <a:pt x="48221" y="6244991"/>
                  </a:lnTo>
                  <a:lnTo>
                    <a:pt x="48339" y="6244991"/>
                  </a:lnTo>
                  <a:lnTo>
                    <a:pt x="48457" y="6244991"/>
                  </a:lnTo>
                  <a:lnTo>
                    <a:pt x="48574" y="6244991"/>
                  </a:lnTo>
                  <a:lnTo>
                    <a:pt x="48574" y="6244561"/>
                  </a:lnTo>
                  <a:lnTo>
                    <a:pt x="48692" y="6244561"/>
                  </a:lnTo>
                  <a:lnTo>
                    <a:pt x="48809" y="6244561"/>
                  </a:lnTo>
                  <a:lnTo>
                    <a:pt x="48809" y="6244130"/>
                  </a:lnTo>
                  <a:lnTo>
                    <a:pt x="48809" y="6243700"/>
                  </a:lnTo>
                  <a:lnTo>
                    <a:pt x="48927" y="6243700"/>
                  </a:lnTo>
                  <a:lnTo>
                    <a:pt x="49045" y="6243700"/>
                  </a:lnTo>
                  <a:lnTo>
                    <a:pt x="49045" y="6243269"/>
                  </a:lnTo>
                  <a:lnTo>
                    <a:pt x="49045" y="6242838"/>
                  </a:lnTo>
                  <a:lnTo>
                    <a:pt x="49162" y="6242838"/>
                  </a:lnTo>
                  <a:lnTo>
                    <a:pt x="49162" y="6242408"/>
                  </a:lnTo>
                  <a:lnTo>
                    <a:pt x="49280" y="6242408"/>
                  </a:lnTo>
                  <a:lnTo>
                    <a:pt x="49280" y="6241977"/>
                  </a:lnTo>
                  <a:lnTo>
                    <a:pt x="49397" y="6241977"/>
                  </a:lnTo>
                  <a:lnTo>
                    <a:pt x="49397" y="6241547"/>
                  </a:lnTo>
                  <a:lnTo>
                    <a:pt x="49397" y="6241116"/>
                  </a:lnTo>
                  <a:lnTo>
                    <a:pt x="49515" y="6241116"/>
                  </a:lnTo>
                  <a:lnTo>
                    <a:pt x="49515" y="6240685"/>
                  </a:lnTo>
                  <a:lnTo>
                    <a:pt x="49515" y="6240255"/>
                  </a:lnTo>
                  <a:lnTo>
                    <a:pt x="49633" y="6240255"/>
                  </a:lnTo>
                  <a:lnTo>
                    <a:pt x="49633" y="6239824"/>
                  </a:lnTo>
                  <a:lnTo>
                    <a:pt x="49750" y="6239824"/>
                  </a:lnTo>
                  <a:lnTo>
                    <a:pt x="49868" y="6239824"/>
                  </a:lnTo>
                  <a:lnTo>
                    <a:pt x="49986" y="6239824"/>
                  </a:lnTo>
                  <a:lnTo>
                    <a:pt x="49986" y="6239394"/>
                  </a:lnTo>
                  <a:lnTo>
                    <a:pt x="50103" y="6239394"/>
                  </a:lnTo>
                  <a:lnTo>
                    <a:pt x="50103" y="6238963"/>
                  </a:lnTo>
                  <a:lnTo>
                    <a:pt x="50221" y="6238963"/>
                  </a:lnTo>
                  <a:lnTo>
                    <a:pt x="50221" y="6238532"/>
                  </a:lnTo>
                  <a:lnTo>
                    <a:pt x="50221" y="6238102"/>
                  </a:lnTo>
                  <a:lnTo>
                    <a:pt x="50338" y="6238102"/>
                  </a:lnTo>
                  <a:lnTo>
                    <a:pt x="50456" y="6238102"/>
                  </a:lnTo>
                  <a:lnTo>
                    <a:pt x="50574" y="6238102"/>
                  </a:lnTo>
                  <a:lnTo>
                    <a:pt x="50691" y="6238102"/>
                  </a:lnTo>
                  <a:lnTo>
                    <a:pt x="50691" y="6237671"/>
                  </a:lnTo>
                  <a:lnTo>
                    <a:pt x="50809" y="6237671"/>
                  </a:lnTo>
                  <a:lnTo>
                    <a:pt x="50926" y="6237671"/>
                  </a:lnTo>
                  <a:lnTo>
                    <a:pt x="51044" y="6237671"/>
                  </a:lnTo>
                  <a:lnTo>
                    <a:pt x="51044" y="6237241"/>
                  </a:lnTo>
                  <a:lnTo>
                    <a:pt x="51162" y="6237241"/>
                  </a:lnTo>
                  <a:lnTo>
                    <a:pt x="51162" y="6236810"/>
                  </a:lnTo>
                  <a:lnTo>
                    <a:pt x="51162" y="6236379"/>
                  </a:lnTo>
                  <a:lnTo>
                    <a:pt x="51279" y="6236379"/>
                  </a:lnTo>
                  <a:lnTo>
                    <a:pt x="51279" y="6235949"/>
                  </a:lnTo>
                  <a:lnTo>
                    <a:pt x="51397" y="6235949"/>
                  </a:lnTo>
                  <a:lnTo>
                    <a:pt x="51515" y="6235949"/>
                  </a:lnTo>
                  <a:lnTo>
                    <a:pt x="51632" y="6235949"/>
                  </a:lnTo>
                  <a:lnTo>
                    <a:pt x="51750" y="6235949"/>
                  </a:lnTo>
                  <a:lnTo>
                    <a:pt x="51750" y="6235518"/>
                  </a:lnTo>
                  <a:lnTo>
                    <a:pt x="51867" y="6235518"/>
                  </a:lnTo>
                  <a:lnTo>
                    <a:pt x="51867" y="6235088"/>
                  </a:lnTo>
                  <a:lnTo>
                    <a:pt x="51985" y="6235088"/>
                  </a:lnTo>
                  <a:lnTo>
                    <a:pt x="51985" y="6234657"/>
                  </a:lnTo>
                  <a:lnTo>
                    <a:pt x="52103" y="6234657"/>
                  </a:lnTo>
                  <a:lnTo>
                    <a:pt x="52103" y="6234226"/>
                  </a:lnTo>
                  <a:lnTo>
                    <a:pt x="52220" y="6234226"/>
                  </a:lnTo>
                  <a:lnTo>
                    <a:pt x="52338" y="6234226"/>
                  </a:lnTo>
                  <a:lnTo>
                    <a:pt x="52338" y="6233796"/>
                  </a:lnTo>
                  <a:lnTo>
                    <a:pt x="52338" y="6233365"/>
                  </a:lnTo>
                  <a:lnTo>
                    <a:pt x="52455" y="6233365"/>
                  </a:lnTo>
                  <a:lnTo>
                    <a:pt x="52573" y="6233365"/>
                  </a:lnTo>
                  <a:lnTo>
                    <a:pt x="52691" y="6233365"/>
                  </a:lnTo>
                  <a:lnTo>
                    <a:pt x="52808" y="6233365"/>
                  </a:lnTo>
                  <a:lnTo>
                    <a:pt x="52926" y="6233365"/>
                  </a:lnTo>
                  <a:lnTo>
                    <a:pt x="53044" y="6233365"/>
                  </a:lnTo>
                  <a:lnTo>
                    <a:pt x="53044" y="6232935"/>
                  </a:lnTo>
                  <a:lnTo>
                    <a:pt x="53044" y="6232504"/>
                  </a:lnTo>
                  <a:lnTo>
                    <a:pt x="53161" y="6232504"/>
                  </a:lnTo>
                  <a:lnTo>
                    <a:pt x="53161" y="6232073"/>
                  </a:lnTo>
                  <a:lnTo>
                    <a:pt x="53161" y="6231643"/>
                  </a:lnTo>
                  <a:lnTo>
                    <a:pt x="53161" y="6231212"/>
                  </a:lnTo>
                  <a:lnTo>
                    <a:pt x="53161" y="6230782"/>
                  </a:lnTo>
                  <a:lnTo>
                    <a:pt x="53279" y="6230782"/>
                  </a:lnTo>
                  <a:lnTo>
                    <a:pt x="53396" y="6230782"/>
                  </a:lnTo>
                  <a:lnTo>
                    <a:pt x="53514" y="6230782"/>
                  </a:lnTo>
                  <a:lnTo>
                    <a:pt x="53632" y="6230782"/>
                  </a:lnTo>
                  <a:lnTo>
                    <a:pt x="53749" y="6230782"/>
                  </a:lnTo>
                  <a:lnTo>
                    <a:pt x="53749" y="6230351"/>
                  </a:lnTo>
                  <a:lnTo>
                    <a:pt x="53749" y="6229920"/>
                  </a:lnTo>
                  <a:lnTo>
                    <a:pt x="53749" y="6229490"/>
                  </a:lnTo>
                  <a:lnTo>
                    <a:pt x="53749" y="6229059"/>
                  </a:lnTo>
                  <a:lnTo>
                    <a:pt x="53749" y="6228629"/>
                  </a:lnTo>
                  <a:lnTo>
                    <a:pt x="53749" y="6228198"/>
                  </a:lnTo>
                  <a:lnTo>
                    <a:pt x="53749" y="6227767"/>
                  </a:lnTo>
                  <a:lnTo>
                    <a:pt x="53867" y="6227767"/>
                  </a:lnTo>
                  <a:lnTo>
                    <a:pt x="53867" y="6227337"/>
                  </a:lnTo>
                  <a:lnTo>
                    <a:pt x="53984" y="6227337"/>
                  </a:lnTo>
                  <a:lnTo>
                    <a:pt x="54102" y="6227337"/>
                  </a:lnTo>
                  <a:lnTo>
                    <a:pt x="54102" y="6226906"/>
                  </a:lnTo>
                  <a:lnTo>
                    <a:pt x="54220" y="6226906"/>
                  </a:lnTo>
                  <a:lnTo>
                    <a:pt x="54337" y="6226906"/>
                  </a:lnTo>
                  <a:lnTo>
                    <a:pt x="54455" y="6226906"/>
                  </a:lnTo>
                  <a:lnTo>
                    <a:pt x="54573" y="6226906"/>
                  </a:lnTo>
                  <a:lnTo>
                    <a:pt x="54573" y="6226476"/>
                  </a:lnTo>
                  <a:lnTo>
                    <a:pt x="54690" y="6226476"/>
                  </a:lnTo>
                  <a:lnTo>
                    <a:pt x="54808" y="6226476"/>
                  </a:lnTo>
                  <a:lnTo>
                    <a:pt x="54925" y="6226476"/>
                  </a:lnTo>
                  <a:lnTo>
                    <a:pt x="55043" y="6226476"/>
                  </a:lnTo>
                  <a:lnTo>
                    <a:pt x="55161" y="6226476"/>
                  </a:lnTo>
                  <a:lnTo>
                    <a:pt x="55278" y="6226476"/>
                  </a:lnTo>
                  <a:lnTo>
                    <a:pt x="55396" y="6226476"/>
                  </a:lnTo>
                  <a:lnTo>
                    <a:pt x="55396" y="6226045"/>
                  </a:lnTo>
                  <a:lnTo>
                    <a:pt x="55513" y="6226045"/>
                  </a:lnTo>
                  <a:lnTo>
                    <a:pt x="55631" y="6226045"/>
                  </a:lnTo>
                  <a:lnTo>
                    <a:pt x="55749" y="6226045"/>
                  </a:lnTo>
                  <a:lnTo>
                    <a:pt x="55749" y="6225614"/>
                  </a:lnTo>
                  <a:lnTo>
                    <a:pt x="55866" y="6225614"/>
                  </a:lnTo>
                  <a:lnTo>
                    <a:pt x="55984" y="6225614"/>
                  </a:lnTo>
                  <a:lnTo>
                    <a:pt x="55984" y="6225184"/>
                  </a:lnTo>
                  <a:lnTo>
                    <a:pt x="55984" y="6224753"/>
                  </a:lnTo>
                  <a:lnTo>
                    <a:pt x="56102" y="6224753"/>
                  </a:lnTo>
                  <a:lnTo>
                    <a:pt x="56102" y="6224323"/>
                  </a:lnTo>
                  <a:lnTo>
                    <a:pt x="56219" y="6224323"/>
                  </a:lnTo>
                  <a:lnTo>
                    <a:pt x="56337" y="6224323"/>
                  </a:lnTo>
                  <a:lnTo>
                    <a:pt x="56454" y="6224323"/>
                  </a:lnTo>
                  <a:lnTo>
                    <a:pt x="56572" y="6224323"/>
                  </a:lnTo>
                  <a:lnTo>
                    <a:pt x="56690" y="6224323"/>
                  </a:lnTo>
                  <a:lnTo>
                    <a:pt x="56807" y="6224323"/>
                  </a:lnTo>
                  <a:lnTo>
                    <a:pt x="56807" y="6223892"/>
                  </a:lnTo>
                  <a:lnTo>
                    <a:pt x="56925" y="6223892"/>
                  </a:lnTo>
                  <a:lnTo>
                    <a:pt x="56925" y="6223461"/>
                  </a:lnTo>
                  <a:lnTo>
                    <a:pt x="57042" y="6223461"/>
                  </a:lnTo>
                  <a:lnTo>
                    <a:pt x="57042" y="6223031"/>
                  </a:lnTo>
                  <a:lnTo>
                    <a:pt x="57042" y="6222600"/>
                  </a:lnTo>
                  <a:lnTo>
                    <a:pt x="57160" y="6222600"/>
                  </a:lnTo>
                  <a:lnTo>
                    <a:pt x="57160" y="6222170"/>
                  </a:lnTo>
                  <a:lnTo>
                    <a:pt x="57160" y="6221739"/>
                  </a:lnTo>
                  <a:lnTo>
                    <a:pt x="57160" y="6221308"/>
                  </a:lnTo>
                  <a:lnTo>
                    <a:pt x="57160" y="6220878"/>
                  </a:lnTo>
                  <a:lnTo>
                    <a:pt x="57278" y="6220878"/>
                  </a:lnTo>
                  <a:lnTo>
                    <a:pt x="57395" y="6220878"/>
                  </a:lnTo>
                  <a:lnTo>
                    <a:pt x="57513" y="6220878"/>
                  </a:lnTo>
                  <a:lnTo>
                    <a:pt x="57513" y="6220447"/>
                  </a:lnTo>
                  <a:lnTo>
                    <a:pt x="57630" y="6220447"/>
                  </a:lnTo>
                  <a:lnTo>
                    <a:pt x="57748" y="6220447"/>
                  </a:lnTo>
                  <a:lnTo>
                    <a:pt x="57866" y="6220447"/>
                  </a:lnTo>
                  <a:lnTo>
                    <a:pt x="57983" y="6220447"/>
                  </a:lnTo>
                  <a:lnTo>
                    <a:pt x="58101" y="6220447"/>
                  </a:lnTo>
                  <a:lnTo>
                    <a:pt x="58101" y="6220017"/>
                  </a:lnTo>
                  <a:lnTo>
                    <a:pt x="58219" y="6220017"/>
                  </a:lnTo>
                  <a:lnTo>
                    <a:pt x="58336" y="6220017"/>
                  </a:lnTo>
                  <a:lnTo>
                    <a:pt x="58336" y="6219586"/>
                  </a:lnTo>
                  <a:lnTo>
                    <a:pt x="58454" y="6219586"/>
                  </a:lnTo>
                  <a:lnTo>
                    <a:pt x="58571" y="6219586"/>
                  </a:lnTo>
                  <a:lnTo>
                    <a:pt x="58689" y="6219586"/>
                  </a:lnTo>
                  <a:lnTo>
                    <a:pt x="58807" y="6219586"/>
                  </a:lnTo>
                  <a:lnTo>
                    <a:pt x="58924" y="6219586"/>
                  </a:lnTo>
                  <a:lnTo>
                    <a:pt x="58924" y="6219155"/>
                  </a:lnTo>
                  <a:lnTo>
                    <a:pt x="59042" y="6219155"/>
                  </a:lnTo>
                  <a:lnTo>
                    <a:pt x="59159" y="6219155"/>
                  </a:lnTo>
                  <a:lnTo>
                    <a:pt x="59277" y="6219155"/>
                  </a:lnTo>
                  <a:lnTo>
                    <a:pt x="59395" y="6219155"/>
                  </a:lnTo>
                  <a:lnTo>
                    <a:pt x="59512" y="6219155"/>
                  </a:lnTo>
                  <a:lnTo>
                    <a:pt x="59512" y="6218725"/>
                  </a:lnTo>
                  <a:lnTo>
                    <a:pt x="59630" y="6218725"/>
                  </a:lnTo>
                  <a:lnTo>
                    <a:pt x="59748" y="6218725"/>
                  </a:lnTo>
                  <a:lnTo>
                    <a:pt x="59865" y="6218725"/>
                  </a:lnTo>
                  <a:lnTo>
                    <a:pt x="59983" y="6218725"/>
                  </a:lnTo>
                  <a:lnTo>
                    <a:pt x="60100" y="6218725"/>
                  </a:lnTo>
                  <a:lnTo>
                    <a:pt x="60218" y="6218725"/>
                  </a:lnTo>
                  <a:lnTo>
                    <a:pt x="60336" y="6218725"/>
                  </a:lnTo>
                  <a:lnTo>
                    <a:pt x="60453" y="6218725"/>
                  </a:lnTo>
                  <a:lnTo>
                    <a:pt x="60571" y="6218725"/>
                  </a:lnTo>
                  <a:lnTo>
                    <a:pt x="60571" y="6218294"/>
                  </a:lnTo>
                  <a:lnTo>
                    <a:pt x="60688" y="6218294"/>
                  </a:lnTo>
                  <a:lnTo>
                    <a:pt x="60806" y="6218294"/>
                  </a:lnTo>
                  <a:lnTo>
                    <a:pt x="60924" y="6218294"/>
                  </a:lnTo>
                  <a:lnTo>
                    <a:pt x="61041" y="6218294"/>
                  </a:lnTo>
                  <a:lnTo>
                    <a:pt x="61159" y="6218294"/>
                  </a:lnTo>
                  <a:lnTo>
                    <a:pt x="61277" y="6218294"/>
                  </a:lnTo>
                  <a:lnTo>
                    <a:pt x="61277" y="6217864"/>
                  </a:lnTo>
                  <a:lnTo>
                    <a:pt x="61394" y="6217864"/>
                  </a:lnTo>
                  <a:lnTo>
                    <a:pt x="61512" y="6217864"/>
                  </a:lnTo>
                  <a:lnTo>
                    <a:pt x="61629" y="6217864"/>
                  </a:lnTo>
                  <a:lnTo>
                    <a:pt x="61747" y="6217864"/>
                  </a:lnTo>
                  <a:lnTo>
                    <a:pt x="61865" y="6217864"/>
                  </a:lnTo>
                  <a:lnTo>
                    <a:pt x="61982" y="6217864"/>
                  </a:lnTo>
                  <a:lnTo>
                    <a:pt x="61982" y="6217433"/>
                  </a:lnTo>
                  <a:lnTo>
                    <a:pt x="62100" y="6217433"/>
                  </a:lnTo>
                  <a:lnTo>
                    <a:pt x="62100" y="6217002"/>
                  </a:lnTo>
                  <a:lnTo>
                    <a:pt x="62217" y="6217002"/>
                  </a:lnTo>
                  <a:lnTo>
                    <a:pt x="62335" y="6217002"/>
                  </a:lnTo>
                  <a:lnTo>
                    <a:pt x="62453" y="6217002"/>
                  </a:lnTo>
                  <a:lnTo>
                    <a:pt x="62570" y="6217002"/>
                  </a:lnTo>
                  <a:lnTo>
                    <a:pt x="62570" y="6216572"/>
                  </a:lnTo>
                  <a:lnTo>
                    <a:pt x="62570" y="6216141"/>
                  </a:lnTo>
                  <a:lnTo>
                    <a:pt x="62570" y="6215711"/>
                  </a:lnTo>
                  <a:lnTo>
                    <a:pt x="62688" y="6215711"/>
                  </a:lnTo>
                  <a:lnTo>
                    <a:pt x="62806" y="6215711"/>
                  </a:lnTo>
                  <a:lnTo>
                    <a:pt x="62806" y="6215280"/>
                  </a:lnTo>
                  <a:lnTo>
                    <a:pt x="62923" y="6215280"/>
                  </a:lnTo>
                  <a:lnTo>
                    <a:pt x="62923" y="6214849"/>
                  </a:lnTo>
                  <a:lnTo>
                    <a:pt x="63041" y="6214849"/>
                  </a:lnTo>
                  <a:lnTo>
                    <a:pt x="63158" y="6214849"/>
                  </a:lnTo>
                  <a:lnTo>
                    <a:pt x="63276" y="6214849"/>
                  </a:lnTo>
                  <a:lnTo>
                    <a:pt x="63394" y="6214849"/>
                  </a:lnTo>
                  <a:lnTo>
                    <a:pt x="63511" y="6214849"/>
                  </a:lnTo>
                  <a:lnTo>
                    <a:pt x="63511" y="6214419"/>
                  </a:lnTo>
                  <a:lnTo>
                    <a:pt x="63629" y="6214419"/>
                  </a:lnTo>
                  <a:lnTo>
                    <a:pt x="63746" y="6214419"/>
                  </a:lnTo>
                  <a:lnTo>
                    <a:pt x="63746" y="6213988"/>
                  </a:lnTo>
                  <a:lnTo>
                    <a:pt x="63864" y="6213988"/>
                  </a:lnTo>
                  <a:lnTo>
                    <a:pt x="63982" y="6213988"/>
                  </a:lnTo>
                  <a:lnTo>
                    <a:pt x="63982" y="6213558"/>
                  </a:lnTo>
                  <a:lnTo>
                    <a:pt x="64099" y="6213558"/>
                  </a:lnTo>
                  <a:lnTo>
                    <a:pt x="64099" y="6213127"/>
                  </a:lnTo>
                  <a:lnTo>
                    <a:pt x="64099" y="6212696"/>
                  </a:lnTo>
                  <a:lnTo>
                    <a:pt x="64099" y="6212266"/>
                  </a:lnTo>
                  <a:lnTo>
                    <a:pt x="64217" y="6212266"/>
                  </a:lnTo>
                  <a:lnTo>
                    <a:pt x="64335" y="6212266"/>
                  </a:lnTo>
                  <a:lnTo>
                    <a:pt x="64452" y="6212266"/>
                  </a:lnTo>
                  <a:lnTo>
                    <a:pt x="64570" y="6212266"/>
                  </a:lnTo>
                  <a:lnTo>
                    <a:pt x="64687" y="6212266"/>
                  </a:lnTo>
                  <a:lnTo>
                    <a:pt x="64805" y="6212266"/>
                  </a:lnTo>
                  <a:lnTo>
                    <a:pt x="64923" y="6212266"/>
                  </a:lnTo>
                  <a:lnTo>
                    <a:pt x="64923" y="6211835"/>
                  </a:lnTo>
                  <a:lnTo>
                    <a:pt x="65040" y="6211835"/>
                  </a:lnTo>
                  <a:lnTo>
                    <a:pt x="65158" y="6211835"/>
                  </a:lnTo>
                  <a:lnTo>
                    <a:pt x="65275" y="6211835"/>
                  </a:lnTo>
                  <a:lnTo>
                    <a:pt x="65393" y="6211835"/>
                  </a:lnTo>
                  <a:lnTo>
                    <a:pt x="65511" y="6211835"/>
                  </a:lnTo>
                  <a:lnTo>
                    <a:pt x="65628" y="6211835"/>
                  </a:lnTo>
                  <a:lnTo>
                    <a:pt x="65628" y="6211405"/>
                  </a:lnTo>
                  <a:lnTo>
                    <a:pt x="65628" y="6210974"/>
                  </a:lnTo>
                  <a:lnTo>
                    <a:pt x="65746" y="6210974"/>
                  </a:lnTo>
                  <a:lnTo>
                    <a:pt x="65863" y="6210974"/>
                  </a:lnTo>
                  <a:lnTo>
                    <a:pt x="65981" y="6210974"/>
                  </a:lnTo>
                  <a:lnTo>
                    <a:pt x="65981" y="6210543"/>
                  </a:lnTo>
                  <a:lnTo>
                    <a:pt x="66099" y="6210543"/>
                  </a:lnTo>
                  <a:lnTo>
                    <a:pt x="66216" y="6210543"/>
                  </a:lnTo>
                  <a:lnTo>
                    <a:pt x="66334" y="6210543"/>
                  </a:lnTo>
                  <a:lnTo>
                    <a:pt x="66452" y="6210543"/>
                  </a:lnTo>
                  <a:lnTo>
                    <a:pt x="66452" y="6210113"/>
                  </a:lnTo>
                  <a:lnTo>
                    <a:pt x="66569" y="6210113"/>
                  </a:lnTo>
                  <a:lnTo>
                    <a:pt x="66687" y="6210113"/>
                  </a:lnTo>
                  <a:lnTo>
                    <a:pt x="66804" y="6210113"/>
                  </a:lnTo>
                  <a:lnTo>
                    <a:pt x="66804" y="6209682"/>
                  </a:lnTo>
                  <a:lnTo>
                    <a:pt x="66922" y="6209682"/>
                  </a:lnTo>
                  <a:lnTo>
                    <a:pt x="67040" y="6209682"/>
                  </a:lnTo>
                  <a:lnTo>
                    <a:pt x="67157" y="6209682"/>
                  </a:lnTo>
                  <a:lnTo>
                    <a:pt x="67275" y="6209682"/>
                  </a:lnTo>
                  <a:lnTo>
                    <a:pt x="67392" y="6209682"/>
                  </a:lnTo>
                  <a:lnTo>
                    <a:pt x="67510" y="6209682"/>
                  </a:lnTo>
                  <a:lnTo>
                    <a:pt x="67510" y="6209252"/>
                  </a:lnTo>
                  <a:lnTo>
                    <a:pt x="67510" y="6208821"/>
                  </a:lnTo>
                  <a:lnTo>
                    <a:pt x="67628" y="6208821"/>
                  </a:lnTo>
                  <a:lnTo>
                    <a:pt x="67745" y="6208821"/>
                  </a:lnTo>
                  <a:lnTo>
                    <a:pt x="67863" y="6208821"/>
                  </a:lnTo>
                  <a:lnTo>
                    <a:pt x="67981" y="6208821"/>
                  </a:lnTo>
                  <a:lnTo>
                    <a:pt x="68098" y="6208821"/>
                  </a:lnTo>
                  <a:lnTo>
                    <a:pt x="68216" y="6208821"/>
                  </a:lnTo>
                  <a:lnTo>
                    <a:pt x="68216" y="6208390"/>
                  </a:lnTo>
                  <a:lnTo>
                    <a:pt x="68216" y="6207960"/>
                  </a:lnTo>
                  <a:lnTo>
                    <a:pt x="68216" y="6207529"/>
                  </a:lnTo>
                  <a:lnTo>
                    <a:pt x="68333" y="6207529"/>
                  </a:lnTo>
                  <a:lnTo>
                    <a:pt x="68451" y="6207529"/>
                  </a:lnTo>
                  <a:lnTo>
                    <a:pt x="68569" y="6207529"/>
                  </a:lnTo>
                  <a:lnTo>
                    <a:pt x="68569" y="6207099"/>
                  </a:lnTo>
                  <a:lnTo>
                    <a:pt x="68686" y="6207099"/>
                  </a:lnTo>
                  <a:lnTo>
                    <a:pt x="68804" y="6207099"/>
                  </a:lnTo>
                  <a:lnTo>
                    <a:pt x="68921" y="6207099"/>
                  </a:lnTo>
                  <a:lnTo>
                    <a:pt x="69039" y="6207099"/>
                  </a:lnTo>
                  <a:lnTo>
                    <a:pt x="69157" y="6207099"/>
                  </a:lnTo>
                  <a:lnTo>
                    <a:pt x="69274" y="6207099"/>
                  </a:lnTo>
                  <a:lnTo>
                    <a:pt x="69274" y="6206668"/>
                  </a:lnTo>
                  <a:lnTo>
                    <a:pt x="69392" y="6206668"/>
                  </a:lnTo>
                  <a:lnTo>
                    <a:pt x="69392" y="6206237"/>
                  </a:lnTo>
                  <a:lnTo>
                    <a:pt x="69510" y="6206237"/>
                  </a:lnTo>
                  <a:lnTo>
                    <a:pt x="69627" y="6206237"/>
                  </a:lnTo>
                  <a:lnTo>
                    <a:pt x="69745" y="6206237"/>
                  </a:lnTo>
                  <a:lnTo>
                    <a:pt x="69862" y="6206237"/>
                  </a:lnTo>
                  <a:lnTo>
                    <a:pt x="69980" y="6206237"/>
                  </a:lnTo>
                  <a:lnTo>
                    <a:pt x="69980" y="6205807"/>
                  </a:lnTo>
                  <a:lnTo>
                    <a:pt x="70098" y="6205807"/>
                  </a:lnTo>
                  <a:lnTo>
                    <a:pt x="70098" y="6205376"/>
                  </a:lnTo>
                  <a:lnTo>
                    <a:pt x="70098" y="6204946"/>
                  </a:lnTo>
                  <a:lnTo>
                    <a:pt x="70098" y="6204515"/>
                  </a:lnTo>
                  <a:lnTo>
                    <a:pt x="70215" y="6204515"/>
                  </a:lnTo>
                  <a:lnTo>
                    <a:pt x="70215" y="6204084"/>
                  </a:lnTo>
                  <a:lnTo>
                    <a:pt x="70215" y="6203654"/>
                  </a:lnTo>
                  <a:lnTo>
                    <a:pt x="70333" y="6203654"/>
                  </a:lnTo>
                  <a:lnTo>
                    <a:pt x="70333" y="6203223"/>
                  </a:lnTo>
                  <a:lnTo>
                    <a:pt x="70333" y="6202793"/>
                  </a:lnTo>
                  <a:lnTo>
                    <a:pt x="70450" y="6202793"/>
                  </a:lnTo>
                  <a:lnTo>
                    <a:pt x="70568" y="6202793"/>
                  </a:lnTo>
                  <a:lnTo>
                    <a:pt x="70568" y="6202362"/>
                  </a:lnTo>
                  <a:lnTo>
                    <a:pt x="70686" y="6202362"/>
                  </a:lnTo>
                  <a:lnTo>
                    <a:pt x="70803" y="6202362"/>
                  </a:lnTo>
                  <a:lnTo>
                    <a:pt x="70921" y="6202362"/>
                  </a:lnTo>
                  <a:lnTo>
                    <a:pt x="71039" y="6202362"/>
                  </a:lnTo>
                  <a:lnTo>
                    <a:pt x="71039" y="6201931"/>
                  </a:lnTo>
                  <a:lnTo>
                    <a:pt x="71156" y="6201931"/>
                  </a:lnTo>
                  <a:lnTo>
                    <a:pt x="71274" y="6201931"/>
                  </a:lnTo>
                  <a:lnTo>
                    <a:pt x="71391" y="6201931"/>
                  </a:lnTo>
                  <a:lnTo>
                    <a:pt x="71509" y="6201931"/>
                  </a:lnTo>
                  <a:lnTo>
                    <a:pt x="71509" y="6201501"/>
                  </a:lnTo>
                  <a:lnTo>
                    <a:pt x="71627" y="6201501"/>
                  </a:lnTo>
                  <a:lnTo>
                    <a:pt x="71627" y="6201070"/>
                  </a:lnTo>
                  <a:lnTo>
                    <a:pt x="71627" y="6200640"/>
                  </a:lnTo>
                  <a:lnTo>
                    <a:pt x="71744" y="6200640"/>
                  </a:lnTo>
                  <a:lnTo>
                    <a:pt x="71744" y="6200209"/>
                  </a:lnTo>
                  <a:lnTo>
                    <a:pt x="71862" y="6200209"/>
                  </a:lnTo>
                  <a:lnTo>
                    <a:pt x="71862" y="6199778"/>
                  </a:lnTo>
                  <a:lnTo>
                    <a:pt x="71979" y="6199778"/>
                  </a:lnTo>
                  <a:lnTo>
                    <a:pt x="71979" y="6199348"/>
                  </a:lnTo>
                  <a:lnTo>
                    <a:pt x="72097" y="6199348"/>
                  </a:lnTo>
                  <a:lnTo>
                    <a:pt x="72215" y="6199348"/>
                  </a:lnTo>
                  <a:lnTo>
                    <a:pt x="72332" y="6199348"/>
                  </a:lnTo>
                  <a:lnTo>
                    <a:pt x="72332" y="6198917"/>
                  </a:lnTo>
                  <a:lnTo>
                    <a:pt x="72332" y="6198487"/>
                  </a:lnTo>
                  <a:lnTo>
                    <a:pt x="72332" y="6198056"/>
                  </a:lnTo>
                  <a:lnTo>
                    <a:pt x="72332" y="6197625"/>
                  </a:lnTo>
                  <a:lnTo>
                    <a:pt x="72450" y="6197625"/>
                  </a:lnTo>
                  <a:lnTo>
                    <a:pt x="72568" y="6197625"/>
                  </a:lnTo>
                  <a:lnTo>
                    <a:pt x="72685" y="6197625"/>
                  </a:lnTo>
                  <a:lnTo>
                    <a:pt x="72803" y="6197625"/>
                  </a:lnTo>
                  <a:lnTo>
                    <a:pt x="72920" y="6197625"/>
                  </a:lnTo>
                  <a:lnTo>
                    <a:pt x="72920" y="6197195"/>
                  </a:lnTo>
                  <a:lnTo>
                    <a:pt x="73038" y="6197195"/>
                  </a:lnTo>
                  <a:lnTo>
                    <a:pt x="73156" y="6197195"/>
                  </a:lnTo>
                  <a:lnTo>
                    <a:pt x="73156" y="6196764"/>
                  </a:lnTo>
                  <a:lnTo>
                    <a:pt x="73273" y="6196764"/>
                  </a:lnTo>
                  <a:lnTo>
                    <a:pt x="73391" y="6196764"/>
                  </a:lnTo>
                  <a:lnTo>
                    <a:pt x="73508" y="6196764"/>
                  </a:lnTo>
                  <a:lnTo>
                    <a:pt x="73626" y="6196764"/>
                  </a:lnTo>
                  <a:lnTo>
                    <a:pt x="73744" y="6196764"/>
                  </a:lnTo>
                  <a:lnTo>
                    <a:pt x="73861" y="6196764"/>
                  </a:lnTo>
                  <a:lnTo>
                    <a:pt x="73861" y="6196334"/>
                  </a:lnTo>
                  <a:lnTo>
                    <a:pt x="73861" y="6195903"/>
                  </a:lnTo>
                  <a:lnTo>
                    <a:pt x="73861" y="6195472"/>
                  </a:lnTo>
                  <a:lnTo>
                    <a:pt x="73979" y="6195472"/>
                  </a:lnTo>
                  <a:lnTo>
                    <a:pt x="74096" y="6195472"/>
                  </a:lnTo>
                  <a:lnTo>
                    <a:pt x="74214" y="6195472"/>
                  </a:lnTo>
                  <a:lnTo>
                    <a:pt x="74332" y="6195472"/>
                  </a:lnTo>
                  <a:lnTo>
                    <a:pt x="74449" y="6195472"/>
                  </a:lnTo>
                  <a:lnTo>
                    <a:pt x="74449" y="6195042"/>
                  </a:lnTo>
                  <a:lnTo>
                    <a:pt x="74567" y="6195042"/>
                  </a:lnTo>
                  <a:lnTo>
                    <a:pt x="74685" y="6195042"/>
                  </a:lnTo>
                  <a:lnTo>
                    <a:pt x="74802" y="6195042"/>
                  </a:lnTo>
                  <a:lnTo>
                    <a:pt x="74920" y="6195042"/>
                  </a:lnTo>
                  <a:lnTo>
                    <a:pt x="75037" y="6195042"/>
                  </a:lnTo>
                  <a:lnTo>
                    <a:pt x="75155" y="6195042"/>
                  </a:lnTo>
                  <a:lnTo>
                    <a:pt x="75273" y="6195042"/>
                  </a:lnTo>
                  <a:lnTo>
                    <a:pt x="75273" y="6194611"/>
                  </a:lnTo>
                  <a:lnTo>
                    <a:pt x="75273" y="6194181"/>
                  </a:lnTo>
                  <a:lnTo>
                    <a:pt x="75273" y="6193750"/>
                  </a:lnTo>
                  <a:lnTo>
                    <a:pt x="75273" y="6193319"/>
                  </a:lnTo>
                  <a:lnTo>
                    <a:pt x="75273" y="6192889"/>
                  </a:lnTo>
                  <a:lnTo>
                    <a:pt x="75273" y="6192458"/>
                  </a:lnTo>
                  <a:lnTo>
                    <a:pt x="75273" y="6192028"/>
                  </a:lnTo>
                  <a:lnTo>
                    <a:pt x="75390" y="6192028"/>
                  </a:lnTo>
                  <a:lnTo>
                    <a:pt x="75508" y="6192028"/>
                  </a:lnTo>
                  <a:lnTo>
                    <a:pt x="75625" y="6192028"/>
                  </a:lnTo>
                  <a:lnTo>
                    <a:pt x="75743" y="6192028"/>
                  </a:lnTo>
                  <a:lnTo>
                    <a:pt x="75861" y="6192028"/>
                  </a:lnTo>
                  <a:lnTo>
                    <a:pt x="75978" y="6192028"/>
                  </a:lnTo>
                  <a:lnTo>
                    <a:pt x="76096" y="6192028"/>
                  </a:lnTo>
                  <a:lnTo>
                    <a:pt x="76214" y="6192028"/>
                  </a:lnTo>
                  <a:lnTo>
                    <a:pt x="76331" y="6192028"/>
                  </a:lnTo>
                  <a:lnTo>
                    <a:pt x="76449" y="6192028"/>
                  </a:lnTo>
                  <a:lnTo>
                    <a:pt x="76566" y="6192028"/>
                  </a:lnTo>
                  <a:lnTo>
                    <a:pt x="76566" y="6191597"/>
                  </a:lnTo>
                  <a:lnTo>
                    <a:pt x="76566" y="6191166"/>
                  </a:lnTo>
                  <a:lnTo>
                    <a:pt x="76566" y="6190736"/>
                  </a:lnTo>
                  <a:lnTo>
                    <a:pt x="76566" y="6190305"/>
                  </a:lnTo>
                  <a:lnTo>
                    <a:pt x="76566" y="6189875"/>
                  </a:lnTo>
                  <a:lnTo>
                    <a:pt x="76566" y="6189444"/>
                  </a:lnTo>
                  <a:lnTo>
                    <a:pt x="76684" y="6189444"/>
                  </a:lnTo>
                  <a:lnTo>
                    <a:pt x="76684" y="6189013"/>
                  </a:lnTo>
                  <a:lnTo>
                    <a:pt x="76802" y="6189013"/>
                  </a:lnTo>
                  <a:lnTo>
                    <a:pt x="76802" y="6188583"/>
                  </a:lnTo>
                  <a:lnTo>
                    <a:pt x="76919" y="6188583"/>
                  </a:lnTo>
                  <a:lnTo>
                    <a:pt x="76919" y="6188152"/>
                  </a:lnTo>
                  <a:lnTo>
                    <a:pt x="76919" y="6187722"/>
                  </a:lnTo>
                  <a:lnTo>
                    <a:pt x="77037" y="6187722"/>
                  </a:lnTo>
                  <a:lnTo>
                    <a:pt x="77154" y="6187722"/>
                  </a:lnTo>
                  <a:lnTo>
                    <a:pt x="77272" y="6187722"/>
                  </a:lnTo>
                  <a:lnTo>
                    <a:pt x="77272" y="6187291"/>
                  </a:lnTo>
                  <a:lnTo>
                    <a:pt x="77390" y="6187291"/>
                  </a:lnTo>
                  <a:lnTo>
                    <a:pt x="77390" y="6186860"/>
                  </a:lnTo>
                  <a:lnTo>
                    <a:pt x="77507" y="6186860"/>
                  </a:lnTo>
                  <a:lnTo>
                    <a:pt x="77507" y="6186430"/>
                  </a:lnTo>
                  <a:lnTo>
                    <a:pt x="77507" y="6185999"/>
                  </a:lnTo>
                  <a:lnTo>
                    <a:pt x="77625" y="6185999"/>
                  </a:lnTo>
                  <a:lnTo>
                    <a:pt x="77743" y="6185999"/>
                  </a:lnTo>
                  <a:lnTo>
                    <a:pt x="77860" y="6185999"/>
                  </a:lnTo>
                  <a:lnTo>
                    <a:pt x="77860" y="6185569"/>
                  </a:lnTo>
                  <a:lnTo>
                    <a:pt x="77978" y="6185569"/>
                  </a:lnTo>
                  <a:lnTo>
                    <a:pt x="77978" y="6185138"/>
                  </a:lnTo>
                  <a:lnTo>
                    <a:pt x="78095" y="6185138"/>
                  </a:lnTo>
                  <a:lnTo>
                    <a:pt x="78213" y="6185138"/>
                  </a:lnTo>
                  <a:lnTo>
                    <a:pt x="78331" y="6185138"/>
                  </a:lnTo>
                  <a:lnTo>
                    <a:pt x="78448" y="6185138"/>
                  </a:lnTo>
                  <a:lnTo>
                    <a:pt x="78566" y="6185138"/>
                  </a:lnTo>
                  <a:lnTo>
                    <a:pt x="78683" y="6185138"/>
                  </a:lnTo>
                  <a:lnTo>
                    <a:pt x="78683" y="6184707"/>
                  </a:lnTo>
                  <a:lnTo>
                    <a:pt x="78801" y="6184707"/>
                  </a:lnTo>
                  <a:lnTo>
                    <a:pt x="78801" y="6184277"/>
                  </a:lnTo>
                  <a:lnTo>
                    <a:pt x="78919" y="6184277"/>
                  </a:lnTo>
                  <a:lnTo>
                    <a:pt x="79036" y="6184277"/>
                  </a:lnTo>
                  <a:lnTo>
                    <a:pt x="79154" y="6184277"/>
                  </a:lnTo>
                  <a:lnTo>
                    <a:pt x="79154" y="6183846"/>
                  </a:lnTo>
                  <a:lnTo>
                    <a:pt x="79272" y="6183846"/>
                  </a:lnTo>
                  <a:lnTo>
                    <a:pt x="79272" y="6183416"/>
                  </a:lnTo>
                  <a:lnTo>
                    <a:pt x="79389" y="6183416"/>
                  </a:lnTo>
                  <a:lnTo>
                    <a:pt x="79507" y="6183416"/>
                  </a:lnTo>
                  <a:lnTo>
                    <a:pt x="79624" y="6183416"/>
                  </a:lnTo>
                  <a:lnTo>
                    <a:pt x="79624" y="6182985"/>
                  </a:lnTo>
                  <a:lnTo>
                    <a:pt x="79742" y="6182985"/>
                  </a:lnTo>
                  <a:lnTo>
                    <a:pt x="79860" y="6182985"/>
                  </a:lnTo>
                  <a:lnTo>
                    <a:pt x="79860" y="6182554"/>
                  </a:lnTo>
                  <a:lnTo>
                    <a:pt x="79977" y="6182554"/>
                  </a:lnTo>
                  <a:lnTo>
                    <a:pt x="79977" y="6182124"/>
                  </a:lnTo>
                  <a:lnTo>
                    <a:pt x="79977" y="6181693"/>
                  </a:lnTo>
                  <a:lnTo>
                    <a:pt x="80095" y="6181693"/>
                  </a:lnTo>
                  <a:lnTo>
                    <a:pt x="80212" y="6181693"/>
                  </a:lnTo>
                  <a:lnTo>
                    <a:pt x="80330" y="6181693"/>
                  </a:lnTo>
                  <a:lnTo>
                    <a:pt x="80448" y="6181693"/>
                  </a:lnTo>
                  <a:lnTo>
                    <a:pt x="80565" y="6181693"/>
                  </a:lnTo>
                  <a:lnTo>
                    <a:pt x="80683" y="6181693"/>
                  </a:lnTo>
                  <a:lnTo>
                    <a:pt x="80800" y="6181693"/>
                  </a:lnTo>
                  <a:lnTo>
                    <a:pt x="80918" y="6181693"/>
                  </a:lnTo>
                  <a:lnTo>
                    <a:pt x="81036" y="6181693"/>
                  </a:lnTo>
                  <a:lnTo>
                    <a:pt x="81036" y="6181263"/>
                  </a:lnTo>
                  <a:lnTo>
                    <a:pt x="81153" y="6181263"/>
                  </a:lnTo>
                  <a:lnTo>
                    <a:pt x="81271" y="6181263"/>
                  </a:lnTo>
                  <a:lnTo>
                    <a:pt x="81389" y="6181263"/>
                  </a:lnTo>
                  <a:lnTo>
                    <a:pt x="81389" y="6180832"/>
                  </a:lnTo>
                  <a:lnTo>
                    <a:pt x="81389" y="6180401"/>
                  </a:lnTo>
                  <a:lnTo>
                    <a:pt x="81389" y="6179971"/>
                  </a:lnTo>
                  <a:lnTo>
                    <a:pt x="81506" y="6179971"/>
                  </a:lnTo>
                  <a:lnTo>
                    <a:pt x="81506" y="6179540"/>
                  </a:lnTo>
                  <a:lnTo>
                    <a:pt x="81506" y="6179110"/>
                  </a:lnTo>
                  <a:lnTo>
                    <a:pt x="81624" y="6179110"/>
                  </a:lnTo>
                  <a:lnTo>
                    <a:pt x="81624" y="6178679"/>
                  </a:lnTo>
                  <a:lnTo>
                    <a:pt x="81741" y="6178679"/>
                  </a:lnTo>
                  <a:lnTo>
                    <a:pt x="81859" y="6178679"/>
                  </a:lnTo>
                  <a:lnTo>
                    <a:pt x="81977" y="6178679"/>
                  </a:lnTo>
                  <a:lnTo>
                    <a:pt x="82094" y="6178679"/>
                  </a:lnTo>
                  <a:lnTo>
                    <a:pt x="82212" y="6178679"/>
                  </a:lnTo>
                  <a:lnTo>
                    <a:pt x="82212" y="6178248"/>
                  </a:lnTo>
                  <a:lnTo>
                    <a:pt x="82212" y="6177818"/>
                  </a:lnTo>
                  <a:lnTo>
                    <a:pt x="82329" y="6177818"/>
                  </a:lnTo>
                  <a:lnTo>
                    <a:pt x="82447" y="6177818"/>
                  </a:lnTo>
                  <a:lnTo>
                    <a:pt x="82447" y="6177387"/>
                  </a:lnTo>
                  <a:lnTo>
                    <a:pt x="82447" y="6176957"/>
                  </a:lnTo>
                  <a:lnTo>
                    <a:pt x="82447" y="6176526"/>
                  </a:lnTo>
                  <a:lnTo>
                    <a:pt x="82565" y="6176526"/>
                  </a:lnTo>
                  <a:lnTo>
                    <a:pt x="82682" y="6176526"/>
                  </a:lnTo>
                  <a:lnTo>
                    <a:pt x="82682" y="6176095"/>
                  </a:lnTo>
                  <a:lnTo>
                    <a:pt x="82682" y="6175665"/>
                  </a:lnTo>
                  <a:lnTo>
                    <a:pt x="82682" y="6175234"/>
                  </a:lnTo>
                  <a:lnTo>
                    <a:pt x="82682" y="6174804"/>
                  </a:lnTo>
                  <a:lnTo>
                    <a:pt x="82800" y="6174804"/>
                  </a:lnTo>
                  <a:lnTo>
                    <a:pt x="82800" y="6174373"/>
                  </a:lnTo>
                  <a:lnTo>
                    <a:pt x="82800" y="6173942"/>
                  </a:lnTo>
                  <a:lnTo>
                    <a:pt x="82918" y="6173942"/>
                  </a:lnTo>
                  <a:lnTo>
                    <a:pt x="82918" y="6173512"/>
                  </a:lnTo>
                  <a:lnTo>
                    <a:pt x="82918" y="6173081"/>
                  </a:lnTo>
                  <a:lnTo>
                    <a:pt x="82918" y="6172651"/>
                  </a:lnTo>
                  <a:lnTo>
                    <a:pt x="83035" y="6172651"/>
                  </a:lnTo>
                  <a:lnTo>
                    <a:pt x="83153" y="6172651"/>
                  </a:lnTo>
                  <a:lnTo>
                    <a:pt x="83270" y="6172651"/>
                  </a:lnTo>
                  <a:lnTo>
                    <a:pt x="83270" y="6172220"/>
                  </a:lnTo>
                  <a:lnTo>
                    <a:pt x="83270" y="6171789"/>
                  </a:lnTo>
                  <a:lnTo>
                    <a:pt x="83388" y="6171789"/>
                  </a:lnTo>
                  <a:lnTo>
                    <a:pt x="83506" y="6171789"/>
                  </a:lnTo>
                  <a:lnTo>
                    <a:pt x="83623" y="6171789"/>
                  </a:lnTo>
                  <a:lnTo>
                    <a:pt x="83741" y="6171789"/>
                  </a:lnTo>
                  <a:lnTo>
                    <a:pt x="83858" y="6171789"/>
                  </a:lnTo>
                  <a:lnTo>
                    <a:pt x="83976" y="6171789"/>
                  </a:lnTo>
                  <a:lnTo>
                    <a:pt x="84094" y="6171789"/>
                  </a:lnTo>
                  <a:lnTo>
                    <a:pt x="84211" y="6171789"/>
                  </a:lnTo>
                  <a:lnTo>
                    <a:pt x="84329" y="6171789"/>
                  </a:lnTo>
                  <a:lnTo>
                    <a:pt x="84447" y="6171789"/>
                  </a:lnTo>
                  <a:lnTo>
                    <a:pt x="84564" y="6171789"/>
                  </a:lnTo>
                  <a:lnTo>
                    <a:pt x="84682" y="6171789"/>
                  </a:lnTo>
                  <a:lnTo>
                    <a:pt x="84799" y="6171789"/>
                  </a:lnTo>
                  <a:lnTo>
                    <a:pt x="84917" y="6171789"/>
                  </a:lnTo>
                  <a:lnTo>
                    <a:pt x="85035" y="6171789"/>
                  </a:lnTo>
                  <a:lnTo>
                    <a:pt x="85035" y="6171359"/>
                  </a:lnTo>
                  <a:lnTo>
                    <a:pt x="85152" y="6171359"/>
                  </a:lnTo>
                  <a:lnTo>
                    <a:pt x="85270" y="6171359"/>
                  </a:lnTo>
                  <a:lnTo>
                    <a:pt x="85387" y="6171359"/>
                  </a:lnTo>
                  <a:lnTo>
                    <a:pt x="85505" y="6171359"/>
                  </a:lnTo>
                  <a:lnTo>
                    <a:pt x="85623" y="6171359"/>
                  </a:lnTo>
                  <a:lnTo>
                    <a:pt x="85740" y="6171359"/>
                  </a:lnTo>
                  <a:lnTo>
                    <a:pt x="85858" y="6171359"/>
                  </a:lnTo>
                  <a:lnTo>
                    <a:pt x="85976" y="6171359"/>
                  </a:lnTo>
                  <a:lnTo>
                    <a:pt x="86093" y="6171359"/>
                  </a:lnTo>
                  <a:lnTo>
                    <a:pt x="86211" y="6171359"/>
                  </a:lnTo>
                  <a:lnTo>
                    <a:pt x="86328" y="6171359"/>
                  </a:lnTo>
                  <a:lnTo>
                    <a:pt x="86446" y="6171359"/>
                  </a:lnTo>
                  <a:lnTo>
                    <a:pt x="86564" y="6171359"/>
                  </a:lnTo>
                  <a:lnTo>
                    <a:pt x="86564" y="6170928"/>
                  </a:lnTo>
                  <a:lnTo>
                    <a:pt x="86564" y="6170498"/>
                  </a:lnTo>
                  <a:lnTo>
                    <a:pt x="86681" y="6170498"/>
                  </a:lnTo>
                  <a:lnTo>
                    <a:pt x="86799" y="6170498"/>
                  </a:lnTo>
                  <a:lnTo>
                    <a:pt x="86916" y="6170498"/>
                  </a:lnTo>
                  <a:lnTo>
                    <a:pt x="87034" y="6170498"/>
                  </a:lnTo>
                  <a:lnTo>
                    <a:pt x="87034" y="6170067"/>
                  </a:lnTo>
                  <a:lnTo>
                    <a:pt x="87152" y="6170067"/>
                  </a:lnTo>
                  <a:lnTo>
                    <a:pt x="87269" y="6170067"/>
                  </a:lnTo>
                  <a:lnTo>
                    <a:pt x="87387" y="6170067"/>
                  </a:lnTo>
                  <a:lnTo>
                    <a:pt x="87387" y="6169636"/>
                  </a:lnTo>
                  <a:lnTo>
                    <a:pt x="87505" y="6169636"/>
                  </a:lnTo>
                  <a:lnTo>
                    <a:pt x="87622" y="6169636"/>
                  </a:lnTo>
                  <a:lnTo>
                    <a:pt x="87740" y="6169636"/>
                  </a:lnTo>
                  <a:lnTo>
                    <a:pt x="87857" y="6169636"/>
                  </a:lnTo>
                  <a:lnTo>
                    <a:pt x="87857" y="6169206"/>
                  </a:lnTo>
                  <a:lnTo>
                    <a:pt x="87975" y="6169206"/>
                  </a:lnTo>
                  <a:lnTo>
                    <a:pt x="88093" y="6169206"/>
                  </a:lnTo>
                  <a:lnTo>
                    <a:pt x="88210" y="6169206"/>
                  </a:lnTo>
                  <a:lnTo>
                    <a:pt x="88328" y="6169206"/>
                  </a:lnTo>
                  <a:lnTo>
                    <a:pt x="88328" y="6168775"/>
                  </a:lnTo>
                  <a:lnTo>
                    <a:pt x="88445" y="6168775"/>
                  </a:lnTo>
                  <a:lnTo>
                    <a:pt x="88445" y="6168345"/>
                  </a:lnTo>
                  <a:lnTo>
                    <a:pt x="88563" y="6168345"/>
                  </a:lnTo>
                  <a:lnTo>
                    <a:pt x="88681" y="6168345"/>
                  </a:lnTo>
                  <a:lnTo>
                    <a:pt x="88681" y="6167914"/>
                  </a:lnTo>
                  <a:lnTo>
                    <a:pt x="88798" y="6167914"/>
                  </a:lnTo>
                  <a:lnTo>
                    <a:pt x="88916" y="6167914"/>
                  </a:lnTo>
                  <a:lnTo>
                    <a:pt x="89033" y="6167914"/>
                  </a:lnTo>
                  <a:lnTo>
                    <a:pt x="89033" y="6167483"/>
                  </a:lnTo>
                  <a:lnTo>
                    <a:pt x="89033" y="6167053"/>
                  </a:lnTo>
                  <a:lnTo>
                    <a:pt x="89151" y="6167053"/>
                  </a:lnTo>
                  <a:lnTo>
                    <a:pt x="89151" y="6166622"/>
                  </a:lnTo>
                  <a:lnTo>
                    <a:pt x="89269" y="6166622"/>
                  </a:lnTo>
                  <a:lnTo>
                    <a:pt x="89269" y="6166192"/>
                  </a:lnTo>
                  <a:lnTo>
                    <a:pt x="89269" y="6165761"/>
                  </a:lnTo>
                  <a:lnTo>
                    <a:pt x="89269" y="6165330"/>
                  </a:lnTo>
                  <a:lnTo>
                    <a:pt x="89269" y="6164900"/>
                  </a:lnTo>
                  <a:lnTo>
                    <a:pt x="89386" y="6164900"/>
                  </a:lnTo>
                  <a:lnTo>
                    <a:pt x="89504" y="6164900"/>
                  </a:lnTo>
                  <a:lnTo>
                    <a:pt x="89504" y="6164469"/>
                  </a:lnTo>
                  <a:lnTo>
                    <a:pt x="89504" y="6164039"/>
                  </a:lnTo>
                  <a:lnTo>
                    <a:pt x="89622" y="6164039"/>
                  </a:lnTo>
                  <a:lnTo>
                    <a:pt x="89622" y="6163608"/>
                  </a:lnTo>
                  <a:lnTo>
                    <a:pt x="89739" y="6163608"/>
                  </a:lnTo>
                  <a:lnTo>
                    <a:pt x="89857" y="6163608"/>
                  </a:lnTo>
                  <a:lnTo>
                    <a:pt x="89857" y="6163177"/>
                  </a:lnTo>
                  <a:lnTo>
                    <a:pt x="89974" y="6163177"/>
                  </a:lnTo>
                  <a:lnTo>
                    <a:pt x="90092" y="6163177"/>
                  </a:lnTo>
                  <a:lnTo>
                    <a:pt x="90210" y="6163177"/>
                  </a:lnTo>
                  <a:lnTo>
                    <a:pt x="90327" y="6163177"/>
                  </a:lnTo>
                  <a:lnTo>
                    <a:pt x="90445" y="6163177"/>
                  </a:lnTo>
                  <a:lnTo>
                    <a:pt x="90562" y="6163177"/>
                  </a:lnTo>
                  <a:lnTo>
                    <a:pt x="90680" y="6163177"/>
                  </a:lnTo>
                  <a:lnTo>
                    <a:pt x="90680" y="6162747"/>
                  </a:lnTo>
                  <a:lnTo>
                    <a:pt x="90798" y="6162747"/>
                  </a:lnTo>
                  <a:lnTo>
                    <a:pt x="90915" y="6162747"/>
                  </a:lnTo>
                  <a:lnTo>
                    <a:pt x="91033" y="6162747"/>
                  </a:lnTo>
                  <a:lnTo>
                    <a:pt x="91151" y="6162747"/>
                  </a:lnTo>
                  <a:lnTo>
                    <a:pt x="91268" y="6162747"/>
                  </a:lnTo>
                  <a:lnTo>
                    <a:pt x="91386" y="6162747"/>
                  </a:lnTo>
                  <a:lnTo>
                    <a:pt x="91503" y="6162747"/>
                  </a:lnTo>
                  <a:lnTo>
                    <a:pt x="91621" y="6162747"/>
                  </a:lnTo>
                  <a:lnTo>
                    <a:pt x="91739" y="6162747"/>
                  </a:lnTo>
                  <a:lnTo>
                    <a:pt x="91856" y="6162747"/>
                  </a:lnTo>
                  <a:lnTo>
                    <a:pt x="91974" y="6162747"/>
                  </a:lnTo>
                  <a:lnTo>
                    <a:pt x="91974" y="6162316"/>
                  </a:lnTo>
                  <a:lnTo>
                    <a:pt x="91974" y="6161886"/>
                  </a:lnTo>
                  <a:lnTo>
                    <a:pt x="92091" y="6161886"/>
                  </a:lnTo>
                  <a:lnTo>
                    <a:pt x="92091" y="6161455"/>
                  </a:lnTo>
                  <a:lnTo>
                    <a:pt x="92209" y="6161455"/>
                  </a:lnTo>
                  <a:lnTo>
                    <a:pt x="92327" y="6161455"/>
                  </a:lnTo>
                  <a:lnTo>
                    <a:pt x="92327" y="6161024"/>
                  </a:lnTo>
                  <a:lnTo>
                    <a:pt x="92327" y="6160594"/>
                  </a:lnTo>
                  <a:lnTo>
                    <a:pt x="92327" y="6160163"/>
                  </a:lnTo>
                  <a:lnTo>
                    <a:pt x="92444" y="6160163"/>
                  </a:lnTo>
                  <a:lnTo>
                    <a:pt x="92444" y="6159733"/>
                  </a:lnTo>
                  <a:lnTo>
                    <a:pt x="92562" y="6159733"/>
                  </a:lnTo>
                  <a:lnTo>
                    <a:pt x="92562" y="6159302"/>
                  </a:lnTo>
                  <a:lnTo>
                    <a:pt x="92562" y="6158871"/>
                  </a:lnTo>
                  <a:lnTo>
                    <a:pt x="92680" y="6158871"/>
                  </a:lnTo>
                  <a:lnTo>
                    <a:pt x="92797" y="6158871"/>
                  </a:lnTo>
                  <a:lnTo>
                    <a:pt x="92797" y="6158441"/>
                  </a:lnTo>
                  <a:lnTo>
                    <a:pt x="92797" y="6158010"/>
                  </a:lnTo>
                  <a:lnTo>
                    <a:pt x="92915" y="6158010"/>
                  </a:lnTo>
                  <a:lnTo>
                    <a:pt x="93032" y="6158010"/>
                  </a:lnTo>
                  <a:lnTo>
                    <a:pt x="93150" y="6158010"/>
                  </a:lnTo>
                  <a:lnTo>
                    <a:pt x="93150" y="6157580"/>
                  </a:lnTo>
                  <a:lnTo>
                    <a:pt x="93268" y="6157580"/>
                  </a:lnTo>
                  <a:lnTo>
                    <a:pt x="93385" y="6157580"/>
                  </a:lnTo>
                  <a:lnTo>
                    <a:pt x="93385" y="6157149"/>
                  </a:lnTo>
                  <a:lnTo>
                    <a:pt x="93503" y="6157149"/>
                  </a:lnTo>
                  <a:lnTo>
                    <a:pt x="93620" y="6157149"/>
                  </a:lnTo>
                  <a:lnTo>
                    <a:pt x="93738" y="6157149"/>
                  </a:lnTo>
                  <a:lnTo>
                    <a:pt x="93856" y="6157149"/>
                  </a:lnTo>
                  <a:lnTo>
                    <a:pt x="93856" y="6156718"/>
                  </a:lnTo>
                  <a:lnTo>
                    <a:pt x="93973" y="6156718"/>
                  </a:lnTo>
                  <a:lnTo>
                    <a:pt x="94091" y="6156718"/>
                  </a:lnTo>
                  <a:lnTo>
                    <a:pt x="94091" y="6156288"/>
                  </a:lnTo>
                  <a:lnTo>
                    <a:pt x="94209" y="6156288"/>
                  </a:lnTo>
                  <a:lnTo>
                    <a:pt x="94209" y="6155857"/>
                  </a:lnTo>
                  <a:lnTo>
                    <a:pt x="94209" y="6155427"/>
                  </a:lnTo>
                  <a:lnTo>
                    <a:pt x="94209" y="6154996"/>
                  </a:lnTo>
                  <a:lnTo>
                    <a:pt x="94209" y="6154565"/>
                  </a:lnTo>
                  <a:lnTo>
                    <a:pt x="94209" y="6154135"/>
                  </a:lnTo>
                  <a:lnTo>
                    <a:pt x="94326" y="6154135"/>
                  </a:lnTo>
                  <a:lnTo>
                    <a:pt x="94444" y="6154135"/>
                  </a:lnTo>
                  <a:lnTo>
                    <a:pt x="94561" y="6154135"/>
                  </a:lnTo>
                  <a:lnTo>
                    <a:pt x="94679" y="6154135"/>
                  </a:lnTo>
                  <a:lnTo>
                    <a:pt x="94797" y="6154135"/>
                  </a:lnTo>
                  <a:lnTo>
                    <a:pt x="94797" y="6153704"/>
                  </a:lnTo>
                  <a:lnTo>
                    <a:pt x="94797" y="6153274"/>
                  </a:lnTo>
                  <a:lnTo>
                    <a:pt x="94914" y="6153274"/>
                  </a:lnTo>
                  <a:lnTo>
                    <a:pt x="95032" y="6153274"/>
                  </a:lnTo>
                  <a:lnTo>
                    <a:pt x="95149" y="6153274"/>
                  </a:lnTo>
                  <a:lnTo>
                    <a:pt x="95149" y="6152843"/>
                  </a:lnTo>
                  <a:lnTo>
                    <a:pt x="95267" y="6152843"/>
                  </a:lnTo>
                  <a:lnTo>
                    <a:pt x="95267" y="6152412"/>
                  </a:lnTo>
                  <a:lnTo>
                    <a:pt x="95385" y="6152412"/>
                  </a:lnTo>
                  <a:lnTo>
                    <a:pt x="95502" y="6152412"/>
                  </a:lnTo>
                  <a:lnTo>
                    <a:pt x="95502" y="6151982"/>
                  </a:lnTo>
                  <a:lnTo>
                    <a:pt x="95502" y="6151551"/>
                  </a:lnTo>
                  <a:lnTo>
                    <a:pt x="95620" y="6151551"/>
                  </a:lnTo>
                  <a:lnTo>
                    <a:pt x="95738" y="6151551"/>
                  </a:lnTo>
                  <a:lnTo>
                    <a:pt x="95855" y="6151551"/>
                  </a:lnTo>
                  <a:lnTo>
                    <a:pt x="95855" y="6151121"/>
                  </a:lnTo>
                  <a:lnTo>
                    <a:pt x="95973" y="6151121"/>
                  </a:lnTo>
                  <a:lnTo>
                    <a:pt x="95973" y="6150690"/>
                  </a:lnTo>
                  <a:lnTo>
                    <a:pt x="96090" y="6150690"/>
                  </a:lnTo>
                  <a:lnTo>
                    <a:pt x="96090" y="6150259"/>
                  </a:lnTo>
                  <a:lnTo>
                    <a:pt x="96208" y="6150259"/>
                  </a:lnTo>
                  <a:lnTo>
                    <a:pt x="96326" y="6150259"/>
                  </a:lnTo>
                  <a:lnTo>
                    <a:pt x="96443" y="6150259"/>
                  </a:lnTo>
                  <a:lnTo>
                    <a:pt x="96443" y="6149829"/>
                  </a:lnTo>
                  <a:lnTo>
                    <a:pt x="96443" y="6149398"/>
                  </a:lnTo>
                  <a:lnTo>
                    <a:pt x="96443" y="6148968"/>
                  </a:lnTo>
                  <a:lnTo>
                    <a:pt x="96561" y="6148968"/>
                  </a:lnTo>
                  <a:lnTo>
                    <a:pt x="96561" y="6148537"/>
                  </a:lnTo>
                  <a:lnTo>
                    <a:pt x="96678" y="6148537"/>
                  </a:lnTo>
                  <a:lnTo>
                    <a:pt x="96678" y="6148106"/>
                  </a:lnTo>
                  <a:lnTo>
                    <a:pt x="96796" y="6148106"/>
                  </a:lnTo>
                  <a:lnTo>
                    <a:pt x="96914" y="6148106"/>
                  </a:lnTo>
                  <a:lnTo>
                    <a:pt x="96914" y="6147676"/>
                  </a:lnTo>
                  <a:lnTo>
                    <a:pt x="97031" y="6147676"/>
                  </a:lnTo>
                  <a:lnTo>
                    <a:pt x="97149" y="6147676"/>
                  </a:lnTo>
                  <a:lnTo>
                    <a:pt x="97149" y="6147245"/>
                  </a:lnTo>
                  <a:lnTo>
                    <a:pt x="97266" y="6147245"/>
                  </a:lnTo>
                  <a:lnTo>
                    <a:pt x="97384" y="6147245"/>
                  </a:lnTo>
                  <a:lnTo>
                    <a:pt x="97502" y="6147245"/>
                  </a:lnTo>
                  <a:lnTo>
                    <a:pt x="97619" y="6147245"/>
                  </a:lnTo>
                  <a:lnTo>
                    <a:pt x="97737" y="6147245"/>
                  </a:lnTo>
                  <a:lnTo>
                    <a:pt x="97855" y="6147245"/>
                  </a:lnTo>
                  <a:lnTo>
                    <a:pt x="97972" y="6147245"/>
                  </a:lnTo>
                  <a:lnTo>
                    <a:pt x="97972" y="6146815"/>
                  </a:lnTo>
                  <a:lnTo>
                    <a:pt x="98090" y="6146815"/>
                  </a:lnTo>
                  <a:lnTo>
                    <a:pt x="98090" y="6146384"/>
                  </a:lnTo>
                  <a:lnTo>
                    <a:pt x="98090" y="6145953"/>
                  </a:lnTo>
                  <a:lnTo>
                    <a:pt x="98090" y="6145523"/>
                  </a:lnTo>
                  <a:lnTo>
                    <a:pt x="98207" y="6145523"/>
                  </a:lnTo>
                  <a:lnTo>
                    <a:pt x="98325" y="6145523"/>
                  </a:lnTo>
                  <a:lnTo>
                    <a:pt x="98443" y="6145523"/>
                  </a:lnTo>
                  <a:lnTo>
                    <a:pt x="98560" y="6145523"/>
                  </a:lnTo>
                  <a:lnTo>
                    <a:pt x="98560" y="6145092"/>
                  </a:lnTo>
                  <a:lnTo>
                    <a:pt x="98678" y="6145092"/>
                  </a:lnTo>
                  <a:lnTo>
                    <a:pt x="98795" y="6145092"/>
                  </a:lnTo>
                  <a:lnTo>
                    <a:pt x="98795" y="6144662"/>
                  </a:lnTo>
                  <a:lnTo>
                    <a:pt x="98913" y="6144662"/>
                  </a:lnTo>
                  <a:lnTo>
                    <a:pt x="99031" y="6144662"/>
                  </a:lnTo>
                  <a:lnTo>
                    <a:pt x="99031" y="6144231"/>
                  </a:lnTo>
                  <a:lnTo>
                    <a:pt x="99148" y="6144231"/>
                  </a:lnTo>
                  <a:lnTo>
                    <a:pt x="99266" y="6144231"/>
                  </a:lnTo>
                  <a:lnTo>
                    <a:pt x="99266" y="6143800"/>
                  </a:lnTo>
                  <a:lnTo>
                    <a:pt x="99384" y="6143800"/>
                  </a:lnTo>
                  <a:lnTo>
                    <a:pt x="99501" y="6143800"/>
                  </a:lnTo>
                  <a:lnTo>
                    <a:pt x="99619" y="6143800"/>
                  </a:lnTo>
                  <a:lnTo>
                    <a:pt x="99619" y="6143370"/>
                  </a:lnTo>
                  <a:lnTo>
                    <a:pt x="99736" y="6143370"/>
                  </a:lnTo>
                  <a:lnTo>
                    <a:pt x="99736" y="6142939"/>
                  </a:lnTo>
                  <a:lnTo>
                    <a:pt x="99854" y="6142939"/>
                  </a:lnTo>
                  <a:lnTo>
                    <a:pt x="99972" y="6142939"/>
                  </a:lnTo>
                  <a:lnTo>
                    <a:pt x="100089" y="6142939"/>
                  </a:lnTo>
                  <a:lnTo>
                    <a:pt x="100207" y="6142939"/>
                  </a:lnTo>
                  <a:lnTo>
                    <a:pt x="100324" y="6142939"/>
                  </a:lnTo>
                  <a:lnTo>
                    <a:pt x="100324" y="6142509"/>
                  </a:lnTo>
                  <a:lnTo>
                    <a:pt x="100324" y="6142078"/>
                  </a:lnTo>
                  <a:lnTo>
                    <a:pt x="100442" y="6142078"/>
                  </a:lnTo>
                  <a:lnTo>
                    <a:pt x="100560" y="6142078"/>
                  </a:lnTo>
                  <a:lnTo>
                    <a:pt x="100677" y="6142078"/>
                  </a:lnTo>
                  <a:lnTo>
                    <a:pt x="100795" y="6142078"/>
                  </a:lnTo>
                  <a:lnTo>
                    <a:pt x="100795" y="6141647"/>
                  </a:lnTo>
                  <a:lnTo>
                    <a:pt x="100795" y="6141217"/>
                  </a:lnTo>
                  <a:lnTo>
                    <a:pt x="100795" y="6140786"/>
                  </a:lnTo>
                  <a:lnTo>
                    <a:pt x="100795" y="6140356"/>
                  </a:lnTo>
                  <a:lnTo>
                    <a:pt x="100795" y="6139925"/>
                  </a:lnTo>
                  <a:lnTo>
                    <a:pt x="100795" y="6139494"/>
                  </a:lnTo>
                  <a:lnTo>
                    <a:pt x="100795" y="6139064"/>
                  </a:lnTo>
                  <a:lnTo>
                    <a:pt x="100913" y="6139064"/>
                  </a:lnTo>
                  <a:lnTo>
                    <a:pt x="101030" y="6139064"/>
                  </a:lnTo>
                  <a:lnTo>
                    <a:pt x="101148" y="6139064"/>
                  </a:lnTo>
                  <a:lnTo>
                    <a:pt x="101148" y="6138633"/>
                  </a:lnTo>
                  <a:lnTo>
                    <a:pt x="101265" y="6138633"/>
                  </a:lnTo>
                  <a:lnTo>
                    <a:pt x="101383" y="6138633"/>
                  </a:lnTo>
                  <a:lnTo>
                    <a:pt x="101501" y="6138633"/>
                  </a:lnTo>
                  <a:lnTo>
                    <a:pt x="101618" y="6138633"/>
                  </a:lnTo>
                  <a:lnTo>
                    <a:pt x="101618" y="6138203"/>
                  </a:lnTo>
                  <a:lnTo>
                    <a:pt x="101736" y="6138203"/>
                  </a:lnTo>
                  <a:lnTo>
                    <a:pt x="101736" y="6137772"/>
                  </a:lnTo>
                  <a:lnTo>
                    <a:pt x="101736" y="6137341"/>
                  </a:lnTo>
                  <a:lnTo>
                    <a:pt x="101736" y="6136911"/>
                  </a:lnTo>
                  <a:lnTo>
                    <a:pt x="101853" y="6136911"/>
                  </a:lnTo>
                  <a:lnTo>
                    <a:pt x="101971" y="6136911"/>
                  </a:lnTo>
                  <a:lnTo>
                    <a:pt x="102089" y="6136911"/>
                  </a:lnTo>
                  <a:lnTo>
                    <a:pt x="102206" y="6136911"/>
                  </a:lnTo>
                  <a:lnTo>
                    <a:pt x="102324" y="6136911"/>
                  </a:lnTo>
                  <a:lnTo>
                    <a:pt x="102442" y="6136911"/>
                  </a:lnTo>
                  <a:lnTo>
                    <a:pt x="102442" y="6136480"/>
                  </a:lnTo>
                  <a:lnTo>
                    <a:pt x="102559" y="6136480"/>
                  </a:lnTo>
                  <a:lnTo>
                    <a:pt x="102677" y="6136480"/>
                  </a:lnTo>
                  <a:lnTo>
                    <a:pt x="102794" y="6136480"/>
                  </a:lnTo>
                  <a:lnTo>
                    <a:pt x="102794" y="6136050"/>
                  </a:lnTo>
                  <a:lnTo>
                    <a:pt x="102912" y="6136050"/>
                  </a:lnTo>
                  <a:lnTo>
                    <a:pt x="103030" y="6136050"/>
                  </a:lnTo>
                  <a:lnTo>
                    <a:pt x="103030" y="6135619"/>
                  </a:lnTo>
                  <a:lnTo>
                    <a:pt x="103147" y="6135619"/>
                  </a:lnTo>
                  <a:lnTo>
                    <a:pt x="103265" y="6135619"/>
                  </a:lnTo>
                  <a:lnTo>
                    <a:pt x="103265" y="6135188"/>
                  </a:lnTo>
                  <a:lnTo>
                    <a:pt x="103265" y="6134758"/>
                  </a:lnTo>
                  <a:lnTo>
                    <a:pt x="103265" y="6134327"/>
                  </a:lnTo>
                  <a:lnTo>
                    <a:pt x="103382" y="6134327"/>
                  </a:lnTo>
                  <a:lnTo>
                    <a:pt x="103500" y="6134327"/>
                  </a:lnTo>
                  <a:lnTo>
                    <a:pt x="103500" y="6133897"/>
                  </a:lnTo>
                  <a:lnTo>
                    <a:pt x="103618" y="6133897"/>
                  </a:lnTo>
                  <a:lnTo>
                    <a:pt x="103735" y="6133897"/>
                  </a:lnTo>
                  <a:lnTo>
                    <a:pt x="103853" y="6133897"/>
                  </a:lnTo>
                  <a:lnTo>
                    <a:pt x="103971" y="6133897"/>
                  </a:lnTo>
                  <a:lnTo>
                    <a:pt x="104088" y="6133897"/>
                  </a:lnTo>
                  <a:lnTo>
                    <a:pt x="104088" y="6133466"/>
                  </a:lnTo>
                  <a:lnTo>
                    <a:pt x="104206" y="6133466"/>
                  </a:lnTo>
                  <a:lnTo>
                    <a:pt x="104323" y="6133466"/>
                  </a:lnTo>
                  <a:lnTo>
                    <a:pt x="104441" y="6133466"/>
                  </a:lnTo>
                  <a:lnTo>
                    <a:pt x="104441" y="6133035"/>
                  </a:lnTo>
                  <a:lnTo>
                    <a:pt x="104559" y="6133035"/>
                  </a:lnTo>
                  <a:lnTo>
                    <a:pt x="104559" y="6132605"/>
                  </a:lnTo>
                  <a:lnTo>
                    <a:pt x="104676" y="6132605"/>
                  </a:lnTo>
                  <a:lnTo>
                    <a:pt x="104794" y="6132605"/>
                  </a:lnTo>
                  <a:lnTo>
                    <a:pt x="104911" y="6132605"/>
                  </a:lnTo>
                  <a:lnTo>
                    <a:pt x="104911" y="6132174"/>
                  </a:lnTo>
                  <a:lnTo>
                    <a:pt x="105029" y="6132174"/>
                  </a:lnTo>
                  <a:lnTo>
                    <a:pt x="105029" y="6131744"/>
                  </a:lnTo>
                  <a:lnTo>
                    <a:pt x="105029" y="6131313"/>
                  </a:lnTo>
                  <a:lnTo>
                    <a:pt x="105029" y="6130882"/>
                  </a:lnTo>
                  <a:lnTo>
                    <a:pt x="105029" y="6130452"/>
                  </a:lnTo>
                  <a:lnTo>
                    <a:pt x="105147" y="6130452"/>
                  </a:lnTo>
                  <a:lnTo>
                    <a:pt x="105264" y="6130452"/>
                  </a:lnTo>
                  <a:lnTo>
                    <a:pt x="105264" y="6130021"/>
                  </a:lnTo>
                  <a:lnTo>
                    <a:pt x="105382" y="6130021"/>
                  </a:lnTo>
                  <a:lnTo>
                    <a:pt x="105382" y="6129591"/>
                  </a:lnTo>
                  <a:lnTo>
                    <a:pt x="105382" y="6129160"/>
                  </a:lnTo>
                  <a:lnTo>
                    <a:pt x="105499" y="6129160"/>
                  </a:lnTo>
                  <a:lnTo>
                    <a:pt x="105617" y="6129160"/>
                  </a:lnTo>
                  <a:lnTo>
                    <a:pt x="105735" y="6129160"/>
                  </a:lnTo>
                  <a:lnTo>
                    <a:pt x="105735" y="6128729"/>
                  </a:lnTo>
                  <a:lnTo>
                    <a:pt x="105852" y="6128729"/>
                  </a:lnTo>
                  <a:lnTo>
                    <a:pt x="105970" y="6128729"/>
                  </a:lnTo>
                  <a:lnTo>
                    <a:pt x="106088" y="6128729"/>
                  </a:lnTo>
                  <a:lnTo>
                    <a:pt x="106088" y="6128299"/>
                  </a:lnTo>
                  <a:lnTo>
                    <a:pt x="106088" y="6127868"/>
                  </a:lnTo>
                  <a:lnTo>
                    <a:pt x="106205" y="6127868"/>
                  </a:lnTo>
                  <a:lnTo>
                    <a:pt x="106205" y="6127438"/>
                  </a:lnTo>
                  <a:lnTo>
                    <a:pt x="106323" y="6127438"/>
                  </a:lnTo>
                  <a:lnTo>
                    <a:pt x="106440" y="6127438"/>
                  </a:lnTo>
                  <a:lnTo>
                    <a:pt x="106440" y="6127007"/>
                  </a:lnTo>
                  <a:lnTo>
                    <a:pt x="106440" y="6126576"/>
                  </a:lnTo>
                  <a:lnTo>
                    <a:pt x="106440" y="6126146"/>
                  </a:lnTo>
                  <a:lnTo>
                    <a:pt x="106558" y="6126146"/>
                  </a:lnTo>
                  <a:lnTo>
                    <a:pt x="106558" y="6125715"/>
                  </a:lnTo>
                  <a:lnTo>
                    <a:pt x="106676" y="6125715"/>
                  </a:lnTo>
                  <a:lnTo>
                    <a:pt x="106793" y="6125715"/>
                  </a:lnTo>
                  <a:lnTo>
                    <a:pt x="106911" y="6125715"/>
                  </a:lnTo>
                  <a:lnTo>
                    <a:pt x="107028" y="6125715"/>
                  </a:lnTo>
                  <a:lnTo>
                    <a:pt x="107028" y="6125285"/>
                  </a:lnTo>
                  <a:lnTo>
                    <a:pt x="107146" y="6125285"/>
                  </a:lnTo>
                  <a:lnTo>
                    <a:pt x="107264" y="6125285"/>
                  </a:lnTo>
                  <a:lnTo>
                    <a:pt x="107381" y="6125285"/>
                  </a:lnTo>
                  <a:lnTo>
                    <a:pt x="107499" y="6125285"/>
                  </a:lnTo>
                  <a:lnTo>
                    <a:pt x="107499" y="6124854"/>
                  </a:lnTo>
                  <a:lnTo>
                    <a:pt x="107617" y="6124854"/>
                  </a:lnTo>
                  <a:lnTo>
                    <a:pt x="107734" y="6124854"/>
                  </a:lnTo>
                  <a:lnTo>
                    <a:pt x="107852" y="6124854"/>
                  </a:lnTo>
                  <a:lnTo>
                    <a:pt x="107852" y="6124423"/>
                  </a:lnTo>
                  <a:lnTo>
                    <a:pt x="107852" y="6123993"/>
                  </a:lnTo>
                  <a:lnTo>
                    <a:pt x="107852" y="6123562"/>
                  </a:lnTo>
                  <a:lnTo>
                    <a:pt x="107969" y="6123562"/>
                  </a:lnTo>
                  <a:lnTo>
                    <a:pt x="108087" y="6123562"/>
                  </a:lnTo>
                  <a:lnTo>
                    <a:pt x="108205" y="6123562"/>
                  </a:lnTo>
                  <a:lnTo>
                    <a:pt x="108322" y="6123562"/>
                  </a:lnTo>
                  <a:lnTo>
                    <a:pt x="108440" y="6123562"/>
                  </a:lnTo>
                  <a:lnTo>
                    <a:pt x="108557" y="6123562"/>
                  </a:lnTo>
                  <a:lnTo>
                    <a:pt x="108557" y="6123132"/>
                  </a:lnTo>
                  <a:lnTo>
                    <a:pt x="108675" y="6123132"/>
                  </a:lnTo>
                  <a:lnTo>
                    <a:pt x="108793" y="6123132"/>
                  </a:lnTo>
                  <a:lnTo>
                    <a:pt x="108910" y="6123132"/>
                  </a:lnTo>
                  <a:lnTo>
                    <a:pt x="109028" y="6123132"/>
                  </a:lnTo>
                  <a:lnTo>
                    <a:pt x="109028" y="6122701"/>
                  </a:lnTo>
                  <a:lnTo>
                    <a:pt x="109146" y="6122701"/>
                  </a:lnTo>
                  <a:lnTo>
                    <a:pt x="109146" y="6122270"/>
                  </a:lnTo>
                  <a:lnTo>
                    <a:pt x="109146" y="6121840"/>
                  </a:lnTo>
                  <a:lnTo>
                    <a:pt x="109263" y="6121840"/>
                  </a:lnTo>
                  <a:lnTo>
                    <a:pt x="109381" y="6121840"/>
                  </a:lnTo>
                  <a:lnTo>
                    <a:pt x="109498" y="6121840"/>
                  </a:lnTo>
                  <a:lnTo>
                    <a:pt x="109616" y="6121840"/>
                  </a:lnTo>
                  <a:lnTo>
                    <a:pt x="109616" y="6121409"/>
                  </a:lnTo>
                  <a:lnTo>
                    <a:pt x="109734" y="6121409"/>
                  </a:lnTo>
                  <a:lnTo>
                    <a:pt x="109734" y="6120979"/>
                  </a:lnTo>
                  <a:lnTo>
                    <a:pt x="109851" y="6120979"/>
                  </a:lnTo>
                  <a:lnTo>
                    <a:pt x="109969" y="6120979"/>
                  </a:lnTo>
                  <a:lnTo>
                    <a:pt x="110086" y="6120979"/>
                  </a:lnTo>
                  <a:lnTo>
                    <a:pt x="110204" y="6120979"/>
                  </a:lnTo>
                  <a:lnTo>
                    <a:pt x="110204" y="6120548"/>
                  </a:lnTo>
                  <a:lnTo>
                    <a:pt x="110322" y="6120548"/>
                  </a:lnTo>
                  <a:lnTo>
                    <a:pt x="110439" y="6120548"/>
                  </a:lnTo>
                  <a:lnTo>
                    <a:pt x="110557" y="6120548"/>
                  </a:lnTo>
                  <a:lnTo>
                    <a:pt x="110557" y="6120117"/>
                  </a:lnTo>
                  <a:lnTo>
                    <a:pt x="110675" y="6120117"/>
                  </a:lnTo>
                  <a:lnTo>
                    <a:pt x="110675" y="6119687"/>
                  </a:lnTo>
                  <a:lnTo>
                    <a:pt x="110792" y="6119687"/>
                  </a:lnTo>
                  <a:lnTo>
                    <a:pt x="110910" y="6119687"/>
                  </a:lnTo>
                  <a:lnTo>
                    <a:pt x="110910" y="6119256"/>
                  </a:lnTo>
                  <a:lnTo>
                    <a:pt x="111027" y="6119256"/>
                  </a:lnTo>
                  <a:lnTo>
                    <a:pt x="111145" y="6119256"/>
                  </a:lnTo>
                  <a:lnTo>
                    <a:pt x="111145" y="6118826"/>
                  </a:lnTo>
                  <a:lnTo>
                    <a:pt x="111145" y="6118395"/>
                  </a:lnTo>
                  <a:lnTo>
                    <a:pt x="111263" y="6118395"/>
                  </a:lnTo>
                  <a:lnTo>
                    <a:pt x="111380" y="6118395"/>
                  </a:lnTo>
                  <a:lnTo>
                    <a:pt x="111498" y="6118395"/>
                  </a:lnTo>
                  <a:lnTo>
                    <a:pt x="111498" y="6117964"/>
                  </a:lnTo>
                  <a:lnTo>
                    <a:pt x="111498" y="6117534"/>
                  </a:lnTo>
                  <a:lnTo>
                    <a:pt x="111498" y="6117103"/>
                  </a:lnTo>
                  <a:lnTo>
                    <a:pt x="111498" y="6116673"/>
                  </a:lnTo>
                  <a:lnTo>
                    <a:pt x="111498" y="6116242"/>
                  </a:lnTo>
                  <a:lnTo>
                    <a:pt x="111615" y="6116242"/>
                  </a:lnTo>
                  <a:lnTo>
                    <a:pt x="111733" y="6116242"/>
                  </a:lnTo>
                  <a:lnTo>
                    <a:pt x="111851" y="6116242"/>
                  </a:lnTo>
                  <a:lnTo>
                    <a:pt x="111968" y="6116242"/>
                  </a:lnTo>
                  <a:lnTo>
                    <a:pt x="112086" y="6116242"/>
                  </a:lnTo>
                  <a:lnTo>
                    <a:pt x="112204" y="6116242"/>
                  </a:lnTo>
                  <a:lnTo>
                    <a:pt x="112204" y="6115811"/>
                  </a:lnTo>
                  <a:lnTo>
                    <a:pt x="112204" y="6115381"/>
                  </a:lnTo>
                  <a:lnTo>
                    <a:pt x="112204" y="6114950"/>
                  </a:lnTo>
                  <a:lnTo>
                    <a:pt x="112321" y="6114950"/>
                  </a:lnTo>
                  <a:lnTo>
                    <a:pt x="112321" y="6114520"/>
                  </a:lnTo>
                  <a:lnTo>
                    <a:pt x="112439" y="6114520"/>
                  </a:lnTo>
                  <a:lnTo>
                    <a:pt x="112556" y="6114520"/>
                  </a:lnTo>
                  <a:lnTo>
                    <a:pt x="112674" y="6114520"/>
                  </a:lnTo>
                  <a:lnTo>
                    <a:pt x="112792" y="6114520"/>
                  </a:lnTo>
                  <a:lnTo>
                    <a:pt x="112909" y="6114520"/>
                  </a:lnTo>
                  <a:lnTo>
                    <a:pt x="113027" y="6114520"/>
                  </a:lnTo>
                  <a:lnTo>
                    <a:pt x="113144" y="6114520"/>
                  </a:lnTo>
                  <a:lnTo>
                    <a:pt x="113262" y="6114520"/>
                  </a:lnTo>
                  <a:lnTo>
                    <a:pt x="113380" y="6114520"/>
                  </a:lnTo>
                  <a:lnTo>
                    <a:pt x="113380" y="6114089"/>
                  </a:lnTo>
                  <a:lnTo>
                    <a:pt x="113497" y="6114089"/>
                  </a:lnTo>
                  <a:lnTo>
                    <a:pt x="113615" y="6114089"/>
                  </a:lnTo>
                  <a:lnTo>
                    <a:pt x="113732" y="6114089"/>
                  </a:lnTo>
                  <a:lnTo>
                    <a:pt x="113732" y="6113658"/>
                  </a:lnTo>
                  <a:lnTo>
                    <a:pt x="113732" y="6113228"/>
                  </a:lnTo>
                  <a:lnTo>
                    <a:pt x="113850" y="6113228"/>
                  </a:lnTo>
                  <a:lnTo>
                    <a:pt x="113850" y="6112797"/>
                  </a:lnTo>
                  <a:lnTo>
                    <a:pt x="113968" y="6112797"/>
                  </a:lnTo>
                  <a:lnTo>
                    <a:pt x="114085" y="6112797"/>
                  </a:lnTo>
                  <a:lnTo>
                    <a:pt x="114085" y="6112367"/>
                  </a:lnTo>
                  <a:lnTo>
                    <a:pt x="114085" y="6111936"/>
                  </a:lnTo>
                  <a:lnTo>
                    <a:pt x="114203" y="6111936"/>
                  </a:lnTo>
                  <a:lnTo>
                    <a:pt x="114321" y="6111936"/>
                  </a:lnTo>
                  <a:lnTo>
                    <a:pt x="114438" y="6111936"/>
                  </a:lnTo>
                  <a:lnTo>
                    <a:pt x="114556" y="6111936"/>
                  </a:lnTo>
                  <a:lnTo>
                    <a:pt x="114673" y="6111936"/>
                  </a:lnTo>
                  <a:lnTo>
                    <a:pt x="114791" y="6111936"/>
                  </a:lnTo>
                  <a:lnTo>
                    <a:pt x="114909" y="6111936"/>
                  </a:lnTo>
                  <a:lnTo>
                    <a:pt x="115026" y="6111936"/>
                  </a:lnTo>
                  <a:lnTo>
                    <a:pt x="115026" y="6111505"/>
                  </a:lnTo>
                  <a:lnTo>
                    <a:pt x="115144" y="6111505"/>
                  </a:lnTo>
                  <a:lnTo>
                    <a:pt x="115144" y="6111075"/>
                  </a:lnTo>
                  <a:lnTo>
                    <a:pt x="115261" y="6111075"/>
                  </a:lnTo>
                  <a:lnTo>
                    <a:pt x="115379" y="6111075"/>
                  </a:lnTo>
                  <a:lnTo>
                    <a:pt x="115379" y="6110644"/>
                  </a:lnTo>
                  <a:lnTo>
                    <a:pt x="115379" y="6110214"/>
                  </a:lnTo>
                  <a:lnTo>
                    <a:pt x="115379" y="6109783"/>
                  </a:lnTo>
                  <a:lnTo>
                    <a:pt x="115379" y="6109352"/>
                  </a:lnTo>
                  <a:lnTo>
                    <a:pt x="115497" y="6109352"/>
                  </a:lnTo>
                  <a:lnTo>
                    <a:pt x="115614" y="6109352"/>
                  </a:lnTo>
                  <a:lnTo>
                    <a:pt x="115614" y="6108922"/>
                  </a:lnTo>
                  <a:lnTo>
                    <a:pt x="115732" y="6108922"/>
                  </a:lnTo>
                  <a:lnTo>
                    <a:pt x="115850" y="6108922"/>
                  </a:lnTo>
                  <a:lnTo>
                    <a:pt x="115967" y="6108922"/>
                  </a:lnTo>
                  <a:lnTo>
                    <a:pt x="115967" y="6108491"/>
                  </a:lnTo>
                  <a:lnTo>
                    <a:pt x="115967" y="6108061"/>
                  </a:lnTo>
                  <a:lnTo>
                    <a:pt x="115967" y="6107630"/>
                  </a:lnTo>
                  <a:lnTo>
                    <a:pt x="116085" y="6107630"/>
                  </a:lnTo>
                  <a:lnTo>
                    <a:pt x="116202" y="6107630"/>
                  </a:lnTo>
                  <a:lnTo>
                    <a:pt x="116202" y="6107199"/>
                  </a:lnTo>
                  <a:lnTo>
                    <a:pt x="116202" y="6106769"/>
                  </a:lnTo>
                  <a:lnTo>
                    <a:pt x="116320" y="6106769"/>
                  </a:lnTo>
                  <a:lnTo>
                    <a:pt x="116320" y="6106338"/>
                  </a:lnTo>
                  <a:lnTo>
                    <a:pt x="116320" y="6105908"/>
                  </a:lnTo>
                  <a:lnTo>
                    <a:pt x="116320" y="6105477"/>
                  </a:lnTo>
                  <a:lnTo>
                    <a:pt x="116438" y="6105477"/>
                  </a:lnTo>
                  <a:lnTo>
                    <a:pt x="116555" y="6105477"/>
                  </a:lnTo>
                  <a:lnTo>
                    <a:pt x="116555" y="6105046"/>
                  </a:lnTo>
                  <a:lnTo>
                    <a:pt x="116673" y="6105046"/>
                  </a:lnTo>
                  <a:lnTo>
                    <a:pt x="116790" y="6105046"/>
                  </a:lnTo>
                  <a:lnTo>
                    <a:pt x="116790" y="6104616"/>
                  </a:lnTo>
                  <a:lnTo>
                    <a:pt x="116908" y="6104616"/>
                  </a:lnTo>
                  <a:lnTo>
                    <a:pt x="116908" y="6104185"/>
                  </a:lnTo>
                  <a:lnTo>
                    <a:pt x="117026" y="6104185"/>
                  </a:lnTo>
                  <a:lnTo>
                    <a:pt x="117143" y="6104185"/>
                  </a:lnTo>
                  <a:lnTo>
                    <a:pt x="117261" y="6104185"/>
                  </a:lnTo>
                  <a:lnTo>
                    <a:pt x="117379" y="6104185"/>
                  </a:lnTo>
                  <a:lnTo>
                    <a:pt x="117496" y="6104185"/>
                  </a:lnTo>
                  <a:lnTo>
                    <a:pt x="117496" y="6103755"/>
                  </a:lnTo>
                  <a:lnTo>
                    <a:pt x="117496" y="6103324"/>
                  </a:lnTo>
                  <a:lnTo>
                    <a:pt x="117614" y="6103324"/>
                  </a:lnTo>
                  <a:lnTo>
                    <a:pt x="117614" y="6102893"/>
                  </a:lnTo>
                  <a:lnTo>
                    <a:pt x="117614" y="6102463"/>
                  </a:lnTo>
                  <a:lnTo>
                    <a:pt x="117731" y="6102463"/>
                  </a:lnTo>
                  <a:lnTo>
                    <a:pt x="117849" y="6102463"/>
                  </a:lnTo>
                  <a:lnTo>
                    <a:pt x="117967" y="6102463"/>
                  </a:lnTo>
                  <a:lnTo>
                    <a:pt x="118084" y="6102463"/>
                  </a:lnTo>
                  <a:lnTo>
                    <a:pt x="118202" y="6102463"/>
                  </a:lnTo>
                  <a:lnTo>
                    <a:pt x="118202" y="6102032"/>
                  </a:lnTo>
                  <a:lnTo>
                    <a:pt x="118319" y="6102032"/>
                  </a:lnTo>
                  <a:lnTo>
                    <a:pt x="118437" y="6102032"/>
                  </a:lnTo>
                  <a:lnTo>
                    <a:pt x="118437" y="6101602"/>
                  </a:lnTo>
                  <a:lnTo>
                    <a:pt x="118437" y="6101171"/>
                  </a:lnTo>
                  <a:lnTo>
                    <a:pt x="118555" y="6101171"/>
                  </a:lnTo>
                  <a:lnTo>
                    <a:pt x="118672" y="6101171"/>
                  </a:lnTo>
                  <a:lnTo>
                    <a:pt x="118790" y="6101171"/>
                  </a:lnTo>
                  <a:lnTo>
                    <a:pt x="118908" y="6101171"/>
                  </a:lnTo>
                  <a:lnTo>
                    <a:pt x="119025" y="6101171"/>
                  </a:lnTo>
                  <a:lnTo>
                    <a:pt x="119143" y="6101171"/>
                  </a:lnTo>
                  <a:lnTo>
                    <a:pt x="119260" y="6101171"/>
                  </a:lnTo>
                  <a:lnTo>
                    <a:pt x="119378" y="6101171"/>
                  </a:lnTo>
                  <a:lnTo>
                    <a:pt x="119378" y="6100740"/>
                  </a:lnTo>
                  <a:lnTo>
                    <a:pt x="119496" y="6100740"/>
                  </a:lnTo>
                  <a:lnTo>
                    <a:pt x="119496" y="6100310"/>
                  </a:lnTo>
                  <a:lnTo>
                    <a:pt x="119496" y="6099879"/>
                  </a:lnTo>
                  <a:lnTo>
                    <a:pt x="119496" y="6099449"/>
                  </a:lnTo>
                  <a:lnTo>
                    <a:pt x="119613" y="6099449"/>
                  </a:lnTo>
                  <a:lnTo>
                    <a:pt x="119613" y="6099018"/>
                  </a:lnTo>
                  <a:lnTo>
                    <a:pt x="119731" y="6099018"/>
                  </a:lnTo>
                  <a:lnTo>
                    <a:pt x="119731" y="6098587"/>
                  </a:lnTo>
                  <a:lnTo>
                    <a:pt x="119848" y="6098587"/>
                  </a:lnTo>
                  <a:lnTo>
                    <a:pt x="119966" y="6098587"/>
                  </a:lnTo>
                  <a:lnTo>
                    <a:pt x="120084" y="6098587"/>
                  </a:lnTo>
                  <a:lnTo>
                    <a:pt x="120201" y="6098587"/>
                  </a:lnTo>
                  <a:lnTo>
                    <a:pt x="120319" y="6098587"/>
                  </a:lnTo>
                  <a:lnTo>
                    <a:pt x="120437" y="6098587"/>
                  </a:lnTo>
                  <a:lnTo>
                    <a:pt x="120554" y="6098587"/>
                  </a:lnTo>
                  <a:lnTo>
                    <a:pt x="120554" y="6098157"/>
                  </a:lnTo>
                  <a:lnTo>
                    <a:pt x="120554" y="6097726"/>
                  </a:lnTo>
                  <a:lnTo>
                    <a:pt x="120672" y="6097726"/>
                  </a:lnTo>
                  <a:lnTo>
                    <a:pt x="120789" y="6097726"/>
                  </a:lnTo>
                  <a:lnTo>
                    <a:pt x="120907" y="6097726"/>
                  </a:lnTo>
                  <a:lnTo>
                    <a:pt x="120907" y="6097296"/>
                  </a:lnTo>
                  <a:lnTo>
                    <a:pt x="121025" y="6097296"/>
                  </a:lnTo>
                  <a:lnTo>
                    <a:pt x="121025" y="6096865"/>
                  </a:lnTo>
                  <a:lnTo>
                    <a:pt x="121025" y="6096434"/>
                  </a:lnTo>
                  <a:lnTo>
                    <a:pt x="121142" y="6096434"/>
                  </a:lnTo>
                  <a:lnTo>
                    <a:pt x="121260" y="6096434"/>
                  </a:lnTo>
                  <a:lnTo>
                    <a:pt x="121377" y="6096434"/>
                  </a:lnTo>
                  <a:lnTo>
                    <a:pt x="121495" y="6096434"/>
                  </a:lnTo>
                  <a:lnTo>
                    <a:pt x="121613" y="6096434"/>
                  </a:lnTo>
                  <a:lnTo>
                    <a:pt x="121730" y="6096434"/>
                  </a:lnTo>
                  <a:lnTo>
                    <a:pt x="121848" y="6096434"/>
                  </a:lnTo>
                  <a:lnTo>
                    <a:pt x="121848" y="6096004"/>
                  </a:lnTo>
                  <a:lnTo>
                    <a:pt x="121848" y="6095573"/>
                  </a:lnTo>
                  <a:lnTo>
                    <a:pt x="121848" y="6095143"/>
                  </a:lnTo>
                  <a:lnTo>
                    <a:pt x="121848" y="6094712"/>
                  </a:lnTo>
                  <a:lnTo>
                    <a:pt x="121848" y="6094281"/>
                  </a:lnTo>
                  <a:lnTo>
                    <a:pt x="121965" y="6094281"/>
                  </a:lnTo>
                  <a:lnTo>
                    <a:pt x="121965" y="6093851"/>
                  </a:lnTo>
                  <a:lnTo>
                    <a:pt x="122083" y="6093851"/>
                  </a:lnTo>
                  <a:lnTo>
                    <a:pt x="122083" y="6093420"/>
                  </a:lnTo>
                  <a:lnTo>
                    <a:pt x="122201" y="6093420"/>
                  </a:lnTo>
                  <a:lnTo>
                    <a:pt x="122318" y="6093420"/>
                  </a:lnTo>
                  <a:lnTo>
                    <a:pt x="122436" y="6093420"/>
                  </a:lnTo>
                  <a:lnTo>
                    <a:pt x="122554" y="6093420"/>
                  </a:lnTo>
                  <a:lnTo>
                    <a:pt x="122671" y="6093420"/>
                  </a:lnTo>
                  <a:lnTo>
                    <a:pt x="122671" y="6092990"/>
                  </a:lnTo>
                  <a:lnTo>
                    <a:pt x="122789" y="6092990"/>
                  </a:lnTo>
                  <a:lnTo>
                    <a:pt x="122789" y="6092559"/>
                  </a:lnTo>
                  <a:lnTo>
                    <a:pt x="122789" y="6092128"/>
                  </a:lnTo>
                  <a:lnTo>
                    <a:pt x="122789" y="6091698"/>
                  </a:lnTo>
                  <a:lnTo>
                    <a:pt x="122906" y="6091698"/>
                  </a:lnTo>
                  <a:lnTo>
                    <a:pt x="123024" y="6091698"/>
                  </a:lnTo>
                  <a:lnTo>
                    <a:pt x="123142" y="6091698"/>
                  </a:lnTo>
                  <a:lnTo>
                    <a:pt x="123259" y="6091698"/>
                  </a:lnTo>
                  <a:lnTo>
                    <a:pt x="123259" y="6091267"/>
                  </a:lnTo>
                  <a:lnTo>
                    <a:pt x="123377" y="6091267"/>
                  </a:lnTo>
                  <a:lnTo>
                    <a:pt x="123494" y="6091267"/>
                  </a:lnTo>
                  <a:lnTo>
                    <a:pt x="123612" y="6091267"/>
                  </a:lnTo>
                  <a:lnTo>
                    <a:pt x="123612" y="6090837"/>
                  </a:lnTo>
                  <a:lnTo>
                    <a:pt x="123612" y="6090406"/>
                  </a:lnTo>
                  <a:lnTo>
                    <a:pt x="123612" y="6089975"/>
                  </a:lnTo>
                  <a:lnTo>
                    <a:pt x="123612" y="6089545"/>
                  </a:lnTo>
                  <a:lnTo>
                    <a:pt x="123612" y="6089114"/>
                  </a:lnTo>
                  <a:lnTo>
                    <a:pt x="123730" y="6089114"/>
                  </a:lnTo>
                  <a:lnTo>
                    <a:pt x="123730" y="6088684"/>
                  </a:lnTo>
                  <a:lnTo>
                    <a:pt x="123730" y="6088253"/>
                  </a:lnTo>
                  <a:lnTo>
                    <a:pt x="123730" y="6087822"/>
                  </a:lnTo>
                  <a:lnTo>
                    <a:pt x="123847" y="6087822"/>
                  </a:lnTo>
                  <a:lnTo>
                    <a:pt x="123965" y="6087822"/>
                  </a:lnTo>
                  <a:lnTo>
                    <a:pt x="124083" y="6087822"/>
                  </a:lnTo>
                  <a:lnTo>
                    <a:pt x="124083" y="6087392"/>
                  </a:lnTo>
                  <a:lnTo>
                    <a:pt x="124083" y="6086961"/>
                  </a:lnTo>
                  <a:lnTo>
                    <a:pt x="124200" y="6086961"/>
                  </a:lnTo>
                  <a:lnTo>
                    <a:pt x="124318" y="6086961"/>
                  </a:lnTo>
                  <a:lnTo>
                    <a:pt x="124435" y="6086961"/>
                  </a:lnTo>
                  <a:lnTo>
                    <a:pt x="124553" y="6086961"/>
                  </a:lnTo>
                  <a:lnTo>
                    <a:pt x="124671" y="6086961"/>
                  </a:lnTo>
                  <a:lnTo>
                    <a:pt x="124671" y="6086531"/>
                  </a:lnTo>
                  <a:lnTo>
                    <a:pt x="124788" y="6086531"/>
                  </a:lnTo>
                  <a:lnTo>
                    <a:pt x="124906" y="6086531"/>
                  </a:lnTo>
                  <a:lnTo>
                    <a:pt x="125023" y="6086531"/>
                  </a:lnTo>
                  <a:lnTo>
                    <a:pt x="125023" y="6086100"/>
                  </a:lnTo>
                  <a:lnTo>
                    <a:pt x="125023" y="6085669"/>
                  </a:lnTo>
                  <a:lnTo>
                    <a:pt x="125141" y="6085669"/>
                  </a:lnTo>
                  <a:lnTo>
                    <a:pt x="125141" y="6085239"/>
                  </a:lnTo>
                  <a:lnTo>
                    <a:pt x="125141" y="6084808"/>
                  </a:lnTo>
                  <a:lnTo>
                    <a:pt x="125259" y="6084808"/>
                  </a:lnTo>
                  <a:lnTo>
                    <a:pt x="125259" y="6084378"/>
                  </a:lnTo>
                  <a:lnTo>
                    <a:pt x="125259" y="6083947"/>
                  </a:lnTo>
                  <a:lnTo>
                    <a:pt x="125259" y="6083516"/>
                  </a:lnTo>
                  <a:lnTo>
                    <a:pt x="125376" y="6083516"/>
                  </a:lnTo>
                  <a:lnTo>
                    <a:pt x="125494" y="6083516"/>
                  </a:lnTo>
                  <a:lnTo>
                    <a:pt x="125494" y="6083086"/>
                  </a:lnTo>
                  <a:lnTo>
                    <a:pt x="125612" y="6083086"/>
                  </a:lnTo>
                  <a:lnTo>
                    <a:pt x="125612" y="6082655"/>
                  </a:lnTo>
                  <a:lnTo>
                    <a:pt x="125729" y="6082655"/>
                  </a:lnTo>
                  <a:lnTo>
                    <a:pt x="125729" y="6082225"/>
                  </a:lnTo>
                  <a:lnTo>
                    <a:pt x="125729" y="6081794"/>
                  </a:lnTo>
                  <a:lnTo>
                    <a:pt x="125847" y="6081794"/>
                  </a:lnTo>
                  <a:lnTo>
                    <a:pt x="125847" y="6081363"/>
                  </a:lnTo>
                  <a:lnTo>
                    <a:pt x="125964" y="6081363"/>
                  </a:lnTo>
                  <a:lnTo>
                    <a:pt x="125964" y="6080933"/>
                  </a:lnTo>
                  <a:lnTo>
                    <a:pt x="126082" y="6080933"/>
                  </a:lnTo>
                  <a:lnTo>
                    <a:pt x="126200" y="6080933"/>
                  </a:lnTo>
                  <a:lnTo>
                    <a:pt x="126200" y="6080502"/>
                  </a:lnTo>
                  <a:lnTo>
                    <a:pt x="126317" y="6080502"/>
                  </a:lnTo>
                  <a:lnTo>
                    <a:pt x="126317" y="6080072"/>
                  </a:lnTo>
                  <a:lnTo>
                    <a:pt x="126435" y="6080072"/>
                  </a:lnTo>
                  <a:lnTo>
                    <a:pt x="126552" y="6080072"/>
                  </a:lnTo>
                  <a:lnTo>
                    <a:pt x="126670" y="6080072"/>
                  </a:lnTo>
                  <a:lnTo>
                    <a:pt x="126788" y="6080072"/>
                  </a:lnTo>
                  <a:lnTo>
                    <a:pt x="126905" y="6080072"/>
                  </a:lnTo>
                  <a:lnTo>
                    <a:pt x="127023" y="6080072"/>
                  </a:lnTo>
                  <a:lnTo>
                    <a:pt x="127023" y="6079641"/>
                  </a:lnTo>
                  <a:lnTo>
                    <a:pt x="127141" y="6079641"/>
                  </a:lnTo>
                  <a:lnTo>
                    <a:pt x="127258" y="6079641"/>
                  </a:lnTo>
                  <a:lnTo>
                    <a:pt x="127258" y="6079210"/>
                  </a:lnTo>
                  <a:lnTo>
                    <a:pt x="127258" y="6078780"/>
                  </a:lnTo>
                  <a:lnTo>
                    <a:pt x="127376" y="6078780"/>
                  </a:lnTo>
                  <a:lnTo>
                    <a:pt x="127493" y="6078780"/>
                  </a:lnTo>
                  <a:lnTo>
                    <a:pt x="127493" y="6078349"/>
                  </a:lnTo>
                  <a:lnTo>
                    <a:pt x="127611" y="6078349"/>
                  </a:lnTo>
                  <a:lnTo>
                    <a:pt x="127611" y="6077919"/>
                  </a:lnTo>
                  <a:lnTo>
                    <a:pt x="127729" y="6077919"/>
                  </a:lnTo>
                  <a:lnTo>
                    <a:pt x="127846" y="6077919"/>
                  </a:lnTo>
                  <a:lnTo>
                    <a:pt x="127964" y="6077919"/>
                  </a:lnTo>
                  <a:lnTo>
                    <a:pt x="128081" y="6077919"/>
                  </a:lnTo>
                  <a:lnTo>
                    <a:pt x="128199" y="6077919"/>
                  </a:lnTo>
                  <a:lnTo>
                    <a:pt x="128199" y="6077488"/>
                  </a:lnTo>
                  <a:lnTo>
                    <a:pt x="128199" y="6077057"/>
                  </a:lnTo>
                  <a:lnTo>
                    <a:pt x="128317" y="6077057"/>
                  </a:lnTo>
                  <a:lnTo>
                    <a:pt x="128317" y="6076627"/>
                  </a:lnTo>
                  <a:lnTo>
                    <a:pt x="128434" y="6076627"/>
                  </a:lnTo>
                  <a:lnTo>
                    <a:pt x="128552" y="6076627"/>
                  </a:lnTo>
                  <a:lnTo>
                    <a:pt x="128552" y="6076196"/>
                  </a:lnTo>
                  <a:lnTo>
                    <a:pt x="128552" y="6075766"/>
                  </a:lnTo>
                  <a:lnTo>
                    <a:pt x="128670" y="6075766"/>
                  </a:lnTo>
                  <a:lnTo>
                    <a:pt x="128670" y="6075335"/>
                  </a:lnTo>
                  <a:lnTo>
                    <a:pt x="128670" y="6074904"/>
                  </a:lnTo>
                  <a:lnTo>
                    <a:pt x="128787" y="6074904"/>
                  </a:lnTo>
                  <a:lnTo>
                    <a:pt x="128787" y="6074474"/>
                  </a:lnTo>
                  <a:lnTo>
                    <a:pt x="128787" y="6074043"/>
                  </a:lnTo>
                  <a:lnTo>
                    <a:pt x="128905" y="6074043"/>
                  </a:lnTo>
                  <a:lnTo>
                    <a:pt x="129022" y="6074043"/>
                  </a:lnTo>
                  <a:lnTo>
                    <a:pt x="129140" y="6074043"/>
                  </a:lnTo>
                  <a:lnTo>
                    <a:pt x="129258" y="6074043"/>
                  </a:lnTo>
                  <a:lnTo>
                    <a:pt x="129375" y="6074043"/>
                  </a:lnTo>
                  <a:lnTo>
                    <a:pt x="129493" y="6074043"/>
                  </a:lnTo>
                  <a:lnTo>
                    <a:pt x="129493" y="6073613"/>
                  </a:lnTo>
                  <a:lnTo>
                    <a:pt x="129493" y="6073182"/>
                  </a:lnTo>
                  <a:lnTo>
                    <a:pt x="129610" y="6073182"/>
                  </a:lnTo>
                  <a:lnTo>
                    <a:pt x="129610" y="6072751"/>
                  </a:lnTo>
                  <a:lnTo>
                    <a:pt x="129610" y="6072321"/>
                  </a:lnTo>
                  <a:lnTo>
                    <a:pt x="129610" y="6071890"/>
                  </a:lnTo>
                  <a:lnTo>
                    <a:pt x="129728" y="6071890"/>
                  </a:lnTo>
                  <a:lnTo>
                    <a:pt x="129728" y="6071460"/>
                  </a:lnTo>
                  <a:lnTo>
                    <a:pt x="129728" y="6071029"/>
                  </a:lnTo>
                  <a:lnTo>
                    <a:pt x="129728" y="6070598"/>
                  </a:lnTo>
                  <a:lnTo>
                    <a:pt x="129846" y="6070598"/>
                  </a:lnTo>
                  <a:lnTo>
                    <a:pt x="129963" y="6070598"/>
                  </a:lnTo>
                  <a:lnTo>
                    <a:pt x="130081" y="6070598"/>
                  </a:lnTo>
                  <a:lnTo>
                    <a:pt x="130081" y="6070168"/>
                  </a:lnTo>
                  <a:lnTo>
                    <a:pt x="130198" y="6070168"/>
                  </a:lnTo>
                  <a:lnTo>
                    <a:pt x="130198" y="6069737"/>
                  </a:lnTo>
                  <a:lnTo>
                    <a:pt x="130198" y="6069307"/>
                  </a:lnTo>
                  <a:lnTo>
                    <a:pt x="130316" y="6069307"/>
                  </a:lnTo>
                  <a:lnTo>
                    <a:pt x="130316" y="6068876"/>
                  </a:lnTo>
                  <a:lnTo>
                    <a:pt x="130434" y="6068876"/>
                  </a:lnTo>
                  <a:lnTo>
                    <a:pt x="130434" y="6068445"/>
                  </a:lnTo>
                  <a:lnTo>
                    <a:pt x="130551" y="6068445"/>
                  </a:lnTo>
                  <a:lnTo>
                    <a:pt x="130669" y="6068445"/>
                  </a:lnTo>
                  <a:lnTo>
                    <a:pt x="130669" y="6068015"/>
                  </a:lnTo>
                  <a:lnTo>
                    <a:pt x="130787" y="6068015"/>
                  </a:lnTo>
                  <a:lnTo>
                    <a:pt x="130904" y="6068015"/>
                  </a:lnTo>
                  <a:lnTo>
                    <a:pt x="131022" y="6068015"/>
                  </a:lnTo>
                  <a:lnTo>
                    <a:pt x="131022" y="6067584"/>
                  </a:lnTo>
                  <a:lnTo>
                    <a:pt x="131139" y="6067584"/>
                  </a:lnTo>
                  <a:lnTo>
                    <a:pt x="131257" y="6067584"/>
                  </a:lnTo>
                  <a:lnTo>
                    <a:pt x="131375" y="6067584"/>
                  </a:lnTo>
                  <a:lnTo>
                    <a:pt x="131492" y="6067584"/>
                  </a:lnTo>
                  <a:lnTo>
                    <a:pt x="131610" y="6067584"/>
                  </a:lnTo>
                  <a:lnTo>
                    <a:pt x="131727" y="6067584"/>
                  </a:lnTo>
                  <a:lnTo>
                    <a:pt x="131727" y="6067154"/>
                  </a:lnTo>
                  <a:lnTo>
                    <a:pt x="131845" y="6067154"/>
                  </a:lnTo>
                  <a:lnTo>
                    <a:pt x="131963" y="6067154"/>
                  </a:lnTo>
                  <a:lnTo>
                    <a:pt x="132080" y="6067154"/>
                  </a:lnTo>
                  <a:lnTo>
                    <a:pt x="132198" y="6067154"/>
                  </a:lnTo>
                  <a:lnTo>
                    <a:pt x="132316" y="6067154"/>
                  </a:lnTo>
                  <a:lnTo>
                    <a:pt x="132316" y="6066723"/>
                  </a:lnTo>
                  <a:lnTo>
                    <a:pt x="132433" y="6066723"/>
                  </a:lnTo>
                  <a:lnTo>
                    <a:pt x="132551" y="6066723"/>
                  </a:lnTo>
                  <a:lnTo>
                    <a:pt x="132668" y="6066723"/>
                  </a:lnTo>
                  <a:lnTo>
                    <a:pt x="132668" y="6066292"/>
                  </a:lnTo>
                  <a:lnTo>
                    <a:pt x="132668" y="6065862"/>
                  </a:lnTo>
                  <a:lnTo>
                    <a:pt x="132786" y="6065862"/>
                  </a:lnTo>
                  <a:lnTo>
                    <a:pt x="132786" y="6065431"/>
                  </a:lnTo>
                  <a:lnTo>
                    <a:pt x="132904" y="6065431"/>
                  </a:lnTo>
                  <a:lnTo>
                    <a:pt x="132904" y="6065001"/>
                  </a:lnTo>
                  <a:lnTo>
                    <a:pt x="133021" y="6065001"/>
                  </a:lnTo>
                  <a:lnTo>
                    <a:pt x="133021" y="6064570"/>
                  </a:lnTo>
                  <a:lnTo>
                    <a:pt x="133021" y="6064139"/>
                  </a:lnTo>
                  <a:lnTo>
                    <a:pt x="133021" y="6063709"/>
                  </a:lnTo>
                  <a:lnTo>
                    <a:pt x="133021" y="6063278"/>
                  </a:lnTo>
                  <a:lnTo>
                    <a:pt x="133139" y="6063278"/>
                  </a:lnTo>
                  <a:lnTo>
                    <a:pt x="133256" y="6063278"/>
                  </a:lnTo>
                  <a:lnTo>
                    <a:pt x="133374" y="6063278"/>
                  </a:lnTo>
                  <a:lnTo>
                    <a:pt x="133492" y="6063278"/>
                  </a:lnTo>
                  <a:lnTo>
                    <a:pt x="133492" y="6062848"/>
                  </a:lnTo>
                  <a:lnTo>
                    <a:pt x="133609" y="6062848"/>
                  </a:lnTo>
                  <a:lnTo>
                    <a:pt x="133727" y="6062848"/>
                  </a:lnTo>
                  <a:lnTo>
                    <a:pt x="133845" y="6062848"/>
                  </a:lnTo>
                  <a:lnTo>
                    <a:pt x="133962" y="6062848"/>
                  </a:lnTo>
                  <a:lnTo>
                    <a:pt x="133962" y="6062417"/>
                  </a:lnTo>
                  <a:lnTo>
                    <a:pt x="134080" y="6062417"/>
                  </a:lnTo>
                  <a:lnTo>
                    <a:pt x="134197" y="6062417"/>
                  </a:lnTo>
                  <a:lnTo>
                    <a:pt x="134315" y="6062417"/>
                  </a:lnTo>
                  <a:lnTo>
                    <a:pt x="134433" y="6062417"/>
                  </a:lnTo>
                  <a:lnTo>
                    <a:pt x="134433" y="6061986"/>
                  </a:lnTo>
                  <a:lnTo>
                    <a:pt x="134550" y="6061986"/>
                  </a:lnTo>
                  <a:lnTo>
                    <a:pt x="134550" y="6061556"/>
                  </a:lnTo>
                  <a:lnTo>
                    <a:pt x="134668" y="6061556"/>
                  </a:lnTo>
                  <a:lnTo>
                    <a:pt x="134668" y="6061125"/>
                  </a:lnTo>
                  <a:lnTo>
                    <a:pt x="134668" y="6060695"/>
                  </a:lnTo>
                  <a:lnTo>
                    <a:pt x="134785" y="6060695"/>
                  </a:lnTo>
                  <a:lnTo>
                    <a:pt x="134785" y="6060264"/>
                  </a:lnTo>
                  <a:lnTo>
                    <a:pt x="134903" y="6060264"/>
                  </a:lnTo>
                  <a:lnTo>
                    <a:pt x="134903" y="6059833"/>
                  </a:lnTo>
                  <a:lnTo>
                    <a:pt x="135021" y="6059833"/>
                  </a:lnTo>
                  <a:lnTo>
                    <a:pt x="135138" y="6059833"/>
                  </a:lnTo>
                  <a:lnTo>
                    <a:pt x="135256" y="6059833"/>
                  </a:lnTo>
                  <a:lnTo>
                    <a:pt x="135374" y="6059833"/>
                  </a:lnTo>
                  <a:lnTo>
                    <a:pt x="135491" y="6059833"/>
                  </a:lnTo>
                  <a:lnTo>
                    <a:pt x="135609" y="6059833"/>
                  </a:lnTo>
                  <a:lnTo>
                    <a:pt x="135726" y="6059833"/>
                  </a:lnTo>
                  <a:lnTo>
                    <a:pt x="135844" y="6059833"/>
                  </a:lnTo>
                  <a:lnTo>
                    <a:pt x="135962" y="6059833"/>
                  </a:lnTo>
                  <a:lnTo>
                    <a:pt x="136079" y="6059833"/>
                  </a:lnTo>
                  <a:lnTo>
                    <a:pt x="136079" y="6059403"/>
                  </a:lnTo>
                  <a:lnTo>
                    <a:pt x="136197" y="6059403"/>
                  </a:lnTo>
                  <a:lnTo>
                    <a:pt x="136314" y="6059403"/>
                  </a:lnTo>
                  <a:lnTo>
                    <a:pt x="136314" y="6058972"/>
                  </a:lnTo>
                  <a:lnTo>
                    <a:pt x="136432" y="6058972"/>
                  </a:lnTo>
                  <a:lnTo>
                    <a:pt x="136432" y="6058542"/>
                  </a:lnTo>
                  <a:lnTo>
                    <a:pt x="136432" y="6058111"/>
                  </a:lnTo>
                  <a:lnTo>
                    <a:pt x="136550" y="6058111"/>
                  </a:lnTo>
                  <a:lnTo>
                    <a:pt x="136667" y="6058111"/>
                  </a:lnTo>
                  <a:lnTo>
                    <a:pt x="136667" y="6057680"/>
                  </a:lnTo>
                  <a:lnTo>
                    <a:pt x="136785" y="6057680"/>
                  </a:lnTo>
                  <a:lnTo>
                    <a:pt x="136903" y="6057680"/>
                  </a:lnTo>
                  <a:lnTo>
                    <a:pt x="137020" y="6057680"/>
                  </a:lnTo>
                  <a:lnTo>
                    <a:pt x="137138" y="6057680"/>
                  </a:lnTo>
                  <a:lnTo>
                    <a:pt x="137138" y="6057250"/>
                  </a:lnTo>
                  <a:lnTo>
                    <a:pt x="137255" y="6057250"/>
                  </a:lnTo>
                  <a:lnTo>
                    <a:pt x="137373" y="6057250"/>
                  </a:lnTo>
                  <a:lnTo>
                    <a:pt x="137373" y="6056819"/>
                  </a:lnTo>
                  <a:lnTo>
                    <a:pt x="137373" y="6056389"/>
                  </a:lnTo>
                  <a:lnTo>
                    <a:pt x="137491" y="6056389"/>
                  </a:lnTo>
                  <a:lnTo>
                    <a:pt x="137491" y="6055958"/>
                  </a:lnTo>
                  <a:lnTo>
                    <a:pt x="137608" y="6055958"/>
                  </a:lnTo>
                  <a:lnTo>
                    <a:pt x="137608" y="6055527"/>
                  </a:lnTo>
                  <a:lnTo>
                    <a:pt x="137726" y="6055527"/>
                  </a:lnTo>
                  <a:lnTo>
                    <a:pt x="137843" y="6055527"/>
                  </a:lnTo>
                  <a:lnTo>
                    <a:pt x="137961" y="6055527"/>
                  </a:lnTo>
                  <a:lnTo>
                    <a:pt x="138079" y="6055527"/>
                  </a:lnTo>
                  <a:lnTo>
                    <a:pt x="138196" y="6055527"/>
                  </a:lnTo>
                  <a:lnTo>
                    <a:pt x="138314" y="6055527"/>
                  </a:lnTo>
                  <a:lnTo>
                    <a:pt x="138314" y="6055097"/>
                  </a:lnTo>
                  <a:lnTo>
                    <a:pt x="138431" y="6055097"/>
                  </a:lnTo>
                  <a:lnTo>
                    <a:pt x="138549" y="6055097"/>
                  </a:lnTo>
                  <a:lnTo>
                    <a:pt x="138549" y="6054666"/>
                  </a:lnTo>
                  <a:lnTo>
                    <a:pt x="138667" y="6054666"/>
                  </a:lnTo>
                  <a:lnTo>
                    <a:pt x="138667" y="6054236"/>
                  </a:lnTo>
                  <a:lnTo>
                    <a:pt x="138667" y="6053805"/>
                  </a:lnTo>
                  <a:lnTo>
                    <a:pt x="138784" y="6053805"/>
                  </a:lnTo>
                  <a:lnTo>
                    <a:pt x="138902" y="6053805"/>
                  </a:lnTo>
                  <a:lnTo>
                    <a:pt x="138902" y="6053374"/>
                  </a:lnTo>
                  <a:lnTo>
                    <a:pt x="139020" y="6053374"/>
                  </a:lnTo>
                  <a:lnTo>
                    <a:pt x="139020" y="6052944"/>
                  </a:lnTo>
                  <a:lnTo>
                    <a:pt x="139137" y="6052944"/>
                  </a:lnTo>
                  <a:lnTo>
                    <a:pt x="139255" y="6052944"/>
                  </a:lnTo>
                  <a:lnTo>
                    <a:pt x="139372" y="6052944"/>
                  </a:lnTo>
                  <a:lnTo>
                    <a:pt x="139490" y="6052944"/>
                  </a:lnTo>
                  <a:lnTo>
                    <a:pt x="139608" y="6052944"/>
                  </a:lnTo>
                  <a:lnTo>
                    <a:pt x="139725" y="6052944"/>
                  </a:lnTo>
                  <a:lnTo>
                    <a:pt x="139725" y="6052513"/>
                  </a:lnTo>
                  <a:lnTo>
                    <a:pt x="139843" y="6052513"/>
                  </a:lnTo>
                  <a:lnTo>
                    <a:pt x="139960" y="6052513"/>
                  </a:lnTo>
                  <a:lnTo>
                    <a:pt x="139960" y="6052083"/>
                  </a:lnTo>
                  <a:lnTo>
                    <a:pt x="140078" y="6052083"/>
                  </a:lnTo>
                  <a:lnTo>
                    <a:pt x="140196" y="6052083"/>
                  </a:lnTo>
                  <a:lnTo>
                    <a:pt x="140313" y="6052083"/>
                  </a:lnTo>
                  <a:lnTo>
                    <a:pt x="140313" y="6051652"/>
                  </a:lnTo>
                  <a:lnTo>
                    <a:pt x="140431" y="6051652"/>
                  </a:lnTo>
                  <a:lnTo>
                    <a:pt x="140549" y="6051652"/>
                  </a:lnTo>
                  <a:lnTo>
                    <a:pt x="140549" y="6051221"/>
                  </a:lnTo>
                  <a:lnTo>
                    <a:pt x="140666" y="6051221"/>
                  </a:lnTo>
                  <a:lnTo>
                    <a:pt x="140784" y="6051221"/>
                  </a:lnTo>
                  <a:lnTo>
                    <a:pt x="140901" y="6051221"/>
                  </a:lnTo>
                  <a:lnTo>
                    <a:pt x="140901" y="6050791"/>
                  </a:lnTo>
                  <a:lnTo>
                    <a:pt x="141019" y="6050791"/>
                  </a:lnTo>
                  <a:lnTo>
                    <a:pt x="141137" y="6050791"/>
                  </a:lnTo>
                  <a:lnTo>
                    <a:pt x="141137" y="6050360"/>
                  </a:lnTo>
                  <a:lnTo>
                    <a:pt x="141254" y="6050360"/>
                  </a:lnTo>
                  <a:lnTo>
                    <a:pt x="141372" y="6050360"/>
                  </a:lnTo>
                  <a:lnTo>
                    <a:pt x="141372" y="6049930"/>
                  </a:lnTo>
                  <a:lnTo>
                    <a:pt x="141489" y="6049930"/>
                  </a:lnTo>
                  <a:lnTo>
                    <a:pt x="141489" y="6049499"/>
                  </a:lnTo>
                  <a:lnTo>
                    <a:pt x="141607" y="6049499"/>
                  </a:lnTo>
                  <a:lnTo>
                    <a:pt x="141607" y="6049068"/>
                  </a:lnTo>
                  <a:lnTo>
                    <a:pt x="141725" y="6049068"/>
                  </a:lnTo>
                  <a:lnTo>
                    <a:pt x="141842" y="6049068"/>
                  </a:lnTo>
                  <a:lnTo>
                    <a:pt x="141960" y="6049068"/>
                  </a:lnTo>
                  <a:lnTo>
                    <a:pt x="141960" y="6048638"/>
                  </a:lnTo>
                  <a:lnTo>
                    <a:pt x="141960" y="6048207"/>
                  </a:lnTo>
                  <a:lnTo>
                    <a:pt x="142078" y="6048207"/>
                  </a:lnTo>
                  <a:lnTo>
                    <a:pt x="142195" y="6048207"/>
                  </a:lnTo>
                  <a:lnTo>
                    <a:pt x="142195" y="6047777"/>
                  </a:lnTo>
                  <a:lnTo>
                    <a:pt x="142195" y="6047346"/>
                  </a:lnTo>
                  <a:lnTo>
                    <a:pt x="142195" y="6046915"/>
                  </a:lnTo>
                  <a:lnTo>
                    <a:pt x="142195" y="6046485"/>
                  </a:lnTo>
                  <a:lnTo>
                    <a:pt x="142313" y="6046485"/>
                  </a:lnTo>
                  <a:lnTo>
                    <a:pt x="142430" y="6046485"/>
                  </a:lnTo>
                  <a:lnTo>
                    <a:pt x="142548" y="6046485"/>
                  </a:lnTo>
                  <a:lnTo>
                    <a:pt x="142548" y="6046054"/>
                  </a:lnTo>
                  <a:lnTo>
                    <a:pt x="142548" y="6045624"/>
                  </a:lnTo>
                  <a:lnTo>
                    <a:pt x="142548" y="6045193"/>
                  </a:lnTo>
                  <a:lnTo>
                    <a:pt x="142666" y="6045193"/>
                  </a:lnTo>
                  <a:lnTo>
                    <a:pt x="142783" y="6045193"/>
                  </a:lnTo>
                  <a:lnTo>
                    <a:pt x="142901" y="6045193"/>
                  </a:lnTo>
                  <a:lnTo>
                    <a:pt x="143018" y="6045193"/>
                  </a:lnTo>
                  <a:lnTo>
                    <a:pt x="143136" y="6045193"/>
                  </a:lnTo>
                  <a:lnTo>
                    <a:pt x="143136" y="6044762"/>
                  </a:lnTo>
                  <a:lnTo>
                    <a:pt x="143254" y="6044762"/>
                  </a:lnTo>
                  <a:lnTo>
                    <a:pt x="143371" y="6044762"/>
                  </a:lnTo>
                  <a:lnTo>
                    <a:pt x="143489" y="6044762"/>
                  </a:lnTo>
                  <a:lnTo>
                    <a:pt x="143607" y="6044762"/>
                  </a:lnTo>
                  <a:lnTo>
                    <a:pt x="143724" y="6044762"/>
                  </a:lnTo>
                  <a:lnTo>
                    <a:pt x="143724" y="6044332"/>
                  </a:lnTo>
                  <a:lnTo>
                    <a:pt x="143724" y="6043901"/>
                  </a:lnTo>
                  <a:lnTo>
                    <a:pt x="143724" y="6043471"/>
                  </a:lnTo>
                  <a:lnTo>
                    <a:pt x="143724" y="6043040"/>
                  </a:lnTo>
                  <a:lnTo>
                    <a:pt x="143842" y="6043040"/>
                  </a:lnTo>
                  <a:lnTo>
                    <a:pt x="143959" y="6043040"/>
                  </a:lnTo>
                  <a:lnTo>
                    <a:pt x="144077" y="6043040"/>
                  </a:lnTo>
                  <a:lnTo>
                    <a:pt x="144195" y="6043040"/>
                  </a:lnTo>
                  <a:lnTo>
                    <a:pt x="144195" y="6042609"/>
                  </a:lnTo>
                  <a:lnTo>
                    <a:pt x="144312" y="6042609"/>
                  </a:lnTo>
                  <a:lnTo>
                    <a:pt x="144430" y="6042609"/>
                  </a:lnTo>
                  <a:lnTo>
                    <a:pt x="144547" y="6042609"/>
                  </a:lnTo>
                  <a:lnTo>
                    <a:pt x="144665" y="6042609"/>
                  </a:lnTo>
                  <a:lnTo>
                    <a:pt x="144665" y="6042179"/>
                  </a:lnTo>
                  <a:lnTo>
                    <a:pt x="144783" y="6042179"/>
                  </a:lnTo>
                  <a:lnTo>
                    <a:pt x="144900" y="6042179"/>
                  </a:lnTo>
                  <a:lnTo>
                    <a:pt x="145018" y="6042179"/>
                  </a:lnTo>
                  <a:lnTo>
                    <a:pt x="145136" y="6042179"/>
                  </a:lnTo>
                  <a:lnTo>
                    <a:pt x="145253" y="6042179"/>
                  </a:lnTo>
                  <a:lnTo>
                    <a:pt x="145371" y="6042179"/>
                  </a:lnTo>
                  <a:lnTo>
                    <a:pt x="145488" y="6042179"/>
                  </a:lnTo>
                  <a:lnTo>
                    <a:pt x="145606" y="6042179"/>
                  </a:lnTo>
                  <a:lnTo>
                    <a:pt x="145724" y="6042179"/>
                  </a:lnTo>
                  <a:lnTo>
                    <a:pt x="145841" y="6042179"/>
                  </a:lnTo>
                  <a:lnTo>
                    <a:pt x="145841" y="6041748"/>
                  </a:lnTo>
                  <a:lnTo>
                    <a:pt x="145959" y="6041748"/>
                  </a:lnTo>
                  <a:lnTo>
                    <a:pt x="146076" y="6041748"/>
                  </a:lnTo>
                  <a:lnTo>
                    <a:pt x="146194" y="6041748"/>
                  </a:lnTo>
                  <a:lnTo>
                    <a:pt x="146194" y="6041318"/>
                  </a:lnTo>
                  <a:lnTo>
                    <a:pt x="146312" y="6041318"/>
                  </a:lnTo>
                  <a:lnTo>
                    <a:pt x="146429" y="6041318"/>
                  </a:lnTo>
                  <a:lnTo>
                    <a:pt x="146547" y="6041318"/>
                  </a:lnTo>
                  <a:lnTo>
                    <a:pt x="146664" y="6041318"/>
                  </a:lnTo>
                  <a:lnTo>
                    <a:pt x="146664" y="6040887"/>
                  </a:lnTo>
                  <a:lnTo>
                    <a:pt x="146782" y="6040887"/>
                  </a:lnTo>
                  <a:lnTo>
                    <a:pt x="146782" y="6040456"/>
                  </a:lnTo>
                  <a:lnTo>
                    <a:pt x="146782" y="6040026"/>
                  </a:lnTo>
                  <a:lnTo>
                    <a:pt x="146900" y="6040026"/>
                  </a:lnTo>
                  <a:lnTo>
                    <a:pt x="147017" y="6040026"/>
                  </a:lnTo>
                  <a:lnTo>
                    <a:pt x="147135" y="6040026"/>
                  </a:lnTo>
                  <a:lnTo>
                    <a:pt x="147135" y="6039595"/>
                  </a:lnTo>
                  <a:lnTo>
                    <a:pt x="147253" y="6039595"/>
                  </a:lnTo>
                  <a:lnTo>
                    <a:pt x="147370" y="6039595"/>
                  </a:lnTo>
                  <a:lnTo>
                    <a:pt x="147370" y="6039165"/>
                  </a:lnTo>
                  <a:lnTo>
                    <a:pt x="147488" y="6039165"/>
                  </a:lnTo>
                  <a:lnTo>
                    <a:pt x="147488" y="6038734"/>
                  </a:lnTo>
                  <a:lnTo>
                    <a:pt x="147488" y="6038303"/>
                  </a:lnTo>
                  <a:lnTo>
                    <a:pt x="147605" y="6038303"/>
                  </a:lnTo>
                  <a:lnTo>
                    <a:pt x="147723" y="6038303"/>
                  </a:lnTo>
                  <a:lnTo>
                    <a:pt x="147723" y="6037873"/>
                  </a:lnTo>
                  <a:lnTo>
                    <a:pt x="147841" y="6037873"/>
                  </a:lnTo>
                  <a:lnTo>
                    <a:pt x="147958" y="6037873"/>
                  </a:lnTo>
                  <a:lnTo>
                    <a:pt x="148076" y="6037873"/>
                  </a:lnTo>
                  <a:lnTo>
                    <a:pt x="148193" y="6037873"/>
                  </a:lnTo>
                  <a:lnTo>
                    <a:pt x="148311" y="6037873"/>
                  </a:lnTo>
                  <a:lnTo>
                    <a:pt x="148429" y="6037873"/>
                  </a:lnTo>
                  <a:lnTo>
                    <a:pt x="148546" y="6037873"/>
                  </a:lnTo>
                  <a:lnTo>
                    <a:pt x="148546" y="6037442"/>
                  </a:lnTo>
                  <a:lnTo>
                    <a:pt x="148546" y="6037012"/>
                  </a:lnTo>
                  <a:lnTo>
                    <a:pt x="148664" y="6037012"/>
                  </a:lnTo>
                  <a:lnTo>
                    <a:pt x="148664" y="6036581"/>
                  </a:lnTo>
                  <a:lnTo>
                    <a:pt x="148782" y="6036581"/>
                  </a:lnTo>
                  <a:lnTo>
                    <a:pt x="148899" y="6036581"/>
                  </a:lnTo>
                  <a:lnTo>
                    <a:pt x="149017" y="6036581"/>
                  </a:lnTo>
                  <a:lnTo>
                    <a:pt x="149017" y="6036150"/>
                  </a:lnTo>
                  <a:lnTo>
                    <a:pt x="149134" y="6036150"/>
                  </a:lnTo>
                  <a:lnTo>
                    <a:pt x="149252" y="6036150"/>
                  </a:lnTo>
                  <a:lnTo>
                    <a:pt x="149370" y="6036150"/>
                  </a:lnTo>
                  <a:lnTo>
                    <a:pt x="149370" y="6035720"/>
                  </a:lnTo>
                  <a:lnTo>
                    <a:pt x="149487" y="6035720"/>
                  </a:lnTo>
                  <a:lnTo>
                    <a:pt x="149605" y="6035720"/>
                  </a:lnTo>
                  <a:lnTo>
                    <a:pt x="149722" y="6035720"/>
                  </a:lnTo>
                  <a:lnTo>
                    <a:pt x="149840" y="6035720"/>
                  </a:lnTo>
                  <a:lnTo>
                    <a:pt x="149840" y="6035289"/>
                  </a:lnTo>
                  <a:lnTo>
                    <a:pt x="149958" y="6035289"/>
                  </a:lnTo>
                  <a:lnTo>
                    <a:pt x="149958" y="6034859"/>
                  </a:lnTo>
                  <a:lnTo>
                    <a:pt x="150075" y="6034859"/>
                  </a:lnTo>
                  <a:lnTo>
                    <a:pt x="150193" y="6034859"/>
                  </a:lnTo>
                  <a:lnTo>
                    <a:pt x="150193" y="6034428"/>
                  </a:lnTo>
                  <a:lnTo>
                    <a:pt x="150311" y="6034428"/>
                  </a:lnTo>
                  <a:lnTo>
                    <a:pt x="150428" y="6034428"/>
                  </a:lnTo>
                  <a:lnTo>
                    <a:pt x="150546" y="6034428"/>
                  </a:lnTo>
                  <a:lnTo>
                    <a:pt x="150663" y="6034428"/>
                  </a:lnTo>
                  <a:lnTo>
                    <a:pt x="150781" y="6034428"/>
                  </a:lnTo>
                  <a:lnTo>
                    <a:pt x="150899" y="6034428"/>
                  </a:lnTo>
                  <a:lnTo>
                    <a:pt x="151016" y="6034428"/>
                  </a:lnTo>
                  <a:lnTo>
                    <a:pt x="151134" y="6034428"/>
                  </a:lnTo>
                  <a:lnTo>
                    <a:pt x="151134" y="6033997"/>
                  </a:lnTo>
                  <a:lnTo>
                    <a:pt x="151251" y="6033997"/>
                  </a:lnTo>
                  <a:lnTo>
                    <a:pt x="151369" y="6033997"/>
                  </a:lnTo>
                  <a:lnTo>
                    <a:pt x="151369" y="6033567"/>
                  </a:lnTo>
                  <a:lnTo>
                    <a:pt x="151487" y="6033567"/>
                  </a:lnTo>
                  <a:lnTo>
                    <a:pt x="151604" y="6033567"/>
                  </a:lnTo>
                  <a:lnTo>
                    <a:pt x="151722" y="6033567"/>
                  </a:lnTo>
                  <a:lnTo>
                    <a:pt x="151840" y="6033567"/>
                  </a:lnTo>
                  <a:lnTo>
                    <a:pt x="151840" y="6033136"/>
                  </a:lnTo>
                  <a:lnTo>
                    <a:pt x="151957" y="6033136"/>
                  </a:lnTo>
                  <a:lnTo>
                    <a:pt x="152075" y="6033136"/>
                  </a:lnTo>
                  <a:lnTo>
                    <a:pt x="152075" y="6032706"/>
                  </a:lnTo>
                  <a:lnTo>
                    <a:pt x="152075" y="6032275"/>
                  </a:lnTo>
                  <a:lnTo>
                    <a:pt x="152075" y="6031844"/>
                  </a:lnTo>
                  <a:lnTo>
                    <a:pt x="152192" y="6031844"/>
                  </a:lnTo>
                  <a:lnTo>
                    <a:pt x="152310" y="6031844"/>
                  </a:lnTo>
                  <a:lnTo>
                    <a:pt x="152428" y="6031844"/>
                  </a:lnTo>
                  <a:lnTo>
                    <a:pt x="152428" y="6031414"/>
                  </a:lnTo>
                  <a:lnTo>
                    <a:pt x="152545" y="6031414"/>
                  </a:lnTo>
                  <a:lnTo>
                    <a:pt x="152545" y="6030983"/>
                  </a:lnTo>
                  <a:lnTo>
                    <a:pt x="152545" y="6030553"/>
                  </a:lnTo>
                  <a:lnTo>
                    <a:pt x="152545" y="6030122"/>
                  </a:lnTo>
                  <a:lnTo>
                    <a:pt x="152663" y="6030122"/>
                  </a:lnTo>
                  <a:lnTo>
                    <a:pt x="152663" y="6029691"/>
                  </a:lnTo>
                  <a:lnTo>
                    <a:pt x="152663" y="6029261"/>
                  </a:lnTo>
                  <a:lnTo>
                    <a:pt x="152663" y="6028830"/>
                  </a:lnTo>
                  <a:lnTo>
                    <a:pt x="152663" y="6028400"/>
                  </a:lnTo>
                  <a:lnTo>
                    <a:pt x="152780" y="6028400"/>
                  </a:lnTo>
                  <a:lnTo>
                    <a:pt x="152780" y="6027969"/>
                  </a:lnTo>
                  <a:lnTo>
                    <a:pt x="152898" y="6027969"/>
                  </a:lnTo>
                  <a:lnTo>
                    <a:pt x="153016" y="6027969"/>
                  </a:lnTo>
                  <a:lnTo>
                    <a:pt x="153133" y="6027969"/>
                  </a:lnTo>
                  <a:lnTo>
                    <a:pt x="153133" y="6027538"/>
                  </a:lnTo>
                  <a:lnTo>
                    <a:pt x="153251" y="6027538"/>
                  </a:lnTo>
                  <a:lnTo>
                    <a:pt x="153369" y="6027538"/>
                  </a:lnTo>
                  <a:lnTo>
                    <a:pt x="153486" y="6027538"/>
                  </a:lnTo>
                  <a:lnTo>
                    <a:pt x="153604" y="6027538"/>
                  </a:lnTo>
                  <a:lnTo>
                    <a:pt x="153721" y="6027538"/>
                  </a:lnTo>
                  <a:lnTo>
                    <a:pt x="153839" y="6027538"/>
                  </a:lnTo>
                  <a:lnTo>
                    <a:pt x="153839" y="6027108"/>
                  </a:lnTo>
                  <a:lnTo>
                    <a:pt x="153957" y="6027108"/>
                  </a:lnTo>
                  <a:lnTo>
                    <a:pt x="154074" y="6027108"/>
                  </a:lnTo>
                  <a:lnTo>
                    <a:pt x="154192" y="6027108"/>
                  </a:lnTo>
                  <a:lnTo>
                    <a:pt x="154309" y="6027108"/>
                  </a:lnTo>
                  <a:lnTo>
                    <a:pt x="154427" y="6027108"/>
                  </a:lnTo>
                  <a:lnTo>
                    <a:pt x="154545" y="6027108"/>
                  </a:lnTo>
                  <a:lnTo>
                    <a:pt x="154662" y="6027108"/>
                  </a:lnTo>
                  <a:lnTo>
                    <a:pt x="154662" y="6026677"/>
                  </a:lnTo>
                  <a:lnTo>
                    <a:pt x="154662" y="6026247"/>
                  </a:lnTo>
                  <a:lnTo>
                    <a:pt x="154780" y="6026247"/>
                  </a:lnTo>
                  <a:lnTo>
                    <a:pt x="154780" y="6025816"/>
                  </a:lnTo>
                  <a:lnTo>
                    <a:pt x="154897" y="6025816"/>
                  </a:lnTo>
                  <a:lnTo>
                    <a:pt x="155015" y="6025816"/>
                  </a:lnTo>
                  <a:lnTo>
                    <a:pt x="155015" y="6025385"/>
                  </a:lnTo>
                  <a:lnTo>
                    <a:pt x="155015" y="6024955"/>
                  </a:lnTo>
                  <a:lnTo>
                    <a:pt x="155133" y="6024955"/>
                  </a:lnTo>
                  <a:lnTo>
                    <a:pt x="155250" y="6024955"/>
                  </a:lnTo>
                  <a:lnTo>
                    <a:pt x="155250" y="6024524"/>
                  </a:lnTo>
                  <a:lnTo>
                    <a:pt x="155368" y="6024524"/>
                  </a:lnTo>
                  <a:lnTo>
                    <a:pt x="155486" y="6024524"/>
                  </a:lnTo>
                  <a:lnTo>
                    <a:pt x="155603" y="6024524"/>
                  </a:lnTo>
                  <a:lnTo>
                    <a:pt x="155721" y="6024524"/>
                  </a:lnTo>
                  <a:lnTo>
                    <a:pt x="155838" y="6024524"/>
                  </a:lnTo>
                  <a:lnTo>
                    <a:pt x="155838" y="6024094"/>
                  </a:lnTo>
                  <a:lnTo>
                    <a:pt x="155956" y="6024094"/>
                  </a:lnTo>
                  <a:lnTo>
                    <a:pt x="155956" y="6023663"/>
                  </a:lnTo>
                  <a:lnTo>
                    <a:pt x="156074" y="6023663"/>
                  </a:lnTo>
                  <a:lnTo>
                    <a:pt x="156191" y="6023663"/>
                  </a:lnTo>
                  <a:lnTo>
                    <a:pt x="156309" y="6023663"/>
                  </a:lnTo>
                  <a:lnTo>
                    <a:pt x="156426" y="6023663"/>
                  </a:lnTo>
                  <a:lnTo>
                    <a:pt x="156544" y="6023663"/>
                  </a:lnTo>
                  <a:lnTo>
                    <a:pt x="156662" y="6023663"/>
                  </a:lnTo>
                  <a:lnTo>
                    <a:pt x="156662" y="6023232"/>
                  </a:lnTo>
                  <a:lnTo>
                    <a:pt x="156779" y="6023232"/>
                  </a:lnTo>
                  <a:lnTo>
                    <a:pt x="156897" y="6023232"/>
                  </a:lnTo>
                  <a:lnTo>
                    <a:pt x="157015" y="6023232"/>
                  </a:lnTo>
                  <a:lnTo>
                    <a:pt x="157015" y="6022802"/>
                  </a:lnTo>
                  <a:lnTo>
                    <a:pt x="157132" y="6022802"/>
                  </a:lnTo>
                  <a:lnTo>
                    <a:pt x="157250" y="6022802"/>
                  </a:lnTo>
                  <a:lnTo>
                    <a:pt x="157367" y="6022802"/>
                  </a:lnTo>
                  <a:lnTo>
                    <a:pt x="157485" y="6022802"/>
                  </a:lnTo>
                  <a:lnTo>
                    <a:pt x="157603" y="6022802"/>
                  </a:lnTo>
                  <a:lnTo>
                    <a:pt x="157720" y="6022802"/>
                  </a:lnTo>
                  <a:lnTo>
                    <a:pt x="157838" y="6022802"/>
                  </a:lnTo>
                  <a:lnTo>
                    <a:pt x="157955" y="6022802"/>
                  </a:lnTo>
                  <a:lnTo>
                    <a:pt x="157955" y="6022371"/>
                  </a:lnTo>
                  <a:lnTo>
                    <a:pt x="158073" y="6022371"/>
                  </a:lnTo>
                  <a:lnTo>
                    <a:pt x="158191" y="6022371"/>
                  </a:lnTo>
                  <a:lnTo>
                    <a:pt x="158191" y="6021941"/>
                  </a:lnTo>
                  <a:lnTo>
                    <a:pt x="158308" y="6021941"/>
                  </a:lnTo>
                  <a:lnTo>
                    <a:pt x="158308" y="6021510"/>
                  </a:lnTo>
                  <a:lnTo>
                    <a:pt x="158426" y="6021510"/>
                  </a:lnTo>
                  <a:lnTo>
                    <a:pt x="158544" y="6021510"/>
                  </a:lnTo>
                  <a:lnTo>
                    <a:pt x="158661" y="6021510"/>
                  </a:lnTo>
                  <a:lnTo>
                    <a:pt x="158779" y="6021510"/>
                  </a:lnTo>
                  <a:lnTo>
                    <a:pt x="158896" y="6021510"/>
                  </a:lnTo>
                  <a:lnTo>
                    <a:pt x="158896" y="6021079"/>
                  </a:lnTo>
                  <a:lnTo>
                    <a:pt x="159014" y="6021079"/>
                  </a:lnTo>
                  <a:lnTo>
                    <a:pt x="159014" y="6020649"/>
                  </a:lnTo>
                  <a:lnTo>
                    <a:pt x="159132" y="6020649"/>
                  </a:lnTo>
                  <a:lnTo>
                    <a:pt x="159132" y="6020218"/>
                  </a:lnTo>
                  <a:lnTo>
                    <a:pt x="159132" y="6019788"/>
                  </a:lnTo>
                  <a:lnTo>
                    <a:pt x="159249" y="6019788"/>
                  </a:lnTo>
                  <a:lnTo>
                    <a:pt x="159367" y="6019788"/>
                  </a:lnTo>
                  <a:lnTo>
                    <a:pt x="159484" y="6019788"/>
                  </a:lnTo>
                  <a:lnTo>
                    <a:pt x="159602" y="6019788"/>
                  </a:lnTo>
                  <a:lnTo>
                    <a:pt x="159602" y="6019357"/>
                  </a:lnTo>
                  <a:lnTo>
                    <a:pt x="159602" y="6018926"/>
                  </a:lnTo>
                  <a:lnTo>
                    <a:pt x="159602" y="6018496"/>
                  </a:lnTo>
                  <a:lnTo>
                    <a:pt x="159720" y="6018496"/>
                  </a:lnTo>
                  <a:lnTo>
                    <a:pt x="159837" y="6018496"/>
                  </a:lnTo>
                  <a:lnTo>
                    <a:pt x="159955" y="6018496"/>
                  </a:lnTo>
                  <a:lnTo>
                    <a:pt x="160073" y="6018496"/>
                  </a:lnTo>
                  <a:lnTo>
                    <a:pt x="160190" y="6018496"/>
                  </a:lnTo>
                  <a:lnTo>
                    <a:pt x="160308" y="6018496"/>
                  </a:lnTo>
                  <a:lnTo>
                    <a:pt x="160425" y="6018496"/>
                  </a:lnTo>
                  <a:lnTo>
                    <a:pt x="160425" y="6018065"/>
                  </a:lnTo>
                  <a:lnTo>
                    <a:pt x="160543" y="6018065"/>
                  </a:lnTo>
                  <a:lnTo>
                    <a:pt x="160661" y="6018065"/>
                  </a:lnTo>
                  <a:lnTo>
                    <a:pt x="160778" y="6018065"/>
                  </a:lnTo>
                  <a:lnTo>
                    <a:pt x="160896" y="6018065"/>
                  </a:lnTo>
                  <a:lnTo>
                    <a:pt x="160896" y="6017635"/>
                  </a:lnTo>
                  <a:lnTo>
                    <a:pt x="161013" y="6017635"/>
                  </a:lnTo>
                  <a:lnTo>
                    <a:pt x="161013" y="6017204"/>
                  </a:lnTo>
                  <a:lnTo>
                    <a:pt x="161131" y="6017204"/>
                  </a:lnTo>
                  <a:lnTo>
                    <a:pt x="161131" y="6016773"/>
                  </a:lnTo>
                  <a:lnTo>
                    <a:pt x="161249" y="6016773"/>
                  </a:lnTo>
                  <a:lnTo>
                    <a:pt x="161249" y="6016343"/>
                  </a:lnTo>
                  <a:lnTo>
                    <a:pt x="161249" y="6015912"/>
                  </a:lnTo>
                  <a:lnTo>
                    <a:pt x="161249" y="6015482"/>
                  </a:lnTo>
                  <a:lnTo>
                    <a:pt x="161249" y="6015051"/>
                  </a:lnTo>
                  <a:lnTo>
                    <a:pt x="161249" y="6014620"/>
                  </a:lnTo>
                  <a:lnTo>
                    <a:pt x="161366" y="6014620"/>
                  </a:lnTo>
                  <a:lnTo>
                    <a:pt x="161484" y="6014620"/>
                  </a:lnTo>
                  <a:lnTo>
                    <a:pt x="161484" y="6014190"/>
                  </a:lnTo>
                  <a:lnTo>
                    <a:pt x="161601" y="6014190"/>
                  </a:lnTo>
                  <a:lnTo>
                    <a:pt x="161601" y="6013759"/>
                  </a:lnTo>
                  <a:lnTo>
                    <a:pt x="161601" y="6013329"/>
                  </a:lnTo>
                  <a:lnTo>
                    <a:pt x="161601" y="6012898"/>
                  </a:lnTo>
                  <a:lnTo>
                    <a:pt x="161601" y="6012467"/>
                  </a:lnTo>
                  <a:lnTo>
                    <a:pt x="161601" y="6012037"/>
                  </a:lnTo>
                  <a:lnTo>
                    <a:pt x="161719" y="6012037"/>
                  </a:lnTo>
                  <a:lnTo>
                    <a:pt x="161837" y="6012037"/>
                  </a:lnTo>
                  <a:lnTo>
                    <a:pt x="161954" y="6012037"/>
                  </a:lnTo>
                  <a:lnTo>
                    <a:pt x="161954" y="6011606"/>
                  </a:lnTo>
                  <a:lnTo>
                    <a:pt x="162072" y="6011606"/>
                  </a:lnTo>
                  <a:lnTo>
                    <a:pt x="162190" y="6011606"/>
                  </a:lnTo>
                  <a:lnTo>
                    <a:pt x="162307" y="6011606"/>
                  </a:lnTo>
                  <a:lnTo>
                    <a:pt x="162307" y="6011176"/>
                  </a:lnTo>
                  <a:lnTo>
                    <a:pt x="162307" y="6010745"/>
                  </a:lnTo>
                  <a:lnTo>
                    <a:pt x="162307" y="6010314"/>
                  </a:lnTo>
                  <a:lnTo>
                    <a:pt x="162307" y="6009884"/>
                  </a:lnTo>
                  <a:lnTo>
                    <a:pt x="162425" y="6009884"/>
                  </a:lnTo>
                  <a:lnTo>
                    <a:pt x="162542" y="6009884"/>
                  </a:lnTo>
                  <a:lnTo>
                    <a:pt x="162660" y="6009884"/>
                  </a:lnTo>
                  <a:lnTo>
                    <a:pt x="162778" y="6009884"/>
                  </a:lnTo>
                  <a:lnTo>
                    <a:pt x="162895" y="6009884"/>
                  </a:lnTo>
                  <a:lnTo>
                    <a:pt x="163013" y="6009884"/>
                  </a:lnTo>
                  <a:lnTo>
                    <a:pt x="163130" y="6009884"/>
                  </a:lnTo>
                  <a:lnTo>
                    <a:pt x="163130" y="6009453"/>
                  </a:lnTo>
                  <a:lnTo>
                    <a:pt x="163130" y="6009023"/>
                  </a:lnTo>
                  <a:lnTo>
                    <a:pt x="163248" y="6009023"/>
                  </a:lnTo>
                  <a:lnTo>
                    <a:pt x="163248" y="6008592"/>
                  </a:lnTo>
                  <a:lnTo>
                    <a:pt x="163366" y="6008592"/>
                  </a:lnTo>
                  <a:lnTo>
                    <a:pt x="163366" y="6008161"/>
                  </a:lnTo>
                  <a:lnTo>
                    <a:pt x="163366" y="6007731"/>
                  </a:lnTo>
                  <a:lnTo>
                    <a:pt x="163483" y="6007731"/>
                  </a:lnTo>
                  <a:lnTo>
                    <a:pt x="163601" y="6007731"/>
                  </a:lnTo>
                  <a:lnTo>
                    <a:pt x="163601" y="6007300"/>
                  </a:lnTo>
                  <a:lnTo>
                    <a:pt x="163601" y="6006870"/>
                  </a:lnTo>
                  <a:lnTo>
                    <a:pt x="163719" y="6006870"/>
                  </a:lnTo>
                  <a:lnTo>
                    <a:pt x="163719" y="6006439"/>
                  </a:lnTo>
                  <a:lnTo>
                    <a:pt x="163836" y="6006439"/>
                  </a:lnTo>
                  <a:lnTo>
                    <a:pt x="163836" y="6006008"/>
                  </a:lnTo>
                  <a:lnTo>
                    <a:pt x="163954" y="6006008"/>
                  </a:lnTo>
                  <a:lnTo>
                    <a:pt x="164071" y="6006008"/>
                  </a:lnTo>
                  <a:lnTo>
                    <a:pt x="164189" y="6006008"/>
                  </a:lnTo>
                  <a:lnTo>
                    <a:pt x="164189" y="6005578"/>
                  </a:lnTo>
                  <a:lnTo>
                    <a:pt x="164307" y="6005578"/>
                  </a:lnTo>
                  <a:lnTo>
                    <a:pt x="164307" y="6005147"/>
                  </a:lnTo>
                  <a:lnTo>
                    <a:pt x="164307" y="6004717"/>
                  </a:lnTo>
                  <a:lnTo>
                    <a:pt x="164424" y="6004717"/>
                  </a:lnTo>
                  <a:lnTo>
                    <a:pt x="164542" y="6004717"/>
                  </a:lnTo>
                  <a:lnTo>
                    <a:pt x="164542" y="6004286"/>
                  </a:lnTo>
                  <a:lnTo>
                    <a:pt x="164542" y="6003855"/>
                  </a:lnTo>
                  <a:lnTo>
                    <a:pt x="164659" y="6003855"/>
                  </a:lnTo>
                  <a:lnTo>
                    <a:pt x="164777" y="6003855"/>
                  </a:lnTo>
                  <a:lnTo>
                    <a:pt x="164895" y="6003855"/>
                  </a:lnTo>
                  <a:lnTo>
                    <a:pt x="165012" y="6003855"/>
                  </a:lnTo>
                  <a:lnTo>
                    <a:pt x="165130" y="6003855"/>
                  </a:lnTo>
                  <a:lnTo>
                    <a:pt x="165248" y="6003855"/>
                  </a:lnTo>
                  <a:lnTo>
                    <a:pt x="165365" y="6003855"/>
                  </a:lnTo>
                  <a:lnTo>
                    <a:pt x="165365" y="6003425"/>
                  </a:lnTo>
                  <a:lnTo>
                    <a:pt x="165483" y="6003425"/>
                  </a:lnTo>
                  <a:lnTo>
                    <a:pt x="165483" y="6002994"/>
                  </a:lnTo>
                  <a:lnTo>
                    <a:pt x="165600" y="6002994"/>
                  </a:lnTo>
                  <a:lnTo>
                    <a:pt x="165718" y="6002994"/>
                  </a:lnTo>
                  <a:lnTo>
                    <a:pt x="165836" y="6002994"/>
                  </a:lnTo>
                  <a:lnTo>
                    <a:pt x="165836" y="6002564"/>
                  </a:lnTo>
                  <a:lnTo>
                    <a:pt x="165953" y="6002564"/>
                  </a:lnTo>
                  <a:lnTo>
                    <a:pt x="165953" y="6002133"/>
                  </a:lnTo>
                  <a:lnTo>
                    <a:pt x="165953" y="6001702"/>
                  </a:lnTo>
                  <a:lnTo>
                    <a:pt x="165953" y="6001272"/>
                  </a:lnTo>
                  <a:lnTo>
                    <a:pt x="166071" y="6001272"/>
                  </a:lnTo>
                  <a:lnTo>
                    <a:pt x="166071" y="6000841"/>
                  </a:lnTo>
                  <a:lnTo>
                    <a:pt x="166188" y="6000841"/>
                  </a:lnTo>
                  <a:lnTo>
                    <a:pt x="166306" y="6000841"/>
                  </a:lnTo>
                  <a:lnTo>
                    <a:pt x="166306" y="6000411"/>
                  </a:lnTo>
                  <a:lnTo>
                    <a:pt x="166306" y="5999980"/>
                  </a:lnTo>
                  <a:lnTo>
                    <a:pt x="166424" y="5999980"/>
                  </a:lnTo>
                  <a:lnTo>
                    <a:pt x="166541" y="5999980"/>
                  </a:lnTo>
                  <a:lnTo>
                    <a:pt x="166659" y="5999980"/>
                  </a:lnTo>
                  <a:lnTo>
                    <a:pt x="166659" y="5999549"/>
                  </a:lnTo>
                  <a:lnTo>
                    <a:pt x="166777" y="5999549"/>
                  </a:lnTo>
                  <a:lnTo>
                    <a:pt x="166894" y="5999549"/>
                  </a:lnTo>
                  <a:lnTo>
                    <a:pt x="167012" y="5999549"/>
                  </a:lnTo>
                  <a:lnTo>
                    <a:pt x="167129" y="5999549"/>
                  </a:lnTo>
                  <a:lnTo>
                    <a:pt x="167247" y="5999549"/>
                  </a:lnTo>
                  <a:lnTo>
                    <a:pt x="167247" y="5999119"/>
                  </a:lnTo>
                  <a:lnTo>
                    <a:pt x="167247" y="5998688"/>
                  </a:lnTo>
                  <a:lnTo>
                    <a:pt x="167365" y="5998688"/>
                  </a:lnTo>
                  <a:lnTo>
                    <a:pt x="167482" y="5998688"/>
                  </a:lnTo>
                  <a:lnTo>
                    <a:pt x="167600" y="5998688"/>
                  </a:lnTo>
                  <a:lnTo>
                    <a:pt x="167717" y="5998688"/>
                  </a:lnTo>
                  <a:lnTo>
                    <a:pt x="167717" y="5998258"/>
                  </a:lnTo>
                  <a:lnTo>
                    <a:pt x="167835" y="5998258"/>
                  </a:lnTo>
                  <a:lnTo>
                    <a:pt x="167953" y="5998258"/>
                  </a:lnTo>
                  <a:lnTo>
                    <a:pt x="167953" y="5997827"/>
                  </a:lnTo>
                  <a:lnTo>
                    <a:pt x="168070" y="5997827"/>
                  </a:lnTo>
                  <a:lnTo>
                    <a:pt x="168070" y="5997396"/>
                  </a:lnTo>
                  <a:lnTo>
                    <a:pt x="168188" y="5997396"/>
                  </a:lnTo>
                  <a:lnTo>
                    <a:pt x="168188" y="5996966"/>
                  </a:lnTo>
                  <a:lnTo>
                    <a:pt x="168188" y="5996535"/>
                  </a:lnTo>
                  <a:lnTo>
                    <a:pt x="168306" y="5996535"/>
                  </a:lnTo>
                  <a:lnTo>
                    <a:pt x="168423" y="5996535"/>
                  </a:lnTo>
                  <a:lnTo>
                    <a:pt x="168541" y="5996535"/>
                  </a:lnTo>
                  <a:lnTo>
                    <a:pt x="168658" y="5996535"/>
                  </a:lnTo>
                  <a:lnTo>
                    <a:pt x="168658" y="5996105"/>
                  </a:lnTo>
                  <a:lnTo>
                    <a:pt x="168776" y="5996105"/>
                  </a:lnTo>
                  <a:lnTo>
                    <a:pt x="168894" y="5996105"/>
                  </a:lnTo>
                  <a:lnTo>
                    <a:pt x="169011" y="5996105"/>
                  </a:lnTo>
                  <a:lnTo>
                    <a:pt x="169129" y="5996105"/>
                  </a:lnTo>
                  <a:lnTo>
                    <a:pt x="169129" y="5995674"/>
                  </a:lnTo>
                  <a:lnTo>
                    <a:pt x="169246" y="5995674"/>
                  </a:lnTo>
                  <a:lnTo>
                    <a:pt x="169364" y="5995674"/>
                  </a:lnTo>
                  <a:lnTo>
                    <a:pt x="169482" y="5995674"/>
                  </a:lnTo>
                  <a:lnTo>
                    <a:pt x="169482" y="5995243"/>
                  </a:lnTo>
                  <a:lnTo>
                    <a:pt x="169599" y="5995243"/>
                  </a:lnTo>
                  <a:lnTo>
                    <a:pt x="169599" y="5994813"/>
                  </a:lnTo>
                  <a:lnTo>
                    <a:pt x="169717" y="5994813"/>
                  </a:lnTo>
                  <a:lnTo>
                    <a:pt x="169834" y="5994813"/>
                  </a:lnTo>
                  <a:lnTo>
                    <a:pt x="169952" y="5994813"/>
                  </a:lnTo>
                  <a:lnTo>
                    <a:pt x="169952" y="5994382"/>
                  </a:lnTo>
                  <a:lnTo>
                    <a:pt x="170070" y="5994382"/>
                  </a:lnTo>
                  <a:lnTo>
                    <a:pt x="170070" y="5993952"/>
                  </a:lnTo>
                  <a:lnTo>
                    <a:pt x="170187" y="5993952"/>
                  </a:lnTo>
                  <a:lnTo>
                    <a:pt x="170187" y="5993521"/>
                  </a:lnTo>
                  <a:lnTo>
                    <a:pt x="170305" y="5993521"/>
                  </a:lnTo>
                  <a:lnTo>
                    <a:pt x="170423" y="5993521"/>
                  </a:lnTo>
                  <a:lnTo>
                    <a:pt x="170540" y="5993521"/>
                  </a:lnTo>
                  <a:lnTo>
                    <a:pt x="170540" y="5993090"/>
                  </a:lnTo>
                  <a:lnTo>
                    <a:pt x="170540" y="5992660"/>
                  </a:lnTo>
                  <a:lnTo>
                    <a:pt x="170658" y="5992660"/>
                  </a:lnTo>
                  <a:lnTo>
                    <a:pt x="170775" y="5992660"/>
                  </a:lnTo>
                  <a:lnTo>
                    <a:pt x="170893" y="5992660"/>
                  </a:lnTo>
                  <a:lnTo>
                    <a:pt x="170893" y="5992229"/>
                  </a:lnTo>
                  <a:lnTo>
                    <a:pt x="171011" y="5992229"/>
                  </a:lnTo>
                  <a:lnTo>
                    <a:pt x="171128" y="5992229"/>
                  </a:lnTo>
                  <a:lnTo>
                    <a:pt x="171246" y="5992229"/>
                  </a:lnTo>
                  <a:lnTo>
                    <a:pt x="171363" y="5992229"/>
                  </a:lnTo>
                  <a:lnTo>
                    <a:pt x="171481" y="5992229"/>
                  </a:lnTo>
                  <a:lnTo>
                    <a:pt x="171599" y="5992229"/>
                  </a:lnTo>
                  <a:lnTo>
                    <a:pt x="171716" y="5992229"/>
                  </a:lnTo>
                  <a:lnTo>
                    <a:pt x="171834" y="5992229"/>
                  </a:lnTo>
                  <a:lnTo>
                    <a:pt x="171952" y="5992229"/>
                  </a:lnTo>
                  <a:lnTo>
                    <a:pt x="171952" y="5991799"/>
                  </a:lnTo>
                  <a:lnTo>
                    <a:pt x="172069" y="5991799"/>
                  </a:lnTo>
                  <a:lnTo>
                    <a:pt x="172069" y="5991368"/>
                  </a:lnTo>
                  <a:lnTo>
                    <a:pt x="172069" y="5990937"/>
                  </a:lnTo>
                  <a:lnTo>
                    <a:pt x="172187" y="5990937"/>
                  </a:lnTo>
                  <a:lnTo>
                    <a:pt x="172304" y="5990937"/>
                  </a:lnTo>
                  <a:lnTo>
                    <a:pt x="172304" y="5990507"/>
                  </a:lnTo>
                  <a:lnTo>
                    <a:pt x="172422" y="5990507"/>
                  </a:lnTo>
                  <a:lnTo>
                    <a:pt x="172540" y="5990507"/>
                  </a:lnTo>
                  <a:lnTo>
                    <a:pt x="172540" y="5990076"/>
                  </a:lnTo>
                  <a:lnTo>
                    <a:pt x="172657" y="5990076"/>
                  </a:lnTo>
                  <a:lnTo>
                    <a:pt x="172657" y="5989646"/>
                  </a:lnTo>
                  <a:lnTo>
                    <a:pt x="172657" y="5989215"/>
                  </a:lnTo>
                  <a:lnTo>
                    <a:pt x="172775" y="5989215"/>
                  </a:lnTo>
                  <a:lnTo>
                    <a:pt x="172892" y="5989215"/>
                  </a:lnTo>
                  <a:lnTo>
                    <a:pt x="173010" y="5989215"/>
                  </a:lnTo>
                  <a:lnTo>
                    <a:pt x="173128" y="5989215"/>
                  </a:lnTo>
                  <a:lnTo>
                    <a:pt x="173245" y="5989215"/>
                  </a:lnTo>
                  <a:lnTo>
                    <a:pt x="173245" y="5988784"/>
                  </a:lnTo>
                  <a:lnTo>
                    <a:pt x="173363" y="5988784"/>
                  </a:lnTo>
                  <a:lnTo>
                    <a:pt x="173481" y="5988784"/>
                  </a:lnTo>
                  <a:lnTo>
                    <a:pt x="173598" y="5988784"/>
                  </a:lnTo>
                  <a:lnTo>
                    <a:pt x="173716" y="5988784"/>
                  </a:lnTo>
                  <a:lnTo>
                    <a:pt x="173716" y="5988354"/>
                  </a:lnTo>
                  <a:lnTo>
                    <a:pt x="173833" y="5988354"/>
                  </a:lnTo>
                  <a:lnTo>
                    <a:pt x="173951" y="5988354"/>
                  </a:lnTo>
                  <a:lnTo>
                    <a:pt x="174069" y="5988354"/>
                  </a:lnTo>
                  <a:lnTo>
                    <a:pt x="174186" y="5988354"/>
                  </a:lnTo>
                  <a:lnTo>
                    <a:pt x="174304" y="5988354"/>
                  </a:lnTo>
                  <a:lnTo>
                    <a:pt x="174421" y="5988354"/>
                  </a:lnTo>
                  <a:lnTo>
                    <a:pt x="174421" y="5987923"/>
                  </a:lnTo>
                  <a:lnTo>
                    <a:pt x="174539" y="5987923"/>
                  </a:lnTo>
                  <a:lnTo>
                    <a:pt x="174657" y="5987923"/>
                  </a:lnTo>
                  <a:lnTo>
                    <a:pt x="174774" y="5987923"/>
                  </a:lnTo>
                  <a:lnTo>
                    <a:pt x="174892" y="5987923"/>
                  </a:lnTo>
                  <a:lnTo>
                    <a:pt x="175010" y="5987923"/>
                  </a:lnTo>
                  <a:lnTo>
                    <a:pt x="175010" y="5987493"/>
                  </a:lnTo>
                  <a:lnTo>
                    <a:pt x="175127" y="5987493"/>
                  </a:lnTo>
                  <a:lnTo>
                    <a:pt x="175245" y="5987493"/>
                  </a:lnTo>
                  <a:lnTo>
                    <a:pt x="175362" y="5987493"/>
                  </a:lnTo>
                  <a:lnTo>
                    <a:pt x="175480" y="5987493"/>
                  </a:lnTo>
                  <a:lnTo>
                    <a:pt x="175480" y="5987062"/>
                  </a:lnTo>
                  <a:lnTo>
                    <a:pt x="175598" y="5987062"/>
                  </a:lnTo>
                  <a:lnTo>
                    <a:pt x="175715" y="5987062"/>
                  </a:lnTo>
                  <a:lnTo>
                    <a:pt x="175715" y="5986631"/>
                  </a:lnTo>
                  <a:lnTo>
                    <a:pt x="175715" y="5986201"/>
                  </a:lnTo>
                  <a:lnTo>
                    <a:pt x="175715" y="5985770"/>
                  </a:lnTo>
                  <a:lnTo>
                    <a:pt x="175833" y="5985770"/>
                  </a:lnTo>
                  <a:lnTo>
                    <a:pt x="175833" y="5985340"/>
                  </a:lnTo>
                  <a:lnTo>
                    <a:pt x="175833" y="5984909"/>
                  </a:lnTo>
                  <a:lnTo>
                    <a:pt x="175950" y="5984909"/>
                  </a:lnTo>
                  <a:lnTo>
                    <a:pt x="175950" y="5984478"/>
                  </a:lnTo>
                  <a:lnTo>
                    <a:pt x="176068" y="5984478"/>
                  </a:lnTo>
                  <a:lnTo>
                    <a:pt x="176068" y="5984048"/>
                  </a:lnTo>
                  <a:lnTo>
                    <a:pt x="176068" y="5983617"/>
                  </a:lnTo>
                  <a:lnTo>
                    <a:pt x="176186" y="5983617"/>
                  </a:lnTo>
                  <a:lnTo>
                    <a:pt x="176303" y="5983617"/>
                  </a:lnTo>
                  <a:lnTo>
                    <a:pt x="176421" y="5983617"/>
                  </a:lnTo>
                  <a:lnTo>
                    <a:pt x="176421" y="5983187"/>
                  </a:lnTo>
                  <a:lnTo>
                    <a:pt x="176421" y="5982756"/>
                  </a:lnTo>
                  <a:lnTo>
                    <a:pt x="176539" y="5982756"/>
                  </a:lnTo>
                  <a:lnTo>
                    <a:pt x="176656" y="5982756"/>
                  </a:lnTo>
                  <a:lnTo>
                    <a:pt x="176774" y="5982756"/>
                  </a:lnTo>
                  <a:lnTo>
                    <a:pt x="176891" y="5982756"/>
                  </a:lnTo>
                  <a:lnTo>
                    <a:pt x="177009" y="5982756"/>
                  </a:lnTo>
                  <a:lnTo>
                    <a:pt x="177127" y="5982756"/>
                  </a:lnTo>
                  <a:lnTo>
                    <a:pt x="177127" y="5982325"/>
                  </a:lnTo>
                  <a:lnTo>
                    <a:pt x="177244" y="5982325"/>
                  </a:lnTo>
                  <a:lnTo>
                    <a:pt x="177244" y="5981895"/>
                  </a:lnTo>
                  <a:lnTo>
                    <a:pt x="177244" y="5981464"/>
                  </a:lnTo>
                  <a:lnTo>
                    <a:pt x="177362" y="5981464"/>
                  </a:lnTo>
                  <a:lnTo>
                    <a:pt x="177479" y="5981464"/>
                  </a:lnTo>
                  <a:lnTo>
                    <a:pt x="177479" y="5981034"/>
                  </a:lnTo>
                  <a:lnTo>
                    <a:pt x="177597" y="5981034"/>
                  </a:lnTo>
                  <a:lnTo>
                    <a:pt x="177597" y="5980603"/>
                  </a:lnTo>
                  <a:lnTo>
                    <a:pt x="177715" y="5980603"/>
                  </a:lnTo>
                  <a:lnTo>
                    <a:pt x="177715" y="5980172"/>
                  </a:lnTo>
                  <a:lnTo>
                    <a:pt x="177715" y="5979742"/>
                  </a:lnTo>
                  <a:lnTo>
                    <a:pt x="177832" y="5979742"/>
                  </a:lnTo>
                  <a:lnTo>
                    <a:pt x="177832" y="5979311"/>
                  </a:lnTo>
                  <a:lnTo>
                    <a:pt x="177950" y="5979311"/>
                  </a:lnTo>
                  <a:lnTo>
                    <a:pt x="177950" y="5978881"/>
                  </a:lnTo>
                  <a:lnTo>
                    <a:pt x="178067" y="5978881"/>
                  </a:lnTo>
                  <a:lnTo>
                    <a:pt x="178185" y="5978881"/>
                  </a:lnTo>
                  <a:lnTo>
                    <a:pt x="178303" y="5978881"/>
                  </a:lnTo>
                  <a:lnTo>
                    <a:pt x="178420" y="5978881"/>
                  </a:lnTo>
                  <a:lnTo>
                    <a:pt x="178538" y="5978881"/>
                  </a:lnTo>
                  <a:lnTo>
                    <a:pt x="178538" y="5978450"/>
                  </a:lnTo>
                  <a:lnTo>
                    <a:pt x="178656" y="5978450"/>
                  </a:lnTo>
                  <a:lnTo>
                    <a:pt x="178773" y="5978450"/>
                  </a:lnTo>
                  <a:lnTo>
                    <a:pt x="178773" y="5978019"/>
                  </a:lnTo>
                  <a:lnTo>
                    <a:pt x="178891" y="5978019"/>
                  </a:lnTo>
                  <a:lnTo>
                    <a:pt x="179008" y="5978019"/>
                  </a:lnTo>
                  <a:lnTo>
                    <a:pt x="179126" y="5978019"/>
                  </a:lnTo>
                  <a:lnTo>
                    <a:pt x="179126" y="5977589"/>
                  </a:lnTo>
                  <a:lnTo>
                    <a:pt x="179244" y="5977589"/>
                  </a:lnTo>
                  <a:lnTo>
                    <a:pt x="179361" y="5977589"/>
                  </a:lnTo>
                  <a:lnTo>
                    <a:pt x="179479" y="5977589"/>
                  </a:lnTo>
                  <a:lnTo>
                    <a:pt x="179479" y="5977158"/>
                  </a:lnTo>
                  <a:lnTo>
                    <a:pt x="179596" y="5977158"/>
                  </a:lnTo>
                  <a:lnTo>
                    <a:pt x="179596" y="5976728"/>
                  </a:lnTo>
                  <a:lnTo>
                    <a:pt x="179596" y="5976297"/>
                  </a:lnTo>
                  <a:lnTo>
                    <a:pt x="179596" y="5975866"/>
                  </a:lnTo>
                  <a:lnTo>
                    <a:pt x="179714" y="5975866"/>
                  </a:lnTo>
                  <a:lnTo>
                    <a:pt x="179714" y="5975436"/>
                  </a:lnTo>
                  <a:lnTo>
                    <a:pt x="179832" y="5975436"/>
                  </a:lnTo>
                  <a:lnTo>
                    <a:pt x="179949" y="5975436"/>
                  </a:lnTo>
                  <a:lnTo>
                    <a:pt x="180067" y="5975436"/>
                  </a:lnTo>
                  <a:lnTo>
                    <a:pt x="180067" y="5975005"/>
                  </a:lnTo>
                  <a:lnTo>
                    <a:pt x="180185" y="5975005"/>
                  </a:lnTo>
                  <a:lnTo>
                    <a:pt x="180185" y="5974575"/>
                  </a:lnTo>
                  <a:lnTo>
                    <a:pt x="180302" y="5974575"/>
                  </a:lnTo>
                  <a:lnTo>
                    <a:pt x="180420" y="5974575"/>
                  </a:lnTo>
                  <a:lnTo>
                    <a:pt x="180420" y="5974144"/>
                  </a:lnTo>
                  <a:lnTo>
                    <a:pt x="180537" y="5974144"/>
                  </a:lnTo>
                  <a:lnTo>
                    <a:pt x="180655" y="5974144"/>
                  </a:lnTo>
                  <a:lnTo>
                    <a:pt x="180773" y="5974144"/>
                  </a:lnTo>
                  <a:lnTo>
                    <a:pt x="180890" y="5974144"/>
                  </a:lnTo>
                  <a:lnTo>
                    <a:pt x="180890" y="5973713"/>
                  </a:lnTo>
                  <a:lnTo>
                    <a:pt x="181008" y="5973713"/>
                  </a:lnTo>
                  <a:lnTo>
                    <a:pt x="181008" y="5973283"/>
                  </a:lnTo>
                  <a:lnTo>
                    <a:pt x="181008" y="5972852"/>
                  </a:lnTo>
                  <a:lnTo>
                    <a:pt x="181125" y="5972852"/>
                  </a:lnTo>
                  <a:lnTo>
                    <a:pt x="181243" y="5972852"/>
                  </a:lnTo>
                  <a:lnTo>
                    <a:pt x="181361" y="5972852"/>
                  </a:lnTo>
                  <a:lnTo>
                    <a:pt x="181361" y="5972422"/>
                  </a:lnTo>
                  <a:lnTo>
                    <a:pt x="181478" y="5972422"/>
                  </a:lnTo>
                  <a:lnTo>
                    <a:pt x="181478" y="5971991"/>
                  </a:lnTo>
                  <a:lnTo>
                    <a:pt x="181596" y="5971991"/>
                  </a:lnTo>
                  <a:lnTo>
                    <a:pt x="181714" y="5971991"/>
                  </a:lnTo>
                  <a:lnTo>
                    <a:pt x="181831" y="5971991"/>
                  </a:lnTo>
                  <a:lnTo>
                    <a:pt x="181831" y="5971560"/>
                  </a:lnTo>
                  <a:lnTo>
                    <a:pt x="181831" y="5971130"/>
                  </a:lnTo>
                  <a:lnTo>
                    <a:pt x="181831" y="5970699"/>
                  </a:lnTo>
                  <a:lnTo>
                    <a:pt x="181831" y="5970269"/>
                  </a:lnTo>
                  <a:lnTo>
                    <a:pt x="181949" y="5970269"/>
                  </a:lnTo>
                  <a:lnTo>
                    <a:pt x="181949" y="5969838"/>
                  </a:lnTo>
                  <a:lnTo>
                    <a:pt x="182066" y="5969838"/>
                  </a:lnTo>
                  <a:lnTo>
                    <a:pt x="182066" y="5969407"/>
                  </a:lnTo>
                  <a:lnTo>
                    <a:pt x="182184" y="5969407"/>
                  </a:lnTo>
                  <a:lnTo>
                    <a:pt x="182302" y="5969407"/>
                  </a:lnTo>
                  <a:lnTo>
                    <a:pt x="182302" y="5968977"/>
                  </a:lnTo>
                  <a:lnTo>
                    <a:pt x="182419" y="5968977"/>
                  </a:lnTo>
                  <a:lnTo>
                    <a:pt x="182537" y="5968977"/>
                  </a:lnTo>
                  <a:lnTo>
                    <a:pt x="182654" y="5968977"/>
                  </a:lnTo>
                  <a:lnTo>
                    <a:pt x="182654" y="5968546"/>
                  </a:lnTo>
                  <a:lnTo>
                    <a:pt x="182772" y="5968546"/>
                  </a:lnTo>
                  <a:lnTo>
                    <a:pt x="182890" y="5968546"/>
                  </a:lnTo>
                  <a:lnTo>
                    <a:pt x="183007" y="5968546"/>
                  </a:lnTo>
                  <a:lnTo>
                    <a:pt x="183125" y="5968546"/>
                  </a:lnTo>
                  <a:lnTo>
                    <a:pt x="183243" y="5968546"/>
                  </a:lnTo>
                  <a:lnTo>
                    <a:pt x="183360" y="5968546"/>
                  </a:lnTo>
                  <a:lnTo>
                    <a:pt x="183360" y="5968116"/>
                  </a:lnTo>
                  <a:lnTo>
                    <a:pt x="183360" y="5967685"/>
                  </a:lnTo>
                  <a:lnTo>
                    <a:pt x="183478" y="5967685"/>
                  </a:lnTo>
                  <a:lnTo>
                    <a:pt x="183595" y="5967685"/>
                  </a:lnTo>
                  <a:lnTo>
                    <a:pt x="183713" y="5967685"/>
                  </a:lnTo>
                  <a:lnTo>
                    <a:pt x="183831" y="5967685"/>
                  </a:lnTo>
                  <a:lnTo>
                    <a:pt x="183831" y="5967254"/>
                  </a:lnTo>
                  <a:lnTo>
                    <a:pt x="183948" y="5967254"/>
                  </a:lnTo>
                  <a:lnTo>
                    <a:pt x="184066" y="5967254"/>
                  </a:lnTo>
                  <a:lnTo>
                    <a:pt x="184066" y="5966824"/>
                  </a:lnTo>
                  <a:lnTo>
                    <a:pt x="184066" y="5966393"/>
                  </a:lnTo>
                  <a:lnTo>
                    <a:pt x="184066" y="5965963"/>
                  </a:lnTo>
                  <a:lnTo>
                    <a:pt x="184066" y="5965532"/>
                  </a:lnTo>
                  <a:lnTo>
                    <a:pt x="184183" y="5965532"/>
                  </a:lnTo>
                  <a:lnTo>
                    <a:pt x="184301" y="5965532"/>
                  </a:lnTo>
                  <a:lnTo>
                    <a:pt x="184419" y="5965532"/>
                  </a:lnTo>
                  <a:lnTo>
                    <a:pt x="184419" y="5965101"/>
                  </a:lnTo>
                  <a:lnTo>
                    <a:pt x="184536" y="5965101"/>
                  </a:lnTo>
                  <a:lnTo>
                    <a:pt x="184654" y="5965101"/>
                  </a:lnTo>
                  <a:lnTo>
                    <a:pt x="184772" y="5965101"/>
                  </a:lnTo>
                  <a:lnTo>
                    <a:pt x="184889" y="5965101"/>
                  </a:lnTo>
                  <a:lnTo>
                    <a:pt x="185007" y="5965101"/>
                  </a:lnTo>
                  <a:lnTo>
                    <a:pt x="185124" y="5965101"/>
                  </a:lnTo>
                  <a:lnTo>
                    <a:pt x="185124" y="5964671"/>
                  </a:lnTo>
                  <a:lnTo>
                    <a:pt x="185242" y="5964671"/>
                  </a:lnTo>
                  <a:lnTo>
                    <a:pt x="185360" y="5964671"/>
                  </a:lnTo>
                  <a:lnTo>
                    <a:pt x="185360" y="5964240"/>
                  </a:lnTo>
                  <a:lnTo>
                    <a:pt x="185360" y="5963810"/>
                  </a:lnTo>
                  <a:lnTo>
                    <a:pt x="185360" y="5963379"/>
                  </a:lnTo>
                  <a:lnTo>
                    <a:pt x="185477" y="5963379"/>
                  </a:lnTo>
                  <a:lnTo>
                    <a:pt x="185477" y="5962948"/>
                  </a:lnTo>
                  <a:lnTo>
                    <a:pt x="185595" y="5962948"/>
                  </a:lnTo>
                  <a:lnTo>
                    <a:pt x="185712" y="5962948"/>
                  </a:lnTo>
                  <a:lnTo>
                    <a:pt x="185830" y="5962948"/>
                  </a:lnTo>
                  <a:lnTo>
                    <a:pt x="185830" y="5962518"/>
                  </a:lnTo>
                  <a:lnTo>
                    <a:pt x="185948" y="5962518"/>
                  </a:lnTo>
                  <a:lnTo>
                    <a:pt x="185948" y="5962087"/>
                  </a:lnTo>
                  <a:lnTo>
                    <a:pt x="186065" y="5962087"/>
                  </a:lnTo>
                  <a:lnTo>
                    <a:pt x="186183" y="5962087"/>
                  </a:lnTo>
                  <a:lnTo>
                    <a:pt x="186300" y="5962087"/>
                  </a:lnTo>
                  <a:lnTo>
                    <a:pt x="186300" y="5961657"/>
                  </a:lnTo>
                  <a:lnTo>
                    <a:pt x="186418" y="5961657"/>
                  </a:lnTo>
                  <a:lnTo>
                    <a:pt x="186536" y="5961657"/>
                  </a:lnTo>
                  <a:lnTo>
                    <a:pt x="186653" y="5961657"/>
                  </a:lnTo>
                  <a:lnTo>
                    <a:pt x="186771" y="5961657"/>
                  </a:lnTo>
                  <a:lnTo>
                    <a:pt x="186889" y="5961657"/>
                  </a:lnTo>
                  <a:lnTo>
                    <a:pt x="187006" y="5961657"/>
                  </a:lnTo>
                  <a:lnTo>
                    <a:pt x="187124" y="5961657"/>
                  </a:lnTo>
                  <a:lnTo>
                    <a:pt x="187241" y="5961657"/>
                  </a:lnTo>
                  <a:lnTo>
                    <a:pt x="187241" y="5961226"/>
                  </a:lnTo>
                  <a:lnTo>
                    <a:pt x="187241" y="5960795"/>
                  </a:lnTo>
                  <a:lnTo>
                    <a:pt x="187241" y="5960365"/>
                  </a:lnTo>
                  <a:lnTo>
                    <a:pt x="187359" y="5960365"/>
                  </a:lnTo>
                  <a:lnTo>
                    <a:pt x="187477" y="5960365"/>
                  </a:lnTo>
                  <a:lnTo>
                    <a:pt x="187594" y="5960365"/>
                  </a:lnTo>
                  <a:lnTo>
                    <a:pt x="187712" y="5960365"/>
                  </a:lnTo>
                  <a:lnTo>
                    <a:pt x="187712" y="5959934"/>
                  </a:lnTo>
                  <a:lnTo>
                    <a:pt x="187829" y="5959934"/>
                  </a:lnTo>
                  <a:lnTo>
                    <a:pt x="187947" y="5959934"/>
                  </a:lnTo>
                  <a:lnTo>
                    <a:pt x="188065" y="5959934"/>
                  </a:lnTo>
                  <a:lnTo>
                    <a:pt x="188182" y="5959934"/>
                  </a:lnTo>
                  <a:lnTo>
                    <a:pt x="188300" y="5959934"/>
                  </a:lnTo>
                  <a:lnTo>
                    <a:pt x="188418" y="5959934"/>
                  </a:lnTo>
                  <a:lnTo>
                    <a:pt x="188535" y="5959934"/>
                  </a:lnTo>
                  <a:lnTo>
                    <a:pt x="188535" y="5959504"/>
                  </a:lnTo>
                  <a:lnTo>
                    <a:pt x="188653" y="5959504"/>
                  </a:lnTo>
                  <a:lnTo>
                    <a:pt x="188653" y="5959073"/>
                  </a:lnTo>
                  <a:lnTo>
                    <a:pt x="188653" y="5958642"/>
                  </a:lnTo>
                  <a:lnTo>
                    <a:pt x="188770" y="5958642"/>
                  </a:lnTo>
                  <a:lnTo>
                    <a:pt x="188888" y="5958642"/>
                  </a:lnTo>
                  <a:lnTo>
                    <a:pt x="189006" y="5958642"/>
                  </a:lnTo>
                  <a:lnTo>
                    <a:pt x="189123" y="5958642"/>
                  </a:lnTo>
                  <a:lnTo>
                    <a:pt x="189123" y="5958212"/>
                  </a:lnTo>
                  <a:lnTo>
                    <a:pt x="189241" y="5958212"/>
                  </a:lnTo>
                  <a:lnTo>
                    <a:pt x="189358" y="5958212"/>
                  </a:lnTo>
                  <a:lnTo>
                    <a:pt x="189476" y="5958212"/>
                  </a:lnTo>
                  <a:lnTo>
                    <a:pt x="189594" y="5958212"/>
                  </a:lnTo>
                  <a:lnTo>
                    <a:pt x="189594" y="5957781"/>
                  </a:lnTo>
                  <a:lnTo>
                    <a:pt x="189711" y="5957781"/>
                  </a:lnTo>
                  <a:lnTo>
                    <a:pt x="189711" y="5957351"/>
                  </a:lnTo>
                  <a:lnTo>
                    <a:pt x="189711" y="5956920"/>
                  </a:lnTo>
                  <a:lnTo>
                    <a:pt x="189711" y="5956489"/>
                  </a:lnTo>
                  <a:lnTo>
                    <a:pt x="189829" y="5956489"/>
                  </a:lnTo>
                  <a:lnTo>
                    <a:pt x="189947" y="5956489"/>
                  </a:lnTo>
                  <a:lnTo>
                    <a:pt x="190064" y="5956489"/>
                  </a:lnTo>
                  <a:lnTo>
                    <a:pt x="190182" y="5956489"/>
                  </a:lnTo>
                  <a:lnTo>
                    <a:pt x="190182" y="5956059"/>
                  </a:lnTo>
                  <a:lnTo>
                    <a:pt x="190299" y="5956059"/>
                  </a:lnTo>
                  <a:lnTo>
                    <a:pt x="190299" y="5955628"/>
                  </a:lnTo>
                  <a:lnTo>
                    <a:pt x="190417" y="5955628"/>
                  </a:lnTo>
                  <a:lnTo>
                    <a:pt x="190535" y="5955628"/>
                  </a:lnTo>
                  <a:lnTo>
                    <a:pt x="190652" y="5955628"/>
                  </a:lnTo>
                  <a:lnTo>
                    <a:pt x="190770" y="5955628"/>
                  </a:lnTo>
                  <a:lnTo>
                    <a:pt x="190770" y="5955198"/>
                  </a:lnTo>
                  <a:lnTo>
                    <a:pt x="190770" y="5954767"/>
                  </a:lnTo>
                  <a:lnTo>
                    <a:pt x="190770" y="5954336"/>
                  </a:lnTo>
                  <a:lnTo>
                    <a:pt x="190887" y="5954336"/>
                  </a:lnTo>
                  <a:lnTo>
                    <a:pt x="191005" y="5954336"/>
                  </a:lnTo>
                  <a:lnTo>
                    <a:pt x="191123" y="5954336"/>
                  </a:lnTo>
                  <a:lnTo>
                    <a:pt x="191240" y="5954336"/>
                  </a:lnTo>
                  <a:lnTo>
                    <a:pt x="191240" y="5953906"/>
                  </a:lnTo>
                  <a:lnTo>
                    <a:pt x="191240" y="5953475"/>
                  </a:lnTo>
                  <a:lnTo>
                    <a:pt x="191240" y="5953045"/>
                  </a:lnTo>
                  <a:lnTo>
                    <a:pt x="191358" y="5953045"/>
                  </a:lnTo>
                  <a:lnTo>
                    <a:pt x="191476" y="5953045"/>
                  </a:lnTo>
                  <a:lnTo>
                    <a:pt x="191476" y="5952614"/>
                  </a:lnTo>
                  <a:lnTo>
                    <a:pt x="191476" y="5952183"/>
                  </a:lnTo>
                  <a:lnTo>
                    <a:pt x="191593" y="5952183"/>
                  </a:lnTo>
                  <a:lnTo>
                    <a:pt x="191711" y="5952183"/>
                  </a:lnTo>
                  <a:lnTo>
                    <a:pt x="191828" y="5952183"/>
                  </a:lnTo>
                  <a:lnTo>
                    <a:pt x="191946" y="5952183"/>
                  </a:lnTo>
                  <a:lnTo>
                    <a:pt x="192064" y="5952183"/>
                  </a:lnTo>
                  <a:lnTo>
                    <a:pt x="192181" y="5952183"/>
                  </a:lnTo>
                  <a:lnTo>
                    <a:pt x="192181" y="5951753"/>
                  </a:lnTo>
                  <a:lnTo>
                    <a:pt x="192181" y="5951322"/>
                  </a:lnTo>
                  <a:lnTo>
                    <a:pt x="192299" y="5951322"/>
                  </a:lnTo>
                  <a:lnTo>
                    <a:pt x="192416" y="5951322"/>
                  </a:lnTo>
                  <a:lnTo>
                    <a:pt x="192534" y="5951322"/>
                  </a:lnTo>
                  <a:lnTo>
                    <a:pt x="192652" y="5951322"/>
                  </a:lnTo>
                  <a:lnTo>
                    <a:pt x="192652" y="5950892"/>
                  </a:lnTo>
                  <a:lnTo>
                    <a:pt x="192769" y="5950892"/>
                  </a:lnTo>
                  <a:lnTo>
                    <a:pt x="192887" y="5950892"/>
                  </a:lnTo>
                  <a:lnTo>
                    <a:pt x="192887" y="5950461"/>
                  </a:lnTo>
                  <a:lnTo>
                    <a:pt x="193005" y="5950461"/>
                  </a:lnTo>
                  <a:lnTo>
                    <a:pt x="193122" y="5950461"/>
                  </a:lnTo>
                  <a:lnTo>
                    <a:pt x="193122" y="5950030"/>
                  </a:lnTo>
                  <a:lnTo>
                    <a:pt x="193122" y="5949600"/>
                  </a:lnTo>
                  <a:lnTo>
                    <a:pt x="193122" y="5949169"/>
                  </a:lnTo>
                  <a:lnTo>
                    <a:pt x="193240" y="5949169"/>
                  </a:lnTo>
                  <a:lnTo>
                    <a:pt x="193240" y="5948739"/>
                  </a:lnTo>
                  <a:lnTo>
                    <a:pt x="193357" y="5948739"/>
                  </a:lnTo>
                  <a:lnTo>
                    <a:pt x="193475" y="5948739"/>
                  </a:lnTo>
                  <a:lnTo>
                    <a:pt x="193475" y="5948308"/>
                  </a:lnTo>
                  <a:lnTo>
                    <a:pt x="193475" y="5947877"/>
                  </a:lnTo>
                  <a:lnTo>
                    <a:pt x="193593" y="5947877"/>
                  </a:lnTo>
                  <a:lnTo>
                    <a:pt x="193593" y="5947447"/>
                  </a:lnTo>
                  <a:lnTo>
                    <a:pt x="193710" y="5947447"/>
                  </a:lnTo>
                  <a:lnTo>
                    <a:pt x="193828" y="5947447"/>
                  </a:lnTo>
                  <a:lnTo>
                    <a:pt x="193945" y="5947447"/>
                  </a:lnTo>
                  <a:lnTo>
                    <a:pt x="194063" y="5947447"/>
                  </a:lnTo>
                  <a:lnTo>
                    <a:pt x="194181" y="5947447"/>
                  </a:lnTo>
                  <a:lnTo>
                    <a:pt x="194298" y="5947447"/>
                  </a:lnTo>
                  <a:lnTo>
                    <a:pt x="194416" y="5947447"/>
                  </a:lnTo>
                  <a:lnTo>
                    <a:pt x="194533" y="5947447"/>
                  </a:lnTo>
                  <a:lnTo>
                    <a:pt x="194651" y="5947447"/>
                  </a:lnTo>
                  <a:lnTo>
                    <a:pt x="194769" y="5947447"/>
                  </a:lnTo>
                  <a:lnTo>
                    <a:pt x="194886" y="5947447"/>
                  </a:lnTo>
                  <a:lnTo>
                    <a:pt x="194886" y="5947016"/>
                  </a:lnTo>
                  <a:lnTo>
                    <a:pt x="195004" y="5947016"/>
                  </a:lnTo>
                  <a:lnTo>
                    <a:pt x="195122" y="5947016"/>
                  </a:lnTo>
                  <a:lnTo>
                    <a:pt x="195239" y="5947016"/>
                  </a:lnTo>
                  <a:lnTo>
                    <a:pt x="195239" y="5946586"/>
                  </a:lnTo>
                  <a:lnTo>
                    <a:pt x="195239" y="5946155"/>
                  </a:lnTo>
                  <a:lnTo>
                    <a:pt x="195357" y="5946155"/>
                  </a:lnTo>
                  <a:lnTo>
                    <a:pt x="195357" y="5945724"/>
                  </a:lnTo>
                  <a:lnTo>
                    <a:pt x="195357" y="5945294"/>
                  </a:lnTo>
                  <a:lnTo>
                    <a:pt x="195474" y="5945294"/>
                  </a:lnTo>
                  <a:lnTo>
                    <a:pt x="195592" y="5945294"/>
                  </a:lnTo>
                  <a:lnTo>
                    <a:pt x="195710" y="5945294"/>
                  </a:lnTo>
                  <a:lnTo>
                    <a:pt x="195710" y="5944863"/>
                  </a:lnTo>
                  <a:lnTo>
                    <a:pt x="195827" y="5944863"/>
                  </a:lnTo>
                  <a:lnTo>
                    <a:pt x="195945" y="5944863"/>
                  </a:lnTo>
                  <a:lnTo>
                    <a:pt x="196062" y="5944863"/>
                  </a:lnTo>
                  <a:lnTo>
                    <a:pt x="196180" y="5944863"/>
                  </a:lnTo>
                  <a:lnTo>
                    <a:pt x="196298" y="5944863"/>
                  </a:lnTo>
                  <a:lnTo>
                    <a:pt x="196298" y="5944433"/>
                  </a:lnTo>
                  <a:lnTo>
                    <a:pt x="196298" y="5944002"/>
                  </a:lnTo>
                  <a:lnTo>
                    <a:pt x="196415" y="5944002"/>
                  </a:lnTo>
                  <a:lnTo>
                    <a:pt x="196415" y="5943571"/>
                  </a:lnTo>
                  <a:lnTo>
                    <a:pt x="196415" y="5943141"/>
                  </a:lnTo>
                  <a:lnTo>
                    <a:pt x="196533" y="5943141"/>
                  </a:lnTo>
                  <a:lnTo>
                    <a:pt x="196651" y="5943141"/>
                  </a:lnTo>
                  <a:lnTo>
                    <a:pt x="196768" y="5943141"/>
                  </a:lnTo>
                  <a:lnTo>
                    <a:pt x="196768" y="5942710"/>
                  </a:lnTo>
                  <a:lnTo>
                    <a:pt x="196886" y="5942710"/>
                  </a:lnTo>
                  <a:lnTo>
                    <a:pt x="196886" y="5942280"/>
                  </a:lnTo>
                  <a:lnTo>
                    <a:pt x="196886" y="5941849"/>
                  </a:lnTo>
                  <a:lnTo>
                    <a:pt x="197003" y="5941849"/>
                  </a:lnTo>
                  <a:lnTo>
                    <a:pt x="197003" y="5941418"/>
                  </a:lnTo>
                  <a:lnTo>
                    <a:pt x="197003" y="5940988"/>
                  </a:lnTo>
                  <a:lnTo>
                    <a:pt x="197121" y="5940988"/>
                  </a:lnTo>
                  <a:lnTo>
                    <a:pt x="197121" y="5940557"/>
                  </a:lnTo>
                  <a:lnTo>
                    <a:pt x="197121" y="5940127"/>
                  </a:lnTo>
                  <a:lnTo>
                    <a:pt x="197121" y="5939696"/>
                  </a:lnTo>
                  <a:lnTo>
                    <a:pt x="197239" y="5939696"/>
                  </a:lnTo>
                  <a:lnTo>
                    <a:pt x="197356" y="5939696"/>
                  </a:lnTo>
                  <a:lnTo>
                    <a:pt x="197474" y="5939696"/>
                  </a:lnTo>
                  <a:lnTo>
                    <a:pt x="197591" y="5939696"/>
                  </a:lnTo>
                  <a:lnTo>
                    <a:pt x="197591" y="5939265"/>
                  </a:lnTo>
                  <a:lnTo>
                    <a:pt x="197709" y="5939265"/>
                  </a:lnTo>
                  <a:lnTo>
                    <a:pt x="197827" y="5939265"/>
                  </a:lnTo>
                  <a:lnTo>
                    <a:pt x="197827" y="5938835"/>
                  </a:lnTo>
                  <a:lnTo>
                    <a:pt x="197944" y="5938835"/>
                  </a:lnTo>
                  <a:lnTo>
                    <a:pt x="198062" y="5938835"/>
                  </a:lnTo>
                  <a:lnTo>
                    <a:pt x="198180" y="5938835"/>
                  </a:lnTo>
                  <a:lnTo>
                    <a:pt x="198297" y="5938835"/>
                  </a:lnTo>
                  <a:lnTo>
                    <a:pt x="198415" y="5938835"/>
                  </a:lnTo>
                  <a:lnTo>
                    <a:pt x="198532" y="5938835"/>
                  </a:lnTo>
                  <a:lnTo>
                    <a:pt x="198532" y="5938404"/>
                  </a:lnTo>
                  <a:lnTo>
                    <a:pt x="198650" y="5938404"/>
                  </a:lnTo>
                  <a:lnTo>
                    <a:pt x="198768" y="5938404"/>
                  </a:lnTo>
                  <a:lnTo>
                    <a:pt x="198768" y="5937974"/>
                  </a:lnTo>
                  <a:lnTo>
                    <a:pt x="198768" y="5937543"/>
                  </a:lnTo>
                  <a:lnTo>
                    <a:pt x="198885" y="5937543"/>
                  </a:lnTo>
                  <a:lnTo>
                    <a:pt x="198885" y="5937112"/>
                  </a:lnTo>
                  <a:lnTo>
                    <a:pt x="198885" y="5936682"/>
                  </a:lnTo>
                  <a:lnTo>
                    <a:pt x="198885" y="5936251"/>
                  </a:lnTo>
                  <a:lnTo>
                    <a:pt x="199003" y="5936251"/>
                  </a:lnTo>
                  <a:lnTo>
                    <a:pt x="199120" y="5936251"/>
                  </a:lnTo>
                  <a:lnTo>
                    <a:pt x="199120" y="5935821"/>
                  </a:lnTo>
                  <a:lnTo>
                    <a:pt x="199120" y="5935390"/>
                  </a:lnTo>
                  <a:lnTo>
                    <a:pt x="199120" y="5934959"/>
                  </a:lnTo>
                  <a:lnTo>
                    <a:pt x="199120" y="5934529"/>
                  </a:lnTo>
                  <a:lnTo>
                    <a:pt x="199120" y="5934098"/>
                  </a:lnTo>
                  <a:lnTo>
                    <a:pt x="199238" y="5934098"/>
                  </a:lnTo>
                  <a:lnTo>
                    <a:pt x="199356" y="5934098"/>
                  </a:lnTo>
                  <a:lnTo>
                    <a:pt x="199473" y="5934098"/>
                  </a:lnTo>
                  <a:lnTo>
                    <a:pt x="199473" y="5933668"/>
                  </a:lnTo>
                  <a:lnTo>
                    <a:pt x="199591" y="5933668"/>
                  </a:lnTo>
                  <a:lnTo>
                    <a:pt x="199709" y="5933668"/>
                  </a:lnTo>
                  <a:lnTo>
                    <a:pt x="199826" y="5933668"/>
                  </a:lnTo>
                  <a:lnTo>
                    <a:pt x="199944" y="5933668"/>
                  </a:lnTo>
                  <a:lnTo>
                    <a:pt x="199944" y="5933237"/>
                  </a:lnTo>
                  <a:lnTo>
                    <a:pt x="200061" y="5933237"/>
                  </a:lnTo>
                  <a:lnTo>
                    <a:pt x="200179" y="5933237"/>
                  </a:lnTo>
                  <a:lnTo>
                    <a:pt x="200297" y="5933237"/>
                  </a:lnTo>
                  <a:lnTo>
                    <a:pt x="200414" y="5933237"/>
                  </a:lnTo>
                  <a:lnTo>
                    <a:pt x="200532" y="5933237"/>
                  </a:lnTo>
                  <a:lnTo>
                    <a:pt x="200649" y="5933237"/>
                  </a:lnTo>
                  <a:lnTo>
                    <a:pt x="200649" y="5932806"/>
                  </a:lnTo>
                  <a:lnTo>
                    <a:pt x="200767" y="5932806"/>
                  </a:lnTo>
                  <a:lnTo>
                    <a:pt x="200885" y="5932806"/>
                  </a:lnTo>
                  <a:lnTo>
                    <a:pt x="201002" y="5932806"/>
                  </a:lnTo>
                  <a:lnTo>
                    <a:pt x="201120" y="5932806"/>
                  </a:lnTo>
                  <a:lnTo>
                    <a:pt x="201238" y="5932806"/>
                  </a:lnTo>
                  <a:lnTo>
                    <a:pt x="201238" y="5932376"/>
                  </a:lnTo>
                  <a:lnTo>
                    <a:pt x="201355" y="5932376"/>
                  </a:lnTo>
                  <a:lnTo>
                    <a:pt x="201473" y="5932376"/>
                  </a:lnTo>
                  <a:lnTo>
                    <a:pt x="201590" y="5932376"/>
                  </a:lnTo>
                  <a:lnTo>
                    <a:pt x="201708" y="5932376"/>
                  </a:lnTo>
                  <a:lnTo>
                    <a:pt x="201826" y="5932376"/>
                  </a:lnTo>
                  <a:lnTo>
                    <a:pt x="201826" y="5931945"/>
                  </a:lnTo>
                  <a:lnTo>
                    <a:pt x="201943" y="5931945"/>
                  </a:lnTo>
                  <a:lnTo>
                    <a:pt x="202061" y="5931945"/>
                  </a:lnTo>
                  <a:lnTo>
                    <a:pt x="202178" y="5931945"/>
                  </a:lnTo>
                  <a:lnTo>
                    <a:pt x="202296" y="5931945"/>
                  </a:lnTo>
                  <a:lnTo>
                    <a:pt x="202296" y="5931515"/>
                  </a:lnTo>
                  <a:lnTo>
                    <a:pt x="202414" y="5931515"/>
                  </a:lnTo>
                  <a:lnTo>
                    <a:pt x="202531" y="5931515"/>
                  </a:lnTo>
                  <a:lnTo>
                    <a:pt x="202649" y="5931515"/>
                  </a:lnTo>
                  <a:lnTo>
                    <a:pt x="202766" y="5931515"/>
                  </a:lnTo>
                  <a:lnTo>
                    <a:pt x="202766" y="5931084"/>
                  </a:lnTo>
                  <a:lnTo>
                    <a:pt x="202884" y="5931084"/>
                  </a:lnTo>
                  <a:lnTo>
                    <a:pt x="203002" y="5931084"/>
                  </a:lnTo>
                  <a:lnTo>
                    <a:pt x="203002" y="5930653"/>
                  </a:lnTo>
                  <a:lnTo>
                    <a:pt x="203002" y="5930223"/>
                  </a:lnTo>
                  <a:lnTo>
                    <a:pt x="203119" y="5930223"/>
                  </a:lnTo>
                  <a:lnTo>
                    <a:pt x="203119" y="5929792"/>
                  </a:lnTo>
                  <a:lnTo>
                    <a:pt x="203237" y="5929792"/>
                  </a:lnTo>
                  <a:lnTo>
                    <a:pt x="203237" y="5929362"/>
                  </a:lnTo>
                  <a:lnTo>
                    <a:pt x="203355" y="5929362"/>
                  </a:lnTo>
                  <a:lnTo>
                    <a:pt x="203472" y="5929362"/>
                  </a:lnTo>
                  <a:lnTo>
                    <a:pt x="203590" y="5929362"/>
                  </a:lnTo>
                  <a:lnTo>
                    <a:pt x="203707" y="5929362"/>
                  </a:lnTo>
                  <a:lnTo>
                    <a:pt x="203825" y="5929362"/>
                  </a:lnTo>
                  <a:lnTo>
                    <a:pt x="203825" y="5928931"/>
                  </a:lnTo>
                  <a:lnTo>
                    <a:pt x="203943" y="5928931"/>
                  </a:lnTo>
                  <a:lnTo>
                    <a:pt x="204060" y="5928931"/>
                  </a:lnTo>
                  <a:lnTo>
                    <a:pt x="204060" y="5928500"/>
                  </a:lnTo>
                  <a:lnTo>
                    <a:pt x="204178" y="5928500"/>
                  </a:lnTo>
                  <a:lnTo>
                    <a:pt x="204295" y="5928500"/>
                  </a:lnTo>
                  <a:lnTo>
                    <a:pt x="204295" y="5928070"/>
                  </a:lnTo>
                  <a:lnTo>
                    <a:pt x="204413" y="5928070"/>
                  </a:lnTo>
                  <a:lnTo>
                    <a:pt x="204413" y="5927639"/>
                  </a:lnTo>
                  <a:lnTo>
                    <a:pt x="204531" y="5927639"/>
                  </a:lnTo>
                  <a:lnTo>
                    <a:pt x="204648" y="5927639"/>
                  </a:lnTo>
                  <a:lnTo>
                    <a:pt x="204766" y="5927639"/>
                  </a:lnTo>
                  <a:lnTo>
                    <a:pt x="204766" y="5927209"/>
                  </a:lnTo>
                  <a:lnTo>
                    <a:pt x="204884" y="5927209"/>
                  </a:lnTo>
                  <a:lnTo>
                    <a:pt x="204884" y="5926778"/>
                  </a:lnTo>
                  <a:lnTo>
                    <a:pt x="204884" y="5926347"/>
                  </a:lnTo>
                  <a:lnTo>
                    <a:pt x="205001" y="5926347"/>
                  </a:lnTo>
                  <a:lnTo>
                    <a:pt x="205119" y="5926347"/>
                  </a:lnTo>
                  <a:lnTo>
                    <a:pt x="205236" y="5926347"/>
                  </a:lnTo>
                  <a:lnTo>
                    <a:pt x="205354" y="5926347"/>
                  </a:lnTo>
                  <a:lnTo>
                    <a:pt x="205472" y="5926347"/>
                  </a:lnTo>
                  <a:lnTo>
                    <a:pt x="205589" y="5926347"/>
                  </a:lnTo>
                  <a:lnTo>
                    <a:pt x="205707" y="5926347"/>
                  </a:lnTo>
                  <a:lnTo>
                    <a:pt x="205707" y="5925917"/>
                  </a:lnTo>
                  <a:lnTo>
                    <a:pt x="205824" y="5925917"/>
                  </a:lnTo>
                  <a:lnTo>
                    <a:pt x="205942" y="5925917"/>
                  </a:lnTo>
                  <a:lnTo>
                    <a:pt x="206060" y="5925917"/>
                  </a:lnTo>
                  <a:lnTo>
                    <a:pt x="206177" y="5925917"/>
                  </a:lnTo>
                  <a:lnTo>
                    <a:pt x="206177" y="5925486"/>
                  </a:lnTo>
                  <a:lnTo>
                    <a:pt x="206295" y="5925486"/>
                  </a:lnTo>
                  <a:lnTo>
                    <a:pt x="206295" y="5925056"/>
                  </a:lnTo>
                  <a:lnTo>
                    <a:pt x="206413" y="5925056"/>
                  </a:lnTo>
                  <a:lnTo>
                    <a:pt x="206530" y="5925056"/>
                  </a:lnTo>
                  <a:lnTo>
                    <a:pt x="206530" y="5924625"/>
                  </a:lnTo>
                  <a:lnTo>
                    <a:pt x="206530" y="5924194"/>
                  </a:lnTo>
                  <a:lnTo>
                    <a:pt x="206648" y="5924194"/>
                  </a:lnTo>
                  <a:lnTo>
                    <a:pt x="206648" y="5923764"/>
                  </a:lnTo>
                  <a:lnTo>
                    <a:pt x="206648" y="5923333"/>
                  </a:lnTo>
                  <a:lnTo>
                    <a:pt x="206765" y="5923333"/>
                  </a:lnTo>
                  <a:lnTo>
                    <a:pt x="206883" y="5923333"/>
                  </a:lnTo>
                  <a:lnTo>
                    <a:pt x="207001" y="5923333"/>
                  </a:lnTo>
                  <a:lnTo>
                    <a:pt x="207118" y="5923333"/>
                  </a:lnTo>
                  <a:lnTo>
                    <a:pt x="207236" y="5923333"/>
                  </a:lnTo>
                  <a:lnTo>
                    <a:pt x="207353" y="5923333"/>
                  </a:lnTo>
                  <a:lnTo>
                    <a:pt x="207471" y="5923333"/>
                  </a:lnTo>
                  <a:lnTo>
                    <a:pt x="207589" y="5923333"/>
                  </a:lnTo>
                  <a:lnTo>
                    <a:pt x="207706" y="5923333"/>
                  </a:lnTo>
                  <a:lnTo>
                    <a:pt x="207824" y="5923333"/>
                  </a:lnTo>
                  <a:lnTo>
                    <a:pt x="207824" y="5922903"/>
                  </a:lnTo>
                  <a:lnTo>
                    <a:pt x="207942" y="5922903"/>
                  </a:lnTo>
                  <a:lnTo>
                    <a:pt x="208059" y="5922903"/>
                  </a:lnTo>
                  <a:lnTo>
                    <a:pt x="208177" y="5922903"/>
                  </a:lnTo>
                  <a:lnTo>
                    <a:pt x="208294" y="5922903"/>
                  </a:lnTo>
                  <a:lnTo>
                    <a:pt x="208412" y="5922903"/>
                  </a:lnTo>
                  <a:lnTo>
                    <a:pt x="208530" y="5922903"/>
                  </a:lnTo>
                  <a:lnTo>
                    <a:pt x="208530" y="5922472"/>
                  </a:lnTo>
                  <a:lnTo>
                    <a:pt x="208530" y="5922041"/>
                  </a:lnTo>
                  <a:lnTo>
                    <a:pt x="208647" y="5922041"/>
                  </a:lnTo>
                  <a:lnTo>
                    <a:pt x="208765" y="5922041"/>
                  </a:lnTo>
                  <a:lnTo>
                    <a:pt x="208765" y="5921611"/>
                  </a:lnTo>
                  <a:lnTo>
                    <a:pt x="208765" y="5921180"/>
                  </a:lnTo>
                  <a:lnTo>
                    <a:pt x="208882" y="5921180"/>
                  </a:lnTo>
                  <a:lnTo>
                    <a:pt x="209000" y="5921180"/>
                  </a:lnTo>
                  <a:lnTo>
                    <a:pt x="209000" y="5920750"/>
                  </a:lnTo>
                  <a:lnTo>
                    <a:pt x="209118" y="5920750"/>
                  </a:lnTo>
                  <a:lnTo>
                    <a:pt x="209235" y="5920750"/>
                  </a:lnTo>
                  <a:lnTo>
                    <a:pt x="209235" y="5920319"/>
                  </a:lnTo>
                  <a:lnTo>
                    <a:pt x="209353" y="5920319"/>
                  </a:lnTo>
                  <a:lnTo>
                    <a:pt x="209471" y="5920319"/>
                  </a:lnTo>
                  <a:lnTo>
                    <a:pt x="209471" y="5919888"/>
                  </a:lnTo>
                  <a:lnTo>
                    <a:pt x="209588" y="5919888"/>
                  </a:lnTo>
                  <a:lnTo>
                    <a:pt x="209706" y="5919888"/>
                  </a:lnTo>
                  <a:lnTo>
                    <a:pt x="209706" y="5919458"/>
                  </a:lnTo>
                  <a:lnTo>
                    <a:pt x="209823" y="5919458"/>
                  </a:lnTo>
                  <a:lnTo>
                    <a:pt x="209941" y="5919458"/>
                  </a:lnTo>
                  <a:lnTo>
                    <a:pt x="210059" y="5919458"/>
                  </a:lnTo>
                  <a:lnTo>
                    <a:pt x="210059" y="5919027"/>
                  </a:lnTo>
                  <a:lnTo>
                    <a:pt x="210176" y="5919027"/>
                  </a:lnTo>
                  <a:lnTo>
                    <a:pt x="210294" y="5919027"/>
                  </a:lnTo>
                  <a:lnTo>
                    <a:pt x="210411" y="5919027"/>
                  </a:lnTo>
                  <a:lnTo>
                    <a:pt x="210411" y="5918597"/>
                  </a:lnTo>
                  <a:lnTo>
                    <a:pt x="210529" y="5918597"/>
                  </a:lnTo>
                  <a:lnTo>
                    <a:pt x="210529" y="5918166"/>
                  </a:lnTo>
                  <a:lnTo>
                    <a:pt x="210647" y="5918166"/>
                  </a:lnTo>
                  <a:lnTo>
                    <a:pt x="210764" y="5918166"/>
                  </a:lnTo>
                  <a:lnTo>
                    <a:pt x="210882" y="5918166"/>
                  </a:lnTo>
                  <a:lnTo>
                    <a:pt x="210999" y="5918166"/>
                  </a:lnTo>
                  <a:lnTo>
                    <a:pt x="210999" y="5917735"/>
                  </a:lnTo>
                  <a:lnTo>
                    <a:pt x="210999" y="5917305"/>
                  </a:lnTo>
                  <a:lnTo>
                    <a:pt x="210999" y="5916874"/>
                  </a:lnTo>
                  <a:lnTo>
                    <a:pt x="211117" y="5916874"/>
                  </a:lnTo>
                  <a:lnTo>
                    <a:pt x="211235" y="5916874"/>
                  </a:lnTo>
                  <a:lnTo>
                    <a:pt x="211235" y="5916444"/>
                  </a:lnTo>
                  <a:lnTo>
                    <a:pt x="211352" y="5916444"/>
                  </a:lnTo>
                  <a:lnTo>
                    <a:pt x="211470" y="5916444"/>
                  </a:lnTo>
                  <a:lnTo>
                    <a:pt x="211470" y="5916013"/>
                  </a:lnTo>
                  <a:lnTo>
                    <a:pt x="211588" y="5916013"/>
                  </a:lnTo>
                  <a:lnTo>
                    <a:pt x="211705" y="5916013"/>
                  </a:lnTo>
                  <a:lnTo>
                    <a:pt x="211823" y="5916013"/>
                  </a:lnTo>
                  <a:lnTo>
                    <a:pt x="211940" y="5916013"/>
                  </a:lnTo>
                  <a:lnTo>
                    <a:pt x="211940" y="5915582"/>
                  </a:lnTo>
                  <a:lnTo>
                    <a:pt x="212058" y="5915582"/>
                  </a:lnTo>
                  <a:lnTo>
                    <a:pt x="212058" y="5915152"/>
                  </a:lnTo>
                  <a:lnTo>
                    <a:pt x="212176" y="5915152"/>
                  </a:lnTo>
                  <a:lnTo>
                    <a:pt x="212176" y="5914721"/>
                  </a:lnTo>
                  <a:lnTo>
                    <a:pt x="212293" y="5914721"/>
                  </a:lnTo>
                  <a:lnTo>
                    <a:pt x="212411" y="5914721"/>
                  </a:lnTo>
                  <a:lnTo>
                    <a:pt x="212411" y="5914291"/>
                  </a:lnTo>
                  <a:lnTo>
                    <a:pt x="212528" y="5914291"/>
                  </a:lnTo>
                  <a:lnTo>
                    <a:pt x="212528" y="5913860"/>
                  </a:lnTo>
                  <a:lnTo>
                    <a:pt x="212646" y="5913860"/>
                  </a:lnTo>
                  <a:lnTo>
                    <a:pt x="212646" y="5913429"/>
                  </a:lnTo>
                  <a:lnTo>
                    <a:pt x="212764" y="5913429"/>
                  </a:lnTo>
                  <a:lnTo>
                    <a:pt x="212881" y="5913429"/>
                  </a:lnTo>
                  <a:lnTo>
                    <a:pt x="212999" y="5913429"/>
                  </a:lnTo>
                  <a:lnTo>
                    <a:pt x="213117" y="5913429"/>
                  </a:lnTo>
                  <a:lnTo>
                    <a:pt x="213117" y="5912999"/>
                  </a:lnTo>
                  <a:lnTo>
                    <a:pt x="213234" y="5912999"/>
                  </a:lnTo>
                  <a:lnTo>
                    <a:pt x="213352" y="5912999"/>
                  </a:lnTo>
                  <a:lnTo>
                    <a:pt x="213469" y="5912999"/>
                  </a:lnTo>
                  <a:lnTo>
                    <a:pt x="213587" y="5912999"/>
                  </a:lnTo>
                  <a:lnTo>
                    <a:pt x="213705" y="5912999"/>
                  </a:lnTo>
                  <a:lnTo>
                    <a:pt x="213705" y="5912568"/>
                  </a:lnTo>
                  <a:lnTo>
                    <a:pt x="213822" y="5912568"/>
                  </a:lnTo>
                  <a:lnTo>
                    <a:pt x="213940" y="5912568"/>
                  </a:lnTo>
                  <a:lnTo>
                    <a:pt x="214057" y="5912568"/>
                  </a:lnTo>
                  <a:lnTo>
                    <a:pt x="214057" y="5912138"/>
                  </a:lnTo>
                  <a:lnTo>
                    <a:pt x="214175" y="5912138"/>
                  </a:lnTo>
                  <a:lnTo>
                    <a:pt x="214293" y="5912138"/>
                  </a:lnTo>
                  <a:lnTo>
                    <a:pt x="214410" y="5912138"/>
                  </a:lnTo>
                  <a:lnTo>
                    <a:pt x="214528" y="5912138"/>
                  </a:lnTo>
                  <a:lnTo>
                    <a:pt x="214646" y="5912138"/>
                  </a:lnTo>
                  <a:lnTo>
                    <a:pt x="214763" y="5912138"/>
                  </a:lnTo>
                  <a:lnTo>
                    <a:pt x="214881" y="5912138"/>
                  </a:lnTo>
                  <a:lnTo>
                    <a:pt x="214998" y="5912138"/>
                  </a:lnTo>
                  <a:lnTo>
                    <a:pt x="215116" y="5912138"/>
                  </a:lnTo>
                  <a:lnTo>
                    <a:pt x="215234" y="5912138"/>
                  </a:lnTo>
                  <a:lnTo>
                    <a:pt x="215351" y="5912138"/>
                  </a:lnTo>
                  <a:lnTo>
                    <a:pt x="215469" y="5912138"/>
                  </a:lnTo>
                  <a:lnTo>
                    <a:pt x="215469" y="5911707"/>
                  </a:lnTo>
                  <a:lnTo>
                    <a:pt x="215586" y="5911707"/>
                  </a:lnTo>
                  <a:lnTo>
                    <a:pt x="215704" y="5911707"/>
                  </a:lnTo>
                  <a:lnTo>
                    <a:pt x="215704" y="5911276"/>
                  </a:lnTo>
                  <a:lnTo>
                    <a:pt x="215704" y="5910846"/>
                  </a:lnTo>
                  <a:lnTo>
                    <a:pt x="215704" y="5910415"/>
                  </a:lnTo>
                  <a:lnTo>
                    <a:pt x="215704" y="5909985"/>
                  </a:lnTo>
                  <a:lnTo>
                    <a:pt x="215822" y="5909985"/>
                  </a:lnTo>
                  <a:lnTo>
                    <a:pt x="215822" y="5909554"/>
                  </a:lnTo>
                  <a:lnTo>
                    <a:pt x="215939" y="5909554"/>
                  </a:lnTo>
                  <a:lnTo>
                    <a:pt x="215939" y="5909123"/>
                  </a:lnTo>
                  <a:lnTo>
                    <a:pt x="215939" y="5908693"/>
                  </a:lnTo>
                  <a:lnTo>
                    <a:pt x="216057" y="5908693"/>
                  </a:lnTo>
                  <a:lnTo>
                    <a:pt x="216175" y="5908693"/>
                  </a:lnTo>
                  <a:lnTo>
                    <a:pt x="216175" y="5908262"/>
                  </a:lnTo>
                  <a:lnTo>
                    <a:pt x="216292" y="5908262"/>
                  </a:lnTo>
                  <a:lnTo>
                    <a:pt x="216292" y="5907832"/>
                  </a:lnTo>
                  <a:lnTo>
                    <a:pt x="216410" y="5907832"/>
                  </a:lnTo>
                  <a:lnTo>
                    <a:pt x="216527" y="5907832"/>
                  </a:lnTo>
                  <a:lnTo>
                    <a:pt x="216527" y="5907401"/>
                  </a:lnTo>
                  <a:lnTo>
                    <a:pt x="216645" y="5907401"/>
                  </a:lnTo>
                  <a:lnTo>
                    <a:pt x="216645" y="5906970"/>
                  </a:lnTo>
                  <a:lnTo>
                    <a:pt x="216763" y="5906970"/>
                  </a:lnTo>
                  <a:lnTo>
                    <a:pt x="216880" y="5906970"/>
                  </a:lnTo>
                  <a:lnTo>
                    <a:pt x="216998" y="5906970"/>
                  </a:lnTo>
                  <a:lnTo>
                    <a:pt x="217115" y="5906970"/>
                  </a:lnTo>
                  <a:lnTo>
                    <a:pt x="217233" y="5906970"/>
                  </a:lnTo>
                  <a:lnTo>
                    <a:pt x="217351" y="5906970"/>
                  </a:lnTo>
                  <a:lnTo>
                    <a:pt x="217468" y="5906970"/>
                  </a:lnTo>
                  <a:lnTo>
                    <a:pt x="217586" y="5906970"/>
                  </a:lnTo>
                  <a:lnTo>
                    <a:pt x="217704" y="5906970"/>
                  </a:lnTo>
                  <a:lnTo>
                    <a:pt x="217704" y="5906540"/>
                  </a:lnTo>
                  <a:lnTo>
                    <a:pt x="217704" y="5906109"/>
                  </a:lnTo>
                  <a:lnTo>
                    <a:pt x="217821" y="5906109"/>
                  </a:lnTo>
                  <a:lnTo>
                    <a:pt x="217939" y="5906109"/>
                  </a:lnTo>
                  <a:lnTo>
                    <a:pt x="218056" y="5906109"/>
                  </a:lnTo>
                  <a:lnTo>
                    <a:pt x="218056" y="5905679"/>
                  </a:lnTo>
                  <a:lnTo>
                    <a:pt x="218056" y="5905248"/>
                  </a:lnTo>
                  <a:lnTo>
                    <a:pt x="218056" y="5904817"/>
                  </a:lnTo>
                  <a:lnTo>
                    <a:pt x="218174" y="5904817"/>
                  </a:lnTo>
                  <a:lnTo>
                    <a:pt x="218174" y="5904387"/>
                  </a:lnTo>
                  <a:lnTo>
                    <a:pt x="218174" y="5903956"/>
                  </a:lnTo>
                  <a:lnTo>
                    <a:pt x="218174" y="5903526"/>
                  </a:lnTo>
                  <a:lnTo>
                    <a:pt x="218292" y="5903526"/>
                  </a:lnTo>
                  <a:lnTo>
                    <a:pt x="218409" y="5903526"/>
                  </a:lnTo>
                  <a:lnTo>
                    <a:pt x="218527" y="5903526"/>
                  </a:lnTo>
                  <a:lnTo>
                    <a:pt x="218644" y="5903526"/>
                  </a:lnTo>
                  <a:lnTo>
                    <a:pt x="218644" y="5903095"/>
                  </a:lnTo>
                  <a:lnTo>
                    <a:pt x="218762" y="5903095"/>
                  </a:lnTo>
                  <a:lnTo>
                    <a:pt x="218880" y="5903095"/>
                  </a:lnTo>
                  <a:lnTo>
                    <a:pt x="218880" y="5902664"/>
                  </a:lnTo>
                  <a:lnTo>
                    <a:pt x="218997" y="5902664"/>
                  </a:lnTo>
                  <a:lnTo>
                    <a:pt x="218997" y="5902234"/>
                  </a:lnTo>
                  <a:lnTo>
                    <a:pt x="219115" y="5902234"/>
                  </a:lnTo>
                  <a:lnTo>
                    <a:pt x="219232" y="5902234"/>
                  </a:lnTo>
                  <a:lnTo>
                    <a:pt x="219350" y="5902234"/>
                  </a:lnTo>
                  <a:lnTo>
                    <a:pt x="219350" y="5901803"/>
                  </a:lnTo>
                  <a:lnTo>
                    <a:pt x="219468" y="5901803"/>
                  </a:lnTo>
                  <a:lnTo>
                    <a:pt x="219468" y="5901373"/>
                  </a:lnTo>
                  <a:lnTo>
                    <a:pt x="219585" y="5901373"/>
                  </a:lnTo>
                  <a:lnTo>
                    <a:pt x="219703" y="5901373"/>
                  </a:lnTo>
                  <a:lnTo>
                    <a:pt x="219703" y="5900942"/>
                  </a:lnTo>
                  <a:lnTo>
                    <a:pt x="219821" y="5900942"/>
                  </a:lnTo>
                  <a:lnTo>
                    <a:pt x="219938" y="5900942"/>
                  </a:lnTo>
                  <a:lnTo>
                    <a:pt x="220056" y="5900942"/>
                  </a:lnTo>
                  <a:lnTo>
                    <a:pt x="220173" y="5900942"/>
                  </a:lnTo>
                  <a:lnTo>
                    <a:pt x="220173" y="5900511"/>
                  </a:lnTo>
                  <a:lnTo>
                    <a:pt x="220291" y="5900511"/>
                  </a:lnTo>
                  <a:lnTo>
                    <a:pt x="220291" y="5900081"/>
                  </a:lnTo>
                  <a:lnTo>
                    <a:pt x="220291" y="5899650"/>
                  </a:lnTo>
                  <a:lnTo>
                    <a:pt x="220291" y="5899220"/>
                  </a:lnTo>
                  <a:lnTo>
                    <a:pt x="220291" y="5898789"/>
                  </a:lnTo>
                  <a:lnTo>
                    <a:pt x="220291" y="5898358"/>
                  </a:lnTo>
                  <a:lnTo>
                    <a:pt x="220291" y="5897928"/>
                  </a:lnTo>
                  <a:lnTo>
                    <a:pt x="220409" y="5897928"/>
                  </a:lnTo>
                  <a:lnTo>
                    <a:pt x="220409" y="5897497"/>
                  </a:lnTo>
                  <a:lnTo>
                    <a:pt x="220526" y="5897497"/>
                  </a:lnTo>
                  <a:lnTo>
                    <a:pt x="220526" y="5897067"/>
                  </a:lnTo>
                  <a:lnTo>
                    <a:pt x="220644" y="5897067"/>
                  </a:lnTo>
                  <a:lnTo>
                    <a:pt x="220644" y="5896636"/>
                  </a:lnTo>
                  <a:lnTo>
                    <a:pt x="220761" y="5896636"/>
                  </a:lnTo>
                  <a:lnTo>
                    <a:pt x="220879" y="5896636"/>
                  </a:lnTo>
                  <a:lnTo>
                    <a:pt x="220997" y="5896636"/>
                  </a:lnTo>
                  <a:lnTo>
                    <a:pt x="221114" y="5896636"/>
                  </a:lnTo>
                  <a:lnTo>
                    <a:pt x="221114" y="5896205"/>
                  </a:lnTo>
                  <a:lnTo>
                    <a:pt x="221232" y="5896205"/>
                  </a:lnTo>
                  <a:lnTo>
                    <a:pt x="221350" y="5896205"/>
                  </a:lnTo>
                  <a:lnTo>
                    <a:pt x="221350" y="5895775"/>
                  </a:lnTo>
                  <a:lnTo>
                    <a:pt x="221467" y="5895775"/>
                  </a:lnTo>
                  <a:lnTo>
                    <a:pt x="221467" y="5895344"/>
                  </a:lnTo>
                  <a:lnTo>
                    <a:pt x="221585" y="5895344"/>
                  </a:lnTo>
                  <a:lnTo>
                    <a:pt x="221702" y="5895344"/>
                  </a:lnTo>
                  <a:lnTo>
                    <a:pt x="221702" y="5894914"/>
                  </a:lnTo>
                  <a:lnTo>
                    <a:pt x="221820" y="5894914"/>
                  </a:lnTo>
                  <a:lnTo>
                    <a:pt x="221938" y="5894914"/>
                  </a:lnTo>
                  <a:lnTo>
                    <a:pt x="222055" y="5894914"/>
                  </a:lnTo>
                  <a:lnTo>
                    <a:pt x="222173" y="5894914"/>
                  </a:lnTo>
                  <a:lnTo>
                    <a:pt x="222173" y="5894483"/>
                  </a:lnTo>
                  <a:lnTo>
                    <a:pt x="222290" y="5894483"/>
                  </a:lnTo>
                  <a:lnTo>
                    <a:pt x="222408" y="5894483"/>
                  </a:lnTo>
                  <a:lnTo>
                    <a:pt x="222526" y="5894483"/>
                  </a:lnTo>
                  <a:lnTo>
                    <a:pt x="222643" y="5894483"/>
                  </a:lnTo>
                  <a:lnTo>
                    <a:pt x="222761" y="5894483"/>
                  </a:lnTo>
                  <a:lnTo>
                    <a:pt x="222761" y="5894052"/>
                  </a:lnTo>
                  <a:lnTo>
                    <a:pt x="222879" y="5894052"/>
                  </a:lnTo>
                  <a:lnTo>
                    <a:pt x="222996" y="5894052"/>
                  </a:lnTo>
                  <a:lnTo>
                    <a:pt x="222996" y="5893622"/>
                  </a:lnTo>
                  <a:lnTo>
                    <a:pt x="222996" y="5893191"/>
                  </a:lnTo>
                  <a:lnTo>
                    <a:pt x="223114" y="5893191"/>
                  </a:lnTo>
                  <a:lnTo>
                    <a:pt x="223114" y="5892761"/>
                  </a:lnTo>
                  <a:lnTo>
                    <a:pt x="223114" y="5892330"/>
                  </a:lnTo>
                  <a:lnTo>
                    <a:pt x="223114" y="5891899"/>
                  </a:lnTo>
                  <a:lnTo>
                    <a:pt x="223114" y="5891469"/>
                  </a:lnTo>
                  <a:lnTo>
                    <a:pt x="223231" y="5891469"/>
                  </a:lnTo>
                  <a:lnTo>
                    <a:pt x="223231" y="5891038"/>
                  </a:lnTo>
                  <a:lnTo>
                    <a:pt x="223349" y="5891038"/>
                  </a:lnTo>
                  <a:lnTo>
                    <a:pt x="223467" y="5891038"/>
                  </a:lnTo>
                  <a:lnTo>
                    <a:pt x="223584" y="5891038"/>
                  </a:lnTo>
                  <a:lnTo>
                    <a:pt x="223702" y="5891038"/>
                  </a:lnTo>
                  <a:lnTo>
                    <a:pt x="223702" y="5890608"/>
                  </a:lnTo>
                  <a:lnTo>
                    <a:pt x="223819" y="5890608"/>
                  </a:lnTo>
                  <a:lnTo>
                    <a:pt x="223937" y="5890608"/>
                  </a:lnTo>
                  <a:lnTo>
                    <a:pt x="223937" y="5890177"/>
                  </a:lnTo>
                  <a:lnTo>
                    <a:pt x="224055" y="5890177"/>
                  </a:lnTo>
                  <a:lnTo>
                    <a:pt x="224055" y="5889746"/>
                  </a:lnTo>
                  <a:lnTo>
                    <a:pt x="224172" y="5889746"/>
                  </a:lnTo>
                  <a:lnTo>
                    <a:pt x="224172" y="5889316"/>
                  </a:lnTo>
                  <a:lnTo>
                    <a:pt x="224290" y="5889316"/>
                  </a:lnTo>
                  <a:lnTo>
                    <a:pt x="224408" y="5889316"/>
                  </a:lnTo>
                  <a:lnTo>
                    <a:pt x="224525" y="5889316"/>
                  </a:lnTo>
                  <a:lnTo>
                    <a:pt x="224643" y="5889316"/>
                  </a:lnTo>
                  <a:lnTo>
                    <a:pt x="224760" y="5889316"/>
                  </a:lnTo>
                  <a:lnTo>
                    <a:pt x="224878" y="5889316"/>
                  </a:lnTo>
                  <a:lnTo>
                    <a:pt x="224878" y="5888885"/>
                  </a:lnTo>
                  <a:lnTo>
                    <a:pt x="224878" y="5888455"/>
                  </a:lnTo>
                  <a:lnTo>
                    <a:pt x="224996" y="5888455"/>
                  </a:lnTo>
                  <a:lnTo>
                    <a:pt x="225113" y="5888455"/>
                  </a:lnTo>
                  <a:lnTo>
                    <a:pt x="225231" y="5888455"/>
                  </a:lnTo>
                  <a:lnTo>
                    <a:pt x="225231" y="5888024"/>
                  </a:lnTo>
                  <a:lnTo>
                    <a:pt x="225231" y="5887593"/>
                  </a:lnTo>
                  <a:lnTo>
                    <a:pt x="225348" y="5887593"/>
                  </a:lnTo>
                  <a:lnTo>
                    <a:pt x="225348" y="5887163"/>
                  </a:lnTo>
                  <a:lnTo>
                    <a:pt x="225466" y="5887163"/>
                  </a:lnTo>
                  <a:lnTo>
                    <a:pt x="225466" y="5886732"/>
                  </a:lnTo>
                  <a:lnTo>
                    <a:pt x="225584" y="5886732"/>
                  </a:lnTo>
                  <a:lnTo>
                    <a:pt x="225701" y="5886732"/>
                  </a:lnTo>
                  <a:lnTo>
                    <a:pt x="225819" y="5886732"/>
                  </a:lnTo>
                  <a:lnTo>
                    <a:pt x="225819" y="5886302"/>
                  </a:lnTo>
                  <a:lnTo>
                    <a:pt x="225937" y="5886302"/>
                  </a:lnTo>
                  <a:lnTo>
                    <a:pt x="226054" y="5886302"/>
                  </a:lnTo>
                  <a:lnTo>
                    <a:pt x="226172" y="5886302"/>
                  </a:lnTo>
                  <a:lnTo>
                    <a:pt x="226289" y="5886302"/>
                  </a:lnTo>
                  <a:lnTo>
                    <a:pt x="226407" y="5886302"/>
                  </a:lnTo>
                  <a:lnTo>
                    <a:pt x="226407" y="5885871"/>
                  </a:lnTo>
                  <a:lnTo>
                    <a:pt x="226525" y="5885871"/>
                  </a:lnTo>
                  <a:lnTo>
                    <a:pt x="226642" y="5885871"/>
                  </a:lnTo>
                  <a:lnTo>
                    <a:pt x="226642" y="5885440"/>
                  </a:lnTo>
                  <a:lnTo>
                    <a:pt x="226642" y="5885010"/>
                  </a:lnTo>
                  <a:lnTo>
                    <a:pt x="226760" y="5885010"/>
                  </a:lnTo>
                  <a:lnTo>
                    <a:pt x="226760" y="5884579"/>
                  </a:lnTo>
                  <a:lnTo>
                    <a:pt x="226760" y="5884149"/>
                  </a:lnTo>
                  <a:lnTo>
                    <a:pt x="226877" y="5884149"/>
                  </a:lnTo>
                  <a:lnTo>
                    <a:pt x="226995" y="5884149"/>
                  </a:lnTo>
                  <a:lnTo>
                    <a:pt x="227113" y="5884149"/>
                  </a:lnTo>
                  <a:lnTo>
                    <a:pt x="227113" y="5883718"/>
                  </a:lnTo>
                  <a:lnTo>
                    <a:pt x="227230" y="5883718"/>
                  </a:lnTo>
                  <a:lnTo>
                    <a:pt x="227230" y="5883287"/>
                  </a:lnTo>
                  <a:lnTo>
                    <a:pt x="227348" y="5883287"/>
                  </a:lnTo>
                  <a:lnTo>
                    <a:pt x="227465" y="5883287"/>
                  </a:lnTo>
                  <a:lnTo>
                    <a:pt x="227583" y="5883287"/>
                  </a:lnTo>
                  <a:lnTo>
                    <a:pt x="227701" y="5883287"/>
                  </a:lnTo>
                  <a:lnTo>
                    <a:pt x="227701" y="5882857"/>
                  </a:lnTo>
                  <a:lnTo>
                    <a:pt x="227701" y="5882426"/>
                  </a:lnTo>
                  <a:lnTo>
                    <a:pt x="227818" y="5882426"/>
                  </a:lnTo>
                  <a:lnTo>
                    <a:pt x="227936" y="5882426"/>
                  </a:lnTo>
                  <a:lnTo>
                    <a:pt x="228054" y="5882426"/>
                  </a:lnTo>
                  <a:lnTo>
                    <a:pt x="228171" y="5882426"/>
                  </a:lnTo>
                  <a:lnTo>
                    <a:pt x="228289" y="5882426"/>
                  </a:lnTo>
                  <a:lnTo>
                    <a:pt x="228406" y="5882426"/>
                  </a:lnTo>
                  <a:lnTo>
                    <a:pt x="228524" y="5882426"/>
                  </a:lnTo>
                  <a:lnTo>
                    <a:pt x="228524" y="5881996"/>
                  </a:lnTo>
                  <a:lnTo>
                    <a:pt x="228642" y="5881996"/>
                  </a:lnTo>
                  <a:lnTo>
                    <a:pt x="228759" y="5881996"/>
                  </a:lnTo>
                  <a:lnTo>
                    <a:pt x="228877" y="5881996"/>
                  </a:lnTo>
                  <a:lnTo>
                    <a:pt x="228877" y="5881565"/>
                  </a:lnTo>
                  <a:lnTo>
                    <a:pt x="228994" y="5881565"/>
                  </a:lnTo>
                  <a:lnTo>
                    <a:pt x="229112" y="5881565"/>
                  </a:lnTo>
                  <a:lnTo>
                    <a:pt x="229112" y="5881134"/>
                  </a:lnTo>
                  <a:lnTo>
                    <a:pt x="229230" y="5881134"/>
                  </a:lnTo>
                  <a:lnTo>
                    <a:pt x="229347" y="5881134"/>
                  </a:lnTo>
                  <a:lnTo>
                    <a:pt x="229465" y="5881134"/>
                  </a:lnTo>
                  <a:lnTo>
                    <a:pt x="229583" y="5881134"/>
                  </a:lnTo>
                  <a:lnTo>
                    <a:pt x="229583" y="5880704"/>
                  </a:lnTo>
                  <a:lnTo>
                    <a:pt x="229700" y="5880704"/>
                  </a:lnTo>
                  <a:lnTo>
                    <a:pt x="229818" y="5880704"/>
                  </a:lnTo>
                  <a:lnTo>
                    <a:pt x="229935" y="5880704"/>
                  </a:lnTo>
                  <a:lnTo>
                    <a:pt x="230053" y="5880704"/>
                  </a:lnTo>
                  <a:lnTo>
                    <a:pt x="230053" y="5880273"/>
                  </a:lnTo>
                  <a:lnTo>
                    <a:pt x="230053" y="5879843"/>
                  </a:lnTo>
                  <a:lnTo>
                    <a:pt x="230171" y="5879843"/>
                  </a:lnTo>
                  <a:lnTo>
                    <a:pt x="230171" y="5879412"/>
                  </a:lnTo>
                  <a:lnTo>
                    <a:pt x="230288" y="5879412"/>
                  </a:lnTo>
                  <a:lnTo>
                    <a:pt x="230288" y="5878981"/>
                  </a:lnTo>
                  <a:lnTo>
                    <a:pt x="230288" y="5878551"/>
                  </a:lnTo>
                  <a:lnTo>
                    <a:pt x="230406" y="5878551"/>
                  </a:lnTo>
                  <a:lnTo>
                    <a:pt x="230523" y="5878551"/>
                  </a:lnTo>
                  <a:lnTo>
                    <a:pt x="230641" y="5878551"/>
                  </a:lnTo>
                  <a:lnTo>
                    <a:pt x="230759" y="5878551"/>
                  </a:lnTo>
                  <a:lnTo>
                    <a:pt x="230876" y="5878551"/>
                  </a:lnTo>
                  <a:lnTo>
                    <a:pt x="230994" y="5878551"/>
                  </a:lnTo>
                  <a:lnTo>
                    <a:pt x="231112" y="5878551"/>
                  </a:lnTo>
                  <a:lnTo>
                    <a:pt x="231112" y="5878120"/>
                  </a:lnTo>
                  <a:lnTo>
                    <a:pt x="231229" y="5878120"/>
                  </a:lnTo>
                  <a:lnTo>
                    <a:pt x="231347" y="5878120"/>
                  </a:lnTo>
                  <a:lnTo>
                    <a:pt x="231464" y="5878120"/>
                  </a:lnTo>
                  <a:lnTo>
                    <a:pt x="231582" y="5878120"/>
                  </a:lnTo>
                  <a:lnTo>
                    <a:pt x="231700" y="5878120"/>
                  </a:lnTo>
                  <a:lnTo>
                    <a:pt x="231817" y="5878120"/>
                  </a:lnTo>
                  <a:lnTo>
                    <a:pt x="231817" y="5877690"/>
                  </a:lnTo>
                  <a:lnTo>
                    <a:pt x="231817" y="5877259"/>
                  </a:lnTo>
                  <a:lnTo>
                    <a:pt x="231935" y="5877259"/>
                  </a:lnTo>
                  <a:lnTo>
                    <a:pt x="231935" y="5876828"/>
                  </a:lnTo>
                  <a:lnTo>
                    <a:pt x="231935" y="5876398"/>
                  </a:lnTo>
                  <a:lnTo>
                    <a:pt x="231935" y="5875967"/>
                  </a:lnTo>
                  <a:lnTo>
                    <a:pt x="232052" y="5875967"/>
                  </a:lnTo>
                  <a:lnTo>
                    <a:pt x="232170" y="5875967"/>
                  </a:lnTo>
                  <a:lnTo>
                    <a:pt x="232288" y="5875967"/>
                  </a:lnTo>
                  <a:lnTo>
                    <a:pt x="232405" y="5875967"/>
                  </a:lnTo>
                  <a:lnTo>
                    <a:pt x="232523" y="5875967"/>
                  </a:lnTo>
                  <a:lnTo>
                    <a:pt x="232641" y="5875967"/>
                  </a:lnTo>
                  <a:lnTo>
                    <a:pt x="232758" y="5875967"/>
                  </a:lnTo>
                  <a:lnTo>
                    <a:pt x="232876" y="5875967"/>
                  </a:lnTo>
                  <a:lnTo>
                    <a:pt x="232993" y="5875967"/>
                  </a:lnTo>
                  <a:lnTo>
                    <a:pt x="232993" y="5875537"/>
                  </a:lnTo>
                  <a:lnTo>
                    <a:pt x="233111" y="5875537"/>
                  </a:lnTo>
                  <a:lnTo>
                    <a:pt x="233229" y="5875537"/>
                  </a:lnTo>
                  <a:lnTo>
                    <a:pt x="233229" y="5875106"/>
                  </a:lnTo>
                  <a:lnTo>
                    <a:pt x="233346" y="5875106"/>
                  </a:lnTo>
                  <a:lnTo>
                    <a:pt x="233464" y="5875106"/>
                  </a:lnTo>
                  <a:lnTo>
                    <a:pt x="233464" y="5874675"/>
                  </a:lnTo>
                  <a:lnTo>
                    <a:pt x="233464" y="5874245"/>
                  </a:lnTo>
                  <a:lnTo>
                    <a:pt x="233464" y="5873814"/>
                  </a:lnTo>
                  <a:lnTo>
                    <a:pt x="233581" y="5873814"/>
                  </a:lnTo>
                  <a:lnTo>
                    <a:pt x="233581" y="5873384"/>
                  </a:lnTo>
                  <a:lnTo>
                    <a:pt x="233699" y="5873384"/>
                  </a:lnTo>
                  <a:lnTo>
                    <a:pt x="233699" y="5872953"/>
                  </a:lnTo>
                  <a:lnTo>
                    <a:pt x="233699" y="5872522"/>
                  </a:lnTo>
                  <a:lnTo>
                    <a:pt x="233817" y="5872522"/>
                  </a:lnTo>
                  <a:lnTo>
                    <a:pt x="233817" y="5872092"/>
                  </a:lnTo>
                  <a:lnTo>
                    <a:pt x="233817" y="5871661"/>
                  </a:lnTo>
                  <a:lnTo>
                    <a:pt x="233934" y="5871661"/>
                  </a:lnTo>
                  <a:lnTo>
                    <a:pt x="234052" y="5871661"/>
                  </a:lnTo>
                  <a:lnTo>
                    <a:pt x="234170" y="5871661"/>
                  </a:lnTo>
                  <a:lnTo>
                    <a:pt x="234287" y="5871661"/>
                  </a:lnTo>
                  <a:lnTo>
                    <a:pt x="234287" y="5871231"/>
                  </a:lnTo>
                  <a:lnTo>
                    <a:pt x="234405" y="5871231"/>
                  </a:lnTo>
                  <a:lnTo>
                    <a:pt x="234522" y="5871231"/>
                  </a:lnTo>
                  <a:lnTo>
                    <a:pt x="234640" y="5871231"/>
                  </a:lnTo>
                  <a:lnTo>
                    <a:pt x="234758" y="5871231"/>
                  </a:lnTo>
                  <a:lnTo>
                    <a:pt x="234875" y="5871231"/>
                  </a:lnTo>
                  <a:lnTo>
                    <a:pt x="234993" y="5871231"/>
                  </a:lnTo>
                  <a:lnTo>
                    <a:pt x="235110" y="5871231"/>
                  </a:lnTo>
                  <a:lnTo>
                    <a:pt x="235110" y="5870800"/>
                  </a:lnTo>
                  <a:lnTo>
                    <a:pt x="235228" y="5870800"/>
                  </a:lnTo>
                  <a:lnTo>
                    <a:pt x="235346" y="5870800"/>
                  </a:lnTo>
                  <a:lnTo>
                    <a:pt x="235346" y="5870369"/>
                  </a:lnTo>
                  <a:lnTo>
                    <a:pt x="235346" y="5869939"/>
                  </a:lnTo>
                  <a:lnTo>
                    <a:pt x="235463" y="5869939"/>
                  </a:lnTo>
                  <a:lnTo>
                    <a:pt x="235581" y="5869939"/>
                  </a:lnTo>
                  <a:lnTo>
                    <a:pt x="235698" y="5869939"/>
                  </a:lnTo>
                  <a:lnTo>
                    <a:pt x="235816" y="5869939"/>
                  </a:lnTo>
                  <a:lnTo>
                    <a:pt x="235934" y="5869939"/>
                  </a:lnTo>
                  <a:lnTo>
                    <a:pt x="236051" y="5869939"/>
                  </a:lnTo>
                  <a:lnTo>
                    <a:pt x="236169" y="5869939"/>
                  </a:lnTo>
                  <a:lnTo>
                    <a:pt x="236169" y="5869508"/>
                  </a:lnTo>
                  <a:lnTo>
                    <a:pt x="236287" y="5869508"/>
                  </a:lnTo>
                  <a:lnTo>
                    <a:pt x="236404" y="5869508"/>
                  </a:lnTo>
                  <a:lnTo>
                    <a:pt x="236522" y="5869508"/>
                  </a:lnTo>
                  <a:lnTo>
                    <a:pt x="236639" y="5869508"/>
                  </a:lnTo>
                  <a:lnTo>
                    <a:pt x="236757" y="5869508"/>
                  </a:lnTo>
                  <a:lnTo>
                    <a:pt x="236757" y="5869078"/>
                  </a:lnTo>
                  <a:lnTo>
                    <a:pt x="236757" y="5868647"/>
                  </a:lnTo>
                  <a:lnTo>
                    <a:pt x="236875" y="5868647"/>
                  </a:lnTo>
                  <a:lnTo>
                    <a:pt x="236992" y="5868647"/>
                  </a:lnTo>
                  <a:lnTo>
                    <a:pt x="236992" y="5868216"/>
                  </a:lnTo>
                  <a:lnTo>
                    <a:pt x="237110" y="5868216"/>
                  </a:lnTo>
                  <a:lnTo>
                    <a:pt x="237227" y="5868216"/>
                  </a:lnTo>
                  <a:lnTo>
                    <a:pt x="237345" y="5868216"/>
                  </a:lnTo>
                  <a:lnTo>
                    <a:pt x="237463" y="5868216"/>
                  </a:lnTo>
                  <a:lnTo>
                    <a:pt x="237463" y="5867786"/>
                  </a:lnTo>
                  <a:lnTo>
                    <a:pt x="237580" y="5867786"/>
                  </a:lnTo>
                  <a:lnTo>
                    <a:pt x="237698" y="5867786"/>
                  </a:lnTo>
                  <a:lnTo>
                    <a:pt x="237698" y="5867355"/>
                  </a:lnTo>
                  <a:lnTo>
                    <a:pt x="237698" y="5866925"/>
                  </a:lnTo>
                  <a:lnTo>
                    <a:pt x="237698" y="5866494"/>
                  </a:lnTo>
                  <a:lnTo>
                    <a:pt x="237816" y="5866494"/>
                  </a:lnTo>
                  <a:lnTo>
                    <a:pt x="237933" y="5866494"/>
                  </a:lnTo>
                  <a:lnTo>
                    <a:pt x="238051" y="5866494"/>
                  </a:lnTo>
                  <a:lnTo>
                    <a:pt x="238168" y="5866494"/>
                  </a:lnTo>
                  <a:lnTo>
                    <a:pt x="238168" y="5866063"/>
                  </a:lnTo>
                  <a:lnTo>
                    <a:pt x="238286" y="5866063"/>
                  </a:lnTo>
                  <a:lnTo>
                    <a:pt x="238404" y="5866063"/>
                  </a:lnTo>
                  <a:lnTo>
                    <a:pt x="238521" y="5866063"/>
                  </a:lnTo>
                  <a:lnTo>
                    <a:pt x="238521" y="5865633"/>
                  </a:lnTo>
                  <a:lnTo>
                    <a:pt x="238639" y="5865633"/>
                  </a:lnTo>
                  <a:lnTo>
                    <a:pt x="238639" y="5865202"/>
                  </a:lnTo>
                  <a:lnTo>
                    <a:pt x="238756" y="5865202"/>
                  </a:lnTo>
                  <a:lnTo>
                    <a:pt x="238756" y="5864772"/>
                  </a:lnTo>
                  <a:lnTo>
                    <a:pt x="238756" y="5864341"/>
                  </a:lnTo>
                  <a:lnTo>
                    <a:pt x="238756" y="5863910"/>
                  </a:lnTo>
                  <a:lnTo>
                    <a:pt x="238756" y="5863480"/>
                  </a:lnTo>
                  <a:lnTo>
                    <a:pt x="238874" y="5863480"/>
                  </a:lnTo>
                  <a:lnTo>
                    <a:pt x="238992" y="5863480"/>
                  </a:lnTo>
                  <a:lnTo>
                    <a:pt x="239109" y="5863480"/>
                  </a:lnTo>
                  <a:lnTo>
                    <a:pt x="239227" y="5863480"/>
                  </a:lnTo>
                  <a:lnTo>
                    <a:pt x="239227" y="5863049"/>
                  </a:lnTo>
                  <a:lnTo>
                    <a:pt x="239345" y="5863049"/>
                  </a:lnTo>
                  <a:lnTo>
                    <a:pt x="239462" y="5863049"/>
                  </a:lnTo>
                  <a:lnTo>
                    <a:pt x="239580" y="5863049"/>
                  </a:lnTo>
                  <a:lnTo>
                    <a:pt x="239580" y="5862619"/>
                  </a:lnTo>
                  <a:lnTo>
                    <a:pt x="239697" y="5862619"/>
                  </a:lnTo>
                  <a:lnTo>
                    <a:pt x="239815" y="5862619"/>
                  </a:lnTo>
                  <a:lnTo>
                    <a:pt x="239933" y="5862619"/>
                  </a:lnTo>
                  <a:lnTo>
                    <a:pt x="240050" y="5862619"/>
                  </a:lnTo>
                  <a:lnTo>
                    <a:pt x="240168" y="5862619"/>
                  </a:lnTo>
                  <a:lnTo>
                    <a:pt x="240285" y="5862619"/>
                  </a:lnTo>
                  <a:lnTo>
                    <a:pt x="240403" y="5862619"/>
                  </a:lnTo>
                  <a:lnTo>
                    <a:pt x="240521" y="5862619"/>
                  </a:lnTo>
                  <a:lnTo>
                    <a:pt x="240638" y="5862619"/>
                  </a:lnTo>
                  <a:lnTo>
                    <a:pt x="240638" y="5862188"/>
                  </a:lnTo>
                  <a:lnTo>
                    <a:pt x="240756" y="5862188"/>
                  </a:lnTo>
                  <a:lnTo>
                    <a:pt x="240756" y="5861757"/>
                  </a:lnTo>
                  <a:lnTo>
                    <a:pt x="240756" y="5861327"/>
                  </a:lnTo>
                  <a:lnTo>
                    <a:pt x="240874" y="5861327"/>
                  </a:lnTo>
                  <a:lnTo>
                    <a:pt x="240874" y="5860896"/>
                  </a:lnTo>
                  <a:lnTo>
                    <a:pt x="240991" y="5860896"/>
                  </a:lnTo>
                  <a:lnTo>
                    <a:pt x="241109" y="5860896"/>
                  </a:lnTo>
                  <a:lnTo>
                    <a:pt x="241226" y="5860896"/>
                  </a:lnTo>
                  <a:lnTo>
                    <a:pt x="241226" y="5860466"/>
                  </a:lnTo>
                  <a:lnTo>
                    <a:pt x="241344" y="5860466"/>
                  </a:lnTo>
                  <a:lnTo>
                    <a:pt x="241344" y="5860035"/>
                  </a:lnTo>
                  <a:lnTo>
                    <a:pt x="241462" y="5860035"/>
                  </a:lnTo>
                  <a:lnTo>
                    <a:pt x="241462" y="5859604"/>
                  </a:lnTo>
                  <a:lnTo>
                    <a:pt x="241579" y="5859604"/>
                  </a:lnTo>
                  <a:lnTo>
                    <a:pt x="241697" y="5859604"/>
                  </a:lnTo>
                  <a:lnTo>
                    <a:pt x="241814" y="5859604"/>
                  </a:lnTo>
                  <a:lnTo>
                    <a:pt x="241932" y="5859604"/>
                  </a:lnTo>
                  <a:lnTo>
                    <a:pt x="242050" y="5859604"/>
                  </a:lnTo>
                  <a:lnTo>
                    <a:pt x="242167" y="5859604"/>
                  </a:lnTo>
                  <a:lnTo>
                    <a:pt x="242285" y="5859604"/>
                  </a:lnTo>
                  <a:lnTo>
                    <a:pt x="242402" y="5859604"/>
                  </a:lnTo>
                  <a:lnTo>
                    <a:pt x="242402" y="5859174"/>
                  </a:lnTo>
                  <a:lnTo>
                    <a:pt x="242520" y="5859174"/>
                  </a:lnTo>
                  <a:lnTo>
                    <a:pt x="242520" y="5858743"/>
                  </a:lnTo>
                  <a:lnTo>
                    <a:pt x="242638" y="5858743"/>
                  </a:lnTo>
                  <a:lnTo>
                    <a:pt x="242638" y="5858313"/>
                  </a:lnTo>
                  <a:lnTo>
                    <a:pt x="242755" y="5858313"/>
                  </a:lnTo>
                  <a:lnTo>
                    <a:pt x="242755" y="5857882"/>
                  </a:lnTo>
                  <a:lnTo>
                    <a:pt x="242755" y="5857451"/>
                  </a:lnTo>
                  <a:lnTo>
                    <a:pt x="242873" y="5857451"/>
                  </a:lnTo>
                  <a:lnTo>
                    <a:pt x="242991" y="5857451"/>
                  </a:lnTo>
                  <a:lnTo>
                    <a:pt x="242991" y="5857021"/>
                  </a:lnTo>
                  <a:lnTo>
                    <a:pt x="242991" y="5856590"/>
                  </a:lnTo>
                  <a:lnTo>
                    <a:pt x="243108" y="5856590"/>
                  </a:lnTo>
                  <a:lnTo>
                    <a:pt x="243226" y="5856590"/>
                  </a:lnTo>
                  <a:lnTo>
                    <a:pt x="243343" y="5856590"/>
                  </a:lnTo>
                  <a:lnTo>
                    <a:pt x="243461" y="5856590"/>
                  </a:lnTo>
                  <a:lnTo>
                    <a:pt x="243461" y="5856160"/>
                  </a:lnTo>
                  <a:lnTo>
                    <a:pt x="243461" y="5855729"/>
                  </a:lnTo>
                  <a:lnTo>
                    <a:pt x="243579" y="5855729"/>
                  </a:lnTo>
                  <a:lnTo>
                    <a:pt x="243579" y="5855298"/>
                  </a:lnTo>
                  <a:lnTo>
                    <a:pt x="243696" y="5855298"/>
                  </a:lnTo>
                  <a:lnTo>
                    <a:pt x="243696" y="5854868"/>
                  </a:lnTo>
                  <a:lnTo>
                    <a:pt x="243696" y="5854437"/>
                  </a:lnTo>
                  <a:lnTo>
                    <a:pt x="243696" y="5854007"/>
                  </a:lnTo>
                  <a:lnTo>
                    <a:pt x="243814" y="5854007"/>
                  </a:lnTo>
                  <a:lnTo>
                    <a:pt x="243931" y="5854007"/>
                  </a:lnTo>
                  <a:lnTo>
                    <a:pt x="243931" y="5853576"/>
                  </a:lnTo>
                  <a:lnTo>
                    <a:pt x="244049" y="5853576"/>
                  </a:lnTo>
                  <a:lnTo>
                    <a:pt x="244049" y="5853145"/>
                  </a:lnTo>
                  <a:lnTo>
                    <a:pt x="244049" y="5852715"/>
                  </a:lnTo>
                  <a:lnTo>
                    <a:pt x="244049" y="5852284"/>
                  </a:lnTo>
                  <a:lnTo>
                    <a:pt x="244167" y="5852284"/>
                  </a:lnTo>
                  <a:lnTo>
                    <a:pt x="244284" y="5852284"/>
                  </a:lnTo>
                  <a:lnTo>
                    <a:pt x="244284" y="5851854"/>
                  </a:lnTo>
                  <a:lnTo>
                    <a:pt x="244402" y="5851854"/>
                  </a:lnTo>
                  <a:lnTo>
                    <a:pt x="244520" y="5851854"/>
                  </a:lnTo>
                  <a:lnTo>
                    <a:pt x="244520" y="5851423"/>
                  </a:lnTo>
                  <a:lnTo>
                    <a:pt x="244637" y="5851423"/>
                  </a:lnTo>
                  <a:lnTo>
                    <a:pt x="244755" y="5851423"/>
                  </a:lnTo>
                  <a:lnTo>
                    <a:pt x="244872" y="5851423"/>
                  </a:lnTo>
                  <a:lnTo>
                    <a:pt x="244872" y="5850992"/>
                  </a:lnTo>
                  <a:lnTo>
                    <a:pt x="244990" y="5850992"/>
                  </a:lnTo>
                  <a:lnTo>
                    <a:pt x="245108" y="5850992"/>
                  </a:lnTo>
                  <a:lnTo>
                    <a:pt x="245225" y="5850992"/>
                  </a:lnTo>
                  <a:lnTo>
                    <a:pt x="245343" y="5850992"/>
                  </a:lnTo>
                  <a:lnTo>
                    <a:pt x="245343" y="5850562"/>
                  </a:lnTo>
                  <a:lnTo>
                    <a:pt x="245460" y="5850562"/>
                  </a:lnTo>
                  <a:lnTo>
                    <a:pt x="245578" y="5850562"/>
                  </a:lnTo>
                  <a:lnTo>
                    <a:pt x="245696" y="5850562"/>
                  </a:lnTo>
                  <a:lnTo>
                    <a:pt x="245813" y="5850562"/>
                  </a:lnTo>
                  <a:lnTo>
                    <a:pt x="245931" y="5850562"/>
                  </a:lnTo>
                  <a:lnTo>
                    <a:pt x="246049" y="5850562"/>
                  </a:lnTo>
                  <a:lnTo>
                    <a:pt x="246049" y="5850131"/>
                  </a:lnTo>
                  <a:lnTo>
                    <a:pt x="246049" y="5849701"/>
                  </a:lnTo>
                  <a:lnTo>
                    <a:pt x="246166" y="5849701"/>
                  </a:lnTo>
                  <a:lnTo>
                    <a:pt x="246284" y="5849701"/>
                  </a:lnTo>
                  <a:lnTo>
                    <a:pt x="246284" y="5849270"/>
                  </a:lnTo>
                  <a:lnTo>
                    <a:pt x="246401" y="5849270"/>
                  </a:lnTo>
                  <a:lnTo>
                    <a:pt x="246519" y="5849270"/>
                  </a:lnTo>
                  <a:lnTo>
                    <a:pt x="246637" y="5849270"/>
                  </a:lnTo>
                  <a:lnTo>
                    <a:pt x="246754" y="5849270"/>
                  </a:lnTo>
                  <a:lnTo>
                    <a:pt x="246754" y="5848839"/>
                  </a:lnTo>
                  <a:lnTo>
                    <a:pt x="246754" y="5848409"/>
                  </a:lnTo>
                  <a:lnTo>
                    <a:pt x="246872" y="5848409"/>
                  </a:lnTo>
                  <a:lnTo>
                    <a:pt x="246872" y="5847978"/>
                  </a:lnTo>
                  <a:lnTo>
                    <a:pt x="246872" y="5847548"/>
                  </a:lnTo>
                  <a:lnTo>
                    <a:pt x="246872" y="5847117"/>
                  </a:lnTo>
                  <a:lnTo>
                    <a:pt x="246989" y="5847117"/>
                  </a:lnTo>
                  <a:lnTo>
                    <a:pt x="247107" y="5847117"/>
                  </a:lnTo>
                  <a:lnTo>
                    <a:pt x="247225" y="5847117"/>
                  </a:lnTo>
                  <a:lnTo>
                    <a:pt x="247225" y="5846686"/>
                  </a:lnTo>
                  <a:lnTo>
                    <a:pt x="247342" y="5846686"/>
                  </a:lnTo>
                  <a:lnTo>
                    <a:pt x="247460" y="5846686"/>
                  </a:lnTo>
                  <a:lnTo>
                    <a:pt x="247578" y="5846686"/>
                  </a:lnTo>
                  <a:lnTo>
                    <a:pt x="247695" y="5846686"/>
                  </a:lnTo>
                  <a:lnTo>
                    <a:pt x="247813" y="5846686"/>
                  </a:lnTo>
                  <a:lnTo>
                    <a:pt x="247813" y="5846256"/>
                  </a:lnTo>
                  <a:lnTo>
                    <a:pt x="247813" y="5845825"/>
                  </a:lnTo>
                  <a:lnTo>
                    <a:pt x="247930" y="5845825"/>
                  </a:lnTo>
                  <a:lnTo>
                    <a:pt x="248048" y="5845825"/>
                  </a:lnTo>
                  <a:lnTo>
                    <a:pt x="248048" y="5845395"/>
                  </a:lnTo>
                  <a:lnTo>
                    <a:pt x="248166" y="5845395"/>
                  </a:lnTo>
                  <a:lnTo>
                    <a:pt x="248166" y="5844964"/>
                  </a:lnTo>
                  <a:lnTo>
                    <a:pt x="248283" y="5844964"/>
                  </a:lnTo>
                  <a:lnTo>
                    <a:pt x="248283" y="5844533"/>
                  </a:lnTo>
                  <a:lnTo>
                    <a:pt x="248401" y="5844533"/>
                  </a:lnTo>
                  <a:lnTo>
                    <a:pt x="248401" y="5844103"/>
                  </a:lnTo>
                  <a:lnTo>
                    <a:pt x="248401" y="5843672"/>
                  </a:lnTo>
                  <a:lnTo>
                    <a:pt x="248401" y="5843242"/>
                  </a:lnTo>
                  <a:lnTo>
                    <a:pt x="248518" y="5843242"/>
                  </a:lnTo>
                  <a:lnTo>
                    <a:pt x="248636" y="5843242"/>
                  </a:lnTo>
                  <a:lnTo>
                    <a:pt x="248754" y="5843242"/>
                  </a:lnTo>
                  <a:lnTo>
                    <a:pt x="248871" y="5843242"/>
                  </a:lnTo>
                  <a:lnTo>
                    <a:pt x="248989" y="5843242"/>
                  </a:lnTo>
                  <a:lnTo>
                    <a:pt x="248989" y="5842811"/>
                  </a:lnTo>
                  <a:lnTo>
                    <a:pt x="248989" y="5842380"/>
                  </a:lnTo>
                  <a:lnTo>
                    <a:pt x="249107" y="5842380"/>
                  </a:lnTo>
                  <a:lnTo>
                    <a:pt x="249224" y="5842380"/>
                  </a:lnTo>
                  <a:lnTo>
                    <a:pt x="249342" y="5842380"/>
                  </a:lnTo>
                  <a:lnTo>
                    <a:pt x="249459" y="5842380"/>
                  </a:lnTo>
                  <a:lnTo>
                    <a:pt x="249577" y="5842380"/>
                  </a:lnTo>
                  <a:lnTo>
                    <a:pt x="249577" y="5841950"/>
                  </a:lnTo>
                  <a:lnTo>
                    <a:pt x="249695" y="5841950"/>
                  </a:lnTo>
                  <a:lnTo>
                    <a:pt x="249695" y="5841519"/>
                  </a:lnTo>
                  <a:lnTo>
                    <a:pt x="249695" y="5841089"/>
                  </a:lnTo>
                  <a:lnTo>
                    <a:pt x="249695" y="5840658"/>
                  </a:lnTo>
                  <a:lnTo>
                    <a:pt x="249812" y="5840658"/>
                  </a:lnTo>
                  <a:lnTo>
                    <a:pt x="249812" y="5840227"/>
                  </a:lnTo>
                  <a:lnTo>
                    <a:pt x="249930" y="5840227"/>
                  </a:lnTo>
                  <a:lnTo>
                    <a:pt x="249930" y="5839797"/>
                  </a:lnTo>
                  <a:lnTo>
                    <a:pt x="250047" y="5839797"/>
                  </a:lnTo>
                  <a:lnTo>
                    <a:pt x="250165" y="5839797"/>
                  </a:lnTo>
                  <a:lnTo>
                    <a:pt x="250165" y="5839366"/>
                  </a:lnTo>
                  <a:lnTo>
                    <a:pt x="250165" y="5838936"/>
                  </a:lnTo>
                  <a:lnTo>
                    <a:pt x="250165" y="5838505"/>
                  </a:lnTo>
                  <a:lnTo>
                    <a:pt x="250283" y="5838505"/>
                  </a:lnTo>
                  <a:lnTo>
                    <a:pt x="250400" y="5838505"/>
                  </a:lnTo>
                  <a:lnTo>
                    <a:pt x="250400" y="5838074"/>
                  </a:lnTo>
                  <a:lnTo>
                    <a:pt x="250518" y="5838074"/>
                  </a:lnTo>
                  <a:lnTo>
                    <a:pt x="250518" y="5837644"/>
                  </a:lnTo>
                  <a:lnTo>
                    <a:pt x="250635" y="5837644"/>
                  </a:lnTo>
                  <a:lnTo>
                    <a:pt x="250635" y="5837213"/>
                  </a:lnTo>
                  <a:lnTo>
                    <a:pt x="250753" y="5837213"/>
                  </a:lnTo>
                  <a:lnTo>
                    <a:pt x="250871" y="5837213"/>
                  </a:lnTo>
                  <a:lnTo>
                    <a:pt x="250871" y="5836783"/>
                  </a:lnTo>
                  <a:lnTo>
                    <a:pt x="250988" y="5836783"/>
                  </a:lnTo>
                  <a:lnTo>
                    <a:pt x="251106" y="5836783"/>
                  </a:lnTo>
                  <a:lnTo>
                    <a:pt x="251106" y="5836352"/>
                  </a:lnTo>
                  <a:lnTo>
                    <a:pt x="251224" y="5836352"/>
                  </a:lnTo>
                  <a:lnTo>
                    <a:pt x="251341" y="5836352"/>
                  </a:lnTo>
                  <a:lnTo>
                    <a:pt x="251341" y="5835921"/>
                  </a:lnTo>
                  <a:lnTo>
                    <a:pt x="251459" y="5835921"/>
                  </a:lnTo>
                  <a:lnTo>
                    <a:pt x="251576" y="5835921"/>
                  </a:lnTo>
                  <a:lnTo>
                    <a:pt x="251694" y="5835921"/>
                  </a:lnTo>
                  <a:lnTo>
                    <a:pt x="251812" y="5835921"/>
                  </a:lnTo>
                  <a:lnTo>
                    <a:pt x="251812" y="5835491"/>
                  </a:lnTo>
                  <a:lnTo>
                    <a:pt x="251929" y="5835491"/>
                  </a:lnTo>
                  <a:lnTo>
                    <a:pt x="252047" y="5835491"/>
                  </a:lnTo>
                  <a:lnTo>
                    <a:pt x="252047" y="5835060"/>
                  </a:lnTo>
                  <a:lnTo>
                    <a:pt x="252164" y="5835060"/>
                  </a:lnTo>
                  <a:lnTo>
                    <a:pt x="252282" y="5835060"/>
                  </a:lnTo>
                  <a:lnTo>
                    <a:pt x="252400" y="5835060"/>
                  </a:lnTo>
                  <a:lnTo>
                    <a:pt x="252400" y="5834630"/>
                  </a:lnTo>
                  <a:lnTo>
                    <a:pt x="252517" y="5834630"/>
                  </a:lnTo>
                  <a:lnTo>
                    <a:pt x="252635" y="5834630"/>
                  </a:lnTo>
                  <a:lnTo>
                    <a:pt x="252753" y="5834630"/>
                  </a:lnTo>
                  <a:lnTo>
                    <a:pt x="252753" y="5834199"/>
                  </a:lnTo>
                  <a:lnTo>
                    <a:pt x="252870" y="5834199"/>
                  </a:lnTo>
                  <a:lnTo>
                    <a:pt x="252988" y="5834199"/>
                  </a:lnTo>
                  <a:lnTo>
                    <a:pt x="253105" y="5834199"/>
                  </a:lnTo>
                  <a:lnTo>
                    <a:pt x="253223" y="5834199"/>
                  </a:lnTo>
                  <a:lnTo>
                    <a:pt x="253223" y="5833768"/>
                  </a:lnTo>
                  <a:lnTo>
                    <a:pt x="253341" y="5833768"/>
                  </a:lnTo>
                  <a:lnTo>
                    <a:pt x="253458" y="5833768"/>
                  </a:lnTo>
                  <a:lnTo>
                    <a:pt x="253576" y="5833768"/>
                  </a:lnTo>
                  <a:lnTo>
                    <a:pt x="253693" y="5833768"/>
                  </a:lnTo>
                  <a:lnTo>
                    <a:pt x="253811" y="5833768"/>
                  </a:lnTo>
                  <a:lnTo>
                    <a:pt x="253929" y="5833768"/>
                  </a:lnTo>
                  <a:lnTo>
                    <a:pt x="254046" y="5833768"/>
                  </a:lnTo>
                  <a:lnTo>
                    <a:pt x="254046" y="5833338"/>
                  </a:lnTo>
                  <a:lnTo>
                    <a:pt x="254046" y="5832907"/>
                  </a:lnTo>
                  <a:lnTo>
                    <a:pt x="254046" y="5832477"/>
                  </a:lnTo>
                  <a:lnTo>
                    <a:pt x="254046" y="5832046"/>
                  </a:lnTo>
                  <a:lnTo>
                    <a:pt x="254164" y="5832046"/>
                  </a:lnTo>
                  <a:lnTo>
                    <a:pt x="254282" y="5832046"/>
                  </a:lnTo>
                  <a:lnTo>
                    <a:pt x="254282" y="5831615"/>
                  </a:lnTo>
                  <a:lnTo>
                    <a:pt x="254399" y="5831615"/>
                  </a:lnTo>
                  <a:lnTo>
                    <a:pt x="254399" y="5831185"/>
                  </a:lnTo>
                  <a:lnTo>
                    <a:pt x="254399" y="5830754"/>
                  </a:lnTo>
                  <a:lnTo>
                    <a:pt x="254517" y="5830754"/>
                  </a:lnTo>
                  <a:lnTo>
                    <a:pt x="254634" y="5830754"/>
                  </a:lnTo>
                  <a:lnTo>
                    <a:pt x="254634" y="5830324"/>
                  </a:lnTo>
                  <a:lnTo>
                    <a:pt x="254752" y="5830324"/>
                  </a:lnTo>
                  <a:lnTo>
                    <a:pt x="254870" y="5830324"/>
                  </a:lnTo>
                  <a:lnTo>
                    <a:pt x="254870" y="5829893"/>
                  </a:lnTo>
                  <a:lnTo>
                    <a:pt x="254987" y="5829893"/>
                  </a:lnTo>
                  <a:lnTo>
                    <a:pt x="254987" y="5829462"/>
                  </a:lnTo>
                  <a:lnTo>
                    <a:pt x="254987" y="5829032"/>
                  </a:lnTo>
                  <a:lnTo>
                    <a:pt x="254987" y="5828601"/>
                  </a:lnTo>
                  <a:lnTo>
                    <a:pt x="254987" y="5828171"/>
                  </a:lnTo>
                  <a:lnTo>
                    <a:pt x="255105" y="5828171"/>
                  </a:lnTo>
                  <a:lnTo>
                    <a:pt x="255222" y="5828171"/>
                  </a:lnTo>
                  <a:lnTo>
                    <a:pt x="255222" y="5827740"/>
                  </a:lnTo>
                  <a:lnTo>
                    <a:pt x="255222" y="5827309"/>
                  </a:lnTo>
                  <a:lnTo>
                    <a:pt x="255222" y="5826879"/>
                  </a:lnTo>
                  <a:lnTo>
                    <a:pt x="255340" y="5826879"/>
                  </a:lnTo>
                  <a:lnTo>
                    <a:pt x="255458" y="5826879"/>
                  </a:lnTo>
                  <a:lnTo>
                    <a:pt x="255458" y="5826448"/>
                  </a:lnTo>
                  <a:lnTo>
                    <a:pt x="255575" y="5826448"/>
                  </a:lnTo>
                  <a:lnTo>
                    <a:pt x="255693" y="5826448"/>
                  </a:lnTo>
                  <a:lnTo>
                    <a:pt x="255811" y="5826448"/>
                  </a:lnTo>
                  <a:lnTo>
                    <a:pt x="255928" y="5826448"/>
                  </a:lnTo>
                  <a:lnTo>
                    <a:pt x="256046" y="5826448"/>
                  </a:lnTo>
                  <a:lnTo>
                    <a:pt x="256163" y="5826448"/>
                  </a:lnTo>
                  <a:lnTo>
                    <a:pt x="256281" y="5826448"/>
                  </a:lnTo>
                  <a:lnTo>
                    <a:pt x="256281" y="5826018"/>
                  </a:lnTo>
                  <a:lnTo>
                    <a:pt x="256399" y="5826018"/>
                  </a:lnTo>
                  <a:lnTo>
                    <a:pt x="256516" y="5826018"/>
                  </a:lnTo>
                  <a:lnTo>
                    <a:pt x="256634" y="5826018"/>
                  </a:lnTo>
                  <a:lnTo>
                    <a:pt x="256751" y="5826018"/>
                  </a:lnTo>
                  <a:lnTo>
                    <a:pt x="256869" y="5826018"/>
                  </a:lnTo>
                  <a:lnTo>
                    <a:pt x="256987" y="5826018"/>
                  </a:lnTo>
                  <a:lnTo>
                    <a:pt x="257104" y="5826018"/>
                  </a:lnTo>
                  <a:lnTo>
                    <a:pt x="257222" y="5826018"/>
                  </a:lnTo>
                  <a:lnTo>
                    <a:pt x="257222" y="5825587"/>
                  </a:lnTo>
                  <a:lnTo>
                    <a:pt x="257222" y="5825156"/>
                  </a:lnTo>
                  <a:lnTo>
                    <a:pt x="257222" y="5824726"/>
                  </a:lnTo>
                  <a:lnTo>
                    <a:pt x="257340" y="5824726"/>
                  </a:lnTo>
                  <a:lnTo>
                    <a:pt x="257340" y="5824295"/>
                  </a:lnTo>
                  <a:lnTo>
                    <a:pt x="257340" y="5823865"/>
                  </a:lnTo>
                  <a:lnTo>
                    <a:pt x="257340" y="5823434"/>
                  </a:lnTo>
                  <a:lnTo>
                    <a:pt x="257340" y="5823003"/>
                  </a:lnTo>
                  <a:lnTo>
                    <a:pt x="257340" y="5822573"/>
                  </a:lnTo>
                  <a:lnTo>
                    <a:pt x="257457" y="5822573"/>
                  </a:lnTo>
                  <a:lnTo>
                    <a:pt x="257575" y="5822573"/>
                  </a:lnTo>
                  <a:lnTo>
                    <a:pt x="257692" y="5822573"/>
                  </a:lnTo>
                  <a:lnTo>
                    <a:pt x="257810" y="5822573"/>
                  </a:lnTo>
                  <a:lnTo>
                    <a:pt x="257928" y="5822573"/>
                  </a:lnTo>
                  <a:lnTo>
                    <a:pt x="257928" y="5822142"/>
                  </a:lnTo>
                  <a:lnTo>
                    <a:pt x="257928" y="5821712"/>
                  </a:lnTo>
                  <a:lnTo>
                    <a:pt x="258045" y="5821712"/>
                  </a:lnTo>
                  <a:lnTo>
                    <a:pt x="258045" y="5821281"/>
                  </a:lnTo>
                  <a:lnTo>
                    <a:pt x="258163" y="5821281"/>
                  </a:lnTo>
                  <a:lnTo>
                    <a:pt x="258280" y="5821281"/>
                  </a:lnTo>
                  <a:lnTo>
                    <a:pt x="258280" y="5820850"/>
                  </a:lnTo>
                  <a:lnTo>
                    <a:pt x="258398" y="5820850"/>
                  </a:lnTo>
                  <a:lnTo>
                    <a:pt x="258398" y="5820420"/>
                  </a:lnTo>
                  <a:lnTo>
                    <a:pt x="258516" y="5820420"/>
                  </a:lnTo>
                  <a:lnTo>
                    <a:pt x="258633" y="5820420"/>
                  </a:lnTo>
                  <a:lnTo>
                    <a:pt x="258633" y="5819989"/>
                  </a:lnTo>
                  <a:lnTo>
                    <a:pt x="258633" y="5819559"/>
                  </a:lnTo>
                  <a:lnTo>
                    <a:pt x="258633" y="5819128"/>
                  </a:lnTo>
                  <a:lnTo>
                    <a:pt x="258751" y="5819128"/>
                  </a:lnTo>
                  <a:lnTo>
                    <a:pt x="258868" y="5819128"/>
                  </a:lnTo>
                  <a:lnTo>
                    <a:pt x="258986" y="5819128"/>
                  </a:lnTo>
                  <a:lnTo>
                    <a:pt x="259104" y="5819128"/>
                  </a:lnTo>
                  <a:lnTo>
                    <a:pt x="259221" y="5819128"/>
                  </a:lnTo>
                  <a:lnTo>
                    <a:pt x="259221" y="5818697"/>
                  </a:lnTo>
                  <a:lnTo>
                    <a:pt x="259221" y="5818267"/>
                  </a:lnTo>
                  <a:lnTo>
                    <a:pt x="259221" y="5817836"/>
                  </a:lnTo>
                  <a:lnTo>
                    <a:pt x="259339" y="5817836"/>
                  </a:lnTo>
                  <a:lnTo>
                    <a:pt x="259457" y="5817836"/>
                  </a:lnTo>
                  <a:lnTo>
                    <a:pt x="259457" y="5817406"/>
                  </a:lnTo>
                  <a:lnTo>
                    <a:pt x="259574" y="5817406"/>
                  </a:lnTo>
                  <a:lnTo>
                    <a:pt x="259692" y="5817406"/>
                  </a:lnTo>
                  <a:lnTo>
                    <a:pt x="259809" y="5817406"/>
                  </a:lnTo>
                  <a:lnTo>
                    <a:pt x="259809" y="5816975"/>
                  </a:lnTo>
                  <a:lnTo>
                    <a:pt x="259927" y="5816975"/>
                  </a:lnTo>
                  <a:lnTo>
                    <a:pt x="260045" y="5816975"/>
                  </a:lnTo>
                  <a:lnTo>
                    <a:pt x="260045" y="5816544"/>
                  </a:lnTo>
                  <a:lnTo>
                    <a:pt x="260162" y="5816544"/>
                  </a:lnTo>
                  <a:lnTo>
                    <a:pt x="260280" y="5816544"/>
                  </a:lnTo>
                  <a:lnTo>
                    <a:pt x="260280" y="5816114"/>
                  </a:lnTo>
                  <a:lnTo>
                    <a:pt x="260397" y="5816114"/>
                  </a:lnTo>
                  <a:lnTo>
                    <a:pt x="260397" y="5815683"/>
                  </a:lnTo>
                  <a:lnTo>
                    <a:pt x="260515" y="5815683"/>
                  </a:lnTo>
                  <a:lnTo>
                    <a:pt x="260633" y="5815683"/>
                  </a:lnTo>
                  <a:lnTo>
                    <a:pt x="260633" y="5815253"/>
                  </a:lnTo>
                  <a:lnTo>
                    <a:pt x="260633" y="5814822"/>
                  </a:lnTo>
                  <a:lnTo>
                    <a:pt x="260750" y="5814822"/>
                  </a:lnTo>
                  <a:lnTo>
                    <a:pt x="260868" y="5814822"/>
                  </a:lnTo>
                  <a:lnTo>
                    <a:pt x="260986" y="5814822"/>
                  </a:lnTo>
                  <a:lnTo>
                    <a:pt x="261103" y="5814822"/>
                  </a:lnTo>
                  <a:lnTo>
                    <a:pt x="261221" y="5814822"/>
                  </a:lnTo>
                  <a:lnTo>
                    <a:pt x="261338" y="5814822"/>
                  </a:lnTo>
                  <a:lnTo>
                    <a:pt x="261456" y="5814822"/>
                  </a:lnTo>
                  <a:lnTo>
                    <a:pt x="261456" y="5814391"/>
                  </a:lnTo>
                  <a:lnTo>
                    <a:pt x="261574" y="5814391"/>
                  </a:lnTo>
                  <a:lnTo>
                    <a:pt x="261691" y="5814391"/>
                  </a:lnTo>
                  <a:lnTo>
                    <a:pt x="261691" y="5813961"/>
                  </a:lnTo>
                  <a:lnTo>
                    <a:pt x="261691" y="5813530"/>
                  </a:lnTo>
                  <a:lnTo>
                    <a:pt x="261809" y="5813530"/>
                  </a:lnTo>
                  <a:lnTo>
                    <a:pt x="261926" y="5813530"/>
                  </a:lnTo>
                  <a:lnTo>
                    <a:pt x="261926" y="5813100"/>
                  </a:lnTo>
                  <a:lnTo>
                    <a:pt x="262044" y="5813100"/>
                  </a:lnTo>
                  <a:lnTo>
                    <a:pt x="262162" y="5813100"/>
                  </a:lnTo>
                  <a:lnTo>
                    <a:pt x="262162" y="5812669"/>
                  </a:lnTo>
                  <a:lnTo>
                    <a:pt x="262279" y="5812669"/>
                  </a:lnTo>
                  <a:lnTo>
                    <a:pt x="262397" y="5812669"/>
                  </a:lnTo>
                  <a:lnTo>
                    <a:pt x="262515" y="5812669"/>
                  </a:lnTo>
                  <a:lnTo>
                    <a:pt x="262632" y="5812669"/>
                  </a:lnTo>
                  <a:lnTo>
                    <a:pt x="262632" y="5812238"/>
                  </a:lnTo>
                  <a:lnTo>
                    <a:pt x="262632" y="5811808"/>
                  </a:lnTo>
                  <a:lnTo>
                    <a:pt x="262632" y="5811377"/>
                  </a:lnTo>
                  <a:lnTo>
                    <a:pt x="262750" y="5811377"/>
                  </a:lnTo>
                  <a:lnTo>
                    <a:pt x="262867" y="5811377"/>
                  </a:lnTo>
                  <a:lnTo>
                    <a:pt x="262985" y="5811377"/>
                  </a:lnTo>
                  <a:lnTo>
                    <a:pt x="263103" y="5811377"/>
                  </a:lnTo>
                  <a:lnTo>
                    <a:pt x="263103" y="5810947"/>
                  </a:lnTo>
                  <a:lnTo>
                    <a:pt x="263220" y="5810947"/>
                  </a:lnTo>
                  <a:lnTo>
                    <a:pt x="263220" y="5810516"/>
                  </a:lnTo>
                  <a:lnTo>
                    <a:pt x="263338" y="5810516"/>
                  </a:lnTo>
                  <a:lnTo>
                    <a:pt x="263455" y="5810516"/>
                  </a:lnTo>
                  <a:lnTo>
                    <a:pt x="263455" y="5810085"/>
                  </a:lnTo>
                  <a:lnTo>
                    <a:pt x="263455" y="5809655"/>
                  </a:lnTo>
                  <a:lnTo>
                    <a:pt x="263573" y="5809655"/>
                  </a:lnTo>
                  <a:lnTo>
                    <a:pt x="263691" y="5809655"/>
                  </a:lnTo>
                  <a:lnTo>
                    <a:pt x="263691" y="5809224"/>
                  </a:lnTo>
                  <a:lnTo>
                    <a:pt x="263808" y="5809224"/>
                  </a:lnTo>
                  <a:lnTo>
                    <a:pt x="263926" y="5809224"/>
                  </a:lnTo>
                  <a:lnTo>
                    <a:pt x="264044" y="5809224"/>
                  </a:lnTo>
                  <a:lnTo>
                    <a:pt x="264161" y="5809224"/>
                  </a:lnTo>
                  <a:lnTo>
                    <a:pt x="264279" y="5809224"/>
                  </a:lnTo>
                  <a:lnTo>
                    <a:pt x="264279" y="5808794"/>
                  </a:lnTo>
                  <a:lnTo>
                    <a:pt x="264396" y="5808794"/>
                  </a:lnTo>
                  <a:lnTo>
                    <a:pt x="264396" y="5808363"/>
                  </a:lnTo>
                  <a:lnTo>
                    <a:pt x="264514" y="5808363"/>
                  </a:lnTo>
                  <a:lnTo>
                    <a:pt x="264514" y="5807932"/>
                  </a:lnTo>
                  <a:lnTo>
                    <a:pt x="264514" y="5807502"/>
                  </a:lnTo>
                  <a:lnTo>
                    <a:pt x="264632" y="5807502"/>
                  </a:lnTo>
                  <a:lnTo>
                    <a:pt x="264749" y="5807502"/>
                  </a:lnTo>
                  <a:lnTo>
                    <a:pt x="264749" y="5807071"/>
                  </a:lnTo>
                  <a:lnTo>
                    <a:pt x="264867" y="5807071"/>
                  </a:lnTo>
                  <a:lnTo>
                    <a:pt x="264867" y="5806641"/>
                  </a:lnTo>
                  <a:lnTo>
                    <a:pt x="264867" y="5806210"/>
                  </a:lnTo>
                  <a:lnTo>
                    <a:pt x="264984" y="5806210"/>
                  </a:lnTo>
                  <a:lnTo>
                    <a:pt x="265102" y="5806210"/>
                  </a:lnTo>
                  <a:lnTo>
                    <a:pt x="265220" y="5806210"/>
                  </a:lnTo>
                  <a:lnTo>
                    <a:pt x="265337" y="5806210"/>
                  </a:lnTo>
                  <a:lnTo>
                    <a:pt x="265455" y="5806210"/>
                  </a:lnTo>
                  <a:lnTo>
                    <a:pt x="265573" y="5806210"/>
                  </a:lnTo>
                  <a:lnTo>
                    <a:pt x="265573" y="5805779"/>
                  </a:lnTo>
                  <a:lnTo>
                    <a:pt x="265690" y="5805779"/>
                  </a:lnTo>
                  <a:lnTo>
                    <a:pt x="265808" y="5805779"/>
                  </a:lnTo>
                  <a:lnTo>
                    <a:pt x="265925" y="5805779"/>
                  </a:lnTo>
                  <a:lnTo>
                    <a:pt x="266043" y="5805779"/>
                  </a:lnTo>
                  <a:lnTo>
                    <a:pt x="266161" y="5805779"/>
                  </a:lnTo>
                  <a:lnTo>
                    <a:pt x="266278" y="5805779"/>
                  </a:lnTo>
                  <a:lnTo>
                    <a:pt x="266396" y="5805779"/>
                  </a:lnTo>
                  <a:lnTo>
                    <a:pt x="266513" y="5805779"/>
                  </a:lnTo>
                  <a:lnTo>
                    <a:pt x="266631" y="5805779"/>
                  </a:lnTo>
                  <a:lnTo>
                    <a:pt x="266749" y="5805779"/>
                  </a:lnTo>
                  <a:lnTo>
                    <a:pt x="266749" y="5805349"/>
                  </a:lnTo>
                  <a:lnTo>
                    <a:pt x="266749" y="5804918"/>
                  </a:lnTo>
                  <a:lnTo>
                    <a:pt x="266866" y="5804918"/>
                  </a:lnTo>
                  <a:lnTo>
                    <a:pt x="266866" y="5804488"/>
                  </a:lnTo>
                  <a:lnTo>
                    <a:pt x="266866" y="5804057"/>
                  </a:lnTo>
                  <a:lnTo>
                    <a:pt x="266984" y="5804057"/>
                  </a:lnTo>
                  <a:lnTo>
                    <a:pt x="266984" y="5803626"/>
                  </a:lnTo>
                  <a:lnTo>
                    <a:pt x="266984" y="5803196"/>
                  </a:lnTo>
                  <a:lnTo>
                    <a:pt x="267101" y="5803196"/>
                  </a:lnTo>
                  <a:lnTo>
                    <a:pt x="267219" y="5803196"/>
                  </a:lnTo>
                  <a:lnTo>
                    <a:pt x="267337" y="5803196"/>
                  </a:lnTo>
                  <a:lnTo>
                    <a:pt x="267454" y="5803196"/>
                  </a:lnTo>
                  <a:lnTo>
                    <a:pt x="267572" y="5803196"/>
                  </a:lnTo>
                  <a:lnTo>
                    <a:pt x="267690" y="5803196"/>
                  </a:lnTo>
                  <a:lnTo>
                    <a:pt x="267690" y="5802765"/>
                  </a:lnTo>
                  <a:lnTo>
                    <a:pt x="267807" y="5802765"/>
                  </a:lnTo>
                  <a:lnTo>
                    <a:pt x="267925" y="5802765"/>
                  </a:lnTo>
                  <a:lnTo>
                    <a:pt x="268042" y="5802765"/>
                  </a:lnTo>
                  <a:lnTo>
                    <a:pt x="268042" y="5802335"/>
                  </a:lnTo>
                  <a:lnTo>
                    <a:pt x="268042" y="5801904"/>
                  </a:lnTo>
                  <a:lnTo>
                    <a:pt x="268042" y="5801473"/>
                  </a:lnTo>
                  <a:lnTo>
                    <a:pt x="268160" y="5801473"/>
                  </a:lnTo>
                  <a:lnTo>
                    <a:pt x="268160" y="5801043"/>
                  </a:lnTo>
                  <a:lnTo>
                    <a:pt x="268278" y="5801043"/>
                  </a:lnTo>
                  <a:lnTo>
                    <a:pt x="268278" y="5800612"/>
                  </a:lnTo>
                  <a:lnTo>
                    <a:pt x="268278" y="5800182"/>
                  </a:lnTo>
                  <a:lnTo>
                    <a:pt x="268278" y="5799751"/>
                  </a:lnTo>
                  <a:lnTo>
                    <a:pt x="268395" y="5799751"/>
                  </a:lnTo>
                  <a:lnTo>
                    <a:pt x="268513" y="5799751"/>
                  </a:lnTo>
                  <a:lnTo>
                    <a:pt x="268630" y="5799751"/>
                  </a:lnTo>
                  <a:lnTo>
                    <a:pt x="268748" y="5799751"/>
                  </a:lnTo>
                  <a:lnTo>
                    <a:pt x="268748" y="5799320"/>
                  </a:lnTo>
                  <a:lnTo>
                    <a:pt x="268866" y="5799320"/>
                  </a:lnTo>
                  <a:lnTo>
                    <a:pt x="268983" y="5799320"/>
                  </a:lnTo>
                  <a:lnTo>
                    <a:pt x="269101" y="5799320"/>
                  </a:lnTo>
                  <a:lnTo>
                    <a:pt x="269219" y="5799320"/>
                  </a:lnTo>
                  <a:lnTo>
                    <a:pt x="269336" y="5799320"/>
                  </a:lnTo>
                  <a:lnTo>
                    <a:pt x="269454" y="5799320"/>
                  </a:lnTo>
                  <a:lnTo>
                    <a:pt x="269571" y="5799320"/>
                  </a:lnTo>
                  <a:lnTo>
                    <a:pt x="269689" y="5799320"/>
                  </a:lnTo>
                  <a:lnTo>
                    <a:pt x="269689" y="5798890"/>
                  </a:lnTo>
                  <a:lnTo>
                    <a:pt x="269807" y="5798890"/>
                  </a:lnTo>
                  <a:lnTo>
                    <a:pt x="269807" y="5798459"/>
                  </a:lnTo>
                  <a:lnTo>
                    <a:pt x="269924" y="5798459"/>
                  </a:lnTo>
                  <a:lnTo>
                    <a:pt x="270042" y="5798459"/>
                  </a:lnTo>
                  <a:lnTo>
                    <a:pt x="270159" y="5798459"/>
                  </a:lnTo>
                  <a:lnTo>
                    <a:pt x="270277" y="5798459"/>
                  </a:lnTo>
                  <a:lnTo>
                    <a:pt x="270277" y="5798029"/>
                  </a:lnTo>
                  <a:lnTo>
                    <a:pt x="270395" y="5798029"/>
                  </a:lnTo>
                  <a:lnTo>
                    <a:pt x="270512" y="5798029"/>
                  </a:lnTo>
                  <a:lnTo>
                    <a:pt x="270630" y="5798029"/>
                  </a:lnTo>
                  <a:lnTo>
                    <a:pt x="270748" y="5798029"/>
                  </a:lnTo>
                  <a:lnTo>
                    <a:pt x="270748" y="5797598"/>
                  </a:lnTo>
                  <a:lnTo>
                    <a:pt x="270748" y="5797167"/>
                  </a:lnTo>
                  <a:lnTo>
                    <a:pt x="270865" y="5797167"/>
                  </a:lnTo>
                  <a:lnTo>
                    <a:pt x="270865" y="5796737"/>
                  </a:lnTo>
                  <a:lnTo>
                    <a:pt x="270865" y="5796306"/>
                  </a:lnTo>
                  <a:lnTo>
                    <a:pt x="270865" y="5795876"/>
                  </a:lnTo>
                  <a:lnTo>
                    <a:pt x="270865" y="5795445"/>
                  </a:lnTo>
                  <a:lnTo>
                    <a:pt x="270865" y="5795014"/>
                  </a:lnTo>
                  <a:lnTo>
                    <a:pt x="270983" y="5795014"/>
                  </a:lnTo>
                  <a:lnTo>
                    <a:pt x="270983" y="5794584"/>
                  </a:lnTo>
                  <a:lnTo>
                    <a:pt x="270983" y="5794153"/>
                  </a:lnTo>
                  <a:lnTo>
                    <a:pt x="270983" y="5793723"/>
                  </a:lnTo>
                  <a:lnTo>
                    <a:pt x="270983" y="5793292"/>
                  </a:lnTo>
                  <a:lnTo>
                    <a:pt x="270983" y="5792861"/>
                  </a:lnTo>
                  <a:lnTo>
                    <a:pt x="271100" y="5792861"/>
                  </a:lnTo>
                  <a:lnTo>
                    <a:pt x="271100" y="5792431"/>
                  </a:lnTo>
                  <a:lnTo>
                    <a:pt x="271218" y="5792431"/>
                  </a:lnTo>
                  <a:lnTo>
                    <a:pt x="271218" y="5792000"/>
                  </a:lnTo>
                  <a:lnTo>
                    <a:pt x="271336" y="5792000"/>
                  </a:lnTo>
                  <a:lnTo>
                    <a:pt x="271453" y="5792000"/>
                  </a:lnTo>
                  <a:lnTo>
                    <a:pt x="271453" y="5791570"/>
                  </a:lnTo>
                  <a:lnTo>
                    <a:pt x="271453" y="5791139"/>
                  </a:lnTo>
                  <a:lnTo>
                    <a:pt x="271571" y="5791139"/>
                  </a:lnTo>
                  <a:lnTo>
                    <a:pt x="271688" y="5791139"/>
                  </a:lnTo>
                  <a:lnTo>
                    <a:pt x="271806" y="5791139"/>
                  </a:lnTo>
                  <a:lnTo>
                    <a:pt x="271924" y="5791139"/>
                  </a:lnTo>
                  <a:lnTo>
                    <a:pt x="272041" y="5791139"/>
                  </a:lnTo>
                  <a:lnTo>
                    <a:pt x="272159" y="5791139"/>
                  </a:lnTo>
                  <a:lnTo>
                    <a:pt x="272277" y="5791139"/>
                  </a:lnTo>
                  <a:lnTo>
                    <a:pt x="272394" y="5791139"/>
                  </a:lnTo>
                  <a:lnTo>
                    <a:pt x="272512" y="5791139"/>
                  </a:lnTo>
                  <a:lnTo>
                    <a:pt x="272629" y="5791139"/>
                  </a:lnTo>
                  <a:lnTo>
                    <a:pt x="272629" y="5790708"/>
                  </a:lnTo>
                  <a:lnTo>
                    <a:pt x="272747" y="5790708"/>
                  </a:lnTo>
                  <a:lnTo>
                    <a:pt x="272747" y="5790278"/>
                  </a:lnTo>
                  <a:lnTo>
                    <a:pt x="272865" y="5790278"/>
                  </a:lnTo>
                  <a:lnTo>
                    <a:pt x="272982" y="5790278"/>
                  </a:lnTo>
                  <a:lnTo>
                    <a:pt x="273100" y="5790278"/>
                  </a:lnTo>
                  <a:lnTo>
                    <a:pt x="273100" y="5789847"/>
                  </a:lnTo>
                  <a:lnTo>
                    <a:pt x="273217" y="5789847"/>
                  </a:lnTo>
                  <a:lnTo>
                    <a:pt x="273335" y="5789847"/>
                  </a:lnTo>
                  <a:lnTo>
                    <a:pt x="273335" y="5789417"/>
                  </a:lnTo>
                  <a:lnTo>
                    <a:pt x="273335" y="5788986"/>
                  </a:lnTo>
                  <a:lnTo>
                    <a:pt x="273335" y="5788555"/>
                  </a:lnTo>
                  <a:lnTo>
                    <a:pt x="273335" y="5788125"/>
                  </a:lnTo>
                  <a:lnTo>
                    <a:pt x="273453" y="5788125"/>
                  </a:lnTo>
                  <a:lnTo>
                    <a:pt x="273570" y="5788125"/>
                  </a:lnTo>
                  <a:lnTo>
                    <a:pt x="273688" y="5788125"/>
                  </a:lnTo>
                  <a:lnTo>
                    <a:pt x="273688" y="5787694"/>
                  </a:lnTo>
                  <a:lnTo>
                    <a:pt x="273806" y="5787694"/>
                  </a:lnTo>
                  <a:lnTo>
                    <a:pt x="273923" y="5787694"/>
                  </a:lnTo>
                  <a:lnTo>
                    <a:pt x="274041" y="5787694"/>
                  </a:lnTo>
                  <a:lnTo>
                    <a:pt x="274158" y="5787694"/>
                  </a:lnTo>
                  <a:lnTo>
                    <a:pt x="274276" y="5787694"/>
                  </a:lnTo>
                  <a:lnTo>
                    <a:pt x="274394" y="5787694"/>
                  </a:lnTo>
                  <a:lnTo>
                    <a:pt x="274394" y="5787264"/>
                  </a:lnTo>
                  <a:lnTo>
                    <a:pt x="274511" y="5787264"/>
                  </a:lnTo>
                  <a:lnTo>
                    <a:pt x="274511" y="5786833"/>
                  </a:lnTo>
                  <a:lnTo>
                    <a:pt x="274511" y="5786402"/>
                  </a:lnTo>
                  <a:lnTo>
                    <a:pt x="274511" y="5785972"/>
                  </a:lnTo>
                  <a:lnTo>
                    <a:pt x="274629" y="5785972"/>
                  </a:lnTo>
                  <a:lnTo>
                    <a:pt x="274629" y="5785541"/>
                  </a:lnTo>
                  <a:lnTo>
                    <a:pt x="274746" y="5785541"/>
                  </a:lnTo>
                  <a:lnTo>
                    <a:pt x="274864" y="5785541"/>
                  </a:lnTo>
                  <a:lnTo>
                    <a:pt x="274864" y="5785111"/>
                  </a:lnTo>
                  <a:lnTo>
                    <a:pt x="274982" y="5785111"/>
                  </a:lnTo>
                  <a:lnTo>
                    <a:pt x="274982" y="5784680"/>
                  </a:lnTo>
                  <a:lnTo>
                    <a:pt x="275099" y="5784680"/>
                  </a:lnTo>
                  <a:lnTo>
                    <a:pt x="275217" y="5784680"/>
                  </a:lnTo>
                  <a:lnTo>
                    <a:pt x="275217" y="5784249"/>
                  </a:lnTo>
                  <a:lnTo>
                    <a:pt x="275334" y="5784249"/>
                  </a:lnTo>
                  <a:lnTo>
                    <a:pt x="275452" y="5784249"/>
                  </a:lnTo>
                  <a:lnTo>
                    <a:pt x="275570" y="5784249"/>
                  </a:lnTo>
                  <a:lnTo>
                    <a:pt x="275570" y="5783819"/>
                  </a:lnTo>
                  <a:lnTo>
                    <a:pt x="275687" y="5783819"/>
                  </a:lnTo>
                  <a:lnTo>
                    <a:pt x="275687" y="5783388"/>
                  </a:lnTo>
                  <a:lnTo>
                    <a:pt x="275805" y="5783388"/>
                  </a:lnTo>
                  <a:lnTo>
                    <a:pt x="275805" y="5782958"/>
                  </a:lnTo>
                  <a:lnTo>
                    <a:pt x="275923" y="5782958"/>
                  </a:lnTo>
                  <a:lnTo>
                    <a:pt x="276040" y="5782958"/>
                  </a:lnTo>
                  <a:lnTo>
                    <a:pt x="276158" y="5782958"/>
                  </a:lnTo>
                  <a:lnTo>
                    <a:pt x="276158" y="5782527"/>
                  </a:lnTo>
                  <a:lnTo>
                    <a:pt x="276158" y="5782096"/>
                  </a:lnTo>
                  <a:lnTo>
                    <a:pt x="276158" y="5781666"/>
                  </a:lnTo>
                  <a:lnTo>
                    <a:pt x="276275" y="5781666"/>
                  </a:lnTo>
                  <a:lnTo>
                    <a:pt x="276393" y="5781666"/>
                  </a:lnTo>
                  <a:lnTo>
                    <a:pt x="276511" y="5781666"/>
                  </a:lnTo>
                  <a:lnTo>
                    <a:pt x="276628" y="5781666"/>
                  </a:lnTo>
                  <a:lnTo>
                    <a:pt x="276628" y="5781235"/>
                  </a:lnTo>
                  <a:lnTo>
                    <a:pt x="276746" y="5781235"/>
                  </a:lnTo>
                  <a:lnTo>
                    <a:pt x="276863" y="5781235"/>
                  </a:lnTo>
                  <a:lnTo>
                    <a:pt x="276863" y="5780805"/>
                  </a:lnTo>
                  <a:lnTo>
                    <a:pt x="276981" y="5780805"/>
                  </a:lnTo>
                  <a:lnTo>
                    <a:pt x="277099" y="5780805"/>
                  </a:lnTo>
                  <a:lnTo>
                    <a:pt x="277099" y="5780374"/>
                  </a:lnTo>
                  <a:lnTo>
                    <a:pt x="277099" y="5779943"/>
                  </a:lnTo>
                  <a:lnTo>
                    <a:pt x="277216" y="5779943"/>
                  </a:lnTo>
                  <a:lnTo>
                    <a:pt x="277334" y="5779943"/>
                  </a:lnTo>
                  <a:lnTo>
                    <a:pt x="277334" y="5779513"/>
                  </a:lnTo>
                  <a:lnTo>
                    <a:pt x="277452" y="5779513"/>
                  </a:lnTo>
                  <a:lnTo>
                    <a:pt x="277569" y="5779513"/>
                  </a:lnTo>
                  <a:lnTo>
                    <a:pt x="277687" y="5779513"/>
                  </a:lnTo>
                  <a:lnTo>
                    <a:pt x="277804" y="5779513"/>
                  </a:lnTo>
                  <a:lnTo>
                    <a:pt x="277804" y="5779082"/>
                  </a:lnTo>
                  <a:lnTo>
                    <a:pt x="277804" y="5778652"/>
                  </a:lnTo>
                  <a:lnTo>
                    <a:pt x="277922" y="5778652"/>
                  </a:lnTo>
                  <a:lnTo>
                    <a:pt x="278040" y="5778652"/>
                  </a:lnTo>
                  <a:lnTo>
                    <a:pt x="278040" y="5778221"/>
                  </a:lnTo>
                  <a:lnTo>
                    <a:pt x="278157" y="5778221"/>
                  </a:lnTo>
                  <a:lnTo>
                    <a:pt x="278275" y="5778221"/>
                  </a:lnTo>
                  <a:lnTo>
                    <a:pt x="278275" y="5777790"/>
                  </a:lnTo>
                  <a:lnTo>
                    <a:pt x="278275" y="5777360"/>
                  </a:lnTo>
                  <a:lnTo>
                    <a:pt x="278392" y="5777360"/>
                  </a:lnTo>
                  <a:lnTo>
                    <a:pt x="278510" y="5777360"/>
                  </a:lnTo>
                  <a:lnTo>
                    <a:pt x="278628" y="5777360"/>
                  </a:lnTo>
                  <a:lnTo>
                    <a:pt x="278628" y="5776929"/>
                  </a:lnTo>
                  <a:lnTo>
                    <a:pt x="278745" y="5776929"/>
                  </a:lnTo>
                  <a:lnTo>
                    <a:pt x="278863" y="5776929"/>
                  </a:lnTo>
                  <a:lnTo>
                    <a:pt x="278981" y="5776929"/>
                  </a:lnTo>
                  <a:lnTo>
                    <a:pt x="279098" y="5776929"/>
                  </a:lnTo>
                  <a:lnTo>
                    <a:pt x="279216" y="5776929"/>
                  </a:lnTo>
                  <a:lnTo>
                    <a:pt x="279216" y="5776499"/>
                  </a:lnTo>
                  <a:lnTo>
                    <a:pt x="279333" y="5776499"/>
                  </a:lnTo>
                  <a:lnTo>
                    <a:pt x="279451" y="5776499"/>
                  </a:lnTo>
                  <a:lnTo>
                    <a:pt x="279569" y="5776499"/>
                  </a:lnTo>
                  <a:lnTo>
                    <a:pt x="279686" y="5776499"/>
                  </a:lnTo>
                  <a:lnTo>
                    <a:pt x="279804" y="5776499"/>
                  </a:lnTo>
                  <a:lnTo>
                    <a:pt x="279921" y="5776499"/>
                  </a:lnTo>
                  <a:lnTo>
                    <a:pt x="280039" y="5776499"/>
                  </a:lnTo>
                  <a:lnTo>
                    <a:pt x="280157" y="5776499"/>
                  </a:lnTo>
                  <a:lnTo>
                    <a:pt x="280274" y="5776499"/>
                  </a:lnTo>
                  <a:lnTo>
                    <a:pt x="280392" y="5776499"/>
                  </a:lnTo>
                  <a:lnTo>
                    <a:pt x="280510" y="5776499"/>
                  </a:lnTo>
                  <a:lnTo>
                    <a:pt x="280627" y="5776499"/>
                  </a:lnTo>
                  <a:lnTo>
                    <a:pt x="280627" y="5776068"/>
                  </a:lnTo>
                  <a:lnTo>
                    <a:pt x="280627" y="5775637"/>
                  </a:lnTo>
                  <a:lnTo>
                    <a:pt x="280627" y="5775207"/>
                  </a:lnTo>
                  <a:lnTo>
                    <a:pt x="280745" y="5775207"/>
                  </a:lnTo>
                  <a:lnTo>
                    <a:pt x="280862" y="5775207"/>
                  </a:lnTo>
                  <a:lnTo>
                    <a:pt x="280862" y="5774776"/>
                  </a:lnTo>
                  <a:lnTo>
                    <a:pt x="280980" y="5774776"/>
                  </a:lnTo>
                  <a:lnTo>
                    <a:pt x="280980" y="5774346"/>
                  </a:lnTo>
                  <a:lnTo>
                    <a:pt x="281098" y="5774346"/>
                  </a:lnTo>
                  <a:lnTo>
                    <a:pt x="281215" y="5774346"/>
                  </a:lnTo>
                  <a:lnTo>
                    <a:pt x="281333" y="5774346"/>
                  </a:lnTo>
                  <a:lnTo>
                    <a:pt x="281450" y="5774346"/>
                  </a:lnTo>
                  <a:lnTo>
                    <a:pt x="281568" y="5774346"/>
                  </a:lnTo>
                  <a:lnTo>
                    <a:pt x="281568" y="5773915"/>
                  </a:lnTo>
                  <a:lnTo>
                    <a:pt x="281686" y="5773915"/>
                  </a:lnTo>
                  <a:lnTo>
                    <a:pt x="281803" y="5773915"/>
                  </a:lnTo>
                  <a:lnTo>
                    <a:pt x="281921" y="5773915"/>
                  </a:lnTo>
                  <a:lnTo>
                    <a:pt x="282039" y="5773915"/>
                  </a:lnTo>
                  <a:lnTo>
                    <a:pt x="282156" y="5773915"/>
                  </a:lnTo>
                  <a:lnTo>
                    <a:pt x="282274" y="5773915"/>
                  </a:lnTo>
                  <a:lnTo>
                    <a:pt x="282274" y="5773484"/>
                  </a:lnTo>
                  <a:lnTo>
                    <a:pt x="282274" y="5773054"/>
                  </a:lnTo>
                  <a:lnTo>
                    <a:pt x="282274" y="5772623"/>
                  </a:lnTo>
                  <a:lnTo>
                    <a:pt x="282274" y="5772193"/>
                  </a:lnTo>
                  <a:lnTo>
                    <a:pt x="282391" y="5772193"/>
                  </a:lnTo>
                  <a:lnTo>
                    <a:pt x="282391" y="5771762"/>
                  </a:lnTo>
                  <a:lnTo>
                    <a:pt x="282509" y="5771762"/>
                  </a:lnTo>
                  <a:lnTo>
                    <a:pt x="282627" y="5771762"/>
                  </a:lnTo>
                  <a:lnTo>
                    <a:pt x="282744" y="5771762"/>
                  </a:lnTo>
                  <a:lnTo>
                    <a:pt x="282862" y="5771762"/>
                  </a:lnTo>
                  <a:lnTo>
                    <a:pt x="282862" y="5771331"/>
                  </a:lnTo>
                  <a:lnTo>
                    <a:pt x="282979" y="5771331"/>
                  </a:lnTo>
                  <a:lnTo>
                    <a:pt x="283097" y="5771331"/>
                  </a:lnTo>
                  <a:lnTo>
                    <a:pt x="283097" y="5770901"/>
                  </a:lnTo>
                  <a:lnTo>
                    <a:pt x="283097" y="5770470"/>
                  </a:lnTo>
                  <a:lnTo>
                    <a:pt x="283097" y="5770040"/>
                  </a:lnTo>
                  <a:lnTo>
                    <a:pt x="283097" y="5769609"/>
                  </a:lnTo>
                  <a:lnTo>
                    <a:pt x="283097" y="5769178"/>
                  </a:lnTo>
                  <a:lnTo>
                    <a:pt x="283215" y="5769178"/>
                  </a:lnTo>
                  <a:lnTo>
                    <a:pt x="283332" y="5769178"/>
                  </a:lnTo>
                  <a:lnTo>
                    <a:pt x="283450" y="5769178"/>
                  </a:lnTo>
                  <a:lnTo>
                    <a:pt x="283450" y="5768748"/>
                  </a:lnTo>
                  <a:lnTo>
                    <a:pt x="283450" y="5768317"/>
                  </a:lnTo>
                  <a:lnTo>
                    <a:pt x="283567" y="5768317"/>
                  </a:lnTo>
                  <a:lnTo>
                    <a:pt x="283567" y="5767887"/>
                  </a:lnTo>
                  <a:lnTo>
                    <a:pt x="283567" y="5767456"/>
                  </a:lnTo>
                  <a:lnTo>
                    <a:pt x="283685" y="5767456"/>
                  </a:lnTo>
                  <a:lnTo>
                    <a:pt x="283803" y="5767456"/>
                  </a:lnTo>
                  <a:lnTo>
                    <a:pt x="283920" y="5767456"/>
                  </a:lnTo>
                  <a:lnTo>
                    <a:pt x="284038" y="5767456"/>
                  </a:lnTo>
                  <a:lnTo>
                    <a:pt x="284156" y="5767456"/>
                  </a:lnTo>
                  <a:lnTo>
                    <a:pt x="284273" y="5767456"/>
                  </a:lnTo>
                  <a:lnTo>
                    <a:pt x="284391" y="5767456"/>
                  </a:lnTo>
                  <a:lnTo>
                    <a:pt x="284508" y="5767456"/>
                  </a:lnTo>
                  <a:lnTo>
                    <a:pt x="284626" y="5767456"/>
                  </a:lnTo>
                  <a:lnTo>
                    <a:pt x="284744" y="5767456"/>
                  </a:lnTo>
                  <a:lnTo>
                    <a:pt x="284861" y="5767456"/>
                  </a:lnTo>
                  <a:lnTo>
                    <a:pt x="284861" y="5767025"/>
                  </a:lnTo>
                  <a:lnTo>
                    <a:pt x="284979" y="5767025"/>
                  </a:lnTo>
                  <a:lnTo>
                    <a:pt x="285096" y="5767025"/>
                  </a:lnTo>
                  <a:lnTo>
                    <a:pt x="285096" y="5766595"/>
                  </a:lnTo>
                  <a:lnTo>
                    <a:pt x="285096" y="5766164"/>
                  </a:lnTo>
                  <a:lnTo>
                    <a:pt x="285214" y="5766164"/>
                  </a:lnTo>
                  <a:lnTo>
                    <a:pt x="285332" y="5766164"/>
                  </a:lnTo>
                  <a:lnTo>
                    <a:pt x="285449" y="5766164"/>
                  </a:lnTo>
                  <a:lnTo>
                    <a:pt x="285567" y="5766164"/>
                  </a:lnTo>
                  <a:lnTo>
                    <a:pt x="285685" y="5766164"/>
                  </a:lnTo>
                  <a:lnTo>
                    <a:pt x="285802" y="5766164"/>
                  </a:lnTo>
                  <a:lnTo>
                    <a:pt x="285802" y="5765734"/>
                  </a:lnTo>
                  <a:lnTo>
                    <a:pt x="285920" y="5765734"/>
                  </a:lnTo>
                  <a:lnTo>
                    <a:pt x="286037" y="5765734"/>
                  </a:lnTo>
                  <a:lnTo>
                    <a:pt x="286155" y="5765734"/>
                  </a:lnTo>
                  <a:lnTo>
                    <a:pt x="286273" y="5765734"/>
                  </a:lnTo>
                  <a:lnTo>
                    <a:pt x="286390" y="5765734"/>
                  </a:lnTo>
                  <a:lnTo>
                    <a:pt x="286508" y="5765734"/>
                  </a:lnTo>
                  <a:lnTo>
                    <a:pt x="286625" y="5765734"/>
                  </a:lnTo>
                  <a:lnTo>
                    <a:pt x="286743" y="5765734"/>
                  </a:lnTo>
                  <a:lnTo>
                    <a:pt x="286743" y="5765303"/>
                  </a:lnTo>
                  <a:lnTo>
                    <a:pt x="286861" y="5765303"/>
                  </a:lnTo>
                  <a:lnTo>
                    <a:pt x="286978" y="5765303"/>
                  </a:lnTo>
                  <a:lnTo>
                    <a:pt x="286978" y="5764872"/>
                  </a:lnTo>
                  <a:lnTo>
                    <a:pt x="287096" y="5764872"/>
                  </a:lnTo>
                  <a:lnTo>
                    <a:pt x="287214" y="5764872"/>
                  </a:lnTo>
                  <a:lnTo>
                    <a:pt x="287331" y="5764872"/>
                  </a:lnTo>
                  <a:lnTo>
                    <a:pt x="287449" y="5764872"/>
                  </a:lnTo>
                  <a:lnTo>
                    <a:pt x="287566" y="5764872"/>
                  </a:lnTo>
                  <a:lnTo>
                    <a:pt x="287684" y="5764872"/>
                  </a:lnTo>
                  <a:lnTo>
                    <a:pt x="287802" y="5764872"/>
                  </a:lnTo>
                  <a:lnTo>
                    <a:pt x="287802" y="5764442"/>
                  </a:lnTo>
                  <a:lnTo>
                    <a:pt x="287802" y="5764011"/>
                  </a:lnTo>
                  <a:lnTo>
                    <a:pt x="287802" y="5763581"/>
                  </a:lnTo>
                  <a:lnTo>
                    <a:pt x="287919" y="5763581"/>
                  </a:lnTo>
                  <a:lnTo>
                    <a:pt x="288037" y="5763581"/>
                  </a:lnTo>
                  <a:lnTo>
                    <a:pt x="288037" y="5763150"/>
                  </a:lnTo>
                  <a:lnTo>
                    <a:pt x="288154" y="5763150"/>
                  </a:lnTo>
                  <a:lnTo>
                    <a:pt x="288272" y="5763150"/>
                  </a:lnTo>
                  <a:lnTo>
                    <a:pt x="288272" y="5762719"/>
                  </a:lnTo>
                  <a:lnTo>
                    <a:pt x="288272" y="5762289"/>
                  </a:lnTo>
                  <a:lnTo>
                    <a:pt x="288390" y="5762289"/>
                  </a:lnTo>
                  <a:lnTo>
                    <a:pt x="288507" y="5762289"/>
                  </a:lnTo>
                  <a:lnTo>
                    <a:pt x="288625" y="5762289"/>
                  </a:lnTo>
                  <a:lnTo>
                    <a:pt x="288743" y="5762289"/>
                  </a:lnTo>
                  <a:lnTo>
                    <a:pt x="288860" y="5762289"/>
                  </a:lnTo>
                  <a:lnTo>
                    <a:pt x="288978" y="5762289"/>
                  </a:lnTo>
                  <a:lnTo>
                    <a:pt x="288978" y="5761858"/>
                  </a:lnTo>
                  <a:lnTo>
                    <a:pt x="288978" y="5761428"/>
                  </a:lnTo>
                  <a:lnTo>
                    <a:pt x="289095" y="5761428"/>
                  </a:lnTo>
                  <a:lnTo>
                    <a:pt x="289213" y="5761428"/>
                  </a:lnTo>
                  <a:lnTo>
                    <a:pt x="289331" y="5761428"/>
                  </a:lnTo>
                  <a:lnTo>
                    <a:pt x="289331" y="5760997"/>
                  </a:lnTo>
                  <a:lnTo>
                    <a:pt x="289448" y="5760997"/>
                  </a:lnTo>
                  <a:lnTo>
                    <a:pt x="289566" y="5760997"/>
                  </a:lnTo>
                  <a:lnTo>
                    <a:pt x="289683" y="5760997"/>
                  </a:lnTo>
                  <a:lnTo>
                    <a:pt x="289683" y="5760566"/>
                  </a:lnTo>
                  <a:lnTo>
                    <a:pt x="289683" y="5760136"/>
                  </a:lnTo>
                  <a:lnTo>
                    <a:pt x="289683" y="5759705"/>
                  </a:lnTo>
                  <a:lnTo>
                    <a:pt x="289683" y="5759275"/>
                  </a:lnTo>
                  <a:lnTo>
                    <a:pt x="289801" y="5759275"/>
                  </a:lnTo>
                  <a:lnTo>
                    <a:pt x="289919" y="5759275"/>
                  </a:lnTo>
                  <a:lnTo>
                    <a:pt x="290036" y="5759275"/>
                  </a:lnTo>
                  <a:lnTo>
                    <a:pt x="290154" y="5759275"/>
                  </a:lnTo>
                  <a:lnTo>
                    <a:pt x="290154" y="5758844"/>
                  </a:lnTo>
                  <a:lnTo>
                    <a:pt x="290154" y="5758413"/>
                  </a:lnTo>
                  <a:lnTo>
                    <a:pt x="290154" y="5757983"/>
                  </a:lnTo>
                  <a:lnTo>
                    <a:pt x="290154" y="5757552"/>
                  </a:lnTo>
                  <a:lnTo>
                    <a:pt x="290272" y="5757552"/>
                  </a:lnTo>
                  <a:lnTo>
                    <a:pt x="290389" y="5757552"/>
                  </a:lnTo>
                  <a:lnTo>
                    <a:pt x="290389" y="5757122"/>
                  </a:lnTo>
                  <a:lnTo>
                    <a:pt x="290507" y="5757122"/>
                  </a:lnTo>
                  <a:lnTo>
                    <a:pt x="290624" y="5757122"/>
                  </a:lnTo>
                  <a:lnTo>
                    <a:pt x="290742" y="5757122"/>
                  </a:lnTo>
                  <a:lnTo>
                    <a:pt x="290742" y="5756691"/>
                  </a:lnTo>
                  <a:lnTo>
                    <a:pt x="290742" y="5756260"/>
                  </a:lnTo>
                  <a:lnTo>
                    <a:pt x="290860" y="5756260"/>
                  </a:lnTo>
                  <a:lnTo>
                    <a:pt x="290977" y="5756260"/>
                  </a:lnTo>
                  <a:lnTo>
                    <a:pt x="291095" y="5756260"/>
                  </a:lnTo>
                  <a:lnTo>
                    <a:pt x="291095" y="5755830"/>
                  </a:lnTo>
                  <a:lnTo>
                    <a:pt x="291212" y="5755830"/>
                  </a:lnTo>
                  <a:lnTo>
                    <a:pt x="291330" y="5755830"/>
                  </a:lnTo>
                  <a:lnTo>
                    <a:pt x="291330" y="5755399"/>
                  </a:lnTo>
                  <a:lnTo>
                    <a:pt x="291330" y="5754969"/>
                  </a:lnTo>
                  <a:lnTo>
                    <a:pt x="291448" y="5754969"/>
                  </a:lnTo>
                  <a:lnTo>
                    <a:pt x="291565" y="5754969"/>
                  </a:lnTo>
                  <a:lnTo>
                    <a:pt x="291683" y="5754969"/>
                  </a:lnTo>
                  <a:lnTo>
                    <a:pt x="291683" y="5754538"/>
                  </a:lnTo>
                  <a:lnTo>
                    <a:pt x="291683" y="5754107"/>
                  </a:lnTo>
                  <a:lnTo>
                    <a:pt x="291683" y="5753677"/>
                  </a:lnTo>
                  <a:lnTo>
                    <a:pt x="291800" y="5753677"/>
                  </a:lnTo>
                  <a:lnTo>
                    <a:pt x="291918" y="5753677"/>
                  </a:lnTo>
                  <a:lnTo>
                    <a:pt x="291918" y="5753246"/>
                  </a:lnTo>
                  <a:lnTo>
                    <a:pt x="291918" y="5752816"/>
                  </a:lnTo>
                  <a:lnTo>
                    <a:pt x="292036" y="5752816"/>
                  </a:lnTo>
                  <a:lnTo>
                    <a:pt x="292153" y="5752816"/>
                  </a:lnTo>
                  <a:lnTo>
                    <a:pt x="292271" y="5752816"/>
                  </a:lnTo>
                  <a:lnTo>
                    <a:pt x="292271" y="5752385"/>
                  </a:lnTo>
                  <a:lnTo>
                    <a:pt x="292389" y="5752385"/>
                  </a:lnTo>
                  <a:lnTo>
                    <a:pt x="292506" y="5752385"/>
                  </a:lnTo>
                  <a:lnTo>
                    <a:pt x="292624" y="5752385"/>
                  </a:lnTo>
                  <a:lnTo>
                    <a:pt x="292624" y="5751954"/>
                  </a:lnTo>
                  <a:lnTo>
                    <a:pt x="292624" y="5751524"/>
                  </a:lnTo>
                  <a:lnTo>
                    <a:pt x="292624" y="5751093"/>
                  </a:lnTo>
                  <a:lnTo>
                    <a:pt x="292741" y="5751093"/>
                  </a:lnTo>
                  <a:lnTo>
                    <a:pt x="292859" y="5751093"/>
                  </a:lnTo>
                  <a:lnTo>
                    <a:pt x="292977" y="5751093"/>
                  </a:lnTo>
                  <a:lnTo>
                    <a:pt x="293094" y="5751093"/>
                  </a:lnTo>
                  <a:lnTo>
                    <a:pt x="293212" y="5751093"/>
                  </a:lnTo>
                  <a:lnTo>
                    <a:pt x="293329" y="5751093"/>
                  </a:lnTo>
                  <a:lnTo>
                    <a:pt x="293329" y="5750663"/>
                  </a:lnTo>
                  <a:lnTo>
                    <a:pt x="293329" y="5750232"/>
                  </a:lnTo>
                  <a:lnTo>
                    <a:pt x="293447" y="5750232"/>
                  </a:lnTo>
                  <a:lnTo>
                    <a:pt x="293447" y="5749801"/>
                  </a:lnTo>
                  <a:lnTo>
                    <a:pt x="293565" y="5749801"/>
                  </a:lnTo>
                  <a:lnTo>
                    <a:pt x="293682" y="5749801"/>
                  </a:lnTo>
                  <a:lnTo>
                    <a:pt x="293800" y="5749801"/>
                  </a:lnTo>
                  <a:lnTo>
                    <a:pt x="293918" y="5749801"/>
                  </a:lnTo>
                  <a:lnTo>
                    <a:pt x="293918" y="5749371"/>
                  </a:lnTo>
                  <a:lnTo>
                    <a:pt x="294035" y="5749371"/>
                  </a:lnTo>
                  <a:lnTo>
                    <a:pt x="294153" y="5749371"/>
                  </a:lnTo>
                  <a:lnTo>
                    <a:pt x="294270" y="5749371"/>
                  </a:lnTo>
                  <a:lnTo>
                    <a:pt x="294388" y="5749371"/>
                  </a:lnTo>
                  <a:lnTo>
                    <a:pt x="294506" y="5749371"/>
                  </a:lnTo>
                  <a:lnTo>
                    <a:pt x="294623" y="5749371"/>
                  </a:lnTo>
                  <a:lnTo>
                    <a:pt x="294741" y="5749371"/>
                  </a:lnTo>
                  <a:lnTo>
                    <a:pt x="294858" y="5749371"/>
                  </a:lnTo>
                  <a:lnTo>
                    <a:pt x="294976" y="5749371"/>
                  </a:lnTo>
                  <a:lnTo>
                    <a:pt x="294976" y="5748940"/>
                  </a:lnTo>
                  <a:lnTo>
                    <a:pt x="294976" y="5748510"/>
                  </a:lnTo>
                  <a:lnTo>
                    <a:pt x="295094" y="5748510"/>
                  </a:lnTo>
                  <a:lnTo>
                    <a:pt x="295211" y="5748510"/>
                  </a:lnTo>
                  <a:lnTo>
                    <a:pt x="295211" y="5748079"/>
                  </a:lnTo>
                  <a:lnTo>
                    <a:pt x="295329" y="5748079"/>
                  </a:lnTo>
                  <a:lnTo>
                    <a:pt x="295329" y="5747648"/>
                  </a:lnTo>
                  <a:lnTo>
                    <a:pt x="295447" y="5747648"/>
                  </a:lnTo>
                  <a:lnTo>
                    <a:pt x="295447" y="5747218"/>
                  </a:lnTo>
                  <a:lnTo>
                    <a:pt x="295447" y="5746787"/>
                  </a:lnTo>
                  <a:lnTo>
                    <a:pt x="295447" y="5746357"/>
                  </a:lnTo>
                  <a:lnTo>
                    <a:pt x="295447" y="5745926"/>
                  </a:lnTo>
                  <a:lnTo>
                    <a:pt x="295447" y="5745495"/>
                  </a:lnTo>
                  <a:lnTo>
                    <a:pt x="295564" y="5745495"/>
                  </a:lnTo>
                  <a:lnTo>
                    <a:pt x="295682" y="5745495"/>
                  </a:lnTo>
                  <a:lnTo>
                    <a:pt x="295799" y="5745495"/>
                  </a:lnTo>
                  <a:lnTo>
                    <a:pt x="295917" y="5745495"/>
                  </a:lnTo>
                  <a:lnTo>
                    <a:pt x="296035" y="5745495"/>
                  </a:lnTo>
                  <a:lnTo>
                    <a:pt x="296035" y="5745065"/>
                  </a:lnTo>
                  <a:lnTo>
                    <a:pt x="296035" y="5744634"/>
                  </a:lnTo>
                  <a:lnTo>
                    <a:pt x="296152" y="5744634"/>
                  </a:lnTo>
                  <a:lnTo>
                    <a:pt x="296270" y="5744634"/>
                  </a:lnTo>
                  <a:lnTo>
                    <a:pt x="296387" y="5744634"/>
                  </a:lnTo>
                  <a:lnTo>
                    <a:pt x="296387" y="5744204"/>
                  </a:lnTo>
                  <a:lnTo>
                    <a:pt x="296505" y="5744204"/>
                  </a:lnTo>
                  <a:lnTo>
                    <a:pt x="296505" y="5743773"/>
                  </a:lnTo>
                  <a:lnTo>
                    <a:pt x="296623" y="5743773"/>
                  </a:lnTo>
                  <a:lnTo>
                    <a:pt x="296740" y="5743773"/>
                  </a:lnTo>
                  <a:lnTo>
                    <a:pt x="296740" y="5743342"/>
                  </a:lnTo>
                  <a:lnTo>
                    <a:pt x="296740" y="5742912"/>
                  </a:lnTo>
                  <a:lnTo>
                    <a:pt x="296858" y="5742912"/>
                  </a:lnTo>
                  <a:lnTo>
                    <a:pt x="296858" y="5742481"/>
                  </a:lnTo>
                  <a:lnTo>
                    <a:pt x="296858" y="5742051"/>
                  </a:lnTo>
                  <a:lnTo>
                    <a:pt x="296976" y="5742051"/>
                  </a:lnTo>
                  <a:lnTo>
                    <a:pt x="296976" y="5741620"/>
                  </a:lnTo>
                  <a:lnTo>
                    <a:pt x="296976" y="5741189"/>
                  </a:lnTo>
                  <a:lnTo>
                    <a:pt x="297093" y="5741189"/>
                  </a:lnTo>
                  <a:lnTo>
                    <a:pt x="297211" y="5741189"/>
                  </a:lnTo>
                  <a:lnTo>
                    <a:pt x="297328" y="5741189"/>
                  </a:lnTo>
                  <a:lnTo>
                    <a:pt x="297446" y="5741189"/>
                  </a:lnTo>
                  <a:lnTo>
                    <a:pt x="297564" y="5741189"/>
                  </a:lnTo>
                  <a:lnTo>
                    <a:pt x="297681" y="5741189"/>
                  </a:lnTo>
                  <a:lnTo>
                    <a:pt x="297681" y="5740759"/>
                  </a:lnTo>
                  <a:lnTo>
                    <a:pt x="297681" y="5740328"/>
                  </a:lnTo>
                  <a:lnTo>
                    <a:pt x="297681" y="5739898"/>
                  </a:lnTo>
                  <a:lnTo>
                    <a:pt x="297681" y="5739467"/>
                  </a:lnTo>
                  <a:lnTo>
                    <a:pt x="297799" y="5739467"/>
                  </a:lnTo>
                  <a:lnTo>
                    <a:pt x="297916" y="5739467"/>
                  </a:lnTo>
                  <a:lnTo>
                    <a:pt x="298034" y="5739467"/>
                  </a:lnTo>
                  <a:lnTo>
                    <a:pt x="298152" y="5739467"/>
                  </a:lnTo>
                  <a:lnTo>
                    <a:pt x="298269" y="5739467"/>
                  </a:lnTo>
                  <a:lnTo>
                    <a:pt x="298269" y="5739036"/>
                  </a:lnTo>
                  <a:lnTo>
                    <a:pt x="298387" y="5739036"/>
                  </a:lnTo>
                  <a:lnTo>
                    <a:pt x="298505" y="5739036"/>
                  </a:lnTo>
                  <a:lnTo>
                    <a:pt x="298622" y="5739036"/>
                  </a:lnTo>
                  <a:lnTo>
                    <a:pt x="298622" y="5738606"/>
                  </a:lnTo>
                  <a:lnTo>
                    <a:pt x="298622" y="5738175"/>
                  </a:lnTo>
                  <a:lnTo>
                    <a:pt x="298622" y="5737745"/>
                  </a:lnTo>
                  <a:lnTo>
                    <a:pt x="298622" y="5737314"/>
                  </a:lnTo>
                  <a:lnTo>
                    <a:pt x="298622" y="5736883"/>
                  </a:lnTo>
                  <a:lnTo>
                    <a:pt x="298740" y="5736883"/>
                  </a:lnTo>
                  <a:lnTo>
                    <a:pt x="298857" y="5736883"/>
                  </a:lnTo>
                  <a:lnTo>
                    <a:pt x="298975" y="5736883"/>
                  </a:lnTo>
                  <a:lnTo>
                    <a:pt x="299093" y="5736883"/>
                  </a:lnTo>
                  <a:lnTo>
                    <a:pt x="299210" y="5736883"/>
                  </a:lnTo>
                  <a:lnTo>
                    <a:pt x="299210" y="5736453"/>
                  </a:lnTo>
                  <a:lnTo>
                    <a:pt x="299328" y="5736453"/>
                  </a:lnTo>
                  <a:lnTo>
                    <a:pt x="299445" y="5736453"/>
                  </a:lnTo>
                  <a:lnTo>
                    <a:pt x="299563" y="5736453"/>
                  </a:lnTo>
                  <a:lnTo>
                    <a:pt x="299563" y="5736022"/>
                  </a:lnTo>
                  <a:lnTo>
                    <a:pt x="299563" y="5735592"/>
                  </a:lnTo>
                  <a:lnTo>
                    <a:pt x="299681" y="5735592"/>
                  </a:lnTo>
                  <a:lnTo>
                    <a:pt x="299798" y="5735592"/>
                  </a:lnTo>
                  <a:lnTo>
                    <a:pt x="299798" y="5735161"/>
                  </a:lnTo>
                  <a:lnTo>
                    <a:pt x="299798" y="5734730"/>
                  </a:lnTo>
                  <a:lnTo>
                    <a:pt x="299916" y="5734730"/>
                  </a:lnTo>
                  <a:lnTo>
                    <a:pt x="300033" y="5734730"/>
                  </a:lnTo>
                  <a:lnTo>
                    <a:pt x="300151" y="5734730"/>
                  </a:lnTo>
                  <a:lnTo>
                    <a:pt x="300151" y="5734300"/>
                  </a:lnTo>
                  <a:lnTo>
                    <a:pt x="300269" y="5734300"/>
                  </a:lnTo>
                  <a:lnTo>
                    <a:pt x="300269" y="5733869"/>
                  </a:lnTo>
                  <a:lnTo>
                    <a:pt x="300386" y="5733869"/>
                  </a:lnTo>
                  <a:lnTo>
                    <a:pt x="300504" y="5733869"/>
                  </a:lnTo>
                  <a:lnTo>
                    <a:pt x="300504" y="5733439"/>
                  </a:lnTo>
                  <a:lnTo>
                    <a:pt x="300504" y="5733008"/>
                  </a:lnTo>
                  <a:lnTo>
                    <a:pt x="300504" y="5732577"/>
                  </a:lnTo>
                  <a:lnTo>
                    <a:pt x="300622" y="5732577"/>
                  </a:lnTo>
                  <a:lnTo>
                    <a:pt x="300739" y="5732577"/>
                  </a:lnTo>
                  <a:lnTo>
                    <a:pt x="300739" y="5732147"/>
                  </a:lnTo>
                  <a:lnTo>
                    <a:pt x="300739" y="5731716"/>
                  </a:lnTo>
                  <a:lnTo>
                    <a:pt x="300857" y="5731716"/>
                  </a:lnTo>
                  <a:lnTo>
                    <a:pt x="300974" y="5731716"/>
                  </a:lnTo>
                  <a:lnTo>
                    <a:pt x="300974" y="5731286"/>
                  </a:lnTo>
                  <a:lnTo>
                    <a:pt x="301092" y="5731286"/>
                  </a:lnTo>
                  <a:lnTo>
                    <a:pt x="301092" y="5730855"/>
                  </a:lnTo>
                  <a:lnTo>
                    <a:pt x="301210" y="5730855"/>
                  </a:lnTo>
                  <a:lnTo>
                    <a:pt x="301327" y="5730855"/>
                  </a:lnTo>
                  <a:lnTo>
                    <a:pt x="301445" y="5730855"/>
                  </a:lnTo>
                  <a:lnTo>
                    <a:pt x="301562" y="5730855"/>
                  </a:lnTo>
                  <a:lnTo>
                    <a:pt x="301680" y="5730855"/>
                  </a:lnTo>
                  <a:lnTo>
                    <a:pt x="301798" y="5730855"/>
                  </a:lnTo>
                  <a:lnTo>
                    <a:pt x="301915" y="5730855"/>
                  </a:lnTo>
                  <a:lnTo>
                    <a:pt x="302033" y="5730855"/>
                  </a:lnTo>
                  <a:lnTo>
                    <a:pt x="302151" y="5730855"/>
                  </a:lnTo>
                  <a:lnTo>
                    <a:pt x="302268" y="5730855"/>
                  </a:lnTo>
                  <a:lnTo>
                    <a:pt x="302268" y="5730424"/>
                  </a:lnTo>
                  <a:lnTo>
                    <a:pt x="302386" y="5730424"/>
                  </a:lnTo>
                  <a:lnTo>
                    <a:pt x="302503" y="5730424"/>
                  </a:lnTo>
                  <a:lnTo>
                    <a:pt x="302621" y="5730424"/>
                  </a:lnTo>
                  <a:lnTo>
                    <a:pt x="302739" y="5730424"/>
                  </a:lnTo>
                  <a:lnTo>
                    <a:pt x="302856" y="5730424"/>
                  </a:lnTo>
                  <a:lnTo>
                    <a:pt x="302974" y="5730424"/>
                  </a:lnTo>
                  <a:lnTo>
                    <a:pt x="303091" y="5730424"/>
                  </a:lnTo>
                  <a:lnTo>
                    <a:pt x="303209" y="5730424"/>
                  </a:lnTo>
                  <a:lnTo>
                    <a:pt x="303209" y="5729994"/>
                  </a:lnTo>
                  <a:lnTo>
                    <a:pt x="303209" y="5729563"/>
                  </a:lnTo>
                  <a:lnTo>
                    <a:pt x="303327" y="5729563"/>
                  </a:lnTo>
                  <a:lnTo>
                    <a:pt x="303444" y="5729563"/>
                  </a:lnTo>
                  <a:lnTo>
                    <a:pt x="303444" y="5729133"/>
                  </a:lnTo>
                  <a:lnTo>
                    <a:pt x="303562" y="5729133"/>
                  </a:lnTo>
                  <a:lnTo>
                    <a:pt x="303562" y="5728702"/>
                  </a:lnTo>
                  <a:lnTo>
                    <a:pt x="303680" y="5728702"/>
                  </a:lnTo>
                  <a:lnTo>
                    <a:pt x="303797" y="5728702"/>
                  </a:lnTo>
                  <a:lnTo>
                    <a:pt x="303915" y="5728702"/>
                  </a:lnTo>
                  <a:lnTo>
                    <a:pt x="304032" y="5728702"/>
                  </a:lnTo>
                  <a:lnTo>
                    <a:pt x="304150" y="5728702"/>
                  </a:lnTo>
                  <a:lnTo>
                    <a:pt x="304150" y="5728271"/>
                  </a:lnTo>
                  <a:lnTo>
                    <a:pt x="304268" y="5728271"/>
                  </a:lnTo>
                  <a:lnTo>
                    <a:pt x="304385" y="5728271"/>
                  </a:lnTo>
                  <a:lnTo>
                    <a:pt x="304503" y="5728271"/>
                  </a:lnTo>
                  <a:lnTo>
                    <a:pt x="304620" y="5728271"/>
                  </a:lnTo>
                  <a:lnTo>
                    <a:pt x="304620" y="5727841"/>
                  </a:lnTo>
                  <a:lnTo>
                    <a:pt x="304620" y="5727410"/>
                  </a:lnTo>
                  <a:lnTo>
                    <a:pt x="304738" y="5727410"/>
                  </a:lnTo>
                  <a:lnTo>
                    <a:pt x="304738" y="5726980"/>
                  </a:lnTo>
                  <a:lnTo>
                    <a:pt x="304856" y="5726980"/>
                  </a:lnTo>
                  <a:lnTo>
                    <a:pt x="304973" y="5726980"/>
                  </a:lnTo>
                  <a:lnTo>
                    <a:pt x="304973" y="5726549"/>
                  </a:lnTo>
                  <a:lnTo>
                    <a:pt x="305091" y="5726549"/>
                  </a:lnTo>
                  <a:lnTo>
                    <a:pt x="305209" y="5726549"/>
                  </a:lnTo>
                  <a:lnTo>
                    <a:pt x="305326" y="5726549"/>
                  </a:lnTo>
                  <a:lnTo>
                    <a:pt x="305444" y="5726549"/>
                  </a:lnTo>
                  <a:lnTo>
                    <a:pt x="305444" y="5726118"/>
                  </a:lnTo>
                  <a:lnTo>
                    <a:pt x="305561" y="5726118"/>
                  </a:lnTo>
                  <a:lnTo>
                    <a:pt x="305679" y="5726118"/>
                  </a:lnTo>
                  <a:lnTo>
                    <a:pt x="305679" y="5725688"/>
                  </a:lnTo>
                  <a:lnTo>
                    <a:pt x="305797" y="5725688"/>
                  </a:lnTo>
                  <a:lnTo>
                    <a:pt x="305914" y="5725688"/>
                  </a:lnTo>
                  <a:lnTo>
                    <a:pt x="306032" y="5725688"/>
                  </a:lnTo>
                  <a:lnTo>
                    <a:pt x="306032" y="5725257"/>
                  </a:lnTo>
                  <a:lnTo>
                    <a:pt x="306032" y="5724827"/>
                  </a:lnTo>
                  <a:lnTo>
                    <a:pt x="306149" y="5724827"/>
                  </a:lnTo>
                  <a:lnTo>
                    <a:pt x="306267" y="5724827"/>
                  </a:lnTo>
                  <a:lnTo>
                    <a:pt x="306385" y="5724827"/>
                  </a:lnTo>
                  <a:lnTo>
                    <a:pt x="306502" y="5724827"/>
                  </a:lnTo>
                  <a:lnTo>
                    <a:pt x="306502" y="5724396"/>
                  </a:lnTo>
                  <a:lnTo>
                    <a:pt x="306502" y="5723965"/>
                  </a:lnTo>
                  <a:lnTo>
                    <a:pt x="306502" y="5723535"/>
                  </a:lnTo>
                  <a:lnTo>
                    <a:pt x="306620" y="5723535"/>
                  </a:lnTo>
                  <a:lnTo>
                    <a:pt x="306738" y="5723535"/>
                  </a:lnTo>
                  <a:lnTo>
                    <a:pt x="306738" y="5723104"/>
                  </a:lnTo>
                  <a:lnTo>
                    <a:pt x="306855" y="5723104"/>
                  </a:lnTo>
                  <a:lnTo>
                    <a:pt x="306973" y="5723104"/>
                  </a:lnTo>
                  <a:lnTo>
                    <a:pt x="306973" y="5722674"/>
                  </a:lnTo>
                  <a:lnTo>
                    <a:pt x="306973" y="5722243"/>
                  </a:lnTo>
                  <a:lnTo>
                    <a:pt x="306973" y="5721812"/>
                  </a:lnTo>
                  <a:lnTo>
                    <a:pt x="307090" y="5721812"/>
                  </a:lnTo>
                  <a:lnTo>
                    <a:pt x="307208" y="5721812"/>
                  </a:lnTo>
                  <a:lnTo>
                    <a:pt x="307208" y="5721382"/>
                  </a:lnTo>
                  <a:lnTo>
                    <a:pt x="307208" y="5720951"/>
                  </a:lnTo>
                  <a:lnTo>
                    <a:pt x="307326" y="5720951"/>
                  </a:lnTo>
                  <a:lnTo>
                    <a:pt x="307443" y="5720951"/>
                  </a:lnTo>
                  <a:lnTo>
                    <a:pt x="307443" y="5720521"/>
                  </a:lnTo>
                  <a:lnTo>
                    <a:pt x="307561" y="5720521"/>
                  </a:lnTo>
                  <a:lnTo>
                    <a:pt x="307561" y="5720090"/>
                  </a:lnTo>
                  <a:lnTo>
                    <a:pt x="307678" y="5720090"/>
                  </a:lnTo>
                  <a:lnTo>
                    <a:pt x="307796" y="5720090"/>
                  </a:lnTo>
                  <a:lnTo>
                    <a:pt x="307914" y="5720090"/>
                  </a:lnTo>
                  <a:lnTo>
                    <a:pt x="307914" y="5719659"/>
                  </a:lnTo>
                  <a:lnTo>
                    <a:pt x="308031" y="5719659"/>
                  </a:lnTo>
                  <a:lnTo>
                    <a:pt x="308149" y="5719659"/>
                  </a:lnTo>
                  <a:lnTo>
                    <a:pt x="308149" y="5719229"/>
                  </a:lnTo>
                  <a:lnTo>
                    <a:pt x="308266" y="5719229"/>
                  </a:lnTo>
                  <a:lnTo>
                    <a:pt x="308384" y="5719229"/>
                  </a:lnTo>
                  <a:lnTo>
                    <a:pt x="308502" y="5719229"/>
                  </a:lnTo>
                  <a:lnTo>
                    <a:pt x="308619" y="5719229"/>
                  </a:lnTo>
                  <a:lnTo>
                    <a:pt x="308737" y="5719229"/>
                  </a:lnTo>
                  <a:lnTo>
                    <a:pt x="308737" y="5718798"/>
                  </a:lnTo>
                  <a:lnTo>
                    <a:pt x="308855" y="5718798"/>
                  </a:lnTo>
                  <a:lnTo>
                    <a:pt x="308855" y="5718368"/>
                  </a:lnTo>
                  <a:lnTo>
                    <a:pt x="308972" y="5718368"/>
                  </a:lnTo>
                  <a:lnTo>
                    <a:pt x="308972" y="5717937"/>
                  </a:lnTo>
                  <a:lnTo>
                    <a:pt x="309090" y="5717937"/>
                  </a:lnTo>
                  <a:lnTo>
                    <a:pt x="309207" y="5717937"/>
                  </a:lnTo>
                  <a:lnTo>
                    <a:pt x="309325" y="5717937"/>
                  </a:lnTo>
                  <a:lnTo>
                    <a:pt x="309325" y="5717506"/>
                  </a:lnTo>
                  <a:lnTo>
                    <a:pt x="309325" y="5717076"/>
                  </a:lnTo>
                  <a:lnTo>
                    <a:pt x="309325" y="5716645"/>
                  </a:lnTo>
                  <a:lnTo>
                    <a:pt x="309443" y="5716645"/>
                  </a:lnTo>
                  <a:lnTo>
                    <a:pt x="309560" y="5716645"/>
                  </a:lnTo>
                  <a:lnTo>
                    <a:pt x="309678" y="5716645"/>
                  </a:lnTo>
                  <a:lnTo>
                    <a:pt x="309678" y="5716215"/>
                  </a:lnTo>
                  <a:lnTo>
                    <a:pt x="309795" y="5716215"/>
                  </a:lnTo>
                  <a:lnTo>
                    <a:pt x="309795" y="5715784"/>
                  </a:lnTo>
                  <a:lnTo>
                    <a:pt x="309795" y="5715353"/>
                  </a:lnTo>
                  <a:lnTo>
                    <a:pt x="309795" y="5714923"/>
                  </a:lnTo>
                  <a:lnTo>
                    <a:pt x="309795" y="5714492"/>
                  </a:lnTo>
                  <a:lnTo>
                    <a:pt x="309913" y="5714492"/>
                  </a:lnTo>
                  <a:lnTo>
                    <a:pt x="309913" y="5714062"/>
                  </a:lnTo>
                  <a:lnTo>
                    <a:pt x="309913" y="5713631"/>
                  </a:lnTo>
                  <a:lnTo>
                    <a:pt x="310031" y="5713631"/>
                  </a:lnTo>
                  <a:lnTo>
                    <a:pt x="310148" y="5713631"/>
                  </a:lnTo>
                  <a:lnTo>
                    <a:pt x="310266" y="5713631"/>
                  </a:lnTo>
                  <a:lnTo>
                    <a:pt x="310384" y="5713631"/>
                  </a:lnTo>
                  <a:lnTo>
                    <a:pt x="310501" y="5713631"/>
                  </a:lnTo>
                  <a:lnTo>
                    <a:pt x="310619" y="5713631"/>
                  </a:lnTo>
                  <a:lnTo>
                    <a:pt x="310619" y="5713200"/>
                  </a:lnTo>
                  <a:lnTo>
                    <a:pt x="310736" y="5713200"/>
                  </a:lnTo>
                  <a:lnTo>
                    <a:pt x="310854" y="5713200"/>
                  </a:lnTo>
                  <a:lnTo>
                    <a:pt x="310972" y="5713200"/>
                  </a:lnTo>
                  <a:lnTo>
                    <a:pt x="311089" y="5713200"/>
                  </a:lnTo>
                  <a:lnTo>
                    <a:pt x="311207" y="5713200"/>
                  </a:lnTo>
                  <a:lnTo>
                    <a:pt x="311324" y="5713200"/>
                  </a:lnTo>
                  <a:lnTo>
                    <a:pt x="311442" y="5713200"/>
                  </a:lnTo>
                  <a:lnTo>
                    <a:pt x="311560" y="5713200"/>
                  </a:lnTo>
                  <a:lnTo>
                    <a:pt x="311560" y="5712770"/>
                  </a:lnTo>
                  <a:lnTo>
                    <a:pt x="311560" y="5712339"/>
                  </a:lnTo>
                  <a:lnTo>
                    <a:pt x="311560" y="5711909"/>
                  </a:lnTo>
                  <a:lnTo>
                    <a:pt x="311677" y="5711909"/>
                  </a:lnTo>
                  <a:lnTo>
                    <a:pt x="311677" y="5711478"/>
                  </a:lnTo>
                  <a:lnTo>
                    <a:pt x="311795" y="5711478"/>
                  </a:lnTo>
                  <a:lnTo>
                    <a:pt x="311913" y="5711478"/>
                  </a:lnTo>
                  <a:lnTo>
                    <a:pt x="312030" y="5711478"/>
                  </a:lnTo>
                  <a:lnTo>
                    <a:pt x="312148" y="5711478"/>
                  </a:lnTo>
                  <a:lnTo>
                    <a:pt x="312265" y="5711478"/>
                  </a:lnTo>
                  <a:lnTo>
                    <a:pt x="312383" y="5711478"/>
                  </a:lnTo>
                  <a:lnTo>
                    <a:pt x="312501" y="5711478"/>
                  </a:lnTo>
                  <a:lnTo>
                    <a:pt x="312501" y="5711047"/>
                  </a:lnTo>
                  <a:lnTo>
                    <a:pt x="312501" y="5710617"/>
                  </a:lnTo>
                  <a:lnTo>
                    <a:pt x="312501" y="5710186"/>
                  </a:lnTo>
                  <a:lnTo>
                    <a:pt x="312618" y="5710186"/>
                  </a:lnTo>
                  <a:lnTo>
                    <a:pt x="312736" y="5710186"/>
                  </a:lnTo>
                  <a:lnTo>
                    <a:pt x="312736" y="5709756"/>
                  </a:lnTo>
                  <a:lnTo>
                    <a:pt x="312736" y="5709325"/>
                  </a:lnTo>
                  <a:lnTo>
                    <a:pt x="312853" y="5709325"/>
                  </a:lnTo>
                  <a:lnTo>
                    <a:pt x="312971" y="5709325"/>
                  </a:lnTo>
                  <a:lnTo>
                    <a:pt x="312971" y="5708894"/>
                  </a:lnTo>
                  <a:lnTo>
                    <a:pt x="313089" y="5708894"/>
                  </a:lnTo>
                  <a:lnTo>
                    <a:pt x="313206" y="5708894"/>
                  </a:lnTo>
                  <a:lnTo>
                    <a:pt x="313206" y="5708464"/>
                  </a:lnTo>
                  <a:lnTo>
                    <a:pt x="313324" y="5708464"/>
                  </a:lnTo>
                  <a:lnTo>
                    <a:pt x="313324" y="5708033"/>
                  </a:lnTo>
                  <a:lnTo>
                    <a:pt x="313442" y="5708033"/>
                  </a:lnTo>
                  <a:lnTo>
                    <a:pt x="313559" y="5708033"/>
                  </a:lnTo>
                  <a:lnTo>
                    <a:pt x="313677" y="5708033"/>
                  </a:lnTo>
                  <a:lnTo>
                    <a:pt x="313677" y="5707603"/>
                  </a:lnTo>
                  <a:lnTo>
                    <a:pt x="313677" y="5707172"/>
                  </a:lnTo>
                  <a:lnTo>
                    <a:pt x="313677" y="5706741"/>
                  </a:lnTo>
                  <a:lnTo>
                    <a:pt x="313677" y="5706311"/>
                  </a:lnTo>
                  <a:lnTo>
                    <a:pt x="313677" y="5705880"/>
                  </a:lnTo>
                  <a:lnTo>
                    <a:pt x="313677" y="5705450"/>
                  </a:lnTo>
                  <a:lnTo>
                    <a:pt x="313794" y="5705450"/>
                  </a:lnTo>
                  <a:lnTo>
                    <a:pt x="313794" y="5705019"/>
                  </a:lnTo>
                  <a:lnTo>
                    <a:pt x="313912" y="5705019"/>
                  </a:lnTo>
                  <a:lnTo>
                    <a:pt x="314030" y="5705019"/>
                  </a:lnTo>
                  <a:lnTo>
                    <a:pt x="314030" y="5704588"/>
                  </a:lnTo>
                  <a:lnTo>
                    <a:pt x="314147" y="5704588"/>
                  </a:lnTo>
                  <a:lnTo>
                    <a:pt x="314265" y="5704588"/>
                  </a:lnTo>
                  <a:lnTo>
                    <a:pt x="314382" y="5704588"/>
                  </a:lnTo>
                  <a:lnTo>
                    <a:pt x="314382" y="5704158"/>
                  </a:lnTo>
                  <a:lnTo>
                    <a:pt x="314382" y="5703727"/>
                  </a:lnTo>
                  <a:lnTo>
                    <a:pt x="314500" y="5703727"/>
                  </a:lnTo>
                  <a:lnTo>
                    <a:pt x="314500" y="5703297"/>
                  </a:lnTo>
                  <a:lnTo>
                    <a:pt x="314500" y="5702866"/>
                  </a:lnTo>
                  <a:lnTo>
                    <a:pt x="314500" y="5702435"/>
                  </a:lnTo>
                  <a:lnTo>
                    <a:pt x="314618" y="5702435"/>
                  </a:lnTo>
                  <a:lnTo>
                    <a:pt x="314618" y="5702005"/>
                  </a:lnTo>
                  <a:lnTo>
                    <a:pt x="314618" y="5701574"/>
                  </a:lnTo>
                  <a:lnTo>
                    <a:pt x="314735" y="5701574"/>
                  </a:lnTo>
                  <a:lnTo>
                    <a:pt x="314735" y="5701144"/>
                  </a:lnTo>
                  <a:lnTo>
                    <a:pt x="314853" y="5701144"/>
                  </a:lnTo>
                  <a:lnTo>
                    <a:pt x="314853" y="5700713"/>
                  </a:lnTo>
                  <a:lnTo>
                    <a:pt x="314971" y="5700713"/>
                  </a:lnTo>
                  <a:lnTo>
                    <a:pt x="315088" y="5700713"/>
                  </a:lnTo>
                  <a:lnTo>
                    <a:pt x="315206" y="5700713"/>
                  </a:lnTo>
                  <a:lnTo>
                    <a:pt x="315323" y="5700713"/>
                  </a:lnTo>
                  <a:lnTo>
                    <a:pt x="315441" y="5700713"/>
                  </a:lnTo>
                  <a:lnTo>
                    <a:pt x="315441" y="5700282"/>
                  </a:lnTo>
                  <a:lnTo>
                    <a:pt x="315559" y="5700282"/>
                  </a:lnTo>
                  <a:lnTo>
                    <a:pt x="315676" y="5700282"/>
                  </a:lnTo>
                  <a:lnTo>
                    <a:pt x="315794" y="5700282"/>
                  </a:lnTo>
                  <a:lnTo>
                    <a:pt x="315794" y="5699852"/>
                  </a:lnTo>
                  <a:lnTo>
                    <a:pt x="315911" y="5699852"/>
                  </a:lnTo>
                  <a:lnTo>
                    <a:pt x="316029" y="5699852"/>
                  </a:lnTo>
                  <a:lnTo>
                    <a:pt x="316147" y="5699852"/>
                  </a:lnTo>
                  <a:lnTo>
                    <a:pt x="316147" y="5699421"/>
                  </a:lnTo>
                  <a:lnTo>
                    <a:pt x="316264" y="5699421"/>
                  </a:lnTo>
                  <a:lnTo>
                    <a:pt x="316382" y="5699421"/>
                  </a:lnTo>
                  <a:lnTo>
                    <a:pt x="316499" y="5699421"/>
                  </a:lnTo>
                  <a:lnTo>
                    <a:pt x="316499" y="5698991"/>
                  </a:lnTo>
                  <a:lnTo>
                    <a:pt x="316617" y="5698991"/>
                  </a:lnTo>
                  <a:lnTo>
                    <a:pt x="316735" y="5698991"/>
                  </a:lnTo>
                  <a:lnTo>
                    <a:pt x="316852" y="5698991"/>
                  </a:lnTo>
                  <a:lnTo>
                    <a:pt x="316852" y="5698560"/>
                  </a:lnTo>
                  <a:lnTo>
                    <a:pt x="316970" y="5698560"/>
                  </a:lnTo>
                  <a:lnTo>
                    <a:pt x="317088" y="5698560"/>
                  </a:lnTo>
                  <a:lnTo>
                    <a:pt x="317205" y="5698560"/>
                  </a:lnTo>
                  <a:lnTo>
                    <a:pt x="317323" y="5698560"/>
                  </a:lnTo>
                  <a:lnTo>
                    <a:pt x="317323" y="5698129"/>
                  </a:lnTo>
                  <a:lnTo>
                    <a:pt x="317440" y="5698129"/>
                  </a:lnTo>
                  <a:lnTo>
                    <a:pt x="317558" y="5698129"/>
                  </a:lnTo>
                  <a:lnTo>
                    <a:pt x="317558" y="5697699"/>
                  </a:lnTo>
                  <a:lnTo>
                    <a:pt x="317558" y="5697268"/>
                  </a:lnTo>
                  <a:lnTo>
                    <a:pt x="317676" y="5697268"/>
                  </a:lnTo>
                  <a:lnTo>
                    <a:pt x="317793" y="5697268"/>
                  </a:lnTo>
                  <a:lnTo>
                    <a:pt x="317793" y="5696838"/>
                  </a:lnTo>
                  <a:lnTo>
                    <a:pt x="317793" y="5696407"/>
                  </a:lnTo>
                  <a:lnTo>
                    <a:pt x="317793" y="5695976"/>
                  </a:lnTo>
                  <a:lnTo>
                    <a:pt x="317793" y="5695546"/>
                  </a:lnTo>
                  <a:lnTo>
                    <a:pt x="317911" y="5695546"/>
                  </a:lnTo>
                  <a:lnTo>
                    <a:pt x="317911" y="5695115"/>
                  </a:lnTo>
                  <a:lnTo>
                    <a:pt x="318028" y="5695115"/>
                  </a:lnTo>
                  <a:lnTo>
                    <a:pt x="318146" y="5695115"/>
                  </a:lnTo>
                  <a:lnTo>
                    <a:pt x="318264" y="5695115"/>
                  </a:lnTo>
                  <a:lnTo>
                    <a:pt x="318381" y="5695115"/>
                  </a:lnTo>
                  <a:lnTo>
                    <a:pt x="318499" y="5695115"/>
                  </a:lnTo>
                  <a:lnTo>
                    <a:pt x="318617" y="5695115"/>
                  </a:lnTo>
                  <a:lnTo>
                    <a:pt x="318617" y="5694685"/>
                  </a:lnTo>
                  <a:lnTo>
                    <a:pt x="318617" y="5694254"/>
                  </a:lnTo>
                  <a:lnTo>
                    <a:pt x="318734" y="5694254"/>
                  </a:lnTo>
                  <a:lnTo>
                    <a:pt x="318852" y="5694254"/>
                  </a:lnTo>
                  <a:lnTo>
                    <a:pt x="318969" y="5694254"/>
                  </a:lnTo>
                  <a:lnTo>
                    <a:pt x="319087" y="5694254"/>
                  </a:lnTo>
                  <a:lnTo>
                    <a:pt x="319205" y="5694254"/>
                  </a:lnTo>
                  <a:lnTo>
                    <a:pt x="319205" y="5693823"/>
                  </a:lnTo>
                  <a:lnTo>
                    <a:pt x="319322" y="5693823"/>
                  </a:lnTo>
                  <a:lnTo>
                    <a:pt x="319440" y="5693823"/>
                  </a:lnTo>
                  <a:lnTo>
                    <a:pt x="319557" y="5693823"/>
                  </a:lnTo>
                  <a:lnTo>
                    <a:pt x="319675" y="5693823"/>
                  </a:lnTo>
                  <a:lnTo>
                    <a:pt x="319793" y="5693823"/>
                  </a:lnTo>
                  <a:lnTo>
                    <a:pt x="319910" y="5693823"/>
                  </a:lnTo>
                  <a:lnTo>
                    <a:pt x="320028" y="5693823"/>
                  </a:lnTo>
                  <a:lnTo>
                    <a:pt x="320146" y="5693823"/>
                  </a:lnTo>
                  <a:lnTo>
                    <a:pt x="320263" y="5693823"/>
                  </a:lnTo>
                  <a:lnTo>
                    <a:pt x="320263" y="5693393"/>
                  </a:lnTo>
                  <a:lnTo>
                    <a:pt x="320381" y="5693393"/>
                  </a:lnTo>
                  <a:lnTo>
                    <a:pt x="320498" y="5693393"/>
                  </a:lnTo>
                  <a:lnTo>
                    <a:pt x="320498" y="5692962"/>
                  </a:lnTo>
                  <a:lnTo>
                    <a:pt x="320616" y="5692962"/>
                  </a:lnTo>
                  <a:lnTo>
                    <a:pt x="320616" y="5692532"/>
                  </a:lnTo>
                  <a:lnTo>
                    <a:pt x="320616" y="5692101"/>
                  </a:lnTo>
                  <a:lnTo>
                    <a:pt x="320734" y="5692101"/>
                  </a:lnTo>
                  <a:lnTo>
                    <a:pt x="320851" y="5692101"/>
                  </a:lnTo>
                  <a:lnTo>
                    <a:pt x="320969" y="5692101"/>
                  </a:lnTo>
                  <a:lnTo>
                    <a:pt x="321086" y="5692101"/>
                  </a:lnTo>
                  <a:lnTo>
                    <a:pt x="321086" y="5691670"/>
                  </a:lnTo>
                  <a:lnTo>
                    <a:pt x="321086" y="5691240"/>
                  </a:lnTo>
                  <a:lnTo>
                    <a:pt x="321204" y="5691240"/>
                  </a:lnTo>
                  <a:lnTo>
                    <a:pt x="321322" y="5691240"/>
                  </a:lnTo>
                  <a:lnTo>
                    <a:pt x="321439" y="5691240"/>
                  </a:lnTo>
                  <a:lnTo>
                    <a:pt x="321557" y="5691240"/>
                  </a:lnTo>
                  <a:lnTo>
                    <a:pt x="321675" y="5691240"/>
                  </a:lnTo>
                  <a:lnTo>
                    <a:pt x="321675" y="5690809"/>
                  </a:lnTo>
                  <a:lnTo>
                    <a:pt x="321675" y="5690379"/>
                  </a:lnTo>
                  <a:lnTo>
                    <a:pt x="321792" y="5690379"/>
                  </a:lnTo>
                  <a:lnTo>
                    <a:pt x="321910" y="5690379"/>
                  </a:lnTo>
                  <a:lnTo>
                    <a:pt x="322027" y="5690379"/>
                  </a:lnTo>
                  <a:lnTo>
                    <a:pt x="322145" y="5690379"/>
                  </a:lnTo>
                  <a:lnTo>
                    <a:pt x="322145" y="5689948"/>
                  </a:lnTo>
                  <a:lnTo>
                    <a:pt x="322145" y="5689517"/>
                  </a:lnTo>
                  <a:lnTo>
                    <a:pt x="322263" y="5689517"/>
                  </a:lnTo>
                  <a:lnTo>
                    <a:pt x="322263" y="5689087"/>
                  </a:lnTo>
                  <a:lnTo>
                    <a:pt x="322380" y="5689087"/>
                  </a:lnTo>
                  <a:lnTo>
                    <a:pt x="322498" y="5689087"/>
                  </a:lnTo>
                  <a:lnTo>
                    <a:pt x="322615" y="5689087"/>
                  </a:lnTo>
                  <a:lnTo>
                    <a:pt x="322733" y="5689087"/>
                  </a:lnTo>
                  <a:lnTo>
                    <a:pt x="322851" y="5689087"/>
                  </a:lnTo>
                  <a:lnTo>
                    <a:pt x="322968" y="5689087"/>
                  </a:lnTo>
                  <a:lnTo>
                    <a:pt x="323086" y="5689087"/>
                  </a:lnTo>
                  <a:lnTo>
                    <a:pt x="323203" y="5689087"/>
                  </a:lnTo>
                  <a:lnTo>
                    <a:pt x="323321" y="5689087"/>
                  </a:lnTo>
                  <a:lnTo>
                    <a:pt x="323439" y="5689087"/>
                  </a:lnTo>
                  <a:lnTo>
                    <a:pt x="323439" y="5688656"/>
                  </a:lnTo>
                  <a:lnTo>
                    <a:pt x="323556" y="5688656"/>
                  </a:lnTo>
                  <a:lnTo>
                    <a:pt x="323556" y="5688226"/>
                  </a:lnTo>
                  <a:lnTo>
                    <a:pt x="323674" y="5688226"/>
                  </a:lnTo>
                  <a:lnTo>
                    <a:pt x="323674" y="5687795"/>
                  </a:lnTo>
                  <a:lnTo>
                    <a:pt x="323674" y="5687364"/>
                  </a:lnTo>
                  <a:lnTo>
                    <a:pt x="323792" y="5687364"/>
                  </a:lnTo>
                  <a:lnTo>
                    <a:pt x="323909" y="5687364"/>
                  </a:lnTo>
                  <a:lnTo>
                    <a:pt x="324027" y="5687364"/>
                  </a:lnTo>
                  <a:lnTo>
                    <a:pt x="324027" y="5686934"/>
                  </a:lnTo>
                  <a:lnTo>
                    <a:pt x="324144" y="5686934"/>
                  </a:lnTo>
                  <a:lnTo>
                    <a:pt x="324262" y="5686934"/>
                  </a:lnTo>
                  <a:lnTo>
                    <a:pt x="324262" y="5686503"/>
                  </a:lnTo>
                  <a:lnTo>
                    <a:pt x="324262" y="5686073"/>
                  </a:lnTo>
                  <a:lnTo>
                    <a:pt x="324262" y="5685642"/>
                  </a:lnTo>
                  <a:lnTo>
                    <a:pt x="324380" y="5685642"/>
                  </a:lnTo>
                  <a:lnTo>
                    <a:pt x="324497" y="5685642"/>
                  </a:lnTo>
                  <a:lnTo>
                    <a:pt x="324615" y="5685642"/>
                  </a:lnTo>
                  <a:lnTo>
                    <a:pt x="324615" y="5685211"/>
                  </a:lnTo>
                  <a:lnTo>
                    <a:pt x="324732" y="5685211"/>
                  </a:lnTo>
                  <a:lnTo>
                    <a:pt x="324850" y="5685211"/>
                  </a:lnTo>
                  <a:lnTo>
                    <a:pt x="324850" y="5684781"/>
                  </a:lnTo>
                  <a:lnTo>
                    <a:pt x="324968" y="5684781"/>
                  </a:lnTo>
                  <a:lnTo>
                    <a:pt x="325085" y="5684781"/>
                  </a:lnTo>
                  <a:lnTo>
                    <a:pt x="325203" y="5684781"/>
                  </a:lnTo>
                  <a:lnTo>
                    <a:pt x="325321" y="5684781"/>
                  </a:lnTo>
                  <a:lnTo>
                    <a:pt x="325321" y="5684350"/>
                  </a:lnTo>
                  <a:lnTo>
                    <a:pt x="325438" y="5684350"/>
                  </a:lnTo>
                  <a:lnTo>
                    <a:pt x="325556" y="5684350"/>
                  </a:lnTo>
                  <a:lnTo>
                    <a:pt x="325673" y="5684350"/>
                  </a:lnTo>
                  <a:lnTo>
                    <a:pt x="325791" y="5684350"/>
                  </a:lnTo>
                  <a:lnTo>
                    <a:pt x="325791" y="5683920"/>
                  </a:lnTo>
                  <a:lnTo>
                    <a:pt x="325909" y="5683920"/>
                  </a:lnTo>
                  <a:lnTo>
                    <a:pt x="326026" y="5683920"/>
                  </a:lnTo>
                  <a:lnTo>
                    <a:pt x="326026" y="5683489"/>
                  </a:lnTo>
                  <a:lnTo>
                    <a:pt x="326144" y="5683489"/>
                  </a:lnTo>
                  <a:lnTo>
                    <a:pt x="326261" y="5683489"/>
                  </a:lnTo>
                  <a:lnTo>
                    <a:pt x="326261" y="5683058"/>
                  </a:lnTo>
                  <a:lnTo>
                    <a:pt x="326261" y="5682628"/>
                  </a:lnTo>
                  <a:lnTo>
                    <a:pt x="326379" y="5682628"/>
                  </a:lnTo>
                  <a:lnTo>
                    <a:pt x="326497" y="5682628"/>
                  </a:lnTo>
                  <a:lnTo>
                    <a:pt x="326614" y="5682628"/>
                  </a:lnTo>
                  <a:lnTo>
                    <a:pt x="326732" y="5682628"/>
                  </a:lnTo>
                  <a:lnTo>
                    <a:pt x="326850" y="5682628"/>
                  </a:lnTo>
                  <a:lnTo>
                    <a:pt x="326850" y="5682197"/>
                  </a:lnTo>
                  <a:lnTo>
                    <a:pt x="326850" y="5681767"/>
                  </a:lnTo>
                  <a:lnTo>
                    <a:pt x="326850" y="5681336"/>
                  </a:lnTo>
                  <a:lnTo>
                    <a:pt x="326967" y="5681336"/>
                  </a:lnTo>
                  <a:lnTo>
                    <a:pt x="326967" y="5680905"/>
                  </a:lnTo>
                  <a:lnTo>
                    <a:pt x="326967" y="5680475"/>
                  </a:lnTo>
                  <a:lnTo>
                    <a:pt x="327085" y="5680475"/>
                  </a:lnTo>
                  <a:lnTo>
                    <a:pt x="327202" y="5680475"/>
                  </a:lnTo>
                  <a:lnTo>
                    <a:pt x="327202" y="5680044"/>
                  </a:lnTo>
                  <a:lnTo>
                    <a:pt x="327320" y="5680044"/>
                  </a:lnTo>
                  <a:lnTo>
                    <a:pt x="327438" y="5680044"/>
                  </a:lnTo>
                  <a:lnTo>
                    <a:pt x="327438" y="5679614"/>
                  </a:lnTo>
                  <a:lnTo>
                    <a:pt x="327438" y="5679183"/>
                  </a:lnTo>
                  <a:lnTo>
                    <a:pt x="327555" y="5679183"/>
                  </a:lnTo>
                  <a:lnTo>
                    <a:pt x="327673" y="5679183"/>
                  </a:lnTo>
                  <a:lnTo>
                    <a:pt x="327790" y="5679183"/>
                  </a:lnTo>
                  <a:lnTo>
                    <a:pt x="327908" y="5679183"/>
                  </a:lnTo>
                  <a:lnTo>
                    <a:pt x="328026" y="5679183"/>
                  </a:lnTo>
                  <a:lnTo>
                    <a:pt x="328143" y="5679183"/>
                  </a:lnTo>
                  <a:lnTo>
                    <a:pt x="328143" y="5678752"/>
                  </a:lnTo>
                  <a:lnTo>
                    <a:pt x="328143" y="5678322"/>
                  </a:lnTo>
                  <a:lnTo>
                    <a:pt x="328261" y="5678322"/>
                  </a:lnTo>
                  <a:lnTo>
                    <a:pt x="328379" y="5678322"/>
                  </a:lnTo>
                  <a:lnTo>
                    <a:pt x="328379" y="5677891"/>
                  </a:lnTo>
                  <a:lnTo>
                    <a:pt x="328496" y="5677891"/>
                  </a:lnTo>
                  <a:lnTo>
                    <a:pt x="328614" y="5677891"/>
                  </a:lnTo>
                  <a:lnTo>
                    <a:pt x="328731" y="5677891"/>
                  </a:lnTo>
                  <a:lnTo>
                    <a:pt x="328731" y="5677461"/>
                  </a:lnTo>
                  <a:lnTo>
                    <a:pt x="328849" y="5677461"/>
                  </a:lnTo>
                  <a:lnTo>
                    <a:pt x="328967" y="5677461"/>
                  </a:lnTo>
                  <a:lnTo>
                    <a:pt x="328967" y="5677030"/>
                  </a:lnTo>
                  <a:lnTo>
                    <a:pt x="329084" y="5677030"/>
                  </a:lnTo>
                  <a:lnTo>
                    <a:pt x="329202" y="5677030"/>
                  </a:lnTo>
                  <a:lnTo>
                    <a:pt x="329319" y="5677030"/>
                  </a:lnTo>
                  <a:lnTo>
                    <a:pt x="329437" y="5677030"/>
                  </a:lnTo>
                  <a:lnTo>
                    <a:pt x="329555" y="5677030"/>
                  </a:lnTo>
                  <a:lnTo>
                    <a:pt x="329555" y="5676599"/>
                  </a:lnTo>
                  <a:lnTo>
                    <a:pt x="329672" y="5676599"/>
                  </a:lnTo>
                  <a:lnTo>
                    <a:pt x="329790" y="5676599"/>
                  </a:lnTo>
                  <a:lnTo>
                    <a:pt x="329908" y="5676599"/>
                  </a:lnTo>
                  <a:lnTo>
                    <a:pt x="330025" y="5676599"/>
                  </a:lnTo>
                  <a:lnTo>
                    <a:pt x="330143" y="5676599"/>
                  </a:lnTo>
                  <a:lnTo>
                    <a:pt x="330260" y="5676599"/>
                  </a:lnTo>
                  <a:lnTo>
                    <a:pt x="330378" y="5676599"/>
                  </a:lnTo>
                  <a:lnTo>
                    <a:pt x="330496" y="5676599"/>
                  </a:lnTo>
                  <a:lnTo>
                    <a:pt x="330496" y="5676169"/>
                  </a:lnTo>
                  <a:lnTo>
                    <a:pt x="330613" y="5676169"/>
                  </a:lnTo>
                  <a:lnTo>
                    <a:pt x="330731" y="5676169"/>
                  </a:lnTo>
                  <a:lnTo>
                    <a:pt x="330848" y="5676169"/>
                  </a:lnTo>
                  <a:lnTo>
                    <a:pt x="330966" y="5676169"/>
                  </a:lnTo>
                  <a:lnTo>
                    <a:pt x="331084" y="5676169"/>
                  </a:lnTo>
                  <a:lnTo>
                    <a:pt x="331084" y="5675738"/>
                  </a:lnTo>
                  <a:lnTo>
                    <a:pt x="331201" y="5675738"/>
                  </a:lnTo>
                  <a:lnTo>
                    <a:pt x="331201" y="5675308"/>
                  </a:lnTo>
                  <a:lnTo>
                    <a:pt x="331201" y="5674877"/>
                  </a:lnTo>
                  <a:lnTo>
                    <a:pt x="331319" y="5674877"/>
                  </a:lnTo>
                  <a:lnTo>
                    <a:pt x="331436" y="5674877"/>
                  </a:lnTo>
                  <a:lnTo>
                    <a:pt x="331554" y="5674877"/>
                  </a:lnTo>
                  <a:lnTo>
                    <a:pt x="331672" y="5674877"/>
                  </a:lnTo>
                  <a:lnTo>
                    <a:pt x="331789" y="5674877"/>
                  </a:lnTo>
                  <a:lnTo>
                    <a:pt x="331907" y="5674877"/>
                  </a:lnTo>
                  <a:lnTo>
                    <a:pt x="331907" y="5674446"/>
                  </a:lnTo>
                  <a:lnTo>
                    <a:pt x="332025" y="5674446"/>
                  </a:lnTo>
                  <a:lnTo>
                    <a:pt x="332025" y="5674016"/>
                  </a:lnTo>
                  <a:lnTo>
                    <a:pt x="332025" y="5673585"/>
                  </a:lnTo>
                  <a:lnTo>
                    <a:pt x="332142" y="5673585"/>
                  </a:lnTo>
                  <a:lnTo>
                    <a:pt x="332260" y="5673585"/>
                  </a:lnTo>
                  <a:lnTo>
                    <a:pt x="332260" y="5673155"/>
                  </a:lnTo>
                  <a:lnTo>
                    <a:pt x="332260" y="5672724"/>
                  </a:lnTo>
                  <a:lnTo>
                    <a:pt x="332260" y="5672293"/>
                  </a:lnTo>
                  <a:lnTo>
                    <a:pt x="332377" y="5672293"/>
                  </a:lnTo>
                  <a:lnTo>
                    <a:pt x="332495" y="5672293"/>
                  </a:lnTo>
                  <a:lnTo>
                    <a:pt x="332613" y="5672293"/>
                  </a:lnTo>
                  <a:lnTo>
                    <a:pt x="332613" y="5671863"/>
                  </a:lnTo>
                  <a:lnTo>
                    <a:pt x="332730" y="5671863"/>
                  </a:lnTo>
                  <a:lnTo>
                    <a:pt x="332848" y="5671863"/>
                  </a:lnTo>
                  <a:lnTo>
                    <a:pt x="332965" y="5671863"/>
                  </a:lnTo>
                  <a:lnTo>
                    <a:pt x="333083" y="5671863"/>
                  </a:lnTo>
                  <a:lnTo>
                    <a:pt x="333201" y="5671863"/>
                  </a:lnTo>
                  <a:lnTo>
                    <a:pt x="333318" y="5671863"/>
                  </a:lnTo>
                  <a:lnTo>
                    <a:pt x="333436" y="5671863"/>
                  </a:lnTo>
                  <a:lnTo>
                    <a:pt x="333554" y="5671863"/>
                  </a:lnTo>
                  <a:lnTo>
                    <a:pt x="333671" y="5671863"/>
                  </a:lnTo>
                  <a:lnTo>
                    <a:pt x="333789" y="5671863"/>
                  </a:lnTo>
                  <a:lnTo>
                    <a:pt x="333906" y="5671863"/>
                  </a:lnTo>
                  <a:lnTo>
                    <a:pt x="334024" y="5671863"/>
                  </a:lnTo>
                  <a:lnTo>
                    <a:pt x="334024" y="5671432"/>
                  </a:lnTo>
                  <a:lnTo>
                    <a:pt x="334142" y="5671432"/>
                  </a:lnTo>
                  <a:lnTo>
                    <a:pt x="334259" y="5671432"/>
                  </a:lnTo>
                  <a:lnTo>
                    <a:pt x="334377" y="5671432"/>
                  </a:lnTo>
                  <a:lnTo>
                    <a:pt x="334377" y="5671002"/>
                  </a:lnTo>
                  <a:lnTo>
                    <a:pt x="334494" y="5671002"/>
                  </a:lnTo>
                  <a:lnTo>
                    <a:pt x="334612" y="5671002"/>
                  </a:lnTo>
                  <a:lnTo>
                    <a:pt x="334730" y="5671002"/>
                  </a:lnTo>
                  <a:lnTo>
                    <a:pt x="334730" y="5670571"/>
                  </a:lnTo>
                  <a:lnTo>
                    <a:pt x="334847" y="5670571"/>
                  </a:lnTo>
                  <a:lnTo>
                    <a:pt x="334965" y="5670571"/>
                  </a:lnTo>
                  <a:lnTo>
                    <a:pt x="335083" y="5670571"/>
                  </a:lnTo>
                  <a:lnTo>
                    <a:pt x="335083" y="5670140"/>
                  </a:lnTo>
                  <a:lnTo>
                    <a:pt x="335200" y="5670140"/>
                  </a:lnTo>
                  <a:lnTo>
                    <a:pt x="335318" y="5670140"/>
                  </a:lnTo>
                  <a:lnTo>
                    <a:pt x="335318" y="5669710"/>
                  </a:lnTo>
                  <a:lnTo>
                    <a:pt x="335435" y="5669710"/>
                  </a:lnTo>
                  <a:lnTo>
                    <a:pt x="335435" y="5669279"/>
                  </a:lnTo>
                  <a:lnTo>
                    <a:pt x="335553" y="5669279"/>
                  </a:lnTo>
                  <a:lnTo>
                    <a:pt x="335671" y="5669279"/>
                  </a:lnTo>
                  <a:lnTo>
                    <a:pt x="335788" y="5669279"/>
                  </a:lnTo>
                  <a:lnTo>
                    <a:pt x="335906" y="5669279"/>
                  </a:lnTo>
                  <a:lnTo>
                    <a:pt x="336023" y="5669279"/>
                  </a:lnTo>
                  <a:lnTo>
                    <a:pt x="336023" y="5668849"/>
                  </a:lnTo>
                  <a:lnTo>
                    <a:pt x="336023" y="5668418"/>
                  </a:lnTo>
                  <a:lnTo>
                    <a:pt x="336141" y="5668418"/>
                  </a:lnTo>
                  <a:lnTo>
                    <a:pt x="336259" y="5668418"/>
                  </a:lnTo>
                  <a:lnTo>
                    <a:pt x="336259" y="5667987"/>
                  </a:lnTo>
                  <a:lnTo>
                    <a:pt x="336259" y="5667557"/>
                  </a:lnTo>
                  <a:lnTo>
                    <a:pt x="336259" y="5667126"/>
                  </a:lnTo>
                  <a:lnTo>
                    <a:pt x="336259" y="5666696"/>
                  </a:lnTo>
                  <a:lnTo>
                    <a:pt x="336376" y="5666696"/>
                  </a:lnTo>
                  <a:lnTo>
                    <a:pt x="336376" y="5666265"/>
                  </a:lnTo>
                  <a:lnTo>
                    <a:pt x="336376" y="5665834"/>
                  </a:lnTo>
                  <a:lnTo>
                    <a:pt x="336376" y="5665404"/>
                  </a:lnTo>
                  <a:lnTo>
                    <a:pt x="336376" y="5664973"/>
                  </a:lnTo>
                  <a:lnTo>
                    <a:pt x="336376" y="5664543"/>
                  </a:lnTo>
                  <a:lnTo>
                    <a:pt x="336494" y="5664543"/>
                  </a:lnTo>
                  <a:lnTo>
                    <a:pt x="336612" y="5664543"/>
                  </a:lnTo>
                  <a:lnTo>
                    <a:pt x="336612" y="5664112"/>
                  </a:lnTo>
                  <a:lnTo>
                    <a:pt x="336612" y="5663681"/>
                  </a:lnTo>
                  <a:lnTo>
                    <a:pt x="336729" y="5663681"/>
                  </a:lnTo>
                  <a:lnTo>
                    <a:pt x="336729" y="5663251"/>
                  </a:lnTo>
                  <a:lnTo>
                    <a:pt x="336847" y="5663251"/>
                  </a:lnTo>
                  <a:lnTo>
                    <a:pt x="336964" y="5663251"/>
                  </a:lnTo>
                  <a:lnTo>
                    <a:pt x="337082" y="5663251"/>
                  </a:lnTo>
                  <a:lnTo>
                    <a:pt x="337200" y="5663251"/>
                  </a:lnTo>
                  <a:lnTo>
                    <a:pt x="337200" y="5662820"/>
                  </a:lnTo>
                  <a:lnTo>
                    <a:pt x="337200" y="5662390"/>
                  </a:lnTo>
                  <a:lnTo>
                    <a:pt x="337317" y="5662390"/>
                  </a:lnTo>
                  <a:lnTo>
                    <a:pt x="337435" y="5662390"/>
                  </a:lnTo>
                  <a:lnTo>
                    <a:pt x="337435" y="5661959"/>
                  </a:lnTo>
                  <a:lnTo>
                    <a:pt x="337552" y="5661959"/>
                  </a:lnTo>
                  <a:lnTo>
                    <a:pt x="337670" y="5661959"/>
                  </a:lnTo>
                  <a:lnTo>
                    <a:pt x="337788" y="5661959"/>
                  </a:lnTo>
                  <a:lnTo>
                    <a:pt x="337788" y="5661528"/>
                  </a:lnTo>
                  <a:lnTo>
                    <a:pt x="337788" y="5661098"/>
                  </a:lnTo>
                  <a:lnTo>
                    <a:pt x="337905" y="5661098"/>
                  </a:lnTo>
                  <a:lnTo>
                    <a:pt x="338023" y="5661098"/>
                  </a:lnTo>
                  <a:lnTo>
                    <a:pt x="338023" y="5660667"/>
                  </a:lnTo>
                  <a:lnTo>
                    <a:pt x="338141" y="5660667"/>
                  </a:lnTo>
                  <a:lnTo>
                    <a:pt x="338258" y="5660667"/>
                  </a:lnTo>
                  <a:lnTo>
                    <a:pt x="338376" y="5660667"/>
                  </a:lnTo>
                  <a:lnTo>
                    <a:pt x="338493" y="5660667"/>
                  </a:lnTo>
                  <a:lnTo>
                    <a:pt x="338611" y="5660667"/>
                  </a:lnTo>
                  <a:lnTo>
                    <a:pt x="338611" y="5660237"/>
                  </a:lnTo>
                  <a:lnTo>
                    <a:pt x="338611" y="5659806"/>
                  </a:lnTo>
                  <a:lnTo>
                    <a:pt x="338729" y="5659806"/>
                  </a:lnTo>
                  <a:lnTo>
                    <a:pt x="338846" y="5659806"/>
                  </a:lnTo>
                  <a:lnTo>
                    <a:pt x="338964" y="5659806"/>
                  </a:lnTo>
                  <a:lnTo>
                    <a:pt x="338964" y="5659375"/>
                  </a:lnTo>
                  <a:lnTo>
                    <a:pt x="339081" y="5659375"/>
                  </a:lnTo>
                  <a:lnTo>
                    <a:pt x="339081" y="5658945"/>
                  </a:lnTo>
                  <a:lnTo>
                    <a:pt x="339081" y="5658514"/>
                  </a:lnTo>
                  <a:lnTo>
                    <a:pt x="339081" y="5658084"/>
                  </a:lnTo>
                  <a:lnTo>
                    <a:pt x="339199" y="5658084"/>
                  </a:lnTo>
                  <a:lnTo>
                    <a:pt x="339317" y="5658084"/>
                  </a:lnTo>
                  <a:lnTo>
                    <a:pt x="339317" y="5657653"/>
                  </a:lnTo>
                  <a:lnTo>
                    <a:pt x="339317" y="5657222"/>
                  </a:lnTo>
                  <a:lnTo>
                    <a:pt x="339434" y="5657222"/>
                  </a:lnTo>
                  <a:lnTo>
                    <a:pt x="339552" y="5657222"/>
                  </a:lnTo>
                  <a:lnTo>
                    <a:pt x="339669" y="5657222"/>
                  </a:lnTo>
                  <a:lnTo>
                    <a:pt x="339669" y="5656792"/>
                  </a:lnTo>
                  <a:lnTo>
                    <a:pt x="339787" y="5656792"/>
                  </a:lnTo>
                  <a:lnTo>
                    <a:pt x="339905" y="5656792"/>
                  </a:lnTo>
                  <a:lnTo>
                    <a:pt x="339905" y="5656361"/>
                  </a:lnTo>
                  <a:lnTo>
                    <a:pt x="339905" y="5655931"/>
                  </a:lnTo>
                  <a:lnTo>
                    <a:pt x="340022" y="5655931"/>
                  </a:lnTo>
                  <a:lnTo>
                    <a:pt x="340022" y="5655500"/>
                  </a:lnTo>
                  <a:lnTo>
                    <a:pt x="340140" y="5655500"/>
                  </a:lnTo>
                  <a:lnTo>
                    <a:pt x="340258" y="5655500"/>
                  </a:lnTo>
                  <a:lnTo>
                    <a:pt x="340258" y="5655069"/>
                  </a:lnTo>
                  <a:lnTo>
                    <a:pt x="340258" y="5654639"/>
                  </a:lnTo>
                  <a:lnTo>
                    <a:pt x="340375" y="5654639"/>
                  </a:lnTo>
                  <a:lnTo>
                    <a:pt x="340493" y="5654639"/>
                  </a:lnTo>
                  <a:lnTo>
                    <a:pt x="340493" y="5654208"/>
                  </a:lnTo>
                  <a:lnTo>
                    <a:pt x="340493" y="5653778"/>
                  </a:lnTo>
                  <a:lnTo>
                    <a:pt x="340610" y="5653778"/>
                  </a:lnTo>
                  <a:lnTo>
                    <a:pt x="340728" y="5653778"/>
                  </a:lnTo>
                  <a:lnTo>
                    <a:pt x="340846" y="5653778"/>
                  </a:lnTo>
                  <a:lnTo>
                    <a:pt x="340846" y="5653347"/>
                  </a:lnTo>
                  <a:lnTo>
                    <a:pt x="340963" y="5653347"/>
                  </a:lnTo>
                  <a:lnTo>
                    <a:pt x="341081" y="5653347"/>
                  </a:lnTo>
                  <a:lnTo>
                    <a:pt x="341081" y="5652916"/>
                  </a:lnTo>
                  <a:lnTo>
                    <a:pt x="341081" y="5652486"/>
                  </a:lnTo>
                  <a:lnTo>
                    <a:pt x="341081" y="5652055"/>
                  </a:lnTo>
                  <a:lnTo>
                    <a:pt x="341198" y="5652055"/>
                  </a:lnTo>
                  <a:lnTo>
                    <a:pt x="341316" y="5652055"/>
                  </a:lnTo>
                  <a:lnTo>
                    <a:pt x="341434" y="5652055"/>
                  </a:lnTo>
                  <a:lnTo>
                    <a:pt x="341551" y="5652055"/>
                  </a:lnTo>
                  <a:lnTo>
                    <a:pt x="341669" y="5652055"/>
                  </a:lnTo>
                  <a:lnTo>
                    <a:pt x="341787" y="5652055"/>
                  </a:lnTo>
                  <a:lnTo>
                    <a:pt x="341904" y="5652055"/>
                  </a:lnTo>
                  <a:lnTo>
                    <a:pt x="342022" y="5652055"/>
                  </a:lnTo>
                  <a:lnTo>
                    <a:pt x="342139" y="5652055"/>
                  </a:lnTo>
                  <a:lnTo>
                    <a:pt x="342257" y="5652055"/>
                  </a:lnTo>
                  <a:lnTo>
                    <a:pt x="342375" y="5652055"/>
                  </a:lnTo>
                  <a:lnTo>
                    <a:pt x="342492" y="5652055"/>
                  </a:lnTo>
                  <a:lnTo>
                    <a:pt x="342610" y="5652055"/>
                  </a:lnTo>
                  <a:lnTo>
                    <a:pt x="342727" y="5652055"/>
                  </a:lnTo>
                  <a:lnTo>
                    <a:pt x="342727" y="5651625"/>
                  </a:lnTo>
                  <a:lnTo>
                    <a:pt x="342845" y="5651625"/>
                  </a:lnTo>
                  <a:lnTo>
                    <a:pt x="342845" y="5651194"/>
                  </a:lnTo>
                  <a:lnTo>
                    <a:pt x="342845" y="5650763"/>
                  </a:lnTo>
                  <a:lnTo>
                    <a:pt x="342963" y="5650763"/>
                  </a:lnTo>
                  <a:lnTo>
                    <a:pt x="342963" y="5650333"/>
                  </a:lnTo>
                  <a:lnTo>
                    <a:pt x="343080" y="5650333"/>
                  </a:lnTo>
                  <a:lnTo>
                    <a:pt x="343080" y="5649902"/>
                  </a:lnTo>
                  <a:lnTo>
                    <a:pt x="343198" y="5649902"/>
                  </a:lnTo>
                  <a:lnTo>
                    <a:pt x="343198" y="5649472"/>
                  </a:lnTo>
                  <a:lnTo>
                    <a:pt x="343316" y="5649472"/>
                  </a:lnTo>
                  <a:lnTo>
                    <a:pt x="343433" y="5649472"/>
                  </a:lnTo>
                  <a:lnTo>
                    <a:pt x="343433" y="5649041"/>
                  </a:lnTo>
                  <a:lnTo>
                    <a:pt x="343551" y="5649041"/>
                  </a:lnTo>
                  <a:lnTo>
                    <a:pt x="343551" y="5648610"/>
                  </a:lnTo>
                  <a:lnTo>
                    <a:pt x="343668" y="5648610"/>
                  </a:lnTo>
                  <a:lnTo>
                    <a:pt x="343786" y="5648610"/>
                  </a:lnTo>
                  <a:lnTo>
                    <a:pt x="343904" y="5648610"/>
                  </a:lnTo>
                  <a:lnTo>
                    <a:pt x="344021" y="5648610"/>
                  </a:lnTo>
                  <a:lnTo>
                    <a:pt x="344139" y="5648610"/>
                  </a:lnTo>
                  <a:lnTo>
                    <a:pt x="344139" y="5648180"/>
                  </a:lnTo>
                  <a:lnTo>
                    <a:pt x="344256" y="5648180"/>
                  </a:lnTo>
                  <a:lnTo>
                    <a:pt x="344374" y="5648180"/>
                  </a:lnTo>
                  <a:lnTo>
                    <a:pt x="344374" y="5647749"/>
                  </a:lnTo>
                  <a:lnTo>
                    <a:pt x="344492" y="5647749"/>
                  </a:lnTo>
                  <a:lnTo>
                    <a:pt x="344609" y="5647749"/>
                  </a:lnTo>
                  <a:lnTo>
                    <a:pt x="344727" y="5647749"/>
                  </a:lnTo>
                  <a:lnTo>
                    <a:pt x="344727" y="5647319"/>
                  </a:lnTo>
                  <a:lnTo>
                    <a:pt x="344845" y="5647319"/>
                  </a:lnTo>
                  <a:lnTo>
                    <a:pt x="344845" y="5646888"/>
                  </a:lnTo>
                  <a:lnTo>
                    <a:pt x="344962" y="5646888"/>
                  </a:lnTo>
                  <a:lnTo>
                    <a:pt x="344962" y="5646457"/>
                  </a:lnTo>
                  <a:lnTo>
                    <a:pt x="344962" y="5646027"/>
                  </a:lnTo>
                  <a:lnTo>
                    <a:pt x="345080" y="5646027"/>
                  </a:lnTo>
                  <a:lnTo>
                    <a:pt x="345080" y="5645596"/>
                  </a:lnTo>
                  <a:lnTo>
                    <a:pt x="345080" y="5645166"/>
                  </a:lnTo>
                  <a:lnTo>
                    <a:pt x="345197" y="5645166"/>
                  </a:lnTo>
                  <a:lnTo>
                    <a:pt x="345197" y="5644735"/>
                  </a:lnTo>
                  <a:lnTo>
                    <a:pt x="345197" y="5644304"/>
                  </a:lnTo>
                  <a:lnTo>
                    <a:pt x="345197" y="5643874"/>
                  </a:lnTo>
                  <a:lnTo>
                    <a:pt x="345315" y="5643874"/>
                  </a:lnTo>
                  <a:lnTo>
                    <a:pt x="345315" y="5643443"/>
                  </a:lnTo>
                  <a:lnTo>
                    <a:pt x="345433" y="5643443"/>
                  </a:lnTo>
                  <a:lnTo>
                    <a:pt x="345550" y="5643443"/>
                  </a:lnTo>
                  <a:lnTo>
                    <a:pt x="345550" y="5643013"/>
                  </a:lnTo>
                  <a:lnTo>
                    <a:pt x="345550" y="5642582"/>
                  </a:lnTo>
                  <a:lnTo>
                    <a:pt x="345668" y="5642582"/>
                  </a:lnTo>
                  <a:lnTo>
                    <a:pt x="345668" y="5642151"/>
                  </a:lnTo>
                  <a:lnTo>
                    <a:pt x="345668" y="5641721"/>
                  </a:lnTo>
                  <a:lnTo>
                    <a:pt x="345668" y="5641290"/>
                  </a:lnTo>
                  <a:lnTo>
                    <a:pt x="345668" y="5640860"/>
                  </a:lnTo>
                  <a:lnTo>
                    <a:pt x="345785" y="5640860"/>
                  </a:lnTo>
                  <a:lnTo>
                    <a:pt x="345903" y="5640860"/>
                  </a:lnTo>
                  <a:lnTo>
                    <a:pt x="345903" y="5640429"/>
                  </a:lnTo>
                  <a:lnTo>
                    <a:pt x="346021" y="5640429"/>
                  </a:lnTo>
                  <a:lnTo>
                    <a:pt x="346021" y="5639998"/>
                  </a:lnTo>
                  <a:lnTo>
                    <a:pt x="346138" y="5639998"/>
                  </a:lnTo>
                  <a:lnTo>
                    <a:pt x="346138" y="5639568"/>
                  </a:lnTo>
                  <a:lnTo>
                    <a:pt x="346138" y="5639137"/>
                  </a:lnTo>
                  <a:lnTo>
                    <a:pt x="346256" y="5639137"/>
                  </a:lnTo>
                  <a:lnTo>
                    <a:pt x="346374" y="5639137"/>
                  </a:lnTo>
                  <a:lnTo>
                    <a:pt x="346374" y="5638707"/>
                  </a:lnTo>
                  <a:lnTo>
                    <a:pt x="346491" y="5638707"/>
                  </a:lnTo>
                  <a:lnTo>
                    <a:pt x="346609" y="5638707"/>
                  </a:lnTo>
                  <a:lnTo>
                    <a:pt x="346726" y="5638707"/>
                  </a:lnTo>
                  <a:lnTo>
                    <a:pt x="346726" y="5638276"/>
                  </a:lnTo>
                  <a:lnTo>
                    <a:pt x="346726" y="5637845"/>
                  </a:lnTo>
                  <a:lnTo>
                    <a:pt x="346844" y="5637845"/>
                  </a:lnTo>
                  <a:lnTo>
                    <a:pt x="346844" y="5637415"/>
                  </a:lnTo>
                  <a:lnTo>
                    <a:pt x="346962" y="5637415"/>
                  </a:lnTo>
                  <a:lnTo>
                    <a:pt x="346962" y="5636984"/>
                  </a:lnTo>
                  <a:lnTo>
                    <a:pt x="347079" y="5636984"/>
                  </a:lnTo>
                  <a:lnTo>
                    <a:pt x="347079" y="5636554"/>
                  </a:lnTo>
                  <a:lnTo>
                    <a:pt x="347197" y="5636554"/>
                  </a:lnTo>
                  <a:lnTo>
                    <a:pt x="347314" y="5636554"/>
                  </a:lnTo>
                  <a:lnTo>
                    <a:pt x="347314" y="5636123"/>
                  </a:lnTo>
                  <a:lnTo>
                    <a:pt x="347432" y="5636123"/>
                  </a:lnTo>
                  <a:lnTo>
                    <a:pt x="347550" y="5636123"/>
                  </a:lnTo>
                  <a:lnTo>
                    <a:pt x="347667" y="5636123"/>
                  </a:lnTo>
                  <a:lnTo>
                    <a:pt x="347785" y="5636123"/>
                  </a:lnTo>
                  <a:lnTo>
                    <a:pt x="347902" y="5636123"/>
                  </a:lnTo>
                  <a:lnTo>
                    <a:pt x="348020" y="5636123"/>
                  </a:lnTo>
                  <a:lnTo>
                    <a:pt x="348138" y="5636123"/>
                  </a:lnTo>
                  <a:lnTo>
                    <a:pt x="348138" y="5635692"/>
                  </a:lnTo>
                  <a:lnTo>
                    <a:pt x="348138" y="5635262"/>
                  </a:lnTo>
                  <a:lnTo>
                    <a:pt x="348138" y="5634831"/>
                  </a:lnTo>
                  <a:lnTo>
                    <a:pt x="348255" y="5634831"/>
                  </a:lnTo>
                  <a:lnTo>
                    <a:pt x="348373" y="5634831"/>
                  </a:lnTo>
                  <a:lnTo>
                    <a:pt x="348491" y="5634831"/>
                  </a:lnTo>
                  <a:lnTo>
                    <a:pt x="348491" y="5634401"/>
                  </a:lnTo>
                  <a:lnTo>
                    <a:pt x="348608" y="5634401"/>
                  </a:lnTo>
                  <a:lnTo>
                    <a:pt x="348726" y="5634401"/>
                  </a:lnTo>
                  <a:lnTo>
                    <a:pt x="348726" y="5633970"/>
                  </a:lnTo>
                  <a:lnTo>
                    <a:pt x="348843" y="5633970"/>
                  </a:lnTo>
                  <a:lnTo>
                    <a:pt x="348843" y="5633539"/>
                  </a:lnTo>
                  <a:lnTo>
                    <a:pt x="348961" y="5633539"/>
                  </a:lnTo>
                  <a:lnTo>
                    <a:pt x="348961" y="5633109"/>
                  </a:lnTo>
                  <a:lnTo>
                    <a:pt x="349079" y="5633109"/>
                  </a:lnTo>
                  <a:lnTo>
                    <a:pt x="349196" y="5633109"/>
                  </a:lnTo>
                  <a:lnTo>
                    <a:pt x="349196" y="5632678"/>
                  </a:lnTo>
                  <a:lnTo>
                    <a:pt x="349196" y="5632248"/>
                  </a:lnTo>
                  <a:lnTo>
                    <a:pt x="349196" y="5631817"/>
                  </a:lnTo>
                  <a:lnTo>
                    <a:pt x="349196" y="5631386"/>
                  </a:lnTo>
                  <a:lnTo>
                    <a:pt x="349314" y="5631386"/>
                  </a:lnTo>
                  <a:lnTo>
                    <a:pt x="349431" y="5631386"/>
                  </a:lnTo>
                  <a:lnTo>
                    <a:pt x="349431" y="5630956"/>
                  </a:lnTo>
                  <a:lnTo>
                    <a:pt x="349549" y="5630956"/>
                  </a:lnTo>
                  <a:lnTo>
                    <a:pt x="349667" y="5630956"/>
                  </a:lnTo>
                  <a:lnTo>
                    <a:pt x="349784" y="5630956"/>
                  </a:lnTo>
                  <a:lnTo>
                    <a:pt x="349784" y="5630525"/>
                  </a:lnTo>
                  <a:lnTo>
                    <a:pt x="349902" y="5630525"/>
                  </a:lnTo>
                  <a:lnTo>
                    <a:pt x="350020" y="5630525"/>
                  </a:lnTo>
                  <a:lnTo>
                    <a:pt x="350137" y="5630525"/>
                  </a:lnTo>
                  <a:lnTo>
                    <a:pt x="350255" y="5630525"/>
                  </a:lnTo>
                  <a:lnTo>
                    <a:pt x="350255" y="5630095"/>
                  </a:lnTo>
                  <a:lnTo>
                    <a:pt x="350255" y="5629664"/>
                  </a:lnTo>
                  <a:lnTo>
                    <a:pt x="350255" y="5629233"/>
                  </a:lnTo>
                  <a:lnTo>
                    <a:pt x="350372" y="5629233"/>
                  </a:lnTo>
                  <a:lnTo>
                    <a:pt x="350490" y="5629233"/>
                  </a:lnTo>
                  <a:lnTo>
                    <a:pt x="350608" y="5629233"/>
                  </a:lnTo>
                  <a:lnTo>
                    <a:pt x="350608" y="5628803"/>
                  </a:lnTo>
                  <a:lnTo>
                    <a:pt x="350725" y="5628803"/>
                  </a:lnTo>
                  <a:lnTo>
                    <a:pt x="350725" y="5628372"/>
                  </a:lnTo>
                  <a:lnTo>
                    <a:pt x="350725" y="5627942"/>
                  </a:lnTo>
                  <a:lnTo>
                    <a:pt x="350725" y="5627511"/>
                  </a:lnTo>
                  <a:lnTo>
                    <a:pt x="350843" y="5627511"/>
                  </a:lnTo>
                  <a:lnTo>
                    <a:pt x="350960" y="5627511"/>
                  </a:lnTo>
                  <a:lnTo>
                    <a:pt x="350960" y="5627080"/>
                  </a:lnTo>
                  <a:lnTo>
                    <a:pt x="351078" y="5627080"/>
                  </a:lnTo>
                  <a:lnTo>
                    <a:pt x="351078" y="5626650"/>
                  </a:lnTo>
                  <a:lnTo>
                    <a:pt x="351078" y="5626219"/>
                  </a:lnTo>
                  <a:lnTo>
                    <a:pt x="351078" y="5625789"/>
                  </a:lnTo>
                  <a:lnTo>
                    <a:pt x="351196" y="5625789"/>
                  </a:lnTo>
                  <a:lnTo>
                    <a:pt x="351313" y="5625789"/>
                  </a:lnTo>
                  <a:lnTo>
                    <a:pt x="351313" y="5625358"/>
                  </a:lnTo>
                  <a:lnTo>
                    <a:pt x="351431" y="5625358"/>
                  </a:lnTo>
                  <a:lnTo>
                    <a:pt x="351549" y="5625358"/>
                  </a:lnTo>
                  <a:lnTo>
                    <a:pt x="351666" y="5625358"/>
                  </a:lnTo>
                  <a:lnTo>
                    <a:pt x="351784" y="5625358"/>
                  </a:lnTo>
                  <a:lnTo>
                    <a:pt x="351784" y="5624927"/>
                  </a:lnTo>
                  <a:lnTo>
                    <a:pt x="351784" y="5624497"/>
                  </a:lnTo>
                  <a:lnTo>
                    <a:pt x="351784" y="5624066"/>
                  </a:lnTo>
                  <a:lnTo>
                    <a:pt x="351784" y="5623636"/>
                  </a:lnTo>
                  <a:lnTo>
                    <a:pt x="351901" y="5623636"/>
                  </a:lnTo>
                  <a:lnTo>
                    <a:pt x="352019" y="5623636"/>
                  </a:lnTo>
                  <a:lnTo>
                    <a:pt x="352137" y="5623636"/>
                  </a:lnTo>
                  <a:lnTo>
                    <a:pt x="352137" y="5623205"/>
                  </a:lnTo>
                  <a:lnTo>
                    <a:pt x="352137" y="5622774"/>
                  </a:lnTo>
                  <a:lnTo>
                    <a:pt x="352254" y="5622774"/>
                  </a:lnTo>
                  <a:lnTo>
                    <a:pt x="352254" y="5622344"/>
                  </a:lnTo>
                  <a:lnTo>
                    <a:pt x="352372" y="5622344"/>
                  </a:lnTo>
                  <a:lnTo>
                    <a:pt x="352372" y="5621913"/>
                  </a:lnTo>
                  <a:lnTo>
                    <a:pt x="352489" y="5621913"/>
                  </a:lnTo>
                  <a:lnTo>
                    <a:pt x="352607" y="5621913"/>
                  </a:lnTo>
                  <a:lnTo>
                    <a:pt x="352725" y="5621913"/>
                  </a:lnTo>
                  <a:lnTo>
                    <a:pt x="352842" y="5621913"/>
                  </a:lnTo>
                  <a:lnTo>
                    <a:pt x="352842" y="5621483"/>
                  </a:lnTo>
                  <a:lnTo>
                    <a:pt x="352960" y="5621483"/>
                  </a:lnTo>
                  <a:lnTo>
                    <a:pt x="352960" y="5621052"/>
                  </a:lnTo>
                  <a:lnTo>
                    <a:pt x="353078" y="5621052"/>
                  </a:lnTo>
                  <a:lnTo>
                    <a:pt x="353195" y="5621052"/>
                  </a:lnTo>
                  <a:lnTo>
                    <a:pt x="353313" y="5621052"/>
                  </a:lnTo>
                  <a:lnTo>
                    <a:pt x="353430" y="5621052"/>
                  </a:lnTo>
                  <a:lnTo>
                    <a:pt x="353548" y="5621052"/>
                  </a:lnTo>
                  <a:lnTo>
                    <a:pt x="353548" y="5620621"/>
                  </a:lnTo>
                  <a:lnTo>
                    <a:pt x="353666" y="5620621"/>
                  </a:lnTo>
                  <a:lnTo>
                    <a:pt x="353666" y="5620191"/>
                  </a:lnTo>
                  <a:lnTo>
                    <a:pt x="353783" y="5620191"/>
                  </a:lnTo>
                  <a:lnTo>
                    <a:pt x="353901" y="5620191"/>
                  </a:lnTo>
                  <a:lnTo>
                    <a:pt x="353901" y="5619760"/>
                  </a:lnTo>
                  <a:lnTo>
                    <a:pt x="353901" y="5619330"/>
                  </a:lnTo>
                  <a:lnTo>
                    <a:pt x="353901" y="5618899"/>
                  </a:lnTo>
                  <a:lnTo>
                    <a:pt x="354018" y="5618899"/>
                  </a:lnTo>
                  <a:lnTo>
                    <a:pt x="354136" y="5618899"/>
                  </a:lnTo>
                  <a:lnTo>
                    <a:pt x="354254" y="5618899"/>
                  </a:lnTo>
                  <a:lnTo>
                    <a:pt x="354254" y="5618468"/>
                  </a:lnTo>
                  <a:lnTo>
                    <a:pt x="354254" y="5618038"/>
                  </a:lnTo>
                  <a:lnTo>
                    <a:pt x="354371" y="5618038"/>
                  </a:lnTo>
                  <a:lnTo>
                    <a:pt x="354489" y="5618038"/>
                  </a:lnTo>
                  <a:lnTo>
                    <a:pt x="354489" y="5617607"/>
                  </a:lnTo>
                  <a:lnTo>
                    <a:pt x="354607" y="5617607"/>
                  </a:lnTo>
                  <a:lnTo>
                    <a:pt x="354724" y="5617607"/>
                  </a:lnTo>
                  <a:lnTo>
                    <a:pt x="354724" y="5617177"/>
                  </a:lnTo>
                  <a:lnTo>
                    <a:pt x="354842" y="5617177"/>
                  </a:lnTo>
                  <a:lnTo>
                    <a:pt x="354959" y="5617177"/>
                  </a:lnTo>
                  <a:lnTo>
                    <a:pt x="355077" y="5617177"/>
                  </a:lnTo>
                  <a:lnTo>
                    <a:pt x="355195" y="5617177"/>
                  </a:lnTo>
                  <a:lnTo>
                    <a:pt x="355312" y="5617177"/>
                  </a:lnTo>
                  <a:lnTo>
                    <a:pt x="355430" y="5617177"/>
                  </a:lnTo>
                  <a:lnTo>
                    <a:pt x="355547" y="5617177"/>
                  </a:lnTo>
                  <a:lnTo>
                    <a:pt x="355547" y="5616746"/>
                  </a:lnTo>
                  <a:lnTo>
                    <a:pt x="355665" y="5616746"/>
                  </a:lnTo>
                  <a:lnTo>
                    <a:pt x="355783" y="5616746"/>
                  </a:lnTo>
                  <a:lnTo>
                    <a:pt x="355900" y="5616746"/>
                  </a:lnTo>
                  <a:lnTo>
                    <a:pt x="356018" y="5616746"/>
                  </a:lnTo>
                  <a:lnTo>
                    <a:pt x="356135" y="5616746"/>
                  </a:lnTo>
                  <a:lnTo>
                    <a:pt x="356135" y="5616315"/>
                  </a:lnTo>
                  <a:lnTo>
                    <a:pt x="356253" y="5616315"/>
                  </a:lnTo>
                  <a:lnTo>
                    <a:pt x="356371" y="5616315"/>
                  </a:lnTo>
                  <a:lnTo>
                    <a:pt x="356371" y="5615885"/>
                  </a:lnTo>
                  <a:lnTo>
                    <a:pt x="356488" y="5615885"/>
                  </a:lnTo>
                  <a:lnTo>
                    <a:pt x="356606" y="5615885"/>
                  </a:lnTo>
                  <a:lnTo>
                    <a:pt x="356724" y="5615885"/>
                  </a:lnTo>
                  <a:lnTo>
                    <a:pt x="356724" y="5615454"/>
                  </a:lnTo>
                  <a:lnTo>
                    <a:pt x="356841" y="5615454"/>
                  </a:lnTo>
                  <a:lnTo>
                    <a:pt x="356959" y="5615454"/>
                  </a:lnTo>
                  <a:lnTo>
                    <a:pt x="356959" y="5615024"/>
                  </a:lnTo>
                  <a:lnTo>
                    <a:pt x="357076" y="5615024"/>
                  </a:lnTo>
                  <a:lnTo>
                    <a:pt x="357076" y="5614593"/>
                  </a:lnTo>
                  <a:lnTo>
                    <a:pt x="357194" y="5614593"/>
                  </a:lnTo>
                  <a:lnTo>
                    <a:pt x="357312" y="5614593"/>
                  </a:lnTo>
                  <a:lnTo>
                    <a:pt x="357312" y="5614162"/>
                  </a:lnTo>
                  <a:lnTo>
                    <a:pt x="357429" y="5614162"/>
                  </a:lnTo>
                  <a:lnTo>
                    <a:pt x="357547" y="5614162"/>
                  </a:lnTo>
                  <a:lnTo>
                    <a:pt x="357664" y="5614162"/>
                  </a:lnTo>
                  <a:lnTo>
                    <a:pt x="357782" y="5614162"/>
                  </a:lnTo>
                  <a:lnTo>
                    <a:pt x="357900" y="5614162"/>
                  </a:lnTo>
                  <a:lnTo>
                    <a:pt x="358017" y="5614162"/>
                  </a:lnTo>
                  <a:lnTo>
                    <a:pt x="358135" y="5614162"/>
                  </a:lnTo>
                  <a:lnTo>
                    <a:pt x="358253" y="5614162"/>
                  </a:lnTo>
                  <a:lnTo>
                    <a:pt x="358370" y="5614162"/>
                  </a:lnTo>
                  <a:lnTo>
                    <a:pt x="358488" y="5614162"/>
                  </a:lnTo>
                  <a:lnTo>
                    <a:pt x="358605" y="5614162"/>
                  </a:lnTo>
                  <a:lnTo>
                    <a:pt x="358723" y="5614162"/>
                  </a:lnTo>
                  <a:lnTo>
                    <a:pt x="358841" y="5614162"/>
                  </a:lnTo>
                  <a:lnTo>
                    <a:pt x="358958" y="5614162"/>
                  </a:lnTo>
                  <a:lnTo>
                    <a:pt x="358958" y="5613732"/>
                  </a:lnTo>
                  <a:lnTo>
                    <a:pt x="359076" y="5613732"/>
                  </a:lnTo>
                  <a:lnTo>
                    <a:pt x="359193" y="5613732"/>
                  </a:lnTo>
                  <a:lnTo>
                    <a:pt x="359311" y="5613732"/>
                  </a:lnTo>
                  <a:lnTo>
                    <a:pt x="359429" y="5613732"/>
                  </a:lnTo>
                  <a:lnTo>
                    <a:pt x="359546" y="5613732"/>
                  </a:lnTo>
                  <a:lnTo>
                    <a:pt x="359664" y="5613732"/>
                  </a:lnTo>
                  <a:lnTo>
                    <a:pt x="359782" y="5613732"/>
                  </a:lnTo>
                  <a:lnTo>
                    <a:pt x="359782" y="5613301"/>
                  </a:lnTo>
                  <a:lnTo>
                    <a:pt x="359899" y="5613301"/>
                  </a:lnTo>
                  <a:lnTo>
                    <a:pt x="360017" y="5613301"/>
                  </a:lnTo>
                  <a:lnTo>
                    <a:pt x="360134" y="5613301"/>
                  </a:lnTo>
                  <a:lnTo>
                    <a:pt x="360252" y="5613301"/>
                  </a:lnTo>
                  <a:lnTo>
                    <a:pt x="360370" y="5613301"/>
                  </a:lnTo>
                  <a:lnTo>
                    <a:pt x="360370" y="5612871"/>
                  </a:lnTo>
                  <a:lnTo>
                    <a:pt x="360487" y="5612871"/>
                  </a:lnTo>
                  <a:lnTo>
                    <a:pt x="360487" y="5612440"/>
                  </a:lnTo>
                  <a:lnTo>
                    <a:pt x="360487" y="5612009"/>
                  </a:lnTo>
                  <a:lnTo>
                    <a:pt x="360605" y="5612009"/>
                  </a:lnTo>
                  <a:lnTo>
                    <a:pt x="360722" y="5612009"/>
                  </a:lnTo>
                  <a:lnTo>
                    <a:pt x="360840" y="5612009"/>
                  </a:lnTo>
                  <a:lnTo>
                    <a:pt x="360958" y="5612009"/>
                  </a:lnTo>
                  <a:lnTo>
                    <a:pt x="361075" y="5612009"/>
                  </a:lnTo>
                  <a:lnTo>
                    <a:pt x="361075" y="5611579"/>
                  </a:lnTo>
                  <a:lnTo>
                    <a:pt x="361193" y="5611579"/>
                  </a:lnTo>
                  <a:lnTo>
                    <a:pt x="361311" y="5611579"/>
                  </a:lnTo>
                  <a:lnTo>
                    <a:pt x="361311" y="5611148"/>
                  </a:lnTo>
                  <a:lnTo>
                    <a:pt x="361311" y="5610718"/>
                  </a:lnTo>
                  <a:lnTo>
                    <a:pt x="361428" y="5610718"/>
                  </a:lnTo>
                  <a:lnTo>
                    <a:pt x="361546" y="5610718"/>
                  </a:lnTo>
                  <a:lnTo>
                    <a:pt x="361663" y="5610718"/>
                  </a:lnTo>
                  <a:lnTo>
                    <a:pt x="361781" y="5610718"/>
                  </a:lnTo>
                  <a:lnTo>
                    <a:pt x="361899" y="5610718"/>
                  </a:lnTo>
                  <a:lnTo>
                    <a:pt x="362016" y="5610718"/>
                  </a:lnTo>
                  <a:lnTo>
                    <a:pt x="362134" y="5610718"/>
                  </a:lnTo>
                  <a:lnTo>
                    <a:pt x="362251" y="5610718"/>
                  </a:lnTo>
                  <a:lnTo>
                    <a:pt x="362251" y="5610287"/>
                  </a:lnTo>
                  <a:lnTo>
                    <a:pt x="362251" y="5609856"/>
                  </a:lnTo>
                  <a:lnTo>
                    <a:pt x="362369" y="5609856"/>
                  </a:lnTo>
                  <a:lnTo>
                    <a:pt x="362487" y="5609856"/>
                  </a:lnTo>
                  <a:lnTo>
                    <a:pt x="362604" y="5609856"/>
                  </a:lnTo>
                  <a:lnTo>
                    <a:pt x="362722" y="5609856"/>
                  </a:lnTo>
                  <a:lnTo>
                    <a:pt x="362840" y="5609856"/>
                  </a:lnTo>
                  <a:lnTo>
                    <a:pt x="362957" y="5609856"/>
                  </a:lnTo>
                  <a:lnTo>
                    <a:pt x="362957" y="5609426"/>
                  </a:lnTo>
                  <a:lnTo>
                    <a:pt x="362957" y="5608995"/>
                  </a:lnTo>
                  <a:lnTo>
                    <a:pt x="363075" y="5608995"/>
                  </a:lnTo>
                  <a:lnTo>
                    <a:pt x="363075" y="5608565"/>
                  </a:lnTo>
                  <a:lnTo>
                    <a:pt x="363192" y="5608565"/>
                  </a:lnTo>
                  <a:lnTo>
                    <a:pt x="363192" y="5608134"/>
                  </a:lnTo>
                  <a:lnTo>
                    <a:pt x="363192" y="5607703"/>
                  </a:lnTo>
                  <a:lnTo>
                    <a:pt x="363310" y="5607703"/>
                  </a:lnTo>
                  <a:lnTo>
                    <a:pt x="363428" y="5607703"/>
                  </a:lnTo>
                  <a:lnTo>
                    <a:pt x="363545" y="5607703"/>
                  </a:lnTo>
                  <a:lnTo>
                    <a:pt x="363663" y="5607703"/>
                  </a:lnTo>
                  <a:lnTo>
                    <a:pt x="363780" y="5607703"/>
                  </a:lnTo>
                  <a:lnTo>
                    <a:pt x="363898" y="5607703"/>
                  </a:lnTo>
                  <a:lnTo>
                    <a:pt x="364016" y="5607703"/>
                  </a:lnTo>
                  <a:lnTo>
                    <a:pt x="364016" y="5607273"/>
                  </a:lnTo>
                  <a:lnTo>
                    <a:pt x="364133" y="5607273"/>
                  </a:lnTo>
                  <a:lnTo>
                    <a:pt x="364251" y="5607273"/>
                  </a:lnTo>
                  <a:lnTo>
                    <a:pt x="364368" y="5607273"/>
                  </a:lnTo>
                  <a:lnTo>
                    <a:pt x="364486" y="5607273"/>
                  </a:lnTo>
                  <a:lnTo>
                    <a:pt x="364486" y="5606842"/>
                  </a:lnTo>
                  <a:lnTo>
                    <a:pt x="364486" y="5606412"/>
                  </a:lnTo>
                  <a:lnTo>
                    <a:pt x="364604" y="5606412"/>
                  </a:lnTo>
                  <a:lnTo>
                    <a:pt x="364604" y="5605981"/>
                  </a:lnTo>
                  <a:lnTo>
                    <a:pt x="364721" y="5605981"/>
                  </a:lnTo>
                  <a:lnTo>
                    <a:pt x="364839" y="5605981"/>
                  </a:lnTo>
                  <a:lnTo>
                    <a:pt x="364957" y="5605981"/>
                  </a:lnTo>
                  <a:lnTo>
                    <a:pt x="365074" y="5605981"/>
                  </a:lnTo>
                  <a:lnTo>
                    <a:pt x="365192" y="5605981"/>
                  </a:lnTo>
                  <a:lnTo>
                    <a:pt x="365192" y="5605550"/>
                  </a:lnTo>
                  <a:lnTo>
                    <a:pt x="365309" y="5605550"/>
                  </a:lnTo>
                  <a:lnTo>
                    <a:pt x="365309" y="5605120"/>
                  </a:lnTo>
                  <a:lnTo>
                    <a:pt x="365309" y="5604689"/>
                  </a:lnTo>
                  <a:lnTo>
                    <a:pt x="365427" y="5604689"/>
                  </a:lnTo>
                  <a:lnTo>
                    <a:pt x="365427" y="5604259"/>
                  </a:lnTo>
                  <a:lnTo>
                    <a:pt x="365545" y="5604259"/>
                  </a:lnTo>
                  <a:lnTo>
                    <a:pt x="365662" y="5604259"/>
                  </a:lnTo>
                  <a:lnTo>
                    <a:pt x="365662" y="5603828"/>
                  </a:lnTo>
                  <a:lnTo>
                    <a:pt x="365662" y="5603397"/>
                  </a:lnTo>
                  <a:lnTo>
                    <a:pt x="365780" y="5603397"/>
                  </a:lnTo>
                  <a:lnTo>
                    <a:pt x="365897" y="5603397"/>
                  </a:lnTo>
                  <a:lnTo>
                    <a:pt x="365897" y="5602967"/>
                  </a:lnTo>
                  <a:lnTo>
                    <a:pt x="366015" y="5602967"/>
                  </a:lnTo>
                  <a:lnTo>
                    <a:pt x="366133" y="5602967"/>
                  </a:lnTo>
                  <a:lnTo>
                    <a:pt x="366133" y="5602536"/>
                  </a:lnTo>
                  <a:lnTo>
                    <a:pt x="366250" y="5602536"/>
                  </a:lnTo>
                  <a:lnTo>
                    <a:pt x="366250" y="5602106"/>
                  </a:lnTo>
                  <a:lnTo>
                    <a:pt x="366368" y="5602106"/>
                  </a:lnTo>
                  <a:lnTo>
                    <a:pt x="366368" y="5601675"/>
                  </a:lnTo>
                  <a:lnTo>
                    <a:pt x="366368" y="5601244"/>
                  </a:lnTo>
                  <a:lnTo>
                    <a:pt x="366486" y="5601244"/>
                  </a:lnTo>
                  <a:lnTo>
                    <a:pt x="366603" y="5601244"/>
                  </a:lnTo>
                  <a:lnTo>
                    <a:pt x="366721" y="5601244"/>
                  </a:lnTo>
                  <a:lnTo>
                    <a:pt x="366838" y="5601244"/>
                  </a:lnTo>
                  <a:lnTo>
                    <a:pt x="366838" y="5600814"/>
                  </a:lnTo>
                  <a:lnTo>
                    <a:pt x="366838" y="5600383"/>
                  </a:lnTo>
                  <a:lnTo>
                    <a:pt x="366838" y="5599953"/>
                  </a:lnTo>
                  <a:lnTo>
                    <a:pt x="366956" y="5599953"/>
                  </a:lnTo>
                  <a:lnTo>
                    <a:pt x="367074" y="5599953"/>
                  </a:lnTo>
                  <a:lnTo>
                    <a:pt x="367074" y="5599522"/>
                  </a:lnTo>
                  <a:lnTo>
                    <a:pt x="367074" y="5599091"/>
                  </a:lnTo>
                  <a:lnTo>
                    <a:pt x="367191" y="5599091"/>
                  </a:lnTo>
                  <a:lnTo>
                    <a:pt x="367309" y="5599091"/>
                  </a:lnTo>
                  <a:lnTo>
                    <a:pt x="367309" y="5598661"/>
                  </a:lnTo>
                  <a:lnTo>
                    <a:pt x="367426" y="5598661"/>
                  </a:lnTo>
                  <a:lnTo>
                    <a:pt x="367544" y="5598661"/>
                  </a:lnTo>
                  <a:lnTo>
                    <a:pt x="367544" y="5598230"/>
                  </a:lnTo>
                  <a:lnTo>
                    <a:pt x="367662" y="5598230"/>
                  </a:lnTo>
                  <a:lnTo>
                    <a:pt x="367662" y="5597800"/>
                  </a:lnTo>
                  <a:lnTo>
                    <a:pt x="367662" y="5597369"/>
                  </a:lnTo>
                  <a:lnTo>
                    <a:pt x="367779" y="5597369"/>
                  </a:lnTo>
                  <a:lnTo>
                    <a:pt x="367897" y="5597369"/>
                  </a:lnTo>
                  <a:lnTo>
                    <a:pt x="368015" y="5597369"/>
                  </a:lnTo>
                  <a:lnTo>
                    <a:pt x="368132" y="5597369"/>
                  </a:lnTo>
                  <a:lnTo>
                    <a:pt x="368132" y="5596938"/>
                  </a:lnTo>
                  <a:lnTo>
                    <a:pt x="368250" y="5596938"/>
                  </a:lnTo>
                  <a:lnTo>
                    <a:pt x="368367" y="5596938"/>
                  </a:lnTo>
                  <a:lnTo>
                    <a:pt x="368485" y="5596938"/>
                  </a:lnTo>
                  <a:lnTo>
                    <a:pt x="368603" y="5596938"/>
                  </a:lnTo>
                  <a:lnTo>
                    <a:pt x="368720" y="5596938"/>
                  </a:lnTo>
                  <a:lnTo>
                    <a:pt x="368720" y="5596508"/>
                  </a:lnTo>
                  <a:lnTo>
                    <a:pt x="368838" y="5596508"/>
                  </a:lnTo>
                  <a:lnTo>
                    <a:pt x="368955" y="5596508"/>
                  </a:lnTo>
                  <a:lnTo>
                    <a:pt x="368955" y="5596077"/>
                  </a:lnTo>
                  <a:lnTo>
                    <a:pt x="369073" y="5596077"/>
                  </a:lnTo>
                  <a:lnTo>
                    <a:pt x="369073" y="5595647"/>
                  </a:lnTo>
                  <a:lnTo>
                    <a:pt x="369073" y="5595216"/>
                  </a:lnTo>
                  <a:lnTo>
                    <a:pt x="369191" y="5595216"/>
                  </a:lnTo>
                  <a:lnTo>
                    <a:pt x="369191" y="5594785"/>
                  </a:lnTo>
                  <a:lnTo>
                    <a:pt x="369308" y="5594785"/>
                  </a:lnTo>
                  <a:lnTo>
                    <a:pt x="369426" y="5594785"/>
                  </a:lnTo>
                  <a:lnTo>
                    <a:pt x="369544" y="5594785"/>
                  </a:lnTo>
                  <a:lnTo>
                    <a:pt x="369661" y="5594785"/>
                  </a:lnTo>
                  <a:lnTo>
                    <a:pt x="369779" y="5594785"/>
                  </a:lnTo>
                  <a:lnTo>
                    <a:pt x="369896" y="5594785"/>
                  </a:lnTo>
                  <a:lnTo>
                    <a:pt x="370014" y="5594785"/>
                  </a:lnTo>
                  <a:lnTo>
                    <a:pt x="370132" y="5594785"/>
                  </a:lnTo>
                  <a:lnTo>
                    <a:pt x="370249" y="5594785"/>
                  </a:lnTo>
                  <a:lnTo>
                    <a:pt x="370249" y="5594355"/>
                  </a:lnTo>
                  <a:lnTo>
                    <a:pt x="370367" y="5594355"/>
                  </a:lnTo>
                  <a:lnTo>
                    <a:pt x="370484" y="5594355"/>
                  </a:lnTo>
                  <a:lnTo>
                    <a:pt x="370484" y="5593924"/>
                  </a:lnTo>
                  <a:lnTo>
                    <a:pt x="370602" y="5593924"/>
                  </a:lnTo>
                  <a:lnTo>
                    <a:pt x="370720" y="5593924"/>
                  </a:lnTo>
                  <a:lnTo>
                    <a:pt x="370720" y="5593494"/>
                  </a:lnTo>
                  <a:lnTo>
                    <a:pt x="370720" y="5593063"/>
                  </a:lnTo>
                  <a:lnTo>
                    <a:pt x="370837" y="5593063"/>
                  </a:lnTo>
                  <a:lnTo>
                    <a:pt x="370837" y="5592632"/>
                  </a:lnTo>
                  <a:lnTo>
                    <a:pt x="370955" y="5592632"/>
                  </a:lnTo>
                  <a:lnTo>
                    <a:pt x="371073" y="5592632"/>
                  </a:lnTo>
                  <a:lnTo>
                    <a:pt x="371190" y="5592632"/>
                  </a:lnTo>
                  <a:lnTo>
                    <a:pt x="371308" y="5592632"/>
                  </a:lnTo>
                  <a:lnTo>
                    <a:pt x="371425" y="5592632"/>
                  </a:lnTo>
                  <a:lnTo>
                    <a:pt x="371543" y="5592632"/>
                  </a:lnTo>
                  <a:lnTo>
                    <a:pt x="371543" y="5592202"/>
                  </a:lnTo>
                  <a:lnTo>
                    <a:pt x="371661" y="5592202"/>
                  </a:lnTo>
                  <a:lnTo>
                    <a:pt x="371778" y="5592202"/>
                  </a:lnTo>
                  <a:lnTo>
                    <a:pt x="371778" y="5591771"/>
                  </a:lnTo>
                  <a:lnTo>
                    <a:pt x="371778" y="5591341"/>
                  </a:lnTo>
                  <a:lnTo>
                    <a:pt x="371896" y="5591341"/>
                  </a:lnTo>
                  <a:lnTo>
                    <a:pt x="371896" y="5590910"/>
                  </a:lnTo>
                  <a:lnTo>
                    <a:pt x="372013" y="5590910"/>
                  </a:lnTo>
                  <a:lnTo>
                    <a:pt x="372131" y="5590910"/>
                  </a:lnTo>
                  <a:lnTo>
                    <a:pt x="372249" y="5590910"/>
                  </a:lnTo>
                  <a:lnTo>
                    <a:pt x="372249" y="5590479"/>
                  </a:lnTo>
                  <a:lnTo>
                    <a:pt x="372249" y="5590049"/>
                  </a:lnTo>
                  <a:lnTo>
                    <a:pt x="372249" y="5589618"/>
                  </a:lnTo>
                  <a:lnTo>
                    <a:pt x="372249" y="5589188"/>
                  </a:lnTo>
                  <a:lnTo>
                    <a:pt x="372249" y="5588757"/>
                  </a:lnTo>
                  <a:lnTo>
                    <a:pt x="372366" y="5588757"/>
                  </a:lnTo>
                  <a:lnTo>
                    <a:pt x="372484" y="5588757"/>
                  </a:lnTo>
                  <a:lnTo>
                    <a:pt x="372484" y="5588326"/>
                  </a:lnTo>
                  <a:lnTo>
                    <a:pt x="372484" y="5587896"/>
                  </a:lnTo>
                  <a:lnTo>
                    <a:pt x="372601" y="5587896"/>
                  </a:lnTo>
                  <a:lnTo>
                    <a:pt x="372601" y="5587465"/>
                  </a:lnTo>
                  <a:lnTo>
                    <a:pt x="372719" y="5587465"/>
                  </a:lnTo>
                  <a:lnTo>
                    <a:pt x="372719" y="5587035"/>
                  </a:lnTo>
                  <a:lnTo>
                    <a:pt x="372837" y="5587035"/>
                  </a:lnTo>
                  <a:lnTo>
                    <a:pt x="372954" y="5587035"/>
                  </a:lnTo>
                  <a:lnTo>
                    <a:pt x="373072" y="5587035"/>
                  </a:lnTo>
                  <a:lnTo>
                    <a:pt x="373072" y="5586604"/>
                  </a:lnTo>
                  <a:lnTo>
                    <a:pt x="373190" y="5586604"/>
                  </a:lnTo>
                  <a:lnTo>
                    <a:pt x="373307" y="5586604"/>
                  </a:lnTo>
                  <a:lnTo>
                    <a:pt x="373307" y="5586173"/>
                  </a:lnTo>
                  <a:lnTo>
                    <a:pt x="373307" y="5585743"/>
                  </a:lnTo>
                  <a:lnTo>
                    <a:pt x="373425" y="5585743"/>
                  </a:lnTo>
                  <a:lnTo>
                    <a:pt x="373542" y="5585743"/>
                  </a:lnTo>
                  <a:lnTo>
                    <a:pt x="373542" y="5585312"/>
                  </a:lnTo>
                  <a:lnTo>
                    <a:pt x="373660" y="5585312"/>
                  </a:lnTo>
                  <a:lnTo>
                    <a:pt x="373778" y="5585312"/>
                  </a:lnTo>
                  <a:lnTo>
                    <a:pt x="373895" y="5585312"/>
                  </a:lnTo>
                  <a:lnTo>
                    <a:pt x="373895" y="5584882"/>
                  </a:lnTo>
                  <a:lnTo>
                    <a:pt x="374013" y="5584882"/>
                  </a:lnTo>
                  <a:lnTo>
                    <a:pt x="374013" y="5584451"/>
                  </a:lnTo>
                  <a:lnTo>
                    <a:pt x="374130" y="5584451"/>
                  </a:lnTo>
                  <a:lnTo>
                    <a:pt x="374248" y="5584451"/>
                  </a:lnTo>
                  <a:lnTo>
                    <a:pt x="374366" y="5584451"/>
                  </a:lnTo>
                  <a:lnTo>
                    <a:pt x="374483" y="5584451"/>
                  </a:lnTo>
                  <a:lnTo>
                    <a:pt x="374483" y="5584020"/>
                  </a:lnTo>
                  <a:lnTo>
                    <a:pt x="374483" y="5583590"/>
                  </a:lnTo>
                  <a:lnTo>
                    <a:pt x="374601" y="5583590"/>
                  </a:lnTo>
                  <a:lnTo>
                    <a:pt x="374719" y="5583590"/>
                  </a:lnTo>
                  <a:lnTo>
                    <a:pt x="374836" y="5583590"/>
                  </a:lnTo>
                  <a:lnTo>
                    <a:pt x="374954" y="5583590"/>
                  </a:lnTo>
                  <a:lnTo>
                    <a:pt x="375071" y="5583590"/>
                  </a:lnTo>
                  <a:lnTo>
                    <a:pt x="375071" y="5583159"/>
                  </a:lnTo>
                  <a:lnTo>
                    <a:pt x="375189" y="5583159"/>
                  </a:lnTo>
                  <a:lnTo>
                    <a:pt x="375307" y="5583159"/>
                  </a:lnTo>
                  <a:lnTo>
                    <a:pt x="375424" y="5583159"/>
                  </a:lnTo>
                  <a:lnTo>
                    <a:pt x="375542" y="5583159"/>
                  </a:lnTo>
                  <a:lnTo>
                    <a:pt x="375659" y="5583159"/>
                  </a:lnTo>
                  <a:lnTo>
                    <a:pt x="375659" y="5582729"/>
                  </a:lnTo>
                  <a:lnTo>
                    <a:pt x="375659" y="5582298"/>
                  </a:lnTo>
                  <a:lnTo>
                    <a:pt x="375659" y="5581867"/>
                  </a:lnTo>
                  <a:lnTo>
                    <a:pt x="375777" y="5581867"/>
                  </a:lnTo>
                  <a:lnTo>
                    <a:pt x="375777" y="5581437"/>
                  </a:lnTo>
                  <a:lnTo>
                    <a:pt x="375895" y="5581437"/>
                  </a:lnTo>
                  <a:lnTo>
                    <a:pt x="376012" y="5581437"/>
                  </a:lnTo>
                  <a:lnTo>
                    <a:pt x="376012" y="5581006"/>
                  </a:lnTo>
                  <a:lnTo>
                    <a:pt x="376130" y="5581006"/>
                  </a:lnTo>
                  <a:lnTo>
                    <a:pt x="376130" y="5580576"/>
                  </a:lnTo>
                  <a:lnTo>
                    <a:pt x="376248" y="5580576"/>
                  </a:lnTo>
                  <a:lnTo>
                    <a:pt x="376365" y="5580576"/>
                  </a:lnTo>
                  <a:lnTo>
                    <a:pt x="376483" y="5580576"/>
                  </a:lnTo>
                  <a:lnTo>
                    <a:pt x="376600" y="5580576"/>
                  </a:lnTo>
                  <a:lnTo>
                    <a:pt x="376718" y="5580576"/>
                  </a:lnTo>
                  <a:lnTo>
                    <a:pt x="376836" y="5580576"/>
                  </a:lnTo>
                  <a:lnTo>
                    <a:pt x="376953" y="5580576"/>
                  </a:lnTo>
                  <a:lnTo>
                    <a:pt x="376953" y="5580145"/>
                  </a:lnTo>
                  <a:lnTo>
                    <a:pt x="377071" y="5580145"/>
                  </a:lnTo>
                  <a:lnTo>
                    <a:pt x="377071" y="5579714"/>
                  </a:lnTo>
                  <a:lnTo>
                    <a:pt x="377188" y="5579714"/>
                  </a:lnTo>
                  <a:lnTo>
                    <a:pt x="377306" y="5579714"/>
                  </a:lnTo>
                  <a:lnTo>
                    <a:pt x="377306" y="5579284"/>
                  </a:lnTo>
                  <a:lnTo>
                    <a:pt x="377424" y="5579284"/>
                  </a:lnTo>
                  <a:lnTo>
                    <a:pt x="377424" y="5578853"/>
                  </a:lnTo>
                  <a:lnTo>
                    <a:pt x="377541" y="5578853"/>
                  </a:lnTo>
                  <a:lnTo>
                    <a:pt x="377659" y="5578853"/>
                  </a:lnTo>
                  <a:lnTo>
                    <a:pt x="377659" y="5578423"/>
                  </a:lnTo>
                  <a:lnTo>
                    <a:pt x="377777" y="5578423"/>
                  </a:lnTo>
                  <a:lnTo>
                    <a:pt x="377894" y="5578423"/>
                  </a:lnTo>
                  <a:lnTo>
                    <a:pt x="378012" y="5578423"/>
                  </a:lnTo>
                  <a:lnTo>
                    <a:pt x="378129" y="5578423"/>
                  </a:lnTo>
                  <a:lnTo>
                    <a:pt x="378247" y="5578423"/>
                  </a:lnTo>
                  <a:lnTo>
                    <a:pt x="378365" y="5578423"/>
                  </a:lnTo>
                  <a:lnTo>
                    <a:pt x="378482" y="5578423"/>
                  </a:lnTo>
                  <a:lnTo>
                    <a:pt x="378600" y="5578423"/>
                  </a:lnTo>
                  <a:lnTo>
                    <a:pt x="378717" y="5578423"/>
                  </a:lnTo>
                  <a:lnTo>
                    <a:pt x="378717" y="5577992"/>
                  </a:lnTo>
                  <a:lnTo>
                    <a:pt x="378835" y="5577992"/>
                  </a:lnTo>
                  <a:lnTo>
                    <a:pt x="378953" y="5577992"/>
                  </a:lnTo>
                  <a:lnTo>
                    <a:pt x="379070" y="5577992"/>
                  </a:lnTo>
                  <a:lnTo>
                    <a:pt x="379188" y="5577992"/>
                  </a:lnTo>
                  <a:lnTo>
                    <a:pt x="379306" y="5577992"/>
                  </a:lnTo>
                  <a:lnTo>
                    <a:pt x="379423" y="5577992"/>
                  </a:lnTo>
                  <a:lnTo>
                    <a:pt x="379541" y="5577992"/>
                  </a:lnTo>
                  <a:lnTo>
                    <a:pt x="379658" y="5577992"/>
                  </a:lnTo>
                  <a:lnTo>
                    <a:pt x="379776" y="5577992"/>
                  </a:lnTo>
                  <a:lnTo>
                    <a:pt x="379776" y="5577561"/>
                  </a:lnTo>
                  <a:lnTo>
                    <a:pt x="379776" y="5577131"/>
                  </a:lnTo>
                  <a:lnTo>
                    <a:pt x="379776" y="5576700"/>
                  </a:lnTo>
                  <a:lnTo>
                    <a:pt x="379894" y="5576700"/>
                  </a:lnTo>
                  <a:lnTo>
                    <a:pt x="380011" y="5576700"/>
                  </a:lnTo>
                  <a:lnTo>
                    <a:pt x="380011" y="5576270"/>
                  </a:lnTo>
                  <a:lnTo>
                    <a:pt x="380129" y="5576270"/>
                  </a:lnTo>
                  <a:lnTo>
                    <a:pt x="380129" y="5575839"/>
                  </a:lnTo>
                  <a:lnTo>
                    <a:pt x="380129" y="5575408"/>
                  </a:lnTo>
                  <a:lnTo>
                    <a:pt x="380246" y="5575408"/>
                  </a:lnTo>
                  <a:lnTo>
                    <a:pt x="380364" y="5575408"/>
                  </a:lnTo>
                  <a:lnTo>
                    <a:pt x="380482" y="5575408"/>
                  </a:lnTo>
                  <a:lnTo>
                    <a:pt x="380599" y="5575408"/>
                  </a:lnTo>
                  <a:lnTo>
                    <a:pt x="380717" y="5575408"/>
                  </a:lnTo>
                  <a:lnTo>
                    <a:pt x="380717" y="5574978"/>
                  </a:lnTo>
                  <a:lnTo>
                    <a:pt x="380717" y="5574547"/>
                  </a:lnTo>
                  <a:lnTo>
                    <a:pt x="380717" y="5574117"/>
                  </a:lnTo>
                  <a:lnTo>
                    <a:pt x="380717" y="5573686"/>
                  </a:lnTo>
                  <a:lnTo>
                    <a:pt x="380834" y="5573686"/>
                  </a:lnTo>
                  <a:lnTo>
                    <a:pt x="380952" y="5573686"/>
                  </a:lnTo>
                  <a:lnTo>
                    <a:pt x="381070" y="5573686"/>
                  </a:lnTo>
                  <a:lnTo>
                    <a:pt x="381187" y="5573686"/>
                  </a:lnTo>
                  <a:lnTo>
                    <a:pt x="381305" y="5573686"/>
                  </a:lnTo>
                  <a:lnTo>
                    <a:pt x="381423" y="5573686"/>
                  </a:lnTo>
                  <a:lnTo>
                    <a:pt x="381423" y="5573255"/>
                  </a:lnTo>
                  <a:lnTo>
                    <a:pt x="381540" y="5573255"/>
                  </a:lnTo>
                  <a:lnTo>
                    <a:pt x="381540" y="5572825"/>
                  </a:lnTo>
                  <a:lnTo>
                    <a:pt x="381658" y="5572825"/>
                  </a:lnTo>
                  <a:lnTo>
                    <a:pt x="381775" y="5572825"/>
                  </a:lnTo>
                  <a:lnTo>
                    <a:pt x="381893" y="5572825"/>
                  </a:lnTo>
                  <a:lnTo>
                    <a:pt x="382011" y="5572825"/>
                  </a:lnTo>
                  <a:lnTo>
                    <a:pt x="382128" y="5572825"/>
                  </a:lnTo>
                  <a:lnTo>
                    <a:pt x="382128" y="5572394"/>
                  </a:lnTo>
                  <a:lnTo>
                    <a:pt x="382246" y="5572394"/>
                  </a:lnTo>
                  <a:lnTo>
                    <a:pt x="382363" y="5572394"/>
                  </a:lnTo>
                  <a:lnTo>
                    <a:pt x="382481" y="5572394"/>
                  </a:lnTo>
                  <a:lnTo>
                    <a:pt x="382599" y="5572394"/>
                  </a:lnTo>
                  <a:lnTo>
                    <a:pt x="382599" y="5571964"/>
                  </a:lnTo>
                  <a:lnTo>
                    <a:pt x="382716" y="5571964"/>
                  </a:lnTo>
                  <a:lnTo>
                    <a:pt x="382834" y="5571964"/>
                  </a:lnTo>
                  <a:lnTo>
                    <a:pt x="382952" y="5571964"/>
                  </a:lnTo>
                  <a:lnTo>
                    <a:pt x="383069" y="5571964"/>
                  </a:lnTo>
                  <a:lnTo>
                    <a:pt x="383187" y="5571964"/>
                  </a:lnTo>
                  <a:lnTo>
                    <a:pt x="383304" y="5571964"/>
                  </a:lnTo>
                  <a:lnTo>
                    <a:pt x="383422" y="5571964"/>
                  </a:lnTo>
                  <a:lnTo>
                    <a:pt x="383540" y="5571964"/>
                  </a:lnTo>
                  <a:lnTo>
                    <a:pt x="383540" y="5571533"/>
                  </a:lnTo>
                  <a:lnTo>
                    <a:pt x="383657" y="5571533"/>
                  </a:lnTo>
                  <a:lnTo>
                    <a:pt x="383657" y="5571102"/>
                  </a:lnTo>
                  <a:lnTo>
                    <a:pt x="383657" y="5570672"/>
                  </a:lnTo>
                  <a:lnTo>
                    <a:pt x="383657" y="5570241"/>
                  </a:lnTo>
                  <a:lnTo>
                    <a:pt x="383775" y="5570241"/>
                  </a:lnTo>
                  <a:lnTo>
                    <a:pt x="383892" y="5570241"/>
                  </a:lnTo>
                  <a:lnTo>
                    <a:pt x="384010" y="5570241"/>
                  </a:lnTo>
                  <a:lnTo>
                    <a:pt x="384128" y="5570241"/>
                  </a:lnTo>
                  <a:lnTo>
                    <a:pt x="384245" y="5570241"/>
                  </a:lnTo>
                  <a:lnTo>
                    <a:pt x="384363" y="5570241"/>
                  </a:lnTo>
                  <a:lnTo>
                    <a:pt x="384363" y="5569811"/>
                  </a:lnTo>
                  <a:lnTo>
                    <a:pt x="384481" y="5569811"/>
                  </a:lnTo>
                  <a:lnTo>
                    <a:pt x="384598" y="5569811"/>
                  </a:lnTo>
                  <a:lnTo>
                    <a:pt x="384716" y="5569811"/>
                  </a:lnTo>
                  <a:lnTo>
                    <a:pt x="384833" y="5569811"/>
                  </a:lnTo>
                  <a:lnTo>
                    <a:pt x="384833" y="5569380"/>
                  </a:lnTo>
                  <a:lnTo>
                    <a:pt x="384833" y="5568949"/>
                  </a:lnTo>
                  <a:lnTo>
                    <a:pt x="384833" y="5568519"/>
                  </a:lnTo>
                  <a:lnTo>
                    <a:pt x="384951" y="5568519"/>
                  </a:lnTo>
                  <a:lnTo>
                    <a:pt x="385069" y="5568519"/>
                  </a:lnTo>
                  <a:lnTo>
                    <a:pt x="385186" y="5568519"/>
                  </a:lnTo>
                  <a:lnTo>
                    <a:pt x="385304" y="5568519"/>
                  </a:lnTo>
                  <a:lnTo>
                    <a:pt x="385304" y="5568088"/>
                  </a:lnTo>
                  <a:lnTo>
                    <a:pt x="385421" y="5568088"/>
                  </a:lnTo>
                  <a:lnTo>
                    <a:pt x="385421" y="5567658"/>
                  </a:lnTo>
                  <a:lnTo>
                    <a:pt x="385421" y="5567227"/>
                  </a:lnTo>
                  <a:lnTo>
                    <a:pt x="385421" y="5566796"/>
                  </a:lnTo>
                  <a:lnTo>
                    <a:pt x="385539" y="5566796"/>
                  </a:lnTo>
                  <a:lnTo>
                    <a:pt x="385657" y="5566796"/>
                  </a:lnTo>
                  <a:lnTo>
                    <a:pt x="385657" y="5566366"/>
                  </a:lnTo>
                  <a:lnTo>
                    <a:pt x="385657" y="5565935"/>
                  </a:lnTo>
                  <a:lnTo>
                    <a:pt x="385774" y="5565935"/>
                  </a:lnTo>
                  <a:lnTo>
                    <a:pt x="385892" y="5565935"/>
                  </a:lnTo>
                  <a:lnTo>
                    <a:pt x="385892" y="5565505"/>
                  </a:lnTo>
                  <a:lnTo>
                    <a:pt x="385892" y="5565074"/>
                  </a:lnTo>
                  <a:lnTo>
                    <a:pt x="385892" y="5564643"/>
                  </a:lnTo>
                  <a:lnTo>
                    <a:pt x="385892" y="5564213"/>
                  </a:lnTo>
                  <a:lnTo>
                    <a:pt x="386010" y="5564213"/>
                  </a:lnTo>
                  <a:lnTo>
                    <a:pt x="386010" y="5563782"/>
                  </a:lnTo>
                  <a:lnTo>
                    <a:pt x="386010" y="5563352"/>
                  </a:lnTo>
                  <a:lnTo>
                    <a:pt x="386127" y="5563352"/>
                  </a:lnTo>
                  <a:lnTo>
                    <a:pt x="386127" y="5562921"/>
                  </a:lnTo>
                  <a:lnTo>
                    <a:pt x="386245" y="5562921"/>
                  </a:lnTo>
                  <a:lnTo>
                    <a:pt x="386245" y="5562490"/>
                  </a:lnTo>
                  <a:lnTo>
                    <a:pt x="386245" y="5562060"/>
                  </a:lnTo>
                  <a:lnTo>
                    <a:pt x="386362" y="5562060"/>
                  </a:lnTo>
                  <a:lnTo>
                    <a:pt x="386480" y="5562060"/>
                  </a:lnTo>
                  <a:lnTo>
                    <a:pt x="386598" y="5562060"/>
                  </a:lnTo>
                  <a:lnTo>
                    <a:pt x="386715" y="5562060"/>
                  </a:lnTo>
                  <a:lnTo>
                    <a:pt x="386833" y="5562060"/>
                  </a:lnTo>
                  <a:lnTo>
                    <a:pt x="386833" y="5561629"/>
                  </a:lnTo>
                  <a:lnTo>
                    <a:pt x="386833" y="5561199"/>
                  </a:lnTo>
                  <a:lnTo>
                    <a:pt x="386833" y="5560768"/>
                  </a:lnTo>
                  <a:lnTo>
                    <a:pt x="386950" y="5560768"/>
                  </a:lnTo>
                  <a:lnTo>
                    <a:pt x="386950" y="5560337"/>
                  </a:lnTo>
                  <a:lnTo>
                    <a:pt x="387068" y="5560337"/>
                  </a:lnTo>
                  <a:lnTo>
                    <a:pt x="387186" y="5560337"/>
                  </a:lnTo>
                  <a:lnTo>
                    <a:pt x="387303" y="5560337"/>
                  </a:lnTo>
                  <a:lnTo>
                    <a:pt x="387421" y="5560337"/>
                  </a:lnTo>
                  <a:lnTo>
                    <a:pt x="387539" y="5560337"/>
                  </a:lnTo>
                  <a:lnTo>
                    <a:pt x="387656" y="5560337"/>
                  </a:lnTo>
                  <a:lnTo>
                    <a:pt x="387774" y="5560337"/>
                  </a:lnTo>
                  <a:lnTo>
                    <a:pt x="387774" y="5559907"/>
                  </a:lnTo>
                  <a:lnTo>
                    <a:pt x="387891" y="5559907"/>
                  </a:lnTo>
                  <a:lnTo>
                    <a:pt x="388009" y="5559907"/>
                  </a:lnTo>
                  <a:lnTo>
                    <a:pt x="388009" y="5559476"/>
                  </a:lnTo>
                  <a:lnTo>
                    <a:pt x="388009" y="5559046"/>
                  </a:lnTo>
                  <a:lnTo>
                    <a:pt x="388127" y="5559046"/>
                  </a:lnTo>
                  <a:lnTo>
                    <a:pt x="388127" y="5558615"/>
                  </a:lnTo>
                  <a:lnTo>
                    <a:pt x="388127" y="5558184"/>
                  </a:lnTo>
                  <a:lnTo>
                    <a:pt x="388127" y="5557754"/>
                  </a:lnTo>
                  <a:lnTo>
                    <a:pt x="388244" y="5557754"/>
                  </a:lnTo>
                  <a:lnTo>
                    <a:pt x="388244" y="5557323"/>
                  </a:lnTo>
                  <a:lnTo>
                    <a:pt x="388362" y="5557323"/>
                  </a:lnTo>
                  <a:lnTo>
                    <a:pt x="388479" y="5557323"/>
                  </a:lnTo>
                  <a:lnTo>
                    <a:pt x="388597" y="5557323"/>
                  </a:lnTo>
                  <a:lnTo>
                    <a:pt x="388597" y="5556893"/>
                  </a:lnTo>
                  <a:lnTo>
                    <a:pt x="388597" y="5556462"/>
                  </a:lnTo>
                  <a:lnTo>
                    <a:pt x="388715" y="5556462"/>
                  </a:lnTo>
                  <a:lnTo>
                    <a:pt x="388715" y="5556031"/>
                  </a:lnTo>
                  <a:lnTo>
                    <a:pt x="388832" y="5556031"/>
                  </a:lnTo>
                  <a:lnTo>
                    <a:pt x="388832" y="5555601"/>
                  </a:lnTo>
                  <a:lnTo>
                    <a:pt x="388950" y="5555601"/>
                  </a:lnTo>
                  <a:lnTo>
                    <a:pt x="388950" y="5555170"/>
                  </a:lnTo>
                  <a:lnTo>
                    <a:pt x="388950" y="5554740"/>
                  </a:lnTo>
                  <a:lnTo>
                    <a:pt x="388950" y="5554309"/>
                  </a:lnTo>
                  <a:lnTo>
                    <a:pt x="388950" y="5553878"/>
                  </a:lnTo>
                  <a:lnTo>
                    <a:pt x="389067" y="5553878"/>
                  </a:lnTo>
                  <a:lnTo>
                    <a:pt x="389185" y="5553878"/>
                  </a:lnTo>
                  <a:lnTo>
                    <a:pt x="389185" y="5553448"/>
                  </a:lnTo>
                  <a:lnTo>
                    <a:pt x="389303" y="5553448"/>
                  </a:lnTo>
                  <a:lnTo>
                    <a:pt x="389420" y="5553448"/>
                  </a:lnTo>
                  <a:lnTo>
                    <a:pt x="389420" y="5553017"/>
                  </a:lnTo>
                  <a:lnTo>
                    <a:pt x="389538" y="5553017"/>
                  </a:lnTo>
                  <a:lnTo>
                    <a:pt x="389538" y="5552587"/>
                  </a:lnTo>
                  <a:lnTo>
                    <a:pt x="389656" y="5552587"/>
                  </a:lnTo>
                  <a:lnTo>
                    <a:pt x="389773" y="5552587"/>
                  </a:lnTo>
                  <a:lnTo>
                    <a:pt x="389891" y="5552587"/>
                  </a:lnTo>
                  <a:lnTo>
                    <a:pt x="390008" y="5552587"/>
                  </a:lnTo>
                  <a:lnTo>
                    <a:pt x="390126" y="5552587"/>
                  </a:lnTo>
                  <a:lnTo>
                    <a:pt x="390244" y="5552587"/>
                  </a:lnTo>
                  <a:lnTo>
                    <a:pt x="390244" y="5552156"/>
                  </a:lnTo>
                  <a:lnTo>
                    <a:pt x="390244" y="5551725"/>
                  </a:lnTo>
                  <a:lnTo>
                    <a:pt x="390244" y="5551295"/>
                  </a:lnTo>
                  <a:lnTo>
                    <a:pt x="390361" y="5551295"/>
                  </a:lnTo>
                  <a:lnTo>
                    <a:pt x="390361" y="5550864"/>
                  </a:lnTo>
                  <a:lnTo>
                    <a:pt x="390361" y="5550434"/>
                  </a:lnTo>
                  <a:lnTo>
                    <a:pt x="390361" y="5550003"/>
                  </a:lnTo>
                  <a:lnTo>
                    <a:pt x="390479" y="5550003"/>
                  </a:lnTo>
                  <a:lnTo>
                    <a:pt x="390479" y="5549572"/>
                  </a:lnTo>
                  <a:lnTo>
                    <a:pt x="390479" y="5549142"/>
                  </a:lnTo>
                  <a:lnTo>
                    <a:pt x="390596" y="5549142"/>
                  </a:lnTo>
                  <a:lnTo>
                    <a:pt x="390596" y="5548711"/>
                  </a:lnTo>
                  <a:lnTo>
                    <a:pt x="390714" y="5548711"/>
                  </a:lnTo>
                  <a:lnTo>
                    <a:pt x="390832" y="5548711"/>
                  </a:lnTo>
                  <a:lnTo>
                    <a:pt x="390949" y="5548711"/>
                  </a:lnTo>
                  <a:lnTo>
                    <a:pt x="391067" y="5548711"/>
                  </a:lnTo>
                  <a:lnTo>
                    <a:pt x="391185" y="5548711"/>
                  </a:lnTo>
                  <a:lnTo>
                    <a:pt x="391302" y="5548711"/>
                  </a:lnTo>
                  <a:lnTo>
                    <a:pt x="391420" y="5548711"/>
                  </a:lnTo>
                  <a:lnTo>
                    <a:pt x="391420" y="5548281"/>
                  </a:lnTo>
                  <a:lnTo>
                    <a:pt x="391537" y="5548281"/>
                  </a:lnTo>
                  <a:lnTo>
                    <a:pt x="391655" y="5548281"/>
                  </a:lnTo>
                  <a:lnTo>
                    <a:pt x="391773" y="5548281"/>
                  </a:lnTo>
                  <a:lnTo>
                    <a:pt x="391890" y="5548281"/>
                  </a:lnTo>
                  <a:lnTo>
                    <a:pt x="392008" y="5548281"/>
                  </a:lnTo>
                  <a:lnTo>
                    <a:pt x="392125" y="5548281"/>
                  </a:lnTo>
                  <a:lnTo>
                    <a:pt x="392243" y="5548281"/>
                  </a:lnTo>
                  <a:lnTo>
                    <a:pt x="392361" y="5548281"/>
                  </a:lnTo>
                  <a:lnTo>
                    <a:pt x="392478" y="5548281"/>
                  </a:lnTo>
                  <a:lnTo>
                    <a:pt x="392596" y="5548281"/>
                  </a:lnTo>
                  <a:lnTo>
                    <a:pt x="392714" y="5548281"/>
                  </a:lnTo>
                  <a:lnTo>
                    <a:pt x="392714" y="5547850"/>
                  </a:lnTo>
                  <a:lnTo>
                    <a:pt x="392714" y="5547419"/>
                  </a:lnTo>
                  <a:lnTo>
                    <a:pt x="392831" y="5547419"/>
                  </a:lnTo>
                  <a:lnTo>
                    <a:pt x="392831" y="5546989"/>
                  </a:lnTo>
                  <a:lnTo>
                    <a:pt x="392831" y="5546558"/>
                  </a:lnTo>
                  <a:lnTo>
                    <a:pt x="392831" y="5546128"/>
                  </a:lnTo>
                  <a:lnTo>
                    <a:pt x="392949" y="5546128"/>
                  </a:lnTo>
                  <a:lnTo>
                    <a:pt x="393066" y="5546128"/>
                  </a:lnTo>
                  <a:lnTo>
                    <a:pt x="393066" y="5545697"/>
                  </a:lnTo>
                  <a:lnTo>
                    <a:pt x="393184" y="5545697"/>
                  </a:lnTo>
                  <a:lnTo>
                    <a:pt x="393302" y="5545697"/>
                  </a:lnTo>
                  <a:lnTo>
                    <a:pt x="393302" y="5545266"/>
                  </a:lnTo>
                  <a:lnTo>
                    <a:pt x="393419" y="5545266"/>
                  </a:lnTo>
                  <a:lnTo>
                    <a:pt x="393419" y="5544836"/>
                  </a:lnTo>
                  <a:lnTo>
                    <a:pt x="393419" y="5544405"/>
                  </a:lnTo>
                  <a:lnTo>
                    <a:pt x="393537" y="5544405"/>
                  </a:lnTo>
                  <a:lnTo>
                    <a:pt x="393537" y="5543975"/>
                  </a:lnTo>
                  <a:lnTo>
                    <a:pt x="393654" y="5543975"/>
                  </a:lnTo>
                  <a:lnTo>
                    <a:pt x="393772" y="5543975"/>
                  </a:lnTo>
                  <a:lnTo>
                    <a:pt x="393890" y="5543975"/>
                  </a:lnTo>
                  <a:lnTo>
                    <a:pt x="394007" y="5543975"/>
                  </a:lnTo>
                  <a:lnTo>
                    <a:pt x="394007" y="5543544"/>
                  </a:lnTo>
                  <a:lnTo>
                    <a:pt x="394125" y="5543544"/>
                  </a:lnTo>
                  <a:lnTo>
                    <a:pt x="394243" y="5543544"/>
                  </a:lnTo>
                  <a:lnTo>
                    <a:pt x="394243" y="5543113"/>
                  </a:lnTo>
                  <a:lnTo>
                    <a:pt x="394243" y="5542683"/>
                  </a:lnTo>
                  <a:lnTo>
                    <a:pt x="394243" y="5542252"/>
                  </a:lnTo>
                  <a:lnTo>
                    <a:pt x="394360" y="5542252"/>
                  </a:lnTo>
                  <a:lnTo>
                    <a:pt x="394360" y="5541822"/>
                  </a:lnTo>
                  <a:lnTo>
                    <a:pt x="394478" y="5541822"/>
                  </a:lnTo>
                  <a:lnTo>
                    <a:pt x="394478" y="5541391"/>
                  </a:lnTo>
                  <a:lnTo>
                    <a:pt x="394478" y="5540960"/>
                  </a:lnTo>
                  <a:lnTo>
                    <a:pt x="394595" y="5540960"/>
                  </a:lnTo>
                  <a:lnTo>
                    <a:pt x="394713" y="5540960"/>
                  </a:lnTo>
                  <a:lnTo>
                    <a:pt x="394713" y="5540530"/>
                  </a:lnTo>
                  <a:lnTo>
                    <a:pt x="394713" y="5540099"/>
                  </a:lnTo>
                  <a:lnTo>
                    <a:pt x="394831" y="5540099"/>
                  </a:lnTo>
                  <a:lnTo>
                    <a:pt x="394948" y="5540099"/>
                  </a:lnTo>
                  <a:lnTo>
                    <a:pt x="394948" y="5539669"/>
                  </a:lnTo>
                  <a:lnTo>
                    <a:pt x="395066" y="5539669"/>
                  </a:lnTo>
                  <a:lnTo>
                    <a:pt x="395183" y="5539669"/>
                  </a:lnTo>
                  <a:lnTo>
                    <a:pt x="395301" y="5539669"/>
                  </a:lnTo>
                  <a:lnTo>
                    <a:pt x="395301" y="5539238"/>
                  </a:lnTo>
                  <a:lnTo>
                    <a:pt x="395419" y="5539238"/>
                  </a:lnTo>
                  <a:lnTo>
                    <a:pt x="395536" y="5539238"/>
                  </a:lnTo>
                  <a:lnTo>
                    <a:pt x="395654" y="5539238"/>
                  </a:lnTo>
                  <a:lnTo>
                    <a:pt x="395654" y="5538807"/>
                  </a:lnTo>
                  <a:lnTo>
                    <a:pt x="395654" y="5538377"/>
                  </a:lnTo>
                  <a:lnTo>
                    <a:pt x="395654" y="5537946"/>
                  </a:lnTo>
                  <a:lnTo>
                    <a:pt x="395772" y="5537946"/>
                  </a:lnTo>
                  <a:lnTo>
                    <a:pt x="395889" y="5537946"/>
                  </a:lnTo>
                  <a:lnTo>
                    <a:pt x="396007" y="5537946"/>
                  </a:lnTo>
                  <a:lnTo>
                    <a:pt x="396124" y="5537946"/>
                  </a:lnTo>
                  <a:lnTo>
                    <a:pt x="396242" y="5537946"/>
                  </a:lnTo>
                  <a:lnTo>
                    <a:pt x="396360" y="5537946"/>
                  </a:lnTo>
                  <a:lnTo>
                    <a:pt x="396360" y="5537516"/>
                  </a:lnTo>
                  <a:lnTo>
                    <a:pt x="396360" y="5537085"/>
                  </a:lnTo>
                  <a:lnTo>
                    <a:pt x="396360" y="5536654"/>
                  </a:lnTo>
                  <a:lnTo>
                    <a:pt x="396360" y="5536224"/>
                  </a:lnTo>
                  <a:lnTo>
                    <a:pt x="396477" y="5536224"/>
                  </a:lnTo>
                  <a:lnTo>
                    <a:pt x="396595" y="5536224"/>
                  </a:lnTo>
                  <a:lnTo>
                    <a:pt x="396712" y="5536224"/>
                  </a:lnTo>
                  <a:lnTo>
                    <a:pt x="396830" y="5536224"/>
                  </a:lnTo>
                  <a:lnTo>
                    <a:pt x="396948" y="5536224"/>
                  </a:lnTo>
                  <a:lnTo>
                    <a:pt x="396948" y="5535793"/>
                  </a:lnTo>
                  <a:lnTo>
                    <a:pt x="397065" y="5535793"/>
                  </a:lnTo>
                  <a:lnTo>
                    <a:pt x="397183" y="5535793"/>
                  </a:lnTo>
                  <a:lnTo>
                    <a:pt x="397300" y="5535793"/>
                  </a:lnTo>
                  <a:lnTo>
                    <a:pt x="397418" y="5535793"/>
                  </a:lnTo>
                  <a:lnTo>
                    <a:pt x="397536" y="5535793"/>
                  </a:lnTo>
                  <a:lnTo>
                    <a:pt x="397653" y="5535793"/>
                  </a:lnTo>
                  <a:lnTo>
                    <a:pt x="397653" y="5535363"/>
                  </a:lnTo>
                  <a:lnTo>
                    <a:pt x="397653" y="5534932"/>
                  </a:lnTo>
                  <a:lnTo>
                    <a:pt x="397653" y="5534501"/>
                  </a:lnTo>
                  <a:lnTo>
                    <a:pt x="397653" y="5534071"/>
                  </a:lnTo>
                  <a:lnTo>
                    <a:pt x="397771" y="5534071"/>
                  </a:lnTo>
                  <a:lnTo>
                    <a:pt x="397771" y="5533640"/>
                  </a:lnTo>
                  <a:lnTo>
                    <a:pt x="397889" y="5533640"/>
                  </a:lnTo>
                  <a:lnTo>
                    <a:pt x="397889" y="5533210"/>
                  </a:lnTo>
                  <a:lnTo>
                    <a:pt x="398006" y="5533210"/>
                  </a:lnTo>
                  <a:lnTo>
                    <a:pt x="398124" y="5533210"/>
                  </a:lnTo>
                  <a:lnTo>
                    <a:pt x="398124" y="5532779"/>
                  </a:lnTo>
                  <a:lnTo>
                    <a:pt x="398241" y="5532779"/>
                  </a:lnTo>
                  <a:lnTo>
                    <a:pt x="398241" y="5532348"/>
                  </a:lnTo>
                  <a:lnTo>
                    <a:pt x="398359" y="5532348"/>
                  </a:lnTo>
                  <a:lnTo>
                    <a:pt x="398477" y="5532348"/>
                  </a:lnTo>
                  <a:lnTo>
                    <a:pt x="398594" y="5532348"/>
                  </a:lnTo>
                  <a:lnTo>
                    <a:pt x="398712" y="5532348"/>
                  </a:lnTo>
                  <a:lnTo>
                    <a:pt x="398829" y="5532348"/>
                  </a:lnTo>
                  <a:lnTo>
                    <a:pt x="398829" y="5531918"/>
                  </a:lnTo>
                  <a:lnTo>
                    <a:pt x="398947" y="5531918"/>
                  </a:lnTo>
                  <a:lnTo>
                    <a:pt x="399065" y="5531918"/>
                  </a:lnTo>
                  <a:lnTo>
                    <a:pt x="399065" y="5531487"/>
                  </a:lnTo>
                  <a:lnTo>
                    <a:pt x="399182" y="5531487"/>
                  </a:lnTo>
                  <a:lnTo>
                    <a:pt x="399300" y="5531487"/>
                  </a:lnTo>
                  <a:lnTo>
                    <a:pt x="399418" y="5531487"/>
                  </a:lnTo>
                  <a:lnTo>
                    <a:pt x="399418" y="5531057"/>
                  </a:lnTo>
                  <a:lnTo>
                    <a:pt x="399418" y="5530626"/>
                  </a:lnTo>
                  <a:lnTo>
                    <a:pt x="399418" y="5530195"/>
                  </a:lnTo>
                  <a:lnTo>
                    <a:pt x="399418" y="5529765"/>
                  </a:lnTo>
                  <a:lnTo>
                    <a:pt x="399535" y="5529765"/>
                  </a:lnTo>
                  <a:lnTo>
                    <a:pt x="399535" y="5529334"/>
                  </a:lnTo>
                  <a:lnTo>
                    <a:pt x="399653" y="5529334"/>
                  </a:lnTo>
                  <a:lnTo>
                    <a:pt x="399770" y="5529334"/>
                  </a:lnTo>
                  <a:lnTo>
                    <a:pt x="399888" y="5529334"/>
                  </a:lnTo>
                  <a:lnTo>
                    <a:pt x="399888" y="5528904"/>
                  </a:lnTo>
                  <a:lnTo>
                    <a:pt x="400006" y="5528904"/>
                  </a:lnTo>
                  <a:lnTo>
                    <a:pt x="400123" y="5528904"/>
                  </a:lnTo>
                  <a:lnTo>
                    <a:pt x="400123" y="5528473"/>
                  </a:lnTo>
                  <a:lnTo>
                    <a:pt x="400123" y="5528042"/>
                  </a:lnTo>
                  <a:lnTo>
                    <a:pt x="400241" y="5528042"/>
                  </a:lnTo>
                  <a:lnTo>
                    <a:pt x="400358" y="5528042"/>
                  </a:lnTo>
                  <a:lnTo>
                    <a:pt x="400476" y="5528042"/>
                  </a:lnTo>
                  <a:lnTo>
                    <a:pt x="400476" y="5527612"/>
                  </a:lnTo>
                  <a:lnTo>
                    <a:pt x="400594" y="5527612"/>
                  </a:lnTo>
                  <a:lnTo>
                    <a:pt x="400711" y="5527612"/>
                  </a:lnTo>
                  <a:lnTo>
                    <a:pt x="400829" y="5527612"/>
                  </a:lnTo>
                  <a:lnTo>
                    <a:pt x="400829" y="5527181"/>
                  </a:lnTo>
                  <a:lnTo>
                    <a:pt x="400947" y="5527181"/>
                  </a:lnTo>
                  <a:lnTo>
                    <a:pt x="400947" y="5526751"/>
                  </a:lnTo>
                  <a:lnTo>
                    <a:pt x="400947" y="5526320"/>
                  </a:lnTo>
                  <a:lnTo>
                    <a:pt x="401064" y="5526320"/>
                  </a:lnTo>
                  <a:lnTo>
                    <a:pt x="401064" y="5525889"/>
                  </a:lnTo>
                  <a:lnTo>
                    <a:pt x="401064" y="5525459"/>
                  </a:lnTo>
                  <a:lnTo>
                    <a:pt x="401064" y="5525028"/>
                  </a:lnTo>
                  <a:lnTo>
                    <a:pt x="401064" y="5524598"/>
                  </a:lnTo>
                  <a:lnTo>
                    <a:pt x="401182" y="5524598"/>
                  </a:lnTo>
                  <a:lnTo>
                    <a:pt x="401182" y="5524167"/>
                  </a:lnTo>
                  <a:lnTo>
                    <a:pt x="401182" y="5523736"/>
                  </a:lnTo>
                  <a:lnTo>
                    <a:pt x="401182" y="5523306"/>
                  </a:lnTo>
                  <a:lnTo>
                    <a:pt x="401299" y="5523306"/>
                  </a:lnTo>
                  <a:lnTo>
                    <a:pt x="401299" y="5522875"/>
                  </a:lnTo>
                  <a:lnTo>
                    <a:pt x="401417" y="5522875"/>
                  </a:lnTo>
                  <a:lnTo>
                    <a:pt x="401535" y="5522875"/>
                  </a:lnTo>
                  <a:lnTo>
                    <a:pt x="401652" y="5522875"/>
                  </a:lnTo>
                  <a:lnTo>
                    <a:pt x="401770" y="5522875"/>
                  </a:lnTo>
                  <a:lnTo>
                    <a:pt x="401887" y="5522875"/>
                  </a:lnTo>
                  <a:lnTo>
                    <a:pt x="401887" y="5522445"/>
                  </a:lnTo>
                  <a:lnTo>
                    <a:pt x="401887" y="5522014"/>
                  </a:lnTo>
                  <a:lnTo>
                    <a:pt x="401887" y="5521583"/>
                  </a:lnTo>
                  <a:lnTo>
                    <a:pt x="402005" y="5521583"/>
                  </a:lnTo>
                  <a:lnTo>
                    <a:pt x="402123" y="5521583"/>
                  </a:lnTo>
                  <a:lnTo>
                    <a:pt x="402240" y="5521583"/>
                  </a:lnTo>
                  <a:lnTo>
                    <a:pt x="402358" y="5521583"/>
                  </a:lnTo>
                  <a:lnTo>
                    <a:pt x="402476" y="5521583"/>
                  </a:lnTo>
                  <a:lnTo>
                    <a:pt x="402476" y="5521153"/>
                  </a:lnTo>
                  <a:lnTo>
                    <a:pt x="402476" y="5520722"/>
                  </a:lnTo>
                  <a:lnTo>
                    <a:pt x="402593" y="5520722"/>
                  </a:lnTo>
                  <a:lnTo>
                    <a:pt x="402711" y="5520722"/>
                  </a:lnTo>
                  <a:lnTo>
                    <a:pt x="402828" y="5520722"/>
                  </a:lnTo>
                  <a:lnTo>
                    <a:pt x="402828" y="5520292"/>
                  </a:lnTo>
                  <a:lnTo>
                    <a:pt x="402828" y="5519861"/>
                  </a:lnTo>
                  <a:lnTo>
                    <a:pt x="402946" y="5519861"/>
                  </a:lnTo>
                  <a:lnTo>
                    <a:pt x="402946" y="5519430"/>
                  </a:lnTo>
                  <a:lnTo>
                    <a:pt x="402946" y="5519000"/>
                  </a:lnTo>
                  <a:lnTo>
                    <a:pt x="403064" y="5519000"/>
                  </a:lnTo>
                  <a:lnTo>
                    <a:pt x="403181" y="5519000"/>
                  </a:lnTo>
                  <a:lnTo>
                    <a:pt x="403181" y="5518569"/>
                  </a:lnTo>
                  <a:lnTo>
                    <a:pt x="403181" y="5518139"/>
                  </a:lnTo>
                  <a:lnTo>
                    <a:pt x="403299" y="5518139"/>
                  </a:lnTo>
                  <a:lnTo>
                    <a:pt x="403416" y="5518139"/>
                  </a:lnTo>
                  <a:lnTo>
                    <a:pt x="403416" y="5517708"/>
                  </a:lnTo>
                  <a:lnTo>
                    <a:pt x="403416" y="5517277"/>
                  </a:lnTo>
                  <a:lnTo>
                    <a:pt x="403534" y="5517277"/>
                  </a:lnTo>
                  <a:lnTo>
                    <a:pt x="403652" y="5517277"/>
                  </a:lnTo>
                  <a:lnTo>
                    <a:pt x="403652" y="5516847"/>
                  </a:lnTo>
                  <a:lnTo>
                    <a:pt x="403769" y="5516847"/>
                  </a:lnTo>
                  <a:lnTo>
                    <a:pt x="403887" y="5516847"/>
                  </a:lnTo>
                  <a:lnTo>
                    <a:pt x="403887" y="5516416"/>
                  </a:lnTo>
                  <a:lnTo>
                    <a:pt x="404004" y="5516416"/>
                  </a:lnTo>
                  <a:lnTo>
                    <a:pt x="404004" y="5515986"/>
                  </a:lnTo>
                  <a:lnTo>
                    <a:pt x="404004" y="5515555"/>
                  </a:lnTo>
                  <a:lnTo>
                    <a:pt x="404122" y="5515555"/>
                  </a:lnTo>
                  <a:lnTo>
                    <a:pt x="404122" y="5515124"/>
                  </a:lnTo>
                  <a:lnTo>
                    <a:pt x="404122" y="5514694"/>
                  </a:lnTo>
                  <a:lnTo>
                    <a:pt x="404240" y="5514694"/>
                  </a:lnTo>
                  <a:lnTo>
                    <a:pt x="404357" y="5514694"/>
                  </a:lnTo>
                  <a:lnTo>
                    <a:pt x="404475" y="5514694"/>
                  </a:lnTo>
                  <a:lnTo>
                    <a:pt x="404593" y="5514694"/>
                  </a:lnTo>
                  <a:lnTo>
                    <a:pt x="404710" y="5514694"/>
                  </a:lnTo>
                  <a:lnTo>
                    <a:pt x="404828" y="5514694"/>
                  </a:lnTo>
                  <a:lnTo>
                    <a:pt x="404828" y="5514263"/>
                  </a:lnTo>
                  <a:lnTo>
                    <a:pt x="404945" y="5514263"/>
                  </a:lnTo>
                  <a:lnTo>
                    <a:pt x="404945" y="5513833"/>
                  </a:lnTo>
                  <a:lnTo>
                    <a:pt x="404945" y="5513402"/>
                  </a:lnTo>
                  <a:lnTo>
                    <a:pt x="404945" y="5512971"/>
                  </a:lnTo>
                  <a:lnTo>
                    <a:pt x="405063" y="5512971"/>
                  </a:lnTo>
                  <a:lnTo>
                    <a:pt x="405063" y="5512541"/>
                  </a:lnTo>
                  <a:lnTo>
                    <a:pt x="405181" y="5512541"/>
                  </a:lnTo>
                  <a:lnTo>
                    <a:pt x="405298" y="5512541"/>
                  </a:lnTo>
                  <a:lnTo>
                    <a:pt x="405298" y="5512110"/>
                  </a:lnTo>
                  <a:lnTo>
                    <a:pt x="405298" y="5511680"/>
                  </a:lnTo>
                  <a:lnTo>
                    <a:pt x="405416" y="5511680"/>
                  </a:lnTo>
                  <a:lnTo>
                    <a:pt x="405533" y="5511680"/>
                  </a:lnTo>
                  <a:lnTo>
                    <a:pt x="405651" y="5511680"/>
                  </a:lnTo>
                  <a:lnTo>
                    <a:pt x="405769" y="5511680"/>
                  </a:lnTo>
                  <a:lnTo>
                    <a:pt x="405886" y="5511680"/>
                  </a:lnTo>
                  <a:lnTo>
                    <a:pt x="406004" y="5511680"/>
                  </a:lnTo>
                  <a:lnTo>
                    <a:pt x="406122" y="5511680"/>
                  </a:lnTo>
                  <a:lnTo>
                    <a:pt x="406239" y="5511680"/>
                  </a:lnTo>
                  <a:lnTo>
                    <a:pt x="406357" y="5511680"/>
                  </a:lnTo>
                  <a:lnTo>
                    <a:pt x="406474" y="5511680"/>
                  </a:lnTo>
                  <a:lnTo>
                    <a:pt x="406474" y="5511249"/>
                  </a:lnTo>
                  <a:lnTo>
                    <a:pt x="406592" y="5511249"/>
                  </a:lnTo>
                  <a:lnTo>
                    <a:pt x="406592" y="5510818"/>
                  </a:lnTo>
                  <a:lnTo>
                    <a:pt x="406710" y="5510818"/>
                  </a:lnTo>
                  <a:lnTo>
                    <a:pt x="406827" y="5510818"/>
                  </a:lnTo>
                  <a:lnTo>
                    <a:pt x="406945" y="5510818"/>
                  </a:lnTo>
                  <a:lnTo>
                    <a:pt x="406945" y="5510388"/>
                  </a:lnTo>
                  <a:lnTo>
                    <a:pt x="407062" y="5510388"/>
                  </a:lnTo>
                  <a:lnTo>
                    <a:pt x="407180" y="5510388"/>
                  </a:lnTo>
                  <a:lnTo>
                    <a:pt x="407298" y="5510388"/>
                  </a:lnTo>
                  <a:lnTo>
                    <a:pt x="407415" y="5510388"/>
                  </a:lnTo>
                  <a:lnTo>
                    <a:pt x="407533" y="5510388"/>
                  </a:lnTo>
                  <a:lnTo>
                    <a:pt x="407651" y="5510388"/>
                  </a:lnTo>
                  <a:lnTo>
                    <a:pt x="407768" y="5510388"/>
                  </a:lnTo>
                  <a:lnTo>
                    <a:pt x="407886" y="5510388"/>
                  </a:lnTo>
                  <a:lnTo>
                    <a:pt x="407886" y="5509957"/>
                  </a:lnTo>
                  <a:lnTo>
                    <a:pt x="407886" y="5509527"/>
                  </a:lnTo>
                  <a:lnTo>
                    <a:pt x="408003" y="5509527"/>
                  </a:lnTo>
                  <a:lnTo>
                    <a:pt x="408121" y="5509527"/>
                  </a:lnTo>
                  <a:lnTo>
                    <a:pt x="408239" y="5509527"/>
                  </a:lnTo>
                  <a:lnTo>
                    <a:pt x="408356" y="5509527"/>
                  </a:lnTo>
                  <a:lnTo>
                    <a:pt x="408474" y="5509527"/>
                  </a:lnTo>
                  <a:lnTo>
                    <a:pt x="408591" y="5509527"/>
                  </a:lnTo>
                  <a:lnTo>
                    <a:pt x="408709" y="5509527"/>
                  </a:lnTo>
                  <a:lnTo>
                    <a:pt x="408709" y="5509096"/>
                  </a:lnTo>
                  <a:lnTo>
                    <a:pt x="408827" y="5509096"/>
                  </a:lnTo>
                  <a:lnTo>
                    <a:pt x="408944" y="5509096"/>
                  </a:lnTo>
                  <a:lnTo>
                    <a:pt x="409062" y="5509096"/>
                  </a:lnTo>
                  <a:lnTo>
                    <a:pt x="409180" y="5509096"/>
                  </a:lnTo>
                  <a:lnTo>
                    <a:pt x="409297" y="5509096"/>
                  </a:lnTo>
                  <a:lnTo>
                    <a:pt x="409415" y="5509096"/>
                  </a:lnTo>
                  <a:lnTo>
                    <a:pt x="409415" y="5508665"/>
                  </a:lnTo>
                  <a:lnTo>
                    <a:pt x="409532" y="5508665"/>
                  </a:lnTo>
                  <a:lnTo>
                    <a:pt x="409532" y="5508235"/>
                  </a:lnTo>
                  <a:lnTo>
                    <a:pt x="409650" y="5508235"/>
                  </a:lnTo>
                  <a:lnTo>
                    <a:pt x="409768" y="5508235"/>
                  </a:lnTo>
                  <a:lnTo>
                    <a:pt x="409885" y="5508235"/>
                  </a:lnTo>
                  <a:lnTo>
                    <a:pt x="410003" y="5508235"/>
                  </a:lnTo>
                  <a:lnTo>
                    <a:pt x="410003" y="5507804"/>
                  </a:lnTo>
                  <a:lnTo>
                    <a:pt x="410120" y="5507804"/>
                  </a:lnTo>
                  <a:lnTo>
                    <a:pt x="410238" y="5507804"/>
                  </a:lnTo>
                  <a:lnTo>
                    <a:pt x="410238" y="5507374"/>
                  </a:lnTo>
                  <a:lnTo>
                    <a:pt x="410356" y="5507374"/>
                  </a:lnTo>
                  <a:lnTo>
                    <a:pt x="410356" y="5506943"/>
                  </a:lnTo>
                  <a:lnTo>
                    <a:pt x="410473" y="5506943"/>
                  </a:lnTo>
                  <a:lnTo>
                    <a:pt x="410473" y="5506512"/>
                  </a:lnTo>
                  <a:lnTo>
                    <a:pt x="410473" y="5506082"/>
                  </a:lnTo>
                  <a:lnTo>
                    <a:pt x="410473" y="5505651"/>
                  </a:lnTo>
                  <a:lnTo>
                    <a:pt x="410591" y="5505651"/>
                  </a:lnTo>
                  <a:lnTo>
                    <a:pt x="410709" y="5505651"/>
                  </a:lnTo>
                  <a:lnTo>
                    <a:pt x="410826" y="5505651"/>
                  </a:lnTo>
                  <a:lnTo>
                    <a:pt x="410826" y="5505221"/>
                  </a:lnTo>
                  <a:lnTo>
                    <a:pt x="410826" y="5504790"/>
                  </a:lnTo>
                  <a:lnTo>
                    <a:pt x="410944" y="5504790"/>
                  </a:lnTo>
                  <a:lnTo>
                    <a:pt x="410944" y="5504359"/>
                  </a:lnTo>
                  <a:lnTo>
                    <a:pt x="411061" y="5504359"/>
                  </a:lnTo>
                  <a:lnTo>
                    <a:pt x="411179" y="5504359"/>
                  </a:lnTo>
                  <a:lnTo>
                    <a:pt x="411297" y="5504359"/>
                  </a:lnTo>
                  <a:lnTo>
                    <a:pt x="411414" y="5504359"/>
                  </a:lnTo>
                  <a:lnTo>
                    <a:pt x="411532" y="5504359"/>
                  </a:lnTo>
                  <a:lnTo>
                    <a:pt x="411532" y="5503929"/>
                  </a:lnTo>
                  <a:lnTo>
                    <a:pt x="411649" y="5503929"/>
                  </a:lnTo>
                  <a:lnTo>
                    <a:pt x="411767" y="5503929"/>
                  </a:lnTo>
                  <a:lnTo>
                    <a:pt x="411767" y="5503498"/>
                  </a:lnTo>
                  <a:lnTo>
                    <a:pt x="411885" y="5503498"/>
                  </a:lnTo>
                  <a:lnTo>
                    <a:pt x="412002" y="5503498"/>
                  </a:lnTo>
                  <a:lnTo>
                    <a:pt x="412002" y="5503068"/>
                  </a:lnTo>
                  <a:lnTo>
                    <a:pt x="412002" y="5502637"/>
                  </a:lnTo>
                  <a:lnTo>
                    <a:pt x="412120" y="5502637"/>
                  </a:lnTo>
                  <a:lnTo>
                    <a:pt x="412237" y="5502637"/>
                  </a:lnTo>
                  <a:lnTo>
                    <a:pt x="412237" y="5502206"/>
                  </a:lnTo>
                  <a:lnTo>
                    <a:pt x="412355" y="5502206"/>
                  </a:lnTo>
                  <a:lnTo>
                    <a:pt x="412473" y="5502206"/>
                  </a:lnTo>
                  <a:lnTo>
                    <a:pt x="412473" y="5501776"/>
                  </a:lnTo>
                  <a:lnTo>
                    <a:pt x="412473" y="5501345"/>
                  </a:lnTo>
                  <a:lnTo>
                    <a:pt x="412590" y="5501345"/>
                  </a:lnTo>
                  <a:lnTo>
                    <a:pt x="412708" y="5501345"/>
                  </a:lnTo>
                  <a:lnTo>
                    <a:pt x="412826" y="5501345"/>
                  </a:lnTo>
                  <a:lnTo>
                    <a:pt x="412943" y="5501345"/>
                  </a:lnTo>
                  <a:lnTo>
                    <a:pt x="412943" y="5500915"/>
                  </a:lnTo>
                  <a:lnTo>
                    <a:pt x="412943" y="5500484"/>
                  </a:lnTo>
                  <a:lnTo>
                    <a:pt x="413061" y="5500484"/>
                  </a:lnTo>
                  <a:lnTo>
                    <a:pt x="413178" y="5500484"/>
                  </a:lnTo>
                  <a:lnTo>
                    <a:pt x="413296" y="5500484"/>
                  </a:lnTo>
                  <a:lnTo>
                    <a:pt x="413414" y="5500484"/>
                  </a:lnTo>
                  <a:lnTo>
                    <a:pt x="413531" y="5500484"/>
                  </a:lnTo>
                  <a:lnTo>
                    <a:pt x="413649" y="5500484"/>
                  </a:lnTo>
                  <a:lnTo>
                    <a:pt x="413766" y="5500484"/>
                  </a:lnTo>
                  <a:lnTo>
                    <a:pt x="413766" y="5500053"/>
                  </a:lnTo>
                  <a:lnTo>
                    <a:pt x="413884" y="5500053"/>
                  </a:lnTo>
                  <a:lnTo>
                    <a:pt x="414002" y="5500053"/>
                  </a:lnTo>
                  <a:lnTo>
                    <a:pt x="414002" y="5499623"/>
                  </a:lnTo>
                  <a:lnTo>
                    <a:pt x="414119" y="5499623"/>
                  </a:lnTo>
                  <a:lnTo>
                    <a:pt x="414119" y="5499192"/>
                  </a:lnTo>
                  <a:lnTo>
                    <a:pt x="414237" y="5499192"/>
                  </a:lnTo>
                  <a:lnTo>
                    <a:pt x="414355" y="5499192"/>
                  </a:lnTo>
                  <a:lnTo>
                    <a:pt x="414472" y="5499192"/>
                  </a:lnTo>
                  <a:lnTo>
                    <a:pt x="414590" y="5499192"/>
                  </a:lnTo>
                  <a:lnTo>
                    <a:pt x="414707" y="5499192"/>
                  </a:lnTo>
                  <a:lnTo>
                    <a:pt x="414825" y="5499192"/>
                  </a:lnTo>
                  <a:lnTo>
                    <a:pt x="414825" y="5498762"/>
                  </a:lnTo>
                  <a:lnTo>
                    <a:pt x="414825" y="5498331"/>
                  </a:lnTo>
                  <a:lnTo>
                    <a:pt x="414943" y="5498331"/>
                  </a:lnTo>
                  <a:lnTo>
                    <a:pt x="415060" y="5498331"/>
                  </a:lnTo>
                  <a:lnTo>
                    <a:pt x="415178" y="5498331"/>
                  </a:lnTo>
                  <a:lnTo>
                    <a:pt x="415178" y="5497900"/>
                  </a:lnTo>
                  <a:lnTo>
                    <a:pt x="415295" y="5497900"/>
                  </a:lnTo>
                  <a:lnTo>
                    <a:pt x="415413" y="5497900"/>
                  </a:lnTo>
                  <a:lnTo>
                    <a:pt x="415413" y="5497470"/>
                  </a:lnTo>
                  <a:lnTo>
                    <a:pt x="415531" y="5497470"/>
                  </a:lnTo>
                  <a:lnTo>
                    <a:pt x="415648" y="5497470"/>
                  </a:lnTo>
                  <a:lnTo>
                    <a:pt x="415648" y="5497039"/>
                  </a:lnTo>
                  <a:lnTo>
                    <a:pt x="415766" y="5497039"/>
                  </a:lnTo>
                  <a:lnTo>
                    <a:pt x="415766" y="5496609"/>
                  </a:lnTo>
                  <a:lnTo>
                    <a:pt x="415884" y="5496609"/>
                  </a:lnTo>
                  <a:lnTo>
                    <a:pt x="416001" y="5496609"/>
                  </a:lnTo>
                  <a:lnTo>
                    <a:pt x="416119" y="5496609"/>
                  </a:lnTo>
                  <a:lnTo>
                    <a:pt x="416236" y="5496609"/>
                  </a:lnTo>
                  <a:lnTo>
                    <a:pt x="416236" y="5496178"/>
                  </a:lnTo>
                  <a:lnTo>
                    <a:pt x="416354" y="5496178"/>
                  </a:lnTo>
                  <a:lnTo>
                    <a:pt x="416472" y="5496178"/>
                  </a:lnTo>
                  <a:lnTo>
                    <a:pt x="416472" y="5495747"/>
                  </a:lnTo>
                  <a:lnTo>
                    <a:pt x="416589" y="5495747"/>
                  </a:lnTo>
                  <a:lnTo>
                    <a:pt x="416589" y="5495317"/>
                  </a:lnTo>
                  <a:lnTo>
                    <a:pt x="416589" y="5494886"/>
                  </a:lnTo>
                  <a:lnTo>
                    <a:pt x="416707" y="5494886"/>
                  </a:lnTo>
                  <a:lnTo>
                    <a:pt x="416824" y="5494886"/>
                  </a:lnTo>
                  <a:lnTo>
                    <a:pt x="416824" y="5494456"/>
                  </a:lnTo>
                  <a:lnTo>
                    <a:pt x="416824" y="5494025"/>
                  </a:lnTo>
                  <a:lnTo>
                    <a:pt x="416942" y="5494025"/>
                  </a:lnTo>
                  <a:lnTo>
                    <a:pt x="417060" y="5494025"/>
                  </a:lnTo>
                  <a:lnTo>
                    <a:pt x="417177" y="5494025"/>
                  </a:lnTo>
                  <a:lnTo>
                    <a:pt x="417177" y="5493594"/>
                  </a:lnTo>
                  <a:lnTo>
                    <a:pt x="417295" y="5493594"/>
                  </a:lnTo>
                  <a:lnTo>
                    <a:pt x="417413" y="5493594"/>
                  </a:lnTo>
                  <a:lnTo>
                    <a:pt x="417530" y="5493594"/>
                  </a:lnTo>
                  <a:lnTo>
                    <a:pt x="417648" y="5493594"/>
                  </a:lnTo>
                  <a:lnTo>
                    <a:pt x="417765" y="5493594"/>
                  </a:lnTo>
                  <a:lnTo>
                    <a:pt x="417765" y="5493164"/>
                  </a:lnTo>
                  <a:lnTo>
                    <a:pt x="417765" y="5492733"/>
                  </a:lnTo>
                  <a:lnTo>
                    <a:pt x="417883" y="5492733"/>
                  </a:lnTo>
                  <a:lnTo>
                    <a:pt x="418001" y="5492733"/>
                  </a:lnTo>
                  <a:lnTo>
                    <a:pt x="418001" y="5492303"/>
                  </a:lnTo>
                  <a:lnTo>
                    <a:pt x="418118" y="5492303"/>
                  </a:lnTo>
                  <a:lnTo>
                    <a:pt x="418118" y="5491872"/>
                  </a:lnTo>
                  <a:lnTo>
                    <a:pt x="418118" y="5491441"/>
                  </a:lnTo>
                  <a:lnTo>
                    <a:pt x="418118" y="5491011"/>
                  </a:lnTo>
                  <a:lnTo>
                    <a:pt x="418236" y="5491011"/>
                  </a:lnTo>
                  <a:lnTo>
                    <a:pt x="418353" y="5491011"/>
                  </a:lnTo>
                  <a:lnTo>
                    <a:pt x="418471" y="5491011"/>
                  </a:lnTo>
                  <a:lnTo>
                    <a:pt x="418589" y="5491011"/>
                  </a:lnTo>
                  <a:lnTo>
                    <a:pt x="418706" y="5491011"/>
                  </a:lnTo>
                  <a:lnTo>
                    <a:pt x="418706" y="5490580"/>
                  </a:lnTo>
                  <a:lnTo>
                    <a:pt x="418706" y="5490150"/>
                  </a:lnTo>
                  <a:lnTo>
                    <a:pt x="418824" y="5490150"/>
                  </a:lnTo>
                  <a:lnTo>
                    <a:pt x="418824" y="5489719"/>
                  </a:lnTo>
                  <a:lnTo>
                    <a:pt x="418942" y="5489719"/>
                  </a:lnTo>
                  <a:lnTo>
                    <a:pt x="418942" y="5489288"/>
                  </a:lnTo>
                  <a:lnTo>
                    <a:pt x="419059" y="5489288"/>
                  </a:lnTo>
                  <a:lnTo>
                    <a:pt x="419177" y="5489288"/>
                  </a:lnTo>
                  <a:lnTo>
                    <a:pt x="419177" y="5488858"/>
                  </a:lnTo>
                  <a:lnTo>
                    <a:pt x="419294" y="5488858"/>
                  </a:lnTo>
                  <a:lnTo>
                    <a:pt x="419412" y="5488858"/>
                  </a:lnTo>
                  <a:lnTo>
                    <a:pt x="419530" y="5488858"/>
                  </a:lnTo>
                  <a:lnTo>
                    <a:pt x="419530" y="5488427"/>
                  </a:lnTo>
                  <a:lnTo>
                    <a:pt x="419530" y="5487997"/>
                  </a:lnTo>
                  <a:lnTo>
                    <a:pt x="419647" y="5487997"/>
                  </a:lnTo>
                  <a:lnTo>
                    <a:pt x="419647" y="5487566"/>
                  </a:lnTo>
                  <a:lnTo>
                    <a:pt x="419765" y="5487566"/>
                  </a:lnTo>
                  <a:lnTo>
                    <a:pt x="419765" y="5487135"/>
                  </a:lnTo>
                  <a:lnTo>
                    <a:pt x="419765" y="5486705"/>
                  </a:lnTo>
                  <a:lnTo>
                    <a:pt x="419882" y="5486705"/>
                  </a:lnTo>
                  <a:lnTo>
                    <a:pt x="420000" y="5486705"/>
                  </a:lnTo>
                  <a:lnTo>
                    <a:pt x="420118" y="5486705"/>
                  </a:lnTo>
                  <a:lnTo>
                    <a:pt x="420235" y="5486705"/>
                  </a:lnTo>
                  <a:lnTo>
                    <a:pt x="420353" y="5486705"/>
                  </a:lnTo>
                  <a:lnTo>
                    <a:pt x="420470" y="5486705"/>
                  </a:lnTo>
                  <a:lnTo>
                    <a:pt x="420588" y="5486705"/>
                  </a:lnTo>
                  <a:lnTo>
                    <a:pt x="420588" y="5486274"/>
                  </a:lnTo>
                  <a:lnTo>
                    <a:pt x="420706" y="5486274"/>
                  </a:lnTo>
                  <a:lnTo>
                    <a:pt x="420706" y="5485844"/>
                  </a:lnTo>
                  <a:lnTo>
                    <a:pt x="420823" y="5485844"/>
                  </a:lnTo>
                  <a:lnTo>
                    <a:pt x="420823" y="5485413"/>
                  </a:lnTo>
                  <a:lnTo>
                    <a:pt x="420941" y="5485413"/>
                  </a:lnTo>
                  <a:lnTo>
                    <a:pt x="420941" y="5484982"/>
                  </a:lnTo>
                  <a:lnTo>
                    <a:pt x="420941" y="5484552"/>
                  </a:lnTo>
                  <a:lnTo>
                    <a:pt x="420941" y="5484121"/>
                  </a:lnTo>
                  <a:lnTo>
                    <a:pt x="421059" y="5484121"/>
                  </a:lnTo>
                  <a:lnTo>
                    <a:pt x="421176" y="5484121"/>
                  </a:lnTo>
                  <a:lnTo>
                    <a:pt x="421294" y="5484121"/>
                  </a:lnTo>
                  <a:lnTo>
                    <a:pt x="421411" y="5484121"/>
                  </a:lnTo>
                  <a:lnTo>
                    <a:pt x="421411" y="5483691"/>
                  </a:lnTo>
                  <a:lnTo>
                    <a:pt x="421529" y="5483691"/>
                  </a:lnTo>
                  <a:lnTo>
                    <a:pt x="421529" y="5483260"/>
                  </a:lnTo>
                  <a:lnTo>
                    <a:pt x="421647" y="5483260"/>
                  </a:lnTo>
                  <a:lnTo>
                    <a:pt x="421647" y="5482829"/>
                  </a:lnTo>
                  <a:lnTo>
                    <a:pt x="421647" y="5482399"/>
                  </a:lnTo>
                  <a:lnTo>
                    <a:pt x="421764" y="5482399"/>
                  </a:lnTo>
                  <a:lnTo>
                    <a:pt x="421882" y="5482399"/>
                  </a:lnTo>
                  <a:lnTo>
                    <a:pt x="421999" y="5482399"/>
                  </a:lnTo>
                  <a:lnTo>
                    <a:pt x="422117" y="5482399"/>
                  </a:lnTo>
                  <a:lnTo>
                    <a:pt x="422235" y="5482399"/>
                  </a:lnTo>
                  <a:lnTo>
                    <a:pt x="422235" y="5481968"/>
                  </a:lnTo>
                  <a:lnTo>
                    <a:pt x="422352" y="5481968"/>
                  </a:lnTo>
                  <a:lnTo>
                    <a:pt x="422470" y="5481968"/>
                  </a:lnTo>
                  <a:lnTo>
                    <a:pt x="422588" y="5481968"/>
                  </a:lnTo>
                  <a:lnTo>
                    <a:pt x="422588" y="5481538"/>
                  </a:lnTo>
                  <a:lnTo>
                    <a:pt x="422705" y="5481538"/>
                  </a:lnTo>
                  <a:lnTo>
                    <a:pt x="422823" y="5481538"/>
                  </a:lnTo>
                  <a:lnTo>
                    <a:pt x="422823" y="5481107"/>
                  </a:lnTo>
                  <a:lnTo>
                    <a:pt x="422940" y="5481107"/>
                  </a:lnTo>
                  <a:lnTo>
                    <a:pt x="423058" y="5481107"/>
                  </a:lnTo>
                  <a:lnTo>
                    <a:pt x="423176" y="5481107"/>
                  </a:lnTo>
                  <a:lnTo>
                    <a:pt x="423176" y="5480676"/>
                  </a:lnTo>
                  <a:lnTo>
                    <a:pt x="423176" y="5480246"/>
                  </a:lnTo>
                  <a:lnTo>
                    <a:pt x="423176" y="5479815"/>
                  </a:lnTo>
                  <a:lnTo>
                    <a:pt x="423293" y="5479815"/>
                  </a:lnTo>
                  <a:lnTo>
                    <a:pt x="423293" y="5479385"/>
                  </a:lnTo>
                  <a:lnTo>
                    <a:pt x="423411" y="5479385"/>
                  </a:lnTo>
                  <a:lnTo>
                    <a:pt x="423411" y="5478954"/>
                  </a:lnTo>
                  <a:lnTo>
                    <a:pt x="423528" y="5478954"/>
                  </a:lnTo>
                  <a:lnTo>
                    <a:pt x="423528" y="5478523"/>
                  </a:lnTo>
                  <a:lnTo>
                    <a:pt x="423646" y="5478523"/>
                  </a:lnTo>
                  <a:lnTo>
                    <a:pt x="423764" y="5478523"/>
                  </a:lnTo>
                  <a:lnTo>
                    <a:pt x="423881" y="5478523"/>
                  </a:lnTo>
                  <a:lnTo>
                    <a:pt x="423881" y="5478093"/>
                  </a:lnTo>
                  <a:lnTo>
                    <a:pt x="423999" y="5478093"/>
                  </a:lnTo>
                  <a:lnTo>
                    <a:pt x="423999" y="5477662"/>
                  </a:lnTo>
                  <a:lnTo>
                    <a:pt x="424117" y="5477662"/>
                  </a:lnTo>
                  <a:lnTo>
                    <a:pt x="424234" y="5477662"/>
                  </a:lnTo>
                  <a:lnTo>
                    <a:pt x="424234" y="5477232"/>
                  </a:lnTo>
                  <a:lnTo>
                    <a:pt x="424352" y="5477232"/>
                  </a:lnTo>
                  <a:lnTo>
                    <a:pt x="424469" y="5477232"/>
                  </a:lnTo>
                  <a:lnTo>
                    <a:pt x="424469" y="5476801"/>
                  </a:lnTo>
                  <a:lnTo>
                    <a:pt x="424587" y="5476801"/>
                  </a:lnTo>
                  <a:lnTo>
                    <a:pt x="424705" y="5476801"/>
                  </a:lnTo>
                  <a:lnTo>
                    <a:pt x="424822" y="5476801"/>
                  </a:lnTo>
                  <a:lnTo>
                    <a:pt x="424940" y="5476801"/>
                  </a:lnTo>
                  <a:lnTo>
                    <a:pt x="425057" y="5476801"/>
                  </a:lnTo>
                  <a:lnTo>
                    <a:pt x="425175" y="5476801"/>
                  </a:lnTo>
                  <a:lnTo>
                    <a:pt x="425293" y="5476801"/>
                  </a:lnTo>
                  <a:lnTo>
                    <a:pt x="425410" y="5476801"/>
                  </a:lnTo>
                  <a:lnTo>
                    <a:pt x="425528" y="5476801"/>
                  </a:lnTo>
                  <a:lnTo>
                    <a:pt x="425528" y="5476370"/>
                  </a:lnTo>
                  <a:lnTo>
                    <a:pt x="425646" y="5476370"/>
                  </a:lnTo>
                  <a:lnTo>
                    <a:pt x="425646" y="5475940"/>
                  </a:lnTo>
                  <a:lnTo>
                    <a:pt x="425763" y="5475940"/>
                  </a:lnTo>
                  <a:lnTo>
                    <a:pt x="425881" y="5475940"/>
                  </a:lnTo>
                  <a:lnTo>
                    <a:pt x="425998" y="5475940"/>
                  </a:lnTo>
                  <a:lnTo>
                    <a:pt x="425998" y="5475509"/>
                  </a:lnTo>
                  <a:lnTo>
                    <a:pt x="425998" y="5475079"/>
                  </a:lnTo>
                  <a:lnTo>
                    <a:pt x="426116" y="5475079"/>
                  </a:lnTo>
                  <a:lnTo>
                    <a:pt x="426234" y="5475079"/>
                  </a:lnTo>
                  <a:lnTo>
                    <a:pt x="426351" y="5475079"/>
                  </a:lnTo>
                  <a:lnTo>
                    <a:pt x="426469" y="5475079"/>
                  </a:lnTo>
                  <a:lnTo>
                    <a:pt x="426586" y="5475079"/>
                  </a:lnTo>
                  <a:lnTo>
                    <a:pt x="426704" y="5475079"/>
                  </a:lnTo>
                  <a:lnTo>
                    <a:pt x="426822" y="5475079"/>
                  </a:lnTo>
                  <a:lnTo>
                    <a:pt x="426822" y="5474648"/>
                  </a:lnTo>
                  <a:lnTo>
                    <a:pt x="426939" y="5474648"/>
                  </a:lnTo>
                  <a:lnTo>
                    <a:pt x="426939" y="5474217"/>
                  </a:lnTo>
                  <a:lnTo>
                    <a:pt x="427057" y="5474217"/>
                  </a:lnTo>
                  <a:lnTo>
                    <a:pt x="427057" y="5473787"/>
                  </a:lnTo>
                  <a:lnTo>
                    <a:pt x="427175" y="5473787"/>
                  </a:lnTo>
                  <a:lnTo>
                    <a:pt x="427175" y="5473356"/>
                  </a:lnTo>
                  <a:lnTo>
                    <a:pt x="427292" y="5473356"/>
                  </a:lnTo>
                  <a:lnTo>
                    <a:pt x="427410" y="5473356"/>
                  </a:lnTo>
                  <a:lnTo>
                    <a:pt x="427527" y="5473356"/>
                  </a:lnTo>
                  <a:lnTo>
                    <a:pt x="427645" y="5473356"/>
                  </a:lnTo>
                  <a:lnTo>
                    <a:pt x="427763" y="5473356"/>
                  </a:lnTo>
                  <a:lnTo>
                    <a:pt x="427763" y="5472926"/>
                  </a:lnTo>
                  <a:lnTo>
                    <a:pt x="427880" y="5472926"/>
                  </a:lnTo>
                  <a:lnTo>
                    <a:pt x="427880" y="5472495"/>
                  </a:lnTo>
                  <a:lnTo>
                    <a:pt x="427998" y="5472495"/>
                  </a:lnTo>
                  <a:lnTo>
                    <a:pt x="428115" y="5472495"/>
                  </a:lnTo>
                  <a:lnTo>
                    <a:pt x="428115" y="5472064"/>
                  </a:lnTo>
                  <a:lnTo>
                    <a:pt x="428115" y="5471634"/>
                  </a:lnTo>
                  <a:lnTo>
                    <a:pt x="428115" y="5471203"/>
                  </a:lnTo>
                  <a:lnTo>
                    <a:pt x="428233" y="5471203"/>
                  </a:lnTo>
                  <a:lnTo>
                    <a:pt x="428351" y="5471203"/>
                  </a:lnTo>
                  <a:lnTo>
                    <a:pt x="428468" y="5471203"/>
                  </a:lnTo>
                  <a:lnTo>
                    <a:pt x="428586" y="5471203"/>
                  </a:lnTo>
                  <a:lnTo>
                    <a:pt x="428703" y="5471203"/>
                  </a:lnTo>
                  <a:lnTo>
                    <a:pt x="428821" y="5471203"/>
                  </a:lnTo>
                  <a:lnTo>
                    <a:pt x="428939" y="5471203"/>
                  </a:lnTo>
                  <a:lnTo>
                    <a:pt x="428939" y="5470773"/>
                  </a:lnTo>
                  <a:lnTo>
                    <a:pt x="429056" y="5470773"/>
                  </a:lnTo>
                  <a:lnTo>
                    <a:pt x="429174" y="5470773"/>
                  </a:lnTo>
                  <a:lnTo>
                    <a:pt x="429292" y="5470773"/>
                  </a:lnTo>
                  <a:lnTo>
                    <a:pt x="429409" y="5470773"/>
                  </a:lnTo>
                  <a:lnTo>
                    <a:pt x="429409" y="5470342"/>
                  </a:lnTo>
                  <a:lnTo>
                    <a:pt x="429527" y="5470342"/>
                  </a:lnTo>
                  <a:lnTo>
                    <a:pt x="429644" y="5470342"/>
                  </a:lnTo>
                  <a:lnTo>
                    <a:pt x="429762" y="5470342"/>
                  </a:lnTo>
                  <a:lnTo>
                    <a:pt x="429762" y="5469911"/>
                  </a:lnTo>
                  <a:lnTo>
                    <a:pt x="429880" y="5469911"/>
                  </a:lnTo>
                  <a:lnTo>
                    <a:pt x="429997" y="5469911"/>
                  </a:lnTo>
                  <a:lnTo>
                    <a:pt x="430115" y="5469911"/>
                  </a:lnTo>
                  <a:lnTo>
                    <a:pt x="430115" y="5469481"/>
                  </a:lnTo>
                  <a:lnTo>
                    <a:pt x="430115" y="5469050"/>
                  </a:lnTo>
                  <a:lnTo>
                    <a:pt x="430115" y="5468620"/>
                  </a:lnTo>
                  <a:lnTo>
                    <a:pt x="430232" y="5468620"/>
                  </a:lnTo>
                  <a:lnTo>
                    <a:pt x="430350" y="5468620"/>
                  </a:lnTo>
                  <a:lnTo>
                    <a:pt x="430350" y="5468189"/>
                  </a:lnTo>
                  <a:lnTo>
                    <a:pt x="430468" y="5468189"/>
                  </a:lnTo>
                  <a:lnTo>
                    <a:pt x="430468" y="5467758"/>
                  </a:lnTo>
                  <a:lnTo>
                    <a:pt x="430468" y="5467328"/>
                  </a:lnTo>
                  <a:lnTo>
                    <a:pt x="430585" y="5467328"/>
                  </a:lnTo>
                  <a:lnTo>
                    <a:pt x="430703" y="5467328"/>
                  </a:lnTo>
                  <a:lnTo>
                    <a:pt x="430821" y="5467328"/>
                  </a:lnTo>
                  <a:lnTo>
                    <a:pt x="430938" y="5467328"/>
                  </a:lnTo>
                  <a:lnTo>
                    <a:pt x="430938" y="5466897"/>
                  </a:lnTo>
                  <a:lnTo>
                    <a:pt x="430938" y="5466467"/>
                  </a:lnTo>
                  <a:lnTo>
                    <a:pt x="431056" y="5466467"/>
                  </a:lnTo>
                  <a:lnTo>
                    <a:pt x="431056" y="5466036"/>
                  </a:lnTo>
                  <a:lnTo>
                    <a:pt x="431173" y="5466036"/>
                  </a:lnTo>
                  <a:lnTo>
                    <a:pt x="431291" y="5466036"/>
                  </a:lnTo>
                  <a:lnTo>
                    <a:pt x="431409" y="5466036"/>
                  </a:lnTo>
                  <a:lnTo>
                    <a:pt x="431526" y="5466036"/>
                  </a:lnTo>
                  <a:lnTo>
                    <a:pt x="431644" y="5466036"/>
                  </a:lnTo>
                  <a:lnTo>
                    <a:pt x="431761" y="5466036"/>
                  </a:lnTo>
                  <a:lnTo>
                    <a:pt x="431879" y="5466036"/>
                  </a:lnTo>
                  <a:lnTo>
                    <a:pt x="431997" y="5466036"/>
                  </a:lnTo>
                  <a:lnTo>
                    <a:pt x="432114" y="5466036"/>
                  </a:lnTo>
                  <a:lnTo>
                    <a:pt x="432232" y="5466036"/>
                  </a:lnTo>
                  <a:lnTo>
                    <a:pt x="432350" y="5466036"/>
                  </a:lnTo>
                  <a:lnTo>
                    <a:pt x="432467" y="5466036"/>
                  </a:lnTo>
                  <a:lnTo>
                    <a:pt x="432585" y="5466036"/>
                  </a:lnTo>
                  <a:lnTo>
                    <a:pt x="432585" y="5465605"/>
                  </a:lnTo>
                  <a:lnTo>
                    <a:pt x="432702" y="5465605"/>
                  </a:lnTo>
                  <a:lnTo>
                    <a:pt x="432820" y="5465605"/>
                  </a:lnTo>
                  <a:lnTo>
                    <a:pt x="432938" y="5465605"/>
                  </a:lnTo>
                  <a:lnTo>
                    <a:pt x="432938" y="5465175"/>
                  </a:lnTo>
                  <a:lnTo>
                    <a:pt x="433055" y="5465175"/>
                  </a:lnTo>
                  <a:lnTo>
                    <a:pt x="433173" y="5465175"/>
                  </a:lnTo>
                  <a:lnTo>
                    <a:pt x="433173" y="5464744"/>
                  </a:lnTo>
                  <a:lnTo>
                    <a:pt x="433290" y="5464744"/>
                  </a:lnTo>
                  <a:lnTo>
                    <a:pt x="433408" y="5464744"/>
                  </a:lnTo>
                  <a:lnTo>
                    <a:pt x="433526" y="5464744"/>
                  </a:lnTo>
                  <a:lnTo>
                    <a:pt x="433643" y="5464744"/>
                  </a:lnTo>
                  <a:lnTo>
                    <a:pt x="433761" y="5464744"/>
                  </a:lnTo>
                  <a:lnTo>
                    <a:pt x="433761" y="5464314"/>
                  </a:lnTo>
                  <a:lnTo>
                    <a:pt x="433761" y="5463883"/>
                  </a:lnTo>
                  <a:lnTo>
                    <a:pt x="433761" y="5463452"/>
                  </a:lnTo>
                  <a:lnTo>
                    <a:pt x="433879" y="5463452"/>
                  </a:lnTo>
                  <a:lnTo>
                    <a:pt x="433879" y="5463022"/>
                  </a:lnTo>
                  <a:lnTo>
                    <a:pt x="433996" y="5463022"/>
                  </a:lnTo>
                  <a:lnTo>
                    <a:pt x="433996" y="5462591"/>
                  </a:lnTo>
                  <a:lnTo>
                    <a:pt x="434114" y="5462591"/>
                  </a:lnTo>
                  <a:lnTo>
                    <a:pt x="434231" y="5462591"/>
                  </a:lnTo>
                  <a:lnTo>
                    <a:pt x="434349" y="5462591"/>
                  </a:lnTo>
                  <a:lnTo>
                    <a:pt x="434467" y="5462591"/>
                  </a:lnTo>
                  <a:lnTo>
                    <a:pt x="434584" y="5462591"/>
                  </a:lnTo>
                  <a:lnTo>
                    <a:pt x="434702" y="5462591"/>
                  </a:lnTo>
                  <a:lnTo>
                    <a:pt x="434702" y="5462161"/>
                  </a:lnTo>
                  <a:lnTo>
                    <a:pt x="434702" y="5461730"/>
                  </a:lnTo>
                  <a:lnTo>
                    <a:pt x="434819" y="5461730"/>
                  </a:lnTo>
                  <a:lnTo>
                    <a:pt x="434937" y="5461730"/>
                  </a:lnTo>
                  <a:lnTo>
                    <a:pt x="435055" y="5461730"/>
                  </a:lnTo>
                  <a:lnTo>
                    <a:pt x="435172" y="5461730"/>
                  </a:lnTo>
                  <a:lnTo>
                    <a:pt x="435172" y="5461299"/>
                  </a:lnTo>
                  <a:lnTo>
                    <a:pt x="435290" y="5461299"/>
                  </a:lnTo>
                  <a:lnTo>
                    <a:pt x="435408" y="5461299"/>
                  </a:lnTo>
                  <a:lnTo>
                    <a:pt x="435525" y="5461299"/>
                  </a:lnTo>
                  <a:lnTo>
                    <a:pt x="435643" y="5461299"/>
                  </a:lnTo>
                  <a:lnTo>
                    <a:pt x="435760" y="5461299"/>
                  </a:lnTo>
                  <a:lnTo>
                    <a:pt x="435878" y="5461299"/>
                  </a:lnTo>
                  <a:lnTo>
                    <a:pt x="435878" y="5460869"/>
                  </a:lnTo>
                  <a:lnTo>
                    <a:pt x="435996" y="5460869"/>
                  </a:lnTo>
                  <a:lnTo>
                    <a:pt x="435996" y="5460438"/>
                  </a:lnTo>
                  <a:lnTo>
                    <a:pt x="436113" y="5460438"/>
                  </a:lnTo>
                  <a:lnTo>
                    <a:pt x="436231" y="5460438"/>
                  </a:lnTo>
                  <a:lnTo>
                    <a:pt x="436348" y="5460438"/>
                  </a:lnTo>
                  <a:lnTo>
                    <a:pt x="436466" y="5460438"/>
                  </a:lnTo>
                  <a:lnTo>
                    <a:pt x="436584" y="5460438"/>
                  </a:lnTo>
                  <a:lnTo>
                    <a:pt x="436701" y="5460438"/>
                  </a:lnTo>
                  <a:lnTo>
                    <a:pt x="436701" y="5460008"/>
                  </a:lnTo>
                  <a:lnTo>
                    <a:pt x="436819" y="5460008"/>
                  </a:lnTo>
                  <a:lnTo>
                    <a:pt x="436936" y="5460008"/>
                  </a:lnTo>
                  <a:lnTo>
                    <a:pt x="437054" y="5460008"/>
                  </a:lnTo>
                  <a:lnTo>
                    <a:pt x="437172" y="5460008"/>
                  </a:lnTo>
                  <a:lnTo>
                    <a:pt x="437289" y="5460008"/>
                  </a:lnTo>
                  <a:lnTo>
                    <a:pt x="437407" y="5460008"/>
                  </a:lnTo>
                  <a:lnTo>
                    <a:pt x="437407" y="5459577"/>
                  </a:lnTo>
                  <a:lnTo>
                    <a:pt x="437525" y="5459577"/>
                  </a:lnTo>
                  <a:lnTo>
                    <a:pt x="437642" y="5459577"/>
                  </a:lnTo>
                  <a:lnTo>
                    <a:pt x="437642" y="5459146"/>
                  </a:lnTo>
                  <a:lnTo>
                    <a:pt x="437642" y="5458716"/>
                  </a:lnTo>
                  <a:lnTo>
                    <a:pt x="437642" y="5458285"/>
                  </a:lnTo>
                  <a:lnTo>
                    <a:pt x="437760" y="5458285"/>
                  </a:lnTo>
                  <a:lnTo>
                    <a:pt x="437877" y="5458285"/>
                  </a:lnTo>
                  <a:lnTo>
                    <a:pt x="437995" y="5458285"/>
                  </a:lnTo>
                  <a:lnTo>
                    <a:pt x="437995" y="5457855"/>
                  </a:lnTo>
                  <a:lnTo>
                    <a:pt x="438113" y="5457855"/>
                  </a:lnTo>
                  <a:lnTo>
                    <a:pt x="438230" y="5457855"/>
                  </a:lnTo>
                  <a:lnTo>
                    <a:pt x="438230" y="5457424"/>
                  </a:lnTo>
                  <a:lnTo>
                    <a:pt x="438348" y="5457424"/>
                  </a:lnTo>
                  <a:lnTo>
                    <a:pt x="438465" y="5457424"/>
                  </a:lnTo>
                  <a:lnTo>
                    <a:pt x="438583" y="5457424"/>
                  </a:lnTo>
                  <a:lnTo>
                    <a:pt x="438701" y="5457424"/>
                  </a:lnTo>
                  <a:lnTo>
                    <a:pt x="438818" y="5457424"/>
                  </a:lnTo>
                  <a:lnTo>
                    <a:pt x="438936" y="5457424"/>
                  </a:lnTo>
                  <a:lnTo>
                    <a:pt x="439054" y="5457424"/>
                  </a:lnTo>
                  <a:lnTo>
                    <a:pt x="439054" y="5456993"/>
                  </a:lnTo>
                  <a:lnTo>
                    <a:pt x="439054" y="5456563"/>
                  </a:lnTo>
                  <a:lnTo>
                    <a:pt x="439171" y="5456563"/>
                  </a:lnTo>
                  <a:lnTo>
                    <a:pt x="439171" y="5456132"/>
                  </a:lnTo>
                  <a:lnTo>
                    <a:pt x="439289" y="5456132"/>
                  </a:lnTo>
                  <a:lnTo>
                    <a:pt x="439406" y="5456132"/>
                  </a:lnTo>
                  <a:lnTo>
                    <a:pt x="439524" y="5456132"/>
                  </a:lnTo>
                  <a:lnTo>
                    <a:pt x="439524" y="5455702"/>
                  </a:lnTo>
                  <a:lnTo>
                    <a:pt x="439524" y="5455271"/>
                  </a:lnTo>
                  <a:lnTo>
                    <a:pt x="439524" y="5454840"/>
                  </a:lnTo>
                  <a:lnTo>
                    <a:pt x="439524" y="5454410"/>
                  </a:lnTo>
                  <a:lnTo>
                    <a:pt x="439524" y="5453979"/>
                  </a:lnTo>
                  <a:lnTo>
                    <a:pt x="439642" y="5453979"/>
                  </a:lnTo>
                  <a:lnTo>
                    <a:pt x="439759" y="5453979"/>
                  </a:lnTo>
                  <a:lnTo>
                    <a:pt x="439877" y="5453979"/>
                  </a:lnTo>
                  <a:lnTo>
                    <a:pt x="439877" y="5453549"/>
                  </a:lnTo>
                  <a:lnTo>
                    <a:pt x="439994" y="5453549"/>
                  </a:lnTo>
                  <a:lnTo>
                    <a:pt x="440112" y="5453549"/>
                  </a:lnTo>
                  <a:lnTo>
                    <a:pt x="440112" y="5453118"/>
                  </a:lnTo>
                  <a:lnTo>
                    <a:pt x="440112" y="5452687"/>
                  </a:lnTo>
                  <a:lnTo>
                    <a:pt x="440230" y="5452687"/>
                  </a:lnTo>
                  <a:lnTo>
                    <a:pt x="440347" y="5452687"/>
                  </a:lnTo>
                  <a:lnTo>
                    <a:pt x="440465" y="5452687"/>
                  </a:lnTo>
                  <a:lnTo>
                    <a:pt x="440583" y="5452687"/>
                  </a:lnTo>
                  <a:lnTo>
                    <a:pt x="440583" y="5452257"/>
                  </a:lnTo>
                  <a:lnTo>
                    <a:pt x="440583" y="5451826"/>
                  </a:lnTo>
                  <a:lnTo>
                    <a:pt x="440583" y="5451396"/>
                  </a:lnTo>
                  <a:lnTo>
                    <a:pt x="440700" y="5451396"/>
                  </a:lnTo>
                  <a:lnTo>
                    <a:pt x="440818" y="5451396"/>
                  </a:lnTo>
                  <a:lnTo>
                    <a:pt x="440818" y="5450965"/>
                  </a:lnTo>
                  <a:lnTo>
                    <a:pt x="440935" y="5450965"/>
                  </a:lnTo>
                  <a:lnTo>
                    <a:pt x="440935" y="5450534"/>
                  </a:lnTo>
                  <a:lnTo>
                    <a:pt x="441053" y="5450534"/>
                  </a:lnTo>
                  <a:lnTo>
                    <a:pt x="441171" y="5450534"/>
                  </a:lnTo>
                  <a:lnTo>
                    <a:pt x="441288" y="5450534"/>
                  </a:lnTo>
                  <a:lnTo>
                    <a:pt x="441406" y="5450534"/>
                  </a:lnTo>
                  <a:lnTo>
                    <a:pt x="441406" y="5450104"/>
                  </a:lnTo>
                  <a:lnTo>
                    <a:pt x="441523" y="5450104"/>
                  </a:lnTo>
                  <a:lnTo>
                    <a:pt x="441641" y="5450104"/>
                  </a:lnTo>
                  <a:lnTo>
                    <a:pt x="441759" y="5450104"/>
                  </a:lnTo>
                  <a:lnTo>
                    <a:pt x="441759" y="5449673"/>
                  </a:lnTo>
                  <a:lnTo>
                    <a:pt x="441759" y="5449243"/>
                  </a:lnTo>
                  <a:lnTo>
                    <a:pt x="441876" y="5449243"/>
                  </a:lnTo>
                  <a:lnTo>
                    <a:pt x="441994" y="5449243"/>
                  </a:lnTo>
                  <a:lnTo>
                    <a:pt x="442112" y="5449243"/>
                  </a:lnTo>
                  <a:lnTo>
                    <a:pt x="442229" y="5449243"/>
                  </a:lnTo>
                  <a:lnTo>
                    <a:pt x="442229" y="5448812"/>
                  </a:lnTo>
                  <a:lnTo>
                    <a:pt x="442347" y="5448812"/>
                  </a:lnTo>
                  <a:lnTo>
                    <a:pt x="442464" y="5448812"/>
                  </a:lnTo>
                  <a:lnTo>
                    <a:pt x="442464" y="5448381"/>
                  </a:lnTo>
                  <a:lnTo>
                    <a:pt x="442582" y="5448381"/>
                  </a:lnTo>
                  <a:lnTo>
                    <a:pt x="442582" y="5447951"/>
                  </a:lnTo>
                  <a:lnTo>
                    <a:pt x="442582" y="5447520"/>
                  </a:lnTo>
                  <a:lnTo>
                    <a:pt x="442582" y="5447090"/>
                  </a:lnTo>
                  <a:lnTo>
                    <a:pt x="442700" y="5447090"/>
                  </a:lnTo>
                  <a:lnTo>
                    <a:pt x="442817" y="5447090"/>
                  </a:lnTo>
                  <a:lnTo>
                    <a:pt x="442935" y="5447090"/>
                  </a:lnTo>
                  <a:lnTo>
                    <a:pt x="443052" y="5447090"/>
                  </a:lnTo>
                  <a:lnTo>
                    <a:pt x="443052" y="5446659"/>
                  </a:lnTo>
                  <a:lnTo>
                    <a:pt x="443052" y="5446228"/>
                  </a:lnTo>
                  <a:lnTo>
                    <a:pt x="443170" y="5446228"/>
                  </a:lnTo>
                  <a:lnTo>
                    <a:pt x="443288" y="5446228"/>
                  </a:lnTo>
                  <a:lnTo>
                    <a:pt x="443405" y="5446228"/>
                  </a:lnTo>
                  <a:lnTo>
                    <a:pt x="443523" y="5446228"/>
                  </a:lnTo>
                  <a:lnTo>
                    <a:pt x="443523" y="5445798"/>
                  </a:lnTo>
                  <a:lnTo>
                    <a:pt x="443641" y="5445798"/>
                  </a:lnTo>
                  <a:lnTo>
                    <a:pt x="443758" y="5445798"/>
                  </a:lnTo>
                  <a:lnTo>
                    <a:pt x="443758" y="5445367"/>
                  </a:lnTo>
                  <a:lnTo>
                    <a:pt x="443876" y="5445367"/>
                  </a:lnTo>
                  <a:lnTo>
                    <a:pt x="443993" y="5445367"/>
                  </a:lnTo>
                  <a:lnTo>
                    <a:pt x="443993" y="5444937"/>
                  </a:lnTo>
                  <a:lnTo>
                    <a:pt x="444111" y="5444937"/>
                  </a:lnTo>
                  <a:lnTo>
                    <a:pt x="444229" y="5444937"/>
                  </a:lnTo>
                  <a:lnTo>
                    <a:pt x="444346" y="5444937"/>
                  </a:lnTo>
                  <a:lnTo>
                    <a:pt x="444346" y="5444506"/>
                  </a:lnTo>
                  <a:lnTo>
                    <a:pt x="444346" y="5444075"/>
                  </a:lnTo>
                  <a:lnTo>
                    <a:pt x="444346" y="5443645"/>
                  </a:lnTo>
                  <a:lnTo>
                    <a:pt x="444346" y="5443214"/>
                  </a:lnTo>
                  <a:lnTo>
                    <a:pt x="444464" y="5443214"/>
                  </a:lnTo>
                  <a:lnTo>
                    <a:pt x="444464" y="5442784"/>
                  </a:lnTo>
                  <a:lnTo>
                    <a:pt x="444581" y="5442784"/>
                  </a:lnTo>
                  <a:lnTo>
                    <a:pt x="444699" y="5442784"/>
                  </a:lnTo>
                  <a:lnTo>
                    <a:pt x="444817" y="5442784"/>
                  </a:lnTo>
                  <a:lnTo>
                    <a:pt x="444934" y="5442784"/>
                  </a:lnTo>
                  <a:lnTo>
                    <a:pt x="444934" y="5442353"/>
                  </a:lnTo>
                  <a:lnTo>
                    <a:pt x="444934" y="5441922"/>
                  </a:lnTo>
                  <a:lnTo>
                    <a:pt x="444934" y="5441492"/>
                  </a:lnTo>
                  <a:lnTo>
                    <a:pt x="445052" y="5441492"/>
                  </a:lnTo>
                  <a:lnTo>
                    <a:pt x="445052" y="5441061"/>
                  </a:lnTo>
                  <a:lnTo>
                    <a:pt x="445169" y="5441061"/>
                  </a:lnTo>
                  <a:lnTo>
                    <a:pt x="445169" y="5440631"/>
                  </a:lnTo>
                  <a:lnTo>
                    <a:pt x="445169" y="5440200"/>
                  </a:lnTo>
                  <a:lnTo>
                    <a:pt x="445287" y="5440200"/>
                  </a:lnTo>
                  <a:lnTo>
                    <a:pt x="445287" y="5439769"/>
                  </a:lnTo>
                  <a:lnTo>
                    <a:pt x="445405" y="5439769"/>
                  </a:lnTo>
                  <a:lnTo>
                    <a:pt x="445522" y="5439769"/>
                  </a:lnTo>
                  <a:lnTo>
                    <a:pt x="445640" y="5439769"/>
                  </a:lnTo>
                  <a:lnTo>
                    <a:pt x="445640" y="5439339"/>
                  </a:lnTo>
                  <a:lnTo>
                    <a:pt x="445640" y="5438908"/>
                  </a:lnTo>
                  <a:lnTo>
                    <a:pt x="445758" y="5438908"/>
                  </a:lnTo>
                  <a:lnTo>
                    <a:pt x="445875" y="5438908"/>
                  </a:lnTo>
                  <a:lnTo>
                    <a:pt x="445993" y="5438908"/>
                  </a:lnTo>
                  <a:lnTo>
                    <a:pt x="446110" y="5438908"/>
                  </a:lnTo>
                  <a:lnTo>
                    <a:pt x="446110" y="5438478"/>
                  </a:lnTo>
                  <a:lnTo>
                    <a:pt x="446110" y="5438047"/>
                  </a:lnTo>
                  <a:lnTo>
                    <a:pt x="446110" y="5437616"/>
                  </a:lnTo>
                  <a:lnTo>
                    <a:pt x="446228" y="5437616"/>
                  </a:lnTo>
                  <a:lnTo>
                    <a:pt x="446228" y="5437186"/>
                  </a:lnTo>
                  <a:lnTo>
                    <a:pt x="446346" y="5437186"/>
                  </a:lnTo>
                  <a:lnTo>
                    <a:pt x="446346" y="5436755"/>
                  </a:lnTo>
                  <a:lnTo>
                    <a:pt x="446346" y="5436325"/>
                  </a:lnTo>
                  <a:lnTo>
                    <a:pt x="446463" y="5436325"/>
                  </a:lnTo>
                  <a:lnTo>
                    <a:pt x="446581" y="5436325"/>
                  </a:lnTo>
                  <a:lnTo>
                    <a:pt x="446698" y="5436325"/>
                  </a:lnTo>
                  <a:lnTo>
                    <a:pt x="446698" y="5435894"/>
                  </a:lnTo>
                  <a:lnTo>
                    <a:pt x="446816" y="5435894"/>
                  </a:lnTo>
                  <a:lnTo>
                    <a:pt x="446934" y="5435894"/>
                  </a:lnTo>
                  <a:lnTo>
                    <a:pt x="447051" y="5435894"/>
                  </a:lnTo>
                  <a:lnTo>
                    <a:pt x="447169" y="5435894"/>
                  </a:lnTo>
                  <a:lnTo>
                    <a:pt x="447287" y="5435894"/>
                  </a:lnTo>
                  <a:lnTo>
                    <a:pt x="447404" y="5435894"/>
                  </a:lnTo>
                  <a:lnTo>
                    <a:pt x="447404" y="5435463"/>
                  </a:lnTo>
                  <a:lnTo>
                    <a:pt x="447522" y="5435463"/>
                  </a:lnTo>
                  <a:lnTo>
                    <a:pt x="447639" y="5435463"/>
                  </a:lnTo>
                  <a:lnTo>
                    <a:pt x="447757" y="5435463"/>
                  </a:lnTo>
                  <a:lnTo>
                    <a:pt x="447757" y="5435033"/>
                  </a:lnTo>
                  <a:lnTo>
                    <a:pt x="447875" y="5435033"/>
                  </a:lnTo>
                  <a:lnTo>
                    <a:pt x="447875" y="5434602"/>
                  </a:lnTo>
                  <a:lnTo>
                    <a:pt x="447992" y="5434602"/>
                  </a:lnTo>
                  <a:lnTo>
                    <a:pt x="448110" y="5434602"/>
                  </a:lnTo>
                  <a:lnTo>
                    <a:pt x="448227" y="5434602"/>
                  </a:lnTo>
                  <a:lnTo>
                    <a:pt x="448345" y="5434602"/>
                  </a:lnTo>
                  <a:lnTo>
                    <a:pt x="448345" y="5434172"/>
                  </a:lnTo>
                  <a:lnTo>
                    <a:pt x="448345" y="5433741"/>
                  </a:lnTo>
                  <a:lnTo>
                    <a:pt x="448463" y="5433741"/>
                  </a:lnTo>
                  <a:lnTo>
                    <a:pt x="448463" y="5433310"/>
                  </a:lnTo>
                  <a:lnTo>
                    <a:pt x="448463" y="5432880"/>
                  </a:lnTo>
                  <a:lnTo>
                    <a:pt x="448463" y="5432449"/>
                  </a:lnTo>
                  <a:lnTo>
                    <a:pt x="448580" y="5432449"/>
                  </a:lnTo>
                  <a:lnTo>
                    <a:pt x="448580" y="5432019"/>
                  </a:lnTo>
                  <a:lnTo>
                    <a:pt x="448698" y="5432019"/>
                  </a:lnTo>
                  <a:lnTo>
                    <a:pt x="448816" y="5432019"/>
                  </a:lnTo>
                  <a:lnTo>
                    <a:pt x="448933" y="5432019"/>
                  </a:lnTo>
                  <a:lnTo>
                    <a:pt x="449051" y="5432019"/>
                  </a:lnTo>
                  <a:lnTo>
                    <a:pt x="449051" y="5431588"/>
                  </a:lnTo>
                  <a:lnTo>
                    <a:pt x="449168" y="5431588"/>
                  </a:lnTo>
                  <a:lnTo>
                    <a:pt x="449168" y="5431157"/>
                  </a:lnTo>
                  <a:lnTo>
                    <a:pt x="449286" y="5431157"/>
                  </a:lnTo>
                  <a:lnTo>
                    <a:pt x="449404" y="5431157"/>
                  </a:lnTo>
                  <a:lnTo>
                    <a:pt x="449404" y="5430727"/>
                  </a:lnTo>
                  <a:lnTo>
                    <a:pt x="449521" y="5430727"/>
                  </a:lnTo>
                  <a:lnTo>
                    <a:pt x="449639" y="5430727"/>
                  </a:lnTo>
                  <a:lnTo>
                    <a:pt x="449756" y="5430727"/>
                  </a:lnTo>
                  <a:lnTo>
                    <a:pt x="449874" y="5430727"/>
                  </a:lnTo>
                  <a:lnTo>
                    <a:pt x="449992" y="5430727"/>
                  </a:lnTo>
                  <a:lnTo>
                    <a:pt x="450109" y="5430727"/>
                  </a:lnTo>
                  <a:lnTo>
                    <a:pt x="450227" y="5430727"/>
                  </a:lnTo>
                  <a:lnTo>
                    <a:pt x="450227" y="5430296"/>
                  </a:lnTo>
                  <a:lnTo>
                    <a:pt x="450345" y="5430296"/>
                  </a:lnTo>
                  <a:lnTo>
                    <a:pt x="450345" y="5429866"/>
                  </a:lnTo>
                  <a:lnTo>
                    <a:pt x="450462" y="5429866"/>
                  </a:lnTo>
                  <a:lnTo>
                    <a:pt x="450462" y="5429435"/>
                  </a:lnTo>
                  <a:lnTo>
                    <a:pt x="450580" y="5429435"/>
                  </a:lnTo>
                  <a:lnTo>
                    <a:pt x="450697" y="5429435"/>
                  </a:lnTo>
                  <a:lnTo>
                    <a:pt x="450815" y="5429435"/>
                  </a:lnTo>
                  <a:lnTo>
                    <a:pt x="450933" y="5429435"/>
                  </a:lnTo>
                  <a:lnTo>
                    <a:pt x="451050" y="5429435"/>
                  </a:lnTo>
                  <a:lnTo>
                    <a:pt x="451050" y="5429004"/>
                  </a:lnTo>
                  <a:lnTo>
                    <a:pt x="451050" y="5428574"/>
                  </a:lnTo>
                  <a:lnTo>
                    <a:pt x="451168" y="5428574"/>
                  </a:lnTo>
                  <a:lnTo>
                    <a:pt x="451285" y="5428574"/>
                  </a:lnTo>
                  <a:lnTo>
                    <a:pt x="451403" y="5428574"/>
                  </a:lnTo>
                  <a:lnTo>
                    <a:pt x="451521" y="5428574"/>
                  </a:lnTo>
                  <a:lnTo>
                    <a:pt x="451521" y="5428143"/>
                  </a:lnTo>
                  <a:lnTo>
                    <a:pt x="451638" y="5428143"/>
                  </a:lnTo>
                  <a:lnTo>
                    <a:pt x="451638" y="5427713"/>
                  </a:lnTo>
                  <a:lnTo>
                    <a:pt x="451756" y="5427713"/>
                  </a:lnTo>
                  <a:lnTo>
                    <a:pt x="451874" y="5427713"/>
                  </a:lnTo>
                  <a:lnTo>
                    <a:pt x="451874" y="5427282"/>
                  </a:lnTo>
                  <a:lnTo>
                    <a:pt x="451874" y="5426851"/>
                  </a:lnTo>
                  <a:lnTo>
                    <a:pt x="451991" y="5426851"/>
                  </a:lnTo>
                  <a:lnTo>
                    <a:pt x="452109" y="5426851"/>
                  </a:lnTo>
                  <a:lnTo>
                    <a:pt x="452109" y="5426421"/>
                  </a:lnTo>
                  <a:lnTo>
                    <a:pt x="452226" y="5426421"/>
                  </a:lnTo>
                  <a:lnTo>
                    <a:pt x="452226" y="5425990"/>
                  </a:lnTo>
                  <a:lnTo>
                    <a:pt x="452226" y="5425560"/>
                  </a:lnTo>
                  <a:lnTo>
                    <a:pt x="452226" y="5425129"/>
                  </a:lnTo>
                  <a:lnTo>
                    <a:pt x="452226" y="5424698"/>
                  </a:lnTo>
                  <a:lnTo>
                    <a:pt x="452344" y="5424698"/>
                  </a:lnTo>
                  <a:lnTo>
                    <a:pt x="452462" y="5424698"/>
                  </a:lnTo>
                  <a:lnTo>
                    <a:pt x="452579" y="5424698"/>
                  </a:lnTo>
                  <a:lnTo>
                    <a:pt x="452697" y="5424698"/>
                  </a:lnTo>
                  <a:lnTo>
                    <a:pt x="452697" y="5424268"/>
                  </a:lnTo>
                  <a:lnTo>
                    <a:pt x="452697" y="5423837"/>
                  </a:lnTo>
                  <a:lnTo>
                    <a:pt x="452697" y="5423407"/>
                  </a:lnTo>
                  <a:lnTo>
                    <a:pt x="452697" y="5422976"/>
                  </a:lnTo>
                  <a:lnTo>
                    <a:pt x="452814" y="5422976"/>
                  </a:lnTo>
                  <a:lnTo>
                    <a:pt x="452814" y="5422545"/>
                  </a:lnTo>
                  <a:lnTo>
                    <a:pt x="452932" y="5422545"/>
                  </a:lnTo>
                  <a:lnTo>
                    <a:pt x="453050" y="5422545"/>
                  </a:lnTo>
                  <a:lnTo>
                    <a:pt x="453167" y="5422545"/>
                  </a:lnTo>
                  <a:lnTo>
                    <a:pt x="453285" y="5422545"/>
                  </a:lnTo>
                  <a:lnTo>
                    <a:pt x="453402" y="5422545"/>
                  </a:lnTo>
                  <a:lnTo>
                    <a:pt x="453520" y="5422545"/>
                  </a:lnTo>
                  <a:lnTo>
                    <a:pt x="453520" y="5422115"/>
                  </a:lnTo>
                  <a:lnTo>
                    <a:pt x="453638" y="5422115"/>
                  </a:lnTo>
                  <a:lnTo>
                    <a:pt x="453755" y="5422115"/>
                  </a:lnTo>
                  <a:lnTo>
                    <a:pt x="453873" y="5422115"/>
                  </a:lnTo>
                  <a:lnTo>
                    <a:pt x="453991" y="5422115"/>
                  </a:lnTo>
                  <a:lnTo>
                    <a:pt x="454108" y="5422115"/>
                  </a:lnTo>
                  <a:lnTo>
                    <a:pt x="454226" y="5422115"/>
                  </a:lnTo>
                  <a:lnTo>
                    <a:pt x="454226" y="5421684"/>
                  </a:lnTo>
                  <a:lnTo>
                    <a:pt x="454226" y="5421254"/>
                  </a:lnTo>
                  <a:lnTo>
                    <a:pt x="454343" y="5421254"/>
                  </a:lnTo>
                  <a:lnTo>
                    <a:pt x="454461" y="5421254"/>
                  </a:lnTo>
                  <a:lnTo>
                    <a:pt x="454461" y="5420823"/>
                  </a:lnTo>
                  <a:lnTo>
                    <a:pt x="454461" y="5420392"/>
                  </a:lnTo>
                  <a:lnTo>
                    <a:pt x="454579" y="5420392"/>
                  </a:lnTo>
                  <a:lnTo>
                    <a:pt x="454696" y="5420392"/>
                  </a:lnTo>
                  <a:lnTo>
                    <a:pt x="454696" y="5419962"/>
                  </a:lnTo>
                  <a:lnTo>
                    <a:pt x="454814" y="5419962"/>
                  </a:lnTo>
                  <a:lnTo>
                    <a:pt x="454931" y="5419962"/>
                  </a:lnTo>
                  <a:lnTo>
                    <a:pt x="454931" y="5419531"/>
                  </a:lnTo>
                  <a:lnTo>
                    <a:pt x="454931" y="5419101"/>
                  </a:lnTo>
                  <a:lnTo>
                    <a:pt x="454931" y="5418670"/>
                  </a:lnTo>
                  <a:lnTo>
                    <a:pt x="455049" y="5418670"/>
                  </a:lnTo>
                  <a:lnTo>
                    <a:pt x="455167" y="5418670"/>
                  </a:lnTo>
                  <a:lnTo>
                    <a:pt x="455284" y="5418670"/>
                  </a:lnTo>
                  <a:lnTo>
                    <a:pt x="455284" y="5418239"/>
                  </a:lnTo>
                  <a:lnTo>
                    <a:pt x="455284" y="5417809"/>
                  </a:lnTo>
                  <a:lnTo>
                    <a:pt x="455402" y="5417809"/>
                  </a:lnTo>
                  <a:lnTo>
                    <a:pt x="455520" y="5417809"/>
                  </a:lnTo>
                  <a:lnTo>
                    <a:pt x="455637" y="5417809"/>
                  </a:lnTo>
                  <a:lnTo>
                    <a:pt x="455637" y="5417378"/>
                  </a:lnTo>
                  <a:lnTo>
                    <a:pt x="455755" y="5417378"/>
                  </a:lnTo>
                  <a:lnTo>
                    <a:pt x="455872" y="5417378"/>
                  </a:lnTo>
                  <a:lnTo>
                    <a:pt x="455990" y="5417378"/>
                  </a:lnTo>
                  <a:lnTo>
                    <a:pt x="456108" y="5417378"/>
                  </a:lnTo>
                  <a:lnTo>
                    <a:pt x="456225" y="5417378"/>
                  </a:lnTo>
                  <a:lnTo>
                    <a:pt x="456343" y="5417378"/>
                  </a:lnTo>
                  <a:lnTo>
                    <a:pt x="456343" y="5416948"/>
                  </a:lnTo>
                  <a:lnTo>
                    <a:pt x="456460" y="5416948"/>
                  </a:lnTo>
                  <a:lnTo>
                    <a:pt x="456460" y="5416517"/>
                  </a:lnTo>
                  <a:lnTo>
                    <a:pt x="456460" y="5416086"/>
                  </a:lnTo>
                  <a:lnTo>
                    <a:pt x="456460" y="5415656"/>
                  </a:lnTo>
                  <a:lnTo>
                    <a:pt x="456578" y="5415656"/>
                  </a:lnTo>
                  <a:lnTo>
                    <a:pt x="456578" y="5415225"/>
                  </a:lnTo>
                  <a:lnTo>
                    <a:pt x="456578" y="5414795"/>
                  </a:lnTo>
                  <a:lnTo>
                    <a:pt x="456696" y="5414795"/>
                  </a:lnTo>
                  <a:lnTo>
                    <a:pt x="456813" y="5414795"/>
                  </a:lnTo>
                  <a:lnTo>
                    <a:pt x="456931" y="5414795"/>
                  </a:lnTo>
                  <a:lnTo>
                    <a:pt x="456931" y="5414364"/>
                  </a:lnTo>
                  <a:lnTo>
                    <a:pt x="457049" y="5414364"/>
                  </a:lnTo>
                  <a:lnTo>
                    <a:pt x="457166" y="5414364"/>
                  </a:lnTo>
                  <a:lnTo>
                    <a:pt x="457284" y="5414364"/>
                  </a:lnTo>
                  <a:lnTo>
                    <a:pt x="457401" y="5414364"/>
                  </a:lnTo>
                  <a:lnTo>
                    <a:pt x="457519" y="5414364"/>
                  </a:lnTo>
                  <a:lnTo>
                    <a:pt x="457519" y="5413933"/>
                  </a:lnTo>
                  <a:lnTo>
                    <a:pt x="457637" y="5413933"/>
                  </a:lnTo>
                  <a:lnTo>
                    <a:pt x="457637" y="5413503"/>
                  </a:lnTo>
                  <a:lnTo>
                    <a:pt x="457754" y="5413503"/>
                  </a:lnTo>
                  <a:lnTo>
                    <a:pt x="457872" y="5413503"/>
                  </a:lnTo>
                  <a:lnTo>
                    <a:pt x="457872" y="5413072"/>
                  </a:lnTo>
                  <a:lnTo>
                    <a:pt x="457989" y="5413072"/>
                  </a:lnTo>
                  <a:lnTo>
                    <a:pt x="457989" y="5412642"/>
                  </a:lnTo>
                  <a:lnTo>
                    <a:pt x="457989" y="5412211"/>
                  </a:lnTo>
                  <a:lnTo>
                    <a:pt x="457989" y="5411780"/>
                  </a:lnTo>
                  <a:lnTo>
                    <a:pt x="458107" y="5411780"/>
                  </a:lnTo>
                  <a:lnTo>
                    <a:pt x="458107" y="5411350"/>
                  </a:lnTo>
                  <a:lnTo>
                    <a:pt x="458225" y="5411350"/>
                  </a:lnTo>
                  <a:lnTo>
                    <a:pt x="458225" y="5410919"/>
                  </a:lnTo>
                  <a:lnTo>
                    <a:pt x="458225" y="5410489"/>
                  </a:lnTo>
                  <a:lnTo>
                    <a:pt x="458342" y="5410489"/>
                  </a:lnTo>
                  <a:lnTo>
                    <a:pt x="458342" y="5410058"/>
                  </a:lnTo>
                  <a:lnTo>
                    <a:pt x="458342" y="5409627"/>
                  </a:lnTo>
                  <a:lnTo>
                    <a:pt x="458460" y="5409627"/>
                  </a:lnTo>
                  <a:lnTo>
                    <a:pt x="458578" y="5409627"/>
                  </a:lnTo>
                  <a:lnTo>
                    <a:pt x="458578" y="5409197"/>
                  </a:lnTo>
                  <a:lnTo>
                    <a:pt x="458695" y="5409197"/>
                  </a:lnTo>
                  <a:lnTo>
                    <a:pt x="458813" y="5409197"/>
                  </a:lnTo>
                  <a:lnTo>
                    <a:pt x="458930" y="5409197"/>
                  </a:lnTo>
                  <a:lnTo>
                    <a:pt x="459048" y="5409197"/>
                  </a:lnTo>
                  <a:lnTo>
                    <a:pt x="459166" y="5409197"/>
                  </a:lnTo>
                  <a:lnTo>
                    <a:pt x="459283" y="5409197"/>
                  </a:lnTo>
                  <a:lnTo>
                    <a:pt x="459283" y="5408766"/>
                  </a:lnTo>
                  <a:lnTo>
                    <a:pt x="459401" y="5408766"/>
                  </a:lnTo>
                  <a:lnTo>
                    <a:pt x="459518" y="5408766"/>
                  </a:lnTo>
                  <a:lnTo>
                    <a:pt x="459636" y="5408766"/>
                  </a:lnTo>
                  <a:lnTo>
                    <a:pt x="459754" y="5408766"/>
                  </a:lnTo>
                  <a:lnTo>
                    <a:pt x="459754" y="5408336"/>
                  </a:lnTo>
                  <a:lnTo>
                    <a:pt x="459871" y="5408336"/>
                  </a:lnTo>
                  <a:lnTo>
                    <a:pt x="459989" y="5408336"/>
                  </a:lnTo>
                  <a:lnTo>
                    <a:pt x="459989" y="5407905"/>
                  </a:lnTo>
                  <a:lnTo>
                    <a:pt x="460107" y="5407905"/>
                  </a:lnTo>
                  <a:lnTo>
                    <a:pt x="460107" y="5407474"/>
                  </a:lnTo>
                  <a:lnTo>
                    <a:pt x="460107" y="5407044"/>
                  </a:lnTo>
                  <a:lnTo>
                    <a:pt x="460224" y="5407044"/>
                  </a:lnTo>
                  <a:lnTo>
                    <a:pt x="460342" y="5407044"/>
                  </a:lnTo>
                  <a:lnTo>
                    <a:pt x="460459" y="5407044"/>
                  </a:lnTo>
                  <a:lnTo>
                    <a:pt x="460577" y="5407044"/>
                  </a:lnTo>
                  <a:lnTo>
                    <a:pt x="460695" y="5407044"/>
                  </a:lnTo>
                  <a:lnTo>
                    <a:pt x="460812" y="5407044"/>
                  </a:lnTo>
                  <a:lnTo>
                    <a:pt x="460930" y="5407044"/>
                  </a:lnTo>
                  <a:lnTo>
                    <a:pt x="460930" y="5406613"/>
                  </a:lnTo>
                  <a:lnTo>
                    <a:pt x="461047" y="5406613"/>
                  </a:lnTo>
                  <a:lnTo>
                    <a:pt x="461165" y="5406613"/>
                  </a:lnTo>
                  <a:lnTo>
                    <a:pt x="461165" y="5406183"/>
                  </a:lnTo>
                  <a:lnTo>
                    <a:pt x="461283" y="5406183"/>
                  </a:lnTo>
                  <a:lnTo>
                    <a:pt x="461283" y="5405752"/>
                  </a:lnTo>
                  <a:lnTo>
                    <a:pt x="461283" y="5405321"/>
                  </a:lnTo>
                  <a:lnTo>
                    <a:pt x="461400" y="5405321"/>
                  </a:lnTo>
                  <a:lnTo>
                    <a:pt x="461518" y="5405321"/>
                  </a:lnTo>
                  <a:lnTo>
                    <a:pt x="461635" y="5405321"/>
                  </a:lnTo>
                  <a:lnTo>
                    <a:pt x="461753" y="5405321"/>
                  </a:lnTo>
                  <a:lnTo>
                    <a:pt x="461753" y="5404891"/>
                  </a:lnTo>
                  <a:lnTo>
                    <a:pt x="461753" y="5404460"/>
                  </a:lnTo>
                  <a:lnTo>
                    <a:pt x="461871" y="5404460"/>
                  </a:lnTo>
                  <a:lnTo>
                    <a:pt x="461988" y="5404460"/>
                  </a:lnTo>
                  <a:lnTo>
                    <a:pt x="461988" y="5404030"/>
                  </a:lnTo>
                  <a:lnTo>
                    <a:pt x="462106" y="5404030"/>
                  </a:lnTo>
                  <a:lnTo>
                    <a:pt x="462106" y="5403599"/>
                  </a:lnTo>
                  <a:lnTo>
                    <a:pt x="462224" y="5403599"/>
                  </a:lnTo>
                  <a:lnTo>
                    <a:pt x="462341" y="5403599"/>
                  </a:lnTo>
                  <a:lnTo>
                    <a:pt x="462459" y="5403599"/>
                  </a:lnTo>
                  <a:lnTo>
                    <a:pt x="462576" y="5403599"/>
                  </a:lnTo>
                  <a:lnTo>
                    <a:pt x="462694" y="5403599"/>
                  </a:lnTo>
                  <a:lnTo>
                    <a:pt x="462812" y="5403599"/>
                  </a:lnTo>
                  <a:lnTo>
                    <a:pt x="462929" y="5403599"/>
                  </a:lnTo>
                  <a:lnTo>
                    <a:pt x="462929" y="5403168"/>
                  </a:lnTo>
                  <a:lnTo>
                    <a:pt x="462929" y="5402738"/>
                  </a:lnTo>
                  <a:lnTo>
                    <a:pt x="462929" y="5402307"/>
                  </a:lnTo>
                  <a:lnTo>
                    <a:pt x="463047" y="5402307"/>
                  </a:lnTo>
                  <a:lnTo>
                    <a:pt x="463047" y="5401877"/>
                  </a:lnTo>
                  <a:lnTo>
                    <a:pt x="463164" y="5401877"/>
                  </a:lnTo>
                  <a:lnTo>
                    <a:pt x="463164" y="5401446"/>
                  </a:lnTo>
                  <a:lnTo>
                    <a:pt x="463164" y="5401015"/>
                  </a:lnTo>
                  <a:lnTo>
                    <a:pt x="463282" y="5401015"/>
                  </a:lnTo>
                  <a:lnTo>
                    <a:pt x="463400" y="5401015"/>
                  </a:lnTo>
                  <a:lnTo>
                    <a:pt x="463400" y="5400585"/>
                  </a:lnTo>
                  <a:lnTo>
                    <a:pt x="463400" y="5400154"/>
                  </a:lnTo>
                  <a:lnTo>
                    <a:pt x="463517" y="5400154"/>
                  </a:lnTo>
                  <a:lnTo>
                    <a:pt x="463517" y="5399724"/>
                  </a:lnTo>
                  <a:lnTo>
                    <a:pt x="463517" y="5399293"/>
                  </a:lnTo>
                  <a:lnTo>
                    <a:pt x="463635" y="5399293"/>
                  </a:lnTo>
                  <a:lnTo>
                    <a:pt x="463753" y="5399293"/>
                  </a:lnTo>
                  <a:lnTo>
                    <a:pt x="463870" y="5399293"/>
                  </a:lnTo>
                  <a:lnTo>
                    <a:pt x="463988" y="5399293"/>
                  </a:lnTo>
                  <a:lnTo>
                    <a:pt x="464105" y="5399293"/>
                  </a:lnTo>
                  <a:lnTo>
                    <a:pt x="464223" y="5399293"/>
                  </a:lnTo>
                  <a:lnTo>
                    <a:pt x="464223" y="5398862"/>
                  </a:lnTo>
                  <a:lnTo>
                    <a:pt x="464341" y="5398862"/>
                  </a:lnTo>
                  <a:lnTo>
                    <a:pt x="464341" y="5398432"/>
                  </a:lnTo>
                  <a:lnTo>
                    <a:pt x="464341" y="5398001"/>
                  </a:lnTo>
                  <a:lnTo>
                    <a:pt x="464458" y="5398001"/>
                  </a:lnTo>
                  <a:lnTo>
                    <a:pt x="464576" y="5398001"/>
                  </a:lnTo>
                  <a:lnTo>
                    <a:pt x="464576" y="5397571"/>
                  </a:lnTo>
                  <a:lnTo>
                    <a:pt x="464693" y="5397571"/>
                  </a:lnTo>
                  <a:lnTo>
                    <a:pt x="464811" y="5397571"/>
                  </a:lnTo>
                  <a:lnTo>
                    <a:pt x="464811" y="5397140"/>
                  </a:lnTo>
                  <a:lnTo>
                    <a:pt x="464811" y="5396709"/>
                  </a:lnTo>
                  <a:lnTo>
                    <a:pt x="464929" y="5396709"/>
                  </a:lnTo>
                  <a:lnTo>
                    <a:pt x="464929" y="5396279"/>
                  </a:lnTo>
                  <a:lnTo>
                    <a:pt x="465046" y="5396279"/>
                  </a:lnTo>
                  <a:lnTo>
                    <a:pt x="465164" y="5396279"/>
                  </a:lnTo>
                  <a:lnTo>
                    <a:pt x="465282" y="5396279"/>
                  </a:lnTo>
                  <a:lnTo>
                    <a:pt x="465399" y="5396279"/>
                  </a:lnTo>
                  <a:lnTo>
                    <a:pt x="465399" y="5395848"/>
                  </a:lnTo>
                  <a:lnTo>
                    <a:pt x="465517" y="5395848"/>
                  </a:lnTo>
                  <a:lnTo>
                    <a:pt x="465634" y="5395848"/>
                  </a:lnTo>
                  <a:lnTo>
                    <a:pt x="465752" y="5395848"/>
                  </a:lnTo>
                  <a:lnTo>
                    <a:pt x="465752" y="5395418"/>
                  </a:lnTo>
                  <a:lnTo>
                    <a:pt x="465870" y="5395418"/>
                  </a:lnTo>
                  <a:lnTo>
                    <a:pt x="465870" y="5394987"/>
                  </a:lnTo>
                  <a:lnTo>
                    <a:pt x="465987" y="5394987"/>
                  </a:lnTo>
                  <a:lnTo>
                    <a:pt x="465987" y="5394556"/>
                  </a:lnTo>
                  <a:lnTo>
                    <a:pt x="465987" y="5394126"/>
                  </a:lnTo>
                  <a:lnTo>
                    <a:pt x="466105" y="5394126"/>
                  </a:lnTo>
                  <a:lnTo>
                    <a:pt x="466105" y="5393695"/>
                  </a:lnTo>
                  <a:lnTo>
                    <a:pt x="466222" y="5393695"/>
                  </a:lnTo>
                  <a:lnTo>
                    <a:pt x="466222" y="5393265"/>
                  </a:lnTo>
                  <a:lnTo>
                    <a:pt x="466222" y="5392834"/>
                  </a:lnTo>
                  <a:lnTo>
                    <a:pt x="466340" y="5392834"/>
                  </a:lnTo>
                  <a:lnTo>
                    <a:pt x="466458" y="5392834"/>
                  </a:lnTo>
                  <a:lnTo>
                    <a:pt x="466575" y="5392834"/>
                  </a:lnTo>
                  <a:lnTo>
                    <a:pt x="466693" y="5392834"/>
                  </a:lnTo>
                  <a:lnTo>
                    <a:pt x="466811" y="5392834"/>
                  </a:lnTo>
                  <a:lnTo>
                    <a:pt x="466811" y="5392403"/>
                  </a:lnTo>
                  <a:lnTo>
                    <a:pt x="466928" y="5392403"/>
                  </a:lnTo>
                  <a:lnTo>
                    <a:pt x="466928" y="5391973"/>
                  </a:lnTo>
                  <a:lnTo>
                    <a:pt x="466928" y="5391542"/>
                  </a:lnTo>
                  <a:lnTo>
                    <a:pt x="467046" y="5391542"/>
                  </a:lnTo>
                  <a:lnTo>
                    <a:pt x="467163" y="5391542"/>
                  </a:lnTo>
                  <a:lnTo>
                    <a:pt x="467163" y="5391112"/>
                  </a:lnTo>
                  <a:lnTo>
                    <a:pt x="467281" y="5391112"/>
                  </a:lnTo>
                  <a:lnTo>
                    <a:pt x="467399" y="5391112"/>
                  </a:lnTo>
                  <a:lnTo>
                    <a:pt x="467516" y="5391112"/>
                  </a:lnTo>
                  <a:lnTo>
                    <a:pt x="467516" y="5390681"/>
                  </a:lnTo>
                  <a:lnTo>
                    <a:pt x="467634" y="5390681"/>
                  </a:lnTo>
                  <a:lnTo>
                    <a:pt x="467751" y="5390681"/>
                  </a:lnTo>
                  <a:lnTo>
                    <a:pt x="467869" y="5390681"/>
                  </a:lnTo>
                  <a:lnTo>
                    <a:pt x="467869" y="5390250"/>
                  </a:lnTo>
                  <a:lnTo>
                    <a:pt x="467987" y="5390250"/>
                  </a:lnTo>
                  <a:lnTo>
                    <a:pt x="468104" y="5390250"/>
                  </a:lnTo>
                  <a:lnTo>
                    <a:pt x="468104" y="5389820"/>
                  </a:lnTo>
                  <a:lnTo>
                    <a:pt x="468104" y="5389389"/>
                  </a:lnTo>
                  <a:lnTo>
                    <a:pt x="468104" y="5388959"/>
                  </a:lnTo>
                  <a:lnTo>
                    <a:pt x="468222" y="5388959"/>
                  </a:lnTo>
                  <a:lnTo>
                    <a:pt x="468222" y="5388528"/>
                  </a:lnTo>
                  <a:lnTo>
                    <a:pt x="468340" y="5388528"/>
                  </a:lnTo>
                  <a:lnTo>
                    <a:pt x="468340" y="5388097"/>
                  </a:lnTo>
                  <a:lnTo>
                    <a:pt x="468340" y="5387667"/>
                  </a:lnTo>
                  <a:lnTo>
                    <a:pt x="468340" y="5387236"/>
                  </a:lnTo>
                  <a:lnTo>
                    <a:pt x="468457" y="5387236"/>
                  </a:lnTo>
                  <a:lnTo>
                    <a:pt x="468575" y="5387236"/>
                  </a:lnTo>
                  <a:lnTo>
                    <a:pt x="468575" y="5386806"/>
                  </a:lnTo>
                  <a:lnTo>
                    <a:pt x="468692" y="5386806"/>
                  </a:lnTo>
                  <a:lnTo>
                    <a:pt x="468810" y="5386806"/>
                  </a:lnTo>
                  <a:lnTo>
                    <a:pt x="468928" y="5386806"/>
                  </a:lnTo>
                  <a:lnTo>
                    <a:pt x="469045" y="5386806"/>
                  </a:lnTo>
                  <a:lnTo>
                    <a:pt x="469045" y="5386375"/>
                  </a:lnTo>
                  <a:lnTo>
                    <a:pt x="469045" y="5385944"/>
                  </a:lnTo>
                  <a:lnTo>
                    <a:pt x="469163" y="5385944"/>
                  </a:lnTo>
                  <a:lnTo>
                    <a:pt x="469280" y="5385944"/>
                  </a:lnTo>
                  <a:lnTo>
                    <a:pt x="469280" y="5385514"/>
                  </a:lnTo>
                  <a:lnTo>
                    <a:pt x="469398" y="5385514"/>
                  </a:lnTo>
                  <a:lnTo>
                    <a:pt x="469516" y="5385514"/>
                  </a:lnTo>
                  <a:lnTo>
                    <a:pt x="469516" y="5385083"/>
                  </a:lnTo>
                  <a:lnTo>
                    <a:pt x="469633" y="5385083"/>
                  </a:lnTo>
                  <a:lnTo>
                    <a:pt x="469751" y="5385083"/>
                  </a:lnTo>
                  <a:lnTo>
                    <a:pt x="469868" y="5385083"/>
                  </a:lnTo>
                  <a:lnTo>
                    <a:pt x="469868" y="5384653"/>
                  </a:lnTo>
                  <a:lnTo>
                    <a:pt x="469868" y="5384222"/>
                  </a:lnTo>
                  <a:lnTo>
                    <a:pt x="469868" y="5383791"/>
                  </a:lnTo>
                  <a:lnTo>
                    <a:pt x="469986" y="5383791"/>
                  </a:lnTo>
                  <a:lnTo>
                    <a:pt x="469986" y="5383361"/>
                  </a:lnTo>
                  <a:lnTo>
                    <a:pt x="470104" y="5383361"/>
                  </a:lnTo>
                  <a:lnTo>
                    <a:pt x="470221" y="5383361"/>
                  </a:lnTo>
                  <a:lnTo>
                    <a:pt x="470339" y="5383361"/>
                  </a:lnTo>
                  <a:lnTo>
                    <a:pt x="470457" y="5383361"/>
                  </a:lnTo>
                  <a:lnTo>
                    <a:pt x="470574" y="5383361"/>
                  </a:lnTo>
                  <a:lnTo>
                    <a:pt x="470692" y="5383361"/>
                  </a:lnTo>
                  <a:lnTo>
                    <a:pt x="470809" y="5383361"/>
                  </a:lnTo>
                  <a:lnTo>
                    <a:pt x="470927" y="5383361"/>
                  </a:lnTo>
                  <a:lnTo>
                    <a:pt x="470927" y="5382930"/>
                  </a:lnTo>
                  <a:lnTo>
                    <a:pt x="471045" y="5382930"/>
                  </a:lnTo>
                  <a:lnTo>
                    <a:pt x="471162" y="5382930"/>
                  </a:lnTo>
                  <a:lnTo>
                    <a:pt x="471162" y="5382500"/>
                  </a:lnTo>
                  <a:lnTo>
                    <a:pt x="471162" y="5382069"/>
                  </a:lnTo>
                  <a:lnTo>
                    <a:pt x="471280" y="5382069"/>
                  </a:lnTo>
                  <a:lnTo>
                    <a:pt x="471397" y="5382069"/>
                  </a:lnTo>
                  <a:lnTo>
                    <a:pt x="471397" y="5381638"/>
                  </a:lnTo>
                  <a:lnTo>
                    <a:pt x="471397" y="5381208"/>
                  </a:lnTo>
                  <a:lnTo>
                    <a:pt x="471397" y="5380777"/>
                  </a:lnTo>
                  <a:lnTo>
                    <a:pt x="471515" y="5380777"/>
                  </a:lnTo>
                  <a:lnTo>
                    <a:pt x="471633" y="5380777"/>
                  </a:lnTo>
                  <a:lnTo>
                    <a:pt x="471750" y="5380777"/>
                  </a:lnTo>
                  <a:lnTo>
                    <a:pt x="471750" y="5380347"/>
                  </a:lnTo>
                  <a:lnTo>
                    <a:pt x="471868" y="5380347"/>
                  </a:lnTo>
                  <a:lnTo>
                    <a:pt x="471986" y="5380347"/>
                  </a:lnTo>
                  <a:lnTo>
                    <a:pt x="472103" y="5380347"/>
                  </a:lnTo>
                  <a:lnTo>
                    <a:pt x="472103" y="5379916"/>
                  </a:lnTo>
                  <a:lnTo>
                    <a:pt x="472221" y="5379916"/>
                  </a:lnTo>
                  <a:lnTo>
                    <a:pt x="472338" y="5379916"/>
                  </a:lnTo>
                  <a:lnTo>
                    <a:pt x="472456" y="5379916"/>
                  </a:lnTo>
                  <a:lnTo>
                    <a:pt x="472456" y="5379485"/>
                  </a:lnTo>
                  <a:lnTo>
                    <a:pt x="472574" y="5379485"/>
                  </a:lnTo>
                  <a:lnTo>
                    <a:pt x="472691" y="5379485"/>
                  </a:lnTo>
                  <a:lnTo>
                    <a:pt x="472809" y="5379485"/>
                  </a:lnTo>
                  <a:lnTo>
                    <a:pt x="472809" y="5379055"/>
                  </a:lnTo>
                  <a:lnTo>
                    <a:pt x="472809" y="5378624"/>
                  </a:lnTo>
                  <a:lnTo>
                    <a:pt x="472809" y="5378194"/>
                  </a:lnTo>
                  <a:lnTo>
                    <a:pt x="472809" y="5377763"/>
                  </a:lnTo>
                  <a:lnTo>
                    <a:pt x="472926" y="5377763"/>
                  </a:lnTo>
                  <a:lnTo>
                    <a:pt x="473044" y="5377763"/>
                  </a:lnTo>
                  <a:lnTo>
                    <a:pt x="473162" y="5377763"/>
                  </a:lnTo>
                  <a:lnTo>
                    <a:pt x="473162" y="5377332"/>
                  </a:lnTo>
                  <a:lnTo>
                    <a:pt x="473279" y="5377332"/>
                  </a:lnTo>
                  <a:lnTo>
                    <a:pt x="473397" y="5377332"/>
                  </a:lnTo>
                  <a:lnTo>
                    <a:pt x="473397" y="5376902"/>
                  </a:lnTo>
                  <a:lnTo>
                    <a:pt x="473515" y="5376902"/>
                  </a:lnTo>
                  <a:lnTo>
                    <a:pt x="473632" y="5376902"/>
                  </a:lnTo>
                  <a:lnTo>
                    <a:pt x="473750" y="5376902"/>
                  </a:lnTo>
                  <a:lnTo>
                    <a:pt x="473750" y="5376471"/>
                  </a:lnTo>
                  <a:lnTo>
                    <a:pt x="473867" y="5376471"/>
                  </a:lnTo>
                  <a:lnTo>
                    <a:pt x="473867" y="5376041"/>
                  </a:lnTo>
                  <a:lnTo>
                    <a:pt x="473985" y="5376041"/>
                  </a:lnTo>
                  <a:lnTo>
                    <a:pt x="474103" y="5376041"/>
                  </a:lnTo>
                  <a:lnTo>
                    <a:pt x="474220" y="5376041"/>
                  </a:lnTo>
                  <a:lnTo>
                    <a:pt x="474338" y="5376041"/>
                  </a:lnTo>
                  <a:lnTo>
                    <a:pt x="474455" y="5376041"/>
                  </a:lnTo>
                  <a:lnTo>
                    <a:pt x="474573" y="5376041"/>
                  </a:lnTo>
                  <a:lnTo>
                    <a:pt x="474691" y="5376041"/>
                  </a:lnTo>
                  <a:lnTo>
                    <a:pt x="474808" y="5376041"/>
                  </a:lnTo>
                  <a:lnTo>
                    <a:pt x="474808" y="5375610"/>
                  </a:lnTo>
                  <a:lnTo>
                    <a:pt x="474808" y="5375179"/>
                  </a:lnTo>
                  <a:lnTo>
                    <a:pt x="474808" y="5374749"/>
                  </a:lnTo>
                  <a:lnTo>
                    <a:pt x="474808" y="5374318"/>
                  </a:lnTo>
                  <a:lnTo>
                    <a:pt x="474808" y="5373888"/>
                  </a:lnTo>
                  <a:lnTo>
                    <a:pt x="474808" y="5373457"/>
                  </a:lnTo>
                  <a:lnTo>
                    <a:pt x="474926" y="5373457"/>
                  </a:lnTo>
                  <a:lnTo>
                    <a:pt x="474926" y="5373026"/>
                  </a:lnTo>
                  <a:lnTo>
                    <a:pt x="474926" y="5372596"/>
                  </a:lnTo>
                  <a:lnTo>
                    <a:pt x="474926" y="5372165"/>
                  </a:lnTo>
                  <a:lnTo>
                    <a:pt x="475044" y="5372165"/>
                  </a:lnTo>
                  <a:lnTo>
                    <a:pt x="475044" y="5371735"/>
                  </a:lnTo>
                  <a:lnTo>
                    <a:pt x="475044" y="5371304"/>
                  </a:lnTo>
                  <a:lnTo>
                    <a:pt x="475161" y="5371304"/>
                  </a:lnTo>
                  <a:lnTo>
                    <a:pt x="475161" y="5370873"/>
                  </a:lnTo>
                  <a:lnTo>
                    <a:pt x="475161" y="5370443"/>
                  </a:lnTo>
                  <a:lnTo>
                    <a:pt x="475279" y="5370443"/>
                  </a:lnTo>
                  <a:lnTo>
                    <a:pt x="475396" y="5370443"/>
                  </a:lnTo>
                  <a:lnTo>
                    <a:pt x="475514" y="5370443"/>
                  </a:lnTo>
                  <a:lnTo>
                    <a:pt x="475514" y="5370012"/>
                  </a:lnTo>
                  <a:lnTo>
                    <a:pt x="475632" y="5370012"/>
                  </a:lnTo>
                  <a:lnTo>
                    <a:pt x="475749" y="5370012"/>
                  </a:lnTo>
                  <a:lnTo>
                    <a:pt x="475867" y="5370012"/>
                  </a:lnTo>
                  <a:lnTo>
                    <a:pt x="475984" y="5370012"/>
                  </a:lnTo>
                  <a:lnTo>
                    <a:pt x="475984" y="5369582"/>
                  </a:lnTo>
                  <a:lnTo>
                    <a:pt x="475984" y="5369151"/>
                  </a:lnTo>
                  <a:lnTo>
                    <a:pt x="475984" y="5368720"/>
                  </a:lnTo>
                  <a:lnTo>
                    <a:pt x="476102" y="5368720"/>
                  </a:lnTo>
                  <a:lnTo>
                    <a:pt x="476220" y="5368720"/>
                  </a:lnTo>
                  <a:lnTo>
                    <a:pt x="476337" y="5368720"/>
                  </a:lnTo>
                  <a:lnTo>
                    <a:pt x="476337" y="5368290"/>
                  </a:lnTo>
                  <a:lnTo>
                    <a:pt x="476455" y="5368290"/>
                  </a:lnTo>
                  <a:lnTo>
                    <a:pt x="476573" y="5368290"/>
                  </a:lnTo>
                  <a:lnTo>
                    <a:pt x="476690" y="5368290"/>
                  </a:lnTo>
                  <a:lnTo>
                    <a:pt x="476808" y="5368290"/>
                  </a:lnTo>
                  <a:lnTo>
                    <a:pt x="476925" y="5368290"/>
                  </a:lnTo>
                  <a:lnTo>
                    <a:pt x="476925" y="5367859"/>
                  </a:lnTo>
                  <a:lnTo>
                    <a:pt x="476925" y="5367429"/>
                  </a:lnTo>
                  <a:lnTo>
                    <a:pt x="477043" y="5367429"/>
                  </a:lnTo>
                  <a:lnTo>
                    <a:pt x="477043" y="5366998"/>
                  </a:lnTo>
                  <a:lnTo>
                    <a:pt x="477043" y="5366567"/>
                  </a:lnTo>
                  <a:lnTo>
                    <a:pt x="477161" y="5366567"/>
                  </a:lnTo>
                  <a:lnTo>
                    <a:pt x="477278" y="5366567"/>
                  </a:lnTo>
                  <a:lnTo>
                    <a:pt x="477396" y="5366567"/>
                  </a:lnTo>
                  <a:lnTo>
                    <a:pt x="477513" y="5366567"/>
                  </a:lnTo>
                  <a:lnTo>
                    <a:pt x="477631" y="5366567"/>
                  </a:lnTo>
                  <a:lnTo>
                    <a:pt x="477749" y="5366567"/>
                  </a:lnTo>
                  <a:lnTo>
                    <a:pt x="477866" y="5366567"/>
                  </a:lnTo>
                  <a:lnTo>
                    <a:pt x="477984" y="5366567"/>
                  </a:lnTo>
                  <a:lnTo>
                    <a:pt x="477984" y="5366137"/>
                  </a:lnTo>
                  <a:lnTo>
                    <a:pt x="478101" y="5366137"/>
                  </a:lnTo>
                  <a:lnTo>
                    <a:pt x="478101" y="5365706"/>
                  </a:lnTo>
                  <a:lnTo>
                    <a:pt x="478101" y="5365276"/>
                  </a:lnTo>
                  <a:lnTo>
                    <a:pt x="478219" y="5365276"/>
                  </a:lnTo>
                  <a:lnTo>
                    <a:pt x="478219" y="5364845"/>
                  </a:lnTo>
                  <a:lnTo>
                    <a:pt x="478337" y="5364845"/>
                  </a:lnTo>
                  <a:lnTo>
                    <a:pt x="478337" y="5364414"/>
                  </a:lnTo>
                  <a:lnTo>
                    <a:pt x="478454" y="5364414"/>
                  </a:lnTo>
                  <a:lnTo>
                    <a:pt x="478572" y="5364414"/>
                  </a:lnTo>
                  <a:lnTo>
                    <a:pt x="478690" y="5364414"/>
                  </a:lnTo>
                  <a:lnTo>
                    <a:pt x="478690" y="5363984"/>
                  </a:lnTo>
                  <a:lnTo>
                    <a:pt x="478690" y="5363553"/>
                  </a:lnTo>
                  <a:lnTo>
                    <a:pt x="478807" y="5363553"/>
                  </a:lnTo>
                  <a:lnTo>
                    <a:pt x="478807" y="5363123"/>
                  </a:lnTo>
                  <a:lnTo>
                    <a:pt x="478925" y="5363123"/>
                  </a:lnTo>
                  <a:lnTo>
                    <a:pt x="478925" y="5362692"/>
                  </a:lnTo>
                  <a:lnTo>
                    <a:pt x="479042" y="5362692"/>
                  </a:lnTo>
                  <a:lnTo>
                    <a:pt x="479042" y="5362261"/>
                  </a:lnTo>
                  <a:lnTo>
                    <a:pt x="479160" y="5362261"/>
                  </a:lnTo>
                  <a:lnTo>
                    <a:pt x="479278" y="5362261"/>
                  </a:lnTo>
                  <a:lnTo>
                    <a:pt x="479395" y="5362261"/>
                  </a:lnTo>
                  <a:lnTo>
                    <a:pt x="479395" y="5361831"/>
                  </a:lnTo>
                  <a:lnTo>
                    <a:pt x="479513" y="5361831"/>
                  </a:lnTo>
                  <a:lnTo>
                    <a:pt x="479513" y="5361400"/>
                  </a:lnTo>
                  <a:lnTo>
                    <a:pt x="479630" y="5361400"/>
                  </a:lnTo>
                  <a:lnTo>
                    <a:pt x="479748" y="5361400"/>
                  </a:lnTo>
                  <a:lnTo>
                    <a:pt x="479748" y="5360970"/>
                  </a:lnTo>
                  <a:lnTo>
                    <a:pt x="479748" y="5360539"/>
                  </a:lnTo>
                  <a:lnTo>
                    <a:pt x="479866" y="5360539"/>
                  </a:lnTo>
                  <a:lnTo>
                    <a:pt x="479866" y="5360108"/>
                  </a:lnTo>
                  <a:lnTo>
                    <a:pt x="479866" y="5359678"/>
                  </a:lnTo>
                  <a:lnTo>
                    <a:pt x="479866" y="5359247"/>
                  </a:lnTo>
                  <a:lnTo>
                    <a:pt x="479983" y="5359247"/>
                  </a:lnTo>
                  <a:lnTo>
                    <a:pt x="480101" y="5359247"/>
                  </a:lnTo>
                  <a:lnTo>
                    <a:pt x="480219" y="5359247"/>
                  </a:lnTo>
                  <a:lnTo>
                    <a:pt x="480336" y="5359247"/>
                  </a:lnTo>
                  <a:lnTo>
                    <a:pt x="480454" y="5359247"/>
                  </a:lnTo>
                  <a:lnTo>
                    <a:pt x="480454" y="5358817"/>
                  </a:lnTo>
                  <a:lnTo>
                    <a:pt x="480571" y="5358817"/>
                  </a:lnTo>
                  <a:lnTo>
                    <a:pt x="480689" y="5358817"/>
                  </a:lnTo>
                  <a:lnTo>
                    <a:pt x="480689" y="5358386"/>
                  </a:lnTo>
                  <a:lnTo>
                    <a:pt x="480807" y="5358386"/>
                  </a:lnTo>
                  <a:lnTo>
                    <a:pt x="480924" y="5358386"/>
                  </a:lnTo>
                  <a:lnTo>
                    <a:pt x="480924" y="5357955"/>
                  </a:lnTo>
                  <a:lnTo>
                    <a:pt x="480924" y="5357525"/>
                  </a:lnTo>
                  <a:lnTo>
                    <a:pt x="480924" y="5357094"/>
                  </a:lnTo>
                  <a:lnTo>
                    <a:pt x="481042" y="5357094"/>
                  </a:lnTo>
                  <a:lnTo>
                    <a:pt x="481159" y="5357094"/>
                  </a:lnTo>
                  <a:lnTo>
                    <a:pt x="481159" y="5356664"/>
                  </a:lnTo>
                  <a:lnTo>
                    <a:pt x="481277" y="5356664"/>
                  </a:lnTo>
                  <a:lnTo>
                    <a:pt x="481395" y="5356664"/>
                  </a:lnTo>
                  <a:lnTo>
                    <a:pt x="481395" y="5356233"/>
                  </a:lnTo>
                  <a:lnTo>
                    <a:pt x="481512" y="5356233"/>
                  </a:lnTo>
                  <a:lnTo>
                    <a:pt x="481630" y="5356233"/>
                  </a:lnTo>
                  <a:lnTo>
                    <a:pt x="481630" y="5355802"/>
                  </a:lnTo>
                  <a:lnTo>
                    <a:pt x="481748" y="5355802"/>
                  </a:lnTo>
                  <a:lnTo>
                    <a:pt x="481865" y="5355802"/>
                  </a:lnTo>
                  <a:lnTo>
                    <a:pt x="481983" y="5355802"/>
                  </a:lnTo>
                  <a:lnTo>
                    <a:pt x="481983" y="5355372"/>
                  </a:lnTo>
                  <a:lnTo>
                    <a:pt x="481983" y="5354941"/>
                  </a:lnTo>
                  <a:lnTo>
                    <a:pt x="482100" y="5354941"/>
                  </a:lnTo>
                  <a:lnTo>
                    <a:pt x="482100" y="5354511"/>
                  </a:lnTo>
                  <a:lnTo>
                    <a:pt x="482218" y="5354511"/>
                  </a:lnTo>
                  <a:lnTo>
                    <a:pt x="482336" y="5354511"/>
                  </a:lnTo>
                  <a:lnTo>
                    <a:pt x="482453" y="5354511"/>
                  </a:lnTo>
                  <a:lnTo>
                    <a:pt x="482571" y="5354511"/>
                  </a:lnTo>
                  <a:lnTo>
                    <a:pt x="482688" y="5354511"/>
                  </a:lnTo>
                  <a:lnTo>
                    <a:pt x="482806" y="5354511"/>
                  </a:lnTo>
                  <a:lnTo>
                    <a:pt x="482924" y="5354511"/>
                  </a:lnTo>
                  <a:lnTo>
                    <a:pt x="482924" y="5354080"/>
                  </a:lnTo>
                  <a:lnTo>
                    <a:pt x="482924" y="5353649"/>
                  </a:lnTo>
                  <a:lnTo>
                    <a:pt x="482924" y="5353219"/>
                  </a:lnTo>
                  <a:lnTo>
                    <a:pt x="483041" y="5353219"/>
                  </a:lnTo>
                  <a:lnTo>
                    <a:pt x="483159" y="5353219"/>
                  </a:lnTo>
                  <a:lnTo>
                    <a:pt x="483159" y="5352788"/>
                  </a:lnTo>
                  <a:lnTo>
                    <a:pt x="483159" y="5352358"/>
                  </a:lnTo>
                  <a:lnTo>
                    <a:pt x="483277" y="5352358"/>
                  </a:lnTo>
                  <a:lnTo>
                    <a:pt x="483394" y="5352358"/>
                  </a:lnTo>
                  <a:lnTo>
                    <a:pt x="483394" y="5351927"/>
                  </a:lnTo>
                  <a:lnTo>
                    <a:pt x="483394" y="5351496"/>
                  </a:lnTo>
                  <a:lnTo>
                    <a:pt x="483394" y="5351066"/>
                  </a:lnTo>
                  <a:lnTo>
                    <a:pt x="483394" y="5350635"/>
                  </a:lnTo>
                  <a:lnTo>
                    <a:pt x="483394" y="5350205"/>
                  </a:lnTo>
                  <a:lnTo>
                    <a:pt x="483512" y="5350205"/>
                  </a:lnTo>
                  <a:lnTo>
                    <a:pt x="483629" y="5350205"/>
                  </a:lnTo>
                  <a:lnTo>
                    <a:pt x="483629" y="5349774"/>
                  </a:lnTo>
                  <a:lnTo>
                    <a:pt x="483747" y="5349774"/>
                  </a:lnTo>
                  <a:lnTo>
                    <a:pt x="483865" y="5349774"/>
                  </a:lnTo>
                  <a:lnTo>
                    <a:pt x="483982" y="5349774"/>
                  </a:lnTo>
                  <a:lnTo>
                    <a:pt x="483982" y="5349343"/>
                  </a:lnTo>
                  <a:lnTo>
                    <a:pt x="483982" y="5348913"/>
                  </a:lnTo>
                  <a:lnTo>
                    <a:pt x="484100" y="5348913"/>
                  </a:lnTo>
                  <a:lnTo>
                    <a:pt x="484217" y="5348913"/>
                  </a:lnTo>
                  <a:lnTo>
                    <a:pt x="484335" y="5348913"/>
                  </a:lnTo>
                  <a:lnTo>
                    <a:pt x="484335" y="5348482"/>
                  </a:lnTo>
                  <a:lnTo>
                    <a:pt x="484453" y="5348482"/>
                  </a:lnTo>
                  <a:lnTo>
                    <a:pt x="484570" y="5348482"/>
                  </a:lnTo>
                  <a:lnTo>
                    <a:pt x="484570" y="5348052"/>
                  </a:lnTo>
                  <a:lnTo>
                    <a:pt x="484570" y="5347621"/>
                  </a:lnTo>
                  <a:lnTo>
                    <a:pt x="484570" y="5347190"/>
                  </a:lnTo>
                  <a:lnTo>
                    <a:pt x="484688" y="5347190"/>
                  </a:lnTo>
                  <a:lnTo>
                    <a:pt x="484805" y="5347190"/>
                  </a:lnTo>
                  <a:lnTo>
                    <a:pt x="484923" y="5347190"/>
                  </a:lnTo>
                  <a:lnTo>
                    <a:pt x="485041" y="5347190"/>
                  </a:lnTo>
                  <a:lnTo>
                    <a:pt x="485041" y="5346760"/>
                  </a:lnTo>
                  <a:lnTo>
                    <a:pt x="485158" y="5346760"/>
                  </a:lnTo>
                  <a:lnTo>
                    <a:pt x="485276" y="5346760"/>
                  </a:lnTo>
                  <a:lnTo>
                    <a:pt x="485394" y="5346760"/>
                  </a:lnTo>
                  <a:lnTo>
                    <a:pt x="485511" y="5346760"/>
                  </a:lnTo>
                  <a:lnTo>
                    <a:pt x="485629" y="5346760"/>
                  </a:lnTo>
                  <a:lnTo>
                    <a:pt x="485629" y="5346329"/>
                  </a:lnTo>
                  <a:lnTo>
                    <a:pt x="485746" y="5346329"/>
                  </a:lnTo>
                  <a:lnTo>
                    <a:pt x="485864" y="5346329"/>
                  </a:lnTo>
                  <a:lnTo>
                    <a:pt x="485864" y="5345899"/>
                  </a:lnTo>
                  <a:lnTo>
                    <a:pt x="485982" y="5345899"/>
                  </a:lnTo>
                  <a:lnTo>
                    <a:pt x="485982" y="5345468"/>
                  </a:lnTo>
                  <a:lnTo>
                    <a:pt x="485982" y="5345037"/>
                  </a:lnTo>
                  <a:lnTo>
                    <a:pt x="486099" y="5345037"/>
                  </a:lnTo>
                  <a:lnTo>
                    <a:pt x="486099" y="5344607"/>
                  </a:lnTo>
                  <a:lnTo>
                    <a:pt x="486217" y="5344607"/>
                  </a:lnTo>
                  <a:lnTo>
                    <a:pt x="486334" y="5344607"/>
                  </a:lnTo>
                  <a:lnTo>
                    <a:pt x="486452" y="5344607"/>
                  </a:lnTo>
                  <a:lnTo>
                    <a:pt x="486570" y="5344607"/>
                  </a:lnTo>
                  <a:lnTo>
                    <a:pt x="486687" y="5344607"/>
                  </a:lnTo>
                  <a:lnTo>
                    <a:pt x="486805" y="5344607"/>
                  </a:lnTo>
                  <a:lnTo>
                    <a:pt x="486923" y="5344607"/>
                  </a:lnTo>
                  <a:lnTo>
                    <a:pt x="486923" y="5344176"/>
                  </a:lnTo>
                  <a:lnTo>
                    <a:pt x="487040" y="5344176"/>
                  </a:lnTo>
                  <a:lnTo>
                    <a:pt x="487158" y="5344176"/>
                  </a:lnTo>
                  <a:lnTo>
                    <a:pt x="487275" y="5344176"/>
                  </a:lnTo>
                  <a:lnTo>
                    <a:pt x="487393" y="5344176"/>
                  </a:lnTo>
                  <a:lnTo>
                    <a:pt x="487393" y="5343746"/>
                  </a:lnTo>
                  <a:lnTo>
                    <a:pt x="487511" y="5343746"/>
                  </a:lnTo>
                  <a:lnTo>
                    <a:pt x="487628" y="5343746"/>
                  </a:lnTo>
                  <a:lnTo>
                    <a:pt x="487746" y="5343746"/>
                  </a:lnTo>
                  <a:lnTo>
                    <a:pt x="487863" y="5343746"/>
                  </a:lnTo>
                  <a:lnTo>
                    <a:pt x="487981" y="5343746"/>
                  </a:lnTo>
                  <a:lnTo>
                    <a:pt x="488099" y="5343746"/>
                  </a:lnTo>
                  <a:lnTo>
                    <a:pt x="488099" y="5343315"/>
                  </a:lnTo>
                  <a:lnTo>
                    <a:pt x="488216" y="5343315"/>
                  </a:lnTo>
                  <a:lnTo>
                    <a:pt x="488334" y="5343315"/>
                  </a:lnTo>
                  <a:lnTo>
                    <a:pt x="488452" y="5343315"/>
                  </a:lnTo>
                  <a:lnTo>
                    <a:pt x="488452" y="5342884"/>
                  </a:lnTo>
                  <a:lnTo>
                    <a:pt x="488452" y="5342454"/>
                  </a:lnTo>
                  <a:lnTo>
                    <a:pt x="488569" y="5342454"/>
                  </a:lnTo>
                  <a:lnTo>
                    <a:pt x="488687" y="5342454"/>
                  </a:lnTo>
                  <a:lnTo>
                    <a:pt x="488804" y="5342454"/>
                  </a:lnTo>
                  <a:lnTo>
                    <a:pt x="488804" y="5342023"/>
                  </a:lnTo>
                  <a:lnTo>
                    <a:pt x="488922" y="5342023"/>
                  </a:lnTo>
                  <a:lnTo>
                    <a:pt x="489040" y="5342023"/>
                  </a:lnTo>
                  <a:lnTo>
                    <a:pt x="489157" y="5342023"/>
                  </a:lnTo>
                  <a:lnTo>
                    <a:pt x="489275" y="5342023"/>
                  </a:lnTo>
                  <a:lnTo>
                    <a:pt x="489392" y="5342023"/>
                  </a:lnTo>
                  <a:lnTo>
                    <a:pt x="489392" y="5341593"/>
                  </a:lnTo>
                  <a:lnTo>
                    <a:pt x="489392" y="5341162"/>
                  </a:lnTo>
                  <a:lnTo>
                    <a:pt x="489392" y="5340731"/>
                  </a:lnTo>
                  <a:lnTo>
                    <a:pt x="489510" y="5340731"/>
                  </a:lnTo>
                  <a:lnTo>
                    <a:pt x="489628" y="5340731"/>
                  </a:lnTo>
                  <a:lnTo>
                    <a:pt x="489628" y="5340301"/>
                  </a:lnTo>
                  <a:lnTo>
                    <a:pt x="489628" y="5339870"/>
                  </a:lnTo>
                  <a:lnTo>
                    <a:pt x="489628" y="5339440"/>
                  </a:lnTo>
                  <a:lnTo>
                    <a:pt x="489745" y="5339440"/>
                  </a:lnTo>
                  <a:lnTo>
                    <a:pt x="489863" y="5339440"/>
                  </a:lnTo>
                  <a:lnTo>
                    <a:pt x="489863" y="5339009"/>
                  </a:lnTo>
                  <a:lnTo>
                    <a:pt x="489863" y="5338578"/>
                  </a:lnTo>
                  <a:lnTo>
                    <a:pt x="489863" y="5338148"/>
                  </a:lnTo>
                  <a:lnTo>
                    <a:pt x="489863" y="5337717"/>
                  </a:lnTo>
                  <a:lnTo>
                    <a:pt x="489863" y="5337287"/>
                  </a:lnTo>
                  <a:lnTo>
                    <a:pt x="489981" y="5337287"/>
                  </a:lnTo>
                  <a:lnTo>
                    <a:pt x="489981" y="5336856"/>
                  </a:lnTo>
                  <a:lnTo>
                    <a:pt x="490098" y="5336856"/>
                  </a:lnTo>
                  <a:lnTo>
                    <a:pt x="490216" y="5336856"/>
                  </a:lnTo>
                  <a:lnTo>
                    <a:pt x="490333" y="5336856"/>
                  </a:lnTo>
                  <a:lnTo>
                    <a:pt x="490451" y="5336856"/>
                  </a:lnTo>
                  <a:lnTo>
                    <a:pt x="490569" y="5336856"/>
                  </a:lnTo>
                  <a:lnTo>
                    <a:pt x="490569" y="5336425"/>
                  </a:lnTo>
                  <a:lnTo>
                    <a:pt x="490686" y="5336425"/>
                  </a:lnTo>
                  <a:lnTo>
                    <a:pt x="490804" y="5336425"/>
                  </a:lnTo>
                  <a:lnTo>
                    <a:pt x="490804" y="5335995"/>
                  </a:lnTo>
                  <a:lnTo>
                    <a:pt x="490804" y="5335564"/>
                  </a:lnTo>
                  <a:lnTo>
                    <a:pt x="490921" y="5335564"/>
                  </a:lnTo>
                  <a:lnTo>
                    <a:pt x="490921" y="5335134"/>
                  </a:lnTo>
                  <a:lnTo>
                    <a:pt x="491039" y="5335134"/>
                  </a:lnTo>
                  <a:lnTo>
                    <a:pt x="491039" y="5334703"/>
                  </a:lnTo>
                  <a:lnTo>
                    <a:pt x="491157" y="5334703"/>
                  </a:lnTo>
                  <a:lnTo>
                    <a:pt x="491157" y="5334272"/>
                  </a:lnTo>
                  <a:lnTo>
                    <a:pt x="491274" y="5334272"/>
                  </a:lnTo>
                  <a:lnTo>
                    <a:pt x="491392" y="5334272"/>
                  </a:lnTo>
                  <a:lnTo>
                    <a:pt x="491510" y="5334272"/>
                  </a:lnTo>
                  <a:lnTo>
                    <a:pt x="491627" y="5334272"/>
                  </a:lnTo>
                  <a:lnTo>
                    <a:pt x="491745" y="5334272"/>
                  </a:lnTo>
                  <a:lnTo>
                    <a:pt x="491862" y="5334272"/>
                  </a:lnTo>
                  <a:lnTo>
                    <a:pt x="491980" y="5334272"/>
                  </a:lnTo>
                  <a:lnTo>
                    <a:pt x="491980" y="5333842"/>
                  </a:lnTo>
                  <a:lnTo>
                    <a:pt x="492098" y="5333842"/>
                  </a:lnTo>
                  <a:lnTo>
                    <a:pt x="492215" y="5333842"/>
                  </a:lnTo>
                  <a:lnTo>
                    <a:pt x="492333" y="5333842"/>
                  </a:lnTo>
                  <a:lnTo>
                    <a:pt x="492450" y="5333842"/>
                  </a:lnTo>
                  <a:lnTo>
                    <a:pt x="492568" y="5333842"/>
                  </a:lnTo>
                  <a:lnTo>
                    <a:pt x="492686" y="5333842"/>
                  </a:lnTo>
                  <a:lnTo>
                    <a:pt x="492803" y="5333842"/>
                  </a:lnTo>
                  <a:lnTo>
                    <a:pt x="492921" y="5333842"/>
                  </a:lnTo>
                  <a:lnTo>
                    <a:pt x="492921" y="5333411"/>
                  </a:lnTo>
                  <a:lnTo>
                    <a:pt x="493038" y="5333411"/>
                  </a:lnTo>
                  <a:lnTo>
                    <a:pt x="493156" y="5333411"/>
                  </a:lnTo>
                  <a:lnTo>
                    <a:pt x="493274" y="5333411"/>
                  </a:lnTo>
                  <a:lnTo>
                    <a:pt x="493391" y="5333411"/>
                  </a:lnTo>
                  <a:lnTo>
                    <a:pt x="493509" y="5333411"/>
                  </a:lnTo>
                  <a:lnTo>
                    <a:pt x="493627" y="5333411"/>
                  </a:lnTo>
                  <a:lnTo>
                    <a:pt x="493744" y="5333411"/>
                  </a:lnTo>
                  <a:lnTo>
                    <a:pt x="493862" y="5333411"/>
                  </a:lnTo>
                  <a:lnTo>
                    <a:pt x="493979" y="5333411"/>
                  </a:lnTo>
                  <a:lnTo>
                    <a:pt x="494097" y="5333411"/>
                  </a:lnTo>
                  <a:lnTo>
                    <a:pt x="494097" y="5332981"/>
                  </a:lnTo>
                  <a:lnTo>
                    <a:pt x="494097" y="5332550"/>
                  </a:lnTo>
                  <a:lnTo>
                    <a:pt x="494097" y="5332119"/>
                  </a:lnTo>
                  <a:lnTo>
                    <a:pt x="494215" y="5332119"/>
                  </a:lnTo>
                  <a:lnTo>
                    <a:pt x="494215" y="5331689"/>
                  </a:lnTo>
                  <a:lnTo>
                    <a:pt x="494215" y="5331258"/>
                  </a:lnTo>
                  <a:lnTo>
                    <a:pt x="494332" y="5331258"/>
                  </a:lnTo>
                  <a:lnTo>
                    <a:pt x="494450" y="5331258"/>
                  </a:lnTo>
                  <a:lnTo>
                    <a:pt x="494450" y="5330828"/>
                  </a:lnTo>
                  <a:lnTo>
                    <a:pt x="494567" y="5330828"/>
                  </a:lnTo>
                  <a:lnTo>
                    <a:pt x="494685" y="5330828"/>
                  </a:lnTo>
                  <a:lnTo>
                    <a:pt x="494685" y="5330397"/>
                  </a:lnTo>
                  <a:lnTo>
                    <a:pt x="494685" y="5329966"/>
                  </a:lnTo>
                  <a:lnTo>
                    <a:pt x="494803" y="5329966"/>
                  </a:lnTo>
                  <a:lnTo>
                    <a:pt x="494920" y="5329966"/>
                  </a:lnTo>
                  <a:lnTo>
                    <a:pt x="494920" y="5329536"/>
                  </a:lnTo>
                  <a:lnTo>
                    <a:pt x="495038" y="5329536"/>
                  </a:lnTo>
                  <a:lnTo>
                    <a:pt x="495156" y="5329536"/>
                  </a:lnTo>
                  <a:lnTo>
                    <a:pt x="495273" y="5329536"/>
                  </a:lnTo>
                  <a:lnTo>
                    <a:pt x="495391" y="5329536"/>
                  </a:lnTo>
                  <a:lnTo>
                    <a:pt x="495508" y="5329536"/>
                  </a:lnTo>
                  <a:lnTo>
                    <a:pt x="495626" y="5329536"/>
                  </a:lnTo>
                  <a:lnTo>
                    <a:pt x="495744" y="5329536"/>
                  </a:lnTo>
                  <a:lnTo>
                    <a:pt x="495861" y="5329536"/>
                  </a:lnTo>
                  <a:lnTo>
                    <a:pt x="495979" y="5329536"/>
                  </a:lnTo>
                  <a:lnTo>
                    <a:pt x="496096" y="5329536"/>
                  </a:lnTo>
                  <a:lnTo>
                    <a:pt x="496214" y="5329536"/>
                  </a:lnTo>
                  <a:lnTo>
                    <a:pt x="496332" y="5329536"/>
                  </a:lnTo>
                  <a:lnTo>
                    <a:pt x="496449" y="5329536"/>
                  </a:lnTo>
                  <a:lnTo>
                    <a:pt x="496567" y="5329536"/>
                  </a:lnTo>
                  <a:lnTo>
                    <a:pt x="496685" y="5329536"/>
                  </a:lnTo>
                  <a:lnTo>
                    <a:pt x="496802" y="5329536"/>
                  </a:lnTo>
                  <a:lnTo>
                    <a:pt x="496802" y="5329105"/>
                  </a:lnTo>
                  <a:lnTo>
                    <a:pt x="496920" y="5329105"/>
                  </a:lnTo>
                  <a:lnTo>
                    <a:pt x="496920" y="5328675"/>
                  </a:lnTo>
                  <a:lnTo>
                    <a:pt x="497037" y="5328675"/>
                  </a:lnTo>
                  <a:lnTo>
                    <a:pt x="497037" y="5328244"/>
                  </a:lnTo>
                  <a:lnTo>
                    <a:pt x="497155" y="5328244"/>
                  </a:lnTo>
                  <a:lnTo>
                    <a:pt x="497273" y="5328244"/>
                  </a:lnTo>
                  <a:lnTo>
                    <a:pt x="497390" y="5328244"/>
                  </a:lnTo>
                  <a:lnTo>
                    <a:pt x="497390" y="5327813"/>
                  </a:lnTo>
                  <a:lnTo>
                    <a:pt x="497390" y="5327383"/>
                  </a:lnTo>
                  <a:lnTo>
                    <a:pt x="497508" y="5327383"/>
                  </a:lnTo>
                  <a:lnTo>
                    <a:pt x="497625" y="5327383"/>
                  </a:lnTo>
                  <a:lnTo>
                    <a:pt x="497743" y="5327383"/>
                  </a:lnTo>
                  <a:lnTo>
                    <a:pt x="497743" y="5326952"/>
                  </a:lnTo>
                  <a:lnTo>
                    <a:pt x="497743" y="5326522"/>
                  </a:lnTo>
                  <a:lnTo>
                    <a:pt x="497743" y="5326091"/>
                  </a:lnTo>
                  <a:lnTo>
                    <a:pt x="497743" y="5325660"/>
                  </a:lnTo>
                  <a:lnTo>
                    <a:pt x="497861" y="5325660"/>
                  </a:lnTo>
                  <a:lnTo>
                    <a:pt x="497978" y="5325660"/>
                  </a:lnTo>
                  <a:lnTo>
                    <a:pt x="498096" y="5325660"/>
                  </a:lnTo>
                  <a:lnTo>
                    <a:pt x="498096" y="5325230"/>
                  </a:lnTo>
                  <a:lnTo>
                    <a:pt x="498096" y="5324799"/>
                  </a:lnTo>
                  <a:lnTo>
                    <a:pt x="498096" y="5324369"/>
                  </a:lnTo>
                  <a:lnTo>
                    <a:pt x="498214" y="5324369"/>
                  </a:lnTo>
                  <a:lnTo>
                    <a:pt x="498331" y="5324369"/>
                  </a:lnTo>
                  <a:lnTo>
                    <a:pt x="498331" y="5323938"/>
                  </a:lnTo>
                  <a:lnTo>
                    <a:pt x="498449" y="5323938"/>
                  </a:lnTo>
                  <a:lnTo>
                    <a:pt x="498449" y="5323507"/>
                  </a:lnTo>
                  <a:lnTo>
                    <a:pt x="498566" y="5323507"/>
                  </a:lnTo>
                  <a:lnTo>
                    <a:pt x="498566" y="5323077"/>
                  </a:lnTo>
                  <a:lnTo>
                    <a:pt x="498684" y="5323077"/>
                  </a:lnTo>
                  <a:lnTo>
                    <a:pt x="498802" y="5323077"/>
                  </a:lnTo>
                  <a:lnTo>
                    <a:pt x="498802" y="5322646"/>
                  </a:lnTo>
                  <a:lnTo>
                    <a:pt x="498919" y="5322646"/>
                  </a:lnTo>
                  <a:lnTo>
                    <a:pt x="499037" y="5322646"/>
                  </a:lnTo>
                  <a:lnTo>
                    <a:pt x="499154" y="5322646"/>
                  </a:lnTo>
                  <a:lnTo>
                    <a:pt x="499272" y="5322646"/>
                  </a:lnTo>
                  <a:lnTo>
                    <a:pt x="499390" y="5322646"/>
                  </a:lnTo>
                  <a:lnTo>
                    <a:pt x="499390" y="5322216"/>
                  </a:lnTo>
                  <a:lnTo>
                    <a:pt x="499507" y="5322216"/>
                  </a:lnTo>
                  <a:lnTo>
                    <a:pt x="499625" y="5322216"/>
                  </a:lnTo>
                  <a:lnTo>
                    <a:pt x="499743" y="5322216"/>
                  </a:lnTo>
                  <a:lnTo>
                    <a:pt x="499860" y="5322216"/>
                  </a:lnTo>
                  <a:lnTo>
                    <a:pt x="499978" y="5322216"/>
                  </a:lnTo>
                  <a:lnTo>
                    <a:pt x="500095" y="5322216"/>
                  </a:lnTo>
                  <a:lnTo>
                    <a:pt x="500213" y="5322216"/>
                  </a:lnTo>
                  <a:lnTo>
                    <a:pt x="500213" y="5321785"/>
                  </a:lnTo>
                  <a:lnTo>
                    <a:pt x="500213" y="5321354"/>
                  </a:lnTo>
                  <a:lnTo>
                    <a:pt x="500331" y="5321354"/>
                  </a:lnTo>
                  <a:lnTo>
                    <a:pt x="500448" y="5321354"/>
                  </a:lnTo>
                  <a:lnTo>
                    <a:pt x="500448" y="5320924"/>
                  </a:lnTo>
                  <a:lnTo>
                    <a:pt x="500448" y="5320493"/>
                  </a:lnTo>
                  <a:lnTo>
                    <a:pt x="500566" y="5320493"/>
                  </a:lnTo>
                  <a:lnTo>
                    <a:pt x="500683" y="5320493"/>
                  </a:lnTo>
                  <a:lnTo>
                    <a:pt x="500801" y="5320493"/>
                  </a:lnTo>
                  <a:lnTo>
                    <a:pt x="500801" y="5320063"/>
                  </a:lnTo>
                  <a:lnTo>
                    <a:pt x="500801" y="5319632"/>
                  </a:lnTo>
                  <a:lnTo>
                    <a:pt x="500801" y="5319201"/>
                  </a:lnTo>
                  <a:lnTo>
                    <a:pt x="500919" y="5319201"/>
                  </a:lnTo>
                  <a:lnTo>
                    <a:pt x="500919" y="5318771"/>
                  </a:lnTo>
                  <a:lnTo>
                    <a:pt x="500919" y="5318340"/>
                  </a:lnTo>
                  <a:lnTo>
                    <a:pt x="500919" y="5317910"/>
                  </a:lnTo>
                  <a:lnTo>
                    <a:pt x="501036" y="5317910"/>
                  </a:lnTo>
                  <a:lnTo>
                    <a:pt x="501154" y="5317910"/>
                  </a:lnTo>
                  <a:lnTo>
                    <a:pt x="501271" y="5317910"/>
                  </a:lnTo>
                  <a:lnTo>
                    <a:pt x="501389" y="5317910"/>
                  </a:lnTo>
                  <a:lnTo>
                    <a:pt x="501507" y="5317910"/>
                  </a:lnTo>
                  <a:lnTo>
                    <a:pt x="501624" y="5317910"/>
                  </a:lnTo>
                  <a:lnTo>
                    <a:pt x="501624" y="5317479"/>
                  </a:lnTo>
                  <a:lnTo>
                    <a:pt x="501624" y="5317048"/>
                  </a:lnTo>
                  <a:lnTo>
                    <a:pt x="501742" y="5317048"/>
                  </a:lnTo>
                  <a:lnTo>
                    <a:pt x="501860" y="5317048"/>
                  </a:lnTo>
                  <a:lnTo>
                    <a:pt x="501977" y="5317048"/>
                  </a:lnTo>
                  <a:lnTo>
                    <a:pt x="502095" y="5317048"/>
                  </a:lnTo>
                  <a:lnTo>
                    <a:pt x="502212" y="5317048"/>
                  </a:lnTo>
                  <a:lnTo>
                    <a:pt x="502212" y="5316618"/>
                  </a:lnTo>
                  <a:lnTo>
                    <a:pt x="502330" y="5316618"/>
                  </a:lnTo>
                  <a:lnTo>
                    <a:pt x="502330" y="5316187"/>
                  </a:lnTo>
                  <a:lnTo>
                    <a:pt x="502448" y="5316187"/>
                  </a:lnTo>
                  <a:lnTo>
                    <a:pt x="502448" y="5315757"/>
                  </a:lnTo>
                  <a:lnTo>
                    <a:pt x="502565" y="5315757"/>
                  </a:lnTo>
                  <a:lnTo>
                    <a:pt x="502565" y="5315326"/>
                  </a:lnTo>
                  <a:lnTo>
                    <a:pt x="502683" y="5315326"/>
                  </a:lnTo>
                  <a:lnTo>
                    <a:pt x="502800" y="5315326"/>
                  </a:lnTo>
                  <a:lnTo>
                    <a:pt x="502918" y="5315326"/>
                  </a:lnTo>
                  <a:lnTo>
                    <a:pt x="502918" y="5314895"/>
                  </a:lnTo>
                  <a:lnTo>
                    <a:pt x="503036" y="5314895"/>
                  </a:lnTo>
                  <a:lnTo>
                    <a:pt x="503036" y="5314465"/>
                  </a:lnTo>
                  <a:lnTo>
                    <a:pt x="503036" y="5314034"/>
                  </a:lnTo>
                  <a:lnTo>
                    <a:pt x="503153" y="5314034"/>
                  </a:lnTo>
                  <a:lnTo>
                    <a:pt x="503271" y="5314034"/>
                  </a:lnTo>
                  <a:lnTo>
                    <a:pt x="503271" y="5313604"/>
                  </a:lnTo>
                  <a:lnTo>
                    <a:pt x="503389" y="5313604"/>
                  </a:lnTo>
                  <a:lnTo>
                    <a:pt x="503506" y="5313604"/>
                  </a:lnTo>
                  <a:lnTo>
                    <a:pt x="503624" y="5313604"/>
                  </a:lnTo>
                  <a:lnTo>
                    <a:pt x="503624" y="5313173"/>
                  </a:lnTo>
                  <a:lnTo>
                    <a:pt x="503624" y="5312742"/>
                  </a:lnTo>
                  <a:lnTo>
                    <a:pt x="503624" y="5312312"/>
                  </a:lnTo>
                  <a:lnTo>
                    <a:pt x="503624" y="5311881"/>
                  </a:lnTo>
                  <a:lnTo>
                    <a:pt x="503741" y="5311881"/>
                  </a:lnTo>
                  <a:lnTo>
                    <a:pt x="503859" y="5311881"/>
                  </a:lnTo>
                  <a:lnTo>
                    <a:pt x="503859" y="5311451"/>
                  </a:lnTo>
                  <a:lnTo>
                    <a:pt x="503977" y="5311451"/>
                  </a:lnTo>
                  <a:lnTo>
                    <a:pt x="504094" y="5311451"/>
                  </a:lnTo>
                  <a:lnTo>
                    <a:pt x="504212" y="5311451"/>
                  </a:lnTo>
                  <a:lnTo>
                    <a:pt x="504212" y="5311020"/>
                  </a:lnTo>
                  <a:lnTo>
                    <a:pt x="504329" y="5311020"/>
                  </a:lnTo>
                  <a:lnTo>
                    <a:pt x="504447" y="5311020"/>
                  </a:lnTo>
                  <a:lnTo>
                    <a:pt x="504565" y="5311020"/>
                  </a:lnTo>
                  <a:lnTo>
                    <a:pt x="504682" y="5311020"/>
                  </a:lnTo>
                  <a:lnTo>
                    <a:pt x="504800" y="5311020"/>
                  </a:lnTo>
                  <a:lnTo>
                    <a:pt x="504918" y="5311020"/>
                  </a:lnTo>
                  <a:lnTo>
                    <a:pt x="504918" y="5310589"/>
                  </a:lnTo>
                  <a:lnTo>
                    <a:pt x="504918" y="5310159"/>
                  </a:lnTo>
                  <a:lnTo>
                    <a:pt x="504918" y="5309728"/>
                  </a:lnTo>
                  <a:lnTo>
                    <a:pt x="504918" y="5309298"/>
                  </a:lnTo>
                  <a:lnTo>
                    <a:pt x="504918" y="5308867"/>
                  </a:lnTo>
                  <a:lnTo>
                    <a:pt x="504918" y="5308436"/>
                  </a:lnTo>
                  <a:lnTo>
                    <a:pt x="505035" y="5308436"/>
                  </a:lnTo>
                  <a:lnTo>
                    <a:pt x="505153" y="5308436"/>
                  </a:lnTo>
                  <a:lnTo>
                    <a:pt x="505270" y="5308436"/>
                  </a:lnTo>
                  <a:lnTo>
                    <a:pt x="505388" y="5308436"/>
                  </a:lnTo>
                  <a:lnTo>
                    <a:pt x="505506" y="5308436"/>
                  </a:lnTo>
                  <a:lnTo>
                    <a:pt x="505506" y="5308006"/>
                  </a:lnTo>
                  <a:lnTo>
                    <a:pt x="505506" y="5307575"/>
                  </a:lnTo>
                  <a:lnTo>
                    <a:pt x="505506" y="5307145"/>
                  </a:lnTo>
                  <a:lnTo>
                    <a:pt x="505506" y="5306714"/>
                  </a:lnTo>
                  <a:lnTo>
                    <a:pt x="505623" y="5306714"/>
                  </a:lnTo>
                  <a:lnTo>
                    <a:pt x="505741" y="5306714"/>
                  </a:lnTo>
                  <a:lnTo>
                    <a:pt x="505858" y="5306714"/>
                  </a:lnTo>
                  <a:lnTo>
                    <a:pt x="505858" y="5306283"/>
                  </a:lnTo>
                  <a:lnTo>
                    <a:pt x="505858" y="5305853"/>
                  </a:lnTo>
                  <a:lnTo>
                    <a:pt x="505976" y="5305853"/>
                  </a:lnTo>
                  <a:lnTo>
                    <a:pt x="506094" y="5305853"/>
                  </a:lnTo>
                  <a:lnTo>
                    <a:pt x="506094" y="5305422"/>
                  </a:lnTo>
                  <a:lnTo>
                    <a:pt x="506211" y="5305422"/>
                  </a:lnTo>
                  <a:lnTo>
                    <a:pt x="506329" y="5305422"/>
                  </a:lnTo>
                  <a:lnTo>
                    <a:pt x="506447" y="5305422"/>
                  </a:lnTo>
                  <a:lnTo>
                    <a:pt x="506447" y="5304992"/>
                  </a:lnTo>
                  <a:lnTo>
                    <a:pt x="506447" y="5304561"/>
                  </a:lnTo>
                  <a:lnTo>
                    <a:pt x="506564" y="5304561"/>
                  </a:lnTo>
                  <a:lnTo>
                    <a:pt x="506682" y="5304561"/>
                  </a:lnTo>
                  <a:lnTo>
                    <a:pt x="506682" y="5304130"/>
                  </a:lnTo>
                  <a:lnTo>
                    <a:pt x="506799" y="5304130"/>
                  </a:lnTo>
                  <a:lnTo>
                    <a:pt x="506917" y="5304130"/>
                  </a:lnTo>
                  <a:lnTo>
                    <a:pt x="507035" y="5304130"/>
                  </a:lnTo>
                  <a:lnTo>
                    <a:pt x="507152" y="5304130"/>
                  </a:lnTo>
                  <a:lnTo>
                    <a:pt x="507270" y="5304130"/>
                  </a:lnTo>
                  <a:lnTo>
                    <a:pt x="507387" y="5304130"/>
                  </a:lnTo>
                  <a:lnTo>
                    <a:pt x="507387" y="5303700"/>
                  </a:lnTo>
                  <a:lnTo>
                    <a:pt x="507505" y="5303700"/>
                  </a:lnTo>
                  <a:lnTo>
                    <a:pt x="507623" y="5303700"/>
                  </a:lnTo>
                  <a:lnTo>
                    <a:pt x="507740" y="5303700"/>
                  </a:lnTo>
                  <a:lnTo>
                    <a:pt x="507858" y="5303700"/>
                  </a:lnTo>
                  <a:lnTo>
                    <a:pt x="507976" y="5303700"/>
                  </a:lnTo>
                  <a:lnTo>
                    <a:pt x="508093" y="5303700"/>
                  </a:lnTo>
                  <a:lnTo>
                    <a:pt x="508093" y="5303269"/>
                  </a:lnTo>
                  <a:lnTo>
                    <a:pt x="508211" y="5303269"/>
                  </a:lnTo>
                  <a:lnTo>
                    <a:pt x="508328" y="5303269"/>
                  </a:lnTo>
                  <a:lnTo>
                    <a:pt x="508446" y="5303269"/>
                  </a:lnTo>
                  <a:lnTo>
                    <a:pt x="508446" y="5302839"/>
                  </a:lnTo>
                  <a:lnTo>
                    <a:pt x="508564" y="5302839"/>
                  </a:lnTo>
                  <a:lnTo>
                    <a:pt x="508564" y="5302408"/>
                  </a:lnTo>
                  <a:lnTo>
                    <a:pt x="508681" y="5302408"/>
                  </a:lnTo>
                  <a:lnTo>
                    <a:pt x="508799" y="5302408"/>
                  </a:lnTo>
                  <a:lnTo>
                    <a:pt x="508799" y="5301977"/>
                  </a:lnTo>
                  <a:lnTo>
                    <a:pt x="508799" y="5301547"/>
                  </a:lnTo>
                  <a:lnTo>
                    <a:pt x="508916" y="5301547"/>
                  </a:lnTo>
                  <a:lnTo>
                    <a:pt x="509034" y="5301547"/>
                  </a:lnTo>
                  <a:lnTo>
                    <a:pt x="509152" y="5301547"/>
                  </a:lnTo>
                  <a:lnTo>
                    <a:pt x="509269" y="5301547"/>
                  </a:lnTo>
                  <a:lnTo>
                    <a:pt x="509387" y="5301547"/>
                  </a:lnTo>
                  <a:lnTo>
                    <a:pt x="509504" y="5301547"/>
                  </a:lnTo>
                  <a:lnTo>
                    <a:pt x="509622" y="5301547"/>
                  </a:lnTo>
                  <a:lnTo>
                    <a:pt x="509622" y="5301116"/>
                  </a:lnTo>
                  <a:lnTo>
                    <a:pt x="509740" y="5301116"/>
                  </a:lnTo>
                  <a:lnTo>
                    <a:pt x="509857" y="5301116"/>
                  </a:lnTo>
                  <a:lnTo>
                    <a:pt x="509975" y="5301116"/>
                  </a:lnTo>
                  <a:lnTo>
                    <a:pt x="509975" y="5300686"/>
                  </a:lnTo>
                  <a:lnTo>
                    <a:pt x="510093" y="5300686"/>
                  </a:lnTo>
                  <a:lnTo>
                    <a:pt x="510210" y="5300686"/>
                  </a:lnTo>
                  <a:lnTo>
                    <a:pt x="510328" y="5300686"/>
                  </a:lnTo>
                  <a:lnTo>
                    <a:pt x="510328" y="5300255"/>
                  </a:lnTo>
                  <a:lnTo>
                    <a:pt x="510445" y="5300255"/>
                  </a:lnTo>
                  <a:lnTo>
                    <a:pt x="510563" y="5300255"/>
                  </a:lnTo>
                  <a:lnTo>
                    <a:pt x="510681" y="5300255"/>
                  </a:lnTo>
                  <a:lnTo>
                    <a:pt x="510798" y="5300255"/>
                  </a:lnTo>
                  <a:lnTo>
                    <a:pt x="510916" y="5300255"/>
                  </a:lnTo>
                  <a:lnTo>
                    <a:pt x="511033" y="5300255"/>
                  </a:lnTo>
                  <a:lnTo>
                    <a:pt x="511151" y="5300255"/>
                  </a:lnTo>
                  <a:lnTo>
                    <a:pt x="511269" y="5300255"/>
                  </a:lnTo>
                  <a:lnTo>
                    <a:pt x="511386" y="5300255"/>
                  </a:lnTo>
                  <a:lnTo>
                    <a:pt x="511386" y="5299824"/>
                  </a:lnTo>
                  <a:lnTo>
                    <a:pt x="511386" y="5299394"/>
                  </a:lnTo>
                  <a:lnTo>
                    <a:pt x="511504" y="5299394"/>
                  </a:lnTo>
                  <a:lnTo>
                    <a:pt x="511622" y="5299394"/>
                  </a:lnTo>
                  <a:lnTo>
                    <a:pt x="511622" y="5298963"/>
                  </a:lnTo>
                  <a:lnTo>
                    <a:pt x="511622" y="5298533"/>
                  </a:lnTo>
                  <a:lnTo>
                    <a:pt x="511739" y="5298533"/>
                  </a:lnTo>
                  <a:lnTo>
                    <a:pt x="511739" y="5298102"/>
                  </a:lnTo>
                  <a:lnTo>
                    <a:pt x="511857" y="5298102"/>
                  </a:lnTo>
                  <a:lnTo>
                    <a:pt x="511974" y="5298102"/>
                  </a:lnTo>
                  <a:lnTo>
                    <a:pt x="512092" y="5298102"/>
                  </a:lnTo>
                  <a:lnTo>
                    <a:pt x="512210" y="5298102"/>
                  </a:lnTo>
                  <a:lnTo>
                    <a:pt x="512327" y="5298102"/>
                  </a:lnTo>
                  <a:lnTo>
                    <a:pt x="512445" y="5298102"/>
                  </a:lnTo>
                  <a:lnTo>
                    <a:pt x="512562" y="5298102"/>
                  </a:lnTo>
                  <a:lnTo>
                    <a:pt x="512680" y="5298102"/>
                  </a:lnTo>
                  <a:lnTo>
                    <a:pt x="512798" y="5298102"/>
                  </a:lnTo>
                  <a:lnTo>
                    <a:pt x="512915" y="5298102"/>
                  </a:lnTo>
                  <a:lnTo>
                    <a:pt x="512915" y="5297671"/>
                  </a:lnTo>
                  <a:lnTo>
                    <a:pt x="513033" y="5297671"/>
                  </a:lnTo>
                  <a:lnTo>
                    <a:pt x="513151" y="5297671"/>
                  </a:lnTo>
                  <a:lnTo>
                    <a:pt x="513268" y="5297671"/>
                  </a:lnTo>
                  <a:lnTo>
                    <a:pt x="513386" y="5297671"/>
                  </a:lnTo>
                  <a:lnTo>
                    <a:pt x="513503" y="5297671"/>
                  </a:lnTo>
                  <a:lnTo>
                    <a:pt x="513621" y="5297671"/>
                  </a:lnTo>
                  <a:lnTo>
                    <a:pt x="513739" y="5297671"/>
                  </a:lnTo>
                  <a:lnTo>
                    <a:pt x="513739" y="5297241"/>
                  </a:lnTo>
                  <a:lnTo>
                    <a:pt x="513739" y="5296810"/>
                  </a:lnTo>
                  <a:lnTo>
                    <a:pt x="513739" y="5296380"/>
                  </a:lnTo>
                  <a:lnTo>
                    <a:pt x="513739" y="5295949"/>
                  </a:lnTo>
                  <a:lnTo>
                    <a:pt x="513739" y="5295518"/>
                  </a:lnTo>
                  <a:lnTo>
                    <a:pt x="513739" y="5295088"/>
                  </a:lnTo>
                  <a:lnTo>
                    <a:pt x="513739" y="5294657"/>
                  </a:lnTo>
                  <a:lnTo>
                    <a:pt x="513856" y="5294657"/>
                  </a:lnTo>
                  <a:lnTo>
                    <a:pt x="513856" y="5294227"/>
                  </a:lnTo>
                  <a:lnTo>
                    <a:pt x="513974" y="5294227"/>
                  </a:lnTo>
                  <a:lnTo>
                    <a:pt x="514091" y="5294227"/>
                  </a:lnTo>
                  <a:lnTo>
                    <a:pt x="514209" y="5294227"/>
                  </a:lnTo>
                  <a:lnTo>
                    <a:pt x="514327" y="5294227"/>
                  </a:lnTo>
                  <a:lnTo>
                    <a:pt x="514327" y="5293796"/>
                  </a:lnTo>
                  <a:lnTo>
                    <a:pt x="514327" y="5293365"/>
                  </a:lnTo>
                  <a:lnTo>
                    <a:pt x="514444" y="5293365"/>
                  </a:lnTo>
                  <a:lnTo>
                    <a:pt x="514562" y="5293365"/>
                  </a:lnTo>
                  <a:lnTo>
                    <a:pt x="514680" y="5293365"/>
                  </a:lnTo>
                  <a:lnTo>
                    <a:pt x="514797" y="5293365"/>
                  </a:lnTo>
                  <a:lnTo>
                    <a:pt x="514797" y="5292935"/>
                  </a:lnTo>
                  <a:lnTo>
                    <a:pt x="514915" y="5292935"/>
                  </a:lnTo>
                  <a:lnTo>
                    <a:pt x="514915" y="5292504"/>
                  </a:lnTo>
                  <a:lnTo>
                    <a:pt x="514915" y="5292074"/>
                  </a:lnTo>
                  <a:lnTo>
                    <a:pt x="514915" y="5291643"/>
                  </a:lnTo>
                  <a:lnTo>
                    <a:pt x="515032" y="5291643"/>
                  </a:lnTo>
                  <a:lnTo>
                    <a:pt x="515032" y="5291212"/>
                  </a:lnTo>
                  <a:lnTo>
                    <a:pt x="515150" y="5291212"/>
                  </a:lnTo>
                  <a:lnTo>
                    <a:pt x="515268" y="5291212"/>
                  </a:lnTo>
                  <a:lnTo>
                    <a:pt x="515268" y="5290782"/>
                  </a:lnTo>
                  <a:lnTo>
                    <a:pt x="515385" y="5290782"/>
                  </a:lnTo>
                  <a:lnTo>
                    <a:pt x="515503" y="5290782"/>
                  </a:lnTo>
                  <a:lnTo>
                    <a:pt x="515620" y="5290782"/>
                  </a:lnTo>
                  <a:lnTo>
                    <a:pt x="515738" y="5290782"/>
                  </a:lnTo>
                  <a:lnTo>
                    <a:pt x="515856" y="5290782"/>
                  </a:lnTo>
                  <a:lnTo>
                    <a:pt x="515856" y="5290351"/>
                  </a:lnTo>
                  <a:lnTo>
                    <a:pt x="515856" y="5289921"/>
                  </a:lnTo>
                  <a:lnTo>
                    <a:pt x="515973" y="5289921"/>
                  </a:lnTo>
                  <a:lnTo>
                    <a:pt x="516091" y="5289921"/>
                  </a:lnTo>
                  <a:lnTo>
                    <a:pt x="516209" y="5289921"/>
                  </a:lnTo>
                  <a:lnTo>
                    <a:pt x="516326" y="5289921"/>
                  </a:lnTo>
                  <a:lnTo>
                    <a:pt x="516444" y="5289921"/>
                  </a:lnTo>
                  <a:lnTo>
                    <a:pt x="516561" y="5289921"/>
                  </a:lnTo>
                  <a:lnTo>
                    <a:pt x="516679" y="5289921"/>
                  </a:lnTo>
                  <a:lnTo>
                    <a:pt x="516797" y="5289921"/>
                  </a:lnTo>
                  <a:lnTo>
                    <a:pt x="516914" y="5289921"/>
                  </a:lnTo>
                  <a:lnTo>
                    <a:pt x="517032" y="5289921"/>
                  </a:lnTo>
                  <a:lnTo>
                    <a:pt x="517149" y="5289921"/>
                  </a:lnTo>
                  <a:lnTo>
                    <a:pt x="517267" y="5289921"/>
                  </a:lnTo>
                  <a:lnTo>
                    <a:pt x="517267" y="5289490"/>
                  </a:lnTo>
                  <a:lnTo>
                    <a:pt x="517385" y="5289490"/>
                  </a:lnTo>
                  <a:lnTo>
                    <a:pt x="517502" y="5289490"/>
                  </a:lnTo>
                  <a:lnTo>
                    <a:pt x="517620" y="5289490"/>
                  </a:lnTo>
                  <a:lnTo>
                    <a:pt x="517737" y="5289490"/>
                  </a:lnTo>
                  <a:lnTo>
                    <a:pt x="517855" y="5289490"/>
                  </a:lnTo>
                  <a:lnTo>
                    <a:pt x="517973" y="5289490"/>
                  </a:lnTo>
                  <a:lnTo>
                    <a:pt x="518090" y="5289490"/>
                  </a:lnTo>
                  <a:lnTo>
                    <a:pt x="518090" y="5289059"/>
                  </a:lnTo>
                  <a:lnTo>
                    <a:pt x="518090" y="5288629"/>
                  </a:lnTo>
                  <a:lnTo>
                    <a:pt x="518090" y="5288198"/>
                  </a:lnTo>
                  <a:lnTo>
                    <a:pt x="518208" y="5288198"/>
                  </a:lnTo>
                  <a:lnTo>
                    <a:pt x="518326" y="5288198"/>
                  </a:lnTo>
                  <a:lnTo>
                    <a:pt x="518326" y="5287768"/>
                  </a:lnTo>
                  <a:lnTo>
                    <a:pt x="518443" y="5287768"/>
                  </a:lnTo>
                  <a:lnTo>
                    <a:pt x="518443" y="5287337"/>
                  </a:lnTo>
                  <a:lnTo>
                    <a:pt x="518443" y="5286906"/>
                  </a:lnTo>
                  <a:lnTo>
                    <a:pt x="518561" y="5286906"/>
                  </a:lnTo>
                  <a:lnTo>
                    <a:pt x="518678" y="5286906"/>
                  </a:lnTo>
                  <a:lnTo>
                    <a:pt x="518678" y="5286476"/>
                  </a:lnTo>
                  <a:lnTo>
                    <a:pt x="518796" y="5286476"/>
                  </a:lnTo>
                  <a:lnTo>
                    <a:pt x="518914" y="5286476"/>
                  </a:lnTo>
                  <a:lnTo>
                    <a:pt x="518914" y="5286045"/>
                  </a:lnTo>
                  <a:lnTo>
                    <a:pt x="518914" y="5285615"/>
                  </a:lnTo>
                  <a:lnTo>
                    <a:pt x="519031" y="5285615"/>
                  </a:lnTo>
                  <a:lnTo>
                    <a:pt x="519149" y="5285615"/>
                  </a:lnTo>
                  <a:lnTo>
                    <a:pt x="519266" y="5285615"/>
                  </a:lnTo>
                  <a:lnTo>
                    <a:pt x="519384" y="5285615"/>
                  </a:lnTo>
                  <a:lnTo>
                    <a:pt x="519502" y="5285615"/>
                  </a:lnTo>
                  <a:lnTo>
                    <a:pt x="519502" y="5285184"/>
                  </a:lnTo>
                  <a:lnTo>
                    <a:pt x="519619" y="5285184"/>
                  </a:lnTo>
                  <a:lnTo>
                    <a:pt x="519737" y="5285184"/>
                  </a:lnTo>
                  <a:lnTo>
                    <a:pt x="519737" y="5284753"/>
                  </a:lnTo>
                  <a:lnTo>
                    <a:pt x="519855" y="5284753"/>
                  </a:lnTo>
                  <a:lnTo>
                    <a:pt x="519972" y="5284753"/>
                  </a:lnTo>
                  <a:lnTo>
                    <a:pt x="520090" y="5284753"/>
                  </a:lnTo>
                  <a:lnTo>
                    <a:pt x="520207" y="5284753"/>
                  </a:lnTo>
                  <a:lnTo>
                    <a:pt x="520207" y="5284323"/>
                  </a:lnTo>
                  <a:lnTo>
                    <a:pt x="520325" y="5284323"/>
                  </a:lnTo>
                  <a:lnTo>
                    <a:pt x="520443" y="5284323"/>
                  </a:lnTo>
                  <a:lnTo>
                    <a:pt x="520560" y="5284323"/>
                  </a:lnTo>
                  <a:lnTo>
                    <a:pt x="520560" y="5283892"/>
                  </a:lnTo>
                  <a:lnTo>
                    <a:pt x="520560" y="5283462"/>
                  </a:lnTo>
                  <a:lnTo>
                    <a:pt x="520560" y="5283031"/>
                  </a:lnTo>
                  <a:lnTo>
                    <a:pt x="520678" y="5283031"/>
                  </a:lnTo>
                  <a:lnTo>
                    <a:pt x="520795" y="5283031"/>
                  </a:lnTo>
                  <a:lnTo>
                    <a:pt x="520913" y="5283031"/>
                  </a:lnTo>
                  <a:lnTo>
                    <a:pt x="521031" y="5283031"/>
                  </a:lnTo>
                  <a:lnTo>
                    <a:pt x="521148" y="5283031"/>
                  </a:lnTo>
                  <a:lnTo>
                    <a:pt x="521266" y="5283031"/>
                  </a:lnTo>
                  <a:lnTo>
                    <a:pt x="521266" y="5282600"/>
                  </a:lnTo>
                  <a:lnTo>
                    <a:pt x="521266" y="5282170"/>
                  </a:lnTo>
                  <a:lnTo>
                    <a:pt x="521266" y="5281739"/>
                  </a:lnTo>
                  <a:lnTo>
                    <a:pt x="521384" y="5281739"/>
                  </a:lnTo>
                  <a:lnTo>
                    <a:pt x="521384" y="5281309"/>
                  </a:lnTo>
                  <a:lnTo>
                    <a:pt x="521384" y="5280878"/>
                  </a:lnTo>
                  <a:lnTo>
                    <a:pt x="521501" y="5280878"/>
                  </a:lnTo>
                  <a:lnTo>
                    <a:pt x="521619" y="5280878"/>
                  </a:lnTo>
                  <a:lnTo>
                    <a:pt x="521736" y="5280878"/>
                  </a:lnTo>
                  <a:lnTo>
                    <a:pt x="521854" y="5280878"/>
                  </a:lnTo>
                  <a:lnTo>
                    <a:pt x="521972" y="5280878"/>
                  </a:lnTo>
                  <a:lnTo>
                    <a:pt x="521972" y="5280447"/>
                  </a:lnTo>
                  <a:lnTo>
                    <a:pt x="522089" y="5280447"/>
                  </a:lnTo>
                  <a:lnTo>
                    <a:pt x="522207" y="5280447"/>
                  </a:lnTo>
                  <a:lnTo>
                    <a:pt x="522324" y="5280447"/>
                  </a:lnTo>
                  <a:lnTo>
                    <a:pt x="522442" y="5280447"/>
                  </a:lnTo>
                  <a:lnTo>
                    <a:pt x="522560" y="5280447"/>
                  </a:lnTo>
                  <a:lnTo>
                    <a:pt x="522677" y="5280447"/>
                  </a:lnTo>
                  <a:lnTo>
                    <a:pt x="522677" y="5280017"/>
                  </a:lnTo>
                  <a:lnTo>
                    <a:pt x="522795" y="5280017"/>
                  </a:lnTo>
                  <a:lnTo>
                    <a:pt x="522913" y="5280017"/>
                  </a:lnTo>
                  <a:lnTo>
                    <a:pt x="522913" y="5279586"/>
                  </a:lnTo>
                  <a:lnTo>
                    <a:pt x="523030" y="5279586"/>
                  </a:lnTo>
                  <a:lnTo>
                    <a:pt x="523148" y="5279586"/>
                  </a:lnTo>
                  <a:lnTo>
                    <a:pt x="523265" y="5279586"/>
                  </a:lnTo>
                  <a:lnTo>
                    <a:pt x="523383" y="5279586"/>
                  </a:lnTo>
                  <a:lnTo>
                    <a:pt x="523501" y="5279586"/>
                  </a:lnTo>
                  <a:lnTo>
                    <a:pt x="523618" y="5279586"/>
                  </a:lnTo>
                  <a:lnTo>
                    <a:pt x="523736" y="5279586"/>
                  </a:lnTo>
                  <a:lnTo>
                    <a:pt x="523736" y="5279156"/>
                  </a:lnTo>
                  <a:lnTo>
                    <a:pt x="523853" y="5279156"/>
                  </a:lnTo>
                  <a:lnTo>
                    <a:pt x="523971" y="5279156"/>
                  </a:lnTo>
                  <a:lnTo>
                    <a:pt x="524089" y="5279156"/>
                  </a:lnTo>
                  <a:lnTo>
                    <a:pt x="524089" y="5278725"/>
                  </a:lnTo>
                  <a:lnTo>
                    <a:pt x="524089" y="5278294"/>
                  </a:lnTo>
                  <a:lnTo>
                    <a:pt x="524089" y="5277864"/>
                  </a:lnTo>
                  <a:lnTo>
                    <a:pt x="524089" y="5277433"/>
                  </a:lnTo>
                  <a:lnTo>
                    <a:pt x="524089" y="5277003"/>
                  </a:lnTo>
                  <a:lnTo>
                    <a:pt x="524089" y="5276572"/>
                  </a:lnTo>
                  <a:lnTo>
                    <a:pt x="524206" y="5276572"/>
                  </a:lnTo>
                  <a:lnTo>
                    <a:pt x="524324" y="5276572"/>
                  </a:lnTo>
                  <a:lnTo>
                    <a:pt x="524442" y="5276572"/>
                  </a:lnTo>
                  <a:lnTo>
                    <a:pt x="524559" y="5276572"/>
                  </a:lnTo>
                  <a:lnTo>
                    <a:pt x="524559" y="5276141"/>
                  </a:lnTo>
                  <a:lnTo>
                    <a:pt x="524677" y="5276141"/>
                  </a:lnTo>
                  <a:lnTo>
                    <a:pt x="524677" y="5275711"/>
                  </a:lnTo>
                  <a:lnTo>
                    <a:pt x="524677" y="5275280"/>
                  </a:lnTo>
                  <a:lnTo>
                    <a:pt x="524794" y="5275280"/>
                  </a:lnTo>
                  <a:lnTo>
                    <a:pt x="524794" y="5274850"/>
                  </a:lnTo>
                  <a:lnTo>
                    <a:pt x="524794" y="5274419"/>
                  </a:lnTo>
                  <a:lnTo>
                    <a:pt x="524912" y="5274419"/>
                  </a:lnTo>
                  <a:lnTo>
                    <a:pt x="524912" y="5273988"/>
                  </a:lnTo>
                  <a:lnTo>
                    <a:pt x="525030" y="5273988"/>
                  </a:lnTo>
                  <a:lnTo>
                    <a:pt x="525030" y="5273558"/>
                  </a:lnTo>
                  <a:lnTo>
                    <a:pt x="525147" y="5273558"/>
                  </a:lnTo>
                  <a:lnTo>
                    <a:pt x="525265" y="5273558"/>
                  </a:lnTo>
                  <a:lnTo>
                    <a:pt x="525382" y="5273558"/>
                  </a:lnTo>
                  <a:lnTo>
                    <a:pt x="525382" y="5273127"/>
                  </a:lnTo>
                  <a:lnTo>
                    <a:pt x="525382" y="5272697"/>
                  </a:lnTo>
                  <a:lnTo>
                    <a:pt x="525382" y="5272266"/>
                  </a:lnTo>
                  <a:lnTo>
                    <a:pt x="525500" y="5272266"/>
                  </a:lnTo>
                  <a:lnTo>
                    <a:pt x="525618" y="5272266"/>
                  </a:lnTo>
                  <a:lnTo>
                    <a:pt x="525735" y="5272266"/>
                  </a:lnTo>
                  <a:lnTo>
                    <a:pt x="525853" y="5272266"/>
                  </a:lnTo>
                  <a:lnTo>
                    <a:pt x="525970" y="5272266"/>
                  </a:lnTo>
                  <a:lnTo>
                    <a:pt x="525970" y="5271835"/>
                  </a:lnTo>
                  <a:lnTo>
                    <a:pt x="525970" y="5271405"/>
                  </a:lnTo>
                  <a:lnTo>
                    <a:pt x="526088" y="5271405"/>
                  </a:lnTo>
                  <a:lnTo>
                    <a:pt x="526206" y="5271405"/>
                  </a:lnTo>
                  <a:lnTo>
                    <a:pt x="526323" y="5271405"/>
                  </a:lnTo>
                  <a:lnTo>
                    <a:pt x="526323" y="5270974"/>
                  </a:lnTo>
                  <a:lnTo>
                    <a:pt x="526323" y="5270544"/>
                  </a:lnTo>
                  <a:lnTo>
                    <a:pt x="526441" y="5270544"/>
                  </a:lnTo>
                  <a:lnTo>
                    <a:pt x="526559" y="5270544"/>
                  </a:lnTo>
                  <a:lnTo>
                    <a:pt x="526676" y="5270544"/>
                  </a:lnTo>
                  <a:lnTo>
                    <a:pt x="526794" y="5270544"/>
                  </a:lnTo>
                  <a:lnTo>
                    <a:pt x="526911" y="5270544"/>
                  </a:lnTo>
                  <a:lnTo>
                    <a:pt x="526911" y="5270113"/>
                  </a:lnTo>
                  <a:lnTo>
                    <a:pt x="527029" y="5270113"/>
                  </a:lnTo>
                  <a:lnTo>
                    <a:pt x="527147" y="5270113"/>
                  </a:lnTo>
                  <a:lnTo>
                    <a:pt x="527264" y="5270113"/>
                  </a:lnTo>
                  <a:lnTo>
                    <a:pt x="527382" y="5270113"/>
                  </a:lnTo>
                  <a:lnTo>
                    <a:pt x="527382" y="5269682"/>
                  </a:lnTo>
                  <a:lnTo>
                    <a:pt x="527499" y="5269682"/>
                  </a:lnTo>
                  <a:lnTo>
                    <a:pt x="527499" y="5269252"/>
                  </a:lnTo>
                  <a:lnTo>
                    <a:pt x="527499" y="5268821"/>
                  </a:lnTo>
                  <a:lnTo>
                    <a:pt x="527617" y="5268821"/>
                  </a:lnTo>
                  <a:lnTo>
                    <a:pt x="527617" y="5268391"/>
                  </a:lnTo>
                  <a:lnTo>
                    <a:pt x="527735" y="5268391"/>
                  </a:lnTo>
                  <a:lnTo>
                    <a:pt x="527852" y="5268391"/>
                  </a:lnTo>
                  <a:lnTo>
                    <a:pt x="527970" y="5268391"/>
                  </a:lnTo>
                  <a:lnTo>
                    <a:pt x="527970" y="5267960"/>
                  </a:lnTo>
                  <a:lnTo>
                    <a:pt x="528088" y="5267960"/>
                  </a:lnTo>
                  <a:lnTo>
                    <a:pt x="528205" y="5267960"/>
                  </a:lnTo>
                  <a:lnTo>
                    <a:pt x="528323" y="5267960"/>
                  </a:lnTo>
                  <a:lnTo>
                    <a:pt x="528323" y="5267529"/>
                  </a:lnTo>
                  <a:lnTo>
                    <a:pt x="528440" y="5267529"/>
                  </a:lnTo>
                  <a:lnTo>
                    <a:pt x="528440" y="5267099"/>
                  </a:lnTo>
                  <a:lnTo>
                    <a:pt x="528558" y="5267099"/>
                  </a:lnTo>
                  <a:lnTo>
                    <a:pt x="528676" y="5267099"/>
                  </a:lnTo>
                  <a:lnTo>
                    <a:pt x="528793" y="5267099"/>
                  </a:lnTo>
                  <a:lnTo>
                    <a:pt x="528793" y="5266668"/>
                  </a:lnTo>
                  <a:lnTo>
                    <a:pt x="528911" y="5266668"/>
                  </a:lnTo>
                  <a:lnTo>
                    <a:pt x="528911" y="5266238"/>
                  </a:lnTo>
                  <a:lnTo>
                    <a:pt x="529028" y="5266238"/>
                  </a:lnTo>
                  <a:lnTo>
                    <a:pt x="529146" y="5266238"/>
                  </a:lnTo>
                  <a:lnTo>
                    <a:pt x="529264" y="5266238"/>
                  </a:lnTo>
                  <a:lnTo>
                    <a:pt x="529381" y="5266238"/>
                  </a:lnTo>
                  <a:lnTo>
                    <a:pt x="529381" y="5265807"/>
                  </a:lnTo>
                  <a:lnTo>
                    <a:pt x="529381" y="5265376"/>
                  </a:lnTo>
                  <a:lnTo>
                    <a:pt x="529381" y="5264946"/>
                  </a:lnTo>
                  <a:lnTo>
                    <a:pt x="529381" y="5264515"/>
                  </a:lnTo>
                  <a:lnTo>
                    <a:pt x="529499" y="5264515"/>
                  </a:lnTo>
                  <a:lnTo>
                    <a:pt x="529499" y="5264085"/>
                  </a:lnTo>
                  <a:lnTo>
                    <a:pt x="529617" y="5264085"/>
                  </a:lnTo>
                  <a:lnTo>
                    <a:pt x="529617" y="5263654"/>
                  </a:lnTo>
                  <a:lnTo>
                    <a:pt x="529734" y="5263654"/>
                  </a:lnTo>
                  <a:lnTo>
                    <a:pt x="529734" y="5263223"/>
                  </a:lnTo>
                  <a:lnTo>
                    <a:pt x="529734" y="5262793"/>
                  </a:lnTo>
                  <a:lnTo>
                    <a:pt x="529734" y="5262362"/>
                  </a:lnTo>
                  <a:lnTo>
                    <a:pt x="529734" y="5261932"/>
                  </a:lnTo>
                  <a:lnTo>
                    <a:pt x="529852" y="5261932"/>
                  </a:lnTo>
                  <a:lnTo>
                    <a:pt x="529852" y="5261501"/>
                  </a:lnTo>
                  <a:lnTo>
                    <a:pt x="529852" y="5261070"/>
                  </a:lnTo>
                  <a:lnTo>
                    <a:pt x="529852" y="5260640"/>
                  </a:lnTo>
                  <a:lnTo>
                    <a:pt x="529969" y="5260640"/>
                  </a:lnTo>
                  <a:lnTo>
                    <a:pt x="530087" y="5260640"/>
                  </a:lnTo>
                  <a:lnTo>
                    <a:pt x="530205" y="5260640"/>
                  </a:lnTo>
                  <a:lnTo>
                    <a:pt x="530322" y="5260640"/>
                  </a:lnTo>
                  <a:lnTo>
                    <a:pt x="530322" y="5260209"/>
                  </a:lnTo>
                  <a:lnTo>
                    <a:pt x="530440" y="5260209"/>
                  </a:lnTo>
                  <a:lnTo>
                    <a:pt x="530557" y="5260209"/>
                  </a:lnTo>
                  <a:lnTo>
                    <a:pt x="530675" y="5260209"/>
                  </a:lnTo>
                  <a:lnTo>
                    <a:pt x="530793" y="5260209"/>
                  </a:lnTo>
                  <a:lnTo>
                    <a:pt x="530910" y="5260209"/>
                  </a:lnTo>
                  <a:lnTo>
                    <a:pt x="530910" y="5259779"/>
                  </a:lnTo>
                  <a:lnTo>
                    <a:pt x="530910" y="5259348"/>
                  </a:lnTo>
                  <a:lnTo>
                    <a:pt x="531028" y="5259348"/>
                  </a:lnTo>
                  <a:lnTo>
                    <a:pt x="531146" y="5259348"/>
                  </a:lnTo>
                  <a:lnTo>
                    <a:pt x="531146" y="5258917"/>
                  </a:lnTo>
                  <a:lnTo>
                    <a:pt x="531146" y="5258487"/>
                  </a:lnTo>
                  <a:lnTo>
                    <a:pt x="531263" y="5258487"/>
                  </a:lnTo>
                  <a:lnTo>
                    <a:pt x="531381" y="5258487"/>
                  </a:lnTo>
                  <a:lnTo>
                    <a:pt x="531498" y="5258487"/>
                  </a:lnTo>
                  <a:lnTo>
                    <a:pt x="531616" y="5258487"/>
                  </a:lnTo>
                  <a:lnTo>
                    <a:pt x="531616" y="5258056"/>
                  </a:lnTo>
                  <a:lnTo>
                    <a:pt x="531616" y="5257626"/>
                  </a:lnTo>
                  <a:lnTo>
                    <a:pt x="531734" y="5257626"/>
                  </a:lnTo>
                  <a:lnTo>
                    <a:pt x="531734" y="5257195"/>
                  </a:lnTo>
                  <a:lnTo>
                    <a:pt x="531851" y="5257195"/>
                  </a:lnTo>
                  <a:lnTo>
                    <a:pt x="531969" y="5257195"/>
                  </a:lnTo>
                  <a:lnTo>
                    <a:pt x="531969" y="5256764"/>
                  </a:lnTo>
                  <a:lnTo>
                    <a:pt x="532086" y="5256764"/>
                  </a:lnTo>
                  <a:lnTo>
                    <a:pt x="532204" y="5256764"/>
                  </a:lnTo>
                  <a:lnTo>
                    <a:pt x="532322" y="5256764"/>
                  </a:lnTo>
                  <a:lnTo>
                    <a:pt x="532322" y="5256334"/>
                  </a:lnTo>
                  <a:lnTo>
                    <a:pt x="532439" y="5256334"/>
                  </a:lnTo>
                  <a:lnTo>
                    <a:pt x="532439" y="5255903"/>
                  </a:lnTo>
                  <a:lnTo>
                    <a:pt x="532557" y="5255903"/>
                  </a:lnTo>
                  <a:lnTo>
                    <a:pt x="532675" y="5255903"/>
                  </a:lnTo>
                  <a:lnTo>
                    <a:pt x="532792" y="5255903"/>
                  </a:lnTo>
                  <a:lnTo>
                    <a:pt x="532792" y="5255473"/>
                  </a:lnTo>
                  <a:lnTo>
                    <a:pt x="532792" y="5255042"/>
                  </a:lnTo>
                  <a:lnTo>
                    <a:pt x="532910" y="5255042"/>
                  </a:lnTo>
                  <a:lnTo>
                    <a:pt x="533027" y="5255042"/>
                  </a:lnTo>
                  <a:lnTo>
                    <a:pt x="533027" y="5254611"/>
                  </a:lnTo>
                  <a:lnTo>
                    <a:pt x="533027" y="5254181"/>
                  </a:lnTo>
                  <a:lnTo>
                    <a:pt x="533027" y="5253750"/>
                  </a:lnTo>
                  <a:lnTo>
                    <a:pt x="533145" y="5253750"/>
                  </a:lnTo>
                  <a:lnTo>
                    <a:pt x="533263" y="5253750"/>
                  </a:lnTo>
                  <a:lnTo>
                    <a:pt x="533380" y="5253750"/>
                  </a:lnTo>
                  <a:lnTo>
                    <a:pt x="533498" y="5253750"/>
                  </a:lnTo>
                  <a:lnTo>
                    <a:pt x="533615" y="5253750"/>
                  </a:lnTo>
                  <a:lnTo>
                    <a:pt x="533615" y="5253320"/>
                  </a:lnTo>
                  <a:lnTo>
                    <a:pt x="533615" y="5252889"/>
                  </a:lnTo>
                  <a:lnTo>
                    <a:pt x="533733" y="5252889"/>
                  </a:lnTo>
                  <a:lnTo>
                    <a:pt x="533733" y="5252458"/>
                  </a:lnTo>
                  <a:lnTo>
                    <a:pt x="533733" y="5252028"/>
                  </a:lnTo>
                  <a:lnTo>
                    <a:pt x="533851" y="5252028"/>
                  </a:lnTo>
                  <a:lnTo>
                    <a:pt x="533968" y="5252028"/>
                  </a:lnTo>
                  <a:lnTo>
                    <a:pt x="533968" y="5251597"/>
                  </a:lnTo>
                  <a:lnTo>
                    <a:pt x="533968" y="5251167"/>
                  </a:lnTo>
                  <a:lnTo>
                    <a:pt x="533968" y="5250736"/>
                  </a:lnTo>
                  <a:lnTo>
                    <a:pt x="533968" y="5250305"/>
                  </a:lnTo>
                  <a:lnTo>
                    <a:pt x="534086" y="5250305"/>
                  </a:lnTo>
                  <a:lnTo>
                    <a:pt x="534086" y="5249875"/>
                  </a:lnTo>
                  <a:lnTo>
                    <a:pt x="534203" y="5249875"/>
                  </a:lnTo>
                  <a:lnTo>
                    <a:pt x="534321" y="5249875"/>
                  </a:lnTo>
                  <a:lnTo>
                    <a:pt x="534439" y="5249875"/>
                  </a:lnTo>
                  <a:lnTo>
                    <a:pt x="534556" y="5249875"/>
                  </a:lnTo>
                  <a:lnTo>
                    <a:pt x="534674" y="5249875"/>
                  </a:lnTo>
                  <a:lnTo>
                    <a:pt x="534792" y="5249875"/>
                  </a:lnTo>
                  <a:lnTo>
                    <a:pt x="534792" y="5249444"/>
                  </a:lnTo>
                  <a:lnTo>
                    <a:pt x="534909" y="5249444"/>
                  </a:lnTo>
                  <a:lnTo>
                    <a:pt x="534909" y="5249014"/>
                  </a:lnTo>
                  <a:lnTo>
                    <a:pt x="535027" y="5249014"/>
                  </a:lnTo>
                  <a:lnTo>
                    <a:pt x="535144" y="5249014"/>
                  </a:lnTo>
                  <a:lnTo>
                    <a:pt x="535262" y="5249014"/>
                  </a:lnTo>
                  <a:lnTo>
                    <a:pt x="535262" y="5248583"/>
                  </a:lnTo>
                  <a:lnTo>
                    <a:pt x="535380" y="5248583"/>
                  </a:lnTo>
                  <a:lnTo>
                    <a:pt x="535380" y="5248152"/>
                  </a:lnTo>
                  <a:lnTo>
                    <a:pt x="535497" y="5248152"/>
                  </a:lnTo>
                  <a:lnTo>
                    <a:pt x="535615" y="5248152"/>
                  </a:lnTo>
                  <a:lnTo>
                    <a:pt x="535732" y="5248152"/>
                  </a:lnTo>
                  <a:lnTo>
                    <a:pt x="535850" y="5248152"/>
                  </a:lnTo>
                  <a:lnTo>
                    <a:pt x="535850" y="5247722"/>
                  </a:lnTo>
                  <a:lnTo>
                    <a:pt x="535968" y="5247722"/>
                  </a:lnTo>
                  <a:lnTo>
                    <a:pt x="536085" y="5247722"/>
                  </a:lnTo>
                  <a:lnTo>
                    <a:pt x="536085" y="5247291"/>
                  </a:lnTo>
                  <a:lnTo>
                    <a:pt x="536203" y="5247291"/>
                  </a:lnTo>
                  <a:lnTo>
                    <a:pt x="536321" y="5247291"/>
                  </a:lnTo>
                  <a:lnTo>
                    <a:pt x="536321" y="5246861"/>
                  </a:lnTo>
                  <a:lnTo>
                    <a:pt x="536438" y="5246861"/>
                  </a:lnTo>
                  <a:lnTo>
                    <a:pt x="536556" y="5246861"/>
                  </a:lnTo>
                  <a:lnTo>
                    <a:pt x="536556" y="5246430"/>
                  </a:lnTo>
                  <a:lnTo>
                    <a:pt x="536673" y="5246430"/>
                  </a:lnTo>
                  <a:lnTo>
                    <a:pt x="536791" y="5246430"/>
                  </a:lnTo>
                  <a:lnTo>
                    <a:pt x="536791" y="5245999"/>
                  </a:lnTo>
                  <a:lnTo>
                    <a:pt x="536791" y="5245569"/>
                  </a:lnTo>
                  <a:lnTo>
                    <a:pt x="536909" y="5245569"/>
                  </a:lnTo>
                  <a:lnTo>
                    <a:pt x="537026" y="5245569"/>
                  </a:lnTo>
                  <a:lnTo>
                    <a:pt x="537026" y="5245138"/>
                  </a:lnTo>
                  <a:lnTo>
                    <a:pt x="537144" y="5245138"/>
                  </a:lnTo>
                  <a:lnTo>
                    <a:pt x="537144" y="5244708"/>
                  </a:lnTo>
                  <a:lnTo>
                    <a:pt x="537261" y="5244708"/>
                  </a:lnTo>
                  <a:lnTo>
                    <a:pt x="537261" y="5244277"/>
                  </a:lnTo>
                  <a:lnTo>
                    <a:pt x="537379" y="5244277"/>
                  </a:lnTo>
                  <a:lnTo>
                    <a:pt x="537497" y="5244277"/>
                  </a:lnTo>
                  <a:lnTo>
                    <a:pt x="537497" y="5243846"/>
                  </a:lnTo>
                  <a:lnTo>
                    <a:pt x="537497" y="5243416"/>
                  </a:lnTo>
                  <a:lnTo>
                    <a:pt x="537497" y="5242985"/>
                  </a:lnTo>
                  <a:lnTo>
                    <a:pt x="537497" y="5242555"/>
                  </a:lnTo>
                  <a:lnTo>
                    <a:pt x="537614" y="5242555"/>
                  </a:lnTo>
                  <a:lnTo>
                    <a:pt x="537614" y="5242124"/>
                  </a:lnTo>
                  <a:lnTo>
                    <a:pt x="537732" y="5242124"/>
                  </a:lnTo>
                  <a:lnTo>
                    <a:pt x="537850" y="5242124"/>
                  </a:lnTo>
                  <a:lnTo>
                    <a:pt x="537850" y="5241693"/>
                  </a:lnTo>
                  <a:lnTo>
                    <a:pt x="537967" y="5241693"/>
                  </a:lnTo>
                  <a:lnTo>
                    <a:pt x="537967" y="5241263"/>
                  </a:lnTo>
                  <a:lnTo>
                    <a:pt x="537967" y="5240832"/>
                  </a:lnTo>
                  <a:lnTo>
                    <a:pt x="538085" y="5240832"/>
                  </a:lnTo>
                  <a:lnTo>
                    <a:pt x="538202" y="5240832"/>
                  </a:lnTo>
                  <a:lnTo>
                    <a:pt x="538320" y="5240832"/>
                  </a:lnTo>
                  <a:lnTo>
                    <a:pt x="538438" y="5240832"/>
                  </a:lnTo>
                  <a:lnTo>
                    <a:pt x="538555" y="5240832"/>
                  </a:lnTo>
                  <a:lnTo>
                    <a:pt x="538673" y="5240832"/>
                  </a:lnTo>
                  <a:lnTo>
                    <a:pt x="538790" y="5240832"/>
                  </a:lnTo>
                  <a:lnTo>
                    <a:pt x="538790" y="5240402"/>
                  </a:lnTo>
                  <a:lnTo>
                    <a:pt x="538908" y="5240402"/>
                  </a:lnTo>
                  <a:lnTo>
                    <a:pt x="538908" y="5239971"/>
                  </a:lnTo>
                  <a:lnTo>
                    <a:pt x="538908" y="5239540"/>
                  </a:lnTo>
                  <a:lnTo>
                    <a:pt x="539026" y="5239540"/>
                  </a:lnTo>
                  <a:lnTo>
                    <a:pt x="539026" y="5239110"/>
                  </a:lnTo>
                  <a:lnTo>
                    <a:pt x="539026" y="5238679"/>
                  </a:lnTo>
                  <a:lnTo>
                    <a:pt x="539143" y="5238679"/>
                  </a:lnTo>
                  <a:lnTo>
                    <a:pt x="539261" y="5238679"/>
                  </a:lnTo>
                  <a:lnTo>
                    <a:pt x="539379" y="5238679"/>
                  </a:lnTo>
                  <a:lnTo>
                    <a:pt x="539496" y="5238679"/>
                  </a:lnTo>
                  <a:lnTo>
                    <a:pt x="539614" y="5238679"/>
                  </a:lnTo>
                  <a:lnTo>
                    <a:pt x="539731" y="5238679"/>
                  </a:lnTo>
                  <a:lnTo>
                    <a:pt x="539849" y="5238679"/>
                  </a:lnTo>
                  <a:lnTo>
                    <a:pt x="539967" y="5238679"/>
                  </a:lnTo>
                  <a:lnTo>
                    <a:pt x="540084" y="5238679"/>
                  </a:lnTo>
                  <a:lnTo>
                    <a:pt x="540084" y="5238249"/>
                  </a:lnTo>
                  <a:lnTo>
                    <a:pt x="540202" y="5238249"/>
                  </a:lnTo>
                  <a:lnTo>
                    <a:pt x="540202" y="5237818"/>
                  </a:lnTo>
                  <a:lnTo>
                    <a:pt x="540319" y="5237818"/>
                  </a:lnTo>
                  <a:lnTo>
                    <a:pt x="540319" y="5237387"/>
                  </a:lnTo>
                  <a:lnTo>
                    <a:pt x="540319" y="5236957"/>
                  </a:lnTo>
                  <a:lnTo>
                    <a:pt x="540437" y="5236957"/>
                  </a:lnTo>
                  <a:lnTo>
                    <a:pt x="540555" y="5236957"/>
                  </a:lnTo>
                  <a:lnTo>
                    <a:pt x="540555" y="5236526"/>
                  </a:lnTo>
                  <a:lnTo>
                    <a:pt x="540672" y="5236526"/>
                  </a:lnTo>
                  <a:lnTo>
                    <a:pt x="540672" y="5236096"/>
                  </a:lnTo>
                  <a:lnTo>
                    <a:pt x="540790" y="5236096"/>
                  </a:lnTo>
                  <a:lnTo>
                    <a:pt x="540908" y="5236096"/>
                  </a:lnTo>
                  <a:lnTo>
                    <a:pt x="541025" y="5236096"/>
                  </a:lnTo>
                  <a:lnTo>
                    <a:pt x="541025" y="5235665"/>
                  </a:lnTo>
                  <a:lnTo>
                    <a:pt x="541025" y="5235234"/>
                  </a:lnTo>
                  <a:lnTo>
                    <a:pt x="541025" y="5234804"/>
                  </a:lnTo>
                  <a:lnTo>
                    <a:pt x="541025" y="5234373"/>
                  </a:lnTo>
                  <a:lnTo>
                    <a:pt x="541143" y="5234373"/>
                  </a:lnTo>
                  <a:lnTo>
                    <a:pt x="541143" y="5233943"/>
                  </a:lnTo>
                  <a:lnTo>
                    <a:pt x="541260" y="5233943"/>
                  </a:lnTo>
                  <a:lnTo>
                    <a:pt x="541378" y="5233943"/>
                  </a:lnTo>
                  <a:lnTo>
                    <a:pt x="541496" y="5233943"/>
                  </a:lnTo>
                  <a:lnTo>
                    <a:pt x="541613" y="5233943"/>
                  </a:lnTo>
                  <a:lnTo>
                    <a:pt x="541731" y="5233943"/>
                  </a:lnTo>
                  <a:lnTo>
                    <a:pt x="541731" y="5233512"/>
                  </a:lnTo>
                  <a:lnTo>
                    <a:pt x="541848" y="5233512"/>
                  </a:lnTo>
                  <a:lnTo>
                    <a:pt x="541848" y="5233081"/>
                  </a:lnTo>
                  <a:lnTo>
                    <a:pt x="541966" y="5233081"/>
                  </a:lnTo>
                  <a:lnTo>
                    <a:pt x="542084" y="5233081"/>
                  </a:lnTo>
                  <a:lnTo>
                    <a:pt x="542201" y="5233081"/>
                  </a:lnTo>
                  <a:lnTo>
                    <a:pt x="542201" y="5232651"/>
                  </a:lnTo>
                  <a:lnTo>
                    <a:pt x="542319" y="5232651"/>
                  </a:lnTo>
                  <a:lnTo>
                    <a:pt x="542436" y="5232651"/>
                  </a:lnTo>
                  <a:lnTo>
                    <a:pt x="542554" y="5232651"/>
                  </a:lnTo>
                  <a:lnTo>
                    <a:pt x="542554" y="5232220"/>
                  </a:lnTo>
                  <a:lnTo>
                    <a:pt x="542554" y="5231790"/>
                  </a:lnTo>
                  <a:lnTo>
                    <a:pt x="542554" y="5231359"/>
                  </a:lnTo>
                  <a:lnTo>
                    <a:pt x="542554" y="5230928"/>
                  </a:lnTo>
                  <a:lnTo>
                    <a:pt x="542672" y="5230928"/>
                  </a:lnTo>
                  <a:lnTo>
                    <a:pt x="542789" y="5230928"/>
                  </a:lnTo>
                  <a:lnTo>
                    <a:pt x="542789" y="5230498"/>
                  </a:lnTo>
                  <a:lnTo>
                    <a:pt x="542789" y="5230067"/>
                  </a:lnTo>
                  <a:lnTo>
                    <a:pt x="542907" y="5230067"/>
                  </a:lnTo>
                  <a:lnTo>
                    <a:pt x="543025" y="5230067"/>
                  </a:lnTo>
                  <a:lnTo>
                    <a:pt x="543142" y="5230067"/>
                  </a:lnTo>
                  <a:lnTo>
                    <a:pt x="543260" y="5230067"/>
                  </a:lnTo>
                  <a:lnTo>
                    <a:pt x="543377" y="5230067"/>
                  </a:lnTo>
                  <a:lnTo>
                    <a:pt x="543377" y="5229637"/>
                  </a:lnTo>
                  <a:lnTo>
                    <a:pt x="543495" y="5229637"/>
                  </a:lnTo>
                  <a:lnTo>
                    <a:pt x="543495" y="5229206"/>
                  </a:lnTo>
                  <a:lnTo>
                    <a:pt x="543613" y="5229206"/>
                  </a:lnTo>
                  <a:lnTo>
                    <a:pt x="543730" y="5229206"/>
                  </a:lnTo>
                  <a:lnTo>
                    <a:pt x="543848" y="5229206"/>
                  </a:lnTo>
                  <a:lnTo>
                    <a:pt x="543848" y="5228775"/>
                  </a:lnTo>
                  <a:lnTo>
                    <a:pt x="543965" y="5228775"/>
                  </a:lnTo>
                  <a:lnTo>
                    <a:pt x="544083" y="5228775"/>
                  </a:lnTo>
                  <a:lnTo>
                    <a:pt x="544083" y="5228345"/>
                  </a:lnTo>
                  <a:lnTo>
                    <a:pt x="544201" y="5228345"/>
                  </a:lnTo>
                  <a:lnTo>
                    <a:pt x="544318" y="5228345"/>
                  </a:lnTo>
                  <a:lnTo>
                    <a:pt x="544436" y="5228345"/>
                  </a:lnTo>
                  <a:lnTo>
                    <a:pt x="544436" y="5227914"/>
                  </a:lnTo>
                  <a:lnTo>
                    <a:pt x="544554" y="5227914"/>
                  </a:lnTo>
                  <a:lnTo>
                    <a:pt x="544554" y="5227484"/>
                  </a:lnTo>
                  <a:lnTo>
                    <a:pt x="544554" y="5227053"/>
                  </a:lnTo>
                  <a:lnTo>
                    <a:pt x="544671" y="5227053"/>
                  </a:lnTo>
                  <a:lnTo>
                    <a:pt x="544671" y="5226622"/>
                  </a:lnTo>
                  <a:lnTo>
                    <a:pt x="544789" y="5226622"/>
                  </a:lnTo>
                  <a:lnTo>
                    <a:pt x="544906" y="5226622"/>
                  </a:lnTo>
                  <a:lnTo>
                    <a:pt x="544906" y="5226192"/>
                  </a:lnTo>
                  <a:lnTo>
                    <a:pt x="545024" y="5226192"/>
                  </a:lnTo>
                  <a:lnTo>
                    <a:pt x="545024" y="5225761"/>
                  </a:lnTo>
                  <a:lnTo>
                    <a:pt x="545024" y="5225331"/>
                  </a:lnTo>
                  <a:lnTo>
                    <a:pt x="545024" y="5224900"/>
                  </a:lnTo>
                  <a:lnTo>
                    <a:pt x="545142" y="5224900"/>
                  </a:lnTo>
                  <a:lnTo>
                    <a:pt x="545259" y="5224900"/>
                  </a:lnTo>
                  <a:lnTo>
                    <a:pt x="545377" y="5224900"/>
                  </a:lnTo>
                  <a:lnTo>
                    <a:pt x="545494" y="5224900"/>
                  </a:lnTo>
                  <a:lnTo>
                    <a:pt x="545612" y="5224900"/>
                  </a:lnTo>
                  <a:lnTo>
                    <a:pt x="545730" y="5224900"/>
                  </a:lnTo>
                  <a:lnTo>
                    <a:pt x="545730" y="5224469"/>
                  </a:lnTo>
                  <a:lnTo>
                    <a:pt x="545847" y="5224469"/>
                  </a:lnTo>
                  <a:lnTo>
                    <a:pt x="545965" y="5224469"/>
                  </a:lnTo>
                  <a:lnTo>
                    <a:pt x="545965" y="5224039"/>
                  </a:lnTo>
                  <a:lnTo>
                    <a:pt x="545965" y="5223608"/>
                  </a:lnTo>
                  <a:lnTo>
                    <a:pt x="546083" y="5223608"/>
                  </a:lnTo>
                  <a:lnTo>
                    <a:pt x="546083" y="5223178"/>
                  </a:lnTo>
                  <a:lnTo>
                    <a:pt x="546083" y="5222747"/>
                  </a:lnTo>
                  <a:lnTo>
                    <a:pt x="546200" y="5222747"/>
                  </a:lnTo>
                  <a:lnTo>
                    <a:pt x="546200" y="5222316"/>
                  </a:lnTo>
                  <a:lnTo>
                    <a:pt x="546200" y="5221886"/>
                  </a:lnTo>
                  <a:lnTo>
                    <a:pt x="546318" y="5221886"/>
                  </a:lnTo>
                  <a:lnTo>
                    <a:pt x="546435" y="5221886"/>
                  </a:lnTo>
                  <a:lnTo>
                    <a:pt x="546435" y="5221455"/>
                  </a:lnTo>
                  <a:lnTo>
                    <a:pt x="546553" y="5221455"/>
                  </a:lnTo>
                  <a:lnTo>
                    <a:pt x="546671" y="5221455"/>
                  </a:lnTo>
                  <a:lnTo>
                    <a:pt x="546671" y="5221025"/>
                  </a:lnTo>
                  <a:lnTo>
                    <a:pt x="546788" y="5221025"/>
                  </a:lnTo>
                  <a:lnTo>
                    <a:pt x="546906" y="5221025"/>
                  </a:lnTo>
                  <a:lnTo>
                    <a:pt x="547023" y="5221025"/>
                  </a:lnTo>
                  <a:lnTo>
                    <a:pt x="547141" y="5221025"/>
                  </a:lnTo>
                  <a:lnTo>
                    <a:pt x="547141" y="5220594"/>
                  </a:lnTo>
                  <a:lnTo>
                    <a:pt x="547141" y="5220163"/>
                  </a:lnTo>
                  <a:lnTo>
                    <a:pt x="547259" y="5220163"/>
                  </a:lnTo>
                  <a:lnTo>
                    <a:pt x="547376" y="5220163"/>
                  </a:lnTo>
                  <a:lnTo>
                    <a:pt x="547494" y="5220163"/>
                  </a:lnTo>
                  <a:lnTo>
                    <a:pt x="547494" y="5219733"/>
                  </a:lnTo>
                  <a:lnTo>
                    <a:pt x="547494" y="5219302"/>
                  </a:lnTo>
                  <a:lnTo>
                    <a:pt x="547612" y="5219302"/>
                  </a:lnTo>
                  <a:lnTo>
                    <a:pt x="547612" y="5218872"/>
                  </a:lnTo>
                  <a:lnTo>
                    <a:pt x="547729" y="5218872"/>
                  </a:lnTo>
                  <a:lnTo>
                    <a:pt x="547847" y="5218872"/>
                  </a:lnTo>
                  <a:lnTo>
                    <a:pt x="547964" y="5218872"/>
                  </a:lnTo>
                  <a:lnTo>
                    <a:pt x="548082" y="5218872"/>
                  </a:lnTo>
                  <a:lnTo>
                    <a:pt x="548082" y="5218441"/>
                  </a:lnTo>
                  <a:lnTo>
                    <a:pt x="548200" y="5218441"/>
                  </a:lnTo>
                  <a:lnTo>
                    <a:pt x="548317" y="5218441"/>
                  </a:lnTo>
                  <a:lnTo>
                    <a:pt x="548435" y="5218441"/>
                  </a:lnTo>
                  <a:lnTo>
                    <a:pt x="548552" y="5218441"/>
                  </a:lnTo>
                  <a:lnTo>
                    <a:pt x="548670" y="5218441"/>
                  </a:lnTo>
                  <a:lnTo>
                    <a:pt x="548788" y="5218441"/>
                  </a:lnTo>
                  <a:lnTo>
                    <a:pt x="548788" y="5218010"/>
                  </a:lnTo>
                  <a:lnTo>
                    <a:pt x="548905" y="5218010"/>
                  </a:lnTo>
                  <a:lnTo>
                    <a:pt x="548905" y="5217580"/>
                  </a:lnTo>
                  <a:lnTo>
                    <a:pt x="548905" y="5217149"/>
                  </a:lnTo>
                  <a:lnTo>
                    <a:pt x="549023" y="5217149"/>
                  </a:lnTo>
                  <a:lnTo>
                    <a:pt x="549141" y="5217149"/>
                  </a:lnTo>
                  <a:lnTo>
                    <a:pt x="549258" y="5217149"/>
                  </a:lnTo>
                  <a:lnTo>
                    <a:pt x="549376" y="5217149"/>
                  </a:lnTo>
                  <a:lnTo>
                    <a:pt x="549376" y="5216719"/>
                  </a:lnTo>
                  <a:lnTo>
                    <a:pt x="549376" y="5216288"/>
                  </a:lnTo>
                  <a:lnTo>
                    <a:pt x="549493" y="5216288"/>
                  </a:lnTo>
                  <a:lnTo>
                    <a:pt x="549611" y="5216288"/>
                  </a:lnTo>
                  <a:lnTo>
                    <a:pt x="549611" y="5215857"/>
                  </a:lnTo>
                  <a:lnTo>
                    <a:pt x="549729" y="5215857"/>
                  </a:lnTo>
                  <a:lnTo>
                    <a:pt x="549729" y="5215427"/>
                  </a:lnTo>
                  <a:lnTo>
                    <a:pt x="549846" y="5215427"/>
                  </a:lnTo>
                  <a:lnTo>
                    <a:pt x="549846" y="5214996"/>
                  </a:lnTo>
                  <a:lnTo>
                    <a:pt x="549846" y="5214566"/>
                  </a:lnTo>
                  <a:lnTo>
                    <a:pt x="549964" y="5214566"/>
                  </a:lnTo>
                  <a:lnTo>
                    <a:pt x="549964" y="5214135"/>
                  </a:lnTo>
                  <a:lnTo>
                    <a:pt x="549964" y="5213704"/>
                  </a:lnTo>
                  <a:lnTo>
                    <a:pt x="549964" y="5213274"/>
                  </a:lnTo>
                  <a:lnTo>
                    <a:pt x="550081" y="5213274"/>
                  </a:lnTo>
                  <a:lnTo>
                    <a:pt x="550199" y="5213274"/>
                  </a:lnTo>
                  <a:lnTo>
                    <a:pt x="550317" y="5213274"/>
                  </a:lnTo>
                  <a:lnTo>
                    <a:pt x="550317" y="5212843"/>
                  </a:lnTo>
                  <a:lnTo>
                    <a:pt x="550434" y="5212843"/>
                  </a:lnTo>
                  <a:lnTo>
                    <a:pt x="550552" y="5212843"/>
                  </a:lnTo>
                  <a:lnTo>
                    <a:pt x="550552" y="5212413"/>
                  </a:lnTo>
                  <a:lnTo>
                    <a:pt x="550552" y="5211982"/>
                  </a:lnTo>
                  <a:lnTo>
                    <a:pt x="550669" y="5211982"/>
                  </a:lnTo>
                  <a:lnTo>
                    <a:pt x="550669" y="5211551"/>
                  </a:lnTo>
                  <a:lnTo>
                    <a:pt x="550787" y="5211551"/>
                  </a:lnTo>
                  <a:lnTo>
                    <a:pt x="550905" y="5211551"/>
                  </a:lnTo>
                  <a:lnTo>
                    <a:pt x="551022" y="5211551"/>
                  </a:lnTo>
                  <a:lnTo>
                    <a:pt x="551022" y="5211121"/>
                  </a:lnTo>
                  <a:lnTo>
                    <a:pt x="551140" y="5211121"/>
                  </a:lnTo>
                  <a:lnTo>
                    <a:pt x="551140" y="5210690"/>
                  </a:lnTo>
                  <a:lnTo>
                    <a:pt x="551140" y="5210260"/>
                  </a:lnTo>
                  <a:lnTo>
                    <a:pt x="551258" y="5210260"/>
                  </a:lnTo>
                  <a:lnTo>
                    <a:pt x="551258" y="5209829"/>
                  </a:lnTo>
                  <a:lnTo>
                    <a:pt x="551375" y="5209829"/>
                  </a:lnTo>
                  <a:lnTo>
                    <a:pt x="551375" y="5209398"/>
                  </a:lnTo>
                  <a:lnTo>
                    <a:pt x="551493" y="5209398"/>
                  </a:lnTo>
                  <a:lnTo>
                    <a:pt x="551610" y="5209398"/>
                  </a:lnTo>
                  <a:lnTo>
                    <a:pt x="551728" y="5209398"/>
                  </a:lnTo>
                  <a:lnTo>
                    <a:pt x="551728" y="5208968"/>
                  </a:lnTo>
                  <a:lnTo>
                    <a:pt x="551846" y="5208968"/>
                  </a:lnTo>
                  <a:lnTo>
                    <a:pt x="551963" y="5208968"/>
                  </a:lnTo>
                  <a:lnTo>
                    <a:pt x="551963" y="5208537"/>
                  </a:lnTo>
                  <a:lnTo>
                    <a:pt x="552081" y="5208537"/>
                  </a:lnTo>
                  <a:lnTo>
                    <a:pt x="552081" y="5208107"/>
                  </a:lnTo>
                  <a:lnTo>
                    <a:pt x="552198" y="5208107"/>
                  </a:lnTo>
                  <a:lnTo>
                    <a:pt x="552316" y="5208107"/>
                  </a:lnTo>
                  <a:lnTo>
                    <a:pt x="552434" y="5208107"/>
                  </a:lnTo>
                  <a:lnTo>
                    <a:pt x="552434" y="5207676"/>
                  </a:lnTo>
                  <a:lnTo>
                    <a:pt x="552551" y="5207676"/>
                  </a:lnTo>
                  <a:lnTo>
                    <a:pt x="552669" y="5207676"/>
                  </a:lnTo>
                  <a:lnTo>
                    <a:pt x="552787" y="5207676"/>
                  </a:lnTo>
                  <a:lnTo>
                    <a:pt x="552904" y="5207676"/>
                  </a:lnTo>
                  <a:lnTo>
                    <a:pt x="553022" y="5207676"/>
                  </a:lnTo>
                  <a:lnTo>
                    <a:pt x="553139" y="5207676"/>
                  </a:lnTo>
                  <a:lnTo>
                    <a:pt x="553257" y="5207676"/>
                  </a:lnTo>
                  <a:lnTo>
                    <a:pt x="553257" y="5207245"/>
                  </a:lnTo>
                  <a:lnTo>
                    <a:pt x="553375" y="5207245"/>
                  </a:lnTo>
                  <a:lnTo>
                    <a:pt x="553492" y="5207245"/>
                  </a:lnTo>
                  <a:lnTo>
                    <a:pt x="553610" y="5207245"/>
                  </a:lnTo>
                  <a:lnTo>
                    <a:pt x="553727" y="5207245"/>
                  </a:lnTo>
                  <a:lnTo>
                    <a:pt x="553845" y="5207245"/>
                  </a:lnTo>
                  <a:lnTo>
                    <a:pt x="553845" y="5206815"/>
                  </a:lnTo>
                  <a:lnTo>
                    <a:pt x="553963" y="5206815"/>
                  </a:lnTo>
                  <a:lnTo>
                    <a:pt x="553963" y="5206384"/>
                  </a:lnTo>
                  <a:lnTo>
                    <a:pt x="554080" y="5206384"/>
                  </a:lnTo>
                  <a:lnTo>
                    <a:pt x="554198" y="5206384"/>
                  </a:lnTo>
                  <a:lnTo>
                    <a:pt x="554316" y="5206384"/>
                  </a:lnTo>
                  <a:lnTo>
                    <a:pt x="554433" y="5206384"/>
                  </a:lnTo>
                  <a:lnTo>
                    <a:pt x="554433" y="5205954"/>
                  </a:lnTo>
                  <a:lnTo>
                    <a:pt x="554551" y="5205954"/>
                  </a:lnTo>
                  <a:lnTo>
                    <a:pt x="554551" y="5205523"/>
                  </a:lnTo>
                  <a:lnTo>
                    <a:pt x="554551" y="5205092"/>
                  </a:lnTo>
                  <a:lnTo>
                    <a:pt x="554668" y="5205092"/>
                  </a:lnTo>
                  <a:lnTo>
                    <a:pt x="554668" y="5204662"/>
                  </a:lnTo>
                  <a:lnTo>
                    <a:pt x="554668" y="5204231"/>
                  </a:lnTo>
                  <a:lnTo>
                    <a:pt x="554786" y="5204231"/>
                  </a:lnTo>
                  <a:lnTo>
                    <a:pt x="554904" y="5204231"/>
                  </a:lnTo>
                  <a:lnTo>
                    <a:pt x="555021" y="5204231"/>
                  </a:lnTo>
                  <a:lnTo>
                    <a:pt x="555139" y="5204231"/>
                  </a:lnTo>
                  <a:lnTo>
                    <a:pt x="555139" y="5203801"/>
                  </a:lnTo>
                  <a:lnTo>
                    <a:pt x="555256" y="5203801"/>
                  </a:lnTo>
                  <a:lnTo>
                    <a:pt x="555256" y="5203370"/>
                  </a:lnTo>
                  <a:lnTo>
                    <a:pt x="555374" y="5203370"/>
                  </a:lnTo>
                  <a:lnTo>
                    <a:pt x="555492" y="5203370"/>
                  </a:lnTo>
                  <a:lnTo>
                    <a:pt x="555492" y="5202939"/>
                  </a:lnTo>
                  <a:lnTo>
                    <a:pt x="555492" y="5202509"/>
                  </a:lnTo>
                  <a:lnTo>
                    <a:pt x="555609" y="5202509"/>
                  </a:lnTo>
                  <a:lnTo>
                    <a:pt x="555727" y="5202509"/>
                  </a:lnTo>
                  <a:lnTo>
                    <a:pt x="555845" y="5202509"/>
                  </a:lnTo>
                  <a:lnTo>
                    <a:pt x="555962" y="5202509"/>
                  </a:lnTo>
                  <a:lnTo>
                    <a:pt x="556080" y="5202509"/>
                  </a:lnTo>
                  <a:lnTo>
                    <a:pt x="556197" y="5202509"/>
                  </a:lnTo>
                  <a:lnTo>
                    <a:pt x="556315" y="5202509"/>
                  </a:lnTo>
                  <a:lnTo>
                    <a:pt x="556315" y="5202078"/>
                  </a:lnTo>
                  <a:lnTo>
                    <a:pt x="556315" y="5201648"/>
                  </a:lnTo>
                  <a:lnTo>
                    <a:pt x="556433" y="5201648"/>
                  </a:lnTo>
                  <a:lnTo>
                    <a:pt x="556433" y="5201217"/>
                  </a:lnTo>
                  <a:lnTo>
                    <a:pt x="556550" y="5201217"/>
                  </a:lnTo>
                  <a:lnTo>
                    <a:pt x="556668" y="5201217"/>
                  </a:lnTo>
                  <a:lnTo>
                    <a:pt x="556785" y="5201217"/>
                  </a:lnTo>
                  <a:lnTo>
                    <a:pt x="556785" y="5200786"/>
                  </a:lnTo>
                  <a:lnTo>
                    <a:pt x="556903" y="5200786"/>
                  </a:lnTo>
                  <a:lnTo>
                    <a:pt x="556903" y="5200356"/>
                  </a:lnTo>
                  <a:lnTo>
                    <a:pt x="557021" y="5200356"/>
                  </a:lnTo>
                  <a:lnTo>
                    <a:pt x="557138" y="5200356"/>
                  </a:lnTo>
                  <a:lnTo>
                    <a:pt x="557256" y="5200356"/>
                  </a:lnTo>
                  <a:lnTo>
                    <a:pt x="557374" y="5200356"/>
                  </a:lnTo>
                  <a:lnTo>
                    <a:pt x="557374" y="5199925"/>
                  </a:lnTo>
                  <a:lnTo>
                    <a:pt x="557491" y="5199925"/>
                  </a:lnTo>
                  <a:lnTo>
                    <a:pt x="557609" y="5199925"/>
                  </a:lnTo>
                  <a:lnTo>
                    <a:pt x="557726" y="5199925"/>
                  </a:lnTo>
                  <a:lnTo>
                    <a:pt x="557726" y="5199495"/>
                  </a:lnTo>
                  <a:lnTo>
                    <a:pt x="557844" y="5199495"/>
                  </a:lnTo>
                  <a:lnTo>
                    <a:pt x="557962" y="5199495"/>
                  </a:lnTo>
                  <a:lnTo>
                    <a:pt x="558079" y="5199495"/>
                  </a:lnTo>
                  <a:lnTo>
                    <a:pt x="558197" y="5199495"/>
                  </a:lnTo>
                  <a:lnTo>
                    <a:pt x="558197" y="5199064"/>
                  </a:lnTo>
                  <a:lnTo>
                    <a:pt x="558314" y="5199064"/>
                  </a:lnTo>
                  <a:lnTo>
                    <a:pt x="558432" y="5199064"/>
                  </a:lnTo>
                  <a:lnTo>
                    <a:pt x="558550" y="5199064"/>
                  </a:lnTo>
                  <a:lnTo>
                    <a:pt x="558667" y="5199064"/>
                  </a:lnTo>
                  <a:lnTo>
                    <a:pt x="558667" y="5198633"/>
                  </a:lnTo>
                  <a:lnTo>
                    <a:pt x="558667" y="5198203"/>
                  </a:lnTo>
                  <a:lnTo>
                    <a:pt x="558785" y="5198203"/>
                  </a:lnTo>
                  <a:lnTo>
                    <a:pt x="558902" y="5198203"/>
                  </a:lnTo>
                  <a:lnTo>
                    <a:pt x="559020" y="5198203"/>
                  </a:lnTo>
                  <a:lnTo>
                    <a:pt x="559138" y="5198203"/>
                  </a:lnTo>
                  <a:lnTo>
                    <a:pt x="559255" y="5198203"/>
                  </a:lnTo>
                  <a:lnTo>
                    <a:pt x="559255" y="5197772"/>
                  </a:lnTo>
                  <a:lnTo>
                    <a:pt x="559373" y="5197772"/>
                  </a:lnTo>
                  <a:lnTo>
                    <a:pt x="559491" y="5197772"/>
                  </a:lnTo>
                  <a:lnTo>
                    <a:pt x="559608" y="5197772"/>
                  </a:lnTo>
                  <a:lnTo>
                    <a:pt x="559726" y="5197772"/>
                  </a:lnTo>
                  <a:lnTo>
                    <a:pt x="559843" y="5197772"/>
                  </a:lnTo>
                  <a:lnTo>
                    <a:pt x="559843" y="5197342"/>
                  </a:lnTo>
                  <a:lnTo>
                    <a:pt x="559961" y="5197342"/>
                  </a:lnTo>
                  <a:lnTo>
                    <a:pt x="560079" y="5197342"/>
                  </a:lnTo>
                  <a:lnTo>
                    <a:pt x="560196" y="5197342"/>
                  </a:lnTo>
                  <a:lnTo>
                    <a:pt x="560314" y="5197342"/>
                  </a:lnTo>
                  <a:lnTo>
                    <a:pt x="560431" y="5197342"/>
                  </a:lnTo>
                  <a:lnTo>
                    <a:pt x="560431" y="5196911"/>
                  </a:lnTo>
                  <a:lnTo>
                    <a:pt x="560549" y="5196911"/>
                  </a:lnTo>
                  <a:lnTo>
                    <a:pt x="560667" y="5196911"/>
                  </a:lnTo>
                  <a:lnTo>
                    <a:pt x="560784" y="5196911"/>
                  </a:lnTo>
                  <a:lnTo>
                    <a:pt x="560784" y="5196480"/>
                  </a:lnTo>
                  <a:lnTo>
                    <a:pt x="560784" y="5196050"/>
                  </a:lnTo>
                  <a:lnTo>
                    <a:pt x="560902" y="5196050"/>
                  </a:lnTo>
                  <a:lnTo>
                    <a:pt x="561020" y="5196050"/>
                  </a:lnTo>
                  <a:lnTo>
                    <a:pt x="561137" y="5196050"/>
                  </a:lnTo>
                  <a:lnTo>
                    <a:pt x="561255" y="5196050"/>
                  </a:lnTo>
                  <a:lnTo>
                    <a:pt x="561255" y="5195619"/>
                  </a:lnTo>
                  <a:lnTo>
                    <a:pt x="561372" y="5195619"/>
                  </a:lnTo>
                  <a:lnTo>
                    <a:pt x="561372" y="5195189"/>
                  </a:lnTo>
                  <a:lnTo>
                    <a:pt x="561490" y="5195189"/>
                  </a:lnTo>
                  <a:lnTo>
                    <a:pt x="561608" y="5195189"/>
                  </a:lnTo>
                  <a:lnTo>
                    <a:pt x="561608" y="5194758"/>
                  </a:lnTo>
                  <a:lnTo>
                    <a:pt x="561725" y="5194758"/>
                  </a:lnTo>
                  <a:lnTo>
                    <a:pt x="561843" y="5194758"/>
                  </a:lnTo>
                  <a:lnTo>
                    <a:pt x="561960" y="5194758"/>
                  </a:lnTo>
                  <a:lnTo>
                    <a:pt x="562078" y="5194758"/>
                  </a:lnTo>
                  <a:lnTo>
                    <a:pt x="562078" y="5194327"/>
                  </a:lnTo>
                  <a:lnTo>
                    <a:pt x="562196" y="5194327"/>
                  </a:lnTo>
                  <a:lnTo>
                    <a:pt x="562196" y="5193897"/>
                  </a:lnTo>
                  <a:lnTo>
                    <a:pt x="562313" y="5193897"/>
                  </a:lnTo>
                  <a:lnTo>
                    <a:pt x="562431" y="5193897"/>
                  </a:lnTo>
                  <a:lnTo>
                    <a:pt x="562549" y="5193897"/>
                  </a:lnTo>
                  <a:lnTo>
                    <a:pt x="562666" y="5193897"/>
                  </a:lnTo>
                  <a:lnTo>
                    <a:pt x="562784" y="5193897"/>
                  </a:lnTo>
                  <a:lnTo>
                    <a:pt x="562901" y="5193897"/>
                  </a:lnTo>
                  <a:lnTo>
                    <a:pt x="562901" y="5193466"/>
                  </a:lnTo>
                  <a:lnTo>
                    <a:pt x="563019" y="5193466"/>
                  </a:lnTo>
                  <a:lnTo>
                    <a:pt x="563137" y="5193466"/>
                  </a:lnTo>
                  <a:lnTo>
                    <a:pt x="563137" y="5193036"/>
                  </a:lnTo>
                  <a:lnTo>
                    <a:pt x="563254" y="5193036"/>
                  </a:lnTo>
                  <a:lnTo>
                    <a:pt x="563372" y="5193036"/>
                  </a:lnTo>
                  <a:lnTo>
                    <a:pt x="563372" y="5192605"/>
                  </a:lnTo>
                  <a:lnTo>
                    <a:pt x="563372" y="5192174"/>
                  </a:lnTo>
                  <a:lnTo>
                    <a:pt x="563489" y="5192174"/>
                  </a:lnTo>
                  <a:lnTo>
                    <a:pt x="563489" y="5191744"/>
                  </a:lnTo>
                  <a:lnTo>
                    <a:pt x="563489" y="5191313"/>
                  </a:lnTo>
                  <a:lnTo>
                    <a:pt x="563489" y="5190883"/>
                  </a:lnTo>
                  <a:lnTo>
                    <a:pt x="563489" y="5190452"/>
                  </a:lnTo>
                  <a:lnTo>
                    <a:pt x="563607" y="5190452"/>
                  </a:lnTo>
                  <a:lnTo>
                    <a:pt x="563725" y="5190452"/>
                  </a:lnTo>
                  <a:lnTo>
                    <a:pt x="563725" y="5190021"/>
                  </a:lnTo>
                  <a:lnTo>
                    <a:pt x="563842" y="5190021"/>
                  </a:lnTo>
                  <a:lnTo>
                    <a:pt x="563842" y="5189591"/>
                  </a:lnTo>
                  <a:lnTo>
                    <a:pt x="563842" y="5189160"/>
                  </a:lnTo>
                  <a:lnTo>
                    <a:pt x="563842" y="5188730"/>
                  </a:lnTo>
                  <a:lnTo>
                    <a:pt x="563960" y="5188730"/>
                  </a:lnTo>
                  <a:lnTo>
                    <a:pt x="564078" y="5188730"/>
                  </a:lnTo>
                  <a:lnTo>
                    <a:pt x="564195" y="5188730"/>
                  </a:lnTo>
                  <a:lnTo>
                    <a:pt x="564195" y="5188299"/>
                  </a:lnTo>
                  <a:lnTo>
                    <a:pt x="564195" y="5187868"/>
                  </a:lnTo>
                  <a:lnTo>
                    <a:pt x="564195" y="5187438"/>
                  </a:lnTo>
                  <a:lnTo>
                    <a:pt x="564195" y="5187007"/>
                  </a:lnTo>
                  <a:lnTo>
                    <a:pt x="564313" y="5187007"/>
                  </a:lnTo>
                  <a:lnTo>
                    <a:pt x="564313" y="5186577"/>
                  </a:lnTo>
                  <a:lnTo>
                    <a:pt x="564430" y="5186577"/>
                  </a:lnTo>
                  <a:lnTo>
                    <a:pt x="564548" y="5186577"/>
                  </a:lnTo>
                  <a:lnTo>
                    <a:pt x="564548" y="5186146"/>
                  </a:lnTo>
                  <a:lnTo>
                    <a:pt x="564666" y="5186146"/>
                  </a:lnTo>
                  <a:lnTo>
                    <a:pt x="564783" y="5186146"/>
                  </a:lnTo>
                  <a:lnTo>
                    <a:pt x="564901" y="5186146"/>
                  </a:lnTo>
                  <a:lnTo>
                    <a:pt x="565018" y="5186146"/>
                  </a:lnTo>
                  <a:lnTo>
                    <a:pt x="565018" y="5185715"/>
                  </a:lnTo>
                  <a:lnTo>
                    <a:pt x="565136" y="5185715"/>
                  </a:lnTo>
                  <a:lnTo>
                    <a:pt x="565254" y="5185715"/>
                  </a:lnTo>
                  <a:lnTo>
                    <a:pt x="565371" y="5185715"/>
                  </a:lnTo>
                  <a:lnTo>
                    <a:pt x="565489" y="5185715"/>
                  </a:lnTo>
                  <a:lnTo>
                    <a:pt x="565489" y="5185285"/>
                  </a:lnTo>
                  <a:lnTo>
                    <a:pt x="565489" y="5184854"/>
                  </a:lnTo>
                  <a:lnTo>
                    <a:pt x="565489" y="5184424"/>
                  </a:lnTo>
                  <a:lnTo>
                    <a:pt x="565606" y="5184424"/>
                  </a:lnTo>
                  <a:lnTo>
                    <a:pt x="565606" y="5183993"/>
                  </a:lnTo>
                  <a:lnTo>
                    <a:pt x="565606" y="5183562"/>
                  </a:lnTo>
                  <a:lnTo>
                    <a:pt x="565606" y="5183132"/>
                  </a:lnTo>
                  <a:lnTo>
                    <a:pt x="565606" y="5182701"/>
                  </a:lnTo>
                  <a:lnTo>
                    <a:pt x="565724" y="5182701"/>
                  </a:lnTo>
                  <a:lnTo>
                    <a:pt x="565842" y="5182701"/>
                  </a:lnTo>
                  <a:lnTo>
                    <a:pt x="565959" y="5182701"/>
                  </a:lnTo>
                  <a:lnTo>
                    <a:pt x="565959" y="5182271"/>
                  </a:lnTo>
                  <a:lnTo>
                    <a:pt x="565959" y="5181840"/>
                  </a:lnTo>
                  <a:lnTo>
                    <a:pt x="566077" y="5181840"/>
                  </a:lnTo>
                  <a:lnTo>
                    <a:pt x="566077" y="5181409"/>
                  </a:lnTo>
                  <a:lnTo>
                    <a:pt x="566195" y="5181409"/>
                  </a:lnTo>
                  <a:lnTo>
                    <a:pt x="566312" y="5181409"/>
                  </a:lnTo>
                  <a:lnTo>
                    <a:pt x="566312" y="5180979"/>
                  </a:lnTo>
                  <a:lnTo>
                    <a:pt x="566312" y="5180548"/>
                  </a:lnTo>
                  <a:lnTo>
                    <a:pt x="566312" y="5180118"/>
                  </a:lnTo>
                  <a:lnTo>
                    <a:pt x="566430" y="5180118"/>
                  </a:lnTo>
                  <a:lnTo>
                    <a:pt x="566547" y="5180118"/>
                  </a:lnTo>
                  <a:lnTo>
                    <a:pt x="566665" y="5180118"/>
                  </a:lnTo>
                  <a:lnTo>
                    <a:pt x="566783" y="5180118"/>
                  </a:lnTo>
                  <a:lnTo>
                    <a:pt x="566783" y="5179687"/>
                  </a:lnTo>
                  <a:lnTo>
                    <a:pt x="566783" y="5179256"/>
                  </a:lnTo>
                  <a:lnTo>
                    <a:pt x="566900" y="5179256"/>
                  </a:lnTo>
                  <a:lnTo>
                    <a:pt x="566900" y="5178826"/>
                  </a:lnTo>
                  <a:lnTo>
                    <a:pt x="567018" y="5178826"/>
                  </a:lnTo>
                  <a:lnTo>
                    <a:pt x="567135" y="5178826"/>
                  </a:lnTo>
                  <a:lnTo>
                    <a:pt x="567253" y="5178826"/>
                  </a:lnTo>
                  <a:lnTo>
                    <a:pt x="567371" y="5178826"/>
                  </a:lnTo>
                  <a:lnTo>
                    <a:pt x="567371" y="5178395"/>
                  </a:lnTo>
                  <a:lnTo>
                    <a:pt x="567371" y="5177965"/>
                  </a:lnTo>
                  <a:lnTo>
                    <a:pt x="567371" y="5177534"/>
                  </a:lnTo>
                  <a:lnTo>
                    <a:pt x="567488" y="5177534"/>
                  </a:lnTo>
                  <a:lnTo>
                    <a:pt x="567606" y="5177534"/>
                  </a:lnTo>
                  <a:lnTo>
                    <a:pt x="567724" y="5177534"/>
                  </a:lnTo>
                  <a:lnTo>
                    <a:pt x="567724" y="5177103"/>
                  </a:lnTo>
                  <a:lnTo>
                    <a:pt x="567841" y="5177103"/>
                  </a:lnTo>
                  <a:lnTo>
                    <a:pt x="567841" y="5176673"/>
                  </a:lnTo>
                  <a:lnTo>
                    <a:pt x="567841" y="5176242"/>
                  </a:lnTo>
                  <a:lnTo>
                    <a:pt x="567959" y="5176242"/>
                  </a:lnTo>
                  <a:lnTo>
                    <a:pt x="568076" y="5176242"/>
                  </a:lnTo>
                  <a:lnTo>
                    <a:pt x="568076" y="5175812"/>
                  </a:lnTo>
                  <a:lnTo>
                    <a:pt x="568076" y="5175381"/>
                  </a:lnTo>
                  <a:lnTo>
                    <a:pt x="568076" y="5174950"/>
                  </a:lnTo>
                  <a:lnTo>
                    <a:pt x="568076" y="5174520"/>
                  </a:lnTo>
                  <a:lnTo>
                    <a:pt x="568076" y="5174089"/>
                  </a:lnTo>
                  <a:lnTo>
                    <a:pt x="568076" y="5173659"/>
                  </a:lnTo>
                  <a:lnTo>
                    <a:pt x="568194" y="5173659"/>
                  </a:lnTo>
                  <a:lnTo>
                    <a:pt x="568312" y="5173659"/>
                  </a:lnTo>
                  <a:lnTo>
                    <a:pt x="568312" y="5173228"/>
                  </a:lnTo>
                  <a:lnTo>
                    <a:pt x="568429" y="5173228"/>
                  </a:lnTo>
                  <a:lnTo>
                    <a:pt x="568547" y="5173228"/>
                  </a:lnTo>
                  <a:lnTo>
                    <a:pt x="568547" y="5172797"/>
                  </a:lnTo>
                  <a:lnTo>
                    <a:pt x="568664" y="5172797"/>
                  </a:lnTo>
                  <a:lnTo>
                    <a:pt x="568782" y="5172797"/>
                  </a:lnTo>
                  <a:lnTo>
                    <a:pt x="568900" y="5172797"/>
                  </a:lnTo>
                  <a:lnTo>
                    <a:pt x="569017" y="5172797"/>
                  </a:lnTo>
                  <a:lnTo>
                    <a:pt x="569135" y="5172797"/>
                  </a:lnTo>
                  <a:lnTo>
                    <a:pt x="569253" y="5172797"/>
                  </a:lnTo>
                  <a:lnTo>
                    <a:pt x="569253" y="5172367"/>
                  </a:lnTo>
                  <a:lnTo>
                    <a:pt x="569370" y="5172367"/>
                  </a:lnTo>
                  <a:lnTo>
                    <a:pt x="569488" y="5172367"/>
                  </a:lnTo>
                  <a:lnTo>
                    <a:pt x="569488" y="5171936"/>
                  </a:lnTo>
                  <a:lnTo>
                    <a:pt x="569488" y="5171506"/>
                  </a:lnTo>
                  <a:lnTo>
                    <a:pt x="569605" y="5171506"/>
                  </a:lnTo>
                  <a:lnTo>
                    <a:pt x="569605" y="5171075"/>
                  </a:lnTo>
                  <a:lnTo>
                    <a:pt x="569723" y="5171075"/>
                  </a:lnTo>
                  <a:lnTo>
                    <a:pt x="569723" y="5170644"/>
                  </a:lnTo>
                  <a:lnTo>
                    <a:pt x="569841" y="5170644"/>
                  </a:lnTo>
                  <a:lnTo>
                    <a:pt x="569841" y="5170214"/>
                  </a:lnTo>
                  <a:lnTo>
                    <a:pt x="569841" y="5169783"/>
                  </a:lnTo>
                  <a:lnTo>
                    <a:pt x="569841" y="5169353"/>
                  </a:lnTo>
                  <a:lnTo>
                    <a:pt x="569958" y="5169353"/>
                  </a:lnTo>
                  <a:lnTo>
                    <a:pt x="570076" y="5169353"/>
                  </a:lnTo>
                  <a:lnTo>
                    <a:pt x="570193" y="5169353"/>
                  </a:lnTo>
                  <a:lnTo>
                    <a:pt x="570193" y="5168922"/>
                  </a:lnTo>
                  <a:lnTo>
                    <a:pt x="570311" y="5168922"/>
                  </a:lnTo>
                  <a:lnTo>
                    <a:pt x="570311" y="5168491"/>
                  </a:lnTo>
                  <a:lnTo>
                    <a:pt x="570429" y="5168491"/>
                  </a:lnTo>
                  <a:lnTo>
                    <a:pt x="570429" y="5168061"/>
                  </a:lnTo>
                  <a:lnTo>
                    <a:pt x="570429" y="5167630"/>
                  </a:lnTo>
                  <a:lnTo>
                    <a:pt x="570429" y="5167200"/>
                  </a:lnTo>
                  <a:lnTo>
                    <a:pt x="570546" y="5167200"/>
                  </a:lnTo>
                  <a:lnTo>
                    <a:pt x="570546" y="5166769"/>
                  </a:lnTo>
                  <a:lnTo>
                    <a:pt x="570546" y="5166338"/>
                  </a:lnTo>
                  <a:lnTo>
                    <a:pt x="570664" y="5166338"/>
                  </a:lnTo>
                  <a:lnTo>
                    <a:pt x="570782" y="5166338"/>
                  </a:lnTo>
                  <a:lnTo>
                    <a:pt x="570899" y="5166338"/>
                  </a:lnTo>
                  <a:lnTo>
                    <a:pt x="571017" y="5166338"/>
                  </a:lnTo>
                  <a:lnTo>
                    <a:pt x="571134" y="5166338"/>
                  </a:lnTo>
                  <a:lnTo>
                    <a:pt x="571252" y="5166338"/>
                  </a:lnTo>
                  <a:lnTo>
                    <a:pt x="571252" y="5165908"/>
                  </a:lnTo>
                  <a:lnTo>
                    <a:pt x="571252" y="5165477"/>
                  </a:lnTo>
                  <a:lnTo>
                    <a:pt x="571252" y="5165047"/>
                  </a:lnTo>
                  <a:lnTo>
                    <a:pt x="571252" y="5164616"/>
                  </a:lnTo>
                  <a:lnTo>
                    <a:pt x="571370" y="5164616"/>
                  </a:lnTo>
                  <a:lnTo>
                    <a:pt x="571370" y="5164185"/>
                  </a:lnTo>
                  <a:lnTo>
                    <a:pt x="571487" y="5164185"/>
                  </a:lnTo>
                  <a:lnTo>
                    <a:pt x="571605" y="5164185"/>
                  </a:lnTo>
                  <a:lnTo>
                    <a:pt x="571722" y="5164185"/>
                  </a:lnTo>
                  <a:lnTo>
                    <a:pt x="571840" y="5164185"/>
                  </a:lnTo>
                  <a:lnTo>
                    <a:pt x="571958" y="5164185"/>
                  </a:lnTo>
                  <a:lnTo>
                    <a:pt x="571958" y="5163755"/>
                  </a:lnTo>
                  <a:lnTo>
                    <a:pt x="571958" y="5163324"/>
                  </a:lnTo>
                  <a:lnTo>
                    <a:pt x="572075" y="5163324"/>
                  </a:lnTo>
                  <a:lnTo>
                    <a:pt x="572193" y="5163324"/>
                  </a:lnTo>
                  <a:lnTo>
                    <a:pt x="572311" y="5163324"/>
                  </a:lnTo>
                  <a:lnTo>
                    <a:pt x="572428" y="5163324"/>
                  </a:lnTo>
                  <a:lnTo>
                    <a:pt x="572546" y="5163324"/>
                  </a:lnTo>
                  <a:lnTo>
                    <a:pt x="572663" y="5163324"/>
                  </a:lnTo>
                  <a:lnTo>
                    <a:pt x="572663" y="5162894"/>
                  </a:lnTo>
                  <a:lnTo>
                    <a:pt x="572781" y="5162894"/>
                  </a:lnTo>
                  <a:lnTo>
                    <a:pt x="572899" y="5162894"/>
                  </a:lnTo>
                  <a:lnTo>
                    <a:pt x="573016" y="5162894"/>
                  </a:lnTo>
                  <a:lnTo>
                    <a:pt x="573016" y="5162463"/>
                  </a:lnTo>
                  <a:lnTo>
                    <a:pt x="573134" y="5162463"/>
                  </a:lnTo>
                  <a:lnTo>
                    <a:pt x="573134" y="5162032"/>
                  </a:lnTo>
                  <a:lnTo>
                    <a:pt x="573251" y="5162032"/>
                  </a:lnTo>
                  <a:lnTo>
                    <a:pt x="573251" y="5161602"/>
                  </a:lnTo>
                  <a:lnTo>
                    <a:pt x="573251" y="5161171"/>
                  </a:lnTo>
                  <a:lnTo>
                    <a:pt x="573251" y="5160741"/>
                  </a:lnTo>
                  <a:lnTo>
                    <a:pt x="573369" y="5160741"/>
                  </a:lnTo>
                  <a:lnTo>
                    <a:pt x="573369" y="5160310"/>
                  </a:lnTo>
                  <a:lnTo>
                    <a:pt x="573487" y="5160310"/>
                  </a:lnTo>
                  <a:lnTo>
                    <a:pt x="573604" y="5160310"/>
                  </a:lnTo>
                  <a:lnTo>
                    <a:pt x="573722" y="5160310"/>
                  </a:lnTo>
                  <a:lnTo>
                    <a:pt x="573722" y="5159879"/>
                  </a:lnTo>
                  <a:lnTo>
                    <a:pt x="573839" y="5159879"/>
                  </a:lnTo>
                  <a:lnTo>
                    <a:pt x="573839" y="5159449"/>
                  </a:lnTo>
                  <a:lnTo>
                    <a:pt x="573957" y="5159449"/>
                  </a:lnTo>
                  <a:lnTo>
                    <a:pt x="573957" y="5159018"/>
                  </a:lnTo>
                  <a:lnTo>
                    <a:pt x="574075" y="5159018"/>
                  </a:lnTo>
                  <a:lnTo>
                    <a:pt x="574192" y="5159018"/>
                  </a:lnTo>
                  <a:lnTo>
                    <a:pt x="574310" y="5159018"/>
                  </a:lnTo>
                  <a:lnTo>
                    <a:pt x="574428" y="5159018"/>
                  </a:lnTo>
                  <a:lnTo>
                    <a:pt x="574545" y="5159018"/>
                  </a:lnTo>
                  <a:lnTo>
                    <a:pt x="574663" y="5159018"/>
                  </a:lnTo>
                  <a:lnTo>
                    <a:pt x="574663" y="5158588"/>
                  </a:lnTo>
                  <a:lnTo>
                    <a:pt x="574663" y="5158157"/>
                  </a:lnTo>
                  <a:lnTo>
                    <a:pt x="574780" y="5158157"/>
                  </a:lnTo>
                  <a:lnTo>
                    <a:pt x="574780" y="5157726"/>
                  </a:lnTo>
                  <a:lnTo>
                    <a:pt x="574898" y="5157726"/>
                  </a:lnTo>
                  <a:lnTo>
                    <a:pt x="575016" y="5157726"/>
                  </a:lnTo>
                  <a:lnTo>
                    <a:pt x="575133" y="5157726"/>
                  </a:lnTo>
                  <a:lnTo>
                    <a:pt x="575251" y="5157726"/>
                  </a:lnTo>
                  <a:lnTo>
                    <a:pt x="575368" y="5157726"/>
                  </a:lnTo>
                  <a:lnTo>
                    <a:pt x="575486" y="5157726"/>
                  </a:lnTo>
                  <a:lnTo>
                    <a:pt x="575486" y="5157296"/>
                  </a:lnTo>
                  <a:lnTo>
                    <a:pt x="575604" y="5157296"/>
                  </a:lnTo>
                  <a:lnTo>
                    <a:pt x="575721" y="5157296"/>
                  </a:lnTo>
                  <a:lnTo>
                    <a:pt x="575721" y="5156865"/>
                  </a:lnTo>
                  <a:lnTo>
                    <a:pt x="575839" y="5156865"/>
                  </a:lnTo>
                  <a:lnTo>
                    <a:pt x="575957" y="5156865"/>
                  </a:lnTo>
                  <a:lnTo>
                    <a:pt x="575957" y="5156435"/>
                  </a:lnTo>
                  <a:lnTo>
                    <a:pt x="575957" y="5156004"/>
                  </a:lnTo>
                  <a:lnTo>
                    <a:pt x="576074" y="5156004"/>
                  </a:lnTo>
                  <a:lnTo>
                    <a:pt x="576192" y="5156004"/>
                  </a:lnTo>
                  <a:lnTo>
                    <a:pt x="576309" y="5156004"/>
                  </a:lnTo>
                  <a:lnTo>
                    <a:pt x="576309" y="5155573"/>
                  </a:lnTo>
                  <a:lnTo>
                    <a:pt x="576309" y="5155143"/>
                  </a:lnTo>
                  <a:lnTo>
                    <a:pt x="576309" y="5154712"/>
                  </a:lnTo>
                  <a:lnTo>
                    <a:pt x="576309" y="5154282"/>
                  </a:lnTo>
                  <a:lnTo>
                    <a:pt x="576309" y="5153851"/>
                  </a:lnTo>
                  <a:lnTo>
                    <a:pt x="576427" y="5153851"/>
                  </a:lnTo>
                  <a:lnTo>
                    <a:pt x="576545" y="5153851"/>
                  </a:lnTo>
                  <a:lnTo>
                    <a:pt x="576662" y="5153851"/>
                  </a:lnTo>
                  <a:lnTo>
                    <a:pt x="576780" y="5153851"/>
                  </a:lnTo>
                  <a:lnTo>
                    <a:pt x="576780" y="5153420"/>
                  </a:lnTo>
                  <a:lnTo>
                    <a:pt x="576897" y="5153420"/>
                  </a:lnTo>
                  <a:lnTo>
                    <a:pt x="577015" y="5153420"/>
                  </a:lnTo>
                  <a:lnTo>
                    <a:pt x="577133" y="5153420"/>
                  </a:lnTo>
                  <a:lnTo>
                    <a:pt x="577250" y="5153420"/>
                  </a:lnTo>
                  <a:lnTo>
                    <a:pt x="577250" y="5152990"/>
                  </a:lnTo>
                  <a:lnTo>
                    <a:pt x="577368" y="5152990"/>
                  </a:lnTo>
                  <a:lnTo>
                    <a:pt x="577486" y="5152990"/>
                  </a:lnTo>
                  <a:lnTo>
                    <a:pt x="577603" y="5152990"/>
                  </a:lnTo>
                  <a:lnTo>
                    <a:pt x="577721" y="5152990"/>
                  </a:lnTo>
                  <a:lnTo>
                    <a:pt x="577838" y="5152990"/>
                  </a:lnTo>
                  <a:lnTo>
                    <a:pt x="577956" y="5152990"/>
                  </a:lnTo>
                  <a:lnTo>
                    <a:pt x="578074" y="5152990"/>
                  </a:lnTo>
                  <a:lnTo>
                    <a:pt x="578074" y="5152559"/>
                  </a:lnTo>
                  <a:lnTo>
                    <a:pt x="578191" y="5152559"/>
                  </a:lnTo>
                  <a:lnTo>
                    <a:pt x="578191" y="5152129"/>
                  </a:lnTo>
                  <a:lnTo>
                    <a:pt x="578309" y="5152129"/>
                  </a:lnTo>
                  <a:lnTo>
                    <a:pt x="578426" y="5152129"/>
                  </a:lnTo>
                  <a:lnTo>
                    <a:pt x="578426" y="5151698"/>
                  </a:lnTo>
                  <a:lnTo>
                    <a:pt x="578426" y="5151267"/>
                  </a:lnTo>
                  <a:lnTo>
                    <a:pt x="578544" y="5151267"/>
                  </a:lnTo>
                  <a:lnTo>
                    <a:pt x="578544" y="5150837"/>
                  </a:lnTo>
                  <a:lnTo>
                    <a:pt x="578662" y="5150837"/>
                  </a:lnTo>
                  <a:lnTo>
                    <a:pt x="578779" y="5150837"/>
                  </a:lnTo>
                  <a:lnTo>
                    <a:pt x="578897" y="5150837"/>
                  </a:lnTo>
                  <a:lnTo>
                    <a:pt x="579015" y="5150837"/>
                  </a:lnTo>
                  <a:lnTo>
                    <a:pt x="579132" y="5150837"/>
                  </a:lnTo>
                  <a:lnTo>
                    <a:pt x="579132" y="5150406"/>
                  </a:lnTo>
                  <a:lnTo>
                    <a:pt x="579250" y="5150406"/>
                  </a:lnTo>
                  <a:lnTo>
                    <a:pt x="579250" y="5149976"/>
                  </a:lnTo>
                  <a:lnTo>
                    <a:pt x="579367" y="5149976"/>
                  </a:lnTo>
                  <a:lnTo>
                    <a:pt x="579367" y="5149545"/>
                  </a:lnTo>
                  <a:lnTo>
                    <a:pt x="579367" y="5149114"/>
                  </a:lnTo>
                  <a:lnTo>
                    <a:pt x="579485" y="5149114"/>
                  </a:lnTo>
                  <a:lnTo>
                    <a:pt x="579603" y="5149114"/>
                  </a:lnTo>
                  <a:lnTo>
                    <a:pt x="579720" y="5149114"/>
                  </a:lnTo>
                  <a:lnTo>
                    <a:pt x="579720" y="5148684"/>
                  </a:lnTo>
                  <a:lnTo>
                    <a:pt x="579720" y="5148253"/>
                  </a:lnTo>
                  <a:lnTo>
                    <a:pt x="579720" y="5147823"/>
                  </a:lnTo>
                  <a:lnTo>
                    <a:pt x="579838" y="5147823"/>
                  </a:lnTo>
                  <a:lnTo>
                    <a:pt x="579955" y="5147823"/>
                  </a:lnTo>
                  <a:lnTo>
                    <a:pt x="579955" y="5147392"/>
                  </a:lnTo>
                  <a:lnTo>
                    <a:pt x="579955" y="5146961"/>
                  </a:lnTo>
                  <a:lnTo>
                    <a:pt x="579955" y="5146531"/>
                  </a:lnTo>
                  <a:lnTo>
                    <a:pt x="579955" y="5146100"/>
                  </a:lnTo>
                  <a:lnTo>
                    <a:pt x="580073" y="5146100"/>
                  </a:lnTo>
                  <a:lnTo>
                    <a:pt x="580191" y="5146100"/>
                  </a:lnTo>
                  <a:lnTo>
                    <a:pt x="580191" y="5145670"/>
                  </a:lnTo>
                  <a:lnTo>
                    <a:pt x="580308" y="5145670"/>
                  </a:lnTo>
                  <a:lnTo>
                    <a:pt x="580426" y="5145670"/>
                  </a:lnTo>
                  <a:lnTo>
                    <a:pt x="580426" y="5145239"/>
                  </a:lnTo>
                  <a:lnTo>
                    <a:pt x="580426" y="5144808"/>
                  </a:lnTo>
                  <a:lnTo>
                    <a:pt x="580544" y="5144808"/>
                  </a:lnTo>
                  <a:lnTo>
                    <a:pt x="580661" y="5144808"/>
                  </a:lnTo>
                  <a:lnTo>
                    <a:pt x="580779" y="5144808"/>
                  </a:lnTo>
                  <a:lnTo>
                    <a:pt x="580779" y="5144378"/>
                  </a:lnTo>
                  <a:lnTo>
                    <a:pt x="580896" y="5144378"/>
                  </a:lnTo>
                  <a:lnTo>
                    <a:pt x="581014" y="5144378"/>
                  </a:lnTo>
                  <a:lnTo>
                    <a:pt x="581132" y="5144378"/>
                  </a:lnTo>
                  <a:lnTo>
                    <a:pt x="581132" y="5143947"/>
                  </a:lnTo>
                  <a:lnTo>
                    <a:pt x="581132" y="5143517"/>
                  </a:lnTo>
                  <a:lnTo>
                    <a:pt x="581249" y="5143517"/>
                  </a:lnTo>
                  <a:lnTo>
                    <a:pt x="581367" y="5143517"/>
                  </a:lnTo>
                  <a:lnTo>
                    <a:pt x="581484" y="5143517"/>
                  </a:lnTo>
                  <a:lnTo>
                    <a:pt x="581602" y="5143517"/>
                  </a:lnTo>
                  <a:lnTo>
                    <a:pt x="581602" y="5143086"/>
                  </a:lnTo>
                  <a:lnTo>
                    <a:pt x="581720" y="5143086"/>
                  </a:lnTo>
                  <a:lnTo>
                    <a:pt x="581837" y="5143086"/>
                  </a:lnTo>
                  <a:lnTo>
                    <a:pt x="581955" y="5143086"/>
                  </a:lnTo>
                  <a:lnTo>
                    <a:pt x="581955" y="5142655"/>
                  </a:lnTo>
                  <a:lnTo>
                    <a:pt x="582072" y="5142655"/>
                  </a:lnTo>
                  <a:lnTo>
                    <a:pt x="582072" y="5142225"/>
                  </a:lnTo>
                  <a:lnTo>
                    <a:pt x="582072" y="5141794"/>
                  </a:lnTo>
                  <a:lnTo>
                    <a:pt x="582190" y="5141794"/>
                  </a:lnTo>
                  <a:lnTo>
                    <a:pt x="582308" y="5141794"/>
                  </a:lnTo>
                  <a:lnTo>
                    <a:pt x="582425" y="5141794"/>
                  </a:lnTo>
                  <a:lnTo>
                    <a:pt x="582425" y="5141364"/>
                  </a:lnTo>
                  <a:lnTo>
                    <a:pt x="582543" y="5141364"/>
                  </a:lnTo>
                  <a:lnTo>
                    <a:pt x="582661" y="5141364"/>
                  </a:lnTo>
                  <a:lnTo>
                    <a:pt x="582661" y="5140933"/>
                  </a:lnTo>
                  <a:lnTo>
                    <a:pt x="582778" y="5140933"/>
                  </a:lnTo>
                  <a:lnTo>
                    <a:pt x="582778" y="5140502"/>
                  </a:lnTo>
                  <a:lnTo>
                    <a:pt x="582896" y="5140502"/>
                  </a:lnTo>
                  <a:lnTo>
                    <a:pt x="583013" y="5140502"/>
                  </a:lnTo>
                  <a:lnTo>
                    <a:pt x="583131" y="5140502"/>
                  </a:lnTo>
                  <a:lnTo>
                    <a:pt x="583131" y="5140072"/>
                  </a:lnTo>
                  <a:lnTo>
                    <a:pt x="583249" y="5140072"/>
                  </a:lnTo>
                  <a:lnTo>
                    <a:pt x="583366" y="5140072"/>
                  </a:lnTo>
                  <a:lnTo>
                    <a:pt x="583366" y="5139641"/>
                  </a:lnTo>
                  <a:lnTo>
                    <a:pt x="583484" y="5139641"/>
                  </a:lnTo>
                  <a:lnTo>
                    <a:pt x="583484" y="5139211"/>
                  </a:lnTo>
                  <a:lnTo>
                    <a:pt x="583601" y="5139211"/>
                  </a:lnTo>
                  <a:lnTo>
                    <a:pt x="583601" y="5138780"/>
                  </a:lnTo>
                  <a:lnTo>
                    <a:pt x="583719" y="5138780"/>
                  </a:lnTo>
                  <a:lnTo>
                    <a:pt x="583837" y="5138780"/>
                  </a:lnTo>
                  <a:lnTo>
                    <a:pt x="583837" y="5138349"/>
                  </a:lnTo>
                  <a:lnTo>
                    <a:pt x="583954" y="5138349"/>
                  </a:lnTo>
                  <a:lnTo>
                    <a:pt x="583954" y="5137919"/>
                  </a:lnTo>
                  <a:lnTo>
                    <a:pt x="583954" y="5137488"/>
                  </a:lnTo>
                  <a:lnTo>
                    <a:pt x="583954" y="5137058"/>
                  </a:lnTo>
                  <a:lnTo>
                    <a:pt x="584072" y="5137058"/>
                  </a:lnTo>
                  <a:lnTo>
                    <a:pt x="584072" y="5136627"/>
                  </a:lnTo>
                  <a:lnTo>
                    <a:pt x="584190" y="5136627"/>
                  </a:lnTo>
                  <a:lnTo>
                    <a:pt x="584307" y="5136627"/>
                  </a:lnTo>
                  <a:lnTo>
                    <a:pt x="584307" y="5136196"/>
                  </a:lnTo>
                  <a:lnTo>
                    <a:pt x="584307" y="5135766"/>
                  </a:lnTo>
                  <a:lnTo>
                    <a:pt x="584425" y="5135766"/>
                  </a:lnTo>
                  <a:lnTo>
                    <a:pt x="584425" y="5135335"/>
                  </a:lnTo>
                  <a:lnTo>
                    <a:pt x="584542" y="5135335"/>
                  </a:lnTo>
                  <a:lnTo>
                    <a:pt x="584660" y="5135335"/>
                  </a:lnTo>
                  <a:lnTo>
                    <a:pt x="584778" y="5135335"/>
                  </a:lnTo>
                  <a:lnTo>
                    <a:pt x="584895" y="5135335"/>
                  </a:lnTo>
                  <a:lnTo>
                    <a:pt x="584895" y="5134905"/>
                  </a:lnTo>
                  <a:lnTo>
                    <a:pt x="585013" y="5134905"/>
                  </a:lnTo>
                  <a:lnTo>
                    <a:pt x="585130" y="5134905"/>
                  </a:lnTo>
                  <a:lnTo>
                    <a:pt x="585248" y="5134905"/>
                  </a:lnTo>
                  <a:lnTo>
                    <a:pt x="585366" y="5134905"/>
                  </a:lnTo>
                  <a:lnTo>
                    <a:pt x="585483" y="5134905"/>
                  </a:lnTo>
                  <a:lnTo>
                    <a:pt x="585601" y="5134905"/>
                  </a:lnTo>
                  <a:lnTo>
                    <a:pt x="585719" y="5134905"/>
                  </a:lnTo>
                  <a:lnTo>
                    <a:pt x="585719" y="5134474"/>
                  </a:lnTo>
                  <a:lnTo>
                    <a:pt x="585836" y="5134474"/>
                  </a:lnTo>
                  <a:lnTo>
                    <a:pt x="585954" y="5134474"/>
                  </a:lnTo>
                  <a:lnTo>
                    <a:pt x="585954" y="5134043"/>
                  </a:lnTo>
                  <a:lnTo>
                    <a:pt x="586071" y="5134043"/>
                  </a:lnTo>
                  <a:lnTo>
                    <a:pt x="586071" y="5133613"/>
                  </a:lnTo>
                  <a:lnTo>
                    <a:pt x="586189" y="5133613"/>
                  </a:lnTo>
                  <a:lnTo>
                    <a:pt x="586189" y="5133182"/>
                  </a:lnTo>
                  <a:lnTo>
                    <a:pt x="586307" y="5133182"/>
                  </a:lnTo>
                  <a:lnTo>
                    <a:pt x="586307" y="5132752"/>
                  </a:lnTo>
                  <a:lnTo>
                    <a:pt x="586424" y="5132752"/>
                  </a:lnTo>
                  <a:lnTo>
                    <a:pt x="586542" y="5132752"/>
                  </a:lnTo>
                  <a:lnTo>
                    <a:pt x="586659" y="5132752"/>
                  </a:lnTo>
                  <a:lnTo>
                    <a:pt x="586777" y="5132752"/>
                  </a:lnTo>
                  <a:lnTo>
                    <a:pt x="586895" y="5132752"/>
                  </a:lnTo>
                  <a:lnTo>
                    <a:pt x="586895" y="5132321"/>
                  </a:lnTo>
                  <a:lnTo>
                    <a:pt x="586895" y="5131890"/>
                  </a:lnTo>
                  <a:lnTo>
                    <a:pt x="586895" y="5131460"/>
                  </a:lnTo>
                  <a:lnTo>
                    <a:pt x="586895" y="5131029"/>
                  </a:lnTo>
                  <a:lnTo>
                    <a:pt x="586895" y="5130599"/>
                  </a:lnTo>
                  <a:lnTo>
                    <a:pt x="587012" y="5130599"/>
                  </a:lnTo>
                  <a:lnTo>
                    <a:pt x="587130" y="5130599"/>
                  </a:lnTo>
                  <a:lnTo>
                    <a:pt x="587248" y="5130599"/>
                  </a:lnTo>
                  <a:lnTo>
                    <a:pt x="587365" y="5130599"/>
                  </a:lnTo>
                  <a:lnTo>
                    <a:pt x="587483" y="5130599"/>
                  </a:lnTo>
                  <a:lnTo>
                    <a:pt x="587600" y="5130599"/>
                  </a:lnTo>
                  <a:lnTo>
                    <a:pt x="587600" y="5130168"/>
                  </a:lnTo>
                  <a:lnTo>
                    <a:pt x="587718" y="5130168"/>
                  </a:lnTo>
                  <a:lnTo>
                    <a:pt x="587836" y="5130168"/>
                  </a:lnTo>
                  <a:lnTo>
                    <a:pt x="587953" y="5130168"/>
                  </a:lnTo>
                  <a:lnTo>
                    <a:pt x="588071" y="5130168"/>
                  </a:lnTo>
                  <a:lnTo>
                    <a:pt x="588071" y="5129737"/>
                  </a:lnTo>
                  <a:lnTo>
                    <a:pt x="588071" y="5129307"/>
                  </a:lnTo>
                  <a:lnTo>
                    <a:pt x="588188" y="5129307"/>
                  </a:lnTo>
                  <a:lnTo>
                    <a:pt x="588188" y="5128876"/>
                  </a:lnTo>
                  <a:lnTo>
                    <a:pt x="588188" y="5128446"/>
                  </a:lnTo>
                  <a:lnTo>
                    <a:pt x="588188" y="5128015"/>
                  </a:lnTo>
                  <a:lnTo>
                    <a:pt x="588306" y="5128015"/>
                  </a:lnTo>
                  <a:lnTo>
                    <a:pt x="588306" y="5127584"/>
                  </a:lnTo>
                  <a:lnTo>
                    <a:pt x="588424" y="5127584"/>
                  </a:lnTo>
                  <a:lnTo>
                    <a:pt x="588541" y="5127584"/>
                  </a:lnTo>
                  <a:lnTo>
                    <a:pt x="588541" y="5127154"/>
                  </a:lnTo>
                  <a:lnTo>
                    <a:pt x="588659" y="5127154"/>
                  </a:lnTo>
                  <a:lnTo>
                    <a:pt x="588777" y="5127154"/>
                  </a:lnTo>
                  <a:lnTo>
                    <a:pt x="588894" y="5127154"/>
                  </a:lnTo>
                  <a:lnTo>
                    <a:pt x="589012" y="5127154"/>
                  </a:lnTo>
                  <a:lnTo>
                    <a:pt x="589129" y="5127154"/>
                  </a:lnTo>
                  <a:lnTo>
                    <a:pt x="589247" y="5127154"/>
                  </a:lnTo>
                  <a:lnTo>
                    <a:pt x="589365" y="5127154"/>
                  </a:lnTo>
                  <a:lnTo>
                    <a:pt x="589482" y="5127154"/>
                  </a:lnTo>
                  <a:lnTo>
                    <a:pt x="589600" y="5127154"/>
                  </a:lnTo>
                  <a:lnTo>
                    <a:pt x="589600" y="5126723"/>
                  </a:lnTo>
                  <a:lnTo>
                    <a:pt x="589717" y="5126723"/>
                  </a:lnTo>
                  <a:lnTo>
                    <a:pt x="589717" y="5126293"/>
                  </a:lnTo>
                  <a:lnTo>
                    <a:pt x="589835" y="5126293"/>
                  </a:lnTo>
                  <a:lnTo>
                    <a:pt x="589953" y="5126293"/>
                  </a:lnTo>
                  <a:lnTo>
                    <a:pt x="590070" y="5126293"/>
                  </a:lnTo>
                  <a:lnTo>
                    <a:pt x="590070" y="5125862"/>
                  </a:lnTo>
                  <a:lnTo>
                    <a:pt x="590188" y="5125862"/>
                  </a:lnTo>
                  <a:lnTo>
                    <a:pt x="590305" y="5125862"/>
                  </a:lnTo>
                  <a:lnTo>
                    <a:pt x="590305" y="5125431"/>
                  </a:lnTo>
                  <a:lnTo>
                    <a:pt x="590305" y="5125001"/>
                  </a:lnTo>
                  <a:lnTo>
                    <a:pt x="590305" y="5124570"/>
                  </a:lnTo>
                  <a:lnTo>
                    <a:pt x="590423" y="5124570"/>
                  </a:lnTo>
                  <a:lnTo>
                    <a:pt x="590541" y="5124570"/>
                  </a:lnTo>
                  <a:lnTo>
                    <a:pt x="590541" y="5124140"/>
                  </a:lnTo>
                  <a:lnTo>
                    <a:pt x="590541" y="5123709"/>
                  </a:lnTo>
                  <a:lnTo>
                    <a:pt x="590541" y="5123278"/>
                  </a:lnTo>
                  <a:lnTo>
                    <a:pt x="590658" y="5123278"/>
                  </a:lnTo>
                  <a:lnTo>
                    <a:pt x="590658" y="5122848"/>
                  </a:lnTo>
                  <a:lnTo>
                    <a:pt x="590658" y="5122417"/>
                  </a:lnTo>
                  <a:lnTo>
                    <a:pt x="590776" y="5122417"/>
                  </a:lnTo>
                  <a:lnTo>
                    <a:pt x="590776" y="5121987"/>
                  </a:lnTo>
                  <a:lnTo>
                    <a:pt x="590894" y="5121987"/>
                  </a:lnTo>
                  <a:lnTo>
                    <a:pt x="591011" y="5121987"/>
                  </a:lnTo>
                  <a:lnTo>
                    <a:pt x="591011" y="5121556"/>
                  </a:lnTo>
                  <a:lnTo>
                    <a:pt x="591129" y="5121556"/>
                  </a:lnTo>
                  <a:lnTo>
                    <a:pt x="591129" y="5121125"/>
                  </a:lnTo>
                  <a:lnTo>
                    <a:pt x="591129" y="5120695"/>
                  </a:lnTo>
                  <a:lnTo>
                    <a:pt x="591129" y="5120264"/>
                  </a:lnTo>
                  <a:lnTo>
                    <a:pt x="591246" y="5120264"/>
                  </a:lnTo>
                  <a:lnTo>
                    <a:pt x="591364" y="5120264"/>
                  </a:lnTo>
                  <a:lnTo>
                    <a:pt x="591364" y="5119834"/>
                  </a:lnTo>
                  <a:lnTo>
                    <a:pt x="591364" y="5119403"/>
                  </a:lnTo>
                  <a:lnTo>
                    <a:pt x="591364" y="5118972"/>
                  </a:lnTo>
                  <a:lnTo>
                    <a:pt x="591482" y="5118972"/>
                  </a:lnTo>
                  <a:lnTo>
                    <a:pt x="591599" y="5118972"/>
                  </a:lnTo>
                  <a:lnTo>
                    <a:pt x="591599" y="5118542"/>
                  </a:lnTo>
                  <a:lnTo>
                    <a:pt x="591599" y="5118111"/>
                  </a:lnTo>
                  <a:lnTo>
                    <a:pt x="591717" y="5118111"/>
                  </a:lnTo>
                  <a:lnTo>
                    <a:pt x="591834" y="5118111"/>
                  </a:lnTo>
                  <a:lnTo>
                    <a:pt x="591952" y="5118111"/>
                  </a:lnTo>
                  <a:lnTo>
                    <a:pt x="591952" y="5117681"/>
                  </a:lnTo>
                  <a:lnTo>
                    <a:pt x="592070" y="5117681"/>
                  </a:lnTo>
                  <a:lnTo>
                    <a:pt x="592187" y="5117681"/>
                  </a:lnTo>
                  <a:lnTo>
                    <a:pt x="592187" y="5117250"/>
                  </a:lnTo>
                  <a:lnTo>
                    <a:pt x="592187" y="5116819"/>
                  </a:lnTo>
                  <a:lnTo>
                    <a:pt x="592187" y="5116389"/>
                  </a:lnTo>
                  <a:lnTo>
                    <a:pt x="592305" y="5116389"/>
                  </a:lnTo>
                  <a:lnTo>
                    <a:pt x="592305" y="5115958"/>
                  </a:lnTo>
                  <a:lnTo>
                    <a:pt x="592423" y="5115958"/>
                  </a:lnTo>
                  <a:lnTo>
                    <a:pt x="592540" y="5115958"/>
                  </a:lnTo>
                  <a:lnTo>
                    <a:pt x="592658" y="5115958"/>
                  </a:lnTo>
                  <a:lnTo>
                    <a:pt x="592658" y="5115528"/>
                  </a:lnTo>
                  <a:lnTo>
                    <a:pt x="592775" y="5115528"/>
                  </a:lnTo>
                  <a:lnTo>
                    <a:pt x="592893" y="5115528"/>
                  </a:lnTo>
                  <a:lnTo>
                    <a:pt x="593011" y="5115528"/>
                  </a:lnTo>
                  <a:lnTo>
                    <a:pt x="593128" y="5115528"/>
                  </a:lnTo>
                  <a:lnTo>
                    <a:pt x="593246" y="5115528"/>
                  </a:lnTo>
                  <a:lnTo>
                    <a:pt x="593363" y="5115528"/>
                  </a:lnTo>
                  <a:lnTo>
                    <a:pt x="593363" y="5115097"/>
                  </a:lnTo>
                  <a:lnTo>
                    <a:pt x="593363" y="5114666"/>
                  </a:lnTo>
                  <a:lnTo>
                    <a:pt x="593481" y="5114666"/>
                  </a:lnTo>
                  <a:lnTo>
                    <a:pt x="593481" y="5114236"/>
                  </a:lnTo>
                  <a:lnTo>
                    <a:pt x="593599" y="5114236"/>
                  </a:lnTo>
                  <a:lnTo>
                    <a:pt x="593599" y="5113805"/>
                  </a:lnTo>
                  <a:lnTo>
                    <a:pt x="593599" y="5113375"/>
                  </a:lnTo>
                  <a:lnTo>
                    <a:pt x="593716" y="5113375"/>
                  </a:lnTo>
                  <a:lnTo>
                    <a:pt x="593834" y="5113375"/>
                  </a:lnTo>
                  <a:lnTo>
                    <a:pt x="593952" y="5113375"/>
                  </a:lnTo>
                  <a:lnTo>
                    <a:pt x="593952" y="5112944"/>
                  </a:lnTo>
                  <a:lnTo>
                    <a:pt x="594069" y="5112944"/>
                  </a:lnTo>
                  <a:lnTo>
                    <a:pt x="594187" y="5112944"/>
                  </a:lnTo>
                  <a:lnTo>
                    <a:pt x="594304" y="5112944"/>
                  </a:lnTo>
                  <a:lnTo>
                    <a:pt x="594422" y="5112944"/>
                  </a:lnTo>
                  <a:lnTo>
                    <a:pt x="594540" y="5112944"/>
                  </a:lnTo>
                  <a:lnTo>
                    <a:pt x="594540" y="5112513"/>
                  </a:lnTo>
                  <a:lnTo>
                    <a:pt x="594657" y="5112513"/>
                  </a:lnTo>
                  <a:lnTo>
                    <a:pt x="594657" y="5112083"/>
                  </a:lnTo>
                  <a:lnTo>
                    <a:pt x="594775" y="5112083"/>
                  </a:lnTo>
                  <a:lnTo>
                    <a:pt x="594775" y="5111652"/>
                  </a:lnTo>
                  <a:lnTo>
                    <a:pt x="594892" y="5111652"/>
                  </a:lnTo>
                  <a:lnTo>
                    <a:pt x="595010" y="5111652"/>
                  </a:lnTo>
                  <a:lnTo>
                    <a:pt x="595128" y="5111652"/>
                  </a:lnTo>
                  <a:lnTo>
                    <a:pt x="595128" y="5111222"/>
                  </a:lnTo>
                  <a:lnTo>
                    <a:pt x="595245" y="5111222"/>
                  </a:lnTo>
                  <a:lnTo>
                    <a:pt x="595363" y="5111222"/>
                  </a:lnTo>
                  <a:lnTo>
                    <a:pt x="595481" y="5111222"/>
                  </a:lnTo>
                  <a:lnTo>
                    <a:pt x="595481" y="5110791"/>
                  </a:lnTo>
                  <a:lnTo>
                    <a:pt x="595598" y="5110791"/>
                  </a:lnTo>
                  <a:lnTo>
                    <a:pt x="595716" y="5110791"/>
                  </a:lnTo>
                  <a:lnTo>
                    <a:pt x="595833" y="5110791"/>
                  </a:lnTo>
                  <a:lnTo>
                    <a:pt x="595951" y="5110791"/>
                  </a:lnTo>
                  <a:lnTo>
                    <a:pt x="595951" y="5110360"/>
                  </a:lnTo>
                  <a:lnTo>
                    <a:pt x="595951" y="5109930"/>
                  </a:lnTo>
                  <a:lnTo>
                    <a:pt x="596069" y="5109930"/>
                  </a:lnTo>
                  <a:lnTo>
                    <a:pt x="596069" y="5109499"/>
                  </a:lnTo>
                  <a:lnTo>
                    <a:pt x="596186" y="5109499"/>
                  </a:lnTo>
                  <a:lnTo>
                    <a:pt x="596186" y="5109069"/>
                  </a:lnTo>
                  <a:lnTo>
                    <a:pt x="596304" y="5109069"/>
                  </a:lnTo>
                  <a:lnTo>
                    <a:pt x="596421" y="5109069"/>
                  </a:lnTo>
                  <a:lnTo>
                    <a:pt x="596421" y="5108638"/>
                  </a:lnTo>
                  <a:lnTo>
                    <a:pt x="596539" y="5108638"/>
                  </a:lnTo>
                  <a:lnTo>
                    <a:pt x="596539" y="5108207"/>
                  </a:lnTo>
                  <a:lnTo>
                    <a:pt x="596657" y="5108207"/>
                  </a:lnTo>
                  <a:lnTo>
                    <a:pt x="596774" y="5108207"/>
                  </a:lnTo>
                  <a:lnTo>
                    <a:pt x="596892" y="5108207"/>
                  </a:lnTo>
                  <a:lnTo>
                    <a:pt x="597010" y="5108207"/>
                  </a:lnTo>
                  <a:lnTo>
                    <a:pt x="597127" y="5108207"/>
                  </a:lnTo>
                  <a:lnTo>
                    <a:pt x="597245" y="5108207"/>
                  </a:lnTo>
                  <a:lnTo>
                    <a:pt x="597245" y="5107777"/>
                  </a:lnTo>
                  <a:lnTo>
                    <a:pt x="597362" y="5107777"/>
                  </a:lnTo>
                  <a:lnTo>
                    <a:pt x="597362" y="5107346"/>
                  </a:lnTo>
                  <a:lnTo>
                    <a:pt x="597362" y="5106916"/>
                  </a:lnTo>
                  <a:lnTo>
                    <a:pt x="597480" y="5106916"/>
                  </a:lnTo>
                  <a:lnTo>
                    <a:pt x="597480" y="5106485"/>
                  </a:lnTo>
                  <a:lnTo>
                    <a:pt x="597480" y="5106054"/>
                  </a:lnTo>
                  <a:lnTo>
                    <a:pt x="597598" y="5106054"/>
                  </a:lnTo>
                  <a:lnTo>
                    <a:pt x="597598" y="5105624"/>
                  </a:lnTo>
                  <a:lnTo>
                    <a:pt x="597598" y="5105193"/>
                  </a:lnTo>
                  <a:lnTo>
                    <a:pt x="597715" y="5105193"/>
                  </a:lnTo>
                  <a:lnTo>
                    <a:pt x="597833" y="5105193"/>
                  </a:lnTo>
                  <a:lnTo>
                    <a:pt x="597950" y="5105193"/>
                  </a:lnTo>
                  <a:lnTo>
                    <a:pt x="598068" y="5105193"/>
                  </a:lnTo>
                  <a:lnTo>
                    <a:pt x="598186" y="5105193"/>
                  </a:lnTo>
                  <a:lnTo>
                    <a:pt x="598303" y="5105193"/>
                  </a:lnTo>
                  <a:lnTo>
                    <a:pt x="598421" y="5105193"/>
                  </a:lnTo>
                  <a:lnTo>
                    <a:pt x="598538" y="5105193"/>
                  </a:lnTo>
                  <a:lnTo>
                    <a:pt x="598538" y="5104763"/>
                  </a:lnTo>
                  <a:lnTo>
                    <a:pt x="598656" y="5104763"/>
                  </a:lnTo>
                  <a:lnTo>
                    <a:pt x="598774" y="5104763"/>
                  </a:lnTo>
                  <a:lnTo>
                    <a:pt x="598891" y="5104763"/>
                  </a:lnTo>
                  <a:lnTo>
                    <a:pt x="599009" y="5104763"/>
                  </a:lnTo>
                  <a:lnTo>
                    <a:pt x="599127" y="5104763"/>
                  </a:lnTo>
                  <a:lnTo>
                    <a:pt x="599244" y="5104763"/>
                  </a:lnTo>
                  <a:lnTo>
                    <a:pt x="599362" y="5104763"/>
                  </a:lnTo>
                  <a:lnTo>
                    <a:pt x="599479" y="5104763"/>
                  </a:lnTo>
                  <a:lnTo>
                    <a:pt x="599479" y="5104332"/>
                  </a:lnTo>
                  <a:lnTo>
                    <a:pt x="599597" y="5104332"/>
                  </a:lnTo>
                  <a:lnTo>
                    <a:pt x="599715" y="5104332"/>
                  </a:lnTo>
                  <a:lnTo>
                    <a:pt x="599715" y="5103901"/>
                  </a:lnTo>
                  <a:lnTo>
                    <a:pt x="599715" y="5103471"/>
                  </a:lnTo>
                  <a:lnTo>
                    <a:pt x="599832" y="5103471"/>
                  </a:lnTo>
                  <a:lnTo>
                    <a:pt x="599950" y="5103471"/>
                  </a:lnTo>
                  <a:lnTo>
                    <a:pt x="600067" y="5103471"/>
                  </a:lnTo>
                  <a:lnTo>
                    <a:pt x="600067" y="5103040"/>
                  </a:lnTo>
                  <a:lnTo>
                    <a:pt x="600185" y="5103040"/>
                  </a:lnTo>
                  <a:lnTo>
                    <a:pt x="600303" y="5103040"/>
                  </a:lnTo>
                  <a:lnTo>
                    <a:pt x="600420" y="5103040"/>
                  </a:lnTo>
                  <a:lnTo>
                    <a:pt x="600538" y="5103040"/>
                  </a:lnTo>
                  <a:lnTo>
                    <a:pt x="600656" y="5103040"/>
                  </a:lnTo>
                  <a:lnTo>
                    <a:pt x="600656" y="5102610"/>
                  </a:lnTo>
                  <a:lnTo>
                    <a:pt x="600773" y="5102610"/>
                  </a:lnTo>
                  <a:lnTo>
                    <a:pt x="600773" y="5102179"/>
                  </a:lnTo>
                  <a:lnTo>
                    <a:pt x="600773" y="5101748"/>
                  </a:lnTo>
                  <a:lnTo>
                    <a:pt x="600891" y="5101748"/>
                  </a:lnTo>
                  <a:lnTo>
                    <a:pt x="600891" y="5101318"/>
                  </a:lnTo>
                  <a:lnTo>
                    <a:pt x="601008" y="5101318"/>
                  </a:lnTo>
                  <a:lnTo>
                    <a:pt x="601008" y="5100887"/>
                  </a:lnTo>
                  <a:lnTo>
                    <a:pt x="601008" y="5100457"/>
                  </a:lnTo>
                  <a:lnTo>
                    <a:pt x="601126" y="5100457"/>
                  </a:lnTo>
                  <a:lnTo>
                    <a:pt x="601126" y="5100026"/>
                  </a:lnTo>
                  <a:lnTo>
                    <a:pt x="601244" y="5100026"/>
                  </a:lnTo>
                  <a:lnTo>
                    <a:pt x="601361" y="5100026"/>
                  </a:lnTo>
                  <a:lnTo>
                    <a:pt x="601361" y="5099595"/>
                  </a:lnTo>
                  <a:lnTo>
                    <a:pt x="601479" y="5099595"/>
                  </a:lnTo>
                  <a:lnTo>
                    <a:pt x="601596" y="5099595"/>
                  </a:lnTo>
                  <a:lnTo>
                    <a:pt x="601714" y="5099595"/>
                  </a:lnTo>
                  <a:lnTo>
                    <a:pt x="601832" y="5099595"/>
                  </a:lnTo>
                  <a:lnTo>
                    <a:pt x="601949" y="5099595"/>
                  </a:lnTo>
                  <a:lnTo>
                    <a:pt x="602067" y="5099595"/>
                  </a:lnTo>
                  <a:lnTo>
                    <a:pt x="602067" y="5099165"/>
                  </a:lnTo>
                  <a:lnTo>
                    <a:pt x="602185" y="5099165"/>
                  </a:lnTo>
                  <a:lnTo>
                    <a:pt x="602185" y="5098734"/>
                  </a:lnTo>
                  <a:lnTo>
                    <a:pt x="602302" y="5098734"/>
                  </a:lnTo>
                  <a:lnTo>
                    <a:pt x="602302" y="5098304"/>
                  </a:lnTo>
                  <a:lnTo>
                    <a:pt x="602302" y="5097873"/>
                  </a:lnTo>
                  <a:lnTo>
                    <a:pt x="602420" y="5097873"/>
                  </a:lnTo>
                  <a:lnTo>
                    <a:pt x="602537" y="5097873"/>
                  </a:lnTo>
                  <a:lnTo>
                    <a:pt x="602537" y="5097442"/>
                  </a:lnTo>
                  <a:lnTo>
                    <a:pt x="602655" y="5097442"/>
                  </a:lnTo>
                  <a:lnTo>
                    <a:pt x="602655" y="5097012"/>
                  </a:lnTo>
                  <a:lnTo>
                    <a:pt x="602655" y="5096581"/>
                  </a:lnTo>
                  <a:lnTo>
                    <a:pt x="602773" y="5096581"/>
                  </a:lnTo>
                  <a:lnTo>
                    <a:pt x="602890" y="5096581"/>
                  </a:lnTo>
                  <a:lnTo>
                    <a:pt x="602890" y="5096151"/>
                  </a:lnTo>
                  <a:lnTo>
                    <a:pt x="602890" y="5095720"/>
                  </a:lnTo>
                  <a:lnTo>
                    <a:pt x="602890" y="5095289"/>
                  </a:lnTo>
                  <a:lnTo>
                    <a:pt x="603008" y="5095289"/>
                  </a:lnTo>
                  <a:lnTo>
                    <a:pt x="603125" y="5095289"/>
                  </a:lnTo>
                  <a:lnTo>
                    <a:pt x="603125" y="5094859"/>
                  </a:lnTo>
                  <a:lnTo>
                    <a:pt x="603243" y="5094859"/>
                  </a:lnTo>
                  <a:lnTo>
                    <a:pt x="603361" y="5094859"/>
                  </a:lnTo>
                  <a:lnTo>
                    <a:pt x="603361" y="5094428"/>
                  </a:lnTo>
                  <a:lnTo>
                    <a:pt x="603478" y="5094428"/>
                  </a:lnTo>
                  <a:lnTo>
                    <a:pt x="603596" y="5094428"/>
                  </a:lnTo>
                  <a:lnTo>
                    <a:pt x="603714" y="5094428"/>
                  </a:lnTo>
                  <a:lnTo>
                    <a:pt x="603714" y="5093998"/>
                  </a:lnTo>
                  <a:lnTo>
                    <a:pt x="603831" y="5093998"/>
                  </a:lnTo>
                  <a:lnTo>
                    <a:pt x="603949" y="5093998"/>
                  </a:lnTo>
                  <a:lnTo>
                    <a:pt x="604066" y="5093998"/>
                  </a:lnTo>
                  <a:lnTo>
                    <a:pt x="604184" y="5093998"/>
                  </a:lnTo>
                  <a:lnTo>
                    <a:pt x="604302" y="5093998"/>
                  </a:lnTo>
                  <a:lnTo>
                    <a:pt x="604419" y="5093998"/>
                  </a:lnTo>
                  <a:lnTo>
                    <a:pt x="604419" y="5093567"/>
                  </a:lnTo>
                  <a:lnTo>
                    <a:pt x="604419" y="5093136"/>
                  </a:lnTo>
                  <a:lnTo>
                    <a:pt x="604537" y="5093136"/>
                  </a:lnTo>
                  <a:lnTo>
                    <a:pt x="604537" y="5092706"/>
                  </a:lnTo>
                  <a:lnTo>
                    <a:pt x="604654" y="5092706"/>
                  </a:lnTo>
                  <a:lnTo>
                    <a:pt x="604772" y="5092706"/>
                  </a:lnTo>
                  <a:lnTo>
                    <a:pt x="604890" y="5092706"/>
                  </a:lnTo>
                  <a:lnTo>
                    <a:pt x="604890" y="5092275"/>
                  </a:lnTo>
                  <a:lnTo>
                    <a:pt x="604890" y="5091845"/>
                  </a:lnTo>
                  <a:lnTo>
                    <a:pt x="605007" y="5091845"/>
                  </a:lnTo>
                  <a:lnTo>
                    <a:pt x="605125" y="5091845"/>
                  </a:lnTo>
                  <a:lnTo>
                    <a:pt x="605125" y="5091414"/>
                  </a:lnTo>
                  <a:lnTo>
                    <a:pt x="605125" y="5090983"/>
                  </a:lnTo>
                  <a:lnTo>
                    <a:pt x="605243" y="5090983"/>
                  </a:lnTo>
                  <a:lnTo>
                    <a:pt x="605360" y="5090983"/>
                  </a:lnTo>
                  <a:lnTo>
                    <a:pt x="605478" y="5090983"/>
                  </a:lnTo>
                  <a:lnTo>
                    <a:pt x="605595" y="5090983"/>
                  </a:lnTo>
                  <a:lnTo>
                    <a:pt x="605713" y="5090983"/>
                  </a:lnTo>
                  <a:lnTo>
                    <a:pt x="605831" y="5090983"/>
                  </a:lnTo>
                  <a:lnTo>
                    <a:pt x="605948" y="5090983"/>
                  </a:lnTo>
                  <a:lnTo>
                    <a:pt x="606066" y="5090983"/>
                  </a:lnTo>
                  <a:lnTo>
                    <a:pt x="606183" y="5090983"/>
                  </a:lnTo>
                  <a:lnTo>
                    <a:pt x="606183" y="5090553"/>
                  </a:lnTo>
                  <a:lnTo>
                    <a:pt x="606301" y="5090553"/>
                  </a:lnTo>
                  <a:lnTo>
                    <a:pt x="606301" y="5090122"/>
                  </a:lnTo>
                  <a:lnTo>
                    <a:pt x="606419" y="5090122"/>
                  </a:lnTo>
                  <a:lnTo>
                    <a:pt x="606536" y="5090122"/>
                  </a:lnTo>
                  <a:lnTo>
                    <a:pt x="606536" y="5089692"/>
                  </a:lnTo>
                  <a:lnTo>
                    <a:pt x="606536" y="5089261"/>
                  </a:lnTo>
                  <a:lnTo>
                    <a:pt x="606654" y="5089261"/>
                  </a:lnTo>
                  <a:lnTo>
                    <a:pt x="606771" y="5089261"/>
                  </a:lnTo>
                  <a:lnTo>
                    <a:pt x="606771" y="5088830"/>
                  </a:lnTo>
                  <a:lnTo>
                    <a:pt x="606889" y="5088830"/>
                  </a:lnTo>
                  <a:lnTo>
                    <a:pt x="606889" y="5088400"/>
                  </a:lnTo>
                  <a:lnTo>
                    <a:pt x="607007" y="5088400"/>
                  </a:lnTo>
                  <a:lnTo>
                    <a:pt x="607007" y="5087969"/>
                  </a:lnTo>
                  <a:lnTo>
                    <a:pt x="607124" y="5087969"/>
                  </a:lnTo>
                  <a:lnTo>
                    <a:pt x="607124" y="5087539"/>
                  </a:lnTo>
                  <a:lnTo>
                    <a:pt x="607242" y="5087539"/>
                  </a:lnTo>
                  <a:lnTo>
                    <a:pt x="607360" y="5087539"/>
                  </a:lnTo>
                  <a:lnTo>
                    <a:pt x="607360" y="5087108"/>
                  </a:lnTo>
                  <a:lnTo>
                    <a:pt x="607477" y="5087108"/>
                  </a:lnTo>
                  <a:lnTo>
                    <a:pt x="607595" y="5087108"/>
                  </a:lnTo>
                  <a:lnTo>
                    <a:pt x="607712" y="5087108"/>
                  </a:lnTo>
                  <a:lnTo>
                    <a:pt x="607712" y="5086677"/>
                  </a:lnTo>
                  <a:lnTo>
                    <a:pt x="607830" y="5086677"/>
                  </a:lnTo>
                  <a:lnTo>
                    <a:pt x="607948" y="5086677"/>
                  </a:lnTo>
                  <a:lnTo>
                    <a:pt x="608065" y="5086677"/>
                  </a:lnTo>
                  <a:lnTo>
                    <a:pt x="608183" y="5086677"/>
                  </a:lnTo>
                  <a:lnTo>
                    <a:pt x="608183" y="5086247"/>
                  </a:lnTo>
                  <a:lnTo>
                    <a:pt x="608300" y="5086247"/>
                  </a:lnTo>
                  <a:lnTo>
                    <a:pt x="608418" y="5086247"/>
                  </a:lnTo>
                  <a:lnTo>
                    <a:pt x="608536" y="5086247"/>
                  </a:lnTo>
                  <a:lnTo>
                    <a:pt x="608653" y="5086247"/>
                  </a:lnTo>
                  <a:lnTo>
                    <a:pt x="608771" y="5086247"/>
                  </a:lnTo>
                  <a:lnTo>
                    <a:pt x="608889" y="5086247"/>
                  </a:lnTo>
                  <a:lnTo>
                    <a:pt x="609006" y="5086247"/>
                  </a:lnTo>
                  <a:lnTo>
                    <a:pt x="609006" y="5085816"/>
                  </a:lnTo>
                  <a:lnTo>
                    <a:pt x="609124" y="5085816"/>
                  </a:lnTo>
                  <a:lnTo>
                    <a:pt x="609241" y="5085816"/>
                  </a:lnTo>
                  <a:lnTo>
                    <a:pt x="609359" y="5085816"/>
                  </a:lnTo>
                  <a:lnTo>
                    <a:pt x="609477" y="5085816"/>
                  </a:lnTo>
                  <a:lnTo>
                    <a:pt x="609594" y="5085816"/>
                  </a:lnTo>
                  <a:lnTo>
                    <a:pt x="609594" y="5085386"/>
                  </a:lnTo>
                  <a:lnTo>
                    <a:pt x="609712" y="5085386"/>
                  </a:lnTo>
                  <a:lnTo>
                    <a:pt x="609829" y="5085386"/>
                  </a:lnTo>
                  <a:lnTo>
                    <a:pt x="609947" y="5085386"/>
                  </a:lnTo>
                  <a:lnTo>
                    <a:pt x="610065" y="5085386"/>
                  </a:lnTo>
                  <a:lnTo>
                    <a:pt x="610182" y="5085386"/>
                  </a:lnTo>
                  <a:lnTo>
                    <a:pt x="610300" y="5085386"/>
                  </a:lnTo>
                  <a:lnTo>
                    <a:pt x="610418" y="5085386"/>
                  </a:lnTo>
                  <a:lnTo>
                    <a:pt x="610418" y="5084955"/>
                  </a:lnTo>
                  <a:lnTo>
                    <a:pt x="610418" y="5084524"/>
                  </a:lnTo>
                  <a:lnTo>
                    <a:pt x="610418" y="5084094"/>
                  </a:lnTo>
                  <a:lnTo>
                    <a:pt x="610535" y="5084094"/>
                  </a:lnTo>
                  <a:lnTo>
                    <a:pt x="610653" y="5084094"/>
                  </a:lnTo>
                  <a:lnTo>
                    <a:pt x="610770" y="5084094"/>
                  </a:lnTo>
                  <a:lnTo>
                    <a:pt x="610888" y="5084094"/>
                  </a:lnTo>
                  <a:lnTo>
                    <a:pt x="611006" y="5084094"/>
                  </a:lnTo>
                  <a:lnTo>
                    <a:pt x="611123" y="5084094"/>
                  </a:lnTo>
                  <a:lnTo>
                    <a:pt x="611123" y="5083663"/>
                  </a:lnTo>
                  <a:lnTo>
                    <a:pt x="611241" y="5083663"/>
                  </a:lnTo>
                  <a:lnTo>
                    <a:pt x="611241" y="5083233"/>
                  </a:lnTo>
                  <a:lnTo>
                    <a:pt x="611241" y="5082802"/>
                  </a:lnTo>
                  <a:lnTo>
                    <a:pt x="611241" y="5082371"/>
                  </a:lnTo>
                  <a:lnTo>
                    <a:pt x="611358" y="5082371"/>
                  </a:lnTo>
                  <a:lnTo>
                    <a:pt x="611476" y="5082371"/>
                  </a:lnTo>
                  <a:lnTo>
                    <a:pt x="611476" y="5081941"/>
                  </a:lnTo>
                  <a:lnTo>
                    <a:pt x="611476" y="5081510"/>
                  </a:lnTo>
                  <a:lnTo>
                    <a:pt x="611476" y="5081080"/>
                  </a:lnTo>
                  <a:lnTo>
                    <a:pt x="611594" y="5081080"/>
                  </a:lnTo>
                  <a:lnTo>
                    <a:pt x="611711" y="5081080"/>
                  </a:lnTo>
                  <a:lnTo>
                    <a:pt x="611711" y="5080649"/>
                  </a:lnTo>
                  <a:lnTo>
                    <a:pt x="611829" y="5080649"/>
                  </a:lnTo>
                  <a:lnTo>
                    <a:pt x="611947" y="5080649"/>
                  </a:lnTo>
                  <a:lnTo>
                    <a:pt x="611947" y="5080218"/>
                  </a:lnTo>
                  <a:lnTo>
                    <a:pt x="611947" y="5079788"/>
                  </a:lnTo>
                  <a:lnTo>
                    <a:pt x="611947" y="5079357"/>
                  </a:lnTo>
                  <a:lnTo>
                    <a:pt x="611947" y="5078927"/>
                  </a:lnTo>
                  <a:lnTo>
                    <a:pt x="611947" y="5078496"/>
                  </a:lnTo>
                  <a:lnTo>
                    <a:pt x="612064" y="5078496"/>
                  </a:lnTo>
                  <a:lnTo>
                    <a:pt x="612182" y="5078496"/>
                  </a:lnTo>
                  <a:lnTo>
                    <a:pt x="612182" y="5078065"/>
                  </a:lnTo>
                  <a:lnTo>
                    <a:pt x="612182" y="5077635"/>
                  </a:lnTo>
                  <a:lnTo>
                    <a:pt x="612299" y="5077635"/>
                  </a:lnTo>
                  <a:lnTo>
                    <a:pt x="612299" y="5077204"/>
                  </a:lnTo>
                  <a:lnTo>
                    <a:pt x="612417" y="5077204"/>
                  </a:lnTo>
                  <a:lnTo>
                    <a:pt x="612417" y="5076774"/>
                  </a:lnTo>
                  <a:lnTo>
                    <a:pt x="612535" y="5076774"/>
                  </a:lnTo>
                  <a:lnTo>
                    <a:pt x="612535" y="5076343"/>
                  </a:lnTo>
                  <a:lnTo>
                    <a:pt x="612652" y="5076343"/>
                  </a:lnTo>
                  <a:lnTo>
                    <a:pt x="612652" y="5075912"/>
                  </a:lnTo>
                  <a:lnTo>
                    <a:pt x="612652" y="5075482"/>
                  </a:lnTo>
                  <a:lnTo>
                    <a:pt x="612770" y="5075482"/>
                  </a:lnTo>
                  <a:lnTo>
                    <a:pt x="612770" y="5075051"/>
                  </a:lnTo>
                  <a:lnTo>
                    <a:pt x="612887" y="5075051"/>
                  </a:lnTo>
                  <a:lnTo>
                    <a:pt x="613005" y="5075051"/>
                  </a:lnTo>
                  <a:lnTo>
                    <a:pt x="613123" y="5075051"/>
                  </a:lnTo>
                  <a:lnTo>
                    <a:pt x="613240" y="5075051"/>
                  </a:lnTo>
                  <a:lnTo>
                    <a:pt x="613358" y="5075051"/>
                  </a:lnTo>
                  <a:lnTo>
                    <a:pt x="613476" y="5075051"/>
                  </a:lnTo>
                  <a:lnTo>
                    <a:pt x="613476" y="5074621"/>
                  </a:lnTo>
                  <a:lnTo>
                    <a:pt x="613593" y="5074621"/>
                  </a:lnTo>
                  <a:lnTo>
                    <a:pt x="613593" y="5074190"/>
                  </a:lnTo>
                  <a:lnTo>
                    <a:pt x="613711" y="5074190"/>
                  </a:lnTo>
                  <a:lnTo>
                    <a:pt x="613711" y="5073759"/>
                  </a:lnTo>
                  <a:lnTo>
                    <a:pt x="613828" y="5073759"/>
                  </a:lnTo>
                  <a:lnTo>
                    <a:pt x="613828" y="5073329"/>
                  </a:lnTo>
                  <a:lnTo>
                    <a:pt x="613828" y="5072898"/>
                  </a:lnTo>
                  <a:lnTo>
                    <a:pt x="613946" y="5072898"/>
                  </a:lnTo>
                  <a:lnTo>
                    <a:pt x="614064" y="5072898"/>
                  </a:lnTo>
                  <a:lnTo>
                    <a:pt x="614064" y="5072468"/>
                  </a:lnTo>
                  <a:lnTo>
                    <a:pt x="614064" y="5072037"/>
                  </a:lnTo>
                  <a:lnTo>
                    <a:pt x="614181" y="5072037"/>
                  </a:lnTo>
                  <a:lnTo>
                    <a:pt x="614181" y="5071606"/>
                  </a:lnTo>
                  <a:lnTo>
                    <a:pt x="614181" y="5071176"/>
                  </a:lnTo>
                  <a:lnTo>
                    <a:pt x="614181" y="5070745"/>
                  </a:lnTo>
                  <a:lnTo>
                    <a:pt x="614181" y="5070315"/>
                  </a:lnTo>
                  <a:lnTo>
                    <a:pt x="614181" y="5069884"/>
                  </a:lnTo>
                  <a:lnTo>
                    <a:pt x="614299" y="5069884"/>
                  </a:lnTo>
                  <a:lnTo>
                    <a:pt x="614299" y="5069453"/>
                  </a:lnTo>
                  <a:lnTo>
                    <a:pt x="614299" y="5069023"/>
                  </a:lnTo>
                  <a:lnTo>
                    <a:pt x="614416" y="5069023"/>
                  </a:lnTo>
                  <a:lnTo>
                    <a:pt x="614534" y="5069023"/>
                  </a:lnTo>
                  <a:lnTo>
                    <a:pt x="614534" y="5068592"/>
                  </a:lnTo>
                  <a:lnTo>
                    <a:pt x="614652" y="5068592"/>
                  </a:lnTo>
                  <a:lnTo>
                    <a:pt x="614769" y="5068592"/>
                  </a:lnTo>
                  <a:lnTo>
                    <a:pt x="614769" y="5068162"/>
                  </a:lnTo>
                  <a:lnTo>
                    <a:pt x="614769" y="5067731"/>
                  </a:lnTo>
                  <a:lnTo>
                    <a:pt x="614769" y="5067300"/>
                  </a:lnTo>
                  <a:lnTo>
                    <a:pt x="614887" y="5067300"/>
                  </a:lnTo>
                  <a:lnTo>
                    <a:pt x="614887" y="5066870"/>
                  </a:lnTo>
                  <a:lnTo>
                    <a:pt x="615004" y="5066870"/>
                  </a:lnTo>
                  <a:lnTo>
                    <a:pt x="615122" y="5066870"/>
                  </a:lnTo>
                  <a:lnTo>
                    <a:pt x="615240" y="5066870"/>
                  </a:lnTo>
                  <a:lnTo>
                    <a:pt x="615357" y="5066870"/>
                  </a:lnTo>
                  <a:lnTo>
                    <a:pt x="615475" y="5066870"/>
                  </a:lnTo>
                  <a:lnTo>
                    <a:pt x="615593" y="5066870"/>
                  </a:lnTo>
                  <a:lnTo>
                    <a:pt x="615710" y="5066870"/>
                  </a:lnTo>
                  <a:lnTo>
                    <a:pt x="615828" y="5066870"/>
                  </a:lnTo>
                  <a:lnTo>
                    <a:pt x="615945" y="5066870"/>
                  </a:lnTo>
                  <a:lnTo>
                    <a:pt x="616063" y="5066870"/>
                  </a:lnTo>
                  <a:lnTo>
                    <a:pt x="616063" y="5066439"/>
                  </a:lnTo>
                  <a:lnTo>
                    <a:pt x="616063" y="5066009"/>
                  </a:lnTo>
                  <a:lnTo>
                    <a:pt x="616181" y="5066009"/>
                  </a:lnTo>
                  <a:lnTo>
                    <a:pt x="616298" y="5066009"/>
                  </a:lnTo>
                  <a:lnTo>
                    <a:pt x="616416" y="5066009"/>
                  </a:lnTo>
                  <a:lnTo>
                    <a:pt x="616533" y="5066009"/>
                  </a:lnTo>
                  <a:lnTo>
                    <a:pt x="616533" y="5065578"/>
                  </a:lnTo>
                  <a:lnTo>
                    <a:pt x="616651" y="5065578"/>
                  </a:lnTo>
                  <a:lnTo>
                    <a:pt x="616769" y="5065578"/>
                  </a:lnTo>
                  <a:lnTo>
                    <a:pt x="616886" y="5065578"/>
                  </a:lnTo>
                  <a:lnTo>
                    <a:pt x="617004" y="5065578"/>
                  </a:lnTo>
                  <a:lnTo>
                    <a:pt x="617004" y="5065147"/>
                  </a:lnTo>
                  <a:lnTo>
                    <a:pt x="617122" y="5065147"/>
                  </a:lnTo>
                  <a:lnTo>
                    <a:pt x="617122" y="5064717"/>
                  </a:lnTo>
                  <a:lnTo>
                    <a:pt x="617239" y="5064717"/>
                  </a:lnTo>
                  <a:lnTo>
                    <a:pt x="617239" y="5064286"/>
                  </a:lnTo>
                  <a:lnTo>
                    <a:pt x="617239" y="5063856"/>
                  </a:lnTo>
                  <a:lnTo>
                    <a:pt x="617239" y="5063425"/>
                  </a:lnTo>
                  <a:lnTo>
                    <a:pt x="617357" y="5063425"/>
                  </a:lnTo>
                  <a:lnTo>
                    <a:pt x="617474" y="5063425"/>
                  </a:lnTo>
                  <a:lnTo>
                    <a:pt x="617592" y="5063425"/>
                  </a:lnTo>
                  <a:lnTo>
                    <a:pt x="617710" y="5063425"/>
                  </a:lnTo>
                  <a:lnTo>
                    <a:pt x="617827" y="5063425"/>
                  </a:lnTo>
                  <a:lnTo>
                    <a:pt x="617945" y="5063425"/>
                  </a:lnTo>
                  <a:lnTo>
                    <a:pt x="618062" y="5063425"/>
                  </a:lnTo>
                  <a:lnTo>
                    <a:pt x="618062" y="5062994"/>
                  </a:lnTo>
                  <a:lnTo>
                    <a:pt x="618180" y="5062994"/>
                  </a:lnTo>
                  <a:lnTo>
                    <a:pt x="618298" y="5062994"/>
                  </a:lnTo>
                  <a:lnTo>
                    <a:pt x="618415" y="5062994"/>
                  </a:lnTo>
                  <a:lnTo>
                    <a:pt x="618533" y="5062994"/>
                  </a:lnTo>
                  <a:lnTo>
                    <a:pt x="618651" y="5062994"/>
                  </a:lnTo>
                  <a:lnTo>
                    <a:pt x="618768" y="5062994"/>
                  </a:lnTo>
                  <a:lnTo>
                    <a:pt x="618886" y="5062994"/>
                  </a:lnTo>
                  <a:lnTo>
                    <a:pt x="619003" y="5062994"/>
                  </a:lnTo>
                  <a:lnTo>
                    <a:pt x="619121" y="5062994"/>
                  </a:lnTo>
                  <a:lnTo>
                    <a:pt x="619239" y="5062994"/>
                  </a:lnTo>
                  <a:lnTo>
                    <a:pt x="619356" y="5062994"/>
                  </a:lnTo>
                  <a:lnTo>
                    <a:pt x="619356" y="5062564"/>
                  </a:lnTo>
                  <a:lnTo>
                    <a:pt x="619474" y="5062564"/>
                  </a:lnTo>
                  <a:lnTo>
                    <a:pt x="619474" y="5062133"/>
                  </a:lnTo>
                  <a:lnTo>
                    <a:pt x="619591" y="5062133"/>
                  </a:lnTo>
                  <a:lnTo>
                    <a:pt x="619591" y="5061703"/>
                  </a:lnTo>
                  <a:lnTo>
                    <a:pt x="619591" y="5061272"/>
                  </a:lnTo>
                  <a:lnTo>
                    <a:pt x="619709" y="5061272"/>
                  </a:lnTo>
                  <a:lnTo>
                    <a:pt x="619709" y="5060841"/>
                  </a:lnTo>
                  <a:lnTo>
                    <a:pt x="619709" y="5060411"/>
                  </a:lnTo>
                  <a:lnTo>
                    <a:pt x="619709" y="5059980"/>
                  </a:lnTo>
                  <a:lnTo>
                    <a:pt x="619827" y="5059980"/>
                  </a:lnTo>
                  <a:lnTo>
                    <a:pt x="619827" y="5059550"/>
                  </a:lnTo>
                  <a:lnTo>
                    <a:pt x="619944" y="5059550"/>
                  </a:lnTo>
                  <a:lnTo>
                    <a:pt x="620062" y="5059550"/>
                  </a:lnTo>
                  <a:lnTo>
                    <a:pt x="620180" y="5059550"/>
                  </a:lnTo>
                  <a:lnTo>
                    <a:pt x="620297" y="5059550"/>
                  </a:lnTo>
                  <a:lnTo>
                    <a:pt x="620297" y="5059119"/>
                  </a:lnTo>
                  <a:lnTo>
                    <a:pt x="620415" y="5059119"/>
                  </a:lnTo>
                  <a:lnTo>
                    <a:pt x="620415" y="5058688"/>
                  </a:lnTo>
                  <a:lnTo>
                    <a:pt x="620415" y="5058258"/>
                  </a:lnTo>
                  <a:lnTo>
                    <a:pt x="620532" y="5058258"/>
                  </a:lnTo>
                  <a:lnTo>
                    <a:pt x="620650" y="5058258"/>
                  </a:lnTo>
                  <a:lnTo>
                    <a:pt x="620768" y="5058258"/>
                  </a:lnTo>
                  <a:lnTo>
                    <a:pt x="620768" y="5057827"/>
                  </a:lnTo>
                  <a:lnTo>
                    <a:pt x="620885" y="5057827"/>
                  </a:lnTo>
                  <a:lnTo>
                    <a:pt x="620885" y="5057397"/>
                  </a:lnTo>
                  <a:lnTo>
                    <a:pt x="620885" y="5056966"/>
                  </a:lnTo>
                  <a:lnTo>
                    <a:pt x="621003" y="5056966"/>
                  </a:lnTo>
                  <a:lnTo>
                    <a:pt x="621120" y="5056966"/>
                  </a:lnTo>
                  <a:lnTo>
                    <a:pt x="621238" y="5056966"/>
                  </a:lnTo>
                  <a:lnTo>
                    <a:pt x="621356" y="5056966"/>
                  </a:lnTo>
                  <a:lnTo>
                    <a:pt x="621473" y="5056966"/>
                  </a:lnTo>
                  <a:lnTo>
                    <a:pt x="621591" y="5056966"/>
                  </a:lnTo>
                  <a:lnTo>
                    <a:pt x="621591" y="5056535"/>
                  </a:lnTo>
                  <a:lnTo>
                    <a:pt x="621709" y="5056535"/>
                  </a:lnTo>
                  <a:lnTo>
                    <a:pt x="621826" y="5056535"/>
                  </a:lnTo>
                  <a:lnTo>
                    <a:pt x="621944" y="5056535"/>
                  </a:lnTo>
                  <a:lnTo>
                    <a:pt x="622061" y="5056535"/>
                  </a:lnTo>
                  <a:lnTo>
                    <a:pt x="622061" y="5056105"/>
                  </a:lnTo>
                  <a:lnTo>
                    <a:pt x="622179" y="5056105"/>
                  </a:lnTo>
                  <a:lnTo>
                    <a:pt x="622179" y="5055674"/>
                  </a:lnTo>
                  <a:lnTo>
                    <a:pt x="622297" y="5055674"/>
                  </a:lnTo>
                  <a:lnTo>
                    <a:pt x="622297" y="5055244"/>
                  </a:lnTo>
                  <a:lnTo>
                    <a:pt x="622297" y="5054813"/>
                  </a:lnTo>
                  <a:lnTo>
                    <a:pt x="622414" y="5054813"/>
                  </a:lnTo>
                  <a:lnTo>
                    <a:pt x="622414" y="5054382"/>
                  </a:lnTo>
                  <a:lnTo>
                    <a:pt x="622414" y="5053952"/>
                  </a:lnTo>
                  <a:lnTo>
                    <a:pt x="622532" y="5053952"/>
                  </a:lnTo>
                  <a:lnTo>
                    <a:pt x="622532" y="5053521"/>
                  </a:lnTo>
                  <a:lnTo>
                    <a:pt x="622649" y="5053521"/>
                  </a:lnTo>
                  <a:lnTo>
                    <a:pt x="622767" y="5053521"/>
                  </a:lnTo>
                  <a:lnTo>
                    <a:pt x="622885" y="5053521"/>
                  </a:lnTo>
                  <a:lnTo>
                    <a:pt x="622885" y="5053091"/>
                  </a:lnTo>
                  <a:lnTo>
                    <a:pt x="622885" y="5052660"/>
                  </a:lnTo>
                  <a:lnTo>
                    <a:pt x="623002" y="5052660"/>
                  </a:lnTo>
                  <a:lnTo>
                    <a:pt x="623002" y="5052229"/>
                  </a:lnTo>
                  <a:lnTo>
                    <a:pt x="623002" y="5051799"/>
                  </a:lnTo>
                  <a:lnTo>
                    <a:pt x="623002" y="5051368"/>
                  </a:lnTo>
                  <a:lnTo>
                    <a:pt x="623120" y="5051368"/>
                  </a:lnTo>
                  <a:lnTo>
                    <a:pt x="623237" y="5051368"/>
                  </a:lnTo>
                  <a:lnTo>
                    <a:pt x="623355" y="5051368"/>
                  </a:lnTo>
                  <a:lnTo>
                    <a:pt x="623473" y="5051368"/>
                  </a:lnTo>
                  <a:lnTo>
                    <a:pt x="623473" y="5050938"/>
                  </a:lnTo>
                  <a:lnTo>
                    <a:pt x="623473" y="5050507"/>
                  </a:lnTo>
                  <a:lnTo>
                    <a:pt x="623473" y="5050076"/>
                  </a:lnTo>
                  <a:lnTo>
                    <a:pt x="623590" y="5050076"/>
                  </a:lnTo>
                  <a:lnTo>
                    <a:pt x="623708" y="5050076"/>
                  </a:lnTo>
                  <a:lnTo>
                    <a:pt x="623826" y="5050076"/>
                  </a:lnTo>
                  <a:lnTo>
                    <a:pt x="623943" y="5050076"/>
                  </a:lnTo>
                  <a:lnTo>
                    <a:pt x="624061" y="5050076"/>
                  </a:lnTo>
                  <a:lnTo>
                    <a:pt x="624061" y="5049646"/>
                  </a:lnTo>
                  <a:lnTo>
                    <a:pt x="624061" y="5049215"/>
                  </a:lnTo>
                  <a:lnTo>
                    <a:pt x="624178" y="5049215"/>
                  </a:lnTo>
                  <a:lnTo>
                    <a:pt x="624178" y="5048785"/>
                  </a:lnTo>
                  <a:lnTo>
                    <a:pt x="624296" y="5048785"/>
                  </a:lnTo>
                  <a:lnTo>
                    <a:pt x="624414" y="5048785"/>
                  </a:lnTo>
                  <a:lnTo>
                    <a:pt x="624414" y="5048354"/>
                  </a:lnTo>
                  <a:lnTo>
                    <a:pt x="624531" y="5048354"/>
                  </a:lnTo>
                  <a:lnTo>
                    <a:pt x="624649" y="5048354"/>
                  </a:lnTo>
                  <a:lnTo>
                    <a:pt x="624766" y="5048354"/>
                  </a:lnTo>
                  <a:lnTo>
                    <a:pt x="624884" y="5048354"/>
                  </a:lnTo>
                  <a:lnTo>
                    <a:pt x="624884" y="5047923"/>
                  </a:lnTo>
                  <a:lnTo>
                    <a:pt x="625002" y="5047923"/>
                  </a:lnTo>
                  <a:lnTo>
                    <a:pt x="625002" y="5047493"/>
                  </a:lnTo>
                  <a:lnTo>
                    <a:pt x="625119" y="5047493"/>
                  </a:lnTo>
                  <a:lnTo>
                    <a:pt x="625237" y="5047493"/>
                  </a:lnTo>
                  <a:lnTo>
                    <a:pt x="625237" y="5047062"/>
                  </a:lnTo>
                  <a:lnTo>
                    <a:pt x="625355" y="5047062"/>
                  </a:lnTo>
                  <a:lnTo>
                    <a:pt x="625355" y="5046632"/>
                  </a:lnTo>
                  <a:lnTo>
                    <a:pt x="625355" y="5046201"/>
                  </a:lnTo>
                  <a:lnTo>
                    <a:pt x="625355" y="5045770"/>
                  </a:lnTo>
                  <a:lnTo>
                    <a:pt x="625355" y="5045340"/>
                  </a:lnTo>
                  <a:lnTo>
                    <a:pt x="625472" y="5045340"/>
                  </a:lnTo>
                  <a:lnTo>
                    <a:pt x="625590" y="5045340"/>
                  </a:lnTo>
                  <a:lnTo>
                    <a:pt x="625707" y="5045340"/>
                  </a:lnTo>
                  <a:lnTo>
                    <a:pt x="625825" y="5045340"/>
                  </a:lnTo>
                  <a:lnTo>
                    <a:pt x="625943" y="5045340"/>
                  </a:lnTo>
                  <a:lnTo>
                    <a:pt x="625943" y="5044909"/>
                  </a:lnTo>
                  <a:lnTo>
                    <a:pt x="625943" y="5044479"/>
                  </a:lnTo>
                  <a:lnTo>
                    <a:pt x="626060" y="5044479"/>
                  </a:lnTo>
                  <a:lnTo>
                    <a:pt x="626178" y="5044479"/>
                  </a:lnTo>
                  <a:lnTo>
                    <a:pt x="626178" y="5044048"/>
                  </a:lnTo>
                  <a:lnTo>
                    <a:pt x="626295" y="5044048"/>
                  </a:lnTo>
                  <a:lnTo>
                    <a:pt x="626413" y="5044048"/>
                  </a:lnTo>
                  <a:lnTo>
                    <a:pt x="626413" y="5043617"/>
                  </a:lnTo>
                  <a:lnTo>
                    <a:pt x="626531" y="5043617"/>
                  </a:lnTo>
                  <a:lnTo>
                    <a:pt x="626531" y="5043187"/>
                  </a:lnTo>
                  <a:lnTo>
                    <a:pt x="626531" y="5042756"/>
                  </a:lnTo>
                  <a:lnTo>
                    <a:pt x="626531" y="5042326"/>
                  </a:lnTo>
                  <a:lnTo>
                    <a:pt x="626531" y="5041895"/>
                  </a:lnTo>
                  <a:lnTo>
                    <a:pt x="626648" y="5041895"/>
                  </a:lnTo>
                  <a:lnTo>
                    <a:pt x="626648" y="5041464"/>
                  </a:lnTo>
                  <a:lnTo>
                    <a:pt x="626766" y="5041464"/>
                  </a:lnTo>
                  <a:lnTo>
                    <a:pt x="626884" y="5041464"/>
                  </a:lnTo>
                  <a:lnTo>
                    <a:pt x="627001" y="5041464"/>
                  </a:lnTo>
                  <a:lnTo>
                    <a:pt x="627001" y="5041034"/>
                  </a:lnTo>
                  <a:lnTo>
                    <a:pt x="627001" y="5040603"/>
                  </a:lnTo>
                  <a:lnTo>
                    <a:pt x="627119" y="5040603"/>
                  </a:lnTo>
                  <a:lnTo>
                    <a:pt x="627236" y="5040603"/>
                  </a:lnTo>
                  <a:lnTo>
                    <a:pt x="627354" y="5040603"/>
                  </a:lnTo>
                  <a:lnTo>
                    <a:pt x="627472" y="5040603"/>
                  </a:lnTo>
                  <a:lnTo>
                    <a:pt x="627472" y="5040173"/>
                  </a:lnTo>
                  <a:lnTo>
                    <a:pt x="627589" y="5040173"/>
                  </a:lnTo>
                  <a:lnTo>
                    <a:pt x="627589" y="5039742"/>
                  </a:lnTo>
                  <a:lnTo>
                    <a:pt x="627707" y="5039742"/>
                  </a:lnTo>
                  <a:lnTo>
                    <a:pt x="627824" y="5039742"/>
                  </a:lnTo>
                  <a:lnTo>
                    <a:pt x="627942" y="5039742"/>
                  </a:lnTo>
                  <a:lnTo>
                    <a:pt x="628060" y="5039742"/>
                  </a:lnTo>
                  <a:lnTo>
                    <a:pt x="628177" y="5039742"/>
                  </a:lnTo>
                  <a:lnTo>
                    <a:pt x="628295" y="5039742"/>
                  </a:lnTo>
                  <a:lnTo>
                    <a:pt x="628413" y="5039742"/>
                  </a:lnTo>
                  <a:lnTo>
                    <a:pt x="628530" y="5039742"/>
                  </a:lnTo>
                  <a:lnTo>
                    <a:pt x="628648" y="5039742"/>
                  </a:lnTo>
                  <a:lnTo>
                    <a:pt x="628648" y="5039311"/>
                  </a:lnTo>
                  <a:lnTo>
                    <a:pt x="628765" y="5039311"/>
                  </a:lnTo>
                  <a:lnTo>
                    <a:pt x="628765" y="5038881"/>
                  </a:lnTo>
                  <a:lnTo>
                    <a:pt x="628883" y="5038881"/>
                  </a:lnTo>
                  <a:lnTo>
                    <a:pt x="629001" y="5038881"/>
                  </a:lnTo>
                  <a:lnTo>
                    <a:pt x="629118" y="5038881"/>
                  </a:lnTo>
                  <a:lnTo>
                    <a:pt x="629236" y="5038881"/>
                  </a:lnTo>
                  <a:lnTo>
                    <a:pt x="629353" y="5038881"/>
                  </a:lnTo>
                  <a:lnTo>
                    <a:pt x="629471" y="5038881"/>
                  </a:lnTo>
                  <a:lnTo>
                    <a:pt x="629589" y="5038881"/>
                  </a:lnTo>
                  <a:lnTo>
                    <a:pt x="629589" y="5038450"/>
                  </a:lnTo>
                  <a:lnTo>
                    <a:pt x="629706" y="5038450"/>
                  </a:lnTo>
                  <a:lnTo>
                    <a:pt x="629706" y="5038020"/>
                  </a:lnTo>
                  <a:lnTo>
                    <a:pt x="629706" y="5037589"/>
                  </a:lnTo>
                  <a:lnTo>
                    <a:pt x="629824" y="5037589"/>
                  </a:lnTo>
                  <a:lnTo>
                    <a:pt x="629824" y="5037158"/>
                  </a:lnTo>
                  <a:lnTo>
                    <a:pt x="629824" y="5036728"/>
                  </a:lnTo>
                  <a:lnTo>
                    <a:pt x="629942" y="5036728"/>
                  </a:lnTo>
                  <a:lnTo>
                    <a:pt x="630059" y="5036728"/>
                  </a:lnTo>
                  <a:lnTo>
                    <a:pt x="630177" y="5036728"/>
                  </a:lnTo>
                  <a:lnTo>
                    <a:pt x="630294" y="5036728"/>
                  </a:lnTo>
                  <a:lnTo>
                    <a:pt x="630412" y="5036728"/>
                  </a:lnTo>
                  <a:lnTo>
                    <a:pt x="630530" y="5036728"/>
                  </a:lnTo>
                  <a:lnTo>
                    <a:pt x="630530" y="5036297"/>
                  </a:lnTo>
                  <a:lnTo>
                    <a:pt x="630647" y="5036297"/>
                  </a:lnTo>
                  <a:lnTo>
                    <a:pt x="630647" y="5035867"/>
                  </a:lnTo>
                  <a:lnTo>
                    <a:pt x="630647" y="5035436"/>
                  </a:lnTo>
                  <a:lnTo>
                    <a:pt x="630647" y="5035005"/>
                  </a:lnTo>
                  <a:lnTo>
                    <a:pt x="630765" y="5035005"/>
                  </a:lnTo>
                  <a:lnTo>
                    <a:pt x="630882" y="5035005"/>
                  </a:lnTo>
                  <a:lnTo>
                    <a:pt x="631000" y="5035005"/>
                  </a:lnTo>
                  <a:lnTo>
                    <a:pt x="631000" y="5034575"/>
                  </a:lnTo>
                  <a:lnTo>
                    <a:pt x="631000" y="5034144"/>
                  </a:lnTo>
                  <a:lnTo>
                    <a:pt x="631118" y="5034144"/>
                  </a:lnTo>
                  <a:lnTo>
                    <a:pt x="631235" y="5034144"/>
                  </a:lnTo>
                  <a:lnTo>
                    <a:pt x="631353" y="5034144"/>
                  </a:lnTo>
                  <a:lnTo>
                    <a:pt x="631470" y="5034144"/>
                  </a:lnTo>
                  <a:lnTo>
                    <a:pt x="631588" y="5034144"/>
                  </a:lnTo>
                  <a:lnTo>
                    <a:pt x="631588" y="5033714"/>
                  </a:lnTo>
                  <a:lnTo>
                    <a:pt x="631706" y="5033714"/>
                  </a:lnTo>
                  <a:lnTo>
                    <a:pt x="631706" y="5033283"/>
                  </a:lnTo>
                  <a:lnTo>
                    <a:pt x="631823" y="5033283"/>
                  </a:lnTo>
                  <a:lnTo>
                    <a:pt x="631941" y="5033283"/>
                  </a:lnTo>
                  <a:lnTo>
                    <a:pt x="632059" y="5033283"/>
                  </a:lnTo>
                  <a:lnTo>
                    <a:pt x="632176" y="5033283"/>
                  </a:lnTo>
                  <a:lnTo>
                    <a:pt x="632294" y="5033283"/>
                  </a:lnTo>
                  <a:lnTo>
                    <a:pt x="632411" y="5033283"/>
                  </a:lnTo>
                  <a:lnTo>
                    <a:pt x="632529" y="5033283"/>
                  </a:lnTo>
                  <a:lnTo>
                    <a:pt x="632647" y="5033283"/>
                  </a:lnTo>
                  <a:lnTo>
                    <a:pt x="632647" y="5032852"/>
                  </a:lnTo>
                  <a:lnTo>
                    <a:pt x="632764" y="5032852"/>
                  </a:lnTo>
                  <a:lnTo>
                    <a:pt x="632882" y="5032852"/>
                  </a:lnTo>
                  <a:lnTo>
                    <a:pt x="632999" y="5032852"/>
                  </a:lnTo>
                  <a:lnTo>
                    <a:pt x="632999" y="5032422"/>
                  </a:lnTo>
                  <a:lnTo>
                    <a:pt x="633117" y="5032422"/>
                  </a:lnTo>
                  <a:lnTo>
                    <a:pt x="633235" y="5032422"/>
                  </a:lnTo>
                  <a:lnTo>
                    <a:pt x="633235" y="5031991"/>
                  </a:lnTo>
                  <a:lnTo>
                    <a:pt x="633352" y="5031991"/>
                  </a:lnTo>
                  <a:lnTo>
                    <a:pt x="633470" y="5031991"/>
                  </a:lnTo>
                  <a:lnTo>
                    <a:pt x="633470" y="5031561"/>
                  </a:lnTo>
                  <a:lnTo>
                    <a:pt x="633588" y="5031561"/>
                  </a:lnTo>
                  <a:lnTo>
                    <a:pt x="633588" y="5031130"/>
                  </a:lnTo>
                  <a:lnTo>
                    <a:pt x="633588" y="5030699"/>
                  </a:lnTo>
                  <a:lnTo>
                    <a:pt x="633705" y="5030699"/>
                  </a:lnTo>
                  <a:lnTo>
                    <a:pt x="633823" y="5030699"/>
                  </a:lnTo>
                  <a:lnTo>
                    <a:pt x="633940" y="5030699"/>
                  </a:lnTo>
                  <a:lnTo>
                    <a:pt x="634058" y="5030699"/>
                  </a:lnTo>
                  <a:lnTo>
                    <a:pt x="634176" y="5030699"/>
                  </a:lnTo>
                  <a:lnTo>
                    <a:pt x="634176" y="5030269"/>
                  </a:lnTo>
                  <a:lnTo>
                    <a:pt x="634176" y="5029838"/>
                  </a:lnTo>
                  <a:lnTo>
                    <a:pt x="634293" y="5029838"/>
                  </a:lnTo>
                  <a:lnTo>
                    <a:pt x="634411" y="5029838"/>
                  </a:lnTo>
                  <a:lnTo>
                    <a:pt x="634411" y="5029408"/>
                  </a:lnTo>
                  <a:lnTo>
                    <a:pt x="634411" y="5028977"/>
                  </a:lnTo>
                  <a:lnTo>
                    <a:pt x="634528" y="5028977"/>
                  </a:lnTo>
                  <a:lnTo>
                    <a:pt x="634646" y="5028977"/>
                  </a:lnTo>
                  <a:lnTo>
                    <a:pt x="634764" y="5028977"/>
                  </a:lnTo>
                  <a:lnTo>
                    <a:pt x="634881" y="5028977"/>
                  </a:lnTo>
                  <a:lnTo>
                    <a:pt x="634881" y="5028546"/>
                  </a:lnTo>
                  <a:lnTo>
                    <a:pt x="634999" y="5028546"/>
                  </a:lnTo>
                  <a:lnTo>
                    <a:pt x="635117" y="5028546"/>
                  </a:lnTo>
                  <a:lnTo>
                    <a:pt x="635117" y="5028116"/>
                  </a:lnTo>
                  <a:lnTo>
                    <a:pt x="635234" y="5028116"/>
                  </a:lnTo>
                  <a:lnTo>
                    <a:pt x="635234" y="5027685"/>
                  </a:lnTo>
                  <a:lnTo>
                    <a:pt x="635234" y="5027255"/>
                  </a:lnTo>
                  <a:lnTo>
                    <a:pt x="635352" y="5027255"/>
                  </a:lnTo>
                  <a:lnTo>
                    <a:pt x="635469" y="5027255"/>
                  </a:lnTo>
                  <a:lnTo>
                    <a:pt x="635587" y="5027255"/>
                  </a:lnTo>
                  <a:lnTo>
                    <a:pt x="635705" y="5027255"/>
                  </a:lnTo>
                  <a:lnTo>
                    <a:pt x="635822" y="5027255"/>
                  </a:lnTo>
                  <a:lnTo>
                    <a:pt x="635940" y="5027255"/>
                  </a:lnTo>
                  <a:lnTo>
                    <a:pt x="636057" y="5027255"/>
                  </a:lnTo>
                  <a:lnTo>
                    <a:pt x="636175" y="5027255"/>
                  </a:lnTo>
                  <a:lnTo>
                    <a:pt x="636293" y="5027255"/>
                  </a:lnTo>
                  <a:lnTo>
                    <a:pt x="636410" y="5027255"/>
                  </a:lnTo>
                  <a:lnTo>
                    <a:pt x="636528" y="5027255"/>
                  </a:lnTo>
                  <a:lnTo>
                    <a:pt x="636646" y="5027255"/>
                  </a:lnTo>
                  <a:lnTo>
                    <a:pt x="636763" y="5027255"/>
                  </a:lnTo>
                  <a:lnTo>
                    <a:pt x="636763" y="5026824"/>
                  </a:lnTo>
                  <a:lnTo>
                    <a:pt x="636763" y="5026393"/>
                  </a:lnTo>
                  <a:lnTo>
                    <a:pt x="636881" y="5026393"/>
                  </a:lnTo>
                  <a:lnTo>
                    <a:pt x="636998" y="5026393"/>
                  </a:lnTo>
                  <a:lnTo>
                    <a:pt x="637116" y="5026393"/>
                  </a:lnTo>
                  <a:lnTo>
                    <a:pt x="637234" y="5026393"/>
                  </a:lnTo>
                  <a:lnTo>
                    <a:pt x="637234" y="5025963"/>
                  </a:lnTo>
                  <a:lnTo>
                    <a:pt x="637234" y="5025532"/>
                  </a:lnTo>
                  <a:lnTo>
                    <a:pt x="637234" y="5025102"/>
                  </a:lnTo>
                  <a:lnTo>
                    <a:pt x="637351" y="5025102"/>
                  </a:lnTo>
                  <a:lnTo>
                    <a:pt x="637469" y="5025102"/>
                  </a:lnTo>
                  <a:lnTo>
                    <a:pt x="637586" y="5025102"/>
                  </a:lnTo>
                  <a:lnTo>
                    <a:pt x="637586" y="5024671"/>
                  </a:lnTo>
                  <a:lnTo>
                    <a:pt x="637704" y="5024671"/>
                  </a:lnTo>
                  <a:lnTo>
                    <a:pt x="637822" y="5024671"/>
                  </a:lnTo>
                  <a:lnTo>
                    <a:pt x="637939" y="5024671"/>
                  </a:lnTo>
                  <a:lnTo>
                    <a:pt x="638057" y="5024671"/>
                  </a:lnTo>
                  <a:lnTo>
                    <a:pt x="638175" y="5024671"/>
                  </a:lnTo>
                  <a:lnTo>
                    <a:pt x="638175" y="5024240"/>
                  </a:lnTo>
                  <a:lnTo>
                    <a:pt x="638292" y="5024240"/>
                  </a:lnTo>
                  <a:lnTo>
                    <a:pt x="638292" y="5023810"/>
                  </a:lnTo>
                  <a:lnTo>
                    <a:pt x="638292" y="5023379"/>
                  </a:lnTo>
                  <a:lnTo>
                    <a:pt x="638410" y="5023379"/>
                  </a:lnTo>
                  <a:lnTo>
                    <a:pt x="638527" y="5023379"/>
                  </a:lnTo>
                  <a:lnTo>
                    <a:pt x="638645" y="5023379"/>
                  </a:lnTo>
                  <a:lnTo>
                    <a:pt x="638645" y="5022949"/>
                  </a:lnTo>
                  <a:lnTo>
                    <a:pt x="638763" y="5022949"/>
                  </a:lnTo>
                  <a:lnTo>
                    <a:pt x="638880" y="5022949"/>
                  </a:lnTo>
                  <a:lnTo>
                    <a:pt x="638998" y="5022949"/>
                  </a:lnTo>
                  <a:lnTo>
                    <a:pt x="639115" y="5022949"/>
                  </a:lnTo>
                  <a:lnTo>
                    <a:pt x="639233" y="5022949"/>
                  </a:lnTo>
                  <a:lnTo>
                    <a:pt x="639351" y="5022949"/>
                  </a:lnTo>
                  <a:lnTo>
                    <a:pt x="639468" y="5022949"/>
                  </a:lnTo>
                  <a:lnTo>
                    <a:pt x="639468" y="5022518"/>
                  </a:lnTo>
                  <a:lnTo>
                    <a:pt x="639586" y="5022518"/>
                  </a:lnTo>
                  <a:lnTo>
                    <a:pt x="639703" y="5022518"/>
                  </a:lnTo>
                  <a:lnTo>
                    <a:pt x="639821" y="5022518"/>
                  </a:lnTo>
                  <a:lnTo>
                    <a:pt x="639939" y="5022518"/>
                  </a:lnTo>
                  <a:lnTo>
                    <a:pt x="640056" y="5022518"/>
                  </a:lnTo>
                  <a:lnTo>
                    <a:pt x="640174" y="5022518"/>
                  </a:lnTo>
                  <a:lnTo>
                    <a:pt x="640292" y="5022518"/>
                  </a:lnTo>
                  <a:lnTo>
                    <a:pt x="640409" y="5022518"/>
                  </a:lnTo>
                  <a:lnTo>
                    <a:pt x="640527" y="5022518"/>
                  </a:lnTo>
                  <a:lnTo>
                    <a:pt x="640644" y="5022518"/>
                  </a:lnTo>
                  <a:lnTo>
                    <a:pt x="640762" y="5022518"/>
                  </a:lnTo>
                  <a:lnTo>
                    <a:pt x="640762" y="5022087"/>
                  </a:lnTo>
                  <a:lnTo>
                    <a:pt x="640880" y="5022087"/>
                  </a:lnTo>
                  <a:lnTo>
                    <a:pt x="640997" y="5022087"/>
                  </a:lnTo>
                  <a:lnTo>
                    <a:pt x="641115" y="5022087"/>
                  </a:lnTo>
                  <a:lnTo>
                    <a:pt x="641115" y="5021657"/>
                  </a:lnTo>
                  <a:lnTo>
                    <a:pt x="641115" y="5021226"/>
                  </a:lnTo>
                  <a:lnTo>
                    <a:pt x="641232" y="5021226"/>
                  </a:lnTo>
                  <a:lnTo>
                    <a:pt x="641350" y="5021226"/>
                  </a:lnTo>
                  <a:lnTo>
                    <a:pt x="641350" y="5020796"/>
                  </a:lnTo>
                  <a:lnTo>
                    <a:pt x="641468" y="5020796"/>
                  </a:lnTo>
                  <a:lnTo>
                    <a:pt x="641585" y="5020796"/>
                  </a:lnTo>
                  <a:lnTo>
                    <a:pt x="641585" y="5020365"/>
                  </a:lnTo>
                  <a:lnTo>
                    <a:pt x="641703" y="5020365"/>
                  </a:lnTo>
                  <a:lnTo>
                    <a:pt x="641703" y="5019934"/>
                  </a:lnTo>
                  <a:lnTo>
                    <a:pt x="641703" y="5019504"/>
                  </a:lnTo>
                  <a:lnTo>
                    <a:pt x="641821" y="5019504"/>
                  </a:lnTo>
                  <a:lnTo>
                    <a:pt x="641938" y="5019504"/>
                  </a:lnTo>
                  <a:lnTo>
                    <a:pt x="641938" y="5019073"/>
                  </a:lnTo>
                  <a:lnTo>
                    <a:pt x="641938" y="5018643"/>
                  </a:lnTo>
                  <a:lnTo>
                    <a:pt x="642056" y="5018643"/>
                  </a:lnTo>
                  <a:lnTo>
                    <a:pt x="642173" y="5018643"/>
                  </a:lnTo>
                  <a:lnTo>
                    <a:pt x="642173" y="5018212"/>
                  </a:lnTo>
                  <a:lnTo>
                    <a:pt x="642291" y="5018212"/>
                  </a:lnTo>
                  <a:lnTo>
                    <a:pt x="642409" y="5018212"/>
                  </a:lnTo>
                  <a:lnTo>
                    <a:pt x="642526" y="5018212"/>
                  </a:lnTo>
                  <a:lnTo>
                    <a:pt x="642526" y="5017781"/>
                  </a:lnTo>
                  <a:lnTo>
                    <a:pt x="642644" y="5017781"/>
                  </a:lnTo>
                  <a:lnTo>
                    <a:pt x="642761" y="5017781"/>
                  </a:lnTo>
                  <a:lnTo>
                    <a:pt x="642761" y="5017351"/>
                  </a:lnTo>
                  <a:lnTo>
                    <a:pt x="642761" y="5016920"/>
                  </a:lnTo>
                  <a:lnTo>
                    <a:pt x="642879" y="5016920"/>
                  </a:lnTo>
                  <a:lnTo>
                    <a:pt x="642997" y="5016920"/>
                  </a:lnTo>
                  <a:lnTo>
                    <a:pt x="643114" y="5016920"/>
                  </a:lnTo>
                  <a:lnTo>
                    <a:pt x="643232" y="5016920"/>
                  </a:lnTo>
                  <a:lnTo>
                    <a:pt x="643232" y="5016490"/>
                  </a:lnTo>
                  <a:lnTo>
                    <a:pt x="643350" y="5016490"/>
                  </a:lnTo>
                  <a:lnTo>
                    <a:pt x="643467" y="5016490"/>
                  </a:lnTo>
                  <a:lnTo>
                    <a:pt x="643585" y="5016490"/>
                  </a:lnTo>
                  <a:lnTo>
                    <a:pt x="643702" y="5016490"/>
                  </a:lnTo>
                  <a:lnTo>
                    <a:pt x="643820" y="5016490"/>
                  </a:lnTo>
                  <a:lnTo>
                    <a:pt x="643938" y="5016490"/>
                  </a:lnTo>
                  <a:lnTo>
                    <a:pt x="644055" y="5016490"/>
                  </a:lnTo>
                  <a:lnTo>
                    <a:pt x="644055" y="5016059"/>
                  </a:lnTo>
                  <a:lnTo>
                    <a:pt x="644173" y="5016059"/>
                  </a:lnTo>
                  <a:lnTo>
                    <a:pt x="644290" y="5016059"/>
                  </a:lnTo>
                  <a:lnTo>
                    <a:pt x="644408" y="5016059"/>
                  </a:lnTo>
                  <a:lnTo>
                    <a:pt x="644526" y="5016059"/>
                  </a:lnTo>
                  <a:lnTo>
                    <a:pt x="644643" y="5016059"/>
                  </a:lnTo>
                  <a:lnTo>
                    <a:pt x="644761" y="5016059"/>
                  </a:lnTo>
                  <a:lnTo>
                    <a:pt x="644761" y="5015628"/>
                  </a:lnTo>
                  <a:lnTo>
                    <a:pt x="644879" y="5015628"/>
                  </a:lnTo>
                  <a:lnTo>
                    <a:pt x="644996" y="5015628"/>
                  </a:lnTo>
                  <a:lnTo>
                    <a:pt x="644996" y="5015198"/>
                  </a:lnTo>
                  <a:lnTo>
                    <a:pt x="644996" y="5014767"/>
                  </a:lnTo>
                  <a:lnTo>
                    <a:pt x="645114" y="5014767"/>
                  </a:lnTo>
                  <a:lnTo>
                    <a:pt x="645231" y="5014767"/>
                  </a:lnTo>
                  <a:lnTo>
                    <a:pt x="645231" y="5014337"/>
                  </a:lnTo>
                  <a:lnTo>
                    <a:pt x="645349" y="5014337"/>
                  </a:lnTo>
                  <a:lnTo>
                    <a:pt x="645467" y="5014337"/>
                  </a:lnTo>
                  <a:lnTo>
                    <a:pt x="645584" y="5014337"/>
                  </a:lnTo>
                  <a:lnTo>
                    <a:pt x="645702" y="5014337"/>
                  </a:lnTo>
                  <a:lnTo>
                    <a:pt x="645819" y="5014337"/>
                  </a:lnTo>
                  <a:lnTo>
                    <a:pt x="645937" y="5014337"/>
                  </a:lnTo>
                  <a:lnTo>
                    <a:pt x="646055" y="5014337"/>
                  </a:lnTo>
                  <a:lnTo>
                    <a:pt x="646172" y="5014337"/>
                  </a:lnTo>
                  <a:lnTo>
                    <a:pt x="646290" y="5014337"/>
                  </a:lnTo>
                  <a:lnTo>
                    <a:pt x="646407" y="5014337"/>
                  </a:lnTo>
                  <a:lnTo>
                    <a:pt x="646407" y="5013906"/>
                  </a:lnTo>
                  <a:lnTo>
                    <a:pt x="646525" y="5013906"/>
                  </a:lnTo>
                  <a:lnTo>
                    <a:pt x="646643" y="5013906"/>
                  </a:lnTo>
                  <a:lnTo>
                    <a:pt x="646760" y="5013906"/>
                  </a:lnTo>
                  <a:lnTo>
                    <a:pt x="646760" y="5013475"/>
                  </a:lnTo>
                  <a:lnTo>
                    <a:pt x="646878" y="5013475"/>
                  </a:lnTo>
                  <a:lnTo>
                    <a:pt x="646878" y="5013045"/>
                  </a:lnTo>
                  <a:lnTo>
                    <a:pt x="646996" y="5013045"/>
                  </a:lnTo>
                  <a:lnTo>
                    <a:pt x="647113" y="5013045"/>
                  </a:lnTo>
                  <a:lnTo>
                    <a:pt x="647231" y="5013045"/>
                  </a:lnTo>
                  <a:lnTo>
                    <a:pt x="647348" y="5013045"/>
                  </a:lnTo>
                  <a:lnTo>
                    <a:pt x="647466" y="5013045"/>
                  </a:lnTo>
                  <a:lnTo>
                    <a:pt x="647466" y="5012614"/>
                  </a:lnTo>
                  <a:lnTo>
                    <a:pt x="647584" y="5012614"/>
                  </a:lnTo>
                  <a:lnTo>
                    <a:pt x="647584" y="5012184"/>
                  </a:lnTo>
                  <a:lnTo>
                    <a:pt x="647701" y="5012184"/>
                  </a:lnTo>
                  <a:lnTo>
                    <a:pt x="647701" y="5011753"/>
                  </a:lnTo>
                  <a:lnTo>
                    <a:pt x="647819" y="5011753"/>
                  </a:lnTo>
                  <a:lnTo>
                    <a:pt x="647819" y="5011322"/>
                  </a:lnTo>
                  <a:lnTo>
                    <a:pt x="647936" y="5011322"/>
                  </a:lnTo>
                  <a:lnTo>
                    <a:pt x="648054" y="5011322"/>
                  </a:lnTo>
                  <a:lnTo>
                    <a:pt x="648054" y="5010892"/>
                  </a:lnTo>
                  <a:lnTo>
                    <a:pt x="648054" y="5010461"/>
                  </a:lnTo>
                  <a:lnTo>
                    <a:pt x="648054" y="5010031"/>
                  </a:lnTo>
                  <a:lnTo>
                    <a:pt x="648172" y="5010031"/>
                  </a:lnTo>
                  <a:lnTo>
                    <a:pt x="648289" y="5010031"/>
                  </a:lnTo>
                  <a:lnTo>
                    <a:pt x="648407" y="5010031"/>
                  </a:lnTo>
                  <a:lnTo>
                    <a:pt x="648525" y="5010031"/>
                  </a:lnTo>
                  <a:lnTo>
                    <a:pt x="648642" y="5010031"/>
                  </a:lnTo>
                  <a:lnTo>
                    <a:pt x="648760" y="5010031"/>
                  </a:lnTo>
                  <a:lnTo>
                    <a:pt x="648760" y="5009600"/>
                  </a:lnTo>
                  <a:lnTo>
                    <a:pt x="648877" y="5009600"/>
                  </a:lnTo>
                  <a:lnTo>
                    <a:pt x="648995" y="5009600"/>
                  </a:lnTo>
                  <a:lnTo>
                    <a:pt x="648995" y="5009169"/>
                  </a:lnTo>
                  <a:lnTo>
                    <a:pt x="649113" y="5009169"/>
                  </a:lnTo>
                  <a:lnTo>
                    <a:pt x="649230" y="5009169"/>
                  </a:lnTo>
                  <a:lnTo>
                    <a:pt x="649348" y="5009169"/>
                  </a:lnTo>
                  <a:lnTo>
                    <a:pt x="649465" y="5009169"/>
                  </a:lnTo>
                  <a:lnTo>
                    <a:pt x="649465" y="5008739"/>
                  </a:lnTo>
                  <a:lnTo>
                    <a:pt x="649583" y="5008739"/>
                  </a:lnTo>
                  <a:lnTo>
                    <a:pt x="649701" y="5008739"/>
                  </a:lnTo>
                  <a:lnTo>
                    <a:pt x="649818" y="5008739"/>
                  </a:lnTo>
                  <a:lnTo>
                    <a:pt x="649936" y="5008739"/>
                  </a:lnTo>
                  <a:lnTo>
                    <a:pt x="649936" y="5008308"/>
                  </a:lnTo>
                  <a:lnTo>
                    <a:pt x="650054" y="5008308"/>
                  </a:lnTo>
                  <a:lnTo>
                    <a:pt x="650054" y="5007878"/>
                  </a:lnTo>
                  <a:lnTo>
                    <a:pt x="650171" y="5007878"/>
                  </a:lnTo>
                  <a:lnTo>
                    <a:pt x="650289" y="5007878"/>
                  </a:lnTo>
                  <a:lnTo>
                    <a:pt x="650289" y="5007447"/>
                  </a:lnTo>
                  <a:lnTo>
                    <a:pt x="650406" y="5007447"/>
                  </a:lnTo>
                  <a:lnTo>
                    <a:pt x="650406" y="5007016"/>
                  </a:lnTo>
                  <a:lnTo>
                    <a:pt x="650406" y="5006586"/>
                  </a:lnTo>
                  <a:lnTo>
                    <a:pt x="650524" y="5006586"/>
                  </a:lnTo>
                  <a:lnTo>
                    <a:pt x="650642" y="5006586"/>
                  </a:lnTo>
                  <a:lnTo>
                    <a:pt x="650642" y="5006155"/>
                  </a:lnTo>
                  <a:lnTo>
                    <a:pt x="650759" y="5006155"/>
                  </a:lnTo>
                  <a:lnTo>
                    <a:pt x="650759" y="5005725"/>
                  </a:lnTo>
                  <a:lnTo>
                    <a:pt x="650877" y="5005725"/>
                  </a:lnTo>
                  <a:lnTo>
                    <a:pt x="650877" y="5005294"/>
                  </a:lnTo>
                  <a:lnTo>
                    <a:pt x="650877" y="5004863"/>
                  </a:lnTo>
                  <a:lnTo>
                    <a:pt x="650877" y="5004433"/>
                  </a:lnTo>
                  <a:lnTo>
                    <a:pt x="650994" y="5004433"/>
                  </a:lnTo>
                  <a:lnTo>
                    <a:pt x="651112" y="5004433"/>
                  </a:lnTo>
                  <a:lnTo>
                    <a:pt x="651230" y="5004433"/>
                  </a:lnTo>
                  <a:lnTo>
                    <a:pt x="651230" y="5004002"/>
                  </a:lnTo>
                  <a:lnTo>
                    <a:pt x="651230" y="5003572"/>
                  </a:lnTo>
                  <a:lnTo>
                    <a:pt x="651230" y="5003141"/>
                  </a:lnTo>
                  <a:lnTo>
                    <a:pt x="651347" y="5003141"/>
                  </a:lnTo>
                  <a:lnTo>
                    <a:pt x="651347" y="5002710"/>
                  </a:lnTo>
                  <a:lnTo>
                    <a:pt x="651465" y="5002710"/>
                  </a:lnTo>
                  <a:lnTo>
                    <a:pt x="651465" y="5002280"/>
                  </a:lnTo>
                  <a:lnTo>
                    <a:pt x="651583" y="5002280"/>
                  </a:lnTo>
                  <a:lnTo>
                    <a:pt x="651583" y="5001849"/>
                  </a:lnTo>
                  <a:lnTo>
                    <a:pt x="651700" y="5001849"/>
                  </a:lnTo>
                  <a:lnTo>
                    <a:pt x="651700" y="5001419"/>
                  </a:lnTo>
                  <a:lnTo>
                    <a:pt x="651818" y="5001419"/>
                  </a:lnTo>
                  <a:lnTo>
                    <a:pt x="651818" y="5000988"/>
                  </a:lnTo>
                  <a:lnTo>
                    <a:pt x="651935" y="5000988"/>
                  </a:lnTo>
                  <a:lnTo>
                    <a:pt x="652053" y="5000988"/>
                  </a:lnTo>
                  <a:lnTo>
                    <a:pt x="652053" y="5000557"/>
                  </a:lnTo>
                  <a:lnTo>
                    <a:pt x="652171" y="5000557"/>
                  </a:lnTo>
                  <a:lnTo>
                    <a:pt x="652288" y="5000557"/>
                  </a:lnTo>
                  <a:lnTo>
                    <a:pt x="652288" y="5000127"/>
                  </a:lnTo>
                  <a:lnTo>
                    <a:pt x="652288" y="4999696"/>
                  </a:lnTo>
                  <a:lnTo>
                    <a:pt x="652406" y="4999696"/>
                  </a:lnTo>
                  <a:lnTo>
                    <a:pt x="652406" y="4999266"/>
                  </a:lnTo>
                  <a:lnTo>
                    <a:pt x="652523" y="4999266"/>
                  </a:lnTo>
                  <a:lnTo>
                    <a:pt x="652641" y="4999266"/>
                  </a:lnTo>
                  <a:lnTo>
                    <a:pt x="652759" y="4999266"/>
                  </a:lnTo>
                  <a:lnTo>
                    <a:pt x="652876" y="4999266"/>
                  </a:lnTo>
                  <a:lnTo>
                    <a:pt x="652994" y="4999266"/>
                  </a:lnTo>
                  <a:lnTo>
                    <a:pt x="653112" y="4999266"/>
                  </a:lnTo>
                  <a:lnTo>
                    <a:pt x="653112" y="4998835"/>
                  </a:lnTo>
                  <a:lnTo>
                    <a:pt x="653229" y="4998835"/>
                  </a:lnTo>
                  <a:lnTo>
                    <a:pt x="653229" y="4998404"/>
                  </a:lnTo>
                  <a:lnTo>
                    <a:pt x="653229" y="4997974"/>
                  </a:lnTo>
                  <a:lnTo>
                    <a:pt x="653347" y="4997974"/>
                  </a:lnTo>
                  <a:lnTo>
                    <a:pt x="653464" y="4997974"/>
                  </a:lnTo>
                  <a:lnTo>
                    <a:pt x="653464" y="4997543"/>
                  </a:lnTo>
                  <a:lnTo>
                    <a:pt x="653464" y="4997113"/>
                  </a:lnTo>
                  <a:lnTo>
                    <a:pt x="653582" y="4997113"/>
                  </a:lnTo>
                  <a:lnTo>
                    <a:pt x="653700" y="4997113"/>
                  </a:lnTo>
                  <a:lnTo>
                    <a:pt x="653817" y="4997113"/>
                  </a:lnTo>
                  <a:lnTo>
                    <a:pt x="653817" y="4996682"/>
                  </a:lnTo>
                  <a:lnTo>
                    <a:pt x="653935" y="4996682"/>
                  </a:lnTo>
                  <a:lnTo>
                    <a:pt x="653935" y="4996251"/>
                  </a:lnTo>
                  <a:lnTo>
                    <a:pt x="654052" y="4996251"/>
                  </a:lnTo>
                  <a:lnTo>
                    <a:pt x="654170" y="4996251"/>
                  </a:lnTo>
                  <a:lnTo>
                    <a:pt x="654288" y="4996251"/>
                  </a:lnTo>
                  <a:lnTo>
                    <a:pt x="654405" y="4996251"/>
                  </a:lnTo>
                  <a:lnTo>
                    <a:pt x="654523" y="4996251"/>
                  </a:lnTo>
                  <a:lnTo>
                    <a:pt x="654523" y="4995821"/>
                  </a:lnTo>
                  <a:lnTo>
                    <a:pt x="654640" y="4995821"/>
                  </a:lnTo>
                  <a:lnTo>
                    <a:pt x="654758" y="4995821"/>
                  </a:lnTo>
                  <a:lnTo>
                    <a:pt x="654876" y="4995821"/>
                  </a:lnTo>
                  <a:lnTo>
                    <a:pt x="654993" y="4995821"/>
                  </a:lnTo>
                  <a:lnTo>
                    <a:pt x="655111" y="4995821"/>
                  </a:lnTo>
                  <a:lnTo>
                    <a:pt x="655229" y="4995821"/>
                  </a:lnTo>
                  <a:lnTo>
                    <a:pt x="655229" y="4995390"/>
                  </a:lnTo>
                  <a:lnTo>
                    <a:pt x="655346" y="4995390"/>
                  </a:lnTo>
                  <a:lnTo>
                    <a:pt x="655464" y="4995390"/>
                  </a:lnTo>
                  <a:lnTo>
                    <a:pt x="655464" y="4994960"/>
                  </a:lnTo>
                  <a:lnTo>
                    <a:pt x="655581" y="4994960"/>
                  </a:lnTo>
                  <a:lnTo>
                    <a:pt x="655699" y="4994960"/>
                  </a:lnTo>
                  <a:lnTo>
                    <a:pt x="655699" y="4994529"/>
                  </a:lnTo>
                  <a:lnTo>
                    <a:pt x="655817" y="4994529"/>
                  </a:lnTo>
                  <a:lnTo>
                    <a:pt x="655934" y="4994529"/>
                  </a:lnTo>
                  <a:lnTo>
                    <a:pt x="656052" y="4994529"/>
                  </a:lnTo>
                  <a:lnTo>
                    <a:pt x="656169" y="4994529"/>
                  </a:lnTo>
                  <a:lnTo>
                    <a:pt x="656287" y="4994529"/>
                  </a:lnTo>
                  <a:lnTo>
                    <a:pt x="656405" y="4994529"/>
                  </a:lnTo>
                  <a:lnTo>
                    <a:pt x="656405" y="4994098"/>
                  </a:lnTo>
                  <a:lnTo>
                    <a:pt x="656405" y="4993668"/>
                  </a:lnTo>
                  <a:lnTo>
                    <a:pt x="656522" y="4993668"/>
                  </a:lnTo>
                  <a:lnTo>
                    <a:pt x="656640" y="4993668"/>
                  </a:lnTo>
                  <a:lnTo>
                    <a:pt x="656758" y="4993668"/>
                  </a:lnTo>
                  <a:lnTo>
                    <a:pt x="656875" y="4993668"/>
                  </a:lnTo>
                  <a:lnTo>
                    <a:pt x="656993" y="4993668"/>
                  </a:lnTo>
                  <a:lnTo>
                    <a:pt x="657110" y="4993668"/>
                  </a:lnTo>
                  <a:lnTo>
                    <a:pt x="657110" y="4993237"/>
                  </a:lnTo>
                  <a:lnTo>
                    <a:pt x="657110" y="4992807"/>
                  </a:lnTo>
                  <a:lnTo>
                    <a:pt x="657228" y="4992807"/>
                  </a:lnTo>
                  <a:lnTo>
                    <a:pt x="657228" y="4992376"/>
                  </a:lnTo>
                  <a:lnTo>
                    <a:pt x="657346" y="4992376"/>
                  </a:lnTo>
                  <a:lnTo>
                    <a:pt x="657463" y="4992376"/>
                  </a:lnTo>
                  <a:lnTo>
                    <a:pt x="657463" y="4991945"/>
                  </a:lnTo>
                  <a:lnTo>
                    <a:pt x="657581" y="4991945"/>
                  </a:lnTo>
                  <a:lnTo>
                    <a:pt x="657581" y="4991515"/>
                  </a:lnTo>
                  <a:lnTo>
                    <a:pt x="657698" y="4991515"/>
                  </a:lnTo>
                  <a:lnTo>
                    <a:pt x="657698" y="4991084"/>
                  </a:lnTo>
                  <a:lnTo>
                    <a:pt x="657698" y="4990654"/>
                  </a:lnTo>
                  <a:lnTo>
                    <a:pt x="657816" y="4990654"/>
                  </a:lnTo>
                  <a:lnTo>
                    <a:pt x="657816" y="4990223"/>
                  </a:lnTo>
                  <a:lnTo>
                    <a:pt x="657816" y="4989792"/>
                  </a:lnTo>
                  <a:lnTo>
                    <a:pt x="657934" y="4989792"/>
                  </a:lnTo>
                  <a:lnTo>
                    <a:pt x="657934" y="4989362"/>
                  </a:lnTo>
                  <a:lnTo>
                    <a:pt x="658051" y="4989362"/>
                  </a:lnTo>
                  <a:lnTo>
                    <a:pt x="658051" y="4988931"/>
                  </a:lnTo>
                  <a:lnTo>
                    <a:pt x="658169" y="4988931"/>
                  </a:lnTo>
                  <a:lnTo>
                    <a:pt x="658287" y="4988931"/>
                  </a:lnTo>
                  <a:lnTo>
                    <a:pt x="658404" y="4988931"/>
                  </a:lnTo>
                  <a:lnTo>
                    <a:pt x="658404" y="4988501"/>
                  </a:lnTo>
                  <a:lnTo>
                    <a:pt x="658522" y="4988501"/>
                  </a:lnTo>
                  <a:lnTo>
                    <a:pt x="658639" y="4988501"/>
                  </a:lnTo>
                  <a:lnTo>
                    <a:pt x="658639" y="4988070"/>
                  </a:lnTo>
                  <a:lnTo>
                    <a:pt x="658757" y="4988070"/>
                  </a:lnTo>
                  <a:lnTo>
                    <a:pt x="658875" y="4988070"/>
                  </a:lnTo>
                  <a:lnTo>
                    <a:pt x="658875" y="4987639"/>
                  </a:lnTo>
                  <a:lnTo>
                    <a:pt x="658992" y="4987639"/>
                  </a:lnTo>
                  <a:lnTo>
                    <a:pt x="659110" y="4987639"/>
                  </a:lnTo>
                  <a:lnTo>
                    <a:pt x="659110" y="4987209"/>
                  </a:lnTo>
                  <a:lnTo>
                    <a:pt x="659227" y="4987209"/>
                  </a:lnTo>
                  <a:lnTo>
                    <a:pt x="659227" y="4986778"/>
                  </a:lnTo>
                  <a:lnTo>
                    <a:pt x="659345" y="4986778"/>
                  </a:lnTo>
                  <a:lnTo>
                    <a:pt x="659463" y="4986778"/>
                  </a:lnTo>
                  <a:lnTo>
                    <a:pt x="659580" y="4986778"/>
                  </a:lnTo>
                  <a:lnTo>
                    <a:pt x="659698" y="4986778"/>
                  </a:lnTo>
                  <a:lnTo>
                    <a:pt x="659816" y="4986778"/>
                  </a:lnTo>
                  <a:lnTo>
                    <a:pt x="659933" y="4986778"/>
                  </a:lnTo>
                  <a:lnTo>
                    <a:pt x="659933" y="4986348"/>
                  </a:lnTo>
                  <a:lnTo>
                    <a:pt x="659933" y="4985917"/>
                  </a:lnTo>
                  <a:lnTo>
                    <a:pt x="659933" y="4985486"/>
                  </a:lnTo>
                  <a:lnTo>
                    <a:pt x="660051" y="4985486"/>
                  </a:lnTo>
                  <a:lnTo>
                    <a:pt x="660168" y="4985486"/>
                  </a:lnTo>
                  <a:lnTo>
                    <a:pt x="660286" y="4985486"/>
                  </a:lnTo>
                  <a:lnTo>
                    <a:pt x="660286" y="4985056"/>
                  </a:lnTo>
                  <a:lnTo>
                    <a:pt x="660286" y="4984625"/>
                  </a:lnTo>
                  <a:lnTo>
                    <a:pt x="660404" y="4984625"/>
                  </a:lnTo>
                  <a:lnTo>
                    <a:pt x="660521" y="4984625"/>
                  </a:lnTo>
                  <a:lnTo>
                    <a:pt x="660521" y="4984195"/>
                  </a:lnTo>
                  <a:lnTo>
                    <a:pt x="660639" y="4984195"/>
                  </a:lnTo>
                  <a:lnTo>
                    <a:pt x="660756" y="4984195"/>
                  </a:lnTo>
                  <a:lnTo>
                    <a:pt x="660756" y="4983764"/>
                  </a:lnTo>
                  <a:lnTo>
                    <a:pt x="660874" y="4983764"/>
                  </a:lnTo>
                  <a:lnTo>
                    <a:pt x="660874" y="4983333"/>
                  </a:lnTo>
                  <a:lnTo>
                    <a:pt x="660992" y="4983333"/>
                  </a:lnTo>
                  <a:lnTo>
                    <a:pt x="661109" y="4983333"/>
                  </a:lnTo>
                  <a:lnTo>
                    <a:pt x="661109" y="4982903"/>
                  </a:lnTo>
                  <a:lnTo>
                    <a:pt x="661227" y="4982903"/>
                  </a:lnTo>
                  <a:lnTo>
                    <a:pt x="661227" y="4982472"/>
                  </a:lnTo>
                  <a:lnTo>
                    <a:pt x="661345" y="4982472"/>
                  </a:lnTo>
                  <a:lnTo>
                    <a:pt x="661462" y="4982472"/>
                  </a:lnTo>
                  <a:lnTo>
                    <a:pt x="661462" y="4982042"/>
                  </a:lnTo>
                  <a:lnTo>
                    <a:pt x="661580" y="4982042"/>
                  </a:lnTo>
                  <a:lnTo>
                    <a:pt x="661697" y="4982042"/>
                  </a:lnTo>
                  <a:lnTo>
                    <a:pt x="661815" y="4982042"/>
                  </a:lnTo>
                  <a:lnTo>
                    <a:pt x="661933" y="4982042"/>
                  </a:lnTo>
                  <a:lnTo>
                    <a:pt x="661933" y="4981611"/>
                  </a:lnTo>
                  <a:lnTo>
                    <a:pt x="661933" y="4981180"/>
                  </a:lnTo>
                  <a:lnTo>
                    <a:pt x="662050" y="4981180"/>
                  </a:lnTo>
                  <a:lnTo>
                    <a:pt x="662168" y="4981180"/>
                  </a:lnTo>
                  <a:lnTo>
                    <a:pt x="662285" y="4981180"/>
                  </a:lnTo>
                  <a:lnTo>
                    <a:pt x="662403" y="4981180"/>
                  </a:lnTo>
                  <a:lnTo>
                    <a:pt x="662403" y="4980750"/>
                  </a:lnTo>
                  <a:lnTo>
                    <a:pt x="662403" y="4980319"/>
                  </a:lnTo>
                  <a:lnTo>
                    <a:pt x="662403" y="4979889"/>
                  </a:lnTo>
                  <a:lnTo>
                    <a:pt x="662521" y="4979889"/>
                  </a:lnTo>
                  <a:lnTo>
                    <a:pt x="662638" y="4979889"/>
                  </a:lnTo>
                  <a:lnTo>
                    <a:pt x="662756" y="4979889"/>
                  </a:lnTo>
                  <a:lnTo>
                    <a:pt x="662873" y="4979889"/>
                  </a:lnTo>
                  <a:lnTo>
                    <a:pt x="662873" y="4979458"/>
                  </a:lnTo>
                  <a:lnTo>
                    <a:pt x="662991" y="4979458"/>
                  </a:lnTo>
                  <a:lnTo>
                    <a:pt x="663109" y="4979458"/>
                  </a:lnTo>
                  <a:lnTo>
                    <a:pt x="663226" y="4979458"/>
                  </a:lnTo>
                  <a:lnTo>
                    <a:pt x="663344" y="4979458"/>
                  </a:lnTo>
                  <a:lnTo>
                    <a:pt x="663462" y="4979458"/>
                  </a:lnTo>
                  <a:lnTo>
                    <a:pt x="663579" y="4979458"/>
                  </a:lnTo>
                  <a:lnTo>
                    <a:pt x="663697" y="4979458"/>
                  </a:lnTo>
                  <a:lnTo>
                    <a:pt x="663814" y="4979458"/>
                  </a:lnTo>
                  <a:lnTo>
                    <a:pt x="663814" y="4979027"/>
                  </a:lnTo>
                  <a:lnTo>
                    <a:pt x="663932" y="4979027"/>
                  </a:lnTo>
                  <a:lnTo>
                    <a:pt x="664050" y="4979027"/>
                  </a:lnTo>
                  <a:lnTo>
                    <a:pt x="664050" y="4978597"/>
                  </a:lnTo>
                  <a:lnTo>
                    <a:pt x="664050" y="4978166"/>
                  </a:lnTo>
                  <a:lnTo>
                    <a:pt x="664167" y="4978166"/>
                  </a:lnTo>
                  <a:lnTo>
                    <a:pt x="664167" y="4977736"/>
                  </a:lnTo>
                  <a:lnTo>
                    <a:pt x="664285" y="4977736"/>
                  </a:lnTo>
                  <a:lnTo>
                    <a:pt x="664285" y="4977305"/>
                  </a:lnTo>
                  <a:lnTo>
                    <a:pt x="664402" y="4977305"/>
                  </a:lnTo>
                  <a:lnTo>
                    <a:pt x="664520" y="4977305"/>
                  </a:lnTo>
                  <a:lnTo>
                    <a:pt x="664638" y="4977305"/>
                  </a:lnTo>
                  <a:lnTo>
                    <a:pt x="664755" y="4977305"/>
                  </a:lnTo>
                  <a:lnTo>
                    <a:pt x="664873" y="4977305"/>
                  </a:lnTo>
                  <a:lnTo>
                    <a:pt x="664991" y="4977305"/>
                  </a:lnTo>
                  <a:lnTo>
                    <a:pt x="664991" y="4976874"/>
                  </a:lnTo>
                  <a:lnTo>
                    <a:pt x="665108" y="4976874"/>
                  </a:lnTo>
                  <a:lnTo>
                    <a:pt x="665226" y="4976874"/>
                  </a:lnTo>
                  <a:lnTo>
                    <a:pt x="665226" y="4976444"/>
                  </a:lnTo>
                  <a:lnTo>
                    <a:pt x="665343" y="4976444"/>
                  </a:lnTo>
                  <a:lnTo>
                    <a:pt x="665461" y="4976444"/>
                  </a:lnTo>
                  <a:lnTo>
                    <a:pt x="665579" y="4976444"/>
                  </a:lnTo>
                  <a:lnTo>
                    <a:pt x="665579" y="4976013"/>
                  </a:lnTo>
                  <a:lnTo>
                    <a:pt x="665696" y="4976013"/>
                  </a:lnTo>
                  <a:lnTo>
                    <a:pt x="665696" y="4975583"/>
                  </a:lnTo>
                  <a:lnTo>
                    <a:pt x="665696" y="4975152"/>
                  </a:lnTo>
                  <a:lnTo>
                    <a:pt x="665814" y="4975152"/>
                  </a:lnTo>
                  <a:lnTo>
                    <a:pt x="665931" y="4975152"/>
                  </a:lnTo>
                  <a:lnTo>
                    <a:pt x="665931" y="4974721"/>
                  </a:lnTo>
                  <a:lnTo>
                    <a:pt x="666049" y="4974721"/>
                  </a:lnTo>
                  <a:lnTo>
                    <a:pt x="666167" y="4974721"/>
                  </a:lnTo>
                  <a:lnTo>
                    <a:pt x="666284" y="4974721"/>
                  </a:lnTo>
                  <a:lnTo>
                    <a:pt x="666402" y="4974721"/>
                  </a:lnTo>
                  <a:lnTo>
                    <a:pt x="666520" y="4974721"/>
                  </a:lnTo>
                  <a:lnTo>
                    <a:pt x="666637" y="4974721"/>
                  </a:lnTo>
                  <a:lnTo>
                    <a:pt x="666755" y="4974721"/>
                  </a:lnTo>
                  <a:lnTo>
                    <a:pt x="666872" y="4974721"/>
                  </a:lnTo>
                  <a:lnTo>
                    <a:pt x="666990" y="4974721"/>
                  </a:lnTo>
                  <a:lnTo>
                    <a:pt x="666990" y="4974291"/>
                  </a:lnTo>
                  <a:lnTo>
                    <a:pt x="666990" y="4973860"/>
                  </a:lnTo>
                  <a:lnTo>
                    <a:pt x="667108" y="4973860"/>
                  </a:lnTo>
                  <a:lnTo>
                    <a:pt x="667108" y="4973430"/>
                  </a:lnTo>
                  <a:lnTo>
                    <a:pt x="667225" y="4973430"/>
                  </a:lnTo>
                  <a:lnTo>
                    <a:pt x="667343" y="4973430"/>
                  </a:lnTo>
                  <a:lnTo>
                    <a:pt x="667460" y="4973430"/>
                  </a:lnTo>
                  <a:lnTo>
                    <a:pt x="667460" y="4972999"/>
                  </a:lnTo>
                  <a:lnTo>
                    <a:pt x="667578" y="4972999"/>
                  </a:lnTo>
                  <a:lnTo>
                    <a:pt x="667696" y="4972999"/>
                  </a:lnTo>
                  <a:lnTo>
                    <a:pt x="667696" y="4972568"/>
                  </a:lnTo>
                  <a:lnTo>
                    <a:pt x="667813" y="4972568"/>
                  </a:lnTo>
                  <a:lnTo>
                    <a:pt x="667931" y="4972568"/>
                  </a:lnTo>
                  <a:lnTo>
                    <a:pt x="667931" y="4972138"/>
                  </a:lnTo>
                  <a:lnTo>
                    <a:pt x="667931" y="4971707"/>
                  </a:lnTo>
                  <a:lnTo>
                    <a:pt x="668049" y="4971707"/>
                  </a:lnTo>
                  <a:lnTo>
                    <a:pt x="668049" y="4971277"/>
                  </a:lnTo>
                  <a:lnTo>
                    <a:pt x="668049" y="4970846"/>
                  </a:lnTo>
                  <a:lnTo>
                    <a:pt x="668166" y="4970846"/>
                  </a:lnTo>
                  <a:lnTo>
                    <a:pt x="668284" y="4970846"/>
                  </a:lnTo>
                  <a:lnTo>
                    <a:pt x="668284" y="4970415"/>
                  </a:lnTo>
                  <a:lnTo>
                    <a:pt x="668284" y="4969985"/>
                  </a:lnTo>
                  <a:lnTo>
                    <a:pt x="668284" y="4969554"/>
                  </a:lnTo>
                  <a:lnTo>
                    <a:pt x="668401" y="4969554"/>
                  </a:lnTo>
                  <a:lnTo>
                    <a:pt x="668401" y="4969124"/>
                  </a:lnTo>
                  <a:lnTo>
                    <a:pt x="668401" y="4968693"/>
                  </a:lnTo>
                  <a:lnTo>
                    <a:pt x="668401" y="4968262"/>
                  </a:lnTo>
                  <a:lnTo>
                    <a:pt x="668519" y="4968262"/>
                  </a:lnTo>
                  <a:lnTo>
                    <a:pt x="668519" y="4967832"/>
                  </a:lnTo>
                  <a:lnTo>
                    <a:pt x="668637" y="4967832"/>
                  </a:lnTo>
                  <a:lnTo>
                    <a:pt x="668637" y="4967401"/>
                  </a:lnTo>
                  <a:lnTo>
                    <a:pt x="668754" y="4967401"/>
                  </a:lnTo>
                  <a:lnTo>
                    <a:pt x="668754" y="4966971"/>
                  </a:lnTo>
                  <a:lnTo>
                    <a:pt x="668872" y="4966971"/>
                  </a:lnTo>
                  <a:lnTo>
                    <a:pt x="668989" y="4966971"/>
                  </a:lnTo>
                  <a:lnTo>
                    <a:pt x="669107" y="4966971"/>
                  </a:lnTo>
                  <a:lnTo>
                    <a:pt x="669107" y="4966540"/>
                  </a:lnTo>
                  <a:lnTo>
                    <a:pt x="669225" y="4966540"/>
                  </a:lnTo>
                  <a:lnTo>
                    <a:pt x="669342" y="4966540"/>
                  </a:lnTo>
                  <a:lnTo>
                    <a:pt x="669460" y="4966540"/>
                  </a:lnTo>
                  <a:lnTo>
                    <a:pt x="669460" y="4966109"/>
                  </a:lnTo>
                  <a:lnTo>
                    <a:pt x="669578" y="4966109"/>
                  </a:lnTo>
                  <a:lnTo>
                    <a:pt x="669695" y="4966109"/>
                  </a:lnTo>
                  <a:lnTo>
                    <a:pt x="669695" y="4965679"/>
                  </a:lnTo>
                  <a:lnTo>
                    <a:pt x="669813" y="4965679"/>
                  </a:lnTo>
                  <a:lnTo>
                    <a:pt x="669813" y="4965248"/>
                  </a:lnTo>
                  <a:lnTo>
                    <a:pt x="669813" y="4964818"/>
                  </a:lnTo>
                  <a:lnTo>
                    <a:pt x="669930" y="4964818"/>
                  </a:lnTo>
                  <a:lnTo>
                    <a:pt x="670048" y="4964818"/>
                  </a:lnTo>
                  <a:lnTo>
                    <a:pt x="670166" y="4964818"/>
                  </a:lnTo>
                  <a:lnTo>
                    <a:pt x="670283" y="4964818"/>
                  </a:lnTo>
                  <a:lnTo>
                    <a:pt x="670401" y="4964818"/>
                  </a:lnTo>
                  <a:lnTo>
                    <a:pt x="670401" y="4964387"/>
                  </a:lnTo>
                  <a:lnTo>
                    <a:pt x="670518" y="4964387"/>
                  </a:lnTo>
                  <a:lnTo>
                    <a:pt x="670636" y="4964387"/>
                  </a:lnTo>
                  <a:lnTo>
                    <a:pt x="670754" y="4964387"/>
                  </a:lnTo>
                  <a:lnTo>
                    <a:pt x="670871" y="4964387"/>
                  </a:lnTo>
                  <a:lnTo>
                    <a:pt x="670989" y="4964387"/>
                  </a:lnTo>
                  <a:lnTo>
                    <a:pt x="671106" y="4964387"/>
                  </a:lnTo>
                  <a:lnTo>
                    <a:pt x="671106" y="4963956"/>
                  </a:lnTo>
                  <a:lnTo>
                    <a:pt x="671224" y="4963956"/>
                  </a:lnTo>
                  <a:lnTo>
                    <a:pt x="671342" y="4963956"/>
                  </a:lnTo>
                  <a:lnTo>
                    <a:pt x="671342" y="4963526"/>
                  </a:lnTo>
                  <a:lnTo>
                    <a:pt x="671459" y="4963526"/>
                  </a:lnTo>
                  <a:lnTo>
                    <a:pt x="671577" y="4963526"/>
                  </a:lnTo>
                  <a:lnTo>
                    <a:pt x="671695" y="4963526"/>
                  </a:lnTo>
                  <a:lnTo>
                    <a:pt x="671812" y="4963526"/>
                  </a:lnTo>
                  <a:lnTo>
                    <a:pt x="671930" y="4963526"/>
                  </a:lnTo>
                  <a:lnTo>
                    <a:pt x="671930" y="4963095"/>
                  </a:lnTo>
                  <a:lnTo>
                    <a:pt x="672047" y="4963095"/>
                  </a:lnTo>
                  <a:lnTo>
                    <a:pt x="672165" y="4963095"/>
                  </a:lnTo>
                  <a:lnTo>
                    <a:pt x="672283" y="4963095"/>
                  </a:lnTo>
                  <a:lnTo>
                    <a:pt x="672400" y="4963095"/>
                  </a:lnTo>
                  <a:lnTo>
                    <a:pt x="672400" y="4962665"/>
                  </a:lnTo>
                  <a:lnTo>
                    <a:pt x="672400" y="4962234"/>
                  </a:lnTo>
                  <a:lnTo>
                    <a:pt x="672400" y="4961803"/>
                  </a:lnTo>
                  <a:lnTo>
                    <a:pt x="672400" y="4961373"/>
                  </a:lnTo>
                  <a:lnTo>
                    <a:pt x="672518" y="4961373"/>
                  </a:lnTo>
                  <a:lnTo>
                    <a:pt x="672518" y="4960942"/>
                  </a:lnTo>
                  <a:lnTo>
                    <a:pt x="672635" y="4960942"/>
                  </a:lnTo>
                  <a:lnTo>
                    <a:pt x="672753" y="4960942"/>
                  </a:lnTo>
                  <a:lnTo>
                    <a:pt x="672871" y="4960942"/>
                  </a:lnTo>
                  <a:lnTo>
                    <a:pt x="672871" y="4960512"/>
                  </a:lnTo>
                  <a:lnTo>
                    <a:pt x="672871" y="4960081"/>
                  </a:lnTo>
                  <a:lnTo>
                    <a:pt x="672988" y="4960081"/>
                  </a:lnTo>
                  <a:lnTo>
                    <a:pt x="673106" y="4960081"/>
                  </a:lnTo>
                  <a:lnTo>
                    <a:pt x="673106" y="4959650"/>
                  </a:lnTo>
                  <a:lnTo>
                    <a:pt x="673224" y="4959650"/>
                  </a:lnTo>
                  <a:lnTo>
                    <a:pt x="673341" y="4959650"/>
                  </a:lnTo>
                  <a:lnTo>
                    <a:pt x="673459" y="4959650"/>
                  </a:lnTo>
                  <a:lnTo>
                    <a:pt x="673459" y="4959220"/>
                  </a:lnTo>
                  <a:lnTo>
                    <a:pt x="673576" y="4959220"/>
                  </a:lnTo>
                  <a:lnTo>
                    <a:pt x="673694" y="4959220"/>
                  </a:lnTo>
                  <a:lnTo>
                    <a:pt x="673694" y="4958789"/>
                  </a:lnTo>
                  <a:lnTo>
                    <a:pt x="673812" y="4958789"/>
                  </a:lnTo>
                  <a:lnTo>
                    <a:pt x="673929" y="4958789"/>
                  </a:lnTo>
                  <a:lnTo>
                    <a:pt x="673929" y="4958359"/>
                  </a:lnTo>
                  <a:lnTo>
                    <a:pt x="674047" y="4958359"/>
                  </a:lnTo>
                  <a:lnTo>
                    <a:pt x="674164" y="4958359"/>
                  </a:lnTo>
                  <a:lnTo>
                    <a:pt x="674282" y="4958359"/>
                  </a:lnTo>
                  <a:lnTo>
                    <a:pt x="674400" y="4958359"/>
                  </a:lnTo>
                  <a:lnTo>
                    <a:pt x="674517" y="4958359"/>
                  </a:lnTo>
                  <a:lnTo>
                    <a:pt x="674517" y="4957928"/>
                  </a:lnTo>
                  <a:lnTo>
                    <a:pt x="674635" y="4957928"/>
                  </a:lnTo>
                  <a:lnTo>
                    <a:pt x="674753" y="4957928"/>
                  </a:lnTo>
                  <a:lnTo>
                    <a:pt x="674870" y="4957928"/>
                  </a:lnTo>
                  <a:lnTo>
                    <a:pt x="674988" y="4957928"/>
                  </a:lnTo>
                  <a:lnTo>
                    <a:pt x="674988" y="4957497"/>
                  </a:lnTo>
                  <a:lnTo>
                    <a:pt x="675105" y="4957497"/>
                  </a:lnTo>
                  <a:lnTo>
                    <a:pt x="675223" y="4957497"/>
                  </a:lnTo>
                  <a:lnTo>
                    <a:pt x="675341" y="4957497"/>
                  </a:lnTo>
                  <a:lnTo>
                    <a:pt x="675341" y="4957067"/>
                  </a:lnTo>
                  <a:lnTo>
                    <a:pt x="675341" y="4956636"/>
                  </a:lnTo>
                  <a:lnTo>
                    <a:pt x="675458" y="4956636"/>
                  </a:lnTo>
                  <a:lnTo>
                    <a:pt x="675576" y="4956636"/>
                  </a:lnTo>
                  <a:lnTo>
                    <a:pt x="675576" y="4956206"/>
                  </a:lnTo>
                  <a:lnTo>
                    <a:pt x="675693" y="4956206"/>
                  </a:lnTo>
                  <a:lnTo>
                    <a:pt x="675811" y="4956206"/>
                  </a:lnTo>
                  <a:lnTo>
                    <a:pt x="675929" y="4956206"/>
                  </a:lnTo>
                  <a:lnTo>
                    <a:pt x="676046" y="4956206"/>
                  </a:lnTo>
                  <a:lnTo>
                    <a:pt x="676164" y="4956206"/>
                  </a:lnTo>
                  <a:lnTo>
                    <a:pt x="676282" y="4956206"/>
                  </a:lnTo>
                  <a:lnTo>
                    <a:pt x="676399" y="4956206"/>
                  </a:lnTo>
                  <a:lnTo>
                    <a:pt x="676517" y="4956206"/>
                  </a:lnTo>
                  <a:lnTo>
                    <a:pt x="676517" y="4955775"/>
                  </a:lnTo>
                  <a:lnTo>
                    <a:pt x="676634" y="4955775"/>
                  </a:lnTo>
                  <a:lnTo>
                    <a:pt x="676752" y="4955775"/>
                  </a:lnTo>
                  <a:lnTo>
                    <a:pt x="676870" y="4955775"/>
                  </a:lnTo>
                  <a:lnTo>
                    <a:pt x="676870" y="4955344"/>
                  </a:lnTo>
                  <a:lnTo>
                    <a:pt x="676870" y="4954914"/>
                  </a:lnTo>
                  <a:lnTo>
                    <a:pt x="676987" y="4954914"/>
                  </a:lnTo>
                  <a:lnTo>
                    <a:pt x="677105" y="4954914"/>
                  </a:lnTo>
                  <a:lnTo>
                    <a:pt x="677222" y="4954914"/>
                  </a:lnTo>
                  <a:lnTo>
                    <a:pt x="677340" y="4954914"/>
                  </a:lnTo>
                  <a:lnTo>
                    <a:pt x="677340" y="4954483"/>
                  </a:lnTo>
                  <a:lnTo>
                    <a:pt x="677458" y="4954483"/>
                  </a:lnTo>
                  <a:lnTo>
                    <a:pt x="677575" y="4954483"/>
                  </a:lnTo>
                  <a:lnTo>
                    <a:pt x="677575" y="4954053"/>
                  </a:lnTo>
                  <a:lnTo>
                    <a:pt x="677693" y="4954053"/>
                  </a:lnTo>
                  <a:lnTo>
                    <a:pt x="677811" y="4954053"/>
                  </a:lnTo>
                  <a:lnTo>
                    <a:pt x="677928" y="4954053"/>
                  </a:lnTo>
                  <a:lnTo>
                    <a:pt x="677928" y="4953622"/>
                  </a:lnTo>
                  <a:lnTo>
                    <a:pt x="678046" y="4953622"/>
                  </a:lnTo>
                  <a:lnTo>
                    <a:pt x="678163" y="4953622"/>
                  </a:lnTo>
                  <a:lnTo>
                    <a:pt x="678281" y="4953622"/>
                  </a:lnTo>
                  <a:lnTo>
                    <a:pt x="678399" y="4953622"/>
                  </a:lnTo>
                  <a:lnTo>
                    <a:pt x="678516" y="4953622"/>
                  </a:lnTo>
                  <a:lnTo>
                    <a:pt x="678634" y="4953622"/>
                  </a:lnTo>
                  <a:lnTo>
                    <a:pt x="678634" y="4953191"/>
                  </a:lnTo>
                  <a:lnTo>
                    <a:pt x="678634" y="4952761"/>
                  </a:lnTo>
                  <a:lnTo>
                    <a:pt x="678751" y="4952761"/>
                  </a:lnTo>
                  <a:lnTo>
                    <a:pt x="678869" y="4952761"/>
                  </a:lnTo>
                  <a:lnTo>
                    <a:pt x="678987" y="4952761"/>
                  </a:lnTo>
                  <a:lnTo>
                    <a:pt x="679104" y="4952761"/>
                  </a:lnTo>
                  <a:lnTo>
                    <a:pt x="679222" y="4952761"/>
                  </a:lnTo>
                  <a:lnTo>
                    <a:pt x="679339" y="4952761"/>
                  </a:lnTo>
                  <a:lnTo>
                    <a:pt x="679457" y="4952761"/>
                  </a:lnTo>
                  <a:lnTo>
                    <a:pt x="679575" y="4952761"/>
                  </a:lnTo>
                  <a:lnTo>
                    <a:pt x="679575" y="4952330"/>
                  </a:lnTo>
                  <a:lnTo>
                    <a:pt x="679692" y="4952330"/>
                  </a:lnTo>
                  <a:lnTo>
                    <a:pt x="679692" y="4951900"/>
                  </a:lnTo>
                  <a:lnTo>
                    <a:pt x="679692" y="4951469"/>
                  </a:lnTo>
                  <a:lnTo>
                    <a:pt x="679810" y="4951469"/>
                  </a:lnTo>
                  <a:lnTo>
                    <a:pt x="679810" y="4951038"/>
                  </a:lnTo>
                  <a:lnTo>
                    <a:pt x="679810" y="4950608"/>
                  </a:lnTo>
                  <a:lnTo>
                    <a:pt x="679928" y="4950608"/>
                  </a:lnTo>
                  <a:lnTo>
                    <a:pt x="679928" y="4950177"/>
                  </a:lnTo>
                  <a:lnTo>
                    <a:pt x="680045" y="4950177"/>
                  </a:lnTo>
                  <a:lnTo>
                    <a:pt x="680163" y="4950177"/>
                  </a:lnTo>
                  <a:lnTo>
                    <a:pt x="680280" y="4950177"/>
                  </a:lnTo>
                  <a:lnTo>
                    <a:pt x="680280" y="4949747"/>
                  </a:lnTo>
                  <a:lnTo>
                    <a:pt x="680398" y="4949747"/>
                  </a:lnTo>
                  <a:lnTo>
                    <a:pt x="680516" y="4949747"/>
                  </a:lnTo>
                  <a:lnTo>
                    <a:pt x="680633" y="4949747"/>
                  </a:lnTo>
                  <a:lnTo>
                    <a:pt x="680633" y="4949316"/>
                  </a:lnTo>
                  <a:lnTo>
                    <a:pt x="680751" y="4949316"/>
                  </a:lnTo>
                  <a:lnTo>
                    <a:pt x="680868" y="4949316"/>
                  </a:lnTo>
                  <a:lnTo>
                    <a:pt x="680986" y="4949316"/>
                  </a:lnTo>
                  <a:lnTo>
                    <a:pt x="680986" y="4948885"/>
                  </a:lnTo>
                  <a:lnTo>
                    <a:pt x="681104" y="4948885"/>
                  </a:lnTo>
                  <a:lnTo>
                    <a:pt x="681221" y="4948885"/>
                  </a:lnTo>
                  <a:lnTo>
                    <a:pt x="681339" y="4948885"/>
                  </a:lnTo>
                  <a:lnTo>
                    <a:pt x="681457" y="4948885"/>
                  </a:lnTo>
                  <a:lnTo>
                    <a:pt x="681457" y="4948455"/>
                  </a:lnTo>
                  <a:lnTo>
                    <a:pt x="681457" y="4948024"/>
                  </a:lnTo>
                  <a:lnTo>
                    <a:pt x="681457" y="4947594"/>
                  </a:lnTo>
                  <a:lnTo>
                    <a:pt x="681574" y="4947594"/>
                  </a:lnTo>
                  <a:lnTo>
                    <a:pt x="681574" y="4947163"/>
                  </a:lnTo>
                  <a:lnTo>
                    <a:pt x="681692" y="4947163"/>
                  </a:lnTo>
                  <a:lnTo>
                    <a:pt x="681692" y="4946732"/>
                  </a:lnTo>
                  <a:lnTo>
                    <a:pt x="681809" y="4946732"/>
                  </a:lnTo>
                  <a:lnTo>
                    <a:pt x="681927" y="4946732"/>
                  </a:lnTo>
                  <a:lnTo>
                    <a:pt x="682045" y="4946732"/>
                  </a:lnTo>
                  <a:lnTo>
                    <a:pt x="682162" y="4946732"/>
                  </a:lnTo>
                  <a:lnTo>
                    <a:pt x="682162" y="4946302"/>
                  </a:lnTo>
                  <a:lnTo>
                    <a:pt x="682280" y="4946302"/>
                  </a:lnTo>
                  <a:lnTo>
                    <a:pt x="682397" y="4946302"/>
                  </a:lnTo>
                  <a:lnTo>
                    <a:pt x="682515" y="4946302"/>
                  </a:lnTo>
                  <a:lnTo>
                    <a:pt x="682515" y="4945871"/>
                  </a:lnTo>
                  <a:lnTo>
                    <a:pt x="682515" y="4945441"/>
                  </a:lnTo>
                  <a:lnTo>
                    <a:pt x="682633" y="4945441"/>
                  </a:lnTo>
                  <a:lnTo>
                    <a:pt x="682750" y="4945441"/>
                  </a:lnTo>
                  <a:lnTo>
                    <a:pt x="682868" y="4945441"/>
                  </a:lnTo>
                  <a:lnTo>
                    <a:pt x="682868" y="4945010"/>
                  </a:lnTo>
                  <a:lnTo>
                    <a:pt x="682986" y="4945010"/>
                  </a:lnTo>
                  <a:lnTo>
                    <a:pt x="682986" y="4944579"/>
                  </a:lnTo>
                  <a:lnTo>
                    <a:pt x="682986" y="4944149"/>
                  </a:lnTo>
                  <a:lnTo>
                    <a:pt x="683103" y="4944149"/>
                  </a:lnTo>
                  <a:lnTo>
                    <a:pt x="683103" y="4943718"/>
                  </a:lnTo>
                  <a:lnTo>
                    <a:pt x="683221" y="4943718"/>
                  </a:lnTo>
                  <a:lnTo>
                    <a:pt x="683338" y="4943718"/>
                  </a:lnTo>
                  <a:lnTo>
                    <a:pt x="683456" y="4943718"/>
                  </a:lnTo>
                  <a:lnTo>
                    <a:pt x="683574" y="4943718"/>
                  </a:lnTo>
                  <a:lnTo>
                    <a:pt x="683691" y="4943718"/>
                  </a:lnTo>
                  <a:lnTo>
                    <a:pt x="683809" y="4943718"/>
                  </a:lnTo>
                  <a:lnTo>
                    <a:pt x="683926" y="4943718"/>
                  </a:lnTo>
                  <a:lnTo>
                    <a:pt x="683926" y="4943288"/>
                  </a:lnTo>
                  <a:lnTo>
                    <a:pt x="684044" y="4943288"/>
                  </a:lnTo>
                  <a:lnTo>
                    <a:pt x="684162" y="4943288"/>
                  </a:lnTo>
                  <a:lnTo>
                    <a:pt x="684279" y="4943288"/>
                  </a:lnTo>
                  <a:lnTo>
                    <a:pt x="684279" y="4942857"/>
                  </a:lnTo>
                  <a:lnTo>
                    <a:pt x="684397" y="4942857"/>
                  </a:lnTo>
                  <a:lnTo>
                    <a:pt x="684515" y="4942857"/>
                  </a:lnTo>
                  <a:lnTo>
                    <a:pt x="684632" y="4942857"/>
                  </a:lnTo>
                  <a:lnTo>
                    <a:pt x="684632" y="4942426"/>
                  </a:lnTo>
                  <a:lnTo>
                    <a:pt x="684750" y="4942426"/>
                  </a:lnTo>
                  <a:lnTo>
                    <a:pt x="684750" y="4941996"/>
                  </a:lnTo>
                  <a:lnTo>
                    <a:pt x="684867" y="4941996"/>
                  </a:lnTo>
                  <a:lnTo>
                    <a:pt x="684867" y="4941565"/>
                  </a:lnTo>
                  <a:lnTo>
                    <a:pt x="684985" y="4941565"/>
                  </a:lnTo>
                  <a:lnTo>
                    <a:pt x="685103" y="4941565"/>
                  </a:lnTo>
                  <a:lnTo>
                    <a:pt x="685103" y="4941135"/>
                  </a:lnTo>
                  <a:lnTo>
                    <a:pt x="685220" y="4941135"/>
                  </a:lnTo>
                  <a:lnTo>
                    <a:pt x="685220" y="4940704"/>
                  </a:lnTo>
                  <a:lnTo>
                    <a:pt x="685338" y="4940704"/>
                  </a:lnTo>
                  <a:lnTo>
                    <a:pt x="685338" y="4940273"/>
                  </a:lnTo>
                  <a:lnTo>
                    <a:pt x="685455" y="4940273"/>
                  </a:lnTo>
                  <a:lnTo>
                    <a:pt x="685573" y="4940273"/>
                  </a:lnTo>
                  <a:lnTo>
                    <a:pt x="685691" y="4940273"/>
                  </a:lnTo>
                  <a:lnTo>
                    <a:pt x="685691" y="4939843"/>
                  </a:lnTo>
                  <a:lnTo>
                    <a:pt x="685691" y="4939412"/>
                  </a:lnTo>
                  <a:lnTo>
                    <a:pt x="685691" y="4938982"/>
                  </a:lnTo>
                  <a:lnTo>
                    <a:pt x="685808" y="4938982"/>
                  </a:lnTo>
                  <a:lnTo>
                    <a:pt x="685926" y="4938982"/>
                  </a:lnTo>
                  <a:lnTo>
                    <a:pt x="686044" y="4938982"/>
                  </a:lnTo>
                  <a:lnTo>
                    <a:pt x="686161" y="4938982"/>
                  </a:lnTo>
                  <a:lnTo>
                    <a:pt x="686279" y="4938982"/>
                  </a:lnTo>
                  <a:lnTo>
                    <a:pt x="686396" y="4938982"/>
                  </a:lnTo>
                  <a:lnTo>
                    <a:pt x="686514" y="4938982"/>
                  </a:lnTo>
                  <a:lnTo>
                    <a:pt x="686514" y="4938551"/>
                  </a:lnTo>
                  <a:lnTo>
                    <a:pt x="686514" y="4938120"/>
                  </a:lnTo>
                  <a:lnTo>
                    <a:pt x="686632" y="4938120"/>
                  </a:lnTo>
                  <a:lnTo>
                    <a:pt x="686749" y="4938120"/>
                  </a:lnTo>
                  <a:lnTo>
                    <a:pt x="686867" y="4938120"/>
                  </a:lnTo>
                  <a:lnTo>
                    <a:pt x="686984" y="4938120"/>
                  </a:lnTo>
                  <a:lnTo>
                    <a:pt x="686984" y="4937690"/>
                  </a:lnTo>
                  <a:lnTo>
                    <a:pt x="687102" y="4937690"/>
                  </a:lnTo>
                  <a:lnTo>
                    <a:pt x="687220" y="4937690"/>
                  </a:lnTo>
                  <a:lnTo>
                    <a:pt x="687337" y="4937690"/>
                  </a:lnTo>
                  <a:lnTo>
                    <a:pt x="687455" y="4937690"/>
                  </a:lnTo>
                  <a:lnTo>
                    <a:pt x="687572" y="4937690"/>
                  </a:lnTo>
                  <a:lnTo>
                    <a:pt x="687690" y="4937690"/>
                  </a:lnTo>
                  <a:lnTo>
                    <a:pt x="687808" y="4937690"/>
                  </a:lnTo>
                  <a:lnTo>
                    <a:pt x="687808" y="4937259"/>
                  </a:lnTo>
                  <a:lnTo>
                    <a:pt x="687925" y="4937259"/>
                  </a:lnTo>
                  <a:lnTo>
                    <a:pt x="688043" y="4937259"/>
                  </a:lnTo>
                  <a:lnTo>
                    <a:pt x="688161" y="4937259"/>
                  </a:lnTo>
                  <a:lnTo>
                    <a:pt x="688278" y="4937259"/>
                  </a:lnTo>
                  <a:lnTo>
                    <a:pt x="688396" y="4937259"/>
                  </a:lnTo>
                  <a:lnTo>
                    <a:pt x="688513" y="4937259"/>
                  </a:lnTo>
                  <a:lnTo>
                    <a:pt x="688513" y="4936829"/>
                  </a:lnTo>
                  <a:lnTo>
                    <a:pt x="688631" y="4936829"/>
                  </a:lnTo>
                  <a:lnTo>
                    <a:pt x="688749" y="4936829"/>
                  </a:lnTo>
                  <a:lnTo>
                    <a:pt x="688866" y="4936829"/>
                  </a:lnTo>
                  <a:lnTo>
                    <a:pt x="688866" y="4936398"/>
                  </a:lnTo>
                  <a:lnTo>
                    <a:pt x="688866" y="4935967"/>
                  </a:lnTo>
                  <a:lnTo>
                    <a:pt x="688984" y="4935967"/>
                  </a:lnTo>
                  <a:lnTo>
                    <a:pt x="689101" y="4935967"/>
                  </a:lnTo>
                  <a:lnTo>
                    <a:pt x="689219" y="4935967"/>
                  </a:lnTo>
                  <a:lnTo>
                    <a:pt x="689219" y="4935537"/>
                  </a:lnTo>
                  <a:lnTo>
                    <a:pt x="689337" y="4935537"/>
                  </a:lnTo>
                  <a:lnTo>
                    <a:pt x="689454" y="4935537"/>
                  </a:lnTo>
                  <a:lnTo>
                    <a:pt x="689572" y="4935537"/>
                  </a:lnTo>
                  <a:lnTo>
                    <a:pt x="689690" y="4935537"/>
                  </a:lnTo>
                  <a:lnTo>
                    <a:pt x="689807" y="4935537"/>
                  </a:lnTo>
                  <a:lnTo>
                    <a:pt x="689807" y="4935106"/>
                  </a:lnTo>
                  <a:lnTo>
                    <a:pt x="689925" y="4935106"/>
                  </a:lnTo>
                  <a:lnTo>
                    <a:pt x="690042" y="4935106"/>
                  </a:lnTo>
                  <a:lnTo>
                    <a:pt x="690160" y="4935106"/>
                  </a:lnTo>
                  <a:lnTo>
                    <a:pt x="690160" y="4934676"/>
                  </a:lnTo>
                  <a:lnTo>
                    <a:pt x="690278" y="4934676"/>
                  </a:lnTo>
                  <a:lnTo>
                    <a:pt x="690278" y="4934245"/>
                  </a:lnTo>
                  <a:lnTo>
                    <a:pt x="690278" y="4933814"/>
                  </a:lnTo>
                  <a:lnTo>
                    <a:pt x="690395" y="4933814"/>
                  </a:lnTo>
                  <a:lnTo>
                    <a:pt x="690513" y="4933814"/>
                  </a:lnTo>
                  <a:lnTo>
                    <a:pt x="690630" y="4933814"/>
                  </a:lnTo>
                  <a:lnTo>
                    <a:pt x="690630" y="4933384"/>
                  </a:lnTo>
                  <a:lnTo>
                    <a:pt x="690748" y="4933384"/>
                  </a:lnTo>
                  <a:lnTo>
                    <a:pt x="690748" y="4932953"/>
                  </a:lnTo>
                  <a:lnTo>
                    <a:pt x="690866" y="4932953"/>
                  </a:lnTo>
                  <a:lnTo>
                    <a:pt x="690983" y="4932953"/>
                  </a:lnTo>
                  <a:lnTo>
                    <a:pt x="690983" y="4932523"/>
                  </a:lnTo>
                  <a:lnTo>
                    <a:pt x="690983" y="4932092"/>
                  </a:lnTo>
                  <a:lnTo>
                    <a:pt x="691101" y="4932092"/>
                  </a:lnTo>
                  <a:lnTo>
                    <a:pt x="691219" y="4932092"/>
                  </a:lnTo>
                  <a:lnTo>
                    <a:pt x="691336" y="4932092"/>
                  </a:lnTo>
                  <a:lnTo>
                    <a:pt x="691336" y="4931661"/>
                  </a:lnTo>
                  <a:lnTo>
                    <a:pt x="691336" y="4931231"/>
                  </a:lnTo>
                  <a:lnTo>
                    <a:pt x="691454" y="4931231"/>
                  </a:lnTo>
                  <a:lnTo>
                    <a:pt x="691571" y="4931231"/>
                  </a:lnTo>
                  <a:lnTo>
                    <a:pt x="691689" y="4931231"/>
                  </a:lnTo>
                  <a:lnTo>
                    <a:pt x="691807" y="4931231"/>
                  </a:lnTo>
                  <a:lnTo>
                    <a:pt x="691924" y="4931231"/>
                  </a:lnTo>
                  <a:lnTo>
                    <a:pt x="692042" y="4931231"/>
                  </a:lnTo>
                  <a:lnTo>
                    <a:pt x="692042" y="4930800"/>
                  </a:lnTo>
                  <a:lnTo>
                    <a:pt x="692159" y="4930800"/>
                  </a:lnTo>
                  <a:lnTo>
                    <a:pt x="692159" y="4930370"/>
                  </a:lnTo>
                  <a:lnTo>
                    <a:pt x="692277" y="4930370"/>
                  </a:lnTo>
                  <a:lnTo>
                    <a:pt x="692395" y="4930370"/>
                  </a:lnTo>
                  <a:lnTo>
                    <a:pt x="692512" y="4930370"/>
                  </a:lnTo>
                  <a:lnTo>
                    <a:pt x="692630" y="4930370"/>
                  </a:lnTo>
                  <a:lnTo>
                    <a:pt x="692748" y="4930370"/>
                  </a:lnTo>
                  <a:lnTo>
                    <a:pt x="692748" y="4929939"/>
                  </a:lnTo>
                  <a:lnTo>
                    <a:pt x="692748" y="4929508"/>
                  </a:lnTo>
                  <a:lnTo>
                    <a:pt x="692865" y="4929508"/>
                  </a:lnTo>
                  <a:lnTo>
                    <a:pt x="692865" y="4929078"/>
                  </a:lnTo>
                  <a:lnTo>
                    <a:pt x="692865" y="4928647"/>
                  </a:lnTo>
                  <a:lnTo>
                    <a:pt x="692983" y="4928647"/>
                  </a:lnTo>
                  <a:lnTo>
                    <a:pt x="693100" y="4928647"/>
                  </a:lnTo>
                  <a:lnTo>
                    <a:pt x="693218" y="4928647"/>
                  </a:lnTo>
                  <a:lnTo>
                    <a:pt x="693336" y="4928647"/>
                  </a:lnTo>
                  <a:lnTo>
                    <a:pt x="693336" y="4928217"/>
                  </a:lnTo>
                  <a:lnTo>
                    <a:pt x="693453" y="4928217"/>
                  </a:lnTo>
                  <a:lnTo>
                    <a:pt x="693571" y="4928217"/>
                  </a:lnTo>
                  <a:lnTo>
                    <a:pt x="693688" y="4928217"/>
                  </a:lnTo>
                  <a:lnTo>
                    <a:pt x="693806" y="4928217"/>
                  </a:lnTo>
                  <a:lnTo>
                    <a:pt x="693806" y="4927786"/>
                  </a:lnTo>
                  <a:lnTo>
                    <a:pt x="693806" y="4927355"/>
                  </a:lnTo>
                  <a:lnTo>
                    <a:pt x="693924" y="4927355"/>
                  </a:lnTo>
                  <a:lnTo>
                    <a:pt x="694041" y="4927355"/>
                  </a:lnTo>
                  <a:lnTo>
                    <a:pt x="694159" y="4927355"/>
                  </a:lnTo>
                  <a:lnTo>
                    <a:pt x="694159" y="4926925"/>
                  </a:lnTo>
                  <a:lnTo>
                    <a:pt x="694159" y="4926494"/>
                  </a:lnTo>
                  <a:lnTo>
                    <a:pt x="694277" y="4926494"/>
                  </a:lnTo>
                  <a:lnTo>
                    <a:pt x="694277" y="4926064"/>
                  </a:lnTo>
                  <a:lnTo>
                    <a:pt x="694394" y="4926064"/>
                  </a:lnTo>
                  <a:lnTo>
                    <a:pt x="694512" y="4926064"/>
                  </a:lnTo>
                  <a:lnTo>
                    <a:pt x="694512" y="4925633"/>
                  </a:lnTo>
                  <a:lnTo>
                    <a:pt x="694629" y="4925633"/>
                  </a:lnTo>
                  <a:lnTo>
                    <a:pt x="694747" y="4925633"/>
                  </a:lnTo>
                  <a:lnTo>
                    <a:pt x="694747" y="4925202"/>
                  </a:lnTo>
                  <a:lnTo>
                    <a:pt x="694747" y="4924772"/>
                  </a:lnTo>
                  <a:lnTo>
                    <a:pt x="694865" y="4924772"/>
                  </a:lnTo>
                  <a:lnTo>
                    <a:pt x="694982" y="4924772"/>
                  </a:lnTo>
                  <a:lnTo>
                    <a:pt x="695100" y="4924772"/>
                  </a:lnTo>
                  <a:lnTo>
                    <a:pt x="695217" y="4924772"/>
                  </a:lnTo>
                  <a:lnTo>
                    <a:pt x="695217" y="4924341"/>
                  </a:lnTo>
                  <a:lnTo>
                    <a:pt x="695335" y="4924341"/>
                  </a:lnTo>
                  <a:lnTo>
                    <a:pt x="695453" y="4924341"/>
                  </a:lnTo>
                  <a:lnTo>
                    <a:pt x="695570" y="4924341"/>
                  </a:lnTo>
                  <a:lnTo>
                    <a:pt x="695570" y="4923911"/>
                  </a:lnTo>
                  <a:lnTo>
                    <a:pt x="695688" y="4923911"/>
                  </a:lnTo>
                  <a:lnTo>
                    <a:pt x="695688" y="4923480"/>
                  </a:lnTo>
                  <a:lnTo>
                    <a:pt x="695688" y="4923049"/>
                  </a:lnTo>
                  <a:lnTo>
                    <a:pt x="695805" y="4923049"/>
                  </a:lnTo>
                  <a:lnTo>
                    <a:pt x="695805" y="4922619"/>
                  </a:lnTo>
                  <a:lnTo>
                    <a:pt x="695923" y="4922619"/>
                  </a:lnTo>
                  <a:lnTo>
                    <a:pt x="696041" y="4922619"/>
                  </a:lnTo>
                  <a:lnTo>
                    <a:pt x="696041" y="4922188"/>
                  </a:lnTo>
                  <a:lnTo>
                    <a:pt x="696158" y="4922188"/>
                  </a:lnTo>
                  <a:lnTo>
                    <a:pt x="696158" y="4921758"/>
                  </a:lnTo>
                  <a:lnTo>
                    <a:pt x="696276" y="4921758"/>
                  </a:lnTo>
                  <a:lnTo>
                    <a:pt x="696394" y="4921758"/>
                  </a:lnTo>
                  <a:lnTo>
                    <a:pt x="696511" y="4921758"/>
                  </a:lnTo>
                  <a:lnTo>
                    <a:pt x="696511" y="4921327"/>
                  </a:lnTo>
                  <a:lnTo>
                    <a:pt x="696629" y="4921327"/>
                  </a:lnTo>
                  <a:lnTo>
                    <a:pt x="696629" y="4920896"/>
                  </a:lnTo>
                  <a:lnTo>
                    <a:pt x="696746" y="4920896"/>
                  </a:lnTo>
                  <a:lnTo>
                    <a:pt x="696864" y="4920896"/>
                  </a:lnTo>
                  <a:lnTo>
                    <a:pt x="696982" y="4920896"/>
                  </a:lnTo>
                  <a:lnTo>
                    <a:pt x="696982" y="4920466"/>
                  </a:lnTo>
                  <a:lnTo>
                    <a:pt x="697099" y="4920466"/>
                  </a:lnTo>
                  <a:lnTo>
                    <a:pt x="697099" y="4920035"/>
                  </a:lnTo>
                  <a:lnTo>
                    <a:pt x="697217" y="4920035"/>
                  </a:lnTo>
                  <a:lnTo>
                    <a:pt x="697217" y="4919605"/>
                  </a:lnTo>
                  <a:lnTo>
                    <a:pt x="697334" y="4919605"/>
                  </a:lnTo>
                  <a:lnTo>
                    <a:pt x="697452" y="4919605"/>
                  </a:lnTo>
                  <a:lnTo>
                    <a:pt x="697452" y="4919174"/>
                  </a:lnTo>
                  <a:lnTo>
                    <a:pt x="697570" y="4919174"/>
                  </a:lnTo>
                  <a:lnTo>
                    <a:pt x="697687" y="4919174"/>
                  </a:lnTo>
                  <a:lnTo>
                    <a:pt x="697805" y="4919174"/>
                  </a:lnTo>
                  <a:lnTo>
                    <a:pt x="697923" y="4919174"/>
                  </a:lnTo>
                  <a:lnTo>
                    <a:pt x="698040" y="4919174"/>
                  </a:lnTo>
                  <a:lnTo>
                    <a:pt x="698040" y="4918743"/>
                  </a:lnTo>
                  <a:lnTo>
                    <a:pt x="698158" y="4918743"/>
                  </a:lnTo>
                  <a:lnTo>
                    <a:pt x="698275" y="4918743"/>
                  </a:lnTo>
                  <a:lnTo>
                    <a:pt x="698393" y="4918743"/>
                  </a:lnTo>
                  <a:lnTo>
                    <a:pt x="698393" y="4918313"/>
                  </a:lnTo>
                  <a:lnTo>
                    <a:pt x="698511" y="4918313"/>
                  </a:lnTo>
                  <a:lnTo>
                    <a:pt x="698628" y="4918313"/>
                  </a:lnTo>
                  <a:lnTo>
                    <a:pt x="698746" y="4918313"/>
                  </a:lnTo>
                  <a:lnTo>
                    <a:pt x="698863" y="4918313"/>
                  </a:lnTo>
                  <a:lnTo>
                    <a:pt x="698863" y="4917882"/>
                  </a:lnTo>
                  <a:lnTo>
                    <a:pt x="698863" y="4917452"/>
                  </a:lnTo>
                  <a:lnTo>
                    <a:pt x="698981" y="4917452"/>
                  </a:lnTo>
                  <a:lnTo>
                    <a:pt x="699099" y="4917452"/>
                  </a:lnTo>
                  <a:lnTo>
                    <a:pt x="699216" y="4917452"/>
                  </a:lnTo>
                  <a:lnTo>
                    <a:pt x="699334" y="4917452"/>
                  </a:lnTo>
                  <a:lnTo>
                    <a:pt x="699452" y="4917452"/>
                  </a:lnTo>
                  <a:lnTo>
                    <a:pt x="699452" y="4917021"/>
                  </a:lnTo>
                  <a:lnTo>
                    <a:pt x="699452" y="4916590"/>
                  </a:lnTo>
                  <a:lnTo>
                    <a:pt x="699452" y="4916160"/>
                  </a:lnTo>
                  <a:lnTo>
                    <a:pt x="699569" y="4916160"/>
                  </a:lnTo>
                  <a:lnTo>
                    <a:pt x="699687" y="4916160"/>
                  </a:lnTo>
                  <a:lnTo>
                    <a:pt x="699687" y="4915729"/>
                  </a:lnTo>
                  <a:lnTo>
                    <a:pt x="699804" y="4915729"/>
                  </a:lnTo>
                  <a:lnTo>
                    <a:pt x="699922" y="4915729"/>
                  </a:lnTo>
                  <a:lnTo>
                    <a:pt x="699922" y="4915299"/>
                  </a:lnTo>
                  <a:lnTo>
                    <a:pt x="699922" y="4914868"/>
                  </a:lnTo>
                  <a:lnTo>
                    <a:pt x="699922" y="4914437"/>
                  </a:lnTo>
                  <a:lnTo>
                    <a:pt x="699922" y="4914007"/>
                  </a:lnTo>
                  <a:lnTo>
                    <a:pt x="699922" y="4913576"/>
                  </a:lnTo>
                  <a:lnTo>
                    <a:pt x="699922" y="4913146"/>
                  </a:lnTo>
                  <a:lnTo>
                    <a:pt x="699922" y="4912715"/>
                  </a:lnTo>
                  <a:lnTo>
                    <a:pt x="699922" y="4912284"/>
                  </a:lnTo>
                  <a:lnTo>
                    <a:pt x="699922" y="4911854"/>
                  </a:lnTo>
                  <a:lnTo>
                    <a:pt x="700040" y="4911854"/>
                  </a:lnTo>
                  <a:lnTo>
                    <a:pt x="700157" y="4911854"/>
                  </a:lnTo>
                  <a:lnTo>
                    <a:pt x="700157" y="4911423"/>
                  </a:lnTo>
                  <a:lnTo>
                    <a:pt x="700157" y="4910993"/>
                  </a:lnTo>
                  <a:lnTo>
                    <a:pt x="700275" y="4910993"/>
                  </a:lnTo>
                  <a:lnTo>
                    <a:pt x="700392" y="4910993"/>
                  </a:lnTo>
                  <a:lnTo>
                    <a:pt x="700392" y="4910562"/>
                  </a:lnTo>
                  <a:lnTo>
                    <a:pt x="700510" y="4910562"/>
                  </a:lnTo>
                  <a:lnTo>
                    <a:pt x="700510" y="4910131"/>
                  </a:lnTo>
                  <a:lnTo>
                    <a:pt x="700628" y="4910131"/>
                  </a:lnTo>
                  <a:lnTo>
                    <a:pt x="700628" y="4909701"/>
                  </a:lnTo>
                  <a:lnTo>
                    <a:pt x="700745" y="4909701"/>
                  </a:lnTo>
                  <a:lnTo>
                    <a:pt x="700745" y="4909270"/>
                  </a:lnTo>
                  <a:lnTo>
                    <a:pt x="700863" y="4909270"/>
                  </a:lnTo>
                  <a:lnTo>
                    <a:pt x="700981" y="4909270"/>
                  </a:lnTo>
                  <a:lnTo>
                    <a:pt x="701098" y="4909270"/>
                  </a:lnTo>
                  <a:lnTo>
                    <a:pt x="701216" y="4909270"/>
                  </a:lnTo>
                  <a:lnTo>
                    <a:pt x="701333" y="4909270"/>
                  </a:lnTo>
                  <a:lnTo>
                    <a:pt x="701451" y="4909270"/>
                  </a:lnTo>
                  <a:lnTo>
                    <a:pt x="701569" y="4909270"/>
                  </a:lnTo>
                  <a:lnTo>
                    <a:pt x="701686" y="4909270"/>
                  </a:lnTo>
                  <a:lnTo>
                    <a:pt x="701804" y="4909270"/>
                  </a:lnTo>
                  <a:lnTo>
                    <a:pt x="701921" y="4909270"/>
                  </a:lnTo>
                  <a:lnTo>
                    <a:pt x="702039" y="4909270"/>
                  </a:lnTo>
                  <a:lnTo>
                    <a:pt x="702157" y="4909270"/>
                  </a:lnTo>
                  <a:lnTo>
                    <a:pt x="702157" y="4908840"/>
                  </a:lnTo>
                  <a:lnTo>
                    <a:pt x="702157" y="4908409"/>
                  </a:lnTo>
                  <a:lnTo>
                    <a:pt x="702274" y="4908409"/>
                  </a:lnTo>
                  <a:lnTo>
                    <a:pt x="702392" y="4908409"/>
                  </a:lnTo>
                  <a:lnTo>
                    <a:pt x="702510" y="4908409"/>
                  </a:lnTo>
                  <a:lnTo>
                    <a:pt x="702510" y="4907978"/>
                  </a:lnTo>
                  <a:lnTo>
                    <a:pt x="702627" y="4907978"/>
                  </a:lnTo>
                  <a:lnTo>
                    <a:pt x="702745" y="4907978"/>
                  </a:lnTo>
                  <a:lnTo>
                    <a:pt x="702862" y="4907978"/>
                  </a:lnTo>
                  <a:lnTo>
                    <a:pt x="702980" y="4907978"/>
                  </a:lnTo>
                  <a:lnTo>
                    <a:pt x="702980" y="4907548"/>
                  </a:lnTo>
                  <a:lnTo>
                    <a:pt x="703098" y="4907548"/>
                  </a:lnTo>
                  <a:lnTo>
                    <a:pt x="703098" y="4907117"/>
                  </a:lnTo>
                  <a:lnTo>
                    <a:pt x="703098" y="4906687"/>
                  </a:lnTo>
                  <a:lnTo>
                    <a:pt x="703215" y="4906687"/>
                  </a:lnTo>
                  <a:lnTo>
                    <a:pt x="703333" y="4906687"/>
                  </a:lnTo>
                  <a:lnTo>
                    <a:pt x="703333" y="4906256"/>
                  </a:lnTo>
                  <a:lnTo>
                    <a:pt x="703450" y="4906256"/>
                  </a:lnTo>
                  <a:lnTo>
                    <a:pt x="703568" y="4906256"/>
                  </a:lnTo>
                  <a:lnTo>
                    <a:pt x="703686" y="4906256"/>
                  </a:lnTo>
                  <a:lnTo>
                    <a:pt x="703686" y="4905825"/>
                  </a:lnTo>
                  <a:lnTo>
                    <a:pt x="703686" y="4905395"/>
                  </a:lnTo>
                  <a:lnTo>
                    <a:pt x="703803" y="4905395"/>
                  </a:lnTo>
                  <a:lnTo>
                    <a:pt x="703803" y="4904964"/>
                  </a:lnTo>
                  <a:lnTo>
                    <a:pt x="703921" y="4904964"/>
                  </a:lnTo>
                  <a:lnTo>
                    <a:pt x="704038" y="4904964"/>
                  </a:lnTo>
                  <a:lnTo>
                    <a:pt x="704156" y="4904964"/>
                  </a:lnTo>
                  <a:lnTo>
                    <a:pt x="704274" y="4904964"/>
                  </a:lnTo>
                  <a:lnTo>
                    <a:pt x="704391" y="4904964"/>
                  </a:lnTo>
                  <a:lnTo>
                    <a:pt x="704509" y="4904964"/>
                  </a:lnTo>
                  <a:lnTo>
                    <a:pt x="704627" y="4904964"/>
                  </a:lnTo>
                  <a:lnTo>
                    <a:pt x="704627" y="4904534"/>
                  </a:lnTo>
                  <a:lnTo>
                    <a:pt x="704627" y="4904103"/>
                  </a:lnTo>
                  <a:lnTo>
                    <a:pt x="704627" y="4903672"/>
                  </a:lnTo>
                  <a:lnTo>
                    <a:pt x="704744" y="4903672"/>
                  </a:lnTo>
                  <a:lnTo>
                    <a:pt x="704862" y="4903672"/>
                  </a:lnTo>
                  <a:lnTo>
                    <a:pt x="704979" y="4903672"/>
                  </a:lnTo>
                  <a:lnTo>
                    <a:pt x="705097" y="4903672"/>
                  </a:lnTo>
                  <a:lnTo>
                    <a:pt x="705215" y="4903672"/>
                  </a:lnTo>
                  <a:lnTo>
                    <a:pt x="705332" y="4903672"/>
                  </a:lnTo>
                  <a:lnTo>
                    <a:pt x="705332" y="4903242"/>
                  </a:lnTo>
                  <a:lnTo>
                    <a:pt x="705332" y="4902811"/>
                  </a:lnTo>
                  <a:lnTo>
                    <a:pt x="705450" y="4902811"/>
                  </a:lnTo>
                  <a:lnTo>
                    <a:pt x="705567" y="4902811"/>
                  </a:lnTo>
                  <a:lnTo>
                    <a:pt x="705567" y="4902381"/>
                  </a:lnTo>
                  <a:lnTo>
                    <a:pt x="705567" y="4901950"/>
                  </a:lnTo>
                  <a:lnTo>
                    <a:pt x="705685" y="4901950"/>
                  </a:lnTo>
                  <a:lnTo>
                    <a:pt x="705685" y="4901519"/>
                  </a:lnTo>
                  <a:lnTo>
                    <a:pt x="705803" y="4901519"/>
                  </a:lnTo>
                  <a:lnTo>
                    <a:pt x="705803" y="4901089"/>
                  </a:lnTo>
                  <a:lnTo>
                    <a:pt x="705920" y="4901089"/>
                  </a:lnTo>
                  <a:lnTo>
                    <a:pt x="705920" y="4900658"/>
                  </a:lnTo>
                  <a:lnTo>
                    <a:pt x="705920" y="4900228"/>
                  </a:lnTo>
                  <a:lnTo>
                    <a:pt x="706038" y="4900228"/>
                  </a:lnTo>
                  <a:lnTo>
                    <a:pt x="706156" y="4900228"/>
                  </a:lnTo>
                  <a:lnTo>
                    <a:pt x="706273" y="4900228"/>
                  </a:lnTo>
                  <a:lnTo>
                    <a:pt x="706391" y="4900228"/>
                  </a:lnTo>
                  <a:lnTo>
                    <a:pt x="706391" y="4899797"/>
                  </a:lnTo>
                  <a:lnTo>
                    <a:pt x="706508" y="4899797"/>
                  </a:lnTo>
                  <a:lnTo>
                    <a:pt x="706626" y="4899797"/>
                  </a:lnTo>
                  <a:lnTo>
                    <a:pt x="706744" y="4899797"/>
                  </a:lnTo>
                  <a:lnTo>
                    <a:pt x="706861" y="4899797"/>
                  </a:lnTo>
                  <a:lnTo>
                    <a:pt x="706979" y="4899797"/>
                  </a:lnTo>
                  <a:lnTo>
                    <a:pt x="706979" y="4899366"/>
                  </a:lnTo>
                  <a:lnTo>
                    <a:pt x="707096" y="4899366"/>
                  </a:lnTo>
                  <a:lnTo>
                    <a:pt x="707214" y="4899366"/>
                  </a:lnTo>
                  <a:lnTo>
                    <a:pt x="707332" y="4899366"/>
                  </a:lnTo>
                  <a:lnTo>
                    <a:pt x="707449" y="4899366"/>
                  </a:lnTo>
                  <a:lnTo>
                    <a:pt x="707567" y="4899366"/>
                  </a:lnTo>
                  <a:lnTo>
                    <a:pt x="707567" y="4898936"/>
                  </a:lnTo>
                  <a:lnTo>
                    <a:pt x="707685" y="4898936"/>
                  </a:lnTo>
                  <a:lnTo>
                    <a:pt x="707802" y="4898936"/>
                  </a:lnTo>
                  <a:lnTo>
                    <a:pt x="707920" y="4898936"/>
                  </a:lnTo>
                  <a:lnTo>
                    <a:pt x="708037" y="4898936"/>
                  </a:lnTo>
                  <a:lnTo>
                    <a:pt x="708155" y="4898936"/>
                  </a:lnTo>
                  <a:lnTo>
                    <a:pt x="708155" y="4898505"/>
                  </a:lnTo>
                  <a:lnTo>
                    <a:pt x="708273" y="4898505"/>
                  </a:lnTo>
                  <a:lnTo>
                    <a:pt x="708390" y="4898505"/>
                  </a:lnTo>
                  <a:lnTo>
                    <a:pt x="708508" y="4898505"/>
                  </a:lnTo>
                  <a:lnTo>
                    <a:pt x="708625" y="4898505"/>
                  </a:lnTo>
                  <a:lnTo>
                    <a:pt x="708743" y="4898505"/>
                  </a:lnTo>
                  <a:lnTo>
                    <a:pt x="708743" y="4898075"/>
                  </a:lnTo>
                  <a:lnTo>
                    <a:pt x="708861" y="4898075"/>
                  </a:lnTo>
                  <a:lnTo>
                    <a:pt x="708978" y="4898075"/>
                  </a:lnTo>
                  <a:lnTo>
                    <a:pt x="709096" y="4898075"/>
                  </a:lnTo>
                  <a:lnTo>
                    <a:pt x="709214" y="4898075"/>
                  </a:lnTo>
                  <a:lnTo>
                    <a:pt x="709214" y="4897644"/>
                  </a:lnTo>
                  <a:lnTo>
                    <a:pt x="709331" y="4897644"/>
                  </a:lnTo>
                  <a:lnTo>
                    <a:pt x="709331" y="4897213"/>
                  </a:lnTo>
                  <a:lnTo>
                    <a:pt x="709449" y="4897213"/>
                  </a:lnTo>
                  <a:lnTo>
                    <a:pt x="709566" y="4897213"/>
                  </a:lnTo>
                  <a:lnTo>
                    <a:pt x="709684" y="4897213"/>
                  </a:lnTo>
                  <a:lnTo>
                    <a:pt x="709802" y="4897213"/>
                  </a:lnTo>
                  <a:lnTo>
                    <a:pt x="709802" y="4896783"/>
                  </a:lnTo>
                  <a:lnTo>
                    <a:pt x="709802" y="4896352"/>
                  </a:lnTo>
                  <a:lnTo>
                    <a:pt x="709919" y="4896352"/>
                  </a:lnTo>
                  <a:lnTo>
                    <a:pt x="710037" y="4896352"/>
                  </a:lnTo>
                  <a:lnTo>
                    <a:pt x="710037" y="4895922"/>
                  </a:lnTo>
                  <a:lnTo>
                    <a:pt x="710154" y="4895922"/>
                  </a:lnTo>
                  <a:lnTo>
                    <a:pt x="710154" y="4895491"/>
                  </a:lnTo>
                  <a:lnTo>
                    <a:pt x="710154" y="4895060"/>
                  </a:lnTo>
                  <a:lnTo>
                    <a:pt x="710154" y="4894630"/>
                  </a:lnTo>
                  <a:lnTo>
                    <a:pt x="710154" y="4894199"/>
                  </a:lnTo>
                  <a:lnTo>
                    <a:pt x="710272" y="4894199"/>
                  </a:lnTo>
                  <a:lnTo>
                    <a:pt x="710272" y="4893769"/>
                  </a:lnTo>
                  <a:lnTo>
                    <a:pt x="710390" y="4893769"/>
                  </a:lnTo>
                  <a:lnTo>
                    <a:pt x="710390" y="4893338"/>
                  </a:lnTo>
                  <a:lnTo>
                    <a:pt x="710507" y="4893338"/>
                  </a:lnTo>
                  <a:lnTo>
                    <a:pt x="710625" y="4893338"/>
                  </a:lnTo>
                  <a:lnTo>
                    <a:pt x="710743" y="4893338"/>
                  </a:lnTo>
                  <a:lnTo>
                    <a:pt x="710860" y="4893338"/>
                  </a:lnTo>
                  <a:lnTo>
                    <a:pt x="710978" y="4893338"/>
                  </a:lnTo>
                  <a:lnTo>
                    <a:pt x="711095" y="4893338"/>
                  </a:lnTo>
                  <a:lnTo>
                    <a:pt x="711213" y="4893338"/>
                  </a:lnTo>
                  <a:lnTo>
                    <a:pt x="711331" y="4893338"/>
                  </a:lnTo>
                  <a:lnTo>
                    <a:pt x="711448" y="4893338"/>
                  </a:lnTo>
                  <a:lnTo>
                    <a:pt x="711448" y="4892907"/>
                  </a:lnTo>
                  <a:lnTo>
                    <a:pt x="711566" y="4892907"/>
                  </a:lnTo>
                  <a:lnTo>
                    <a:pt x="711683" y="4892907"/>
                  </a:lnTo>
                  <a:lnTo>
                    <a:pt x="711683" y="4892477"/>
                  </a:lnTo>
                  <a:lnTo>
                    <a:pt x="711801" y="4892477"/>
                  </a:lnTo>
                  <a:lnTo>
                    <a:pt x="711919" y="4892477"/>
                  </a:lnTo>
                  <a:lnTo>
                    <a:pt x="711919" y="4892046"/>
                  </a:lnTo>
                  <a:lnTo>
                    <a:pt x="712036" y="4892046"/>
                  </a:lnTo>
                  <a:lnTo>
                    <a:pt x="712154" y="4892046"/>
                  </a:lnTo>
                  <a:lnTo>
                    <a:pt x="712271" y="4892046"/>
                  </a:lnTo>
                  <a:lnTo>
                    <a:pt x="712389" y="4892046"/>
                  </a:lnTo>
                  <a:lnTo>
                    <a:pt x="712507" y="4892046"/>
                  </a:lnTo>
                  <a:lnTo>
                    <a:pt x="712624" y="4892046"/>
                  </a:lnTo>
                  <a:lnTo>
                    <a:pt x="712742" y="4892046"/>
                  </a:lnTo>
                  <a:lnTo>
                    <a:pt x="712742" y="4891616"/>
                  </a:lnTo>
                  <a:lnTo>
                    <a:pt x="712860" y="4891616"/>
                  </a:lnTo>
                  <a:lnTo>
                    <a:pt x="712977" y="4891616"/>
                  </a:lnTo>
                  <a:lnTo>
                    <a:pt x="713095" y="4891616"/>
                  </a:lnTo>
                  <a:lnTo>
                    <a:pt x="713212" y="4891616"/>
                  </a:lnTo>
                  <a:lnTo>
                    <a:pt x="713330" y="4891616"/>
                  </a:lnTo>
                  <a:lnTo>
                    <a:pt x="713330" y="4891185"/>
                  </a:lnTo>
                  <a:lnTo>
                    <a:pt x="713448" y="4891185"/>
                  </a:lnTo>
                  <a:lnTo>
                    <a:pt x="713565" y="4891185"/>
                  </a:lnTo>
                  <a:lnTo>
                    <a:pt x="713683" y="4891185"/>
                  </a:lnTo>
                  <a:lnTo>
                    <a:pt x="713683" y="4890754"/>
                  </a:lnTo>
                  <a:lnTo>
                    <a:pt x="713800" y="4890754"/>
                  </a:lnTo>
                  <a:lnTo>
                    <a:pt x="713918" y="4890754"/>
                  </a:lnTo>
                  <a:lnTo>
                    <a:pt x="714036" y="4890754"/>
                  </a:lnTo>
                  <a:lnTo>
                    <a:pt x="714036" y="4890324"/>
                  </a:lnTo>
                  <a:lnTo>
                    <a:pt x="714153" y="4890324"/>
                  </a:lnTo>
                  <a:lnTo>
                    <a:pt x="714271" y="4890324"/>
                  </a:lnTo>
                  <a:lnTo>
                    <a:pt x="714389" y="4890324"/>
                  </a:lnTo>
                  <a:lnTo>
                    <a:pt x="714506" y="4890324"/>
                  </a:lnTo>
                  <a:lnTo>
                    <a:pt x="714624" y="4890324"/>
                  </a:lnTo>
                  <a:lnTo>
                    <a:pt x="714741" y="4890324"/>
                  </a:lnTo>
                  <a:lnTo>
                    <a:pt x="714859" y="4890324"/>
                  </a:lnTo>
                  <a:lnTo>
                    <a:pt x="714977" y="4890324"/>
                  </a:lnTo>
                  <a:lnTo>
                    <a:pt x="715094" y="4890324"/>
                  </a:lnTo>
                  <a:lnTo>
                    <a:pt x="715094" y="4889893"/>
                  </a:lnTo>
                  <a:lnTo>
                    <a:pt x="715094" y="4889463"/>
                  </a:lnTo>
                  <a:lnTo>
                    <a:pt x="715212" y="4889463"/>
                  </a:lnTo>
                  <a:lnTo>
                    <a:pt x="715329" y="4889463"/>
                  </a:lnTo>
                  <a:lnTo>
                    <a:pt x="715447" y="4889463"/>
                  </a:lnTo>
                  <a:lnTo>
                    <a:pt x="715565" y="4889463"/>
                  </a:lnTo>
                  <a:lnTo>
                    <a:pt x="715682" y="4889463"/>
                  </a:lnTo>
                  <a:lnTo>
                    <a:pt x="715682" y="4889032"/>
                  </a:lnTo>
                  <a:lnTo>
                    <a:pt x="715800" y="4889032"/>
                  </a:lnTo>
                  <a:lnTo>
                    <a:pt x="715918" y="4889032"/>
                  </a:lnTo>
                  <a:lnTo>
                    <a:pt x="716035" y="4889032"/>
                  </a:lnTo>
                  <a:lnTo>
                    <a:pt x="716035" y="4888601"/>
                  </a:lnTo>
                  <a:lnTo>
                    <a:pt x="716035" y="4888171"/>
                  </a:lnTo>
                  <a:lnTo>
                    <a:pt x="716153" y="4888171"/>
                  </a:lnTo>
                  <a:lnTo>
                    <a:pt x="716270" y="4888171"/>
                  </a:lnTo>
                  <a:lnTo>
                    <a:pt x="716388" y="4888171"/>
                  </a:lnTo>
                  <a:lnTo>
                    <a:pt x="716506" y="4888171"/>
                  </a:lnTo>
                  <a:lnTo>
                    <a:pt x="716623" y="4888171"/>
                  </a:lnTo>
                  <a:lnTo>
                    <a:pt x="716741" y="4888171"/>
                  </a:lnTo>
                  <a:lnTo>
                    <a:pt x="716858" y="4888171"/>
                  </a:lnTo>
                  <a:lnTo>
                    <a:pt x="716858" y="4887740"/>
                  </a:lnTo>
                  <a:lnTo>
                    <a:pt x="716858" y="4887310"/>
                  </a:lnTo>
                  <a:lnTo>
                    <a:pt x="716976" y="4887310"/>
                  </a:lnTo>
                  <a:lnTo>
                    <a:pt x="717094" y="4887310"/>
                  </a:lnTo>
                  <a:lnTo>
                    <a:pt x="717211" y="4887310"/>
                  </a:lnTo>
                  <a:lnTo>
                    <a:pt x="717211" y="4886879"/>
                  </a:lnTo>
                  <a:lnTo>
                    <a:pt x="717329" y="4886879"/>
                  </a:lnTo>
                  <a:lnTo>
                    <a:pt x="717447" y="4886879"/>
                  </a:lnTo>
                  <a:lnTo>
                    <a:pt x="717564" y="4886879"/>
                  </a:lnTo>
                  <a:lnTo>
                    <a:pt x="717682" y="4886879"/>
                  </a:lnTo>
                  <a:lnTo>
                    <a:pt x="717799" y="4886879"/>
                  </a:lnTo>
                  <a:lnTo>
                    <a:pt x="717917" y="4886879"/>
                  </a:lnTo>
                  <a:lnTo>
                    <a:pt x="718035" y="4886879"/>
                  </a:lnTo>
                  <a:lnTo>
                    <a:pt x="718152" y="4886879"/>
                  </a:lnTo>
                  <a:lnTo>
                    <a:pt x="718152" y="4886448"/>
                  </a:lnTo>
                  <a:lnTo>
                    <a:pt x="718152" y="4886018"/>
                  </a:lnTo>
                  <a:lnTo>
                    <a:pt x="718152" y="4885587"/>
                  </a:lnTo>
                  <a:lnTo>
                    <a:pt x="718270" y="4885587"/>
                  </a:lnTo>
                  <a:lnTo>
                    <a:pt x="718270" y="4885157"/>
                  </a:lnTo>
                  <a:lnTo>
                    <a:pt x="718387" y="4885157"/>
                  </a:lnTo>
                  <a:lnTo>
                    <a:pt x="718387" y="4884726"/>
                  </a:lnTo>
                  <a:lnTo>
                    <a:pt x="718505" y="4884726"/>
                  </a:lnTo>
                  <a:lnTo>
                    <a:pt x="718623" y="4884726"/>
                  </a:lnTo>
                  <a:lnTo>
                    <a:pt x="718740" y="4884726"/>
                  </a:lnTo>
                  <a:lnTo>
                    <a:pt x="718858" y="4884726"/>
                  </a:lnTo>
                  <a:lnTo>
                    <a:pt x="718976" y="4884726"/>
                  </a:lnTo>
                  <a:lnTo>
                    <a:pt x="719093" y="4884726"/>
                  </a:lnTo>
                  <a:lnTo>
                    <a:pt x="719211" y="4884726"/>
                  </a:lnTo>
                  <a:lnTo>
                    <a:pt x="719211" y="4884295"/>
                  </a:lnTo>
                  <a:lnTo>
                    <a:pt x="719211" y="4883865"/>
                  </a:lnTo>
                  <a:lnTo>
                    <a:pt x="719328" y="4883865"/>
                  </a:lnTo>
                  <a:lnTo>
                    <a:pt x="719446" y="4883865"/>
                  </a:lnTo>
                  <a:lnTo>
                    <a:pt x="719564" y="4883865"/>
                  </a:lnTo>
                  <a:lnTo>
                    <a:pt x="719564" y="4883434"/>
                  </a:lnTo>
                  <a:lnTo>
                    <a:pt x="719564" y="4883004"/>
                  </a:lnTo>
                  <a:lnTo>
                    <a:pt x="719681" y="4883004"/>
                  </a:lnTo>
                  <a:lnTo>
                    <a:pt x="719799" y="4883004"/>
                  </a:lnTo>
                  <a:lnTo>
                    <a:pt x="719799" y="4882573"/>
                  </a:lnTo>
                  <a:lnTo>
                    <a:pt x="719916" y="4882573"/>
                  </a:lnTo>
                  <a:lnTo>
                    <a:pt x="720034" y="4882573"/>
                  </a:lnTo>
                  <a:lnTo>
                    <a:pt x="720152" y="4882573"/>
                  </a:lnTo>
                  <a:lnTo>
                    <a:pt x="720269" y="4882573"/>
                  </a:lnTo>
                  <a:lnTo>
                    <a:pt x="720387" y="4882573"/>
                  </a:lnTo>
                  <a:lnTo>
                    <a:pt x="720504" y="4882573"/>
                  </a:lnTo>
                  <a:lnTo>
                    <a:pt x="720622" y="4882573"/>
                  </a:lnTo>
                  <a:lnTo>
                    <a:pt x="720740" y="4882573"/>
                  </a:lnTo>
                  <a:lnTo>
                    <a:pt x="720857" y="4882573"/>
                  </a:lnTo>
                  <a:lnTo>
                    <a:pt x="720975" y="4882573"/>
                  </a:lnTo>
                  <a:lnTo>
                    <a:pt x="720975" y="4882142"/>
                  </a:lnTo>
                  <a:lnTo>
                    <a:pt x="721093" y="4882142"/>
                  </a:lnTo>
                  <a:lnTo>
                    <a:pt x="721210" y="4882142"/>
                  </a:lnTo>
                  <a:lnTo>
                    <a:pt x="721328" y="4882142"/>
                  </a:lnTo>
                  <a:lnTo>
                    <a:pt x="721445" y="4882142"/>
                  </a:lnTo>
                  <a:lnTo>
                    <a:pt x="721563" y="4882142"/>
                  </a:lnTo>
                  <a:lnTo>
                    <a:pt x="721563" y="4881712"/>
                  </a:lnTo>
                  <a:lnTo>
                    <a:pt x="721681" y="4881712"/>
                  </a:lnTo>
                  <a:lnTo>
                    <a:pt x="721681" y="4881281"/>
                  </a:lnTo>
                  <a:lnTo>
                    <a:pt x="721798" y="4881281"/>
                  </a:lnTo>
                  <a:lnTo>
                    <a:pt x="721798" y="4880851"/>
                  </a:lnTo>
                  <a:lnTo>
                    <a:pt x="721916" y="4880851"/>
                  </a:lnTo>
                  <a:lnTo>
                    <a:pt x="722033" y="4880851"/>
                  </a:lnTo>
                  <a:lnTo>
                    <a:pt x="722033" y="4880420"/>
                  </a:lnTo>
                  <a:lnTo>
                    <a:pt x="722151" y="4880420"/>
                  </a:lnTo>
                  <a:lnTo>
                    <a:pt x="722269" y="4880420"/>
                  </a:lnTo>
                  <a:lnTo>
                    <a:pt x="722386" y="4880420"/>
                  </a:lnTo>
                  <a:lnTo>
                    <a:pt x="722504" y="4880420"/>
                  </a:lnTo>
                  <a:lnTo>
                    <a:pt x="722622" y="4880420"/>
                  </a:lnTo>
                  <a:lnTo>
                    <a:pt x="722739" y="4880420"/>
                  </a:lnTo>
                  <a:lnTo>
                    <a:pt x="722739" y="4879989"/>
                  </a:lnTo>
                  <a:lnTo>
                    <a:pt x="722857" y="4879989"/>
                  </a:lnTo>
                  <a:lnTo>
                    <a:pt x="722974" y="4879989"/>
                  </a:lnTo>
                  <a:lnTo>
                    <a:pt x="723092" y="4879989"/>
                  </a:lnTo>
                  <a:lnTo>
                    <a:pt x="723210" y="4879989"/>
                  </a:lnTo>
                  <a:lnTo>
                    <a:pt x="723327" y="4879989"/>
                  </a:lnTo>
                  <a:lnTo>
                    <a:pt x="723445" y="4879989"/>
                  </a:lnTo>
                  <a:lnTo>
                    <a:pt x="723562" y="4879989"/>
                  </a:lnTo>
                  <a:lnTo>
                    <a:pt x="723562" y="4879559"/>
                  </a:lnTo>
                  <a:lnTo>
                    <a:pt x="723680" y="4879559"/>
                  </a:lnTo>
                  <a:lnTo>
                    <a:pt x="723680" y="4879128"/>
                  </a:lnTo>
                  <a:lnTo>
                    <a:pt x="723798" y="4879128"/>
                  </a:lnTo>
                  <a:lnTo>
                    <a:pt x="723915" y="4879128"/>
                  </a:lnTo>
                  <a:lnTo>
                    <a:pt x="724033" y="4879128"/>
                  </a:lnTo>
                  <a:lnTo>
                    <a:pt x="724151" y="4879128"/>
                  </a:lnTo>
                  <a:lnTo>
                    <a:pt x="724151" y="4878698"/>
                  </a:lnTo>
                  <a:lnTo>
                    <a:pt x="724268" y="4878698"/>
                  </a:lnTo>
                  <a:lnTo>
                    <a:pt x="724268" y="4878267"/>
                  </a:lnTo>
                  <a:lnTo>
                    <a:pt x="724386" y="4878267"/>
                  </a:lnTo>
                  <a:lnTo>
                    <a:pt x="724503" y="4878267"/>
                  </a:lnTo>
                  <a:lnTo>
                    <a:pt x="724503" y="4877836"/>
                  </a:lnTo>
                  <a:lnTo>
                    <a:pt x="724621" y="4877836"/>
                  </a:lnTo>
                  <a:lnTo>
                    <a:pt x="724739" y="4877836"/>
                  </a:lnTo>
                  <a:lnTo>
                    <a:pt x="724856" y="4877836"/>
                  </a:lnTo>
                  <a:lnTo>
                    <a:pt x="724974" y="4877836"/>
                  </a:lnTo>
                  <a:lnTo>
                    <a:pt x="725091" y="4877836"/>
                  </a:lnTo>
                  <a:lnTo>
                    <a:pt x="725091" y="4877406"/>
                  </a:lnTo>
                  <a:lnTo>
                    <a:pt x="725091" y="4876975"/>
                  </a:lnTo>
                  <a:lnTo>
                    <a:pt x="725209" y="4876975"/>
                  </a:lnTo>
                  <a:lnTo>
                    <a:pt x="725327" y="4876975"/>
                  </a:lnTo>
                  <a:lnTo>
                    <a:pt x="725444" y="4876975"/>
                  </a:lnTo>
                  <a:lnTo>
                    <a:pt x="725444" y="4876545"/>
                  </a:lnTo>
                  <a:lnTo>
                    <a:pt x="725562" y="4876545"/>
                  </a:lnTo>
                  <a:lnTo>
                    <a:pt x="725562" y="4876114"/>
                  </a:lnTo>
                  <a:lnTo>
                    <a:pt x="725680" y="4876114"/>
                  </a:lnTo>
                  <a:lnTo>
                    <a:pt x="725797" y="4876114"/>
                  </a:lnTo>
                  <a:lnTo>
                    <a:pt x="725915" y="4876114"/>
                  </a:lnTo>
                  <a:lnTo>
                    <a:pt x="725915" y="4875683"/>
                  </a:lnTo>
                  <a:lnTo>
                    <a:pt x="725915" y="4875253"/>
                  </a:lnTo>
                  <a:lnTo>
                    <a:pt x="726032" y="4875253"/>
                  </a:lnTo>
                  <a:lnTo>
                    <a:pt x="726032" y="4874822"/>
                  </a:lnTo>
                  <a:lnTo>
                    <a:pt x="726150" y="4874822"/>
                  </a:lnTo>
                  <a:lnTo>
                    <a:pt x="726150" y="4874392"/>
                  </a:lnTo>
                  <a:lnTo>
                    <a:pt x="726150" y="4873961"/>
                  </a:lnTo>
                  <a:lnTo>
                    <a:pt x="726268" y="4873961"/>
                  </a:lnTo>
                  <a:lnTo>
                    <a:pt x="726385" y="4873961"/>
                  </a:lnTo>
                  <a:lnTo>
                    <a:pt x="726503" y="4873961"/>
                  </a:lnTo>
                  <a:lnTo>
                    <a:pt x="726620" y="4873961"/>
                  </a:lnTo>
                  <a:lnTo>
                    <a:pt x="726738" y="4873961"/>
                  </a:lnTo>
                  <a:lnTo>
                    <a:pt x="726856" y="4873961"/>
                  </a:lnTo>
                  <a:lnTo>
                    <a:pt x="726973" y="4873961"/>
                  </a:lnTo>
                  <a:lnTo>
                    <a:pt x="727091" y="4873961"/>
                  </a:lnTo>
                  <a:lnTo>
                    <a:pt x="727208" y="4873961"/>
                  </a:lnTo>
                  <a:lnTo>
                    <a:pt x="727326" y="4873961"/>
                  </a:lnTo>
                  <a:lnTo>
                    <a:pt x="727444" y="4873961"/>
                  </a:lnTo>
                  <a:lnTo>
                    <a:pt x="727561" y="4873961"/>
                  </a:lnTo>
                  <a:lnTo>
                    <a:pt x="727561" y="4873530"/>
                  </a:lnTo>
                  <a:lnTo>
                    <a:pt x="727561" y="4873100"/>
                  </a:lnTo>
                  <a:lnTo>
                    <a:pt x="727561" y="4872669"/>
                  </a:lnTo>
                  <a:lnTo>
                    <a:pt x="727561" y="4872239"/>
                  </a:lnTo>
                  <a:lnTo>
                    <a:pt x="727679" y="4872239"/>
                  </a:lnTo>
                  <a:lnTo>
                    <a:pt x="727679" y="4871808"/>
                  </a:lnTo>
                  <a:lnTo>
                    <a:pt x="727797" y="4871808"/>
                  </a:lnTo>
                  <a:lnTo>
                    <a:pt x="727914" y="4871808"/>
                  </a:lnTo>
                  <a:lnTo>
                    <a:pt x="728032" y="4871808"/>
                  </a:lnTo>
                  <a:lnTo>
                    <a:pt x="728032" y="4871377"/>
                  </a:lnTo>
                  <a:lnTo>
                    <a:pt x="728032" y="4870947"/>
                  </a:lnTo>
                  <a:lnTo>
                    <a:pt x="728149" y="4870947"/>
                  </a:lnTo>
                  <a:lnTo>
                    <a:pt x="728267" y="4870947"/>
                  </a:lnTo>
                  <a:lnTo>
                    <a:pt x="728267" y="4870516"/>
                  </a:lnTo>
                  <a:lnTo>
                    <a:pt x="728267" y="4870086"/>
                  </a:lnTo>
                  <a:lnTo>
                    <a:pt x="728267" y="4869655"/>
                  </a:lnTo>
                  <a:lnTo>
                    <a:pt x="728267" y="4869224"/>
                  </a:lnTo>
                  <a:lnTo>
                    <a:pt x="728385" y="4869224"/>
                  </a:lnTo>
                  <a:lnTo>
                    <a:pt x="728502" y="4869224"/>
                  </a:lnTo>
                  <a:lnTo>
                    <a:pt x="728502" y="4868794"/>
                  </a:lnTo>
                  <a:lnTo>
                    <a:pt x="728502" y="4868363"/>
                  </a:lnTo>
                  <a:lnTo>
                    <a:pt x="728502" y="4867933"/>
                  </a:lnTo>
                  <a:lnTo>
                    <a:pt x="728620" y="4867933"/>
                  </a:lnTo>
                  <a:lnTo>
                    <a:pt x="728737" y="4867933"/>
                  </a:lnTo>
                  <a:lnTo>
                    <a:pt x="728737" y="4867502"/>
                  </a:lnTo>
                  <a:lnTo>
                    <a:pt x="728737" y="4867071"/>
                  </a:lnTo>
                  <a:lnTo>
                    <a:pt x="728737" y="4866641"/>
                  </a:lnTo>
                  <a:lnTo>
                    <a:pt x="728855" y="4866641"/>
                  </a:lnTo>
                  <a:lnTo>
                    <a:pt x="728973" y="4866641"/>
                  </a:lnTo>
                  <a:lnTo>
                    <a:pt x="729090" y="4866641"/>
                  </a:lnTo>
                  <a:lnTo>
                    <a:pt x="729090" y="4866210"/>
                  </a:lnTo>
                  <a:lnTo>
                    <a:pt x="729090" y="4865780"/>
                  </a:lnTo>
                  <a:lnTo>
                    <a:pt x="729208" y="4865780"/>
                  </a:lnTo>
                  <a:lnTo>
                    <a:pt x="729326" y="4865780"/>
                  </a:lnTo>
                  <a:lnTo>
                    <a:pt x="729443" y="4865780"/>
                  </a:lnTo>
                  <a:lnTo>
                    <a:pt x="729561" y="4865780"/>
                  </a:lnTo>
                  <a:lnTo>
                    <a:pt x="729561" y="4865349"/>
                  </a:lnTo>
                  <a:lnTo>
                    <a:pt x="729678" y="4865349"/>
                  </a:lnTo>
                  <a:lnTo>
                    <a:pt x="729678" y="4864918"/>
                  </a:lnTo>
                  <a:lnTo>
                    <a:pt x="729796" y="4864918"/>
                  </a:lnTo>
                  <a:lnTo>
                    <a:pt x="729796" y="4864488"/>
                  </a:lnTo>
                  <a:lnTo>
                    <a:pt x="729796" y="4864057"/>
                  </a:lnTo>
                  <a:lnTo>
                    <a:pt x="729914" y="4864057"/>
                  </a:lnTo>
                  <a:lnTo>
                    <a:pt x="729914" y="4863627"/>
                  </a:lnTo>
                  <a:lnTo>
                    <a:pt x="729914" y="4863196"/>
                  </a:lnTo>
                  <a:lnTo>
                    <a:pt x="730031" y="4863196"/>
                  </a:lnTo>
                  <a:lnTo>
                    <a:pt x="730149" y="4863196"/>
                  </a:lnTo>
                  <a:lnTo>
                    <a:pt x="730266" y="4863196"/>
                  </a:lnTo>
                  <a:lnTo>
                    <a:pt x="730384" y="4863196"/>
                  </a:lnTo>
                  <a:lnTo>
                    <a:pt x="730384" y="4862765"/>
                  </a:lnTo>
                  <a:lnTo>
                    <a:pt x="730502" y="4862765"/>
                  </a:lnTo>
                  <a:lnTo>
                    <a:pt x="730619" y="4862765"/>
                  </a:lnTo>
                  <a:lnTo>
                    <a:pt x="730619" y="4862335"/>
                  </a:lnTo>
                  <a:lnTo>
                    <a:pt x="730737" y="4862335"/>
                  </a:lnTo>
                  <a:lnTo>
                    <a:pt x="730855" y="4862335"/>
                  </a:lnTo>
                  <a:lnTo>
                    <a:pt x="730972" y="4862335"/>
                  </a:lnTo>
                  <a:lnTo>
                    <a:pt x="731090" y="4862335"/>
                  </a:lnTo>
                  <a:lnTo>
                    <a:pt x="731090" y="4861904"/>
                  </a:lnTo>
                  <a:lnTo>
                    <a:pt x="731207" y="4861904"/>
                  </a:lnTo>
                  <a:lnTo>
                    <a:pt x="731325" y="4861904"/>
                  </a:lnTo>
                  <a:lnTo>
                    <a:pt x="731325" y="4861474"/>
                  </a:lnTo>
                  <a:lnTo>
                    <a:pt x="731443" y="4861474"/>
                  </a:lnTo>
                  <a:lnTo>
                    <a:pt x="731560" y="4861474"/>
                  </a:lnTo>
                  <a:lnTo>
                    <a:pt x="731560" y="4861043"/>
                  </a:lnTo>
                  <a:lnTo>
                    <a:pt x="731678" y="4861043"/>
                  </a:lnTo>
                  <a:lnTo>
                    <a:pt x="731678" y="4860612"/>
                  </a:lnTo>
                  <a:lnTo>
                    <a:pt x="731795" y="4860612"/>
                  </a:lnTo>
                  <a:lnTo>
                    <a:pt x="731913" y="4860612"/>
                  </a:lnTo>
                  <a:lnTo>
                    <a:pt x="731913" y="4860182"/>
                  </a:lnTo>
                  <a:lnTo>
                    <a:pt x="731913" y="4859751"/>
                  </a:lnTo>
                  <a:lnTo>
                    <a:pt x="732031" y="4859751"/>
                  </a:lnTo>
                  <a:lnTo>
                    <a:pt x="732031" y="4859321"/>
                  </a:lnTo>
                  <a:lnTo>
                    <a:pt x="732031" y="4858890"/>
                  </a:lnTo>
                  <a:lnTo>
                    <a:pt x="732031" y="4858459"/>
                  </a:lnTo>
                  <a:lnTo>
                    <a:pt x="732148" y="4858459"/>
                  </a:lnTo>
                  <a:lnTo>
                    <a:pt x="732148" y="4858029"/>
                  </a:lnTo>
                  <a:lnTo>
                    <a:pt x="732266" y="4858029"/>
                  </a:lnTo>
                  <a:lnTo>
                    <a:pt x="732266" y="4857598"/>
                  </a:lnTo>
                  <a:lnTo>
                    <a:pt x="732384" y="4857598"/>
                  </a:lnTo>
                  <a:lnTo>
                    <a:pt x="732384" y="4857168"/>
                  </a:lnTo>
                  <a:lnTo>
                    <a:pt x="732501" y="4857168"/>
                  </a:lnTo>
                  <a:lnTo>
                    <a:pt x="732619" y="4857168"/>
                  </a:lnTo>
                  <a:lnTo>
                    <a:pt x="732619" y="4856737"/>
                  </a:lnTo>
                  <a:lnTo>
                    <a:pt x="732619" y="4856306"/>
                  </a:lnTo>
                  <a:lnTo>
                    <a:pt x="732736" y="4856306"/>
                  </a:lnTo>
                  <a:lnTo>
                    <a:pt x="732854" y="4856306"/>
                  </a:lnTo>
                  <a:lnTo>
                    <a:pt x="732854" y="4855876"/>
                  </a:lnTo>
                  <a:lnTo>
                    <a:pt x="732972" y="4855876"/>
                  </a:lnTo>
                  <a:lnTo>
                    <a:pt x="733089" y="4855876"/>
                  </a:lnTo>
                  <a:lnTo>
                    <a:pt x="733207" y="4855876"/>
                  </a:lnTo>
                  <a:lnTo>
                    <a:pt x="733324" y="4855876"/>
                  </a:lnTo>
                  <a:lnTo>
                    <a:pt x="733324" y="4855445"/>
                  </a:lnTo>
                  <a:lnTo>
                    <a:pt x="733442" y="4855445"/>
                  </a:lnTo>
                  <a:lnTo>
                    <a:pt x="733560" y="4855445"/>
                  </a:lnTo>
                  <a:lnTo>
                    <a:pt x="733677" y="4855445"/>
                  </a:lnTo>
                  <a:lnTo>
                    <a:pt x="733795" y="4855445"/>
                  </a:lnTo>
                  <a:lnTo>
                    <a:pt x="733913" y="4855445"/>
                  </a:lnTo>
                  <a:lnTo>
                    <a:pt x="733913" y="4855015"/>
                  </a:lnTo>
                  <a:lnTo>
                    <a:pt x="734030" y="4855015"/>
                  </a:lnTo>
                  <a:lnTo>
                    <a:pt x="734030" y="4854584"/>
                  </a:lnTo>
                  <a:lnTo>
                    <a:pt x="734030" y="4854153"/>
                  </a:lnTo>
                  <a:lnTo>
                    <a:pt x="734030" y="4853723"/>
                  </a:lnTo>
                  <a:lnTo>
                    <a:pt x="734148" y="4853723"/>
                  </a:lnTo>
                  <a:lnTo>
                    <a:pt x="734265" y="4853723"/>
                  </a:lnTo>
                  <a:lnTo>
                    <a:pt x="734383" y="4853723"/>
                  </a:lnTo>
                  <a:lnTo>
                    <a:pt x="734501" y="4853723"/>
                  </a:lnTo>
                  <a:lnTo>
                    <a:pt x="734618" y="4853723"/>
                  </a:lnTo>
                  <a:lnTo>
                    <a:pt x="734736" y="4853723"/>
                  </a:lnTo>
                  <a:lnTo>
                    <a:pt x="734853" y="4853723"/>
                  </a:lnTo>
                  <a:lnTo>
                    <a:pt x="734971" y="4853723"/>
                  </a:lnTo>
                  <a:lnTo>
                    <a:pt x="735089" y="4853723"/>
                  </a:lnTo>
                  <a:lnTo>
                    <a:pt x="735206" y="4853723"/>
                  </a:lnTo>
                  <a:lnTo>
                    <a:pt x="735206" y="4853292"/>
                  </a:lnTo>
                  <a:lnTo>
                    <a:pt x="735324" y="4853292"/>
                  </a:lnTo>
                  <a:lnTo>
                    <a:pt x="735441" y="4853292"/>
                  </a:lnTo>
                  <a:lnTo>
                    <a:pt x="735559" y="4853292"/>
                  </a:lnTo>
                  <a:lnTo>
                    <a:pt x="735677" y="4853292"/>
                  </a:lnTo>
                  <a:lnTo>
                    <a:pt x="735794" y="4853292"/>
                  </a:lnTo>
                  <a:lnTo>
                    <a:pt x="735794" y="4852862"/>
                  </a:lnTo>
                  <a:lnTo>
                    <a:pt x="735912" y="4852862"/>
                  </a:lnTo>
                  <a:lnTo>
                    <a:pt x="736030" y="4852862"/>
                  </a:lnTo>
                  <a:lnTo>
                    <a:pt x="736030" y="4852431"/>
                  </a:lnTo>
                  <a:lnTo>
                    <a:pt x="736147" y="4852431"/>
                  </a:lnTo>
                  <a:lnTo>
                    <a:pt x="736265" y="4852431"/>
                  </a:lnTo>
                  <a:lnTo>
                    <a:pt x="736382" y="4852431"/>
                  </a:lnTo>
                  <a:lnTo>
                    <a:pt x="736500" y="4852431"/>
                  </a:lnTo>
                  <a:lnTo>
                    <a:pt x="736618" y="4852431"/>
                  </a:lnTo>
                  <a:lnTo>
                    <a:pt x="736735" y="4852431"/>
                  </a:lnTo>
                  <a:lnTo>
                    <a:pt x="736853" y="4852431"/>
                  </a:lnTo>
                  <a:lnTo>
                    <a:pt x="736970" y="4852431"/>
                  </a:lnTo>
                  <a:lnTo>
                    <a:pt x="737088" y="4852431"/>
                  </a:lnTo>
                  <a:lnTo>
                    <a:pt x="737206" y="4852431"/>
                  </a:lnTo>
                  <a:lnTo>
                    <a:pt x="737323" y="4852431"/>
                  </a:lnTo>
                  <a:lnTo>
                    <a:pt x="737323" y="4852000"/>
                  </a:lnTo>
                  <a:lnTo>
                    <a:pt x="737441" y="4852000"/>
                  </a:lnTo>
                  <a:lnTo>
                    <a:pt x="737559" y="4852000"/>
                  </a:lnTo>
                  <a:lnTo>
                    <a:pt x="737676" y="4852000"/>
                  </a:lnTo>
                  <a:lnTo>
                    <a:pt x="737676" y="4851570"/>
                  </a:lnTo>
                  <a:lnTo>
                    <a:pt x="737676" y="4851139"/>
                  </a:lnTo>
                  <a:lnTo>
                    <a:pt x="737794" y="4851139"/>
                  </a:lnTo>
                  <a:lnTo>
                    <a:pt x="737911" y="4851139"/>
                  </a:lnTo>
                  <a:lnTo>
                    <a:pt x="738029" y="4851139"/>
                  </a:lnTo>
                  <a:lnTo>
                    <a:pt x="738147" y="4851139"/>
                  </a:lnTo>
                  <a:lnTo>
                    <a:pt x="738264" y="4851139"/>
                  </a:lnTo>
                  <a:lnTo>
                    <a:pt x="738264" y="4850709"/>
                  </a:lnTo>
                  <a:lnTo>
                    <a:pt x="738264" y="4850278"/>
                  </a:lnTo>
                  <a:lnTo>
                    <a:pt x="738264" y="4849847"/>
                  </a:lnTo>
                  <a:lnTo>
                    <a:pt x="738382" y="4849847"/>
                  </a:lnTo>
                  <a:lnTo>
                    <a:pt x="738382" y="4849417"/>
                  </a:lnTo>
                  <a:lnTo>
                    <a:pt x="738499" y="4849417"/>
                  </a:lnTo>
                  <a:lnTo>
                    <a:pt x="738617" y="4849417"/>
                  </a:lnTo>
                  <a:lnTo>
                    <a:pt x="738735" y="4849417"/>
                  </a:lnTo>
                  <a:lnTo>
                    <a:pt x="738852" y="4849417"/>
                  </a:lnTo>
                  <a:lnTo>
                    <a:pt x="738852" y="4848986"/>
                  </a:lnTo>
                  <a:lnTo>
                    <a:pt x="738970" y="4848986"/>
                  </a:lnTo>
                  <a:lnTo>
                    <a:pt x="739088" y="4848986"/>
                  </a:lnTo>
                  <a:lnTo>
                    <a:pt x="739205" y="4848986"/>
                  </a:lnTo>
                  <a:lnTo>
                    <a:pt x="739323" y="4848986"/>
                  </a:lnTo>
                  <a:lnTo>
                    <a:pt x="739440" y="4848986"/>
                  </a:lnTo>
                  <a:lnTo>
                    <a:pt x="739440" y="4848556"/>
                  </a:lnTo>
                  <a:lnTo>
                    <a:pt x="739440" y="4848125"/>
                  </a:lnTo>
                  <a:lnTo>
                    <a:pt x="739440" y="4847694"/>
                  </a:lnTo>
                  <a:lnTo>
                    <a:pt x="739558" y="4847694"/>
                  </a:lnTo>
                  <a:lnTo>
                    <a:pt x="739676" y="4847694"/>
                  </a:lnTo>
                  <a:lnTo>
                    <a:pt x="739793" y="4847694"/>
                  </a:lnTo>
                  <a:lnTo>
                    <a:pt x="739793" y="4847264"/>
                  </a:lnTo>
                  <a:lnTo>
                    <a:pt x="739911" y="4847264"/>
                  </a:lnTo>
                  <a:lnTo>
                    <a:pt x="739911" y="4846833"/>
                  </a:lnTo>
                  <a:lnTo>
                    <a:pt x="739911" y="4846403"/>
                  </a:lnTo>
                  <a:lnTo>
                    <a:pt x="740028" y="4846403"/>
                  </a:lnTo>
                  <a:lnTo>
                    <a:pt x="740028" y="4845972"/>
                  </a:lnTo>
                  <a:lnTo>
                    <a:pt x="740028" y="4845541"/>
                  </a:lnTo>
                  <a:lnTo>
                    <a:pt x="740146" y="4845541"/>
                  </a:lnTo>
                  <a:lnTo>
                    <a:pt x="740264" y="4845541"/>
                  </a:lnTo>
                  <a:lnTo>
                    <a:pt x="740264" y="4845111"/>
                  </a:lnTo>
                  <a:lnTo>
                    <a:pt x="740264" y="4844680"/>
                  </a:lnTo>
                  <a:lnTo>
                    <a:pt x="740381" y="4844680"/>
                  </a:lnTo>
                  <a:lnTo>
                    <a:pt x="740381" y="4844250"/>
                  </a:lnTo>
                  <a:lnTo>
                    <a:pt x="740381" y="4843819"/>
                  </a:lnTo>
                  <a:lnTo>
                    <a:pt x="740499" y="4843819"/>
                  </a:lnTo>
                  <a:lnTo>
                    <a:pt x="740617" y="4843819"/>
                  </a:lnTo>
                  <a:lnTo>
                    <a:pt x="740734" y="4843819"/>
                  </a:lnTo>
                  <a:lnTo>
                    <a:pt x="740852" y="4843819"/>
                  </a:lnTo>
                  <a:lnTo>
                    <a:pt x="740969" y="4843819"/>
                  </a:lnTo>
                  <a:lnTo>
                    <a:pt x="740969" y="4843388"/>
                  </a:lnTo>
                  <a:lnTo>
                    <a:pt x="741087" y="4843388"/>
                  </a:lnTo>
                  <a:lnTo>
                    <a:pt x="741205" y="4843388"/>
                  </a:lnTo>
                  <a:lnTo>
                    <a:pt x="741322" y="4843388"/>
                  </a:lnTo>
                  <a:lnTo>
                    <a:pt x="741440" y="4843388"/>
                  </a:lnTo>
                  <a:lnTo>
                    <a:pt x="741440" y="4842958"/>
                  </a:lnTo>
                  <a:lnTo>
                    <a:pt x="741557" y="4842958"/>
                  </a:lnTo>
                  <a:lnTo>
                    <a:pt x="741675" y="4842958"/>
                  </a:lnTo>
                  <a:lnTo>
                    <a:pt x="741793" y="4842958"/>
                  </a:lnTo>
                  <a:lnTo>
                    <a:pt x="741793" y="4842527"/>
                  </a:lnTo>
                  <a:lnTo>
                    <a:pt x="741910" y="4842527"/>
                  </a:lnTo>
                  <a:lnTo>
                    <a:pt x="742028" y="4842527"/>
                  </a:lnTo>
                  <a:lnTo>
                    <a:pt x="742146" y="4842527"/>
                  </a:lnTo>
                  <a:lnTo>
                    <a:pt x="742263" y="4842527"/>
                  </a:lnTo>
                  <a:lnTo>
                    <a:pt x="742263" y="4842097"/>
                  </a:lnTo>
                  <a:lnTo>
                    <a:pt x="742381" y="4842097"/>
                  </a:lnTo>
                  <a:lnTo>
                    <a:pt x="742381" y="4841666"/>
                  </a:lnTo>
                  <a:lnTo>
                    <a:pt x="742381" y="4841235"/>
                  </a:lnTo>
                  <a:lnTo>
                    <a:pt x="742498" y="4841235"/>
                  </a:lnTo>
                  <a:lnTo>
                    <a:pt x="742616" y="4841235"/>
                  </a:lnTo>
                  <a:lnTo>
                    <a:pt x="742734" y="4841235"/>
                  </a:lnTo>
                  <a:lnTo>
                    <a:pt x="742734" y="4840805"/>
                  </a:lnTo>
                  <a:lnTo>
                    <a:pt x="742851" y="4840805"/>
                  </a:lnTo>
                  <a:lnTo>
                    <a:pt x="742969" y="4840805"/>
                  </a:lnTo>
                  <a:lnTo>
                    <a:pt x="743086" y="4840805"/>
                  </a:lnTo>
                  <a:lnTo>
                    <a:pt x="743204" y="4840805"/>
                  </a:lnTo>
                  <a:lnTo>
                    <a:pt x="743204" y="4840374"/>
                  </a:lnTo>
                  <a:lnTo>
                    <a:pt x="743322" y="4840374"/>
                  </a:lnTo>
                  <a:lnTo>
                    <a:pt x="743439" y="4840374"/>
                  </a:lnTo>
                  <a:lnTo>
                    <a:pt x="743439" y="4839944"/>
                  </a:lnTo>
                  <a:lnTo>
                    <a:pt x="743557" y="4839944"/>
                  </a:lnTo>
                  <a:lnTo>
                    <a:pt x="743674" y="4839944"/>
                  </a:lnTo>
                  <a:lnTo>
                    <a:pt x="743792" y="4839944"/>
                  </a:lnTo>
                  <a:lnTo>
                    <a:pt x="743910" y="4839944"/>
                  </a:lnTo>
                  <a:lnTo>
                    <a:pt x="744027" y="4839944"/>
                  </a:lnTo>
                  <a:lnTo>
                    <a:pt x="744027" y="4839513"/>
                  </a:lnTo>
                  <a:lnTo>
                    <a:pt x="744027" y="4839082"/>
                  </a:lnTo>
                  <a:lnTo>
                    <a:pt x="744145" y="4839082"/>
                  </a:lnTo>
                  <a:lnTo>
                    <a:pt x="744263" y="4839082"/>
                  </a:lnTo>
                  <a:lnTo>
                    <a:pt x="744380" y="4839082"/>
                  </a:lnTo>
                  <a:lnTo>
                    <a:pt x="744498" y="4839082"/>
                  </a:lnTo>
                  <a:lnTo>
                    <a:pt x="744498" y="4838652"/>
                  </a:lnTo>
                  <a:lnTo>
                    <a:pt x="744498" y="4838221"/>
                  </a:lnTo>
                  <a:lnTo>
                    <a:pt x="744615" y="4838221"/>
                  </a:lnTo>
                  <a:lnTo>
                    <a:pt x="744733" y="4838221"/>
                  </a:lnTo>
                  <a:lnTo>
                    <a:pt x="744851" y="4838221"/>
                  </a:lnTo>
                  <a:lnTo>
                    <a:pt x="744851" y="4837791"/>
                  </a:lnTo>
                  <a:lnTo>
                    <a:pt x="744851" y="4837360"/>
                  </a:lnTo>
                  <a:lnTo>
                    <a:pt x="744968" y="4837360"/>
                  </a:lnTo>
                  <a:lnTo>
                    <a:pt x="745086" y="4837360"/>
                  </a:lnTo>
                  <a:lnTo>
                    <a:pt x="745086" y="4836929"/>
                  </a:lnTo>
                  <a:lnTo>
                    <a:pt x="745086" y="4836499"/>
                  </a:lnTo>
                  <a:lnTo>
                    <a:pt x="745203" y="4836499"/>
                  </a:lnTo>
                  <a:lnTo>
                    <a:pt x="745203" y="4836068"/>
                  </a:lnTo>
                  <a:lnTo>
                    <a:pt x="745321" y="4836068"/>
                  </a:lnTo>
                  <a:lnTo>
                    <a:pt x="745439" y="4836068"/>
                  </a:lnTo>
                  <a:lnTo>
                    <a:pt x="745556" y="4836068"/>
                  </a:lnTo>
                  <a:lnTo>
                    <a:pt x="745556" y="4835638"/>
                  </a:lnTo>
                  <a:lnTo>
                    <a:pt x="745674" y="4835638"/>
                  </a:lnTo>
                  <a:lnTo>
                    <a:pt x="745792" y="4835638"/>
                  </a:lnTo>
                  <a:lnTo>
                    <a:pt x="745909" y="4835638"/>
                  </a:lnTo>
                  <a:lnTo>
                    <a:pt x="746027" y="4835638"/>
                  </a:lnTo>
                  <a:lnTo>
                    <a:pt x="746144" y="4835638"/>
                  </a:lnTo>
                  <a:lnTo>
                    <a:pt x="746262" y="4835638"/>
                  </a:lnTo>
                  <a:lnTo>
                    <a:pt x="746262" y="4835207"/>
                  </a:lnTo>
                  <a:lnTo>
                    <a:pt x="746380" y="4835207"/>
                  </a:lnTo>
                  <a:lnTo>
                    <a:pt x="746380" y="4834776"/>
                  </a:lnTo>
                  <a:lnTo>
                    <a:pt x="746497" y="4834776"/>
                  </a:lnTo>
                  <a:lnTo>
                    <a:pt x="746497" y="4834346"/>
                  </a:lnTo>
                  <a:lnTo>
                    <a:pt x="746615" y="4834346"/>
                  </a:lnTo>
                  <a:lnTo>
                    <a:pt x="746615" y="4833915"/>
                  </a:lnTo>
                  <a:lnTo>
                    <a:pt x="746615" y="4833485"/>
                  </a:lnTo>
                  <a:lnTo>
                    <a:pt x="746732" y="4833485"/>
                  </a:lnTo>
                  <a:lnTo>
                    <a:pt x="746850" y="4833485"/>
                  </a:lnTo>
                  <a:lnTo>
                    <a:pt x="746968" y="4833485"/>
                  </a:lnTo>
                  <a:lnTo>
                    <a:pt x="746968" y="4833054"/>
                  </a:lnTo>
                  <a:lnTo>
                    <a:pt x="747085" y="4833054"/>
                  </a:lnTo>
                  <a:lnTo>
                    <a:pt x="747203" y="4833054"/>
                  </a:lnTo>
                  <a:lnTo>
                    <a:pt x="747321" y="4833054"/>
                  </a:lnTo>
                  <a:lnTo>
                    <a:pt x="747438" y="4833054"/>
                  </a:lnTo>
                  <a:lnTo>
                    <a:pt x="747438" y="4832623"/>
                  </a:lnTo>
                  <a:lnTo>
                    <a:pt x="747556" y="4832623"/>
                  </a:lnTo>
                  <a:lnTo>
                    <a:pt x="747673" y="4832623"/>
                  </a:lnTo>
                  <a:lnTo>
                    <a:pt x="747791" y="4832623"/>
                  </a:lnTo>
                  <a:lnTo>
                    <a:pt x="747791" y="4832193"/>
                  </a:lnTo>
                  <a:lnTo>
                    <a:pt x="747909" y="4832193"/>
                  </a:lnTo>
                  <a:lnTo>
                    <a:pt x="748026" y="4832193"/>
                  </a:lnTo>
                  <a:lnTo>
                    <a:pt x="748144" y="4832193"/>
                  </a:lnTo>
                  <a:lnTo>
                    <a:pt x="748261" y="4832193"/>
                  </a:lnTo>
                  <a:lnTo>
                    <a:pt x="748379" y="4832193"/>
                  </a:lnTo>
                  <a:lnTo>
                    <a:pt x="748497" y="4832193"/>
                  </a:lnTo>
                  <a:lnTo>
                    <a:pt x="748614" y="4832193"/>
                  </a:lnTo>
                  <a:lnTo>
                    <a:pt x="748732" y="4832193"/>
                  </a:lnTo>
                  <a:lnTo>
                    <a:pt x="748850" y="4832193"/>
                  </a:lnTo>
                  <a:lnTo>
                    <a:pt x="748967" y="4832193"/>
                  </a:lnTo>
                  <a:lnTo>
                    <a:pt x="749085" y="4832193"/>
                  </a:lnTo>
                  <a:lnTo>
                    <a:pt x="749085" y="4831762"/>
                  </a:lnTo>
                  <a:lnTo>
                    <a:pt x="749202" y="4831762"/>
                  </a:lnTo>
                  <a:lnTo>
                    <a:pt x="749202" y="4831332"/>
                  </a:lnTo>
                  <a:lnTo>
                    <a:pt x="749202" y="4830901"/>
                  </a:lnTo>
                  <a:lnTo>
                    <a:pt x="749202" y="4830470"/>
                  </a:lnTo>
                  <a:lnTo>
                    <a:pt x="749202" y="4830040"/>
                  </a:lnTo>
                  <a:lnTo>
                    <a:pt x="749202" y="4829609"/>
                  </a:lnTo>
                  <a:lnTo>
                    <a:pt x="749320" y="4829609"/>
                  </a:lnTo>
                  <a:lnTo>
                    <a:pt x="749438" y="4829609"/>
                  </a:lnTo>
                  <a:lnTo>
                    <a:pt x="749555" y="4829609"/>
                  </a:lnTo>
                  <a:lnTo>
                    <a:pt x="749673" y="4829609"/>
                  </a:lnTo>
                  <a:lnTo>
                    <a:pt x="749790" y="4829609"/>
                  </a:lnTo>
                  <a:lnTo>
                    <a:pt x="749790" y="4829179"/>
                  </a:lnTo>
                  <a:lnTo>
                    <a:pt x="749790" y="4828748"/>
                  </a:lnTo>
                  <a:lnTo>
                    <a:pt x="749908" y="4828748"/>
                  </a:lnTo>
                  <a:lnTo>
                    <a:pt x="749908" y="4828317"/>
                  </a:lnTo>
                  <a:lnTo>
                    <a:pt x="749908" y="4827887"/>
                  </a:lnTo>
                  <a:lnTo>
                    <a:pt x="749908" y="4827456"/>
                  </a:lnTo>
                  <a:lnTo>
                    <a:pt x="750026" y="4827456"/>
                  </a:lnTo>
                  <a:lnTo>
                    <a:pt x="750143" y="4827456"/>
                  </a:lnTo>
                  <a:lnTo>
                    <a:pt x="750261" y="4827456"/>
                  </a:lnTo>
                  <a:lnTo>
                    <a:pt x="750379" y="4827456"/>
                  </a:lnTo>
                  <a:lnTo>
                    <a:pt x="750379" y="4827026"/>
                  </a:lnTo>
                  <a:lnTo>
                    <a:pt x="750379" y="4826595"/>
                  </a:lnTo>
                  <a:lnTo>
                    <a:pt x="750379" y="4826164"/>
                  </a:lnTo>
                  <a:lnTo>
                    <a:pt x="750379" y="4825734"/>
                  </a:lnTo>
                  <a:lnTo>
                    <a:pt x="750379" y="4825303"/>
                  </a:lnTo>
                  <a:lnTo>
                    <a:pt x="750496" y="4825303"/>
                  </a:lnTo>
                  <a:lnTo>
                    <a:pt x="750614" y="4825303"/>
                  </a:lnTo>
                  <a:lnTo>
                    <a:pt x="750731" y="4825303"/>
                  </a:lnTo>
                  <a:lnTo>
                    <a:pt x="750731" y="4824873"/>
                  </a:lnTo>
                  <a:lnTo>
                    <a:pt x="750849" y="4824873"/>
                  </a:lnTo>
                  <a:lnTo>
                    <a:pt x="750849" y="4824442"/>
                  </a:lnTo>
                  <a:lnTo>
                    <a:pt x="750967" y="4824442"/>
                  </a:lnTo>
                  <a:lnTo>
                    <a:pt x="751084" y="4824442"/>
                  </a:lnTo>
                  <a:lnTo>
                    <a:pt x="751202" y="4824442"/>
                  </a:lnTo>
                  <a:lnTo>
                    <a:pt x="751319" y="4824442"/>
                  </a:lnTo>
                  <a:lnTo>
                    <a:pt x="751319" y="4824011"/>
                  </a:lnTo>
                  <a:lnTo>
                    <a:pt x="751437" y="4824011"/>
                  </a:lnTo>
                  <a:lnTo>
                    <a:pt x="751437" y="4823581"/>
                  </a:lnTo>
                  <a:lnTo>
                    <a:pt x="751555" y="4823581"/>
                  </a:lnTo>
                  <a:lnTo>
                    <a:pt x="751672" y="4823581"/>
                  </a:lnTo>
                  <a:lnTo>
                    <a:pt x="751672" y="4823150"/>
                  </a:lnTo>
                  <a:lnTo>
                    <a:pt x="751790" y="4823150"/>
                  </a:lnTo>
                  <a:lnTo>
                    <a:pt x="751790" y="4822720"/>
                  </a:lnTo>
                  <a:lnTo>
                    <a:pt x="751907" y="4822720"/>
                  </a:lnTo>
                  <a:lnTo>
                    <a:pt x="752025" y="4822720"/>
                  </a:lnTo>
                  <a:lnTo>
                    <a:pt x="752025" y="4822289"/>
                  </a:lnTo>
                  <a:lnTo>
                    <a:pt x="752143" y="4822289"/>
                  </a:lnTo>
                  <a:lnTo>
                    <a:pt x="752260" y="4822289"/>
                  </a:lnTo>
                  <a:lnTo>
                    <a:pt x="752260" y="4821858"/>
                  </a:lnTo>
                  <a:lnTo>
                    <a:pt x="752378" y="4821858"/>
                  </a:lnTo>
                  <a:lnTo>
                    <a:pt x="752378" y="4821428"/>
                  </a:lnTo>
                  <a:lnTo>
                    <a:pt x="752496" y="4821428"/>
                  </a:lnTo>
                  <a:lnTo>
                    <a:pt x="752496" y="4820997"/>
                  </a:lnTo>
                  <a:lnTo>
                    <a:pt x="752496" y="4820567"/>
                  </a:lnTo>
                  <a:lnTo>
                    <a:pt x="752613" y="4820567"/>
                  </a:lnTo>
                  <a:lnTo>
                    <a:pt x="752731" y="4820567"/>
                  </a:lnTo>
                  <a:lnTo>
                    <a:pt x="752848" y="4820567"/>
                  </a:lnTo>
                  <a:lnTo>
                    <a:pt x="752966" y="4820567"/>
                  </a:lnTo>
                  <a:lnTo>
                    <a:pt x="752966" y="4820136"/>
                  </a:lnTo>
                  <a:lnTo>
                    <a:pt x="752966" y="4819705"/>
                  </a:lnTo>
                  <a:lnTo>
                    <a:pt x="753084" y="4819705"/>
                  </a:lnTo>
                  <a:lnTo>
                    <a:pt x="753201" y="4819705"/>
                  </a:lnTo>
                  <a:lnTo>
                    <a:pt x="753319" y="4819705"/>
                  </a:lnTo>
                  <a:lnTo>
                    <a:pt x="753319" y="4819275"/>
                  </a:lnTo>
                  <a:lnTo>
                    <a:pt x="753436" y="4819275"/>
                  </a:lnTo>
                  <a:lnTo>
                    <a:pt x="753554" y="4819275"/>
                  </a:lnTo>
                  <a:lnTo>
                    <a:pt x="753672" y="4819275"/>
                  </a:lnTo>
                  <a:lnTo>
                    <a:pt x="753672" y="4818844"/>
                  </a:lnTo>
                  <a:lnTo>
                    <a:pt x="753672" y="4818414"/>
                  </a:lnTo>
                  <a:lnTo>
                    <a:pt x="753672" y="4817983"/>
                  </a:lnTo>
                  <a:lnTo>
                    <a:pt x="753672" y="4817552"/>
                  </a:lnTo>
                  <a:lnTo>
                    <a:pt x="753789" y="4817552"/>
                  </a:lnTo>
                  <a:lnTo>
                    <a:pt x="753907" y="4817552"/>
                  </a:lnTo>
                  <a:lnTo>
                    <a:pt x="753907" y="4817122"/>
                  </a:lnTo>
                  <a:lnTo>
                    <a:pt x="754025" y="4817122"/>
                  </a:lnTo>
                  <a:lnTo>
                    <a:pt x="754142" y="4817122"/>
                  </a:lnTo>
                  <a:lnTo>
                    <a:pt x="754260" y="4817122"/>
                  </a:lnTo>
                  <a:lnTo>
                    <a:pt x="754377" y="4817122"/>
                  </a:lnTo>
                  <a:lnTo>
                    <a:pt x="754377" y="4816691"/>
                  </a:lnTo>
                  <a:lnTo>
                    <a:pt x="754495" y="4816691"/>
                  </a:lnTo>
                  <a:lnTo>
                    <a:pt x="754613" y="4816691"/>
                  </a:lnTo>
                  <a:lnTo>
                    <a:pt x="754730" y="4816691"/>
                  </a:lnTo>
                  <a:lnTo>
                    <a:pt x="754848" y="4816691"/>
                  </a:lnTo>
                  <a:lnTo>
                    <a:pt x="754848" y="4816261"/>
                  </a:lnTo>
                  <a:lnTo>
                    <a:pt x="754848" y="4815830"/>
                  </a:lnTo>
                  <a:lnTo>
                    <a:pt x="754965" y="4815830"/>
                  </a:lnTo>
                  <a:lnTo>
                    <a:pt x="755083" y="4815830"/>
                  </a:lnTo>
                  <a:lnTo>
                    <a:pt x="755201" y="4815830"/>
                  </a:lnTo>
                  <a:lnTo>
                    <a:pt x="755201" y="4815399"/>
                  </a:lnTo>
                  <a:lnTo>
                    <a:pt x="755201" y="4814969"/>
                  </a:lnTo>
                  <a:lnTo>
                    <a:pt x="755201" y="4814538"/>
                  </a:lnTo>
                  <a:lnTo>
                    <a:pt x="755318" y="4814538"/>
                  </a:lnTo>
                  <a:lnTo>
                    <a:pt x="755436" y="4814538"/>
                  </a:lnTo>
                  <a:lnTo>
                    <a:pt x="755554" y="4814538"/>
                  </a:lnTo>
                  <a:lnTo>
                    <a:pt x="755671" y="4814538"/>
                  </a:lnTo>
                  <a:lnTo>
                    <a:pt x="755671" y="4814108"/>
                  </a:lnTo>
                  <a:lnTo>
                    <a:pt x="755671" y="4813677"/>
                  </a:lnTo>
                  <a:lnTo>
                    <a:pt x="755789" y="4813677"/>
                  </a:lnTo>
                  <a:lnTo>
                    <a:pt x="755789" y="4813246"/>
                  </a:lnTo>
                  <a:lnTo>
                    <a:pt x="755906" y="4813246"/>
                  </a:lnTo>
                  <a:lnTo>
                    <a:pt x="756024" y="4813246"/>
                  </a:lnTo>
                  <a:lnTo>
                    <a:pt x="756142" y="4813246"/>
                  </a:lnTo>
                  <a:lnTo>
                    <a:pt x="756142" y="4812816"/>
                  </a:lnTo>
                  <a:lnTo>
                    <a:pt x="756142" y="4812385"/>
                  </a:lnTo>
                  <a:lnTo>
                    <a:pt x="756259" y="4812385"/>
                  </a:lnTo>
                  <a:lnTo>
                    <a:pt x="756377" y="4812385"/>
                  </a:lnTo>
                  <a:lnTo>
                    <a:pt x="756494" y="4812385"/>
                  </a:lnTo>
                  <a:lnTo>
                    <a:pt x="756612" y="4812385"/>
                  </a:lnTo>
                  <a:lnTo>
                    <a:pt x="756730" y="4812385"/>
                  </a:lnTo>
                  <a:lnTo>
                    <a:pt x="756847" y="4812385"/>
                  </a:lnTo>
                  <a:lnTo>
                    <a:pt x="756965" y="4812385"/>
                  </a:lnTo>
                  <a:lnTo>
                    <a:pt x="756965" y="4811955"/>
                  </a:lnTo>
                  <a:lnTo>
                    <a:pt x="757083" y="4811955"/>
                  </a:lnTo>
                  <a:lnTo>
                    <a:pt x="757200" y="4811955"/>
                  </a:lnTo>
                  <a:lnTo>
                    <a:pt x="757200" y="4811524"/>
                  </a:lnTo>
                  <a:lnTo>
                    <a:pt x="757318" y="4811524"/>
                  </a:lnTo>
                  <a:lnTo>
                    <a:pt x="757318" y="4811093"/>
                  </a:lnTo>
                  <a:lnTo>
                    <a:pt x="757435" y="4811093"/>
                  </a:lnTo>
                  <a:lnTo>
                    <a:pt x="757553" y="4811093"/>
                  </a:lnTo>
                  <a:lnTo>
                    <a:pt x="757553" y="4810663"/>
                  </a:lnTo>
                  <a:lnTo>
                    <a:pt x="757671" y="4810663"/>
                  </a:lnTo>
                  <a:lnTo>
                    <a:pt x="757788" y="4810663"/>
                  </a:lnTo>
                  <a:lnTo>
                    <a:pt x="757788" y="4810232"/>
                  </a:lnTo>
                  <a:lnTo>
                    <a:pt x="757906" y="4810232"/>
                  </a:lnTo>
                  <a:lnTo>
                    <a:pt x="757906" y="4809802"/>
                  </a:lnTo>
                  <a:lnTo>
                    <a:pt x="757906" y="4809371"/>
                  </a:lnTo>
                  <a:lnTo>
                    <a:pt x="758023" y="4809371"/>
                  </a:lnTo>
                  <a:lnTo>
                    <a:pt x="758141" y="4809371"/>
                  </a:lnTo>
                  <a:lnTo>
                    <a:pt x="758141" y="4808940"/>
                  </a:lnTo>
                  <a:lnTo>
                    <a:pt x="758141" y="4808510"/>
                  </a:lnTo>
                  <a:lnTo>
                    <a:pt x="758141" y="4808079"/>
                  </a:lnTo>
                  <a:lnTo>
                    <a:pt x="758259" y="4808079"/>
                  </a:lnTo>
                  <a:lnTo>
                    <a:pt x="758376" y="4808079"/>
                  </a:lnTo>
                  <a:lnTo>
                    <a:pt x="758494" y="4808079"/>
                  </a:lnTo>
                  <a:lnTo>
                    <a:pt x="758612" y="4808079"/>
                  </a:lnTo>
                  <a:lnTo>
                    <a:pt x="758729" y="4808079"/>
                  </a:lnTo>
                  <a:lnTo>
                    <a:pt x="758847" y="4808079"/>
                  </a:lnTo>
                  <a:lnTo>
                    <a:pt x="758964" y="4808079"/>
                  </a:lnTo>
                  <a:lnTo>
                    <a:pt x="759082" y="4808079"/>
                  </a:lnTo>
                  <a:lnTo>
                    <a:pt x="759082" y="4807649"/>
                  </a:lnTo>
                  <a:lnTo>
                    <a:pt x="759082" y="4807218"/>
                  </a:lnTo>
                  <a:lnTo>
                    <a:pt x="759200" y="4807218"/>
                  </a:lnTo>
                  <a:lnTo>
                    <a:pt x="759200" y="4806787"/>
                  </a:lnTo>
                  <a:lnTo>
                    <a:pt x="759317" y="4806787"/>
                  </a:lnTo>
                  <a:lnTo>
                    <a:pt x="759435" y="4806787"/>
                  </a:lnTo>
                  <a:lnTo>
                    <a:pt x="759435" y="4806357"/>
                  </a:lnTo>
                  <a:lnTo>
                    <a:pt x="759435" y="4805926"/>
                  </a:lnTo>
                  <a:lnTo>
                    <a:pt x="759552" y="4805926"/>
                  </a:lnTo>
                  <a:lnTo>
                    <a:pt x="759670" y="4805926"/>
                  </a:lnTo>
                  <a:lnTo>
                    <a:pt x="759788" y="4805926"/>
                  </a:lnTo>
                  <a:lnTo>
                    <a:pt x="759788" y="4805496"/>
                  </a:lnTo>
                  <a:lnTo>
                    <a:pt x="759788" y="4805065"/>
                  </a:lnTo>
                  <a:lnTo>
                    <a:pt x="759905" y="4805065"/>
                  </a:lnTo>
                  <a:lnTo>
                    <a:pt x="759905" y="4804634"/>
                  </a:lnTo>
                  <a:lnTo>
                    <a:pt x="760023" y="4804634"/>
                  </a:lnTo>
                  <a:lnTo>
                    <a:pt x="760023" y="4804204"/>
                  </a:lnTo>
                  <a:lnTo>
                    <a:pt x="760140" y="4804204"/>
                  </a:lnTo>
                  <a:lnTo>
                    <a:pt x="760140" y="4803773"/>
                  </a:lnTo>
                  <a:lnTo>
                    <a:pt x="760258" y="4803773"/>
                  </a:lnTo>
                  <a:lnTo>
                    <a:pt x="760376" y="4803773"/>
                  </a:lnTo>
                  <a:lnTo>
                    <a:pt x="760493" y="4803773"/>
                  </a:lnTo>
                  <a:lnTo>
                    <a:pt x="760493" y="4803343"/>
                  </a:lnTo>
                  <a:lnTo>
                    <a:pt x="760611" y="4803343"/>
                  </a:lnTo>
                  <a:lnTo>
                    <a:pt x="760611" y="4802912"/>
                  </a:lnTo>
                  <a:lnTo>
                    <a:pt x="760611" y="4802481"/>
                  </a:lnTo>
                  <a:lnTo>
                    <a:pt x="760611" y="4802051"/>
                  </a:lnTo>
                  <a:lnTo>
                    <a:pt x="760729" y="4802051"/>
                  </a:lnTo>
                  <a:lnTo>
                    <a:pt x="760846" y="4802051"/>
                  </a:lnTo>
                  <a:lnTo>
                    <a:pt x="760846" y="4801620"/>
                  </a:lnTo>
                  <a:lnTo>
                    <a:pt x="760964" y="4801620"/>
                  </a:lnTo>
                  <a:lnTo>
                    <a:pt x="761081" y="4801620"/>
                  </a:lnTo>
                  <a:lnTo>
                    <a:pt x="761199" y="4801620"/>
                  </a:lnTo>
                  <a:lnTo>
                    <a:pt x="761199" y="4801190"/>
                  </a:lnTo>
                  <a:lnTo>
                    <a:pt x="761199" y="4800759"/>
                  </a:lnTo>
                  <a:lnTo>
                    <a:pt x="761317" y="4800759"/>
                  </a:lnTo>
                  <a:lnTo>
                    <a:pt x="761434" y="4800759"/>
                  </a:lnTo>
                  <a:lnTo>
                    <a:pt x="761552" y="4800759"/>
                  </a:lnTo>
                  <a:lnTo>
                    <a:pt x="761669" y="4800759"/>
                  </a:lnTo>
                  <a:lnTo>
                    <a:pt x="761787" y="4800759"/>
                  </a:lnTo>
                  <a:lnTo>
                    <a:pt x="761905" y="4800759"/>
                  </a:lnTo>
                  <a:lnTo>
                    <a:pt x="762022" y="4800759"/>
                  </a:lnTo>
                  <a:lnTo>
                    <a:pt x="762140" y="4800759"/>
                  </a:lnTo>
                  <a:lnTo>
                    <a:pt x="762258" y="4800759"/>
                  </a:lnTo>
                  <a:lnTo>
                    <a:pt x="762375" y="4800759"/>
                  </a:lnTo>
                  <a:lnTo>
                    <a:pt x="762493" y="4800759"/>
                  </a:lnTo>
                  <a:lnTo>
                    <a:pt x="762610" y="4800759"/>
                  </a:lnTo>
                  <a:lnTo>
                    <a:pt x="762728" y="4800759"/>
                  </a:lnTo>
                  <a:lnTo>
                    <a:pt x="762846" y="4800759"/>
                  </a:lnTo>
                  <a:lnTo>
                    <a:pt x="762846" y="4800328"/>
                  </a:lnTo>
                  <a:lnTo>
                    <a:pt x="762846" y="4799898"/>
                  </a:lnTo>
                  <a:lnTo>
                    <a:pt x="762846" y="4799467"/>
                  </a:lnTo>
                  <a:lnTo>
                    <a:pt x="762963" y="4799467"/>
                  </a:lnTo>
                  <a:lnTo>
                    <a:pt x="762963" y="4799037"/>
                  </a:lnTo>
                  <a:lnTo>
                    <a:pt x="762963" y="4798606"/>
                  </a:lnTo>
                  <a:lnTo>
                    <a:pt x="763081" y="4798606"/>
                  </a:lnTo>
                  <a:lnTo>
                    <a:pt x="763081" y="4798175"/>
                  </a:lnTo>
                  <a:lnTo>
                    <a:pt x="763198" y="4798175"/>
                  </a:lnTo>
                  <a:lnTo>
                    <a:pt x="763198" y="4797745"/>
                  </a:lnTo>
                  <a:lnTo>
                    <a:pt x="763198" y="4797314"/>
                  </a:lnTo>
                  <a:lnTo>
                    <a:pt x="763316" y="4797314"/>
                  </a:lnTo>
                  <a:lnTo>
                    <a:pt x="763316" y="4796884"/>
                  </a:lnTo>
                  <a:lnTo>
                    <a:pt x="763316" y="4796453"/>
                  </a:lnTo>
                  <a:lnTo>
                    <a:pt x="763434" y="4796453"/>
                  </a:lnTo>
                  <a:lnTo>
                    <a:pt x="763551" y="4796453"/>
                  </a:lnTo>
                  <a:lnTo>
                    <a:pt x="763551" y="4796022"/>
                  </a:lnTo>
                  <a:lnTo>
                    <a:pt x="763669" y="4796022"/>
                  </a:lnTo>
                  <a:lnTo>
                    <a:pt x="763787" y="4796022"/>
                  </a:lnTo>
                  <a:lnTo>
                    <a:pt x="763904" y="4796022"/>
                  </a:lnTo>
                  <a:lnTo>
                    <a:pt x="764022" y="4796022"/>
                  </a:lnTo>
                  <a:lnTo>
                    <a:pt x="764139" y="4796022"/>
                  </a:lnTo>
                  <a:lnTo>
                    <a:pt x="764257" y="4796022"/>
                  </a:lnTo>
                  <a:lnTo>
                    <a:pt x="764375" y="4796022"/>
                  </a:lnTo>
                  <a:lnTo>
                    <a:pt x="764375" y="4795592"/>
                  </a:lnTo>
                  <a:lnTo>
                    <a:pt x="764492" y="4795592"/>
                  </a:lnTo>
                  <a:lnTo>
                    <a:pt x="764610" y="4795592"/>
                  </a:lnTo>
                  <a:lnTo>
                    <a:pt x="764610" y="4795161"/>
                  </a:lnTo>
                  <a:lnTo>
                    <a:pt x="764727" y="4795161"/>
                  </a:lnTo>
                  <a:lnTo>
                    <a:pt x="764845" y="4795161"/>
                  </a:lnTo>
                  <a:lnTo>
                    <a:pt x="764963" y="4795161"/>
                  </a:lnTo>
                  <a:lnTo>
                    <a:pt x="765080" y="4795161"/>
                  </a:lnTo>
                  <a:lnTo>
                    <a:pt x="765080" y="4794731"/>
                  </a:lnTo>
                  <a:lnTo>
                    <a:pt x="765080" y="4794300"/>
                  </a:lnTo>
                  <a:lnTo>
                    <a:pt x="765198" y="4794300"/>
                  </a:lnTo>
                  <a:lnTo>
                    <a:pt x="765316" y="4794300"/>
                  </a:lnTo>
                  <a:lnTo>
                    <a:pt x="765316" y="4793869"/>
                  </a:lnTo>
                  <a:lnTo>
                    <a:pt x="765433" y="4793869"/>
                  </a:lnTo>
                  <a:lnTo>
                    <a:pt x="765551" y="4793869"/>
                  </a:lnTo>
                  <a:lnTo>
                    <a:pt x="765668" y="4793869"/>
                  </a:lnTo>
                  <a:lnTo>
                    <a:pt x="765668" y="4793439"/>
                  </a:lnTo>
                  <a:lnTo>
                    <a:pt x="765786" y="4793439"/>
                  </a:lnTo>
                  <a:lnTo>
                    <a:pt x="765786" y="4793008"/>
                  </a:lnTo>
                  <a:lnTo>
                    <a:pt x="765904" y="4793008"/>
                  </a:lnTo>
                  <a:lnTo>
                    <a:pt x="766021" y="4793008"/>
                  </a:lnTo>
                  <a:lnTo>
                    <a:pt x="766139" y="4793008"/>
                  </a:lnTo>
                  <a:lnTo>
                    <a:pt x="766256" y="4793008"/>
                  </a:lnTo>
                  <a:lnTo>
                    <a:pt x="766374" y="4793008"/>
                  </a:lnTo>
                  <a:lnTo>
                    <a:pt x="766492" y="4793008"/>
                  </a:lnTo>
                  <a:lnTo>
                    <a:pt x="766609" y="4793008"/>
                  </a:lnTo>
                  <a:lnTo>
                    <a:pt x="766727" y="4793008"/>
                  </a:lnTo>
                  <a:lnTo>
                    <a:pt x="766727" y="4792578"/>
                  </a:lnTo>
                  <a:lnTo>
                    <a:pt x="766727" y="4792147"/>
                  </a:lnTo>
                  <a:lnTo>
                    <a:pt x="766727" y="4791716"/>
                  </a:lnTo>
                  <a:lnTo>
                    <a:pt x="766845" y="4791716"/>
                  </a:lnTo>
                  <a:lnTo>
                    <a:pt x="766962" y="4791716"/>
                  </a:lnTo>
                  <a:lnTo>
                    <a:pt x="767080" y="4791716"/>
                  </a:lnTo>
                  <a:lnTo>
                    <a:pt x="767197" y="4791716"/>
                  </a:lnTo>
                  <a:lnTo>
                    <a:pt x="767197" y="4791286"/>
                  </a:lnTo>
                  <a:lnTo>
                    <a:pt x="767197" y="4790855"/>
                  </a:lnTo>
                  <a:lnTo>
                    <a:pt x="767315" y="4790855"/>
                  </a:lnTo>
                  <a:lnTo>
                    <a:pt x="767433" y="4790855"/>
                  </a:lnTo>
                  <a:lnTo>
                    <a:pt x="767550" y="4790855"/>
                  </a:lnTo>
                  <a:lnTo>
                    <a:pt x="767550" y="4790425"/>
                  </a:lnTo>
                  <a:lnTo>
                    <a:pt x="767550" y="4789994"/>
                  </a:lnTo>
                  <a:lnTo>
                    <a:pt x="767668" y="4789994"/>
                  </a:lnTo>
                  <a:lnTo>
                    <a:pt x="767668" y="4789563"/>
                  </a:lnTo>
                  <a:lnTo>
                    <a:pt x="767785" y="4789563"/>
                  </a:lnTo>
                  <a:lnTo>
                    <a:pt x="767903" y="4789563"/>
                  </a:lnTo>
                  <a:lnTo>
                    <a:pt x="768021" y="4789563"/>
                  </a:lnTo>
                  <a:lnTo>
                    <a:pt x="768021" y="4789133"/>
                  </a:lnTo>
                  <a:lnTo>
                    <a:pt x="768138" y="4789133"/>
                  </a:lnTo>
                  <a:lnTo>
                    <a:pt x="768256" y="4789133"/>
                  </a:lnTo>
                  <a:lnTo>
                    <a:pt x="768373" y="4789133"/>
                  </a:lnTo>
                  <a:lnTo>
                    <a:pt x="768491" y="4789133"/>
                  </a:lnTo>
                  <a:lnTo>
                    <a:pt x="768491" y="4788702"/>
                  </a:lnTo>
                  <a:lnTo>
                    <a:pt x="768609" y="4788702"/>
                  </a:lnTo>
                  <a:lnTo>
                    <a:pt x="768726" y="4788702"/>
                  </a:lnTo>
                  <a:lnTo>
                    <a:pt x="768844" y="4788702"/>
                  </a:lnTo>
                  <a:lnTo>
                    <a:pt x="768962" y="4788702"/>
                  </a:lnTo>
                  <a:lnTo>
                    <a:pt x="769079" y="4788702"/>
                  </a:lnTo>
                  <a:lnTo>
                    <a:pt x="769197" y="4788702"/>
                  </a:lnTo>
                  <a:lnTo>
                    <a:pt x="769314" y="4788702"/>
                  </a:lnTo>
                  <a:lnTo>
                    <a:pt x="769314" y="4788272"/>
                  </a:lnTo>
                  <a:lnTo>
                    <a:pt x="769432" y="4788272"/>
                  </a:lnTo>
                  <a:lnTo>
                    <a:pt x="769432" y="4787841"/>
                  </a:lnTo>
                  <a:lnTo>
                    <a:pt x="769550" y="4787841"/>
                  </a:lnTo>
                  <a:lnTo>
                    <a:pt x="769667" y="4787841"/>
                  </a:lnTo>
                  <a:lnTo>
                    <a:pt x="769785" y="4787841"/>
                  </a:lnTo>
                  <a:lnTo>
                    <a:pt x="769902" y="4787841"/>
                  </a:lnTo>
                  <a:lnTo>
                    <a:pt x="770020" y="4787841"/>
                  </a:lnTo>
                  <a:lnTo>
                    <a:pt x="770138" y="4787841"/>
                  </a:lnTo>
                  <a:lnTo>
                    <a:pt x="770138" y="4787410"/>
                  </a:lnTo>
                  <a:lnTo>
                    <a:pt x="770255" y="4787410"/>
                  </a:lnTo>
                  <a:lnTo>
                    <a:pt x="770373" y="4787410"/>
                  </a:lnTo>
                  <a:lnTo>
                    <a:pt x="770373" y="4786980"/>
                  </a:lnTo>
                  <a:lnTo>
                    <a:pt x="770491" y="4786980"/>
                  </a:lnTo>
                  <a:lnTo>
                    <a:pt x="770608" y="4786980"/>
                  </a:lnTo>
                  <a:lnTo>
                    <a:pt x="770726" y="4786980"/>
                  </a:lnTo>
                  <a:lnTo>
                    <a:pt x="770843" y="4786980"/>
                  </a:lnTo>
                  <a:lnTo>
                    <a:pt x="770961" y="4786980"/>
                  </a:lnTo>
                  <a:lnTo>
                    <a:pt x="771079" y="4786980"/>
                  </a:lnTo>
                  <a:lnTo>
                    <a:pt x="771196" y="4786980"/>
                  </a:lnTo>
                  <a:lnTo>
                    <a:pt x="771314" y="4786980"/>
                  </a:lnTo>
                  <a:lnTo>
                    <a:pt x="771431" y="4786980"/>
                  </a:lnTo>
                  <a:lnTo>
                    <a:pt x="771431" y="4786549"/>
                  </a:lnTo>
                  <a:lnTo>
                    <a:pt x="771549" y="4786549"/>
                  </a:lnTo>
                  <a:lnTo>
                    <a:pt x="771549" y="4786119"/>
                  </a:lnTo>
                  <a:lnTo>
                    <a:pt x="771667" y="4786119"/>
                  </a:lnTo>
                  <a:lnTo>
                    <a:pt x="771667" y="4785688"/>
                  </a:lnTo>
                  <a:lnTo>
                    <a:pt x="771784" y="4785688"/>
                  </a:lnTo>
                  <a:lnTo>
                    <a:pt x="771784" y="4785257"/>
                  </a:lnTo>
                  <a:lnTo>
                    <a:pt x="771902" y="4785257"/>
                  </a:lnTo>
                  <a:lnTo>
                    <a:pt x="772020" y="4785257"/>
                  </a:lnTo>
                  <a:lnTo>
                    <a:pt x="772137" y="4785257"/>
                  </a:lnTo>
                  <a:lnTo>
                    <a:pt x="772255" y="4785257"/>
                  </a:lnTo>
                  <a:lnTo>
                    <a:pt x="772255" y="4784827"/>
                  </a:lnTo>
                  <a:lnTo>
                    <a:pt x="772255" y="4784396"/>
                  </a:lnTo>
                  <a:lnTo>
                    <a:pt x="772255" y="4783966"/>
                  </a:lnTo>
                  <a:lnTo>
                    <a:pt x="772255" y="4783535"/>
                  </a:lnTo>
                  <a:lnTo>
                    <a:pt x="772372" y="4783535"/>
                  </a:lnTo>
                  <a:lnTo>
                    <a:pt x="772490" y="4783535"/>
                  </a:lnTo>
                  <a:lnTo>
                    <a:pt x="772490" y="4783104"/>
                  </a:lnTo>
                  <a:lnTo>
                    <a:pt x="772490" y="4782674"/>
                  </a:lnTo>
                  <a:lnTo>
                    <a:pt x="772608" y="4782674"/>
                  </a:lnTo>
                  <a:lnTo>
                    <a:pt x="772725" y="4782674"/>
                  </a:lnTo>
                  <a:lnTo>
                    <a:pt x="772843" y="4782674"/>
                  </a:lnTo>
                  <a:lnTo>
                    <a:pt x="772960" y="4782674"/>
                  </a:lnTo>
                  <a:lnTo>
                    <a:pt x="773078" y="4782674"/>
                  </a:lnTo>
                  <a:lnTo>
                    <a:pt x="773196" y="4782674"/>
                  </a:lnTo>
                  <a:lnTo>
                    <a:pt x="773313" y="4782674"/>
                  </a:lnTo>
                  <a:lnTo>
                    <a:pt x="773431" y="4782674"/>
                  </a:lnTo>
                  <a:lnTo>
                    <a:pt x="773549" y="4782674"/>
                  </a:lnTo>
                  <a:lnTo>
                    <a:pt x="773666" y="4782674"/>
                  </a:lnTo>
                  <a:lnTo>
                    <a:pt x="773666" y="4782243"/>
                  </a:lnTo>
                  <a:lnTo>
                    <a:pt x="773666" y="4781813"/>
                  </a:lnTo>
                  <a:lnTo>
                    <a:pt x="773784" y="4781813"/>
                  </a:lnTo>
                  <a:lnTo>
                    <a:pt x="773901" y="4781813"/>
                  </a:lnTo>
                  <a:lnTo>
                    <a:pt x="773901" y="4781382"/>
                  </a:lnTo>
                  <a:lnTo>
                    <a:pt x="774019" y="4781382"/>
                  </a:lnTo>
                  <a:lnTo>
                    <a:pt x="774137" y="4781382"/>
                  </a:lnTo>
                  <a:lnTo>
                    <a:pt x="774137" y="4780951"/>
                  </a:lnTo>
                  <a:lnTo>
                    <a:pt x="774254" y="4780951"/>
                  </a:lnTo>
                  <a:lnTo>
                    <a:pt x="774372" y="4780951"/>
                  </a:lnTo>
                  <a:lnTo>
                    <a:pt x="774372" y="4780521"/>
                  </a:lnTo>
                  <a:lnTo>
                    <a:pt x="774489" y="4780521"/>
                  </a:lnTo>
                  <a:lnTo>
                    <a:pt x="774607" y="4780521"/>
                  </a:lnTo>
                  <a:lnTo>
                    <a:pt x="774725" y="4780521"/>
                  </a:lnTo>
                  <a:lnTo>
                    <a:pt x="774725" y="4780090"/>
                  </a:lnTo>
                  <a:lnTo>
                    <a:pt x="774725" y="4779660"/>
                  </a:lnTo>
                  <a:lnTo>
                    <a:pt x="774842" y="4779660"/>
                  </a:lnTo>
                  <a:lnTo>
                    <a:pt x="774960" y="4779660"/>
                  </a:lnTo>
                  <a:lnTo>
                    <a:pt x="775078" y="4779660"/>
                  </a:lnTo>
                  <a:lnTo>
                    <a:pt x="775195" y="4779660"/>
                  </a:lnTo>
                  <a:lnTo>
                    <a:pt x="775313" y="4779660"/>
                  </a:lnTo>
                  <a:lnTo>
                    <a:pt x="775430" y="4779660"/>
                  </a:lnTo>
                  <a:lnTo>
                    <a:pt x="775548" y="4779660"/>
                  </a:lnTo>
                  <a:lnTo>
                    <a:pt x="775548" y="4779229"/>
                  </a:lnTo>
                  <a:lnTo>
                    <a:pt x="775666" y="4779229"/>
                  </a:lnTo>
                  <a:lnTo>
                    <a:pt x="775783" y="4779229"/>
                  </a:lnTo>
                  <a:lnTo>
                    <a:pt x="775901" y="4779229"/>
                  </a:lnTo>
                  <a:lnTo>
                    <a:pt x="776018" y="4779229"/>
                  </a:lnTo>
                  <a:lnTo>
                    <a:pt x="776018" y="4778798"/>
                  </a:lnTo>
                  <a:lnTo>
                    <a:pt x="776136" y="4778798"/>
                  </a:lnTo>
                  <a:lnTo>
                    <a:pt x="776254" y="4778798"/>
                  </a:lnTo>
                  <a:lnTo>
                    <a:pt x="776371" y="4778798"/>
                  </a:lnTo>
                  <a:lnTo>
                    <a:pt x="776371" y="4778368"/>
                  </a:lnTo>
                  <a:lnTo>
                    <a:pt x="776371" y="4777937"/>
                  </a:lnTo>
                  <a:lnTo>
                    <a:pt x="776489" y="4777937"/>
                  </a:lnTo>
                  <a:lnTo>
                    <a:pt x="776489" y="4777507"/>
                  </a:lnTo>
                  <a:lnTo>
                    <a:pt x="776489" y="4777076"/>
                  </a:lnTo>
                  <a:lnTo>
                    <a:pt x="776489" y="4776645"/>
                  </a:lnTo>
                  <a:lnTo>
                    <a:pt x="776606" y="4776645"/>
                  </a:lnTo>
                  <a:lnTo>
                    <a:pt x="776606" y="4776215"/>
                  </a:lnTo>
                  <a:lnTo>
                    <a:pt x="776724" y="4776215"/>
                  </a:lnTo>
                  <a:lnTo>
                    <a:pt x="776724" y="4775784"/>
                  </a:lnTo>
                  <a:lnTo>
                    <a:pt x="776842" y="4775784"/>
                  </a:lnTo>
                  <a:lnTo>
                    <a:pt x="776959" y="4775784"/>
                  </a:lnTo>
                  <a:lnTo>
                    <a:pt x="777077" y="4775784"/>
                  </a:lnTo>
                  <a:lnTo>
                    <a:pt x="777077" y="4775354"/>
                  </a:lnTo>
                  <a:lnTo>
                    <a:pt x="777195" y="4775354"/>
                  </a:lnTo>
                  <a:lnTo>
                    <a:pt x="777312" y="4775354"/>
                  </a:lnTo>
                  <a:lnTo>
                    <a:pt x="777430" y="4775354"/>
                  </a:lnTo>
                  <a:lnTo>
                    <a:pt x="777547" y="4775354"/>
                  </a:lnTo>
                  <a:lnTo>
                    <a:pt x="777665" y="4775354"/>
                  </a:lnTo>
                  <a:lnTo>
                    <a:pt x="777783" y="4775354"/>
                  </a:lnTo>
                  <a:lnTo>
                    <a:pt x="777783" y="4774923"/>
                  </a:lnTo>
                  <a:lnTo>
                    <a:pt x="777900" y="4774923"/>
                  </a:lnTo>
                  <a:lnTo>
                    <a:pt x="778018" y="4774923"/>
                  </a:lnTo>
                  <a:lnTo>
                    <a:pt x="778018" y="4774492"/>
                  </a:lnTo>
                  <a:lnTo>
                    <a:pt x="778135" y="4774492"/>
                  </a:lnTo>
                  <a:lnTo>
                    <a:pt x="778135" y="4774062"/>
                  </a:lnTo>
                  <a:lnTo>
                    <a:pt x="778253" y="4774062"/>
                  </a:lnTo>
                  <a:lnTo>
                    <a:pt x="778253" y="4773631"/>
                  </a:lnTo>
                  <a:lnTo>
                    <a:pt x="778371" y="4773631"/>
                  </a:lnTo>
                  <a:lnTo>
                    <a:pt x="778488" y="4773631"/>
                  </a:lnTo>
                  <a:lnTo>
                    <a:pt x="778606" y="4773631"/>
                  </a:lnTo>
                  <a:lnTo>
                    <a:pt x="778606" y="4773201"/>
                  </a:lnTo>
                  <a:lnTo>
                    <a:pt x="778724" y="4773201"/>
                  </a:lnTo>
                  <a:lnTo>
                    <a:pt x="778841" y="4773201"/>
                  </a:lnTo>
                  <a:lnTo>
                    <a:pt x="778841" y="4772770"/>
                  </a:lnTo>
                  <a:lnTo>
                    <a:pt x="778841" y="4772339"/>
                  </a:lnTo>
                  <a:lnTo>
                    <a:pt x="778841" y="4771909"/>
                  </a:lnTo>
                  <a:lnTo>
                    <a:pt x="778959" y="4771909"/>
                  </a:lnTo>
                  <a:lnTo>
                    <a:pt x="779076" y="4771909"/>
                  </a:lnTo>
                  <a:lnTo>
                    <a:pt x="779076" y="4771478"/>
                  </a:lnTo>
                  <a:lnTo>
                    <a:pt x="779194" y="4771478"/>
                  </a:lnTo>
                  <a:lnTo>
                    <a:pt x="779194" y="4771048"/>
                  </a:lnTo>
                  <a:lnTo>
                    <a:pt x="779312" y="4771048"/>
                  </a:lnTo>
                  <a:lnTo>
                    <a:pt x="779312" y="4770617"/>
                  </a:lnTo>
                  <a:lnTo>
                    <a:pt x="779312" y="4770186"/>
                  </a:lnTo>
                  <a:lnTo>
                    <a:pt x="779312" y="4769756"/>
                  </a:lnTo>
                  <a:lnTo>
                    <a:pt x="779312" y="4769325"/>
                  </a:lnTo>
                  <a:lnTo>
                    <a:pt x="779429" y="4769325"/>
                  </a:lnTo>
                  <a:lnTo>
                    <a:pt x="779429" y="4768895"/>
                  </a:lnTo>
                  <a:lnTo>
                    <a:pt x="779429" y="4768464"/>
                  </a:lnTo>
                  <a:lnTo>
                    <a:pt x="779547" y="4768464"/>
                  </a:lnTo>
                  <a:lnTo>
                    <a:pt x="779547" y="4768033"/>
                  </a:lnTo>
                  <a:lnTo>
                    <a:pt x="779664" y="4768033"/>
                  </a:lnTo>
                  <a:lnTo>
                    <a:pt x="779782" y="4768033"/>
                  </a:lnTo>
                  <a:lnTo>
                    <a:pt x="779782" y="4767603"/>
                  </a:lnTo>
                  <a:lnTo>
                    <a:pt x="779900" y="4767603"/>
                  </a:lnTo>
                  <a:lnTo>
                    <a:pt x="780017" y="4767603"/>
                  </a:lnTo>
                  <a:lnTo>
                    <a:pt x="780135" y="4767603"/>
                  </a:lnTo>
                  <a:lnTo>
                    <a:pt x="780135" y="4767172"/>
                  </a:lnTo>
                  <a:lnTo>
                    <a:pt x="780135" y="4766742"/>
                  </a:lnTo>
                  <a:lnTo>
                    <a:pt x="780253" y="4766742"/>
                  </a:lnTo>
                  <a:lnTo>
                    <a:pt x="780370" y="4766742"/>
                  </a:lnTo>
                  <a:lnTo>
                    <a:pt x="780488" y="4766742"/>
                  </a:lnTo>
                  <a:lnTo>
                    <a:pt x="780605" y="4766742"/>
                  </a:lnTo>
                  <a:lnTo>
                    <a:pt x="780723" y="4766742"/>
                  </a:lnTo>
                  <a:lnTo>
                    <a:pt x="780723" y="4766311"/>
                  </a:lnTo>
                  <a:lnTo>
                    <a:pt x="780841" y="4766311"/>
                  </a:lnTo>
                  <a:lnTo>
                    <a:pt x="780841" y="4765880"/>
                  </a:lnTo>
                  <a:lnTo>
                    <a:pt x="780841" y="4765450"/>
                  </a:lnTo>
                  <a:lnTo>
                    <a:pt x="780958" y="4765450"/>
                  </a:lnTo>
                  <a:lnTo>
                    <a:pt x="781076" y="4765450"/>
                  </a:lnTo>
                  <a:lnTo>
                    <a:pt x="781076" y="4765019"/>
                  </a:lnTo>
                  <a:lnTo>
                    <a:pt x="781193" y="4765019"/>
                  </a:lnTo>
                  <a:lnTo>
                    <a:pt x="781193" y="4764589"/>
                  </a:lnTo>
                  <a:lnTo>
                    <a:pt x="781311" y="4764589"/>
                  </a:lnTo>
                  <a:lnTo>
                    <a:pt x="781429" y="4764589"/>
                  </a:lnTo>
                  <a:lnTo>
                    <a:pt x="781429" y="4764158"/>
                  </a:lnTo>
                  <a:lnTo>
                    <a:pt x="781546" y="4764158"/>
                  </a:lnTo>
                  <a:lnTo>
                    <a:pt x="781546" y="4763727"/>
                  </a:lnTo>
                  <a:lnTo>
                    <a:pt x="781546" y="4763297"/>
                  </a:lnTo>
                  <a:lnTo>
                    <a:pt x="781664" y="4763297"/>
                  </a:lnTo>
                  <a:lnTo>
                    <a:pt x="781782" y="4763297"/>
                  </a:lnTo>
                  <a:lnTo>
                    <a:pt x="781899" y="4763297"/>
                  </a:lnTo>
                  <a:lnTo>
                    <a:pt x="782017" y="4763297"/>
                  </a:lnTo>
                  <a:lnTo>
                    <a:pt x="782017" y="4762866"/>
                  </a:lnTo>
                  <a:lnTo>
                    <a:pt x="782134" y="4762866"/>
                  </a:lnTo>
                  <a:lnTo>
                    <a:pt x="782252" y="4762866"/>
                  </a:lnTo>
                  <a:lnTo>
                    <a:pt x="782252" y="4762436"/>
                  </a:lnTo>
                  <a:lnTo>
                    <a:pt x="782370" y="4762436"/>
                  </a:lnTo>
                  <a:lnTo>
                    <a:pt x="782487" y="4762436"/>
                  </a:lnTo>
                  <a:lnTo>
                    <a:pt x="782605" y="4762436"/>
                  </a:lnTo>
                  <a:lnTo>
                    <a:pt x="782722" y="4762436"/>
                  </a:lnTo>
                  <a:lnTo>
                    <a:pt x="782722" y="4762005"/>
                  </a:lnTo>
                  <a:lnTo>
                    <a:pt x="782722" y="4761574"/>
                  </a:lnTo>
                  <a:lnTo>
                    <a:pt x="782840" y="4761574"/>
                  </a:lnTo>
                  <a:lnTo>
                    <a:pt x="782958" y="4761574"/>
                  </a:lnTo>
                  <a:lnTo>
                    <a:pt x="783075" y="4761574"/>
                  </a:lnTo>
                  <a:lnTo>
                    <a:pt x="783193" y="4761574"/>
                  </a:lnTo>
                  <a:lnTo>
                    <a:pt x="783311" y="4761574"/>
                  </a:lnTo>
                  <a:lnTo>
                    <a:pt x="783428" y="4761574"/>
                  </a:lnTo>
                  <a:lnTo>
                    <a:pt x="783428" y="4761144"/>
                  </a:lnTo>
                  <a:lnTo>
                    <a:pt x="783546" y="4761144"/>
                  </a:lnTo>
                  <a:lnTo>
                    <a:pt x="783663" y="4761144"/>
                  </a:lnTo>
                  <a:lnTo>
                    <a:pt x="783781" y="4761144"/>
                  </a:lnTo>
                  <a:lnTo>
                    <a:pt x="783899" y="4761144"/>
                  </a:lnTo>
                  <a:lnTo>
                    <a:pt x="784016" y="4761144"/>
                  </a:lnTo>
                  <a:lnTo>
                    <a:pt x="784016" y="4760713"/>
                  </a:lnTo>
                  <a:lnTo>
                    <a:pt x="784134" y="4760713"/>
                  </a:lnTo>
                  <a:lnTo>
                    <a:pt x="784251" y="4760713"/>
                  </a:lnTo>
                  <a:lnTo>
                    <a:pt x="784369" y="4760713"/>
                  </a:lnTo>
                  <a:lnTo>
                    <a:pt x="784487" y="4760713"/>
                  </a:lnTo>
                  <a:lnTo>
                    <a:pt x="784604" y="4760713"/>
                  </a:lnTo>
                  <a:lnTo>
                    <a:pt x="784604" y="4760283"/>
                  </a:lnTo>
                  <a:lnTo>
                    <a:pt x="784722" y="4760283"/>
                  </a:lnTo>
                  <a:lnTo>
                    <a:pt x="784839" y="4760283"/>
                  </a:lnTo>
                  <a:lnTo>
                    <a:pt x="784957" y="4760283"/>
                  </a:lnTo>
                  <a:lnTo>
                    <a:pt x="785075" y="4760283"/>
                  </a:lnTo>
                  <a:lnTo>
                    <a:pt x="785192" y="4760283"/>
                  </a:lnTo>
                  <a:lnTo>
                    <a:pt x="785310" y="4760283"/>
                  </a:lnTo>
                  <a:lnTo>
                    <a:pt x="785428" y="4760283"/>
                  </a:lnTo>
                  <a:lnTo>
                    <a:pt x="785545" y="4760283"/>
                  </a:lnTo>
                  <a:lnTo>
                    <a:pt x="785663" y="4760283"/>
                  </a:lnTo>
                  <a:lnTo>
                    <a:pt x="785663" y="4759852"/>
                  </a:lnTo>
                  <a:lnTo>
                    <a:pt x="785780" y="4759852"/>
                  </a:lnTo>
                  <a:lnTo>
                    <a:pt x="785898" y="4759852"/>
                  </a:lnTo>
                  <a:lnTo>
                    <a:pt x="786016" y="4759852"/>
                  </a:lnTo>
                  <a:lnTo>
                    <a:pt x="786133" y="4759852"/>
                  </a:lnTo>
                  <a:lnTo>
                    <a:pt x="786133" y="4759421"/>
                  </a:lnTo>
                  <a:lnTo>
                    <a:pt x="786133" y="4758991"/>
                  </a:lnTo>
                  <a:lnTo>
                    <a:pt x="786251" y="4758991"/>
                  </a:lnTo>
                  <a:lnTo>
                    <a:pt x="786368" y="4758991"/>
                  </a:lnTo>
                  <a:lnTo>
                    <a:pt x="786486" y="4758991"/>
                  </a:lnTo>
                  <a:lnTo>
                    <a:pt x="786604" y="4758991"/>
                  </a:lnTo>
                  <a:lnTo>
                    <a:pt x="786721" y="4758991"/>
                  </a:lnTo>
                  <a:lnTo>
                    <a:pt x="786721" y="4758560"/>
                  </a:lnTo>
                  <a:lnTo>
                    <a:pt x="786721" y="4758130"/>
                  </a:lnTo>
                  <a:lnTo>
                    <a:pt x="786839" y="4758130"/>
                  </a:lnTo>
                  <a:lnTo>
                    <a:pt x="786957" y="4758130"/>
                  </a:lnTo>
                  <a:lnTo>
                    <a:pt x="786957" y="4757699"/>
                  </a:lnTo>
                  <a:lnTo>
                    <a:pt x="787074" y="4757699"/>
                  </a:lnTo>
                  <a:lnTo>
                    <a:pt x="787192" y="4757699"/>
                  </a:lnTo>
                  <a:lnTo>
                    <a:pt x="787309" y="4757699"/>
                  </a:lnTo>
                  <a:lnTo>
                    <a:pt x="787427" y="4757699"/>
                  </a:lnTo>
                  <a:lnTo>
                    <a:pt x="787545" y="4757699"/>
                  </a:lnTo>
                  <a:lnTo>
                    <a:pt x="787662" y="4757699"/>
                  </a:lnTo>
                  <a:lnTo>
                    <a:pt x="787662" y="4757268"/>
                  </a:lnTo>
                  <a:lnTo>
                    <a:pt x="787780" y="4757268"/>
                  </a:lnTo>
                  <a:lnTo>
                    <a:pt x="787780" y="4756838"/>
                  </a:lnTo>
                  <a:lnTo>
                    <a:pt x="787897" y="4756838"/>
                  </a:lnTo>
                  <a:lnTo>
                    <a:pt x="788015" y="4756838"/>
                  </a:lnTo>
                  <a:lnTo>
                    <a:pt x="788133" y="4756838"/>
                  </a:lnTo>
                  <a:lnTo>
                    <a:pt x="788250" y="4756838"/>
                  </a:lnTo>
                  <a:lnTo>
                    <a:pt x="788368" y="4756838"/>
                  </a:lnTo>
                  <a:lnTo>
                    <a:pt x="788486" y="4756838"/>
                  </a:lnTo>
                  <a:lnTo>
                    <a:pt x="788603" y="4756838"/>
                  </a:lnTo>
                  <a:lnTo>
                    <a:pt x="788721" y="4756838"/>
                  </a:lnTo>
                  <a:lnTo>
                    <a:pt x="788838" y="4756838"/>
                  </a:lnTo>
                  <a:lnTo>
                    <a:pt x="788956" y="4756838"/>
                  </a:lnTo>
                  <a:lnTo>
                    <a:pt x="789074" y="4756838"/>
                  </a:lnTo>
                  <a:lnTo>
                    <a:pt x="789191" y="4756838"/>
                  </a:lnTo>
                  <a:lnTo>
                    <a:pt x="789191" y="4756407"/>
                  </a:lnTo>
                  <a:lnTo>
                    <a:pt x="789191" y="4755977"/>
                  </a:lnTo>
                  <a:lnTo>
                    <a:pt x="789309" y="4755977"/>
                  </a:lnTo>
                  <a:lnTo>
                    <a:pt x="789309" y="4755546"/>
                  </a:lnTo>
                  <a:lnTo>
                    <a:pt x="789426" y="4755546"/>
                  </a:lnTo>
                  <a:lnTo>
                    <a:pt x="789426" y="4755115"/>
                  </a:lnTo>
                  <a:lnTo>
                    <a:pt x="789544" y="4755115"/>
                  </a:lnTo>
                  <a:lnTo>
                    <a:pt x="789544" y="4754685"/>
                  </a:lnTo>
                  <a:lnTo>
                    <a:pt x="789662" y="4754685"/>
                  </a:lnTo>
                  <a:lnTo>
                    <a:pt x="789779" y="4754685"/>
                  </a:lnTo>
                  <a:lnTo>
                    <a:pt x="789779" y="4754254"/>
                  </a:lnTo>
                  <a:lnTo>
                    <a:pt x="789897" y="4754254"/>
                  </a:lnTo>
                  <a:lnTo>
                    <a:pt x="789897" y="4753824"/>
                  </a:lnTo>
                  <a:lnTo>
                    <a:pt x="790015" y="4753824"/>
                  </a:lnTo>
                  <a:lnTo>
                    <a:pt x="790132" y="4753824"/>
                  </a:lnTo>
                  <a:lnTo>
                    <a:pt x="790132" y="4753393"/>
                  </a:lnTo>
                  <a:lnTo>
                    <a:pt x="790250" y="4753393"/>
                  </a:lnTo>
                  <a:lnTo>
                    <a:pt x="790367" y="4753393"/>
                  </a:lnTo>
                  <a:lnTo>
                    <a:pt x="790367" y="4752962"/>
                  </a:lnTo>
                  <a:lnTo>
                    <a:pt x="790485" y="4752962"/>
                  </a:lnTo>
                  <a:lnTo>
                    <a:pt x="790603" y="4752962"/>
                  </a:lnTo>
                  <a:lnTo>
                    <a:pt x="790720" y="4752962"/>
                  </a:lnTo>
                  <a:lnTo>
                    <a:pt x="790838" y="4752962"/>
                  </a:lnTo>
                  <a:lnTo>
                    <a:pt x="790838" y="4752532"/>
                  </a:lnTo>
                  <a:lnTo>
                    <a:pt x="790955" y="4752532"/>
                  </a:lnTo>
                  <a:lnTo>
                    <a:pt x="791073" y="4752532"/>
                  </a:lnTo>
                  <a:lnTo>
                    <a:pt x="791191" y="4752532"/>
                  </a:lnTo>
                  <a:lnTo>
                    <a:pt x="791308" y="4752532"/>
                  </a:lnTo>
                  <a:lnTo>
                    <a:pt x="791308" y="4752101"/>
                  </a:lnTo>
                  <a:lnTo>
                    <a:pt x="791426" y="4752101"/>
                  </a:lnTo>
                  <a:lnTo>
                    <a:pt x="791544" y="4752101"/>
                  </a:lnTo>
                  <a:lnTo>
                    <a:pt x="791661" y="4752101"/>
                  </a:lnTo>
                  <a:lnTo>
                    <a:pt x="791661" y="4751671"/>
                  </a:lnTo>
                  <a:lnTo>
                    <a:pt x="791661" y="4751240"/>
                  </a:lnTo>
                  <a:lnTo>
                    <a:pt x="791661" y="4750809"/>
                  </a:lnTo>
                  <a:lnTo>
                    <a:pt x="791779" y="4750809"/>
                  </a:lnTo>
                  <a:lnTo>
                    <a:pt x="791896" y="4750809"/>
                  </a:lnTo>
                  <a:lnTo>
                    <a:pt x="792014" y="4750809"/>
                  </a:lnTo>
                  <a:lnTo>
                    <a:pt x="792132" y="4750809"/>
                  </a:lnTo>
                  <a:lnTo>
                    <a:pt x="792132" y="4750379"/>
                  </a:lnTo>
                  <a:lnTo>
                    <a:pt x="792132" y="4749948"/>
                  </a:lnTo>
                  <a:lnTo>
                    <a:pt x="792249" y="4749948"/>
                  </a:lnTo>
                  <a:lnTo>
                    <a:pt x="792249" y="4749518"/>
                  </a:lnTo>
                  <a:lnTo>
                    <a:pt x="792249" y="4749087"/>
                  </a:lnTo>
                  <a:lnTo>
                    <a:pt x="792367" y="4749087"/>
                  </a:lnTo>
                  <a:lnTo>
                    <a:pt x="792484" y="4749087"/>
                  </a:lnTo>
                  <a:lnTo>
                    <a:pt x="792602" y="4749087"/>
                  </a:lnTo>
                  <a:lnTo>
                    <a:pt x="792602" y="4748656"/>
                  </a:lnTo>
                  <a:lnTo>
                    <a:pt x="792720" y="4748656"/>
                  </a:lnTo>
                  <a:lnTo>
                    <a:pt x="792837" y="4748656"/>
                  </a:lnTo>
                  <a:lnTo>
                    <a:pt x="792837" y="4748226"/>
                  </a:lnTo>
                  <a:lnTo>
                    <a:pt x="792955" y="4748226"/>
                  </a:lnTo>
                  <a:lnTo>
                    <a:pt x="792955" y="4747795"/>
                  </a:lnTo>
                  <a:lnTo>
                    <a:pt x="793072" y="4747795"/>
                  </a:lnTo>
                  <a:lnTo>
                    <a:pt x="793190" y="4747795"/>
                  </a:lnTo>
                  <a:lnTo>
                    <a:pt x="793308" y="4747795"/>
                  </a:lnTo>
                  <a:lnTo>
                    <a:pt x="793425" y="4747795"/>
                  </a:lnTo>
                  <a:lnTo>
                    <a:pt x="793543" y="4747795"/>
                  </a:lnTo>
                  <a:lnTo>
                    <a:pt x="793661" y="4747795"/>
                  </a:lnTo>
                  <a:lnTo>
                    <a:pt x="793778" y="4747795"/>
                  </a:lnTo>
                  <a:lnTo>
                    <a:pt x="793778" y="4747365"/>
                  </a:lnTo>
                  <a:lnTo>
                    <a:pt x="793896" y="4747365"/>
                  </a:lnTo>
                  <a:lnTo>
                    <a:pt x="794013" y="4747365"/>
                  </a:lnTo>
                  <a:lnTo>
                    <a:pt x="794131" y="4747365"/>
                  </a:lnTo>
                  <a:lnTo>
                    <a:pt x="794249" y="4747365"/>
                  </a:lnTo>
                  <a:lnTo>
                    <a:pt x="794249" y="4746934"/>
                  </a:lnTo>
                  <a:lnTo>
                    <a:pt x="794366" y="4746934"/>
                  </a:lnTo>
                  <a:lnTo>
                    <a:pt x="794484" y="4746934"/>
                  </a:lnTo>
                  <a:lnTo>
                    <a:pt x="794484" y="4746503"/>
                  </a:lnTo>
                  <a:lnTo>
                    <a:pt x="794601" y="4746503"/>
                  </a:lnTo>
                  <a:lnTo>
                    <a:pt x="794601" y="4746073"/>
                  </a:lnTo>
                  <a:lnTo>
                    <a:pt x="794719" y="4746073"/>
                  </a:lnTo>
                  <a:lnTo>
                    <a:pt x="794837" y="4746073"/>
                  </a:lnTo>
                  <a:lnTo>
                    <a:pt x="794954" y="4746073"/>
                  </a:lnTo>
                  <a:lnTo>
                    <a:pt x="795072" y="4746073"/>
                  </a:lnTo>
                  <a:lnTo>
                    <a:pt x="795190" y="4746073"/>
                  </a:lnTo>
                  <a:lnTo>
                    <a:pt x="795190" y="4745642"/>
                  </a:lnTo>
                  <a:lnTo>
                    <a:pt x="795307" y="4745642"/>
                  </a:lnTo>
                  <a:lnTo>
                    <a:pt x="795307" y="4745212"/>
                  </a:lnTo>
                  <a:lnTo>
                    <a:pt x="795425" y="4745212"/>
                  </a:lnTo>
                  <a:lnTo>
                    <a:pt x="795425" y="4744781"/>
                  </a:lnTo>
                  <a:lnTo>
                    <a:pt x="795542" y="4744781"/>
                  </a:lnTo>
                  <a:lnTo>
                    <a:pt x="795660" y="4744781"/>
                  </a:lnTo>
                  <a:lnTo>
                    <a:pt x="795660" y="4744350"/>
                  </a:lnTo>
                  <a:lnTo>
                    <a:pt x="795778" y="4744350"/>
                  </a:lnTo>
                  <a:lnTo>
                    <a:pt x="795895" y="4744350"/>
                  </a:lnTo>
                  <a:lnTo>
                    <a:pt x="796013" y="4744350"/>
                  </a:lnTo>
                  <a:lnTo>
                    <a:pt x="796130" y="4744350"/>
                  </a:lnTo>
                  <a:lnTo>
                    <a:pt x="796130" y="4743920"/>
                  </a:lnTo>
                  <a:lnTo>
                    <a:pt x="796130" y="4743489"/>
                  </a:lnTo>
                  <a:lnTo>
                    <a:pt x="796248" y="4743489"/>
                  </a:lnTo>
                  <a:lnTo>
                    <a:pt x="796366" y="4743489"/>
                  </a:lnTo>
                  <a:lnTo>
                    <a:pt x="796483" y="4743489"/>
                  </a:lnTo>
                  <a:lnTo>
                    <a:pt x="796601" y="4743489"/>
                  </a:lnTo>
                  <a:lnTo>
                    <a:pt x="796719" y="4743489"/>
                  </a:lnTo>
                  <a:lnTo>
                    <a:pt x="796836" y="4743489"/>
                  </a:lnTo>
                  <a:lnTo>
                    <a:pt x="796954" y="4743489"/>
                  </a:lnTo>
                  <a:lnTo>
                    <a:pt x="797071" y="4743489"/>
                  </a:lnTo>
                  <a:lnTo>
                    <a:pt x="797071" y="4743059"/>
                  </a:lnTo>
                  <a:lnTo>
                    <a:pt x="797189" y="4743059"/>
                  </a:lnTo>
                  <a:lnTo>
                    <a:pt x="797307" y="4743059"/>
                  </a:lnTo>
                  <a:lnTo>
                    <a:pt x="797307" y="4742628"/>
                  </a:lnTo>
                  <a:lnTo>
                    <a:pt x="797424" y="4742628"/>
                  </a:lnTo>
                  <a:lnTo>
                    <a:pt x="797542" y="4742628"/>
                  </a:lnTo>
                  <a:lnTo>
                    <a:pt x="797659" y="4742628"/>
                  </a:lnTo>
                  <a:lnTo>
                    <a:pt x="797659" y="4742197"/>
                  </a:lnTo>
                  <a:lnTo>
                    <a:pt x="797777" y="4742197"/>
                  </a:lnTo>
                  <a:lnTo>
                    <a:pt x="797895" y="4742197"/>
                  </a:lnTo>
                  <a:lnTo>
                    <a:pt x="798012" y="4742197"/>
                  </a:lnTo>
                  <a:lnTo>
                    <a:pt x="798130" y="4742197"/>
                  </a:lnTo>
                  <a:lnTo>
                    <a:pt x="798248" y="4742197"/>
                  </a:lnTo>
                  <a:lnTo>
                    <a:pt x="798365" y="4742197"/>
                  </a:lnTo>
                  <a:lnTo>
                    <a:pt x="798483" y="4742197"/>
                  </a:lnTo>
                  <a:lnTo>
                    <a:pt x="798600" y="4742197"/>
                  </a:lnTo>
                  <a:lnTo>
                    <a:pt x="798718" y="4742197"/>
                  </a:lnTo>
                  <a:lnTo>
                    <a:pt x="798836" y="4742197"/>
                  </a:lnTo>
                  <a:lnTo>
                    <a:pt x="798953" y="4742197"/>
                  </a:lnTo>
                  <a:lnTo>
                    <a:pt x="799071" y="4742197"/>
                  </a:lnTo>
                  <a:lnTo>
                    <a:pt x="799188" y="4742197"/>
                  </a:lnTo>
                  <a:lnTo>
                    <a:pt x="799306" y="4742197"/>
                  </a:lnTo>
                  <a:lnTo>
                    <a:pt x="799424" y="4742197"/>
                  </a:lnTo>
                  <a:lnTo>
                    <a:pt x="799424" y="4741767"/>
                  </a:lnTo>
                  <a:lnTo>
                    <a:pt x="799541" y="4741767"/>
                  </a:lnTo>
                  <a:lnTo>
                    <a:pt x="799659" y="4741767"/>
                  </a:lnTo>
                  <a:lnTo>
                    <a:pt x="799777" y="4741767"/>
                  </a:lnTo>
                  <a:lnTo>
                    <a:pt x="799894" y="4741767"/>
                  </a:lnTo>
                  <a:lnTo>
                    <a:pt x="799894" y="4741336"/>
                  </a:lnTo>
                  <a:lnTo>
                    <a:pt x="800012" y="4741336"/>
                  </a:lnTo>
                  <a:lnTo>
                    <a:pt x="800129" y="4741336"/>
                  </a:lnTo>
                  <a:lnTo>
                    <a:pt x="800247" y="4741336"/>
                  </a:lnTo>
                  <a:lnTo>
                    <a:pt x="800365" y="4741336"/>
                  </a:lnTo>
                  <a:lnTo>
                    <a:pt x="800482" y="4741336"/>
                  </a:lnTo>
                  <a:lnTo>
                    <a:pt x="800600" y="4741336"/>
                  </a:lnTo>
                  <a:lnTo>
                    <a:pt x="800600" y="4740906"/>
                  </a:lnTo>
                  <a:lnTo>
                    <a:pt x="800600" y="4740475"/>
                  </a:lnTo>
                  <a:lnTo>
                    <a:pt x="800717" y="4740475"/>
                  </a:lnTo>
                  <a:lnTo>
                    <a:pt x="800717" y="4740044"/>
                  </a:lnTo>
                  <a:lnTo>
                    <a:pt x="800835" y="4740044"/>
                  </a:lnTo>
                  <a:lnTo>
                    <a:pt x="800835" y="4739614"/>
                  </a:lnTo>
                  <a:lnTo>
                    <a:pt x="800953" y="4739614"/>
                  </a:lnTo>
                  <a:lnTo>
                    <a:pt x="801070" y="4739614"/>
                  </a:lnTo>
                  <a:lnTo>
                    <a:pt x="801188" y="4739614"/>
                  </a:lnTo>
                  <a:lnTo>
                    <a:pt x="801305" y="4739614"/>
                  </a:lnTo>
                  <a:lnTo>
                    <a:pt x="801423" y="4739614"/>
                  </a:lnTo>
                  <a:lnTo>
                    <a:pt x="801541" y="4739614"/>
                  </a:lnTo>
                  <a:lnTo>
                    <a:pt x="801658" y="4739614"/>
                  </a:lnTo>
                  <a:lnTo>
                    <a:pt x="801658" y="4739183"/>
                  </a:lnTo>
                  <a:lnTo>
                    <a:pt x="801776" y="4739183"/>
                  </a:lnTo>
                  <a:lnTo>
                    <a:pt x="801776" y="4738753"/>
                  </a:lnTo>
                  <a:lnTo>
                    <a:pt x="801776" y="4738322"/>
                  </a:lnTo>
                  <a:lnTo>
                    <a:pt x="801894" y="4738322"/>
                  </a:lnTo>
                  <a:lnTo>
                    <a:pt x="802011" y="4738322"/>
                  </a:lnTo>
                  <a:lnTo>
                    <a:pt x="802129" y="4738322"/>
                  </a:lnTo>
                  <a:lnTo>
                    <a:pt x="802246" y="4738322"/>
                  </a:lnTo>
                  <a:lnTo>
                    <a:pt x="802364" y="4738322"/>
                  </a:lnTo>
                  <a:lnTo>
                    <a:pt x="802482" y="4738322"/>
                  </a:lnTo>
                  <a:lnTo>
                    <a:pt x="802599" y="4738322"/>
                  </a:lnTo>
                  <a:lnTo>
                    <a:pt x="802717" y="4738322"/>
                  </a:lnTo>
                  <a:lnTo>
                    <a:pt x="802717" y="4737891"/>
                  </a:lnTo>
                  <a:lnTo>
                    <a:pt x="802834" y="4737891"/>
                  </a:lnTo>
                  <a:lnTo>
                    <a:pt x="802952" y="4737891"/>
                  </a:lnTo>
                  <a:lnTo>
                    <a:pt x="803070" y="4737891"/>
                  </a:lnTo>
                  <a:lnTo>
                    <a:pt x="803187" y="4737891"/>
                  </a:lnTo>
                  <a:lnTo>
                    <a:pt x="803305" y="4737891"/>
                  </a:lnTo>
                  <a:lnTo>
                    <a:pt x="803423" y="4737891"/>
                  </a:lnTo>
                  <a:lnTo>
                    <a:pt x="803540" y="4737891"/>
                  </a:lnTo>
                  <a:lnTo>
                    <a:pt x="803658" y="4737891"/>
                  </a:lnTo>
                  <a:lnTo>
                    <a:pt x="803658" y="4737461"/>
                  </a:lnTo>
                  <a:lnTo>
                    <a:pt x="803775" y="4737461"/>
                  </a:lnTo>
                  <a:lnTo>
                    <a:pt x="803775" y="4737030"/>
                  </a:lnTo>
                  <a:lnTo>
                    <a:pt x="803893" y="4737030"/>
                  </a:lnTo>
                  <a:lnTo>
                    <a:pt x="804011" y="4737030"/>
                  </a:lnTo>
                  <a:lnTo>
                    <a:pt x="804128" y="4737030"/>
                  </a:lnTo>
                  <a:lnTo>
                    <a:pt x="804246" y="4737030"/>
                  </a:lnTo>
                  <a:lnTo>
                    <a:pt x="804363" y="4737030"/>
                  </a:lnTo>
                  <a:lnTo>
                    <a:pt x="804363" y="4736600"/>
                  </a:lnTo>
                  <a:lnTo>
                    <a:pt x="804481" y="4736600"/>
                  </a:lnTo>
                  <a:lnTo>
                    <a:pt x="804599" y="4736600"/>
                  </a:lnTo>
                  <a:lnTo>
                    <a:pt x="804716" y="4736600"/>
                  </a:lnTo>
                  <a:lnTo>
                    <a:pt x="804834" y="4736600"/>
                  </a:lnTo>
                  <a:lnTo>
                    <a:pt x="804952" y="4736600"/>
                  </a:lnTo>
                  <a:lnTo>
                    <a:pt x="804952" y="4736169"/>
                  </a:lnTo>
                  <a:lnTo>
                    <a:pt x="805069" y="4736169"/>
                  </a:lnTo>
                  <a:lnTo>
                    <a:pt x="805069" y="4735738"/>
                  </a:lnTo>
                  <a:lnTo>
                    <a:pt x="805069" y="4735308"/>
                  </a:lnTo>
                  <a:lnTo>
                    <a:pt x="805069" y="4734877"/>
                  </a:lnTo>
                  <a:lnTo>
                    <a:pt x="805187" y="4734877"/>
                  </a:lnTo>
                  <a:lnTo>
                    <a:pt x="805187" y="4734447"/>
                  </a:lnTo>
                  <a:lnTo>
                    <a:pt x="805304" y="4734447"/>
                  </a:lnTo>
                  <a:lnTo>
                    <a:pt x="805304" y="4734016"/>
                  </a:lnTo>
                  <a:lnTo>
                    <a:pt x="805304" y="4733585"/>
                  </a:lnTo>
                  <a:lnTo>
                    <a:pt x="805422" y="4733585"/>
                  </a:lnTo>
                  <a:lnTo>
                    <a:pt x="805540" y="4733585"/>
                  </a:lnTo>
                  <a:lnTo>
                    <a:pt x="805540" y="4733155"/>
                  </a:lnTo>
                  <a:lnTo>
                    <a:pt x="805657" y="4733155"/>
                  </a:lnTo>
                  <a:lnTo>
                    <a:pt x="805775" y="4733155"/>
                  </a:lnTo>
                  <a:lnTo>
                    <a:pt x="805892" y="4733155"/>
                  </a:lnTo>
                  <a:lnTo>
                    <a:pt x="806010" y="4733155"/>
                  </a:lnTo>
                  <a:lnTo>
                    <a:pt x="806128" y="4733155"/>
                  </a:lnTo>
                  <a:lnTo>
                    <a:pt x="806245" y="4733155"/>
                  </a:lnTo>
                  <a:lnTo>
                    <a:pt x="806363" y="4733155"/>
                  </a:lnTo>
                  <a:lnTo>
                    <a:pt x="806363" y="4732724"/>
                  </a:lnTo>
                  <a:lnTo>
                    <a:pt x="806481" y="4732724"/>
                  </a:lnTo>
                  <a:lnTo>
                    <a:pt x="806598" y="4732724"/>
                  </a:lnTo>
                  <a:lnTo>
                    <a:pt x="806716" y="4732724"/>
                  </a:lnTo>
                  <a:lnTo>
                    <a:pt x="806833" y="4732724"/>
                  </a:lnTo>
                  <a:lnTo>
                    <a:pt x="806833" y="4732294"/>
                  </a:lnTo>
                  <a:lnTo>
                    <a:pt x="806951" y="4732294"/>
                  </a:lnTo>
                  <a:lnTo>
                    <a:pt x="807069" y="4732294"/>
                  </a:lnTo>
                  <a:lnTo>
                    <a:pt x="807186" y="4732294"/>
                  </a:lnTo>
                  <a:lnTo>
                    <a:pt x="807186" y="4731863"/>
                  </a:lnTo>
                  <a:lnTo>
                    <a:pt x="807186" y="4731432"/>
                  </a:lnTo>
                  <a:lnTo>
                    <a:pt x="807304" y="4731432"/>
                  </a:lnTo>
                  <a:lnTo>
                    <a:pt x="807421" y="4731432"/>
                  </a:lnTo>
                  <a:lnTo>
                    <a:pt x="807539" y="4731432"/>
                  </a:lnTo>
                  <a:lnTo>
                    <a:pt x="807539" y="4731002"/>
                  </a:lnTo>
                  <a:lnTo>
                    <a:pt x="807657" y="4731002"/>
                  </a:lnTo>
                  <a:lnTo>
                    <a:pt x="807774" y="4731002"/>
                  </a:lnTo>
                  <a:lnTo>
                    <a:pt x="807892" y="4731002"/>
                  </a:lnTo>
                  <a:lnTo>
                    <a:pt x="808009" y="4731002"/>
                  </a:lnTo>
                  <a:lnTo>
                    <a:pt x="808009" y="4730571"/>
                  </a:lnTo>
                  <a:lnTo>
                    <a:pt x="808127" y="4730571"/>
                  </a:lnTo>
                  <a:lnTo>
                    <a:pt x="808127" y="4730141"/>
                  </a:lnTo>
                  <a:lnTo>
                    <a:pt x="808127" y="4729710"/>
                  </a:lnTo>
                  <a:lnTo>
                    <a:pt x="808245" y="4729710"/>
                  </a:lnTo>
                  <a:lnTo>
                    <a:pt x="808362" y="4729710"/>
                  </a:lnTo>
                  <a:lnTo>
                    <a:pt x="808362" y="4729279"/>
                  </a:lnTo>
                  <a:lnTo>
                    <a:pt x="808480" y="4729279"/>
                  </a:lnTo>
                  <a:lnTo>
                    <a:pt x="808480" y="4728849"/>
                  </a:lnTo>
                  <a:lnTo>
                    <a:pt x="808598" y="4728849"/>
                  </a:lnTo>
                  <a:lnTo>
                    <a:pt x="808715" y="4728849"/>
                  </a:lnTo>
                  <a:lnTo>
                    <a:pt x="808715" y="4728418"/>
                  </a:lnTo>
                  <a:lnTo>
                    <a:pt x="808833" y="4728418"/>
                  </a:lnTo>
                  <a:lnTo>
                    <a:pt x="808833" y="4727988"/>
                  </a:lnTo>
                  <a:lnTo>
                    <a:pt x="808950" y="4727988"/>
                  </a:lnTo>
                  <a:lnTo>
                    <a:pt x="809068" y="4727988"/>
                  </a:lnTo>
                  <a:lnTo>
                    <a:pt x="809068" y="4727557"/>
                  </a:lnTo>
                  <a:lnTo>
                    <a:pt x="809186" y="4727557"/>
                  </a:lnTo>
                  <a:lnTo>
                    <a:pt x="809303" y="4727557"/>
                  </a:lnTo>
                  <a:lnTo>
                    <a:pt x="809421" y="4727557"/>
                  </a:lnTo>
                  <a:lnTo>
                    <a:pt x="809538" y="4727557"/>
                  </a:lnTo>
                  <a:lnTo>
                    <a:pt x="809656" y="4727557"/>
                  </a:lnTo>
                  <a:lnTo>
                    <a:pt x="809656" y="4727126"/>
                  </a:lnTo>
                  <a:lnTo>
                    <a:pt x="809774" y="4727126"/>
                  </a:lnTo>
                  <a:lnTo>
                    <a:pt x="809891" y="4727126"/>
                  </a:lnTo>
                  <a:lnTo>
                    <a:pt x="810009" y="4727126"/>
                  </a:lnTo>
                  <a:lnTo>
                    <a:pt x="810009" y="4726696"/>
                  </a:lnTo>
                  <a:lnTo>
                    <a:pt x="810009" y="4726265"/>
                  </a:lnTo>
                  <a:lnTo>
                    <a:pt x="810127" y="4726265"/>
                  </a:lnTo>
                  <a:lnTo>
                    <a:pt x="810244" y="4726265"/>
                  </a:lnTo>
                  <a:lnTo>
                    <a:pt x="810362" y="4726265"/>
                  </a:lnTo>
                  <a:lnTo>
                    <a:pt x="810479" y="4726265"/>
                  </a:lnTo>
                  <a:lnTo>
                    <a:pt x="810597" y="4726265"/>
                  </a:lnTo>
                  <a:lnTo>
                    <a:pt x="810597" y="4725835"/>
                  </a:lnTo>
                  <a:lnTo>
                    <a:pt x="810715" y="4725835"/>
                  </a:lnTo>
                  <a:lnTo>
                    <a:pt x="810832" y="4725835"/>
                  </a:lnTo>
                  <a:lnTo>
                    <a:pt x="810950" y="4725835"/>
                  </a:lnTo>
                  <a:lnTo>
                    <a:pt x="810950" y="4725404"/>
                  </a:lnTo>
                  <a:lnTo>
                    <a:pt x="811067" y="4725404"/>
                  </a:lnTo>
                  <a:lnTo>
                    <a:pt x="811185" y="4725404"/>
                  </a:lnTo>
                  <a:lnTo>
                    <a:pt x="811185" y="4724973"/>
                  </a:lnTo>
                  <a:lnTo>
                    <a:pt x="811185" y="4724543"/>
                  </a:lnTo>
                  <a:lnTo>
                    <a:pt x="811185" y="4724112"/>
                  </a:lnTo>
                  <a:lnTo>
                    <a:pt x="811185" y="4723682"/>
                  </a:lnTo>
                  <a:lnTo>
                    <a:pt x="811303" y="4723682"/>
                  </a:lnTo>
                  <a:lnTo>
                    <a:pt x="811420" y="4723682"/>
                  </a:lnTo>
                  <a:lnTo>
                    <a:pt x="811538" y="4723682"/>
                  </a:lnTo>
                  <a:lnTo>
                    <a:pt x="811538" y="4723251"/>
                  </a:lnTo>
                  <a:lnTo>
                    <a:pt x="811656" y="4723251"/>
                  </a:lnTo>
                  <a:lnTo>
                    <a:pt x="811656" y="4722820"/>
                  </a:lnTo>
                  <a:lnTo>
                    <a:pt x="811656" y="4722390"/>
                  </a:lnTo>
                  <a:lnTo>
                    <a:pt x="811656" y="4721959"/>
                  </a:lnTo>
                  <a:lnTo>
                    <a:pt x="811773" y="4721959"/>
                  </a:lnTo>
                  <a:lnTo>
                    <a:pt x="811773" y="4721529"/>
                  </a:lnTo>
                  <a:lnTo>
                    <a:pt x="811891" y="4721529"/>
                  </a:lnTo>
                  <a:lnTo>
                    <a:pt x="812008" y="4721529"/>
                  </a:lnTo>
                  <a:lnTo>
                    <a:pt x="812126" y="4721529"/>
                  </a:lnTo>
                  <a:lnTo>
                    <a:pt x="812244" y="4721529"/>
                  </a:lnTo>
                  <a:lnTo>
                    <a:pt x="812361" y="4721529"/>
                  </a:lnTo>
                  <a:lnTo>
                    <a:pt x="812479" y="4721529"/>
                  </a:lnTo>
                  <a:lnTo>
                    <a:pt x="812596" y="4721529"/>
                  </a:lnTo>
                  <a:lnTo>
                    <a:pt x="812714" y="4721529"/>
                  </a:lnTo>
                  <a:lnTo>
                    <a:pt x="812714" y="4721098"/>
                  </a:lnTo>
                  <a:lnTo>
                    <a:pt x="812832" y="4721098"/>
                  </a:lnTo>
                  <a:lnTo>
                    <a:pt x="812832" y="4720667"/>
                  </a:lnTo>
                  <a:lnTo>
                    <a:pt x="812832" y="4720237"/>
                  </a:lnTo>
                  <a:lnTo>
                    <a:pt x="812949" y="4720237"/>
                  </a:lnTo>
                  <a:lnTo>
                    <a:pt x="813067" y="4720237"/>
                  </a:lnTo>
                  <a:lnTo>
                    <a:pt x="813067" y="4719806"/>
                  </a:lnTo>
                  <a:lnTo>
                    <a:pt x="813185" y="4719806"/>
                  </a:lnTo>
                  <a:lnTo>
                    <a:pt x="813185" y="4719376"/>
                  </a:lnTo>
                  <a:lnTo>
                    <a:pt x="813185" y="4718945"/>
                  </a:lnTo>
                  <a:lnTo>
                    <a:pt x="813185" y="4718514"/>
                  </a:lnTo>
                  <a:lnTo>
                    <a:pt x="813185" y="4718084"/>
                  </a:lnTo>
                  <a:lnTo>
                    <a:pt x="813185" y="4717653"/>
                  </a:lnTo>
                  <a:lnTo>
                    <a:pt x="813302" y="4717653"/>
                  </a:lnTo>
                  <a:lnTo>
                    <a:pt x="813302" y="4717223"/>
                  </a:lnTo>
                  <a:lnTo>
                    <a:pt x="813420" y="4717223"/>
                  </a:lnTo>
                  <a:lnTo>
                    <a:pt x="813420" y="4716792"/>
                  </a:lnTo>
                  <a:lnTo>
                    <a:pt x="813537" y="4716792"/>
                  </a:lnTo>
                  <a:lnTo>
                    <a:pt x="813655" y="4716792"/>
                  </a:lnTo>
                  <a:lnTo>
                    <a:pt x="813655" y="4716361"/>
                  </a:lnTo>
                  <a:lnTo>
                    <a:pt x="813773" y="4716361"/>
                  </a:lnTo>
                  <a:lnTo>
                    <a:pt x="813890" y="4716361"/>
                  </a:lnTo>
                  <a:lnTo>
                    <a:pt x="813890" y="4715931"/>
                  </a:lnTo>
                  <a:lnTo>
                    <a:pt x="813890" y="4715500"/>
                  </a:lnTo>
                  <a:lnTo>
                    <a:pt x="814008" y="4715500"/>
                  </a:lnTo>
                  <a:lnTo>
                    <a:pt x="814008" y="4715070"/>
                  </a:lnTo>
                  <a:lnTo>
                    <a:pt x="814008" y="4714639"/>
                  </a:lnTo>
                  <a:lnTo>
                    <a:pt x="814125" y="4714639"/>
                  </a:lnTo>
                  <a:lnTo>
                    <a:pt x="814243" y="4714639"/>
                  </a:lnTo>
                  <a:lnTo>
                    <a:pt x="814361" y="4714639"/>
                  </a:lnTo>
                  <a:lnTo>
                    <a:pt x="814478" y="4714639"/>
                  </a:lnTo>
                  <a:lnTo>
                    <a:pt x="814596" y="4714639"/>
                  </a:lnTo>
                  <a:lnTo>
                    <a:pt x="814596" y="4714208"/>
                  </a:lnTo>
                  <a:lnTo>
                    <a:pt x="814596" y="4713778"/>
                  </a:lnTo>
                  <a:lnTo>
                    <a:pt x="814596" y="4713347"/>
                  </a:lnTo>
                  <a:lnTo>
                    <a:pt x="814714" y="4713347"/>
                  </a:lnTo>
                  <a:lnTo>
                    <a:pt x="814831" y="4713347"/>
                  </a:lnTo>
                  <a:lnTo>
                    <a:pt x="814949" y="4713347"/>
                  </a:lnTo>
                  <a:lnTo>
                    <a:pt x="814949" y="4712917"/>
                  </a:lnTo>
                  <a:lnTo>
                    <a:pt x="814949" y="4712486"/>
                  </a:lnTo>
                  <a:lnTo>
                    <a:pt x="815066" y="4712486"/>
                  </a:lnTo>
                  <a:lnTo>
                    <a:pt x="815184" y="4712486"/>
                  </a:lnTo>
                  <a:lnTo>
                    <a:pt x="815184" y="4712055"/>
                  </a:lnTo>
                  <a:lnTo>
                    <a:pt x="815302" y="4712055"/>
                  </a:lnTo>
                  <a:lnTo>
                    <a:pt x="815419" y="4712055"/>
                  </a:lnTo>
                  <a:lnTo>
                    <a:pt x="815537" y="4712055"/>
                  </a:lnTo>
                  <a:lnTo>
                    <a:pt x="815537" y="4711625"/>
                  </a:lnTo>
                  <a:lnTo>
                    <a:pt x="815537" y="4711194"/>
                  </a:lnTo>
                  <a:lnTo>
                    <a:pt x="815654" y="4711194"/>
                  </a:lnTo>
                  <a:lnTo>
                    <a:pt x="815654" y="4710764"/>
                  </a:lnTo>
                  <a:lnTo>
                    <a:pt x="815654" y="4710333"/>
                  </a:lnTo>
                  <a:lnTo>
                    <a:pt x="815772" y="4710333"/>
                  </a:lnTo>
                  <a:lnTo>
                    <a:pt x="815890" y="4710333"/>
                  </a:lnTo>
                  <a:lnTo>
                    <a:pt x="816007" y="4710333"/>
                  </a:lnTo>
                  <a:lnTo>
                    <a:pt x="816125" y="4710333"/>
                  </a:lnTo>
                  <a:lnTo>
                    <a:pt x="816242" y="4710333"/>
                  </a:lnTo>
                  <a:lnTo>
                    <a:pt x="816242" y="4709902"/>
                  </a:lnTo>
                  <a:lnTo>
                    <a:pt x="816242" y="4709472"/>
                  </a:lnTo>
                  <a:lnTo>
                    <a:pt x="816360" y="4709472"/>
                  </a:lnTo>
                  <a:lnTo>
                    <a:pt x="816478" y="4709472"/>
                  </a:lnTo>
                  <a:lnTo>
                    <a:pt x="816595" y="4709472"/>
                  </a:lnTo>
                  <a:lnTo>
                    <a:pt x="816595" y="4709041"/>
                  </a:lnTo>
                  <a:lnTo>
                    <a:pt x="816713" y="4709041"/>
                  </a:lnTo>
                  <a:lnTo>
                    <a:pt x="816831" y="4709041"/>
                  </a:lnTo>
                  <a:lnTo>
                    <a:pt x="816948" y="4709041"/>
                  </a:lnTo>
                  <a:lnTo>
                    <a:pt x="817066" y="4709041"/>
                  </a:lnTo>
                  <a:lnTo>
                    <a:pt x="817066" y="4708611"/>
                  </a:lnTo>
                  <a:lnTo>
                    <a:pt x="817183" y="4708611"/>
                  </a:lnTo>
                  <a:lnTo>
                    <a:pt x="817301" y="4708611"/>
                  </a:lnTo>
                  <a:lnTo>
                    <a:pt x="817419" y="4708611"/>
                  </a:lnTo>
                  <a:lnTo>
                    <a:pt x="817419" y="4708180"/>
                  </a:lnTo>
                  <a:lnTo>
                    <a:pt x="817536" y="4708180"/>
                  </a:lnTo>
                  <a:lnTo>
                    <a:pt x="817654" y="4708180"/>
                  </a:lnTo>
                  <a:lnTo>
                    <a:pt x="817654" y="4707749"/>
                  </a:lnTo>
                  <a:lnTo>
                    <a:pt x="817771" y="4707749"/>
                  </a:lnTo>
                  <a:lnTo>
                    <a:pt x="817889" y="4707749"/>
                  </a:lnTo>
                  <a:lnTo>
                    <a:pt x="818007" y="4707749"/>
                  </a:lnTo>
                  <a:lnTo>
                    <a:pt x="818124" y="4707749"/>
                  </a:lnTo>
                  <a:lnTo>
                    <a:pt x="818242" y="4707749"/>
                  </a:lnTo>
                  <a:lnTo>
                    <a:pt x="818360" y="4707749"/>
                  </a:lnTo>
                  <a:lnTo>
                    <a:pt x="818477" y="4707749"/>
                  </a:lnTo>
                  <a:lnTo>
                    <a:pt x="818477" y="4707319"/>
                  </a:lnTo>
                  <a:lnTo>
                    <a:pt x="818595" y="4707319"/>
                  </a:lnTo>
                  <a:lnTo>
                    <a:pt x="818712" y="4707319"/>
                  </a:lnTo>
                  <a:lnTo>
                    <a:pt x="818830" y="4707319"/>
                  </a:lnTo>
                  <a:lnTo>
                    <a:pt x="818948" y="4707319"/>
                  </a:lnTo>
                  <a:lnTo>
                    <a:pt x="818948" y="4706888"/>
                  </a:lnTo>
                  <a:lnTo>
                    <a:pt x="819065" y="4706888"/>
                  </a:lnTo>
                  <a:lnTo>
                    <a:pt x="819183" y="4706888"/>
                  </a:lnTo>
                  <a:lnTo>
                    <a:pt x="819300" y="4706888"/>
                  </a:lnTo>
                  <a:lnTo>
                    <a:pt x="819418" y="4706888"/>
                  </a:lnTo>
                  <a:lnTo>
                    <a:pt x="819536" y="4706888"/>
                  </a:lnTo>
                  <a:lnTo>
                    <a:pt x="819653" y="4706888"/>
                  </a:lnTo>
                  <a:lnTo>
                    <a:pt x="819653" y="4706458"/>
                  </a:lnTo>
                  <a:lnTo>
                    <a:pt x="819771" y="4706458"/>
                  </a:lnTo>
                  <a:lnTo>
                    <a:pt x="819889" y="4706458"/>
                  </a:lnTo>
                  <a:lnTo>
                    <a:pt x="819889" y="4706027"/>
                  </a:lnTo>
                  <a:lnTo>
                    <a:pt x="820006" y="4706027"/>
                  </a:lnTo>
                  <a:lnTo>
                    <a:pt x="820006" y="4705596"/>
                  </a:lnTo>
                  <a:lnTo>
                    <a:pt x="820006" y="4705166"/>
                  </a:lnTo>
                  <a:lnTo>
                    <a:pt x="820124" y="4705166"/>
                  </a:lnTo>
                  <a:lnTo>
                    <a:pt x="820124" y="4704735"/>
                  </a:lnTo>
                  <a:lnTo>
                    <a:pt x="820124" y="4704305"/>
                  </a:lnTo>
                  <a:lnTo>
                    <a:pt x="820241" y="4704305"/>
                  </a:lnTo>
                  <a:lnTo>
                    <a:pt x="820359" y="4704305"/>
                  </a:lnTo>
                  <a:lnTo>
                    <a:pt x="820477" y="4704305"/>
                  </a:lnTo>
                  <a:lnTo>
                    <a:pt x="820594" y="4704305"/>
                  </a:lnTo>
                  <a:lnTo>
                    <a:pt x="820712" y="4704305"/>
                  </a:lnTo>
                  <a:lnTo>
                    <a:pt x="820829" y="4704305"/>
                  </a:lnTo>
                  <a:lnTo>
                    <a:pt x="820829" y="4703874"/>
                  </a:lnTo>
                  <a:lnTo>
                    <a:pt x="820947" y="4703874"/>
                  </a:lnTo>
                  <a:lnTo>
                    <a:pt x="821065" y="4703874"/>
                  </a:lnTo>
                  <a:lnTo>
                    <a:pt x="821065" y="4703443"/>
                  </a:lnTo>
                  <a:lnTo>
                    <a:pt x="821065" y="4703013"/>
                  </a:lnTo>
                  <a:lnTo>
                    <a:pt x="821182" y="4703013"/>
                  </a:lnTo>
                  <a:lnTo>
                    <a:pt x="821182" y="4702582"/>
                  </a:lnTo>
                  <a:lnTo>
                    <a:pt x="821300" y="4702582"/>
                  </a:lnTo>
                  <a:lnTo>
                    <a:pt x="821418" y="4702582"/>
                  </a:lnTo>
                  <a:lnTo>
                    <a:pt x="821535" y="4702582"/>
                  </a:lnTo>
                  <a:lnTo>
                    <a:pt x="821653" y="4702582"/>
                  </a:lnTo>
                  <a:lnTo>
                    <a:pt x="821653" y="4702152"/>
                  </a:lnTo>
                  <a:lnTo>
                    <a:pt x="821653" y="4701721"/>
                  </a:lnTo>
                  <a:lnTo>
                    <a:pt x="821770" y="4701721"/>
                  </a:lnTo>
                  <a:lnTo>
                    <a:pt x="821888" y="4701721"/>
                  </a:lnTo>
                  <a:lnTo>
                    <a:pt x="822006" y="4701721"/>
                  </a:lnTo>
                  <a:lnTo>
                    <a:pt x="822123" y="4701721"/>
                  </a:lnTo>
                  <a:lnTo>
                    <a:pt x="822241" y="4701721"/>
                  </a:lnTo>
                  <a:lnTo>
                    <a:pt x="822358" y="4701721"/>
                  </a:lnTo>
                  <a:lnTo>
                    <a:pt x="822476" y="4701721"/>
                  </a:lnTo>
                  <a:lnTo>
                    <a:pt x="822476" y="4701290"/>
                  </a:lnTo>
                  <a:lnTo>
                    <a:pt x="822594" y="4701290"/>
                  </a:lnTo>
                  <a:lnTo>
                    <a:pt x="822711" y="4701290"/>
                  </a:lnTo>
                  <a:lnTo>
                    <a:pt x="822829" y="4701290"/>
                  </a:lnTo>
                  <a:lnTo>
                    <a:pt x="822947" y="4701290"/>
                  </a:lnTo>
                  <a:lnTo>
                    <a:pt x="822947" y="4700860"/>
                  </a:lnTo>
                  <a:lnTo>
                    <a:pt x="823064" y="4700860"/>
                  </a:lnTo>
                  <a:lnTo>
                    <a:pt x="823064" y="4700429"/>
                  </a:lnTo>
                  <a:lnTo>
                    <a:pt x="823182" y="4700429"/>
                  </a:lnTo>
                  <a:lnTo>
                    <a:pt x="823182" y="4699999"/>
                  </a:lnTo>
                  <a:lnTo>
                    <a:pt x="823299" y="4699999"/>
                  </a:lnTo>
                  <a:lnTo>
                    <a:pt x="823417" y="4699999"/>
                  </a:lnTo>
                  <a:lnTo>
                    <a:pt x="823417" y="4699568"/>
                  </a:lnTo>
                  <a:lnTo>
                    <a:pt x="823417" y="4699137"/>
                  </a:lnTo>
                  <a:lnTo>
                    <a:pt x="823417" y="4698707"/>
                  </a:lnTo>
                  <a:lnTo>
                    <a:pt x="823535" y="4698707"/>
                  </a:lnTo>
                  <a:lnTo>
                    <a:pt x="823652" y="4698707"/>
                  </a:lnTo>
                  <a:lnTo>
                    <a:pt x="823770" y="4698707"/>
                  </a:lnTo>
                  <a:lnTo>
                    <a:pt x="823887" y="4698707"/>
                  </a:lnTo>
                  <a:lnTo>
                    <a:pt x="824005" y="4698707"/>
                  </a:lnTo>
                  <a:lnTo>
                    <a:pt x="824123" y="4698707"/>
                  </a:lnTo>
                  <a:lnTo>
                    <a:pt x="824240" y="4698707"/>
                  </a:lnTo>
                  <a:lnTo>
                    <a:pt x="824358" y="4698707"/>
                  </a:lnTo>
                  <a:lnTo>
                    <a:pt x="824475" y="4698707"/>
                  </a:lnTo>
                  <a:lnTo>
                    <a:pt x="824593" y="4698707"/>
                  </a:lnTo>
                  <a:lnTo>
                    <a:pt x="824593" y="4698276"/>
                  </a:lnTo>
                  <a:lnTo>
                    <a:pt x="824711" y="4698276"/>
                  </a:lnTo>
                  <a:lnTo>
                    <a:pt x="824828" y="4698276"/>
                  </a:lnTo>
                  <a:lnTo>
                    <a:pt x="824828" y="4697846"/>
                  </a:lnTo>
                  <a:lnTo>
                    <a:pt x="824946" y="4697846"/>
                  </a:lnTo>
                  <a:lnTo>
                    <a:pt x="825064" y="4697846"/>
                  </a:lnTo>
                  <a:lnTo>
                    <a:pt x="825181" y="4697846"/>
                  </a:lnTo>
                  <a:lnTo>
                    <a:pt x="825299" y="4697846"/>
                  </a:lnTo>
                  <a:lnTo>
                    <a:pt x="825416" y="4697846"/>
                  </a:lnTo>
                  <a:lnTo>
                    <a:pt x="825534" y="4697846"/>
                  </a:lnTo>
                  <a:lnTo>
                    <a:pt x="825652" y="4697846"/>
                  </a:lnTo>
                  <a:lnTo>
                    <a:pt x="825769" y="4697846"/>
                  </a:lnTo>
                  <a:lnTo>
                    <a:pt x="825887" y="4697846"/>
                  </a:lnTo>
                  <a:lnTo>
                    <a:pt x="825887" y="4697415"/>
                  </a:lnTo>
                  <a:lnTo>
                    <a:pt x="826004" y="4697415"/>
                  </a:lnTo>
                  <a:lnTo>
                    <a:pt x="826004" y="4696984"/>
                  </a:lnTo>
                  <a:lnTo>
                    <a:pt x="826004" y="4696554"/>
                  </a:lnTo>
                  <a:lnTo>
                    <a:pt x="826122" y="4696554"/>
                  </a:lnTo>
                  <a:lnTo>
                    <a:pt x="826122" y="4696123"/>
                  </a:lnTo>
                  <a:lnTo>
                    <a:pt x="826240" y="4696123"/>
                  </a:lnTo>
                  <a:lnTo>
                    <a:pt x="826240" y="4695693"/>
                  </a:lnTo>
                  <a:lnTo>
                    <a:pt x="826357" y="4695693"/>
                  </a:lnTo>
                  <a:lnTo>
                    <a:pt x="826357" y="4695262"/>
                  </a:lnTo>
                  <a:lnTo>
                    <a:pt x="826475" y="4695262"/>
                  </a:lnTo>
                  <a:lnTo>
                    <a:pt x="826593" y="4695262"/>
                  </a:lnTo>
                  <a:lnTo>
                    <a:pt x="826710" y="4695262"/>
                  </a:lnTo>
                  <a:lnTo>
                    <a:pt x="826828" y="4695262"/>
                  </a:lnTo>
                  <a:lnTo>
                    <a:pt x="826945" y="4695262"/>
                  </a:lnTo>
                  <a:lnTo>
                    <a:pt x="827063" y="4695262"/>
                  </a:lnTo>
                  <a:lnTo>
                    <a:pt x="827181" y="4695262"/>
                  </a:lnTo>
                  <a:lnTo>
                    <a:pt x="827181" y="4694831"/>
                  </a:lnTo>
                  <a:lnTo>
                    <a:pt x="827298" y="4694831"/>
                  </a:lnTo>
                  <a:lnTo>
                    <a:pt x="827416" y="4694831"/>
                  </a:lnTo>
                  <a:lnTo>
                    <a:pt x="827416" y="4694401"/>
                  </a:lnTo>
                  <a:lnTo>
                    <a:pt x="827533" y="4694401"/>
                  </a:lnTo>
                  <a:lnTo>
                    <a:pt x="827533" y="4693970"/>
                  </a:lnTo>
                  <a:lnTo>
                    <a:pt x="827651" y="4693970"/>
                  </a:lnTo>
                  <a:lnTo>
                    <a:pt x="827769" y="4693970"/>
                  </a:lnTo>
                  <a:lnTo>
                    <a:pt x="827886" y="4693970"/>
                  </a:lnTo>
                  <a:lnTo>
                    <a:pt x="827886" y="4693540"/>
                  </a:lnTo>
                  <a:lnTo>
                    <a:pt x="828004" y="4693540"/>
                  </a:lnTo>
                  <a:lnTo>
                    <a:pt x="828122" y="4693540"/>
                  </a:lnTo>
                  <a:lnTo>
                    <a:pt x="828239" y="4693540"/>
                  </a:lnTo>
                  <a:lnTo>
                    <a:pt x="828357" y="4693540"/>
                  </a:lnTo>
                  <a:lnTo>
                    <a:pt x="828474" y="4693540"/>
                  </a:lnTo>
                  <a:lnTo>
                    <a:pt x="828592" y="4693540"/>
                  </a:lnTo>
                  <a:lnTo>
                    <a:pt x="828710" y="4693540"/>
                  </a:lnTo>
                  <a:lnTo>
                    <a:pt x="828827" y="4693540"/>
                  </a:lnTo>
                  <a:lnTo>
                    <a:pt x="828827" y="4693109"/>
                  </a:lnTo>
                  <a:lnTo>
                    <a:pt x="828945" y="4693109"/>
                  </a:lnTo>
                  <a:lnTo>
                    <a:pt x="829062" y="4693109"/>
                  </a:lnTo>
                  <a:lnTo>
                    <a:pt x="829062" y="4692678"/>
                  </a:lnTo>
                  <a:lnTo>
                    <a:pt x="829062" y="4692248"/>
                  </a:lnTo>
                  <a:lnTo>
                    <a:pt x="829180" y="4692248"/>
                  </a:lnTo>
                  <a:lnTo>
                    <a:pt x="829298" y="4692248"/>
                  </a:lnTo>
                  <a:lnTo>
                    <a:pt x="829298" y="4691817"/>
                  </a:lnTo>
                  <a:lnTo>
                    <a:pt x="829298" y="4691387"/>
                  </a:lnTo>
                  <a:lnTo>
                    <a:pt x="829298" y="4690956"/>
                  </a:lnTo>
                  <a:lnTo>
                    <a:pt x="829415" y="4690956"/>
                  </a:lnTo>
                  <a:lnTo>
                    <a:pt x="829533" y="4690956"/>
                  </a:lnTo>
                  <a:lnTo>
                    <a:pt x="829651" y="4690956"/>
                  </a:lnTo>
                  <a:lnTo>
                    <a:pt x="829768" y="4690956"/>
                  </a:lnTo>
                  <a:lnTo>
                    <a:pt x="829768" y="4690525"/>
                  </a:lnTo>
                  <a:lnTo>
                    <a:pt x="829768" y="4690095"/>
                  </a:lnTo>
                  <a:lnTo>
                    <a:pt x="829886" y="4690095"/>
                  </a:lnTo>
                  <a:lnTo>
                    <a:pt x="830003" y="4690095"/>
                  </a:lnTo>
                  <a:lnTo>
                    <a:pt x="830003" y="4689664"/>
                  </a:lnTo>
                  <a:lnTo>
                    <a:pt x="830121" y="4689664"/>
                  </a:lnTo>
                  <a:lnTo>
                    <a:pt x="830121" y="4689234"/>
                  </a:lnTo>
                  <a:lnTo>
                    <a:pt x="830121" y="4688803"/>
                  </a:lnTo>
                  <a:lnTo>
                    <a:pt x="830239" y="4688803"/>
                  </a:lnTo>
                  <a:lnTo>
                    <a:pt x="830239" y="4688372"/>
                  </a:lnTo>
                  <a:lnTo>
                    <a:pt x="830356" y="4688372"/>
                  </a:lnTo>
                  <a:lnTo>
                    <a:pt x="830356" y="4687942"/>
                  </a:lnTo>
                  <a:lnTo>
                    <a:pt x="830474" y="4687942"/>
                  </a:lnTo>
                  <a:lnTo>
                    <a:pt x="830591" y="4687942"/>
                  </a:lnTo>
                  <a:lnTo>
                    <a:pt x="830709" y="4687942"/>
                  </a:lnTo>
                  <a:lnTo>
                    <a:pt x="830827" y="4687942"/>
                  </a:lnTo>
                  <a:lnTo>
                    <a:pt x="830827" y="4687511"/>
                  </a:lnTo>
                  <a:lnTo>
                    <a:pt x="830944" y="4687511"/>
                  </a:lnTo>
                  <a:lnTo>
                    <a:pt x="831062" y="4687511"/>
                  </a:lnTo>
                  <a:lnTo>
                    <a:pt x="831062" y="4687081"/>
                  </a:lnTo>
                  <a:lnTo>
                    <a:pt x="831180" y="4687081"/>
                  </a:lnTo>
                  <a:lnTo>
                    <a:pt x="831297" y="4687081"/>
                  </a:lnTo>
                  <a:lnTo>
                    <a:pt x="831297" y="4686650"/>
                  </a:lnTo>
                  <a:lnTo>
                    <a:pt x="831415" y="4686650"/>
                  </a:lnTo>
                  <a:lnTo>
                    <a:pt x="831532" y="4686650"/>
                  </a:lnTo>
                  <a:lnTo>
                    <a:pt x="831650" y="4686650"/>
                  </a:lnTo>
                  <a:lnTo>
                    <a:pt x="831650" y="4686219"/>
                  </a:lnTo>
                  <a:lnTo>
                    <a:pt x="831768" y="4686219"/>
                  </a:lnTo>
                  <a:lnTo>
                    <a:pt x="831885" y="4686219"/>
                  </a:lnTo>
                  <a:lnTo>
                    <a:pt x="832003" y="4686219"/>
                  </a:lnTo>
                  <a:lnTo>
                    <a:pt x="832120" y="4686219"/>
                  </a:lnTo>
                  <a:lnTo>
                    <a:pt x="832120" y="4685789"/>
                  </a:lnTo>
                  <a:lnTo>
                    <a:pt x="832120" y="4685358"/>
                  </a:lnTo>
                  <a:lnTo>
                    <a:pt x="832238" y="4685358"/>
                  </a:lnTo>
                  <a:lnTo>
                    <a:pt x="832356" y="4685358"/>
                  </a:lnTo>
                  <a:lnTo>
                    <a:pt x="832473" y="4685358"/>
                  </a:lnTo>
                  <a:lnTo>
                    <a:pt x="832591" y="4685358"/>
                  </a:lnTo>
                  <a:lnTo>
                    <a:pt x="832591" y="4684928"/>
                  </a:lnTo>
                  <a:lnTo>
                    <a:pt x="832708" y="4684928"/>
                  </a:lnTo>
                  <a:lnTo>
                    <a:pt x="832708" y="4684497"/>
                  </a:lnTo>
                  <a:lnTo>
                    <a:pt x="832826" y="4684497"/>
                  </a:lnTo>
                  <a:lnTo>
                    <a:pt x="832826" y="4684066"/>
                  </a:lnTo>
                  <a:lnTo>
                    <a:pt x="832944" y="4684066"/>
                  </a:lnTo>
                  <a:lnTo>
                    <a:pt x="832944" y="4683636"/>
                  </a:lnTo>
                  <a:lnTo>
                    <a:pt x="833061" y="4683636"/>
                  </a:lnTo>
                  <a:lnTo>
                    <a:pt x="833179" y="4683636"/>
                  </a:lnTo>
                  <a:lnTo>
                    <a:pt x="833297" y="4683636"/>
                  </a:lnTo>
                  <a:lnTo>
                    <a:pt x="833297" y="4683205"/>
                  </a:lnTo>
                  <a:lnTo>
                    <a:pt x="833414" y="4683205"/>
                  </a:lnTo>
                  <a:lnTo>
                    <a:pt x="833532" y="4683205"/>
                  </a:lnTo>
                  <a:lnTo>
                    <a:pt x="833532" y="4682775"/>
                  </a:lnTo>
                  <a:lnTo>
                    <a:pt x="833649" y="4682775"/>
                  </a:lnTo>
                  <a:lnTo>
                    <a:pt x="833767" y="4682775"/>
                  </a:lnTo>
                  <a:lnTo>
                    <a:pt x="833885" y="4682775"/>
                  </a:lnTo>
                  <a:lnTo>
                    <a:pt x="833885" y="4682344"/>
                  </a:lnTo>
                  <a:lnTo>
                    <a:pt x="834002" y="4682344"/>
                  </a:lnTo>
                  <a:lnTo>
                    <a:pt x="834120" y="4682344"/>
                  </a:lnTo>
                  <a:lnTo>
                    <a:pt x="834120" y="4681913"/>
                  </a:lnTo>
                  <a:lnTo>
                    <a:pt x="834237" y="4681913"/>
                  </a:lnTo>
                  <a:lnTo>
                    <a:pt x="834237" y="4681483"/>
                  </a:lnTo>
                  <a:lnTo>
                    <a:pt x="834355" y="4681483"/>
                  </a:lnTo>
                  <a:lnTo>
                    <a:pt x="834473" y="4681483"/>
                  </a:lnTo>
                  <a:lnTo>
                    <a:pt x="834590" y="4681483"/>
                  </a:lnTo>
                  <a:lnTo>
                    <a:pt x="834590" y="4681052"/>
                  </a:lnTo>
                  <a:lnTo>
                    <a:pt x="834708" y="4681052"/>
                  </a:lnTo>
                  <a:lnTo>
                    <a:pt x="834826" y="4681052"/>
                  </a:lnTo>
                  <a:lnTo>
                    <a:pt x="834943" y="4681052"/>
                  </a:lnTo>
                  <a:lnTo>
                    <a:pt x="835061" y="4681052"/>
                  </a:lnTo>
                  <a:lnTo>
                    <a:pt x="835061" y="4680622"/>
                  </a:lnTo>
                  <a:lnTo>
                    <a:pt x="835061" y="4680191"/>
                  </a:lnTo>
                  <a:lnTo>
                    <a:pt x="835178" y="4680191"/>
                  </a:lnTo>
                  <a:lnTo>
                    <a:pt x="835296" y="4680191"/>
                  </a:lnTo>
                  <a:lnTo>
                    <a:pt x="835296" y="4679760"/>
                  </a:lnTo>
                  <a:lnTo>
                    <a:pt x="835414" y="4679760"/>
                  </a:lnTo>
                  <a:lnTo>
                    <a:pt x="835414" y="4679330"/>
                  </a:lnTo>
                  <a:lnTo>
                    <a:pt x="835414" y="4678899"/>
                  </a:lnTo>
                  <a:lnTo>
                    <a:pt x="835531" y="4678899"/>
                  </a:lnTo>
                  <a:lnTo>
                    <a:pt x="835649" y="4678899"/>
                  </a:lnTo>
                  <a:lnTo>
                    <a:pt x="835766" y="4678899"/>
                  </a:lnTo>
                  <a:lnTo>
                    <a:pt x="835884" y="4678899"/>
                  </a:lnTo>
                  <a:lnTo>
                    <a:pt x="836002" y="4678899"/>
                  </a:lnTo>
                  <a:lnTo>
                    <a:pt x="836002" y="4678469"/>
                  </a:lnTo>
                  <a:lnTo>
                    <a:pt x="836119" y="4678469"/>
                  </a:lnTo>
                  <a:lnTo>
                    <a:pt x="836119" y="4678038"/>
                  </a:lnTo>
                  <a:lnTo>
                    <a:pt x="836237" y="4678038"/>
                  </a:lnTo>
                  <a:lnTo>
                    <a:pt x="836355" y="4678038"/>
                  </a:lnTo>
                  <a:lnTo>
                    <a:pt x="836472" y="4678038"/>
                  </a:lnTo>
                  <a:lnTo>
                    <a:pt x="836590" y="4678038"/>
                  </a:lnTo>
                  <a:lnTo>
                    <a:pt x="836707" y="4678038"/>
                  </a:lnTo>
                  <a:lnTo>
                    <a:pt x="836825" y="4678038"/>
                  </a:lnTo>
                  <a:lnTo>
                    <a:pt x="836943" y="4678038"/>
                  </a:lnTo>
                  <a:lnTo>
                    <a:pt x="837060" y="4678038"/>
                  </a:lnTo>
                  <a:lnTo>
                    <a:pt x="837178" y="4678038"/>
                  </a:lnTo>
                  <a:lnTo>
                    <a:pt x="837295" y="4678038"/>
                  </a:lnTo>
                  <a:lnTo>
                    <a:pt x="837295" y="4677607"/>
                  </a:lnTo>
                  <a:lnTo>
                    <a:pt x="837413" y="4677607"/>
                  </a:lnTo>
                  <a:lnTo>
                    <a:pt x="837413" y="4677177"/>
                  </a:lnTo>
                  <a:lnTo>
                    <a:pt x="837531" y="4677177"/>
                  </a:lnTo>
                  <a:lnTo>
                    <a:pt x="837531" y="4676746"/>
                  </a:lnTo>
                  <a:lnTo>
                    <a:pt x="837531" y="4676316"/>
                  </a:lnTo>
                  <a:lnTo>
                    <a:pt x="837531" y="4675885"/>
                  </a:lnTo>
                  <a:lnTo>
                    <a:pt x="837648" y="4675885"/>
                  </a:lnTo>
                  <a:lnTo>
                    <a:pt x="837766" y="4675885"/>
                  </a:lnTo>
                  <a:lnTo>
                    <a:pt x="837766" y="4675454"/>
                  </a:lnTo>
                  <a:lnTo>
                    <a:pt x="837884" y="4675454"/>
                  </a:lnTo>
                  <a:lnTo>
                    <a:pt x="838001" y="4675454"/>
                  </a:lnTo>
                  <a:lnTo>
                    <a:pt x="838001" y="4675024"/>
                  </a:lnTo>
                  <a:lnTo>
                    <a:pt x="838119" y="4675024"/>
                  </a:lnTo>
                  <a:lnTo>
                    <a:pt x="838119" y="4674593"/>
                  </a:lnTo>
                  <a:lnTo>
                    <a:pt x="838236" y="4674593"/>
                  </a:lnTo>
                  <a:lnTo>
                    <a:pt x="838354" y="4674593"/>
                  </a:lnTo>
                  <a:lnTo>
                    <a:pt x="838472" y="4674593"/>
                  </a:lnTo>
                  <a:lnTo>
                    <a:pt x="838589" y="4674593"/>
                  </a:lnTo>
                  <a:lnTo>
                    <a:pt x="838707" y="4674593"/>
                  </a:lnTo>
                  <a:lnTo>
                    <a:pt x="838824" y="4674593"/>
                  </a:lnTo>
                  <a:lnTo>
                    <a:pt x="838942" y="4674593"/>
                  </a:lnTo>
                  <a:lnTo>
                    <a:pt x="838942" y="4674163"/>
                  </a:lnTo>
                  <a:lnTo>
                    <a:pt x="839060" y="4674163"/>
                  </a:lnTo>
                  <a:lnTo>
                    <a:pt x="839177" y="4674163"/>
                  </a:lnTo>
                  <a:lnTo>
                    <a:pt x="839177" y="4673732"/>
                  </a:lnTo>
                  <a:lnTo>
                    <a:pt x="839177" y="4673301"/>
                  </a:lnTo>
                  <a:lnTo>
                    <a:pt x="839177" y="4672871"/>
                  </a:lnTo>
                  <a:lnTo>
                    <a:pt x="839295" y="4672871"/>
                  </a:lnTo>
                  <a:lnTo>
                    <a:pt x="839413" y="4672871"/>
                  </a:lnTo>
                  <a:lnTo>
                    <a:pt x="839413" y="4672440"/>
                  </a:lnTo>
                  <a:lnTo>
                    <a:pt x="839530" y="4672440"/>
                  </a:lnTo>
                  <a:lnTo>
                    <a:pt x="839530" y="4672010"/>
                  </a:lnTo>
                  <a:lnTo>
                    <a:pt x="839648" y="4672010"/>
                  </a:lnTo>
                  <a:lnTo>
                    <a:pt x="839765" y="4672010"/>
                  </a:lnTo>
                  <a:lnTo>
                    <a:pt x="839883" y="4672010"/>
                  </a:lnTo>
                  <a:lnTo>
                    <a:pt x="840001" y="4672010"/>
                  </a:lnTo>
                  <a:lnTo>
                    <a:pt x="840118" y="4672010"/>
                  </a:lnTo>
                  <a:lnTo>
                    <a:pt x="840118" y="4671579"/>
                  </a:lnTo>
                  <a:lnTo>
                    <a:pt x="840236" y="4671579"/>
                  </a:lnTo>
                  <a:lnTo>
                    <a:pt x="840236" y="4671148"/>
                  </a:lnTo>
                  <a:lnTo>
                    <a:pt x="840353" y="4671148"/>
                  </a:lnTo>
                  <a:lnTo>
                    <a:pt x="840353" y="4670718"/>
                  </a:lnTo>
                  <a:lnTo>
                    <a:pt x="840471" y="4670718"/>
                  </a:lnTo>
                  <a:lnTo>
                    <a:pt x="840589" y="4670718"/>
                  </a:lnTo>
                  <a:lnTo>
                    <a:pt x="840706" y="4670718"/>
                  </a:lnTo>
                  <a:lnTo>
                    <a:pt x="840824" y="4670718"/>
                  </a:lnTo>
                  <a:lnTo>
                    <a:pt x="840824" y="4670287"/>
                  </a:lnTo>
                  <a:lnTo>
                    <a:pt x="840941" y="4670287"/>
                  </a:lnTo>
                  <a:lnTo>
                    <a:pt x="840941" y="4669857"/>
                  </a:lnTo>
                  <a:lnTo>
                    <a:pt x="841059" y="4669857"/>
                  </a:lnTo>
                  <a:lnTo>
                    <a:pt x="841177" y="4669857"/>
                  </a:lnTo>
                  <a:lnTo>
                    <a:pt x="841294" y="4669857"/>
                  </a:lnTo>
                  <a:lnTo>
                    <a:pt x="841412" y="4669857"/>
                  </a:lnTo>
                  <a:lnTo>
                    <a:pt x="841530" y="4669857"/>
                  </a:lnTo>
                  <a:lnTo>
                    <a:pt x="841647" y="4669857"/>
                  </a:lnTo>
                  <a:lnTo>
                    <a:pt x="841765" y="4669857"/>
                  </a:lnTo>
                  <a:lnTo>
                    <a:pt x="841882" y="4669857"/>
                  </a:lnTo>
                  <a:lnTo>
                    <a:pt x="841882" y="4669426"/>
                  </a:lnTo>
                  <a:lnTo>
                    <a:pt x="841882" y="4668995"/>
                  </a:lnTo>
                  <a:lnTo>
                    <a:pt x="841882" y="4668565"/>
                  </a:lnTo>
                  <a:lnTo>
                    <a:pt x="841882" y="4668134"/>
                  </a:lnTo>
                  <a:lnTo>
                    <a:pt x="842000" y="4668134"/>
                  </a:lnTo>
                  <a:lnTo>
                    <a:pt x="842000" y="4667704"/>
                  </a:lnTo>
                  <a:lnTo>
                    <a:pt x="842118" y="4667704"/>
                  </a:lnTo>
                  <a:lnTo>
                    <a:pt x="842235" y="4667704"/>
                  </a:lnTo>
                  <a:lnTo>
                    <a:pt x="842353" y="4667704"/>
                  </a:lnTo>
                  <a:lnTo>
                    <a:pt x="842470" y="4667704"/>
                  </a:lnTo>
                  <a:lnTo>
                    <a:pt x="842588" y="4667704"/>
                  </a:lnTo>
                  <a:lnTo>
                    <a:pt x="842588" y="4667273"/>
                  </a:lnTo>
                  <a:lnTo>
                    <a:pt x="842706" y="4667273"/>
                  </a:lnTo>
                  <a:lnTo>
                    <a:pt x="842823" y="4667273"/>
                  </a:lnTo>
                  <a:lnTo>
                    <a:pt x="842941" y="4667273"/>
                  </a:lnTo>
                  <a:lnTo>
                    <a:pt x="843059" y="4667273"/>
                  </a:lnTo>
                  <a:lnTo>
                    <a:pt x="843176" y="4667273"/>
                  </a:lnTo>
                  <a:lnTo>
                    <a:pt x="843294" y="4667273"/>
                  </a:lnTo>
                  <a:lnTo>
                    <a:pt x="843294" y="4666842"/>
                  </a:lnTo>
                  <a:lnTo>
                    <a:pt x="843411" y="4666842"/>
                  </a:lnTo>
                  <a:lnTo>
                    <a:pt x="843529" y="4666842"/>
                  </a:lnTo>
                  <a:lnTo>
                    <a:pt x="843529" y="4666412"/>
                  </a:lnTo>
                  <a:lnTo>
                    <a:pt x="843529" y="4665981"/>
                  </a:lnTo>
                  <a:lnTo>
                    <a:pt x="843647" y="4665981"/>
                  </a:lnTo>
                  <a:lnTo>
                    <a:pt x="843764" y="4665981"/>
                  </a:lnTo>
                  <a:lnTo>
                    <a:pt x="843764" y="4665551"/>
                  </a:lnTo>
                  <a:lnTo>
                    <a:pt x="843764" y="4665120"/>
                  </a:lnTo>
                  <a:lnTo>
                    <a:pt x="843882" y="4665120"/>
                  </a:lnTo>
                  <a:lnTo>
                    <a:pt x="843999" y="4665120"/>
                  </a:lnTo>
                  <a:lnTo>
                    <a:pt x="843999" y="4664689"/>
                  </a:lnTo>
                  <a:lnTo>
                    <a:pt x="843999" y="4664259"/>
                  </a:lnTo>
                  <a:lnTo>
                    <a:pt x="843999" y="4663828"/>
                  </a:lnTo>
                  <a:lnTo>
                    <a:pt x="844117" y="4663828"/>
                  </a:lnTo>
                  <a:lnTo>
                    <a:pt x="844235" y="4663828"/>
                  </a:lnTo>
                  <a:lnTo>
                    <a:pt x="844352" y="4663828"/>
                  </a:lnTo>
                  <a:lnTo>
                    <a:pt x="844352" y="4663398"/>
                  </a:lnTo>
                  <a:lnTo>
                    <a:pt x="844352" y="4662967"/>
                  </a:lnTo>
                  <a:lnTo>
                    <a:pt x="844352" y="4662536"/>
                  </a:lnTo>
                  <a:lnTo>
                    <a:pt x="844352" y="4662106"/>
                  </a:lnTo>
                  <a:lnTo>
                    <a:pt x="844352" y="4661675"/>
                  </a:lnTo>
                  <a:lnTo>
                    <a:pt x="844352" y="4661245"/>
                  </a:lnTo>
                  <a:lnTo>
                    <a:pt x="844470" y="4661245"/>
                  </a:lnTo>
                  <a:lnTo>
                    <a:pt x="844470" y="4660814"/>
                  </a:lnTo>
                  <a:lnTo>
                    <a:pt x="844588" y="4660814"/>
                  </a:lnTo>
                  <a:lnTo>
                    <a:pt x="844588" y="4660383"/>
                  </a:lnTo>
                  <a:lnTo>
                    <a:pt x="844588" y="4659953"/>
                  </a:lnTo>
                  <a:lnTo>
                    <a:pt x="844588" y="4659522"/>
                  </a:lnTo>
                  <a:lnTo>
                    <a:pt x="844588" y="4659092"/>
                  </a:lnTo>
                  <a:lnTo>
                    <a:pt x="844705" y="4659092"/>
                  </a:lnTo>
                  <a:lnTo>
                    <a:pt x="844705" y="4658661"/>
                  </a:lnTo>
                  <a:lnTo>
                    <a:pt x="844823" y="4658661"/>
                  </a:lnTo>
                  <a:lnTo>
                    <a:pt x="844940" y="4658661"/>
                  </a:lnTo>
                  <a:lnTo>
                    <a:pt x="845058" y="4658661"/>
                  </a:lnTo>
                  <a:lnTo>
                    <a:pt x="845176" y="4658661"/>
                  </a:lnTo>
                  <a:lnTo>
                    <a:pt x="845176" y="4658230"/>
                  </a:lnTo>
                  <a:lnTo>
                    <a:pt x="845293" y="4658230"/>
                  </a:lnTo>
                  <a:lnTo>
                    <a:pt x="845411" y="4658230"/>
                  </a:lnTo>
                  <a:lnTo>
                    <a:pt x="845528" y="4658230"/>
                  </a:lnTo>
                  <a:lnTo>
                    <a:pt x="845528" y="4657800"/>
                  </a:lnTo>
                  <a:lnTo>
                    <a:pt x="845528" y="4657369"/>
                  </a:lnTo>
                  <a:lnTo>
                    <a:pt x="845646" y="4657369"/>
                  </a:lnTo>
                  <a:lnTo>
                    <a:pt x="845646" y="4656939"/>
                  </a:lnTo>
                  <a:lnTo>
                    <a:pt x="845764" y="4656939"/>
                  </a:lnTo>
                  <a:lnTo>
                    <a:pt x="845881" y="4656939"/>
                  </a:lnTo>
                  <a:lnTo>
                    <a:pt x="845999" y="4656939"/>
                  </a:lnTo>
                  <a:lnTo>
                    <a:pt x="846117" y="4656939"/>
                  </a:lnTo>
                  <a:lnTo>
                    <a:pt x="846234" y="4656939"/>
                  </a:lnTo>
                  <a:lnTo>
                    <a:pt x="846352" y="4656939"/>
                  </a:lnTo>
                  <a:lnTo>
                    <a:pt x="846469" y="4656939"/>
                  </a:lnTo>
                  <a:lnTo>
                    <a:pt x="846587" y="4656939"/>
                  </a:lnTo>
                  <a:lnTo>
                    <a:pt x="846705" y="4656939"/>
                  </a:lnTo>
                  <a:lnTo>
                    <a:pt x="846822" y="4656939"/>
                  </a:lnTo>
                  <a:lnTo>
                    <a:pt x="846940" y="4656939"/>
                  </a:lnTo>
                  <a:lnTo>
                    <a:pt x="846940" y="4656508"/>
                  </a:lnTo>
                  <a:lnTo>
                    <a:pt x="846940" y="4656077"/>
                  </a:lnTo>
                  <a:lnTo>
                    <a:pt x="847057" y="4656077"/>
                  </a:lnTo>
                  <a:lnTo>
                    <a:pt x="847175" y="4656077"/>
                  </a:lnTo>
                  <a:lnTo>
                    <a:pt x="847293" y="4656077"/>
                  </a:lnTo>
                  <a:lnTo>
                    <a:pt x="847410" y="4656077"/>
                  </a:lnTo>
                  <a:lnTo>
                    <a:pt x="847410" y="4655647"/>
                  </a:lnTo>
                  <a:lnTo>
                    <a:pt x="847528" y="4655647"/>
                  </a:lnTo>
                  <a:lnTo>
                    <a:pt x="847528" y="4655216"/>
                  </a:lnTo>
                  <a:lnTo>
                    <a:pt x="847528" y="4654786"/>
                  </a:lnTo>
                  <a:lnTo>
                    <a:pt x="847646" y="4654786"/>
                  </a:lnTo>
                  <a:lnTo>
                    <a:pt x="847646" y="4654355"/>
                  </a:lnTo>
                  <a:lnTo>
                    <a:pt x="847763" y="4654355"/>
                  </a:lnTo>
                  <a:lnTo>
                    <a:pt x="847881" y="4654355"/>
                  </a:lnTo>
                  <a:lnTo>
                    <a:pt x="847998" y="4654355"/>
                  </a:lnTo>
                  <a:lnTo>
                    <a:pt x="848116" y="4654355"/>
                  </a:lnTo>
                  <a:lnTo>
                    <a:pt x="848116" y="4653924"/>
                  </a:lnTo>
                  <a:lnTo>
                    <a:pt x="848234" y="4653924"/>
                  </a:lnTo>
                  <a:lnTo>
                    <a:pt x="848351" y="4653924"/>
                  </a:lnTo>
                  <a:lnTo>
                    <a:pt x="848469" y="4653924"/>
                  </a:lnTo>
                  <a:lnTo>
                    <a:pt x="848469" y="4653494"/>
                  </a:lnTo>
                  <a:lnTo>
                    <a:pt x="848469" y="4653063"/>
                  </a:lnTo>
                  <a:lnTo>
                    <a:pt x="848469" y="4652633"/>
                  </a:lnTo>
                  <a:lnTo>
                    <a:pt x="848469" y="4652202"/>
                  </a:lnTo>
                  <a:lnTo>
                    <a:pt x="848586" y="4652202"/>
                  </a:lnTo>
                  <a:lnTo>
                    <a:pt x="848586" y="4651771"/>
                  </a:lnTo>
                  <a:lnTo>
                    <a:pt x="848704" y="4651771"/>
                  </a:lnTo>
                  <a:lnTo>
                    <a:pt x="848704" y="4651341"/>
                  </a:lnTo>
                  <a:lnTo>
                    <a:pt x="848822" y="4651341"/>
                  </a:lnTo>
                  <a:lnTo>
                    <a:pt x="848939" y="4651341"/>
                  </a:lnTo>
                  <a:lnTo>
                    <a:pt x="848939" y="4650910"/>
                  </a:lnTo>
                  <a:lnTo>
                    <a:pt x="849057" y="4650910"/>
                  </a:lnTo>
                  <a:lnTo>
                    <a:pt x="849174" y="4650910"/>
                  </a:lnTo>
                  <a:lnTo>
                    <a:pt x="849174" y="4650480"/>
                  </a:lnTo>
                  <a:lnTo>
                    <a:pt x="849174" y="4650049"/>
                  </a:lnTo>
                  <a:lnTo>
                    <a:pt x="849292" y="4650049"/>
                  </a:lnTo>
                  <a:lnTo>
                    <a:pt x="849410" y="4650049"/>
                  </a:lnTo>
                  <a:lnTo>
                    <a:pt x="849410" y="4649618"/>
                  </a:lnTo>
                  <a:lnTo>
                    <a:pt x="849527" y="4649618"/>
                  </a:lnTo>
                  <a:lnTo>
                    <a:pt x="849645" y="4649618"/>
                  </a:lnTo>
                  <a:lnTo>
                    <a:pt x="849763" y="4649618"/>
                  </a:lnTo>
                  <a:lnTo>
                    <a:pt x="849763" y="4649188"/>
                  </a:lnTo>
                  <a:lnTo>
                    <a:pt x="849880" y="4649188"/>
                  </a:lnTo>
                  <a:lnTo>
                    <a:pt x="849998" y="4649188"/>
                  </a:lnTo>
                  <a:lnTo>
                    <a:pt x="849998" y="4648757"/>
                  </a:lnTo>
                  <a:lnTo>
                    <a:pt x="849998" y="4648327"/>
                  </a:lnTo>
                  <a:lnTo>
                    <a:pt x="850115" y="4648327"/>
                  </a:lnTo>
                  <a:lnTo>
                    <a:pt x="850115" y="4647896"/>
                  </a:lnTo>
                  <a:lnTo>
                    <a:pt x="850233" y="4647896"/>
                  </a:lnTo>
                  <a:lnTo>
                    <a:pt x="850351" y="4647896"/>
                  </a:lnTo>
                  <a:lnTo>
                    <a:pt x="850468" y="4647896"/>
                  </a:lnTo>
                  <a:lnTo>
                    <a:pt x="850586" y="4647896"/>
                  </a:lnTo>
                  <a:lnTo>
                    <a:pt x="850703" y="4647896"/>
                  </a:lnTo>
                  <a:lnTo>
                    <a:pt x="850821" y="4647896"/>
                  </a:lnTo>
                  <a:lnTo>
                    <a:pt x="850939" y="4647896"/>
                  </a:lnTo>
                  <a:lnTo>
                    <a:pt x="851056" y="4647896"/>
                  </a:lnTo>
                  <a:lnTo>
                    <a:pt x="851174" y="4647896"/>
                  </a:lnTo>
                  <a:lnTo>
                    <a:pt x="851292" y="4647896"/>
                  </a:lnTo>
                  <a:lnTo>
                    <a:pt x="851409" y="4647896"/>
                  </a:lnTo>
                  <a:lnTo>
                    <a:pt x="851409" y="4647465"/>
                  </a:lnTo>
                  <a:lnTo>
                    <a:pt x="851409" y="4647035"/>
                  </a:lnTo>
                  <a:lnTo>
                    <a:pt x="851527" y="4647035"/>
                  </a:lnTo>
                  <a:lnTo>
                    <a:pt x="851644" y="4647035"/>
                  </a:lnTo>
                  <a:lnTo>
                    <a:pt x="851762" y="4647035"/>
                  </a:lnTo>
                  <a:lnTo>
                    <a:pt x="851762" y="4646604"/>
                  </a:lnTo>
                  <a:lnTo>
                    <a:pt x="851880" y="4646604"/>
                  </a:lnTo>
                  <a:lnTo>
                    <a:pt x="851997" y="4646604"/>
                  </a:lnTo>
                  <a:lnTo>
                    <a:pt x="851997" y="4646174"/>
                  </a:lnTo>
                  <a:lnTo>
                    <a:pt x="852115" y="4646174"/>
                  </a:lnTo>
                  <a:lnTo>
                    <a:pt x="852115" y="4645743"/>
                  </a:lnTo>
                  <a:lnTo>
                    <a:pt x="852115" y="4645312"/>
                  </a:lnTo>
                  <a:lnTo>
                    <a:pt x="852232" y="4645312"/>
                  </a:lnTo>
                  <a:lnTo>
                    <a:pt x="852350" y="4645312"/>
                  </a:lnTo>
                  <a:lnTo>
                    <a:pt x="852468" y="4645312"/>
                  </a:lnTo>
                  <a:lnTo>
                    <a:pt x="852585" y="4645312"/>
                  </a:lnTo>
                  <a:lnTo>
                    <a:pt x="852703" y="4645312"/>
                  </a:lnTo>
                  <a:lnTo>
                    <a:pt x="852821" y="4645312"/>
                  </a:lnTo>
                  <a:lnTo>
                    <a:pt x="852938" y="4645312"/>
                  </a:lnTo>
                  <a:lnTo>
                    <a:pt x="852938" y="4644882"/>
                  </a:lnTo>
                  <a:lnTo>
                    <a:pt x="853056" y="4644882"/>
                  </a:lnTo>
                  <a:lnTo>
                    <a:pt x="853056" y="4644451"/>
                  </a:lnTo>
                  <a:lnTo>
                    <a:pt x="853173" y="4644451"/>
                  </a:lnTo>
                  <a:lnTo>
                    <a:pt x="853291" y="4644451"/>
                  </a:lnTo>
                  <a:lnTo>
                    <a:pt x="853409" y="4644451"/>
                  </a:lnTo>
                  <a:lnTo>
                    <a:pt x="853526" y="4644451"/>
                  </a:lnTo>
                  <a:lnTo>
                    <a:pt x="853644" y="4644451"/>
                  </a:lnTo>
                  <a:lnTo>
                    <a:pt x="853644" y="4644021"/>
                  </a:lnTo>
                  <a:lnTo>
                    <a:pt x="853761" y="4644021"/>
                  </a:lnTo>
                  <a:lnTo>
                    <a:pt x="853879" y="4644021"/>
                  </a:lnTo>
                  <a:lnTo>
                    <a:pt x="853997" y="4644021"/>
                  </a:lnTo>
                  <a:lnTo>
                    <a:pt x="854114" y="4644021"/>
                  </a:lnTo>
                  <a:lnTo>
                    <a:pt x="854232" y="4644021"/>
                  </a:lnTo>
                  <a:lnTo>
                    <a:pt x="854232" y="4643590"/>
                  </a:lnTo>
                  <a:lnTo>
                    <a:pt x="854350" y="4643590"/>
                  </a:lnTo>
                  <a:lnTo>
                    <a:pt x="854467" y="4643590"/>
                  </a:lnTo>
                  <a:lnTo>
                    <a:pt x="854585" y="4643590"/>
                  </a:lnTo>
                  <a:lnTo>
                    <a:pt x="854702" y="4643590"/>
                  </a:lnTo>
                  <a:lnTo>
                    <a:pt x="854702" y="4643159"/>
                  </a:lnTo>
                  <a:lnTo>
                    <a:pt x="854702" y="4642729"/>
                  </a:lnTo>
                  <a:lnTo>
                    <a:pt x="854820" y="4642729"/>
                  </a:lnTo>
                  <a:lnTo>
                    <a:pt x="854938" y="4642729"/>
                  </a:lnTo>
                  <a:lnTo>
                    <a:pt x="855055" y="4642729"/>
                  </a:lnTo>
                  <a:lnTo>
                    <a:pt x="855173" y="4642729"/>
                  </a:lnTo>
                  <a:lnTo>
                    <a:pt x="855290" y="4642729"/>
                  </a:lnTo>
                  <a:lnTo>
                    <a:pt x="855408" y="4642729"/>
                  </a:lnTo>
                  <a:lnTo>
                    <a:pt x="855408" y="4642298"/>
                  </a:lnTo>
                  <a:lnTo>
                    <a:pt x="855526" y="4642298"/>
                  </a:lnTo>
                  <a:lnTo>
                    <a:pt x="855643" y="4642298"/>
                  </a:lnTo>
                  <a:lnTo>
                    <a:pt x="855643" y="4641868"/>
                  </a:lnTo>
                  <a:lnTo>
                    <a:pt x="855643" y="4641437"/>
                  </a:lnTo>
                  <a:lnTo>
                    <a:pt x="855761" y="4641437"/>
                  </a:lnTo>
                  <a:lnTo>
                    <a:pt x="855879" y="4641437"/>
                  </a:lnTo>
                  <a:lnTo>
                    <a:pt x="855879" y="4641006"/>
                  </a:lnTo>
                  <a:lnTo>
                    <a:pt x="855879" y="4640576"/>
                  </a:lnTo>
                  <a:lnTo>
                    <a:pt x="855996" y="4640576"/>
                  </a:lnTo>
                  <a:lnTo>
                    <a:pt x="855996" y="4640145"/>
                  </a:lnTo>
                  <a:lnTo>
                    <a:pt x="855996" y="4639715"/>
                  </a:lnTo>
                  <a:lnTo>
                    <a:pt x="856114" y="4639715"/>
                  </a:lnTo>
                  <a:lnTo>
                    <a:pt x="856231" y="4639715"/>
                  </a:lnTo>
                  <a:lnTo>
                    <a:pt x="856349" y="4639715"/>
                  </a:lnTo>
                  <a:lnTo>
                    <a:pt x="856467" y="4639715"/>
                  </a:lnTo>
                  <a:lnTo>
                    <a:pt x="856584" y="4639715"/>
                  </a:lnTo>
                  <a:lnTo>
                    <a:pt x="856584" y="4639284"/>
                  </a:lnTo>
                  <a:lnTo>
                    <a:pt x="856702" y="4639284"/>
                  </a:lnTo>
                  <a:lnTo>
                    <a:pt x="856819" y="4639284"/>
                  </a:lnTo>
                  <a:lnTo>
                    <a:pt x="856819" y="4638853"/>
                  </a:lnTo>
                  <a:lnTo>
                    <a:pt x="856937" y="4638853"/>
                  </a:lnTo>
                  <a:lnTo>
                    <a:pt x="857055" y="4638853"/>
                  </a:lnTo>
                  <a:lnTo>
                    <a:pt x="857172" y="4638853"/>
                  </a:lnTo>
                  <a:lnTo>
                    <a:pt x="857290" y="4638853"/>
                  </a:lnTo>
                  <a:lnTo>
                    <a:pt x="857407" y="4638853"/>
                  </a:lnTo>
                  <a:lnTo>
                    <a:pt x="857525" y="4638853"/>
                  </a:lnTo>
                  <a:lnTo>
                    <a:pt x="857643" y="4638853"/>
                  </a:lnTo>
                  <a:lnTo>
                    <a:pt x="857760" y="4638853"/>
                  </a:lnTo>
                  <a:lnTo>
                    <a:pt x="857760" y="4638423"/>
                  </a:lnTo>
                  <a:lnTo>
                    <a:pt x="857878" y="4638423"/>
                  </a:lnTo>
                  <a:lnTo>
                    <a:pt x="857996" y="4638423"/>
                  </a:lnTo>
                  <a:lnTo>
                    <a:pt x="857996" y="4637992"/>
                  </a:lnTo>
                  <a:lnTo>
                    <a:pt x="858113" y="4637992"/>
                  </a:lnTo>
                  <a:lnTo>
                    <a:pt x="858113" y="4637562"/>
                  </a:lnTo>
                  <a:lnTo>
                    <a:pt x="858231" y="4637562"/>
                  </a:lnTo>
                  <a:lnTo>
                    <a:pt x="858348" y="4637562"/>
                  </a:lnTo>
                  <a:lnTo>
                    <a:pt x="858348" y="4637131"/>
                  </a:lnTo>
                  <a:lnTo>
                    <a:pt x="858348" y="4636700"/>
                  </a:lnTo>
                  <a:lnTo>
                    <a:pt x="858466" y="4636700"/>
                  </a:lnTo>
                  <a:lnTo>
                    <a:pt x="858584" y="4636700"/>
                  </a:lnTo>
                  <a:lnTo>
                    <a:pt x="858584" y="4636270"/>
                  </a:lnTo>
                  <a:lnTo>
                    <a:pt x="858701" y="4636270"/>
                  </a:lnTo>
                  <a:lnTo>
                    <a:pt x="858819" y="4636270"/>
                  </a:lnTo>
                  <a:lnTo>
                    <a:pt x="858936" y="4636270"/>
                  </a:lnTo>
                  <a:lnTo>
                    <a:pt x="858936" y="4635839"/>
                  </a:lnTo>
                  <a:lnTo>
                    <a:pt x="859054" y="4635839"/>
                  </a:lnTo>
                  <a:lnTo>
                    <a:pt x="859172" y="4635839"/>
                  </a:lnTo>
                  <a:lnTo>
                    <a:pt x="859172" y="4635409"/>
                  </a:lnTo>
                  <a:lnTo>
                    <a:pt x="859289" y="4635409"/>
                  </a:lnTo>
                  <a:lnTo>
                    <a:pt x="859407" y="4635409"/>
                  </a:lnTo>
                  <a:lnTo>
                    <a:pt x="859407" y="4634978"/>
                  </a:lnTo>
                  <a:lnTo>
                    <a:pt x="859525" y="4634978"/>
                  </a:lnTo>
                  <a:lnTo>
                    <a:pt x="859525" y="4634547"/>
                  </a:lnTo>
                  <a:lnTo>
                    <a:pt x="859642" y="4634547"/>
                  </a:lnTo>
                  <a:lnTo>
                    <a:pt x="859642" y="4634117"/>
                  </a:lnTo>
                  <a:lnTo>
                    <a:pt x="859642" y="4633686"/>
                  </a:lnTo>
                  <a:lnTo>
                    <a:pt x="859642" y="4633256"/>
                  </a:lnTo>
                  <a:lnTo>
                    <a:pt x="859760" y="4633256"/>
                  </a:lnTo>
                  <a:lnTo>
                    <a:pt x="859877" y="4633256"/>
                  </a:lnTo>
                  <a:lnTo>
                    <a:pt x="859877" y="4632825"/>
                  </a:lnTo>
                  <a:lnTo>
                    <a:pt x="859877" y="4632394"/>
                  </a:lnTo>
                  <a:lnTo>
                    <a:pt x="859995" y="4632394"/>
                  </a:lnTo>
                  <a:lnTo>
                    <a:pt x="859995" y="4631964"/>
                  </a:lnTo>
                  <a:lnTo>
                    <a:pt x="860113" y="4631964"/>
                  </a:lnTo>
                  <a:lnTo>
                    <a:pt x="860230" y="4631964"/>
                  </a:lnTo>
                  <a:lnTo>
                    <a:pt x="860348" y="4631964"/>
                  </a:lnTo>
                  <a:lnTo>
                    <a:pt x="860465" y="4631964"/>
                  </a:lnTo>
                  <a:lnTo>
                    <a:pt x="860465" y="4631533"/>
                  </a:lnTo>
                  <a:lnTo>
                    <a:pt x="860465" y="4631103"/>
                  </a:lnTo>
                  <a:lnTo>
                    <a:pt x="860583" y="4631103"/>
                  </a:lnTo>
                  <a:lnTo>
                    <a:pt x="860583" y="4630672"/>
                  </a:lnTo>
                  <a:lnTo>
                    <a:pt x="860701" y="4630672"/>
                  </a:lnTo>
                  <a:lnTo>
                    <a:pt x="860818" y="4630672"/>
                  </a:lnTo>
                  <a:lnTo>
                    <a:pt x="860936" y="4630672"/>
                  </a:lnTo>
                  <a:lnTo>
                    <a:pt x="860936" y="4630241"/>
                  </a:lnTo>
                  <a:lnTo>
                    <a:pt x="861054" y="4630241"/>
                  </a:lnTo>
                  <a:lnTo>
                    <a:pt x="861171" y="4630241"/>
                  </a:lnTo>
                  <a:lnTo>
                    <a:pt x="861289" y="4630241"/>
                  </a:lnTo>
                  <a:lnTo>
                    <a:pt x="861406" y="4630241"/>
                  </a:lnTo>
                  <a:lnTo>
                    <a:pt x="861406" y="4629811"/>
                  </a:lnTo>
                  <a:lnTo>
                    <a:pt x="861524" y="4629811"/>
                  </a:lnTo>
                  <a:lnTo>
                    <a:pt x="861524" y="4629380"/>
                  </a:lnTo>
                  <a:lnTo>
                    <a:pt x="861642" y="4629380"/>
                  </a:lnTo>
                  <a:lnTo>
                    <a:pt x="861759" y="4629380"/>
                  </a:lnTo>
                  <a:lnTo>
                    <a:pt x="861877" y="4629380"/>
                  </a:lnTo>
                  <a:lnTo>
                    <a:pt x="861877" y="4628950"/>
                  </a:lnTo>
                  <a:lnTo>
                    <a:pt x="861994" y="4628950"/>
                  </a:lnTo>
                  <a:lnTo>
                    <a:pt x="861994" y="4628519"/>
                  </a:lnTo>
                  <a:lnTo>
                    <a:pt x="861994" y="4628088"/>
                  </a:lnTo>
                  <a:lnTo>
                    <a:pt x="862112" y="4628088"/>
                  </a:lnTo>
                  <a:lnTo>
                    <a:pt x="862112" y="4627658"/>
                  </a:lnTo>
                  <a:lnTo>
                    <a:pt x="862230" y="4627658"/>
                  </a:lnTo>
                  <a:lnTo>
                    <a:pt x="862347" y="4627658"/>
                  </a:lnTo>
                  <a:lnTo>
                    <a:pt x="862465" y="4627658"/>
                  </a:lnTo>
                  <a:lnTo>
                    <a:pt x="862465" y="4627227"/>
                  </a:lnTo>
                  <a:lnTo>
                    <a:pt x="862583" y="4627227"/>
                  </a:lnTo>
                  <a:lnTo>
                    <a:pt x="862583" y="4626797"/>
                  </a:lnTo>
                  <a:lnTo>
                    <a:pt x="862700" y="4626797"/>
                  </a:lnTo>
                  <a:lnTo>
                    <a:pt x="862700" y="4626366"/>
                  </a:lnTo>
                  <a:lnTo>
                    <a:pt x="862818" y="4626366"/>
                  </a:lnTo>
                  <a:lnTo>
                    <a:pt x="862935" y="4626366"/>
                  </a:lnTo>
                  <a:lnTo>
                    <a:pt x="862935" y="4625935"/>
                  </a:lnTo>
                  <a:lnTo>
                    <a:pt x="863053" y="4625935"/>
                  </a:lnTo>
                  <a:lnTo>
                    <a:pt x="863171" y="4625935"/>
                  </a:lnTo>
                  <a:lnTo>
                    <a:pt x="863288" y="4625935"/>
                  </a:lnTo>
                  <a:lnTo>
                    <a:pt x="863406" y="4625935"/>
                  </a:lnTo>
                  <a:lnTo>
                    <a:pt x="863523" y="4625935"/>
                  </a:lnTo>
                  <a:lnTo>
                    <a:pt x="863523" y="4625505"/>
                  </a:lnTo>
                  <a:lnTo>
                    <a:pt x="863523" y="4625074"/>
                  </a:lnTo>
                  <a:lnTo>
                    <a:pt x="863523" y="4624644"/>
                  </a:lnTo>
                  <a:lnTo>
                    <a:pt x="863641" y="4624644"/>
                  </a:lnTo>
                  <a:lnTo>
                    <a:pt x="863759" y="4624644"/>
                  </a:lnTo>
                  <a:lnTo>
                    <a:pt x="863759" y="4624213"/>
                  </a:lnTo>
                  <a:lnTo>
                    <a:pt x="863876" y="4624213"/>
                  </a:lnTo>
                  <a:lnTo>
                    <a:pt x="863994" y="4624213"/>
                  </a:lnTo>
                  <a:lnTo>
                    <a:pt x="863994" y="4623782"/>
                  </a:lnTo>
                  <a:lnTo>
                    <a:pt x="863994" y="4623352"/>
                  </a:lnTo>
                  <a:lnTo>
                    <a:pt x="864112" y="4623352"/>
                  </a:lnTo>
                  <a:lnTo>
                    <a:pt x="864229" y="4623352"/>
                  </a:lnTo>
                  <a:lnTo>
                    <a:pt x="864347" y="4623352"/>
                  </a:lnTo>
                  <a:lnTo>
                    <a:pt x="864464" y="4623352"/>
                  </a:lnTo>
                  <a:lnTo>
                    <a:pt x="864582" y="4623352"/>
                  </a:lnTo>
                  <a:lnTo>
                    <a:pt x="864700" y="4623352"/>
                  </a:lnTo>
                  <a:lnTo>
                    <a:pt x="864700" y="4622921"/>
                  </a:lnTo>
                  <a:lnTo>
                    <a:pt x="864817" y="4622921"/>
                  </a:lnTo>
                  <a:lnTo>
                    <a:pt x="864935" y="4622921"/>
                  </a:lnTo>
                  <a:lnTo>
                    <a:pt x="865052" y="4622921"/>
                  </a:lnTo>
                  <a:lnTo>
                    <a:pt x="865170" y="4622921"/>
                  </a:lnTo>
                  <a:lnTo>
                    <a:pt x="865288" y="4622921"/>
                  </a:lnTo>
                  <a:lnTo>
                    <a:pt x="865405" y="4622921"/>
                  </a:lnTo>
                  <a:lnTo>
                    <a:pt x="865523" y="4622921"/>
                  </a:lnTo>
                  <a:lnTo>
                    <a:pt x="865640" y="4622921"/>
                  </a:lnTo>
                  <a:lnTo>
                    <a:pt x="865640" y="4622491"/>
                  </a:lnTo>
                  <a:lnTo>
                    <a:pt x="865640" y="4622060"/>
                  </a:lnTo>
                  <a:lnTo>
                    <a:pt x="865758" y="4622060"/>
                  </a:lnTo>
                  <a:lnTo>
                    <a:pt x="865876" y="4622060"/>
                  </a:lnTo>
                  <a:lnTo>
                    <a:pt x="865876" y="4621629"/>
                  </a:lnTo>
                  <a:lnTo>
                    <a:pt x="865993" y="4621629"/>
                  </a:lnTo>
                  <a:lnTo>
                    <a:pt x="866111" y="4621629"/>
                  </a:lnTo>
                  <a:lnTo>
                    <a:pt x="866111" y="4621199"/>
                  </a:lnTo>
                  <a:lnTo>
                    <a:pt x="866229" y="4621199"/>
                  </a:lnTo>
                  <a:lnTo>
                    <a:pt x="866346" y="4621199"/>
                  </a:lnTo>
                  <a:lnTo>
                    <a:pt x="866464" y="4621199"/>
                  </a:lnTo>
                  <a:lnTo>
                    <a:pt x="866581" y="4621199"/>
                  </a:lnTo>
                  <a:lnTo>
                    <a:pt x="866699" y="4621199"/>
                  </a:lnTo>
                  <a:lnTo>
                    <a:pt x="866817" y="4621199"/>
                  </a:lnTo>
                  <a:lnTo>
                    <a:pt x="866817" y="4620768"/>
                  </a:lnTo>
                  <a:lnTo>
                    <a:pt x="866934" y="4620768"/>
                  </a:lnTo>
                  <a:lnTo>
                    <a:pt x="867052" y="4620768"/>
                  </a:lnTo>
                  <a:lnTo>
                    <a:pt x="867169" y="4620768"/>
                  </a:lnTo>
                  <a:lnTo>
                    <a:pt x="867169" y="4620338"/>
                  </a:lnTo>
                  <a:lnTo>
                    <a:pt x="867287" y="4620338"/>
                  </a:lnTo>
                  <a:lnTo>
                    <a:pt x="867287" y="4619907"/>
                  </a:lnTo>
                  <a:lnTo>
                    <a:pt x="867405" y="4619907"/>
                  </a:lnTo>
                  <a:lnTo>
                    <a:pt x="867405" y="4619476"/>
                  </a:lnTo>
                  <a:lnTo>
                    <a:pt x="867522" y="4619476"/>
                  </a:lnTo>
                  <a:lnTo>
                    <a:pt x="867640" y="4619476"/>
                  </a:lnTo>
                  <a:lnTo>
                    <a:pt x="867758" y="4619476"/>
                  </a:lnTo>
                  <a:lnTo>
                    <a:pt x="867875" y="4619476"/>
                  </a:lnTo>
                  <a:lnTo>
                    <a:pt x="867993" y="4619476"/>
                  </a:lnTo>
                  <a:lnTo>
                    <a:pt x="867993" y="4619046"/>
                  </a:lnTo>
                  <a:lnTo>
                    <a:pt x="868110" y="4619046"/>
                  </a:lnTo>
                  <a:lnTo>
                    <a:pt x="868110" y="4618615"/>
                  </a:lnTo>
                  <a:lnTo>
                    <a:pt x="868228" y="4618615"/>
                  </a:lnTo>
                  <a:lnTo>
                    <a:pt x="868346" y="4618615"/>
                  </a:lnTo>
                  <a:lnTo>
                    <a:pt x="868346" y="4618185"/>
                  </a:lnTo>
                  <a:lnTo>
                    <a:pt x="868463" y="4618185"/>
                  </a:lnTo>
                  <a:lnTo>
                    <a:pt x="868581" y="4618185"/>
                  </a:lnTo>
                  <a:lnTo>
                    <a:pt x="868698" y="4618185"/>
                  </a:lnTo>
                  <a:lnTo>
                    <a:pt x="868816" y="4618185"/>
                  </a:lnTo>
                  <a:lnTo>
                    <a:pt x="868934" y="4618185"/>
                  </a:lnTo>
                  <a:lnTo>
                    <a:pt x="869051" y="4618185"/>
                  </a:lnTo>
                  <a:lnTo>
                    <a:pt x="869169" y="4618185"/>
                  </a:lnTo>
                  <a:lnTo>
                    <a:pt x="869169" y="4617754"/>
                  </a:lnTo>
                  <a:lnTo>
                    <a:pt x="869287" y="4617754"/>
                  </a:lnTo>
                  <a:lnTo>
                    <a:pt x="869287" y="4617323"/>
                  </a:lnTo>
                  <a:lnTo>
                    <a:pt x="869404" y="4617323"/>
                  </a:lnTo>
                  <a:lnTo>
                    <a:pt x="869522" y="4617323"/>
                  </a:lnTo>
                  <a:lnTo>
                    <a:pt x="869639" y="4617323"/>
                  </a:lnTo>
                  <a:lnTo>
                    <a:pt x="869639" y="4616893"/>
                  </a:lnTo>
                  <a:lnTo>
                    <a:pt x="869639" y="4616462"/>
                  </a:lnTo>
                  <a:lnTo>
                    <a:pt x="869757" y="4616462"/>
                  </a:lnTo>
                  <a:lnTo>
                    <a:pt x="869875" y="4616462"/>
                  </a:lnTo>
                  <a:lnTo>
                    <a:pt x="869875" y="4616032"/>
                  </a:lnTo>
                  <a:lnTo>
                    <a:pt x="869992" y="4616032"/>
                  </a:lnTo>
                  <a:lnTo>
                    <a:pt x="869992" y="4615601"/>
                  </a:lnTo>
                  <a:lnTo>
                    <a:pt x="870110" y="4615601"/>
                  </a:lnTo>
                  <a:lnTo>
                    <a:pt x="870110" y="4615170"/>
                  </a:lnTo>
                  <a:lnTo>
                    <a:pt x="870227" y="4615170"/>
                  </a:lnTo>
                  <a:lnTo>
                    <a:pt x="870345" y="4615170"/>
                  </a:lnTo>
                  <a:lnTo>
                    <a:pt x="870463" y="4615170"/>
                  </a:lnTo>
                  <a:lnTo>
                    <a:pt x="870580" y="4615170"/>
                  </a:lnTo>
                  <a:lnTo>
                    <a:pt x="870698" y="4615170"/>
                  </a:lnTo>
                  <a:lnTo>
                    <a:pt x="870816" y="4615170"/>
                  </a:lnTo>
                  <a:lnTo>
                    <a:pt x="870933" y="4615170"/>
                  </a:lnTo>
                  <a:lnTo>
                    <a:pt x="871051" y="4615170"/>
                  </a:lnTo>
                  <a:lnTo>
                    <a:pt x="871168" y="4615170"/>
                  </a:lnTo>
                  <a:lnTo>
                    <a:pt x="871286" y="4615170"/>
                  </a:lnTo>
                  <a:lnTo>
                    <a:pt x="871404" y="4615170"/>
                  </a:lnTo>
                  <a:lnTo>
                    <a:pt x="871521" y="4615170"/>
                  </a:lnTo>
                  <a:lnTo>
                    <a:pt x="871521" y="4614740"/>
                  </a:lnTo>
                  <a:lnTo>
                    <a:pt x="871639" y="4614740"/>
                  </a:lnTo>
                  <a:lnTo>
                    <a:pt x="871756" y="4614740"/>
                  </a:lnTo>
                  <a:lnTo>
                    <a:pt x="871874" y="4614740"/>
                  </a:lnTo>
                  <a:lnTo>
                    <a:pt x="871992" y="4614740"/>
                  </a:lnTo>
                  <a:lnTo>
                    <a:pt x="872109" y="4614740"/>
                  </a:lnTo>
                  <a:lnTo>
                    <a:pt x="872109" y="4614309"/>
                  </a:lnTo>
                  <a:lnTo>
                    <a:pt x="872227" y="4614309"/>
                  </a:lnTo>
                  <a:lnTo>
                    <a:pt x="872345" y="4614309"/>
                  </a:lnTo>
                  <a:lnTo>
                    <a:pt x="872462" y="4614309"/>
                  </a:lnTo>
                  <a:lnTo>
                    <a:pt x="872462" y="4613879"/>
                  </a:lnTo>
                  <a:lnTo>
                    <a:pt x="872580" y="4613879"/>
                  </a:lnTo>
                  <a:lnTo>
                    <a:pt x="872697" y="4613879"/>
                  </a:lnTo>
                  <a:lnTo>
                    <a:pt x="872697" y="4613448"/>
                  </a:lnTo>
                  <a:lnTo>
                    <a:pt x="872697" y="4613017"/>
                  </a:lnTo>
                  <a:lnTo>
                    <a:pt x="872815" y="4613017"/>
                  </a:lnTo>
                  <a:lnTo>
                    <a:pt x="872933" y="4613017"/>
                  </a:lnTo>
                  <a:lnTo>
                    <a:pt x="873050" y="4613017"/>
                  </a:lnTo>
                  <a:lnTo>
                    <a:pt x="873168" y="4613017"/>
                  </a:lnTo>
                  <a:lnTo>
                    <a:pt x="873285" y="4613017"/>
                  </a:lnTo>
                  <a:lnTo>
                    <a:pt x="873403" y="4613017"/>
                  </a:lnTo>
                  <a:lnTo>
                    <a:pt x="873521" y="4613017"/>
                  </a:lnTo>
                  <a:lnTo>
                    <a:pt x="873638" y="4613017"/>
                  </a:lnTo>
                  <a:lnTo>
                    <a:pt x="873638" y="4612587"/>
                  </a:lnTo>
                  <a:lnTo>
                    <a:pt x="873756" y="4612587"/>
                  </a:lnTo>
                  <a:lnTo>
                    <a:pt x="873873" y="4612587"/>
                  </a:lnTo>
                  <a:lnTo>
                    <a:pt x="873991" y="4612587"/>
                  </a:lnTo>
                  <a:lnTo>
                    <a:pt x="873991" y="4612156"/>
                  </a:lnTo>
                  <a:lnTo>
                    <a:pt x="874109" y="4612156"/>
                  </a:lnTo>
                  <a:lnTo>
                    <a:pt x="874109" y="4611726"/>
                  </a:lnTo>
                  <a:lnTo>
                    <a:pt x="874109" y="4611295"/>
                  </a:lnTo>
                  <a:lnTo>
                    <a:pt x="874109" y="4610864"/>
                  </a:lnTo>
                  <a:lnTo>
                    <a:pt x="874226" y="4610864"/>
                  </a:lnTo>
                  <a:lnTo>
                    <a:pt x="874226" y="4610434"/>
                  </a:lnTo>
                  <a:lnTo>
                    <a:pt x="874344" y="4610434"/>
                  </a:lnTo>
                  <a:lnTo>
                    <a:pt x="874462" y="4610434"/>
                  </a:lnTo>
                  <a:lnTo>
                    <a:pt x="874579" y="4610434"/>
                  </a:lnTo>
                  <a:lnTo>
                    <a:pt x="874697" y="4610434"/>
                  </a:lnTo>
                  <a:lnTo>
                    <a:pt x="874814" y="4610434"/>
                  </a:lnTo>
                  <a:lnTo>
                    <a:pt x="874932" y="4610434"/>
                  </a:lnTo>
                  <a:lnTo>
                    <a:pt x="875050" y="4610434"/>
                  </a:lnTo>
                  <a:lnTo>
                    <a:pt x="875167" y="4610434"/>
                  </a:lnTo>
                  <a:lnTo>
                    <a:pt x="875285" y="4610434"/>
                  </a:lnTo>
                  <a:lnTo>
                    <a:pt x="875402" y="4610434"/>
                  </a:lnTo>
                  <a:lnTo>
                    <a:pt x="875520" y="4610434"/>
                  </a:lnTo>
                  <a:lnTo>
                    <a:pt x="875638" y="4610434"/>
                  </a:lnTo>
                  <a:lnTo>
                    <a:pt x="875755" y="4610434"/>
                  </a:lnTo>
                  <a:lnTo>
                    <a:pt x="875873" y="4610434"/>
                  </a:lnTo>
                  <a:lnTo>
                    <a:pt x="875873" y="4610003"/>
                  </a:lnTo>
                  <a:lnTo>
                    <a:pt x="875991" y="4610003"/>
                  </a:lnTo>
                  <a:lnTo>
                    <a:pt x="876108" y="4610003"/>
                  </a:lnTo>
                  <a:lnTo>
                    <a:pt x="876108" y="4609573"/>
                  </a:lnTo>
                  <a:lnTo>
                    <a:pt x="876226" y="4609573"/>
                  </a:lnTo>
                  <a:lnTo>
                    <a:pt x="876343" y="4609573"/>
                  </a:lnTo>
                  <a:lnTo>
                    <a:pt x="876343" y="4609142"/>
                  </a:lnTo>
                  <a:lnTo>
                    <a:pt x="876461" y="4609142"/>
                  </a:lnTo>
                  <a:lnTo>
                    <a:pt x="876579" y="4609142"/>
                  </a:lnTo>
                  <a:lnTo>
                    <a:pt x="876579" y="4608711"/>
                  </a:lnTo>
                  <a:lnTo>
                    <a:pt x="876696" y="4608711"/>
                  </a:lnTo>
                  <a:lnTo>
                    <a:pt x="876696" y="4608281"/>
                  </a:lnTo>
                  <a:lnTo>
                    <a:pt x="876814" y="4608281"/>
                  </a:lnTo>
                  <a:lnTo>
                    <a:pt x="876814" y="4607850"/>
                  </a:lnTo>
                  <a:lnTo>
                    <a:pt x="876814" y="4607420"/>
                  </a:lnTo>
                  <a:lnTo>
                    <a:pt x="876931" y="4607420"/>
                  </a:lnTo>
                  <a:lnTo>
                    <a:pt x="877049" y="4607420"/>
                  </a:lnTo>
                  <a:lnTo>
                    <a:pt x="877049" y="4606989"/>
                  </a:lnTo>
                  <a:lnTo>
                    <a:pt x="877167" y="4606989"/>
                  </a:lnTo>
                  <a:lnTo>
                    <a:pt x="877284" y="4606989"/>
                  </a:lnTo>
                  <a:lnTo>
                    <a:pt x="877402" y="4606989"/>
                  </a:lnTo>
                  <a:lnTo>
                    <a:pt x="877520" y="4606989"/>
                  </a:lnTo>
                  <a:lnTo>
                    <a:pt x="877637" y="4606989"/>
                  </a:lnTo>
                  <a:lnTo>
                    <a:pt x="877755" y="4606989"/>
                  </a:lnTo>
                  <a:lnTo>
                    <a:pt x="877872" y="4606989"/>
                  </a:lnTo>
                  <a:lnTo>
                    <a:pt x="877990" y="4606989"/>
                  </a:lnTo>
                  <a:lnTo>
                    <a:pt x="877990" y="4606558"/>
                  </a:lnTo>
                  <a:lnTo>
                    <a:pt x="878108" y="4606558"/>
                  </a:lnTo>
                  <a:lnTo>
                    <a:pt x="878108" y="4606128"/>
                  </a:lnTo>
                  <a:lnTo>
                    <a:pt x="878225" y="4606128"/>
                  </a:lnTo>
                  <a:lnTo>
                    <a:pt x="878343" y="4606128"/>
                  </a:lnTo>
                  <a:lnTo>
                    <a:pt x="878460" y="4606128"/>
                  </a:lnTo>
                  <a:lnTo>
                    <a:pt x="878460" y="4605697"/>
                  </a:lnTo>
                  <a:lnTo>
                    <a:pt x="878578" y="4605697"/>
                  </a:lnTo>
                  <a:lnTo>
                    <a:pt x="878696" y="4605697"/>
                  </a:lnTo>
                  <a:lnTo>
                    <a:pt x="878696" y="4605267"/>
                  </a:lnTo>
                  <a:lnTo>
                    <a:pt x="878813" y="4605267"/>
                  </a:lnTo>
                  <a:lnTo>
                    <a:pt x="878931" y="4605267"/>
                  </a:lnTo>
                  <a:lnTo>
                    <a:pt x="879049" y="4605267"/>
                  </a:lnTo>
                  <a:lnTo>
                    <a:pt x="879049" y="4604836"/>
                  </a:lnTo>
                  <a:lnTo>
                    <a:pt x="879166" y="4604836"/>
                  </a:lnTo>
                  <a:lnTo>
                    <a:pt x="879284" y="4604836"/>
                  </a:lnTo>
                  <a:lnTo>
                    <a:pt x="879401" y="4604836"/>
                  </a:lnTo>
                  <a:lnTo>
                    <a:pt x="879401" y="4604405"/>
                  </a:lnTo>
                  <a:lnTo>
                    <a:pt x="879401" y="4603975"/>
                  </a:lnTo>
                  <a:lnTo>
                    <a:pt x="879519" y="4603975"/>
                  </a:lnTo>
                  <a:lnTo>
                    <a:pt x="879519" y="4603544"/>
                  </a:lnTo>
                  <a:lnTo>
                    <a:pt x="879637" y="4603544"/>
                  </a:lnTo>
                  <a:lnTo>
                    <a:pt x="879754" y="4603544"/>
                  </a:lnTo>
                  <a:lnTo>
                    <a:pt x="879754" y="4603114"/>
                  </a:lnTo>
                  <a:lnTo>
                    <a:pt x="879754" y="4602683"/>
                  </a:lnTo>
                  <a:lnTo>
                    <a:pt x="879872" y="4602683"/>
                  </a:lnTo>
                  <a:lnTo>
                    <a:pt x="879989" y="4602683"/>
                  </a:lnTo>
                  <a:lnTo>
                    <a:pt x="879989" y="4602252"/>
                  </a:lnTo>
                  <a:lnTo>
                    <a:pt x="879989" y="4601822"/>
                  </a:lnTo>
                  <a:lnTo>
                    <a:pt x="880107" y="4601822"/>
                  </a:lnTo>
                  <a:lnTo>
                    <a:pt x="880107" y="4601391"/>
                  </a:lnTo>
                  <a:lnTo>
                    <a:pt x="880107" y="4600961"/>
                  </a:lnTo>
                  <a:lnTo>
                    <a:pt x="880107" y="4600530"/>
                  </a:lnTo>
                  <a:lnTo>
                    <a:pt x="880225" y="4600530"/>
                  </a:lnTo>
                  <a:lnTo>
                    <a:pt x="880342" y="4600530"/>
                  </a:lnTo>
                  <a:lnTo>
                    <a:pt x="880460" y="4600530"/>
                  </a:lnTo>
                  <a:lnTo>
                    <a:pt x="880578" y="4600530"/>
                  </a:lnTo>
                  <a:lnTo>
                    <a:pt x="880695" y="4600530"/>
                  </a:lnTo>
                  <a:lnTo>
                    <a:pt x="880695" y="4600099"/>
                  </a:lnTo>
                  <a:lnTo>
                    <a:pt x="880813" y="4600099"/>
                  </a:lnTo>
                  <a:lnTo>
                    <a:pt x="880813" y="4599669"/>
                  </a:lnTo>
                  <a:lnTo>
                    <a:pt x="880930" y="4599669"/>
                  </a:lnTo>
                  <a:lnTo>
                    <a:pt x="881048" y="4599669"/>
                  </a:lnTo>
                  <a:lnTo>
                    <a:pt x="881166" y="4599669"/>
                  </a:lnTo>
                  <a:lnTo>
                    <a:pt x="881283" y="4599669"/>
                  </a:lnTo>
                  <a:lnTo>
                    <a:pt x="881401" y="4599669"/>
                  </a:lnTo>
                  <a:lnTo>
                    <a:pt x="881518" y="4599669"/>
                  </a:lnTo>
                  <a:lnTo>
                    <a:pt x="881636" y="4599669"/>
                  </a:lnTo>
                  <a:lnTo>
                    <a:pt x="881754" y="4599669"/>
                  </a:lnTo>
                  <a:lnTo>
                    <a:pt x="881871" y="4599669"/>
                  </a:lnTo>
                  <a:lnTo>
                    <a:pt x="881989" y="4599669"/>
                  </a:lnTo>
                  <a:lnTo>
                    <a:pt x="882106" y="4599669"/>
                  </a:lnTo>
                  <a:lnTo>
                    <a:pt x="882106" y="4599238"/>
                  </a:lnTo>
                  <a:lnTo>
                    <a:pt x="882224" y="4599238"/>
                  </a:lnTo>
                  <a:lnTo>
                    <a:pt x="882342" y="4599238"/>
                  </a:lnTo>
                  <a:lnTo>
                    <a:pt x="882342" y="4598808"/>
                  </a:lnTo>
                  <a:lnTo>
                    <a:pt x="882342" y="4598377"/>
                  </a:lnTo>
                  <a:lnTo>
                    <a:pt x="882459" y="4598377"/>
                  </a:lnTo>
                  <a:lnTo>
                    <a:pt x="882577" y="4598377"/>
                  </a:lnTo>
                  <a:lnTo>
                    <a:pt x="882577" y="4597946"/>
                  </a:lnTo>
                  <a:lnTo>
                    <a:pt x="882577" y="4597516"/>
                  </a:lnTo>
                  <a:lnTo>
                    <a:pt x="882695" y="4597516"/>
                  </a:lnTo>
                  <a:lnTo>
                    <a:pt x="882812" y="4597516"/>
                  </a:lnTo>
                  <a:lnTo>
                    <a:pt x="882812" y="4597085"/>
                  </a:lnTo>
                  <a:lnTo>
                    <a:pt x="882930" y="4597085"/>
                  </a:lnTo>
                  <a:lnTo>
                    <a:pt x="883047" y="4597085"/>
                  </a:lnTo>
                  <a:lnTo>
                    <a:pt x="883047" y="4596655"/>
                  </a:lnTo>
                  <a:lnTo>
                    <a:pt x="883165" y="4596655"/>
                  </a:lnTo>
                  <a:lnTo>
                    <a:pt x="883165" y="4596224"/>
                  </a:lnTo>
                  <a:lnTo>
                    <a:pt x="883283" y="4596224"/>
                  </a:lnTo>
                  <a:lnTo>
                    <a:pt x="883283" y="4595793"/>
                  </a:lnTo>
                  <a:lnTo>
                    <a:pt x="883400" y="4595793"/>
                  </a:lnTo>
                  <a:lnTo>
                    <a:pt x="883400" y="4595363"/>
                  </a:lnTo>
                  <a:lnTo>
                    <a:pt x="883400" y="4594932"/>
                  </a:lnTo>
                  <a:lnTo>
                    <a:pt x="883518" y="4594932"/>
                  </a:lnTo>
                  <a:lnTo>
                    <a:pt x="883635" y="4594932"/>
                  </a:lnTo>
                  <a:lnTo>
                    <a:pt x="883753" y="4594932"/>
                  </a:lnTo>
                  <a:lnTo>
                    <a:pt x="883871" y="4594932"/>
                  </a:lnTo>
                  <a:lnTo>
                    <a:pt x="883988" y="4594932"/>
                  </a:lnTo>
                  <a:lnTo>
                    <a:pt x="884106" y="4594932"/>
                  </a:lnTo>
                  <a:lnTo>
                    <a:pt x="884224" y="4594932"/>
                  </a:lnTo>
                  <a:lnTo>
                    <a:pt x="884341" y="4594932"/>
                  </a:lnTo>
                  <a:lnTo>
                    <a:pt x="884459" y="4594932"/>
                  </a:lnTo>
                  <a:lnTo>
                    <a:pt x="884576" y="4594932"/>
                  </a:lnTo>
                  <a:lnTo>
                    <a:pt x="884576" y="4594502"/>
                  </a:lnTo>
                  <a:lnTo>
                    <a:pt x="884576" y="4594071"/>
                  </a:lnTo>
                  <a:lnTo>
                    <a:pt x="884576" y="4593640"/>
                  </a:lnTo>
                  <a:lnTo>
                    <a:pt x="884576" y="4593210"/>
                  </a:lnTo>
                  <a:lnTo>
                    <a:pt x="884694" y="4593210"/>
                  </a:lnTo>
                  <a:lnTo>
                    <a:pt x="884694" y="4592779"/>
                  </a:lnTo>
                  <a:lnTo>
                    <a:pt x="884812" y="4592779"/>
                  </a:lnTo>
                  <a:lnTo>
                    <a:pt x="884929" y="4592779"/>
                  </a:lnTo>
                  <a:lnTo>
                    <a:pt x="885047" y="4592779"/>
                  </a:lnTo>
                  <a:lnTo>
                    <a:pt x="885164" y="4592779"/>
                  </a:lnTo>
                  <a:lnTo>
                    <a:pt x="885282" y="4592779"/>
                  </a:lnTo>
                  <a:lnTo>
                    <a:pt x="885282" y="4592349"/>
                  </a:lnTo>
                  <a:lnTo>
                    <a:pt x="885282" y="4591918"/>
                  </a:lnTo>
                  <a:lnTo>
                    <a:pt x="885400" y="4591918"/>
                  </a:lnTo>
                  <a:lnTo>
                    <a:pt x="885517" y="4591918"/>
                  </a:lnTo>
                  <a:lnTo>
                    <a:pt x="885635" y="4591918"/>
                  </a:lnTo>
                  <a:lnTo>
                    <a:pt x="885753" y="4591918"/>
                  </a:lnTo>
                  <a:lnTo>
                    <a:pt x="885870" y="4591918"/>
                  </a:lnTo>
                  <a:lnTo>
                    <a:pt x="885988" y="4591918"/>
                  </a:lnTo>
                  <a:lnTo>
                    <a:pt x="885988" y="4591487"/>
                  </a:lnTo>
                  <a:lnTo>
                    <a:pt x="885988" y="4591057"/>
                  </a:lnTo>
                  <a:lnTo>
                    <a:pt x="885988" y="4590626"/>
                  </a:lnTo>
                  <a:lnTo>
                    <a:pt x="885988" y="4590196"/>
                  </a:lnTo>
                  <a:lnTo>
                    <a:pt x="885988" y="4589765"/>
                  </a:lnTo>
                  <a:lnTo>
                    <a:pt x="885988" y="4589334"/>
                  </a:lnTo>
                  <a:lnTo>
                    <a:pt x="886105" y="4589334"/>
                  </a:lnTo>
                  <a:lnTo>
                    <a:pt x="886223" y="4589334"/>
                  </a:lnTo>
                  <a:lnTo>
                    <a:pt x="886341" y="4589334"/>
                  </a:lnTo>
                  <a:lnTo>
                    <a:pt x="886458" y="4589334"/>
                  </a:lnTo>
                  <a:lnTo>
                    <a:pt x="886458" y="4588904"/>
                  </a:lnTo>
                  <a:lnTo>
                    <a:pt x="886576" y="4588904"/>
                  </a:lnTo>
                  <a:lnTo>
                    <a:pt x="886576" y="4588473"/>
                  </a:lnTo>
                  <a:lnTo>
                    <a:pt x="886693" y="4588473"/>
                  </a:lnTo>
                  <a:lnTo>
                    <a:pt x="886693" y="4588043"/>
                  </a:lnTo>
                  <a:lnTo>
                    <a:pt x="886811" y="4588043"/>
                  </a:lnTo>
                  <a:lnTo>
                    <a:pt x="886811" y="4587612"/>
                  </a:lnTo>
                  <a:lnTo>
                    <a:pt x="886929" y="4587612"/>
                  </a:lnTo>
                  <a:lnTo>
                    <a:pt x="887046" y="4587612"/>
                  </a:lnTo>
                  <a:lnTo>
                    <a:pt x="887164" y="4587612"/>
                  </a:lnTo>
                  <a:lnTo>
                    <a:pt x="887282" y="4587612"/>
                  </a:lnTo>
                  <a:lnTo>
                    <a:pt x="887399" y="4587612"/>
                  </a:lnTo>
                  <a:lnTo>
                    <a:pt x="887517" y="4587612"/>
                  </a:lnTo>
                  <a:lnTo>
                    <a:pt x="887634" y="4587612"/>
                  </a:lnTo>
                  <a:lnTo>
                    <a:pt x="887752" y="4587612"/>
                  </a:lnTo>
                  <a:lnTo>
                    <a:pt x="887752" y="4587181"/>
                  </a:lnTo>
                  <a:lnTo>
                    <a:pt x="887752" y="4586751"/>
                  </a:lnTo>
                  <a:lnTo>
                    <a:pt x="887870" y="4586751"/>
                  </a:lnTo>
                  <a:lnTo>
                    <a:pt x="887987" y="4586751"/>
                  </a:lnTo>
                  <a:lnTo>
                    <a:pt x="888105" y="4586751"/>
                  </a:lnTo>
                  <a:lnTo>
                    <a:pt x="888222" y="4586751"/>
                  </a:lnTo>
                  <a:lnTo>
                    <a:pt x="888340" y="4586751"/>
                  </a:lnTo>
                  <a:lnTo>
                    <a:pt x="888340" y="4586320"/>
                  </a:lnTo>
                  <a:lnTo>
                    <a:pt x="888458" y="4586320"/>
                  </a:lnTo>
                  <a:lnTo>
                    <a:pt x="888458" y="4585890"/>
                  </a:lnTo>
                  <a:lnTo>
                    <a:pt x="888458" y="4585459"/>
                  </a:lnTo>
                  <a:lnTo>
                    <a:pt x="888575" y="4585459"/>
                  </a:lnTo>
                  <a:lnTo>
                    <a:pt x="888693" y="4585459"/>
                  </a:lnTo>
                  <a:lnTo>
                    <a:pt x="888810" y="4585459"/>
                  </a:lnTo>
                  <a:lnTo>
                    <a:pt x="888810" y="4585028"/>
                  </a:lnTo>
                  <a:lnTo>
                    <a:pt x="888810" y="4584598"/>
                  </a:lnTo>
                  <a:lnTo>
                    <a:pt x="888928" y="4584598"/>
                  </a:lnTo>
                  <a:lnTo>
                    <a:pt x="889046" y="4584598"/>
                  </a:lnTo>
                  <a:lnTo>
                    <a:pt x="889046" y="4584167"/>
                  </a:lnTo>
                  <a:lnTo>
                    <a:pt x="889163" y="4584167"/>
                  </a:lnTo>
                  <a:lnTo>
                    <a:pt x="889281" y="4584167"/>
                  </a:lnTo>
                  <a:lnTo>
                    <a:pt x="889399" y="4584167"/>
                  </a:lnTo>
                  <a:lnTo>
                    <a:pt x="889516" y="4584167"/>
                  </a:lnTo>
                  <a:lnTo>
                    <a:pt x="889634" y="4584167"/>
                  </a:lnTo>
                  <a:lnTo>
                    <a:pt x="889751" y="4584167"/>
                  </a:lnTo>
                  <a:lnTo>
                    <a:pt x="889751" y="4583737"/>
                  </a:lnTo>
                  <a:lnTo>
                    <a:pt x="889869" y="4583737"/>
                  </a:lnTo>
                  <a:lnTo>
                    <a:pt x="889869" y="4583306"/>
                  </a:lnTo>
                  <a:lnTo>
                    <a:pt x="889987" y="4583306"/>
                  </a:lnTo>
                  <a:lnTo>
                    <a:pt x="889987" y="4582875"/>
                  </a:lnTo>
                  <a:lnTo>
                    <a:pt x="890104" y="4582875"/>
                  </a:lnTo>
                  <a:lnTo>
                    <a:pt x="890222" y="4582875"/>
                  </a:lnTo>
                  <a:lnTo>
                    <a:pt x="890339" y="4582875"/>
                  </a:lnTo>
                  <a:lnTo>
                    <a:pt x="890457" y="4582875"/>
                  </a:lnTo>
                  <a:lnTo>
                    <a:pt x="890575" y="4582875"/>
                  </a:lnTo>
                  <a:lnTo>
                    <a:pt x="890692" y="4582875"/>
                  </a:lnTo>
                  <a:lnTo>
                    <a:pt x="890810" y="4582875"/>
                  </a:lnTo>
                  <a:lnTo>
                    <a:pt x="890928" y="4582875"/>
                  </a:lnTo>
                  <a:lnTo>
                    <a:pt x="891045" y="4582875"/>
                  </a:lnTo>
                  <a:lnTo>
                    <a:pt x="891163" y="4582875"/>
                  </a:lnTo>
                  <a:lnTo>
                    <a:pt x="891280" y="4582875"/>
                  </a:lnTo>
                  <a:lnTo>
                    <a:pt x="891280" y="4582445"/>
                  </a:lnTo>
                  <a:lnTo>
                    <a:pt x="891398" y="4582445"/>
                  </a:lnTo>
                  <a:lnTo>
                    <a:pt x="891516" y="4582445"/>
                  </a:lnTo>
                  <a:lnTo>
                    <a:pt x="891516" y="4582014"/>
                  </a:lnTo>
                  <a:lnTo>
                    <a:pt x="891516" y="4581584"/>
                  </a:lnTo>
                  <a:lnTo>
                    <a:pt x="891633" y="4581584"/>
                  </a:lnTo>
                  <a:lnTo>
                    <a:pt x="891633" y="4581153"/>
                  </a:lnTo>
                  <a:lnTo>
                    <a:pt x="891751" y="4581153"/>
                  </a:lnTo>
                  <a:lnTo>
                    <a:pt x="891751" y="4580722"/>
                  </a:lnTo>
                  <a:lnTo>
                    <a:pt x="891868" y="4580722"/>
                  </a:lnTo>
                  <a:lnTo>
                    <a:pt x="891868" y="4580292"/>
                  </a:lnTo>
                  <a:lnTo>
                    <a:pt x="891986" y="4580292"/>
                  </a:lnTo>
                  <a:lnTo>
                    <a:pt x="892104" y="4580292"/>
                  </a:lnTo>
                  <a:lnTo>
                    <a:pt x="892221" y="4580292"/>
                  </a:lnTo>
                  <a:lnTo>
                    <a:pt x="892339" y="4580292"/>
                  </a:lnTo>
                  <a:lnTo>
                    <a:pt x="892457" y="4580292"/>
                  </a:lnTo>
                  <a:lnTo>
                    <a:pt x="892457" y="4579861"/>
                  </a:lnTo>
                  <a:lnTo>
                    <a:pt x="892574" y="4579861"/>
                  </a:lnTo>
                  <a:lnTo>
                    <a:pt x="892692" y="4579861"/>
                  </a:lnTo>
                  <a:lnTo>
                    <a:pt x="892809" y="4579861"/>
                  </a:lnTo>
                  <a:lnTo>
                    <a:pt x="892809" y="4579431"/>
                  </a:lnTo>
                  <a:lnTo>
                    <a:pt x="892927" y="4579431"/>
                  </a:lnTo>
                  <a:lnTo>
                    <a:pt x="893045" y="4579431"/>
                  </a:lnTo>
                  <a:lnTo>
                    <a:pt x="893162" y="4579431"/>
                  </a:lnTo>
                  <a:lnTo>
                    <a:pt x="893280" y="4579431"/>
                  </a:lnTo>
                  <a:lnTo>
                    <a:pt x="893280" y="4579000"/>
                  </a:lnTo>
                  <a:lnTo>
                    <a:pt x="893280" y="4578569"/>
                  </a:lnTo>
                  <a:lnTo>
                    <a:pt x="893397" y="4578569"/>
                  </a:lnTo>
                  <a:lnTo>
                    <a:pt x="893515" y="4578569"/>
                  </a:lnTo>
                  <a:lnTo>
                    <a:pt x="893633" y="4578569"/>
                  </a:lnTo>
                  <a:lnTo>
                    <a:pt x="893633" y="4578139"/>
                  </a:lnTo>
                  <a:lnTo>
                    <a:pt x="893750" y="4578139"/>
                  </a:lnTo>
                  <a:lnTo>
                    <a:pt x="893868" y="4578139"/>
                  </a:lnTo>
                  <a:lnTo>
                    <a:pt x="893986" y="4578139"/>
                  </a:lnTo>
                  <a:lnTo>
                    <a:pt x="893986" y="4577708"/>
                  </a:lnTo>
                  <a:lnTo>
                    <a:pt x="894103" y="4577708"/>
                  </a:lnTo>
                  <a:lnTo>
                    <a:pt x="894221" y="4577708"/>
                  </a:lnTo>
                  <a:lnTo>
                    <a:pt x="894338" y="4577708"/>
                  </a:lnTo>
                  <a:lnTo>
                    <a:pt x="894456" y="4577708"/>
                  </a:lnTo>
                  <a:lnTo>
                    <a:pt x="894456" y="4577278"/>
                  </a:lnTo>
                  <a:lnTo>
                    <a:pt x="894574" y="4577278"/>
                  </a:lnTo>
                  <a:lnTo>
                    <a:pt x="894691" y="4577278"/>
                  </a:lnTo>
                  <a:lnTo>
                    <a:pt x="894809" y="4577278"/>
                  </a:lnTo>
                  <a:lnTo>
                    <a:pt x="894926" y="4577278"/>
                  </a:lnTo>
                  <a:lnTo>
                    <a:pt x="895044" y="4577278"/>
                  </a:lnTo>
                  <a:lnTo>
                    <a:pt x="895162" y="4577278"/>
                  </a:lnTo>
                  <a:lnTo>
                    <a:pt x="895279" y="4577278"/>
                  </a:lnTo>
                  <a:lnTo>
                    <a:pt x="895279" y="4576847"/>
                  </a:lnTo>
                  <a:lnTo>
                    <a:pt x="895397" y="4576847"/>
                  </a:lnTo>
                  <a:lnTo>
                    <a:pt x="895515" y="4576847"/>
                  </a:lnTo>
                  <a:lnTo>
                    <a:pt x="895632" y="4576847"/>
                  </a:lnTo>
                  <a:lnTo>
                    <a:pt x="895750" y="4576847"/>
                  </a:lnTo>
                  <a:lnTo>
                    <a:pt x="895867" y="4576847"/>
                  </a:lnTo>
                  <a:lnTo>
                    <a:pt x="895985" y="4576847"/>
                  </a:lnTo>
                  <a:lnTo>
                    <a:pt x="895985" y="4576416"/>
                  </a:lnTo>
                  <a:lnTo>
                    <a:pt x="895985" y="4575986"/>
                  </a:lnTo>
                  <a:lnTo>
                    <a:pt x="895985" y="4575555"/>
                  </a:lnTo>
                  <a:lnTo>
                    <a:pt x="895985" y="4575125"/>
                  </a:lnTo>
                  <a:lnTo>
                    <a:pt x="895985" y="4574694"/>
                  </a:lnTo>
                  <a:lnTo>
                    <a:pt x="896103" y="4574694"/>
                  </a:lnTo>
                  <a:lnTo>
                    <a:pt x="896220" y="4574694"/>
                  </a:lnTo>
                  <a:lnTo>
                    <a:pt x="896338" y="4574694"/>
                  </a:lnTo>
                  <a:lnTo>
                    <a:pt x="896455" y="4574694"/>
                  </a:lnTo>
                  <a:lnTo>
                    <a:pt x="896573" y="4574694"/>
                  </a:lnTo>
                  <a:lnTo>
                    <a:pt x="896573" y="4574263"/>
                  </a:lnTo>
                  <a:lnTo>
                    <a:pt x="896691" y="4574263"/>
                  </a:lnTo>
                  <a:lnTo>
                    <a:pt x="896691" y="4573833"/>
                  </a:lnTo>
                  <a:lnTo>
                    <a:pt x="896808" y="4573833"/>
                  </a:lnTo>
                  <a:lnTo>
                    <a:pt x="896926" y="4573833"/>
                  </a:lnTo>
                  <a:lnTo>
                    <a:pt x="897043" y="4573833"/>
                  </a:lnTo>
                  <a:lnTo>
                    <a:pt x="897043" y="4573402"/>
                  </a:lnTo>
                  <a:lnTo>
                    <a:pt x="897043" y="4572972"/>
                  </a:lnTo>
                  <a:lnTo>
                    <a:pt x="897161" y="4572972"/>
                  </a:lnTo>
                  <a:lnTo>
                    <a:pt x="897279" y="4572972"/>
                  </a:lnTo>
                  <a:lnTo>
                    <a:pt x="897279" y="4572541"/>
                  </a:lnTo>
                  <a:lnTo>
                    <a:pt x="897279" y="4572110"/>
                  </a:lnTo>
                  <a:lnTo>
                    <a:pt x="897396" y="4572110"/>
                  </a:lnTo>
                  <a:lnTo>
                    <a:pt x="897514" y="4572110"/>
                  </a:lnTo>
                  <a:lnTo>
                    <a:pt x="897514" y="4571680"/>
                  </a:lnTo>
                  <a:lnTo>
                    <a:pt x="897632" y="4571680"/>
                  </a:lnTo>
                  <a:lnTo>
                    <a:pt x="897632" y="4571249"/>
                  </a:lnTo>
                  <a:lnTo>
                    <a:pt x="897632" y="4570819"/>
                  </a:lnTo>
                  <a:lnTo>
                    <a:pt x="897632" y="4570388"/>
                  </a:lnTo>
                  <a:lnTo>
                    <a:pt x="897632" y="4569957"/>
                  </a:lnTo>
                  <a:lnTo>
                    <a:pt x="897749" y="4569957"/>
                  </a:lnTo>
                  <a:lnTo>
                    <a:pt x="897867" y="4569957"/>
                  </a:lnTo>
                  <a:lnTo>
                    <a:pt x="897867" y="4569527"/>
                  </a:lnTo>
                  <a:lnTo>
                    <a:pt x="897984" y="4569527"/>
                  </a:lnTo>
                  <a:lnTo>
                    <a:pt x="898102" y="4569527"/>
                  </a:lnTo>
                  <a:lnTo>
                    <a:pt x="898220" y="4569527"/>
                  </a:lnTo>
                  <a:lnTo>
                    <a:pt x="898220" y="4569096"/>
                  </a:lnTo>
                  <a:lnTo>
                    <a:pt x="898337" y="4569096"/>
                  </a:lnTo>
                  <a:lnTo>
                    <a:pt x="898455" y="4569096"/>
                  </a:lnTo>
                  <a:lnTo>
                    <a:pt x="898572" y="4569096"/>
                  </a:lnTo>
                  <a:lnTo>
                    <a:pt x="898690" y="4569096"/>
                  </a:lnTo>
                  <a:lnTo>
                    <a:pt x="898808" y="4569096"/>
                  </a:lnTo>
                  <a:lnTo>
                    <a:pt x="898925" y="4569096"/>
                  </a:lnTo>
                  <a:lnTo>
                    <a:pt x="899043" y="4569096"/>
                  </a:lnTo>
                  <a:lnTo>
                    <a:pt x="899043" y="4568666"/>
                  </a:lnTo>
                  <a:lnTo>
                    <a:pt x="899161" y="4568666"/>
                  </a:lnTo>
                  <a:lnTo>
                    <a:pt x="899278" y="4568666"/>
                  </a:lnTo>
                  <a:lnTo>
                    <a:pt x="899278" y="4568235"/>
                  </a:lnTo>
                  <a:lnTo>
                    <a:pt x="899396" y="4568235"/>
                  </a:lnTo>
                  <a:lnTo>
                    <a:pt x="899396" y="4567804"/>
                  </a:lnTo>
                  <a:lnTo>
                    <a:pt x="899513" y="4567804"/>
                  </a:lnTo>
                  <a:lnTo>
                    <a:pt x="899631" y="4567804"/>
                  </a:lnTo>
                  <a:lnTo>
                    <a:pt x="899749" y="4567804"/>
                  </a:lnTo>
                  <a:lnTo>
                    <a:pt x="899866" y="4567804"/>
                  </a:lnTo>
                  <a:lnTo>
                    <a:pt x="899866" y="4567374"/>
                  </a:lnTo>
                  <a:lnTo>
                    <a:pt x="899984" y="4567374"/>
                  </a:lnTo>
                  <a:lnTo>
                    <a:pt x="899984" y="4566943"/>
                  </a:lnTo>
                  <a:lnTo>
                    <a:pt x="900101" y="4566943"/>
                  </a:lnTo>
                  <a:lnTo>
                    <a:pt x="900101" y="4566513"/>
                  </a:lnTo>
                  <a:lnTo>
                    <a:pt x="900101" y="4566082"/>
                  </a:lnTo>
                  <a:lnTo>
                    <a:pt x="900219" y="4566082"/>
                  </a:lnTo>
                  <a:lnTo>
                    <a:pt x="900337" y="4566082"/>
                  </a:lnTo>
                  <a:lnTo>
                    <a:pt x="900454" y="4566082"/>
                  </a:lnTo>
                  <a:lnTo>
                    <a:pt x="900454" y="4565651"/>
                  </a:lnTo>
                  <a:lnTo>
                    <a:pt x="900454" y="4565221"/>
                  </a:lnTo>
                  <a:lnTo>
                    <a:pt x="900454" y="4564790"/>
                  </a:lnTo>
                  <a:lnTo>
                    <a:pt x="900454" y="4564360"/>
                  </a:lnTo>
                  <a:lnTo>
                    <a:pt x="900454" y="4563929"/>
                  </a:lnTo>
                  <a:lnTo>
                    <a:pt x="900572" y="4563929"/>
                  </a:lnTo>
                  <a:lnTo>
                    <a:pt x="900690" y="4563929"/>
                  </a:lnTo>
                  <a:lnTo>
                    <a:pt x="900690" y="4563498"/>
                  </a:lnTo>
                  <a:lnTo>
                    <a:pt x="900807" y="4563498"/>
                  </a:lnTo>
                  <a:lnTo>
                    <a:pt x="900925" y="4563498"/>
                  </a:lnTo>
                  <a:lnTo>
                    <a:pt x="901042" y="4563498"/>
                  </a:lnTo>
                  <a:lnTo>
                    <a:pt x="901160" y="4563498"/>
                  </a:lnTo>
                  <a:lnTo>
                    <a:pt x="901278" y="4563498"/>
                  </a:lnTo>
                  <a:lnTo>
                    <a:pt x="901278" y="4563068"/>
                  </a:lnTo>
                  <a:lnTo>
                    <a:pt x="901395" y="4563068"/>
                  </a:lnTo>
                  <a:lnTo>
                    <a:pt x="901513" y="4563068"/>
                  </a:lnTo>
                  <a:lnTo>
                    <a:pt x="901630" y="4563068"/>
                  </a:lnTo>
                  <a:lnTo>
                    <a:pt x="901630" y="4562637"/>
                  </a:lnTo>
                  <a:lnTo>
                    <a:pt x="901748" y="4562637"/>
                  </a:lnTo>
                  <a:lnTo>
                    <a:pt x="901748" y="4562207"/>
                  </a:lnTo>
                  <a:lnTo>
                    <a:pt x="901866" y="4562207"/>
                  </a:lnTo>
                  <a:lnTo>
                    <a:pt x="901983" y="4562207"/>
                  </a:lnTo>
                  <a:lnTo>
                    <a:pt x="902101" y="4562207"/>
                  </a:lnTo>
                  <a:lnTo>
                    <a:pt x="902101" y="4561776"/>
                  </a:lnTo>
                  <a:lnTo>
                    <a:pt x="902219" y="4561776"/>
                  </a:lnTo>
                  <a:lnTo>
                    <a:pt x="902336" y="4561776"/>
                  </a:lnTo>
                  <a:lnTo>
                    <a:pt x="902336" y="4561345"/>
                  </a:lnTo>
                  <a:lnTo>
                    <a:pt x="902454" y="4561345"/>
                  </a:lnTo>
                  <a:lnTo>
                    <a:pt x="902454" y="4560915"/>
                  </a:lnTo>
                  <a:lnTo>
                    <a:pt x="902571" y="4560915"/>
                  </a:lnTo>
                  <a:lnTo>
                    <a:pt x="902689" y="4560915"/>
                  </a:lnTo>
                  <a:lnTo>
                    <a:pt x="902807" y="4560915"/>
                  </a:lnTo>
                  <a:lnTo>
                    <a:pt x="902807" y="4560484"/>
                  </a:lnTo>
                  <a:lnTo>
                    <a:pt x="902924" y="4560484"/>
                  </a:lnTo>
                  <a:lnTo>
                    <a:pt x="903042" y="4560484"/>
                  </a:lnTo>
                  <a:lnTo>
                    <a:pt x="903159" y="4560484"/>
                  </a:lnTo>
                  <a:lnTo>
                    <a:pt x="903277" y="4560484"/>
                  </a:lnTo>
                  <a:lnTo>
                    <a:pt x="903395" y="4560484"/>
                  </a:lnTo>
                  <a:lnTo>
                    <a:pt x="903512" y="4560484"/>
                  </a:lnTo>
                  <a:lnTo>
                    <a:pt x="903512" y="4560054"/>
                  </a:lnTo>
                  <a:lnTo>
                    <a:pt x="903512" y="4559623"/>
                  </a:lnTo>
                  <a:lnTo>
                    <a:pt x="903630" y="4559623"/>
                  </a:lnTo>
                  <a:lnTo>
                    <a:pt x="903748" y="4559623"/>
                  </a:lnTo>
                  <a:lnTo>
                    <a:pt x="903865" y="4559623"/>
                  </a:lnTo>
                  <a:lnTo>
                    <a:pt x="903983" y="4559623"/>
                  </a:lnTo>
                  <a:lnTo>
                    <a:pt x="903983" y="4559192"/>
                  </a:lnTo>
                  <a:lnTo>
                    <a:pt x="904100" y="4559192"/>
                  </a:lnTo>
                  <a:lnTo>
                    <a:pt x="904218" y="4559192"/>
                  </a:lnTo>
                  <a:lnTo>
                    <a:pt x="904218" y="4558762"/>
                  </a:lnTo>
                  <a:lnTo>
                    <a:pt x="904336" y="4558762"/>
                  </a:lnTo>
                  <a:lnTo>
                    <a:pt x="904336" y="4558331"/>
                  </a:lnTo>
                  <a:lnTo>
                    <a:pt x="904453" y="4558331"/>
                  </a:lnTo>
                  <a:lnTo>
                    <a:pt x="904571" y="4558331"/>
                  </a:lnTo>
                  <a:lnTo>
                    <a:pt x="904688" y="4558331"/>
                  </a:lnTo>
                  <a:lnTo>
                    <a:pt x="904806" y="4558331"/>
                  </a:lnTo>
                  <a:lnTo>
                    <a:pt x="904924" y="4558331"/>
                  </a:lnTo>
                  <a:lnTo>
                    <a:pt x="905041" y="4558331"/>
                  </a:lnTo>
                  <a:lnTo>
                    <a:pt x="905159" y="4558331"/>
                  </a:lnTo>
                  <a:lnTo>
                    <a:pt x="905159" y="4557901"/>
                  </a:lnTo>
                  <a:lnTo>
                    <a:pt x="905276" y="4557901"/>
                  </a:lnTo>
                  <a:lnTo>
                    <a:pt x="905394" y="4557901"/>
                  </a:lnTo>
                  <a:lnTo>
                    <a:pt x="905394" y="4557470"/>
                  </a:lnTo>
                  <a:lnTo>
                    <a:pt x="905512" y="4557470"/>
                  </a:lnTo>
                  <a:lnTo>
                    <a:pt x="905512" y="4557039"/>
                  </a:lnTo>
                  <a:lnTo>
                    <a:pt x="905629" y="4557039"/>
                  </a:lnTo>
                  <a:lnTo>
                    <a:pt x="905747" y="4557039"/>
                  </a:lnTo>
                  <a:lnTo>
                    <a:pt x="905865" y="4557039"/>
                  </a:lnTo>
                  <a:lnTo>
                    <a:pt x="905982" y="4557039"/>
                  </a:lnTo>
                  <a:lnTo>
                    <a:pt x="905982" y="4556609"/>
                  </a:lnTo>
                  <a:lnTo>
                    <a:pt x="906100" y="4556609"/>
                  </a:lnTo>
                  <a:lnTo>
                    <a:pt x="906217" y="4556609"/>
                  </a:lnTo>
                  <a:lnTo>
                    <a:pt x="906335" y="4556609"/>
                  </a:lnTo>
                  <a:lnTo>
                    <a:pt x="906335" y="4556178"/>
                  </a:lnTo>
                  <a:lnTo>
                    <a:pt x="906453" y="4556178"/>
                  </a:lnTo>
                  <a:lnTo>
                    <a:pt x="906453" y="4555748"/>
                  </a:lnTo>
                  <a:lnTo>
                    <a:pt x="906570" y="4555748"/>
                  </a:lnTo>
                  <a:lnTo>
                    <a:pt x="906570" y="4555317"/>
                  </a:lnTo>
                  <a:lnTo>
                    <a:pt x="906570" y="4554886"/>
                  </a:lnTo>
                  <a:lnTo>
                    <a:pt x="906688" y="4554886"/>
                  </a:lnTo>
                  <a:lnTo>
                    <a:pt x="906805" y="4554886"/>
                  </a:lnTo>
                  <a:lnTo>
                    <a:pt x="906923" y="4554886"/>
                  </a:lnTo>
                  <a:lnTo>
                    <a:pt x="907041" y="4554886"/>
                  </a:lnTo>
                  <a:lnTo>
                    <a:pt x="907041" y="4554456"/>
                  </a:lnTo>
                  <a:lnTo>
                    <a:pt x="907158" y="4554456"/>
                  </a:lnTo>
                  <a:lnTo>
                    <a:pt x="907276" y="4554456"/>
                  </a:lnTo>
                  <a:lnTo>
                    <a:pt x="907394" y="4554456"/>
                  </a:lnTo>
                  <a:lnTo>
                    <a:pt x="907394" y="4554025"/>
                  </a:lnTo>
                  <a:lnTo>
                    <a:pt x="907394" y="4553595"/>
                  </a:lnTo>
                  <a:lnTo>
                    <a:pt x="907394" y="4553164"/>
                  </a:lnTo>
                  <a:lnTo>
                    <a:pt x="907511" y="4553164"/>
                  </a:lnTo>
                  <a:lnTo>
                    <a:pt x="907629" y="4553164"/>
                  </a:lnTo>
                  <a:lnTo>
                    <a:pt x="907746" y="4553164"/>
                  </a:lnTo>
                  <a:lnTo>
                    <a:pt x="907864" y="4553164"/>
                  </a:lnTo>
                  <a:lnTo>
                    <a:pt x="907982" y="4553164"/>
                  </a:lnTo>
                  <a:lnTo>
                    <a:pt x="908099" y="4553164"/>
                  </a:lnTo>
                  <a:lnTo>
                    <a:pt x="908217" y="4553164"/>
                  </a:lnTo>
                  <a:lnTo>
                    <a:pt x="908334" y="4553164"/>
                  </a:lnTo>
                  <a:lnTo>
                    <a:pt x="908452" y="4553164"/>
                  </a:lnTo>
                  <a:lnTo>
                    <a:pt x="908570" y="4553164"/>
                  </a:lnTo>
                  <a:lnTo>
                    <a:pt x="908570" y="4552733"/>
                  </a:lnTo>
                  <a:lnTo>
                    <a:pt x="908570" y="4552303"/>
                  </a:lnTo>
                  <a:lnTo>
                    <a:pt x="908687" y="4552303"/>
                  </a:lnTo>
                  <a:lnTo>
                    <a:pt x="908805" y="4552303"/>
                  </a:lnTo>
                  <a:lnTo>
                    <a:pt x="908923" y="4552303"/>
                  </a:lnTo>
                  <a:lnTo>
                    <a:pt x="909040" y="4552303"/>
                  </a:lnTo>
                  <a:lnTo>
                    <a:pt x="909040" y="4551872"/>
                  </a:lnTo>
                  <a:lnTo>
                    <a:pt x="909040" y="4551442"/>
                  </a:lnTo>
                  <a:lnTo>
                    <a:pt x="909158" y="4551442"/>
                  </a:lnTo>
                  <a:lnTo>
                    <a:pt x="909275" y="4551442"/>
                  </a:lnTo>
                  <a:lnTo>
                    <a:pt x="909393" y="4551442"/>
                  </a:lnTo>
                  <a:lnTo>
                    <a:pt x="909511" y="4551442"/>
                  </a:lnTo>
                  <a:lnTo>
                    <a:pt x="909511" y="4551011"/>
                  </a:lnTo>
                  <a:lnTo>
                    <a:pt x="909628" y="4551011"/>
                  </a:lnTo>
                  <a:lnTo>
                    <a:pt x="909628" y="4550580"/>
                  </a:lnTo>
                  <a:lnTo>
                    <a:pt x="909746" y="4550580"/>
                  </a:lnTo>
                  <a:lnTo>
                    <a:pt x="909746" y="4550150"/>
                  </a:lnTo>
                  <a:lnTo>
                    <a:pt x="909863" y="4550150"/>
                  </a:lnTo>
                  <a:lnTo>
                    <a:pt x="909981" y="4550150"/>
                  </a:lnTo>
                  <a:lnTo>
                    <a:pt x="910099" y="4550150"/>
                  </a:lnTo>
                  <a:lnTo>
                    <a:pt x="910216" y="4550150"/>
                  </a:lnTo>
                  <a:lnTo>
                    <a:pt x="910334" y="4550150"/>
                  </a:lnTo>
                  <a:lnTo>
                    <a:pt x="910452" y="4550150"/>
                  </a:lnTo>
                  <a:lnTo>
                    <a:pt x="910452" y="4549719"/>
                  </a:lnTo>
                  <a:lnTo>
                    <a:pt x="910569" y="4549719"/>
                  </a:lnTo>
                  <a:lnTo>
                    <a:pt x="910569" y="4549289"/>
                  </a:lnTo>
                  <a:lnTo>
                    <a:pt x="910687" y="4549289"/>
                  </a:lnTo>
                  <a:lnTo>
                    <a:pt x="910804" y="4549289"/>
                  </a:lnTo>
                  <a:lnTo>
                    <a:pt x="910922" y="4549289"/>
                  </a:lnTo>
                  <a:lnTo>
                    <a:pt x="911040" y="4549289"/>
                  </a:lnTo>
                  <a:lnTo>
                    <a:pt x="911157" y="4549289"/>
                  </a:lnTo>
                  <a:lnTo>
                    <a:pt x="911275" y="4549289"/>
                  </a:lnTo>
                  <a:lnTo>
                    <a:pt x="911275" y="4548858"/>
                  </a:lnTo>
                  <a:lnTo>
                    <a:pt x="911392" y="4548858"/>
                  </a:lnTo>
                  <a:lnTo>
                    <a:pt x="911510" y="4548858"/>
                  </a:lnTo>
                  <a:lnTo>
                    <a:pt x="911628" y="4548858"/>
                  </a:lnTo>
                  <a:lnTo>
                    <a:pt x="911745" y="4548858"/>
                  </a:lnTo>
                  <a:lnTo>
                    <a:pt x="911745" y="4548427"/>
                  </a:lnTo>
                  <a:lnTo>
                    <a:pt x="911863" y="4548427"/>
                  </a:lnTo>
                  <a:lnTo>
                    <a:pt x="911981" y="4548427"/>
                  </a:lnTo>
                  <a:lnTo>
                    <a:pt x="911981" y="4547997"/>
                  </a:lnTo>
                  <a:lnTo>
                    <a:pt x="912098" y="4547997"/>
                  </a:lnTo>
                  <a:lnTo>
                    <a:pt x="912216" y="4547997"/>
                  </a:lnTo>
                  <a:lnTo>
                    <a:pt x="912216" y="4547566"/>
                  </a:lnTo>
                  <a:lnTo>
                    <a:pt x="912333" y="4547566"/>
                  </a:lnTo>
                  <a:lnTo>
                    <a:pt x="912333" y="4547136"/>
                  </a:lnTo>
                  <a:lnTo>
                    <a:pt x="912451" y="4547136"/>
                  </a:lnTo>
                  <a:lnTo>
                    <a:pt x="912569" y="4547136"/>
                  </a:lnTo>
                  <a:lnTo>
                    <a:pt x="912686" y="4547136"/>
                  </a:lnTo>
                  <a:lnTo>
                    <a:pt x="912686" y="4546705"/>
                  </a:lnTo>
                  <a:lnTo>
                    <a:pt x="912804" y="4546705"/>
                  </a:lnTo>
                  <a:lnTo>
                    <a:pt x="912804" y="4546274"/>
                  </a:lnTo>
                  <a:lnTo>
                    <a:pt x="912921" y="4546274"/>
                  </a:lnTo>
                  <a:lnTo>
                    <a:pt x="912921" y="4545844"/>
                  </a:lnTo>
                  <a:lnTo>
                    <a:pt x="912921" y="4545413"/>
                  </a:lnTo>
                  <a:lnTo>
                    <a:pt x="913039" y="4545413"/>
                  </a:lnTo>
                  <a:lnTo>
                    <a:pt x="913157" y="4545413"/>
                  </a:lnTo>
                  <a:lnTo>
                    <a:pt x="913157" y="4544983"/>
                  </a:lnTo>
                  <a:lnTo>
                    <a:pt x="913274" y="4544983"/>
                  </a:lnTo>
                  <a:lnTo>
                    <a:pt x="913392" y="4544983"/>
                  </a:lnTo>
                  <a:lnTo>
                    <a:pt x="913509" y="4544983"/>
                  </a:lnTo>
                  <a:lnTo>
                    <a:pt x="913509" y="4544552"/>
                  </a:lnTo>
                  <a:lnTo>
                    <a:pt x="913627" y="4544552"/>
                  </a:lnTo>
                  <a:lnTo>
                    <a:pt x="913745" y="4544552"/>
                  </a:lnTo>
                  <a:lnTo>
                    <a:pt x="913745" y="4544121"/>
                  </a:lnTo>
                  <a:lnTo>
                    <a:pt x="913745" y="4543691"/>
                  </a:lnTo>
                  <a:lnTo>
                    <a:pt x="913862" y="4543691"/>
                  </a:lnTo>
                  <a:lnTo>
                    <a:pt x="913980" y="4543691"/>
                  </a:lnTo>
                  <a:lnTo>
                    <a:pt x="914098" y="4543691"/>
                  </a:lnTo>
                  <a:lnTo>
                    <a:pt x="914098" y="4543260"/>
                  </a:lnTo>
                  <a:lnTo>
                    <a:pt x="914215" y="4543260"/>
                  </a:lnTo>
                  <a:lnTo>
                    <a:pt x="914215" y="4542830"/>
                  </a:lnTo>
                  <a:lnTo>
                    <a:pt x="914215" y="4542399"/>
                  </a:lnTo>
                  <a:lnTo>
                    <a:pt x="914215" y="4541968"/>
                  </a:lnTo>
                  <a:lnTo>
                    <a:pt x="914333" y="4541968"/>
                  </a:lnTo>
                  <a:lnTo>
                    <a:pt x="914450" y="4541968"/>
                  </a:lnTo>
                  <a:lnTo>
                    <a:pt x="914568" y="4541968"/>
                  </a:lnTo>
                  <a:lnTo>
                    <a:pt x="914686" y="4541968"/>
                  </a:lnTo>
                  <a:lnTo>
                    <a:pt x="914803" y="4541968"/>
                  </a:lnTo>
                  <a:lnTo>
                    <a:pt x="914921" y="4541968"/>
                  </a:lnTo>
                  <a:lnTo>
                    <a:pt x="915038" y="4541968"/>
                  </a:lnTo>
                  <a:lnTo>
                    <a:pt x="915156" y="4541968"/>
                  </a:lnTo>
                  <a:lnTo>
                    <a:pt x="915274" y="4541968"/>
                  </a:lnTo>
                  <a:lnTo>
                    <a:pt x="915274" y="4541538"/>
                  </a:lnTo>
                  <a:lnTo>
                    <a:pt x="915391" y="4541538"/>
                  </a:lnTo>
                  <a:lnTo>
                    <a:pt x="915391" y="4541107"/>
                  </a:lnTo>
                  <a:lnTo>
                    <a:pt x="915509" y="4541107"/>
                  </a:lnTo>
                  <a:lnTo>
                    <a:pt x="915627" y="4541107"/>
                  </a:lnTo>
                  <a:lnTo>
                    <a:pt x="915744" y="4541107"/>
                  </a:lnTo>
                  <a:lnTo>
                    <a:pt x="915862" y="4541107"/>
                  </a:lnTo>
                  <a:lnTo>
                    <a:pt x="915979" y="4541107"/>
                  </a:lnTo>
                  <a:lnTo>
                    <a:pt x="916097" y="4541107"/>
                  </a:lnTo>
                  <a:lnTo>
                    <a:pt x="916097" y="4540677"/>
                  </a:lnTo>
                  <a:lnTo>
                    <a:pt x="916215" y="4540677"/>
                  </a:lnTo>
                  <a:lnTo>
                    <a:pt x="916332" y="4540677"/>
                  </a:lnTo>
                  <a:lnTo>
                    <a:pt x="916450" y="4540677"/>
                  </a:lnTo>
                  <a:lnTo>
                    <a:pt x="916450" y="4540246"/>
                  </a:lnTo>
                  <a:lnTo>
                    <a:pt x="916567" y="4540246"/>
                  </a:lnTo>
                  <a:lnTo>
                    <a:pt x="916685" y="4540246"/>
                  </a:lnTo>
                  <a:lnTo>
                    <a:pt x="916803" y="4540246"/>
                  </a:lnTo>
                  <a:lnTo>
                    <a:pt x="916803" y="4539815"/>
                  </a:lnTo>
                  <a:lnTo>
                    <a:pt x="916920" y="4539815"/>
                  </a:lnTo>
                  <a:lnTo>
                    <a:pt x="917038" y="4539815"/>
                  </a:lnTo>
                  <a:lnTo>
                    <a:pt x="917156" y="4539815"/>
                  </a:lnTo>
                  <a:lnTo>
                    <a:pt x="917273" y="4539815"/>
                  </a:lnTo>
                  <a:lnTo>
                    <a:pt x="917391" y="4539815"/>
                  </a:lnTo>
                  <a:lnTo>
                    <a:pt x="917508" y="4539815"/>
                  </a:lnTo>
                  <a:lnTo>
                    <a:pt x="917626" y="4539815"/>
                  </a:lnTo>
                  <a:lnTo>
                    <a:pt x="917626" y="4539385"/>
                  </a:lnTo>
                  <a:lnTo>
                    <a:pt x="917626" y="4538954"/>
                  </a:lnTo>
                  <a:lnTo>
                    <a:pt x="917744" y="4538954"/>
                  </a:lnTo>
                  <a:lnTo>
                    <a:pt x="917861" y="4538954"/>
                  </a:lnTo>
                  <a:lnTo>
                    <a:pt x="917979" y="4538954"/>
                  </a:lnTo>
                  <a:lnTo>
                    <a:pt x="918096" y="4538954"/>
                  </a:lnTo>
                  <a:lnTo>
                    <a:pt x="918096" y="4538524"/>
                  </a:lnTo>
                  <a:lnTo>
                    <a:pt x="918214" y="4538524"/>
                  </a:lnTo>
                  <a:lnTo>
                    <a:pt x="918332" y="4538524"/>
                  </a:lnTo>
                  <a:lnTo>
                    <a:pt x="918332" y="4538093"/>
                  </a:lnTo>
                  <a:lnTo>
                    <a:pt x="918332" y="4537662"/>
                  </a:lnTo>
                  <a:lnTo>
                    <a:pt x="918449" y="4537662"/>
                  </a:lnTo>
                  <a:lnTo>
                    <a:pt x="918567" y="4537662"/>
                  </a:lnTo>
                  <a:lnTo>
                    <a:pt x="918567" y="4537232"/>
                  </a:lnTo>
                  <a:lnTo>
                    <a:pt x="918685" y="4537232"/>
                  </a:lnTo>
                  <a:lnTo>
                    <a:pt x="918685" y="4536801"/>
                  </a:lnTo>
                  <a:lnTo>
                    <a:pt x="918685" y="4536371"/>
                  </a:lnTo>
                  <a:lnTo>
                    <a:pt x="918685" y="4535940"/>
                  </a:lnTo>
                  <a:lnTo>
                    <a:pt x="918802" y="4535940"/>
                  </a:lnTo>
                  <a:lnTo>
                    <a:pt x="918920" y="4535940"/>
                  </a:lnTo>
                  <a:lnTo>
                    <a:pt x="919037" y="4535940"/>
                  </a:lnTo>
                  <a:lnTo>
                    <a:pt x="919155" y="4535940"/>
                  </a:lnTo>
                  <a:lnTo>
                    <a:pt x="919155" y="4535509"/>
                  </a:lnTo>
                  <a:lnTo>
                    <a:pt x="919155" y="4535079"/>
                  </a:lnTo>
                  <a:lnTo>
                    <a:pt x="919155" y="4534648"/>
                  </a:lnTo>
                  <a:lnTo>
                    <a:pt x="919155" y="4534218"/>
                  </a:lnTo>
                  <a:lnTo>
                    <a:pt x="919155" y="4533787"/>
                  </a:lnTo>
                  <a:lnTo>
                    <a:pt x="919273" y="4533787"/>
                  </a:lnTo>
                  <a:lnTo>
                    <a:pt x="919273" y="4533356"/>
                  </a:lnTo>
                  <a:lnTo>
                    <a:pt x="919273" y="4532926"/>
                  </a:lnTo>
                  <a:lnTo>
                    <a:pt x="919390" y="4532926"/>
                  </a:lnTo>
                  <a:lnTo>
                    <a:pt x="919390" y="4532495"/>
                  </a:lnTo>
                  <a:lnTo>
                    <a:pt x="919508" y="4532495"/>
                  </a:lnTo>
                  <a:lnTo>
                    <a:pt x="919625" y="4532495"/>
                  </a:lnTo>
                  <a:lnTo>
                    <a:pt x="919743" y="4532495"/>
                  </a:lnTo>
                  <a:lnTo>
                    <a:pt x="919861" y="4532495"/>
                  </a:lnTo>
                  <a:lnTo>
                    <a:pt x="919861" y="4532065"/>
                  </a:lnTo>
                  <a:lnTo>
                    <a:pt x="919978" y="4532065"/>
                  </a:lnTo>
                  <a:lnTo>
                    <a:pt x="920096" y="4532065"/>
                  </a:lnTo>
                  <a:lnTo>
                    <a:pt x="920214" y="4532065"/>
                  </a:lnTo>
                  <a:lnTo>
                    <a:pt x="920214" y="4531634"/>
                  </a:lnTo>
                  <a:lnTo>
                    <a:pt x="920331" y="4531634"/>
                  </a:lnTo>
                  <a:lnTo>
                    <a:pt x="920449" y="4531634"/>
                  </a:lnTo>
                  <a:lnTo>
                    <a:pt x="920566" y="4531634"/>
                  </a:lnTo>
                  <a:lnTo>
                    <a:pt x="920684" y="4531634"/>
                  </a:lnTo>
                  <a:lnTo>
                    <a:pt x="920802" y="4531634"/>
                  </a:lnTo>
                  <a:lnTo>
                    <a:pt x="920802" y="4531203"/>
                  </a:lnTo>
                  <a:lnTo>
                    <a:pt x="920802" y="4530773"/>
                  </a:lnTo>
                  <a:lnTo>
                    <a:pt x="920919" y="4530773"/>
                  </a:lnTo>
                  <a:lnTo>
                    <a:pt x="921037" y="4530773"/>
                  </a:lnTo>
                  <a:lnTo>
                    <a:pt x="921037" y="4530342"/>
                  </a:lnTo>
                  <a:lnTo>
                    <a:pt x="921154" y="4530342"/>
                  </a:lnTo>
                  <a:lnTo>
                    <a:pt x="921272" y="4530342"/>
                  </a:lnTo>
                  <a:lnTo>
                    <a:pt x="921272" y="4529912"/>
                  </a:lnTo>
                  <a:lnTo>
                    <a:pt x="921272" y="4529481"/>
                  </a:lnTo>
                  <a:lnTo>
                    <a:pt x="921272" y="4529050"/>
                  </a:lnTo>
                  <a:lnTo>
                    <a:pt x="921272" y="4528620"/>
                  </a:lnTo>
                  <a:lnTo>
                    <a:pt x="921390" y="4528620"/>
                  </a:lnTo>
                  <a:lnTo>
                    <a:pt x="921507" y="4528620"/>
                  </a:lnTo>
                  <a:lnTo>
                    <a:pt x="921625" y="4528620"/>
                  </a:lnTo>
                  <a:lnTo>
                    <a:pt x="921742" y="4528620"/>
                  </a:lnTo>
                  <a:lnTo>
                    <a:pt x="921860" y="4528620"/>
                  </a:lnTo>
                  <a:lnTo>
                    <a:pt x="921860" y="4528189"/>
                  </a:lnTo>
                  <a:lnTo>
                    <a:pt x="921978" y="4528189"/>
                  </a:lnTo>
                  <a:lnTo>
                    <a:pt x="922095" y="4528189"/>
                  </a:lnTo>
                  <a:lnTo>
                    <a:pt x="922095" y="4527759"/>
                  </a:lnTo>
                  <a:lnTo>
                    <a:pt x="922213" y="4527759"/>
                  </a:lnTo>
                  <a:lnTo>
                    <a:pt x="922213" y="4527328"/>
                  </a:lnTo>
                  <a:lnTo>
                    <a:pt x="922331" y="4527328"/>
                  </a:lnTo>
                  <a:lnTo>
                    <a:pt x="922331" y="4526897"/>
                  </a:lnTo>
                  <a:lnTo>
                    <a:pt x="922448" y="4526897"/>
                  </a:lnTo>
                  <a:lnTo>
                    <a:pt x="922566" y="4526897"/>
                  </a:lnTo>
                  <a:lnTo>
                    <a:pt x="922566" y="4526467"/>
                  </a:lnTo>
                  <a:lnTo>
                    <a:pt x="922683" y="4526467"/>
                  </a:lnTo>
                  <a:lnTo>
                    <a:pt x="922801" y="4526467"/>
                  </a:lnTo>
                  <a:lnTo>
                    <a:pt x="922919" y="4526467"/>
                  </a:lnTo>
                  <a:lnTo>
                    <a:pt x="923036" y="4526467"/>
                  </a:lnTo>
                  <a:lnTo>
                    <a:pt x="923154" y="4526467"/>
                  </a:lnTo>
                  <a:lnTo>
                    <a:pt x="923271" y="4526467"/>
                  </a:lnTo>
                  <a:lnTo>
                    <a:pt x="923389" y="4526467"/>
                  </a:lnTo>
                  <a:lnTo>
                    <a:pt x="923389" y="4526036"/>
                  </a:lnTo>
                  <a:lnTo>
                    <a:pt x="923507" y="4526036"/>
                  </a:lnTo>
                  <a:lnTo>
                    <a:pt x="923624" y="4526036"/>
                  </a:lnTo>
                  <a:lnTo>
                    <a:pt x="923742" y="4526036"/>
                  </a:lnTo>
                  <a:lnTo>
                    <a:pt x="923742" y="4525606"/>
                  </a:lnTo>
                  <a:lnTo>
                    <a:pt x="923742" y="4525175"/>
                  </a:lnTo>
                  <a:lnTo>
                    <a:pt x="923860" y="4525175"/>
                  </a:lnTo>
                  <a:lnTo>
                    <a:pt x="923860" y="4524744"/>
                  </a:lnTo>
                  <a:lnTo>
                    <a:pt x="923977" y="4524744"/>
                  </a:lnTo>
                  <a:lnTo>
                    <a:pt x="924095" y="4524744"/>
                  </a:lnTo>
                  <a:lnTo>
                    <a:pt x="924212" y="4524744"/>
                  </a:lnTo>
                  <a:lnTo>
                    <a:pt x="924212" y="4524314"/>
                  </a:lnTo>
                  <a:lnTo>
                    <a:pt x="924330" y="4524314"/>
                  </a:lnTo>
                  <a:lnTo>
                    <a:pt x="924448" y="4524314"/>
                  </a:lnTo>
                  <a:lnTo>
                    <a:pt x="924565" y="4524314"/>
                  </a:lnTo>
                  <a:lnTo>
                    <a:pt x="924683" y="4524314"/>
                  </a:lnTo>
                  <a:lnTo>
                    <a:pt x="924800" y="4524314"/>
                  </a:lnTo>
                  <a:lnTo>
                    <a:pt x="924918" y="4524314"/>
                  </a:lnTo>
                  <a:lnTo>
                    <a:pt x="925036" y="4524314"/>
                  </a:lnTo>
                  <a:lnTo>
                    <a:pt x="925153" y="4524314"/>
                  </a:lnTo>
                  <a:lnTo>
                    <a:pt x="925271" y="4524314"/>
                  </a:lnTo>
                  <a:lnTo>
                    <a:pt x="925389" y="4524314"/>
                  </a:lnTo>
                  <a:lnTo>
                    <a:pt x="925389" y="4523883"/>
                  </a:lnTo>
                  <a:lnTo>
                    <a:pt x="925506" y="4523883"/>
                  </a:lnTo>
                  <a:lnTo>
                    <a:pt x="925506" y="4523453"/>
                  </a:lnTo>
                  <a:lnTo>
                    <a:pt x="925624" y="4523453"/>
                  </a:lnTo>
                  <a:lnTo>
                    <a:pt x="925741" y="4523453"/>
                  </a:lnTo>
                  <a:lnTo>
                    <a:pt x="925859" y="4523453"/>
                  </a:lnTo>
                  <a:lnTo>
                    <a:pt x="925977" y="4523453"/>
                  </a:lnTo>
                  <a:lnTo>
                    <a:pt x="926094" y="4523453"/>
                  </a:lnTo>
                  <a:lnTo>
                    <a:pt x="926212" y="4523453"/>
                  </a:lnTo>
                  <a:lnTo>
                    <a:pt x="926329" y="4523453"/>
                  </a:lnTo>
                  <a:lnTo>
                    <a:pt x="926329" y="4523022"/>
                  </a:lnTo>
                  <a:lnTo>
                    <a:pt x="926447" y="4523022"/>
                  </a:lnTo>
                  <a:lnTo>
                    <a:pt x="926565" y="4523022"/>
                  </a:lnTo>
                  <a:lnTo>
                    <a:pt x="926682" y="4523022"/>
                  </a:lnTo>
                  <a:lnTo>
                    <a:pt x="926682" y="4522591"/>
                  </a:lnTo>
                  <a:lnTo>
                    <a:pt x="926800" y="4522591"/>
                  </a:lnTo>
                  <a:lnTo>
                    <a:pt x="926800" y="4522161"/>
                  </a:lnTo>
                  <a:lnTo>
                    <a:pt x="926918" y="4522161"/>
                  </a:lnTo>
                  <a:lnTo>
                    <a:pt x="926918" y="4521730"/>
                  </a:lnTo>
                  <a:lnTo>
                    <a:pt x="926918" y="4521300"/>
                  </a:lnTo>
                  <a:lnTo>
                    <a:pt x="927035" y="4521300"/>
                  </a:lnTo>
                  <a:lnTo>
                    <a:pt x="927153" y="4521300"/>
                  </a:lnTo>
                  <a:lnTo>
                    <a:pt x="927153" y="4520869"/>
                  </a:lnTo>
                  <a:lnTo>
                    <a:pt x="927270" y="4520869"/>
                  </a:lnTo>
                  <a:lnTo>
                    <a:pt x="927388" y="4520869"/>
                  </a:lnTo>
                  <a:lnTo>
                    <a:pt x="927506" y="4520869"/>
                  </a:lnTo>
                  <a:lnTo>
                    <a:pt x="927623" y="4520869"/>
                  </a:lnTo>
                  <a:lnTo>
                    <a:pt x="927741" y="4520869"/>
                  </a:lnTo>
                  <a:lnTo>
                    <a:pt x="927741" y="4520438"/>
                  </a:lnTo>
                  <a:lnTo>
                    <a:pt x="927858" y="4520438"/>
                  </a:lnTo>
                  <a:lnTo>
                    <a:pt x="927976" y="4520438"/>
                  </a:lnTo>
                  <a:lnTo>
                    <a:pt x="928094" y="4520438"/>
                  </a:lnTo>
                  <a:lnTo>
                    <a:pt x="928211" y="4520438"/>
                  </a:lnTo>
                  <a:lnTo>
                    <a:pt x="928329" y="4520438"/>
                  </a:lnTo>
                  <a:lnTo>
                    <a:pt x="928329" y="4520008"/>
                  </a:lnTo>
                  <a:lnTo>
                    <a:pt x="928447" y="4520008"/>
                  </a:lnTo>
                  <a:lnTo>
                    <a:pt x="928447" y="4519577"/>
                  </a:lnTo>
                  <a:lnTo>
                    <a:pt x="928564" y="4519577"/>
                  </a:lnTo>
                  <a:lnTo>
                    <a:pt x="928564" y="4519147"/>
                  </a:lnTo>
                  <a:lnTo>
                    <a:pt x="928682" y="4519147"/>
                  </a:lnTo>
                  <a:lnTo>
                    <a:pt x="928799" y="4519147"/>
                  </a:lnTo>
                  <a:lnTo>
                    <a:pt x="928917" y="4519147"/>
                  </a:lnTo>
                  <a:lnTo>
                    <a:pt x="929035" y="4519147"/>
                  </a:lnTo>
                  <a:lnTo>
                    <a:pt x="929035" y="4518716"/>
                  </a:lnTo>
                  <a:lnTo>
                    <a:pt x="929152" y="4518716"/>
                  </a:lnTo>
                  <a:lnTo>
                    <a:pt x="929270" y="4518716"/>
                  </a:lnTo>
                  <a:lnTo>
                    <a:pt x="929387" y="4518716"/>
                  </a:lnTo>
                  <a:lnTo>
                    <a:pt x="929505" y="4518716"/>
                  </a:lnTo>
                  <a:lnTo>
                    <a:pt x="929505" y="4518285"/>
                  </a:lnTo>
                  <a:lnTo>
                    <a:pt x="929505" y="4517855"/>
                  </a:lnTo>
                  <a:lnTo>
                    <a:pt x="929623" y="4517855"/>
                  </a:lnTo>
                  <a:lnTo>
                    <a:pt x="929740" y="4517855"/>
                  </a:lnTo>
                  <a:lnTo>
                    <a:pt x="929858" y="4517855"/>
                  </a:lnTo>
                  <a:lnTo>
                    <a:pt x="929858" y="4517424"/>
                  </a:lnTo>
                  <a:lnTo>
                    <a:pt x="929975" y="4517424"/>
                  </a:lnTo>
                  <a:lnTo>
                    <a:pt x="930093" y="4517424"/>
                  </a:lnTo>
                  <a:lnTo>
                    <a:pt x="930093" y="4516994"/>
                  </a:lnTo>
                  <a:lnTo>
                    <a:pt x="930211" y="4516994"/>
                  </a:lnTo>
                  <a:lnTo>
                    <a:pt x="930211" y="4516563"/>
                  </a:lnTo>
                  <a:lnTo>
                    <a:pt x="930328" y="4516563"/>
                  </a:lnTo>
                  <a:lnTo>
                    <a:pt x="930328" y="4516132"/>
                  </a:lnTo>
                  <a:lnTo>
                    <a:pt x="930446" y="4516132"/>
                  </a:lnTo>
                  <a:lnTo>
                    <a:pt x="930564" y="4516132"/>
                  </a:lnTo>
                  <a:lnTo>
                    <a:pt x="930681" y="4516132"/>
                  </a:lnTo>
                  <a:lnTo>
                    <a:pt x="930681" y="4515702"/>
                  </a:lnTo>
                  <a:lnTo>
                    <a:pt x="930681" y="4515271"/>
                  </a:lnTo>
                  <a:lnTo>
                    <a:pt x="930681" y="4514841"/>
                  </a:lnTo>
                  <a:lnTo>
                    <a:pt x="930799" y="4514841"/>
                  </a:lnTo>
                  <a:lnTo>
                    <a:pt x="930916" y="4514841"/>
                  </a:lnTo>
                  <a:lnTo>
                    <a:pt x="931034" y="4514841"/>
                  </a:lnTo>
                  <a:lnTo>
                    <a:pt x="931152" y="4514841"/>
                  </a:lnTo>
                  <a:lnTo>
                    <a:pt x="931269" y="4514841"/>
                  </a:lnTo>
                  <a:lnTo>
                    <a:pt x="931387" y="4514841"/>
                  </a:lnTo>
                  <a:lnTo>
                    <a:pt x="931387" y="4514410"/>
                  </a:lnTo>
                  <a:lnTo>
                    <a:pt x="931504" y="4514410"/>
                  </a:lnTo>
                  <a:lnTo>
                    <a:pt x="931622" y="4514410"/>
                  </a:lnTo>
                  <a:lnTo>
                    <a:pt x="931622" y="4513979"/>
                  </a:lnTo>
                  <a:lnTo>
                    <a:pt x="931622" y="4513549"/>
                  </a:lnTo>
                  <a:lnTo>
                    <a:pt x="931622" y="4513118"/>
                  </a:lnTo>
                  <a:lnTo>
                    <a:pt x="931622" y="4512688"/>
                  </a:lnTo>
                  <a:lnTo>
                    <a:pt x="931622" y="4512257"/>
                  </a:lnTo>
                  <a:lnTo>
                    <a:pt x="931740" y="4512257"/>
                  </a:lnTo>
                  <a:lnTo>
                    <a:pt x="931740" y="4511826"/>
                  </a:lnTo>
                  <a:lnTo>
                    <a:pt x="931857" y="4511826"/>
                  </a:lnTo>
                  <a:lnTo>
                    <a:pt x="931975" y="4511826"/>
                  </a:lnTo>
                  <a:lnTo>
                    <a:pt x="931975" y="4511396"/>
                  </a:lnTo>
                  <a:lnTo>
                    <a:pt x="931975" y="4510965"/>
                  </a:lnTo>
                  <a:lnTo>
                    <a:pt x="932093" y="4510965"/>
                  </a:lnTo>
                  <a:lnTo>
                    <a:pt x="932210" y="4510965"/>
                  </a:lnTo>
                  <a:lnTo>
                    <a:pt x="932328" y="4510965"/>
                  </a:lnTo>
                  <a:lnTo>
                    <a:pt x="932445" y="4510965"/>
                  </a:lnTo>
                  <a:lnTo>
                    <a:pt x="932563" y="4510965"/>
                  </a:lnTo>
                  <a:lnTo>
                    <a:pt x="932681" y="4510965"/>
                  </a:lnTo>
                  <a:lnTo>
                    <a:pt x="932798" y="4510965"/>
                  </a:lnTo>
                  <a:lnTo>
                    <a:pt x="932916" y="4510965"/>
                  </a:lnTo>
                  <a:lnTo>
                    <a:pt x="932916" y="4510535"/>
                  </a:lnTo>
                  <a:lnTo>
                    <a:pt x="933033" y="4510535"/>
                  </a:lnTo>
                  <a:lnTo>
                    <a:pt x="933151" y="4510535"/>
                  </a:lnTo>
                  <a:lnTo>
                    <a:pt x="933151" y="4510104"/>
                  </a:lnTo>
                  <a:lnTo>
                    <a:pt x="933269" y="4510104"/>
                  </a:lnTo>
                  <a:lnTo>
                    <a:pt x="933386" y="4510104"/>
                  </a:lnTo>
                  <a:lnTo>
                    <a:pt x="933386" y="4509673"/>
                  </a:lnTo>
                  <a:lnTo>
                    <a:pt x="933504" y="4509673"/>
                  </a:lnTo>
                  <a:lnTo>
                    <a:pt x="933622" y="4509673"/>
                  </a:lnTo>
                  <a:lnTo>
                    <a:pt x="933622" y="4509243"/>
                  </a:lnTo>
                  <a:lnTo>
                    <a:pt x="933739" y="4509243"/>
                  </a:lnTo>
                  <a:lnTo>
                    <a:pt x="933857" y="4509243"/>
                  </a:lnTo>
                  <a:lnTo>
                    <a:pt x="933974" y="4509243"/>
                  </a:lnTo>
                  <a:lnTo>
                    <a:pt x="934092" y="4509243"/>
                  </a:lnTo>
                  <a:lnTo>
                    <a:pt x="934092" y="4508812"/>
                  </a:lnTo>
                  <a:lnTo>
                    <a:pt x="934092" y="4508382"/>
                  </a:lnTo>
                  <a:lnTo>
                    <a:pt x="934092" y="4507951"/>
                  </a:lnTo>
                  <a:lnTo>
                    <a:pt x="934210" y="4507951"/>
                  </a:lnTo>
                  <a:lnTo>
                    <a:pt x="934210" y="4507520"/>
                  </a:lnTo>
                  <a:lnTo>
                    <a:pt x="934327" y="4507520"/>
                  </a:lnTo>
                  <a:lnTo>
                    <a:pt x="934327" y="4507090"/>
                  </a:lnTo>
                  <a:lnTo>
                    <a:pt x="934445" y="4507090"/>
                  </a:lnTo>
                  <a:lnTo>
                    <a:pt x="934445" y="4506659"/>
                  </a:lnTo>
                  <a:lnTo>
                    <a:pt x="934562" y="4506659"/>
                  </a:lnTo>
                  <a:lnTo>
                    <a:pt x="934680" y="4506659"/>
                  </a:lnTo>
                  <a:lnTo>
                    <a:pt x="934680" y="4506229"/>
                  </a:lnTo>
                  <a:lnTo>
                    <a:pt x="934798" y="4506229"/>
                  </a:lnTo>
                  <a:lnTo>
                    <a:pt x="934915" y="4506229"/>
                  </a:lnTo>
                  <a:lnTo>
                    <a:pt x="935033" y="4506229"/>
                  </a:lnTo>
                  <a:lnTo>
                    <a:pt x="935033" y="4505798"/>
                  </a:lnTo>
                  <a:lnTo>
                    <a:pt x="935151" y="4505798"/>
                  </a:lnTo>
                  <a:lnTo>
                    <a:pt x="935268" y="4505798"/>
                  </a:lnTo>
                  <a:lnTo>
                    <a:pt x="935386" y="4505798"/>
                  </a:lnTo>
                  <a:lnTo>
                    <a:pt x="935503" y="4505798"/>
                  </a:lnTo>
                  <a:lnTo>
                    <a:pt x="935621" y="4505798"/>
                  </a:lnTo>
                  <a:lnTo>
                    <a:pt x="935739" y="4505798"/>
                  </a:lnTo>
                  <a:lnTo>
                    <a:pt x="935856" y="4505798"/>
                  </a:lnTo>
                  <a:lnTo>
                    <a:pt x="935974" y="4505798"/>
                  </a:lnTo>
                  <a:lnTo>
                    <a:pt x="936091" y="4505798"/>
                  </a:lnTo>
                  <a:lnTo>
                    <a:pt x="936091" y="4505367"/>
                  </a:lnTo>
                  <a:lnTo>
                    <a:pt x="936091" y="4504937"/>
                  </a:lnTo>
                  <a:lnTo>
                    <a:pt x="936209" y="4504937"/>
                  </a:lnTo>
                  <a:lnTo>
                    <a:pt x="936209" y="4504506"/>
                  </a:lnTo>
                  <a:lnTo>
                    <a:pt x="936209" y="4504076"/>
                  </a:lnTo>
                  <a:lnTo>
                    <a:pt x="936327" y="4504076"/>
                  </a:lnTo>
                  <a:lnTo>
                    <a:pt x="936444" y="4504076"/>
                  </a:lnTo>
                  <a:lnTo>
                    <a:pt x="936562" y="4504076"/>
                  </a:lnTo>
                  <a:lnTo>
                    <a:pt x="936562" y="4503645"/>
                  </a:lnTo>
                  <a:lnTo>
                    <a:pt x="936680" y="4503645"/>
                  </a:lnTo>
                  <a:lnTo>
                    <a:pt x="936797" y="4503645"/>
                  </a:lnTo>
                  <a:lnTo>
                    <a:pt x="936915" y="4503645"/>
                  </a:lnTo>
                  <a:lnTo>
                    <a:pt x="936915" y="4503214"/>
                  </a:lnTo>
                  <a:lnTo>
                    <a:pt x="936915" y="4502784"/>
                  </a:lnTo>
                  <a:lnTo>
                    <a:pt x="937032" y="4502784"/>
                  </a:lnTo>
                  <a:lnTo>
                    <a:pt x="937150" y="4502784"/>
                  </a:lnTo>
                  <a:lnTo>
                    <a:pt x="937268" y="4502784"/>
                  </a:lnTo>
                  <a:lnTo>
                    <a:pt x="937385" y="4502784"/>
                  </a:lnTo>
                  <a:lnTo>
                    <a:pt x="937385" y="4502353"/>
                  </a:lnTo>
                  <a:lnTo>
                    <a:pt x="937503" y="4502353"/>
                  </a:lnTo>
                  <a:lnTo>
                    <a:pt x="937620" y="4502353"/>
                  </a:lnTo>
                  <a:lnTo>
                    <a:pt x="937738" y="4502353"/>
                  </a:lnTo>
                  <a:lnTo>
                    <a:pt x="937856" y="4502353"/>
                  </a:lnTo>
                  <a:lnTo>
                    <a:pt x="937973" y="4502353"/>
                  </a:lnTo>
                  <a:lnTo>
                    <a:pt x="937973" y="4501923"/>
                  </a:lnTo>
                  <a:lnTo>
                    <a:pt x="937973" y="4501492"/>
                  </a:lnTo>
                  <a:lnTo>
                    <a:pt x="938091" y="4501492"/>
                  </a:lnTo>
                  <a:lnTo>
                    <a:pt x="938208" y="4501492"/>
                  </a:lnTo>
                  <a:lnTo>
                    <a:pt x="938208" y="4501061"/>
                  </a:lnTo>
                  <a:lnTo>
                    <a:pt x="938326" y="4501061"/>
                  </a:lnTo>
                  <a:lnTo>
                    <a:pt x="938444" y="4501061"/>
                  </a:lnTo>
                  <a:lnTo>
                    <a:pt x="938561" y="4501061"/>
                  </a:lnTo>
                  <a:lnTo>
                    <a:pt x="938561" y="4500631"/>
                  </a:lnTo>
                  <a:lnTo>
                    <a:pt x="938561" y="4500200"/>
                  </a:lnTo>
                  <a:lnTo>
                    <a:pt x="938679" y="4500200"/>
                  </a:lnTo>
                  <a:lnTo>
                    <a:pt x="938679" y="4499770"/>
                  </a:lnTo>
                  <a:lnTo>
                    <a:pt x="938679" y="4499339"/>
                  </a:lnTo>
                  <a:lnTo>
                    <a:pt x="938679" y="4498908"/>
                  </a:lnTo>
                  <a:lnTo>
                    <a:pt x="938679" y="4498478"/>
                  </a:lnTo>
                  <a:lnTo>
                    <a:pt x="938797" y="4498478"/>
                  </a:lnTo>
                  <a:lnTo>
                    <a:pt x="938797" y="4498047"/>
                  </a:lnTo>
                  <a:lnTo>
                    <a:pt x="938914" y="4498047"/>
                  </a:lnTo>
                  <a:lnTo>
                    <a:pt x="939032" y="4498047"/>
                  </a:lnTo>
                  <a:lnTo>
                    <a:pt x="939149" y="4498047"/>
                  </a:lnTo>
                  <a:lnTo>
                    <a:pt x="939149" y="4497617"/>
                  </a:lnTo>
                  <a:lnTo>
                    <a:pt x="939149" y="4497186"/>
                  </a:lnTo>
                  <a:lnTo>
                    <a:pt x="939149" y="4496755"/>
                  </a:lnTo>
                  <a:lnTo>
                    <a:pt x="939267" y="4496755"/>
                  </a:lnTo>
                  <a:lnTo>
                    <a:pt x="939267" y="4496325"/>
                  </a:lnTo>
                  <a:lnTo>
                    <a:pt x="939385" y="4496325"/>
                  </a:lnTo>
                  <a:lnTo>
                    <a:pt x="939385" y="4495894"/>
                  </a:lnTo>
                  <a:lnTo>
                    <a:pt x="939502" y="4495894"/>
                  </a:lnTo>
                  <a:lnTo>
                    <a:pt x="939620" y="4495894"/>
                  </a:lnTo>
                  <a:lnTo>
                    <a:pt x="939737" y="4495894"/>
                  </a:lnTo>
                  <a:lnTo>
                    <a:pt x="939737" y="4495464"/>
                  </a:lnTo>
                  <a:lnTo>
                    <a:pt x="939855" y="4495464"/>
                  </a:lnTo>
                  <a:lnTo>
                    <a:pt x="939973" y="4495464"/>
                  </a:lnTo>
                  <a:lnTo>
                    <a:pt x="939973" y="4495033"/>
                  </a:lnTo>
                  <a:lnTo>
                    <a:pt x="940090" y="4495033"/>
                  </a:lnTo>
                  <a:lnTo>
                    <a:pt x="940208" y="4495033"/>
                  </a:lnTo>
                  <a:lnTo>
                    <a:pt x="940326" y="4495033"/>
                  </a:lnTo>
                  <a:lnTo>
                    <a:pt x="940443" y="4495033"/>
                  </a:lnTo>
                  <a:lnTo>
                    <a:pt x="940443" y="4494602"/>
                  </a:lnTo>
                  <a:lnTo>
                    <a:pt x="940443" y="4494172"/>
                  </a:lnTo>
                  <a:lnTo>
                    <a:pt x="940561" y="4494172"/>
                  </a:lnTo>
                  <a:lnTo>
                    <a:pt x="940678" y="4494172"/>
                  </a:lnTo>
                  <a:lnTo>
                    <a:pt x="940796" y="4494172"/>
                  </a:lnTo>
                  <a:lnTo>
                    <a:pt x="940796" y="4493741"/>
                  </a:lnTo>
                  <a:lnTo>
                    <a:pt x="940914" y="4493741"/>
                  </a:lnTo>
                  <a:lnTo>
                    <a:pt x="941031" y="4493741"/>
                  </a:lnTo>
                  <a:lnTo>
                    <a:pt x="941149" y="4493741"/>
                  </a:lnTo>
                  <a:lnTo>
                    <a:pt x="941149" y="4493311"/>
                  </a:lnTo>
                  <a:lnTo>
                    <a:pt x="941266" y="4493311"/>
                  </a:lnTo>
                  <a:lnTo>
                    <a:pt x="941266" y="4492880"/>
                  </a:lnTo>
                  <a:lnTo>
                    <a:pt x="941384" y="4492880"/>
                  </a:lnTo>
                  <a:lnTo>
                    <a:pt x="941502" y="4492880"/>
                  </a:lnTo>
                  <a:lnTo>
                    <a:pt x="941619" y="4492880"/>
                  </a:lnTo>
                  <a:lnTo>
                    <a:pt x="941737" y="4492880"/>
                  </a:lnTo>
                  <a:lnTo>
                    <a:pt x="941855" y="4492880"/>
                  </a:lnTo>
                  <a:lnTo>
                    <a:pt x="941972" y="4492880"/>
                  </a:lnTo>
                  <a:lnTo>
                    <a:pt x="941972" y="4492449"/>
                  </a:lnTo>
                  <a:lnTo>
                    <a:pt x="941972" y="4492019"/>
                  </a:lnTo>
                  <a:lnTo>
                    <a:pt x="941972" y="4491588"/>
                  </a:lnTo>
                  <a:lnTo>
                    <a:pt x="942090" y="4491588"/>
                  </a:lnTo>
                  <a:lnTo>
                    <a:pt x="942207" y="4491588"/>
                  </a:lnTo>
                  <a:lnTo>
                    <a:pt x="942325" y="4491588"/>
                  </a:lnTo>
                  <a:lnTo>
                    <a:pt x="942443" y="4491588"/>
                  </a:lnTo>
                  <a:lnTo>
                    <a:pt x="942443" y="4491158"/>
                  </a:lnTo>
                  <a:lnTo>
                    <a:pt x="942560" y="4491158"/>
                  </a:lnTo>
                  <a:lnTo>
                    <a:pt x="942678" y="4491158"/>
                  </a:lnTo>
                  <a:lnTo>
                    <a:pt x="942795" y="4491158"/>
                  </a:lnTo>
                  <a:lnTo>
                    <a:pt x="942913" y="4491158"/>
                  </a:lnTo>
                  <a:lnTo>
                    <a:pt x="943031" y="4491158"/>
                  </a:lnTo>
                  <a:lnTo>
                    <a:pt x="943148" y="4491158"/>
                  </a:lnTo>
                  <a:lnTo>
                    <a:pt x="943266" y="4491158"/>
                  </a:lnTo>
                  <a:lnTo>
                    <a:pt x="943266" y="4490727"/>
                  </a:lnTo>
                  <a:lnTo>
                    <a:pt x="943266" y="4490296"/>
                  </a:lnTo>
                  <a:lnTo>
                    <a:pt x="943266" y="4489866"/>
                  </a:lnTo>
                  <a:lnTo>
                    <a:pt x="943384" y="4489866"/>
                  </a:lnTo>
                  <a:lnTo>
                    <a:pt x="943501" y="4489866"/>
                  </a:lnTo>
                  <a:lnTo>
                    <a:pt x="943501" y="4489435"/>
                  </a:lnTo>
                  <a:lnTo>
                    <a:pt x="943619" y="4489435"/>
                  </a:lnTo>
                  <a:lnTo>
                    <a:pt x="943736" y="4489435"/>
                  </a:lnTo>
                  <a:lnTo>
                    <a:pt x="943854" y="4489435"/>
                  </a:lnTo>
                  <a:lnTo>
                    <a:pt x="943854" y="4489005"/>
                  </a:lnTo>
                  <a:lnTo>
                    <a:pt x="943854" y="4488574"/>
                  </a:lnTo>
                  <a:lnTo>
                    <a:pt x="943854" y="4488143"/>
                  </a:lnTo>
                  <a:lnTo>
                    <a:pt x="943972" y="4488143"/>
                  </a:lnTo>
                  <a:lnTo>
                    <a:pt x="943972" y="4487713"/>
                  </a:lnTo>
                  <a:lnTo>
                    <a:pt x="944089" y="4487713"/>
                  </a:lnTo>
                  <a:lnTo>
                    <a:pt x="944089" y="4487282"/>
                  </a:lnTo>
                  <a:lnTo>
                    <a:pt x="944207" y="4487282"/>
                  </a:lnTo>
                  <a:lnTo>
                    <a:pt x="944324" y="4487282"/>
                  </a:lnTo>
                  <a:lnTo>
                    <a:pt x="944324" y="4486852"/>
                  </a:lnTo>
                  <a:lnTo>
                    <a:pt x="944324" y="4486421"/>
                  </a:lnTo>
                  <a:lnTo>
                    <a:pt x="944442" y="4486421"/>
                  </a:lnTo>
                  <a:lnTo>
                    <a:pt x="944560" y="4486421"/>
                  </a:lnTo>
                  <a:lnTo>
                    <a:pt x="944677" y="4486421"/>
                  </a:lnTo>
                  <a:lnTo>
                    <a:pt x="944795" y="4486421"/>
                  </a:lnTo>
                  <a:lnTo>
                    <a:pt x="944913" y="4486421"/>
                  </a:lnTo>
                  <a:lnTo>
                    <a:pt x="945030" y="4486421"/>
                  </a:lnTo>
                  <a:lnTo>
                    <a:pt x="945148" y="4486421"/>
                  </a:lnTo>
                  <a:lnTo>
                    <a:pt x="945265" y="4486421"/>
                  </a:lnTo>
                  <a:lnTo>
                    <a:pt x="945383" y="4486421"/>
                  </a:lnTo>
                  <a:lnTo>
                    <a:pt x="945501" y="4486421"/>
                  </a:lnTo>
                  <a:lnTo>
                    <a:pt x="945618" y="4486421"/>
                  </a:lnTo>
                  <a:lnTo>
                    <a:pt x="945618" y="4485990"/>
                  </a:lnTo>
                  <a:lnTo>
                    <a:pt x="945618" y="4485560"/>
                  </a:lnTo>
                  <a:lnTo>
                    <a:pt x="945736" y="4485560"/>
                  </a:lnTo>
                  <a:lnTo>
                    <a:pt x="945736" y="4485129"/>
                  </a:lnTo>
                  <a:lnTo>
                    <a:pt x="945853" y="4485129"/>
                  </a:lnTo>
                  <a:lnTo>
                    <a:pt x="945971" y="4485129"/>
                  </a:lnTo>
                  <a:lnTo>
                    <a:pt x="946089" y="4485129"/>
                  </a:lnTo>
                  <a:lnTo>
                    <a:pt x="946089" y="4484699"/>
                  </a:lnTo>
                  <a:lnTo>
                    <a:pt x="946206" y="4484699"/>
                  </a:lnTo>
                  <a:lnTo>
                    <a:pt x="946324" y="4484699"/>
                  </a:lnTo>
                  <a:lnTo>
                    <a:pt x="946324" y="4484268"/>
                  </a:lnTo>
                  <a:lnTo>
                    <a:pt x="946324" y="4483837"/>
                  </a:lnTo>
                  <a:lnTo>
                    <a:pt x="946441" y="4483837"/>
                  </a:lnTo>
                  <a:lnTo>
                    <a:pt x="946559" y="4483837"/>
                  </a:lnTo>
                  <a:lnTo>
                    <a:pt x="946677" y="4483837"/>
                  </a:lnTo>
                  <a:lnTo>
                    <a:pt x="946794" y="4483837"/>
                  </a:lnTo>
                  <a:lnTo>
                    <a:pt x="946912" y="4483837"/>
                  </a:lnTo>
                  <a:lnTo>
                    <a:pt x="947030" y="4483837"/>
                  </a:lnTo>
                  <a:lnTo>
                    <a:pt x="947147" y="4483837"/>
                  </a:lnTo>
                  <a:lnTo>
                    <a:pt x="947265" y="4483837"/>
                  </a:lnTo>
                  <a:lnTo>
                    <a:pt x="947382" y="4483837"/>
                  </a:lnTo>
                  <a:lnTo>
                    <a:pt x="947500" y="4483837"/>
                  </a:lnTo>
                  <a:lnTo>
                    <a:pt x="947500" y="4483407"/>
                  </a:lnTo>
                  <a:lnTo>
                    <a:pt x="947500" y="4482976"/>
                  </a:lnTo>
                  <a:lnTo>
                    <a:pt x="947618" y="4482976"/>
                  </a:lnTo>
                  <a:lnTo>
                    <a:pt x="947735" y="4482976"/>
                  </a:lnTo>
                  <a:lnTo>
                    <a:pt x="947853" y="4482976"/>
                  </a:lnTo>
                  <a:lnTo>
                    <a:pt x="947970" y="4482976"/>
                  </a:lnTo>
                  <a:lnTo>
                    <a:pt x="948088" y="4482976"/>
                  </a:lnTo>
                  <a:lnTo>
                    <a:pt x="948206" y="4482976"/>
                  </a:lnTo>
                  <a:lnTo>
                    <a:pt x="948323" y="4482976"/>
                  </a:lnTo>
                  <a:lnTo>
                    <a:pt x="948323" y="4482546"/>
                  </a:lnTo>
                  <a:lnTo>
                    <a:pt x="948323" y="4482115"/>
                  </a:lnTo>
                  <a:lnTo>
                    <a:pt x="948441" y="4482115"/>
                  </a:lnTo>
                  <a:lnTo>
                    <a:pt x="948559" y="4482115"/>
                  </a:lnTo>
                  <a:lnTo>
                    <a:pt x="948676" y="4482115"/>
                  </a:lnTo>
                  <a:lnTo>
                    <a:pt x="948794" y="4482115"/>
                  </a:lnTo>
                  <a:lnTo>
                    <a:pt x="948794" y="4481684"/>
                  </a:lnTo>
                  <a:lnTo>
                    <a:pt x="948911" y="4481684"/>
                  </a:lnTo>
                  <a:lnTo>
                    <a:pt x="948911" y="4481254"/>
                  </a:lnTo>
                  <a:lnTo>
                    <a:pt x="949029" y="4481254"/>
                  </a:lnTo>
                  <a:lnTo>
                    <a:pt x="949029" y="4480823"/>
                  </a:lnTo>
                  <a:lnTo>
                    <a:pt x="949029" y="4480393"/>
                  </a:lnTo>
                  <a:lnTo>
                    <a:pt x="949029" y="4479962"/>
                  </a:lnTo>
                  <a:lnTo>
                    <a:pt x="949147" y="4479962"/>
                  </a:lnTo>
                  <a:lnTo>
                    <a:pt x="949147" y="4479531"/>
                  </a:lnTo>
                  <a:lnTo>
                    <a:pt x="949264" y="4479531"/>
                  </a:lnTo>
                  <a:lnTo>
                    <a:pt x="949264" y="4479101"/>
                  </a:lnTo>
                  <a:lnTo>
                    <a:pt x="949382" y="4479101"/>
                  </a:lnTo>
                  <a:lnTo>
                    <a:pt x="949499" y="4479101"/>
                  </a:lnTo>
                  <a:lnTo>
                    <a:pt x="949499" y="4478670"/>
                  </a:lnTo>
                  <a:lnTo>
                    <a:pt x="949617" y="4478670"/>
                  </a:lnTo>
                  <a:lnTo>
                    <a:pt x="949617" y="4478240"/>
                  </a:lnTo>
                  <a:lnTo>
                    <a:pt x="949617" y="4477809"/>
                  </a:lnTo>
                  <a:lnTo>
                    <a:pt x="949617" y="4477378"/>
                  </a:lnTo>
                  <a:lnTo>
                    <a:pt x="949617" y="4476948"/>
                  </a:lnTo>
                  <a:lnTo>
                    <a:pt x="949735" y="4476948"/>
                  </a:lnTo>
                  <a:lnTo>
                    <a:pt x="949852" y="4476948"/>
                  </a:lnTo>
                  <a:lnTo>
                    <a:pt x="949970" y="4476948"/>
                  </a:lnTo>
                  <a:lnTo>
                    <a:pt x="950088" y="4476948"/>
                  </a:lnTo>
                  <a:lnTo>
                    <a:pt x="950088" y="4476517"/>
                  </a:lnTo>
                  <a:lnTo>
                    <a:pt x="950205" y="4476517"/>
                  </a:lnTo>
                  <a:lnTo>
                    <a:pt x="950323" y="4476517"/>
                  </a:lnTo>
                  <a:lnTo>
                    <a:pt x="950323" y="4476087"/>
                  </a:lnTo>
                  <a:lnTo>
                    <a:pt x="950440" y="4476087"/>
                  </a:lnTo>
                  <a:lnTo>
                    <a:pt x="950558" y="4476087"/>
                  </a:lnTo>
                  <a:lnTo>
                    <a:pt x="950676" y="4476087"/>
                  </a:lnTo>
                  <a:lnTo>
                    <a:pt x="950793" y="4476087"/>
                  </a:lnTo>
                  <a:lnTo>
                    <a:pt x="950793" y="4475656"/>
                  </a:lnTo>
                  <a:lnTo>
                    <a:pt x="950911" y="4475656"/>
                  </a:lnTo>
                  <a:lnTo>
                    <a:pt x="950911" y="4475225"/>
                  </a:lnTo>
                  <a:lnTo>
                    <a:pt x="951028" y="4475225"/>
                  </a:lnTo>
                  <a:lnTo>
                    <a:pt x="951146" y="4475225"/>
                  </a:lnTo>
                  <a:lnTo>
                    <a:pt x="951146" y="4474795"/>
                  </a:lnTo>
                  <a:lnTo>
                    <a:pt x="951146" y="4474364"/>
                  </a:lnTo>
                  <a:lnTo>
                    <a:pt x="951264" y="4474364"/>
                  </a:lnTo>
                  <a:lnTo>
                    <a:pt x="951264" y="4473934"/>
                  </a:lnTo>
                  <a:lnTo>
                    <a:pt x="951381" y="4473934"/>
                  </a:lnTo>
                  <a:lnTo>
                    <a:pt x="951499" y="4473934"/>
                  </a:lnTo>
                  <a:lnTo>
                    <a:pt x="951499" y="4473503"/>
                  </a:lnTo>
                  <a:lnTo>
                    <a:pt x="951617" y="4473503"/>
                  </a:lnTo>
                  <a:lnTo>
                    <a:pt x="951617" y="4473072"/>
                  </a:lnTo>
                  <a:lnTo>
                    <a:pt x="951734" y="4473072"/>
                  </a:lnTo>
                  <a:lnTo>
                    <a:pt x="951734" y="4472642"/>
                  </a:lnTo>
                  <a:lnTo>
                    <a:pt x="951734" y="4472211"/>
                  </a:lnTo>
                  <a:lnTo>
                    <a:pt x="951734" y="4471781"/>
                  </a:lnTo>
                  <a:lnTo>
                    <a:pt x="951852" y="4471781"/>
                  </a:lnTo>
                  <a:lnTo>
                    <a:pt x="951969" y="4471781"/>
                  </a:lnTo>
                  <a:lnTo>
                    <a:pt x="951969" y="4471350"/>
                  </a:lnTo>
                  <a:lnTo>
                    <a:pt x="952087" y="4471350"/>
                  </a:lnTo>
                  <a:lnTo>
                    <a:pt x="952205" y="4471350"/>
                  </a:lnTo>
                  <a:lnTo>
                    <a:pt x="952205" y="4470919"/>
                  </a:lnTo>
                  <a:lnTo>
                    <a:pt x="952205" y="4470489"/>
                  </a:lnTo>
                  <a:lnTo>
                    <a:pt x="952322" y="4470489"/>
                  </a:lnTo>
                  <a:lnTo>
                    <a:pt x="952440" y="4470489"/>
                  </a:lnTo>
                  <a:lnTo>
                    <a:pt x="952440" y="4470058"/>
                  </a:lnTo>
                  <a:lnTo>
                    <a:pt x="952557" y="4470058"/>
                  </a:lnTo>
                  <a:lnTo>
                    <a:pt x="952557" y="4469628"/>
                  </a:lnTo>
                  <a:lnTo>
                    <a:pt x="952557" y="4469197"/>
                  </a:lnTo>
                  <a:lnTo>
                    <a:pt x="952557" y="4468766"/>
                  </a:lnTo>
                  <a:lnTo>
                    <a:pt x="952675" y="4468766"/>
                  </a:lnTo>
                  <a:lnTo>
                    <a:pt x="952793" y="4468766"/>
                  </a:lnTo>
                  <a:lnTo>
                    <a:pt x="952793" y="4468336"/>
                  </a:lnTo>
                  <a:lnTo>
                    <a:pt x="952910" y="4468336"/>
                  </a:lnTo>
                  <a:lnTo>
                    <a:pt x="953028" y="4468336"/>
                  </a:lnTo>
                  <a:lnTo>
                    <a:pt x="953028" y="4467905"/>
                  </a:lnTo>
                  <a:lnTo>
                    <a:pt x="953146" y="4467905"/>
                  </a:lnTo>
                  <a:lnTo>
                    <a:pt x="953263" y="4467905"/>
                  </a:lnTo>
                  <a:lnTo>
                    <a:pt x="953381" y="4467905"/>
                  </a:lnTo>
                  <a:lnTo>
                    <a:pt x="953498" y="4467905"/>
                  </a:lnTo>
                  <a:lnTo>
                    <a:pt x="953498" y="4467475"/>
                  </a:lnTo>
                  <a:lnTo>
                    <a:pt x="953498" y="4467044"/>
                  </a:lnTo>
                  <a:lnTo>
                    <a:pt x="953616" y="4467044"/>
                  </a:lnTo>
                  <a:lnTo>
                    <a:pt x="953734" y="4467044"/>
                  </a:lnTo>
                  <a:lnTo>
                    <a:pt x="953734" y="4466613"/>
                  </a:lnTo>
                  <a:lnTo>
                    <a:pt x="953734" y="4466183"/>
                  </a:lnTo>
                  <a:lnTo>
                    <a:pt x="953734" y="4465752"/>
                  </a:lnTo>
                  <a:lnTo>
                    <a:pt x="953734" y="4465322"/>
                  </a:lnTo>
                  <a:lnTo>
                    <a:pt x="953851" y="4465322"/>
                  </a:lnTo>
                  <a:lnTo>
                    <a:pt x="953851" y="4464891"/>
                  </a:lnTo>
                  <a:lnTo>
                    <a:pt x="953851" y="4464460"/>
                  </a:lnTo>
                  <a:lnTo>
                    <a:pt x="953969" y="4464460"/>
                  </a:lnTo>
                  <a:lnTo>
                    <a:pt x="954086" y="4464460"/>
                  </a:lnTo>
                  <a:lnTo>
                    <a:pt x="954086" y="4464030"/>
                  </a:lnTo>
                  <a:lnTo>
                    <a:pt x="954086" y="4463599"/>
                  </a:lnTo>
                  <a:lnTo>
                    <a:pt x="954204" y="4463599"/>
                  </a:lnTo>
                  <a:lnTo>
                    <a:pt x="954322" y="4463599"/>
                  </a:lnTo>
                  <a:lnTo>
                    <a:pt x="954439" y="4463599"/>
                  </a:lnTo>
                  <a:lnTo>
                    <a:pt x="954439" y="4463169"/>
                  </a:lnTo>
                  <a:lnTo>
                    <a:pt x="954557" y="4463169"/>
                  </a:lnTo>
                  <a:lnTo>
                    <a:pt x="954674" y="4463169"/>
                  </a:lnTo>
                  <a:lnTo>
                    <a:pt x="954674" y="4462738"/>
                  </a:lnTo>
                  <a:lnTo>
                    <a:pt x="954792" y="4462738"/>
                  </a:lnTo>
                  <a:lnTo>
                    <a:pt x="954792" y="4462307"/>
                  </a:lnTo>
                  <a:lnTo>
                    <a:pt x="954792" y="4461877"/>
                  </a:lnTo>
                  <a:lnTo>
                    <a:pt x="954910" y="4461877"/>
                  </a:lnTo>
                  <a:lnTo>
                    <a:pt x="954910" y="4461446"/>
                  </a:lnTo>
                  <a:lnTo>
                    <a:pt x="955027" y="4461446"/>
                  </a:lnTo>
                  <a:lnTo>
                    <a:pt x="955027" y="4461016"/>
                  </a:lnTo>
                  <a:lnTo>
                    <a:pt x="955027" y="4460585"/>
                  </a:lnTo>
                  <a:lnTo>
                    <a:pt x="955027" y="4460154"/>
                  </a:lnTo>
                  <a:lnTo>
                    <a:pt x="955145" y="4460154"/>
                  </a:lnTo>
                  <a:lnTo>
                    <a:pt x="955145" y="4459724"/>
                  </a:lnTo>
                  <a:lnTo>
                    <a:pt x="955263" y="4459724"/>
                  </a:lnTo>
                  <a:lnTo>
                    <a:pt x="955380" y="4459724"/>
                  </a:lnTo>
                  <a:lnTo>
                    <a:pt x="955498" y="4459724"/>
                  </a:lnTo>
                  <a:lnTo>
                    <a:pt x="955498" y="4459293"/>
                  </a:lnTo>
                  <a:lnTo>
                    <a:pt x="955498" y="4458863"/>
                  </a:lnTo>
                  <a:lnTo>
                    <a:pt x="955615" y="4458863"/>
                  </a:lnTo>
                  <a:lnTo>
                    <a:pt x="955733" y="4458863"/>
                  </a:lnTo>
                  <a:lnTo>
                    <a:pt x="955851" y="4458863"/>
                  </a:lnTo>
                  <a:lnTo>
                    <a:pt x="955851" y="4458432"/>
                  </a:lnTo>
                  <a:lnTo>
                    <a:pt x="955851" y="4458001"/>
                  </a:lnTo>
                  <a:lnTo>
                    <a:pt x="955968" y="4458001"/>
                  </a:lnTo>
                  <a:lnTo>
                    <a:pt x="955968" y="4457571"/>
                  </a:lnTo>
                  <a:lnTo>
                    <a:pt x="955968" y="4457140"/>
                  </a:lnTo>
                  <a:lnTo>
                    <a:pt x="956086" y="4457140"/>
                  </a:lnTo>
                  <a:lnTo>
                    <a:pt x="956203" y="4457140"/>
                  </a:lnTo>
                  <a:lnTo>
                    <a:pt x="956321" y="4457140"/>
                  </a:lnTo>
                  <a:lnTo>
                    <a:pt x="956439" y="4457140"/>
                  </a:lnTo>
                  <a:lnTo>
                    <a:pt x="956556" y="4457140"/>
                  </a:lnTo>
                  <a:lnTo>
                    <a:pt x="956674" y="4457140"/>
                  </a:lnTo>
                  <a:lnTo>
                    <a:pt x="956792" y="4457140"/>
                  </a:lnTo>
                  <a:lnTo>
                    <a:pt x="956909" y="4457140"/>
                  </a:lnTo>
                  <a:lnTo>
                    <a:pt x="957027" y="4457140"/>
                  </a:lnTo>
                  <a:lnTo>
                    <a:pt x="957027" y="4456710"/>
                  </a:lnTo>
                  <a:lnTo>
                    <a:pt x="957144" y="4456710"/>
                  </a:lnTo>
                  <a:lnTo>
                    <a:pt x="957262" y="4456710"/>
                  </a:lnTo>
                  <a:lnTo>
                    <a:pt x="957380" y="4456710"/>
                  </a:lnTo>
                  <a:lnTo>
                    <a:pt x="957497" y="4456710"/>
                  </a:lnTo>
                  <a:lnTo>
                    <a:pt x="957615" y="4456710"/>
                  </a:lnTo>
                  <a:lnTo>
                    <a:pt x="957615" y="4456279"/>
                  </a:lnTo>
                  <a:lnTo>
                    <a:pt x="957732" y="4456279"/>
                  </a:lnTo>
                  <a:lnTo>
                    <a:pt x="957850" y="4456279"/>
                  </a:lnTo>
                  <a:lnTo>
                    <a:pt x="957968" y="4456279"/>
                  </a:lnTo>
                  <a:lnTo>
                    <a:pt x="957968" y="4455848"/>
                  </a:lnTo>
                  <a:lnTo>
                    <a:pt x="958085" y="4455848"/>
                  </a:lnTo>
                  <a:lnTo>
                    <a:pt x="958203" y="4455848"/>
                  </a:lnTo>
                  <a:lnTo>
                    <a:pt x="958321" y="4455848"/>
                  </a:lnTo>
                  <a:lnTo>
                    <a:pt x="958321" y="4455418"/>
                  </a:lnTo>
                  <a:lnTo>
                    <a:pt x="958321" y="4454987"/>
                  </a:lnTo>
                  <a:lnTo>
                    <a:pt x="958438" y="4454987"/>
                  </a:lnTo>
                  <a:lnTo>
                    <a:pt x="958556" y="4454987"/>
                  </a:lnTo>
                  <a:lnTo>
                    <a:pt x="958673" y="4454987"/>
                  </a:lnTo>
                  <a:lnTo>
                    <a:pt x="958791" y="4454987"/>
                  </a:lnTo>
                  <a:lnTo>
                    <a:pt x="958909" y="4454987"/>
                  </a:lnTo>
                  <a:lnTo>
                    <a:pt x="959026" y="4454987"/>
                  </a:lnTo>
                  <a:lnTo>
                    <a:pt x="959144" y="4454987"/>
                  </a:lnTo>
                  <a:lnTo>
                    <a:pt x="959144" y="4454557"/>
                  </a:lnTo>
                  <a:lnTo>
                    <a:pt x="959261" y="4454557"/>
                  </a:lnTo>
                  <a:lnTo>
                    <a:pt x="959379" y="4454557"/>
                  </a:lnTo>
                  <a:lnTo>
                    <a:pt x="959497" y="4454557"/>
                  </a:lnTo>
                  <a:lnTo>
                    <a:pt x="959614" y="4454557"/>
                  </a:lnTo>
                  <a:lnTo>
                    <a:pt x="959732" y="4454557"/>
                  </a:lnTo>
                  <a:lnTo>
                    <a:pt x="959732" y="4454126"/>
                  </a:lnTo>
                  <a:lnTo>
                    <a:pt x="959850" y="4454126"/>
                  </a:lnTo>
                  <a:lnTo>
                    <a:pt x="959967" y="4454126"/>
                  </a:lnTo>
                  <a:lnTo>
                    <a:pt x="959967" y="4453695"/>
                  </a:lnTo>
                  <a:lnTo>
                    <a:pt x="959967" y="4453265"/>
                  </a:lnTo>
                  <a:lnTo>
                    <a:pt x="960085" y="4453265"/>
                  </a:lnTo>
                  <a:lnTo>
                    <a:pt x="960085" y="4452834"/>
                  </a:lnTo>
                  <a:lnTo>
                    <a:pt x="960202" y="4452834"/>
                  </a:lnTo>
                  <a:lnTo>
                    <a:pt x="960320" y="4452834"/>
                  </a:lnTo>
                  <a:lnTo>
                    <a:pt x="960438" y="4452834"/>
                  </a:lnTo>
                  <a:lnTo>
                    <a:pt x="960555" y="4452834"/>
                  </a:lnTo>
                  <a:lnTo>
                    <a:pt x="960555" y="4452404"/>
                  </a:lnTo>
                  <a:lnTo>
                    <a:pt x="960673" y="4452404"/>
                  </a:lnTo>
                  <a:lnTo>
                    <a:pt x="960790" y="4452404"/>
                  </a:lnTo>
                  <a:lnTo>
                    <a:pt x="960790" y="4451973"/>
                  </a:lnTo>
                  <a:lnTo>
                    <a:pt x="960908" y="4451973"/>
                  </a:lnTo>
                  <a:lnTo>
                    <a:pt x="961026" y="4451973"/>
                  </a:lnTo>
                  <a:lnTo>
                    <a:pt x="961143" y="4451973"/>
                  </a:lnTo>
                  <a:lnTo>
                    <a:pt x="961261" y="4451973"/>
                  </a:lnTo>
                  <a:lnTo>
                    <a:pt x="961379" y="4451973"/>
                  </a:lnTo>
                  <a:lnTo>
                    <a:pt x="961379" y="4451542"/>
                  </a:lnTo>
                  <a:lnTo>
                    <a:pt x="961496" y="4451542"/>
                  </a:lnTo>
                  <a:lnTo>
                    <a:pt x="961496" y="4451112"/>
                  </a:lnTo>
                  <a:lnTo>
                    <a:pt x="961496" y="4450681"/>
                  </a:lnTo>
                  <a:lnTo>
                    <a:pt x="961614" y="4450681"/>
                  </a:lnTo>
                  <a:lnTo>
                    <a:pt x="961614" y="4450251"/>
                  </a:lnTo>
                  <a:lnTo>
                    <a:pt x="961731" y="4450251"/>
                  </a:lnTo>
                  <a:lnTo>
                    <a:pt x="961731" y="4449820"/>
                  </a:lnTo>
                  <a:lnTo>
                    <a:pt x="961849" y="4449820"/>
                  </a:lnTo>
                  <a:lnTo>
                    <a:pt x="961967" y="4449820"/>
                  </a:lnTo>
                  <a:lnTo>
                    <a:pt x="962084" y="4449820"/>
                  </a:lnTo>
                  <a:lnTo>
                    <a:pt x="962084" y="4449389"/>
                  </a:lnTo>
                  <a:lnTo>
                    <a:pt x="962084" y="4448959"/>
                  </a:lnTo>
                  <a:lnTo>
                    <a:pt x="962202" y="4448959"/>
                  </a:lnTo>
                  <a:lnTo>
                    <a:pt x="962202" y="4448528"/>
                  </a:lnTo>
                  <a:lnTo>
                    <a:pt x="962319" y="4448528"/>
                  </a:lnTo>
                  <a:lnTo>
                    <a:pt x="962437" y="4448528"/>
                  </a:lnTo>
                  <a:lnTo>
                    <a:pt x="962555" y="4448528"/>
                  </a:lnTo>
                  <a:lnTo>
                    <a:pt x="962672" y="4448528"/>
                  </a:lnTo>
                  <a:lnTo>
                    <a:pt x="962672" y="4448098"/>
                  </a:lnTo>
                  <a:lnTo>
                    <a:pt x="962790" y="4448098"/>
                  </a:lnTo>
                  <a:lnTo>
                    <a:pt x="962790" y="4447667"/>
                  </a:lnTo>
                  <a:lnTo>
                    <a:pt x="962907" y="4447667"/>
                  </a:lnTo>
                  <a:lnTo>
                    <a:pt x="962907" y="4447236"/>
                  </a:lnTo>
                  <a:lnTo>
                    <a:pt x="962907" y="4446806"/>
                  </a:lnTo>
                  <a:lnTo>
                    <a:pt x="963025" y="4446806"/>
                  </a:lnTo>
                  <a:lnTo>
                    <a:pt x="963143" y="4446806"/>
                  </a:lnTo>
                  <a:lnTo>
                    <a:pt x="963260" y="4446806"/>
                  </a:lnTo>
                  <a:lnTo>
                    <a:pt x="963260" y="4446375"/>
                  </a:lnTo>
                  <a:lnTo>
                    <a:pt x="963378" y="4446375"/>
                  </a:lnTo>
                  <a:lnTo>
                    <a:pt x="963496" y="4446375"/>
                  </a:lnTo>
                  <a:lnTo>
                    <a:pt x="963496" y="4445945"/>
                  </a:lnTo>
                  <a:lnTo>
                    <a:pt x="963613" y="4445945"/>
                  </a:lnTo>
                  <a:lnTo>
                    <a:pt x="963731" y="4445945"/>
                  </a:lnTo>
                  <a:lnTo>
                    <a:pt x="963731" y="4445514"/>
                  </a:lnTo>
                  <a:lnTo>
                    <a:pt x="963848" y="4445514"/>
                  </a:lnTo>
                  <a:lnTo>
                    <a:pt x="963966" y="4445514"/>
                  </a:lnTo>
                  <a:lnTo>
                    <a:pt x="964084" y="4445514"/>
                  </a:lnTo>
                  <a:lnTo>
                    <a:pt x="964201" y="4445514"/>
                  </a:lnTo>
                  <a:lnTo>
                    <a:pt x="964201" y="4445083"/>
                  </a:lnTo>
                  <a:lnTo>
                    <a:pt x="964319" y="4445083"/>
                  </a:lnTo>
                  <a:lnTo>
                    <a:pt x="964436" y="4445083"/>
                  </a:lnTo>
                  <a:lnTo>
                    <a:pt x="964554" y="4445083"/>
                  </a:lnTo>
                  <a:lnTo>
                    <a:pt x="964672" y="4445083"/>
                  </a:lnTo>
                  <a:lnTo>
                    <a:pt x="964789" y="4445083"/>
                  </a:lnTo>
                  <a:lnTo>
                    <a:pt x="964907" y="4445083"/>
                  </a:lnTo>
                  <a:lnTo>
                    <a:pt x="965025" y="4445083"/>
                  </a:lnTo>
                  <a:lnTo>
                    <a:pt x="965142" y="4445083"/>
                  </a:lnTo>
                  <a:lnTo>
                    <a:pt x="965260" y="4445083"/>
                  </a:lnTo>
                  <a:lnTo>
                    <a:pt x="965377" y="4445083"/>
                  </a:lnTo>
                  <a:lnTo>
                    <a:pt x="965495" y="4445083"/>
                  </a:lnTo>
                  <a:lnTo>
                    <a:pt x="965613" y="4445083"/>
                  </a:lnTo>
                  <a:lnTo>
                    <a:pt x="965613" y="4444653"/>
                  </a:lnTo>
                  <a:lnTo>
                    <a:pt x="965613" y="4444222"/>
                  </a:lnTo>
                  <a:lnTo>
                    <a:pt x="965730" y="4444222"/>
                  </a:lnTo>
                  <a:lnTo>
                    <a:pt x="965848" y="4444222"/>
                  </a:lnTo>
                  <a:lnTo>
                    <a:pt x="965965" y="4444222"/>
                  </a:lnTo>
                  <a:lnTo>
                    <a:pt x="966083" y="4444222"/>
                  </a:lnTo>
                  <a:lnTo>
                    <a:pt x="966201" y="4444222"/>
                  </a:lnTo>
                  <a:lnTo>
                    <a:pt x="966318" y="4444222"/>
                  </a:lnTo>
                  <a:lnTo>
                    <a:pt x="966436" y="4444222"/>
                  </a:lnTo>
                  <a:lnTo>
                    <a:pt x="966436" y="4443792"/>
                  </a:lnTo>
                  <a:lnTo>
                    <a:pt x="966554" y="4443792"/>
                  </a:lnTo>
                  <a:lnTo>
                    <a:pt x="966671" y="4443792"/>
                  </a:lnTo>
                  <a:lnTo>
                    <a:pt x="966671" y="4443361"/>
                  </a:lnTo>
                  <a:lnTo>
                    <a:pt x="966789" y="4443361"/>
                  </a:lnTo>
                  <a:lnTo>
                    <a:pt x="966906" y="4443361"/>
                  </a:lnTo>
                  <a:lnTo>
                    <a:pt x="967024" y="4443361"/>
                  </a:lnTo>
                  <a:lnTo>
                    <a:pt x="967024" y="4442930"/>
                  </a:lnTo>
                  <a:lnTo>
                    <a:pt x="967142" y="4442930"/>
                  </a:lnTo>
                  <a:lnTo>
                    <a:pt x="967259" y="4442930"/>
                  </a:lnTo>
                  <a:lnTo>
                    <a:pt x="967259" y="4442500"/>
                  </a:lnTo>
                  <a:lnTo>
                    <a:pt x="967259" y="4442069"/>
                  </a:lnTo>
                  <a:lnTo>
                    <a:pt x="967377" y="4442069"/>
                  </a:lnTo>
                  <a:lnTo>
                    <a:pt x="967377" y="4441639"/>
                  </a:lnTo>
                  <a:lnTo>
                    <a:pt x="967494" y="4441639"/>
                  </a:lnTo>
                  <a:lnTo>
                    <a:pt x="967494" y="4441208"/>
                  </a:lnTo>
                  <a:lnTo>
                    <a:pt x="967494" y="4440777"/>
                  </a:lnTo>
                  <a:lnTo>
                    <a:pt x="967612" y="4440777"/>
                  </a:lnTo>
                  <a:lnTo>
                    <a:pt x="967612" y="4440347"/>
                  </a:lnTo>
                  <a:lnTo>
                    <a:pt x="967730" y="4440347"/>
                  </a:lnTo>
                  <a:lnTo>
                    <a:pt x="967847" y="4440347"/>
                  </a:lnTo>
                  <a:lnTo>
                    <a:pt x="967965" y="4440347"/>
                  </a:lnTo>
                  <a:lnTo>
                    <a:pt x="968083" y="4440347"/>
                  </a:lnTo>
                  <a:lnTo>
                    <a:pt x="968200" y="4440347"/>
                  </a:lnTo>
                  <a:lnTo>
                    <a:pt x="968200" y="4439916"/>
                  </a:lnTo>
                  <a:lnTo>
                    <a:pt x="968318" y="4439916"/>
                  </a:lnTo>
                  <a:lnTo>
                    <a:pt x="968435" y="4439916"/>
                  </a:lnTo>
                  <a:lnTo>
                    <a:pt x="968435" y="4439486"/>
                  </a:lnTo>
                  <a:lnTo>
                    <a:pt x="968435" y="4439055"/>
                  </a:lnTo>
                  <a:lnTo>
                    <a:pt x="968435" y="4438624"/>
                  </a:lnTo>
                  <a:lnTo>
                    <a:pt x="968553" y="4438624"/>
                  </a:lnTo>
                  <a:lnTo>
                    <a:pt x="968671" y="4438624"/>
                  </a:lnTo>
                  <a:lnTo>
                    <a:pt x="968788" y="4438624"/>
                  </a:lnTo>
                  <a:lnTo>
                    <a:pt x="968906" y="4438624"/>
                  </a:lnTo>
                  <a:lnTo>
                    <a:pt x="969023" y="4438624"/>
                  </a:lnTo>
                  <a:lnTo>
                    <a:pt x="969141" y="4438624"/>
                  </a:lnTo>
                  <a:lnTo>
                    <a:pt x="969141" y="4438194"/>
                  </a:lnTo>
                  <a:lnTo>
                    <a:pt x="969259" y="4438194"/>
                  </a:lnTo>
                  <a:lnTo>
                    <a:pt x="969376" y="4438194"/>
                  </a:lnTo>
                  <a:lnTo>
                    <a:pt x="969494" y="4438194"/>
                  </a:lnTo>
                  <a:lnTo>
                    <a:pt x="969611" y="4438194"/>
                  </a:lnTo>
                  <a:lnTo>
                    <a:pt x="969729" y="4438194"/>
                  </a:lnTo>
                  <a:lnTo>
                    <a:pt x="969729" y="4437763"/>
                  </a:lnTo>
                  <a:lnTo>
                    <a:pt x="969729" y="4437333"/>
                  </a:lnTo>
                  <a:lnTo>
                    <a:pt x="969847" y="4437333"/>
                  </a:lnTo>
                  <a:lnTo>
                    <a:pt x="969847" y="4436902"/>
                  </a:lnTo>
                  <a:lnTo>
                    <a:pt x="969964" y="4436902"/>
                  </a:lnTo>
                  <a:lnTo>
                    <a:pt x="970082" y="4436902"/>
                  </a:lnTo>
                  <a:lnTo>
                    <a:pt x="970200" y="4436902"/>
                  </a:lnTo>
                  <a:lnTo>
                    <a:pt x="970317" y="4436902"/>
                  </a:lnTo>
                  <a:lnTo>
                    <a:pt x="970317" y="4436471"/>
                  </a:lnTo>
                  <a:lnTo>
                    <a:pt x="970317" y="4436041"/>
                  </a:lnTo>
                  <a:lnTo>
                    <a:pt x="970317" y="4435610"/>
                  </a:lnTo>
                  <a:lnTo>
                    <a:pt x="970435" y="4435610"/>
                  </a:lnTo>
                  <a:lnTo>
                    <a:pt x="970435" y="4435180"/>
                  </a:lnTo>
                  <a:lnTo>
                    <a:pt x="970435" y="4434749"/>
                  </a:lnTo>
                  <a:lnTo>
                    <a:pt x="970435" y="4434318"/>
                  </a:lnTo>
                  <a:lnTo>
                    <a:pt x="970552" y="4434318"/>
                  </a:lnTo>
                  <a:lnTo>
                    <a:pt x="970670" y="4434318"/>
                  </a:lnTo>
                  <a:lnTo>
                    <a:pt x="970788" y="4434318"/>
                  </a:lnTo>
                  <a:lnTo>
                    <a:pt x="970788" y="4433888"/>
                  </a:lnTo>
                  <a:lnTo>
                    <a:pt x="970905" y="4433888"/>
                  </a:lnTo>
                  <a:lnTo>
                    <a:pt x="970905" y="4433457"/>
                  </a:lnTo>
                  <a:lnTo>
                    <a:pt x="970905" y="4433027"/>
                  </a:lnTo>
                  <a:lnTo>
                    <a:pt x="971023" y="4433027"/>
                  </a:lnTo>
                  <a:lnTo>
                    <a:pt x="971140" y="4433027"/>
                  </a:lnTo>
                  <a:lnTo>
                    <a:pt x="971258" y="4433027"/>
                  </a:lnTo>
                  <a:lnTo>
                    <a:pt x="971376" y="4433027"/>
                  </a:lnTo>
                  <a:lnTo>
                    <a:pt x="971493" y="4433027"/>
                  </a:lnTo>
                  <a:lnTo>
                    <a:pt x="971611" y="4433027"/>
                  </a:lnTo>
                  <a:lnTo>
                    <a:pt x="971729" y="4433027"/>
                  </a:lnTo>
                  <a:lnTo>
                    <a:pt x="971846" y="4433027"/>
                  </a:lnTo>
                  <a:lnTo>
                    <a:pt x="971964" y="4433027"/>
                  </a:lnTo>
                  <a:lnTo>
                    <a:pt x="971964" y="4432596"/>
                  </a:lnTo>
                  <a:lnTo>
                    <a:pt x="972081" y="4432596"/>
                  </a:lnTo>
                  <a:lnTo>
                    <a:pt x="972199" y="4432596"/>
                  </a:lnTo>
                  <a:lnTo>
                    <a:pt x="972317" y="4432596"/>
                  </a:lnTo>
                  <a:lnTo>
                    <a:pt x="972317" y="4432165"/>
                  </a:lnTo>
                  <a:lnTo>
                    <a:pt x="972317" y="4431735"/>
                  </a:lnTo>
                  <a:lnTo>
                    <a:pt x="972317" y="4431304"/>
                  </a:lnTo>
                  <a:lnTo>
                    <a:pt x="972434" y="4431304"/>
                  </a:lnTo>
                  <a:lnTo>
                    <a:pt x="972552" y="4431304"/>
                  </a:lnTo>
                  <a:lnTo>
                    <a:pt x="972552" y="4430874"/>
                  </a:lnTo>
                  <a:lnTo>
                    <a:pt x="972552" y="4430443"/>
                  </a:lnTo>
                  <a:lnTo>
                    <a:pt x="972552" y="4430012"/>
                  </a:lnTo>
                  <a:lnTo>
                    <a:pt x="972552" y="4429582"/>
                  </a:lnTo>
                  <a:lnTo>
                    <a:pt x="972669" y="4429582"/>
                  </a:lnTo>
                  <a:lnTo>
                    <a:pt x="972669" y="4429151"/>
                  </a:lnTo>
                  <a:lnTo>
                    <a:pt x="972787" y="4429151"/>
                  </a:lnTo>
                  <a:lnTo>
                    <a:pt x="972905" y="4429151"/>
                  </a:lnTo>
                  <a:lnTo>
                    <a:pt x="972905" y="4428721"/>
                  </a:lnTo>
                  <a:lnTo>
                    <a:pt x="972905" y="4428290"/>
                  </a:lnTo>
                  <a:lnTo>
                    <a:pt x="972905" y="4427859"/>
                  </a:lnTo>
                  <a:lnTo>
                    <a:pt x="973022" y="4427859"/>
                  </a:lnTo>
                  <a:lnTo>
                    <a:pt x="973022" y="4427429"/>
                  </a:lnTo>
                  <a:lnTo>
                    <a:pt x="973140" y="4427429"/>
                  </a:lnTo>
                  <a:lnTo>
                    <a:pt x="973140" y="4426998"/>
                  </a:lnTo>
                  <a:lnTo>
                    <a:pt x="973258" y="4426998"/>
                  </a:lnTo>
                  <a:lnTo>
                    <a:pt x="973375" y="4426998"/>
                  </a:lnTo>
                  <a:lnTo>
                    <a:pt x="973375" y="4426568"/>
                  </a:lnTo>
                  <a:lnTo>
                    <a:pt x="973493" y="4426568"/>
                  </a:lnTo>
                  <a:lnTo>
                    <a:pt x="973610" y="4426568"/>
                  </a:lnTo>
                  <a:lnTo>
                    <a:pt x="973728" y="4426568"/>
                  </a:lnTo>
                  <a:lnTo>
                    <a:pt x="973846" y="4426568"/>
                  </a:lnTo>
                  <a:lnTo>
                    <a:pt x="973963" y="4426568"/>
                  </a:lnTo>
                  <a:lnTo>
                    <a:pt x="973963" y="4426137"/>
                  </a:lnTo>
                  <a:lnTo>
                    <a:pt x="973963" y="4425706"/>
                  </a:lnTo>
                  <a:lnTo>
                    <a:pt x="974081" y="4425706"/>
                  </a:lnTo>
                  <a:lnTo>
                    <a:pt x="974081" y="4425276"/>
                  </a:lnTo>
                  <a:lnTo>
                    <a:pt x="974081" y="4424845"/>
                  </a:lnTo>
                  <a:lnTo>
                    <a:pt x="974081" y="4424415"/>
                  </a:lnTo>
                  <a:lnTo>
                    <a:pt x="974198" y="4424415"/>
                  </a:lnTo>
                  <a:lnTo>
                    <a:pt x="974316" y="4424415"/>
                  </a:lnTo>
                  <a:lnTo>
                    <a:pt x="974434" y="4424415"/>
                  </a:lnTo>
                  <a:lnTo>
                    <a:pt x="974551" y="4424415"/>
                  </a:lnTo>
                  <a:lnTo>
                    <a:pt x="974669" y="4424415"/>
                  </a:lnTo>
                  <a:lnTo>
                    <a:pt x="974787" y="4424415"/>
                  </a:lnTo>
                  <a:lnTo>
                    <a:pt x="974904" y="4424415"/>
                  </a:lnTo>
                  <a:lnTo>
                    <a:pt x="974904" y="4423984"/>
                  </a:lnTo>
                  <a:lnTo>
                    <a:pt x="974904" y="4423553"/>
                  </a:lnTo>
                  <a:lnTo>
                    <a:pt x="975022" y="4423553"/>
                  </a:lnTo>
                  <a:lnTo>
                    <a:pt x="975139" y="4423553"/>
                  </a:lnTo>
                  <a:lnTo>
                    <a:pt x="975257" y="4423553"/>
                  </a:lnTo>
                  <a:lnTo>
                    <a:pt x="975257" y="4423123"/>
                  </a:lnTo>
                  <a:lnTo>
                    <a:pt x="975375" y="4423123"/>
                  </a:lnTo>
                  <a:lnTo>
                    <a:pt x="975492" y="4423123"/>
                  </a:lnTo>
                  <a:lnTo>
                    <a:pt x="975610" y="4423123"/>
                  </a:lnTo>
                  <a:lnTo>
                    <a:pt x="975610" y="4422692"/>
                  </a:lnTo>
                  <a:lnTo>
                    <a:pt x="975727" y="4422692"/>
                  </a:lnTo>
                  <a:lnTo>
                    <a:pt x="975727" y="4422262"/>
                  </a:lnTo>
                  <a:lnTo>
                    <a:pt x="975845" y="4422262"/>
                  </a:lnTo>
                  <a:lnTo>
                    <a:pt x="975845" y="4421831"/>
                  </a:lnTo>
                  <a:lnTo>
                    <a:pt x="975845" y="4421400"/>
                  </a:lnTo>
                  <a:lnTo>
                    <a:pt x="975963" y="4421400"/>
                  </a:lnTo>
                  <a:lnTo>
                    <a:pt x="976080" y="4421400"/>
                  </a:lnTo>
                  <a:lnTo>
                    <a:pt x="976080" y="4420970"/>
                  </a:lnTo>
                  <a:lnTo>
                    <a:pt x="976198" y="4420970"/>
                  </a:lnTo>
                  <a:lnTo>
                    <a:pt x="976316" y="4420970"/>
                  </a:lnTo>
                  <a:lnTo>
                    <a:pt x="976316" y="4420539"/>
                  </a:lnTo>
                  <a:lnTo>
                    <a:pt x="976316" y="4420109"/>
                  </a:lnTo>
                  <a:lnTo>
                    <a:pt x="976316" y="4419678"/>
                  </a:lnTo>
                  <a:lnTo>
                    <a:pt x="976433" y="4419678"/>
                  </a:lnTo>
                  <a:lnTo>
                    <a:pt x="976433" y="4419247"/>
                  </a:lnTo>
                  <a:lnTo>
                    <a:pt x="976433" y="4418817"/>
                  </a:lnTo>
                  <a:lnTo>
                    <a:pt x="976551" y="4418817"/>
                  </a:lnTo>
                  <a:lnTo>
                    <a:pt x="976668" y="4418817"/>
                  </a:lnTo>
                  <a:lnTo>
                    <a:pt x="976786" y="4418817"/>
                  </a:lnTo>
                  <a:lnTo>
                    <a:pt x="976786" y="4418386"/>
                  </a:lnTo>
                  <a:lnTo>
                    <a:pt x="976904" y="4418386"/>
                  </a:lnTo>
                  <a:lnTo>
                    <a:pt x="977021" y="4418386"/>
                  </a:lnTo>
                  <a:lnTo>
                    <a:pt x="977139" y="4418386"/>
                  </a:lnTo>
                  <a:lnTo>
                    <a:pt x="977256" y="4418386"/>
                  </a:lnTo>
                  <a:lnTo>
                    <a:pt x="977374" y="4418386"/>
                  </a:lnTo>
                  <a:lnTo>
                    <a:pt x="977492" y="4418386"/>
                  </a:lnTo>
                  <a:lnTo>
                    <a:pt x="977609" y="4418386"/>
                  </a:lnTo>
                  <a:lnTo>
                    <a:pt x="977727" y="4418386"/>
                  </a:lnTo>
                  <a:lnTo>
                    <a:pt x="977844" y="4418386"/>
                  </a:lnTo>
                  <a:lnTo>
                    <a:pt x="977962" y="4418386"/>
                  </a:lnTo>
                  <a:lnTo>
                    <a:pt x="977962" y="4417956"/>
                  </a:lnTo>
                  <a:lnTo>
                    <a:pt x="977962" y="4417525"/>
                  </a:lnTo>
                  <a:lnTo>
                    <a:pt x="978080" y="4417525"/>
                  </a:lnTo>
                  <a:lnTo>
                    <a:pt x="978197" y="4417525"/>
                  </a:lnTo>
                  <a:lnTo>
                    <a:pt x="978197" y="4417094"/>
                  </a:lnTo>
                  <a:lnTo>
                    <a:pt x="978315" y="4417094"/>
                  </a:lnTo>
                  <a:lnTo>
                    <a:pt x="978433" y="4417094"/>
                  </a:lnTo>
                  <a:lnTo>
                    <a:pt x="978550" y="4417094"/>
                  </a:lnTo>
                  <a:lnTo>
                    <a:pt x="978668" y="4417094"/>
                  </a:lnTo>
                  <a:lnTo>
                    <a:pt x="978785" y="4417094"/>
                  </a:lnTo>
                  <a:lnTo>
                    <a:pt x="978903" y="4417094"/>
                  </a:lnTo>
                  <a:lnTo>
                    <a:pt x="979021" y="4417094"/>
                  </a:lnTo>
                  <a:lnTo>
                    <a:pt x="979021" y="4416664"/>
                  </a:lnTo>
                  <a:lnTo>
                    <a:pt x="979138" y="4416664"/>
                  </a:lnTo>
                  <a:lnTo>
                    <a:pt x="979138" y="4416233"/>
                  </a:lnTo>
                  <a:lnTo>
                    <a:pt x="979256" y="4416233"/>
                  </a:lnTo>
                  <a:lnTo>
                    <a:pt x="979373" y="4416233"/>
                  </a:lnTo>
                  <a:lnTo>
                    <a:pt x="979491" y="4416233"/>
                  </a:lnTo>
                  <a:lnTo>
                    <a:pt x="979491" y="4415803"/>
                  </a:lnTo>
                  <a:lnTo>
                    <a:pt x="979609" y="4415803"/>
                  </a:lnTo>
                  <a:lnTo>
                    <a:pt x="979726" y="4415803"/>
                  </a:lnTo>
                  <a:lnTo>
                    <a:pt x="979844" y="4415803"/>
                  </a:lnTo>
                  <a:lnTo>
                    <a:pt x="979844" y="4415372"/>
                  </a:lnTo>
                  <a:lnTo>
                    <a:pt x="979962" y="4415372"/>
                  </a:lnTo>
                  <a:lnTo>
                    <a:pt x="979962" y="4414941"/>
                  </a:lnTo>
                  <a:lnTo>
                    <a:pt x="980079" y="4414941"/>
                  </a:lnTo>
                  <a:lnTo>
                    <a:pt x="980197" y="4414941"/>
                  </a:lnTo>
                  <a:lnTo>
                    <a:pt x="980314" y="4414941"/>
                  </a:lnTo>
                  <a:lnTo>
                    <a:pt x="980314" y="4414511"/>
                  </a:lnTo>
                  <a:lnTo>
                    <a:pt x="980432" y="4414511"/>
                  </a:lnTo>
                  <a:lnTo>
                    <a:pt x="980550" y="4414511"/>
                  </a:lnTo>
                  <a:lnTo>
                    <a:pt x="980667" y="4414511"/>
                  </a:lnTo>
                  <a:lnTo>
                    <a:pt x="980785" y="4414511"/>
                  </a:lnTo>
                  <a:lnTo>
                    <a:pt x="980902" y="4414511"/>
                  </a:lnTo>
                  <a:lnTo>
                    <a:pt x="981020" y="4414511"/>
                  </a:lnTo>
                  <a:lnTo>
                    <a:pt x="981138" y="4414511"/>
                  </a:lnTo>
                  <a:lnTo>
                    <a:pt x="981255" y="4414511"/>
                  </a:lnTo>
                  <a:lnTo>
                    <a:pt x="981255" y="4414080"/>
                  </a:lnTo>
                  <a:lnTo>
                    <a:pt x="981373" y="4414080"/>
                  </a:lnTo>
                  <a:lnTo>
                    <a:pt x="981373" y="4413650"/>
                  </a:lnTo>
                  <a:lnTo>
                    <a:pt x="981491" y="4413650"/>
                  </a:lnTo>
                  <a:lnTo>
                    <a:pt x="981491" y="4413219"/>
                  </a:lnTo>
                  <a:lnTo>
                    <a:pt x="981491" y="4412788"/>
                  </a:lnTo>
                  <a:lnTo>
                    <a:pt x="981491" y="4412358"/>
                  </a:lnTo>
                  <a:lnTo>
                    <a:pt x="981608" y="4412358"/>
                  </a:lnTo>
                  <a:lnTo>
                    <a:pt x="981608" y="4411927"/>
                  </a:lnTo>
                  <a:lnTo>
                    <a:pt x="981726" y="4411927"/>
                  </a:lnTo>
                  <a:lnTo>
                    <a:pt x="981843" y="4411927"/>
                  </a:lnTo>
                  <a:lnTo>
                    <a:pt x="981843" y="4411497"/>
                  </a:lnTo>
                  <a:lnTo>
                    <a:pt x="981961" y="4411497"/>
                  </a:lnTo>
                  <a:lnTo>
                    <a:pt x="981961" y="4411066"/>
                  </a:lnTo>
                  <a:lnTo>
                    <a:pt x="982079" y="4411066"/>
                  </a:lnTo>
                  <a:lnTo>
                    <a:pt x="982196" y="4411066"/>
                  </a:lnTo>
                  <a:lnTo>
                    <a:pt x="982196" y="4410635"/>
                  </a:lnTo>
                  <a:lnTo>
                    <a:pt x="982314" y="4410635"/>
                  </a:lnTo>
                  <a:lnTo>
                    <a:pt x="982314" y="4410205"/>
                  </a:lnTo>
                  <a:lnTo>
                    <a:pt x="982431" y="4410205"/>
                  </a:lnTo>
                  <a:lnTo>
                    <a:pt x="982549" y="4410205"/>
                  </a:lnTo>
                  <a:lnTo>
                    <a:pt x="982667" y="4410205"/>
                  </a:lnTo>
                  <a:lnTo>
                    <a:pt x="982784" y="4410205"/>
                  </a:lnTo>
                  <a:lnTo>
                    <a:pt x="982902" y="4410205"/>
                  </a:lnTo>
                  <a:lnTo>
                    <a:pt x="983020" y="4410205"/>
                  </a:lnTo>
                  <a:lnTo>
                    <a:pt x="983137" y="4410205"/>
                  </a:lnTo>
                  <a:lnTo>
                    <a:pt x="983255" y="4410205"/>
                  </a:lnTo>
                  <a:lnTo>
                    <a:pt x="983372" y="4410205"/>
                  </a:lnTo>
                  <a:lnTo>
                    <a:pt x="983490" y="4410205"/>
                  </a:lnTo>
                  <a:lnTo>
                    <a:pt x="983490" y="4409774"/>
                  </a:lnTo>
                  <a:lnTo>
                    <a:pt x="983608" y="4409774"/>
                  </a:lnTo>
                  <a:lnTo>
                    <a:pt x="983725" y="4409774"/>
                  </a:lnTo>
                  <a:lnTo>
                    <a:pt x="983725" y="4409344"/>
                  </a:lnTo>
                  <a:lnTo>
                    <a:pt x="983725" y="4408913"/>
                  </a:lnTo>
                  <a:lnTo>
                    <a:pt x="983725" y="4408482"/>
                  </a:lnTo>
                  <a:lnTo>
                    <a:pt x="983843" y="4408482"/>
                  </a:lnTo>
                  <a:lnTo>
                    <a:pt x="983843" y="4408052"/>
                  </a:lnTo>
                  <a:lnTo>
                    <a:pt x="983843" y="4407621"/>
                  </a:lnTo>
                  <a:lnTo>
                    <a:pt x="983960" y="4407621"/>
                  </a:lnTo>
                  <a:lnTo>
                    <a:pt x="984078" y="4407621"/>
                  </a:lnTo>
                  <a:lnTo>
                    <a:pt x="984196" y="4407621"/>
                  </a:lnTo>
                  <a:lnTo>
                    <a:pt x="984313" y="4407621"/>
                  </a:lnTo>
                  <a:lnTo>
                    <a:pt x="984431" y="4407621"/>
                  </a:lnTo>
                  <a:lnTo>
                    <a:pt x="984549" y="4407621"/>
                  </a:lnTo>
                  <a:lnTo>
                    <a:pt x="984549" y="4407191"/>
                  </a:lnTo>
                  <a:lnTo>
                    <a:pt x="984549" y="4406760"/>
                  </a:lnTo>
                  <a:lnTo>
                    <a:pt x="984549" y="4406329"/>
                  </a:lnTo>
                  <a:lnTo>
                    <a:pt x="984549" y="4405899"/>
                  </a:lnTo>
                  <a:lnTo>
                    <a:pt x="984666" y="4405899"/>
                  </a:lnTo>
                  <a:lnTo>
                    <a:pt x="984784" y="4405899"/>
                  </a:lnTo>
                  <a:lnTo>
                    <a:pt x="984901" y="4405899"/>
                  </a:lnTo>
                  <a:lnTo>
                    <a:pt x="985019" y="4405899"/>
                  </a:lnTo>
                  <a:lnTo>
                    <a:pt x="985137" y="4405899"/>
                  </a:lnTo>
                  <a:lnTo>
                    <a:pt x="985254" y="4405899"/>
                  </a:lnTo>
                  <a:lnTo>
                    <a:pt x="985372" y="4405899"/>
                  </a:lnTo>
                  <a:lnTo>
                    <a:pt x="985489" y="4405899"/>
                  </a:lnTo>
                  <a:lnTo>
                    <a:pt x="985607" y="4405899"/>
                  </a:lnTo>
                  <a:lnTo>
                    <a:pt x="985725" y="4405899"/>
                  </a:lnTo>
                  <a:lnTo>
                    <a:pt x="985842" y="4405899"/>
                  </a:lnTo>
                  <a:lnTo>
                    <a:pt x="985960" y="4405899"/>
                  </a:lnTo>
                  <a:lnTo>
                    <a:pt x="986077" y="4405899"/>
                  </a:lnTo>
                  <a:lnTo>
                    <a:pt x="986077" y="4405468"/>
                  </a:lnTo>
                  <a:lnTo>
                    <a:pt x="986195" y="4405468"/>
                  </a:lnTo>
                  <a:lnTo>
                    <a:pt x="986313" y="4405468"/>
                  </a:lnTo>
                  <a:lnTo>
                    <a:pt x="986313" y="4405038"/>
                  </a:lnTo>
                  <a:lnTo>
                    <a:pt x="986313" y="4404607"/>
                  </a:lnTo>
                  <a:lnTo>
                    <a:pt x="986430" y="4404607"/>
                  </a:lnTo>
                  <a:lnTo>
                    <a:pt x="986430" y="4404176"/>
                  </a:lnTo>
                  <a:lnTo>
                    <a:pt x="986548" y="4404176"/>
                  </a:lnTo>
                  <a:lnTo>
                    <a:pt x="986666" y="4404176"/>
                  </a:lnTo>
                  <a:lnTo>
                    <a:pt x="986783" y="4404176"/>
                  </a:lnTo>
                  <a:lnTo>
                    <a:pt x="986901" y="4404176"/>
                  </a:lnTo>
                  <a:lnTo>
                    <a:pt x="987018" y="4404176"/>
                  </a:lnTo>
                  <a:lnTo>
                    <a:pt x="987136" y="4404176"/>
                  </a:lnTo>
                  <a:lnTo>
                    <a:pt x="987254" y="4404176"/>
                  </a:lnTo>
                  <a:lnTo>
                    <a:pt x="987371" y="4404176"/>
                  </a:lnTo>
                  <a:lnTo>
                    <a:pt x="987489" y="4404176"/>
                  </a:lnTo>
                  <a:lnTo>
                    <a:pt x="987606" y="4404176"/>
                  </a:lnTo>
                  <a:lnTo>
                    <a:pt x="987606" y="4403746"/>
                  </a:lnTo>
                  <a:lnTo>
                    <a:pt x="987724" y="4403746"/>
                  </a:lnTo>
                  <a:lnTo>
                    <a:pt x="987724" y="4403315"/>
                  </a:lnTo>
                  <a:lnTo>
                    <a:pt x="987842" y="4403315"/>
                  </a:lnTo>
                  <a:lnTo>
                    <a:pt x="987959" y="4403315"/>
                  </a:lnTo>
                  <a:lnTo>
                    <a:pt x="988077" y="4403315"/>
                  </a:lnTo>
                  <a:lnTo>
                    <a:pt x="988195" y="4403315"/>
                  </a:lnTo>
                  <a:lnTo>
                    <a:pt x="988195" y="4402885"/>
                  </a:lnTo>
                  <a:lnTo>
                    <a:pt x="988312" y="4402885"/>
                  </a:lnTo>
                  <a:lnTo>
                    <a:pt x="988430" y="4402885"/>
                  </a:lnTo>
                  <a:lnTo>
                    <a:pt x="988430" y="4402454"/>
                  </a:lnTo>
                  <a:lnTo>
                    <a:pt x="988430" y="4402023"/>
                  </a:lnTo>
                  <a:lnTo>
                    <a:pt x="988430" y="4401593"/>
                  </a:lnTo>
                  <a:lnTo>
                    <a:pt x="988547" y="4401593"/>
                  </a:lnTo>
                  <a:lnTo>
                    <a:pt x="988547" y="4401162"/>
                  </a:lnTo>
                  <a:lnTo>
                    <a:pt x="988547" y="4400732"/>
                  </a:lnTo>
                  <a:lnTo>
                    <a:pt x="988665" y="4400732"/>
                  </a:lnTo>
                  <a:lnTo>
                    <a:pt x="988783" y="4400732"/>
                  </a:lnTo>
                  <a:lnTo>
                    <a:pt x="988900" y="4400732"/>
                  </a:lnTo>
                  <a:lnTo>
                    <a:pt x="989018" y="4400732"/>
                  </a:lnTo>
                  <a:lnTo>
                    <a:pt x="989135" y="4400732"/>
                  </a:lnTo>
                  <a:lnTo>
                    <a:pt x="989253" y="4400732"/>
                  </a:lnTo>
                  <a:lnTo>
                    <a:pt x="989253" y="4400301"/>
                  </a:lnTo>
                  <a:lnTo>
                    <a:pt x="989371" y="4400301"/>
                  </a:lnTo>
                  <a:lnTo>
                    <a:pt x="989371" y="4399870"/>
                  </a:lnTo>
                  <a:lnTo>
                    <a:pt x="989371" y="4399440"/>
                  </a:lnTo>
                  <a:lnTo>
                    <a:pt x="989488" y="4399440"/>
                  </a:lnTo>
                  <a:lnTo>
                    <a:pt x="989606" y="4399440"/>
                  </a:lnTo>
                  <a:lnTo>
                    <a:pt x="989606" y="4399009"/>
                  </a:lnTo>
                  <a:lnTo>
                    <a:pt x="989606" y="4398579"/>
                  </a:lnTo>
                  <a:lnTo>
                    <a:pt x="989606" y="4398148"/>
                  </a:lnTo>
                  <a:lnTo>
                    <a:pt x="989606" y="4397717"/>
                  </a:lnTo>
                  <a:lnTo>
                    <a:pt x="989724" y="4397717"/>
                  </a:lnTo>
                  <a:lnTo>
                    <a:pt x="989841" y="4397717"/>
                  </a:lnTo>
                  <a:lnTo>
                    <a:pt x="989959" y="4397717"/>
                  </a:lnTo>
                  <a:lnTo>
                    <a:pt x="990076" y="4397717"/>
                  </a:lnTo>
                  <a:lnTo>
                    <a:pt x="990076" y="4397287"/>
                  </a:lnTo>
                  <a:lnTo>
                    <a:pt x="990194" y="4397287"/>
                  </a:lnTo>
                  <a:lnTo>
                    <a:pt x="990194" y="4396856"/>
                  </a:lnTo>
                  <a:lnTo>
                    <a:pt x="990194" y="4396426"/>
                  </a:lnTo>
                  <a:lnTo>
                    <a:pt x="990312" y="4396426"/>
                  </a:lnTo>
                  <a:lnTo>
                    <a:pt x="990429" y="4396426"/>
                  </a:lnTo>
                  <a:lnTo>
                    <a:pt x="990547" y="4396426"/>
                  </a:lnTo>
                  <a:lnTo>
                    <a:pt x="990547" y="4395995"/>
                  </a:lnTo>
                  <a:lnTo>
                    <a:pt x="990547" y="4395564"/>
                  </a:lnTo>
                  <a:lnTo>
                    <a:pt x="990664" y="4395564"/>
                  </a:lnTo>
                  <a:lnTo>
                    <a:pt x="990782" y="4395564"/>
                  </a:lnTo>
                  <a:lnTo>
                    <a:pt x="990900" y="4395564"/>
                  </a:lnTo>
                  <a:lnTo>
                    <a:pt x="991017" y="4395564"/>
                  </a:lnTo>
                  <a:lnTo>
                    <a:pt x="991135" y="4395564"/>
                  </a:lnTo>
                  <a:lnTo>
                    <a:pt x="991253" y="4395564"/>
                  </a:lnTo>
                  <a:lnTo>
                    <a:pt x="991253" y="4395134"/>
                  </a:lnTo>
                  <a:lnTo>
                    <a:pt x="991370" y="4395134"/>
                  </a:lnTo>
                  <a:lnTo>
                    <a:pt x="991488" y="4395134"/>
                  </a:lnTo>
                  <a:lnTo>
                    <a:pt x="991488" y="4394703"/>
                  </a:lnTo>
                  <a:lnTo>
                    <a:pt x="991488" y="4394273"/>
                  </a:lnTo>
                  <a:lnTo>
                    <a:pt x="991605" y="4394273"/>
                  </a:lnTo>
                  <a:lnTo>
                    <a:pt x="991723" y="4394273"/>
                  </a:lnTo>
                  <a:lnTo>
                    <a:pt x="991841" y="4394273"/>
                  </a:lnTo>
                  <a:lnTo>
                    <a:pt x="991958" y="4394273"/>
                  </a:lnTo>
                  <a:lnTo>
                    <a:pt x="992076" y="4394273"/>
                  </a:lnTo>
                  <a:lnTo>
                    <a:pt x="992193" y="4394273"/>
                  </a:lnTo>
                  <a:lnTo>
                    <a:pt x="992311" y="4394273"/>
                  </a:lnTo>
                  <a:lnTo>
                    <a:pt x="992429" y="4394273"/>
                  </a:lnTo>
                  <a:lnTo>
                    <a:pt x="992429" y="4393842"/>
                  </a:lnTo>
                  <a:lnTo>
                    <a:pt x="992546" y="4393842"/>
                  </a:lnTo>
                  <a:lnTo>
                    <a:pt x="992664" y="4393842"/>
                  </a:lnTo>
                  <a:lnTo>
                    <a:pt x="992782" y="4393842"/>
                  </a:lnTo>
                  <a:lnTo>
                    <a:pt x="992899" y="4393842"/>
                  </a:lnTo>
                  <a:lnTo>
                    <a:pt x="993017" y="4393842"/>
                  </a:lnTo>
                  <a:lnTo>
                    <a:pt x="993134" y="4393842"/>
                  </a:lnTo>
                  <a:lnTo>
                    <a:pt x="993252" y="4393842"/>
                  </a:lnTo>
                  <a:lnTo>
                    <a:pt x="993370" y="4393842"/>
                  </a:lnTo>
                  <a:lnTo>
                    <a:pt x="993487" y="4393842"/>
                  </a:lnTo>
                  <a:lnTo>
                    <a:pt x="993605" y="4393842"/>
                  </a:lnTo>
                  <a:lnTo>
                    <a:pt x="993722" y="4393842"/>
                  </a:lnTo>
                  <a:lnTo>
                    <a:pt x="993840" y="4393842"/>
                  </a:lnTo>
                  <a:lnTo>
                    <a:pt x="993958" y="4393842"/>
                  </a:lnTo>
                  <a:lnTo>
                    <a:pt x="994075" y="4393842"/>
                  </a:lnTo>
                  <a:lnTo>
                    <a:pt x="994193" y="4393842"/>
                  </a:lnTo>
                  <a:lnTo>
                    <a:pt x="994310" y="4393842"/>
                  </a:lnTo>
                  <a:lnTo>
                    <a:pt x="994310" y="4393411"/>
                  </a:lnTo>
                  <a:lnTo>
                    <a:pt x="994310" y="4392981"/>
                  </a:lnTo>
                  <a:lnTo>
                    <a:pt x="994428" y="4392981"/>
                  </a:lnTo>
                  <a:lnTo>
                    <a:pt x="994546" y="4392981"/>
                  </a:lnTo>
                  <a:lnTo>
                    <a:pt x="994546" y="4392550"/>
                  </a:lnTo>
                  <a:lnTo>
                    <a:pt x="994546" y="4392120"/>
                  </a:lnTo>
                  <a:lnTo>
                    <a:pt x="994663" y="4392120"/>
                  </a:lnTo>
                  <a:lnTo>
                    <a:pt x="994781" y="4392120"/>
                  </a:lnTo>
                  <a:lnTo>
                    <a:pt x="994781" y="4391689"/>
                  </a:lnTo>
                  <a:lnTo>
                    <a:pt x="994781" y="4391258"/>
                  </a:lnTo>
                  <a:lnTo>
                    <a:pt x="994781" y="4390828"/>
                  </a:lnTo>
                  <a:lnTo>
                    <a:pt x="994899" y="4390828"/>
                  </a:lnTo>
                  <a:lnTo>
                    <a:pt x="994899" y="4390397"/>
                  </a:lnTo>
                  <a:lnTo>
                    <a:pt x="994899" y="4389967"/>
                  </a:lnTo>
                  <a:lnTo>
                    <a:pt x="995016" y="4389967"/>
                  </a:lnTo>
                  <a:lnTo>
                    <a:pt x="995134" y="4389967"/>
                  </a:lnTo>
                  <a:lnTo>
                    <a:pt x="995134" y="4389536"/>
                  </a:lnTo>
                  <a:lnTo>
                    <a:pt x="995134" y="4389105"/>
                  </a:lnTo>
                  <a:lnTo>
                    <a:pt x="995251" y="4389105"/>
                  </a:lnTo>
                  <a:lnTo>
                    <a:pt x="995369" y="4389105"/>
                  </a:lnTo>
                  <a:lnTo>
                    <a:pt x="995487" y="4389105"/>
                  </a:lnTo>
                  <a:lnTo>
                    <a:pt x="995604" y="4389105"/>
                  </a:lnTo>
                  <a:lnTo>
                    <a:pt x="995722" y="4389105"/>
                  </a:lnTo>
                  <a:lnTo>
                    <a:pt x="995839" y="4389105"/>
                  </a:lnTo>
                  <a:lnTo>
                    <a:pt x="995957" y="4389105"/>
                  </a:lnTo>
                  <a:lnTo>
                    <a:pt x="996075" y="4389105"/>
                  </a:lnTo>
                  <a:lnTo>
                    <a:pt x="996192" y="4389105"/>
                  </a:lnTo>
                  <a:lnTo>
                    <a:pt x="996192" y="4388675"/>
                  </a:lnTo>
                  <a:lnTo>
                    <a:pt x="996192" y="4388244"/>
                  </a:lnTo>
                  <a:lnTo>
                    <a:pt x="996310" y="4388244"/>
                  </a:lnTo>
                  <a:lnTo>
                    <a:pt x="996428" y="4388244"/>
                  </a:lnTo>
                  <a:lnTo>
                    <a:pt x="996428" y="4387814"/>
                  </a:lnTo>
                  <a:lnTo>
                    <a:pt x="996428" y="4387383"/>
                  </a:lnTo>
                  <a:lnTo>
                    <a:pt x="996545" y="4387383"/>
                  </a:lnTo>
                  <a:lnTo>
                    <a:pt x="996663" y="4387383"/>
                  </a:lnTo>
                  <a:lnTo>
                    <a:pt x="996780" y="4387383"/>
                  </a:lnTo>
                  <a:lnTo>
                    <a:pt x="996898" y="4387383"/>
                  </a:lnTo>
                  <a:lnTo>
                    <a:pt x="997016" y="4387383"/>
                  </a:lnTo>
                  <a:lnTo>
                    <a:pt x="997016" y="4386952"/>
                  </a:lnTo>
                  <a:lnTo>
                    <a:pt x="997133" y="4386952"/>
                  </a:lnTo>
                  <a:lnTo>
                    <a:pt x="997251" y="4386952"/>
                  </a:lnTo>
                  <a:lnTo>
                    <a:pt x="997368" y="4386952"/>
                  </a:lnTo>
                  <a:lnTo>
                    <a:pt x="997486" y="4386952"/>
                  </a:lnTo>
                  <a:lnTo>
                    <a:pt x="997604" y="4386952"/>
                  </a:lnTo>
                  <a:lnTo>
                    <a:pt x="997604" y="4386522"/>
                  </a:lnTo>
                  <a:lnTo>
                    <a:pt x="997721" y="4386522"/>
                  </a:lnTo>
                  <a:lnTo>
                    <a:pt x="997839" y="4386522"/>
                  </a:lnTo>
                  <a:lnTo>
                    <a:pt x="997957" y="4386522"/>
                  </a:lnTo>
                  <a:lnTo>
                    <a:pt x="998074" y="4386522"/>
                  </a:lnTo>
                  <a:lnTo>
                    <a:pt x="998192" y="4386522"/>
                  </a:lnTo>
                  <a:lnTo>
                    <a:pt x="998192" y="4386091"/>
                  </a:lnTo>
                  <a:lnTo>
                    <a:pt x="998309" y="4386091"/>
                  </a:lnTo>
                  <a:lnTo>
                    <a:pt x="998427" y="4386091"/>
                  </a:lnTo>
                  <a:lnTo>
                    <a:pt x="998545" y="4386091"/>
                  </a:lnTo>
                  <a:lnTo>
                    <a:pt x="998545" y="4385661"/>
                  </a:lnTo>
                  <a:lnTo>
                    <a:pt x="998662" y="4385661"/>
                  </a:lnTo>
                  <a:lnTo>
                    <a:pt x="998780" y="4385661"/>
                  </a:lnTo>
                  <a:lnTo>
                    <a:pt x="998780" y="4385230"/>
                  </a:lnTo>
                  <a:lnTo>
                    <a:pt x="998780" y="4384799"/>
                  </a:lnTo>
                  <a:lnTo>
                    <a:pt x="998897" y="4384799"/>
                  </a:lnTo>
                  <a:lnTo>
                    <a:pt x="998897" y="4384369"/>
                  </a:lnTo>
                  <a:lnTo>
                    <a:pt x="999015" y="4384369"/>
                  </a:lnTo>
                  <a:lnTo>
                    <a:pt x="999133" y="4384369"/>
                  </a:lnTo>
                  <a:lnTo>
                    <a:pt x="999133" y="4383938"/>
                  </a:lnTo>
                  <a:lnTo>
                    <a:pt x="999250" y="4383938"/>
                  </a:lnTo>
                  <a:lnTo>
                    <a:pt x="999368" y="4383938"/>
                  </a:lnTo>
                  <a:lnTo>
                    <a:pt x="999486" y="4383938"/>
                  </a:lnTo>
                  <a:lnTo>
                    <a:pt x="999486" y="4383508"/>
                  </a:lnTo>
                  <a:lnTo>
                    <a:pt x="999603" y="4383508"/>
                  </a:lnTo>
                  <a:lnTo>
                    <a:pt x="999721" y="4383508"/>
                  </a:lnTo>
                  <a:lnTo>
                    <a:pt x="999721" y="4383077"/>
                  </a:lnTo>
                  <a:lnTo>
                    <a:pt x="999838" y="4383077"/>
                  </a:lnTo>
                  <a:lnTo>
                    <a:pt x="999956" y="4383077"/>
                  </a:lnTo>
                  <a:lnTo>
                    <a:pt x="1000074" y="4383077"/>
                  </a:lnTo>
                  <a:lnTo>
                    <a:pt x="1000191" y="4383077"/>
                  </a:lnTo>
                  <a:lnTo>
                    <a:pt x="1000309" y="4383077"/>
                  </a:lnTo>
                  <a:lnTo>
                    <a:pt x="1000426" y="4383077"/>
                  </a:lnTo>
                  <a:lnTo>
                    <a:pt x="1000544" y="4383077"/>
                  </a:lnTo>
                  <a:lnTo>
                    <a:pt x="1000662" y="4383077"/>
                  </a:lnTo>
                  <a:lnTo>
                    <a:pt x="1000779" y="4383077"/>
                  </a:lnTo>
                  <a:lnTo>
                    <a:pt x="1000897" y="4383077"/>
                  </a:lnTo>
                  <a:lnTo>
                    <a:pt x="1001015" y="4383077"/>
                  </a:lnTo>
                  <a:lnTo>
                    <a:pt x="1001015" y="4382646"/>
                  </a:lnTo>
                  <a:lnTo>
                    <a:pt x="1001132" y="4382646"/>
                  </a:lnTo>
                  <a:lnTo>
                    <a:pt x="1001250" y="4382646"/>
                  </a:lnTo>
                  <a:lnTo>
                    <a:pt x="1001367" y="4382646"/>
                  </a:lnTo>
                  <a:lnTo>
                    <a:pt x="1001485" y="4382646"/>
                  </a:lnTo>
                  <a:lnTo>
                    <a:pt x="1001603" y="4382646"/>
                  </a:lnTo>
                  <a:lnTo>
                    <a:pt x="1001603" y="4382216"/>
                  </a:lnTo>
                  <a:lnTo>
                    <a:pt x="1001603" y="4381785"/>
                  </a:lnTo>
                  <a:lnTo>
                    <a:pt x="1001720" y="4381785"/>
                  </a:lnTo>
                  <a:lnTo>
                    <a:pt x="1001720" y="4381355"/>
                  </a:lnTo>
                  <a:lnTo>
                    <a:pt x="1001720" y="4380924"/>
                  </a:lnTo>
                  <a:lnTo>
                    <a:pt x="1001720" y="4380493"/>
                  </a:lnTo>
                  <a:lnTo>
                    <a:pt x="1001838" y="4380493"/>
                  </a:lnTo>
                  <a:lnTo>
                    <a:pt x="1001838" y="4380063"/>
                  </a:lnTo>
                  <a:lnTo>
                    <a:pt x="1001955" y="4380063"/>
                  </a:lnTo>
                  <a:lnTo>
                    <a:pt x="1001955" y="4379632"/>
                  </a:lnTo>
                  <a:lnTo>
                    <a:pt x="1001955" y="4379202"/>
                  </a:lnTo>
                  <a:lnTo>
                    <a:pt x="1002073" y="4379202"/>
                  </a:lnTo>
                  <a:lnTo>
                    <a:pt x="1002073" y="4378771"/>
                  </a:lnTo>
                  <a:lnTo>
                    <a:pt x="1002073" y="4378340"/>
                  </a:lnTo>
                  <a:lnTo>
                    <a:pt x="1002073" y="4377910"/>
                  </a:lnTo>
                  <a:lnTo>
                    <a:pt x="1002073" y="4377479"/>
                  </a:lnTo>
                  <a:lnTo>
                    <a:pt x="1002073" y="4377049"/>
                  </a:lnTo>
                  <a:lnTo>
                    <a:pt x="1002191" y="4377049"/>
                  </a:lnTo>
                  <a:lnTo>
                    <a:pt x="1002308" y="4377049"/>
                  </a:lnTo>
                  <a:lnTo>
                    <a:pt x="1002426" y="4377049"/>
                  </a:lnTo>
                  <a:lnTo>
                    <a:pt x="1002543" y="4377049"/>
                  </a:lnTo>
                  <a:lnTo>
                    <a:pt x="1002543" y="4376618"/>
                  </a:lnTo>
                  <a:lnTo>
                    <a:pt x="1002661" y="4376618"/>
                  </a:lnTo>
                  <a:lnTo>
                    <a:pt x="1002779" y="4376618"/>
                  </a:lnTo>
                  <a:lnTo>
                    <a:pt x="1002896" y="4376618"/>
                  </a:lnTo>
                  <a:lnTo>
                    <a:pt x="1003014" y="4376618"/>
                  </a:lnTo>
                  <a:lnTo>
                    <a:pt x="1003132" y="4376618"/>
                  </a:lnTo>
                  <a:lnTo>
                    <a:pt x="1003249" y="4376618"/>
                  </a:lnTo>
                  <a:lnTo>
                    <a:pt x="1003249" y="4376187"/>
                  </a:lnTo>
                  <a:lnTo>
                    <a:pt x="1003367" y="4376187"/>
                  </a:lnTo>
                  <a:lnTo>
                    <a:pt x="1003367" y="4375757"/>
                  </a:lnTo>
                  <a:lnTo>
                    <a:pt x="1003484" y="4375757"/>
                  </a:lnTo>
                  <a:lnTo>
                    <a:pt x="1003602" y="4375757"/>
                  </a:lnTo>
                  <a:lnTo>
                    <a:pt x="1003720" y="4375757"/>
                  </a:lnTo>
                  <a:lnTo>
                    <a:pt x="1003720" y="4375326"/>
                  </a:lnTo>
                  <a:lnTo>
                    <a:pt x="1003837" y="4375326"/>
                  </a:lnTo>
                  <a:lnTo>
                    <a:pt x="1003955" y="4375326"/>
                  </a:lnTo>
                  <a:lnTo>
                    <a:pt x="1003955" y="4374896"/>
                  </a:lnTo>
                  <a:lnTo>
                    <a:pt x="1004072" y="4374896"/>
                  </a:lnTo>
                  <a:lnTo>
                    <a:pt x="1004072" y="4374465"/>
                  </a:lnTo>
                  <a:lnTo>
                    <a:pt x="1004190" y="4374465"/>
                  </a:lnTo>
                  <a:lnTo>
                    <a:pt x="1004308" y="4374465"/>
                  </a:lnTo>
                  <a:lnTo>
                    <a:pt x="1004425" y="4374465"/>
                  </a:lnTo>
                  <a:lnTo>
                    <a:pt x="1004543" y="4374465"/>
                  </a:lnTo>
                  <a:lnTo>
                    <a:pt x="1004543" y="4374034"/>
                  </a:lnTo>
                  <a:lnTo>
                    <a:pt x="1004543" y="4373604"/>
                  </a:lnTo>
                  <a:lnTo>
                    <a:pt x="1004661" y="4373604"/>
                  </a:lnTo>
                  <a:lnTo>
                    <a:pt x="1004661" y="4373173"/>
                  </a:lnTo>
                  <a:lnTo>
                    <a:pt x="1004778" y="4373173"/>
                  </a:lnTo>
                  <a:lnTo>
                    <a:pt x="1004896" y="4373173"/>
                  </a:lnTo>
                  <a:lnTo>
                    <a:pt x="1004896" y="4372743"/>
                  </a:lnTo>
                  <a:lnTo>
                    <a:pt x="1004896" y="4372312"/>
                  </a:lnTo>
                  <a:lnTo>
                    <a:pt x="1005013" y="4372312"/>
                  </a:lnTo>
                  <a:lnTo>
                    <a:pt x="1005131" y="4372312"/>
                  </a:lnTo>
                  <a:lnTo>
                    <a:pt x="1005131" y="4371881"/>
                  </a:lnTo>
                  <a:lnTo>
                    <a:pt x="1005249" y="4371881"/>
                  </a:lnTo>
                  <a:lnTo>
                    <a:pt x="1005366" y="4371881"/>
                  </a:lnTo>
                  <a:lnTo>
                    <a:pt x="1005484" y="4371881"/>
                  </a:lnTo>
                  <a:lnTo>
                    <a:pt x="1005601" y="4371881"/>
                  </a:lnTo>
                  <a:lnTo>
                    <a:pt x="1005719" y="4371881"/>
                  </a:lnTo>
                  <a:lnTo>
                    <a:pt x="1005719" y="4371451"/>
                  </a:lnTo>
                  <a:lnTo>
                    <a:pt x="1005719" y="4371020"/>
                  </a:lnTo>
                  <a:lnTo>
                    <a:pt x="1005837" y="4371020"/>
                  </a:lnTo>
                  <a:lnTo>
                    <a:pt x="1005837" y="4370590"/>
                  </a:lnTo>
                  <a:lnTo>
                    <a:pt x="1005954" y="4370590"/>
                  </a:lnTo>
                  <a:lnTo>
                    <a:pt x="1005954" y="4370159"/>
                  </a:lnTo>
                  <a:lnTo>
                    <a:pt x="1006072" y="4370159"/>
                  </a:lnTo>
                  <a:lnTo>
                    <a:pt x="1006190" y="4370159"/>
                  </a:lnTo>
                  <a:lnTo>
                    <a:pt x="1006307" y="4370159"/>
                  </a:lnTo>
                  <a:lnTo>
                    <a:pt x="1006425" y="4370159"/>
                  </a:lnTo>
                  <a:lnTo>
                    <a:pt x="1006425" y="4369728"/>
                  </a:lnTo>
                  <a:lnTo>
                    <a:pt x="1006542" y="4369728"/>
                  </a:lnTo>
                  <a:lnTo>
                    <a:pt x="1006542" y="4369298"/>
                  </a:lnTo>
                  <a:lnTo>
                    <a:pt x="1006660" y="4369298"/>
                  </a:lnTo>
                  <a:lnTo>
                    <a:pt x="1006660" y="4368867"/>
                  </a:lnTo>
                  <a:lnTo>
                    <a:pt x="1006778" y="4368867"/>
                  </a:lnTo>
                  <a:lnTo>
                    <a:pt x="1006895" y="4368867"/>
                  </a:lnTo>
                  <a:lnTo>
                    <a:pt x="1007013" y="4368867"/>
                  </a:lnTo>
                  <a:lnTo>
                    <a:pt x="1007013" y="4368437"/>
                  </a:lnTo>
                  <a:lnTo>
                    <a:pt x="1007130" y="4368437"/>
                  </a:lnTo>
                  <a:lnTo>
                    <a:pt x="1007248" y="4368437"/>
                  </a:lnTo>
                  <a:lnTo>
                    <a:pt x="1007366" y="4368437"/>
                  </a:lnTo>
                  <a:lnTo>
                    <a:pt x="1007366" y="4368006"/>
                  </a:lnTo>
                  <a:lnTo>
                    <a:pt x="1007483" y="4368006"/>
                  </a:lnTo>
                  <a:lnTo>
                    <a:pt x="1007483" y="4367575"/>
                  </a:lnTo>
                  <a:lnTo>
                    <a:pt x="1007601" y="4367575"/>
                  </a:lnTo>
                  <a:lnTo>
                    <a:pt x="1007601" y="4367145"/>
                  </a:lnTo>
                  <a:lnTo>
                    <a:pt x="1007719" y="4367145"/>
                  </a:lnTo>
                  <a:lnTo>
                    <a:pt x="1007719" y="4366714"/>
                  </a:lnTo>
                  <a:lnTo>
                    <a:pt x="1007836" y="4366714"/>
                  </a:lnTo>
                  <a:lnTo>
                    <a:pt x="1007954" y="4366714"/>
                  </a:lnTo>
                  <a:lnTo>
                    <a:pt x="1007954" y="4366284"/>
                  </a:lnTo>
                  <a:lnTo>
                    <a:pt x="1007954" y="4365853"/>
                  </a:lnTo>
                  <a:lnTo>
                    <a:pt x="1008071" y="4365853"/>
                  </a:lnTo>
                  <a:lnTo>
                    <a:pt x="1008071" y="4365422"/>
                  </a:lnTo>
                  <a:lnTo>
                    <a:pt x="1008189" y="4365422"/>
                  </a:lnTo>
                  <a:lnTo>
                    <a:pt x="1008189" y="4364992"/>
                  </a:lnTo>
                  <a:lnTo>
                    <a:pt x="1008307" y="4364992"/>
                  </a:lnTo>
                  <a:lnTo>
                    <a:pt x="1008424" y="4364992"/>
                  </a:lnTo>
                  <a:lnTo>
                    <a:pt x="1008542" y="4364992"/>
                  </a:lnTo>
                  <a:lnTo>
                    <a:pt x="1008659" y="4364992"/>
                  </a:lnTo>
                  <a:lnTo>
                    <a:pt x="1008659" y="4364561"/>
                  </a:lnTo>
                  <a:lnTo>
                    <a:pt x="1008659" y="4364131"/>
                  </a:lnTo>
                  <a:lnTo>
                    <a:pt x="1008659" y="4363700"/>
                  </a:lnTo>
                  <a:lnTo>
                    <a:pt x="1008777" y="4363700"/>
                  </a:lnTo>
                  <a:lnTo>
                    <a:pt x="1008777" y="4363269"/>
                  </a:lnTo>
                  <a:lnTo>
                    <a:pt x="1008895" y="4363269"/>
                  </a:lnTo>
                  <a:lnTo>
                    <a:pt x="1009012" y="4363269"/>
                  </a:lnTo>
                  <a:lnTo>
                    <a:pt x="1009012" y="4362839"/>
                  </a:lnTo>
                  <a:lnTo>
                    <a:pt x="1009012" y="4362408"/>
                  </a:lnTo>
                  <a:lnTo>
                    <a:pt x="1009130" y="4362408"/>
                  </a:lnTo>
                  <a:lnTo>
                    <a:pt x="1009248" y="4362408"/>
                  </a:lnTo>
                  <a:lnTo>
                    <a:pt x="1009365" y="4362408"/>
                  </a:lnTo>
                  <a:lnTo>
                    <a:pt x="1009483" y="4362408"/>
                  </a:lnTo>
                  <a:lnTo>
                    <a:pt x="1009600" y="4362408"/>
                  </a:lnTo>
                  <a:lnTo>
                    <a:pt x="1009600" y="4361978"/>
                  </a:lnTo>
                  <a:lnTo>
                    <a:pt x="1009718" y="4361978"/>
                  </a:lnTo>
                  <a:lnTo>
                    <a:pt x="1009718" y="4361547"/>
                  </a:lnTo>
                  <a:lnTo>
                    <a:pt x="1009836" y="4361547"/>
                  </a:lnTo>
                  <a:lnTo>
                    <a:pt x="1009953" y="4361547"/>
                  </a:lnTo>
                  <a:lnTo>
                    <a:pt x="1010071" y="4361547"/>
                  </a:lnTo>
                  <a:lnTo>
                    <a:pt x="1010071" y="4361116"/>
                  </a:lnTo>
                  <a:lnTo>
                    <a:pt x="1010071" y="4360686"/>
                  </a:lnTo>
                  <a:lnTo>
                    <a:pt x="1010188" y="4360686"/>
                  </a:lnTo>
                  <a:lnTo>
                    <a:pt x="1010306" y="4360686"/>
                  </a:lnTo>
                  <a:lnTo>
                    <a:pt x="1010306" y="4360255"/>
                  </a:lnTo>
                  <a:lnTo>
                    <a:pt x="1010424" y="4360255"/>
                  </a:lnTo>
                  <a:lnTo>
                    <a:pt x="1010541" y="4360255"/>
                  </a:lnTo>
                  <a:lnTo>
                    <a:pt x="1010659" y="4360255"/>
                  </a:lnTo>
                  <a:lnTo>
                    <a:pt x="1010776" y="4360255"/>
                  </a:lnTo>
                  <a:lnTo>
                    <a:pt x="1010894" y="4360255"/>
                  </a:lnTo>
                  <a:lnTo>
                    <a:pt x="1011012" y="4360255"/>
                  </a:lnTo>
                  <a:lnTo>
                    <a:pt x="1011129" y="4360255"/>
                  </a:lnTo>
                  <a:lnTo>
                    <a:pt x="1011247" y="4360255"/>
                  </a:lnTo>
                  <a:lnTo>
                    <a:pt x="1011247" y="4359825"/>
                  </a:lnTo>
                  <a:lnTo>
                    <a:pt x="1011365" y="4359825"/>
                  </a:lnTo>
                  <a:lnTo>
                    <a:pt x="1011365" y="4359394"/>
                  </a:lnTo>
                  <a:lnTo>
                    <a:pt x="1011482" y="4359394"/>
                  </a:lnTo>
                  <a:lnTo>
                    <a:pt x="1011600" y="4359394"/>
                  </a:lnTo>
                  <a:lnTo>
                    <a:pt x="1011717" y="4359394"/>
                  </a:lnTo>
                  <a:lnTo>
                    <a:pt x="1011717" y="4358963"/>
                  </a:lnTo>
                  <a:lnTo>
                    <a:pt x="1011717" y="4358533"/>
                  </a:lnTo>
                  <a:lnTo>
                    <a:pt x="1011835" y="4358533"/>
                  </a:lnTo>
                  <a:lnTo>
                    <a:pt x="1011953" y="4358533"/>
                  </a:lnTo>
                  <a:lnTo>
                    <a:pt x="1012070" y="4358533"/>
                  </a:lnTo>
                  <a:lnTo>
                    <a:pt x="1012070" y="4358102"/>
                  </a:lnTo>
                  <a:lnTo>
                    <a:pt x="1012070" y="4357672"/>
                  </a:lnTo>
                  <a:lnTo>
                    <a:pt x="1012188" y="4357672"/>
                  </a:lnTo>
                  <a:lnTo>
                    <a:pt x="1012305" y="4357672"/>
                  </a:lnTo>
                  <a:lnTo>
                    <a:pt x="1012423" y="4357672"/>
                  </a:lnTo>
                  <a:lnTo>
                    <a:pt x="1012541" y="4357672"/>
                  </a:lnTo>
                  <a:lnTo>
                    <a:pt x="1012541" y="4357241"/>
                  </a:lnTo>
                  <a:lnTo>
                    <a:pt x="1012541" y="4356810"/>
                  </a:lnTo>
                  <a:lnTo>
                    <a:pt x="1012658" y="4356810"/>
                  </a:lnTo>
                  <a:lnTo>
                    <a:pt x="1012776" y="4356810"/>
                  </a:lnTo>
                  <a:lnTo>
                    <a:pt x="1012894" y="4356810"/>
                  </a:lnTo>
                  <a:lnTo>
                    <a:pt x="1013011" y="4356810"/>
                  </a:lnTo>
                  <a:lnTo>
                    <a:pt x="1013129" y="4356810"/>
                  </a:lnTo>
                  <a:lnTo>
                    <a:pt x="1013246" y="4356810"/>
                  </a:lnTo>
                  <a:lnTo>
                    <a:pt x="1013364" y="4356810"/>
                  </a:lnTo>
                  <a:lnTo>
                    <a:pt x="1013364" y="4356380"/>
                  </a:lnTo>
                  <a:lnTo>
                    <a:pt x="1013482" y="4356380"/>
                  </a:lnTo>
                  <a:lnTo>
                    <a:pt x="1013599" y="4356380"/>
                  </a:lnTo>
                  <a:lnTo>
                    <a:pt x="1013599" y="4355949"/>
                  </a:lnTo>
                  <a:lnTo>
                    <a:pt x="1013717" y="4355949"/>
                  </a:lnTo>
                  <a:lnTo>
                    <a:pt x="1013717" y="4355519"/>
                  </a:lnTo>
                  <a:lnTo>
                    <a:pt x="1013717" y="4355088"/>
                  </a:lnTo>
                  <a:lnTo>
                    <a:pt x="1013834" y="4355088"/>
                  </a:lnTo>
                  <a:lnTo>
                    <a:pt x="1013834" y="4354657"/>
                  </a:lnTo>
                  <a:lnTo>
                    <a:pt x="1013834" y="4354227"/>
                  </a:lnTo>
                  <a:lnTo>
                    <a:pt x="1013952" y="4354227"/>
                  </a:lnTo>
                  <a:lnTo>
                    <a:pt x="1013952" y="4353796"/>
                  </a:lnTo>
                  <a:lnTo>
                    <a:pt x="1014070" y="4353796"/>
                  </a:lnTo>
                  <a:lnTo>
                    <a:pt x="1014187" y="4353796"/>
                  </a:lnTo>
                  <a:lnTo>
                    <a:pt x="1014305" y="4353796"/>
                  </a:lnTo>
                  <a:lnTo>
                    <a:pt x="1014423" y="4353796"/>
                  </a:lnTo>
                  <a:lnTo>
                    <a:pt x="1014423" y="4353366"/>
                  </a:lnTo>
                  <a:lnTo>
                    <a:pt x="1014540" y="4353366"/>
                  </a:lnTo>
                  <a:lnTo>
                    <a:pt x="1014658" y="4353366"/>
                  </a:lnTo>
                  <a:lnTo>
                    <a:pt x="1014658" y="4352935"/>
                  </a:lnTo>
                  <a:lnTo>
                    <a:pt x="1014658" y="4352504"/>
                  </a:lnTo>
                  <a:lnTo>
                    <a:pt x="1014775" y="4352504"/>
                  </a:lnTo>
                  <a:lnTo>
                    <a:pt x="1014893" y="4352504"/>
                  </a:lnTo>
                  <a:lnTo>
                    <a:pt x="1014893" y="4352074"/>
                  </a:lnTo>
                  <a:lnTo>
                    <a:pt x="1014893" y="4351643"/>
                  </a:lnTo>
                  <a:lnTo>
                    <a:pt x="1014893" y="4351213"/>
                  </a:lnTo>
                  <a:lnTo>
                    <a:pt x="1015011" y="4351213"/>
                  </a:lnTo>
                  <a:lnTo>
                    <a:pt x="1015128" y="4351213"/>
                  </a:lnTo>
                  <a:lnTo>
                    <a:pt x="1015246" y="4351213"/>
                  </a:lnTo>
                  <a:lnTo>
                    <a:pt x="1015363" y="4351213"/>
                  </a:lnTo>
                  <a:lnTo>
                    <a:pt x="1015481" y="4351213"/>
                  </a:lnTo>
                  <a:lnTo>
                    <a:pt x="1015481" y="4350782"/>
                  </a:lnTo>
                  <a:lnTo>
                    <a:pt x="1015481" y="4350351"/>
                  </a:lnTo>
                  <a:lnTo>
                    <a:pt x="1015599" y="4350351"/>
                  </a:lnTo>
                  <a:lnTo>
                    <a:pt x="1015716" y="4350351"/>
                  </a:lnTo>
                  <a:lnTo>
                    <a:pt x="1015716" y="4349921"/>
                  </a:lnTo>
                  <a:lnTo>
                    <a:pt x="1015716" y="4349490"/>
                  </a:lnTo>
                  <a:lnTo>
                    <a:pt x="1015834" y="4349490"/>
                  </a:lnTo>
                  <a:lnTo>
                    <a:pt x="1015834" y="4349060"/>
                  </a:lnTo>
                  <a:lnTo>
                    <a:pt x="1015834" y="4348629"/>
                  </a:lnTo>
                  <a:lnTo>
                    <a:pt x="1015834" y="4348198"/>
                  </a:lnTo>
                  <a:lnTo>
                    <a:pt x="1015952" y="4348198"/>
                  </a:lnTo>
                  <a:lnTo>
                    <a:pt x="1015952" y="4347768"/>
                  </a:lnTo>
                  <a:lnTo>
                    <a:pt x="1016069" y="4347768"/>
                  </a:lnTo>
                  <a:lnTo>
                    <a:pt x="1016187" y="4347768"/>
                  </a:lnTo>
                  <a:lnTo>
                    <a:pt x="1016304" y="4347768"/>
                  </a:lnTo>
                  <a:lnTo>
                    <a:pt x="1016422" y="4347768"/>
                  </a:lnTo>
                  <a:lnTo>
                    <a:pt x="1016422" y="4347337"/>
                  </a:lnTo>
                  <a:lnTo>
                    <a:pt x="1016422" y="4346907"/>
                  </a:lnTo>
                  <a:lnTo>
                    <a:pt x="1016540" y="4346907"/>
                  </a:lnTo>
                  <a:lnTo>
                    <a:pt x="1016657" y="4346907"/>
                  </a:lnTo>
                  <a:lnTo>
                    <a:pt x="1016775" y="4346907"/>
                  </a:lnTo>
                  <a:lnTo>
                    <a:pt x="1016892" y="4346907"/>
                  </a:lnTo>
                  <a:lnTo>
                    <a:pt x="1016892" y="4346476"/>
                  </a:lnTo>
                  <a:lnTo>
                    <a:pt x="1017010" y="4346476"/>
                  </a:lnTo>
                  <a:lnTo>
                    <a:pt x="1017128" y="4346476"/>
                  </a:lnTo>
                  <a:lnTo>
                    <a:pt x="1017128" y="4346045"/>
                  </a:lnTo>
                  <a:lnTo>
                    <a:pt x="1017245" y="4346045"/>
                  </a:lnTo>
                  <a:lnTo>
                    <a:pt x="1017363" y="4346045"/>
                  </a:lnTo>
                  <a:lnTo>
                    <a:pt x="1017481" y="4346045"/>
                  </a:lnTo>
                  <a:lnTo>
                    <a:pt x="1017481" y="4345615"/>
                  </a:lnTo>
                  <a:lnTo>
                    <a:pt x="1017598" y="4345615"/>
                  </a:lnTo>
                  <a:lnTo>
                    <a:pt x="1017716" y="4345615"/>
                  </a:lnTo>
                  <a:lnTo>
                    <a:pt x="1017833" y="4345615"/>
                  </a:lnTo>
                  <a:lnTo>
                    <a:pt x="1017833" y="4345184"/>
                  </a:lnTo>
                  <a:lnTo>
                    <a:pt x="1017951" y="4345184"/>
                  </a:lnTo>
                  <a:lnTo>
                    <a:pt x="1018069" y="4345184"/>
                  </a:lnTo>
                  <a:lnTo>
                    <a:pt x="1018069" y="4344754"/>
                  </a:lnTo>
                  <a:lnTo>
                    <a:pt x="1018186" y="4344754"/>
                  </a:lnTo>
                  <a:lnTo>
                    <a:pt x="1018186" y="4344323"/>
                  </a:lnTo>
                  <a:lnTo>
                    <a:pt x="1018304" y="4344323"/>
                  </a:lnTo>
                  <a:lnTo>
                    <a:pt x="1018421" y="4344323"/>
                  </a:lnTo>
                  <a:lnTo>
                    <a:pt x="1018421" y="4343892"/>
                  </a:lnTo>
                  <a:lnTo>
                    <a:pt x="1018539" y="4343892"/>
                  </a:lnTo>
                  <a:lnTo>
                    <a:pt x="1018539" y="4343462"/>
                  </a:lnTo>
                  <a:lnTo>
                    <a:pt x="1018657" y="4343462"/>
                  </a:lnTo>
                  <a:lnTo>
                    <a:pt x="1018774" y="4343462"/>
                  </a:lnTo>
                  <a:lnTo>
                    <a:pt x="1018892" y="4343462"/>
                  </a:lnTo>
                  <a:lnTo>
                    <a:pt x="1019009" y="4343462"/>
                  </a:lnTo>
                  <a:lnTo>
                    <a:pt x="1019009" y="4343031"/>
                  </a:lnTo>
                  <a:lnTo>
                    <a:pt x="1019127" y="4343031"/>
                  </a:lnTo>
                  <a:lnTo>
                    <a:pt x="1019127" y="4342601"/>
                  </a:lnTo>
                  <a:lnTo>
                    <a:pt x="1019245" y="4342601"/>
                  </a:lnTo>
                  <a:lnTo>
                    <a:pt x="1019245" y="4342170"/>
                  </a:lnTo>
                  <a:lnTo>
                    <a:pt x="1019362" y="4342170"/>
                  </a:lnTo>
                  <a:lnTo>
                    <a:pt x="1019480" y="4342170"/>
                  </a:lnTo>
                  <a:lnTo>
                    <a:pt x="1019480" y="4341739"/>
                  </a:lnTo>
                  <a:lnTo>
                    <a:pt x="1019598" y="4341739"/>
                  </a:lnTo>
                  <a:lnTo>
                    <a:pt x="1019715" y="4341739"/>
                  </a:lnTo>
                  <a:lnTo>
                    <a:pt x="1019833" y="4341739"/>
                  </a:lnTo>
                  <a:lnTo>
                    <a:pt x="1019833" y="4341309"/>
                  </a:lnTo>
                  <a:lnTo>
                    <a:pt x="1019950" y="4341309"/>
                  </a:lnTo>
                  <a:lnTo>
                    <a:pt x="1020068" y="4341309"/>
                  </a:lnTo>
                  <a:lnTo>
                    <a:pt x="1020068" y="4340878"/>
                  </a:lnTo>
                  <a:lnTo>
                    <a:pt x="1020186" y="4340878"/>
                  </a:lnTo>
                  <a:lnTo>
                    <a:pt x="1020303" y="4340878"/>
                  </a:lnTo>
                  <a:lnTo>
                    <a:pt x="1020421" y="4340878"/>
                  </a:lnTo>
                  <a:lnTo>
                    <a:pt x="1020421" y="4340448"/>
                  </a:lnTo>
                  <a:lnTo>
                    <a:pt x="1020538" y="4340448"/>
                  </a:lnTo>
                  <a:lnTo>
                    <a:pt x="1020538" y="4340017"/>
                  </a:lnTo>
                  <a:lnTo>
                    <a:pt x="1020656" y="4340017"/>
                  </a:lnTo>
                  <a:lnTo>
                    <a:pt x="1020656" y="4339586"/>
                  </a:lnTo>
                  <a:lnTo>
                    <a:pt x="1020774" y="4339586"/>
                  </a:lnTo>
                  <a:lnTo>
                    <a:pt x="1020891" y="4339586"/>
                  </a:lnTo>
                  <a:lnTo>
                    <a:pt x="1021009" y="4339586"/>
                  </a:lnTo>
                  <a:lnTo>
                    <a:pt x="1021127" y="4339586"/>
                  </a:lnTo>
                  <a:lnTo>
                    <a:pt x="1021244" y="4339586"/>
                  </a:lnTo>
                  <a:lnTo>
                    <a:pt x="1021244" y="4339156"/>
                  </a:lnTo>
                  <a:lnTo>
                    <a:pt x="1021244" y="4338725"/>
                  </a:lnTo>
                  <a:lnTo>
                    <a:pt x="1021244" y="4338295"/>
                  </a:lnTo>
                  <a:lnTo>
                    <a:pt x="1021362" y="4338295"/>
                  </a:lnTo>
                  <a:lnTo>
                    <a:pt x="1021479" y="4338295"/>
                  </a:lnTo>
                  <a:lnTo>
                    <a:pt x="1021597" y="4338295"/>
                  </a:lnTo>
                  <a:lnTo>
                    <a:pt x="1021715" y="4338295"/>
                  </a:lnTo>
                  <a:lnTo>
                    <a:pt x="1021832" y="4338295"/>
                  </a:lnTo>
                  <a:lnTo>
                    <a:pt x="1021950" y="4338295"/>
                  </a:lnTo>
                  <a:lnTo>
                    <a:pt x="1022067" y="4338295"/>
                  </a:lnTo>
                  <a:lnTo>
                    <a:pt x="1022067" y="4337864"/>
                  </a:lnTo>
                  <a:lnTo>
                    <a:pt x="1022185" y="4337864"/>
                  </a:lnTo>
                  <a:lnTo>
                    <a:pt x="1022303" y="4337864"/>
                  </a:lnTo>
                  <a:lnTo>
                    <a:pt x="1022303" y="4337433"/>
                  </a:lnTo>
                  <a:lnTo>
                    <a:pt x="1022420" y="4337433"/>
                  </a:lnTo>
                  <a:lnTo>
                    <a:pt x="1022538" y="4337433"/>
                  </a:lnTo>
                  <a:lnTo>
                    <a:pt x="1022538" y="4337003"/>
                  </a:lnTo>
                  <a:lnTo>
                    <a:pt x="1022656" y="4337003"/>
                  </a:lnTo>
                  <a:lnTo>
                    <a:pt x="1022773" y="4337003"/>
                  </a:lnTo>
                  <a:lnTo>
                    <a:pt x="1022773" y="4336572"/>
                  </a:lnTo>
                  <a:lnTo>
                    <a:pt x="1022773" y="4336142"/>
                  </a:lnTo>
                  <a:lnTo>
                    <a:pt x="1022891" y="4336142"/>
                  </a:lnTo>
                  <a:lnTo>
                    <a:pt x="1023008" y="4336142"/>
                  </a:lnTo>
                  <a:lnTo>
                    <a:pt x="1023008" y="4335711"/>
                  </a:lnTo>
                  <a:lnTo>
                    <a:pt x="1023008" y="4335280"/>
                  </a:lnTo>
                  <a:lnTo>
                    <a:pt x="1023126" y="4335280"/>
                  </a:lnTo>
                  <a:lnTo>
                    <a:pt x="1023244" y="4335280"/>
                  </a:lnTo>
                  <a:lnTo>
                    <a:pt x="1023244" y="4334850"/>
                  </a:lnTo>
                  <a:lnTo>
                    <a:pt x="1023361" y="4334850"/>
                  </a:lnTo>
                  <a:lnTo>
                    <a:pt x="1023479" y="4334850"/>
                  </a:lnTo>
                  <a:lnTo>
                    <a:pt x="1023479" y="4334419"/>
                  </a:lnTo>
                  <a:lnTo>
                    <a:pt x="1023596" y="4334419"/>
                  </a:lnTo>
                  <a:lnTo>
                    <a:pt x="1023714" y="4334419"/>
                  </a:lnTo>
                  <a:lnTo>
                    <a:pt x="1023832" y="4334419"/>
                  </a:lnTo>
                  <a:lnTo>
                    <a:pt x="1023949" y="4334419"/>
                  </a:lnTo>
                  <a:lnTo>
                    <a:pt x="1024067" y="4334419"/>
                  </a:lnTo>
                  <a:lnTo>
                    <a:pt x="1024185" y="4334419"/>
                  </a:lnTo>
                  <a:lnTo>
                    <a:pt x="1024302" y="4334419"/>
                  </a:lnTo>
                  <a:lnTo>
                    <a:pt x="1024420" y="4334419"/>
                  </a:lnTo>
                  <a:lnTo>
                    <a:pt x="1024537" y="4334419"/>
                  </a:lnTo>
                  <a:lnTo>
                    <a:pt x="1024655" y="4334419"/>
                  </a:lnTo>
                  <a:lnTo>
                    <a:pt x="1024773" y="4334419"/>
                  </a:lnTo>
                  <a:lnTo>
                    <a:pt x="1024773" y="4333989"/>
                  </a:lnTo>
                  <a:lnTo>
                    <a:pt x="1024890" y="4333989"/>
                  </a:lnTo>
                  <a:lnTo>
                    <a:pt x="1025008" y="4333989"/>
                  </a:lnTo>
                  <a:lnTo>
                    <a:pt x="1025125" y="4333989"/>
                  </a:lnTo>
                  <a:lnTo>
                    <a:pt x="1025243" y="4333989"/>
                  </a:lnTo>
                  <a:lnTo>
                    <a:pt x="1025361" y="4333989"/>
                  </a:lnTo>
                  <a:lnTo>
                    <a:pt x="1025478" y="4333989"/>
                  </a:lnTo>
                  <a:lnTo>
                    <a:pt x="1025596" y="4333989"/>
                  </a:lnTo>
                  <a:lnTo>
                    <a:pt x="1025714" y="4333989"/>
                  </a:lnTo>
                  <a:lnTo>
                    <a:pt x="1025714" y="4333558"/>
                  </a:lnTo>
                  <a:lnTo>
                    <a:pt x="1025714" y="4333127"/>
                  </a:lnTo>
                  <a:lnTo>
                    <a:pt x="1025714" y="4332697"/>
                  </a:lnTo>
                  <a:lnTo>
                    <a:pt x="1025831" y="4332697"/>
                  </a:lnTo>
                  <a:lnTo>
                    <a:pt x="1025949" y="4332697"/>
                  </a:lnTo>
                  <a:lnTo>
                    <a:pt x="1026066" y="4332697"/>
                  </a:lnTo>
                  <a:lnTo>
                    <a:pt x="1026066" y="4332266"/>
                  </a:lnTo>
                  <a:lnTo>
                    <a:pt x="1026184" y="4332266"/>
                  </a:lnTo>
                  <a:lnTo>
                    <a:pt x="1026184" y="4331836"/>
                  </a:lnTo>
                  <a:lnTo>
                    <a:pt x="1026184" y="4331405"/>
                  </a:lnTo>
                  <a:lnTo>
                    <a:pt x="1026302" y="4331405"/>
                  </a:lnTo>
                  <a:lnTo>
                    <a:pt x="1026302" y="4330974"/>
                  </a:lnTo>
                  <a:lnTo>
                    <a:pt x="1026419" y="4330974"/>
                  </a:lnTo>
                  <a:lnTo>
                    <a:pt x="1026419" y="4330544"/>
                  </a:lnTo>
                  <a:lnTo>
                    <a:pt x="1026419" y="4330113"/>
                  </a:lnTo>
                  <a:lnTo>
                    <a:pt x="1026537" y="4330113"/>
                  </a:lnTo>
                  <a:lnTo>
                    <a:pt x="1026654" y="4330113"/>
                  </a:lnTo>
                  <a:lnTo>
                    <a:pt x="1026772" y="4330113"/>
                  </a:lnTo>
                  <a:lnTo>
                    <a:pt x="1026890" y="4330113"/>
                  </a:lnTo>
                  <a:lnTo>
                    <a:pt x="1027007" y="4330113"/>
                  </a:lnTo>
                  <a:lnTo>
                    <a:pt x="1027125" y="4330113"/>
                  </a:lnTo>
                  <a:lnTo>
                    <a:pt x="1027125" y="4329683"/>
                  </a:lnTo>
                  <a:lnTo>
                    <a:pt x="1027242" y="4329683"/>
                  </a:lnTo>
                  <a:lnTo>
                    <a:pt x="1027360" y="4329683"/>
                  </a:lnTo>
                  <a:lnTo>
                    <a:pt x="1027360" y="4329252"/>
                  </a:lnTo>
                  <a:lnTo>
                    <a:pt x="1027478" y="4329252"/>
                  </a:lnTo>
                  <a:lnTo>
                    <a:pt x="1027478" y="4328821"/>
                  </a:lnTo>
                  <a:lnTo>
                    <a:pt x="1027595" y="4328821"/>
                  </a:lnTo>
                  <a:lnTo>
                    <a:pt x="1027595" y="4328391"/>
                  </a:lnTo>
                  <a:lnTo>
                    <a:pt x="1027713" y="4328391"/>
                  </a:lnTo>
                  <a:lnTo>
                    <a:pt x="1027831" y="4328391"/>
                  </a:lnTo>
                  <a:lnTo>
                    <a:pt x="1027831" y="4327960"/>
                  </a:lnTo>
                  <a:lnTo>
                    <a:pt x="1027831" y="4327530"/>
                  </a:lnTo>
                  <a:lnTo>
                    <a:pt x="1027948" y="4327530"/>
                  </a:lnTo>
                  <a:lnTo>
                    <a:pt x="1028066" y="4327530"/>
                  </a:lnTo>
                  <a:lnTo>
                    <a:pt x="1028183" y="4327530"/>
                  </a:lnTo>
                  <a:lnTo>
                    <a:pt x="1028301" y="4327530"/>
                  </a:lnTo>
                  <a:lnTo>
                    <a:pt x="1028301" y="4327099"/>
                  </a:lnTo>
                  <a:lnTo>
                    <a:pt x="1028419" y="4327099"/>
                  </a:lnTo>
                  <a:lnTo>
                    <a:pt x="1028536" y="4327099"/>
                  </a:lnTo>
                  <a:lnTo>
                    <a:pt x="1028536" y="4326668"/>
                  </a:lnTo>
                  <a:lnTo>
                    <a:pt x="1028536" y="4326238"/>
                  </a:lnTo>
                  <a:lnTo>
                    <a:pt x="1028654" y="4326238"/>
                  </a:lnTo>
                  <a:lnTo>
                    <a:pt x="1028654" y="4325807"/>
                  </a:lnTo>
                  <a:lnTo>
                    <a:pt x="1028654" y="4325377"/>
                  </a:lnTo>
                  <a:lnTo>
                    <a:pt x="1028771" y="4325377"/>
                  </a:lnTo>
                  <a:lnTo>
                    <a:pt x="1028889" y="4325377"/>
                  </a:lnTo>
                  <a:lnTo>
                    <a:pt x="1028889" y="4324946"/>
                  </a:lnTo>
                  <a:lnTo>
                    <a:pt x="1029007" y="4324946"/>
                  </a:lnTo>
                  <a:lnTo>
                    <a:pt x="1029007" y="4324515"/>
                  </a:lnTo>
                  <a:lnTo>
                    <a:pt x="1029124" y="4324515"/>
                  </a:lnTo>
                  <a:lnTo>
                    <a:pt x="1029242" y="4324515"/>
                  </a:lnTo>
                  <a:lnTo>
                    <a:pt x="1029360" y="4324515"/>
                  </a:lnTo>
                  <a:lnTo>
                    <a:pt x="1029360" y="4324085"/>
                  </a:lnTo>
                  <a:lnTo>
                    <a:pt x="1029477" y="4324085"/>
                  </a:lnTo>
                  <a:lnTo>
                    <a:pt x="1029595" y="4324085"/>
                  </a:lnTo>
                  <a:lnTo>
                    <a:pt x="1029712" y="4324085"/>
                  </a:lnTo>
                  <a:lnTo>
                    <a:pt x="1029830" y="4324085"/>
                  </a:lnTo>
                  <a:lnTo>
                    <a:pt x="1029948" y="4324085"/>
                  </a:lnTo>
                  <a:lnTo>
                    <a:pt x="1030065" y="4324085"/>
                  </a:lnTo>
                  <a:lnTo>
                    <a:pt x="1030183" y="4324085"/>
                  </a:lnTo>
                  <a:lnTo>
                    <a:pt x="1030300" y="4324085"/>
                  </a:lnTo>
                  <a:lnTo>
                    <a:pt x="1030418" y="4324085"/>
                  </a:lnTo>
                  <a:lnTo>
                    <a:pt x="1030418" y="4323654"/>
                  </a:lnTo>
                  <a:lnTo>
                    <a:pt x="1030418" y="4323224"/>
                  </a:lnTo>
                  <a:lnTo>
                    <a:pt x="1030536" y="4323224"/>
                  </a:lnTo>
                  <a:lnTo>
                    <a:pt x="1030653" y="4323224"/>
                  </a:lnTo>
                  <a:lnTo>
                    <a:pt x="1030771" y="4323224"/>
                  </a:lnTo>
                  <a:lnTo>
                    <a:pt x="1030771" y="4322793"/>
                  </a:lnTo>
                  <a:lnTo>
                    <a:pt x="1030771" y="4322362"/>
                  </a:lnTo>
                  <a:lnTo>
                    <a:pt x="1030771" y="4321932"/>
                  </a:lnTo>
                  <a:lnTo>
                    <a:pt x="1030889" y="4321932"/>
                  </a:lnTo>
                  <a:lnTo>
                    <a:pt x="1030889" y="4321501"/>
                  </a:lnTo>
                  <a:lnTo>
                    <a:pt x="1031006" y="4321501"/>
                  </a:lnTo>
                  <a:lnTo>
                    <a:pt x="1031124" y="4321501"/>
                  </a:lnTo>
                  <a:lnTo>
                    <a:pt x="1031241" y="4321501"/>
                  </a:lnTo>
                  <a:lnTo>
                    <a:pt x="1031359" y="4321501"/>
                  </a:lnTo>
                  <a:lnTo>
                    <a:pt x="1031359" y="4321071"/>
                  </a:lnTo>
                  <a:lnTo>
                    <a:pt x="1031477" y="4321071"/>
                  </a:lnTo>
                  <a:lnTo>
                    <a:pt x="1031594" y="4321071"/>
                  </a:lnTo>
                  <a:lnTo>
                    <a:pt x="1031712" y="4321071"/>
                  </a:lnTo>
                  <a:lnTo>
                    <a:pt x="1031829" y="4321071"/>
                  </a:lnTo>
                  <a:lnTo>
                    <a:pt x="1031829" y="4320640"/>
                  </a:lnTo>
                  <a:lnTo>
                    <a:pt x="1031947" y="4320640"/>
                  </a:lnTo>
                  <a:lnTo>
                    <a:pt x="1031947" y="4320209"/>
                  </a:lnTo>
                  <a:lnTo>
                    <a:pt x="1032065" y="4320209"/>
                  </a:lnTo>
                  <a:lnTo>
                    <a:pt x="1032065" y="4319779"/>
                  </a:lnTo>
                  <a:lnTo>
                    <a:pt x="1032182" y="4319779"/>
                  </a:lnTo>
                  <a:lnTo>
                    <a:pt x="1032300" y="4319779"/>
                  </a:lnTo>
                  <a:lnTo>
                    <a:pt x="1032300" y="4319348"/>
                  </a:lnTo>
                  <a:lnTo>
                    <a:pt x="1032418" y="4319348"/>
                  </a:lnTo>
                  <a:lnTo>
                    <a:pt x="1032535" y="4319348"/>
                  </a:lnTo>
                  <a:lnTo>
                    <a:pt x="1032653" y="4319348"/>
                  </a:lnTo>
                  <a:lnTo>
                    <a:pt x="1032770" y="4319348"/>
                  </a:lnTo>
                  <a:lnTo>
                    <a:pt x="1032888" y="4319348"/>
                  </a:lnTo>
                  <a:lnTo>
                    <a:pt x="1033006" y="4319348"/>
                  </a:lnTo>
                  <a:lnTo>
                    <a:pt x="1033123" y="4319348"/>
                  </a:lnTo>
                  <a:lnTo>
                    <a:pt x="1033123" y="4318918"/>
                  </a:lnTo>
                  <a:lnTo>
                    <a:pt x="1033241" y="4318918"/>
                  </a:lnTo>
                  <a:lnTo>
                    <a:pt x="1033358" y="4318918"/>
                  </a:lnTo>
                  <a:lnTo>
                    <a:pt x="1033476" y="4318918"/>
                  </a:lnTo>
                  <a:lnTo>
                    <a:pt x="1033594" y="4318918"/>
                  </a:lnTo>
                  <a:lnTo>
                    <a:pt x="1033711" y="4318918"/>
                  </a:lnTo>
                  <a:lnTo>
                    <a:pt x="1033711" y="4318487"/>
                  </a:lnTo>
                  <a:lnTo>
                    <a:pt x="1033829" y="4318487"/>
                  </a:lnTo>
                  <a:lnTo>
                    <a:pt x="1033947" y="4318487"/>
                  </a:lnTo>
                  <a:lnTo>
                    <a:pt x="1034064" y="4318487"/>
                  </a:lnTo>
                  <a:lnTo>
                    <a:pt x="1034182" y="4318487"/>
                  </a:lnTo>
                  <a:lnTo>
                    <a:pt x="1034299" y="4318487"/>
                  </a:lnTo>
                  <a:lnTo>
                    <a:pt x="1034299" y="4318056"/>
                  </a:lnTo>
                  <a:lnTo>
                    <a:pt x="1034299" y="4317626"/>
                  </a:lnTo>
                  <a:lnTo>
                    <a:pt x="1034417" y="4317626"/>
                  </a:lnTo>
                  <a:lnTo>
                    <a:pt x="1034535" y="4317626"/>
                  </a:lnTo>
                  <a:lnTo>
                    <a:pt x="1034535" y="4317195"/>
                  </a:lnTo>
                  <a:lnTo>
                    <a:pt x="1034535" y="4316765"/>
                  </a:lnTo>
                  <a:lnTo>
                    <a:pt x="1034652" y="4316765"/>
                  </a:lnTo>
                  <a:lnTo>
                    <a:pt x="1034770" y="4316765"/>
                  </a:lnTo>
                  <a:lnTo>
                    <a:pt x="1034770" y="4316334"/>
                  </a:lnTo>
                  <a:lnTo>
                    <a:pt x="1034887" y="4316334"/>
                  </a:lnTo>
                  <a:lnTo>
                    <a:pt x="1035005" y="4316334"/>
                  </a:lnTo>
                  <a:lnTo>
                    <a:pt x="1035123" y="4316334"/>
                  </a:lnTo>
                  <a:lnTo>
                    <a:pt x="1035240" y="4316334"/>
                  </a:lnTo>
                  <a:lnTo>
                    <a:pt x="1035358" y="4316334"/>
                  </a:lnTo>
                  <a:lnTo>
                    <a:pt x="1035358" y="4315903"/>
                  </a:lnTo>
                  <a:lnTo>
                    <a:pt x="1035475" y="4315903"/>
                  </a:lnTo>
                  <a:lnTo>
                    <a:pt x="1035593" y="4315903"/>
                  </a:lnTo>
                  <a:lnTo>
                    <a:pt x="1035711" y="4315903"/>
                  </a:lnTo>
                  <a:lnTo>
                    <a:pt x="1035828" y="4315903"/>
                  </a:lnTo>
                  <a:lnTo>
                    <a:pt x="1035946" y="4315903"/>
                  </a:lnTo>
                  <a:lnTo>
                    <a:pt x="1036064" y="4315903"/>
                  </a:lnTo>
                  <a:lnTo>
                    <a:pt x="1036181" y="4315903"/>
                  </a:lnTo>
                  <a:lnTo>
                    <a:pt x="1036299" y="4315903"/>
                  </a:lnTo>
                  <a:lnTo>
                    <a:pt x="1036299" y="4315473"/>
                  </a:lnTo>
                  <a:lnTo>
                    <a:pt x="1036416" y="4315473"/>
                  </a:lnTo>
                  <a:lnTo>
                    <a:pt x="1036416" y="4315042"/>
                  </a:lnTo>
                  <a:lnTo>
                    <a:pt x="1036534" y="4315042"/>
                  </a:lnTo>
                  <a:lnTo>
                    <a:pt x="1036534" y="4314612"/>
                  </a:lnTo>
                  <a:lnTo>
                    <a:pt x="1036534" y="4314181"/>
                  </a:lnTo>
                  <a:lnTo>
                    <a:pt x="1036652" y="4314181"/>
                  </a:lnTo>
                  <a:lnTo>
                    <a:pt x="1036769" y="4314181"/>
                  </a:lnTo>
                  <a:lnTo>
                    <a:pt x="1036769" y="4313750"/>
                  </a:lnTo>
                  <a:lnTo>
                    <a:pt x="1036887" y="4313750"/>
                  </a:lnTo>
                  <a:lnTo>
                    <a:pt x="1036887" y="4313320"/>
                  </a:lnTo>
                  <a:lnTo>
                    <a:pt x="1036887" y="4312889"/>
                  </a:lnTo>
                  <a:lnTo>
                    <a:pt x="1036887" y="4312459"/>
                  </a:lnTo>
                  <a:lnTo>
                    <a:pt x="1036887" y="4312028"/>
                  </a:lnTo>
                  <a:lnTo>
                    <a:pt x="1036887" y="4311597"/>
                  </a:lnTo>
                  <a:lnTo>
                    <a:pt x="1037004" y="4311597"/>
                  </a:lnTo>
                  <a:lnTo>
                    <a:pt x="1037122" y="4311597"/>
                  </a:lnTo>
                  <a:lnTo>
                    <a:pt x="1037122" y="4311167"/>
                  </a:lnTo>
                  <a:lnTo>
                    <a:pt x="1037122" y="4310736"/>
                  </a:lnTo>
                  <a:lnTo>
                    <a:pt x="1037240" y="4310736"/>
                  </a:lnTo>
                  <a:lnTo>
                    <a:pt x="1037357" y="4310736"/>
                  </a:lnTo>
                  <a:lnTo>
                    <a:pt x="1037357" y="4310306"/>
                  </a:lnTo>
                  <a:lnTo>
                    <a:pt x="1037475" y="4310306"/>
                  </a:lnTo>
                  <a:lnTo>
                    <a:pt x="1037593" y="4310306"/>
                  </a:lnTo>
                  <a:lnTo>
                    <a:pt x="1037593" y="4309875"/>
                  </a:lnTo>
                  <a:lnTo>
                    <a:pt x="1037710" y="4309875"/>
                  </a:lnTo>
                  <a:lnTo>
                    <a:pt x="1037828" y="4309875"/>
                  </a:lnTo>
                  <a:lnTo>
                    <a:pt x="1037945" y="4309875"/>
                  </a:lnTo>
                  <a:lnTo>
                    <a:pt x="1038063" y="4309875"/>
                  </a:lnTo>
                  <a:lnTo>
                    <a:pt x="1038181" y="4309875"/>
                  </a:lnTo>
                  <a:lnTo>
                    <a:pt x="1038298" y="4309875"/>
                  </a:lnTo>
                  <a:lnTo>
                    <a:pt x="1038416" y="4309875"/>
                  </a:lnTo>
                  <a:lnTo>
                    <a:pt x="1038533" y="4309875"/>
                  </a:lnTo>
                  <a:lnTo>
                    <a:pt x="1038533" y="4309444"/>
                  </a:lnTo>
                  <a:lnTo>
                    <a:pt x="1038651" y="4309444"/>
                  </a:lnTo>
                  <a:lnTo>
                    <a:pt x="1038769" y="4309444"/>
                  </a:lnTo>
                  <a:lnTo>
                    <a:pt x="1038769" y="4309014"/>
                  </a:lnTo>
                  <a:lnTo>
                    <a:pt x="1038886" y="4309014"/>
                  </a:lnTo>
                  <a:lnTo>
                    <a:pt x="1039004" y="4309014"/>
                  </a:lnTo>
                  <a:lnTo>
                    <a:pt x="1039122" y="4309014"/>
                  </a:lnTo>
                  <a:lnTo>
                    <a:pt x="1039239" y="4309014"/>
                  </a:lnTo>
                  <a:lnTo>
                    <a:pt x="1039239" y="4308583"/>
                  </a:lnTo>
                  <a:lnTo>
                    <a:pt x="1039357" y="4308583"/>
                  </a:lnTo>
                  <a:lnTo>
                    <a:pt x="1039474" y="4308583"/>
                  </a:lnTo>
                  <a:lnTo>
                    <a:pt x="1039592" y="4308583"/>
                  </a:lnTo>
                  <a:lnTo>
                    <a:pt x="1039710" y="4308583"/>
                  </a:lnTo>
                  <a:lnTo>
                    <a:pt x="1039827" y="4308583"/>
                  </a:lnTo>
                  <a:lnTo>
                    <a:pt x="1039827" y="4308153"/>
                  </a:lnTo>
                  <a:lnTo>
                    <a:pt x="1039827" y="4307722"/>
                  </a:lnTo>
                  <a:lnTo>
                    <a:pt x="1039827" y="4307291"/>
                  </a:lnTo>
                  <a:lnTo>
                    <a:pt x="1039827" y="4306861"/>
                  </a:lnTo>
                  <a:lnTo>
                    <a:pt x="1039827" y="4306430"/>
                  </a:lnTo>
                  <a:lnTo>
                    <a:pt x="1039827" y="4306000"/>
                  </a:lnTo>
                  <a:lnTo>
                    <a:pt x="1039945" y="4306000"/>
                  </a:lnTo>
                  <a:lnTo>
                    <a:pt x="1039945" y="4305569"/>
                  </a:lnTo>
                  <a:lnTo>
                    <a:pt x="1040062" y="4305569"/>
                  </a:lnTo>
                  <a:lnTo>
                    <a:pt x="1040180" y="4305569"/>
                  </a:lnTo>
                  <a:lnTo>
                    <a:pt x="1040298" y="4305569"/>
                  </a:lnTo>
                  <a:lnTo>
                    <a:pt x="1040415" y="4305569"/>
                  </a:lnTo>
                  <a:lnTo>
                    <a:pt x="1040533" y="4305569"/>
                  </a:lnTo>
                  <a:lnTo>
                    <a:pt x="1040651" y="4305569"/>
                  </a:lnTo>
                  <a:lnTo>
                    <a:pt x="1040651" y="4305138"/>
                  </a:lnTo>
                  <a:lnTo>
                    <a:pt x="1040768" y="4305138"/>
                  </a:lnTo>
                  <a:lnTo>
                    <a:pt x="1040886" y="4305138"/>
                  </a:lnTo>
                  <a:lnTo>
                    <a:pt x="1041003" y="4305138"/>
                  </a:lnTo>
                  <a:lnTo>
                    <a:pt x="1041003" y="4304708"/>
                  </a:lnTo>
                  <a:lnTo>
                    <a:pt x="1041121" y="4304708"/>
                  </a:lnTo>
                  <a:lnTo>
                    <a:pt x="1041239" y="4304708"/>
                  </a:lnTo>
                  <a:lnTo>
                    <a:pt x="1041356" y="4304708"/>
                  </a:lnTo>
                  <a:lnTo>
                    <a:pt x="1041474" y="4304708"/>
                  </a:lnTo>
                  <a:lnTo>
                    <a:pt x="1041591" y="4304708"/>
                  </a:lnTo>
                  <a:lnTo>
                    <a:pt x="1041709" y="4304708"/>
                  </a:lnTo>
                  <a:lnTo>
                    <a:pt x="1041827" y="4304708"/>
                  </a:lnTo>
                  <a:lnTo>
                    <a:pt x="1041944" y="4304708"/>
                  </a:lnTo>
                  <a:lnTo>
                    <a:pt x="1042062" y="4304708"/>
                  </a:lnTo>
                  <a:lnTo>
                    <a:pt x="1042180" y="4304708"/>
                  </a:lnTo>
                  <a:lnTo>
                    <a:pt x="1042297" y="4304708"/>
                  </a:lnTo>
                  <a:lnTo>
                    <a:pt x="1042415" y="4304708"/>
                  </a:lnTo>
                  <a:lnTo>
                    <a:pt x="1042532" y="4304708"/>
                  </a:lnTo>
                  <a:lnTo>
                    <a:pt x="1042532" y="4304277"/>
                  </a:lnTo>
                  <a:lnTo>
                    <a:pt x="1042650" y="4304277"/>
                  </a:lnTo>
                  <a:lnTo>
                    <a:pt x="1042768" y="4304277"/>
                  </a:lnTo>
                  <a:lnTo>
                    <a:pt x="1042885" y="4304277"/>
                  </a:lnTo>
                  <a:lnTo>
                    <a:pt x="1043003" y="4304277"/>
                  </a:lnTo>
                  <a:lnTo>
                    <a:pt x="1043120" y="4304277"/>
                  </a:lnTo>
                  <a:lnTo>
                    <a:pt x="1043238" y="4304277"/>
                  </a:lnTo>
                  <a:lnTo>
                    <a:pt x="1043356" y="4304277"/>
                  </a:lnTo>
                  <a:lnTo>
                    <a:pt x="1043356" y="4303847"/>
                  </a:lnTo>
                  <a:lnTo>
                    <a:pt x="1043473" y="4303847"/>
                  </a:lnTo>
                  <a:lnTo>
                    <a:pt x="1043591" y="4303847"/>
                  </a:lnTo>
                  <a:lnTo>
                    <a:pt x="1043708" y="4303847"/>
                  </a:lnTo>
                  <a:lnTo>
                    <a:pt x="1043826" y="4303847"/>
                  </a:lnTo>
                  <a:lnTo>
                    <a:pt x="1043944" y="4303847"/>
                  </a:lnTo>
                  <a:lnTo>
                    <a:pt x="1044061" y="4303847"/>
                  </a:lnTo>
                  <a:lnTo>
                    <a:pt x="1044179" y="4303847"/>
                  </a:lnTo>
                  <a:lnTo>
                    <a:pt x="1044297" y="4303847"/>
                  </a:lnTo>
                  <a:lnTo>
                    <a:pt x="1044414" y="4303847"/>
                  </a:lnTo>
                  <a:lnTo>
                    <a:pt x="1044532" y="4303847"/>
                  </a:lnTo>
                  <a:lnTo>
                    <a:pt x="1044532" y="4303416"/>
                  </a:lnTo>
                  <a:lnTo>
                    <a:pt x="1044649" y="4303416"/>
                  </a:lnTo>
                  <a:lnTo>
                    <a:pt x="1044767" y="4303416"/>
                  </a:lnTo>
                  <a:lnTo>
                    <a:pt x="1044885" y="4303416"/>
                  </a:lnTo>
                  <a:lnTo>
                    <a:pt x="1045002" y="4303416"/>
                  </a:lnTo>
                  <a:lnTo>
                    <a:pt x="1045120" y="4303416"/>
                  </a:lnTo>
                  <a:lnTo>
                    <a:pt x="1045120" y="4302985"/>
                  </a:lnTo>
                  <a:lnTo>
                    <a:pt x="1045237" y="4302985"/>
                  </a:lnTo>
                  <a:lnTo>
                    <a:pt x="1045237" y="4302555"/>
                  </a:lnTo>
                  <a:lnTo>
                    <a:pt x="1045355" y="4302555"/>
                  </a:lnTo>
                  <a:lnTo>
                    <a:pt x="1045473" y="4302555"/>
                  </a:lnTo>
                  <a:lnTo>
                    <a:pt x="1045590" y="4302555"/>
                  </a:lnTo>
                  <a:lnTo>
                    <a:pt x="1045708" y="4302555"/>
                  </a:lnTo>
                  <a:lnTo>
                    <a:pt x="1045826" y="4302555"/>
                  </a:lnTo>
                  <a:lnTo>
                    <a:pt x="1045826" y="4302124"/>
                  </a:lnTo>
                  <a:lnTo>
                    <a:pt x="1045943" y="4302124"/>
                  </a:lnTo>
                  <a:lnTo>
                    <a:pt x="1045943" y="4301694"/>
                  </a:lnTo>
                  <a:lnTo>
                    <a:pt x="1046061" y="4301694"/>
                  </a:lnTo>
                  <a:lnTo>
                    <a:pt x="1046178" y="4301694"/>
                  </a:lnTo>
                  <a:lnTo>
                    <a:pt x="1046296" y="4301694"/>
                  </a:lnTo>
                  <a:lnTo>
                    <a:pt x="1046414" y="4301694"/>
                  </a:lnTo>
                  <a:lnTo>
                    <a:pt x="1046531" y="4301694"/>
                  </a:lnTo>
                  <a:lnTo>
                    <a:pt x="1046531" y="4301263"/>
                  </a:lnTo>
                  <a:lnTo>
                    <a:pt x="1046649" y="4301263"/>
                  </a:lnTo>
                  <a:lnTo>
                    <a:pt x="1046766" y="4301263"/>
                  </a:lnTo>
                  <a:lnTo>
                    <a:pt x="1046766" y="4300832"/>
                  </a:lnTo>
                  <a:lnTo>
                    <a:pt x="1046884" y="4300832"/>
                  </a:lnTo>
                  <a:lnTo>
                    <a:pt x="1047002" y="4300832"/>
                  </a:lnTo>
                  <a:lnTo>
                    <a:pt x="1047119" y="4300832"/>
                  </a:lnTo>
                  <a:lnTo>
                    <a:pt x="1047237" y="4300832"/>
                  </a:lnTo>
                  <a:lnTo>
                    <a:pt x="1047237" y="4300402"/>
                  </a:lnTo>
                  <a:lnTo>
                    <a:pt x="1047355" y="4300402"/>
                  </a:lnTo>
                  <a:lnTo>
                    <a:pt x="1047472" y="4300402"/>
                  </a:lnTo>
                  <a:lnTo>
                    <a:pt x="1047590" y="4300402"/>
                  </a:lnTo>
                  <a:lnTo>
                    <a:pt x="1047707" y="4300402"/>
                  </a:lnTo>
                  <a:lnTo>
                    <a:pt x="1047825" y="4300402"/>
                  </a:lnTo>
                  <a:lnTo>
                    <a:pt x="1047943" y="4300402"/>
                  </a:lnTo>
                  <a:lnTo>
                    <a:pt x="1048060" y="4300402"/>
                  </a:lnTo>
                  <a:lnTo>
                    <a:pt x="1048178" y="4300402"/>
                  </a:lnTo>
                  <a:lnTo>
                    <a:pt x="1048178" y="4299971"/>
                  </a:lnTo>
                  <a:lnTo>
                    <a:pt x="1048178" y="4299541"/>
                  </a:lnTo>
                  <a:lnTo>
                    <a:pt x="1048295" y="4299541"/>
                  </a:lnTo>
                  <a:lnTo>
                    <a:pt x="1048413" y="4299541"/>
                  </a:lnTo>
                  <a:lnTo>
                    <a:pt x="1048531" y="4299541"/>
                  </a:lnTo>
                  <a:lnTo>
                    <a:pt x="1048648" y="4299541"/>
                  </a:lnTo>
                  <a:lnTo>
                    <a:pt x="1048648" y="4299110"/>
                  </a:lnTo>
                  <a:lnTo>
                    <a:pt x="1048648" y="4298679"/>
                  </a:lnTo>
                  <a:lnTo>
                    <a:pt x="1048766" y="4298679"/>
                  </a:lnTo>
                  <a:lnTo>
                    <a:pt x="1048766" y="4298249"/>
                  </a:lnTo>
                  <a:lnTo>
                    <a:pt x="1048766" y="4297818"/>
                  </a:lnTo>
                  <a:lnTo>
                    <a:pt x="1048884" y="4297818"/>
                  </a:lnTo>
                  <a:lnTo>
                    <a:pt x="1049001" y="4297818"/>
                  </a:lnTo>
                  <a:lnTo>
                    <a:pt x="1049001" y="4297388"/>
                  </a:lnTo>
                  <a:lnTo>
                    <a:pt x="1049119" y="4297388"/>
                  </a:lnTo>
                  <a:lnTo>
                    <a:pt x="1049236" y="4297388"/>
                  </a:lnTo>
                  <a:lnTo>
                    <a:pt x="1049354" y="4297388"/>
                  </a:lnTo>
                  <a:lnTo>
                    <a:pt x="1049354" y="4296957"/>
                  </a:lnTo>
                  <a:lnTo>
                    <a:pt x="1049472" y="4296957"/>
                  </a:lnTo>
                  <a:lnTo>
                    <a:pt x="1049472" y="4296526"/>
                  </a:lnTo>
                  <a:lnTo>
                    <a:pt x="1049472" y="4296096"/>
                  </a:lnTo>
                  <a:lnTo>
                    <a:pt x="1049472" y="4295665"/>
                  </a:lnTo>
                  <a:lnTo>
                    <a:pt x="1049589" y="4295665"/>
                  </a:lnTo>
                  <a:lnTo>
                    <a:pt x="1049707" y="4295665"/>
                  </a:lnTo>
                  <a:lnTo>
                    <a:pt x="1049824" y="4295665"/>
                  </a:lnTo>
                  <a:lnTo>
                    <a:pt x="1049824" y="4295235"/>
                  </a:lnTo>
                  <a:lnTo>
                    <a:pt x="1049942" y="4295235"/>
                  </a:lnTo>
                  <a:lnTo>
                    <a:pt x="1050060" y="4295235"/>
                  </a:lnTo>
                  <a:lnTo>
                    <a:pt x="1050177" y="4295235"/>
                  </a:lnTo>
                  <a:lnTo>
                    <a:pt x="1050177" y="4294804"/>
                  </a:lnTo>
                  <a:lnTo>
                    <a:pt x="1050295" y="4294804"/>
                  </a:lnTo>
                  <a:lnTo>
                    <a:pt x="1050412" y="4294804"/>
                  </a:lnTo>
                  <a:lnTo>
                    <a:pt x="1050530" y="4294804"/>
                  </a:lnTo>
                  <a:lnTo>
                    <a:pt x="1050530" y="4294373"/>
                  </a:lnTo>
                  <a:lnTo>
                    <a:pt x="1050648" y="4294373"/>
                  </a:lnTo>
                  <a:lnTo>
                    <a:pt x="1050648" y="4293943"/>
                  </a:lnTo>
                  <a:lnTo>
                    <a:pt x="1050648" y="4293512"/>
                  </a:lnTo>
                  <a:lnTo>
                    <a:pt x="1050648" y="4293082"/>
                  </a:lnTo>
                  <a:lnTo>
                    <a:pt x="1050648" y="4292651"/>
                  </a:lnTo>
                  <a:lnTo>
                    <a:pt x="1050765" y="4292651"/>
                  </a:lnTo>
                  <a:lnTo>
                    <a:pt x="1050883" y="4292651"/>
                  </a:lnTo>
                  <a:lnTo>
                    <a:pt x="1051001" y="4292651"/>
                  </a:lnTo>
                  <a:lnTo>
                    <a:pt x="1051001" y="4292220"/>
                  </a:lnTo>
                  <a:lnTo>
                    <a:pt x="1051118" y="4292220"/>
                  </a:lnTo>
                  <a:lnTo>
                    <a:pt x="1051118" y="4291790"/>
                  </a:lnTo>
                  <a:lnTo>
                    <a:pt x="1051118" y="4291359"/>
                  </a:lnTo>
                  <a:lnTo>
                    <a:pt x="1051118" y="4290929"/>
                  </a:lnTo>
                  <a:lnTo>
                    <a:pt x="1051236" y="4290929"/>
                  </a:lnTo>
                  <a:lnTo>
                    <a:pt x="1051353" y="4290929"/>
                  </a:lnTo>
                  <a:lnTo>
                    <a:pt x="1051471" y="4290929"/>
                  </a:lnTo>
                  <a:lnTo>
                    <a:pt x="1051471" y="4290498"/>
                  </a:lnTo>
                  <a:lnTo>
                    <a:pt x="1051471" y="4290067"/>
                  </a:lnTo>
                  <a:lnTo>
                    <a:pt x="1051589" y="4290067"/>
                  </a:lnTo>
                  <a:lnTo>
                    <a:pt x="1051706" y="4290067"/>
                  </a:lnTo>
                  <a:lnTo>
                    <a:pt x="1051824" y="4290067"/>
                  </a:lnTo>
                  <a:lnTo>
                    <a:pt x="1051941" y="4290067"/>
                  </a:lnTo>
                  <a:lnTo>
                    <a:pt x="1051941" y="4289637"/>
                  </a:lnTo>
                  <a:lnTo>
                    <a:pt x="1052059" y="4289637"/>
                  </a:lnTo>
                  <a:lnTo>
                    <a:pt x="1052177" y="4289637"/>
                  </a:lnTo>
                  <a:lnTo>
                    <a:pt x="1052177" y="4289206"/>
                  </a:lnTo>
                  <a:lnTo>
                    <a:pt x="1052294" y="4289206"/>
                  </a:lnTo>
                  <a:lnTo>
                    <a:pt x="1052412" y="4289206"/>
                  </a:lnTo>
                  <a:lnTo>
                    <a:pt x="1052412" y="4288776"/>
                  </a:lnTo>
                  <a:lnTo>
                    <a:pt x="1052412" y="4288345"/>
                  </a:lnTo>
                  <a:lnTo>
                    <a:pt x="1052530" y="4288345"/>
                  </a:lnTo>
                  <a:lnTo>
                    <a:pt x="1052647" y="4288345"/>
                  </a:lnTo>
                  <a:lnTo>
                    <a:pt x="1052647" y="4287914"/>
                  </a:lnTo>
                  <a:lnTo>
                    <a:pt x="1052647" y="4287484"/>
                  </a:lnTo>
                  <a:lnTo>
                    <a:pt x="1052647" y="4287053"/>
                  </a:lnTo>
                  <a:lnTo>
                    <a:pt x="1052765" y="4287053"/>
                  </a:lnTo>
                  <a:lnTo>
                    <a:pt x="1052882" y="4287053"/>
                  </a:lnTo>
                  <a:lnTo>
                    <a:pt x="1053000" y="4287053"/>
                  </a:lnTo>
                  <a:lnTo>
                    <a:pt x="1053118" y="4287053"/>
                  </a:lnTo>
                  <a:lnTo>
                    <a:pt x="1053235" y="4287053"/>
                  </a:lnTo>
                  <a:lnTo>
                    <a:pt x="1053235" y="4286623"/>
                  </a:lnTo>
                  <a:lnTo>
                    <a:pt x="1053235" y="4286192"/>
                  </a:lnTo>
                  <a:lnTo>
                    <a:pt x="1053353" y="4286192"/>
                  </a:lnTo>
                  <a:lnTo>
                    <a:pt x="1053353" y="4285761"/>
                  </a:lnTo>
                  <a:lnTo>
                    <a:pt x="1053470" y="4285761"/>
                  </a:lnTo>
                  <a:lnTo>
                    <a:pt x="1053470" y="4285331"/>
                  </a:lnTo>
                  <a:lnTo>
                    <a:pt x="1053470" y="4284900"/>
                  </a:lnTo>
                  <a:lnTo>
                    <a:pt x="1053470" y="4284470"/>
                  </a:lnTo>
                  <a:lnTo>
                    <a:pt x="1053470" y="4284039"/>
                  </a:lnTo>
                  <a:lnTo>
                    <a:pt x="1053470" y="4283608"/>
                  </a:lnTo>
                  <a:lnTo>
                    <a:pt x="1053588" y="4283608"/>
                  </a:lnTo>
                  <a:lnTo>
                    <a:pt x="1053706" y="4283608"/>
                  </a:lnTo>
                  <a:lnTo>
                    <a:pt x="1053706" y="4283178"/>
                  </a:lnTo>
                  <a:lnTo>
                    <a:pt x="1053823" y="4283178"/>
                  </a:lnTo>
                  <a:lnTo>
                    <a:pt x="1053823" y="4282747"/>
                  </a:lnTo>
                  <a:lnTo>
                    <a:pt x="1053941" y="4282747"/>
                  </a:lnTo>
                  <a:lnTo>
                    <a:pt x="1054059" y="4282747"/>
                  </a:lnTo>
                  <a:lnTo>
                    <a:pt x="1054059" y="4282317"/>
                  </a:lnTo>
                  <a:lnTo>
                    <a:pt x="1054176" y="4282317"/>
                  </a:lnTo>
                  <a:lnTo>
                    <a:pt x="1054294" y="4282317"/>
                  </a:lnTo>
                  <a:lnTo>
                    <a:pt x="1054294" y="4281886"/>
                  </a:lnTo>
                  <a:lnTo>
                    <a:pt x="1054294" y="4281455"/>
                  </a:lnTo>
                  <a:lnTo>
                    <a:pt x="1054411" y="4281455"/>
                  </a:lnTo>
                  <a:lnTo>
                    <a:pt x="1054529" y="4281455"/>
                  </a:lnTo>
                  <a:lnTo>
                    <a:pt x="1054647" y="4281455"/>
                  </a:lnTo>
                  <a:lnTo>
                    <a:pt x="1054764" y="4281455"/>
                  </a:lnTo>
                  <a:lnTo>
                    <a:pt x="1054764" y="4281025"/>
                  </a:lnTo>
                  <a:lnTo>
                    <a:pt x="1054882" y="4281025"/>
                  </a:lnTo>
                  <a:lnTo>
                    <a:pt x="1054999" y="4281025"/>
                  </a:lnTo>
                  <a:lnTo>
                    <a:pt x="1055117" y="4281025"/>
                  </a:lnTo>
                  <a:lnTo>
                    <a:pt x="1055117" y="4280594"/>
                  </a:lnTo>
                  <a:lnTo>
                    <a:pt x="1055117" y="4280164"/>
                  </a:lnTo>
                  <a:lnTo>
                    <a:pt x="1055117" y="4279733"/>
                  </a:lnTo>
                  <a:lnTo>
                    <a:pt x="1055117" y="4279302"/>
                  </a:lnTo>
                  <a:lnTo>
                    <a:pt x="1055235" y="4279302"/>
                  </a:lnTo>
                  <a:lnTo>
                    <a:pt x="1055235" y="4278872"/>
                  </a:lnTo>
                  <a:lnTo>
                    <a:pt x="1055352" y="4278872"/>
                  </a:lnTo>
                  <a:lnTo>
                    <a:pt x="1055470" y="4278872"/>
                  </a:lnTo>
                  <a:lnTo>
                    <a:pt x="1055470" y="4278441"/>
                  </a:lnTo>
                  <a:lnTo>
                    <a:pt x="1055470" y="4278011"/>
                  </a:lnTo>
                  <a:lnTo>
                    <a:pt x="1055588" y="4278011"/>
                  </a:lnTo>
                  <a:lnTo>
                    <a:pt x="1055705" y="4278011"/>
                  </a:lnTo>
                  <a:lnTo>
                    <a:pt x="1055823" y="4278011"/>
                  </a:lnTo>
                  <a:lnTo>
                    <a:pt x="1055940" y="4278011"/>
                  </a:lnTo>
                  <a:lnTo>
                    <a:pt x="1056058" y="4278011"/>
                  </a:lnTo>
                  <a:lnTo>
                    <a:pt x="1056176" y="4278011"/>
                  </a:lnTo>
                  <a:lnTo>
                    <a:pt x="1056176" y="4277580"/>
                  </a:lnTo>
                  <a:lnTo>
                    <a:pt x="1056293" y="4277580"/>
                  </a:lnTo>
                  <a:lnTo>
                    <a:pt x="1056411" y="4277580"/>
                  </a:lnTo>
                  <a:lnTo>
                    <a:pt x="1056528" y="4277580"/>
                  </a:lnTo>
                  <a:lnTo>
                    <a:pt x="1056646" y="4277580"/>
                  </a:lnTo>
                  <a:lnTo>
                    <a:pt x="1056764" y="4277580"/>
                  </a:lnTo>
                  <a:lnTo>
                    <a:pt x="1056881" y="4277580"/>
                  </a:lnTo>
                  <a:lnTo>
                    <a:pt x="1056881" y="4277149"/>
                  </a:lnTo>
                  <a:lnTo>
                    <a:pt x="1056999" y="4277149"/>
                  </a:lnTo>
                  <a:lnTo>
                    <a:pt x="1057117" y="4277149"/>
                  </a:lnTo>
                  <a:lnTo>
                    <a:pt x="1057117" y="4276719"/>
                  </a:lnTo>
                  <a:lnTo>
                    <a:pt x="1057234" y="4276719"/>
                  </a:lnTo>
                  <a:lnTo>
                    <a:pt x="1057352" y="4276719"/>
                  </a:lnTo>
                  <a:lnTo>
                    <a:pt x="1057469" y="4276719"/>
                  </a:lnTo>
                  <a:lnTo>
                    <a:pt x="1057587" y="4276719"/>
                  </a:lnTo>
                  <a:lnTo>
                    <a:pt x="1057587" y="4276288"/>
                  </a:lnTo>
                  <a:lnTo>
                    <a:pt x="1057705" y="4276288"/>
                  </a:lnTo>
                  <a:lnTo>
                    <a:pt x="1057822" y="4276288"/>
                  </a:lnTo>
                  <a:lnTo>
                    <a:pt x="1057940" y="4276288"/>
                  </a:lnTo>
                  <a:lnTo>
                    <a:pt x="1058057" y="4276288"/>
                  </a:lnTo>
                  <a:lnTo>
                    <a:pt x="1058057" y="4275858"/>
                  </a:lnTo>
                  <a:lnTo>
                    <a:pt x="1058175" y="4275858"/>
                  </a:lnTo>
                  <a:lnTo>
                    <a:pt x="1058293" y="4275858"/>
                  </a:lnTo>
                  <a:lnTo>
                    <a:pt x="1058410" y="4275858"/>
                  </a:lnTo>
                  <a:lnTo>
                    <a:pt x="1058528" y="4275858"/>
                  </a:lnTo>
                  <a:lnTo>
                    <a:pt x="1058645" y="4275858"/>
                  </a:lnTo>
                  <a:lnTo>
                    <a:pt x="1058763" y="4275858"/>
                  </a:lnTo>
                  <a:lnTo>
                    <a:pt x="1058881" y="4275858"/>
                  </a:lnTo>
                  <a:lnTo>
                    <a:pt x="1058881" y="4275427"/>
                  </a:lnTo>
                  <a:lnTo>
                    <a:pt x="1058998" y="4275427"/>
                  </a:lnTo>
                  <a:lnTo>
                    <a:pt x="1059116" y="4275427"/>
                  </a:lnTo>
                  <a:lnTo>
                    <a:pt x="1059234" y="4275427"/>
                  </a:lnTo>
                  <a:lnTo>
                    <a:pt x="1059351" y="4275427"/>
                  </a:lnTo>
                  <a:lnTo>
                    <a:pt x="1059469" y="4275427"/>
                  </a:lnTo>
                  <a:lnTo>
                    <a:pt x="1059586" y="4275427"/>
                  </a:lnTo>
                  <a:lnTo>
                    <a:pt x="1059704" y="4275427"/>
                  </a:lnTo>
                  <a:lnTo>
                    <a:pt x="1059704" y="4274996"/>
                  </a:lnTo>
                  <a:lnTo>
                    <a:pt x="1059704" y="4274566"/>
                  </a:lnTo>
                  <a:lnTo>
                    <a:pt x="1059822" y="4274566"/>
                  </a:lnTo>
                  <a:lnTo>
                    <a:pt x="1059939" y="4274566"/>
                  </a:lnTo>
                  <a:lnTo>
                    <a:pt x="1059939" y="4274135"/>
                  </a:lnTo>
                  <a:lnTo>
                    <a:pt x="1060057" y="4274135"/>
                  </a:lnTo>
                  <a:lnTo>
                    <a:pt x="1060174" y="4274135"/>
                  </a:lnTo>
                  <a:lnTo>
                    <a:pt x="1060292" y="4274135"/>
                  </a:lnTo>
                  <a:lnTo>
                    <a:pt x="1060410" y="4274135"/>
                  </a:lnTo>
                  <a:lnTo>
                    <a:pt x="1060527" y="4274135"/>
                  </a:lnTo>
                  <a:lnTo>
                    <a:pt x="1060645" y="4274135"/>
                  </a:lnTo>
                  <a:lnTo>
                    <a:pt x="1060763" y="4274135"/>
                  </a:lnTo>
                  <a:lnTo>
                    <a:pt x="1060880" y="4274135"/>
                  </a:lnTo>
                  <a:lnTo>
                    <a:pt x="1060998" y="4274135"/>
                  </a:lnTo>
                  <a:lnTo>
                    <a:pt x="1060998" y="4273705"/>
                  </a:lnTo>
                  <a:lnTo>
                    <a:pt x="1061115" y="4273705"/>
                  </a:lnTo>
                  <a:lnTo>
                    <a:pt x="1061233" y="4273705"/>
                  </a:lnTo>
                  <a:lnTo>
                    <a:pt x="1061233" y="4273274"/>
                  </a:lnTo>
                  <a:lnTo>
                    <a:pt x="1061351" y="4273274"/>
                  </a:lnTo>
                  <a:lnTo>
                    <a:pt x="1061351" y="4272843"/>
                  </a:lnTo>
                  <a:lnTo>
                    <a:pt x="1061468" y="4272843"/>
                  </a:lnTo>
                  <a:lnTo>
                    <a:pt x="1061586" y="4272843"/>
                  </a:lnTo>
                  <a:lnTo>
                    <a:pt x="1061703" y="4272843"/>
                  </a:lnTo>
                  <a:lnTo>
                    <a:pt x="1061821" y="4272843"/>
                  </a:lnTo>
                  <a:lnTo>
                    <a:pt x="1061939" y="4272843"/>
                  </a:lnTo>
                  <a:lnTo>
                    <a:pt x="1062056" y="4272843"/>
                  </a:lnTo>
                  <a:lnTo>
                    <a:pt x="1062056" y="4272413"/>
                  </a:lnTo>
                  <a:lnTo>
                    <a:pt x="1062174" y="4272413"/>
                  </a:lnTo>
                  <a:lnTo>
                    <a:pt x="1062292" y="4272413"/>
                  </a:lnTo>
                  <a:lnTo>
                    <a:pt x="1062409" y="4272413"/>
                  </a:lnTo>
                  <a:lnTo>
                    <a:pt x="1062409" y="4271982"/>
                  </a:lnTo>
                  <a:lnTo>
                    <a:pt x="1062527" y="4271982"/>
                  </a:lnTo>
                  <a:lnTo>
                    <a:pt x="1062527" y="4271552"/>
                  </a:lnTo>
                  <a:lnTo>
                    <a:pt x="1062527" y="4271121"/>
                  </a:lnTo>
                  <a:lnTo>
                    <a:pt x="1062644" y="4271121"/>
                  </a:lnTo>
                  <a:lnTo>
                    <a:pt x="1062762" y="4271121"/>
                  </a:lnTo>
                  <a:lnTo>
                    <a:pt x="1062762" y="4270690"/>
                  </a:lnTo>
                  <a:lnTo>
                    <a:pt x="1062880" y="4270690"/>
                  </a:lnTo>
                  <a:lnTo>
                    <a:pt x="1062997" y="4270690"/>
                  </a:lnTo>
                  <a:lnTo>
                    <a:pt x="1063115" y="4270690"/>
                  </a:lnTo>
                  <a:lnTo>
                    <a:pt x="1063232" y="4270690"/>
                  </a:lnTo>
                  <a:lnTo>
                    <a:pt x="1063350" y="4270690"/>
                  </a:lnTo>
                  <a:lnTo>
                    <a:pt x="1063468" y="4270690"/>
                  </a:lnTo>
                  <a:lnTo>
                    <a:pt x="1063585" y="4270690"/>
                  </a:lnTo>
                  <a:lnTo>
                    <a:pt x="1063585" y="4270260"/>
                  </a:lnTo>
                  <a:lnTo>
                    <a:pt x="1063703" y="4270260"/>
                  </a:lnTo>
                  <a:lnTo>
                    <a:pt x="1063821" y="4270260"/>
                  </a:lnTo>
                  <a:lnTo>
                    <a:pt x="1063938" y="4270260"/>
                  </a:lnTo>
                  <a:lnTo>
                    <a:pt x="1064056" y="4270260"/>
                  </a:lnTo>
                  <a:lnTo>
                    <a:pt x="1064173" y="4270260"/>
                  </a:lnTo>
                  <a:lnTo>
                    <a:pt x="1064291" y="4270260"/>
                  </a:lnTo>
                  <a:lnTo>
                    <a:pt x="1064409" y="4270260"/>
                  </a:lnTo>
                  <a:lnTo>
                    <a:pt x="1064526" y="4270260"/>
                  </a:lnTo>
                  <a:lnTo>
                    <a:pt x="1064526" y="4269829"/>
                  </a:lnTo>
                  <a:lnTo>
                    <a:pt x="1064644" y="4269829"/>
                  </a:lnTo>
                  <a:lnTo>
                    <a:pt x="1064761" y="4269829"/>
                  </a:lnTo>
                  <a:lnTo>
                    <a:pt x="1064879" y="4269829"/>
                  </a:lnTo>
                  <a:lnTo>
                    <a:pt x="1064879" y="4269399"/>
                  </a:lnTo>
                  <a:lnTo>
                    <a:pt x="1064997" y="4269399"/>
                  </a:lnTo>
                  <a:lnTo>
                    <a:pt x="1064997" y="4268968"/>
                  </a:lnTo>
                  <a:lnTo>
                    <a:pt x="1065114" y="4268968"/>
                  </a:lnTo>
                  <a:lnTo>
                    <a:pt x="1065232" y="4268968"/>
                  </a:lnTo>
                  <a:lnTo>
                    <a:pt x="1065232" y="4268537"/>
                  </a:lnTo>
                  <a:lnTo>
                    <a:pt x="1065350" y="4268537"/>
                  </a:lnTo>
                  <a:lnTo>
                    <a:pt x="1065467" y="4268537"/>
                  </a:lnTo>
                  <a:lnTo>
                    <a:pt x="1065467" y="4268107"/>
                  </a:lnTo>
                  <a:lnTo>
                    <a:pt x="1065467" y="4267676"/>
                  </a:lnTo>
                  <a:lnTo>
                    <a:pt x="1065467" y="4267246"/>
                  </a:lnTo>
                  <a:lnTo>
                    <a:pt x="1065585" y="4267246"/>
                  </a:lnTo>
                  <a:lnTo>
                    <a:pt x="1065702" y="4267246"/>
                  </a:lnTo>
                  <a:lnTo>
                    <a:pt x="1065820" y="4267246"/>
                  </a:lnTo>
                  <a:lnTo>
                    <a:pt x="1065938" y="4267246"/>
                  </a:lnTo>
                  <a:lnTo>
                    <a:pt x="1066055" y="4267246"/>
                  </a:lnTo>
                  <a:lnTo>
                    <a:pt x="1066055" y="4266815"/>
                  </a:lnTo>
                  <a:lnTo>
                    <a:pt x="1066173" y="4266815"/>
                  </a:lnTo>
                  <a:lnTo>
                    <a:pt x="1066173" y="4266384"/>
                  </a:lnTo>
                  <a:lnTo>
                    <a:pt x="1066290" y="4266384"/>
                  </a:lnTo>
                  <a:lnTo>
                    <a:pt x="1066408" y="4266384"/>
                  </a:lnTo>
                  <a:lnTo>
                    <a:pt x="1066526" y="4266384"/>
                  </a:lnTo>
                  <a:lnTo>
                    <a:pt x="1066643" y="4266384"/>
                  </a:lnTo>
                  <a:lnTo>
                    <a:pt x="1066761" y="4266384"/>
                  </a:lnTo>
                  <a:lnTo>
                    <a:pt x="1066878" y="4266384"/>
                  </a:lnTo>
                  <a:lnTo>
                    <a:pt x="1066996" y="4266384"/>
                  </a:lnTo>
                  <a:lnTo>
                    <a:pt x="1067114" y="4266384"/>
                  </a:lnTo>
                  <a:lnTo>
                    <a:pt x="1067231" y="4266384"/>
                  </a:lnTo>
                  <a:lnTo>
                    <a:pt x="1067231" y="4265954"/>
                  </a:lnTo>
                  <a:lnTo>
                    <a:pt x="1067349" y="4265954"/>
                  </a:lnTo>
                  <a:lnTo>
                    <a:pt x="1067467" y="4265954"/>
                  </a:lnTo>
                  <a:lnTo>
                    <a:pt x="1067584" y="4265954"/>
                  </a:lnTo>
                  <a:lnTo>
                    <a:pt x="1067702" y="4265954"/>
                  </a:lnTo>
                  <a:lnTo>
                    <a:pt x="1067819" y="4265954"/>
                  </a:lnTo>
                  <a:lnTo>
                    <a:pt x="1067819" y="4265523"/>
                  </a:lnTo>
                  <a:lnTo>
                    <a:pt x="1067819" y="4265093"/>
                  </a:lnTo>
                  <a:lnTo>
                    <a:pt x="1067937" y="4265093"/>
                  </a:lnTo>
                  <a:lnTo>
                    <a:pt x="1068055" y="4265093"/>
                  </a:lnTo>
                  <a:lnTo>
                    <a:pt x="1068172" y="4265093"/>
                  </a:lnTo>
                  <a:lnTo>
                    <a:pt x="1068290" y="4265093"/>
                  </a:lnTo>
                  <a:lnTo>
                    <a:pt x="1068407" y="4265093"/>
                  </a:lnTo>
                  <a:lnTo>
                    <a:pt x="1068525" y="4265093"/>
                  </a:lnTo>
                  <a:lnTo>
                    <a:pt x="1068643" y="4265093"/>
                  </a:lnTo>
                  <a:lnTo>
                    <a:pt x="1068643" y="4264662"/>
                  </a:lnTo>
                  <a:lnTo>
                    <a:pt x="1068760" y="4264662"/>
                  </a:lnTo>
                  <a:lnTo>
                    <a:pt x="1068878" y="4264662"/>
                  </a:lnTo>
                  <a:lnTo>
                    <a:pt x="1068996" y="4264662"/>
                  </a:lnTo>
                  <a:lnTo>
                    <a:pt x="1069113" y="4264662"/>
                  </a:lnTo>
                  <a:lnTo>
                    <a:pt x="1069113" y="4264231"/>
                  </a:lnTo>
                  <a:lnTo>
                    <a:pt x="1069231" y="4264231"/>
                  </a:lnTo>
                  <a:lnTo>
                    <a:pt x="1069348" y="4264231"/>
                  </a:lnTo>
                  <a:lnTo>
                    <a:pt x="1069466" y="4264231"/>
                  </a:lnTo>
                  <a:lnTo>
                    <a:pt x="1069584" y="4264231"/>
                  </a:lnTo>
                  <a:lnTo>
                    <a:pt x="1069584" y="4263801"/>
                  </a:lnTo>
                  <a:lnTo>
                    <a:pt x="1069584" y="4263370"/>
                  </a:lnTo>
                  <a:lnTo>
                    <a:pt x="1069701" y="4263370"/>
                  </a:lnTo>
                  <a:lnTo>
                    <a:pt x="1069819" y="4263370"/>
                  </a:lnTo>
                  <a:lnTo>
                    <a:pt x="1069936" y="4263370"/>
                  </a:lnTo>
                  <a:lnTo>
                    <a:pt x="1070054" y="4263370"/>
                  </a:lnTo>
                  <a:lnTo>
                    <a:pt x="1070054" y="4262940"/>
                  </a:lnTo>
                  <a:lnTo>
                    <a:pt x="1070172" y="4262940"/>
                  </a:lnTo>
                  <a:lnTo>
                    <a:pt x="1070289" y="4262940"/>
                  </a:lnTo>
                  <a:lnTo>
                    <a:pt x="1070407" y="4262940"/>
                  </a:lnTo>
                  <a:lnTo>
                    <a:pt x="1070407" y="4262509"/>
                  </a:lnTo>
                  <a:lnTo>
                    <a:pt x="1070525" y="4262509"/>
                  </a:lnTo>
                  <a:lnTo>
                    <a:pt x="1070525" y="4262078"/>
                  </a:lnTo>
                  <a:lnTo>
                    <a:pt x="1070642" y="4262078"/>
                  </a:lnTo>
                  <a:lnTo>
                    <a:pt x="1070642" y="4261648"/>
                  </a:lnTo>
                  <a:lnTo>
                    <a:pt x="1070760" y="4261648"/>
                  </a:lnTo>
                  <a:lnTo>
                    <a:pt x="1070877" y="4261648"/>
                  </a:lnTo>
                  <a:lnTo>
                    <a:pt x="1070995" y="4261648"/>
                  </a:lnTo>
                  <a:lnTo>
                    <a:pt x="1071113" y="4261648"/>
                  </a:lnTo>
                  <a:lnTo>
                    <a:pt x="1071113" y="4261217"/>
                  </a:lnTo>
                  <a:lnTo>
                    <a:pt x="1071230" y="4261217"/>
                  </a:lnTo>
                  <a:lnTo>
                    <a:pt x="1071230" y="4260787"/>
                  </a:lnTo>
                  <a:lnTo>
                    <a:pt x="1071348" y="4260787"/>
                  </a:lnTo>
                  <a:lnTo>
                    <a:pt x="1071465" y="4260787"/>
                  </a:lnTo>
                  <a:lnTo>
                    <a:pt x="1071583" y="4260787"/>
                  </a:lnTo>
                  <a:lnTo>
                    <a:pt x="1071701" y="4260787"/>
                  </a:lnTo>
                  <a:lnTo>
                    <a:pt x="1071818" y="4260787"/>
                  </a:lnTo>
                  <a:lnTo>
                    <a:pt x="1071818" y="4260356"/>
                  </a:lnTo>
                  <a:lnTo>
                    <a:pt x="1071936" y="4260356"/>
                  </a:lnTo>
                  <a:lnTo>
                    <a:pt x="1072054" y="4260356"/>
                  </a:lnTo>
                  <a:lnTo>
                    <a:pt x="1072171" y="4260356"/>
                  </a:lnTo>
                  <a:lnTo>
                    <a:pt x="1072171" y="4259925"/>
                  </a:lnTo>
                  <a:lnTo>
                    <a:pt x="1072289" y="4259925"/>
                  </a:lnTo>
                  <a:lnTo>
                    <a:pt x="1072406" y="4259925"/>
                  </a:lnTo>
                  <a:lnTo>
                    <a:pt x="1072524" y="4259925"/>
                  </a:lnTo>
                  <a:lnTo>
                    <a:pt x="1072642" y="4259925"/>
                  </a:lnTo>
                  <a:lnTo>
                    <a:pt x="1072759" y="4259925"/>
                  </a:lnTo>
                  <a:lnTo>
                    <a:pt x="1072877" y="4259925"/>
                  </a:lnTo>
                  <a:lnTo>
                    <a:pt x="1072994" y="4259925"/>
                  </a:lnTo>
                  <a:lnTo>
                    <a:pt x="1073112" y="4259925"/>
                  </a:lnTo>
                  <a:lnTo>
                    <a:pt x="1073112" y="4259495"/>
                  </a:lnTo>
                  <a:lnTo>
                    <a:pt x="1073230" y="4259495"/>
                  </a:lnTo>
                  <a:lnTo>
                    <a:pt x="1073347" y="4259495"/>
                  </a:lnTo>
                  <a:lnTo>
                    <a:pt x="1073465" y="4259495"/>
                  </a:lnTo>
                  <a:lnTo>
                    <a:pt x="1073583" y="4259495"/>
                  </a:lnTo>
                  <a:lnTo>
                    <a:pt x="1073583" y="4259064"/>
                  </a:lnTo>
                  <a:lnTo>
                    <a:pt x="1073583" y="4258634"/>
                  </a:lnTo>
                  <a:lnTo>
                    <a:pt x="1073583" y="4258203"/>
                  </a:lnTo>
                  <a:lnTo>
                    <a:pt x="1073583" y="4257772"/>
                  </a:lnTo>
                  <a:lnTo>
                    <a:pt x="1073583" y="4257342"/>
                  </a:lnTo>
                  <a:lnTo>
                    <a:pt x="1073700" y="4257342"/>
                  </a:lnTo>
                  <a:lnTo>
                    <a:pt x="1073818" y="4257342"/>
                  </a:lnTo>
                  <a:lnTo>
                    <a:pt x="1073935" y="4257342"/>
                  </a:lnTo>
                  <a:lnTo>
                    <a:pt x="1074053" y="4257342"/>
                  </a:lnTo>
                  <a:lnTo>
                    <a:pt x="1074171" y="4257342"/>
                  </a:lnTo>
                  <a:lnTo>
                    <a:pt x="1074288" y="4257342"/>
                  </a:lnTo>
                  <a:lnTo>
                    <a:pt x="1074406" y="4257342"/>
                  </a:lnTo>
                  <a:lnTo>
                    <a:pt x="1074523" y="4257342"/>
                  </a:lnTo>
                  <a:lnTo>
                    <a:pt x="1074641" y="4257342"/>
                  </a:lnTo>
                  <a:lnTo>
                    <a:pt x="1074641" y="4256911"/>
                  </a:lnTo>
                  <a:lnTo>
                    <a:pt x="1074641" y="4256481"/>
                  </a:lnTo>
                  <a:lnTo>
                    <a:pt x="1074759" y="4256481"/>
                  </a:lnTo>
                  <a:lnTo>
                    <a:pt x="1074876" y="4256481"/>
                  </a:lnTo>
                  <a:lnTo>
                    <a:pt x="1074876" y="4256050"/>
                  </a:lnTo>
                  <a:lnTo>
                    <a:pt x="1074994" y="4256050"/>
                  </a:lnTo>
                  <a:lnTo>
                    <a:pt x="1075111" y="4256050"/>
                  </a:lnTo>
                  <a:lnTo>
                    <a:pt x="1075229" y="4256050"/>
                  </a:lnTo>
                  <a:lnTo>
                    <a:pt x="1075229" y="4255619"/>
                  </a:lnTo>
                  <a:lnTo>
                    <a:pt x="1075347" y="4255619"/>
                  </a:lnTo>
                  <a:lnTo>
                    <a:pt x="1075347" y="4255189"/>
                  </a:lnTo>
                  <a:lnTo>
                    <a:pt x="1075464" y="4255189"/>
                  </a:lnTo>
                  <a:lnTo>
                    <a:pt x="1075582" y="4255189"/>
                  </a:lnTo>
                  <a:lnTo>
                    <a:pt x="1075700" y="4255189"/>
                  </a:lnTo>
                  <a:lnTo>
                    <a:pt x="1075817" y="4255189"/>
                  </a:lnTo>
                  <a:lnTo>
                    <a:pt x="1075935" y="4255189"/>
                  </a:lnTo>
                  <a:lnTo>
                    <a:pt x="1075935" y="4254758"/>
                  </a:lnTo>
                  <a:lnTo>
                    <a:pt x="1076052" y="4254758"/>
                  </a:lnTo>
                  <a:lnTo>
                    <a:pt x="1076170" y="4254758"/>
                  </a:lnTo>
                  <a:lnTo>
                    <a:pt x="1076288" y="4254758"/>
                  </a:lnTo>
                  <a:lnTo>
                    <a:pt x="1076405" y="4254758"/>
                  </a:lnTo>
                  <a:lnTo>
                    <a:pt x="1076405" y="4254328"/>
                  </a:lnTo>
                  <a:lnTo>
                    <a:pt x="1076405" y="4253897"/>
                  </a:lnTo>
                  <a:lnTo>
                    <a:pt x="1076523" y="4253897"/>
                  </a:lnTo>
                  <a:lnTo>
                    <a:pt x="1076523" y="4253466"/>
                  </a:lnTo>
                  <a:lnTo>
                    <a:pt x="1076523" y="4253036"/>
                  </a:lnTo>
                  <a:lnTo>
                    <a:pt x="1076640" y="4253036"/>
                  </a:lnTo>
                  <a:lnTo>
                    <a:pt x="1076758" y="4253036"/>
                  </a:lnTo>
                  <a:lnTo>
                    <a:pt x="1076876" y="4253036"/>
                  </a:lnTo>
                  <a:lnTo>
                    <a:pt x="1076876" y="4252605"/>
                  </a:lnTo>
                  <a:lnTo>
                    <a:pt x="1076876" y="4252175"/>
                  </a:lnTo>
                  <a:lnTo>
                    <a:pt x="1076993" y="4252175"/>
                  </a:lnTo>
                  <a:lnTo>
                    <a:pt x="1077111" y="4252175"/>
                  </a:lnTo>
                  <a:lnTo>
                    <a:pt x="1077229" y="4252175"/>
                  </a:lnTo>
                  <a:lnTo>
                    <a:pt x="1077229" y="4251744"/>
                  </a:lnTo>
                  <a:lnTo>
                    <a:pt x="1077346" y="4251744"/>
                  </a:lnTo>
                  <a:lnTo>
                    <a:pt x="1077346" y="4251313"/>
                  </a:lnTo>
                  <a:lnTo>
                    <a:pt x="1077346" y="4250883"/>
                  </a:lnTo>
                  <a:lnTo>
                    <a:pt x="1077464" y="4250883"/>
                  </a:lnTo>
                  <a:lnTo>
                    <a:pt x="1077581" y="4250883"/>
                  </a:lnTo>
                  <a:lnTo>
                    <a:pt x="1077699" y="4250883"/>
                  </a:lnTo>
                  <a:lnTo>
                    <a:pt x="1077817" y="4250883"/>
                  </a:lnTo>
                  <a:lnTo>
                    <a:pt x="1077934" y="4250883"/>
                  </a:lnTo>
                  <a:lnTo>
                    <a:pt x="1077934" y="4250452"/>
                  </a:lnTo>
                  <a:lnTo>
                    <a:pt x="1078052" y="4250452"/>
                  </a:lnTo>
                  <a:lnTo>
                    <a:pt x="1078169" y="4250452"/>
                  </a:lnTo>
                  <a:lnTo>
                    <a:pt x="1078169" y="4250022"/>
                  </a:lnTo>
                  <a:lnTo>
                    <a:pt x="1078287" y="4250022"/>
                  </a:lnTo>
                  <a:lnTo>
                    <a:pt x="1078405" y="4250022"/>
                  </a:lnTo>
                  <a:lnTo>
                    <a:pt x="1078522" y="4250022"/>
                  </a:lnTo>
                  <a:lnTo>
                    <a:pt x="1078522" y="4249591"/>
                  </a:lnTo>
                  <a:lnTo>
                    <a:pt x="1078640" y="4249591"/>
                  </a:lnTo>
                  <a:lnTo>
                    <a:pt x="1078758" y="4249591"/>
                  </a:lnTo>
                  <a:lnTo>
                    <a:pt x="1078758" y="4249160"/>
                  </a:lnTo>
                  <a:lnTo>
                    <a:pt x="1078758" y="4248730"/>
                  </a:lnTo>
                  <a:lnTo>
                    <a:pt x="1078875" y="4248730"/>
                  </a:lnTo>
                  <a:lnTo>
                    <a:pt x="1078875" y="4248299"/>
                  </a:lnTo>
                  <a:lnTo>
                    <a:pt x="1078993" y="4248299"/>
                  </a:lnTo>
                  <a:lnTo>
                    <a:pt x="1079110" y="4248299"/>
                  </a:lnTo>
                  <a:lnTo>
                    <a:pt x="1079228" y="4248299"/>
                  </a:lnTo>
                  <a:lnTo>
                    <a:pt x="1079228" y="4247869"/>
                  </a:lnTo>
                  <a:lnTo>
                    <a:pt x="1079228" y="4247438"/>
                  </a:lnTo>
                  <a:lnTo>
                    <a:pt x="1079228" y="4247007"/>
                  </a:lnTo>
                  <a:lnTo>
                    <a:pt x="1079346" y="4247007"/>
                  </a:lnTo>
                  <a:lnTo>
                    <a:pt x="1079346" y="4246577"/>
                  </a:lnTo>
                  <a:lnTo>
                    <a:pt x="1079346" y="4246146"/>
                  </a:lnTo>
                  <a:lnTo>
                    <a:pt x="1079463" y="4246146"/>
                  </a:lnTo>
                  <a:lnTo>
                    <a:pt x="1079463" y="4245716"/>
                  </a:lnTo>
                  <a:lnTo>
                    <a:pt x="1079581" y="4245716"/>
                  </a:lnTo>
                  <a:lnTo>
                    <a:pt x="1079698" y="4245716"/>
                  </a:lnTo>
                  <a:lnTo>
                    <a:pt x="1079698" y="4245285"/>
                  </a:lnTo>
                  <a:lnTo>
                    <a:pt x="1079816" y="4245285"/>
                  </a:lnTo>
                  <a:lnTo>
                    <a:pt x="1079934" y="4245285"/>
                  </a:lnTo>
                  <a:lnTo>
                    <a:pt x="1080051" y="4245285"/>
                  </a:lnTo>
                  <a:lnTo>
                    <a:pt x="1080051" y="4244854"/>
                  </a:lnTo>
                  <a:lnTo>
                    <a:pt x="1080169" y="4244854"/>
                  </a:lnTo>
                  <a:lnTo>
                    <a:pt x="1080287" y="4244854"/>
                  </a:lnTo>
                  <a:lnTo>
                    <a:pt x="1080404" y="4244854"/>
                  </a:lnTo>
                  <a:lnTo>
                    <a:pt x="1080522" y="4244854"/>
                  </a:lnTo>
                  <a:lnTo>
                    <a:pt x="1080639" y="4244854"/>
                  </a:lnTo>
                  <a:lnTo>
                    <a:pt x="1080639" y="4244424"/>
                  </a:lnTo>
                  <a:lnTo>
                    <a:pt x="1080757" y="4244424"/>
                  </a:lnTo>
                  <a:lnTo>
                    <a:pt x="1080875" y="4244424"/>
                  </a:lnTo>
                  <a:lnTo>
                    <a:pt x="1080875" y="4243993"/>
                  </a:lnTo>
                  <a:lnTo>
                    <a:pt x="1080875" y="4243563"/>
                  </a:lnTo>
                  <a:lnTo>
                    <a:pt x="1080992" y="4243563"/>
                  </a:lnTo>
                  <a:lnTo>
                    <a:pt x="1081110" y="4243563"/>
                  </a:lnTo>
                  <a:lnTo>
                    <a:pt x="1081110" y="4243132"/>
                  </a:lnTo>
                  <a:lnTo>
                    <a:pt x="1081227" y="4243132"/>
                  </a:lnTo>
                  <a:lnTo>
                    <a:pt x="1081345" y="4243132"/>
                  </a:lnTo>
                  <a:lnTo>
                    <a:pt x="1081345" y="4242701"/>
                  </a:lnTo>
                  <a:lnTo>
                    <a:pt x="1081345" y="4242271"/>
                  </a:lnTo>
                  <a:lnTo>
                    <a:pt x="1081463" y="4242271"/>
                  </a:lnTo>
                  <a:lnTo>
                    <a:pt x="1081580" y="4242271"/>
                  </a:lnTo>
                  <a:lnTo>
                    <a:pt x="1081698" y="4242271"/>
                  </a:lnTo>
                  <a:lnTo>
                    <a:pt x="1081698" y="4241840"/>
                  </a:lnTo>
                  <a:lnTo>
                    <a:pt x="1081698" y="4241410"/>
                  </a:lnTo>
                  <a:lnTo>
                    <a:pt x="1081816" y="4241410"/>
                  </a:lnTo>
                  <a:lnTo>
                    <a:pt x="1081933" y="4241410"/>
                  </a:lnTo>
                  <a:lnTo>
                    <a:pt x="1082051" y="4241410"/>
                  </a:lnTo>
                  <a:lnTo>
                    <a:pt x="1082168" y="4241410"/>
                  </a:lnTo>
                  <a:lnTo>
                    <a:pt x="1082286" y="4241410"/>
                  </a:lnTo>
                  <a:lnTo>
                    <a:pt x="1082404" y="4241410"/>
                  </a:lnTo>
                  <a:lnTo>
                    <a:pt x="1082521" y="4241410"/>
                  </a:lnTo>
                  <a:lnTo>
                    <a:pt x="1082521" y="4240979"/>
                  </a:lnTo>
                  <a:lnTo>
                    <a:pt x="1082639" y="4240979"/>
                  </a:lnTo>
                  <a:lnTo>
                    <a:pt x="1082639" y="4240548"/>
                  </a:lnTo>
                  <a:lnTo>
                    <a:pt x="1082639" y="4240118"/>
                  </a:lnTo>
                  <a:lnTo>
                    <a:pt x="1082639" y="4239687"/>
                  </a:lnTo>
                  <a:lnTo>
                    <a:pt x="1082756" y="4239687"/>
                  </a:lnTo>
                  <a:lnTo>
                    <a:pt x="1082756" y="4239257"/>
                  </a:lnTo>
                  <a:lnTo>
                    <a:pt x="1082756" y="4238826"/>
                  </a:lnTo>
                  <a:lnTo>
                    <a:pt x="1082874" y="4238826"/>
                  </a:lnTo>
                  <a:lnTo>
                    <a:pt x="1082992" y="4238826"/>
                  </a:lnTo>
                  <a:lnTo>
                    <a:pt x="1082992" y="4238395"/>
                  </a:lnTo>
                  <a:lnTo>
                    <a:pt x="1082992" y="4237965"/>
                  </a:lnTo>
                  <a:lnTo>
                    <a:pt x="1083109" y="4237965"/>
                  </a:lnTo>
                  <a:lnTo>
                    <a:pt x="1083109" y="4237534"/>
                  </a:lnTo>
                  <a:lnTo>
                    <a:pt x="1083109" y="4237104"/>
                  </a:lnTo>
                  <a:lnTo>
                    <a:pt x="1083227" y="4237104"/>
                  </a:lnTo>
                  <a:lnTo>
                    <a:pt x="1083344" y="4237104"/>
                  </a:lnTo>
                  <a:lnTo>
                    <a:pt x="1083344" y="4236673"/>
                  </a:lnTo>
                  <a:lnTo>
                    <a:pt x="1083344" y="4236242"/>
                  </a:lnTo>
                  <a:lnTo>
                    <a:pt x="1083462" y="4236242"/>
                  </a:lnTo>
                  <a:lnTo>
                    <a:pt x="1083580" y="4236242"/>
                  </a:lnTo>
                  <a:lnTo>
                    <a:pt x="1083580" y="4235812"/>
                  </a:lnTo>
                  <a:lnTo>
                    <a:pt x="1083697" y="4235812"/>
                  </a:lnTo>
                  <a:lnTo>
                    <a:pt x="1083815" y="4235812"/>
                  </a:lnTo>
                  <a:lnTo>
                    <a:pt x="1083933" y="4235812"/>
                  </a:lnTo>
                  <a:lnTo>
                    <a:pt x="1084050" y="4235812"/>
                  </a:lnTo>
                  <a:lnTo>
                    <a:pt x="1084050" y="4235381"/>
                  </a:lnTo>
                  <a:lnTo>
                    <a:pt x="1084168" y="4235381"/>
                  </a:lnTo>
                  <a:lnTo>
                    <a:pt x="1084168" y="4234951"/>
                  </a:lnTo>
                  <a:lnTo>
                    <a:pt x="1084168" y="4234520"/>
                  </a:lnTo>
                  <a:lnTo>
                    <a:pt x="1084168" y="4234089"/>
                  </a:lnTo>
                  <a:lnTo>
                    <a:pt x="1084285" y="4234089"/>
                  </a:lnTo>
                  <a:lnTo>
                    <a:pt x="1084403" y="4234089"/>
                  </a:lnTo>
                  <a:lnTo>
                    <a:pt x="1084403" y="4233659"/>
                  </a:lnTo>
                  <a:lnTo>
                    <a:pt x="1084521" y="4233659"/>
                  </a:lnTo>
                  <a:lnTo>
                    <a:pt x="1084638" y="4233659"/>
                  </a:lnTo>
                  <a:lnTo>
                    <a:pt x="1084756" y="4233659"/>
                  </a:lnTo>
                  <a:lnTo>
                    <a:pt x="1084873" y="4233659"/>
                  </a:lnTo>
                  <a:lnTo>
                    <a:pt x="1084991" y="4233659"/>
                  </a:lnTo>
                  <a:lnTo>
                    <a:pt x="1085109" y="4233659"/>
                  </a:lnTo>
                  <a:lnTo>
                    <a:pt x="1085226" y="4233659"/>
                  </a:lnTo>
                  <a:lnTo>
                    <a:pt x="1085226" y="4233228"/>
                  </a:lnTo>
                  <a:lnTo>
                    <a:pt x="1085226" y="4232798"/>
                  </a:lnTo>
                  <a:lnTo>
                    <a:pt x="1085344" y="4232798"/>
                  </a:lnTo>
                  <a:lnTo>
                    <a:pt x="1085462" y="4232798"/>
                  </a:lnTo>
                  <a:lnTo>
                    <a:pt x="1085579" y="4232798"/>
                  </a:lnTo>
                  <a:lnTo>
                    <a:pt x="1085579" y="4232367"/>
                  </a:lnTo>
                  <a:lnTo>
                    <a:pt x="1085579" y="4231936"/>
                  </a:lnTo>
                  <a:lnTo>
                    <a:pt x="1085579" y="4231506"/>
                  </a:lnTo>
                  <a:lnTo>
                    <a:pt x="1085579" y="4231075"/>
                  </a:lnTo>
                  <a:lnTo>
                    <a:pt x="1085697" y="4231075"/>
                  </a:lnTo>
                  <a:lnTo>
                    <a:pt x="1085814" y="4231075"/>
                  </a:lnTo>
                  <a:lnTo>
                    <a:pt x="1085814" y="4230645"/>
                  </a:lnTo>
                  <a:lnTo>
                    <a:pt x="1085932" y="4230645"/>
                  </a:lnTo>
                  <a:lnTo>
                    <a:pt x="1086050" y="4230645"/>
                  </a:lnTo>
                  <a:lnTo>
                    <a:pt x="1086167" y="4230645"/>
                  </a:lnTo>
                  <a:lnTo>
                    <a:pt x="1086167" y="4230214"/>
                  </a:lnTo>
                  <a:lnTo>
                    <a:pt x="1086285" y="4230214"/>
                  </a:lnTo>
                  <a:lnTo>
                    <a:pt x="1086402" y="4230214"/>
                  </a:lnTo>
                  <a:lnTo>
                    <a:pt x="1086520" y="4230214"/>
                  </a:lnTo>
                  <a:lnTo>
                    <a:pt x="1086520" y="4229783"/>
                  </a:lnTo>
                  <a:lnTo>
                    <a:pt x="1086520" y="4229353"/>
                  </a:lnTo>
                  <a:lnTo>
                    <a:pt x="1086638" y="4229353"/>
                  </a:lnTo>
                  <a:lnTo>
                    <a:pt x="1086638" y="4228922"/>
                  </a:lnTo>
                  <a:lnTo>
                    <a:pt x="1086755" y="4228922"/>
                  </a:lnTo>
                  <a:lnTo>
                    <a:pt x="1086755" y="4228492"/>
                  </a:lnTo>
                  <a:lnTo>
                    <a:pt x="1086873" y="4228492"/>
                  </a:lnTo>
                  <a:lnTo>
                    <a:pt x="1086991" y="4228492"/>
                  </a:lnTo>
                  <a:lnTo>
                    <a:pt x="1086991" y="4228061"/>
                  </a:lnTo>
                  <a:lnTo>
                    <a:pt x="1087108" y="4228061"/>
                  </a:lnTo>
                  <a:lnTo>
                    <a:pt x="1087226" y="4228061"/>
                  </a:lnTo>
                  <a:lnTo>
                    <a:pt x="1087343" y="4228061"/>
                  </a:lnTo>
                  <a:lnTo>
                    <a:pt x="1087461" y="4228061"/>
                  </a:lnTo>
                  <a:lnTo>
                    <a:pt x="1087579" y="4228061"/>
                  </a:lnTo>
                  <a:lnTo>
                    <a:pt x="1087696" y="4228061"/>
                  </a:lnTo>
                  <a:lnTo>
                    <a:pt x="1087696" y="4227630"/>
                  </a:lnTo>
                  <a:lnTo>
                    <a:pt x="1087696" y="4227200"/>
                  </a:lnTo>
                  <a:lnTo>
                    <a:pt x="1087814" y="4227200"/>
                  </a:lnTo>
                  <a:lnTo>
                    <a:pt x="1087931" y="4227200"/>
                  </a:lnTo>
                  <a:lnTo>
                    <a:pt x="1088049" y="4227200"/>
                  </a:lnTo>
                  <a:lnTo>
                    <a:pt x="1088167" y="4227200"/>
                  </a:lnTo>
                  <a:lnTo>
                    <a:pt x="1088284" y="4227200"/>
                  </a:lnTo>
                  <a:lnTo>
                    <a:pt x="1088402" y="4227200"/>
                  </a:lnTo>
                  <a:lnTo>
                    <a:pt x="1088402" y="4226769"/>
                  </a:lnTo>
                  <a:lnTo>
                    <a:pt x="1088520" y="4226769"/>
                  </a:lnTo>
                  <a:lnTo>
                    <a:pt x="1088637" y="4226769"/>
                  </a:lnTo>
                  <a:lnTo>
                    <a:pt x="1088755" y="4226769"/>
                  </a:lnTo>
                  <a:lnTo>
                    <a:pt x="1088755" y="4226339"/>
                  </a:lnTo>
                  <a:lnTo>
                    <a:pt x="1088872" y="4226339"/>
                  </a:lnTo>
                  <a:lnTo>
                    <a:pt x="1088990" y="4226339"/>
                  </a:lnTo>
                  <a:lnTo>
                    <a:pt x="1089108" y="4226339"/>
                  </a:lnTo>
                  <a:lnTo>
                    <a:pt x="1089225" y="4226339"/>
                  </a:lnTo>
                  <a:lnTo>
                    <a:pt x="1089343" y="4226339"/>
                  </a:lnTo>
                  <a:lnTo>
                    <a:pt x="1089460" y="4226339"/>
                  </a:lnTo>
                  <a:lnTo>
                    <a:pt x="1089578" y="4226339"/>
                  </a:lnTo>
                  <a:lnTo>
                    <a:pt x="1089696" y="4226339"/>
                  </a:lnTo>
                  <a:lnTo>
                    <a:pt x="1089813" y="4226339"/>
                  </a:lnTo>
                  <a:lnTo>
                    <a:pt x="1089931" y="4226339"/>
                  </a:lnTo>
                  <a:lnTo>
                    <a:pt x="1090049" y="4226339"/>
                  </a:lnTo>
                  <a:lnTo>
                    <a:pt x="1090166" y="4226339"/>
                  </a:lnTo>
                  <a:lnTo>
                    <a:pt x="1090284" y="4226339"/>
                  </a:lnTo>
                  <a:lnTo>
                    <a:pt x="1090401" y="4226339"/>
                  </a:lnTo>
                  <a:lnTo>
                    <a:pt x="1090401" y="4225908"/>
                  </a:lnTo>
                  <a:lnTo>
                    <a:pt x="1090401" y="4225477"/>
                  </a:lnTo>
                  <a:lnTo>
                    <a:pt x="1090519" y="4225477"/>
                  </a:lnTo>
                  <a:lnTo>
                    <a:pt x="1090519" y="4225047"/>
                  </a:lnTo>
                  <a:lnTo>
                    <a:pt x="1090637" y="4225047"/>
                  </a:lnTo>
                  <a:lnTo>
                    <a:pt x="1090637" y="4224616"/>
                  </a:lnTo>
                  <a:lnTo>
                    <a:pt x="1090754" y="4224616"/>
                  </a:lnTo>
                  <a:lnTo>
                    <a:pt x="1090872" y="4224616"/>
                  </a:lnTo>
                  <a:lnTo>
                    <a:pt x="1090872" y="4224186"/>
                  </a:lnTo>
                  <a:lnTo>
                    <a:pt x="1090872" y="4223755"/>
                  </a:lnTo>
                  <a:lnTo>
                    <a:pt x="1090989" y="4223755"/>
                  </a:lnTo>
                  <a:lnTo>
                    <a:pt x="1091107" y="4223755"/>
                  </a:lnTo>
                  <a:lnTo>
                    <a:pt x="1091107" y="4223324"/>
                  </a:lnTo>
                  <a:lnTo>
                    <a:pt x="1091225" y="4223324"/>
                  </a:lnTo>
                  <a:lnTo>
                    <a:pt x="1091225" y="4222894"/>
                  </a:lnTo>
                  <a:lnTo>
                    <a:pt x="1091342" y="4222894"/>
                  </a:lnTo>
                  <a:lnTo>
                    <a:pt x="1091460" y="4222894"/>
                  </a:lnTo>
                  <a:lnTo>
                    <a:pt x="1091577" y="4222894"/>
                  </a:lnTo>
                  <a:lnTo>
                    <a:pt x="1091695" y="4222894"/>
                  </a:lnTo>
                  <a:lnTo>
                    <a:pt x="1091813" y="4222894"/>
                  </a:lnTo>
                  <a:lnTo>
                    <a:pt x="1091930" y="4222894"/>
                  </a:lnTo>
                  <a:lnTo>
                    <a:pt x="1092048" y="4222894"/>
                  </a:lnTo>
                  <a:lnTo>
                    <a:pt x="1092048" y="4222463"/>
                  </a:lnTo>
                  <a:lnTo>
                    <a:pt x="1092166" y="4222463"/>
                  </a:lnTo>
                  <a:lnTo>
                    <a:pt x="1092283" y="4222463"/>
                  </a:lnTo>
                  <a:lnTo>
                    <a:pt x="1092283" y="4222033"/>
                  </a:lnTo>
                  <a:lnTo>
                    <a:pt x="1092401" y="4222033"/>
                  </a:lnTo>
                  <a:lnTo>
                    <a:pt x="1092401" y="4221602"/>
                  </a:lnTo>
                  <a:lnTo>
                    <a:pt x="1092518" y="4221602"/>
                  </a:lnTo>
                  <a:lnTo>
                    <a:pt x="1092636" y="4221602"/>
                  </a:lnTo>
                  <a:lnTo>
                    <a:pt x="1092754" y="4221602"/>
                  </a:lnTo>
                  <a:lnTo>
                    <a:pt x="1092754" y="4221171"/>
                  </a:lnTo>
                  <a:lnTo>
                    <a:pt x="1092871" y="4221171"/>
                  </a:lnTo>
                  <a:lnTo>
                    <a:pt x="1092989" y="4221171"/>
                  </a:lnTo>
                  <a:lnTo>
                    <a:pt x="1092989" y="4220741"/>
                  </a:lnTo>
                  <a:lnTo>
                    <a:pt x="1093106" y="4220741"/>
                  </a:lnTo>
                  <a:lnTo>
                    <a:pt x="1093224" y="4220741"/>
                  </a:lnTo>
                  <a:lnTo>
                    <a:pt x="1093342" y="4220741"/>
                  </a:lnTo>
                  <a:lnTo>
                    <a:pt x="1093342" y="4220310"/>
                  </a:lnTo>
                  <a:lnTo>
                    <a:pt x="1093342" y="4219880"/>
                  </a:lnTo>
                  <a:lnTo>
                    <a:pt x="1093459" y="4219880"/>
                  </a:lnTo>
                  <a:lnTo>
                    <a:pt x="1093577" y="4219880"/>
                  </a:lnTo>
                  <a:lnTo>
                    <a:pt x="1093695" y="4219880"/>
                  </a:lnTo>
                  <a:lnTo>
                    <a:pt x="1093695" y="4219449"/>
                  </a:lnTo>
                  <a:lnTo>
                    <a:pt x="1093695" y="4219018"/>
                  </a:lnTo>
                  <a:lnTo>
                    <a:pt x="1093812" y="4219018"/>
                  </a:lnTo>
                  <a:lnTo>
                    <a:pt x="1093812" y="4218588"/>
                  </a:lnTo>
                  <a:lnTo>
                    <a:pt x="1093930" y="4218588"/>
                  </a:lnTo>
                  <a:lnTo>
                    <a:pt x="1094047" y="4218588"/>
                  </a:lnTo>
                  <a:lnTo>
                    <a:pt x="1094165" y="4218588"/>
                  </a:lnTo>
                  <a:lnTo>
                    <a:pt x="1094165" y="4218157"/>
                  </a:lnTo>
                  <a:lnTo>
                    <a:pt x="1094283" y="4218157"/>
                  </a:lnTo>
                  <a:lnTo>
                    <a:pt x="1094400" y="4218157"/>
                  </a:lnTo>
                  <a:lnTo>
                    <a:pt x="1094400" y="4217727"/>
                  </a:lnTo>
                  <a:lnTo>
                    <a:pt x="1094518" y="4217727"/>
                  </a:lnTo>
                  <a:lnTo>
                    <a:pt x="1094635" y="4217727"/>
                  </a:lnTo>
                  <a:lnTo>
                    <a:pt x="1094635" y="4217296"/>
                  </a:lnTo>
                  <a:lnTo>
                    <a:pt x="1094753" y="4217296"/>
                  </a:lnTo>
                  <a:lnTo>
                    <a:pt x="1094871" y="4217296"/>
                  </a:lnTo>
                  <a:lnTo>
                    <a:pt x="1094988" y="4217296"/>
                  </a:lnTo>
                  <a:lnTo>
                    <a:pt x="1095106" y="4217296"/>
                  </a:lnTo>
                  <a:lnTo>
                    <a:pt x="1095224" y="4217296"/>
                  </a:lnTo>
                  <a:lnTo>
                    <a:pt x="1095341" y="4217296"/>
                  </a:lnTo>
                  <a:lnTo>
                    <a:pt x="1095459" y="4217296"/>
                  </a:lnTo>
                  <a:lnTo>
                    <a:pt x="1095576" y="4217296"/>
                  </a:lnTo>
                  <a:lnTo>
                    <a:pt x="1095694" y="4217296"/>
                  </a:lnTo>
                  <a:lnTo>
                    <a:pt x="1095812" y="4217296"/>
                  </a:lnTo>
                  <a:lnTo>
                    <a:pt x="1095812" y="4216865"/>
                  </a:lnTo>
                  <a:lnTo>
                    <a:pt x="1095812" y="4216435"/>
                  </a:lnTo>
                  <a:lnTo>
                    <a:pt x="1095929" y="4216435"/>
                  </a:lnTo>
                  <a:lnTo>
                    <a:pt x="1096047" y="4216435"/>
                  </a:lnTo>
                  <a:lnTo>
                    <a:pt x="1096164" y="4216435"/>
                  </a:lnTo>
                  <a:lnTo>
                    <a:pt x="1096282" y="4216435"/>
                  </a:lnTo>
                  <a:lnTo>
                    <a:pt x="1096400" y="4216435"/>
                  </a:lnTo>
                  <a:lnTo>
                    <a:pt x="1096400" y="4216004"/>
                  </a:lnTo>
                  <a:lnTo>
                    <a:pt x="1096517" y="4216004"/>
                  </a:lnTo>
                  <a:lnTo>
                    <a:pt x="1096635" y="4216004"/>
                  </a:lnTo>
                  <a:lnTo>
                    <a:pt x="1096635" y="4215574"/>
                  </a:lnTo>
                  <a:lnTo>
                    <a:pt x="1096635" y="4215143"/>
                  </a:lnTo>
                  <a:lnTo>
                    <a:pt x="1096753" y="4215143"/>
                  </a:lnTo>
                  <a:lnTo>
                    <a:pt x="1096870" y="4215143"/>
                  </a:lnTo>
                  <a:lnTo>
                    <a:pt x="1096870" y="4214712"/>
                  </a:lnTo>
                  <a:lnTo>
                    <a:pt x="1096870" y="4214282"/>
                  </a:lnTo>
                  <a:lnTo>
                    <a:pt x="1096988" y="4214282"/>
                  </a:lnTo>
                  <a:lnTo>
                    <a:pt x="1097105" y="4214282"/>
                  </a:lnTo>
                  <a:lnTo>
                    <a:pt x="1097223" y="4214282"/>
                  </a:lnTo>
                  <a:lnTo>
                    <a:pt x="1097341" y="4214282"/>
                  </a:lnTo>
                  <a:lnTo>
                    <a:pt x="1097341" y="4213851"/>
                  </a:lnTo>
                  <a:lnTo>
                    <a:pt x="1097458" y="4213851"/>
                  </a:lnTo>
                  <a:lnTo>
                    <a:pt x="1097576" y="4213851"/>
                  </a:lnTo>
                  <a:lnTo>
                    <a:pt x="1097576" y="4213421"/>
                  </a:lnTo>
                  <a:lnTo>
                    <a:pt x="1097693" y="4213421"/>
                  </a:lnTo>
                  <a:lnTo>
                    <a:pt x="1097811" y="4213421"/>
                  </a:lnTo>
                  <a:lnTo>
                    <a:pt x="1097929" y="4213421"/>
                  </a:lnTo>
                  <a:lnTo>
                    <a:pt x="1098046" y="4213421"/>
                  </a:lnTo>
                  <a:lnTo>
                    <a:pt x="1098164" y="4213421"/>
                  </a:lnTo>
                  <a:lnTo>
                    <a:pt x="1098164" y="4212990"/>
                  </a:lnTo>
                  <a:lnTo>
                    <a:pt x="1098164" y="4212559"/>
                  </a:lnTo>
                  <a:lnTo>
                    <a:pt x="1098282" y="4212559"/>
                  </a:lnTo>
                  <a:lnTo>
                    <a:pt x="1098399" y="4212559"/>
                  </a:lnTo>
                  <a:lnTo>
                    <a:pt x="1098399" y="4212129"/>
                  </a:lnTo>
                  <a:lnTo>
                    <a:pt x="1098399" y="4211698"/>
                  </a:lnTo>
                  <a:lnTo>
                    <a:pt x="1098399" y="4211268"/>
                  </a:lnTo>
                  <a:lnTo>
                    <a:pt x="1098517" y="4211268"/>
                  </a:lnTo>
                  <a:lnTo>
                    <a:pt x="1098634" y="4211268"/>
                  </a:lnTo>
                  <a:lnTo>
                    <a:pt x="1098752" y="4211268"/>
                  </a:lnTo>
                  <a:lnTo>
                    <a:pt x="1098752" y="4210837"/>
                  </a:lnTo>
                  <a:lnTo>
                    <a:pt x="1098752" y="4210406"/>
                  </a:lnTo>
                  <a:lnTo>
                    <a:pt x="1098752" y="4209976"/>
                  </a:lnTo>
                  <a:lnTo>
                    <a:pt x="1098752" y="4209545"/>
                  </a:lnTo>
                  <a:lnTo>
                    <a:pt x="1098752" y="4209115"/>
                  </a:lnTo>
                  <a:lnTo>
                    <a:pt x="1098870" y="4209115"/>
                  </a:lnTo>
                  <a:lnTo>
                    <a:pt x="1098870" y="4208684"/>
                  </a:lnTo>
                  <a:lnTo>
                    <a:pt x="1098870" y="4208253"/>
                  </a:lnTo>
                  <a:lnTo>
                    <a:pt x="1098987" y="4208253"/>
                  </a:lnTo>
                  <a:lnTo>
                    <a:pt x="1099105" y="4208253"/>
                  </a:lnTo>
                  <a:lnTo>
                    <a:pt x="1099222" y="4208253"/>
                  </a:lnTo>
                  <a:lnTo>
                    <a:pt x="1099340" y="4208253"/>
                  </a:lnTo>
                  <a:lnTo>
                    <a:pt x="1099458" y="4208253"/>
                  </a:lnTo>
                  <a:lnTo>
                    <a:pt x="1099575" y="4208253"/>
                  </a:lnTo>
                  <a:lnTo>
                    <a:pt x="1099575" y="4207823"/>
                  </a:lnTo>
                  <a:lnTo>
                    <a:pt x="1099693" y="4207823"/>
                  </a:lnTo>
                  <a:lnTo>
                    <a:pt x="1099810" y="4207823"/>
                  </a:lnTo>
                  <a:lnTo>
                    <a:pt x="1099928" y="4207823"/>
                  </a:lnTo>
                  <a:lnTo>
                    <a:pt x="1100046" y="4207823"/>
                  </a:lnTo>
                  <a:lnTo>
                    <a:pt x="1100163" y="4207823"/>
                  </a:lnTo>
                  <a:lnTo>
                    <a:pt x="1100163" y="4207392"/>
                  </a:lnTo>
                  <a:lnTo>
                    <a:pt x="1100163" y="4206962"/>
                  </a:lnTo>
                  <a:lnTo>
                    <a:pt x="1100281" y="4206962"/>
                  </a:lnTo>
                  <a:lnTo>
                    <a:pt x="1100399" y="4206962"/>
                  </a:lnTo>
                  <a:lnTo>
                    <a:pt x="1100399" y="4206531"/>
                  </a:lnTo>
                  <a:lnTo>
                    <a:pt x="1100516" y="4206531"/>
                  </a:lnTo>
                  <a:lnTo>
                    <a:pt x="1100634" y="4206531"/>
                  </a:lnTo>
                  <a:lnTo>
                    <a:pt x="1100751" y="4206531"/>
                  </a:lnTo>
                  <a:lnTo>
                    <a:pt x="1100869" y="4206531"/>
                  </a:lnTo>
                  <a:lnTo>
                    <a:pt x="1100869" y="4206100"/>
                  </a:lnTo>
                  <a:lnTo>
                    <a:pt x="1100987" y="4206100"/>
                  </a:lnTo>
                  <a:lnTo>
                    <a:pt x="1100987" y="4205670"/>
                  </a:lnTo>
                  <a:lnTo>
                    <a:pt x="1101104" y="4205670"/>
                  </a:lnTo>
                  <a:lnTo>
                    <a:pt x="1101104" y="4205239"/>
                  </a:lnTo>
                  <a:lnTo>
                    <a:pt x="1101104" y="4204809"/>
                  </a:lnTo>
                  <a:lnTo>
                    <a:pt x="1101222" y="4204809"/>
                  </a:lnTo>
                  <a:lnTo>
                    <a:pt x="1101339" y="4204809"/>
                  </a:lnTo>
                  <a:lnTo>
                    <a:pt x="1101457" y="4204809"/>
                  </a:lnTo>
                  <a:lnTo>
                    <a:pt x="1101575" y="4204809"/>
                  </a:lnTo>
                  <a:lnTo>
                    <a:pt x="1101692" y="4204809"/>
                  </a:lnTo>
                  <a:lnTo>
                    <a:pt x="1101692" y="4204378"/>
                  </a:lnTo>
                  <a:lnTo>
                    <a:pt x="1101810" y="4204378"/>
                  </a:lnTo>
                  <a:lnTo>
                    <a:pt x="1101810" y="4203947"/>
                  </a:lnTo>
                  <a:lnTo>
                    <a:pt x="1101928" y="4203947"/>
                  </a:lnTo>
                  <a:lnTo>
                    <a:pt x="1102045" y="4203947"/>
                  </a:lnTo>
                  <a:lnTo>
                    <a:pt x="1102163" y="4203947"/>
                  </a:lnTo>
                  <a:lnTo>
                    <a:pt x="1102163" y="4203517"/>
                  </a:lnTo>
                  <a:lnTo>
                    <a:pt x="1102280" y="4203517"/>
                  </a:lnTo>
                  <a:lnTo>
                    <a:pt x="1102398" y="4203517"/>
                  </a:lnTo>
                  <a:lnTo>
                    <a:pt x="1102516" y="4203517"/>
                  </a:lnTo>
                  <a:lnTo>
                    <a:pt x="1102633" y="4203517"/>
                  </a:lnTo>
                  <a:lnTo>
                    <a:pt x="1102751" y="4203517"/>
                  </a:lnTo>
                  <a:lnTo>
                    <a:pt x="1102868" y="4203517"/>
                  </a:lnTo>
                  <a:lnTo>
                    <a:pt x="1102868" y="4203086"/>
                  </a:lnTo>
                  <a:lnTo>
                    <a:pt x="1102986" y="4203086"/>
                  </a:lnTo>
                  <a:lnTo>
                    <a:pt x="1103104" y="4203086"/>
                  </a:lnTo>
                  <a:lnTo>
                    <a:pt x="1103221" y="4203086"/>
                  </a:lnTo>
                  <a:lnTo>
                    <a:pt x="1103339" y="4203086"/>
                  </a:lnTo>
                  <a:lnTo>
                    <a:pt x="1103457" y="4203086"/>
                  </a:lnTo>
                  <a:lnTo>
                    <a:pt x="1103574" y="4203086"/>
                  </a:lnTo>
                  <a:lnTo>
                    <a:pt x="1103692" y="4203086"/>
                  </a:lnTo>
                  <a:lnTo>
                    <a:pt x="1103809" y="4203086"/>
                  </a:lnTo>
                  <a:lnTo>
                    <a:pt x="1103809" y="4202656"/>
                  </a:lnTo>
                  <a:lnTo>
                    <a:pt x="1103809" y="4202225"/>
                  </a:lnTo>
                  <a:lnTo>
                    <a:pt x="1103809" y="4201794"/>
                  </a:lnTo>
                  <a:lnTo>
                    <a:pt x="1103809" y="4201364"/>
                  </a:lnTo>
                  <a:lnTo>
                    <a:pt x="1103927" y="4201364"/>
                  </a:lnTo>
                  <a:lnTo>
                    <a:pt x="1104045" y="4201364"/>
                  </a:lnTo>
                  <a:lnTo>
                    <a:pt x="1104162" y="4201364"/>
                  </a:lnTo>
                  <a:lnTo>
                    <a:pt x="1104162" y="4200933"/>
                  </a:lnTo>
                  <a:lnTo>
                    <a:pt x="1104280" y="4200933"/>
                  </a:lnTo>
                  <a:lnTo>
                    <a:pt x="1104280" y="4200503"/>
                  </a:lnTo>
                  <a:lnTo>
                    <a:pt x="1104397" y="4200503"/>
                  </a:lnTo>
                  <a:lnTo>
                    <a:pt x="1104515" y="4200503"/>
                  </a:lnTo>
                  <a:lnTo>
                    <a:pt x="1104633" y="4200503"/>
                  </a:lnTo>
                  <a:lnTo>
                    <a:pt x="1104750" y="4200503"/>
                  </a:lnTo>
                  <a:lnTo>
                    <a:pt x="1104750" y="4200072"/>
                  </a:lnTo>
                  <a:lnTo>
                    <a:pt x="1104868" y="4200072"/>
                  </a:lnTo>
                  <a:lnTo>
                    <a:pt x="1104986" y="4200072"/>
                  </a:lnTo>
                  <a:lnTo>
                    <a:pt x="1105103" y="4200072"/>
                  </a:lnTo>
                  <a:lnTo>
                    <a:pt x="1105221" y="4200072"/>
                  </a:lnTo>
                  <a:lnTo>
                    <a:pt x="1105338" y="4200072"/>
                  </a:lnTo>
                  <a:lnTo>
                    <a:pt x="1105456" y="4200072"/>
                  </a:lnTo>
                  <a:lnTo>
                    <a:pt x="1105456" y="4199641"/>
                  </a:lnTo>
                  <a:lnTo>
                    <a:pt x="1105574" y="4199641"/>
                  </a:lnTo>
                  <a:lnTo>
                    <a:pt x="1105691" y="4199641"/>
                  </a:lnTo>
                  <a:lnTo>
                    <a:pt x="1105691" y="4199211"/>
                  </a:lnTo>
                  <a:lnTo>
                    <a:pt x="1105809" y="4199211"/>
                  </a:lnTo>
                  <a:lnTo>
                    <a:pt x="1105926" y="4199211"/>
                  </a:lnTo>
                  <a:lnTo>
                    <a:pt x="1106044" y="4199211"/>
                  </a:lnTo>
                  <a:lnTo>
                    <a:pt x="1106044" y="4198780"/>
                  </a:lnTo>
                  <a:lnTo>
                    <a:pt x="1106162" y="4198780"/>
                  </a:lnTo>
                  <a:lnTo>
                    <a:pt x="1106279" y="4198780"/>
                  </a:lnTo>
                  <a:lnTo>
                    <a:pt x="1106397" y="4198780"/>
                  </a:lnTo>
                  <a:lnTo>
                    <a:pt x="1106397" y="4198350"/>
                  </a:lnTo>
                  <a:lnTo>
                    <a:pt x="1106515" y="4198350"/>
                  </a:lnTo>
                  <a:lnTo>
                    <a:pt x="1106515" y="4197919"/>
                  </a:lnTo>
                  <a:lnTo>
                    <a:pt x="1106632" y="4197919"/>
                  </a:lnTo>
                  <a:lnTo>
                    <a:pt x="1106632" y="4197488"/>
                  </a:lnTo>
                  <a:lnTo>
                    <a:pt x="1106632" y="4197058"/>
                  </a:lnTo>
                  <a:lnTo>
                    <a:pt x="1106632" y="4196627"/>
                  </a:lnTo>
                  <a:lnTo>
                    <a:pt x="1106750" y="4196627"/>
                  </a:lnTo>
                  <a:lnTo>
                    <a:pt x="1106867" y="4196627"/>
                  </a:lnTo>
                  <a:lnTo>
                    <a:pt x="1106985" y="4196627"/>
                  </a:lnTo>
                  <a:lnTo>
                    <a:pt x="1107103" y="4196627"/>
                  </a:lnTo>
                  <a:lnTo>
                    <a:pt x="1107220" y="4196627"/>
                  </a:lnTo>
                  <a:lnTo>
                    <a:pt x="1107220" y="4196197"/>
                  </a:lnTo>
                  <a:lnTo>
                    <a:pt x="1107338" y="4196197"/>
                  </a:lnTo>
                  <a:lnTo>
                    <a:pt x="1107455" y="4196197"/>
                  </a:lnTo>
                  <a:lnTo>
                    <a:pt x="1107573" y="4196197"/>
                  </a:lnTo>
                  <a:lnTo>
                    <a:pt x="1107691" y="4196197"/>
                  </a:lnTo>
                  <a:lnTo>
                    <a:pt x="1107808" y="4196197"/>
                  </a:lnTo>
                  <a:lnTo>
                    <a:pt x="1107808" y="4195766"/>
                  </a:lnTo>
                  <a:lnTo>
                    <a:pt x="1107926" y="4195766"/>
                  </a:lnTo>
                  <a:lnTo>
                    <a:pt x="1107926" y="4195335"/>
                  </a:lnTo>
                  <a:lnTo>
                    <a:pt x="1108043" y="4195335"/>
                  </a:lnTo>
                  <a:lnTo>
                    <a:pt x="1108161" y="4195335"/>
                  </a:lnTo>
                  <a:lnTo>
                    <a:pt x="1108279" y="4195335"/>
                  </a:lnTo>
                  <a:lnTo>
                    <a:pt x="1108396" y="4195335"/>
                  </a:lnTo>
                  <a:lnTo>
                    <a:pt x="1108396" y="4194905"/>
                  </a:lnTo>
                  <a:lnTo>
                    <a:pt x="1108514" y="4194905"/>
                  </a:lnTo>
                  <a:lnTo>
                    <a:pt x="1108514" y="4194474"/>
                  </a:lnTo>
                  <a:lnTo>
                    <a:pt x="1108632" y="4194474"/>
                  </a:lnTo>
                  <a:lnTo>
                    <a:pt x="1108632" y="4194044"/>
                  </a:lnTo>
                  <a:lnTo>
                    <a:pt x="1108749" y="4194044"/>
                  </a:lnTo>
                  <a:lnTo>
                    <a:pt x="1108867" y="4194044"/>
                  </a:lnTo>
                  <a:lnTo>
                    <a:pt x="1108867" y="4193613"/>
                  </a:lnTo>
                  <a:lnTo>
                    <a:pt x="1108984" y="4193613"/>
                  </a:lnTo>
                  <a:lnTo>
                    <a:pt x="1109102" y="4193613"/>
                  </a:lnTo>
                  <a:lnTo>
                    <a:pt x="1109220" y="4193613"/>
                  </a:lnTo>
                  <a:lnTo>
                    <a:pt x="1109337" y="4193613"/>
                  </a:lnTo>
                  <a:lnTo>
                    <a:pt x="1109337" y="4193182"/>
                  </a:lnTo>
                  <a:lnTo>
                    <a:pt x="1109337" y="4192752"/>
                  </a:lnTo>
                  <a:lnTo>
                    <a:pt x="1109337" y="4192321"/>
                  </a:lnTo>
                  <a:lnTo>
                    <a:pt x="1109455" y="4192321"/>
                  </a:lnTo>
                  <a:lnTo>
                    <a:pt x="1109572" y="4192321"/>
                  </a:lnTo>
                  <a:lnTo>
                    <a:pt x="1109690" y="4192321"/>
                  </a:lnTo>
                  <a:lnTo>
                    <a:pt x="1109808" y="4192321"/>
                  </a:lnTo>
                  <a:lnTo>
                    <a:pt x="1109808" y="4191891"/>
                  </a:lnTo>
                  <a:lnTo>
                    <a:pt x="1109808" y="4191460"/>
                  </a:lnTo>
                  <a:lnTo>
                    <a:pt x="1109925" y="4191460"/>
                  </a:lnTo>
                  <a:lnTo>
                    <a:pt x="1109925" y="4191029"/>
                  </a:lnTo>
                  <a:lnTo>
                    <a:pt x="1110043" y="4191029"/>
                  </a:lnTo>
                  <a:lnTo>
                    <a:pt x="1110161" y="4191029"/>
                  </a:lnTo>
                  <a:lnTo>
                    <a:pt x="1110161" y="4190599"/>
                  </a:lnTo>
                  <a:lnTo>
                    <a:pt x="1110278" y="4190599"/>
                  </a:lnTo>
                  <a:lnTo>
                    <a:pt x="1110278" y="4190168"/>
                  </a:lnTo>
                  <a:lnTo>
                    <a:pt x="1110396" y="4190168"/>
                  </a:lnTo>
                  <a:lnTo>
                    <a:pt x="1110513" y="4190168"/>
                  </a:lnTo>
                  <a:lnTo>
                    <a:pt x="1110631" y="4190168"/>
                  </a:lnTo>
                  <a:lnTo>
                    <a:pt x="1110749" y="4190168"/>
                  </a:lnTo>
                  <a:lnTo>
                    <a:pt x="1110866" y="4190168"/>
                  </a:lnTo>
                  <a:lnTo>
                    <a:pt x="1110866" y="4189738"/>
                  </a:lnTo>
                  <a:lnTo>
                    <a:pt x="1110984" y="4189738"/>
                  </a:lnTo>
                  <a:lnTo>
                    <a:pt x="1111101" y="4189738"/>
                  </a:lnTo>
                  <a:lnTo>
                    <a:pt x="1111219" y="4189738"/>
                  </a:lnTo>
                  <a:lnTo>
                    <a:pt x="1111337" y="4189738"/>
                  </a:lnTo>
                  <a:lnTo>
                    <a:pt x="1111337" y="4189307"/>
                  </a:lnTo>
                  <a:lnTo>
                    <a:pt x="1111454" y="4189307"/>
                  </a:lnTo>
                  <a:lnTo>
                    <a:pt x="1111572" y="4189307"/>
                  </a:lnTo>
                  <a:lnTo>
                    <a:pt x="1111572" y="4188876"/>
                  </a:lnTo>
                  <a:lnTo>
                    <a:pt x="1111690" y="4188876"/>
                  </a:lnTo>
                  <a:lnTo>
                    <a:pt x="1111690" y="4188446"/>
                  </a:lnTo>
                  <a:lnTo>
                    <a:pt x="1111807" y="4188446"/>
                  </a:lnTo>
                  <a:lnTo>
                    <a:pt x="1111807" y="4188015"/>
                  </a:lnTo>
                  <a:lnTo>
                    <a:pt x="1111925" y="4188015"/>
                  </a:lnTo>
                  <a:lnTo>
                    <a:pt x="1111925" y="4187585"/>
                  </a:lnTo>
                  <a:lnTo>
                    <a:pt x="1111925" y="4187154"/>
                  </a:lnTo>
                  <a:lnTo>
                    <a:pt x="1112042" y="4187154"/>
                  </a:lnTo>
                  <a:lnTo>
                    <a:pt x="1112042" y="4186723"/>
                  </a:lnTo>
                  <a:lnTo>
                    <a:pt x="1112042" y="4186293"/>
                  </a:lnTo>
                  <a:lnTo>
                    <a:pt x="1112160" y="4186293"/>
                  </a:lnTo>
                  <a:lnTo>
                    <a:pt x="1112278" y="4186293"/>
                  </a:lnTo>
                  <a:lnTo>
                    <a:pt x="1112395" y="4186293"/>
                  </a:lnTo>
                  <a:lnTo>
                    <a:pt x="1112513" y="4186293"/>
                  </a:lnTo>
                  <a:lnTo>
                    <a:pt x="1112630" y="4186293"/>
                  </a:lnTo>
                  <a:lnTo>
                    <a:pt x="1112748" y="4186293"/>
                  </a:lnTo>
                  <a:lnTo>
                    <a:pt x="1112748" y="4185862"/>
                  </a:lnTo>
                  <a:lnTo>
                    <a:pt x="1112866" y="4185862"/>
                  </a:lnTo>
                  <a:lnTo>
                    <a:pt x="1112983" y="4185862"/>
                  </a:lnTo>
                  <a:lnTo>
                    <a:pt x="1112983" y="4185432"/>
                  </a:lnTo>
                  <a:lnTo>
                    <a:pt x="1113101" y="4185432"/>
                  </a:lnTo>
                  <a:lnTo>
                    <a:pt x="1113219" y="4185432"/>
                  </a:lnTo>
                  <a:lnTo>
                    <a:pt x="1113336" y="4185432"/>
                  </a:lnTo>
                  <a:lnTo>
                    <a:pt x="1113454" y="4185432"/>
                  </a:lnTo>
                  <a:lnTo>
                    <a:pt x="1113571" y="4185432"/>
                  </a:lnTo>
                  <a:lnTo>
                    <a:pt x="1113689" y="4185432"/>
                  </a:lnTo>
                  <a:lnTo>
                    <a:pt x="1113807" y="4185432"/>
                  </a:lnTo>
                  <a:lnTo>
                    <a:pt x="1113807" y="4185001"/>
                  </a:lnTo>
                  <a:lnTo>
                    <a:pt x="1113924" y="4185001"/>
                  </a:lnTo>
                  <a:lnTo>
                    <a:pt x="1114042" y="4185001"/>
                  </a:lnTo>
                  <a:lnTo>
                    <a:pt x="1114159" y="4185001"/>
                  </a:lnTo>
                  <a:lnTo>
                    <a:pt x="1114277" y="4185001"/>
                  </a:lnTo>
                  <a:lnTo>
                    <a:pt x="1114277" y="4184570"/>
                  </a:lnTo>
                  <a:lnTo>
                    <a:pt x="1114277" y="4184140"/>
                  </a:lnTo>
                  <a:lnTo>
                    <a:pt x="1114277" y="4183709"/>
                  </a:lnTo>
                  <a:lnTo>
                    <a:pt x="1114395" y="4183709"/>
                  </a:lnTo>
                  <a:lnTo>
                    <a:pt x="1114395" y="4183279"/>
                  </a:lnTo>
                  <a:lnTo>
                    <a:pt x="1114512" y="4183279"/>
                  </a:lnTo>
                  <a:lnTo>
                    <a:pt x="1114630" y="4183279"/>
                  </a:lnTo>
                  <a:lnTo>
                    <a:pt x="1114630" y="4182848"/>
                  </a:lnTo>
                  <a:lnTo>
                    <a:pt x="1114630" y="4182417"/>
                  </a:lnTo>
                  <a:lnTo>
                    <a:pt x="1114748" y="4182417"/>
                  </a:lnTo>
                  <a:lnTo>
                    <a:pt x="1114865" y="4182417"/>
                  </a:lnTo>
                  <a:lnTo>
                    <a:pt x="1114983" y="4182417"/>
                  </a:lnTo>
                  <a:lnTo>
                    <a:pt x="1115100" y="4182417"/>
                  </a:lnTo>
                  <a:lnTo>
                    <a:pt x="1115218" y="4182417"/>
                  </a:lnTo>
                  <a:lnTo>
                    <a:pt x="1115336" y="4182417"/>
                  </a:lnTo>
                  <a:lnTo>
                    <a:pt x="1115453" y="4182417"/>
                  </a:lnTo>
                  <a:lnTo>
                    <a:pt x="1115571" y="4182417"/>
                  </a:lnTo>
                  <a:lnTo>
                    <a:pt x="1115688" y="4182417"/>
                  </a:lnTo>
                  <a:lnTo>
                    <a:pt x="1115688" y="4181987"/>
                  </a:lnTo>
                  <a:lnTo>
                    <a:pt x="1115688" y="4181556"/>
                  </a:lnTo>
                  <a:lnTo>
                    <a:pt x="1115806" y="4181556"/>
                  </a:lnTo>
                  <a:lnTo>
                    <a:pt x="1115924" y="4181556"/>
                  </a:lnTo>
                  <a:lnTo>
                    <a:pt x="1116041" y="4181556"/>
                  </a:lnTo>
                  <a:lnTo>
                    <a:pt x="1116159" y="4181556"/>
                  </a:lnTo>
                  <a:lnTo>
                    <a:pt x="1116159" y="4181126"/>
                  </a:lnTo>
                  <a:lnTo>
                    <a:pt x="1116159" y="4180695"/>
                  </a:lnTo>
                  <a:lnTo>
                    <a:pt x="1116159" y="4180264"/>
                  </a:lnTo>
                  <a:lnTo>
                    <a:pt x="1116276" y="4180264"/>
                  </a:lnTo>
                  <a:lnTo>
                    <a:pt x="1116394" y="4180264"/>
                  </a:lnTo>
                  <a:lnTo>
                    <a:pt x="1116512" y="4180264"/>
                  </a:lnTo>
                  <a:lnTo>
                    <a:pt x="1116512" y="4179834"/>
                  </a:lnTo>
                  <a:lnTo>
                    <a:pt x="1116629" y="4179834"/>
                  </a:lnTo>
                  <a:lnTo>
                    <a:pt x="1116629" y="4179403"/>
                  </a:lnTo>
                  <a:lnTo>
                    <a:pt x="1116629" y="4178973"/>
                  </a:lnTo>
                  <a:lnTo>
                    <a:pt x="1116747" y="4178973"/>
                  </a:lnTo>
                  <a:lnTo>
                    <a:pt x="1116865" y="4178973"/>
                  </a:lnTo>
                  <a:lnTo>
                    <a:pt x="1116982" y="4178973"/>
                  </a:lnTo>
                  <a:lnTo>
                    <a:pt x="1116982" y="4178542"/>
                  </a:lnTo>
                  <a:lnTo>
                    <a:pt x="1117100" y="4178542"/>
                  </a:lnTo>
                  <a:lnTo>
                    <a:pt x="1117217" y="4178542"/>
                  </a:lnTo>
                  <a:lnTo>
                    <a:pt x="1117335" y="4178542"/>
                  </a:lnTo>
                  <a:lnTo>
                    <a:pt x="1117453" y="4178542"/>
                  </a:lnTo>
                  <a:lnTo>
                    <a:pt x="1117570" y="4178542"/>
                  </a:lnTo>
                  <a:lnTo>
                    <a:pt x="1117688" y="4178542"/>
                  </a:lnTo>
                  <a:lnTo>
                    <a:pt x="1117805" y="4178542"/>
                  </a:lnTo>
                  <a:lnTo>
                    <a:pt x="1117923" y="4178542"/>
                  </a:lnTo>
                  <a:lnTo>
                    <a:pt x="1118041" y="4178542"/>
                  </a:lnTo>
                  <a:lnTo>
                    <a:pt x="1118158" y="4178542"/>
                  </a:lnTo>
                  <a:lnTo>
                    <a:pt x="1118158" y="4178111"/>
                  </a:lnTo>
                  <a:lnTo>
                    <a:pt x="1118158" y="4177681"/>
                  </a:lnTo>
                  <a:lnTo>
                    <a:pt x="1118276" y="4177681"/>
                  </a:lnTo>
                  <a:lnTo>
                    <a:pt x="1118276" y="4177250"/>
                  </a:lnTo>
                  <a:lnTo>
                    <a:pt x="1118276" y="4176820"/>
                  </a:lnTo>
                  <a:lnTo>
                    <a:pt x="1118276" y="4176389"/>
                  </a:lnTo>
                  <a:lnTo>
                    <a:pt x="1118394" y="4176389"/>
                  </a:lnTo>
                  <a:lnTo>
                    <a:pt x="1118394" y="4175958"/>
                  </a:lnTo>
                  <a:lnTo>
                    <a:pt x="1118511" y="4175958"/>
                  </a:lnTo>
                  <a:lnTo>
                    <a:pt x="1118629" y="4175958"/>
                  </a:lnTo>
                  <a:lnTo>
                    <a:pt x="1118746" y="4175958"/>
                  </a:lnTo>
                  <a:lnTo>
                    <a:pt x="1118864" y="4175958"/>
                  </a:lnTo>
                  <a:lnTo>
                    <a:pt x="1118982" y="4175958"/>
                  </a:lnTo>
                  <a:lnTo>
                    <a:pt x="1119099" y="4175958"/>
                  </a:lnTo>
                  <a:lnTo>
                    <a:pt x="1119099" y="4175528"/>
                  </a:lnTo>
                  <a:lnTo>
                    <a:pt x="1119217" y="4175528"/>
                  </a:lnTo>
                  <a:lnTo>
                    <a:pt x="1119217" y="4175097"/>
                  </a:lnTo>
                  <a:lnTo>
                    <a:pt x="1119334" y="4175097"/>
                  </a:lnTo>
                  <a:lnTo>
                    <a:pt x="1119334" y="4174667"/>
                  </a:lnTo>
                  <a:lnTo>
                    <a:pt x="1119452" y="4174667"/>
                  </a:lnTo>
                  <a:lnTo>
                    <a:pt x="1119570" y="4174667"/>
                  </a:lnTo>
                  <a:lnTo>
                    <a:pt x="1119687" y="4174667"/>
                  </a:lnTo>
                  <a:lnTo>
                    <a:pt x="1119805" y="4174667"/>
                  </a:lnTo>
                  <a:lnTo>
                    <a:pt x="1119923" y="4174667"/>
                  </a:lnTo>
                  <a:lnTo>
                    <a:pt x="1120040" y="4174667"/>
                  </a:lnTo>
                  <a:lnTo>
                    <a:pt x="1120158" y="4174667"/>
                  </a:lnTo>
                  <a:lnTo>
                    <a:pt x="1120275" y="4174667"/>
                  </a:lnTo>
                  <a:lnTo>
                    <a:pt x="1120393" y="4174667"/>
                  </a:lnTo>
                  <a:lnTo>
                    <a:pt x="1120393" y="4174236"/>
                  </a:lnTo>
                  <a:lnTo>
                    <a:pt x="1120511" y="4174236"/>
                  </a:lnTo>
                  <a:lnTo>
                    <a:pt x="1120628" y="4174236"/>
                  </a:lnTo>
                  <a:lnTo>
                    <a:pt x="1120746" y="4174236"/>
                  </a:lnTo>
                  <a:lnTo>
                    <a:pt x="1120746" y="4173805"/>
                  </a:lnTo>
                  <a:lnTo>
                    <a:pt x="1120863" y="4173805"/>
                  </a:lnTo>
                  <a:lnTo>
                    <a:pt x="1120981" y="4173805"/>
                  </a:lnTo>
                  <a:lnTo>
                    <a:pt x="1121099" y="4173805"/>
                  </a:lnTo>
                  <a:lnTo>
                    <a:pt x="1121216" y="4173805"/>
                  </a:lnTo>
                  <a:lnTo>
                    <a:pt x="1121216" y="4173375"/>
                  </a:lnTo>
                  <a:lnTo>
                    <a:pt x="1121334" y="4173375"/>
                  </a:lnTo>
                  <a:lnTo>
                    <a:pt x="1121452" y="4173375"/>
                  </a:lnTo>
                  <a:lnTo>
                    <a:pt x="1121569" y="4173375"/>
                  </a:lnTo>
                  <a:lnTo>
                    <a:pt x="1121687" y="4173375"/>
                  </a:lnTo>
                  <a:lnTo>
                    <a:pt x="1121687" y="4172944"/>
                  </a:lnTo>
                  <a:lnTo>
                    <a:pt x="1121804" y="4172944"/>
                  </a:lnTo>
                  <a:lnTo>
                    <a:pt x="1121922" y="4172944"/>
                  </a:lnTo>
                  <a:lnTo>
                    <a:pt x="1122040" y="4172944"/>
                  </a:lnTo>
                  <a:lnTo>
                    <a:pt x="1122157" y="4172944"/>
                  </a:lnTo>
                  <a:lnTo>
                    <a:pt x="1122275" y="4172944"/>
                  </a:lnTo>
                  <a:lnTo>
                    <a:pt x="1122275" y="4172514"/>
                  </a:lnTo>
                  <a:lnTo>
                    <a:pt x="1122392" y="4172514"/>
                  </a:lnTo>
                  <a:lnTo>
                    <a:pt x="1122392" y="4172083"/>
                  </a:lnTo>
                  <a:lnTo>
                    <a:pt x="1122510" y="4172083"/>
                  </a:lnTo>
                  <a:lnTo>
                    <a:pt x="1122628" y="4172083"/>
                  </a:lnTo>
                  <a:lnTo>
                    <a:pt x="1122745" y="4172083"/>
                  </a:lnTo>
                  <a:lnTo>
                    <a:pt x="1122745" y="4171652"/>
                  </a:lnTo>
                  <a:lnTo>
                    <a:pt x="1122863" y="4171652"/>
                  </a:lnTo>
                  <a:lnTo>
                    <a:pt x="1122981" y="4171652"/>
                  </a:lnTo>
                  <a:lnTo>
                    <a:pt x="1123098" y="4171652"/>
                  </a:lnTo>
                  <a:lnTo>
                    <a:pt x="1123216" y="4171652"/>
                  </a:lnTo>
                  <a:lnTo>
                    <a:pt x="1123333" y="4171652"/>
                  </a:lnTo>
                  <a:lnTo>
                    <a:pt x="1123333" y="4171222"/>
                  </a:lnTo>
                  <a:lnTo>
                    <a:pt x="1123451" y="4171222"/>
                  </a:lnTo>
                  <a:lnTo>
                    <a:pt x="1123569" y="4171222"/>
                  </a:lnTo>
                  <a:lnTo>
                    <a:pt x="1123686" y="4171222"/>
                  </a:lnTo>
                  <a:lnTo>
                    <a:pt x="1123804" y="4171222"/>
                  </a:lnTo>
                  <a:lnTo>
                    <a:pt x="1123804" y="4170791"/>
                  </a:lnTo>
                  <a:lnTo>
                    <a:pt x="1123921" y="4170791"/>
                  </a:lnTo>
                  <a:lnTo>
                    <a:pt x="1124039" y="4170791"/>
                  </a:lnTo>
                  <a:lnTo>
                    <a:pt x="1124039" y="4170361"/>
                  </a:lnTo>
                  <a:lnTo>
                    <a:pt x="1124039" y="4169930"/>
                  </a:lnTo>
                  <a:lnTo>
                    <a:pt x="1124039" y="4169499"/>
                  </a:lnTo>
                  <a:lnTo>
                    <a:pt x="1124157" y="4169499"/>
                  </a:lnTo>
                  <a:lnTo>
                    <a:pt x="1124157" y="4169069"/>
                  </a:lnTo>
                  <a:lnTo>
                    <a:pt x="1124157" y="4168638"/>
                  </a:lnTo>
                  <a:lnTo>
                    <a:pt x="1124157" y="4168208"/>
                  </a:lnTo>
                  <a:lnTo>
                    <a:pt x="1124274" y="4168208"/>
                  </a:lnTo>
                  <a:lnTo>
                    <a:pt x="1124274" y="4167777"/>
                  </a:lnTo>
                  <a:lnTo>
                    <a:pt x="1124392" y="4167777"/>
                  </a:lnTo>
                  <a:lnTo>
                    <a:pt x="1124509" y="4167777"/>
                  </a:lnTo>
                  <a:lnTo>
                    <a:pt x="1124509" y="4167346"/>
                  </a:lnTo>
                  <a:lnTo>
                    <a:pt x="1124509" y="4166916"/>
                  </a:lnTo>
                  <a:lnTo>
                    <a:pt x="1124627" y="4166916"/>
                  </a:lnTo>
                  <a:lnTo>
                    <a:pt x="1124627" y="4166485"/>
                  </a:lnTo>
                  <a:lnTo>
                    <a:pt x="1124745" y="4166485"/>
                  </a:lnTo>
                  <a:lnTo>
                    <a:pt x="1124745" y="4166055"/>
                  </a:lnTo>
                  <a:lnTo>
                    <a:pt x="1124745" y="4165624"/>
                  </a:lnTo>
                  <a:lnTo>
                    <a:pt x="1124862" y="4165624"/>
                  </a:lnTo>
                  <a:lnTo>
                    <a:pt x="1124862" y="4165193"/>
                  </a:lnTo>
                  <a:lnTo>
                    <a:pt x="1124862" y="4164763"/>
                  </a:lnTo>
                  <a:lnTo>
                    <a:pt x="1124980" y="4164763"/>
                  </a:lnTo>
                  <a:lnTo>
                    <a:pt x="1125098" y="4164763"/>
                  </a:lnTo>
                  <a:lnTo>
                    <a:pt x="1125215" y="4164763"/>
                  </a:lnTo>
                  <a:lnTo>
                    <a:pt x="1125333" y="4164763"/>
                  </a:lnTo>
                  <a:lnTo>
                    <a:pt x="1125333" y="4164332"/>
                  </a:lnTo>
                  <a:lnTo>
                    <a:pt x="1125450" y="4164332"/>
                  </a:lnTo>
                  <a:lnTo>
                    <a:pt x="1125450" y="4163902"/>
                  </a:lnTo>
                  <a:lnTo>
                    <a:pt x="1125568" y="4163902"/>
                  </a:lnTo>
                  <a:lnTo>
                    <a:pt x="1125686" y="4163902"/>
                  </a:lnTo>
                  <a:lnTo>
                    <a:pt x="1125686" y="4163471"/>
                  </a:lnTo>
                  <a:lnTo>
                    <a:pt x="1125803" y="4163471"/>
                  </a:lnTo>
                  <a:lnTo>
                    <a:pt x="1125921" y="4163471"/>
                  </a:lnTo>
                  <a:lnTo>
                    <a:pt x="1126038" y="4163471"/>
                  </a:lnTo>
                  <a:lnTo>
                    <a:pt x="1126156" y="4163471"/>
                  </a:lnTo>
                  <a:lnTo>
                    <a:pt x="1126156" y="4163040"/>
                  </a:lnTo>
                  <a:lnTo>
                    <a:pt x="1126274" y="4163040"/>
                  </a:lnTo>
                  <a:lnTo>
                    <a:pt x="1126391" y="4163040"/>
                  </a:lnTo>
                  <a:lnTo>
                    <a:pt x="1126509" y="4163040"/>
                  </a:lnTo>
                  <a:lnTo>
                    <a:pt x="1126627" y="4163040"/>
                  </a:lnTo>
                  <a:lnTo>
                    <a:pt x="1126627" y="4162610"/>
                  </a:lnTo>
                  <a:lnTo>
                    <a:pt x="1126744" y="4162610"/>
                  </a:lnTo>
                  <a:lnTo>
                    <a:pt x="1126744" y="4162179"/>
                  </a:lnTo>
                  <a:lnTo>
                    <a:pt x="1126744" y="4161749"/>
                  </a:lnTo>
                  <a:lnTo>
                    <a:pt x="1126744" y="4161318"/>
                  </a:lnTo>
                  <a:lnTo>
                    <a:pt x="1126862" y="4161318"/>
                  </a:lnTo>
                  <a:lnTo>
                    <a:pt x="1126862" y="4160887"/>
                  </a:lnTo>
                  <a:lnTo>
                    <a:pt x="1126979" y="4160887"/>
                  </a:lnTo>
                  <a:lnTo>
                    <a:pt x="1126979" y="4160457"/>
                  </a:lnTo>
                  <a:lnTo>
                    <a:pt x="1127097" y="4160457"/>
                  </a:lnTo>
                  <a:lnTo>
                    <a:pt x="1127097" y="4160026"/>
                  </a:lnTo>
                  <a:lnTo>
                    <a:pt x="1127215" y="4160026"/>
                  </a:lnTo>
                  <a:lnTo>
                    <a:pt x="1127332" y="4160026"/>
                  </a:lnTo>
                  <a:lnTo>
                    <a:pt x="1127332" y="4159596"/>
                  </a:lnTo>
                  <a:lnTo>
                    <a:pt x="1127332" y="4159165"/>
                  </a:lnTo>
                  <a:lnTo>
                    <a:pt x="1127450" y="4159165"/>
                  </a:lnTo>
                  <a:lnTo>
                    <a:pt x="1127567" y="4159165"/>
                  </a:lnTo>
                  <a:lnTo>
                    <a:pt x="1127685" y="4159165"/>
                  </a:lnTo>
                  <a:lnTo>
                    <a:pt x="1127685" y="4158734"/>
                  </a:lnTo>
                  <a:lnTo>
                    <a:pt x="1127803" y="4158734"/>
                  </a:lnTo>
                  <a:lnTo>
                    <a:pt x="1127803" y="4158304"/>
                  </a:lnTo>
                  <a:lnTo>
                    <a:pt x="1127920" y="4158304"/>
                  </a:lnTo>
                  <a:lnTo>
                    <a:pt x="1127920" y="4157873"/>
                  </a:lnTo>
                  <a:lnTo>
                    <a:pt x="1127920" y="4157443"/>
                  </a:lnTo>
                  <a:lnTo>
                    <a:pt x="1128038" y="4157443"/>
                  </a:lnTo>
                  <a:lnTo>
                    <a:pt x="1128156" y="4157443"/>
                  </a:lnTo>
                  <a:lnTo>
                    <a:pt x="1128156" y="4157012"/>
                  </a:lnTo>
                  <a:lnTo>
                    <a:pt x="1128156" y="4156581"/>
                  </a:lnTo>
                  <a:lnTo>
                    <a:pt x="1128156" y="4156151"/>
                  </a:lnTo>
                  <a:lnTo>
                    <a:pt x="1128156" y="4155720"/>
                  </a:lnTo>
                  <a:lnTo>
                    <a:pt x="1128156" y="4155290"/>
                  </a:lnTo>
                  <a:lnTo>
                    <a:pt x="1128156" y="4154859"/>
                  </a:lnTo>
                  <a:lnTo>
                    <a:pt x="1128156" y="4154428"/>
                  </a:lnTo>
                  <a:lnTo>
                    <a:pt x="1128273" y="4154428"/>
                  </a:lnTo>
                  <a:lnTo>
                    <a:pt x="1128391" y="4154428"/>
                  </a:lnTo>
                  <a:lnTo>
                    <a:pt x="1128391" y="4153998"/>
                  </a:lnTo>
                  <a:lnTo>
                    <a:pt x="1128508" y="4153998"/>
                  </a:lnTo>
                  <a:lnTo>
                    <a:pt x="1128508" y="4153567"/>
                  </a:lnTo>
                  <a:lnTo>
                    <a:pt x="1128626" y="4153567"/>
                  </a:lnTo>
                  <a:lnTo>
                    <a:pt x="1128744" y="4153567"/>
                  </a:lnTo>
                  <a:lnTo>
                    <a:pt x="1128744" y="4153137"/>
                  </a:lnTo>
                  <a:lnTo>
                    <a:pt x="1128861" y="4153137"/>
                  </a:lnTo>
                  <a:lnTo>
                    <a:pt x="1128979" y="4153137"/>
                  </a:lnTo>
                  <a:lnTo>
                    <a:pt x="1128979" y="4152706"/>
                  </a:lnTo>
                  <a:lnTo>
                    <a:pt x="1129096" y="4152706"/>
                  </a:lnTo>
                  <a:lnTo>
                    <a:pt x="1129214" y="4152706"/>
                  </a:lnTo>
                  <a:lnTo>
                    <a:pt x="1129332" y="4152706"/>
                  </a:lnTo>
                  <a:lnTo>
                    <a:pt x="1129449" y="4152706"/>
                  </a:lnTo>
                  <a:lnTo>
                    <a:pt x="1129567" y="4152706"/>
                  </a:lnTo>
                  <a:lnTo>
                    <a:pt x="1129685" y="4152706"/>
                  </a:lnTo>
                  <a:lnTo>
                    <a:pt x="1129685" y="4152275"/>
                  </a:lnTo>
                  <a:lnTo>
                    <a:pt x="1129802" y="4152275"/>
                  </a:lnTo>
                  <a:lnTo>
                    <a:pt x="1129920" y="4152275"/>
                  </a:lnTo>
                  <a:lnTo>
                    <a:pt x="1130037" y="4152275"/>
                  </a:lnTo>
                  <a:lnTo>
                    <a:pt x="1130037" y="4151845"/>
                  </a:lnTo>
                  <a:lnTo>
                    <a:pt x="1130037" y="4151414"/>
                  </a:lnTo>
                  <a:lnTo>
                    <a:pt x="1130155" y="4151414"/>
                  </a:lnTo>
                  <a:lnTo>
                    <a:pt x="1130273" y="4151414"/>
                  </a:lnTo>
                  <a:lnTo>
                    <a:pt x="1130273" y="4150984"/>
                  </a:lnTo>
                  <a:lnTo>
                    <a:pt x="1130390" y="4150984"/>
                  </a:lnTo>
                  <a:lnTo>
                    <a:pt x="1130390" y="4150553"/>
                  </a:lnTo>
                  <a:lnTo>
                    <a:pt x="1130508" y="4150553"/>
                  </a:lnTo>
                  <a:lnTo>
                    <a:pt x="1130508" y="4150122"/>
                  </a:lnTo>
                  <a:lnTo>
                    <a:pt x="1130625" y="4150122"/>
                  </a:lnTo>
                  <a:lnTo>
                    <a:pt x="1130743" y="4150122"/>
                  </a:lnTo>
                  <a:lnTo>
                    <a:pt x="1130861" y="4150122"/>
                  </a:lnTo>
                  <a:lnTo>
                    <a:pt x="1130861" y="4149692"/>
                  </a:lnTo>
                  <a:lnTo>
                    <a:pt x="1130978" y="4149692"/>
                  </a:lnTo>
                  <a:lnTo>
                    <a:pt x="1131096" y="4149692"/>
                  </a:lnTo>
                  <a:lnTo>
                    <a:pt x="1131096" y="4149261"/>
                  </a:lnTo>
                  <a:lnTo>
                    <a:pt x="1131213" y="4149261"/>
                  </a:lnTo>
                  <a:lnTo>
                    <a:pt x="1131331" y="4149261"/>
                  </a:lnTo>
                  <a:lnTo>
                    <a:pt x="1131449" y="4149261"/>
                  </a:lnTo>
                  <a:lnTo>
                    <a:pt x="1131566" y="4149261"/>
                  </a:lnTo>
                  <a:lnTo>
                    <a:pt x="1131566" y="4148831"/>
                  </a:lnTo>
                  <a:lnTo>
                    <a:pt x="1131684" y="4148831"/>
                  </a:lnTo>
                  <a:lnTo>
                    <a:pt x="1131802" y="4148831"/>
                  </a:lnTo>
                  <a:lnTo>
                    <a:pt x="1131919" y="4148831"/>
                  </a:lnTo>
                  <a:lnTo>
                    <a:pt x="1131919" y="4148400"/>
                  </a:lnTo>
                  <a:lnTo>
                    <a:pt x="1132037" y="4148400"/>
                  </a:lnTo>
                  <a:lnTo>
                    <a:pt x="1132154" y="4148400"/>
                  </a:lnTo>
                  <a:lnTo>
                    <a:pt x="1132272" y="4148400"/>
                  </a:lnTo>
                  <a:lnTo>
                    <a:pt x="1132272" y="4147969"/>
                  </a:lnTo>
                  <a:lnTo>
                    <a:pt x="1132390" y="4147969"/>
                  </a:lnTo>
                  <a:lnTo>
                    <a:pt x="1132390" y="4147539"/>
                  </a:lnTo>
                  <a:lnTo>
                    <a:pt x="1132507" y="4147539"/>
                  </a:lnTo>
                  <a:lnTo>
                    <a:pt x="1132625" y="4147539"/>
                  </a:lnTo>
                  <a:lnTo>
                    <a:pt x="1132742" y="4147539"/>
                  </a:lnTo>
                  <a:lnTo>
                    <a:pt x="1132860" y="4147539"/>
                  </a:lnTo>
                  <a:lnTo>
                    <a:pt x="1132860" y="4147108"/>
                  </a:lnTo>
                  <a:lnTo>
                    <a:pt x="1132978" y="4147108"/>
                  </a:lnTo>
                  <a:lnTo>
                    <a:pt x="1132978" y="4146678"/>
                  </a:lnTo>
                  <a:lnTo>
                    <a:pt x="1133095" y="4146678"/>
                  </a:lnTo>
                  <a:lnTo>
                    <a:pt x="1133213" y="4146678"/>
                  </a:lnTo>
                  <a:lnTo>
                    <a:pt x="1133213" y="4146247"/>
                  </a:lnTo>
                  <a:lnTo>
                    <a:pt x="1133331" y="4146247"/>
                  </a:lnTo>
                  <a:lnTo>
                    <a:pt x="1133331" y="4145816"/>
                  </a:lnTo>
                  <a:lnTo>
                    <a:pt x="1133448" y="4145816"/>
                  </a:lnTo>
                  <a:lnTo>
                    <a:pt x="1133566" y="4145816"/>
                  </a:lnTo>
                  <a:lnTo>
                    <a:pt x="1133683" y="4145816"/>
                  </a:lnTo>
                  <a:lnTo>
                    <a:pt x="1133801" y="4145816"/>
                  </a:lnTo>
                  <a:lnTo>
                    <a:pt x="1133801" y="4145386"/>
                  </a:lnTo>
                  <a:lnTo>
                    <a:pt x="1133801" y="4144955"/>
                  </a:lnTo>
                  <a:lnTo>
                    <a:pt x="1133801" y="4144525"/>
                  </a:lnTo>
                  <a:lnTo>
                    <a:pt x="1133801" y="4144094"/>
                  </a:lnTo>
                  <a:lnTo>
                    <a:pt x="1133801" y="4143663"/>
                  </a:lnTo>
                  <a:lnTo>
                    <a:pt x="1133919" y="4143663"/>
                  </a:lnTo>
                  <a:lnTo>
                    <a:pt x="1133919" y="4143233"/>
                  </a:lnTo>
                  <a:lnTo>
                    <a:pt x="1133919" y="4142802"/>
                  </a:lnTo>
                  <a:lnTo>
                    <a:pt x="1133919" y="4142372"/>
                  </a:lnTo>
                  <a:lnTo>
                    <a:pt x="1134036" y="4142372"/>
                  </a:lnTo>
                  <a:lnTo>
                    <a:pt x="1134154" y="4142372"/>
                  </a:lnTo>
                  <a:lnTo>
                    <a:pt x="1134154" y="4141941"/>
                  </a:lnTo>
                  <a:lnTo>
                    <a:pt x="1134271" y="4141941"/>
                  </a:lnTo>
                  <a:lnTo>
                    <a:pt x="1134271" y="4141510"/>
                  </a:lnTo>
                  <a:lnTo>
                    <a:pt x="1134271" y="4141080"/>
                  </a:lnTo>
                  <a:lnTo>
                    <a:pt x="1134389" y="4141080"/>
                  </a:lnTo>
                  <a:lnTo>
                    <a:pt x="1134389" y="4140649"/>
                  </a:lnTo>
                  <a:lnTo>
                    <a:pt x="1134507" y="4140649"/>
                  </a:lnTo>
                  <a:lnTo>
                    <a:pt x="1134624" y="4140649"/>
                  </a:lnTo>
                  <a:lnTo>
                    <a:pt x="1134624" y="4140219"/>
                  </a:lnTo>
                  <a:lnTo>
                    <a:pt x="1134742" y="4140219"/>
                  </a:lnTo>
                  <a:lnTo>
                    <a:pt x="1134742" y="4139788"/>
                  </a:lnTo>
                  <a:lnTo>
                    <a:pt x="1134860" y="4139788"/>
                  </a:lnTo>
                  <a:lnTo>
                    <a:pt x="1134860" y="4139357"/>
                  </a:lnTo>
                  <a:lnTo>
                    <a:pt x="1134977" y="4139357"/>
                  </a:lnTo>
                  <a:lnTo>
                    <a:pt x="1135095" y="4139357"/>
                  </a:lnTo>
                  <a:lnTo>
                    <a:pt x="1135212" y="4139357"/>
                  </a:lnTo>
                  <a:lnTo>
                    <a:pt x="1135212" y="4138927"/>
                  </a:lnTo>
                  <a:lnTo>
                    <a:pt x="1135212" y="4138496"/>
                  </a:lnTo>
                  <a:lnTo>
                    <a:pt x="1135330" y="4138496"/>
                  </a:lnTo>
                  <a:lnTo>
                    <a:pt x="1135448" y="4138496"/>
                  </a:lnTo>
                  <a:lnTo>
                    <a:pt x="1135448" y="4138066"/>
                  </a:lnTo>
                  <a:lnTo>
                    <a:pt x="1135565" y="4138066"/>
                  </a:lnTo>
                  <a:lnTo>
                    <a:pt x="1135565" y="4137635"/>
                  </a:lnTo>
                  <a:lnTo>
                    <a:pt x="1135683" y="4137635"/>
                  </a:lnTo>
                  <a:lnTo>
                    <a:pt x="1135683" y="4137204"/>
                  </a:lnTo>
                  <a:lnTo>
                    <a:pt x="1135800" y="4137204"/>
                  </a:lnTo>
                  <a:lnTo>
                    <a:pt x="1135800" y="4136774"/>
                  </a:lnTo>
                  <a:lnTo>
                    <a:pt x="1135918" y="4136774"/>
                  </a:lnTo>
                  <a:lnTo>
                    <a:pt x="1135918" y="4136343"/>
                  </a:lnTo>
                  <a:lnTo>
                    <a:pt x="1135918" y="4135913"/>
                  </a:lnTo>
                  <a:lnTo>
                    <a:pt x="1136036" y="4135913"/>
                  </a:lnTo>
                  <a:lnTo>
                    <a:pt x="1136153" y="4135913"/>
                  </a:lnTo>
                  <a:lnTo>
                    <a:pt x="1136271" y="4135913"/>
                  </a:lnTo>
                  <a:lnTo>
                    <a:pt x="1136389" y="4135913"/>
                  </a:lnTo>
                  <a:lnTo>
                    <a:pt x="1136506" y="4135913"/>
                  </a:lnTo>
                  <a:lnTo>
                    <a:pt x="1136624" y="4135913"/>
                  </a:lnTo>
                  <a:lnTo>
                    <a:pt x="1136741" y="4135913"/>
                  </a:lnTo>
                  <a:lnTo>
                    <a:pt x="1136859" y="4135913"/>
                  </a:lnTo>
                  <a:lnTo>
                    <a:pt x="1136977" y="4135913"/>
                  </a:lnTo>
                  <a:lnTo>
                    <a:pt x="1137094" y="4135913"/>
                  </a:lnTo>
                  <a:lnTo>
                    <a:pt x="1137212" y="4135913"/>
                  </a:lnTo>
                  <a:lnTo>
                    <a:pt x="1137329" y="4135913"/>
                  </a:lnTo>
                  <a:lnTo>
                    <a:pt x="1137329" y="4135482"/>
                  </a:lnTo>
                  <a:lnTo>
                    <a:pt x="1137447" y="4135482"/>
                  </a:lnTo>
                  <a:lnTo>
                    <a:pt x="1137565" y="4135482"/>
                  </a:lnTo>
                  <a:lnTo>
                    <a:pt x="1137682" y="4135482"/>
                  </a:lnTo>
                  <a:lnTo>
                    <a:pt x="1137800" y="4135482"/>
                  </a:lnTo>
                  <a:lnTo>
                    <a:pt x="1137918" y="4135482"/>
                  </a:lnTo>
                  <a:lnTo>
                    <a:pt x="1137918" y="4135051"/>
                  </a:lnTo>
                  <a:lnTo>
                    <a:pt x="1138035" y="4135051"/>
                  </a:lnTo>
                  <a:lnTo>
                    <a:pt x="1138035" y="4134621"/>
                  </a:lnTo>
                  <a:lnTo>
                    <a:pt x="1138153" y="4134621"/>
                  </a:lnTo>
                  <a:lnTo>
                    <a:pt x="1138270" y="4134621"/>
                  </a:lnTo>
                  <a:lnTo>
                    <a:pt x="1138388" y="4134621"/>
                  </a:lnTo>
                  <a:lnTo>
                    <a:pt x="1138388" y="4134190"/>
                  </a:lnTo>
                  <a:lnTo>
                    <a:pt x="1138506" y="4134190"/>
                  </a:lnTo>
                  <a:lnTo>
                    <a:pt x="1138506" y="4133760"/>
                  </a:lnTo>
                  <a:lnTo>
                    <a:pt x="1138623" y="4133760"/>
                  </a:lnTo>
                  <a:lnTo>
                    <a:pt x="1138741" y="4133760"/>
                  </a:lnTo>
                  <a:lnTo>
                    <a:pt x="1138741" y="4133329"/>
                  </a:lnTo>
                  <a:lnTo>
                    <a:pt x="1138858" y="4133329"/>
                  </a:lnTo>
                  <a:lnTo>
                    <a:pt x="1138976" y="4133329"/>
                  </a:lnTo>
                  <a:lnTo>
                    <a:pt x="1138976" y="4132898"/>
                  </a:lnTo>
                  <a:lnTo>
                    <a:pt x="1139094" y="4132898"/>
                  </a:lnTo>
                  <a:lnTo>
                    <a:pt x="1139211" y="4132898"/>
                  </a:lnTo>
                  <a:lnTo>
                    <a:pt x="1139329" y="4132898"/>
                  </a:lnTo>
                  <a:lnTo>
                    <a:pt x="1139329" y="4132468"/>
                  </a:lnTo>
                  <a:lnTo>
                    <a:pt x="1139446" y="4132468"/>
                  </a:lnTo>
                  <a:lnTo>
                    <a:pt x="1139564" y="4132468"/>
                  </a:lnTo>
                  <a:lnTo>
                    <a:pt x="1139564" y="4132037"/>
                  </a:lnTo>
                  <a:lnTo>
                    <a:pt x="1139682" y="4132037"/>
                  </a:lnTo>
                  <a:lnTo>
                    <a:pt x="1139682" y="4131607"/>
                  </a:lnTo>
                  <a:lnTo>
                    <a:pt x="1139682" y="4131176"/>
                  </a:lnTo>
                  <a:lnTo>
                    <a:pt x="1139799" y="4131176"/>
                  </a:lnTo>
                  <a:lnTo>
                    <a:pt x="1139799" y="4130745"/>
                  </a:lnTo>
                  <a:lnTo>
                    <a:pt x="1139917" y="4130745"/>
                  </a:lnTo>
                  <a:lnTo>
                    <a:pt x="1140035" y="4130745"/>
                  </a:lnTo>
                  <a:lnTo>
                    <a:pt x="1140152" y="4130745"/>
                  </a:lnTo>
                  <a:lnTo>
                    <a:pt x="1140270" y="4130745"/>
                  </a:lnTo>
                  <a:lnTo>
                    <a:pt x="1140387" y="4130745"/>
                  </a:lnTo>
                  <a:lnTo>
                    <a:pt x="1140387" y="4130315"/>
                  </a:lnTo>
                  <a:lnTo>
                    <a:pt x="1140387" y="4129884"/>
                  </a:lnTo>
                  <a:lnTo>
                    <a:pt x="1140387" y="4129454"/>
                  </a:lnTo>
                  <a:lnTo>
                    <a:pt x="1140505" y="4129454"/>
                  </a:lnTo>
                  <a:lnTo>
                    <a:pt x="1140623" y="4129454"/>
                  </a:lnTo>
                  <a:lnTo>
                    <a:pt x="1140740" y="4129454"/>
                  </a:lnTo>
                  <a:lnTo>
                    <a:pt x="1140858" y="4129454"/>
                  </a:lnTo>
                  <a:lnTo>
                    <a:pt x="1140975" y="4129454"/>
                  </a:lnTo>
                  <a:lnTo>
                    <a:pt x="1140975" y="4129023"/>
                  </a:lnTo>
                  <a:lnTo>
                    <a:pt x="1141093" y="4129023"/>
                  </a:lnTo>
                  <a:lnTo>
                    <a:pt x="1141211" y="4129023"/>
                  </a:lnTo>
                  <a:lnTo>
                    <a:pt x="1141328" y="4129023"/>
                  </a:lnTo>
                  <a:lnTo>
                    <a:pt x="1141328" y="4128592"/>
                  </a:lnTo>
                  <a:lnTo>
                    <a:pt x="1141446" y="4128592"/>
                  </a:lnTo>
                  <a:lnTo>
                    <a:pt x="1141564" y="4128592"/>
                  </a:lnTo>
                  <a:lnTo>
                    <a:pt x="1141681" y="4128592"/>
                  </a:lnTo>
                  <a:lnTo>
                    <a:pt x="1141681" y="4128162"/>
                  </a:lnTo>
                  <a:lnTo>
                    <a:pt x="1141681" y="4127731"/>
                  </a:lnTo>
                  <a:lnTo>
                    <a:pt x="1141681" y="4127301"/>
                  </a:lnTo>
                  <a:lnTo>
                    <a:pt x="1141681" y="4126870"/>
                  </a:lnTo>
                  <a:lnTo>
                    <a:pt x="1141681" y="4126439"/>
                  </a:lnTo>
                  <a:lnTo>
                    <a:pt x="1141799" y="4126439"/>
                  </a:lnTo>
                  <a:lnTo>
                    <a:pt x="1141916" y="4126439"/>
                  </a:lnTo>
                  <a:lnTo>
                    <a:pt x="1142034" y="4126439"/>
                  </a:lnTo>
                  <a:lnTo>
                    <a:pt x="1142152" y="4126439"/>
                  </a:lnTo>
                  <a:lnTo>
                    <a:pt x="1142152" y="4126009"/>
                  </a:lnTo>
                  <a:lnTo>
                    <a:pt x="1142269" y="4126009"/>
                  </a:lnTo>
                  <a:lnTo>
                    <a:pt x="1142269" y="4125578"/>
                  </a:lnTo>
                  <a:lnTo>
                    <a:pt x="1142269" y="4125148"/>
                  </a:lnTo>
                  <a:lnTo>
                    <a:pt x="1142269" y="4124717"/>
                  </a:lnTo>
                  <a:lnTo>
                    <a:pt x="1142387" y="4124717"/>
                  </a:lnTo>
                  <a:lnTo>
                    <a:pt x="1142504" y="4124717"/>
                  </a:lnTo>
                  <a:lnTo>
                    <a:pt x="1142622" y="4124717"/>
                  </a:lnTo>
                  <a:lnTo>
                    <a:pt x="1142740" y="4124717"/>
                  </a:lnTo>
                  <a:lnTo>
                    <a:pt x="1142857" y="4124717"/>
                  </a:lnTo>
                  <a:lnTo>
                    <a:pt x="1142975" y="4124717"/>
                  </a:lnTo>
                  <a:lnTo>
                    <a:pt x="1143093" y="4124717"/>
                  </a:lnTo>
                  <a:lnTo>
                    <a:pt x="1143210" y="4124717"/>
                  </a:lnTo>
                  <a:lnTo>
                    <a:pt x="1143210" y="4124286"/>
                  </a:lnTo>
                  <a:lnTo>
                    <a:pt x="1143210" y="4123856"/>
                  </a:lnTo>
                  <a:lnTo>
                    <a:pt x="1143328" y="4123856"/>
                  </a:lnTo>
                  <a:lnTo>
                    <a:pt x="1143445" y="4123856"/>
                  </a:lnTo>
                  <a:lnTo>
                    <a:pt x="1143563" y="4123856"/>
                  </a:lnTo>
                  <a:lnTo>
                    <a:pt x="1143681" y="4123856"/>
                  </a:lnTo>
                  <a:lnTo>
                    <a:pt x="1143681" y="4123425"/>
                  </a:lnTo>
                  <a:lnTo>
                    <a:pt x="1143681" y="4122995"/>
                  </a:lnTo>
                  <a:lnTo>
                    <a:pt x="1143798" y="4122995"/>
                  </a:lnTo>
                  <a:lnTo>
                    <a:pt x="1143798" y="4122564"/>
                  </a:lnTo>
                  <a:lnTo>
                    <a:pt x="1143916" y="4122564"/>
                  </a:lnTo>
                  <a:lnTo>
                    <a:pt x="1144033" y="4122564"/>
                  </a:lnTo>
                  <a:lnTo>
                    <a:pt x="1144033" y="4122133"/>
                  </a:lnTo>
                  <a:lnTo>
                    <a:pt x="1144033" y="4121703"/>
                  </a:lnTo>
                  <a:lnTo>
                    <a:pt x="1144151" y="4121703"/>
                  </a:lnTo>
                  <a:lnTo>
                    <a:pt x="1144269" y="4121703"/>
                  </a:lnTo>
                  <a:lnTo>
                    <a:pt x="1144269" y="4121272"/>
                  </a:lnTo>
                  <a:lnTo>
                    <a:pt x="1144269" y="4120842"/>
                  </a:lnTo>
                  <a:lnTo>
                    <a:pt x="1144386" y="4120842"/>
                  </a:lnTo>
                  <a:lnTo>
                    <a:pt x="1144504" y="4120842"/>
                  </a:lnTo>
                  <a:lnTo>
                    <a:pt x="1144622" y="4120842"/>
                  </a:lnTo>
                  <a:lnTo>
                    <a:pt x="1144622" y="4120411"/>
                  </a:lnTo>
                  <a:lnTo>
                    <a:pt x="1144622" y="4119980"/>
                  </a:lnTo>
                  <a:lnTo>
                    <a:pt x="1144739" y="4119980"/>
                  </a:lnTo>
                  <a:lnTo>
                    <a:pt x="1144857" y="4119980"/>
                  </a:lnTo>
                  <a:lnTo>
                    <a:pt x="1144974" y="4119980"/>
                  </a:lnTo>
                  <a:lnTo>
                    <a:pt x="1144974" y="4119550"/>
                  </a:lnTo>
                  <a:lnTo>
                    <a:pt x="1144974" y="4119119"/>
                  </a:lnTo>
                  <a:lnTo>
                    <a:pt x="1145092" y="4119119"/>
                  </a:lnTo>
                  <a:lnTo>
                    <a:pt x="1145092" y="4118689"/>
                  </a:lnTo>
                  <a:lnTo>
                    <a:pt x="1145210" y="4118689"/>
                  </a:lnTo>
                  <a:lnTo>
                    <a:pt x="1145327" y="4118689"/>
                  </a:lnTo>
                  <a:lnTo>
                    <a:pt x="1145445" y="4118689"/>
                  </a:lnTo>
                  <a:lnTo>
                    <a:pt x="1145445" y="4118258"/>
                  </a:lnTo>
                  <a:lnTo>
                    <a:pt x="1145562" y="4118258"/>
                  </a:lnTo>
                  <a:lnTo>
                    <a:pt x="1145680" y="4118258"/>
                  </a:lnTo>
                  <a:lnTo>
                    <a:pt x="1145798" y="4118258"/>
                  </a:lnTo>
                  <a:lnTo>
                    <a:pt x="1145915" y="4118258"/>
                  </a:lnTo>
                  <a:lnTo>
                    <a:pt x="1145915" y="4117827"/>
                  </a:lnTo>
                  <a:lnTo>
                    <a:pt x="1146033" y="4117827"/>
                  </a:lnTo>
                  <a:lnTo>
                    <a:pt x="1146151" y="4117827"/>
                  </a:lnTo>
                  <a:lnTo>
                    <a:pt x="1146151" y="4117397"/>
                  </a:lnTo>
                  <a:lnTo>
                    <a:pt x="1146151" y="4116966"/>
                  </a:lnTo>
                  <a:lnTo>
                    <a:pt x="1146268" y="4116966"/>
                  </a:lnTo>
                  <a:lnTo>
                    <a:pt x="1146268" y="4116536"/>
                  </a:lnTo>
                  <a:lnTo>
                    <a:pt x="1146386" y="4116536"/>
                  </a:lnTo>
                  <a:lnTo>
                    <a:pt x="1146386" y="4116105"/>
                  </a:lnTo>
                  <a:lnTo>
                    <a:pt x="1146503" y="4116105"/>
                  </a:lnTo>
                  <a:lnTo>
                    <a:pt x="1146621" y="4116105"/>
                  </a:lnTo>
                  <a:lnTo>
                    <a:pt x="1146739" y="4116105"/>
                  </a:lnTo>
                  <a:lnTo>
                    <a:pt x="1146856" y="4116105"/>
                  </a:lnTo>
                  <a:lnTo>
                    <a:pt x="1146856" y="4115674"/>
                  </a:lnTo>
                  <a:lnTo>
                    <a:pt x="1146856" y="4115244"/>
                  </a:lnTo>
                  <a:lnTo>
                    <a:pt x="1146974" y="4115244"/>
                  </a:lnTo>
                  <a:lnTo>
                    <a:pt x="1147091" y="4115244"/>
                  </a:lnTo>
                  <a:lnTo>
                    <a:pt x="1147209" y="4115244"/>
                  </a:lnTo>
                  <a:lnTo>
                    <a:pt x="1147209" y="4114813"/>
                  </a:lnTo>
                  <a:lnTo>
                    <a:pt x="1147209" y="4114383"/>
                  </a:lnTo>
                  <a:lnTo>
                    <a:pt x="1147327" y="4114383"/>
                  </a:lnTo>
                  <a:lnTo>
                    <a:pt x="1147444" y="4114383"/>
                  </a:lnTo>
                  <a:lnTo>
                    <a:pt x="1147562" y="4114383"/>
                  </a:lnTo>
                  <a:lnTo>
                    <a:pt x="1147562" y="4113952"/>
                  </a:lnTo>
                  <a:lnTo>
                    <a:pt x="1147679" y="4113952"/>
                  </a:lnTo>
                  <a:lnTo>
                    <a:pt x="1147797" y="4113952"/>
                  </a:lnTo>
                  <a:lnTo>
                    <a:pt x="1147915" y="4113952"/>
                  </a:lnTo>
                  <a:lnTo>
                    <a:pt x="1147915" y="4113521"/>
                  </a:lnTo>
                  <a:lnTo>
                    <a:pt x="1147915" y="4113091"/>
                  </a:lnTo>
                  <a:lnTo>
                    <a:pt x="1148032" y="4113091"/>
                  </a:lnTo>
                  <a:lnTo>
                    <a:pt x="1148032" y="4112660"/>
                  </a:lnTo>
                  <a:lnTo>
                    <a:pt x="1148150" y="4112660"/>
                  </a:lnTo>
                  <a:lnTo>
                    <a:pt x="1148150" y="4112230"/>
                  </a:lnTo>
                  <a:lnTo>
                    <a:pt x="1148268" y="4112230"/>
                  </a:lnTo>
                  <a:lnTo>
                    <a:pt x="1148385" y="4112230"/>
                  </a:lnTo>
                  <a:lnTo>
                    <a:pt x="1148385" y="4111799"/>
                  </a:lnTo>
                  <a:lnTo>
                    <a:pt x="1148503" y="4111799"/>
                  </a:lnTo>
                  <a:lnTo>
                    <a:pt x="1148503" y="4111368"/>
                  </a:lnTo>
                  <a:lnTo>
                    <a:pt x="1148620" y="4111368"/>
                  </a:lnTo>
                  <a:lnTo>
                    <a:pt x="1148738" y="4111368"/>
                  </a:lnTo>
                  <a:lnTo>
                    <a:pt x="1148738" y="4110938"/>
                  </a:lnTo>
                  <a:lnTo>
                    <a:pt x="1148856" y="4110938"/>
                  </a:lnTo>
                  <a:lnTo>
                    <a:pt x="1148973" y="4110938"/>
                  </a:lnTo>
                  <a:lnTo>
                    <a:pt x="1149091" y="4110938"/>
                  </a:lnTo>
                  <a:lnTo>
                    <a:pt x="1149091" y="4110507"/>
                  </a:lnTo>
                  <a:lnTo>
                    <a:pt x="1149208" y="4110507"/>
                  </a:lnTo>
                  <a:lnTo>
                    <a:pt x="1149326" y="4110507"/>
                  </a:lnTo>
                  <a:lnTo>
                    <a:pt x="1149326" y="4110077"/>
                  </a:lnTo>
                  <a:lnTo>
                    <a:pt x="1149444" y="4110077"/>
                  </a:lnTo>
                  <a:lnTo>
                    <a:pt x="1149561" y="4110077"/>
                  </a:lnTo>
                  <a:lnTo>
                    <a:pt x="1149679" y="4110077"/>
                  </a:lnTo>
                  <a:lnTo>
                    <a:pt x="1149679" y="4109646"/>
                  </a:lnTo>
                  <a:lnTo>
                    <a:pt x="1149797" y="4109646"/>
                  </a:lnTo>
                  <a:lnTo>
                    <a:pt x="1149914" y="4109646"/>
                  </a:lnTo>
                  <a:lnTo>
                    <a:pt x="1150032" y="4109646"/>
                  </a:lnTo>
                  <a:lnTo>
                    <a:pt x="1150032" y="4109215"/>
                  </a:lnTo>
                  <a:lnTo>
                    <a:pt x="1150149" y="4109215"/>
                  </a:lnTo>
                  <a:lnTo>
                    <a:pt x="1150149" y="4108785"/>
                  </a:lnTo>
                  <a:lnTo>
                    <a:pt x="1150267" y="4108785"/>
                  </a:lnTo>
                  <a:lnTo>
                    <a:pt x="1150385" y="4108785"/>
                  </a:lnTo>
                  <a:lnTo>
                    <a:pt x="1150385" y="4108354"/>
                  </a:lnTo>
                  <a:lnTo>
                    <a:pt x="1150502" y="4108354"/>
                  </a:lnTo>
                  <a:lnTo>
                    <a:pt x="1150502" y="4107924"/>
                  </a:lnTo>
                  <a:lnTo>
                    <a:pt x="1150620" y="4107924"/>
                  </a:lnTo>
                  <a:lnTo>
                    <a:pt x="1150737" y="4107924"/>
                  </a:lnTo>
                  <a:lnTo>
                    <a:pt x="1150855" y="4107924"/>
                  </a:lnTo>
                  <a:lnTo>
                    <a:pt x="1150855" y="4107493"/>
                  </a:lnTo>
                  <a:lnTo>
                    <a:pt x="1150973" y="4107493"/>
                  </a:lnTo>
                  <a:lnTo>
                    <a:pt x="1151090" y="4107493"/>
                  </a:lnTo>
                  <a:lnTo>
                    <a:pt x="1151208" y="4107493"/>
                  </a:lnTo>
                  <a:lnTo>
                    <a:pt x="1151326" y="4107493"/>
                  </a:lnTo>
                  <a:lnTo>
                    <a:pt x="1151326" y="4107062"/>
                  </a:lnTo>
                  <a:lnTo>
                    <a:pt x="1151443" y="4107062"/>
                  </a:lnTo>
                  <a:lnTo>
                    <a:pt x="1151561" y="4107062"/>
                  </a:lnTo>
                  <a:lnTo>
                    <a:pt x="1151561" y="4106632"/>
                  </a:lnTo>
                  <a:lnTo>
                    <a:pt x="1151678" y="4106632"/>
                  </a:lnTo>
                  <a:lnTo>
                    <a:pt x="1151796" y="4106632"/>
                  </a:lnTo>
                  <a:lnTo>
                    <a:pt x="1151914" y="4106632"/>
                  </a:lnTo>
                  <a:lnTo>
                    <a:pt x="1151914" y="4106201"/>
                  </a:lnTo>
                  <a:lnTo>
                    <a:pt x="1151914" y="4105771"/>
                  </a:lnTo>
                  <a:lnTo>
                    <a:pt x="1151914" y="4105340"/>
                  </a:lnTo>
                  <a:lnTo>
                    <a:pt x="1152031" y="4105340"/>
                  </a:lnTo>
                  <a:lnTo>
                    <a:pt x="1152149" y="4105340"/>
                  </a:lnTo>
                  <a:lnTo>
                    <a:pt x="1152266" y="4105340"/>
                  </a:lnTo>
                  <a:lnTo>
                    <a:pt x="1152266" y="4104909"/>
                  </a:lnTo>
                  <a:lnTo>
                    <a:pt x="1152266" y="4104479"/>
                  </a:lnTo>
                  <a:lnTo>
                    <a:pt x="1152266" y="4104048"/>
                  </a:lnTo>
                  <a:lnTo>
                    <a:pt x="1152384" y="4104048"/>
                  </a:lnTo>
                  <a:lnTo>
                    <a:pt x="1152384" y="4103618"/>
                  </a:lnTo>
                  <a:lnTo>
                    <a:pt x="1152384" y="4103187"/>
                  </a:lnTo>
                  <a:lnTo>
                    <a:pt x="1152502" y="4103187"/>
                  </a:lnTo>
                  <a:lnTo>
                    <a:pt x="1152502" y="4102756"/>
                  </a:lnTo>
                  <a:lnTo>
                    <a:pt x="1152502" y="4102326"/>
                  </a:lnTo>
                  <a:lnTo>
                    <a:pt x="1152502" y="4101895"/>
                  </a:lnTo>
                  <a:lnTo>
                    <a:pt x="1152619" y="4101895"/>
                  </a:lnTo>
                  <a:lnTo>
                    <a:pt x="1152737" y="4101895"/>
                  </a:lnTo>
                  <a:lnTo>
                    <a:pt x="1152855" y="4101895"/>
                  </a:lnTo>
                  <a:lnTo>
                    <a:pt x="1152972" y="4101895"/>
                  </a:lnTo>
                  <a:lnTo>
                    <a:pt x="1152972" y="4101465"/>
                  </a:lnTo>
                  <a:lnTo>
                    <a:pt x="1152972" y="4101034"/>
                  </a:lnTo>
                  <a:lnTo>
                    <a:pt x="1152972" y="4100603"/>
                  </a:lnTo>
                  <a:lnTo>
                    <a:pt x="1153090" y="4100603"/>
                  </a:lnTo>
                  <a:lnTo>
                    <a:pt x="1153090" y="4100173"/>
                  </a:lnTo>
                  <a:lnTo>
                    <a:pt x="1153207" y="4100173"/>
                  </a:lnTo>
                  <a:lnTo>
                    <a:pt x="1153325" y="4100173"/>
                  </a:lnTo>
                  <a:lnTo>
                    <a:pt x="1153443" y="4100173"/>
                  </a:lnTo>
                  <a:lnTo>
                    <a:pt x="1153560" y="4100173"/>
                  </a:lnTo>
                  <a:lnTo>
                    <a:pt x="1153678" y="4100173"/>
                  </a:lnTo>
                  <a:lnTo>
                    <a:pt x="1153678" y="4099742"/>
                  </a:lnTo>
                  <a:lnTo>
                    <a:pt x="1153678" y="4099312"/>
                  </a:lnTo>
                  <a:lnTo>
                    <a:pt x="1153795" y="4099312"/>
                  </a:lnTo>
                  <a:lnTo>
                    <a:pt x="1153913" y="4099312"/>
                  </a:lnTo>
                  <a:lnTo>
                    <a:pt x="1154031" y="4099312"/>
                  </a:lnTo>
                  <a:lnTo>
                    <a:pt x="1154148" y="4099312"/>
                  </a:lnTo>
                  <a:lnTo>
                    <a:pt x="1154148" y="4098881"/>
                  </a:lnTo>
                  <a:lnTo>
                    <a:pt x="1154266" y="4098881"/>
                  </a:lnTo>
                  <a:lnTo>
                    <a:pt x="1154384" y="4098881"/>
                  </a:lnTo>
                  <a:lnTo>
                    <a:pt x="1154501" y="4098881"/>
                  </a:lnTo>
                  <a:lnTo>
                    <a:pt x="1154501" y="4098450"/>
                  </a:lnTo>
                  <a:lnTo>
                    <a:pt x="1154619" y="4098450"/>
                  </a:lnTo>
                  <a:lnTo>
                    <a:pt x="1154619" y="4098020"/>
                  </a:lnTo>
                  <a:lnTo>
                    <a:pt x="1154736" y="4098020"/>
                  </a:lnTo>
                  <a:lnTo>
                    <a:pt x="1154736" y="4097589"/>
                  </a:lnTo>
                  <a:lnTo>
                    <a:pt x="1154736" y="4097159"/>
                  </a:lnTo>
                  <a:lnTo>
                    <a:pt x="1154736" y="4096728"/>
                  </a:lnTo>
                  <a:lnTo>
                    <a:pt x="1154854" y="4096728"/>
                  </a:lnTo>
                  <a:lnTo>
                    <a:pt x="1154854" y="4096297"/>
                  </a:lnTo>
                  <a:lnTo>
                    <a:pt x="1154854" y="4095867"/>
                  </a:lnTo>
                  <a:lnTo>
                    <a:pt x="1154972" y="4095867"/>
                  </a:lnTo>
                  <a:lnTo>
                    <a:pt x="1154972" y="4095436"/>
                  </a:lnTo>
                  <a:lnTo>
                    <a:pt x="1155089" y="4095436"/>
                  </a:lnTo>
                  <a:lnTo>
                    <a:pt x="1155207" y="4095436"/>
                  </a:lnTo>
                  <a:lnTo>
                    <a:pt x="1155324" y="4095436"/>
                  </a:lnTo>
                  <a:lnTo>
                    <a:pt x="1155442" y="4095436"/>
                  </a:lnTo>
                  <a:lnTo>
                    <a:pt x="1155560" y="4095436"/>
                  </a:lnTo>
                  <a:lnTo>
                    <a:pt x="1155560" y="4095006"/>
                  </a:lnTo>
                  <a:lnTo>
                    <a:pt x="1155677" y="4095006"/>
                  </a:lnTo>
                  <a:lnTo>
                    <a:pt x="1155795" y="4095006"/>
                  </a:lnTo>
                  <a:lnTo>
                    <a:pt x="1155912" y="4095006"/>
                  </a:lnTo>
                  <a:lnTo>
                    <a:pt x="1155912" y="4094575"/>
                  </a:lnTo>
                  <a:lnTo>
                    <a:pt x="1156030" y="4094575"/>
                  </a:lnTo>
                  <a:lnTo>
                    <a:pt x="1156148" y="4094575"/>
                  </a:lnTo>
                  <a:lnTo>
                    <a:pt x="1156265" y="4094575"/>
                  </a:lnTo>
                  <a:lnTo>
                    <a:pt x="1156383" y="4094575"/>
                  </a:lnTo>
                  <a:lnTo>
                    <a:pt x="1156383" y="4094144"/>
                  </a:lnTo>
                  <a:lnTo>
                    <a:pt x="1156501" y="4094144"/>
                  </a:lnTo>
                  <a:lnTo>
                    <a:pt x="1156618" y="4094144"/>
                  </a:lnTo>
                  <a:lnTo>
                    <a:pt x="1156736" y="4094144"/>
                  </a:lnTo>
                  <a:lnTo>
                    <a:pt x="1156736" y="4093714"/>
                  </a:lnTo>
                  <a:lnTo>
                    <a:pt x="1156853" y="4093714"/>
                  </a:lnTo>
                  <a:lnTo>
                    <a:pt x="1156971" y="4093714"/>
                  </a:lnTo>
                  <a:lnTo>
                    <a:pt x="1157089" y="4093714"/>
                  </a:lnTo>
                  <a:lnTo>
                    <a:pt x="1157206" y="4093714"/>
                  </a:lnTo>
                  <a:lnTo>
                    <a:pt x="1157206" y="4093283"/>
                  </a:lnTo>
                  <a:lnTo>
                    <a:pt x="1157206" y="4092853"/>
                  </a:lnTo>
                  <a:lnTo>
                    <a:pt x="1157324" y="4092853"/>
                  </a:lnTo>
                  <a:lnTo>
                    <a:pt x="1157441" y="4092853"/>
                  </a:lnTo>
                  <a:lnTo>
                    <a:pt x="1157559" y="4092853"/>
                  </a:lnTo>
                  <a:lnTo>
                    <a:pt x="1157677" y="4092853"/>
                  </a:lnTo>
                  <a:lnTo>
                    <a:pt x="1157794" y="4092853"/>
                  </a:lnTo>
                  <a:lnTo>
                    <a:pt x="1157794" y="4092422"/>
                  </a:lnTo>
                  <a:lnTo>
                    <a:pt x="1157794" y="4091991"/>
                  </a:lnTo>
                  <a:lnTo>
                    <a:pt x="1157912" y="4091991"/>
                  </a:lnTo>
                  <a:lnTo>
                    <a:pt x="1158030" y="4091991"/>
                  </a:lnTo>
                  <a:lnTo>
                    <a:pt x="1158147" y="4091991"/>
                  </a:lnTo>
                  <a:lnTo>
                    <a:pt x="1158265" y="4091991"/>
                  </a:lnTo>
                  <a:lnTo>
                    <a:pt x="1158382" y="4091991"/>
                  </a:lnTo>
                  <a:lnTo>
                    <a:pt x="1158382" y="4091561"/>
                  </a:lnTo>
                  <a:lnTo>
                    <a:pt x="1158382" y="4091130"/>
                  </a:lnTo>
                  <a:lnTo>
                    <a:pt x="1158500" y="4091130"/>
                  </a:lnTo>
                  <a:lnTo>
                    <a:pt x="1158618" y="4091130"/>
                  </a:lnTo>
                  <a:lnTo>
                    <a:pt x="1158735" y="4091130"/>
                  </a:lnTo>
                  <a:lnTo>
                    <a:pt x="1158853" y="4091130"/>
                  </a:lnTo>
                  <a:lnTo>
                    <a:pt x="1158970" y="4091130"/>
                  </a:lnTo>
                  <a:lnTo>
                    <a:pt x="1159088" y="4091130"/>
                  </a:lnTo>
                  <a:lnTo>
                    <a:pt x="1159206" y="4091130"/>
                  </a:lnTo>
                  <a:lnTo>
                    <a:pt x="1159206" y="4090700"/>
                  </a:lnTo>
                  <a:lnTo>
                    <a:pt x="1159206" y="4090269"/>
                  </a:lnTo>
                  <a:lnTo>
                    <a:pt x="1159206" y="4089838"/>
                  </a:lnTo>
                  <a:lnTo>
                    <a:pt x="1159206" y="4089408"/>
                  </a:lnTo>
                  <a:lnTo>
                    <a:pt x="1159323" y="4089408"/>
                  </a:lnTo>
                  <a:lnTo>
                    <a:pt x="1159441" y="4089408"/>
                  </a:lnTo>
                  <a:lnTo>
                    <a:pt x="1159559" y="4089408"/>
                  </a:lnTo>
                  <a:lnTo>
                    <a:pt x="1159676" y="4089408"/>
                  </a:lnTo>
                  <a:lnTo>
                    <a:pt x="1159794" y="4089408"/>
                  </a:lnTo>
                  <a:lnTo>
                    <a:pt x="1159911" y="4089408"/>
                  </a:lnTo>
                  <a:lnTo>
                    <a:pt x="1160029" y="4089408"/>
                  </a:lnTo>
                  <a:lnTo>
                    <a:pt x="1160147" y="4089408"/>
                  </a:lnTo>
                  <a:lnTo>
                    <a:pt x="1160264" y="4089408"/>
                  </a:lnTo>
                  <a:lnTo>
                    <a:pt x="1160264" y="4088977"/>
                  </a:lnTo>
                  <a:lnTo>
                    <a:pt x="1160264" y="4088547"/>
                  </a:lnTo>
                  <a:lnTo>
                    <a:pt x="1160382" y="4088547"/>
                  </a:lnTo>
                  <a:lnTo>
                    <a:pt x="1160382" y="4088116"/>
                  </a:lnTo>
                  <a:lnTo>
                    <a:pt x="1160382" y="4087685"/>
                  </a:lnTo>
                  <a:lnTo>
                    <a:pt x="1160499" y="4087685"/>
                  </a:lnTo>
                  <a:lnTo>
                    <a:pt x="1160617" y="4087685"/>
                  </a:lnTo>
                  <a:lnTo>
                    <a:pt x="1160735" y="4087685"/>
                  </a:lnTo>
                  <a:lnTo>
                    <a:pt x="1160852" y="4087685"/>
                  </a:lnTo>
                  <a:lnTo>
                    <a:pt x="1160852" y="4087255"/>
                  </a:lnTo>
                  <a:lnTo>
                    <a:pt x="1160852" y="4086824"/>
                  </a:lnTo>
                  <a:lnTo>
                    <a:pt x="1160852" y="4086394"/>
                  </a:lnTo>
                  <a:lnTo>
                    <a:pt x="1160970" y="4086394"/>
                  </a:lnTo>
                  <a:lnTo>
                    <a:pt x="1161088" y="4086394"/>
                  </a:lnTo>
                  <a:lnTo>
                    <a:pt x="1161088" y="4085963"/>
                  </a:lnTo>
                  <a:lnTo>
                    <a:pt x="1161205" y="4085963"/>
                  </a:lnTo>
                  <a:lnTo>
                    <a:pt x="1161323" y="4085963"/>
                  </a:lnTo>
                  <a:lnTo>
                    <a:pt x="1161440" y="4085963"/>
                  </a:lnTo>
                  <a:lnTo>
                    <a:pt x="1161558" y="4085963"/>
                  </a:lnTo>
                  <a:lnTo>
                    <a:pt x="1161676" y="4085963"/>
                  </a:lnTo>
                  <a:lnTo>
                    <a:pt x="1161793" y="4085963"/>
                  </a:lnTo>
                  <a:lnTo>
                    <a:pt x="1161911" y="4085963"/>
                  </a:lnTo>
                  <a:lnTo>
                    <a:pt x="1162028" y="4085963"/>
                  </a:lnTo>
                  <a:lnTo>
                    <a:pt x="1162146" y="4085963"/>
                  </a:lnTo>
                  <a:lnTo>
                    <a:pt x="1162264" y="4085963"/>
                  </a:lnTo>
                  <a:lnTo>
                    <a:pt x="1162381" y="4085963"/>
                  </a:lnTo>
                  <a:lnTo>
                    <a:pt x="1162499" y="4085963"/>
                  </a:lnTo>
                  <a:lnTo>
                    <a:pt x="1162499" y="4085532"/>
                  </a:lnTo>
                  <a:lnTo>
                    <a:pt x="1162617" y="4085532"/>
                  </a:lnTo>
                  <a:lnTo>
                    <a:pt x="1162734" y="4085532"/>
                  </a:lnTo>
                  <a:lnTo>
                    <a:pt x="1162734" y="4085102"/>
                  </a:lnTo>
                  <a:lnTo>
                    <a:pt x="1162852" y="4085102"/>
                  </a:lnTo>
                  <a:lnTo>
                    <a:pt x="1162852" y="4084671"/>
                  </a:lnTo>
                  <a:lnTo>
                    <a:pt x="1162969" y="4084671"/>
                  </a:lnTo>
                  <a:lnTo>
                    <a:pt x="1163087" y="4084671"/>
                  </a:lnTo>
                  <a:lnTo>
                    <a:pt x="1163087" y="4084241"/>
                  </a:lnTo>
                  <a:lnTo>
                    <a:pt x="1163205" y="4084241"/>
                  </a:lnTo>
                  <a:lnTo>
                    <a:pt x="1163322" y="4084241"/>
                  </a:lnTo>
                  <a:lnTo>
                    <a:pt x="1163322" y="4083810"/>
                  </a:lnTo>
                  <a:lnTo>
                    <a:pt x="1163322" y="4083379"/>
                  </a:lnTo>
                  <a:lnTo>
                    <a:pt x="1163440" y="4083379"/>
                  </a:lnTo>
                  <a:lnTo>
                    <a:pt x="1163557" y="4083379"/>
                  </a:lnTo>
                  <a:lnTo>
                    <a:pt x="1163557" y="4082949"/>
                  </a:lnTo>
                  <a:lnTo>
                    <a:pt x="1163557" y="4082518"/>
                  </a:lnTo>
                  <a:lnTo>
                    <a:pt x="1163675" y="4082518"/>
                  </a:lnTo>
                  <a:lnTo>
                    <a:pt x="1163675" y="4082088"/>
                  </a:lnTo>
                  <a:lnTo>
                    <a:pt x="1163793" y="4082088"/>
                  </a:lnTo>
                  <a:lnTo>
                    <a:pt x="1163793" y="4081657"/>
                  </a:lnTo>
                  <a:lnTo>
                    <a:pt x="1163910" y="4081657"/>
                  </a:lnTo>
                  <a:lnTo>
                    <a:pt x="1163910" y="4081226"/>
                  </a:lnTo>
                  <a:lnTo>
                    <a:pt x="1164028" y="4081226"/>
                  </a:lnTo>
                  <a:lnTo>
                    <a:pt x="1164028" y="4080796"/>
                  </a:lnTo>
                  <a:lnTo>
                    <a:pt x="1164145" y="4080796"/>
                  </a:lnTo>
                  <a:lnTo>
                    <a:pt x="1164263" y="4080796"/>
                  </a:lnTo>
                  <a:lnTo>
                    <a:pt x="1164381" y="4080796"/>
                  </a:lnTo>
                  <a:lnTo>
                    <a:pt x="1164498" y="4080796"/>
                  </a:lnTo>
                  <a:lnTo>
                    <a:pt x="1164616" y="4080796"/>
                  </a:lnTo>
                  <a:lnTo>
                    <a:pt x="1164734" y="4080796"/>
                  </a:lnTo>
                  <a:lnTo>
                    <a:pt x="1164851" y="4080796"/>
                  </a:lnTo>
                  <a:lnTo>
                    <a:pt x="1164969" y="4080796"/>
                  </a:lnTo>
                  <a:lnTo>
                    <a:pt x="1164969" y="4080365"/>
                  </a:lnTo>
                  <a:lnTo>
                    <a:pt x="1165086" y="4080365"/>
                  </a:lnTo>
                  <a:lnTo>
                    <a:pt x="1165086" y="4079935"/>
                  </a:lnTo>
                  <a:lnTo>
                    <a:pt x="1165086" y="4079504"/>
                  </a:lnTo>
                  <a:lnTo>
                    <a:pt x="1165086" y="4079073"/>
                  </a:lnTo>
                  <a:lnTo>
                    <a:pt x="1165204" y="4079073"/>
                  </a:lnTo>
                  <a:lnTo>
                    <a:pt x="1165322" y="4079073"/>
                  </a:lnTo>
                  <a:lnTo>
                    <a:pt x="1165322" y="4078643"/>
                  </a:lnTo>
                  <a:lnTo>
                    <a:pt x="1165439" y="4078643"/>
                  </a:lnTo>
                  <a:lnTo>
                    <a:pt x="1165439" y="4078212"/>
                  </a:lnTo>
                  <a:lnTo>
                    <a:pt x="1165439" y="4077782"/>
                  </a:lnTo>
                  <a:lnTo>
                    <a:pt x="1165557" y="4077782"/>
                  </a:lnTo>
                  <a:lnTo>
                    <a:pt x="1165557" y="4077351"/>
                  </a:lnTo>
                  <a:lnTo>
                    <a:pt x="1165557" y="4076920"/>
                  </a:lnTo>
                  <a:lnTo>
                    <a:pt x="1165557" y="4076490"/>
                  </a:lnTo>
                  <a:lnTo>
                    <a:pt x="1165674" y="4076490"/>
                  </a:lnTo>
                  <a:lnTo>
                    <a:pt x="1165792" y="4076490"/>
                  </a:lnTo>
                  <a:lnTo>
                    <a:pt x="1165910" y="4076490"/>
                  </a:lnTo>
                  <a:lnTo>
                    <a:pt x="1165910" y="4076059"/>
                  </a:lnTo>
                  <a:lnTo>
                    <a:pt x="1166027" y="4076059"/>
                  </a:lnTo>
                  <a:lnTo>
                    <a:pt x="1166145" y="4076059"/>
                  </a:lnTo>
                  <a:lnTo>
                    <a:pt x="1166263" y="4076059"/>
                  </a:lnTo>
                  <a:lnTo>
                    <a:pt x="1166380" y="4076059"/>
                  </a:lnTo>
                  <a:lnTo>
                    <a:pt x="1166498" y="4076059"/>
                  </a:lnTo>
                  <a:lnTo>
                    <a:pt x="1166615" y="4076059"/>
                  </a:lnTo>
                  <a:lnTo>
                    <a:pt x="1166615" y="4075629"/>
                  </a:lnTo>
                  <a:lnTo>
                    <a:pt x="1166733" y="4075629"/>
                  </a:lnTo>
                  <a:lnTo>
                    <a:pt x="1166851" y="4075629"/>
                  </a:lnTo>
                  <a:lnTo>
                    <a:pt x="1166968" y="4075629"/>
                  </a:lnTo>
                  <a:lnTo>
                    <a:pt x="1166968" y="4075198"/>
                  </a:lnTo>
                  <a:lnTo>
                    <a:pt x="1167086" y="4075198"/>
                  </a:lnTo>
                  <a:lnTo>
                    <a:pt x="1167203" y="4075198"/>
                  </a:lnTo>
                  <a:lnTo>
                    <a:pt x="1167321" y="4075198"/>
                  </a:lnTo>
                  <a:lnTo>
                    <a:pt x="1167439" y="4075198"/>
                  </a:lnTo>
                  <a:lnTo>
                    <a:pt x="1167556" y="4075198"/>
                  </a:lnTo>
                  <a:lnTo>
                    <a:pt x="1167556" y="4074767"/>
                  </a:lnTo>
                  <a:lnTo>
                    <a:pt x="1167674" y="4074767"/>
                  </a:lnTo>
                  <a:lnTo>
                    <a:pt x="1167792" y="4074767"/>
                  </a:lnTo>
                  <a:lnTo>
                    <a:pt x="1167909" y="4074767"/>
                  </a:lnTo>
                  <a:lnTo>
                    <a:pt x="1168027" y="4074767"/>
                  </a:lnTo>
                  <a:lnTo>
                    <a:pt x="1168144" y="4074767"/>
                  </a:lnTo>
                  <a:lnTo>
                    <a:pt x="1168144" y="4074337"/>
                  </a:lnTo>
                  <a:lnTo>
                    <a:pt x="1168262" y="4074337"/>
                  </a:lnTo>
                  <a:lnTo>
                    <a:pt x="1168380" y="4074337"/>
                  </a:lnTo>
                  <a:lnTo>
                    <a:pt x="1168380" y="4073906"/>
                  </a:lnTo>
                  <a:lnTo>
                    <a:pt x="1168380" y="4073476"/>
                  </a:lnTo>
                  <a:lnTo>
                    <a:pt x="1168497" y="4073476"/>
                  </a:lnTo>
                  <a:lnTo>
                    <a:pt x="1168497" y="4073045"/>
                  </a:lnTo>
                  <a:lnTo>
                    <a:pt x="1168615" y="4073045"/>
                  </a:lnTo>
                  <a:lnTo>
                    <a:pt x="1168615" y="4072614"/>
                  </a:lnTo>
                  <a:lnTo>
                    <a:pt x="1168615" y="4072184"/>
                  </a:lnTo>
                  <a:lnTo>
                    <a:pt x="1168732" y="4072184"/>
                  </a:lnTo>
                  <a:lnTo>
                    <a:pt x="1168850" y="4072184"/>
                  </a:lnTo>
                  <a:lnTo>
                    <a:pt x="1168968" y="4072184"/>
                  </a:lnTo>
                  <a:lnTo>
                    <a:pt x="1169085" y="4072184"/>
                  </a:lnTo>
                  <a:lnTo>
                    <a:pt x="1169203" y="4072184"/>
                  </a:lnTo>
                  <a:lnTo>
                    <a:pt x="1169321" y="4072184"/>
                  </a:lnTo>
                  <a:lnTo>
                    <a:pt x="1169438" y="4072184"/>
                  </a:lnTo>
                  <a:lnTo>
                    <a:pt x="1169556" y="4072184"/>
                  </a:lnTo>
                  <a:lnTo>
                    <a:pt x="1169673" y="4072184"/>
                  </a:lnTo>
                  <a:lnTo>
                    <a:pt x="1169673" y="4071753"/>
                  </a:lnTo>
                  <a:lnTo>
                    <a:pt x="1169791" y="4071753"/>
                  </a:lnTo>
                  <a:lnTo>
                    <a:pt x="1169909" y="4071753"/>
                  </a:lnTo>
                  <a:lnTo>
                    <a:pt x="1169909" y="4071323"/>
                  </a:lnTo>
                  <a:lnTo>
                    <a:pt x="1170026" y="4071323"/>
                  </a:lnTo>
                  <a:lnTo>
                    <a:pt x="1170144" y="4071323"/>
                  </a:lnTo>
                  <a:lnTo>
                    <a:pt x="1170261" y="4071323"/>
                  </a:lnTo>
                  <a:lnTo>
                    <a:pt x="1170379" y="4071323"/>
                  </a:lnTo>
                  <a:lnTo>
                    <a:pt x="1170497" y="4071323"/>
                  </a:lnTo>
                  <a:lnTo>
                    <a:pt x="1170614" y="4071323"/>
                  </a:lnTo>
                  <a:lnTo>
                    <a:pt x="1170614" y="4070892"/>
                  </a:lnTo>
                  <a:lnTo>
                    <a:pt x="1170732" y="4070892"/>
                  </a:lnTo>
                  <a:lnTo>
                    <a:pt x="1170732" y="4070461"/>
                  </a:lnTo>
                  <a:lnTo>
                    <a:pt x="1170850" y="4070461"/>
                  </a:lnTo>
                  <a:lnTo>
                    <a:pt x="1170967" y="4070461"/>
                  </a:lnTo>
                  <a:lnTo>
                    <a:pt x="1171085" y="4070461"/>
                  </a:lnTo>
                  <a:lnTo>
                    <a:pt x="1171085" y="4070031"/>
                  </a:lnTo>
                  <a:lnTo>
                    <a:pt x="1171085" y="4069600"/>
                  </a:lnTo>
                  <a:lnTo>
                    <a:pt x="1171085" y="4069170"/>
                  </a:lnTo>
                  <a:lnTo>
                    <a:pt x="1171085" y="4068739"/>
                  </a:lnTo>
                  <a:lnTo>
                    <a:pt x="1171085" y="4068308"/>
                  </a:lnTo>
                  <a:lnTo>
                    <a:pt x="1171202" y="4068308"/>
                  </a:lnTo>
                  <a:lnTo>
                    <a:pt x="1171202" y="4067878"/>
                  </a:lnTo>
                  <a:lnTo>
                    <a:pt x="1171202" y="4067447"/>
                  </a:lnTo>
                  <a:lnTo>
                    <a:pt x="1171320" y="4067447"/>
                  </a:lnTo>
                  <a:lnTo>
                    <a:pt x="1171438" y="4067447"/>
                  </a:lnTo>
                  <a:lnTo>
                    <a:pt x="1171438" y="4067017"/>
                  </a:lnTo>
                  <a:lnTo>
                    <a:pt x="1171555" y="4067017"/>
                  </a:lnTo>
                  <a:lnTo>
                    <a:pt x="1171555" y="4066586"/>
                  </a:lnTo>
                  <a:lnTo>
                    <a:pt x="1171555" y="4066155"/>
                  </a:lnTo>
                  <a:lnTo>
                    <a:pt x="1171555" y="4065725"/>
                  </a:lnTo>
                  <a:lnTo>
                    <a:pt x="1171673" y="4065725"/>
                  </a:lnTo>
                  <a:lnTo>
                    <a:pt x="1171673" y="4065294"/>
                  </a:lnTo>
                  <a:lnTo>
                    <a:pt x="1171673" y="4064864"/>
                  </a:lnTo>
                  <a:lnTo>
                    <a:pt x="1171790" y="4064864"/>
                  </a:lnTo>
                  <a:lnTo>
                    <a:pt x="1171908" y="4064864"/>
                  </a:lnTo>
                  <a:lnTo>
                    <a:pt x="1171908" y="4064433"/>
                  </a:lnTo>
                  <a:lnTo>
                    <a:pt x="1172026" y="4064433"/>
                  </a:lnTo>
                  <a:lnTo>
                    <a:pt x="1172026" y="4064002"/>
                  </a:lnTo>
                  <a:lnTo>
                    <a:pt x="1172143" y="4064002"/>
                  </a:lnTo>
                  <a:lnTo>
                    <a:pt x="1172261" y="4064002"/>
                  </a:lnTo>
                  <a:lnTo>
                    <a:pt x="1172378" y="4064002"/>
                  </a:lnTo>
                  <a:lnTo>
                    <a:pt x="1172496" y="4064002"/>
                  </a:lnTo>
                  <a:lnTo>
                    <a:pt x="1172614" y="4064002"/>
                  </a:lnTo>
                  <a:lnTo>
                    <a:pt x="1172614" y="4063572"/>
                  </a:lnTo>
                  <a:lnTo>
                    <a:pt x="1172614" y="4063141"/>
                  </a:lnTo>
                  <a:lnTo>
                    <a:pt x="1172614" y="4062711"/>
                  </a:lnTo>
                  <a:lnTo>
                    <a:pt x="1172731" y="4062711"/>
                  </a:lnTo>
                  <a:lnTo>
                    <a:pt x="1172849" y="4062711"/>
                  </a:lnTo>
                  <a:lnTo>
                    <a:pt x="1172967" y="4062711"/>
                  </a:lnTo>
                  <a:lnTo>
                    <a:pt x="1172967" y="4062280"/>
                  </a:lnTo>
                  <a:lnTo>
                    <a:pt x="1173084" y="4062280"/>
                  </a:lnTo>
                  <a:lnTo>
                    <a:pt x="1173202" y="4062280"/>
                  </a:lnTo>
                  <a:lnTo>
                    <a:pt x="1173202" y="4061849"/>
                  </a:lnTo>
                  <a:lnTo>
                    <a:pt x="1173319" y="4061849"/>
                  </a:lnTo>
                  <a:lnTo>
                    <a:pt x="1173437" y="4061849"/>
                  </a:lnTo>
                  <a:lnTo>
                    <a:pt x="1173555" y="4061849"/>
                  </a:lnTo>
                  <a:lnTo>
                    <a:pt x="1173672" y="4061849"/>
                  </a:lnTo>
                  <a:lnTo>
                    <a:pt x="1173672" y="4061419"/>
                  </a:lnTo>
                  <a:lnTo>
                    <a:pt x="1173790" y="4061419"/>
                  </a:lnTo>
                  <a:lnTo>
                    <a:pt x="1173907" y="4061419"/>
                  </a:lnTo>
                  <a:lnTo>
                    <a:pt x="1174025" y="4061419"/>
                  </a:lnTo>
                  <a:lnTo>
                    <a:pt x="1174025" y="4060988"/>
                  </a:lnTo>
                  <a:lnTo>
                    <a:pt x="1174143" y="4060988"/>
                  </a:lnTo>
                  <a:lnTo>
                    <a:pt x="1174260" y="4060988"/>
                  </a:lnTo>
                  <a:lnTo>
                    <a:pt x="1174378" y="4060988"/>
                  </a:lnTo>
                  <a:lnTo>
                    <a:pt x="1174496" y="4060988"/>
                  </a:lnTo>
                  <a:lnTo>
                    <a:pt x="1174613" y="4060988"/>
                  </a:lnTo>
                  <a:lnTo>
                    <a:pt x="1174731" y="4060988"/>
                  </a:lnTo>
                  <a:lnTo>
                    <a:pt x="1174731" y="4060558"/>
                  </a:lnTo>
                  <a:lnTo>
                    <a:pt x="1174731" y="4060127"/>
                  </a:lnTo>
                  <a:lnTo>
                    <a:pt x="1174848" y="4060127"/>
                  </a:lnTo>
                  <a:lnTo>
                    <a:pt x="1174966" y="4060127"/>
                  </a:lnTo>
                  <a:lnTo>
                    <a:pt x="1175084" y="4060127"/>
                  </a:lnTo>
                  <a:lnTo>
                    <a:pt x="1175201" y="4060127"/>
                  </a:lnTo>
                  <a:lnTo>
                    <a:pt x="1175319" y="4060127"/>
                  </a:lnTo>
                  <a:lnTo>
                    <a:pt x="1175319" y="4059696"/>
                  </a:lnTo>
                  <a:lnTo>
                    <a:pt x="1175319" y="4059266"/>
                  </a:lnTo>
                  <a:lnTo>
                    <a:pt x="1175319" y="4058835"/>
                  </a:lnTo>
                  <a:lnTo>
                    <a:pt x="1175436" y="4058835"/>
                  </a:lnTo>
                  <a:lnTo>
                    <a:pt x="1175436" y="4058405"/>
                  </a:lnTo>
                  <a:lnTo>
                    <a:pt x="1175436" y="4057974"/>
                  </a:lnTo>
                  <a:lnTo>
                    <a:pt x="1175554" y="4057974"/>
                  </a:lnTo>
                  <a:lnTo>
                    <a:pt x="1175672" y="4057974"/>
                  </a:lnTo>
                  <a:lnTo>
                    <a:pt x="1175789" y="4057974"/>
                  </a:lnTo>
                  <a:lnTo>
                    <a:pt x="1175907" y="4057974"/>
                  </a:lnTo>
                  <a:lnTo>
                    <a:pt x="1176025" y="4057974"/>
                  </a:lnTo>
                  <a:lnTo>
                    <a:pt x="1176025" y="4057543"/>
                  </a:lnTo>
                  <a:lnTo>
                    <a:pt x="1176025" y="4057113"/>
                  </a:lnTo>
                  <a:lnTo>
                    <a:pt x="1176142" y="4057113"/>
                  </a:lnTo>
                  <a:lnTo>
                    <a:pt x="1176142" y="4056682"/>
                  </a:lnTo>
                  <a:lnTo>
                    <a:pt x="1176260" y="4056682"/>
                  </a:lnTo>
                  <a:lnTo>
                    <a:pt x="1176377" y="4056682"/>
                  </a:lnTo>
                  <a:lnTo>
                    <a:pt x="1176495" y="4056682"/>
                  </a:lnTo>
                  <a:lnTo>
                    <a:pt x="1176613" y="4056682"/>
                  </a:lnTo>
                  <a:lnTo>
                    <a:pt x="1176730" y="4056682"/>
                  </a:lnTo>
                  <a:lnTo>
                    <a:pt x="1176730" y="4056252"/>
                  </a:lnTo>
                  <a:lnTo>
                    <a:pt x="1176730" y="4055821"/>
                  </a:lnTo>
                  <a:lnTo>
                    <a:pt x="1176848" y="4055821"/>
                  </a:lnTo>
                  <a:lnTo>
                    <a:pt x="1176965" y="4055821"/>
                  </a:lnTo>
                  <a:lnTo>
                    <a:pt x="1177083" y="4055821"/>
                  </a:lnTo>
                  <a:lnTo>
                    <a:pt x="1177201" y="4055821"/>
                  </a:lnTo>
                  <a:lnTo>
                    <a:pt x="1177318" y="4055821"/>
                  </a:lnTo>
                  <a:lnTo>
                    <a:pt x="1177318" y="4055390"/>
                  </a:lnTo>
                  <a:lnTo>
                    <a:pt x="1177318" y="4054960"/>
                  </a:lnTo>
                  <a:lnTo>
                    <a:pt x="1177436" y="4054960"/>
                  </a:lnTo>
                  <a:lnTo>
                    <a:pt x="1177554" y="4054960"/>
                  </a:lnTo>
                  <a:lnTo>
                    <a:pt x="1177671" y="4054960"/>
                  </a:lnTo>
                  <a:lnTo>
                    <a:pt x="1177789" y="4054960"/>
                  </a:lnTo>
                  <a:lnTo>
                    <a:pt x="1177906" y="4054960"/>
                  </a:lnTo>
                  <a:lnTo>
                    <a:pt x="1178024" y="4054960"/>
                  </a:lnTo>
                  <a:lnTo>
                    <a:pt x="1178024" y="4054529"/>
                  </a:lnTo>
                  <a:lnTo>
                    <a:pt x="1178142" y="4054529"/>
                  </a:lnTo>
                  <a:lnTo>
                    <a:pt x="1178259" y="4054529"/>
                  </a:lnTo>
                  <a:lnTo>
                    <a:pt x="1178259" y="4054099"/>
                  </a:lnTo>
                  <a:lnTo>
                    <a:pt x="1178377" y="4054099"/>
                  </a:lnTo>
                  <a:lnTo>
                    <a:pt x="1178494" y="4054099"/>
                  </a:lnTo>
                  <a:lnTo>
                    <a:pt x="1178612" y="4054099"/>
                  </a:lnTo>
                  <a:lnTo>
                    <a:pt x="1178730" y="4054099"/>
                  </a:lnTo>
                  <a:lnTo>
                    <a:pt x="1178847" y="4054099"/>
                  </a:lnTo>
                  <a:lnTo>
                    <a:pt x="1178965" y="4054099"/>
                  </a:lnTo>
                  <a:lnTo>
                    <a:pt x="1178965" y="4053668"/>
                  </a:lnTo>
                  <a:lnTo>
                    <a:pt x="1179083" y="4053668"/>
                  </a:lnTo>
                  <a:lnTo>
                    <a:pt x="1179200" y="4053668"/>
                  </a:lnTo>
                  <a:lnTo>
                    <a:pt x="1179200" y="4053237"/>
                  </a:lnTo>
                  <a:lnTo>
                    <a:pt x="1179318" y="4053237"/>
                  </a:lnTo>
                  <a:lnTo>
                    <a:pt x="1179318" y="4052807"/>
                  </a:lnTo>
                  <a:lnTo>
                    <a:pt x="1179435" y="4052807"/>
                  </a:lnTo>
                  <a:lnTo>
                    <a:pt x="1179553" y="4052807"/>
                  </a:lnTo>
                  <a:lnTo>
                    <a:pt x="1179671" y="4052807"/>
                  </a:lnTo>
                  <a:lnTo>
                    <a:pt x="1179788" y="4052807"/>
                  </a:lnTo>
                  <a:lnTo>
                    <a:pt x="1179906" y="4052807"/>
                  </a:lnTo>
                  <a:lnTo>
                    <a:pt x="1179906" y="4052376"/>
                  </a:lnTo>
                  <a:lnTo>
                    <a:pt x="1180023" y="4052376"/>
                  </a:lnTo>
                  <a:lnTo>
                    <a:pt x="1180141" y="4052376"/>
                  </a:lnTo>
                  <a:lnTo>
                    <a:pt x="1180141" y="4051946"/>
                  </a:lnTo>
                  <a:lnTo>
                    <a:pt x="1180259" y="4051946"/>
                  </a:lnTo>
                  <a:lnTo>
                    <a:pt x="1180376" y="4051946"/>
                  </a:lnTo>
                  <a:lnTo>
                    <a:pt x="1180494" y="4051946"/>
                  </a:lnTo>
                  <a:lnTo>
                    <a:pt x="1180611" y="4051946"/>
                  </a:lnTo>
                  <a:lnTo>
                    <a:pt x="1180729" y="4051946"/>
                  </a:lnTo>
                  <a:lnTo>
                    <a:pt x="1180847" y="4051946"/>
                  </a:lnTo>
                  <a:lnTo>
                    <a:pt x="1180964" y="4051946"/>
                  </a:lnTo>
                  <a:lnTo>
                    <a:pt x="1180964" y="4051515"/>
                  </a:lnTo>
                  <a:lnTo>
                    <a:pt x="1181082" y="4051515"/>
                  </a:lnTo>
                  <a:lnTo>
                    <a:pt x="1181082" y="4051084"/>
                  </a:lnTo>
                  <a:lnTo>
                    <a:pt x="1181200" y="4051084"/>
                  </a:lnTo>
                  <a:lnTo>
                    <a:pt x="1181200" y="4050654"/>
                  </a:lnTo>
                  <a:lnTo>
                    <a:pt x="1181317" y="4050654"/>
                  </a:lnTo>
                  <a:lnTo>
                    <a:pt x="1181435" y="4050654"/>
                  </a:lnTo>
                  <a:lnTo>
                    <a:pt x="1181552" y="4050654"/>
                  </a:lnTo>
                  <a:lnTo>
                    <a:pt x="1181552" y="4050223"/>
                  </a:lnTo>
                  <a:lnTo>
                    <a:pt x="1181552" y="4049793"/>
                  </a:lnTo>
                  <a:lnTo>
                    <a:pt x="1181670" y="4049793"/>
                  </a:lnTo>
                  <a:lnTo>
                    <a:pt x="1181788" y="4049793"/>
                  </a:lnTo>
                  <a:lnTo>
                    <a:pt x="1181788" y="4049362"/>
                  </a:lnTo>
                  <a:lnTo>
                    <a:pt x="1181905" y="4049362"/>
                  </a:lnTo>
                  <a:lnTo>
                    <a:pt x="1182023" y="4049362"/>
                  </a:lnTo>
                  <a:lnTo>
                    <a:pt x="1182140" y="4049362"/>
                  </a:lnTo>
                  <a:lnTo>
                    <a:pt x="1182258" y="4049362"/>
                  </a:lnTo>
                  <a:lnTo>
                    <a:pt x="1182258" y="4048931"/>
                  </a:lnTo>
                  <a:lnTo>
                    <a:pt x="1182376" y="4048931"/>
                  </a:lnTo>
                  <a:lnTo>
                    <a:pt x="1182376" y="4048501"/>
                  </a:lnTo>
                  <a:lnTo>
                    <a:pt x="1182493" y="4048501"/>
                  </a:lnTo>
                  <a:lnTo>
                    <a:pt x="1182493" y="4048070"/>
                  </a:lnTo>
                  <a:lnTo>
                    <a:pt x="1182611" y="4048070"/>
                  </a:lnTo>
                  <a:lnTo>
                    <a:pt x="1182729" y="4048070"/>
                  </a:lnTo>
                  <a:lnTo>
                    <a:pt x="1182846" y="4048070"/>
                  </a:lnTo>
                  <a:lnTo>
                    <a:pt x="1182846" y="4047640"/>
                  </a:lnTo>
                  <a:lnTo>
                    <a:pt x="1182964" y="4047640"/>
                  </a:lnTo>
                  <a:lnTo>
                    <a:pt x="1182964" y="4047209"/>
                  </a:lnTo>
                  <a:lnTo>
                    <a:pt x="1183081" y="4047209"/>
                  </a:lnTo>
                  <a:lnTo>
                    <a:pt x="1183199" y="4047209"/>
                  </a:lnTo>
                  <a:lnTo>
                    <a:pt x="1183317" y="4047209"/>
                  </a:lnTo>
                  <a:lnTo>
                    <a:pt x="1183434" y="4047209"/>
                  </a:lnTo>
                  <a:lnTo>
                    <a:pt x="1183552" y="4047209"/>
                  </a:lnTo>
                  <a:lnTo>
                    <a:pt x="1183552" y="4046778"/>
                  </a:lnTo>
                  <a:lnTo>
                    <a:pt x="1183669" y="4046778"/>
                  </a:lnTo>
                  <a:lnTo>
                    <a:pt x="1183669" y="4046348"/>
                  </a:lnTo>
                  <a:lnTo>
                    <a:pt x="1183787" y="4046348"/>
                  </a:lnTo>
                  <a:lnTo>
                    <a:pt x="1183905" y="4046348"/>
                  </a:lnTo>
                  <a:lnTo>
                    <a:pt x="1184022" y="4046348"/>
                  </a:lnTo>
                  <a:lnTo>
                    <a:pt x="1184140" y="4046348"/>
                  </a:lnTo>
                  <a:lnTo>
                    <a:pt x="1184258" y="4046348"/>
                  </a:lnTo>
                  <a:lnTo>
                    <a:pt x="1184258" y="4045917"/>
                  </a:lnTo>
                  <a:lnTo>
                    <a:pt x="1184375" y="4045917"/>
                  </a:lnTo>
                  <a:lnTo>
                    <a:pt x="1184493" y="4045917"/>
                  </a:lnTo>
                  <a:lnTo>
                    <a:pt x="1184610" y="4045917"/>
                  </a:lnTo>
                  <a:lnTo>
                    <a:pt x="1184610" y="4045487"/>
                  </a:lnTo>
                  <a:lnTo>
                    <a:pt x="1184610" y="4045056"/>
                  </a:lnTo>
                  <a:lnTo>
                    <a:pt x="1184728" y="4045056"/>
                  </a:lnTo>
                  <a:lnTo>
                    <a:pt x="1184846" y="4045056"/>
                  </a:lnTo>
                  <a:lnTo>
                    <a:pt x="1184846" y="4044625"/>
                  </a:lnTo>
                  <a:lnTo>
                    <a:pt x="1184963" y="4044625"/>
                  </a:lnTo>
                  <a:lnTo>
                    <a:pt x="1185081" y="4044625"/>
                  </a:lnTo>
                  <a:lnTo>
                    <a:pt x="1185081" y="4044195"/>
                  </a:lnTo>
                  <a:lnTo>
                    <a:pt x="1185198" y="4044195"/>
                  </a:lnTo>
                  <a:lnTo>
                    <a:pt x="1185198" y="4043764"/>
                  </a:lnTo>
                  <a:lnTo>
                    <a:pt x="1185198" y="4043334"/>
                  </a:lnTo>
                  <a:lnTo>
                    <a:pt x="1185316" y="4043334"/>
                  </a:lnTo>
                  <a:lnTo>
                    <a:pt x="1185316" y="4042903"/>
                  </a:lnTo>
                  <a:lnTo>
                    <a:pt x="1185434" y="4042903"/>
                  </a:lnTo>
                  <a:lnTo>
                    <a:pt x="1185551" y="4042903"/>
                  </a:lnTo>
                  <a:lnTo>
                    <a:pt x="1185551" y="4042472"/>
                  </a:lnTo>
                  <a:lnTo>
                    <a:pt x="1185669" y="4042472"/>
                  </a:lnTo>
                  <a:lnTo>
                    <a:pt x="1185787" y="4042472"/>
                  </a:lnTo>
                  <a:lnTo>
                    <a:pt x="1185904" y="4042472"/>
                  </a:lnTo>
                  <a:lnTo>
                    <a:pt x="1186022" y="4042472"/>
                  </a:lnTo>
                  <a:lnTo>
                    <a:pt x="1186022" y="4042042"/>
                  </a:lnTo>
                  <a:lnTo>
                    <a:pt x="1186139" y="4042042"/>
                  </a:lnTo>
                  <a:lnTo>
                    <a:pt x="1186139" y="4041611"/>
                  </a:lnTo>
                  <a:lnTo>
                    <a:pt x="1186139" y="4041181"/>
                  </a:lnTo>
                  <a:lnTo>
                    <a:pt x="1186139" y="4040750"/>
                  </a:lnTo>
                  <a:lnTo>
                    <a:pt x="1186257" y="4040750"/>
                  </a:lnTo>
                  <a:lnTo>
                    <a:pt x="1186257" y="4040319"/>
                  </a:lnTo>
                  <a:lnTo>
                    <a:pt x="1186375" y="4040319"/>
                  </a:lnTo>
                  <a:lnTo>
                    <a:pt x="1186492" y="4040319"/>
                  </a:lnTo>
                  <a:lnTo>
                    <a:pt x="1186610" y="4040319"/>
                  </a:lnTo>
                  <a:lnTo>
                    <a:pt x="1186727" y="4040319"/>
                  </a:lnTo>
                  <a:lnTo>
                    <a:pt x="1186727" y="4039889"/>
                  </a:lnTo>
                  <a:lnTo>
                    <a:pt x="1186845" y="4039889"/>
                  </a:lnTo>
                  <a:lnTo>
                    <a:pt x="1186963" y="4039889"/>
                  </a:lnTo>
                  <a:lnTo>
                    <a:pt x="1187080" y="4039889"/>
                  </a:lnTo>
                  <a:lnTo>
                    <a:pt x="1187198" y="4039889"/>
                  </a:lnTo>
                  <a:lnTo>
                    <a:pt x="1187316" y="4039889"/>
                  </a:lnTo>
                  <a:lnTo>
                    <a:pt x="1187433" y="4039889"/>
                  </a:lnTo>
                  <a:lnTo>
                    <a:pt x="1187551" y="4039889"/>
                  </a:lnTo>
                  <a:lnTo>
                    <a:pt x="1187551" y="4039458"/>
                  </a:lnTo>
                  <a:lnTo>
                    <a:pt x="1187551" y="4039028"/>
                  </a:lnTo>
                  <a:lnTo>
                    <a:pt x="1187668" y="4039028"/>
                  </a:lnTo>
                  <a:lnTo>
                    <a:pt x="1187786" y="4039028"/>
                  </a:lnTo>
                  <a:lnTo>
                    <a:pt x="1187904" y="4039028"/>
                  </a:lnTo>
                  <a:lnTo>
                    <a:pt x="1188021" y="4039028"/>
                  </a:lnTo>
                  <a:lnTo>
                    <a:pt x="1188139" y="4039028"/>
                  </a:lnTo>
                  <a:lnTo>
                    <a:pt x="1188256" y="4039028"/>
                  </a:lnTo>
                  <a:lnTo>
                    <a:pt x="1188374" y="4039028"/>
                  </a:lnTo>
                  <a:lnTo>
                    <a:pt x="1188492" y="4039028"/>
                  </a:lnTo>
                  <a:lnTo>
                    <a:pt x="1188492" y="4038597"/>
                  </a:lnTo>
                  <a:lnTo>
                    <a:pt x="1188609" y="4038597"/>
                  </a:lnTo>
                  <a:lnTo>
                    <a:pt x="1188727" y="4038597"/>
                  </a:lnTo>
                  <a:lnTo>
                    <a:pt x="1188844" y="4038597"/>
                  </a:lnTo>
                  <a:lnTo>
                    <a:pt x="1188844" y="4038166"/>
                  </a:lnTo>
                  <a:lnTo>
                    <a:pt x="1188962" y="4038166"/>
                  </a:lnTo>
                  <a:lnTo>
                    <a:pt x="1189080" y="4038166"/>
                  </a:lnTo>
                  <a:lnTo>
                    <a:pt x="1189197" y="4038166"/>
                  </a:lnTo>
                  <a:lnTo>
                    <a:pt x="1189315" y="4038166"/>
                  </a:lnTo>
                  <a:lnTo>
                    <a:pt x="1189315" y="4037736"/>
                  </a:lnTo>
                  <a:lnTo>
                    <a:pt x="1189433" y="4037736"/>
                  </a:lnTo>
                  <a:lnTo>
                    <a:pt x="1189433" y="4037305"/>
                  </a:lnTo>
                  <a:lnTo>
                    <a:pt x="1189433" y="4036875"/>
                  </a:lnTo>
                  <a:lnTo>
                    <a:pt x="1189550" y="4036875"/>
                  </a:lnTo>
                  <a:lnTo>
                    <a:pt x="1189668" y="4036875"/>
                  </a:lnTo>
                  <a:lnTo>
                    <a:pt x="1189668" y="4036444"/>
                  </a:lnTo>
                  <a:lnTo>
                    <a:pt x="1189785" y="4036444"/>
                  </a:lnTo>
                  <a:lnTo>
                    <a:pt x="1189903" y="4036444"/>
                  </a:lnTo>
                  <a:lnTo>
                    <a:pt x="1190021" y="4036444"/>
                  </a:lnTo>
                  <a:lnTo>
                    <a:pt x="1190138" y="4036444"/>
                  </a:lnTo>
                  <a:lnTo>
                    <a:pt x="1190256" y="4036444"/>
                  </a:lnTo>
                  <a:lnTo>
                    <a:pt x="1190373" y="4036444"/>
                  </a:lnTo>
                  <a:lnTo>
                    <a:pt x="1190491" y="4036444"/>
                  </a:lnTo>
                  <a:lnTo>
                    <a:pt x="1190609" y="4036444"/>
                  </a:lnTo>
                  <a:lnTo>
                    <a:pt x="1190726" y="4036444"/>
                  </a:lnTo>
                  <a:lnTo>
                    <a:pt x="1190726" y="4036013"/>
                  </a:lnTo>
                  <a:lnTo>
                    <a:pt x="1190726" y="4035583"/>
                  </a:lnTo>
                  <a:lnTo>
                    <a:pt x="1190844" y="4035583"/>
                  </a:lnTo>
                  <a:lnTo>
                    <a:pt x="1190844" y="4035152"/>
                  </a:lnTo>
                  <a:lnTo>
                    <a:pt x="1190962" y="4035152"/>
                  </a:lnTo>
                  <a:lnTo>
                    <a:pt x="1191079" y="4035152"/>
                  </a:lnTo>
                  <a:lnTo>
                    <a:pt x="1191197" y="4035152"/>
                  </a:lnTo>
                  <a:lnTo>
                    <a:pt x="1191197" y="4034722"/>
                  </a:lnTo>
                  <a:lnTo>
                    <a:pt x="1191314" y="4034722"/>
                  </a:lnTo>
                  <a:lnTo>
                    <a:pt x="1191432" y="4034722"/>
                  </a:lnTo>
                  <a:lnTo>
                    <a:pt x="1191550" y="4034722"/>
                  </a:lnTo>
                  <a:lnTo>
                    <a:pt x="1191667" y="4034722"/>
                  </a:lnTo>
                  <a:lnTo>
                    <a:pt x="1191667" y="4034291"/>
                  </a:lnTo>
                  <a:lnTo>
                    <a:pt x="1191785" y="4034291"/>
                  </a:lnTo>
                  <a:lnTo>
                    <a:pt x="1191902" y="4034291"/>
                  </a:lnTo>
                  <a:lnTo>
                    <a:pt x="1192020" y="4034291"/>
                  </a:lnTo>
                  <a:lnTo>
                    <a:pt x="1192020" y="4033860"/>
                  </a:lnTo>
                  <a:lnTo>
                    <a:pt x="1192138" y="4033860"/>
                  </a:lnTo>
                  <a:lnTo>
                    <a:pt x="1192138" y="4033430"/>
                  </a:lnTo>
                  <a:lnTo>
                    <a:pt x="1192138" y="4032999"/>
                  </a:lnTo>
                  <a:lnTo>
                    <a:pt x="1192255" y="4032999"/>
                  </a:lnTo>
                  <a:lnTo>
                    <a:pt x="1192255" y="4032569"/>
                  </a:lnTo>
                  <a:lnTo>
                    <a:pt x="1192255" y="4032138"/>
                  </a:lnTo>
                  <a:lnTo>
                    <a:pt x="1192373" y="4032138"/>
                  </a:lnTo>
                  <a:lnTo>
                    <a:pt x="1192373" y="4031707"/>
                  </a:lnTo>
                  <a:lnTo>
                    <a:pt x="1192373" y="4031277"/>
                  </a:lnTo>
                  <a:lnTo>
                    <a:pt x="1192491" y="4031277"/>
                  </a:lnTo>
                  <a:lnTo>
                    <a:pt x="1192608" y="4031277"/>
                  </a:lnTo>
                  <a:lnTo>
                    <a:pt x="1192608" y="4030846"/>
                  </a:lnTo>
                  <a:lnTo>
                    <a:pt x="1192726" y="4030846"/>
                  </a:lnTo>
                  <a:lnTo>
                    <a:pt x="1192843" y="4030846"/>
                  </a:lnTo>
                  <a:lnTo>
                    <a:pt x="1192843" y="4030416"/>
                  </a:lnTo>
                  <a:lnTo>
                    <a:pt x="1192961" y="4030416"/>
                  </a:lnTo>
                  <a:lnTo>
                    <a:pt x="1193079" y="4030416"/>
                  </a:lnTo>
                  <a:lnTo>
                    <a:pt x="1193196" y="4030416"/>
                  </a:lnTo>
                  <a:lnTo>
                    <a:pt x="1193314" y="4030416"/>
                  </a:lnTo>
                  <a:lnTo>
                    <a:pt x="1193431" y="4030416"/>
                  </a:lnTo>
                  <a:lnTo>
                    <a:pt x="1193549" y="4030416"/>
                  </a:lnTo>
                  <a:lnTo>
                    <a:pt x="1193549" y="4029985"/>
                  </a:lnTo>
                  <a:lnTo>
                    <a:pt x="1193549" y="4029554"/>
                  </a:lnTo>
                  <a:lnTo>
                    <a:pt x="1193549" y="4029124"/>
                  </a:lnTo>
                  <a:lnTo>
                    <a:pt x="1193549" y="4028693"/>
                  </a:lnTo>
                  <a:lnTo>
                    <a:pt x="1193667" y="4028693"/>
                  </a:lnTo>
                  <a:lnTo>
                    <a:pt x="1193784" y="4028693"/>
                  </a:lnTo>
                  <a:lnTo>
                    <a:pt x="1193784" y="4028263"/>
                  </a:lnTo>
                  <a:lnTo>
                    <a:pt x="1193902" y="4028263"/>
                  </a:lnTo>
                  <a:lnTo>
                    <a:pt x="1194020" y="4028263"/>
                  </a:lnTo>
                  <a:lnTo>
                    <a:pt x="1194137" y="4028263"/>
                  </a:lnTo>
                  <a:lnTo>
                    <a:pt x="1194255" y="4028263"/>
                  </a:lnTo>
                  <a:lnTo>
                    <a:pt x="1194372" y="4028263"/>
                  </a:lnTo>
                  <a:lnTo>
                    <a:pt x="1194490" y="4028263"/>
                  </a:lnTo>
                  <a:lnTo>
                    <a:pt x="1194608" y="4028263"/>
                  </a:lnTo>
                  <a:lnTo>
                    <a:pt x="1194608" y="4027832"/>
                  </a:lnTo>
                  <a:lnTo>
                    <a:pt x="1194725" y="4027832"/>
                  </a:lnTo>
                  <a:lnTo>
                    <a:pt x="1194843" y="4027832"/>
                  </a:lnTo>
                  <a:lnTo>
                    <a:pt x="1194843" y="4027401"/>
                  </a:lnTo>
                  <a:lnTo>
                    <a:pt x="1194843" y="4026971"/>
                  </a:lnTo>
                  <a:lnTo>
                    <a:pt x="1194843" y="4026540"/>
                  </a:lnTo>
                  <a:lnTo>
                    <a:pt x="1194960" y="4026540"/>
                  </a:lnTo>
                  <a:lnTo>
                    <a:pt x="1195078" y="4026540"/>
                  </a:lnTo>
                  <a:lnTo>
                    <a:pt x="1195196" y="4026540"/>
                  </a:lnTo>
                  <a:lnTo>
                    <a:pt x="1195196" y="4026110"/>
                  </a:lnTo>
                  <a:lnTo>
                    <a:pt x="1195196" y="4025679"/>
                  </a:lnTo>
                  <a:lnTo>
                    <a:pt x="1195313" y="4025679"/>
                  </a:lnTo>
                  <a:lnTo>
                    <a:pt x="1195431" y="4025679"/>
                  </a:lnTo>
                  <a:lnTo>
                    <a:pt x="1195549" y="4025679"/>
                  </a:lnTo>
                  <a:lnTo>
                    <a:pt x="1195549" y="4025248"/>
                  </a:lnTo>
                  <a:lnTo>
                    <a:pt x="1195666" y="4025248"/>
                  </a:lnTo>
                  <a:lnTo>
                    <a:pt x="1195784" y="4025248"/>
                  </a:lnTo>
                  <a:lnTo>
                    <a:pt x="1195784" y="4024818"/>
                  </a:lnTo>
                  <a:lnTo>
                    <a:pt x="1195901" y="4024818"/>
                  </a:lnTo>
                  <a:lnTo>
                    <a:pt x="1196019" y="4024818"/>
                  </a:lnTo>
                  <a:lnTo>
                    <a:pt x="1196019" y="4024387"/>
                  </a:lnTo>
                  <a:lnTo>
                    <a:pt x="1196019" y="4023957"/>
                  </a:lnTo>
                  <a:lnTo>
                    <a:pt x="1196019" y="4023526"/>
                  </a:lnTo>
                  <a:lnTo>
                    <a:pt x="1196137" y="4023526"/>
                  </a:lnTo>
                  <a:lnTo>
                    <a:pt x="1196254" y="4023526"/>
                  </a:lnTo>
                  <a:lnTo>
                    <a:pt x="1196254" y="4023095"/>
                  </a:lnTo>
                  <a:lnTo>
                    <a:pt x="1196372" y="4023095"/>
                  </a:lnTo>
                  <a:lnTo>
                    <a:pt x="1196372" y="4022665"/>
                  </a:lnTo>
                  <a:lnTo>
                    <a:pt x="1196489" y="4022665"/>
                  </a:lnTo>
                  <a:lnTo>
                    <a:pt x="1196607" y="4022665"/>
                  </a:lnTo>
                  <a:lnTo>
                    <a:pt x="1196725" y="4022665"/>
                  </a:lnTo>
                  <a:lnTo>
                    <a:pt x="1196842" y="4022665"/>
                  </a:lnTo>
                  <a:lnTo>
                    <a:pt x="1196960" y="4022665"/>
                  </a:lnTo>
                  <a:lnTo>
                    <a:pt x="1196960" y="4022234"/>
                  </a:lnTo>
                  <a:lnTo>
                    <a:pt x="1196960" y="4021804"/>
                  </a:lnTo>
                  <a:lnTo>
                    <a:pt x="1196960" y="4021373"/>
                  </a:lnTo>
                  <a:lnTo>
                    <a:pt x="1197077" y="4021373"/>
                  </a:lnTo>
                  <a:lnTo>
                    <a:pt x="1197195" y="4021373"/>
                  </a:lnTo>
                  <a:lnTo>
                    <a:pt x="1197195" y="4020942"/>
                  </a:lnTo>
                  <a:lnTo>
                    <a:pt x="1197313" y="4020942"/>
                  </a:lnTo>
                  <a:lnTo>
                    <a:pt x="1197430" y="4020942"/>
                  </a:lnTo>
                  <a:lnTo>
                    <a:pt x="1197548" y="4020942"/>
                  </a:lnTo>
                  <a:lnTo>
                    <a:pt x="1197548" y="4020512"/>
                  </a:lnTo>
                  <a:lnTo>
                    <a:pt x="1197666" y="4020512"/>
                  </a:lnTo>
                  <a:lnTo>
                    <a:pt x="1197666" y="4020081"/>
                  </a:lnTo>
                  <a:lnTo>
                    <a:pt x="1197783" y="4020081"/>
                  </a:lnTo>
                  <a:lnTo>
                    <a:pt x="1197901" y="4020081"/>
                  </a:lnTo>
                  <a:lnTo>
                    <a:pt x="1197901" y="4019651"/>
                  </a:lnTo>
                  <a:lnTo>
                    <a:pt x="1198018" y="4019651"/>
                  </a:lnTo>
                  <a:lnTo>
                    <a:pt x="1198136" y="4019651"/>
                  </a:lnTo>
                  <a:lnTo>
                    <a:pt x="1198254" y="4019651"/>
                  </a:lnTo>
                  <a:lnTo>
                    <a:pt x="1198254" y="4019220"/>
                  </a:lnTo>
                  <a:lnTo>
                    <a:pt x="1198371" y="4019220"/>
                  </a:lnTo>
                  <a:lnTo>
                    <a:pt x="1198489" y="4019220"/>
                  </a:lnTo>
                  <a:lnTo>
                    <a:pt x="1198606" y="4019220"/>
                  </a:lnTo>
                  <a:lnTo>
                    <a:pt x="1198724" y="4019220"/>
                  </a:lnTo>
                  <a:lnTo>
                    <a:pt x="1198842" y="4019220"/>
                  </a:lnTo>
                  <a:lnTo>
                    <a:pt x="1198842" y="4018789"/>
                  </a:lnTo>
                  <a:lnTo>
                    <a:pt x="1198959" y="4018789"/>
                  </a:lnTo>
                  <a:lnTo>
                    <a:pt x="1199077" y="4018789"/>
                  </a:lnTo>
                  <a:lnTo>
                    <a:pt x="1199195" y="4018789"/>
                  </a:lnTo>
                  <a:lnTo>
                    <a:pt x="1199312" y="4018789"/>
                  </a:lnTo>
                  <a:lnTo>
                    <a:pt x="1199430" y="4018789"/>
                  </a:lnTo>
                  <a:lnTo>
                    <a:pt x="1199547" y="4018789"/>
                  </a:lnTo>
                  <a:lnTo>
                    <a:pt x="1199665" y="4018789"/>
                  </a:lnTo>
                  <a:lnTo>
                    <a:pt x="1199665" y="4018359"/>
                  </a:lnTo>
                  <a:lnTo>
                    <a:pt x="1199783" y="4018359"/>
                  </a:lnTo>
                  <a:lnTo>
                    <a:pt x="1199900" y="4018359"/>
                  </a:lnTo>
                  <a:lnTo>
                    <a:pt x="1199900" y="4017928"/>
                  </a:lnTo>
                  <a:lnTo>
                    <a:pt x="1200018" y="4017928"/>
                  </a:lnTo>
                  <a:lnTo>
                    <a:pt x="1200135" y="4017928"/>
                  </a:lnTo>
                  <a:lnTo>
                    <a:pt x="1200253" y="4017928"/>
                  </a:lnTo>
                  <a:lnTo>
                    <a:pt x="1200371" y="4017928"/>
                  </a:lnTo>
                  <a:lnTo>
                    <a:pt x="1200488" y="4017928"/>
                  </a:lnTo>
                  <a:lnTo>
                    <a:pt x="1200606" y="4017928"/>
                  </a:lnTo>
                  <a:lnTo>
                    <a:pt x="1200606" y="4017498"/>
                  </a:lnTo>
                  <a:lnTo>
                    <a:pt x="1200724" y="4017498"/>
                  </a:lnTo>
                  <a:lnTo>
                    <a:pt x="1200724" y="4017067"/>
                  </a:lnTo>
                  <a:lnTo>
                    <a:pt x="1200841" y="4017067"/>
                  </a:lnTo>
                  <a:lnTo>
                    <a:pt x="1200959" y="4017067"/>
                  </a:lnTo>
                  <a:lnTo>
                    <a:pt x="1201076" y="4017067"/>
                  </a:lnTo>
                  <a:lnTo>
                    <a:pt x="1201194" y="4017067"/>
                  </a:lnTo>
                  <a:lnTo>
                    <a:pt x="1201194" y="4016636"/>
                  </a:lnTo>
                  <a:lnTo>
                    <a:pt x="1201312" y="4016636"/>
                  </a:lnTo>
                  <a:lnTo>
                    <a:pt x="1201312" y="4016206"/>
                  </a:lnTo>
                  <a:lnTo>
                    <a:pt x="1201429" y="4016206"/>
                  </a:lnTo>
                  <a:lnTo>
                    <a:pt x="1201547" y="4016206"/>
                  </a:lnTo>
                  <a:lnTo>
                    <a:pt x="1201547" y="4015775"/>
                  </a:lnTo>
                  <a:lnTo>
                    <a:pt x="1201547" y="4015345"/>
                  </a:lnTo>
                  <a:lnTo>
                    <a:pt x="1201664" y="4015345"/>
                  </a:lnTo>
                  <a:lnTo>
                    <a:pt x="1201782" y="4015345"/>
                  </a:lnTo>
                  <a:lnTo>
                    <a:pt x="1201900" y="4015345"/>
                  </a:lnTo>
                  <a:lnTo>
                    <a:pt x="1202017" y="4015345"/>
                  </a:lnTo>
                  <a:lnTo>
                    <a:pt x="1202135" y="4015345"/>
                  </a:lnTo>
                  <a:lnTo>
                    <a:pt x="1202253" y="4015345"/>
                  </a:lnTo>
                  <a:lnTo>
                    <a:pt x="1202370" y="4015345"/>
                  </a:lnTo>
                  <a:lnTo>
                    <a:pt x="1202488" y="4015345"/>
                  </a:lnTo>
                  <a:lnTo>
                    <a:pt x="1202605" y="4015345"/>
                  </a:lnTo>
                  <a:lnTo>
                    <a:pt x="1202723" y="4015345"/>
                  </a:lnTo>
                  <a:lnTo>
                    <a:pt x="1202841" y="4015345"/>
                  </a:lnTo>
                  <a:lnTo>
                    <a:pt x="1202958" y="4015345"/>
                  </a:lnTo>
                  <a:lnTo>
                    <a:pt x="1202958" y="4014914"/>
                  </a:lnTo>
                  <a:lnTo>
                    <a:pt x="1202958" y="4014483"/>
                  </a:lnTo>
                  <a:lnTo>
                    <a:pt x="1202958" y="4014053"/>
                  </a:lnTo>
                  <a:lnTo>
                    <a:pt x="1203076" y="4014053"/>
                  </a:lnTo>
                  <a:lnTo>
                    <a:pt x="1203076" y="4013622"/>
                  </a:lnTo>
                  <a:lnTo>
                    <a:pt x="1203193" y="4013622"/>
                  </a:lnTo>
                  <a:lnTo>
                    <a:pt x="1203311" y="4013622"/>
                  </a:lnTo>
                  <a:lnTo>
                    <a:pt x="1203429" y="4013622"/>
                  </a:lnTo>
                  <a:lnTo>
                    <a:pt x="1203546" y="4013622"/>
                  </a:lnTo>
                  <a:lnTo>
                    <a:pt x="1203664" y="4013622"/>
                  </a:lnTo>
                  <a:lnTo>
                    <a:pt x="1203782" y="4013622"/>
                  </a:lnTo>
                  <a:lnTo>
                    <a:pt x="1203899" y="4013622"/>
                  </a:lnTo>
                  <a:lnTo>
                    <a:pt x="1204017" y="4013622"/>
                  </a:lnTo>
                  <a:lnTo>
                    <a:pt x="1204134" y="4013622"/>
                  </a:lnTo>
                  <a:lnTo>
                    <a:pt x="1204252" y="4013622"/>
                  </a:lnTo>
                  <a:lnTo>
                    <a:pt x="1204252" y="4013192"/>
                  </a:lnTo>
                  <a:lnTo>
                    <a:pt x="1204370" y="4013192"/>
                  </a:lnTo>
                  <a:lnTo>
                    <a:pt x="1204487" y="4013192"/>
                  </a:lnTo>
                  <a:lnTo>
                    <a:pt x="1204605" y="4013192"/>
                  </a:lnTo>
                  <a:lnTo>
                    <a:pt x="1204605" y="4012761"/>
                  </a:lnTo>
                  <a:lnTo>
                    <a:pt x="1204722" y="4012761"/>
                  </a:lnTo>
                  <a:lnTo>
                    <a:pt x="1204722" y="4012330"/>
                  </a:lnTo>
                  <a:lnTo>
                    <a:pt x="1204840" y="4012330"/>
                  </a:lnTo>
                  <a:lnTo>
                    <a:pt x="1204958" y="4012330"/>
                  </a:lnTo>
                  <a:lnTo>
                    <a:pt x="1205075" y="4012330"/>
                  </a:lnTo>
                  <a:lnTo>
                    <a:pt x="1205075" y="4011900"/>
                  </a:lnTo>
                  <a:lnTo>
                    <a:pt x="1205193" y="4011900"/>
                  </a:lnTo>
                  <a:lnTo>
                    <a:pt x="1205310" y="4011900"/>
                  </a:lnTo>
                  <a:lnTo>
                    <a:pt x="1205428" y="4011900"/>
                  </a:lnTo>
                  <a:lnTo>
                    <a:pt x="1205546" y="4011900"/>
                  </a:lnTo>
                  <a:lnTo>
                    <a:pt x="1205663" y="4011900"/>
                  </a:lnTo>
                  <a:lnTo>
                    <a:pt x="1205781" y="4011900"/>
                  </a:lnTo>
                  <a:lnTo>
                    <a:pt x="1205781" y="4011469"/>
                  </a:lnTo>
                  <a:lnTo>
                    <a:pt x="1205781" y="4011039"/>
                  </a:lnTo>
                  <a:lnTo>
                    <a:pt x="1205899" y="4011039"/>
                  </a:lnTo>
                  <a:lnTo>
                    <a:pt x="1206016" y="4011039"/>
                  </a:lnTo>
                  <a:lnTo>
                    <a:pt x="1206134" y="4011039"/>
                  </a:lnTo>
                  <a:lnTo>
                    <a:pt x="1206251" y="4011039"/>
                  </a:lnTo>
                  <a:lnTo>
                    <a:pt x="1206369" y="4011039"/>
                  </a:lnTo>
                  <a:lnTo>
                    <a:pt x="1206487" y="4011039"/>
                  </a:lnTo>
                  <a:lnTo>
                    <a:pt x="1206604" y="4011039"/>
                  </a:lnTo>
                  <a:lnTo>
                    <a:pt x="1206604" y="4010608"/>
                  </a:lnTo>
                  <a:lnTo>
                    <a:pt x="1206722" y="4010608"/>
                  </a:lnTo>
                  <a:lnTo>
                    <a:pt x="1206722" y="4010177"/>
                  </a:lnTo>
                  <a:lnTo>
                    <a:pt x="1206839" y="4010177"/>
                  </a:lnTo>
                  <a:lnTo>
                    <a:pt x="1206957" y="4010177"/>
                  </a:lnTo>
                  <a:lnTo>
                    <a:pt x="1207075" y="4010177"/>
                  </a:lnTo>
                  <a:lnTo>
                    <a:pt x="1207192" y="4010177"/>
                  </a:lnTo>
                  <a:lnTo>
                    <a:pt x="1207192" y="4009747"/>
                  </a:lnTo>
                  <a:lnTo>
                    <a:pt x="1207310" y="4009747"/>
                  </a:lnTo>
                  <a:lnTo>
                    <a:pt x="1207428" y="4009747"/>
                  </a:lnTo>
                  <a:lnTo>
                    <a:pt x="1207428" y="4009316"/>
                  </a:lnTo>
                  <a:lnTo>
                    <a:pt x="1207545" y="4009316"/>
                  </a:lnTo>
                  <a:lnTo>
                    <a:pt x="1207663" y="4009316"/>
                  </a:lnTo>
                  <a:lnTo>
                    <a:pt x="1207780" y="4009316"/>
                  </a:lnTo>
                  <a:lnTo>
                    <a:pt x="1207898" y="4009316"/>
                  </a:lnTo>
                  <a:lnTo>
                    <a:pt x="1208016" y="4009316"/>
                  </a:lnTo>
                  <a:lnTo>
                    <a:pt x="1208133" y="4009316"/>
                  </a:lnTo>
                  <a:lnTo>
                    <a:pt x="1208133" y="4008886"/>
                  </a:lnTo>
                  <a:lnTo>
                    <a:pt x="1208251" y="4008886"/>
                  </a:lnTo>
                  <a:lnTo>
                    <a:pt x="1208251" y="4008455"/>
                  </a:lnTo>
                  <a:lnTo>
                    <a:pt x="1208251" y="4008024"/>
                  </a:lnTo>
                  <a:lnTo>
                    <a:pt x="1208368" y="4008024"/>
                  </a:lnTo>
                  <a:lnTo>
                    <a:pt x="1208486" y="4008024"/>
                  </a:lnTo>
                  <a:lnTo>
                    <a:pt x="1208604" y="4008024"/>
                  </a:lnTo>
                  <a:lnTo>
                    <a:pt x="1208721" y="4008024"/>
                  </a:lnTo>
                  <a:lnTo>
                    <a:pt x="1208721" y="4007594"/>
                  </a:lnTo>
                  <a:lnTo>
                    <a:pt x="1208721" y="4007163"/>
                  </a:lnTo>
                  <a:lnTo>
                    <a:pt x="1208839" y="4007163"/>
                  </a:lnTo>
                  <a:lnTo>
                    <a:pt x="1208957" y="4007163"/>
                  </a:lnTo>
                  <a:lnTo>
                    <a:pt x="1208957" y="4006733"/>
                  </a:lnTo>
                  <a:lnTo>
                    <a:pt x="1208957" y="4006302"/>
                  </a:lnTo>
                  <a:lnTo>
                    <a:pt x="1209074" y="4006302"/>
                  </a:lnTo>
                  <a:lnTo>
                    <a:pt x="1209192" y="4006302"/>
                  </a:lnTo>
                  <a:lnTo>
                    <a:pt x="1209309" y="4006302"/>
                  </a:lnTo>
                  <a:lnTo>
                    <a:pt x="1209427" y="4006302"/>
                  </a:lnTo>
                  <a:lnTo>
                    <a:pt x="1209545" y="4006302"/>
                  </a:lnTo>
                  <a:lnTo>
                    <a:pt x="1209662" y="4006302"/>
                  </a:lnTo>
                  <a:lnTo>
                    <a:pt x="1209662" y="4005871"/>
                  </a:lnTo>
                  <a:lnTo>
                    <a:pt x="1209662" y="4005441"/>
                  </a:lnTo>
                  <a:lnTo>
                    <a:pt x="1209662" y="4005010"/>
                  </a:lnTo>
                  <a:lnTo>
                    <a:pt x="1209780" y="4005010"/>
                  </a:lnTo>
                  <a:lnTo>
                    <a:pt x="1209897" y="4005010"/>
                  </a:lnTo>
                  <a:lnTo>
                    <a:pt x="1210015" y="4005010"/>
                  </a:lnTo>
                  <a:lnTo>
                    <a:pt x="1210133" y="4005010"/>
                  </a:lnTo>
                  <a:lnTo>
                    <a:pt x="1210250" y="4005010"/>
                  </a:lnTo>
                  <a:lnTo>
                    <a:pt x="1210368" y="4005010"/>
                  </a:lnTo>
                  <a:lnTo>
                    <a:pt x="1210486" y="4005010"/>
                  </a:lnTo>
                  <a:lnTo>
                    <a:pt x="1210603" y="4005010"/>
                  </a:lnTo>
                  <a:lnTo>
                    <a:pt x="1210721" y="4005010"/>
                  </a:lnTo>
                  <a:lnTo>
                    <a:pt x="1210721" y="4004580"/>
                  </a:lnTo>
                  <a:lnTo>
                    <a:pt x="1210838" y="4004580"/>
                  </a:lnTo>
                  <a:lnTo>
                    <a:pt x="1210956" y="4004580"/>
                  </a:lnTo>
                  <a:lnTo>
                    <a:pt x="1210956" y="4004149"/>
                  </a:lnTo>
                  <a:lnTo>
                    <a:pt x="1211074" y="4004149"/>
                  </a:lnTo>
                  <a:lnTo>
                    <a:pt x="1211191" y="4004149"/>
                  </a:lnTo>
                  <a:lnTo>
                    <a:pt x="1211309" y="4004149"/>
                  </a:lnTo>
                  <a:lnTo>
                    <a:pt x="1211426" y="4004149"/>
                  </a:lnTo>
                  <a:lnTo>
                    <a:pt x="1211426" y="4003718"/>
                  </a:lnTo>
                  <a:lnTo>
                    <a:pt x="1211544" y="4003718"/>
                  </a:lnTo>
                  <a:lnTo>
                    <a:pt x="1211662" y="4003718"/>
                  </a:lnTo>
                  <a:lnTo>
                    <a:pt x="1211662" y="4003288"/>
                  </a:lnTo>
                  <a:lnTo>
                    <a:pt x="1211662" y="4002857"/>
                  </a:lnTo>
                  <a:lnTo>
                    <a:pt x="1211779" y="4002857"/>
                  </a:lnTo>
                  <a:lnTo>
                    <a:pt x="1211897" y="4002857"/>
                  </a:lnTo>
                  <a:lnTo>
                    <a:pt x="1212014" y="4002857"/>
                  </a:lnTo>
                  <a:lnTo>
                    <a:pt x="1212132" y="4002857"/>
                  </a:lnTo>
                  <a:lnTo>
                    <a:pt x="1212250" y="4002857"/>
                  </a:lnTo>
                  <a:lnTo>
                    <a:pt x="1212367" y="4002857"/>
                  </a:lnTo>
                  <a:lnTo>
                    <a:pt x="1212367" y="4002427"/>
                  </a:lnTo>
                  <a:lnTo>
                    <a:pt x="1212485" y="4002427"/>
                  </a:lnTo>
                  <a:lnTo>
                    <a:pt x="1212603" y="4002427"/>
                  </a:lnTo>
                  <a:lnTo>
                    <a:pt x="1212720" y="4002427"/>
                  </a:lnTo>
                  <a:lnTo>
                    <a:pt x="1212838" y="4002427"/>
                  </a:lnTo>
                  <a:lnTo>
                    <a:pt x="1212955" y="4002427"/>
                  </a:lnTo>
                  <a:lnTo>
                    <a:pt x="1213073" y="4002427"/>
                  </a:lnTo>
                  <a:lnTo>
                    <a:pt x="1213191" y="4002427"/>
                  </a:lnTo>
                  <a:lnTo>
                    <a:pt x="1213308" y="4002427"/>
                  </a:lnTo>
                  <a:lnTo>
                    <a:pt x="1213426" y="4002427"/>
                  </a:lnTo>
                  <a:lnTo>
                    <a:pt x="1213543" y="4002427"/>
                  </a:lnTo>
                  <a:lnTo>
                    <a:pt x="1213543" y="4001996"/>
                  </a:lnTo>
                  <a:lnTo>
                    <a:pt x="1213543" y="4001565"/>
                  </a:lnTo>
                  <a:lnTo>
                    <a:pt x="1213661" y="4001565"/>
                  </a:lnTo>
                  <a:lnTo>
                    <a:pt x="1213661" y="4001135"/>
                  </a:lnTo>
                  <a:lnTo>
                    <a:pt x="1213779" y="4001135"/>
                  </a:lnTo>
                  <a:lnTo>
                    <a:pt x="1213779" y="4000704"/>
                  </a:lnTo>
                  <a:lnTo>
                    <a:pt x="1213896" y="4000704"/>
                  </a:lnTo>
                  <a:lnTo>
                    <a:pt x="1213896" y="4000274"/>
                  </a:lnTo>
                  <a:lnTo>
                    <a:pt x="1214014" y="4000274"/>
                  </a:lnTo>
                  <a:lnTo>
                    <a:pt x="1214014" y="3999843"/>
                  </a:lnTo>
                  <a:lnTo>
                    <a:pt x="1214014" y="3999412"/>
                  </a:lnTo>
                  <a:lnTo>
                    <a:pt x="1214014" y="3998982"/>
                  </a:lnTo>
                  <a:lnTo>
                    <a:pt x="1214014" y="3998551"/>
                  </a:lnTo>
                  <a:lnTo>
                    <a:pt x="1214132" y="3998551"/>
                  </a:lnTo>
                  <a:lnTo>
                    <a:pt x="1214249" y="3998551"/>
                  </a:lnTo>
                  <a:lnTo>
                    <a:pt x="1214367" y="3998551"/>
                  </a:lnTo>
                  <a:lnTo>
                    <a:pt x="1214484" y="3998551"/>
                  </a:lnTo>
                  <a:lnTo>
                    <a:pt x="1214602" y="3998551"/>
                  </a:lnTo>
                  <a:lnTo>
                    <a:pt x="1214720" y="3998551"/>
                  </a:lnTo>
                  <a:lnTo>
                    <a:pt x="1214837" y="3998551"/>
                  </a:lnTo>
                  <a:lnTo>
                    <a:pt x="1214837" y="3998121"/>
                  </a:lnTo>
                  <a:lnTo>
                    <a:pt x="1214955" y="3998121"/>
                  </a:lnTo>
                  <a:lnTo>
                    <a:pt x="1214955" y="3997690"/>
                  </a:lnTo>
                  <a:lnTo>
                    <a:pt x="1214955" y="3997259"/>
                  </a:lnTo>
                  <a:lnTo>
                    <a:pt x="1215072" y="3997259"/>
                  </a:lnTo>
                  <a:lnTo>
                    <a:pt x="1215072" y="3996829"/>
                  </a:lnTo>
                  <a:lnTo>
                    <a:pt x="1215190" y="3996829"/>
                  </a:lnTo>
                  <a:lnTo>
                    <a:pt x="1215308" y="3996829"/>
                  </a:lnTo>
                  <a:lnTo>
                    <a:pt x="1215308" y="3996398"/>
                  </a:lnTo>
                  <a:lnTo>
                    <a:pt x="1215425" y="3996398"/>
                  </a:lnTo>
                  <a:lnTo>
                    <a:pt x="1215425" y="3995968"/>
                  </a:lnTo>
                  <a:lnTo>
                    <a:pt x="1215543" y="3995968"/>
                  </a:lnTo>
                  <a:lnTo>
                    <a:pt x="1215661" y="3995968"/>
                  </a:lnTo>
                  <a:lnTo>
                    <a:pt x="1215778" y="3995968"/>
                  </a:lnTo>
                  <a:lnTo>
                    <a:pt x="1215778" y="3995537"/>
                  </a:lnTo>
                  <a:lnTo>
                    <a:pt x="1215778" y="3995106"/>
                  </a:lnTo>
                  <a:lnTo>
                    <a:pt x="1215896" y="3995106"/>
                  </a:lnTo>
                  <a:lnTo>
                    <a:pt x="1215896" y="3994676"/>
                  </a:lnTo>
                  <a:lnTo>
                    <a:pt x="1215896" y="3994245"/>
                  </a:lnTo>
                  <a:lnTo>
                    <a:pt x="1216013" y="3994245"/>
                  </a:lnTo>
                  <a:lnTo>
                    <a:pt x="1216131" y="3994245"/>
                  </a:lnTo>
                  <a:lnTo>
                    <a:pt x="1216249" y="3994245"/>
                  </a:lnTo>
                  <a:lnTo>
                    <a:pt x="1216249" y="3993815"/>
                  </a:lnTo>
                  <a:lnTo>
                    <a:pt x="1216249" y="3993384"/>
                  </a:lnTo>
                  <a:lnTo>
                    <a:pt x="1216366" y="3993384"/>
                  </a:lnTo>
                  <a:lnTo>
                    <a:pt x="1216484" y="3993384"/>
                  </a:lnTo>
                  <a:lnTo>
                    <a:pt x="1216601" y="3993384"/>
                  </a:lnTo>
                  <a:lnTo>
                    <a:pt x="1216719" y="3993384"/>
                  </a:lnTo>
                  <a:lnTo>
                    <a:pt x="1216837" y="3993384"/>
                  </a:lnTo>
                  <a:lnTo>
                    <a:pt x="1216954" y="3993384"/>
                  </a:lnTo>
                  <a:lnTo>
                    <a:pt x="1217072" y="3993384"/>
                  </a:lnTo>
                  <a:lnTo>
                    <a:pt x="1217190" y="3993384"/>
                  </a:lnTo>
                  <a:lnTo>
                    <a:pt x="1217307" y="3993384"/>
                  </a:lnTo>
                  <a:lnTo>
                    <a:pt x="1217307" y="3992953"/>
                  </a:lnTo>
                  <a:lnTo>
                    <a:pt x="1217425" y="3992953"/>
                  </a:lnTo>
                  <a:lnTo>
                    <a:pt x="1217425" y="3992523"/>
                  </a:lnTo>
                  <a:lnTo>
                    <a:pt x="1217542" y="3992523"/>
                  </a:lnTo>
                  <a:lnTo>
                    <a:pt x="1217542" y="3992092"/>
                  </a:lnTo>
                  <a:lnTo>
                    <a:pt x="1217660" y="3992092"/>
                  </a:lnTo>
                  <a:lnTo>
                    <a:pt x="1217660" y="3991662"/>
                  </a:lnTo>
                  <a:lnTo>
                    <a:pt x="1217778" y="3991662"/>
                  </a:lnTo>
                  <a:lnTo>
                    <a:pt x="1217778" y="3991231"/>
                  </a:lnTo>
                  <a:lnTo>
                    <a:pt x="1217895" y="3991231"/>
                  </a:lnTo>
                  <a:lnTo>
                    <a:pt x="1217895" y="3990800"/>
                  </a:lnTo>
                  <a:lnTo>
                    <a:pt x="1218013" y="3990800"/>
                  </a:lnTo>
                  <a:lnTo>
                    <a:pt x="1218013" y="3990370"/>
                  </a:lnTo>
                  <a:lnTo>
                    <a:pt x="1218130" y="3990370"/>
                  </a:lnTo>
                  <a:lnTo>
                    <a:pt x="1218248" y="3990370"/>
                  </a:lnTo>
                  <a:lnTo>
                    <a:pt x="1218366" y="3990370"/>
                  </a:lnTo>
                  <a:lnTo>
                    <a:pt x="1218366" y="3989939"/>
                  </a:lnTo>
                  <a:lnTo>
                    <a:pt x="1218483" y="3989939"/>
                  </a:lnTo>
                  <a:lnTo>
                    <a:pt x="1218601" y="3989939"/>
                  </a:lnTo>
                  <a:lnTo>
                    <a:pt x="1218719" y="3989939"/>
                  </a:lnTo>
                  <a:lnTo>
                    <a:pt x="1218719" y="3989509"/>
                  </a:lnTo>
                  <a:lnTo>
                    <a:pt x="1218836" y="3989509"/>
                  </a:lnTo>
                  <a:lnTo>
                    <a:pt x="1218836" y="3989078"/>
                  </a:lnTo>
                  <a:lnTo>
                    <a:pt x="1218954" y="3989078"/>
                  </a:lnTo>
                  <a:lnTo>
                    <a:pt x="1218954" y="3988647"/>
                  </a:lnTo>
                  <a:lnTo>
                    <a:pt x="1219071" y="3988647"/>
                  </a:lnTo>
                  <a:lnTo>
                    <a:pt x="1219189" y="3988647"/>
                  </a:lnTo>
                  <a:lnTo>
                    <a:pt x="1219307" y="3988647"/>
                  </a:lnTo>
                  <a:lnTo>
                    <a:pt x="1219424" y="3988647"/>
                  </a:lnTo>
                  <a:lnTo>
                    <a:pt x="1219542" y="3988647"/>
                  </a:lnTo>
                  <a:lnTo>
                    <a:pt x="1219542" y="3988217"/>
                  </a:lnTo>
                  <a:lnTo>
                    <a:pt x="1219659" y="3988217"/>
                  </a:lnTo>
                  <a:lnTo>
                    <a:pt x="1219659" y="3987786"/>
                  </a:lnTo>
                  <a:lnTo>
                    <a:pt x="1219659" y="3987356"/>
                  </a:lnTo>
                  <a:lnTo>
                    <a:pt x="1219777" y="3987356"/>
                  </a:lnTo>
                  <a:lnTo>
                    <a:pt x="1219895" y="3987356"/>
                  </a:lnTo>
                  <a:lnTo>
                    <a:pt x="1219895" y="3986925"/>
                  </a:lnTo>
                  <a:lnTo>
                    <a:pt x="1219895" y="3986494"/>
                  </a:lnTo>
                  <a:lnTo>
                    <a:pt x="1219895" y="3986064"/>
                  </a:lnTo>
                  <a:lnTo>
                    <a:pt x="1220012" y="3986064"/>
                  </a:lnTo>
                  <a:lnTo>
                    <a:pt x="1220130" y="3986064"/>
                  </a:lnTo>
                  <a:lnTo>
                    <a:pt x="1220247" y="3986064"/>
                  </a:lnTo>
                  <a:lnTo>
                    <a:pt x="1220365" y="3986064"/>
                  </a:lnTo>
                  <a:lnTo>
                    <a:pt x="1220483" y="3986064"/>
                  </a:lnTo>
                  <a:lnTo>
                    <a:pt x="1220600" y="3986064"/>
                  </a:lnTo>
                  <a:lnTo>
                    <a:pt x="1220718" y="3986064"/>
                  </a:lnTo>
                  <a:lnTo>
                    <a:pt x="1220718" y="3985633"/>
                  </a:lnTo>
                  <a:lnTo>
                    <a:pt x="1220836" y="3985633"/>
                  </a:lnTo>
                  <a:lnTo>
                    <a:pt x="1220836" y="3985203"/>
                  </a:lnTo>
                  <a:lnTo>
                    <a:pt x="1220953" y="3985203"/>
                  </a:lnTo>
                  <a:lnTo>
                    <a:pt x="1220953" y="3984772"/>
                  </a:lnTo>
                  <a:lnTo>
                    <a:pt x="1221071" y="3984772"/>
                  </a:lnTo>
                  <a:lnTo>
                    <a:pt x="1221188" y="3984772"/>
                  </a:lnTo>
                  <a:lnTo>
                    <a:pt x="1221306" y="3984772"/>
                  </a:lnTo>
                  <a:lnTo>
                    <a:pt x="1221306" y="3984341"/>
                  </a:lnTo>
                  <a:lnTo>
                    <a:pt x="1221424" y="3984341"/>
                  </a:lnTo>
                  <a:lnTo>
                    <a:pt x="1221424" y="3983911"/>
                  </a:lnTo>
                  <a:lnTo>
                    <a:pt x="1221541" y="3983911"/>
                  </a:lnTo>
                  <a:lnTo>
                    <a:pt x="1221659" y="3983911"/>
                  </a:lnTo>
                  <a:lnTo>
                    <a:pt x="1221776" y="3983911"/>
                  </a:lnTo>
                  <a:lnTo>
                    <a:pt x="1221894" y="3983911"/>
                  </a:lnTo>
                  <a:lnTo>
                    <a:pt x="1222012" y="3983911"/>
                  </a:lnTo>
                  <a:lnTo>
                    <a:pt x="1222129" y="3983911"/>
                  </a:lnTo>
                  <a:lnTo>
                    <a:pt x="1222129" y="3983480"/>
                  </a:lnTo>
                  <a:lnTo>
                    <a:pt x="1222247" y="3983480"/>
                  </a:lnTo>
                  <a:lnTo>
                    <a:pt x="1222365" y="3983480"/>
                  </a:lnTo>
                  <a:lnTo>
                    <a:pt x="1222365" y="3983050"/>
                  </a:lnTo>
                  <a:lnTo>
                    <a:pt x="1222365" y="3982619"/>
                  </a:lnTo>
                  <a:lnTo>
                    <a:pt x="1222482" y="3982619"/>
                  </a:lnTo>
                  <a:lnTo>
                    <a:pt x="1222600" y="3982619"/>
                  </a:lnTo>
                  <a:lnTo>
                    <a:pt x="1222717" y="3982619"/>
                  </a:lnTo>
                  <a:lnTo>
                    <a:pt x="1222835" y="3982619"/>
                  </a:lnTo>
                  <a:lnTo>
                    <a:pt x="1222953" y="3982619"/>
                  </a:lnTo>
                  <a:lnTo>
                    <a:pt x="1223070" y="3982619"/>
                  </a:lnTo>
                  <a:lnTo>
                    <a:pt x="1223188" y="3982619"/>
                  </a:lnTo>
                  <a:lnTo>
                    <a:pt x="1223305" y="3982619"/>
                  </a:lnTo>
                  <a:lnTo>
                    <a:pt x="1223423" y="3982619"/>
                  </a:lnTo>
                  <a:lnTo>
                    <a:pt x="1223541" y="3982619"/>
                  </a:lnTo>
                  <a:lnTo>
                    <a:pt x="1223658" y="3982619"/>
                  </a:lnTo>
                  <a:lnTo>
                    <a:pt x="1223776" y="3982619"/>
                  </a:lnTo>
                  <a:lnTo>
                    <a:pt x="1223894" y="3982619"/>
                  </a:lnTo>
                  <a:lnTo>
                    <a:pt x="1224011" y="3982619"/>
                  </a:lnTo>
                  <a:lnTo>
                    <a:pt x="1224129" y="3982619"/>
                  </a:lnTo>
                  <a:lnTo>
                    <a:pt x="1224246" y="3982619"/>
                  </a:lnTo>
                  <a:lnTo>
                    <a:pt x="1224364" y="3982619"/>
                  </a:lnTo>
                  <a:lnTo>
                    <a:pt x="1224482" y="3982619"/>
                  </a:lnTo>
                  <a:lnTo>
                    <a:pt x="1224482" y="3982188"/>
                  </a:lnTo>
                  <a:lnTo>
                    <a:pt x="1224599" y="3982188"/>
                  </a:lnTo>
                  <a:lnTo>
                    <a:pt x="1224717" y="3982188"/>
                  </a:lnTo>
                  <a:lnTo>
                    <a:pt x="1224834" y="3982188"/>
                  </a:lnTo>
                  <a:lnTo>
                    <a:pt x="1224952" y="3982188"/>
                  </a:lnTo>
                  <a:lnTo>
                    <a:pt x="1225070" y="3982188"/>
                  </a:lnTo>
                  <a:lnTo>
                    <a:pt x="1225187" y="3982188"/>
                  </a:lnTo>
                  <a:lnTo>
                    <a:pt x="1225305" y="3982188"/>
                  </a:lnTo>
                  <a:lnTo>
                    <a:pt x="1225423" y="3982188"/>
                  </a:lnTo>
                  <a:lnTo>
                    <a:pt x="1225540" y="3982188"/>
                  </a:lnTo>
                  <a:lnTo>
                    <a:pt x="1225540" y="3981758"/>
                  </a:lnTo>
                  <a:lnTo>
                    <a:pt x="1225658" y="3981758"/>
                  </a:lnTo>
                  <a:lnTo>
                    <a:pt x="1225775" y="3981758"/>
                  </a:lnTo>
                  <a:lnTo>
                    <a:pt x="1225893" y="3981758"/>
                  </a:lnTo>
                  <a:lnTo>
                    <a:pt x="1226011" y="3981758"/>
                  </a:lnTo>
                  <a:lnTo>
                    <a:pt x="1226128" y="3981758"/>
                  </a:lnTo>
                  <a:lnTo>
                    <a:pt x="1226246" y="3981758"/>
                  </a:lnTo>
                  <a:lnTo>
                    <a:pt x="1226363" y="3981758"/>
                  </a:lnTo>
                  <a:lnTo>
                    <a:pt x="1226481" y="3981758"/>
                  </a:lnTo>
                  <a:lnTo>
                    <a:pt x="1226599" y="3981758"/>
                  </a:lnTo>
                  <a:lnTo>
                    <a:pt x="1226716" y="3981758"/>
                  </a:lnTo>
                  <a:lnTo>
                    <a:pt x="1226834" y="3981758"/>
                  </a:lnTo>
                  <a:lnTo>
                    <a:pt x="1226952" y="3981758"/>
                  </a:lnTo>
                  <a:lnTo>
                    <a:pt x="1227069" y="3981758"/>
                  </a:lnTo>
                  <a:lnTo>
                    <a:pt x="1227069" y="3981327"/>
                  </a:lnTo>
                  <a:lnTo>
                    <a:pt x="1227069" y="3980897"/>
                  </a:lnTo>
                  <a:lnTo>
                    <a:pt x="1227187" y="3980897"/>
                  </a:lnTo>
                  <a:lnTo>
                    <a:pt x="1227304" y="3980897"/>
                  </a:lnTo>
                  <a:lnTo>
                    <a:pt x="1227304" y="3980466"/>
                  </a:lnTo>
                  <a:lnTo>
                    <a:pt x="1227422" y="3980466"/>
                  </a:lnTo>
                  <a:lnTo>
                    <a:pt x="1227540" y="3980466"/>
                  </a:lnTo>
                  <a:lnTo>
                    <a:pt x="1227657" y="3980466"/>
                  </a:lnTo>
                  <a:lnTo>
                    <a:pt x="1227775" y="3980466"/>
                  </a:lnTo>
                  <a:lnTo>
                    <a:pt x="1227892" y="3980466"/>
                  </a:lnTo>
                  <a:lnTo>
                    <a:pt x="1227892" y="3980035"/>
                  </a:lnTo>
                  <a:lnTo>
                    <a:pt x="1228010" y="3980035"/>
                  </a:lnTo>
                  <a:lnTo>
                    <a:pt x="1228010" y="3979605"/>
                  </a:lnTo>
                  <a:lnTo>
                    <a:pt x="1228128" y="3979605"/>
                  </a:lnTo>
                  <a:lnTo>
                    <a:pt x="1228245" y="3979605"/>
                  </a:lnTo>
                  <a:lnTo>
                    <a:pt x="1228363" y="3979605"/>
                  </a:lnTo>
                  <a:lnTo>
                    <a:pt x="1228480" y="3979605"/>
                  </a:lnTo>
                  <a:lnTo>
                    <a:pt x="1228480" y="3979174"/>
                  </a:lnTo>
                  <a:lnTo>
                    <a:pt x="1228598" y="3979174"/>
                  </a:lnTo>
                  <a:lnTo>
                    <a:pt x="1228598" y="3978744"/>
                  </a:lnTo>
                  <a:lnTo>
                    <a:pt x="1228716" y="3978744"/>
                  </a:lnTo>
                  <a:lnTo>
                    <a:pt x="1228833" y="3978744"/>
                  </a:lnTo>
                  <a:lnTo>
                    <a:pt x="1228951" y="3978744"/>
                  </a:lnTo>
                  <a:lnTo>
                    <a:pt x="1229069" y="3978744"/>
                  </a:lnTo>
                  <a:lnTo>
                    <a:pt x="1229186" y="3978744"/>
                  </a:lnTo>
                  <a:lnTo>
                    <a:pt x="1229304" y="3978744"/>
                  </a:lnTo>
                  <a:lnTo>
                    <a:pt x="1229304" y="3978313"/>
                  </a:lnTo>
                  <a:lnTo>
                    <a:pt x="1229421" y="3978313"/>
                  </a:lnTo>
                  <a:lnTo>
                    <a:pt x="1229539" y="3978313"/>
                  </a:lnTo>
                  <a:lnTo>
                    <a:pt x="1229539" y="3977882"/>
                  </a:lnTo>
                  <a:lnTo>
                    <a:pt x="1229657" y="3977882"/>
                  </a:lnTo>
                  <a:lnTo>
                    <a:pt x="1229774" y="3977882"/>
                  </a:lnTo>
                  <a:lnTo>
                    <a:pt x="1229892" y="3977882"/>
                  </a:lnTo>
                  <a:lnTo>
                    <a:pt x="1230009" y="3977882"/>
                  </a:lnTo>
                  <a:lnTo>
                    <a:pt x="1230127" y="3977882"/>
                  </a:lnTo>
                  <a:lnTo>
                    <a:pt x="1230245" y="3977882"/>
                  </a:lnTo>
                  <a:lnTo>
                    <a:pt x="1230362" y="3977882"/>
                  </a:lnTo>
                  <a:lnTo>
                    <a:pt x="1230480" y="3977882"/>
                  </a:lnTo>
                  <a:lnTo>
                    <a:pt x="1230598" y="3977882"/>
                  </a:lnTo>
                  <a:lnTo>
                    <a:pt x="1230715" y="3977882"/>
                  </a:lnTo>
                  <a:lnTo>
                    <a:pt x="1230833" y="3977882"/>
                  </a:lnTo>
                  <a:lnTo>
                    <a:pt x="1230950" y="3977882"/>
                  </a:lnTo>
                  <a:lnTo>
                    <a:pt x="1231068" y="3977882"/>
                  </a:lnTo>
                  <a:lnTo>
                    <a:pt x="1231186" y="3977882"/>
                  </a:lnTo>
                  <a:lnTo>
                    <a:pt x="1231303" y="3977882"/>
                  </a:lnTo>
                  <a:lnTo>
                    <a:pt x="1231421" y="3977882"/>
                  </a:lnTo>
                  <a:lnTo>
                    <a:pt x="1231538" y="3977882"/>
                  </a:lnTo>
                  <a:lnTo>
                    <a:pt x="1231538" y="3977452"/>
                  </a:lnTo>
                  <a:lnTo>
                    <a:pt x="1231656" y="3977452"/>
                  </a:lnTo>
                  <a:lnTo>
                    <a:pt x="1231774" y="3977452"/>
                  </a:lnTo>
                  <a:lnTo>
                    <a:pt x="1231891" y="3977452"/>
                  </a:lnTo>
                  <a:lnTo>
                    <a:pt x="1232009" y="3977452"/>
                  </a:lnTo>
                  <a:lnTo>
                    <a:pt x="1232009" y="3977021"/>
                  </a:lnTo>
                  <a:lnTo>
                    <a:pt x="1232009" y="3976591"/>
                  </a:lnTo>
                  <a:lnTo>
                    <a:pt x="1232009" y="3976160"/>
                  </a:lnTo>
                  <a:lnTo>
                    <a:pt x="1232127" y="3976160"/>
                  </a:lnTo>
                  <a:lnTo>
                    <a:pt x="1232244" y="3976160"/>
                  </a:lnTo>
                  <a:lnTo>
                    <a:pt x="1232362" y="3976160"/>
                  </a:lnTo>
                  <a:lnTo>
                    <a:pt x="1232362" y="3975729"/>
                  </a:lnTo>
                  <a:lnTo>
                    <a:pt x="1232479" y="3975729"/>
                  </a:lnTo>
                  <a:lnTo>
                    <a:pt x="1232597" y="3975729"/>
                  </a:lnTo>
                  <a:lnTo>
                    <a:pt x="1232715" y="3975729"/>
                  </a:lnTo>
                  <a:lnTo>
                    <a:pt x="1232832" y="3975729"/>
                  </a:lnTo>
                  <a:lnTo>
                    <a:pt x="1232950" y="3975729"/>
                  </a:lnTo>
                  <a:lnTo>
                    <a:pt x="1233067" y="3975729"/>
                  </a:lnTo>
                  <a:lnTo>
                    <a:pt x="1233185" y="3975729"/>
                  </a:lnTo>
                  <a:lnTo>
                    <a:pt x="1233185" y="3975299"/>
                  </a:lnTo>
                  <a:lnTo>
                    <a:pt x="1233185" y="3974868"/>
                  </a:lnTo>
                  <a:lnTo>
                    <a:pt x="1233303" y="3974868"/>
                  </a:lnTo>
                  <a:lnTo>
                    <a:pt x="1233420" y="3974868"/>
                  </a:lnTo>
                  <a:lnTo>
                    <a:pt x="1233420" y="3974438"/>
                  </a:lnTo>
                  <a:lnTo>
                    <a:pt x="1233538" y="3974438"/>
                  </a:lnTo>
                  <a:lnTo>
                    <a:pt x="1233538" y="3974007"/>
                  </a:lnTo>
                  <a:lnTo>
                    <a:pt x="1233656" y="3974007"/>
                  </a:lnTo>
                  <a:lnTo>
                    <a:pt x="1233656" y="3973576"/>
                  </a:lnTo>
                  <a:lnTo>
                    <a:pt x="1233773" y="3973576"/>
                  </a:lnTo>
                  <a:lnTo>
                    <a:pt x="1233773" y="3973146"/>
                  </a:lnTo>
                  <a:lnTo>
                    <a:pt x="1233891" y="3973146"/>
                  </a:lnTo>
                  <a:lnTo>
                    <a:pt x="1233891" y="3972715"/>
                  </a:lnTo>
                  <a:lnTo>
                    <a:pt x="1233891" y="3972285"/>
                  </a:lnTo>
                  <a:lnTo>
                    <a:pt x="1233891" y="3971854"/>
                  </a:lnTo>
                  <a:lnTo>
                    <a:pt x="1234008" y="3971854"/>
                  </a:lnTo>
                  <a:lnTo>
                    <a:pt x="1234126" y="3971854"/>
                  </a:lnTo>
                  <a:lnTo>
                    <a:pt x="1234244" y="3971854"/>
                  </a:lnTo>
                  <a:lnTo>
                    <a:pt x="1234361" y="3971854"/>
                  </a:lnTo>
                  <a:lnTo>
                    <a:pt x="1234479" y="3971854"/>
                  </a:lnTo>
                  <a:lnTo>
                    <a:pt x="1234479" y="3971423"/>
                  </a:lnTo>
                  <a:lnTo>
                    <a:pt x="1234596" y="3971423"/>
                  </a:lnTo>
                  <a:lnTo>
                    <a:pt x="1234714" y="3971423"/>
                  </a:lnTo>
                  <a:lnTo>
                    <a:pt x="1234832" y="3971423"/>
                  </a:lnTo>
                  <a:lnTo>
                    <a:pt x="1234949" y="3971423"/>
                  </a:lnTo>
                  <a:lnTo>
                    <a:pt x="1234949" y="3970993"/>
                  </a:lnTo>
                  <a:lnTo>
                    <a:pt x="1235067" y="3970993"/>
                  </a:lnTo>
                  <a:lnTo>
                    <a:pt x="1235067" y="3970562"/>
                  </a:lnTo>
                  <a:lnTo>
                    <a:pt x="1235185" y="3970562"/>
                  </a:lnTo>
                  <a:lnTo>
                    <a:pt x="1235302" y="3970562"/>
                  </a:lnTo>
                  <a:lnTo>
                    <a:pt x="1235420" y="3970562"/>
                  </a:lnTo>
                  <a:lnTo>
                    <a:pt x="1235420" y="3970132"/>
                  </a:lnTo>
                  <a:lnTo>
                    <a:pt x="1235537" y="3970132"/>
                  </a:lnTo>
                  <a:lnTo>
                    <a:pt x="1235655" y="3970132"/>
                  </a:lnTo>
                  <a:lnTo>
                    <a:pt x="1235773" y="3970132"/>
                  </a:lnTo>
                  <a:lnTo>
                    <a:pt x="1235890" y="3970132"/>
                  </a:lnTo>
                  <a:lnTo>
                    <a:pt x="1236008" y="3970132"/>
                  </a:lnTo>
                  <a:lnTo>
                    <a:pt x="1236125" y="3970132"/>
                  </a:lnTo>
                  <a:lnTo>
                    <a:pt x="1236243" y="3970132"/>
                  </a:lnTo>
                  <a:lnTo>
                    <a:pt x="1236361" y="3970132"/>
                  </a:lnTo>
                  <a:lnTo>
                    <a:pt x="1236478" y="3970132"/>
                  </a:lnTo>
                  <a:lnTo>
                    <a:pt x="1236596" y="3970132"/>
                  </a:lnTo>
                  <a:lnTo>
                    <a:pt x="1236713" y="3970132"/>
                  </a:lnTo>
                  <a:lnTo>
                    <a:pt x="1236713" y="3969701"/>
                  </a:lnTo>
                  <a:lnTo>
                    <a:pt x="1236713" y="3969270"/>
                  </a:lnTo>
                  <a:lnTo>
                    <a:pt x="1236831" y="3969270"/>
                  </a:lnTo>
                  <a:lnTo>
                    <a:pt x="1236949" y="3969270"/>
                  </a:lnTo>
                  <a:lnTo>
                    <a:pt x="1236949" y="3968840"/>
                  </a:lnTo>
                  <a:lnTo>
                    <a:pt x="1236949" y="3968409"/>
                  </a:lnTo>
                  <a:lnTo>
                    <a:pt x="1237066" y="3968409"/>
                  </a:lnTo>
                  <a:lnTo>
                    <a:pt x="1237184" y="3968409"/>
                  </a:lnTo>
                  <a:lnTo>
                    <a:pt x="1237302" y="3968409"/>
                  </a:lnTo>
                  <a:lnTo>
                    <a:pt x="1237302" y="3967979"/>
                  </a:lnTo>
                  <a:lnTo>
                    <a:pt x="1237419" y="3967979"/>
                  </a:lnTo>
                  <a:lnTo>
                    <a:pt x="1237537" y="3967979"/>
                  </a:lnTo>
                  <a:lnTo>
                    <a:pt x="1237654" y="3967979"/>
                  </a:lnTo>
                  <a:lnTo>
                    <a:pt x="1237772" y="3967979"/>
                  </a:lnTo>
                  <a:lnTo>
                    <a:pt x="1237772" y="3967548"/>
                  </a:lnTo>
                  <a:lnTo>
                    <a:pt x="1237890" y="3967548"/>
                  </a:lnTo>
                  <a:lnTo>
                    <a:pt x="1237890" y="3967117"/>
                  </a:lnTo>
                  <a:lnTo>
                    <a:pt x="1238007" y="3967117"/>
                  </a:lnTo>
                  <a:lnTo>
                    <a:pt x="1238007" y="3966687"/>
                  </a:lnTo>
                  <a:lnTo>
                    <a:pt x="1238125" y="3966687"/>
                  </a:lnTo>
                  <a:lnTo>
                    <a:pt x="1238242" y="3966687"/>
                  </a:lnTo>
                  <a:lnTo>
                    <a:pt x="1238360" y="3966687"/>
                  </a:lnTo>
                  <a:lnTo>
                    <a:pt x="1238478" y="3966687"/>
                  </a:lnTo>
                  <a:lnTo>
                    <a:pt x="1238478" y="3966256"/>
                  </a:lnTo>
                  <a:lnTo>
                    <a:pt x="1238595" y="3966256"/>
                  </a:lnTo>
                  <a:lnTo>
                    <a:pt x="1238595" y="3965826"/>
                  </a:lnTo>
                  <a:lnTo>
                    <a:pt x="1238595" y="3965395"/>
                  </a:lnTo>
                  <a:lnTo>
                    <a:pt x="1238595" y="3964964"/>
                  </a:lnTo>
                  <a:lnTo>
                    <a:pt x="1238595" y="3964534"/>
                  </a:lnTo>
                  <a:lnTo>
                    <a:pt x="1238595" y="3964103"/>
                  </a:lnTo>
                  <a:lnTo>
                    <a:pt x="1238713" y="3964103"/>
                  </a:lnTo>
                  <a:lnTo>
                    <a:pt x="1238831" y="3964103"/>
                  </a:lnTo>
                  <a:lnTo>
                    <a:pt x="1238948" y="3964103"/>
                  </a:lnTo>
                  <a:lnTo>
                    <a:pt x="1238948" y="3963673"/>
                  </a:lnTo>
                  <a:lnTo>
                    <a:pt x="1239066" y="3963673"/>
                  </a:lnTo>
                  <a:lnTo>
                    <a:pt x="1239183" y="3963673"/>
                  </a:lnTo>
                  <a:lnTo>
                    <a:pt x="1239301" y="3963673"/>
                  </a:lnTo>
                  <a:lnTo>
                    <a:pt x="1239419" y="3963673"/>
                  </a:lnTo>
                  <a:lnTo>
                    <a:pt x="1239536" y="3963673"/>
                  </a:lnTo>
                  <a:lnTo>
                    <a:pt x="1239536" y="3963242"/>
                  </a:lnTo>
                  <a:lnTo>
                    <a:pt x="1239654" y="3963242"/>
                  </a:lnTo>
                  <a:lnTo>
                    <a:pt x="1239654" y="3962811"/>
                  </a:lnTo>
                  <a:lnTo>
                    <a:pt x="1239654" y="3962381"/>
                  </a:lnTo>
                  <a:lnTo>
                    <a:pt x="1239771" y="3962381"/>
                  </a:lnTo>
                  <a:lnTo>
                    <a:pt x="1239889" y="3962381"/>
                  </a:lnTo>
                  <a:lnTo>
                    <a:pt x="1240007" y="3962381"/>
                  </a:lnTo>
                  <a:lnTo>
                    <a:pt x="1240007" y="3961950"/>
                  </a:lnTo>
                  <a:lnTo>
                    <a:pt x="1240124" y="3961950"/>
                  </a:lnTo>
                  <a:lnTo>
                    <a:pt x="1240242" y="3961950"/>
                  </a:lnTo>
                  <a:lnTo>
                    <a:pt x="1240242" y="3961520"/>
                  </a:lnTo>
                  <a:lnTo>
                    <a:pt x="1240242" y="3961089"/>
                  </a:lnTo>
                  <a:lnTo>
                    <a:pt x="1240360" y="3961089"/>
                  </a:lnTo>
                  <a:lnTo>
                    <a:pt x="1240477" y="3961089"/>
                  </a:lnTo>
                  <a:lnTo>
                    <a:pt x="1240595" y="3961089"/>
                  </a:lnTo>
                  <a:lnTo>
                    <a:pt x="1240712" y="3961089"/>
                  </a:lnTo>
                  <a:lnTo>
                    <a:pt x="1240830" y="3961089"/>
                  </a:lnTo>
                  <a:lnTo>
                    <a:pt x="1240830" y="3960658"/>
                  </a:lnTo>
                  <a:lnTo>
                    <a:pt x="1240948" y="3960658"/>
                  </a:lnTo>
                  <a:lnTo>
                    <a:pt x="1240948" y="3960228"/>
                  </a:lnTo>
                  <a:lnTo>
                    <a:pt x="1241065" y="3960228"/>
                  </a:lnTo>
                  <a:lnTo>
                    <a:pt x="1241183" y="3960228"/>
                  </a:lnTo>
                  <a:lnTo>
                    <a:pt x="1241183" y="3959797"/>
                  </a:lnTo>
                  <a:lnTo>
                    <a:pt x="1241183" y="3959367"/>
                  </a:lnTo>
                  <a:lnTo>
                    <a:pt x="1241300" y="3959367"/>
                  </a:lnTo>
                  <a:lnTo>
                    <a:pt x="1241418" y="3959367"/>
                  </a:lnTo>
                  <a:lnTo>
                    <a:pt x="1241536" y="3959367"/>
                  </a:lnTo>
                  <a:lnTo>
                    <a:pt x="1241536" y="3958936"/>
                  </a:lnTo>
                  <a:lnTo>
                    <a:pt x="1241653" y="3958936"/>
                  </a:lnTo>
                  <a:lnTo>
                    <a:pt x="1241771" y="3958936"/>
                  </a:lnTo>
                  <a:lnTo>
                    <a:pt x="1241889" y="3958936"/>
                  </a:lnTo>
                  <a:lnTo>
                    <a:pt x="1242006" y="3958936"/>
                  </a:lnTo>
                  <a:lnTo>
                    <a:pt x="1242124" y="3958936"/>
                  </a:lnTo>
                  <a:lnTo>
                    <a:pt x="1242241" y="3958936"/>
                  </a:lnTo>
                  <a:lnTo>
                    <a:pt x="1242359" y="3958936"/>
                  </a:lnTo>
                  <a:lnTo>
                    <a:pt x="1242359" y="3958505"/>
                  </a:lnTo>
                  <a:lnTo>
                    <a:pt x="1242477" y="3958505"/>
                  </a:lnTo>
                  <a:lnTo>
                    <a:pt x="1242594" y="3958505"/>
                  </a:lnTo>
                  <a:lnTo>
                    <a:pt x="1242712" y="3958505"/>
                  </a:lnTo>
                  <a:lnTo>
                    <a:pt x="1242829" y="3958505"/>
                  </a:lnTo>
                  <a:lnTo>
                    <a:pt x="1242947" y="3958505"/>
                  </a:lnTo>
                  <a:lnTo>
                    <a:pt x="1243065" y="3958505"/>
                  </a:lnTo>
                  <a:lnTo>
                    <a:pt x="1243182" y="3958505"/>
                  </a:lnTo>
                  <a:lnTo>
                    <a:pt x="1243300" y="3958505"/>
                  </a:lnTo>
                  <a:lnTo>
                    <a:pt x="1243300" y="3958075"/>
                  </a:lnTo>
                  <a:lnTo>
                    <a:pt x="1243418" y="3958075"/>
                  </a:lnTo>
                  <a:lnTo>
                    <a:pt x="1243418" y="3957644"/>
                  </a:lnTo>
                  <a:lnTo>
                    <a:pt x="1243535" y="3957644"/>
                  </a:lnTo>
                  <a:lnTo>
                    <a:pt x="1243653" y="3957644"/>
                  </a:lnTo>
                  <a:lnTo>
                    <a:pt x="1243770" y="3957644"/>
                  </a:lnTo>
                  <a:lnTo>
                    <a:pt x="1243888" y="3957644"/>
                  </a:lnTo>
                  <a:lnTo>
                    <a:pt x="1244006" y="3957644"/>
                  </a:lnTo>
                  <a:lnTo>
                    <a:pt x="1244123" y="3957644"/>
                  </a:lnTo>
                  <a:lnTo>
                    <a:pt x="1244241" y="3957644"/>
                  </a:lnTo>
                  <a:lnTo>
                    <a:pt x="1244358" y="3957644"/>
                  </a:lnTo>
                  <a:lnTo>
                    <a:pt x="1244476" y="3957644"/>
                  </a:lnTo>
                  <a:lnTo>
                    <a:pt x="1244594" y="3957644"/>
                  </a:lnTo>
                  <a:lnTo>
                    <a:pt x="1244711" y="3957644"/>
                  </a:lnTo>
                  <a:lnTo>
                    <a:pt x="1244829" y="3957644"/>
                  </a:lnTo>
                  <a:lnTo>
                    <a:pt x="1244829" y="3957214"/>
                  </a:lnTo>
                  <a:lnTo>
                    <a:pt x="1244946" y="3957214"/>
                  </a:lnTo>
                  <a:lnTo>
                    <a:pt x="1244946" y="3956783"/>
                  </a:lnTo>
                  <a:lnTo>
                    <a:pt x="1244946" y="3956352"/>
                  </a:lnTo>
                  <a:lnTo>
                    <a:pt x="1245064" y="3956352"/>
                  </a:lnTo>
                  <a:lnTo>
                    <a:pt x="1245064" y="3955922"/>
                  </a:lnTo>
                  <a:lnTo>
                    <a:pt x="1245064" y="3955491"/>
                  </a:lnTo>
                  <a:lnTo>
                    <a:pt x="1245064" y="3955061"/>
                  </a:lnTo>
                  <a:lnTo>
                    <a:pt x="1245182" y="3955061"/>
                  </a:lnTo>
                  <a:lnTo>
                    <a:pt x="1245299" y="3955061"/>
                  </a:lnTo>
                  <a:lnTo>
                    <a:pt x="1245417" y="3955061"/>
                  </a:lnTo>
                  <a:lnTo>
                    <a:pt x="1245417" y="3954630"/>
                  </a:lnTo>
                  <a:lnTo>
                    <a:pt x="1245535" y="3954630"/>
                  </a:lnTo>
                  <a:lnTo>
                    <a:pt x="1245652" y="3954630"/>
                  </a:lnTo>
                  <a:lnTo>
                    <a:pt x="1245770" y="3954630"/>
                  </a:lnTo>
                  <a:lnTo>
                    <a:pt x="1245887" y="3954630"/>
                  </a:lnTo>
                  <a:lnTo>
                    <a:pt x="1246005" y="3954630"/>
                  </a:lnTo>
                  <a:lnTo>
                    <a:pt x="1246123" y="3954630"/>
                  </a:lnTo>
                  <a:lnTo>
                    <a:pt x="1246123" y="3954199"/>
                  </a:lnTo>
                  <a:lnTo>
                    <a:pt x="1246240" y="3954199"/>
                  </a:lnTo>
                  <a:lnTo>
                    <a:pt x="1246240" y="3953769"/>
                  </a:lnTo>
                  <a:lnTo>
                    <a:pt x="1246240" y="3953338"/>
                  </a:lnTo>
                  <a:lnTo>
                    <a:pt x="1246358" y="3953338"/>
                  </a:lnTo>
                  <a:lnTo>
                    <a:pt x="1246475" y="3953338"/>
                  </a:lnTo>
                  <a:lnTo>
                    <a:pt x="1246593" y="3953338"/>
                  </a:lnTo>
                  <a:lnTo>
                    <a:pt x="1246711" y="3953338"/>
                  </a:lnTo>
                  <a:lnTo>
                    <a:pt x="1246828" y="3953338"/>
                  </a:lnTo>
                  <a:lnTo>
                    <a:pt x="1246946" y="3953338"/>
                  </a:lnTo>
                  <a:lnTo>
                    <a:pt x="1247064" y="3953338"/>
                  </a:lnTo>
                  <a:lnTo>
                    <a:pt x="1247064" y="3952908"/>
                  </a:lnTo>
                  <a:lnTo>
                    <a:pt x="1247181" y="3952908"/>
                  </a:lnTo>
                  <a:lnTo>
                    <a:pt x="1247299" y="3952908"/>
                  </a:lnTo>
                  <a:lnTo>
                    <a:pt x="1247416" y="3952908"/>
                  </a:lnTo>
                  <a:lnTo>
                    <a:pt x="1247416" y="3952477"/>
                  </a:lnTo>
                  <a:lnTo>
                    <a:pt x="1247416" y="3952046"/>
                  </a:lnTo>
                  <a:lnTo>
                    <a:pt x="1247416" y="3951616"/>
                  </a:lnTo>
                  <a:lnTo>
                    <a:pt x="1247534" y="3951616"/>
                  </a:lnTo>
                  <a:lnTo>
                    <a:pt x="1247652" y="3951616"/>
                  </a:lnTo>
                  <a:lnTo>
                    <a:pt x="1247769" y="3951616"/>
                  </a:lnTo>
                  <a:lnTo>
                    <a:pt x="1247887" y="3951616"/>
                  </a:lnTo>
                  <a:lnTo>
                    <a:pt x="1248004" y="3951616"/>
                  </a:lnTo>
                  <a:lnTo>
                    <a:pt x="1248004" y="3951185"/>
                  </a:lnTo>
                  <a:lnTo>
                    <a:pt x="1248122" y="3951185"/>
                  </a:lnTo>
                  <a:lnTo>
                    <a:pt x="1248240" y="3951185"/>
                  </a:lnTo>
                  <a:lnTo>
                    <a:pt x="1248357" y="3951185"/>
                  </a:lnTo>
                  <a:lnTo>
                    <a:pt x="1248475" y="3951185"/>
                  </a:lnTo>
                  <a:lnTo>
                    <a:pt x="1248593" y="3951185"/>
                  </a:lnTo>
                  <a:lnTo>
                    <a:pt x="1248593" y="3950755"/>
                  </a:lnTo>
                  <a:lnTo>
                    <a:pt x="1248710" y="3950755"/>
                  </a:lnTo>
                  <a:lnTo>
                    <a:pt x="1248710" y="3950324"/>
                  </a:lnTo>
                  <a:lnTo>
                    <a:pt x="1248828" y="3950324"/>
                  </a:lnTo>
                  <a:lnTo>
                    <a:pt x="1248945" y="3950324"/>
                  </a:lnTo>
                  <a:lnTo>
                    <a:pt x="1248945" y="3949893"/>
                  </a:lnTo>
                  <a:lnTo>
                    <a:pt x="1248945" y="3949463"/>
                  </a:lnTo>
                  <a:lnTo>
                    <a:pt x="1249063" y="3949463"/>
                  </a:lnTo>
                  <a:lnTo>
                    <a:pt x="1249181" y="3949463"/>
                  </a:lnTo>
                  <a:lnTo>
                    <a:pt x="1249181" y="3949032"/>
                  </a:lnTo>
                  <a:lnTo>
                    <a:pt x="1249298" y="3949032"/>
                  </a:lnTo>
                  <a:lnTo>
                    <a:pt x="1249416" y="3949032"/>
                  </a:lnTo>
                  <a:lnTo>
                    <a:pt x="1249533" y="3949032"/>
                  </a:lnTo>
                  <a:lnTo>
                    <a:pt x="1249651" y="3949032"/>
                  </a:lnTo>
                  <a:lnTo>
                    <a:pt x="1249769" y="3949032"/>
                  </a:lnTo>
                  <a:lnTo>
                    <a:pt x="1249886" y="3949032"/>
                  </a:lnTo>
                  <a:lnTo>
                    <a:pt x="1250004" y="3949032"/>
                  </a:lnTo>
                  <a:lnTo>
                    <a:pt x="1250004" y="3948602"/>
                  </a:lnTo>
                  <a:lnTo>
                    <a:pt x="1250122" y="3948602"/>
                  </a:lnTo>
                  <a:lnTo>
                    <a:pt x="1250239" y="3948602"/>
                  </a:lnTo>
                  <a:lnTo>
                    <a:pt x="1250239" y="3948171"/>
                  </a:lnTo>
                  <a:lnTo>
                    <a:pt x="1250239" y="3947740"/>
                  </a:lnTo>
                  <a:lnTo>
                    <a:pt x="1250239" y="3947310"/>
                  </a:lnTo>
                  <a:lnTo>
                    <a:pt x="1250357" y="3947310"/>
                  </a:lnTo>
                  <a:lnTo>
                    <a:pt x="1250474" y="3947310"/>
                  </a:lnTo>
                  <a:lnTo>
                    <a:pt x="1250592" y="3947310"/>
                  </a:lnTo>
                  <a:lnTo>
                    <a:pt x="1250710" y="3947310"/>
                  </a:lnTo>
                  <a:lnTo>
                    <a:pt x="1250710" y="3946879"/>
                  </a:lnTo>
                  <a:lnTo>
                    <a:pt x="1250827" y="3946879"/>
                  </a:lnTo>
                  <a:lnTo>
                    <a:pt x="1250945" y="3946879"/>
                  </a:lnTo>
                  <a:lnTo>
                    <a:pt x="1251062" y="3946879"/>
                  </a:lnTo>
                  <a:lnTo>
                    <a:pt x="1251180" y="3946879"/>
                  </a:lnTo>
                  <a:lnTo>
                    <a:pt x="1251180" y="3946449"/>
                  </a:lnTo>
                  <a:lnTo>
                    <a:pt x="1251298" y="3946449"/>
                  </a:lnTo>
                  <a:lnTo>
                    <a:pt x="1251298" y="3946018"/>
                  </a:lnTo>
                  <a:lnTo>
                    <a:pt x="1251298" y="3945587"/>
                  </a:lnTo>
                  <a:lnTo>
                    <a:pt x="1251298" y="3945157"/>
                  </a:lnTo>
                  <a:lnTo>
                    <a:pt x="1251415" y="3945157"/>
                  </a:lnTo>
                  <a:lnTo>
                    <a:pt x="1251415" y="3944726"/>
                  </a:lnTo>
                  <a:lnTo>
                    <a:pt x="1251533" y="3944726"/>
                  </a:lnTo>
                  <a:lnTo>
                    <a:pt x="1251651" y="3944726"/>
                  </a:lnTo>
                  <a:lnTo>
                    <a:pt x="1251768" y="3944726"/>
                  </a:lnTo>
                  <a:lnTo>
                    <a:pt x="1251886" y="3944726"/>
                  </a:lnTo>
                  <a:lnTo>
                    <a:pt x="1252003" y="3944726"/>
                  </a:lnTo>
                  <a:lnTo>
                    <a:pt x="1252121" y="3944726"/>
                  </a:lnTo>
                  <a:lnTo>
                    <a:pt x="1252239" y="3944726"/>
                  </a:lnTo>
                  <a:lnTo>
                    <a:pt x="1252239" y="3944296"/>
                  </a:lnTo>
                  <a:lnTo>
                    <a:pt x="1252239" y="3943865"/>
                  </a:lnTo>
                  <a:lnTo>
                    <a:pt x="1252356" y="3943865"/>
                  </a:lnTo>
                  <a:lnTo>
                    <a:pt x="1252474" y="3943865"/>
                  </a:lnTo>
                  <a:lnTo>
                    <a:pt x="1252591" y="3943865"/>
                  </a:lnTo>
                  <a:lnTo>
                    <a:pt x="1252709" y="3943865"/>
                  </a:lnTo>
                  <a:lnTo>
                    <a:pt x="1252827" y="3943865"/>
                  </a:lnTo>
                  <a:lnTo>
                    <a:pt x="1252944" y="3943865"/>
                  </a:lnTo>
                  <a:lnTo>
                    <a:pt x="1253062" y="3943865"/>
                  </a:lnTo>
                  <a:lnTo>
                    <a:pt x="1253179" y="3943865"/>
                  </a:lnTo>
                  <a:lnTo>
                    <a:pt x="1253297" y="3943865"/>
                  </a:lnTo>
                  <a:lnTo>
                    <a:pt x="1253415" y="3943865"/>
                  </a:lnTo>
                  <a:lnTo>
                    <a:pt x="1253415" y="3943434"/>
                  </a:lnTo>
                  <a:lnTo>
                    <a:pt x="1253415" y="3943004"/>
                  </a:lnTo>
                  <a:lnTo>
                    <a:pt x="1253532" y="3943004"/>
                  </a:lnTo>
                  <a:lnTo>
                    <a:pt x="1253650" y="3943004"/>
                  </a:lnTo>
                  <a:lnTo>
                    <a:pt x="1253768" y="3943004"/>
                  </a:lnTo>
                  <a:lnTo>
                    <a:pt x="1253768" y="3942573"/>
                  </a:lnTo>
                  <a:lnTo>
                    <a:pt x="1253885" y="3942573"/>
                  </a:lnTo>
                  <a:lnTo>
                    <a:pt x="1253885" y="3942143"/>
                  </a:lnTo>
                  <a:lnTo>
                    <a:pt x="1254003" y="3942143"/>
                  </a:lnTo>
                  <a:lnTo>
                    <a:pt x="1254120" y="3942143"/>
                  </a:lnTo>
                  <a:lnTo>
                    <a:pt x="1254238" y="3942143"/>
                  </a:lnTo>
                  <a:lnTo>
                    <a:pt x="1254238" y="3941712"/>
                  </a:lnTo>
                  <a:lnTo>
                    <a:pt x="1254356" y="3941712"/>
                  </a:lnTo>
                  <a:lnTo>
                    <a:pt x="1254473" y="3941712"/>
                  </a:lnTo>
                  <a:lnTo>
                    <a:pt x="1254591" y="3941712"/>
                  </a:lnTo>
                  <a:lnTo>
                    <a:pt x="1254708" y="3941712"/>
                  </a:lnTo>
                  <a:lnTo>
                    <a:pt x="1254708" y="3941281"/>
                  </a:lnTo>
                  <a:lnTo>
                    <a:pt x="1254826" y="3941281"/>
                  </a:lnTo>
                  <a:lnTo>
                    <a:pt x="1254826" y="3940851"/>
                  </a:lnTo>
                  <a:lnTo>
                    <a:pt x="1254944" y="3940851"/>
                  </a:lnTo>
                  <a:lnTo>
                    <a:pt x="1254944" y="3940420"/>
                  </a:lnTo>
                  <a:lnTo>
                    <a:pt x="1255061" y="3940420"/>
                  </a:lnTo>
                  <a:lnTo>
                    <a:pt x="1255061" y="3939990"/>
                  </a:lnTo>
                  <a:lnTo>
                    <a:pt x="1255179" y="3939990"/>
                  </a:lnTo>
                  <a:lnTo>
                    <a:pt x="1255297" y="3939990"/>
                  </a:lnTo>
                  <a:lnTo>
                    <a:pt x="1255414" y="3939990"/>
                  </a:lnTo>
                  <a:lnTo>
                    <a:pt x="1255414" y="3939559"/>
                  </a:lnTo>
                  <a:lnTo>
                    <a:pt x="1255532" y="3939559"/>
                  </a:lnTo>
                  <a:lnTo>
                    <a:pt x="1255532" y="3939128"/>
                  </a:lnTo>
                  <a:lnTo>
                    <a:pt x="1255649" y="3939128"/>
                  </a:lnTo>
                  <a:lnTo>
                    <a:pt x="1255649" y="3938698"/>
                  </a:lnTo>
                  <a:lnTo>
                    <a:pt x="1255767" y="3938698"/>
                  </a:lnTo>
                  <a:lnTo>
                    <a:pt x="1255767" y="3938267"/>
                  </a:lnTo>
                  <a:lnTo>
                    <a:pt x="1255885" y="3938267"/>
                  </a:lnTo>
                  <a:lnTo>
                    <a:pt x="1256002" y="3938267"/>
                  </a:lnTo>
                  <a:lnTo>
                    <a:pt x="1256002" y="3937837"/>
                  </a:lnTo>
                  <a:lnTo>
                    <a:pt x="1256002" y="3937406"/>
                  </a:lnTo>
                  <a:lnTo>
                    <a:pt x="1256002" y="3936975"/>
                  </a:lnTo>
                  <a:lnTo>
                    <a:pt x="1256120" y="3936975"/>
                  </a:lnTo>
                  <a:lnTo>
                    <a:pt x="1256120" y="3936545"/>
                  </a:lnTo>
                  <a:lnTo>
                    <a:pt x="1256237" y="3936545"/>
                  </a:lnTo>
                  <a:lnTo>
                    <a:pt x="1256355" y="3936545"/>
                  </a:lnTo>
                  <a:lnTo>
                    <a:pt x="1256473" y="3936545"/>
                  </a:lnTo>
                  <a:lnTo>
                    <a:pt x="1256473" y="3936114"/>
                  </a:lnTo>
                  <a:lnTo>
                    <a:pt x="1256473" y="3935684"/>
                  </a:lnTo>
                  <a:lnTo>
                    <a:pt x="1256590" y="3935684"/>
                  </a:lnTo>
                  <a:lnTo>
                    <a:pt x="1256590" y="3935253"/>
                  </a:lnTo>
                  <a:lnTo>
                    <a:pt x="1256708" y="3935253"/>
                  </a:lnTo>
                  <a:lnTo>
                    <a:pt x="1256826" y="3935253"/>
                  </a:lnTo>
                  <a:lnTo>
                    <a:pt x="1256943" y="3935253"/>
                  </a:lnTo>
                  <a:lnTo>
                    <a:pt x="1257061" y="3935253"/>
                  </a:lnTo>
                  <a:lnTo>
                    <a:pt x="1257061" y="3934822"/>
                  </a:lnTo>
                  <a:lnTo>
                    <a:pt x="1257178" y="3934822"/>
                  </a:lnTo>
                  <a:lnTo>
                    <a:pt x="1257296" y="3934822"/>
                  </a:lnTo>
                  <a:lnTo>
                    <a:pt x="1257296" y="3934392"/>
                  </a:lnTo>
                  <a:lnTo>
                    <a:pt x="1257414" y="3934392"/>
                  </a:lnTo>
                  <a:lnTo>
                    <a:pt x="1257414" y="3933961"/>
                  </a:lnTo>
                  <a:lnTo>
                    <a:pt x="1257531" y="3933961"/>
                  </a:lnTo>
                  <a:lnTo>
                    <a:pt x="1257531" y="3933531"/>
                  </a:lnTo>
                  <a:lnTo>
                    <a:pt x="1257531" y="3933100"/>
                  </a:lnTo>
                  <a:lnTo>
                    <a:pt x="1257649" y="3933100"/>
                  </a:lnTo>
                  <a:lnTo>
                    <a:pt x="1257649" y="3932669"/>
                  </a:lnTo>
                  <a:lnTo>
                    <a:pt x="1257766" y="3932669"/>
                  </a:lnTo>
                  <a:lnTo>
                    <a:pt x="1257884" y="3932669"/>
                  </a:lnTo>
                  <a:lnTo>
                    <a:pt x="1258002" y="3932669"/>
                  </a:lnTo>
                  <a:lnTo>
                    <a:pt x="1258119" y="3932669"/>
                  </a:lnTo>
                  <a:lnTo>
                    <a:pt x="1258237" y="3932669"/>
                  </a:lnTo>
                  <a:lnTo>
                    <a:pt x="1258355" y="3932669"/>
                  </a:lnTo>
                  <a:lnTo>
                    <a:pt x="1258355" y="3932239"/>
                  </a:lnTo>
                  <a:lnTo>
                    <a:pt x="1258472" y="3932239"/>
                  </a:lnTo>
                  <a:lnTo>
                    <a:pt x="1258590" y="3932239"/>
                  </a:lnTo>
                  <a:lnTo>
                    <a:pt x="1258707" y="3932239"/>
                  </a:lnTo>
                  <a:lnTo>
                    <a:pt x="1258825" y="3932239"/>
                  </a:lnTo>
                  <a:lnTo>
                    <a:pt x="1258943" y="3932239"/>
                  </a:lnTo>
                  <a:lnTo>
                    <a:pt x="1259060" y="3932239"/>
                  </a:lnTo>
                  <a:lnTo>
                    <a:pt x="1259178" y="3932239"/>
                  </a:lnTo>
                  <a:lnTo>
                    <a:pt x="1259295" y="3932239"/>
                  </a:lnTo>
                  <a:lnTo>
                    <a:pt x="1259413" y="3932239"/>
                  </a:lnTo>
                  <a:lnTo>
                    <a:pt x="1259531" y="3932239"/>
                  </a:lnTo>
                  <a:lnTo>
                    <a:pt x="1259531" y="3931808"/>
                  </a:lnTo>
                  <a:lnTo>
                    <a:pt x="1259648" y="3931808"/>
                  </a:lnTo>
                  <a:lnTo>
                    <a:pt x="1259766" y="3931808"/>
                  </a:lnTo>
                  <a:lnTo>
                    <a:pt x="1259884" y="3931808"/>
                  </a:lnTo>
                  <a:lnTo>
                    <a:pt x="1260001" y="3931808"/>
                  </a:lnTo>
                  <a:lnTo>
                    <a:pt x="1260001" y="3931378"/>
                  </a:lnTo>
                  <a:lnTo>
                    <a:pt x="1260001" y="3930947"/>
                  </a:lnTo>
                  <a:lnTo>
                    <a:pt x="1260119" y="3930947"/>
                  </a:lnTo>
                  <a:lnTo>
                    <a:pt x="1260236" y="3930947"/>
                  </a:lnTo>
                  <a:lnTo>
                    <a:pt x="1260236" y="3930516"/>
                  </a:lnTo>
                  <a:lnTo>
                    <a:pt x="1260354" y="3930516"/>
                  </a:lnTo>
                  <a:lnTo>
                    <a:pt x="1260472" y="3930516"/>
                  </a:lnTo>
                  <a:lnTo>
                    <a:pt x="1260589" y="3930516"/>
                  </a:lnTo>
                  <a:lnTo>
                    <a:pt x="1260589" y="3930086"/>
                  </a:lnTo>
                  <a:lnTo>
                    <a:pt x="1260589" y="3929655"/>
                  </a:lnTo>
                  <a:lnTo>
                    <a:pt x="1260589" y="3929225"/>
                  </a:lnTo>
                  <a:lnTo>
                    <a:pt x="1260707" y="3929225"/>
                  </a:lnTo>
                  <a:lnTo>
                    <a:pt x="1260824" y="3929225"/>
                  </a:lnTo>
                  <a:lnTo>
                    <a:pt x="1260942" y="3929225"/>
                  </a:lnTo>
                  <a:lnTo>
                    <a:pt x="1260942" y="3928794"/>
                  </a:lnTo>
                  <a:lnTo>
                    <a:pt x="1261060" y="3928794"/>
                  </a:lnTo>
                  <a:lnTo>
                    <a:pt x="1261177" y="3928794"/>
                  </a:lnTo>
                  <a:lnTo>
                    <a:pt x="1261177" y="3928363"/>
                  </a:lnTo>
                  <a:lnTo>
                    <a:pt x="1261295" y="3928363"/>
                  </a:lnTo>
                  <a:lnTo>
                    <a:pt x="1261412" y="3928363"/>
                  </a:lnTo>
                  <a:lnTo>
                    <a:pt x="1261530" y="3928363"/>
                  </a:lnTo>
                  <a:lnTo>
                    <a:pt x="1261648" y="3928363"/>
                  </a:lnTo>
                  <a:lnTo>
                    <a:pt x="1261648" y="3927933"/>
                  </a:lnTo>
                  <a:lnTo>
                    <a:pt x="1261765" y="3927933"/>
                  </a:lnTo>
                  <a:lnTo>
                    <a:pt x="1261765" y="3927502"/>
                  </a:lnTo>
                  <a:lnTo>
                    <a:pt x="1261765" y="3927072"/>
                  </a:lnTo>
                  <a:lnTo>
                    <a:pt x="1261883" y="3927072"/>
                  </a:lnTo>
                  <a:lnTo>
                    <a:pt x="1262001" y="3927072"/>
                  </a:lnTo>
                  <a:lnTo>
                    <a:pt x="1262001" y="3926641"/>
                  </a:lnTo>
                  <a:lnTo>
                    <a:pt x="1262118" y="3926641"/>
                  </a:lnTo>
                  <a:lnTo>
                    <a:pt x="1262118" y="3926210"/>
                  </a:lnTo>
                  <a:lnTo>
                    <a:pt x="1262236" y="3926210"/>
                  </a:lnTo>
                  <a:lnTo>
                    <a:pt x="1262236" y="3925780"/>
                  </a:lnTo>
                  <a:lnTo>
                    <a:pt x="1262353" y="3925780"/>
                  </a:lnTo>
                  <a:lnTo>
                    <a:pt x="1262471" y="3925780"/>
                  </a:lnTo>
                  <a:lnTo>
                    <a:pt x="1262471" y="3925349"/>
                  </a:lnTo>
                  <a:lnTo>
                    <a:pt x="1262471" y="3924919"/>
                  </a:lnTo>
                  <a:lnTo>
                    <a:pt x="1262589" y="3924919"/>
                  </a:lnTo>
                  <a:lnTo>
                    <a:pt x="1262706" y="3924919"/>
                  </a:lnTo>
                  <a:lnTo>
                    <a:pt x="1262824" y="3924919"/>
                  </a:lnTo>
                  <a:lnTo>
                    <a:pt x="1262824" y="3924488"/>
                  </a:lnTo>
                  <a:lnTo>
                    <a:pt x="1262824" y="3924057"/>
                  </a:lnTo>
                  <a:lnTo>
                    <a:pt x="1262941" y="3924057"/>
                  </a:lnTo>
                  <a:lnTo>
                    <a:pt x="1263059" y="3924057"/>
                  </a:lnTo>
                  <a:lnTo>
                    <a:pt x="1263177" y="3924057"/>
                  </a:lnTo>
                  <a:lnTo>
                    <a:pt x="1263177" y="3923627"/>
                  </a:lnTo>
                  <a:lnTo>
                    <a:pt x="1263294" y="3923627"/>
                  </a:lnTo>
                  <a:lnTo>
                    <a:pt x="1263294" y="3923196"/>
                  </a:lnTo>
                  <a:lnTo>
                    <a:pt x="1263412" y="3923196"/>
                  </a:lnTo>
                  <a:lnTo>
                    <a:pt x="1263530" y="3923196"/>
                  </a:lnTo>
                  <a:lnTo>
                    <a:pt x="1263530" y="3922766"/>
                  </a:lnTo>
                  <a:lnTo>
                    <a:pt x="1263647" y="3922766"/>
                  </a:lnTo>
                  <a:lnTo>
                    <a:pt x="1263765" y="3922766"/>
                  </a:lnTo>
                  <a:lnTo>
                    <a:pt x="1263765" y="3922335"/>
                  </a:lnTo>
                  <a:lnTo>
                    <a:pt x="1263882" y="3922335"/>
                  </a:lnTo>
                  <a:lnTo>
                    <a:pt x="1264000" y="3922335"/>
                  </a:lnTo>
                  <a:lnTo>
                    <a:pt x="1264118" y="3922335"/>
                  </a:lnTo>
                  <a:lnTo>
                    <a:pt x="1264235" y="3922335"/>
                  </a:lnTo>
                  <a:lnTo>
                    <a:pt x="1264353" y="3922335"/>
                  </a:lnTo>
                  <a:lnTo>
                    <a:pt x="1264353" y="3921904"/>
                  </a:lnTo>
                  <a:lnTo>
                    <a:pt x="1264470" y="3921904"/>
                  </a:lnTo>
                  <a:lnTo>
                    <a:pt x="1264470" y="3921474"/>
                  </a:lnTo>
                  <a:lnTo>
                    <a:pt x="1264588" y="3921474"/>
                  </a:lnTo>
                  <a:lnTo>
                    <a:pt x="1264706" y="3921474"/>
                  </a:lnTo>
                  <a:lnTo>
                    <a:pt x="1264706" y="3921043"/>
                  </a:lnTo>
                  <a:lnTo>
                    <a:pt x="1264706" y="3920613"/>
                  </a:lnTo>
                  <a:lnTo>
                    <a:pt x="1264706" y="3920182"/>
                  </a:lnTo>
                  <a:lnTo>
                    <a:pt x="1264823" y="3920182"/>
                  </a:lnTo>
                  <a:lnTo>
                    <a:pt x="1264941" y="3920182"/>
                  </a:lnTo>
                  <a:lnTo>
                    <a:pt x="1265059" y="3920182"/>
                  </a:lnTo>
                  <a:lnTo>
                    <a:pt x="1265176" y="3920182"/>
                  </a:lnTo>
                  <a:lnTo>
                    <a:pt x="1265294" y="3920182"/>
                  </a:lnTo>
                  <a:lnTo>
                    <a:pt x="1265411" y="3920182"/>
                  </a:lnTo>
                  <a:lnTo>
                    <a:pt x="1265529" y="3920182"/>
                  </a:lnTo>
                  <a:lnTo>
                    <a:pt x="1265647" y="3920182"/>
                  </a:lnTo>
                  <a:lnTo>
                    <a:pt x="1265647" y="3919751"/>
                  </a:lnTo>
                  <a:lnTo>
                    <a:pt x="1265764" y="3919751"/>
                  </a:lnTo>
                  <a:lnTo>
                    <a:pt x="1265882" y="3919751"/>
                  </a:lnTo>
                  <a:lnTo>
                    <a:pt x="1265882" y="3919321"/>
                  </a:lnTo>
                  <a:lnTo>
                    <a:pt x="1265882" y="3918890"/>
                  </a:lnTo>
                  <a:lnTo>
                    <a:pt x="1265999" y="3918890"/>
                  </a:lnTo>
                  <a:lnTo>
                    <a:pt x="1266117" y="3918890"/>
                  </a:lnTo>
                  <a:lnTo>
                    <a:pt x="1266235" y="3918890"/>
                  </a:lnTo>
                  <a:lnTo>
                    <a:pt x="1266235" y="3918460"/>
                  </a:lnTo>
                  <a:lnTo>
                    <a:pt x="1266352" y="3918460"/>
                  </a:lnTo>
                  <a:lnTo>
                    <a:pt x="1266352" y="3918029"/>
                  </a:lnTo>
                  <a:lnTo>
                    <a:pt x="1266470" y="3918029"/>
                  </a:lnTo>
                  <a:lnTo>
                    <a:pt x="1266588" y="3918029"/>
                  </a:lnTo>
                  <a:lnTo>
                    <a:pt x="1266705" y="3918029"/>
                  </a:lnTo>
                  <a:lnTo>
                    <a:pt x="1266823" y="3918029"/>
                  </a:lnTo>
                  <a:lnTo>
                    <a:pt x="1266940" y="3918029"/>
                  </a:lnTo>
                  <a:lnTo>
                    <a:pt x="1266940" y="3917598"/>
                  </a:lnTo>
                  <a:lnTo>
                    <a:pt x="1267058" y="3917598"/>
                  </a:lnTo>
                  <a:lnTo>
                    <a:pt x="1267176" y="3917598"/>
                  </a:lnTo>
                  <a:lnTo>
                    <a:pt x="1267293" y="3917598"/>
                  </a:lnTo>
                  <a:lnTo>
                    <a:pt x="1267411" y="3917598"/>
                  </a:lnTo>
                  <a:lnTo>
                    <a:pt x="1267528" y="3917598"/>
                  </a:lnTo>
                  <a:lnTo>
                    <a:pt x="1267646" y="3917598"/>
                  </a:lnTo>
                  <a:lnTo>
                    <a:pt x="1267764" y="3917598"/>
                  </a:lnTo>
                  <a:lnTo>
                    <a:pt x="1267881" y="3917598"/>
                  </a:lnTo>
                  <a:lnTo>
                    <a:pt x="1267999" y="3917598"/>
                  </a:lnTo>
                  <a:lnTo>
                    <a:pt x="1268117" y="3917598"/>
                  </a:lnTo>
                  <a:lnTo>
                    <a:pt x="1268234" y="3917598"/>
                  </a:lnTo>
                  <a:lnTo>
                    <a:pt x="1268234" y="3917168"/>
                  </a:lnTo>
                  <a:lnTo>
                    <a:pt x="1268234" y="3916737"/>
                  </a:lnTo>
                  <a:lnTo>
                    <a:pt x="1268234" y="3916307"/>
                  </a:lnTo>
                  <a:lnTo>
                    <a:pt x="1268234" y="3915876"/>
                  </a:lnTo>
                  <a:lnTo>
                    <a:pt x="1268234" y="3915445"/>
                  </a:lnTo>
                  <a:lnTo>
                    <a:pt x="1268234" y="3915015"/>
                  </a:lnTo>
                  <a:lnTo>
                    <a:pt x="1268352" y="3915015"/>
                  </a:lnTo>
                  <a:lnTo>
                    <a:pt x="1268469" y="3915015"/>
                  </a:lnTo>
                  <a:lnTo>
                    <a:pt x="1268587" y="3915015"/>
                  </a:lnTo>
                  <a:lnTo>
                    <a:pt x="1268705" y="3915015"/>
                  </a:lnTo>
                  <a:lnTo>
                    <a:pt x="1268822" y="3915015"/>
                  </a:lnTo>
                  <a:lnTo>
                    <a:pt x="1268822" y="3914584"/>
                  </a:lnTo>
                  <a:lnTo>
                    <a:pt x="1268940" y="3914584"/>
                  </a:lnTo>
                  <a:lnTo>
                    <a:pt x="1269057" y="3914584"/>
                  </a:lnTo>
                  <a:lnTo>
                    <a:pt x="1269175" y="3914584"/>
                  </a:lnTo>
                  <a:lnTo>
                    <a:pt x="1269175" y="3914154"/>
                  </a:lnTo>
                  <a:lnTo>
                    <a:pt x="1269175" y="3913723"/>
                  </a:lnTo>
                  <a:lnTo>
                    <a:pt x="1269293" y="3913723"/>
                  </a:lnTo>
                  <a:lnTo>
                    <a:pt x="1269293" y="3913292"/>
                  </a:lnTo>
                  <a:lnTo>
                    <a:pt x="1269410" y="3913292"/>
                  </a:lnTo>
                  <a:lnTo>
                    <a:pt x="1269410" y="3912862"/>
                  </a:lnTo>
                  <a:lnTo>
                    <a:pt x="1269528" y="3912862"/>
                  </a:lnTo>
                  <a:lnTo>
                    <a:pt x="1269645" y="3912862"/>
                  </a:lnTo>
                  <a:lnTo>
                    <a:pt x="1269763" y="3912862"/>
                  </a:lnTo>
                  <a:lnTo>
                    <a:pt x="1269763" y="3912431"/>
                  </a:lnTo>
                  <a:lnTo>
                    <a:pt x="1269881" y="3912431"/>
                  </a:lnTo>
                  <a:lnTo>
                    <a:pt x="1269998" y="3912431"/>
                  </a:lnTo>
                  <a:lnTo>
                    <a:pt x="1269998" y="3912001"/>
                  </a:lnTo>
                  <a:lnTo>
                    <a:pt x="1270116" y="3912001"/>
                  </a:lnTo>
                  <a:lnTo>
                    <a:pt x="1270116" y="3911570"/>
                  </a:lnTo>
                  <a:lnTo>
                    <a:pt x="1270234" y="3911570"/>
                  </a:lnTo>
                  <a:lnTo>
                    <a:pt x="1270234" y="3911139"/>
                  </a:lnTo>
                  <a:lnTo>
                    <a:pt x="1270234" y="3910709"/>
                  </a:lnTo>
                  <a:lnTo>
                    <a:pt x="1270351" y="3910709"/>
                  </a:lnTo>
                  <a:lnTo>
                    <a:pt x="1270351" y="3910278"/>
                  </a:lnTo>
                  <a:lnTo>
                    <a:pt x="1270469" y="3910278"/>
                  </a:lnTo>
                  <a:lnTo>
                    <a:pt x="1270586" y="3910278"/>
                  </a:lnTo>
                  <a:lnTo>
                    <a:pt x="1270704" y="3910278"/>
                  </a:lnTo>
                  <a:lnTo>
                    <a:pt x="1270704" y="3909848"/>
                  </a:lnTo>
                  <a:lnTo>
                    <a:pt x="1270822" y="3909848"/>
                  </a:lnTo>
                  <a:lnTo>
                    <a:pt x="1270939" y="3909848"/>
                  </a:lnTo>
                  <a:lnTo>
                    <a:pt x="1271057" y="3909848"/>
                  </a:lnTo>
                  <a:lnTo>
                    <a:pt x="1271174" y="3909848"/>
                  </a:lnTo>
                  <a:lnTo>
                    <a:pt x="1271174" y="3909417"/>
                  </a:lnTo>
                  <a:lnTo>
                    <a:pt x="1271292" y="3909417"/>
                  </a:lnTo>
                  <a:lnTo>
                    <a:pt x="1271410" y="3909417"/>
                  </a:lnTo>
                  <a:lnTo>
                    <a:pt x="1271527" y="3909417"/>
                  </a:lnTo>
                  <a:lnTo>
                    <a:pt x="1271645" y="3909417"/>
                  </a:lnTo>
                  <a:lnTo>
                    <a:pt x="1271645" y="3908986"/>
                  </a:lnTo>
                  <a:lnTo>
                    <a:pt x="1271763" y="3908986"/>
                  </a:lnTo>
                  <a:lnTo>
                    <a:pt x="1271880" y="3908986"/>
                  </a:lnTo>
                  <a:lnTo>
                    <a:pt x="1271998" y="3908986"/>
                  </a:lnTo>
                  <a:lnTo>
                    <a:pt x="1271998" y="3908556"/>
                  </a:lnTo>
                  <a:lnTo>
                    <a:pt x="1272115" y="3908556"/>
                  </a:lnTo>
                  <a:lnTo>
                    <a:pt x="1272233" y="3908556"/>
                  </a:lnTo>
                  <a:lnTo>
                    <a:pt x="1272351" y="3908556"/>
                  </a:lnTo>
                  <a:lnTo>
                    <a:pt x="1272351" y="3908125"/>
                  </a:lnTo>
                  <a:lnTo>
                    <a:pt x="1272468" y="3908125"/>
                  </a:lnTo>
                  <a:lnTo>
                    <a:pt x="1272586" y="3908125"/>
                  </a:lnTo>
                  <a:lnTo>
                    <a:pt x="1272703" y="3908125"/>
                  </a:lnTo>
                  <a:lnTo>
                    <a:pt x="1272703" y="3907695"/>
                  </a:lnTo>
                  <a:lnTo>
                    <a:pt x="1272703" y="3907264"/>
                  </a:lnTo>
                  <a:lnTo>
                    <a:pt x="1272821" y="3907264"/>
                  </a:lnTo>
                  <a:lnTo>
                    <a:pt x="1272939" y="3907264"/>
                  </a:lnTo>
                  <a:lnTo>
                    <a:pt x="1273056" y="3907264"/>
                  </a:lnTo>
                  <a:lnTo>
                    <a:pt x="1273174" y="3907264"/>
                  </a:lnTo>
                  <a:lnTo>
                    <a:pt x="1273292" y="3907264"/>
                  </a:lnTo>
                  <a:lnTo>
                    <a:pt x="1273292" y="3906833"/>
                  </a:lnTo>
                  <a:lnTo>
                    <a:pt x="1273292" y="3906403"/>
                  </a:lnTo>
                  <a:lnTo>
                    <a:pt x="1273409" y="3906403"/>
                  </a:lnTo>
                  <a:lnTo>
                    <a:pt x="1273409" y="3905972"/>
                  </a:lnTo>
                  <a:lnTo>
                    <a:pt x="1273527" y="3905972"/>
                  </a:lnTo>
                  <a:lnTo>
                    <a:pt x="1273644" y="3905972"/>
                  </a:lnTo>
                  <a:lnTo>
                    <a:pt x="1273762" y="3905972"/>
                  </a:lnTo>
                  <a:lnTo>
                    <a:pt x="1273880" y="3905972"/>
                  </a:lnTo>
                  <a:lnTo>
                    <a:pt x="1273997" y="3905972"/>
                  </a:lnTo>
                  <a:lnTo>
                    <a:pt x="1274115" y="3905972"/>
                  </a:lnTo>
                  <a:lnTo>
                    <a:pt x="1274232" y="3905972"/>
                  </a:lnTo>
                  <a:lnTo>
                    <a:pt x="1274350" y="3905972"/>
                  </a:lnTo>
                  <a:lnTo>
                    <a:pt x="1274350" y="3905542"/>
                  </a:lnTo>
                  <a:lnTo>
                    <a:pt x="1274468" y="3905542"/>
                  </a:lnTo>
                  <a:lnTo>
                    <a:pt x="1274585" y="3905542"/>
                  </a:lnTo>
                  <a:lnTo>
                    <a:pt x="1274585" y="3905111"/>
                  </a:lnTo>
                  <a:lnTo>
                    <a:pt x="1274703" y="3905111"/>
                  </a:lnTo>
                  <a:lnTo>
                    <a:pt x="1274821" y="3905111"/>
                  </a:lnTo>
                  <a:lnTo>
                    <a:pt x="1274938" y="3905111"/>
                  </a:lnTo>
                  <a:lnTo>
                    <a:pt x="1275056" y="3905111"/>
                  </a:lnTo>
                  <a:lnTo>
                    <a:pt x="1275056" y="3904680"/>
                  </a:lnTo>
                  <a:lnTo>
                    <a:pt x="1275173" y="3904680"/>
                  </a:lnTo>
                  <a:lnTo>
                    <a:pt x="1275291" y="3904680"/>
                  </a:lnTo>
                  <a:lnTo>
                    <a:pt x="1275291" y="3904250"/>
                  </a:lnTo>
                  <a:lnTo>
                    <a:pt x="1275291" y="3903819"/>
                  </a:lnTo>
                  <a:lnTo>
                    <a:pt x="1275409" y="3903819"/>
                  </a:lnTo>
                  <a:lnTo>
                    <a:pt x="1275526" y="3903819"/>
                  </a:lnTo>
                  <a:lnTo>
                    <a:pt x="1275644" y="3903819"/>
                  </a:lnTo>
                  <a:lnTo>
                    <a:pt x="1275761" y="3903819"/>
                  </a:lnTo>
                  <a:lnTo>
                    <a:pt x="1275761" y="3903389"/>
                  </a:lnTo>
                  <a:lnTo>
                    <a:pt x="1275879" y="3903389"/>
                  </a:lnTo>
                  <a:lnTo>
                    <a:pt x="1275997" y="3903389"/>
                  </a:lnTo>
                  <a:lnTo>
                    <a:pt x="1276114" y="3903389"/>
                  </a:lnTo>
                  <a:lnTo>
                    <a:pt x="1276232" y="3903389"/>
                  </a:lnTo>
                  <a:lnTo>
                    <a:pt x="1276350" y="3903389"/>
                  </a:lnTo>
                  <a:lnTo>
                    <a:pt x="1276467" y="3903389"/>
                  </a:lnTo>
                  <a:lnTo>
                    <a:pt x="1276585" y="3903389"/>
                  </a:lnTo>
                  <a:lnTo>
                    <a:pt x="1276702" y="3903389"/>
                  </a:lnTo>
                  <a:lnTo>
                    <a:pt x="1276702" y="3902958"/>
                  </a:lnTo>
                  <a:lnTo>
                    <a:pt x="1276702" y="3902527"/>
                  </a:lnTo>
                  <a:lnTo>
                    <a:pt x="1276820" y="3902527"/>
                  </a:lnTo>
                  <a:lnTo>
                    <a:pt x="1276820" y="3902097"/>
                  </a:lnTo>
                  <a:lnTo>
                    <a:pt x="1276820" y="3901666"/>
                  </a:lnTo>
                  <a:lnTo>
                    <a:pt x="1276938" y="3901666"/>
                  </a:lnTo>
                  <a:lnTo>
                    <a:pt x="1277055" y="3901666"/>
                  </a:lnTo>
                  <a:lnTo>
                    <a:pt x="1277173" y="3901666"/>
                  </a:lnTo>
                  <a:lnTo>
                    <a:pt x="1277290" y="3901666"/>
                  </a:lnTo>
                  <a:lnTo>
                    <a:pt x="1277408" y="3901666"/>
                  </a:lnTo>
                  <a:lnTo>
                    <a:pt x="1277408" y="3901236"/>
                  </a:lnTo>
                  <a:lnTo>
                    <a:pt x="1277526" y="3901236"/>
                  </a:lnTo>
                  <a:lnTo>
                    <a:pt x="1277643" y="3901236"/>
                  </a:lnTo>
                  <a:lnTo>
                    <a:pt x="1277761" y="3901236"/>
                  </a:lnTo>
                  <a:lnTo>
                    <a:pt x="1277878" y="3901236"/>
                  </a:lnTo>
                  <a:lnTo>
                    <a:pt x="1277996" y="3901236"/>
                  </a:lnTo>
                  <a:lnTo>
                    <a:pt x="1277996" y="3900805"/>
                  </a:lnTo>
                  <a:lnTo>
                    <a:pt x="1277996" y="3900374"/>
                  </a:lnTo>
                  <a:lnTo>
                    <a:pt x="1277996" y="3899944"/>
                  </a:lnTo>
                  <a:lnTo>
                    <a:pt x="1277996" y="3899513"/>
                  </a:lnTo>
                  <a:lnTo>
                    <a:pt x="1278114" y="3899513"/>
                  </a:lnTo>
                  <a:lnTo>
                    <a:pt x="1278231" y="3899513"/>
                  </a:lnTo>
                  <a:lnTo>
                    <a:pt x="1278349" y="3899513"/>
                  </a:lnTo>
                  <a:lnTo>
                    <a:pt x="1278349" y="3899083"/>
                  </a:lnTo>
                  <a:lnTo>
                    <a:pt x="1278467" y="3899083"/>
                  </a:lnTo>
                  <a:lnTo>
                    <a:pt x="1278467" y="3898652"/>
                  </a:lnTo>
                  <a:lnTo>
                    <a:pt x="1278584" y="3898652"/>
                  </a:lnTo>
                  <a:lnTo>
                    <a:pt x="1278702" y="3898652"/>
                  </a:lnTo>
                  <a:lnTo>
                    <a:pt x="1278819" y="3898652"/>
                  </a:lnTo>
                  <a:lnTo>
                    <a:pt x="1278937" y="3898652"/>
                  </a:lnTo>
                  <a:lnTo>
                    <a:pt x="1279055" y="3898652"/>
                  </a:lnTo>
                  <a:lnTo>
                    <a:pt x="1279172" y="3898652"/>
                  </a:lnTo>
                  <a:lnTo>
                    <a:pt x="1279172" y="3898221"/>
                  </a:lnTo>
                  <a:lnTo>
                    <a:pt x="1279290" y="3898221"/>
                  </a:lnTo>
                  <a:lnTo>
                    <a:pt x="1279407" y="3898221"/>
                  </a:lnTo>
                  <a:lnTo>
                    <a:pt x="1279525" y="3898221"/>
                  </a:lnTo>
                  <a:lnTo>
                    <a:pt x="1279643" y="3898221"/>
                  </a:lnTo>
                  <a:lnTo>
                    <a:pt x="1279760" y="3898221"/>
                  </a:lnTo>
                  <a:lnTo>
                    <a:pt x="1279878" y="3898221"/>
                  </a:lnTo>
                  <a:lnTo>
                    <a:pt x="1279996" y="3898221"/>
                  </a:lnTo>
                  <a:lnTo>
                    <a:pt x="1279996" y="3897791"/>
                  </a:lnTo>
                  <a:lnTo>
                    <a:pt x="1280113" y="3897791"/>
                  </a:lnTo>
                  <a:lnTo>
                    <a:pt x="1280231" y="3897791"/>
                  </a:lnTo>
                  <a:lnTo>
                    <a:pt x="1280348" y="3897791"/>
                  </a:lnTo>
                  <a:lnTo>
                    <a:pt x="1280466" y="3897791"/>
                  </a:lnTo>
                  <a:lnTo>
                    <a:pt x="1280584" y="3897791"/>
                  </a:lnTo>
                  <a:lnTo>
                    <a:pt x="1280584" y="3897360"/>
                  </a:lnTo>
                  <a:lnTo>
                    <a:pt x="1280584" y="3896930"/>
                  </a:lnTo>
                  <a:lnTo>
                    <a:pt x="1280701" y="3896930"/>
                  </a:lnTo>
                  <a:lnTo>
                    <a:pt x="1280701" y="3896499"/>
                  </a:lnTo>
                  <a:lnTo>
                    <a:pt x="1280819" y="3896499"/>
                  </a:lnTo>
                  <a:lnTo>
                    <a:pt x="1280936" y="3896499"/>
                  </a:lnTo>
                  <a:lnTo>
                    <a:pt x="1280936" y="3896068"/>
                  </a:lnTo>
                  <a:lnTo>
                    <a:pt x="1280936" y="3895638"/>
                  </a:lnTo>
                  <a:lnTo>
                    <a:pt x="1281054" y="3895638"/>
                  </a:lnTo>
                  <a:lnTo>
                    <a:pt x="1281172" y="3895638"/>
                  </a:lnTo>
                  <a:lnTo>
                    <a:pt x="1281289" y="3895638"/>
                  </a:lnTo>
                  <a:lnTo>
                    <a:pt x="1281407" y="3895638"/>
                  </a:lnTo>
                  <a:lnTo>
                    <a:pt x="1281525" y="3895638"/>
                  </a:lnTo>
                  <a:lnTo>
                    <a:pt x="1281642" y="3895638"/>
                  </a:lnTo>
                  <a:lnTo>
                    <a:pt x="1281760" y="3895638"/>
                  </a:lnTo>
                  <a:lnTo>
                    <a:pt x="1281877" y="3895638"/>
                  </a:lnTo>
                  <a:lnTo>
                    <a:pt x="1281995" y="3895638"/>
                  </a:lnTo>
                  <a:lnTo>
                    <a:pt x="1281995" y="3895207"/>
                  </a:lnTo>
                  <a:lnTo>
                    <a:pt x="1281995" y="3894777"/>
                  </a:lnTo>
                  <a:lnTo>
                    <a:pt x="1281995" y="3894346"/>
                  </a:lnTo>
                  <a:lnTo>
                    <a:pt x="1282113" y="3894346"/>
                  </a:lnTo>
                  <a:lnTo>
                    <a:pt x="1282230" y="3894346"/>
                  </a:lnTo>
                  <a:lnTo>
                    <a:pt x="1282230" y="3893915"/>
                  </a:lnTo>
                  <a:lnTo>
                    <a:pt x="1282230" y="3893485"/>
                  </a:lnTo>
                  <a:lnTo>
                    <a:pt x="1282230" y="3893054"/>
                  </a:lnTo>
                  <a:lnTo>
                    <a:pt x="1282348" y="3893054"/>
                  </a:lnTo>
                  <a:lnTo>
                    <a:pt x="1282465" y="3893054"/>
                  </a:lnTo>
                  <a:lnTo>
                    <a:pt x="1282583" y="3893054"/>
                  </a:lnTo>
                  <a:lnTo>
                    <a:pt x="1282701" y="3893054"/>
                  </a:lnTo>
                  <a:lnTo>
                    <a:pt x="1282818" y="3893054"/>
                  </a:lnTo>
                  <a:lnTo>
                    <a:pt x="1282936" y="3893054"/>
                  </a:lnTo>
                  <a:lnTo>
                    <a:pt x="1282936" y="3892624"/>
                  </a:lnTo>
                  <a:lnTo>
                    <a:pt x="1283054" y="3892624"/>
                  </a:lnTo>
                  <a:lnTo>
                    <a:pt x="1283171" y="3892624"/>
                  </a:lnTo>
                  <a:lnTo>
                    <a:pt x="1283171" y="3892193"/>
                  </a:lnTo>
                  <a:lnTo>
                    <a:pt x="1283289" y="3892193"/>
                  </a:lnTo>
                  <a:lnTo>
                    <a:pt x="1283406" y="3892193"/>
                  </a:lnTo>
                  <a:lnTo>
                    <a:pt x="1283406" y="3891762"/>
                  </a:lnTo>
                  <a:lnTo>
                    <a:pt x="1283524" y="3891762"/>
                  </a:lnTo>
                  <a:lnTo>
                    <a:pt x="1283642" y="3891762"/>
                  </a:lnTo>
                  <a:lnTo>
                    <a:pt x="1283759" y="3891762"/>
                  </a:lnTo>
                  <a:lnTo>
                    <a:pt x="1283759" y="3891332"/>
                  </a:lnTo>
                  <a:lnTo>
                    <a:pt x="1283877" y="3891332"/>
                  </a:lnTo>
                  <a:lnTo>
                    <a:pt x="1283877" y="3890901"/>
                  </a:lnTo>
                  <a:lnTo>
                    <a:pt x="1283994" y="3890901"/>
                  </a:lnTo>
                  <a:lnTo>
                    <a:pt x="1284112" y="3890901"/>
                  </a:lnTo>
                  <a:lnTo>
                    <a:pt x="1284112" y="3890471"/>
                  </a:lnTo>
                  <a:lnTo>
                    <a:pt x="1284230" y="3890471"/>
                  </a:lnTo>
                  <a:lnTo>
                    <a:pt x="1284347" y="3890471"/>
                  </a:lnTo>
                  <a:lnTo>
                    <a:pt x="1284465" y="3890471"/>
                  </a:lnTo>
                  <a:lnTo>
                    <a:pt x="1284583" y="3890471"/>
                  </a:lnTo>
                  <a:lnTo>
                    <a:pt x="1284700" y="3890471"/>
                  </a:lnTo>
                  <a:lnTo>
                    <a:pt x="1284818" y="3890471"/>
                  </a:lnTo>
                  <a:lnTo>
                    <a:pt x="1284818" y="3890040"/>
                  </a:lnTo>
                  <a:lnTo>
                    <a:pt x="1284935" y="3890040"/>
                  </a:lnTo>
                  <a:lnTo>
                    <a:pt x="1284935" y="3889609"/>
                  </a:lnTo>
                  <a:lnTo>
                    <a:pt x="1285053" y="3889609"/>
                  </a:lnTo>
                  <a:lnTo>
                    <a:pt x="1285053" y="3889179"/>
                  </a:lnTo>
                  <a:lnTo>
                    <a:pt x="1285171" y="3889179"/>
                  </a:lnTo>
                  <a:lnTo>
                    <a:pt x="1285288" y="3889179"/>
                  </a:lnTo>
                  <a:lnTo>
                    <a:pt x="1285288" y="3888748"/>
                  </a:lnTo>
                  <a:lnTo>
                    <a:pt x="1285406" y="3888748"/>
                  </a:lnTo>
                  <a:lnTo>
                    <a:pt x="1285523" y="3888748"/>
                  </a:lnTo>
                  <a:lnTo>
                    <a:pt x="1285641" y="3888748"/>
                  </a:lnTo>
                  <a:lnTo>
                    <a:pt x="1285759" y="3888748"/>
                  </a:lnTo>
                  <a:lnTo>
                    <a:pt x="1285759" y="3888318"/>
                  </a:lnTo>
                  <a:lnTo>
                    <a:pt x="1285876" y="3888318"/>
                  </a:lnTo>
                  <a:lnTo>
                    <a:pt x="1285994" y="3888318"/>
                  </a:lnTo>
                  <a:lnTo>
                    <a:pt x="1286111" y="3888318"/>
                  </a:lnTo>
                  <a:lnTo>
                    <a:pt x="1286111" y="3887887"/>
                  </a:lnTo>
                  <a:lnTo>
                    <a:pt x="1286111" y="3887456"/>
                  </a:lnTo>
                  <a:lnTo>
                    <a:pt x="1286229" y="3887456"/>
                  </a:lnTo>
                  <a:lnTo>
                    <a:pt x="1286347" y="3887456"/>
                  </a:lnTo>
                  <a:lnTo>
                    <a:pt x="1286464" y="3887456"/>
                  </a:lnTo>
                  <a:lnTo>
                    <a:pt x="1286582" y="3887456"/>
                  </a:lnTo>
                  <a:lnTo>
                    <a:pt x="1286700" y="3887456"/>
                  </a:lnTo>
                  <a:lnTo>
                    <a:pt x="1286817" y="3887456"/>
                  </a:lnTo>
                  <a:lnTo>
                    <a:pt x="1286817" y="3887026"/>
                  </a:lnTo>
                  <a:lnTo>
                    <a:pt x="1286817" y="3886595"/>
                  </a:lnTo>
                  <a:lnTo>
                    <a:pt x="1286817" y="3886165"/>
                  </a:lnTo>
                  <a:lnTo>
                    <a:pt x="1286817" y="3885734"/>
                  </a:lnTo>
                  <a:lnTo>
                    <a:pt x="1286817" y="3885303"/>
                  </a:lnTo>
                  <a:lnTo>
                    <a:pt x="1286935" y="3885303"/>
                  </a:lnTo>
                  <a:lnTo>
                    <a:pt x="1287052" y="3885303"/>
                  </a:lnTo>
                  <a:lnTo>
                    <a:pt x="1287052" y="3884873"/>
                  </a:lnTo>
                  <a:lnTo>
                    <a:pt x="1287170" y="3884873"/>
                  </a:lnTo>
                  <a:lnTo>
                    <a:pt x="1287170" y="3884442"/>
                  </a:lnTo>
                  <a:lnTo>
                    <a:pt x="1287170" y="3884012"/>
                  </a:lnTo>
                  <a:lnTo>
                    <a:pt x="1287288" y="3884012"/>
                  </a:lnTo>
                  <a:lnTo>
                    <a:pt x="1287405" y="3884012"/>
                  </a:lnTo>
                  <a:lnTo>
                    <a:pt x="1287523" y="3884012"/>
                  </a:lnTo>
                  <a:lnTo>
                    <a:pt x="1287640" y="3884012"/>
                  </a:lnTo>
                  <a:lnTo>
                    <a:pt x="1287758" y="3884012"/>
                  </a:lnTo>
                  <a:lnTo>
                    <a:pt x="1287758" y="3883581"/>
                  </a:lnTo>
                  <a:lnTo>
                    <a:pt x="1287876" y="3883581"/>
                  </a:lnTo>
                  <a:lnTo>
                    <a:pt x="1287993" y="3883581"/>
                  </a:lnTo>
                  <a:lnTo>
                    <a:pt x="1287993" y="3883150"/>
                  </a:lnTo>
                  <a:lnTo>
                    <a:pt x="1287993" y="3882720"/>
                  </a:lnTo>
                  <a:lnTo>
                    <a:pt x="1287993" y="3882289"/>
                  </a:lnTo>
                  <a:lnTo>
                    <a:pt x="1288111" y="3882289"/>
                  </a:lnTo>
                  <a:lnTo>
                    <a:pt x="1288229" y="3882289"/>
                  </a:lnTo>
                  <a:lnTo>
                    <a:pt x="1288346" y="3882289"/>
                  </a:lnTo>
                  <a:lnTo>
                    <a:pt x="1288464" y="3882289"/>
                  </a:lnTo>
                  <a:lnTo>
                    <a:pt x="1288581" y="3882289"/>
                  </a:lnTo>
                  <a:lnTo>
                    <a:pt x="1288699" y="3882289"/>
                  </a:lnTo>
                  <a:lnTo>
                    <a:pt x="1288817" y="3882289"/>
                  </a:lnTo>
                  <a:lnTo>
                    <a:pt x="1288817" y="3881859"/>
                  </a:lnTo>
                  <a:lnTo>
                    <a:pt x="1288934" y="3881859"/>
                  </a:lnTo>
                  <a:lnTo>
                    <a:pt x="1289052" y="3881859"/>
                  </a:lnTo>
                  <a:lnTo>
                    <a:pt x="1289169" y="3881859"/>
                  </a:lnTo>
                  <a:lnTo>
                    <a:pt x="1289287" y="3881859"/>
                  </a:lnTo>
                  <a:lnTo>
                    <a:pt x="1289405" y="3881859"/>
                  </a:lnTo>
                  <a:lnTo>
                    <a:pt x="1289405" y="3881428"/>
                  </a:lnTo>
                  <a:lnTo>
                    <a:pt x="1289522" y="3881428"/>
                  </a:lnTo>
                  <a:lnTo>
                    <a:pt x="1289640" y="3881428"/>
                  </a:lnTo>
                  <a:lnTo>
                    <a:pt x="1289758" y="3881428"/>
                  </a:lnTo>
                  <a:lnTo>
                    <a:pt x="1289875" y="3881428"/>
                  </a:lnTo>
                  <a:lnTo>
                    <a:pt x="1289993" y="3881428"/>
                  </a:lnTo>
                  <a:lnTo>
                    <a:pt x="1289993" y="3880997"/>
                  </a:lnTo>
                  <a:lnTo>
                    <a:pt x="1290110" y="3880997"/>
                  </a:lnTo>
                  <a:lnTo>
                    <a:pt x="1290228" y="3880997"/>
                  </a:lnTo>
                  <a:lnTo>
                    <a:pt x="1290346" y="3880997"/>
                  </a:lnTo>
                  <a:lnTo>
                    <a:pt x="1290346" y="3880567"/>
                  </a:lnTo>
                  <a:lnTo>
                    <a:pt x="1290346" y="3880136"/>
                  </a:lnTo>
                  <a:lnTo>
                    <a:pt x="1290463" y="3880136"/>
                  </a:lnTo>
                  <a:lnTo>
                    <a:pt x="1290581" y="3880136"/>
                  </a:lnTo>
                  <a:lnTo>
                    <a:pt x="1290698" y="3880136"/>
                  </a:lnTo>
                  <a:lnTo>
                    <a:pt x="1290816" y="3880136"/>
                  </a:lnTo>
                  <a:lnTo>
                    <a:pt x="1290934" y="3880136"/>
                  </a:lnTo>
                  <a:lnTo>
                    <a:pt x="1291051" y="3880136"/>
                  </a:lnTo>
                  <a:lnTo>
                    <a:pt x="1291169" y="3880136"/>
                  </a:lnTo>
                  <a:lnTo>
                    <a:pt x="1291287" y="3880136"/>
                  </a:lnTo>
                  <a:lnTo>
                    <a:pt x="1291287" y="3879706"/>
                  </a:lnTo>
                  <a:lnTo>
                    <a:pt x="1291404" y="3879706"/>
                  </a:lnTo>
                  <a:lnTo>
                    <a:pt x="1291522" y="3879706"/>
                  </a:lnTo>
                  <a:lnTo>
                    <a:pt x="1291639" y="3879706"/>
                  </a:lnTo>
                  <a:lnTo>
                    <a:pt x="1291757" y="3879706"/>
                  </a:lnTo>
                  <a:lnTo>
                    <a:pt x="1291757" y="3879275"/>
                  </a:lnTo>
                  <a:lnTo>
                    <a:pt x="1291757" y="3878844"/>
                  </a:lnTo>
                  <a:lnTo>
                    <a:pt x="1291875" y="3878844"/>
                  </a:lnTo>
                  <a:lnTo>
                    <a:pt x="1291992" y="3878844"/>
                  </a:lnTo>
                  <a:lnTo>
                    <a:pt x="1291992" y="3878414"/>
                  </a:lnTo>
                  <a:lnTo>
                    <a:pt x="1292110" y="3878414"/>
                  </a:lnTo>
                  <a:lnTo>
                    <a:pt x="1292227" y="3878414"/>
                  </a:lnTo>
                  <a:lnTo>
                    <a:pt x="1292345" y="3878414"/>
                  </a:lnTo>
                  <a:lnTo>
                    <a:pt x="1292463" y="3878414"/>
                  </a:lnTo>
                  <a:lnTo>
                    <a:pt x="1292463" y="3877983"/>
                  </a:lnTo>
                  <a:lnTo>
                    <a:pt x="1292580" y="3877983"/>
                  </a:lnTo>
                  <a:lnTo>
                    <a:pt x="1292698" y="3877983"/>
                  </a:lnTo>
                  <a:lnTo>
                    <a:pt x="1292698" y="3877553"/>
                  </a:lnTo>
                  <a:lnTo>
                    <a:pt x="1292815" y="3877553"/>
                  </a:lnTo>
                  <a:lnTo>
                    <a:pt x="1292815" y="3877122"/>
                  </a:lnTo>
                  <a:lnTo>
                    <a:pt x="1292815" y="3876691"/>
                  </a:lnTo>
                  <a:lnTo>
                    <a:pt x="1292933" y="3876691"/>
                  </a:lnTo>
                  <a:lnTo>
                    <a:pt x="1293051" y="3876691"/>
                  </a:lnTo>
                  <a:lnTo>
                    <a:pt x="1293168" y="3876691"/>
                  </a:lnTo>
                  <a:lnTo>
                    <a:pt x="1293286" y="3876691"/>
                  </a:lnTo>
                  <a:lnTo>
                    <a:pt x="1293404" y="3876691"/>
                  </a:lnTo>
                  <a:lnTo>
                    <a:pt x="1293521" y="3876691"/>
                  </a:lnTo>
                  <a:lnTo>
                    <a:pt x="1293639" y="3876691"/>
                  </a:lnTo>
                  <a:lnTo>
                    <a:pt x="1293639" y="3876261"/>
                  </a:lnTo>
                  <a:lnTo>
                    <a:pt x="1293756" y="3876261"/>
                  </a:lnTo>
                  <a:lnTo>
                    <a:pt x="1293874" y="3876261"/>
                  </a:lnTo>
                  <a:lnTo>
                    <a:pt x="1293992" y="3876261"/>
                  </a:lnTo>
                  <a:lnTo>
                    <a:pt x="1294109" y="3876261"/>
                  </a:lnTo>
                  <a:lnTo>
                    <a:pt x="1294227" y="3876261"/>
                  </a:lnTo>
                  <a:lnTo>
                    <a:pt x="1294344" y="3876261"/>
                  </a:lnTo>
                  <a:lnTo>
                    <a:pt x="1294344" y="3875830"/>
                  </a:lnTo>
                  <a:lnTo>
                    <a:pt x="1294462" y="3875830"/>
                  </a:lnTo>
                  <a:lnTo>
                    <a:pt x="1294580" y="3875830"/>
                  </a:lnTo>
                  <a:lnTo>
                    <a:pt x="1294580" y="3875400"/>
                  </a:lnTo>
                  <a:lnTo>
                    <a:pt x="1294697" y="3875400"/>
                  </a:lnTo>
                  <a:lnTo>
                    <a:pt x="1294815" y="3875400"/>
                  </a:lnTo>
                  <a:lnTo>
                    <a:pt x="1294815" y="3874969"/>
                  </a:lnTo>
                  <a:lnTo>
                    <a:pt x="1294933" y="3874969"/>
                  </a:lnTo>
                  <a:lnTo>
                    <a:pt x="1295050" y="3874969"/>
                  </a:lnTo>
                  <a:lnTo>
                    <a:pt x="1295168" y="3874969"/>
                  </a:lnTo>
                  <a:lnTo>
                    <a:pt x="1295285" y="3874969"/>
                  </a:lnTo>
                  <a:lnTo>
                    <a:pt x="1295285" y="3874538"/>
                  </a:lnTo>
                  <a:lnTo>
                    <a:pt x="1295285" y="3874108"/>
                  </a:lnTo>
                  <a:lnTo>
                    <a:pt x="1295403" y="3874108"/>
                  </a:lnTo>
                  <a:lnTo>
                    <a:pt x="1295521" y="3874108"/>
                  </a:lnTo>
                  <a:lnTo>
                    <a:pt x="1295521" y="3873677"/>
                  </a:lnTo>
                  <a:lnTo>
                    <a:pt x="1295521" y="3873247"/>
                  </a:lnTo>
                  <a:lnTo>
                    <a:pt x="1295638" y="3873247"/>
                  </a:lnTo>
                  <a:lnTo>
                    <a:pt x="1295638" y="3872816"/>
                  </a:lnTo>
                  <a:lnTo>
                    <a:pt x="1295638" y="3872385"/>
                  </a:lnTo>
                  <a:lnTo>
                    <a:pt x="1295756" y="3872385"/>
                  </a:lnTo>
                  <a:lnTo>
                    <a:pt x="1295756" y="3871955"/>
                  </a:lnTo>
                  <a:lnTo>
                    <a:pt x="1295873" y="3871955"/>
                  </a:lnTo>
                  <a:lnTo>
                    <a:pt x="1295991" y="3871955"/>
                  </a:lnTo>
                  <a:lnTo>
                    <a:pt x="1295991" y="3871524"/>
                  </a:lnTo>
                  <a:lnTo>
                    <a:pt x="1296109" y="3871524"/>
                  </a:lnTo>
                  <a:lnTo>
                    <a:pt x="1296226" y="3871524"/>
                  </a:lnTo>
                  <a:lnTo>
                    <a:pt x="1296226" y="3871094"/>
                  </a:lnTo>
                  <a:lnTo>
                    <a:pt x="1296344" y="3871094"/>
                  </a:lnTo>
                  <a:lnTo>
                    <a:pt x="1296344" y="3870663"/>
                  </a:lnTo>
                  <a:lnTo>
                    <a:pt x="1296462" y="3870663"/>
                  </a:lnTo>
                  <a:lnTo>
                    <a:pt x="1296579" y="3870663"/>
                  </a:lnTo>
                  <a:lnTo>
                    <a:pt x="1296697" y="3870663"/>
                  </a:lnTo>
                  <a:lnTo>
                    <a:pt x="1296814" y="3870663"/>
                  </a:lnTo>
                  <a:lnTo>
                    <a:pt x="1296932" y="3870663"/>
                  </a:lnTo>
                  <a:lnTo>
                    <a:pt x="1297050" y="3870663"/>
                  </a:lnTo>
                  <a:lnTo>
                    <a:pt x="1297050" y="3870232"/>
                  </a:lnTo>
                  <a:lnTo>
                    <a:pt x="1297167" y="3870232"/>
                  </a:lnTo>
                  <a:lnTo>
                    <a:pt x="1297167" y="3869802"/>
                  </a:lnTo>
                  <a:lnTo>
                    <a:pt x="1297167" y="3869371"/>
                  </a:lnTo>
                  <a:lnTo>
                    <a:pt x="1297285" y="3869371"/>
                  </a:lnTo>
                  <a:lnTo>
                    <a:pt x="1297285" y="3868941"/>
                  </a:lnTo>
                  <a:lnTo>
                    <a:pt x="1297285" y="3868510"/>
                  </a:lnTo>
                  <a:lnTo>
                    <a:pt x="1297402" y="3868510"/>
                  </a:lnTo>
                  <a:lnTo>
                    <a:pt x="1297520" y="3868510"/>
                  </a:lnTo>
                  <a:lnTo>
                    <a:pt x="1297638" y="3868510"/>
                  </a:lnTo>
                  <a:lnTo>
                    <a:pt x="1297755" y="3868510"/>
                  </a:lnTo>
                  <a:lnTo>
                    <a:pt x="1297755" y="3868079"/>
                  </a:lnTo>
                  <a:lnTo>
                    <a:pt x="1297873" y="3868079"/>
                  </a:lnTo>
                  <a:lnTo>
                    <a:pt x="1297991" y="3868079"/>
                  </a:lnTo>
                  <a:lnTo>
                    <a:pt x="1298108" y="3868079"/>
                  </a:lnTo>
                  <a:lnTo>
                    <a:pt x="1298226" y="3868079"/>
                  </a:lnTo>
                  <a:lnTo>
                    <a:pt x="1298226" y="3867649"/>
                  </a:lnTo>
                  <a:lnTo>
                    <a:pt x="1298343" y="3867649"/>
                  </a:lnTo>
                  <a:lnTo>
                    <a:pt x="1298461" y="3867649"/>
                  </a:lnTo>
                  <a:lnTo>
                    <a:pt x="1298461" y="3867218"/>
                  </a:lnTo>
                  <a:lnTo>
                    <a:pt x="1298579" y="3867218"/>
                  </a:lnTo>
                  <a:lnTo>
                    <a:pt x="1298696" y="3867218"/>
                  </a:lnTo>
                  <a:lnTo>
                    <a:pt x="1298696" y="3866788"/>
                  </a:lnTo>
                  <a:lnTo>
                    <a:pt x="1298814" y="3866788"/>
                  </a:lnTo>
                  <a:lnTo>
                    <a:pt x="1298931" y="3866788"/>
                  </a:lnTo>
                  <a:lnTo>
                    <a:pt x="1298931" y="3866357"/>
                  </a:lnTo>
                  <a:lnTo>
                    <a:pt x="1299049" y="3866357"/>
                  </a:lnTo>
                  <a:lnTo>
                    <a:pt x="1299167" y="3866357"/>
                  </a:lnTo>
                  <a:lnTo>
                    <a:pt x="1299167" y="3865926"/>
                  </a:lnTo>
                  <a:lnTo>
                    <a:pt x="1299167" y="3865496"/>
                  </a:lnTo>
                  <a:lnTo>
                    <a:pt x="1299167" y="3865065"/>
                  </a:lnTo>
                  <a:lnTo>
                    <a:pt x="1299284" y="3865065"/>
                  </a:lnTo>
                  <a:lnTo>
                    <a:pt x="1299284" y="3864635"/>
                  </a:lnTo>
                  <a:lnTo>
                    <a:pt x="1299284" y="3864204"/>
                  </a:lnTo>
                  <a:lnTo>
                    <a:pt x="1299402" y="3864204"/>
                  </a:lnTo>
                  <a:lnTo>
                    <a:pt x="1299520" y="3864204"/>
                  </a:lnTo>
                  <a:lnTo>
                    <a:pt x="1299637" y="3864204"/>
                  </a:lnTo>
                  <a:lnTo>
                    <a:pt x="1299755" y="3864204"/>
                  </a:lnTo>
                  <a:lnTo>
                    <a:pt x="1299872" y="3864204"/>
                  </a:lnTo>
                  <a:lnTo>
                    <a:pt x="1299990" y="3864204"/>
                  </a:lnTo>
                  <a:lnTo>
                    <a:pt x="1300108" y="3864204"/>
                  </a:lnTo>
                  <a:lnTo>
                    <a:pt x="1300225" y="3864204"/>
                  </a:lnTo>
                  <a:lnTo>
                    <a:pt x="1300343" y="3864204"/>
                  </a:lnTo>
                  <a:lnTo>
                    <a:pt x="1300460" y="3864204"/>
                  </a:lnTo>
                  <a:lnTo>
                    <a:pt x="1300460" y="3863773"/>
                  </a:lnTo>
                  <a:lnTo>
                    <a:pt x="1300578" y="3863773"/>
                  </a:lnTo>
                  <a:lnTo>
                    <a:pt x="1300696" y="3863773"/>
                  </a:lnTo>
                  <a:lnTo>
                    <a:pt x="1300696" y="3863343"/>
                  </a:lnTo>
                  <a:lnTo>
                    <a:pt x="1300696" y="3862912"/>
                  </a:lnTo>
                  <a:lnTo>
                    <a:pt x="1300696" y="3862482"/>
                  </a:lnTo>
                  <a:lnTo>
                    <a:pt x="1300813" y="3862482"/>
                  </a:lnTo>
                  <a:lnTo>
                    <a:pt x="1300931" y="3862482"/>
                  </a:lnTo>
                  <a:lnTo>
                    <a:pt x="1300931" y="3862051"/>
                  </a:lnTo>
                  <a:lnTo>
                    <a:pt x="1301048" y="3862051"/>
                  </a:lnTo>
                  <a:lnTo>
                    <a:pt x="1301166" y="3862051"/>
                  </a:lnTo>
                  <a:lnTo>
                    <a:pt x="1301284" y="3862051"/>
                  </a:lnTo>
                  <a:lnTo>
                    <a:pt x="1301401" y="3862051"/>
                  </a:lnTo>
                  <a:lnTo>
                    <a:pt x="1301401" y="3861620"/>
                  </a:lnTo>
                  <a:lnTo>
                    <a:pt x="1301519" y="3861620"/>
                  </a:lnTo>
                  <a:lnTo>
                    <a:pt x="1301637" y="3861620"/>
                  </a:lnTo>
                  <a:lnTo>
                    <a:pt x="1301637" y="3861190"/>
                  </a:lnTo>
                  <a:lnTo>
                    <a:pt x="1301754" y="3861190"/>
                  </a:lnTo>
                  <a:lnTo>
                    <a:pt x="1301754" y="3860759"/>
                  </a:lnTo>
                  <a:lnTo>
                    <a:pt x="1301754" y="3860329"/>
                  </a:lnTo>
                  <a:lnTo>
                    <a:pt x="1301872" y="3860329"/>
                  </a:lnTo>
                  <a:lnTo>
                    <a:pt x="1301989" y="3860329"/>
                  </a:lnTo>
                  <a:lnTo>
                    <a:pt x="1301989" y="3859898"/>
                  </a:lnTo>
                  <a:lnTo>
                    <a:pt x="1302107" y="3859898"/>
                  </a:lnTo>
                  <a:lnTo>
                    <a:pt x="1302225" y="3859898"/>
                  </a:lnTo>
                  <a:lnTo>
                    <a:pt x="1302342" y="3859898"/>
                  </a:lnTo>
                  <a:lnTo>
                    <a:pt x="1302342" y="3859467"/>
                  </a:lnTo>
                  <a:lnTo>
                    <a:pt x="1302460" y="3859467"/>
                  </a:lnTo>
                  <a:lnTo>
                    <a:pt x="1302460" y="3859037"/>
                  </a:lnTo>
                  <a:lnTo>
                    <a:pt x="1302577" y="3859037"/>
                  </a:lnTo>
                  <a:lnTo>
                    <a:pt x="1302577" y="3858606"/>
                  </a:lnTo>
                  <a:lnTo>
                    <a:pt x="1302695" y="3858606"/>
                  </a:lnTo>
                  <a:lnTo>
                    <a:pt x="1302813" y="3858606"/>
                  </a:lnTo>
                  <a:lnTo>
                    <a:pt x="1302930" y="3858606"/>
                  </a:lnTo>
                  <a:lnTo>
                    <a:pt x="1303048" y="3858606"/>
                  </a:lnTo>
                  <a:lnTo>
                    <a:pt x="1303166" y="3858606"/>
                  </a:lnTo>
                  <a:lnTo>
                    <a:pt x="1303166" y="3858176"/>
                  </a:lnTo>
                  <a:lnTo>
                    <a:pt x="1303166" y="3857745"/>
                  </a:lnTo>
                  <a:lnTo>
                    <a:pt x="1303283" y="3857745"/>
                  </a:lnTo>
                  <a:lnTo>
                    <a:pt x="1303401" y="3857745"/>
                  </a:lnTo>
                  <a:lnTo>
                    <a:pt x="1303518" y="3857745"/>
                  </a:lnTo>
                  <a:lnTo>
                    <a:pt x="1303518" y="3857314"/>
                  </a:lnTo>
                  <a:lnTo>
                    <a:pt x="1303636" y="3857314"/>
                  </a:lnTo>
                  <a:lnTo>
                    <a:pt x="1303754" y="3857314"/>
                  </a:lnTo>
                  <a:lnTo>
                    <a:pt x="1303871" y="3857314"/>
                  </a:lnTo>
                  <a:lnTo>
                    <a:pt x="1303871" y="3856884"/>
                  </a:lnTo>
                  <a:lnTo>
                    <a:pt x="1303989" y="3856884"/>
                  </a:lnTo>
                  <a:lnTo>
                    <a:pt x="1304106" y="3856884"/>
                  </a:lnTo>
                  <a:lnTo>
                    <a:pt x="1304224" y="3856884"/>
                  </a:lnTo>
                  <a:lnTo>
                    <a:pt x="1304342" y="3856884"/>
                  </a:lnTo>
                  <a:lnTo>
                    <a:pt x="1304342" y="3856453"/>
                  </a:lnTo>
                  <a:lnTo>
                    <a:pt x="1304459" y="3856453"/>
                  </a:lnTo>
                  <a:lnTo>
                    <a:pt x="1304577" y="3856453"/>
                  </a:lnTo>
                  <a:lnTo>
                    <a:pt x="1304695" y="3856453"/>
                  </a:lnTo>
                  <a:lnTo>
                    <a:pt x="1304812" y="3856453"/>
                  </a:lnTo>
                  <a:lnTo>
                    <a:pt x="1304930" y="3856453"/>
                  </a:lnTo>
                  <a:lnTo>
                    <a:pt x="1304930" y="3856023"/>
                  </a:lnTo>
                  <a:lnTo>
                    <a:pt x="1305047" y="3856023"/>
                  </a:lnTo>
                  <a:lnTo>
                    <a:pt x="1305165" y="3856023"/>
                  </a:lnTo>
                  <a:lnTo>
                    <a:pt x="1305283" y="3856023"/>
                  </a:lnTo>
                  <a:lnTo>
                    <a:pt x="1305400" y="3856023"/>
                  </a:lnTo>
                  <a:lnTo>
                    <a:pt x="1305518" y="3856023"/>
                  </a:lnTo>
                  <a:lnTo>
                    <a:pt x="1305635" y="3856023"/>
                  </a:lnTo>
                  <a:lnTo>
                    <a:pt x="1305753" y="3856023"/>
                  </a:lnTo>
                  <a:lnTo>
                    <a:pt x="1305753" y="3855592"/>
                  </a:lnTo>
                  <a:lnTo>
                    <a:pt x="1305871" y="3855592"/>
                  </a:lnTo>
                  <a:lnTo>
                    <a:pt x="1305988" y="3855592"/>
                  </a:lnTo>
                  <a:lnTo>
                    <a:pt x="1306106" y="3855592"/>
                  </a:lnTo>
                  <a:lnTo>
                    <a:pt x="1306106" y="3855161"/>
                  </a:lnTo>
                  <a:lnTo>
                    <a:pt x="1306224" y="3855161"/>
                  </a:lnTo>
                  <a:lnTo>
                    <a:pt x="1306341" y="3855161"/>
                  </a:lnTo>
                  <a:lnTo>
                    <a:pt x="1306459" y="3855161"/>
                  </a:lnTo>
                  <a:lnTo>
                    <a:pt x="1306459" y="3854731"/>
                  </a:lnTo>
                  <a:lnTo>
                    <a:pt x="1306459" y="3854300"/>
                  </a:lnTo>
                  <a:lnTo>
                    <a:pt x="1306576" y="3854300"/>
                  </a:lnTo>
                  <a:lnTo>
                    <a:pt x="1306576" y="3853870"/>
                  </a:lnTo>
                  <a:lnTo>
                    <a:pt x="1306694" y="3853870"/>
                  </a:lnTo>
                  <a:lnTo>
                    <a:pt x="1306812" y="3853870"/>
                  </a:lnTo>
                  <a:lnTo>
                    <a:pt x="1306812" y="3853439"/>
                  </a:lnTo>
                  <a:lnTo>
                    <a:pt x="1306812" y="3853008"/>
                  </a:lnTo>
                  <a:lnTo>
                    <a:pt x="1306812" y="3852578"/>
                  </a:lnTo>
                  <a:lnTo>
                    <a:pt x="1306812" y="3852147"/>
                  </a:lnTo>
                  <a:lnTo>
                    <a:pt x="1306929" y="3852147"/>
                  </a:lnTo>
                  <a:lnTo>
                    <a:pt x="1307047" y="3852147"/>
                  </a:lnTo>
                  <a:lnTo>
                    <a:pt x="1307164" y="3852147"/>
                  </a:lnTo>
                  <a:lnTo>
                    <a:pt x="1307282" y="3852147"/>
                  </a:lnTo>
                  <a:lnTo>
                    <a:pt x="1307400" y="3852147"/>
                  </a:lnTo>
                  <a:lnTo>
                    <a:pt x="1307517" y="3852147"/>
                  </a:lnTo>
                  <a:lnTo>
                    <a:pt x="1307635" y="3852147"/>
                  </a:lnTo>
                  <a:lnTo>
                    <a:pt x="1307753" y="3852147"/>
                  </a:lnTo>
                  <a:lnTo>
                    <a:pt x="1307870" y="3852147"/>
                  </a:lnTo>
                  <a:lnTo>
                    <a:pt x="1307870" y="3851717"/>
                  </a:lnTo>
                  <a:lnTo>
                    <a:pt x="1307988" y="3851717"/>
                  </a:lnTo>
                  <a:lnTo>
                    <a:pt x="1307988" y="3851286"/>
                  </a:lnTo>
                  <a:lnTo>
                    <a:pt x="1307988" y="3850855"/>
                  </a:lnTo>
                  <a:lnTo>
                    <a:pt x="1307988" y="3850425"/>
                  </a:lnTo>
                  <a:lnTo>
                    <a:pt x="1308105" y="3850425"/>
                  </a:lnTo>
                  <a:lnTo>
                    <a:pt x="1308223" y="3850425"/>
                  </a:lnTo>
                  <a:lnTo>
                    <a:pt x="1308223" y="3849994"/>
                  </a:lnTo>
                  <a:lnTo>
                    <a:pt x="1308341" y="3849994"/>
                  </a:lnTo>
                  <a:lnTo>
                    <a:pt x="1308458" y="3849994"/>
                  </a:lnTo>
                  <a:lnTo>
                    <a:pt x="1308576" y="3849994"/>
                  </a:lnTo>
                  <a:lnTo>
                    <a:pt x="1308693" y="3849994"/>
                  </a:lnTo>
                  <a:lnTo>
                    <a:pt x="1308693" y="3849564"/>
                  </a:lnTo>
                  <a:lnTo>
                    <a:pt x="1308811" y="3849564"/>
                  </a:lnTo>
                  <a:lnTo>
                    <a:pt x="1308811" y="3849133"/>
                  </a:lnTo>
                  <a:lnTo>
                    <a:pt x="1308929" y="3849133"/>
                  </a:lnTo>
                  <a:lnTo>
                    <a:pt x="1309046" y="3849133"/>
                  </a:lnTo>
                  <a:lnTo>
                    <a:pt x="1309164" y="3849133"/>
                  </a:lnTo>
                  <a:lnTo>
                    <a:pt x="1309164" y="3848702"/>
                  </a:lnTo>
                  <a:lnTo>
                    <a:pt x="1309281" y="3848702"/>
                  </a:lnTo>
                  <a:lnTo>
                    <a:pt x="1309399" y="3848702"/>
                  </a:lnTo>
                  <a:lnTo>
                    <a:pt x="1309517" y="3848702"/>
                  </a:lnTo>
                  <a:lnTo>
                    <a:pt x="1309634" y="3848702"/>
                  </a:lnTo>
                  <a:lnTo>
                    <a:pt x="1309752" y="3848702"/>
                  </a:lnTo>
                  <a:lnTo>
                    <a:pt x="1309870" y="3848702"/>
                  </a:lnTo>
                  <a:lnTo>
                    <a:pt x="1309987" y="3848702"/>
                  </a:lnTo>
                  <a:lnTo>
                    <a:pt x="1309987" y="3848272"/>
                  </a:lnTo>
                  <a:lnTo>
                    <a:pt x="1309987" y="3847841"/>
                  </a:lnTo>
                  <a:lnTo>
                    <a:pt x="1310105" y="3847841"/>
                  </a:lnTo>
                  <a:lnTo>
                    <a:pt x="1310222" y="3847841"/>
                  </a:lnTo>
                  <a:lnTo>
                    <a:pt x="1310340" y="3847841"/>
                  </a:lnTo>
                  <a:lnTo>
                    <a:pt x="1310458" y="3847841"/>
                  </a:lnTo>
                  <a:lnTo>
                    <a:pt x="1310458" y="3847411"/>
                  </a:lnTo>
                  <a:lnTo>
                    <a:pt x="1310575" y="3847411"/>
                  </a:lnTo>
                  <a:lnTo>
                    <a:pt x="1310693" y="3847411"/>
                  </a:lnTo>
                  <a:lnTo>
                    <a:pt x="1310810" y="3847411"/>
                  </a:lnTo>
                  <a:lnTo>
                    <a:pt x="1310810" y="3846980"/>
                  </a:lnTo>
                  <a:lnTo>
                    <a:pt x="1310928" y="3846980"/>
                  </a:lnTo>
                  <a:lnTo>
                    <a:pt x="1311046" y="3846980"/>
                  </a:lnTo>
                  <a:lnTo>
                    <a:pt x="1311046" y="3846549"/>
                  </a:lnTo>
                  <a:lnTo>
                    <a:pt x="1311163" y="3846549"/>
                  </a:lnTo>
                  <a:lnTo>
                    <a:pt x="1311281" y="3846549"/>
                  </a:lnTo>
                  <a:lnTo>
                    <a:pt x="1311399" y="3846549"/>
                  </a:lnTo>
                  <a:lnTo>
                    <a:pt x="1311516" y="3846549"/>
                  </a:lnTo>
                  <a:lnTo>
                    <a:pt x="1311634" y="3846549"/>
                  </a:lnTo>
                  <a:lnTo>
                    <a:pt x="1311634" y="3846119"/>
                  </a:lnTo>
                  <a:lnTo>
                    <a:pt x="1311751" y="3846119"/>
                  </a:lnTo>
                  <a:lnTo>
                    <a:pt x="1311869" y="3846119"/>
                  </a:lnTo>
                  <a:lnTo>
                    <a:pt x="1311869" y="3845688"/>
                  </a:lnTo>
                  <a:lnTo>
                    <a:pt x="1311869" y="3845258"/>
                  </a:lnTo>
                  <a:lnTo>
                    <a:pt x="1311869" y="3844827"/>
                  </a:lnTo>
                  <a:lnTo>
                    <a:pt x="1311987" y="3844827"/>
                  </a:lnTo>
                  <a:lnTo>
                    <a:pt x="1312104" y="3844827"/>
                  </a:lnTo>
                  <a:lnTo>
                    <a:pt x="1312222" y="3844827"/>
                  </a:lnTo>
                  <a:lnTo>
                    <a:pt x="1312222" y="3844396"/>
                  </a:lnTo>
                  <a:lnTo>
                    <a:pt x="1312339" y="3844396"/>
                  </a:lnTo>
                  <a:lnTo>
                    <a:pt x="1312457" y="3844396"/>
                  </a:lnTo>
                  <a:lnTo>
                    <a:pt x="1312575" y="3844396"/>
                  </a:lnTo>
                  <a:lnTo>
                    <a:pt x="1312692" y="3844396"/>
                  </a:lnTo>
                  <a:lnTo>
                    <a:pt x="1312810" y="3844396"/>
                  </a:lnTo>
                  <a:lnTo>
                    <a:pt x="1312810" y="3843966"/>
                  </a:lnTo>
                  <a:lnTo>
                    <a:pt x="1312810" y="3843535"/>
                  </a:lnTo>
                  <a:lnTo>
                    <a:pt x="1312928" y="3843535"/>
                  </a:lnTo>
                  <a:lnTo>
                    <a:pt x="1312928" y="3843105"/>
                  </a:lnTo>
                  <a:lnTo>
                    <a:pt x="1312928" y="3842674"/>
                  </a:lnTo>
                  <a:lnTo>
                    <a:pt x="1312928" y="3842243"/>
                  </a:lnTo>
                  <a:lnTo>
                    <a:pt x="1312928" y="3841813"/>
                  </a:lnTo>
                  <a:lnTo>
                    <a:pt x="1312928" y="3841382"/>
                  </a:lnTo>
                  <a:lnTo>
                    <a:pt x="1312928" y="3840952"/>
                  </a:lnTo>
                  <a:lnTo>
                    <a:pt x="1313045" y="3840952"/>
                  </a:lnTo>
                  <a:lnTo>
                    <a:pt x="1313163" y="3840952"/>
                  </a:lnTo>
                  <a:lnTo>
                    <a:pt x="1313280" y="3840952"/>
                  </a:lnTo>
                  <a:lnTo>
                    <a:pt x="1313398" y="3840952"/>
                  </a:lnTo>
                  <a:lnTo>
                    <a:pt x="1313516" y="3840952"/>
                  </a:lnTo>
                  <a:lnTo>
                    <a:pt x="1313633" y="3840952"/>
                  </a:lnTo>
                  <a:lnTo>
                    <a:pt x="1313633" y="3840521"/>
                  </a:lnTo>
                  <a:lnTo>
                    <a:pt x="1313751" y="3840521"/>
                  </a:lnTo>
                  <a:lnTo>
                    <a:pt x="1313751" y="3840090"/>
                  </a:lnTo>
                  <a:lnTo>
                    <a:pt x="1313868" y="3840090"/>
                  </a:lnTo>
                  <a:lnTo>
                    <a:pt x="1313868" y="3839660"/>
                  </a:lnTo>
                  <a:lnTo>
                    <a:pt x="1313986" y="3839660"/>
                  </a:lnTo>
                  <a:lnTo>
                    <a:pt x="1314104" y="3839660"/>
                  </a:lnTo>
                  <a:lnTo>
                    <a:pt x="1314221" y="3839660"/>
                  </a:lnTo>
                  <a:lnTo>
                    <a:pt x="1314221" y="3839229"/>
                  </a:lnTo>
                  <a:lnTo>
                    <a:pt x="1314339" y="3839229"/>
                  </a:lnTo>
                  <a:lnTo>
                    <a:pt x="1314457" y="3839229"/>
                  </a:lnTo>
                  <a:lnTo>
                    <a:pt x="1314574" y="3839229"/>
                  </a:lnTo>
                  <a:lnTo>
                    <a:pt x="1314574" y="3838799"/>
                  </a:lnTo>
                  <a:lnTo>
                    <a:pt x="1314692" y="3838799"/>
                  </a:lnTo>
                  <a:lnTo>
                    <a:pt x="1314692" y="3838368"/>
                  </a:lnTo>
                  <a:lnTo>
                    <a:pt x="1314809" y="3838368"/>
                  </a:lnTo>
                  <a:lnTo>
                    <a:pt x="1314927" y="3838368"/>
                  </a:lnTo>
                  <a:lnTo>
                    <a:pt x="1315045" y="3838368"/>
                  </a:lnTo>
                  <a:lnTo>
                    <a:pt x="1315045" y="3837937"/>
                  </a:lnTo>
                  <a:lnTo>
                    <a:pt x="1315162" y="3837937"/>
                  </a:lnTo>
                  <a:lnTo>
                    <a:pt x="1315280" y="3837937"/>
                  </a:lnTo>
                  <a:lnTo>
                    <a:pt x="1315397" y="3837937"/>
                  </a:lnTo>
                  <a:lnTo>
                    <a:pt x="1315515" y="3837937"/>
                  </a:lnTo>
                  <a:lnTo>
                    <a:pt x="1315633" y="3837937"/>
                  </a:lnTo>
                  <a:lnTo>
                    <a:pt x="1315633" y="3837507"/>
                  </a:lnTo>
                  <a:lnTo>
                    <a:pt x="1315633" y="3837076"/>
                  </a:lnTo>
                  <a:lnTo>
                    <a:pt x="1315750" y="3837076"/>
                  </a:lnTo>
                  <a:lnTo>
                    <a:pt x="1315750" y="3836646"/>
                  </a:lnTo>
                  <a:lnTo>
                    <a:pt x="1315868" y="3836646"/>
                  </a:lnTo>
                  <a:lnTo>
                    <a:pt x="1315868" y="3836215"/>
                  </a:lnTo>
                  <a:lnTo>
                    <a:pt x="1315986" y="3836215"/>
                  </a:lnTo>
                  <a:lnTo>
                    <a:pt x="1316103" y="3836215"/>
                  </a:lnTo>
                  <a:lnTo>
                    <a:pt x="1316221" y="3836215"/>
                  </a:lnTo>
                  <a:lnTo>
                    <a:pt x="1316338" y="3836215"/>
                  </a:lnTo>
                  <a:lnTo>
                    <a:pt x="1316456" y="3836215"/>
                  </a:lnTo>
                  <a:lnTo>
                    <a:pt x="1316574" y="3836215"/>
                  </a:lnTo>
                  <a:lnTo>
                    <a:pt x="1316691" y="3836215"/>
                  </a:lnTo>
                  <a:lnTo>
                    <a:pt x="1316809" y="3836215"/>
                  </a:lnTo>
                  <a:lnTo>
                    <a:pt x="1316809" y="3835784"/>
                  </a:lnTo>
                  <a:lnTo>
                    <a:pt x="1316809" y="3835354"/>
                  </a:lnTo>
                  <a:lnTo>
                    <a:pt x="1316809" y="3834923"/>
                  </a:lnTo>
                  <a:lnTo>
                    <a:pt x="1316926" y="3834923"/>
                  </a:lnTo>
                  <a:lnTo>
                    <a:pt x="1317044" y="3834923"/>
                  </a:lnTo>
                  <a:lnTo>
                    <a:pt x="1317162" y="3834923"/>
                  </a:lnTo>
                  <a:lnTo>
                    <a:pt x="1317279" y="3834923"/>
                  </a:lnTo>
                  <a:lnTo>
                    <a:pt x="1317397" y="3834923"/>
                  </a:lnTo>
                  <a:lnTo>
                    <a:pt x="1317514" y="3834923"/>
                  </a:lnTo>
                  <a:lnTo>
                    <a:pt x="1317632" y="3834923"/>
                  </a:lnTo>
                  <a:lnTo>
                    <a:pt x="1317750" y="3834923"/>
                  </a:lnTo>
                  <a:lnTo>
                    <a:pt x="1317867" y="3834923"/>
                  </a:lnTo>
                  <a:lnTo>
                    <a:pt x="1317985" y="3834923"/>
                  </a:lnTo>
                  <a:lnTo>
                    <a:pt x="1317985" y="3834493"/>
                  </a:lnTo>
                  <a:lnTo>
                    <a:pt x="1318103" y="3834493"/>
                  </a:lnTo>
                  <a:lnTo>
                    <a:pt x="1318220" y="3834493"/>
                  </a:lnTo>
                  <a:lnTo>
                    <a:pt x="1318338" y="3834493"/>
                  </a:lnTo>
                  <a:lnTo>
                    <a:pt x="1318338" y="3834062"/>
                  </a:lnTo>
                  <a:lnTo>
                    <a:pt x="1318338" y="3833631"/>
                  </a:lnTo>
                  <a:lnTo>
                    <a:pt x="1318455" y="3833631"/>
                  </a:lnTo>
                  <a:lnTo>
                    <a:pt x="1318573" y="3833631"/>
                  </a:lnTo>
                  <a:lnTo>
                    <a:pt x="1318691" y="3833631"/>
                  </a:lnTo>
                  <a:lnTo>
                    <a:pt x="1318808" y="3833631"/>
                  </a:lnTo>
                  <a:lnTo>
                    <a:pt x="1318926" y="3833631"/>
                  </a:lnTo>
                  <a:lnTo>
                    <a:pt x="1318926" y="3833201"/>
                  </a:lnTo>
                  <a:lnTo>
                    <a:pt x="1318926" y="3832770"/>
                  </a:lnTo>
                  <a:lnTo>
                    <a:pt x="1319043" y="3832770"/>
                  </a:lnTo>
                  <a:lnTo>
                    <a:pt x="1319161" y="3832770"/>
                  </a:lnTo>
                  <a:lnTo>
                    <a:pt x="1319279" y="3832770"/>
                  </a:lnTo>
                  <a:lnTo>
                    <a:pt x="1319396" y="3832770"/>
                  </a:lnTo>
                  <a:lnTo>
                    <a:pt x="1319514" y="3832770"/>
                  </a:lnTo>
                  <a:lnTo>
                    <a:pt x="1319514" y="3832340"/>
                  </a:lnTo>
                  <a:lnTo>
                    <a:pt x="1319632" y="3832340"/>
                  </a:lnTo>
                  <a:lnTo>
                    <a:pt x="1319749" y="3832340"/>
                  </a:lnTo>
                  <a:lnTo>
                    <a:pt x="1319749" y="3831909"/>
                  </a:lnTo>
                  <a:lnTo>
                    <a:pt x="1319867" y="3831909"/>
                  </a:lnTo>
                  <a:lnTo>
                    <a:pt x="1319984" y="3831909"/>
                  </a:lnTo>
                  <a:lnTo>
                    <a:pt x="1320102" y="3831909"/>
                  </a:lnTo>
                  <a:lnTo>
                    <a:pt x="1320220" y="3831909"/>
                  </a:lnTo>
                  <a:lnTo>
                    <a:pt x="1320337" y="3831909"/>
                  </a:lnTo>
                  <a:lnTo>
                    <a:pt x="1320455" y="3831909"/>
                  </a:lnTo>
                  <a:lnTo>
                    <a:pt x="1320455" y="3831478"/>
                  </a:lnTo>
                  <a:lnTo>
                    <a:pt x="1320572" y="3831478"/>
                  </a:lnTo>
                  <a:lnTo>
                    <a:pt x="1320690" y="3831478"/>
                  </a:lnTo>
                  <a:lnTo>
                    <a:pt x="1320808" y="3831478"/>
                  </a:lnTo>
                  <a:lnTo>
                    <a:pt x="1320925" y="3831478"/>
                  </a:lnTo>
                  <a:lnTo>
                    <a:pt x="1321043" y="3831478"/>
                  </a:lnTo>
                  <a:lnTo>
                    <a:pt x="1321043" y="3831048"/>
                  </a:lnTo>
                  <a:lnTo>
                    <a:pt x="1321161" y="3831048"/>
                  </a:lnTo>
                  <a:lnTo>
                    <a:pt x="1321278" y="3831048"/>
                  </a:lnTo>
                  <a:lnTo>
                    <a:pt x="1321278" y="3830617"/>
                  </a:lnTo>
                  <a:lnTo>
                    <a:pt x="1321396" y="3830617"/>
                  </a:lnTo>
                  <a:lnTo>
                    <a:pt x="1321513" y="3830617"/>
                  </a:lnTo>
                  <a:lnTo>
                    <a:pt x="1321631" y="3830617"/>
                  </a:lnTo>
                  <a:lnTo>
                    <a:pt x="1321749" y="3830617"/>
                  </a:lnTo>
                  <a:lnTo>
                    <a:pt x="1321866" y="3830617"/>
                  </a:lnTo>
                  <a:lnTo>
                    <a:pt x="1321984" y="3830617"/>
                  </a:lnTo>
                  <a:lnTo>
                    <a:pt x="1322101" y="3830617"/>
                  </a:lnTo>
                  <a:lnTo>
                    <a:pt x="1322219" y="3830617"/>
                  </a:lnTo>
                  <a:lnTo>
                    <a:pt x="1322337" y="3830617"/>
                  </a:lnTo>
                  <a:lnTo>
                    <a:pt x="1322454" y="3830617"/>
                  </a:lnTo>
                  <a:lnTo>
                    <a:pt x="1322572" y="3830617"/>
                  </a:lnTo>
                  <a:lnTo>
                    <a:pt x="1322690" y="3830617"/>
                  </a:lnTo>
                  <a:lnTo>
                    <a:pt x="1322807" y="3830617"/>
                  </a:lnTo>
                  <a:lnTo>
                    <a:pt x="1322925" y="3830617"/>
                  </a:lnTo>
                  <a:lnTo>
                    <a:pt x="1322925" y="3830187"/>
                  </a:lnTo>
                  <a:lnTo>
                    <a:pt x="1323042" y="3830187"/>
                  </a:lnTo>
                  <a:lnTo>
                    <a:pt x="1323042" y="3829756"/>
                  </a:lnTo>
                  <a:lnTo>
                    <a:pt x="1323160" y="3829756"/>
                  </a:lnTo>
                  <a:lnTo>
                    <a:pt x="1323278" y="3829756"/>
                  </a:lnTo>
                  <a:lnTo>
                    <a:pt x="1323395" y="3829756"/>
                  </a:lnTo>
                  <a:lnTo>
                    <a:pt x="1323513" y="3829756"/>
                  </a:lnTo>
                  <a:lnTo>
                    <a:pt x="1323513" y="3829325"/>
                  </a:lnTo>
                  <a:lnTo>
                    <a:pt x="1323630" y="3829325"/>
                  </a:lnTo>
                  <a:lnTo>
                    <a:pt x="1323748" y="3829325"/>
                  </a:lnTo>
                  <a:lnTo>
                    <a:pt x="1323866" y="3829325"/>
                  </a:lnTo>
                  <a:lnTo>
                    <a:pt x="1323983" y="3829325"/>
                  </a:lnTo>
                  <a:lnTo>
                    <a:pt x="1324101" y="3829325"/>
                  </a:lnTo>
                  <a:lnTo>
                    <a:pt x="1324219" y="3829325"/>
                  </a:lnTo>
                  <a:lnTo>
                    <a:pt x="1324336" y="3829325"/>
                  </a:lnTo>
                  <a:lnTo>
                    <a:pt x="1324454" y="3829325"/>
                  </a:lnTo>
                  <a:lnTo>
                    <a:pt x="1324454" y="3828895"/>
                  </a:lnTo>
                  <a:lnTo>
                    <a:pt x="1324454" y="3828464"/>
                  </a:lnTo>
                  <a:lnTo>
                    <a:pt x="1324571" y="3828464"/>
                  </a:lnTo>
                  <a:lnTo>
                    <a:pt x="1324689" y="3828464"/>
                  </a:lnTo>
                  <a:lnTo>
                    <a:pt x="1324689" y="3828034"/>
                  </a:lnTo>
                  <a:lnTo>
                    <a:pt x="1324689" y="3827603"/>
                  </a:lnTo>
                  <a:lnTo>
                    <a:pt x="1324807" y="3827603"/>
                  </a:lnTo>
                  <a:lnTo>
                    <a:pt x="1324924" y="3827603"/>
                  </a:lnTo>
                  <a:lnTo>
                    <a:pt x="1324924" y="3827172"/>
                  </a:lnTo>
                  <a:lnTo>
                    <a:pt x="1325042" y="3827172"/>
                  </a:lnTo>
                  <a:lnTo>
                    <a:pt x="1325042" y="3826742"/>
                  </a:lnTo>
                  <a:lnTo>
                    <a:pt x="1325042" y="3826311"/>
                  </a:lnTo>
                  <a:lnTo>
                    <a:pt x="1325042" y="3825881"/>
                  </a:lnTo>
                  <a:lnTo>
                    <a:pt x="1325159" y="3825881"/>
                  </a:lnTo>
                  <a:lnTo>
                    <a:pt x="1325277" y="3825881"/>
                  </a:lnTo>
                  <a:lnTo>
                    <a:pt x="1325277" y="3825450"/>
                  </a:lnTo>
                  <a:lnTo>
                    <a:pt x="1325395" y="3825450"/>
                  </a:lnTo>
                  <a:lnTo>
                    <a:pt x="1325512" y="3825450"/>
                  </a:lnTo>
                  <a:lnTo>
                    <a:pt x="1325512" y="3825019"/>
                  </a:lnTo>
                  <a:lnTo>
                    <a:pt x="1325630" y="3825019"/>
                  </a:lnTo>
                  <a:lnTo>
                    <a:pt x="1325747" y="3825019"/>
                  </a:lnTo>
                  <a:lnTo>
                    <a:pt x="1325865" y="3825019"/>
                  </a:lnTo>
                  <a:lnTo>
                    <a:pt x="1325983" y="3825019"/>
                  </a:lnTo>
                  <a:lnTo>
                    <a:pt x="1325983" y="3824589"/>
                  </a:lnTo>
                  <a:lnTo>
                    <a:pt x="1325983" y="3824158"/>
                  </a:lnTo>
                  <a:lnTo>
                    <a:pt x="1326100" y="3824158"/>
                  </a:lnTo>
                  <a:lnTo>
                    <a:pt x="1326218" y="3824158"/>
                  </a:lnTo>
                  <a:lnTo>
                    <a:pt x="1326336" y="3824158"/>
                  </a:lnTo>
                  <a:lnTo>
                    <a:pt x="1326453" y="3824158"/>
                  </a:lnTo>
                  <a:lnTo>
                    <a:pt x="1326571" y="3824158"/>
                  </a:lnTo>
                  <a:lnTo>
                    <a:pt x="1326688" y="3824158"/>
                  </a:lnTo>
                  <a:lnTo>
                    <a:pt x="1326806" y="3824158"/>
                  </a:lnTo>
                  <a:lnTo>
                    <a:pt x="1326806" y="3823728"/>
                  </a:lnTo>
                  <a:lnTo>
                    <a:pt x="1326924" y="3823728"/>
                  </a:lnTo>
                  <a:lnTo>
                    <a:pt x="1326924" y="3823297"/>
                  </a:lnTo>
                  <a:lnTo>
                    <a:pt x="1327041" y="3823297"/>
                  </a:lnTo>
                  <a:lnTo>
                    <a:pt x="1327159" y="3823297"/>
                  </a:lnTo>
                  <a:lnTo>
                    <a:pt x="1327276" y="3823297"/>
                  </a:lnTo>
                  <a:lnTo>
                    <a:pt x="1327394" y="3823297"/>
                  </a:lnTo>
                  <a:lnTo>
                    <a:pt x="1327512" y="3823297"/>
                  </a:lnTo>
                  <a:lnTo>
                    <a:pt x="1327629" y="3823297"/>
                  </a:lnTo>
                  <a:lnTo>
                    <a:pt x="1327747" y="3823297"/>
                  </a:lnTo>
                  <a:lnTo>
                    <a:pt x="1327865" y="3823297"/>
                  </a:lnTo>
                  <a:lnTo>
                    <a:pt x="1327982" y="3823297"/>
                  </a:lnTo>
                  <a:lnTo>
                    <a:pt x="1327982" y="3822866"/>
                  </a:lnTo>
                  <a:lnTo>
                    <a:pt x="1327982" y="3822436"/>
                  </a:lnTo>
                  <a:lnTo>
                    <a:pt x="1327982" y="3822005"/>
                  </a:lnTo>
                  <a:lnTo>
                    <a:pt x="1328100" y="3822005"/>
                  </a:lnTo>
                  <a:lnTo>
                    <a:pt x="1328100" y="3821575"/>
                  </a:lnTo>
                  <a:lnTo>
                    <a:pt x="1328217" y="3821575"/>
                  </a:lnTo>
                  <a:lnTo>
                    <a:pt x="1328217" y="3821144"/>
                  </a:lnTo>
                  <a:lnTo>
                    <a:pt x="1328335" y="3821144"/>
                  </a:lnTo>
                  <a:lnTo>
                    <a:pt x="1328453" y="3821144"/>
                  </a:lnTo>
                  <a:lnTo>
                    <a:pt x="1328570" y="3821144"/>
                  </a:lnTo>
                  <a:lnTo>
                    <a:pt x="1328570" y="3820713"/>
                  </a:lnTo>
                  <a:lnTo>
                    <a:pt x="1328688" y="3820713"/>
                  </a:lnTo>
                  <a:lnTo>
                    <a:pt x="1328805" y="3820713"/>
                  </a:lnTo>
                  <a:lnTo>
                    <a:pt x="1328923" y="3820713"/>
                  </a:lnTo>
                  <a:lnTo>
                    <a:pt x="1329041" y="3820713"/>
                  </a:lnTo>
                  <a:lnTo>
                    <a:pt x="1329158" y="3820713"/>
                  </a:lnTo>
                  <a:lnTo>
                    <a:pt x="1329158" y="3820283"/>
                  </a:lnTo>
                  <a:lnTo>
                    <a:pt x="1329276" y="3820283"/>
                  </a:lnTo>
                  <a:lnTo>
                    <a:pt x="1329394" y="3820283"/>
                  </a:lnTo>
                  <a:lnTo>
                    <a:pt x="1329511" y="3820283"/>
                  </a:lnTo>
                  <a:lnTo>
                    <a:pt x="1329629" y="3820283"/>
                  </a:lnTo>
                  <a:lnTo>
                    <a:pt x="1329746" y="3820283"/>
                  </a:lnTo>
                  <a:lnTo>
                    <a:pt x="1329864" y="3820283"/>
                  </a:lnTo>
                  <a:lnTo>
                    <a:pt x="1329982" y="3820283"/>
                  </a:lnTo>
                  <a:lnTo>
                    <a:pt x="1329982" y="3819852"/>
                  </a:lnTo>
                  <a:lnTo>
                    <a:pt x="1330099" y="3819852"/>
                  </a:lnTo>
                  <a:lnTo>
                    <a:pt x="1330217" y="3819852"/>
                  </a:lnTo>
                  <a:lnTo>
                    <a:pt x="1330334" y="3819852"/>
                  </a:lnTo>
                  <a:lnTo>
                    <a:pt x="1330334" y="3819422"/>
                  </a:lnTo>
                  <a:lnTo>
                    <a:pt x="1330334" y="3818991"/>
                  </a:lnTo>
                  <a:lnTo>
                    <a:pt x="1330452" y="3818991"/>
                  </a:lnTo>
                  <a:lnTo>
                    <a:pt x="1330570" y="3818991"/>
                  </a:lnTo>
                  <a:lnTo>
                    <a:pt x="1330570" y="3818560"/>
                  </a:lnTo>
                  <a:lnTo>
                    <a:pt x="1330687" y="3818560"/>
                  </a:lnTo>
                  <a:lnTo>
                    <a:pt x="1330805" y="3818560"/>
                  </a:lnTo>
                  <a:lnTo>
                    <a:pt x="1330923" y="3818560"/>
                  </a:lnTo>
                  <a:lnTo>
                    <a:pt x="1331040" y="3818560"/>
                  </a:lnTo>
                  <a:lnTo>
                    <a:pt x="1331158" y="3818560"/>
                  </a:lnTo>
                  <a:lnTo>
                    <a:pt x="1331275" y="3818560"/>
                  </a:lnTo>
                  <a:lnTo>
                    <a:pt x="1331275" y="3818130"/>
                  </a:lnTo>
                  <a:lnTo>
                    <a:pt x="1331393" y="3818130"/>
                  </a:lnTo>
                  <a:lnTo>
                    <a:pt x="1331393" y="3817699"/>
                  </a:lnTo>
                  <a:lnTo>
                    <a:pt x="1331511" y="3817699"/>
                  </a:lnTo>
                  <a:lnTo>
                    <a:pt x="1331628" y="3817699"/>
                  </a:lnTo>
                  <a:lnTo>
                    <a:pt x="1331746" y="3817699"/>
                  </a:lnTo>
                  <a:lnTo>
                    <a:pt x="1331863" y="3817699"/>
                  </a:lnTo>
                  <a:lnTo>
                    <a:pt x="1331981" y="3817699"/>
                  </a:lnTo>
                  <a:lnTo>
                    <a:pt x="1331981" y="3817269"/>
                  </a:lnTo>
                  <a:lnTo>
                    <a:pt x="1332099" y="3817269"/>
                  </a:lnTo>
                  <a:lnTo>
                    <a:pt x="1332216" y="3817269"/>
                  </a:lnTo>
                  <a:lnTo>
                    <a:pt x="1332334" y="3817269"/>
                  </a:lnTo>
                  <a:lnTo>
                    <a:pt x="1332452" y="3817269"/>
                  </a:lnTo>
                  <a:lnTo>
                    <a:pt x="1332452" y="3816838"/>
                  </a:lnTo>
                  <a:lnTo>
                    <a:pt x="1332569" y="3816838"/>
                  </a:lnTo>
                  <a:lnTo>
                    <a:pt x="1332687" y="3816838"/>
                  </a:lnTo>
                  <a:lnTo>
                    <a:pt x="1332804" y="3816838"/>
                  </a:lnTo>
                  <a:lnTo>
                    <a:pt x="1332922" y="3816838"/>
                  </a:lnTo>
                  <a:lnTo>
                    <a:pt x="1333040" y="3816838"/>
                  </a:lnTo>
                  <a:lnTo>
                    <a:pt x="1333040" y="3816407"/>
                  </a:lnTo>
                  <a:lnTo>
                    <a:pt x="1333157" y="3816407"/>
                  </a:lnTo>
                  <a:lnTo>
                    <a:pt x="1333275" y="3816407"/>
                  </a:lnTo>
                  <a:lnTo>
                    <a:pt x="1333275" y="3815977"/>
                  </a:lnTo>
                  <a:lnTo>
                    <a:pt x="1333275" y="3815546"/>
                  </a:lnTo>
                  <a:lnTo>
                    <a:pt x="1333392" y="3815546"/>
                  </a:lnTo>
                  <a:lnTo>
                    <a:pt x="1333510" y="3815546"/>
                  </a:lnTo>
                  <a:lnTo>
                    <a:pt x="1333628" y="3815546"/>
                  </a:lnTo>
                  <a:lnTo>
                    <a:pt x="1333745" y="3815546"/>
                  </a:lnTo>
                  <a:lnTo>
                    <a:pt x="1333863" y="3815546"/>
                  </a:lnTo>
                  <a:lnTo>
                    <a:pt x="1333980" y="3815546"/>
                  </a:lnTo>
                  <a:lnTo>
                    <a:pt x="1334098" y="3815546"/>
                  </a:lnTo>
                  <a:lnTo>
                    <a:pt x="1334216" y="3815546"/>
                  </a:lnTo>
                  <a:lnTo>
                    <a:pt x="1334333" y="3815546"/>
                  </a:lnTo>
                  <a:lnTo>
                    <a:pt x="1334451" y="3815546"/>
                  </a:lnTo>
                  <a:lnTo>
                    <a:pt x="1334451" y="3815116"/>
                  </a:lnTo>
                  <a:lnTo>
                    <a:pt x="1334569" y="3815116"/>
                  </a:lnTo>
                  <a:lnTo>
                    <a:pt x="1334686" y="3815116"/>
                  </a:lnTo>
                  <a:lnTo>
                    <a:pt x="1334804" y="3815116"/>
                  </a:lnTo>
                  <a:lnTo>
                    <a:pt x="1334921" y="3815116"/>
                  </a:lnTo>
                  <a:lnTo>
                    <a:pt x="1334921" y="3814685"/>
                  </a:lnTo>
                  <a:lnTo>
                    <a:pt x="1335039" y="3814685"/>
                  </a:lnTo>
                  <a:lnTo>
                    <a:pt x="1335157" y="3814685"/>
                  </a:lnTo>
                  <a:lnTo>
                    <a:pt x="1335274" y="3814685"/>
                  </a:lnTo>
                  <a:lnTo>
                    <a:pt x="1335392" y="3814685"/>
                  </a:lnTo>
                  <a:lnTo>
                    <a:pt x="1335509" y="3814685"/>
                  </a:lnTo>
                  <a:lnTo>
                    <a:pt x="1335627" y="3814685"/>
                  </a:lnTo>
                  <a:lnTo>
                    <a:pt x="1335627" y="3814254"/>
                  </a:lnTo>
                  <a:lnTo>
                    <a:pt x="1335745" y="3814254"/>
                  </a:lnTo>
                  <a:lnTo>
                    <a:pt x="1335862" y="3814254"/>
                  </a:lnTo>
                  <a:lnTo>
                    <a:pt x="1335980" y="3814254"/>
                  </a:lnTo>
                  <a:lnTo>
                    <a:pt x="1336098" y="3814254"/>
                  </a:lnTo>
                  <a:lnTo>
                    <a:pt x="1336098" y="3813824"/>
                  </a:lnTo>
                  <a:lnTo>
                    <a:pt x="1336098" y="3813393"/>
                  </a:lnTo>
                  <a:lnTo>
                    <a:pt x="1336215" y="3813393"/>
                  </a:lnTo>
                  <a:lnTo>
                    <a:pt x="1336333" y="3813393"/>
                  </a:lnTo>
                  <a:lnTo>
                    <a:pt x="1336450" y="3813393"/>
                  </a:lnTo>
                  <a:lnTo>
                    <a:pt x="1336568" y="3813393"/>
                  </a:lnTo>
                  <a:lnTo>
                    <a:pt x="1336686" y="3813393"/>
                  </a:lnTo>
                  <a:lnTo>
                    <a:pt x="1336803" y="3813393"/>
                  </a:lnTo>
                  <a:lnTo>
                    <a:pt x="1336803" y="3812963"/>
                  </a:lnTo>
                  <a:lnTo>
                    <a:pt x="1336921" y="3812963"/>
                  </a:lnTo>
                  <a:lnTo>
                    <a:pt x="1337038" y="3812963"/>
                  </a:lnTo>
                  <a:lnTo>
                    <a:pt x="1337156" y="3812963"/>
                  </a:lnTo>
                  <a:lnTo>
                    <a:pt x="1337156" y="3812532"/>
                  </a:lnTo>
                  <a:lnTo>
                    <a:pt x="1337274" y="3812532"/>
                  </a:lnTo>
                  <a:lnTo>
                    <a:pt x="1337391" y="3812532"/>
                  </a:lnTo>
                  <a:lnTo>
                    <a:pt x="1337509" y="3812532"/>
                  </a:lnTo>
                  <a:lnTo>
                    <a:pt x="1337509" y="3812101"/>
                  </a:lnTo>
                  <a:lnTo>
                    <a:pt x="1337509" y="3811671"/>
                  </a:lnTo>
                  <a:lnTo>
                    <a:pt x="1337627" y="3811671"/>
                  </a:lnTo>
                  <a:lnTo>
                    <a:pt x="1337744" y="3811671"/>
                  </a:lnTo>
                  <a:lnTo>
                    <a:pt x="1337862" y="3811671"/>
                  </a:lnTo>
                  <a:lnTo>
                    <a:pt x="1337979" y="3811671"/>
                  </a:lnTo>
                  <a:lnTo>
                    <a:pt x="1337979" y="3811240"/>
                  </a:lnTo>
                  <a:lnTo>
                    <a:pt x="1337979" y="3810810"/>
                  </a:lnTo>
                  <a:lnTo>
                    <a:pt x="1338097" y="3810810"/>
                  </a:lnTo>
                  <a:lnTo>
                    <a:pt x="1338215" y="3810810"/>
                  </a:lnTo>
                  <a:lnTo>
                    <a:pt x="1338215" y="3810379"/>
                  </a:lnTo>
                  <a:lnTo>
                    <a:pt x="1338332" y="3810379"/>
                  </a:lnTo>
                  <a:lnTo>
                    <a:pt x="1338332" y="3809948"/>
                  </a:lnTo>
                  <a:lnTo>
                    <a:pt x="1338450" y="3809948"/>
                  </a:lnTo>
                  <a:lnTo>
                    <a:pt x="1338567" y="3809948"/>
                  </a:lnTo>
                  <a:lnTo>
                    <a:pt x="1338685" y="3809948"/>
                  </a:lnTo>
                  <a:lnTo>
                    <a:pt x="1338803" y="3809948"/>
                  </a:lnTo>
                  <a:lnTo>
                    <a:pt x="1338920" y="3809948"/>
                  </a:lnTo>
                  <a:lnTo>
                    <a:pt x="1338920" y="3809518"/>
                  </a:lnTo>
                  <a:lnTo>
                    <a:pt x="1339038" y="3809518"/>
                  </a:lnTo>
                  <a:lnTo>
                    <a:pt x="1339156" y="3809518"/>
                  </a:lnTo>
                  <a:lnTo>
                    <a:pt x="1339273" y="3809518"/>
                  </a:lnTo>
                  <a:lnTo>
                    <a:pt x="1339391" y="3809518"/>
                  </a:lnTo>
                  <a:lnTo>
                    <a:pt x="1339391" y="3809087"/>
                  </a:lnTo>
                  <a:lnTo>
                    <a:pt x="1339391" y="3808657"/>
                  </a:lnTo>
                  <a:lnTo>
                    <a:pt x="1339508" y="3808657"/>
                  </a:lnTo>
                  <a:lnTo>
                    <a:pt x="1339626" y="3808657"/>
                  </a:lnTo>
                  <a:lnTo>
                    <a:pt x="1339744" y="3808657"/>
                  </a:lnTo>
                  <a:lnTo>
                    <a:pt x="1339861" y="3808657"/>
                  </a:lnTo>
                  <a:lnTo>
                    <a:pt x="1339861" y="3808226"/>
                  </a:lnTo>
                  <a:lnTo>
                    <a:pt x="1339861" y="3807795"/>
                  </a:lnTo>
                  <a:lnTo>
                    <a:pt x="1339979" y="3807795"/>
                  </a:lnTo>
                  <a:lnTo>
                    <a:pt x="1340096" y="3807795"/>
                  </a:lnTo>
                  <a:lnTo>
                    <a:pt x="1340214" y="3807795"/>
                  </a:lnTo>
                  <a:lnTo>
                    <a:pt x="1340332" y="3807795"/>
                  </a:lnTo>
                  <a:lnTo>
                    <a:pt x="1340449" y="3807795"/>
                  </a:lnTo>
                  <a:lnTo>
                    <a:pt x="1340567" y="3807795"/>
                  </a:lnTo>
                  <a:lnTo>
                    <a:pt x="1340567" y="3807365"/>
                  </a:lnTo>
                  <a:lnTo>
                    <a:pt x="1340685" y="3807365"/>
                  </a:lnTo>
                  <a:lnTo>
                    <a:pt x="1340802" y="3807365"/>
                  </a:lnTo>
                  <a:lnTo>
                    <a:pt x="1340802" y="3806934"/>
                  </a:lnTo>
                  <a:lnTo>
                    <a:pt x="1340920" y="3806934"/>
                  </a:lnTo>
                  <a:lnTo>
                    <a:pt x="1340920" y="3806504"/>
                  </a:lnTo>
                  <a:lnTo>
                    <a:pt x="1341037" y="3806504"/>
                  </a:lnTo>
                  <a:lnTo>
                    <a:pt x="1341155" y="3806504"/>
                  </a:lnTo>
                  <a:lnTo>
                    <a:pt x="1341273" y="3806504"/>
                  </a:lnTo>
                  <a:lnTo>
                    <a:pt x="1341390" y="3806504"/>
                  </a:lnTo>
                  <a:lnTo>
                    <a:pt x="1341508" y="3806504"/>
                  </a:lnTo>
                  <a:lnTo>
                    <a:pt x="1341625" y="3806504"/>
                  </a:lnTo>
                  <a:lnTo>
                    <a:pt x="1341743" y="3806504"/>
                  </a:lnTo>
                  <a:lnTo>
                    <a:pt x="1341861" y="3806504"/>
                  </a:lnTo>
                  <a:lnTo>
                    <a:pt x="1341978" y="3806504"/>
                  </a:lnTo>
                  <a:lnTo>
                    <a:pt x="1341978" y="3806073"/>
                  </a:lnTo>
                  <a:lnTo>
                    <a:pt x="1341978" y="3805642"/>
                  </a:lnTo>
                  <a:lnTo>
                    <a:pt x="1342096" y="3805642"/>
                  </a:lnTo>
                  <a:lnTo>
                    <a:pt x="1342213" y="3805642"/>
                  </a:lnTo>
                  <a:lnTo>
                    <a:pt x="1342331" y="3805642"/>
                  </a:lnTo>
                  <a:lnTo>
                    <a:pt x="1342449" y="3805642"/>
                  </a:lnTo>
                  <a:lnTo>
                    <a:pt x="1342566" y="3805642"/>
                  </a:lnTo>
                  <a:lnTo>
                    <a:pt x="1342684" y="3805642"/>
                  </a:lnTo>
                  <a:lnTo>
                    <a:pt x="1342802" y="3805642"/>
                  </a:lnTo>
                  <a:lnTo>
                    <a:pt x="1342802" y="3805212"/>
                  </a:lnTo>
                  <a:lnTo>
                    <a:pt x="1342919" y="3805212"/>
                  </a:lnTo>
                  <a:lnTo>
                    <a:pt x="1343037" y="3805212"/>
                  </a:lnTo>
                  <a:lnTo>
                    <a:pt x="1343154" y="3805212"/>
                  </a:lnTo>
                  <a:lnTo>
                    <a:pt x="1343272" y="3805212"/>
                  </a:lnTo>
                  <a:lnTo>
                    <a:pt x="1343390" y="3805212"/>
                  </a:lnTo>
                  <a:lnTo>
                    <a:pt x="1343507" y="3805212"/>
                  </a:lnTo>
                  <a:lnTo>
                    <a:pt x="1343507" y="3804781"/>
                  </a:lnTo>
                  <a:lnTo>
                    <a:pt x="1343507" y="3804351"/>
                  </a:lnTo>
                  <a:lnTo>
                    <a:pt x="1343625" y="3804351"/>
                  </a:lnTo>
                  <a:lnTo>
                    <a:pt x="1343625" y="3803920"/>
                  </a:lnTo>
                  <a:lnTo>
                    <a:pt x="1343742" y="3803920"/>
                  </a:lnTo>
                  <a:lnTo>
                    <a:pt x="1343860" y="3803920"/>
                  </a:lnTo>
                  <a:lnTo>
                    <a:pt x="1343978" y="3803920"/>
                  </a:lnTo>
                  <a:lnTo>
                    <a:pt x="1344095" y="3803920"/>
                  </a:lnTo>
                  <a:lnTo>
                    <a:pt x="1344213" y="3803920"/>
                  </a:lnTo>
                  <a:lnTo>
                    <a:pt x="1344331" y="3803920"/>
                  </a:lnTo>
                  <a:lnTo>
                    <a:pt x="1344448" y="3803920"/>
                  </a:lnTo>
                  <a:lnTo>
                    <a:pt x="1344566" y="3803920"/>
                  </a:lnTo>
                  <a:lnTo>
                    <a:pt x="1344683" y="3803920"/>
                  </a:lnTo>
                  <a:lnTo>
                    <a:pt x="1344683" y="3803489"/>
                  </a:lnTo>
                  <a:lnTo>
                    <a:pt x="1344683" y="3803059"/>
                  </a:lnTo>
                  <a:lnTo>
                    <a:pt x="1344801" y="3803059"/>
                  </a:lnTo>
                  <a:lnTo>
                    <a:pt x="1344801" y="3802628"/>
                  </a:lnTo>
                  <a:lnTo>
                    <a:pt x="1344919" y="3802628"/>
                  </a:lnTo>
                  <a:lnTo>
                    <a:pt x="1344919" y="3802198"/>
                  </a:lnTo>
                  <a:lnTo>
                    <a:pt x="1345036" y="3802198"/>
                  </a:lnTo>
                  <a:lnTo>
                    <a:pt x="1345036" y="3801767"/>
                  </a:lnTo>
                  <a:lnTo>
                    <a:pt x="1345154" y="3801767"/>
                  </a:lnTo>
                  <a:lnTo>
                    <a:pt x="1345154" y="3801336"/>
                  </a:lnTo>
                  <a:lnTo>
                    <a:pt x="1345271" y="3801336"/>
                  </a:lnTo>
                  <a:lnTo>
                    <a:pt x="1345271" y="3800906"/>
                  </a:lnTo>
                  <a:lnTo>
                    <a:pt x="1345271" y="3800475"/>
                  </a:lnTo>
                  <a:lnTo>
                    <a:pt x="1345389" y="3800475"/>
                  </a:lnTo>
                  <a:lnTo>
                    <a:pt x="1345389" y="3800045"/>
                  </a:lnTo>
                  <a:lnTo>
                    <a:pt x="1345507" y="3800045"/>
                  </a:lnTo>
                  <a:lnTo>
                    <a:pt x="1345507" y="3799614"/>
                  </a:lnTo>
                  <a:lnTo>
                    <a:pt x="1345624" y="3799614"/>
                  </a:lnTo>
                  <a:lnTo>
                    <a:pt x="1345742" y="3799614"/>
                  </a:lnTo>
                  <a:lnTo>
                    <a:pt x="1345742" y="3799183"/>
                  </a:lnTo>
                  <a:lnTo>
                    <a:pt x="1345860" y="3799183"/>
                  </a:lnTo>
                  <a:lnTo>
                    <a:pt x="1345977" y="3799183"/>
                  </a:lnTo>
                  <a:lnTo>
                    <a:pt x="1345977" y="3798753"/>
                  </a:lnTo>
                  <a:lnTo>
                    <a:pt x="1346095" y="3798753"/>
                  </a:lnTo>
                  <a:lnTo>
                    <a:pt x="1346212" y="3798753"/>
                  </a:lnTo>
                  <a:lnTo>
                    <a:pt x="1346330" y="3798753"/>
                  </a:lnTo>
                  <a:lnTo>
                    <a:pt x="1346448" y="3798753"/>
                  </a:lnTo>
                  <a:lnTo>
                    <a:pt x="1346565" y="3798753"/>
                  </a:lnTo>
                  <a:lnTo>
                    <a:pt x="1346565" y="3798322"/>
                  </a:lnTo>
                  <a:lnTo>
                    <a:pt x="1346683" y="3798322"/>
                  </a:lnTo>
                  <a:lnTo>
                    <a:pt x="1346800" y="3798322"/>
                  </a:lnTo>
                  <a:lnTo>
                    <a:pt x="1346918" y="3798322"/>
                  </a:lnTo>
                  <a:lnTo>
                    <a:pt x="1346918" y="3797892"/>
                  </a:lnTo>
                  <a:lnTo>
                    <a:pt x="1347036" y="3797892"/>
                  </a:lnTo>
                  <a:lnTo>
                    <a:pt x="1347153" y="3797892"/>
                  </a:lnTo>
                  <a:lnTo>
                    <a:pt x="1347153" y="3797461"/>
                  </a:lnTo>
                  <a:lnTo>
                    <a:pt x="1347271" y="3797461"/>
                  </a:lnTo>
                  <a:lnTo>
                    <a:pt x="1347271" y="3797030"/>
                  </a:lnTo>
                  <a:lnTo>
                    <a:pt x="1347271" y="3796600"/>
                  </a:lnTo>
                  <a:lnTo>
                    <a:pt x="1347389" y="3796600"/>
                  </a:lnTo>
                  <a:lnTo>
                    <a:pt x="1347506" y="3796600"/>
                  </a:lnTo>
                  <a:lnTo>
                    <a:pt x="1347624" y="3796600"/>
                  </a:lnTo>
                  <a:lnTo>
                    <a:pt x="1347741" y="3796600"/>
                  </a:lnTo>
                  <a:lnTo>
                    <a:pt x="1347859" y="3796600"/>
                  </a:lnTo>
                  <a:lnTo>
                    <a:pt x="1347977" y="3796600"/>
                  </a:lnTo>
                  <a:lnTo>
                    <a:pt x="1348094" y="3796600"/>
                  </a:lnTo>
                  <a:lnTo>
                    <a:pt x="1348212" y="3796600"/>
                  </a:lnTo>
                  <a:lnTo>
                    <a:pt x="1348329" y="3796600"/>
                  </a:lnTo>
                  <a:lnTo>
                    <a:pt x="1348447" y="3796600"/>
                  </a:lnTo>
                  <a:lnTo>
                    <a:pt x="1348565" y="3796600"/>
                  </a:lnTo>
                  <a:lnTo>
                    <a:pt x="1348565" y="3796169"/>
                  </a:lnTo>
                  <a:lnTo>
                    <a:pt x="1348565" y="3795739"/>
                  </a:lnTo>
                  <a:lnTo>
                    <a:pt x="1348682" y="3795739"/>
                  </a:lnTo>
                  <a:lnTo>
                    <a:pt x="1348800" y="3795739"/>
                  </a:lnTo>
                  <a:lnTo>
                    <a:pt x="1348918" y="3795739"/>
                  </a:lnTo>
                  <a:lnTo>
                    <a:pt x="1349035" y="3795739"/>
                  </a:lnTo>
                  <a:lnTo>
                    <a:pt x="1349153" y="3795739"/>
                  </a:lnTo>
                  <a:lnTo>
                    <a:pt x="1349270" y="3795739"/>
                  </a:lnTo>
                  <a:lnTo>
                    <a:pt x="1349388" y="3795739"/>
                  </a:lnTo>
                  <a:lnTo>
                    <a:pt x="1349506" y="3795739"/>
                  </a:lnTo>
                  <a:lnTo>
                    <a:pt x="1349506" y="3795308"/>
                  </a:lnTo>
                  <a:lnTo>
                    <a:pt x="1349623" y="3795308"/>
                  </a:lnTo>
                  <a:lnTo>
                    <a:pt x="1349741" y="3795308"/>
                  </a:lnTo>
                  <a:lnTo>
                    <a:pt x="1349858" y="3795308"/>
                  </a:lnTo>
                  <a:lnTo>
                    <a:pt x="1349858" y="3794877"/>
                  </a:lnTo>
                  <a:lnTo>
                    <a:pt x="1349976" y="3794877"/>
                  </a:lnTo>
                  <a:lnTo>
                    <a:pt x="1350094" y="3794877"/>
                  </a:lnTo>
                  <a:lnTo>
                    <a:pt x="1350211" y="3794877"/>
                  </a:lnTo>
                  <a:lnTo>
                    <a:pt x="1350329" y="3794877"/>
                  </a:lnTo>
                  <a:lnTo>
                    <a:pt x="1350446" y="3794877"/>
                  </a:lnTo>
                  <a:lnTo>
                    <a:pt x="1350446" y="3794447"/>
                  </a:lnTo>
                  <a:lnTo>
                    <a:pt x="1350564" y="3794447"/>
                  </a:lnTo>
                  <a:lnTo>
                    <a:pt x="1350564" y="3794016"/>
                  </a:lnTo>
                  <a:lnTo>
                    <a:pt x="1350682" y="3794016"/>
                  </a:lnTo>
                  <a:lnTo>
                    <a:pt x="1350799" y="3794016"/>
                  </a:lnTo>
                  <a:lnTo>
                    <a:pt x="1350799" y="3793586"/>
                  </a:lnTo>
                  <a:lnTo>
                    <a:pt x="1350917" y="3793586"/>
                  </a:lnTo>
                  <a:lnTo>
                    <a:pt x="1351035" y="3793586"/>
                  </a:lnTo>
                  <a:lnTo>
                    <a:pt x="1351152" y="3793586"/>
                  </a:lnTo>
                  <a:lnTo>
                    <a:pt x="1351152" y="3793155"/>
                  </a:lnTo>
                  <a:lnTo>
                    <a:pt x="1351270" y="3793155"/>
                  </a:lnTo>
                  <a:lnTo>
                    <a:pt x="1351270" y="3792724"/>
                  </a:lnTo>
                  <a:lnTo>
                    <a:pt x="1351387" y="3792724"/>
                  </a:lnTo>
                  <a:lnTo>
                    <a:pt x="1351387" y="3792294"/>
                  </a:lnTo>
                  <a:lnTo>
                    <a:pt x="1351505" y="3792294"/>
                  </a:lnTo>
                  <a:lnTo>
                    <a:pt x="1351623" y="3792294"/>
                  </a:lnTo>
                  <a:lnTo>
                    <a:pt x="1351740" y="3792294"/>
                  </a:lnTo>
                  <a:lnTo>
                    <a:pt x="1351858" y="3792294"/>
                  </a:lnTo>
                  <a:lnTo>
                    <a:pt x="1351858" y="3791863"/>
                  </a:lnTo>
                  <a:lnTo>
                    <a:pt x="1351975" y="3791863"/>
                  </a:lnTo>
                  <a:lnTo>
                    <a:pt x="1352093" y="3791863"/>
                  </a:lnTo>
                  <a:lnTo>
                    <a:pt x="1352211" y="3791863"/>
                  </a:lnTo>
                  <a:lnTo>
                    <a:pt x="1352328" y="3791863"/>
                  </a:lnTo>
                  <a:lnTo>
                    <a:pt x="1352446" y="3791863"/>
                  </a:lnTo>
                  <a:lnTo>
                    <a:pt x="1352564" y="3791863"/>
                  </a:lnTo>
                  <a:lnTo>
                    <a:pt x="1352564" y="3791433"/>
                  </a:lnTo>
                  <a:lnTo>
                    <a:pt x="1352681" y="3791433"/>
                  </a:lnTo>
                  <a:lnTo>
                    <a:pt x="1352799" y="3791433"/>
                  </a:lnTo>
                  <a:lnTo>
                    <a:pt x="1352799" y="3791002"/>
                  </a:lnTo>
                  <a:lnTo>
                    <a:pt x="1352799" y="3790571"/>
                  </a:lnTo>
                  <a:lnTo>
                    <a:pt x="1352916" y="3790571"/>
                  </a:lnTo>
                  <a:lnTo>
                    <a:pt x="1353034" y="3790571"/>
                  </a:lnTo>
                  <a:lnTo>
                    <a:pt x="1353152" y="3790571"/>
                  </a:lnTo>
                  <a:lnTo>
                    <a:pt x="1353152" y="3790141"/>
                  </a:lnTo>
                  <a:lnTo>
                    <a:pt x="1353152" y="3789710"/>
                  </a:lnTo>
                  <a:lnTo>
                    <a:pt x="1353269" y="3789710"/>
                  </a:lnTo>
                  <a:lnTo>
                    <a:pt x="1353269" y="3789280"/>
                  </a:lnTo>
                  <a:lnTo>
                    <a:pt x="1353269" y="3788849"/>
                  </a:lnTo>
                  <a:lnTo>
                    <a:pt x="1353269" y="3788418"/>
                  </a:lnTo>
                  <a:lnTo>
                    <a:pt x="1353387" y="3788418"/>
                  </a:lnTo>
                  <a:lnTo>
                    <a:pt x="1353504" y="3788418"/>
                  </a:lnTo>
                  <a:lnTo>
                    <a:pt x="1353622" y="3788418"/>
                  </a:lnTo>
                  <a:lnTo>
                    <a:pt x="1353740" y="3788418"/>
                  </a:lnTo>
                  <a:lnTo>
                    <a:pt x="1353740" y="3787988"/>
                  </a:lnTo>
                  <a:lnTo>
                    <a:pt x="1353857" y="3787988"/>
                  </a:lnTo>
                  <a:lnTo>
                    <a:pt x="1353975" y="3787988"/>
                  </a:lnTo>
                  <a:lnTo>
                    <a:pt x="1354093" y="3787988"/>
                  </a:lnTo>
                  <a:lnTo>
                    <a:pt x="1354210" y="3787988"/>
                  </a:lnTo>
                  <a:lnTo>
                    <a:pt x="1354210" y="3787557"/>
                  </a:lnTo>
                  <a:lnTo>
                    <a:pt x="1354210" y="3787127"/>
                  </a:lnTo>
                  <a:lnTo>
                    <a:pt x="1354210" y="3786696"/>
                  </a:lnTo>
                  <a:lnTo>
                    <a:pt x="1354328" y="3786696"/>
                  </a:lnTo>
                  <a:lnTo>
                    <a:pt x="1354445" y="3786696"/>
                  </a:lnTo>
                  <a:lnTo>
                    <a:pt x="1354563" y="3786696"/>
                  </a:lnTo>
                  <a:lnTo>
                    <a:pt x="1354563" y="3786265"/>
                  </a:lnTo>
                  <a:lnTo>
                    <a:pt x="1354681" y="3786265"/>
                  </a:lnTo>
                  <a:lnTo>
                    <a:pt x="1354681" y="3785835"/>
                  </a:lnTo>
                  <a:lnTo>
                    <a:pt x="1354681" y="3785404"/>
                  </a:lnTo>
                  <a:lnTo>
                    <a:pt x="1354681" y="3784974"/>
                  </a:lnTo>
                  <a:lnTo>
                    <a:pt x="1354798" y="3784974"/>
                  </a:lnTo>
                  <a:lnTo>
                    <a:pt x="1354916" y="3784974"/>
                  </a:lnTo>
                  <a:lnTo>
                    <a:pt x="1355033" y="3784974"/>
                  </a:lnTo>
                  <a:lnTo>
                    <a:pt x="1355151" y="3784974"/>
                  </a:lnTo>
                  <a:lnTo>
                    <a:pt x="1355269" y="3784974"/>
                  </a:lnTo>
                  <a:lnTo>
                    <a:pt x="1355386" y="3784974"/>
                  </a:lnTo>
                  <a:lnTo>
                    <a:pt x="1355386" y="3784543"/>
                  </a:lnTo>
                  <a:lnTo>
                    <a:pt x="1355504" y="3784543"/>
                  </a:lnTo>
                  <a:lnTo>
                    <a:pt x="1355504" y="3784112"/>
                  </a:lnTo>
                  <a:lnTo>
                    <a:pt x="1355504" y="3783682"/>
                  </a:lnTo>
                  <a:lnTo>
                    <a:pt x="1355622" y="3783682"/>
                  </a:lnTo>
                  <a:lnTo>
                    <a:pt x="1355739" y="3783682"/>
                  </a:lnTo>
                  <a:lnTo>
                    <a:pt x="1355857" y="3783682"/>
                  </a:lnTo>
                  <a:lnTo>
                    <a:pt x="1355857" y="3783251"/>
                  </a:lnTo>
                  <a:lnTo>
                    <a:pt x="1355974" y="3783251"/>
                  </a:lnTo>
                  <a:lnTo>
                    <a:pt x="1356092" y="3783251"/>
                  </a:lnTo>
                  <a:lnTo>
                    <a:pt x="1356210" y="3783251"/>
                  </a:lnTo>
                  <a:lnTo>
                    <a:pt x="1356327" y="3783251"/>
                  </a:lnTo>
                  <a:lnTo>
                    <a:pt x="1356327" y="3782821"/>
                  </a:lnTo>
                  <a:lnTo>
                    <a:pt x="1356327" y="3782390"/>
                  </a:lnTo>
                  <a:lnTo>
                    <a:pt x="1356445" y="3782390"/>
                  </a:lnTo>
                  <a:lnTo>
                    <a:pt x="1356562" y="3782390"/>
                  </a:lnTo>
                  <a:lnTo>
                    <a:pt x="1356562" y="3781959"/>
                  </a:lnTo>
                  <a:lnTo>
                    <a:pt x="1356680" y="3781959"/>
                  </a:lnTo>
                  <a:lnTo>
                    <a:pt x="1356798" y="3781959"/>
                  </a:lnTo>
                  <a:lnTo>
                    <a:pt x="1356915" y="3781959"/>
                  </a:lnTo>
                  <a:lnTo>
                    <a:pt x="1356915" y="3781529"/>
                  </a:lnTo>
                  <a:lnTo>
                    <a:pt x="1356915" y="3781098"/>
                  </a:lnTo>
                  <a:lnTo>
                    <a:pt x="1357033" y="3781098"/>
                  </a:lnTo>
                  <a:lnTo>
                    <a:pt x="1357151" y="3781098"/>
                  </a:lnTo>
                  <a:lnTo>
                    <a:pt x="1357268" y="3781098"/>
                  </a:lnTo>
                  <a:lnTo>
                    <a:pt x="1357386" y="3781098"/>
                  </a:lnTo>
                  <a:lnTo>
                    <a:pt x="1357503" y="3781098"/>
                  </a:lnTo>
                  <a:lnTo>
                    <a:pt x="1357621" y="3781098"/>
                  </a:lnTo>
                  <a:lnTo>
                    <a:pt x="1357739" y="3781098"/>
                  </a:lnTo>
                  <a:lnTo>
                    <a:pt x="1357739" y="3780668"/>
                  </a:lnTo>
                  <a:lnTo>
                    <a:pt x="1357856" y="3780668"/>
                  </a:lnTo>
                  <a:lnTo>
                    <a:pt x="1357974" y="3780668"/>
                  </a:lnTo>
                  <a:lnTo>
                    <a:pt x="1357974" y="3780237"/>
                  </a:lnTo>
                  <a:lnTo>
                    <a:pt x="1358091" y="3780237"/>
                  </a:lnTo>
                  <a:lnTo>
                    <a:pt x="1358209" y="3780237"/>
                  </a:lnTo>
                  <a:lnTo>
                    <a:pt x="1358327" y="3780237"/>
                  </a:lnTo>
                  <a:lnTo>
                    <a:pt x="1358444" y="3780237"/>
                  </a:lnTo>
                  <a:lnTo>
                    <a:pt x="1358562" y="3780237"/>
                  </a:lnTo>
                  <a:lnTo>
                    <a:pt x="1358679" y="3780237"/>
                  </a:lnTo>
                  <a:lnTo>
                    <a:pt x="1358679" y="3779806"/>
                  </a:lnTo>
                  <a:lnTo>
                    <a:pt x="1358797" y="3779806"/>
                  </a:lnTo>
                  <a:lnTo>
                    <a:pt x="1358797" y="3779376"/>
                  </a:lnTo>
                  <a:lnTo>
                    <a:pt x="1358797" y="3778945"/>
                  </a:lnTo>
                  <a:lnTo>
                    <a:pt x="1358915" y="3778945"/>
                  </a:lnTo>
                  <a:lnTo>
                    <a:pt x="1359032" y="3778945"/>
                  </a:lnTo>
                  <a:lnTo>
                    <a:pt x="1359150" y="3778945"/>
                  </a:lnTo>
                  <a:lnTo>
                    <a:pt x="1359150" y="3778515"/>
                  </a:lnTo>
                  <a:lnTo>
                    <a:pt x="1359150" y="3778084"/>
                  </a:lnTo>
                  <a:lnTo>
                    <a:pt x="1359268" y="3778084"/>
                  </a:lnTo>
                  <a:lnTo>
                    <a:pt x="1359385" y="3778084"/>
                  </a:lnTo>
                  <a:lnTo>
                    <a:pt x="1359503" y="3778084"/>
                  </a:lnTo>
                  <a:lnTo>
                    <a:pt x="1359620" y="3778084"/>
                  </a:lnTo>
                  <a:lnTo>
                    <a:pt x="1359620" y="3777653"/>
                  </a:lnTo>
                  <a:lnTo>
                    <a:pt x="1359620" y="3777223"/>
                  </a:lnTo>
                  <a:lnTo>
                    <a:pt x="1359738" y="3777223"/>
                  </a:lnTo>
                  <a:lnTo>
                    <a:pt x="1359856" y="3777223"/>
                  </a:lnTo>
                  <a:lnTo>
                    <a:pt x="1359973" y="3777223"/>
                  </a:lnTo>
                  <a:lnTo>
                    <a:pt x="1360091" y="3777223"/>
                  </a:lnTo>
                  <a:lnTo>
                    <a:pt x="1360208" y="3777223"/>
                  </a:lnTo>
                  <a:lnTo>
                    <a:pt x="1360208" y="3776792"/>
                  </a:lnTo>
                  <a:lnTo>
                    <a:pt x="1360326" y="3776792"/>
                  </a:lnTo>
                  <a:lnTo>
                    <a:pt x="1360444" y="3776792"/>
                  </a:lnTo>
                  <a:lnTo>
                    <a:pt x="1360561" y="3776792"/>
                  </a:lnTo>
                  <a:lnTo>
                    <a:pt x="1360679" y="3776792"/>
                  </a:lnTo>
                  <a:lnTo>
                    <a:pt x="1360797" y="3776792"/>
                  </a:lnTo>
                  <a:lnTo>
                    <a:pt x="1360914" y="3776792"/>
                  </a:lnTo>
                  <a:lnTo>
                    <a:pt x="1361032" y="3776792"/>
                  </a:lnTo>
                  <a:lnTo>
                    <a:pt x="1361032" y="3776362"/>
                  </a:lnTo>
                  <a:lnTo>
                    <a:pt x="1361149" y="3776362"/>
                  </a:lnTo>
                  <a:lnTo>
                    <a:pt x="1361149" y="3775931"/>
                  </a:lnTo>
                  <a:lnTo>
                    <a:pt x="1361267" y="3775931"/>
                  </a:lnTo>
                  <a:lnTo>
                    <a:pt x="1361385" y="3775931"/>
                  </a:lnTo>
                  <a:lnTo>
                    <a:pt x="1361502" y="3775931"/>
                  </a:lnTo>
                  <a:lnTo>
                    <a:pt x="1361502" y="3775500"/>
                  </a:lnTo>
                  <a:lnTo>
                    <a:pt x="1361620" y="3775500"/>
                  </a:lnTo>
                  <a:lnTo>
                    <a:pt x="1361620" y="3775070"/>
                  </a:lnTo>
                  <a:lnTo>
                    <a:pt x="1361737" y="3775070"/>
                  </a:lnTo>
                  <a:lnTo>
                    <a:pt x="1361737" y="3774639"/>
                  </a:lnTo>
                  <a:lnTo>
                    <a:pt x="1361855" y="3774639"/>
                  </a:lnTo>
                  <a:lnTo>
                    <a:pt x="1361973" y="3774639"/>
                  </a:lnTo>
                  <a:lnTo>
                    <a:pt x="1362090" y="3774639"/>
                  </a:lnTo>
                  <a:lnTo>
                    <a:pt x="1362090" y="3774209"/>
                  </a:lnTo>
                  <a:lnTo>
                    <a:pt x="1362208" y="3774209"/>
                  </a:lnTo>
                  <a:lnTo>
                    <a:pt x="1362326" y="3774209"/>
                  </a:lnTo>
                  <a:lnTo>
                    <a:pt x="1362443" y="3774209"/>
                  </a:lnTo>
                  <a:lnTo>
                    <a:pt x="1362561" y="3774209"/>
                  </a:lnTo>
                  <a:lnTo>
                    <a:pt x="1362678" y="3774209"/>
                  </a:lnTo>
                  <a:lnTo>
                    <a:pt x="1362796" y="3774209"/>
                  </a:lnTo>
                  <a:lnTo>
                    <a:pt x="1362796" y="3773778"/>
                  </a:lnTo>
                  <a:lnTo>
                    <a:pt x="1362914" y="3773778"/>
                  </a:lnTo>
                  <a:lnTo>
                    <a:pt x="1363031" y="3773778"/>
                  </a:lnTo>
                  <a:lnTo>
                    <a:pt x="1363031" y="3773347"/>
                  </a:lnTo>
                  <a:lnTo>
                    <a:pt x="1363031" y="3772917"/>
                  </a:lnTo>
                  <a:lnTo>
                    <a:pt x="1363149" y="3772917"/>
                  </a:lnTo>
                  <a:lnTo>
                    <a:pt x="1363266" y="3772917"/>
                  </a:lnTo>
                  <a:lnTo>
                    <a:pt x="1363384" y="3772917"/>
                  </a:lnTo>
                  <a:lnTo>
                    <a:pt x="1363502" y="3772917"/>
                  </a:lnTo>
                  <a:lnTo>
                    <a:pt x="1363619" y="3772917"/>
                  </a:lnTo>
                  <a:lnTo>
                    <a:pt x="1363737" y="3772917"/>
                  </a:lnTo>
                  <a:lnTo>
                    <a:pt x="1363737" y="3772486"/>
                  </a:lnTo>
                  <a:lnTo>
                    <a:pt x="1363855" y="3772486"/>
                  </a:lnTo>
                  <a:lnTo>
                    <a:pt x="1363972" y="3772486"/>
                  </a:lnTo>
                  <a:lnTo>
                    <a:pt x="1364090" y="3772486"/>
                  </a:lnTo>
                  <a:lnTo>
                    <a:pt x="1364207" y="3772486"/>
                  </a:lnTo>
                  <a:lnTo>
                    <a:pt x="1364207" y="3772056"/>
                  </a:lnTo>
                  <a:lnTo>
                    <a:pt x="1364325" y="3772056"/>
                  </a:lnTo>
                  <a:lnTo>
                    <a:pt x="1364443" y="3772056"/>
                  </a:lnTo>
                  <a:lnTo>
                    <a:pt x="1364443" y="3771625"/>
                  </a:lnTo>
                  <a:lnTo>
                    <a:pt x="1364560" y="3771625"/>
                  </a:lnTo>
                  <a:lnTo>
                    <a:pt x="1364678" y="3771625"/>
                  </a:lnTo>
                  <a:lnTo>
                    <a:pt x="1364678" y="3771194"/>
                  </a:lnTo>
                  <a:lnTo>
                    <a:pt x="1364795" y="3771194"/>
                  </a:lnTo>
                  <a:lnTo>
                    <a:pt x="1364795" y="3770764"/>
                  </a:lnTo>
                  <a:lnTo>
                    <a:pt x="1364913" y="3770764"/>
                  </a:lnTo>
                  <a:lnTo>
                    <a:pt x="1365031" y="3770764"/>
                  </a:lnTo>
                  <a:lnTo>
                    <a:pt x="1365148" y="3770764"/>
                  </a:lnTo>
                  <a:lnTo>
                    <a:pt x="1365266" y="3770764"/>
                  </a:lnTo>
                  <a:lnTo>
                    <a:pt x="1365266" y="3770333"/>
                  </a:lnTo>
                  <a:lnTo>
                    <a:pt x="1365384" y="3770333"/>
                  </a:lnTo>
                  <a:lnTo>
                    <a:pt x="1365501" y="3770333"/>
                  </a:lnTo>
                  <a:lnTo>
                    <a:pt x="1365619" y="3770333"/>
                  </a:lnTo>
                  <a:lnTo>
                    <a:pt x="1365736" y="3770333"/>
                  </a:lnTo>
                  <a:lnTo>
                    <a:pt x="1365854" y="3770333"/>
                  </a:lnTo>
                  <a:lnTo>
                    <a:pt x="1365854" y="3769903"/>
                  </a:lnTo>
                  <a:lnTo>
                    <a:pt x="1365972" y="3769903"/>
                  </a:lnTo>
                  <a:lnTo>
                    <a:pt x="1366089" y="3769903"/>
                  </a:lnTo>
                  <a:lnTo>
                    <a:pt x="1366089" y="3769472"/>
                  </a:lnTo>
                  <a:lnTo>
                    <a:pt x="1366089" y="3769041"/>
                  </a:lnTo>
                  <a:lnTo>
                    <a:pt x="1366207" y="3769041"/>
                  </a:lnTo>
                  <a:lnTo>
                    <a:pt x="1366207" y="3768611"/>
                  </a:lnTo>
                  <a:lnTo>
                    <a:pt x="1366324" y="3768611"/>
                  </a:lnTo>
                  <a:lnTo>
                    <a:pt x="1366442" y="3768611"/>
                  </a:lnTo>
                  <a:lnTo>
                    <a:pt x="1366560" y="3768611"/>
                  </a:lnTo>
                  <a:lnTo>
                    <a:pt x="1366560" y="3768180"/>
                  </a:lnTo>
                  <a:lnTo>
                    <a:pt x="1366677" y="3768180"/>
                  </a:lnTo>
                  <a:lnTo>
                    <a:pt x="1366677" y="3767750"/>
                  </a:lnTo>
                  <a:lnTo>
                    <a:pt x="1366677" y="3767319"/>
                  </a:lnTo>
                  <a:lnTo>
                    <a:pt x="1366677" y="3766888"/>
                  </a:lnTo>
                  <a:lnTo>
                    <a:pt x="1366795" y="3766888"/>
                  </a:lnTo>
                  <a:lnTo>
                    <a:pt x="1366795" y="3766458"/>
                  </a:lnTo>
                  <a:lnTo>
                    <a:pt x="1366912" y="3766458"/>
                  </a:lnTo>
                  <a:lnTo>
                    <a:pt x="1367030" y="3766458"/>
                  </a:lnTo>
                  <a:lnTo>
                    <a:pt x="1367030" y="3766027"/>
                  </a:lnTo>
                  <a:lnTo>
                    <a:pt x="1367030" y="3765597"/>
                  </a:lnTo>
                  <a:lnTo>
                    <a:pt x="1367030" y="3765166"/>
                  </a:lnTo>
                  <a:lnTo>
                    <a:pt x="1367148" y="3765166"/>
                  </a:lnTo>
                  <a:lnTo>
                    <a:pt x="1367148" y="3764735"/>
                  </a:lnTo>
                  <a:lnTo>
                    <a:pt x="1367265" y="3764735"/>
                  </a:lnTo>
                  <a:lnTo>
                    <a:pt x="1367265" y="3764305"/>
                  </a:lnTo>
                  <a:lnTo>
                    <a:pt x="1367383" y="3764305"/>
                  </a:lnTo>
                  <a:lnTo>
                    <a:pt x="1367501" y="3764305"/>
                  </a:lnTo>
                  <a:lnTo>
                    <a:pt x="1367618" y="3764305"/>
                  </a:lnTo>
                  <a:lnTo>
                    <a:pt x="1367618" y="3763874"/>
                  </a:lnTo>
                  <a:lnTo>
                    <a:pt x="1367736" y="3763874"/>
                  </a:lnTo>
                  <a:lnTo>
                    <a:pt x="1367853" y="3763874"/>
                  </a:lnTo>
                  <a:lnTo>
                    <a:pt x="1367853" y="3763444"/>
                  </a:lnTo>
                  <a:lnTo>
                    <a:pt x="1367971" y="3763444"/>
                  </a:lnTo>
                  <a:lnTo>
                    <a:pt x="1368089" y="3763444"/>
                  </a:lnTo>
                  <a:lnTo>
                    <a:pt x="1368206" y="3763444"/>
                  </a:lnTo>
                  <a:lnTo>
                    <a:pt x="1368324" y="3763444"/>
                  </a:lnTo>
                  <a:lnTo>
                    <a:pt x="1368324" y="3763013"/>
                  </a:lnTo>
                  <a:lnTo>
                    <a:pt x="1368324" y="3762582"/>
                  </a:lnTo>
                  <a:lnTo>
                    <a:pt x="1368441" y="3762582"/>
                  </a:lnTo>
                  <a:lnTo>
                    <a:pt x="1368441" y="3762152"/>
                  </a:lnTo>
                  <a:lnTo>
                    <a:pt x="1368559" y="3762152"/>
                  </a:lnTo>
                  <a:lnTo>
                    <a:pt x="1368677" y="3762152"/>
                  </a:lnTo>
                  <a:lnTo>
                    <a:pt x="1368794" y="3762152"/>
                  </a:lnTo>
                  <a:lnTo>
                    <a:pt x="1368794" y="3761721"/>
                  </a:lnTo>
                  <a:lnTo>
                    <a:pt x="1368912" y="3761721"/>
                  </a:lnTo>
                  <a:lnTo>
                    <a:pt x="1369030" y="3761721"/>
                  </a:lnTo>
                  <a:lnTo>
                    <a:pt x="1369147" y="3761721"/>
                  </a:lnTo>
                  <a:lnTo>
                    <a:pt x="1369265" y="3761721"/>
                  </a:lnTo>
                  <a:lnTo>
                    <a:pt x="1369265" y="3761291"/>
                  </a:lnTo>
                  <a:lnTo>
                    <a:pt x="1369382" y="3761291"/>
                  </a:lnTo>
                  <a:lnTo>
                    <a:pt x="1369500" y="3761291"/>
                  </a:lnTo>
                  <a:lnTo>
                    <a:pt x="1369500" y="3760860"/>
                  </a:lnTo>
                  <a:lnTo>
                    <a:pt x="1369618" y="3760860"/>
                  </a:lnTo>
                  <a:lnTo>
                    <a:pt x="1369735" y="3760860"/>
                  </a:lnTo>
                  <a:lnTo>
                    <a:pt x="1369853" y="3760860"/>
                  </a:lnTo>
                  <a:lnTo>
                    <a:pt x="1369970" y="3760860"/>
                  </a:lnTo>
                  <a:lnTo>
                    <a:pt x="1370088" y="3760860"/>
                  </a:lnTo>
                  <a:lnTo>
                    <a:pt x="1370206" y="3760860"/>
                  </a:lnTo>
                  <a:lnTo>
                    <a:pt x="1370323" y="3760860"/>
                  </a:lnTo>
                  <a:lnTo>
                    <a:pt x="1370441" y="3760860"/>
                  </a:lnTo>
                  <a:lnTo>
                    <a:pt x="1370559" y="3760860"/>
                  </a:lnTo>
                  <a:lnTo>
                    <a:pt x="1370676" y="3760860"/>
                  </a:lnTo>
                  <a:lnTo>
                    <a:pt x="1370794" y="3760860"/>
                  </a:lnTo>
                  <a:lnTo>
                    <a:pt x="1370911" y="3760860"/>
                  </a:lnTo>
                  <a:lnTo>
                    <a:pt x="1371029" y="3760860"/>
                  </a:lnTo>
                  <a:lnTo>
                    <a:pt x="1371029" y="3760429"/>
                  </a:lnTo>
                  <a:lnTo>
                    <a:pt x="1371029" y="3759999"/>
                  </a:lnTo>
                  <a:lnTo>
                    <a:pt x="1371147" y="3759999"/>
                  </a:lnTo>
                  <a:lnTo>
                    <a:pt x="1371264" y="3759999"/>
                  </a:lnTo>
                  <a:lnTo>
                    <a:pt x="1371382" y="3759999"/>
                  </a:lnTo>
                  <a:lnTo>
                    <a:pt x="1371382" y="3759568"/>
                  </a:lnTo>
                  <a:lnTo>
                    <a:pt x="1371382" y="3759138"/>
                  </a:lnTo>
                  <a:lnTo>
                    <a:pt x="1371499" y="3759138"/>
                  </a:lnTo>
                  <a:lnTo>
                    <a:pt x="1371617" y="3759138"/>
                  </a:lnTo>
                  <a:lnTo>
                    <a:pt x="1371735" y="3759138"/>
                  </a:lnTo>
                  <a:lnTo>
                    <a:pt x="1371852" y="3759138"/>
                  </a:lnTo>
                  <a:lnTo>
                    <a:pt x="1371852" y="3758707"/>
                  </a:lnTo>
                  <a:lnTo>
                    <a:pt x="1371970" y="3758707"/>
                  </a:lnTo>
                  <a:lnTo>
                    <a:pt x="1372088" y="3758707"/>
                  </a:lnTo>
                  <a:lnTo>
                    <a:pt x="1372205" y="3758707"/>
                  </a:lnTo>
                  <a:lnTo>
                    <a:pt x="1372323" y="3758707"/>
                  </a:lnTo>
                  <a:lnTo>
                    <a:pt x="1372440" y="3758707"/>
                  </a:lnTo>
                  <a:lnTo>
                    <a:pt x="1372440" y="3758276"/>
                  </a:lnTo>
                  <a:lnTo>
                    <a:pt x="1372558" y="3758276"/>
                  </a:lnTo>
                  <a:lnTo>
                    <a:pt x="1372558" y="3757846"/>
                  </a:lnTo>
                  <a:lnTo>
                    <a:pt x="1372558" y="3757415"/>
                  </a:lnTo>
                  <a:lnTo>
                    <a:pt x="1372676" y="3757415"/>
                  </a:lnTo>
                  <a:lnTo>
                    <a:pt x="1372793" y="3757415"/>
                  </a:lnTo>
                  <a:lnTo>
                    <a:pt x="1372911" y="3757415"/>
                  </a:lnTo>
                  <a:lnTo>
                    <a:pt x="1373028" y="3757415"/>
                  </a:lnTo>
                  <a:lnTo>
                    <a:pt x="1373146" y="3757415"/>
                  </a:lnTo>
                  <a:lnTo>
                    <a:pt x="1373264" y="3757415"/>
                  </a:lnTo>
                  <a:lnTo>
                    <a:pt x="1373381" y="3757415"/>
                  </a:lnTo>
                  <a:lnTo>
                    <a:pt x="1373381" y="3756985"/>
                  </a:lnTo>
                  <a:lnTo>
                    <a:pt x="1373499" y="3756985"/>
                  </a:lnTo>
                  <a:lnTo>
                    <a:pt x="1373616" y="3756985"/>
                  </a:lnTo>
                  <a:lnTo>
                    <a:pt x="1373616" y="3756554"/>
                  </a:lnTo>
                  <a:lnTo>
                    <a:pt x="1373734" y="3756554"/>
                  </a:lnTo>
                  <a:lnTo>
                    <a:pt x="1373852" y="3756554"/>
                  </a:lnTo>
                  <a:lnTo>
                    <a:pt x="1373969" y="3756554"/>
                  </a:lnTo>
                  <a:lnTo>
                    <a:pt x="1373969" y="3756123"/>
                  </a:lnTo>
                  <a:lnTo>
                    <a:pt x="1374087" y="3756123"/>
                  </a:lnTo>
                  <a:lnTo>
                    <a:pt x="1374205" y="3756123"/>
                  </a:lnTo>
                  <a:lnTo>
                    <a:pt x="1374205" y="3755693"/>
                  </a:lnTo>
                  <a:lnTo>
                    <a:pt x="1374322" y="3755693"/>
                  </a:lnTo>
                  <a:lnTo>
                    <a:pt x="1374440" y="3755693"/>
                  </a:lnTo>
                  <a:lnTo>
                    <a:pt x="1374557" y="3755693"/>
                  </a:lnTo>
                  <a:lnTo>
                    <a:pt x="1374557" y="3755262"/>
                  </a:lnTo>
                  <a:lnTo>
                    <a:pt x="1374675" y="3755262"/>
                  </a:lnTo>
                  <a:lnTo>
                    <a:pt x="1374675" y="3754832"/>
                  </a:lnTo>
                  <a:lnTo>
                    <a:pt x="1374675" y="3754401"/>
                  </a:lnTo>
                  <a:lnTo>
                    <a:pt x="1374793" y="3754401"/>
                  </a:lnTo>
                  <a:lnTo>
                    <a:pt x="1374793" y="3753970"/>
                  </a:lnTo>
                  <a:lnTo>
                    <a:pt x="1374910" y="3753970"/>
                  </a:lnTo>
                  <a:lnTo>
                    <a:pt x="1375028" y="3753970"/>
                  </a:lnTo>
                  <a:lnTo>
                    <a:pt x="1375145" y="3753970"/>
                  </a:lnTo>
                  <a:lnTo>
                    <a:pt x="1375263" y="3753970"/>
                  </a:lnTo>
                  <a:lnTo>
                    <a:pt x="1375381" y="3753970"/>
                  </a:lnTo>
                  <a:lnTo>
                    <a:pt x="1375498" y="3753970"/>
                  </a:lnTo>
                  <a:lnTo>
                    <a:pt x="1375498" y="3753540"/>
                  </a:lnTo>
                  <a:lnTo>
                    <a:pt x="1375616" y="3753540"/>
                  </a:lnTo>
                  <a:lnTo>
                    <a:pt x="1375616" y="3753109"/>
                  </a:lnTo>
                  <a:lnTo>
                    <a:pt x="1375616" y="3752679"/>
                  </a:lnTo>
                  <a:lnTo>
                    <a:pt x="1375616" y="3752248"/>
                  </a:lnTo>
                  <a:lnTo>
                    <a:pt x="1375734" y="3752248"/>
                  </a:lnTo>
                  <a:lnTo>
                    <a:pt x="1375734" y="3751817"/>
                  </a:lnTo>
                  <a:lnTo>
                    <a:pt x="1375851" y="3751817"/>
                  </a:lnTo>
                  <a:lnTo>
                    <a:pt x="1375969" y="3751817"/>
                  </a:lnTo>
                  <a:lnTo>
                    <a:pt x="1376086" y="3751817"/>
                  </a:lnTo>
                  <a:lnTo>
                    <a:pt x="1376204" y="3751817"/>
                  </a:lnTo>
                  <a:lnTo>
                    <a:pt x="1376204" y="3751387"/>
                  </a:lnTo>
                  <a:lnTo>
                    <a:pt x="1376322" y="3751387"/>
                  </a:lnTo>
                  <a:lnTo>
                    <a:pt x="1376322" y="3750956"/>
                  </a:lnTo>
                  <a:lnTo>
                    <a:pt x="1376322" y="3750526"/>
                  </a:lnTo>
                  <a:lnTo>
                    <a:pt x="1376439" y="3750526"/>
                  </a:lnTo>
                  <a:lnTo>
                    <a:pt x="1376557" y="3750526"/>
                  </a:lnTo>
                  <a:lnTo>
                    <a:pt x="1376674" y="3750526"/>
                  </a:lnTo>
                  <a:lnTo>
                    <a:pt x="1376792" y="3750526"/>
                  </a:lnTo>
                  <a:lnTo>
                    <a:pt x="1376792" y="3750095"/>
                  </a:lnTo>
                  <a:lnTo>
                    <a:pt x="1376792" y="3749664"/>
                  </a:lnTo>
                  <a:lnTo>
                    <a:pt x="1376910" y="3749664"/>
                  </a:lnTo>
                  <a:lnTo>
                    <a:pt x="1376910" y="3749234"/>
                  </a:lnTo>
                  <a:lnTo>
                    <a:pt x="1377027" y="3749234"/>
                  </a:lnTo>
                  <a:lnTo>
                    <a:pt x="1377145" y="3749234"/>
                  </a:lnTo>
                  <a:lnTo>
                    <a:pt x="1377263" y="3749234"/>
                  </a:lnTo>
                  <a:lnTo>
                    <a:pt x="1377380" y="3749234"/>
                  </a:lnTo>
                  <a:lnTo>
                    <a:pt x="1377380" y="3748803"/>
                  </a:lnTo>
                  <a:lnTo>
                    <a:pt x="1377498" y="3748803"/>
                  </a:lnTo>
                  <a:lnTo>
                    <a:pt x="1377498" y="3748373"/>
                  </a:lnTo>
                  <a:lnTo>
                    <a:pt x="1377615" y="3748373"/>
                  </a:lnTo>
                  <a:lnTo>
                    <a:pt x="1377733" y="3748373"/>
                  </a:lnTo>
                  <a:lnTo>
                    <a:pt x="1377733" y="3747942"/>
                  </a:lnTo>
                  <a:lnTo>
                    <a:pt x="1377733" y="3747511"/>
                  </a:lnTo>
                  <a:lnTo>
                    <a:pt x="1377851" y="3747511"/>
                  </a:lnTo>
                  <a:lnTo>
                    <a:pt x="1377968" y="3747511"/>
                  </a:lnTo>
                  <a:lnTo>
                    <a:pt x="1378086" y="3747511"/>
                  </a:lnTo>
                  <a:lnTo>
                    <a:pt x="1378086" y="3747081"/>
                  </a:lnTo>
                  <a:lnTo>
                    <a:pt x="1378203" y="3747081"/>
                  </a:lnTo>
                  <a:lnTo>
                    <a:pt x="1378321" y="3747081"/>
                  </a:lnTo>
                  <a:lnTo>
                    <a:pt x="1378439" y="3747081"/>
                  </a:lnTo>
                  <a:lnTo>
                    <a:pt x="1378439" y="3746650"/>
                  </a:lnTo>
                  <a:lnTo>
                    <a:pt x="1378439" y="3746220"/>
                  </a:lnTo>
                  <a:lnTo>
                    <a:pt x="1378556" y="3746220"/>
                  </a:lnTo>
                  <a:lnTo>
                    <a:pt x="1378674" y="3746220"/>
                  </a:lnTo>
                  <a:lnTo>
                    <a:pt x="1378792" y="3746220"/>
                  </a:lnTo>
                  <a:lnTo>
                    <a:pt x="1378909" y="3746220"/>
                  </a:lnTo>
                  <a:lnTo>
                    <a:pt x="1379027" y="3746220"/>
                  </a:lnTo>
                  <a:lnTo>
                    <a:pt x="1379144" y="3746220"/>
                  </a:lnTo>
                  <a:lnTo>
                    <a:pt x="1379262" y="3746220"/>
                  </a:lnTo>
                  <a:lnTo>
                    <a:pt x="1379380" y="3746220"/>
                  </a:lnTo>
                  <a:lnTo>
                    <a:pt x="1379380" y="3745789"/>
                  </a:lnTo>
                  <a:lnTo>
                    <a:pt x="1379497" y="3745789"/>
                  </a:lnTo>
                  <a:lnTo>
                    <a:pt x="1379615" y="3745789"/>
                  </a:lnTo>
                  <a:lnTo>
                    <a:pt x="1379615" y="3745358"/>
                  </a:lnTo>
                  <a:lnTo>
                    <a:pt x="1379732" y="3745358"/>
                  </a:lnTo>
                  <a:lnTo>
                    <a:pt x="1379850" y="3745358"/>
                  </a:lnTo>
                  <a:lnTo>
                    <a:pt x="1379968" y="3745358"/>
                  </a:lnTo>
                  <a:lnTo>
                    <a:pt x="1380085" y="3745358"/>
                  </a:lnTo>
                  <a:lnTo>
                    <a:pt x="1380203" y="3745358"/>
                  </a:lnTo>
                  <a:lnTo>
                    <a:pt x="1380321" y="3745358"/>
                  </a:lnTo>
                  <a:lnTo>
                    <a:pt x="1380438" y="3745358"/>
                  </a:lnTo>
                  <a:lnTo>
                    <a:pt x="1380556" y="3745358"/>
                  </a:lnTo>
                  <a:lnTo>
                    <a:pt x="1380556" y="3744928"/>
                  </a:lnTo>
                  <a:lnTo>
                    <a:pt x="1380673" y="3744928"/>
                  </a:lnTo>
                  <a:lnTo>
                    <a:pt x="1380673" y="3744497"/>
                  </a:lnTo>
                  <a:lnTo>
                    <a:pt x="1380791" y="3744497"/>
                  </a:lnTo>
                  <a:lnTo>
                    <a:pt x="1380909" y="3744497"/>
                  </a:lnTo>
                  <a:lnTo>
                    <a:pt x="1380909" y="3744067"/>
                  </a:lnTo>
                  <a:lnTo>
                    <a:pt x="1381026" y="3744067"/>
                  </a:lnTo>
                  <a:lnTo>
                    <a:pt x="1381144" y="3744067"/>
                  </a:lnTo>
                  <a:lnTo>
                    <a:pt x="1381144" y="3743636"/>
                  </a:lnTo>
                  <a:lnTo>
                    <a:pt x="1381144" y="3743205"/>
                  </a:lnTo>
                  <a:lnTo>
                    <a:pt x="1381261" y="3743205"/>
                  </a:lnTo>
                  <a:lnTo>
                    <a:pt x="1381379" y="3743205"/>
                  </a:lnTo>
                  <a:lnTo>
                    <a:pt x="1381497" y="3743205"/>
                  </a:lnTo>
                  <a:lnTo>
                    <a:pt x="1381614" y="3743205"/>
                  </a:lnTo>
                  <a:lnTo>
                    <a:pt x="1381732" y="3743205"/>
                  </a:lnTo>
                  <a:lnTo>
                    <a:pt x="1381849" y="3743205"/>
                  </a:lnTo>
                  <a:lnTo>
                    <a:pt x="1381967" y="3743205"/>
                  </a:lnTo>
                  <a:lnTo>
                    <a:pt x="1381967" y="3742775"/>
                  </a:lnTo>
                  <a:lnTo>
                    <a:pt x="1382085" y="3742775"/>
                  </a:lnTo>
                  <a:lnTo>
                    <a:pt x="1382085" y="3742344"/>
                  </a:lnTo>
                  <a:lnTo>
                    <a:pt x="1382085" y="3741914"/>
                  </a:lnTo>
                  <a:lnTo>
                    <a:pt x="1382202" y="3741914"/>
                  </a:lnTo>
                  <a:lnTo>
                    <a:pt x="1382320" y="3741914"/>
                  </a:lnTo>
                  <a:lnTo>
                    <a:pt x="1382438" y="3741914"/>
                  </a:lnTo>
                  <a:lnTo>
                    <a:pt x="1382438" y="3741483"/>
                  </a:lnTo>
                  <a:lnTo>
                    <a:pt x="1382555" y="3741483"/>
                  </a:lnTo>
                  <a:lnTo>
                    <a:pt x="1382673" y="3741483"/>
                  </a:lnTo>
                  <a:lnTo>
                    <a:pt x="1382790" y="3741483"/>
                  </a:lnTo>
                  <a:lnTo>
                    <a:pt x="1382908" y="3741483"/>
                  </a:lnTo>
                  <a:lnTo>
                    <a:pt x="1383026" y="3741483"/>
                  </a:lnTo>
                  <a:lnTo>
                    <a:pt x="1383026" y="3741052"/>
                  </a:lnTo>
                  <a:lnTo>
                    <a:pt x="1383143" y="3741052"/>
                  </a:lnTo>
                  <a:lnTo>
                    <a:pt x="1383261" y="3741052"/>
                  </a:lnTo>
                  <a:lnTo>
                    <a:pt x="1383378" y="3741052"/>
                  </a:lnTo>
                  <a:lnTo>
                    <a:pt x="1383496" y="3741052"/>
                  </a:lnTo>
                  <a:lnTo>
                    <a:pt x="1383614" y="3741052"/>
                  </a:lnTo>
                  <a:lnTo>
                    <a:pt x="1383614" y="3740622"/>
                  </a:lnTo>
                  <a:lnTo>
                    <a:pt x="1383731" y="3740622"/>
                  </a:lnTo>
                  <a:lnTo>
                    <a:pt x="1383731" y="3740191"/>
                  </a:lnTo>
                  <a:lnTo>
                    <a:pt x="1383849" y="3740191"/>
                  </a:lnTo>
                  <a:lnTo>
                    <a:pt x="1383967" y="3740191"/>
                  </a:lnTo>
                  <a:lnTo>
                    <a:pt x="1384084" y="3740191"/>
                  </a:lnTo>
                  <a:lnTo>
                    <a:pt x="1384202" y="3740191"/>
                  </a:lnTo>
                  <a:lnTo>
                    <a:pt x="1384319" y="3740191"/>
                  </a:lnTo>
                  <a:lnTo>
                    <a:pt x="1384437" y="3740191"/>
                  </a:lnTo>
                  <a:lnTo>
                    <a:pt x="1384555" y="3740191"/>
                  </a:lnTo>
                  <a:lnTo>
                    <a:pt x="1384672" y="3740191"/>
                  </a:lnTo>
                  <a:lnTo>
                    <a:pt x="1384790" y="3740191"/>
                  </a:lnTo>
                  <a:lnTo>
                    <a:pt x="1384907" y="3740191"/>
                  </a:lnTo>
                  <a:lnTo>
                    <a:pt x="1384907" y="3739761"/>
                  </a:lnTo>
                  <a:lnTo>
                    <a:pt x="1384907" y="3739330"/>
                  </a:lnTo>
                  <a:lnTo>
                    <a:pt x="1384907" y="3738899"/>
                  </a:lnTo>
                  <a:lnTo>
                    <a:pt x="1384907" y="3738469"/>
                  </a:lnTo>
                  <a:lnTo>
                    <a:pt x="1384907" y="3738038"/>
                  </a:lnTo>
                  <a:lnTo>
                    <a:pt x="1385025" y="3738038"/>
                  </a:lnTo>
                  <a:lnTo>
                    <a:pt x="1385143" y="3738038"/>
                  </a:lnTo>
                  <a:lnTo>
                    <a:pt x="1385260" y="3738038"/>
                  </a:lnTo>
                  <a:lnTo>
                    <a:pt x="1385378" y="3738038"/>
                  </a:lnTo>
                  <a:lnTo>
                    <a:pt x="1385496" y="3738038"/>
                  </a:lnTo>
                  <a:lnTo>
                    <a:pt x="1385613" y="3738038"/>
                  </a:lnTo>
                  <a:lnTo>
                    <a:pt x="1385731" y="3738038"/>
                  </a:lnTo>
                  <a:lnTo>
                    <a:pt x="1385848" y="3738038"/>
                  </a:lnTo>
                  <a:lnTo>
                    <a:pt x="1385966" y="3738038"/>
                  </a:lnTo>
                  <a:lnTo>
                    <a:pt x="1386084" y="3738038"/>
                  </a:lnTo>
                  <a:lnTo>
                    <a:pt x="1386201" y="3738038"/>
                  </a:lnTo>
                  <a:lnTo>
                    <a:pt x="1386201" y="3737608"/>
                  </a:lnTo>
                  <a:lnTo>
                    <a:pt x="1386201" y="3737177"/>
                  </a:lnTo>
                  <a:lnTo>
                    <a:pt x="1386319" y="3737177"/>
                  </a:lnTo>
                  <a:lnTo>
                    <a:pt x="1386319" y="3736746"/>
                  </a:lnTo>
                  <a:lnTo>
                    <a:pt x="1386436" y="3736746"/>
                  </a:lnTo>
                  <a:lnTo>
                    <a:pt x="1386554" y="3736746"/>
                  </a:lnTo>
                  <a:lnTo>
                    <a:pt x="1386672" y="3736746"/>
                  </a:lnTo>
                  <a:lnTo>
                    <a:pt x="1386789" y="3736746"/>
                  </a:lnTo>
                  <a:lnTo>
                    <a:pt x="1386907" y="3736746"/>
                  </a:lnTo>
                  <a:lnTo>
                    <a:pt x="1386907" y="3736316"/>
                  </a:lnTo>
                  <a:lnTo>
                    <a:pt x="1386907" y="3735885"/>
                  </a:lnTo>
                  <a:lnTo>
                    <a:pt x="1386907" y="3735455"/>
                  </a:lnTo>
                  <a:lnTo>
                    <a:pt x="1387025" y="3735455"/>
                  </a:lnTo>
                  <a:lnTo>
                    <a:pt x="1387142" y="3735455"/>
                  </a:lnTo>
                  <a:lnTo>
                    <a:pt x="1387260" y="3735455"/>
                  </a:lnTo>
                  <a:lnTo>
                    <a:pt x="1387377" y="3735455"/>
                  </a:lnTo>
                  <a:lnTo>
                    <a:pt x="1387377" y="3735024"/>
                  </a:lnTo>
                  <a:lnTo>
                    <a:pt x="1387495" y="3735024"/>
                  </a:lnTo>
                  <a:lnTo>
                    <a:pt x="1387613" y="3735024"/>
                  </a:lnTo>
                  <a:lnTo>
                    <a:pt x="1387730" y="3735024"/>
                  </a:lnTo>
                  <a:lnTo>
                    <a:pt x="1387730" y="3734593"/>
                  </a:lnTo>
                  <a:lnTo>
                    <a:pt x="1387730" y="3734163"/>
                  </a:lnTo>
                  <a:lnTo>
                    <a:pt x="1387848" y="3734163"/>
                  </a:lnTo>
                  <a:lnTo>
                    <a:pt x="1387965" y="3734163"/>
                  </a:lnTo>
                  <a:lnTo>
                    <a:pt x="1388083" y="3734163"/>
                  </a:lnTo>
                  <a:lnTo>
                    <a:pt x="1388201" y="3734163"/>
                  </a:lnTo>
                  <a:lnTo>
                    <a:pt x="1388318" y="3734163"/>
                  </a:lnTo>
                  <a:lnTo>
                    <a:pt x="1388436" y="3734163"/>
                  </a:lnTo>
                  <a:lnTo>
                    <a:pt x="1388554" y="3734163"/>
                  </a:lnTo>
                  <a:lnTo>
                    <a:pt x="1388671" y="3734163"/>
                  </a:lnTo>
                  <a:lnTo>
                    <a:pt x="1388789" y="3734163"/>
                  </a:lnTo>
                  <a:lnTo>
                    <a:pt x="1388789" y="3733732"/>
                  </a:lnTo>
                  <a:lnTo>
                    <a:pt x="1388906" y="3733732"/>
                  </a:lnTo>
                  <a:lnTo>
                    <a:pt x="1388906" y="3733302"/>
                  </a:lnTo>
                  <a:lnTo>
                    <a:pt x="1389024" y="3733302"/>
                  </a:lnTo>
                  <a:lnTo>
                    <a:pt x="1389142" y="3733302"/>
                  </a:lnTo>
                  <a:lnTo>
                    <a:pt x="1389259" y="3733302"/>
                  </a:lnTo>
                  <a:lnTo>
                    <a:pt x="1389259" y="3732871"/>
                  </a:lnTo>
                  <a:lnTo>
                    <a:pt x="1389259" y="3732440"/>
                  </a:lnTo>
                  <a:lnTo>
                    <a:pt x="1389377" y="3732440"/>
                  </a:lnTo>
                  <a:lnTo>
                    <a:pt x="1389377" y="3732010"/>
                  </a:lnTo>
                  <a:lnTo>
                    <a:pt x="1389494" y="3732010"/>
                  </a:lnTo>
                  <a:lnTo>
                    <a:pt x="1389494" y="3731579"/>
                  </a:lnTo>
                  <a:lnTo>
                    <a:pt x="1389612" y="3731579"/>
                  </a:lnTo>
                  <a:lnTo>
                    <a:pt x="1389612" y="3731149"/>
                  </a:lnTo>
                  <a:lnTo>
                    <a:pt x="1389730" y="3731149"/>
                  </a:lnTo>
                  <a:lnTo>
                    <a:pt x="1389847" y="3731149"/>
                  </a:lnTo>
                  <a:lnTo>
                    <a:pt x="1389847" y="3730718"/>
                  </a:lnTo>
                  <a:lnTo>
                    <a:pt x="1389965" y="3730718"/>
                  </a:lnTo>
                  <a:lnTo>
                    <a:pt x="1390082" y="3730718"/>
                  </a:lnTo>
                  <a:lnTo>
                    <a:pt x="1390200" y="3730718"/>
                  </a:lnTo>
                  <a:lnTo>
                    <a:pt x="1390318" y="3730718"/>
                  </a:lnTo>
                  <a:lnTo>
                    <a:pt x="1390435" y="3730718"/>
                  </a:lnTo>
                  <a:lnTo>
                    <a:pt x="1390435" y="3730287"/>
                  </a:lnTo>
                  <a:lnTo>
                    <a:pt x="1390553" y="3730287"/>
                  </a:lnTo>
                  <a:lnTo>
                    <a:pt x="1390671" y="3730287"/>
                  </a:lnTo>
                  <a:lnTo>
                    <a:pt x="1390788" y="3730287"/>
                  </a:lnTo>
                  <a:lnTo>
                    <a:pt x="1390906" y="3730287"/>
                  </a:lnTo>
                  <a:lnTo>
                    <a:pt x="1391023" y="3730287"/>
                  </a:lnTo>
                  <a:lnTo>
                    <a:pt x="1391023" y="3729857"/>
                  </a:lnTo>
                  <a:lnTo>
                    <a:pt x="1391141" y="3729857"/>
                  </a:lnTo>
                  <a:lnTo>
                    <a:pt x="1391141" y="3729426"/>
                  </a:lnTo>
                  <a:lnTo>
                    <a:pt x="1391141" y="3728996"/>
                  </a:lnTo>
                  <a:lnTo>
                    <a:pt x="1391259" y="3728996"/>
                  </a:lnTo>
                  <a:lnTo>
                    <a:pt x="1391376" y="3728996"/>
                  </a:lnTo>
                  <a:lnTo>
                    <a:pt x="1391494" y="3728996"/>
                  </a:lnTo>
                  <a:lnTo>
                    <a:pt x="1391494" y="3728565"/>
                  </a:lnTo>
                  <a:lnTo>
                    <a:pt x="1391611" y="3728565"/>
                  </a:lnTo>
                  <a:lnTo>
                    <a:pt x="1391729" y="3728565"/>
                  </a:lnTo>
                  <a:lnTo>
                    <a:pt x="1391847" y="3728565"/>
                  </a:lnTo>
                  <a:lnTo>
                    <a:pt x="1391964" y="3728565"/>
                  </a:lnTo>
                  <a:lnTo>
                    <a:pt x="1391964" y="3728134"/>
                  </a:lnTo>
                  <a:lnTo>
                    <a:pt x="1391964" y="3727704"/>
                  </a:lnTo>
                  <a:lnTo>
                    <a:pt x="1392082" y="3727704"/>
                  </a:lnTo>
                  <a:lnTo>
                    <a:pt x="1392200" y="3727704"/>
                  </a:lnTo>
                  <a:lnTo>
                    <a:pt x="1392200" y="3727273"/>
                  </a:lnTo>
                  <a:lnTo>
                    <a:pt x="1392317" y="3727273"/>
                  </a:lnTo>
                  <a:lnTo>
                    <a:pt x="1392435" y="3727273"/>
                  </a:lnTo>
                  <a:lnTo>
                    <a:pt x="1392552" y="3727273"/>
                  </a:lnTo>
                  <a:lnTo>
                    <a:pt x="1392670" y="3727273"/>
                  </a:lnTo>
                  <a:lnTo>
                    <a:pt x="1392788" y="3727273"/>
                  </a:lnTo>
                  <a:lnTo>
                    <a:pt x="1392788" y="3726843"/>
                  </a:lnTo>
                  <a:lnTo>
                    <a:pt x="1392905" y="3726843"/>
                  </a:lnTo>
                  <a:lnTo>
                    <a:pt x="1393023" y="3726843"/>
                  </a:lnTo>
                  <a:lnTo>
                    <a:pt x="1393140" y="3726843"/>
                  </a:lnTo>
                  <a:lnTo>
                    <a:pt x="1393140" y="3726412"/>
                  </a:lnTo>
                  <a:lnTo>
                    <a:pt x="1393258" y="3726412"/>
                  </a:lnTo>
                  <a:lnTo>
                    <a:pt x="1393376" y="3726412"/>
                  </a:lnTo>
                  <a:lnTo>
                    <a:pt x="1393493" y="3726412"/>
                  </a:lnTo>
                  <a:lnTo>
                    <a:pt x="1393611" y="3726412"/>
                  </a:lnTo>
                  <a:lnTo>
                    <a:pt x="1393611" y="3725981"/>
                  </a:lnTo>
                  <a:lnTo>
                    <a:pt x="1393611" y="3725551"/>
                  </a:lnTo>
                  <a:lnTo>
                    <a:pt x="1393611" y="3725120"/>
                  </a:lnTo>
                  <a:lnTo>
                    <a:pt x="1393611" y="3724690"/>
                  </a:lnTo>
                  <a:lnTo>
                    <a:pt x="1393611" y="3724259"/>
                  </a:lnTo>
                  <a:lnTo>
                    <a:pt x="1393729" y="3724259"/>
                  </a:lnTo>
                  <a:lnTo>
                    <a:pt x="1393846" y="3724259"/>
                  </a:lnTo>
                  <a:lnTo>
                    <a:pt x="1393846" y="3723828"/>
                  </a:lnTo>
                  <a:lnTo>
                    <a:pt x="1393964" y="3723828"/>
                  </a:lnTo>
                  <a:lnTo>
                    <a:pt x="1394081" y="3723828"/>
                  </a:lnTo>
                  <a:lnTo>
                    <a:pt x="1394199" y="3723828"/>
                  </a:lnTo>
                  <a:lnTo>
                    <a:pt x="1394199" y="3723398"/>
                  </a:lnTo>
                  <a:lnTo>
                    <a:pt x="1394317" y="3723398"/>
                  </a:lnTo>
                  <a:lnTo>
                    <a:pt x="1394317" y="3722967"/>
                  </a:lnTo>
                  <a:lnTo>
                    <a:pt x="1394434" y="3722967"/>
                  </a:lnTo>
                  <a:lnTo>
                    <a:pt x="1394552" y="3722967"/>
                  </a:lnTo>
                  <a:lnTo>
                    <a:pt x="1394669" y="3722967"/>
                  </a:lnTo>
                  <a:lnTo>
                    <a:pt x="1394787" y="3722967"/>
                  </a:lnTo>
                  <a:lnTo>
                    <a:pt x="1394905" y="3722967"/>
                  </a:lnTo>
                  <a:lnTo>
                    <a:pt x="1394905" y="3722537"/>
                  </a:lnTo>
                  <a:lnTo>
                    <a:pt x="1394905" y="3722106"/>
                  </a:lnTo>
                  <a:lnTo>
                    <a:pt x="1394905" y="3721675"/>
                  </a:lnTo>
                  <a:lnTo>
                    <a:pt x="1395022" y="3721675"/>
                  </a:lnTo>
                  <a:lnTo>
                    <a:pt x="1395022" y="3721245"/>
                  </a:lnTo>
                  <a:lnTo>
                    <a:pt x="1395140" y="3721245"/>
                  </a:lnTo>
                  <a:lnTo>
                    <a:pt x="1395258" y="3721245"/>
                  </a:lnTo>
                  <a:lnTo>
                    <a:pt x="1395375" y="3721245"/>
                  </a:lnTo>
                  <a:lnTo>
                    <a:pt x="1395493" y="3721245"/>
                  </a:lnTo>
                  <a:lnTo>
                    <a:pt x="1395610" y="3721245"/>
                  </a:lnTo>
                  <a:lnTo>
                    <a:pt x="1395728" y="3721245"/>
                  </a:lnTo>
                  <a:lnTo>
                    <a:pt x="1395728" y="3720814"/>
                  </a:lnTo>
                  <a:lnTo>
                    <a:pt x="1395728" y="3720384"/>
                  </a:lnTo>
                  <a:lnTo>
                    <a:pt x="1395846" y="3720384"/>
                  </a:lnTo>
                  <a:lnTo>
                    <a:pt x="1395963" y="3720384"/>
                  </a:lnTo>
                  <a:lnTo>
                    <a:pt x="1396081" y="3720384"/>
                  </a:lnTo>
                  <a:lnTo>
                    <a:pt x="1396198" y="3720384"/>
                  </a:lnTo>
                  <a:lnTo>
                    <a:pt x="1396198" y="3719953"/>
                  </a:lnTo>
                  <a:lnTo>
                    <a:pt x="1396316" y="3719953"/>
                  </a:lnTo>
                  <a:lnTo>
                    <a:pt x="1396434" y="3719953"/>
                  </a:lnTo>
                  <a:lnTo>
                    <a:pt x="1396434" y="3719522"/>
                  </a:lnTo>
                  <a:lnTo>
                    <a:pt x="1396551" y="3719522"/>
                  </a:lnTo>
                  <a:lnTo>
                    <a:pt x="1396669" y="3719522"/>
                  </a:lnTo>
                  <a:lnTo>
                    <a:pt x="1396669" y="3719092"/>
                  </a:lnTo>
                  <a:lnTo>
                    <a:pt x="1396787" y="3719092"/>
                  </a:lnTo>
                  <a:lnTo>
                    <a:pt x="1396904" y="3719092"/>
                  </a:lnTo>
                  <a:lnTo>
                    <a:pt x="1397022" y="3719092"/>
                  </a:lnTo>
                  <a:lnTo>
                    <a:pt x="1397139" y="3719092"/>
                  </a:lnTo>
                  <a:lnTo>
                    <a:pt x="1397139" y="3718661"/>
                  </a:lnTo>
                  <a:lnTo>
                    <a:pt x="1397257" y="3718661"/>
                  </a:lnTo>
                  <a:lnTo>
                    <a:pt x="1397375" y="3718661"/>
                  </a:lnTo>
                  <a:lnTo>
                    <a:pt x="1397375" y="3718231"/>
                  </a:lnTo>
                  <a:lnTo>
                    <a:pt x="1397492" y="3718231"/>
                  </a:lnTo>
                  <a:lnTo>
                    <a:pt x="1397492" y="3717800"/>
                  </a:lnTo>
                  <a:lnTo>
                    <a:pt x="1397610" y="3717800"/>
                  </a:lnTo>
                  <a:lnTo>
                    <a:pt x="1397727" y="3717800"/>
                  </a:lnTo>
                  <a:lnTo>
                    <a:pt x="1397845" y="3717800"/>
                  </a:lnTo>
                  <a:lnTo>
                    <a:pt x="1397845" y="3717369"/>
                  </a:lnTo>
                  <a:lnTo>
                    <a:pt x="1397963" y="3717369"/>
                  </a:lnTo>
                  <a:lnTo>
                    <a:pt x="1398080" y="3717369"/>
                  </a:lnTo>
                  <a:lnTo>
                    <a:pt x="1398080" y="3716939"/>
                  </a:lnTo>
                  <a:lnTo>
                    <a:pt x="1398198" y="3716939"/>
                  </a:lnTo>
                  <a:lnTo>
                    <a:pt x="1398315" y="3716939"/>
                  </a:lnTo>
                  <a:lnTo>
                    <a:pt x="1398315" y="3716508"/>
                  </a:lnTo>
                  <a:lnTo>
                    <a:pt x="1398315" y="3716078"/>
                  </a:lnTo>
                  <a:lnTo>
                    <a:pt x="1398315" y="3715647"/>
                  </a:lnTo>
                  <a:lnTo>
                    <a:pt x="1398433" y="3715647"/>
                  </a:lnTo>
                  <a:lnTo>
                    <a:pt x="1398551" y="3715647"/>
                  </a:lnTo>
                  <a:lnTo>
                    <a:pt x="1398551" y="3715216"/>
                  </a:lnTo>
                  <a:lnTo>
                    <a:pt x="1398668" y="3715216"/>
                  </a:lnTo>
                  <a:lnTo>
                    <a:pt x="1398786" y="3715216"/>
                  </a:lnTo>
                  <a:lnTo>
                    <a:pt x="1398904" y="3715216"/>
                  </a:lnTo>
                  <a:lnTo>
                    <a:pt x="1399021" y="3715216"/>
                  </a:lnTo>
                  <a:lnTo>
                    <a:pt x="1399139" y="3715216"/>
                  </a:lnTo>
                  <a:lnTo>
                    <a:pt x="1399139" y="3714786"/>
                  </a:lnTo>
                  <a:lnTo>
                    <a:pt x="1399256" y="3714786"/>
                  </a:lnTo>
                  <a:lnTo>
                    <a:pt x="1399256" y="3714355"/>
                  </a:lnTo>
                  <a:lnTo>
                    <a:pt x="1399374" y="3714355"/>
                  </a:lnTo>
                  <a:lnTo>
                    <a:pt x="1399492" y="3714355"/>
                  </a:lnTo>
                  <a:lnTo>
                    <a:pt x="1399609" y="3714355"/>
                  </a:lnTo>
                  <a:lnTo>
                    <a:pt x="1399727" y="3714355"/>
                  </a:lnTo>
                  <a:lnTo>
                    <a:pt x="1399844" y="3714355"/>
                  </a:lnTo>
                  <a:lnTo>
                    <a:pt x="1399844" y="3713925"/>
                  </a:lnTo>
                  <a:lnTo>
                    <a:pt x="1399844" y="3713494"/>
                  </a:lnTo>
                  <a:lnTo>
                    <a:pt x="1399962" y="3713494"/>
                  </a:lnTo>
                  <a:lnTo>
                    <a:pt x="1400080" y="3713494"/>
                  </a:lnTo>
                  <a:lnTo>
                    <a:pt x="1400197" y="3713494"/>
                  </a:lnTo>
                  <a:lnTo>
                    <a:pt x="1400197" y="3713063"/>
                  </a:lnTo>
                  <a:lnTo>
                    <a:pt x="1400315" y="3713063"/>
                  </a:lnTo>
                  <a:lnTo>
                    <a:pt x="1400315" y="3712633"/>
                  </a:lnTo>
                  <a:lnTo>
                    <a:pt x="1400315" y="3712202"/>
                  </a:lnTo>
                  <a:lnTo>
                    <a:pt x="1400433" y="3712202"/>
                  </a:lnTo>
                  <a:lnTo>
                    <a:pt x="1400550" y="3712202"/>
                  </a:lnTo>
                  <a:lnTo>
                    <a:pt x="1400668" y="3712202"/>
                  </a:lnTo>
                  <a:lnTo>
                    <a:pt x="1400785" y="3712202"/>
                  </a:lnTo>
                  <a:lnTo>
                    <a:pt x="1400903" y="3712202"/>
                  </a:lnTo>
                  <a:lnTo>
                    <a:pt x="1400903" y="3711772"/>
                  </a:lnTo>
                  <a:lnTo>
                    <a:pt x="1400903" y="3711341"/>
                  </a:lnTo>
                  <a:lnTo>
                    <a:pt x="1400903" y="3710910"/>
                  </a:lnTo>
                  <a:lnTo>
                    <a:pt x="1400903" y="3710480"/>
                  </a:lnTo>
                  <a:lnTo>
                    <a:pt x="1401021" y="3710480"/>
                  </a:lnTo>
                  <a:lnTo>
                    <a:pt x="1401138" y="3710480"/>
                  </a:lnTo>
                  <a:lnTo>
                    <a:pt x="1401256" y="3710480"/>
                  </a:lnTo>
                  <a:lnTo>
                    <a:pt x="1401256" y="3710049"/>
                  </a:lnTo>
                  <a:lnTo>
                    <a:pt x="1401373" y="3710049"/>
                  </a:lnTo>
                  <a:lnTo>
                    <a:pt x="1401491" y="3710049"/>
                  </a:lnTo>
                  <a:lnTo>
                    <a:pt x="1401609" y="3710049"/>
                  </a:lnTo>
                  <a:lnTo>
                    <a:pt x="1401726" y="3710049"/>
                  </a:lnTo>
                  <a:lnTo>
                    <a:pt x="1401844" y="3710049"/>
                  </a:lnTo>
                  <a:lnTo>
                    <a:pt x="1401962" y="3710049"/>
                  </a:lnTo>
                  <a:lnTo>
                    <a:pt x="1402079" y="3710049"/>
                  </a:lnTo>
                  <a:lnTo>
                    <a:pt x="1402079" y="3709619"/>
                  </a:lnTo>
                  <a:lnTo>
                    <a:pt x="1402079" y="3709188"/>
                  </a:lnTo>
                  <a:lnTo>
                    <a:pt x="1402197" y="3709188"/>
                  </a:lnTo>
                  <a:lnTo>
                    <a:pt x="1402314" y="3709188"/>
                  </a:lnTo>
                  <a:lnTo>
                    <a:pt x="1402432" y="3709188"/>
                  </a:lnTo>
                  <a:lnTo>
                    <a:pt x="1402550" y="3709188"/>
                  </a:lnTo>
                  <a:lnTo>
                    <a:pt x="1402667" y="3709188"/>
                  </a:lnTo>
                  <a:lnTo>
                    <a:pt x="1402667" y="3708757"/>
                  </a:lnTo>
                  <a:lnTo>
                    <a:pt x="1402785" y="3708757"/>
                  </a:lnTo>
                  <a:lnTo>
                    <a:pt x="1402902" y="3708757"/>
                  </a:lnTo>
                  <a:lnTo>
                    <a:pt x="1403020" y="3708757"/>
                  </a:lnTo>
                  <a:lnTo>
                    <a:pt x="1403020" y="3708327"/>
                  </a:lnTo>
                  <a:lnTo>
                    <a:pt x="1403020" y="3707896"/>
                  </a:lnTo>
                  <a:lnTo>
                    <a:pt x="1403138" y="3707896"/>
                  </a:lnTo>
                  <a:lnTo>
                    <a:pt x="1403138" y="3707466"/>
                  </a:lnTo>
                  <a:lnTo>
                    <a:pt x="1403138" y="3707035"/>
                  </a:lnTo>
                  <a:lnTo>
                    <a:pt x="1403255" y="3707035"/>
                  </a:lnTo>
                  <a:lnTo>
                    <a:pt x="1403255" y="3706604"/>
                  </a:lnTo>
                  <a:lnTo>
                    <a:pt x="1403373" y="3706604"/>
                  </a:lnTo>
                  <a:lnTo>
                    <a:pt x="1403373" y="3706174"/>
                  </a:lnTo>
                  <a:lnTo>
                    <a:pt x="1403491" y="3706174"/>
                  </a:lnTo>
                  <a:lnTo>
                    <a:pt x="1403608" y="3706174"/>
                  </a:lnTo>
                  <a:lnTo>
                    <a:pt x="1403726" y="3706174"/>
                  </a:lnTo>
                  <a:lnTo>
                    <a:pt x="1403843" y="3706174"/>
                  </a:lnTo>
                  <a:lnTo>
                    <a:pt x="1403961" y="3706174"/>
                  </a:lnTo>
                  <a:lnTo>
                    <a:pt x="1404079" y="3706174"/>
                  </a:lnTo>
                  <a:lnTo>
                    <a:pt x="1404079" y="3705743"/>
                  </a:lnTo>
                  <a:lnTo>
                    <a:pt x="1404196" y="3705743"/>
                  </a:lnTo>
                  <a:lnTo>
                    <a:pt x="1404314" y="3705743"/>
                  </a:lnTo>
                  <a:lnTo>
                    <a:pt x="1404314" y="3705313"/>
                  </a:lnTo>
                  <a:lnTo>
                    <a:pt x="1404314" y="3704882"/>
                  </a:lnTo>
                  <a:lnTo>
                    <a:pt x="1404314" y="3704451"/>
                  </a:lnTo>
                  <a:lnTo>
                    <a:pt x="1404431" y="3704451"/>
                  </a:lnTo>
                  <a:lnTo>
                    <a:pt x="1404549" y="3704451"/>
                  </a:lnTo>
                  <a:lnTo>
                    <a:pt x="1404667" y="3704451"/>
                  </a:lnTo>
                  <a:lnTo>
                    <a:pt x="1404784" y="3704451"/>
                  </a:lnTo>
                  <a:lnTo>
                    <a:pt x="1404902" y="3704451"/>
                  </a:lnTo>
                  <a:lnTo>
                    <a:pt x="1404902" y="3704021"/>
                  </a:lnTo>
                  <a:lnTo>
                    <a:pt x="1405020" y="3704021"/>
                  </a:lnTo>
                  <a:lnTo>
                    <a:pt x="1405137" y="3704021"/>
                  </a:lnTo>
                  <a:lnTo>
                    <a:pt x="1405255" y="3704021"/>
                  </a:lnTo>
                  <a:lnTo>
                    <a:pt x="1405372" y="3704021"/>
                  </a:lnTo>
                  <a:lnTo>
                    <a:pt x="1405490" y="3704021"/>
                  </a:lnTo>
                  <a:lnTo>
                    <a:pt x="1405490" y="3703590"/>
                  </a:lnTo>
                  <a:lnTo>
                    <a:pt x="1405490" y="3703160"/>
                  </a:lnTo>
                  <a:lnTo>
                    <a:pt x="1405608" y="3703160"/>
                  </a:lnTo>
                  <a:lnTo>
                    <a:pt x="1405725" y="3703160"/>
                  </a:lnTo>
                  <a:lnTo>
                    <a:pt x="1405725" y="3702729"/>
                  </a:lnTo>
                  <a:lnTo>
                    <a:pt x="1405725" y="3702298"/>
                  </a:lnTo>
                  <a:lnTo>
                    <a:pt x="1405843" y="3702298"/>
                  </a:lnTo>
                  <a:lnTo>
                    <a:pt x="1405843" y="3701868"/>
                  </a:lnTo>
                  <a:lnTo>
                    <a:pt x="1405843" y="3701437"/>
                  </a:lnTo>
                  <a:lnTo>
                    <a:pt x="1405960" y="3701437"/>
                  </a:lnTo>
                  <a:lnTo>
                    <a:pt x="1406078" y="3701437"/>
                  </a:lnTo>
                  <a:lnTo>
                    <a:pt x="1406196" y="3701437"/>
                  </a:lnTo>
                  <a:lnTo>
                    <a:pt x="1406313" y="3701437"/>
                  </a:lnTo>
                  <a:lnTo>
                    <a:pt x="1406431" y="3701437"/>
                  </a:lnTo>
                  <a:lnTo>
                    <a:pt x="1406548" y="3701437"/>
                  </a:lnTo>
                  <a:lnTo>
                    <a:pt x="1406548" y="3701007"/>
                  </a:lnTo>
                  <a:lnTo>
                    <a:pt x="1406548" y="3700576"/>
                  </a:lnTo>
                  <a:lnTo>
                    <a:pt x="1406666" y="3700576"/>
                  </a:lnTo>
                  <a:lnTo>
                    <a:pt x="1406784" y="3700576"/>
                  </a:lnTo>
                  <a:lnTo>
                    <a:pt x="1406901" y="3700576"/>
                  </a:lnTo>
                  <a:lnTo>
                    <a:pt x="1407019" y="3700576"/>
                  </a:lnTo>
                  <a:lnTo>
                    <a:pt x="1407137" y="3700576"/>
                  </a:lnTo>
                  <a:lnTo>
                    <a:pt x="1407254" y="3700576"/>
                  </a:lnTo>
                  <a:lnTo>
                    <a:pt x="1407372" y="3700576"/>
                  </a:lnTo>
                  <a:lnTo>
                    <a:pt x="1407489" y="3700576"/>
                  </a:lnTo>
                  <a:lnTo>
                    <a:pt x="1407607" y="3700576"/>
                  </a:lnTo>
                  <a:lnTo>
                    <a:pt x="1407607" y="3700145"/>
                  </a:lnTo>
                  <a:lnTo>
                    <a:pt x="1407607" y="3699715"/>
                  </a:lnTo>
                  <a:lnTo>
                    <a:pt x="1407725" y="3699715"/>
                  </a:lnTo>
                  <a:lnTo>
                    <a:pt x="1407842" y="3699715"/>
                  </a:lnTo>
                  <a:lnTo>
                    <a:pt x="1407960" y="3699715"/>
                  </a:lnTo>
                  <a:lnTo>
                    <a:pt x="1407960" y="3699284"/>
                  </a:lnTo>
                  <a:lnTo>
                    <a:pt x="1408077" y="3699284"/>
                  </a:lnTo>
                  <a:lnTo>
                    <a:pt x="1408195" y="3699284"/>
                  </a:lnTo>
                  <a:lnTo>
                    <a:pt x="1408195" y="3698854"/>
                  </a:lnTo>
                  <a:lnTo>
                    <a:pt x="1408313" y="3698854"/>
                  </a:lnTo>
                  <a:lnTo>
                    <a:pt x="1408313" y="3698423"/>
                  </a:lnTo>
                  <a:lnTo>
                    <a:pt x="1408430" y="3698423"/>
                  </a:lnTo>
                  <a:lnTo>
                    <a:pt x="1408548" y="3698423"/>
                  </a:lnTo>
                  <a:lnTo>
                    <a:pt x="1408666" y="3698423"/>
                  </a:lnTo>
                  <a:lnTo>
                    <a:pt x="1408666" y="3697992"/>
                  </a:lnTo>
                  <a:lnTo>
                    <a:pt x="1408783" y="3697992"/>
                  </a:lnTo>
                  <a:lnTo>
                    <a:pt x="1408901" y="3697992"/>
                  </a:lnTo>
                  <a:lnTo>
                    <a:pt x="1409018" y="3697992"/>
                  </a:lnTo>
                  <a:lnTo>
                    <a:pt x="1409136" y="3697992"/>
                  </a:lnTo>
                  <a:lnTo>
                    <a:pt x="1409254" y="3697992"/>
                  </a:lnTo>
                  <a:lnTo>
                    <a:pt x="1409371" y="3697992"/>
                  </a:lnTo>
                  <a:lnTo>
                    <a:pt x="1409489" y="3697992"/>
                  </a:lnTo>
                  <a:lnTo>
                    <a:pt x="1409606" y="3697992"/>
                  </a:lnTo>
                  <a:lnTo>
                    <a:pt x="1409606" y="3697562"/>
                  </a:lnTo>
                  <a:lnTo>
                    <a:pt x="1409724" y="3697562"/>
                  </a:lnTo>
                  <a:lnTo>
                    <a:pt x="1409842" y="3697562"/>
                  </a:lnTo>
                  <a:lnTo>
                    <a:pt x="1409842" y="3697131"/>
                  </a:lnTo>
                  <a:lnTo>
                    <a:pt x="1409959" y="3697131"/>
                  </a:lnTo>
                  <a:lnTo>
                    <a:pt x="1410077" y="3697131"/>
                  </a:lnTo>
                  <a:lnTo>
                    <a:pt x="1410195" y="3697131"/>
                  </a:lnTo>
                  <a:lnTo>
                    <a:pt x="1410195" y="3696701"/>
                  </a:lnTo>
                  <a:lnTo>
                    <a:pt x="1410312" y="3696701"/>
                  </a:lnTo>
                  <a:lnTo>
                    <a:pt x="1410430" y="3696701"/>
                  </a:lnTo>
                  <a:lnTo>
                    <a:pt x="1410547" y="3696701"/>
                  </a:lnTo>
                  <a:lnTo>
                    <a:pt x="1410665" y="3696701"/>
                  </a:lnTo>
                  <a:lnTo>
                    <a:pt x="1410783" y="3696701"/>
                  </a:lnTo>
                  <a:lnTo>
                    <a:pt x="1410900" y="3696701"/>
                  </a:lnTo>
                  <a:lnTo>
                    <a:pt x="1411018" y="3696701"/>
                  </a:lnTo>
                  <a:lnTo>
                    <a:pt x="1411018" y="3696270"/>
                  </a:lnTo>
                  <a:lnTo>
                    <a:pt x="1411135" y="3696270"/>
                  </a:lnTo>
                  <a:lnTo>
                    <a:pt x="1411135" y="3695839"/>
                  </a:lnTo>
                  <a:lnTo>
                    <a:pt x="1411253" y="3695839"/>
                  </a:lnTo>
                  <a:lnTo>
                    <a:pt x="1411253" y="3695409"/>
                  </a:lnTo>
                  <a:lnTo>
                    <a:pt x="1411371" y="3695409"/>
                  </a:lnTo>
                  <a:lnTo>
                    <a:pt x="1411488" y="3695409"/>
                  </a:lnTo>
                  <a:lnTo>
                    <a:pt x="1411488" y="3694978"/>
                  </a:lnTo>
                  <a:lnTo>
                    <a:pt x="1411488" y="3694548"/>
                  </a:lnTo>
                  <a:lnTo>
                    <a:pt x="1411606" y="3694548"/>
                  </a:lnTo>
                  <a:lnTo>
                    <a:pt x="1411606" y="3694117"/>
                  </a:lnTo>
                  <a:lnTo>
                    <a:pt x="1411606" y="3693686"/>
                  </a:lnTo>
                  <a:lnTo>
                    <a:pt x="1411724" y="3693686"/>
                  </a:lnTo>
                  <a:lnTo>
                    <a:pt x="1411841" y="3693686"/>
                  </a:lnTo>
                  <a:lnTo>
                    <a:pt x="1411841" y="3693256"/>
                  </a:lnTo>
                  <a:lnTo>
                    <a:pt x="1411959" y="3693256"/>
                  </a:lnTo>
                  <a:lnTo>
                    <a:pt x="1412076" y="3693256"/>
                  </a:lnTo>
                  <a:lnTo>
                    <a:pt x="1412194" y="3693256"/>
                  </a:lnTo>
                  <a:lnTo>
                    <a:pt x="1412312" y="3693256"/>
                  </a:lnTo>
                  <a:lnTo>
                    <a:pt x="1412312" y="3692825"/>
                  </a:lnTo>
                  <a:lnTo>
                    <a:pt x="1412429" y="3692825"/>
                  </a:lnTo>
                  <a:lnTo>
                    <a:pt x="1412547" y="3692825"/>
                  </a:lnTo>
                  <a:lnTo>
                    <a:pt x="1412547" y="3692395"/>
                  </a:lnTo>
                  <a:lnTo>
                    <a:pt x="1412664" y="3692395"/>
                  </a:lnTo>
                  <a:lnTo>
                    <a:pt x="1412782" y="3692395"/>
                  </a:lnTo>
                  <a:lnTo>
                    <a:pt x="1412900" y="3692395"/>
                  </a:lnTo>
                  <a:lnTo>
                    <a:pt x="1413017" y="3692395"/>
                  </a:lnTo>
                  <a:lnTo>
                    <a:pt x="1413135" y="3692395"/>
                  </a:lnTo>
                  <a:lnTo>
                    <a:pt x="1413253" y="3692395"/>
                  </a:lnTo>
                  <a:lnTo>
                    <a:pt x="1413370" y="3692395"/>
                  </a:lnTo>
                  <a:lnTo>
                    <a:pt x="1413488" y="3692395"/>
                  </a:lnTo>
                  <a:lnTo>
                    <a:pt x="1413488" y="3691964"/>
                  </a:lnTo>
                  <a:lnTo>
                    <a:pt x="1413488" y="3691533"/>
                  </a:lnTo>
                  <a:lnTo>
                    <a:pt x="1413605" y="3691533"/>
                  </a:lnTo>
                  <a:lnTo>
                    <a:pt x="1413723" y="3691533"/>
                  </a:lnTo>
                  <a:lnTo>
                    <a:pt x="1413723" y="3691103"/>
                  </a:lnTo>
                  <a:lnTo>
                    <a:pt x="1413841" y="3691103"/>
                  </a:lnTo>
                  <a:lnTo>
                    <a:pt x="1413958" y="3691103"/>
                  </a:lnTo>
                  <a:lnTo>
                    <a:pt x="1413958" y="3690672"/>
                  </a:lnTo>
                  <a:lnTo>
                    <a:pt x="1414076" y="3690672"/>
                  </a:lnTo>
                  <a:lnTo>
                    <a:pt x="1414076" y="3690242"/>
                  </a:lnTo>
                  <a:lnTo>
                    <a:pt x="1414193" y="3690242"/>
                  </a:lnTo>
                  <a:lnTo>
                    <a:pt x="1414311" y="3690242"/>
                  </a:lnTo>
                  <a:lnTo>
                    <a:pt x="1414429" y="3690242"/>
                  </a:lnTo>
                  <a:lnTo>
                    <a:pt x="1414546" y="3690242"/>
                  </a:lnTo>
                  <a:lnTo>
                    <a:pt x="1414664" y="3690242"/>
                  </a:lnTo>
                  <a:lnTo>
                    <a:pt x="1414664" y="3689811"/>
                  </a:lnTo>
                  <a:lnTo>
                    <a:pt x="1414664" y="3689380"/>
                  </a:lnTo>
                  <a:lnTo>
                    <a:pt x="1414781" y="3689380"/>
                  </a:lnTo>
                  <a:lnTo>
                    <a:pt x="1414899" y="3689380"/>
                  </a:lnTo>
                  <a:lnTo>
                    <a:pt x="1415017" y="3689380"/>
                  </a:lnTo>
                  <a:lnTo>
                    <a:pt x="1415134" y="3689380"/>
                  </a:lnTo>
                  <a:lnTo>
                    <a:pt x="1415252" y="3689380"/>
                  </a:lnTo>
                  <a:lnTo>
                    <a:pt x="1415370" y="3689380"/>
                  </a:lnTo>
                  <a:lnTo>
                    <a:pt x="1415487" y="3689380"/>
                  </a:lnTo>
                  <a:lnTo>
                    <a:pt x="1415605" y="3689380"/>
                  </a:lnTo>
                  <a:lnTo>
                    <a:pt x="1415722" y="3689380"/>
                  </a:lnTo>
                  <a:lnTo>
                    <a:pt x="1415840" y="3689380"/>
                  </a:lnTo>
                  <a:lnTo>
                    <a:pt x="1415958" y="3689380"/>
                  </a:lnTo>
                  <a:lnTo>
                    <a:pt x="1416075" y="3689380"/>
                  </a:lnTo>
                  <a:lnTo>
                    <a:pt x="1416193" y="3689380"/>
                  </a:lnTo>
                  <a:lnTo>
                    <a:pt x="1416310" y="3689380"/>
                  </a:lnTo>
                  <a:lnTo>
                    <a:pt x="1416428" y="3689380"/>
                  </a:lnTo>
                  <a:lnTo>
                    <a:pt x="1416546" y="3689380"/>
                  </a:lnTo>
                  <a:lnTo>
                    <a:pt x="1416546" y="3688950"/>
                  </a:lnTo>
                  <a:lnTo>
                    <a:pt x="1416663" y="3688950"/>
                  </a:lnTo>
                  <a:lnTo>
                    <a:pt x="1416663" y="3688519"/>
                  </a:lnTo>
                  <a:lnTo>
                    <a:pt x="1416781" y="3688519"/>
                  </a:lnTo>
                  <a:lnTo>
                    <a:pt x="1416899" y="3688519"/>
                  </a:lnTo>
                  <a:lnTo>
                    <a:pt x="1416899" y="3688089"/>
                  </a:lnTo>
                  <a:lnTo>
                    <a:pt x="1417016" y="3688089"/>
                  </a:lnTo>
                  <a:lnTo>
                    <a:pt x="1417134" y="3688089"/>
                  </a:lnTo>
                  <a:lnTo>
                    <a:pt x="1417251" y="3688089"/>
                  </a:lnTo>
                  <a:lnTo>
                    <a:pt x="1417369" y="3688089"/>
                  </a:lnTo>
                  <a:lnTo>
                    <a:pt x="1417369" y="3687658"/>
                  </a:lnTo>
                  <a:lnTo>
                    <a:pt x="1417369" y="3687227"/>
                  </a:lnTo>
                  <a:lnTo>
                    <a:pt x="1417369" y="3686797"/>
                  </a:lnTo>
                  <a:lnTo>
                    <a:pt x="1417369" y="3686366"/>
                  </a:lnTo>
                  <a:lnTo>
                    <a:pt x="1417487" y="3686366"/>
                  </a:lnTo>
                  <a:lnTo>
                    <a:pt x="1417487" y="3685936"/>
                  </a:lnTo>
                  <a:lnTo>
                    <a:pt x="1417604" y="3685936"/>
                  </a:lnTo>
                  <a:lnTo>
                    <a:pt x="1417722" y="3685936"/>
                  </a:lnTo>
                  <a:lnTo>
                    <a:pt x="1417839" y="3685936"/>
                  </a:lnTo>
                  <a:lnTo>
                    <a:pt x="1417957" y="3685936"/>
                  </a:lnTo>
                  <a:lnTo>
                    <a:pt x="1418075" y="3685936"/>
                  </a:lnTo>
                  <a:lnTo>
                    <a:pt x="1418192" y="3685936"/>
                  </a:lnTo>
                  <a:lnTo>
                    <a:pt x="1418310" y="3685936"/>
                  </a:lnTo>
                  <a:lnTo>
                    <a:pt x="1418428" y="3685936"/>
                  </a:lnTo>
                  <a:lnTo>
                    <a:pt x="1418428" y="3685505"/>
                  </a:lnTo>
                  <a:lnTo>
                    <a:pt x="1418545" y="3685505"/>
                  </a:lnTo>
                  <a:lnTo>
                    <a:pt x="1418663" y="3685505"/>
                  </a:lnTo>
                  <a:lnTo>
                    <a:pt x="1418780" y="3685505"/>
                  </a:lnTo>
                  <a:lnTo>
                    <a:pt x="1418898" y="3685505"/>
                  </a:lnTo>
                  <a:lnTo>
                    <a:pt x="1419016" y="3685505"/>
                  </a:lnTo>
                  <a:lnTo>
                    <a:pt x="1419016" y="3685074"/>
                  </a:lnTo>
                  <a:lnTo>
                    <a:pt x="1419133" y="3685074"/>
                  </a:lnTo>
                  <a:lnTo>
                    <a:pt x="1419251" y="3685074"/>
                  </a:lnTo>
                  <a:lnTo>
                    <a:pt x="1419368" y="3685074"/>
                  </a:lnTo>
                  <a:lnTo>
                    <a:pt x="1419368" y="3684644"/>
                  </a:lnTo>
                  <a:lnTo>
                    <a:pt x="1419486" y="3684644"/>
                  </a:lnTo>
                  <a:lnTo>
                    <a:pt x="1419604" y="3684644"/>
                  </a:lnTo>
                  <a:lnTo>
                    <a:pt x="1419721" y="3684644"/>
                  </a:lnTo>
                  <a:lnTo>
                    <a:pt x="1419839" y="3684644"/>
                  </a:lnTo>
                  <a:lnTo>
                    <a:pt x="1419957" y="3684644"/>
                  </a:lnTo>
                  <a:lnTo>
                    <a:pt x="1419957" y="3684213"/>
                  </a:lnTo>
                  <a:lnTo>
                    <a:pt x="1420074" y="3684213"/>
                  </a:lnTo>
                  <a:lnTo>
                    <a:pt x="1420192" y="3684213"/>
                  </a:lnTo>
                  <a:lnTo>
                    <a:pt x="1420309" y="3684213"/>
                  </a:lnTo>
                  <a:lnTo>
                    <a:pt x="1420427" y="3684213"/>
                  </a:lnTo>
                  <a:lnTo>
                    <a:pt x="1420427" y="3683783"/>
                  </a:lnTo>
                  <a:lnTo>
                    <a:pt x="1420427" y="3683352"/>
                  </a:lnTo>
                  <a:lnTo>
                    <a:pt x="1420427" y="3682921"/>
                  </a:lnTo>
                  <a:lnTo>
                    <a:pt x="1420545" y="3682921"/>
                  </a:lnTo>
                  <a:lnTo>
                    <a:pt x="1420662" y="3682921"/>
                  </a:lnTo>
                  <a:lnTo>
                    <a:pt x="1420780" y="3682921"/>
                  </a:lnTo>
                  <a:lnTo>
                    <a:pt x="1420897" y="3682921"/>
                  </a:lnTo>
                  <a:lnTo>
                    <a:pt x="1421015" y="3682921"/>
                  </a:lnTo>
                  <a:lnTo>
                    <a:pt x="1421133" y="3682921"/>
                  </a:lnTo>
                  <a:lnTo>
                    <a:pt x="1421250" y="3682921"/>
                  </a:lnTo>
                  <a:lnTo>
                    <a:pt x="1421368" y="3682921"/>
                  </a:lnTo>
                  <a:lnTo>
                    <a:pt x="1421486" y="3682921"/>
                  </a:lnTo>
                  <a:lnTo>
                    <a:pt x="1421603" y="3682921"/>
                  </a:lnTo>
                  <a:lnTo>
                    <a:pt x="1421721" y="3682921"/>
                  </a:lnTo>
                  <a:lnTo>
                    <a:pt x="1421838" y="3682921"/>
                  </a:lnTo>
                  <a:lnTo>
                    <a:pt x="1421838" y="3682491"/>
                  </a:lnTo>
                  <a:lnTo>
                    <a:pt x="1421956" y="3682491"/>
                  </a:lnTo>
                  <a:lnTo>
                    <a:pt x="1422074" y="3682491"/>
                  </a:lnTo>
                  <a:lnTo>
                    <a:pt x="1422191" y="3682491"/>
                  </a:lnTo>
                  <a:lnTo>
                    <a:pt x="1422191" y="3682060"/>
                  </a:lnTo>
                  <a:lnTo>
                    <a:pt x="1422309" y="3682060"/>
                  </a:lnTo>
                  <a:lnTo>
                    <a:pt x="1422426" y="3682060"/>
                  </a:lnTo>
                  <a:lnTo>
                    <a:pt x="1422544" y="3682060"/>
                  </a:lnTo>
                  <a:lnTo>
                    <a:pt x="1422662" y="3682060"/>
                  </a:lnTo>
                  <a:lnTo>
                    <a:pt x="1422662" y="3681630"/>
                  </a:lnTo>
                  <a:lnTo>
                    <a:pt x="1422779" y="3681630"/>
                  </a:lnTo>
                  <a:lnTo>
                    <a:pt x="1422897" y="3681630"/>
                  </a:lnTo>
                  <a:lnTo>
                    <a:pt x="1422897" y="3681199"/>
                  </a:lnTo>
                  <a:lnTo>
                    <a:pt x="1423014" y="3681199"/>
                  </a:lnTo>
                  <a:lnTo>
                    <a:pt x="1423014" y="3680768"/>
                  </a:lnTo>
                  <a:lnTo>
                    <a:pt x="1423014" y="3680338"/>
                  </a:lnTo>
                  <a:lnTo>
                    <a:pt x="1423132" y="3680338"/>
                  </a:lnTo>
                  <a:lnTo>
                    <a:pt x="1423132" y="3679907"/>
                  </a:lnTo>
                  <a:lnTo>
                    <a:pt x="1423250" y="3679907"/>
                  </a:lnTo>
                  <a:lnTo>
                    <a:pt x="1423367" y="3679907"/>
                  </a:lnTo>
                  <a:lnTo>
                    <a:pt x="1423485" y="3679907"/>
                  </a:lnTo>
                  <a:lnTo>
                    <a:pt x="1423603" y="3679907"/>
                  </a:lnTo>
                  <a:lnTo>
                    <a:pt x="1423720" y="3679907"/>
                  </a:lnTo>
                  <a:lnTo>
                    <a:pt x="1423720" y="3679477"/>
                  </a:lnTo>
                  <a:lnTo>
                    <a:pt x="1423838" y="3679477"/>
                  </a:lnTo>
                  <a:lnTo>
                    <a:pt x="1423838" y="3679046"/>
                  </a:lnTo>
                  <a:lnTo>
                    <a:pt x="1423838" y="3678615"/>
                  </a:lnTo>
                  <a:lnTo>
                    <a:pt x="1423955" y="3678615"/>
                  </a:lnTo>
                  <a:lnTo>
                    <a:pt x="1424073" y="3678615"/>
                  </a:lnTo>
                  <a:lnTo>
                    <a:pt x="1424073" y="3678185"/>
                  </a:lnTo>
                  <a:lnTo>
                    <a:pt x="1424191" y="3678185"/>
                  </a:lnTo>
                  <a:lnTo>
                    <a:pt x="1424308" y="3678185"/>
                  </a:lnTo>
                  <a:lnTo>
                    <a:pt x="1424426" y="3678185"/>
                  </a:lnTo>
                  <a:lnTo>
                    <a:pt x="1424543" y="3678185"/>
                  </a:lnTo>
                  <a:lnTo>
                    <a:pt x="1424661" y="3678185"/>
                  </a:lnTo>
                  <a:lnTo>
                    <a:pt x="1424661" y="3677754"/>
                  </a:lnTo>
                  <a:lnTo>
                    <a:pt x="1424661" y="3677324"/>
                  </a:lnTo>
                  <a:lnTo>
                    <a:pt x="1424779" y="3677324"/>
                  </a:lnTo>
                  <a:lnTo>
                    <a:pt x="1424896" y="3677324"/>
                  </a:lnTo>
                  <a:lnTo>
                    <a:pt x="1424896" y="3676893"/>
                  </a:lnTo>
                  <a:lnTo>
                    <a:pt x="1425014" y="3676893"/>
                  </a:lnTo>
                  <a:lnTo>
                    <a:pt x="1425014" y="3676462"/>
                  </a:lnTo>
                  <a:lnTo>
                    <a:pt x="1425014" y="3676032"/>
                  </a:lnTo>
                  <a:lnTo>
                    <a:pt x="1425132" y="3676032"/>
                  </a:lnTo>
                  <a:lnTo>
                    <a:pt x="1425249" y="3676032"/>
                  </a:lnTo>
                  <a:lnTo>
                    <a:pt x="1425249" y="3675601"/>
                  </a:lnTo>
                  <a:lnTo>
                    <a:pt x="1425367" y="3675601"/>
                  </a:lnTo>
                  <a:lnTo>
                    <a:pt x="1425484" y="3675601"/>
                  </a:lnTo>
                  <a:lnTo>
                    <a:pt x="1425484" y="3675171"/>
                  </a:lnTo>
                  <a:lnTo>
                    <a:pt x="1425602" y="3675171"/>
                  </a:lnTo>
                  <a:lnTo>
                    <a:pt x="1425720" y="3675171"/>
                  </a:lnTo>
                  <a:lnTo>
                    <a:pt x="1425837" y="3675171"/>
                  </a:lnTo>
                  <a:lnTo>
                    <a:pt x="1425955" y="3675171"/>
                  </a:lnTo>
                  <a:lnTo>
                    <a:pt x="1425955" y="3674740"/>
                  </a:lnTo>
                  <a:lnTo>
                    <a:pt x="1425955" y="3674309"/>
                  </a:lnTo>
                  <a:lnTo>
                    <a:pt x="1426072" y="3674309"/>
                  </a:lnTo>
                  <a:lnTo>
                    <a:pt x="1426190" y="3674309"/>
                  </a:lnTo>
                  <a:lnTo>
                    <a:pt x="1426308" y="3674309"/>
                  </a:lnTo>
                  <a:lnTo>
                    <a:pt x="1426425" y="3674309"/>
                  </a:lnTo>
                  <a:lnTo>
                    <a:pt x="1426543" y="3674309"/>
                  </a:lnTo>
                  <a:lnTo>
                    <a:pt x="1426661" y="3674309"/>
                  </a:lnTo>
                  <a:lnTo>
                    <a:pt x="1426778" y="3674309"/>
                  </a:lnTo>
                  <a:lnTo>
                    <a:pt x="1426778" y="3673879"/>
                  </a:lnTo>
                  <a:lnTo>
                    <a:pt x="1426896" y="3673879"/>
                  </a:lnTo>
                  <a:lnTo>
                    <a:pt x="1426896" y="3673448"/>
                  </a:lnTo>
                  <a:lnTo>
                    <a:pt x="1427013" y="3673448"/>
                  </a:lnTo>
                  <a:lnTo>
                    <a:pt x="1427013" y="3673018"/>
                  </a:lnTo>
                  <a:lnTo>
                    <a:pt x="1427013" y="3672587"/>
                  </a:lnTo>
                  <a:lnTo>
                    <a:pt x="1427131" y="3672587"/>
                  </a:lnTo>
                  <a:lnTo>
                    <a:pt x="1427131" y="3672156"/>
                  </a:lnTo>
                  <a:lnTo>
                    <a:pt x="1427249" y="3672156"/>
                  </a:lnTo>
                  <a:lnTo>
                    <a:pt x="1427366" y="3672156"/>
                  </a:lnTo>
                  <a:lnTo>
                    <a:pt x="1427484" y="3672156"/>
                  </a:lnTo>
                  <a:lnTo>
                    <a:pt x="1427601" y="3672156"/>
                  </a:lnTo>
                  <a:lnTo>
                    <a:pt x="1427601" y="3671726"/>
                  </a:lnTo>
                  <a:lnTo>
                    <a:pt x="1427719" y="3671726"/>
                  </a:lnTo>
                  <a:lnTo>
                    <a:pt x="1427719" y="3671295"/>
                  </a:lnTo>
                  <a:lnTo>
                    <a:pt x="1427837" y="3671295"/>
                  </a:lnTo>
                  <a:lnTo>
                    <a:pt x="1427954" y="3671295"/>
                  </a:lnTo>
                  <a:lnTo>
                    <a:pt x="1427954" y="3670865"/>
                  </a:lnTo>
                  <a:lnTo>
                    <a:pt x="1428072" y="3670865"/>
                  </a:lnTo>
                  <a:lnTo>
                    <a:pt x="1428072" y="3670434"/>
                  </a:lnTo>
                  <a:lnTo>
                    <a:pt x="1428072" y="3670003"/>
                  </a:lnTo>
                  <a:lnTo>
                    <a:pt x="1428190" y="3670003"/>
                  </a:lnTo>
                  <a:lnTo>
                    <a:pt x="1428307" y="3670003"/>
                  </a:lnTo>
                  <a:lnTo>
                    <a:pt x="1428425" y="3670003"/>
                  </a:lnTo>
                  <a:lnTo>
                    <a:pt x="1428542" y="3670003"/>
                  </a:lnTo>
                  <a:lnTo>
                    <a:pt x="1428660" y="3670003"/>
                  </a:lnTo>
                  <a:lnTo>
                    <a:pt x="1428778" y="3670003"/>
                  </a:lnTo>
                  <a:lnTo>
                    <a:pt x="1428895" y="3670003"/>
                  </a:lnTo>
                  <a:lnTo>
                    <a:pt x="1429013" y="3670003"/>
                  </a:lnTo>
                  <a:lnTo>
                    <a:pt x="1429130" y="3670003"/>
                  </a:lnTo>
                  <a:lnTo>
                    <a:pt x="1429130" y="3669573"/>
                  </a:lnTo>
                  <a:lnTo>
                    <a:pt x="1429248" y="3669573"/>
                  </a:lnTo>
                  <a:lnTo>
                    <a:pt x="1429366" y="3669573"/>
                  </a:lnTo>
                  <a:lnTo>
                    <a:pt x="1429366" y="3669142"/>
                  </a:lnTo>
                  <a:lnTo>
                    <a:pt x="1429483" y="3669142"/>
                  </a:lnTo>
                  <a:lnTo>
                    <a:pt x="1429601" y="3669142"/>
                  </a:lnTo>
                  <a:lnTo>
                    <a:pt x="1429719" y="3669142"/>
                  </a:lnTo>
                  <a:lnTo>
                    <a:pt x="1429836" y="3669142"/>
                  </a:lnTo>
                  <a:lnTo>
                    <a:pt x="1429836" y="3668712"/>
                  </a:lnTo>
                  <a:lnTo>
                    <a:pt x="1429954" y="3668712"/>
                  </a:lnTo>
                  <a:lnTo>
                    <a:pt x="1429954" y="3668281"/>
                  </a:lnTo>
                  <a:lnTo>
                    <a:pt x="1430071" y="3668281"/>
                  </a:lnTo>
                  <a:lnTo>
                    <a:pt x="1430189" y="3668281"/>
                  </a:lnTo>
                  <a:lnTo>
                    <a:pt x="1430189" y="3667850"/>
                  </a:lnTo>
                  <a:lnTo>
                    <a:pt x="1430189" y="3667420"/>
                  </a:lnTo>
                  <a:lnTo>
                    <a:pt x="1430189" y="3666989"/>
                  </a:lnTo>
                  <a:lnTo>
                    <a:pt x="1430307" y="3666989"/>
                  </a:lnTo>
                  <a:lnTo>
                    <a:pt x="1430424" y="3666989"/>
                  </a:lnTo>
                  <a:lnTo>
                    <a:pt x="1430542" y="3666989"/>
                  </a:lnTo>
                  <a:lnTo>
                    <a:pt x="1430659" y="3666989"/>
                  </a:lnTo>
                  <a:lnTo>
                    <a:pt x="1430777" y="3666989"/>
                  </a:lnTo>
                  <a:lnTo>
                    <a:pt x="1430777" y="3666559"/>
                  </a:lnTo>
                  <a:lnTo>
                    <a:pt x="1430895" y="3666559"/>
                  </a:lnTo>
                  <a:lnTo>
                    <a:pt x="1431012" y="3666559"/>
                  </a:lnTo>
                  <a:lnTo>
                    <a:pt x="1431012" y="3666128"/>
                  </a:lnTo>
                  <a:lnTo>
                    <a:pt x="1431130" y="3666128"/>
                  </a:lnTo>
                  <a:lnTo>
                    <a:pt x="1431247" y="3666128"/>
                  </a:lnTo>
                  <a:lnTo>
                    <a:pt x="1431247" y="3665697"/>
                  </a:lnTo>
                  <a:lnTo>
                    <a:pt x="1431365" y="3665697"/>
                  </a:lnTo>
                  <a:lnTo>
                    <a:pt x="1431365" y="3665267"/>
                  </a:lnTo>
                  <a:lnTo>
                    <a:pt x="1431483" y="3665267"/>
                  </a:lnTo>
                  <a:lnTo>
                    <a:pt x="1431600" y="3665267"/>
                  </a:lnTo>
                  <a:lnTo>
                    <a:pt x="1431718" y="3665267"/>
                  </a:lnTo>
                  <a:lnTo>
                    <a:pt x="1431836" y="3665267"/>
                  </a:lnTo>
                  <a:lnTo>
                    <a:pt x="1431953" y="3665267"/>
                  </a:lnTo>
                  <a:lnTo>
                    <a:pt x="1432071" y="3665267"/>
                  </a:lnTo>
                  <a:lnTo>
                    <a:pt x="1432071" y="3664836"/>
                  </a:lnTo>
                  <a:lnTo>
                    <a:pt x="1432071" y="3664406"/>
                  </a:lnTo>
                  <a:lnTo>
                    <a:pt x="1432188" y="3664406"/>
                  </a:lnTo>
                  <a:lnTo>
                    <a:pt x="1432306" y="3664406"/>
                  </a:lnTo>
                  <a:lnTo>
                    <a:pt x="1432306" y="3663975"/>
                  </a:lnTo>
                  <a:lnTo>
                    <a:pt x="1432424" y="3663975"/>
                  </a:lnTo>
                  <a:lnTo>
                    <a:pt x="1432541" y="3663975"/>
                  </a:lnTo>
                  <a:lnTo>
                    <a:pt x="1432659" y="3663975"/>
                  </a:lnTo>
                  <a:lnTo>
                    <a:pt x="1432776" y="3663975"/>
                  </a:lnTo>
                  <a:lnTo>
                    <a:pt x="1432894" y="3663975"/>
                  </a:lnTo>
                  <a:lnTo>
                    <a:pt x="1432894" y="3663544"/>
                  </a:lnTo>
                  <a:lnTo>
                    <a:pt x="1433012" y="3663544"/>
                  </a:lnTo>
                  <a:lnTo>
                    <a:pt x="1433129" y="3663544"/>
                  </a:lnTo>
                  <a:lnTo>
                    <a:pt x="1433247" y="3663544"/>
                  </a:lnTo>
                  <a:lnTo>
                    <a:pt x="1433365" y="3663544"/>
                  </a:lnTo>
                  <a:lnTo>
                    <a:pt x="1433482" y="3663544"/>
                  </a:lnTo>
                  <a:lnTo>
                    <a:pt x="1433600" y="3663544"/>
                  </a:lnTo>
                  <a:lnTo>
                    <a:pt x="1433717" y="3663544"/>
                  </a:lnTo>
                  <a:lnTo>
                    <a:pt x="1433717" y="3663114"/>
                  </a:lnTo>
                  <a:lnTo>
                    <a:pt x="1433835" y="3663114"/>
                  </a:lnTo>
                  <a:lnTo>
                    <a:pt x="1433835" y="3662683"/>
                  </a:lnTo>
                  <a:lnTo>
                    <a:pt x="1433953" y="3662683"/>
                  </a:lnTo>
                  <a:lnTo>
                    <a:pt x="1434070" y="3662683"/>
                  </a:lnTo>
                  <a:lnTo>
                    <a:pt x="1434070" y="3662253"/>
                  </a:lnTo>
                  <a:lnTo>
                    <a:pt x="1434070" y="3661822"/>
                  </a:lnTo>
                  <a:lnTo>
                    <a:pt x="1434188" y="3661822"/>
                  </a:lnTo>
                  <a:lnTo>
                    <a:pt x="1434305" y="3661822"/>
                  </a:lnTo>
                  <a:lnTo>
                    <a:pt x="1434305" y="3661391"/>
                  </a:lnTo>
                  <a:lnTo>
                    <a:pt x="1434423" y="3661391"/>
                  </a:lnTo>
                  <a:lnTo>
                    <a:pt x="1434423" y="3660961"/>
                  </a:lnTo>
                  <a:lnTo>
                    <a:pt x="1434423" y="3660530"/>
                  </a:lnTo>
                  <a:lnTo>
                    <a:pt x="1434541" y="3660530"/>
                  </a:lnTo>
                  <a:lnTo>
                    <a:pt x="1434658" y="3660530"/>
                  </a:lnTo>
                  <a:lnTo>
                    <a:pt x="1434776" y="3660530"/>
                  </a:lnTo>
                  <a:lnTo>
                    <a:pt x="1434894" y="3660530"/>
                  </a:lnTo>
                  <a:lnTo>
                    <a:pt x="1435011" y="3660530"/>
                  </a:lnTo>
                  <a:lnTo>
                    <a:pt x="1435129" y="3660530"/>
                  </a:lnTo>
                  <a:lnTo>
                    <a:pt x="1435246" y="3660530"/>
                  </a:lnTo>
                  <a:lnTo>
                    <a:pt x="1435364" y="3660530"/>
                  </a:lnTo>
                  <a:lnTo>
                    <a:pt x="1435482" y="3660530"/>
                  </a:lnTo>
                  <a:lnTo>
                    <a:pt x="1435482" y="3660100"/>
                  </a:lnTo>
                  <a:lnTo>
                    <a:pt x="1435599" y="3660100"/>
                  </a:lnTo>
                  <a:lnTo>
                    <a:pt x="1435717" y="3660100"/>
                  </a:lnTo>
                  <a:lnTo>
                    <a:pt x="1435834" y="3660100"/>
                  </a:lnTo>
                  <a:lnTo>
                    <a:pt x="1435834" y="3659669"/>
                  </a:lnTo>
                  <a:lnTo>
                    <a:pt x="1435952" y="3659669"/>
                  </a:lnTo>
                  <a:lnTo>
                    <a:pt x="1436070" y="3659669"/>
                  </a:lnTo>
                  <a:lnTo>
                    <a:pt x="1436187" y="3659669"/>
                  </a:lnTo>
                  <a:lnTo>
                    <a:pt x="1436305" y="3659669"/>
                  </a:lnTo>
                  <a:lnTo>
                    <a:pt x="1436423" y="3659669"/>
                  </a:lnTo>
                  <a:lnTo>
                    <a:pt x="1436540" y="3659669"/>
                  </a:lnTo>
                  <a:lnTo>
                    <a:pt x="1436540" y="3659238"/>
                  </a:lnTo>
                  <a:lnTo>
                    <a:pt x="1436658" y="3659238"/>
                  </a:lnTo>
                  <a:lnTo>
                    <a:pt x="1436658" y="3658808"/>
                  </a:lnTo>
                  <a:lnTo>
                    <a:pt x="1436775" y="3658808"/>
                  </a:lnTo>
                  <a:lnTo>
                    <a:pt x="1436775" y="3658377"/>
                  </a:lnTo>
                  <a:lnTo>
                    <a:pt x="1436893" y="3658377"/>
                  </a:lnTo>
                  <a:lnTo>
                    <a:pt x="1437011" y="3658377"/>
                  </a:lnTo>
                  <a:lnTo>
                    <a:pt x="1437011" y="3657947"/>
                  </a:lnTo>
                  <a:lnTo>
                    <a:pt x="1437128" y="3657947"/>
                  </a:lnTo>
                  <a:lnTo>
                    <a:pt x="1437246" y="3657947"/>
                  </a:lnTo>
                  <a:lnTo>
                    <a:pt x="1437363" y="3657947"/>
                  </a:lnTo>
                  <a:lnTo>
                    <a:pt x="1437481" y="3657947"/>
                  </a:lnTo>
                  <a:lnTo>
                    <a:pt x="1437599" y="3657947"/>
                  </a:lnTo>
                  <a:lnTo>
                    <a:pt x="1437716" y="3657947"/>
                  </a:lnTo>
                  <a:lnTo>
                    <a:pt x="1437716" y="3657516"/>
                  </a:lnTo>
                  <a:lnTo>
                    <a:pt x="1437834" y="3657516"/>
                  </a:lnTo>
                  <a:lnTo>
                    <a:pt x="1437952" y="3657516"/>
                  </a:lnTo>
                  <a:lnTo>
                    <a:pt x="1438069" y="3657516"/>
                  </a:lnTo>
                  <a:lnTo>
                    <a:pt x="1438187" y="3657516"/>
                  </a:lnTo>
                  <a:lnTo>
                    <a:pt x="1438187" y="3657085"/>
                  </a:lnTo>
                  <a:lnTo>
                    <a:pt x="1438187" y="3656655"/>
                  </a:lnTo>
                  <a:lnTo>
                    <a:pt x="1438304" y="3656655"/>
                  </a:lnTo>
                  <a:lnTo>
                    <a:pt x="1438422" y="3656655"/>
                  </a:lnTo>
                  <a:lnTo>
                    <a:pt x="1438540" y="3656655"/>
                  </a:lnTo>
                  <a:lnTo>
                    <a:pt x="1438657" y="3656655"/>
                  </a:lnTo>
                  <a:lnTo>
                    <a:pt x="1438775" y="3656655"/>
                  </a:lnTo>
                  <a:lnTo>
                    <a:pt x="1438892" y="3656655"/>
                  </a:lnTo>
                  <a:lnTo>
                    <a:pt x="1438892" y="3656224"/>
                  </a:lnTo>
                  <a:lnTo>
                    <a:pt x="1439010" y="3656224"/>
                  </a:lnTo>
                  <a:lnTo>
                    <a:pt x="1439128" y="3656224"/>
                  </a:lnTo>
                  <a:lnTo>
                    <a:pt x="1439245" y="3656224"/>
                  </a:lnTo>
                  <a:lnTo>
                    <a:pt x="1439245" y="3655794"/>
                  </a:lnTo>
                  <a:lnTo>
                    <a:pt x="1439363" y="3655794"/>
                  </a:lnTo>
                  <a:lnTo>
                    <a:pt x="1439363" y="3655363"/>
                  </a:lnTo>
                  <a:lnTo>
                    <a:pt x="1439480" y="3655363"/>
                  </a:lnTo>
                  <a:lnTo>
                    <a:pt x="1439598" y="3655363"/>
                  </a:lnTo>
                  <a:lnTo>
                    <a:pt x="1439716" y="3655363"/>
                  </a:lnTo>
                  <a:lnTo>
                    <a:pt x="1439833" y="3655363"/>
                  </a:lnTo>
                  <a:lnTo>
                    <a:pt x="1439833" y="3654932"/>
                  </a:lnTo>
                  <a:lnTo>
                    <a:pt x="1439833" y="3654502"/>
                  </a:lnTo>
                  <a:lnTo>
                    <a:pt x="1439951" y="3654502"/>
                  </a:lnTo>
                  <a:lnTo>
                    <a:pt x="1439951" y="3654071"/>
                  </a:lnTo>
                  <a:lnTo>
                    <a:pt x="1440069" y="3654071"/>
                  </a:lnTo>
                  <a:lnTo>
                    <a:pt x="1440186" y="3654071"/>
                  </a:lnTo>
                  <a:lnTo>
                    <a:pt x="1440304" y="3654071"/>
                  </a:lnTo>
                  <a:lnTo>
                    <a:pt x="1440304" y="3653641"/>
                  </a:lnTo>
                  <a:lnTo>
                    <a:pt x="1440421" y="3653641"/>
                  </a:lnTo>
                  <a:lnTo>
                    <a:pt x="1440421" y="3653210"/>
                  </a:lnTo>
                  <a:lnTo>
                    <a:pt x="1440539" y="3653210"/>
                  </a:lnTo>
                  <a:lnTo>
                    <a:pt x="1440657" y="3653210"/>
                  </a:lnTo>
                  <a:lnTo>
                    <a:pt x="1440774" y="3653210"/>
                  </a:lnTo>
                  <a:lnTo>
                    <a:pt x="1440774" y="3652779"/>
                  </a:lnTo>
                  <a:lnTo>
                    <a:pt x="1440892" y="3652779"/>
                  </a:lnTo>
                  <a:lnTo>
                    <a:pt x="1440892" y="3652349"/>
                  </a:lnTo>
                  <a:lnTo>
                    <a:pt x="1441009" y="3652349"/>
                  </a:lnTo>
                  <a:lnTo>
                    <a:pt x="1441009" y="3651918"/>
                  </a:lnTo>
                  <a:lnTo>
                    <a:pt x="1441009" y="3651488"/>
                  </a:lnTo>
                  <a:lnTo>
                    <a:pt x="1441127" y="3651488"/>
                  </a:lnTo>
                  <a:lnTo>
                    <a:pt x="1441127" y="3651057"/>
                  </a:lnTo>
                  <a:lnTo>
                    <a:pt x="1441245" y="3651057"/>
                  </a:lnTo>
                  <a:lnTo>
                    <a:pt x="1441362" y="3651057"/>
                  </a:lnTo>
                  <a:lnTo>
                    <a:pt x="1441480" y="3651057"/>
                  </a:lnTo>
                  <a:lnTo>
                    <a:pt x="1441480" y="3650626"/>
                  </a:lnTo>
                  <a:lnTo>
                    <a:pt x="1441598" y="3650626"/>
                  </a:lnTo>
                  <a:lnTo>
                    <a:pt x="1441715" y="3650626"/>
                  </a:lnTo>
                  <a:lnTo>
                    <a:pt x="1441833" y="3650626"/>
                  </a:lnTo>
                  <a:lnTo>
                    <a:pt x="1441950" y="3650626"/>
                  </a:lnTo>
                  <a:lnTo>
                    <a:pt x="1442068" y="3650626"/>
                  </a:lnTo>
                  <a:lnTo>
                    <a:pt x="1442186" y="3650626"/>
                  </a:lnTo>
                  <a:lnTo>
                    <a:pt x="1442303" y="3650626"/>
                  </a:lnTo>
                  <a:lnTo>
                    <a:pt x="1442303" y="3650196"/>
                  </a:lnTo>
                  <a:lnTo>
                    <a:pt x="1442303" y="3649765"/>
                  </a:lnTo>
                  <a:lnTo>
                    <a:pt x="1442421" y="3649765"/>
                  </a:lnTo>
                  <a:lnTo>
                    <a:pt x="1442421" y="3649335"/>
                  </a:lnTo>
                  <a:lnTo>
                    <a:pt x="1442421" y="3648904"/>
                  </a:lnTo>
                  <a:lnTo>
                    <a:pt x="1442538" y="3648904"/>
                  </a:lnTo>
                  <a:lnTo>
                    <a:pt x="1442656" y="3648904"/>
                  </a:lnTo>
                  <a:lnTo>
                    <a:pt x="1442774" y="3648904"/>
                  </a:lnTo>
                  <a:lnTo>
                    <a:pt x="1442774" y="3648473"/>
                  </a:lnTo>
                  <a:lnTo>
                    <a:pt x="1442891" y="3648473"/>
                  </a:lnTo>
                  <a:lnTo>
                    <a:pt x="1443009" y="3648473"/>
                  </a:lnTo>
                  <a:lnTo>
                    <a:pt x="1443009" y="3648043"/>
                  </a:lnTo>
                  <a:lnTo>
                    <a:pt x="1443127" y="3648043"/>
                  </a:lnTo>
                  <a:lnTo>
                    <a:pt x="1443127" y="3647612"/>
                  </a:lnTo>
                  <a:lnTo>
                    <a:pt x="1443244" y="3647612"/>
                  </a:lnTo>
                  <a:lnTo>
                    <a:pt x="1443362" y="3647612"/>
                  </a:lnTo>
                  <a:lnTo>
                    <a:pt x="1443479" y="3647612"/>
                  </a:lnTo>
                  <a:lnTo>
                    <a:pt x="1443597" y="3647612"/>
                  </a:lnTo>
                  <a:lnTo>
                    <a:pt x="1443597" y="3647182"/>
                  </a:lnTo>
                  <a:lnTo>
                    <a:pt x="1443597" y="3646751"/>
                  </a:lnTo>
                  <a:lnTo>
                    <a:pt x="1443715" y="3646751"/>
                  </a:lnTo>
                  <a:lnTo>
                    <a:pt x="1443832" y="3646751"/>
                  </a:lnTo>
                  <a:lnTo>
                    <a:pt x="1443832" y="3646320"/>
                  </a:lnTo>
                  <a:lnTo>
                    <a:pt x="1443832" y="3645890"/>
                  </a:lnTo>
                  <a:lnTo>
                    <a:pt x="1443832" y="3645459"/>
                  </a:lnTo>
                  <a:lnTo>
                    <a:pt x="1443950" y="3645459"/>
                  </a:lnTo>
                  <a:lnTo>
                    <a:pt x="1443950" y="3645029"/>
                  </a:lnTo>
                  <a:lnTo>
                    <a:pt x="1444067" y="3645029"/>
                  </a:lnTo>
                  <a:lnTo>
                    <a:pt x="1444185" y="3645029"/>
                  </a:lnTo>
                  <a:lnTo>
                    <a:pt x="1444185" y="3644598"/>
                  </a:lnTo>
                  <a:lnTo>
                    <a:pt x="1444185" y="3644167"/>
                  </a:lnTo>
                  <a:lnTo>
                    <a:pt x="1444185" y="3643737"/>
                  </a:lnTo>
                  <a:lnTo>
                    <a:pt x="1444303" y="3643737"/>
                  </a:lnTo>
                  <a:lnTo>
                    <a:pt x="1444303" y="3643306"/>
                  </a:lnTo>
                  <a:lnTo>
                    <a:pt x="1444303" y="3642876"/>
                  </a:lnTo>
                  <a:lnTo>
                    <a:pt x="1444420" y="3642876"/>
                  </a:lnTo>
                  <a:lnTo>
                    <a:pt x="1444538" y="3642876"/>
                  </a:lnTo>
                  <a:lnTo>
                    <a:pt x="1444656" y="3642876"/>
                  </a:lnTo>
                  <a:lnTo>
                    <a:pt x="1444773" y="3642876"/>
                  </a:lnTo>
                  <a:lnTo>
                    <a:pt x="1444773" y="3642445"/>
                  </a:lnTo>
                  <a:lnTo>
                    <a:pt x="1444891" y="3642445"/>
                  </a:lnTo>
                  <a:lnTo>
                    <a:pt x="1445008" y="3642445"/>
                  </a:lnTo>
                  <a:lnTo>
                    <a:pt x="1445008" y="3642014"/>
                  </a:lnTo>
                  <a:lnTo>
                    <a:pt x="1445008" y="3641584"/>
                  </a:lnTo>
                  <a:lnTo>
                    <a:pt x="1445126" y="3641584"/>
                  </a:lnTo>
                  <a:lnTo>
                    <a:pt x="1445126" y="3641153"/>
                  </a:lnTo>
                  <a:lnTo>
                    <a:pt x="1445244" y="3641153"/>
                  </a:lnTo>
                  <a:lnTo>
                    <a:pt x="1445244" y="3640723"/>
                  </a:lnTo>
                  <a:lnTo>
                    <a:pt x="1445361" y="3640723"/>
                  </a:lnTo>
                  <a:lnTo>
                    <a:pt x="1445479" y="3640723"/>
                  </a:lnTo>
                  <a:lnTo>
                    <a:pt x="1445479" y="3640292"/>
                  </a:lnTo>
                  <a:lnTo>
                    <a:pt x="1445596" y="3640292"/>
                  </a:lnTo>
                  <a:lnTo>
                    <a:pt x="1445596" y="3639861"/>
                  </a:lnTo>
                  <a:lnTo>
                    <a:pt x="1445714" y="3639861"/>
                  </a:lnTo>
                  <a:lnTo>
                    <a:pt x="1445714" y="3639431"/>
                  </a:lnTo>
                  <a:lnTo>
                    <a:pt x="1445832" y="3639431"/>
                  </a:lnTo>
                  <a:lnTo>
                    <a:pt x="1445949" y="3639431"/>
                  </a:lnTo>
                  <a:lnTo>
                    <a:pt x="1446067" y="3639431"/>
                  </a:lnTo>
                  <a:lnTo>
                    <a:pt x="1446185" y="3639431"/>
                  </a:lnTo>
                  <a:lnTo>
                    <a:pt x="1446185" y="3639000"/>
                  </a:lnTo>
                  <a:lnTo>
                    <a:pt x="1446302" y="3639000"/>
                  </a:lnTo>
                  <a:lnTo>
                    <a:pt x="1446420" y="3639000"/>
                  </a:lnTo>
                  <a:lnTo>
                    <a:pt x="1446537" y="3639000"/>
                  </a:lnTo>
                  <a:lnTo>
                    <a:pt x="1446655" y="3639000"/>
                  </a:lnTo>
                  <a:lnTo>
                    <a:pt x="1446655" y="3638570"/>
                  </a:lnTo>
                  <a:lnTo>
                    <a:pt x="1446773" y="3638570"/>
                  </a:lnTo>
                  <a:lnTo>
                    <a:pt x="1446890" y="3638570"/>
                  </a:lnTo>
                  <a:lnTo>
                    <a:pt x="1447008" y="3638570"/>
                  </a:lnTo>
                  <a:lnTo>
                    <a:pt x="1447125" y="3638570"/>
                  </a:lnTo>
                  <a:lnTo>
                    <a:pt x="1447243" y="3638570"/>
                  </a:lnTo>
                  <a:lnTo>
                    <a:pt x="1447361" y="3638570"/>
                  </a:lnTo>
                  <a:lnTo>
                    <a:pt x="1447478" y="3638570"/>
                  </a:lnTo>
                  <a:lnTo>
                    <a:pt x="1447478" y="3638139"/>
                  </a:lnTo>
                  <a:lnTo>
                    <a:pt x="1447596" y="3638139"/>
                  </a:lnTo>
                  <a:lnTo>
                    <a:pt x="1447713" y="3638139"/>
                  </a:lnTo>
                  <a:lnTo>
                    <a:pt x="1447831" y="3638139"/>
                  </a:lnTo>
                  <a:lnTo>
                    <a:pt x="1447949" y="3638139"/>
                  </a:lnTo>
                  <a:lnTo>
                    <a:pt x="1448066" y="3638139"/>
                  </a:lnTo>
                  <a:lnTo>
                    <a:pt x="1448184" y="3638139"/>
                  </a:lnTo>
                  <a:lnTo>
                    <a:pt x="1448302" y="3638139"/>
                  </a:lnTo>
                  <a:lnTo>
                    <a:pt x="1448419" y="3638139"/>
                  </a:lnTo>
                  <a:lnTo>
                    <a:pt x="1448537" y="3638139"/>
                  </a:lnTo>
                  <a:lnTo>
                    <a:pt x="1448537" y="3637708"/>
                  </a:lnTo>
                  <a:lnTo>
                    <a:pt x="1448537" y="3637278"/>
                  </a:lnTo>
                  <a:lnTo>
                    <a:pt x="1448654" y="3637278"/>
                  </a:lnTo>
                  <a:lnTo>
                    <a:pt x="1448772" y="3637278"/>
                  </a:lnTo>
                  <a:lnTo>
                    <a:pt x="1448890" y="3637278"/>
                  </a:lnTo>
                  <a:lnTo>
                    <a:pt x="1448890" y="3636847"/>
                  </a:lnTo>
                  <a:lnTo>
                    <a:pt x="1449007" y="3636847"/>
                  </a:lnTo>
                  <a:lnTo>
                    <a:pt x="1449125" y="3636847"/>
                  </a:lnTo>
                  <a:lnTo>
                    <a:pt x="1449242" y="3636847"/>
                  </a:lnTo>
                  <a:lnTo>
                    <a:pt x="1449242" y="3636417"/>
                  </a:lnTo>
                  <a:lnTo>
                    <a:pt x="1449360" y="3636417"/>
                  </a:lnTo>
                  <a:lnTo>
                    <a:pt x="1449360" y="3635986"/>
                  </a:lnTo>
                  <a:lnTo>
                    <a:pt x="1449360" y="3635555"/>
                  </a:lnTo>
                  <a:lnTo>
                    <a:pt x="1449478" y="3635555"/>
                  </a:lnTo>
                  <a:lnTo>
                    <a:pt x="1449478" y="3635125"/>
                  </a:lnTo>
                  <a:lnTo>
                    <a:pt x="1449478" y="3634694"/>
                  </a:lnTo>
                  <a:lnTo>
                    <a:pt x="1449595" y="3634694"/>
                  </a:lnTo>
                  <a:lnTo>
                    <a:pt x="1449713" y="3634694"/>
                  </a:lnTo>
                  <a:lnTo>
                    <a:pt x="1449713" y="3634264"/>
                  </a:lnTo>
                  <a:lnTo>
                    <a:pt x="1449713" y="3633833"/>
                  </a:lnTo>
                  <a:lnTo>
                    <a:pt x="1449713" y="3633402"/>
                  </a:lnTo>
                  <a:lnTo>
                    <a:pt x="1449831" y="3633402"/>
                  </a:lnTo>
                  <a:lnTo>
                    <a:pt x="1449831" y="3632972"/>
                  </a:lnTo>
                  <a:lnTo>
                    <a:pt x="1449948" y="3632972"/>
                  </a:lnTo>
                  <a:lnTo>
                    <a:pt x="1449948" y="3632541"/>
                  </a:lnTo>
                  <a:lnTo>
                    <a:pt x="1450066" y="3632541"/>
                  </a:lnTo>
                  <a:lnTo>
                    <a:pt x="1450183" y="3632541"/>
                  </a:lnTo>
                  <a:lnTo>
                    <a:pt x="1450301" y="3632541"/>
                  </a:lnTo>
                  <a:lnTo>
                    <a:pt x="1450419" y="3632541"/>
                  </a:lnTo>
                  <a:lnTo>
                    <a:pt x="1450419" y="3632111"/>
                  </a:lnTo>
                  <a:lnTo>
                    <a:pt x="1450419" y="3631680"/>
                  </a:lnTo>
                  <a:lnTo>
                    <a:pt x="1450536" y="3631680"/>
                  </a:lnTo>
                  <a:lnTo>
                    <a:pt x="1450654" y="3631680"/>
                  </a:lnTo>
                  <a:lnTo>
                    <a:pt x="1450654" y="3631249"/>
                  </a:lnTo>
                  <a:lnTo>
                    <a:pt x="1450771" y="3631249"/>
                  </a:lnTo>
                  <a:lnTo>
                    <a:pt x="1450889" y="3631249"/>
                  </a:lnTo>
                  <a:lnTo>
                    <a:pt x="1451007" y="3631249"/>
                  </a:lnTo>
                  <a:lnTo>
                    <a:pt x="1451124" y="3631249"/>
                  </a:lnTo>
                  <a:lnTo>
                    <a:pt x="1451124" y="3630819"/>
                  </a:lnTo>
                  <a:lnTo>
                    <a:pt x="1451242" y="3630819"/>
                  </a:lnTo>
                  <a:lnTo>
                    <a:pt x="1451242" y="3630388"/>
                  </a:lnTo>
                  <a:lnTo>
                    <a:pt x="1451242" y="3629958"/>
                  </a:lnTo>
                  <a:lnTo>
                    <a:pt x="1451242" y="3629527"/>
                  </a:lnTo>
                  <a:lnTo>
                    <a:pt x="1451360" y="3629527"/>
                  </a:lnTo>
                  <a:lnTo>
                    <a:pt x="1451477" y="3629527"/>
                  </a:lnTo>
                  <a:lnTo>
                    <a:pt x="1451595" y="3629527"/>
                  </a:lnTo>
                  <a:lnTo>
                    <a:pt x="1451712" y="3629527"/>
                  </a:lnTo>
                  <a:lnTo>
                    <a:pt x="1451830" y="3629527"/>
                  </a:lnTo>
                  <a:lnTo>
                    <a:pt x="1451948" y="3629527"/>
                  </a:lnTo>
                  <a:lnTo>
                    <a:pt x="1451948" y="3629096"/>
                  </a:lnTo>
                  <a:lnTo>
                    <a:pt x="1452065" y="3629096"/>
                  </a:lnTo>
                  <a:lnTo>
                    <a:pt x="1452183" y="3629096"/>
                  </a:lnTo>
                  <a:lnTo>
                    <a:pt x="1452300" y="3629096"/>
                  </a:lnTo>
                  <a:lnTo>
                    <a:pt x="1452418" y="3629096"/>
                  </a:lnTo>
                  <a:lnTo>
                    <a:pt x="1452536" y="3629096"/>
                  </a:lnTo>
                  <a:lnTo>
                    <a:pt x="1452653" y="3629096"/>
                  </a:lnTo>
                  <a:lnTo>
                    <a:pt x="1452771" y="3629096"/>
                  </a:lnTo>
                  <a:lnTo>
                    <a:pt x="1452889" y="3629096"/>
                  </a:lnTo>
                  <a:lnTo>
                    <a:pt x="1453006" y="3629096"/>
                  </a:lnTo>
                  <a:lnTo>
                    <a:pt x="1453124" y="3629096"/>
                  </a:lnTo>
                  <a:lnTo>
                    <a:pt x="1453241" y="3629096"/>
                  </a:lnTo>
                  <a:lnTo>
                    <a:pt x="1453359" y="3629096"/>
                  </a:lnTo>
                  <a:lnTo>
                    <a:pt x="1453477" y="3629096"/>
                  </a:lnTo>
                  <a:lnTo>
                    <a:pt x="1453594" y="3629096"/>
                  </a:lnTo>
                  <a:lnTo>
                    <a:pt x="1453712" y="3629096"/>
                  </a:lnTo>
                  <a:lnTo>
                    <a:pt x="1453829" y="3629096"/>
                  </a:lnTo>
                  <a:lnTo>
                    <a:pt x="1453947" y="3629096"/>
                  </a:lnTo>
                  <a:lnTo>
                    <a:pt x="1454065" y="3629096"/>
                  </a:lnTo>
                  <a:lnTo>
                    <a:pt x="1454182" y="3629096"/>
                  </a:lnTo>
                  <a:lnTo>
                    <a:pt x="1454182" y="3628666"/>
                  </a:lnTo>
                  <a:lnTo>
                    <a:pt x="1454300" y="3628666"/>
                  </a:lnTo>
                  <a:lnTo>
                    <a:pt x="1454417" y="3628666"/>
                  </a:lnTo>
                  <a:lnTo>
                    <a:pt x="1454417" y="3628235"/>
                  </a:lnTo>
                  <a:lnTo>
                    <a:pt x="1454535" y="3628235"/>
                  </a:lnTo>
                  <a:lnTo>
                    <a:pt x="1454653" y="3628235"/>
                  </a:lnTo>
                  <a:lnTo>
                    <a:pt x="1454770" y="3628235"/>
                  </a:lnTo>
                  <a:lnTo>
                    <a:pt x="1454888" y="3628235"/>
                  </a:lnTo>
                  <a:lnTo>
                    <a:pt x="1455006" y="3628235"/>
                  </a:lnTo>
                  <a:lnTo>
                    <a:pt x="1455123" y="3628235"/>
                  </a:lnTo>
                  <a:lnTo>
                    <a:pt x="1455241" y="3628235"/>
                  </a:lnTo>
                  <a:lnTo>
                    <a:pt x="1455358" y="3628235"/>
                  </a:lnTo>
                  <a:lnTo>
                    <a:pt x="1455358" y="3627805"/>
                  </a:lnTo>
                  <a:lnTo>
                    <a:pt x="1455476" y="3627805"/>
                  </a:lnTo>
                  <a:lnTo>
                    <a:pt x="1455594" y="3627805"/>
                  </a:lnTo>
                  <a:lnTo>
                    <a:pt x="1455711" y="3627805"/>
                  </a:lnTo>
                  <a:lnTo>
                    <a:pt x="1455829" y="3627805"/>
                  </a:lnTo>
                  <a:lnTo>
                    <a:pt x="1455946" y="3627805"/>
                  </a:lnTo>
                  <a:lnTo>
                    <a:pt x="1456064" y="3627805"/>
                  </a:lnTo>
                  <a:lnTo>
                    <a:pt x="1456182" y="3627805"/>
                  </a:lnTo>
                  <a:lnTo>
                    <a:pt x="1456299" y="3627805"/>
                  </a:lnTo>
                  <a:lnTo>
                    <a:pt x="1456417" y="3627805"/>
                  </a:lnTo>
                  <a:lnTo>
                    <a:pt x="1456417" y="3627374"/>
                  </a:lnTo>
                  <a:lnTo>
                    <a:pt x="1456417" y="3626943"/>
                  </a:lnTo>
                  <a:lnTo>
                    <a:pt x="1456535" y="3626943"/>
                  </a:lnTo>
                  <a:lnTo>
                    <a:pt x="1456535" y="3626513"/>
                  </a:lnTo>
                  <a:lnTo>
                    <a:pt x="1456535" y="3626082"/>
                  </a:lnTo>
                  <a:lnTo>
                    <a:pt x="1456535" y="3625652"/>
                  </a:lnTo>
                  <a:lnTo>
                    <a:pt x="1456652" y="3625652"/>
                  </a:lnTo>
                  <a:lnTo>
                    <a:pt x="1456652" y="3625221"/>
                  </a:lnTo>
                  <a:lnTo>
                    <a:pt x="1456652" y="3624790"/>
                  </a:lnTo>
                  <a:lnTo>
                    <a:pt x="1456652" y="3624360"/>
                  </a:lnTo>
                  <a:lnTo>
                    <a:pt x="1456652" y="3623929"/>
                  </a:lnTo>
                  <a:lnTo>
                    <a:pt x="1456770" y="3623929"/>
                  </a:lnTo>
                  <a:lnTo>
                    <a:pt x="1456770" y="3623499"/>
                  </a:lnTo>
                  <a:lnTo>
                    <a:pt x="1456770" y="3623068"/>
                  </a:lnTo>
                  <a:lnTo>
                    <a:pt x="1456770" y="3622637"/>
                  </a:lnTo>
                  <a:lnTo>
                    <a:pt x="1456887" y="3622637"/>
                  </a:lnTo>
                  <a:lnTo>
                    <a:pt x="1456887" y="3622207"/>
                  </a:lnTo>
                  <a:lnTo>
                    <a:pt x="1457005" y="3622207"/>
                  </a:lnTo>
                  <a:lnTo>
                    <a:pt x="1457123" y="3622207"/>
                  </a:lnTo>
                  <a:lnTo>
                    <a:pt x="1457240" y="3622207"/>
                  </a:lnTo>
                  <a:lnTo>
                    <a:pt x="1457358" y="3622207"/>
                  </a:lnTo>
                  <a:lnTo>
                    <a:pt x="1457358" y="3621776"/>
                  </a:lnTo>
                  <a:lnTo>
                    <a:pt x="1457475" y="3621776"/>
                  </a:lnTo>
                  <a:lnTo>
                    <a:pt x="1457593" y="3621776"/>
                  </a:lnTo>
                  <a:lnTo>
                    <a:pt x="1457711" y="3621776"/>
                  </a:lnTo>
                  <a:lnTo>
                    <a:pt x="1457828" y="3621776"/>
                  </a:lnTo>
                  <a:lnTo>
                    <a:pt x="1457828" y="3621346"/>
                  </a:lnTo>
                  <a:lnTo>
                    <a:pt x="1457946" y="3621346"/>
                  </a:lnTo>
                  <a:lnTo>
                    <a:pt x="1458064" y="3621346"/>
                  </a:lnTo>
                  <a:lnTo>
                    <a:pt x="1458064" y="3620915"/>
                  </a:lnTo>
                  <a:lnTo>
                    <a:pt x="1458064" y="3620484"/>
                  </a:lnTo>
                  <a:lnTo>
                    <a:pt x="1458181" y="3620484"/>
                  </a:lnTo>
                  <a:lnTo>
                    <a:pt x="1458181" y="3620054"/>
                  </a:lnTo>
                  <a:lnTo>
                    <a:pt x="1458299" y="3620054"/>
                  </a:lnTo>
                  <a:lnTo>
                    <a:pt x="1458416" y="3620054"/>
                  </a:lnTo>
                  <a:lnTo>
                    <a:pt x="1458534" y="3620054"/>
                  </a:lnTo>
                  <a:lnTo>
                    <a:pt x="1458652" y="3620054"/>
                  </a:lnTo>
                  <a:lnTo>
                    <a:pt x="1458652" y="3619623"/>
                  </a:lnTo>
                  <a:lnTo>
                    <a:pt x="1458769" y="3619623"/>
                  </a:lnTo>
                  <a:lnTo>
                    <a:pt x="1458887" y="3619623"/>
                  </a:lnTo>
                  <a:lnTo>
                    <a:pt x="1459004" y="3619623"/>
                  </a:lnTo>
                  <a:lnTo>
                    <a:pt x="1459122" y="3619623"/>
                  </a:lnTo>
                  <a:lnTo>
                    <a:pt x="1459240" y="3619623"/>
                  </a:lnTo>
                  <a:lnTo>
                    <a:pt x="1459357" y="3619623"/>
                  </a:lnTo>
                  <a:lnTo>
                    <a:pt x="1459475" y="3619623"/>
                  </a:lnTo>
                  <a:lnTo>
                    <a:pt x="1459593" y="3619623"/>
                  </a:lnTo>
                  <a:lnTo>
                    <a:pt x="1459710" y="3619623"/>
                  </a:lnTo>
                  <a:lnTo>
                    <a:pt x="1459710" y="3619193"/>
                  </a:lnTo>
                  <a:lnTo>
                    <a:pt x="1459710" y="3618762"/>
                  </a:lnTo>
                  <a:lnTo>
                    <a:pt x="1459828" y="3618762"/>
                  </a:lnTo>
                  <a:lnTo>
                    <a:pt x="1459945" y="3618762"/>
                  </a:lnTo>
                  <a:lnTo>
                    <a:pt x="1460063" y="3618762"/>
                  </a:lnTo>
                  <a:lnTo>
                    <a:pt x="1460181" y="3618762"/>
                  </a:lnTo>
                  <a:lnTo>
                    <a:pt x="1460181" y="3618331"/>
                  </a:lnTo>
                  <a:lnTo>
                    <a:pt x="1460298" y="3618331"/>
                  </a:lnTo>
                  <a:lnTo>
                    <a:pt x="1460416" y="3618331"/>
                  </a:lnTo>
                  <a:lnTo>
                    <a:pt x="1460533" y="3618331"/>
                  </a:lnTo>
                  <a:lnTo>
                    <a:pt x="1460651" y="3618331"/>
                  </a:lnTo>
                  <a:lnTo>
                    <a:pt x="1460769" y="3618331"/>
                  </a:lnTo>
                  <a:lnTo>
                    <a:pt x="1460886" y="3618331"/>
                  </a:lnTo>
                  <a:lnTo>
                    <a:pt x="1461004" y="3618331"/>
                  </a:lnTo>
                  <a:lnTo>
                    <a:pt x="1461004" y="3617901"/>
                  </a:lnTo>
                  <a:lnTo>
                    <a:pt x="1461004" y="3617470"/>
                  </a:lnTo>
                  <a:lnTo>
                    <a:pt x="1461122" y="3617470"/>
                  </a:lnTo>
                  <a:lnTo>
                    <a:pt x="1461122" y="3617040"/>
                  </a:lnTo>
                  <a:lnTo>
                    <a:pt x="1461122" y="3616609"/>
                  </a:lnTo>
                  <a:lnTo>
                    <a:pt x="1461239" y="3616609"/>
                  </a:lnTo>
                  <a:lnTo>
                    <a:pt x="1461357" y="3616609"/>
                  </a:lnTo>
                  <a:lnTo>
                    <a:pt x="1461474" y="3616609"/>
                  </a:lnTo>
                  <a:lnTo>
                    <a:pt x="1461592" y="3616609"/>
                  </a:lnTo>
                  <a:lnTo>
                    <a:pt x="1461710" y="3616609"/>
                  </a:lnTo>
                  <a:lnTo>
                    <a:pt x="1461710" y="3616178"/>
                  </a:lnTo>
                  <a:lnTo>
                    <a:pt x="1461710" y="3615748"/>
                  </a:lnTo>
                  <a:lnTo>
                    <a:pt x="1461827" y="3615748"/>
                  </a:lnTo>
                  <a:lnTo>
                    <a:pt x="1461945" y="3615748"/>
                  </a:lnTo>
                  <a:lnTo>
                    <a:pt x="1462062" y="3615748"/>
                  </a:lnTo>
                  <a:lnTo>
                    <a:pt x="1462180" y="3615748"/>
                  </a:lnTo>
                  <a:lnTo>
                    <a:pt x="1462180" y="3615317"/>
                  </a:lnTo>
                  <a:lnTo>
                    <a:pt x="1462180" y="3614887"/>
                  </a:lnTo>
                  <a:lnTo>
                    <a:pt x="1462298" y="3614887"/>
                  </a:lnTo>
                  <a:lnTo>
                    <a:pt x="1462298" y="3614456"/>
                  </a:lnTo>
                  <a:lnTo>
                    <a:pt x="1462415" y="3614456"/>
                  </a:lnTo>
                  <a:lnTo>
                    <a:pt x="1462533" y="3614456"/>
                  </a:lnTo>
                  <a:lnTo>
                    <a:pt x="1462533" y="3614025"/>
                  </a:lnTo>
                  <a:lnTo>
                    <a:pt x="1462533" y="3613595"/>
                  </a:lnTo>
                  <a:lnTo>
                    <a:pt x="1462533" y="3613164"/>
                  </a:lnTo>
                  <a:lnTo>
                    <a:pt x="1462533" y="3612734"/>
                  </a:lnTo>
                  <a:lnTo>
                    <a:pt x="1462533" y="3612303"/>
                  </a:lnTo>
                  <a:lnTo>
                    <a:pt x="1462650" y="3612303"/>
                  </a:lnTo>
                  <a:lnTo>
                    <a:pt x="1462650" y="3611872"/>
                  </a:lnTo>
                  <a:lnTo>
                    <a:pt x="1462768" y="3611872"/>
                  </a:lnTo>
                  <a:lnTo>
                    <a:pt x="1462886" y="3611872"/>
                  </a:lnTo>
                  <a:lnTo>
                    <a:pt x="1463003" y="3611872"/>
                  </a:lnTo>
                  <a:lnTo>
                    <a:pt x="1463003" y="3611442"/>
                  </a:lnTo>
                  <a:lnTo>
                    <a:pt x="1463121" y="3611442"/>
                  </a:lnTo>
                  <a:lnTo>
                    <a:pt x="1463121" y="3611011"/>
                  </a:lnTo>
                  <a:lnTo>
                    <a:pt x="1463121" y="3610581"/>
                  </a:lnTo>
                  <a:lnTo>
                    <a:pt x="1463239" y="3610581"/>
                  </a:lnTo>
                  <a:lnTo>
                    <a:pt x="1463356" y="3610581"/>
                  </a:lnTo>
                  <a:lnTo>
                    <a:pt x="1463474" y="3610581"/>
                  </a:lnTo>
                  <a:lnTo>
                    <a:pt x="1463591" y="3610581"/>
                  </a:lnTo>
                  <a:lnTo>
                    <a:pt x="1463709" y="3610581"/>
                  </a:lnTo>
                  <a:lnTo>
                    <a:pt x="1463827" y="3610581"/>
                  </a:lnTo>
                  <a:lnTo>
                    <a:pt x="1463944" y="3610581"/>
                  </a:lnTo>
                  <a:lnTo>
                    <a:pt x="1464062" y="3610581"/>
                  </a:lnTo>
                  <a:lnTo>
                    <a:pt x="1464179" y="3610581"/>
                  </a:lnTo>
                  <a:lnTo>
                    <a:pt x="1464297" y="3610581"/>
                  </a:lnTo>
                  <a:lnTo>
                    <a:pt x="1464297" y="3610150"/>
                  </a:lnTo>
                  <a:lnTo>
                    <a:pt x="1464297" y="3609719"/>
                  </a:lnTo>
                  <a:lnTo>
                    <a:pt x="1464297" y="3609289"/>
                  </a:lnTo>
                  <a:lnTo>
                    <a:pt x="1464415" y="3609289"/>
                  </a:lnTo>
                  <a:lnTo>
                    <a:pt x="1464532" y="3609289"/>
                  </a:lnTo>
                  <a:lnTo>
                    <a:pt x="1464650" y="3609289"/>
                  </a:lnTo>
                  <a:lnTo>
                    <a:pt x="1464768" y="3609289"/>
                  </a:lnTo>
                  <a:lnTo>
                    <a:pt x="1464885" y="3609289"/>
                  </a:lnTo>
                  <a:lnTo>
                    <a:pt x="1465003" y="3609289"/>
                  </a:lnTo>
                  <a:lnTo>
                    <a:pt x="1465120" y="3609289"/>
                  </a:lnTo>
                  <a:lnTo>
                    <a:pt x="1465120" y="3608858"/>
                  </a:lnTo>
                  <a:lnTo>
                    <a:pt x="1465238" y="3608858"/>
                  </a:lnTo>
                  <a:lnTo>
                    <a:pt x="1465356" y="3608858"/>
                  </a:lnTo>
                  <a:lnTo>
                    <a:pt x="1465473" y="3608858"/>
                  </a:lnTo>
                  <a:lnTo>
                    <a:pt x="1465591" y="3608858"/>
                  </a:lnTo>
                  <a:lnTo>
                    <a:pt x="1465591" y="3608428"/>
                  </a:lnTo>
                  <a:lnTo>
                    <a:pt x="1465708" y="3608428"/>
                  </a:lnTo>
                  <a:lnTo>
                    <a:pt x="1465826" y="3608428"/>
                  </a:lnTo>
                  <a:lnTo>
                    <a:pt x="1465826" y="3607997"/>
                  </a:lnTo>
                  <a:lnTo>
                    <a:pt x="1465944" y="3607997"/>
                  </a:lnTo>
                  <a:lnTo>
                    <a:pt x="1466061" y="3607997"/>
                  </a:lnTo>
                  <a:lnTo>
                    <a:pt x="1466179" y="3607997"/>
                  </a:lnTo>
                  <a:lnTo>
                    <a:pt x="1466179" y="3607566"/>
                  </a:lnTo>
                  <a:lnTo>
                    <a:pt x="1466297" y="3607566"/>
                  </a:lnTo>
                  <a:lnTo>
                    <a:pt x="1466414" y="3607566"/>
                  </a:lnTo>
                  <a:lnTo>
                    <a:pt x="1466532" y="3607566"/>
                  </a:lnTo>
                  <a:lnTo>
                    <a:pt x="1466649" y="3607566"/>
                  </a:lnTo>
                  <a:lnTo>
                    <a:pt x="1466649" y="3607136"/>
                  </a:lnTo>
                  <a:lnTo>
                    <a:pt x="1466649" y="3606705"/>
                  </a:lnTo>
                  <a:lnTo>
                    <a:pt x="1466767" y="3606705"/>
                  </a:lnTo>
                  <a:lnTo>
                    <a:pt x="1466885" y="3606705"/>
                  </a:lnTo>
                  <a:lnTo>
                    <a:pt x="1467002" y="3606705"/>
                  </a:lnTo>
                  <a:lnTo>
                    <a:pt x="1467120" y="3606705"/>
                  </a:lnTo>
                  <a:lnTo>
                    <a:pt x="1467237" y="3606705"/>
                  </a:lnTo>
                  <a:lnTo>
                    <a:pt x="1467237" y="3606275"/>
                  </a:lnTo>
                  <a:lnTo>
                    <a:pt x="1467355" y="3606275"/>
                  </a:lnTo>
                  <a:lnTo>
                    <a:pt x="1467473" y="3606275"/>
                  </a:lnTo>
                  <a:lnTo>
                    <a:pt x="1467473" y="3605844"/>
                  </a:lnTo>
                  <a:lnTo>
                    <a:pt x="1467590" y="3605844"/>
                  </a:lnTo>
                  <a:lnTo>
                    <a:pt x="1467590" y="3605413"/>
                  </a:lnTo>
                  <a:lnTo>
                    <a:pt x="1467708" y="3605413"/>
                  </a:lnTo>
                  <a:lnTo>
                    <a:pt x="1467708" y="3604983"/>
                  </a:lnTo>
                  <a:lnTo>
                    <a:pt x="1467708" y="3604552"/>
                  </a:lnTo>
                  <a:lnTo>
                    <a:pt x="1467826" y="3604552"/>
                  </a:lnTo>
                  <a:lnTo>
                    <a:pt x="1467943" y="3604552"/>
                  </a:lnTo>
                  <a:lnTo>
                    <a:pt x="1468061" y="3604552"/>
                  </a:lnTo>
                  <a:lnTo>
                    <a:pt x="1468178" y="3604552"/>
                  </a:lnTo>
                  <a:lnTo>
                    <a:pt x="1468296" y="3604552"/>
                  </a:lnTo>
                  <a:lnTo>
                    <a:pt x="1468414" y="3604552"/>
                  </a:lnTo>
                  <a:lnTo>
                    <a:pt x="1468531" y="3604552"/>
                  </a:lnTo>
                  <a:lnTo>
                    <a:pt x="1468649" y="3604552"/>
                  </a:lnTo>
                  <a:lnTo>
                    <a:pt x="1468766" y="3604552"/>
                  </a:lnTo>
                  <a:lnTo>
                    <a:pt x="1468766" y="3604122"/>
                  </a:lnTo>
                  <a:lnTo>
                    <a:pt x="1468884" y="3604122"/>
                  </a:lnTo>
                  <a:lnTo>
                    <a:pt x="1469002" y="3604122"/>
                  </a:lnTo>
                  <a:lnTo>
                    <a:pt x="1469119" y="3604122"/>
                  </a:lnTo>
                  <a:lnTo>
                    <a:pt x="1469119" y="3603691"/>
                  </a:lnTo>
                  <a:lnTo>
                    <a:pt x="1469237" y="3603691"/>
                  </a:lnTo>
                  <a:lnTo>
                    <a:pt x="1469355" y="3603691"/>
                  </a:lnTo>
                  <a:lnTo>
                    <a:pt x="1469472" y="3603691"/>
                  </a:lnTo>
                  <a:lnTo>
                    <a:pt x="1469472" y="3603260"/>
                  </a:lnTo>
                  <a:lnTo>
                    <a:pt x="1469590" y="3603260"/>
                  </a:lnTo>
                  <a:lnTo>
                    <a:pt x="1469707" y="3603260"/>
                  </a:lnTo>
                  <a:lnTo>
                    <a:pt x="1469825" y="3603260"/>
                  </a:lnTo>
                  <a:lnTo>
                    <a:pt x="1469943" y="3603260"/>
                  </a:lnTo>
                  <a:lnTo>
                    <a:pt x="1470060" y="3603260"/>
                  </a:lnTo>
                  <a:lnTo>
                    <a:pt x="1470178" y="3603260"/>
                  </a:lnTo>
                  <a:lnTo>
                    <a:pt x="1470295" y="3603260"/>
                  </a:lnTo>
                  <a:lnTo>
                    <a:pt x="1470413" y="3603260"/>
                  </a:lnTo>
                  <a:lnTo>
                    <a:pt x="1470531" y="3603260"/>
                  </a:lnTo>
                  <a:lnTo>
                    <a:pt x="1470531" y="3602830"/>
                  </a:lnTo>
                  <a:lnTo>
                    <a:pt x="1470648" y="3602830"/>
                  </a:lnTo>
                  <a:lnTo>
                    <a:pt x="1470766" y="3602830"/>
                  </a:lnTo>
                  <a:lnTo>
                    <a:pt x="1470766" y="3602399"/>
                  </a:lnTo>
                  <a:lnTo>
                    <a:pt x="1470883" y="3602399"/>
                  </a:lnTo>
                  <a:lnTo>
                    <a:pt x="1471001" y="3602399"/>
                  </a:lnTo>
                  <a:lnTo>
                    <a:pt x="1471119" y="3602399"/>
                  </a:lnTo>
                  <a:lnTo>
                    <a:pt x="1471236" y="3602399"/>
                  </a:lnTo>
                  <a:lnTo>
                    <a:pt x="1471236" y="3601969"/>
                  </a:lnTo>
                  <a:lnTo>
                    <a:pt x="1471236" y="3601538"/>
                  </a:lnTo>
                  <a:lnTo>
                    <a:pt x="1471354" y="3601538"/>
                  </a:lnTo>
                  <a:lnTo>
                    <a:pt x="1471354" y="3601107"/>
                  </a:lnTo>
                  <a:lnTo>
                    <a:pt x="1471472" y="3601107"/>
                  </a:lnTo>
                  <a:lnTo>
                    <a:pt x="1471589" y="3601107"/>
                  </a:lnTo>
                  <a:lnTo>
                    <a:pt x="1471589" y="3600677"/>
                  </a:lnTo>
                  <a:lnTo>
                    <a:pt x="1471707" y="3600677"/>
                  </a:lnTo>
                  <a:lnTo>
                    <a:pt x="1471707" y="3600246"/>
                  </a:lnTo>
                  <a:lnTo>
                    <a:pt x="1471824" y="3600246"/>
                  </a:lnTo>
                  <a:lnTo>
                    <a:pt x="1471824" y="3599816"/>
                  </a:lnTo>
                  <a:lnTo>
                    <a:pt x="1471942" y="3599816"/>
                  </a:lnTo>
                  <a:lnTo>
                    <a:pt x="1472060" y="3599816"/>
                  </a:lnTo>
                  <a:lnTo>
                    <a:pt x="1472177" y="3599816"/>
                  </a:lnTo>
                  <a:lnTo>
                    <a:pt x="1472177" y="3599385"/>
                  </a:lnTo>
                  <a:lnTo>
                    <a:pt x="1472295" y="3599385"/>
                  </a:lnTo>
                  <a:lnTo>
                    <a:pt x="1472295" y="3598954"/>
                  </a:lnTo>
                  <a:lnTo>
                    <a:pt x="1472295" y="3598524"/>
                  </a:lnTo>
                  <a:lnTo>
                    <a:pt x="1472412" y="3598524"/>
                  </a:lnTo>
                  <a:lnTo>
                    <a:pt x="1472530" y="3598524"/>
                  </a:lnTo>
                  <a:lnTo>
                    <a:pt x="1472648" y="3598524"/>
                  </a:lnTo>
                  <a:lnTo>
                    <a:pt x="1472648" y="3598093"/>
                  </a:lnTo>
                  <a:lnTo>
                    <a:pt x="1472648" y="3597663"/>
                  </a:lnTo>
                  <a:lnTo>
                    <a:pt x="1472765" y="3597663"/>
                  </a:lnTo>
                  <a:lnTo>
                    <a:pt x="1472765" y="3597232"/>
                  </a:lnTo>
                  <a:lnTo>
                    <a:pt x="1472765" y="3596801"/>
                  </a:lnTo>
                  <a:lnTo>
                    <a:pt x="1472765" y="3596371"/>
                  </a:lnTo>
                  <a:lnTo>
                    <a:pt x="1472765" y="3595940"/>
                  </a:lnTo>
                  <a:lnTo>
                    <a:pt x="1472883" y="3595940"/>
                  </a:lnTo>
                  <a:lnTo>
                    <a:pt x="1473001" y="3595940"/>
                  </a:lnTo>
                  <a:lnTo>
                    <a:pt x="1473001" y="3595510"/>
                  </a:lnTo>
                  <a:lnTo>
                    <a:pt x="1473001" y="3595079"/>
                  </a:lnTo>
                  <a:lnTo>
                    <a:pt x="1473118" y="3595079"/>
                  </a:lnTo>
                  <a:lnTo>
                    <a:pt x="1473236" y="3595079"/>
                  </a:lnTo>
                  <a:lnTo>
                    <a:pt x="1473353" y="3595079"/>
                  </a:lnTo>
                  <a:lnTo>
                    <a:pt x="1473471" y="3595079"/>
                  </a:lnTo>
                  <a:lnTo>
                    <a:pt x="1473471" y="3594648"/>
                  </a:lnTo>
                  <a:lnTo>
                    <a:pt x="1473471" y="3594218"/>
                  </a:lnTo>
                  <a:lnTo>
                    <a:pt x="1473471" y="3593787"/>
                  </a:lnTo>
                  <a:lnTo>
                    <a:pt x="1473589" y="3593787"/>
                  </a:lnTo>
                  <a:lnTo>
                    <a:pt x="1473706" y="3593787"/>
                  </a:lnTo>
                  <a:lnTo>
                    <a:pt x="1473824" y="3593787"/>
                  </a:lnTo>
                  <a:lnTo>
                    <a:pt x="1473824" y="3593357"/>
                  </a:lnTo>
                  <a:lnTo>
                    <a:pt x="1473941" y="3593357"/>
                  </a:lnTo>
                  <a:lnTo>
                    <a:pt x="1474059" y="3593357"/>
                  </a:lnTo>
                  <a:lnTo>
                    <a:pt x="1474177" y="3593357"/>
                  </a:lnTo>
                  <a:lnTo>
                    <a:pt x="1474294" y="3593357"/>
                  </a:lnTo>
                  <a:lnTo>
                    <a:pt x="1474412" y="3593357"/>
                  </a:lnTo>
                  <a:lnTo>
                    <a:pt x="1474530" y="3593357"/>
                  </a:lnTo>
                  <a:lnTo>
                    <a:pt x="1474530" y="3592926"/>
                  </a:lnTo>
                  <a:lnTo>
                    <a:pt x="1474647" y="3592926"/>
                  </a:lnTo>
                  <a:lnTo>
                    <a:pt x="1474647" y="3592495"/>
                  </a:lnTo>
                  <a:lnTo>
                    <a:pt x="1474647" y="3592065"/>
                  </a:lnTo>
                  <a:lnTo>
                    <a:pt x="1474647" y="3591634"/>
                  </a:lnTo>
                  <a:lnTo>
                    <a:pt x="1474765" y="3591634"/>
                  </a:lnTo>
                  <a:lnTo>
                    <a:pt x="1474882" y="3591634"/>
                  </a:lnTo>
                  <a:lnTo>
                    <a:pt x="1475000" y="3591634"/>
                  </a:lnTo>
                  <a:lnTo>
                    <a:pt x="1475000" y="3591204"/>
                  </a:lnTo>
                  <a:lnTo>
                    <a:pt x="1475118" y="3591204"/>
                  </a:lnTo>
                  <a:lnTo>
                    <a:pt x="1475118" y="3590773"/>
                  </a:lnTo>
                  <a:lnTo>
                    <a:pt x="1475235" y="3590773"/>
                  </a:lnTo>
                  <a:lnTo>
                    <a:pt x="1475235" y="3590342"/>
                  </a:lnTo>
                  <a:lnTo>
                    <a:pt x="1475353" y="3590342"/>
                  </a:lnTo>
                  <a:lnTo>
                    <a:pt x="1475470" y="3590342"/>
                  </a:lnTo>
                  <a:lnTo>
                    <a:pt x="1475588" y="3590342"/>
                  </a:lnTo>
                  <a:lnTo>
                    <a:pt x="1475706" y="3590342"/>
                  </a:lnTo>
                  <a:lnTo>
                    <a:pt x="1475823" y="3590342"/>
                  </a:lnTo>
                  <a:lnTo>
                    <a:pt x="1475941" y="3590342"/>
                  </a:lnTo>
                  <a:lnTo>
                    <a:pt x="1475941" y="3589912"/>
                  </a:lnTo>
                  <a:lnTo>
                    <a:pt x="1476059" y="3589912"/>
                  </a:lnTo>
                  <a:lnTo>
                    <a:pt x="1476176" y="3589912"/>
                  </a:lnTo>
                  <a:lnTo>
                    <a:pt x="1476294" y="3589912"/>
                  </a:lnTo>
                  <a:lnTo>
                    <a:pt x="1476411" y="3589912"/>
                  </a:lnTo>
                  <a:lnTo>
                    <a:pt x="1476529" y="3589912"/>
                  </a:lnTo>
                  <a:lnTo>
                    <a:pt x="1476647" y="3589912"/>
                  </a:lnTo>
                  <a:lnTo>
                    <a:pt x="1476764" y="3589912"/>
                  </a:lnTo>
                  <a:lnTo>
                    <a:pt x="1476882" y="3589912"/>
                  </a:lnTo>
                  <a:lnTo>
                    <a:pt x="1476999" y="3589912"/>
                  </a:lnTo>
                  <a:lnTo>
                    <a:pt x="1476999" y="3589481"/>
                  </a:lnTo>
                  <a:lnTo>
                    <a:pt x="1477117" y="3589481"/>
                  </a:lnTo>
                  <a:lnTo>
                    <a:pt x="1477235" y="3589481"/>
                  </a:lnTo>
                  <a:lnTo>
                    <a:pt x="1477235" y="3589051"/>
                  </a:lnTo>
                  <a:lnTo>
                    <a:pt x="1477235" y="3588620"/>
                  </a:lnTo>
                  <a:lnTo>
                    <a:pt x="1477352" y="3588620"/>
                  </a:lnTo>
                  <a:lnTo>
                    <a:pt x="1477470" y="3588620"/>
                  </a:lnTo>
                  <a:lnTo>
                    <a:pt x="1477588" y="3588620"/>
                  </a:lnTo>
                  <a:lnTo>
                    <a:pt x="1477588" y="3588189"/>
                  </a:lnTo>
                  <a:lnTo>
                    <a:pt x="1477705" y="3588189"/>
                  </a:lnTo>
                  <a:lnTo>
                    <a:pt x="1477705" y="3587759"/>
                  </a:lnTo>
                  <a:lnTo>
                    <a:pt x="1477823" y="3587759"/>
                  </a:lnTo>
                  <a:lnTo>
                    <a:pt x="1477940" y="3587759"/>
                  </a:lnTo>
                  <a:lnTo>
                    <a:pt x="1477940" y="3587328"/>
                  </a:lnTo>
                  <a:lnTo>
                    <a:pt x="1477940" y="3586898"/>
                  </a:lnTo>
                  <a:lnTo>
                    <a:pt x="1478058" y="3586898"/>
                  </a:lnTo>
                  <a:lnTo>
                    <a:pt x="1478176" y="3586898"/>
                  </a:lnTo>
                  <a:lnTo>
                    <a:pt x="1478293" y="3586898"/>
                  </a:lnTo>
                  <a:lnTo>
                    <a:pt x="1478411" y="3586898"/>
                  </a:lnTo>
                  <a:lnTo>
                    <a:pt x="1478528" y="3586898"/>
                  </a:lnTo>
                  <a:lnTo>
                    <a:pt x="1478528" y="3586467"/>
                  </a:lnTo>
                  <a:lnTo>
                    <a:pt x="1478646" y="3586467"/>
                  </a:lnTo>
                  <a:lnTo>
                    <a:pt x="1478764" y="3586467"/>
                  </a:lnTo>
                  <a:lnTo>
                    <a:pt x="1478764" y="3586036"/>
                  </a:lnTo>
                  <a:lnTo>
                    <a:pt x="1478881" y="3586036"/>
                  </a:lnTo>
                  <a:lnTo>
                    <a:pt x="1478999" y="3586036"/>
                  </a:lnTo>
                  <a:lnTo>
                    <a:pt x="1479116" y="3586036"/>
                  </a:lnTo>
                  <a:lnTo>
                    <a:pt x="1479234" y="3586036"/>
                  </a:lnTo>
                  <a:lnTo>
                    <a:pt x="1479352" y="3586036"/>
                  </a:lnTo>
                  <a:lnTo>
                    <a:pt x="1479469" y="3586036"/>
                  </a:lnTo>
                  <a:lnTo>
                    <a:pt x="1479587" y="3586036"/>
                  </a:lnTo>
                  <a:lnTo>
                    <a:pt x="1479705" y="3586036"/>
                  </a:lnTo>
                  <a:lnTo>
                    <a:pt x="1479822" y="3586036"/>
                  </a:lnTo>
                  <a:lnTo>
                    <a:pt x="1479940" y="3586036"/>
                  </a:lnTo>
                  <a:lnTo>
                    <a:pt x="1480057" y="3586036"/>
                  </a:lnTo>
                  <a:lnTo>
                    <a:pt x="1480175" y="3586036"/>
                  </a:lnTo>
                  <a:lnTo>
                    <a:pt x="1480293" y="3586036"/>
                  </a:lnTo>
                  <a:lnTo>
                    <a:pt x="1480410" y="3586036"/>
                  </a:lnTo>
                  <a:lnTo>
                    <a:pt x="1480528" y="3586036"/>
                  </a:lnTo>
                  <a:lnTo>
                    <a:pt x="1480645" y="3586036"/>
                  </a:lnTo>
                  <a:lnTo>
                    <a:pt x="1480763" y="3586036"/>
                  </a:lnTo>
                  <a:lnTo>
                    <a:pt x="1480881" y="3586036"/>
                  </a:lnTo>
                  <a:lnTo>
                    <a:pt x="1480998" y="3586036"/>
                  </a:lnTo>
                  <a:lnTo>
                    <a:pt x="1481116" y="3586036"/>
                  </a:lnTo>
                  <a:lnTo>
                    <a:pt x="1481116" y="3585606"/>
                  </a:lnTo>
                  <a:lnTo>
                    <a:pt x="1481234" y="3585606"/>
                  </a:lnTo>
                  <a:lnTo>
                    <a:pt x="1481351" y="3585606"/>
                  </a:lnTo>
                  <a:lnTo>
                    <a:pt x="1481469" y="3585606"/>
                  </a:lnTo>
                  <a:lnTo>
                    <a:pt x="1481586" y="3585606"/>
                  </a:lnTo>
                  <a:lnTo>
                    <a:pt x="1481704" y="3585606"/>
                  </a:lnTo>
                  <a:lnTo>
                    <a:pt x="1481822" y="3585606"/>
                  </a:lnTo>
                  <a:lnTo>
                    <a:pt x="1481939" y="3585606"/>
                  </a:lnTo>
                  <a:lnTo>
                    <a:pt x="1482057" y="3585606"/>
                  </a:lnTo>
                  <a:lnTo>
                    <a:pt x="1482174" y="3585606"/>
                  </a:lnTo>
                  <a:lnTo>
                    <a:pt x="1482174" y="3585175"/>
                  </a:lnTo>
                  <a:lnTo>
                    <a:pt x="1482292" y="3585175"/>
                  </a:lnTo>
                  <a:lnTo>
                    <a:pt x="1482410" y="3585175"/>
                  </a:lnTo>
                  <a:lnTo>
                    <a:pt x="1482527" y="3585175"/>
                  </a:lnTo>
                  <a:lnTo>
                    <a:pt x="1482645" y="3585175"/>
                  </a:lnTo>
                  <a:lnTo>
                    <a:pt x="1482645" y="3584745"/>
                  </a:lnTo>
                  <a:lnTo>
                    <a:pt x="1482763" y="3584745"/>
                  </a:lnTo>
                  <a:lnTo>
                    <a:pt x="1482880" y="3584745"/>
                  </a:lnTo>
                  <a:lnTo>
                    <a:pt x="1482998" y="3584745"/>
                  </a:lnTo>
                  <a:lnTo>
                    <a:pt x="1483115" y="3584745"/>
                  </a:lnTo>
                  <a:lnTo>
                    <a:pt x="1483233" y="3584745"/>
                  </a:lnTo>
                  <a:lnTo>
                    <a:pt x="1483351" y="3584745"/>
                  </a:lnTo>
                  <a:lnTo>
                    <a:pt x="1483468" y="3584745"/>
                  </a:lnTo>
                  <a:lnTo>
                    <a:pt x="1483468" y="3584314"/>
                  </a:lnTo>
                  <a:lnTo>
                    <a:pt x="1483468" y="3583883"/>
                  </a:lnTo>
                  <a:lnTo>
                    <a:pt x="1483586" y="3583883"/>
                  </a:lnTo>
                  <a:lnTo>
                    <a:pt x="1483703" y="3583883"/>
                  </a:lnTo>
                  <a:lnTo>
                    <a:pt x="1483821" y="3583883"/>
                  </a:lnTo>
                  <a:lnTo>
                    <a:pt x="1483939" y="3583883"/>
                  </a:lnTo>
                  <a:lnTo>
                    <a:pt x="1484056" y="3583883"/>
                  </a:lnTo>
                  <a:lnTo>
                    <a:pt x="1484056" y="3583453"/>
                  </a:lnTo>
                  <a:lnTo>
                    <a:pt x="1484056" y="3583022"/>
                  </a:lnTo>
                  <a:lnTo>
                    <a:pt x="1484174" y="3583022"/>
                  </a:lnTo>
                  <a:lnTo>
                    <a:pt x="1484174" y="3582592"/>
                  </a:lnTo>
                  <a:lnTo>
                    <a:pt x="1484292" y="3582592"/>
                  </a:lnTo>
                  <a:lnTo>
                    <a:pt x="1484409" y="3582592"/>
                  </a:lnTo>
                  <a:lnTo>
                    <a:pt x="1484527" y="3582592"/>
                  </a:lnTo>
                  <a:lnTo>
                    <a:pt x="1484644" y="3582592"/>
                  </a:lnTo>
                  <a:lnTo>
                    <a:pt x="1484762" y="3582592"/>
                  </a:lnTo>
                  <a:lnTo>
                    <a:pt x="1484880" y="3582592"/>
                  </a:lnTo>
                  <a:lnTo>
                    <a:pt x="1484997" y="3582592"/>
                  </a:lnTo>
                  <a:lnTo>
                    <a:pt x="1485115" y="3582592"/>
                  </a:lnTo>
                  <a:lnTo>
                    <a:pt x="1485232" y="3582592"/>
                  </a:lnTo>
                  <a:lnTo>
                    <a:pt x="1485350" y="3582592"/>
                  </a:lnTo>
                  <a:lnTo>
                    <a:pt x="1485350" y="3582161"/>
                  </a:lnTo>
                  <a:lnTo>
                    <a:pt x="1485468" y="3582161"/>
                  </a:lnTo>
                  <a:lnTo>
                    <a:pt x="1485585" y="3582161"/>
                  </a:lnTo>
                  <a:lnTo>
                    <a:pt x="1485585" y="3581730"/>
                  </a:lnTo>
                  <a:lnTo>
                    <a:pt x="1485703" y="3581730"/>
                  </a:lnTo>
                  <a:lnTo>
                    <a:pt x="1485821" y="3581730"/>
                  </a:lnTo>
                  <a:lnTo>
                    <a:pt x="1485938" y="3581730"/>
                  </a:lnTo>
                  <a:lnTo>
                    <a:pt x="1485938" y="3581300"/>
                  </a:lnTo>
                  <a:lnTo>
                    <a:pt x="1486056" y="3581300"/>
                  </a:lnTo>
                  <a:lnTo>
                    <a:pt x="1486173" y="3581300"/>
                  </a:lnTo>
                  <a:lnTo>
                    <a:pt x="1486291" y="3581300"/>
                  </a:lnTo>
                  <a:lnTo>
                    <a:pt x="1486409" y="3581300"/>
                  </a:lnTo>
                  <a:lnTo>
                    <a:pt x="1486526" y="3581300"/>
                  </a:lnTo>
                  <a:lnTo>
                    <a:pt x="1486644" y="3581300"/>
                  </a:lnTo>
                  <a:lnTo>
                    <a:pt x="1486761" y="3581300"/>
                  </a:lnTo>
                  <a:lnTo>
                    <a:pt x="1486761" y="3580869"/>
                  </a:lnTo>
                  <a:lnTo>
                    <a:pt x="1486879" y="3580869"/>
                  </a:lnTo>
                  <a:lnTo>
                    <a:pt x="1486997" y="3580869"/>
                  </a:lnTo>
                  <a:lnTo>
                    <a:pt x="1486997" y="3580439"/>
                  </a:lnTo>
                  <a:lnTo>
                    <a:pt x="1487114" y="3580439"/>
                  </a:lnTo>
                  <a:lnTo>
                    <a:pt x="1487232" y="3580439"/>
                  </a:lnTo>
                  <a:lnTo>
                    <a:pt x="1487232" y="3580008"/>
                  </a:lnTo>
                  <a:lnTo>
                    <a:pt x="1487349" y="3580008"/>
                  </a:lnTo>
                  <a:lnTo>
                    <a:pt x="1487349" y="3579577"/>
                  </a:lnTo>
                  <a:lnTo>
                    <a:pt x="1487467" y="3579577"/>
                  </a:lnTo>
                  <a:lnTo>
                    <a:pt x="1487585" y="3579577"/>
                  </a:lnTo>
                  <a:lnTo>
                    <a:pt x="1487585" y="3579147"/>
                  </a:lnTo>
                  <a:lnTo>
                    <a:pt x="1487585" y="3578716"/>
                  </a:lnTo>
                  <a:lnTo>
                    <a:pt x="1487702" y="3578716"/>
                  </a:lnTo>
                  <a:lnTo>
                    <a:pt x="1487820" y="3578716"/>
                  </a:lnTo>
                  <a:lnTo>
                    <a:pt x="1487938" y="3578716"/>
                  </a:lnTo>
                  <a:lnTo>
                    <a:pt x="1488055" y="3578716"/>
                  </a:lnTo>
                  <a:lnTo>
                    <a:pt x="1488055" y="3578286"/>
                  </a:lnTo>
                  <a:lnTo>
                    <a:pt x="1488173" y="3578286"/>
                  </a:lnTo>
                  <a:lnTo>
                    <a:pt x="1488290" y="3578286"/>
                  </a:lnTo>
                  <a:lnTo>
                    <a:pt x="1488290" y="3577855"/>
                  </a:lnTo>
                  <a:lnTo>
                    <a:pt x="1488408" y="3577855"/>
                  </a:lnTo>
                  <a:lnTo>
                    <a:pt x="1488526" y="3577855"/>
                  </a:lnTo>
                  <a:lnTo>
                    <a:pt x="1488643" y="3577855"/>
                  </a:lnTo>
                  <a:lnTo>
                    <a:pt x="1488761" y="3577855"/>
                  </a:lnTo>
                  <a:lnTo>
                    <a:pt x="1488878" y="3577855"/>
                  </a:lnTo>
                  <a:lnTo>
                    <a:pt x="1488996" y="3577855"/>
                  </a:lnTo>
                  <a:lnTo>
                    <a:pt x="1489114" y="3577855"/>
                  </a:lnTo>
                  <a:lnTo>
                    <a:pt x="1489231" y="3577855"/>
                  </a:lnTo>
                  <a:lnTo>
                    <a:pt x="1489231" y="3577424"/>
                  </a:lnTo>
                  <a:lnTo>
                    <a:pt x="1489349" y="3577424"/>
                  </a:lnTo>
                  <a:lnTo>
                    <a:pt x="1489467" y="3577424"/>
                  </a:lnTo>
                  <a:lnTo>
                    <a:pt x="1489584" y="3577424"/>
                  </a:lnTo>
                  <a:lnTo>
                    <a:pt x="1489702" y="3577424"/>
                  </a:lnTo>
                  <a:lnTo>
                    <a:pt x="1489702" y="3576994"/>
                  </a:lnTo>
                  <a:lnTo>
                    <a:pt x="1489819" y="3576994"/>
                  </a:lnTo>
                  <a:lnTo>
                    <a:pt x="1489937" y="3576994"/>
                  </a:lnTo>
                  <a:lnTo>
                    <a:pt x="1490055" y="3576994"/>
                  </a:lnTo>
                  <a:lnTo>
                    <a:pt x="1490172" y="3576994"/>
                  </a:lnTo>
                  <a:lnTo>
                    <a:pt x="1490290" y="3576994"/>
                  </a:lnTo>
                  <a:lnTo>
                    <a:pt x="1490290" y="3576563"/>
                  </a:lnTo>
                  <a:lnTo>
                    <a:pt x="1490407" y="3576563"/>
                  </a:lnTo>
                  <a:lnTo>
                    <a:pt x="1490525" y="3576563"/>
                  </a:lnTo>
                  <a:lnTo>
                    <a:pt x="1490643" y="3576563"/>
                  </a:lnTo>
                  <a:lnTo>
                    <a:pt x="1490760" y="3576563"/>
                  </a:lnTo>
                  <a:lnTo>
                    <a:pt x="1490878" y="3576563"/>
                  </a:lnTo>
                  <a:lnTo>
                    <a:pt x="1490996" y="3576563"/>
                  </a:lnTo>
                  <a:lnTo>
                    <a:pt x="1490996" y="3576133"/>
                  </a:lnTo>
                  <a:lnTo>
                    <a:pt x="1490996" y="3575702"/>
                  </a:lnTo>
                  <a:lnTo>
                    <a:pt x="1491113" y="3575702"/>
                  </a:lnTo>
                  <a:lnTo>
                    <a:pt x="1491231" y="3575702"/>
                  </a:lnTo>
                  <a:lnTo>
                    <a:pt x="1491348" y="3575702"/>
                  </a:lnTo>
                  <a:lnTo>
                    <a:pt x="1491466" y="3575702"/>
                  </a:lnTo>
                  <a:lnTo>
                    <a:pt x="1491584" y="3575702"/>
                  </a:lnTo>
                  <a:lnTo>
                    <a:pt x="1491701" y="3575702"/>
                  </a:lnTo>
                  <a:lnTo>
                    <a:pt x="1491819" y="3575702"/>
                  </a:lnTo>
                  <a:lnTo>
                    <a:pt x="1491819" y="3575271"/>
                  </a:lnTo>
                  <a:lnTo>
                    <a:pt x="1491819" y="3574841"/>
                  </a:lnTo>
                  <a:lnTo>
                    <a:pt x="1491819" y="3574410"/>
                  </a:lnTo>
                  <a:lnTo>
                    <a:pt x="1491936" y="3574410"/>
                  </a:lnTo>
                  <a:lnTo>
                    <a:pt x="1492054" y="3574410"/>
                  </a:lnTo>
                  <a:lnTo>
                    <a:pt x="1492054" y="3573980"/>
                  </a:lnTo>
                  <a:lnTo>
                    <a:pt x="1492172" y="3573980"/>
                  </a:lnTo>
                  <a:lnTo>
                    <a:pt x="1492172" y="3573549"/>
                  </a:lnTo>
                  <a:lnTo>
                    <a:pt x="1492289" y="3573549"/>
                  </a:lnTo>
                  <a:lnTo>
                    <a:pt x="1492407" y="3573549"/>
                  </a:lnTo>
                  <a:lnTo>
                    <a:pt x="1492525" y="3573549"/>
                  </a:lnTo>
                  <a:lnTo>
                    <a:pt x="1492642" y="3573549"/>
                  </a:lnTo>
                  <a:lnTo>
                    <a:pt x="1492642" y="3573118"/>
                  </a:lnTo>
                  <a:lnTo>
                    <a:pt x="1492760" y="3573118"/>
                  </a:lnTo>
                  <a:lnTo>
                    <a:pt x="1492760" y="3572688"/>
                  </a:lnTo>
                  <a:lnTo>
                    <a:pt x="1492877" y="3572688"/>
                  </a:lnTo>
                  <a:lnTo>
                    <a:pt x="1492995" y="3572688"/>
                  </a:lnTo>
                  <a:lnTo>
                    <a:pt x="1493113" y="3572688"/>
                  </a:lnTo>
                  <a:lnTo>
                    <a:pt x="1493230" y="3572688"/>
                  </a:lnTo>
                  <a:lnTo>
                    <a:pt x="1493348" y="3572688"/>
                  </a:lnTo>
                  <a:lnTo>
                    <a:pt x="1493465" y="3572688"/>
                  </a:lnTo>
                  <a:lnTo>
                    <a:pt x="1493583" y="3572688"/>
                  </a:lnTo>
                  <a:lnTo>
                    <a:pt x="1493583" y="3572257"/>
                  </a:lnTo>
                  <a:lnTo>
                    <a:pt x="1493701" y="3572257"/>
                  </a:lnTo>
                  <a:lnTo>
                    <a:pt x="1493818" y="3572257"/>
                  </a:lnTo>
                  <a:lnTo>
                    <a:pt x="1493936" y="3572257"/>
                  </a:lnTo>
                  <a:lnTo>
                    <a:pt x="1494054" y="3572257"/>
                  </a:lnTo>
                  <a:lnTo>
                    <a:pt x="1494054" y="3571827"/>
                  </a:lnTo>
                  <a:lnTo>
                    <a:pt x="1494171" y="3571827"/>
                  </a:lnTo>
                  <a:lnTo>
                    <a:pt x="1494171" y="3571396"/>
                  </a:lnTo>
                  <a:lnTo>
                    <a:pt x="1494171" y="3570965"/>
                  </a:lnTo>
                  <a:lnTo>
                    <a:pt x="1494289" y="3570965"/>
                  </a:lnTo>
                  <a:lnTo>
                    <a:pt x="1494289" y="3570535"/>
                  </a:lnTo>
                  <a:lnTo>
                    <a:pt x="1494289" y="3570104"/>
                  </a:lnTo>
                  <a:lnTo>
                    <a:pt x="1494406" y="3570104"/>
                  </a:lnTo>
                  <a:lnTo>
                    <a:pt x="1494524" y="3570104"/>
                  </a:lnTo>
                  <a:lnTo>
                    <a:pt x="1494524" y="3569674"/>
                  </a:lnTo>
                  <a:lnTo>
                    <a:pt x="1494642" y="3569674"/>
                  </a:lnTo>
                  <a:lnTo>
                    <a:pt x="1494759" y="3569674"/>
                  </a:lnTo>
                  <a:lnTo>
                    <a:pt x="1494877" y="3569674"/>
                  </a:lnTo>
                  <a:lnTo>
                    <a:pt x="1494994" y="3569674"/>
                  </a:lnTo>
                  <a:lnTo>
                    <a:pt x="1495112" y="3569674"/>
                  </a:lnTo>
                  <a:lnTo>
                    <a:pt x="1495230" y="3569674"/>
                  </a:lnTo>
                  <a:lnTo>
                    <a:pt x="1495230" y="3569243"/>
                  </a:lnTo>
                  <a:lnTo>
                    <a:pt x="1495230" y="3568812"/>
                  </a:lnTo>
                  <a:lnTo>
                    <a:pt x="1495230" y="3568382"/>
                  </a:lnTo>
                  <a:lnTo>
                    <a:pt x="1495347" y="3568382"/>
                  </a:lnTo>
                  <a:lnTo>
                    <a:pt x="1495465" y="3568382"/>
                  </a:lnTo>
                  <a:lnTo>
                    <a:pt x="1495465" y="3567951"/>
                  </a:lnTo>
                  <a:lnTo>
                    <a:pt x="1495582" y="3567951"/>
                  </a:lnTo>
                  <a:lnTo>
                    <a:pt x="1495582" y="3567521"/>
                  </a:lnTo>
                  <a:lnTo>
                    <a:pt x="1495582" y="3567090"/>
                  </a:lnTo>
                  <a:lnTo>
                    <a:pt x="1495700" y="3567090"/>
                  </a:lnTo>
                  <a:lnTo>
                    <a:pt x="1495818" y="3567090"/>
                  </a:lnTo>
                  <a:lnTo>
                    <a:pt x="1495935" y="3567090"/>
                  </a:lnTo>
                  <a:lnTo>
                    <a:pt x="1496053" y="3567090"/>
                  </a:lnTo>
                  <a:lnTo>
                    <a:pt x="1496171" y="3567090"/>
                  </a:lnTo>
                  <a:lnTo>
                    <a:pt x="1496288" y="3567090"/>
                  </a:lnTo>
                  <a:lnTo>
                    <a:pt x="1496406" y="3567090"/>
                  </a:lnTo>
                  <a:lnTo>
                    <a:pt x="1496523" y="3567090"/>
                  </a:lnTo>
                  <a:lnTo>
                    <a:pt x="1496641" y="3567090"/>
                  </a:lnTo>
                  <a:lnTo>
                    <a:pt x="1496641" y="3566659"/>
                  </a:lnTo>
                  <a:lnTo>
                    <a:pt x="1496759" y="3566659"/>
                  </a:lnTo>
                  <a:lnTo>
                    <a:pt x="1496876" y="3566659"/>
                  </a:lnTo>
                  <a:lnTo>
                    <a:pt x="1496994" y="3566659"/>
                  </a:lnTo>
                  <a:lnTo>
                    <a:pt x="1497111" y="3566659"/>
                  </a:lnTo>
                  <a:lnTo>
                    <a:pt x="1497111" y="3566229"/>
                  </a:lnTo>
                  <a:lnTo>
                    <a:pt x="1497229" y="3566229"/>
                  </a:lnTo>
                  <a:lnTo>
                    <a:pt x="1497347" y="3566229"/>
                  </a:lnTo>
                  <a:lnTo>
                    <a:pt x="1497464" y="3566229"/>
                  </a:lnTo>
                  <a:lnTo>
                    <a:pt x="1497582" y="3566229"/>
                  </a:lnTo>
                  <a:lnTo>
                    <a:pt x="1497700" y="3566229"/>
                  </a:lnTo>
                  <a:lnTo>
                    <a:pt x="1497817" y="3566229"/>
                  </a:lnTo>
                  <a:lnTo>
                    <a:pt x="1497935" y="3566229"/>
                  </a:lnTo>
                  <a:lnTo>
                    <a:pt x="1498052" y="3566229"/>
                  </a:lnTo>
                  <a:lnTo>
                    <a:pt x="1498170" y="3566229"/>
                  </a:lnTo>
                  <a:lnTo>
                    <a:pt x="1498288" y="3566229"/>
                  </a:lnTo>
                  <a:lnTo>
                    <a:pt x="1498405" y="3566229"/>
                  </a:lnTo>
                  <a:lnTo>
                    <a:pt x="1498405" y="3565798"/>
                  </a:lnTo>
                  <a:lnTo>
                    <a:pt x="1498405" y="3565368"/>
                  </a:lnTo>
                  <a:lnTo>
                    <a:pt x="1498523" y="3565368"/>
                  </a:lnTo>
                  <a:lnTo>
                    <a:pt x="1498640" y="3565368"/>
                  </a:lnTo>
                  <a:lnTo>
                    <a:pt x="1498640" y="3564937"/>
                  </a:lnTo>
                  <a:lnTo>
                    <a:pt x="1498758" y="3564937"/>
                  </a:lnTo>
                  <a:lnTo>
                    <a:pt x="1498876" y="3564937"/>
                  </a:lnTo>
                  <a:lnTo>
                    <a:pt x="1498993" y="3564937"/>
                  </a:lnTo>
                  <a:lnTo>
                    <a:pt x="1499111" y="3564937"/>
                  </a:lnTo>
                  <a:lnTo>
                    <a:pt x="1499111" y="3564506"/>
                  </a:lnTo>
                  <a:lnTo>
                    <a:pt x="1499229" y="3564506"/>
                  </a:lnTo>
                  <a:lnTo>
                    <a:pt x="1499346" y="3564506"/>
                  </a:lnTo>
                  <a:lnTo>
                    <a:pt x="1499346" y="3564076"/>
                  </a:lnTo>
                  <a:lnTo>
                    <a:pt x="1499464" y="3564076"/>
                  </a:lnTo>
                  <a:lnTo>
                    <a:pt x="1499581" y="3564076"/>
                  </a:lnTo>
                  <a:lnTo>
                    <a:pt x="1499699" y="3564076"/>
                  </a:lnTo>
                  <a:lnTo>
                    <a:pt x="1499817" y="3564076"/>
                  </a:lnTo>
                  <a:lnTo>
                    <a:pt x="1499817" y="3563645"/>
                  </a:lnTo>
                  <a:lnTo>
                    <a:pt x="1499934" y="3563645"/>
                  </a:lnTo>
                  <a:lnTo>
                    <a:pt x="1500052" y="3563645"/>
                  </a:lnTo>
                  <a:lnTo>
                    <a:pt x="1500169" y="3563645"/>
                  </a:lnTo>
                  <a:lnTo>
                    <a:pt x="1500169" y="3563215"/>
                  </a:lnTo>
                  <a:lnTo>
                    <a:pt x="1500169" y="3562784"/>
                  </a:lnTo>
                  <a:lnTo>
                    <a:pt x="1500287" y="3562784"/>
                  </a:lnTo>
                  <a:lnTo>
                    <a:pt x="1500287" y="3562353"/>
                  </a:lnTo>
                  <a:lnTo>
                    <a:pt x="1500405" y="3562353"/>
                  </a:lnTo>
                  <a:lnTo>
                    <a:pt x="1500522" y="3562353"/>
                  </a:lnTo>
                  <a:lnTo>
                    <a:pt x="1500640" y="3562353"/>
                  </a:lnTo>
                  <a:lnTo>
                    <a:pt x="1500640" y="3561923"/>
                  </a:lnTo>
                  <a:lnTo>
                    <a:pt x="1500758" y="3561923"/>
                  </a:lnTo>
                  <a:lnTo>
                    <a:pt x="1500875" y="3561923"/>
                  </a:lnTo>
                  <a:lnTo>
                    <a:pt x="1500993" y="3561923"/>
                  </a:lnTo>
                  <a:lnTo>
                    <a:pt x="1501110" y="3561923"/>
                  </a:lnTo>
                  <a:lnTo>
                    <a:pt x="1501110" y="3561492"/>
                  </a:lnTo>
                  <a:lnTo>
                    <a:pt x="1501110" y="3561062"/>
                  </a:lnTo>
                  <a:lnTo>
                    <a:pt x="1501110" y="3560631"/>
                  </a:lnTo>
                  <a:lnTo>
                    <a:pt x="1501228" y="3560631"/>
                  </a:lnTo>
                  <a:lnTo>
                    <a:pt x="1501346" y="3560631"/>
                  </a:lnTo>
                  <a:lnTo>
                    <a:pt x="1501463" y="3560631"/>
                  </a:lnTo>
                  <a:lnTo>
                    <a:pt x="1501463" y="3560200"/>
                  </a:lnTo>
                  <a:lnTo>
                    <a:pt x="1501581" y="3560200"/>
                  </a:lnTo>
                  <a:lnTo>
                    <a:pt x="1501698" y="3560200"/>
                  </a:lnTo>
                  <a:lnTo>
                    <a:pt x="1501816" y="3560200"/>
                  </a:lnTo>
                  <a:lnTo>
                    <a:pt x="1501816" y="3559770"/>
                  </a:lnTo>
                  <a:lnTo>
                    <a:pt x="1501816" y="3559339"/>
                  </a:lnTo>
                  <a:lnTo>
                    <a:pt x="1501934" y="3559339"/>
                  </a:lnTo>
                  <a:lnTo>
                    <a:pt x="1502051" y="3559339"/>
                  </a:lnTo>
                  <a:lnTo>
                    <a:pt x="1502169" y="3559339"/>
                  </a:lnTo>
                  <a:lnTo>
                    <a:pt x="1502169" y="3558909"/>
                  </a:lnTo>
                  <a:lnTo>
                    <a:pt x="1502287" y="3558909"/>
                  </a:lnTo>
                  <a:lnTo>
                    <a:pt x="1502404" y="3558909"/>
                  </a:lnTo>
                  <a:lnTo>
                    <a:pt x="1502404" y="3558478"/>
                  </a:lnTo>
                  <a:lnTo>
                    <a:pt x="1502404" y="3558047"/>
                  </a:lnTo>
                  <a:lnTo>
                    <a:pt x="1502522" y="3558047"/>
                  </a:lnTo>
                  <a:lnTo>
                    <a:pt x="1502639" y="3558047"/>
                  </a:lnTo>
                  <a:lnTo>
                    <a:pt x="1502639" y="3557617"/>
                  </a:lnTo>
                  <a:lnTo>
                    <a:pt x="1502757" y="3557617"/>
                  </a:lnTo>
                  <a:lnTo>
                    <a:pt x="1502757" y="3557186"/>
                  </a:lnTo>
                  <a:lnTo>
                    <a:pt x="1502875" y="3557186"/>
                  </a:lnTo>
                  <a:lnTo>
                    <a:pt x="1502992" y="3557186"/>
                  </a:lnTo>
                  <a:lnTo>
                    <a:pt x="1502992" y="3556756"/>
                  </a:lnTo>
                  <a:lnTo>
                    <a:pt x="1502992" y="3556325"/>
                  </a:lnTo>
                  <a:lnTo>
                    <a:pt x="1502992" y="3555894"/>
                  </a:lnTo>
                  <a:lnTo>
                    <a:pt x="1503110" y="3555894"/>
                  </a:lnTo>
                  <a:lnTo>
                    <a:pt x="1503227" y="3555894"/>
                  </a:lnTo>
                  <a:lnTo>
                    <a:pt x="1503345" y="3555894"/>
                  </a:lnTo>
                  <a:lnTo>
                    <a:pt x="1503345" y="3555464"/>
                  </a:lnTo>
                  <a:lnTo>
                    <a:pt x="1503463" y="3555464"/>
                  </a:lnTo>
                  <a:lnTo>
                    <a:pt x="1503580" y="3555464"/>
                  </a:lnTo>
                  <a:lnTo>
                    <a:pt x="1503698" y="3555464"/>
                  </a:lnTo>
                  <a:lnTo>
                    <a:pt x="1503698" y="3555033"/>
                  </a:lnTo>
                  <a:lnTo>
                    <a:pt x="1503815" y="3555033"/>
                  </a:lnTo>
                  <a:lnTo>
                    <a:pt x="1503933" y="3555033"/>
                  </a:lnTo>
                  <a:lnTo>
                    <a:pt x="1504051" y="3555033"/>
                  </a:lnTo>
                  <a:lnTo>
                    <a:pt x="1504168" y="3555033"/>
                  </a:lnTo>
                  <a:lnTo>
                    <a:pt x="1504286" y="3555033"/>
                  </a:lnTo>
                  <a:lnTo>
                    <a:pt x="1504404" y="3555033"/>
                  </a:lnTo>
                  <a:lnTo>
                    <a:pt x="1504521" y="3555033"/>
                  </a:lnTo>
                  <a:lnTo>
                    <a:pt x="1504521" y="3554603"/>
                  </a:lnTo>
                  <a:lnTo>
                    <a:pt x="1504521" y="3554172"/>
                  </a:lnTo>
                  <a:lnTo>
                    <a:pt x="1504521" y="3553741"/>
                  </a:lnTo>
                  <a:lnTo>
                    <a:pt x="1504639" y="3553741"/>
                  </a:lnTo>
                  <a:lnTo>
                    <a:pt x="1504756" y="3553741"/>
                  </a:lnTo>
                  <a:lnTo>
                    <a:pt x="1504874" y="3553741"/>
                  </a:lnTo>
                  <a:lnTo>
                    <a:pt x="1504874" y="3553311"/>
                  </a:lnTo>
                  <a:lnTo>
                    <a:pt x="1504874" y="3552880"/>
                  </a:lnTo>
                  <a:lnTo>
                    <a:pt x="1504874" y="3552450"/>
                  </a:lnTo>
                  <a:lnTo>
                    <a:pt x="1504992" y="3552450"/>
                  </a:lnTo>
                  <a:lnTo>
                    <a:pt x="1505109" y="3552450"/>
                  </a:lnTo>
                  <a:lnTo>
                    <a:pt x="1505227" y="3552450"/>
                  </a:lnTo>
                  <a:lnTo>
                    <a:pt x="1505344" y="3552450"/>
                  </a:lnTo>
                  <a:lnTo>
                    <a:pt x="1505462" y="3552450"/>
                  </a:lnTo>
                  <a:lnTo>
                    <a:pt x="1505580" y="3552450"/>
                  </a:lnTo>
                  <a:lnTo>
                    <a:pt x="1505580" y="3552019"/>
                  </a:lnTo>
                  <a:lnTo>
                    <a:pt x="1505697" y="3552019"/>
                  </a:lnTo>
                  <a:lnTo>
                    <a:pt x="1505697" y="3551588"/>
                  </a:lnTo>
                  <a:lnTo>
                    <a:pt x="1505815" y="3551588"/>
                  </a:lnTo>
                  <a:lnTo>
                    <a:pt x="1505933" y="3551588"/>
                  </a:lnTo>
                  <a:lnTo>
                    <a:pt x="1506050" y="3551588"/>
                  </a:lnTo>
                  <a:lnTo>
                    <a:pt x="1506050" y="3551158"/>
                  </a:lnTo>
                  <a:lnTo>
                    <a:pt x="1506168" y="3551158"/>
                  </a:lnTo>
                  <a:lnTo>
                    <a:pt x="1506285" y="3551158"/>
                  </a:lnTo>
                  <a:lnTo>
                    <a:pt x="1506403" y="3551158"/>
                  </a:lnTo>
                  <a:lnTo>
                    <a:pt x="1506403" y="3550727"/>
                  </a:lnTo>
                  <a:lnTo>
                    <a:pt x="1506521" y="3550727"/>
                  </a:lnTo>
                  <a:lnTo>
                    <a:pt x="1506638" y="3550727"/>
                  </a:lnTo>
                  <a:lnTo>
                    <a:pt x="1506756" y="3550727"/>
                  </a:lnTo>
                  <a:lnTo>
                    <a:pt x="1506756" y="3550297"/>
                  </a:lnTo>
                  <a:lnTo>
                    <a:pt x="1506756" y="3549866"/>
                  </a:lnTo>
                  <a:lnTo>
                    <a:pt x="1506873" y="3549866"/>
                  </a:lnTo>
                  <a:lnTo>
                    <a:pt x="1506873" y="3549435"/>
                  </a:lnTo>
                  <a:lnTo>
                    <a:pt x="1506991" y="3549435"/>
                  </a:lnTo>
                  <a:lnTo>
                    <a:pt x="1507109" y="3549435"/>
                  </a:lnTo>
                  <a:lnTo>
                    <a:pt x="1507226" y="3549435"/>
                  </a:lnTo>
                  <a:lnTo>
                    <a:pt x="1507344" y="3549435"/>
                  </a:lnTo>
                  <a:lnTo>
                    <a:pt x="1507344" y="3549005"/>
                  </a:lnTo>
                  <a:lnTo>
                    <a:pt x="1507462" y="3549005"/>
                  </a:lnTo>
                  <a:lnTo>
                    <a:pt x="1507579" y="3549005"/>
                  </a:lnTo>
                  <a:lnTo>
                    <a:pt x="1507697" y="3549005"/>
                  </a:lnTo>
                  <a:lnTo>
                    <a:pt x="1507814" y="3549005"/>
                  </a:lnTo>
                  <a:lnTo>
                    <a:pt x="1507932" y="3549005"/>
                  </a:lnTo>
                  <a:lnTo>
                    <a:pt x="1508050" y="3549005"/>
                  </a:lnTo>
                  <a:lnTo>
                    <a:pt x="1508050" y="3548574"/>
                  </a:lnTo>
                  <a:lnTo>
                    <a:pt x="1508050" y="3548144"/>
                  </a:lnTo>
                  <a:lnTo>
                    <a:pt x="1508167" y="3548144"/>
                  </a:lnTo>
                  <a:lnTo>
                    <a:pt x="1508285" y="3548144"/>
                  </a:lnTo>
                  <a:lnTo>
                    <a:pt x="1508402" y="3548144"/>
                  </a:lnTo>
                  <a:lnTo>
                    <a:pt x="1508402" y="3547713"/>
                  </a:lnTo>
                  <a:lnTo>
                    <a:pt x="1508402" y="3547282"/>
                  </a:lnTo>
                  <a:lnTo>
                    <a:pt x="1508402" y="3546852"/>
                  </a:lnTo>
                  <a:lnTo>
                    <a:pt x="1508402" y="3546421"/>
                  </a:lnTo>
                  <a:lnTo>
                    <a:pt x="1508520" y="3546421"/>
                  </a:lnTo>
                  <a:lnTo>
                    <a:pt x="1508638" y="3546421"/>
                  </a:lnTo>
                  <a:lnTo>
                    <a:pt x="1508638" y="3545991"/>
                  </a:lnTo>
                  <a:lnTo>
                    <a:pt x="1508755" y="3545991"/>
                  </a:lnTo>
                  <a:lnTo>
                    <a:pt x="1508873" y="3545991"/>
                  </a:lnTo>
                  <a:lnTo>
                    <a:pt x="1508873" y="3545560"/>
                  </a:lnTo>
                  <a:lnTo>
                    <a:pt x="1508991" y="3545560"/>
                  </a:lnTo>
                  <a:lnTo>
                    <a:pt x="1509108" y="3545560"/>
                  </a:lnTo>
                  <a:lnTo>
                    <a:pt x="1509226" y="3545560"/>
                  </a:lnTo>
                  <a:lnTo>
                    <a:pt x="1509343" y="3545560"/>
                  </a:lnTo>
                  <a:lnTo>
                    <a:pt x="1509461" y="3545560"/>
                  </a:lnTo>
                  <a:lnTo>
                    <a:pt x="1509579" y="3545560"/>
                  </a:lnTo>
                  <a:lnTo>
                    <a:pt x="1509696" y="3545560"/>
                  </a:lnTo>
                  <a:lnTo>
                    <a:pt x="1509696" y="3545129"/>
                  </a:lnTo>
                  <a:lnTo>
                    <a:pt x="1509696" y="3544699"/>
                  </a:lnTo>
                  <a:lnTo>
                    <a:pt x="1509814" y="3544699"/>
                  </a:lnTo>
                  <a:lnTo>
                    <a:pt x="1509931" y="3544699"/>
                  </a:lnTo>
                  <a:lnTo>
                    <a:pt x="1509931" y="3544268"/>
                  </a:lnTo>
                  <a:lnTo>
                    <a:pt x="1510049" y="3544268"/>
                  </a:lnTo>
                  <a:lnTo>
                    <a:pt x="1510167" y="3544268"/>
                  </a:lnTo>
                  <a:lnTo>
                    <a:pt x="1510284" y="3544268"/>
                  </a:lnTo>
                  <a:lnTo>
                    <a:pt x="1510402" y="3544268"/>
                  </a:lnTo>
                  <a:lnTo>
                    <a:pt x="1510402" y="3543838"/>
                  </a:lnTo>
                  <a:lnTo>
                    <a:pt x="1510520" y="3543838"/>
                  </a:lnTo>
                  <a:lnTo>
                    <a:pt x="1510637" y="3543838"/>
                  </a:lnTo>
                  <a:lnTo>
                    <a:pt x="1510755" y="3543838"/>
                  </a:lnTo>
                  <a:lnTo>
                    <a:pt x="1510872" y="3543838"/>
                  </a:lnTo>
                  <a:lnTo>
                    <a:pt x="1510872" y="3543407"/>
                  </a:lnTo>
                  <a:lnTo>
                    <a:pt x="1510990" y="3543407"/>
                  </a:lnTo>
                  <a:lnTo>
                    <a:pt x="1511108" y="3543407"/>
                  </a:lnTo>
                  <a:lnTo>
                    <a:pt x="1511108" y="3542976"/>
                  </a:lnTo>
                  <a:lnTo>
                    <a:pt x="1511225" y="3542976"/>
                  </a:lnTo>
                  <a:lnTo>
                    <a:pt x="1511225" y="3542546"/>
                  </a:lnTo>
                  <a:lnTo>
                    <a:pt x="1511225" y="3542115"/>
                  </a:lnTo>
                  <a:lnTo>
                    <a:pt x="1511225" y="3541685"/>
                  </a:lnTo>
                  <a:lnTo>
                    <a:pt x="1511343" y="3541685"/>
                  </a:lnTo>
                  <a:lnTo>
                    <a:pt x="1511343" y="3541254"/>
                  </a:lnTo>
                  <a:lnTo>
                    <a:pt x="1511460" y="3541254"/>
                  </a:lnTo>
                  <a:lnTo>
                    <a:pt x="1511460" y="3540823"/>
                  </a:lnTo>
                  <a:lnTo>
                    <a:pt x="1511460" y="3540393"/>
                  </a:lnTo>
                  <a:lnTo>
                    <a:pt x="1511578" y="3540393"/>
                  </a:lnTo>
                  <a:lnTo>
                    <a:pt x="1511578" y="3539962"/>
                  </a:lnTo>
                  <a:lnTo>
                    <a:pt x="1511696" y="3539962"/>
                  </a:lnTo>
                  <a:lnTo>
                    <a:pt x="1511696" y="3539532"/>
                  </a:lnTo>
                  <a:lnTo>
                    <a:pt x="1511696" y="3539101"/>
                  </a:lnTo>
                  <a:lnTo>
                    <a:pt x="1511696" y="3538670"/>
                  </a:lnTo>
                  <a:lnTo>
                    <a:pt x="1511813" y="3538670"/>
                  </a:lnTo>
                  <a:lnTo>
                    <a:pt x="1511813" y="3538240"/>
                  </a:lnTo>
                  <a:lnTo>
                    <a:pt x="1511931" y="3538240"/>
                  </a:lnTo>
                  <a:lnTo>
                    <a:pt x="1511931" y="3537809"/>
                  </a:lnTo>
                  <a:lnTo>
                    <a:pt x="1512048" y="3537809"/>
                  </a:lnTo>
                  <a:lnTo>
                    <a:pt x="1512048" y="3537379"/>
                  </a:lnTo>
                  <a:lnTo>
                    <a:pt x="1512048" y="3536948"/>
                  </a:lnTo>
                  <a:lnTo>
                    <a:pt x="1512166" y="3536948"/>
                  </a:lnTo>
                  <a:lnTo>
                    <a:pt x="1512284" y="3536948"/>
                  </a:lnTo>
                  <a:lnTo>
                    <a:pt x="1512401" y="3536948"/>
                  </a:lnTo>
                  <a:lnTo>
                    <a:pt x="1512519" y="3536948"/>
                  </a:lnTo>
                  <a:lnTo>
                    <a:pt x="1512637" y="3536948"/>
                  </a:lnTo>
                  <a:lnTo>
                    <a:pt x="1512754" y="3536948"/>
                  </a:lnTo>
                  <a:lnTo>
                    <a:pt x="1512872" y="3536948"/>
                  </a:lnTo>
                  <a:lnTo>
                    <a:pt x="1512872" y="3536517"/>
                  </a:lnTo>
                  <a:lnTo>
                    <a:pt x="1512872" y="3536087"/>
                  </a:lnTo>
                  <a:lnTo>
                    <a:pt x="1512989" y="3536087"/>
                  </a:lnTo>
                  <a:lnTo>
                    <a:pt x="1512989" y="3535656"/>
                  </a:lnTo>
                  <a:lnTo>
                    <a:pt x="1512989" y="3535226"/>
                  </a:lnTo>
                  <a:lnTo>
                    <a:pt x="1513107" y="3535226"/>
                  </a:lnTo>
                  <a:lnTo>
                    <a:pt x="1513225" y="3535226"/>
                  </a:lnTo>
                  <a:lnTo>
                    <a:pt x="1513342" y="3535226"/>
                  </a:lnTo>
                  <a:lnTo>
                    <a:pt x="1513460" y="3535226"/>
                  </a:lnTo>
                  <a:lnTo>
                    <a:pt x="1513460" y="3534795"/>
                  </a:lnTo>
                  <a:lnTo>
                    <a:pt x="1513577" y="3534795"/>
                  </a:lnTo>
                  <a:lnTo>
                    <a:pt x="1513695" y="3534795"/>
                  </a:lnTo>
                  <a:lnTo>
                    <a:pt x="1513813" y="3534795"/>
                  </a:lnTo>
                  <a:lnTo>
                    <a:pt x="1513930" y="3534795"/>
                  </a:lnTo>
                  <a:lnTo>
                    <a:pt x="1514048" y="3534795"/>
                  </a:lnTo>
                  <a:lnTo>
                    <a:pt x="1514048" y="3534364"/>
                  </a:lnTo>
                  <a:lnTo>
                    <a:pt x="1514048" y="3533934"/>
                  </a:lnTo>
                  <a:lnTo>
                    <a:pt x="1514166" y="3533934"/>
                  </a:lnTo>
                  <a:lnTo>
                    <a:pt x="1514283" y="3533934"/>
                  </a:lnTo>
                  <a:lnTo>
                    <a:pt x="1514401" y="3533934"/>
                  </a:lnTo>
                  <a:lnTo>
                    <a:pt x="1514401" y="3533503"/>
                  </a:lnTo>
                  <a:lnTo>
                    <a:pt x="1514518" y="3533503"/>
                  </a:lnTo>
                  <a:lnTo>
                    <a:pt x="1514636" y="3533503"/>
                  </a:lnTo>
                  <a:lnTo>
                    <a:pt x="1514636" y="3533073"/>
                  </a:lnTo>
                  <a:lnTo>
                    <a:pt x="1514754" y="3533073"/>
                  </a:lnTo>
                  <a:lnTo>
                    <a:pt x="1514871" y="3533073"/>
                  </a:lnTo>
                  <a:lnTo>
                    <a:pt x="1514989" y="3533073"/>
                  </a:lnTo>
                  <a:lnTo>
                    <a:pt x="1515106" y="3533073"/>
                  </a:lnTo>
                  <a:lnTo>
                    <a:pt x="1515106" y="3532642"/>
                  </a:lnTo>
                  <a:lnTo>
                    <a:pt x="1515106" y="3532211"/>
                  </a:lnTo>
                  <a:lnTo>
                    <a:pt x="1515106" y="3531781"/>
                  </a:lnTo>
                  <a:lnTo>
                    <a:pt x="1515224" y="3531781"/>
                  </a:lnTo>
                  <a:lnTo>
                    <a:pt x="1515342" y="3531781"/>
                  </a:lnTo>
                  <a:lnTo>
                    <a:pt x="1515459" y="3531781"/>
                  </a:lnTo>
                  <a:lnTo>
                    <a:pt x="1515577" y="3531781"/>
                  </a:lnTo>
                  <a:lnTo>
                    <a:pt x="1515695" y="3531781"/>
                  </a:lnTo>
                  <a:lnTo>
                    <a:pt x="1515695" y="3531350"/>
                  </a:lnTo>
                  <a:lnTo>
                    <a:pt x="1515695" y="3530920"/>
                  </a:lnTo>
                  <a:lnTo>
                    <a:pt x="1515812" y="3530920"/>
                  </a:lnTo>
                  <a:lnTo>
                    <a:pt x="1515930" y="3530920"/>
                  </a:lnTo>
                  <a:lnTo>
                    <a:pt x="1516047" y="3530920"/>
                  </a:lnTo>
                  <a:lnTo>
                    <a:pt x="1516165" y="3530920"/>
                  </a:lnTo>
                  <a:lnTo>
                    <a:pt x="1516283" y="3530920"/>
                  </a:lnTo>
                  <a:lnTo>
                    <a:pt x="1516400" y="3530920"/>
                  </a:lnTo>
                  <a:lnTo>
                    <a:pt x="1516400" y="3530489"/>
                  </a:lnTo>
                  <a:lnTo>
                    <a:pt x="1516400" y="3530058"/>
                  </a:lnTo>
                  <a:lnTo>
                    <a:pt x="1516518" y="3530058"/>
                  </a:lnTo>
                  <a:lnTo>
                    <a:pt x="1516635" y="3530058"/>
                  </a:lnTo>
                  <a:lnTo>
                    <a:pt x="1516753" y="3530058"/>
                  </a:lnTo>
                  <a:lnTo>
                    <a:pt x="1516871" y="3530058"/>
                  </a:lnTo>
                  <a:lnTo>
                    <a:pt x="1516871" y="3529628"/>
                  </a:lnTo>
                  <a:lnTo>
                    <a:pt x="1516988" y="3529628"/>
                  </a:lnTo>
                  <a:lnTo>
                    <a:pt x="1517106" y="3529628"/>
                  </a:lnTo>
                  <a:lnTo>
                    <a:pt x="1517224" y="3529628"/>
                  </a:lnTo>
                  <a:lnTo>
                    <a:pt x="1517224" y="3529197"/>
                  </a:lnTo>
                  <a:lnTo>
                    <a:pt x="1517224" y="3528767"/>
                  </a:lnTo>
                  <a:lnTo>
                    <a:pt x="1517224" y="3528336"/>
                  </a:lnTo>
                  <a:lnTo>
                    <a:pt x="1517341" y="3528336"/>
                  </a:lnTo>
                  <a:lnTo>
                    <a:pt x="1517459" y="3528336"/>
                  </a:lnTo>
                  <a:lnTo>
                    <a:pt x="1517576" y="3528336"/>
                  </a:lnTo>
                  <a:lnTo>
                    <a:pt x="1517694" y="3528336"/>
                  </a:lnTo>
                  <a:lnTo>
                    <a:pt x="1517694" y="3527905"/>
                  </a:lnTo>
                  <a:lnTo>
                    <a:pt x="1517694" y="3527475"/>
                  </a:lnTo>
                  <a:lnTo>
                    <a:pt x="1517694" y="3527044"/>
                  </a:lnTo>
                  <a:lnTo>
                    <a:pt x="1517812" y="3527044"/>
                  </a:lnTo>
                  <a:lnTo>
                    <a:pt x="1517929" y="3527044"/>
                  </a:lnTo>
                  <a:lnTo>
                    <a:pt x="1518047" y="3527044"/>
                  </a:lnTo>
                  <a:lnTo>
                    <a:pt x="1518164" y="3527044"/>
                  </a:lnTo>
                  <a:lnTo>
                    <a:pt x="1518282" y="3527044"/>
                  </a:lnTo>
                  <a:lnTo>
                    <a:pt x="1518282" y="3526614"/>
                  </a:lnTo>
                  <a:lnTo>
                    <a:pt x="1518400" y="3526614"/>
                  </a:lnTo>
                  <a:lnTo>
                    <a:pt x="1518517" y="3526614"/>
                  </a:lnTo>
                  <a:lnTo>
                    <a:pt x="1518635" y="3526614"/>
                  </a:lnTo>
                  <a:lnTo>
                    <a:pt x="1518753" y="3526614"/>
                  </a:lnTo>
                  <a:lnTo>
                    <a:pt x="1518870" y="3526614"/>
                  </a:lnTo>
                  <a:lnTo>
                    <a:pt x="1518870" y="3526183"/>
                  </a:lnTo>
                  <a:lnTo>
                    <a:pt x="1518988" y="3526183"/>
                  </a:lnTo>
                  <a:lnTo>
                    <a:pt x="1519105" y="3526183"/>
                  </a:lnTo>
                  <a:lnTo>
                    <a:pt x="1519105" y="3525752"/>
                  </a:lnTo>
                  <a:lnTo>
                    <a:pt x="1519223" y="3525752"/>
                  </a:lnTo>
                  <a:lnTo>
                    <a:pt x="1519341" y="3525752"/>
                  </a:lnTo>
                  <a:lnTo>
                    <a:pt x="1519341" y="3525322"/>
                  </a:lnTo>
                  <a:lnTo>
                    <a:pt x="1519458" y="3525322"/>
                  </a:lnTo>
                  <a:lnTo>
                    <a:pt x="1519458" y="3524891"/>
                  </a:lnTo>
                  <a:lnTo>
                    <a:pt x="1519576" y="3524891"/>
                  </a:lnTo>
                  <a:lnTo>
                    <a:pt x="1519576" y="3524461"/>
                  </a:lnTo>
                  <a:lnTo>
                    <a:pt x="1519693" y="3524461"/>
                  </a:lnTo>
                  <a:lnTo>
                    <a:pt x="1519693" y="3524030"/>
                  </a:lnTo>
                  <a:lnTo>
                    <a:pt x="1519811" y="3524030"/>
                  </a:lnTo>
                  <a:lnTo>
                    <a:pt x="1519811" y="3523599"/>
                  </a:lnTo>
                  <a:lnTo>
                    <a:pt x="1519929" y="3523599"/>
                  </a:lnTo>
                  <a:lnTo>
                    <a:pt x="1519929" y="3523169"/>
                  </a:lnTo>
                  <a:lnTo>
                    <a:pt x="1520046" y="3523169"/>
                  </a:lnTo>
                  <a:lnTo>
                    <a:pt x="1520164" y="3523169"/>
                  </a:lnTo>
                  <a:lnTo>
                    <a:pt x="1520281" y="3523169"/>
                  </a:lnTo>
                  <a:lnTo>
                    <a:pt x="1520281" y="3522738"/>
                  </a:lnTo>
                  <a:lnTo>
                    <a:pt x="1520399" y="3522738"/>
                  </a:lnTo>
                  <a:lnTo>
                    <a:pt x="1520517" y="3522738"/>
                  </a:lnTo>
                  <a:lnTo>
                    <a:pt x="1520517" y="3522308"/>
                  </a:lnTo>
                  <a:lnTo>
                    <a:pt x="1520634" y="3522308"/>
                  </a:lnTo>
                  <a:lnTo>
                    <a:pt x="1520752" y="3522308"/>
                  </a:lnTo>
                  <a:lnTo>
                    <a:pt x="1520870" y="3522308"/>
                  </a:lnTo>
                  <a:lnTo>
                    <a:pt x="1520987" y="3522308"/>
                  </a:lnTo>
                  <a:lnTo>
                    <a:pt x="1521105" y="3522308"/>
                  </a:lnTo>
                  <a:lnTo>
                    <a:pt x="1521105" y="3521877"/>
                  </a:lnTo>
                  <a:lnTo>
                    <a:pt x="1521222" y="3521877"/>
                  </a:lnTo>
                  <a:lnTo>
                    <a:pt x="1521340" y="3521877"/>
                  </a:lnTo>
                  <a:lnTo>
                    <a:pt x="1521458" y="3521877"/>
                  </a:lnTo>
                  <a:lnTo>
                    <a:pt x="1521575" y="3521877"/>
                  </a:lnTo>
                  <a:lnTo>
                    <a:pt x="1521575" y="3521446"/>
                  </a:lnTo>
                  <a:lnTo>
                    <a:pt x="1521693" y="3521446"/>
                  </a:lnTo>
                  <a:lnTo>
                    <a:pt x="1521810" y="3521446"/>
                  </a:lnTo>
                  <a:lnTo>
                    <a:pt x="1521928" y="3521446"/>
                  </a:lnTo>
                  <a:lnTo>
                    <a:pt x="1521928" y="3521016"/>
                  </a:lnTo>
                  <a:lnTo>
                    <a:pt x="1522046" y="3521016"/>
                  </a:lnTo>
                  <a:lnTo>
                    <a:pt x="1522163" y="3521016"/>
                  </a:lnTo>
                  <a:lnTo>
                    <a:pt x="1522163" y="3520585"/>
                  </a:lnTo>
                  <a:lnTo>
                    <a:pt x="1522163" y="3520155"/>
                  </a:lnTo>
                  <a:lnTo>
                    <a:pt x="1522163" y="3519724"/>
                  </a:lnTo>
                  <a:lnTo>
                    <a:pt x="1522281" y="3519724"/>
                  </a:lnTo>
                  <a:lnTo>
                    <a:pt x="1522399" y="3519724"/>
                  </a:lnTo>
                  <a:lnTo>
                    <a:pt x="1522516" y="3519724"/>
                  </a:lnTo>
                  <a:lnTo>
                    <a:pt x="1522634" y="3519724"/>
                  </a:lnTo>
                  <a:lnTo>
                    <a:pt x="1522634" y="3519293"/>
                  </a:lnTo>
                  <a:lnTo>
                    <a:pt x="1522634" y="3518863"/>
                  </a:lnTo>
                  <a:lnTo>
                    <a:pt x="1522634" y="3518432"/>
                  </a:lnTo>
                  <a:lnTo>
                    <a:pt x="1522751" y="3518432"/>
                  </a:lnTo>
                  <a:lnTo>
                    <a:pt x="1522751" y="3518002"/>
                  </a:lnTo>
                  <a:lnTo>
                    <a:pt x="1522869" y="3518002"/>
                  </a:lnTo>
                  <a:lnTo>
                    <a:pt x="1522987" y="3518002"/>
                  </a:lnTo>
                  <a:lnTo>
                    <a:pt x="1522987" y="3517571"/>
                  </a:lnTo>
                  <a:lnTo>
                    <a:pt x="1523104" y="3517571"/>
                  </a:lnTo>
                  <a:lnTo>
                    <a:pt x="1523222" y="3517571"/>
                  </a:lnTo>
                  <a:lnTo>
                    <a:pt x="1523339" y="3517571"/>
                  </a:lnTo>
                  <a:lnTo>
                    <a:pt x="1523457" y="3517571"/>
                  </a:lnTo>
                  <a:lnTo>
                    <a:pt x="1523575" y="3517571"/>
                  </a:lnTo>
                  <a:lnTo>
                    <a:pt x="1523692" y="3517571"/>
                  </a:lnTo>
                  <a:lnTo>
                    <a:pt x="1523810" y="3517571"/>
                  </a:lnTo>
                  <a:lnTo>
                    <a:pt x="1523928" y="3517571"/>
                  </a:lnTo>
                  <a:lnTo>
                    <a:pt x="1524045" y="3517571"/>
                  </a:lnTo>
                  <a:lnTo>
                    <a:pt x="1524163" y="3517571"/>
                  </a:lnTo>
                  <a:lnTo>
                    <a:pt x="1524280" y="3517571"/>
                  </a:lnTo>
                  <a:lnTo>
                    <a:pt x="1524398" y="3517571"/>
                  </a:lnTo>
                  <a:lnTo>
                    <a:pt x="1524516" y="3517571"/>
                  </a:lnTo>
                  <a:lnTo>
                    <a:pt x="1524633" y="3517571"/>
                  </a:lnTo>
                  <a:lnTo>
                    <a:pt x="1524751" y="3517571"/>
                  </a:lnTo>
                  <a:lnTo>
                    <a:pt x="1524751" y="3517140"/>
                  </a:lnTo>
                  <a:lnTo>
                    <a:pt x="1524868" y="3517140"/>
                  </a:lnTo>
                  <a:lnTo>
                    <a:pt x="1524986" y="3517140"/>
                  </a:lnTo>
                  <a:lnTo>
                    <a:pt x="1525104" y="3517140"/>
                  </a:lnTo>
                  <a:lnTo>
                    <a:pt x="1525221" y="3517140"/>
                  </a:lnTo>
                  <a:lnTo>
                    <a:pt x="1525339" y="3517140"/>
                  </a:lnTo>
                  <a:lnTo>
                    <a:pt x="1525457" y="3517140"/>
                  </a:lnTo>
                  <a:lnTo>
                    <a:pt x="1525574" y="3517140"/>
                  </a:lnTo>
                  <a:lnTo>
                    <a:pt x="1525692" y="3517140"/>
                  </a:lnTo>
                  <a:lnTo>
                    <a:pt x="1525809" y="3517140"/>
                  </a:lnTo>
                  <a:lnTo>
                    <a:pt x="1525927" y="3517140"/>
                  </a:lnTo>
                  <a:lnTo>
                    <a:pt x="1526045" y="3517140"/>
                  </a:lnTo>
                  <a:lnTo>
                    <a:pt x="1526162" y="3517140"/>
                  </a:lnTo>
                  <a:lnTo>
                    <a:pt x="1526280" y="3517140"/>
                  </a:lnTo>
                  <a:lnTo>
                    <a:pt x="1526280" y="3516710"/>
                  </a:lnTo>
                  <a:lnTo>
                    <a:pt x="1526280" y="3516279"/>
                  </a:lnTo>
                  <a:lnTo>
                    <a:pt x="1526397" y="3516279"/>
                  </a:lnTo>
                  <a:lnTo>
                    <a:pt x="1526515" y="3516279"/>
                  </a:lnTo>
                  <a:lnTo>
                    <a:pt x="1526633" y="3516279"/>
                  </a:lnTo>
                  <a:lnTo>
                    <a:pt x="1526750" y="3516279"/>
                  </a:lnTo>
                  <a:lnTo>
                    <a:pt x="1526868" y="3516279"/>
                  </a:lnTo>
                  <a:lnTo>
                    <a:pt x="1526868" y="3515849"/>
                  </a:lnTo>
                  <a:lnTo>
                    <a:pt x="1526986" y="3515849"/>
                  </a:lnTo>
                  <a:lnTo>
                    <a:pt x="1526986" y="3515418"/>
                  </a:lnTo>
                  <a:lnTo>
                    <a:pt x="1527103" y="3515418"/>
                  </a:lnTo>
                  <a:lnTo>
                    <a:pt x="1527103" y="3514987"/>
                  </a:lnTo>
                  <a:lnTo>
                    <a:pt x="1527221" y="3514987"/>
                  </a:lnTo>
                  <a:lnTo>
                    <a:pt x="1527221" y="3514557"/>
                  </a:lnTo>
                  <a:lnTo>
                    <a:pt x="1527338" y="3514557"/>
                  </a:lnTo>
                  <a:lnTo>
                    <a:pt x="1527456" y="3514557"/>
                  </a:lnTo>
                  <a:lnTo>
                    <a:pt x="1527574" y="3514557"/>
                  </a:lnTo>
                  <a:lnTo>
                    <a:pt x="1527574" y="3514126"/>
                  </a:lnTo>
                  <a:lnTo>
                    <a:pt x="1527691" y="3514126"/>
                  </a:lnTo>
                  <a:lnTo>
                    <a:pt x="1527809" y="3514126"/>
                  </a:lnTo>
                  <a:lnTo>
                    <a:pt x="1527926" y="3514126"/>
                  </a:lnTo>
                  <a:lnTo>
                    <a:pt x="1528044" y="3514126"/>
                  </a:lnTo>
                  <a:lnTo>
                    <a:pt x="1528162" y="3514126"/>
                  </a:lnTo>
                  <a:lnTo>
                    <a:pt x="1528279" y="3514126"/>
                  </a:lnTo>
                  <a:lnTo>
                    <a:pt x="1528397" y="3514126"/>
                  </a:lnTo>
                  <a:lnTo>
                    <a:pt x="1528514" y="3514126"/>
                  </a:lnTo>
                  <a:lnTo>
                    <a:pt x="1528632" y="3514126"/>
                  </a:lnTo>
                  <a:lnTo>
                    <a:pt x="1528750" y="3514126"/>
                  </a:lnTo>
                  <a:lnTo>
                    <a:pt x="1528867" y="3514126"/>
                  </a:lnTo>
                  <a:lnTo>
                    <a:pt x="1528985" y="3514126"/>
                  </a:lnTo>
                  <a:lnTo>
                    <a:pt x="1529103" y="3514126"/>
                  </a:lnTo>
                  <a:lnTo>
                    <a:pt x="1529220" y="3514126"/>
                  </a:lnTo>
                  <a:lnTo>
                    <a:pt x="1529338" y="3514126"/>
                  </a:lnTo>
                  <a:lnTo>
                    <a:pt x="1529455" y="3514126"/>
                  </a:lnTo>
                  <a:lnTo>
                    <a:pt x="1529573" y="3514126"/>
                  </a:lnTo>
                  <a:lnTo>
                    <a:pt x="1529573" y="3513696"/>
                  </a:lnTo>
                  <a:lnTo>
                    <a:pt x="1529691" y="3513696"/>
                  </a:lnTo>
                  <a:lnTo>
                    <a:pt x="1529808" y="3513696"/>
                  </a:lnTo>
                  <a:lnTo>
                    <a:pt x="1529926" y="3513696"/>
                  </a:lnTo>
                  <a:lnTo>
                    <a:pt x="1530043" y="3513696"/>
                  </a:lnTo>
                  <a:lnTo>
                    <a:pt x="1530161" y="3513696"/>
                  </a:lnTo>
                  <a:lnTo>
                    <a:pt x="1530279" y="3513696"/>
                  </a:lnTo>
                  <a:lnTo>
                    <a:pt x="1530396" y="3513696"/>
                  </a:lnTo>
                  <a:lnTo>
                    <a:pt x="1530514" y="3513696"/>
                  </a:lnTo>
                  <a:lnTo>
                    <a:pt x="1530514" y="3513265"/>
                  </a:lnTo>
                  <a:lnTo>
                    <a:pt x="1530632" y="3513265"/>
                  </a:lnTo>
                  <a:lnTo>
                    <a:pt x="1530632" y="3512834"/>
                  </a:lnTo>
                  <a:lnTo>
                    <a:pt x="1530632" y="3512404"/>
                  </a:lnTo>
                  <a:lnTo>
                    <a:pt x="1530632" y="3511973"/>
                  </a:lnTo>
                  <a:lnTo>
                    <a:pt x="1530749" y="3511973"/>
                  </a:lnTo>
                  <a:lnTo>
                    <a:pt x="1530749" y="3511543"/>
                  </a:lnTo>
                  <a:lnTo>
                    <a:pt x="1530749" y="3511112"/>
                  </a:lnTo>
                  <a:lnTo>
                    <a:pt x="1530749" y="3510681"/>
                  </a:lnTo>
                  <a:lnTo>
                    <a:pt x="1530867" y="3510681"/>
                  </a:lnTo>
                  <a:lnTo>
                    <a:pt x="1530984" y="3510681"/>
                  </a:lnTo>
                  <a:lnTo>
                    <a:pt x="1531102" y="3510681"/>
                  </a:lnTo>
                  <a:lnTo>
                    <a:pt x="1531220" y="3510681"/>
                  </a:lnTo>
                  <a:lnTo>
                    <a:pt x="1531337" y="3510681"/>
                  </a:lnTo>
                  <a:lnTo>
                    <a:pt x="1531455" y="3510681"/>
                  </a:lnTo>
                  <a:lnTo>
                    <a:pt x="1531572" y="3510681"/>
                  </a:lnTo>
                  <a:lnTo>
                    <a:pt x="1531572" y="3510251"/>
                  </a:lnTo>
                  <a:lnTo>
                    <a:pt x="1531690" y="3510251"/>
                  </a:lnTo>
                  <a:lnTo>
                    <a:pt x="1531808" y="3510251"/>
                  </a:lnTo>
                  <a:lnTo>
                    <a:pt x="1531808" y="3509820"/>
                  </a:lnTo>
                  <a:lnTo>
                    <a:pt x="1531925" y="3509820"/>
                  </a:lnTo>
                  <a:lnTo>
                    <a:pt x="1532043" y="3509820"/>
                  </a:lnTo>
                  <a:lnTo>
                    <a:pt x="1532161" y="3509820"/>
                  </a:lnTo>
                  <a:lnTo>
                    <a:pt x="1532278" y="3509820"/>
                  </a:lnTo>
                  <a:lnTo>
                    <a:pt x="1532396" y="3509820"/>
                  </a:lnTo>
                  <a:lnTo>
                    <a:pt x="1532396" y="3509390"/>
                  </a:lnTo>
                  <a:lnTo>
                    <a:pt x="1532513" y="3509390"/>
                  </a:lnTo>
                  <a:lnTo>
                    <a:pt x="1532631" y="3509390"/>
                  </a:lnTo>
                  <a:lnTo>
                    <a:pt x="1532631" y="3508959"/>
                  </a:lnTo>
                  <a:lnTo>
                    <a:pt x="1532631" y="3508528"/>
                  </a:lnTo>
                  <a:lnTo>
                    <a:pt x="1532749" y="3508528"/>
                  </a:lnTo>
                  <a:lnTo>
                    <a:pt x="1532749" y="3508098"/>
                  </a:lnTo>
                  <a:lnTo>
                    <a:pt x="1532866" y="3508098"/>
                  </a:lnTo>
                  <a:lnTo>
                    <a:pt x="1532984" y="3508098"/>
                  </a:lnTo>
                  <a:lnTo>
                    <a:pt x="1533101" y="3508098"/>
                  </a:lnTo>
                  <a:lnTo>
                    <a:pt x="1533101" y="3507667"/>
                  </a:lnTo>
                  <a:lnTo>
                    <a:pt x="1533219" y="3507667"/>
                  </a:lnTo>
                  <a:lnTo>
                    <a:pt x="1533337" y="3507667"/>
                  </a:lnTo>
                  <a:lnTo>
                    <a:pt x="1533454" y="3507667"/>
                  </a:lnTo>
                  <a:lnTo>
                    <a:pt x="1533572" y="3507667"/>
                  </a:lnTo>
                  <a:lnTo>
                    <a:pt x="1533572" y="3507237"/>
                  </a:lnTo>
                  <a:lnTo>
                    <a:pt x="1533690" y="3507237"/>
                  </a:lnTo>
                  <a:lnTo>
                    <a:pt x="1533807" y="3507237"/>
                  </a:lnTo>
                  <a:lnTo>
                    <a:pt x="1533925" y="3507237"/>
                  </a:lnTo>
                  <a:lnTo>
                    <a:pt x="1534042" y="3507237"/>
                  </a:lnTo>
                  <a:lnTo>
                    <a:pt x="1534160" y="3507237"/>
                  </a:lnTo>
                  <a:lnTo>
                    <a:pt x="1534278" y="3507237"/>
                  </a:lnTo>
                  <a:lnTo>
                    <a:pt x="1534395" y="3507237"/>
                  </a:lnTo>
                  <a:lnTo>
                    <a:pt x="1534395" y="3506806"/>
                  </a:lnTo>
                  <a:lnTo>
                    <a:pt x="1534395" y="3506375"/>
                  </a:lnTo>
                  <a:lnTo>
                    <a:pt x="1534395" y="3505945"/>
                  </a:lnTo>
                  <a:lnTo>
                    <a:pt x="1534513" y="3505945"/>
                  </a:lnTo>
                  <a:lnTo>
                    <a:pt x="1534630" y="3505945"/>
                  </a:lnTo>
                  <a:lnTo>
                    <a:pt x="1534748" y="3505945"/>
                  </a:lnTo>
                  <a:lnTo>
                    <a:pt x="1534748" y="3505514"/>
                  </a:lnTo>
                  <a:lnTo>
                    <a:pt x="1534866" y="3505514"/>
                  </a:lnTo>
                  <a:lnTo>
                    <a:pt x="1534866" y="3505084"/>
                  </a:lnTo>
                  <a:lnTo>
                    <a:pt x="1534983" y="3505084"/>
                  </a:lnTo>
                  <a:lnTo>
                    <a:pt x="1535101" y="3505084"/>
                  </a:lnTo>
                  <a:lnTo>
                    <a:pt x="1535218" y="3505084"/>
                  </a:lnTo>
                  <a:lnTo>
                    <a:pt x="1535336" y="3505084"/>
                  </a:lnTo>
                  <a:lnTo>
                    <a:pt x="1535336" y="3504653"/>
                  </a:lnTo>
                  <a:lnTo>
                    <a:pt x="1535454" y="3504653"/>
                  </a:lnTo>
                  <a:lnTo>
                    <a:pt x="1535571" y="3504653"/>
                  </a:lnTo>
                  <a:lnTo>
                    <a:pt x="1535689" y="3504653"/>
                  </a:lnTo>
                  <a:lnTo>
                    <a:pt x="1535807" y="3504653"/>
                  </a:lnTo>
                  <a:lnTo>
                    <a:pt x="1535924" y="3504653"/>
                  </a:lnTo>
                  <a:lnTo>
                    <a:pt x="1536042" y="3504653"/>
                  </a:lnTo>
                  <a:lnTo>
                    <a:pt x="1536159" y="3504653"/>
                  </a:lnTo>
                  <a:lnTo>
                    <a:pt x="1536277" y="3504653"/>
                  </a:lnTo>
                  <a:lnTo>
                    <a:pt x="1536395" y="3504653"/>
                  </a:lnTo>
                  <a:lnTo>
                    <a:pt x="1536395" y="3504222"/>
                  </a:lnTo>
                  <a:lnTo>
                    <a:pt x="1536512" y="3504222"/>
                  </a:lnTo>
                  <a:lnTo>
                    <a:pt x="1536630" y="3504222"/>
                  </a:lnTo>
                  <a:lnTo>
                    <a:pt x="1536747" y="3504222"/>
                  </a:lnTo>
                  <a:lnTo>
                    <a:pt x="1536865" y="3504222"/>
                  </a:lnTo>
                  <a:lnTo>
                    <a:pt x="1536983" y="3504222"/>
                  </a:lnTo>
                  <a:lnTo>
                    <a:pt x="1537100" y="3504222"/>
                  </a:lnTo>
                  <a:lnTo>
                    <a:pt x="1537100" y="3503792"/>
                  </a:lnTo>
                  <a:lnTo>
                    <a:pt x="1537218" y="3503792"/>
                  </a:lnTo>
                  <a:lnTo>
                    <a:pt x="1537336" y="3503792"/>
                  </a:lnTo>
                  <a:lnTo>
                    <a:pt x="1537336" y="3503361"/>
                  </a:lnTo>
                  <a:lnTo>
                    <a:pt x="1537453" y="3503361"/>
                  </a:lnTo>
                  <a:lnTo>
                    <a:pt x="1537453" y="3502931"/>
                  </a:lnTo>
                  <a:lnTo>
                    <a:pt x="1537453" y="3502500"/>
                  </a:lnTo>
                  <a:lnTo>
                    <a:pt x="1537453" y="3502069"/>
                  </a:lnTo>
                  <a:lnTo>
                    <a:pt x="1537571" y="3502069"/>
                  </a:lnTo>
                  <a:lnTo>
                    <a:pt x="1537688" y="3502069"/>
                  </a:lnTo>
                  <a:lnTo>
                    <a:pt x="1537806" y="3502069"/>
                  </a:lnTo>
                  <a:lnTo>
                    <a:pt x="1537924" y="3502069"/>
                  </a:lnTo>
                  <a:lnTo>
                    <a:pt x="1538041" y="3502069"/>
                  </a:lnTo>
                  <a:lnTo>
                    <a:pt x="1538041" y="3501639"/>
                  </a:lnTo>
                  <a:lnTo>
                    <a:pt x="1538159" y="3501639"/>
                  </a:lnTo>
                  <a:lnTo>
                    <a:pt x="1538276" y="3501639"/>
                  </a:lnTo>
                  <a:lnTo>
                    <a:pt x="1538394" y="3501639"/>
                  </a:lnTo>
                  <a:lnTo>
                    <a:pt x="1538512" y="3501639"/>
                  </a:lnTo>
                  <a:lnTo>
                    <a:pt x="1538629" y="3501639"/>
                  </a:lnTo>
                  <a:lnTo>
                    <a:pt x="1538747" y="3501639"/>
                  </a:lnTo>
                  <a:lnTo>
                    <a:pt x="1538865" y="3501639"/>
                  </a:lnTo>
                  <a:lnTo>
                    <a:pt x="1538982" y="3501639"/>
                  </a:lnTo>
                  <a:lnTo>
                    <a:pt x="1539100" y="3501639"/>
                  </a:lnTo>
                  <a:lnTo>
                    <a:pt x="1539217" y="3501639"/>
                  </a:lnTo>
                  <a:lnTo>
                    <a:pt x="1539335" y="3501639"/>
                  </a:lnTo>
                  <a:lnTo>
                    <a:pt x="1539453" y="3501639"/>
                  </a:lnTo>
                  <a:lnTo>
                    <a:pt x="1539570" y="3501639"/>
                  </a:lnTo>
                  <a:lnTo>
                    <a:pt x="1539688" y="3501639"/>
                  </a:lnTo>
                  <a:lnTo>
                    <a:pt x="1539688" y="3501208"/>
                  </a:lnTo>
                  <a:lnTo>
                    <a:pt x="1539805" y="3501208"/>
                  </a:lnTo>
                  <a:lnTo>
                    <a:pt x="1539923" y="3501208"/>
                  </a:lnTo>
                  <a:lnTo>
                    <a:pt x="1540041" y="3501208"/>
                  </a:lnTo>
                  <a:lnTo>
                    <a:pt x="1540158" y="3501208"/>
                  </a:lnTo>
                  <a:lnTo>
                    <a:pt x="1540276" y="3501208"/>
                  </a:lnTo>
                  <a:lnTo>
                    <a:pt x="1540276" y="3500778"/>
                  </a:lnTo>
                  <a:lnTo>
                    <a:pt x="1540394" y="3500778"/>
                  </a:lnTo>
                  <a:lnTo>
                    <a:pt x="1540511" y="3500778"/>
                  </a:lnTo>
                  <a:lnTo>
                    <a:pt x="1540511" y="3500347"/>
                  </a:lnTo>
                  <a:lnTo>
                    <a:pt x="1540629" y="3500347"/>
                  </a:lnTo>
                  <a:lnTo>
                    <a:pt x="1540629" y="3499916"/>
                  </a:lnTo>
                  <a:lnTo>
                    <a:pt x="1540746" y="3499916"/>
                  </a:lnTo>
                  <a:lnTo>
                    <a:pt x="1540864" y="3499916"/>
                  </a:lnTo>
                  <a:lnTo>
                    <a:pt x="1540864" y="3499486"/>
                  </a:lnTo>
                  <a:lnTo>
                    <a:pt x="1540864" y="3499055"/>
                  </a:lnTo>
                  <a:lnTo>
                    <a:pt x="1540982" y="3499055"/>
                  </a:lnTo>
                  <a:lnTo>
                    <a:pt x="1541099" y="3499055"/>
                  </a:lnTo>
                  <a:lnTo>
                    <a:pt x="1541217" y="3499055"/>
                  </a:lnTo>
                  <a:lnTo>
                    <a:pt x="1541217" y="3498625"/>
                  </a:lnTo>
                  <a:lnTo>
                    <a:pt x="1541334" y="3498625"/>
                  </a:lnTo>
                  <a:lnTo>
                    <a:pt x="1541334" y="3498194"/>
                  </a:lnTo>
                  <a:lnTo>
                    <a:pt x="1541452" y="3498194"/>
                  </a:lnTo>
                  <a:lnTo>
                    <a:pt x="1541452" y="3497763"/>
                  </a:lnTo>
                  <a:lnTo>
                    <a:pt x="1541570" y="3497763"/>
                  </a:lnTo>
                  <a:lnTo>
                    <a:pt x="1541687" y="3497763"/>
                  </a:lnTo>
                  <a:lnTo>
                    <a:pt x="1541687" y="3497333"/>
                  </a:lnTo>
                  <a:lnTo>
                    <a:pt x="1541805" y="3497333"/>
                  </a:lnTo>
                  <a:lnTo>
                    <a:pt x="1541923" y="3497333"/>
                  </a:lnTo>
                  <a:lnTo>
                    <a:pt x="1541923" y="3496902"/>
                  </a:lnTo>
                  <a:lnTo>
                    <a:pt x="1541923" y="3496472"/>
                  </a:lnTo>
                  <a:lnTo>
                    <a:pt x="1542040" y="3496472"/>
                  </a:lnTo>
                  <a:lnTo>
                    <a:pt x="1542158" y="3496472"/>
                  </a:lnTo>
                  <a:lnTo>
                    <a:pt x="1542158" y="3496041"/>
                  </a:lnTo>
                  <a:lnTo>
                    <a:pt x="1542158" y="3495610"/>
                  </a:lnTo>
                  <a:lnTo>
                    <a:pt x="1542275" y="3495610"/>
                  </a:lnTo>
                  <a:lnTo>
                    <a:pt x="1542393" y="3495610"/>
                  </a:lnTo>
                  <a:lnTo>
                    <a:pt x="1542511" y="3495610"/>
                  </a:lnTo>
                  <a:lnTo>
                    <a:pt x="1542628" y="3495610"/>
                  </a:lnTo>
                  <a:lnTo>
                    <a:pt x="1542628" y="3495180"/>
                  </a:lnTo>
                  <a:lnTo>
                    <a:pt x="1542746" y="3495180"/>
                  </a:lnTo>
                  <a:lnTo>
                    <a:pt x="1542863" y="3495180"/>
                  </a:lnTo>
                  <a:lnTo>
                    <a:pt x="1542981" y="3495180"/>
                  </a:lnTo>
                  <a:lnTo>
                    <a:pt x="1543099" y="3495180"/>
                  </a:lnTo>
                  <a:lnTo>
                    <a:pt x="1543216" y="3495180"/>
                  </a:lnTo>
                  <a:lnTo>
                    <a:pt x="1543334" y="3495180"/>
                  </a:lnTo>
                  <a:lnTo>
                    <a:pt x="1543451" y="3495180"/>
                  </a:lnTo>
                  <a:lnTo>
                    <a:pt x="1543569" y="3495180"/>
                  </a:lnTo>
                  <a:lnTo>
                    <a:pt x="1543687" y="3495180"/>
                  </a:lnTo>
                  <a:lnTo>
                    <a:pt x="1543804" y="3495180"/>
                  </a:lnTo>
                  <a:lnTo>
                    <a:pt x="1543922" y="3495180"/>
                  </a:lnTo>
                  <a:lnTo>
                    <a:pt x="1544040" y="3495180"/>
                  </a:lnTo>
                  <a:lnTo>
                    <a:pt x="1544157" y="3495180"/>
                  </a:lnTo>
                  <a:lnTo>
                    <a:pt x="1544157" y="3494749"/>
                  </a:lnTo>
                  <a:lnTo>
                    <a:pt x="1544275" y="3494749"/>
                  </a:lnTo>
                  <a:lnTo>
                    <a:pt x="1544275" y="3494319"/>
                  </a:lnTo>
                  <a:lnTo>
                    <a:pt x="1544392" y="3494319"/>
                  </a:lnTo>
                  <a:lnTo>
                    <a:pt x="1544392" y="3493888"/>
                  </a:lnTo>
                  <a:lnTo>
                    <a:pt x="1544510" y="3493888"/>
                  </a:lnTo>
                  <a:lnTo>
                    <a:pt x="1544510" y="3493457"/>
                  </a:lnTo>
                  <a:lnTo>
                    <a:pt x="1544628" y="3493457"/>
                  </a:lnTo>
                  <a:lnTo>
                    <a:pt x="1544745" y="3493457"/>
                  </a:lnTo>
                  <a:lnTo>
                    <a:pt x="1544745" y="3493027"/>
                  </a:lnTo>
                  <a:lnTo>
                    <a:pt x="1544863" y="3493027"/>
                  </a:lnTo>
                  <a:lnTo>
                    <a:pt x="1544980" y="3493027"/>
                  </a:lnTo>
                  <a:lnTo>
                    <a:pt x="1544980" y="3492596"/>
                  </a:lnTo>
                  <a:lnTo>
                    <a:pt x="1545098" y="3492596"/>
                  </a:lnTo>
                  <a:lnTo>
                    <a:pt x="1545098" y="3492166"/>
                  </a:lnTo>
                  <a:lnTo>
                    <a:pt x="1545098" y="3491735"/>
                  </a:lnTo>
                  <a:lnTo>
                    <a:pt x="1545216" y="3491735"/>
                  </a:lnTo>
                  <a:lnTo>
                    <a:pt x="1545333" y="3491735"/>
                  </a:lnTo>
                  <a:lnTo>
                    <a:pt x="1545333" y="3491304"/>
                  </a:lnTo>
                  <a:lnTo>
                    <a:pt x="1545451" y="3491304"/>
                  </a:lnTo>
                  <a:lnTo>
                    <a:pt x="1545569" y="3491304"/>
                  </a:lnTo>
                  <a:lnTo>
                    <a:pt x="1545686" y="3491304"/>
                  </a:lnTo>
                  <a:lnTo>
                    <a:pt x="1545804" y="3491304"/>
                  </a:lnTo>
                  <a:lnTo>
                    <a:pt x="1545921" y="3491304"/>
                  </a:lnTo>
                  <a:lnTo>
                    <a:pt x="1546039" y="3491304"/>
                  </a:lnTo>
                  <a:lnTo>
                    <a:pt x="1546039" y="3490874"/>
                  </a:lnTo>
                  <a:lnTo>
                    <a:pt x="1546157" y="3490874"/>
                  </a:lnTo>
                  <a:lnTo>
                    <a:pt x="1546274" y="3490874"/>
                  </a:lnTo>
                  <a:lnTo>
                    <a:pt x="1546274" y="3490443"/>
                  </a:lnTo>
                  <a:lnTo>
                    <a:pt x="1546392" y="3490443"/>
                  </a:lnTo>
                  <a:lnTo>
                    <a:pt x="1546509" y="3490443"/>
                  </a:lnTo>
                  <a:lnTo>
                    <a:pt x="1546627" y="3490443"/>
                  </a:lnTo>
                  <a:lnTo>
                    <a:pt x="1546745" y="3490443"/>
                  </a:lnTo>
                  <a:lnTo>
                    <a:pt x="1546745" y="3490013"/>
                  </a:lnTo>
                  <a:lnTo>
                    <a:pt x="1546862" y="3490013"/>
                  </a:lnTo>
                  <a:lnTo>
                    <a:pt x="1546980" y="3490013"/>
                  </a:lnTo>
                  <a:lnTo>
                    <a:pt x="1547098" y="3490013"/>
                  </a:lnTo>
                  <a:lnTo>
                    <a:pt x="1547098" y="3489582"/>
                  </a:lnTo>
                  <a:lnTo>
                    <a:pt x="1547098" y="3489151"/>
                  </a:lnTo>
                  <a:lnTo>
                    <a:pt x="1547098" y="3488721"/>
                  </a:lnTo>
                  <a:lnTo>
                    <a:pt x="1547098" y="3488290"/>
                  </a:lnTo>
                  <a:lnTo>
                    <a:pt x="1547215" y="3488290"/>
                  </a:lnTo>
                  <a:lnTo>
                    <a:pt x="1547333" y="3488290"/>
                  </a:lnTo>
                  <a:lnTo>
                    <a:pt x="1547450" y="3488290"/>
                  </a:lnTo>
                  <a:lnTo>
                    <a:pt x="1547568" y="3488290"/>
                  </a:lnTo>
                  <a:lnTo>
                    <a:pt x="1547568" y="3487860"/>
                  </a:lnTo>
                  <a:lnTo>
                    <a:pt x="1547686" y="3487860"/>
                  </a:lnTo>
                  <a:lnTo>
                    <a:pt x="1547686" y="3487429"/>
                  </a:lnTo>
                  <a:lnTo>
                    <a:pt x="1547686" y="3486998"/>
                  </a:lnTo>
                  <a:lnTo>
                    <a:pt x="1547803" y="3486998"/>
                  </a:lnTo>
                  <a:lnTo>
                    <a:pt x="1547921" y="3486998"/>
                  </a:lnTo>
                  <a:lnTo>
                    <a:pt x="1548038" y="3486998"/>
                  </a:lnTo>
                  <a:lnTo>
                    <a:pt x="1548156" y="3486998"/>
                  </a:lnTo>
                  <a:lnTo>
                    <a:pt x="1548274" y="3486998"/>
                  </a:lnTo>
                  <a:lnTo>
                    <a:pt x="1548391" y="3486998"/>
                  </a:lnTo>
                  <a:lnTo>
                    <a:pt x="1548509" y="3486998"/>
                  </a:lnTo>
                  <a:lnTo>
                    <a:pt x="1548627" y="3486998"/>
                  </a:lnTo>
                  <a:lnTo>
                    <a:pt x="1548744" y="3486998"/>
                  </a:lnTo>
                  <a:lnTo>
                    <a:pt x="1548862" y="3486998"/>
                  </a:lnTo>
                  <a:lnTo>
                    <a:pt x="1548862" y="3486568"/>
                  </a:lnTo>
                  <a:lnTo>
                    <a:pt x="1548979" y="3486568"/>
                  </a:lnTo>
                  <a:lnTo>
                    <a:pt x="1549097" y="3486568"/>
                  </a:lnTo>
                  <a:lnTo>
                    <a:pt x="1549215" y="3486568"/>
                  </a:lnTo>
                  <a:lnTo>
                    <a:pt x="1549332" y="3486568"/>
                  </a:lnTo>
                  <a:lnTo>
                    <a:pt x="1549450" y="3486568"/>
                  </a:lnTo>
                  <a:lnTo>
                    <a:pt x="1549567" y="3486568"/>
                  </a:lnTo>
                  <a:lnTo>
                    <a:pt x="1549685" y="3486568"/>
                  </a:lnTo>
                  <a:lnTo>
                    <a:pt x="1549685" y="3486137"/>
                  </a:lnTo>
                  <a:lnTo>
                    <a:pt x="1549685" y="3485707"/>
                  </a:lnTo>
                  <a:lnTo>
                    <a:pt x="1549803" y="3485707"/>
                  </a:lnTo>
                  <a:lnTo>
                    <a:pt x="1549920" y="3485707"/>
                  </a:lnTo>
                  <a:lnTo>
                    <a:pt x="1550038" y="3485707"/>
                  </a:lnTo>
                  <a:lnTo>
                    <a:pt x="1550038" y="3485276"/>
                  </a:lnTo>
                  <a:lnTo>
                    <a:pt x="1550156" y="3485276"/>
                  </a:lnTo>
                  <a:lnTo>
                    <a:pt x="1550273" y="3485276"/>
                  </a:lnTo>
                  <a:lnTo>
                    <a:pt x="1550273" y="3484845"/>
                  </a:lnTo>
                  <a:lnTo>
                    <a:pt x="1550273" y="3484415"/>
                  </a:lnTo>
                  <a:lnTo>
                    <a:pt x="1550391" y="3484415"/>
                  </a:lnTo>
                  <a:lnTo>
                    <a:pt x="1550508" y="3484415"/>
                  </a:lnTo>
                  <a:lnTo>
                    <a:pt x="1550626" y="3484415"/>
                  </a:lnTo>
                  <a:lnTo>
                    <a:pt x="1550744" y="3484415"/>
                  </a:lnTo>
                  <a:lnTo>
                    <a:pt x="1550861" y="3484415"/>
                  </a:lnTo>
                  <a:lnTo>
                    <a:pt x="1550861" y="3483984"/>
                  </a:lnTo>
                  <a:lnTo>
                    <a:pt x="1550979" y="3483984"/>
                  </a:lnTo>
                  <a:lnTo>
                    <a:pt x="1551096" y="3483984"/>
                  </a:lnTo>
                  <a:lnTo>
                    <a:pt x="1551214" y="3483984"/>
                  </a:lnTo>
                  <a:lnTo>
                    <a:pt x="1551214" y="3483554"/>
                  </a:lnTo>
                  <a:lnTo>
                    <a:pt x="1551332" y="3483554"/>
                  </a:lnTo>
                  <a:lnTo>
                    <a:pt x="1551449" y="3483554"/>
                  </a:lnTo>
                  <a:lnTo>
                    <a:pt x="1551567" y="3483554"/>
                  </a:lnTo>
                  <a:lnTo>
                    <a:pt x="1551567" y="3483123"/>
                  </a:lnTo>
                  <a:lnTo>
                    <a:pt x="1551684" y="3483123"/>
                  </a:lnTo>
                  <a:lnTo>
                    <a:pt x="1551802" y="3483123"/>
                  </a:lnTo>
                  <a:lnTo>
                    <a:pt x="1551802" y="3482692"/>
                  </a:lnTo>
                  <a:lnTo>
                    <a:pt x="1551920" y="3482692"/>
                  </a:lnTo>
                  <a:lnTo>
                    <a:pt x="1552037" y="3482692"/>
                  </a:lnTo>
                  <a:lnTo>
                    <a:pt x="1552155" y="3482692"/>
                  </a:lnTo>
                  <a:lnTo>
                    <a:pt x="1552273" y="3482692"/>
                  </a:lnTo>
                  <a:lnTo>
                    <a:pt x="1552390" y="3482692"/>
                  </a:lnTo>
                  <a:lnTo>
                    <a:pt x="1552508" y="3482692"/>
                  </a:lnTo>
                  <a:lnTo>
                    <a:pt x="1552508" y="3482262"/>
                  </a:lnTo>
                  <a:lnTo>
                    <a:pt x="1552508" y="3481831"/>
                  </a:lnTo>
                  <a:lnTo>
                    <a:pt x="1552625" y="3481831"/>
                  </a:lnTo>
                  <a:lnTo>
                    <a:pt x="1552625" y="3481401"/>
                  </a:lnTo>
                  <a:lnTo>
                    <a:pt x="1552743" y="3481401"/>
                  </a:lnTo>
                  <a:lnTo>
                    <a:pt x="1552861" y="3481401"/>
                  </a:lnTo>
                  <a:lnTo>
                    <a:pt x="1552861" y="3480970"/>
                  </a:lnTo>
                  <a:lnTo>
                    <a:pt x="1552861" y="3480539"/>
                  </a:lnTo>
                  <a:lnTo>
                    <a:pt x="1552861" y="3480109"/>
                  </a:lnTo>
                  <a:lnTo>
                    <a:pt x="1552978" y="3480109"/>
                  </a:lnTo>
                  <a:lnTo>
                    <a:pt x="1553096" y="3480109"/>
                  </a:lnTo>
                  <a:lnTo>
                    <a:pt x="1553213" y="3480109"/>
                  </a:lnTo>
                  <a:lnTo>
                    <a:pt x="1553213" y="3479678"/>
                  </a:lnTo>
                  <a:lnTo>
                    <a:pt x="1553213" y="3479248"/>
                  </a:lnTo>
                  <a:lnTo>
                    <a:pt x="1553331" y="3479248"/>
                  </a:lnTo>
                  <a:lnTo>
                    <a:pt x="1553449" y="3479248"/>
                  </a:lnTo>
                  <a:lnTo>
                    <a:pt x="1553449" y="3478817"/>
                  </a:lnTo>
                  <a:lnTo>
                    <a:pt x="1553449" y="3478386"/>
                  </a:lnTo>
                  <a:lnTo>
                    <a:pt x="1553566" y="3478386"/>
                  </a:lnTo>
                  <a:lnTo>
                    <a:pt x="1553566" y="3477956"/>
                  </a:lnTo>
                  <a:lnTo>
                    <a:pt x="1553684" y="3477956"/>
                  </a:lnTo>
                  <a:lnTo>
                    <a:pt x="1553802" y="3477956"/>
                  </a:lnTo>
                  <a:lnTo>
                    <a:pt x="1553919" y="3477956"/>
                  </a:lnTo>
                  <a:lnTo>
                    <a:pt x="1554037" y="3477956"/>
                  </a:lnTo>
                  <a:lnTo>
                    <a:pt x="1554037" y="3477525"/>
                  </a:lnTo>
                  <a:lnTo>
                    <a:pt x="1554154" y="3477525"/>
                  </a:lnTo>
                  <a:lnTo>
                    <a:pt x="1554154" y="3477095"/>
                  </a:lnTo>
                  <a:lnTo>
                    <a:pt x="1554272" y="3477095"/>
                  </a:lnTo>
                  <a:lnTo>
                    <a:pt x="1554390" y="3477095"/>
                  </a:lnTo>
                  <a:lnTo>
                    <a:pt x="1554507" y="3477095"/>
                  </a:lnTo>
                  <a:lnTo>
                    <a:pt x="1554625" y="3477095"/>
                  </a:lnTo>
                  <a:lnTo>
                    <a:pt x="1554742" y="3477095"/>
                  </a:lnTo>
                  <a:lnTo>
                    <a:pt x="1554860" y="3477095"/>
                  </a:lnTo>
                  <a:lnTo>
                    <a:pt x="1554978" y="3477095"/>
                  </a:lnTo>
                  <a:lnTo>
                    <a:pt x="1555095" y="3477095"/>
                  </a:lnTo>
                  <a:lnTo>
                    <a:pt x="1555213" y="3477095"/>
                  </a:lnTo>
                  <a:lnTo>
                    <a:pt x="1555213" y="3476664"/>
                  </a:lnTo>
                  <a:lnTo>
                    <a:pt x="1555213" y="3476233"/>
                  </a:lnTo>
                  <a:lnTo>
                    <a:pt x="1555331" y="3476233"/>
                  </a:lnTo>
                  <a:lnTo>
                    <a:pt x="1555448" y="3476233"/>
                  </a:lnTo>
                  <a:lnTo>
                    <a:pt x="1555448" y="3475803"/>
                  </a:lnTo>
                  <a:lnTo>
                    <a:pt x="1555448" y="3475372"/>
                  </a:lnTo>
                  <a:lnTo>
                    <a:pt x="1555566" y="3475372"/>
                  </a:lnTo>
                  <a:lnTo>
                    <a:pt x="1555683" y="3475372"/>
                  </a:lnTo>
                  <a:lnTo>
                    <a:pt x="1555801" y="3475372"/>
                  </a:lnTo>
                  <a:lnTo>
                    <a:pt x="1555919" y="3475372"/>
                  </a:lnTo>
                  <a:lnTo>
                    <a:pt x="1556036" y="3475372"/>
                  </a:lnTo>
                  <a:lnTo>
                    <a:pt x="1556154" y="3475372"/>
                  </a:lnTo>
                  <a:lnTo>
                    <a:pt x="1556271" y="3475372"/>
                  </a:lnTo>
                  <a:lnTo>
                    <a:pt x="1556389" y="3475372"/>
                  </a:lnTo>
                  <a:lnTo>
                    <a:pt x="1556389" y="3474942"/>
                  </a:lnTo>
                  <a:lnTo>
                    <a:pt x="1556389" y="3474511"/>
                  </a:lnTo>
                  <a:lnTo>
                    <a:pt x="1556389" y="3474080"/>
                  </a:lnTo>
                  <a:lnTo>
                    <a:pt x="1556389" y="3473650"/>
                  </a:lnTo>
                  <a:lnTo>
                    <a:pt x="1556507" y="3473650"/>
                  </a:lnTo>
                  <a:lnTo>
                    <a:pt x="1556507" y="3473219"/>
                  </a:lnTo>
                  <a:lnTo>
                    <a:pt x="1556507" y="3472789"/>
                  </a:lnTo>
                  <a:lnTo>
                    <a:pt x="1556507" y="3472358"/>
                  </a:lnTo>
                  <a:lnTo>
                    <a:pt x="1556624" y="3472358"/>
                  </a:lnTo>
                  <a:lnTo>
                    <a:pt x="1556624" y="3471927"/>
                  </a:lnTo>
                  <a:lnTo>
                    <a:pt x="1556624" y="3471497"/>
                  </a:lnTo>
                  <a:lnTo>
                    <a:pt x="1556742" y="3471497"/>
                  </a:lnTo>
                  <a:lnTo>
                    <a:pt x="1556860" y="3471497"/>
                  </a:lnTo>
                  <a:lnTo>
                    <a:pt x="1556977" y="3471497"/>
                  </a:lnTo>
                  <a:lnTo>
                    <a:pt x="1557095" y="3471497"/>
                  </a:lnTo>
                  <a:lnTo>
                    <a:pt x="1557212" y="3471497"/>
                  </a:lnTo>
                  <a:lnTo>
                    <a:pt x="1557330" y="3471497"/>
                  </a:lnTo>
                  <a:lnTo>
                    <a:pt x="1557448" y="3471497"/>
                  </a:lnTo>
                  <a:lnTo>
                    <a:pt x="1557565" y="3471497"/>
                  </a:lnTo>
                  <a:lnTo>
                    <a:pt x="1557565" y="3471066"/>
                  </a:lnTo>
                  <a:lnTo>
                    <a:pt x="1557565" y="3470636"/>
                  </a:lnTo>
                  <a:lnTo>
                    <a:pt x="1557683" y="3470636"/>
                  </a:lnTo>
                  <a:lnTo>
                    <a:pt x="1557800" y="3470636"/>
                  </a:lnTo>
                  <a:lnTo>
                    <a:pt x="1557918" y="3470636"/>
                  </a:lnTo>
                  <a:lnTo>
                    <a:pt x="1558036" y="3470636"/>
                  </a:lnTo>
                  <a:lnTo>
                    <a:pt x="1558153" y="3470636"/>
                  </a:lnTo>
                  <a:lnTo>
                    <a:pt x="1558271" y="3470636"/>
                  </a:lnTo>
                  <a:lnTo>
                    <a:pt x="1558389" y="3470636"/>
                  </a:lnTo>
                  <a:lnTo>
                    <a:pt x="1558506" y="3470636"/>
                  </a:lnTo>
                  <a:lnTo>
                    <a:pt x="1558506" y="3470205"/>
                  </a:lnTo>
                  <a:lnTo>
                    <a:pt x="1558624" y="3470205"/>
                  </a:lnTo>
                  <a:lnTo>
                    <a:pt x="1558741" y="3470205"/>
                  </a:lnTo>
                  <a:lnTo>
                    <a:pt x="1558859" y="3470205"/>
                  </a:lnTo>
                  <a:lnTo>
                    <a:pt x="1558977" y="3470205"/>
                  </a:lnTo>
                  <a:lnTo>
                    <a:pt x="1559094" y="3470205"/>
                  </a:lnTo>
                  <a:lnTo>
                    <a:pt x="1559212" y="3470205"/>
                  </a:lnTo>
                  <a:lnTo>
                    <a:pt x="1559329" y="3470205"/>
                  </a:lnTo>
                  <a:lnTo>
                    <a:pt x="1559447" y="3470205"/>
                  </a:lnTo>
                  <a:lnTo>
                    <a:pt x="1559565" y="3470205"/>
                  </a:lnTo>
                  <a:lnTo>
                    <a:pt x="1559682" y="3470205"/>
                  </a:lnTo>
                  <a:lnTo>
                    <a:pt x="1559800" y="3470205"/>
                  </a:lnTo>
                  <a:lnTo>
                    <a:pt x="1559800" y="3469774"/>
                  </a:lnTo>
                  <a:lnTo>
                    <a:pt x="1559800" y="3469344"/>
                  </a:lnTo>
                  <a:lnTo>
                    <a:pt x="1559917" y="3469344"/>
                  </a:lnTo>
                  <a:lnTo>
                    <a:pt x="1560035" y="3469344"/>
                  </a:lnTo>
                  <a:lnTo>
                    <a:pt x="1560153" y="3469344"/>
                  </a:lnTo>
                  <a:lnTo>
                    <a:pt x="1560270" y="3469344"/>
                  </a:lnTo>
                  <a:lnTo>
                    <a:pt x="1560270" y="3468913"/>
                  </a:lnTo>
                  <a:lnTo>
                    <a:pt x="1560388" y="3468913"/>
                  </a:lnTo>
                  <a:lnTo>
                    <a:pt x="1560388" y="3468483"/>
                  </a:lnTo>
                  <a:lnTo>
                    <a:pt x="1560506" y="3468483"/>
                  </a:lnTo>
                  <a:lnTo>
                    <a:pt x="1560506" y="3468052"/>
                  </a:lnTo>
                  <a:lnTo>
                    <a:pt x="1560623" y="3468052"/>
                  </a:lnTo>
                  <a:lnTo>
                    <a:pt x="1560741" y="3468052"/>
                  </a:lnTo>
                  <a:lnTo>
                    <a:pt x="1560741" y="3467621"/>
                  </a:lnTo>
                  <a:lnTo>
                    <a:pt x="1560858" y="3467621"/>
                  </a:lnTo>
                  <a:lnTo>
                    <a:pt x="1560976" y="3467621"/>
                  </a:lnTo>
                  <a:lnTo>
                    <a:pt x="1561094" y="3467621"/>
                  </a:lnTo>
                  <a:lnTo>
                    <a:pt x="1561094" y="3467191"/>
                  </a:lnTo>
                  <a:lnTo>
                    <a:pt x="1561211" y="3467191"/>
                  </a:lnTo>
                  <a:lnTo>
                    <a:pt x="1561329" y="3467191"/>
                  </a:lnTo>
                  <a:lnTo>
                    <a:pt x="1561446" y="3467191"/>
                  </a:lnTo>
                  <a:lnTo>
                    <a:pt x="1561564" y="3467191"/>
                  </a:lnTo>
                  <a:lnTo>
                    <a:pt x="1561564" y="3466760"/>
                  </a:lnTo>
                  <a:lnTo>
                    <a:pt x="1561682" y="3466760"/>
                  </a:lnTo>
                  <a:lnTo>
                    <a:pt x="1561799" y="3466760"/>
                  </a:lnTo>
                  <a:lnTo>
                    <a:pt x="1561917" y="3466760"/>
                  </a:lnTo>
                  <a:lnTo>
                    <a:pt x="1562035" y="3466760"/>
                  </a:lnTo>
                  <a:lnTo>
                    <a:pt x="1562152" y="3466760"/>
                  </a:lnTo>
                  <a:lnTo>
                    <a:pt x="1562152" y="3466330"/>
                  </a:lnTo>
                  <a:lnTo>
                    <a:pt x="1562152" y="3465899"/>
                  </a:lnTo>
                  <a:lnTo>
                    <a:pt x="1562270" y="3465899"/>
                  </a:lnTo>
                  <a:lnTo>
                    <a:pt x="1562387" y="3465899"/>
                  </a:lnTo>
                  <a:lnTo>
                    <a:pt x="1562387" y="3465468"/>
                  </a:lnTo>
                  <a:lnTo>
                    <a:pt x="1562505" y="3465468"/>
                  </a:lnTo>
                  <a:lnTo>
                    <a:pt x="1562505" y="3465038"/>
                  </a:lnTo>
                  <a:lnTo>
                    <a:pt x="1562505" y="3464607"/>
                  </a:lnTo>
                  <a:lnTo>
                    <a:pt x="1562505" y="3464177"/>
                  </a:lnTo>
                  <a:lnTo>
                    <a:pt x="1562623" y="3464177"/>
                  </a:lnTo>
                  <a:lnTo>
                    <a:pt x="1562740" y="3464177"/>
                  </a:lnTo>
                  <a:lnTo>
                    <a:pt x="1562858" y="3464177"/>
                  </a:lnTo>
                  <a:lnTo>
                    <a:pt x="1562975" y="3464177"/>
                  </a:lnTo>
                  <a:lnTo>
                    <a:pt x="1563093" y="3464177"/>
                  </a:lnTo>
                  <a:lnTo>
                    <a:pt x="1563211" y="3464177"/>
                  </a:lnTo>
                  <a:lnTo>
                    <a:pt x="1563211" y="3463746"/>
                  </a:lnTo>
                  <a:lnTo>
                    <a:pt x="1563328" y="3463746"/>
                  </a:lnTo>
                  <a:lnTo>
                    <a:pt x="1563446" y="3463746"/>
                  </a:lnTo>
                  <a:lnTo>
                    <a:pt x="1563564" y="3463746"/>
                  </a:lnTo>
                  <a:lnTo>
                    <a:pt x="1563564" y="3463315"/>
                  </a:lnTo>
                  <a:lnTo>
                    <a:pt x="1563681" y="3463315"/>
                  </a:lnTo>
                  <a:lnTo>
                    <a:pt x="1563799" y="3463315"/>
                  </a:lnTo>
                  <a:lnTo>
                    <a:pt x="1563916" y="3463315"/>
                  </a:lnTo>
                  <a:lnTo>
                    <a:pt x="1564034" y="3463315"/>
                  </a:lnTo>
                  <a:lnTo>
                    <a:pt x="1564152" y="3463315"/>
                  </a:lnTo>
                  <a:lnTo>
                    <a:pt x="1564269" y="3463315"/>
                  </a:lnTo>
                  <a:lnTo>
                    <a:pt x="1564387" y="3463315"/>
                  </a:lnTo>
                  <a:lnTo>
                    <a:pt x="1564387" y="3462885"/>
                  </a:lnTo>
                  <a:lnTo>
                    <a:pt x="1564504" y="3462885"/>
                  </a:lnTo>
                  <a:lnTo>
                    <a:pt x="1564622" y="3462885"/>
                  </a:lnTo>
                  <a:lnTo>
                    <a:pt x="1564622" y="3462454"/>
                  </a:lnTo>
                  <a:lnTo>
                    <a:pt x="1564622" y="3462024"/>
                  </a:lnTo>
                  <a:lnTo>
                    <a:pt x="1564622" y="3461593"/>
                  </a:lnTo>
                  <a:lnTo>
                    <a:pt x="1564740" y="3461593"/>
                  </a:lnTo>
                  <a:lnTo>
                    <a:pt x="1564857" y="3461593"/>
                  </a:lnTo>
                  <a:lnTo>
                    <a:pt x="1564857" y="3461162"/>
                  </a:lnTo>
                  <a:lnTo>
                    <a:pt x="1564857" y="3460732"/>
                  </a:lnTo>
                  <a:lnTo>
                    <a:pt x="1564975" y="3460732"/>
                  </a:lnTo>
                  <a:lnTo>
                    <a:pt x="1565093" y="3460732"/>
                  </a:lnTo>
                  <a:lnTo>
                    <a:pt x="1565093" y="3460301"/>
                  </a:lnTo>
                  <a:lnTo>
                    <a:pt x="1565210" y="3460301"/>
                  </a:lnTo>
                  <a:lnTo>
                    <a:pt x="1565210" y="3459871"/>
                  </a:lnTo>
                  <a:lnTo>
                    <a:pt x="1565210" y="3459440"/>
                  </a:lnTo>
                  <a:lnTo>
                    <a:pt x="1565328" y="3459440"/>
                  </a:lnTo>
                  <a:lnTo>
                    <a:pt x="1565328" y="3459009"/>
                  </a:lnTo>
                  <a:lnTo>
                    <a:pt x="1565328" y="3458579"/>
                  </a:lnTo>
                  <a:lnTo>
                    <a:pt x="1565445" y="3458579"/>
                  </a:lnTo>
                  <a:lnTo>
                    <a:pt x="1565563" y="3458579"/>
                  </a:lnTo>
                  <a:lnTo>
                    <a:pt x="1565681" y="3458579"/>
                  </a:lnTo>
                  <a:lnTo>
                    <a:pt x="1565798" y="3458579"/>
                  </a:lnTo>
                  <a:lnTo>
                    <a:pt x="1565916" y="3458579"/>
                  </a:lnTo>
                  <a:lnTo>
                    <a:pt x="1565916" y="3458148"/>
                  </a:lnTo>
                  <a:lnTo>
                    <a:pt x="1565916" y="3457718"/>
                  </a:lnTo>
                  <a:lnTo>
                    <a:pt x="1565916" y="3457287"/>
                  </a:lnTo>
                  <a:lnTo>
                    <a:pt x="1566033" y="3457287"/>
                  </a:lnTo>
                  <a:lnTo>
                    <a:pt x="1566151" y="3457287"/>
                  </a:lnTo>
                  <a:lnTo>
                    <a:pt x="1566269" y="3457287"/>
                  </a:lnTo>
                  <a:lnTo>
                    <a:pt x="1566386" y="3457287"/>
                  </a:lnTo>
                  <a:lnTo>
                    <a:pt x="1566504" y="3457287"/>
                  </a:lnTo>
                  <a:lnTo>
                    <a:pt x="1566622" y="3457287"/>
                  </a:lnTo>
                  <a:lnTo>
                    <a:pt x="1566622" y="3456856"/>
                  </a:lnTo>
                  <a:lnTo>
                    <a:pt x="1566622" y="3456426"/>
                  </a:lnTo>
                  <a:lnTo>
                    <a:pt x="1566739" y="3456426"/>
                  </a:lnTo>
                  <a:lnTo>
                    <a:pt x="1566739" y="3455995"/>
                  </a:lnTo>
                  <a:lnTo>
                    <a:pt x="1566857" y="3455995"/>
                  </a:lnTo>
                  <a:lnTo>
                    <a:pt x="1566974" y="3455995"/>
                  </a:lnTo>
                  <a:lnTo>
                    <a:pt x="1567092" y="3455995"/>
                  </a:lnTo>
                  <a:lnTo>
                    <a:pt x="1567092" y="3455565"/>
                  </a:lnTo>
                  <a:lnTo>
                    <a:pt x="1567210" y="3455565"/>
                  </a:lnTo>
                  <a:lnTo>
                    <a:pt x="1567210" y="3455134"/>
                  </a:lnTo>
                  <a:lnTo>
                    <a:pt x="1567210" y="3454703"/>
                  </a:lnTo>
                  <a:lnTo>
                    <a:pt x="1567327" y="3454703"/>
                  </a:lnTo>
                  <a:lnTo>
                    <a:pt x="1567445" y="3454703"/>
                  </a:lnTo>
                  <a:lnTo>
                    <a:pt x="1567562" y="3454703"/>
                  </a:lnTo>
                  <a:lnTo>
                    <a:pt x="1567562" y="3454273"/>
                  </a:lnTo>
                  <a:lnTo>
                    <a:pt x="1567680" y="3454273"/>
                  </a:lnTo>
                  <a:lnTo>
                    <a:pt x="1567798" y="3454273"/>
                  </a:lnTo>
                  <a:lnTo>
                    <a:pt x="1567915" y="3454273"/>
                  </a:lnTo>
                  <a:lnTo>
                    <a:pt x="1567915" y="3453842"/>
                  </a:lnTo>
                  <a:lnTo>
                    <a:pt x="1568033" y="3453842"/>
                  </a:lnTo>
                  <a:lnTo>
                    <a:pt x="1568150" y="3453842"/>
                  </a:lnTo>
                  <a:lnTo>
                    <a:pt x="1568150" y="3453412"/>
                  </a:lnTo>
                  <a:lnTo>
                    <a:pt x="1568150" y="3452981"/>
                  </a:lnTo>
                  <a:lnTo>
                    <a:pt x="1568268" y="3452981"/>
                  </a:lnTo>
                  <a:lnTo>
                    <a:pt x="1568386" y="3452981"/>
                  </a:lnTo>
                  <a:lnTo>
                    <a:pt x="1568386" y="3452550"/>
                  </a:lnTo>
                  <a:lnTo>
                    <a:pt x="1568503" y="3452550"/>
                  </a:lnTo>
                  <a:lnTo>
                    <a:pt x="1568621" y="3452550"/>
                  </a:lnTo>
                  <a:lnTo>
                    <a:pt x="1568739" y="3452550"/>
                  </a:lnTo>
                  <a:lnTo>
                    <a:pt x="1568856" y="3452550"/>
                  </a:lnTo>
                  <a:lnTo>
                    <a:pt x="1568974" y="3452550"/>
                  </a:lnTo>
                  <a:lnTo>
                    <a:pt x="1568974" y="3452120"/>
                  </a:lnTo>
                  <a:lnTo>
                    <a:pt x="1569091" y="3452120"/>
                  </a:lnTo>
                  <a:lnTo>
                    <a:pt x="1569209" y="3452120"/>
                  </a:lnTo>
                  <a:lnTo>
                    <a:pt x="1569327" y="3452120"/>
                  </a:lnTo>
                  <a:lnTo>
                    <a:pt x="1569327" y="3451689"/>
                  </a:lnTo>
                  <a:lnTo>
                    <a:pt x="1569444" y="3451689"/>
                  </a:lnTo>
                  <a:lnTo>
                    <a:pt x="1569562" y="3451689"/>
                  </a:lnTo>
                  <a:lnTo>
                    <a:pt x="1569679" y="3451689"/>
                  </a:lnTo>
                  <a:lnTo>
                    <a:pt x="1569797" y="3451689"/>
                  </a:lnTo>
                  <a:lnTo>
                    <a:pt x="1569915" y="3451689"/>
                  </a:lnTo>
                  <a:lnTo>
                    <a:pt x="1570032" y="3451689"/>
                  </a:lnTo>
                  <a:lnTo>
                    <a:pt x="1570032" y="3451259"/>
                  </a:lnTo>
                  <a:lnTo>
                    <a:pt x="1570150" y="3451259"/>
                  </a:lnTo>
                  <a:lnTo>
                    <a:pt x="1570268" y="3451259"/>
                  </a:lnTo>
                  <a:lnTo>
                    <a:pt x="1570385" y="3451259"/>
                  </a:lnTo>
                  <a:lnTo>
                    <a:pt x="1570503" y="3451259"/>
                  </a:lnTo>
                  <a:lnTo>
                    <a:pt x="1570620" y="3451259"/>
                  </a:lnTo>
                  <a:lnTo>
                    <a:pt x="1570738" y="3451259"/>
                  </a:lnTo>
                  <a:lnTo>
                    <a:pt x="1570856" y="3451259"/>
                  </a:lnTo>
                  <a:lnTo>
                    <a:pt x="1570856" y="3450828"/>
                  </a:lnTo>
                  <a:lnTo>
                    <a:pt x="1570973" y="3450828"/>
                  </a:lnTo>
                  <a:lnTo>
                    <a:pt x="1571091" y="3450828"/>
                  </a:lnTo>
                  <a:lnTo>
                    <a:pt x="1571208" y="3450828"/>
                  </a:lnTo>
                  <a:lnTo>
                    <a:pt x="1571326" y="3450828"/>
                  </a:lnTo>
                  <a:lnTo>
                    <a:pt x="1571326" y="3450397"/>
                  </a:lnTo>
                  <a:lnTo>
                    <a:pt x="1571444" y="3450397"/>
                  </a:lnTo>
                  <a:lnTo>
                    <a:pt x="1571444" y="3449967"/>
                  </a:lnTo>
                  <a:lnTo>
                    <a:pt x="1571444" y="3449536"/>
                  </a:lnTo>
                  <a:lnTo>
                    <a:pt x="1571444" y="3449106"/>
                  </a:lnTo>
                  <a:lnTo>
                    <a:pt x="1571561" y="3449106"/>
                  </a:lnTo>
                  <a:lnTo>
                    <a:pt x="1571679" y="3449106"/>
                  </a:lnTo>
                  <a:lnTo>
                    <a:pt x="1571797" y="3449106"/>
                  </a:lnTo>
                  <a:lnTo>
                    <a:pt x="1571797" y="3448675"/>
                  </a:lnTo>
                  <a:lnTo>
                    <a:pt x="1571914" y="3448675"/>
                  </a:lnTo>
                  <a:lnTo>
                    <a:pt x="1572032" y="3448675"/>
                  </a:lnTo>
                  <a:lnTo>
                    <a:pt x="1572149" y="3448675"/>
                  </a:lnTo>
                  <a:lnTo>
                    <a:pt x="1572267" y="3448675"/>
                  </a:lnTo>
                  <a:lnTo>
                    <a:pt x="1572385" y="3448675"/>
                  </a:lnTo>
                  <a:lnTo>
                    <a:pt x="1572502" y="3448675"/>
                  </a:lnTo>
                  <a:lnTo>
                    <a:pt x="1572620" y="3448675"/>
                  </a:lnTo>
                  <a:lnTo>
                    <a:pt x="1572620" y="3448244"/>
                  </a:lnTo>
                  <a:lnTo>
                    <a:pt x="1572737" y="3448244"/>
                  </a:lnTo>
                  <a:lnTo>
                    <a:pt x="1572855" y="3448244"/>
                  </a:lnTo>
                  <a:lnTo>
                    <a:pt x="1572973" y="3448244"/>
                  </a:lnTo>
                  <a:lnTo>
                    <a:pt x="1573090" y="3448244"/>
                  </a:lnTo>
                  <a:lnTo>
                    <a:pt x="1573090" y="3447814"/>
                  </a:lnTo>
                  <a:lnTo>
                    <a:pt x="1573208" y="3447814"/>
                  </a:lnTo>
                  <a:lnTo>
                    <a:pt x="1573208" y="3447383"/>
                  </a:lnTo>
                  <a:lnTo>
                    <a:pt x="1573208" y="3446953"/>
                  </a:lnTo>
                  <a:lnTo>
                    <a:pt x="1573208" y="3446522"/>
                  </a:lnTo>
                  <a:lnTo>
                    <a:pt x="1573326" y="3446522"/>
                  </a:lnTo>
                  <a:lnTo>
                    <a:pt x="1573443" y="3446522"/>
                  </a:lnTo>
                  <a:lnTo>
                    <a:pt x="1573561" y="3446522"/>
                  </a:lnTo>
                  <a:lnTo>
                    <a:pt x="1573678" y="3446522"/>
                  </a:lnTo>
                  <a:lnTo>
                    <a:pt x="1573678" y="3446091"/>
                  </a:lnTo>
                  <a:lnTo>
                    <a:pt x="1573678" y="3445661"/>
                  </a:lnTo>
                  <a:lnTo>
                    <a:pt x="1573678" y="3445230"/>
                  </a:lnTo>
                  <a:lnTo>
                    <a:pt x="1573678" y="3444800"/>
                  </a:lnTo>
                  <a:lnTo>
                    <a:pt x="1573796" y="3444800"/>
                  </a:lnTo>
                  <a:lnTo>
                    <a:pt x="1573796" y="3444369"/>
                  </a:lnTo>
                  <a:lnTo>
                    <a:pt x="1573796" y="3443938"/>
                  </a:lnTo>
                  <a:lnTo>
                    <a:pt x="1573914" y="3443938"/>
                  </a:lnTo>
                  <a:lnTo>
                    <a:pt x="1574031" y="3443938"/>
                  </a:lnTo>
                  <a:lnTo>
                    <a:pt x="1574031" y="3443508"/>
                  </a:lnTo>
                  <a:lnTo>
                    <a:pt x="1574149" y="3443508"/>
                  </a:lnTo>
                  <a:lnTo>
                    <a:pt x="1574266" y="3443508"/>
                  </a:lnTo>
                  <a:lnTo>
                    <a:pt x="1574384" y="3443508"/>
                  </a:lnTo>
                  <a:lnTo>
                    <a:pt x="1574384" y="3443077"/>
                  </a:lnTo>
                  <a:lnTo>
                    <a:pt x="1574384" y="3442647"/>
                  </a:lnTo>
                  <a:lnTo>
                    <a:pt x="1574502" y="3442647"/>
                  </a:lnTo>
                  <a:lnTo>
                    <a:pt x="1574619" y="3442647"/>
                  </a:lnTo>
                  <a:lnTo>
                    <a:pt x="1574737" y="3442647"/>
                  </a:lnTo>
                  <a:lnTo>
                    <a:pt x="1574737" y="3442216"/>
                  </a:lnTo>
                  <a:lnTo>
                    <a:pt x="1574855" y="3442216"/>
                  </a:lnTo>
                  <a:lnTo>
                    <a:pt x="1574855" y="3441785"/>
                  </a:lnTo>
                  <a:lnTo>
                    <a:pt x="1574972" y="3441785"/>
                  </a:lnTo>
                  <a:lnTo>
                    <a:pt x="1575090" y="3441785"/>
                  </a:lnTo>
                  <a:lnTo>
                    <a:pt x="1575090" y="3441355"/>
                  </a:lnTo>
                  <a:lnTo>
                    <a:pt x="1575207" y="3441355"/>
                  </a:lnTo>
                  <a:lnTo>
                    <a:pt x="1575207" y="3440924"/>
                  </a:lnTo>
                  <a:lnTo>
                    <a:pt x="1575325" y="3440924"/>
                  </a:lnTo>
                  <a:lnTo>
                    <a:pt x="1575443" y="3440924"/>
                  </a:lnTo>
                  <a:lnTo>
                    <a:pt x="1575560" y="3440924"/>
                  </a:lnTo>
                  <a:lnTo>
                    <a:pt x="1575678" y="3440924"/>
                  </a:lnTo>
                  <a:lnTo>
                    <a:pt x="1575678" y="3440494"/>
                  </a:lnTo>
                  <a:lnTo>
                    <a:pt x="1575678" y="3440063"/>
                  </a:lnTo>
                  <a:lnTo>
                    <a:pt x="1575795" y="3440063"/>
                  </a:lnTo>
                  <a:lnTo>
                    <a:pt x="1575795" y="3439632"/>
                  </a:lnTo>
                  <a:lnTo>
                    <a:pt x="1575795" y="3439202"/>
                  </a:lnTo>
                  <a:lnTo>
                    <a:pt x="1575795" y="3438771"/>
                  </a:lnTo>
                  <a:lnTo>
                    <a:pt x="1575795" y="3438341"/>
                  </a:lnTo>
                  <a:lnTo>
                    <a:pt x="1575795" y="3437910"/>
                  </a:lnTo>
                  <a:lnTo>
                    <a:pt x="1575913" y="3437910"/>
                  </a:lnTo>
                  <a:lnTo>
                    <a:pt x="1576031" y="3437910"/>
                  </a:lnTo>
                  <a:lnTo>
                    <a:pt x="1576031" y="3437479"/>
                  </a:lnTo>
                  <a:lnTo>
                    <a:pt x="1576031" y="3437049"/>
                  </a:lnTo>
                  <a:lnTo>
                    <a:pt x="1576148" y="3437049"/>
                  </a:lnTo>
                  <a:lnTo>
                    <a:pt x="1576266" y="3437049"/>
                  </a:lnTo>
                  <a:lnTo>
                    <a:pt x="1576383" y="3437049"/>
                  </a:lnTo>
                  <a:lnTo>
                    <a:pt x="1576501" y="3437049"/>
                  </a:lnTo>
                  <a:lnTo>
                    <a:pt x="1576501" y="3436618"/>
                  </a:lnTo>
                  <a:lnTo>
                    <a:pt x="1576619" y="3436618"/>
                  </a:lnTo>
                  <a:lnTo>
                    <a:pt x="1576736" y="3436618"/>
                  </a:lnTo>
                  <a:lnTo>
                    <a:pt x="1576854" y="3436618"/>
                  </a:lnTo>
                  <a:lnTo>
                    <a:pt x="1576972" y="3436618"/>
                  </a:lnTo>
                  <a:lnTo>
                    <a:pt x="1577089" y="3436618"/>
                  </a:lnTo>
                  <a:lnTo>
                    <a:pt x="1577089" y="3436188"/>
                  </a:lnTo>
                  <a:lnTo>
                    <a:pt x="1577207" y="3436188"/>
                  </a:lnTo>
                  <a:lnTo>
                    <a:pt x="1577207" y="3435757"/>
                  </a:lnTo>
                  <a:lnTo>
                    <a:pt x="1577207" y="3435326"/>
                  </a:lnTo>
                  <a:lnTo>
                    <a:pt x="1577324" y="3435326"/>
                  </a:lnTo>
                  <a:lnTo>
                    <a:pt x="1577442" y="3435326"/>
                  </a:lnTo>
                  <a:lnTo>
                    <a:pt x="1577560" y="3435326"/>
                  </a:lnTo>
                  <a:lnTo>
                    <a:pt x="1577677" y="3435326"/>
                  </a:lnTo>
                  <a:lnTo>
                    <a:pt x="1577795" y="3435326"/>
                  </a:lnTo>
                  <a:lnTo>
                    <a:pt x="1577795" y="3434896"/>
                  </a:lnTo>
                  <a:lnTo>
                    <a:pt x="1577912" y="3434896"/>
                  </a:lnTo>
                  <a:lnTo>
                    <a:pt x="1577912" y="3434465"/>
                  </a:lnTo>
                  <a:lnTo>
                    <a:pt x="1578030" y="3434465"/>
                  </a:lnTo>
                  <a:lnTo>
                    <a:pt x="1578148" y="3434465"/>
                  </a:lnTo>
                  <a:lnTo>
                    <a:pt x="1578265" y="3434465"/>
                  </a:lnTo>
                  <a:lnTo>
                    <a:pt x="1578265" y="3434035"/>
                  </a:lnTo>
                  <a:lnTo>
                    <a:pt x="1578383" y="3434035"/>
                  </a:lnTo>
                  <a:lnTo>
                    <a:pt x="1578383" y="3433604"/>
                  </a:lnTo>
                  <a:lnTo>
                    <a:pt x="1578501" y="3433604"/>
                  </a:lnTo>
                  <a:lnTo>
                    <a:pt x="1578618" y="3433604"/>
                  </a:lnTo>
                  <a:lnTo>
                    <a:pt x="1578618" y="3433173"/>
                  </a:lnTo>
                  <a:lnTo>
                    <a:pt x="1578618" y="3432743"/>
                  </a:lnTo>
                  <a:lnTo>
                    <a:pt x="1578736" y="3432743"/>
                  </a:lnTo>
                  <a:lnTo>
                    <a:pt x="1578853" y="3432743"/>
                  </a:lnTo>
                  <a:lnTo>
                    <a:pt x="1578971" y="3432743"/>
                  </a:lnTo>
                  <a:lnTo>
                    <a:pt x="1579089" y="3432743"/>
                  </a:lnTo>
                  <a:lnTo>
                    <a:pt x="1579089" y="3432312"/>
                  </a:lnTo>
                  <a:lnTo>
                    <a:pt x="1579206" y="3432312"/>
                  </a:lnTo>
                  <a:lnTo>
                    <a:pt x="1579324" y="3432312"/>
                  </a:lnTo>
                  <a:lnTo>
                    <a:pt x="1579441" y="3432312"/>
                  </a:lnTo>
                  <a:lnTo>
                    <a:pt x="1579559" y="3432312"/>
                  </a:lnTo>
                  <a:lnTo>
                    <a:pt x="1579677" y="3432312"/>
                  </a:lnTo>
                  <a:lnTo>
                    <a:pt x="1579794" y="3432312"/>
                  </a:lnTo>
                  <a:lnTo>
                    <a:pt x="1579912" y="3432312"/>
                  </a:lnTo>
                  <a:lnTo>
                    <a:pt x="1580030" y="3432312"/>
                  </a:lnTo>
                  <a:lnTo>
                    <a:pt x="1580030" y="3431882"/>
                  </a:lnTo>
                  <a:lnTo>
                    <a:pt x="1580147" y="3431882"/>
                  </a:lnTo>
                  <a:lnTo>
                    <a:pt x="1580147" y="3431451"/>
                  </a:lnTo>
                  <a:lnTo>
                    <a:pt x="1580265" y="3431451"/>
                  </a:lnTo>
                  <a:lnTo>
                    <a:pt x="1580382" y="3431451"/>
                  </a:lnTo>
                  <a:lnTo>
                    <a:pt x="1580500" y="3431451"/>
                  </a:lnTo>
                  <a:lnTo>
                    <a:pt x="1580500" y="3431020"/>
                  </a:lnTo>
                  <a:lnTo>
                    <a:pt x="1580500" y="3430590"/>
                  </a:lnTo>
                  <a:lnTo>
                    <a:pt x="1580618" y="3430590"/>
                  </a:lnTo>
                  <a:lnTo>
                    <a:pt x="1580618" y="3430159"/>
                  </a:lnTo>
                  <a:lnTo>
                    <a:pt x="1580618" y="3429729"/>
                  </a:lnTo>
                  <a:lnTo>
                    <a:pt x="1580735" y="3429729"/>
                  </a:lnTo>
                  <a:lnTo>
                    <a:pt x="1580735" y="3429298"/>
                  </a:lnTo>
                  <a:lnTo>
                    <a:pt x="1580853" y="3429298"/>
                  </a:lnTo>
                  <a:lnTo>
                    <a:pt x="1580853" y="3428867"/>
                  </a:lnTo>
                  <a:lnTo>
                    <a:pt x="1580970" y="3428867"/>
                  </a:lnTo>
                  <a:lnTo>
                    <a:pt x="1581088" y="3428867"/>
                  </a:lnTo>
                  <a:lnTo>
                    <a:pt x="1581088" y="3428437"/>
                  </a:lnTo>
                  <a:lnTo>
                    <a:pt x="1581206" y="3428437"/>
                  </a:lnTo>
                  <a:lnTo>
                    <a:pt x="1581323" y="3428437"/>
                  </a:lnTo>
                  <a:lnTo>
                    <a:pt x="1581441" y="3428437"/>
                  </a:lnTo>
                  <a:lnTo>
                    <a:pt x="1581559" y="3428437"/>
                  </a:lnTo>
                  <a:lnTo>
                    <a:pt x="1581676" y="3428437"/>
                  </a:lnTo>
                  <a:lnTo>
                    <a:pt x="1581794" y="3428437"/>
                  </a:lnTo>
                  <a:lnTo>
                    <a:pt x="1581911" y="3428437"/>
                  </a:lnTo>
                  <a:lnTo>
                    <a:pt x="1582029" y="3428437"/>
                  </a:lnTo>
                  <a:lnTo>
                    <a:pt x="1582029" y="3428006"/>
                  </a:lnTo>
                  <a:lnTo>
                    <a:pt x="1582029" y="3427576"/>
                  </a:lnTo>
                  <a:lnTo>
                    <a:pt x="1582029" y="3427145"/>
                  </a:lnTo>
                  <a:lnTo>
                    <a:pt x="1582147" y="3427145"/>
                  </a:lnTo>
                  <a:lnTo>
                    <a:pt x="1582264" y="3427145"/>
                  </a:lnTo>
                  <a:lnTo>
                    <a:pt x="1582264" y="3426714"/>
                  </a:lnTo>
                  <a:lnTo>
                    <a:pt x="1582382" y="3426714"/>
                  </a:lnTo>
                  <a:lnTo>
                    <a:pt x="1582499" y="3426714"/>
                  </a:lnTo>
                  <a:lnTo>
                    <a:pt x="1582617" y="3426714"/>
                  </a:lnTo>
                  <a:lnTo>
                    <a:pt x="1582735" y="3426714"/>
                  </a:lnTo>
                  <a:lnTo>
                    <a:pt x="1582852" y="3426714"/>
                  </a:lnTo>
                  <a:lnTo>
                    <a:pt x="1582970" y="3426714"/>
                  </a:lnTo>
                  <a:lnTo>
                    <a:pt x="1583088" y="3426714"/>
                  </a:lnTo>
                  <a:lnTo>
                    <a:pt x="1583205" y="3426714"/>
                  </a:lnTo>
                  <a:lnTo>
                    <a:pt x="1583323" y="3426714"/>
                  </a:lnTo>
                  <a:lnTo>
                    <a:pt x="1583440" y="3426714"/>
                  </a:lnTo>
                  <a:lnTo>
                    <a:pt x="1583558" y="3426714"/>
                  </a:lnTo>
                  <a:lnTo>
                    <a:pt x="1583676" y="3426714"/>
                  </a:lnTo>
                  <a:lnTo>
                    <a:pt x="1583793" y="3426714"/>
                  </a:lnTo>
                  <a:lnTo>
                    <a:pt x="1583793" y="3426284"/>
                  </a:lnTo>
                  <a:lnTo>
                    <a:pt x="1583911" y="3426284"/>
                  </a:lnTo>
                  <a:lnTo>
                    <a:pt x="1583911" y="3425853"/>
                  </a:lnTo>
                  <a:lnTo>
                    <a:pt x="1584028" y="3425853"/>
                  </a:lnTo>
                  <a:lnTo>
                    <a:pt x="1584028" y="3425423"/>
                  </a:lnTo>
                  <a:lnTo>
                    <a:pt x="1584028" y="3424992"/>
                  </a:lnTo>
                  <a:lnTo>
                    <a:pt x="1584146" y="3424992"/>
                  </a:lnTo>
                  <a:lnTo>
                    <a:pt x="1584264" y="3424992"/>
                  </a:lnTo>
                  <a:lnTo>
                    <a:pt x="1584264" y="3424561"/>
                  </a:lnTo>
                  <a:lnTo>
                    <a:pt x="1584381" y="3424561"/>
                  </a:lnTo>
                  <a:lnTo>
                    <a:pt x="1584499" y="3424561"/>
                  </a:lnTo>
                  <a:lnTo>
                    <a:pt x="1584616" y="3424561"/>
                  </a:lnTo>
                  <a:lnTo>
                    <a:pt x="1584734" y="3424561"/>
                  </a:lnTo>
                  <a:lnTo>
                    <a:pt x="1584852" y="3424561"/>
                  </a:lnTo>
                  <a:lnTo>
                    <a:pt x="1584969" y="3424561"/>
                  </a:lnTo>
                  <a:lnTo>
                    <a:pt x="1585087" y="3424561"/>
                  </a:lnTo>
                  <a:lnTo>
                    <a:pt x="1585205" y="3424561"/>
                  </a:lnTo>
                  <a:lnTo>
                    <a:pt x="1585322" y="3424561"/>
                  </a:lnTo>
                  <a:lnTo>
                    <a:pt x="1585440" y="3424561"/>
                  </a:lnTo>
                  <a:lnTo>
                    <a:pt x="1585557" y="3424561"/>
                  </a:lnTo>
                  <a:lnTo>
                    <a:pt x="1585675" y="3424561"/>
                  </a:lnTo>
                  <a:lnTo>
                    <a:pt x="1585675" y="3424131"/>
                  </a:lnTo>
                  <a:lnTo>
                    <a:pt x="1585675" y="3423700"/>
                  </a:lnTo>
                  <a:lnTo>
                    <a:pt x="1585793" y="3423700"/>
                  </a:lnTo>
                  <a:lnTo>
                    <a:pt x="1585793" y="3423270"/>
                  </a:lnTo>
                  <a:lnTo>
                    <a:pt x="1585910" y="3423270"/>
                  </a:lnTo>
                  <a:lnTo>
                    <a:pt x="1586028" y="3423270"/>
                  </a:lnTo>
                  <a:lnTo>
                    <a:pt x="1586145" y="3423270"/>
                  </a:lnTo>
                  <a:lnTo>
                    <a:pt x="1586145" y="3422839"/>
                  </a:lnTo>
                  <a:lnTo>
                    <a:pt x="1586263" y="3422839"/>
                  </a:lnTo>
                  <a:lnTo>
                    <a:pt x="1586381" y="3422839"/>
                  </a:lnTo>
                  <a:lnTo>
                    <a:pt x="1586498" y="3422839"/>
                  </a:lnTo>
                  <a:lnTo>
                    <a:pt x="1586498" y="3422408"/>
                  </a:lnTo>
                  <a:lnTo>
                    <a:pt x="1586616" y="3422408"/>
                  </a:lnTo>
                  <a:lnTo>
                    <a:pt x="1586734" y="3422408"/>
                  </a:lnTo>
                  <a:lnTo>
                    <a:pt x="1586851" y="3422408"/>
                  </a:lnTo>
                  <a:lnTo>
                    <a:pt x="1586851" y="3421978"/>
                  </a:lnTo>
                  <a:lnTo>
                    <a:pt x="1586851" y="3421547"/>
                  </a:lnTo>
                  <a:lnTo>
                    <a:pt x="1586969" y="3421547"/>
                  </a:lnTo>
                  <a:lnTo>
                    <a:pt x="1586969" y="3421117"/>
                  </a:lnTo>
                  <a:lnTo>
                    <a:pt x="1587086" y="3421117"/>
                  </a:lnTo>
                  <a:lnTo>
                    <a:pt x="1587204" y="3421117"/>
                  </a:lnTo>
                  <a:lnTo>
                    <a:pt x="1587204" y="3420686"/>
                  </a:lnTo>
                  <a:lnTo>
                    <a:pt x="1587322" y="3420686"/>
                  </a:lnTo>
                  <a:lnTo>
                    <a:pt x="1587322" y="3420255"/>
                  </a:lnTo>
                  <a:lnTo>
                    <a:pt x="1587322" y="3419825"/>
                  </a:lnTo>
                  <a:lnTo>
                    <a:pt x="1587439" y="3419825"/>
                  </a:lnTo>
                  <a:lnTo>
                    <a:pt x="1587439" y="3419394"/>
                  </a:lnTo>
                  <a:lnTo>
                    <a:pt x="1587557" y="3419394"/>
                  </a:lnTo>
                  <a:lnTo>
                    <a:pt x="1587557" y="3418964"/>
                  </a:lnTo>
                  <a:lnTo>
                    <a:pt x="1587674" y="3418964"/>
                  </a:lnTo>
                  <a:lnTo>
                    <a:pt x="1587792" y="3418964"/>
                  </a:lnTo>
                  <a:lnTo>
                    <a:pt x="1587910" y="3418964"/>
                  </a:lnTo>
                  <a:lnTo>
                    <a:pt x="1587910" y="3418533"/>
                  </a:lnTo>
                  <a:lnTo>
                    <a:pt x="1588027" y="3418533"/>
                  </a:lnTo>
                  <a:lnTo>
                    <a:pt x="1588145" y="3418533"/>
                  </a:lnTo>
                  <a:lnTo>
                    <a:pt x="1588145" y="3418102"/>
                  </a:lnTo>
                  <a:lnTo>
                    <a:pt x="1588263" y="3418102"/>
                  </a:lnTo>
                  <a:lnTo>
                    <a:pt x="1588380" y="3418102"/>
                  </a:lnTo>
                  <a:lnTo>
                    <a:pt x="1588380" y="3417672"/>
                  </a:lnTo>
                  <a:lnTo>
                    <a:pt x="1588498" y="3417672"/>
                  </a:lnTo>
                  <a:lnTo>
                    <a:pt x="1588615" y="3417672"/>
                  </a:lnTo>
                  <a:lnTo>
                    <a:pt x="1588733" y="3417672"/>
                  </a:lnTo>
                  <a:lnTo>
                    <a:pt x="1588733" y="3417241"/>
                  </a:lnTo>
                  <a:lnTo>
                    <a:pt x="1588733" y="3416811"/>
                  </a:lnTo>
                  <a:lnTo>
                    <a:pt x="1588733" y="3416380"/>
                  </a:lnTo>
                  <a:lnTo>
                    <a:pt x="1588733" y="3415949"/>
                  </a:lnTo>
                  <a:lnTo>
                    <a:pt x="1588851" y="3415949"/>
                  </a:lnTo>
                  <a:lnTo>
                    <a:pt x="1588851" y="3415519"/>
                  </a:lnTo>
                  <a:lnTo>
                    <a:pt x="1588968" y="3415519"/>
                  </a:lnTo>
                  <a:lnTo>
                    <a:pt x="1588968" y="3415088"/>
                  </a:lnTo>
                  <a:lnTo>
                    <a:pt x="1589086" y="3415088"/>
                  </a:lnTo>
                  <a:lnTo>
                    <a:pt x="1589086" y="3414658"/>
                  </a:lnTo>
                  <a:lnTo>
                    <a:pt x="1589203" y="3414658"/>
                  </a:lnTo>
                  <a:lnTo>
                    <a:pt x="1589203" y="3414227"/>
                  </a:lnTo>
                  <a:lnTo>
                    <a:pt x="1589203" y="3413796"/>
                  </a:lnTo>
                  <a:lnTo>
                    <a:pt x="1589203" y="3413366"/>
                  </a:lnTo>
                  <a:lnTo>
                    <a:pt x="1589321" y="3413366"/>
                  </a:lnTo>
                  <a:lnTo>
                    <a:pt x="1589439" y="3413366"/>
                  </a:lnTo>
                  <a:lnTo>
                    <a:pt x="1589556" y="3413366"/>
                  </a:lnTo>
                  <a:lnTo>
                    <a:pt x="1589556" y="3412935"/>
                  </a:lnTo>
                  <a:lnTo>
                    <a:pt x="1589674" y="3412935"/>
                  </a:lnTo>
                  <a:lnTo>
                    <a:pt x="1589792" y="3412935"/>
                  </a:lnTo>
                  <a:lnTo>
                    <a:pt x="1589909" y="3412935"/>
                  </a:lnTo>
                  <a:lnTo>
                    <a:pt x="1589909" y="3412505"/>
                  </a:lnTo>
                  <a:lnTo>
                    <a:pt x="1590027" y="3412505"/>
                  </a:lnTo>
                  <a:lnTo>
                    <a:pt x="1590027" y="3412074"/>
                  </a:lnTo>
                  <a:lnTo>
                    <a:pt x="1590144" y="3412074"/>
                  </a:lnTo>
                  <a:lnTo>
                    <a:pt x="1590144" y="3411643"/>
                  </a:lnTo>
                  <a:lnTo>
                    <a:pt x="1590262" y="3411643"/>
                  </a:lnTo>
                  <a:lnTo>
                    <a:pt x="1590380" y="3411643"/>
                  </a:lnTo>
                  <a:lnTo>
                    <a:pt x="1590497" y="3411643"/>
                  </a:lnTo>
                  <a:lnTo>
                    <a:pt x="1590497" y="3411213"/>
                  </a:lnTo>
                  <a:lnTo>
                    <a:pt x="1590615" y="3411213"/>
                  </a:lnTo>
                  <a:lnTo>
                    <a:pt x="1590732" y="3411213"/>
                  </a:lnTo>
                  <a:lnTo>
                    <a:pt x="1590850" y="3411213"/>
                  </a:lnTo>
                  <a:lnTo>
                    <a:pt x="1590968" y="3411213"/>
                  </a:lnTo>
                  <a:lnTo>
                    <a:pt x="1590968" y="3410782"/>
                  </a:lnTo>
                  <a:lnTo>
                    <a:pt x="1591085" y="3410782"/>
                  </a:lnTo>
                  <a:lnTo>
                    <a:pt x="1591203" y="3410782"/>
                  </a:lnTo>
                  <a:lnTo>
                    <a:pt x="1591321" y="3410782"/>
                  </a:lnTo>
                  <a:lnTo>
                    <a:pt x="1591321" y="3410352"/>
                  </a:lnTo>
                  <a:lnTo>
                    <a:pt x="1591438" y="3410352"/>
                  </a:lnTo>
                  <a:lnTo>
                    <a:pt x="1591556" y="3410352"/>
                  </a:lnTo>
                  <a:lnTo>
                    <a:pt x="1591673" y="3410352"/>
                  </a:lnTo>
                  <a:lnTo>
                    <a:pt x="1591791" y="3410352"/>
                  </a:lnTo>
                  <a:lnTo>
                    <a:pt x="1591909" y="3410352"/>
                  </a:lnTo>
                  <a:lnTo>
                    <a:pt x="1592026" y="3410352"/>
                  </a:lnTo>
                  <a:lnTo>
                    <a:pt x="1592144" y="3410352"/>
                  </a:lnTo>
                  <a:lnTo>
                    <a:pt x="1592144" y="3409921"/>
                  </a:lnTo>
                  <a:lnTo>
                    <a:pt x="1592261" y="3409921"/>
                  </a:lnTo>
                  <a:lnTo>
                    <a:pt x="1592379" y="3409921"/>
                  </a:lnTo>
                  <a:lnTo>
                    <a:pt x="1592497" y="3409921"/>
                  </a:lnTo>
                  <a:lnTo>
                    <a:pt x="1592614" y="3409921"/>
                  </a:lnTo>
                  <a:lnTo>
                    <a:pt x="1592732" y="3409921"/>
                  </a:lnTo>
                  <a:lnTo>
                    <a:pt x="1592849" y="3409921"/>
                  </a:lnTo>
                  <a:lnTo>
                    <a:pt x="1592849" y="3409490"/>
                  </a:lnTo>
                  <a:lnTo>
                    <a:pt x="1592967" y="3409490"/>
                  </a:lnTo>
                  <a:lnTo>
                    <a:pt x="1593085" y="3409490"/>
                  </a:lnTo>
                  <a:lnTo>
                    <a:pt x="1593202" y="3409490"/>
                  </a:lnTo>
                  <a:lnTo>
                    <a:pt x="1593320" y="3409490"/>
                  </a:lnTo>
                  <a:lnTo>
                    <a:pt x="1593438" y="3409490"/>
                  </a:lnTo>
                  <a:lnTo>
                    <a:pt x="1593438" y="3409060"/>
                  </a:lnTo>
                  <a:lnTo>
                    <a:pt x="1593438" y="3408629"/>
                  </a:lnTo>
                  <a:lnTo>
                    <a:pt x="1593555" y="3408629"/>
                  </a:lnTo>
                  <a:lnTo>
                    <a:pt x="1593673" y="3408629"/>
                  </a:lnTo>
                  <a:lnTo>
                    <a:pt x="1593790" y="3408629"/>
                  </a:lnTo>
                  <a:lnTo>
                    <a:pt x="1593790" y="3408199"/>
                  </a:lnTo>
                  <a:lnTo>
                    <a:pt x="1593908" y="3408199"/>
                  </a:lnTo>
                  <a:lnTo>
                    <a:pt x="1593908" y="3407768"/>
                  </a:lnTo>
                  <a:lnTo>
                    <a:pt x="1594026" y="3407768"/>
                  </a:lnTo>
                  <a:lnTo>
                    <a:pt x="1594143" y="3407768"/>
                  </a:lnTo>
                  <a:lnTo>
                    <a:pt x="1594143" y="3407337"/>
                  </a:lnTo>
                  <a:lnTo>
                    <a:pt x="1594143" y="3406907"/>
                  </a:lnTo>
                  <a:lnTo>
                    <a:pt x="1594143" y="3406476"/>
                  </a:lnTo>
                  <a:lnTo>
                    <a:pt x="1594261" y="3406476"/>
                  </a:lnTo>
                  <a:lnTo>
                    <a:pt x="1594378" y="3406476"/>
                  </a:lnTo>
                  <a:lnTo>
                    <a:pt x="1594378" y="3406046"/>
                  </a:lnTo>
                  <a:lnTo>
                    <a:pt x="1594378" y="3405615"/>
                  </a:lnTo>
                  <a:lnTo>
                    <a:pt x="1594496" y="3405615"/>
                  </a:lnTo>
                  <a:lnTo>
                    <a:pt x="1594496" y="3405184"/>
                  </a:lnTo>
                  <a:lnTo>
                    <a:pt x="1594496" y="3404754"/>
                  </a:lnTo>
                  <a:lnTo>
                    <a:pt x="1594614" y="3404754"/>
                  </a:lnTo>
                  <a:lnTo>
                    <a:pt x="1594731" y="3404754"/>
                  </a:lnTo>
                  <a:lnTo>
                    <a:pt x="1594731" y="3404323"/>
                  </a:lnTo>
                  <a:lnTo>
                    <a:pt x="1594849" y="3404323"/>
                  </a:lnTo>
                  <a:lnTo>
                    <a:pt x="1594967" y="3404323"/>
                  </a:lnTo>
                  <a:lnTo>
                    <a:pt x="1595084" y="3404323"/>
                  </a:lnTo>
                  <a:lnTo>
                    <a:pt x="1595202" y="3404323"/>
                  </a:lnTo>
                  <a:lnTo>
                    <a:pt x="1595319" y="3404323"/>
                  </a:lnTo>
                  <a:lnTo>
                    <a:pt x="1595437" y="3404323"/>
                  </a:lnTo>
                  <a:lnTo>
                    <a:pt x="1595437" y="3403893"/>
                  </a:lnTo>
                  <a:lnTo>
                    <a:pt x="1595555" y="3403893"/>
                  </a:lnTo>
                  <a:lnTo>
                    <a:pt x="1595672" y="3403893"/>
                  </a:lnTo>
                  <a:lnTo>
                    <a:pt x="1595790" y="3403893"/>
                  </a:lnTo>
                  <a:lnTo>
                    <a:pt x="1595907" y="3403893"/>
                  </a:lnTo>
                  <a:lnTo>
                    <a:pt x="1596025" y="3403893"/>
                  </a:lnTo>
                  <a:lnTo>
                    <a:pt x="1596143" y="3403893"/>
                  </a:lnTo>
                  <a:lnTo>
                    <a:pt x="1596260" y="3403893"/>
                  </a:lnTo>
                  <a:lnTo>
                    <a:pt x="1596378" y="3403893"/>
                  </a:lnTo>
                  <a:lnTo>
                    <a:pt x="1596496" y="3403893"/>
                  </a:lnTo>
                  <a:lnTo>
                    <a:pt x="1596496" y="3403462"/>
                  </a:lnTo>
                  <a:lnTo>
                    <a:pt x="1596613" y="3403462"/>
                  </a:lnTo>
                  <a:lnTo>
                    <a:pt x="1596731" y="3403462"/>
                  </a:lnTo>
                  <a:lnTo>
                    <a:pt x="1596848" y="3403462"/>
                  </a:lnTo>
                  <a:lnTo>
                    <a:pt x="1596848" y="3403031"/>
                  </a:lnTo>
                  <a:lnTo>
                    <a:pt x="1596966" y="3403031"/>
                  </a:lnTo>
                  <a:lnTo>
                    <a:pt x="1597084" y="3403031"/>
                  </a:lnTo>
                  <a:lnTo>
                    <a:pt x="1597201" y="3403031"/>
                  </a:lnTo>
                  <a:lnTo>
                    <a:pt x="1597319" y="3403031"/>
                  </a:lnTo>
                  <a:lnTo>
                    <a:pt x="1597319" y="3402601"/>
                  </a:lnTo>
                  <a:lnTo>
                    <a:pt x="1597436" y="3402601"/>
                  </a:lnTo>
                  <a:lnTo>
                    <a:pt x="1597554" y="3402601"/>
                  </a:lnTo>
                  <a:lnTo>
                    <a:pt x="1597672" y="3402601"/>
                  </a:lnTo>
                  <a:lnTo>
                    <a:pt x="1597789" y="3402601"/>
                  </a:lnTo>
                  <a:lnTo>
                    <a:pt x="1597789" y="3402170"/>
                  </a:lnTo>
                  <a:lnTo>
                    <a:pt x="1597907" y="3402170"/>
                  </a:lnTo>
                  <a:lnTo>
                    <a:pt x="1598025" y="3402170"/>
                  </a:lnTo>
                  <a:lnTo>
                    <a:pt x="1598142" y="3402170"/>
                  </a:lnTo>
                  <a:lnTo>
                    <a:pt x="1598260" y="3402170"/>
                  </a:lnTo>
                  <a:lnTo>
                    <a:pt x="1598377" y="3402170"/>
                  </a:lnTo>
                  <a:lnTo>
                    <a:pt x="1598377" y="3401740"/>
                  </a:lnTo>
                  <a:lnTo>
                    <a:pt x="1598495" y="3401740"/>
                  </a:lnTo>
                  <a:lnTo>
                    <a:pt x="1598613" y="3401740"/>
                  </a:lnTo>
                  <a:lnTo>
                    <a:pt x="1598613" y="3401309"/>
                  </a:lnTo>
                  <a:lnTo>
                    <a:pt x="1598613" y="3400878"/>
                  </a:lnTo>
                  <a:lnTo>
                    <a:pt x="1598730" y="3400878"/>
                  </a:lnTo>
                  <a:lnTo>
                    <a:pt x="1598730" y="3400448"/>
                  </a:lnTo>
                  <a:lnTo>
                    <a:pt x="1598730" y="3400017"/>
                  </a:lnTo>
                  <a:lnTo>
                    <a:pt x="1598848" y="3400017"/>
                  </a:lnTo>
                  <a:lnTo>
                    <a:pt x="1598965" y="3400017"/>
                  </a:lnTo>
                  <a:lnTo>
                    <a:pt x="1598965" y="3399587"/>
                  </a:lnTo>
                  <a:lnTo>
                    <a:pt x="1598965" y="3399156"/>
                  </a:lnTo>
                  <a:lnTo>
                    <a:pt x="1599083" y="3399156"/>
                  </a:lnTo>
                  <a:lnTo>
                    <a:pt x="1599201" y="3399156"/>
                  </a:lnTo>
                  <a:lnTo>
                    <a:pt x="1599201" y="3398725"/>
                  </a:lnTo>
                  <a:lnTo>
                    <a:pt x="1599201" y="3398295"/>
                  </a:lnTo>
                  <a:lnTo>
                    <a:pt x="1599201" y="3397864"/>
                  </a:lnTo>
                  <a:lnTo>
                    <a:pt x="1599318" y="3397864"/>
                  </a:lnTo>
                  <a:lnTo>
                    <a:pt x="1599318" y="3397434"/>
                  </a:lnTo>
                  <a:lnTo>
                    <a:pt x="1599436" y="3397434"/>
                  </a:lnTo>
                  <a:lnTo>
                    <a:pt x="1599554" y="3397434"/>
                  </a:lnTo>
                  <a:lnTo>
                    <a:pt x="1599671" y="3397434"/>
                  </a:lnTo>
                  <a:lnTo>
                    <a:pt x="1599789" y="3397434"/>
                  </a:lnTo>
                  <a:lnTo>
                    <a:pt x="1599906" y="3397434"/>
                  </a:lnTo>
                  <a:lnTo>
                    <a:pt x="1600024" y="3397434"/>
                  </a:lnTo>
                  <a:lnTo>
                    <a:pt x="1600024" y="3397003"/>
                  </a:lnTo>
                  <a:lnTo>
                    <a:pt x="1600142" y="3397003"/>
                  </a:lnTo>
                  <a:lnTo>
                    <a:pt x="1600259" y="3397003"/>
                  </a:lnTo>
                  <a:lnTo>
                    <a:pt x="1600259" y="3396572"/>
                  </a:lnTo>
                  <a:lnTo>
                    <a:pt x="1600377" y="3396572"/>
                  </a:lnTo>
                  <a:lnTo>
                    <a:pt x="1600494" y="3396572"/>
                  </a:lnTo>
                  <a:lnTo>
                    <a:pt x="1600612" y="3396572"/>
                  </a:lnTo>
                  <a:lnTo>
                    <a:pt x="1600730" y="3396572"/>
                  </a:lnTo>
                  <a:lnTo>
                    <a:pt x="1600730" y="3396142"/>
                  </a:lnTo>
                  <a:lnTo>
                    <a:pt x="1600847" y="3396142"/>
                  </a:lnTo>
                  <a:lnTo>
                    <a:pt x="1600965" y="3396142"/>
                  </a:lnTo>
                  <a:lnTo>
                    <a:pt x="1601082" y="3396142"/>
                  </a:lnTo>
                  <a:lnTo>
                    <a:pt x="1601200" y="3396142"/>
                  </a:lnTo>
                  <a:lnTo>
                    <a:pt x="1601318" y="3396142"/>
                  </a:lnTo>
                  <a:lnTo>
                    <a:pt x="1601435" y="3396142"/>
                  </a:lnTo>
                  <a:lnTo>
                    <a:pt x="1601435" y="3395711"/>
                  </a:lnTo>
                  <a:lnTo>
                    <a:pt x="1601553" y="3395711"/>
                  </a:lnTo>
                  <a:lnTo>
                    <a:pt x="1601553" y="3395281"/>
                  </a:lnTo>
                  <a:lnTo>
                    <a:pt x="1601671" y="3395281"/>
                  </a:lnTo>
                  <a:lnTo>
                    <a:pt x="1601671" y="3394850"/>
                  </a:lnTo>
                  <a:lnTo>
                    <a:pt x="1601788" y="3394850"/>
                  </a:lnTo>
                  <a:lnTo>
                    <a:pt x="1601788" y="3394419"/>
                  </a:lnTo>
                  <a:lnTo>
                    <a:pt x="1601906" y="3394419"/>
                  </a:lnTo>
                  <a:lnTo>
                    <a:pt x="1602023" y="3394419"/>
                  </a:lnTo>
                  <a:lnTo>
                    <a:pt x="1602023" y="3393989"/>
                  </a:lnTo>
                  <a:lnTo>
                    <a:pt x="1602141" y="3393989"/>
                  </a:lnTo>
                  <a:lnTo>
                    <a:pt x="1602259" y="3393989"/>
                  </a:lnTo>
                  <a:lnTo>
                    <a:pt x="1602376" y="3393989"/>
                  </a:lnTo>
                  <a:lnTo>
                    <a:pt x="1602494" y="3393989"/>
                  </a:lnTo>
                  <a:lnTo>
                    <a:pt x="1602611" y="3393989"/>
                  </a:lnTo>
                  <a:lnTo>
                    <a:pt x="1602611" y="3393558"/>
                  </a:lnTo>
                  <a:lnTo>
                    <a:pt x="1602611" y="3393128"/>
                  </a:lnTo>
                  <a:lnTo>
                    <a:pt x="1602611" y="3392697"/>
                  </a:lnTo>
                  <a:lnTo>
                    <a:pt x="1602729" y="3392697"/>
                  </a:lnTo>
                  <a:lnTo>
                    <a:pt x="1602729" y="3392266"/>
                  </a:lnTo>
                  <a:lnTo>
                    <a:pt x="1602729" y="3391836"/>
                  </a:lnTo>
                  <a:lnTo>
                    <a:pt x="1602729" y="3391405"/>
                  </a:lnTo>
                  <a:lnTo>
                    <a:pt x="1602729" y="3390975"/>
                  </a:lnTo>
                  <a:lnTo>
                    <a:pt x="1602847" y="3390975"/>
                  </a:lnTo>
                  <a:lnTo>
                    <a:pt x="1602847" y="3390544"/>
                  </a:lnTo>
                  <a:lnTo>
                    <a:pt x="1602847" y="3390113"/>
                  </a:lnTo>
                  <a:lnTo>
                    <a:pt x="1602964" y="3390113"/>
                  </a:lnTo>
                  <a:lnTo>
                    <a:pt x="1603082" y="3390113"/>
                  </a:lnTo>
                  <a:lnTo>
                    <a:pt x="1603082" y="3389683"/>
                  </a:lnTo>
                  <a:lnTo>
                    <a:pt x="1603200" y="3389683"/>
                  </a:lnTo>
                  <a:lnTo>
                    <a:pt x="1603200" y="3389252"/>
                  </a:lnTo>
                  <a:lnTo>
                    <a:pt x="1603200" y="3388822"/>
                  </a:lnTo>
                  <a:lnTo>
                    <a:pt x="1603317" y="3388822"/>
                  </a:lnTo>
                  <a:lnTo>
                    <a:pt x="1603435" y="3388822"/>
                  </a:lnTo>
                  <a:lnTo>
                    <a:pt x="1603552" y="3388822"/>
                  </a:lnTo>
                  <a:lnTo>
                    <a:pt x="1603670" y="3388822"/>
                  </a:lnTo>
                  <a:lnTo>
                    <a:pt x="1603788" y="3388822"/>
                  </a:lnTo>
                  <a:lnTo>
                    <a:pt x="1603905" y="3388822"/>
                  </a:lnTo>
                  <a:lnTo>
                    <a:pt x="1604023" y="3388822"/>
                  </a:lnTo>
                  <a:lnTo>
                    <a:pt x="1604140" y="3388822"/>
                  </a:lnTo>
                  <a:lnTo>
                    <a:pt x="1604140" y="3388391"/>
                  </a:lnTo>
                  <a:lnTo>
                    <a:pt x="1604258" y="3388391"/>
                  </a:lnTo>
                  <a:lnTo>
                    <a:pt x="1604376" y="3388391"/>
                  </a:lnTo>
                  <a:lnTo>
                    <a:pt x="1604493" y="3388391"/>
                  </a:lnTo>
                  <a:lnTo>
                    <a:pt x="1604493" y="3387960"/>
                  </a:lnTo>
                  <a:lnTo>
                    <a:pt x="1604611" y="3387960"/>
                  </a:lnTo>
                  <a:lnTo>
                    <a:pt x="1604729" y="3387960"/>
                  </a:lnTo>
                  <a:lnTo>
                    <a:pt x="1604846" y="3387960"/>
                  </a:lnTo>
                  <a:lnTo>
                    <a:pt x="1604964" y="3387960"/>
                  </a:lnTo>
                  <a:lnTo>
                    <a:pt x="1605081" y="3387960"/>
                  </a:lnTo>
                  <a:lnTo>
                    <a:pt x="1605199" y="3387960"/>
                  </a:lnTo>
                  <a:lnTo>
                    <a:pt x="1605317" y="3387960"/>
                  </a:lnTo>
                  <a:lnTo>
                    <a:pt x="1605434" y="3387960"/>
                  </a:lnTo>
                  <a:lnTo>
                    <a:pt x="1605552" y="3387960"/>
                  </a:lnTo>
                  <a:lnTo>
                    <a:pt x="1605669" y="3387960"/>
                  </a:lnTo>
                  <a:lnTo>
                    <a:pt x="1605669" y="3387530"/>
                  </a:lnTo>
                  <a:lnTo>
                    <a:pt x="1605787" y="3387530"/>
                  </a:lnTo>
                  <a:lnTo>
                    <a:pt x="1605905" y="3387530"/>
                  </a:lnTo>
                  <a:lnTo>
                    <a:pt x="1606022" y="3387530"/>
                  </a:lnTo>
                  <a:lnTo>
                    <a:pt x="1606022" y="3387099"/>
                  </a:lnTo>
                  <a:lnTo>
                    <a:pt x="1606140" y="3387099"/>
                  </a:lnTo>
                  <a:lnTo>
                    <a:pt x="1606258" y="3387099"/>
                  </a:lnTo>
                  <a:lnTo>
                    <a:pt x="1606258" y="3386669"/>
                  </a:lnTo>
                  <a:lnTo>
                    <a:pt x="1606375" y="3386669"/>
                  </a:lnTo>
                  <a:lnTo>
                    <a:pt x="1606493" y="3386669"/>
                  </a:lnTo>
                  <a:lnTo>
                    <a:pt x="1606493" y="3386238"/>
                  </a:lnTo>
                  <a:lnTo>
                    <a:pt x="1606610" y="3386238"/>
                  </a:lnTo>
                  <a:lnTo>
                    <a:pt x="1606610" y="3385807"/>
                  </a:lnTo>
                  <a:lnTo>
                    <a:pt x="1606610" y="3385377"/>
                  </a:lnTo>
                  <a:lnTo>
                    <a:pt x="1606728" y="3385377"/>
                  </a:lnTo>
                  <a:lnTo>
                    <a:pt x="1606846" y="3385377"/>
                  </a:lnTo>
                  <a:lnTo>
                    <a:pt x="1606846" y="3384946"/>
                  </a:lnTo>
                  <a:lnTo>
                    <a:pt x="1606963" y="3384946"/>
                  </a:lnTo>
                  <a:lnTo>
                    <a:pt x="1606963" y="3384516"/>
                  </a:lnTo>
                  <a:lnTo>
                    <a:pt x="1607081" y="3384516"/>
                  </a:lnTo>
                  <a:lnTo>
                    <a:pt x="1607198" y="3384516"/>
                  </a:lnTo>
                  <a:lnTo>
                    <a:pt x="1607316" y="3384516"/>
                  </a:lnTo>
                  <a:lnTo>
                    <a:pt x="1607316" y="3384085"/>
                  </a:lnTo>
                  <a:lnTo>
                    <a:pt x="1607434" y="3384085"/>
                  </a:lnTo>
                  <a:lnTo>
                    <a:pt x="1607434" y="3383654"/>
                  </a:lnTo>
                  <a:lnTo>
                    <a:pt x="1607551" y="3383654"/>
                  </a:lnTo>
                  <a:lnTo>
                    <a:pt x="1607551" y="3383224"/>
                  </a:lnTo>
                  <a:lnTo>
                    <a:pt x="1607669" y="3383224"/>
                  </a:lnTo>
                  <a:lnTo>
                    <a:pt x="1607787" y="3383224"/>
                  </a:lnTo>
                  <a:lnTo>
                    <a:pt x="1607904" y="3383224"/>
                  </a:lnTo>
                  <a:lnTo>
                    <a:pt x="1608022" y="3383224"/>
                  </a:lnTo>
                  <a:lnTo>
                    <a:pt x="1608022" y="3382793"/>
                  </a:lnTo>
                  <a:lnTo>
                    <a:pt x="1608139" y="3382793"/>
                  </a:lnTo>
                  <a:lnTo>
                    <a:pt x="1608257" y="3382793"/>
                  </a:lnTo>
                  <a:lnTo>
                    <a:pt x="1608375" y="3382793"/>
                  </a:lnTo>
                  <a:lnTo>
                    <a:pt x="1608492" y="3382793"/>
                  </a:lnTo>
                  <a:lnTo>
                    <a:pt x="1608492" y="3382363"/>
                  </a:lnTo>
                  <a:lnTo>
                    <a:pt x="1608492" y="3381932"/>
                  </a:lnTo>
                  <a:lnTo>
                    <a:pt x="1608610" y="3381932"/>
                  </a:lnTo>
                  <a:lnTo>
                    <a:pt x="1608610" y="3381501"/>
                  </a:lnTo>
                  <a:lnTo>
                    <a:pt x="1608727" y="3381501"/>
                  </a:lnTo>
                  <a:lnTo>
                    <a:pt x="1608845" y="3381501"/>
                  </a:lnTo>
                  <a:lnTo>
                    <a:pt x="1608845" y="3381071"/>
                  </a:lnTo>
                  <a:lnTo>
                    <a:pt x="1608963" y="3381071"/>
                  </a:lnTo>
                  <a:lnTo>
                    <a:pt x="1609080" y="3381071"/>
                  </a:lnTo>
                  <a:lnTo>
                    <a:pt x="1609080" y="3380640"/>
                  </a:lnTo>
                  <a:lnTo>
                    <a:pt x="1609198" y="3380640"/>
                  </a:lnTo>
                  <a:lnTo>
                    <a:pt x="1609315" y="3380640"/>
                  </a:lnTo>
                  <a:lnTo>
                    <a:pt x="1609433" y="3380640"/>
                  </a:lnTo>
                  <a:lnTo>
                    <a:pt x="1609551" y="3380640"/>
                  </a:lnTo>
                  <a:lnTo>
                    <a:pt x="1609668" y="3380640"/>
                  </a:lnTo>
                  <a:lnTo>
                    <a:pt x="1609668" y="3380210"/>
                  </a:lnTo>
                  <a:lnTo>
                    <a:pt x="1609786" y="3380210"/>
                  </a:lnTo>
                  <a:lnTo>
                    <a:pt x="1609904" y="3380210"/>
                  </a:lnTo>
                  <a:lnTo>
                    <a:pt x="1610021" y="3380210"/>
                  </a:lnTo>
                  <a:lnTo>
                    <a:pt x="1610021" y="3379779"/>
                  </a:lnTo>
                  <a:lnTo>
                    <a:pt x="1610139" y="3379779"/>
                  </a:lnTo>
                  <a:lnTo>
                    <a:pt x="1610256" y="3379779"/>
                  </a:lnTo>
                  <a:lnTo>
                    <a:pt x="1610374" y="3379779"/>
                  </a:lnTo>
                  <a:lnTo>
                    <a:pt x="1610492" y="3379779"/>
                  </a:lnTo>
                  <a:lnTo>
                    <a:pt x="1610492" y="3379348"/>
                  </a:lnTo>
                  <a:lnTo>
                    <a:pt x="1610609" y="3379348"/>
                  </a:lnTo>
                  <a:lnTo>
                    <a:pt x="1610727" y="3379348"/>
                  </a:lnTo>
                  <a:lnTo>
                    <a:pt x="1610844" y="3379348"/>
                  </a:lnTo>
                  <a:lnTo>
                    <a:pt x="1610962" y="3379348"/>
                  </a:lnTo>
                  <a:lnTo>
                    <a:pt x="1611080" y="3379348"/>
                  </a:lnTo>
                  <a:lnTo>
                    <a:pt x="1611080" y="3378918"/>
                  </a:lnTo>
                  <a:lnTo>
                    <a:pt x="1611197" y="3378918"/>
                  </a:lnTo>
                  <a:lnTo>
                    <a:pt x="1611315" y="3378918"/>
                  </a:lnTo>
                  <a:lnTo>
                    <a:pt x="1611315" y="3378487"/>
                  </a:lnTo>
                  <a:lnTo>
                    <a:pt x="1611433" y="3378487"/>
                  </a:lnTo>
                  <a:lnTo>
                    <a:pt x="1611550" y="3378487"/>
                  </a:lnTo>
                  <a:lnTo>
                    <a:pt x="1611668" y="3378487"/>
                  </a:lnTo>
                  <a:lnTo>
                    <a:pt x="1611785" y="3378487"/>
                  </a:lnTo>
                  <a:lnTo>
                    <a:pt x="1611903" y="3378487"/>
                  </a:lnTo>
                  <a:lnTo>
                    <a:pt x="1612021" y="3378487"/>
                  </a:lnTo>
                  <a:lnTo>
                    <a:pt x="1612138" y="3378487"/>
                  </a:lnTo>
                  <a:lnTo>
                    <a:pt x="1612138" y="3378057"/>
                  </a:lnTo>
                  <a:lnTo>
                    <a:pt x="1612256" y="3378057"/>
                  </a:lnTo>
                  <a:lnTo>
                    <a:pt x="1612373" y="3378057"/>
                  </a:lnTo>
                  <a:lnTo>
                    <a:pt x="1612491" y="3378057"/>
                  </a:lnTo>
                  <a:lnTo>
                    <a:pt x="1612609" y="3378057"/>
                  </a:lnTo>
                  <a:lnTo>
                    <a:pt x="1612726" y="3378057"/>
                  </a:lnTo>
                  <a:lnTo>
                    <a:pt x="1612844" y="3378057"/>
                  </a:lnTo>
                  <a:lnTo>
                    <a:pt x="1612962" y="3378057"/>
                  </a:lnTo>
                  <a:lnTo>
                    <a:pt x="1613079" y="3378057"/>
                  </a:lnTo>
                  <a:lnTo>
                    <a:pt x="1613079" y="3377626"/>
                  </a:lnTo>
                  <a:lnTo>
                    <a:pt x="1613079" y="3377195"/>
                  </a:lnTo>
                  <a:lnTo>
                    <a:pt x="1613079" y="3376765"/>
                  </a:lnTo>
                  <a:lnTo>
                    <a:pt x="1613197" y="3376765"/>
                  </a:lnTo>
                  <a:lnTo>
                    <a:pt x="1613197" y="3376334"/>
                  </a:lnTo>
                  <a:lnTo>
                    <a:pt x="1613314" y="3376334"/>
                  </a:lnTo>
                  <a:lnTo>
                    <a:pt x="1613432" y="3376334"/>
                  </a:lnTo>
                  <a:lnTo>
                    <a:pt x="1613550" y="3376334"/>
                  </a:lnTo>
                  <a:lnTo>
                    <a:pt x="1613667" y="3376334"/>
                  </a:lnTo>
                  <a:lnTo>
                    <a:pt x="1613667" y="3375904"/>
                  </a:lnTo>
                  <a:lnTo>
                    <a:pt x="1613785" y="3375904"/>
                  </a:lnTo>
                  <a:lnTo>
                    <a:pt x="1613902" y="3375904"/>
                  </a:lnTo>
                  <a:lnTo>
                    <a:pt x="1614020" y="3375904"/>
                  </a:lnTo>
                  <a:lnTo>
                    <a:pt x="1614020" y="3375473"/>
                  </a:lnTo>
                  <a:lnTo>
                    <a:pt x="1614138" y="3375473"/>
                  </a:lnTo>
                  <a:lnTo>
                    <a:pt x="1614255" y="3375473"/>
                  </a:lnTo>
                  <a:lnTo>
                    <a:pt x="1614373" y="3375473"/>
                  </a:lnTo>
                  <a:lnTo>
                    <a:pt x="1614491" y="3375473"/>
                  </a:lnTo>
                  <a:lnTo>
                    <a:pt x="1614608" y="3375473"/>
                  </a:lnTo>
                  <a:lnTo>
                    <a:pt x="1614726" y="3375473"/>
                  </a:lnTo>
                  <a:lnTo>
                    <a:pt x="1614726" y="3375042"/>
                  </a:lnTo>
                  <a:lnTo>
                    <a:pt x="1614843" y="3375042"/>
                  </a:lnTo>
                  <a:lnTo>
                    <a:pt x="1614843" y="3374612"/>
                  </a:lnTo>
                  <a:lnTo>
                    <a:pt x="1614961" y="3374612"/>
                  </a:lnTo>
                  <a:lnTo>
                    <a:pt x="1615079" y="3374612"/>
                  </a:lnTo>
                  <a:lnTo>
                    <a:pt x="1615196" y="3374612"/>
                  </a:lnTo>
                  <a:lnTo>
                    <a:pt x="1615314" y="3374612"/>
                  </a:lnTo>
                  <a:lnTo>
                    <a:pt x="1615431" y="3374612"/>
                  </a:lnTo>
                  <a:lnTo>
                    <a:pt x="1615549" y="3374612"/>
                  </a:lnTo>
                  <a:lnTo>
                    <a:pt x="1615667" y="3374612"/>
                  </a:lnTo>
                  <a:lnTo>
                    <a:pt x="1615784" y="3374612"/>
                  </a:lnTo>
                  <a:lnTo>
                    <a:pt x="1615902" y="3374612"/>
                  </a:lnTo>
                  <a:lnTo>
                    <a:pt x="1615902" y="3374181"/>
                  </a:lnTo>
                  <a:lnTo>
                    <a:pt x="1615902" y="3373751"/>
                  </a:lnTo>
                  <a:lnTo>
                    <a:pt x="1615902" y="3373320"/>
                  </a:lnTo>
                  <a:lnTo>
                    <a:pt x="1616019" y="3373320"/>
                  </a:lnTo>
                  <a:lnTo>
                    <a:pt x="1616019" y="3372889"/>
                  </a:lnTo>
                  <a:lnTo>
                    <a:pt x="1616019" y="3372459"/>
                  </a:lnTo>
                  <a:lnTo>
                    <a:pt x="1616137" y="3372459"/>
                  </a:lnTo>
                  <a:lnTo>
                    <a:pt x="1616137" y="3372028"/>
                  </a:lnTo>
                  <a:lnTo>
                    <a:pt x="1616255" y="3372028"/>
                  </a:lnTo>
                  <a:lnTo>
                    <a:pt x="1616372" y="3372028"/>
                  </a:lnTo>
                  <a:lnTo>
                    <a:pt x="1616490" y="3372028"/>
                  </a:lnTo>
                  <a:lnTo>
                    <a:pt x="1616608" y="3372028"/>
                  </a:lnTo>
                  <a:lnTo>
                    <a:pt x="1616725" y="3372028"/>
                  </a:lnTo>
                  <a:lnTo>
                    <a:pt x="1616725" y="3371598"/>
                  </a:lnTo>
                  <a:lnTo>
                    <a:pt x="1616843" y="3371598"/>
                  </a:lnTo>
                  <a:lnTo>
                    <a:pt x="1616960" y="3371598"/>
                  </a:lnTo>
                  <a:lnTo>
                    <a:pt x="1617078" y="3371598"/>
                  </a:lnTo>
                  <a:lnTo>
                    <a:pt x="1617196" y="3371598"/>
                  </a:lnTo>
                  <a:lnTo>
                    <a:pt x="1617196" y="3371167"/>
                  </a:lnTo>
                  <a:lnTo>
                    <a:pt x="1617313" y="3371167"/>
                  </a:lnTo>
                  <a:lnTo>
                    <a:pt x="1617431" y="3371167"/>
                  </a:lnTo>
                  <a:lnTo>
                    <a:pt x="1617548" y="3371167"/>
                  </a:lnTo>
                  <a:lnTo>
                    <a:pt x="1617666" y="3371167"/>
                  </a:lnTo>
                  <a:lnTo>
                    <a:pt x="1617784" y="3371167"/>
                  </a:lnTo>
                  <a:lnTo>
                    <a:pt x="1617901" y="3371167"/>
                  </a:lnTo>
                  <a:lnTo>
                    <a:pt x="1618019" y="3371167"/>
                  </a:lnTo>
                  <a:lnTo>
                    <a:pt x="1618137" y="3371167"/>
                  </a:lnTo>
                  <a:lnTo>
                    <a:pt x="1618254" y="3371167"/>
                  </a:lnTo>
                  <a:lnTo>
                    <a:pt x="1618372" y="3371167"/>
                  </a:lnTo>
                  <a:lnTo>
                    <a:pt x="1618489" y="3371167"/>
                  </a:lnTo>
                  <a:lnTo>
                    <a:pt x="1618489" y="3370736"/>
                  </a:lnTo>
                  <a:lnTo>
                    <a:pt x="1618607" y="3370736"/>
                  </a:lnTo>
                  <a:lnTo>
                    <a:pt x="1618607" y="3370306"/>
                  </a:lnTo>
                  <a:lnTo>
                    <a:pt x="1618725" y="3370306"/>
                  </a:lnTo>
                  <a:lnTo>
                    <a:pt x="1618842" y="3370306"/>
                  </a:lnTo>
                  <a:lnTo>
                    <a:pt x="1618960" y="3370306"/>
                  </a:lnTo>
                  <a:lnTo>
                    <a:pt x="1619077" y="3370306"/>
                  </a:lnTo>
                  <a:lnTo>
                    <a:pt x="1619077" y="3369875"/>
                  </a:lnTo>
                  <a:lnTo>
                    <a:pt x="1619195" y="3369875"/>
                  </a:lnTo>
                  <a:lnTo>
                    <a:pt x="1619313" y="3369875"/>
                  </a:lnTo>
                  <a:lnTo>
                    <a:pt x="1619430" y="3369875"/>
                  </a:lnTo>
                  <a:lnTo>
                    <a:pt x="1619430" y="3369445"/>
                  </a:lnTo>
                  <a:lnTo>
                    <a:pt x="1619548" y="3369445"/>
                  </a:lnTo>
                  <a:lnTo>
                    <a:pt x="1619548" y="3369014"/>
                  </a:lnTo>
                  <a:lnTo>
                    <a:pt x="1619548" y="3368583"/>
                  </a:lnTo>
                  <a:lnTo>
                    <a:pt x="1619666" y="3368583"/>
                  </a:lnTo>
                  <a:lnTo>
                    <a:pt x="1619783" y="3368583"/>
                  </a:lnTo>
                  <a:lnTo>
                    <a:pt x="1619901" y="3368583"/>
                  </a:lnTo>
                  <a:lnTo>
                    <a:pt x="1620018" y="3368583"/>
                  </a:lnTo>
                  <a:lnTo>
                    <a:pt x="1620136" y="3368583"/>
                  </a:lnTo>
                  <a:lnTo>
                    <a:pt x="1620254" y="3368583"/>
                  </a:lnTo>
                  <a:lnTo>
                    <a:pt x="1620371" y="3368583"/>
                  </a:lnTo>
                  <a:lnTo>
                    <a:pt x="1620489" y="3368583"/>
                  </a:lnTo>
                  <a:lnTo>
                    <a:pt x="1620489" y="3368153"/>
                  </a:lnTo>
                  <a:lnTo>
                    <a:pt x="1620606" y="3368153"/>
                  </a:lnTo>
                  <a:lnTo>
                    <a:pt x="1620606" y="3367722"/>
                  </a:lnTo>
                  <a:lnTo>
                    <a:pt x="1620724" y="3367722"/>
                  </a:lnTo>
                  <a:lnTo>
                    <a:pt x="1620842" y="3367722"/>
                  </a:lnTo>
                  <a:lnTo>
                    <a:pt x="1620959" y="3367722"/>
                  </a:lnTo>
                  <a:lnTo>
                    <a:pt x="1621077" y="3367722"/>
                  </a:lnTo>
                  <a:lnTo>
                    <a:pt x="1621195" y="3367722"/>
                  </a:lnTo>
                  <a:lnTo>
                    <a:pt x="1621312" y="3367722"/>
                  </a:lnTo>
                  <a:lnTo>
                    <a:pt x="1621430" y="3367722"/>
                  </a:lnTo>
                  <a:lnTo>
                    <a:pt x="1621547" y="3367722"/>
                  </a:lnTo>
                  <a:lnTo>
                    <a:pt x="1621547" y="3367292"/>
                  </a:lnTo>
                  <a:lnTo>
                    <a:pt x="1621547" y="3366861"/>
                  </a:lnTo>
                  <a:lnTo>
                    <a:pt x="1621547" y="3366430"/>
                  </a:lnTo>
                  <a:lnTo>
                    <a:pt x="1621665" y="3366430"/>
                  </a:lnTo>
                  <a:lnTo>
                    <a:pt x="1621783" y="3366430"/>
                  </a:lnTo>
                  <a:lnTo>
                    <a:pt x="1621900" y="3366430"/>
                  </a:lnTo>
                  <a:lnTo>
                    <a:pt x="1621900" y="3366000"/>
                  </a:lnTo>
                  <a:lnTo>
                    <a:pt x="1622018" y="3366000"/>
                  </a:lnTo>
                  <a:lnTo>
                    <a:pt x="1622018" y="3365569"/>
                  </a:lnTo>
                  <a:lnTo>
                    <a:pt x="1622135" y="3365569"/>
                  </a:lnTo>
                  <a:lnTo>
                    <a:pt x="1622253" y="3365569"/>
                  </a:lnTo>
                  <a:lnTo>
                    <a:pt x="1622253" y="3365139"/>
                  </a:lnTo>
                  <a:lnTo>
                    <a:pt x="1622371" y="3365139"/>
                  </a:lnTo>
                  <a:lnTo>
                    <a:pt x="1622371" y="3364708"/>
                  </a:lnTo>
                  <a:lnTo>
                    <a:pt x="1622371" y="3364277"/>
                  </a:lnTo>
                  <a:lnTo>
                    <a:pt x="1622488" y="3364277"/>
                  </a:lnTo>
                  <a:lnTo>
                    <a:pt x="1622488" y="3363847"/>
                  </a:lnTo>
                  <a:lnTo>
                    <a:pt x="1622488" y="3363416"/>
                  </a:lnTo>
                  <a:lnTo>
                    <a:pt x="1622606" y="3363416"/>
                  </a:lnTo>
                  <a:lnTo>
                    <a:pt x="1622724" y="3363416"/>
                  </a:lnTo>
                  <a:lnTo>
                    <a:pt x="1622841" y="3363416"/>
                  </a:lnTo>
                  <a:lnTo>
                    <a:pt x="1622959" y="3363416"/>
                  </a:lnTo>
                  <a:lnTo>
                    <a:pt x="1622959" y="3362986"/>
                  </a:lnTo>
                  <a:lnTo>
                    <a:pt x="1622959" y="3362555"/>
                  </a:lnTo>
                  <a:lnTo>
                    <a:pt x="1623076" y="3362555"/>
                  </a:lnTo>
                  <a:lnTo>
                    <a:pt x="1623194" y="3362555"/>
                  </a:lnTo>
                  <a:lnTo>
                    <a:pt x="1623312" y="3362555"/>
                  </a:lnTo>
                  <a:lnTo>
                    <a:pt x="1623312" y="3362124"/>
                  </a:lnTo>
                  <a:lnTo>
                    <a:pt x="1623429" y="3362124"/>
                  </a:lnTo>
                  <a:lnTo>
                    <a:pt x="1623547" y="3362124"/>
                  </a:lnTo>
                  <a:lnTo>
                    <a:pt x="1623664" y="3362124"/>
                  </a:lnTo>
                  <a:lnTo>
                    <a:pt x="1623782" y="3362124"/>
                  </a:lnTo>
                  <a:lnTo>
                    <a:pt x="1623900" y="3362124"/>
                  </a:lnTo>
                  <a:lnTo>
                    <a:pt x="1623900" y="3361694"/>
                  </a:lnTo>
                  <a:lnTo>
                    <a:pt x="1624017" y="3361694"/>
                  </a:lnTo>
                  <a:lnTo>
                    <a:pt x="1624135" y="3361694"/>
                  </a:lnTo>
                  <a:lnTo>
                    <a:pt x="1624252" y="3361694"/>
                  </a:lnTo>
                  <a:lnTo>
                    <a:pt x="1624370" y="3361694"/>
                  </a:lnTo>
                  <a:lnTo>
                    <a:pt x="1624488" y="3361694"/>
                  </a:lnTo>
                  <a:lnTo>
                    <a:pt x="1624605" y="3361694"/>
                  </a:lnTo>
                  <a:lnTo>
                    <a:pt x="1624605" y="3361263"/>
                  </a:lnTo>
                  <a:lnTo>
                    <a:pt x="1624605" y="3360833"/>
                  </a:lnTo>
                  <a:lnTo>
                    <a:pt x="1624605" y="3360402"/>
                  </a:lnTo>
                  <a:lnTo>
                    <a:pt x="1624605" y="3359971"/>
                  </a:lnTo>
                  <a:lnTo>
                    <a:pt x="1624723" y="3359971"/>
                  </a:lnTo>
                  <a:lnTo>
                    <a:pt x="1624723" y="3359541"/>
                  </a:lnTo>
                  <a:lnTo>
                    <a:pt x="1624841" y="3359541"/>
                  </a:lnTo>
                  <a:lnTo>
                    <a:pt x="1624958" y="3359541"/>
                  </a:lnTo>
                  <a:lnTo>
                    <a:pt x="1625076" y="3359541"/>
                  </a:lnTo>
                  <a:lnTo>
                    <a:pt x="1625193" y="3359541"/>
                  </a:lnTo>
                  <a:lnTo>
                    <a:pt x="1625311" y="3359541"/>
                  </a:lnTo>
                  <a:lnTo>
                    <a:pt x="1625311" y="3359110"/>
                  </a:lnTo>
                  <a:lnTo>
                    <a:pt x="1625429" y="3359110"/>
                  </a:lnTo>
                  <a:lnTo>
                    <a:pt x="1625546" y="3359110"/>
                  </a:lnTo>
                  <a:lnTo>
                    <a:pt x="1625664" y="3359110"/>
                  </a:lnTo>
                  <a:lnTo>
                    <a:pt x="1625781" y="3359110"/>
                  </a:lnTo>
                  <a:lnTo>
                    <a:pt x="1625899" y="3359110"/>
                  </a:lnTo>
                  <a:lnTo>
                    <a:pt x="1625899" y="3358680"/>
                  </a:lnTo>
                  <a:lnTo>
                    <a:pt x="1625899" y="3358249"/>
                  </a:lnTo>
                  <a:lnTo>
                    <a:pt x="1626017" y="3358249"/>
                  </a:lnTo>
                  <a:lnTo>
                    <a:pt x="1626017" y="3357818"/>
                  </a:lnTo>
                  <a:lnTo>
                    <a:pt x="1626134" y="3357818"/>
                  </a:lnTo>
                  <a:lnTo>
                    <a:pt x="1626252" y="3357818"/>
                  </a:lnTo>
                  <a:lnTo>
                    <a:pt x="1626370" y="3357818"/>
                  </a:lnTo>
                  <a:lnTo>
                    <a:pt x="1626370" y="3357388"/>
                  </a:lnTo>
                  <a:lnTo>
                    <a:pt x="1626370" y="3356957"/>
                  </a:lnTo>
                  <a:lnTo>
                    <a:pt x="1626487" y="3356957"/>
                  </a:lnTo>
                  <a:lnTo>
                    <a:pt x="1626487" y="3356527"/>
                  </a:lnTo>
                  <a:lnTo>
                    <a:pt x="1626487" y="3356096"/>
                  </a:lnTo>
                  <a:lnTo>
                    <a:pt x="1626487" y="3355665"/>
                  </a:lnTo>
                  <a:lnTo>
                    <a:pt x="1626605" y="3355665"/>
                  </a:lnTo>
                  <a:lnTo>
                    <a:pt x="1626722" y="3355665"/>
                  </a:lnTo>
                  <a:lnTo>
                    <a:pt x="1626840" y="3355665"/>
                  </a:lnTo>
                  <a:lnTo>
                    <a:pt x="1626840" y="3355235"/>
                  </a:lnTo>
                  <a:lnTo>
                    <a:pt x="1626958" y="3355235"/>
                  </a:lnTo>
                  <a:lnTo>
                    <a:pt x="1626958" y="3354804"/>
                  </a:lnTo>
                  <a:lnTo>
                    <a:pt x="1627075" y="3354804"/>
                  </a:lnTo>
                  <a:lnTo>
                    <a:pt x="1627075" y="3354374"/>
                  </a:lnTo>
                  <a:lnTo>
                    <a:pt x="1627075" y="3353943"/>
                  </a:lnTo>
                  <a:lnTo>
                    <a:pt x="1627193" y="3353943"/>
                  </a:lnTo>
                  <a:lnTo>
                    <a:pt x="1627193" y="3353512"/>
                  </a:lnTo>
                  <a:lnTo>
                    <a:pt x="1627193" y="3353082"/>
                  </a:lnTo>
                  <a:lnTo>
                    <a:pt x="1627193" y="3352651"/>
                  </a:lnTo>
                  <a:lnTo>
                    <a:pt x="1627310" y="3352651"/>
                  </a:lnTo>
                  <a:lnTo>
                    <a:pt x="1627428" y="3352651"/>
                  </a:lnTo>
                  <a:lnTo>
                    <a:pt x="1627546" y="3352651"/>
                  </a:lnTo>
                  <a:lnTo>
                    <a:pt x="1627546" y="3352221"/>
                  </a:lnTo>
                  <a:lnTo>
                    <a:pt x="1627663" y="3352221"/>
                  </a:lnTo>
                  <a:lnTo>
                    <a:pt x="1627781" y="3352221"/>
                  </a:lnTo>
                  <a:lnTo>
                    <a:pt x="1627899" y="3352221"/>
                  </a:lnTo>
                  <a:lnTo>
                    <a:pt x="1628016" y="3352221"/>
                  </a:lnTo>
                  <a:lnTo>
                    <a:pt x="1628134" y="3352221"/>
                  </a:lnTo>
                  <a:lnTo>
                    <a:pt x="1628251" y="3352221"/>
                  </a:lnTo>
                  <a:lnTo>
                    <a:pt x="1628369" y="3352221"/>
                  </a:lnTo>
                  <a:lnTo>
                    <a:pt x="1628369" y="3351790"/>
                  </a:lnTo>
                  <a:lnTo>
                    <a:pt x="1628487" y="3351790"/>
                  </a:lnTo>
                  <a:lnTo>
                    <a:pt x="1628604" y="3351790"/>
                  </a:lnTo>
                  <a:lnTo>
                    <a:pt x="1628722" y="3351790"/>
                  </a:lnTo>
                  <a:lnTo>
                    <a:pt x="1628839" y="3351790"/>
                  </a:lnTo>
                  <a:lnTo>
                    <a:pt x="1628957" y="3351790"/>
                  </a:lnTo>
                  <a:lnTo>
                    <a:pt x="1628957" y="3351359"/>
                  </a:lnTo>
                  <a:lnTo>
                    <a:pt x="1629075" y="3351359"/>
                  </a:lnTo>
                  <a:lnTo>
                    <a:pt x="1629192" y="3351359"/>
                  </a:lnTo>
                  <a:lnTo>
                    <a:pt x="1629310" y="3351359"/>
                  </a:lnTo>
                  <a:lnTo>
                    <a:pt x="1629428" y="3351359"/>
                  </a:lnTo>
                  <a:lnTo>
                    <a:pt x="1629545" y="3351359"/>
                  </a:lnTo>
                  <a:lnTo>
                    <a:pt x="1629663" y="3351359"/>
                  </a:lnTo>
                  <a:lnTo>
                    <a:pt x="1629663" y="3350929"/>
                  </a:lnTo>
                  <a:lnTo>
                    <a:pt x="1629663" y="3350498"/>
                  </a:lnTo>
                  <a:lnTo>
                    <a:pt x="1629780" y="3350498"/>
                  </a:lnTo>
                  <a:lnTo>
                    <a:pt x="1629898" y="3350498"/>
                  </a:lnTo>
                  <a:lnTo>
                    <a:pt x="1629898" y="3350068"/>
                  </a:lnTo>
                  <a:lnTo>
                    <a:pt x="1630016" y="3350068"/>
                  </a:lnTo>
                  <a:lnTo>
                    <a:pt x="1630133" y="3350068"/>
                  </a:lnTo>
                  <a:lnTo>
                    <a:pt x="1630251" y="3350068"/>
                  </a:lnTo>
                  <a:lnTo>
                    <a:pt x="1630368" y="3350068"/>
                  </a:lnTo>
                  <a:lnTo>
                    <a:pt x="1630486" y="3350068"/>
                  </a:lnTo>
                  <a:lnTo>
                    <a:pt x="1630486" y="3349637"/>
                  </a:lnTo>
                  <a:lnTo>
                    <a:pt x="1630604" y="3349637"/>
                  </a:lnTo>
                  <a:lnTo>
                    <a:pt x="1630721" y="3349637"/>
                  </a:lnTo>
                  <a:lnTo>
                    <a:pt x="1630721" y="3349206"/>
                  </a:lnTo>
                  <a:lnTo>
                    <a:pt x="1630839" y="3349206"/>
                  </a:lnTo>
                  <a:lnTo>
                    <a:pt x="1630957" y="3349206"/>
                  </a:lnTo>
                  <a:lnTo>
                    <a:pt x="1630957" y="3348776"/>
                  </a:lnTo>
                  <a:lnTo>
                    <a:pt x="1630957" y="3348345"/>
                  </a:lnTo>
                  <a:lnTo>
                    <a:pt x="1630957" y="3347915"/>
                  </a:lnTo>
                  <a:lnTo>
                    <a:pt x="1631074" y="3347915"/>
                  </a:lnTo>
                  <a:lnTo>
                    <a:pt x="1631192" y="3347915"/>
                  </a:lnTo>
                  <a:lnTo>
                    <a:pt x="1631309" y="3347915"/>
                  </a:lnTo>
                  <a:lnTo>
                    <a:pt x="1631309" y="3347484"/>
                  </a:lnTo>
                  <a:lnTo>
                    <a:pt x="1631427" y="3347484"/>
                  </a:lnTo>
                  <a:lnTo>
                    <a:pt x="1631545" y="3347484"/>
                  </a:lnTo>
                  <a:lnTo>
                    <a:pt x="1631662" y="3347484"/>
                  </a:lnTo>
                  <a:lnTo>
                    <a:pt x="1631662" y="3347053"/>
                  </a:lnTo>
                  <a:lnTo>
                    <a:pt x="1631780" y="3347053"/>
                  </a:lnTo>
                  <a:lnTo>
                    <a:pt x="1631780" y="3346623"/>
                  </a:lnTo>
                  <a:lnTo>
                    <a:pt x="1631897" y="3346623"/>
                  </a:lnTo>
                  <a:lnTo>
                    <a:pt x="1632015" y="3346623"/>
                  </a:lnTo>
                  <a:lnTo>
                    <a:pt x="1632133" y="3346623"/>
                  </a:lnTo>
                  <a:lnTo>
                    <a:pt x="1632250" y="3346623"/>
                  </a:lnTo>
                  <a:lnTo>
                    <a:pt x="1632250" y="3346192"/>
                  </a:lnTo>
                  <a:lnTo>
                    <a:pt x="1632368" y="3346192"/>
                  </a:lnTo>
                  <a:lnTo>
                    <a:pt x="1632485" y="3346192"/>
                  </a:lnTo>
                  <a:lnTo>
                    <a:pt x="1632603" y="3346192"/>
                  </a:lnTo>
                  <a:lnTo>
                    <a:pt x="1632721" y="3346192"/>
                  </a:lnTo>
                  <a:lnTo>
                    <a:pt x="1632721" y="3345762"/>
                  </a:lnTo>
                  <a:lnTo>
                    <a:pt x="1632838" y="3345762"/>
                  </a:lnTo>
                  <a:lnTo>
                    <a:pt x="1632956" y="3345762"/>
                  </a:lnTo>
                  <a:lnTo>
                    <a:pt x="1632956" y="3345331"/>
                  </a:lnTo>
                  <a:lnTo>
                    <a:pt x="1633074" y="3345331"/>
                  </a:lnTo>
                  <a:lnTo>
                    <a:pt x="1633191" y="3345331"/>
                  </a:lnTo>
                  <a:lnTo>
                    <a:pt x="1633309" y="3345331"/>
                  </a:lnTo>
                  <a:lnTo>
                    <a:pt x="1633426" y="3345331"/>
                  </a:lnTo>
                  <a:lnTo>
                    <a:pt x="1633544" y="3345331"/>
                  </a:lnTo>
                  <a:lnTo>
                    <a:pt x="1633544" y="3344900"/>
                  </a:lnTo>
                  <a:lnTo>
                    <a:pt x="1633662" y="3344900"/>
                  </a:lnTo>
                  <a:lnTo>
                    <a:pt x="1633779" y="3344900"/>
                  </a:lnTo>
                  <a:lnTo>
                    <a:pt x="1633897" y="3344900"/>
                  </a:lnTo>
                  <a:lnTo>
                    <a:pt x="1633897" y="3344470"/>
                  </a:lnTo>
                  <a:lnTo>
                    <a:pt x="1633897" y="3344039"/>
                  </a:lnTo>
                  <a:lnTo>
                    <a:pt x="1634014" y="3344039"/>
                  </a:lnTo>
                  <a:lnTo>
                    <a:pt x="1634132" y="3344039"/>
                  </a:lnTo>
                  <a:lnTo>
                    <a:pt x="1634250" y="3344039"/>
                  </a:lnTo>
                  <a:lnTo>
                    <a:pt x="1634250" y="3343609"/>
                  </a:lnTo>
                  <a:lnTo>
                    <a:pt x="1634250" y="3343178"/>
                  </a:lnTo>
                  <a:lnTo>
                    <a:pt x="1634250" y="3342747"/>
                  </a:lnTo>
                  <a:lnTo>
                    <a:pt x="1634250" y="3342317"/>
                  </a:lnTo>
                  <a:lnTo>
                    <a:pt x="1634367" y="3342317"/>
                  </a:lnTo>
                  <a:lnTo>
                    <a:pt x="1634367" y="3341886"/>
                  </a:lnTo>
                  <a:lnTo>
                    <a:pt x="1634367" y="3341456"/>
                  </a:lnTo>
                  <a:lnTo>
                    <a:pt x="1634367" y="3341025"/>
                  </a:lnTo>
                  <a:lnTo>
                    <a:pt x="1634367" y="3340594"/>
                  </a:lnTo>
                  <a:lnTo>
                    <a:pt x="1634485" y="3340594"/>
                  </a:lnTo>
                  <a:lnTo>
                    <a:pt x="1634603" y="3340594"/>
                  </a:lnTo>
                  <a:lnTo>
                    <a:pt x="1634720" y="3340594"/>
                  </a:lnTo>
                  <a:lnTo>
                    <a:pt x="1634838" y="3340594"/>
                  </a:lnTo>
                  <a:lnTo>
                    <a:pt x="1634955" y="3340594"/>
                  </a:lnTo>
                  <a:lnTo>
                    <a:pt x="1635073" y="3340594"/>
                  </a:lnTo>
                  <a:lnTo>
                    <a:pt x="1635191" y="3340594"/>
                  </a:lnTo>
                  <a:lnTo>
                    <a:pt x="1635308" y="3340594"/>
                  </a:lnTo>
                  <a:lnTo>
                    <a:pt x="1635426" y="3340594"/>
                  </a:lnTo>
                  <a:lnTo>
                    <a:pt x="1635543" y="3340594"/>
                  </a:lnTo>
                  <a:lnTo>
                    <a:pt x="1635661" y="3340594"/>
                  </a:lnTo>
                  <a:lnTo>
                    <a:pt x="1635661" y="3340164"/>
                  </a:lnTo>
                  <a:lnTo>
                    <a:pt x="1635779" y="3340164"/>
                  </a:lnTo>
                  <a:lnTo>
                    <a:pt x="1635779" y="3339733"/>
                  </a:lnTo>
                  <a:lnTo>
                    <a:pt x="1635896" y="3339733"/>
                  </a:lnTo>
                  <a:lnTo>
                    <a:pt x="1635896" y="3339303"/>
                  </a:lnTo>
                  <a:lnTo>
                    <a:pt x="1636014" y="3339303"/>
                  </a:lnTo>
                  <a:lnTo>
                    <a:pt x="1636132" y="3339303"/>
                  </a:lnTo>
                  <a:lnTo>
                    <a:pt x="1636249" y="3339303"/>
                  </a:lnTo>
                  <a:lnTo>
                    <a:pt x="1636367" y="3339303"/>
                  </a:lnTo>
                  <a:lnTo>
                    <a:pt x="1636484" y="3339303"/>
                  </a:lnTo>
                  <a:lnTo>
                    <a:pt x="1636602" y="3339303"/>
                  </a:lnTo>
                  <a:lnTo>
                    <a:pt x="1636720" y="3339303"/>
                  </a:lnTo>
                  <a:lnTo>
                    <a:pt x="1636837" y="3339303"/>
                  </a:lnTo>
                  <a:lnTo>
                    <a:pt x="1636955" y="3339303"/>
                  </a:lnTo>
                  <a:lnTo>
                    <a:pt x="1636955" y="3338872"/>
                  </a:lnTo>
                  <a:lnTo>
                    <a:pt x="1637072" y="3338872"/>
                  </a:lnTo>
                  <a:lnTo>
                    <a:pt x="1637190" y="3338872"/>
                  </a:lnTo>
                  <a:lnTo>
                    <a:pt x="1637190" y="3338441"/>
                  </a:lnTo>
                  <a:lnTo>
                    <a:pt x="1637190" y="3338011"/>
                  </a:lnTo>
                  <a:lnTo>
                    <a:pt x="1637308" y="3338011"/>
                  </a:lnTo>
                  <a:lnTo>
                    <a:pt x="1637425" y="3338011"/>
                  </a:lnTo>
                  <a:lnTo>
                    <a:pt x="1637543" y="3338011"/>
                  </a:lnTo>
                  <a:lnTo>
                    <a:pt x="1637661" y="3338011"/>
                  </a:lnTo>
                  <a:lnTo>
                    <a:pt x="1637778" y="3338011"/>
                  </a:lnTo>
                  <a:lnTo>
                    <a:pt x="1637896" y="3338011"/>
                  </a:lnTo>
                  <a:lnTo>
                    <a:pt x="1637896" y="3337580"/>
                  </a:lnTo>
                  <a:lnTo>
                    <a:pt x="1638013" y="3337580"/>
                  </a:lnTo>
                  <a:lnTo>
                    <a:pt x="1638131" y="3337580"/>
                  </a:lnTo>
                  <a:lnTo>
                    <a:pt x="1638131" y="3337150"/>
                  </a:lnTo>
                  <a:lnTo>
                    <a:pt x="1638131" y="3336719"/>
                  </a:lnTo>
                  <a:lnTo>
                    <a:pt x="1638131" y="3336288"/>
                  </a:lnTo>
                  <a:lnTo>
                    <a:pt x="1638249" y="3336288"/>
                  </a:lnTo>
                  <a:lnTo>
                    <a:pt x="1638366" y="3336288"/>
                  </a:lnTo>
                  <a:lnTo>
                    <a:pt x="1638366" y="3335858"/>
                  </a:lnTo>
                  <a:lnTo>
                    <a:pt x="1638484" y="3335858"/>
                  </a:lnTo>
                  <a:lnTo>
                    <a:pt x="1638484" y="3335427"/>
                  </a:lnTo>
                  <a:lnTo>
                    <a:pt x="1638601" y="3335427"/>
                  </a:lnTo>
                  <a:lnTo>
                    <a:pt x="1638601" y="3334997"/>
                  </a:lnTo>
                  <a:lnTo>
                    <a:pt x="1638719" y="3334997"/>
                  </a:lnTo>
                  <a:lnTo>
                    <a:pt x="1638719" y="3334566"/>
                  </a:lnTo>
                  <a:lnTo>
                    <a:pt x="1638837" y="3334566"/>
                  </a:lnTo>
                  <a:lnTo>
                    <a:pt x="1638954" y="3334566"/>
                  </a:lnTo>
                  <a:lnTo>
                    <a:pt x="1639072" y="3334566"/>
                  </a:lnTo>
                  <a:lnTo>
                    <a:pt x="1639190" y="3334566"/>
                  </a:lnTo>
                  <a:lnTo>
                    <a:pt x="1639307" y="3334566"/>
                  </a:lnTo>
                  <a:lnTo>
                    <a:pt x="1639307" y="3334135"/>
                  </a:lnTo>
                  <a:lnTo>
                    <a:pt x="1639307" y="3333705"/>
                  </a:lnTo>
                  <a:lnTo>
                    <a:pt x="1639425" y="3333705"/>
                  </a:lnTo>
                  <a:lnTo>
                    <a:pt x="1639542" y="3333705"/>
                  </a:lnTo>
                  <a:lnTo>
                    <a:pt x="1639660" y="3333705"/>
                  </a:lnTo>
                  <a:lnTo>
                    <a:pt x="1639778" y="3333705"/>
                  </a:lnTo>
                  <a:lnTo>
                    <a:pt x="1639895" y="3333705"/>
                  </a:lnTo>
                  <a:lnTo>
                    <a:pt x="1640013" y="3333705"/>
                  </a:lnTo>
                  <a:lnTo>
                    <a:pt x="1640130" y="3333705"/>
                  </a:lnTo>
                  <a:lnTo>
                    <a:pt x="1640248" y="3333705"/>
                  </a:lnTo>
                  <a:lnTo>
                    <a:pt x="1640248" y="3333274"/>
                  </a:lnTo>
                  <a:lnTo>
                    <a:pt x="1640366" y="3333274"/>
                  </a:lnTo>
                  <a:lnTo>
                    <a:pt x="1640483" y="3333274"/>
                  </a:lnTo>
                  <a:lnTo>
                    <a:pt x="1640601" y="3333274"/>
                  </a:lnTo>
                  <a:lnTo>
                    <a:pt x="1640718" y="3333274"/>
                  </a:lnTo>
                  <a:lnTo>
                    <a:pt x="1640718" y="3332844"/>
                  </a:lnTo>
                  <a:lnTo>
                    <a:pt x="1640836" y="3332844"/>
                  </a:lnTo>
                  <a:lnTo>
                    <a:pt x="1640954" y="3332844"/>
                  </a:lnTo>
                  <a:lnTo>
                    <a:pt x="1640954" y="3332413"/>
                  </a:lnTo>
                  <a:lnTo>
                    <a:pt x="1641071" y="3332413"/>
                  </a:lnTo>
                  <a:lnTo>
                    <a:pt x="1641189" y="3332413"/>
                  </a:lnTo>
                  <a:lnTo>
                    <a:pt x="1641307" y="3332413"/>
                  </a:lnTo>
                  <a:lnTo>
                    <a:pt x="1641424" y="3332413"/>
                  </a:lnTo>
                  <a:lnTo>
                    <a:pt x="1641424" y="3331982"/>
                  </a:lnTo>
                  <a:lnTo>
                    <a:pt x="1641542" y="3331982"/>
                  </a:lnTo>
                  <a:lnTo>
                    <a:pt x="1641659" y="3331982"/>
                  </a:lnTo>
                  <a:lnTo>
                    <a:pt x="1641777" y="3331982"/>
                  </a:lnTo>
                  <a:lnTo>
                    <a:pt x="1641895" y="3331982"/>
                  </a:lnTo>
                  <a:lnTo>
                    <a:pt x="1642012" y="3331982"/>
                  </a:lnTo>
                  <a:lnTo>
                    <a:pt x="1642012" y="3331552"/>
                  </a:lnTo>
                  <a:lnTo>
                    <a:pt x="1642012" y="3331121"/>
                  </a:lnTo>
                  <a:lnTo>
                    <a:pt x="1642130" y="3331121"/>
                  </a:lnTo>
                  <a:lnTo>
                    <a:pt x="1642247" y="3331121"/>
                  </a:lnTo>
                  <a:lnTo>
                    <a:pt x="1642247" y="3330691"/>
                  </a:lnTo>
                  <a:lnTo>
                    <a:pt x="1642365" y="3330691"/>
                  </a:lnTo>
                  <a:lnTo>
                    <a:pt x="1642483" y="3330691"/>
                  </a:lnTo>
                  <a:lnTo>
                    <a:pt x="1642600" y="3330691"/>
                  </a:lnTo>
                  <a:lnTo>
                    <a:pt x="1642600" y="3330260"/>
                  </a:lnTo>
                  <a:lnTo>
                    <a:pt x="1642600" y="3329829"/>
                  </a:lnTo>
                  <a:lnTo>
                    <a:pt x="1642718" y="3329829"/>
                  </a:lnTo>
                  <a:lnTo>
                    <a:pt x="1642836" y="3329829"/>
                  </a:lnTo>
                  <a:lnTo>
                    <a:pt x="1642953" y="3329829"/>
                  </a:lnTo>
                  <a:lnTo>
                    <a:pt x="1642953" y="3329399"/>
                  </a:lnTo>
                  <a:lnTo>
                    <a:pt x="1643071" y="3329399"/>
                  </a:lnTo>
                  <a:lnTo>
                    <a:pt x="1643071" y="3328968"/>
                  </a:lnTo>
                  <a:lnTo>
                    <a:pt x="1643188" y="3328968"/>
                  </a:lnTo>
                  <a:lnTo>
                    <a:pt x="1643306" y="3328968"/>
                  </a:lnTo>
                  <a:lnTo>
                    <a:pt x="1643424" y="3328968"/>
                  </a:lnTo>
                  <a:lnTo>
                    <a:pt x="1643541" y="3328968"/>
                  </a:lnTo>
                  <a:lnTo>
                    <a:pt x="1643659" y="3328968"/>
                  </a:lnTo>
                  <a:lnTo>
                    <a:pt x="1643776" y="3328968"/>
                  </a:lnTo>
                  <a:lnTo>
                    <a:pt x="1643776" y="3328538"/>
                  </a:lnTo>
                  <a:lnTo>
                    <a:pt x="1643894" y="3328538"/>
                  </a:lnTo>
                  <a:lnTo>
                    <a:pt x="1644012" y="3328538"/>
                  </a:lnTo>
                  <a:lnTo>
                    <a:pt x="1644129" y="3328538"/>
                  </a:lnTo>
                  <a:lnTo>
                    <a:pt x="1644247" y="3328538"/>
                  </a:lnTo>
                  <a:lnTo>
                    <a:pt x="1644247" y="3328107"/>
                  </a:lnTo>
                  <a:lnTo>
                    <a:pt x="1644365" y="3328107"/>
                  </a:lnTo>
                  <a:lnTo>
                    <a:pt x="1644482" y="3328107"/>
                  </a:lnTo>
                  <a:lnTo>
                    <a:pt x="1644600" y="3328107"/>
                  </a:lnTo>
                  <a:lnTo>
                    <a:pt x="1644717" y="3328107"/>
                  </a:lnTo>
                  <a:lnTo>
                    <a:pt x="1644835" y="3328107"/>
                  </a:lnTo>
                  <a:lnTo>
                    <a:pt x="1644953" y="3328107"/>
                  </a:lnTo>
                  <a:lnTo>
                    <a:pt x="1645070" y="3328107"/>
                  </a:lnTo>
                  <a:lnTo>
                    <a:pt x="1645070" y="3327676"/>
                  </a:lnTo>
                  <a:lnTo>
                    <a:pt x="1645188" y="3327676"/>
                  </a:lnTo>
                  <a:lnTo>
                    <a:pt x="1645188" y="3327246"/>
                  </a:lnTo>
                  <a:lnTo>
                    <a:pt x="1645305" y="3327246"/>
                  </a:lnTo>
                  <a:lnTo>
                    <a:pt x="1645305" y="3326815"/>
                  </a:lnTo>
                  <a:lnTo>
                    <a:pt x="1645423" y="3326815"/>
                  </a:lnTo>
                  <a:lnTo>
                    <a:pt x="1645423" y="3326385"/>
                  </a:lnTo>
                  <a:lnTo>
                    <a:pt x="1645423" y="3325954"/>
                  </a:lnTo>
                  <a:lnTo>
                    <a:pt x="1645541" y="3325954"/>
                  </a:lnTo>
                  <a:lnTo>
                    <a:pt x="1645541" y="3325523"/>
                  </a:lnTo>
                  <a:lnTo>
                    <a:pt x="1645658" y="3325523"/>
                  </a:lnTo>
                  <a:lnTo>
                    <a:pt x="1645776" y="3325523"/>
                  </a:lnTo>
                  <a:lnTo>
                    <a:pt x="1645894" y="3325523"/>
                  </a:lnTo>
                  <a:lnTo>
                    <a:pt x="1646011" y="3325523"/>
                  </a:lnTo>
                  <a:lnTo>
                    <a:pt x="1646129" y="3325523"/>
                  </a:lnTo>
                  <a:lnTo>
                    <a:pt x="1646246" y="3325523"/>
                  </a:lnTo>
                  <a:lnTo>
                    <a:pt x="1646246" y="3325093"/>
                  </a:lnTo>
                  <a:lnTo>
                    <a:pt x="1646246" y="3324662"/>
                  </a:lnTo>
                  <a:lnTo>
                    <a:pt x="1646364" y="3324662"/>
                  </a:lnTo>
                  <a:lnTo>
                    <a:pt x="1646482" y="3324662"/>
                  </a:lnTo>
                  <a:lnTo>
                    <a:pt x="1646599" y="3324662"/>
                  </a:lnTo>
                  <a:lnTo>
                    <a:pt x="1646717" y="3324662"/>
                  </a:lnTo>
                  <a:lnTo>
                    <a:pt x="1646834" y="3324662"/>
                  </a:lnTo>
                  <a:lnTo>
                    <a:pt x="1646952" y="3324662"/>
                  </a:lnTo>
                  <a:lnTo>
                    <a:pt x="1646952" y="3324232"/>
                  </a:lnTo>
                  <a:lnTo>
                    <a:pt x="1647070" y="3324232"/>
                  </a:lnTo>
                  <a:lnTo>
                    <a:pt x="1647187" y="3324232"/>
                  </a:lnTo>
                  <a:lnTo>
                    <a:pt x="1647187" y="3323801"/>
                  </a:lnTo>
                  <a:lnTo>
                    <a:pt x="1647305" y="3323801"/>
                  </a:lnTo>
                  <a:lnTo>
                    <a:pt x="1647423" y="3323801"/>
                  </a:lnTo>
                  <a:lnTo>
                    <a:pt x="1647540" y="3323801"/>
                  </a:lnTo>
                  <a:lnTo>
                    <a:pt x="1647540" y="3323370"/>
                  </a:lnTo>
                  <a:lnTo>
                    <a:pt x="1647658" y="3323370"/>
                  </a:lnTo>
                  <a:lnTo>
                    <a:pt x="1647775" y="3323370"/>
                  </a:lnTo>
                  <a:lnTo>
                    <a:pt x="1647775" y="3322940"/>
                  </a:lnTo>
                  <a:lnTo>
                    <a:pt x="1647893" y="3322940"/>
                  </a:lnTo>
                  <a:lnTo>
                    <a:pt x="1648011" y="3322940"/>
                  </a:lnTo>
                  <a:lnTo>
                    <a:pt x="1648128" y="3322940"/>
                  </a:lnTo>
                  <a:lnTo>
                    <a:pt x="1648246" y="3322940"/>
                  </a:lnTo>
                  <a:lnTo>
                    <a:pt x="1648246" y="3322509"/>
                  </a:lnTo>
                  <a:lnTo>
                    <a:pt x="1648363" y="3322509"/>
                  </a:lnTo>
                  <a:lnTo>
                    <a:pt x="1648363" y="3322079"/>
                  </a:lnTo>
                  <a:lnTo>
                    <a:pt x="1648481" y="3322079"/>
                  </a:lnTo>
                  <a:lnTo>
                    <a:pt x="1648481" y="3321648"/>
                  </a:lnTo>
                  <a:lnTo>
                    <a:pt x="1648599" y="3321648"/>
                  </a:lnTo>
                  <a:lnTo>
                    <a:pt x="1648599" y="3321217"/>
                  </a:lnTo>
                  <a:lnTo>
                    <a:pt x="1648599" y="3320787"/>
                  </a:lnTo>
                  <a:lnTo>
                    <a:pt x="1648716" y="3320787"/>
                  </a:lnTo>
                  <a:lnTo>
                    <a:pt x="1648834" y="3320787"/>
                  </a:lnTo>
                  <a:lnTo>
                    <a:pt x="1648834" y="3320356"/>
                  </a:lnTo>
                  <a:lnTo>
                    <a:pt x="1648834" y="3319926"/>
                  </a:lnTo>
                  <a:lnTo>
                    <a:pt x="1648951" y="3319926"/>
                  </a:lnTo>
                  <a:lnTo>
                    <a:pt x="1649069" y="3319926"/>
                  </a:lnTo>
                  <a:lnTo>
                    <a:pt x="1649187" y="3319926"/>
                  </a:lnTo>
                  <a:lnTo>
                    <a:pt x="1649304" y="3319926"/>
                  </a:lnTo>
                  <a:lnTo>
                    <a:pt x="1649304" y="3319495"/>
                  </a:lnTo>
                  <a:lnTo>
                    <a:pt x="1649422" y="3319495"/>
                  </a:lnTo>
                  <a:lnTo>
                    <a:pt x="1649540" y="3319495"/>
                  </a:lnTo>
                  <a:lnTo>
                    <a:pt x="1649657" y="3319495"/>
                  </a:lnTo>
                  <a:lnTo>
                    <a:pt x="1649657" y="3319064"/>
                  </a:lnTo>
                  <a:lnTo>
                    <a:pt x="1649775" y="3319064"/>
                  </a:lnTo>
                  <a:lnTo>
                    <a:pt x="1649892" y="3319064"/>
                  </a:lnTo>
                  <a:lnTo>
                    <a:pt x="1650010" y="3319064"/>
                  </a:lnTo>
                  <a:lnTo>
                    <a:pt x="1650128" y="3319064"/>
                  </a:lnTo>
                  <a:lnTo>
                    <a:pt x="1650245" y="3319064"/>
                  </a:lnTo>
                  <a:lnTo>
                    <a:pt x="1650363" y="3319064"/>
                  </a:lnTo>
                  <a:lnTo>
                    <a:pt x="1650363" y="3318634"/>
                  </a:lnTo>
                  <a:lnTo>
                    <a:pt x="1650363" y="3318203"/>
                  </a:lnTo>
                  <a:lnTo>
                    <a:pt x="1650480" y="3318203"/>
                  </a:lnTo>
                  <a:lnTo>
                    <a:pt x="1650598" y="3318203"/>
                  </a:lnTo>
                  <a:lnTo>
                    <a:pt x="1650598" y="3317773"/>
                  </a:lnTo>
                  <a:lnTo>
                    <a:pt x="1650598" y="3317342"/>
                  </a:lnTo>
                  <a:lnTo>
                    <a:pt x="1650598" y="3316911"/>
                  </a:lnTo>
                  <a:lnTo>
                    <a:pt x="1650598" y="3316481"/>
                  </a:lnTo>
                  <a:lnTo>
                    <a:pt x="1650716" y="3316481"/>
                  </a:lnTo>
                  <a:lnTo>
                    <a:pt x="1650716" y="3316050"/>
                  </a:lnTo>
                  <a:lnTo>
                    <a:pt x="1650833" y="3316050"/>
                  </a:lnTo>
                  <a:lnTo>
                    <a:pt x="1650833" y="3315620"/>
                  </a:lnTo>
                  <a:lnTo>
                    <a:pt x="1650833" y="3315189"/>
                  </a:lnTo>
                  <a:lnTo>
                    <a:pt x="1650951" y="3315189"/>
                  </a:lnTo>
                  <a:lnTo>
                    <a:pt x="1651069" y="3315189"/>
                  </a:lnTo>
                  <a:lnTo>
                    <a:pt x="1651186" y="3315189"/>
                  </a:lnTo>
                  <a:lnTo>
                    <a:pt x="1651186" y="3314758"/>
                  </a:lnTo>
                  <a:lnTo>
                    <a:pt x="1651304" y="3314758"/>
                  </a:lnTo>
                  <a:lnTo>
                    <a:pt x="1651421" y="3314758"/>
                  </a:lnTo>
                  <a:lnTo>
                    <a:pt x="1651539" y="3314758"/>
                  </a:lnTo>
                  <a:lnTo>
                    <a:pt x="1651657" y="3314758"/>
                  </a:lnTo>
                  <a:lnTo>
                    <a:pt x="1651774" y="3314758"/>
                  </a:lnTo>
                  <a:lnTo>
                    <a:pt x="1651774" y="3314328"/>
                  </a:lnTo>
                  <a:lnTo>
                    <a:pt x="1651774" y="3313897"/>
                  </a:lnTo>
                  <a:lnTo>
                    <a:pt x="1651892" y="3313897"/>
                  </a:lnTo>
                  <a:lnTo>
                    <a:pt x="1652009" y="3313897"/>
                  </a:lnTo>
                  <a:lnTo>
                    <a:pt x="1652127" y="3313897"/>
                  </a:lnTo>
                  <a:lnTo>
                    <a:pt x="1652245" y="3313897"/>
                  </a:lnTo>
                  <a:lnTo>
                    <a:pt x="1652245" y="3313467"/>
                  </a:lnTo>
                  <a:lnTo>
                    <a:pt x="1652362" y="3313467"/>
                  </a:lnTo>
                  <a:lnTo>
                    <a:pt x="1652480" y="3313467"/>
                  </a:lnTo>
                  <a:lnTo>
                    <a:pt x="1652480" y="3313036"/>
                  </a:lnTo>
                  <a:lnTo>
                    <a:pt x="1652598" y="3313036"/>
                  </a:lnTo>
                  <a:lnTo>
                    <a:pt x="1652715" y="3313036"/>
                  </a:lnTo>
                  <a:lnTo>
                    <a:pt x="1652715" y="3312605"/>
                  </a:lnTo>
                  <a:lnTo>
                    <a:pt x="1652833" y="3312605"/>
                  </a:lnTo>
                  <a:lnTo>
                    <a:pt x="1652833" y="3312175"/>
                  </a:lnTo>
                  <a:lnTo>
                    <a:pt x="1652950" y="3312175"/>
                  </a:lnTo>
                  <a:lnTo>
                    <a:pt x="1653068" y="3312175"/>
                  </a:lnTo>
                  <a:lnTo>
                    <a:pt x="1653068" y="3311744"/>
                  </a:lnTo>
                  <a:lnTo>
                    <a:pt x="1653186" y="3311744"/>
                  </a:lnTo>
                  <a:lnTo>
                    <a:pt x="1653303" y="3311744"/>
                  </a:lnTo>
                  <a:lnTo>
                    <a:pt x="1653421" y="3311744"/>
                  </a:lnTo>
                  <a:lnTo>
                    <a:pt x="1653538" y="3311744"/>
                  </a:lnTo>
                  <a:lnTo>
                    <a:pt x="1653656" y="3311744"/>
                  </a:lnTo>
                  <a:lnTo>
                    <a:pt x="1653774" y="3311744"/>
                  </a:lnTo>
                  <a:lnTo>
                    <a:pt x="1653891" y="3311744"/>
                  </a:lnTo>
                  <a:lnTo>
                    <a:pt x="1654009" y="3311744"/>
                  </a:lnTo>
                  <a:lnTo>
                    <a:pt x="1654127" y="3311744"/>
                  </a:lnTo>
                  <a:lnTo>
                    <a:pt x="1654244" y="3311744"/>
                  </a:lnTo>
                  <a:lnTo>
                    <a:pt x="1654362" y="3311744"/>
                  </a:lnTo>
                  <a:lnTo>
                    <a:pt x="1654362" y="3311314"/>
                  </a:lnTo>
                  <a:lnTo>
                    <a:pt x="1654479" y="3311314"/>
                  </a:lnTo>
                  <a:lnTo>
                    <a:pt x="1654597" y="3311314"/>
                  </a:lnTo>
                  <a:lnTo>
                    <a:pt x="1654715" y="3311314"/>
                  </a:lnTo>
                  <a:lnTo>
                    <a:pt x="1654832" y="3311314"/>
                  </a:lnTo>
                  <a:lnTo>
                    <a:pt x="1654950" y="3311314"/>
                  </a:lnTo>
                  <a:lnTo>
                    <a:pt x="1654950" y="3310883"/>
                  </a:lnTo>
                  <a:lnTo>
                    <a:pt x="1655067" y="3310883"/>
                  </a:lnTo>
                  <a:lnTo>
                    <a:pt x="1655185" y="3310883"/>
                  </a:lnTo>
                  <a:lnTo>
                    <a:pt x="1655303" y="3310883"/>
                  </a:lnTo>
                  <a:lnTo>
                    <a:pt x="1655420" y="3310883"/>
                  </a:lnTo>
                  <a:lnTo>
                    <a:pt x="1655538" y="3310883"/>
                  </a:lnTo>
                  <a:lnTo>
                    <a:pt x="1655656" y="3310883"/>
                  </a:lnTo>
                  <a:lnTo>
                    <a:pt x="1655773" y="3310883"/>
                  </a:lnTo>
                  <a:lnTo>
                    <a:pt x="1655773" y="3310452"/>
                  </a:lnTo>
                  <a:lnTo>
                    <a:pt x="1655891" y="3310452"/>
                  </a:lnTo>
                  <a:lnTo>
                    <a:pt x="1656008" y="3310452"/>
                  </a:lnTo>
                  <a:lnTo>
                    <a:pt x="1656008" y="3310022"/>
                  </a:lnTo>
                  <a:lnTo>
                    <a:pt x="1656008" y="3309591"/>
                  </a:lnTo>
                  <a:lnTo>
                    <a:pt x="1656126" y="3309591"/>
                  </a:lnTo>
                  <a:lnTo>
                    <a:pt x="1656244" y="3309591"/>
                  </a:lnTo>
                  <a:lnTo>
                    <a:pt x="1656361" y="3309591"/>
                  </a:lnTo>
                  <a:lnTo>
                    <a:pt x="1656479" y="3309591"/>
                  </a:lnTo>
                  <a:lnTo>
                    <a:pt x="1656596" y="3309591"/>
                  </a:lnTo>
                  <a:lnTo>
                    <a:pt x="1656714" y="3309591"/>
                  </a:lnTo>
                  <a:lnTo>
                    <a:pt x="1656832" y="3309591"/>
                  </a:lnTo>
                  <a:lnTo>
                    <a:pt x="1656949" y="3309591"/>
                  </a:lnTo>
                  <a:lnTo>
                    <a:pt x="1657067" y="3309591"/>
                  </a:lnTo>
                  <a:lnTo>
                    <a:pt x="1657184" y="3309591"/>
                  </a:lnTo>
                  <a:lnTo>
                    <a:pt x="1657184" y="3309161"/>
                  </a:lnTo>
                  <a:lnTo>
                    <a:pt x="1657302" y="3309161"/>
                  </a:lnTo>
                  <a:lnTo>
                    <a:pt x="1657420" y="3309161"/>
                  </a:lnTo>
                  <a:lnTo>
                    <a:pt x="1657537" y="3309161"/>
                  </a:lnTo>
                  <a:lnTo>
                    <a:pt x="1657655" y="3309161"/>
                  </a:lnTo>
                  <a:lnTo>
                    <a:pt x="1657773" y="3309161"/>
                  </a:lnTo>
                  <a:lnTo>
                    <a:pt x="1657890" y="3309161"/>
                  </a:lnTo>
                  <a:lnTo>
                    <a:pt x="1658008" y="3309161"/>
                  </a:lnTo>
                  <a:lnTo>
                    <a:pt x="1658125" y="3309161"/>
                  </a:lnTo>
                  <a:lnTo>
                    <a:pt x="1658125" y="3308730"/>
                  </a:lnTo>
                  <a:lnTo>
                    <a:pt x="1658243" y="3308730"/>
                  </a:lnTo>
                  <a:lnTo>
                    <a:pt x="1658361" y="3308730"/>
                  </a:lnTo>
                  <a:lnTo>
                    <a:pt x="1658478" y="3308730"/>
                  </a:lnTo>
                  <a:lnTo>
                    <a:pt x="1658596" y="3308730"/>
                  </a:lnTo>
                  <a:lnTo>
                    <a:pt x="1658596" y="3308299"/>
                  </a:lnTo>
                  <a:lnTo>
                    <a:pt x="1658596" y="3307869"/>
                  </a:lnTo>
                  <a:lnTo>
                    <a:pt x="1658596" y="3307438"/>
                  </a:lnTo>
                  <a:lnTo>
                    <a:pt x="1658713" y="3307438"/>
                  </a:lnTo>
                  <a:lnTo>
                    <a:pt x="1658831" y="3307438"/>
                  </a:lnTo>
                  <a:lnTo>
                    <a:pt x="1658949" y="3307438"/>
                  </a:lnTo>
                  <a:lnTo>
                    <a:pt x="1659066" y="3307438"/>
                  </a:lnTo>
                  <a:lnTo>
                    <a:pt x="1659066" y="3307008"/>
                  </a:lnTo>
                  <a:lnTo>
                    <a:pt x="1659184" y="3307008"/>
                  </a:lnTo>
                  <a:lnTo>
                    <a:pt x="1659302" y="3307008"/>
                  </a:lnTo>
                  <a:lnTo>
                    <a:pt x="1659302" y="3306577"/>
                  </a:lnTo>
                  <a:lnTo>
                    <a:pt x="1659419" y="3306577"/>
                  </a:lnTo>
                  <a:lnTo>
                    <a:pt x="1659537" y="3306577"/>
                  </a:lnTo>
                  <a:lnTo>
                    <a:pt x="1659654" y="3306577"/>
                  </a:lnTo>
                  <a:lnTo>
                    <a:pt x="1659654" y="3306146"/>
                  </a:lnTo>
                  <a:lnTo>
                    <a:pt x="1659654" y="3305716"/>
                  </a:lnTo>
                  <a:lnTo>
                    <a:pt x="1659654" y="3305285"/>
                  </a:lnTo>
                  <a:lnTo>
                    <a:pt x="1659772" y="3305285"/>
                  </a:lnTo>
                  <a:lnTo>
                    <a:pt x="1659772" y="3304855"/>
                  </a:lnTo>
                  <a:lnTo>
                    <a:pt x="1659890" y="3304855"/>
                  </a:lnTo>
                  <a:lnTo>
                    <a:pt x="1660007" y="3304855"/>
                  </a:lnTo>
                  <a:lnTo>
                    <a:pt x="1660125" y="3304855"/>
                  </a:lnTo>
                  <a:lnTo>
                    <a:pt x="1660242" y="3304855"/>
                  </a:lnTo>
                  <a:lnTo>
                    <a:pt x="1660360" y="3304855"/>
                  </a:lnTo>
                  <a:lnTo>
                    <a:pt x="1660360" y="3304424"/>
                  </a:lnTo>
                  <a:lnTo>
                    <a:pt x="1660478" y="3304424"/>
                  </a:lnTo>
                  <a:lnTo>
                    <a:pt x="1660595" y="3304424"/>
                  </a:lnTo>
                  <a:lnTo>
                    <a:pt x="1660713" y="3304424"/>
                  </a:lnTo>
                  <a:lnTo>
                    <a:pt x="1660831" y="3304424"/>
                  </a:lnTo>
                  <a:lnTo>
                    <a:pt x="1660948" y="3304424"/>
                  </a:lnTo>
                  <a:lnTo>
                    <a:pt x="1661066" y="3304424"/>
                  </a:lnTo>
                  <a:lnTo>
                    <a:pt x="1661183" y="3304424"/>
                  </a:lnTo>
                  <a:lnTo>
                    <a:pt x="1661301" y="3304424"/>
                  </a:lnTo>
                  <a:lnTo>
                    <a:pt x="1661419" y="3304424"/>
                  </a:lnTo>
                  <a:lnTo>
                    <a:pt x="1661536" y="3304424"/>
                  </a:lnTo>
                  <a:lnTo>
                    <a:pt x="1661654" y="3304424"/>
                  </a:lnTo>
                  <a:lnTo>
                    <a:pt x="1661654" y="3303993"/>
                  </a:lnTo>
                  <a:lnTo>
                    <a:pt x="1661654" y="3303563"/>
                  </a:lnTo>
                  <a:lnTo>
                    <a:pt x="1661771" y="3303563"/>
                  </a:lnTo>
                  <a:lnTo>
                    <a:pt x="1661889" y="3303563"/>
                  </a:lnTo>
                  <a:lnTo>
                    <a:pt x="1662007" y="3303563"/>
                  </a:lnTo>
                  <a:lnTo>
                    <a:pt x="1662124" y="3303563"/>
                  </a:lnTo>
                  <a:lnTo>
                    <a:pt x="1662124" y="3303132"/>
                  </a:lnTo>
                  <a:lnTo>
                    <a:pt x="1662242" y="3303132"/>
                  </a:lnTo>
                  <a:lnTo>
                    <a:pt x="1662360" y="3303132"/>
                  </a:lnTo>
                  <a:lnTo>
                    <a:pt x="1662360" y="3302702"/>
                  </a:lnTo>
                  <a:lnTo>
                    <a:pt x="1662360" y="3302271"/>
                  </a:lnTo>
                  <a:lnTo>
                    <a:pt x="1662477" y="3302271"/>
                  </a:lnTo>
                  <a:lnTo>
                    <a:pt x="1662477" y="3301840"/>
                  </a:lnTo>
                  <a:lnTo>
                    <a:pt x="1662595" y="3301840"/>
                  </a:lnTo>
                  <a:lnTo>
                    <a:pt x="1662712" y="3301840"/>
                  </a:lnTo>
                  <a:lnTo>
                    <a:pt x="1662712" y="3301410"/>
                  </a:lnTo>
                  <a:lnTo>
                    <a:pt x="1662830" y="3301410"/>
                  </a:lnTo>
                  <a:lnTo>
                    <a:pt x="1662948" y="3301410"/>
                  </a:lnTo>
                  <a:lnTo>
                    <a:pt x="1663065" y="3301410"/>
                  </a:lnTo>
                  <a:lnTo>
                    <a:pt x="1663183" y="3301410"/>
                  </a:lnTo>
                  <a:lnTo>
                    <a:pt x="1663300" y="3301410"/>
                  </a:lnTo>
                  <a:lnTo>
                    <a:pt x="1663418" y="3301410"/>
                  </a:lnTo>
                  <a:lnTo>
                    <a:pt x="1663418" y="3300979"/>
                  </a:lnTo>
                  <a:lnTo>
                    <a:pt x="1663536" y="3300979"/>
                  </a:lnTo>
                  <a:lnTo>
                    <a:pt x="1663536" y="3300549"/>
                  </a:lnTo>
                  <a:lnTo>
                    <a:pt x="1663653" y="3300549"/>
                  </a:lnTo>
                  <a:lnTo>
                    <a:pt x="1663653" y="3300118"/>
                  </a:lnTo>
                  <a:lnTo>
                    <a:pt x="1663653" y="3299687"/>
                  </a:lnTo>
                  <a:lnTo>
                    <a:pt x="1663771" y="3299687"/>
                  </a:lnTo>
                  <a:lnTo>
                    <a:pt x="1663889" y="3299687"/>
                  </a:lnTo>
                  <a:lnTo>
                    <a:pt x="1664006" y="3299687"/>
                  </a:lnTo>
                  <a:lnTo>
                    <a:pt x="1664124" y="3299687"/>
                  </a:lnTo>
                  <a:lnTo>
                    <a:pt x="1664241" y="3299687"/>
                  </a:lnTo>
                  <a:lnTo>
                    <a:pt x="1664241" y="3299257"/>
                  </a:lnTo>
                  <a:lnTo>
                    <a:pt x="1664359" y="3299257"/>
                  </a:lnTo>
                  <a:lnTo>
                    <a:pt x="1664477" y="3299257"/>
                  </a:lnTo>
                  <a:lnTo>
                    <a:pt x="1664594" y="3299257"/>
                  </a:lnTo>
                  <a:lnTo>
                    <a:pt x="1664712" y="3299257"/>
                  </a:lnTo>
                  <a:lnTo>
                    <a:pt x="1664712" y="3298826"/>
                  </a:lnTo>
                  <a:lnTo>
                    <a:pt x="1664829" y="3298826"/>
                  </a:lnTo>
                  <a:lnTo>
                    <a:pt x="1664947" y="3298826"/>
                  </a:lnTo>
                  <a:lnTo>
                    <a:pt x="1665065" y="3298826"/>
                  </a:lnTo>
                  <a:lnTo>
                    <a:pt x="1665182" y="3298826"/>
                  </a:lnTo>
                  <a:lnTo>
                    <a:pt x="1665182" y="3298396"/>
                  </a:lnTo>
                  <a:lnTo>
                    <a:pt x="1665300" y="3298396"/>
                  </a:lnTo>
                  <a:lnTo>
                    <a:pt x="1665417" y="3298396"/>
                  </a:lnTo>
                  <a:lnTo>
                    <a:pt x="1665535" y="3298396"/>
                  </a:lnTo>
                  <a:lnTo>
                    <a:pt x="1665535" y="3297965"/>
                  </a:lnTo>
                  <a:lnTo>
                    <a:pt x="1665653" y="3297965"/>
                  </a:lnTo>
                  <a:lnTo>
                    <a:pt x="1665770" y="3297965"/>
                  </a:lnTo>
                  <a:lnTo>
                    <a:pt x="1665770" y="3297534"/>
                  </a:lnTo>
                  <a:lnTo>
                    <a:pt x="1665888" y="3297534"/>
                  </a:lnTo>
                  <a:lnTo>
                    <a:pt x="1665888" y="3297104"/>
                  </a:lnTo>
                  <a:lnTo>
                    <a:pt x="1666006" y="3297104"/>
                  </a:lnTo>
                  <a:lnTo>
                    <a:pt x="1666123" y="3297104"/>
                  </a:lnTo>
                  <a:lnTo>
                    <a:pt x="1666241" y="3297104"/>
                  </a:lnTo>
                  <a:lnTo>
                    <a:pt x="1666241" y="3296673"/>
                  </a:lnTo>
                  <a:lnTo>
                    <a:pt x="1666358" y="3296673"/>
                  </a:lnTo>
                  <a:lnTo>
                    <a:pt x="1666358" y="3296243"/>
                  </a:lnTo>
                  <a:lnTo>
                    <a:pt x="1666476" y="3296243"/>
                  </a:lnTo>
                  <a:lnTo>
                    <a:pt x="1666476" y="3295812"/>
                  </a:lnTo>
                  <a:lnTo>
                    <a:pt x="1666594" y="3295812"/>
                  </a:lnTo>
                  <a:lnTo>
                    <a:pt x="1666711" y="3295812"/>
                  </a:lnTo>
                  <a:lnTo>
                    <a:pt x="1666829" y="3295812"/>
                  </a:lnTo>
                  <a:lnTo>
                    <a:pt x="1666946" y="3295812"/>
                  </a:lnTo>
                  <a:lnTo>
                    <a:pt x="1667064" y="3295812"/>
                  </a:lnTo>
                  <a:lnTo>
                    <a:pt x="1667064" y="3295381"/>
                  </a:lnTo>
                  <a:lnTo>
                    <a:pt x="1667064" y="3294951"/>
                  </a:lnTo>
                  <a:lnTo>
                    <a:pt x="1667064" y="3294520"/>
                  </a:lnTo>
                  <a:lnTo>
                    <a:pt x="1667182" y="3294520"/>
                  </a:lnTo>
                  <a:lnTo>
                    <a:pt x="1667299" y="3294520"/>
                  </a:lnTo>
                  <a:lnTo>
                    <a:pt x="1667417" y="3294520"/>
                  </a:lnTo>
                  <a:lnTo>
                    <a:pt x="1667535" y="3294520"/>
                  </a:lnTo>
                  <a:lnTo>
                    <a:pt x="1667652" y="3294520"/>
                  </a:lnTo>
                  <a:lnTo>
                    <a:pt x="1667652" y="3294090"/>
                  </a:lnTo>
                  <a:lnTo>
                    <a:pt x="1667652" y="3293659"/>
                  </a:lnTo>
                  <a:lnTo>
                    <a:pt x="1667770" y="3293659"/>
                  </a:lnTo>
                  <a:lnTo>
                    <a:pt x="1667887" y="3293659"/>
                  </a:lnTo>
                  <a:lnTo>
                    <a:pt x="1668005" y="3293659"/>
                  </a:lnTo>
                  <a:lnTo>
                    <a:pt x="1668123" y="3293659"/>
                  </a:lnTo>
                  <a:lnTo>
                    <a:pt x="1668123" y="3293228"/>
                  </a:lnTo>
                  <a:lnTo>
                    <a:pt x="1668240" y="3293228"/>
                  </a:lnTo>
                  <a:lnTo>
                    <a:pt x="1668358" y="3293228"/>
                  </a:lnTo>
                  <a:lnTo>
                    <a:pt x="1668475" y="3293228"/>
                  </a:lnTo>
                  <a:lnTo>
                    <a:pt x="1668475" y="3292798"/>
                  </a:lnTo>
                  <a:lnTo>
                    <a:pt x="1668475" y="3292367"/>
                  </a:lnTo>
                  <a:lnTo>
                    <a:pt x="1668593" y="3292367"/>
                  </a:lnTo>
                  <a:lnTo>
                    <a:pt x="1668711" y="3292367"/>
                  </a:lnTo>
                  <a:lnTo>
                    <a:pt x="1668828" y="3292367"/>
                  </a:lnTo>
                  <a:lnTo>
                    <a:pt x="1668828" y="3291937"/>
                  </a:lnTo>
                  <a:lnTo>
                    <a:pt x="1668828" y="3291506"/>
                  </a:lnTo>
                  <a:lnTo>
                    <a:pt x="1668946" y="3291506"/>
                  </a:lnTo>
                  <a:lnTo>
                    <a:pt x="1669064" y="3291506"/>
                  </a:lnTo>
                  <a:lnTo>
                    <a:pt x="1669181" y="3291506"/>
                  </a:lnTo>
                  <a:lnTo>
                    <a:pt x="1669181" y="3291075"/>
                  </a:lnTo>
                  <a:lnTo>
                    <a:pt x="1669299" y="3291075"/>
                  </a:lnTo>
                  <a:lnTo>
                    <a:pt x="1669299" y="3290645"/>
                  </a:lnTo>
                  <a:lnTo>
                    <a:pt x="1669416" y="3290645"/>
                  </a:lnTo>
                  <a:lnTo>
                    <a:pt x="1669534" y="3290645"/>
                  </a:lnTo>
                  <a:lnTo>
                    <a:pt x="1669534" y="3290214"/>
                  </a:lnTo>
                  <a:lnTo>
                    <a:pt x="1669534" y="3289784"/>
                  </a:lnTo>
                  <a:lnTo>
                    <a:pt x="1669652" y="3289784"/>
                  </a:lnTo>
                  <a:lnTo>
                    <a:pt x="1669652" y="3289353"/>
                  </a:lnTo>
                  <a:lnTo>
                    <a:pt x="1669652" y="3288922"/>
                  </a:lnTo>
                  <a:lnTo>
                    <a:pt x="1669652" y="3288492"/>
                  </a:lnTo>
                  <a:lnTo>
                    <a:pt x="1669652" y="3288061"/>
                  </a:lnTo>
                  <a:lnTo>
                    <a:pt x="1669769" y="3288061"/>
                  </a:lnTo>
                  <a:lnTo>
                    <a:pt x="1669887" y="3288061"/>
                  </a:lnTo>
                  <a:lnTo>
                    <a:pt x="1669887" y="3287631"/>
                  </a:lnTo>
                  <a:lnTo>
                    <a:pt x="1670004" y="3287631"/>
                  </a:lnTo>
                  <a:lnTo>
                    <a:pt x="1670004" y="3287200"/>
                  </a:lnTo>
                  <a:lnTo>
                    <a:pt x="1670122" y="3287200"/>
                  </a:lnTo>
                  <a:lnTo>
                    <a:pt x="1670122" y="3286769"/>
                  </a:lnTo>
                  <a:lnTo>
                    <a:pt x="1670240" y="3286769"/>
                  </a:lnTo>
                  <a:lnTo>
                    <a:pt x="1670357" y="3286769"/>
                  </a:lnTo>
                  <a:lnTo>
                    <a:pt x="1670475" y="3286769"/>
                  </a:lnTo>
                  <a:lnTo>
                    <a:pt x="1670593" y="3286769"/>
                  </a:lnTo>
                  <a:lnTo>
                    <a:pt x="1670710" y="3286769"/>
                  </a:lnTo>
                  <a:lnTo>
                    <a:pt x="1670828" y="3286769"/>
                  </a:lnTo>
                  <a:lnTo>
                    <a:pt x="1670828" y="3286339"/>
                  </a:lnTo>
                  <a:lnTo>
                    <a:pt x="1670945" y="3286339"/>
                  </a:lnTo>
                  <a:lnTo>
                    <a:pt x="1671063" y="3286339"/>
                  </a:lnTo>
                  <a:lnTo>
                    <a:pt x="1671181" y="3286339"/>
                  </a:lnTo>
                  <a:lnTo>
                    <a:pt x="1671298" y="3286339"/>
                  </a:lnTo>
                  <a:lnTo>
                    <a:pt x="1671416" y="3286339"/>
                  </a:lnTo>
                  <a:lnTo>
                    <a:pt x="1671533" y="3286339"/>
                  </a:lnTo>
                  <a:lnTo>
                    <a:pt x="1671651" y="3286339"/>
                  </a:lnTo>
                  <a:lnTo>
                    <a:pt x="1671769" y="3286339"/>
                  </a:lnTo>
                  <a:lnTo>
                    <a:pt x="1671886" y="3286339"/>
                  </a:lnTo>
                  <a:lnTo>
                    <a:pt x="1671886" y="3285908"/>
                  </a:lnTo>
                  <a:lnTo>
                    <a:pt x="1672004" y="3285908"/>
                  </a:lnTo>
                  <a:lnTo>
                    <a:pt x="1672122" y="3285908"/>
                  </a:lnTo>
                  <a:lnTo>
                    <a:pt x="1672122" y="3285478"/>
                  </a:lnTo>
                  <a:lnTo>
                    <a:pt x="1672239" y="3285478"/>
                  </a:lnTo>
                  <a:lnTo>
                    <a:pt x="1672239" y="3285047"/>
                  </a:lnTo>
                  <a:lnTo>
                    <a:pt x="1672357" y="3285047"/>
                  </a:lnTo>
                  <a:lnTo>
                    <a:pt x="1672474" y="3285047"/>
                  </a:lnTo>
                  <a:lnTo>
                    <a:pt x="1672592" y="3285047"/>
                  </a:lnTo>
                  <a:lnTo>
                    <a:pt x="1672710" y="3285047"/>
                  </a:lnTo>
                  <a:lnTo>
                    <a:pt x="1672710" y="3284616"/>
                  </a:lnTo>
                  <a:lnTo>
                    <a:pt x="1672710" y="3284186"/>
                  </a:lnTo>
                  <a:lnTo>
                    <a:pt x="1672710" y="3283755"/>
                  </a:lnTo>
                  <a:lnTo>
                    <a:pt x="1672827" y="3283755"/>
                  </a:lnTo>
                  <a:lnTo>
                    <a:pt x="1672945" y="3283755"/>
                  </a:lnTo>
                  <a:lnTo>
                    <a:pt x="1673062" y="3283755"/>
                  </a:lnTo>
                  <a:lnTo>
                    <a:pt x="1673180" y="3283755"/>
                  </a:lnTo>
                  <a:lnTo>
                    <a:pt x="1673298" y="3283755"/>
                  </a:lnTo>
                  <a:lnTo>
                    <a:pt x="1673415" y="3283755"/>
                  </a:lnTo>
                  <a:lnTo>
                    <a:pt x="1673533" y="3283755"/>
                  </a:lnTo>
                  <a:lnTo>
                    <a:pt x="1673533" y="3283325"/>
                  </a:lnTo>
                  <a:lnTo>
                    <a:pt x="1673650" y="3283325"/>
                  </a:lnTo>
                  <a:lnTo>
                    <a:pt x="1673768" y="3283325"/>
                  </a:lnTo>
                  <a:lnTo>
                    <a:pt x="1673886" y="3283325"/>
                  </a:lnTo>
                  <a:lnTo>
                    <a:pt x="1674003" y="3283325"/>
                  </a:lnTo>
                  <a:lnTo>
                    <a:pt x="1674121" y="3283325"/>
                  </a:lnTo>
                  <a:lnTo>
                    <a:pt x="1674121" y="3282894"/>
                  </a:lnTo>
                  <a:lnTo>
                    <a:pt x="1674239" y="3282894"/>
                  </a:lnTo>
                  <a:lnTo>
                    <a:pt x="1674239" y="3282463"/>
                  </a:lnTo>
                  <a:lnTo>
                    <a:pt x="1674356" y="3282463"/>
                  </a:lnTo>
                  <a:lnTo>
                    <a:pt x="1674356" y="3282033"/>
                  </a:lnTo>
                  <a:lnTo>
                    <a:pt x="1674474" y="3282033"/>
                  </a:lnTo>
                  <a:lnTo>
                    <a:pt x="1674474" y="3281602"/>
                  </a:lnTo>
                  <a:lnTo>
                    <a:pt x="1674591" y="3281602"/>
                  </a:lnTo>
                  <a:lnTo>
                    <a:pt x="1674591" y="3281172"/>
                  </a:lnTo>
                  <a:lnTo>
                    <a:pt x="1674709" y="3281172"/>
                  </a:lnTo>
                  <a:lnTo>
                    <a:pt x="1674709" y="3280741"/>
                  </a:lnTo>
                  <a:lnTo>
                    <a:pt x="1674709" y="3280310"/>
                  </a:lnTo>
                  <a:lnTo>
                    <a:pt x="1674827" y="3280310"/>
                  </a:lnTo>
                  <a:lnTo>
                    <a:pt x="1674827" y="3279880"/>
                  </a:lnTo>
                  <a:lnTo>
                    <a:pt x="1674827" y="3279449"/>
                  </a:lnTo>
                  <a:lnTo>
                    <a:pt x="1674827" y="3279019"/>
                  </a:lnTo>
                  <a:lnTo>
                    <a:pt x="1674944" y="3279019"/>
                  </a:lnTo>
                  <a:lnTo>
                    <a:pt x="1675062" y="3279019"/>
                  </a:lnTo>
                  <a:lnTo>
                    <a:pt x="1675062" y="3278588"/>
                  </a:lnTo>
                  <a:lnTo>
                    <a:pt x="1675062" y="3278157"/>
                  </a:lnTo>
                  <a:lnTo>
                    <a:pt x="1675179" y="3278157"/>
                  </a:lnTo>
                  <a:lnTo>
                    <a:pt x="1675179" y="3277727"/>
                  </a:lnTo>
                  <a:lnTo>
                    <a:pt x="1675297" y="3277727"/>
                  </a:lnTo>
                  <a:lnTo>
                    <a:pt x="1675415" y="3277727"/>
                  </a:lnTo>
                  <a:lnTo>
                    <a:pt x="1675415" y="3277296"/>
                  </a:lnTo>
                  <a:lnTo>
                    <a:pt x="1675532" y="3277296"/>
                  </a:lnTo>
                  <a:lnTo>
                    <a:pt x="1675532" y="3276866"/>
                  </a:lnTo>
                  <a:lnTo>
                    <a:pt x="1675532" y="3276435"/>
                  </a:lnTo>
                  <a:lnTo>
                    <a:pt x="1675650" y="3276435"/>
                  </a:lnTo>
                  <a:lnTo>
                    <a:pt x="1675768" y="3276435"/>
                  </a:lnTo>
                  <a:lnTo>
                    <a:pt x="1675885" y="3276435"/>
                  </a:lnTo>
                  <a:lnTo>
                    <a:pt x="1676003" y="3276435"/>
                  </a:lnTo>
                  <a:lnTo>
                    <a:pt x="1676120" y="3276435"/>
                  </a:lnTo>
                  <a:lnTo>
                    <a:pt x="1676120" y="3276004"/>
                  </a:lnTo>
                  <a:lnTo>
                    <a:pt x="1676238" y="3276004"/>
                  </a:lnTo>
                  <a:lnTo>
                    <a:pt x="1676238" y="3275574"/>
                  </a:lnTo>
                  <a:lnTo>
                    <a:pt x="1676356" y="3275574"/>
                  </a:lnTo>
                  <a:lnTo>
                    <a:pt x="1676356" y="3275143"/>
                  </a:lnTo>
                  <a:lnTo>
                    <a:pt x="1676473" y="3275143"/>
                  </a:lnTo>
                  <a:lnTo>
                    <a:pt x="1676591" y="3275143"/>
                  </a:lnTo>
                  <a:lnTo>
                    <a:pt x="1676708" y="3275143"/>
                  </a:lnTo>
                  <a:lnTo>
                    <a:pt x="1676826" y="3275143"/>
                  </a:lnTo>
                  <a:lnTo>
                    <a:pt x="1676944" y="3275143"/>
                  </a:lnTo>
                  <a:lnTo>
                    <a:pt x="1677061" y="3275143"/>
                  </a:lnTo>
                  <a:lnTo>
                    <a:pt x="1677061" y="3274713"/>
                  </a:lnTo>
                  <a:lnTo>
                    <a:pt x="1677179" y="3274713"/>
                  </a:lnTo>
                  <a:lnTo>
                    <a:pt x="1677297" y="3274713"/>
                  </a:lnTo>
                  <a:lnTo>
                    <a:pt x="1677414" y="3274713"/>
                  </a:lnTo>
                  <a:lnTo>
                    <a:pt x="1677532" y="3274713"/>
                  </a:lnTo>
                  <a:lnTo>
                    <a:pt x="1677649" y="3274713"/>
                  </a:lnTo>
                  <a:lnTo>
                    <a:pt x="1677649" y="3274282"/>
                  </a:lnTo>
                  <a:lnTo>
                    <a:pt x="1677767" y="3274282"/>
                  </a:lnTo>
                  <a:lnTo>
                    <a:pt x="1677885" y="3274282"/>
                  </a:lnTo>
                  <a:lnTo>
                    <a:pt x="1678002" y="3274282"/>
                  </a:lnTo>
                  <a:lnTo>
                    <a:pt x="1678002" y="3273851"/>
                  </a:lnTo>
                  <a:lnTo>
                    <a:pt x="1678002" y="3273421"/>
                  </a:lnTo>
                  <a:lnTo>
                    <a:pt x="1678120" y="3273421"/>
                  </a:lnTo>
                  <a:lnTo>
                    <a:pt x="1678237" y="3273421"/>
                  </a:lnTo>
                  <a:lnTo>
                    <a:pt x="1678355" y="3273421"/>
                  </a:lnTo>
                  <a:lnTo>
                    <a:pt x="1678355" y="3272990"/>
                  </a:lnTo>
                  <a:lnTo>
                    <a:pt x="1678355" y="3272560"/>
                  </a:lnTo>
                  <a:lnTo>
                    <a:pt x="1678473" y="3272560"/>
                  </a:lnTo>
                  <a:lnTo>
                    <a:pt x="1678590" y="3272560"/>
                  </a:lnTo>
                  <a:lnTo>
                    <a:pt x="1678590" y="3272129"/>
                  </a:lnTo>
                  <a:lnTo>
                    <a:pt x="1678708" y="3272129"/>
                  </a:lnTo>
                  <a:lnTo>
                    <a:pt x="1678826" y="3272129"/>
                  </a:lnTo>
                  <a:lnTo>
                    <a:pt x="1678943" y="3272129"/>
                  </a:lnTo>
                  <a:lnTo>
                    <a:pt x="1679061" y="3272129"/>
                  </a:lnTo>
                  <a:lnTo>
                    <a:pt x="1679061" y="3271698"/>
                  </a:lnTo>
                  <a:lnTo>
                    <a:pt x="1679178" y="3271698"/>
                  </a:lnTo>
                  <a:lnTo>
                    <a:pt x="1679296" y="3271698"/>
                  </a:lnTo>
                  <a:lnTo>
                    <a:pt x="1679414" y="3271698"/>
                  </a:lnTo>
                  <a:lnTo>
                    <a:pt x="1679531" y="3271698"/>
                  </a:lnTo>
                  <a:lnTo>
                    <a:pt x="1679649" y="3271698"/>
                  </a:lnTo>
                  <a:lnTo>
                    <a:pt x="1679766" y="3271698"/>
                  </a:lnTo>
                  <a:lnTo>
                    <a:pt x="1679884" y="3271698"/>
                  </a:lnTo>
                  <a:lnTo>
                    <a:pt x="1680002" y="3271698"/>
                  </a:lnTo>
                  <a:lnTo>
                    <a:pt x="1680119" y="3271698"/>
                  </a:lnTo>
                  <a:lnTo>
                    <a:pt x="1680119" y="3271268"/>
                  </a:lnTo>
                  <a:lnTo>
                    <a:pt x="1680237" y="3271268"/>
                  </a:lnTo>
                  <a:lnTo>
                    <a:pt x="1680355" y="3271268"/>
                  </a:lnTo>
                  <a:lnTo>
                    <a:pt x="1680472" y="3271268"/>
                  </a:lnTo>
                  <a:lnTo>
                    <a:pt x="1680590" y="3271268"/>
                  </a:lnTo>
                  <a:lnTo>
                    <a:pt x="1680707" y="3271268"/>
                  </a:lnTo>
                  <a:lnTo>
                    <a:pt x="1680825" y="3271268"/>
                  </a:lnTo>
                  <a:lnTo>
                    <a:pt x="1680943" y="3271268"/>
                  </a:lnTo>
                  <a:lnTo>
                    <a:pt x="1680943" y="3270837"/>
                  </a:lnTo>
                  <a:lnTo>
                    <a:pt x="1680943" y="3270407"/>
                  </a:lnTo>
                  <a:lnTo>
                    <a:pt x="1681060" y="3270407"/>
                  </a:lnTo>
                  <a:lnTo>
                    <a:pt x="1681178" y="3270407"/>
                  </a:lnTo>
                  <a:lnTo>
                    <a:pt x="1681178" y="3269976"/>
                  </a:lnTo>
                  <a:lnTo>
                    <a:pt x="1681295" y="3269976"/>
                  </a:lnTo>
                  <a:lnTo>
                    <a:pt x="1681295" y="3269545"/>
                  </a:lnTo>
                  <a:lnTo>
                    <a:pt x="1681295" y="3269115"/>
                  </a:lnTo>
                  <a:lnTo>
                    <a:pt x="1681295" y="3268684"/>
                  </a:lnTo>
                  <a:lnTo>
                    <a:pt x="1681295" y="3268254"/>
                  </a:lnTo>
                  <a:lnTo>
                    <a:pt x="1681413" y="3268254"/>
                  </a:lnTo>
                  <a:lnTo>
                    <a:pt x="1681413" y="3267823"/>
                  </a:lnTo>
                  <a:lnTo>
                    <a:pt x="1681531" y="3267823"/>
                  </a:lnTo>
                  <a:lnTo>
                    <a:pt x="1681648" y="3267823"/>
                  </a:lnTo>
                  <a:lnTo>
                    <a:pt x="1681648" y="3267392"/>
                  </a:lnTo>
                  <a:lnTo>
                    <a:pt x="1681766" y="3267392"/>
                  </a:lnTo>
                  <a:lnTo>
                    <a:pt x="1681883" y="3267392"/>
                  </a:lnTo>
                  <a:lnTo>
                    <a:pt x="1681883" y="3266962"/>
                  </a:lnTo>
                  <a:lnTo>
                    <a:pt x="1681883" y="3266531"/>
                  </a:lnTo>
                  <a:lnTo>
                    <a:pt x="1682001" y="3266531"/>
                  </a:lnTo>
                  <a:lnTo>
                    <a:pt x="1682119" y="3266531"/>
                  </a:lnTo>
                  <a:lnTo>
                    <a:pt x="1682236" y="3266531"/>
                  </a:lnTo>
                  <a:lnTo>
                    <a:pt x="1682354" y="3266531"/>
                  </a:lnTo>
                  <a:lnTo>
                    <a:pt x="1682472" y="3266531"/>
                  </a:lnTo>
                  <a:lnTo>
                    <a:pt x="1682472" y="3266101"/>
                  </a:lnTo>
                  <a:lnTo>
                    <a:pt x="1682589" y="3266101"/>
                  </a:lnTo>
                  <a:lnTo>
                    <a:pt x="1682589" y="3265670"/>
                  </a:lnTo>
                  <a:lnTo>
                    <a:pt x="1682589" y="3265239"/>
                  </a:lnTo>
                  <a:lnTo>
                    <a:pt x="1682707" y="3265239"/>
                  </a:lnTo>
                  <a:lnTo>
                    <a:pt x="1682824" y="3265239"/>
                  </a:lnTo>
                  <a:lnTo>
                    <a:pt x="1682942" y="3265239"/>
                  </a:lnTo>
                  <a:lnTo>
                    <a:pt x="1682942" y="3264809"/>
                  </a:lnTo>
                  <a:lnTo>
                    <a:pt x="1683060" y="3264809"/>
                  </a:lnTo>
                  <a:lnTo>
                    <a:pt x="1683177" y="3264809"/>
                  </a:lnTo>
                  <a:lnTo>
                    <a:pt x="1683295" y="3264809"/>
                  </a:lnTo>
                  <a:lnTo>
                    <a:pt x="1683412" y="3264809"/>
                  </a:lnTo>
                  <a:lnTo>
                    <a:pt x="1683530" y="3264809"/>
                  </a:lnTo>
                  <a:lnTo>
                    <a:pt x="1683648" y="3264809"/>
                  </a:lnTo>
                  <a:lnTo>
                    <a:pt x="1683648" y="3264378"/>
                  </a:lnTo>
                  <a:lnTo>
                    <a:pt x="1683765" y="3264378"/>
                  </a:lnTo>
                  <a:lnTo>
                    <a:pt x="1683765" y="3263948"/>
                  </a:lnTo>
                  <a:lnTo>
                    <a:pt x="1683883" y="3263948"/>
                  </a:lnTo>
                  <a:lnTo>
                    <a:pt x="1684001" y="3263948"/>
                  </a:lnTo>
                  <a:lnTo>
                    <a:pt x="1684118" y="3263948"/>
                  </a:lnTo>
                  <a:lnTo>
                    <a:pt x="1684236" y="3263948"/>
                  </a:lnTo>
                  <a:lnTo>
                    <a:pt x="1684353" y="3263948"/>
                  </a:lnTo>
                  <a:lnTo>
                    <a:pt x="1684471" y="3263948"/>
                  </a:lnTo>
                  <a:lnTo>
                    <a:pt x="1684589" y="3263948"/>
                  </a:lnTo>
                  <a:lnTo>
                    <a:pt x="1684706" y="3263948"/>
                  </a:lnTo>
                  <a:lnTo>
                    <a:pt x="1684824" y="3263948"/>
                  </a:lnTo>
                  <a:lnTo>
                    <a:pt x="1684941" y="3263948"/>
                  </a:lnTo>
                  <a:lnTo>
                    <a:pt x="1685059" y="3263948"/>
                  </a:lnTo>
                  <a:lnTo>
                    <a:pt x="1685177" y="3263948"/>
                  </a:lnTo>
                  <a:lnTo>
                    <a:pt x="1685294" y="3263948"/>
                  </a:lnTo>
                  <a:lnTo>
                    <a:pt x="1685412" y="3263948"/>
                  </a:lnTo>
                  <a:lnTo>
                    <a:pt x="1685530" y="3263948"/>
                  </a:lnTo>
                  <a:lnTo>
                    <a:pt x="1685647" y="3263948"/>
                  </a:lnTo>
                  <a:lnTo>
                    <a:pt x="1685765" y="3263948"/>
                  </a:lnTo>
                  <a:lnTo>
                    <a:pt x="1685882" y="3263948"/>
                  </a:lnTo>
                  <a:lnTo>
                    <a:pt x="1686000" y="3263948"/>
                  </a:lnTo>
                  <a:lnTo>
                    <a:pt x="1686000" y="3263517"/>
                  </a:lnTo>
                  <a:lnTo>
                    <a:pt x="1686000" y="3263086"/>
                  </a:lnTo>
                  <a:lnTo>
                    <a:pt x="1686118" y="3263086"/>
                  </a:lnTo>
                  <a:lnTo>
                    <a:pt x="1686235" y="3263086"/>
                  </a:lnTo>
                  <a:lnTo>
                    <a:pt x="1686353" y="3263086"/>
                  </a:lnTo>
                  <a:lnTo>
                    <a:pt x="1686470" y="3263086"/>
                  </a:lnTo>
                  <a:lnTo>
                    <a:pt x="1686588" y="3263086"/>
                  </a:lnTo>
                  <a:lnTo>
                    <a:pt x="1686706" y="3263086"/>
                  </a:lnTo>
                  <a:lnTo>
                    <a:pt x="1686823" y="3263086"/>
                  </a:lnTo>
                  <a:lnTo>
                    <a:pt x="1686823" y="3262656"/>
                  </a:lnTo>
                  <a:lnTo>
                    <a:pt x="1686941" y="3262656"/>
                  </a:lnTo>
                  <a:lnTo>
                    <a:pt x="1687059" y="3262656"/>
                  </a:lnTo>
                  <a:lnTo>
                    <a:pt x="1687176" y="3262656"/>
                  </a:lnTo>
                  <a:lnTo>
                    <a:pt x="1687176" y="3262225"/>
                  </a:lnTo>
                  <a:lnTo>
                    <a:pt x="1687176" y="3261795"/>
                  </a:lnTo>
                  <a:lnTo>
                    <a:pt x="1687294" y="3261795"/>
                  </a:lnTo>
                  <a:lnTo>
                    <a:pt x="1687411" y="3261795"/>
                  </a:lnTo>
                  <a:lnTo>
                    <a:pt x="1687529" y="3261795"/>
                  </a:lnTo>
                  <a:lnTo>
                    <a:pt x="1687529" y="3261364"/>
                  </a:lnTo>
                  <a:lnTo>
                    <a:pt x="1687647" y="3261364"/>
                  </a:lnTo>
                  <a:lnTo>
                    <a:pt x="1687764" y="3261364"/>
                  </a:lnTo>
                  <a:lnTo>
                    <a:pt x="1687882" y="3261364"/>
                  </a:lnTo>
                  <a:lnTo>
                    <a:pt x="1687882" y="3260933"/>
                  </a:lnTo>
                  <a:lnTo>
                    <a:pt x="1687882" y="3260503"/>
                  </a:lnTo>
                  <a:lnTo>
                    <a:pt x="1687882" y="3260072"/>
                  </a:lnTo>
                  <a:lnTo>
                    <a:pt x="1687999" y="3260072"/>
                  </a:lnTo>
                  <a:lnTo>
                    <a:pt x="1688117" y="3260072"/>
                  </a:lnTo>
                  <a:lnTo>
                    <a:pt x="1688235" y="3260072"/>
                  </a:lnTo>
                  <a:lnTo>
                    <a:pt x="1688352" y="3260072"/>
                  </a:lnTo>
                  <a:lnTo>
                    <a:pt x="1688470" y="3260072"/>
                  </a:lnTo>
                  <a:lnTo>
                    <a:pt x="1688588" y="3260072"/>
                  </a:lnTo>
                  <a:lnTo>
                    <a:pt x="1688705" y="3260072"/>
                  </a:lnTo>
                  <a:lnTo>
                    <a:pt x="1688823" y="3260072"/>
                  </a:lnTo>
                  <a:lnTo>
                    <a:pt x="1688940" y="3260072"/>
                  </a:lnTo>
                  <a:lnTo>
                    <a:pt x="1689058" y="3260072"/>
                  </a:lnTo>
                  <a:lnTo>
                    <a:pt x="1689058" y="3259642"/>
                  </a:lnTo>
                  <a:lnTo>
                    <a:pt x="1689176" y="3259642"/>
                  </a:lnTo>
                  <a:lnTo>
                    <a:pt x="1689293" y="3259642"/>
                  </a:lnTo>
                  <a:lnTo>
                    <a:pt x="1689293" y="3259211"/>
                  </a:lnTo>
                  <a:lnTo>
                    <a:pt x="1689293" y="3258780"/>
                  </a:lnTo>
                  <a:lnTo>
                    <a:pt x="1689411" y="3258780"/>
                  </a:lnTo>
                  <a:lnTo>
                    <a:pt x="1689528" y="3258780"/>
                  </a:lnTo>
                  <a:lnTo>
                    <a:pt x="1689646" y="3258780"/>
                  </a:lnTo>
                  <a:lnTo>
                    <a:pt x="1689764" y="3258780"/>
                  </a:lnTo>
                  <a:lnTo>
                    <a:pt x="1689881" y="3258780"/>
                  </a:lnTo>
                  <a:lnTo>
                    <a:pt x="1689881" y="3258350"/>
                  </a:lnTo>
                  <a:lnTo>
                    <a:pt x="1689999" y="3258350"/>
                  </a:lnTo>
                  <a:lnTo>
                    <a:pt x="1690116" y="3258350"/>
                  </a:lnTo>
                  <a:lnTo>
                    <a:pt x="1690234" y="3258350"/>
                  </a:lnTo>
                  <a:lnTo>
                    <a:pt x="1690352" y="3258350"/>
                  </a:lnTo>
                  <a:lnTo>
                    <a:pt x="1690469" y="3258350"/>
                  </a:lnTo>
                  <a:lnTo>
                    <a:pt x="1690469" y="3257919"/>
                  </a:lnTo>
                  <a:lnTo>
                    <a:pt x="1690587" y="3257919"/>
                  </a:lnTo>
                  <a:lnTo>
                    <a:pt x="1690587" y="3257489"/>
                  </a:lnTo>
                  <a:lnTo>
                    <a:pt x="1690705" y="3257489"/>
                  </a:lnTo>
                  <a:lnTo>
                    <a:pt x="1690705" y="3257058"/>
                  </a:lnTo>
                  <a:lnTo>
                    <a:pt x="1690822" y="3257058"/>
                  </a:lnTo>
                  <a:lnTo>
                    <a:pt x="1690822" y="3256627"/>
                  </a:lnTo>
                  <a:lnTo>
                    <a:pt x="1690940" y="3256627"/>
                  </a:lnTo>
                  <a:lnTo>
                    <a:pt x="1690940" y="3256197"/>
                  </a:lnTo>
                  <a:lnTo>
                    <a:pt x="1690940" y="3255766"/>
                  </a:lnTo>
                  <a:lnTo>
                    <a:pt x="1691057" y="3255766"/>
                  </a:lnTo>
                  <a:lnTo>
                    <a:pt x="1691057" y="3255336"/>
                  </a:lnTo>
                  <a:lnTo>
                    <a:pt x="1691175" y="3255336"/>
                  </a:lnTo>
                  <a:lnTo>
                    <a:pt x="1691293" y="3255336"/>
                  </a:lnTo>
                  <a:lnTo>
                    <a:pt x="1691410" y="3255336"/>
                  </a:lnTo>
                  <a:lnTo>
                    <a:pt x="1691528" y="3255336"/>
                  </a:lnTo>
                  <a:lnTo>
                    <a:pt x="1691645" y="3255336"/>
                  </a:lnTo>
                  <a:lnTo>
                    <a:pt x="1691763" y="3255336"/>
                  </a:lnTo>
                  <a:lnTo>
                    <a:pt x="1691881" y="3255336"/>
                  </a:lnTo>
                  <a:lnTo>
                    <a:pt x="1691998" y="3255336"/>
                  </a:lnTo>
                  <a:lnTo>
                    <a:pt x="1692116" y="3255336"/>
                  </a:lnTo>
                  <a:lnTo>
                    <a:pt x="1692116" y="3254905"/>
                  </a:lnTo>
                  <a:lnTo>
                    <a:pt x="1692116" y="3254474"/>
                  </a:lnTo>
                  <a:lnTo>
                    <a:pt x="1692234" y="3254474"/>
                  </a:lnTo>
                  <a:lnTo>
                    <a:pt x="1692351" y="3254474"/>
                  </a:lnTo>
                  <a:lnTo>
                    <a:pt x="1692469" y="3254474"/>
                  </a:lnTo>
                  <a:lnTo>
                    <a:pt x="1692469" y="3254044"/>
                  </a:lnTo>
                  <a:lnTo>
                    <a:pt x="1692469" y="3253613"/>
                  </a:lnTo>
                  <a:lnTo>
                    <a:pt x="1692586" y="3253613"/>
                  </a:lnTo>
                  <a:lnTo>
                    <a:pt x="1692586" y="3253183"/>
                  </a:lnTo>
                  <a:lnTo>
                    <a:pt x="1692704" y="3253183"/>
                  </a:lnTo>
                  <a:lnTo>
                    <a:pt x="1692822" y="3253183"/>
                  </a:lnTo>
                  <a:lnTo>
                    <a:pt x="1692939" y="3253183"/>
                  </a:lnTo>
                  <a:lnTo>
                    <a:pt x="1692939" y="3252752"/>
                  </a:lnTo>
                  <a:lnTo>
                    <a:pt x="1693057" y="3252752"/>
                  </a:lnTo>
                  <a:lnTo>
                    <a:pt x="1693174" y="3252752"/>
                  </a:lnTo>
                  <a:lnTo>
                    <a:pt x="1693292" y="3252752"/>
                  </a:lnTo>
                  <a:lnTo>
                    <a:pt x="1693410" y="3252752"/>
                  </a:lnTo>
                  <a:lnTo>
                    <a:pt x="1693410" y="3252321"/>
                  </a:lnTo>
                  <a:lnTo>
                    <a:pt x="1693527" y="3252321"/>
                  </a:lnTo>
                  <a:lnTo>
                    <a:pt x="1693645" y="3252321"/>
                  </a:lnTo>
                  <a:lnTo>
                    <a:pt x="1693645" y="3251891"/>
                  </a:lnTo>
                  <a:lnTo>
                    <a:pt x="1693763" y="3251891"/>
                  </a:lnTo>
                  <a:lnTo>
                    <a:pt x="1693880" y="3251891"/>
                  </a:lnTo>
                  <a:lnTo>
                    <a:pt x="1693880" y="3251460"/>
                  </a:lnTo>
                  <a:lnTo>
                    <a:pt x="1693998" y="3251460"/>
                  </a:lnTo>
                  <a:lnTo>
                    <a:pt x="1694115" y="3251460"/>
                  </a:lnTo>
                  <a:lnTo>
                    <a:pt x="1694233" y="3251460"/>
                  </a:lnTo>
                  <a:lnTo>
                    <a:pt x="1694233" y="3251030"/>
                  </a:lnTo>
                  <a:lnTo>
                    <a:pt x="1694233" y="3250599"/>
                  </a:lnTo>
                  <a:lnTo>
                    <a:pt x="1694233" y="3250168"/>
                  </a:lnTo>
                  <a:lnTo>
                    <a:pt x="1694351" y="3250168"/>
                  </a:lnTo>
                  <a:lnTo>
                    <a:pt x="1694468" y="3250168"/>
                  </a:lnTo>
                  <a:lnTo>
                    <a:pt x="1694586" y="3250168"/>
                  </a:lnTo>
                  <a:lnTo>
                    <a:pt x="1694703" y="3250168"/>
                  </a:lnTo>
                  <a:lnTo>
                    <a:pt x="1694821" y="3250168"/>
                  </a:lnTo>
                  <a:lnTo>
                    <a:pt x="1694939" y="3250168"/>
                  </a:lnTo>
                  <a:lnTo>
                    <a:pt x="1694939" y="3249738"/>
                  </a:lnTo>
                  <a:lnTo>
                    <a:pt x="1694939" y="3249307"/>
                  </a:lnTo>
                  <a:lnTo>
                    <a:pt x="1695056" y="3249307"/>
                  </a:lnTo>
                  <a:lnTo>
                    <a:pt x="1695174" y="3249307"/>
                  </a:lnTo>
                  <a:lnTo>
                    <a:pt x="1695292" y="3249307"/>
                  </a:lnTo>
                  <a:lnTo>
                    <a:pt x="1695409" y="3249307"/>
                  </a:lnTo>
                  <a:lnTo>
                    <a:pt x="1695527" y="3249307"/>
                  </a:lnTo>
                  <a:lnTo>
                    <a:pt x="1695644" y="3249307"/>
                  </a:lnTo>
                  <a:lnTo>
                    <a:pt x="1695644" y="3248877"/>
                  </a:lnTo>
                  <a:lnTo>
                    <a:pt x="1695762" y="3248877"/>
                  </a:lnTo>
                  <a:lnTo>
                    <a:pt x="1695880" y="3248877"/>
                  </a:lnTo>
                  <a:lnTo>
                    <a:pt x="1695997" y="3248877"/>
                  </a:lnTo>
                  <a:lnTo>
                    <a:pt x="1695997" y="3248446"/>
                  </a:lnTo>
                  <a:lnTo>
                    <a:pt x="1696115" y="3248446"/>
                  </a:lnTo>
                  <a:lnTo>
                    <a:pt x="1696232" y="3248446"/>
                  </a:lnTo>
                  <a:lnTo>
                    <a:pt x="1696350" y="3248446"/>
                  </a:lnTo>
                  <a:lnTo>
                    <a:pt x="1696468" y="3248446"/>
                  </a:lnTo>
                  <a:lnTo>
                    <a:pt x="1696468" y="3248015"/>
                  </a:lnTo>
                  <a:lnTo>
                    <a:pt x="1696585" y="3248015"/>
                  </a:lnTo>
                  <a:lnTo>
                    <a:pt x="1696703" y="3248015"/>
                  </a:lnTo>
                  <a:lnTo>
                    <a:pt x="1696820" y="3248015"/>
                  </a:lnTo>
                  <a:lnTo>
                    <a:pt x="1696938" y="3248015"/>
                  </a:lnTo>
                  <a:lnTo>
                    <a:pt x="1697056" y="3248015"/>
                  </a:lnTo>
                  <a:lnTo>
                    <a:pt x="1697056" y="3247585"/>
                  </a:lnTo>
                  <a:lnTo>
                    <a:pt x="1697173" y="3247585"/>
                  </a:lnTo>
                  <a:lnTo>
                    <a:pt x="1697291" y="3247585"/>
                  </a:lnTo>
                  <a:lnTo>
                    <a:pt x="1697291" y="3247154"/>
                  </a:lnTo>
                  <a:lnTo>
                    <a:pt x="1697409" y="3247154"/>
                  </a:lnTo>
                  <a:lnTo>
                    <a:pt x="1697526" y="3247154"/>
                  </a:lnTo>
                  <a:lnTo>
                    <a:pt x="1697644" y="3247154"/>
                  </a:lnTo>
                  <a:lnTo>
                    <a:pt x="1697644" y="3246724"/>
                  </a:lnTo>
                  <a:lnTo>
                    <a:pt x="1697644" y="3246293"/>
                  </a:lnTo>
                  <a:lnTo>
                    <a:pt x="1697644" y="3245862"/>
                  </a:lnTo>
                  <a:lnTo>
                    <a:pt x="1697644" y="3245432"/>
                  </a:lnTo>
                  <a:lnTo>
                    <a:pt x="1697761" y="3245432"/>
                  </a:lnTo>
                  <a:lnTo>
                    <a:pt x="1697879" y="3245432"/>
                  </a:lnTo>
                  <a:lnTo>
                    <a:pt x="1697997" y="3245432"/>
                  </a:lnTo>
                  <a:lnTo>
                    <a:pt x="1698114" y="3245432"/>
                  </a:lnTo>
                  <a:lnTo>
                    <a:pt x="1698232" y="3245432"/>
                  </a:lnTo>
                  <a:lnTo>
                    <a:pt x="1698232" y="3245001"/>
                  </a:lnTo>
                  <a:lnTo>
                    <a:pt x="1698349" y="3245001"/>
                  </a:lnTo>
                  <a:lnTo>
                    <a:pt x="1698467" y="3245001"/>
                  </a:lnTo>
                  <a:lnTo>
                    <a:pt x="1698585" y="3245001"/>
                  </a:lnTo>
                  <a:lnTo>
                    <a:pt x="1698585" y="3244571"/>
                  </a:lnTo>
                  <a:lnTo>
                    <a:pt x="1698585" y="3244140"/>
                  </a:lnTo>
                  <a:lnTo>
                    <a:pt x="1698585" y="3243709"/>
                  </a:lnTo>
                  <a:lnTo>
                    <a:pt x="1698585" y="3243279"/>
                  </a:lnTo>
                  <a:lnTo>
                    <a:pt x="1698702" y="3243279"/>
                  </a:lnTo>
                  <a:lnTo>
                    <a:pt x="1698702" y="3242848"/>
                  </a:lnTo>
                  <a:lnTo>
                    <a:pt x="1698820" y="3242848"/>
                  </a:lnTo>
                  <a:lnTo>
                    <a:pt x="1698938" y="3242848"/>
                  </a:lnTo>
                  <a:lnTo>
                    <a:pt x="1699055" y="3242848"/>
                  </a:lnTo>
                  <a:lnTo>
                    <a:pt x="1699173" y="3242848"/>
                  </a:lnTo>
                  <a:lnTo>
                    <a:pt x="1699173" y="3242418"/>
                  </a:lnTo>
                  <a:lnTo>
                    <a:pt x="1699290" y="3242418"/>
                  </a:lnTo>
                  <a:lnTo>
                    <a:pt x="1699290" y="3241987"/>
                  </a:lnTo>
                  <a:lnTo>
                    <a:pt x="1699290" y="3241556"/>
                  </a:lnTo>
                  <a:lnTo>
                    <a:pt x="1699408" y="3241556"/>
                  </a:lnTo>
                  <a:lnTo>
                    <a:pt x="1699526" y="3241556"/>
                  </a:lnTo>
                  <a:lnTo>
                    <a:pt x="1699643" y="3241556"/>
                  </a:lnTo>
                  <a:lnTo>
                    <a:pt x="1699643" y="3241126"/>
                  </a:lnTo>
                  <a:lnTo>
                    <a:pt x="1699761" y="3241126"/>
                  </a:lnTo>
                  <a:lnTo>
                    <a:pt x="1699878" y="3241126"/>
                  </a:lnTo>
                  <a:lnTo>
                    <a:pt x="1699996" y="3241126"/>
                  </a:lnTo>
                  <a:lnTo>
                    <a:pt x="1700114" y="3241126"/>
                  </a:lnTo>
                  <a:lnTo>
                    <a:pt x="1700114" y="3240695"/>
                  </a:lnTo>
                  <a:lnTo>
                    <a:pt x="1700114" y="3240265"/>
                  </a:lnTo>
                  <a:lnTo>
                    <a:pt x="1700231" y="3240265"/>
                  </a:lnTo>
                  <a:lnTo>
                    <a:pt x="1700349" y="3240265"/>
                  </a:lnTo>
                  <a:lnTo>
                    <a:pt x="1700467" y="3240265"/>
                  </a:lnTo>
                  <a:lnTo>
                    <a:pt x="1700467" y="3239834"/>
                  </a:lnTo>
                  <a:lnTo>
                    <a:pt x="1700467" y="3239403"/>
                  </a:lnTo>
                  <a:lnTo>
                    <a:pt x="1700584" y="3239403"/>
                  </a:lnTo>
                  <a:lnTo>
                    <a:pt x="1700584" y="3238973"/>
                  </a:lnTo>
                  <a:lnTo>
                    <a:pt x="1700584" y="3238542"/>
                  </a:lnTo>
                  <a:lnTo>
                    <a:pt x="1700702" y="3238542"/>
                  </a:lnTo>
                  <a:lnTo>
                    <a:pt x="1700819" y="3238542"/>
                  </a:lnTo>
                  <a:lnTo>
                    <a:pt x="1700937" y="3238542"/>
                  </a:lnTo>
                  <a:lnTo>
                    <a:pt x="1700937" y="3238112"/>
                  </a:lnTo>
                  <a:lnTo>
                    <a:pt x="1701055" y="3238112"/>
                  </a:lnTo>
                  <a:lnTo>
                    <a:pt x="1701172" y="3238112"/>
                  </a:lnTo>
                  <a:lnTo>
                    <a:pt x="1701290" y="3238112"/>
                  </a:lnTo>
                  <a:lnTo>
                    <a:pt x="1701407" y="3238112"/>
                  </a:lnTo>
                  <a:lnTo>
                    <a:pt x="1701525" y="3238112"/>
                  </a:lnTo>
                  <a:lnTo>
                    <a:pt x="1701643" y="3238112"/>
                  </a:lnTo>
                  <a:lnTo>
                    <a:pt x="1701760" y="3238112"/>
                  </a:lnTo>
                  <a:lnTo>
                    <a:pt x="1701878" y="3238112"/>
                  </a:lnTo>
                  <a:lnTo>
                    <a:pt x="1701996" y="3238112"/>
                  </a:lnTo>
                  <a:lnTo>
                    <a:pt x="1702113" y="3238112"/>
                  </a:lnTo>
                  <a:lnTo>
                    <a:pt x="1702231" y="3238112"/>
                  </a:lnTo>
                  <a:lnTo>
                    <a:pt x="1702231" y="3237681"/>
                  </a:lnTo>
                  <a:lnTo>
                    <a:pt x="1702348" y="3237681"/>
                  </a:lnTo>
                  <a:lnTo>
                    <a:pt x="1702348" y="3237250"/>
                  </a:lnTo>
                  <a:lnTo>
                    <a:pt x="1702466" y="3237250"/>
                  </a:lnTo>
                  <a:lnTo>
                    <a:pt x="1702584" y="3237250"/>
                  </a:lnTo>
                  <a:lnTo>
                    <a:pt x="1702701" y="3237250"/>
                  </a:lnTo>
                  <a:lnTo>
                    <a:pt x="1702701" y="3236820"/>
                  </a:lnTo>
                  <a:lnTo>
                    <a:pt x="1702819" y="3236820"/>
                  </a:lnTo>
                  <a:lnTo>
                    <a:pt x="1702819" y="3236389"/>
                  </a:lnTo>
                  <a:lnTo>
                    <a:pt x="1702936" y="3236389"/>
                  </a:lnTo>
                  <a:lnTo>
                    <a:pt x="1703054" y="3236389"/>
                  </a:lnTo>
                  <a:lnTo>
                    <a:pt x="1703172" y="3236389"/>
                  </a:lnTo>
                  <a:lnTo>
                    <a:pt x="1703172" y="3235959"/>
                  </a:lnTo>
                  <a:lnTo>
                    <a:pt x="1703172" y="3235528"/>
                  </a:lnTo>
                  <a:lnTo>
                    <a:pt x="1703289" y="3235528"/>
                  </a:lnTo>
                  <a:lnTo>
                    <a:pt x="1703289" y="3235097"/>
                  </a:lnTo>
                  <a:lnTo>
                    <a:pt x="1703407" y="3235097"/>
                  </a:lnTo>
                  <a:lnTo>
                    <a:pt x="1703525" y="3235097"/>
                  </a:lnTo>
                  <a:lnTo>
                    <a:pt x="1703525" y="3234667"/>
                  </a:lnTo>
                  <a:lnTo>
                    <a:pt x="1703642" y="3234667"/>
                  </a:lnTo>
                  <a:lnTo>
                    <a:pt x="1703642" y="3234236"/>
                  </a:lnTo>
                  <a:lnTo>
                    <a:pt x="1703760" y="3234236"/>
                  </a:lnTo>
                  <a:lnTo>
                    <a:pt x="1703760" y="3233806"/>
                  </a:lnTo>
                  <a:lnTo>
                    <a:pt x="1703760" y="3233375"/>
                  </a:lnTo>
                  <a:lnTo>
                    <a:pt x="1703877" y="3233375"/>
                  </a:lnTo>
                  <a:lnTo>
                    <a:pt x="1703995" y="3233375"/>
                  </a:lnTo>
                  <a:lnTo>
                    <a:pt x="1704113" y="3233375"/>
                  </a:lnTo>
                  <a:lnTo>
                    <a:pt x="1704230" y="3233375"/>
                  </a:lnTo>
                  <a:lnTo>
                    <a:pt x="1704230" y="3232944"/>
                  </a:lnTo>
                  <a:lnTo>
                    <a:pt x="1704348" y="3232944"/>
                  </a:lnTo>
                  <a:lnTo>
                    <a:pt x="1704348" y="3232514"/>
                  </a:lnTo>
                  <a:lnTo>
                    <a:pt x="1704465" y="3232514"/>
                  </a:lnTo>
                  <a:lnTo>
                    <a:pt x="1704583" y="3232514"/>
                  </a:lnTo>
                  <a:lnTo>
                    <a:pt x="1704701" y="3232514"/>
                  </a:lnTo>
                  <a:lnTo>
                    <a:pt x="1704701" y="3232083"/>
                  </a:lnTo>
                  <a:lnTo>
                    <a:pt x="1704818" y="3232083"/>
                  </a:lnTo>
                  <a:lnTo>
                    <a:pt x="1704818" y="3231653"/>
                  </a:lnTo>
                  <a:lnTo>
                    <a:pt x="1704936" y="3231653"/>
                  </a:lnTo>
                  <a:lnTo>
                    <a:pt x="1704936" y="3231222"/>
                  </a:lnTo>
                  <a:lnTo>
                    <a:pt x="1705053" y="3231222"/>
                  </a:lnTo>
                  <a:lnTo>
                    <a:pt x="1705171" y="3231222"/>
                  </a:lnTo>
                  <a:lnTo>
                    <a:pt x="1705289" y="3231222"/>
                  </a:lnTo>
                  <a:lnTo>
                    <a:pt x="1705289" y="3230791"/>
                  </a:lnTo>
                  <a:lnTo>
                    <a:pt x="1705406" y="3230791"/>
                  </a:lnTo>
                  <a:lnTo>
                    <a:pt x="1705524" y="3230791"/>
                  </a:lnTo>
                  <a:lnTo>
                    <a:pt x="1705642" y="3230791"/>
                  </a:lnTo>
                  <a:lnTo>
                    <a:pt x="1705759" y="3230791"/>
                  </a:lnTo>
                  <a:lnTo>
                    <a:pt x="1705877" y="3230791"/>
                  </a:lnTo>
                  <a:lnTo>
                    <a:pt x="1705994" y="3230791"/>
                  </a:lnTo>
                  <a:lnTo>
                    <a:pt x="1706112" y="3230791"/>
                  </a:lnTo>
                  <a:lnTo>
                    <a:pt x="1706230" y="3230791"/>
                  </a:lnTo>
                  <a:lnTo>
                    <a:pt x="1706230" y="3230361"/>
                  </a:lnTo>
                  <a:lnTo>
                    <a:pt x="1706347" y="3230361"/>
                  </a:lnTo>
                  <a:lnTo>
                    <a:pt x="1706465" y="3230361"/>
                  </a:lnTo>
                  <a:lnTo>
                    <a:pt x="1706582" y="3230361"/>
                  </a:lnTo>
                  <a:lnTo>
                    <a:pt x="1706700" y="3230361"/>
                  </a:lnTo>
                  <a:lnTo>
                    <a:pt x="1706818" y="3230361"/>
                  </a:lnTo>
                  <a:lnTo>
                    <a:pt x="1706935" y="3230361"/>
                  </a:lnTo>
                  <a:lnTo>
                    <a:pt x="1707053" y="3230361"/>
                  </a:lnTo>
                  <a:lnTo>
                    <a:pt x="1707171" y="3230361"/>
                  </a:lnTo>
                  <a:lnTo>
                    <a:pt x="1707288" y="3230361"/>
                  </a:lnTo>
                  <a:lnTo>
                    <a:pt x="1707406" y="3230361"/>
                  </a:lnTo>
                  <a:lnTo>
                    <a:pt x="1707523" y="3230361"/>
                  </a:lnTo>
                  <a:lnTo>
                    <a:pt x="1707641" y="3230361"/>
                  </a:lnTo>
                  <a:lnTo>
                    <a:pt x="1707759" y="3230361"/>
                  </a:lnTo>
                  <a:lnTo>
                    <a:pt x="1707876" y="3230361"/>
                  </a:lnTo>
                  <a:lnTo>
                    <a:pt x="1707994" y="3230361"/>
                  </a:lnTo>
                  <a:lnTo>
                    <a:pt x="1707994" y="3229930"/>
                  </a:lnTo>
                  <a:lnTo>
                    <a:pt x="1707994" y="3229500"/>
                  </a:lnTo>
                  <a:lnTo>
                    <a:pt x="1708111" y="3229500"/>
                  </a:lnTo>
                  <a:lnTo>
                    <a:pt x="1708111" y="3229069"/>
                  </a:lnTo>
                  <a:lnTo>
                    <a:pt x="1708229" y="3229069"/>
                  </a:lnTo>
                  <a:lnTo>
                    <a:pt x="1708347" y="3229069"/>
                  </a:lnTo>
                  <a:lnTo>
                    <a:pt x="1708464" y="3229069"/>
                  </a:lnTo>
                  <a:lnTo>
                    <a:pt x="1708582" y="3229069"/>
                  </a:lnTo>
                  <a:lnTo>
                    <a:pt x="1708582" y="3228638"/>
                  </a:lnTo>
                  <a:lnTo>
                    <a:pt x="1708700" y="3228638"/>
                  </a:lnTo>
                  <a:lnTo>
                    <a:pt x="1708817" y="3228638"/>
                  </a:lnTo>
                  <a:lnTo>
                    <a:pt x="1708935" y="3228638"/>
                  </a:lnTo>
                  <a:lnTo>
                    <a:pt x="1709052" y="3228638"/>
                  </a:lnTo>
                  <a:lnTo>
                    <a:pt x="1709052" y="3228208"/>
                  </a:lnTo>
                  <a:lnTo>
                    <a:pt x="1709170" y="3228208"/>
                  </a:lnTo>
                  <a:lnTo>
                    <a:pt x="1709288" y="3228208"/>
                  </a:lnTo>
                  <a:lnTo>
                    <a:pt x="1709405" y="3228208"/>
                  </a:lnTo>
                  <a:lnTo>
                    <a:pt x="1709523" y="3228208"/>
                  </a:lnTo>
                  <a:lnTo>
                    <a:pt x="1709523" y="3227777"/>
                  </a:lnTo>
                  <a:lnTo>
                    <a:pt x="1709640" y="3227777"/>
                  </a:lnTo>
                  <a:lnTo>
                    <a:pt x="1709758" y="3227777"/>
                  </a:lnTo>
                  <a:lnTo>
                    <a:pt x="1709876" y="3227777"/>
                  </a:lnTo>
                  <a:lnTo>
                    <a:pt x="1709993" y="3227777"/>
                  </a:lnTo>
                  <a:lnTo>
                    <a:pt x="1710111" y="3227777"/>
                  </a:lnTo>
                  <a:lnTo>
                    <a:pt x="1710229" y="3227777"/>
                  </a:lnTo>
                  <a:lnTo>
                    <a:pt x="1710229" y="3227347"/>
                  </a:lnTo>
                  <a:lnTo>
                    <a:pt x="1710346" y="3227347"/>
                  </a:lnTo>
                  <a:lnTo>
                    <a:pt x="1710346" y="3226916"/>
                  </a:lnTo>
                  <a:lnTo>
                    <a:pt x="1710464" y="3226916"/>
                  </a:lnTo>
                  <a:lnTo>
                    <a:pt x="1710581" y="3226916"/>
                  </a:lnTo>
                  <a:lnTo>
                    <a:pt x="1710699" y="3226916"/>
                  </a:lnTo>
                  <a:lnTo>
                    <a:pt x="1710817" y="3226916"/>
                  </a:lnTo>
                  <a:lnTo>
                    <a:pt x="1710934" y="3226916"/>
                  </a:lnTo>
                  <a:lnTo>
                    <a:pt x="1710934" y="3226485"/>
                  </a:lnTo>
                  <a:lnTo>
                    <a:pt x="1711052" y="3226485"/>
                  </a:lnTo>
                  <a:lnTo>
                    <a:pt x="1711052" y="3226055"/>
                  </a:lnTo>
                  <a:lnTo>
                    <a:pt x="1711052" y="3225624"/>
                  </a:lnTo>
                  <a:lnTo>
                    <a:pt x="1711052" y="3225194"/>
                  </a:lnTo>
                  <a:lnTo>
                    <a:pt x="1711169" y="3225194"/>
                  </a:lnTo>
                  <a:lnTo>
                    <a:pt x="1711287" y="3225194"/>
                  </a:lnTo>
                  <a:lnTo>
                    <a:pt x="1711287" y="3224763"/>
                  </a:lnTo>
                  <a:lnTo>
                    <a:pt x="1711405" y="3224763"/>
                  </a:lnTo>
                  <a:lnTo>
                    <a:pt x="1711522" y="3224763"/>
                  </a:lnTo>
                  <a:lnTo>
                    <a:pt x="1711522" y="3224332"/>
                  </a:lnTo>
                  <a:lnTo>
                    <a:pt x="1711640" y="3224332"/>
                  </a:lnTo>
                  <a:lnTo>
                    <a:pt x="1711758" y="3224332"/>
                  </a:lnTo>
                  <a:lnTo>
                    <a:pt x="1711875" y="3224332"/>
                  </a:lnTo>
                  <a:lnTo>
                    <a:pt x="1711875" y="3223902"/>
                  </a:lnTo>
                  <a:lnTo>
                    <a:pt x="1711875" y="3223471"/>
                  </a:lnTo>
                  <a:lnTo>
                    <a:pt x="1711875" y="3223041"/>
                  </a:lnTo>
                  <a:lnTo>
                    <a:pt x="1711993" y="3223041"/>
                  </a:lnTo>
                  <a:lnTo>
                    <a:pt x="1712110" y="3223041"/>
                  </a:lnTo>
                  <a:lnTo>
                    <a:pt x="1712228" y="3223041"/>
                  </a:lnTo>
                  <a:lnTo>
                    <a:pt x="1712346" y="3223041"/>
                  </a:lnTo>
                  <a:lnTo>
                    <a:pt x="1712463" y="3223041"/>
                  </a:lnTo>
                  <a:lnTo>
                    <a:pt x="1712463" y="3222610"/>
                  </a:lnTo>
                  <a:lnTo>
                    <a:pt x="1712581" y="3222610"/>
                  </a:lnTo>
                  <a:lnTo>
                    <a:pt x="1712581" y="3222179"/>
                  </a:lnTo>
                  <a:lnTo>
                    <a:pt x="1712698" y="3222179"/>
                  </a:lnTo>
                  <a:lnTo>
                    <a:pt x="1712816" y="3222179"/>
                  </a:lnTo>
                  <a:lnTo>
                    <a:pt x="1712934" y="3222179"/>
                  </a:lnTo>
                  <a:lnTo>
                    <a:pt x="1713051" y="3222179"/>
                  </a:lnTo>
                  <a:lnTo>
                    <a:pt x="1713169" y="3222179"/>
                  </a:lnTo>
                  <a:lnTo>
                    <a:pt x="1713286" y="3222179"/>
                  </a:lnTo>
                  <a:lnTo>
                    <a:pt x="1713404" y="3222179"/>
                  </a:lnTo>
                  <a:lnTo>
                    <a:pt x="1713522" y="3222179"/>
                  </a:lnTo>
                  <a:lnTo>
                    <a:pt x="1713639" y="3222179"/>
                  </a:lnTo>
                  <a:lnTo>
                    <a:pt x="1713639" y="3221749"/>
                  </a:lnTo>
                  <a:lnTo>
                    <a:pt x="1713639" y="3221318"/>
                  </a:lnTo>
                  <a:lnTo>
                    <a:pt x="1713757" y="3221318"/>
                  </a:lnTo>
                  <a:lnTo>
                    <a:pt x="1713875" y="3221318"/>
                  </a:lnTo>
                  <a:lnTo>
                    <a:pt x="1713875" y="3220888"/>
                  </a:lnTo>
                  <a:lnTo>
                    <a:pt x="1713992" y="3220888"/>
                  </a:lnTo>
                  <a:lnTo>
                    <a:pt x="1713992" y="3220457"/>
                  </a:lnTo>
                  <a:lnTo>
                    <a:pt x="1713992" y="3220026"/>
                  </a:lnTo>
                  <a:lnTo>
                    <a:pt x="1714110" y="3220026"/>
                  </a:lnTo>
                  <a:lnTo>
                    <a:pt x="1714110" y="3219596"/>
                  </a:lnTo>
                  <a:lnTo>
                    <a:pt x="1714227" y="3219596"/>
                  </a:lnTo>
                  <a:lnTo>
                    <a:pt x="1714345" y="3219596"/>
                  </a:lnTo>
                  <a:lnTo>
                    <a:pt x="1714345" y="3219165"/>
                  </a:lnTo>
                  <a:lnTo>
                    <a:pt x="1714345" y="3218735"/>
                  </a:lnTo>
                  <a:lnTo>
                    <a:pt x="1714345" y="3218304"/>
                  </a:lnTo>
                  <a:lnTo>
                    <a:pt x="1714463" y="3218304"/>
                  </a:lnTo>
                  <a:lnTo>
                    <a:pt x="1714580" y="3218304"/>
                  </a:lnTo>
                  <a:lnTo>
                    <a:pt x="1714698" y="3218304"/>
                  </a:lnTo>
                  <a:lnTo>
                    <a:pt x="1714815" y="3218304"/>
                  </a:lnTo>
                  <a:lnTo>
                    <a:pt x="1714933" y="3218304"/>
                  </a:lnTo>
                  <a:lnTo>
                    <a:pt x="1715051" y="3218304"/>
                  </a:lnTo>
                  <a:lnTo>
                    <a:pt x="1715168" y="3218304"/>
                  </a:lnTo>
                  <a:lnTo>
                    <a:pt x="1715286" y="3218304"/>
                  </a:lnTo>
                  <a:lnTo>
                    <a:pt x="1715404" y="3218304"/>
                  </a:lnTo>
                  <a:lnTo>
                    <a:pt x="1715521" y="3218304"/>
                  </a:lnTo>
                  <a:lnTo>
                    <a:pt x="1715639" y="3218304"/>
                  </a:lnTo>
                  <a:lnTo>
                    <a:pt x="1715756" y="3218304"/>
                  </a:lnTo>
                  <a:lnTo>
                    <a:pt x="1715874" y="3218304"/>
                  </a:lnTo>
                  <a:lnTo>
                    <a:pt x="1715992" y="3218304"/>
                  </a:lnTo>
                  <a:lnTo>
                    <a:pt x="1715992" y="3217873"/>
                  </a:lnTo>
                  <a:lnTo>
                    <a:pt x="1716109" y="3217873"/>
                  </a:lnTo>
                  <a:lnTo>
                    <a:pt x="1716109" y="3217443"/>
                  </a:lnTo>
                  <a:lnTo>
                    <a:pt x="1716227" y="3217443"/>
                  </a:lnTo>
                  <a:lnTo>
                    <a:pt x="1716227" y="3217012"/>
                  </a:lnTo>
                  <a:lnTo>
                    <a:pt x="1716344" y="3217012"/>
                  </a:lnTo>
                  <a:lnTo>
                    <a:pt x="1716462" y="3217012"/>
                  </a:lnTo>
                  <a:lnTo>
                    <a:pt x="1716580" y="3217012"/>
                  </a:lnTo>
                  <a:lnTo>
                    <a:pt x="1716697" y="3217012"/>
                  </a:lnTo>
                  <a:lnTo>
                    <a:pt x="1716815" y="3217012"/>
                  </a:lnTo>
                  <a:lnTo>
                    <a:pt x="1716933" y="3217012"/>
                  </a:lnTo>
                  <a:lnTo>
                    <a:pt x="1716933" y="3216582"/>
                  </a:lnTo>
                  <a:lnTo>
                    <a:pt x="1717050" y="3216582"/>
                  </a:lnTo>
                  <a:lnTo>
                    <a:pt x="1717168" y="3216582"/>
                  </a:lnTo>
                  <a:lnTo>
                    <a:pt x="1717285" y="3216582"/>
                  </a:lnTo>
                  <a:lnTo>
                    <a:pt x="1717285" y="3216151"/>
                  </a:lnTo>
                  <a:lnTo>
                    <a:pt x="1717403" y="3216151"/>
                  </a:lnTo>
                  <a:lnTo>
                    <a:pt x="1717403" y="3215720"/>
                  </a:lnTo>
                  <a:lnTo>
                    <a:pt x="1717521" y="3215720"/>
                  </a:lnTo>
                  <a:lnTo>
                    <a:pt x="1717638" y="3215720"/>
                  </a:lnTo>
                  <a:lnTo>
                    <a:pt x="1717756" y="3215720"/>
                  </a:lnTo>
                  <a:lnTo>
                    <a:pt x="1717756" y="3215290"/>
                  </a:lnTo>
                  <a:lnTo>
                    <a:pt x="1717873" y="3215290"/>
                  </a:lnTo>
                  <a:lnTo>
                    <a:pt x="1717991" y="3215290"/>
                  </a:lnTo>
                  <a:lnTo>
                    <a:pt x="1718109" y="3215290"/>
                  </a:lnTo>
                  <a:lnTo>
                    <a:pt x="1718109" y="3214859"/>
                  </a:lnTo>
                  <a:lnTo>
                    <a:pt x="1718226" y="3214859"/>
                  </a:lnTo>
                  <a:lnTo>
                    <a:pt x="1718226" y="3214429"/>
                  </a:lnTo>
                  <a:lnTo>
                    <a:pt x="1718344" y="3214429"/>
                  </a:lnTo>
                  <a:lnTo>
                    <a:pt x="1718462" y="3214429"/>
                  </a:lnTo>
                  <a:lnTo>
                    <a:pt x="1718579" y="3214429"/>
                  </a:lnTo>
                  <a:lnTo>
                    <a:pt x="1718697" y="3214429"/>
                  </a:lnTo>
                  <a:lnTo>
                    <a:pt x="1718697" y="3213998"/>
                  </a:lnTo>
                  <a:lnTo>
                    <a:pt x="1718814" y="3213998"/>
                  </a:lnTo>
                  <a:lnTo>
                    <a:pt x="1718932" y="3213998"/>
                  </a:lnTo>
                  <a:lnTo>
                    <a:pt x="1719050" y="3213998"/>
                  </a:lnTo>
                  <a:lnTo>
                    <a:pt x="1719167" y="3213998"/>
                  </a:lnTo>
                  <a:lnTo>
                    <a:pt x="1719167" y="3213567"/>
                  </a:lnTo>
                  <a:lnTo>
                    <a:pt x="1719285" y="3213567"/>
                  </a:lnTo>
                  <a:lnTo>
                    <a:pt x="1719402" y="3213567"/>
                  </a:lnTo>
                  <a:lnTo>
                    <a:pt x="1719520" y="3213567"/>
                  </a:lnTo>
                  <a:lnTo>
                    <a:pt x="1719638" y="3213567"/>
                  </a:lnTo>
                  <a:lnTo>
                    <a:pt x="1719755" y="3213567"/>
                  </a:lnTo>
                  <a:lnTo>
                    <a:pt x="1719873" y="3213567"/>
                  </a:lnTo>
                  <a:lnTo>
                    <a:pt x="1719991" y="3213567"/>
                  </a:lnTo>
                  <a:lnTo>
                    <a:pt x="1720108" y="3213567"/>
                  </a:lnTo>
                  <a:lnTo>
                    <a:pt x="1720226" y="3213567"/>
                  </a:lnTo>
                  <a:lnTo>
                    <a:pt x="1720343" y="3213567"/>
                  </a:lnTo>
                  <a:lnTo>
                    <a:pt x="1720461" y="3213567"/>
                  </a:lnTo>
                  <a:lnTo>
                    <a:pt x="1720579" y="3213567"/>
                  </a:lnTo>
                  <a:lnTo>
                    <a:pt x="1720696" y="3213567"/>
                  </a:lnTo>
                  <a:lnTo>
                    <a:pt x="1720696" y="3213137"/>
                  </a:lnTo>
                  <a:lnTo>
                    <a:pt x="1720814" y="3213137"/>
                  </a:lnTo>
                  <a:lnTo>
                    <a:pt x="1720931" y="3213137"/>
                  </a:lnTo>
                  <a:lnTo>
                    <a:pt x="1721049" y="3213137"/>
                  </a:lnTo>
                  <a:lnTo>
                    <a:pt x="1721167" y="3213137"/>
                  </a:lnTo>
                  <a:lnTo>
                    <a:pt x="1721284" y="3213137"/>
                  </a:lnTo>
                  <a:lnTo>
                    <a:pt x="1721402" y="3213137"/>
                  </a:lnTo>
                  <a:lnTo>
                    <a:pt x="1721519" y="3213137"/>
                  </a:lnTo>
                  <a:lnTo>
                    <a:pt x="1721637" y="3213137"/>
                  </a:lnTo>
                  <a:lnTo>
                    <a:pt x="1721755" y="3213137"/>
                  </a:lnTo>
                  <a:lnTo>
                    <a:pt x="1721755" y="3212706"/>
                  </a:lnTo>
                  <a:lnTo>
                    <a:pt x="1721872" y="3212706"/>
                  </a:lnTo>
                  <a:lnTo>
                    <a:pt x="1721990" y="3212706"/>
                  </a:lnTo>
                  <a:lnTo>
                    <a:pt x="1722108" y="3212706"/>
                  </a:lnTo>
                  <a:lnTo>
                    <a:pt x="1722108" y="3212276"/>
                  </a:lnTo>
                  <a:lnTo>
                    <a:pt x="1722225" y="3212276"/>
                  </a:lnTo>
                  <a:lnTo>
                    <a:pt x="1722343" y="3212276"/>
                  </a:lnTo>
                  <a:lnTo>
                    <a:pt x="1722460" y="3212276"/>
                  </a:lnTo>
                  <a:lnTo>
                    <a:pt x="1722578" y="3212276"/>
                  </a:lnTo>
                  <a:lnTo>
                    <a:pt x="1722696" y="3212276"/>
                  </a:lnTo>
                  <a:lnTo>
                    <a:pt x="1722813" y="3212276"/>
                  </a:lnTo>
                  <a:lnTo>
                    <a:pt x="1722931" y="3212276"/>
                  </a:lnTo>
                  <a:lnTo>
                    <a:pt x="1723048" y="3212276"/>
                  </a:lnTo>
                  <a:lnTo>
                    <a:pt x="1723048" y="3211845"/>
                  </a:lnTo>
                  <a:lnTo>
                    <a:pt x="1723166" y="3211845"/>
                  </a:lnTo>
                  <a:lnTo>
                    <a:pt x="1723166" y="3211414"/>
                  </a:lnTo>
                  <a:lnTo>
                    <a:pt x="1723284" y="3211414"/>
                  </a:lnTo>
                  <a:lnTo>
                    <a:pt x="1723401" y="3211414"/>
                  </a:lnTo>
                  <a:lnTo>
                    <a:pt x="1723401" y="3210984"/>
                  </a:lnTo>
                  <a:lnTo>
                    <a:pt x="1723519" y="3210984"/>
                  </a:lnTo>
                  <a:lnTo>
                    <a:pt x="1723637" y="3210984"/>
                  </a:lnTo>
                  <a:lnTo>
                    <a:pt x="1723754" y="3210984"/>
                  </a:lnTo>
                  <a:lnTo>
                    <a:pt x="1723872" y="3210984"/>
                  </a:lnTo>
                  <a:lnTo>
                    <a:pt x="1723872" y="3210553"/>
                  </a:lnTo>
                  <a:lnTo>
                    <a:pt x="1723989" y="3210553"/>
                  </a:lnTo>
                  <a:lnTo>
                    <a:pt x="1724107" y="3210553"/>
                  </a:lnTo>
                  <a:lnTo>
                    <a:pt x="1724225" y="3210553"/>
                  </a:lnTo>
                  <a:lnTo>
                    <a:pt x="1724342" y="3210553"/>
                  </a:lnTo>
                  <a:lnTo>
                    <a:pt x="1724342" y="3210123"/>
                  </a:lnTo>
                  <a:lnTo>
                    <a:pt x="1724460" y="3210123"/>
                  </a:lnTo>
                  <a:lnTo>
                    <a:pt x="1724577" y="3210123"/>
                  </a:lnTo>
                  <a:lnTo>
                    <a:pt x="1724695" y="3210123"/>
                  </a:lnTo>
                  <a:lnTo>
                    <a:pt x="1724813" y="3210123"/>
                  </a:lnTo>
                  <a:lnTo>
                    <a:pt x="1724930" y="3210123"/>
                  </a:lnTo>
                  <a:lnTo>
                    <a:pt x="1724930" y="3209692"/>
                  </a:lnTo>
                  <a:lnTo>
                    <a:pt x="1724930" y="3209261"/>
                  </a:lnTo>
                  <a:lnTo>
                    <a:pt x="1724930" y="3208831"/>
                  </a:lnTo>
                  <a:lnTo>
                    <a:pt x="1725048" y="3208831"/>
                  </a:lnTo>
                  <a:lnTo>
                    <a:pt x="1725166" y="3208831"/>
                  </a:lnTo>
                  <a:lnTo>
                    <a:pt x="1725166" y="3208400"/>
                  </a:lnTo>
                  <a:lnTo>
                    <a:pt x="1725283" y="3208400"/>
                  </a:lnTo>
                  <a:lnTo>
                    <a:pt x="1725283" y="3207970"/>
                  </a:lnTo>
                  <a:lnTo>
                    <a:pt x="1725283" y="3207539"/>
                  </a:lnTo>
                  <a:lnTo>
                    <a:pt x="1725401" y="3207539"/>
                  </a:lnTo>
                  <a:lnTo>
                    <a:pt x="1725518" y="3207539"/>
                  </a:lnTo>
                  <a:lnTo>
                    <a:pt x="1725636" y="3207539"/>
                  </a:lnTo>
                  <a:lnTo>
                    <a:pt x="1725754" y="3207539"/>
                  </a:lnTo>
                  <a:lnTo>
                    <a:pt x="1725871" y="3207539"/>
                  </a:lnTo>
                  <a:lnTo>
                    <a:pt x="1725871" y="3207108"/>
                  </a:lnTo>
                  <a:lnTo>
                    <a:pt x="1725989" y="3207108"/>
                  </a:lnTo>
                  <a:lnTo>
                    <a:pt x="1726106" y="3207108"/>
                  </a:lnTo>
                  <a:lnTo>
                    <a:pt x="1726224" y="3207108"/>
                  </a:lnTo>
                  <a:lnTo>
                    <a:pt x="1726342" y="3207108"/>
                  </a:lnTo>
                  <a:lnTo>
                    <a:pt x="1726342" y="3206678"/>
                  </a:lnTo>
                  <a:lnTo>
                    <a:pt x="1726459" y="3206678"/>
                  </a:lnTo>
                  <a:lnTo>
                    <a:pt x="1726577" y="3206678"/>
                  </a:lnTo>
                  <a:lnTo>
                    <a:pt x="1726577" y="3206247"/>
                  </a:lnTo>
                  <a:lnTo>
                    <a:pt x="1726695" y="3206247"/>
                  </a:lnTo>
                  <a:lnTo>
                    <a:pt x="1726812" y="3206247"/>
                  </a:lnTo>
                  <a:lnTo>
                    <a:pt x="1726930" y="3206247"/>
                  </a:lnTo>
                  <a:lnTo>
                    <a:pt x="1727047" y="3206247"/>
                  </a:lnTo>
                  <a:lnTo>
                    <a:pt x="1727047" y="3205817"/>
                  </a:lnTo>
                  <a:lnTo>
                    <a:pt x="1727165" y="3205817"/>
                  </a:lnTo>
                  <a:lnTo>
                    <a:pt x="1727165" y="3205386"/>
                  </a:lnTo>
                  <a:lnTo>
                    <a:pt x="1727283" y="3205386"/>
                  </a:lnTo>
                  <a:lnTo>
                    <a:pt x="1727400" y="3205386"/>
                  </a:lnTo>
                  <a:lnTo>
                    <a:pt x="1727518" y="3205386"/>
                  </a:lnTo>
                  <a:lnTo>
                    <a:pt x="1727635" y="3205386"/>
                  </a:lnTo>
                  <a:lnTo>
                    <a:pt x="1727753" y="3205386"/>
                  </a:lnTo>
                  <a:lnTo>
                    <a:pt x="1727753" y="3204955"/>
                  </a:lnTo>
                  <a:lnTo>
                    <a:pt x="1727871" y="3204955"/>
                  </a:lnTo>
                  <a:lnTo>
                    <a:pt x="1727871" y="3204525"/>
                  </a:lnTo>
                  <a:lnTo>
                    <a:pt x="1727988" y="3204525"/>
                  </a:lnTo>
                  <a:lnTo>
                    <a:pt x="1727988" y="3204094"/>
                  </a:lnTo>
                  <a:lnTo>
                    <a:pt x="1728106" y="3204094"/>
                  </a:lnTo>
                  <a:lnTo>
                    <a:pt x="1728106" y="3203664"/>
                  </a:lnTo>
                  <a:lnTo>
                    <a:pt x="1728224" y="3203664"/>
                  </a:lnTo>
                  <a:lnTo>
                    <a:pt x="1728341" y="3203664"/>
                  </a:lnTo>
                  <a:lnTo>
                    <a:pt x="1728459" y="3203664"/>
                  </a:lnTo>
                  <a:lnTo>
                    <a:pt x="1728576" y="3203664"/>
                  </a:lnTo>
                  <a:lnTo>
                    <a:pt x="1728694" y="3203664"/>
                  </a:lnTo>
                  <a:lnTo>
                    <a:pt x="1728812" y="3203664"/>
                  </a:lnTo>
                  <a:lnTo>
                    <a:pt x="1728812" y="3203233"/>
                  </a:lnTo>
                  <a:lnTo>
                    <a:pt x="1728929" y="3203233"/>
                  </a:lnTo>
                  <a:lnTo>
                    <a:pt x="1729047" y="3203233"/>
                  </a:lnTo>
                  <a:lnTo>
                    <a:pt x="1729164" y="3203233"/>
                  </a:lnTo>
                  <a:lnTo>
                    <a:pt x="1729282" y="3203233"/>
                  </a:lnTo>
                  <a:lnTo>
                    <a:pt x="1729400" y="3203233"/>
                  </a:lnTo>
                  <a:lnTo>
                    <a:pt x="1729400" y="3202802"/>
                  </a:lnTo>
                  <a:lnTo>
                    <a:pt x="1729517" y="3202802"/>
                  </a:lnTo>
                  <a:lnTo>
                    <a:pt x="1729635" y="3202802"/>
                  </a:lnTo>
                  <a:lnTo>
                    <a:pt x="1729752" y="3202802"/>
                  </a:lnTo>
                  <a:lnTo>
                    <a:pt x="1729752" y="3202372"/>
                  </a:lnTo>
                  <a:lnTo>
                    <a:pt x="1729752" y="3201941"/>
                  </a:lnTo>
                  <a:lnTo>
                    <a:pt x="1729870" y="3201941"/>
                  </a:lnTo>
                  <a:lnTo>
                    <a:pt x="1729870" y="3201511"/>
                  </a:lnTo>
                  <a:lnTo>
                    <a:pt x="1729988" y="3201511"/>
                  </a:lnTo>
                  <a:lnTo>
                    <a:pt x="1730105" y="3201511"/>
                  </a:lnTo>
                  <a:lnTo>
                    <a:pt x="1730105" y="3201080"/>
                  </a:lnTo>
                  <a:lnTo>
                    <a:pt x="1730223" y="3201080"/>
                  </a:lnTo>
                  <a:lnTo>
                    <a:pt x="1730341" y="3201080"/>
                  </a:lnTo>
                  <a:lnTo>
                    <a:pt x="1730341" y="3200649"/>
                  </a:lnTo>
                  <a:lnTo>
                    <a:pt x="1730458" y="3200649"/>
                  </a:lnTo>
                  <a:lnTo>
                    <a:pt x="1730576" y="3200649"/>
                  </a:lnTo>
                  <a:lnTo>
                    <a:pt x="1730693" y="3200649"/>
                  </a:lnTo>
                  <a:lnTo>
                    <a:pt x="1730811" y="3200649"/>
                  </a:lnTo>
                  <a:lnTo>
                    <a:pt x="1730811" y="3200219"/>
                  </a:lnTo>
                  <a:lnTo>
                    <a:pt x="1730811" y="3199788"/>
                  </a:lnTo>
                  <a:lnTo>
                    <a:pt x="1730929" y="3199788"/>
                  </a:lnTo>
                  <a:lnTo>
                    <a:pt x="1731046" y="3199788"/>
                  </a:lnTo>
                  <a:lnTo>
                    <a:pt x="1731164" y="3199788"/>
                  </a:lnTo>
                  <a:lnTo>
                    <a:pt x="1731281" y="3199788"/>
                  </a:lnTo>
                  <a:lnTo>
                    <a:pt x="1731399" y="3199788"/>
                  </a:lnTo>
                  <a:lnTo>
                    <a:pt x="1731399" y="3199358"/>
                  </a:lnTo>
                  <a:lnTo>
                    <a:pt x="1731399" y="3198927"/>
                  </a:lnTo>
                  <a:lnTo>
                    <a:pt x="1731517" y="3198927"/>
                  </a:lnTo>
                  <a:lnTo>
                    <a:pt x="1731634" y="3198927"/>
                  </a:lnTo>
                  <a:lnTo>
                    <a:pt x="1731752" y="3198927"/>
                  </a:lnTo>
                  <a:lnTo>
                    <a:pt x="1731752" y="3198496"/>
                  </a:lnTo>
                  <a:lnTo>
                    <a:pt x="1731870" y="3198496"/>
                  </a:lnTo>
                  <a:lnTo>
                    <a:pt x="1731987" y="3198496"/>
                  </a:lnTo>
                  <a:lnTo>
                    <a:pt x="1732105" y="3198496"/>
                  </a:lnTo>
                  <a:lnTo>
                    <a:pt x="1732222" y="3198496"/>
                  </a:lnTo>
                  <a:lnTo>
                    <a:pt x="1732340" y="3198496"/>
                  </a:lnTo>
                  <a:lnTo>
                    <a:pt x="1732458" y="3198496"/>
                  </a:lnTo>
                  <a:lnTo>
                    <a:pt x="1732575" y="3198496"/>
                  </a:lnTo>
                  <a:lnTo>
                    <a:pt x="1732693" y="3198496"/>
                  </a:lnTo>
                  <a:lnTo>
                    <a:pt x="1732810" y="3198496"/>
                  </a:lnTo>
                  <a:lnTo>
                    <a:pt x="1732928" y="3198496"/>
                  </a:lnTo>
                  <a:lnTo>
                    <a:pt x="1733046" y="3198496"/>
                  </a:lnTo>
                  <a:lnTo>
                    <a:pt x="1733163" y="3198496"/>
                  </a:lnTo>
                  <a:lnTo>
                    <a:pt x="1733281" y="3198496"/>
                  </a:lnTo>
                  <a:lnTo>
                    <a:pt x="1733399" y="3198496"/>
                  </a:lnTo>
                  <a:lnTo>
                    <a:pt x="1733516" y="3198496"/>
                  </a:lnTo>
                  <a:lnTo>
                    <a:pt x="1733634" y="3198496"/>
                  </a:lnTo>
                  <a:lnTo>
                    <a:pt x="1733634" y="3198066"/>
                  </a:lnTo>
                  <a:lnTo>
                    <a:pt x="1733751" y="3198066"/>
                  </a:lnTo>
                  <a:lnTo>
                    <a:pt x="1733869" y="3198066"/>
                  </a:lnTo>
                  <a:lnTo>
                    <a:pt x="1733987" y="3198066"/>
                  </a:lnTo>
                  <a:lnTo>
                    <a:pt x="1734104" y="3198066"/>
                  </a:lnTo>
                  <a:lnTo>
                    <a:pt x="1734222" y="3198066"/>
                  </a:lnTo>
                  <a:lnTo>
                    <a:pt x="1734222" y="3197635"/>
                  </a:lnTo>
                  <a:lnTo>
                    <a:pt x="1734339" y="3197635"/>
                  </a:lnTo>
                  <a:lnTo>
                    <a:pt x="1734339" y="3197205"/>
                  </a:lnTo>
                  <a:lnTo>
                    <a:pt x="1734457" y="3197205"/>
                  </a:lnTo>
                  <a:lnTo>
                    <a:pt x="1734575" y="3197205"/>
                  </a:lnTo>
                  <a:lnTo>
                    <a:pt x="1734575" y="3196774"/>
                  </a:lnTo>
                  <a:lnTo>
                    <a:pt x="1734692" y="3196774"/>
                  </a:lnTo>
                  <a:lnTo>
                    <a:pt x="1734692" y="3196343"/>
                  </a:lnTo>
                  <a:lnTo>
                    <a:pt x="1734810" y="3196343"/>
                  </a:lnTo>
                  <a:lnTo>
                    <a:pt x="1734810" y="3195913"/>
                  </a:lnTo>
                  <a:lnTo>
                    <a:pt x="1734928" y="3195913"/>
                  </a:lnTo>
                  <a:lnTo>
                    <a:pt x="1735045" y="3195913"/>
                  </a:lnTo>
                  <a:lnTo>
                    <a:pt x="1735045" y="3195482"/>
                  </a:lnTo>
                  <a:lnTo>
                    <a:pt x="1735045" y="3195052"/>
                  </a:lnTo>
                  <a:lnTo>
                    <a:pt x="1735163" y="3195052"/>
                  </a:lnTo>
                  <a:lnTo>
                    <a:pt x="1735280" y="3195052"/>
                  </a:lnTo>
                  <a:lnTo>
                    <a:pt x="1735398" y="3195052"/>
                  </a:lnTo>
                  <a:lnTo>
                    <a:pt x="1735516" y="3195052"/>
                  </a:lnTo>
                  <a:lnTo>
                    <a:pt x="1735633" y="3195052"/>
                  </a:lnTo>
                  <a:lnTo>
                    <a:pt x="1735751" y="3195052"/>
                  </a:lnTo>
                  <a:lnTo>
                    <a:pt x="1735868" y="3195052"/>
                  </a:lnTo>
                  <a:lnTo>
                    <a:pt x="1735868" y="3194621"/>
                  </a:lnTo>
                  <a:lnTo>
                    <a:pt x="1735868" y="3194190"/>
                  </a:lnTo>
                  <a:lnTo>
                    <a:pt x="1735986" y="3194190"/>
                  </a:lnTo>
                  <a:lnTo>
                    <a:pt x="1736104" y="3194190"/>
                  </a:lnTo>
                  <a:lnTo>
                    <a:pt x="1736221" y="3194190"/>
                  </a:lnTo>
                  <a:lnTo>
                    <a:pt x="1736339" y="3194190"/>
                  </a:lnTo>
                  <a:lnTo>
                    <a:pt x="1736457" y="3194190"/>
                  </a:lnTo>
                  <a:lnTo>
                    <a:pt x="1736574" y="3194190"/>
                  </a:lnTo>
                  <a:lnTo>
                    <a:pt x="1736692" y="3194190"/>
                  </a:lnTo>
                  <a:lnTo>
                    <a:pt x="1736692" y="3193760"/>
                  </a:lnTo>
                  <a:lnTo>
                    <a:pt x="1736809" y="3193760"/>
                  </a:lnTo>
                  <a:lnTo>
                    <a:pt x="1736927" y="3193760"/>
                  </a:lnTo>
                  <a:lnTo>
                    <a:pt x="1737045" y="3193760"/>
                  </a:lnTo>
                  <a:lnTo>
                    <a:pt x="1737162" y="3193760"/>
                  </a:lnTo>
                  <a:lnTo>
                    <a:pt x="1737280" y="3193760"/>
                  </a:lnTo>
                  <a:lnTo>
                    <a:pt x="1737280" y="3193329"/>
                  </a:lnTo>
                  <a:lnTo>
                    <a:pt x="1737280" y="3192899"/>
                  </a:lnTo>
                  <a:lnTo>
                    <a:pt x="1737397" y="3192899"/>
                  </a:lnTo>
                  <a:lnTo>
                    <a:pt x="1737397" y="3192468"/>
                  </a:lnTo>
                  <a:lnTo>
                    <a:pt x="1737515" y="3192468"/>
                  </a:lnTo>
                  <a:lnTo>
                    <a:pt x="1737633" y="3192468"/>
                  </a:lnTo>
                  <a:lnTo>
                    <a:pt x="1737633" y="3192037"/>
                  </a:lnTo>
                  <a:lnTo>
                    <a:pt x="1737750" y="3192037"/>
                  </a:lnTo>
                  <a:lnTo>
                    <a:pt x="1737750" y="3191607"/>
                  </a:lnTo>
                  <a:lnTo>
                    <a:pt x="1737868" y="3191607"/>
                  </a:lnTo>
                  <a:lnTo>
                    <a:pt x="1737985" y="3191607"/>
                  </a:lnTo>
                  <a:lnTo>
                    <a:pt x="1738103" y="3191607"/>
                  </a:lnTo>
                  <a:lnTo>
                    <a:pt x="1738221" y="3191607"/>
                  </a:lnTo>
                  <a:lnTo>
                    <a:pt x="1738221" y="3191176"/>
                  </a:lnTo>
                  <a:lnTo>
                    <a:pt x="1738338" y="3191176"/>
                  </a:lnTo>
                  <a:lnTo>
                    <a:pt x="1738456" y="3191176"/>
                  </a:lnTo>
                  <a:lnTo>
                    <a:pt x="1738574" y="3191176"/>
                  </a:lnTo>
                  <a:lnTo>
                    <a:pt x="1738691" y="3191176"/>
                  </a:lnTo>
                  <a:lnTo>
                    <a:pt x="1738691" y="3190746"/>
                  </a:lnTo>
                  <a:lnTo>
                    <a:pt x="1738809" y="3190746"/>
                  </a:lnTo>
                  <a:lnTo>
                    <a:pt x="1738809" y="3190315"/>
                  </a:lnTo>
                  <a:lnTo>
                    <a:pt x="1738809" y="3189884"/>
                  </a:lnTo>
                  <a:lnTo>
                    <a:pt x="1738926" y="3189884"/>
                  </a:lnTo>
                  <a:lnTo>
                    <a:pt x="1738926" y="3189454"/>
                  </a:lnTo>
                  <a:lnTo>
                    <a:pt x="1739044" y="3189454"/>
                  </a:lnTo>
                  <a:lnTo>
                    <a:pt x="1739162" y="3189454"/>
                  </a:lnTo>
                  <a:lnTo>
                    <a:pt x="1739279" y="3189454"/>
                  </a:lnTo>
                  <a:lnTo>
                    <a:pt x="1739279" y="3189023"/>
                  </a:lnTo>
                  <a:lnTo>
                    <a:pt x="1739397" y="3189023"/>
                  </a:lnTo>
                  <a:lnTo>
                    <a:pt x="1739514" y="3189023"/>
                  </a:lnTo>
                  <a:lnTo>
                    <a:pt x="1739632" y="3189023"/>
                  </a:lnTo>
                  <a:lnTo>
                    <a:pt x="1739750" y="3189023"/>
                  </a:lnTo>
                  <a:lnTo>
                    <a:pt x="1739867" y="3189023"/>
                  </a:lnTo>
                  <a:lnTo>
                    <a:pt x="1739985" y="3189023"/>
                  </a:lnTo>
                  <a:lnTo>
                    <a:pt x="1739985" y="3188593"/>
                  </a:lnTo>
                  <a:lnTo>
                    <a:pt x="1740103" y="3188593"/>
                  </a:lnTo>
                  <a:lnTo>
                    <a:pt x="1740220" y="3188593"/>
                  </a:lnTo>
                  <a:lnTo>
                    <a:pt x="1740338" y="3188593"/>
                  </a:lnTo>
                  <a:lnTo>
                    <a:pt x="1740455" y="3188593"/>
                  </a:lnTo>
                  <a:lnTo>
                    <a:pt x="1740573" y="3188593"/>
                  </a:lnTo>
                  <a:lnTo>
                    <a:pt x="1740691" y="3188593"/>
                  </a:lnTo>
                  <a:lnTo>
                    <a:pt x="1740808" y="3188593"/>
                  </a:lnTo>
                  <a:lnTo>
                    <a:pt x="1740926" y="3188593"/>
                  </a:lnTo>
                  <a:lnTo>
                    <a:pt x="1741043" y="3188593"/>
                  </a:lnTo>
                  <a:lnTo>
                    <a:pt x="1741161" y="3188593"/>
                  </a:lnTo>
                  <a:lnTo>
                    <a:pt x="1741279" y="3188593"/>
                  </a:lnTo>
                  <a:lnTo>
                    <a:pt x="1741396" y="3188593"/>
                  </a:lnTo>
                  <a:lnTo>
                    <a:pt x="1741514" y="3188593"/>
                  </a:lnTo>
                  <a:lnTo>
                    <a:pt x="1741632" y="3188593"/>
                  </a:lnTo>
                  <a:lnTo>
                    <a:pt x="1741749" y="3188593"/>
                  </a:lnTo>
                  <a:lnTo>
                    <a:pt x="1741749" y="3188162"/>
                  </a:lnTo>
                  <a:lnTo>
                    <a:pt x="1741867" y="3188162"/>
                  </a:lnTo>
                  <a:lnTo>
                    <a:pt x="1741984" y="3188162"/>
                  </a:lnTo>
                  <a:lnTo>
                    <a:pt x="1742102" y="3188162"/>
                  </a:lnTo>
                  <a:lnTo>
                    <a:pt x="1742102" y="3187731"/>
                  </a:lnTo>
                  <a:lnTo>
                    <a:pt x="1742220" y="3187731"/>
                  </a:lnTo>
                  <a:lnTo>
                    <a:pt x="1742337" y="3187731"/>
                  </a:lnTo>
                  <a:lnTo>
                    <a:pt x="1742455" y="3187731"/>
                  </a:lnTo>
                  <a:lnTo>
                    <a:pt x="1742572" y="3187731"/>
                  </a:lnTo>
                  <a:lnTo>
                    <a:pt x="1742690" y="3187731"/>
                  </a:lnTo>
                  <a:lnTo>
                    <a:pt x="1742808" y="3187731"/>
                  </a:lnTo>
                  <a:lnTo>
                    <a:pt x="1742808" y="3187301"/>
                  </a:lnTo>
                  <a:lnTo>
                    <a:pt x="1742808" y="3186870"/>
                  </a:lnTo>
                  <a:lnTo>
                    <a:pt x="1742925" y="3186870"/>
                  </a:lnTo>
                  <a:lnTo>
                    <a:pt x="1742925" y="3186440"/>
                  </a:lnTo>
                  <a:lnTo>
                    <a:pt x="1742925" y="3186009"/>
                  </a:lnTo>
                  <a:lnTo>
                    <a:pt x="1743043" y="3186009"/>
                  </a:lnTo>
                  <a:lnTo>
                    <a:pt x="1743043" y="3185578"/>
                  </a:lnTo>
                  <a:lnTo>
                    <a:pt x="1743161" y="3185578"/>
                  </a:lnTo>
                  <a:lnTo>
                    <a:pt x="1743161" y="3185148"/>
                  </a:lnTo>
                  <a:lnTo>
                    <a:pt x="1743161" y="3184717"/>
                  </a:lnTo>
                  <a:lnTo>
                    <a:pt x="1743161" y="3184287"/>
                  </a:lnTo>
                  <a:lnTo>
                    <a:pt x="1743278" y="3184287"/>
                  </a:lnTo>
                  <a:lnTo>
                    <a:pt x="1743278" y="3183856"/>
                  </a:lnTo>
                  <a:lnTo>
                    <a:pt x="1743396" y="3183856"/>
                  </a:lnTo>
                  <a:lnTo>
                    <a:pt x="1743513" y="3183856"/>
                  </a:lnTo>
                  <a:lnTo>
                    <a:pt x="1743513" y="3183425"/>
                  </a:lnTo>
                  <a:lnTo>
                    <a:pt x="1743631" y="3183425"/>
                  </a:lnTo>
                  <a:lnTo>
                    <a:pt x="1743749" y="3183425"/>
                  </a:lnTo>
                  <a:lnTo>
                    <a:pt x="1743749" y="3182995"/>
                  </a:lnTo>
                  <a:lnTo>
                    <a:pt x="1743749" y="3182564"/>
                  </a:lnTo>
                  <a:lnTo>
                    <a:pt x="1743866" y="3182564"/>
                  </a:lnTo>
                  <a:lnTo>
                    <a:pt x="1743984" y="3182564"/>
                  </a:lnTo>
                  <a:lnTo>
                    <a:pt x="1744101" y="3182564"/>
                  </a:lnTo>
                  <a:lnTo>
                    <a:pt x="1744219" y="3182564"/>
                  </a:lnTo>
                  <a:lnTo>
                    <a:pt x="1744337" y="3182564"/>
                  </a:lnTo>
                  <a:lnTo>
                    <a:pt x="1744454" y="3182564"/>
                  </a:lnTo>
                  <a:lnTo>
                    <a:pt x="1744572" y="3182564"/>
                  </a:lnTo>
                  <a:lnTo>
                    <a:pt x="1744690" y="3182564"/>
                  </a:lnTo>
                  <a:lnTo>
                    <a:pt x="1744807" y="3182564"/>
                  </a:lnTo>
                  <a:lnTo>
                    <a:pt x="1744807" y="3182134"/>
                  </a:lnTo>
                  <a:lnTo>
                    <a:pt x="1744925" y="3182134"/>
                  </a:lnTo>
                  <a:lnTo>
                    <a:pt x="1745042" y="3182134"/>
                  </a:lnTo>
                  <a:lnTo>
                    <a:pt x="1745160" y="3182134"/>
                  </a:lnTo>
                  <a:lnTo>
                    <a:pt x="1745278" y="3182134"/>
                  </a:lnTo>
                  <a:lnTo>
                    <a:pt x="1745395" y="3182134"/>
                  </a:lnTo>
                  <a:lnTo>
                    <a:pt x="1745395" y="3181703"/>
                  </a:lnTo>
                  <a:lnTo>
                    <a:pt x="1745395" y="3181272"/>
                  </a:lnTo>
                  <a:lnTo>
                    <a:pt x="1745513" y="3181272"/>
                  </a:lnTo>
                  <a:lnTo>
                    <a:pt x="1745513" y="3180842"/>
                  </a:lnTo>
                  <a:lnTo>
                    <a:pt x="1745513" y="3180411"/>
                  </a:lnTo>
                  <a:lnTo>
                    <a:pt x="1745630" y="3180411"/>
                  </a:lnTo>
                  <a:lnTo>
                    <a:pt x="1745748" y="3180411"/>
                  </a:lnTo>
                  <a:lnTo>
                    <a:pt x="1745866" y="3180411"/>
                  </a:lnTo>
                  <a:lnTo>
                    <a:pt x="1745983" y="3180411"/>
                  </a:lnTo>
                  <a:lnTo>
                    <a:pt x="1745983" y="3179981"/>
                  </a:lnTo>
                  <a:lnTo>
                    <a:pt x="1746101" y="3179981"/>
                  </a:lnTo>
                  <a:lnTo>
                    <a:pt x="1746101" y="3179550"/>
                  </a:lnTo>
                  <a:lnTo>
                    <a:pt x="1746218" y="3179550"/>
                  </a:lnTo>
                  <a:lnTo>
                    <a:pt x="1746218" y="3179119"/>
                  </a:lnTo>
                  <a:lnTo>
                    <a:pt x="1746336" y="3179119"/>
                  </a:lnTo>
                  <a:lnTo>
                    <a:pt x="1746454" y="3179119"/>
                  </a:lnTo>
                  <a:lnTo>
                    <a:pt x="1746571" y="3179119"/>
                  </a:lnTo>
                  <a:lnTo>
                    <a:pt x="1746689" y="3179119"/>
                  </a:lnTo>
                  <a:lnTo>
                    <a:pt x="1746807" y="3179119"/>
                  </a:lnTo>
                  <a:lnTo>
                    <a:pt x="1746924" y="3179119"/>
                  </a:lnTo>
                  <a:lnTo>
                    <a:pt x="1746924" y="3178689"/>
                  </a:lnTo>
                  <a:lnTo>
                    <a:pt x="1747042" y="3178689"/>
                  </a:lnTo>
                  <a:lnTo>
                    <a:pt x="1747159" y="3178689"/>
                  </a:lnTo>
                  <a:lnTo>
                    <a:pt x="1747277" y="3178689"/>
                  </a:lnTo>
                  <a:lnTo>
                    <a:pt x="1747395" y="3178689"/>
                  </a:lnTo>
                  <a:lnTo>
                    <a:pt x="1747512" y="3178689"/>
                  </a:lnTo>
                  <a:lnTo>
                    <a:pt x="1747630" y="3178689"/>
                  </a:lnTo>
                  <a:lnTo>
                    <a:pt x="1747630" y="3178258"/>
                  </a:lnTo>
                  <a:lnTo>
                    <a:pt x="1747747" y="3178258"/>
                  </a:lnTo>
                  <a:lnTo>
                    <a:pt x="1747865" y="3178258"/>
                  </a:lnTo>
                  <a:lnTo>
                    <a:pt x="1747865" y="3177828"/>
                  </a:lnTo>
                  <a:lnTo>
                    <a:pt x="1747983" y="3177828"/>
                  </a:lnTo>
                  <a:lnTo>
                    <a:pt x="1748100" y="3177828"/>
                  </a:lnTo>
                  <a:lnTo>
                    <a:pt x="1748218" y="3177828"/>
                  </a:lnTo>
                  <a:lnTo>
                    <a:pt x="1748336" y="3177828"/>
                  </a:lnTo>
                  <a:lnTo>
                    <a:pt x="1748453" y="3177828"/>
                  </a:lnTo>
                  <a:lnTo>
                    <a:pt x="1748453" y="3177397"/>
                  </a:lnTo>
                  <a:lnTo>
                    <a:pt x="1748571" y="3177397"/>
                  </a:lnTo>
                  <a:lnTo>
                    <a:pt x="1748688" y="3177397"/>
                  </a:lnTo>
                  <a:lnTo>
                    <a:pt x="1748806" y="3177397"/>
                  </a:lnTo>
                  <a:lnTo>
                    <a:pt x="1748924" y="3177397"/>
                  </a:lnTo>
                  <a:lnTo>
                    <a:pt x="1749041" y="3177397"/>
                  </a:lnTo>
                  <a:lnTo>
                    <a:pt x="1749159" y="3177397"/>
                  </a:lnTo>
                  <a:lnTo>
                    <a:pt x="1749276" y="3177397"/>
                  </a:lnTo>
                  <a:lnTo>
                    <a:pt x="1749276" y="3176966"/>
                  </a:lnTo>
                  <a:lnTo>
                    <a:pt x="1749394" y="3176966"/>
                  </a:lnTo>
                  <a:lnTo>
                    <a:pt x="1749394" y="3176536"/>
                  </a:lnTo>
                  <a:lnTo>
                    <a:pt x="1749512" y="3176536"/>
                  </a:lnTo>
                  <a:lnTo>
                    <a:pt x="1749512" y="3176105"/>
                  </a:lnTo>
                  <a:lnTo>
                    <a:pt x="1749629" y="3176105"/>
                  </a:lnTo>
                  <a:lnTo>
                    <a:pt x="1749747" y="3176105"/>
                  </a:lnTo>
                  <a:lnTo>
                    <a:pt x="1749747" y="3175675"/>
                  </a:lnTo>
                  <a:lnTo>
                    <a:pt x="1749865" y="3175675"/>
                  </a:lnTo>
                  <a:lnTo>
                    <a:pt x="1749865" y="3175244"/>
                  </a:lnTo>
                  <a:lnTo>
                    <a:pt x="1749982" y="3175244"/>
                  </a:lnTo>
                  <a:lnTo>
                    <a:pt x="1750100" y="3175244"/>
                  </a:lnTo>
                  <a:lnTo>
                    <a:pt x="1750100" y="3174813"/>
                  </a:lnTo>
                  <a:lnTo>
                    <a:pt x="1750217" y="3174813"/>
                  </a:lnTo>
                  <a:lnTo>
                    <a:pt x="1750335" y="3174813"/>
                  </a:lnTo>
                  <a:lnTo>
                    <a:pt x="1750453" y="3174813"/>
                  </a:lnTo>
                  <a:lnTo>
                    <a:pt x="1750570" y="3174813"/>
                  </a:lnTo>
                  <a:lnTo>
                    <a:pt x="1750688" y="3174813"/>
                  </a:lnTo>
                  <a:lnTo>
                    <a:pt x="1750688" y="3174383"/>
                  </a:lnTo>
                  <a:lnTo>
                    <a:pt x="1750805" y="3174383"/>
                  </a:lnTo>
                  <a:lnTo>
                    <a:pt x="1750923" y="3174383"/>
                  </a:lnTo>
                  <a:lnTo>
                    <a:pt x="1751041" y="3174383"/>
                  </a:lnTo>
                  <a:lnTo>
                    <a:pt x="1751158" y="3174383"/>
                  </a:lnTo>
                  <a:lnTo>
                    <a:pt x="1751276" y="3174383"/>
                  </a:lnTo>
                  <a:lnTo>
                    <a:pt x="1751276" y="3173952"/>
                  </a:lnTo>
                  <a:lnTo>
                    <a:pt x="1751394" y="3173952"/>
                  </a:lnTo>
                  <a:lnTo>
                    <a:pt x="1751511" y="3173952"/>
                  </a:lnTo>
                  <a:lnTo>
                    <a:pt x="1751629" y="3173952"/>
                  </a:lnTo>
                  <a:lnTo>
                    <a:pt x="1751629" y="3173522"/>
                  </a:lnTo>
                  <a:lnTo>
                    <a:pt x="1751746" y="3173522"/>
                  </a:lnTo>
                  <a:lnTo>
                    <a:pt x="1751864" y="3173522"/>
                  </a:lnTo>
                  <a:lnTo>
                    <a:pt x="1751982" y="3173522"/>
                  </a:lnTo>
                  <a:lnTo>
                    <a:pt x="1752099" y="3173522"/>
                  </a:lnTo>
                  <a:lnTo>
                    <a:pt x="1752217" y="3173522"/>
                  </a:lnTo>
                  <a:lnTo>
                    <a:pt x="1752217" y="3173091"/>
                  </a:lnTo>
                  <a:lnTo>
                    <a:pt x="1752217" y="3172660"/>
                  </a:lnTo>
                  <a:lnTo>
                    <a:pt x="1752217" y="3172230"/>
                  </a:lnTo>
                  <a:lnTo>
                    <a:pt x="1752334" y="3172230"/>
                  </a:lnTo>
                  <a:lnTo>
                    <a:pt x="1752334" y="3171799"/>
                  </a:lnTo>
                  <a:lnTo>
                    <a:pt x="1752452" y="3171799"/>
                  </a:lnTo>
                  <a:lnTo>
                    <a:pt x="1752570" y="3171799"/>
                  </a:lnTo>
                  <a:lnTo>
                    <a:pt x="1752687" y="3171799"/>
                  </a:lnTo>
                  <a:lnTo>
                    <a:pt x="1752687" y="3171369"/>
                  </a:lnTo>
                  <a:lnTo>
                    <a:pt x="1752805" y="3171369"/>
                  </a:lnTo>
                  <a:lnTo>
                    <a:pt x="1752805" y="3170938"/>
                  </a:lnTo>
                  <a:lnTo>
                    <a:pt x="1752923" y="3170938"/>
                  </a:lnTo>
                  <a:lnTo>
                    <a:pt x="1753040" y="3170938"/>
                  </a:lnTo>
                  <a:lnTo>
                    <a:pt x="1753158" y="3170938"/>
                  </a:lnTo>
                  <a:lnTo>
                    <a:pt x="1753158" y="3170507"/>
                  </a:lnTo>
                  <a:lnTo>
                    <a:pt x="1753275" y="3170507"/>
                  </a:lnTo>
                  <a:lnTo>
                    <a:pt x="1753393" y="3170507"/>
                  </a:lnTo>
                  <a:lnTo>
                    <a:pt x="1753393" y="3170077"/>
                  </a:lnTo>
                  <a:lnTo>
                    <a:pt x="1753393" y="3169646"/>
                  </a:lnTo>
                  <a:lnTo>
                    <a:pt x="1753393" y="3169216"/>
                  </a:lnTo>
                  <a:lnTo>
                    <a:pt x="1753393" y="3168785"/>
                  </a:lnTo>
                  <a:lnTo>
                    <a:pt x="1753511" y="3168785"/>
                  </a:lnTo>
                  <a:lnTo>
                    <a:pt x="1753511" y="3168354"/>
                  </a:lnTo>
                  <a:lnTo>
                    <a:pt x="1753511" y="3167924"/>
                  </a:lnTo>
                  <a:lnTo>
                    <a:pt x="1753511" y="3167493"/>
                  </a:lnTo>
                  <a:lnTo>
                    <a:pt x="1753628" y="3167493"/>
                  </a:lnTo>
                  <a:lnTo>
                    <a:pt x="1753746" y="3167493"/>
                  </a:lnTo>
                  <a:lnTo>
                    <a:pt x="1753746" y="3167063"/>
                  </a:lnTo>
                  <a:lnTo>
                    <a:pt x="1753863" y="3167063"/>
                  </a:lnTo>
                  <a:lnTo>
                    <a:pt x="1753981" y="3167063"/>
                  </a:lnTo>
                  <a:lnTo>
                    <a:pt x="1754099" y="3167063"/>
                  </a:lnTo>
                  <a:lnTo>
                    <a:pt x="1754099" y="3166632"/>
                  </a:lnTo>
                  <a:lnTo>
                    <a:pt x="1754216" y="3166632"/>
                  </a:lnTo>
                  <a:lnTo>
                    <a:pt x="1754334" y="3166632"/>
                  </a:lnTo>
                  <a:lnTo>
                    <a:pt x="1754451" y="3166632"/>
                  </a:lnTo>
                  <a:lnTo>
                    <a:pt x="1754569" y="3166632"/>
                  </a:lnTo>
                  <a:lnTo>
                    <a:pt x="1754687" y="3166632"/>
                  </a:lnTo>
                  <a:lnTo>
                    <a:pt x="1754804" y="3166632"/>
                  </a:lnTo>
                  <a:lnTo>
                    <a:pt x="1754804" y="3166201"/>
                  </a:lnTo>
                  <a:lnTo>
                    <a:pt x="1754922" y="3166201"/>
                  </a:lnTo>
                  <a:lnTo>
                    <a:pt x="1755040" y="3166201"/>
                  </a:lnTo>
                  <a:lnTo>
                    <a:pt x="1755157" y="3166201"/>
                  </a:lnTo>
                  <a:lnTo>
                    <a:pt x="1755157" y="3165771"/>
                  </a:lnTo>
                  <a:lnTo>
                    <a:pt x="1755157" y="3165340"/>
                  </a:lnTo>
                  <a:lnTo>
                    <a:pt x="1755157" y="3164910"/>
                  </a:lnTo>
                  <a:lnTo>
                    <a:pt x="1755157" y="3164479"/>
                  </a:lnTo>
                  <a:lnTo>
                    <a:pt x="1755275" y="3164479"/>
                  </a:lnTo>
                  <a:lnTo>
                    <a:pt x="1755392" y="3164479"/>
                  </a:lnTo>
                  <a:lnTo>
                    <a:pt x="1755392" y="3164048"/>
                  </a:lnTo>
                  <a:lnTo>
                    <a:pt x="1755392" y="3163618"/>
                  </a:lnTo>
                  <a:lnTo>
                    <a:pt x="1755510" y="3163618"/>
                  </a:lnTo>
                  <a:lnTo>
                    <a:pt x="1755628" y="3163618"/>
                  </a:lnTo>
                  <a:lnTo>
                    <a:pt x="1755628" y="3163187"/>
                  </a:lnTo>
                  <a:lnTo>
                    <a:pt x="1755745" y="3163187"/>
                  </a:lnTo>
                  <a:lnTo>
                    <a:pt x="1755863" y="3163187"/>
                  </a:lnTo>
                  <a:lnTo>
                    <a:pt x="1755980" y="3163187"/>
                  </a:lnTo>
                  <a:lnTo>
                    <a:pt x="1756098" y="3163187"/>
                  </a:lnTo>
                  <a:lnTo>
                    <a:pt x="1756216" y="3163187"/>
                  </a:lnTo>
                  <a:lnTo>
                    <a:pt x="1756333" y="3163187"/>
                  </a:lnTo>
                  <a:lnTo>
                    <a:pt x="1756451" y="3163187"/>
                  </a:lnTo>
                  <a:lnTo>
                    <a:pt x="1756451" y="3162757"/>
                  </a:lnTo>
                  <a:lnTo>
                    <a:pt x="1756451" y="3162326"/>
                  </a:lnTo>
                  <a:lnTo>
                    <a:pt x="1756451" y="3161895"/>
                  </a:lnTo>
                  <a:lnTo>
                    <a:pt x="1756569" y="3161895"/>
                  </a:lnTo>
                  <a:lnTo>
                    <a:pt x="1756686" y="3161895"/>
                  </a:lnTo>
                  <a:lnTo>
                    <a:pt x="1756804" y="3161895"/>
                  </a:lnTo>
                  <a:lnTo>
                    <a:pt x="1756921" y="3161895"/>
                  </a:lnTo>
                  <a:lnTo>
                    <a:pt x="1756921" y="3161465"/>
                  </a:lnTo>
                  <a:lnTo>
                    <a:pt x="1757039" y="3161465"/>
                  </a:lnTo>
                  <a:lnTo>
                    <a:pt x="1757039" y="3161034"/>
                  </a:lnTo>
                  <a:lnTo>
                    <a:pt x="1757157" y="3161034"/>
                  </a:lnTo>
                  <a:lnTo>
                    <a:pt x="1757274" y="3161034"/>
                  </a:lnTo>
                  <a:lnTo>
                    <a:pt x="1757392" y="3161034"/>
                  </a:lnTo>
                  <a:lnTo>
                    <a:pt x="1757509" y="3161034"/>
                  </a:lnTo>
                  <a:lnTo>
                    <a:pt x="1757627" y="3161034"/>
                  </a:lnTo>
                  <a:lnTo>
                    <a:pt x="1757627" y="3160604"/>
                  </a:lnTo>
                  <a:lnTo>
                    <a:pt x="1757745" y="3160604"/>
                  </a:lnTo>
                  <a:lnTo>
                    <a:pt x="1757862" y="3160604"/>
                  </a:lnTo>
                  <a:lnTo>
                    <a:pt x="1757980" y="3160604"/>
                  </a:lnTo>
                  <a:lnTo>
                    <a:pt x="1757980" y="3160173"/>
                  </a:lnTo>
                  <a:lnTo>
                    <a:pt x="1758098" y="3160173"/>
                  </a:lnTo>
                  <a:lnTo>
                    <a:pt x="1758215" y="3160173"/>
                  </a:lnTo>
                  <a:lnTo>
                    <a:pt x="1758333" y="3160173"/>
                  </a:lnTo>
                  <a:lnTo>
                    <a:pt x="1758333" y="3159742"/>
                  </a:lnTo>
                  <a:lnTo>
                    <a:pt x="1758450" y="3159742"/>
                  </a:lnTo>
                  <a:lnTo>
                    <a:pt x="1758450" y="3159312"/>
                  </a:lnTo>
                  <a:lnTo>
                    <a:pt x="1758450" y="3158881"/>
                  </a:lnTo>
                  <a:lnTo>
                    <a:pt x="1758568" y="3158881"/>
                  </a:lnTo>
                  <a:lnTo>
                    <a:pt x="1758568" y="3158451"/>
                  </a:lnTo>
                  <a:lnTo>
                    <a:pt x="1758568" y="3158020"/>
                  </a:lnTo>
                  <a:lnTo>
                    <a:pt x="1758686" y="3158020"/>
                  </a:lnTo>
                  <a:lnTo>
                    <a:pt x="1758803" y="3158020"/>
                  </a:lnTo>
                  <a:lnTo>
                    <a:pt x="1758803" y="3157589"/>
                  </a:lnTo>
                  <a:lnTo>
                    <a:pt x="1758803" y="3157159"/>
                  </a:lnTo>
                  <a:lnTo>
                    <a:pt x="1758921" y="3157159"/>
                  </a:lnTo>
                  <a:lnTo>
                    <a:pt x="1759038" y="3157159"/>
                  </a:lnTo>
                  <a:lnTo>
                    <a:pt x="1759156" y="3157159"/>
                  </a:lnTo>
                  <a:lnTo>
                    <a:pt x="1759274" y="3157159"/>
                  </a:lnTo>
                  <a:lnTo>
                    <a:pt x="1759274" y="3156728"/>
                  </a:lnTo>
                  <a:lnTo>
                    <a:pt x="1759391" y="3156728"/>
                  </a:lnTo>
                  <a:lnTo>
                    <a:pt x="1759509" y="3156728"/>
                  </a:lnTo>
                  <a:lnTo>
                    <a:pt x="1759627" y="3156728"/>
                  </a:lnTo>
                  <a:lnTo>
                    <a:pt x="1759627" y="3156298"/>
                  </a:lnTo>
                  <a:lnTo>
                    <a:pt x="1759744" y="3156298"/>
                  </a:lnTo>
                  <a:lnTo>
                    <a:pt x="1759744" y="3155867"/>
                  </a:lnTo>
                  <a:lnTo>
                    <a:pt x="1759862" y="3155867"/>
                  </a:lnTo>
                  <a:lnTo>
                    <a:pt x="1759979" y="3155867"/>
                  </a:lnTo>
                  <a:lnTo>
                    <a:pt x="1760097" y="3155867"/>
                  </a:lnTo>
                  <a:lnTo>
                    <a:pt x="1760215" y="3155867"/>
                  </a:lnTo>
                  <a:lnTo>
                    <a:pt x="1760332" y="3155867"/>
                  </a:lnTo>
                  <a:lnTo>
                    <a:pt x="1760450" y="3155867"/>
                  </a:lnTo>
                  <a:lnTo>
                    <a:pt x="1760450" y="3155436"/>
                  </a:lnTo>
                  <a:lnTo>
                    <a:pt x="1760567" y="3155436"/>
                  </a:lnTo>
                  <a:lnTo>
                    <a:pt x="1760567" y="3155006"/>
                  </a:lnTo>
                  <a:lnTo>
                    <a:pt x="1760685" y="3155006"/>
                  </a:lnTo>
                  <a:lnTo>
                    <a:pt x="1760685" y="3154575"/>
                  </a:lnTo>
                  <a:lnTo>
                    <a:pt x="1760803" y="3154575"/>
                  </a:lnTo>
                  <a:lnTo>
                    <a:pt x="1760920" y="3154575"/>
                  </a:lnTo>
                  <a:lnTo>
                    <a:pt x="1761038" y="3154575"/>
                  </a:lnTo>
                  <a:lnTo>
                    <a:pt x="1761038" y="3154145"/>
                  </a:lnTo>
                  <a:lnTo>
                    <a:pt x="1761156" y="3154145"/>
                  </a:lnTo>
                  <a:lnTo>
                    <a:pt x="1761273" y="3154145"/>
                  </a:lnTo>
                  <a:lnTo>
                    <a:pt x="1761391" y="3154145"/>
                  </a:lnTo>
                  <a:lnTo>
                    <a:pt x="1761508" y="3154145"/>
                  </a:lnTo>
                  <a:lnTo>
                    <a:pt x="1761626" y="3154145"/>
                  </a:lnTo>
                  <a:lnTo>
                    <a:pt x="1761744" y="3154145"/>
                  </a:lnTo>
                  <a:lnTo>
                    <a:pt x="1761744" y="3153714"/>
                  </a:lnTo>
                  <a:lnTo>
                    <a:pt x="1761744" y="3153283"/>
                  </a:lnTo>
                  <a:lnTo>
                    <a:pt x="1761861" y="3153283"/>
                  </a:lnTo>
                  <a:lnTo>
                    <a:pt x="1761979" y="3153283"/>
                  </a:lnTo>
                  <a:lnTo>
                    <a:pt x="1762096" y="3153283"/>
                  </a:lnTo>
                  <a:lnTo>
                    <a:pt x="1762214" y="3153283"/>
                  </a:lnTo>
                  <a:lnTo>
                    <a:pt x="1762332" y="3153283"/>
                  </a:lnTo>
                  <a:lnTo>
                    <a:pt x="1762449" y="3153283"/>
                  </a:lnTo>
                  <a:lnTo>
                    <a:pt x="1762567" y="3153283"/>
                  </a:lnTo>
                  <a:lnTo>
                    <a:pt x="1762684" y="3153283"/>
                  </a:lnTo>
                  <a:lnTo>
                    <a:pt x="1762802" y="3153283"/>
                  </a:lnTo>
                  <a:lnTo>
                    <a:pt x="1762920" y="3153283"/>
                  </a:lnTo>
                  <a:lnTo>
                    <a:pt x="1763037" y="3153283"/>
                  </a:lnTo>
                  <a:lnTo>
                    <a:pt x="1763155" y="3153283"/>
                  </a:lnTo>
                  <a:lnTo>
                    <a:pt x="1763273" y="3153283"/>
                  </a:lnTo>
                  <a:lnTo>
                    <a:pt x="1763273" y="3152853"/>
                  </a:lnTo>
                  <a:lnTo>
                    <a:pt x="1763390" y="3152853"/>
                  </a:lnTo>
                  <a:lnTo>
                    <a:pt x="1763390" y="3152422"/>
                  </a:lnTo>
                  <a:lnTo>
                    <a:pt x="1763390" y="3151992"/>
                  </a:lnTo>
                  <a:lnTo>
                    <a:pt x="1763508" y="3151992"/>
                  </a:lnTo>
                  <a:lnTo>
                    <a:pt x="1763508" y="3151561"/>
                  </a:lnTo>
                  <a:lnTo>
                    <a:pt x="1763508" y="3151130"/>
                  </a:lnTo>
                  <a:lnTo>
                    <a:pt x="1763625" y="3151130"/>
                  </a:lnTo>
                  <a:lnTo>
                    <a:pt x="1763743" y="3151130"/>
                  </a:lnTo>
                  <a:lnTo>
                    <a:pt x="1763861" y="3151130"/>
                  </a:lnTo>
                  <a:lnTo>
                    <a:pt x="1763978" y="3151130"/>
                  </a:lnTo>
                  <a:lnTo>
                    <a:pt x="1764096" y="3151130"/>
                  </a:lnTo>
                  <a:lnTo>
                    <a:pt x="1764096" y="3150700"/>
                  </a:lnTo>
                  <a:lnTo>
                    <a:pt x="1764096" y="3150269"/>
                  </a:lnTo>
                  <a:lnTo>
                    <a:pt x="1764213" y="3150269"/>
                  </a:lnTo>
                  <a:lnTo>
                    <a:pt x="1764331" y="3150269"/>
                  </a:lnTo>
                  <a:lnTo>
                    <a:pt x="1764331" y="3149839"/>
                  </a:lnTo>
                  <a:lnTo>
                    <a:pt x="1764449" y="3149839"/>
                  </a:lnTo>
                  <a:lnTo>
                    <a:pt x="1764566" y="3149839"/>
                  </a:lnTo>
                  <a:lnTo>
                    <a:pt x="1764684" y="3149839"/>
                  </a:lnTo>
                  <a:lnTo>
                    <a:pt x="1764802" y="3149839"/>
                  </a:lnTo>
                  <a:lnTo>
                    <a:pt x="1764802" y="3149408"/>
                  </a:lnTo>
                  <a:lnTo>
                    <a:pt x="1764919" y="3149408"/>
                  </a:lnTo>
                  <a:lnTo>
                    <a:pt x="1765037" y="3149408"/>
                  </a:lnTo>
                  <a:lnTo>
                    <a:pt x="1765037" y="3148977"/>
                  </a:lnTo>
                  <a:lnTo>
                    <a:pt x="1765154" y="3148977"/>
                  </a:lnTo>
                  <a:lnTo>
                    <a:pt x="1765272" y="3148977"/>
                  </a:lnTo>
                  <a:lnTo>
                    <a:pt x="1765390" y="3148977"/>
                  </a:lnTo>
                  <a:lnTo>
                    <a:pt x="1765507" y="3148977"/>
                  </a:lnTo>
                  <a:lnTo>
                    <a:pt x="1765625" y="3148977"/>
                  </a:lnTo>
                  <a:lnTo>
                    <a:pt x="1765742" y="3148977"/>
                  </a:lnTo>
                  <a:lnTo>
                    <a:pt x="1765860" y="3148977"/>
                  </a:lnTo>
                  <a:lnTo>
                    <a:pt x="1765860" y="3148547"/>
                  </a:lnTo>
                  <a:lnTo>
                    <a:pt x="1765978" y="3148547"/>
                  </a:lnTo>
                  <a:lnTo>
                    <a:pt x="1766095" y="3148547"/>
                  </a:lnTo>
                  <a:lnTo>
                    <a:pt x="1766095" y="3148116"/>
                  </a:lnTo>
                  <a:lnTo>
                    <a:pt x="1766095" y="3147686"/>
                  </a:lnTo>
                  <a:lnTo>
                    <a:pt x="1766213" y="3147686"/>
                  </a:lnTo>
                  <a:lnTo>
                    <a:pt x="1766331" y="3147686"/>
                  </a:lnTo>
                  <a:lnTo>
                    <a:pt x="1766448" y="3147686"/>
                  </a:lnTo>
                  <a:lnTo>
                    <a:pt x="1766566" y="3147686"/>
                  </a:lnTo>
                  <a:lnTo>
                    <a:pt x="1766566" y="3147255"/>
                  </a:lnTo>
                  <a:lnTo>
                    <a:pt x="1766566" y="3146824"/>
                  </a:lnTo>
                  <a:lnTo>
                    <a:pt x="1766683" y="3146824"/>
                  </a:lnTo>
                  <a:lnTo>
                    <a:pt x="1766801" y="3146824"/>
                  </a:lnTo>
                  <a:lnTo>
                    <a:pt x="1766919" y="3146824"/>
                  </a:lnTo>
                  <a:lnTo>
                    <a:pt x="1767036" y="3146824"/>
                  </a:lnTo>
                  <a:lnTo>
                    <a:pt x="1767154" y="3146824"/>
                  </a:lnTo>
                  <a:lnTo>
                    <a:pt x="1767271" y="3146824"/>
                  </a:lnTo>
                  <a:lnTo>
                    <a:pt x="1767389" y="3146824"/>
                  </a:lnTo>
                  <a:lnTo>
                    <a:pt x="1767389" y="3146394"/>
                  </a:lnTo>
                  <a:lnTo>
                    <a:pt x="1767389" y="3145963"/>
                  </a:lnTo>
                  <a:lnTo>
                    <a:pt x="1767507" y="3145963"/>
                  </a:lnTo>
                  <a:lnTo>
                    <a:pt x="1767624" y="3145963"/>
                  </a:lnTo>
                  <a:lnTo>
                    <a:pt x="1767742" y="3145963"/>
                  </a:lnTo>
                  <a:lnTo>
                    <a:pt x="1767742" y="3145533"/>
                  </a:lnTo>
                  <a:lnTo>
                    <a:pt x="1767860" y="3145533"/>
                  </a:lnTo>
                  <a:lnTo>
                    <a:pt x="1767860" y="3145102"/>
                  </a:lnTo>
                  <a:lnTo>
                    <a:pt x="1767860" y="3144671"/>
                  </a:lnTo>
                  <a:lnTo>
                    <a:pt x="1767860" y="3144241"/>
                  </a:lnTo>
                  <a:lnTo>
                    <a:pt x="1767977" y="3144241"/>
                  </a:lnTo>
                  <a:lnTo>
                    <a:pt x="1768095" y="3144241"/>
                  </a:lnTo>
                  <a:lnTo>
                    <a:pt x="1768212" y="3144241"/>
                  </a:lnTo>
                  <a:lnTo>
                    <a:pt x="1768212" y="3143810"/>
                  </a:lnTo>
                  <a:lnTo>
                    <a:pt x="1768212" y="3143380"/>
                  </a:lnTo>
                  <a:lnTo>
                    <a:pt x="1768330" y="3143380"/>
                  </a:lnTo>
                  <a:lnTo>
                    <a:pt x="1768448" y="3143380"/>
                  </a:lnTo>
                  <a:lnTo>
                    <a:pt x="1768565" y="3143380"/>
                  </a:lnTo>
                  <a:lnTo>
                    <a:pt x="1768565" y="3142949"/>
                  </a:lnTo>
                  <a:lnTo>
                    <a:pt x="1768683" y="3142949"/>
                  </a:lnTo>
                  <a:lnTo>
                    <a:pt x="1768800" y="3142949"/>
                  </a:lnTo>
                  <a:lnTo>
                    <a:pt x="1768800" y="3142518"/>
                  </a:lnTo>
                  <a:lnTo>
                    <a:pt x="1768800" y="3142088"/>
                  </a:lnTo>
                  <a:lnTo>
                    <a:pt x="1768918" y="3142088"/>
                  </a:lnTo>
                  <a:lnTo>
                    <a:pt x="1769036" y="3142088"/>
                  </a:lnTo>
                  <a:lnTo>
                    <a:pt x="1769153" y="3142088"/>
                  </a:lnTo>
                  <a:lnTo>
                    <a:pt x="1769271" y="3142088"/>
                  </a:lnTo>
                  <a:lnTo>
                    <a:pt x="1769389" y="3142088"/>
                  </a:lnTo>
                  <a:lnTo>
                    <a:pt x="1769506" y="3142088"/>
                  </a:lnTo>
                  <a:lnTo>
                    <a:pt x="1769624" y="3142088"/>
                  </a:lnTo>
                  <a:lnTo>
                    <a:pt x="1769624" y="3141657"/>
                  </a:lnTo>
                  <a:lnTo>
                    <a:pt x="1769741" y="3141657"/>
                  </a:lnTo>
                  <a:lnTo>
                    <a:pt x="1769859" y="3141657"/>
                  </a:lnTo>
                  <a:lnTo>
                    <a:pt x="1769977" y="3141657"/>
                  </a:lnTo>
                  <a:lnTo>
                    <a:pt x="1769977" y="3141227"/>
                  </a:lnTo>
                  <a:lnTo>
                    <a:pt x="1770094" y="3141227"/>
                  </a:lnTo>
                  <a:lnTo>
                    <a:pt x="1770212" y="3141227"/>
                  </a:lnTo>
                  <a:lnTo>
                    <a:pt x="1770329" y="3141227"/>
                  </a:lnTo>
                  <a:lnTo>
                    <a:pt x="1770447" y="3141227"/>
                  </a:lnTo>
                  <a:lnTo>
                    <a:pt x="1770447" y="3140796"/>
                  </a:lnTo>
                  <a:lnTo>
                    <a:pt x="1770447" y="3140365"/>
                  </a:lnTo>
                  <a:lnTo>
                    <a:pt x="1770565" y="3140365"/>
                  </a:lnTo>
                  <a:lnTo>
                    <a:pt x="1770565" y="3139935"/>
                  </a:lnTo>
                  <a:lnTo>
                    <a:pt x="1770682" y="3139935"/>
                  </a:lnTo>
                  <a:lnTo>
                    <a:pt x="1770800" y="3139935"/>
                  </a:lnTo>
                  <a:lnTo>
                    <a:pt x="1770917" y="3139935"/>
                  </a:lnTo>
                  <a:lnTo>
                    <a:pt x="1771035" y="3139935"/>
                  </a:lnTo>
                  <a:lnTo>
                    <a:pt x="1771153" y="3139935"/>
                  </a:lnTo>
                  <a:lnTo>
                    <a:pt x="1771270" y="3139935"/>
                  </a:lnTo>
                  <a:lnTo>
                    <a:pt x="1771388" y="3139935"/>
                  </a:lnTo>
                  <a:lnTo>
                    <a:pt x="1771506" y="3139935"/>
                  </a:lnTo>
                  <a:lnTo>
                    <a:pt x="1771506" y="3139504"/>
                  </a:lnTo>
                  <a:lnTo>
                    <a:pt x="1771623" y="3139504"/>
                  </a:lnTo>
                  <a:lnTo>
                    <a:pt x="1771741" y="3139504"/>
                  </a:lnTo>
                  <a:lnTo>
                    <a:pt x="1771858" y="3139504"/>
                  </a:lnTo>
                  <a:lnTo>
                    <a:pt x="1771976" y="3139504"/>
                  </a:lnTo>
                  <a:lnTo>
                    <a:pt x="1772094" y="3139504"/>
                  </a:lnTo>
                  <a:lnTo>
                    <a:pt x="1772211" y="3139504"/>
                  </a:lnTo>
                  <a:lnTo>
                    <a:pt x="1772329" y="3139504"/>
                  </a:lnTo>
                  <a:lnTo>
                    <a:pt x="1772329" y="3139074"/>
                  </a:lnTo>
                  <a:lnTo>
                    <a:pt x="1772329" y="3138643"/>
                  </a:lnTo>
                  <a:lnTo>
                    <a:pt x="1772329" y="3138212"/>
                  </a:lnTo>
                  <a:lnTo>
                    <a:pt x="1772446" y="3138212"/>
                  </a:lnTo>
                  <a:lnTo>
                    <a:pt x="1772564" y="3138212"/>
                  </a:lnTo>
                  <a:lnTo>
                    <a:pt x="1772682" y="3138212"/>
                  </a:lnTo>
                  <a:lnTo>
                    <a:pt x="1772799" y="3138212"/>
                  </a:lnTo>
                  <a:lnTo>
                    <a:pt x="1772917" y="3138212"/>
                  </a:lnTo>
                  <a:lnTo>
                    <a:pt x="1773035" y="3138212"/>
                  </a:lnTo>
                  <a:lnTo>
                    <a:pt x="1773152" y="3138212"/>
                  </a:lnTo>
                  <a:lnTo>
                    <a:pt x="1773270" y="3138212"/>
                  </a:lnTo>
                  <a:lnTo>
                    <a:pt x="1773387" y="3138212"/>
                  </a:lnTo>
                  <a:lnTo>
                    <a:pt x="1773505" y="3138212"/>
                  </a:lnTo>
                  <a:lnTo>
                    <a:pt x="1773623" y="3138212"/>
                  </a:lnTo>
                  <a:lnTo>
                    <a:pt x="1773623" y="3137782"/>
                  </a:lnTo>
                  <a:lnTo>
                    <a:pt x="1773740" y="3137782"/>
                  </a:lnTo>
                  <a:lnTo>
                    <a:pt x="1773740" y="3137351"/>
                  </a:lnTo>
                  <a:lnTo>
                    <a:pt x="1773740" y="3136921"/>
                  </a:lnTo>
                  <a:lnTo>
                    <a:pt x="1773740" y="3136490"/>
                  </a:lnTo>
                  <a:lnTo>
                    <a:pt x="1773740" y="3136059"/>
                  </a:lnTo>
                  <a:lnTo>
                    <a:pt x="1773858" y="3136059"/>
                  </a:lnTo>
                  <a:lnTo>
                    <a:pt x="1773975" y="3136059"/>
                  </a:lnTo>
                  <a:lnTo>
                    <a:pt x="1774093" y="3136059"/>
                  </a:lnTo>
                  <a:lnTo>
                    <a:pt x="1774211" y="3136059"/>
                  </a:lnTo>
                  <a:lnTo>
                    <a:pt x="1774328" y="3136059"/>
                  </a:lnTo>
                  <a:lnTo>
                    <a:pt x="1774446" y="3136059"/>
                  </a:lnTo>
                  <a:lnTo>
                    <a:pt x="1774446" y="3135629"/>
                  </a:lnTo>
                  <a:lnTo>
                    <a:pt x="1774446" y="3135198"/>
                  </a:lnTo>
                  <a:lnTo>
                    <a:pt x="1774564" y="3135198"/>
                  </a:lnTo>
                  <a:lnTo>
                    <a:pt x="1774681" y="3135198"/>
                  </a:lnTo>
                  <a:lnTo>
                    <a:pt x="1774799" y="3135198"/>
                  </a:lnTo>
                  <a:lnTo>
                    <a:pt x="1774916" y="3135198"/>
                  </a:lnTo>
                  <a:lnTo>
                    <a:pt x="1775034" y="3135198"/>
                  </a:lnTo>
                  <a:lnTo>
                    <a:pt x="1775034" y="3134768"/>
                  </a:lnTo>
                  <a:lnTo>
                    <a:pt x="1775034" y="3134337"/>
                  </a:lnTo>
                  <a:lnTo>
                    <a:pt x="1775152" y="3134337"/>
                  </a:lnTo>
                  <a:lnTo>
                    <a:pt x="1775269" y="3134337"/>
                  </a:lnTo>
                  <a:lnTo>
                    <a:pt x="1775387" y="3134337"/>
                  </a:lnTo>
                  <a:lnTo>
                    <a:pt x="1775504" y="3134337"/>
                  </a:lnTo>
                  <a:lnTo>
                    <a:pt x="1775504" y="3133906"/>
                  </a:lnTo>
                  <a:lnTo>
                    <a:pt x="1775622" y="3133906"/>
                  </a:lnTo>
                  <a:lnTo>
                    <a:pt x="1775740" y="3133906"/>
                  </a:lnTo>
                  <a:lnTo>
                    <a:pt x="1775857" y="3133906"/>
                  </a:lnTo>
                  <a:lnTo>
                    <a:pt x="1775975" y="3133906"/>
                  </a:lnTo>
                  <a:lnTo>
                    <a:pt x="1775975" y="3133476"/>
                  </a:lnTo>
                  <a:lnTo>
                    <a:pt x="1775975" y="3133045"/>
                  </a:lnTo>
                  <a:lnTo>
                    <a:pt x="1776093" y="3133045"/>
                  </a:lnTo>
                  <a:lnTo>
                    <a:pt x="1776210" y="3133045"/>
                  </a:lnTo>
                  <a:lnTo>
                    <a:pt x="1776328" y="3133045"/>
                  </a:lnTo>
                  <a:lnTo>
                    <a:pt x="1776445" y="3133045"/>
                  </a:lnTo>
                  <a:lnTo>
                    <a:pt x="1776445" y="3132615"/>
                  </a:lnTo>
                  <a:lnTo>
                    <a:pt x="1776445" y="3132184"/>
                  </a:lnTo>
                  <a:lnTo>
                    <a:pt x="1776445" y="3131753"/>
                  </a:lnTo>
                  <a:lnTo>
                    <a:pt x="1776563" y="3131753"/>
                  </a:lnTo>
                  <a:lnTo>
                    <a:pt x="1776681" y="3131753"/>
                  </a:lnTo>
                  <a:lnTo>
                    <a:pt x="1776681" y="3131323"/>
                  </a:lnTo>
                  <a:lnTo>
                    <a:pt x="1776681" y="3130892"/>
                  </a:lnTo>
                  <a:lnTo>
                    <a:pt x="1776798" y="3130892"/>
                  </a:lnTo>
                  <a:lnTo>
                    <a:pt x="1776798" y="3130462"/>
                  </a:lnTo>
                  <a:lnTo>
                    <a:pt x="1776798" y="3130031"/>
                  </a:lnTo>
                  <a:lnTo>
                    <a:pt x="1776916" y="3130031"/>
                  </a:lnTo>
                  <a:lnTo>
                    <a:pt x="1777033" y="3130031"/>
                  </a:lnTo>
                  <a:lnTo>
                    <a:pt x="1777033" y="3129600"/>
                  </a:lnTo>
                  <a:lnTo>
                    <a:pt x="1777151" y="3129600"/>
                  </a:lnTo>
                  <a:lnTo>
                    <a:pt x="1777151" y="3129170"/>
                  </a:lnTo>
                  <a:lnTo>
                    <a:pt x="1777269" y="3129170"/>
                  </a:lnTo>
                  <a:lnTo>
                    <a:pt x="1777386" y="3129170"/>
                  </a:lnTo>
                  <a:lnTo>
                    <a:pt x="1777504" y="3129170"/>
                  </a:lnTo>
                  <a:lnTo>
                    <a:pt x="1777621" y="3129170"/>
                  </a:lnTo>
                  <a:lnTo>
                    <a:pt x="1777739" y="3129170"/>
                  </a:lnTo>
                  <a:lnTo>
                    <a:pt x="1777739" y="3128739"/>
                  </a:lnTo>
                  <a:lnTo>
                    <a:pt x="1777857" y="3128739"/>
                  </a:lnTo>
                  <a:lnTo>
                    <a:pt x="1777857" y="3128309"/>
                  </a:lnTo>
                  <a:lnTo>
                    <a:pt x="1777974" y="3128309"/>
                  </a:lnTo>
                  <a:lnTo>
                    <a:pt x="1778092" y="3128309"/>
                  </a:lnTo>
                  <a:lnTo>
                    <a:pt x="1778210" y="3128309"/>
                  </a:lnTo>
                  <a:lnTo>
                    <a:pt x="1778327" y="3128309"/>
                  </a:lnTo>
                  <a:lnTo>
                    <a:pt x="1778445" y="3128309"/>
                  </a:lnTo>
                  <a:lnTo>
                    <a:pt x="1778562" y="3128309"/>
                  </a:lnTo>
                  <a:lnTo>
                    <a:pt x="1778680" y="3128309"/>
                  </a:lnTo>
                  <a:lnTo>
                    <a:pt x="1778798" y="3128309"/>
                  </a:lnTo>
                  <a:lnTo>
                    <a:pt x="1778798" y="3127878"/>
                  </a:lnTo>
                  <a:lnTo>
                    <a:pt x="1778915" y="3127878"/>
                  </a:lnTo>
                  <a:lnTo>
                    <a:pt x="1778915" y="3127447"/>
                  </a:lnTo>
                  <a:lnTo>
                    <a:pt x="1779033" y="3127447"/>
                  </a:lnTo>
                  <a:lnTo>
                    <a:pt x="1779033" y="3127017"/>
                  </a:lnTo>
                  <a:lnTo>
                    <a:pt x="1779150" y="3127017"/>
                  </a:lnTo>
                  <a:lnTo>
                    <a:pt x="1779150" y="3126586"/>
                  </a:lnTo>
                  <a:lnTo>
                    <a:pt x="1779268" y="3126586"/>
                  </a:lnTo>
                  <a:lnTo>
                    <a:pt x="1779386" y="3126586"/>
                  </a:lnTo>
                  <a:lnTo>
                    <a:pt x="1779503" y="3126586"/>
                  </a:lnTo>
                  <a:lnTo>
                    <a:pt x="1779621" y="3126586"/>
                  </a:lnTo>
                  <a:lnTo>
                    <a:pt x="1779621" y="3126156"/>
                  </a:lnTo>
                  <a:lnTo>
                    <a:pt x="1779739" y="3126156"/>
                  </a:lnTo>
                  <a:lnTo>
                    <a:pt x="1779739" y="3125725"/>
                  </a:lnTo>
                  <a:lnTo>
                    <a:pt x="1779856" y="3125725"/>
                  </a:lnTo>
                  <a:lnTo>
                    <a:pt x="1779974" y="3125725"/>
                  </a:lnTo>
                  <a:lnTo>
                    <a:pt x="1780091" y="3125725"/>
                  </a:lnTo>
                  <a:lnTo>
                    <a:pt x="1780091" y="3125294"/>
                  </a:lnTo>
                  <a:lnTo>
                    <a:pt x="1780209" y="3125294"/>
                  </a:lnTo>
                  <a:lnTo>
                    <a:pt x="1780327" y="3125294"/>
                  </a:lnTo>
                  <a:lnTo>
                    <a:pt x="1780444" y="3125294"/>
                  </a:lnTo>
                  <a:lnTo>
                    <a:pt x="1780562" y="3125294"/>
                  </a:lnTo>
                  <a:lnTo>
                    <a:pt x="1780679" y="3125294"/>
                  </a:lnTo>
                  <a:lnTo>
                    <a:pt x="1780679" y="3124864"/>
                  </a:lnTo>
                  <a:lnTo>
                    <a:pt x="1780679" y="3124433"/>
                  </a:lnTo>
                  <a:lnTo>
                    <a:pt x="1780679" y="3124003"/>
                  </a:lnTo>
                  <a:lnTo>
                    <a:pt x="1780679" y="3123572"/>
                  </a:lnTo>
                  <a:lnTo>
                    <a:pt x="1780797" y="3123572"/>
                  </a:lnTo>
                  <a:lnTo>
                    <a:pt x="1780915" y="3123572"/>
                  </a:lnTo>
                  <a:lnTo>
                    <a:pt x="1781032" y="3123572"/>
                  </a:lnTo>
                  <a:lnTo>
                    <a:pt x="1781150" y="3123572"/>
                  </a:lnTo>
                  <a:lnTo>
                    <a:pt x="1781150" y="3123141"/>
                  </a:lnTo>
                  <a:lnTo>
                    <a:pt x="1781268" y="3123141"/>
                  </a:lnTo>
                  <a:lnTo>
                    <a:pt x="1781385" y="3123141"/>
                  </a:lnTo>
                  <a:lnTo>
                    <a:pt x="1781385" y="3122711"/>
                  </a:lnTo>
                  <a:lnTo>
                    <a:pt x="1781503" y="3122711"/>
                  </a:lnTo>
                  <a:lnTo>
                    <a:pt x="1781620" y="3122711"/>
                  </a:lnTo>
                  <a:lnTo>
                    <a:pt x="1781620" y="3122280"/>
                  </a:lnTo>
                  <a:lnTo>
                    <a:pt x="1781620" y="3121850"/>
                  </a:lnTo>
                  <a:lnTo>
                    <a:pt x="1781738" y="3121850"/>
                  </a:lnTo>
                  <a:lnTo>
                    <a:pt x="1781856" y="3121850"/>
                  </a:lnTo>
                  <a:lnTo>
                    <a:pt x="1781973" y="3121850"/>
                  </a:lnTo>
                  <a:lnTo>
                    <a:pt x="1781973" y="3121419"/>
                  </a:lnTo>
                  <a:lnTo>
                    <a:pt x="1782091" y="3121419"/>
                  </a:lnTo>
                  <a:lnTo>
                    <a:pt x="1782091" y="3120988"/>
                  </a:lnTo>
                  <a:lnTo>
                    <a:pt x="1782208" y="3120988"/>
                  </a:lnTo>
                  <a:lnTo>
                    <a:pt x="1782208" y="3120558"/>
                  </a:lnTo>
                  <a:lnTo>
                    <a:pt x="1782326" y="3120558"/>
                  </a:lnTo>
                  <a:lnTo>
                    <a:pt x="1782444" y="3120558"/>
                  </a:lnTo>
                  <a:lnTo>
                    <a:pt x="1782561" y="3120558"/>
                  </a:lnTo>
                  <a:lnTo>
                    <a:pt x="1782679" y="3120558"/>
                  </a:lnTo>
                  <a:lnTo>
                    <a:pt x="1782797" y="3120558"/>
                  </a:lnTo>
                  <a:lnTo>
                    <a:pt x="1782797" y="3120127"/>
                  </a:lnTo>
                  <a:lnTo>
                    <a:pt x="1782914" y="3120127"/>
                  </a:lnTo>
                  <a:lnTo>
                    <a:pt x="1782914" y="3119697"/>
                  </a:lnTo>
                  <a:lnTo>
                    <a:pt x="1782914" y="3119266"/>
                  </a:lnTo>
                  <a:lnTo>
                    <a:pt x="1783032" y="3119266"/>
                  </a:lnTo>
                  <a:lnTo>
                    <a:pt x="1783149" y="3119266"/>
                  </a:lnTo>
                  <a:lnTo>
                    <a:pt x="1783267" y="3119266"/>
                  </a:lnTo>
                  <a:lnTo>
                    <a:pt x="1783385" y="3119266"/>
                  </a:lnTo>
                  <a:lnTo>
                    <a:pt x="1783502" y="3119266"/>
                  </a:lnTo>
                  <a:lnTo>
                    <a:pt x="1783620" y="3119266"/>
                  </a:lnTo>
                  <a:lnTo>
                    <a:pt x="1783620" y="3118835"/>
                  </a:lnTo>
                  <a:lnTo>
                    <a:pt x="1783620" y="3118405"/>
                  </a:lnTo>
                  <a:lnTo>
                    <a:pt x="1783620" y="3117974"/>
                  </a:lnTo>
                  <a:lnTo>
                    <a:pt x="1783620" y="3117544"/>
                  </a:lnTo>
                  <a:lnTo>
                    <a:pt x="1783737" y="3117544"/>
                  </a:lnTo>
                  <a:lnTo>
                    <a:pt x="1783855" y="3117544"/>
                  </a:lnTo>
                  <a:lnTo>
                    <a:pt x="1783855" y="3117113"/>
                  </a:lnTo>
                  <a:lnTo>
                    <a:pt x="1783973" y="3117113"/>
                  </a:lnTo>
                  <a:lnTo>
                    <a:pt x="1784090" y="3117113"/>
                  </a:lnTo>
                  <a:lnTo>
                    <a:pt x="1784090" y="3116682"/>
                  </a:lnTo>
                  <a:lnTo>
                    <a:pt x="1784208" y="3116682"/>
                  </a:lnTo>
                  <a:lnTo>
                    <a:pt x="1784326" y="3116682"/>
                  </a:lnTo>
                  <a:lnTo>
                    <a:pt x="1784443" y="3116682"/>
                  </a:lnTo>
                  <a:lnTo>
                    <a:pt x="1784561" y="3116682"/>
                  </a:lnTo>
                  <a:lnTo>
                    <a:pt x="1784678" y="3116682"/>
                  </a:lnTo>
                  <a:lnTo>
                    <a:pt x="1784678" y="3116252"/>
                  </a:lnTo>
                  <a:lnTo>
                    <a:pt x="1784796" y="3116252"/>
                  </a:lnTo>
                  <a:lnTo>
                    <a:pt x="1784914" y="3116252"/>
                  </a:lnTo>
                  <a:lnTo>
                    <a:pt x="1785031" y="3116252"/>
                  </a:lnTo>
                  <a:lnTo>
                    <a:pt x="1785149" y="3116252"/>
                  </a:lnTo>
                  <a:lnTo>
                    <a:pt x="1785266" y="3116252"/>
                  </a:lnTo>
                  <a:lnTo>
                    <a:pt x="1785384" y="3116252"/>
                  </a:lnTo>
                  <a:lnTo>
                    <a:pt x="1785502" y="3116252"/>
                  </a:lnTo>
                  <a:lnTo>
                    <a:pt x="1785619" y="3116252"/>
                  </a:lnTo>
                  <a:lnTo>
                    <a:pt x="1785737" y="3116252"/>
                  </a:lnTo>
                  <a:lnTo>
                    <a:pt x="1785854" y="3116252"/>
                  </a:lnTo>
                  <a:lnTo>
                    <a:pt x="1785972" y="3116252"/>
                  </a:lnTo>
                  <a:lnTo>
                    <a:pt x="1786090" y="3116252"/>
                  </a:lnTo>
                  <a:lnTo>
                    <a:pt x="1786207" y="3116252"/>
                  </a:lnTo>
                  <a:lnTo>
                    <a:pt x="1786325" y="3116252"/>
                  </a:lnTo>
                  <a:lnTo>
                    <a:pt x="1786443" y="3116252"/>
                  </a:lnTo>
                  <a:lnTo>
                    <a:pt x="1786560" y="3116252"/>
                  </a:lnTo>
                  <a:lnTo>
                    <a:pt x="1786560" y="3115821"/>
                  </a:lnTo>
                  <a:lnTo>
                    <a:pt x="1786678" y="3115821"/>
                  </a:lnTo>
                  <a:lnTo>
                    <a:pt x="1786795" y="3115821"/>
                  </a:lnTo>
                  <a:lnTo>
                    <a:pt x="1786913" y="3115821"/>
                  </a:lnTo>
                  <a:lnTo>
                    <a:pt x="1787031" y="3115821"/>
                  </a:lnTo>
                  <a:lnTo>
                    <a:pt x="1787148" y="3115821"/>
                  </a:lnTo>
                  <a:lnTo>
                    <a:pt x="1787148" y="3115391"/>
                  </a:lnTo>
                  <a:lnTo>
                    <a:pt x="1787266" y="3115391"/>
                  </a:lnTo>
                  <a:lnTo>
                    <a:pt x="1787383" y="3115391"/>
                  </a:lnTo>
                  <a:lnTo>
                    <a:pt x="1787501" y="3115391"/>
                  </a:lnTo>
                  <a:lnTo>
                    <a:pt x="1787619" y="3115391"/>
                  </a:lnTo>
                  <a:lnTo>
                    <a:pt x="1787736" y="3115391"/>
                  </a:lnTo>
                  <a:lnTo>
                    <a:pt x="1787854" y="3115391"/>
                  </a:lnTo>
                  <a:lnTo>
                    <a:pt x="1787854" y="3114960"/>
                  </a:lnTo>
                  <a:lnTo>
                    <a:pt x="1787972" y="3114960"/>
                  </a:lnTo>
                  <a:lnTo>
                    <a:pt x="1787972" y="3114529"/>
                  </a:lnTo>
                  <a:lnTo>
                    <a:pt x="1787972" y="3114099"/>
                  </a:lnTo>
                  <a:lnTo>
                    <a:pt x="1788089" y="3114099"/>
                  </a:lnTo>
                  <a:lnTo>
                    <a:pt x="1788207" y="3114099"/>
                  </a:lnTo>
                  <a:lnTo>
                    <a:pt x="1788324" y="3114099"/>
                  </a:lnTo>
                  <a:lnTo>
                    <a:pt x="1788324" y="3113668"/>
                  </a:lnTo>
                  <a:lnTo>
                    <a:pt x="1788442" y="3113668"/>
                  </a:lnTo>
                  <a:lnTo>
                    <a:pt x="1788442" y="3113238"/>
                  </a:lnTo>
                  <a:lnTo>
                    <a:pt x="1788560" y="3113238"/>
                  </a:lnTo>
                  <a:lnTo>
                    <a:pt x="1788677" y="3113238"/>
                  </a:lnTo>
                  <a:lnTo>
                    <a:pt x="1788795" y="3113238"/>
                  </a:lnTo>
                  <a:lnTo>
                    <a:pt x="1788795" y="3112807"/>
                  </a:lnTo>
                  <a:lnTo>
                    <a:pt x="1788912" y="3112807"/>
                  </a:lnTo>
                  <a:lnTo>
                    <a:pt x="1789030" y="3112807"/>
                  </a:lnTo>
                  <a:lnTo>
                    <a:pt x="1789148" y="3112807"/>
                  </a:lnTo>
                  <a:lnTo>
                    <a:pt x="1789265" y="3112807"/>
                  </a:lnTo>
                  <a:lnTo>
                    <a:pt x="1789265" y="3112376"/>
                  </a:lnTo>
                  <a:lnTo>
                    <a:pt x="1789383" y="3112376"/>
                  </a:lnTo>
                  <a:lnTo>
                    <a:pt x="1789501" y="3112376"/>
                  </a:lnTo>
                  <a:lnTo>
                    <a:pt x="1789618" y="3112376"/>
                  </a:lnTo>
                  <a:lnTo>
                    <a:pt x="1789736" y="3112376"/>
                  </a:lnTo>
                  <a:lnTo>
                    <a:pt x="1789736" y="3111946"/>
                  </a:lnTo>
                  <a:lnTo>
                    <a:pt x="1789853" y="3111946"/>
                  </a:lnTo>
                  <a:lnTo>
                    <a:pt x="1789971" y="3111946"/>
                  </a:lnTo>
                  <a:lnTo>
                    <a:pt x="1790089" y="3111946"/>
                  </a:lnTo>
                  <a:lnTo>
                    <a:pt x="1790206" y="3111946"/>
                  </a:lnTo>
                  <a:lnTo>
                    <a:pt x="1790324" y="3111946"/>
                  </a:lnTo>
                  <a:lnTo>
                    <a:pt x="1790441" y="3111946"/>
                  </a:lnTo>
                  <a:lnTo>
                    <a:pt x="1790559" y="3111946"/>
                  </a:lnTo>
                  <a:lnTo>
                    <a:pt x="1790677" y="3111946"/>
                  </a:lnTo>
                  <a:lnTo>
                    <a:pt x="1790677" y="3111515"/>
                  </a:lnTo>
                  <a:lnTo>
                    <a:pt x="1790794" y="3111515"/>
                  </a:lnTo>
                  <a:lnTo>
                    <a:pt x="1790912" y="3111515"/>
                  </a:lnTo>
                  <a:lnTo>
                    <a:pt x="1790912" y="3111085"/>
                  </a:lnTo>
                  <a:lnTo>
                    <a:pt x="1791030" y="3111085"/>
                  </a:lnTo>
                  <a:lnTo>
                    <a:pt x="1791147" y="3111085"/>
                  </a:lnTo>
                  <a:lnTo>
                    <a:pt x="1791147" y="3110654"/>
                  </a:lnTo>
                  <a:lnTo>
                    <a:pt x="1791265" y="3110654"/>
                  </a:lnTo>
                  <a:lnTo>
                    <a:pt x="1791382" y="3110654"/>
                  </a:lnTo>
                  <a:lnTo>
                    <a:pt x="1791500" y="3110654"/>
                  </a:lnTo>
                  <a:lnTo>
                    <a:pt x="1791500" y="3110223"/>
                  </a:lnTo>
                  <a:lnTo>
                    <a:pt x="1791618" y="3110223"/>
                  </a:lnTo>
                  <a:lnTo>
                    <a:pt x="1791618" y="3109793"/>
                  </a:lnTo>
                  <a:lnTo>
                    <a:pt x="1791735" y="3109793"/>
                  </a:lnTo>
                  <a:lnTo>
                    <a:pt x="1791853" y="3109793"/>
                  </a:lnTo>
                  <a:lnTo>
                    <a:pt x="1791853" y="3109362"/>
                  </a:lnTo>
                  <a:lnTo>
                    <a:pt x="1791970" y="3109362"/>
                  </a:lnTo>
                  <a:lnTo>
                    <a:pt x="1792088" y="3109362"/>
                  </a:lnTo>
                  <a:lnTo>
                    <a:pt x="1792206" y="3109362"/>
                  </a:lnTo>
                  <a:lnTo>
                    <a:pt x="1792323" y="3109362"/>
                  </a:lnTo>
                  <a:lnTo>
                    <a:pt x="1792441" y="3109362"/>
                  </a:lnTo>
                  <a:lnTo>
                    <a:pt x="1792559" y="3109362"/>
                  </a:lnTo>
                  <a:lnTo>
                    <a:pt x="1792676" y="3109362"/>
                  </a:lnTo>
                  <a:lnTo>
                    <a:pt x="1792676" y="3108932"/>
                  </a:lnTo>
                  <a:lnTo>
                    <a:pt x="1792794" y="3108932"/>
                  </a:lnTo>
                  <a:lnTo>
                    <a:pt x="1792911" y="3108932"/>
                  </a:lnTo>
                  <a:lnTo>
                    <a:pt x="1793029" y="3108932"/>
                  </a:lnTo>
                  <a:lnTo>
                    <a:pt x="1793147" y="3108932"/>
                  </a:lnTo>
                  <a:lnTo>
                    <a:pt x="1793147" y="3108501"/>
                  </a:lnTo>
                  <a:lnTo>
                    <a:pt x="1793264" y="3108501"/>
                  </a:lnTo>
                  <a:lnTo>
                    <a:pt x="1793264" y="3108070"/>
                  </a:lnTo>
                  <a:lnTo>
                    <a:pt x="1793382" y="3108070"/>
                  </a:lnTo>
                  <a:lnTo>
                    <a:pt x="1793499" y="3108070"/>
                  </a:lnTo>
                  <a:lnTo>
                    <a:pt x="1793499" y="3107640"/>
                  </a:lnTo>
                  <a:lnTo>
                    <a:pt x="1793617" y="3107640"/>
                  </a:lnTo>
                  <a:lnTo>
                    <a:pt x="1793735" y="3107640"/>
                  </a:lnTo>
                  <a:lnTo>
                    <a:pt x="1793852" y="3107640"/>
                  </a:lnTo>
                  <a:lnTo>
                    <a:pt x="1793970" y="3107640"/>
                  </a:lnTo>
                  <a:lnTo>
                    <a:pt x="1793970" y="3107209"/>
                  </a:lnTo>
                  <a:lnTo>
                    <a:pt x="1794087" y="3107209"/>
                  </a:lnTo>
                  <a:lnTo>
                    <a:pt x="1794205" y="3107209"/>
                  </a:lnTo>
                  <a:lnTo>
                    <a:pt x="1794323" y="3107209"/>
                  </a:lnTo>
                  <a:lnTo>
                    <a:pt x="1794440" y="3107209"/>
                  </a:lnTo>
                  <a:lnTo>
                    <a:pt x="1794440" y="3106779"/>
                  </a:lnTo>
                  <a:lnTo>
                    <a:pt x="1794558" y="3106779"/>
                  </a:lnTo>
                  <a:lnTo>
                    <a:pt x="1794676" y="3106779"/>
                  </a:lnTo>
                  <a:lnTo>
                    <a:pt x="1794793" y="3106779"/>
                  </a:lnTo>
                  <a:lnTo>
                    <a:pt x="1794911" y="3106779"/>
                  </a:lnTo>
                  <a:lnTo>
                    <a:pt x="1795028" y="3106779"/>
                  </a:lnTo>
                  <a:lnTo>
                    <a:pt x="1795146" y="3106779"/>
                  </a:lnTo>
                  <a:lnTo>
                    <a:pt x="1795146" y="3106348"/>
                  </a:lnTo>
                  <a:lnTo>
                    <a:pt x="1795264" y="3106348"/>
                  </a:lnTo>
                  <a:lnTo>
                    <a:pt x="1795381" y="3106348"/>
                  </a:lnTo>
                  <a:lnTo>
                    <a:pt x="1795381" y="3105917"/>
                  </a:lnTo>
                  <a:lnTo>
                    <a:pt x="1795499" y="3105917"/>
                  </a:lnTo>
                  <a:lnTo>
                    <a:pt x="1795616" y="3105917"/>
                  </a:lnTo>
                  <a:lnTo>
                    <a:pt x="1795734" y="3105917"/>
                  </a:lnTo>
                  <a:lnTo>
                    <a:pt x="1795734" y="3105487"/>
                  </a:lnTo>
                  <a:lnTo>
                    <a:pt x="1795852" y="3105487"/>
                  </a:lnTo>
                  <a:lnTo>
                    <a:pt x="1795852" y="3105056"/>
                  </a:lnTo>
                  <a:lnTo>
                    <a:pt x="1795969" y="3105056"/>
                  </a:lnTo>
                  <a:lnTo>
                    <a:pt x="1795969" y="3104626"/>
                  </a:lnTo>
                  <a:lnTo>
                    <a:pt x="1795969" y="3104195"/>
                  </a:lnTo>
                  <a:lnTo>
                    <a:pt x="1796087" y="3104195"/>
                  </a:lnTo>
                  <a:lnTo>
                    <a:pt x="1796205" y="3104195"/>
                  </a:lnTo>
                  <a:lnTo>
                    <a:pt x="1796205" y="3103764"/>
                  </a:lnTo>
                  <a:lnTo>
                    <a:pt x="1796205" y="3103334"/>
                  </a:lnTo>
                  <a:lnTo>
                    <a:pt x="1796322" y="3103334"/>
                  </a:lnTo>
                  <a:lnTo>
                    <a:pt x="1796440" y="3103334"/>
                  </a:lnTo>
                  <a:lnTo>
                    <a:pt x="1796557" y="3103334"/>
                  </a:lnTo>
                  <a:lnTo>
                    <a:pt x="1796675" y="3103334"/>
                  </a:lnTo>
                  <a:lnTo>
                    <a:pt x="1796793" y="3103334"/>
                  </a:lnTo>
                  <a:lnTo>
                    <a:pt x="1796910" y="3103334"/>
                  </a:lnTo>
                  <a:lnTo>
                    <a:pt x="1797028" y="3103334"/>
                  </a:lnTo>
                  <a:lnTo>
                    <a:pt x="1797145" y="3103334"/>
                  </a:lnTo>
                  <a:lnTo>
                    <a:pt x="1797263" y="3103334"/>
                  </a:lnTo>
                  <a:lnTo>
                    <a:pt x="1797381" y="3103334"/>
                  </a:lnTo>
                  <a:lnTo>
                    <a:pt x="1797381" y="3102903"/>
                  </a:lnTo>
                  <a:lnTo>
                    <a:pt x="1797498" y="3102903"/>
                  </a:lnTo>
                  <a:lnTo>
                    <a:pt x="1797616" y="3102903"/>
                  </a:lnTo>
                  <a:lnTo>
                    <a:pt x="1797734" y="3102903"/>
                  </a:lnTo>
                  <a:lnTo>
                    <a:pt x="1797851" y="3102903"/>
                  </a:lnTo>
                  <a:lnTo>
                    <a:pt x="1797969" y="3102903"/>
                  </a:lnTo>
                  <a:lnTo>
                    <a:pt x="1797969" y="3102473"/>
                  </a:lnTo>
                  <a:lnTo>
                    <a:pt x="1797969" y="3102042"/>
                  </a:lnTo>
                  <a:lnTo>
                    <a:pt x="1798086" y="3102042"/>
                  </a:lnTo>
                  <a:lnTo>
                    <a:pt x="1798204" y="3102042"/>
                  </a:lnTo>
                  <a:lnTo>
                    <a:pt x="1798204" y="3101611"/>
                  </a:lnTo>
                  <a:lnTo>
                    <a:pt x="1798204" y="3101181"/>
                  </a:lnTo>
                  <a:lnTo>
                    <a:pt x="1798322" y="3101181"/>
                  </a:lnTo>
                  <a:lnTo>
                    <a:pt x="1798439" y="3101181"/>
                  </a:lnTo>
                  <a:lnTo>
                    <a:pt x="1798557" y="3101181"/>
                  </a:lnTo>
                  <a:lnTo>
                    <a:pt x="1798674" y="3101181"/>
                  </a:lnTo>
                  <a:lnTo>
                    <a:pt x="1798792" y="3101181"/>
                  </a:lnTo>
                  <a:lnTo>
                    <a:pt x="1798792" y="3100750"/>
                  </a:lnTo>
                  <a:lnTo>
                    <a:pt x="1798910" y="3100750"/>
                  </a:lnTo>
                  <a:lnTo>
                    <a:pt x="1798910" y="3100320"/>
                  </a:lnTo>
                  <a:lnTo>
                    <a:pt x="1799027" y="3100320"/>
                  </a:lnTo>
                  <a:lnTo>
                    <a:pt x="1799145" y="3100320"/>
                  </a:lnTo>
                  <a:lnTo>
                    <a:pt x="1799263" y="3100320"/>
                  </a:lnTo>
                  <a:lnTo>
                    <a:pt x="1799263" y="3099889"/>
                  </a:lnTo>
                  <a:lnTo>
                    <a:pt x="1799380" y="3099889"/>
                  </a:lnTo>
                  <a:lnTo>
                    <a:pt x="1799498" y="3099889"/>
                  </a:lnTo>
                  <a:lnTo>
                    <a:pt x="1799498" y="3099458"/>
                  </a:lnTo>
                  <a:lnTo>
                    <a:pt x="1799498" y="3099028"/>
                  </a:lnTo>
                  <a:lnTo>
                    <a:pt x="1799615" y="3099028"/>
                  </a:lnTo>
                  <a:lnTo>
                    <a:pt x="1799733" y="3099028"/>
                  </a:lnTo>
                  <a:lnTo>
                    <a:pt x="1799851" y="3099028"/>
                  </a:lnTo>
                  <a:lnTo>
                    <a:pt x="1799968" y="3099028"/>
                  </a:lnTo>
                  <a:lnTo>
                    <a:pt x="1800086" y="3099028"/>
                  </a:lnTo>
                  <a:lnTo>
                    <a:pt x="1800086" y="3098597"/>
                  </a:lnTo>
                  <a:lnTo>
                    <a:pt x="1800203" y="3098597"/>
                  </a:lnTo>
                  <a:lnTo>
                    <a:pt x="1800321" y="3098597"/>
                  </a:lnTo>
                  <a:lnTo>
                    <a:pt x="1800439" y="3098597"/>
                  </a:lnTo>
                  <a:lnTo>
                    <a:pt x="1800556" y="3098597"/>
                  </a:lnTo>
                  <a:lnTo>
                    <a:pt x="1800556" y="3098167"/>
                  </a:lnTo>
                  <a:lnTo>
                    <a:pt x="1800674" y="3098167"/>
                  </a:lnTo>
                  <a:lnTo>
                    <a:pt x="1800792" y="3098167"/>
                  </a:lnTo>
                  <a:lnTo>
                    <a:pt x="1800909" y="3098167"/>
                  </a:lnTo>
                  <a:lnTo>
                    <a:pt x="1800909" y="3097736"/>
                  </a:lnTo>
                  <a:lnTo>
                    <a:pt x="1801027" y="3097736"/>
                  </a:lnTo>
                  <a:lnTo>
                    <a:pt x="1801144" y="3097736"/>
                  </a:lnTo>
                  <a:lnTo>
                    <a:pt x="1801144" y="3097305"/>
                  </a:lnTo>
                  <a:lnTo>
                    <a:pt x="1801262" y="3097305"/>
                  </a:lnTo>
                  <a:lnTo>
                    <a:pt x="1801380" y="3097305"/>
                  </a:lnTo>
                  <a:lnTo>
                    <a:pt x="1801380" y="3096875"/>
                  </a:lnTo>
                  <a:lnTo>
                    <a:pt x="1801380" y="3096444"/>
                  </a:lnTo>
                  <a:lnTo>
                    <a:pt x="1801380" y="3096014"/>
                  </a:lnTo>
                  <a:lnTo>
                    <a:pt x="1801497" y="3096014"/>
                  </a:lnTo>
                  <a:lnTo>
                    <a:pt x="1801615" y="3096014"/>
                  </a:lnTo>
                  <a:lnTo>
                    <a:pt x="1801615" y="3095583"/>
                  </a:lnTo>
                  <a:lnTo>
                    <a:pt x="1801732" y="3095583"/>
                  </a:lnTo>
                  <a:lnTo>
                    <a:pt x="1801850" y="3095583"/>
                  </a:lnTo>
                  <a:lnTo>
                    <a:pt x="1801968" y="3095583"/>
                  </a:lnTo>
                  <a:lnTo>
                    <a:pt x="1802085" y="3095583"/>
                  </a:lnTo>
                  <a:lnTo>
                    <a:pt x="1802203" y="3095583"/>
                  </a:lnTo>
                  <a:lnTo>
                    <a:pt x="1802203" y="3095152"/>
                  </a:lnTo>
                  <a:lnTo>
                    <a:pt x="1802320" y="3095152"/>
                  </a:lnTo>
                  <a:lnTo>
                    <a:pt x="1802320" y="3094722"/>
                  </a:lnTo>
                  <a:lnTo>
                    <a:pt x="1802438" y="3094722"/>
                  </a:lnTo>
                  <a:lnTo>
                    <a:pt x="1802556" y="3094722"/>
                  </a:lnTo>
                  <a:lnTo>
                    <a:pt x="1802556" y="3094291"/>
                  </a:lnTo>
                  <a:lnTo>
                    <a:pt x="1802673" y="3094291"/>
                  </a:lnTo>
                  <a:lnTo>
                    <a:pt x="1802673" y="3093861"/>
                  </a:lnTo>
                  <a:lnTo>
                    <a:pt x="1802791" y="3093861"/>
                  </a:lnTo>
                  <a:lnTo>
                    <a:pt x="1802909" y="3093861"/>
                  </a:lnTo>
                  <a:lnTo>
                    <a:pt x="1803026" y="3093861"/>
                  </a:lnTo>
                  <a:lnTo>
                    <a:pt x="1803026" y="3093430"/>
                  </a:lnTo>
                  <a:lnTo>
                    <a:pt x="1803144" y="3093430"/>
                  </a:lnTo>
                  <a:lnTo>
                    <a:pt x="1803261" y="3093430"/>
                  </a:lnTo>
                  <a:lnTo>
                    <a:pt x="1803261" y="3092999"/>
                  </a:lnTo>
                  <a:lnTo>
                    <a:pt x="1803379" y="3092999"/>
                  </a:lnTo>
                  <a:lnTo>
                    <a:pt x="1803379" y="3092569"/>
                  </a:lnTo>
                  <a:lnTo>
                    <a:pt x="1803497" y="3092569"/>
                  </a:lnTo>
                  <a:lnTo>
                    <a:pt x="1803497" y="3092138"/>
                  </a:lnTo>
                  <a:lnTo>
                    <a:pt x="1803614" y="3092138"/>
                  </a:lnTo>
                  <a:lnTo>
                    <a:pt x="1803732" y="3092138"/>
                  </a:lnTo>
                  <a:lnTo>
                    <a:pt x="1803849" y="3092138"/>
                  </a:lnTo>
                  <a:lnTo>
                    <a:pt x="1803967" y="3092138"/>
                  </a:lnTo>
                  <a:lnTo>
                    <a:pt x="1804085" y="3092138"/>
                  </a:lnTo>
                  <a:lnTo>
                    <a:pt x="1804085" y="3091708"/>
                  </a:lnTo>
                  <a:lnTo>
                    <a:pt x="1804202" y="3091708"/>
                  </a:lnTo>
                  <a:lnTo>
                    <a:pt x="1804320" y="3091708"/>
                  </a:lnTo>
                  <a:lnTo>
                    <a:pt x="1804320" y="3091277"/>
                  </a:lnTo>
                  <a:lnTo>
                    <a:pt x="1804438" y="3091277"/>
                  </a:lnTo>
                  <a:lnTo>
                    <a:pt x="1804555" y="3091277"/>
                  </a:lnTo>
                  <a:lnTo>
                    <a:pt x="1804673" y="3091277"/>
                  </a:lnTo>
                  <a:lnTo>
                    <a:pt x="1804790" y="3091277"/>
                  </a:lnTo>
                  <a:lnTo>
                    <a:pt x="1804908" y="3091277"/>
                  </a:lnTo>
                  <a:lnTo>
                    <a:pt x="1804908" y="3090846"/>
                  </a:lnTo>
                  <a:lnTo>
                    <a:pt x="1805026" y="3090846"/>
                  </a:lnTo>
                  <a:lnTo>
                    <a:pt x="1805143" y="3090846"/>
                  </a:lnTo>
                  <a:lnTo>
                    <a:pt x="1805261" y="3090846"/>
                  </a:lnTo>
                  <a:lnTo>
                    <a:pt x="1805378" y="3090846"/>
                  </a:lnTo>
                  <a:lnTo>
                    <a:pt x="1805496" y="3090846"/>
                  </a:lnTo>
                  <a:lnTo>
                    <a:pt x="1805614" y="3090846"/>
                  </a:lnTo>
                  <a:lnTo>
                    <a:pt x="1805731" y="3090846"/>
                  </a:lnTo>
                  <a:lnTo>
                    <a:pt x="1805849" y="3090846"/>
                  </a:lnTo>
                  <a:lnTo>
                    <a:pt x="1805849" y="3090416"/>
                  </a:lnTo>
                  <a:lnTo>
                    <a:pt x="1805849" y="3089985"/>
                  </a:lnTo>
                  <a:lnTo>
                    <a:pt x="1805849" y="3089555"/>
                  </a:lnTo>
                  <a:lnTo>
                    <a:pt x="1805967" y="3089555"/>
                  </a:lnTo>
                  <a:lnTo>
                    <a:pt x="1806084" y="3089555"/>
                  </a:lnTo>
                  <a:lnTo>
                    <a:pt x="1806202" y="3089555"/>
                  </a:lnTo>
                  <a:lnTo>
                    <a:pt x="1806319" y="3089555"/>
                  </a:lnTo>
                  <a:lnTo>
                    <a:pt x="1806319" y="3089124"/>
                  </a:lnTo>
                  <a:lnTo>
                    <a:pt x="1806437" y="3089124"/>
                  </a:lnTo>
                  <a:lnTo>
                    <a:pt x="1806555" y="3089124"/>
                  </a:lnTo>
                  <a:lnTo>
                    <a:pt x="1806672" y="3089124"/>
                  </a:lnTo>
                  <a:lnTo>
                    <a:pt x="1806672" y="3088693"/>
                  </a:lnTo>
                  <a:lnTo>
                    <a:pt x="1806790" y="3088693"/>
                  </a:lnTo>
                  <a:lnTo>
                    <a:pt x="1806790" y="3088263"/>
                  </a:lnTo>
                  <a:lnTo>
                    <a:pt x="1806907" y="3088263"/>
                  </a:lnTo>
                  <a:lnTo>
                    <a:pt x="1806907" y="3087832"/>
                  </a:lnTo>
                  <a:lnTo>
                    <a:pt x="1807025" y="3087832"/>
                  </a:lnTo>
                  <a:lnTo>
                    <a:pt x="1807143" y="3087832"/>
                  </a:lnTo>
                  <a:lnTo>
                    <a:pt x="1807143" y="3087402"/>
                  </a:lnTo>
                  <a:lnTo>
                    <a:pt x="1807143" y="3086971"/>
                  </a:lnTo>
                  <a:lnTo>
                    <a:pt x="1807260" y="3086971"/>
                  </a:lnTo>
                  <a:lnTo>
                    <a:pt x="1807378" y="3086971"/>
                  </a:lnTo>
                  <a:lnTo>
                    <a:pt x="1807378" y="3086540"/>
                  </a:lnTo>
                  <a:lnTo>
                    <a:pt x="1807378" y="3086110"/>
                  </a:lnTo>
                  <a:lnTo>
                    <a:pt x="1807378" y="3085679"/>
                  </a:lnTo>
                  <a:lnTo>
                    <a:pt x="1807496" y="3085679"/>
                  </a:lnTo>
                  <a:lnTo>
                    <a:pt x="1807496" y="3085249"/>
                  </a:lnTo>
                  <a:lnTo>
                    <a:pt x="1807496" y="3084818"/>
                  </a:lnTo>
                  <a:lnTo>
                    <a:pt x="1807613" y="3084818"/>
                  </a:lnTo>
                  <a:lnTo>
                    <a:pt x="1807731" y="3084818"/>
                  </a:lnTo>
                  <a:lnTo>
                    <a:pt x="1807848" y="3084818"/>
                  </a:lnTo>
                  <a:lnTo>
                    <a:pt x="1807848" y="3084387"/>
                  </a:lnTo>
                  <a:lnTo>
                    <a:pt x="1807966" y="3084387"/>
                  </a:lnTo>
                  <a:lnTo>
                    <a:pt x="1807966" y="3083957"/>
                  </a:lnTo>
                  <a:lnTo>
                    <a:pt x="1808084" y="3083957"/>
                  </a:lnTo>
                  <a:lnTo>
                    <a:pt x="1808201" y="3083957"/>
                  </a:lnTo>
                  <a:lnTo>
                    <a:pt x="1808319" y="3083957"/>
                  </a:lnTo>
                  <a:lnTo>
                    <a:pt x="1808436" y="3083957"/>
                  </a:lnTo>
                  <a:lnTo>
                    <a:pt x="1808436" y="3083526"/>
                  </a:lnTo>
                  <a:lnTo>
                    <a:pt x="1808554" y="3083526"/>
                  </a:lnTo>
                  <a:lnTo>
                    <a:pt x="1808672" y="3083526"/>
                  </a:lnTo>
                  <a:lnTo>
                    <a:pt x="1808672" y="3083096"/>
                  </a:lnTo>
                  <a:lnTo>
                    <a:pt x="1808789" y="3083096"/>
                  </a:lnTo>
                  <a:lnTo>
                    <a:pt x="1808907" y="3083096"/>
                  </a:lnTo>
                  <a:lnTo>
                    <a:pt x="1808907" y="3082665"/>
                  </a:lnTo>
                  <a:lnTo>
                    <a:pt x="1808907" y="3082234"/>
                  </a:lnTo>
                  <a:lnTo>
                    <a:pt x="1809025" y="3082234"/>
                  </a:lnTo>
                  <a:lnTo>
                    <a:pt x="1809142" y="3082234"/>
                  </a:lnTo>
                  <a:lnTo>
                    <a:pt x="1809142" y="3081804"/>
                  </a:lnTo>
                  <a:lnTo>
                    <a:pt x="1809260" y="3081804"/>
                  </a:lnTo>
                  <a:lnTo>
                    <a:pt x="1809377" y="3081804"/>
                  </a:lnTo>
                  <a:lnTo>
                    <a:pt x="1809495" y="3081804"/>
                  </a:lnTo>
                  <a:lnTo>
                    <a:pt x="1809613" y="3081804"/>
                  </a:lnTo>
                  <a:lnTo>
                    <a:pt x="1809613" y="3081373"/>
                  </a:lnTo>
                  <a:lnTo>
                    <a:pt x="1809730" y="3081373"/>
                  </a:lnTo>
                  <a:lnTo>
                    <a:pt x="1809848" y="3081373"/>
                  </a:lnTo>
                  <a:lnTo>
                    <a:pt x="1809965" y="3081373"/>
                  </a:lnTo>
                  <a:lnTo>
                    <a:pt x="1810083" y="3081373"/>
                  </a:lnTo>
                  <a:lnTo>
                    <a:pt x="1810201" y="3081373"/>
                  </a:lnTo>
                  <a:lnTo>
                    <a:pt x="1810318" y="3081373"/>
                  </a:lnTo>
                  <a:lnTo>
                    <a:pt x="1810436" y="3081373"/>
                  </a:lnTo>
                  <a:lnTo>
                    <a:pt x="1810553" y="3081373"/>
                  </a:lnTo>
                  <a:lnTo>
                    <a:pt x="1810671" y="3081373"/>
                  </a:lnTo>
                  <a:lnTo>
                    <a:pt x="1810789" y="3081373"/>
                  </a:lnTo>
                  <a:lnTo>
                    <a:pt x="1810906" y="3081373"/>
                  </a:lnTo>
                  <a:lnTo>
                    <a:pt x="1810906" y="3080943"/>
                  </a:lnTo>
                  <a:lnTo>
                    <a:pt x="1811024" y="3080943"/>
                  </a:lnTo>
                  <a:lnTo>
                    <a:pt x="1811142" y="3080943"/>
                  </a:lnTo>
                  <a:lnTo>
                    <a:pt x="1811259" y="3080943"/>
                  </a:lnTo>
                  <a:lnTo>
                    <a:pt x="1811377" y="3080943"/>
                  </a:lnTo>
                  <a:lnTo>
                    <a:pt x="1811377" y="3080512"/>
                  </a:lnTo>
                  <a:lnTo>
                    <a:pt x="1811494" y="3080512"/>
                  </a:lnTo>
                  <a:lnTo>
                    <a:pt x="1811612" y="3080512"/>
                  </a:lnTo>
                  <a:lnTo>
                    <a:pt x="1811612" y="3080081"/>
                  </a:lnTo>
                  <a:lnTo>
                    <a:pt x="1811612" y="3079651"/>
                  </a:lnTo>
                  <a:lnTo>
                    <a:pt x="1811612" y="3079220"/>
                  </a:lnTo>
                  <a:lnTo>
                    <a:pt x="1811612" y="3078790"/>
                  </a:lnTo>
                  <a:lnTo>
                    <a:pt x="1811730" y="3078790"/>
                  </a:lnTo>
                  <a:lnTo>
                    <a:pt x="1811847" y="3078790"/>
                  </a:lnTo>
                  <a:lnTo>
                    <a:pt x="1811965" y="3078790"/>
                  </a:lnTo>
                  <a:lnTo>
                    <a:pt x="1811965" y="3078359"/>
                  </a:lnTo>
                  <a:lnTo>
                    <a:pt x="1812082" y="3078359"/>
                  </a:lnTo>
                  <a:lnTo>
                    <a:pt x="1812200" y="3078359"/>
                  </a:lnTo>
                  <a:lnTo>
                    <a:pt x="1812318" y="3078359"/>
                  </a:lnTo>
                  <a:lnTo>
                    <a:pt x="1812318" y="3077928"/>
                  </a:lnTo>
                  <a:lnTo>
                    <a:pt x="1812435" y="3077928"/>
                  </a:lnTo>
                  <a:lnTo>
                    <a:pt x="1812435" y="3077498"/>
                  </a:lnTo>
                  <a:lnTo>
                    <a:pt x="1812553" y="3077498"/>
                  </a:lnTo>
                  <a:lnTo>
                    <a:pt x="1812671" y="3077498"/>
                  </a:lnTo>
                  <a:lnTo>
                    <a:pt x="1812671" y="3077067"/>
                  </a:lnTo>
                  <a:lnTo>
                    <a:pt x="1812788" y="3077067"/>
                  </a:lnTo>
                  <a:lnTo>
                    <a:pt x="1812906" y="3077067"/>
                  </a:lnTo>
                  <a:lnTo>
                    <a:pt x="1812906" y="3076637"/>
                  </a:lnTo>
                  <a:lnTo>
                    <a:pt x="1813023" y="3076637"/>
                  </a:lnTo>
                  <a:lnTo>
                    <a:pt x="1813141" y="3076637"/>
                  </a:lnTo>
                  <a:lnTo>
                    <a:pt x="1813141" y="3076206"/>
                  </a:lnTo>
                  <a:lnTo>
                    <a:pt x="1813259" y="3076206"/>
                  </a:lnTo>
                  <a:lnTo>
                    <a:pt x="1813259" y="3075775"/>
                  </a:lnTo>
                  <a:lnTo>
                    <a:pt x="1813259" y="3075345"/>
                  </a:lnTo>
                  <a:lnTo>
                    <a:pt x="1813376" y="3075345"/>
                  </a:lnTo>
                  <a:lnTo>
                    <a:pt x="1813494" y="3075345"/>
                  </a:lnTo>
                  <a:lnTo>
                    <a:pt x="1813611" y="3075345"/>
                  </a:lnTo>
                  <a:lnTo>
                    <a:pt x="1813729" y="3075345"/>
                  </a:lnTo>
                  <a:lnTo>
                    <a:pt x="1813847" y="3075345"/>
                  </a:lnTo>
                  <a:lnTo>
                    <a:pt x="1813847" y="3074914"/>
                  </a:lnTo>
                  <a:lnTo>
                    <a:pt x="1813964" y="3074914"/>
                  </a:lnTo>
                  <a:lnTo>
                    <a:pt x="1814082" y="3074914"/>
                  </a:lnTo>
                  <a:lnTo>
                    <a:pt x="1814082" y="3074484"/>
                  </a:lnTo>
                  <a:lnTo>
                    <a:pt x="1814082" y="3074053"/>
                  </a:lnTo>
                  <a:lnTo>
                    <a:pt x="1814200" y="3074053"/>
                  </a:lnTo>
                  <a:lnTo>
                    <a:pt x="1814317" y="3074053"/>
                  </a:lnTo>
                  <a:lnTo>
                    <a:pt x="1814435" y="3074053"/>
                  </a:lnTo>
                  <a:lnTo>
                    <a:pt x="1814435" y="3073622"/>
                  </a:lnTo>
                  <a:lnTo>
                    <a:pt x="1814552" y="3073622"/>
                  </a:lnTo>
                  <a:lnTo>
                    <a:pt x="1814670" y="3073622"/>
                  </a:lnTo>
                  <a:lnTo>
                    <a:pt x="1814788" y="3073622"/>
                  </a:lnTo>
                  <a:lnTo>
                    <a:pt x="1814905" y="3073622"/>
                  </a:lnTo>
                  <a:lnTo>
                    <a:pt x="1815023" y="3073622"/>
                  </a:lnTo>
                  <a:lnTo>
                    <a:pt x="1815140" y="3073622"/>
                  </a:lnTo>
                  <a:lnTo>
                    <a:pt x="1815140" y="3073192"/>
                  </a:lnTo>
                  <a:lnTo>
                    <a:pt x="1815140" y="3072761"/>
                  </a:lnTo>
                  <a:lnTo>
                    <a:pt x="1815258" y="3072761"/>
                  </a:lnTo>
                  <a:lnTo>
                    <a:pt x="1815258" y="3072331"/>
                  </a:lnTo>
                  <a:lnTo>
                    <a:pt x="1815376" y="3072331"/>
                  </a:lnTo>
                  <a:lnTo>
                    <a:pt x="1815493" y="3072331"/>
                  </a:lnTo>
                  <a:lnTo>
                    <a:pt x="1815611" y="3072331"/>
                  </a:lnTo>
                  <a:lnTo>
                    <a:pt x="1815611" y="3071900"/>
                  </a:lnTo>
                  <a:lnTo>
                    <a:pt x="1815729" y="3071900"/>
                  </a:lnTo>
                  <a:lnTo>
                    <a:pt x="1815846" y="3071900"/>
                  </a:lnTo>
                  <a:lnTo>
                    <a:pt x="1815846" y="3071469"/>
                  </a:lnTo>
                  <a:lnTo>
                    <a:pt x="1815964" y="3071469"/>
                  </a:lnTo>
                  <a:lnTo>
                    <a:pt x="1816081" y="3071469"/>
                  </a:lnTo>
                  <a:lnTo>
                    <a:pt x="1816199" y="3071469"/>
                  </a:lnTo>
                  <a:lnTo>
                    <a:pt x="1816199" y="3071039"/>
                  </a:lnTo>
                  <a:lnTo>
                    <a:pt x="1816199" y="3070608"/>
                  </a:lnTo>
                  <a:lnTo>
                    <a:pt x="1816317" y="3070608"/>
                  </a:lnTo>
                  <a:lnTo>
                    <a:pt x="1816434" y="3070608"/>
                  </a:lnTo>
                  <a:lnTo>
                    <a:pt x="1816434" y="3070178"/>
                  </a:lnTo>
                  <a:lnTo>
                    <a:pt x="1816434" y="3069747"/>
                  </a:lnTo>
                  <a:lnTo>
                    <a:pt x="1816552" y="3069747"/>
                  </a:lnTo>
                  <a:lnTo>
                    <a:pt x="1816552" y="3069316"/>
                  </a:lnTo>
                  <a:lnTo>
                    <a:pt x="1816669" y="3069316"/>
                  </a:lnTo>
                  <a:lnTo>
                    <a:pt x="1816787" y="3069316"/>
                  </a:lnTo>
                  <a:lnTo>
                    <a:pt x="1816905" y="3069316"/>
                  </a:lnTo>
                  <a:lnTo>
                    <a:pt x="1817022" y="3069316"/>
                  </a:lnTo>
                  <a:lnTo>
                    <a:pt x="1817022" y="3068886"/>
                  </a:lnTo>
                  <a:lnTo>
                    <a:pt x="1817140" y="3068886"/>
                  </a:lnTo>
                  <a:lnTo>
                    <a:pt x="1817258" y="3068886"/>
                  </a:lnTo>
                  <a:lnTo>
                    <a:pt x="1817258" y="3068455"/>
                  </a:lnTo>
                  <a:lnTo>
                    <a:pt x="1817375" y="3068455"/>
                  </a:lnTo>
                  <a:lnTo>
                    <a:pt x="1817375" y="3068025"/>
                  </a:lnTo>
                  <a:lnTo>
                    <a:pt x="1817493" y="3068025"/>
                  </a:lnTo>
                  <a:lnTo>
                    <a:pt x="1817610" y="3068025"/>
                  </a:lnTo>
                  <a:lnTo>
                    <a:pt x="1817728" y="3068025"/>
                  </a:lnTo>
                  <a:lnTo>
                    <a:pt x="1817846" y="3068025"/>
                  </a:lnTo>
                  <a:lnTo>
                    <a:pt x="1817846" y="3067594"/>
                  </a:lnTo>
                  <a:lnTo>
                    <a:pt x="1817846" y="3067163"/>
                  </a:lnTo>
                  <a:lnTo>
                    <a:pt x="1817963" y="3067163"/>
                  </a:lnTo>
                  <a:lnTo>
                    <a:pt x="1817963" y="3066733"/>
                  </a:lnTo>
                  <a:lnTo>
                    <a:pt x="1818081" y="3066733"/>
                  </a:lnTo>
                  <a:lnTo>
                    <a:pt x="1818198" y="3066733"/>
                  </a:lnTo>
                  <a:lnTo>
                    <a:pt x="1818316" y="3066733"/>
                  </a:lnTo>
                  <a:lnTo>
                    <a:pt x="1818316" y="3066302"/>
                  </a:lnTo>
                  <a:lnTo>
                    <a:pt x="1818316" y="3065872"/>
                  </a:lnTo>
                  <a:lnTo>
                    <a:pt x="1818434" y="3065872"/>
                  </a:lnTo>
                  <a:lnTo>
                    <a:pt x="1818551" y="3065872"/>
                  </a:lnTo>
                  <a:lnTo>
                    <a:pt x="1818551" y="3065441"/>
                  </a:lnTo>
                  <a:lnTo>
                    <a:pt x="1818669" y="3065441"/>
                  </a:lnTo>
                  <a:lnTo>
                    <a:pt x="1818669" y="3065010"/>
                  </a:lnTo>
                  <a:lnTo>
                    <a:pt x="1818786" y="3065010"/>
                  </a:lnTo>
                  <a:lnTo>
                    <a:pt x="1818904" y="3065010"/>
                  </a:lnTo>
                  <a:lnTo>
                    <a:pt x="1819022" y="3065010"/>
                  </a:lnTo>
                  <a:lnTo>
                    <a:pt x="1819139" y="3065010"/>
                  </a:lnTo>
                  <a:lnTo>
                    <a:pt x="1819139" y="3064580"/>
                  </a:lnTo>
                  <a:lnTo>
                    <a:pt x="1819257" y="3064580"/>
                  </a:lnTo>
                  <a:lnTo>
                    <a:pt x="1819257" y="3064149"/>
                  </a:lnTo>
                  <a:lnTo>
                    <a:pt x="1819375" y="3064149"/>
                  </a:lnTo>
                  <a:lnTo>
                    <a:pt x="1819492" y="3064149"/>
                  </a:lnTo>
                  <a:lnTo>
                    <a:pt x="1819492" y="3063719"/>
                  </a:lnTo>
                  <a:lnTo>
                    <a:pt x="1819610" y="3063719"/>
                  </a:lnTo>
                  <a:lnTo>
                    <a:pt x="1819727" y="3063719"/>
                  </a:lnTo>
                  <a:lnTo>
                    <a:pt x="1819845" y="3063719"/>
                  </a:lnTo>
                  <a:lnTo>
                    <a:pt x="1819963" y="3063719"/>
                  </a:lnTo>
                  <a:lnTo>
                    <a:pt x="1820080" y="3063719"/>
                  </a:lnTo>
                  <a:lnTo>
                    <a:pt x="1820080" y="3063288"/>
                  </a:lnTo>
                  <a:lnTo>
                    <a:pt x="1820198" y="3063288"/>
                  </a:lnTo>
                  <a:lnTo>
                    <a:pt x="1820315" y="3063288"/>
                  </a:lnTo>
                  <a:lnTo>
                    <a:pt x="1820433" y="3063288"/>
                  </a:lnTo>
                  <a:lnTo>
                    <a:pt x="1820551" y="3063288"/>
                  </a:lnTo>
                  <a:lnTo>
                    <a:pt x="1820668" y="3063288"/>
                  </a:lnTo>
                  <a:lnTo>
                    <a:pt x="1820786" y="3063288"/>
                  </a:lnTo>
                  <a:lnTo>
                    <a:pt x="1820904" y="3063288"/>
                  </a:lnTo>
                  <a:lnTo>
                    <a:pt x="1820904" y="3062857"/>
                  </a:lnTo>
                  <a:lnTo>
                    <a:pt x="1821021" y="3062857"/>
                  </a:lnTo>
                  <a:lnTo>
                    <a:pt x="1821139" y="3062857"/>
                  </a:lnTo>
                  <a:lnTo>
                    <a:pt x="1821139" y="3062427"/>
                  </a:lnTo>
                  <a:lnTo>
                    <a:pt x="1821139" y="3061996"/>
                  </a:lnTo>
                  <a:lnTo>
                    <a:pt x="1821256" y="3061996"/>
                  </a:lnTo>
                  <a:lnTo>
                    <a:pt x="1821374" y="3061996"/>
                  </a:lnTo>
                  <a:lnTo>
                    <a:pt x="1821492" y="3061996"/>
                  </a:lnTo>
                  <a:lnTo>
                    <a:pt x="1821492" y="3061566"/>
                  </a:lnTo>
                  <a:lnTo>
                    <a:pt x="1821492" y="3061135"/>
                  </a:lnTo>
                  <a:lnTo>
                    <a:pt x="1821492" y="3060704"/>
                  </a:lnTo>
                  <a:lnTo>
                    <a:pt x="1821609" y="3060704"/>
                  </a:lnTo>
                  <a:lnTo>
                    <a:pt x="1821727" y="3060704"/>
                  </a:lnTo>
                  <a:lnTo>
                    <a:pt x="1821727" y="3060274"/>
                  </a:lnTo>
                  <a:lnTo>
                    <a:pt x="1821844" y="3060274"/>
                  </a:lnTo>
                  <a:lnTo>
                    <a:pt x="1821962" y="3060274"/>
                  </a:lnTo>
                  <a:lnTo>
                    <a:pt x="1822080" y="3060274"/>
                  </a:lnTo>
                  <a:lnTo>
                    <a:pt x="1822197" y="3060274"/>
                  </a:lnTo>
                  <a:lnTo>
                    <a:pt x="1822315" y="3060274"/>
                  </a:lnTo>
                  <a:lnTo>
                    <a:pt x="1822433" y="3060274"/>
                  </a:lnTo>
                  <a:lnTo>
                    <a:pt x="1822433" y="3059843"/>
                  </a:lnTo>
                  <a:lnTo>
                    <a:pt x="1822433" y="3059413"/>
                  </a:lnTo>
                  <a:lnTo>
                    <a:pt x="1822433" y="3058982"/>
                  </a:lnTo>
                  <a:lnTo>
                    <a:pt x="1822550" y="3058982"/>
                  </a:lnTo>
                  <a:lnTo>
                    <a:pt x="1822668" y="3058982"/>
                  </a:lnTo>
                  <a:lnTo>
                    <a:pt x="1822785" y="3058982"/>
                  </a:lnTo>
                  <a:lnTo>
                    <a:pt x="1822903" y="3058982"/>
                  </a:lnTo>
                  <a:lnTo>
                    <a:pt x="1822903" y="3058551"/>
                  </a:lnTo>
                  <a:lnTo>
                    <a:pt x="1823021" y="3058551"/>
                  </a:lnTo>
                  <a:lnTo>
                    <a:pt x="1823138" y="3058551"/>
                  </a:lnTo>
                  <a:lnTo>
                    <a:pt x="1823256" y="3058551"/>
                  </a:lnTo>
                  <a:lnTo>
                    <a:pt x="1823373" y="3058551"/>
                  </a:lnTo>
                  <a:lnTo>
                    <a:pt x="1823491" y="3058551"/>
                  </a:lnTo>
                  <a:lnTo>
                    <a:pt x="1823609" y="3058551"/>
                  </a:lnTo>
                  <a:lnTo>
                    <a:pt x="1823726" y="3058551"/>
                  </a:lnTo>
                  <a:lnTo>
                    <a:pt x="1823726" y="3058121"/>
                  </a:lnTo>
                  <a:lnTo>
                    <a:pt x="1823726" y="3057690"/>
                  </a:lnTo>
                  <a:lnTo>
                    <a:pt x="1823844" y="3057690"/>
                  </a:lnTo>
                  <a:lnTo>
                    <a:pt x="1823962" y="3057690"/>
                  </a:lnTo>
                  <a:lnTo>
                    <a:pt x="1824079" y="3057690"/>
                  </a:lnTo>
                  <a:lnTo>
                    <a:pt x="1824197" y="3057690"/>
                  </a:lnTo>
                  <a:lnTo>
                    <a:pt x="1824314" y="3057690"/>
                  </a:lnTo>
                  <a:lnTo>
                    <a:pt x="1824432" y="3057690"/>
                  </a:lnTo>
                  <a:lnTo>
                    <a:pt x="1824550" y="3057690"/>
                  </a:lnTo>
                  <a:lnTo>
                    <a:pt x="1824667" y="3057690"/>
                  </a:lnTo>
                  <a:lnTo>
                    <a:pt x="1824785" y="3057690"/>
                  </a:lnTo>
                  <a:lnTo>
                    <a:pt x="1824785" y="3057260"/>
                  </a:lnTo>
                  <a:lnTo>
                    <a:pt x="1824902" y="3057260"/>
                  </a:lnTo>
                  <a:lnTo>
                    <a:pt x="1825020" y="3057260"/>
                  </a:lnTo>
                  <a:lnTo>
                    <a:pt x="1825138" y="3057260"/>
                  </a:lnTo>
                  <a:lnTo>
                    <a:pt x="1825138" y="3056829"/>
                  </a:lnTo>
                  <a:lnTo>
                    <a:pt x="1825138" y="3056398"/>
                  </a:lnTo>
                  <a:lnTo>
                    <a:pt x="1825138" y="3055968"/>
                  </a:lnTo>
                  <a:lnTo>
                    <a:pt x="1825138" y="3055537"/>
                  </a:lnTo>
                  <a:lnTo>
                    <a:pt x="1825138" y="3055107"/>
                  </a:lnTo>
                  <a:lnTo>
                    <a:pt x="1825255" y="3055107"/>
                  </a:lnTo>
                  <a:lnTo>
                    <a:pt x="1825255" y="3054676"/>
                  </a:lnTo>
                  <a:lnTo>
                    <a:pt x="1825255" y="3054245"/>
                  </a:lnTo>
                  <a:lnTo>
                    <a:pt x="1825373" y="3054245"/>
                  </a:lnTo>
                  <a:lnTo>
                    <a:pt x="1825491" y="3054245"/>
                  </a:lnTo>
                  <a:lnTo>
                    <a:pt x="1825608" y="3054245"/>
                  </a:lnTo>
                  <a:lnTo>
                    <a:pt x="1825608" y="3053815"/>
                  </a:lnTo>
                  <a:lnTo>
                    <a:pt x="1825608" y="3053384"/>
                  </a:lnTo>
                  <a:lnTo>
                    <a:pt x="1825726" y="3053384"/>
                  </a:lnTo>
                  <a:lnTo>
                    <a:pt x="1825843" y="3053384"/>
                  </a:lnTo>
                  <a:lnTo>
                    <a:pt x="1825961" y="3053384"/>
                  </a:lnTo>
                  <a:lnTo>
                    <a:pt x="1826079" y="3053384"/>
                  </a:lnTo>
                  <a:lnTo>
                    <a:pt x="1826196" y="3053384"/>
                  </a:lnTo>
                  <a:lnTo>
                    <a:pt x="1826196" y="3052954"/>
                  </a:lnTo>
                  <a:lnTo>
                    <a:pt x="1826196" y="3052523"/>
                  </a:lnTo>
                  <a:lnTo>
                    <a:pt x="1826314" y="3052523"/>
                  </a:lnTo>
                  <a:lnTo>
                    <a:pt x="1826431" y="3052523"/>
                  </a:lnTo>
                  <a:lnTo>
                    <a:pt x="1826431" y="3052092"/>
                  </a:lnTo>
                  <a:lnTo>
                    <a:pt x="1826549" y="3052092"/>
                  </a:lnTo>
                  <a:lnTo>
                    <a:pt x="1826667" y="3052092"/>
                  </a:lnTo>
                  <a:lnTo>
                    <a:pt x="1826784" y="3052092"/>
                  </a:lnTo>
                  <a:lnTo>
                    <a:pt x="1826784" y="3051662"/>
                  </a:lnTo>
                  <a:lnTo>
                    <a:pt x="1826902" y="3051662"/>
                  </a:lnTo>
                  <a:lnTo>
                    <a:pt x="1826902" y="3051231"/>
                  </a:lnTo>
                  <a:lnTo>
                    <a:pt x="1827019" y="3051231"/>
                  </a:lnTo>
                  <a:lnTo>
                    <a:pt x="1827137" y="3051231"/>
                  </a:lnTo>
                  <a:lnTo>
                    <a:pt x="1827255" y="3051231"/>
                  </a:lnTo>
                  <a:lnTo>
                    <a:pt x="1827255" y="3050801"/>
                  </a:lnTo>
                  <a:lnTo>
                    <a:pt x="1827255" y="3050370"/>
                  </a:lnTo>
                  <a:lnTo>
                    <a:pt x="1827372" y="3050370"/>
                  </a:lnTo>
                  <a:lnTo>
                    <a:pt x="1827372" y="3049939"/>
                  </a:lnTo>
                  <a:lnTo>
                    <a:pt x="1827490" y="3049939"/>
                  </a:lnTo>
                  <a:lnTo>
                    <a:pt x="1827608" y="3049939"/>
                  </a:lnTo>
                  <a:lnTo>
                    <a:pt x="1827725" y="3049939"/>
                  </a:lnTo>
                  <a:lnTo>
                    <a:pt x="1827843" y="3049939"/>
                  </a:lnTo>
                  <a:lnTo>
                    <a:pt x="1827843" y="3049509"/>
                  </a:lnTo>
                  <a:lnTo>
                    <a:pt x="1827843" y="3049078"/>
                  </a:lnTo>
                  <a:lnTo>
                    <a:pt x="1827960" y="3049078"/>
                  </a:lnTo>
                  <a:lnTo>
                    <a:pt x="1827960" y="3048648"/>
                  </a:lnTo>
                  <a:lnTo>
                    <a:pt x="1828078" y="3048648"/>
                  </a:lnTo>
                  <a:lnTo>
                    <a:pt x="1828078" y="3048217"/>
                  </a:lnTo>
                  <a:lnTo>
                    <a:pt x="1828196" y="3048217"/>
                  </a:lnTo>
                  <a:lnTo>
                    <a:pt x="1828313" y="3048217"/>
                  </a:lnTo>
                  <a:lnTo>
                    <a:pt x="1828313" y="3047786"/>
                  </a:lnTo>
                  <a:lnTo>
                    <a:pt x="1828431" y="3047786"/>
                  </a:lnTo>
                  <a:lnTo>
                    <a:pt x="1828548" y="3047786"/>
                  </a:lnTo>
                  <a:lnTo>
                    <a:pt x="1828666" y="3047786"/>
                  </a:lnTo>
                  <a:lnTo>
                    <a:pt x="1828784" y="3047786"/>
                  </a:lnTo>
                  <a:lnTo>
                    <a:pt x="1828901" y="3047786"/>
                  </a:lnTo>
                  <a:lnTo>
                    <a:pt x="1829019" y="3047786"/>
                  </a:lnTo>
                  <a:lnTo>
                    <a:pt x="1829137" y="3047786"/>
                  </a:lnTo>
                  <a:lnTo>
                    <a:pt x="1829137" y="3047356"/>
                  </a:lnTo>
                  <a:lnTo>
                    <a:pt x="1829254" y="3047356"/>
                  </a:lnTo>
                  <a:lnTo>
                    <a:pt x="1829372" y="3047356"/>
                  </a:lnTo>
                  <a:lnTo>
                    <a:pt x="1829489" y="3047356"/>
                  </a:lnTo>
                  <a:lnTo>
                    <a:pt x="1829607" y="3047356"/>
                  </a:lnTo>
                  <a:lnTo>
                    <a:pt x="1829725" y="3047356"/>
                  </a:lnTo>
                  <a:lnTo>
                    <a:pt x="1829842" y="3047356"/>
                  </a:lnTo>
                  <a:lnTo>
                    <a:pt x="1829960" y="3047356"/>
                  </a:lnTo>
                  <a:lnTo>
                    <a:pt x="1830077" y="3047356"/>
                  </a:lnTo>
                  <a:lnTo>
                    <a:pt x="1830195" y="3047356"/>
                  </a:lnTo>
                  <a:lnTo>
                    <a:pt x="1830313" y="3047356"/>
                  </a:lnTo>
                  <a:lnTo>
                    <a:pt x="1830313" y="3046925"/>
                  </a:lnTo>
                  <a:lnTo>
                    <a:pt x="1830430" y="3046925"/>
                  </a:lnTo>
                  <a:lnTo>
                    <a:pt x="1830430" y="3046495"/>
                  </a:lnTo>
                  <a:lnTo>
                    <a:pt x="1830548" y="3046495"/>
                  </a:lnTo>
                  <a:lnTo>
                    <a:pt x="1830666" y="3046495"/>
                  </a:lnTo>
                  <a:lnTo>
                    <a:pt x="1830783" y="3046495"/>
                  </a:lnTo>
                  <a:lnTo>
                    <a:pt x="1830901" y="3046495"/>
                  </a:lnTo>
                  <a:lnTo>
                    <a:pt x="1831018" y="3046495"/>
                  </a:lnTo>
                  <a:lnTo>
                    <a:pt x="1831136" y="3046495"/>
                  </a:lnTo>
                  <a:lnTo>
                    <a:pt x="1831254" y="3046495"/>
                  </a:lnTo>
                  <a:lnTo>
                    <a:pt x="1831371" y="3046495"/>
                  </a:lnTo>
                  <a:lnTo>
                    <a:pt x="1831489" y="3046495"/>
                  </a:lnTo>
                  <a:lnTo>
                    <a:pt x="1831606" y="3046495"/>
                  </a:lnTo>
                  <a:lnTo>
                    <a:pt x="1831724" y="3046495"/>
                  </a:lnTo>
                  <a:lnTo>
                    <a:pt x="1831842" y="3046495"/>
                  </a:lnTo>
                  <a:lnTo>
                    <a:pt x="1831959" y="3046495"/>
                  </a:lnTo>
                  <a:lnTo>
                    <a:pt x="1831959" y="3046064"/>
                  </a:lnTo>
                  <a:lnTo>
                    <a:pt x="1832077" y="3046064"/>
                  </a:lnTo>
                  <a:lnTo>
                    <a:pt x="1832195" y="3046064"/>
                  </a:lnTo>
                  <a:lnTo>
                    <a:pt x="1832312" y="3046064"/>
                  </a:lnTo>
                  <a:lnTo>
                    <a:pt x="1832430" y="3046064"/>
                  </a:lnTo>
                  <a:lnTo>
                    <a:pt x="1832547" y="3046064"/>
                  </a:lnTo>
                  <a:lnTo>
                    <a:pt x="1832665" y="3046064"/>
                  </a:lnTo>
                  <a:lnTo>
                    <a:pt x="1832783" y="3046064"/>
                  </a:lnTo>
                  <a:lnTo>
                    <a:pt x="1832900" y="3046064"/>
                  </a:lnTo>
                  <a:lnTo>
                    <a:pt x="1833018" y="3046064"/>
                  </a:lnTo>
                  <a:lnTo>
                    <a:pt x="1833135" y="3046064"/>
                  </a:lnTo>
                  <a:lnTo>
                    <a:pt x="1833253" y="3046064"/>
                  </a:lnTo>
                  <a:lnTo>
                    <a:pt x="1833371" y="3046064"/>
                  </a:lnTo>
                  <a:lnTo>
                    <a:pt x="1833488" y="3046064"/>
                  </a:lnTo>
                  <a:lnTo>
                    <a:pt x="1833606" y="3046064"/>
                  </a:lnTo>
                  <a:lnTo>
                    <a:pt x="1833724" y="3046064"/>
                  </a:lnTo>
                  <a:lnTo>
                    <a:pt x="1833841" y="3046064"/>
                  </a:lnTo>
                  <a:lnTo>
                    <a:pt x="1833959" y="3046064"/>
                  </a:lnTo>
                  <a:lnTo>
                    <a:pt x="1834076" y="3046064"/>
                  </a:lnTo>
                  <a:lnTo>
                    <a:pt x="1834194" y="3046064"/>
                  </a:lnTo>
                  <a:lnTo>
                    <a:pt x="1834312" y="3046064"/>
                  </a:lnTo>
                  <a:lnTo>
                    <a:pt x="1834429" y="3046064"/>
                  </a:lnTo>
                  <a:lnTo>
                    <a:pt x="1834547" y="3046064"/>
                  </a:lnTo>
                  <a:lnTo>
                    <a:pt x="1834547" y="3045633"/>
                  </a:lnTo>
                  <a:lnTo>
                    <a:pt x="1834664" y="3045633"/>
                  </a:lnTo>
                  <a:lnTo>
                    <a:pt x="1834782" y="3045633"/>
                  </a:lnTo>
                  <a:lnTo>
                    <a:pt x="1834900" y="3045633"/>
                  </a:lnTo>
                  <a:lnTo>
                    <a:pt x="1835017" y="3045633"/>
                  </a:lnTo>
                  <a:lnTo>
                    <a:pt x="1835135" y="3045633"/>
                  </a:lnTo>
                  <a:lnTo>
                    <a:pt x="1835252" y="3045633"/>
                  </a:lnTo>
                  <a:lnTo>
                    <a:pt x="1835370" y="3045633"/>
                  </a:lnTo>
                  <a:lnTo>
                    <a:pt x="1835488" y="3045633"/>
                  </a:lnTo>
                  <a:lnTo>
                    <a:pt x="1835605" y="3045633"/>
                  </a:lnTo>
                  <a:lnTo>
                    <a:pt x="1835605" y="3045203"/>
                  </a:lnTo>
                  <a:lnTo>
                    <a:pt x="1835605" y="3044772"/>
                  </a:lnTo>
                  <a:lnTo>
                    <a:pt x="1835723" y="3044772"/>
                  </a:lnTo>
                  <a:lnTo>
                    <a:pt x="1835841" y="3044772"/>
                  </a:lnTo>
                  <a:lnTo>
                    <a:pt x="1835841" y="3044342"/>
                  </a:lnTo>
                  <a:lnTo>
                    <a:pt x="1835958" y="3044342"/>
                  </a:lnTo>
                  <a:lnTo>
                    <a:pt x="1836076" y="3044342"/>
                  </a:lnTo>
                  <a:lnTo>
                    <a:pt x="1836193" y="3044342"/>
                  </a:lnTo>
                  <a:lnTo>
                    <a:pt x="1836193" y="3043911"/>
                  </a:lnTo>
                  <a:lnTo>
                    <a:pt x="1836311" y="3043911"/>
                  </a:lnTo>
                  <a:lnTo>
                    <a:pt x="1836311" y="3043480"/>
                  </a:lnTo>
                  <a:lnTo>
                    <a:pt x="1836429" y="3043480"/>
                  </a:lnTo>
                  <a:lnTo>
                    <a:pt x="1836546" y="3043480"/>
                  </a:lnTo>
                  <a:lnTo>
                    <a:pt x="1836664" y="3043480"/>
                  </a:lnTo>
                  <a:lnTo>
                    <a:pt x="1836781" y="3043480"/>
                  </a:lnTo>
                  <a:lnTo>
                    <a:pt x="1836781" y="3043050"/>
                  </a:lnTo>
                  <a:lnTo>
                    <a:pt x="1836899" y="3043050"/>
                  </a:lnTo>
                  <a:lnTo>
                    <a:pt x="1837017" y="3043050"/>
                  </a:lnTo>
                  <a:lnTo>
                    <a:pt x="1837134" y="3043050"/>
                  </a:lnTo>
                  <a:lnTo>
                    <a:pt x="1837134" y="3042619"/>
                  </a:lnTo>
                  <a:lnTo>
                    <a:pt x="1837252" y="3042619"/>
                  </a:lnTo>
                  <a:lnTo>
                    <a:pt x="1837370" y="3042619"/>
                  </a:lnTo>
                  <a:lnTo>
                    <a:pt x="1837370" y="3042189"/>
                  </a:lnTo>
                  <a:lnTo>
                    <a:pt x="1837487" y="3042189"/>
                  </a:lnTo>
                  <a:lnTo>
                    <a:pt x="1837605" y="3042189"/>
                  </a:lnTo>
                  <a:lnTo>
                    <a:pt x="1837605" y="3041758"/>
                  </a:lnTo>
                  <a:lnTo>
                    <a:pt x="1837605" y="3041327"/>
                  </a:lnTo>
                  <a:lnTo>
                    <a:pt x="1837722" y="3041327"/>
                  </a:lnTo>
                  <a:lnTo>
                    <a:pt x="1837840" y="3041327"/>
                  </a:lnTo>
                  <a:lnTo>
                    <a:pt x="1837840" y="3040897"/>
                  </a:lnTo>
                  <a:lnTo>
                    <a:pt x="1837958" y="3040897"/>
                  </a:lnTo>
                  <a:lnTo>
                    <a:pt x="1838075" y="3040897"/>
                  </a:lnTo>
                  <a:lnTo>
                    <a:pt x="1838193" y="3040897"/>
                  </a:lnTo>
                  <a:lnTo>
                    <a:pt x="1838193" y="3040466"/>
                  </a:lnTo>
                  <a:lnTo>
                    <a:pt x="1838310" y="3040466"/>
                  </a:lnTo>
                  <a:lnTo>
                    <a:pt x="1838428" y="3040466"/>
                  </a:lnTo>
                  <a:lnTo>
                    <a:pt x="1838546" y="3040466"/>
                  </a:lnTo>
                  <a:lnTo>
                    <a:pt x="1838546" y="3040036"/>
                  </a:lnTo>
                  <a:lnTo>
                    <a:pt x="1838663" y="3040036"/>
                  </a:lnTo>
                  <a:lnTo>
                    <a:pt x="1838781" y="3040036"/>
                  </a:lnTo>
                  <a:lnTo>
                    <a:pt x="1838899" y="3040036"/>
                  </a:lnTo>
                  <a:lnTo>
                    <a:pt x="1839016" y="3040036"/>
                  </a:lnTo>
                  <a:lnTo>
                    <a:pt x="1839134" y="3040036"/>
                  </a:lnTo>
                  <a:lnTo>
                    <a:pt x="1839134" y="3039605"/>
                  </a:lnTo>
                  <a:lnTo>
                    <a:pt x="1839251" y="3039605"/>
                  </a:lnTo>
                  <a:lnTo>
                    <a:pt x="1839369" y="3039605"/>
                  </a:lnTo>
                  <a:lnTo>
                    <a:pt x="1839369" y="3039174"/>
                  </a:lnTo>
                  <a:lnTo>
                    <a:pt x="1839487" y="3039174"/>
                  </a:lnTo>
                  <a:lnTo>
                    <a:pt x="1839604" y="3039174"/>
                  </a:lnTo>
                  <a:lnTo>
                    <a:pt x="1839722" y="3039174"/>
                  </a:lnTo>
                  <a:lnTo>
                    <a:pt x="1839839" y="3039174"/>
                  </a:lnTo>
                  <a:lnTo>
                    <a:pt x="1839957" y="3039174"/>
                  </a:lnTo>
                  <a:lnTo>
                    <a:pt x="1839957" y="3038744"/>
                  </a:lnTo>
                  <a:lnTo>
                    <a:pt x="1839957" y="3038313"/>
                  </a:lnTo>
                  <a:lnTo>
                    <a:pt x="1839957" y="3037883"/>
                  </a:lnTo>
                  <a:lnTo>
                    <a:pt x="1840075" y="3037883"/>
                  </a:lnTo>
                  <a:lnTo>
                    <a:pt x="1840075" y="3037452"/>
                  </a:lnTo>
                  <a:lnTo>
                    <a:pt x="1840192" y="3037452"/>
                  </a:lnTo>
                  <a:lnTo>
                    <a:pt x="1840192" y="3037021"/>
                  </a:lnTo>
                  <a:lnTo>
                    <a:pt x="1840310" y="3037021"/>
                  </a:lnTo>
                  <a:lnTo>
                    <a:pt x="1840428" y="3037021"/>
                  </a:lnTo>
                  <a:lnTo>
                    <a:pt x="1840545" y="3037021"/>
                  </a:lnTo>
                  <a:lnTo>
                    <a:pt x="1840663" y="3037021"/>
                  </a:lnTo>
                  <a:lnTo>
                    <a:pt x="1840780" y="3037021"/>
                  </a:lnTo>
                  <a:lnTo>
                    <a:pt x="1840898" y="3037021"/>
                  </a:lnTo>
                  <a:lnTo>
                    <a:pt x="1841016" y="3037021"/>
                  </a:lnTo>
                  <a:lnTo>
                    <a:pt x="1841133" y="3037021"/>
                  </a:lnTo>
                  <a:lnTo>
                    <a:pt x="1841251" y="3037021"/>
                  </a:lnTo>
                  <a:lnTo>
                    <a:pt x="1841368" y="3037021"/>
                  </a:lnTo>
                  <a:lnTo>
                    <a:pt x="1841486" y="3037021"/>
                  </a:lnTo>
                  <a:lnTo>
                    <a:pt x="1841604" y="3037021"/>
                  </a:lnTo>
                  <a:lnTo>
                    <a:pt x="1841721" y="3037021"/>
                  </a:lnTo>
                  <a:lnTo>
                    <a:pt x="1841839" y="3037021"/>
                  </a:lnTo>
                  <a:lnTo>
                    <a:pt x="1841957" y="3037021"/>
                  </a:lnTo>
                  <a:lnTo>
                    <a:pt x="1841957" y="3036591"/>
                  </a:lnTo>
                  <a:lnTo>
                    <a:pt x="1842074" y="3036591"/>
                  </a:lnTo>
                  <a:lnTo>
                    <a:pt x="1842192" y="3036591"/>
                  </a:lnTo>
                  <a:lnTo>
                    <a:pt x="1842192" y="3036160"/>
                  </a:lnTo>
                  <a:lnTo>
                    <a:pt x="1842192" y="3035730"/>
                  </a:lnTo>
                  <a:lnTo>
                    <a:pt x="1842309" y="3035730"/>
                  </a:lnTo>
                  <a:lnTo>
                    <a:pt x="1842427" y="3035730"/>
                  </a:lnTo>
                  <a:lnTo>
                    <a:pt x="1842545" y="3035730"/>
                  </a:lnTo>
                  <a:lnTo>
                    <a:pt x="1842662" y="3035730"/>
                  </a:lnTo>
                  <a:lnTo>
                    <a:pt x="1842780" y="3035730"/>
                  </a:lnTo>
                  <a:lnTo>
                    <a:pt x="1842897" y="3035730"/>
                  </a:lnTo>
                  <a:lnTo>
                    <a:pt x="1843015" y="3035730"/>
                  </a:lnTo>
                  <a:lnTo>
                    <a:pt x="1843015" y="3035299"/>
                  </a:lnTo>
                  <a:lnTo>
                    <a:pt x="1843015" y="3034868"/>
                  </a:lnTo>
                  <a:lnTo>
                    <a:pt x="1843015" y="3034438"/>
                  </a:lnTo>
                  <a:lnTo>
                    <a:pt x="1843133" y="3034438"/>
                  </a:lnTo>
                  <a:lnTo>
                    <a:pt x="1843250" y="3034438"/>
                  </a:lnTo>
                  <a:lnTo>
                    <a:pt x="1843368" y="3034438"/>
                  </a:lnTo>
                  <a:lnTo>
                    <a:pt x="1843485" y="3034438"/>
                  </a:lnTo>
                  <a:lnTo>
                    <a:pt x="1843603" y="3034438"/>
                  </a:lnTo>
                  <a:lnTo>
                    <a:pt x="1843721" y="3034438"/>
                  </a:lnTo>
                  <a:lnTo>
                    <a:pt x="1843838" y="3034438"/>
                  </a:lnTo>
                  <a:lnTo>
                    <a:pt x="1843956" y="3034438"/>
                  </a:lnTo>
                  <a:lnTo>
                    <a:pt x="1844074" y="3034438"/>
                  </a:lnTo>
                  <a:lnTo>
                    <a:pt x="1844191" y="3034438"/>
                  </a:lnTo>
                  <a:lnTo>
                    <a:pt x="1844191" y="3034007"/>
                  </a:lnTo>
                  <a:lnTo>
                    <a:pt x="1844191" y="3033577"/>
                  </a:lnTo>
                  <a:lnTo>
                    <a:pt x="1844191" y="3033146"/>
                  </a:lnTo>
                  <a:lnTo>
                    <a:pt x="1844309" y="3033146"/>
                  </a:lnTo>
                  <a:lnTo>
                    <a:pt x="1844426" y="3033146"/>
                  </a:lnTo>
                  <a:lnTo>
                    <a:pt x="1844426" y="3032715"/>
                  </a:lnTo>
                  <a:lnTo>
                    <a:pt x="1844544" y="3032715"/>
                  </a:lnTo>
                  <a:lnTo>
                    <a:pt x="1844662" y="3032715"/>
                  </a:lnTo>
                  <a:lnTo>
                    <a:pt x="1844779" y="3032715"/>
                  </a:lnTo>
                  <a:lnTo>
                    <a:pt x="1844897" y="3032715"/>
                  </a:lnTo>
                  <a:lnTo>
                    <a:pt x="1844897" y="3032285"/>
                  </a:lnTo>
                  <a:lnTo>
                    <a:pt x="1845014" y="3032285"/>
                  </a:lnTo>
                  <a:lnTo>
                    <a:pt x="1845132" y="3032285"/>
                  </a:lnTo>
                  <a:lnTo>
                    <a:pt x="1845250" y="3032285"/>
                  </a:lnTo>
                  <a:lnTo>
                    <a:pt x="1845250" y="3031854"/>
                  </a:lnTo>
                  <a:lnTo>
                    <a:pt x="1845367" y="3031854"/>
                  </a:lnTo>
                  <a:lnTo>
                    <a:pt x="1845367" y="3031424"/>
                  </a:lnTo>
                  <a:lnTo>
                    <a:pt x="1845485" y="3031424"/>
                  </a:lnTo>
                  <a:lnTo>
                    <a:pt x="1845603" y="3031424"/>
                  </a:lnTo>
                  <a:lnTo>
                    <a:pt x="1845720" y="3031424"/>
                  </a:lnTo>
                  <a:lnTo>
                    <a:pt x="1845838" y="3031424"/>
                  </a:lnTo>
                  <a:lnTo>
                    <a:pt x="1845955" y="3031424"/>
                  </a:lnTo>
                  <a:lnTo>
                    <a:pt x="1845955" y="3030993"/>
                  </a:lnTo>
                  <a:lnTo>
                    <a:pt x="1846073" y="3030993"/>
                  </a:lnTo>
                  <a:lnTo>
                    <a:pt x="1846191" y="3030993"/>
                  </a:lnTo>
                  <a:lnTo>
                    <a:pt x="1846308" y="3030993"/>
                  </a:lnTo>
                  <a:lnTo>
                    <a:pt x="1846426" y="3030993"/>
                  </a:lnTo>
                  <a:lnTo>
                    <a:pt x="1846543" y="3030993"/>
                  </a:lnTo>
                  <a:lnTo>
                    <a:pt x="1846661" y="3030993"/>
                  </a:lnTo>
                  <a:lnTo>
                    <a:pt x="1846779" y="3030993"/>
                  </a:lnTo>
                  <a:lnTo>
                    <a:pt x="1846779" y="3030562"/>
                  </a:lnTo>
                  <a:lnTo>
                    <a:pt x="1846896" y="3030562"/>
                  </a:lnTo>
                  <a:lnTo>
                    <a:pt x="1847014" y="3030562"/>
                  </a:lnTo>
                  <a:lnTo>
                    <a:pt x="1847132" y="3030562"/>
                  </a:lnTo>
                  <a:lnTo>
                    <a:pt x="1847249" y="3030562"/>
                  </a:lnTo>
                  <a:lnTo>
                    <a:pt x="1847249" y="3030132"/>
                  </a:lnTo>
                  <a:lnTo>
                    <a:pt x="1847367" y="3030132"/>
                  </a:lnTo>
                  <a:lnTo>
                    <a:pt x="1847484" y="3030132"/>
                  </a:lnTo>
                  <a:lnTo>
                    <a:pt x="1847602" y="3030132"/>
                  </a:lnTo>
                  <a:lnTo>
                    <a:pt x="1847720" y="3030132"/>
                  </a:lnTo>
                  <a:lnTo>
                    <a:pt x="1847837" y="3030132"/>
                  </a:lnTo>
                  <a:lnTo>
                    <a:pt x="1847955" y="3030132"/>
                  </a:lnTo>
                  <a:lnTo>
                    <a:pt x="1848072" y="3030132"/>
                  </a:lnTo>
                  <a:lnTo>
                    <a:pt x="1848072" y="3029701"/>
                  </a:lnTo>
                  <a:lnTo>
                    <a:pt x="1848190" y="3029701"/>
                  </a:lnTo>
                  <a:lnTo>
                    <a:pt x="1848308" y="3029701"/>
                  </a:lnTo>
                  <a:lnTo>
                    <a:pt x="1848308" y="3029271"/>
                  </a:lnTo>
                  <a:lnTo>
                    <a:pt x="1848308" y="3028840"/>
                  </a:lnTo>
                  <a:lnTo>
                    <a:pt x="1848308" y="3028409"/>
                  </a:lnTo>
                  <a:lnTo>
                    <a:pt x="1848308" y="3027979"/>
                  </a:lnTo>
                  <a:lnTo>
                    <a:pt x="1848425" y="3027979"/>
                  </a:lnTo>
                  <a:lnTo>
                    <a:pt x="1848543" y="3027979"/>
                  </a:lnTo>
                  <a:lnTo>
                    <a:pt x="1848661" y="3027979"/>
                  </a:lnTo>
                  <a:lnTo>
                    <a:pt x="1848778" y="3027979"/>
                  </a:lnTo>
                  <a:lnTo>
                    <a:pt x="1848778" y="3027548"/>
                  </a:lnTo>
                  <a:lnTo>
                    <a:pt x="1848896" y="3027548"/>
                  </a:lnTo>
                  <a:lnTo>
                    <a:pt x="1849013" y="3027548"/>
                  </a:lnTo>
                  <a:lnTo>
                    <a:pt x="1849131" y="3027548"/>
                  </a:lnTo>
                  <a:lnTo>
                    <a:pt x="1849249" y="3027548"/>
                  </a:lnTo>
                  <a:lnTo>
                    <a:pt x="1849366" y="3027548"/>
                  </a:lnTo>
                  <a:lnTo>
                    <a:pt x="1849366" y="3027118"/>
                  </a:lnTo>
                  <a:lnTo>
                    <a:pt x="1849484" y="3027118"/>
                  </a:lnTo>
                  <a:lnTo>
                    <a:pt x="1849484" y="3026687"/>
                  </a:lnTo>
                  <a:lnTo>
                    <a:pt x="1849601" y="3026687"/>
                  </a:lnTo>
                  <a:lnTo>
                    <a:pt x="1849719" y="3026687"/>
                  </a:lnTo>
                  <a:lnTo>
                    <a:pt x="1849837" y="3026687"/>
                  </a:lnTo>
                  <a:lnTo>
                    <a:pt x="1849954" y="3026687"/>
                  </a:lnTo>
                  <a:lnTo>
                    <a:pt x="1849954" y="3026256"/>
                  </a:lnTo>
                  <a:lnTo>
                    <a:pt x="1849954" y="3025826"/>
                  </a:lnTo>
                  <a:lnTo>
                    <a:pt x="1849954" y="3025395"/>
                  </a:lnTo>
                  <a:lnTo>
                    <a:pt x="1850072" y="3025395"/>
                  </a:lnTo>
                  <a:lnTo>
                    <a:pt x="1850072" y="3024965"/>
                  </a:lnTo>
                  <a:lnTo>
                    <a:pt x="1850072" y="3024534"/>
                  </a:lnTo>
                  <a:lnTo>
                    <a:pt x="1850190" y="3024534"/>
                  </a:lnTo>
                  <a:lnTo>
                    <a:pt x="1850190" y="3024103"/>
                  </a:lnTo>
                  <a:lnTo>
                    <a:pt x="1850307" y="3024103"/>
                  </a:lnTo>
                  <a:lnTo>
                    <a:pt x="1850425" y="3024103"/>
                  </a:lnTo>
                  <a:lnTo>
                    <a:pt x="1850542" y="3024103"/>
                  </a:lnTo>
                  <a:lnTo>
                    <a:pt x="1850542" y="3023673"/>
                  </a:lnTo>
                  <a:lnTo>
                    <a:pt x="1850542" y="3023242"/>
                  </a:lnTo>
                  <a:lnTo>
                    <a:pt x="1850660" y="3023242"/>
                  </a:lnTo>
                  <a:lnTo>
                    <a:pt x="1850778" y="3023242"/>
                  </a:lnTo>
                  <a:lnTo>
                    <a:pt x="1850895" y="3023242"/>
                  </a:lnTo>
                  <a:lnTo>
                    <a:pt x="1851013" y="3023242"/>
                  </a:lnTo>
                  <a:lnTo>
                    <a:pt x="1851130" y="3023242"/>
                  </a:lnTo>
                  <a:lnTo>
                    <a:pt x="1851130" y="3022812"/>
                  </a:lnTo>
                  <a:lnTo>
                    <a:pt x="1851248" y="3022812"/>
                  </a:lnTo>
                  <a:lnTo>
                    <a:pt x="1851366" y="3022812"/>
                  </a:lnTo>
                  <a:lnTo>
                    <a:pt x="1851483" y="3022812"/>
                  </a:lnTo>
                  <a:lnTo>
                    <a:pt x="1851601" y="3022812"/>
                  </a:lnTo>
                  <a:lnTo>
                    <a:pt x="1851718" y="3022812"/>
                  </a:lnTo>
                  <a:lnTo>
                    <a:pt x="1851836" y="3022812"/>
                  </a:lnTo>
                  <a:lnTo>
                    <a:pt x="1851954" y="3022812"/>
                  </a:lnTo>
                  <a:lnTo>
                    <a:pt x="1851954" y="3022381"/>
                  </a:lnTo>
                  <a:lnTo>
                    <a:pt x="1852071" y="3022381"/>
                  </a:lnTo>
                  <a:lnTo>
                    <a:pt x="1852071" y="3021950"/>
                  </a:lnTo>
                  <a:lnTo>
                    <a:pt x="1852071" y="3021520"/>
                  </a:lnTo>
                  <a:lnTo>
                    <a:pt x="1852189" y="3021520"/>
                  </a:lnTo>
                  <a:lnTo>
                    <a:pt x="1852307" y="3021520"/>
                  </a:lnTo>
                  <a:lnTo>
                    <a:pt x="1852424" y="3021520"/>
                  </a:lnTo>
                  <a:lnTo>
                    <a:pt x="1852542" y="3021520"/>
                  </a:lnTo>
                  <a:lnTo>
                    <a:pt x="1852659" y="3021520"/>
                  </a:lnTo>
                  <a:lnTo>
                    <a:pt x="1852659" y="3021089"/>
                  </a:lnTo>
                  <a:lnTo>
                    <a:pt x="1852777" y="3021089"/>
                  </a:lnTo>
                  <a:lnTo>
                    <a:pt x="1852777" y="3020659"/>
                  </a:lnTo>
                  <a:lnTo>
                    <a:pt x="1852895" y="3020659"/>
                  </a:lnTo>
                  <a:lnTo>
                    <a:pt x="1853012" y="3020659"/>
                  </a:lnTo>
                  <a:lnTo>
                    <a:pt x="1853130" y="3020659"/>
                  </a:lnTo>
                  <a:lnTo>
                    <a:pt x="1853247" y="3020659"/>
                  </a:lnTo>
                  <a:lnTo>
                    <a:pt x="1853365" y="3020659"/>
                  </a:lnTo>
                  <a:lnTo>
                    <a:pt x="1853483" y="3020659"/>
                  </a:lnTo>
                  <a:lnTo>
                    <a:pt x="1853483" y="3020228"/>
                  </a:lnTo>
                  <a:lnTo>
                    <a:pt x="1853483" y="3019797"/>
                  </a:lnTo>
                  <a:lnTo>
                    <a:pt x="1853600" y="3019797"/>
                  </a:lnTo>
                  <a:lnTo>
                    <a:pt x="1853600" y="3019367"/>
                  </a:lnTo>
                  <a:lnTo>
                    <a:pt x="1853718" y="3019367"/>
                  </a:lnTo>
                  <a:lnTo>
                    <a:pt x="1853718" y="3018936"/>
                  </a:lnTo>
                  <a:lnTo>
                    <a:pt x="1853836" y="3018936"/>
                  </a:lnTo>
                  <a:lnTo>
                    <a:pt x="1853953" y="3018936"/>
                  </a:lnTo>
                  <a:lnTo>
                    <a:pt x="1854071" y="3018936"/>
                  </a:lnTo>
                  <a:lnTo>
                    <a:pt x="1854188" y="3018936"/>
                  </a:lnTo>
                  <a:lnTo>
                    <a:pt x="1854306" y="3018936"/>
                  </a:lnTo>
                  <a:lnTo>
                    <a:pt x="1854424" y="3018936"/>
                  </a:lnTo>
                  <a:lnTo>
                    <a:pt x="1854541" y="3018936"/>
                  </a:lnTo>
                  <a:lnTo>
                    <a:pt x="1854659" y="3018936"/>
                  </a:lnTo>
                  <a:lnTo>
                    <a:pt x="1854659" y="3018506"/>
                  </a:lnTo>
                  <a:lnTo>
                    <a:pt x="1854776" y="3018506"/>
                  </a:lnTo>
                  <a:lnTo>
                    <a:pt x="1854776" y="3018075"/>
                  </a:lnTo>
                  <a:lnTo>
                    <a:pt x="1854894" y="3018075"/>
                  </a:lnTo>
                  <a:lnTo>
                    <a:pt x="1855012" y="3018075"/>
                  </a:lnTo>
                  <a:lnTo>
                    <a:pt x="1855012" y="3017644"/>
                  </a:lnTo>
                  <a:lnTo>
                    <a:pt x="1855129" y="3017644"/>
                  </a:lnTo>
                  <a:lnTo>
                    <a:pt x="1855247" y="3017644"/>
                  </a:lnTo>
                  <a:lnTo>
                    <a:pt x="1855365" y="3017644"/>
                  </a:lnTo>
                  <a:lnTo>
                    <a:pt x="1855482" y="3017644"/>
                  </a:lnTo>
                  <a:lnTo>
                    <a:pt x="1855482" y="3017214"/>
                  </a:lnTo>
                  <a:lnTo>
                    <a:pt x="1855600" y="3017214"/>
                  </a:lnTo>
                  <a:lnTo>
                    <a:pt x="1855717" y="3017214"/>
                  </a:lnTo>
                  <a:lnTo>
                    <a:pt x="1855835" y="3017214"/>
                  </a:lnTo>
                  <a:lnTo>
                    <a:pt x="1855953" y="3017214"/>
                  </a:lnTo>
                  <a:lnTo>
                    <a:pt x="1855953" y="3016783"/>
                  </a:lnTo>
                  <a:lnTo>
                    <a:pt x="1856070" y="3016783"/>
                  </a:lnTo>
                  <a:lnTo>
                    <a:pt x="1856188" y="3016783"/>
                  </a:lnTo>
                  <a:lnTo>
                    <a:pt x="1856305" y="3016783"/>
                  </a:lnTo>
                  <a:lnTo>
                    <a:pt x="1856423" y="3016783"/>
                  </a:lnTo>
                  <a:lnTo>
                    <a:pt x="1856423" y="3016353"/>
                  </a:lnTo>
                  <a:lnTo>
                    <a:pt x="1856541" y="3016353"/>
                  </a:lnTo>
                  <a:lnTo>
                    <a:pt x="1856658" y="3016353"/>
                  </a:lnTo>
                  <a:lnTo>
                    <a:pt x="1856776" y="3016353"/>
                  </a:lnTo>
                  <a:lnTo>
                    <a:pt x="1856776" y="3015922"/>
                  </a:lnTo>
                  <a:lnTo>
                    <a:pt x="1856894" y="3015922"/>
                  </a:lnTo>
                  <a:lnTo>
                    <a:pt x="1856894" y="3015491"/>
                  </a:lnTo>
                  <a:lnTo>
                    <a:pt x="1856894" y="3015061"/>
                  </a:lnTo>
                  <a:lnTo>
                    <a:pt x="1856894" y="3014630"/>
                  </a:lnTo>
                  <a:lnTo>
                    <a:pt x="1857011" y="3014630"/>
                  </a:lnTo>
                  <a:lnTo>
                    <a:pt x="1857129" y="3014630"/>
                  </a:lnTo>
                  <a:lnTo>
                    <a:pt x="1857129" y="3014200"/>
                  </a:lnTo>
                  <a:lnTo>
                    <a:pt x="1857246" y="3014200"/>
                  </a:lnTo>
                  <a:lnTo>
                    <a:pt x="1857364" y="3014200"/>
                  </a:lnTo>
                  <a:lnTo>
                    <a:pt x="1857364" y="3013769"/>
                  </a:lnTo>
                  <a:lnTo>
                    <a:pt x="1857482" y="3013769"/>
                  </a:lnTo>
                  <a:lnTo>
                    <a:pt x="1857599" y="3013769"/>
                  </a:lnTo>
                  <a:lnTo>
                    <a:pt x="1857717" y="3013769"/>
                  </a:lnTo>
                  <a:lnTo>
                    <a:pt x="1857834" y="3013769"/>
                  </a:lnTo>
                  <a:lnTo>
                    <a:pt x="1857834" y="3013338"/>
                  </a:lnTo>
                  <a:lnTo>
                    <a:pt x="1857952" y="3013338"/>
                  </a:lnTo>
                  <a:lnTo>
                    <a:pt x="1858070" y="3013338"/>
                  </a:lnTo>
                  <a:lnTo>
                    <a:pt x="1858070" y="3012908"/>
                  </a:lnTo>
                  <a:lnTo>
                    <a:pt x="1858187" y="3012908"/>
                  </a:lnTo>
                  <a:lnTo>
                    <a:pt x="1858305" y="3012908"/>
                  </a:lnTo>
                  <a:lnTo>
                    <a:pt x="1858305" y="3012477"/>
                  </a:lnTo>
                  <a:lnTo>
                    <a:pt x="1858422" y="3012477"/>
                  </a:lnTo>
                  <a:lnTo>
                    <a:pt x="1858540" y="3012477"/>
                  </a:lnTo>
                  <a:lnTo>
                    <a:pt x="1858658" y="3012477"/>
                  </a:lnTo>
                  <a:lnTo>
                    <a:pt x="1858775" y="3012477"/>
                  </a:lnTo>
                  <a:lnTo>
                    <a:pt x="1858893" y="3012477"/>
                  </a:lnTo>
                  <a:lnTo>
                    <a:pt x="1859011" y="3012477"/>
                  </a:lnTo>
                  <a:lnTo>
                    <a:pt x="1859128" y="3012477"/>
                  </a:lnTo>
                  <a:lnTo>
                    <a:pt x="1859246" y="3012477"/>
                  </a:lnTo>
                  <a:lnTo>
                    <a:pt x="1859363" y="3012477"/>
                  </a:lnTo>
                  <a:lnTo>
                    <a:pt x="1859481" y="3012477"/>
                  </a:lnTo>
                  <a:lnTo>
                    <a:pt x="1859599" y="3012477"/>
                  </a:lnTo>
                  <a:lnTo>
                    <a:pt x="1859716" y="3012477"/>
                  </a:lnTo>
                  <a:lnTo>
                    <a:pt x="1859834" y="3012477"/>
                  </a:lnTo>
                  <a:lnTo>
                    <a:pt x="1859951" y="3012477"/>
                  </a:lnTo>
                  <a:lnTo>
                    <a:pt x="1860069" y="3012477"/>
                  </a:lnTo>
                  <a:lnTo>
                    <a:pt x="1860069" y="3012047"/>
                  </a:lnTo>
                  <a:lnTo>
                    <a:pt x="1860187" y="3012047"/>
                  </a:lnTo>
                  <a:lnTo>
                    <a:pt x="1860304" y="3012047"/>
                  </a:lnTo>
                  <a:lnTo>
                    <a:pt x="1860304" y="3011616"/>
                  </a:lnTo>
                  <a:lnTo>
                    <a:pt x="1860422" y="3011616"/>
                  </a:lnTo>
                  <a:lnTo>
                    <a:pt x="1860540" y="3011616"/>
                  </a:lnTo>
                  <a:lnTo>
                    <a:pt x="1860540" y="3011185"/>
                  </a:lnTo>
                  <a:lnTo>
                    <a:pt x="1860657" y="3011185"/>
                  </a:lnTo>
                  <a:lnTo>
                    <a:pt x="1860657" y="3010755"/>
                  </a:lnTo>
                  <a:lnTo>
                    <a:pt x="1860657" y="3010324"/>
                  </a:lnTo>
                  <a:lnTo>
                    <a:pt x="1860775" y="3010324"/>
                  </a:lnTo>
                  <a:lnTo>
                    <a:pt x="1860892" y="3010324"/>
                  </a:lnTo>
                  <a:lnTo>
                    <a:pt x="1860892" y="3009894"/>
                  </a:lnTo>
                  <a:lnTo>
                    <a:pt x="1861010" y="3009894"/>
                  </a:lnTo>
                  <a:lnTo>
                    <a:pt x="1861010" y="3009463"/>
                  </a:lnTo>
                  <a:lnTo>
                    <a:pt x="1861128" y="3009463"/>
                  </a:lnTo>
                  <a:lnTo>
                    <a:pt x="1861245" y="3009463"/>
                  </a:lnTo>
                  <a:lnTo>
                    <a:pt x="1861363" y="3009463"/>
                  </a:lnTo>
                  <a:lnTo>
                    <a:pt x="1861480" y="3009463"/>
                  </a:lnTo>
                  <a:lnTo>
                    <a:pt x="1861480" y="3009032"/>
                  </a:lnTo>
                  <a:lnTo>
                    <a:pt x="1861480" y="3008602"/>
                  </a:lnTo>
                  <a:lnTo>
                    <a:pt x="1861598" y="3008602"/>
                  </a:lnTo>
                  <a:lnTo>
                    <a:pt x="1861598" y="3008171"/>
                  </a:lnTo>
                  <a:lnTo>
                    <a:pt x="1861716" y="3008171"/>
                  </a:lnTo>
                  <a:lnTo>
                    <a:pt x="1861716" y="3007741"/>
                  </a:lnTo>
                  <a:lnTo>
                    <a:pt x="1861833" y="3007741"/>
                  </a:lnTo>
                  <a:lnTo>
                    <a:pt x="1861833" y="3007310"/>
                  </a:lnTo>
                  <a:lnTo>
                    <a:pt x="1861833" y="3006879"/>
                  </a:lnTo>
                  <a:lnTo>
                    <a:pt x="1861951" y="3006879"/>
                  </a:lnTo>
                  <a:lnTo>
                    <a:pt x="1862069" y="3006879"/>
                  </a:lnTo>
                  <a:lnTo>
                    <a:pt x="1862069" y="3006449"/>
                  </a:lnTo>
                  <a:lnTo>
                    <a:pt x="1862186" y="3006449"/>
                  </a:lnTo>
                  <a:lnTo>
                    <a:pt x="1862304" y="3006449"/>
                  </a:lnTo>
                  <a:lnTo>
                    <a:pt x="1862421" y="3006449"/>
                  </a:lnTo>
                  <a:lnTo>
                    <a:pt x="1862421" y="3006018"/>
                  </a:lnTo>
                  <a:lnTo>
                    <a:pt x="1862539" y="3006018"/>
                  </a:lnTo>
                  <a:lnTo>
                    <a:pt x="1862657" y="3006018"/>
                  </a:lnTo>
                  <a:lnTo>
                    <a:pt x="1862774" y="3006018"/>
                  </a:lnTo>
                  <a:lnTo>
                    <a:pt x="1862892" y="3006018"/>
                  </a:lnTo>
                  <a:lnTo>
                    <a:pt x="1863009" y="3006018"/>
                  </a:lnTo>
                  <a:lnTo>
                    <a:pt x="1863009" y="3005588"/>
                  </a:lnTo>
                  <a:lnTo>
                    <a:pt x="1863127" y="3005588"/>
                  </a:lnTo>
                  <a:lnTo>
                    <a:pt x="1863245" y="3005588"/>
                  </a:lnTo>
                  <a:lnTo>
                    <a:pt x="1863362" y="3005588"/>
                  </a:lnTo>
                  <a:lnTo>
                    <a:pt x="1863362" y="3005157"/>
                  </a:lnTo>
                  <a:lnTo>
                    <a:pt x="1863480" y="3005157"/>
                  </a:lnTo>
                  <a:lnTo>
                    <a:pt x="1863598" y="3005157"/>
                  </a:lnTo>
                  <a:lnTo>
                    <a:pt x="1863715" y="3005157"/>
                  </a:lnTo>
                  <a:lnTo>
                    <a:pt x="1863833" y="3005157"/>
                  </a:lnTo>
                  <a:lnTo>
                    <a:pt x="1863950" y="3005157"/>
                  </a:lnTo>
                  <a:lnTo>
                    <a:pt x="1863950" y="3004726"/>
                  </a:lnTo>
                  <a:lnTo>
                    <a:pt x="1864068" y="3004726"/>
                  </a:lnTo>
                  <a:lnTo>
                    <a:pt x="1864186" y="3004726"/>
                  </a:lnTo>
                  <a:lnTo>
                    <a:pt x="1864186" y="3004296"/>
                  </a:lnTo>
                  <a:lnTo>
                    <a:pt x="1864186" y="3003865"/>
                  </a:lnTo>
                  <a:lnTo>
                    <a:pt x="1864303" y="3003865"/>
                  </a:lnTo>
                  <a:lnTo>
                    <a:pt x="1864421" y="3003865"/>
                  </a:lnTo>
                  <a:lnTo>
                    <a:pt x="1864538" y="3003865"/>
                  </a:lnTo>
                  <a:lnTo>
                    <a:pt x="1864656" y="3003865"/>
                  </a:lnTo>
                  <a:lnTo>
                    <a:pt x="1864774" y="3003865"/>
                  </a:lnTo>
                  <a:lnTo>
                    <a:pt x="1864891" y="3003865"/>
                  </a:lnTo>
                  <a:lnTo>
                    <a:pt x="1864891" y="3003435"/>
                  </a:lnTo>
                  <a:lnTo>
                    <a:pt x="1864891" y="3003004"/>
                  </a:lnTo>
                  <a:lnTo>
                    <a:pt x="1865009" y="3003004"/>
                  </a:lnTo>
                  <a:lnTo>
                    <a:pt x="1865009" y="3002573"/>
                  </a:lnTo>
                  <a:lnTo>
                    <a:pt x="1865127" y="3002573"/>
                  </a:lnTo>
                  <a:lnTo>
                    <a:pt x="1865244" y="3002573"/>
                  </a:lnTo>
                  <a:lnTo>
                    <a:pt x="1865362" y="3002573"/>
                  </a:lnTo>
                  <a:lnTo>
                    <a:pt x="1865362" y="3002143"/>
                  </a:lnTo>
                  <a:lnTo>
                    <a:pt x="1865479" y="3002143"/>
                  </a:lnTo>
                  <a:lnTo>
                    <a:pt x="1865479" y="3001712"/>
                  </a:lnTo>
                  <a:lnTo>
                    <a:pt x="1865597" y="3001712"/>
                  </a:lnTo>
                  <a:lnTo>
                    <a:pt x="1865715" y="3001712"/>
                  </a:lnTo>
                  <a:lnTo>
                    <a:pt x="1865832" y="3001712"/>
                  </a:lnTo>
                  <a:lnTo>
                    <a:pt x="1865832" y="3001282"/>
                  </a:lnTo>
                  <a:lnTo>
                    <a:pt x="1865950" y="3001282"/>
                  </a:lnTo>
                  <a:lnTo>
                    <a:pt x="1866067" y="3001282"/>
                  </a:lnTo>
                  <a:lnTo>
                    <a:pt x="1866185" y="3001282"/>
                  </a:lnTo>
                  <a:lnTo>
                    <a:pt x="1866185" y="3000851"/>
                  </a:lnTo>
                  <a:lnTo>
                    <a:pt x="1866185" y="3000420"/>
                  </a:lnTo>
                  <a:lnTo>
                    <a:pt x="1866303" y="3000420"/>
                  </a:lnTo>
                  <a:lnTo>
                    <a:pt x="1866303" y="2999990"/>
                  </a:lnTo>
                  <a:lnTo>
                    <a:pt x="1866303" y="2999559"/>
                  </a:lnTo>
                  <a:lnTo>
                    <a:pt x="1866420" y="2999559"/>
                  </a:lnTo>
                  <a:lnTo>
                    <a:pt x="1866538" y="2999559"/>
                  </a:lnTo>
                  <a:lnTo>
                    <a:pt x="1866655" y="2999559"/>
                  </a:lnTo>
                  <a:lnTo>
                    <a:pt x="1866773" y="2999559"/>
                  </a:lnTo>
                  <a:lnTo>
                    <a:pt x="1866891" y="2999559"/>
                  </a:lnTo>
                  <a:lnTo>
                    <a:pt x="1866891" y="2999129"/>
                  </a:lnTo>
                  <a:lnTo>
                    <a:pt x="1867008" y="2999129"/>
                  </a:lnTo>
                  <a:lnTo>
                    <a:pt x="1867008" y="2998698"/>
                  </a:lnTo>
                  <a:lnTo>
                    <a:pt x="1867126" y="2998698"/>
                  </a:lnTo>
                  <a:lnTo>
                    <a:pt x="1867126" y="2998267"/>
                  </a:lnTo>
                  <a:lnTo>
                    <a:pt x="1867244" y="2998267"/>
                  </a:lnTo>
                  <a:lnTo>
                    <a:pt x="1867361" y="2998267"/>
                  </a:lnTo>
                  <a:lnTo>
                    <a:pt x="1867479" y="2998267"/>
                  </a:lnTo>
                  <a:lnTo>
                    <a:pt x="1867596" y="2998267"/>
                  </a:lnTo>
                  <a:lnTo>
                    <a:pt x="1867714" y="2998267"/>
                  </a:lnTo>
                  <a:lnTo>
                    <a:pt x="1867832" y="2998267"/>
                  </a:lnTo>
                  <a:lnTo>
                    <a:pt x="1867949" y="2998267"/>
                  </a:lnTo>
                  <a:lnTo>
                    <a:pt x="1867949" y="2997837"/>
                  </a:lnTo>
                  <a:lnTo>
                    <a:pt x="1868067" y="2997837"/>
                  </a:lnTo>
                  <a:lnTo>
                    <a:pt x="1868184" y="2997837"/>
                  </a:lnTo>
                  <a:lnTo>
                    <a:pt x="1868302" y="2997837"/>
                  </a:lnTo>
                  <a:lnTo>
                    <a:pt x="1868420" y="2997837"/>
                  </a:lnTo>
                  <a:lnTo>
                    <a:pt x="1868537" y="2997837"/>
                  </a:lnTo>
                  <a:lnTo>
                    <a:pt x="1868655" y="2997837"/>
                  </a:lnTo>
                  <a:lnTo>
                    <a:pt x="1868655" y="2997406"/>
                  </a:lnTo>
                  <a:lnTo>
                    <a:pt x="1868773" y="2997406"/>
                  </a:lnTo>
                  <a:lnTo>
                    <a:pt x="1868890" y="2997406"/>
                  </a:lnTo>
                  <a:lnTo>
                    <a:pt x="1869008" y="2997406"/>
                  </a:lnTo>
                  <a:lnTo>
                    <a:pt x="1869125" y="2997406"/>
                  </a:lnTo>
                  <a:lnTo>
                    <a:pt x="1869243" y="2997406"/>
                  </a:lnTo>
                  <a:lnTo>
                    <a:pt x="1869243" y="2996976"/>
                  </a:lnTo>
                  <a:lnTo>
                    <a:pt x="1869361" y="2996976"/>
                  </a:lnTo>
                  <a:lnTo>
                    <a:pt x="1869478" y="2996976"/>
                  </a:lnTo>
                  <a:lnTo>
                    <a:pt x="1869596" y="2996976"/>
                  </a:lnTo>
                  <a:lnTo>
                    <a:pt x="1869713" y="2996976"/>
                  </a:lnTo>
                  <a:lnTo>
                    <a:pt x="1869831" y="2996976"/>
                  </a:lnTo>
                  <a:lnTo>
                    <a:pt x="1869949" y="2996976"/>
                  </a:lnTo>
                  <a:lnTo>
                    <a:pt x="1870066" y="2996976"/>
                  </a:lnTo>
                  <a:lnTo>
                    <a:pt x="1870184" y="2996976"/>
                  </a:lnTo>
                  <a:lnTo>
                    <a:pt x="1870302" y="2996976"/>
                  </a:lnTo>
                  <a:lnTo>
                    <a:pt x="1870419" y="2996976"/>
                  </a:lnTo>
                  <a:lnTo>
                    <a:pt x="1870537" y="2996976"/>
                  </a:lnTo>
                  <a:lnTo>
                    <a:pt x="1870654" y="2996976"/>
                  </a:lnTo>
                  <a:lnTo>
                    <a:pt x="1870772" y="2996976"/>
                  </a:lnTo>
                  <a:lnTo>
                    <a:pt x="1870772" y="2996545"/>
                  </a:lnTo>
                  <a:lnTo>
                    <a:pt x="1870890" y="2996545"/>
                  </a:lnTo>
                  <a:lnTo>
                    <a:pt x="1871007" y="2996545"/>
                  </a:lnTo>
                  <a:lnTo>
                    <a:pt x="1871125" y="2996545"/>
                  </a:lnTo>
                  <a:lnTo>
                    <a:pt x="1871242" y="2996545"/>
                  </a:lnTo>
                  <a:lnTo>
                    <a:pt x="1871360" y="2996545"/>
                  </a:lnTo>
                  <a:lnTo>
                    <a:pt x="1871360" y="2996114"/>
                  </a:lnTo>
                  <a:lnTo>
                    <a:pt x="1871478" y="2996114"/>
                  </a:lnTo>
                  <a:lnTo>
                    <a:pt x="1871595" y="2996114"/>
                  </a:lnTo>
                  <a:lnTo>
                    <a:pt x="1871595" y="2995684"/>
                  </a:lnTo>
                  <a:lnTo>
                    <a:pt x="1871713" y="2995684"/>
                  </a:lnTo>
                  <a:lnTo>
                    <a:pt x="1871831" y="2995684"/>
                  </a:lnTo>
                  <a:lnTo>
                    <a:pt x="1871948" y="2995684"/>
                  </a:lnTo>
                  <a:lnTo>
                    <a:pt x="1872066" y="2995684"/>
                  </a:lnTo>
                  <a:lnTo>
                    <a:pt x="1872066" y="2995253"/>
                  </a:lnTo>
                  <a:lnTo>
                    <a:pt x="1872183" y="2995253"/>
                  </a:lnTo>
                  <a:lnTo>
                    <a:pt x="1872301" y="2995253"/>
                  </a:lnTo>
                  <a:lnTo>
                    <a:pt x="1872301" y="2994823"/>
                  </a:lnTo>
                  <a:lnTo>
                    <a:pt x="1872419" y="2994823"/>
                  </a:lnTo>
                  <a:lnTo>
                    <a:pt x="1872536" y="2994823"/>
                  </a:lnTo>
                  <a:lnTo>
                    <a:pt x="1872654" y="2994823"/>
                  </a:lnTo>
                  <a:lnTo>
                    <a:pt x="1872771" y="2994823"/>
                  </a:lnTo>
                  <a:lnTo>
                    <a:pt x="1872889" y="2994823"/>
                  </a:lnTo>
                  <a:lnTo>
                    <a:pt x="1873007" y="2994823"/>
                  </a:lnTo>
                  <a:lnTo>
                    <a:pt x="1873124" y="2994823"/>
                  </a:lnTo>
                  <a:lnTo>
                    <a:pt x="1873242" y="2994823"/>
                  </a:lnTo>
                  <a:lnTo>
                    <a:pt x="1873360" y="2994823"/>
                  </a:lnTo>
                  <a:lnTo>
                    <a:pt x="1873360" y="2994392"/>
                  </a:lnTo>
                  <a:lnTo>
                    <a:pt x="1873477" y="2994392"/>
                  </a:lnTo>
                  <a:lnTo>
                    <a:pt x="1873477" y="2993961"/>
                  </a:lnTo>
                  <a:lnTo>
                    <a:pt x="1873477" y="2993531"/>
                  </a:lnTo>
                  <a:lnTo>
                    <a:pt x="1873595" y="2993531"/>
                  </a:lnTo>
                  <a:lnTo>
                    <a:pt x="1873712" y="2993531"/>
                  </a:lnTo>
                  <a:lnTo>
                    <a:pt x="1873830" y="2993531"/>
                  </a:lnTo>
                  <a:lnTo>
                    <a:pt x="1873948" y="2993531"/>
                  </a:lnTo>
                  <a:lnTo>
                    <a:pt x="1873948" y="2993100"/>
                  </a:lnTo>
                  <a:lnTo>
                    <a:pt x="1873948" y="2992670"/>
                  </a:lnTo>
                  <a:lnTo>
                    <a:pt x="1874065" y="2992670"/>
                  </a:lnTo>
                  <a:lnTo>
                    <a:pt x="1874183" y="2992670"/>
                  </a:lnTo>
                  <a:lnTo>
                    <a:pt x="1874300" y="2992670"/>
                  </a:lnTo>
                  <a:lnTo>
                    <a:pt x="1874418" y="2992670"/>
                  </a:lnTo>
                  <a:lnTo>
                    <a:pt x="1874418" y="2992239"/>
                  </a:lnTo>
                  <a:lnTo>
                    <a:pt x="1874536" y="2992239"/>
                  </a:lnTo>
                  <a:lnTo>
                    <a:pt x="1874653" y="2992239"/>
                  </a:lnTo>
                  <a:lnTo>
                    <a:pt x="1874653" y="2991808"/>
                  </a:lnTo>
                  <a:lnTo>
                    <a:pt x="1874653" y="2991378"/>
                  </a:lnTo>
                  <a:lnTo>
                    <a:pt x="1874771" y="2991378"/>
                  </a:lnTo>
                  <a:lnTo>
                    <a:pt x="1874771" y="2990947"/>
                  </a:lnTo>
                  <a:lnTo>
                    <a:pt x="1874888" y="2990947"/>
                  </a:lnTo>
                  <a:lnTo>
                    <a:pt x="1875006" y="2990947"/>
                  </a:lnTo>
                  <a:lnTo>
                    <a:pt x="1875124" y="2990947"/>
                  </a:lnTo>
                  <a:lnTo>
                    <a:pt x="1875124" y="2990517"/>
                  </a:lnTo>
                  <a:lnTo>
                    <a:pt x="1875241" y="2990517"/>
                  </a:lnTo>
                  <a:lnTo>
                    <a:pt x="1875359" y="2990517"/>
                  </a:lnTo>
                  <a:lnTo>
                    <a:pt x="1875477" y="2990517"/>
                  </a:lnTo>
                  <a:lnTo>
                    <a:pt x="1875594" y="2990517"/>
                  </a:lnTo>
                  <a:lnTo>
                    <a:pt x="1875712" y="2990517"/>
                  </a:lnTo>
                  <a:lnTo>
                    <a:pt x="1875829" y="2990517"/>
                  </a:lnTo>
                  <a:lnTo>
                    <a:pt x="1875947" y="2990517"/>
                  </a:lnTo>
                  <a:lnTo>
                    <a:pt x="1875947" y="2990086"/>
                  </a:lnTo>
                  <a:lnTo>
                    <a:pt x="1876065" y="2990086"/>
                  </a:lnTo>
                  <a:lnTo>
                    <a:pt x="1876182" y="2990086"/>
                  </a:lnTo>
                  <a:lnTo>
                    <a:pt x="1876300" y="2990086"/>
                  </a:lnTo>
                  <a:lnTo>
                    <a:pt x="1876417" y="2990086"/>
                  </a:lnTo>
                  <a:lnTo>
                    <a:pt x="1876535" y="2990086"/>
                  </a:lnTo>
                  <a:lnTo>
                    <a:pt x="1876653" y="2990086"/>
                  </a:lnTo>
                  <a:lnTo>
                    <a:pt x="1876653" y="2989655"/>
                  </a:lnTo>
                  <a:lnTo>
                    <a:pt x="1876770" y="2989655"/>
                  </a:lnTo>
                  <a:lnTo>
                    <a:pt x="1876888" y="2989655"/>
                  </a:lnTo>
                  <a:lnTo>
                    <a:pt x="1876888" y="2989225"/>
                  </a:lnTo>
                  <a:lnTo>
                    <a:pt x="1877006" y="2989225"/>
                  </a:lnTo>
                  <a:lnTo>
                    <a:pt x="1877123" y="2989225"/>
                  </a:lnTo>
                  <a:lnTo>
                    <a:pt x="1877123" y="2988794"/>
                  </a:lnTo>
                  <a:lnTo>
                    <a:pt x="1877241" y="2988794"/>
                  </a:lnTo>
                  <a:lnTo>
                    <a:pt x="1877241" y="2988364"/>
                  </a:lnTo>
                  <a:lnTo>
                    <a:pt x="1877358" y="2988364"/>
                  </a:lnTo>
                  <a:lnTo>
                    <a:pt x="1877476" y="2988364"/>
                  </a:lnTo>
                  <a:lnTo>
                    <a:pt x="1877594" y="2988364"/>
                  </a:lnTo>
                  <a:lnTo>
                    <a:pt x="1877711" y="2988364"/>
                  </a:lnTo>
                  <a:lnTo>
                    <a:pt x="1877829" y="2988364"/>
                  </a:lnTo>
                  <a:lnTo>
                    <a:pt x="1877946" y="2988364"/>
                  </a:lnTo>
                  <a:lnTo>
                    <a:pt x="1878064" y="2988364"/>
                  </a:lnTo>
                  <a:lnTo>
                    <a:pt x="1878182" y="2988364"/>
                  </a:lnTo>
                  <a:lnTo>
                    <a:pt x="1878182" y="2987933"/>
                  </a:lnTo>
                  <a:lnTo>
                    <a:pt x="1878182" y="2987502"/>
                  </a:lnTo>
                  <a:lnTo>
                    <a:pt x="1878182" y="2987072"/>
                  </a:lnTo>
                  <a:lnTo>
                    <a:pt x="1878299" y="2987072"/>
                  </a:lnTo>
                  <a:lnTo>
                    <a:pt x="1878417" y="2987072"/>
                  </a:lnTo>
                  <a:lnTo>
                    <a:pt x="1878535" y="2987072"/>
                  </a:lnTo>
                  <a:lnTo>
                    <a:pt x="1878535" y="2986641"/>
                  </a:lnTo>
                  <a:lnTo>
                    <a:pt x="1878652" y="2986641"/>
                  </a:lnTo>
                  <a:lnTo>
                    <a:pt x="1878652" y="2986211"/>
                  </a:lnTo>
                  <a:lnTo>
                    <a:pt x="1878770" y="2986211"/>
                  </a:lnTo>
                  <a:lnTo>
                    <a:pt x="1878887" y="2986211"/>
                  </a:lnTo>
                  <a:lnTo>
                    <a:pt x="1879005" y="2986211"/>
                  </a:lnTo>
                  <a:lnTo>
                    <a:pt x="1879005" y="2985780"/>
                  </a:lnTo>
                  <a:lnTo>
                    <a:pt x="1879123" y="2985780"/>
                  </a:lnTo>
                  <a:lnTo>
                    <a:pt x="1879240" y="2985780"/>
                  </a:lnTo>
                  <a:lnTo>
                    <a:pt x="1879358" y="2985780"/>
                  </a:lnTo>
                  <a:lnTo>
                    <a:pt x="1879358" y="2985349"/>
                  </a:lnTo>
                  <a:lnTo>
                    <a:pt x="1879358" y="2984919"/>
                  </a:lnTo>
                  <a:lnTo>
                    <a:pt x="1879475" y="2984919"/>
                  </a:lnTo>
                  <a:lnTo>
                    <a:pt x="1879593" y="2984919"/>
                  </a:lnTo>
                  <a:lnTo>
                    <a:pt x="1879711" y="2984919"/>
                  </a:lnTo>
                  <a:lnTo>
                    <a:pt x="1879828" y="2984919"/>
                  </a:lnTo>
                  <a:lnTo>
                    <a:pt x="1879946" y="2984919"/>
                  </a:lnTo>
                  <a:lnTo>
                    <a:pt x="1880064" y="2984919"/>
                  </a:lnTo>
                  <a:lnTo>
                    <a:pt x="1880064" y="2984488"/>
                  </a:lnTo>
                  <a:lnTo>
                    <a:pt x="1880064" y="2984058"/>
                  </a:lnTo>
                  <a:lnTo>
                    <a:pt x="1880181" y="2984058"/>
                  </a:lnTo>
                  <a:lnTo>
                    <a:pt x="1880299" y="2984058"/>
                  </a:lnTo>
                  <a:lnTo>
                    <a:pt x="1880416" y="2984058"/>
                  </a:lnTo>
                  <a:lnTo>
                    <a:pt x="1880534" y="2984058"/>
                  </a:lnTo>
                  <a:lnTo>
                    <a:pt x="1880652" y="2984058"/>
                  </a:lnTo>
                  <a:lnTo>
                    <a:pt x="1880769" y="2984058"/>
                  </a:lnTo>
                  <a:lnTo>
                    <a:pt x="1880887" y="2984058"/>
                  </a:lnTo>
                  <a:lnTo>
                    <a:pt x="1881004" y="2984058"/>
                  </a:lnTo>
                  <a:lnTo>
                    <a:pt x="1881122" y="2984058"/>
                  </a:lnTo>
                  <a:lnTo>
                    <a:pt x="1881240" y="2984058"/>
                  </a:lnTo>
                  <a:lnTo>
                    <a:pt x="1881357" y="2984058"/>
                  </a:lnTo>
                  <a:lnTo>
                    <a:pt x="1881357" y="2983627"/>
                  </a:lnTo>
                  <a:lnTo>
                    <a:pt x="1881475" y="2983627"/>
                  </a:lnTo>
                  <a:lnTo>
                    <a:pt x="1881475" y="2983196"/>
                  </a:lnTo>
                  <a:lnTo>
                    <a:pt x="1881593" y="2983196"/>
                  </a:lnTo>
                  <a:lnTo>
                    <a:pt x="1881710" y="2983196"/>
                  </a:lnTo>
                  <a:lnTo>
                    <a:pt x="1881710" y="2982766"/>
                  </a:lnTo>
                  <a:lnTo>
                    <a:pt x="1881828" y="2982766"/>
                  </a:lnTo>
                  <a:lnTo>
                    <a:pt x="1881945" y="2982766"/>
                  </a:lnTo>
                  <a:lnTo>
                    <a:pt x="1882063" y="2982766"/>
                  </a:lnTo>
                  <a:lnTo>
                    <a:pt x="1882181" y="2982766"/>
                  </a:lnTo>
                  <a:lnTo>
                    <a:pt x="1882181" y="2982335"/>
                  </a:lnTo>
                  <a:lnTo>
                    <a:pt x="1882298" y="2982335"/>
                  </a:lnTo>
                  <a:lnTo>
                    <a:pt x="1882416" y="2982335"/>
                  </a:lnTo>
                  <a:lnTo>
                    <a:pt x="1882533" y="2982335"/>
                  </a:lnTo>
                  <a:lnTo>
                    <a:pt x="1882651" y="2982335"/>
                  </a:lnTo>
                  <a:lnTo>
                    <a:pt x="1882769" y="2982335"/>
                  </a:lnTo>
                  <a:lnTo>
                    <a:pt x="1882886" y="2982335"/>
                  </a:lnTo>
                  <a:lnTo>
                    <a:pt x="1883004" y="2982335"/>
                  </a:lnTo>
                  <a:lnTo>
                    <a:pt x="1883121" y="2982335"/>
                  </a:lnTo>
                  <a:lnTo>
                    <a:pt x="1883239" y="2982335"/>
                  </a:lnTo>
                  <a:lnTo>
                    <a:pt x="1883239" y="2981905"/>
                  </a:lnTo>
                  <a:lnTo>
                    <a:pt x="1883239" y="2981474"/>
                  </a:lnTo>
                  <a:lnTo>
                    <a:pt x="1883357" y="2981474"/>
                  </a:lnTo>
                  <a:lnTo>
                    <a:pt x="1883357" y="2981043"/>
                  </a:lnTo>
                  <a:lnTo>
                    <a:pt x="1883474" y="2981043"/>
                  </a:lnTo>
                  <a:lnTo>
                    <a:pt x="1883592" y="2981043"/>
                  </a:lnTo>
                  <a:lnTo>
                    <a:pt x="1883710" y="2981043"/>
                  </a:lnTo>
                  <a:lnTo>
                    <a:pt x="1883710" y="2980613"/>
                  </a:lnTo>
                  <a:lnTo>
                    <a:pt x="1883710" y="2980182"/>
                  </a:lnTo>
                  <a:lnTo>
                    <a:pt x="1883827" y="2980182"/>
                  </a:lnTo>
                  <a:lnTo>
                    <a:pt x="1883945" y="2980182"/>
                  </a:lnTo>
                  <a:lnTo>
                    <a:pt x="1884062" y="2980182"/>
                  </a:lnTo>
                  <a:lnTo>
                    <a:pt x="1884062" y="2979752"/>
                  </a:lnTo>
                  <a:lnTo>
                    <a:pt x="1884180" y="2979752"/>
                  </a:lnTo>
                  <a:lnTo>
                    <a:pt x="1884298" y="2979752"/>
                  </a:lnTo>
                  <a:lnTo>
                    <a:pt x="1884415" y="2979752"/>
                  </a:lnTo>
                  <a:lnTo>
                    <a:pt x="1884415" y="2979321"/>
                  </a:lnTo>
                  <a:lnTo>
                    <a:pt x="1884533" y="2979321"/>
                  </a:lnTo>
                  <a:lnTo>
                    <a:pt x="1884533" y="2978890"/>
                  </a:lnTo>
                  <a:lnTo>
                    <a:pt x="1884650" y="2978890"/>
                  </a:lnTo>
                  <a:lnTo>
                    <a:pt x="1884650" y="2978460"/>
                  </a:lnTo>
                  <a:lnTo>
                    <a:pt x="1884768" y="2978460"/>
                  </a:lnTo>
                  <a:lnTo>
                    <a:pt x="1884768" y="2978029"/>
                  </a:lnTo>
                  <a:lnTo>
                    <a:pt x="1884768" y="2977599"/>
                  </a:lnTo>
                  <a:lnTo>
                    <a:pt x="1884886" y="2977599"/>
                  </a:lnTo>
                  <a:lnTo>
                    <a:pt x="1884886" y="2977168"/>
                  </a:lnTo>
                  <a:lnTo>
                    <a:pt x="1884886" y="2976737"/>
                  </a:lnTo>
                  <a:lnTo>
                    <a:pt x="1885003" y="2976737"/>
                  </a:lnTo>
                  <a:lnTo>
                    <a:pt x="1885003" y="2976307"/>
                  </a:lnTo>
                  <a:lnTo>
                    <a:pt x="1885121" y="2976307"/>
                  </a:lnTo>
                  <a:lnTo>
                    <a:pt x="1885239" y="2976307"/>
                  </a:lnTo>
                  <a:lnTo>
                    <a:pt x="1885239" y="2975876"/>
                  </a:lnTo>
                  <a:lnTo>
                    <a:pt x="1885239" y="2975446"/>
                  </a:lnTo>
                  <a:lnTo>
                    <a:pt x="1885239" y="2975015"/>
                  </a:lnTo>
                  <a:lnTo>
                    <a:pt x="1885356" y="2975015"/>
                  </a:lnTo>
                  <a:lnTo>
                    <a:pt x="1885474" y="2975015"/>
                  </a:lnTo>
                  <a:lnTo>
                    <a:pt x="1885591" y="2975015"/>
                  </a:lnTo>
                  <a:lnTo>
                    <a:pt x="1885709" y="2975015"/>
                  </a:lnTo>
                  <a:lnTo>
                    <a:pt x="1885827" y="2975015"/>
                  </a:lnTo>
                  <a:lnTo>
                    <a:pt x="1885944" y="2975015"/>
                  </a:lnTo>
                  <a:lnTo>
                    <a:pt x="1886062" y="2975015"/>
                  </a:lnTo>
                  <a:lnTo>
                    <a:pt x="1886179" y="2975015"/>
                  </a:lnTo>
                  <a:lnTo>
                    <a:pt x="1886297" y="2975015"/>
                  </a:lnTo>
                  <a:lnTo>
                    <a:pt x="1886415" y="2975015"/>
                  </a:lnTo>
                  <a:lnTo>
                    <a:pt x="1886532" y="2975015"/>
                  </a:lnTo>
                  <a:lnTo>
                    <a:pt x="1886650" y="2975015"/>
                  </a:lnTo>
                  <a:lnTo>
                    <a:pt x="1886650" y="2974584"/>
                  </a:lnTo>
                  <a:lnTo>
                    <a:pt x="1886768" y="2974584"/>
                  </a:lnTo>
                  <a:lnTo>
                    <a:pt x="1886768" y="2974154"/>
                  </a:lnTo>
                  <a:lnTo>
                    <a:pt x="1886768" y="2973723"/>
                  </a:lnTo>
                  <a:lnTo>
                    <a:pt x="1886885" y="2973723"/>
                  </a:lnTo>
                  <a:lnTo>
                    <a:pt x="1886885" y="2973293"/>
                  </a:lnTo>
                  <a:lnTo>
                    <a:pt x="1887003" y="2973293"/>
                  </a:lnTo>
                  <a:lnTo>
                    <a:pt x="1887003" y="2972862"/>
                  </a:lnTo>
                  <a:lnTo>
                    <a:pt x="1887120" y="2972862"/>
                  </a:lnTo>
                  <a:lnTo>
                    <a:pt x="1887238" y="2972862"/>
                  </a:lnTo>
                  <a:lnTo>
                    <a:pt x="1887238" y="2972431"/>
                  </a:lnTo>
                  <a:lnTo>
                    <a:pt x="1887356" y="2972431"/>
                  </a:lnTo>
                  <a:lnTo>
                    <a:pt x="1887473" y="2972431"/>
                  </a:lnTo>
                  <a:lnTo>
                    <a:pt x="1887591" y="2972431"/>
                  </a:lnTo>
                  <a:lnTo>
                    <a:pt x="1887708" y="2972431"/>
                  </a:lnTo>
                  <a:lnTo>
                    <a:pt x="1887826" y="2972431"/>
                  </a:lnTo>
                  <a:lnTo>
                    <a:pt x="1887944" y="2972431"/>
                  </a:lnTo>
                  <a:lnTo>
                    <a:pt x="1888061" y="2972431"/>
                  </a:lnTo>
                  <a:lnTo>
                    <a:pt x="1888179" y="2972431"/>
                  </a:lnTo>
                  <a:lnTo>
                    <a:pt x="1888297" y="2972431"/>
                  </a:lnTo>
                  <a:lnTo>
                    <a:pt x="1888414" y="2972431"/>
                  </a:lnTo>
                  <a:lnTo>
                    <a:pt x="1888532" y="2972431"/>
                  </a:lnTo>
                  <a:lnTo>
                    <a:pt x="1888532" y="2972001"/>
                  </a:lnTo>
                  <a:lnTo>
                    <a:pt x="1888649" y="2972001"/>
                  </a:lnTo>
                  <a:lnTo>
                    <a:pt x="1888767" y="2972001"/>
                  </a:lnTo>
                  <a:lnTo>
                    <a:pt x="1888767" y="2971570"/>
                  </a:lnTo>
                  <a:lnTo>
                    <a:pt x="1888767" y="2971140"/>
                  </a:lnTo>
                  <a:lnTo>
                    <a:pt x="1888767" y="2970709"/>
                  </a:lnTo>
                  <a:lnTo>
                    <a:pt x="1888885" y="2970709"/>
                  </a:lnTo>
                  <a:lnTo>
                    <a:pt x="1888885" y="2970278"/>
                  </a:lnTo>
                  <a:lnTo>
                    <a:pt x="1888885" y="2969848"/>
                  </a:lnTo>
                  <a:lnTo>
                    <a:pt x="1888885" y="2969417"/>
                  </a:lnTo>
                  <a:lnTo>
                    <a:pt x="1889002" y="2969417"/>
                  </a:lnTo>
                  <a:lnTo>
                    <a:pt x="1889002" y="2968987"/>
                  </a:lnTo>
                  <a:lnTo>
                    <a:pt x="1889120" y="2968987"/>
                  </a:lnTo>
                  <a:lnTo>
                    <a:pt x="1889120" y="2968556"/>
                  </a:lnTo>
                  <a:lnTo>
                    <a:pt x="1889237" y="2968556"/>
                  </a:lnTo>
                  <a:lnTo>
                    <a:pt x="1889355" y="2968556"/>
                  </a:lnTo>
                  <a:lnTo>
                    <a:pt x="1889355" y="2968125"/>
                  </a:lnTo>
                  <a:lnTo>
                    <a:pt x="1889473" y="2968125"/>
                  </a:lnTo>
                  <a:lnTo>
                    <a:pt x="1889473" y="2967695"/>
                  </a:lnTo>
                  <a:lnTo>
                    <a:pt x="1889590" y="2967695"/>
                  </a:lnTo>
                  <a:lnTo>
                    <a:pt x="1889708" y="2967695"/>
                  </a:lnTo>
                  <a:lnTo>
                    <a:pt x="1889826" y="2967695"/>
                  </a:lnTo>
                  <a:lnTo>
                    <a:pt x="1889943" y="2967695"/>
                  </a:lnTo>
                  <a:lnTo>
                    <a:pt x="1889943" y="2967264"/>
                  </a:lnTo>
                  <a:lnTo>
                    <a:pt x="1890061" y="2967264"/>
                  </a:lnTo>
                  <a:lnTo>
                    <a:pt x="1890178" y="2967264"/>
                  </a:lnTo>
                  <a:lnTo>
                    <a:pt x="1890296" y="2967264"/>
                  </a:lnTo>
                  <a:lnTo>
                    <a:pt x="1890414" y="2967264"/>
                  </a:lnTo>
                  <a:lnTo>
                    <a:pt x="1890531" y="2967264"/>
                  </a:lnTo>
                  <a:lnTo>
                    <a:pt x="1890649" y="2967264"/>
                  </a:lnTo>
                  <a:lnTo>
                    <a:pt x="1890649" y="2966834"/>
                  </a:lnTo>
                  <a:lnTo>
                    <a:pt x="1890649" y="2966403"/>
                  </a:lnTo>
                  <a:lnTo>
                    <a:pt x="1890766" y="2966403"/>
                  </a:lnTo>
                  <a:lnTo>
                    <a:pt x="1890884" y="2966403"/>
                  </a:lnTo>
                  <a:lnTo>
                    <a:pt x="1890884" y="2965972"/>
                  </a:lnTo>
                  <a:lnTo>
                    <a:pt x="1890884" y="2965542"/>
                  </a:lnTo>
                  <a:lnTo>
                    <a:pt x="1890884" y="2965111"/>
                  </a:lnTo>
                  <a:lnTo>
                    <a:pt x="1891002" y="2965111"/>
                  </a:lnTo>
                  <a:lnTo>
                    <a:pt x="1891119" y="2965111"/>
                  </a:lnTo>
                  <a:lnTo>
                    <a:pt x="1891237" y="2965111"/>
                  </a:lnTo>
                  <a:lnTo>
                    <a:pt x="1891354" y="2965111"/>
                  </a:lnTo>
                  <a:lnTo>
                    <a:pt x="1891472" y="2965111"/>
                  </a:lnTo>
                  <a:lnTo>
                    <a:pt x="1891472" y="2964681"/>
                  </a:lnTo>
                  <a:lnTo>
                    <a:pt x="1891472" y="2964250"/>
                  </a:lnTo>
                  <a:lnTo>
                    <a:pt x="1891472" y="2963819"/>
                  </a:lnTo>
                  <a:lnTo>
                    <a:pt x="1891590" y="2963819"/>
                  </a:lnTo>
                  <a:lnTo>
                    <a:pt x="1891590" y="2963389"/>
                  </a:lnTo>
                  <a:lnTo>
                    <a:pt x="1891707" y="2963389"/>
                  </a:lnTo>
                  <a:lnTo>
                    <a:pt x="1891707" y="2962958"/>
                  </a:lnTo>
                  <a:lnTo>
                    <a:pt x="1891825" y="2962958"/>
                  </a:lnTo>
                  <a:lnTo>
                    <a:pt x="1891825" y="2962528"/>
                  </a:lnTo>
                  <a:lnTo>
                    <a:pt x="1891825" y="2962097"/>
                  </a:lnTo>
                  <a:lnTo>
                    <a:pt x="1891943" y="2962097"/>
                  </a:lnTo>
                  <a:lnTo>
                    <a:pt x="1892060" y="2962097"/>
                  </a:lnTo>
                  <a:lnTo>
                    <a:pt x="1892060" y="2961666"/>
                  </a:lnTo>
                  <a:lnTo>
                    <a:pt x="1892178" y="2961666"/>
                  </a:lnTo>
                  <a:lnTo>
                    <a:pt x="1892295" y="2961666"/>
                  </a:lnTo>
                  <a:lnTo>
                    <a:pt x="1892413" y="2961666"/>
                  </a:lnTo>
                  <a:lnTo>
                    <a:pt x="1892531" y="2961666"/>
                  </a:lnTo>
                  <a:lnTo>
                    <a:pt x="1892648" y="2961666"/>
                  </a:lnTo>
                  <a:lnTo>
                    <a:pt x="1892648" y="2961236"/>
                  </a:lnTo>
                  <a:lnTo>
                    <a:pt x="1892648" y="2960805"/>
                  </a:lnTo>
                  <a:lnTo>
                    <a:pt x="1892648" y="2960375"/>
                  </a:lnTo>
                  <a:lnTo>
                    <a:pt x="1892766" y="2960375"/>
                  </a:lnTo>
                  <a:lnTo>
                    <a:pt x="1892883" y="2960375"/>
                  </a:lnTo>
                  <a:lnTo>
                    <a:pt x="1892883" y="2959944"/>
                  </a:lnTo>
                  <a:lnTo>
                    <a:pt x="1893001" y="2959944"/>
                  </a:lnTo>
                  <a:lnTo>
                    <a:pt x="1893119" y="2959944"/>
                  </a:lnTo>
                  <a:lnTo>
                    <a:pt x="1893236" y="2959944"/>
                  </a:lnTo>
                  <a:lnTo>
                    <a:pt x="1893354" y="2959944"/>
                  </a:lnTo>
                  <a:lnTo>
                    <a:pt x="1893354" y="2959513"/>
                  </a:lnTo>
                  <a:lnTo>
                    <a:pt x="1893472" y="2959513"/>
                  </a:lnTo>
                  <a:lnTo>
                    <a:pt x="1893589" y="2959513"/>
                  </a:lnTo>
                  <a:lnTo>
                    <a:pt x="1893707" y="2959513"/>
                  </a:lnTo>
                  <a:lnTo>
                    <a:pt x="1893824" y="2959513"/>
                  </a:lnTo>
                  <a:lnTo>
                    <a:pt x="1893942" y="2959513"/>
                  </a:lnTo>
                  <a:lnTo>
                    <a:pt x="1894060" y="2959513"/>
                  </a:lnTo>
                  <a:lnTo>
                    <a:pt x="1894177" y="2959513"/>
                  </a:lnTo>
                  <a:lnTo>
                    <a:pt x="1894295" y="2959513"/>
                  </a:lnTo>
                  <a:lnTo>
                    <a:pt x="1894412" y="2959513"/>
                  </a:lnTo>
                  <a:lnTo>
                    <a:pt x="1894412" y="2959083"/>
                  </a:lnTo>
                  <a:lnTo>
                    <a:pt x="1894530" y="2959083"/>
                  </a:lnTo>
                  <a:lnTo>
                    <a:pt x="1894530" y="2958652"/>
                  </a:lnTo>
                  <a:lnTo>
                    <a:pt x="1894648" y="2958652"/>
                  </a:lnTo>
                  <a:lnTo>
                    <a:pt x="1894648" y="2958222"/>
                  </a:lnTo>
                  <a:lnTo>
                    <a:pt x="1894648" y="2957791"/>
                  </a:lnTo>
                  <a:lnTo>
                    <a:pt x="1894648" y="2957360"/>
                  </a:lnTo>
                  <a:lnTo>
                    <a:pt x="1894765" y="2957360"/>
                  </a:lnTo>
                  <a:lnTo>
                    <a:pt x="1894883" y="2957360"/>
                  </a:lnTo>
                  <a:lnTo>
                    <a:pt x="1895001" y="2957360"/>
                  </a:lnTo>
                  <a:lnTo>
                    <a:pt x="1895001" y="2956930"/>
                  </a:lnTo>
                  <a:lnTo>
                    <a:pt x="1895118" y="2956930"/>
                  </a:lnTo>
                  <a:lnTo>
                    <a:pt x="1895236" y="2956930"/>
                  </a:lnTo>
                  <a:lnTo>
                    <a:pt x="1895353" y="2956930"/>
                  </a:lnTo>
                  <a:lnTo>
                    <a:pt x="1895471" y="2956930"/>
                  </a:lnTo>
                  <a:lnTo>
                    <a:pt x="1895589" y="2956930"/>
                  </a:lnTo>
                  <a:lnTo>
                    <a:pt x="1895706" y="2956930"/>
                  </a:lnTo>
                  <a:lnTo>
                    <a:pt x="1895706" y="2956499"/>
                  </a:lnTo>
                  <a:lnTo>
                    <a:pt x="1895824" y="2956499"/>
                  </a:lnTo>
                  <a:lnTo>
                    <a:pt x="1895824" y="2956069"/>
                  </a:lnTo>
                  <a:lnTo>
                    <a:pt x="1895941" y="2956069"/>
                  </a:lnTo>
                  <a:lnTo>
                    <a:pt x="1896059" y="2956069"/>
                  </a:lnTo>
                  <a:lnTo>
                    <a:pt x="1896177" y="2956069"/>
                  </a:lnTo>
                  <a:lnTo>
                    <a:pt x="1896294" y="2956069"/>
                  </a:lnTo>
                  <a:lnTo>
                    <a:pt x="1896294" y="2955638"/>
                  </a:lnTo>
                  <a:lnTo>
                    <a:pt x="1896294" y="2955207"/>
                  </a:lnTo>
                  <a:lnTo>
                    <a:pt x="1896412" y="2955207"/>
                  </a:lnTo>
                  <a:lnTo>
                    <a:pt x="1896530" y="2955207"/>
                  </a:lnTo>
                  <a:lnTo>
                    <a:pt x="1896647" y="2955207"/>
                  </a:lnTo>
                  <a:lnTo>
                    <a:pt x="1896765" y="2955207"/>
                  </a:lnTo>
                  <a:lnTo>
                    <a:pt x="1896882" y="2955207"/>
                  </a:lnTo>
                  <a:lnTo>
                    <a:pt x="1896882" y="2954777"/>
                  </a:lnTo>
                  <a:lnTo>
                    <a:pt x="1897000" y="2954777"/>
                  </a:lnTo>
                  <a:lnTo>
                    <a:pt x="1897118" y="2954777"/>
                  </a:lnTo>
                  <a:lnTo>
                    <a:pt x="1897235" y="2954777"/>
                  </a:lnTo>
                  <a:lnTo>
                    <a:pt x="1897353" y="2954777"/>
                  </a:lnTo>
                  <a:lnTo>
                    <a:pt x="1897353" y="2954346"/>
                  </a:lnTo>
                  <a:lnTo>
                    <a:pt x="1897470" y="2954346"/>
                  </a:lnTo>
                  <a:lnTo>
                    <a:pt x="1897588" y="2954346"/>
                  </a:lnTo>
                  <a:lnTo>
                    <a:pt x="1897706" y="2954346"/>
                  </a:lnTo>
                  <a:lnTo>
                    <a:pt x="1897706" y="2953916"/>
                  </a:lnTo>
                  <a:lnTo>
                    <a:pt x="1897823" y="2953916"/>
                  </a:lnTo>
                  <a:lnTo>
                    <a:pt x="1897941" y="2953916"/>
                  </a:lnTo>
                  <a:lnTo>
                    <a:pt x="1897941" y="2953485"/>
                  </a:lnTo>
                  <a:lnTo>
                    <a:pt x="1898059" y="2953485"/>
                  </a:lnTo>
                  <a:lnTo>
                    <a:pt x="1898176" y="2953485"/>
                  </a:lnTo>
                  <a:lnTo>
                    <a:pt x="1898294" y="2953485"/>
                  </a:lnTo>
                  <a:lnTo>
                    <a:pt x="1898411" y="2953485"/>
                  </a:lnTo>
                  <a:lnTo>
                    <a:pt x="1898411" y="2953054"/>
                  </a:lnTo>
                  <a:lnTo>
                    <a:pt x="1898411" y="2952624"/>
                  </a:lnTo>
                  <a:lnTo>
                    <a:pt x="1898411" y="2952193"/>
                  </a:lnTo>
                  <a:lnTo>
                    <a:pt x="1898529" y="2952193"/>
                  </a:lnTo>
                  <a:lnTo>
                    <a:pt x="1898529" y="2951763"/>
                  </a:lnTo>
                  <a:lnTo>
                    <a:pt x="1898529" y="2951332"/>
                  </a:lnTo>
                  <a:lnTo>
                    <a:pt x="1898647" y="2951332"/>
                  </a:lnTo>
                  <a:lnTo>
                    <a:pt x="1898647" y="2950901"/>
                  </a:lnTo>
                  <a:lnTo>
                    <a:pt x="1898647" y="2950471"/>
                  </a:lnTo>
                  <a:lnTo>
                    <a:pt x="1898764" y="2950471"/>
                  </a:lnTo>
                  <a:lnTo>
                    <a:pt x="1898882" y="2950471"/>
                  </a:lnTo>
                  <a:lnTo>
                    <a:pt x="1898999" y="2950471"/>
                  </a:lnTo>
                  <a:lnTo>
                    <a:pt x="1899117" y="2950471"/>
                  </a:lnTo>
                  <a:lnTo>
                    <a:pt x="1899117" y="2950040"/>
                  </a:lnTo>
                  <a:lnTo>
                    <a:pt x="1899235" y="2950040"/>
                  </a:lnTo>
                  <a:lnTo>
                    <a:pt x="1899235" y="2949610"/>
                  </a:lnTo>
                  <a:lnTo>
                    <a:pt x="1899352" y="2949610"/>
                  </a:lnTo>
                  <a:lnTo>
                    <a:pt x="1899470" y="2949610"/>
                  </a:lnTo>
                  <a:lnTo>
                    <a:pt x="1899470" y="2949179"/>
                  </a:lnTo>
                  <a:lnTo>
                    <a:pt x="1899587" y="2949179"/>
                  </a:lnTo>
                  <a:lnTo>
                    <a:pt x="1899705" y="2949179"/>
                  </a:lnTo>
                  <a:lnTo>
                    <a:pt x="1899823" y="2949179"/>
                  </a:lnTo>
                  <a:lnTo>
                    <a:pt x="1899940" y="2949179"/>
                  </a:lnTo>
                  <a:lnTo>
                    <a:pt x="1899940" y="2948748"/>
                  </a:lnTo>
                  <a:lnTo>
                    <a:pt x="1899940" y="2948318"/>
                  </a:lnTo>
                  <a:lnTo>
                    <a:pt x="1900058" y="2948318"/>
                  </a:lnTo>
                  <a:lnTo>
                    <a:pt x="1900058" y="2947887"/>
                  </a:lnTo>
                  <a:lnTo>
                    <a:pt x="1900176" y="2947887"/>
                  </a:lnTo>
                  <a:lnTo>
                    <a:pt x="1900176" y="2947457"/>
                  </a:lnTo>
                  <a:lnTo>
                    <a:pt x="1900293" y="2947457"/>
                  </a:lnTo>
                  <a:lnTo>
                    <a:pt x="1900293" y="2947026"/>
                  </a:lnTo>
                  <a:lnTo>
                    <a:pt x="1900411" y="2947026"/>
                  </a:lnTo>
                  <a:lnTo>
                    <a:pt x="1900528" y="2947026"/>
                  </a:lnTo>
                  <a:lnTo>
                    <a:pt x="1900528" y="2946595"/>
                  </a:lnTo>
                  <a:lnTo>
                    <a:pt x="1900646" y="2946595"/>
                  </a:lnTo>
                  <a:lnTo>
                    <a:pt x="1900764" y="2946595"/>
                  </a:lnTo>
                  <a:lnTo>
                    <a:pt x="1900881" y="2946595"/>
                  </a:lnTo>
                  <a:lnTo>
                    <a:pt x="1900881" y="2946165"/>
                  </a:lnTo>
                  <a:lnTo>
                    <a:pt x="1900999" y="2946165"/>
                  </a:lnTo>
                  <a:lnTo>
                    <a:pt x="1900999" y="2945734"/>
                  </a:lnTo>
                  <a:lnTo>
                    <a:pt x="1900999" y="2945304"/>
                  </a:lnTo>
                  <a:lnTo>
                    <a:pt x="1901116" y="2945304"/>
                  </a:lnTo>
                  <a:lnTo>
                    <a:pt x="1901234" y="2945304"/>
                  </a:lnTo>
                  <a:lnTo>
                    <a:pt x="1901352" y="2945304"/>
                  </a:lnTo>
                  <a:lnTo>
                    <a:pt x="1901469" y="2945304"/>
                  </a:lnTo>
                  <a:lnTo>
                    <a:pt x="1901587" y="2945304"/>
                  </a:lnTo>
                  <a:lnTo>
                    <a:pt x="1901705" y="2945304"/>
                  </a:lnTo>
                  <a:lnTo>
                    <a:pt x="1901822" y="2945304"/>
                  </a:lnTo>
                  <a:lnTo>
                    <a:pt x="1901940" y="2945304"/>
                  </a:lnTo>
                  <a:lnTo>
                    <a:pt x="1902057" y="2945304"/>
                  </a:lnTo>
                  <a:lnTo>
                    <a:pt x="1902175" y="2945304"/>
                  </a:lnTo>
                  <a:lnTo>
                    <a:pt x="1902293" y="2945304"/>
                  </a:lnTo>
                  <a:lnTo>
                    <a:pt x="1902293" y="2944873"/>
                  </a:lnTo>
                  <a:lnTo>
                    <a:pt x="1902410" y="2944873"/>
                  </a:lnTo>
                  <a:lnTo>
                    <a:pt x="1902410" y="2944442"/>
                  </a:lnTo>
                  <a:lnTo>
                    <a:pt x="1902528" y="2944442"/>
                  </a:lnTo>
                  <a:lnTo>
                    <a:pt x="1902645" y="2944442"/>
                  </a:lnTo>
                  <a:lnTo>
                    <a:pt x="1902763" y="2944442"/>
                  </a:lnTo>
                  <a:lnTo>
                    <a:pt x="1902881" y="2944442"/>
                  </a:lnTo>
                  <a:lnTo>
                    <a:pt x="1902998" y="2944442"/>
                  </a:lnTo>
                  <a:lnTo>
                    <a:pt x="1903116" y="2944442"/>
                  </a:lnTo>
                  <a:lnTo>
                    <a:pt x="1903234" y="2944442"/>
                  </a:lnTo>
                  <a:lnTo>
                    <a:pt x="1903351" y="2944442"/>
                  </a:lnTo>
                  <a:lnTo>
                    <a:pt x="1903351" y="2944012"/>
                  </a:lnTo>
                  <a:lnTo>
                    <a:pt x="1903469" y="2944012"/>
                  </a:lnTo>
                  <a:lnTo>
                    <a:pt x="1903586" y="2944012"/>
                  </a:lnTo>
                  <a:lnTo>
                    <a:pt x="1903704" y="2944012"/>
                  </a:lnTo>
                  <a:lnTo>
                    <a:pt x="1903822" y="2944012"/>
                  </a:lnTo>
                  <a:lnTo>
                    <a:pt x="1903939" y="2944012"/>
                  </a:lnTo>
                  <a:lnTo>
                    <a:pt x="1904057" y="2944012"/>
                  </a:lnTo>
                  <a:lnTo>
                    <a:pt x="1904174" y="2944012"/>
                  </a:lnTo>
                  <a:lnTo>
                    <a:pt x="1904292" y="2944012"/>
                  </a:lnTo>
                  <a:lnTo>
                    <a:pt x="1904410" y="2944012"/>
                  </a:lnTo>
                  <a:lnTo>
                    <a:pt x="1904410" y="2943581"/>
                  </a:lnTo>
                  <a:lnTo>
                    <a:pt x="1904527" y="2943581"/>
                  </a:lnTo>
                  <a:lnTo>
                    <a:pt x="1904645" y="2943581"/>
                  </a:lnTo>
                  <a:lnTo>
                    <a:pt x="1904645" y="2943151"/>
                  </a:lnTo>
                  <a:lnTo>
                    <a:pt x="1904763" y="2943151"/>
                  </a:lnTo>
                  <a:lnTo>
                    <a:pt x="1904880" y="2943151"/>
                  </a:lnTo>
                  <a:lnTo>
                    <a:pt x="1904998" y="2943151"/>
                  </a:lnTo>
                  <a:lnTo>
                    <a:pt x="1905115" y="2943151"/>
                  </a:lnTo>
                  <a:lnTo>
                    <a:pt x="1905233" y="2943151"/>
                  </a:lnTo>
                  <a:lnTo>
                    <a:pt x="1905351" y="2943151"/>
                  </a:lnTo>
                  <a:lnTo>
                    <a:pt x="1905468" y="2943151"/>
                  </a:lnTo>
                  <a:lnTo>
                    <a:pt x="1905586" y="2943151"/>
                  </a:lnTo>
                  <a:lnTo>
                    <a:pt x="1905586" y="2942720"/>
                  </a:lnTo>
                  <a:lnTo>
                    <a:pt x="1905586" y="2942289"/>
                  </a:lnTo>
                  <a:lnTo>
                    <a:pt x="1905703" y="2942289"/>
                  </a:lnTo>
                  <a:lnTo>
                    <a:pt x="1905821" y="2942289"/>
                  </a:lnTo>
                  <a:lnTo>
                    <a:pt x="1905939" y="2942289"/>
                  </a:lnTo>
                  <a:lnTo>
                    <a:pt x="1905939" y="2941859"/>
                  </a:lnTo>
                  <a:lnTo>
                    <a:pt x="1905939" y="2941428"/>
                  </a:lnTo>
                  <a:lnTo>
                    <a:pt x="1905939" y="2940998"/>
                  </a:lnTo>
                  <a:lnTo>
                    <a:pt x="1906056" y="2940998"/>
                  </a:lnTo>
                  <a:lnTo>
                    <a:pt x="1906056" y="2940567"/>
                  </a:lnTo>
                  <a:lnTo>
                    <a:pt x="1906174" y="2940567"/>
                  </a:lnTo>
                  <a:lnTo>
                    <a:pt x="1906292" y="2940567"/>
                  </a:lnTo>
                  <a:lnTo>
                    <a:pt x="1906409" y="2940567"/>
                  </a:lnTo>
                  <a:lnTo>
                    <a:pt x="1906409" y="2940136"/>
                  </a:lnTo>
                  <a:lnTo>
                    <a:pt x="1906527" y="2940136"/>
                  </a:lnTo>
                  <a:lnTo>
                    <a:pt x="1906644" y="2940136"/>
                  </a:lnTo>
                  <a:lnTo>
                    <a:pt x="1906762" y="2940136"/>
                  </a:lnTo>
                  <a:lnTo>
                    <a:pt x="1906880" y="2940136"/>
                  </a:lnTo>
                  <a:lnTo>
                    <a:pt x="1906997" y="2940136"/>
                  </a:lnTo>
                  <a:lnTo>
                    <a:pt x="1907115" y="2940136"/>
                  </a:lnTo>
                  <a:lnTo>
                    <a:pt x="1907115" y="2939706"/>
                  </a:lnTo>
                  <a:lnTo>
                    <a:pt x="1907232" y="2939706"/>
                  </a:lnTo>
                  <a:lnTo>
                    <a:pt x="1907350" y="2939706"/>
                  </a:lnTo>
                  <a:lnTo>
                    <a:pt x="1907468" y="2939706"/>
                  </a:lnTo>
                  <a:lnTo>
                    <a:pt x="1907468" y="2939275"/>
                  </a:lnTo>
                  <a:lnTo>
                    <a:pt x="1907585" y="2939275"/>
                  </a:lnTo>
                  <a:lnTo>
                    <a:pt x="1907585" y="2938845"/>
                  </a:lnTo>
                  <a:lnTo>
                    <a:pt x="1907703" y="2938845"/>
                  </a:lnTo>
                  <a:lnTo>
                    <a:pt x="1907820" y="2938845"/>
                  </a:lnTo>
                  <a:lnTo>
                    <a:pt x="1907820" y="2938414"/>
                  </a:lnTo>
                  <a:lnTo>
                    <a:pt x="1907938" y="2938414"/>
                  </a:lnTo>
                  <a:lnTo>
                    <a:pt x="1907938" y="2937983"/>
                  </a:lnTo>
                  <a:lnTo>
                    <a:pt x="1908056" y="2937983"/>
                  </a:lnTo>
                  <a:lnTo>
                    <a:pt x="1908173" y="2937983"/>
                  </a:lnTo>
                  <a:lnTo>
                    <a:pt x="1908291" y="2937983"/>
                  </a:lnTo>
                  <a:lnTo>
                    <a:pt x="1908409" y="2937983"/>
                  </a:lnTo>
                  <a:lnTo>
                    <a:pt x="1908409" y="2937553"/>
                  </a:lnTo>
                  <a:lnTo>
                    <a:pt x="1908526" y="2937553"/>
                  </a:lnTo>
                  <a:lnTo>
                    <a:pt x="1908526" y="2937122"/>
                  </a:lnTo>
                  <a:lnTo>
                    <a:pt x="1908526" y="2936692"/>
                  </a:lnTo>
                  <a:lnTo>
                    <a:pt x="1908526" y="2936261"/>
                  </a:lnTo>
                  <a:lnTo>
                    <a:pt x="1908644" y="2936261"/>
                  </a:lnTo>
                  <a:lnTo>
                    <a:pt x="1908761" y="2936261"/>
                  </a:lnTo>
                  <a:lnTo>
                    <a:pt x="1908761" y="2935830"/>
                  </a:lnTo>
                  <a:lnTo>
                    <a:pt x="1908879" y="2935830"/>
                  </a:lnTo>
                  <a:lnTo>
                    <a:pt x="1908879" y="2935400"/>
                  </a:lnTo>
                  <a:lnTo>
                    <a:pt x="1908997" y="2935400"/>
                  </a:lnTo>
                  <a:lnTo>
                    <a:pt x="1909114" y="2935400"/>
                  </a:lnTo>
                  <a:lnTo>
                    <a:pt x="1909232" y="2935400"/>
                  </a:lnTo>
                  <a:lnTo>
                    <a:pt x="1909232" y="2934969"/>
                  </a:lnTo>
                  <a:lnTo>
                    <a:pt x="1909349" y="2934969"/>
                  </a:lnTo>
                  <a:lnTo>
                    <a:pt x="1909467" y="2934969"/>
                  </a:lnTo>
                  <a:lnTo>
                    <a:pt x="1909467" y="2934539"/>
                  </a:lnTo>
                  <a:lnTo>
                    <a:pt x="1909467" y="2934108"/>
                  </a:lnTo>
                  <a:lnTo>
                    <a:pt x="1909467" y="2933677"/>
                  </a:lnTo>
                  <a:lnTo>
                    <a:pt x="1909585" y="2933677"/>
                  </a:lnTo>
                  <a:lnTo>
                    <a:pt x="1909702" y="2933677"/>
                  </a:lnTo>
                  <a:lnTo>
                    <a:pt x="1909820" y="2933677"/>
                  </a:lnTo>
                  <a:lnTo>
                    <a:pt x="1909820" y="2933247"/>
                  </a:lnTo>
                  <a:lnTo>
                    <a:pt x="1909938" y="2933247"/>
                  </a:lnTo>
                  <a:lnTo>
                    <a:pt x="1910055" y="2933247"/>
                  </a:lnTo>
                  <a:lnTo>
                    <a:pt x="1910173" y="2933247"/>
                  </a:lnTo>
                  <a:lnTo>
                    <a:pt x="1910290" y="2933247"/>
                  </a:lnTo>
                  <a:lnTo>
                    <a:pt x="1910408" y="2933247"/>
                  </a:lnTo>
                  <a:lnTo>
                    <a:pt x="1910408" y="2932816"/>
                  </a:lnTo>
                  <a:lnTo>
                    <a:pt x="1910526" y="2932816"/>
                  </a:lnTo>
                  <a:lnTo>
                    <a:pt x="1910643" y="2932816"/>
                  </a:lnTo>
                  <a:lnTo>
                    <a:pt x="1910761" y="2932816"/>
                  </a:lnTo>
                  <a:lnTo>
                    <a:pt x="1910761" y="2932386"/>
                  </a:lnTo>
                  <a:lnTo>
                    <a:pt x="1910878" y="2932386"/>
                  </a:lnTo>
                  <a:lnTo>
                    <a:pt x="1910996" y="2932386"/>
                  </a:lnTo>
                  <a:lnTo>
                    <a:pt x="1911114" y="2932386"/>
                  </a:lnTo>
                  <a:lnTo>
                    <a:pt x="1911231" y="2932386"/>
                  </a:lnTo>
                  <a:lnTo>
                    <a:pt x="1911231" y="2931955"/>
                  </a:lnTo>
                  <a:lnTo>
                    <a:pt x="1911231" y="2931524"/>
                  </a:lnTo>
                  <a:lnTo>
                    <a:pt x="1911231" y="2931094"/>
                  </a:lnTo>
                  <a:lnTo>
                    <a:pt x="1911349" y="2931094"/>
                  </a:lnTo>
                  <a:lnTo>
                    <a:pt x="1911349" y="2930663"/>
                  </a:lnTo>
                  <a:lnTo>
                    <a:pt x="1911467" y="2930663"/>
                  </a:lnTo>
                  <a:lnTo>
                    <a:pt x="1911584" y="2930663"/>
                  </a:lnTo>
                  <a:lnTo>
                    <a:pt x="1911702" y="2930663"/>
                  </a:lnTo>
                  <a:lnTo>
                    <a:pt x="1911819" y="2930663"/>
                  </a:lnTo>
                  <a:lnTo>
                    <a:pt x="1911937" y="2930663"/>
                  </a:lnTo>
                  <a:lnTo>
                    <a:pt x="1912055" y="2930663"/>
                  </a:lnTo>
                  <a:lnTo>
                    <a:pt x="1912172" y="2930663"/>
                  </a:lnTo>
                  <a:lnTo>
                    <a:pt x="1912290" y="2930663"/>
                  </a:lnTo>
                  <a:lnTo>
                    <a:pt x="1912407" y="2930663"/>
                  </a:lnTo>
                  <a:lnTo>
                    <a:pt x="1912525" y="2930663"/>
                  </a:lnTo>
                  <a:lnTo>
                    <a:pt x="1912643" y="2930663"/>
                  </a:lnTo>
                  <a:lnTo>
                    <a:pt x="1912760" y="2930663"/>
                  </a:lnTo>
                  <a:lnTo>
                    <a:pt x="1912878" y="2930663"/>
                  </a:lnTo>
                  <a:lnTo>
                    <a:pt x="1912878" y="2930233"/>
                  </a:lnTo>
                  <a:lnTo>
                    <a:pt x="1912996" y="2930233"/>
                  </a:lnTo>
                  <a:lnTo>
                    <a:pt x="1912996" y="2929802"/>
                  </a:lnTo>
                  <a:lnTo>
                    <a:pt x="1913113" y="2929802"/>
                  </a:lnTo>
                  <a:lnTo>
                    <a:pt x="1913231" y="2929802"/>
                  </a:lnTo>
                  <a:lnTo>
                    <a:pt x="1913348" y="2929802"/>
                  </a:lnTo>
                  <a:lnTo>
                    <a:pt x="1913466" y="2929802"/>
                  </a:lnTo>
                  <a:lnTo>
                    <a:pt x="1913584" y="2929802"/>
                  </a:lnTo>
                  <a:lnTo>
                    <a:pt x="1913701" y="2929802"/>
                  </a:lnTo>
                  <a:lnTo>
                    <a:pt x="1913819" y="2929802"/>
                  </a:lnTo>
                  <a:lnTo>
                    <a:pt x="1913936" y="2929802"/>
                  </a:lnTo>
                  <a:lnTo>
                    <a:pt x="1914054" y="2929802"/>
                  </a:lnTo>
                  <a:lnTo>
                    <a:pt x="1914172" y="2929802"/>
                  </a:lnTo>
                  <a:lnTo>
                    <a:pt x="1914289" y="2929802"/>
                  </a:lnTo>
                  <a:lnTo>
                    <a:pt x="1914407" y="2929802"/>
                  </a:lnTo>
                  <a:lnTo>
                    <a:pt x="1914525" y="2929802"/>
                  </a:lnTo>
                  <a:lnTo>
                    <a:pt x="1914642" y="2929802"/>
                  </a:lnTo>
                  <a:lnTo>
                    <a:pt x="1914760" y="2929802"/>
                  </a:lnTo>
                  <a:lnTo>
                    <a:pt x="1914877" y="2929802"/>
                  </a:lnTo>
                  <a:lnTo>
                    <a:pt x="1914995" y="2929802"/>
                  </a:lnTo>
                  <a:lnTo>
                    <a:pt x="1915113" y="2929802"/>
                  </a:lnTo>
                  <a:lnTo>
                    <a:pt x="1915113" y="2929371"/>
                  </a:lnTo>
                  <a:lnTo>
                    <a:pt x="1915230" y="2929371"/>
                  </a:lnTo>
                  <a:lnTo>
                    <a:pt x="1915348" y="2929371"/>
                  </a:lnTo>
                  <a:lnTo>
                    <a:pt x="1915465" y="2929371"/>
                  </a:lnTo>
                  <a:lnTo>
                    <a:pt x="1915583" y="2929371"/>
                  </a:lnTo>
                  <a:lnTo>
                    <a:pt x="1915701" y="2929371"/>
                  </a:lnTo>
                  <a:lnTo>
                    <a:pt x="1915701" y="2928941"/>
                  </a:lnTo>
                  <a:lnTo>
                    <a:pt x="1915701" y="2928510"/>
                  </a:lnTo>
                  <a:lnTo>
                    <a:pt x="1915818" y="2928510"/>
                  </a:lnTo>
                  <a:lnTo>
                    <a:pt x="1915936" y="2928510"/>
                  </a:lnTo>
                  <a:lnTo>
                    <a:pt x="1916053" y="2928510"/>
                  </a:lnTo>
                  <a:lnTo>
                    <a:pt x="1916053" y="2928080"/>
                  </a:lnTo>
                  <a:lnTo>
                    <a:pt x="1916171" y="2928080"/>
                  </a:lnTo>
                  <a:lnTo>
                    <a:pt x="1916289" y="2928080"/>
                  </a:lnTo>
                  <a:lnTo>
                    <a:pt x="1916406" y="2928080"/>
                  </a:lnTo>
                  <a:lnTo>
                    <a:pt x="1916406" y="2927649"/>
                  </a:lnTo>
                  <a:lnTo>
                    <a:pt x="1916524" y="2927649"/>
                  </a:lnTo>
                  <a:lnTo>
                    <a:pt x="1916642" y="2927649"/>
                  </a:lnTo>
                  <a:lnTo>
                    <a:pt x="1916642" y="2927218"/>
                  </a:lnTo>
                  <a:lnTo>
                    <a:pt x="1916642" y="2926788"/>
                  </a:lnTo>
                  <a:lnTo>
                    <a:pt x="1916759" y="2926788"/>
                  </a:lnTo>
                  <a:lnTo>
                    <a:pt x="1916877" y="2926788"/>
                  </a:lnTo>
                  <a:lnTo>
                    <a:pt x="1916994" y="2926788"/>
                  </a:lnTo>
                  <a:lnTo>
                    <a:pt x="1917112" y="2926788"/>
                  </a:lnTo>
                  <a:lnTo>
                    <a:pt x="1917230" y="2926788"/>
                  </a:lnTo>
                  <a:lnTo>
                    <a:pt x="1917230" y="2926357"/>
                  </a:lnTo>
                  <a:lnTo>
                    <a:pt x="1917347" y="2926357"/>
                  </a:lnTo>
                  <a:lnTo>
                    <a:pt x="1917465" y="2926357"/>
                  </a:lnTo>
                  <a:lnTo>
                    <a:pt x="1917582" y="2926357"/>
                  </a:lnTo>
                  <a:lnTo>
                    <a:pt x="1917700" y="2926357"/>
                  </a:lnTo>
                  <a:lnTo>
                    <a:pt x="1917700" y="2925927"/>
                  </a:lnTo>
                  <a:lnTo>
                    <a:pt x="1917818" y="2925927"/>
                  </a:lnTo>
                  <a:lnTo>
                    <a:pt x="1917818" y="2925496"/>
                  </a:lnTo>
                  <a:lnTo>
                    <a:pt x="1917935" y="2925496"/>
                  </a:lnTo>
                  <a:lnTo>
                    <a:pt x="1918053" y="2925496"/>
                  </a:lnTo>
                  <a:lnTo>
                    <a:pt x="1918171" y="2925496"/>
                  </a:lnTo>
                  <a:lnTo>
                    <a:pt x="1918288" y="2925496"/>
                  </a:lnTo>
                  <a:lnTo>
                    <a:pt x="1918406" y="2925496"/>
                  </a:lnTo>
                  <a:lnTo>
                    <a:pt x="1918406" y="2925065"/>
                  </a:lnTo>
                  <a:lnTo>
                    <a:pt x="1918406" y="2924635"/>
                  </a:lnTo>
                  <a:lnTo>
                    <a:pt x="1918523" y="2924635"/>
                  </a:lnTo>
                  <a:lnTo>
                    <a:pt x="1918641" y="2924635"/>
                  </a:lnTo>
                  <a:lnTo>
                    <a:pt x="1918759" y="2924635"/>
                  </a:lnTo>
                  <a:lnTo>
                    <a:pt x="1918876" y="2924635"/>
                  </a:lnTo>
                  <a:lnTo>
                    <a:pt x="1918876" y="2924204"/>
                  </a:lnTo>
                  <a:lnTo>
                    <a:pt x="1918994" y="2924204"/>
                  </a:lnTo>
                  <a:lnTo>
                    <a:pt x="1918994" y="2923774"/>
                  </a:lnTo>
                  <a:lnTo>
                    <a:pt x="1919111" y="2923774"/>
                  </a:lnTo>
                  <a:lnTo>
                    <a:pt x="1919229" y="2923774"/>
                  </a:lnTo>
                  <a:lnTo>
                    <a:pt x="1919347" y="2923774"/>
                  </a:lnTo>
                  <a:lnTo>
                    <a:pt x="1919347" y="2923343"/>
                  </a:lnTo>
                  <a:lnTo>
                    <a:pt x="1919464" y="2923343"/>
                  </a:lnTo>
                  <a:lnTo>
                    <a:pt x="1919582" y="2923343"/>
                  </a:lnTo>
                  <a:lnTo>
                    <a:pt x="1919582" y="2922912"/>
                  </a:lnTo>
                  <a:lnTo>
                    <a:pt x="1919582" y="2922482"/>
                  </a:lnTo>
                  <a:lnTo>
                    <a:pt x="1919700" y="2922482"/>
                  </a:lnTo>
                  <a:lnTo>
                    <a:pt x="1919817" y="2922482"/>
                  </a:lnTo>
                  <a:lnTo>
                    <a:pt x="1919935" y="2922482"/>
                  </a:lnTo>
                  <a:lnTo>
                    <a:pt x="1920052" y="2922482"/>
                  </a:lnTo>
                  <a:lnTo>
                    <a:pt x="1920052" y="2922051"/>
                  </a:lnTo>
                  <a:lnTo>
                    <a:pt x="1920170" y="2922051"/>
                  </a:lnTo>
                  <a:lnTo>
                    <a:pt x="1920288" y="2922051"/>
                  </a:lnTo>
                  <a:lnTo>
                    <a:pt x="1920288" y="2921621"/>
                  </a:lnTo>
                  <a:lnTo>
                    <a:pt x="1920288" y="2921190"/>
                  </a:lnTo>
                  <a:lnTo>
                    <a:pt x="1920405" y="2921190"/>
                  </a:lnTo>
                  <a:lnTo>
                    <a:pt x="1920523" y="2921190"/>
                  </a:lnTo>
                  <a:lnTo>
                    <a:pt x="1920640" y="2921190"/>
                  </a:lnTo>
                  <a:lnTo>
                    <a:pt x="1920758" y="2921190"/>
                  </a:lnTo>
                  <a:lnTo>
                    <a:pt x="1920876" y="2921190"/>
                  </a:lnTo>
                  <a:lnTo>
                    <a:pt x="1920993" y="2921190"/>
                  </a:lnTo>
                  <a:lnTo>
                    <a:pt x="1921111" y="2921190"/>
                  </a:lnTo>
                  <a:lnTo>
                    <a:pt x="1921111" y="2920759"/>
                  </a:lnTo>
                  <a:lnTo>
                    <a:pt x="1921111" y="2920329"/>
                  </a:lnTo>
                  <a:lnTo>
                    <a:pt x="1921111" y="2919898"/>
                  </a:lnTo>
                  <a:lnTo>
                    <a:pt x="1921111" y="2919468"/>
                  </a:lnTo>
                  <a:lnTo>
                    <a:pt x="1921111" y="2919037"/>
                  </a:lnTo>
                  <a:lnTo>
                    <a:pt x="1921229" y="2919037"/>
                  </a:lnTo>
                  <a:lnTo>
                    <a:pt x="1921346" y="2919037"/>
                  </a:lnTo>
                  <a:lnTo>
                    <a:pt x="1921464" y="2919037"/>
                  </a:lnTo>
                  <a:lnTo>
                    <a:pt x="1921581" y="2919037"/>
                  </a:lnTo>
                  <a:lnTo>
                    <a:pt x="1921581" y="2918606"/>
                  </a:lnTo>
                  <a:lnTo>
                    <a:pt x="1921581" y="2918176"/>
                  </a:lnTo>
                  <a:lnTo>
                    <a:pt x="1921699" y="2918176"/>
                  </a:lnTo>
                  <a:lnTo>
                    <a:pt x="1921817" y="2918176"/>
                  </a:lnTo>
                  <a:lnTo>
                    <a:pt x="1921934" y="2918176"/>
                  </a:lnTo>
                  <a:lnTo>
                    <a:pt x="1922052" y="2918176"/>
                  </a:lnTo>
                  <a:lnTo>
                    <a:pt x="1922169" y="2918176"/>
                  </a:lnTo>
                  <a:lnTo>
                    <a:pt x="1922169" y="2917745"/>
                  </a:lnTo>
                  <a:lnTo>
                    <a:pt x="1922287" y="2917745"/>
                  </a:lnTo>
                  <a:lnTo>
                    <a:pt x="1922287" y="2917315"/>
                  </a:lnTo>
                  <a:lnTo>
                    <a:pt x="1922405" y="2917315"/>
                  </a:lnTo>
                  <a:lnTo>
                    <a:pt x="1922522" y="2917315"/>
                  </a:lnTo>
                  <a:lnTo>
                    <a:pt x="1922640" y="2917315"/>
                  </a:lnTo>
                  <a:lnTo>
                    <a:pt x="1922758" y="2917315"/>
                  </a:lnTo>
                  <a:lnTo>
                    <a:pt x="1922875" y="2917315"/>
                  </a:lnTo>
                  <a:lnTo>
                    <a:pt x="1922993" y="2917315"/>
                  </a:lnTo>
                  <a:lnTo>
                    <a:pt x="1922993" y="2916884"/>
                  </a:lnTo>
                  <a:lnTo>
                    <a:pt x="1923110" y="2916884"/>
                  </a:lnTo>
                  <a:lnTo>
                    <a:pt x="1923228" y="2916884"/>
                  </a:lnTo>
                  <a:lnTo>
                    <a:pt x="1923346" y="2916884"/>
                  </a:lnTo>
                  <a:lnTo>
                    <a:pt x="1923463" y="2916884"/>
                  </a:lnTo>
                  <a:lnTo>
                    <a:pt x="1923581" y="2916884"/>
                  </a:lnTo>
                  <a:lnTo>
                    <a:pt x="1923581" y="2916453"/>
                  </a:lnTo>
                  <a:lnTo>
                    <a:pt x="1923698" y="2916453"/>
                  </a:lnTo>
                  <a:lnTo>
                    <a:pt x="1923816" y="2916453"/>
                  </a:lnTo>
                  <a:lnTo>
                    <a:pt x="1923934" y="2916453"/>
                  </a:lnTo>
                  <a:lnTo>
                    <a:pt x="1923934" y="2916023"/>
                  </a:lnTo>
                  <a:lnTo>
                    <a:pt x="1923934" y="2915592"/>
                  </a:lnTo>
                  <a:lnTo>
                    <a:pt x="1924051" y="2915592"/>
                  </a:lnTo>
                  <a:lnTo>
                    <a:pt x="1924051" y="2915162"/>
                  </a:lnTo>
                  <a:lnTo>
                    <a:pt x="1924169" y="2915162"/>
                  </a:lnTo>
                  <a:lnTo>
                    <a:pt x="1924169" y="2914731"/>
                  </a:lnTo>
                  <a:lnTo>
                    <a:pt x="1924286" y="2914731"/>
                  </a:lnTo>
                  <a:lnTo>
                    <a:pt x="1924404" y="2914731"/>
                  </a:lnTo>
                  <a:lnTo>
                    <a:pt x="1924522" y="2914731"/>
                  </a:lnTo>
                  <a:lnTo>
                    <a:pt x="1924639" y="2914731"/>
                  </a:lnTo>
                  <a:lnTo>
                    <a:pt x="1924757" y="2914731"/>
                  </a:lnTo>
                  <a:lnTo>
                    <a:pt x="1924757" y="2914300"/>
                  </a:lnTo>
                  <a:lnTo>
                    <a:pt x="1924875" y="2914300"/>
                  </a:lnTo>
                  <a:lnTo>
                    <a:pt x="1924992" y="2914300"/>
                  </a:lnTo>
                  <a:lnTo>
                    <a:pt x="1924992" y="2913870"/>
                  </a:lnTo>
                  <a:lnTo>
                    <a:pt x="1925110" y="2913870"/>
                  </a:lnTo>
                  <a:lnTo>
                    <a:pt x="1925227" y="2913870"/>
                  </a:lnTo>
                  <a:lnTo>
                    <a:pt x="1925345" y="2913870"/>
                  </a:lnTo>
                  <a:lnTo>
                    <a:pt x="1925463" y="2913870"/>
                  </a:lnTo>
                  <a:lnTo>
                    <a:pt x="1925463" y="2913439"/>
                  </a:lnTo>
                  <a:lnTo>
                    <a:pt x="1925580" y="2913439"/>
                  </a:lnTo>
                  <a:lnTo>
                    <a:pt x="1925580" y="2913009"/>
                  </a:lnTo>
                  <a:lnTo>
                    <a:pt x="1925698" y="2913009"/>
                  </a:lnTo>
                  <a:lnTo>
                    <a:pt x="1925815" y="2913009"/>
                  </a:lnTo>
                  <a:lnTo>
                    <a:pt x="1925815" y="2912578"/>
                  </a:lnTo>
                  <a:lnTo>
                    <a:pt x="1925933" y="2912578"/>
                  </a:lnTo>
                  <a:lnTo>
                    <a:pt x="1926051" y="2912578"/>
                  </a:lnTo>
                  <a:lnTo>
                    <a:pt x="1926168" y="2912578"/>
                  </a:lnTo>
                  <a:lnTo>
                    <a:pt x="1926286" y="2912578"/>
                  </a:lnTo>
                  <a:lnTo>
                    <a:pt x="1926286" y="2912147"/>
                  </a:lnTo>
                  <a:lnTo>
                    <a:pt x="1926286" y="2911717"/>
                  </a:lnTo>
                  <a:lnTo>
                    <a:pt x="1926286" y="2911286"/>
                  </a:lnTo>
                  <a:lnTo>
                    <a:pt x="1926404" y="2911286"/>
                  </a:lnTo>
                  <a:lnTo>
                    <a:pt x="1926521" y="2911286"/>
                  </a:lnTo>
                  <a:lnTo>
                    <a:pt x="1926639" y="2911286"/>
                  </a:lnTo>
                  <a:lnTo>
                    <a:pt x="1926639" y="2910856"/>
                  </a:lnTo>
                  <a:lnTo>
                    <a:pt x="1926756" y="2910856"/>
                  </a:lnTo>
                  <a:lnTo>
                    <a:pt x="1926756" y="2910425"/>
                  </a:lnTo>
                  <a:lnTo>
                    <a:pt x="1926874" y="2910425"/>
                  </a:lnTo>
                  <a:lnTo>
                    <a:pt x="1926992" y="2910425"/>
                  </a:lnTo>
                  <a:lnTo>
                    <a:pt x="1927109" y="2910425"/>
                  </a:lnTo>
                  <a:lnTo>
                    <a:pt x="1927227" y="2910425"/>
                  </a:lnTo>
                  <a:lnTo>
                    <a:pt x="1927344" y="2910425"/>
                  </a:lnTo>
                  <a:lnTo>
                    <a:pt x="1927344" y="2909994"/>
                  </a:lnTo>
                  <a:lnTo>
                    <a:pt x="1927344" y="2909564"/>
                  </a:lnTo>
                  <a:lnTo>
                    <a:pt x="1927462" y="2909564"/>
                  </a:lnTo>
                  <a:lnTo>
                    <a:pt x="1927462" y="2909133"/>
                  </a:lnTo>
                  <a:lnTo>
                    <a:pt x="1927580" y="2909133"/>
                  </a:lnTo>
                  <a:lnTo>
                    <a:pt x="1927580" y="2908703"/>
                  </a:lnTo>
                  <a:lnTo>
                    <a:pt x="1927697" y="2908703"/>
                  </a:lnTo>
                  <a:lnTo>
                    <a:pt x="1927815" y="2908703"/>
                  </a:lnTo>
                  <a:lnTo>
                    <a:pt x="1927933" y="2908703"/>
                  </a:lnTo>
                  <a:lnTo>
                    <a:pt x="1928050" y="2908703"/>
                  </a:lnTo>
                  <a:lnTo>
                    <a:pt x="1928168" y="2908703"/>
                  </a:lnTo>
                  <a:lnTo>
                    <a:pt x="1928285" y="2908703"/>
                  </a:lnTo>
                  <a:lnTo>
                    <a:pt x="1928285" y="2908272"/>
                  </a:lnTo>
                  <a:lnTo>
                    <a:pt x="1928403" y="2908272"/>
                  </a:lnTo>
                  <a:lnTo>
                    <a:pt x="1928521" y="2908272"/>
                  </a:lnTo>
                  <a:lnTo>
                    <a:pt x="1928638" y="2908272"/>
                  </a:lnTo>
                  <a:lnTo>
                    <a:pt x="1928638" y="2907841"/>
                  </a:lnTo>
                  <a:lnTo>
                    <a:pt x="1928756" y="2907841"/>
                  </a:lnTo>
                  <a:lnTo>
                    <a:pt x="1928873" y="2907841"/>
                  </a:lnTo>
                  <a:lnTo>
                    <a:pt x="1928873" y="2907411"/>
                  </a:lnTo>
                  <a:lnTo>
                    <a:pt x="1928991" y="2907411"/>
                  </a:lnTo>
                  <a:lnTo>
                    <a:pt x="1929109" y="2907411"/>
                  </a:lnTo>
                  <a:lnTo>
                    <a:pt x="1929226" y="2907411"/>
                  </a:lnTo>
                  <a:lnTo>
                    <a:pt x="1929344" y="2907411"/>
                  </a:lnTo>
                  <a:lnTo>
                    <a:pt x="1929344" y="2906980"/>
                  </a:lnTo>
                  <a:lnTo>
                    <a:pt x="1929462" y="2906980"/>
                  </a:lnTo>
                  <a:lnTo>
                    <a:pt x="1929579" y="2906980"/>
                  </a:lnTo>
                  <a:lnTo>
                    <a:pt x="1929697" y="2906980"/>
                  </a:lnTo>
                  <a:lnTo>
                    <a:pt x="1929697" y="2906550"/>
                  </a:lnTo>
                  <a:lnTo>
                    <a:pt x="1929814" y="2906550"/>
                  </a:lnTo>
                  <a:lnTo>
                    <a:pt x="1929932" y="2906550"/>
                  </a:lnTo>
                  <a:lnTo>
                    <a:pt x="1930050" y="2906550"/>
                  </a:lnTo>
                  <a:lnTo>
                    <a:pt x="1930167" y="2906550"/>
                  </a:lnTo>
                  <a:lnTo>
                    <a:pt x="1930167" y="2906119"/>
                  </a:lnTo>
                  <a:lnTo>
                    <a:pt x="1930285" y="2906119"/>
                  </a:lnTo>
                  <a:lnTo>
                    <a:pt x="1930402" y="2906119"/>
                  </a:lnTo>
                  <a:lnTo>
                    <a:pt x="1930520" y="2906119"/>
                  </a:lnTo>
                  <a:lnTo>
                    <a:pt x="1930638" y="2906119"/>
                  </a:lnTo>
                  <a:lnTo>
                    <a:pt x="1930755" y="2906119"/>
                  </a:lnTo>
                  <a:lnTo>
                    <a:pt x="1930873" y="2906119"/>
                  </a:lnTo>
                  <a:lnTo>
                    <a:pt x="1930991" y="2906119"/>
                  </a:lnTo>
                  <a:lnTo>
                    <a:pt x="1931108" y="2906119"/>
                  </a:lnTo>
                  <a:lnTo>
                    <a:pt x="1931108" y="2905688"/>
                  </a:lnTo>
                  <a:lnTo>
                    <a:pt x="1931226" y="2905688"/>
                  </a:lnTo>
                  <a:lnTo>
                    <a:pt x="1931226" y="2905258"/>
                  </a:lnTo>
                  <a:lnTo>
                    <a:pt x="1931343" y="2905258"/>
                  </a:lnTo>
                  <a:lnTo>
                    <a:pt x="1931343" y="2904827"/>
                  </a:lnTo>
                  <a:lnTo>
                    <a:pt x="1931461" y="2904827"/>
                  </a:lnTo>
                  <a:lnTo>
                    <a:pt x="1931579" y="2904827"/>
                  </a:lnTo>
                  <a:lnTo>
                    <a:pt x="1931579" y="2904397"/>
                  </a:lnTo>
                  <a:lnTo>
                    <a:pt x="1931579" y="2903966"/>
                  </a:lnTo>
                  <a:lnTo>
                    <a:pt x="1931696" y="2903966"/>
                  </a:lnTo>
                  <a:lnTo>
                    <a:pt x="1931814" y="2903966"/>
                  </a:lnTo>
                  <a:lnTo>
                    <a:pt x="1931931" y="2903966"/>
                  </a:lnTo>
                  <a:lnTo>
                    <a:pt x="1931931" y="2903535"/>
                  </a:lnTo>
                  <a:lnTo>
                    <a:pt x="1932049" y="2903535"/>
                  </a:lnTo>
                  <a:lnTo>
                    <a:pt x="1932167" y="2903535"/>
                  </a:lnTo>
                  <a:lnTo>
                    <a:pt x="1932167" y="2903105"/>
                  </a:lnTo>
                  <a:lnTo>
                    <a:pt x="1932284" y="2903105"/>
                  </a:lnTo>
                  <a:lnTo>
                    <a:pt x="1932402" y="2903105"/>
                  </a:lnTo>
                  <a:lnTo>
                    <a:pt x="1932519" y="2903105"/>
                  </a:lnTo>
                  <a:lnTo>
                    <a:pt x="1932637" y="2903105"/>
                  </a:lnTo>
                  <a:lnTo>
                    <a:pt x="1932755" y="2903105"/>
                  </a:lnTo>
                  <a:lnTo>
                    <a:pt x="1932872" y="2903105"/>
                  </a:lnTo>
                  <a:lnTo>
                    <a:pt x="1932990" y="2903105"/>
                  </a:lnTo>
                  <a:lnTo>
                    <a:pt x="1932990" y="2902674"/>
                  </a:lnTo>
                  <a:lnTo>
                    <a:pt x="1932990" y="2902244"/>
                  </a:lnTo>
                  <a:lnTo>
                    <a:pt x="1932990" y="2901813"/>
                  </a:lnTo>
                  <a:lnTo>
                    <a:pt x="1932990" y="2901382"/>
                  </a:lnTo>
                  <a:lnTo>
                    <a:pt x="1933108" y="2901382"/>
                  </a:lnTo>
                  <a:lnTo>
                    <a:pt x="1933225" y="2901382"/>
                  </a:lnTo>
                  <a:lnTo>
                    <a:pt x="1933343" y="2901382"/>
                  </a:lnTo>
                  <a:lnTo>
                    <a:pt x="1933460" y="2901382"/>
                  </a:lnTo>
                  <a:lnTo>
                    <a:pt x="1933578" y="2901382"/>
                  </a:lnTo>
                  <a:lnTo>
                    <a:pt x="1933696" y="2901382"/>
                  </a:lnTo>
                  <a:lnTo>
                    <a:pt x="1933813" y="2901382"/>
                  </a:lnTo>
                  <a:lnTo>
                    <a:pt x="1933813" y="2900952"/>
                  </a:lnTo>
                  <a:lnTo>
                    <a:pt x="1933931" y="2900952"/>
                  </a:lnTo>
                  <a:lnTo>
                    <a:pt x="1934048" y="2900952"/>
                  </a:lnTo>
                  <a:lnTo>
                    <a:pt x="1934166" y="2900952"/>
                  </a:lnTo>
                  <a:lnTo>
                    <a:pt x="1934284" y="2900952"/>
                  </a:lnTo>
                  <a:lnTo>
                    <a:pt x="1934401" y="2900952"/>
                  </a:lnTo>
                  <a:lnTo>
                    <a:pt x="1934401" y="2900521"/>
                  </a:lnTo>
                  <a:lnTo>
                    <a:pt x="1934519" y="2900521"/>
                  </a:lnTo>
                  <a:lnTo>
                    <a:pt x="1934637" y="2900521"/>
                  </a:lnTo>
                  <a:lnTo>
                    <a:pt x="1934754" y="2900521"/>
                  </a:lnTo>
                  <a:lnTo>
                    <a:pt x="1934754" y="2900091"/>
                  </a:lnTo>
                  <a:lnTo>
                    <a:pt x="1934872" y="2900091"/>
                  </a:lnTo>
                  <a:lnTo>
                    <a:pt x="1934989" y="2900091"/>
                  </a:lnTo>
                  <a:lnTo>
                    <a:pt x="1935107" y="2900091"/>
                  </a:lnTo>
                  <a:lnTo>
                    <a:pt x="1935225" y="2900091"/>
                  </a:lnTo>
                  <a:lnTo>
                    <a:pt x="1935342" y="2900091"/>
                  </a:lnTo>
                  <a:lnTo>
                    <a:pt x="1935460" y="2900091"/>
                  </a:lnTo>
                  <a:lnTo>
                    <a:pt x="1935577" y="2900091"/>
                  </a:lnTo>
                  <a:lnTo>
                    <a:pt x="1935695" y="2900091"/>
                  </a:lnTo>
                  <a:lnTo>
                    <a:pt x="1935695" y="2899660"/>
                  </a:lnTo>
                  <a:lnTo>
                    <a:pt x="1935813" y="2899660"/>
                  </a:lnTo>
                  <a:lnTo>
                    <a:pt x="1935813" y="2899229"/>
                  </a:lnTo>
                  <a:lnTo>
                    <a:pt x="1935930" y="2899229"/>
                  </a:lnTo>
                  <a:lnTo>
                    <a:pt x="1935930" y="2898799"/>
                  </a:lnTo>
                  <a:lnTo>
                    <a:pt x="1935930" y="2898368"/>
                  </a:lnTo>
                  <a:lnTo>
                    <a:pt x="1936048" y="2898368"/>
                  </a:lnTo>
                  <a:lnTo>
                    <a:pt x="1936166" y="2898368"/>
                  </a:lnTo>
                  <a:lnTo>
                    <a:pt x="1936283" y="2898368"/>
                  </a:lnTo>
                  <a:lnTo>
                    <a:pt x="1936283" y="2897938"/>
                  </a:lnTo>
                  <a:lnTo>
                    <a:pt x="1936283" y="2897507"/>
                  </a:lnTo>
                  <a:lnTo>
                    <a:pt x="1936401" y="2897507"/>
                  </a:lnTo>
                  <a:lnTo>
                    <a:pt x="1936518" y="2897507"/>
                  </a:lnTo>
                  <a:lnTo>
                    <a:pt x="1936636" y="2897507"/>
                  </a:lnTo>
                  <a:lnTo>
                    <a:pt x="1936754" y="2897507"/>
                  </a:lnTo>
                  <a:lnTo>
                    <a:pt x="1936871" y="2897507"/>
                  </a:lnTo>
                  <a:lnTo>
                    <a:pt x="1936871" y="2897076"/>
                  </a:lnTo>
                  <a:lnTo>
                    <a:pt x="1936989" y="2897076"/>
                  </a:lnTo>
                  <a:lnTo>
                    <a:pt x="1937106" y="2897076"/>
                  </a:lnTo>
                  <a:lnTo>
                    <a:pt x="1937106" y="2896646"/>
                  </a:lnTo>
                  <a:lnTo>
                    <a:pt x="1937106" y="2896215"/>
                  </a:lnTo>
                  <a:lnTo>
                    <a:pt x="1937224" y="2896215"/>
                  </a:lnTo>
                  <a:lnTo>
                    <a:pt x="1937342" y="2896215"/>
                  </a:lnTo>
                  <a:lnTo>
                    <a:pt x="1937459" y="2896215"/>
                  </a:lnTo>
                  <a:lnTo>
                    <a:pt x="1937577" y="2896215"/>
                  </a:lnTo>
                  <a:lnTo>
                    <a:pt x="1937695" y="2896215"/>
                  </a:lnTo>
                  <a:lnTo>
                    <a:pt x="1937812" y="2896215"/>
                  </a:lnTo>
                  <a:lnTo>
                    <a:pt x="1937930" y="2896215"/>
                  </a:lnTo>
                  <a:lnTo>
                    <a:pt x="1938047" y="2896215"/>
                  </a:lnTo>
                  <a:lnTo>
                    <a:pt x="1938047" y="2895785"/>
                  </a:lnTo>
                  <a:lnTo>
                    <a:pt x="1938047" y="2895354"/>
                  </a:lnTo>
                  <a:lnTo>
                    <a:pt x="1938165" y="2895354"/>
                  </a:lnTo>
                  <a:lnTo>
                    <a:pt x="1938165" y="2894923"/>
                  </a:lnTo>
                  <a:lnTo>
                    <a:pt x="1938165" y="2894493"/>
                  </a:lnTo>
                  <a:lnTo>
                    <a:pt x="1938283" y="2894493"/>
                  </a:lnTo>
                  <a:lnTo>
                    <a:pt x="1938400" y="2894493"/>
                  </a:lnTo>
                  <a:lnTo>
                    <a:pt x="1938400" y="2894062"/>
                  </a:lnTo>
                  <a:lnTo>
                    <a:pt x="1938518" y="2894062"/>
                  </a:lnTo>
                  <a:lnTo>
                    <a:pt x="1938635" y="2894062"/>
                  </a:lnTo>
                  <a:lnTo>
                    <a:pt x="1938753" y="2894062"/>
                  </a:lnTo>
                  <a:lnTo>
                    <a:pt x="1938753" y="2893632"/>
                  </a:lnTo>
                  <a:lnTo>
                    <a:pt x="1938871" y="2893632"/>
                  </a:lnTo>
                  <a:lnTo>
                    <a:pt x="1938988" y="2893632"/>
                  </a:lnTo>
                  <a:lnTo>
                    <a:pt x="1939106" y="2893632"/>
                  </a:lnTo>
                  <a:lnTo>
                    <a:pt x="1939223" y="2893632"/>
                  </a:lnTo>
                  <a:lnTo>
                    <a:pt x="1939341" y="2893632"/>
                  </a:lnTo>
                  <a:lnTo>
                    <a:pt x="1939459" y="2893632"/>
                  </a:lnTo>
                  <a:lnTo>
                    <a:pt x="1939576" y="2893632"/>
                  </a:lnTo>
                  <a:lnTo>
                    <a:pt x="1939694" y="2893632"/>
                  </a:lnTo>
                  <a:lnTo>
                    <a:pt x="1939812" y="2893632"/>
                  </a:lnTo>
                  <a:lnTo>
                    <a:pt x="1939929" y="2893632"/>
                  </a:lnTo>
                  <a:lnTo>
                    <a:pt x="1940047" y="2893632"/>
                  </a:lnTo>
                  <a:lnTo>
                    <a:pt x="1940164" y="2893632"/>
                  </a:lnTo>
                  <a:lnTo>
                    <a:pt x="1940282" y="2893632"/>
                  </a:lnTo>
                  <a:lnTo>
                    <a:pt x="1940400" y="2893632"/>
                  </a:lnTo>
                  <a:lnTo>
                    <a:pt x="1940517" y="2893632"/>
                  </a:lnTo>
                  <a:lnTo>
                    <a:pt x="1940635" y="2893632"/>
                  </a:lnTo>
                  <a:lnTo>
                    <a:pt x="1940752" y="2893632"/>
                  </a:lnTo>
                  <a:lnTo>
                    <a:pt x="1940752" y="2893201"/>
                  </a:lnTo>
                  <a:lnTo>
                    <a:pt x="1940870" y="2893201"/>
                  </a:lnTo>
                  <a:lnTo>
                    <a:pt x="1940870" y="2892770"/>
                  </a:lnTo>
                  <a:lnTo>
                    <a:pt x="1940988" y="2892770"/>
                  </a:lnTo>
                  <a:lnTo>
                    <a:pt x="1940988" y="2892340"/>
                  </a:lnTo>
                  <a:lnTo>
                    <a:pt x="1941105" y="2892340"/>
                  </a:lnTo>
                  <a:lnTo>
                    <a:pt x="1941223" y="2892340"/>
                  </a:lnTo>
                  <a:lnTo>
                    <a:pt x="1941223" y="2891909"/>
                  </a:lnTo>
                  <a:lnTo>
                    <a:pt x="1941341" y="2891909"/>
                  </a:lnTo>
                  <a:lnTo>
                    <a:pt x="1941458" y="2891909"/>
                  </a:lnTo>
                  <a:lnTo>
                    <a:pt x="1941458" y="2891479"/>
                  </a:lnTo>
                  <a:lnTo>
                    <a:pt x="1941576" y="2891479"/>
                  </a:lnTo>
                  <a:lnTo>
                    <a:pt x="1941576" y="2891048"/>
                  </a:lnTo>
                  <a:lnTo>
                    <a:pt x="1941693" y="2891048"/>
                  </a:lnTo>
                  <a:lnTo>
                    <a:pt x="1941811" y="2891048"/>
                  </a:lnTo>
                  <a:lnTo>
                    <a:pt x="1941929" y="2891048"/>
                  </a:lnTo>
                  <a:lnTo>
                    <a:pt x="1942046" y="2891048"/>
                  </a:lnTo>
                  <a:lnTo>
                    <a:pt x="1942164" y="2891048"/>
                  </a:lnTo>
                  <a:lnTo>
                    <a:pt x="1942281" y="2891048"/>
                  </a:lnTo>
                  <a:lnTo>
                    <a:pt x="1942399" y="2891048"/>
                  </a:lnTo>
                  <a:lnTo>
                    <a:pt x="1942399" y="2890617"/>
                  </a:lnTo>
                  <a:lnTo>
                    <a:pt x="1942517" y="2890617"/>
                  </a:lnTo>
                  <a:lnTo>
                    <a:pt x="1942634" y="2890617"/>
                  </a:lnTo>
                  <a:lnTo>
                    <a:pt x="1942752" y="2890617"/>
                  </a:lnTo>
                  <a:lnTo>
                    <a:pt x="1942752" y="2890187"/>
                  </a:lnTo>
                  <a:lnTo>
                    <a:pt x="1942870" y="2890187"/>
                  </a:lnTo>
                  <a:lnTo>
                    <a:pt x="1942987" y="2890187"/>
                  </a:lnTo>
                  <a:lnTo>
                    <a:pt x="1943105" y="2890187"/>
                  </a:lnTo>
                  <a:lnTo>
                    <a:pt x="1943105" y="2889756"/>
                  </a:lnTo>
                  <a:lnTo>
                    <a:pt x="1943222" y="2889756"/>
                  </a:lnTo>
                  <a:lnTo>
                    <a:pt x="1943222" y="2889326"/>
                  </a:lnTo>
                  <a:lnTo>
                    <a:pt x="1943340" y="2889326"/>
                  </a:lnTo>
                  <a:lnTo>
                    <a:pt x="1943458" y="2889326"/>
                  </a:lnTo>
                  <a:lnTo>
                    <a:pt x="1943575" y="2889326"/>
                  </a:lnTo>
                  <a:lnTo>
                    <a:pt x="1943575" y="2888895"/>
                  </a:lnTo>
                  <a:lnTo>
                    <a:pt x="1943575" y="2888464"/>
                  </a:lnTo>
                  <a:lnTo>
                    <a:pt x="1943693" y="2888464"/>
                  </a:lnTo>
                  <a:lnTo>
                    <a:pt x="1943810" y="2888464"/>
                  </a:lnTo>
                  <a:lnTo>
                    <a:pt x="1943928" y="2888464"/>
                  </a:lnTo>
                  <a:lnTo>
                    <a:pt x="1943928" y="2888034"/>
                  </a:lnTo>
                  <a:lnTo>
                    <a:pt x="1944046" y="2888034"/>
                  </a:lnTo>
                  <a:lnTo>
                    <a:pt x="1944046" y="2887603"/>
                  </a:lnTo>
                  <a:lnTo>
                    <a:pt x="1944163" y="2887603"/>
                  </a:lnTo>
                  <a:lnTo>
                    <a:pt x="1944281" y="2887603"/>
                  </a:lnTo>
                  <a:lnTo>
                    <a:pt x="1944399" y="2887603"/>
                  </a:lnTo>
                  <a:lnTo>
                    <a:pt x="1944516" y="2887603"/>
                  </a:lnTo>
                  <a:lnTo>
                    <a:pt x="1944516" y="2887173"/>
                  </a:lnTo>
                  <a:lnTo>
                    <a:pt x="1944634" y="2887173"/>
                  </a:lnTo>
                  <a:lnTo>
                    <a:pt x="1944751" y="2887173"/>
                  </a:lnTo>
                  <a:lnTo>
                    <a:pt x="1944869" y="2887173"/>
                  </a:lnTo>
                  <a:lnTo>
                    <a:pt x="1944869" y="2886742"/>
                  </a:lnTo>
                  <a:lnTo>
                    <a:pt x="1944987" y="2886742"/>
                  </a:lnTo>
                  <a:lnTo>
                    <a:pt x="1945104" y="2886742"/>
                  </a:lnTo>
                  <a:lnTo>
                    <a:pt x="1945222" y="2886742"/>
                  </a:lnTo>
                  <a:lnTo>
                    <a:pt x="1945222" y="2886311"/>
                  </a:lnTo>
                  <a:lnTo>
                    <a:pt x="1945339" y="2886311"/>
                  </a:lnTo>
                  <a:lnTo>
                    <a:pt x="1945457" y="2886311"/>
                  </a:lnTo>
                  <a:lnTo>
                    <a:pt x="1945457" y="2885881"/>
                  </a:lnTo>
                  <a:lnTo>
                    <a:pt x="1945575" y="2885881"/>
                  </a:lnTo>
                  <a:lnTo>
                    <a:pt x="1945692" y="2885881"/>
                  </a:lnTo>
                  <a:lnTo>
                    <a:pt x="1945810" y="2885881"/>
                  </a:lnTo>
                  <a:lnTo>
                    <a:pt x="1945928" y="2885881"/>
                  </a:lnTo>
                  <a:lnTo>
                    <a:pt x="1946045" y="2885881"/>
                  </a:lnTo>
                  <a:lnTo>
                    <a:pt x="1946163" y="2885881"/>
                  </a:lnTo>
                  <a:lnTo>
                    <a:pt x="1946280" y="2885881"/>
                  </a:lnTo>
                  <a:lnTo>
                    <a:pt x="1946398" y="2885881"/>
                  </a:lnTo>
                  <a:lnTo>
                    <a:pt x="1946516" y="2885881"/>
                  </a:lnTo>
                  <a:lnTo>
                    <a:pt x="1946516" y="2885450"/>
                  </a:lnTo>
                  <a:lnTo>
                    <a:pt x="1946633" y="2885450"/>
                  </a:lnTo>
                  <a:lnTo>
                    <a:pt x="1946633" y="2885020"/>
                  </a:lnTo>
                  <a:lnTo>
                    <a:pt x="1946633" y="2884589"/>
                  </a:lnTo>
                  <a:lnTo>
                    <a:pt x="1946633" y="2884158"/>
                  </a:lnTo>
                  <a:lnTo>
                    <a:pt x="1946751" y="2884158"/>
                  </a:lnTo>
                  <a:lnTo>
                    <a:pt x="1946868" y="2884158"/>
                  </a:lnTo>
                  <a:lnTo>
                    <a:pt x="1946986" y="2884158"/>
                  </a:lnTo>
                  <a:lnTo>
                    <a:pt x="1947104" y="2884158"/>
                  </a:lnTo>
                  <a:lnTo>
                    <a:pt x="1947221" y="2884158"/>
                  </a:lnTo>
                  <a:lnTo>
                    <a:pt x="1947339" y="2884158"/>
                  </a:lnTo>
                  <a:lnTo>
                    <a:pt x="1947456" y="2884158"/>
                  </a:lnTo>
                  <a:lnTo>
                    <a:pt x="1947456" y="2883728"/>
                  </a:lnTo>
                  <a:lnTo>
                    <a:pt x="1947574" y="2883728"/>
                  </a:lnTo>
                  <a:lnTo>
                    <a:pt x="1947692" y="2883728"/>
                  </a:lnTo>
                  <a:lnTo>
                    <a:pt x="1947809" y="2883728"/>
                  </a:lnTo>
                  <a:lnTo>
                    <a:pt x="1947927" y="2883728"/>
                  </a:lnTo>
                  <a:lnTo>
                    <a:pt x="1948045" y="2883728"/>
                  </a:lnTo>
                  <a:lnTo>
                    <a:pt x="1948045" y="2883297"/>
                  </a:lnTo>
                  <a:lnTo>
                    <a:pt x="1948162" y="2883297"/>
                  </a:lnTo>
                  <a:lnTo>
                    <a:pt x="1948280" y="2883297"/>
                  </a:lnTo>
                  <a:lnTo>
                    <a:pt x="1948280" y="2882867"/>
                  </a:lnTo>
                  <a:lnTo>
                    <a:pt x="1948397" y="2882867"/>
                  </a:lnTo>
                  <a:lnTo>
                    <a:pt x="1948515" y="2882867"/>
                  </a:lnTo>
                  <a:lnTo>
                    <a:pt x="1948633" y="2882867"/>
                  </a:lnTo>
                  <a:lnTo>
                    <a:pt x="1948633" y="2882436"/>
                  </a:lnTo>
                  <a:lnTo>
                    <a:pt x="1948633" y="2882005"/>
                  </a:lnTo>
                  <a:lnTo>
                    <a:pt x="1948750" y="2882005"/>
                  </a:lnTo>
                  <a:lnTo>
                    <a:pt x="1948868" y="2882005"/>
                  </a:lnTo>
                  <a:lnTo>
                    <a:pt x="1948985" y="2882005"/>
                  </a:lnTo>
                  <a:lnTo>
                    <a:pt x="1949103" y="2882005"/>
                  </a:lnTo>
                  <a:lnTo>
                    <a:pt x="1949221" y="2882005"/>
                  </a:lnTo>
                  <a:lnTo>
                    <a:pt x="1949338" y="2882005"/>
                  </a:lnTo>
                  <a:lnTo>
                    <a:pt x="1949456" y="2882005"/>
                  </a:lnTo>
                  <a:lnTo>
                    <a:pt x="1949456" y="2881575"/>
                  </a:lnTo>
                  <a:lnTo>
                    <a:pt x="1949456" y="2881144"/>
                  </a:lnTo>
                  <a:lnTo>
                    <a:pt x="1949574" y="2881144"/>
                  </a:lnTo>
                  <a:lnTo>
                    <a:pt x="1949691" y="2881144"/>
                  </a:lnTo>
                  <a:lnTo>
                    <a:pt x="1949809" y="2881144"/>
                  </a:lnTo>
                  <a:lnTo>
                    <a:pt x="1949926" y="2881144"/>
                  </a:lnTo>
                  <a:lnTo>
                    <a:pt x="1949926" y="2880714"/>
                  </a:lnTo>
                  <a:lnTo>
                    <a:pt x="1950044" y="2880714"/>
                  </a:lnTo>
                  <a:lnTo>
                    <a:pt x="1950162" y="2880714"/>
                  </a:lnTo>
                  <a:lnTo>
                    <a:pt x="1950279" y="2880714"/>
                  </a:lnTo>
                  <a:lnTo>
                    <a:pt x="1950279" y="2880283"/>
                  </a:lnTo>
                  <a:lnTo>
                    <a:pt x="1950397" y="2880283"/>
                  </a:lnTo>
                  <a:lnTo>
                    <a:pt x="1950397" y="2879852"/>
                  </a:lnTo>
                  <a:lnTo>
                    <a:pt x="1950514" y="2879852"/>
                  </a:lnTo>
                  <a:lnTo>
                    <a:pt x="1950632" y="2879852"/>
                  </a:lnTo>
                  <a:lnTo>
                    <a:pt x="1950750" y="2879852"/>
                  </a:lnTo>
                  <a:lnTo>
                    <a:pt x="1950750" y="2879422"/>
                  </a:lnTo>
                  <a:lnTo>
                    <a:pt x="1950867" y="2879422"/>
                  </a:lnTo>
                  <a:lnTo>
                    <a:pt x="1950985" y="2879422"/>
                  </a:lnTo>
                  <a:lnTo>
                    <a:pt x="1951103" y="2879422"/>
                  </a:lnTo>
                  <a:lnTo>
                    <a:pt x="1951103" y="2878991"/>
                  </a:lnTo>
                  <a:lnTo>
                    <a:pt x="1951220" y="2878991"/>
                  </a:lnTo>
                  <a:lnTo>
                    <a:pt x="1951220" y="2878561"/>
                  </a:lnTo>
                  <a:lnTo>
                    <a:pt x="1951220" y="2878130"/>
                  </a:lnTo>
                  <a:lnTo>
                    <a:pt x="1951220" y="2877699"/>
                  </a:lnTo>
                  <a:lnTo>
                    <a:pt x="1951338" y="2877699"/>
                  </a:lnTo>
                  <a:lnTo>
                    <a:pt x="1951455" y="2877699"/>
                  </a:lnTo>
                  <a:lnTo>
                    <a:pt x="1951573" y="2877699"/>
                  </a:lnTo>
                  <a:lnTo>
                    <a:pt x="1951691" y="2877699"/>
                  </a:lnTo>
                  <a:lnTo>
                    <a:pt x="1951808" y="2877699"/>
                  </a:lnTo>
                  <a:lnTo>
                    <a:pt x="1951926" y="2877699"/>
                  </a:lnTo>
                  <a:lnTo>
                    <a:pt x="1951926" y="2877269"/>
                  </a:lnTo>
                  <a:lnTo>
                    <a:pt x="1952043" y="2877269"/>
                  </a:lnTo>
                  <a:lnTo>
                    <a:pt x="1952043" y="2876838"/>
                  </a:lnTo>
                  <a:lnTo>
                    <a:pt x="1952043" y="2876408"/>
                  </a:lnTo>
                  <a:lnTo>
                    <a:pt x="1952161" y="2876408"/>
                  </a:lnTo>
                  <a:lnTo>
                    <a:pt x="1952279" y="2876408"/>
                  </a:lnTo>
                  <a:lnTo>
                    <a:pt x="1952396" y="2876408"/>
                  </a:lnTo>
                  <a:lnTo>
                    <a:pt x="1952514" y="2876408"/>
                  </a:lnTo>
                  <a:lnTo>
                    <a:pt x="1952514" y="2875977"/>
                  </a:lnTo>
                  <a:lnTo>
                    <a:pt x="1952632" y="2875977"/>
                  </a:lnTo>
                  <a:lnTo>
                    <a:pt x="1952749" y="2875977"/>
                  </a:lnTo>
                  <a:lnTo>
                    <a:pt x="1952749" y="2875546"/>
                  </a:lnTo>
                  <a:lnTo>
                    <a:pt x="1952867" y="2875546"/>
                  </a:lnTo>
                  <a:lnTo>
                    <a:pt x="1952984" y="2875546"/>
                  </a:lnTo>
                  <a:lnTo>
                    <a:pt x="1953102" y="2875546"/>
                  </a:lnTo>
                  <a:lnTo>
                    <a:pt x="1953220" y="2875546"/>
                  </a:lnTo>
                  <a:lnTo>
                    <a:pt x="1953337" y="2875546"/>
                  </a:lnTo>
                  <a:lnTo>
                    <a:pt x="1953337" y="2875116"/>
                  </a:lnTo>
                  <a:lnTo>
                    <a:pt x="1953337" y="2874685"/>
                  </a:lnTo>
                  <a:lnTo>
                    <a:pt x="1953455" y="2874685"/>
                  </a:lnTo>
                  <a:lnTo>
                    <a:pt x="1953572" y="2874685"/>
                  </a:lnTo>
                  <a:lnTo>
                    <a:pt x="1953572" y="2874255"/>
                  </a:lnTo>
                  <a:lnTo>
                    <a:pt x="1953690" y="2874255"/>
                  </a:lnTo>
                  <a:lnTo>
                    <a:pt x="1953808" y="2874255"/>
                  </a:lnTo>
                  <a:lnTo>
                    <a:pt x="1953925" y="2874255"/>
                  </a:lnTo>
                  <a:lnTo>
                    <a:pt x="1953925" y="2873824"/>
                  </a:lnTo>
                  <a:lnTo>
                    <a:pt x="1954043" y="2873824"/>
                  </a:lnTo>
                  <a:lnTo>
                    <a:pt x="1954161" y="2873824"/>
                  </a:lnTo>
                  <a:lnTo>
                    <a:pt x="1954278" y="2873824"/>
                  </a:lnTo>
                  <a:lnTo>
                    <a:pt x="1954396" y="2873824"/>
                  </a:lnTo>
                  <a:lnTo>
                    <a:pt x="1954513" y="2873824"/>
                  </a:lnTo>
                  <a:lnTo>
                    <a:pt x="1954513" y="2873393"/>
                  </a:lnTo>
                  <a:lnTo>
                    <a:pt x="1954631" y="2873393"/>
                  </a:lnTo>
                  <a:lnTo>
                    <a:pt x="1954749" y="2873393"/>
                  </a:lnTo>
                  <a:lnTo>
                    <a:pt x="1954866" y="2873393"/>
                  </a:lnTo>
                  <a:lnTo>
                    <a:pt x="1954984" y="2873393"/>
                  </a:lnTo>
                  <a:lnTo>
                    <a:pt x="1955101" y="2873393"/>
                  </a:lnTo>
                  <a:lnTo>
                    <a:pt x="1955219" y="2873393"/>
                  </a:lnTo>
                  <a:lnTo>
                    <a:pt x="1955337" y="2873393"/>
                  </a:lnTo>
                  <a:lnTo>
                    <a:pt x="1955454" y="2873393"/>
                  </a:lnTo>
                  <a:lnTo>
                    <a:pt x="1955454" y="2872963"/>
                  </a:lnTo>
                  <a:lnTo>
                    <a:pt x="1955572" y="2872963"/>
                  </a:lnTo>
                  <a:lnTo>
                    <a:pt x="1955689" y="2872963"/>
                  </a:lnTo>
                  <a:lnTo>
                    <a:pt x="1955807" y="2872963"/>
                  </a:lnTo>
                  <a:lnTo>
                    <a:pt x="1955925" y="2872963"/>
                  </a:lnTo>
                  <a:lnTo>
                    <a:pt x="1956042" y="2872963"/>
                  </a:lnTo>
                  <a:lnTo>
                    <a:pt x="1956160" y="2872963"/>
                  </a:lnTo>
                  <a:lnTo>
                    <a:pt x="1956278" y="2872963"/>
                  </a:lnTo>
                  <a:lnTo>
                    <a:pt x="1956395" y="2872963"/>
                  </a:lnTo>
                  <a:lnTo>
                    <a:pt x="1956395" y="2872532"/>
                  </a:lnTo>
                  <a:lnTo>
                    <a:pt x="1956513" y="2872532"/>
                  </a:lnTo>
                  <a:lnTo>
                    <a:pt x="1956513" y="2872102"/>
                  </a:lnTo>
                  <a:lnTo>
                    <a:pt x="1956630" y="2872102"/>
                  </a:lnTo>
                  <a:lnTo>
                    <a:pt x="1956630" y="2871671"/>
                  </a:lnTo>
                  <a:lnTo>
                    <a:pt x="1956748" y="2871671"/>
                  </a:lnTo>
                  <a:lnTo>
                    <a:pt x="1956866" y="2871671"/>
                  </a:lnTo>
                  <a:lnTo>
                    <a:pt x="1956983" y="2871671"/>
                  </a:lnTo>
                  <a:lnTo>
                    <a:pt x="1956983" y="2871240"/>
                  </a:lnTo>
                  <a:lnTo>
                    <a:pt x="1957101" y="2871240"/>
                  </a:lnTo>
                  <a:lnTo>
                    <a:pt x="1957218" y="2871240"/>
                  </a:lnTo>
                  <a:lnTo>
                    <a:pt x="1957336" y="2871240"/>
                  </a:lnTo>
                  <a:lnTo>
                    <a:pt x="1957454" y="2871240"/>
                  </a:lnTo>
                  <a:lnTo>
                    <a:pt x="1957571" y="2871240"/>
                  </a:lnTo>
                  <a:lnTo>
                    <a:pt x="1957689" y="2871240"/>
                  </a:lnTo>
                  <a:lnTo>
                    <a:pt x="1957807" y="2871240"/>
                  </a:lnTo>
                  <a:lnTo>
                    <a:pt x="1957924" y="2871240"/>
                  </a:lnTo>
                  <a:lnTo>
                    <a:pt x="1958042" y="2871240"/>
                  </a:lnTo>
                  <a:lnTo>
                    <a:pt x="1958159" y="2871240"/>
                  </a:lnTo>
                  <a:lnTo>
                    <a:pt x="1958277" y="2871240"/>
                  </a:lnTo>
                  <a:lnTo>
                    <a:pt x="1958395" y="2871240"/>
                  </a:lnTo>
                  <a:lnTo>
                    <a:pt x="1958395" y="2870810"/>
                  </a:lnTo>
                  <a:lnTo>
                    <a:pt x="1958512" y="2870810"/>
                  </a:lnTo>
                  <a:lnTo>
                    <a:pt x="1958630" y="2870810"/>
                  </a:lnTo>
                  <a:lnTo>
                    <a:pt x="1958630" y="2870379"/>
                  </a:lnTo>
                  <a:lnTo>
                    <a:pt x="1958747" y="2870379"/>
                  </a:lnTo>
                  <a:lnTo>
                    <a:pt x="1958747" y="2869949"/>
                  </a:lnTo>
                  <a:lnTo>
                    <a:pt x="1958865" y="2869949"/>
                  </a:lnTo>
                  <a:lnTo>
                    <a:pt x="1958983" y="2869949"/>
                  </a:lnTo>
                  <a:lnTo>
                    <a:pt x="1959100" y="2869949"/>
                  </a:lnTo>
                  <a:lnTo>
                    <a:pt x="1959218" y="2869949"/>
                  </a:lnTo>
                  <a:lnTo>
                    <a:pt x="1959336" y="2869949"/>
                  </a:lnTo>
                  <a:lnTo>
                    <a:pt x="1959336" y="2869518"/>
                  </a:lnTo>
                  <a:lnTo>
                    <a:pt x="1959453" y="2869518"/>
                  </a:lnTo>
                  <a:lnTo>
                    <a:pt x="1959571" y="2869518"/>
                  </a:lnTo>
                  <a:lnTo>
                    <a:pt x="1959688" y="2869518"/>
                  </a:lnTo>
                  <a:lnTo>
                    <a:pt x="1959806" y="2869518"/>
                  </a:lnTo>
                  <a:lnTo>
                    <a:pt x="1959924" y="2869518"/>
                  </a:lnTo>
                  <a:lnTo>
                    <a:pt x="1960041" y="2869518"/>
                  </a:lnTo>
                  <a:lnTo>
                    <a:pt x="1960041" y="2869087"/>
                  </a:lnTo>
                  <a:lnTo>
                    <a:pt x="1960159" y="2869087"/>
                  </a:lnTo>
                  <a:lnTo>
                    <a:pt x="1960159" y="2868657"/>
                  </a:lnTo>
                  <a:lnTo>
                    <a:pt x="1960276" y="2868657"/>
                  </a:lnTo>
                  <a:lnTo>
                    <a:pt x="1960394" y="2868657"/>
                  </a:lnTo>
                  <a:lnTo>
                    <a:pt x="1960394" y="2868226"/>
                  </a:lnTo>
                  <a:lnTo>
                    <a:pt x="1960394" y="2867796"/>
                  </a:lnTo>
                  <a:lnTo>
                    <a:pt x="1960512" y="2867796"/>
                  </a:lnTo>
                  <a:lnTo>
                    <a:pt x="1960629" y="2867796"/>
                  </a:lnTo>
                  <a:lnTo>
                    <a:pt x="1960629" y="2867365"/>
                  </a:lnTo>
                  <a:lnTo>
                    <a:pt x="1960747" y="2867365"/>
                  </a:lnTo>
                  <a:lnTo>
                    <a:pt x="1960865" y="2867365"/>
                  </a:lnTo>
                  <a:lnTo>
                    <a:pt x="1960982" y="2867365"/>
                  </a:lnTo>
                  <a:lnTo>
                    <a:pt x="1961100" y="2867365"/>
                  </a:lnTo>
                  <a:lnTo>
                    <a:pt x="1961217" y="2867365"/>
                  </a:lnTo>
                  <a:lnTo>
                    <a:pt x="1961335" y="2867365"/>
                  </a:lnTo>
                  <a:lnTo>
                    <a:pt x="1961453" y="2867365"/>
                  </a:lnTo>
                  <a:lnTo>
                    <a:pt x="1961453" y="2866934"/>
                  </a:lnTo>
                  <a:lnTo>
                    <a:pt x="1961570" y="2866934"/>
                  </a:lnTo>
                  <a:lnTo>
                    <a:pt x="1961688" y="2866934"/>
                  </a:lnTo>
                  <a:lnTo>
                    <a:pt x="1961688" y="2866504"/>
                  </a:lnTo>
                  <a:lnTo>
                    <a:pt x="1961805" y="2866504"/>
                  </a:lnTo>
                  <a:lnTo>
                    <a:pt x="1961923" y="2866504"/>
                  </a:lnTo>
                  <a:lnTo>
                    <a:pt x="1962041" y="2866504"/>
                  </a:lnTo>
                  <a:lnTo>
                    <a:pt x="1962158" y="2866504"/>
                  </a:lnTo>
                  <a:lnTo>
                    <a:pt x="1962276" y="2866504"/>
                  </a:lnTo>
                  <a:lnTo>
                    <a:pt x="1962394" y="2866504"/>
                  </a:lnTo>
                  <a:lnTo>
                    <a:pt x="1962511" y="2866504"/>
                  </a:lnTo>
                  <a:lnTo>
                    <a:pt x="1962629" y="2866504"/>
                  </a:lnTo>
                  <a:lnTo>
                    <a:pt x="1962746" y="2866504"/>
                  </a:lnTo>
                  <a:lnTo>
                    <a:pt x="1962864" y="2866504"/>
                  </a:lnTo>
                  <a:lnTo>
                    <a:pt x="1962864" y="2866073"/>
                  </a:lnTo>
                  <a:lnTo>
                    <a:pt x="1962982" y="2866073"/>
                  </a:lnTo>
                  <a:lnTo>
                    <a:pt x="1963099" y="2866073"/>
                  </a:lnTo>
                  <a:lnTo>
                    <a:pt x="1963217" y="2866073"/>
                  </a:lnTo>
                  <a:lnTo>
                    <a:pt x="1963334" y="2866073"/>
                  </a:lnTo>
                  <a:lnTo>
                    <a:pt x="1963452" y="2866073"/>
                  </a:lnTo>
                  <a:lnTo>
                    <a:pt x="1963570" y="2866073"/>
                  </a:lnTo>
                  <a:lnTo>
                    <a:pt x="1963687" y="2866073"/>
                  </a:lnTo>
                  <a:lnTo>
                    <a:pt x="1963687" y="2865643"/>
                  </a:lnTo>
                  <a:lnTo>
                    <a:pt x="1963687" y="2865212"/>
                  </a:lnTo>
                  <a:lnTo>
                    <a:pt x="1963805" y="2865212"/>
                  </a:lnTo>
                  <a:lnTo>
                    <a:pt x="1963805" y="2864781"/>
                  </a:lnTo>
                  <a:lnTo>
                    <a:pt x="1963922" y="2864781"/>
                  </a:lnTo>
                  <a:lnTo>
                    <a:pt x="1964040" y="2864781"/>
                  </a:lnTo>
                  <a:lnTo>
                    <a:pt x="1964158" y="2864781"/>
                  </a:lnTo>
                  <a:lnTo>
                    <a:pt x="1964275" y="2864781"/>
                  </a:lnTo>
                  <a:lnTo>
                    <a:pt x="1964393" y="2864781"/>
                  </a:lnTo>
                  <a:lnTo>
                    <a:pt x="1964511" y="2864781"/>
                  </a:lnTo>
                  <a:lnTo>
                    <a:pt x="1964628" y="2864781"/>
                  </a:lnTo>
                  <a:lnTo>
                    <a:pt x="1964628" y="2864351"/>
                  </a:lnTo>
                  <a:lnTo>
                    <a:pt x="1964628" y="2863920"/>
                  </a:lnTo>
                  <a:lnTo>
                    <a:pt x="1964746" y="2863920"/>
                  </a:lnTo>
                  <a:lnTo>
                    <a:pt x="1964863" y="2863920"/>
                  </a:lnTo>
                  <a:lnTo>
                    <a:pt x="1964981" y="2863920"/>
                  </a:lnTo>
                  <a:lnTo>
                    <a:pt x="1965099" y="2863920"/>
                  </a:lnTo>
                  <a:lnTo>
                    <a:pt x="1965216" y="2863920"/>
                  </a:lnTo>
                  <a:lnTo>
                    <a:pt x="1965334" y="2863920"/>
                  </a:lnTo>
                  <a:lnTo>
                    <a:pt x="1965451" y="2863920"/>
                  </a:lnTo>
                  <a:lnTo>
                    <a:pt x="1965569" y="2863920"/>
                  </a:lnTo>
                  <a:lnTo>
                    <a:pt x="1965687" y="2863920"/>
                  </a:lnTo>
                  <a:lnTo>
                    <a:pt x="1965804" y="2863920"/>
                  </a:lnTo>
                  <a:lnTo>
                    <a:pt x="1965922" y="2863920"/>
                  </a:lnTo>
                  <a:lnTo>
                    <a:pt x="1965922" y="2863490"/>
                  </a:lnTo>
                  <a:lnTo>
                    <a:pt x="1966040" y="2863490"/>
                  </a:lnTo>
                  <a:lnTo>
                    <a:pt x="1966040" y="2863059"/>
                  </a:lnTo>
                  <a:lnTo>
                    <a:pt x="1966040" y="2862628"/>
                  </a:lnTo>
                  <a:lnTo>
                    <a:pt x="1966157" y="2862628"/>
                  </a:lnTo>
                  <a:lnTo>
                    <a:pt x="1966275" y="2862628"/>
                  </a:lnTo>
                  <a:lnTo>
                    <a:pt x="1966392" y="2862628"/>
                  </a:lnTo>
                  <a:lnTo>
                    <a:pt x="1966392" y="2862198"/>
                  </a:lnTo>
                  <a:lnTo>
                    <a:pt x="1966510" y="2862198"/>
                  </a:lnTo>
                  <a:lnTo>
                    <a:pt x="1966628" y="2862198"/>
                  </a:lnTo>
                  <a:lnTo>
                    <a:pt x="1966745" y="2862198"/>
                  </a:lnTo>
                  <a:lnTo>
                    <a:pt x="1966863" y="2862198"/>
                  </a:lnTo>
                  <a:lnTo>
                    <a:pt x="1966980" y="2862198"/>
                  </a:lnTo>
                  <a:lnTo>
                    <a:pt x="1967098" y="2862198"/>
                  </a:lnTo>
                  <a:lnTo>
                    <a:pt x="1967216" y="2862198"/>
                  </a:lnTo>
                  <a:lnTo>
                    <a:pt x="1967216" y="2861767"/>
                  </a:lnTo>
                  <a:lnTo>
                    <a:pt x="1967333" y="2861767"/>
                  </a:lnTo>
                  <a:lnTo>
                    <a:pt x="1967451" y="2861767"/>
                  </a:lnTo>
                  <a:lnTo>
                    <a:pt x="1967569" y="2861767"/>
                  </a:lnTo>
                  <a:lnTo>
                    <a:pt x="1967686" y="2861767"/>
                  </a:lnTo>
                  <a:lnTo>
                    <a:pt x="1967804" y="2861767"/>
                  </a:lnTo>
                  <a:lnTo>
                    <a:pt x="1967921" y="2861767"/>
                  </a:lnTo>
                  <a:lnTo>
                    <a:pt x="1967921" y="2861337"/>
                  </a:lnTo>
                  <a:lnTo>
                    <a:pt x="1968039" y="2861337"/>
                  </a:lnTo>
                  <a:lnTo>
                    <a:pt x="1968157" y="2861337"/>
                  </a:lnTo>
                  <a:lnTo>
                    <a:pt x="1968274" y="2861337"/>
                  </a:lnTo>
                  <a:lnTo>
                    <a:pt x="1968274" y="2860906"/>
                  </a:lnTo>
                  <a:lnTo>
                    <a:pt x="1968392" y="2860906"/>
                  </a:lnTo>
                  <a:lnTo>
                    <a:pt x="1968509" y="2860906"/>
                  </a:lnTo>
                  <a:lnTo>
                    <a:pt x="1968509" y="2860475"/>
                  </a:lnTo>
                  <a:lnTo>
                    <a:pt x="1968627" y="2860475"/>
                  </a:lnTo>
                  <a:lnTo>
                    <a:pt x="1968745" y="2860475"/>
                  </a:lnTo>
                  <a:lnTo>
                    <a:pt x="1968862" y="2860475"/>
                  </a:lnTo>
                  <a:lnTo>
                    <a:pt x="1968980" y="2860475"/>
                  </a:lnTo>
                  <a:lnTo>
                    <a:pt x="1969098" y="2860475"/>
                  </a:lnTo>
                  <a:lnTo>
                    <a:pt x="1969098" y="2860045"/>
                  </a:lnTo>
                  <a:lnTo>
                    <a:pt x="1969215" y="2860045"/>
                  </a:lnTo>
                  <a:lnTo>
                    <a:pt x="1969215" y="2859614"/>
                  </a:lnTo>
                  <a:lnTo>
                    <a:pt x="1969215" y="2859184"/>
                  </a:lnTo>
                  <a:lnTo>
                    <a:pt x="1969333" y="2859184"/>
                  </a:lnTo>
                  <a:lnTo>
                    <a:pt x="1969333" y="2858753"/>
                  </a:lnTo>
                  <a:lnTo>
                    <a:pt x="1969450" y="2858753"/>
                  </a:lnTo>
                  <a:lnTo>
                    <a:pt x="1969450" y="2858322"/>
                  </a:lnTo>
                  <a:lnTo>
                    <a:pt x="1969568" y="2858322"/>
                  </a:lnTo>
                  <a:lnTo>
                    <a:pt x="1969686" y="2858322"/>
                  </a:lnTo>
                  <a:lnTo>
                    <a:pt x="1969686" y="2857892"/>
                  </a:lnTo>
                  <a:lnTo>
                    <a:pt x="1969803" y="2857892"/>
                  </a:lnTo>
                  <a:lnTo>
                    <a:pt x="1969803" y="2857461"/>
                  </a:lnTo>
                  <a:lnTo>
                    <a:pt x="1969921" y="2857461"/>
                  </a:lnTo>
                  <a:lnTo>
                    <a:pt x="1970038" y="2857461"/>
                  </a:lnTo>
                  <a:lnTo>
                    <a:pt x="1970038" y="2857031"/>
                  </a:lnTo>
                  <a:lnTo>
                    <a:pt x="1970156" y="2857031"/>
                  </a:lnTo>
                  <a:lnTo>
                    <a:pt x="1970274" y="2857031"/>
                  </a:lnTo>
                  <a:lnTo>
                    <a:pt x="1970391" y="2857031"/>
                  </a:lnTo>
                  <a:lnTo>
                    <a:pt x="1970509" y="2857031"/>
                  </a:lnTo>
                  <a:lnTo>
                    <a:pt x="1970509" y="2856600"/>
                  </a:lnTo>
                  <a:lnTo>
                    <a:pt x="1970627" y="2856600"/>
                  </a:lnTo>
                  <a:lnTo>
                    <a:pt x="1970627" y="2856169"/>
                  </a:lnTo>
                  <a:lnTo>
                    <a:pt x="1970627" y="2855739"/>
                  </a:lnTo>
                  <a:lnTo>
                    <a:pt x="1970744" y="2855739"/>
                  </a:lnTo>
                  <a:lnTo>
                    <a:pt x="1970862" y="2855739"/>
                  </a:lnTo>
                  <a:lnTo>
                    <a:pt x="1970862" y="2855308"/>
                  </a:lnTo>
                  <a:lnTo>
                    <a:pt x="1970979" y="2855308"/>
                  </a:lnTo>
                  <a:lnTo>
                    <a:pt x="1971097" y="2855308"/>
                  </a:lnTo>
                  <a:lnTo>
                    <a:pt x="1971215" y="2855308"/>
                  </a:lnTo>
                  <a:lnTo>
                    <a:pt x="1971215" y="2854878"/>
                  </a:lnTo>
                  <a:lnTo>
                    <a:pt x="1971332" y="2854878"/>
                  </a:lnTo>
                  <a:lnTo>
                    <a:pt x="1971450" y="2854878"/>
                  </a:lnTo>
                  <a:lnTo>
                    <a:pt x="1971567" y="2854878"/>
                  </a:lnTo>
                  <a:lnTo>
                    <a:pt x="1971567" y="2854447"/>
                  </a:lnTo>
                  <a:lnTo>
                    <a:pt x="1971685" y="2854447"/>
                  </a:lnTo>
                  <a:lnTo>
                    <a:pt x="1971803" y="2854447"/>
                  </a:lnTo>
                  <a:lnTo>
                    <a:pt x="1971803" y="2854016"/>
                  </a:lnTo>
                  <a:lnTo>
                    <a:pt x="1971920" y="2854016"/>
                  </a:lnTo>
                  <a:lnTo>
                    <a:pt x="1972038" y="2854016"/>
                  </a:lnTo>
                  <a:lnTo>
                    <a:pt x="1972038" y="2853586"/>
                  </a:lnTo>
                  <a:lnTo>
                    <a:pt x="1972155" y="2853586"/>
                  </a:lnTo>
                  <a:lnTo>
                    <a:pt x="1972273" y="2853586"/>
                  </a:lnTo>
                  <a:lnTo>
                    <a:pt x="1972391" y="2853586"/>
                  </a:lnTo>
                  <a:lnTo>
                    <a:pt x="1972508" y="2853586"/>
                  </a:lnTo>
                  <a:lnTo>
                    <a:pt x="1972626" y="2853586"/>
                  </a:lnTo>
                  <a:lnTo>
                    <a:pt x="1972626" y="2853155"/>
                  </a:lnTo>
                  <a:lnTo>
                    <a:pt x="1972744" y="2853155"/>
                  </a:lnTo>
                  <a:lnTo>
                    <a:pt x="1972744" y="2852725"/>
                  </a:lnTo>
                  <a:lnTo>
                    <a:pt x="1972861" y="2852725"/>
                  </a:lnTo>
                  <a:lnTo>
                    <a:pt x="1972861" y="2852294"/>
                  </a:lnTo>
                  <a:lnTo>
                    <a:pt x="1972979" y="2852294"/>
                  </a:lnTo>
                  <a:lnTo>
                    <a:pt x="1973096" y="2852294"/>
                  </a:lnTo>
                  <a:lnTo>
                    <a:pt x="1973214" y="2852294"/>
                  </a:lnTo>
                  <a:lnTo>
                    <a:pt x="1973332" y="2852294"/>
                  </a:lnTo>
                  <a:lnTo>
                    <a:pt x="1973332" y="2851863"/>
                  </a:lnTo>
                  <a:lnTo>
                    <a:pt x="1973449" y="2851863"/>
                  </a:lnTo>
                  <a:lnTo>
                    <a:pt x="1973567" y="2851863"/>
                  </a:lnTo>
                  <a:lnTo>
                    <a:pt x="1973567" y="2851433"/>
                  </a:lnTo>
                  <a:lnTo>
                    <a:pt x="1973684" y="2851433"/>
                  </a:lnTo>
                  <a:lnTo>
                    <a:pt x="1973802" y="2851433"/>
                  </a:lnTo>
                  <a:lnTo>
                    <a:pt x="1973802" y="2851002"/>
                  </a:lnTo>
                  <a:lnTo>
                    <a:pt x="1973802" y="2850572"/>
                  </a:lnTo>
                  <a:lnTo>
                    <a:pt x="1973920" y="2850572"/>
                  </a:lnTo>
                  <a:lnTo>
                    <a:pt x="1974037" y="2850572"/>
                  </a:lnTo>
                  <a:lnTo>
                    <a:pt x="1974155" y="2850572"/>
                  </a:lnTo>
                  <a:lnTo>
                    <a:pt x="1974155" y="2850141"/>
                  </a:lnTo>
                  <a:lnTo>
                    <a:pt x="1974155" y="2849710"/>
                  </a:lnTo>
                  <a:lnTo>
                    <a:pt x="1974273" y="2849710"/>
                  </a:lnTo>
                  <a:lnTo>
                    <a:pt x="1974390" y="2849710"/>
                  </a:lnTo>
                  <a:lnTo>
                    <a:pt x="1974390" y="2849280"/>
                  </a:lnTo>
                  <a:lnTo>
                    <a:pt x="1974508" y="2849280"/>
                  </a:lnTo>
                  <a:lnTo>
                    <a:pt x="1974625" y="2849280"/>
                  </a:lnTo>
                  <a:lnTo>
                    <a:pt x="1974743" y="2849280"/>
                  </a:lnTo>
                  <a:lnTo>
                    <a:pt x="1974861" y="2849280"/>
                  </a:lnTo>
                  <a:lnTo>
                    <a:pt x="1974978" y="2849280"/>
                  </a:lnTo>
                  <a:lnTo>
                    <a:pt x="1975096" y="2849280"/>
                  </a:lnTo>
                  <a:lnTo>
                    <a:pt x="1975213" y="2849280"/>
                  </a:lnTo>
                  <a:lnTo>
                    <a:pt x="1975331" y="2849280"/>
                  </a:lnTo>
                  <a:lnTo>
                    <a:pt x="1975449" y="2849280"/>
                  </a:lnTo>
                  <a:lnTo>
                    <a:pt x="1975566" y="2849280"/>
                  </a:lnTo>
                  <a:lnTo>
                    <a:pt x="1975566" y="2848849"/>
                  </a:lnTo>
                  <a:lnTo>
                    <a:pt x="1975684" y="2848849"/>
                  </a:lnTo>
                  <a:lnTo>
                    <a:pt x="1975802" y="2848849"/>
                  </a:lnTo>
                  <a:lnTo>
                    <a:pt x="1975802" y="2848419"/>
                  </a:lnTo>
                  <a:lnTo>
                    <a:pt x="1975919" y="2848419"/>
                  </a:lnTo>
                  <a:lnTo>
                    <a:pt x="1976037" y="2848419"/>
                  </a:lnTo>
                  <a:lnTo>
                    <a:pt x="1976154" y="2848419"/>
                  </a:lnTo>
                  <a:lnTo>
                    <a:pt x="1976154" y="2847988"/>
                  </a:lnTo>
                  <a:lnTo>
                    <a:pt x="1976272" y="2847988"/>
                  </a:lnTo>
                  <a:lnTo>
                    <a:pt x="1976390" y="2847988"/>
                  </a:lnTo>
                  <a:lnTo>
                    <a:pt x="1976507" y="2847988"/>
                  </a:lnTo>
                  <a:lnTo>
                    <a:pt x="1976507" y="2847557"/>
                  </a:lnTo>
                  <a:lnTo>
                    <a:pt x="1976625" y="2847557"/>
                  </a:lnTo>
                  <a:lnTo>
                    <a:pt x="1976625" y="2847127"/>
                  </a:lnTo>
                  <a:lnTo>
                    <a:pt x="1976742" y="2847127"/>
                  </a:lnTo>
                  <a:lnTo>
                    <a:pt x="1976860" y="2847127"/>
                  </a:lnTo>
                  <a:lnTo>
                    <a:pt x="1976860" y="2846696"/>
                  </a:lnTo>
                  <a:lnTo>
                    <a:pt x="1976860" y="2846266"/>
                  </a:lnTo>
                  <a:lnTo>
                    <a:pt x="1976978" y="2846266"/>
                  </a:lnTo>
                  <a:lnTo>
                    <a:pt x="1977095" y="2846266"/>
                  </a:lnTo>
                  <a:lnTo>
                    <a:pt x="1977213" y="2846266"/>
                  </a:lnTo>
                  <a:lnTo>
                    <a:pt x="1977331" y="2846266"/>
                  </a:lnTo>
                  <a:lnTo>
                    <a:pt x="1977448" y="2846266"/>
                  </a:lnTo>
                  <a:lnTo>
                    <a:pt x="1977566" y="2846266"/>
                  </a:lnTo>
                  <a:lnTo>
                    <a:pt x="1977566" y="2845835"/>
                  </a:lnTo>
                  <a:lnTo>
                    <a:pt x="1977566" y="2845404"/>
                  </a:lnTo>
                  <a:lnTo>
                    <a:pt x="1977566" y="2844974"/>
                  </a:lnTo>
                  <a:lnTo>
                    <a:pt x="1977566" y="2844543"/>
                  </a:lnTo>
                  <a:lnTo>
                    <a:pt x="1977566" y="2844113"/>
                  </a:lnTo>
                  <a:lnTo>
                    <a:pt x="1977566" y="2843682"/>
                  </a:lnTo>
                  <a:lnTo>
                    <a:pt x="1977683" y="2843682"/>
                  </a:lnTo>
                  <a:lnTo>
                    <a:pt x="1977801" y="2843682"/>
                  </a:lnTo>
                  <a:lnTo>
                    <a:pt x="1977801" y="2843251"/>
                  </a:lnTo>
                  <a:lnTo>
                    <a:pt x="1977919" y="2843251"/>
                  </a:lnTo>
                  <a:lnTo>
                    <a:pt x="1978036" y="2843251"/>
                  </a:lnTo>
                  <a:lnTo>
                    <a:pt x="1978154" y="2843251"/>
                  </a:lnTo>
                  <a:lnTo>
                    <a:pt x="1978271" y="2843251"/>
                  </a:lnTo>
                  <a:lnTo>
                    <a:pt x="1978389" y="2843251"/>
                  </a:lnTo>
                  <a:lnTo>
                    <a:pt x="1978389" y="2842821"/>
                  </a:lnTo>
                  <a:lnTo>
                    <a:pt x="1978389" y="2842390"/>
                  </a:lnTo>
                  <a:lnTo>
                    <a:pt x="1978507" y="2842390"/>
                  </a:lnTo>
                  <a:lnTo>
                    <a:pt x="1978624" y="2842390"/>
                  </a:lnTo>
                  <a:lnTo>
                    <a:pt x="1978624" y="2841960"/>
                  </a:lnTo>
                  <a:lnTo>
                    <a:pt x="1978742" y="2841960"/>
                  </a:lnTo>
                  <a:lnTo>
                    <a:pt x="1978860" y="2841960"/>
                  </a:lnTo>
                  <a:lnTo>
                    <a:pt x="1978977" y="2841960"/>
                  </a:lnTo>
                  <a:lnTo>
                    <a:pt x="1978977" y="2841529"/>
                  </a:lnTo>
                  <a:lnTo>
                    <a:pt x="1978977" y="2841098"/>
                  </a:lnTo>
                  <a:lnTo>
                    <a:pt x="1979095" y="2841098"/>
                  </a:lnTo>
                  <a:lnTo>
                    <a:pt x="1979095" y="2840668"/>
                  </a:lnTo>
                  <a:lnTo>
                    <a:pt x="1979212" y="2840668"/>
                  </a:lnTo>
                  <a:lnTo>
                    <a:pt x="1979212" y="2840237"/>
                  </a:lnTo>
                  <a:lnTo>
                    <a:pt x="1979212" y="2839807"/>
                  </a:lnTo>
                  <a:lnTo>
                    <a:pt x="1979330" y="2839807"/>
                  </a:lnTo>
                  <a:lnTo>
                    <a:pt x="1979330" y="2839376"/>
                  </a:lnTo>
                  <a:lnTo>
                    <a:pt x="1979448" y="2839376"/>
                  </a:lnTo>
                  <a:lnTo>
                    <a:pt x="1979448" y="2838945"/>
                  </a:lnTo>
                  <a:lnTo>
                    <a:pt x="1979565" y="2838945"/>
                  </a:lnTo>
                  <a:lnTo>
                    <a:pt x="1979683" y="2838945"/>
                  </a:lnTo>
                  <a:lnTo>
                    <a:pt x="1979800" y="2838945"/>
                  </a:lnTo>
                  <a:lnTo>
                    <a:pt x="1979800" y="2838515"/>
                  </a:lnTo>
                  <a:lnTo>
                    <a:pt x="1979800" y="2838084"/>
                  </a:lnTo>
                  <a:lnTo>
                    <a:pt x="1979918" y="2838084"/>
                  </a:lnTo>
                  <a:lnTo>
                    <a:pt x="1980036" y="2838084"/>
                  </a:lnTo>
                  <a:lnTo>
                    <a:pt x="1980153" y="2838084"/>
                  </a:lnTo>
                  <a:lnTo>
                    <a:pt x="1980271" y="2838084"/>
                  </a:lnTo>
                  <a:lnTo>
                    <a:pt x="1980388" y="2838084"/>
                  </a:lnTo>
                  <a:lnTo>
                    <a:pt x="1980506" y="2838084"/>
                  </a:lnTo>
                  <a:lnTo>
                    <a:pt x="1980624" y="2838084"/>
                  </a:lnTo>
                  <a:lnTo>
                    <a:pt x="1980741" y="2838084"/>
                  </a:lnTo>
                  <a:lnTo>
                    <a:pt x="1980859" y="2838084"/>
                  </a:lnTo>
                  <a:lnTo>
                    <a:pt x="1980977" y="2838084"/>
                  </a:lnTo>
                  <a:lnTo>
                    <a:pt x="1981094" y="2838084"/>
                  </a:lnTo>
                  <a:lnTo>
                    <a:pt x="1981094" y="2837654"/>
                  </a:lnTo>
                  <a:lnTo>
                    <a:pt x="1981212" y="2837654"/>
                  </a:lnTo>
                  <a:lnTo>
                    <a:pt x="1981329" y="2837654"/>
                  </a:lnTo>
                  <a:lnTo>
                    <a:pt x="1981447" y="2837654"/>
                  </a:lnTo>
                  <a:lnTo>
                    <a:pt x="1981565" y="2837654"/>
                  </a:lnTo>
                  <a:lnTo>
                    <a:pt x="1981682" y="2837654"/>
                  </a:lnTo>
                  <a:lnTo>
                    <a:pt x="1981800" y="2837654"/>
                  </a:lnTo>
                  <a:lnTo>
                    <a:pt x="1981917" y="2837654"/>
                  </a:lnTo>
                  <a:lnTo>
                    <a:pt x="1982035" y="2837654"/>
                  </a:lnTo>
                  <a:lnTo>
                    <a:pt x="1982035" y="2837223"/>
                  </a:lnTo>
                  <a:lnTo>
                    <a:pt x="1982153" y="2837223"/>
                  </a:lnTo>
                  <a:lnTo>
                    <a:pt x="1982270" y="2837223"/>
                  </a:lnTo>
                  <a:lnTo>
                    <a:pt x="1982270" y="2836792"/>
                  </a:lnTo>
                  <a:lnTo>
                    <a:pt x="1982388" y="2836792"/>
                  </a:lnTo>
                  <a:lnTo>
                    <a:pt x="1982506" y="2836792"/>
                  </a:lnTo>
                  <a:lnTo>
                    <a:pt x="1982623" y="2836792"/>
                  </a:lnTo>
                  <a:lnTo>
                    <a:pt x="1982741" y="2836792"/>
                  </a:lnTo>
                  <a:lnTo>
                    <a:pt x="1982858" y="2836792"/>
                  </a:lnTo>
                  <a:lnTo>
                    <a:pt x="1982858" y="2836362"/>
                  </a:lnTo>
                  <a:lnTo>
                    <a:pt x="1982976" y="2836362"/>
                  </a:lnTo>
                  <a:lnTo>
                    <a:pt x="1982976" y="2835931"/>
                  </a:lnTo>
                  <a:lnTo>
                    <a:pt x="1983094" y="2835931"/>
                  </a:lnTo>
                  <a:lnTo>
                    <a:pt x="1983094" y="2835501"/>
                  </a:lnTo>
                  <a:lnTo>
                    <a:pt x="1983211" y="2835501"/>
                  </a:lnTo>
                  <a:lnTo>
                    <a:pt x="1983329" y="2835501"/>
                  </a:lnTo>
                  <a:lnTo>
                    <a:pt x="1983446" y="2835501"/>
                  </a:lnTo>
                  <a:lnTo>
                    <a:pt x="1983564" y="2835501"/>
                  </a:lnTo>
                  <a:lnTo>
                    <a:pt x="1983682" y="2835501"/>
                  </a:lnTo>
                  <a:lnTo>
                    <a:pt x="1983799" y="2835501"/>
                  </a:lnTo>
                  <a:lnTo>
                    <a:pt x="1983917" y="2835501"/>
                  </a:lnTo>
                  <a:lnTo>
                    <a:pt x="1983917" y="2835070"/>
                  </a:lnTo>
                  <a:lnTo>
                    <a:pt x="1984035" y="2835070"/>
                  </a:lnTo>
                  <a:lnTo>
                    <a:pt x="1984152" y="2835070"/>
                  </a:lnTo>
                  <a:lnTo>
                    <a:pt x="1984270" y="2835070"/>
                  </a:lnTo>
                  <a:lnTo>
                    <a:pt x="1984387" y="2835070"/>
                  </a:lnTo>
                  <a:lnTo>
                    <a:pt x="1984387" y="2834639"/>
                  </a:lnTo>
                  <a:lnTo>
                    <a:pt x="1984387" y="2834209"/>
                  </a:lnTo>
                  <a:lnTo>
                    <a:pt x="1984505" y="2834209"/>
                  </a:lnTo>
                  <a:lnTo>
                    <a:pt x="1984623" y="2834209"/>
                  </a:lnTo>
                  <a:lnTo>
                    <a:pt x="1984740" y="2834209"/>
                  </a:lnTo>
                  <a:lnTo>
                    <a:pt x="1984858" y="2834209"/>
                  </a:lnTo>
                  <a:lnTo>
                    <a:pt x="1984975" y="2834209"/>
                  </a:lnTo>
                  <a:lnTo>
                    <a:pt x="1985093" y="2834209"/>
                  </a:lnTo>
                  <a:lnTo>
                    <a:pt x="1985093" y="2833778"/>
                  </a:lnTo>
                  <a:lnTo>
                    <a:pt x="1985211" y="2833778"/>
                  </a:lnTo>
                  <a:lnTo>
                    <a:pt x="1985328" y="2833778"/>
                  </a:lnTo>
                  <a:lnTo>
                    <a:pt x="1985446" y="2833778"/>
                  </a:lnTo>
                  <a:lnTo>
                    <a:pt x="1985564" y="2833778"/>
                  </a:lnTo>
                  <a:lnTo>
                    <a:pt x="1985681" y="2833778"/>
                  </a:lnTo>
                  <a:lnTo>
                    <a:pt x="1985799" y="2833778"/>
                  </a:lnTo>
                  <a:lnTo>
                    <a:pt x="1985916" y="2833778"/>
                  </a:lnTo>
                  <a:lnTo>
                    <a:pt x="1986034" y="2833778"/>
                  </a:lnTo>
                  <a:lnTo>
                    <a:pt x="1986152" y="2833778"/>
                  </a:lnTo>
                  <a:lnTo>
                    <a:pt x="1986152" y="2833348"/>
                  </a:lnTo>
                  <a:lnTo>
                    <a:pt x="1986269" y="2833348"/>
                  </a:lnTo>
                  <a:lnTo>
                    <a:pt x="1986387" y="2833348"/>
                  </a:lnTo>
                  <a:lnTo>
                    <a:pt x="1986387" y="2832917"/>
                  </a:lnTo>
                  <a:lnTo>
                    <a:pt x="1986504" y="2832917"/>
                  </a:lnTo>
                  <a:lnTo>
                    <a:pt x="1986622" y="2832917"/>
                  </a:lnTo>
                  <a:lnTo>
                    <a:pt x="1986740" y="2832917"/>
                  </a:lnTo>
                  <a:lnTo>
                    <a:pt x="1986857" y="2832917"/>
                  </a:lnTo>
                  <a:lnTo>
                    <a:pt x="1986975" y="2832917"/>
                  </a:lnTo>
                  <a:lnTo>
                    <a:pt x="1986975" y="2832486"/>
                  </a:lnTo>
                  <a:lnTo>
                    <a:pt x="1987093" y="2832486"/>
                  </a:lnTo>
                  <a:lnTo>
                    <a:pt x="1987210" y="2832486"/>
                  </a:lnTo>
                  <a:lnTo>
                    <a:pt x="1987328" y="2832486"/>
                  </a:lnTo>
                  <a:lnTo>
                    <a:pt x="1987328" y="2832056"/>
                  </a:lnTo>
                  <a:lnTo>
                    <a:pt x="1987445" y="2832056"/>
                  </a:lnTo>
                  <a:lnTo>
                    <a:pt x="1987563" y="2832056"/>
                  </a:lnTo>
                  <a:lnTo>
                    <a:pt x="1987563" y="2831625"/>
                  </a:lnTo>
                  <a:lnTo>
                    <a:pt x="1987563" y="2831195"/>
                  </a:lnTo>
                  <a:lnTo>
                    <a:pt x="1987681" y="2831195"/>
                  </a:lnTo>
                  <a:lnTo>
                    <a:pt x="1987798" y="2831195"/>
                  </a:lnTo>
                  <a:lnTo>
                    <a:pt x="1987798" y="2830764"/>
                  </a:lnTo>
                  <a:lnTo>
                    <a:pt x="1987798" y="2830333"/>
                  </a:lnTo>
                  <a:lnTo>
                    <a:pt x="1987798" y="2829903"/>
                  </a:lnTo>
                  <a:lnTo>
                    <a:pt x="1987916" y="2829903"/>
                  </a:lnTo>
                  <a:lnTo>
                    <a:pt x="1987916" y="2829472"/>
                  </a:lnTo>
                  <a:lnTo>
                    <a:pt x="1988033" y="2829472"/>
                  </a:lnTo>
                  <a:lnTo>
                    <a:pt x="1988151" y="2829472"/>
                  </a:lnTo>
                  <a:lnTo>
                    <a:pt x="1988269" y="2829472"/>
                  </a:lnTo>
                  <a:lnTo>
                    <a:pt x="1988386" y="2829472"/>
                  </a:lnTo>
                  <a:lnTo>
                    <a:pt x="1988386" y="2829042"/>
                  </a:lnTo>
                  <a:lnTo>
                    <a:pt x="1988504" y="2829042"/>
                  </a:lnTo>
                  <a:lnTo>
                    <a:pt x="1988621" y="2829042"/>
                  </a:lnTo>
                  <a:lnTo>
                    <a:pt x="1988621" y="2828611"/>
                  </a:lnTo>
                  <a:lnTo>
                    <a:pt x="1988739" y="2828611"/>
                  </a:lnTo>
                  <a:lnTo>
                    <a:pt x="1988739" y="2828180"/>
                  </a:lnTo>
                  <a:lnTo>
                    <a:pt x="1988857" y="2828180"/>
                  </a:lnTo>
                  <a:lnTo>
                    <a:pt x="1988974" y="2828180"/>
                  </a:lnTo>
                  <a:lnTo>
                    <a:pt x="1988974" y="2827750"/>
                  </a:lnTo>
                  <a:lnTo>
                    <a:pt x="1989092" y="2827750"/>
                  </a:lnTo>
                  <a:lnTo>
                    <a:pt x="1989210" y="2827750"/>
                  </a:lnTo>
                  <a:lnTo>
                    <a:pt x="1989327" y="2827750"/>
                  </a:lnTo>
                  <a:lnTo>
                    <a:pt x="1989445" y="2827750"/>
                  </a:lnTo>
                  <a:lnTo>
                    <a:pt x="1989562" y="2827750"/>
                  </a:lnTo>
                  <a:lnTo>
                    <a:pt x="1989680" y="2827750"/>
                  </a:lnTo>
                  <a:lnTo>
                    <a:pt x="1989798" y="2827750"/>
                  </a:lnTo>
                  <a:lnTo>
                    <a:pt x="1989915" y="2827750"/>
                  </a:lnTo>
                  <a:lnTo>
                    <a:pt x="1990033" y="2827750"/>
                  </a:lnTo>
                  <a:lnTo>
                    <a:pt x="1990033" y="2827319"/>
                  </a:lnTo>
                  <a:lnTo>
                    <a:pt x="1990150" y="2827319"/>
                  </a:lnTo>
                  <a:lnTo>
                    <a:pt x="1990268" y="2827319"/>
                  </a:lnTo>
                  <a:lnTo>
                    <a:pt x="1990386" y="2827319"/>
                  </a:lnTo>
                  <a:lnTo>
                    <a:pt x="1990503" y="2827319"/>
                  </a:lnTo>
                  <a:lnTo>
                    <a:pt x="1990621" y="2827319"/>
                  </a:lnTo>
                  <a:lnTo>
                    <a:pt x="1990621" y="2826889"/>
                  </a:lnTo>
                  <a:lnTo>
                    <a:pt x="1990739" y="2826889"/>
                  </a:lnTo>
                  <a:lnTo>
                    <a:pt x="1990739" y="2826458"/>
                  </a:lnTo>
                  <a:lnTo>
                    <a:pt x="1990856" y="2826458"/>
                  </a:lnTo>
                  <a:lnTo>
                    <a:pt x="1990856" y="2826027"/>
                  </a:lnTo>
                  <a:lnTo>
                    <a:pt x="1990974" y="2826027"/>
                  </a:lnTo>
                  <a:lnTo>
                    <a:pt x="1991091" y="2826027"/>
                  </a:lnTo>
                  <a:lnTo>
                    <a:pt x="1991091" y="2825597"/>
                  </a:lnTo>
                  <a:lnTo>
                    <a:pt x="1991209" y="2825597"/>
                  </a:lnTo>
                  <a:lnTo>
                    <a:pt x="1991327" y="2825597"/>
                  </a:lnTo>
                  <a:lnTo>
                    <a:pt x="1991444" y="2825597"/>
                  </a:lnTo>
                  <a:lnTo>
                    <a:pt x="1991562" y="2825597"/>
                  </a:lnTo>
                  <a:lnTo>
                    <a:pt x="1991562" y="2825166"/>
                  </a:lnTo>
                  <a:lnTo>
                    <a:pt x="1991562" y="2824736"/>
                  </a:lnTo>
                  <a:lnTo>
                    <a:pt x="1991679" y="2824736"/>
                  </a:lnTo>
                  <a:lnTo>
                    <a:pt x="1991679" y="2824305"/>
                  </a:lnTo>
                  <a:lnTo>
                    <a:pt x="1991797" y="2824305"/>
                  </a:lnTo>
                  <a:lnTo>
                    <a:pt x="1991915" y="2824305"/>
                  </a:lnTo>
                  <a:lnTo>
                    <a:pt x="1992032" y="2824305"/>
                  </a:lnTo>
                  <a:lnTo>
                    <a:pt x="1992150" y="2824305"/>
                  </a:lnTo>
                  <a:lnTo>
                    <a:pt x="1992268" y="2824305"/>
                  </a:lnTo>
                  <a:lnTo>
                    <a:pt x="1992385" y="2824305"/>
                  </a:lnTo>
                  <a:lnTo>
                    <a:pt x="1992503" y="2824305"/>
                  </a:lnTo>
                  <a:lnTo>
                    <a:pt x="1992620" y="2824305"/>
                  </a:lnTo>
                  <a:lnTo>
                    <a:pt x="1992738" y="2824305"/>
                  </a:lnTo>
                  <a:lnTo>
                    <a:pt x="1992856" y="2824305"/>
                  </a:lnTo>
                  <a:lnTo>
                    <a:pt x="1992856" y="2823874"/>
                  </a:lnTo>
                  <a:lnTo>
                    <a:pt x="1992973" y="2823874"/>
                  </a:lnTo>
                  <a:lnTo>
                    <a:pt x="1993091" y="2823874"/>
                  </a:lnTo>
                  <a:lnTo>
                    <a:pt x="1993208" y="2823874"/>
                  </a:lnTo>
                  <a:lnTo>
                    <a:pt x="1993326" y="2823874"/>
                  </a:lnTo>
                  <a:lnTo>
                    <a:pt x="1993444" y="2823874"/>
                  </a:lnTo>
                  <a:lnTo>
                    <a:pt x="1993561" y="2823874"/>
                  </a:lnTo>
                  <a:lnTo>
                    <a:pt x="1993679" y="2823874"/>
                  </a:lnTo>
                  <a:lnTo>
                    <a:pt x="1993797" y="2823874"/>
                  </a:lnTo>
                  <a:lnTo>
                    <a:pt x="1993914" y="2823874"/>
                  </a:lnTo>
                  <a:lnTo>
                    <a:pt x="1994032" y="2823874"/>
                  </a:lnTo>
                  <a:lnTo>
                    <a:pt x="1994149" y="2823874"/>
                  </a:lnTo>
                  <a:lnTo>
                    <a:pt x="1994267" y="2823874"/>
                  </a:lnTo>
                  <a:lnTo>
                    <a:pt x="1994267" y="2823444"/>
                  </a:lnTo>
                  <a:lnTo>
                    <a:pt x="1994267" y="2823013"/>
                  </a:lnTo>
                  <a:lnTo>
                    <a:pt x="1994267" y="2822583"/>
                  </a:lnTo>
                  <a:lnTo>
                    <a:pt x="1994385" y="2822583"/>
                  </a:lnTo>
                  <a:lnTo>
                    <a:pt x="1994502" y="2822583"/>
                  </a:lnTo>
                  <a:lnTo>
                    <a:pt x="1994502" y="2822152"/>
                  </a:lnTo>
                  <a:lnTo>
                    <a:pt x="1994620" y="2822152"/>
                  </a:lnTo>
                  <a:lnTo>
                    <a:pt x="1994620" y="2821721"/>
                  </a:lnTo>
                  <a:lnTo>
                    <a:pt x="1994737" y="2821721"/>
                  </a:lnTo>
                  <a:lnTo>
                    <a:pt x="1994737" y="2821291"/>
                  </a:lnTo>
                  <a:lnTo>
                    <a:pt x="1994855" y="2821291"/>
                  </a:lnTo>
                  <a:lnTo>
                    <a:pt x="1994973" y="2821291"/>
                  </a:lnTo>
                  <a:lnTo>
                    <a:pt x="1995090" y="2821291"/>
                  </a:lnTo>
                  <a:lnTo>
                    <a:pt x="1995208" y="2821291"/>
                  </a:lnTo>
                  <a:lnTo>
                    <a:pt x="1995208" y="2820860"/>
                  </a:lnTo>
                  <a:lnTo>
                    <a:pt x="1995208" y="2820430"/>
                  </a:lnTo>
                  <a:lnTo>
                    <a:pt x="1995326" y="2820430"/>
                  </a:lnTo>
                  <a:lnTo>
                    <a:pt x="1995326" y="2819999"/>
                  </a:lnTo>
                  <a:lnTo>
                    <a:pt x="1995326" y="2819568"/>
                  </a:lnTo>
                  <a:lnTo>
                    <a:pt x="1995443" y="2819568"/>
                  </a:lnTo>
                  <a:lnTo>
                    <a:pt x="1995561" y="2819568"/>
                  </a:lnTo>
                  <a:lnTo>
                    <a:pt x="1995678" y="2819568"/>
                  </a:lnTo>
                  <a:lnTo>
                    <a:pt x="1995796" y="2819568"/>
                  </a:lnTo>
                  <a:lnTo>
                    <a:pt x="1995914" y="2819568"/>
                  </a:lnTo>
                  <a:lnTo>
                    <a:pt x="1996031" y="2819568"/>
                  </a:lnTo>
                  <a:lnTo>
                    <a:pt x="1996149" y="2819568"/>
                  </a:lnTo>
                  <a:lnTo>
                    <a:pt x="1996266" y="2819568"/>
                  </a:lnTo>
                  <a:lnTo>
                    <a:pt x="1996384" y="2819568"/>
                  </a:lnTo>
                  <a:lnTo>
                    <a:pt x="1996384" y="2819138"/>
                  </a:lnTo>
                  <a:lnTo>
                    <a:pt x="1996502" y="2819138"/>
                  </a:lnTo>
                  <a:lnTo>
                    <a:pt x="1996619" y="2819138"/>
                  </a:lnTo>
                  <a:lnTo>
                    <a:pt x="1996619" y="2818707"/>
                  </a:lnTo>
                  <a:lnTo>
                    <a:pt x="1996619" y="2818277"/>
                  </a:lnTo>
                  <a:lnTo>
                    <a:pt x="1996619" y="2817846"/>
                  </a:lnTo>
                  <a:lnTo>
                    <a:pt x="1996619" y="2817415"/>
                  </a:lnTo>
                  <a:lnTo>
                    <a:pt x="1996619" y="2816985"/>
                  </a:lnTo>
                  <a:lnTo>
                    <a:pt x="1996737" y="2816985"/>
                  </a:lnTo>
                  <a:lnTo>
                    <a:pt x="1996854" y="2816985"/>
                  </a:lnTo>
                  <a:lnTo>
                    <a:pt x="1996854" y="2816554"/>
                  </a:lnTo>
                  <a:lnTo>
                    <a:pt x="1996972" y="2816554"/>
                  </a:lnTo>
                  <a:lnTo>
                    <a:pt x="1997090" y="2816554"/>
                  </a:lnTo>
                  <a:lnTo>
                    <a:pt x="1997207" y="2816554"/>
                  </a:lnTo>
                  <a:lnTo>
                    <a:pt x="1997325" y="2816554"/>
                  </a:lnTo>
                  <a:lnTo>
                    <a:pt x="1997443" y="2816554"/>
                  </a:lnTo>
                  <a:lnTo>
                    <a:pt x="1997560" y="2816554"/>
                  </a:lnTo>
                  <a:lnTo>
                    <a:pt x="1997678" y="2816554"/>
                  </a:lnTo>
                  <a:lnTo>
                    <a:pt x="1997795" y="2816554"/>
                  </a:lnTo>
                  <a:lnTo>
                    <a:pt x="1997913" y="2816554"/>
                  </a:lnTo>
                  <a:lnTo>
                    <a:pt x="1998031" y="2816554"/>
                  </a:lnTo>
                  <a:lnTo>
                    <a:pt x="1998148" y="2816554"/>
                  </a:lnTo>
                  <a:lnTo>
                    <a:pt x="1998266" y="2816554"/>
                  </a:lnTo>
                  <a:lnTo>
                    <a:pt x="1998383" y="2816554"/>
                  </a:lnTo>
                  <a:lnTo>
                    <a:pt x="1998501" y="2816554"/>
                  </a:lnTo>
                  <a:lnTo>
                    <a:pt x="1998501" y="2816124"/>
                  </a:lnTo>
                  <a:lnTo>
                    <a:pt x="1998619" y="2816124"/>
                  </a:lnTo>
                  <a:lnTo>
                    <a:pt x="1998736" y="2816124"/>
                  </a:lnTo>
                  <a:lnTo>
                    <a:pt x="1998854" y="2816124"/>
                  </a:lnTo>
                  <a:lnTo>
                    <a:pt x="1998972" y="2816124"/>
                  </a:lnTo>
                  <a:lnTo>
                    <a:pt x="1998972" y="2815693"/>
                  </a:lnTo>
                  <a:lnTo>
                    <a:pt x="1999089" y="2815693"/>
                  </a:lnTo>
                  <a:lnTo>
                    <a:pt x="1999207" y="2815693"/>
                  </a:lnTo>
                  <a:lnTo>
                    <a:pt x="1999324" y="2815693"/>
                  </a:lnTo>
                  <a:lnTo>
                    <a:pt x="1999442" y="2815693"/>
                  </a:lnTo>
                  <a:lnTo>
                    <a:pt x="1999560" y="2815693"/>
                  </a:lnTo>
                  <a:lnTo>
                    <a:pt x="1999677" y="2815693"/>
                  </a:lnTo>
                  <a:lnTo>
                    <a:pt x="1999795" y="2815693"/>
                  </a:lnTo>
                  <a:lnTo>
                    <a:pt x="1999912" y="2815693"/>
                  </a:lnTo>
                  <a:lnTo>
                    <a:pt x="2000030" y="2815693"/>
                  </a:lnTo>
                  <a:lnTo>
                    <a:pt x="2000030" y="2815262"/>
                  </a:lnTo>
                  <a:lnTo>
                    <a:pt x="2000148" y="2815262"/>
                  </a:lnTo>
                  <a:lnTo>
                    <a:pt x="2000148" y="2814832"/>
                  </a:lnTo>
                  <a:lnTo>
                    <a:pt x="2000265" y="2814832"/>
                  </a:lnTo>
                  <a:lnTo>
                    <a:pt x="2000383" y="2814832"/>
                  </a:lnTo>
                  <a:lnTo>
                    <a:pt x="2000501" y="2814832"/>
                  </a:lnTo>
                  <a:lnTo>
                    <a:pt x="2000618" y="2814832"/>
                  </a:lnTo>
                  <a:lnTo>
                    <a:pt x="2000736" y="2814832"/>
                  </a:lnTo>
                  <a:lnTo>
                    <a:pt x="2000853" y="2814832"/>
                  </a:lnTo>
                  <a:lnTo>
                    <a:pt x="2000971" y="2814832"/>
                  </a:lnTo>
                  <a:lnTo>
                    <a:pt x="2001089" y="2814832"/>
                  </a:lnTo>
                  <a:lnTo>
                    <a:pt x="2001206" y="2814832"/>
                  </a:lnTo>
                  <a:lnTo>
                    <a:pt x="2001324" y="2814832"/>
                  </a:lnTo>
                  <a:lnTo>
                    <a:pt x="2001324" y="2814401"/>
                  </a:lnTo>
                  <a:lnTo>
                    <a:pt x="2001324" y="2813971"/>
                  </a:lnTo>
                  <a:lnTo>
                    <a:pt x="2001441" y="2813971"/>
                  </a:lnTo>
                  <a:lnTo>
                    <a:pt x="2001559" y="2813971"/>
                  </a:lnTo>
                  <a:lnTo>
                    <a:pt x="2001559" y="2813540"/>
                  </a:lnTo>
                  <a:lnTo>
                    <a:pt x="2001677" y="2813540"/>
                  </a:lnTo>
                  <a:lnTo>
                    <a:pt x="2001794" y="2813540"/>
                  </a:lnTo>
                  <a:lnTo>
                    <a:pt x="2001912" y="2813540"/>
                  </a:lnTo>
                  <a:lnTo>
                    <a:pt x="2001912" y="2813109"/>
                  </a:lnTo>
                  <a:lnTo>
                    <a:pt x="2002030" y="2813109"/>
                  </a:lnTo>
                  <a:lnTo>
                    <a:pt x="2002030" y="2812679"/>
                  </a:lnTo>
                  <a:lnTo>
                    <a:pt x="2002147" y="2812679"/>
                  </a:lnTo>
                  <a:lnTo>
                    <a:pt x="2002265" y="2812679"/>
                  </a:lnTo>
                  <a:lnTo>
                    <a:pt x="2002382" y="2812679"/>
                  </a:lnTo>
                  <a:lnTo>
                    <a:pt x="2002500" y="2812679"/>
                  </a:lnTo>
                  <a:lnTo>
                    <a:pt x="2002618" y="2812679"/>
                  </a:lnTo>
                  <a:lnTo>
                    <a:pt x="2002735" y="2812679"/>
                  </a:lnTo>
                  <a:lnTo>
                    <a:pt x="2002853" y="2812679"/>
                  </a:lnTo>
                  <a:lnTo>
                    <a:pt x="2002970" y="2812679"/>
                  </a:lnTo>
                  <a:lnTo>
                    <a:pt x="2002970" y="2812248"/>
                  </a:lnTo>
                  <a:lnTo>
                    <a:pt x="2003088" y="2812248"/>
                  </a:lnTo>
                  <a:lnTo>
                    <a:pt x="2003088" y="2811818"/>
                  </a:lnTo>
                  <a:lnTo>
                    <a:pt x="2003206" y="2811818"/>
                  </a:lnTo>
                  <a:lnTo>
                    <a:pt x="2003323" y="2811818"/>
                  </a:lnTo>
                  <a:lnTo>
                    <a:pt x="2003323" y="2811387"/>
                  </a:lnTo>
                  <a:lnTo>
                    <a:pt x="2003441" y="2811387"/>
                  </a:lnTo>
                  <a:lnTo>
                    <a:pt x="2003441" y="2810956"/>
                  </a:lnTo>
                  <a:lnTo>
                    <a:pt x="2003559" y="2810956"/>
                  </a:lnTo>
                  <a:lnTo>
                    <a:pt x="2003559" y="2810526"/>
                  </a:lnTo>
                  <a:lnTo>
                    <a:pt x="2003559" y="2810095"/>
                  </a:lnTo>
                  <a:lnTo>
                    <a:pt x="2003676" y="2810095"/>
                  </a:lnTo>
                  <a:lnTo>
                    <a:pt x="2003794" y="2810095"/>
                  </a:lnTo>
                  <a:lnTo>
                    <a:pt x="2003911" y="2810095"/>
                  </a:lnTo>
                  <a:lnTo>
                    <a:pt x="2003911" y="2809665"/>
                  </a:lnTo>
                  <a:lnTo>
                    <a:pt x="2003911" y="2809234"/>
                  </a:lnTo>
                  <a:lnTo>
                    <a:pt x="2004029" y="2809234"/>
                  </a:lnTo>
                  <a:lnTo>
                    <a:pt x="2004147" y="2809234"/>
                  </a:lnTo>
                  <a:lnTo>
                    <a:pt x="2004264" y="2809234"/>
                  </a:lnTo>
                  <a:lnTo>
                    <a:pt x="2004382" y="2809234"/>
                  </a:lnTo>
                  <a:lnTo>
                    <a:pt x="2004382" y="2808803"/>
                  </a:lnTo>
                  <a:lnTo>
                    <a:pt x="2004499" y="2808803"/>
                  </a:lnTo>
                  <a:lnTo>
                    <a:pt x="2004617" y="2808803"/>
                  </a:lnTo>
                  <a:lnTo>
                    <a:pt x="2004617" y="2808373"/>
                  </a:lnTo>
                  <a:lnTo>
                    <a:pt x="2004735" y="2808373"/>
                  </a:lnTo>
                  <a:lnTo>
                    <a:pt x="2004852" y="2808373"/>
                  </a:lnTo>
                  <a:lnTo>
                    <a:pt x="2004970" y="2808373"/>
                  </a:lnTo>
                  <a:lnTo>
                    <a:pt x="2004970" y="2807942"/>
                  </a:lnTo>
                  <a:lnTo>
                    <a:pt x="2005087" y="2807942"/>
                  </a:lnTo>
                  <a:lnTo>
                    <a:pt x="2005205" y="2807942"/>
                  </a:lnTo>
                  <a:lnTo>
                    <a:pt x="2005205" y="2807512"/>
                  </a:lnTo>
                  <a:lnTo>
                    <a:pt x="2005323" y="2807512"/>
                  </a:lnTo>
                  <a:lnTo>
                    <a:pt x="2005440" y="2807512"/>
                  </a:lnTo>
                  <a:lnTo>
                    <a:pt x="2005558" y="2807512"/>
                  </a:lnTo>
                  <a:lnTo>
                    <a:pt x="2005676" y="2807512"/>
                  </a:lnTo>
                  <a:lnTo>
                    <a:pt x="2005793" y="2807512"/>
                  </a:lnTo>
                  <a:lnTo>
                    <a:pt x="2005911" y="2807512"/>
                  </a:lnTo>
                  <a:lnTo>
                    <a:pt x="2005911" y="2807081"/>
                  </a:lnTo>
                  <a:lnTo>
                    <a:pt x="2006028" y="2807081"/>
                  </a:lnTo>
                  <a:lnTo>
                    <a:pt x="2006146" y="2807081"/>
                  </a:lnTo>
                  <a:lnTo>
                    <a:pt x="2006264" y="2807081"/>
                  </a:lnTo>
                  <a:lnTo>
                    <a:pt x="2006264" y="2806650"/>
                  </a:lnTo>
                  <a:lnTo>
                    <a:pt x="2006264" y="2806220"/>
                  </a:lnTo>
                  <a:lnTo>
                    <a:pt x="2006381" y="2806220"/>
                  </a:lnTo>
                  <a:lnTo>
                    <a:pt x="2006499" y="2806220"/>
                  </a:lnTo>
                  <a:lnTo>
                    <a:pt x="2006616" y="2806220"/>
                  </a:lnTo>
                  <a:lnTo>
                    <a:pt x="2006616" y="2805789"/>
                  </a:lnTo>
                  <a:lnTo>
                    <a:pt x="2006734" y="2805789"/>
                  </a:lnTo>
                  <a:lnTo>
                    <a:pt x="2006852" y="2805789"/>
                  </a:lnTo>
                  <a:lnTo>
                    <a:pt x="2006969" y="2805789"/>
                  </a:lnTo>
                  <a:lnTo>
                    <a:pt x="2007087" y="2805789"/>
                  </a:lnTo>
                  <a:lnTo>
                    <a:pt x="2007205" y="2805789"/>
                  </a:lnTo>
                  <a:lnTo>
                    <a:pt x="2007322" y="2805789"/>
                  </a:lnTo>
                  <a:lnTo>
                    <a:pt x="2007440" y="2805789"/>
                  </a:lnTo>
                  <a:lnTo>
                    <a:pt x="2007440" y="2805359"/>
                  </a:lnTo>
                  <a:lnTo>
                    <a:pt x="2007557" y="2805359"/>
                  </a:lnTo>
                  <a:lnTo>
                    <a:pt x="2007675" y="2805359"/>
                  </a:lnTo>
                  <a:lnTo>
                    <a:pt x="2007793" y="2805359"/>
                  </a:lnTo>
                  <a:lnTo>
                    <a:pt x="2007910" y="2805359"/>
                  </a:lnTo>
                  <a:lnTo>
                    <a:pt x="2008028" y="2805359"/>
                  </a:lnTo>
                  <a:lnTo>
                    <a:pt x="2008028" y="2804928"/>
                  </a:lnTo>
                  <a:lnTo>
                    <a:pt x="2008028" y="2804497"/>
                  </a:lnTo>
                  <a:lnTo>
                    <a:pt x="2008145" y="2804497"/>
                  </a:lnTo>
                  <a:lnTo>
                    <a:pt x="2008263" y="2804497"/>
                  </a:lnTo>
                  <a:lnTo>
                    <a:pt x="2008381" y="2804497"/>
                  </a:lnTo>
                  <a:lnTo>
                    <a:pt x="2008498" y="2804497"/>
                  </a:lnTo>
                  <a:lnTo>
                    <a:pt x="2008616" y="2804497"/>
                  </a:lnTo>
                  <a:lnTo>
                    <a:pt x="2008734" y="2804497"/>
                  </a:lnTo>
                  <a:lnTo>
                    <a:pt x="2008851" y="2804497"/>
                  </a:lnTo>
                  <a:lnTo>
                    <a:pt x="2008969" y="2804497"/>
                  </a:lnTo>
                  <a:lnTo>
                    <a:pt x="2009086" y="2804497"/>
                  </a:lnTo>
                  <a:lnTo>
                    <a:pt x="2009086" y="2804067"/>
                  </a:lnTo>
                  <a:lnTo>
                    <a:pt x="2009086" y="2803636"/>
                  </a:lnTo>
                  <a:lnTo>
                    <a:pt x="2009086" y="2803206"/>
                  </a:lnTo>
                  <a:lnTo>
                    <a:pt x="2009086" y="2802775"/>
                  </a:lnTo>
                  <a:lnTo>
                    <a:pt x="2009086" y="2802344"/>
                  </a:lnTo>
                  <a:lnTo>
                    <a:pt x="2009204" y="2802344"/>
                  </a:lnTo>
                  <a:lnTo>
                    <a:pt x="2009322" y="2802344"/>
                  </a:lnTo>
                  <a:lnTo>
                    <a:pt x="2009322" y="2801914"/>
                  </a:lnTo>
                  <a:lnTo>
                    <a:pt x="2009439" y="2801914"/>
                  </a:lnTo>
                  <a:lnTo>
                    <a:pt x="2009557" y="2801914"/>
                  </a:lnTo>
                  <a:lnTo>
                    <a:pt x="2009557" y="2801483"/>
                  </a:lnTo>
                  <a:lnTo>
                    <a:pt x="2009674" y="2801483"/>
                  </a:lnTo>
                  <a:lnTo>
                    <a:pt x="2009792" y="2801483"/>
                  </a:lnTo>
                  <a:lnTo>
                    <a:pt x="2009910" y="2801483"/>
                  </a:lnTo>
                  <a:lnTo>
                    <a:pt x="2009910" y="2801053"/>
                  </a:lnTo>
                  <a:lnTo>
                    <a:pt x="2010027" y="2801053"/>
                  </a:lnTo>
                  <a:lnTo>
                    <a:pt x="2010027" y="2800622"/>
                  </a:lnTo>
                  <a:lnTo>
                    <a:pt x="2010027" y="2800191"/>
                  </a:lnTo>
                  <a:lnTo>
                    <a:pt x="2010027" y="2799761"/>
                  </a:lnTo>
                  <a:lnTo>
                    <a:pt x="2010027" y="2799330"/>
                  </a:lnTo>
                  <a:lnTo>
                    <a:pt x="2010145" y="2799330"/>
                  </a:lnTo>
                  <a:lnTo>
                    <a:pt x="2010263" y="2799330"/>
                  </a:lnTo>
                  <a:lnTo>
                    <a:pt x="2010380" y="2799330"/>
                  </a:lnTo>
                  <a:lnTo>
                    <a:pt x="2010380" y="2798900"/>
                  </a:lnTo>
                  <a:lnTo>
                    <a:pt x="2010498" y="2798900"/>
                  </a:lnTo>
                  <a:lnTo>
                    <a:pt x="2010615" y="2798900"/>
                  </a:lnTo>
                  <a:lnTo>
                    <a:pt x="2010615" y="2798469"/>
                  </a:lnTo>
                  <a:lnTo>
                    <a:pt x="2010733" y="2798469"/>
                  </a:lnTo>
                  <a:lnTo>
                    <a:pt x="2010851" y="2798469"/>
                  </a:lnTo>
                  <a:lnTo>
                    <a:pt x="2010968" y="2798469"/>
                  </a:lnTo>
                  <a:lnTo>
                    <a:pt x="2011086" y="2798469"/>
                  </a:lnTo>
                  <a:lnTo>
                    <a:pt x="2011203" y="2798469"/>
                  </a:lnTo>
                  <a:lnTo>
                    <a:pt x="2011321" y="2798469"/>
                  </a:lnTo>
                  <a:lnTo>
                    <a:pt x="2011439" y="2798469"/>
                  </a:lnTo>
                  <a:lnTo>
                    <a:pt x="2011439" y="2798038"/>
                  </a:lnTo>
                  <a:lnTo>
                    <a:pt x="2011556" y="2798038"/>
                  </a:lnTo>
                  <a:lnTo>
                    <a:pt x="2011674" y="2798038"/>
                  </a:lnTo>
                  <a:lnTo>
                    <a:pt x="2011792" y="2798038"/>
                  </a:lnTo>
                  <a:lnTo>
                    <a:pt x="2011909" y="2798038"/>
                  </a:lnTo>
                  <a:lnTo>
                    <a:pt x="2012027" y="2798038"/>
                  </a:lnTo>
                  <a:lnTo>
                    <a:pt x="2012027" y="2797608"/>
                  </a:lnTo>
                  <a:lnTo>
                    <a:pt x="2012144" y="2797608"/>
                  </a:lnTo>
                  <a:lnTo>
                    <a:pt x="2012262" y="2797608"/>
                  </a:lnTo>
                  <a:lnTo>
                    <a:pt x="2012380" y="2797608"/>
                  </a:lnTo>
                  <a:lnTo>
                    <a:pt x="2012380" y="2797177"/>
                  </a:lnTo>
                  <a:lnTo>
                    <a:pt x="2012380" y="2796747"/>
                  </a:lnTo>
                  <a:lnTo>
                    <a:pt x="2012497" y="2796747"/>
                  </a:lnTo>
                  <a:lnTo>
                    <a:pt x="2012497" y="2796316"/>
                  </a:lnTo>
                  <a:lnTo>
                    <a:pt x="2012615" y="2796316"/>
                  </a:lnTo>
                  <a:lnTo>
                    <a:pt x="2012615" y="2795885"/>
                  </a:lnTo>
                  <a:lnTo>
                    <a:pt x="2012732" y="2795885"/>
                  </a:lnTo>
                  <a:lnTo>
                    <a:pt x="2012850" y="2795885"/>
                  </a:lnTo>
                  <a:lnTo>
                    <a:pt x="2012968" y="2795885"/>
                  </a:lnTo>
                  <a:lnTo>
                    <a:pt x="2012968" y="2795455"/>
                  </a:lnTo>
                  <a:lnTo>
                    <a:pt x="2013085" y="2795455"/>
                  </a:lnTo>
                  <a:lnTo>
                    <a:pt x="2013203" y="2795455"/>
                  </a:lnTo>
                  <a:lnTo>
                    <a:pt x="2013203" y="2795024"/>
                  </a:lnTo>
                  <a:lnTo>
                    <a:pt x="2013320" y="2795024"/>
                  </a:lnTo>
                  <a:lnTo>
                    <a:pt x="2013438" y="2795024"/>
                  </a:lnTo>
                  <a:lnTo>
                    <a:pt x="2013556" y="2795024"/>
                  </a:lnTo>
                  <a:lnTo>
                    <a:pt x="2013673" y="2795024"/>
                  </a:lnTo>
                  <a:lnTo>
                    <a:pt x="2013791" y="2795024"/>
                  </a:lnTo>
                  <a:lnTo>
                    <a:pt x="2013909" y="2795024"/>
                  </a:lnTo>
                  <a:lnTo>
                    <a:pt x="2014026" y="2795024"/>
                  </a:lnTo>
                  <a:lnTo>
                    <a:pt x="2014144" y="2795024"/>
                  </a:lnTo>
                  <a:lnTo>
                    <a:pt x="2014261" y="2795024"/>
                  </a:lnTo>
                  <a:lnTo>
                    <a:pt x="2014261" y="2794594"/>
                  </a:lnTo>
                  <a:lnTo>
                    <a:pt x="2014379" y="2794594"/>
                  </a:lnTo>
                  <a:lnTo>
                    <a:pt x="2014379" y="2794163"/>
                  </a:lnTo>
                  <a:lnTo>
                    <a:pt x="2014497" y="2794163"/>
                  </a:lnTo>
                  <a:lnTo>
                    <a:pt x="2014614" y="2794163"/>
                  </a:lnTo>
                  <a:lnTo>
                    <a:pt x="2014614" y="2793732"/>
                  </a:lnTo>
                  <a:lnTo>
                    <a:pt x="2014732" y="2793732"/>
                  </a:lnTo>
                  <a:lnTo>
                    <a:pt x="2014732" y="2793302"/>
                  </a:lnTo>
                  <a:lnTo>
                    <a:pt x="2014849" y="2793302"/>
                  </a:lnTo>
                  <a:lnTo>
                    <a:pt x="2014967" y="2793302"/>
                  </a:lnTo>
                  <a:lnTo>
                    <a:pt x="2015085" y="2793302"/>
                  </a:lnTo>
                  <a:lnTo>
                    <a:pt x="2015202" y="2793302"/>
                  </a:lnTo>
                  <a:lnTo>
                    <a:pt x="2015320" y="2793302"/>
                  </a:lnTo>
                  <a:lnTo>
                    <a:pt x="2015320" y="2792871"/>
                  </a:lnTo>
                  <a:lnTo>
                    <a:pt x="2015320" y="2792441"/>
                  </a:lnTo>
                  <a:lnTo>
                    <a:pt x="2015438" y="2792441"/>
                  </a:lnTo>
                  <a:lnTo>
                    <a:pt x="2015438" y="2792010"/>
                  </a:lnTo>
                  <a:lnTo>
                    <a:pt x="2015555" y="2792010"/>
                  </a:lnTo>
                  <a:lnTo>
                    <a:pt x="2015555" y="2791579"/>
                  </a:lnTo>
                  <a:lnTo>
                    <a:pt x="2015673" y="2791579"/>
                  </a:lnTo>
                  <a:lnTo>
                    <a:pt x="2015790" y="2791579"/>
                  </a:lnTo>
                  <a:lnTo>
                    <a:pt x="2015908" y="2791579"/>
                  </a:lnTo>
                  <a:lnTo>
                    <a:pt x="2015908" y="2791149"/>
                  </a:lnTo>
                  <a:lnTo>
                    <a:pt x="2015908" y="2790718"/>
                  </a:lnTo>
                  <a:lnTo>
                    <a:pt x="2016026" y="2790718"/>
                  </a:lnTo>
                  <a:lnTo>
                    <a:pt x="2016026" y="2790288"/>
                  </a:lnTo>
                  <a:lnTo>
                    <a:pt x="2016143" y="2790288"/>
                  </a:lnTo>
                  <a:lnTo>
                    <a:pt x="2016261" y="2790288"/>
                  </a:lnTo>
                  <a:lnTo>
                    <a:pt x="2016261" y="2789857"/>
                  </a:lnTo>
                  <a:lnTo>
                    <a:pt x="2016378" y="2789857"/>
                  </a:lnTo>
                  <a:lnTo>
                    <a:pt x="2016496" y="2789857"/>
                  </a:lnTo>
                  <a:lnTo>
                    <a:pt x="2016614" y="2789857"/>
                  </a:lnTo>
                  <a:lnTo>
                    <a:pt x="2016731" y="2789857"/>
                  </a:lnTo>
                  <a:lnTo>
                    <a:pt x="2016849" y="2789857"/>
                  </a:lnTo>
                  <a:lnTo>
                    <a:pt x="2016967" y="2789857"/>
                  </a:lnTo>
                  <a:lnTo>
                    <a:pt x="2016967" y="2789426"/>
                  </a:lnTo>
                  <a:lnTo>
                    <a:pt x="2017084" y="2789426"/>
                  </a:lnTo>
                  <a:lnTo>
                    <a:pt x="2017202" y="2789426"/>
                  </a:lnTo>
                  <a:lnTo>
                    <a:pt x="2017319" y="2789426"/>
                  </a:lnTo>
                  <a:lnTo>
                    <a:pt x="2017437" y="2789426"/>
                  </a:lnTo>
                  <a:lnTo>
                    <a:pt x="2017437" y="2788996"/>
                  </a:lnTo>
                  <a:lnTo>
                    <a:pt x="2017555" y="2788996"/>
                  </a:lnTo>
                  <a:lnTo>
                    <a:pt x="2017555" y="2788565"/>
                  </a:lnTo>
                  <a:lnTo>
                    <a:pt x="2017555" y="2788135"/>
                  </a:lnTo>
                  <a:lnTo>
                    <a:pt x="2017672" y="2788135"/>
                  </a:lnTo>
                  <a:lnTo>
                    <a:pt x="2017672" y="2787704"/>
                  </a:lnTo>
                  <a:lnTo>
                    <a:pt x="2017790" y="2787704"/>
                  </a:lnTo>
                  <a:lnTo>
                    <a:pt x="2017907" y="2787704"/>
                  </a:lnTo>
                  <a:lnTo>
                    <a:pt x="2018025" y="2787704"/>
                  </a:lnTo>
                  <a:lnTo>
                    <a:pt x="2018143" y="2787704"/>
                  </a:lnTo>
                  <a:lnTo>
                    <a:pt x="2018260" y="2787704"/>
                  </a:lnTo>
                  <a:lnTo>
                    <a:pt x="2018378" y="2787704"/>
                  </a:lnTo>
                  <a:lnTo>
                    <a:pt x="2018378" y="2787273"/>
                  </a:lnTo>
                  <a:lnTo>
                    <a:pt x="2018378" y="2786843"/>
                  </a:lnTo>
                  <a:lnTo>
                    <a:pt x="2018378" y="2786412"/>
                  </a:lnTo>
                  <a:lnTo>
                    <a:pt x="2018496" y="2786412"/>
                  </a:lnTo>
                  <a:lnTo>
                    <a:pt x="2018613" y="2786412"/>
                  </a:lnTo>
                  <a:lnTo>
                    <a:pt x="2018731" y="2786412"/>
                  </a:lnTo>
                  <a:lnTo>
                    <a:pt x="2018848" y="2786412"/>
                  </a:lnTo>
                  <a:lnTo>
                    <a:pt x="2018848" y="2785982"/>
                  </a:lnTo>
                  <a:lnTo>
                    <a:pt x="2018966" y="2785982"/>
                  </a:lnTo>
                  <a:lnTo>
                    <a:pt x="2018966" y="2785551"/>
                  </a:lnTo>
                  <a:lnTo>
                    <a:pt x="2019084" y="2785551"/>
                  </a:lnTo>
                  <a:lnTo>
                    <a:pt x="2019201" y="2785551"/>
                  </a:lnTo>
                  <a:lnTo>
                    <a:pt x="2019319" y="2785551"/>
                  </a:lnTo>
                  <a:lnTo>
                    <a:pt x="2019436" y="2785551"/>
                  </a:lnTo>
                  <a:lnTo>
                    <a:pt x="2019554" y="2785551"/>
                  </a:lnTo>
                  <a:lnTo>
                    <a:pt x="2019554" y="2785120"/>
                  </a:lnTo>
                  <a:lnTo>
                    <a:pt x="2019554" y="2784690"/>
                  </a:lnTo>
                  <a:lnTo>
                    <a:pt x="2019672" y="2784690"/>
                  </a:lnTo>
                  <a:lnTo>
                    <a:pt x="2019672" y="2784259"/>
                  </a:lnTo>
                  <a:lnTo>
                    <a:pt x="2019789" y="2784259"/>
                  </a:lnTo>
                  <a:lnTo>
                    <a:pt x="2019907" y="2784259"/>
                  </a:lnTo>
                  <a:lnTo>
                    <a:pt x="2020024" y="2784259"/>
                  </a:lnTo>
                  <a:lnTo>
                    <a:pt x="2020142" y="2784259"/>
                  </a:lnTo>
                  <a:lnTo>
                    <a:pt x="2020142" y="2783829"/>
                  </a:lnTo>
                  <a:lnTo>
                    <a:pt x="2020260" y="2783829"/>
                  </a:lnTo>
                  <a:lnTo>
                    <a:pt x="2020377" y="2783829"/>
                  </a:lnTo>
                  <a:lnTo>
                    <a:pt x="2020495" y="2783829"/>
                  </a:lnTo>
                  <a:lnTo>
                    <a:pt x="2020495" y="2783398"/>
                  </a:lnTo>
                  <a:lnTo>
                    <a:pt x="2020613" y="2783398"/>
                  </a:lnTo>
                  <a:lnTo>
                    <a:pt x="2020730" y="2783398"/>
                  </a:lnTo>
                  <a:lnTo>
                    <a:pt x="2020848" y="2783398"/>
                  </a:lnTo>
                  <a:lnTo>
                    <a:pt x="2020965" y="2783398"/>
                  </a:lnTo>
                  <a:lnTo>
                    <a:pt x="2020965" y="2782967"/>
                  </a:lnTo>
                  <a:lnTo>
                    <a:pt x="2021083" y="2782967"/>
                  </a:lnTo>
                  <a:lnTo>
                    <a:pt x="2021083" y="2782537"/>
                  </a:lnTo>
                  <a:lnTo>
                    <a:pt x="2021201" y="2782537"/>
                  </a:lnTo>
                  <a:lnTo>
                    <a:pt x="2021318" y="2782537"/>
                  </a:lnTo>
                  <a:lnTo>
                    <a:pt x="2021436" y="2782537"/>
                  </a:lnTo>
                  <a:lnTo>
                    <a:pt x="2021553" y="2782537"/>
                  </a:lnTo>
                  <a:lnTo>
                    <a:pt x="2021671" y="2782537"/>
                  </a:lnTo>
                  <a:lnTo>
                    <a:pt x="2021789" y="2782537"/>
                  </a:lnTo>
                  <a:lnTo>
                    <a:pt x="2021906" y="2782537"/>
                  </a:lnTo>
                  <a:lnTo>
                    <a:pt x="2022024" y="2782537"/>
                  </a:lnTo>
                  <a:lnTo>
                    <a:pt x="2022142" y="2782537"/>
                  </a:lnTo>
                  <a:lnTo>
                    <a:pt x="2022259" y="2782537"/>
                  </a:lnTo>
                  <a:lnTo>
                    <a:pt x="2022259" y="2782106"/>
                  </a:lnTo>
                  <a:lnTo>
                    <a:pt x="2022259" y="2781676"/>
                  </a:lnTo>
                  <a:lnTo>
                    <a:pt x="2022377" y="2781676"/>
                  </a:lnTo>
                  <a:lnTo>
                    <a:pt x="2022377" y="2781245"/>
                  </a:lnTo>
                  <a:lnTo>
                    <a:pt x="2022494" y="2781245"/>
                  </a:lnTo>
                  <a:lnTo>
                    <a:pt x="2022612" y="2781245"/>
                  </a:lnTo>
                  <a:lnTo>
                    <a:pt x="2022612" y="2780814"/>
                  </a:lnTo>
                  <a:lnTo>
                    <a:pt x="2022730" y="2780814"/>
                  </a:lnTo>
                  <a:lnTo>
                    <a:pt x="2022847" y="2780814"/>
                  </a:lnTo>
                  <a:lnTo>
                    <a:pt x="2022965" y="2780814"/>
                  </a:lnTo>
                  <a:lnTo>
                    <a:pt x="2023082" y="2780814"/>
                  </a:lnTo>
                  <a:lnTo>
                    <a:pt x="2023200" y="2780814"/>
                  </a:lnTo>
                  <a:lnTo>
                    <a:pt x="2023318" y="2780814"/>
                  </a:lnTo>
                  <a:lnTo>
                    <a:pt x="2023435" y="2780814"/>
                  </a:lnTo>
                  <a:lnTo>
                    <a:pt x="2023553" y="2780814"/>
                  </a:lnTo>
                  <a:lnTo>
                    <a:pt x="2023553" y="2780384"/>
                  </a:lnTo>
                  <a:lnTo>
                    <a:pt x="2023671" y="2780384"/>
                  </a:lnTo>
                  <a:lnTo>
                    <a:pt x="2023671" y="2779953"/>
                  </a:lnTo>
                  <a:lnTo>
                    <a:pt x="2023788" y="2779953"/>
                  </a:lnTo>
                  <a:lnTo>
                    <a:pt x="2023906" y="2779953"/>
                  </a:lnTo>
                  <a:lnTo>
                    <a:pt x="2023906" y="2779523"/>
                  </a:lnTo>
                  <a:lnTo>
                    <a:pt x="2023906" y="2779092"/>
                  </a:lnTo>
                  <a:lnTo>
                    <a:pt x="2023906" y="2778661"/>
                  </a:lnTo>
                  <a:lnTo>
                    <a:pt x="2023906" y="2778231"/>
                  </a:lnTo>
                  <a:lnTo>
                    <a:pt x="2023906" y="2777800"/>
                  </a:lnTo>
                  <a:lnTo>
                    <a:pt x="2023906" y="2777370"/>
                  </a:lnTo>
                  <a:lnTo>
                    <a:pt x="2024023" y="2777370"/>
                  </a:lnTo>
                  <a:lnTo>
                    <a:pt x="2024023" y="2776939"/>
                  </a:lnTo>
                  <a:lnTo>
                    <a:pt x="2024141" y="2776939"/>
                  </a:lnTo>
                  <a:lnTo>
                    <a:pt x="2024259" y="2776939"/>
                  </a:lnTo>
                  <a:lnTo>
                    <a:pt x="2024376" y="2776939"/>
                  </a:lnTo>
                  <a:lnTo>
                    <a:pt x="2024494" y="2776939"/>
                  </a:lnTo>
                  <a:lnTo>
                    <a:pt x="2024611" y="2776939"/>
                  </a:lnTo>
                  <a:lnTo>
                    <a:pt x="2024729" y="2776939"/>
                  </a:lnTo>
                  <a:lnTo>
                    <a:pt x="2024729" y="2776508"/>
                  </a:lnTo>
                  <a:lnTo>
                    <a:pt x="2024847" y="2776508"/>
                  </a:lnTo>
                  <a:lnTo>
                    <a:pt x="2024847" y="2776078"/>
                  </a:lnTo>
                  <a:lnTo>
                    <a:pt x="2024964" y="2776078"/>
                  </a:lnTo>
                  <a:lnTo>
                    <a:pt x="2024964" y="2775647"/>
                  </a:lnTo>
                  <a:lnTo>
                    <a:pt x="2025082" y="2775647"/>
                  </a:lnTo>
                  <a:lnTo>
                    <a:pt x="2025200" y="2775647"/>
                  </a:lnTo>
                  <a:lnTo>
                    <a:pt x="2025200" y="2775217"/>
                  </a:lnTo>
                  <a:lnTo>
                    <a:pt x="2025317" y="2775217"/>
                  </a:lnTo>
                  <a:lnTo>
                    <a:pt x="2025435" y="2775217"/>
                  </a:lnTo>
                  <a:lnTo>
                    <a:pt x="2025552" y="2775217"/>
                  </a:lnTo>
                  <a:lnTo>
                    <a:pt x="2025670" y="2775217"/>
                  </a:lnTo>
                  <a:lnTo>
                    <a:pt x="2025788" y="2775217"/>
                  </a:lnTo>
                  <a:lnTo>
                    <a:pt x="2025788" y="2774786"/>
                  </a:lnTo>
                  <a:lnTo>
                    <a:pt x="2025905" y="2774786"/>
                  </a:lnTo>
                  <a:lnTo>
                    <a:pt x="2025905" y="2774355"/>
                  </a:lnTo>
                  <a:lnTo>
                    <a:pt x="2026023" y="2774355"/>
                  </a:lnTo>
                  <a:lnTo>
                    <a:pt x="2026140" y="2774355"/>
                  </a:lnTo>
                  <a:lnTo>
                    <a:pt x="2026258" y="2774355"/>
                  </a:lnTo>
                  <a:lnTo>
                    <a:pt x="2026258" y="2773925"/>
                  </a:lnTo>
                  <a:lnTo>
                    <a:pt x="2026376" y="2773925"/>
                  </a:lnTo>
                  <a:lnTo>
                    <a:pt x="2026493" y="2773925"/>
                  </a:lnTo>
                  <a:lnTo>
                    <a:pt x="2026611" y="2773925"/>
                  </a:lnTo>
                  <a:lnTo>
                    <a:pt x="2026729" y="2773925"/>
                  </a:lnTo>
                  <a:lnTo>
                    <a:pt x="2026729" y="2773494"/>
                  </a:lnTo>
                  <a:lnTo>
                    <a:pt x="2026729" y="2773064"/>
                  </a:lnTo>
                  <a:lnTo>
                    <a:pt x="2026846" y="2773064"/>
                  </a:lnTo>
                  <a:lnTo>
                    <a:pt x="2026964" y="2773064"/>
                  </a:lnTo>
                  <a:lnTo>
                    <a:pt x="2027081" y="2773064"/>
                  </a:lnTo>
                  <a:lnTo>
                    <a:pt x="2027199" y="2773064"/>
                  </a:lnTo>
                  <a:lnTo>
                    <a:pt x="2027317" y="2773064"/>
                  </a:lnTo>
                  <a:lnTo>
                    <a:pt x="2027317" y="2772633"/>
                  </a:lnTo>
                  <a:lnTo>
                    <a:pt x="2027434" y="2772633"/>
                  </a:lnTo>
                  <a:lnTo>
                    <a:pt x="2027552" y="2772633"/>
                  </a:lnTo>
                  <a:lnTo>
                    <a:pt x="2027669" y="2772633"/>
                  </a:lnTo>
                  <a:lnTo>
                    <a:pt x="2027787" y="2772633"/>
                  </a:lnTo>
                  <a:lnTo>
                    <a:pt x="2027905" y="2772633"/>
                  </a:lnTo>
                  <a:lnTo>
                    <a:pt x="2028022" y="2772633"/>
                  </a:lnTo>
                  <a:lnTo>
                    <a:pt x="2028140" y="2772633"/>
                  </a:lnTo>
                  <a:lnTo>
                    <a:pt x="2028257" y="2772633"/>
                  </a:lnTo>
                  <a:lnTo>
                    <a:pt x="2028375" y="2772633"/>
                  </a:lnTo>
                  <a:lnTo>
                    <a:pt x="2028375" y="2772202"/>
                  </a:lnTo>
                  <a:lnTo>
                    <a:pt x="2028375" y="2771772"/>
                  </a:lnTo>
                  <a:lnTo>
                    <a:pt x="2028493" y="2771772"/>
                  </a:lnTo>
                  <a:lnTo>
                    <a:pt x="2028610" y="2771772"/>
                  </a:lnTo>
                  <a:lnTo>
                    <a:pt x="2028728" y="2771772"/>
                  </a:lnTo>
                  <a:lnTo>
                    <a:pt x="2028846" y="2771772"/>
                  </a:lnTo>
                  <a:lnTo>
                    <a:pt x="2028963" y="2771772"/>
                  </a:lnTo>
                  <a:lnTo>
                    <a:pt x="2029081" y="2771772"/>
                  </a:lnTo>
                  <a:lnTo>
                    <a:pt x="2029198" y="2771772"/>
                  </a:lnTo>
                  <a:lnTo>
                    <a:pt x="2029316" y="2771772"/>
                  </a:lnTo>
                  <a:lnTo>
                    <a:pt x="2029316" y="2771341"/>
                  </a:lnTo>
                  <a:lnTo>
                    <a:pt x="2029434" y="2771341"/>
                  </a:lnTo>
                  <a:lnTo>
                    <a:pt x="2029551" y="2771341"/>
                  </a:lnTo>
                  <a:lnTo>
                    <a:pt x="2029669" y="2771341"/>
                  </a:lnTo>
                  <a:lnTo>
                    <a:pt x="2029786" y="2771341"/>
                  </a:lnTo>
                  <a:lnTo>
                    <a:pt x="2029904" y="2771341"/>
                  </a:lnTo>
                  <a:lnTo>
                    <a:pt x="2030022" y="2771341"/>
                  </a:lnTo>
                  <a:lnTo>
                    <a:pt x="2030022" y="2770911"/>
                  </a:lnTo>
                  <a:lnTo>
                    <a:pt x="2030022" y="2770480"/>
                  </a:lnTo>
                  <a:lnTo>
                    <a:pt x="2030139" y="2770480"/>
                  </a:lnTo>
                  <a:lnTo>
                    <a:pt x="2030139" y="2770049"/>
                  </a:lnTo>
                  <a:lnTo>
                    <a:pt x="2030139" y="2769619"/>
                  </a:lnTo>
                  <a:lnTo>
                    <a:pt x="2030257" y="2769619"/>
                  </a:lnTo>
                  <a:lnTo>
                    <a:pt x="2030375" y="2769619"/>
                  </a:lnTo>
                  <a:lnTo>
                    <a:pt x="2030492" y="2769619"/>
                  </a:lnTo>
                  <a:lnTo>
                    <a:pt x="2030610" y="2769619"/>
                  </a:lnTo>
                  <a:lnTo>
                    <a:pt x="2030610" y="2769188"/>
                  </a:lnTo>
                  <a:lnTo>
                    <a:pt x="2030727" y="2769188"/>
                  </a:lnTo>
                  <a:lnTo>
                    <a:pt x="2030845" y="2769188"/>
                  </a:lnTo>
                  <a:lnTo>
                    <a:pt x="2030963" y="2769188"/>
                  </a:lnTo>
                  <a:lnTo>
                    <a:pt x="2030963" y="2768758"/>
                  </a:lnTo>
                  <a:lnTo>
                    <a:pt x="2030963" y="2768327"/>
                  </a:lnTo>
                  <a:lnTo>
                    <a:pt x="2031080" y="2768327"/>
                  </a:lnTo>
                  <a:lnTo>
                    <a:pt x="2031080" y="2767896"/>
                  </a:lnTo>
                  <a:lnTo>
                    <a:pt x="2031198" y="2767896"/>
                  </a:lnTo>
                  <a:lnTo>
                    <a:pt x="2031198" y="2767466"/>
                  </a:lnTo>
                  <a:lnTo>
                    <a:pt x="2031315" y="2767466"/>
                  </a:lnTo>
                  <a:lnTo>
                    <a:pt x="2031433" y="2767466"/>
                  </a:lnTo>
                  <a:lnTo>
                    <a:pt x="2031433" y="2767035"/>
                  </a:lnTo>
                  <a:lnTo>
                    <a:pt x="2031551" y="2767035"/>
                  </a:lnTo>
                  <a:lnTo>
                    <a:pt x="2031668" y="2767035"/>
                  </a:lnTo>
                  <a:lnTo>
                    <a:pt x="2031786" y="2767035"/>
                  </a:lnTo>
                  <a:lnTo>
                    <a:pt x="2031904" y="2767035"/>
                  </a:lnTo>
                  <a:lnTo>
                    <a:pt x="2032021" y="2767035"/>
                  </a:lnTo>
                  <a:lnTo>
                    <a:pt x="2032139" y="2767035"/>
                  </a:lnTo>
                  <a:lnTo>
                    <a:pt x="2032139" y="2766605"/>
                  </a:lnTo>
                  <a:lnTo>
                    <a:pt x="2032256" y="2766605"/>
                  </a:lnTo>
                  <a:lnTo>
                    <a:pt x="2032374" y="2766605"/>
                  </a:lnTo>
                  <a:lnTo>
                    <a:pt x="2032492" y="2766605"/>
                  </a:lnTo>
                  <a:lnTo>
                    <a:pt x="2032609" y="2766605"/>
                  </a:lnTo>
                  <a:lnTo>
                    <a:pt x="2032727" y="2766605"/>
                  </a:lnTo>
                  <a:lnTo>
                    <a:pt x="2032844" y="2766605"/>
                  </a:lnTo>
                  <a:lnTo>
                    <a:pt x="2032962" y="2766605"/>
                  </a:lnTo>
                  <a:lnTo>
                    <a:pt x="2032962" y="2766174"/>
                  </a:lnTo>
                  <a:lnTo>
                    <a:pt x="2033080" y="2766174"/>
                  </a:lnTo>
                  <a:lnTo>
                    <a:pt x="2033080" y="2765743"/>
                  </a:lnTo>
                  <a:lnTo>
                    <a:pt x="2033197" y="2765743"/>
                  </a:lnTo>
                  <a:lnTo>
                    <a:pt x="2033197" y="2765313"/>
                  </a:lnTo>
                  <a:lnTo>
                    <a:pt x="2033197" y="2764882"/>
                  </a:lnTo>
                  <a:lnTo>
                    <a:pt x="2033315" y="2764882"/>
                  </a:lnTo>
                  <a:lnTo>
                    <a:pt x="2033315" y="2764452"/>
                  </a:lnTo>
                  <a:lnTo>
                    <a:pt x="2033433" y="2764452"/>
                  </a:lnTo>
                  <a:lnTo>
                    <a:pt x="2033550" y="2764452"/>
                  </a:lnTo>
                  <a:lnTo>
                    <a:pt x="2033668" y="2764452"/>
                  </a:lnTo>
                  <a:lnTo>
                    <a:pt x="2033668" y="2764021"/>
                  </a:lnTo>
                  <a:lnTo>
                    <a:pt x="2033785" y="2764021"/>
                  </a:lnTo>
                  <a:lnTo>
                    <a:pt x="2033903" y="2764021"/>
                  </a:lnTo>
                  <a:lnTo>
                    <a:pt x="2034021" y="2764021"/>
                  </a:lnTo>
                  <a:lnTo>
                    <a:pt x="2034021" y="2763590"/>
                  </a:lnTo>
                  <a:lnTo>
                    <a:pt x="2034138" y="2763590"/>
                  </a:lnTo>
                  <a:lnTo>
                    <a:pt x="2034256" y="2763590"/>
                  </a:lnTo>
                  <a:lnTo>
                    <a:pt x="2034256" y="2763160"/>
                  </a:lnTo>
                  <a:lnTo>
                    <a:pt x="2034373" y="2763160"/>
                  </a:lnTo>
                  <a:lnTo>
                    <a:pt x="2034491" y="2763160"/>
                  </a:lnTo>
                  <a:lnTo>
                    <a:pt x="2034491" y="2762729"/>
                  </a:lnTo>
                  <a:lnTo>
                    <a:pt x="2034609" y="2762729"/>
                  </a:lnTo>
                  <a:lnTo>
                    <a:pt x="2034726" y="2762729"/>
                  </a:lnTo>
                  <a:lnTo>
                    <a:pt x="2034726" y="2762299"/>
                  </a:lnTo>
                  <a:lnTo>
                    <a:pt x="2034844" y="2762299"/>
                  </a:lnTo>
                  <a:lnTo>
                    <a:pt x="2034962" y="2762299"/>
                  </a:lnTo>
                  <a:lnTo>
                    <a:pt x="2035079" y="2762299"/>
                  </a:lnTo>
                  <a:lnTo>
                    <a:pt x="2035079" y="2761868"/>
                  </a:lnTo>
                  <a:lnTo>
                    <a:pt x="2035197" y="2761868"/>
                  </a:lnTo>
                  <a:lnTo>
                    <a:pt x="2035314" y="2761868"/>
                  </a:lnTo>
                  <a:lnTo>
                    <a:pt x="2035432" y="2761868"/>
                  </a:lnTo>
                  <a:lnTo>
                    <a:pt x="2035432" y="2761437"/>
                  </a:lnTo>
                  <a:lnTo>
                    <a:pt x="2035550" y="2761437"/>
                  </a:lnTo>
                  <a:lnTo>
                    <a:pt x="2035550" y="2761007"/>
                  </a:lnTo>
                  <a:lnTo>
                    <a:pt x="2035667" y="2761007"/>
                  </a:lnTo>
                  <a:lnTo>
                    <a:pt x="2035667" y="2760576"/>
                  </a:lnTo>
                  <a:lnTo>
                    <a:pt x="2035785" y="2760576"/>
                  </a:lnTo>
                  <a:lnTo>
                    <a:pt x="2035902" y="2760576"/>
                  </a:lnTo>
                  <a:lnTo>
                    <a:pt x="2035902" y="2760146"/>
                  </a:lnTo>
                  <a:lnTo>
                    <a:pt x="2036020" y="2760146"/>
                  </a:lnTo>
                  <a:lnTo>
                    <a:pt x="2036138" y="2760146"/>
                  </a:lnTo>
                  <a:lnTo>
                    <a:pt x="2036138" y="2759715"/>
                  </a:lnTo>
                  <a:lnTo>
                    <a:pt x="2036138" y="2759284"/>
                  </a:lnTo>
                  <a:lnTo>
                    <a:pt x="2036255" y="2759284"/>
                  </a:lnTo>
                  <a:lnTo>
                    <a:pt x="2036373" y="2759284"/>
                  </a:lnTo>
                  <a:lnTo>
                    <a:pt x="2036490" y="2759284"/>
                  </a:lnTo>
                  <a:lnTo>
                    <a:pt x="2036490" y="2758854"/>
                  </a:lnTo>
                  <a:lnTo>
                    <a:pt x="2036608" y="2758854"/>
                  </a:lnTo>
                  <a:lnTo>
                    <a:pt x="2036726" y="2758854"/>
                  </a:lnTo>
                  <a:lnTo>
                    <a:pt x="2036843" y="2758854"/>
                  </a:lnTo>
                  <a:lnTo>
                    <a:pt x="2036961" y="2758854"/>
                  </a:lnTo>
                  <a:lnTo>
                    <a:pt x="2037079" y="2758854"/>
                  </a:lnTo>
                  <a:lnTo>
                    <a:pt x="2037196" y="2758854"/>
                  </a:lnTo>
                  <a:lnTo>
                    <a:pt x="2037314" y="2758854"/>
                  </a:lnTo>
                  <a:lnTo>
                    <a:pt x="2037431" y="2758854"/>
                  </a:lnTo>
                  <a:lnTo>
                    <a:pt x="2037549" y="2758854"/>
                  </a:lnTo>
                  <a:lnTo>
                    <a:pt x="2037549" y="2758423"/>
                  </a:lnTo>
                  <a:lnTo>
                    <a:pt x="2037549" y="2757993"/>
                  </a:lnTo>
                  <a:lnTo>
                    <a:pt x="2037667" y="2757993"/>
                  </a:lnTo>
                  <a:lnTo>
                    <a:pt x="2037784" y="2757993"/>
                  </a:lnTo>
                  <a:lnTo>
                    <a:pt x="2037784" y="2757562"/>
                  </a:lnTo>
                  <a:lnTo>
                    <a:pt x="2037902" y="2757562"/>
                  </a:lnTo>
                  <a:lnTo>
                    <a:pt x="2038019" y="2757562"/>
                  </a:lnTo>
                  <a:lnTo>
                    <a:pt x="2038019" y="2757131"/>
                  </a:lnTo>
                  <a:lnTo>
                    <a:pt x="2038137" y="2757131"/>
                  </a:lnTo>
                  <a:lnTo>
                    <a:pt x="2038255" y="2757131"/>
                  </a:lnTo>
                  <a:lnTo>
                    <a:pt x="2038372" y="2757131"/>
                  </a:lnTo>
                  <a:lnTo>
                    <a:pt x="2038372" y="2756701"/>
                  </a:lnTo>
                  <a:lnTo>
                    <a:pt x="2038490" y="2756701"/>
                  </a:lnTo>
                  <a:lnTo>
                    <a:pt x="2038608" y="2756701"/>
                  </a:lnTo>
                  <a:lnTo>
                    <a:pt x="2038725" y="2756701"/>
                  </a:lnTo>
                  <a:lnTo>
                    <a:pt x="2038843" y="2756701"/>
                  </a:lnTo>
                  <a:lnTo>
                    <a:pt x="2038960" y="2756701"/>
                  </a:lnTo>
                  <a:lnTo>
                    <a:pt x="2038960" y="2756270"/>
                  </a:lnTo>
                  <a:lnTo>
                    <a:pt x="2039078" y="2756270"/>
                  </a:lnTo>
                  <a:lnTo>
                    <a:pt x="2039196" y="2756270"/>
                  </a:lnTo>
                  <a:lnTo>
                    <a:pt x="2039196" y="2755840"/>
                  </a:lnTo>
                  <a:lnTo>
                    <a:pt x="2039196" y="2755409"/>
                  </a:lnTo>
                  <a:lnTo>
                    <a:pt x="2039313" y="2755409"/>
                  </a:lnTo>
                  <a:lnTo>
                    <a:pt x="2039313" y="2754978"/>
                  </a:lnTo>
                  <a:lnTo>
                    <a:pt x="2039431" y="2754978"/>
                  </a:lnTo>
                  <a:lnTo>
                    <a:pt x="2039431" y="2754548"/>
                  </a:lnTo>
                  <a:lnTo>
                    <a:pt x="2039548" y="2754548"/>
                  </a:lnTo>
                  <a:lnTo>
                    <a:pt x="2039666" y="2754548"/>
                  </a:lnTo>
                  <a:lnTo>
                    <a:pt x="2039666" y="2754117"/>
                  </a:lnTo>
                  <a:lnTo>
                    <a:pt x="2039784" y="2754117"/>
                  </a:lnTo>
                  <a:lnTo>
                    <a:pt x="2039901" y="2754117"/>
                  </a:lnTo>
                  <a:lnTo>
                    <a:pt x="2039901" y="2753687"/>
                  </a:lnTo>
                  <a:lnTo>
                    <a:pt x="2040019" y="2753687"/>
                  </a:lnTo>
                  <a:lnTo>
                    <a:pt x="2040137" y="2753687"/>
                  </a:lnTo>
                  <a:lnTo>
                    <a:pt x="2040254" y="2753687"/>
                  </a:lnTo>
                  <a:lnTo>
                    <a:pt x="2040372" y="2753687"/>
                  </a:lnTo>
                  <a:lnTo>
                    <a:pt x="2040489" y="2753687"/>
                  </a:lnTo>
                  <a:lnTo>
                    <a:pt x="2040607" y="2753687"/>
                  </a:lnTo>
                  <a:lnTo>
                    <a:pt x="2040607" y="2753256"/>
                  </a:lnTo>
                  <a:lnTo>
                    <a:pt x="2040607" y="2752825"/>
                  </a:lnTo>
                  <a:lnTo>
                    <a:pt x="2040725" y="2752825"/>
                  </a:lnTo>
                  <a:lnTo>
                    <a:pt x="2040842" y="2752825"/>
                  </a:lnTo>
                  <a:lnTo>
                    <a:pt x="2040960" y="2752825"/>
                  </a:lnTo>
                  <a:lnTo>
                    <a:pt x="2041077" y="2752825"/>
                  </a:lnTo>
                  <a:lnTo>
                    <a:pt x="2041195" y="2752825"/>
                  </a:lnTo>
                  <a:lnTo>
                    <a:pt x="2041313" y="2752825"/>
                  </a:lnTo>
                  <a:lnTo>
                    <a:pt x="2041430" y="2752825"/>
                  </a:lnTo>
                  <a:lnTo>
                    <a:pt x="2041430" y="2752395"/>
                  </a:lnTo>
                  <a:lnTo>
                    <a:pt x="2041548" y="2752395"/>
                  </a:lnTo>
                  <a:lnTo>
                    <a:pt x="2041666" y="2752395"/>
                  </a:lnTo>
                  <a:lnTo>
                    <a:pt x="2041666" y="2751964"/>
                  </a:lnTo>
                  <a:lnTo>
                    <a:pt x="2041783" y="2751964"/>
                  </a:lnTo>
                  <a:lnTo>
                    <a:pt x="2041783" y="2751534"/>
                  </a:lnTo>
                  <a:lnTo>
                    <a:pt x="2041783" y="2751103"/>
                  </a:lnTo>
                  <a:lnTo>
                    <a:pt x="2041783" y="2750672"/>
                  </a:lnTo>
                  <a:lnTo>
                    <a:pt x="2041783" y="2750242"/>
                  </a:lnTo>
                  <a:lnTo>
                    <a:pt x="2041901" y="2750242"/>
                  </a:lnTo>
                  <a:lnTo>
                    <a:pt x="2041901" y="2749811"/>
                  </a:lnTo>
                  <a:lnTo>
                    <a:pt x="2042018" y="2749811"/>
                  </a:lnTo>
                  <a:lnTo>
                    <a:pt x="2042018" y="2749381"/>
                  </a:lnTo>
                  <a:lnTo>
                    <a:pt x="2042136" y="2749381"/>
                  </a:lnTo>
                  <a:lnTo>
                    <a:pt x="2042254" y="2749381"/>
                  </a:lnTo>
                  <a:lnTo>
                    <a:pt x="2042371" y="2749381"/>
                  </a:lnTo>
                  <a:lnTo>
                    <a:pt x="2042489" y="2749381"/>
                  </a:lnTo>
                  <a:lnTo>
                    <a:pt x="2042489" y="2748950"/>
                  </a:lnTo>
                  <a:lnTo>
                    <a:pt x="2042606" y="2748950"/>
                  </a:lnTo>
                  <a:lnTo>
                    <a:pt x="2042724" y="2748950"/>
                  </a:lnTo>
                  <a:lnTo>
                    <a:pt x="2042724" y="2748519"/>
                  </a:lnTo>
                  <a:lnTo>
                    <a:pt x="2042842" y="2748519"/>
                  </a:lnTo>
                  <a:lnTo>
                    <a:pt x="2042959" y="2748519"/>
                  </a:lnTo>
                  <a:lnTo>
                    <a:pt x="2043077" y="2748519"/>
                  </a:lnTo>
                  <a:lnTo>
                    <a:pt x="2043195" y="2748519"/>
                  </a:lnTo>
                  <a:lnTo>
                    <a:pt x="2043312" y="2748519"/>
                  </a:lnTo>
                  <a:lnTo>
                    <a:pt x="2043312" y="2748089"/>
                  </a:lnTo>
                  <a:lnTo>
                    <a:pt x="2043312" y="2747658"/>
                  </a:lnTo>
                  <a:lnTo>
                    <a:pt x="2043312" y="2747228"/>
                  </a:lnTo>
                  <a:lnTo>
                    <a:pt x="2043312" y="2746797"/>
                  </a:lnTo>
                  <a:lnTo>
                    <a:pt x="2043312" y="2746366"/>
                  </a:lnTo>
                  <a:lnTo>
                    <a:pt x="2043430" y="2746366"/>
                  </a:lnTo>
                  <a:lnTo>
                    <a:pt x="2043547" y="2746366"/>
                  </a:lnTo>
                  <a:lnTo>
                    <a:pt x="2043665" y="2746366"/>
                  </a:lnTo>
                  <a:lnTo>
                    <a:pt x="2043783" y="2746366"/>
                  </a:lnTo>
                  <a:lnTo>
                    <a:pt x="2043900" y="2746366"/>
                  </a:lnTo>
                  <a:lnTo>
                    <a:pt x="2044018" y="2746366"/>
                  </a:lnTo>
                  <a:lnTo>
                    <a:pt x="2044135" y="2746366"/>
                  </a:lnTo>
                  <a:lnTo>
                    <a:pt x="2044253" y="2746366"/>
                  </a:lnTo>
                  <a:lnTo>
                    <a:pt x="2044371" y="2746366"/>
                  </a:lnTo>
                  <a:lnTo>
                    <a:pt x="2044488" y="2746366"/>
                  </a:lnTo>
                  <a:lnTo>
                    <a:pt x="2044606" y="2746366"/>
                  </a:lnTo>
                  <a:lnTo>
                    <a:pt x="2044723" y="2746366"/>
                  </a:lnTo>
                  <a:lnTo>
                    <a:pt x="2044723" y="2745936"/>
                  </a:lnTo>
                  <a:lnTo>
                    <a:pt x="2044841" y="2745936"/>
                  </a:lnTo>
                  <a:lnTo>
                    <a:pt x="2044841" y="2745505"/>
                  </a:lnTo>
                  <a:lnTo>
                    <a:pt x="2044959" y="2745505"/>
                  </a:lnTo>
                  <a:lnTo>
                    <a:pt x="2045076" y="2745505"/>
                  </a:lnTo>
                  <a:lnTo>
                    <a:pt x="2045194" y="2745505"/>
                  </a:lnTo>
                  <a:lnTo>
                    <a:pt x="2045312" y="2745505"/>
                  </a:lnTo>
                  <a:lnTo>
                    <a:pt x="2045429" y="2745505"/>
                  </a:lnTo>
                  <a:lnTo>
                    <a:pt x="2045547" y="2745505"/>
                  </a:lnTo>
                  <a:lnTo>
                    <a:pt x="2045664" y="2745505"/>
                  </a:lnTo>
                  <a:lnTo>
                    <a:pt x="2045782" y="2745505"/>
                  </a:lnTo>
                  <a:lnTo>
                    <a:pt x="2045900" y="2745505"/>
                  </a:lnTo>
                  <a:lnTo>
                    <a:pt x="2046017" y="2745505"/>
                  </a:lnTo>
                  <a:lnTo>
                    <a:pt x="2046017" y="2745075"/>
                  </a:lnTo>
                  <a:lnTo>
                    <a:pt x="2046135" y="2745075"/>
                  </a:lnTo>
                  <a:lnTo>
                    <a:pt x="2046252" y="2745075"/>
                  </a:lnTo>
                  <a:lnTo>
                    <a:pt x="2046252" y="2744644"/>
                  </a:lnTo>
                  <a:lnTo>
                    <a:pt x="2046370" y="2744644"/>
                  </a:lnTo>
                  <a:lnTo>
                    <a:pt x="2046488" y="2744644"/>
                  </a:lnTo>
                  <a:lnTo>
                    <a:pt x="2046605" y="2744644"/>
                  </a:lnTo>
                  <a:lnTo>
                    <a:pt x="2046723" y="2744644"/>
                  </a:lnTo>
                  <a:lnTo>
                    <a:pt x="2046841" y="2744644"/>
                  </a:lnTo>
                  <a:lnTo>
                    <a:pt x="2046958" y="2744644"/>
                  </a:lnTo>
                  <a:lnTo>
                    <a:pt x="2047076" y="2744644"/>
                  </a:lnTo>
                  <a:lnTo>
                    <a:pt x="2047193" y="2744644"/>
                  </a:lnTo>
                  <a:lnTo>
                    <a:pt x="2047311" y="2744644"/>
                  </a:lnTo>
                  <a:lnTo>
                    <a:pt x="2047429" y="2744644"/>
                  </a:lnTo>
                  <a:lnTo>
                    <a:pt x="2047546" y="2744644"/>
                  </a:lnTo>
                  <a:lnTo>
                    <a:pt x="2047546" y="2744213"/>
                  </a:lnTo>
                  <a:lnTo>
                    <a:pt x="2047546" y="2743783"/>
                  </a:lnTo>
                  <a:lnTo>
                    <a:pt x="2047664" y="2743783"/>
                  </a:lnTo>
                  <a:lnTo>
                    <a:pt x="2047664" y="2743352"/>
                  </a:lnTo>
                  <a:lnTo>
                    <a:pt x="2047781" y="2743352"/>
                  </a:lnTo>
                  <a:lnTo>
                    <a:pt x="2047781" y="2742922"/>
                  </a:lnTo>
                  <a:lnTo>
                    <a:pt x="2047781" y="2742491"/>
                  </a:lnTo>
                  <a:lnTo>
                    <a:pt x="2047899" y="2742491"/>
                  </a:lnTo>
                  <a:lnTo>
                    <a:pt x="2048017" y="2742491"/>
                  </a:lnTo>
                  <a:lnTo>
                    <a:pt x="2048017" y="2742060"/>
                  </a:lnTo>
                  <a:lnTo>
                    <a:pt x="2048017" y="2741630"/>
                  </a:lnTo>
                  <a:lnTo>
                    <a:pt x="2048017" y="2741199"/>
                  </a:lnTo>
                  <a:lnTo>
                    <a:pt x="2048134" y="2741199"/>
                  </a:lnTo>
                  <a:lnTo>
                    <a:pt x="2048252" y="2741199"/>
                  </a:lnTo>
                  <a:lnTo>
                    <a:pt x="2048370" y="2741199"/>
                  </a:lnTo>
                  <a:lnTo>
                    <a:pt x="2048370" y="2740769"/>
                  </a:lnTo>
                  <a:lnTo>
                    <a:pt x="2048487" y="2740769"/>
                  </a:lnTo>
                  <a:lnTo>
                    <a:pt x="2048487" y="2740338"/>
                  </a:lnTo>
                  <a:lnTo>
                    <a:pt x="2048487" y="2739907"/>
                  </a:lnTo>
                  <a:lnTo>
                    <a:pt x="2048605" y="2739907"/>
                  </a:lnTo>
                  <a:lnTo>
                    <a:pt x="2048722" y="2739907"/>
                  </a:lnTo>
                  <a:lnTo>
                    <a:pt x="2048840" y="2739907"/>
                  </a:lnTo>
                  <a:lnTo>
                    <a:pt x="2048958" y="2739907"/>
                  </a:lnTo>
                  <a:lnTo>
                    <a:pt x="2048958" y="2739477"/>
                  </a:lnTo>
                  <a:lnTo>
                    <a:pt x="2049075" y="2739477"/>
                  </a:lnTo>
                  <a:lnTo>
                    <a:pt x="2049075" y="2739046"/>
                  </a:lnTo>
                  <a:lnTo>
                    <a:pt x="2049193" y="2739046"/>
                  </a:lnTo>
                  <a:lnTo>
                    <a:pt x="2049310" y="2739046"/>
                  </a:lnTo>
                  <a:lnTo>
                    <a:pt x="2049428" y="2739046"/>
                  </a:lnTo>
                  <a:lnTo>
                    <a:pt x="2049546" y="2739046"/>
                  </a:lnTo>
                  <a:lnTo>
                    <a:pt x="2049663" y="2739046"/>
                  </a:lnTo>
                  <a:lnTo>
                    <a:pt x="2049781" y="2739046"/>
                  </a:lnTo>
                  <a:lnTo>
                    <a:pt x="2049899" y="2739046"/>
                  </a:lnTo>
                  <a:lnTo>
                    <a:pt x="2049899" y="2738616"/>
                  </a:lnTo>
                  <a:lnTo>
                    <a:pt x="2050016" y="2738616"/>
                  </a:lnTo>
                  <a:lnTo>
                    <a:pt x="2050134" y="2738616"/>
                  </a:lnTo>
                  <a:lnTo>
                    <a:pt x="2050134" y="2738185"/>
                  </a:lnTo>
                  <a:lnTo>
                    <a:pt x="2050251" y="2738185"/>
                  </a:lnTo>
                  <a:lnTo>
                    <a:pt x="2050369" y="2738185"/>
                  </a:lnTo>
                  <a:lnTo>
                    <a:pt x="2050487" y="2738185"/>
                  </a:lnTo>
                  <a:lnTo>
                    <a:pt x="2050487" y="2737754"/>
                  </a:lnTo>
                  <a:lnTo>
                    <a:pt x="2050604" y="2737754"/>
                  </a:lnTo>
                  <a:lnTo>
                    <a:pt x="2050722" y="2737754"/>
                  </a:lnTo>
                  <a:lnTo>
                    <a:pt x="2050839" y="2737754"/>
                  </a:lnTo>
                  <a:lnTo>
                    <a:pt x="2050957" y="2737754"/>
                  </a:lnTo>
                  <a:lnTo>
                    <a:pt x="2051075" y="2737754"/>
                  </a:lnTo>
                  <a:lnTo>
                    <a:pt x="2051075" y="2737324"/>
                  </a:lnTo>
                  <a:lnTo>
                    <a:pt x="2051192" y="2737324"/>
                  </a:lnTo>
                  <a:lnTo>
                    <a:pt x="2051310" y="2737324"/>
                  </a:lnTo>
                  <a:lnTo>
                    <a:pt x="2051428" y="2737324"/>
                  </a:lnTo>
                  <a:lnTo>
                    <a:pt x="2051428" y="2736893"/>
                  </a:lnTo>
                  <a:lnTo>
                    <a:pt x="2051428" y="2736463"/>
                  </a:lnTo>
                  <a:lnTo>
                    <a:pt x="2051545" y="2736463"/>
                  </a:lnTo>
                  <a:lnTo>
                    <a:pt x="2051545" y="2736032"/>
                  </a:lnTo>
                  <a:lnTo>
                    <a:pt x="2051663" y="2736032"/>
                  </a:lnTo>
                  <a:lnTo>
                    <a:pt x="2051780" y="2736032"/>
                  </a:lnTo>
                  <a:lnTo>
                    <a:pt x="2051898" y="2736032"/>
                  </a:lnTo>
                  <a:lnTo>
                    <a:pt x="2051898" y="2735601"/>
                  </a:lnTo>
                  <a:lnTo>
                    <a:pt x="2052016" y="2735601"/>
                  </a:lnTo>
                  <a:lnTo>
                    <a:pt x="2052133" y="2735601"/>
                  </a:lnTo>
                  <a:lnTo>
                    <a:pt x="2052251" y="2735601"/>
                  </a:lnTo>
                  <a:lnTo>
                    <a:pt x="2052368" y="2735601"/>
                  </a:lnTo>
                  <a:lnTo>
                    <a:pt x="2052486" y="2735601"/>
                  </a:lnTo>
                  <a:lnTo>
                    <a:pt x="2052604" y="2735601"/>
                  </a:lnTo>
                  <a:lnTo>
                    <a:pt x="2052721" y="2735601"/>
                  </a:lnTo>
                  <a:lnTo>
                    <a:pt x="2052721" y="2735171"/>
                  </a:lnTo>
                  <a:lnTo>
                    <a:pt x="2052839" y="2735171"/>
                  </a:lnTo>
                  <a:lnTo>
                    <a:pt x="2052956" y="2735171"/>
                  </a:lnTo>
                  <a:lnTo>
                    <a:pt x="2053074" y="2735171"/>
                  </a:lnTo>
                  <a:lnTo>
                    <a:pt x="2053192" y="2735171"/>
                  </a:lnTo>
                  <a:lnTo>
                    <a:pt x="2053309" y="2735171"/>
                  </a:lnTo>
                  <a:lnTo>
                    <a:pt x="2053309" y="2734740"/>
                  </a:lnTo>
                  <a:lnTo>
                    <a:pt x="2053309" y="2734310"/>
                  </a:lnTo>
                  <a:lnTo>
                    <a:pt x="2053309" y="2733879"/>
                  </a:lnTo>
                  <a:lnTo>
                    <a:pt x="2053309" y="2733448"/>
                  </a:lnTo>
                  <a:lnTo>
                    <a:pt x="2053427" y="2733448"/>
                  </a:lnTo>
                  <a:lnTo>
                    <a:pt x="2053427" y="2733018"/>
                  </a:lnTo>
                  <a:lnTo>
                    <a:pt x="2053545" y="2733018"/>
                  </a:lnTo>
                  <a:lnTo>
                    <a:pt x="2053545" y="2732587"/>
                  </a:lnTo>
                  <a:lnTo>
                    <a:pt x="2053662" y="2732587"/>
                  </a:lnTo>
                  <a:lnTo>
                    <a:pt x="2053780" y="2732587"/>
                  </a:lnTo>
                  <a:lnTo>
                    <a:pt x="2053780" y="2732157"/>
                  </a:lnTo>
                  <a:lnTo>
                    <a:pt x="2053897" y="2732157"/>
                  </a:lnTo>
                  <a:lnTo>
                    <a:pt x="2054015" y="2732157"/>
                  </a:lnTo>
                  <a:lnTo>
                    <a:pt x="2054133" y="2732157"/>
                  </a:lnTo>
                  <a:lnTo>
                    <a:pt x="2054250" y="2732157"/>
                  </a:lnTo>
                  <a:lnTo>
                    <a:pt x="2054250" y="2731726"/>
                  </a:lnTo>
                  <a:lnTo>
                    <a:pt x="2054368" y="2731726"/>
                  </a:lnTo>
                  <a:lnTo>
                    <a:pt x="2054485" y="2731726"/>
                  </a:lnTo>
                  <a:lnTo>
                    <a:pt x="2054603" y="2731726"/>
                  </a:lnTo>
                  <a:lnTo>
                    <a:pt x="2054721" y="2731726"/>
                  </a:lnTo>
                  <a:lnTo>
                    <a:pt x="2054838" y="2731726"/>
                  </a:lnTo>
                  <a:lnTo>
                    <a:pt x="2054956" y="2731726"/>
                  </a:lnTo>
                  <a:lnTo>
                    <a:pt x="2055074" y="2731726"/>
                  </a:lnTo>
                  <a:lnTo>
                    <a:pt x="2055191" y="2731726"/>
                  </a:lnTo>
                  <a:lnTo>
                    <a:pt x="2055191" y="2731295"/>
                  </a:lnTo>
                  <a:lnTo>
                    <a:pt x="2055309" y="2731295"/>
                  </a:lnTo>
                  <a:lnTo>
                    <a:pt x="2055426" y="2731295"/>
                  </a:lnTo>
                  <a:lnTo>
                    <a:pt x="2055426" y="2730865"/>
                  </a:lnTo>
                  <a:lnTo>
                    <a:pt x="2055426" y="2730434"/>
                  </a:lnTo>
                  <a:lnTo>
                    <a:pt x="2055544" y="2730434"/>
                  </a:lnTo>
                  <a:lnTo>
                    <a:pt x="2055662" y="2730434"/>
                  </a:lnTo>
                  <a:lnTo>
                    <a:pt x="2055779" y="2730434"/>
                  </a:lnTo>
                  <a:lnTo>
                    <a:pt x="2055897" y="2730434"/>
                  </a:lnTo>
                  <a:lnTo>
                    <a:pt x="2056014" y="2730434"/>
                  </a:lnTo>
                  <a:lnTo>
                    <a:pt x="2056132" y="2730434"/>
                  </a:lnTo>
                  <a:lnTo>
                    <a:pt x="2056250" y="2730434"/>
                  </a:lnTo>
                  <a:lnTo>
                    <a:pt x="2056367" y="2730434"/>
                  </a:lnTo>
                  <a:lnTo>
                    <a:pt x="2056485" y="2730434"/>
                  </a:lnTo>
                  <a:lnTo>
                    <a:pt x="2056603" y="2730434"/>
                  </a:lnTo>
                  <a:lnTo>
                    <a:pt x="2056720" y="2730434"/>
                  </a:lnTo>
                  <a:lnTo>
                    <a:pt x="2056838" y="2730434"/>
                  </a:lnTo>
                  <a:lnTo>
                    <a:pt x="2056838" y="2730004"/>
                  </a:lnTo>
                  <a:lnTo>
                    <a:pt x="2056955" y="2730004"/>
                  </a:lnTo>
                  <a:lnTo>
                    <a:pt x="2057073" y="2730004"/>
                  </a:lnTo>
                  <a:lnTo>
                    <a:pt x="2057191" y="2730004"/>
                  </a:lnTo>
                  <a:lnTo>
                    <a:pt x="2057308" y="2730004"/>
                  </a:lnTo>
                  <a:lnTo>
                    <a:pt x="2057426" y="2730004"/>
                  </a:lnTo>
                  <a:lnTo>
                    <a:pt x="2057543" y="2730004"/>
                  </a:lnTo>
                  <a:lnTo>
                    <a:pt x="2057661" y="2730004"/>
                  </a:lnTo>
                  <a:lnTo>
                    <a:pt x="2057661" y="2729573"/>
                  </a:lnTo>
                  <a:lnTo>
                    <a:pt x="2057779" y="2729573"/>
                  </a:lnTo>
                  <a:lnTo>
                    <a:pt x="2057779" y="2729142"/>
                  </a:lnTo>
                  <a:lnTo>
                    <a:pt x="2057779" y="2728712"/>
                  </a:lnTo>
                  <a:lnTo>
                    <a:pt x="2057896" y="2728712"/>
                  </a:lnTo>
                  <a:lnTo>
                    <a:pt x="2057896" y="2728281"/>
                  </a:lnTo>
                  <a:lnTo>
                    <a:pt x="2057896" y="2727851"/>
                  </a:lnTo>
                  <a:lnTo>
                    <a:pt x="2058014" y="2727851"/>
                  </a:lnTo>
                  <a:lnTo>
                    <a:pt x="2058014" y="2727420"/>
                  </a:lnTo>
                  <a:lnTo>
                    <a:pt x="2058132" y="2727420"/>
                  </a:lnTo>
                  <a:lnTo>
                    <a:pt x="2058249" y="2727420"/>
                  </a:lnTo>
                  <a:lnTo>
                    <a:pt x="2058249" y="2726989"/>
                  </a:lnTo>
                  <a:lnTo>
                    <a:pt x="2058367" y="2726989"/>
                  </a:lnTo>
                  <a:lnTo>
                    <a:pt x="2058484" y="2726989"/>
                  </a:lnTo>
                  <a:lnTo>
                    <a:pt x="2058602" y="2726989"/>
                  </a:lnTo>
                  <a:lnTo>
                    <a:pt x="2058720" y="2726989"/>
                  </a:lnTo>
                  <a:lnTo>
                    <a:pt x="2058720" y="2726559"/>
                  </a:lnTo>
                  <a:lnTo>
                    <a:pt x="2058837" y="2726559"/>
                  </a:lnTo>
                  <a:lnTo>
                    <a:pt x="2058837" y="2726128"/>
                  </a:lnTo>
                  <a:lnTo>
                    <a:pt x="2058955" y="2726128"/>
                  </a:lnTo>
                  <a:lnTo>
                    <a:pt x="2059072" y="2726128"/>
                  </a:lnTo>
                  <a:lnTo>
                    <a:pt x="2059190" y="2726128"/>
                  </a:lnTo>
                  <a:lnTo>
                    <a:pt x="2059308" y="2726128"/>
                  </a:lnTo>
                  <a:lnTo>
                    <a:pt x="2059425" y="2726128"/>
                  </a:lnTo>
                  <a:lnTo>
                    <a:pt x="2059543" y="2726128"/>
                  </a:lnTo>
                  <a:lnTo>
                    <a:pt x="2059661" y="2726128"/>
                  </a:lnTo>
                  <a:lnTo>
                    <a:pt x="2059778" y="2726128"/>
                  </a:lnTo>
                  <a:lnTo>
                    <a:pt x="2059896" y="2726128"/>
                  </a:lnTo>
                  <a:lnTo>
                    <a:pt x="2060013" y="2726128"/>
                  </a:lnTo>
                  <a:lnTo>
                    <a:pt x="2060131" y="2726128"/>
                  </a:lnTo>
                  <a:lnTo>
                    <a:pt x="2060131" y="2725698"/>
                  </a:lnTo>
                  <a:lnTo>
                    <a:pt x="2060131" y="2725267"/>
                  </a:lnTo>
                  <a:lnTo>
                    <a:pt x="2060249" y="2725267"/>
                  </a:lnTo>
                  <a:lnTo>
                    <a:pt x="2060366" y="2725267"/>
                  </a:lnTo>
                  <a:lnTo>
                    <a:pt x="2060366" y="2724836"/>
                  </a:lnTo>
                  <a:lnTo>
                    <a:pt x="2060484" y="2724836"/>
                  </a:lnTo>
                  <a:lnTo>
                    <a:pt x="2060484" y="2724406"/>
                  </a:lnTo>
                  <a:lnTo>
                    <a:pt x="2060601" y="2724406"/>
                  </a:lnTo>
                  <a:lnTo>
                    <a:pt x="2060601" y="2723975"/>
                  </a:lnTo>
                  <a:lnTo>
                    <a:pt x="2060601" y="2723545"/>
                  </a:lnTo>
                  <a:lnTo>
                    <a:pt x="2060719" y="2723545"/>
                  </a:lnTo>
                  <a:lnTo>
                    <a:pt x="2060837" y="2723545"/>
                  </a:lnTo>
                  <a:lnTo>
                    <a:pt x="2060954" y="2723545"/>
                  </a:lnTo>
                  <a:lnTo>
                    <a:pt x="2061072" y="2723545"/>
                  </a:lnTo>
                  <a:lnTo>
                    <a:pt x="2061189" y="2723545"/>
                  </a:lnTo>
                  <a:lnTo>
                    <a:pt x="2061307" y="2723545"/>
                  </a:lnTo>
                  <a:lnTo>
                    <a:pt x="2061307" y="2723114"/>
                  </a:lnTo>
                  <a:lnTo>
                    <a:pt x="2061425" y="2723114"/>
                  </a:lnTo>
                  <a:lnTo>
                    <a:pt x="2061542" y="2723114"/>
                  </a:lnTo>
                  <a:lnTo>
                    <a:pt x="2061660" y="2723114"/>
                  </a:lnTo>
                  <a:lnTo>
                    <a:pt x="2061660" y="2722683"/>
                  </a:lnTo>
                  <a:lnTo>
                    <a:pt x="2061778" y="2722683"/>
                  </a:lnTo>
                  <a:lnTo>
                    <a:pt x="2061895" y="2722683"/>
                  </a:lnTo>
                  <a:lnTo>
                    <a:pt x="2062013" y="2722683"/>
                  </a:lnTo>
                  <a:lnTo>
                    <a:pt x="2062130" y="2722683"/>
                  </a:lnTo>
                  <a:lnTo>
                    <a:pt x="2062248" y="2722683"/>
                  </a:lnTo>
                  <a:lnTo>
                    <a:pt x="2062366" y="2722683"/>
                  </a:lnTo>
                  <a:lnTo>
                    <a:pt x="2062483" y="2722683"/>
                  </a:lnTo>
                  <a:lnTo>
                    <a:pt x="2062601" y="2722683"/>
                  </a:lnTo>
                  <a:lnTo>
                    <a:pt x="2062601" y="2722253"/>
                  </a:lnTo>
                  <a:lnTo>
                    <a:pt x="2062718" y="2722253"/>
                  </a:lnTo>
                  <a:lnTo>
                    <a:pt x="2062836" y="2722253"/>
                  </a:lnTo>
                  <a:lnTo>
                    <a:pt x="2062836" y="2721822"/>
                  </a:lnTo>
                  <a:lnTo>
                    <a:pt x="2062954" y="2721822"/>
                  </a:lnTo>
                  <a:lnTo>
                    <a:pt x="2063071" y="2721822"/>
                  </a:lnTo>
                  <a:lnTo>
                    <a:pt x="2063189" y="2721822"/>
                  </a:lnTo>
                  <a:lnTo>
                    <a:pt x="2063307" y="2721822"/>
                  </a:lnTo>
                  <a:lnTo>
                    <a:pt x="2063424" y="2721822"/>
                  </a:lnTo>
                  <a:lnTo>
                    <a:pt x="2063424" y="2721392"/>
                  </a:lnTo>
                  <a:lnTo>
                    <a:pt x="2063424" y="2720961"/>
                  </a:lnTo>
                  <a:lnTo>
                    <a:pt x="2063542" y="2720961"/>
                  </a:lnTo>
                  <a:lnTo>
                    <a:pt x="2063659" y="2720961"/>
                  </a:lnTo>
                  <a:lnTo>
                    <a:pt x="2063659" y="2720530"/>
                  </a:lnTo>
                  <a:lnTo>
                    <a:pt x="2063777" y="2720530"/>
                  </a:lnTo>
                  <a:lnTo>
                    <a:pt x="2063895" y="2720530"/>
                  </a:lnTo>
                  <a:lnTo>
                    <a:pt x="2064012" y="2720530"/>
                  </a:lnTo>
                  <a:lnTo>
                    <a:pt x="2064130" y="2720530"/>
                  </a:lnTo>
                  <a:lnTo>
                    <a:pt x="2064247" y="2720530"/>
                  </a:lnTo>
                  <a:lnTo>
                    <a:pt x="2064365" y="2720530"/>
                  </a:lnTo>
                  <a:lnTo>
                    <a:pt x="2064365" y="2720100"/>
                  </a:lnTo>
                  <a:lnTo>
                    <a:pt x="2064483" y="2720100"/>
                  </a:lnTo>
                  <a:lnTo>
                    <a:pt x="2064483" y="2719669"/>
                  </a:lnTo>
                  <a:lnTo>
                    <a:pt x="2064483" y="2719239"/>
                  </a:lnTo>
                  <a:lnTo>
                    <a:pt x="2064600" y="2719239"/>
                  </a:lnTo>
                  <a:lnTo>
                    <a:pt x="2064600" y="2718808"/>
                  </a:lnTo>
                  <a:lnTo>
                    <a:pt x="2064718" y="2718808"/>
                  </a:lnTo>
                  <a:lnTo>
                    <a:pt x="2064836" y="2718808"/>
                  </a:lnTo>
                  <a:lnTo>
                    <a:pt x="2064953" y="2718808"/>
                  </a:lnTo>
                  <a:lnTo>
                    <a:pt x="2064953" y="2718377"/>
                  </a:lnTo>
                  <a:lnTo>
                    <a:pt x="2065071" y="2718377"/>
                  </a:lnTo>
                  <a:lnTo>
                    <a:pt x="2065188" y="2718377"/>
                  </a:lnTo>
                  <a:lnTo>
                    <a:pt x="2065306" y="2718377"/>
                  </a:lnTo>
                  <a:lnTo>
                    <a:pt x="2065306" y="2717947"/>
                  </a:lnTo>
                  <a:lnTo>
                    <a:pt x="2065424" y="2717947"/>
                  </a:lnTo>
                  <a:lnTo>
                    <a:pt x="2065424" y="2717516"/>
                  </a:lnTo>
                  <a:lnTo>
                    <a:pt x="2065424" y="2717086"/>
                  </a:lnTo>
                  <a:lnTo>
                    <a:pt x="2065541" y="2717086"/>
                  </a:lnTo>
                  <a:lnTo>
                    <a:pt x="2065541" y="2716655"/>
                  </a:lnTo>
                  <a:lnTo>
                    <a:pt x="2065659" y="2716655"/>
                  </a:lnTo>
                  <a:lnTo>
                    <a:pt x="2065776" y="2716655"/>
                  </a:lnTo>
                  <a:lnTo>
                    <a:pt x="2065776" y="2716224"/>
                  </a:lnTo>
                  <a:lnTo>
                    <a:pt x="2065894" y="2716224"/>
                  </a:lnTo>
                  <a:lnTo>
                    <a:pt x="2066012" y="2716224"/>
                  </a:lnTo>
                  <a:lnTo>
                    <a:pt x="2066129" y="2716224"/>
                  </a:lnTo>
                  <a:lnTo>
                    <a:pt x="2066247" y="2716224"/>
                  </a:lnTo>
                  <a:lnTo>
                    <a:pt x="2066247" y="2715794"/>
                  </a:lnTo>
                  <a:lnTo>
                    <a:pt x="2066247" y="2715363"/>
                  </a:lnTo>
                  <a:lnTo>
                    <a:pt x="2066365" y="2715363"/>
                  </a:lnTo>
                  <a:lnTo>
                    <a:pt x="2066482" y="2715363"/>
                  </a:lnTo>
                  <a:lnTo>
                    <a:pt x="2066600" y="2715363"/>
                  </a:lnTo>
                  <a:lnTo>
                    <a:pt x="2066717" y="2715363"/>
                  </a:lnTo>
                  <a:lnTo>
                    <a:pt x="2066835" y="2715363"/>
                  </a:lnTo>
                  <a:lnTo>
                    <a:pt x="2066953" y="2715363"/>
                  </a:lnTo>
                  <a:lnTo>
                    <a:pt x="2067070" y="2715363"/>
                  </a:lnTo>
                  <a:lnTo>
                    <a:pt x="2067188" y="2715363"/>
                  </a:lnTo>
                  <a:lnTo>
                    <a:pt x="2067305" y="2715363"/>
                  </a:lnTo>
                  <a:lnTo>
                    <a:pt x="2067423" y="2715363"/>
                  </a:lnTo>
                  <a:lnTo>
                    <a:pt x="2067541" y="2715363"/>
                  </a:lnTo>
                  <a:lnTo>
                    <a:pt x="2067658" y="2715363"/>
                  </a:lnTo>
                  <a:lnTo>
                    <a:pt x="2067776" y="2715363"/>
                  </a:lnTo>
                  <a:lnTo>
                    <a:pt x="2067776" y="2714933"/>
                  </a:lnTo>
                  <a:lnTo>
                    <a:pt x="2067894" y="2714933"/>
                  </a:lnTo>
                  <a:lnTo>
                    <a:pt x="2067894" y="2714502"/>
                  </a:lnTo>
                  <a:lnTo>
                    <a:pt x="2068011" y="2714502"/>
                  </a:lnTo>
                  <a:lnTo>
                    <a:pt x="2068011" y="2714071"/>
                  </a:lnTo>
                  <a:lnTo>
                    <a:pt x="2068011" y="2713641"/>
                  </a:lnTo>
                  <a:lnTo>
                    <a:pt x="2068129" y="2713641"/>
                  </a:lnTo>
                  <a:lnTo>
                    <a:pt x="2068246" y="2713641"/>
                  </a:lnTo>
                  <a:lnTo>
                    <a:pt x="2068364" y="2713641"/>
                  </a:lnTo>
                  <a:lnTo>
                    <a:pt x="2068482" y="2713641"/>
                  </a:lnTo>
                  <a:lnTo>
                    <a:pt x="2068482" y="2713210"/>
                  </a:lnTo>
                  <a:lnTo>
                    <a:pt x="2068599" y="2713210"/>
                  </a:lnTo>
                  <a:lnTo>
                    <a:pt x="2068717" y="2713210"/>
                  </a:lnTo>
                  <a:lnTo>
                    <a:pt x="2068717" y="2712780"/>
                  </a:lnTo>
                  <a:lnTo>
                    <a:pt x="2068834" y="2712780"/>
                  </a:lnTo>
                  <a:lnTo>
                    <a:pt x="2068834" y="2712349"/>
                  </a:lnTo>
                  <a:lnTo>
                    <a:pt x="2068952" y="2712349"/>
                  </a:lnTo>
                  <a:lnTo>
                    <a:pt x="2069070" y="2712349"/>
                  </a:lnTo>
                  <a:lnTo>
                    <a:pt x="2069187" y="2712349"/>
                  </a:lnTo>
                  <a:lnTo>
                    <a:pt x="2069305" y="2712349"/>
                  </a:lnTo>
                  <a:lnTo>
                    <a:pt x="2069305" y="2711918"/>
                  </a:lnTo>
                  <a:lnTo>
                    <a:pt x="2069305" y="2711488"/>
                  </a:lnTo>
                  <a:lnTo>
                    <a:pt x="2069422" y="2711488"/>
                  </a:lnTo>
                  <a:lnTo>
                    <a:pt x="2069540" y="2711488"/>
                  </a:lnTo>
                  <a:lnTo>
                    <a:pt x="2069658" y="2711488"/>
                  </a:lnTo>
                  <a:lnTo>
                    <a:pt x="2069658" y="2711057"/>
                  </a:lnTo>
                  <a:lnTo>
                    <a:pt x="2069775" y="2711057"/>
                  </a:lnTo>
                  <a:lnTo>
                    <a:pt x="2069893" y="2711057"/>
                  </a:lnTo>
                  <a:lnTo>
                    <a:pt x="2070011" y="2711057"/>
                  </a:lnTo>
                  <a:lnTo>
                    <a:pt x="2070011" y="2710627"/>
                  </a:lnTo>
                  <a:lnTo>
                    <a:pt x="2070011" y="2710196"/>
                  </a:lnTo>
                  <a:lnTo>
                    <a:pt x="2070011" y="2709765"/>
                  </a:lnTo>
                  <a:lnTo>
                    <a:pt x="2070011" y="2709335"/>
                  </a:lnTo>
                  <a:lnTo>
                    <a:pt x="2070011" y="2708904"/>
                  </a:lnTo>
                  <a:lnTo>
                    <a:pt x="2070128" y="2708904"/>
                  </a:lnTo>
                  <a:lnTo>
                    <a:pt x="2070246" y="2708904"/>
                  </a:lnTo>
                  <a:lnTo>
                    <a:pt x="2070363" y="2708904"/>
                  </a:lnTo>
                  <a:lnTo>
                    <a:pt x="2070481" y="2708904"/>
                  </a:lnTo>
                  <a:lnTo>
                    <a:pt x="2070599" y="2708904"/>
                  </a:lnTo>
                  <a:lnTo>
                    <a:pt x="2070599" y="2708474"/>
                  </a:lnTo>
                  <a:lnTo>
                    <a:pt x="2070599" y="2708043"/>
                  </a:lnTo>
                  <a:lnTo>
                    <a:pt x="2070599" y="2707612"/>
                  </a:lnTo>
                  <a:lnTo>
                    <a:pt x="2070599" y="2707182"/>
                  </a:lnTo>
                  <a:lnTo>
                    <a:pt x="2070716" y="2707182"/>
                  </a:lnTo>
                  <a:lnTo>
                    <a:pt x="2070834" y="2707182"/>
                  </a:lnTo>
                  <a:lnTo>
                    <a:pt x="2070951" y="2707182"/>
                  </a:lnTo>
                  <a:lnTo>
                    <a:pt x="2071069" y="2707182"/>
                  </a:lnTo>
                  <a:lnTo>
                    <a:pt x="2071069" y="2706751"/>
                  </a:lnTo>
                  <a:lnTo>
                    <a:pt x="2071187" y="2706751"/>
                  </a:lnTo>
                  <a:lnTo>
                    <a:pt x="2071304" y="2706751"/>
                  </a:lnTo>
                  <a:lnTo>
                    <a:pt x="2071304" y="2706321"/>
                  </a:lnTo>
                  <a:lnTo>
                    <a:pt x="2071422" y="2706321"/>
                  </a:lnTo>
                  <a:lnTo>
                    <a:pt x="2071540" y="2706321"/>
                  </a:lnTo>
                  <a:lnTo>
                    <a:pt x="2071657" y="2706321"/>
                  </a:lnTo>
                  <a:lnTo>
                    <a:pt x="2071775" y="2706321"/>
                  </a:lnTo>
                  <a:lnTo>
                    <a:pt x="2071892" y="2706321"/>
                  </a:lnTo>
                  <a:lnTo>
                    <a:pt x="2072010" y="2706321"/>
                  </a:lnTo>
                  <a:lnTo>
                    <a:pt x="2072128" y="2706321"/>
                  </a:lnTo>
                  <a:lnTo>
                    <a:pt x="2072128" y="2705890"/>
                  </a:lnTo>
                  <a:lnTo>
                    <a:pt x="2072128" y="2705459"/>
                  </a:lnTo>
                  <a:lnTo>
                    <a:pt x="2072245" y="2705459"/>
                  </a:lnTo>
                  <a:lnTo>
                    <a:pt x="2072363" y="2705459"/>
                  </a:lnTo>
                  <a:lnTo>
                    <a:pt x="2072480" y="2705459"/>
                  </a:lnTo>
                  <a:lnTo>
                    <a:pt x="2072480" y="2705029"/>
                  </a:lnTo>
                  <a:lnTo>
                    <a:pt x="2072598" y="2705029"/>
                  </a:lnTo>
                  <a:lnTo>
                    <a:pt x="2072716" y="2705029"/>
                  </a:lnTo>
                  <a:lnTo>
                    <a:pt x="2072833" y="2705029"/>
                  </a:lnTo>
                  <a:lnTo>
                    <a:pt x="2072951" y="2705029"/>
                  </a:lnTo>
                  <a:lnTo>
                    <a:pt x="2072951" y="2704598"/>
                  </a:lnTo>
                  <a:lnTo>
                    <a:pt x="2073069" y="2704598"/>
                  </a:lnTo>
                  <a:lnTo>
                    <a:pt x="2073186" y="2704598"/>
                  </a:lnTo>
                  <a:lnTo>
                    <a:pt x="2073304" y="2704598"/>
                  </a:lnTo>
                  <a:lnTo>
                    <a:pt x="2073421" y="2704598"/>
                  </a:lnTo>
                  <a:lnTo>
                    <a:pt x="2073539" y="2704598"/>
                  </a:lnTo>
                  <a:lnTo>
                    <a:pt x="2073539" y="2704168"/>
                  </a:lnTo>
                  <a:lnTo>
                    <a:pt x="2073539" y="2703737"/>
                  </a:lnTo>
                  <a:lnTo>
                    <a:pt x="2073539" y="2703306"/>
                  </a:lnTo>
                  <a:lnTo>
                    <a:pt x="2073657" y="2703306"/>
                  </a:lnTo>
                  <a:lnTo>
                    <a:pt x="2073774" y="2703306"/>
                  </a:lnTo>
                  <a:lnTo>
                    <a:pt x="2073892" y="2703306"/>
                  </a:lnTo>
                  <a:lnTo>
                    <a:pt x="2074009" y="2703306"/>
                  </a:lnTo>
                  <a:lnTo>
                    <a:pt x="2074127" y="2703306"/>
                  </a:lnTo>
                  <a:lnTo>
                    <a:pt x="2074245" y="2703306"/>
                  </a:lnTo>
                  <a:lnTo>
                    <a:pt x="2074362" y="2703306"/>
                  </a:lnTo>
                  <a:lnTo>
                    <a:pt x="2074480" y="2703306"/>
                  </a:lnTo>
                  <a:lnTo>
                    <a:pt x="2074480" y="2702876"/>
                  </a:lnTo>
                  <a:lnTo>
                    <a:pt x="2074598" y="2702876"/>
                  </a:lnTo>
                  <a:lnTo>
                    <a:pt x="2074715" y="2702876"/>
                  </a:lnTo>
                  <a:lnTo>
                    <a:pt x="2074833" y="2702876"/>
                  </a:lnTo>
                  <a:lnTo>
                    <a:pt x="2074950" y="2702876"/>
                  </a:lnTo>
                  <a:lnTo>
                    <a:pt x="2075068" y="2702876"/>
                  </a:lnTo>
                  <a:lnTo>
                    <a:pt x="2075186" y="2702876"/>
                  </a:lnTo>
                  <a:lnTo>
                    <a:pt x="2075303" y="2702876"/>
                  </a:lnTo>
                  <a:lnTo>
                    <a:pt x="2075303" y="2702445"/>
                  </a:lnTo>
                  <a:lnTo>
                    <a:pt x="2075421" y="2702445"/>
                  </a:lnTo>
                  <a:lnTo>
                    <a:pt x="2075421" y="2702015"/>
                  </a:lnTo>
                  <a:lnTo>
                    <a:pt x="2075538" y="2702015"/>
                  </a:lnTo>
                  <a:lnTo>
                    <a:pt x="2075656" y="2702015"/>
                  </a:lnTo>
                  <a:lnTo>
                    <a:pt x="2075774" y="2702015"/>
                  </a:lnTo>
                  <a:lnTo>
                    <a:pt x="2075891" y="2702015"/>
                  </a:lnTo>
                  <a:lnTo>
                    <a:pt x="2076009" y="2702015"/>
                  </a:lnTo>
                  <a:lnTo>
                    <a:pt x="2076009" y="2701584"/>
                  </a:lnTo>
                  <a:lnTo>
                    <a:pt x="2076127" y="2701584"/>
                  </a:lnTo>
                  <a:lnTo>
                    <a:pt x="2076244" y="2701584"/>
                  </a:lnTo>
                  <a:lnTo>
                    <a:pt x="2076362" y="2701584"/>
                  </a:lnTo>
                  <a:lnTo>
                    <a:pt x="2076362" y="2701153"/>
                  </a:lnTo>
                  <a:lnTo>
                    <a:pt x="2076479" y="2701153"/>
                  </a:lnTo>
                  <a:lnTo>
                    <a:pt x="2076479" y="2700723"/>
                  </a:lnTo>
                  <a:lnTo>
                    <a:pt x="2076597" y="2700723"/>
                  </a:lnTo>
                  <a:lnTo>
                    <a:pt x="2076597" y="2700292"/>
                  </a:lnTo>
                  <a:lnTo>
                    <a:pt x="2076715" y="2700292"/>
                  </a:lnTo>
                  <a:lnTo>
                    <a:pt x="2076832" y="2700292"/>
                  </a:lnTo>
                  <a:lnTo>
                    <a:pt x="2076950" y="2700292"/>
                  </a:lnTo>
                  <a:lnTo>
                    <a:pt x="2077067" y="2700292"/>
                  </a:lnTo>
                  <a:lnTo>
                    <a:pt x="2077185" y="2700292"/>
                  </a:lnTo>
                  <a:lnTo>
                    <a:pt x="2077303" y="2700292"/>
                  </a:lnTo>
                  <a:lnTo>
                    <a:pt x="2077420" y="2700292"/>
                  </a:lnTo>
                  <a:lnTo>
                    <a:pt x="2077538" y="2700292"/>
                  </a:lnTo>
                  <a:lnTo>
                    <a:pt x="2077655" y="2700292"/>
                  </a:lnTo>
                  <a:lnTo>
                    <a:pt x="2077773" y="2700292"/>
                  </a:lnTo>
                  <a:lnTo>
                    <a:pt x="2077891" y="2700292"/>
                  </a:lnTo>
                  <a:lnTo>
                    <a:pt x="2078008" y="2700292"/>
                  </a:lnTo>
                  <a:lnTo>
                    <a:pt x="2078126" y="2700292"/>
                  </a:lnTo>
                  <a:lnTo>
                    <a:pt x="2078244" y="2700292"/>
                  </a:lnTo>
                  <a:lnTo>
                    <a:pt x="2078361" y="2700292"/>
                  </a:lnTo>
                  <a:lnTo>
                    <a:pt x="2078479" y="2700292"/>
                  </a:lnTo>
                  <a:lnTo>
                    <a:pt x="2078596" y="2700292"/>
                  </a:lnTo>
                  <a:lnTo>
                    <a:pt x="2078714" y="2700292"/>
                  </a:lnTo>
                  <a:lnTo>
                    <a:pt x="2078714" y="2699862"/>
                  </a:lnTo>
                  <a:lnTo>
                    <a:pt x="2078714" y="2699431"/>
                  </a:lnTo>
                  <a:lnTo>
                    <a:pt x="2078832" y="2699431"/>
                  </a:lnTo>
                  <a:lnTo>
                    <a:pt x="2078949" y="2699431"/>
                  </a:lnTo>
                  <a:lnTo>
                    <a:pt x="2079067" y="2699431"/>
                  </a:lnTo>
                  <a:lnTo>
                    <a:pt x="2079184" y="2699431"/>
                  </a:lnTo>
                  <a:lnTo>
                    <a:pt x="2079302" y="2699431"/>
                  </a:lnTo>
                  <a:lnTo>
                    <a:pt x="2079420" y="2699431"/>
                  </a:lnTo>
                  <a:lnTo>
                    <a:pt x="2079537" y="2699431"/>
                  </a:lnTo>
                  <a:lnTo>
                    <a:pt x="2079655" y="2699431"/>
                  </a:lnTo>
                  <a:lnTo>
                    <a:pt x="2079773" y="2699431"/>
                  </a:lnTo>
                  <a:lnTo>
                    <a:pt x="2079890" y="2699431"/>
                  </a:lnTo>
                  <a:lnTo>
                    <a:pt x="2079890" y="2699000"/>
                  </a:lnTo>
                  <a:lnTo>
                    <a:pt x="2080008" y="2699000"/>
                  </a:lnTo>
                  <a:lnTo>
                    <a:pt x="2080125" y="2699000"/>
                  </a:lnTo>
                  <a:lnTo>
                    <a:pt x="2080125" y="2698570"/>
                  </a:lnTo>
                  <a:lnTo>
                    <a:pt x="2080125" y="2698139"/>
                  </a:lnTo>
                  <a:lnTo>
                    <a:pt x="2080243" y="2698139"/>
                  </a:lnTo>
                  <a:lnTo>
                    <a:pt x="2080361" y="2698139"/>
                  </a:lnTo>
                  <a:lnTo>
                    <a:pt x="2080478" y="2698139"/>
                  </a:lnTo>
                  <a:lnTo>
                    <a:pt x="2080478" y="2697709"/>
                  </a:lnTo>
                  <a:lnTo>
                    <a:pt x="2080596" y="2697709"/>
                  </a:lnTo>
                  <a:lnTo>
                    <a:pt x="2080713" y="2697709"/>
                  </a:lnTo>
                  <a:lnTo>
                    <a:pt x="2080713" y="2697278"/>
                  </a:lnTo>
                  <a:lnTo>
                    <a:pt x="2080831" y="2697278"/>
                  </a:lnTo>
                  <a:lnTo>
                    <a:pt x="2080831" y="2696847"/>
                  </a:lnTo>
                  <a:lnTo>
                    <a:pt x="2080949" y="2696847"/>
                  </a:lnTo>
                  <a:lnTo>
                    <a:pt x="2080949" y="2696417"/>
                  </a:lnTo>
                  <a:lnTo>
                    <a:pt x="2081066" y="2696417"/>
                  </a:lnTo>
                  <a:lnTo>
                    <a:pt x="2081184" y="2696417"/>
                  </a:lnTo>
                  <a:lnTo>
                    <a:pt x="2081302" y="2696417"/>
                  </a:lnTo>
                  <a:lnTo>
                    <a:pt x="2081302" y="2695986"/>
                  </a:lnTo>
                  <a:lnTo>
                    <a:pt x="2081419" y="2695986"/>
                  </a:lnTo>
                  <a:lnTo>
                    <a:pt x="2081537" y="2695986"/>
                  </a:lnTo>
                  <a:lnTo>
                    <a:pt x="2081654" y="2695986"/>
                  </a:lnTo>
                  <a:lnTo>
                    <a:pt x="2081772" y="2695986"/>
                  </a:lnTo>
                  <a:lnTo>
                    <a:pt x="2081890" y="2695986"/>
                  </a:lnTo>
                  <a:lnTo>
                    <a:pt x="2081890" y="2695556"/>
                  </a:lnTo>
                  <a:lnTo>
                    <a:pt x="2082007" y="2695556"/>
                  </a:lnTo>
                  <a:lnTo>
                    <a:pt x="2082125" y="2695556"/>
                  </a:lnTo>
                  <a:lnTo>
                    <a:pt x="2082242" y="2695556"/>
                  </a:lnTo>
                  <a:lnTo>
                    <a:pt x="2082360" y="2695556"/>
                  </a:lnTo>
                  <a:lnTo>
                    <a:pt x="2082478" y="2695556"/>
                  </a:lnTo>
                  <a:lnTo>
                    <a:pt x="2082595" y="2695556"/>
                  </a:lnTo>
                  <a:lnTo>
                    <a:pt x="2082713" y="2695556"/>
                  </a:lnTo>
                  <a:lnTo>
                    <a:pt x="2082831" y="2695556"/>
                  </a:lnTo>
                  <a:lnTo>
                    <a:pt x="2082831" y="2695125"/>
                  </a:lnTo>
                  <a:lnTo>
                    <a:pt x="2082948" y="2695125"/>
                  </a:lnTo>
                  <a:lnTo>
                    <a:pt x="2083066" y="2695125"/>
                  </a:lnTo>
                  <a:lnTo>
                    <a:pt x="2083183" y="2695125"/>
                  </a:lnTo>
                  <a:lnTo>
                    <a:pt x="2083301" y="2695125"/>
                  </a:lnTo>
                  <a:lnTo>
                    <a:pt x="2083419" y="2695125"/>
                  </a:lnTo>
                  <a:lnTo>
                    <a:pt x="2083536" y="2695125"/>
                  </a:lnTo>
                  <a:lnTo>
                    <a:pt x="2083654" y="2695125"/>
                  </a:lnTo>
                  <a:lnTo>
                    <a:pt x="2083771" y="2695125"/>
                  </a:lnTo>
                  <a:lnTo>
                    <a:pt x="2083771" y="2694694"/>
                  </a:lnTo>
                  <a:lnTo>
                    <a:pt x="2083889" y="2694694"/>
                  </a:lnTo>
                  <a:lnTo>
                    <a:pt x="2084007" y="2694694"/>
                  </a:lnTo>
                  <a:lnTo>
                    <a:pt x="2084124" y="2694694"/>
                  </a:lnTo>
                  <a:lnTo>
                    <a:pt x="2084242" y="2694694"/>
                  </a:lnTo>
                  <a:lnTo>
                    <a:pt x="2084360" y="2694694"/>
                  </a:lnTo>
                  <a:lnTo>
                    <a:pt x="2084360" y="2694264"/>
                  </a:lnTo>
                  <a:lnTo>
                    <a:pt x="2084360" y="2693833"/>
                  </a:lnTo>
                  <a:lnTo>
                    <a:pt x="2084477" y="2693833"/>
                  </a:lnTo>
                  <a:lnTo>
                    <a:pt x="2084595" y="2693833"/>
                  </a:lnTo>
                  <a:lnTo>
                    <a:pt x="2084712" y="2693833"/>
                  </a:lnTo>
                  <a:lnTo>
                    <a:pt x="2084712" y="2693403"/>
                  </a:lnTo>
                  <a:lnTo>
                    <a:pt x="2084712" y="2692972"/>
                  </a:lnTo>
                  <a:lnTo>
                    <a:pt x="2084830" y="2692972"/>
                  </a:lnTo>
                  <a:lnTo>
                    <a:pt x="2084948" y="2692972"/>
                  </a:lnTo>
                  <a:lnTo>
                    <a:pt x="2085065" y="2692972"/>
                  </a:lnTo>
                  <a:lnTo>
                    <a:pt x="2085183" y="2692972"/>
                  </a:lnTo>
                  <a:lnTo>
                    <a:pt x="2085300" y="2692972"/>
                  </a:lnTo>
                  <a:lnTo>
                    <a:pt x="2085300" y="2692541"/>
                  </a:lnTo>
                  <a:lnTo>
                    <a:pt x="2085300" y="2692111"/>
                  </a:lnTo>
                  <a:lnTo>
                    <a:pt x="2085418" y="2692111"/>
                  </a:lnTo>
                  <a:lnTo>
                    <a:pt x="2085418" y="2691680"/>
                  </a:lnTo>
                  <a:lnTo>
                    <a:pt x="2085536" y="2691680"/>
                  </a:lnTo>
                  <a:lnTo>
                    <a:pt x="2085653" y="2691680"/>
                  </a:lnTo>
                  <a:lnTo>
                    <a:pt x="2085771" y="2691680"/>
                  </a:lnTo>
                  <a:lnTo>
                    <a:pt x="2085771" y="2691250"/>
                  </a:lnTo>
                  <a:lnTo>
                    <a:pt x="2085888" y="2691250"/>
                  </a:lnTo>
                  <a:lnTo>
                    <a:pt x="2086006" y="2691250"/>
                  </a:lnTo>
                  <a:lnTo>
                    <a:pt x="2086124" y="2691250"/>
                  </a:lnTo>
                  <a:lnTo>
                    <a:pt x="2086241" y="2691250"/>
                  </a:lnTo>
                  <a:lnTo>
                    <a:pt x="2086359" y="2691250"/>
                  </a:lnTo>
                  <a:lnTo>
                    <a:pt x="2086477" y="2691250"/>
                  </a:lnTo>
                  <a:lnTo>
                    <a:pt x="2086594" y="2691250"/>
                  </a:lnTo>
                  <a:lnTo>
                    <a:pt x="2086712" y="2691250"/>
                  </a:lnTo>
                  <a:lnTo>
                    <a:pt x="2086829" y="2691250"/>
                  </a:lnTo>
                  <a:lnTo>
                    <a:pt x="2086947" y="2691250"/>
                  </a:lnTo>
                  <a:lnTo>
                    <a:pt x="2086947" y="2690819"/>
                  </a:lnTo>
                  <a:lnTo>
                    <a:pt x="2086947" y="2690388"/>
                  </a:lnTo>
                  <a:lnTo>
                    <a:pt x="2087065" y="2690388"/>
                  </a:lnTo>
                  <a:lnTo>
                    <a:pt x="2087182" y="2690388"/>
                  </a:lnTo>
                  <a:lnTo>
                    <a:pt x="2087300" y="2690388"/>
                  </a:lnTo>
                  <a:lnTo>
                    <a:pt x="2087417" y="2690388"/>
                  </a:lnTo>
                  <a:lnTo>
                    <a:pt x="2087535" y="2690388"/>
                  </a:lnTo>
                  <a:lnTo>
                    <a:pt x="2087653" y="2690388"/>
                  </a:lnTo>
                  <a:lnTo>
                    <a:pt x="2087653" y="2689958"/>
                  </a:lnTo>
                  <a:lnTo>
                    <a:pt x="2087770" y="2689958"/>
                  </a:lnTo>
                  <a:lnTo>
                    <a:pt x="2087888" y="2689958"/>
                  </a:lnTo>
                  <a:lnTo>
                    <a:pt x="2088006" y="2689958"/>
                  </a:lnTo>
                  <a:lnTo>
                    <a:pt x="2088123" y="2689958"/>
                  </a:lnTo>
                  <a:lnTo>
                    <a:pt x="2088123" y="2689527"/>
                  </a:lnTo>
                  <a:lnTo>
                    <a:pt x="2088123" y="2689097"/>
                  </a:lnTo>
                  <a:lnTo>
                    <a:pt x="2088123" y="2688666"/>
                  </a:lnTo>
                  <a:lnTo>
                    <a:pt x="2088241" y="2688666"/>
                  </a:lnTo>
                  <a:lnTo>
                    <a:pt x="2088241" y="2688235"/>
                  </a:lnTo>
                  <a:lnTo>
                    <a:pt x="2088358" y="2688235"/>
                  </a:lnTo>
                  <a:lnTo>
                    <a:pt x="2088358" y="2687805"/>
                  </a:lnTo>
                  <a:lnTo>
                    <a:pt x="2088476" y="2687805"/>
                  </a:lnTo>
                  <a:lnTo>
                    <a:pt x="2088594" y="2687805"/>
                  </a:lnTo>
                  <a:lnTo>
                    <a:pt x="2088711" y="2687805"/>
                  </a:lnTo>
                  <a:lnTo>
                    <a:pt x="2088829" y="2687805"/>
                  </a:lnTo>
                  <a:lnTo>
                    <a:pt x="2088946" y="2687805"/>
                  </a:lnTo>
                  <a:lnTo>
                    <a:pt x="2089064" y="2687805"/>
                  </a:lnTo>
                  <a:lnTo>
                    <a:pt x="2089064" y="2687374"/>
                  </a:lnTo>
                  <a:lnTo>
                    <a:pt x="2089064" y="2686944"/>
                  </a:lnTo>
                  <a:lnTo>
                    <a:pt x="2089182" y="2686944"/>
                  </a:lnTo>
                  <a:lnTo>
                    <a:pt x="2089299" y="2686944"/>
                  </a:lnTo>
                  <a:lnTo>
                    <a:pt x="2089417" y="2686944"/>
                  </a:lnTo>
                  <a:lnTo>
                    <a:pt x="2089535" y="2686944"/>
                  </a:lnTo>
                  <a:lnTo>
                    <a:pt x="2089535" y="2686513"/>
                  </a:lnTo>
                  <a:lnTo>
                    <a:pt x="2089535" y="2686082"/>
                  </a:lnTo>
                  <a:lnTo>
                    <a:pt x="2089535" y="2685652"/>
                  </a:lnTo>
                  <a:lnTo>
                    <a:pt x="2089652" y="2685652"/>
                  </a:lnTo>
                  <a:lnTo>
                    <a:pt x="2089770" y="2685652"/>
                  </a:lnTo>
                  <a:lnTo>
                    <a:pt x="2089887" y="2685652"/>
                  </a:lnTo>
                  <a:lnTo>
                    <a:pt x="2090005" y="2685652"/>
                  </a:lnTo>
                  <a:lnTo>
                    <a:pt x="2090123" y="2685652"/>
                  </a:lnTo>
                  <a:lnTo>
                    <a:pt x="2090240" y="2685652"/>
                  </a:lnTo>
                  <a:lnTo>
                    <a:pt x="2090358" y="2685652"/>
                  </a:lnTo>
                  <a:lnTo>
                    <a:pt x="2090475" y="2685652"/>
                  </a:lnTo>
                  <a:lnTo>
                    <a:pt x="2090593" y="2685652"/>
                  </a:lnTo>
                  <a:lnTo>
                    <a:pt x="2090711" y="2685652"/>
                  </a:lnTo>
                  <a:lnTo>
                    <a:pt x="2090711" y="2685221"/>
                  </a:lnTo>
                  <a:lnTo>
                    <a:pt x="2090711" y="2684791"/>
                  </a:lnTo>
                  <a:lnTo>
                    <a:pt x="2090828" y="2684791"/>
                  </a:lnTo>
                  <a:lnTo>
                    <a:pt x="2090828" y="2684360"/>
                  </a:lnTo>
                  <a:lnTo>
                    <a:pt x="2090946" y="2684360"/>
                  </a:lnTo>
                  <a:lnTo>
                    <a:pt x="2091064" y="2684360"/>
                  </a:lnTo>
                  <a:lnTo>
                    <a:pt x="2091064" y="2683929"/>
                  </a:lnTo>
                  <a:lnTo>
                    <a:pt x="2091064" y="2683499"/>
                  </a:lnTo>
                  <a:lnTo>
                    <a:pt x="2091181" y="2683499"/>
                  </a:lnTo>
                  <a:lnTo>
                    <a:pt x="2091299" y="2683499"/>
                  </a:lnTo>
                  <a:lnTo>
                    <a:pt x="2091416" y="2683499"/>
                  </a:lnTo>
                  <a:lnTo>
                    <a:pt x="2091534" y="2683499"/>
                  </a:lnTo>
                  <a:lnTo>
                    <a:pt x="2091652" y="2683499"/>
                  </a:lnTo>
                  <a:lnTo>
                    <a:pt x="2091769" y="2683499"/>
                  </a:lnTo>
                  <a:lnTo>
                    <a:pt x="2091887" y="2683499"/>
                  </a:lnTo>
                  <a:lnTo>
                    <a:pt x="2092004" y="2683499"/>
                  </a:lnTo>
                  <a:lnTo>
                    <a:pt x="2092004" y="2683068"/>
                  </a:lnTo>
                  <a:lnTo>
                    <a:pt x="2092122" y="2683068"/>
                  </a:lnTo>
                  <a:lnTo>
                    <a:pt x="2092122" y="2682638"/>
                  </a:lnTo>
                  <a:lnTo>
                    <a:pt x="2092240" y="2682638"/>
                  </a:lnTo>
                  <a:lnTo>
                    <a:pt x="2092357" y="2682638"/>
                  </a:lnTo>
                  <a:lnTo>
                    <a:pt x="2092475" y="2682638"/>
                  </a:lnTo>
                  <a:lnTo>
                    <a:pt x="2092593" y="2682638"/>
                  </a:lnTo>
                  <a:lnTo>
                    <a:pt x="2092593" y="2682207"/>
                  </a:lnTo>
                  <a:lnTo>
                    <a:pt x="2092710" y="2682207"/>
                  </a:lnTo>
                  <a:lnTo>
                    <a:pt x="2092828" y="2682207"/>
                  </a:lnTo>
                  <a:lnTo>
                    <a:pt x="2092828" y="2681776"/>
                  </a:lnTo>
                  <a:lnTo>
                    <a:pt x="2092828" y="2681346"/>
                  </a:lnTo>
                  <a:lnTo>
                    <a:pt x="2092945" y="2681346"/>
                  </a:lnTo>
                  <a:lnTo>
                    <a:pt x="2093063" y="2681346"/>
                  </a:lnTo>
                  <a:lnTo>
                    <a:pt x="2093181" y="2681346"/>
                  </a:lnTo>
                  <a:lnTo>
                    <a:pt x="2093298" y="2681346"/>
                  </a:lnTo>
                  <a:lnTo>
                    <a:pt x="2093416" y="2681346"/>
                  </a:lnTo>
                  <a:lnTo>
                    <a:pt x="2093416" y="2680915"/>
                  </a:lnTo>
                  <a:lnTo>
                    <a:pt x="2093533" y="2680915"/>
                  </a:lnTo>
                  <a:lnTo>
                    <a:pt x="2093651" y="2680915"/>
                  </a:lnTo>
                  <a:lnTo>
                    <a:pt x="2093769" y="2680915"/>
                  </a:lnTo>
                  <a:lnTo>
                    <a:pt x="2093769" y="2680485"/>
                  </a:lnTo>
                  <a:lnTo>
                    <a:pt x="2093886" y="2680485"/>
                  </a:lnTo>
                  <a:lnTo>
                    <a:pt x="2094004" y="2680485"/>
                  </a:lnTo>
                  <a:lnTo>
                    <a:pt x="2094121" y="2680485"/>
                  </a:lnTo>
                  <a:lnTo>
                    <a:pt x="2094239" y="2680485"/>
                  </a:lnTo>
                  <a:lnTo>
                    <a:pt x="2094357" y="2680485"/>
                  </a:lnTo>
                  <a:lnTo>
                    <a:pt x="2094474" y="2680485"/>
                  </a:lnTo>
                  <a:lnTo>
                    <a:pt x="2094592" y="2680485"/>
                  </a:lnTo>
                  <a:lnTo>
                    <a:pt x="2094710" y="2680485"/>
                  </a:lnTo>
                  <a:lnTo>
                    <a:pt x="2094827" y="2680485"/>
                  </a:lnTo>
                  <a:lnTo>
                    <a:pt x="2094945" y="2680485"/>
                  </a:lnTo>
                  <a:lnTo>
                    <a:pt x="2094945" y="2680054"/>
                  </a:lnTo>
                  <a:lnTo>
                    <a:pt x="2095062" y="2680054"/>
                  </a:lnTo>
                  <a:lnTo>
                    <a:pt x="2095180" y="2680054"/>
                  </a:lnTo>
                  <a:lnTo>
                    <a:pt x="2095180" y="2679623"/>
                  </a:lnTo>
                  <a:lnTo>
                    <a:pt x="2095180" y="2679193"/>
                  </a:lnTo>
                  <a:lnTo>
                    <a:pt x="2095298" y="2679193"/>
                  </a:lnTo>
                  <a:lnTo>
                    <a:pt x="2095298" y="2678762"/>
                  </a:lnTo>
                  <a:lnTo>
                    <a:pt x="2095415" y="2678762"/>
                  </a:lnTo>
                  <a:lnTo>
                    <a:pt x="2095533" y="2678762"/>
                  </a:lnTo>
                  <a:lnTo>
                    <a:pt x="2095650" y="2678762"/>
                  </a:lnTo>
                  <a:lnTo>
                    <a:pt x="2095768" y="2678762"/>
                  </a:lnTo>
                  <a:lnTo>
                    <a:pt x="2095886" y="2678762"/>
                  </a:lnTo>
                  <a:lnTo>
                    <a:pt x="2096003" y="2678762"/>
                  </a:lnTo>
                  <a:lnTo>
                    <a:pt x="2096121" y="2678762"/>
                  </a:lnTo>
                  <a:lnTo>
                    <a:pt x="2096239" y="2678762"/>
                  </a:lnTo>
                  <a:lnTo>
                    <a:pt x="2096239" y="2678332"/>
                  </a:lnTo>
                  <a:lnTo>
                    <a:pt x="2096239" y="2677901"/>
                  </a:lnTo>
                  <a:lnTo>
                    <a:pt x="2096239" y="2677470"/>
                  </a:lnTo>
                  <a:lnTo>
                    <a:pt x="2096356" y="2677470"/>
                  </a:lnTo>
                  <a:lnTo>
                    <a:pt x="2096474" y="2677470"/>
                  </a:lnTo>
                  <a:lnTo>
                    <a:pt x="2096591" y="2677470"/>
                  </a:lnTo>
                  <a:lnTo>
                    <a:pt x="2096709" y="2677470"/>
                  </a:lnTo>
                  <a:lnTo>
                    <a:pt x="2096827" y="2677470"/>
                  </a:lnTo>
                  <a:lnTo>
                    <a:pt x="2096944" y="2677470"/>
                  </a:lnTo>
                  <a:lnTo>
                    <a:pt x="2096944" y="2677040"/>
                  </a:lnTo>
                  <a:lnTo>
                    <a:pt x="2097062" y="2677040"/>
                  </a:lnTo>
                  <a:lnTo>
                    <a:pt x="2097062" y="2676609"/>
                  </a:lnTo>
                  <a:lnTo>
                    <a:pt x="2097062" y="2676179"/>
                  </a:lnTo>
                  <a:lnTo>
                    <a:pt x="2097179" y="2676179"/>
                  </a:lnTo>
                  <a:lnTo>
                    <a:pt x="2097179" y="2675748"/>
                  </a:lnTo>
                  <a:lnTo>
                    <a:pt x="2097297" y="2675748"/>
                  </a:lnTo>
                  <a:lnTo>
                    <a:pt x="2097415" y="2675748"/>
                  </a:lnTo>
                  <a:lnTo>
                    <a:pt x="2097532" y="2675748"/>
                  </a:lnTo>
                  <a:lnTo>
                    <a:pt x="2097650" y="2675748"/>
                  </a:lnTo>
                  <a:lnTo>
                    <a:pt x="2097768" y="2675748"/>
                  </a:lnTo>
                  <a:lnTo>
                    <a:pt x="2097885" y="2675748"/>
                  </a:lnTo>
                  <a:lnTo>
                    <a:pt x="2098003" y="2675748"/>
                  </a:lnTo>
                  <a:lnTo>
                    <a:pt x="2098120" y="2675748"/>
                  </a:lnTo>
                  <a:lnTo>
                    <a:pt x="2098120" y="2675317"/>
                  </a:lnTo>
                  <a:lnTo>
                    <a:pt x="2098238" y="2675317"/>
                  </a:lnTo>
                  <a:lnTo>
                    <a:pt x="2098238" y="2674887"/>
                  </a:lnTo>
                  <a:lnTo>
                    <a:pt x="2098238" y="2674456"/>
                  </a:lnTo>
                  <a:lnTo>
                    <a:pt x="2098356" y="2674456"/>
                  </a:lnTo>
                  <a:lnTo>
                    <a:pt x="2098473" y="2674456"/>
                  </a:lnTo>
                  <a:lnTo>
                    <a:pt x="2098473" y="2674026"/>
                  </a:lnTo>
                  <a:lnTo>
                    <a:pt x="2098591" y="2674026"/>
                  </a:lnTo>
                  <a:lnTo>
                    <a:pt x="2098708" y="2674026"/>
                  </a:lnTo>
                  <a:lnTo>
                    <a:pt x="2098826" y="2674026"/>
                  </a:lnTo>
                  <a:lnTo>
                    <a:pt x="2098826" y="2673595"/>
                  </a:lnTo>
                  <a:lnTo>
                    <a:pt x="2098826" y="2673164"/>
                  </a:lnTo>
                  <a:lnTo>
                    <a:pt x="2098826" y="2672734"/>
                  </a:lnTo>
                  <a:lnTo>
                    <a:pt x="2098944" y="2672734"/>
                  </a:lnTo>
                  <a:lnTo>
                    <a:pt x="2099061" y="2672734"/>
                  </a:lnTo>
                  <a:lnTo>
                    <a:pt x="2099179" y="2672734"/>
                  </a:lnTo>
                  <a:lnTo>
                    <a:pt x="2099179" y="2672303"/>
                  </a:lnTo>
                  <a:lnTo>
                    <a:pt x="2099297" y="2672303"/>
                  </a:lnTo>
                  <a:lnTo>
                    <a:pt x="2099414" y="2672303"/>
                  </a:lnTo>
                  <a:lnTo>
                    <a:pt x="2099532" y="2672303"/>
                  </a:lnTo>
                  <a:lnTo>
                    <a:pt x="2099532" y="2671873"/>
                  </a:lnTo>
                  <a:lnTo>
                    <a:pt x="2099649" y="2671873"/>
                  </a:lnTo>
                  <a:lnTo>
                    <a:pt x="2099767" y="2671873"/>
                  </a:lnTo>
                  <a:lnTo>
                    <a:pt x="2099885" y="2671873"/>
                  </a:lnTo>
                  <a:lnTo>
                    <a:pt x="2100002" y="2671873"/>
                  </a:lnTo>
                  <a:lnTo>
                    <a:pt x="2100120" y="2671873"/>
                  </a:lnTo>
                  <a:lnTo>
                    <a:pt x="2100237" y="2671873"/>
                  </a:lnTo>
                  <a:lnTo>
                    <a:pt x="2100355" y="2671873"/>
                  </a:lnTo>
                  <a:lnTo>
                    <a:pt x="2100473" y="2671873"/>
                  </a:lnTo>
                  <a:lnTo>
                    <a:pt x="2100590" y="2671873"/>
                  </a:lnTo>
                  <a:lnTo>
                    <a:pt x="2100708" y="2671873"/>
                  </a:lnTo>
                  <a:lnTo>
                    <a:pt x="2100825" y="2671873"/>
                  </a:lnTo>
                  <a:lnTo>
                    <a:pt x="2100943" y="2671873"/>
                  </a:lnTo>
                  <a:lnTo>
                    <a:pt x="2100943" y="2671442"/>
                  </a:lnTo>
                  <a:lnTo>
                    <a:pt x="2101061" y="2671442"/>
                  </a:lnTo>
                  <a:lnTo>
                    <a:pt x="2101178" y="2671442"/>
                  </a:lnTo>
                  <a:lnTo>
                    <a:pt x="2101178" y="2671011"/>
                  </a:lnTo>
                  <a:lnTo>
                    <a:pt x="2101296" y="2671011"/>
                  </a:lnTo>
                  <a:lnTo>
                    <a:pt x="2101414" y="2671011"/>
                  </a:lnTo>
                  <a:lnTo>
                    <a:pt x="2101531" y="2671011"/>
                  </a:lnTo>
                  <a:lnTo>
                    <a:pt x="2101649" y="2671011"/>
                  </a:lnTo>
                  <a:lnTo>
                    <a:pt x="2101766" y="2671011"/>
                  </a:lnTo>
                  <a:lnTo>
                    <a:pt x="2101884" y="2671011"/>
                  </a:lnTo>
                  <a:lnTo>
                    <a:pt x="2102002" y="2671011"/>
                  </a:lnTo>
                  <a:lnTo>
                    <a:pt x="2102119" y="2671011"/>
                  </a:lnTo>
                  <a:lnTo>
                    <a:pt x="2102237" y="2671011"/>
                  </a:lnTo>
                  <a:lnTo>
                    <a:pt x="2102354" y="2671011"/>
                  </a:lnTo>
                  <a:lnTo>
                    <a:pt x="2102354" y="2670581"/>
                  </a:lnTo>
                  <a:lnTo>
                    <a:pt x="2102472" y="2670581"/>
                  </a:lnTo>
                  <a:lnTo>
                    <a:pt x="2102590" y="2670581"/>
                  </a:lnTo>
                  <a:lnTo>
                    <a:pt x="2102707" y="2670581"/>
                  </a:lnTo>
                  <a:lnTo>
                    <a:pt x="2102707" y="2670150"/>
                  </a:lnTo>
                  <a:lnTo>
                    <a:pt x="2102825" y="2670150"/>
                  </a:lnTo>
                  <a:lnTo>
                    <a:pt x="2102943" y="2670150"/>
                  </a:lnTo>
                  <a:lnTo>
                    <a:pt x="2103060" y="2670150"/>
                  </a:lnTo>
                  <a:lnTo>
                    <a:pt x="2103060" y="2669720"/>
                  </a:lnTo>
                  <a:lnTo>
                    <a:pt x="2103178" y="2669720"/>
                  </a:lnTo>
                  <a:lnTo>
                    <a:pt x="2103295" y="2669720"/>
                  </a:lnTo>
                  <a:lnTo>
                    <a:pt x="2103413" y="2669720"/>
                  </a:lnTo>
                  <a:lnTo>
                    <a:pt x="2103531" y="2669720"/>
                  </a:lnTo>
                  <a:lnTo>
                    <a:pt x="2103648" y="2669720"/>
                  </a:lnTo>
                  <a:lnTo>
                    <a:pt x="2103648" y="2669289"/>
                  </a:lnTo>
                  <a:lnTo>
                    <a:pt x="2103766" y="2669289"/>
                  </a:lnTo>
                  <a:lnTo>
                    <a:pt x="2103766" y="2668858"/>
                  </a:lnTo>
                  <a:lnTo>
                    <a:pt x="2103883" y="2668858"/>
                  </a:lnTo>
                  <a:lnTo>
                    <a:pt x="2104001" y="2668858"/>
                  </a:lnTo>
                  <a:lnTo>
                    <a:pt x="2104119" y="2668858"/>
                  </a:lnTo>
                  <a:lnTo>
                    <a:pt x="2104119" y="2668428"/>
                  </a:lnTo>
                  <a:lnTo>
                    <a:pt x="2104236" y="2668428"/>
                  </a:lnTo>
                  <a:lnTo>
                    <a:pt x="2104354" y="2668428"/>
                  </a:lnTo>
                  <a:lnTo>
                    <a:pt x="2104472" y="2668428"/>
                  </a:lnTo>
                  <a:lnTo>
                    <a:pt x="2104589" y="2668428"/>
                  </a:lnTo>
                  <a:lnTo>
                    <a:pt x="2104707" y="2668428"/>
                  </a:lnTo>
                  <a:lnTo>
                    <a:pt x="2104824" y="2668428"/>
                  </a:lnTo>
                  <a:lnTo>
                    <a:pt x="2104942" y="2668428"/>
                  </a:lnTo>
                  <a:lnTo>
                    <a:pt x="2105060" y="2668428"/>
                  </a:lnTo>
                  <a:lnTo>
                    <a:pt x="2105060" y="2667997"/>
                  </a:lnTo>
                  <a:lnTo>
                    <a:pt x="2105177" y="2667997"/>
                  </a:lnTo>
                  <a:lnTo>
                    <a:pt x="2105295" y="2667997"/>
                  </a:lnTo>
                  <a:lnTo>
                    <a:pt x="2105412" y="2667997"/>
                  </a:lnTo>
                  <a:lnTo>
                    <a:pt x="2105530" y="2667997"/>
                  </a:lnTo>
                  <a:lnTo>
                    <a:pt x="2105648" y="2667997"/>
                  </a:lnTo>
                  <a:lnTo>
                    <a:pt x="2105765" y="2667997"/>
                  </a:lnTo>
                  <a:lnTo>
                    <a:pt x="2105883" y="2667997"/>
                  </a:lnTo>
                  <a:lnTo>
                    <a:pt x="2106001" y="2667997"/>
                  </a:lnTo>
                  <a:lnTo>
                    <a:pt x="2106001" y="2667567"/>
                  </a:lnTo>
                  <a:lnTo>
                    <a:pt x="2106118" y="2667567"/>
                  </a:lnTo>
                  <a:lnTo>
                    <a:pt x="2106236" y="2667567"/>
                  </a:lnTo>
                  <a:lnTo>
                    <a:pt x="2106236" y="2667136"/>
                  </a:lnTo>
                  <a:lnTo>
                    <a:pt x="2106353" y="2667136"/>
                  </a:lnTo>
                  <a:lnTo>
                    <a:pt x="2106471" y="2667136"/>
                  </a:lnTo>
                  <a:lnTo>
                    <a:pt x="2106471" y="2666705"/>
                  </a:lnTo>
                  <a:lnTo>
                    <a:pt x="2106471" y="2666275"/>
                  </a:lnTo>
                  <a:lnTo>
                    <a:pt x="2106589" y="2666275"/>
                  </a:lnTo>
                  <a:lnTo>
                    <a:pt x="2106589" y="2665844"/>
                  </a:lnTo>
                  <a:lnTo>
                    <a:pt x="2106706" y="2665844"/>
                  </a:lnTo>
                  <a:lnTo>
                    <a:pt x="2106824" y="2665844"/>
                  </a:lnTo>
                  <a:lnTo>
                    <a:pt x="2106824" y="2665414"/>
                  </a:lnTo>
                  <a:lnTo>
                    <a:pt x="2106941" y="2665414"/>
                  </a:lnTo>
                  <a:lnTo>
                    <a:pt x="2106941" y="2664983"/>
                  </a:lnTo>
                  <a:lnTo>
                    <a:pt x="2107059" y="2664983"/>
                  </a:lnTo>
                  <a:lnTo>
                    <a:pt x="2107177" y="2664983"/>
                  </a:lnTo>
                  <a:lnTo>
                    <a:pt x="2107294" y="2664983"/>
                  </a:lnTo>
                  <a:lnTo>
                    <a:pt x="2107294" y="2664552"/>
                  </a:lnTo>
                  <a:lnTo>
                    <a:pt x="2107294" y="2664122"/>
                  </a:lnTo>
                  <a:lnTo>
                    <a:pt x="2107412" y="2664122"/>
                  </a:lnTo>
                  <a:lnTo>
                    <a:pt x="2107530" y="2664122"/>
                  </a:lnTo>
                  <a:lnTo>
                    <a:pt x="2107647" y="2664122"/>
                  </a:lnTo>
                  <a:lnTo>
                    <a:pt x="2107765" y="2664122"/>
                  </a:lnTo>
                  <a:lnTo>
                    <a:pt x="2107882" y="2664122"/>
                  </a:lnTo>
                  <a:lnTo>
                    <a:pt x="2108000" y="2664122"/>
                  </a:lnTo>
                  <a:lnTo>
                    <a:pt x="2108118" y="2664122"/>
                  </a:lnTo>
                  <a:lnTo>
                    <a:pt x="2108235" y="2664122"/>
                  </a:lnTo>
                  <a:lnTo>
                    <a:pt x="2108353" y="2664122"/>
                  </a:lnTo>
                  <a:lnTo>
                    <a:pt x="2108470" y="2664122"/>
                  </a:lnTo>
                  <a:lnTo>
                    <a:pt x="2108470" y="2663691"/>
                  </a:lnTo>
                  <a:lnTo>
                    <a:pt x="2108588" y="2663691"/>
                  </a:lnTo>
                  <a:lnTo>
                    <a:pt x="2108588" y="2663261"/>
                  </a:lnTo>
                  <a:lnTo>
                    <a:pt x="2108706" y="2663261"/>
                  </a:lnTo>
                  <a:lnTo>
                    <a:pt x="2108823" y="2663261"/>
                  </a:lnTo>
                  <a:lnTo>
                    <a:pt x="2108941" y="2663261"/>
                  </a:lnTo>
                  <a:lnTo>
                    <a:pt x="2109058" y="2663261"/>
                  </a:lnTo>
                  <a:lnTo>
                    <a:pt x="2109176" y="2663261"/>
                  </a:lnTo>
                  <a:lnTo>
                    <a:pt x="2109294" y="2663261"/>
                  </a:lnTo>
                  <a:lnTo>
                    <a:pt x="2109294" y="2662830"/>
                  </a:lnTo>
                  <a:lnTo>
                    <a:pt x="2109411" y="2662830"/>
                  </a:lnTo>
                  <a:lnTo>
                    <a:pt x="2109529" y="2662830"/>
                  </a:lnTo>
                  <a:lnTo>
                    <a:pt x="2109647" y="2662830"/>
                  </a:lnTo>
                  <a:lnTo>
                    <a:pt x="2109764" y="2662830"/>
                  </a:lnTo>
                  <a:lnTo>
                    <a:pt x="2109882" y="2662830"/>
                  </a:lnTo>
                  <a:lnTo>
                    <a:pt x="2109999" y="2662830"/>
                  </a:lnTo>
                  <a:lnTo>
                    <a:pt x="2110117" y="2662830"/>
                  </a:lnTo>
                  <a:lnTo>
                    <a:pt x="2110235" y="2662830"/>
                  </a:lnTo>
                  <a:lnTo>
                    <a:pt x="2110352" y="2662830"/>
                  </a:lnTo>
                  <a:lnTo>
                    <a:pt x="2110352" y="2662399"/>
                  </a:lnTo>
                  <a:lnTo>
                    <a:pt x="2110352" y="2661969"/>
                  </a:lnTo>
                  <a:lnTo>
                    <a:pt x="2110470" y="2661969"/>
                  </a:lnTo>
                  <a:lnTo>
                    <a:pt x="2110587" y="2661969"/>
                  </a:lnTo>
                  <a:lnTo>
                    <a:pt x="2110705" y="2661969"/>
                  </a:lnTo>
                  <a:lnTo>
                    <a:pt x="2110823" y="2661969"/>
                  </a:lnTo>
                  <a:lnTo>
                    <a:pt x="2110940" y="2661969"/>
                  </a:lnTo>
                  <a:lnTo>
                    <a:pt x="2111058" y="2661969"/>
                  </a:lnTo>
                  <a:lnTo>
                    <a:pt x="2111176" y="2661969"/>
                  </a:lnTo>
                  <a:lnTo>
                    <a:pt x="2111176" y="2661538"/>
                  </a:lnTo>
                  <a:lnTo>
                    <a:pt x="2111293" y="2661538"/>
                  </a:lnTo>
                  <a:lnTo>
                    <a:pt x="2111293" y="2661108"/>
                  </a:lnTo>
                  <a:lnTo>
                    <a:pt x="2111293" y="2660677"/>
                  </a:lnTo>
                  <a:lnTo>
                    <a:pt x="2111411" y="2660677"/>
                  </a:lnTo>
                  <a:lnTo>
                    <a:pt x="2111528" y="2660677"/>
                  </a:lnTo>
                  <a:lnTo>
                    <a:pt x="2111646" y="2660677"/>
                  </a:lnTo>
                  <a:lnTo>
                    <a:pt x="2111764" y="2660677"/>
                  </a:lnTo>
                  <a:lnTo>
                    <a:pt x="2111764" y="2660246"/>
                  </a:lnTo>
                  <a:lnTo>
                    <a:pt x="2111881" y="2660246"/>
                  </a:lnTo>
                  <a:lnTo>
                    <a:pt x="2111999" y="2660246"/>
                  </a:lnTo>
                  <a:lnTo>
                    <a:pt x="2112116" y="2660246"/>
                  </a:lnTo>
                  <a:lnTo>
                    <a:pt x="2112234" y="2660246"/>
                  </a:lnTo>
                  <a:lnTo>
                    <a:pt x="2112352" y="2660246"/>
                  </a:lnTo>
                  <a:lnTo>
                    <a:pt x="2112469" y="2660246"/>
                  </a:lnTo>
                  <a:lnTo>
                    <a:pt x="2112587" y="2660246"/>
                  </a:lnTo>
                  <a:lnTo>
                    <a:pt x="2112705" y="2660246"/>
                  </a:lnTo>
                  <a:lnTo>
                    <a:pt x="2112822" y="2660246"/>
                  </a:lnTo>
                  <a:lnTo>
                    <a:pt x="2112940" y="2660246"/>
                  </a:lnTo>
                  <a:lnTo>
                    <a:pt x="2112940" y="2659816"/>
                  </a:lnTo>
                  <a:lnTo>
                    <a:pt x="2113057" y="2659816"/>
                  </a:lnTo>
                  <a:lnTo>
                    <a:pt x="2113175" y="2659816"/>
                  </a:lnTo>
                  <a:lnTo>
                    <a:pt x="2113293" y="2659816"/>
                  </a:lnTo>
                  <a:lnTo>
                    <a:pt x="2113410" y="2659816"/>
                  </a:lnTo>
                  <a:lnTo>
                    <a:pt x="2113410" y="2659385"/>
                  </a:lnTo>
                  <a:lnTo>
                    <a:pt x="2113528" y="2659385"/>
                  </a:lnTo>
                  <a:lnTo>
                    <a:pt x="2113528" y="2658955"/>
                  </a:lnTo>
                  <a:lnTo>
                    <a:pt x="2113645" y="2658955"/>
                  </a:lnTo>
                  <a:lnTo>
                    <a:pt x="2113763" y="2658955"/>
                  </a:lnTo>
                  <a:lnTo>
                    <a:pt x="2113881" y="2658955"/>
                  </a:lnTo>
                  <a:lnTo>
                    <a:pt x="2113998" y="2658955"/>
                  </a:lnTo>
                  <a:lnTo>
                    <a:pt x="2114116" y="2658955"/>
                  </a:lnTo>
                  <a:lnTo>
                    <a:pt x="2114234" y="2658955"/>
                  </a:lnTo>
                  <a:lnTo>
                    <a:pt x="2114351" y="2658955"/>
                  </a:lnTo>
                  <a:lnTo>
                    <a:pt x="2114469" y="2658955"/>
                  </a:lnTo>
                  <a:lnTo>
                    <a:pt x="2114586" y="2658955"/>
                  </a:lnTo>
                  <a:lnTo>
                    <a:pt x="2114586" y="2658524"/>
                  </a:lnTo>
                  <a:lnTo>
                    <a:pt x="2114586" y="2658093"/>
                  </a:lnTo>
                  <a:lnTo>
                    <a:pt x="2114704" y="2658093"/>
                  </a:lnTo>
                  <a:lnTo>
                    <a:pt x="2114822" y="2658093"/>
                  </a:lnTo>
                  <a:lnTo>
                    <a:pt x="2114939" y="2658093"/>
                  </a:lnTo>
                  <a:lnTo>
                    <a:pt x="2114939" y="2657663"/>
                  </a:lnTo>
                  <a:lnTo>
                    <a:pt x="2114939" y="2657232"/>
                  </a:lnTo>
                  <a:lnTo>
                    <a:pt x="2115057" y="2657232"/>
                  </a:lnTo>
                  <a:lnTo>
                    <a:pt x="2115174" y="2657232"/>
                  </a:lnTo>
                  <a:lnTo>
                    <a:pt x="2115174" y="2656802"/>
                  </a:lnTo>
                  <a:lnTo>
                    <a:pt x="2115174" y="2656371"/>
                  </a:lnTo>
                  <a:lnTo>
                    <a:pt x="2115292" y="2656371"/>
                  </a:lnTo>
                  <a:lnTo>
                    <a:pt x="2115410" y="2656371"/>
                  </a:lnTo>
                  <a:lnTo>
                    <a:pt x="2115527" y="2656371"/>
                  </a:lnTo>
                  <a:lnTo>
                    <a:pt x="2115645" y="2656371"/>
                  </a:lnTo>
                  <a:lnTo>
                    <a:pt x="2115763" y="2656371"/>
                  </a:lnTo>
                  <a:lnTo>
                    <a:pt x="2115880" y="2656371"/>
                  </a:lnTo>
                  <a:lnTo>
                    <a:pt x="2115998" y="2656371"/>
                  </a:lnTo>
                  <a:lnTo>
                    <a:pt x="2116115" y="2656371"/>
                  </a:lnTo>
                  <a:lnTo>
                    <a:pt x="2116233" y="2656371"/>
                  </a:lnTo>
                  <a:lnTo>
                    <a:pt x="2116351" y="2656371"/>
                  </a:lnTo>
                  <a:lnTo>
                    <a:pt x="2116468" y="2656371"/>
                  </a:lnTo>
                  <a:lnTo>
                    <a:pt x="2116586" y="2656371"/>
                  </a:lnTo>
                  <a:lnTo>
                    <a:pt x="2116703" y="2656371"/>
                  </a:lnTo>
                  <a:lnTo>
                    <a:pt x="2116703" y="2655940"/>
                  </a:lnTo>
                  <a:lnTo>
                    <a:pt x="2116703" y="2655510"/>
                  </a:lnTo>
                  <a:lnTo>
                    <a:pt x="2116703" y="2655079"/>
                  </a:lnTo>
                  <a:lnTo>
                    <a:pt x="2116821" y="2655079"/>
                  </a:lnTo>
                  <a:lnTo>
                    <a:pt x="2116939" y="2655079"/>
                  </a:lnTo>
                  <a:lnTo>
                    <a:pt x="2117056" y="2655079"/>
                  </a:lnTo>
                  <a:lnTo>
                    <a:pt x="2117056" y="2654649"/>
                  </a:lnTo>
                  <a:lnTo>
                    <a:pt x="2117056" y="2654218"/>
                  </a:lnTo>
                  <a:lnTo>
                    <a:pt x="2117174" y="2654218"/>
                  </a:lnTo>
                  <a:lnTo>
                    <a:pt x="2117291" y="2654218"/>
                  </a:lnTo>
                  <a:lnTo>
                    <a:pt x="2117409" y="2654218"/>
                  </a:lnTo>
                  <a:lnTo>
                    <a:pt x="2117527" y="2654218"/>
                  </a:lnTo>
                  <a:lnTo>
                    <a:pt x="2117644" y="2654218"/>
                  </a:lnTo>
                  <a:lnTo>
                    <a:pt x="2117762" y="2654218"/>
                  </a:lnTo>
                  <a:lnTo>
                    <a:pt x="2117880" y="2654218"/>
                  </a:lnTo>
                  <a:lnTo>
                    <a:pt x="2117997" y="2654218"/>
                  </a:lnTo>
                  <a:lnTo>
                    <a:pt x="2118115" y="2654218"/>
                  </a:lnTo>
                  <a:lnTo>
                    <a:pt x="2118115" y="2653787"/>
                  </a:lnTo>
                  <a:lnTo>
                    <a:pt x="2118232" y="2653787"/>
                  </a:lnTo>
                  <a:lnTo>
                    <a:pt x="2118232" y="2653357"/>
                  </a:lnTo>
                  <a:lnTo>
                    <a:pt x="2118350" y="2653357"/>
                  </a:lnTo>
                  <a:lnTo>
                    <a:pt x="2118468" y="2653357"/>
                  </a:lnTo>
                  <a:lnTo>
                    <a:pt x="2118585" y="2653357"/>
                  </a:lnTo>
                  <a:lnTo>
                    <a:pt x="2118703" y="2653357"/>
                  </a:lnTo>
                  <a:lnTo>
                    <a:pt x="2118820" y="2653357"/>
                  </a:lnTo>
                  <a:lnTo>
                    <a:pt x="2118820" y="2652926"/>
                  </a:lnTo>
                  <a:lnTo>
                    <a:pt x="2118938" y="2652926"/>
                  </a:lnTo>
                  <a:lnTo>
                    <a:pt x="2119056" y="2652926"/>
                  </a:lnTo>
                  <a:lnTo>
                    <a:pt x="2119173" y="2652926"/>
                  </a:lnTo>
                  <a:lnTo>
                    <a:pt x="2119291" y="2652926"/>
                  </a:lnTo>
                  <a:lnTo>
                    <a:pt x="2119409" y="2652926"/>
                  </a:lnTo>
                  <a:lnTo>
                    <a:pt x="2119526" y="2652926"/>
                  </a:lnTo>
                  <a:lnTo>
                    <a:pt x="2119644" y="2652926"/>
                  </a:lnTo>
                  <a:lnTo>
                    <a:pt x="2119761" y="2652926"/>
                  </a:lnTo>
                  <a:lnTo>
                    <a:pt x="2119879" y="2652926"/>
                  </a:lnTo>
                  <a:lnTo>
                    <a:pt x="2119997" y="2652926"/>
                  </a:lnTo>
                  <a:lnTo>
                    <a:pt x="2120114" y="2652926"/>
                  </a:lnTo>
                  <a:lnTo>
                    <a:pt x="2120232" y="2652926"/>
                  </a:lnTo>
                  <a:lnTo>
                    <a:pt x="2120349" y="2652926"/>
                  </a:lnTo>
                  <a:lnTo>
                    <a:pt x="2120467" y="2652926"/>
                  </a:lnTo>
                  <a:lnTo>
                    <a:pt x="2120585" y="2652926"/>
                  </a:lnTo>
                  <a:lnTo>
                    <a:pt x="2120702" y="2652926"/>
                  </a:lnTo>
                  <a:lnTo>
                    <a:pt x="2120820" y="2652926"/>
                  </a:lnTo>
                  <a:lnTo>
                    <a:pt x="2120938" y="2652926"/>
                  </a:lnTo>
                  <a:lnTo>
                    <a:pt x="2120938" y="2652496"/>
                  </a:lnTo>
                  <a:lnTo>
                    <a:pt x="2120938" y="2652065"/>
                  </a:lnTo>
                  <a:lnTo>
                    <a:pt x="2121055" y="2652065"/>
                  </a:lnTo>
                  <a:lnTo>
                    <a:pt x="2121055" y="2651634"/>
                  </a:lnTo>
                  <a:lnTo>
                    <a:pt x="2121173" y="2651634"/>
                  </a:lnTo>
                  <a:lnTo>
                    <a:pt x="2121290" y="2651634"/>
                  </a:lnTo>
                  <a:lnTo>
                    <a:pt x="2121290" y="2651204"/>
                  </a:lnTo>
                  <a:lnTo>
                    <a:pt x="2121408" y="2651204"/>
                  </a:lnTo>
                  <a:lnTo>
                    <a:pt x="2121526" y="2651204"/>
                  </a:lnTo>
                  <a:lnTo>
                    <a:pt x="2121643" y="2651204"/>
                  </a:lnTo>
                  <a:lnTo>
                    <a:pt x="2121761" y="2651204"/>
                  </a:lnTo>
                  <a:lnTo>
                    <a:pt x="2121878" y="2651204"/>
                  </a:lnTo>
                  <a:lnTo>
                    <a:pt x="2121878" y="2650773"/>
                  </a:lnTo>
                  <a:lnTo>
                    <a:pt x="2121996" y="2650773"/>
                  </a:lnTo>
                  <a:lnTo>
                    <a:pt x="2122114" y="2650773"/>
                  </a:lnTo>
                  <a:lnTo>
                    <a:pt x="2122231" y="2650773"/>
                  </a:lnTo>
                  <a:lnTo>
                    <a:pt x="2122349" y="2650773"/>
                  </a:lnTo>
                  <a:lnTo>
                    <a:pt x="2122467" y="2650773"/>
                  </a:lnTo>
                  <a:lnTo>
                    <a:pt x="2122584" y="2650773"/>
                  </a:lnTo>
                  <a:lnTo>
                    <a:pt x="2122702" y="2650773"/>
                  </a:lnTo>
                  <a:lnTo>
                    <a:pt x="2122819" y="2650773"/>
                  </a:lnTo>
                  <a:lnTo>
                    <a:pt x="2122937" y="2650773"/>
                  </a:lnTo>
                  <a:lnTo>
                    <a:pt x="2122937" y="2650343"/>
                  </a:lnTo>
                  <a:lnTo>
                    <a:pt x="2123055" y="2650343"/>
                  </a:lnTo>
                  <a:lnTo>
                    <a:pt x="2123172" y="2650343"/>
                  </a:lnTo>
                  <a:lnTo>
                    <a:pt x="2123172" y="2649912"/>
                  </a:lnTo>
                  <a:lnTo>
                    <a:pt x="2123172" y="2649481"/>
                  </a:lnTo>
                  <a:lnTo>
                    <a:pt x="2123172" y="2649051"/>
                  </a:lnTo>
                  <a:lnTo>
                    <a:pt x="2123290" y="2649051"/>
                  </a:lnTo>
                  <a:lnTo>
                    <a:pt x="2123407" y="2649051"/>
                  </a:lnTo>
                  <a:lnTo>
                    <a:pt x="2123407" y="2648620"/>
                  </a:lnTo>
                  <a:lnTo>
                    <a:pt x="2123525" y="2648620"/>
                  </a:lnTo>
                  <a:lnTo>
                    <a:pt x="2123643" y="2648620"/>
                  </a:lnTo>
                  <a:lnTo>
                    <a:pt x="2123643" y="2648190"/>
                  </a:lnTo>
                  <a:lnTo>
                    <a:pt x="2123643" y="2647759"/>
                  </a:lnTo>
                  <a:lnTo>
                    <a:pt x="2123760" y="2647759"/>
                  </a:lnTo>
                  <a:lnTo>
                    <a:pt x="2123878" y="2647759"/>
                  </a:lnTo>
                  <a:lnTo>
                    <a:pt x="2123996" y="2647759"/>
                  </a:lnTo>
                  <a:lnTo>
                    <a:pt x="2123996" y="2647328"/>
                  </a:lnTo>
                  <a:lnTo>
                    <a:pt x="2123996" y="2646898"/>
                  </a:lnTo>
                  <a:lnTo>
                    <a:pt x="2124113" y="2646898"/>
                  </a:lnTo>
                  <a:lnTo>
                    <a:pt x="2124231" y="2646898"/>
                  </a:lnTo>
                  <a:lnTo>
                    <a:pt x="2124348" y="2646898"/>
                  </a:lnTo>
                  <a:lnTo>
                    <a:pt x="2124466" y="2646898"/>
                  </a:lnTo>
                  <a:lnTo>
                    <a:pt x="2124584" y="2646898"/>
                  </a:lnTo>
                  <a:lnTo>
                    <a:pt x="2124701" y="2646898"/>
                  </a:lnTo>
                  <a:lnTo>
                    <a:pt x="2124701" y="2646467"/>
                  </a:lnTo>
                  <a:lnTo>
                    <a:pt x="2124819" y="2646467"/>
                  </a:lnTo>
                  <a:lnTo>
                    <a:pt x="2124936" y="2646467"/>
                  </a:lnTo>
                  <a:lnTo>
                    <a:pt x="2125054" y="2646467"/>
                  </a:lnTo>
                  <a:lnTo>
                    <a:pt x="2125054" y="2646037"/>
                  </a:lnTo>
                  <a:lnTo>
                    <a:pt x="2125054" y="2645606"/>
                  </a:lnTo>
                  <a:lnTo>
                    <a:pt x="2125054" y="2645175"/>
                  </a:lnTo>
                  <a:lnTo>
                    <a:pt x="2125172" y="2645175"/>
                  </a:lnTo>
                  <a:lnTo>
                    <a:pt x="2125289" y="2645175"/>
                  </a:lnTo>
                  <a:lnTo>
                    <a:pt x="2125407" y="2645175"/>
                  </a:lnTo>
                  <a:lnTo>
                    <a:pt x="2125524" y="2645175"/>
                  </a:lnTo>
                  <a:lnTo>
                    <a:pt x="2125642" y="2645175"/>
                  </a:lnTo>
                  <a:lnTo>
                    <a:pt x="2125642" y="2644745"/>
                  </a:lnTo>
                  <a:lnTo>
                    <a:pt x="2125642" y="2644314"/>
                  </a:lnTo>
                  <a:lnTo>
                    <a:pt x="2125760" y="2644314"/>
                  </a:lnTo>
                  <a:lnTo>
                    <a:pt x="2125877" y="2644314"/>
                  </a:lnTo>
                  <a:lnTo>
                    <a:pt x="2125995" y="2644314"/>
                  </a:lnTo>
                  <a:lnTo>
                    <a:pt x="2126113" y="2644314"/>
                  </a:lnTo>
                  <a:lnTo>
                    <a:pt x="2126230" y="2644314"/>
                  </a:lnTo>
                  <a:lnTo>
                    <a:pt x="2126230" y="2643884"/>
                  </a:lnTo>
                  <a:lnTo>
                    <a:pt x="2126348" y="2643884"/>
                  </a:lnTo>
                  <a:lnTo>
                    <a:pt x="2126465" y="2643884"/>
                  </a:lnTo>
                  <a:lnTo>
                    <a:pt x="2126583" y="2643884"/>
                  </a:lnTo>
                  <a:lnTo>
                    <a:pt x="2126701" y="2643884"/>
                  </a:lnTo>
                  <a:lnTo>
                    <a:pt x="2126818" y="2643884"/>
                  </a:lnTo>
                  <a:lnTo>
                    <a:pt x="2126936" y="2643884"/>
                  </a:lnTo>
                  <a:lnTo>
                    <a:pt x="2127053" y="2643884"/>
                  </a:lnTo>
                  <a:lnTo>
                    <a:pt x="2127171" y="2643884"/>
                  </a:lnTo>
                  <a:lnTo>
                    <a:pt x="2127171" y="2643453"/>
                  </a:lnTo>
                  <a:lnTo>
                    <a:pt x="2127289" y="2643453"/>
                  </a:lnTo>
                  <a:lnTo>
                    <a:pt x="2127289" y="2643022"/>
                  </a:lnTo>
                  <a:lnTo>
                    <a:pt x="2127406" y="2643022"/>
                  </a:lnTo>
                  <a:lnTo>
                    <a:pt x="2127406" y="2642592"/>
                  </a:lnTo>
                  <a:lnTo>
                    <a:pt x="2127406" y="2642161"/>
                  </a:lnTo>
                  <a:lnTo>
                    <a:pt x="2127524" y="2642161"/>
                  </a:lnTo>
                  <a:lnTo>
                    <a:pt x="2127642" y="2642161"/>
                  </a:lnTo>
                  <a:lnTo>
                    <a:pt x="2127759" y="2642161"/>
                  </a:lnTo>
                  <a:lnTo>
                    <a:pt x="2127759" y="2641731"/>
                  </a:lnTo>
                  <a:lnTo>
                    <a:pt x="2127877" y="2641731"/>
                  </a:lnTo>
                  <a:lnTo>
                    <a:pt x="2127994" y="2641731"/>
                  </a:lnTo>
                  <a:lnTo>
                    <a:pt x="2128112" y="2641731"/>
                  </a:lnTo>
                  <a:lnTo>
                    <a:pt x="2128230" y="2641731"/>
                  </a:lnTo>
                  <a:lnTo>
                    <a:pt x="2128347" y="2641731"/>
                  </a:lnTo>
                  <a:lnTo>
                    <a:pt x="2128465" y="2641731"/>
                  </a:lnTo>
                  <a:lnTo>
                    <a:pt x="2128582" y="2641731"/>
                  </a:lnTo>
                  <a:lnTo>
                    <a:pt x="2128582" y="2641300"/>
                  </a:lnTo>
                  <a:lnTo>
                    <a:pt x="2128700" y="2641300"/>
                  </a:lnTo>
                  <a:lnTo>
                    <a:pt x="2128818" y="2641300"/>
                  </a:lnTo>
                  <a:lnTo>
                    <a:pt x="2128935" y="2641300"/>
                  </a:lnTo>
                  <a:lnTo>
                    <a:pt x="2128935" y="2640869"/>
                  </a:lnTo>
                  <a:lnTo>
                    <a:pt x="2129053" y="2640869"/>
                  </a:lnTo>
                  <a:lnTo>
                    <a:pt x="2129171" y="2640869"/>
                  </a:lnTo>
                  <a:lnTo>
                    <a:pt x="2129288" y="2640869"/>
                  </a:lnTo>
                  <a:lnTo>
                    <a:pt x="2129406" y="2640869"/>
                  </a:lnTo>
                  <a:lnTo>
                    <a:pt x="2129523" y="2640869"/>
                  </a:lnTo>
                  <a:lnTo>
                    <a:pt x="2129641" y="2640869"/>
                  </a:lnTo>
                  <a:lnTo>
                    <a:pt x="2129759" y="2640869"/>
                  </a:lnTo>
                  <a:lnTo>
                    <a:pt x="2129876" y="2640869"/>
                  </a:lnTo>
                  <a:lnTo>
                    <a:pt x="2129994" y="2640869"/>
                  </a:lnTo>
                  <a:lnTo>
                    <a:pt x="2129994" y="2640439"/>
                  </a:lnTo>
                  <a:lnTo>
                    <a:pt x="2130111" y="2640439"/>
                  </a:lnTo>
                  <a:lnTo>
                    <a:pt x="2130111" y="2640008"/>
                  </a:lnTo>
                  <a:lnTo>
                    <a:pt x="2130229" y="2640008"/>
                  </a:lnTo>
                  <a:lnTo>
                    <a:pt x="2130347" y="2640008"/>
                  </a:lnTo>
                  <a:lnTo>
                    <a:pt x="2130464" y="2640008"/>
                  </a:lnTo>
                  <a:lnTo>
                    <a:pt x="2130582" y="2640008"/>
                  </a:lnTo>
                  <a:lnTo>
                    <a:pt x="2130700" y="2640008"/>
                  </a:lnTo>
                  <a:lnTo>
                    <a:pt x="2130817" y="2640008"/>
                  </a:lnTo>
                  <a:lnTo>
                    <a:pt x="2130935" y="2640008"/>
                  </a:lnTo>
                  <a:lnTo>
                    <a:pt x="2131052" y="2640008"/>
                  </a:lnTo>
                  <a:lnTo>
                    <a:pt x="2131170" y="2640008"/>
                  </a:lnTo>
                  <a:lnTo>
                    <a:pt x="2131170" y="2639578"/>
                  </a:lnTo>
                  <a:lnTo>
                    <a:pt x="2131288" y="2639578"/>
                  </a:lnTo>
                  <a:lnTo>
                    <a:pt x="2131405" y="2639578"/>
                  </a:lnTo>
                  <a:lnTo>
                    <a:pt x="2131523" y="2639578"/>
                  </a:lnTo>
                  <a:lnTo>
                    <a:pt x="2131640" y="2639578"/>
                  </a:lnTo>
                  <a:lnTo>
                    <a:pt x="2131758" y="2639578"/>
                  </a:lnTo>
                  <a:lnTo>
                    <a:pt x="2131876" y="2639578"/>
                  </a:lnTo>
                  <a:lnTo>
                    <a:pt x="2131993" y="2639578"/>
                  </a:lnTo>
                  <a:lnTo>
                    <a:pt x="2132111" y="2639578"/>
                  </a:lnTo>
                  <a:lnTo>
                    <a:pt x="2132229" y="2639578"/>
                  </a:lnTo>
                  <a:lnTo>
                    <a:pt x="2132346" y="2639578"/>
                  </a:lnTo>
                  <a:lnTo>
                    <a:pt x="2132464" y="2639578"/>
                  </a:lnTo>
                  <a:lnTo>
                    <a:pt x="2132581" y="2639578"/>
                  </a:lnTo>
                  <a:lnTo>
                    <a:pt x="2132581" y="2639147"/>
                  </a:lnTo>
                  <a:lnTo>
                    <a:pt x="2132699" y="2639147"/>
                  </a:lnTo>
                  <a:lnTo>
                    <a:pt x="2132817" y="2639147"/>
                  </a:lnTo>
                  <a:lnTo>
                    <a:pt x="2132934" y="2639147"/>
                  </a:lnTo>
                  <a:lnTo>
                    <a:pt x="2133052" y="2639147"/>
                  </a:lnTo>
                  <a:lnTo>
                    <a:pt x="2133169" y="2639147"/>
                  </a:lnTo>
                  <a:lnTo>
                    <a:pt x="2133287" y="2639147"/>
                  </a:lnTo>
                  <a:lnTo>
                    <a:pt x="2133287" y="2638716"/>
                  </a:lnTo>
                  <a:lnTo>
                    <a:pt x="2133287" y="2638286"/>
                  </a:lnTo>
                  <a:lnTo>
                    <a:pt x="2133405" y="2638286"/>
                  </a:lnTo>
                  <a:lnTo>
                    <a:pt x="2133522" y="2638286"/>
                  </a:lnTo>
                  <a:lnTo>
                    <a:pt x="2133640" y="2638286"/>
                  </a:lnTo>
                  <a:lnTo>
                    <a:pt x="2133640" y="2637855"/>
                  </a:lnTo>
                  <a:lnTo>
                    <a:pt x="2133640" y="2637425"/>
                  </a:lnTo>
                  <a:lnTo>
                    <a:pt x="2133757" y="2637425"/>
                  </a:lnTo>
                  <a:lnTo>
                    <a:pt x="2133875" y="2637425"/>
                  </a:lnTo>
                  <a:lnTo>
                    <a:pt x="2133993" y="2637425"/>
                  </a:lnTo>
                  <a:lnTo>
                    <a:pt x="2134110" y="2637425"/>
                  </a:lnTo>
                  <a:lnTo>
                    <a:pt x="2134228" y="2637425"/>
                  </a:lnTo>
                  <a:lnTo>
                    <a:pt x="2134346" y="2637425"/>
                  </a:lnTo>
                  <a:lnTo>
                    <a:pt x="2134346" y="2636994"/>
                  </a:lnTo>
                  <a:lnTo>
                    <a:pt x="2134463" y="2636994"/>
                  </a:lnTo>
                  <a:lnTo>
                    <a:pt x="2134581" y="2636994"/>
                  </a:lnTo>
                  <a:lnTo>
                    <a:pt x="2134698" y="2636994"/>
                  </a:lnTo>
                  <a:lnTo>
                    <a:pt x="2134816" y="2636994"/>
                  </a:lnTo>
                  <a:lnTo>
                    <a:pt x="2134934" y="2636994"/>
                  </a:lnTo>
                  <a:lnTo>
                    <a:pt x="2134934" y="2636563"/>
                  </a:lnTo>
                  <a:lnTo>
                    <a:pt x="2134934" y="2636133"/>
                  </a:lnTo>
                  <a:lnTo>
                    <a:pt x="2134934" y="2635702"/>
                  </a:lnTo>
                  <a:lnTo>
                    <a:pt x="2135051" y="2635702"/>
                  </a:lnTo>
                  <a:lnTo>
                    <a:pt x="2135051" y="2635272"/>
                  </a:lnTo>
                  <a:lnTo>
                    <a:pt x="2135169" y="2635272"/>
                  </a:lnTo>
                  <a:lnTo>
                    <a:pt x="2135286" y="2635272"/>
                  </a:lnTo>
                  <a:lnTo>
                    <a:pt x="2135286" y="2634841"/>
                  </a:lnTo>
                  <a:lnTo>
                    <a:pt x="2135286" y="2634410"/>
                  </a:lnTo>
                  <a:lnTo>
                    <a:pt x="2135286" y="2633980"/>
                  </a:lnTo>
                  <a:lnTo>
                    <a:pt x="2135404" y="2633980"/>
                  </a:lnTo>
                  <a:lnTo>
                    <a:pt x="2135522" y="2633980"/>
                  </a:lnTo>
                  <a:lnTo>
                    <a:pt x="2135639" y="2633980"/>
                  </a:lnTo>
                  <a:lnTo>
                    <a:pt x="2135757" y="2633980"/>
                  </a:lnTo>
                  <a:lnTo>
                    <a:pt x="2135875" y="2633980"/>
                  </a:lnTo>
                  <a:lnTo>
                    <a:pt x="2135875" y="2633549"/>
                  </a:lnTo>
                  <a:lnTo>
                    <a:pt x="2135992" y="2633549"/>
                  </a:lnTo>
                  <a:lnTo>
                    <a:pt x="2136110" y="2633549"/>
                  </a:lnTo>
                  <a:lnTo>
                    <a:pt x="2136227" y="2633549"/>
                  </a:lnTo>
                  <a:lnTo>
                    <a:pt x="2136345" y="2633549"/>
                  </a:lnTo>
                  <a:lnTo>
                    <a:pt x="2136463" y="2633549"/>
                  </a:lnTo>
                  <a:lnTo>
                    <a:pt x="2136580" y="2633549"/>
                  </a:lnTo>
                  <a:lnTo>
                    <a:pt x="2136698" y="2633549"/>
                  </a:lnTo>
                  <a:lnTo>
                    <a:pt x="2136815" y="2633549"/>
                  </a:lnTo>
                  <a:lnTo>
                    <a:pt x="2136933" y="2633549"/>
                  </a:lnTo>
                  <a:lnTo>
                    <a:pt x="2137051" y="2633549"/>
                  </a:lnTo>
                  <a:lnTo>
                    <a:pt x="2137168" y="2633549"/>
                  </a:lnTo>
                  <a:lnTo>
                    <a:pt x="2137286" y="2633549"/>
                  </a:lnTo>
                  <a:lnTo>
                    <a:pt x="2137404" y="2633549"/>
                  </a:lnTo>
                  <a:lnTo>
                    <a:pt x="2137404" y="2633119"/>
                  </a:lnTo>
                  <a:lnTo>
                    <a:pt x="2137521" y="2633119"/>
                  </a:lnTo>
                  <a:lnTo>
                    <a:pt x="2137639" y="2633119"/>
                  </a:lnTo>
                  <a:lnTo>
                    <a:pt x="2137756" y="2633119"/>
                  </a:lnTo>
                  <a:lnTo>
                    <a:pt x="2137874" y="2633119"/>
                  </a:lnTo>
                  <a:lnTo>
                    <a:pt x="2137992" y="2633119"/>
                  </a:lnTo>
                  <a:lnTo>
                    <a:pt x="2138109" y="2633119"/>
                  </a:lnTo>
                  <a:lnTo>
                    <a:pt x="2138227" y="2633119"/>
                  </a:lnTo>
                  <a:lnTo>
                    <a:pt x="2138344" y="2633119"/>
                  </a:lnTo>
                  <a:lnTo>
                    <a:pt x="2138344" y="2632688"/>
                  </a:lnTo>
                  <a:lnTo>
                    <a:pt x="2138462" y="2632688"/>
                  </a:lnTo>
                  <a:lnTo>
                    <a:pt x="2138580" y="2632688"/>
                  </a:lnTo>
                  <a:lnTo>
                    <a:pt x="2138697" y="2632688"/>
                  </a:lnTo>
                  <a:lnTo>
                    <a:pt x="2138815" y="2632688"/>
                  </a:lnTo>
                  <a:lnTo>
                    <a:pt x="2138815" y="2632257"/>
                  </a:lnTo>
                  <a:lnTo>
                    <a:pt x="2138933" y="2632257"/>
                  </a:lnTo>
                  <a:lnTo>
                    <a:pt x="2139050" y="2632257"/>
                  </a:lnTo>
                  <a:lnTo>
                    <a:pt x="2139050" y="2631827"/>
                  </a:lnTo>
                  <a:lnTo>
                    <a:pt x="2139168" y="2631827"/>
                  </a:lnTo>
                  <a:lnTo>
                    <a:pt x="2139285" y="2631827"/>
                  </a:lnTo>
                  <a:lnTo>
                    <a:pt x="2139285" y="2631396"/>
                  </a:lnTo>
                  <a:lnTo>
                    <a:pt x="2139403" y="2631396"/>
                  </a:lnTo>
                  <a:lnTo>
                    <a:pt x="2139521" y="2631396"/>
                  </a:lnTo>
                  <a:lnTo>
                    <a:pt x="2139638" y="2631396"/>
                  </a:lnTo>
                  <a:lnTo>
                    <a:pt x="2139756" y="2631396"/>
                  </a:lnTo>
                  <a:lnTo>
                    <a:pt x="2139873" y="2631396"/>
                  </a:lnTo>
                  <a:lnTo>
                    <a:pt x="2139873" y="2630966"/>
                  </a:lnTo>
                  <a:lnTo>
                    <a:pt x="2139991" y="2630966"/>
                  </a:lnTo>
                  <a:lnTo>
                    <a:pt x="2140109" y="2630966"/>
                  </a:lnTo>
                  <a:lnTo>
                    <a:pt x="2140109" y="2630535"/>
                  </a:lnTo>
                  <a:lnTo>
                    <a:pt x="2140109" y="2630104"/>
                  </a:lnTo>
                  <a:lnTo>
                    <a:pt x="2140226" y="2630104"/>
                  </a:lnTo>
                  <a:lnTo>
                    <a:pt x="2140344" y="2630104"/>
                  </a:lnTo>
                  <a:lnTo>
                    <a:pt x="2140462" y="2630104"/>
                  </a:lnTo>
                  <a:lnTo>
                    <a:pt x="2140462" y="2629674"/>
                  </a:lnTo>
                  <a:lnTo>
                    <a:pt x="2140462" y="2629243"/>
                  </a:lnTo>
                  <a:lnTo>
                    <a:pt x="2140462" y="2628813"/>
                  </a:lnTo>
                  <a:lnTo>
                    <a:pt x="2140579" y="2628813"/>
                  </a:lnTo>
                  <a:lnTo>
                    <a:pt x="2140697" y="2628813"/>
                  </a:lnTo>
                  <a:lnTo>
                    <a:pt x="2140814" y="2628813"/>
                  </a:lnTo>
                  <a:lnTo>
                    <a:pt x="2140814" y="2628382"/>
                  </a:lnTo>
                  <a:lnTo>
                    <a:pt x="2140814" y="2627951"/>
                  </a:lnTo>
                  <a:lnTo>
                    <a:pt x="2140814" y="2627521"/>
                  </a:lnTo>
                  <a:lnTo>
                    <a:pt x="2140932" y="2627521"/>
                  </a:lnTo>
                  <a:lnTo>
                    <a:pt x="2141050" y="2627521"/>
                  </a:lnTo>
                  <a:lnTo>
                    <a:pt x="2141167" y="2627521"/>
                  </a:lnTo>
                  <a:lnTo>
                    <a:pt x="2141285" y="2627521"/>
                  </a:lnTo>
                  <a:lnTo>
                    <a:pt x="2141402" y="2627521"/>
                  </a:lnTo>
                  <a:lnTo>
                    <a:pt x="2141520" y="2627521"/>
                  </a:lnTo>
                  <a:lnTo>
                    <a:pt x="2141638" y="2627521"/>
                  </a:lnTo>
                  <a:lnTo>
                    <a:pt x="2141755" y="2627521"/>
                  </a:lnTo>
                  <a:lnTo>
                    <a:pt x="2141873" y="2627521"/>
                  </a:lnTo>
                  <a:lnTo>
                    <a:pt x="2141990" y="2627521"/>
                  </a:lnTo>
                  <a:lnTo>
                    <a:pt x="2142108" y="2627521"/>
                  </a:lnTo>
                  <a:lnTo>
                    <a:pt x="2142226" y="2627521"/>
                  </a:lnTo>
                  <a:lnTo>
                    <a:pt x="2142343" y="2627521"/>
                  </a:lnTo>
                  <a:lnTo>
                    <a:pt x="2142461" y="2627521"/>
                  </a:lnTo>
                  <a:lnTo>
                    <a:pt x="2142579" y="2627521"/>
                  </a:lnTo>
                  <a:lnTo>
                    <a:pt x="2142696" y="2627521"/>
                  </a:lnTo>
                  <a:lnTo>
                    <a:pt x="2142696" y="2627090"/>
                  </a:lnTo>
                  <a:lnTo>
                    <a:pt x="2142814" y="2627090"/>
                  </a:lnTo>
                  <a:lnTo>
                    <a:pt x="2142814" y="2626660"/>
                  </a:lnTo>
                  <a:lnTo>
                    <a:pt x="2142931" y="2626660"/>
                  </a:lnTo>
                  <a:lnTo>
                    <a:pt x="2143049" y="2626660"/>
                  </a:lnTo>
                  <a:lnTo>
                    <a:pt x="2143167" y="2626660"/>
                  </a:lnTo>
                  <a:lnTo>
                    <a:pt x="2143284" y="2626660"/>
                  </a:lnTo>
                  <a:lnTo>
                    <a:pt x="2143402" y="2626660"/>
                  </a:lnTo>
                  <a:lnTo>
                    <a:pt x="2143402" y="2626229"/>
                  </a:lnTo>
                  <a:lnTo>
                    <a:pt x="2143519" y="2626229"/>
                  </a:lnTo>
                  <a:lnTo>
                    <a:pt x="2143519" y="2625798"/>
                  </a:lnTo>
                  <a:lnTo>
                    <a:pt x="2143637" y="2625798"/>
                  </a:lnTo>
                  <a:lnTo>
                    <a:pt x="2143755" y="2625798"/>
                  </a:lnTo>
                  <a:lnTo>
                    <a:pt x="2143872" y="2625798"/>
                  </a:lnTo>
                  <a:lnTo>
                    <a:pt x="2143990" y="2625798"/>
                  </a:lnTo>
                  <a:lnTo>
                    <a:pt x="2143990" y="2625368"/>
                  </a:lnTo>
                  <a:lnTo>
                    <a:pt x="2144108" y="2625368"/>
                  </a:lnTo>
                  <a:lnTo>
                    <a:pt x="2144108" y="2624937"/>
                  </a:lnTo>
                  <a:lnTo>
                    <a:pt x="2144225" y="2624937"/>
                  </a:lnTo>
                  <a:lnTo>
                    <a:pt x="2144225" y="2624507"/>
                  </a:lnTo>
                  <a:lnTo>
                    <a:pt x="2144225" y="2624076"/>
                  </a:lnTo>
                  <a:lnTo>
                    <a:pt x="2144343" y="2624076"/>
                  </a:lnTo>
                  <a:lnTo>
                    <a:pt x="2144460" y="2624076"/>
                  </a:lnTo>
                  <a:lnTo>
                    <a:pt x="2144578" y="2624076"/>
                  </a:lnTo>
                  <a:lnTo>
                    <a:pt x="2144696" y="2624076"/>
                  </a:lnTo>
                  <a:lnTo>
                    <a:pt x="2144813" y="2624076"/>
                  </a:lnTo>
                  <a:lnTo>
                    <a:pt x="2144931" y="2624076"/>
                  </a:lnTo>
                  <a:lnTo>
                    <a:pt x="2145048" y="2624076"/>
                  </a:lnTo>
                  <a:lnTo>
                    <a:pt x="2145166" y="2624076"/>
                  </a:lnTo>
                  <a:lnTo>
                    <a:pt x="2145166" y="2623645"/>
                  </a:lnTo>
                  <a:lnTo>
                    <a:pt x="2145166" y="2623215"/>
                  </a:lnTo>
                  <a:lnTo>
                    <a:pt x="2145284" y="2623215"/>
                  </a:lnTo>
                  <a:lnTo>
                    <a:pt x="2145401" y="2623215"/>
                  </a:lnTo>
                  <a:lnTo>
                    <a:pt x="2145519" y="2623215"/>
                  </a:lnTo>
                  <a:lnTo>
                    <a:pt x="2145637" y="2623215"/>
                  </a:lnTo>
                  <a:lnTo>
                    <a:pt x="2145754" y="2623215"/>
                  </a:lnTo>
                  <a:lnTo>
                    <a:pt x="2145872" y="2623215"/>
                  </a:lnTo>
                  <a:lnTo>
                    <a:pt x="2145872" y="2622784"/>
                  </a:lnTo>
                  <a:lnTo>
                    <a:pt x="2145989" y="2622784"/>
                  </a:lnTo>
                  <a:lnTo>
                    <a:pt x="2146107" y="2622784"/>
                  </a:lnTo>
                  <a:lnTo>
                    <a:pt x="2146225" y="2622784"/>
                  </a:lnTo>
                  <a:lnTo>
                    <a:pt x="2146342" y="2622784"/>
                  </a:lnTo>
                  <a:lnTo>
                    <a:pt x="2146460" y="2622784"/>
                  </a:lnTo>
                  <a:lnTo>
                    <a:pt x="2146577" y="2622784"/>
                  </a:lnTo>
                  <a:lnTo>
                    <a:pt x="2146695" y="2622784"/>
                  </a:lnTo>
                  <a:lnTo>
                    <a:pt x="2146813" y="2622784"/>
                  </a:lnTo>
                  <a:lnTo>
                    <a:pt x="2146930" y="2622784"/>
                  </a:lnTo>
                  <a:lnTo>
                    <a:pt x="2146930" y="2622354"/>
                  </a:lnTo>
                  <a:lnTo>
                    <a:pt x="2147048" y="2622354"/>
                  </a:lnTo>
                  <a:lnTo>
                    <a:pt x="2147166" y="2622354"/>
                  </a:lnTo>
                  <a:lnTo>
                    <a:pt x="2147166" y="2621923"/>
                  </a:lnTo>
                  <a:lnTo>
                    <a:pt x="2147283" y="2621923"/>
                  </a:lnTo>
                  <a:lnTo>
                    <a:pt x="2147401" y="2621923"/>
                  </a:lnTo>
                  <a:lnTo>
                    <a:pt x="2147401" y="2621492"/>
                  </a:lnTo>
                  <a:lnTo>
                    <a:pt x="2147518" y="2621492"/>
                  </a:lnTo>
                  <a:lnTo>
                    <a:pt x="2147636" y="2621492"/>
                  </a:lnTo>
                  <a:lnTo>
                    <a:pt x="2147754" y="2621492"/>
                  </a:lnTo>
                  <a:lnTo>
                    <a:pt x="2147871" y="2621492"/>
                  </a:lnTo>
                  <a:lnTo>
                    <a:pt x="2147989" y="2621492"/>
                  </a:lnTo>
                  <a:lnTo>
                    <a:pt x="2148106" y="2621492"/>
                  </a:lnTo>
                  <a:lnTo>
                    <a:pt x="2148224" y="2621492"/>
                  </a:lnTo>
                  <a:lnTo>
                    <a:pt x="2148342" y="2621492"/>
                  </a:lnTo>
                  <a:lnTo>
                    <a:pt x="2148459" y="2621492"/>
                  </a:lnTo>
                  <a:lnTo>
                    <a:pt x="2148577" y="2621492"/>
                  </a:lnTo>
                  <a:lnTo>
                    <a:pt x="2148695" y="2621492"/>
                  </a:lnTo>
                  <a:lnTo>
                    <a:pt x="2148812" y="2621492"/>
                  </a:lnTo>
                  <a:lnTo>
                    <a:pt x="2148812" y="2621062"/>
                  </a:lnTo>
                  <a:lnTo>
                    <a:pt x="2148930" y="2621062"/>
                  </a:lnTo>
                  <a:lnTo>
                    <a:pt x="2149047" y="2621062"/>
                  </a:lnTo>
                  <a:lnTo>
                    <a:pt x="2149165" y="2621062"/>
                  </a:lnTo>
                  <a:lnTo>
                    <a:pt x="2149283" y="2621062"/>
                  </a:lnTo>
                  <a:lnTo>
                    <a:pt x="2149400" y="2621062"/>
                  </a:lnTo>
                  <a:lnTo>
                    <a:pt x="2149400" y="2620631"/>
                  </a:lnTo>
                  <a:lnTo>
                    <a:pt x="2149518" y="2620631"/>
                  </a:lnTo>
                  <a:lnTo>
                    <a:pt x="2149635" y="2620631"/>
                  </a:lnTo>
                  <a:lnTo>
                    <a:pt x="2149753" y="2620631"/>
                  </a:lnTo>
                  <a:lnTo>
                    <a:pt x="2149871" y="2620631"/>
                  </a:lnTo>
                  <a:lnTo>
                    <a:pt x="2149988" y="2620631"/>
                  </a:lnTo>
                  <a:lnTo>
                    <a:pt x="2149988" y="2620201"/>
                  </a:lnTo>
                  <a:lnTo>
                    <a:pt x="2150106" y="2620201"/>
                  </a:lnTo>
                  <a:lnTo>
                    <a:pt x="2150223" y="2620201"/>
                  </a:lnTo>
                  <a:lnTo>
                    <a:pt x="2150341" y="2620201"/>
                  </a:lnTo>
                  <a:lnTo>
                    <a:pt x="2150459" y="2620201"/>
                  </a:lnTo>
                  <a:lnTo>
                    <a:pt x="2150576" y="2620201"/>
                  </a:lnTo>
                  <a:lnTo>
                    <a:pt x="2150694" y="2620201"/>
                  </a:lnTo>
                  <a:lnTo>
                    <a:pt x="2150812" y="2620201"/>
                  </a:lnTo>
                  <a:lnTo>
                    <a:pt x="2150929" y="2620201"/>
                  </a:lnTo>
                  <a:lnTo>
                    <a:pt x="2151047" y="2620201"/>
                  </a:lnTo>
                  <a:lnTo>
                    <a:pt x="2151047" y="2619770"/>
                  </a:lnTo>
                  <a:lnTo>
                    <a:pt x="2151164" y="2619770"/>
                  </a:lnTo>
                  <a:lnTo>
                    <a:pt x="2151282" y="2619770"/>
                  </a:lnTo>
                  <a:lnTo>
                    <a:pt x="2151282" y="2619339"/>
                  </a:lnTo>
                  <a:lnTo>
                    <a:pt x="2151400" y="2619339"/>
                  </a:lnTo>
                  <a:lnTo>
                    <a:pt x="2151400" y="2618909"/>
                  </a:lnTo>
                  <a:lnTo>
                    <a:pt x="2151517" y="2618909"/>
                  </a:lnTo>
                  <a:lnTo>
                    <a:pt x="2151635" y="2618909"/>
                  </a:lnTo>
                  <a:lnTo>
                    <a:pt x="2151752" y="2618909"/>
                  </a:lnTo>
                  <a:lnTo>
                    <a:pt x="2151752" y="2618478"/>
                  </a:lnTo>
                  <a:lnTo>
                    <a:pt x="2151870" y="2618478"/>
                  </a:lnTo>
                  <a:lnTo>
                    <a:pt x="2151988" y="2618478"/>
                  </a:lnTo>
                  <a:lnTo>
                    <a:pt x="2152105" y="2618478"/>
                  </a:lnTo>
                  <a:lnTo>
                    <a:pt x="2152223" y="2618478"/>
                  </a:lnTo>
                  <a:lnTo>
                    <a:pt x="2152341" y="2618478"/>
                  </a:lnTo>
                  <a:lnTo>
                    <a:pt x="2152341" y="2618048"/>
                  </a:lnTo>
                  <a:lnTo>
                    <a:pt x="2152458" y="2618048"/>
                  </a:lnTo>
                  <a:lnTo>
                    <a:pt x="2152576" y="2618048"/>
                  </a:lnTo>
                  <a:lnTo>
                    <a:pt x="2152693" y="2618048"/>
                  </a:lnTo>
                  <a:lnTo>
                    <a:pt x="2152811" y="2618048"/>
                  </a:lnTo>
                  <a:lnTo>
                    <a:pt x="2152811" y="2617617"/>
                  </a:lnTo>
                  <a:lnTo>
                    <a:pt x="2152811" y="2617186"/>
                  </a:lnTo>
                  <a:lnTo>
                    <a:pt x="2152811" y="2616756"/>
                  </a:lnTo>
                  <a:lnTo>
                    <a:pt x="2152929" y="2616756"/>
                  </a:lnTo>
                  <a:lnTo>
                    <a:pt x="2153046" y="2616756"/>
                  </a:lnTo>
                  <a:lnTo>
                    <a:pt x="2153046" y="2616325"/>
                  </a:lnTo>
                  <a:lnTo>
                    <a:pt x="2153164" y="2616325"/>
                  </a:lnTo>
                  <a:lnTo>
                    <a:pt x="2153164" y="2615895"/>
                  </a:lnTo>
                  <a:lnTo>
                    <a:pt x="2153281" y="2615895"/>
                  </a:lnTo>
                  <a:lnTo>
                    <a:pt x="2153281" y="2615464"/>
                  </a:lnTo>
                  <a:lnTo>
                    <a:pt x="2153399" y="2615464"/>
                  </a:lnTo>
                  <a:lnTo>
                    <a:pt x="2153517" y="2615464"/>
                  </a:lnTo>
                  <a:lnTo>
                    <a:pt x="2153634" y="2615464"/>
                  </a:lnTo>
                  <a:lnTo>
                    <a:pt x="2153752" y="2615464"/>
                  </a:lnTo>
                  <a:lnTo>
                    <a:pt x="2153870" y="2615464"/>
                  </a:lnTo>
                  <a:lnTo>
                    <a:pt x="2153987" y="2615464"/>
                  </a:lnTo>
                  <a:lnTo>
                    <a:pt x="2153987" y="2615033"/>
                  </a:lnTo>
                  <a:lnTo>
                    <a:pt x="2154105" y="2615033"/>
                  </a:lnTo>
                  <a:lnTo>
                    <a:pt x="2154105" y="2614603"/>
                  </a:lnTo>
                  <a:lnTo>
                    <a:pt x="2154222" y="2614603"/>
                  </a:lnTo>
                  <a:lnTo>
                    <a:pt x="2154340" y="2614603"/>
                  </a:lnTo>
                  <a:lnTo>
                    <a:pt x="2154340" y="2614172"/>
                  </a:lnTo>
                  <a:lnTo>
                    <a:pt x="2154458" y="2614172"/>
                  </a:lnTo>
                  <a:lnTo>
                    <a:pt x="2154458" y="2613742"/>
                  </a:lnTo>
                  <a:lnTo>
                    <a:pt x="2154458" y="2613311"/>
                  </a:lnTo>
                  <a:lnTo>
                    <a:pt x="2154458" y="2612880"/>
                  </a:lnTo>
                  <a:lnTo>
                    <a:pt x="2154575" y="2612880"/>
                  </a:lnTo>
                  <a:lnTo>
                    <a:pt x="2154693" y="2612880"/>
                  </a:lnTo>
                  <a:lnTo>
                    <a:pt x="2154810" y="2612880"/>
                  </a:lnTo>
                  <a:lnTo>
                    <a:pt x="2154928" y="2612880"/>
                  </a:lnTo>
                  <a:lnTo>
                    <a:pt x="2155046" y="2612880"/>
                  </a:lnTo>
                  <a:lnTo>
                    <a:pt x="2155163" y="2612880"/>
                  </a:lnTo>
                  <a:lnTo>
                    <a:pt x="2155163" y="2612450"/>
                  </a:lnTo>
                  <a:lnTo>
                    <a:pt x="2155163" y="2612019"/>
                  </a:lnTo>
                  <a:lnTo>
                    <a:pt x="2155163" y="2611589"/>
                  </a:lnTo>
                  <a:lnTo>
                    <a:pt x="2155281" y="2611589"/>
                  </a:lnTo>
                  <a:lnTo>
                    <a:pt x="2155399" y="2611589"/>
                  </a:lnTo>
                  <a:lnTo>
                    <a:pt x="2155516" y="2611589"/>
                  </a:lnTo>
                  <a:lnTo>
                    <a:pt x="2155634" y="2611589"/>
                  </a:lnTo>
                  <a:lnTo>
                    <a:pt x="2155634" y="2611158"/>
                  </a:lnTo>
                  <a:lnTo>
                    <a:pt x="2155751" y="2611158"/>
                  </a:lnTo>
                  <a:lnTo>
                    <a:pt x="2155869" y="2611158"/>
                  </a:lnTo>
                  <a:lnTo>
                    <a:pt x="2155987" y="2611158"/>
                  </a:lnTo>
                  <a:lnTo>
                    <a:pt x="2156104" y="2611158"/>
                  </a:lnTo>
                  <a:lnTo>
                    <a:pt x="2156222" y="2611158"/>
                  </a:lnTo>
                  <a:lnTo>
                    <a:pt x="2156339" y="2611158"/>
                  </a:lnTo>
                  <a:lnTo>
                    <a:pt x="2156339" y="2610727"/>
                  </a:lnTo>
                  <a:lnTo>
                    <a:pt x="2156457" y="2610727"/>
                  </a:lnTo>
                  <a:lnTo>
                    <a:pt x="2156457" y="2610297"/>
                  </a:lnTo>
                  <a:lnTo>
                    <a:pt x="2156575" y="2610297"/>
                  </a:lnTo>
                  <a:lnTo>
                    <a:pt x="2156692" y="2610297"/>
                  </a:lnTo>
                  <a:lnTo>
                    <a:pt x="2156810" y="2610297"/>
                  </a:lnTo>
                  <a:lnTo>
                    <a:pt x="2156928" y="2610297"/>
                  </a:lnTo>
                  <a:lnTo>
                    <a:pt x="2156928" y="2609866"/>
                  </a:lnTo>
                  <a:lnTo>
                    <a:pt x="2156928" y="2609436"/>
                  </a:lnTo>
                  <a:lnTo>
                    <a:pt x="2157045" y="2609436"/>
                  </a:lnTo>
                  <a:lnTo>
                    <a:pt x="2157163" y="2609436"/>
                  </a:lnTo>
                  <a:lnTo>
                    <a:pt x="2157280" y="2609436"/>
                  </a:lnTo>
                  <a:lnTo>
                    <a:pt x="2157398" y="2609436"/>
                  </a:lnTo>
                  <a:lnTo>
                    <a:pt x="2157516" y="2609436"/>
                  </a:lnTo>
                  <a:lnTo>
                    <a:pt x="2157633" y="2609436"/>
                  </a:lnTo>
                  <a:lnTo>
                    <a:pt x="2157751" y="2609436"/>
                  </a:lnTo>
                  <a:lnTo>
                    <a:pt x="2157868" y="2609436"/>
                  </a:lnTo>
                  <a:lnTo>
                    <a:pt x="2157986" y="2609436"/>
                  </a:lnTo>
                  <a:lnTo>
                    <a:pt x="2157986" y="2609005"/>
                  </a:lnTo>
                  <a:lnTo>
                    <a:pt x="2157986" y="2608574"/>
                  </a:lnTo>
                  <a:lnTo>
                    <a:pt x="2157986" y="2608144"/>
                  </a:lnTo>
                  <a:lnTo>
                    <a:pt x="2158104" y="2608144"/>
                  </a:lnTo>
                  <a:lnTo>
                    <a:pt x="2158104" y="2607713"/>
                  </a:lnTo>
                  <a:lnTo>
                    <a:pt x="2158221" y="2607713"/>
                  </a:lnTo>
                  <a:lnTo>
                    <a:pt x="2158339" y="2607713"/>
                  </a:lnTo>
                  <a:lnTo>
                    <a:pt x="2158456" y="2607713"/>
                  </a:lnTo>
                  <a:lnTo>
                    <a:pt x="2158574" y="2607713"/>
                  </a:lnTo>
                  <a:lnTo>
                    <a:pt x="2158692" y="2607713"/>
                  </a:lnTo>
                  <a:lnTo>
                    <a:pt x="2158809" y="2607713"/>
                  </a:lnTo>
                  <a:lnTo>
                    <a:pt x="2158809" y="2607283"/>
                  </a:lnTo>
                  <a:lnTo>
                    <a:pt x="2158927" y="2607283"/>
                  </a:lnTo>
                  <a:lnTo>
                    <a:pt x="2159045" y="2607283"/>
                  </a:lnTo>
                  <a:lnTo>
                    <a:pt x="2159162" y="2607283"/>
                  </a:lnTo>
                  <a:lnTo>
                    <a:pt x="2159280" y="2607283"/>
                  </a:lnTo>
                  <a:lnTo>
                    <a:pt x="2159397" y="2607283"/>
                  </a:lnTo>
                  <a:lnTo>
                    <a:pt x="2159515" y="2607283"/>
                  </a:lnTo>
                  <a:lnTo>
                    <a:pt x="2159633" y="2607283"/>
                  </a:lnTo>
                  <a:lnTo>
                    <a:pt x="2159750" y="2607283"/>
                  </a:lnTo>
                  <a:lnTo>
                    <a:pt x="2159750" y="2606852"/>
                  </a:lnTo>
                  <a:lnTo>
                    <a:pt x="2159868" y="2606852"/>
                  </a:lnTo>
                  <a:lnTo>
                    <a:pt x="2159985" y="2606852"/>
                  </a:lnTo>
                  <a:lnTo>
                    <a:pt x="2160103" y="2606852"/>
                  </a:lnTo>
                  <a:lnTo>
                    <a:pt x="2160103" y="2606421"/>
                  </a:lnTo>
                  <a:lnTo>
                    <a:pt x="2160221" y="2606421"/>
                  </a:lnTo>
                  <a:lnTo>
                    <a:pt x="2160338" y="2606421"/>
                  </a:lnTo>
                  <a:lnTo>
                    <a:pt x="2160338" y="2605991"/>
                  </a:lnTo>
                  <a:lnTo>
                    <a:pt x="2160338" y="2605560"/>
                  </a:lnTo>
                  <a:lnTo>
                    <a:pt x="2160338" y="2605130"/>
                  </a:lnTo>
                  <a:lnTo>
                    <a:pt x="2160338" y="2604699"/>
                  </a:lnTo>
                  <a:lnTo>
                    <a:pt x="2160456" y="2604699"/>
                  </a:lnTo>
                  <a:lnTo>
                    <a:pt x="2160574" y="2604699"/>
                  </a:lnTo>
                  <a:lnTo>
                    <a:pt x="2160691" y="2604699"/>
                  </a:lnTo>
                  <a:lnTo>
                    <a:pt x="2160809" y="2604699"/>
                  </a:lnTo>
                  <a:lnTo>
                    <a:pt x="2160926" y="2604699"/>
                  </a:lnTo>
                  <a:lnTo>
                    <a:pt x="2161044" y="2604699"/>
                  </a:lnTo>
                  <a:lnTo>
                    <a:pt x="2161044" y="2604268"/>
                  </a:lnTo>
                  <a:lnTo>
                    <a:pt x="2161162" y="2604268"/>
                  </a:lnTo>
                  <a:lnTo>
                    <a:pt x="2161162" y="2603838"/>
                  </a:lnTo>
                  <a:lnTo>
                    <a:pt x="2161162" y="2603407"/>
                  </a:lnTo>
                  <a:lnTo>
                    <a:pt x="2161279" y="2603407"/>
                  </a:lnTo>
                  <a:lnTo>
                    <a:pt x="2161279" y="2602977"/>
                  </a:lnTo>
                  <a:lnTo>
                    <a:pt x="2161397" y="2602977"/>
                  </a:lnTo>
                  <a:lnTo>
                    <a:pt x="2161397" y="2602546"/>
                  </a:lnTo>
                  <a:lnTo>
                    <a:pt x="2161514" y="2602546"/>
                  </a:lnTo>
                  <a:lnTo>
                    <a:pt x="2161632" y="2602546"/>
                  </a:lnTo>
                  <a:lnTo>
                    <a:pt x="2161632" y="2602115"/>
                  </a:lnTo>
                  <a:lnTo>
                    <a:pt x="2161750" y="2602115"/>
                  </a:lnTo>
                  <a:lnTo>
                    <a:pt x="2161867" y="2602115"/>
                  </a:lnTo>
                  <a:lnTo>
                    <a:pt x="2161985" y="2602115"/>
                  </a:lnTo>
                  <a:lnTo>
                    <a:pt x="2162103" y="2602115"/>
                  </a:lnTo>
                  <a:lnTo>
                    <a:pt x="2162220" y="2602115"/>
                  </a:lnTo>
                  <a:lnTo>
                    <a:pt x="2162338" y="2602115"/>
                  </a:lnTo>
                  <a:lnTo>
                    <a:pt x="2162455" y="2602115"/>
                  </a:lnTo>
                  <a:lnTo>
                    <a:pt x="2162455" y="2601685"/>
                  </a:lnTo>
                  <a:lnTo>
                    <a:pt x="2162455" y="2601254"/>
                  </a:lnTo>
                  <a:lnTo>
                    <a:pt x="2162573" y="2601254"/>
                  </a:lnTo>
                  <a:lnTo>
                    <a:pt x="2162691" y="2601254"/>
                  </a:lnTo>
                  <a:lnTo>
                    <a:pt x="2162808" y="2601254"/>
                  </a:lnTo>
                  <a:lnTo>
                    <a:pt x="2162926" y="2601254"/>
                  </a:lnTo>
                  <a:lnTo>
                    <a:pt x="2163043" y="2601254"/>
                  </a:lnTo>
                  <a:lnTo>
                    <a:pt x="2163161" y="2601254"/>
                  </a:lnTo>
                  <a:lnTo>
                    <a:pt x="2163279" y="2601254"/>
                  </a:lnTo>
                  <a:lnTo>
                    <a:pt x="2163396" y="2601254"/>
                  </a:lnTo>
                  <a:lnTo>
                    <a:pt x="2163514" y="2601254"/>
                  </a:lnTo>
                  <a:lnTo>
                    <a:pt x="2163514" y="2600824"/>
                  </a:lnTo>
                  <a:lnTo>
                    <a:pt x="2163632" y="2600824"/>
                  </a:lnTo>
                  <a:lnTo>
                    <a:pt x="2163749" y="2600824"/>
                  </a:lnTo>
                  <a:lnTo>
                    <a:pt x="2163867" y="2600824"/>
                  </a:lnTo>
                  <a:lnTo>
                    <a:pt x="2163867" y="2600393"/>
                  </a:lnTo>
                  <a:lnTo>
                    <a:pt x="2163984" y="2600393"/>
                  </a:lnTo>
                  <a:lnTo>
                    <a:pt x="2163984" y="2599962"/>
                  </a:lnTo>
                  <a:lnTo>
                    <a:pt x="2164102" y="2599962"/>
                  </a:lnTo>
                  <a:lnTo>
                    <a:pt x="2164220" y="2599962"/>
                  </a:lnTo>
                  <a:lnTo>
                    <a:pt x="2164337" y="2599962"/>
                  </a:lnTo>
                  <a:lnTo>
                    <a:pt x="2164337" y="2599532"/>
                  </a:lnTo>
                  <a:lnTo>
                    <a:pt x="2164455" y="2599532"/>
                  </a:lnTo>
                  <a:lnTo>
                    <a:pt x="2164572" y="2599532"/>
                  </a:lnTo>
                  <a:lnTo>
                    <a:pt x="2164572" y="2599101"/>
                  </a:lnTo>
                  <a:lnTo>
                    <a:pt x="2164690" y="2599101"/>
                  </a:lnTo>
                  <a:lnTo>
                    <a:pt x="2164808" y="2599101"/>
                  </a:lnTo>
                  <a:lnTo>
                    <a:pt x="2164925" y="2599101"/>
                  </a:lnTo>
                  <a:lnTo>
                    <a:pt x="2165043" y="2599101"/>
                  </a:lnTo>
                  <a:lnTo>
                    <a:pt x="2165161" y="2599101"/>
                  </a:lnTo>
                  <a:lnTo>
                    <a:pt x="2165278" y="2599101"/>
                  </a:lnTo>
                  <a:lnTo>
                    <a:pt x="2165396" y="2599101"/>
                  </a:lnTo>
                  <a:lnTo>
                    <a:pt x="2165396" y="2598671"/>
                  </a:lnTo>
                  <a:lnTo>
                    <a:pt x="2165513" y="2598671"/>
                  </a:lnTo>
                  <a:lnTo>
                    <a:pt x="2165513" y="2598240"/>
                  </a:lnTo>
                  <a:lnTo>
                    <a:pt x="2165631" y="2598240"/>
                  </a:lnTo>
                  <a:lnTo>
                    <a:pt x="2165631" y="2597809"/>
                  </a:lnTo>
                  <a:lnTo>
                    <a:pt x="2165749" y="2597809"/>
                  </a:lnTo>
                  <a:lnTo>
                    <a:pt x="2165866" y="2597809"/>
                  </a:lnTo>
                  <a:lnTo>
                    <a:pt x="2165984" y="2597809"/>
                  </a:lnTo>
                  <a:lnTo>
                    <a:pt x="2166101" y="2597809"/>
                  </a:lnTo>
                  <a:lnTo>
                    <a:pt x="2166219" y="2597809"/>
                  </a:lnTo>
                  <a:lnTo>
                    <a:pt x="2166337" y="2597809"/>
                  </a:lnTo>
                  <a:lnTo>
                    <a:pt x="2166454" y="2597809"/>
                  </a:lnTo>
                  <a:lnTo>
                    <a:pt x="2166572" y="2597809"/>
                  </a:lnTo>
                  <a:lnTo>
                    <a:pt x="2166572" y="2597379"/>
                  </a:lnTo>
                  <a:lnTo>
                    <a:pt x="2166689" y="2597379"/>
                  </a:lnTo>
                  <a:lnTo>
                    <a:pt x="2166807" y="2597379"/>
                  </a:lnTo>
                  <a:lnTo>
                    <a:pt x="2166925" y="2597379"/>
                  </a:lnTo>
                  <a:lnTo>
                    <a:pt x="2167042" y="2597379"/>
                  </a:lnTo>
                  <a:lnTo>
                    <a:pt x="2167042" y="2596948"/>
                  </a:lnTo>
                  <a:lnTo>
                    <a:pt x="2167160" y="2596948"/>
                  </a:lnTo>
                  <a:lnTo>
                    <a:pt x="2167160" y="2596518"/>
                  </a:lnTo>
                  <a:lnTo>
                    <a:pt x="2167278" y="2596518"/>
                  </a:lnTo>
                  <a:lnTo>
                    <a:pt x="2167395" y="2596518"/>
                  </a:lnTo>
                  <a:lnTo>
                    <a:pt x="2167395" y="2596087"/>
                  </a:lnTo>
                  <a:lnTo>
                    <a:pt x="2167513" y="2596087"/>
                  </a:lnTo>
                  <a:lnTo>
                    <a:pt x="2167513" y="2595656"/>
                  </a:lnTo>
                  <a:lnTo>
                    <a:pt x="2167630" y="2595656"/>
                  </a:lnTo>
                  <a:lnTo>
                    <a:pt x="2167748" y="2595656"/>
                  </a:lnTo>
                  <a:lnTo>
                    <a:pt x="2167866" y="2595656"/>
                  </a:lnTo>
                  <a:lnTo>
                    <a:pt x="2167866" y="2595226"/>
                  </a:lnTo>
                  <a:lnTo>
                    <a:pt x="2167866" y="2594795"/>
                  </a:lnTo>
                  <a:lnTo>
                    <a:pt x="2167983" y="2594795"/>
                  </a:lnTo>
                  <a:lnTo>
                    <a:pt x="2168101" y="2594795"/>
                  </a:lnTo>
                  <a:lnTo>
                    <a:pt x="2168218" y="2594795"/>
                  </a:lnTo>
                  <a:lnTo>
                    <a:pt x="2168336" y="2594795"/>
                  </a:lnTo>
                  <a:lnTo>
                    <a:pt x="2168454" y="2594795"/>
                  </a:lnTo>
                  <a:lnTo>
                    <a:pt x="2168571" y="2594795"/>
                  </a:lnTo>
                  <a:lnTo>
                    <a:pt x="2168689" y="2594795"/>
                  </a:lnTo>
                  <a:lnTo>
                    <a:pt x="2168807" y="2594795"/>
                  </a:lnTo>
                  <a:lnTo>
                    <a:pt x="2168924" y="2594795"/>
                  </a:lnTo>
                  <a:lnTo>
                    <a:pt x="2169042" y="2594795"/>
                  </a:lnTo>
                  <a:lnTo>
                    <a:pt x="2169159" y="2594795"/>
                  </a:lnTo>
                  <a:lnTo>
                    <a:pt x="2169277" y="2594795"/>
                  </a:lnTo>
                  <a:lnTo>
                    <a:pt x="2169395" y="2594795"/>
                  </a:lnTo>
                  <a:lnTo>
                    <a:pt x="2169512" y="2594795"/>
                  </a:lnTo>
                  <a:lnTo>
                    <a:pt x="2169630" y="2594795"/>
                  </a:lnTo>
                  <a:lnTo>
                    <a:pt x="2169747" y="2594795"/>
                  </a:lnTo>
                  <a:lnTo>
                    <a:pt x="2169865" y="2594795"/>
                  </a:lnTo>
                  <a:lnTo>
                    <a:pt x="2169983" y="2594795"/>
                  </a:lnTo>
                  <a:lnTo>
                    <a:pt x="2169983" y="2594365"/>
                  </a:lnTo>
                  <a:lnTo>
                    <a:pt x="2170100" y="2594365"/>
                  </a:lnTo>
                  <a:lnTo>
                    <a:pt x="2170100" y="2593934"/>
                  </a:lnTo>
                  <a:lnTo>
                    <a:pt x="2170218" y="2593934"/>
                  </a:lnTo>
                  <a:lnTo>
                    <a:pt x="2170218" y="2593503"/>
                  </a:lnTo>
                  <a:lnTo>
                    <a:pt x="2170218" y="2593073"/>
                  </a:lnTo>
                  <a:lnTo>
                    <a:pt x="2170218" y="2592642"/>
                  </a:lnTo>
                  <a:lnTo>
                    <a:pt x="2170336" y="2592642"/>
                  </a:lnTo>
                  <a:lnTo>
                    <a:pt x="2170453" y="2592642"/>
                  </a:lnTo>
                  <a:lnTo>
                    <a:pt x="2170571" y="2592642"/>
                  </a:lnTo>
                  <a:lnTo>
                    <a:pt x="2170571" y="2592212"/>
                  </a:lnTo>
                  <a:lnTo>
                    <a:pt x="2170688" y="2592212"/>
                  </a:lnTo>
                  <a:lnTo>
                    <a:pt x="2170806" y="2592212"/>
                  </a:lnTo>
                  <a:lnTo>
                    <a:pt x="2170924" y="2592212"/>
                  </a:lnTo>
                  <a:lnTo>
                    <a:pt x="2171041" y="2592212"/>
                  </a:lnTo>
                  <a:lnTo>
                    <a:pt x="2171159" y="2592212"/>
                  </a:lnTo>
                  <a:lnTo>
                    <a:pt x="2171276" y="2592212"/>
                  </a:lnTo>
                  <a:lnTo>
                    <a:pt x="2171276" y="2591781"/>
                  </a:lnTo>
                  <a:lnTo>
                    <a:pt x="2171276" y="2591350"/>
                  </a:lnTo>
                  <a:lnTo>
                    <a:pt x="2171276" y="2590920"/>
                  </a:lnTo>
                  <a:lnTo>
                    <a:pt x="2171394" y="2590920"/>
                  </a:lnTo>
                  <a:lnTo>
                    <a:pt x="2171512" y="2590920"/>
                  </a:lnTo>
                  <a:lnTo>
                    <a:pt x="2171629" y="2590920"/>
                  </a:lnTo>
                  <a:lnTo>
                    <a:pt x="2171629" y="2590489"/>
                  </a:lnTo>
                  <a:lnTo>
                    <a:pt x="2171747" y="2590489"/>
                  </a:lnTo>
                  <a:lnTo>
                    <a:pt x="2171865" y="2590489"/>
                  </a:lnTo>
                  <a:lnTo>
                    <a:pt x="2171982" y="2590489"/>
                  </a:lnTo>
                  <a:lnTo>
                    <a:pt x="2171982" y="2590059"/>
                  </a:lnTo>
                  <a:lnTo>
                    <a:pt x="2172100" y="2590059"/>
                  </a:lnTo>
                  <a:lnTo>
                    <a:pt x="2172217" y="2590059"/>
                  </a:lnTo>
                  <a:lnTo>
                    <a:pt x="2172335" y="2590059"/>
                  </a:lnTo>
                  <a:lnTo>
                    <a:pt x="2172453" y="2590059"/>
                  </a:lnTo>
                  <a:lnTo>
                    <a:pt x="2172570" y="2590059"/>
                  </a:lnTo>
                  <a:lnTo>
                    <a:pt x="2172688" y="2590059"/>
                  </a:lnTo>
                  <a:lnTo>
                    <a:pt x="2172805" y="2590059"/>
                  </a:lnTo>
                  <a:lnTo>
                    <a:pt x="2172923" y="2590059"/>
                  </a:lnTo>
                  <a:lnTo>
                    <a:pt x="2173041" y="2590059"/>
                  </a:lnTo>
                  <a:lnTo>
                    <a:pt x="2173158" y="2590059"/>
                  </a:lnTo>
                  <a:lnTo>
                    <a:pt x="2173276" y="2590059"/>
                  </a:lnTo>
                  <a:lnTo>
                    <a:pt x="2173276" y="2589628"/>
                  </a:lnTo>
                  <a:lnTo>
                    <a:pt x="2173394" y="2589628"/>
                  </a:lnTo>
                  <a:lnTo>
                    <a:pt x="2173511" y="2589628"/>
                  </a:lnTo>
                  <a:lnTo>
                    <a:pt x="2173511" y="2589197"/>
                  </a:lnTo>
                  <a:lnTo>
                    <a:pt x="2173629" y="2589197"/>
                  </a:lnTo>
                  <a:lnTo>
                    <a:pt x="2173746" y="2589197"/>
                  </a:lnTo>
                  <a:lnTo>
                    <a:pt x="2173864" y="2589197"/>
                  </a:lnTo>
                  <a:lnTo>
                    <a:pt x="2173864" y="2588767"/>
                  </a:lnTo>
                  <a:lnTo>
                    <a:pt x="2173982" y="2588767"/>
                  </a:lnTo>
                  <a:lnTo>
                    <a:pt x="2174099" y="2588767"/>
                  </a:lnTo>
                  <a:lnTo>
                    <a:pt x="2174099" y="2588336"/>
                  </a:lnTo>
                  <a:lnTo>
                    <a:pt x="2174217" y="2588336"/>
                  </a:lnTo>
                  <a:lnTo>
                    <a:pt x="2174217" y="2587906"/>
                  </a:lnTo>
                  <a:lnTo>
                    <a:pt x="2174217" y="2587475"/>
                  </a:lnTo>
                  <a:lnTo>
                    <a:pt x="2174334" y="2587475"/>
                  </a:lnTo>
                  <a:lnTo>
                    <a:pt x="2174452" y="2587475"/>
                  </a:lnTo>
                  <a:lnTo>
                    <a:pt x="2174570" y="2587475"/>
                  </a:lnTo>
                  <a:lnTo>
                    <a:pt x="2174687" y="2587475"/>
                  </a:lnTo>
                  <a:lnTo>
                    <a:pt x="2174687" y="2587044"/>
                  </a:lnTo>
                  <a:lnTo>
                    <a:pt x="2174805" y="2587044"/>
                  </a:lnTo>
                  <a:lnTo>
                    <a:pt x="2174805" y="2586614"/>
                  </a:lnTo>
                  <a:lnTo>
                    <a:pt x="2174922" y="2586614"/>
                  </a:lnTo>
                  <a:lnTo>
                    <a:pt x="2175040" y="2586614"/>
                  </a:lnTo>
                  <a:lnTo>
                    <a:pt x="2175158" y="2586614"/>
                  </a:lnTo>
                  <a:lnTo>
                    <a:pt x="2175275" y="2586614"/>
                  </a:lnTo>
                  <a:lnTo>
                    <a:pt x="2175393" y="2586614"/>
                  </a:lnTo>
                  <a:lnTo>
                    <a:pt x="2175511" y="2586614"/>
                  </a:lnTo>
                  <a:lnTo>
                    <a:pt x="2175628" y="2586614"/>
                  </a:lnTo>
                  <a:lnTo>
                    <a:pt x="2175746" y="2586614"/>
                  </a:lnTo>
                  <a:lnTo>
                    <a:pt x="2175863" y="2586614"/>
                  </a:lnTo>
                  <a:lnTo>
                    <a:pt x="2175981" y="2586614"/>
                  </a:lnTo>
                  <a:lnTo>
                    <a:pt x="2176099" y="2586614"/>
                  </a:lnTo>
                  <a:lnTo>
                    <a:pt x="2176216" y="2586614"/>
                  </a:lnTo>
                  <a:lnTo>
                    <a:pt x="2176216" y="2586183"/>
                  </a:lnTo>
                  <a:lnTo>
                    <a:pt x="2176334" y="2586183"/>
                  </a:lnTo>
                  <a:lnTo>
                    <a:pt x="2176451" y="2586183"/>
                  </a:lnTo>
                  <a:lnTo>
                    <a:pt x="2176569" y="2586183"/>
                  </a:lnTo>
                  <a:lnTo>
                    <a:pt x="2176687" y="2586183"/>
                  </a:lnTo>
                  <a:lnTo>
                    <a:pt x="2176804" y="2586183"/>
                  </a:lnTo>
                  <a:lnTo>
                    <a:pt x="2176922" y="2586183"/>
                  </a:lnTo>
                  <a:lnTo>
                    <a:pt x="2177040" y="2586183"/>
                  </a:lnTo>
                  <a:lnTo>
                    <a:pt x="2177157" y="2586183"/>
                  </a:lnTo>
                  <a:lnTo>
                    <a:pt x="2177157" y="2585753"/>
                  </a:lnTo>
                  <a:lnTo>
                    <a:pt x="2177275" y="2585753"/>
                  </a:lnTo>
                  <a:lnTo>
                    <a:pt x="2177392" y="2585753"/>
                  </a:lnTo>
                  <a:lnTo>
                    <a:pt x="2177510" y="2585753"/>
                  </a:lnTo>
                  <a:lnTo>
                    <a:pt x="2177628" y="2585753"/>
                  </a:lnTo>
                  <a:lnTo>
                    <a:pt x="2177745" y="2585753"/>
                  </a:lnTo>
                  <a:lnTo>
                    <a:pt x="2177863" y="2585753"/>
                  </a:lnTo>
                  <a:lnTo>
                    <a:pt x="2177980" y="2585753"/>
                  </a:lnTo>
                  <a:lnTo>
                    <a:pt x="2177980" y="2585322"/>
                  </a:lnTo>
                  <a:lnTo>
                    <a:pt x="2177980" y="2584891"/>
                  </a:lnTo>
                  <a:lnTo>
                    <a:pt x="2178098" y="2584891"/>
                  </a:lnTo>
                  <a:lnTo>
                    <a:pt x="2178098" y="2584461"/>
                  </a:lnTo>
                  <a:lnTo>
                    <a:pt x="2178216" y="2584461"/>
                  </a:lnTo>
                  <a:lnTo>
                    <a:pt x="2178333" y="2584461"/>
                  </a:lnTo>
                  <a:lnTo>
                    <a:pt x="2178451" y="2584461"/>
                  </a:lnTo>
                  <a:lnTo>
                    <a:pt x="2178451" y="2584030"/>
                  </a:lnTo>
                  <a:lnTo>
                    <a:pt x="2178569" y="2584030"/>
                  </a:lnTo>
                  <a:lnTo>
                    <a:pt x="2178569" y="2583600"/>
                  </a:lnTo>
                  <a:lnTo>
                    <a:pt x="2178686" y="2583600"/>
                  </a:lnTo>
                  <a:lnTo>
                    <a:pt x="2178804" y="2583600"/>
                  </a:lnTo>
                  <a:lnTo>
                    <a:pt x="2178921" y="2583600"/>
                  </a:lnTo>
                  <a:lnTo>
                    <a:pt x="2179039" y="2583600"/>
                  </a:lnTo>
                  <a:lnTo>
                    <a:pt x="2179039" y="2583169"/>
                  </a:lnTo>
                  <a:lnTo>
                    <a:pt x="2179157" y="2583169"/>
                  </a:lnTo>
                  <a:lnTo>
                    <a:pt x="2179274" y="2583169"/>
                  </a:lnTo>
                  <a:lnTo>
                    <a:pt x="2179392" y="2583169"/>
                  </a:lnTo>
                  <a:lnTo>
                    <a:pt x="2179509" y="2583169"/>
                  </a:lnTo>
                  <a:lnTo>
                    <a:pt x="2179627" y="2583169"/>
                  </a:lnTo>
                  <a:lnTo>
                    <a:pt x="2179745" y="2583169"/>
                  </a:lnTo>
                  <a:lnTo>
                    <a:pt x="2179862" y="2583169"/>
                  </a:lnTo>
                  <a:lnTo>
                    <a:pt x="2179980" y="2583169"/>
                  </a:lnTo>
                  <a:lnTo>
                    <a:pt x="2180098" y="2583169"/>
                  </a:lnTo>
                  <a:lnTo>
                    <a:pt x="2180215" y="2583169"/>
                  </a:lnTo>
                  <a:lnTo>
                    <a:pt x="2180333" y="2583169"/>
                  </a:lnTo>
                  <a:lnTo>
                    <a:pt x="2180450" y="2583169"/>
                  </a:lnTo>
                  <a:lnTo>
                    <a:pt x="2180568" y="2583169"/>
                  </a:lnTo>
                  <a:lnTo>
                    <a:pt x="2180686" y="2583169"/>
                  </a:lnTo>
                  <a:lnTo>
                    <a:pt x="2180803" y="2583169"/>
                  </a:lnTo>
                  <a:lnTo>
                    <a:pt x="2180803" y="2582738"/>
                  </a:lnTo>
                  <a:lnTo>
                    <a:pt x="2180921" y="2582738"/>
                  </a:lnTo>
                  <a:lnTo>
                    <a:pt x="2181038" y="2582738"/>
                  </a:lnTo>
                  <a:lnTo>
                    <a:pt x="2181156" y="2582738"/>
                  </a:lnTo>
                  <a:lnTo>
                    <a:pt x="2181274" y="2582738"/>
                  </a:lnTo>
                  <a:lnTo>
                    <a:pt x="2181391" y="2582738"/>
                  </a:lnTo>
                  <a:lnTo>
                    <a:pt x="2181509" y="2582738"/>
                  </a:lnTo>
                  <a:lnTo>
                    <a:pt x="2181626" y="2582738"/>
                  </a:lnTo>
                  <a:lnTo>
                    <a:pt x="2181744" y="2582738"/>
                  </a:lnTo>
                  <a:lnTo>
                    <a:pt x="2181744" y="2582308"/>
                  </a:lnTo>
                  <a:lnTo>
                    <a:pt x="2181862" y="2582308"/>
                  </a:lnTo>
                  <a:lnTo>
                    <a:pt x="2181862" y="2581877"/>
                  </a:lnTo>
                  <a:lnTo>
                    <a:pt x="2181979" y="2581877"/>
                  </a:lnTo>
                  <a:lnTo>
                    <a:pt x="2181979" y="2581447"/>
                  </a:lnTo>
                  <a:lnTo>
                    <a:pt x="2182097" y="2581447"/>
                  </a:lnTo>
                  <a:lnTo>
                    <a:pt x="2182215" y="2581447"/>
                  </a:lnTo>
                  <a:lnTo>
                    <a:pt x="2182332" y="2581447"/>
                  </a:lnTo>
                  <a:lnTo>
                    <a:pt x="2182450" y="2581447"/>
                  </a:lnTo>
                  <a:lnTo>
                    <a:pt x="2182450" y="2581016"/>
                  </a:lnTo>
                  <a:lnTo>
                    <a:pt x="2182450" y="2580585"/>
                  </a:lnTo>
                  <a:lnTo>
                    <a:pt x="2182450" y="2580155"/>
                  </a:lnTo>
                  <a:lnTo>
                    <a:pt x="2182450" y="2579724"/>
                  </a:lnTo>
                  <a:lnTo>
                    <a:pt x="2182567" y="2579724"/>
                  </a:lnTo>
                  <a:lnTo>
                    <a:pt x="2182685" y="2579724"/>
                  </a:lnTo>
                  <a:lnTo>
                    <a:pt x="2182803" y="2579724"/>
                  </a:lnTo>
                  <a:lnTo>
                    <a:pt x="2182920" y="2579724"/>
                  </a:lnTo>
                  <a:lnTo>
                    <a:pt x="2183038" y="2579724"/>
                  </a:lnTo>
                  <a:lnTo>
                    <a:pt x="2183155" y="2579724"/>
                  </a:lnTo>
                  <a:lnTo>
                    <a:pt x="2183273" y="2579724"/>
                  </a:lnTo>
                  <a:lnTo>
                    <a:pt x="2183391" y="2579724"/>
                  </a:lnTo>
                  <a:lnTo>
                    <a:pt x="2183508" y="2579724"/>
                  </a:lnTo>
                  <a:lnTo>
                    <a:pt x="2183508" y="2579294"/>
                  </a:lnTo>
                  <a:lnTo>
                    <a:pt x="2183508" y="2578863"/>
                  </a:lnTo>
                  <a:lnTo>
                    <a:pt x="2183626" y="2578863"/>
                  </a:lnTo>
                  <a:lnTo>
                    <a:pt x="2183744" y="2578863"/>
                  </a:lnTo>
                  <a:lnTo>
                    <a:pt x="2183744" y="2578432"/>
                  </a:lnTo>
                  <a:lnTo>
                    <a:pt x="2183861" y="2578432"/>
                  </a:lnTo>
                  <a:lnTo>
                    <a:pt x="2183979" y="2578432"/>
                  </a:lnTo>
                  <a:lnTo>
                    <a:pt x="2183979" y="2578002"/>
                  </a:lnTo>
                  <a:lnTo>
                    <a:pt x="2184096" y="2578002"/>
                  </a:lnTo>
                  <a:lnTo>
                    <a:pt x="2184214" y="2578002"/>
                  </a:lnTo>
                  <a:lnTo>
                    <a:pt x="2184332" y="2578002"/>
                  </a:lnTo>
                  <a:lnTo>
                    <a:pt x="2184332" y="2577571"/>
                  </a:lnTo>
                  <a:lnTo>
                    <a:pt x="2184449" y="2577571"/>
                  </a:lnTo>
                  <a:lnTo>
                    <a:pt x="2184567" y="2577571"/>
                  </a:lnTo>
                  <a:lnTo>
                    <a:pt x="2184684" y="2577571"/>
                  </a:lnTo>
                  <a:lnTo>
                    <a:pt x="2184684" y="2577141"/>
                  </a:lnTo>
                  <a:lnTo>
                    <a:pt x="2184802" y="2577141"/>
                  </a:lnTo>
                  <a:lnTo>
                    <a:pt x="2184920" y="2577141"/>
                  </a:lnTo>
                  <a:lnTo>
                    <a:pt x="2184920" y="2576710"/>
                  </a:lnTo>
                  <a:lnTo>
                    <a:pt x="2184920" y="2576279"/>
                  </a:lnTo>
                  <a:lnTo>
                    <a:pt x="2185037" y="2576279"/>
                  </a:lnTo>
                  <a:lnTo>
                    <a:pt x="2185155" y="2576279"/>
                  </a:lnTo>
                  <a:lnTo>
                    <a:pt x="2185273" y="2576279"/>
                  </a:lnTo>
                  <a:lnTo>
                    <a:pt x="2185390" y="2576279"/>
                  </a:lnTo>
                  <a:lnTo>
                    <a:pt x="2185508" y="2576279"/>
                  </a:lnTo>
                  <a:lnTo>
                    <a:pt x="2185625" y="2576279"/>
                  </a:lnTo>
                  <a:lnTo>
                    <a:pt x="2185743" y="2576279"/>
                  </a:lnTo>
                  <a:lnTo>
                    <a:pt x="2185861" y="2576279"/>
                  </a:lnTo>
                  <a:lnTo>
                    <a:pt x="2185978" y="2576279"/>
                  </a:lnTo>
                  <a:lnTo>
                    <a:pt x="2186096" y="2576279"/>
                  </a:lnTo>
                  <a:lnTo>
                    <a:pt x="2186096" y="2575849"/>
                  </a:lnTo>
                  <a:lnTo>
                    <a:pt x="2186213" y="2575849"/>
                  </a:lnTo>
                  <a:lnTo>
                    <a:pt x="2186331" y="2575849"/>
                  </a:lnTo>
                  <a:lnTo>
                    <a:pt x="2186449" y="2575849"/>
                  </a:lnTo>
                  <a:lnTo>
                    <a:pt x="2186566" y="2575849"/>
                  </a:lnTo>
                  <a:lnTo>
                    <a:pt x="2186684" y="2575849"/>
                  </a:lnTo>
                  <a:lnTo>
                    <a:pt x="2186802" y="2575849"/>
                  </a:lnTo>
                  <a:lnTo>
                    <a:pt x="2186802" y="2575418"/>
                  </a:lnTo>
                  <a:lnTo>
                    <a:pt x="2186919" y="2575418"/>
                  </a:lnTo>
                  <a:lnTo>
                    <a:pt x="2187037" y="2575418"/>
                  </a:lnTo>
                  <a:lnTo>
                    <a:pt x="2187154" y="2575418"/>
                  </a:lnTo>
                  <a:lnTo>
                    <a:pt x="2187154" y="2574988"/>
                  </a:lnTo>
                  <a:lnTo>
                    <a:pt x="2187154" y="2574557"/>
                  </a:lnTo>
                  <a:lnTo>
                    <a:pt x="2187272" y="2574557"/>
                  </a:lnTo>
                  <a:lnTo>
                    <a:pt x="2187390" y="2574557"/>
                  </a:lnTo>
                  <a:lnTo>
                    <a:pt x="2187507" y="2574557"/>
                  </a:lnTo>
                  <a:lnTo>
                    <a:pt x="2187625" y="2574557"/>
                  </a:lnTo>
                  <a:lnTo>
                    <a:pt x="2187742" y="2574557"/>
                  </a:lnTo>
                  <a:lnTo>
                    <a:pt x="2187860" y="2574557"/>
                  </a:lnTo>
                  <a:lnTo>
                    <a:pt x="2187978" y="2574557"/>
                  </a:lnTo>
                  <a:lnTo>
                    <a:pt x="2188095" y="2574557"/>
                  </a:lnTo>
                  <a:lnTo>
                    <a:pt x="2188213" y="2574557"/>
                  </a:lnTo>
                  <a:lnTo>
                    <a:pt x="2188331" y="2574557"/>
                  </a:lnTo>
                  <a:lnTo>
                    <a:pt x="2188331" y="2574126"/>
                  </a:lnTo>
                  <a:lnTo>
                    <a:pt x="2188331" y="2573696"/>
                  </a:lnTo>
                  <a:lnTo>
                    <a:pt x="2188448" y="2573696"/>
                  </a:lnTo>
                  <a:lnTo>
                    <a:pt x="2188448" y="2573265"/>
                  </a:lnTo>
                  <a:lnTo>
                    <a:pt x="2188566" y="2573265"/>
                  </a:lnTo>
                  <a:lnTo>
                    <a:pt x="2188683" y="2573265"/>
                  </a:lnTo>
                  <a:lnTo>
                    <a:pt x="2188683" y="2572835"/>
                  </a:lnTo>
                  <a:lnTo>
                    <a:pt x="2188801" y="2572835"/>
                  </a:lnTo>
                  <a:lnTo>
                    <a:pt x="2188919" y="2572835"/>
                  </a:lnTo>
                  <a:lnTo>
                    <a:pt x="2189036" y="2572835"/>
                  </a:lnTo>
                  <a:lnTo>
                    <a:pt x="2189154" y="2572835"/>
                  </a:lnTo>
                  <a:lnTo>
                    <a:pt x="2189154" y="2572404"/>
                  </a:lnTo>
                  <a:lnTo>
                    <a:pt x="2189154" y="2571973"/>
                  </a:lnTo>
                  <a:lnTo>
                    <a:pt x="2189154" y="2571543"/>
                  </a:lnTo>
                  <a:lnTo>
                    <a:pt x="2189154" y="2571112"/>
                  </a:lnTo>
                  <a:lnTo>
                    <a:pt x="2189271" y="2571112"/>
                  </a:lnTo>
                  <a:lnTo>
                    <a:pt x="2189389" y="2571112"/>
                  </a:lnTo>
                  <a:lnTo>
                    <a:pt x="2189507" y="2571112"/>
                  </a:lnTo>
                  <a:lnTo>
                    <a:pt x="2189624" y="2571112"/>
                  </a:lnTo>
                  <a:lnTo>
                    <a:pt x="2189742" y="2571112"/>
                  </a:lnTo>
                  <a:lnTo>
                    <a:pt x="2189859" y="2571112"/>
                  </a:lnTo>
                  <a:lnTo>
                    <a:pt x="2189977" y="2571112"/>
                  </a:lnTo>
                  <a:lnTo>
                    <a:pt x="2189977" y="2570682"/>
                  </a:lnTo>
                  <a:lnTo>
                    <a:pt x="2189977" y="2570251"/>
                  </a:lnTo>
                  <a:lnTo>
                    <a:pt x="2190095" y="2570251"/>
                  </a:lnTo>
                  <a:lnTo>
                    <a:pt x="2190095" y="2569820"/>
                  </a:lnTo>
                  <a:lnTo>
                    <a:pt x="2190212" y="2569820"/>
                  </a:lnTo>
                  <a:lnTo>
                    <a:pt x="2190212" y="2569390"/>
                  </a:lnTo>
                  <a:lnTo>
                    <a:pt x="2190330" y="2569390"/>
                  </a:lnTo>
                  <a:lnTo>
                    <a:pt x="2190330" y="2568959"/>
                  </a:lnTo>
                  <a:lnTo>
                    <a:pt x="2190448" y="2568959"/>
                  </a:lnTo>
                  <a:lnTo>
                    <a:pt x="2190565" y="2568959"/>
                  </a:lnTo>
                  <a:lnTo>
                    <a:pt x="2190565" y="2568529"/>
                  </a:lnTo>
                  <a:lnTo>
                    <a:pt x="2190565" y="2568098"/>
                  </a:lnTo>
                  <a:lnTo>
                    <a:pt x="2190683" y="2568098"/>
                  </a:lnTo>
                  <a:lnTo>
                    <a:pt x="2190800" y="2568098"/>
                  </a:lnTo>
                  <a:lnTo>
                    <a:pt x="2190918" y="2568098"/>
                  </a:lnTo>
                  <a:lnTo>
                    <a:pt x="2191036" y="2568098"/>
                  </a:lnTo>
                  <a:lnTo>
                    <a:pt x="2191153" y="2568098"/>
                  </a:lnTo>
                  <a:lnTo>
                    <a:pt x="2191153" y="2567667"/>
                  </a:lnTo>
                  <a:lnTo>
                    <a:pt x="2191153" y="2567237"/>
                  </a:lnTo>
                  <a:lnTo>
                    <a:pt x="2191271" y="2567237"/>
                  </a:lnTo>
                  <a:lnTo>
                    <a:pt x="2191271" y="2566806"/>
                  </a:lnTo>
                  <a:lnTo>
                    <a:pt x="2191271" y="2566376"/>
                  </a:lnTo>
                  <a:lnTo>
                    <a:pt x="2191388" y="2566376"/>
                  </a:lnTo>
                  <a:lnTo>
                    <a:pt x="2191506" y="2566376"/>
                  </a:lnTo>
                  <a:lnTo>
                    <a:pt x="2191624" y="2566376"/>
                  </a:lnTo>
                  <a:lnTo>
                    <a:pt x="2191624" y="2565945"/>
                  </a:lnTo>
                  <a:lnTo>
                    <a:pt x="2191624" y="2565514"/>
                  </a:lnTo>
                  <a:lnTo>
                    <a:pt x="2191741" y="2565514"/>
                  </a:lnTo>
                  <a:lnTo>
                    <a:pt x="2191859" y="2565514"/>
                  </a:lnTo>
                  <a:lnTo>
                    <a:pt x="2191977" y="2565514"/>
                  </a:lnTo>
                  <a:lnTo>
                    <a:pt x="2192094" y="2565514"/>
                  </a:lnTo>
                  <a:lnTo>
                    <a:pt x="2192094" y="2565084"/>
                  </a:lnTo>
                  <a:lnTo>
                    <a:pt x="2192212" y="2565084"/>
                  </a:lnTo>
                  <a:lnTo>
                    <a:pt x="2192329" y="2565084"/>
                  </a:lnTo>
                  <a:lnTo>
                    <a:pt x="2192447" y="2565084"/>
                  </a:lnTo>
                  <a:lnTo>
                    <a:pt x="2192565" y="2565084"/>
                  </a:lnTo>
                  <a:lnTo>
                    <a:pt x="2192682" y="2565084"/>
                  </a:lnTo>
                  <a:lnTo>
                    <a:pt x="2192800" y="2565084"/>
                  </a:lnTo>
                  <a:lnTo>
                    <a:pt x="2192917" y="2565084"/>
                  </a:lnTo>
                  <a:lnTo>
                    <a:pt x="2193035" y="2565084"/>
                  </a:lnTo>
                  <a:lnTo>
                    <a:pt x="2193153" y="2565084"/>
                  </a:lnTo>
                  <a:lnTo>
                    <a:pt x="2193270" y="2565084"/>
                  </a:lnTo>
                  <a:lnTo>
                    <a:pt x="2193388" y="2565084"/>
                  </a:lnTo>
                  <a:lnTo>
                    <a:pt x="2193506" y="2565084"/>
                  </a:lnTo>
                  <a:lnTo>
                    <a:pt x="2193623" y="2565084"/>
                  </a:lnTo>
                  <a:lnTo>
                    <a:pt x="2193741" y="2565084"/>
                  </a:lnTo>
                  <a:lnTo>
                    <a:pt x="2193858" y="2565084"/>
                  </a:lnTo>
                  <a:lnTo>
                    <a:pt x="2193858" y="2564653"/>
                  </a:lnTo>
                  <a:lnTo>
                    <a:pt x="2193858" y="2564223"/>
                  </a:lnTo>
                  <a:lnTo>
                    <a:pt x="2193858" y="2563792"/>
                  </a:lnTo>
                  <a:lnTo>
                    <a:pt x="2193858" y="2563361"/>
                  </a:lnTo>
                  <a:lnTo>
                    <a:pt x="2193858" y="2562931"/>
                  </a:lnTo>
                  <a:lnTo>
                    <a:pt x="2193976" y="2562931"/>
                  </a:lnTo>
                  <a:lnTo>
                    <a:pt x="2194094" y="2562931"/>
                  </a:lnTo>
                  <a:lnTo>
                    <a:pt x="2194211" y="2562931"/>
                  </a:lnTo>
                  <a:lnTo>
                    <a:pt x="2194329" y="2562931"/>
                  </a:lnTo>
                  <a:lnTo>
                    <a:pt x="2194446" y="2562931"/>
                  </a:lnTo>
                  <a:lnTo>
                    <a:pt x="2194446" y="2562500"/>
                  </a:lnTo>
                  <a:lnTo>
                    <a:pt x="2194446" y="2562070"/>
                  </a:lnTo>
                  <a:lnTo>
                    <a:pt x="2194564" y="2562070"/>
                  </a:lnTo>
                  <a:lnTo>
                    <a:pt x="2194682" y="2562070"/>
                  </a:lnTo>
                  <a:lnTo>
                    <a:pt x="2194799" y="2562070"/>
                  </a:lnTo>
                  <a:lnTo>
                    <a:pt x="2194917" y="2562070"/>
                  </a:lnTo>
                  <a:lnTo>
                    <a:pt x="2194917" y="2561639"/>
                  </a:lnTo>
                  <a:lnTo>
                    <a:pt x="2194917" y="2561208"/>
                  </a:lnTo>
                  <a:lnTo>
                    <a:pt x="2195035" y="2561208"/>
                  </a:lnTo>
                  <a:lnTo>
                    <a:pt x="2195152" y="2561208"/>
                  </a:lnTo>
                  <a:lnTo>
                    <a:pt x="2195270" y="2561208"/>
                  </a:lnTo>
                  <a:lnTo>
                    <a:pt x="2195387" y="2561208"/>
                  </a:lnTo>
                  <a:lnTo>
                    <a:pt x="2195505" y="2561208"/>
                  </a:lnTo>
                  <a:lnTo>
                    <a:pt x="2195623" y="2561208"/>
                  </a:lnTo>
                  <a:lnTo>
                    <a:pt x="2195740" y="2561208"/>
                  </a:lnTo>
                  <a:lnTo>
                    <a:pt x="2195858" y="2561208"/>
                  </a:lnTo>
                  <a:lnTo>
                    <a:pt x="2195858" y="2560778"/>
                  </a:lnTo>
                  <a:lnTo>
                    <a:pt x="2195975" y="2560778"/>
                  </a:lnTo>
                  <a:lnTo>
                    <a:pt x="2196093" y="2560778"/>
                  </a:lnTo>
                  <a:lnTo>
                    <a:pt x="2196211" y="2560778"/>
                  </a:lnTo>
                  <a:lnTo>
                    <a:pt x="2196328" y="2560778"/>
                  </a:lnTo>
                  <a:lnTo>
                    <a:pt x="2196328" y="2560347"/>
                  </a:lnTo>
                  <a:lnTo>
                    <a:pt x="2196446" y="2560347"/>
                  </a:lnTo>
                  <a:lnTo>
                    <a:pt x="2196446" y="2559917"/>
                  </a:lnTo>
                  <a:lnTo>
                    <a:pt x="2196564" y="2559917"/>
                  </a:lnTo>
                  <a:lnTo>
                    <a:pt x="2196681" y="2559917"/>
                  </a:lnTo>
                  <a:lnTo>
                    <a:pt x="2196799" y="2559917"/>
                  </a:lnTo>
                  <a:lnTo>
                    <a:pt x="2196916" y="2559917"/>
                  </a:lnTo>
                  <a:lnTo>
                    <a:pt x="2197034" y="2559917"/>
                  </a:lnTo>
                  <a:lnTo>
                    <a:pt x="2197152" y="2559917"/>
                  </a:lnTo>
                  <a:lnTo>
                    <a:pt x="2197269" y="2559917"/>
                  </a:lnTo>
                  <a:lnTo>
                    <a:pt x="2197387" y="2559917"/>
                  </a:lnTo>
                  <a:lnTo>
                    <a:pt x="2197387" y="2559486"/>
                  </a:lnTo>
                  <a:lnTo>
                    <a:pt x="2197504" y="2559486"/>
                  </a:lnTo>
                  <a:lnTo>
                    <a:pt x="2197622" y="2559486"/>
                  </a:lnTo>
                  <a:lnTo>
                    <a:pt x="2197622" y="2559055"/>
                  </a:lnTo>
                  <a:lnTo>
                    <a:pt x="2197740" y="2559055"/>
                  </a:lnTo>
                  <a:lnTo>
                    <a:pt x="2197857" y="2559055"/>
                  </a:lnTo>
                  <a:lnTo>
                    <a:pt x="2197857" y="2558625"/>
                  </a:lnTo>
                  <a:lnTo>
                    <a:pt x="2197975" y="2558625"/>
                  </a:lnTo>
                  <a:lnTo>
                    <a:pt x="2197975" y="2558194"/>
                  </a:lnTo>
                  <a:lnTo>
                    <a:pt x="2198092" y="2558194"/>
                  </a:lnTo>
                  <a:lnTo>
                    <a:pt x="2198210" y="2558194"/>
                  </a:lnTo>
                  <a:lnTo>
                    <a:pt x="2198328" y="2558194"/>
                  </a:lnTo>
                  <a:lnTo>
                    <a:pt x="2198445" y="2558194"/>
                  </a:lnTo>
                  <a:lnTo>
                    <a:pt x="2198563" y="2558194"/>
                  </a:lnTo>
                  <a:lnTo>
                    <a:pt x="2198681" y="2558194"/>
                  </a:lnTo>
                  <a:lnTo>
                    <a:pt x="2198798" y="2558194"/>
                  </a:lnTo>
                  <a:lnTo>
                    <a:pt x="2198916" y="2558194"/>
                  </a:lnTo>
                  <a:lnTo>
                    <a:pt x="2199033" y="2558194"/>
                  </a:lnTo>
                  <a:lnTo>
                    <a:pt x="2199033" y="2557764"/>
                  </a:lnTo>
                  <a:lnTo>
                    <a:pt x="2199151" y="2557764"/>
                  </a:lnTo>
                  <a:lnTo>
                    <a:pt x="2199269" y="2557764"/>
                  </a:lnTo>
                  <a:lnTo>
                    <a:pt x="2199269" y="2557333"/>
                  </a:lnTo>
                  <a:lnTo>
                    <a:pt x="2199386" y="2557333"/>
                  </a:lnTo>
                  <a:lnTo>
                    <a:pt x="2199504" y="2557333"/>
                  </a:lnTo>
                  <a:lnTo>
                    <a:pt x="2199504" y="2556902"/>
                  </a:lnTo>
                  <a:lnTo>
                    <a:pt x="2199621" y="2556902"/>
                  </a:lnTo>
                  <a:lnTo>
                    <a:pt x="2199739" y="2556902"/>
                  </a:lnTo>
                  <a:lnTo>
                    <a:pt x="2199857" y="2556902"/>
                  </a:lnTo>
                  <a:lnTo>
                    <a:pt x="2199974" y="2556902"/>
                  </a:lnTo>
                  <a:lnTo>
                    <a:pt x="2200092" y="2556902"/>
                  </a:lnTo>
                  <a:lnTo>
                    <a:pt x="2200210" y="2556902"/>
                  </a:lnTo>
                  <a:lnTo>
                    <a:pt x="2200210" y="2556472"/>
                  </a:lnTo>
                  <a:lnTo>
                    <a:pt x="2200327" y="2556472"/>
                  </a:lnTo>
                  <a:lnTo>
                    <a:pt x="2200327" y="2556041"/>
                  </a:lnTo>
                  <a:lnTo>
                    <a:pt x="2200445" y="2556041"/>
                  </a:lnTo>
                  <a:lnTo>
                    <a:pt x="2200562" y="2556041"/>
                  </a:lnTo>
                  <a:lnTo>
                    <a:pt x="2200680" y="2556041"/>
                  </a:lnTo>
                  <a:lnTo>
                    <a:pt x="2200680" y="2555611"/>
                  </a:lnTo>
                  <a:lnTo>
                    <a:pt x="2200798" y="2555611"/>
                  </a:lnTo>
                  <a:lnTo>
                    <a:pt x="2200915" y="2555611"/>
                  </a:lnTo>
                  <a:lnTo>
                    <a:pt x="2201033" y="2555611"/>
                  </a:lnTo>
                  <a:lnTo>
                    <a:pt x="2201033" y="2555180"/>
                  </a:lnTo>
                  <a:lnTo>
                    <a:pt x="2201150" y="2555180"/>
                  </a:lnTo>
                  <a:lnTo>
                    <a:pt x="2201268" y="2555180"/>
                  </a:lnTo>
                  <a:lnTo>
                    <a:pt x="2201268" y="2554749"/>
                  </a:lnTo>
                  <a:lnTo>
                    <a:pt x="2201386" y="2554749"/>
                  </a:lnTo>
                  <a:lnTo>
                    <a:pt x="2201503" y="2554749"/>
                  </a:lnTo>
                  <a:lnTo>
                    <a:pt x="2201503" y="2554319"/>
                  </a:lnTo>
                  <a:lnTo>
                    <a:pt x="2201621" y="2554319"/>
                  </a:lnTo>
                  <a:lnTo>
                    <a:pt x="2201739" y="2554319"/>
                  </a:lnTo>
                  <a:lnTo>
                    <a:pt x="2201856" y="2554319"/>
                  </a:lnTo>
                  <a:lnTo>
                    <a:pt x="2201974" y="2554319"/>
                  </a:lnTo>
                  <a:lnTo>
                    <a:pt x="2202091" y="2554319"/>
                  </a:lnTo>
                  <a:lnTo>
                    <a:pt x="2202209" y="2554319"/>
                  </a:lnTo>
                  <a:lnTo>
                    <a:pt x="2202327" y="2554319"/>
                  </a:lnTo>
                  <a:lnTo>
                    <a:pt x="2202327" y="2553888"/>
                  </a:lnTo>
                  <a:lnTo>
                    <a:pt x="2202327" y="2553458"/>
                  </a:lnTo>
                  <a:lnTo>
                    <a:pt x="2202444" y="2553458"/>
                  </a:lnTo>
                  <a:lnTo>
                    <a:pt x="2202562" y="2553458"/>
                  </a:lnTo>
                  <a:lnTo>
                    <a:pt x="2202679" y="2553458"/>
                  </a:lnTo>
                  <a:lnTo>
                    <a:pt x="2202797" y="2553458"/>
                  </a:lnTo>
                  <a:lnTo>
                    <a:pt x="2202915" y="2553458"/>
                  </a:lnTo>
                  <a:lnTo>
                    <a:pt x="2203032" y="2553458"/>
                  </a:lnTo>
                  <a:lnTo>
                    <a:pt x="2203150" y="2553458"/>
                  </a:lnTo>
                  <a:lnTo>
                    <a:pt x="2203268" y="2553458"/>
                  </a:lnTo>
                  <a:lnTo>
                    <a:pt x="2203385" y="2553458"/>
                  </a:lnTo>
                  <a:lnTo>
                    <a:pt x="2203503" y="2553458"/>
                  </a:lnTo>
                  <a:lnTo>
                    <a:pt x="2203620" y="2553458"/>
                  </a:lnTo>
                  <a:lnTo>
                    <a:pt x="2203620" y="2553027"/>
                  </a:lnTo>
                  <a:lnTo>
                    <a:pt x="2203738" y="2553027"/>
                  </a:lnTo>
                  <a:lnTo>
                    <a:pt x="2203856" y="2553027"/>
                  </a:lnTo>
                  <a:lnTo>
                    <a:pt x="2203973" y="2553027"/>
                  </a:lnTo>
                  <a:lnTo>
                    <a:pt x="2204091" y="2553027"/>
                  </a:lnTo>
                  <a:lnTo>
                    <a:pt x="2204091" y="2552596"/>
                  </a:lnTo>
                  <a:lnTo>
                    <a:pt x="2204091" y="2552166"/>
                  </a:lnTo>
                  <a:lnTo>
                    <a:pt x="2204208" y="2552166"/>
                  </a:lnTo>
                  <a:lnTo>
                    <a:pt x="2204326" y="2552166"/>
                  </a:lnTo>
                  <a:lnTo>
                    <a:pt x="2204444" y="2552166"/>
                  </a:lnTo>
                  <a:lnTo>
                    <a:pt x="2204561" y="2552166"/>
                  </a:lnTo>
                  <a:lnTo>
                    <a:pt x="2204679" y="2552166"/>
                  </a:lnTo>
                  <a:lnTo>
                    <a:pt x="2204797" y="2552166"/>
                  </a:lnTo>
                  <a:lnTo>
                    <a:pt x="2204914" y="2552166"/>
                  </a:lnTo>
                  <a:lnTo>
                    <a:pt x="2205032" y="2552166"/>
                  </a:lnTo>
                  <a:lnTo>
                    <a:pt x="2205149" y="2552166"/>
                  </a:lnTo>
                  <a:lnTo>
                    <a:pt x="2205267" y="2552166"/>
                  </a:lnTo>
                  <a:lnTo>
                    <a:pt x="2205267" y="2551735"/>
                  </a:lnTo>
                  <a:lnTo>
                    <a:pt x="2205267" y="2551305"/>
                  </a:lnTo>
                  <a:lnTo>
                    <a:pt x="2205385" y="2551305"/>
                  </a:lnTo>
                  <a:lnTo>
                    <a:pt x="2205502" y="2551305"/>
                  </a:lnTo>
                  <a:lnTo>
                    <a:pt x="2205620" y="2551305"/>
                  </a:lnTo>
                  <a:lnTo>
                    <a:pt x="2205737" y="2551305"/>
                  </a:lnTo>
                  <a:lnTo>
                    <a:pt x="2205855" y="2551305"/>
                  </a:lnTo>
                  <a:lnTo>
                    <a:pt x="2205973" y="2551305"/>
                  </a:lnTo>
                  <a:lnTo>
                    <a:pt x="2206090" y="2551305"/>
                  </a:lnTo>
                  <a:lnTo>
                    <a:pt x="2206090" y="2550874"/>
                  </a:lnTo>
                  <a:lnTo>
                    <a:pt x="2206090" y="2550443"/>
                  </a:lnTo>
                  <a:lnTo>
                    <a:pt x="2206208" y="2550443"/>
                  </a:lnTo>
                  <a:lnTo>
                    <a:pt x="2206325" y="2550443"/>
                  </a:lnTo>
                  <a:lnTo>
                    <a:pt x="2206443" y="2550443"/>
                  </a:lnTo>
                  <a:lnTo>
                    <a:pt x="2206561" y="2550443"/>
                  </a:lnTo>
                  <a:lnTo>
                    <a:pt x="2206561" y="2550013"/>
                  </a:lnTo>
                  <a:lnTo>
                    <a:pt x="2206561" y="2549582"/>
                  </a:lnTo>
                  <a:lnTo>
                    <a:pt x="2206678" y="2549582"/>
                  </a:lnTo>
                  <a:lnTo>
                    <a:pt x="2206796" y="2549582"/>
                  </a:lnTo>
                  <a:lnTo>
                    <a:pt x="2206914" y="2549582"/>
                  </a:lnTo>
                  <a:lnTo>
                    <a:pt x="2207031" y="2549582"/>
                  </a:lnTo>
                  <a:lnTo>
                    <a:pt x="2207031" y="2549152"/>
                  </a:lnTo>
                  <a:lnTo>
                    <a:pt x="2207031" y="2548721"/>
                  </a:lnTo>
                  <a:lnTo>
                    <a:pt x="2207149" y="2548721"/>
                  </a:lnTo>
                  <a:lnTo>
                    <a:pt x="2207149" y="2548290"/>
                  </a:lnTo>
                  <a:lnTo>
                    <a:pt x="2207266" y="2548290"/>
                  </a:lnTo>
                  <a:lnTo>
                    <a:pt x="2207384" y="2548290"/>
                  </a:lnTo>
                  <a:lnTo>
                    <a:pt x="2207502" y="2548290"/>
                  </a:lnTo>
                  <a:lnTo>
                    <a:pt x="2207619" y="2548290"/>
                  </a:lnTo>
                  <a:lnTo>
                    <a:pt x="2207737" y="2548290"/>
                  </a:lnTo>
                  <a:lnTo>
                    <a:pt x="2207854" y="2548290"/>
                  </a:lnTo>
                  <a:lnTo>
                    <a:pt x="2207854" y="2547860"/>
                  </a:lnTo>
                  <a:lnTo>
                    <a:pt x="2207972" y="2547860"/>
                  </a:lnTo>
                  <a:lnTo>
                    <a:pt x="2207972" y="2547429"/>
                  </a:lnTo>
                  <a:lnTo>
                    <a:pt x="2208090" y="2547429"/>
                  </a:lnTo>
                  <a:lnTo>
                    <a:pt x="2208207" y="2547429"/>
                  </a:lnTo>
                  <a:lnTo>
                    <a:pt x="2208325" y="2547429"/>
                  </a:lnTo>
                  <a:lnTo>
                    <a:pt x="2208443" y="2547429"/>
                  </a:lnTo>
                  <a:lnTo>
                    <a:pt x="2208443" y="2546999"/>
                  </a:lnTo>
                  <a:lnTo>
                    <a:pt x="2208560" y="2546999"/>
                  </a:lnTo>
                  <a:lnTo>
                    <a:pt x="2208678" y="2546999"/>
                  </a:lnTo>
                  <a:lnTo>
                    <a:pt x="2208795" y="2546999"/>
                  </a:lnTo>
                  <a:lnTo>
                    <a:pt x="2208913" y="2546999"/>
                  </a:lnTo>
                  <a:lnTo>
                    <a:pt x="2209031" y="2546999"/>
                  </a:lnTo>
                  <a:lnTo>
                    <a:pt x="2209148" y="2546999"/>
                  </a:lnTo>
                  <a:lnTo>
                    <a:pt x="2209266" y="2546999"/>
                  </a:lnTo>
                  <a:lnTo>
                    <a:pt x="2209383" y="2546999"/>
                  </a:lnTo>
                  <a:lnTo>
                    <a:pt x="2209501" y="2546999"/>
                  </a:lnTo>
                  <a:lnTo>
                    <a:pt x="2209501" y="2546568"/>
                  </a:lnTo>
                  <a:lnTo>
                    <a:pt x="2209619" y="2546568"/>
                  </a:lnTo>
                  <a:lnTo>
                    <a:pt x="2209736" y="2546568"/>
                  </a:lnTo>
                  <a:lnTo>
                    <a:pt x="2209736" y="2546137"/>
                  </a:lnTo>
                  <a:lnTo>
                    <a:pt x="2209854" y="2546137"/>
                  </a:lnTo>
                  <a:lnTo>
                    <a:pt x="2209972" y="2546137"/>
                  </a:lnTo>
                  <a:lnTo>
                    <a:pt x="2210089" y="2546137"/>
                  </a:lnTo>
                  <a:lnTo>
                    <a:pt x="2210207" y="2546137"/>
                  </a:lnTo>
                  <a:lnTo>
                    <a:pt x="2210324" y="2546137"/>
                  </a:lnTo>
                  <a:lnTo>
                    <a:pt x="2210324" y="2545707"/>
                  </a:lnTo>
                  <a:lnTo>
                    <a:pt x="2210442" y="2545707"/>
                  </a:lnTo>
                  <a:lnTo>
                    <a:pt x="2210560" y="2545707"/>
                  </a:lnTo>
                  <a:lnTo>
                    <a:pt x="2210560" y="2545276"/>
                  </a:lnTo>
                  <a:lnTo>
                    <a:pt x="2210677" y="2545276"/>
                  </a:lnTo>
                  <a:lnTo>
                    <a:pt x="2210795" y="2545276"/>
                  </a:lnTo>
                  <a:lnTo>
                    <a:pt x="2210912" y="2545276"/>
                  </a:lnTo>
                  <a:lnTo>
                    <a:pt x="2211030" y="2545276"/>
                  </a:lnTo>
                  <a:lnTo>
                    <a:pt x="2211030" y="2544846"/>
                  </a:lnTo>
                  <a:lnTo>
                    <a:pt x="2211030" y="2544415"/>
                  </a:lnTo>
                  <a:lnTo>
                    <a:pt x="2211148" y="2544415"/>
                  </a:lnTo>
                  <a:lnTo>
                    <a:pt x="2211265" y="2544415"/>
                  </a:lnTo>
                  <a:lnTo>
                    <a:pt x="2211265" y="2543984"/>
                  </a:lnTo>
                  <a:lnTo>
                    <a:pt x="2211383" y="2543984"/>
                  </a:lnTo>
                  <a:lnTo>
                    <a:pt x="2211383" y="2543554"/>
                  </a:lnTo>
                  <a:lnTo>
                    <a:pt x="2211501" y="2543554"/>
                  </a:lnTo>
                  <a:lnTo>
                    <a:pt x="2211618" y="2543554"/>
                  </a:lnTo>
                  <a:lnTo>
                    <a:pt x="2211736" y="2543554"/>
                  </a:lnTo>
                  <a:lnTo>
                    <a:pt x="2211853" y="2543554"/>
                  </a:lnTo>
                  <a:lnTo>
                    <a:pt x="2211971" y="2543554"/>
                  </a:lnTo>
                  <a:lnTo>
                    <a:pt x="2212089" y="2543554"/>
                  </a:lnTo>
                  <a:lnTo>
                    <a:pt x="2212089" y="2543123"/>
                  </a:lnTo>
                  <a:lnTo>
                    <a:pt x="2212206" y="2543123"/>
                  </a:lnTo>
                  <a:lnTo>
                    <a:pt x="2212324" y="2543123"/>
                  </a:lnTo>
                  <a:lnTo>
                    <a:pt x="2212441" y="2543123"/>
                  </a:lnTo>
                  <a:lnTo>
                    <a:pt x="2212559" y="2543123"/>
                  </a:lnTo>
                  <a:lnTo>
                    <a:pt x="2212677" y="2543123"/>
                  </a:lnTo>
                  <a:lnTo>
                    <a:pt x="2212794" y="2543123"/>
                  </a:lnTo>
                  <a:lnTo>
                    <a:pt x="2212912" y="2543123"/>
                  </a:lnTo>
                  <a:lnTo>
                    <a:pt x="2213030" y="2543123"/>
                  </a:lnTo>
                  <a:lnTo>
                    <a:pt x="2213147" y="2543123"/>
                  </a:lnTo>
                  <a:lnTo>
                    <a:pt x="2213265" y="2543123"/>
                  </a:lnTo>
                  <a:lnTo>
                    <a:pt x="2213382" y="2543123"/>
                  </a:lnTo>
                  <a:lnTo>
                    <a:pt x="2213500" y="2543123"/>
                  </a:lnTo>
                  <a:lnTo>
                    <a:pt x="2213618" y="2543123"/>
                  </a:lnTo>
                  <a:lnTo>
                    <a:pt x="2213735" y="2543123"/>
                  </a:lnTo>
                  <a:lnTo>
                    <a:pt x="2213853" y="2543123"/>
                  </a:lnTo>
                  <a:lnTo>
                    <a:pt x="2213853" y="2542693"/>
                  </a:lnTo>
                  <a:lnTo>
                    <a:pt x="2213970" y="2542693"/>
                  </a:lnTo>
                  <a:lnTo>
                    <a:pt x="2214088" y="2542693"/>
                  </a:lnTo>
                  <a:lnTo>
                    <a:pt x="2214206" y="2542693"/>
                  </a:lnTo>
                  <a:lnTo>
                    <a:pt x="2214206" y="2542262"/>
                  </a:lnTo>
                  <a:lnTo>
                    <a:pt x="2214323" y="2542262"/>
                  </a:lnTo>
                  <a:lnTo>
                    <a:pt x="2214323" y="2541831"/>
                  </a:lnTo>
                  <a:lnTo>
                    <a:pt x="2214441" y="2541831"/>
                  </a:lnTo>
                  <a:lnTo>
                    <a:pt x="2214558" y="2541831"/>
                  </a:lnTo>
                  <a:lnTo>
                    <a:pt x="2214676" y="2541831"/>
                  </a:lnTo>
                  <a:lnTo>
                    <a:pt x="2214794" y="2541831"/>
                  </a:lnTo>
                  <a:lnTo>
                    <a:pt x="2214911" y="2541831"/>
                  </a:lnTo>
                  <a:lnTo>
                    <a:pt x="2215029" y="2541831"/>
                  </a:lnTo>
                  <a:lnTo>
                    <a:pt x="2215029" y="2541401"/>
                  </a:lnTo>
                  <a:lnTo>
                    <a:pt x="2215147" y="2541401"/>
                  </a:lnTo>
                  <a:lnTo>
                    <a:pt x="2215264" y="2541401"/>
                  </a:lnTo>
                  <a:lnTo>
                    <a:pt x="2215382" y="2541401"/>
                  </a:lnTo>
                  <a:lnTo>
                    <a:pt x="2215499" y="2541401"/>
                  </a:lnTo>
                  <a:lnTo>
                    <a:pt x="2215499" y="2540970"/>
                  </a:lnTo>
                  <a:lnTo>
                    <a:pt x="2215617" y="2540970"/>
                  </a:lnTo>
                  <a:lnTo>
                    <a:pt x="2215735" y="2540970"/>
                  </a:lnTo>
                  <a:lnTo>
                    <a:pt x="2215852" y="2540970"/>
                  </a:lnTo>
                  <a:lnTo>
                    <a:pt x="2215970" y="2540970"/>
                  </a:lnTo>
                  <a:lnTo>
                    <a:pt x="2215970" y="2540540"/>
                  </a:lnTo>
                  <a:lnTo>
                    <a:pt x="2215970" y="2540109"/>
                  </a:lnTo>
                  <a:lnTo>
                    <a:pt x="2216087" y="2540109"/>
                  </a:lnTo>
                  <a:lnTo>
                    <a:pt x="2216087" y="2539678"/>
                  </a:lnTo>
                  <a:lnTo>
                    <a:pt x="2216205" y="2539678"/>
                  </a:lnTo>
                  <a:lnTo>
                    <a:pt x="2216323" y="2539678"/>
                  </a:lnTo>
                  <a:lnTo>
                    <a:pt x="2216323" y="2539248"/>
                  </a:lnTo>
                  <a:lnTo>
                    <a:pt x="2216323" y="2538817"/>
                  </a:lnTo>
                  <a:lnTo>
                    <a:pt x="2216440" y="2538817"/>
                  </a:lnTo>
                  <a:lnTo>
                    <a:pt x="2216558" y="2538817"/>
                  </a:lnTo>
                  <a:lnTo>
                    <a:pt x="2216558" y="2538387"/>
                  </a:lnTo>
                  <a:lnTo>
                    <a:pt x="2216676" y="2538387"/>
                  </a:lnTo>
                  <a:lnTo>
                    <a:pt x="2216793" y="2538387"/>
                  </a:lnTo>
                  <a:lnTo>
                    <a:pt x="2216911" y="2538387"/>
                  </a:lnTo>
                  <a:lnTo>
                    <a:pt x="2216911" y="2537956"/>
                  </a:lnTo>
                  <a:lnTo>
                    <a:pt x="2217028" y="2537956"/>
                  </a:lnTo>
                  <a:lnTo>
                    <a:pt x="2217028" y="2537525"/>
                  </a:lnTo>
                  <a:lnTo>
                    <a:pt x="2217146" y="2537525"/>
                  </a:lnTo>
                  <a:lnTo>
                    <a:pt x="2217264" y="2537525"/>
                  </a:lnTo>
                  <a:lnTo>
                    <a:pt x="2217381" y="2537525"/>
                  </a:lnTo>
                  <a:lnTo>
                    <a:pt x="2217499" y="2537525"/>
                  </a:lnTo>
                  <a:lnTo>
                    <a:pt x="2217499" y="2537095"/>
                  </a:lnTo>
                  <a:lnTo>
                    <a:pt x="2217499" y="2536664"/>
                  </a:lnTo>
                  <a:lnTo>
                    <a:pt x="2217616" y="2536664"/>
                  </a:lnTo>
                  <a:lnTo>
                    <a:pt x="2217734" y="2536664"/>
                  </a:lnTo>
                  <a:lnTo>
                    <a:pt x="2217852" y="2536664"/>
                  </a:lnTo>
                  <a:lnTo>
                    <a:pt x="2217969" y="2536664"/>
                  </a:lnTo>
                  <a:lnTo>
                    <a:pt x="2217969" y="2536234"/>
                  </a:lnTo>
                  <a:lnTo>
                    <a:pt x="2218087" y="2536234"/>
                  </a:lnTo>
                  <a:lnTo>
                    <a:pt x="2218087" y="2535803"/>
                  </a:lnTo>
                  <a:lnTo>
                    <a:pt x="2218087" y="2535372"/>
                  </a:lnTo>
                  <a:lnTo>
                    <a:pt x="2218087" y="2534942"/>
                  </a:lnTo>
                  <a:lnTo>
                    <a:pt x="2218087" y="2534511"/>
                  </a:lnTo>
                  <a:lnTo>
                    <a:pt x="2218205" y="2534511"/>
                  </a:lnTo>
                  <a:lnTo>
                    <a:pt x="2218322" y="2534511"/>
                  </a:lnTo>
                  <a:lnTo>
                    <a:pt x="2218440" y="2534511"/>
                  </a:lnTo>
                  <a:lnTo>
                    <a:pt x="2218557" y="2534511"/>
                  </a:lnTo>
                  <a:lnTo>
                    <a:pt x="2218675" y="2534511"/>
                  </a:lnTo>
                  <a:lnTo>
                    <a:pt x="2218793" y="2534511"/>
                  </a:lnTo>
                  <a:lnTo>
                    <a:pt x="2218910" y="2534511"/>
                  </a:lnTo>
                  <a:lnTo>
                    <a:pt x="2219028" y="2534511"/>
                  </a:lnTo>
                  <a:lnTo>
                    <a:pt x="2219145" y="2534511"/>
                  </a:lnTo>
                  <a:lnTo>
                    <a:pt x="2219263" y="2534511"/>
                  </a:lnTo>
                  <a:lnTo>
                    <a:pt x="2219263" y="2534081"/>
                  </a:lnTo>
                  <a:lnTo>
                    <a:pt x="2219381" y="2534081"/>
                  </a:lnTo>
                  <a:lnTo>
                    <a:pt x="2219498" y="2534081"/>
                  </a:lnTo>
                  <a:lnTo>
                    <a:pt x="2219616" y="2534081"/>
                  </a:lnTo>
                  <a:lnTo>
                    <a:pt x="2219734" y="2534081"/>
                  </a:lnTo>
                  <a:lnTo>
                    <a:pt x="2219851" y="2534081"/>
                  </a:lnTo>
                  <a:lnTo>
                    <a:pt x="2219969" y="2534081"/>
                  </a:lnTo>
                  <a:lnTo>
                    <a:pt x="2220086" y="2534081"/>
                  </a:lnTo>
                  <a:lnTo>
                    <a:pt x="2220204" y="2534081"/>
                  </a:lnTo>
                  <a:lnTo>
                    <a:pt x="2220322" y="2534081"/>
                  </a:lnTo>
                  <a:lnTo>
                    <a:pt x="2220439" y="2534081"/>
                  </a:lnTo>
                  <a:lnTo>
                    <a:pt x="2220439" y="2533650"/>
                  </a:lnTo>
                  <a:lnTo>
                    <a:pt x="2220557" y="2533650"/>
                  </a:lnTo>
                  <a:lnTo>
                    <a:pt x="2220557" y="2533219"/>
                  </a:lnTo>
                  <a:lnTo>
                    <a:pt x="2220674" y="2533219"/>
                  </a:lnTo>
                  <a:lnTo>
                    <a:pt x="2220792" y="2533219"/>
                  </a:lnTo>
                  <a:lnTo>
                    <a:pt x="2220910" y="2533219"/>
                  </a:lnTo>
                  <a:lnTo>
                    <a:pt x="2220910" y="2532789"/>
                  </a:lnTo>
                  <a:lnTo>
                    <a:pt x="2221027" y="2532789"/>
                  </a:lnTo>
                  <a:lnTo>
                    <a:pt x="2221027" y="2532358"/>
                  </a:lnTo>
                  <a:lnTo>
                    <a:pt x="2221027" y="2531928"/>
                  </a:lnTo>
                  <a:lnTo>
                    <a:pt x="2221145" y="2531928"/>
                  </a:lnTo>
                  <a:lnTo>
                    <a:pt x="2221145" y="2531497"/>
                  </a:lnTo>
                  <a:lnTo>
                    <a:pt x="2221263" y="2531497"/>
                  </a:lnTo>
                  <a:lnTo>
                    <a:pt x="2221380" y="2531497"/>
                  </a:lnTo>
                  <a:lnTo>
                    <a:pt x="2221498" y="2531497"/>
                  </a:lnTo>
                  <a:lnTo>
                    <a:pt x="2221615" y="2531497"/>
                  </a:lnTo>
                  <a:lnTo>
                    <a:pt x="2221733" y="2531497"/>
                  </a:lnTo>
                  <a:lnTo>
                    <a:pt x="2221851" y="2531497"/>
                  </a:lnTo>
                  <a:lnTo>
                    <a:pt x="2221968" y="2531497"/>
                  </a:lnTo>
                  <a:lnTo>
                    <a:pt x="2222086" y="2531497"/>
                  </a:lnTo>
                  <a:lnTo>
                    <a:pt x="2222203" y="2531497"/>
                  </a:lnTo>
                  <a:lnTo>
                    <a:pt x="2222203" y="2531066"/>
                  </a:lnTo>
                  <a:lnTo>
                    <a:pt x="2222203" y="2530636"/>
                  </a:lnTo>
                  <a:lnTo>
                    <a:pt x="2222203" y="2530205"/>
                  </a:lnTo>
                  <a:lnTo>
                    <a:pt x="2222203" y="2529775"/>
                  </a:lnTo>
                  <a:lnTo>
                    <a:pt x="2222321" y="2529775"/>
                  </a:lnTo>
                  <a:lnTo>
                    <a:pt x="2222439" y="2529775"/>
                  </a:lnTo>
                  <a:lnTo>
                    <a:pt x="2222439" y="2529344"/>
                  </a:lnTo>
                  <a:lnTo>
                    <a:pt x="2222439" y="2528913"/>
                  </a:lnTo>
                  <a:lnTo>
                    <a:pt x="2222439" y="2528483"/>
                  </a:lnTo>
                  <a:lnTo>
                    <a:pt x="2222556" y="2528483"/>
                  </a:lnTo>
                  <a:lnTo>
                    <a:pt x="2222674" y="2528483"/>
                  </a:lnTo>
                  <a:lnTo>
                    <a:pt x="2222674" y="2528052"/>
                  </a:lnTo>
                  <a:lnTo>
                    <a:pt x="2222791" y="2528052"/>
                  </a:lnTo>
                  <a:lnTo>
                    <a:pt x="2222909" y="2528052"/>
                  </a:lnTo>
                  <a:lnTo>
                    <a:pt x="2223027" y="2528052"/>
                  </a:lnTo>
                  <a:lnTo>
                    <a:pt x="2223144" y="2528052"/>
                  </a:lnTo>
                  <a:lnTo>
                    <a:pt x="2223144" y="2527622"/>
                  </a:lnTo>
                  <a:lnTo>
                    <a:pt x="2223262" y="2527622"/>
                  </a:lnTo>
                  <a:lnTo>
                    <a:pt x="2223380" y="2527622"/>
                  </a:lnTo>
                  <a:lnTo>
                    <a:pt x="2223497" y="2527622"/>
                  </a:lnTo>
                  <a:lnTo>
                    <a:pt x="2223615" y="2527622"/>
                  </a:lnTo>
                  <a:lnTo>
                    <a:pt x="2223732" y="2527622"/>
                  </a:lnTo>
                  <a:lnTo>
                    <a:pt x="2223732" y="2527191"/>
                  </a:lnTo>
                  <a:lnTo>
                    <a:pt x="2223850" y="2527191"/>
                  </a:lnTo>
                  <a:lnTo>
                    <a:pt x="2223968" y="2527191"/>
                  </a:lnTo>
                  <a:lnTo>
                    <a:pt x="2223968" y="2526760"/>
                  </a:lnTo>
                  <a:lnTo>
                    <a:pt x="2224085" y="2526760"/>
                  </a:lnTo>
                  <a:lnTo>
                    <a:pt x="2224085" y="2526330"/>
                  </a:lnTo>
                  <a:lnTo>
                    <a:pt x="2224085" y="2525899"/>
                  </a:lnTo>
                  <a:lnTo>
                    <a:pt x="2224085" y="2525469"/>
                  </a:lnTo>
                  <a:lnTo>
                    <a:pt x="2224203" y="2525469"/>
                  </a:lnTo>
                  <a:lnTo>
                    <a:pt x="2224320" y="2525469"/>
                  </a:lnTo>
                  <a:lnTo>
                    <a:pt x="2224438" y="2525469"/>
                  </a:lnTo>
                  <a:lnTo>
                    <a:pt x="2224556" y="2525469"/>
                  </a:lnTo>
                  <a:lnTo>
                    <a:pt x="2224673" y="2525469"/>
                  </a:lnTo>
                  <a:lnTo>
                    <a:pt x="2224791" y="2525469"/>
                  </a:lnTo>
                  <a:lnTo>
                    <a:pt x="2224909" y="2525469"/>
                  </a:lnTo>
                  <a:lnTo>
                    <a:pt x="2225026" y="2525469"/>
                  </a:lnTo>
                  <a:lnTo>
                    <a:pt x="2225144" y="2525469"/>
                  </a:lnTo>
                  <a:lnTo>
                    <a:pt x="2225261" y="2525469"/>
                  </a:lnTo>
                  <a:lnTo>
                    <a:pt x="2225261" y="2525038"/>
                  </a:lnTo>
                  <a:lnTo>
                    <a:pt x="2225379" y="2525038"/>
                  </a:lnTo>
                  <a:lnTo>
                    <a:pt x="2225497" y="2525038"/>
                  </a:lnTo>
                  <a:lnTo>
                    <a:pt x="2225614" y="2525038"/>
                  </a:lnTo>
                  <a:lnTo>
                    <a:pt x="2225732" y="2525038"/>
                  </a:lnTo>
                  <a:lnTo>
                    <a:pt x="2225849" y="2525038"/>
                  </a:lnTo>
                  <a:lnTo>
                    <a:pt x="2225967" y="2525038"/>
                  </a:lnTo>
                  <a:lnTo>
                    <a:pt x="2226085" y="2525038"/>
                  </a:lnTo>
                  <a:lnTo>
                    <a:pt x="2226202" y="2525038"/>
                  </a:lnTo>
                  <a:lnTo>
                    <a:pt x="2226320" y="2525038"/>
                  </a:lnTo>
                  <a:lnTo>
                    <a:pt x="2226438" y="2525038"/>
                  </a:lnTo>
                  <a:lnTo>
                    <a:pt x="2226555" y="2525038"/>
                  </a:lnTo>
                  <a:lnTo>
                    <a:pt x="2226673" y="2525038"/>
                  </a:lnTo>
                  <a:lnTo>
                    <a:pt x="2226790" y="2525038"/>
                  </a:lnTo>
                  <a:lnTo>
                    <a:pt x="2226908" y="2525038"/>
                  </a:lnTo>
                  <a:lnTo>
                    <a:pt x="2227026" y="2525038"/>
                  </a:lnTo>
                  <a:lnTo>
                    <a:pt x="2227143" y="2525038"/>
                  </a:lnTo>
                  <a:lnTo>
                    <a:pt x="2227143" y="2524607"/>
                  </a:lnTo>
                  <a:lnTo>
                    <a:pt x="2227261" y="2524607"/>
                  </a:lnTo>
                  <a:lnTo>
                    <a:pt x="2227261" y="2524177"/>
                  </a:lnTo>
                  <a:lnTo>
                    <a:pt x="2227378" y="2524177"/>
                  </a:lnTo>
                  <a:lnTo>
                    <a:pt x="2227378" y="2523746"/>
                  </a:lnTo>
                  <a:lnTo>
                    <a:pt x="2227496" y="2523746"/>
                  </a:lnTo>
                  <a:lnTo>
                    <a:pt x="2227496" y="2523316"/>
                  </a:lnTo>
                  <a:lnTo>
                    <a:pt x="2227614" y="2523316"/>
                  </a:lnTo>
                  <a:lnTo>
                    <a:pt x="2227731" y="2523316"/>
                  </a:lnTo>
                  <a:lnTo>
                    <a:pt x="2227849" y="2523316"/>
                  </a:lnTo>
                  <a:lnTo>
                    <a:pt x="2227967" y="2523316"/>
                  </a:lnTo>
                  <a:lnTo>
                    <a:pt x="2227967" y="2522885"/>
                  </a:lnTo>
                  <a:lnTo>
                    <a:pt x="2228084" y="2522885"/>
                  </a:lnTo>
                  <a:lnTo>
                    <a:pt x="2228202" y="2522885"/>
                  </a:lnTo>
                  <a:lnTo>
                    <a:pt x="2228319" y="2522885"/>
                  </a:lnTo>
                  <a:lnTo>
                    <a:pt x="2228437" y="2522885"/>
                  </a:lnTo>
                  <a:lnTo>
                    <a:pt x="2228437" y="2522454"/>
                  </a:lnTo>
                  <a:lnTo>
                    <a:pt x="2228437" y="2522024"/>
                  </a:lnTo>
                  <a:lnTo>
                    <a:pt x="2228555" y="2522024"/>
                  </a:lnTo>
                  <a:lnTo>
                    <a:pt x="2228672" y="2522024"/>
                  </a:lnTo>
                  <a:lnTo>
                    <a:pt x="2228672" y="2521593"/>
                  </a:lnTo>
                  <a:lnTo>
                    <a:pt x="2228790" y="2521593"/>
                  </a:lnTo>
                  <a:lnTo>
                    <a:pt x="2228907" y="2521593"/>
                  </a:lnTo>
                  <a:lnTo>
                    <a:pt x="2229025" y="2521593"/>
                  </a:lnTo>
                  <a:lnTo>
                    <a:pt x="2229025" y="2521163"/>
                  </a:lnTo>
                  <a:lnTo>
                    <a:pt x="2229143" y="2521163"/>
                  </a:lnTo>
                  <a:lnTo>
                    <a:pt x="2229260" y="2521163"/>
                  </a:lnTo>
                  <a:lnTo>
                    <a:pt x="2229378" y="2521163"/>
                  </a:lnTo>
                  <a:lnTo>
                    <a:pt x="2229496" y="2521163"/>
                  </a:lnTo>
                  <a:lnTo>
                    <a:pt x="2229496" y="2520732"/>
                  </a:lnTo>
                  <a:lnTo>
                    <a:pt x="2229496" y="2520301"/>
                  </a:lnTo>
                  <a:lnTo>
                    <a:pt x="2229613" y="2520301"/>
                  </a:lnTo>
                  <a:lnTo>
                    <a:pt x="2229613" y="2519871"/>
                  </a:lnTo>
                  <a:lnTo>
                    <a:pt x="2229731" y="2519871"/>
                  </a:lnTo>
                  <a:lnTo>
                    <a:pt x="2229731" y="2519440"/>
                  </a:lnTo>
                  <a:lnTo>
                    <a:pt x="2229848" y="2519440"/>
                  </a:lnTo>
                  <a:lnTo>
                    <a:pt x="2229848" y="2519010"/>
                  </a:lnTo>
                  <a:lnTo>
                    <a:pt x="2229966" y="2519010"/>
                  </a:lnTo>
                  <a:lnTo>
                    <a:pt x="2230084" y="2519010"/>
                  </a:lnTo>
                  <a:lnTo>
                    <a:pt x="2230201" y="2519010"/>
                  </a:lnTo>
                  <a:lnTo>
                    <a:pt x="2230319" y="2519010"/>
                  </a:lnTo>
                  <a:lnTo>
                    <a:pt x="2230319" y="2518579"/>
                  </a:lnTo>
                  <a:lnTo>
                    <a:pt x="2230319" y="2518148"/>
                  </a:lnTo>
                  <a:lnTo>
                    <a:pt x="2230436" y="2518148"/>
                  </a:lnTo>
                  <a:lnTo>
                    <a:pt x="2230554" y="2518148"/>
                  </a:lnTo>
                  <a:lnTo>
                    <a:pt x="2230554" y="2517718"/>
                  </a:lnTo>
                  <a:lnTo>
                    <a:pt x="2230672" y="2517718"/>
                  </a:lnTo>
                  <a:lnTo>
                    <a:pt x="2230789" y="2517718"/>
                  </a:lnTo>
                  <a:lnTo>
                    <a:pt x="2230907" y="2517718"/>
                  </a:lnTo>
                  <a:lnTo>
                    <a:pt x="2230907" y="2517287"/>
                  </a:lnTo>
                  <a:lnTo>
                    <a:pt x="2231024" y="2517287"/>
                  </a:lnTo>
                  <a:lnTo>
                    <a:pt x="2231024" y="2516857"/>
                  </a:lnTo>
                  <a:lnTo>
                    <a:pt x="2231142" y="2516857"/>
                  </a:lnTo>
                  <a:lnTo>
                    <a:pt x="2231260" y="2516857"/>
                  </a:lnTo>
                  <a:lnTo>
                    <a:pt x="2231377" y="2516857"/>
                  </a:lnTo>
                  <a:lnTo>
                    <a:pt x="2231495" y="2516857"/>
                  </a:lnTo>
                  <a:lnTo>
                    <a:pt x="2231613" y="2516857"/>
                  </a:lnTo>
                  <a:lnTo>
                    <a:pt x="2231613" y="2516426"/>
                  </a:lnTo>
                  <a:lnTo>
                    <a:pt x="2231730" y="2516426"/>
                  </a:lnTo>
                  <a:lnTo>
                    <a:pt x="2231848" y="2516426"/>
                  </a:lnTo>
                  <a:lnTo>
                    <a:pt x="2231848" y="2515995"/>
                  </a:lnTo>
                  <a:lnTo>
                    <a:pt x="2231965" y="2515995"/>
                  </a:lnTo>
                  <a:lnTo>
                    <a:pt x="2232083" y="2515995"/>
                  </a:lnTo>
                  <a:lnTo>
                    <a:pt x="2232201" y="2515995"/>
                  </a:lnTo>
                  <a:lnTo>
                    <a:pt x="2232201" y="2515565"/>
                  </a:lnTo>
                  <a:lnTo>
                    <a:pt x="2232318" y="2515565"/>
                  </a:lnTo>
                  <a:lnTo>
                    <a:pt x="2232436" y="2515565"/>
                  </a:lnTo>
                  <a:lnTo>
                    <a:pt x="2232553" y="2515565"/>
                  </a:lnTo>
                  <a:lnTo>
                    <a:pt x="2232671" y="2515565"/>
                  </a:lnTo>
                  <a:lnTo>
                    <a:pt x="2232671" y="2515134"/>
                  </a:lnTo>
                  <a:lnTo>
                    <a:pt x="2232671" y="2514704"/>
                  </a:lnTo>
                  <a:lnTo>
                    <a:pt x="2232789" y="2514704"/>
                  </a:lnTo>
                  <a:lnTo>
                    <a:pt x="2232906" y="2514704"/>
                  </a:lnTo>
                  <a:lnTo>
                    <a:pt x="2232906" y="2514273"/>
                  </a:lnTo>
                  <a:lnTo>
                    <a:pt x="2233024" y="2514273"/>
                  </a:lnTo>
                  <a:lnTo>
                    <a:pt x="2233142" y="2514273"/>
                  </a:lnTo>
                  <a:lnTo>
                    <a:pt x="2233259" y="2514273"/>
                  </a:lnTo>
                  <a:lnTo>
                    <a:pt x="2233377" y="2514273"/>
                  </a:lnTo>
                  <a:lnTo>
                    <a:pt x="2233494" y="2514273"/>
                  </a:lnTo>
                  <a:lnTo>
                    <a:pt x="2233612" y="2514273"/>
                  </a:lnTo>
                  <a:lnTo>
                    <a:pt x="2233730" y="2514273"/>
                  </a:lnTo>
                  <a:lnTo>
                    <a:pt x="2233847" y="2514273"/>
                  </a:lnTo>
                  <a:lnTo>
                    <a:pt x="2233965" y="2514273"/>
                  </a:lnTo>
                  <a:lnTo>
                    <a:pt x="2233965" y="2513842"/>
                  </a:lnTo>
                  <a:lnTo>
                    <a:pt x="2234082" y="2513842"/>
                  </a:lnTo>
                  <a:lnTo>
                    <a:pt x="2234200" y="2513842"/>
                  </a:lnTo>
                  <a:lnTo>
                    <a:pt x="2234318" y="2513842"/>
                  </a:lnTo>
                  <a:lnTo>
                    <a:pt x="2234435" y="2513842"/>
                  </a:lnTo>
                  <a:lnTo>
                    <a:pt x="2234553" y="2513842"/>
                  </a:lnTo>
                  <a:lnTo>
                    <a:pt x="2234671" y="2513842"/>
                  </a:lnTo>
                  <a:lnTo>
                    <a:pt x="2234788" y="2513842"/>
                  </a:lnTo>
                  <a:lnTo>
                    <a:pt x="2234906" y="2513842"/>
                  </a:lnTo>
                  <a:lnTo>
                    <a:pt x="2235023" y="2513842"/>
                  </a:lnTo>
                  <a:lnTo>
                    <a:pt x="2235141" y="2513842"/>
                  </a:lnTo>
                  <a:lnTo>
                    <a:pt x="2235259" y="2513842"/>
                  </a:lnTo>
                  <a:lnTo>
                    <a:pt x="2235376" y="2513842"/>
                  </a:lnTo>
                  <a:lnTo>
                    <a:pt x="2235494" y="2513842"/>
                  </a:lnTo>
                  <a:lnTo>
                    <a:pt x="2235611" y="2513842"/>
                  </a:lnTo>
                  <a:lnTo>
                    <a:pt x="2235729" y="2513842"/>
                  </a:lnTo>
                  <a:lnTo>
                    <a:pt x="2235729" y="2513412"/>
                  </a:lnTo>
                  <a:lnTo>
                    <a:pt x="2235729" y="2512981"/>
                  </a:lnTo>
                  <a:lnTo>
                    <a:pt x="2235729" y="2512551"/>
                  </a:lnTo>
                  <a:lnTo>
                    <a:pt x="2235847" y="2512551"/>
                  </a:lnTo>
                  <a:lnTo>
                    <a:pt x="2235964" y="2512551"/>
                  </a:lnTo>
                  <a:lnTo>
                    <a:pt x="2236082" y="2512551"/>
                  </a:lnTo>
                  <a:lnTo>
                    <a:pt x="2236200" y="2512551"/>
                  </a:lnTo>
                  <a:lnTo>
                    <a:pt x="2236317" y="2512551"/>
                  </a:lnTo>
                  <a:lnTo>
                    <a:pt x="2236435" y="2512551"/>
                  </a:lnTo>
                  <a:lnTo>
                    <a:pt x="2236552" y="2512551"/>
                  </a:lnTo>
                  <a:lnTo>
                    <a:pt x="2236670" y="2512551"/>
                  </a:lnTo>
                  <a:lnTo>
                    <a:pt x="2236670" y="2512120"/>
                  </a:lnTo>
                  <a:lnTo>
                    <a:pt x="2236788" y="2512120"/>
                  </a:lnTo>
                  <a:lnTo>
                    <a:pt x="2236905" y="2512120"/>
                  </a:lnTo>
                  <a:lnTo>
                    <a:pt x="2237023" y="2512120"/>
                  </a:lnTo>
                  <a:lnTo>
                    <a:pt x="2237140" y="2512120"/>
                  </a:lnTo>
                  <a:lnTo>
                    <a:pt x="2237258" y="2512120"/>
                  </a:lnTo>
                  <a:lnTo>
                    <a:pt x="2237376" y="2512120"/>
                  </a:lnTo>
                  <a:lnTo>
                    <a:pt x="2237376" y="2511689"/>
                  </a:lnTo>
                  <a:lnTo>
                    <a:pt x="2237493" y="2511689"/>
                  </a:lnTo>
                  <a:lnTo>
                    <a:pt x="2237611" y="2511689"/>
                  </a:lnTo>
                  <a:lnTo>
                    <a:pt x="2237729" y="2511689"/>
                  </a:lnTo>
                  <a:lnTo>
                    <a:pt x="2237846" y="2511689"/>
                  </a:lnTo>
                  <a:lnTo>
                    <a:pt x="2237964" y="2511689"/>
                  </a:lnTo>
                  <a:lnTo>
                    <a:pt x="2238081" y="2511689"/>
                  </a:lnTo>
                  <a:lnTo>
                    <a:pt x="2238199" y="2511689"/>
                  </a:lnTo>
                  <a:lnTo>
                    <a:pt x="2238317" y="2511689"/>
                  </a:lnTo>
                  <a:lnTo>
                    <a:pt x="2238434" y="2511689"/>
                  </a:lnTo>
                  <a:lnTo>
                    <a:pt x="2238434" y="2511259"/>
                  </a:lnTo>
                  <a:lnTo>
                    <a:pt x="2238434" y="2510828"/>
                  </a:lnTo>
                  <a:lnTo>
                    <a:pt x="2238552" y="2510828"/>
                  </a:lnTo>
                  <a:lnTo>
                    <a:pt x="2238669" y="2510828"/>
                  </a:lnTo>
                  <a:lnTo>
                    <a:pt x="2238787" y="2510828"/>
                  </a:lnTo>
                  <a:lnTo>
                    <a:pt x="2238787" y="2510398"/>
                  </a:lnTo>
                  <a:lnTo>
                    <a:pt x="2238905" y="2510398"/>
                  </a:lnTo>
                  <a:lnTo>
                    <a:pt x="2239022" y="2510398"/>
                  </a:lnTo>
                  <a:lnTo>
                    <a:pt x="2239140" y="2510398"/>
                  </a:lnTo>
                  <a:lnTo>
                    <a:pt x="2239257" y="2510398"/>
                  </a:lnTo>
                  <a:lnTo>
                    <a:pt x="2239257" y="2509967"/>
                  </a:lnTo>
                  <a:lnTo>
                    <a:pt x="2239257" y="2509536"/>
                  </a:lnTo>
                  <a:lnTo>
                    <a:pt x="2239375" y="2509536"/>
                  </a:lnTo>
                  <a:lnTo>
                    <a:pt x="2239493" y="2509536"/>
                  </a:lnTo>
                  <a:lnTo>
                    <a:pt x="2239610" y="2509536"/>
                  </a:lnTo>
                  <a:lnTo>
                    <a:pt x="2239728" y="2509536"/>
                  </a:lnTo>
                  <a:lnTo>
                    <a:pt x="2239728" y="2509106"/>
                  </a:lnTo>
                  <a:lnTo>
                    <a:pt x="2239846" y="2509106"/>
                  </a:lnTo>
                  <a:lnTo>
                    <a:pt x="2239846" y="2508675"/>
                  </a:lnTo>
                  <a:lnTo>
                    <a:pt x="2239846" y="2508245"/>
                  </a:lnTo>
                  <a:lnTo>
                    <a:pt x="2239963" y="2508245"/>
                  </a:lnTo>
                  <a:lnTo>
                    <a:pt x="2240081" y="2508245"/>
                  </a:lnTo>
                  <a:lnTo>
                    <a:pt x="2240198" y="2508245"/>
                  </a:lnTo>
                  <a:lnTo>
                    <a:pt x="2240198" y="2507814"/>
                  </a:lnTo>
                  <a:lnTo>
                    <a:pt x="2240316" y="2507814"/>
                  </a:lnTo>
                  <a:lnTo>
                    <a:pt x="2240434" y="2507814"/>
                  </a:lnTo>
                  <a:lnTo>
                    <a:pt x="2240551" y="2507814"/>
                  </a:lnTo>
                  <a:lnTo>
                    <a:pt x="2240669" y="2507814"/>
                  </a:lnTo>
                  <a:lnTo>
                    <a:pt x="2240786" y="2507814"/>
                  </a:lnTo>
                  <a:lnTo>
                    <a:pt x="2240904" y="2507814"/>
                  </a:lnTo>
                  <a:lnTo>
                    <a:pt x="2241022" y="2507814"/>
                  </a:lnTo>
                  <a:lnTo>
                    <a:pt x="2241139" y="2507814"/>
                  </a:lnTo>
                  <a:lnTo>
                    <a:pt x="2241257" y="2507814"/>
                  </a:lnTo>
                  <a:lnTo>
                    <a:pt x="2241375" y="2507814"/>
                  </a:lnTo>
                  <a:lnTo>
                    <a:pt x="2241492" y="2507814"/>
                  </a:lnTo>
                  <a:lnTo>
                    <a:pt x="2241492" y="2507383"/>
                  </a:lnTo>
                  <a:lnTo>
                    <a:pt x="2241610" y="2507383"/>
                  </a:lnTo>
                  <a:lnTo>
                    <a:pt x="2241610" y="2506953"/>
                  </a:lnTo>
                  <a:lnTo>
                    <a:pt x="2241610" y="2506522"/>
                  </a:lnTo>
                  <a:lnTo>
                    <a:pt x="2241610" y="2506092"/>
                  </a:lnTo>
                  <a:lnTo>
                    <a:pt x="2241610" y="2505661"/>
                  </a:lnTo>
                  <a:lnTo>
                    <a:pt x="2241727" y="2505661"/>
                  </a:lnTo>
                  <a:lnTo>
                    <a:pt x="2241845" y="2505661"/>
                  </a:lnTo>
                  <a:lnTo>
                    <a:pt x="2241963" y="2505661"/>
                  </a:lnTo>
                  <a:lnTo>
                    <a:pt x="2242080" y="2505661"/>
                  </a:lnTo>
                  <a:lnTo>
                    <a:pt x="2242198" y="2505661"/>
                  </a:lnTo>
                  <a:lnTo>
                    <a:pt x="2242315" y="2505661"/>
                  </a:lnTo>
                  <a:lnTo>
                    <a:pt x="2242315" y="2505230"/>
                  </a:lnTo>
                  <a:lnTo>
                    <a:pt x="2242433" y="2505230"/>
                  </a:lnTo>
                  <a:lnTo>
                    <a:pt x="2242433" y="2504800"/>
                  </a:lnTo>
                  <a:lnTo>
                    <a:pt x="2242551" y="2504800"/>
                  </a:lnTo>
                  <a:lnTo>
                    <a:pt x="2242551" y="2504369"/>
                  </a:lnTo>
                  <a:lnTo>
                    <a:pt x="2242668" y="2504369"/>
                  </a:lnTo>
                  <a:lnTo>
                    <a:pt x="2242786" y="2504369"/>
                  </a:lnTo>
                  <a:lnTo>
                    <a:pt x="2242786" y="2503939"/>
                  </a:lnTo>
                  <a:lnTo>
                    <a:pt x="2242786" y="2503508"/>
                  </a:lnTo>
                  <a:lnTo>
                    <a:pt x="2242904" y="2503508"/>
                  </a:lnTo>
                  <a:lnTo>
                    <a:pt x="2243021" y="2503508"/>
                  </a:lnTo>
                  <a:lnTo>
                    <a:pt x="2243139" y="2503508"/>
                  </a:lnTo>
                  <a:lnTo>
                    <a:pt x="2243139" y="2503077"/>
                  </a:lnTo>
                  <a:lnTo>
                    <a:pt x="2243256" y="2503077"/>
                  </a:lnTo>
                  <a:lnTo>
                    <a:pt x="2243374" y="2503077"/>
                  </a:lnTo>
                  <a:lnTo>
                    <a:pt x="2243492" y="2503077"/>
                  </a:lnTo>
                  <a:lnTo>
                    <a:pt x="2243609" y="2503077"/>
                  </a:lnTo>
                  <a:lnTo>
                    <a:pt x="2243727" y="2503077"/>
                  </a:lnTo>
                  <a:lnTo>
                    <a:pt x="2243844" y="2503077"/>
                  </a:lnTo>
                  <a:lnTo>
                    <a:pt x="2243962" y="2503077"/>
                  </a:lnTo>
                  <a:lnTo>
                    <a:pt x="2244080" y="2503077"/>
                  </a:lnTo>
                  <a:lnTo>
                    <a:pt x="2244197" y="2503077"/>
                  </a:lnTo>
                  <a:lnTo>
                    <a:pt x="2244315" y="2503077"/>
                  </a:lnTo>
                  <a:lnTo>
                    <a:pt x="2244433" y="2503077"/>
                  </a:lnTo>
                  <a:lnTo>
                    <a:pt x="2244550" y="2503077"/>
                  </a:lnTo>
                  <a:lnTo>
                    <a:pt x="2244668" y="2503077"/>
                  </a:lnTo>
                  <a:lnTo>
                    <a:pt x="2244785" y="2503077"/>
                  </a:lnTo>
                  <a:lnTo>
                    <a:pt x="2244903" y="2503077"/>
                  </a:lnTo>
                  <a:lnTo>
                    <a:pt x="2245021" y="2503077"/>
                  </a:lnTo>
                  <a:lnTo>
                    <a:pt x="2245138" y="2503077"/>
                  </a:lnTo>
                  <a:lnTo>
                    <a:pt x="2245256" y="2503077"/>
                  </a:lnTo>
                  <a:lnTo>
                    <a:pt x="2245373" y="2503077"/>
                  </a:lnTo>
                  <a:lnTo>
                    <a:pt x="2245491" y="2503077"/>
                  </a:lnTo>
                  <a:lnTo>
                    <a:pt x="2245609" y="2503077"/>
                  </a:lnTo>
                  <a:lnTo>
                    <a:pt x="2245726" y="2503077"/>
                  </a:lnTo>
                  <a:lnTo>
                    <a:pt x="2245844" y="2503077"/>
                  </a:lnTo>
                  <a:lnTo>
                    <a:pt x="2245962" y="2503077"/>
                  </a:lnTo>
                  <a:lnTo>
                    <a:pt x="2246079" y="2503077"/>
                  </a:lnTo>
                  <a:lnTo>
                    <a:pt x="2246197" y="2503077"/>
                  </a:lnTo>
                  <a:lnTo>
                    <a:pt x="2246314" y="2503077"/>
                  </a:lnTo>
                  <a:lnTo>
                    <a:pt x="2246432" y="2503077"/>
                  </a:lnTo>
                  <a:lnTo>
                    <a:pt x="2246550" y="2503077"/>
                  </a:lnTo>
                  <a:lnTo>
                    <a:pt x="2246667" y="2503077"/>
                  </a:lnTo>
                  <a:lnTo>
                    <a:pt x="2246785" y="2503077"/>
                  </a:lnTo>
                  <a:lnTo>
                    <a:pt x="2246902" y="2503077"/>
                  </a:lnTo>
                  <a:lnTo>
                    <a:pt x="2246902" y="2502647"/>
                  </a:lnTo>
                  <a:lnTo>
                    <a:pt x="2246902" y="2502216"/>
                  </a:lnTo>
                  <a:lnTo>
                    <a:pt x="2247020" y="2502216"/>
                  </a:lnTo>
                  <a:lnTo>
                    <a:pt x="2247138" y="2502216"/>
                  </a:lnTo>
                  <a:lnTo>
                    <a:pt x="2247255" y="2502216"/>
                  </a:lnTo>
                  <a:lnTo>
                    <a:pt x="2247373" y="2502216"/>
                  </a:lnTo>
                  <a:lnTo>
                    <a:pt x="2247490" y="2502216"/>
                  </a:lnTo>
                  <a:lnTo>
                    <a:pt x="2247490" y="2501786"/>
                  </a:lnTo>
                  <a:lnTo>
                    <a:pt x="2247608" y="2501786"/>
                  </a:lnTo>
                  <a:lnTo>
                    <a:pt x="2247608" y="2501355"/>
                  </a:lnTo>
                  <a:lnTo>
                    <a:pt x="2247726" y="2501355"/>
                  </a:lnTo>
                  <a:lnTo>
                    <a:pt x="2247843" y="2501355"/>
                  </a:lnTo>
                  <a:lnTo>
                    <a:pt x="2247961" y="2501355"/>
                  </a:lnTo>
                  <a:lnTo>
                    <a:pt x="2248079" y="2501355"/>
                  </a:lnTo>
                  <a:lnTo>
                    <a:pt x="2248196" y="2501355"/>
                  </a:lnTo>
                  <a:lnTo>
                    <a:pt x="2248314" y="2501355"/>
                  </a:lnTo>
                  <a:lnTo>
                    <a:pt x="2248314" y="2500924"/>
                  </a:lnTo>
                  <a:lnTo>
                    <a:pt x="2248431" y="2500924"/>
                  </a:lnTo>
                  <a:lnTo>
                    <a:pt x="2248549" y="2500924"/>
                  </a:lnTo>
                  <a:lnTo>
                    <a:pt x="2248667" y="2500924"/>
                  </a:lnTo>
                  <a:lnTo>
                    <a:pt x="2248784" y="2500924"/>
                  </a:lnTo>
                  <a:lnTo>
                    <a:pt x="2248784" y="2500494"/>
                  </a:lnTo>
                  <a:lnTo>
                    <a:pt x="2248902" y="2500494"/>
                  </a:lnTo>
                  <a:lnTo>
                    <a:pt x="2249019" y="2500494"/>
                  </a:lnTo>
                  <a:lnTo>
                    <a:pt x="2249137" y="2500494"/>
                  </a:lnTo>
                  <a:lnTo>
                    <a:pt x="2249137" y="2500063"/>
                  </a:lnTo>
                  <a:lnTo>
                    <a:pt x="2249255" y="2500063"/>
                  </a:lnTo>
                  <a:lnTo>
                    <a:pt x="2249255" y="2499633"/>
                  </a:lnTo>
                  <a:lnTo>
                    <a:pt x="2249372" y="2499633"/>
                  </a:lnTo>
                  <a:lnTo>
                    <a:pt x="2249372" y="2499202"/>
                  </a:lnTo>
                  <a:lnTo>
                    <a:pt x="2249372" y="2498771"/>
                  </a:lnTo>
                  <a:lnTo>
                    <a:pt x="2249490" y="2498771"/>
                  </a:lnTo>
                  <a:lnTo>
                    <a:pt x="2249608" y="2498771"/>
                  </a:lnTo>
                  <a:lnTo>
                    <a:pt x="2249725" y="2498771"/>
                  </a:lnTo>
                  <a:lnTo>
                    <a:pt x="2249843" y="2498771"/>
                  </a:lnTo>
                  <a:lnTo>
                    <a:pt x="2249843" y="2498341"/>
                  </a:lnTo>
                  <a:lnTo>
                    <a:pt x="2249960" y="2498341"/>
                  </a:lnTo>
                  <a:lnTo>
                    <a:pt x="2249960" y="2497910"/>
                  </a:lnTo>
                  <a:lnTo>
                    <a:pt x="2250078" y="2497910"/>
                  </a:lnTo>
                  <a:lnTo>
                    <a:pt x="2250078" y="2497480"/>
                  </a:lnTo>
                  <a:lnTo>
                    <a:pt x="2250196" y="2497480"/>
                  </a:lnTo>
                  <a:lnTo>
                    <a:pt x="2250313" y="2497480"/>
                  </a:lnTo>
                  <a:lnTo>
                    <a:pt x="2250431" y="2497480"/>
                  </a:lnTo>
                  <a:lnTo>
                    <a:pt x="2250548" y="2497480"/>
                  </a:lnTo>
                  <a:lnTo>
                    <a:pt x="2250666" y="2497480"/>
                  </a:lnTo>
                  <a:lnTo>
                    <a:pt x="2250666" y="2497049"/>
                  </a:lnTo>
                  <a:lnTo>
                    <a:pt x="2250784" y="2497049"/>
                  </a:lnTo>
                  <a:lnTo>
                    <a:pt x="2250901" y="2497049"/>
                  </a:lnTo>
                  <a:lnTo>
                    <a:pt x="2250901" y="2496618"/>
                  </a:lnTo>
                  <a:lnTo>
                    <a:pt x="2251019" y="2496618"/>
                  </a:lnTo>
                  <a:lnTo>
                    <a:pt x="2251137" y="2496618"/>
                  </a:lnTo>
                  <a:lnTo>
                    <a:pt x="2251254" y="2496618"/>
                  </a:lnTo>
                  <a:lnTo>
                    <a:pt x="2251372" y="2496618"/>
                  </a:lnTo>
                  <a:lnTo>
                    <a:pt x="2251489" y="2496618"/>
                  </a:lnTo>
                  <a:lnTo>
                    <a:pt x="2251607" y="2496618"/>
                  </a:lnTo>
                  <a:lnTo>
                    <a:pt x="2251725" y="2496618"/>
                  </a:lnTo>
                  <a:lnTo>
                    <a:pt x="2251842" y="2496618"/>
                  </a:lnTo>
                  <a:lnTo>
                    <a:pt x="2251960" y="2496618"/>
                  </a:lnTo>
                  <a:lnTo>
                    <a:pt x="2251960" y="2496188"/>
                  </a:lnTo>
                  <a:lnTo>
                    <a:pt x="2251960" y="2495757"/>
                  </a:lnTo>
                  <a:lnTo>
                    <a:pt x="2251960" y="2495327"/>
                  </a:lnTo>
                  <a:lnTo>
                    <a:pt x="2251960" y="2494896"/>
                  </a:lnTo>
                  <a:lnTo>
                    <a:pt x="2251960" y="2494465"/>
                  </a:lnTo>
                  <a:lnTo>
                    <a:pt x="2252077" y="2494465"/>
                  </a:lnTo>
                  <a:lnTo>
                    <a:pt x="2252195" y="2494465"/>
                  </a:lnTo>
                  <a:lnTo>
                    <a:pt x="2252195" y="2494035"/>
                  </a:lnTo>
                  <a:lnTo>
                    <a:pt x="2252195" y="2493604"/>
                  </a:lnTo>
                  <a:lnTo>
                    <a:pt x="2252313" y="2493604"/>
                  </a:lnTo>
                  <a:lnTo>
                    <a:pt x="2252430" y="2493604"/>
                  </a:lnTo>
                  <a:lnTo>
                    <a:pt x="2252548" y="2493604"/>
                  </a:lnTo>
                  <a:lnTo>
                    <a:pt x="2252548" y="2493174"/>
                  </a:lnTo>
                  <a:lnTo>
                    <a:pt x="2252666" y="2493174"/>
                  </a:lnTo>
                  <a:lnTo>
                    <a:pt x="2252783" y="2493174"/>
                  </a:lnTo>
                  <a:lnTo>
                    <a:pt x="2252901" y="2493174"/>
                  </a:lnTo>
                  <a:lnTo>
                    <a:pt x="2253018" y="2493174"/>
                  </a:lnTo>
                  <a:lnTo>
                    <a:pt x="2253136" y="2493174"/>
                  </a:lnTo>
                  <a:lnTo>
                    <a:pt x="2253254" y="2493174"/>
                  </a:lnTo>
                  <a:lnTo>
                    <a:pt x="2253254" y="2492743"/>
                  </a:lnTo>
                  <a:lnTo>
                    <a:pt x="2253254" y="2492312"/>
                  </a:lnTo>
                  <a:lnTo>
                    <a:pt x="2253371" y="2492312"/>
                  </a:lnTo>
                  <a:lnTo>
                    <a:pt x="2253489" y="2492312"/>
                  </a:lnTo>
                  <a:lnTo>
                    <a:pt x="2253606" y="2492312"/>
                  </a:lnTo>
                  <a:lnTo>
                    <a:pt x="2253724" y="2492312"/>
                  </a:lnTo>
                  <a:lnTo>
                    <a:pt x="2253842" y="2492312"/>
                  </a:lnTo>
                  <a:lnTo>
                    <a:pt x="2253842" y="2491882"/>
                  </a:lnTo>
                  <a:lnTo>
                    <a:pt x="2253959" y="2491882"/>
                  </a:lnTo>
                  <a:lnTo>
                    <a:pt x="2254077" y="2491882"/>
                  </a:lnTo>
                  <a:lnTo>
                    <a:pt x="2254195" y="2491882"/>
                  </a:lnTo>
                  <a:lnTo>
                    <a:pt x="2254195" y="2491451"/>
                  </a:lnTo>
                  <a:lnTo>
                    <a:pt x="2254312" y="2491451"/>
                  </a:lnTo>
                  <a:lnTo>
                    <a:pt x="2254312" y="2491021"/>
                  </a:lnTo>
                  <a:lnTo>
                    <a:pt x="2254430" y="2491021"/>
                  </a:lnTo>
                  <a:lnTo>
                    <a:pt x="2254547" y="2491021"/>
                  </a:lnTo>
                  <a:lnTo>
                    <a:pt x="2254665" y="2491021"/>
                  </a:lnTo>
                  <a:lnTo>
                    <a:pt x="2254783" y="2491021"/>
                  </a:lnTo>
                  <a:lnTo>
                    <a:pt x="2254900" y="2491021"/>
                  </a:lnTo>
                  <a:lnTo>
                    <a:pt x="2255018" y="2491021"/>
                  </a:lnTo>
                  <a:lnTo>
                    <a:pt x="2255018" y="2490590"/>
                  </a:lnTo>
                  <a:lnTo>
                    <a:pt x="2255135" y="2490590"/>
                  </a:lnTo>
                  <a:lnTo>
                    <a:pt x="2255253" y="2490590"/>
                  </a:lnTo>
                  <a:lnTo>
                    <a:pt x="2255253" y="2490159"/>
                  </a:lnTo>
                  <a:lnTo>
                    <a:pt x="2255371" y="2490159"/>
                  </a:lnTo>
                  <a:lnTo>
                    <a:pt x="2255488" y="2490159"/>
                  </a:lnTo>
                  <a:lnTo>
                    <a:pt x="2255606" y="2490159"/>
                  </a:lnTo>
                  <a:lnTo>
                    <a:pt x="2255606" y="2489729"/>
                  </a:lnTo>
                  <a:lnTo>
                    <a:pt x="2255723" y="2489729"/>
                  </a:lnTo>
                  <a:lnTo>
                    <a:pt x="2255841" y="2489729"/>
                  </a:lnTo>
                  <a:lnTo>
                    <a:pt x="2255959" y="2489729"/>
                  </a:lnTo>
                  <a:lnTo>
                    <a:pt x="2256076" y="2489729"/>
                  </a:lnTo>
                  <a:lnTo>
                    <a:pt x="2256076" y="2489298"/>
                  </a:lnTo>
                  <a:lnTo>
                    <a:pt x="2256194" y="2489298"/>
                  </a:lnTo>
                  <a:lnTo>
                    <a:pt x="2256312" y="2489298"/>
                  </a:lnTo>
                  <a:lnTo>
                    <a:pt x="2256312" y="2488868"/>
                  </a:lnTo>
                  <a:lnTo>
                    <a:pt x="2256429" y="2488868"/>
                  </a:lnTo>
                  <a:lnTo>
                    <a:pt x="2256547" y="2488868"/>
                  </a:lnTo>
                  <a:lnTo>
                    <a:pt x="2256547" y="2488437"/>
                  </a:lnTo>
                  <a:lnTo>
                    <a:pt x="2256664" y="2488437"/>
                  </a:lnTo>
                  <a:lnTo>
                    <a:pt x="2256782" y="2488437"/>
                  </a:lnTo>
                  <a:lnTo>
                    <a:pt x="2256782" y="2488006"/>
                  </a:lnTo>
                  <a:lnTo>
                    <a:pt x="2256782" y="2487576"/>
                  </a:lnTo>
                  <a:lnTo>
                    <a:pt x="2256782" y="2487145"/>
                  </a:lnTo>
                  <a:lnTo>
                    <a:pt x="2256900" y="2487145"/>
                  </a:lnTo>
                  <a:lnTo>
                    <a:pt x="2257017" y="2487145"/>
                  </a:lnTo>
                  <a:lnTo>
                    <a:pt x="2257135" y="2487145"/>
                  </a:lnTo>
                  <a:lnTo>
                    <a:pt x="2257252" y="2487145"/>
                  </a:lnTo>
                  <a:lnTo>
                    <a:pt x="2257370" y="2487145"/>
                  </a:lnTo>
                  <a:lnTo>
                    <a:pt x="2257488" y="2487145"/>
                  </a:lnTo>
                  <a:lnTo>
                    <a:pt x="2257605" y="2487145"/>
                  </a:lnTo>
                  <a:lnTo>
                    <a:pt x="2257723" y="2487145"/>
                  </a:lnTo>
                  <a:lnTo>
                    <a:pt x="2257841" y="2487145"/>
                  </a:lnTo>
                  <a:lnTo>
                    <a:pt x="2257958" y="2487145"/>
                  </a:lnTo>
                  <a:lnTo>
                    <a:pt x="2258076" y="2487145"/>
                  </a:lnTo>
                  <a:lnTo>
                    <a:pt x="2258193" y="2487145"/>
                  </a:lnTo>
                  <a:lnTo>
                    <a:pt x="2258311" y="2487145"/>
                  </a:lnTo>
                  <a:lnTo>
                    <a:pt x="2258429" y="2487145"/>
                  </a:lnTo>
                  <a:lnTo>
                    <a:pt x="2258546" y="2487145"/>
                  </a:lnTo>
                  <a:lnTo>
                    <a:pt x="2258664" y="2487145"/>
                  </a:lnTo>
                  <a:lnTo>
                    <a:pt x="2258781" y="2487145"/>
                  </a:lnTo>
                  <a:lnTo>
                    <a:pt x="2258899" y="2487145"/>
                  </a:lnTo>
                  <a:lnTo>
                    <a:pt x="2259017" y="2487145"/>
                  </a:lnTo>
                  <a:lnTo>
                    <a:pt x="2259134" y="2487145"/>
                  </a:lnTo>
                  <a:lnTo>
                    <a:pt x="2259252" y="2487145"/>
                  </a:lnTo>
                  <a:lnTo>
                    <a:pt x="2259370" y="2487145"/>
                  </a:lnTo>
                  <a:lnTo>
                    <a:pt x="2259370" y="2486715"/>
                  </a:lnTo>
                  <a:lnTo>
                    <a:pt x="2259487" y="2486715"/>
                  </a:lnTo>
                  <a:lnTo>
                    <a:pt x="2259605" y="2486715"/>
                  </a:lnTo>
                  <a:lnTo>
                    <a:pt x="2259722" y="2486715"/>
                  </a:lnTo>
                  <a:lnTo>
                    <a:pt x="2259840" y="2486715"/>
                  </a:lnTo>
                  <a:lnTo>
                    <a:pt x="2259840" y="2486284"/>
                  </a:lnTo>
                  <a:lnTo>
                    <a:pt x="2259958" y="2486284"/>
                  </a:lnTo>
                  <a:lnTo>
                    <a:pt x="2260075" y="2486284"/>
                  </a:lnTo>
                  <a:lnTo>
                    <a:pt x="2260193" y="2486284"/>
                  </a:lnTo>
                  <a:lnTo>
                    <a:pt x="2260310" y="2486284"/>
                  </a:lnTo>
                  <a:lnTo>
                    <a:pt x="2260310" y="2485853"/>
                  </a:lnTo>
                  <a:lnTo>
                    <a:pt x="2260310" y="2485423"/>
                  </a:lnTo>
                  <a:lnTo>
                    <a:pt x="2260428" y="2485423"/>
                  </a:lnTo>
                  <a:lnTo>
                    <a:pt x="2260428" y="2484992"/>
                  </a:lnTo>
                  <a:lnTo>
                    <a:pt x="2260546" y="2484992"/>
                  </a:lnTo>
                  <a:lnTo>
                    <a:pt x="2260663" y="2484992"/>
                  </a:lnTo>
                  <a:lnTo>
                    <a:pt x="2260781" y="2484992"/>
                  </a:lnTo>
                  <a:lnTo>
                    <a:pt x="2260899" y="2484992"/>
                  </a:lnTo>
                  <a:lnTo>
                    <a:pt x="2260899" y="2484562"/>
                  </a:lnTo>
                  <a:lnTo>
                    <a:pt x="2261016" y="2484562"/>
                  </a:lnTo>
                  <a:lnTo>
                    <a:pt x="2261134" y="2484562"/>
                  </a:lnTo>
                  <a:lnTo>
                    <a:pt x="2261251" y="2484562"/>
                  </a:lnTo>
                  <a:lnTo>
                    <a:pt x="2261369" y="2484562"/>
                  </a:lnTo>
                  <a:lnTo>
                    <a:pt x="2261487" y="2484562"/>
                  </a:lnTo>
                  <a:lnTo>
                    <a:pt x="2261604" y="2484562"/>
                  </a:lnTo>
                  <a:lnTo>
                    <a:pt x="2261722" y="2484562"/>
                  </a:lnTo>
                  <a:lnTo>
                    <a:pt x="2261839" y="2484562"/>
                  </a:lnTo>
                  <a:lnTo>
                    <a:pt x="2261957" y="2484562"/>
                  </a:lnTo>
                  <a:lnTo>
                    <a:pt x="2262075" y="2484562"/>
                  </a:lnTo>
                  <a:lnTo>
                    <a:pt x="2262192" y="2484562"/>
                  </a:lnTo>
                  <a:lnTo>
                    <a:pt x="2262310" y="2484562"/>
                  </a:lnTo>
                  <a:lnTo>
                    <a:pt x="2262427" y="2484562"/>
                  </a:lnTo>
                  <a:lnTo>
                    <a:pt x="2262545" y="2484562"/>
                  </a:lnTo>
                  <a:lnTo>
                    <a:pt x="2262663" y="2484562"/>
                  </a:lnTo>
                  <a:lnTo>
                    <a:pt x="2262780" y="2484562"/>
                  </a:lnTo>
                  <a:lnTo>
                    <a:pt x="2262898" y="2484562"/>
                  </a:lnTo>
                  <a:lnTo>
                    <a:pt x="2262898" y="2484131"/>
                  </a:lnTo>
                  <a:lnTo>
                    <a:pt x="2263016" y="2484131"/>
                  </a:lnTo>
                  <a:lnTo>
                    <a:pt x="2263133" y="2484131"/>
                  </a:lnTo>
                  <a:lnTo>
                    <a:pt x="2263251" y="2484131"/>
                  </a:lnTo>
                  <a:lnTo>
                    <a:pt x="2263368" y="2484131"/>
                  </a:lnTo>
                  <a:lnTo>
                    <a:pt x="2263486" y="2484131"/>
                  </a:lnTo>
                  <a:lnTo>
                    <a:pt x="2263604" y="2484131"/>
                  </a:lnTo>
                  <a:lnTo>
                    <a:pt x="2263721" y="2484131"/>
                  </a:lnTo>
                  <a:lnTo>
                    <a:pt x="2263721" y="2483700"/>
                  </a:lnTo>
                  <a:lnTo>
                    <a:pt x="2263721" y="2483270"/>
                  </a:lnTo>
                  <a:lnTo>
                    <a:pt x="2263721" y="2482839"/>
                  </a:lnTo>
                  <a:lnTo>
                    <a:pt x="2263721" y="2482409"/>
                  </a:lnTo>
                  <a:lnTo>
                    <a:pt x="2263721" y="2481978"/>
                  </a:lnTo>
                  <a:lnTo>
                    <a:pt x="2263839" y="2481978"/>
                  </a:lnTo>
                  <a:lnTo>
                    <a:pt x="2263839" y="2481547"/>
                  </a:lnTo>
                  <a:lnTo>
                    <a:pt x="2263839" y="2481117"/>
                  </a:lnTo>
                  <a:lnTo>
                    <a:pt x="2263956" y="2481117"/>
                  </a:lnTo>
                  <a:lnTo>
                    <a:pt x="2264074" y="2481117"/>
                  </a:lnTo>
                  <a:lnTo>
                    <a:pt x="2264192" y="2481117"/>
                  </a:lnTo>
                  <a:lnTo>
                    <a:pt x="2264309" y="2481117"/>
                  </a:lnTo>
                  <a:lnTo>
                    <a:pt x="2264427" y="2481117"/>
                  </a:lnTo>
                  <a:lnTo>
                    <a:pt x="2264427" y="2480686"/>
                  </a:lnTo>
                  <a:lnTo>
                    <a:pt x="2264427" y="2480256"/>
                  </a:lnTo>
                  <a:lnTo>
                    <a:pt x="2264545" y="2480256"/>
                  </a:lnTo>
                  <a:lnTo>
                    <a:pt x="2264662" y="2480256"/>
                  </a:lnTo>
                  <a:lnTo>
                    <a:pt x="2264780" y="2480256"/>
                  </a:lnTo>
                  <a:lnTo>
                    <a:pt x="2264897" y="2480256"/>
                  </a:lnTo>
                  <a:lnTo>
                    <a:pt x="2264897" y="2479825"/>
                  </a:lnTo>
                  <a:lnTo>
                    <a:pt x="2265015" y="2479825"/>
                  </a:lnTo>
                  <a:lnTo>
                    <a:pt x="2265133" y="2479825"/>
                  </a:lnTo>
                  <a:lnTo>
                    <a:pt x="2265250" y="2479825"/>
                  </a:lnTo>
                  <a:lnTo>
                    <a:pt x="2265368" y="2479825"/>
                  </a:lnTo>
                  <a:lnTo>
                    <a:pt x="2265485" y="2479825"/>
                  </a:lnTo>
                  <a:lnTo>
                    <a:pt x="2265485" y="2479394"/>
                  </a:lnTo>
                  <a:lnTo>
                    <a:pt x="2265603" y="2479394"/>
                  </a:lnTo>
                  <a:lnTo>
                    <a:pt x="2265721" y="2479394"/>
                  </a:lnTo>
                  <a:lnTo>
                    <a:pt x="2265721" y="2478964"/>
                  </a:lnTo>
                  <a:lnTo>
                    <a:pt x="2265721" y="2478533"/>
                  </a:lnTo>
                  <a:lnTo>
                    <a:pt x="2265721" y="2478103"/>
                  </a:lnTo>
                  <a:lnTo>
                    <a:pt x="2265721" y="2477672"/>
                  </a:lnTo>
                  <a:lnTo>
                    <a:pt x="2265838" y="2477672"/>
                  </a:lnTo>
                  <a:lnTo>
                    <a:pt x="2265838" y="2477241"/>
                  </a:lnTo>
                  <a:lnTo>
                    <a:pt x="2265956" y="2477241"/>
                  </a:lnTo>
                  <a:lnTo>
                    <a:pt x="2266074" y="2477241"/>
                  </a:lnTo>
                  <a:lnTo>
                    <a:pt x="2266191" y="2477241"/>
                  </a:lnTo>
                  <a:lnTo>
                    <a:pt x="2266309" y="2477241"/>
                  </a:lnTo>
                  <a:lnTo>
                    <a:pt x="2266426" y="2477241"/>
                  </a:lnTo>
                  <a:lnTo>
                    <a:pt x="2266544" y="2477241"/>
                  </a:lnTo>
                  <a:lnTo>
                    <a:pt x="2266662" y="2477241"/>
                  </a:lnTo>
                  <a:lnTo>
                    <a:pt x="2266662" y="2476811"/>
                  </a:lnTo>
                  <a:lnTo>
                    <a:pt x="2266779" y="2476811"/>
                  </a:lnTo>
                  <a:lnTo>
                    <a:pt x="2266897" y="2476811"/>
                  </a:lnTo>
                  <a:lnTo>
                    <a:pt x="2267014" y="2476811"/>
                  </a:lnTo>
                  <a:lnTo>
                    <a:pt x="2267014" y="2476380"/>
                  </a:lnTo>
                  <a:lnTo>
                    <a:pt x="2267132" y="2476380"/>
                  </a:lnTo>
                  <a:lnTo>
                    <a:pt x="2267132" y="2475950"/>
                  </a:lnTo>
                  <a:lnTo>
                    <a:pt x="2267132" y="2475519"/>
                  </a:lnTo>
                  <a:lnTo>
                    <a:pt x="2267250" y="2475519"/>
                  </a:lnTo>
                  <a:lnTo>
                    <a:pt x="2267367" y="2475519"/>
                  </a:lnTo>
                  <a:lnTo>
                    <a:pt x="2267367" y="2475088"/>
                  </a:lnTo>
                  <a:lnTo>
                    <a:pt x="2267367" y="2474658"/>
                  </a:lnTo>
                  <a:lnTo>
                    <a:pt x="2267485" y="2474658"/>
                  </a:lnTo>
                  <a:lnTo>
                    <a:pt x="2267485" y="2474227"/>
                  </a:lnTo>
                  <a:lnTo>
                    <a:pt x="2267603" y="2474227"/>
                  </a:lnTo>
                  <a:lnTo>
                    <a:pt x="2267720" y="2474227"/>
                  </a:lnTo>
                  <a:lnTo>
                    <a:pt x="2267838" y="2474227"/>
                  </a:lnTo>
                  <a:lnTo>
                    <a:pt x="2267955" y="2474227"/>
                  </a:lnTo>
                  <a:lnTo>
                    <a:pt x="2267955" y="2473797"/>
                  </a:lnTo>
                  <a:lnTo>
                    <a:pt x="2267955" y="2473366"/>
                  </a:lnTo>
                  <a:lnTo>
                    <a:pt x="2268073" y="2473366"/>
                  </a:lnTo>
                  <a:lnTo>
                    <a:pt x="2268191" y="2473366"/>
                  </a:lnTo>
                  <a:lnTo>
                    <a:pt x="2268191" y="2472935"/>
                  </a:lnTo>
                  <a:lnTo>
                    <a:pt x="2268191" y="2472505"/>
                  </a:lnTo>
                  <a:lnTo>
                    <a:pt x="2268191" y="2472074"/>
                  </a:lnTo>
                  <a:lnTo>
                    <a:pt x="2268308" y="2472074"/>
                  </a:lnTo>
                  <a:lnTo>
                    <a:pt x="2268426" y="2472074"/>
                  </a:lnTo>
                  <a:lnTo>
                    <a:pt x="2268543" y="2472074"/>
                  </a:lnTo>
                  <a:lnTo>
                    <a:pt x="2268543" y="2471644"/>
                  </a:lnTo>
                  <a:lnTo>
                    <a:pt x="2268543" y="2471213"/>
                  </a:lnTo>
                  <a:lnTo>
                    <a:pt x="2268661" y="2471213"/>
                  </a:lnTo>
                  <a:lnTo>
                    <a:pt x="2268779" y="2471213"/>
                  </a:lnTo>
                  <a:lnTo>
                    <a:pt x="2268896" y="2471213"/>
                  </a:lnTo>
                  <a:lnTo>
                    <a:pt x="2268896" y="2470782"/>
                  </a:lnTo>
                  <a:lnTo>
                    <a:pt x="2269014" y="2470782"/>
                  </a:lnTo>
                  <a:lnTo>
                    <a:pt x="2269132" y="2470782"/>
                  </a:lnTo>
                  <a:lnTo>
                    <a:pt x="2269132" y="2470352"/>
                  </a:lnTo>
                  <a:lnTo>
                    <a:pt x="2269249" y="2470352"/>
                  </a:lnTo>
                  <a:lnTo>
                    <a:pt x="2269367" y="2470352"/>
                  </a:lnTo>
                  <a:lnTo>
                    <a:pt x="2269367" y="2469921"/>
                  </a:lnTo>
                  <a:lnTo>
                    <a:pt x="2269484" y="2469921"/>
                  </a:lnTo>
                  <a:lnTo>
                    <a:pt x="2269602" y="2469921"/>
                  </a:lnTo>
                  <a:lnTo>
                    <a:pt x="2269602" y="2469491"/>
                  </a:lnTo>
                  <a:lnTo>
                    <a:pt x="2269720" y="2469491"/>
                  </a:lnTo>
                  <a:lnTo>
                    <a:pt x="2269837" y="2469491"/>
                  </a:lnTo>
                  <a:lnTo>
                    <a:pt x="2269837" y="2469060"/>
                  </a:lnTo>
                  <a:lnTo>
                    <a:pt x="2269837" y="2468629"/>
                  </a:lnTo>
                  <a:lnTo>
                    <a:pt x="2269837" y="2468199"/>
                  </a:lnTo>
                  <a:lnTo>
                    <a:pt x="2269837" y="2467768"/>
                  </a:lnTo>
                  <a:lnTo>
                    <a:pt x="2269955" y="2467768"/>
                  </a:lnTo>
                  <a:lnTo>
                    <a:pt x="2270072" y="2467768"/>
                  </a:lnTo>
                  <a:lnTo>
                    <a:pt x="2270190" y="2467768"/>
                  </a:lnTo>
                  <a:lnTo>
                    <a:pt x="2270308" y="2467768"/>
                  </a:lnTo>
                  <a:lnTo>
                    <a:pt x="2270425" y="2467768"/>
                  </a:lnTo>
                  <a:lnTo>
                    <a:pt x="2270543" y="2467768"/>
                  </a:lnTo>
                  <a:lnTo>
                    <a:pt x="2270660" y="2467768"/>
                  </a:lnTo>
                  <a:lnTo>
                    <a:pt x="2270778" y="2467768"/>
                  </a:lnTo>
                  <a:lnTo>
                    <a:pt x="2270896" y="2467768"/>
                  </a:lnTo>
                  <a:lnTo>
                    <a:pt x="2270896" y="2467338"/>
                  </a:lnTo>
                  <a:lnTo>
                    <a:pt x="2270896" y="2466907"/>
                  </a:lnTo>
                  <a:lnTo>
                    <a:pt x="2270896" y="2466476"/>
                  </a:lnTo>
                  <a:lnTo>
                    <a:pt x="2270896" y="2466046"/>
                  </a:lnTo>
                  <a:lnTo>
                    <a:pt x="2271013" y="2466046"/>
                  </a:lnTo>
                  <a:lnTo>
                    <a:pt x="2271013" y="2465615"/>
                  </a:lnTo>
                  <a:lnTo>
                    <a:pt x="2271131" y="2465615"/>
                  </a:lnTo>
                  <a:lnTo>
                    <a:pt x="2271249" y="2465615"/>
                  </a:lnTo>
                  <a:lnTo>
                    <a:pt x="2271249" y="2465185"/>
                  </a:lnTo>
                  <a:lnTo>
                    <a:pt x="2271366" y="2465185"/>
                  </a:lnTo>
                  <a:lnTo>
                    <a:pt x="2271366" y="2464754"/>
                  </a:lnTo>
                  <a:lnTo>
                    <a:pt x="2271484" y="2464754"/>
                  </a:lnTo>
                  <a:lnTo>
                    <a:pt x="2271601" y="2464754"/>
                  </a:lnTo>
                  <a:lnTo>
                    <a:pt x="2271601" y="2464323"/>
                  </a:lnTo>
                  <a:lnTo>
                    <a:pt x="2271719" y="2464323"/>
                  </a:lnTo>
                  <a:lnTo>
                    <a:pt x="2271837" y="2464323"/>
                  </a:lnTo>
                  <a:lnTo>
                    <a:pt x="2271954" y="2464323"/>
                  </a:lnTo>
                  <a:lnTo>
                    <a:pt x="2271954" y="2463893"/>
                  </a:lnTo>
                  <a:lnTo>
                    <a:pt x="2272072" y="2463893"/>
                  </a:lnTo>
                  <a:lnTo>
                    <a:pt x="2272072" y="2463462"/>
                  </a:lnTo>
                  <a:lnTo>
                    <a:pt x="2272189" y="2463462"/>
                  </a:lnTo>
                  <a:lnTo>
                    <a:pt x="2272307" y="2463462"/>
                  </a:lnTo>
                  <a:lnTo>
                    <a:pt x="2272425" y="2463462"/>
                  </a:lnTo>
                  <a:lnTo>
                    <a:pt x="2272542" y="2463462"/>
                  </a:lnTo>
                  <a:lnTo>
                    <a:pt x="2272660" y="2463462"/>
                  </a:lnTo>
                  <a:lnTo>
                    <a:pt x="2272778" y="2463462"/>
                  </a:lnTo>
                  <a:lnTo>
                    <a:pt x="2272895" y="2463462"/>
                  </a:lnTo>
                  <a:lnTo>
                    <a:pt x="2273013" y="2463462"/>
                  </a:lnTo>
                  <a:lnTo>
                    <a:pt x="2273130" y="2463462"/>
                  </a:lnTo>
                  <a:lnTo>
                    <a:pt x="2273248" y="2463462"/>
                  </a:lnTo>
                  <a:lnTo>
                    <a:pt x="2273248" y="2463032"/>
                  </a:lnTo>
                  <a:lnTo>
                    <a:pt x="2273366" y="2463032"/>
                  </a:lnTo>
                  <a:lnTo>
                    <a:pt x="2273483" y="2463032"/>
                  </a:lnTo>
                  <a:lnTo>
                    <a:pt x="2273483" y="2462601"/>
                  </a:lnTo>
                  <a:lnTo>
                    <a:pt x="2273601" y="2462601"/>
                  </a:lnTo>
                  <a:lnTo>
                    <a:pt x="2273718" y="2462601"/>
                  </a:lnTo>
                  <a:lnTo>
                    <a:pt x="2273836" y="2462601"/>
                  </a:lnTo>
                  <a:lnTo>
                    <a:pt x="2273954" y="2462601"/>
                  </a:lnTo>
                  <a:lnTo>
                    <a:pt x="2273954" y="2462170"/>
                  </a:lnTo>
                  <a:lnTo>
                    <a:pt x="2274071" y="2462170"/>
                  </a:lnTo>
                  <a:lnTo>
                    <a:pt x="2274189" y="2462170"/>
                  </a:lnTo>
                  <a:lnTo>
                    <a:pt x="2274307" y="2462170"/>
                  </a:lnTo>
                  <a:lnTo>
                    <a:pt x="2274424" y="2462170"/>
                  </a:lnTo>
                  <a:lnTo>
                    <a:pt x="2274424" y="2461740"/>
                  </a:lnTo>
                  <a:lnTo>
                    <a:pt x="2274424" y="2461309"/>
                  </a:lnTo>
                  <a:lnTo>
                    <a:pt x="2274424" y="2460879"/>
                  </a:lnTo>
                  <a:lnTo>
                    <a:pt x="2274542" y="2460879"/>
                  </a:lnTo>
                  <a:lnTo>
                    <a:pt x="2274659" y="2460879"/>
                  </a:lnTo>
                  <a:lnTo>
                    <a:pt x="2274777" y="2460879"/>
                  </a:lnTo>
                  <a:lnTo>
                    <a:pt x="2274895" y="2460879"/>
                  </a:lnTo>
                  <a:lnTo>
                    <a:pt x="2275012" y="2460879"/>
                  </a:lnTo>
                  <a:lnTo>
                    <a:pt x="2275012" y="2460448"/>
                  </a:lnTo>
                  <a:lnTo>
                    <a:pt x="2275130" y="2460448"/>
                  </a:lnTo>
                  <a:lnTo>
                    <a:pt x="2275247" y="2460448"/>
                  </a:lnTo>
                  <a:lnTo>
                    <a:pt x="2275247" y="2460017"/>
                  </a:lnTo>
                  <a:lnTo>
                    <a:pt x="2275247" y="2459587"/>
                  </a:lnTo>
                  <a:lnTo>
                    <a:pt x="2275365" y="2459587"/>
                  </a:lnTo>
                  <a:lnTo>
                    <a:pt x="2275483" y="2459587"/>
                  </a:lnTo>
                  <a:lnTo>
                    <a:pt x="2275600" y="2459587"/>
                  </a:lnTo>
                  <a:lnTo>
                    <a:pt x="2275718" y="2459587"/>
                  </a:lnTo>
                  <a:lnTo>
                    <a:pt x="2275836" y="2459587"/>
                  </a:lnTo>
                  <a:lnTo>
                    <a:pt x="2275836" y="2459156"/>
                  </a:lnTo>
                  <a:lnTo>
                    <a:pt x="2275953" y="2459156"/>
                  </a:lnTo>
                  <a:lnTo>
                    <a:pt x="2276071" y="2459156"/>
                  </a:lnTo>
                  <a:lnTo>
                    <a:pt x="2276188" y="2459156"/>
                  </a:lnTo>
                  <a:lnTo>
                    <a:pt x="2276306" y="2459156"/>
                  </a:lnTo>
                  <a:lnTo>
                    <a:pt x="2276424" y="2459156"/>
                  </a:lnTo>
                  <a:lnTo>
                    <a:pt x="2276541" y="2459156"/>
                  </a:lnTo>
                  <a:lnTo>
                    <a:pt x="2276541" y="2458726"/>
                  </a:lnTo>
                  <a:lnTo>
                    <a:pt x="2276659" y="2458726"/>
                  </a:lnTo>
                  <a:lnTo>
                    <a:pt x="2276659" y="2458295"/>
                  </a:lnTo>
                  <a:lnTo>
                    <a:pt x="2276776" y="2458295"/>
                  </a:lnTo>
                  <a:lnTo>
                    <a:pt x="2276894" y="2458295"/>
                  </a:lnTo>
                  <a:lnTo>
                    <a:pt x="2277012" y="2458295"/>
                  </a:lnTo>
                  <a:lnTo>
                    <a:pt x="2277012" y="2457864"/>
                  </a:lnTo>
                  <a:lnTo>
                    <a:pt x="2277129" y="2457864"/>
                  </a:lnTo>
                  <a:lnTo>
                    <a:pt x="2277129" y="2457434"/>
                  </a:lnTo>
                  <a:lnTo>
                    <a:pt x="2277247" y="2457434"/>
                  </a:lnTo>
                  <a:lnTo>
                    <a:pt x="2277247" y="2457003"/>
                  </a:lnTo>
                  <a:lnTo>
                    <a:pt x="2277365" y="2457003"/>
                  </a:lnTo>
                  <a:lnTo>
                    <a:pt x="2277365" y="2456573"/>
                  </a:lnTo>
                  <a:lnTo>
                    <a:pt x="2277482" y="2456573"/>
                  </a:lnTo>
                  <a:lnTo>
                    <a:pt x="2277600" y="2456573"/>
                  </a:lnTo>
                  <a:lnTo>
                    <a:pt x="2277717" y="2456573"/>
                  </a:lnTo>
                  <a:lnTo>
                    <a:pt x="2277835" y="2456573"/>
                  </a:lnTo>
                  <a:lnTo>
                    <a:pt x="2277835" y="2456142"/>
                  </a:lnTo>
                  <a:lnTo>
                    <a:pt x="2277835" y="2455711"/>
                  </a:lnTo>
                  <a:lnTo>
                    <a:pt x="2277953" y="2455711"/>
                  </a:lnTo>
                  <a:lnTo>
                    <a:pt x="2278070" y="2455711"/>
                  </a:lnTo>
                  <a:lnTo>
                    <a:pt x="2278188" y="2455711"/>
                  </a:lnTo>
                  <a:lnTo>
                    <a:pt x="2278188" y="2455281"/>
                  </a:lnTo>
                  <a:lnTo>
                    <a:pt x="2278305" y="2455281"/>
                  </a:lnTo>
                  <a:lnTo>
                    <a:pt x="2278423" y="2455281"/>
                  </a:lnTo>
                  <a:lnTo>
                    <a:pt x="2278423" y="2454850"/>
                  </a:lnTo>
                  <a:lnTo>
                    <a:pt x="2278423" y="2454420"/>
                  </a:lnTo>
                  <a:lnTo>
                    <a:pt x="2278541" y="2454420"/>
                  </a:lnTo>
                  <a:lnTo>
                    <a:pt x="2278658" y="2454420"/>
                  </a:lnTo>
                  <a:lnTo>
                    <a:pt x="2278776" y="2454420"/>
                  </a:lnTo>
                  <a:lnTo>
                    <a:pt x="2278893" y="2454420"/>
                  </a:lnTo>
                  <a:lnTo>
                    <a:pt x="2279011" y="2454420"/>
                  </a:lnTo>
                  <a:lnTo>
                    <a:pt x="2279129" y="2454420"/>
                  </a:lnTo>
                  <a:lnTo>
                    <a:pt x="2279246" y="2454420"/>
                  </a:lnTo>
                  <a:lnTo>
                    <a:pt x="2279364" y="2454420"/>
                  </a:lnTo>
                  <a:lnTo>
                    <a:pt x="2279364" y="2453989"/>
                  </a:lnTo>
                  <a:lnTo>
                    <a:pt x="2279482" y="2453989"/>
                  </a:lnTo>
                  <a:lnTo>
                    <a:pt x="2279599" y="2453989"/>
                  </a:lnTo>
                  <a:lnTo>
                    <a:pt x="2279599" y="2453558"/>
                  </a:lnTo>
                  <a:lnTo>
                    <a:pt x="2279599" y="2453128"/>
                  </a:lnTo>
                  <a:lnTo>
                    <a:pt x="2279717" y="2453128"/>
                  </a:lnTo>
                  <a:lnTo>
                    <a:pt x="2279834" y="2453128"/>
                  </a:lnTo>
                  <a:lnTo>
                    <a:pt x="2279952" y="2453128"/>
                  </a:lnTo>
                  <a:lnTo>
                    <a:pt x="2279952" y="2452697"/>
                  </a:lnTo>
                  <a:lnTo>
                    <a:pt x="2280070" y="2452697"/>
                  </a:lnTo>
                  <a:lnTo>
                    <a:pt x="2280187" y="2452697"/>
                  </a:lnTo>
                  <a:lnTo>
                    <a:pt x="2280187" y="2452267"/>
                  </a:lnTo>
                  <a:lnTo>
                    <a:pt x="2280187" y="2451836"/>
                  </a:lnTo>
                  <a:lnTo>
                    <a:pt x="2280305" y="2451836"/>
                  </a:lnTo>
                  <a:lnTo>
                    <a:pt x="2280422" y="2451836"/>
                  </a:lnTo>
                  <a:lnTo>
                    <a:pt x="2280422" y="2451405"/>
                  </a:lnTo>
                  <a:lnTo>
                    <a:pt x="2280540" y="2451405"/>
                  </a:lnTo>
                  <a:lnTo>
                    <a:pt x="2280658" y="2451405"/>
                  </a:lnTo>
                  <a:lnTo>
                    <a:pt x="2280775" y="2451405"/>
                  </a:lnTo>
                  <a:lnTo>
                    <a:pt x="2280893" y="2451405"/>
                  </a:lnTo>
                  <a:lnTo>
                    <a:pt x="2281011" y="2451405"/>
                  </a:lnTo>
                  <a:lnTo>
                    <a:pt x="2281128" y="2451405"/>
                  </a:lnTo>
                  <a:lnTo>
                    <a:pt x="2281128" y="2450975"/>
                  </a:lnTo>
                  <a:lnTo>
                    <a:pt x="2281246" y="2450975"/>
                  </a:lnTo>
                  <a:lnTo>
                    <a:pt x="2281363" y="2450975"/>
                  </a:lnTo>
                  <a:lnTo>
                    <a:pt x="2281481" y="2450975"/>
                  </a:lnTo>
                  <a:lnTo>
                    <a:pt x="2281599" y="2450975"/>
                  </a:lnTo>
                  <a:lnTo>
                    <a:pt x="2281599" y="2450544"/>
                  </a:lnTo>
                  <a:lnTo>
                    <a:pt x="2281716" y="2450544"/>
                  </a:lnTo>
                  <a:lnTo>
                    <a:pt x="2281834" y="2450544"/>
                  </a:lnTo>
                  <a:lnTo>
                    <a:pt x="2281951" y="2450544"/>
                  </a:lnTo>
                  <a:lnTo>
                    <a:pt x="2282069" y="2450544"/>
                  </a:lnTo>
                  <a:lnTo>
                    <a:pt x="2282187" y="2450544"/>
                  </a:lnTo>
                  <a:lnTo>
                    <a:pt x="2282304" y="2450544"/>
                  </a:lnTo>
                  <a:lnTo>
                    <a:pt x="2282422" y="2450544"/>
                  </a:lnTo>
                  <a:lnTo>
                    <a:pt x="2282540" y="2450544"/>
                  </a:lnTo>
                  <a:lnTo>
                    <a:pt x="2282657" y="2450544"/>
                  </a:lnTo>
                  <a:lnTo>
                    <a:pt x="2282775" y="2450544"/>
                  </a:lnTo>
                  <a:lnTo>
                    <a:pt x="2282775" y="2450114"/>
                  </a:lnTo>
                  <a:lnTo>
                    <a:pt x="2282892" y="2450114"/>
                  </a:lnTo>
                  <a:lnTo>
                    <a:pt x="2282892" y="2449683"/>
                  </a:lnTo>
                  <a:lnTo>
                    <a:pt x="2283010" y="2449683"/>
                  </a:lnTo>
                  <a:lnTo>
                    <a:pt x="2283128" y="2449683"/>
                  </a:lnTo>
                  <a:lnTo>
                    <a:pt x="2283128" y="2449252"/>
                  </a:lnTo>
                  <a:lnTo>
                    <a:pt x="2283128" y="2448822"/>
                  </a:lnTo>
                  <a:lnTo>
                    <a:pt x="2283128" y="2448391"/>
                  </a:lnTo>
                  <a:lnTo>
                    <a:pt x="2283245" y="2448391"/>
                  </a:lnTo>
                  <a:lnTo>
                    <a:pt x="2283363" y="2448391"/>
                  </a:lnTo>
                  <a:lnTo>
                    <a:pt x="2283480" y="2448391"/>
                  </a:lnTo>
                  <a:lnTo>
                    <a:pt x="2283598" y="2448391"/>
                  </a:lnTo>
                  <a:lnTo>
                    <a:pt x="2283716" y="2448391"/>
                  </a:lnTo>
                  <a:lnTo>
                    <a:pt x="2283833" y="2448391"/>
                  </a:lnTo>
                  <a:lnTo>
                    <a:pt x="2283951" y="2448391"/>
                  </a:lnTo>
                  <a:lnTo>
                    <a:pt x="2283951" y="2447961"/>
                  </a:lnTo>
                  <a:lnTo>
                    <a:pt x="2284069" y="2447961"/>
                  </a:lnTo>
                  <a:lnTo>
                    <a:pt x="2284186" y="2447961"/>
                  </a:lnTo>
                  <a:lnTo>
                    <a:pt x="2284304" y="2447961"/>
                  </a:lnTo>
                  <a:lnTo>
                    <a:pt x="2284421" y="2447961"/>
                  </a:lnTo>
                  <a:lnTo>
                    <a:pt x="2284539" y="2447961"/>
                  </a:lnTo>
                  <a:lnTo>
                    <a:pt x="2284657" y="2447961"/>
                  </a:lnTo>
                  <a:lnTo>
                    <a:pt x="2284774" y="2447961"/>
                  </a:lnTo>
                  <a:lnTo>
                    <a:pt x="2284892" y="2447961"/>
                  </a:lnTo>
                  <a:lnTo>
                    <a:pt x="2285009" y="2447961"/>
                  </a:lnTo>
                  <a:lnTo>
                    <a:pt x="2285127" y="2447961"/>
                  </a:lnTo>
                  <a:lnTo>
                    <a:pt x="2285127" y="2447530"/>
                  </a:lnTo>
                  <a:lnTo>
                    <a:pt x="2285245" y="2447530"/>
                  </a:lnTo>
                  <a:lnTo>
                    <a:pt x="2285362" y="2447530"/>
                  </a:lnTo>
                  <a:lnTo>
                    <a:pt x="2285362" y="2447099"/>
                  </a:lnTo>
                  <a:lnTo>
                    <a:pt x="2285480" y="2447099"/>
                  </a:lnTo>
                  <a:lnTo>
                    <a:pt x="2285598" y="2447099"/>
                  </a:lnTo>
                  <a:lnTo>
                    <a:pt x="2285715" y="2447099"/>
                  </a:lnTo>
                  <a:lnTo>
                    <a:pt x="2285833" y="2447099"/>
                  </a:lnTo>
                  <a:lnTo>
                    <a:pt x="2285833" y="2446669"/>
                  </a:lnTo>
                  <a:lnTo>
                    <a:pt x="2285950" y="2446669"/>
                  </a:lnTo>
                  <a:lnTo>
                    <a:pt x="2286068" y="2446669"/>
                  </a:lnTo>
                  <a:lnTo>
                    <a:pt x="2286068" y="2446238"/>
                  </a:lnTo>
                  <a:lnTo>
                    <a:pt x="2286068" y="2445808"/>
                  </a:lnTo>
                  <a:lnTo>
                    <a:pt x="2286186" y="2445808"/>
                  </a:lnTo>
                  <a:lnTo>
                    <a:pt x="2286186" y="2445377"/>
                  </a:lnTo>
                  <a:lnTo>
                    <a:pt x="2286186" y="2444946"/>
                  </a:lnTo>
                  <a:lnTo>
                    <a:pt x="2286186" y="2444516"/>
                  </a:lnTo>
                  <a:lnTo>
                    <a:pt x="2286303" y="2444516"/>
                  </a:lnTo>
                  <a:lnTo>
                    <a:pt x="2286421" y="2444516"/>
                  </a:lnTo>
                  <a:lnTo>
                    <a:pt x="2286538" y="2444516"/>
                  </a:lnTo>
                  <a:lnTo>
                    <a:pt x="2286656" y="2444516"/>
                  </a:lnTo>
                  <a:lnTo>
                    <a:pt x="2286656" y="2444085"/>
                  </a:lnTo>
                  <a:lnTo>
                    <a:pt x="2286774" y="2444085"/>
                  </a:lnTo>
                  <a:lnTo>
                    <a:pt x="2286891" y="2444085"/>
                  </a:lnTo>
                  <a:lnTo>
                    <a:pt x="2287009" y="2444085"/>
                  </a:lnTo>
                  <a:lnTo>
                    <a:pt x="2287126" y="2444085"/>
                  </a:lnTo>
                  <a:lnTo>
                    <a:pt x="2287244" y="2444085"/>
                  </a:lnTo>
                  <a:lnTo>
                    <a:pt x="2287362" y="2444085"/>
                  </a:lnTo>
                  <a:lnTo>
                    <a:pt x="2287479" y="2444085"/>
                  </a:lnTo>
                  <a:lnTo>
                    <a:pt x="2287597" y="2444085"/>
                  </a:lnTo>
                  <a:lnTo>
                    <a:pt x="2287715" y="2444085"/>
                  </a:lnTo>
                  <a:lnTo>
                    <a:pt x="2287832" y="2444085"/>
                  </a:lnTo>
                  <a:lnTo>
                    <a:pt x="2287950" y="2444085"/>
                  </a:lnTo>
                  <a:lnTo>
                    <a:pt x="2288067" y="2444085"/>
                  </a:lnTo>
                  <a:lnTo>
                    <a:pt x="2288185" y="2444085"/>
                  </a:lnTo>
                  <a:lnTo>
                    <a:pt x="2288303" y="2444085"/>
                  </a:lnTo>
                  <a:lnTo>
                    <a:pt x="2288303" y="2443655"/>
                  </a:lnTo>
                  <a:lnTo>
                    <a:pt x="2288420" y="2443655"/>
                  </a:lnTo>
                  <a:lnTo>
                    <a:pt x="2288538" y="2443655"/>
                  </a:lnTo>
                  <a:lnTo>
                    <a:pt x="2288655" y="2443655"/>
                  </a:lnTo>
                  <a:lnTo>
                    <a:pt x="2288773" y="2443655"/>
                  </a:lnTo>
                  <a:lnTo>
                    <a:pt x="2288891" y="2443655"/>
                  </a:lnTo>
                  <a:lnTo>
                    <a:pt x="2289008" y="2443655"/>
                  </a:lnTo>
                  <a:lnTo>
                    <a:pt x="2289126" y="2443655"/>
                  </a:lnTo>
                  <a:lnTo>
                    <a:pt x="2289244" y="2443655"/>
                  </a:lnTo>
                  <a:lnTo>
                    <a:pt x="2289361" y="2443655"/>
                  </a:lnTo>
                  <a:lnTo>
                    <a:pt x="2289479" y="2443655"/>
                  </a:lnTo>
                  <a:lnTo>
                    <a:pt x="2289596" y="2443655"/>
                  </a:lnTo>
                  <a:lnTo>
                    <a:pt x="2289596" y="2443224"/>
                  </a:lnTo>
                  <a:lnTo>
                    <a:pt x="2289596" y="2442793"/>
                  </a:lnTo>
                  <a:lnTo>
                    <a:pt x="2289714" y="2442793"/>
                  </a:lnTo>
                  <a:lnTo>
                    <a:pt x="2289832" y="2442793"/>
                  </a:lnTo>
                  <a:lnTo>
                    <a:pt x="2289949" y="2442793"/>
                  </a:lnTo>
                  <a:lnTo>
                    <a:pt x="2290067" y="2442793"/>
                  </a:lnTo>
                  <a:lnTo>
                    <a:pt x="2290184" y="2442793"/>
                  </a:lnTo>
                  <a:lnTo>
                    <a:pt x="2290302" y="2442793"/>
                  </a:lnTo>
                  <a:lnTo>
                    <a:pt x="2290420" y="2442793"/>
                  </a:lnTo>
                  <a:lnTo>
                    <a:pt x="2290420" y="2442363"/>
                  </a:lnTo>
                  <a:lnTo>
                    <a:pt x="2290537" y="2442363"/>
                  </a:lnTo>
                  <a:lnTo>
                    <a:pt x="2290655" y="2442363"/>
                  </a:lnTo>
                  <a:lnTo>
                    <a:pt x="2290773" y="2442363"/>
                  </a:lnTo>
                  <a:lnTo>
                    <a:pt x="2290890" y="2442363"/>
                  </a:lnTo>
                  <a:lnTo>
                    <a:pt x="2291008" y="2442363"/>
                  </a:lnTo>
                  <a:lnTo>
                    <a:pt x="2291125" y="2442363"/>
                  </a:lnTo>
                  <a:lnTo>
                    <a:pt x="2291243" y="2442363"/>
                  </a:lnTo>
                  <a:lnTo>
                    <a:pt x="2291361" y="2442363"/>
                  </a:lnTo>
                  <a:lnTo>
                    <a:pt x="2291478" y="2442363"/>
                  </a:lnTo>
                  <a:lnTo>
                    <a:pt x="2291478" y="2441932"/>
                  </a:lnTo>
                  <a:lnTo>
                    <a:pt x="2291478" y="2441502"/>
                  </a:lnTo>
                  <a:lnTo>
                    <a:pt x="2291596" y="2441502"/>
                  </a:lnTo>
                  <a:lnTo>
                    <a:pt x="2291596" y="2441071"/>
                  </a:lnTo>
                  <a:lnTo>
                    <a:pt x="2291596" y="2440640"/>
                  </a:lnTo>
                  <a:lnTo>
                    <a:pt x="2291596" y="2440210"/>
                  </a:lnTo>
                  <a:lnTo>
                    <a:pt x="2291713" y="2440210"/>
                  </a:lnTo>
                  <a:lnTo>
                    <a:pt x="2291713" y="2439779"/>
                  </a:lnTo>
                  <a:lnTo>
                    <a:pt x="2291831" y="2439779"/>
                  </a:lnTo>
                  <a:lnTo>
                    <a:pt x="2291949" y="2439779"/>
                  </a:lnTo>
                  <a:lnTo>
                    <a:pt x="2292066" y="2439779"/>
                  </a:lnTo>
                  <a:lnTo>
                    <a:pt x="2292184" y="2439779"/>
                  </a:lnTo>
                  <a:lnTo>
                    <a:pt x="2292302" y="2439779"/>
                  </a:lnTo>
                  <a:lnTo>
                    <a:pt x="2292419" y="2439779"/>
                  </a:lnTo>
                  <a:lnTo>
                    <a:pt x="2292537" y="2439779"/>
                  </a:lnTo>
                  <a:lnTo>
                    <a:pt x="2292654" y="2439779"/>
                  </a:lnTo>
                  <a:lnTo>
                    <a:pt x="2292772" y="2439779"/>
                  </a:lnTo>
                  <a:lnTo>
                    <a:pt x="2292890" y="2439779"/>
                  </a:lnTo>
                  <a:lnTo>
                    <a:pt x="2293007" y="2439779"/>
                  </a:lnTo>
                  <a:lnTo>
                    <a:pt x="2293007" y="2439349"/>
                  </a:lnTo>
                  <a:lnTo>
                    <a:pt x="2293125" y="2439349"/>
                  </a:lnTo>
                  <a:lnTo>
                    <a:pt x="2293125" y="2438918"/>
                  </a:lnTo>
                  <a:lnTo>
                    <a:pt x="2293242" y="2438918"/>
                  </a:lnTo>
                  <a:lnTo>
                    <a:pt x="2293360" y="2438918"/>
                  </a:lnTo>
                  <a:lnTo>
                    <a:pt x="2293478" y="2438918"/>
                  </a:lnTo>
                  <a:lnTo>
                    <a:pt x="2293595" y="2438918"/>
                  </a:lnTo>
                  <a:lnTo>
                    <a:pt x="2293713" y="2438918"/>
                  </a:lnTo>
                  <a:lnTo>
                    <a:pt x="2293831" y="2438918"/>
                  </a:lnTo>
                  <a:lnTo>
                    <a:pt x="2293831" y="2438487"/>
                  </a:lnTo>
                  <a:lnTo>
                    <a:pt x="2293948" y="2438487"/>
                  </a:lnTo>
                  <a:lnTo>
                    <a:pt x="2294066" y="2438487"/>
                  </a:lnTo>
                  <a:lnTo>
                    <a:pt x="2294183" y="2438487"/>
                  </a:lnTo>
                  <a:lnTo>
                    <a:pt x="2294301" y="2438487"/>
                  </a:lnTo>
                  <a:lnTo>
                    <a:pt x="2294419" y="2438487"/>
                  </a:lnTo>
                  <a:lnTo>
                    <a:pt x="2294419" y="2438057"/>
                  </a:lnTo>
                  <a:lnTo>
                    <a:pt x="2294536" y="2438057"/>
                  </a:lnTo>
                  <a:lnTo>
                    <a:pt x="2294654" y="2438057"/>
                  </a:lnTo>
                  <a:lnTo>
                    <a:pt x="2294771" y="2438057"/>
                  </a:lnTo>
                  <a:lnTo>
                    <a:pt x="2294889" y="2438057"/>
                  </a:lnTo>
                  <a:lnTo>
                    <a:pt x="2295007" y="2438057"/>
                  </a:lnTo>
                  <a:lnTo>
                    <a:pt x="2295124" y="2438057"/>
                  </a:lnTo>
                  <a:lnTo>
                    <a:pt x="2295242" y="2438057"/>
                  </a:lnTo>
                  <a:lnTo>
                    <a:pt x="2295242" y="2437626"/>
                  </a:lnTo>
                  <a:lnTo>
                    <a:pt x="2295359" y="2437626"/>
                  </a:lnTo>
                  <a:lnTo>
                    <a:pt x="2295359" y="2437196"/>
                  </a:lnTo>
                  <a:lnTo>
                    <a:pt x="2295359" y="2436765"/>
                  </a:lnTo>
                  <a:lnTo>
                    <a:pt x="2295477" y="2436765"/>
                  </a:lnTo>
                  <a:lnTo>
                    <a:pt x="2295595" y="2436765"/>
                  </a:lnTo>
                  <a:lnTo>
                    <a:pt x="2295712" y="2436765"/>
                  </a:lnTo>
                  <a:lnTo>
                    <a:pt x="2295830" y="2436765"/>
                  </a:lnTo>
                  <a:lnTo>
                    <a:pt x="2295948" y="2436765"/>
                  </a:lnTo>
                  <a:lnTo>
                    <a:pt x="2296065" y="2436765"/>
                  </a:lnTo>
                  <a:lnTo>
                    <a:pt x="2296183" y="2436765"/>
                  </a:lnTo>
                  <a:lnTo>
                    <a:pt x="2296300" y="2436765"/>
                  </a:lnTo>
                  <a:lnTo>
                    <a:pt x="2296418" y="2436765"/>
                  </a:lnTo>
                  <a:lnTo>
                    <a:pt x="2296536" y="2436765"/>
                  </a:lnTo>
                  <a:lnTo>
                    <a:pt x="2296653" y="2436765"/>
                  </a:lnTo>
                  <a:lnTo>
                    <a:pt x="2296771" y="2436765"/>
                  </a:lnTo>
                  <a:lnTo>
                    <a:pt x="2296771" y="2436334"/>
                  </a:lnTo>
                  <a:lnTo>
                    <a:pt x="2296888" y="2436334"/>
                  </a:lnTo>
                  <a:lnTo>
                    <a:pt x="2297006" y="2436334"/>
                  </a:lnTo>
                  <a:lnTo>
                    <a:pt x="2297006" y="2435904"/>
                  </a:lnTo>
                  <a:lnTo>
                    <a:pt x="2297124" y="2435904"/>
                  </a:lnTo>
                  <a:lnTo>
                    <a:pt x="2297124" y="2435473"/>
                  </a:lnTo>
                  <a:lnTo>
                    <a:pt x="2297241" y="2435473"/>
                  </a:lnTo>
                  <a:lnTo>
                    <a:pt x="2297241" y="2435043"/>
                  </a:lnTo>
                  <a:lnTo>
                    <a:pt x="2297241" y="2434612"/>
                  </a:lnTo>
                  <a:lnTo>
                    <a:pt x="2297359" y="2434612"/>
                  </a:lnTo>
                  <a:lnTo>
                    <a:pt x="2297359" y="2434181"/>
                  </a:lnTo>
                  <a:lnTo>
                    <a:pt x="2297477" y="2434181"/>
                  </a:lnTo>
                  <a:lnTo>
                    <a:pt x="2297477" y="2433751"/>
                  </a:lnTo>
                  <a:lnTo>
                    <a:pt x="2297594" y="2433751"/>
                  </a:lnTo>
                  <a:lnTo>
                    <a:pt x="2297712" y="2433751"/>
                  </a:lnTo>
                  <a:lnTo>
                    <a:pt x="2297829" y="2433751"/>
                  </a:lnTo>
                  <a:lnTo>
                    <a:pt x="2297829" y="2433320"/>
                  </a:lnTo>
                  <a:lnTo>
                    <a:pt x="2297947" y="2433320"/>
                  </a:lnTo>
                  <a:lnTo>
                    <a:pt x="2298065" y="2433320"/>
                  </a:lnTo>
                  <a:lnTo>
                    <a:pt x="2298182" y="2433320"/>
                  </a:lnTo>
                  <a:lnTo>
                    <a:pt x="2298300" y="2433320"/>
                  </a:lnTo>
                  <a:lnTo>
                    <a:pt x="2298417" y="2433320"/>
                  </a:lnTo>
                  <a:lnTo>
                    <a:pt x="2298417" y="2432890"/>
                  </a:lnTo>
                  <a:lnTo>
                    <a:pt x="2298417" y="2432459"/>
                  </a:lnTo>
                  <a:lnTo>
                    <a:pt x="2298417" y="2432028"/>
                  </a:lnTo>
                  <a:lnTo>
                    <a:pt x="2298535" y="2432028"/>
                  </a:lnTo>
                  <a:lnTo>
                    <a:pt x="2298653" y="2432028"/>
                  </a:lnTo>
                  <a:lnTo>
                    <a:pt x="2298770" y="2432028"/>
                  </a:lnTo>
                  <a:lnTo>
                    <a:pt x="2298888" y="2432028"/>
                  </a:lnTo>
                  <a:lnTo>
                    <a:pt x="2299006" y="2432028"/>
                  </a:lnTo>
                  <a:lnTo>
                    <a:pt x="2299123" y="2432028"/>
                  </a:lnTo>
                  <a:lnTo>
                    <a:pt x="2299241" y="2432028"/>
                  </a:lnTo>
                  <a:lnTo>
                    <a:pt x="2299358" y="2432028"/>
                  </a:lnTo>
                  <a:lnTo>
                    <a:pt x="2299476" y="2432028"/>
                  </a:lnTo>
                  <a:lnTo>
                    <a:pt x="2299594" y="2432028"/>
                  </a:lnTo>
                  <a:lnTo>
                    <a:pt x="2299711" y="2432028"/>
                  </a:lnTo>
                  <a:lnTo>
                    <a:pt x="2299829" y="2432028"/>
                  </a:lnTo>
                  <a:lnTo>
                    <a:pt x="2299946" y="2432028"/>
                  </a:lnTo>
                  <a:lnTo>
                    <a:pt x="2300064" y="2432028"/>
                  </a:lnTo>
                  <a:lnTo>
                    <a:pt x="2300182" y="2432028"/>
                  </a:lnTo>
                  <a:lnTo>
                    <a:pt x="2300299" y="2432028"/>
                  </a:lnTo>
                  <a:lnTo>
                    <a:pt x="2300417" y="2432028"/>
                  </a:lnTo>
                  <a:lnTo>
                    <a:pt x="2300535" y="2432028"/>
                  </a:lnTo>
                  <a:lnTo>
                    <a:pt x="2300652" y="2432028"/>
                  </a:lnTo>
                  <a:lnTo>
                    <a:pt x="2300652" y="2431598"/>
                  </a:lnTo>
                  <a:lnTo>
                    <a:pt x="2300770" y="2431598"/>
                  </a:lnTo>
                  <a:lnTo>
                    <a:pt x="2300887" y="2431598"/>
                  </a:lnTo>
                  <a:lnTo>
                    <a:pt x="2300887" y="2431167"/>
                  </a:lnTo>
                  <a:lnTo>
                    <a:pt x="2301005" y="2431167"/>
                  </a:lnTo>
                  <a:lnTo>
                    <a:pt x="2301005" y="2430737"/>
                  </a:lnTo>
                  <a:lnTo>
                    <a:pt x="2301123" y="2430737"/>
                  </a:lnTo>
                  <a:lnTo>
                    <a:pt x="2301240" y="2430737"/>
                  </a:lnTo>
                  <a:lnTo>
                    <a:pt x="2301358" y="2430737"/>
                  </a:lnTo>
                  <a:lnTo>
                    <a:pt x="2301358" y="2430306"/>
                  </a:lnTo>
                  <a:lnTo>
                    <a:pt x="2301358" y="2429875"/>
                  </a:lnTo>
                  <a:lnTo>
                    <a:pt x="2301475" y="2429875"/>
                  </a:lnTo>
                  <a:lnTo>
                    <a:pt x="2301475" y="2429445"/>
                  </a:lnTo>
                  <a:lnTo>
                    <a:pt x="2301593" y="2429445"/>
                  </a:lnTo>
                  <a:lnTo>
                    <a:pt x="2301711" y="2429445"/>
                  </a:lnTo>
                  <a:lnTo>
                    <a:pt x="2301828" y="2429445"/>
                  </a:lnTo>
                  <a:lnTo>
                    <a:pt x="2301828" y="2429014"/>
                  </a:lnTo>
                  <a:lnTo>
                    <a:pt x="2301828" y="2428584"/>
                  </a:lnTo>
                  <a:lnTo>
                    <a:pt x="2301828" y="2428153"/>
                  </a:lnTo>
                  <a:lnTo>
                    <a:pt x="2301946" y="2428153"/>
                  </a:lnTo>
                  <a:lnTo>
                    <a:pt x="2301946" y="2427722"/>
                  </a:lnTo>
                  <a:lnTo>
                    <a:pt x="2301946" y="2427292"/>
                  </a:lnTo>
                  <a:lnTo>
                    <a:pt x="2301946" y="2426861"/>
                  </a:lnTo>
                  <a:lnTo>
                    <a:pt x="2302064" y="2426861"/>
                  </a:lnTo>
                  <a:lnTo>
                    <a:pt x="2302181" y="2426861"/>
                  </a:lnTo>
                  <a:lnTo>
                    <a:pt x="2302299" y="2426861"/>
                  </a:lnTo>
                  <a:lnTo>
                    <a:pt x="2302416" y="2426861"/>
                  </a:lnTo>
                  <a:lnTo>
                    <a:pt x="2302416" y="2426431"/>
                  </a:lnTo>
                  <a:lnTo>
                    <a:pt x="2302534" y="2426431"/>
                  </a:lnTo>
                  <a:lnTo>
                    <a:pt x="2302534" y="2426000"/>
                  </a:lnTo>
                  <a:lnTo>
                    <a:pt x="2302652" y="2426000"/>
                  </a:lnTo>
                  <a:lnTo>
                    <a:pt x="2302652" y="2425569"/>
                  </a:lnTo>
                  <a:lnTo>
                    <a:pt x="2302769" y="2425569"/>
                  </a:lnTo>
                  <a:lnTo>
                    <a:pt x="2302887" y="2425569"/>
                  </a:lnTo>
                  <a:lnTo>
                    <a:pt x="2303004" y="2425569"/>
                  </a:lnTo>
                  <a:lnTo>
                    <a:pt x="2303122" y="2425569"/>
                  </a:lnTo>
                  <a:lnTo>
                    <a:pt x="2303240" y="2425569"/>
                  </a:lnTo>
                  <a:lnTo>
                    <a:pt x="2303357" y="2425569"/>
                  </a:lnTo>
                  <a:lnTo>
                    <a:pt x="2303475" y="2425569"/>
                  </a:lnTo>
                  <a:lnTo>
                    <a:pt x="2303592" y="2425569"/>
                  </a:lnTo>
                  <a:lnTo>
                    <a:pt x="2303710" y="2425569"/>
                  </a:lnTo>
                  <a:lnTo>
                    <a:pt x="2303828" y="2425569"/>
                  </a:lnTo>
                  <a:lnTo>
                    <a:pt x="2303945" y="2425569"/>
                  </a:lnTo>
                  <a:lnTo>
                    <a:pt x="2304063" y="2425569"/>
                  </a:lnTo>
                  <a:lnTo>
                    <a:pt x="2304181" y="2425569"/>
                  </a:lnTo>
                  <a:lnTo>
                    <a:pt x="2304298" y="2425569"/>
                  </a:lnTo>
                  <a:lnTo>
                    <a:pt x="2304298" y="2425139"/>
                  </a:lnTo>
                  <a:lnTo>
                    <a:pt x="2304416" y="2425139"/>
                  </a:lnTo>
                  <a:lnTo>
                    <a:pt x="2304533" y="2425139"/>
                  </a:lnTo>
                  <a:lnTo>
                    <a:pt x="2304651" y="2425139"/>
                  </a:lnTo>
                  <a:lnTo>
                    <a:pt x="2304651" y="2424708"/>
                  </a:lnTo>
                  <a:lnTo>
                    <a:pt x="2304769" y="2424708"/>
                  </a:lnTo>
                  <a:lnTo>
                    <a:pt x="2304769" y="2424278"/>
                  </a:lnTo>
                  <a:lnTo>
                    <a:pt x="2304886" y="2424278"/>
                  </a:lnTo>
                  <a:lnTo>
                    <a:pt x="2305004" y="2424278"/>
                  </a:lnTo>
                  <a:lnTo>
                    <a:pt x="2305121" y="2424278"/>
                  </a:lnTo>
                  <a:lnTo>
                    <a:pt x="2305239" y="2424278"/>
                  </a:lnTo>
                  <a:lnTo>
                    <a:pt x="2305239" y="2423847"/>
                  </a:lnTo>
                  <a:lnTo>
                    <a:pt x="2305357" y="2423847"/>
                  </a:lnTo>
                  <a:lnTo>
                    <a:pt x="2305357" y="2423416"/>
                  </a:lnTo>
                  <a:lnTo>
                    <a:pt x="2305357" y="2422986"/>
                  </a:lnTo>
                  <a:lnTo>
                    <a:pt x="2305474" y="2422986"/>
                  </a:lnTo>
                  <a:lnTo>
                    <a:pt x="2305592" y="2422986"/>
                  </a:lnTo>
                  <a:lnTo>
                    <a:pt x="2305710" y="2422986"/>
                  </a:lnTo>
                  <a:lnTo>
                    <a:pt x="2305827" y="2422986"/>
                  </a:lnTo>
                  <a:lnTo>
                    <a:pt x="2305945" y="2422986"/>
                  </a:lnTo>
                  <a:lnTo>
                    <a:pt x="2306062" y="2422986"/>
                  </a:lnTo>
                  <a:lnTo>
                    <a:pt x="2306180" y="2422986"/>
                  </a:lnTo>
                  <a:lnTo>
                    <a:pt x="2306298" y="2422986"/>
                  </a:lnTo>
                  <a:lnTo>
                    <a:pt x="2306415" y="2422986"/>
                  </a:lnTo>
                  <a:lnTo>
                    <a:pt x="2306533" y="2422986"/>
                  </a:lnTo>
                  <a:lnTo>
                    <a:pt x="2306533" y="2422555"/>
                  </a:lnTo>
                  <a:lnTo>
                    <a:pt x="2306533" y="2422125"/>
                  </a:lnTo>
                  <a:lnTo>
                    <a:pt x="2306650" y="2422125"/>
                  </a:lnTo>
                  <a:lnTo>
                    <a:pt x="2306650" y="2421694"/>
                  </a:lnTo>
                  <a:lnTo>
                    <a:pt x="2306768" y="2421694"/>
                  </a:lnTo>
                  <a:lnTo>
                    <a:pt x="2306886" y="2421694"/>
                  </a:lnTo>
                  <a:lnTo>
                    <a:pt x="2307003" y="2421694"/>
                  </a:lnTo>
                  <a:lnTo>
                    <a:pt x="2307121" y="2421694"/>
                  </a:lnTo>
                  <a:lnTo>
                    <a:pt x="2307121" y="2421263"/>
                  </a:lnTo>
                  <a:lnTo>
                    <a:pt x="2307239" y="2421263"/>
                  </a:lnTo>
                  <a:lnTo>
                    <a:pt x="2307356" y="2421263"/>
                  </a:lnTo>
                  <a:lnTo>
                    <a:pt x="2307474" y="2421263"/>
                  </a:lnTo>
                  <a:lnTo>
                    <a:pt x="2307591" y="2421263"/>
                  </a:lnTo>
                  <a:lnTo>
                    <a:pt x="2307709" y="2421263"/>
                  </a:lnTo>
                  <a:lnTo>
                    <a:pt x="2307709" y="2420833"/>
                  </a:lnTo>
                  <a:lnTo>
                    <a:pt x="2307827" y="2420833"/>
                  </a:lnTo>
                  <a:lnTo>
                    <a:pt x="2307827" y="2420402"/>
                  </a:lnTo>
                  <a:lnTo>
                    <a:pt x="2307944" y="2420402"/>
                  </a:lnTo>
                  <a:lnTo>
                    <a:pt x="2308062" y="2420402"/>
                  </a:lnTo>
                  <a:lnTo>
                    <a:pt x="2308179" y="2420402"/>
                  </a:lnTo>
                  <a:lnTo>
                    <a:pt x="2308179" y="2419972"/>
                  </a:lnTo>
                  <a:lnTo>
                    <a:pt x="2308297" y="2419972"/>
                  </a:lnTo>
                  <a:lnTo>
                    <a:pt x="2308415" y="2419972"/>
                  </a:lnTo>
                  <a:lnTo>
                    <a:pt x="2308415" y="2419541"/>
                  </a:lnTo>
                  <a:lnTo>
                    <a:pt x="2308415" y="2419110"/>
                  </a:lnTo>
                  <a:lnTo>
                    <a:pt x="2308415" y="2418680"/>
                  </a:lnTo>
                  <a:lnTo>
                    <a:pt x="2308532" y="2418680"/>
                  </a:lnTo>
                  <a:lnTo>
                    <a:pt x="2308650" y="2418680"/>
                  </a:lnTo>
                  <a:lnTo>
                    <a:pt x="2308768" y="2418680"/>
                  </a:lnTo>
                  <a:lnTo>
                    <a:pt x="2308885" y="2418680"/>
                  </a:lnTo>
                  <a:lnTo>
                    <a:pt x="2308885" y="2418249"/>
                  </a:lnTo>
                  <a:lnTo>
                    <a:pt x="2309003" y="2418249"/>
                  </a:lnTo>
                  <a:lnTo>
                    <a:pt x="2309003" y="2417819"/>
                  </a:lnTo>
                  <a:lnTo>
                    <a:pt x="2309120" y="2417819"/>
                  </a:lnTo>
                  <a:lnTo>
                    <a:pt x="2309238" y="2417819"/>
                  </a:lnTo>
                  <a:lnTo>
                    <a:pt x="2309356" y="2417819"/>
                  </a:lnTo>
                  <a:lnTo>
                    <a:pt x="2309473" y="2417819"/>
                  </a:lnTo>
                  <a:lnTo>
                    <a:pt x="2309591" y="2417819"/>
                  </a:lnTo>
                  <a:lnTo>
                    <a:pt x="2309708" y="2417819"/>
                  </a:lnTo>
                  <a:lnTo>
                    <a:pt x="2309826" y="2417819"/>
                  </a:lnTo>
                  <a:lnTo>
                    <a:pt x="2309826" y="2417388"/>
                  </a:lnTo>
                  <a:lnTo>
                    <a:pt x="2309944" y="2417388"/>
                  </a:lnTo>
                  <a:lnTo>
                    <a:pt x="2310061" y="2417388"/>
                  </a:lnTo>
                  <a:lnTo>
                    <a:pt x="2310179" y="2417388"/>
                  </a:lnTo>
                  <a:lnTo>
                    <a:pt x="2310179" y="2416957"/>
                  </a:lnTo>
                  <a:lnTo>
                    <a:pt x="2310297" y="2416957"/>
                  </a:lnTo>
                  <a:lnTo>
                    <a:pt x="2310414" y="2416957"/>
                  </a:lnTo>
                  <a:lnTo>
                    <a:pt x="2310414" y="2416527"/>
                  </a:lnTo>
                  <a:lnTo>
                    <a:pt x="2310532" y="2416527"/>
                  </a:lnTo>
                  <a:lnTo>
                    <a:pt x="2310532" y="2416096"/>
                  </a:lnTo>
                  <a:lnTo>
                    <a:pt x="2310649" y="2416096"/>
                  </a:lnTo>
                  <a:lnTo>
                    <a:pt x="2310767" y="2416096"/>
                  </a:lnTo>
                  <a:lnTo>
                    <a:pt x="2310767" y="2415666"/>
                  </a:lnTo>
                  <a:lnTo>
                    <a:pt x="2310885" y="2415666"/>
                  </a:lnTo>
                  <a:lnTo>
                    <a:pt x="2311002" y="2415666"/>
                  </a:lnTo>
                  <a:lnTo>
                    <a:pt x="2311002" y="2415235"/>
                  </a:lnTo>
                  <a:lnTo>
                    <a:pt x="2311120" y="2415235"/>
                  </a:lnTo>
                  <a:lnTo>
                    <a:pt x="2311237" y="2415235"/>
                  </a:lnTo>
                  <a:lnTo>
                    <a:pt x="2311355" y="2415235"/>
                  </a:lnTo>
                  <a:lnTo>
                    <a:pt x="2311473" y="2415235"/>
                  </a:lnTo>
                  <a:lnTo>
                    <a:pt x="2311473" y="2414804"/>
                  </a:lnTo>
                  <a:lnTo>
                    <a:pt x="2311473" y="2414374"/>
                  </a:lnTo>
                  <a:lnTo>
                    <a:pt x="2311590" y="2414374"/>
                  </a:lnTo>
                  <a:lnTo>
                    <a:pt x="2311708" y="2414374"/>
                  </a:lnTo>
                  <a:lnTo>
                    <a:pt x="2311708" y="2413943"/>
                  </a:lnTo>
                  <a:lnTo>
                    <a:pt x="2311825" y="2413943"/>
                  </a:lnTo>
                  <a:lnTo>
                    <a:pt x="2311943" y="2413943"/>
                  </a:lnTo>
                  <a:lnTo>
                    <a:pt x="2312061" y="2413943"/>
                  </a:lnTo>
                  <a:lnTo>
                    <a:pt x="2312061" y="2413513"/>
                  </a:lnTo>
                  <a:lnTo>
                    <a:pt x="2312178" y="2413513"/>
                  </a:lnTo>
                  <a:lnTo>
                    <a:pt x="2312296" y="2413513"/>
                  </a:lnTo>
                  <a:lnTo>
                    <a:pt x="2312414" y="2413513"/>
                  </a:lnTo>
                  <a:lnTo>
                    <a:pt x="2312531" y="2413513"/>
                  </a:lnTo>
                  <a:lnTo>
                    <a:pt x="2312649" y="2413513"/>
                  </a:lnTo>
                  <a:lnTo>
                    <a:pt x="2312766" y="2413513"/>
                  </a:lnTo>
                  <a:lnTo>
                    <a:pt x="2312884" y="2413513"/>
                  </a:lnTo>
                  <a:lnTo>
                    <a:pt x="2313002" y="2413513"/>
                  </a:lnTo>
                  <a:lnTo>
                    <a:pt x="2313119" y="2413513"/>
                  </a:lnTo>
                  <a:lnTo>
                    <a:pt x="2313119" y="2413082"/>
                  </a:lnTo>
                  <a:lnTo>
                    <a:pt x="2313119" y="2412651"/>
                  </a:lnTo>
                  <a:lnTo>
                    <a:pt x="2313119" y="2412221"/>
                  </a:lnTo>
                  <a:lnTo>
                    <a:pt x="2313237" y="2412221"/>
                  </a:lnTo>
                  <a:lnTo>
                    <a:pt x="2313354" y="2412221"/>
                  </a:lnTo>
                  <a:lnTo>
                    <a:pt x="2313472" y="2412221"/>
                  </a:lnTo>
                  <a:lnTo>
                    <a:pt x="2313590" y="2412221"/>
                  </a:lnTo>
                  <a:lnTo>
                    <a:pt x="2313707" y="2412221"/>
                  </a:lnTo>
                  <a:lnTo>
                    <a:pt x="2313825" y="2412221"/>
                  </a:lnTo>
                  <a:lnTo>
                    <a:pt x="2313943" y="2412221"/>
                  </a:lnTo>
                  <a:lnTo>
                    <a:pt x="2313943" y="2411790"/>
                  </a:lnTo>
                  <a:lnTo>
                    <a:pt x="2314060" y="2411790"/>
                  </a:lnTo>
                  <a:lnTo>
                    <a:pt x="2314178" y="2411790"/>
                  </a:lnTo>
                  <a:lnTo>
                    <a:pt x="2314295" y="2411790"/>
                  </a:lnTo>
                  <a:lnTo>
                    <a:pt x="2314413" y="2411790"/>
                  </a:lnTo>
                  <a:lnTo>
                    <a:pt x="2314531" y="2411790"/>
                  </a:lnTo>
                  <a:lnTo>
                    <a:pt x="2314648" y="2411790"/>
                  </a:lnTo>
                  <a:lnTo>
                    <a:pt x="2314766" y="2411790"/>
                  </a:lnTo>
                  <a:lnTo>
                    <a:pt x="2314883" y="2411790"/>
                  </a:lnTo>
                  <a:lnTo>
                    <a:pt x="2315001" y="2411790"/>
                  </a:lnTo>
                  <a:lnTo>
                    <a:pt x="2315119" y="2411790"/>
                  </a:lnTo>
                  <a:lnTo>
                    <a:pt x="2315236" y="2411790"/>
                  </a:lnTo>
                  <a:lnTo>
                    <a:pt x="2315354" y="2411790"/>
                  </a:lnTo>
                  <a:lnTo>
                    <a:pt x="2315472" y="2411790"/>
                  </a:lnTo>
                  <a:lnTo>
                    <a:pt x="2315589" y="2411790"/>
                  </a:lnTo>
                  <a:lnTo>
                    <a:pt x="2315707" y="2411790"/>
                  </a:lnTo>
                  <a:lnTo>
                    <a:pt x="2315824" y="2411790"/>
                  </a:lnTo>
                  <a:lnTo>
                    <a:pt x="2315942" y="2411790"/>
                  </a:lnTo>
                  <a:lnTo>
                    <a:pt x="2316060" y="2411790"/>
                  </a:lnTo>
                  <a:lnTo>
                    <a:pt x="2316177" y="2411790"/>
                  </a:lnTo>
                  <a:lnTo>
                    <a:pt x="2316177" y="2411360"/>
                  </a:lnTo>
                  <a:lnTo>
                    <a:pt x="2316295" y="2411360"/>
                  </a:lnTo>
                  <a:lnTo>
                    <a:pt x="2316412" y="2411360"/>
                  </a:lnTo>
                  <a:lnTo>
                    <a:pt x="2316530" y="2411360"/>
                  </a:lnTo>
                  <a:lnTo>
                    <a:pt x="2316648" y="2411360"/>
                  </a:lnTo>
                  <a:lnTo>
                    <a:pt x="2316765" y="2411360"/>
                  </a:lnTo>
                  <a:lnTo>
                    <a:pt x="2316883" y="2411360"/>
                  </a:lnTo>
                  <a:lnTo>
                    <a:pt x="2317001" y="2411360"/>
                  </a:lnTo>
                  <a:lnTo>
                    <a:pt x="2317118" y="2411360"/>
                  </a:lnTo>
                  <a:lnTo>
                    <a:pt x="2317118" y="2410929"/>
                  </a:lnTo>
                  <a:lnTo>
                    <a:pt x="2317236" y="2410929"/>
                  </a:lnTo>
                  <a:lnTo>
                    <a:pt x="2317236" y="2410498"/>
                  </a:lnTo>
                  <a:lnTo>
                    <a:pt x="2317353" y="2410498"/>
                  </a:lnTo>
                  <a:lnTo>
                    <a:pt x="2317471" y="2410498"/>
                  </a:lnTo>
                  <a:lnTo>
                    <a:pt x="2317589" y="2410498"/>
                  </a:lnTo>
                  <a:lnTo>
                    <a:pt x="2317706" y="2410498"/>
                  </a:lnTo>
                  <a:lnTo>
                    <a:pt x="2317824" y="2410498"/>
                  </a:lnTo>
                  <a:lnTo>
                    <a:pt x="2317941" y="2410498"/>
                  </a:lnTo>
                  <a:lnTo>
                    <a:pt x="2318059" y="2410498"/>
                  </a:lnTo>
                  <a:lnTo>
                    <a:pt x="2318177" y="2410498"/>
                  </a:lnTo>
                  <a:lnTo>
                    <a:pt x="2318294" y="2410498"/>
                  </a:lnTo>
                  <a:lnTo>
                    <a:pt x="2318412" y="2410498"/>
                  </a:lnTo>
                  <a:lnTo>
                    <a:pt x="2318530" y="2410498"/>
                  </a:lnTo>
                  <a:lnTo>
                    <a:pt x="2318647" y="2410498"/>
                  </a:lnTo>
                  <a:lnTo>
                    <a:pt x="2318765" y="2410498"/>
                  </a:lnTo>
                  <a:lnTo>
                    <a:pt x="2318882" y="2410498"/>
                  </a:lnTo>
                  <a:lnTo>
                    <a:pt x="2318882" y="2410068"/>
                  </a:lnTo>
                  <a:lnTo>
                    <a:pt x="2319000" y="2410068"/>
                  </a:lnTo>
                  <a:lnTo>
                    <a:pt x="2319000" y="2409637"/>
                  </a:lnTo>
                  <a:lnTo>
                    <a:pt x="2319118" y="2409637"/>
                  </a:lnTo>
                  <a:lnTo>
                    <a:pt x="2319235" y="2409637"/>
                  </a:lnTo>
                  <a:lnTo>
                    <a:pt x="2319353" y="2409637"/>
                  </a:lnTo>
                  <a:lnTo>
                    <a:pt x="2319470" y="2409637"/>
                  </a:lnTo>
                  <a:lnTo>
                    <a:pt x="2319588" y="2409637"/>
                  </a:lnTo>
                  <a:lnTo>
                    <a:pt x="2319588" y="2409207"/>
                  </a:lnTo>
                  <a:lnTo>
                    <a:pt x="2319588" y="2408776"/>
                  </a:lnTo>
                  <a:lnTo>
                    <a:pt x="2319706" y="2408776"/>
                  </a:lnTo>
                  <a:lnTo>
                    <a:pt x="2319706" y="2408345"/>
                  </a:lnTo>
                  <a:lnTo>
                    <a:pt x="2319823" y="2408345"/>
                  </a:lnTo>
                  <a:lnTo>
                    <a:pt x="2319941" y="2408345"/>
                  </a:lnTo>
                  <a:lnTo>
                    <a:pt x="2320058" y="2408345"/>
                  </a:lnTo>
                  <a:lnTo>
                    <a:pt x="2320176" y="2408345"/>
                  </a:lnTo>
                  <a:lnTo>
                    <a:pt x="2320176" y="2407915"/>
                  </a:lnTo>
                  <a:lnTo>
                    <a:pt x="2320176" y="2407484"/>
                  </a:lnTo>
                  <a:lnTo>
                    <a:pt x="2320294" y="2407484"/>
                  </a:lnTo>
                  <a:lnTo>
                    <a:pt x="2320411" y="2407484"/>
                  </a:lnTo>
                  <a:lnTo>
                    <a:pt x="2320529" y="2407484"/>
                  </a:lnTo>
                  <a:lnTo>
                    <a:pt x="2320647" y="2407484"/>
                  </a:lnTo>
                  <a:lnTo>
                    <a:pt x="2320764" y="2407484"/>
                  </a:lnTo>
                  <a:lnTo>
                    <a:pt x="2320882" y="2407484"/>
                  </a:lnTo>
                  <a:lnTo>
                    <a:pt x="2320999" y="2407484"/>
                  </a:lnTo>
                  <a:lnTo>
                    <a:pt x="2321117" y="2407484"/>
                  </a:lnTo>
                  <a:lnTo>
                    <a:pt x="2321235" y="2407484"/>
                  </a:lnTo>
                  <a:lnTo>
                    <a:pt x="2321352" y="2407484"/>
                  </a:lnTo>
                  <a:lnTo>
                    <a:pt x="2321470" y="2407484"/>
                  </a:lnTo>
                  <a:lnTo>
                    <a:pt x="2321470" y="2407054"/>
                  </a:lnTo>
                  <a:lnTo>
                    <a:pt x="2321587" y="2407054"/>
                  </a:lnTo>
                  <a:lnTo>
                    <a:pt x="2321705" y="2407054"/>
                  </a:lnTo>
                  <a:lnTo>
                    <a:pt x="2321823" y="2407054"/>
                  </a:lnTo>
                  <a:lnTo>
                    <a:pt x="2321823" y="2406623"/>
                  </a:lnTo>
                  <a:lnTo>
                    <a:pt x="2321823" y="2406192"/>
                  </a:lnTo>
                  <a:lnTo>
                    <a:pt x="2321823" y="2405762"/>
                  </a:lnTo>
                  <a:lnTo>
                    <a:pt x="2321940" y="2405762"/>
                  </a:lnTo>
                  <a:lnTo>
                    <a:pt x="2322058" y="2405762"/>
                  </a:lnTo>
                  <a:lnTo>
                    <a:pt x="2322176" y="2405762"/>
                  </a:lnTo>
                  <a:lnTo>
                    <a:pt x="2322293" y="2405762"/>
                  </a:lnTo>
                  <a:lnTo>
                    <a:pt x="2322293" y="2405331"/>
                  </a:lnTo>
                  <a:lnTo>
                    <a:pt x="2322411" y="2405331"/>
                  </a:lnTo>
                  <a:lnTo>
                    <a:pt x="2322528" y="2405331"/>
                  </a:lnTo>
                  <a:lnTo>
                    <a:pt x="2322646" y="2405331"/>
                  </a:lnTo>
                  <a:lnTo>
                    <a:pt x="2322646" y="2404901"/>
                  </a:lnTo>
                  <a:lnTo>
                    <a:pt x="2322764" y="2404901"/>
                  </a:lnTo>
                  <a:lnTo>
                    <a:pt x="2322881" y="2404901"/>
                  </a:lnTo>
                  <a:lnTo>
                    <a:pt x="2322881" y="2404470"/>
                  </a:lnTo>
                  <a:lnTo>
                    <a:pt x="2322999" y="2404470"/>
                  </a:lnTo>
                  <a:lnTo>
                    <a:pt x="2322999" y="2404039"/>
                  </a:lnTo>
                  <a:lnTo>
                    <a:pt x="2323116" y="2404039"/>
                  </a:lnTo>
                  <a:lnTo>
                    <a:pt x="2323116" y="2403609"/>
                  </a:lnTo>
                  <a:lnTo>
                    <a:pt x="2323234" y="2403609"/>
                  </a:lnTo>
                  <a:lnTo>
                    <a:pt x="2323352" y="2403609"/>
                  </a:lnTo>
                  <a:lnTo>
                    <a:pt x="2323352" y="2403178"/>
                  </a:lnTo>
                  <a:lnTo>
                    <a:pt x="2323352" y="2402748"/>
                  </a:lnTo>
                  <a:lnTo>
                    <a:pt x="2323352" y="2402317"/>
                  </a:lnTo>
                  <a:lnTo>
                    <a:pt x="2323469" y="2402317"/>
                  </a:lnTo>
                  <a:lnTo>
                    <a:pt x="2323587" y="2402317"/>
                  </a:lnTo>
                  <a:lnTo>
                    <a:pt x="2323705" y="2402317"/>
                  </a:lnTo>
                  <a:lnTo>
                    <a:pt x="2323822" y="2402317"/>
                  </a:lnTo>
                  <a:lnTo>
                    <a:pt x="2323940" y="2402317"/>
                  </a:lnTo>
                  <a:lnTo>
                    <a:pt x="2324057" y="2402317"/>
                  </a:lnTo>
                  <a:lnTo>
                    <a:pt x="2324175" y="2402317"/>
                  </a:lnTo>
                  <a:lnTo>
                    <a:pt x="2324175" y="2401886"/>
                  </a:lnTo>
                  <a:lnTo>
                    <a:pt x="2324293" y="2401886"/>
                  </a:lnTo>
                  <a:lnTo>
                    <a:pt x="2324410" y="2401886"/>
                  </a:lnTo>
                  <a:lnTo>
                    <a:pt x="2324410" y="2401456"/>
                  </a:lnTo>
                  <a:lnTo>
                    <a:pt x="2324528" y="2401456"/>
                  </a:lnTo>
                  <a:lnTo>
                    <a:pt x="2324645" y="2401456"/>
                  </a:lnTo>
                  <a:lnTo>
                    <a:pt x="2324763" y="2401456"/>
                  </a:lnTo>
                  <a:lnTo>
                    <a:pt x="2324763" y="2401025"/>
                  </a:lnTo>
                  <a:lnTo>
                    <a:pt x="2324881" y="2401025"/>
                  </a:lnTo>
                  <a:lnTo>
                    <a:pt x="2324998" y="2401025"/>
                  </a:lnTo>
                  <a:lnTo>
                    <a:pt x="2325116" y="2401025"/>
                  </a:lnTo>
                  <a:lnTo>
                    <a:pt x="2325234" y="2401025"/>
                  </a:lnTo>
                  <a:lnTo>
                    <a:pt x="2325351" y="2401025"/>
                  </a:lnTo>
                  <a:lnTo>
                    <a:pt x="2325469" y="2401025"/>
                  </a:lnTo>
                  <a:lnTo>
                    <a:pt x="2325586" y="2401025"/>
                  </a:lnTo>
                  <a:lnTo>
                    <a:pt x="2325586" y="2400595"/>
                  </a:lnTo>
                  <a:lnTo>
                    <a:pt x="2325586" y="2400164"/>
                  </a:lnTo>
                  <a:lnTo>
                    <a:pt x="2325586" y="2399733"/>
                  </a:lnTo>
                  <a:lnTo>
                    <a:pt x="2325586" y="2399303"/>
                  </a:lnTo>
                  <a:lnTo>
                    <a:pt x="2325704" y="2399303"/>
                  </a:lnTo>
                  <a:lnTo>
                    <a:pt x="2325822" y="2399303"/>
                  </a:lnTo>
                  <a:lnTo>
                    <a:pt x="2325939" y="2399303"/>
                  </a:lnTo>
                  <a:lnTo>
                    <a:pt x="2326057" y="2399303"/>
                  </a:lnTo>
                  <a:lnTo>
                    <a:pt x="2326174" y="2399303"/>
                  </a:lnTo>
                  <a:lnTo>
                    <a:pt x="2326292" y="2399303"/>
                  </a:lnTo>
                  <a:lnTo>
                    <a:pt x="2326292" y="2398872"/>
                  </a:lnTo>
                  <a:lnTo>
                    <a:pt x="2326292" y="2398442"/>
                  </a:lnTo>
                  <a:lnTo>
                    <a:pt x="2326410" y="2398442"/>
                  </a:lnTo>
                  <a:lnTo>
                    <a:pt x="2326527" y="2398442"/>
                  </a:lnTo>
                  <a:lnTo>
                    <a:pt x="2326645" y="2398442"/>
                  </a:lnTo>
                  <a:lnTo>
                    <a:pt x="2326763" y="2398442"/>
                  </a:lnTo>
                  <a:lnTo>
                    <a:pt x="2326763" y="2398011"/>
                  </a:lnTo>
                  <a:lnTo>
                    <a:pt x="2326880" y="2398011"/>
                  </a:lnTo>
                  <a:lnTo>
                    <a:pt x="2326998" y="2398011"/>
                  </a:lnTo>
                  <a:lnTo>
                    <a:pt x="2327115" y="2398011"/>
                  </a:lnTo>
                  <a:lnTo>
                    <a:pt x="2327115" y="2397580"/>
                  </a:lnTo>
                  <a:lnTo>
                    <a:pt x="2327233" y="2397580"/>
                  </a:lnTo>
                  <a:lnTo>
                    <a:pt x="2327351" y="2397580"/>
                  </a:lnTo>
                  <a:lnTo>
                    <a:pt x="2327468" y="2397580"/>
                  </a:lnTo>
                  <a:lnTo>
                    <a:pt x="2327586" y="2397580"/>
                  </a:lnTo>
                  <a:lnTo>
                    <a:pt x="2327703" y="2397580"/>
                  </a:lnTo>
                  <a:lnTo>
                    <a:pt x="2327821" y="2397580"/>
                  </a:lnTo>
                  <a:lnTo>
                    <a:pt x="2327939" y="2397580"/>
                  </a:lnTo>
                  <a:lnTo>
                    <a:pt x="2328056" y="2397580"/>
                  </a:lnTo>
                  <a:lnTo>
                    <a:pt x="2328174" y="2397580"/>
                  </a:lnTo>
                  <a:lnTo>
                    <a:pt x="2328291" y="2397580"/>
                  </a:lnTo>
                  <a:lnTo>
                    <a:pt x="2328291" y="2397150"/>
                  </a:lnTo>
                  <a:lnTo>
                    <a:pt x="2328291" y="2396719"/>
                  </a:lnTo>
                  <a:lnTo>
                    <a:pt x="2328291" y="2396289"/>
                  </a:lnTo>
                  <a:lnTo>
                    <a:pt x="2328409" y="2396289"/>
                  </a:lnTo>
                  <a:lnTo>
                    <a:pt x="2328527" y="2396289"/>
                  </a:lnTo>
                  <a:lnTo>
                    <a:pt x="2328527" y="2395858"/>
                  </a:lnTo>
                  <a:lnTo>
                    <a:pt x="2328644" y="2395858"/>
                  </a:lnTo>
                  <a:lnTo>
                    <a:pt x="2328644" y="2395427"/>
                  </a:lnTo>
                  <a:lnTo>
                    <a:pt x="2328762" y="2395427"/>
                  </a:lnTo>
                  <a:lnTo>
                    <a:pt x="2328762" y="2394997"/>
                  </a:lnTo>
                  <a:lnTo>
                    <a:pt x="2328880" y="2394997"/>
                  </a:lnTo>
                  <a:lnTo>
                    <a:pt x="2328997" y="2394997"/>
                  </a:lnTo>
                  <a:lnTo>
                    <a:pt x="2329115" y="2394997"/>
                  </a:lnTo>
                  <a:lnTo>
                    <a:pt x="2329232" y="2394997"/>
                  </a:lnTo>
                  <a:lnTo>
                    <a:pt x="2329350" y="2394997"/>
                  </a:lnTo>
                  <a:lnTo>
                    <a:pt x="2329468" y="2394997"/>
                  </a:lnTo>
                  <a:lnTo>
                    <a:pt x="2329468" y="2394566"/>
                  </a:lnTo>
                  <a:lnTo>
                    <a:pt x="2329585" y="2394566"/>
                  </a:lnTo>
                  <a:lnTo>
                    <a:pt x="2329703" y="2394566"/>
                  </a:lnTo>
                  <a:lnTo>
                    <a:pt x="2329820" y="2394566"/>
                  </a:lnTo>
                  <a:lnTo>
                    <a:pt x="2329938" y="2394566"/>
                  </a:lnTo>
                  <a:lnTo>
                    <a:pt x="2330056" y="2394566"/>
                  </a:lnTo>
                  <a:lnTo>
                    <a:pt x="2330056" y="2394136"/>
                  </a:lnTo>
                  <a:lnTo>
                    <a:pt x="2330173" y="2394136"/>
                  </a:lnTo>
                  <a:lnTo>
                    <a:pt x="2330173" y="2393705"/>
                  </a:lnTo>
                  <a:lnTo>
                    <a:pt x="2330173" y="2393274"/>
                  </a:lnTo>
                  <a:lnTo>
                    <a:pt x="2330291" y="2393274"/>
                  </a:lnTo>
                  <a:lnTo>
                    <a:pt x="2330291" y="2392844"/>
                  </a:lnTo>
                  <a:lnTo>
                    <a:pt x="2330291" y="2392413"/>
                  </a:lnTo>
                  <a:lnTo>
                    <a:pt x="2330291" y="2391983"/>
                  </a:lnTo>
                  <a:lnTo>
                    <a:pt x="2330409" y="2391983"/>
                  </a:lnTo>
                  <a:lnTo>
                    <a:pt x="2330526" y="2391983"/>
                  </a:lnTo>
                  <a:lnTo>
                    <a:pt x="2330526" y="2391552"/>
                  </a:lnTo>
                  <a:lnTo>
                    <a:pt x="2330644" y="2391552"/>
                  </a:lnTo>
                  <a:lnTo>
                    <a:pt x="2330761" y="2391552"/>
                  </a:lnTo>
                  <a:lnTo>
                    <a:pt x="2330879" y="2391552"/>
                  </a:lnTo>
                  <a:lnTo>
                    <a:pt x="2330997" y="2391552"/>
                  </a:lnTo>
                  <a:lnTo>
                    <a:pt x="2331114" y="2391552"/>
                  </a:lnTo>
                  <a:lnTo>
                    <a:pt x="2331232" y="2391552"/>
                  </a:lnTo>
                  <a:lnTo>
                    <a:pt x="2331349" y="2391552"/>
                  </a:lnTo>
                  <a:lnTo>
                    <a:pt x="2331467" y="2391552"/>
                  </a:lnTo>
                  <a:lnTo>
                    <a:pt x="2331585" y="2391552"/>
                  </a:lnTo>
                  <a:lnTo>
                    <a:pt x="2331702" y="2391552"/>
                  </a:lnTo>
                  <a:lnTo>
                    <a:pt x="2331820" y="2391552"/>
                  </a:lnTo>
                  <a:lnTo>
                    <a:pt x="2331820" y="2391121"/>
                  </a:lnTo>
                  <a:lnTo>
                    <a:pt x="2331938" y="2391121"/>
                  </a:lnTo>
                  <a:lnTo>
                    <a:pt x="2331938" y="2390691"/>
                  </a:lnTo>
                  <a:lnTo>
                    <a:pt x="2331938" y="2390260"/>
                  </a:lnTo>
                  <a:lnTo>
                    <a:pt x="2331938" y="2389830"/>
                  </a:lnTo>
                  <a:lnTo>
                    <a:pt x="2331938" y="2389399"/>
                  </a:lnTo>
                  <a:lnTo>
                    <a:pt x="2331938" y="2388968"/>
                  </a:lnTo>
                  <a:lnTo>
                    <a:pt x="2332055" y="2388968"/>
                  </a:lnTo>
                  <a:lnTo>
                    <a:pt x="2332173" y="2388968"/>
                  </a:lnTo>
                  <a:lnTo>
                    <a:pt x="2332290" y="2388968"/>
                  </a:lnTo>
                  <a:lnTo>
                    <a:pt x="2332408" y="2388968"/>
                  </a:lnTo>
                  <a:lnTo>
                    <a:pt x="2332526" y="2388968"/>
                  </a:lnTo>
                  <a:lnTo>
                    <a:pt x="2332526" y="2388538"/>
                  </a:lnTo>
                  <a:lnTo>
                    <a:pt x="2332643" y="2388538"/>
                  </a:lnTo>
                  <a:lnTo>
                    <a:pt x="2332761" y="2388538"/>
                  </a:lnTo>
                  <a:lnTo>
                    <a:pt x="2332878" y="2388538"/>
                  </a:lnTo>
                  <a:lnTo>
                    <a:pt x="2332878" y="2388107"/>
                  </a:lnTo>
                  <a:lnTo>
                    <a:pt x="2332878" y="2387677"/>
                  </a:lnTo>
                  <a:lnTo>
                    <a:pt x="2332996" y="2387677"/>
                  </a:lnTo>
                  <a:lnTo>
                    <a:pt x="2332996" y="2387246"/>
                  </a:lnTo>
                  <a:lnTo>
                    <a:pt x="2333114" y="2387246"/>
                  </a:lnTo>
                  <a:lnTo>
                    <a:pt x="2333231" y="2387246"/>
                  </a:lnTo>
                  <a:lnTo>
                    <a:pt x="2333349" y="2387246"/>
                  </a:lnTo>
                  <a:lnTo>
                    <a:pt x="2333467" y="2387246"/>
                  </a:lnTo>
                  <a:lnTo>
                    <a:pt x="2333584" y="2387246"/>
                  </a:lnTo>
                  <a:lnTo>
                    <a:pt x="2333702" y="2387246"/>
                  </a:lnTo>
                  <a:lnTo>
                    <a:pt x="2333819" y="2387246"/>
                  </a:lnTo>
                  <a:lnTo>
                    <a:pt x="2333819" y="2386815"/>
                  </a:lnTo>
                  <a:lnTo>
                    <a:pt x="2333937" y="2386815"/>
                  </a:lnTo>
                  <a:lnTo>
                    <a:pt x="2334055" y="2386815"/>
                  </a:lnTo>
                  <a:lnTo>
                    <a:pt x="2334055" y="2386385"/>
                  </a:lnTo>
                  <a:lnTo>
                    <a:pt x="2334172" y="2386385"/>
                  </a:lnTo>
                  <a:lnTo>
                    <a:pt x="2334172" y="2385954"/>
                  </a:lnTo>
                  <a:lnTo>
                    <a:pt x="2334172" y="2385524"/>
                  </a:lnTo>
                  <a:lnTo>
                    <a:pt x="2334172" y="2385093"/>
                  </a:lnTo>
                  <a:lnTo>
                    <a:pt x="2334290" y="2385093"/>
                  </a:lnTo>
                  <a:lnTo>
                    <a:pt x="2334407" y="2385093"/>
                  </a:lnTo>
                  <a:lnTo>
                    <a:pt x="2334525" y="2385093"/>
                  </a:lnTo>
                  <a:lnTo>
                    <a:pt x="2334643" y="2385093"/>
                  </a:lnTo>
                  <a:lnTo>
                    <a:pt x="2334643" y="2384662"/>
                  </a:lnTo>
                  <a:lnTo>
                    <a:pt x="2334760" y="2384662"/>
                  </a:lnTo>
                  <a:lnTo>
                    <a:pt x="2334760" y="2384232"/>
                  </a:lnTo>
                  <a:lnTo>
                    <a:pt x="2334878" y="2384232"/>
                  </a:lnTo>
                  <a:lnTo>
                    <a:pt x="2334996" y="2384232"/>
                  </a:lnTo>
                  <a:lnTo>
                    <a:pt x="2335113" y="2384232"/>
                  </a:lnTo>
                  <a:lnTo>
                    <a:pt x="2335231" y="2384232"/>
                  </a:lnTo>
                  <a:lnTo>
                    <a:pt x="2335231" y="2383801"/>
                  </a:lnTo>
                  <a:lnTo>
                    <a:pt x="2335348" y="2383801"/>
                  </a:lnTo>
                  <a:lnTo>
                    <a:pt x="2335466" y="2383801"/>
                  </a:lnTo>
                  <a:lnTo>
                    <a:pt x="2335584" y="2383801"/>
                  </a:lnTo>
                  <a:lnTo>
                    <a:pt x="2335584" y="2383371"/>
                  </a:lnTo>
                  <a:lnTo>
                    <a:pt x="2335584" y="2382940"/>
                  </a:lnTo>
                  <a:lnTo>
                    <a:pt x="2335701" y="2382940"/>
                  </a:lnTo>
                  <a:lnTo>
                    <a:pt x="2335819" y="2382940"/>
                  </a:lnTo>
                  <a:lnTo>
                    <a:pt x="2335819" y="2382509"/>
                  </a:lnTo>
                  <a:lnTo>
                    <a:pt x="2335936" y="2382509"/>
                  </a:lnTo>
                  <a:lnTo>
                    <a:pt x="2336054" y="2382509"/>
                  </a:lnTo>
                  <a:lnTo>
                    <a:pt x="2336172" y="2382509"/>
                  </a:lnTo>
                  <a:lnTo>
                    <a:pt x="2336289" y="2382509"/>
                  </a:lnTo>
                  <a:lnTo>
                    <a:pt x="2336407" y="2382509"/>
                  </a:lnTo>
                  <a:lnTo>
                    <a:pt x="2336407" y="2382079"/>
                  </a:lnTo>
                  <a:lnTo>
                    <a:pt x="2336524" y="2382079"/>
                  </a:lnTo>
                  <a:lnTo>
                    <a:pt x="2336524" y="2381648"/>
                  </a:lnTo>
                  <a:lnTo>
                    <a:pt x="2336642" y="2381648"/>
                  </a:lnTo>
                  <a:lnTo>
                    <a:pt x="2336760" y="2381648"/>
                  </a:lnTo>
                  <a:lnTo>
                    <a:pt x="2336760" y="2381218"/>
                  </a:lnTo>
                  <a:lnTo>
                    <a:pt x="2336877" y="2381218"/>
                  </a:lnTo>
                  <a:lnTo>
                    <a:pt x="2336877" y="2380787"/>
                  </a:lnTo>
                  <a:lnTo>
                    <a:pt x="2336995" y="2380787"/>
                  </a:lnTo>
                  <a:lnTo>
                    <a:pt x="2336995" y="2380356"/>
                  </a:lnTo>
                  <a:lnTo>
                    <a:pt x="2337113" y="2380356"/>
                  </a:lnTo>
                  <a:lnTo>
                    <a:pt x="2337230" y="2380356"/>
                  </a:lnTo>
                  <a:lnTo>
                    <a:pt x="2337230" y="2379926"/>
                  </a:lnTo>
                  <a:lnTo>
                    <a:pt x="2337348" y="2379926"/>
                  </a:lnTo>
                  <a:lnTo>
                    <a:pt x="2337348" y="2379495"/>
                  </a:lnTo>
                  <a:lnTo>
                    <a:pt x="2337465" y="2379495"/>
                  </a:lnTo>
                  <a:lnTo>
                    <a:pt x="2337583" y="2379495"/>
                  </a:lnTo>
                  <a:lnTo>
                    <a:pt x="2337583" y="2379065"/>
                  </a:lnTo>
                  <a:lnTo>
                    <a:pt x="2337701" y="2379065"/>
                  </a:lnTo>
                  <a:lnTo>
                    <a:pt x="2337818" y="2379065"/>
                  </a:lnTo>
                  <a:lnTo>
                    <a:pt x="2337936" y="2379065"/>
                  </a:lnTo>
                  <a:lnTo>
                    <a:pt x="2338053" y="2379065"/>
                  </a:lnTo>
                  <a:lnTo>
                    <a:pt x="2338053" y="2378634"/>
                  </a:lnTo>
                  <a:lnTo>
                    <a:pt x="2338171" y="2378634"/>
                  </a:lnTo>
                  <a:lnTo>
                    <a:pt x="2338289" y="2378634"/>
                  </a:lnTo>
                  <a:lnTo>
                    <a:pt x="2338289" y="2378203"/>
                  </a:lnTo>
                  <a:lnTo>
                    <a:pt x="2338289" y="2377773"/>
                  </a:lnTo>
                  <a:lnTo>
                    <a:pt x="2338289" y="2377342"/>
                  </a:lnTo>
                  <a:lnTo>
                    <a:pt x="2338406" y="2377342"/>
                  </a:lnTo>
                  <a:lnTo>
                    <a:pt x="2338524" y="2377342"/>
                  </a:lnTo>
                  <a:lnTo>
                    <a:pt x="2338642" y="2377342"/>
                  </a:lnTo>
                  <a:lnTo>
                    <a:pt x="2338759" y="2377342"/>
                  </a:lnTo>
                  <a:lnTo>
                    <a:pt x="2338759" y="2376912"/>
                  </a:lnTo>
                  <a:lnTo>
                    <a:pt x="2338877" y="2376912"/>
                  </a:lnTo>
                  <a:lnTo>
                    <a:pt x="2338994" y="2376912"/>
                  </a:lnTo>
                  <a:lnTo>
                    <a:pt x="2339112" y="2376912"/>
                  </a:lnTo>
                  <a:lnTo>
                    <a:pt x="2339230" y="2376912"/>
                  </a:lnTo>
                  <a:lnTo>
                    <a:pt x="2339230" y="2376481"/>
                  </a:lnTo>
                  <a:lnTo>
                    <a:pt x="2339347" y="2376481"/>
                  </a:lnTo>
                  <a:lnTo>
                    <a:pt x="2339465" y="2376481"/>
                  </a:lnTo>
                  <a:lnTo>
                    <a:pt x="2339465" y="2376050"/>
                  </a:lnTo>
                  <a:lnTo>
                    <a:pt x="2339465" y="2375620"/>
                  </a:lnTo>
                  <a:lnTo>
                    <a:pt x="2339582" y="2375620"/>
                  </a:lnTo>
                  <a:lnTo>
                    <a:pt x="2339582" y="2375189"/>
                  </a:lnTo>
                  <a:lnTo>
                    <a:pt x="2339700" y="2375189"/>
                  </a:lnTo>
                  <a:lnTo>
                    <a:pt x="2339700" y="2374759"/>
                  </a:lnTo>
                  <a:lnTo>
                    <a:pt x="2339818" y="2374759"/>
                  </a:lnTo>
                  <a:lnTo>
                    <a:pt x="2339935" y="2374759"/>
                  </a:lnTo>
                  <a:lnTo>
                    <a:pt x="2340053" y="2374759"/>
                  </a:lnTo>
                  <a:lnTo>
                    <a:pt x="2340171" y="2374759"/>
                  </a:lnTo>
                  <a:lnTo>
                    <a:pt x="2340171" y="2374328"/>
                  </a:lnTo>
                  <a:lnTo>
                    <a:pt x="2340288" y="2374328"/>
                  </a:lnTo>
                  <a:lnTo>
                    <a:pt x="2340406" y="2374328"/>
                  </a:lnTo>
                  <a:lnTo>
                    <a:pt x="2340523" y="2374328"/>
                  </a:lnTo>
                  <a:lnTo>
                    <a:pt x="2340641" y="2374328"/>
                  </a:lnTo>
                  <a:lnTo>
                    <a:pt x="2340759" y="2374328"/>
                  </a:lnTo>
                  <a:lnTo>
                    <a:pt x="2340876" y="2374328"/>
                  </a:lnTo>
                  <a:lnTo>
                    <a:pt x="2340876" y="2373897"/>
                  </a:lnTo>
                  <a:lnTo>
                    <a:pt x="2340994" y="2373897"/>
                  </a:lnTo>
                  <a:lnTo>
                    <a:pt x="2341111" y="2373897"/>
                  </a:lnTo>
                  <a:lnTo>
                    <a:pt x="2341229" y="2373897"/>
                  </a:lnTo>
                  <a:lnTo>
                    <a:pt x="2341229" y="2373467"/>
                  </a:lnTo>
                  <a:lnTo>
                    <a:pt x="2341347" y="2373467"/>
                  </a:lnTo>
                  <a:lnTo>
                    <a:pt x="2341464" y="2373467"/>
                  </a:lnTo>
                  <a:lnTo>
                    <a:pt x="2341582" y="2373467"/>
                  </a:lnTo>
                  <a:lnTo>
                    <a:pt x="2341700" y="2373467"/>
                  </a:lnTo>
                  <a:lnTo>
                    <a:pt x="2341817" y="2373467"/>
                  </a:lnTo>
                  <a:lnTo>
                    <a:pt x="2341935" y="2373467"/>
                  </a:lnTo>
                  <a:lnTo>
                    <a:pt x="2341935" y="2373036"/>
                  </a:lnTo>
                  <a:lnTo>
                    <a:pt x="2342052" y="2373036"/>
                  </a:lnTo>
                  <a:lnTo>
                    <a:pt x="2342170" y="2373036"/>
                  </a:lnTo>
                  <a:lnTo>
                    <a:pt x="2342288" y="2373036"/>
                  </a:lnTo>
                  <a:lnTo>
                    <a:pt x="2342288" y="2372606"/>
                  </a:lnTo>
                  <a:lnTo>
                    <a:pt x="2342405" y="2372606"/>
                  </a:lnTo>
                  <a:lnTo>
                    <a:pt x="2342523" y="2372606"/>
                  </a:lnTo>
                  <a:lnTo>
                    <a:pt x="2342523" y="2372175"/>
                  </a:lnTo>
                  <a:lnTo>
                    <a:pt x="2342640" y="2372175"/>
                  </a:lnTo>
                  <a:lnTo>
                    <a:pt x="2342758" y="2372175"/>
                  </a:lnTo>
                  <a:lnTo>
                    <a:pt x="2342876" y="2372175"/>
                  </a:lnTo>
                  <a:lnTo>
                    <a:pt x="2342993" y="2372175"/>
                  </a:lnTo>
                  <a:lnTo>
                    <a:pt x="2343111" y="2372175"/>
                  </a:lnTo>
                  <a:lnTo>
                    <a:pt x="2343228" y="2372175"/>
                  </a:lnTo>
                  <a:lnTo>
                    <a:pt x="2343228" y="2371744"/>
                  </a:lnTo>
                  <a:lnTo>
                    <a:pt x="2343346" y="2371744"/>
                  </a:lnTo>
                  <a:lnTo>
                    <a:pt x="2343464" y="2371744"/>
                  </a:lnTo>
                  <a:lnTo>
                    <a:pt x="2343581" y="2371744"/>
                  </a:lnTo>
                  <a:lnTo>
                    <a:pt x="2343699" y="2371744"/>
                  </a:lnTo>
                  <a:lnTo>
                    <a:pt x="2343817" y="2371744"/>
                  </a:lnTo>
                  <a:lnTo>
                    <a:pt x="2343934" y="2371744"/>
                  </a:lnTo>
                  <a:lnTo>
                    <a:pt x="2344052" y="2371744"/>
                  </a:lnTo>
                  <a:lnTo>
                    <a:pt x="2344169" y="2371744"/>
                  </a:lnTo>
                  <a:lnTo>
                    <a:pt x="2344287" y="2371744"/>
                  </a:lnTo>
                  <a:lnTo>
                    <a:pt x="2344405" y="2371744"/>
                  </a:lnTo>
                  <a:lnTo>
                    <a:pt x="2344522" y="2371744"/>
                  </a:lnTo>
                  <a:lnTo>
                    <a:pt x="2344640" y="2371744"/>
                  </a:lnTo>
                  <a:lnTo>
                    <a:pt x="2344757" y="2371744"/>
                  </a:lnTo>
                  <a:lnTo>
                    <a:pt x="2344757" y="2371314"/>
                  </a:lnTo>
                  <a:lnTo>
                    <a:pt x="2344875" y="2371314"/>
                  </a:lnTo>
                  <a:lnTo>
                    <a:pt x="2344993" y="2371314"/>
                  </a:lnTo>
                  <a:lnTo>
                    <a:pt x="2344993" y="2370883"/>
                  </a:lnTo>
                  <a:lnTo>
                    <a:pt x="2345110" y="2370883"/>
                  </a:lnTo>
                  <a:lnTo>
                    <a:pt x="2345110" y="2370453"/>
                  </a:lnTo>
                  <a:lnTo>
                    <a:pt x="2345228" y="2370453"/>
                  </a:lnTo>
                  <a:lnTo>
                    <a:pt x="2345346" y="2370453"/>
                  </a:lnTo>
                  <a:lnTo>
                    <a:pt x="2345463" y="2370453"/>
                  </a:lnTo>
                  <a:lnTo>
                    <a:pt x="2345581" y="2370453"/>
                  </a:lnTo>
                  <a:lnTo>
                    <a:pt x="2345581" y="2370022"/>
                  </a:lnTo>
                  <a:lnTo>
                    <a:pt x="2345698" y="2370022"/>
                  </a:lnTo>
                  <a:lnTo>
                    <a:pt x="2345816" y="2370022"/>
                  </a:lnTo>
                  <a:lnTo>
                    <a:pt x="2345934" y="2370022"/>
                  </a:lnTo>
                  <a:lnTo>
                    <a:pt x="2346051" y="2370022"/>
                  </a:lnTo>
                  <a:lnTo>
                    <a:pt x="2346169" y="2370022"/>
                  </a:lnTo>
                  <a:lnTo>
                    <a:pt x="2346169" y="2369591"/>
                  </a:lnTo>
                  <a:lnTo>
                    <a:pt x="2346286" y="2369591"/>
                  </a:lnTo>
                  <a:lnTo>
                    <a:pt x="2346286" y="2369161"/>
                  </a:lnTo>
                  <a:lnTo>
                    <a:pt x="2346404" y="2369161"/>
                  </a:lnTo>
                  <a:lnTo>
                    <a:pt x="2346404" y="2368730"/>
                  </a:lnTo>
                  <a:lnTo>
                    <a:pt x="2346522" y="2368730"/>
                  </a:lnTo>
                  <a:lnTo>
                    <a:pt x="2346522" y="2368300"/>
                  </a:lnTo>
                  <a:lnTo>
                    <a:pt x="2346639" y="2368300"/>
                  </a:lnTo>
                  <a:lnTo>
                    <a:pt x="2346757" y="2368300"/>
                  </a:lnTo>
                  <a:lnTo>
                    <a:pt x="2346875" y="2368300"/>
                  </a:lnTo>
                  <a:lnTo>
                    <a:pt x="2346992" y="2368300"/>
                  </a:lnTo>
                  <a:lnTo>
                    <a:pt x="2347110" y="2368300"/>
                  </a:lnTo>
                  <a:lnTo>
                    <a:pt x="2347227" y="2368300"/>
                  </a:lnTo>
                  <a:lnTo>
                    <a:pt x="2347345" y="2368300"/>
                  </a:lnTo>
                  <a:lnTo>
                    <a:pt x="2347463" y="2368300"/>
                  </a:lnTo>
                  <a:lnTo>
                    <a:pt x="2347580" y="2368300"/>
                  </a:lnTo>
                  <a:lnTo>
                    <a:pt x="2347698" y="2368300"/>
                  </a:lnTo>
                  <a:lnTo>
                    <a:pt x="2347815" y="2368300"/>
                  </a:lnTo>
                  <a:lnTo>
                    <a:pt x="2347933" y="2368300"/>
                  </a:lnTo>
                  <a:lnTo>
                    <a:pt x="2348051" y="2368300"/>
                  </a:lnTo>
                  <a:lnTo>
                    <a:pt x="2348051" y="2367869"/>
                  </a:lnTo>
                  <a:lnTo>
                    <a:pt x="2348168" y="2367869"/>
                  </a:lnTo>
                  <a:lnTo>
                    <a:pt x="2348286" y="2367869"/>
                  </a:lnTo>
                  <a:lnTo>
                    <a:pt x="2348404" y="2367869"/>
                  </a:lnTo>
                  <a:lnTo>
                    <a:pt x="2348521" y="2367869"/>
                  </a:lnTo>
                  <a:lnTo>
                    <a:pt x="2348639" y="2367869"/>
                  </a:lnTo>
                  <a:lnTo>
                    <a:pt x="2348639" y="2367438"/>
                  </a:lnTo>
                  <a:lnTo>
                    <a:pt x="2348756" y="2367438"/>
                  </a:lnTo>
                  <a:lnTo>
                    <a:pt x="2348756" y="2367008"/>
                  </a:lnTo>
                  <a:lnTo>
                    <a:pt x="2348874" y="2367008"/>
                  </a:lnTo>
                  <a:lnTo>
                    <a:pt x="2348874" y="2366577"/>
                  </a:lnTo>
                  <a:lnTo>
                    <a:pt x="2348992" y="2366577"/>
                  </a:lnTo>
                  <a:lnTo>
                    <a:pt x="2349109" y="2366577"/>
                  </a:lnTo>
                  <a:lnTo>
                    <a:pt x="2349227" y="2366577"/>
                  </a:lnTo>
                  <a:lnTo>
                    <a:pt x="2349227" y="2366147"/>
                  </a:lnTo>
                  <a:lnTo>
                    <a:pt x="2349344" y="2366147"/>
                  </a:lnTo>
                  <a:lnTo>
                    <a:pt x="2349462" y="2366147"/>
                  </a:lnTo>
                  <a:lnTo>
                    <a:pt x="2349462" y="2365716"/>
                  </a:lnTo>
                  <a:lnTo>
                    <a:pt x="2349580" y="2365716"/>
                  </a:lnTo>
                  <a:lnTo>
                    <a:pt x="2349697" y="2365716"/>
                  </a:lnTo>
                  <a:lnTo>
                    <a:pt x="2349815" y="2365716"/>
                  </a:lnTo>
                  <a:lnTo>
                    <a:pt x="2349933" y="2365716"/>
                  </a:lnTo>
                  <a:lnTo>
                    <a:pt x="2350050" y="2365716"/>
                  </a:lnTo>
                  <a:lnTo>
                    <a:pt x="2350168" y="2365716"/>
                  </a:lnTo>
                  <a:lnTo>
                    <a:pt x="2350168" y="2365285"/>
                  </a:lnTo>
                  <a:lnTo>
                    <a:pt x="2350285" y="2365285"/>
                  </a:lnTo>
                  <a:lnTo>
                    <a:pt x="2350403" y="2365285"/>
                  </a:lnTo>
                  <a:lnTo>
                    <a:pt x="2350521" y="2365285"/>
                  </a:lnTo>
                  <a:lnTo>
                    <a:pt x="2350521" y="2364855"/>
                  </a:lnTo>
                  <a:lnTo>
                    <a:pt x="2350638" y="2364855"/>
                  </a:lnTo>
                  <a:lnTo>
                    <a:pt x="2350756" y="2364855"/>
                  </a:lnTo>
                  <a:lnTo>
                    <a:pt x="2350873" y="2364855"/>
                  </a:lnTo>
                  <a:lnTo>
                    <a:pt x="2350991" y="2364855"/>
                  </a:lnTo>
                  <a:lnTo>
                    <a:pt x="2351109" y="2364855"/>
                  </a:lnTo>
                  <a:lnTo>
                    <a:pt x="2351226" y="2364855"/>
                  </a:lnTo>
                  <a:lnTo>
                    <a:pt x="2351344" y="2364855"/>
                  </a:lnTo>
                  <a:lnTo>
                    <a:pt x="2351461" y="2364855"/>
                  </a:lnTo>
                  <a:lnTo>
                    <a:pt x="2351461" y="2364424"/>
                  </a:lnTo>
                  <a:lnTo>
                    <a:pt x="2351579" y="2364424"/>
                  </a:lnTo>
                  <a:lnTo>
                    <a:pt x="2351579" y="2363994"/>
                  </a:lnTo>
                  <a:lnTo>
                    <a:pt x="2351697" y="2363994"/>
                  </a:lnTo>
                  <a:lnTo>
                    <a:pt x="2351814" y="2363994"/>
                  </a:lnTo>
                  <a:lnTo>
                    <a:pt x="2351932" y="2363994"/>
                  </a:lnTo>
                  <a:lnTo>
                    <a:pt x="2351932" y="2363563"/>
                  </a:lnTo>
                  <a:lnTo>
                    <a:pt x="2352050" y="2363563"/>
                  </a:lnTo>
                  <a:lnTo>
                    <a:pt x="2352167" y="2363563"/>
                  </a:lnTo>
                  <a:lnTo>
                    <a:pt x="2352285" y="2363563"/>
                  </a:lnTo>
                  <a:lnTo>
                    <a:pt x="2352402" y="2363563"/>
                  </a:lnTo>
                  <a:lnTo>
                    <a:pt x="2352520" y="2363563"/>
                  </a:lnTo>
                  <a:lnTo>
                    <a:pt x="2352520" y="2363132"/>
                  </a:lnTo>
                  <a:lnTo>
                    <a:pt x="2352638" y="2363132"/>
                  </a:lnTo>
                  <a:lnTo>
                    <a:pt x="2352755" y="2363132"/>
                  </a:lnTo>
                  <a:lnTo>
                    <a:pt x="2352873" y="2363132"/>
                  </a:lnTo>
                  <a:lnTo>
                    <a:pt x="2352873" y="2362702"/>
                  </a:lnTo>
                  <a:lnTo>
                    <a:pt x="2352873" y="2362271"/>
                  </a:lnTo>
                  <a:lnTo>
                    <a:pt x="2352990" y="2362271"/>
                  </a:lnTo>
                  <a:lnTo>
                    <a:pt x="2353108" y="2362271"/>
                  </a:lnTo>
                  <a:lnTo>
                    <a:pt x="2353108" y="2361841"/>
                  </a:lnTo>
                  <a:lnTo>
                    <a:pt x="2353226" y="2361841"/>
                  </a:lnTo>
                  <a:lnTo>
                    <a:pt x="2353343" y="2361841"/>
                  </a:lnTo>
                  <a:lnTo>
                    <a:pt x="2353461" y="2361841"/>
                  </a:lnTo>
                  <a:lnTo>
                    <a:pt x="2353461" y="2361410"/>
                  </a:lnTo>
                  <a:lnTo>
                    <a:pt x="2353579" y="2361410"/>
                  </a:lnTo>
                  <a:lnTo>
                    <a:pt x="2353696" y="2361410"/>
                  </a:lnTo>
                  <a:lnTo>
                    <a:pt x="2353814" y="2361410"/>
                  </a:lnTo>
                  <a:lnTo>
                    <a:pt x="2353814" y="2360979"/>
                  </a:lnTo>
                  <a:lnTo>
                    <a:pt x="2353931" y="2360979"/>
                  </a:lnTo>
                  <a:lnTo>
                    <a:pt x="2354049" y="2360979"/>
                  </a:lnTo>
                  <a:lnTo>
                    <a:pt x="2354167" y="2360979"/>
                  </a:lnTo>
                  <a:lnTo>
                    <a:pt x="2354284" y="2360979"/>
                  </a:lnTo>
                  <a:lnTo>
                    <a:pt x="2354402" y="2360979"/>
                  </a:lnTo>
                  <a:lnTo>
                    <a:pt x="2354519" y="2360979"/>
                  </a:lnTo>
                  <a:lnTo>
                    <a:pt x="2354637" y="2360979"/>
                  </a:lnTo>
                  <a:lnTo>
                    <a:pt x="2354637" y="2360549"/>
                  </a:lnTo>
                  <a:lnTo>
                    <a:pt x="2354755" y="2360549"/>
                  </a:lnTo>
                  <a:lnTo>
                    <a:pt x="2354872" y="2360549"/>
                  </a:lnTo>
                  <a:lnTo>
                    <a:pt x="2354872" y="2360118"/>
                  </a:lnTo>
                  <a:lnTo>
                    <a:pt x="2354990" y="2360118"/>
                  </a:lnTo>
                  <a:lnTo>
                    <a:pt x="2355108" y="2360118"/>
                  </a:lnTo>
                  <a:lnTo>
                    <a:pt x="2355108" y="2359688"/>
                  </a:lnTo>
                  <a:lnTo>
                    <a:pt x="2355225" y="2359688"/>
                  </a:lnTo>
                  <a:lnTo>
                    <a:pt x="2355225" y="2359257"/>
                  </a:lnTo>
                  <a:lnTo>
                    <a:pt x="2355343" y="2359257"/>
                  </a:lnTo>
                  <a:lnTo>
                    <a:pt x="2355343" y="2358826"/>
                  </a:lnTo>
                  <a:lnTo>
                    <a:pt x="2355460" y="2358826"/>
                  </a:lnTo>
                  <a:lnTo>
                    <a:pt x="2355578" y="2358826"/>
                  </a:lnTo>
                  <a:lnTo>
                    <a:pt x="2355696" y="2358826"/>
                  </a:lnTo>
                  <a:lnTo>
                    <a:pt x="2355696" y="2358396"/>
                  </a:lnTo>
                  <a:lnTo>
                    <a:pt x="2355696" y="2357965"/>
                  </a:lnTo>
                  <a:lnTo>
                    <a:pt x="2355813" y="2357965"/>
                  </a:lnTo>
                  <a:lnTo>
                    <a:pt x="2355931" y="2357965"/>
                  </a:lnTo>
                  <a:lnTo>
                    <a:pt x="2356048" y="2357965"/>
                  </a:lnTo>
                  <a:lnTo>
                    <a:pt x="2356166" y="2357965"/>
                  </a:lnTo>
                  <a:lnTo>
                    <a:pt x="2356284" y="2357965"/>
                  </a:lnTo>
                  <a:lnTo>
                    <a:pt x="2356401" y="2357965"/>
                  </a:lnTo>
                  <a:lnTo>
                    <a:pt x="2356519" y="2357965"/>
                  </a:lnTo>
                  <a:lnTo>
                    <a:pt x="2356637" y="2357965"/>
                  </a:lnTo>
                  <a:lnTo>
                    <a:pt x="2356754" y="2357965"/>
                  </a:lnTo>
                  <a:lnTo>
                    <a:pt x="2356754" y="2357535"/>
                  </a:lnTo>
                  <a:lnTo>
                    <a:pt x="2356872" y="2357535"/>
                  </a:lnTo>
                  <a:lnTo>
                    <a:pt x="2356989" y="2357535"/>
                  </a:lnTo>
                  <a:lnTo>
                    <a:pt x="2357107" y="2357535"/>
                  </a:lnTo>
                  <a:lnTo>
                    <a:pt x="2357225" y="2357535"/>
                  </a:lnTo>
                  <a:lnTo>
                    <a:pt x="2357342" y="2357535"/>
                  </a:lnTo>
                  <a:lnTo>
                    <a:pt x="2357460" y="2357535"/>
                  </a:lnTo>
                  <a:lnTo>
                    <a:pt x="2357577" y="2357535"/>
                  </a:lnTo>
                  <a:lnTo>
                    <a:pt x="2357577" y="2357104"/>
                  </a:lnTo>
                  <a:lnTo>
                    <a:pt x="2357695" y="2357104"/>
                  </a:lnTo>
                  <a:lnTo>
                    <a:pt x="2357813" y="2357104"/>
                  </a:lnTo>
                  <a:lnTo>
                    <a:pt x="2357813" y="2356673"/>
                  </a:lnTo>
                  <a:lnTo>
                    <a:pt x="2357930" y="2356673"/>
                  </a:lnTo>
                  <a:lnTo>
                    <a:pt x="2358048" y="2356673"/>
                  </a:lnTo>
                  <a:lnTo>
                    <a:pt x="2358048" y="2356243"/>
                  </a:lnTo>
                  <a:lnTo>
                    <a:pt x="2358166" y="2356243"/>
                  </a:lnTo>
                  <a:lnTo>
                    <a:pt x="2358283" y="2356243"/>
                  </a:lnTo>
                  <a:lnTo>
                    <a:pt x="2358401" y="2356243"/>
                  </a:lnTo>
                  <a:lnTo>
                    <a:pt x="2358518" y="2356243"/>
                  </a:lnTo>
                  <a:lnTo>
                    <a:pt x="2358518" y="2355812"/>
                  </a:lnTo>
                  <a:lnTo>
                    <a:pt x="2358636" y="2355812"/>
                  </a:lnTo>
                  <a:lnTo>
                    <a:pt x="2358636" y="2355382"/>
                  </a:lnTo>
                  <a:lnTo>
                    <a:pt x="2358754" y="2355382"/>
                  </a:lnTo>
                  <a:lnTo>
                    <a:pt x="2358871" y="2355382"/>
                  </a:lnTo>
                  <a:lnTo>
                    <a:pt x="2358871" y="2354951"/>
                  </a:lnTo>
                  <a:lnTo>
                    <a:pt x="2358989" y="2354951"/>
                  </a:lnTo>
                  <a:lnTo>
                    <a:pt x="2359106" y="2354951"/>
                  </a:lnTo>
                  <a:lnTo>
                    <a:pt x="2359106" y="2354520"/>
                  </a:lnTo>
                  <a:lnTo>
                    <a:pt x="2359106" y="2354090"/>
                  </a:lnTo>
                  <a:lnTo>
                    <a:pt x="2359224" y="2354090"/>
                  </a:lnTo>
                  <a:lnTo>
                    <a:pt x="2359342" y="2354090"/>
                  </a:lnTo>
                  <a:lnTo>
                    <a:pt x="2359459" y="2354090"/>
                  </a:lnTo>
                  <a:lnTo>
                    <a:pt x="2359577" y="2354090"/>
                  </a:lnTo>
                  <a:lnTo>
                    <a:pt x="2359694" y="2354090"/>
                  </a:lnTo>
                  <a:lnTo>
                    <a:pt x="2359812" y="2354090"/>
                  </a:lnTo>
                  <a:lnTo>
                    <a:pt x="2359930" y="2354090"/>
                  </a:lnTo>
                  <a:lnTo>
                    <a:pt x="2360047" y="2354090"/>
                  </a:lnTo>
                  <a:lnTo>
                    <a:pt x="2360165" y="2354090"/>
                  </a:lnTo>
                  <a:lnTo>
                    <a:pt x="2360283" y="2354090"/>
                  </a:lnTo>
                  <a:lnTo>
                    <a:pt x="2360283" y="2353659"/>
                  </a:lnTo>
                  <a:lnTo>
                    <a:pt x="2360400" y="2353659"/>
                  </a:lnTo>
                  <a:lnTo>
                    <a:pt x="2360400" y="2353229"/>
                  </a:lnTo>
                  <a:lnTo>
                    <a:pt x="2360518" y="2353229"/>
                  </a:lnTo>
                  <a:lnTo>
                    <a:pt x="2360635" y="2353229"/>
                  </a:lnTo>
                  <a:lnTo>
                    <a:pt x="2360753" y="2353229"/>
                  </a:lnTo>
                  <a:lnTo>
                    <a:pt x="2360871" y="2353229"/>
                  </a:lnTo>
                  <a:lnTo>
                    <a:pt x="2360988" y="2353229"/>
                  </a:lnTo>
                  <a:lnTo>
                    <a:pt x="2361106" y="2353229"/>
                  </a:lnTo>
                  <a:lnTo>
                    <a:pt x="2361223" y="2353229"/>
                  </a:lnTo>
                  <a:lnTo>
                    <a:pt x="2361341" y="2353229"/>
                  </a:lnTo>
                  <a:lnTo>
                    <a:pt x="2361341" y="2352798"/>
                  </a:lnTo>
                  <a:lnTo>
                    <a:pt x="2361459" y="2352798"/>
                  </a:lnTo>
                  <a:lnTo>
                    <a:pt x="2361576" y="2352798"/>
                  </a:lnTo>
                  <a:lnTo>
                    <a:pt x="2361694" y="2352798"/>
                  </a:lnTo>
                  <a:lnTo>
                    <a:pt x="2361812" y="2352798"/>
                  </a:lnTo>
                  <a:lnTo>
                    <a:pt x="2361929" y="2352798"/>
                  </a:lnTo>
                  <a:lnTo>
                    <a:pt x="2361929" y="2352367"/>
                  </a:lnTo>
                  <a:lnTo>
                    <a:pt x="2362047" y="2352367"/>
                  </a:lnTo>
                  <a:lnTo>
                    <a:pt x="2362164" y="2352367"/>
                  </a:lnTo>
                  <a:lnTo>
                    <a:pt x="2362282" y="2352367"/>
                  </a:lnTo>
                  <a:lnTo>
                    <a:pt x="2362400" y="2352367"/>
                  </a:lnTo>
                  <a:lnTo>
                    <a:pt x="2362517" y="2352367"/>
                  </a:lnTo>
                  <a:lnTo>
                    <a:pt x="2362517" y="2351937"/>
                  </a:lnTo>
                  <a:lnTo>
                    <a:pt x="2362635" y="2351937"/>
                  </a:lnTo>
                  <a:lnTo>
                    <a:pt x="2362635" y="2351506"/>
                  </a:lnTo>
                  <a:lnTo>
                    <a:pt x="2362752" y="2351506"/>
                  </a:lnTo>
                  <a:lnTo>
                    <a:pt x="2362870" y="2351506"/>
                  </a:lnTo>
                  <a:lnTo>
                    <a:pt x="2362870" y="2351076"/>
                  </a:lnTo>
                  <a:lnTo>
                    <a:pt x="2362988" y="2351076"/>
                  </a:lnTo>
                  <a:lnTo>
                    <a:pt x="2363105" y="2351076"/>
                  </a:lnTo>
                  <a:lnTo>
                    <a:pt x="2363223" y="2351076"/>
                  </a:lnTo>
                  <a:lnTo>
                    <a:pt x="2363341" y="2351076"/>
                  </a:lnTo>
                  <a:lnTo>
                    <a:pt x="2363458" y="2351076"/>
                  </a:lnTo>
                  <a:lnTo>
                    <a:pt x="2363458" y="2350645"/>
                  </a:lnTo>
                  <a:lnTo>
                    <a:pt x="2363458" y="2350214"/>
                  </a:lnTo>
                  <a:lnTo>
                    <a:pt x="2363576" y="2350214"/>
                  </a:lnTo>
                  <a:lnTo>
                    <a:pt x="2363693" y="2350214"/>
                  </a:lnTo>
                  <a:lnTo>
                    <a:pt x="2363693" y="2349784"/>
                  </a:lnTo>
                  <a:lnTo>
                    <a:pt x="2363811" y="2349784"/>
                  </a:lnTo>
                  <a:lnTo>
                    <a:pt x="2363929" y="2349784"/>
                  </a:lnTo>
                  <a:lnTo>
                    <a:pt x="2364046" y="2349784"/>
                  </a:lnTo>
                  <a:lnTo>
                    <a:pt x="2364164" y="2349784"/>
                  </a:lnTo>
                  <a:lnTo>
                    <a:pt x="2364164" y="2349353"/>
                  </a:lnTo>
                  <a:lnTo>
                    <a:pt x="2364281" y="2349353"/>
                  </a:lnTo>
                  <a:lnTo>
                    <a:pt x="2364399" y="2349353"/>
                  </a:lnTo>
                  <a:lnTo>
                    <a:pt x="2364517" y="2349353"/>
                  </a:lnTo>
                  <a:lnTo>
                    <a:pt x="2364634" y="2349353"/>
                  </a:lnTo>
                  <a:lnTo>
                    <a:pt x="2364752" y="2349353"/>
                  </a:lnTo>
                  <a:lnTo>
                    <a:pt x="2364870" y="2349353"/>
                  </a:lnTo>
                  <a:lnTo>
                    <a:pt x="2364987" y="2349353"/>
                  </a:lnTo>
                  <a:lnTo>
                    <a:pt x="2364987" y="2348923"/>
                  </a:lnTo>
                  <a:lnTo>
                    <a:pt x="2364987" y="2348492"/>
                  </a:lnTo>
                  <a:lnTo>
                    <a:pt x="2365105" y="2348492"/>
                  </a:lnTo>
                  <a:lnTo>
                    <a:pt x="2365105" y="2348061"/>
                  </a:lnTo>
                  <a:lnTo>
                    <a:pt x="2365222" y="2348061"/>
                  </a:lnTo>
                  <a:lnTo>
                    <a:pt x="2365340" y="2348061"/>
                  </a:lnTo>
                  <a:lnTo>
                    <a:pt x="2365458" y="2348061"/>
                  </a:lnTo>
                  <a:lnTo>
                    <a:pt x="2365458" y="2347631"/>
                  </a:lnTo>
                  <a:lnTo>
                    <a:pt x="2365575" y="2347631"/>
                  </a:lnTo>
                  <a:lnTo>
                    <a:pt x="2365693" y="2347631"/>
                  </a:lnTo>
                  <a:lnTo>
                    <a:pt x="2365810" y="2347631"/>
                  </a:lnTo>
                  <a:lnTo>
                    <a:pt x="2365928" y="2347631"/>
                  </a:lnTo>
                  <a:lnTo>
                    <a:pt x="2365928" y="2347200"/>
                  </a:lnTo>
                  <a:lnTo>
                    <a:pt x="2365928" y="2346770"/>
                  </a:lnTo>
                  <a:lnTo>
                    <a:pt x="2366046" y="2346770"/>
                  </a:lnTo>
                  <a:lnTo>
                    <a:pt x="2366163" y="2346770"/>
                  </a:lnTo>
                  <a:lnTo>
                    <a:pt x="2366281" y="2346770"/>
                  </a:lnTo>
                  <a:lnTo>
                    <a:pt x="2366399" y="2346770"/>
                  </a:lnTo>
                  <a:lnTo>
                    <a:pt x="2366399" y="2346339"/>
                  </a:lnTo>
                  <a:lnTo>
                    <a:pt x="2366399" y="2345908"/>
                  </a:lnTo>
                  <a:lnTo>
                    <a:pt x="2366516" y="2345908"/>
                  </a:lnTo>
                  <a:lnTo>
                    <a:pt x="2366634" y="2345908"/>
                  </a:lnTo>
                  <a:lnTo>
                    <a:pt x="2366751" y="2345908"/>
                  </a:lnTo>
                  <a:lnTo>
                    <a:pt x="2366869" y="2345908"/>
                  </a:lnTo>
                  <a:lnTo>
                    <a:pt x="2366869" y="2345478"/>
                  </a:lnTo>
                  <a:lnTo>
                    <a:pt x="2366987" y="2345478"/>
                  </a:lnTo>
                  <a:lnTo>
                    <a:pt x="2367104" y="2345478"/>
                  </a:lnTo>
                  <a:lnTo>
                    <a:pt x="2367222" y="2345478"/>
                  </a:lnTo>
                  <a:lnTo>
                    <a:pt x="2367339" y="2345478"/>
                  </a:lnTo>
                  <a:lnTo>
                    <a:pt x="2367339" y="2345047"/>
                  </a:lnTo>
                  <a:lnTo>
                    <a:pt x="2367457" y="2345047"/>
                  </a:lnTo>
                  <a:lnTo>
                    <a:pt x="2367575" y="2345047"/>
                  </a:lnTo>
                  <a:lnTo>
                    <a:pt x="2367575" y="2344617"/>
                  </a:lnTo>
                  <a:lnTo>
                    <a:pt x="2367692" y="2344617"/>
                  </a:lnTo>
                  <a:lnTo>
                    <a:pt x="2367810" y="2344617"/>
                  </a:lnTo>
                  <a:lnTo>
                    <a:pt x="2367927" y="2344617"/>
                  </a:lnTo>
                  <a:lnTo>
                    <a:pt x="2367927" y="2344186"/>
                  </a:lnTo>
                  <a:lnTo>
                    <a:pt x="2367927" y="2343755"/>
                  </a:lnTo>
                  <a:lnTo>
                    <a:pt x="2367927" y="2343325"/>
                  </a:lnTo>
                  <a:lnTo>
                    <a:pt x="2367927" y="2342894"/>
                  </a:lnTo>
                  <a:lnTo>
                    <a:pt x="2368045" y="2342894"/>
                  </a:lnTo>
                  <a:lnTo>
                    <a:pt x="2368163" y="2342894"/>
                  </a:lnTo>
                  <a:lnTo>
                    <a:pt x="2368280" y="2342894"/>
                  </a:lnTo>
                  <a:lnTo>
                    <a:pt x="2368280" y="2342464"/>
                  </a:lnTo>
                  <a:lnTo>
                    <a:pt x="2368398" y="2342464"/>
                  </a:lnTo>
                  <a:lnTo>
                    <a:pt x="2368398" y="2342033"/>
                  </a:lnTo>
                  <a:lnTo>
                    <a:pt x="2368516" y="2342033"/>
                  </a:lnTo>
                  <a:lnTo>
                    <a:pt x="2368633" y="2342033"/>
                  </a:lnTo>
                  <a:lnTo>
                    <a:pt x="2368751" y="2342033"/>
                  </a:lnTo>
                  <a:lnTo>
                    <a:pt x="2368751" y="2341602"/>
                  </a:lnTo>
                  <a:lnTo>
                    <a:pt x="2368868" y="2341602"/>
                  </a:lnTo>
                  <a:lnTo>
                    <a:pt x="2368868" y="2341172"/>
                  </a:lnTo>
                  <a:lnTo>
                    <a:pt x="2368868" y="2340741"/>
                  </a:lnTo>
                  <a:lnTo>
                    <a:pt x="2368986" y="2340741"/>
                  </a:lnTo>
                  <a:lnTo>
                    <a:pt x="2369104" y="2340741"/>
                  </a:lnTo>
                  <a:lnTo>
                    <a:pt x="2369104" y="2340311"/>
                  </a:lnTo>
                  <a:lnTo>
                    <a:pt x="2369221" y="2340311"/>
                  </a:lnTo>
                  <a:lnTo>
                    <a:pt x="2369339" y="2340311"/>
                  </a:lnTo>
                  <a:lnTo>
                    <a:pt x="2369456" y="2340311"/>
                  </a:lnTo>
                  <a:lnTo>
                    <a:pt x="2369456" y="2339880"/>
                  </a:lnTo>
                  <a:lnTo>
                    <a:pt x="2369456" y="2339449"/>
                  </a:lnTo>
                  <a:lnTo>
                    <a:pt x="2369574" y="2339449"/>
                  </a:lnTo>
                  <a:lnTo>
                    <a:pt x="2369692" y="2339449"/>
                  </a:lnTo>
                  <a:lnTo>
                    <a:pt x="2369809" y="2339449"/>
                  </a:lnTo>
                  <a:lnTo>
                    <a:pt x="2369927" y="2339449"/>
                  </a:lnTo>
                  <a:lnTo>
                    <a:pt x="2369927" y="2339019"/>
                  </a:lnTo>
                  <a:lnTo>
                    <a:pt x="2370045" y="2339019"/>
                  </a:lnTo>
                  <a:lnTo>
                    <a:pt x="2370045" y="2338588"/>
                  </a:lnTo>
                  <a:lnTo>
                    <a:pt x="2370045" y="2338158"/>
                  </a:lnTo>
                  <a:lnTo>
                    <a:pt x="2370162" y="2338158"/>
                  </a:lnTo>
                  <a:lnTo>
                    <a:pt x="2370280" y="2338158"/>
                  </a:lnTo>
                  <a:lnTo>
                    <a:pt x="2370397" y="2338158"/>
                  </a:lnTo>
                  <a:lnTo>
                    <a:pt x="2370515" y="2338158"/>
                  </a:lnTo>
                  <a:lnTo>
                    <a:pt x="2370515" y="2337727"/>
                  </a:lnTo>
                  <a:lnTo>
                    <a:pt x="2370633" y="2337727"/>
                  </a:lnTo>
                  <a:lnTo>
                    <a:pt x="2370633" y="2337296"/>
                  </a:lnTo>
                  <a:lnTo>
                    <a:pt x="2370750" y="2337296"/>
                  </a:lnTo>
                  <a:lnTo>
                    <a:pt x="2370750" y="2336866"/>
                  </a:lnTo>
                  <a:lnTo>
                    <a:pt x="2370868" y="2336866"/>
                  </a:lnTo>
                  <a:lnTo>
                    <a:pt x="2370868" y="2336435"/>
                  </a:lnTo>
                  <a:lnTo>
                    <a:pt x="2370985" y="2336435"/>
                  </a:lnTo>
                  <a:lnTo>
                    <a:pt x="2371103" y="2336435"/>
                  </a:lnTo>
                  <a:lnTo>
                    <a:pt x="2371221" y="2336435"/>
                  </a:lnTo>
                  <a:lnTo>
                    <a:pt x="2371221" y="2336005"/>
                  </a:lnTo>
                  <a:lnTo>
                    <a:pt x="2371338" y="2336005"/>
                  </a:lnTo>
                  <a:lnTo>
                    <a:pt x="2371456" y="2336005"/>
                  </a:lnTo>
                  <a:lnTo>
                    <a:pt x="2371456" y="2335574"/>
                  </a:lnTo>
                  <a:lnTo>
                    <a:pt x="2371574" y="2335574"/>
                  </a:lnTo>
                  <a:lnTo>
                    <a:pt x="2371574" y="2335143"/>
                  </a:lnTo>
                  <a:lnTo>
                    <a:pt x="2371691" y="2335143"/>
                  </a:lnTo>
                  <a:lnTo>
                    <a:pt x="2371809" y="2335143"/>
                  </a:lnTo>
                  <a:lnTo>
                    <a:pt x="2371809" y="2334713"/>
                  </a:lnTo>
                  <a:lnTo>
                    <a:pt x="2371809" y="2334282"/>
                  </a:lnTo>
                  <a:lnTo>
                    <a:pt x="2371926" y="2334282"/>
                  </a:lnTo>
                  <a:lnTo>
                    <a:pt x="2371926" y="2333852"/>
                  </a:lnTo>
                  <a:lnTo>
                    <a:pt x="2372044" y="2333852"/>
                  </a:lnTo>
                  <a:lnTo>
                    <a:pt x="2372162" y="2333852"/>
                  </a:lnTo>
                  <a:lnTo>
                    <a:pt x="2372279" y="2333852"/>
                  </a:lnTo>
                  <a:lnTo>
                    <a:pt x="2372397" y="2333852"/>
                  </a:lnTo>
                  <a:lnTo>
                    <a:pt x="2372514" y="2333852"/>
                  </a:lnTo>
                  <a:lnTo>
                    <a:pt x="2372514" y="2333421"/>
                  </a:lnTo>
                  <a:lnTo>
                    <a:pt x="2372514" y="2332990"/>
                  </a:lnTo>
                  <a:lnTo>
                    <a:pt x="2372632" y="2332990"/>
                  </a:lnTo>
                  <a:lnTo>
                    <a:pt x="2372750" y="2332990"/>
                  </a:lnTo>
                  <a:lnTo>
                    <a:pt x="2372867" y="2332990"/>
                  </a:lnTo>
                  <a:lnTo>
                    <a:pt x="2372867" y="2332560"/>
                  </a:lnTo>
                  <a:lnTo>
                    <a:pt x="2372867" y="2332129"/>
                  </a:lnTo>
                  <a:lnTo>
                    <a:pt x="2372867" y="2331699"/>
                  </a:lnTo>
                  <a:lnTo>
                    <a:pt x="2372985" y="2331699"/>
                  </a:lnTo>
                  <a:lnTo>
                    <a:pt x="2373103" y="2331699"/>
                  </a:lnTo>
                  <a:lnTo>
                    <a:pt x="2373220" y="2331699"/>
                  </a:lnTo>
                  <a:lnTo>
                    <a:pt x="2373338" y="2331699"/>
                  </a:lnTo>
                  <a:lnTo>
                    <a:pt x="2373455" y="2331699"/>
                  </a:lnTo>
                  <a:lnTo>
                    <a:pt x="2373573" y="2331699"/>
                  </a:lnTo>
                  <a:lnTo>
                    <a:pt x="2373573" y="2331268"/>
                  </a:lnTo>
                  <a:lnTo>
                    <a:pt x="2373691" y="2331268"/>
                  </a:lnTo>
                  <a:lnTo>
                    <a:pt x="2373808" y="2331268"/>
                  </a:lnTo>
                  <a:lnTo>
                    <a:pt x="2373926" y="2331268"/>
                  </a:lnTo>
                  <a:lnTo>
                    <a:pt x="2374043" y="2331268"/>
                  </a:lnTo>
                  <a:lnTo>
                    <a:pt x="2374161" y="2331268"/>
                  </a:lnTo>
                  <a:lnTo>
                    <a:pt x="2374279" y="2331268"/>
                  </a:lnTo>
                  <a:lnTo>
                    <a:pt x="2374396" y="2331268"/>
                  </a:lnTo>
                  <a:lnTo>
                    <a:pt x="2374514" y="2331268"/>
                  </a:lnTo>
                  <a:lnTo>
                    <a:pt x="2374632" y="2331268"/>
                  </a:lnTo>
                  <a:lnTo>
                    <a:pt x="2374749" y="2331268"/>
                  </a:lnTo>
                  <a:lnTo>
                    <a:pt x="2374867" y="2331268"/>
                  </a:lnTo>
                  <a:lnTo>
                    <a:pt x="2374984" y="2331268"/>
                  </a:lnTo>
                  <a:lnTo>
                    <a:pt x="2375102" y="2331268"/>
                  </a:lnTo>
                  <a:lnTo>
                    <a:pt x="2375102" y="2330837"/>
                  </a:lnTo>
                  <a:lnTo>
                    <a:pt x="2375102" y="2330407"/>
                  </a:lnTo>
                  <a:lnTo>
                    <a:pt x="2375220" y="2330407"/>
                  </a:lnTo>
                  <a:lnTo>
                    <a:pt x="2375337" y="2330407"/>
                  </a:lnTo>
                  <a:lnTo>
                    <a:pt x="2375455" y="2330407"/>
                  </a:lnTo>
                  <a:lnTo>
                    <a:pt x="2375572" y="2330407"/>
                  </a:lnTo>
                  <a:lnTo>
                    <a:pt x="2375572" y="2329976"/>
                  </a:lnTo>
                  <a:lnTo>
                    <a:pt x="2375690" y="2329976"/>
                  </a:lnTo>
                  <a:lnTo>
                    <a:pt x="2375808" y="2329976"/>
                  </a:lnTo>
                  <a:lnTo>
                    <a:pt x="2375925" y="2329976"/>
                  </a:lnTo>
                  <a:lnTo>
                    <a:pt x="2375925" y="2329546"/>
                  </a:lnTo>
                  <a:lnTo>
                    <a:pt x="2376043" y="2329546"/>
                  </a:lnTo>
                  <a:lnTo>
                    <a:pt x="2376160" y="2329546"/>
                  </a:lnTo>
                  <a:lnTo>
                    <a:pt x="2376278" y="2329546"/>
                  </a:lnTo>
                  <a:lnTo>
                    <a:pt x="2376396" y="2329546"/>
                  </a:lnTo>
                  <a:lnTo>
                    <a:pt x="2376396" y="2329115"/>
                  </a:lnTo>
                  <a:lnTo>
                    <a:pt x="2376513" y="2329115"/>
                  </a:lnTo>
                  <a:lnTo>
                    <a:pt x="2376513" y="2328684"/>
                  </a:lnTo>
                  <a:lnTo>
                    <a:pt x="2376631" y="2328684"/>
                  </a:lnTo>
                  <a:lnTo>
                    <a:pt x="2376749" y="2328684"/>
                  </a:lnTo>
                  <a:lnTo>
                    <a:pt x="2376866" y="2328684"/>
                  </a:lnTo>
                  <a:lnTo>
                    <a:pt x="2376984" y="2328684"/>
                  </a:lnTo>
                  <a:lnTo>
                    <a:pt x="2377101" y="2328684"/>
                  </a:lnTo>
                  <a:lnTo>
                    <a:pt x="2377219" y="2328684"/>
                  </a:lnTo>
                  <a:lnTo>
                    <a:pt x="2377337" y="2328684"/>
                  </a:lnTo>
                  <a:lnTo>
                    <a:pt x="2377454" y="2328684"/>
                  </a:lnTo>
                  <a:lnTo>
                    <a:pt x="2377454" y="2328254"/>
                  </a:lnTo>
                  <a:lnTo>
                    <a:pt x="2377572" y="2328254"/>
                  </a:lnTo>
                  <a:lnTo>
                    <a:pt x="2377689" y="2328254"/>
                  </a:lnTo>
                  <a:lnTo>
                    <a:pt x="2377807" y="2328254"/>
                  </a:lnTo>
                  <a:lnTo>
                    <a:pt x="2377807" y="2327823"/>
                  </a:lnTo>
                  <a:lnTo>
                    <a:pt x="2377925" y="2327823"/>
                  </a:lnTo>
                  <a:lnTo>
                    <a:pt x="2378042" y="2327823"/>
                  </a:lnTo>
                  <a:lnTo>
                    <a:pt x="2378160" y="2327823"/>
                  </a:lnTo>
                  <a:lnTo>
                    <a:pt x="2378160" y="2327393"/>
                  </a:lnTo>
                  <a:lnTo>
                    <a:pt x="2378278" y="2327393"/>
                  </a:lnTo>
                  <a:lnTo>
                    <a:pt x="2378395" y="2327393"/>
                  </a:lnTo>
                  <a:lnTo>
                    <a:pt x="2378513" y="2327393"/>
                  </a:lnTo>
                  <a:lnTo>
                    <a:pt x="2378630" y="2327393"/>
                  </a:lnTo>
                  <a:lnTo>
                    <a:pt x="2378748" y="2327393"/>
                  </a:lnTo>
                  <a:lnTo>
                    <a:pt x="2378748" y="2326962"/>
                  </a:lnTo>
                  <a:lnTo>
                    <a:pt x="2378748" y="2326531"/>
                  </a:lnTo>
                  <a:lnTo>
                    <a:pt x="2378866" y="2326531"/>
                  </a:lnTo>
                  <a:lnTo>
                    <a:pt x="2378983" y="2326531"/>
                  </a:lnTo>
                  <a:lnTo>
                    <a:pt x="2379101" y="2326531"/>
                  </a:lnTo>
                  <a:lnTo>
                    <a:pt x="2379218" y="2326531"/>
                  </a:lnTo>
                  <a:lnTo>
                    <a:pt x="2379336" y="2326531"/>
                  </a:lnTo>
                  <a:lnTo>
                    <a:pt x="2379454" y="2326531"/>
                  </a:lnTo>
                  <a:lnTo>
                    <a:pt x="2379571" y="2326531"/>
                  </a:lnTo>
                  <a:lnTo>
                    <a:pt x="2379689" y="2326531"/>
                  </a:lnTo>
                  <a:lnTo>
                    <a:pt x="2379807" y="2326531"/>
                  </a:lnTo>
                  <a:lnTo>
                    <a:pt x="2379924" y="2326531"/>
                  </a:lnTo>
                  <a:lnTo>
                    <a:pt x="2379924" y="2326101"/>
                  </a:lnTo>
                  <a:lnTo>
                    <a:pt x="2380042" y="2326101"/>
                  </a:lnTo>
                  <a:lnTo>
                    <a:pt x="2380159" y="2326101"/>
                  </a:lnTo>
                  <a:lnTo>
                    <a:pt x="2380277" y="2326101"/>
                  </a:lnTo>
                  <a:lnTo>
                    <a:pt x="2380395" y="2326101"/>
                  </a:lnTo>
                  <a:lnTo>
                    <a:pt x="2380512" y="2326101"/>
                  </a:lnTo>
                  <a:lnTo>
                    <a:pt x="2380630" y="2326101"/>
                  </a:lnTo>
                  <a:lnTo>
                    <a:pt x="2380747" y="2326101"/>
                  </a:lnTo>
                  <a:lnTo>
                    <a:pt x="2380865" y="2326101"/>
                  </a:lnTo>
                  <a:lnTo>
                    <a:pt x="2380983" y="2326101"/>
                  </a:lnTo>
                  <a:lnTo>
                    <a:pt x="2381100" y="2326101"/>
                  </a:lnTo>
                  <a:lnTo>
                    <a:pt x="2381218" y="2326101"/>
                  </a:lnTo>
                  <a:lnTo>
                    <a:pt x="2381336" y="2326101"/>
                  </a:lnTo>
                  <a:lnTo>
                    <a:pt x="2381453" y="2326101"/>
                  </a:lnTo>
                  <a:lnTo>
                    <a:pt x="2381571" y="2326101"/>
                  </a:lnTo>
                  <a:lnTo>
                    <a:pt x="2381688" y="2326101"/>
                  </a:lnTo>
                  <a:lnTo>
                    <a:pt x="2381688" y="2325670"/>
                  </a:lnTo>
                  <a:lnTo>
                    <a:pt x="2381806" y="2325670"/>
                  </a:lnTo>
                  <a:lnTo>
                    <a:pt x="2381924" y="2325670"/>
                  </a:lnTo>
                  <a:lnTo>
                    <a:pt x="2382041" y="2325670"/>
                  </a:lnTo>
                  <a:lnTo>
                    <a:pt x="2382041" y="2325240"/>
                  </a:lnTo>
                  <a:lnTo>
                    <a:pt x="2382159" y="2325240"/>
                  </a:lnTo>
                  <a:lnTo>
                    <a:pt x="2382276" y="2325240"/>
                  </a:lnTo>
                  <a:lnTo>
                    <a:pt x="2382394" y="2325240"/>
                  </a:lnTo>
                  <a:lnTo>
                    <a:pt x="2382394" y="2324809"/>
                  </a:lnTo>
                  <a:lnTo>
                    <a:pt x="2382512" y="2324809"/>
                  </a:lnTo>
                  <a:lnTo>
                    <a:pt x="2382512" y="2324378"/>
                  </a:lnTo>
                  <a:lnTo>
                    <a:pt x="2382629" y="2324378"/>
                  </a:lnTo>
                  <a:lnTo>
                    <a:pt x="2382747" y="2324378"/>
                  </a:lnTo>
                  <a:lnTo>
                    <a:pt x="2382747" y="2323948"/>
                  </a:lnTo>
                  <a:lnTo>
                    <a:pt x="2382865" y="2323948"/>
                  </a:lnTo>
                  <a:lnTo>
                    <a:pt x="2382865" y="2323517"/>
                  </a:lnTo>
                  <a:lnTo>
                    <a:pt x="2382982" y="2323517"/>
                  </a:lnTo>
                  <a:lnTo>
                    <a:pt x="2383100" y="2323517"/>
                  </a:lnTo>
                  <a:lnTo>
                    <a:pt x="2383217" y="2323517"/>
                  </a:lnTo>
                  <a:lnTo>
                    <a:pt x="2383335" y="2323517"/>
                  </a:lnTo>
                  <a:lnTo>
                    <a:pt x="2383335" y="2323087"/>
                  </a:lnTo>
                  <a:lnTo>
                    <a:pt x="2383335" y="2322656"/>
                  </a:lnTo>
                  <a:lnTo>
                    <a:pt x="2383453" y="2322656"/>
                  </a:lnTo>
                  <a:lnTo>
                    <a:pt x="2383570" y="2322656"/>
                  </a:lnTo>
                  <a:lnTo>
                    <a:pt x="2383688" y="2322656"/>
                  </a:lnTo>
                  <a:lnTo>
                    <a:pt x="2383688" y="2322225"/>
                  </a:lnTo>
                  <a:lnTo>
                    <a:pt x="2383805" y="2322225"/>
                  </a:lnTo>
                  <a:lnTo>
                    <a:pt x="2383805" y="2321795"/>
                  </a:lnTo>
                  <a:lnTo>
                    <a:pt x="2383805" y="2321364"/>
                  </a:lnTo>
                  <a:lnTo>
                    <a:pt x="2383923" y="2321364"/>
                  </a:lnTo>
                  <a:lnTo>
                    <a:pt x="2384041" y="2321364"/>
                  </a:lnTo>
                  <a:lnTo>
                    <a:pt x="2384041" y="2320934"/>
                  </a:lnTo>
                  <a:lnTo>
                    <a:pt x="2384158" y="2320934"/>
                  </a:lnTo>
                  <a:lnTo>
                    <a:pt x="2384276" y="2320934"/>
                  </a:lnTo>
                  <a:lnTo>
                    <a:pt x="2384393" y="2320934"/>
                  </a:lnTo>
                  <a:lnTo>
                    <a:pt x="2384511" y="2320934"/>
                  </a:lnTo>
                  <a:lnTo>
                    <a:pt x="2384511" y="2320503"/>
                  </a:lnTo>
                  <a:lnTo>
                    <a:pt x="2384629" y="2320503"/>
                  </a:lnTo>
                  <a:lnTo>
                    <a:pt x="2384746" y="2320503"/>
                  </a:lnTo>
                  <a:lnTo>
                    <a:pt x="2384864" y="2320503"/>
                  </a:lnTo>
                  <a:lnTo>
                    <a:pt x="2384982" y="2320503"/>
                  </a:lnTo>
                  <a:lnTo>
                    <a:pt x="2385099" y="2320503"/>
                  </a:lnTo>
                  <a:lnTo>
                    <a:pt x="2385217" y="2320503"/>
                  </a:lnTo>
                  <a:lnTo>
                    <a:pt x="2385217" y="2320072"/>
                  </a:lnTo>
                  <a:lnTo>
                    <a:pt x="2385217" y="2319642"/>
                  </a:lnTo>
                  <a:lnTo>
                    <a:pt x="2385334" y="2319642"/>
                  </a:lnTo>
                  <a:lnTo>
                    <a:pt x="2385452" y="2319642"/>
                  </a:lnTo>
                  <a:lnTo>
                    <a:pt x="2385570" y="2319642"/>
                  </a:lnTo>
                  <a:lnTo>
                    <a:pt x="2385687" y="2319642"/>
                  </a:lnTo>
                  <a:lnTo>
                    <a:pt x="2385805" y="2319642"/>
                  </a:lnTo>
                  <a:lnTo>
                    <a:pt x="2385922" y="2319642"/>
                  </a:lnTo>
                  <a:lnTo>
                    <a:pt x="2385922" y="2319211"/>
                  </a:lnTo>
                  <a:lnTo>
                    <a:pt x="2386040" y="2319211"/>
                  </a:lnTo>
                  <a:lnTo>
                    <a:pt x="2386158" y="2319211"/>
                  </a:lnTo>
                  <a:lnTo>
                    <a:pt x="2386275" y="2319211"/>
                  </a:lnTo>
                  <a:lnTo>
                    <a:pt x="2386275" y="2318781"/>
                  </a:lnTo>
                  <a:lnTo>
                    <a:pt x="2386393" y="2318781"/>
                  </a:lnTo>
                  <a:lnTo>
                    <a:pt x="2386511" y="2318781"/>
                  </a:lnTo>
                  <a:lnTo>
                    <a:pt x="2386628" y="2318781"/>
                  </a:lnTo>
                  <a:lnTo>
                    <a:pt x="2386746" y="2318781"/>
                  </a:lnTo>
                  <a:lnTo>
                    <a:pt x="2386863" y="2318781"/>
                  </a:lnTo>
                  <a:lnTo>
                    <a:pt x="2386981" y="2318781"/>
                  </a:lnTo>
                  <a:lnTo>
                    <a:pt x="2387099" y="2318781"/>
                  </a:lnTo>
                  <a:lnTo>
                    <a:pt x="2387099" y="2318350"/>
                  </a:lnTo>
                  <a:lnTo>
                    <a:pt x="2387216" y="2318350"/>
                  </a:lnTo>
                  <a:lnTo>
                    <a:pt x="2387334" y="2318350"/>
                  </a:lnTo>
                  <a:lnTo>
                    <a:pt x="2387451" y="2318350"/>
                  </a:lnTo>
                  <a:lnTo>
                    <a:pt x="2387569" y="2318350"/>
                  </a:lnTo>
                  <a:lnTo>
                    <a:pt x="2387687" y="2318350"/>
                  </a:lnTo>
                  <a:lnTo>
                    <a:pt x="2387687" y="2317919"/>
                  </a:lnTo>
                  <a:lnTo>
                    <a:pt x="2387804" y="2317919"/>
                  </a:lnTo>
                  <a:lnTo>
                    <a:pt x="2387804" y="2317489"/>
                  </a:lnTo>
                  <a:lnTo>
                    <a:pt x="2387922" y="2317489"/>
                  </a:lnTo>
                  <a:lnTo>
                    <a:pt x="2387922" y="2317058"/>
                  </a:lnTo>
                  <a:lnTo>
                    <a:pt x="2388040" y="2317058"/>
                  </a:lnTo>
                  <a:lnTo>
                    <a:pt x="2388157" y="2317058"/>
                  </a:lnTo>
                  <a:lnTo>
                    <a:pt x="2388275" y="2317058"/>
                  </a:lnTo>
                  <a:lnTo>
                    <a:pt x="2388392" y="2317058"/>
                  </a:lnTo>
                  <a:lnTo>
                    <a:pt x="2388392" y="2316628"/>
                  </a:lnTo>
                  <a:lnTo>
                    <a:pt x="2388392" y="2316197"/>
                  </a:lnTo>
                  <a:lnTo>
                    <a:pt x="2388510" y="2316197"/>
                  </a:lnTo>
                  <a:lnTo>
                    <a:pt x="2388628" y="2316197"/>
                  </a:lnTo>
                  <a:lnTo>
                    <a:pt x="2388628" y="2315766"/>
                  </a:lnTo>
                  <a:lnTo>
                    <a:pt x="2388745" y="2315766"/>
                  </a:lnTo>
                  <a:lnTo>
                    <a:pt x="2388863" y="2315766"/>
                  </a:lnTo>
                  <a:lnTo>
                    <a:pt x="2388980" y="2315766"/>
                  </a:lnTo>
                  <a:lnTo>
                    <a:pt x="2388980" y="2315336"/>
                  </a:lnTo>
                  <a:lnTo>
                    <a:pt x="2388980" y="2314905"/>
                  </a:lnTo>
                  <a:lnTo>
                    <a:pt x="2389098" y="2314905"/>
                  </a:lnTo>
                  <a:lnTo>
                    <a:pt x="2389216" y="2314905"/>
                  </a:lnTo>
                  <a:lnTo>
                    <a:pt x="2389333" y="2314905"/>
                  </a:lnTo>
                  <a:lnTo>
                    <a:pt x="2389451" y="2314905"/>
                  </a:lnTo>
                  <a:lnTo>
                    <a:pt x="2389569" y="2314905"/>
                  </a:lnTo>
                  <a:lnTo>
                    <a:pt x="2389686" y="2314905"/>
                  </a:lnTo>
                  <a:lnTo>
                    <a:pt x="2389686" y="2314475"/>
                  </a:lnTo>
                  <a:lnTo>
                    <a:pt x="2389686" y="2314044"/>
                  </a:lnTo>
                  <a:lnTo>
                    <a:pt x="2389804" y="2314044"/>
                  </a:lnTo>
                  <a:lnTo>
                    <a:pt x="2389804" y="2313613"/>
                  </a:lnTo>
                  <a:lnTo>
                    <a:pt x="2389921" y="2313613"/>
                  </a:lnTo>
                  <a:lnTo>
                    <a:pt x="2390039" y="2313613"/>
                  </a:lnTo>
                  <a:lnTo>
                    <a:pt x="2390039" y="2313183"/>
                  </a:lnTo>
                  <a:lnTo>
                    <a:pt x="2390157" y="2313183"/>
                  </a:lnTo>
                  <a:lnTo>
                    <a:pt x="2390274" y="2313183"/>
                  </a:lnTo>
                  <a:lnTo>
                    <a:pt x="2390274" y="2312752"/>
                  </a:lnTo>
                  <a:lnTo>
                    <a:pt x="2390392" y="2312752"/>
                  </a:lnTo>
                  <a:lnTo>
                    <a:pt x="2390509" y="2312752"/>
                  </a:lnTo>
                  <a:lnTo>
                    <a:pt x="2390627" y="2312752"/>
                  </a:lnTo>
                  <a:lnTo>
                    <a:pt x="2390745" y="2312752"/>
                  </a:lnTo>
                  <a:lnTo>
                    <a:pt x="2390745" y="2312322"/>
                  </a:lnTo>
                  <a:lnTo>
                    <a:pt x="2390862" y="2312322"/>
                  </a:lnTo>
                  <a:lnTo>
                    <a:pt x="2390980" y="2312322"/>
                  </a:lnTo>
                  <a:lnTo>
                    <a:pt x="2390980" y="2311891"/>
                  </a:lnTo>
                  <a:lnTo>
                    <a:pt x="2391098" y="2311891"/>
                  </a:lnTo>
                  <a:lnTo>
                    <a:pt x="2391215" y="2311891"/>
                  </a:lnTo>
                  <a:lnTo>
                    <a:pt x="2391215" y="2311460"/>
                  </a:lnTo>
                  <a:lnTo>
                    <a:pt x="2391333" y="2311460"/>
                  </a:lnTo>
                  <a:lnTo>
                    <a:pt x="2391450" y="2311460"/>
                  </a:lnTo>
                  <a:lnTo>
                    <a:pt x="2391568" y="2311460"/>
                  </a:lnTo>
                  <a:lnTo>
                    <a:pt x="2391686" y="2311460"/>
                  </a:lnTo>
                  <a:lnTo>
                    <a:pt x="2391803" y="2311460"/>
                  </a:lnTo>
                  <a:lnTo>
                    <a:pt x="2391803" y="2311030"/>
                  </a:lnTo>
                  <a:lnTo>
                    <a:pt x="2391921" y="2311030"/>
                  </a:lnTo>
                  <a:lnTo>
                    <a:pt x="2392038" y="2311030"/>
                  </a:lnTo>
                  <a:lnTo>
                    <a:pt x="2392156" y="2311030"/>
                  </a:lnTo>
                  <a:lnTo>
                    <a:pt x="2392156" y="2310599"/>
                  </a:lnTo>
                  <a:lnTo>
                    <a:pt x="2392274" y="2310599"/>
                  </a:lnTo>
                  <a:lnTo>
                    <a:pt x="2392391" y="2310599"/>
                  </a:lnTo>
                  <a:lnTo>
                    <a:pt x="2392509" y="2310599"/>
                  </a:lnTo>
                  <a:lnTo>
                    <a:pt x="2392626" y="2310599"/>
                  </a:lnTo>
                  <a:lnTo>
                    <a:pt x="2392744" y="2310599"/>
                  </a:lnTo>
                  <a:lnTo>
                    <a:pt x="2392862" y="2310599"/>
                  </a:lnTo>
                  <a:lnTo>
                    <a:pt x="2392979" y="2310599"/>
                  </a:lnTo>
                  <a:lnTo>
                    <a:pt x="2393097" y="2310599"/>
                  </a:lnTo>
                  <a:lnTo>
                    <a:pt x="2393215" y="2310599"/>
                  </a:lnTo>
                  <a:lnTo>
                    <a:pt x="2393215" y="2310169"/>
                  </a:lnTo>
                  <a:lnTo>
                    <a:pt x="2393332" y="2310169"/>
                  </a:lnTo>
                  <a:lnTo>
                    <a:pt x="2393450" y="2310169"/>
                  </a:lnTo>
                  <a:lnTo>
                    <a:pt x="2393567" y="2310169"/>
                  </a:lnTo>
                  <a:lnTo>
                    <a:pt x="2393685" y="2310169"/>
                  </a:lnTo>
                  <a:lnTo>
                    <a:pt x="2393803" y="2310169"/>
                  </a:lnTo>
                  <a:lnTo>
                    <a:pt x="2393920" y="2310169"/>
                  </a:lnTo>
                  <a:lnTo>
                    <a:pt x="2393920" y="2309738"/>
                  </a:lnTo>
                  <a:lnTo>
                    <a:pt x="2394038" y="2309738"/>
                  </a:lnTo>
                  <a:lnTo>
                    <a:pt x="2394155" y="2309738"/>
                  </a:lnTo>
                  <a:lnTo>
                    <a:pt x="2394273" y="2309738"/>
                  </a:lnTo>
                  <a:lnTo>
                    <a:pt x="2394391" y="2309738"/>
                  </a:lnTo>
                  <a:lnTo>
                    <a:pt x="2394391" y="2309307"/>
                  </a:lnTo>
                  <a:lnTo>
                    <a:pt x="2394508" y="2309307"/>
                  </a:lnTo>
                  <a:lnTo>
                    <a:pt x="2394626" y="2309307"/>
                  </a:lnTo>
                  <a:lnTo>
                    <a:pt x="2394744" y="2309307"/>
                  </a:lnTo>
                  <a:lnTo>
                    <a:pt x="2394861" y="2309307"/>
                  </a:lnTo>
                  <a:lnTo>
                    <a:pt x="2394979" y="2309307"/>
                  </a:lnTo>
                  <a:lnTo>
                    <a:pt x="2395096" y="2309307"/>
                  </a:lnTo>
                  <a:lnTo>
                    <a:pt x="2395214" y="2309307"/>
                  </a:lnTo>
                  <a:lnTo>
                    <a:pt x="2395332" y="2309307"/>
                  </a:lnTo>
                  <a:lnTo>
                    <a:pt x="2395332" y="2308877"/>
                  </a:lnTo>
                  <a:lnTo>
                    <a:pt x="2395449" y="2308877"/>
                  </a:lnTo>
                  <a:lnTo>
                    <a:pt x="2395449" y="2308446"/>
                  </a:lnTo>
                  <a:lnTo>
                    <a:pt x="2395567" y="2308446"/>
                  </a:lnTo>
                  <a:lnTo>
                    <a:pt x="2395684" y="2308446"/>
                  </a:lnTo>
                  <a:lnTo>
                    <a:pt x="2395802" y="2308446"/>
                  </a:lnTo>
                  <a:lnTo>
                    <a:pt x="2395920" y="2308446"/>
                  </a:lnTo>
                  <a:lnTo>
                    <a:pt x="2396037" y="2308446"/>
                  </a:lnTo>
                  <a:lnTo>
                    <a:pt x="2396155" y="2308446"/>
                  </a:lnTo>
                  <a:lnTo>
                    <a:pt x="2396155" y="2308016"/>
                  </a:lnTo>
                  <a:lnTo>
                    <a:pt x="2396273" y="2308016"/>
                  </a:lnTo>
                  <a:lnTo>
                    <a:pt x="2396273" y="2307585"/>
                  </a:lnTo>
                  <a:lnTo>
                    <a:pt x="2396390" y="2307585"/>
                  </a:lnTo>
                  <a:lnTo>
                    <a:pt x="2396390" y="2307154"/>
                  </a:lnTo>
                  <a:lnTo>
                    <a:pt x="2396390" y="2306724"/>
                  </a:lnTo>
                  <a:lnTo>
                    <a:pt x="2396508" y="2306724"/>
                  </a:lnTo>
                  <a:lnTo>
                    <a:pt x="2396508" y="2306293"/>
                  </a:lnTo>
                  <a:lnTo>
                    <a:pt x="2396508" y="2305863"/>
                  </a:lnTo>
                  <a:lnTo>
                    <a:pt x="2396625" y="2305863"/>
                  </a:lnTo>
                  <a:lnTo>
                    <a:pt x="2396743" y="2305863"/>
                  </a:lnTo>
                  <a:lnTo>
                    <a:pt x="2396861" y="2305863"/>
                  </a:lnTo>
                  <a:lnTo>
                    <a:pt x="2396978" y="2305863"/>
                  </a:lnTo>
                  <a:lnTo>
                    <a:pt x="2397096" y="2305863"/>
                  </a:lnTo>
                  <a:lnTo>
                    <a:pt x="2397213" y="2305863"/>
                  </a:lnTo>
                  <a:lnTo>
                    <a:pt x="2397213" y="2305432"/>
                  </a:lnTo>
                  <a:lnTo>
                    <a:pt x="2397331" y="2305432"/>
                  </a:lnTo>
                  <a:lnTo>
                    <a:pt x="2397449" y="2305432"/>
                  </a:lnTo>
                  <a:lnTo>
                    <a:pt x="2397566" y="2305432"/>
                  </a:lnTo>
                  <a:lnTo>
                    <a:pt x="2397566" y="2305001"/>
                  </a:lnTo>
                  <a:lnTo>
                    <a:pt x="2397684" y="2305001"/>
                  </a:lnTo>
                  <a:lnTo>
                    <a:pt x="2397684" y="2304571"/>
                  </a:lnTo>
                  <a:lnTo>
                    <a:pt x="2397802" y="2304571"/>
                  </a:lnTo>
                  <a:lnTo>
                    <a:pt x="2397802" y="2304140"/>
                  </a:lnTo>
                  <a:lnTo>
                    <a:pt x="2397919" y="2304140"/>
                  </a:lnTo>
                  <a:lnTo>
                    <a:pt x="2398037" y="2304140"/>
                  </a:lnTo>
                  <a:lnTo>
                    <a:pt x="2398154" y="2304140"/>
                  </a:lnTo>
                  <a:lnTo>
                    <a:pt x="2398154" y="2303710"/>
                  </a:lnTo>
                  <a:lnTo>
                    <a:pt x="2398272" y="2303710"/>
                  </a:lnTo>
                  <a:lnTo>
                    <a:pt x="2398272" y="2303279"/>
                  </a:lnTo>
                  <a:lnTo>
                    <a:pt x="2398272" y="2302848"/>
                  </a:lnTo>
                  <a:lnTo>
                    <a:pt x="2398390" y="2302848"/>
                  </a:lnTo>
                  <a:lnTo>
                    <a:pt x="2398390" y="2302418"/>
                  </a:lnTo>
                  <a:lnTo>
                    <a:pt x="2398507" y="2302418"/>
                  </a:lnTo>
                  <a:lnTo>
                    <a:pt x="2398625" y="2302418"/>
                  </a:lnTo>
                  <a:lnTo>
                    <a:pt x="2398742" y="2302418"/>
                  </a:lnTo>
                  <a:lnTo>
                    <a:pt x="2398860" y="2302418"/>
                  </a:lnTo>
                  <a:lnTo>
                    <a:pt x="2398978" y="2302418"/>
                  </a:lnTo>
                  <a:lnTo>
                    <a:pt x="2399095" y="2302418"/>
                  </a:lnTo>
                  <a:lnTo>
                    <a:pt x="2399213" y="2302418"/>
                  </a:lnTo>
                  <a:lnTo>
                    <a:pt x="2399331" y="2302418"/>
                  </a:lnTo>
                  <a:lnTo>
                    <a:pt x="2399448" y="2302418"/>
                  </a:lnTo>
                  <a:lnTo>
                    <a:pt x="2399566" y="2302418"/>
                  </a:lnTo>
                  <a:lnTo>
                    <a:pt x="2399683" y="2302418"/>
                  </a:lnTo>
                  <a:lnTo>
                    <a:pt x="2399801" y="2302418"/>
                  </a:lnTo>
                  <a:lnTo>
                    <a:pt x="2399919" y="2302418"/>
                  </a:lnTo>
                  <a:lnTo>
                    <a:pt x="2399919" y="2301987"/>
                  </a:lnTo>
                  <a:lnTo>
                    <a:pt x="2400036" y="2301987"/>
                  </a:lnTo>
                  <a:lnTo>
                    <a:pt x="2400154" y="2301987"/>
                  </a:lnTo>
                  <a:lnTo>
                    <a:pt x="2400271" y="2301987"/>
                  </a:lnTo>
                  <a:lnTo>
                    <a:pt x="2400389" y="2301987"/>
                  </a:lnTo>
                  <a:lnTo>
                    <a:pt x="2400389" y="2301557"/>
                  </a:lnTo>
                  <a:lnTo>
                    <a:pt x="2400389" y="2301126"/>
                  </a:lnTo>
                  <a:lnTo>
                    <a:pt x="2400507" y="2301126"/>
                  </a:lnTo>
                  <a:lnTo>
                    <a:pt x="2400624" y="2301126"/>
                  </a:lnTo>
                  <a:lnTo>
                    <a:pt x="2400624" y="2300695"/>
                  </a:lnTo>
                  <a:lnTo>
                    <a:pt x="2400742" y="2300695"/>
                  </a:lnTo>
                  <a:lnTo>
                    <a:pt x="2400859" y="2300695"/>
                  </a:lnTo>
                  <a:lnTo>
                    <a:pt x="2400977" y="2300695"/>
                  </a:lnTo>
                  <a:lnTo>
                    <a:pt x="2401095" y="2300695"/>
                  </a:lnTo>
                  <a:lnTo>
                    <a:pt x="2401212" y="2300695"/>
                  </a:lnTo>
                  <a:lnTo>
                    <a:pt x="2401330" y="2300695"/>
                  </a:lnTo>
                  <a:lnTo>
                    <a:pt x="2401448" y="2300695"/>
                  </a:lnTo>
                  <a:lnTo>
                    <a:pt x="2401565" y="2300695"/>
                  </a:lnTo>
                  <a:lnTo>
                    <a:pt x="2401683" y="2300695"/>
                  </a:lnTo>
                  <a:lnTo>
                    <a:pt x="2401800" y="2300695"/>
                  </a:lnTo>
                  <a:lnTo>
                    <a:pt x="2401800" y="2300265"/>
                  </a:lnTo>
                  <a:lnTo>
                    <a:pt x="2401800" y="2299834"/>
                  </a:lnTo>
                  <a:lnTo>
                    <a:pt x="2401800" y="2299404"/>
                  </a:lnTo>
                  <a:lnTo>
                    <a:pt x="2401918" y="2299404"/>
                  </a:lnTo>
                  <a:lnTo>
                    <a:pt x="2402036" y="2299404"/>
                  </a:lnTo>
                  <a:lnTo>
                    <a:pt x="2402153" y="2299404"/>
                  </a:lnTo>
                  <a:lnTo>
                    <a:pt x="2402271" y="2299404"/>
                  </a:lnTo>
                  <a:lnTo>
                    <a:pt x="2402388" y="2299404"/>
                  </a:lnTo>
                  <a:lnTo>
                    <a:pt x="2402506" y="2299404"/>
                  </a:lnTo>
                  <a:lnTo>
                    <a:pt x="2402624" y="2299404"/>
                  </a:lnTo>
                  <a:lnTo>
                    <a:pt x="2402741" y="2299404"/>
                  </a:lnTo>
                  <a:lnTo>
                    <a:pt x="2402859" y="2299404"/>
                  </a:lnTo>
                  <a:lnTo>
                    <a:pt x="2402859" y="2298973"/>
                  </a:lnTo>
                  <a:lnTo>
                    <a:pt x="2402977" y="2298973"/>
                  </a:lnTo>
                  <a:lnTo>
                    <a:pt x="2403094" y="2298973"/>
                  </a:lnTo>
                  <a:lnTo>
                    <a:pt x="2403094" y="2298542"/>
                  </a:lnTo>
                  <a:lnTo>
                    <a:pt x="2403212" y="2298542"/>
                  </a:lnTo>
                  <a:lnTo>
                    <a:pt x="2403212" y="2298112"/>
                  </a:lnTo>
                  <a:lnTo>
                    <a:pt x="2403329" y="2298112"/>
                  </a:lnTo>
                  <a:lnTo>
                    <a:pt x="2403447" y="2298112"/>
                  </a:lnTo>
                  <a:lnTo>
                    <a:pt x="2403565" y="2298112"/>
                  </a:lnTo>
                  <a:lnTo>
                    <a:pt x="2403565" y="2297681"/>
                  </a:lnTo>
                  <a:lnTo>
                    <a:pt x="2403682" y="2297681"/>
                  </a:lnTo>
                  <a:lnTo>
                    <a:pt x="2403682" y="2297251"/>
                  </a:lnTo>
                  <a:lnTo>
                    <a:pt x="2403800" y="2297251"/>
                  </a:lnTo>
                  <a:lnTo>
                    <a:pt x="2403917" y="2297251"/>
                  </a:lnTo>
                  <a:lnTo>
                    <a:pt x="2404035" y="2297251"/>
                  </a:lnTo>
                  <a:lnTo>
                    <a:pt x="2404035" y="2296820"/>
                  </a:lnTo>
                  <a:lnTo>
                    <a:pt x="2404153" y="2296820"/>
                  </a:lnTo>
                  <a:lnTo>
                    <a:pt x="2404270" y="2296820"/>
                  </a:lnTo>
                  <a:lnTo>
                    <a:pt x="2404388" y="2296820"/>
                  </a:lnTo>
                  <a:lnTo>
                    <a:pt x="2404506" y="2296820"/>
                  </a:lnTo>
                  <a:lnTo>
                    <a:pt x="2404506" y="2296389"/>
                  </a:lnTo>
                  <a:lnTo>
                    <a:pt x="2404623" y="2296389"/>
                  </a:lnTo>
                  <a:lnTo>
                    <a:pt x="2404741" y="2296389"/>
                  </a:lnTo>
                  <a:lnTo>
                    <a:pt x="2404858" y="2296389"/>
                  </a:lnTo>
                  <a:lnTo>
                    <a:pt x="2404976" y="2296389"/>
                  </a:lnTo>
                  <a:lnTo>
                    <a:pt x="2405094" y="2296389"/>
                  </a:lnTo>
                  <a:lnTo>
                    <a:pt x="2405211" y="2296389"/>
                  </a:lnTo>
                  <a:lnTo>
                    <a:pt x="2405329" y="2296389"/>
                  </a:lnTo>
                  <a:lnTo>
                    <a:pt x="2405446" y="2296389"/>
                  </a:lnTo>
                  <a:lnTo>
                    <a:pt x="2405564" y="2296389"/>
                  </a:lnTo>
                  <a:lnTo>
                    <a:pt x="2405682" y="2296389"/>
                  </a:lnTo>
                  <a:lnTo>
                    <a:pt x="2405682" y="2295959"/>
                  </a:lnTo>
                  <a:lnTo>
                    <a:pt x="2405799" y="2295959"/>
                  </a:lnTo>
                  <a:lnTo>
                    <a:pt x="2405917" y="2295959"/>
                  </a:lnTo>
                  <a:lnTo>
                    <a:pt x="2405917" y="2295528"/>
                  </a:lnTo>
                  <a:lnTo>
                    <a:pt x="2405917" y="2295098"/>
                  </a:lnTo>
                  <a:lnTo>
                    <a:pt x="2405917" y="2294667"/>
                  </a:lnTo>
                  <a:lnTo>
                    <a:pt x="2406035" y="2294667"/>
                  </a:lnTo>
                  <a:lnTo>
                    <a:pt x="2406152" y="2294667"/>
                  </a:lnTo>
                  <a:lnTo>
                    <a:pt x="2406270" y="2294667"/>
                  </a:lnTo>
                  <a:lnTo>
                    <a:pt x="2406387" y="2294667"/>
                  </a:lnTo>
                  <a:lnTo>
                    <a:pt x="2406505" y="2294667"/>
                  </a:lnTo>
                  <a:lnTo>
                    <a:pt x="2406623" y="2294667"/>
                  </a:lnTo>
                  <a:lnTo>
                    <a:pt x="2406740" y="2294667"/>
                  </a:lnTo>
                  <a:lnTo>
                    <a:pt x="2406858" y="2294667"/>
                  </a:lnTo>
                  <a:lnTo>
                    <a:pt x="2406975" y="2294667"/>
                  </a:lnTo>
                  <a:lnTo>
                    <a:pt x="2406975" y="2294236"/>
                  </a:lnTo>
                  <a:lnTo>
                    <a:pt x="2407093" y="2294236"/>
                  </a:lnTo>
                  <a:lnTo>
                    <a:pt x="2407211" y="2294236"/>
                  </a:lnTo>
                  <a:lnTo>
                    <a:pt x="2407328" y="2294236"/>
                  </a:lnTo>
                  <a:lnTo>
                    <a:pt x="2407446" y="2294236"/>
                  </a:lnTo>
                  <a:lnTo>
                    <a:pt x="2407564" y="2294236"/>
                  </a:lnTo>
                  <a:lnTo>
                    <a:pt x="2407681" y="2294236"/>
                  </a:lnTo>
                  <a:lnTo>
                    <a:pt x="2407799" y="2294236"/>
                  </a:lnTo>
                  <a:lnTo>
                    <a:pt x="2407916" y="2294236"/>
                  </a:lnTo>
                  <a:lnTo>
                    <a:pt x="2408034" y="2294236"/>
                  </a:lnTo>
                  <a:lnTo>
                    <a:pt x="2408152" y="2294236"/>
                  </a:lnTo>
                  <a:lnTo>
                    <a:pt x="2408269" y="2294236"/>
                  </a:lnTo>
                  <a:lnTo>
                    <a:pt x="2408387" y="2294236"/>
                  </a:lnTo>
                  <a:lnTo>
                    <a:pt x="2408504" y="2294236"/>
                  </a:lnTo>
                  <a:lnTo>
                    <a:pt x="2408622" y="2294236"/>
                  </a:lnTo>
                  <a:lnTo>
                    <a:pt x="2408740" y="2294236"/>
                  </a:lnTo>
                  <a:lnTo>
                    <a:pt x="2408857" y="2294236"/>
                  </a:lnTo>
                  <a:lnTo>
                    <a:pt x="2408975" y="2294236"/>
                  </a:lnTo>
                  <a:lnTo>
                    <a:pt x="2409092" y="2294236"/>
                  </a:lnTo>
                  <a:lnTo>
                    <a:pt x="2409210" y="2294236"/>
                  </a:lnTo>
                  <a:lnTo>
                    <a:pt x="2409328" y="2294236"/>
                  </a:lnTo>
                  <a:lnTo>
                    <a:pt x="2409445" y="2294236"/>
                  </a:lnTo>
                  <a:lnTo>
                    <a:pt x="2409563" y="2294236"/>
                  </a:lnTo>
                  <a:lnTo>
                    <a:pt x="2409681" y="2294236"/>
                  </a:lnTo>
                  <a:lnTo>
                    <a:pt x="2409681" y="2293806"/>
                  </a:lnTo>
                  <a:lnTo>
                    <a:pt x="2409798" y="2293806"/>
                  </a:lnTo>
                  <a:lnTo>
                    <a:pt x="2409916" y="2293806"/>
                  </a:lnTo>
                  <a:lnTo>
                    <a:pt x="2409916" y="2293375"/>
                  </a:lnTo>
                  <a:lnTo>
                    <a:pt x="2410033" y="2293375"/>
                  </a:lnTo>
                  <a:lnTo>
                    <a:pt x="2410151" y="2293375"/>
                  </a:lnTo>
                  <a:lnTo>
                    <a:pt x="2410151" y="2292945"/>
                  </a:lnTo>
                  <a:lnTo>
                    <a:pt x="2410269" y="2292945"/>
                  </a:lnTo>
                  <a:lnTo>
                    <a:pt x="2410386" y="2292945"/>
                  </a:lnTo>
                  <a:lnTo>
                    <a:pt x="2410504" y="2292945"/>
                  </a:lnTo>
                  <a:lnTo>
                    <a:pt x="2410621" y="2292945"/>
                  </a:lnTo>
                  <a:lnTo>
                    <a:pt x="2410739" y="2292945"/>
                  </a:lnTo>
                  <a:lnTo>
                    <a:pt x="2410857" y="2292945"/>
                  </a:lnTo>
                  <a:lnTo>
                    <a:pt x="2410974" y="2292945"/>
                  </a:lnTo>
                  <a:lnTo>
                    <a:pt x="2411092" y="2292945"/>
                  </a:lnTo>
                  <a:lnTo>
                    <a:pt x="2411092" y="2292514"/>
                  </a:lnTo>
                  <a:lnTo>
                    <a:pt x="2411210" y="2292514"/>
                  </a:lnTo>
                  <a:lnTo>
                    <a:pt x="2411327" y="2292514"/>
                  </a:lnTo>
                  <a:lnTo>
                    <a:pt x="2411327" y="2292083"/>
                  </a:lnTo>
                  <a:lnTo>
                    <a:pt x="2411445" y="2292083"/>
                  </a:lnTo>
                  <a:lnTo>
                    <a:pt x="2411562" y="2292083"/>
                  </a:lnTo>
                  <a:lnTo>
                    <a:pt x="2411562" y="2291653"/>
                  </a:lnTo>
                  <a:lnTo>
                    <a:pt x="2411562" y="2291222"/>
                  </a:lnTo>
                  <a:lnTo>
                    <a:pt x="2411680" y="2291222"/>
                  </a:lnTo>
                  <a:lnTo>
                    <a:pt x="2411798" y="2291222"/>
                  </a:lnTo>
                  <a:lnTo>
                    <a:pt x="2411915" y="2291222"/>
                  </a:lnTo>
                  <a:lnTo>
                    <a:pt x="2411915" y="2290792"/>
                  </a:lnTo>
                  <a:lnTo>
                    <a:pt x="2412033" y="2290792"/>
                  </a:lnTo>
                  <a:lnTo>
                    <a:pt x="2412033" y="2290361"/>
                  </a:lnTo>
                  <a:lnTo>
                    <a:pt x="2412033" y="2289930"/>
                  </a:lnTo>
                  <a:lnTo>
                    <a:pt x="2412033" y="2289500"/>
                  </a:lnTo>
                  <a:lnTo>
                    <a:pt x="2412150" y="2289500"/>
                  </a:lnTo>
                  <a:lnTo>
                    <a:pt x="2412150" y="2289069"/>
                  </a:lnTo>
                  <a:lnTo>
                    <a:pt x="2412268" y="2289069"/>
                  </a:lnTo>
                  <a:lnTo>
                    <a:pt x="2412386" y="2289069"/>
                  </a:lnTo>
                  <a:lnTo>
                    <a:pt x="2412503" y="2289069"/>
                  </a:lnTo>
                  <a:lnTo>
                    <a:pt x="2412621" y="2289069"/>
                  </a:lnTo>
                  <a:lnTo>
                    <a:pt x="2412621" y="2288639"/>
                  </a:lnTo>
                  <a:lnTo>
                    <a:pt x="2412739" y="2288639"/>
                  </a:lnTo>
                  <a:lnTo>
                    <a:pt x="2412856" y="2288639"/>
                  </a:lnTo>
                  <a:lnTo>
                    <a:pt x="2412974" y="2288639"/>
                  </a:lnTo>
                  <a:lnTo>
                    <a:pt x="2413091" y="2288639"/>
                  </a:lnTo>
                  <a:lnTo>
                    <a:pt x="2413209" y="2288639"/>
                  </a:lnTo>
                  <a:lnTo>
                    <a:pt x="2413327" y="2288639"/>
                  </a:lnTo>
                  <a:lnTo>
                    <a:pt x="2413444" y="2288639"/>
                  </a:lnTo>
                  <a:lnTo>
                    <a:pt x="2413444" y="2288208"/>
                  </a:lnTo>
                  <a:lnTo>
                    <a:pt x="2413562" y="2288208"/>
                  </a:lnTo>
                  <a:lnTo>
                    <a:pt x="2413562" y="2287777"/>
                  </a:lnTo>
                  <a:lnTo>
                    <a:pt x="2413679" y="2287777"/>
                  </a:lnTo>
                  <a:lnTo>
                    <a:pt x="2413679" y="2287347"/>
                  </a:lnTo>
                  <a:lnTo>
                    <a:pt x="2413679" y="2286916"/>
                  </a:lnTo>
                  <a:lnTo>
                    <a:pt x="2413679" y="2286486"/>
                  </a:lnTo>
                  <a:lnTo>
                    <a:pt x="2413679" y="2286055"/>
                  </a:lnTo>
                  <a:lnTo>
                    <a:pt x="2413797" y="2286055"/>
                  </a:lnTo>
                  <a:lnTo>
                    <a:pt x="2413915" y="2286055"/>
                  </a:lnTo>
                  <a:lnTo>
                    <a:pt x="2414032" y="2286055"/>
                  </a:lnTo>
                  <a:lnTo>
                    <a:pt x="2414150" y="2286055"/>
                  </a:lnTo>
                  <a:lnTo>
                    <a:pt x="2414268" y="2286055"/>
                  </a:lnTo>
                  <a:lnTo>
                    <a:pt x="2414385" y="2286055"/>
                  </a:lnTo>
                  <a:lnTo>
                    <a:pt x="2414503" y="2286055"/>
                  </a:lnTo>
                  <a:lnTo>
                    <a:pt x="2414620" y="2286055"/>
                  </a:lnTo>
                  <a:lnTo>
                    <a:pt x="2414620" y="2285624"/>
                  </a:lnTo>
                  <a:lnTo>
                    <a:pt x="2414620" y="2285194"/>
                  </a:lnTo>
                  <a:lnTo>
                    <a:pt x="2414738" y="2285194"/>
                  </a:lnTo>
                  <a:lnTo>
                    <a:pt x="2414738" y="2284763"/>
                  </a:lnTo>
                  <a:lnTo>
                    <a:pt x="2414856" y="2284763"/>
                  </a:lnTo>
                  <a:lnTo>
                    <a:pt x="2414973" y="2284763"/>
                  </a:lnTo>
                  <a:lnTo>
                    <a:pt x="2414973" y="2284333"/>
                  </a:lnTo>
                  <a:lnTo>
                    <a:pt x="2415091" y="2284333"/>
                  </a:lnTo>
                  <a:lnTo>
                    <a:pt x="2415208" y="2284333"/>
                  </a:lnTo>
                  <a:lnTo>
                    <a:pt x="2415326" y="2284333"/>
                  </a:lnTo>
                  <a:lnTo>
                    <a:pt x="2415444" y="2284333"/>
                  </a:lnTo>
                  <a:lnTo>
                    <a:pt x="2415561" y="2284333"/>
                  </a:lnTo>
                  <a:lnTo>
                    <a:pt x="2415561" y="2283902"/>
                  </a:lnTo>
                  <a:lnTo>
                    <a:pt x="2415679" y="2283902"/>
                  </a:lnTo>
                  <a:lnTo>
                    <a:pt x="2415797" y="2283902"/>
                  </a:lnTo>
                  <a:lnTo>
                    <a:pt x="2415914" y="2283902"/>
                  </a:lnTo>
                  <a:lnTo>
                    <a:pt x="2415914" y="2283471"/>
                  </a:lnTo>
                  <a:lnTo>
                    <a:pt x="2415914" y="2283041"/>
                  </a:lnTo>
                  <a:lnTo>
                    <a:pt x="2416032" y="2283041"/>
                  </a:lnTo>
                  <a:lnTo>
                    <a:pt x="2416032" y="2282610"/>
                  </a:lnTo>
                  <a:lnTo>
                    <a:pt x="2416149" y="2282610"/>
                  </a:lnTo>
                  <a:lnTo>
                    <a:pt x="2416267" y="2282610"/>
                  </a:lnTo>
                  <a:lnTo>
                    <a:pt x="2416385" y="2282610"/>
                  </a:lnTo>
                  <a:lnTo>
                    <a:pt x="2416502" y="2282610"/>
                  </a:lnTo>
                  <a:lnTo>
                    <a:pt x="2416620" y="2282610"/>
                  </a:lnTo>
                  <a:lnTo>
                    <a:pt x="2416737" y="2282610"/>
                  </a:lnTo>
                  <a:lnTo>
                    <a:pt x="2416855" y="2282610"/>
                  </a:lnTo>
                  <a:lnTo>
                    <a:pt x="2416973" y="2282610"/>
                  </a:lnTo>
                  <a:lnTo>
                    <a:pt x="2417090" y="2282610"/>
                  </a:lnTo>
                  <a:lnTo>
                    <a:pt x="2417090" y="2282180"/>
                  </a:lnTo>
                  <a:lnTo>
                    <a:pt x="2417208" y="2282180"/>
                  </a:lnTo>
                  <a:lnTo>
                    <a:pt x="2417208" y="2281749"/>
                  </a:lnTo>
                  <a:lnTo>
                    <a:pt x="2417325" y="2281749"/>
                  </a:lnTo>
                  <a:lnTo>
                    <a:pt x="2417443" y="2281749"/>
                  </a:lnTo>
                  <a:lnTo>
                    <a:pt x="2417561" y="2281749"/>
                  </a:lnTo>
                  <a:lnTo>
                    <a:pt x="2417678" y="2281749"/>
                  </a:lnTo>
                  <a:lnTo>
                    <a:pt x="2417796" y="2281749"/>
                  </a:lnTo>
                  <a:lnTo>
                    <a:pt x="2417796" y="2281318"/>
                  </a:lnTo>
                  <a:lnTo>
                    <a:pt x="2417796" y="2280888"/>
                  </a:lnTo>
                  <a:lnTo>
                    <a:pt x="2417914" y="2280888"/>
                  </a:lnTo>
                  <a:lnTo>
                    <a:pt x="2418031" y="2280888"/>
                  </a:lnTo>
                  <a:lnTo>
                    <a:pt x="2418149" y="2280888"/>
                  </a:lnTo>
                  <a:lnTo>
                    <a:pt x="2418266" y="2280888"/>
                  </a:lnTo>
                  <a:lnTo>
                    <a:pt x="2418384" y="2280888"/>
                  </a:lnTo>
                  <a:lnTo>
                    <a:pt x="2418502" y="2280888"/>
                  </a:lnTo>
                  <a:lnTo>
                    <a:pt x="2418502" y="2280457"/>
                  </a:lnTo>
                  <a:lnTo>
                    <a:pt x="2418619" y="2280457"/>
                  </a:lnTo>
                  <a:lnTo>
                    <a:pt x="2418737" y="2280457"/>
                  </a:lnTo>
                  <a:lnTo>
                    <a:pt x="2418854" y="2280457"/>
                  </a:lnTo>
                  <a:lnTo>
                    <a:pt x="2418854" y="2280027"/>
                  </a:lnTo>
                  <a:lnTo>
                    <a:pt x="2418854" y="2279596"/>
                  </a:lnTo>
                  <a:lnTo>
                    <a:pt x="2418854" y="2279165"/>
                  </a:lnTo>
                  <a:lnTo>
                    <a:pt x="2418972" y="2279165"/>
                  </a:lnTo>
                  <a:lnTo>
                    <a:pt x="2419090" y="2279165"/>
                  </a:lnTo>
                  <a:lnTo>
                    <a:pt x="2419207" y="2279165"/>
                  </a:lnTo>
                  <a:lnTo>
                    <a:pt x="2419325" y="2279165"/>
                  </a:lnTo>
                  <a:lnTo>
                    <a:pt x="2419443" y="2279165"/>
                  </a:lnTo>
                  <a:lnTo>
                    <a:pt x="2419443" y="2278735"/>
                  </a:lnTo>
                  <a:lnTo>
                    <a:pt x="2419560" y="2278735"/>
                  </a:lnTo>
                  <a:lnTo>
                    <a:pt x="2419678" y="2278735"/>
                  </a:lnTo>
                  <a:lnTo>
                    <a:pt x="2419795" y="2278735"/>
                  </a:lnTo>
                  <a:lnTo>
                    <a:pt x="2419913" y="2278735"/>
                  </a:lnTo>
                  <a:lnTo>
                    <a:pt x="2420031" y="2278735"/>
                  </a:lnTo>
                  <a:lnTo>
                    <a:pt x="2420031" y="2278304"/>
                  </a:lnTo>
                  <a:lnTo>
                    <a:pt x="2420148" y="2278304"/>
                  </a:lnTo>
                  <a:lnTo>
                    <a:pt x="2420266" y="2278304"/>
                  </a:lnTo>
                  <a:lnTo>
                    <a:pt x="2420383" y="2278304"/>
                  </a:lnTo>
                  <a:lnTo>
                    <a:pt x="2420501" y="2278304"/>
                  </a:lnTo>
                  <a:lnTo>
                    <a:pt x="2420619" y="2278304"/>
                  </a:lnTo>
                  <a:lnTo>
                    <a:pt x="2420736" y="2278304"/>
                  </a:lnTo>
                  <a:lnTo>
                    <a:pt x="2420854" y="2278304"/>
                  </a:lnTo>
                  <a:lnTo>
                    <a:pt x="2420972" y="2278304"/>
                  </a:lnTo>
                  <a:lnTo>
                    <a:pt x="2421089" y="2278304"/>
                  </a:lnTo>
                  <a:lnTo>
                    <a:pt x="2421207" y="2278304"/>
                  </a:lnTo>
                  <a:lnTo>
                    <a:pt x="2421207" y="2277874"/>
                  </a:lnTo>
                  <a:lnTo>
                    <a:pt x="2421324" y="2277874"/>
                  </a:lnTo>
                  <a:lnTo>
                    <a:pt x="2421442" y="2277874"/>
                  </a:lnTo>
                  <a:lnTo>
                    <a:pt x="2421560" y="2277874"/>
                  </a:lnTo>
                  <a:lnTo>
                    <a:pt x="2421677" y="2277874"/>
                  </a:lnTo>
                  <a:lnTo>
                    <a:pt x="2421677" y="2277443"/>
                  </a:lnTo>
                  <a:lnTo>
                    <a:pt x="2421795" y="2277443"/>
                  </a:lnTo>
                  <a:lnTo>
                    <a:pt x="2421912" y="2277443"/>
                  </a:lnTo>
                  <a:lnTo>
                    <a:pt x="2421912" y="2277012"/>
                  </a:lnTo>
                  <a:lnTo>
                    <a:pt x="2421912" y="2276582"/>
                  </a:lnTo>
                  <a:lnTo>
                    <a:pt x="2422030" y="2276582"/>
                  </a:lnTo>
                  <a:lnTo>
                    <a:pt x="2422148" y="2276582"/>
                  </a:lnTo>
                  <a:lnTo>
                    <a:pt x="2422265" y="2276582"/>
                  </a:lnTo>
                  <a:lnTo>
                    <a:pt x="2422265" y="2276151"/>
                  </a:lnTo>
                  <a:lnTo>
                    <a:pt x="2422383" y="2276151"/>
                  </a:lnTo>
                  <a:lnTo>
                    <a:pt x="2422383" y="2275721"/>
                  </a:lnTo>
                  <a:lnTo>
                    <a:pt x="2422501" y="2275721"/>
                  </a:lnTo>
                  <a:lnTo>
                    <a:pt x="2422618" y="2275721"/>
                  </a:lnTo>
                  <a:lnTo>
                    <a:pt x="2422736" y="2275721"/>
                  </a:lnTo>
                  <a:lnTo>
                    <a:pt x="2422853" y="2275721"/>
                  </a:lnTo>
                  <a:lnTo>
                    <a:pt x="2422971" y="2275721"/>
                  </a:lnTo>
                  <a:lnTo>
                    <a:pt x="2423089" y="2275721"/>
                  </a:lnTo>
                  <a:lnTo>
                    <a:pt x="2423206" y="2275721"/>
                  </a:lnTo>
                  <a:lnTo>
                    <a:pt x="2423324" y="2275721"/>
                  </a:lnTo>
                  <a:lnTo>
                    <a:pt x="2423441" y="2275721"/>
                  </a:lnTo>
                  <a:lnTo>
                    <a:pt x="2423559" y="2275721"/>
                  </a:lnTo>
                  <a:lnTo>
                    <a:pt x="2423559" y="2275290"/>
                  </a:lnTo>
                  <a:lnTo>
                    <a:pt x="2423677" y="2275290"/>
                  </a:lnTo>
                  <a:lnTo>
                    <a:pt x="2423794" y="2275290"/>
                  </a:lnTo>
                  <a:lnTo>
                    <a:pt x="2423912" y="2275290"/>
                  </a:lnTo>
                  <a:lnTo>
                    <a:pt x="2424029" y="2275290"/>
                  </a:lnTo>
                  <a:lnTo>
                    <a:pt x="2424147" y="2275290"/>
                  </a:lnTo>
                  <a:lnTo>
                    <a:pt x="2424147" y="2274859"/>
                  </a:lnTo>
                  <a:lnTo>
                    <a:pt x="2424265" y="2274859"/>
                  </a:lnTo>
                  <a:lnTo>
                    <a:pt x="2424265" y="2274429"/>
                  </a:lnTo>
                  <a:lnTo>
                    <a:pt x="2424382" y="2274429"/>
                  </a:lnTo>
                  <a:lnTo>
                    <a:pt x="2424382" y="2273998"/>
                  </a:lnTo>
                  <a:lnTo>
                    <a:pt x="2424500" y="2273998"/>
                  </a:lnTo>
                  <a:lnTo>
                    <a:pt x="2424618" y="2273998"/>
                  </a:lnTo>
                  <a:lnTo>
                    <a:pt x="2424735" y="2273998"/>
                  </a:lnTo>
                  <a:lnTo>
                    <a:pt x="2424853" y="2273998"/>
                  </a:lnTo>
                  <a:lnTo>
                    <a:pt x="2424970" y="2273998"/>
                  </a:lnTo>
                  <a:lnTo>
                    <a:pt x="2425088" y="2273998"/>
                  </a:lnTo>
                  <a:lnTo>
                    <a:pt x="2425206" y="2273998"/>
                  </a:lnTo>
                  <a:lnTo>
                    <a:pt x="2425323" y="2273998"/>
                  </a:lnTo>
                  <a:lnTo>
                    <a:pt x="2425441" y="2273998"/>
                  </a:lnTo>
                  <a:lnTo>
                    <a:pt x="2425558" y="2273998"/>
                  </a:lnTo>
                  <a:lnTo>
                    <a:pt x="2425676" y="2273998"/>
                  </a:lnTo>
                  <a:lnTo>
                    <a:pt x="2425794" y="2273998"/>
                  </a:lnTo>
                  <a:lnTo>
                    <a:pt x="2425911" y="2273998"/>
                  </a:lnTo>
                  <a:lnTo>
                    <a:pt x="2426029" y="2273998"/>
                  </a:lnTo>
                  <a:lnTo>
                    <a:pt x="2426147" y="2273998"/>
                  </a:lnTo>
                  <a:lnTo>
                    <a:pt x="2426147" y="2273568"/>
                  </a:lnTo>
                  <a:lnTo>
                    <a:pt x="2426264" y="2273568"/>
                  </a:lnTo>
                  <a:lnTo>
                    <a:pt x="2426382" y="2273568"/>
                  </a:lnTo>
                  <a:lnTo>
                    <a:pt x="2426499" y="2273568"/>
                  </a:lnTo>
                  <a:lnTo>
                    <a:pt x="2426617" y="2273568"/>
                  </a:lnTo>
                  <a:lnTo>
                    <a:pt x="2426617" y="2273137"/>
                  </a:lnTo>
                  <a:lnTo>
                    <a:pt x="2426735" y="2273137"/>
                  </a:lnTo>
                  <a:lnTo>
                    <a:pt x="2426852" y="2273137"/>
                  </a:lnTo>
                  <a:lnTo>
                    <a:pt x="2426852" y="2272706"/>
                  </a:lnTo>
                  <a:lnTo>
                    <a:pt x="2426970" y="2272706"/>
                  </a:lnTo>
                  <a:lnTo>
                    <a:pt x="2427087" y="2272706"/>
                  </a:lnTo>
                  <a:lnTo>
                    <a:pt x="2427205" y="2272706"/>
                  </a:lnTo>
                  <a:lnTo>
                    <a:pt x="2427205" y="2272276"/>
                  </a:lnTo>
                  <a:lnTo>
                    <a:pt x="2427323" y="2272276"/>
                  </a:lnTo>
                  <a:lnTo>
                    <a:pt x="2427440" y="2272276"/>
                  </a:lnTo>
                  <a:lnTo>
                    <a:pt x="2427440" y="2271845"/>
                  </a:lnTo>
                  <a:lnTo>
                    <a:pt x="2427558" y="2271845"/>
                  </a:lnTo>
                  <a:lnTo>
                    <a:pt x="2427558" y="2271415"/>
                  </a:lnTo>
                  <a:lnTo>
                    <a:pt x="2427558" y="2270984"/>
                  </a:lnTo>
                  <a:lnTo>
                    <a:pt x="2427676" y="2270984"/>
                  </a:lnTo>
                  <a:lnTo>
                    <a:pt x="2427676" y="2270553"/>
                  </a:lnTo>
                  <a:lnTo>
                    <a:pt x="2427793" y="2270553"/>
                  </a:lnTo>
                  <a:lnTo>
                    <a:pt x="2427911" y="2270553"/>
                  </a:lnTo>
                  <a:lnTo>
                    <a:pt x="2428028" y="2270553"/>
                  </a:lnTo>
                  <a:lnTo>
                    <a:pt x="2428146" y="2270553"/>
                  </a:lnTo>
                  <a:lnTo>
                    <a:pt x="2428264" y="2270553"/>
                  </a:lnTo>
                  <a:lnTo>
                    <a:pt x="2428264" y="2270123"/>
                  </a:lnTo>
                  <a:lnTo>
                    <a:pt x="2428381" y="2270123"/>
                  </a:lnTo>
                  <a:lnTo>
                    <a:pt x="2428499" y="2270123"/>
                  </a:lnTo>
                  <a:lnTo>
                    <a:pt x="2428499" y="2269692"/>
                  </a:lnTo>
                  <a:lnTo>
                    <a:pt x="2428616" y="2269692"/>
                  </a:lnTo>
                  <a:lnTo>
                    <a:pt x="2428734" y="2269692"/>
                  </a:lnTo>
                  <a:lnTo>
                    <a:pt x="2428852" y="2269692"/>
                  </a:lnTo>
                  <a:lnTo>
                    <a:pt x="2428852" y="2269262"/>
                  </a:lnTo>
                  <a:lnTo>
                    <a:pt x="2428969" y="2269262"/>
                  </a:lnTo>
                  <a:lnTo>
                    <a:pt x="2429087" y="2269262"/>
                  </a:lnTo>
                  <a:lnTo>
                    <a:pt x="2429205" y="2269262"/>
                  </a:lnTo>
                  <a:lnTo>
                    <a:pt x="2429322" y="2269262"/>
                  </a:lnTo>
                  <a:lnTo>
                    <a:pt x="2429322" y="2268831"/>
                  </a:lnTo>
                  <a:lnTo>
                    <a:pt x="2429440" y="2268831"/>
                  </a:lnTo>
                  <a:lnTo>
                    <a:pt x="2429557" y="2268831"/>
                  </a:lnTo>
                  <a:lnTo>
                    <a:pt x="2429557" y="2268400"/>
                  </a:lnTo>
                  <a:lnTo>
                    <a:pt x="2429675" y="2268400"/>
                  </a:lnTo>
                  <a:lnTo>
                    <a:pt x="2429793" y="2268400"/>
                  </a:lnTo>
                  <a:lnTo>
                    <a:pt x="2429910" y="2268400"/>
                  </a:lnTo>
                  <a:lnTo>
                    <a:pt x="2430028" y="2268400"/>
                  </a:lnTo>
                  <a:lnTo>
                    <a:pt x="2430145" y="2268400"/>
                  </a:lnTo>
                  <a:lnTo>
                    <a:pt x="2430145" y="2267970"/>
                  </a:lnTo>
                  <a:lnTo>
                    <a:pt x="2430263" y="2267970"/>
                  </a:lnTo>
                  <a:lnTo>
                    <a:pt x="2430381" y="2267970"/>
                  </a:lnTo>
                  <a:lnTo>
                    <a:pt x="2430498" y="2267970"/>
                  </a:lnTo>
                  <a:lnTo>
                    <a:pt x="2430498" y="2267539"/>
                  </a:lnTo>
                  <a:lnTo>
                    <a:pt x="2430616" y="2267539"/>
                  </a:lnTo>
                  <a:lnTo>
                    <a:pt x="2430616" y="2267109"/>
                  </a:lnTo>
                  <a:lnTo>
                    <a:pt x="2430734" y="2267109"/>
                  </a:lnTo>
                  <a:lnTo>
                    <a:pt x="2430851" y="2267109"/>
                  </a:lnTo>
                  <a:lnTo>
                    <a:pt x="2430851" y="2266678"/>
                  </a:lnTo>
                  <a:lnTo>
                    <a:pt x="2430969" y="2266678"/>
                  </a:lnTo>
                  <a:lnTo>
                    <a:pt x="2430969" y="2266247"/>
                  </a:lnTo>
                  <a:lnTo>
                    <a:pt x="2431086" y="2266247"/>
                  </a:lnTo>
                  <a:lnTo>
                    <a:pt x="2431204" y="2266247"/>
                  </a:lnTo>
                  <a:lnTo>
                    <a:pt x="2431204" y="2265817"/>
                  </a:lnTo>
                  <a:lnTo>
                    <a:pt x="2431322" y="2265817"/>
                  </a:lnTo>
                  <a:lnTo>
                    <a:pt x="2431322" y="2265386"/>
                  </a:lnTo>
                  <a:lnTo>
                    <a:pt x="2431439" y="2265386"/>
                  </a:lnTo>
                  <a:lnTo>
                    <a:pt x="2431439" y="2264956"/>
                  </a:lnTo>
                  <a:lnTo>
                    <a:pt x="2431557" y="2264956"/>
                  </a:lnTo>
                  <a:lnTo>
                    <a:pt x="2431674" y="2264956"/>
                  </a:lnTo>
                  <a:lnTo>
                    <a:pt x="2431792" y="2264956"/>
                  </a:lnTo>
                  <a:lnTo>
                    <a:pt x="2431792" y="2264525"/>
                  </a:lnTo>
                  <a:lnTo>
                    <a:pt x="2431910" y="2264525"/>
                  </a:lnTo>
                  <a:lnTo>
                    <a:pt x="2432027" y="2264525"/>
                  </a:lnTo>
                  <a:lnTo>
                    <a:pt x="2432145" y="2264525"/>
                  </a:lnTo>
                  <a:lnTo>
                    <a:pt x="2432262" y="2264525"/>
                  </a:lnTo>
                  <a:lnTo>
                    <a:pt x="2432262" y="2264094"/>
                  </a:lnTo>
                  <a:lnTo>
                    <a:pt x="2432380" y="2264094"/>
                  </a:lnTo>
                  <a:lnTo>
                    <a:pt x="2432498" y="2264094"/>
                  </a:lnTo>
                  <a:lnTo>
                    <a:pt x="2432615" y="2264094"/>
                  </a:lnTo>
                  <a:lnTo>
                    <a:pt x="2432733" y="2264094"/>
                  </a:lnTo>
                  <a:lnTo>
                    <a:pt x="2432851" y="2264094"/>
                  </a:lnTo>
                  <a:lnTo>
                    <a:pt x="2432968" y="2264094"/>
                  </a:lnTo>
                  <a:lnTo>
                    <a:pt x="2433086" y="2264094"/>
                  </a:lnTo>
                  <a:lnTo>
                    <a:pt x="2433086" y="2263664"/>
                  </a:lnTo>
                  <a:lnTo>
                    <a:pt x="2433086" y="2263233"/>
                  </a:lnTo>
                  <a:lnTo>
                    <a:pt x="2433203" y="2263233"/>
                  </a:lnTo>
                  <a:lnTo>
                    <a:pt x="2433203" y="2262803"/>
                  </a:lnTo>
                  <a:lnTo>
                    <a:pt x="2433321" y="2262803"/>
                  </a:lnTo>
                  <a:lnTo>
                    <a:pt x="2433439" y="2262803"/>
                  </a:lnTo>
                  <a:lnTo>
                    <a:pt x="2433439" y="2262372"/>
                  </a:lnTo>
                  <a:lnTo>
                    <a:pt x="2433556" y="2262372"/>
                  </a:lnTo>
                  <a:lnTo>
                    <a:pt x="2433674" y="2262372"/>
                  </a:lnTo>
                  <a:lnTo>
                    <a:pt x="2433791" y="2262372"/>
                  </a:lnTo>
                  <a:lnTo>
                    <a:pt x="2433909" y="2262372"/>
                  </a:lnTo>
                  <a:lnTo>
                    <a:pt x="2434027" y="2262372"/>
                  </a:lnTo>
                  <a:lnTo>
                    <a:pt x="2434144" y="2262372"/>
                  </a:lnTo>
                  <a:lnTo>
                    <a:pt x="2434262" y="2262372"/>
                  </a:lnTo>
                  <a:lnTo>
                    <a:pt x="2434380" y="2262372"/>
                  </a:lnTo>
                  <a:lnTo>
                    <a:pt x="2434497" y="2262372"/>
                  </a:lnTo>
                  <a:lnTo>
                    <a:pt x="2434615" y="2262372"/>
                  </a:lnTo>
                  <a:lnTo>
                    <a:pt x="2434615" y="2261941"/>
                  </a:lnTo>
                  <a:lnTo>
                    <a:pt x="2434732" y="2261941"/>
                  </a:lnTo>
                  <a:lnTo>
                    <a:pt x="2434732" y="2261511"/>
                  </a:lnTo>
                  <a:lnTo>
                    <a:pt x="2434850" y="2261511"/>
                  </a:lnTo>
                  <a:lnTo>
                    <a:pt x="2434968" y="2261511"/>
                  </a:lnTo>
                  <a:lnTo>
                    <a:pt x="2435085" y="2261511"/>
                  </a:lnTo>
                  <a:lnTo>
                    <a:pt x="2435085" y="2261080"/>
                  </a:lnTo>
                  <a:lnTo>
                    <a:pt x="2435203" y="2261080"/>
                  </a:lnTo>
                  <a:lnTo>
                    <a:pt x="2435203" y="2260650"/>
                  </a:lnTo>
                  <a:lnTo>
                    <a:pt x="2435320" y="2260650"/>
                  </a:lnTo>
                  <a:lnTo>
                    <a:pt x="2435320" y="2260219"/>
                  </a:lnTo>
                  <a:lnTo>
                    <a:pt x="2435438" y="2260219"/>
                  </a:lnTo>
                  <a:lnTo>
                    <a:pt x="2435438" y="2259788"/>
                  </a:lnTo>
                  <a:lnTo>
                    <a:pt x="2435438" y="2259358"/>
                  </a:lnTo>
                  <a:lnTo>
                    <a:pt x="2435556" y="2259358"/>
                  </a:lnTo>
                  <a:lnTo>
                    <a:pt x="2435673" y="2259358"/>
                  </a:lnTo>
                  <a:lnTo>
                    <a:pt x="2435791" y="2259358"/>
                  </a:lnTo>
                  <a:lnTo>
                    <a:pt x="2435909" y="2259358"/>
                  </a:lnTo>
                  <a:lnTo>
                    <a:pt x="2436026" y="2259358"/>
                  </a:lnTo>
                  <a:lnTo>
                    <a:pt x="2436144" y="2259358"/>
                  </a:lnTo>
                  <a:lnTo>
                    <a:pt x="2436144" y="2258927"/>
                  </a:lnTo>
                  <a:lnTo>
                    <a:pt x="2436261" y="2258927"/>
                  </a:lnTo>
                  <a:lnTo>
                    <a:pt x="2436261" y="2258497"/>
                  </a:lnTo>
                  <a:lnTo>
                    <a:pt x="2436261" y="2258066"/>
                  </a:lnTo>
                  <a:lnTo>
                    <a:pt x="2436379" y="2258066"/>
                  </a:lnTo>
                  <a:lnTo>
                    <a:pt x="2436497" y="2258066"/>
                  </a:lnTo>
                  <a:lnTo>
                    <a:pt x="2436614" y="2258066"/>
                  </a:lnTo>
                  <a:lnTo>
                    <a:pt x="2436732" y="2258066"/>
                  </a:lnTo>
                  <a:lnTo>
                    <a:pt x="2436849" y="2258066"/>
                  </a:lnTo>
                  <a:lnTo>
                    <a:pt x="2436849" y="2257635"/>
                  </a:lnTo>
                  <a:lnTo>
                    <a:pt x="2436967" y="2257635"/>
                  </a:lnTo>
                  <a:lnTo>
                    <a:pt x="2436967" y="2257205"/>
                  </a:lnTo>
                  <a:lnTo>
                    <a:pt x="2436967" y="2256774"/>
                  </a:lnTo>
                  <a:lnTo>
                    <a:pt x="2436967" y="2256344"/>
                  </a:lnTo>
                  <a:lnTo>
                    <a:pt x="2437085" y="2256344"/>
                  </a:lnTo>
                  <a:lnTo>
                    <a:pt x="2437085" y="2255913"/>
                  </a:lnTo>
                  <a:lnTo>
                    <a:pt x="2437202" y="2255913"/>
                  </a:lnTo>
                  <a:lnTo>
                    <a:pt x="2437320" y="2255913"/>
                  </a:lnTo>
                  <a:lnTo>
                    <a:pt x="2437320" y="2255482"/>
                  </a:lnTo>
                  <a:lnTo>
                    <a:pt x="2437438" y="2255482"/>
                  </a:lnTo>
                  <a:lnTo>
                    <a:pt x="2437555" y="2255482"/>
                  </a:lnTo>
                  <a:lnTo>
                    <a:pt x="2437673" y="2255482"/>
                  </a:lnTo>
                  <a:lnTo>
                    <a:pt x="2437790" y="2255482"/>
                  </a:lnTo>
                  <a:lnTo>
                    <a:pt x="2437908" y="2255482"/>
                  </a:lnTo>
                  <a:lnTo>
                    <a:pt x="2438026" y="2255482"/>
                  </a:lnTo>
                  <a:lnTo>
                    <a:pt x="2438026" y="2255052"/>
                  </a:lnTo>
                  <a:lnTo>
                    <a:pt x="2438143" y="2255052"/>
                  </a:lnTo>
                  <a:lnTo>
                    <a:pt x="2438143" y="2254621"/>
                  </a:lnTo>
                  <a:lnTo>
                    <a:pt x="2438261" y="2254621"/>
                  </a:lnTo>
                  <a:lnTo>
                    <a:pt x="2438261" y="2254191"/>
                  </a:lnTo>
                  <a:lnTo>
                    <a:pt x="2438378" y="2254191"/>
                  </a:lnTo>
                  <a:lnTo>
                    <a:pt x="2438378" y="2253760"/>
                  </a:lnTo>
                  <a:lnTo>
                    <a:pt x="2438378" y="2253329"/>
                  </a:lnTo>
                  <a:lnTo>
                    <a:pt x="2438496" y="2253329"/>
                  </a:lnTo>
                  <a:lnTo>
                    <a:pt x="2438496" y="2252899"/>
                  </a:lnTo>
                  <a:lnTo>
                    <a:pt x="2438614" y="2252899"/>
                  </a:lnTo>
                  <a:lnTo>
                    <a:pt x="2438731" y="2252899"/>
                  </a:lnTo>
                  <a:lnTo>
                    <a:pt x="2438849" y="2252899"/>
                  </a:lnTo>
                  <a:lnTo>
                    <a:pt x="2438967" y="2252899"/>
                  </a:lnTo>
                  <a:lnTo>
                    <a:pt x="2439084" y="2252899"/>
                  </a:lnTo>
                  <a:lnTo>
                    <a:pt x="2439202" y="2252899"/>
                  </a:lnTo>
                  <a:lnTo>
                    <a:pt x="2439319" y="2252899"/>
                  </a:lnTo>
                  <a:lnTo>
                    <a:pt x="2439437" y="2252899"/>
                  </a:lnTo>
                  <a:lnTo>
                    <a:pt x="2439555" y="2252899"/>
                  </a:lnTo>
                  <a:lnTo>
                    <a:pt x="2439672" y="2252899"/>
                  </a:lnTo>
                  <a:lnTo>
                    <a:pt x="2439790" y="2252899"/>
                  </a:lnTo>
                  <a:lnTo>
                    <a:pt x="2439907" y="2252899"/>
                  </a:lnTo>
                  <a:lnTo>
                    <a:pt x="2440025" y="2252899"/>
                  </a:lnTo>
                  <a:lnTo>
                    <a:pt x="2440025" y="2252468"/>
                  </a:lnTo>
                  <a:lnTo>
                    <a:pt x="2440143" y="2252468"/>
                  </a:lnTo>
                  <a:lnTo>
                    <a:pt x="2440260" y="2252468"/>
                  </a:lnTo>
                  <a:lnTo>
                    <a:pt x="2440378" y="2252468"/>
                  </a:lnTo>
                  <a:lnTo>
                    <a:pt x="2440378" y="2252038"/>
                  </a:lnTo>
                  <a:lnTo>
                    <a:pt x="2440495" y="2252038"/>
                  </a:lnTo>
                  <a:lnTo>
                    <a:pt x="2440613" y="2252038"/>
                  </a:lnTo>
                  <a:lnTo>
                    <a:pt x="2440731" y="2252038"/>
                  </a:lnTo>
                  <a:lnTo>
                    <a:pt x="2440848" y="2252038"/>
                  </a:lnTo>
                  <a:lnTo>
                    <a:pt x="2440966" y="2252038"/>
                  </a:lnTo>
                  <a:lnTo>
                    <a:pt x="2441084" y="2252038"/>
                  </a:lnTo>
                  <a:lnTo>
                    <a:pt x="2441201" y="2252038"/>
                  </a:lnTo>
                  <a:lnTo>
                    <a:pt x="2441319" y="2252038"/>
                  </a:lnTo>
                  <a:lnTo>
                    <a:pt x="2441319" y="2251607"/>
                  </a:lnTo>
                  <a:lnTo>
                    <a:pt x="2441436" y="2251607"/>
                  </a:lnTo>
                  <a:lnTo>
                    <a:pt x="2441436" y="2251176"/>
                  </a:lnTo>
                  <a:lnTo>
                    <a:pt x="2441554" y="2251176"/>
                  </a:lnTo>
                  <a:lnTo>
                    <a:pt x="2441672" y="2251176"/>
                  </a:lnTo>
                  <a:lnTo>
                    <a:pt x="2441789" y="2251176"/>
                  </a:lnTo>
                  <a:lnTo>
                    <a:pt x="2441907" y="2251176"/>
                  </a:lnTo>
                  <a:lnTo>
                    <a:pt x="2442024" y="2251176"/>
                  </a:lnTo>
                  <a:lnTo>
                    <a:pt x="2442142" y="2251176"/>
                  </a:lnTo>
                  <a:lnTo>
                    <a:pt x="2442260" y="2251176"/>
                  </a:lnTo>
                  <a:lnTo>
                    <a:pt x="2442377" y="2251176"/>
                  </a:lnTo>
                  <a:lnTo>
                    <a:pt x="2442377" y="2250746"/>
                  </a:lnTo>
                  <a:lnTo>
                    <a:pt x="2442495" y="2250746"/>
                  </a:lnTo>
                  <a:lnTo>
                    <a:pt x="2442495" y="2250315"/>
                  </a:lnTo>
                  <a:lnTo>
                    <a:pt x="2442613" y="2250315"/>
                  </a:lnTo>
                  <a:lnTo>
                    <a:pt x="2442613" y="2249885"/>
                  </a:lnTo>
                  <a:lnTo>
                    <a:pt x="2442613" y="2249454"/>
                  </a:lnTo>
                  <a:lnTo>
                    <a:pt x="2442730" y="2249454"/>
                  </a:lnTo>
                  <a:lnTo>
                    <a:pt x="2442848" y="2249454"/>
                  </a:lnTo>
                  <a:lnTo>
                    <a:pt x="2442965" y="2249454"/>
                  </a:lnTo>
                  <a:lnTo>
                    <a:pt x="2443083" y="2249454"/>
                  </a:lnTo>
                  <a:lnTo>
                    <a:pt x="2443083" y="2249023"/>
                  </a:lnTo>
                  <a:lnTo>
                    <a:pt x="2443201" y="2249023"/>
                  </a:lnTo>
                  <a:lnTo>
                    <a:pt x="2443318" y="2249023"/>
                  </a:lnTo>
                  <a:lnTo>
                    <a:pt x="2443318" y="2248593"/>
                  </a:lnTo>
                  <a:lnTo>
                    <a:pt x="2443318" y="2248162"/>
                  </a:lnTo>
                  <a:lnTo>
                    <a:pt x="2443436" y="2248162"/>
                  </a:lnTo>
                  <a:lnTo>
                    <a:pt x="2443436" y="2247732"/>
                  </a:lnTo>
                  <a:lnTo>
                    <a:pt x="2443553" y="2247732"/>
                  </a:lnTo>
                  <a:lnTo>
                    <a:pt x="2443553" y="2247301"/>
                  </a:lnTo>
                  <a:lnTo>
                    <a:pt x="2443671" y="2247301"/>
                  </a:lnTo>
                  <a:lnTo>
                    <a:pt x="2443789" y="2247301"/>
                  </a:lnTo>
                  <a:lnTo>
                    <a:pt x="2443906" y="2247301"/>
                  </a:lnTo>
                  <a:lnTo>
                    <a:pt x="2444024" y="2247301"/>
                  </a:lnTo>
                  <a:lnTo>
                    <a:pt x="2444142" y="2247301"/>
                  </a:lnTo>
                  <a:lnTo>
                    <a:pt x="2444259" y="2247301"/>
                  </a:lnTo>
                  <a:lnTo>
                    <a:pt x="2444259" y="2246870"/>
                  </a:lnTo>
                  <a:lnTo>
                    <a:pt x="2444377" y="2246870"/>
                  </a:lnTo>
                  <a:lnTo>
                    <a:pt x="2444494" y="2246870"/>
                  </a:lnTo>
                  <a:lnTo>
                    <a:pt x="2444612" y="2246870"/>
                  </a:lnTo>
                  <a:lnTo>
                    <a:pt x="2444612" y="2246440"/>
                  </a:lnTo>
                  <a:lnTo>
                    <a:pt x="2444612" y="2246009"/>
                  </a:lnTo>
                  <a:lnTo>
                    <a:pt x="2444612" y="2245579"/>
                  </a:lnTo>
                  <a:lnTo>
                    <a:pt x="2444730" y="2245579"/>
                  </a:lnTo>
                  <a:lnTo>
                    <a:pt x="2444847" y="2245579"/>
                  </a:lnTo>
                  <a:lnTo>
                    <a:pt x="2444965" y="2245579"/>
                  </a:lnTo>
                  <a:lnTo>
                    <a:pt x="2445082" y="2245579"/>
                  </a:lnTo>
                  <a:lnTo>
                    <a:pt x="2445082" y="2245148"/>
                  </a:lnTo>
                  <a:lnTo>
                    <a:pt x="2445082" y="2244717"/>
                  </a:lnTo>
                  <a:lnTo>
                    <a:pt x="2445200" y="2244717"/>
                  </a:lnTo>
                  <a:lnTo>
                    <a:pt x="2445200" y="2244287"/>
                  </a:lnTo>
                  <a:lnTo>
                    <a:pt x="2445318" y="2244287"/>
                  </a:lnTo>
                  <a:lnTo>
                    <a:pt x="2445318" y="2243856"/>
                  </a:lnTo>
                  <a:lnTo>
                    <a:pt x="2445435" y="2243856"/>
                  </a:lnTo>
                  <a:lnTo>
                    <a:pt x="2445553" y="2243856"/>
                  </a:lnTo>
                  <a:lnTo>
                    <a:pt x="2445671" y="2243856"/>
                  </a:lnTo>
                  <a:lnTo>
                    <a:pt x="2445788" y="2243856"/>
                  </a:lnTo>
                  <a:lnTo>
                    <a:pt x="2445906" y="2243856"/>
                  </a:lnTo>
                  <a:lnTo>
                    <a:pt x="2445906" y="2243426"/>
                  </a:lnTo>
                  <a:lnTo>
                    <a:pt x="2446023" y="2243426"/>
                  </a:lnTo>
                  <a:lnTo>
                    <a:pt x="2446141" y="2243426"/>
                  </a:lnTo>
                  <a:lnTo>
                    <a:pt x="2446259" y="2243426"/>
                  </a:lnTo>
                  <a:lnTo>
                    <a:pt x="2446376" y="2243426"/>
                  </a:lnTo>
                  <a:lnTo>
                    <a:pt x="2446494" y="2243426"/>
                  </a:lnTo>
                  <a:lnTo>
                    <a:pt x="2446611" y="2243426"/>
                  </a:lnTo>
                  <a:lnTo>
                    <a:pt x="2446729" y="2243426"/>
                  </a:lnTo>
                  <a:lnTo>
                    <a:pt x="2446729" y="2242995"/>
                  </a:lnTo>
                  <a:lnTo>
                    <a:pt x="2446847" y="2242995"/>
                  </a:lnTo>
                  <a:lnTo>
                    <a:pt x="2446964" y="2242995"/>
                  </a:lnTo>
                  <a:lnTo>
                    <a:pt x="2447082" y="2242995"/>
                  </a:lnTo>
                  <a:lnTo>
                    <a:pt x="2447200" y="2242995"/>
                  </a:lnTo>
                  <a:lnTo>
                    <a:pt x="2447200" y="2242564"/>
                  </a:lnTo>
                  <a:lnTo>
                    <a:pt x="2447317" y="2242564"/>
                  </a:lnTo>
                  <a:lnTo>
                    <a:pt x="2447435" y="2242564"/>
                  </a:lnTo>
                  <a:lnTo>
                    <a:pt x="2447435" y="2242134"/>
                  </a:lnTo>
                  <a:lnTo>
                    <a:pt x="2447435" y="2241703"/>
                  </a:lnTo>
                  <a:lnTo>
                    <a:pt x="2447552" y="2241703"/>
                  </a:lnTo>
                  <a:lnTo>
                    <a:pt x="2447670" y="2241703"/>
                  </a:lnTo>
                  <a:lnTo>
                    <a:pt x="2447788" y="2241703"/>
                  </a:lnTo>
                  <a:lnTo>
                    <a:pt x="2447905" y="2241703"/>
                  </a:lnTo>
                  <a:lnTo>
                    <a:pt x="2447905" y="2241273"/>
                  </a:lnTo>
                  <a:lnTo>
                    <a:pt x="2448023" y="2241273"/>
                  </a:lnTo>
                  <a:lnTo>
                    <a:pt x="2448140" y="2241273"/>
                  </a:lnTo>
                  <a:lnTo>
                    <a:pt x="2448258" y="2241273"/>
                  </a:lnTo>
                  <a:lnTo>
                    <a:pt x="2448376" y="2241273"/>
                  </a:lnTo>
                  <a:lnTo>
                    <a:pt x="2448493" y="2241273"/>
                  </a:lnTo>
                  <a:lnTo>
                    <a:pt x="2448611" y="2241273"/>
                  </a:lnTo>
                  <a:lnTo>
                    <a:pt x="2448728" y="2241273"/>
                  </a:lnTo>
                  <a:lnTo>
                    <a:pt x="2448846" y="2241273"/>
                  </a:lnTo>
                  <a:lnTo>
                    <a:pt x="2448964" y="2241273"/>
                  </a:lnTo>
                  <a:lnTo>
                    <a:pt x="2448964" y="2240842"/>
                  </a:lnTo>
                  <a:lnTo>
                    <a:pt x="2449081" y="2240842"/>
                  </a:lnTo>
                  <a:lnTo>
                    <a:pt x="2449199" y="2240842"/>
                  </a:lnTo>
                  <a:lnTo>
                    <a:pt x="2449317" y="2240842"/>
                  </a:lnTo>
                  <a:lnTo>
                    <a:pt x="2449434" y="2240842"/>
                  </a:lnTo>
                  <a:lnTo>
                    <a:pt x="2449552" y="2240842"/>
                  </a:lnTo>
                  <a:lnTo>
                    <a:pt x="2449552" y="2240411"/>
                  </a:lnTo>
                  <a:lnTo>
                    <a:pt x="2449669" y="2240411"/>
                  </a:lnTo>
                  <a:lnTo>
                    <a:pt x="2449787" y="2240411"/>
                  </a:lnTo>
                  <a:lnTo>
                    <a:pt x="2449905" y="2240411"/>
                  </a:lnTo>
                  <a:lnTo>
                    <a:pt x="2450022" y="2240411"/>
                  </a:lnTo>
                  <a:lnTo>
                    <a:pt x="2450022" y="2239981"/>
                  </a:lnTo>
                  <a:lnTo>
                    <a:pt x="2450022" y="2239550"/>
                  </a:lnTo>
                  <a:lnTo>
                    <a:pt x="2450022" y="2239120"/>
                  </a:lnTo>
                  <a:lnTo>
                    <a:pt x="2450022" y="2238689"/>
                  </a:lnTo>
                  <a:lnTo>
                    <a:pt x="2450140" y="2238689"/>
                  </a:lnTo>
                  <a:lnTo>
                    <a:pt x="2450140" y="2238258"/>
                  </a:lnTo>
                  <a:lnTo>
                    <a:pt x="2450140" y="2237828"/>
                  </a:lnTo>
                  <a:lnTo>
                    <a:pt x="2450257" y="2237828"/>
                  </a:lnTo>
                  <a:lnTo>
                    <a:pt x="2450375" y="2237828"/>
                  </a:lnTo>
                  <a:lnTo>
                    <a:pt x="2450375" y="2237397"/>
                  </a:lnTo>
                  <a:lnTo>
                    <a:pt x="2450493" y="2237397"/>
                  </a:lnTo>
                  <a:lnTo>
                    <a:pt x="2450610" y="2237397"/>
                  </a:lnTo>
                  <a:lnTo>
                    <a:pt x="2450728" y="2237397"/>
                  </a:lnTo>
                  <a:lnTo>
                    <a:pt x="2450846" y="2237397"/>
                  </a:lnTo>
                  <a:lnTo>
                    <a:pt x="2450846" y="2236967"/>
                  </a:lnTo>
                  <a:lnTo>
                    <a:pt x="2450963" y="2236967"/>
                  </a:lnTo>
                  <a:lnTo>
                    <a:pt x="2451081" y="2236967"/>
                  </a:lnTo>
                  <a:lnTo>
                    <a:pt x="2451198" y="2236967"/>
                  </a:lnTo>
                  <a:lnTo>
                    <a:pt x="2451198" y="2236536"/>
                  </a:lnTo>
                  <a:lnTo>
                    <a:pt x="2451198" y="2236105"/>
                  </a:lnTo>
                  <a:lnTo>
                    <a:pt x="2451316" y="2236105"/>
                  </a:lnTo>
                  <a:lnTo>
                    <a:pt x="2451434" y="2236105"/>
                  </a:lnTo>
                  <a:lnTo>
                    <a:pt x="2451551" y="2236105"/>
                  </a:lnTo>
                  <a:lnTo>
                    <a:pt x="2451669" y="2236105"/>
                  </a:lnTo>
                  <a:lnTo>
                    <a:pt x="2451786" y="2236105"/>
                  </a:lnTo>
                  <a:lnTo>
                    <a:pt x="2451904" y="2236105"/>
                  </a:lnTo>
                  <a:lnTo>
                    <a:pt x="2452022" y="2236105"/>
                  </a:lnTo>
                  <a:lnTo>
                    <a:pt x="2452139" y="2236105"/>
                  </a:lnTo>
                  <a:lnTo>
                    <a:pt x="2452257" y="2236105"/>
                  </a:lnTo>
                  <a:lnTo>
                    <a:pt x="2452375" y="2236105"/>
                  </a:lnTo>
                  <a:lnTo>
                    <a:pt x="2452375" y="2235675"/>
                  </a:lnTo>
                  <a:lnTo>
                    <a:pt x="2452492" y="2235675"/>
                  </a:lnTo>
                  <a:lnTo>
                    <a:pt x="2452492" y="2235244"/>
                  </a:lnTo>
                  <a:lnTo>
                    <a:pt x="2452610" y="2235244"/>
                  </a:lnTo>
                  <a:lnTo>
                    <a:pt x="2452610" y="2234814"/>
                  </a:lnTo>
                  <a:lnTo>
                    <a:pt x="2452727" y="2234814"/>
                  </a:lnTo>
                  <a:lnTo>
                    <a:pt x="2452845" y="2234814"/>
                  </a:lnTo>
                  <a:lnTo>
                    <a:pt x="2452963" y="2234814"/>
                  </a:lnTo>
                  <a:lnTo>
                    <a:pt x="2452963" y="2234383"/>
                  </a:lnTo>
                  <a:lnTo>
                    <a:pt x="2453080" y="2234383"/>
                  </a:lnTo>
                  <a:lnTo>
                    <a:pt x="2453198" y="2234383"/>
                  </a:lnTo>
                  <a:lnTo>
                    <a:pt x="2453315" y="2234383"/>
                  </a:lnTo>
                  <a:lnTo>
                    <a:pt x="2453433" y="2234383"/>
                  </a:lnTo>
                  <a:lnTo>
                    <a:pt x="2453433" y="2233952"/>
                  </a:lnTo>
                  <a:lnTo>
                    <a:pt x="2453551" y="2233952"/>
                  </a:lnTo>
                  <a:lnTo>
                    <a:pt x="2453668" y="2233952"/>
                  </a:lnTo>
                  <a:lnTo>
                    <a:pt x="2453786" y="2233952"/>
                  </a:lnTo>
                  <a:lnTo>
                    <a:pt x="2453904" y="2233952"/>
                  </a:lnTo>
                  <a:lnTo>
                    <a:pt x="2454021" y="2233952"/>
                  </a:lnTo>
                  <a:lnTo>
                    <a:pt x="2454139" y="2233952"/>
                  </a:lnTo>
                  <a:lnTo>
                    <a:pt x="2454256" y="2233952"/>
                  </a:lnTo>
                  <a:lnTo>
                    <a:pt x="2454374" y="2233952"/>
                  </a:lnTo>
                  <a:lnTo>
                    <a:pt x="2454492" y="2233952"/>
                  </a:lnTo>
                  <a:lnTo>
                    <a:pt x="2454609" y="2233952"/>
                  </a:lnTo>
                  <a:lnTo>
                    <a:pt x="2454727" y="2233952"/>
                  </a:lnTo>
                  <a:lnTo>
                    <a:pt x="2454844" y="2233952"/>
                  </a:lnTo>
                  <a:lnTo>
                    <a:pt x="2454962" y="2233952"/>
                  </a:lnTo>
                  <a:lnTo>
                    <a:pt x="2454962" y="2233522"/>
                  </a:lnTo>
                  <a:lnTo>
                    <a:pt x="2454962" y="2233091"/>
                  </a:lnTo>
                  <a:lnTo>
                    <a:pt x="2454962" y="2232661"/>
                  </a:lnTo>
                  <a:lnTo>
                    <a:pt x="2455080" y="2232661"/>
                  </a:lnTo>
                  <a:lnTo>
                    <a:pt x="2455197" y="2232661"/>
                  </a:lnTo>
                  <a:lnTo>
                    <a:pt x="2455315" y="2232661"/>
                  </a:lnTo>
                  <a:lnTo>
                    <a:pt x="2455315" y="2232230"/>
                  </a:lnTo>
                  <a:lnTo>
                    <a:pt x="2455433" y="2232230"/>
                  </a:lnTo>
                  <a:lnTo>
                    <a:pt x="2455433" y="2231799"/>
                  </a:lnTo>
                  <a:lnTo>
                    <a:pt x="2455550" y="2231799"/>
                  </a:lnTo>
                  <a:lnTo>
                    <a:pt x="2455668" y="2231799"/>
                  </a:lnTo>
                  <a:lnTo>
                    <a:pt x="2455785" y="2231799"/>
                  </a:lnTo>
                  <a:lnTo>
                    <a:pt x="2455785" y="2231369"/>
                  </a:lnTo>
                  <a:lnTo>
                    <a:pt x="2455785" y="2230938"/>
                  </a:lnTo>
                  <a:lnTo>
                    <a:pt x="2455903" y="2230938"/>
                  </a:lnTo>
                  <a:lnTo>
                    <a:pt x="2456021" y="2230938"/>
                  </a:lnTo>
                  <a:lnTo>
                    <a:pt x="2456138" y="2230938"/>
                  </a:lnTo>
                  <a:lnTo>
                    <a:pt x="2456138" y="2230508"/>
                  </a:lnTo>
                  <a:lnTo>
                    <a:pt x="2456256" y="2230508"/>
                  </a:lnTo>
                  <a:lnTo>
                    <a:pt x="2456373" y="2230508"/>
                  </a:lnTo>
                  <a:lnTo>
                    <a:pt x="2456491" y="2230508"/>
                  </a:lnTo>
                  <a:lnTo>
                    <a:pt x="2456491" y="2230077"/>
                  </a:lnTo>
                  <a:lnTo>
                    <a:pt x="2456491" y="2229646"/>
                  </a:lnTo>
                  <a:lnTo>
                    <a:pt x="2456609" y="2229646"/>
                  </a:lnTo>
                  <a:lnTo>
                    <a:pt x="2456726" y="2229646"/>
                  </a:lnTo>
                  <a:lnTo>
                    <a:pt x="2456844" y="2229646"/>
                  </a:lnTo>
                  <a:lnTo>
                    <a:pt x="2456961" y="2229646"/>
                  </a:lnTo>
                  <a:lnTo>
                    <a:pt x="2457079" y="2229646"/>
                  </a:lnTo>
                  <a:lnTo>
                    <a:pt x="2457079" y="2229216"/>
                  </a:lnTo>
                  <a:lnTo>
                    <a:pt x="2457197" y="2229216"/>
                  </a:lnTo>
                  <a:lnTo>
                    <a:pt x="2457314" y="2229216"/>
                  </a:lnTo>
                  <a:lnTo>
                    <a:pt x="2457432" y="2229216"/>
                  </a:lnTo>
                  <a:lnTo>
                    <a:pt x="2457550" y="2229216"/>
                  </a:lnTo>
                  <a:lnTo>
                    <a:pt x="2457667" y="2229216"/>
                  </a:lnTo>
                  <a:lnTo>
                    <a:pt x="2457667" y="2228785"/>
                  </a:lnTo>
                  <a:lnTo>
                    <a:pt x="2457785" y="2228785"/>
                  </a:lnTo>
                  <a:lnTo>
                    <a:pt x="2457902" y="2228785"/>
                  </a:lnTo>
                  <a:lnTo>
                    <a:pt x="2457902" y="2228355"/>
                  </a:lnTo>
                  <a:lnTo>
                    <a:pt x="2457902" y="2227924"/>
                  </a:lnTo>
                  <a:lnTo>
                    <a:pt x="2458020" y="2227924"/>
                  </a:lnTo>
                  <a:lnTo>
                    <a:pt x="2458138" y="2227924"/>
                  </a:lnTo>
                  <a:lnTo>
                    <a:pt x="2458255" y="2227924"/>
                  </a:lnTo>
                  <a:lnTo>
                    <a:pt x="2458255" y="2227493"/>
                  </a:lnTo>
                  <a:lnTo>
                    <a:pt x="2458373" y="2227493"/>
                  </a:lnTo>
                  <a:lnTo>
                    <a:pt x="2458490" y="2227493"/>
                  </a:lnTo>
                  <a:lnTo>
                    <a:pt x="2458490" y="2227063"/>
                  </a:lnTo>
                  <a:lnTo>
                    <a:pt x="2458490" y="2226632"/>
                  </a:lnTo>
                  <a:lnTo>
                    <a:pt x="2458608" y="2226632"/>
                  </a:lnTo>
                  <a:lnTo>
                    <a:pt x="2458726" y="2226632"/>
                  </a:lnTo>
                  <a:lnTo>
                    <a:pt x="2458726" y="2226202"/>
                  </a:lnTo>
                  <a:lnTo>
                    <a:pt x="2458843" y="2226202"/>
                  </a:lnTo>
                  <a:lnTo>
                    <a:pt x="2458961" y="2226202"/>
                  </a:lnTo>
                  <a:lnTo>
                    <a:pt x="2459079" y="2226202"/>
                  </a:lnTo>
                  <a:lnTo>
                    <a:pt x="2459079" y="2225771"/>
                  </a:lnTo>
                  <a:lnTo>
                    <a:pt x="2459079" y="2225340"/>
                  </a:lnTo>
                  <a:lnTo>
                    <a:pt x="2459079" y="2224910"/>
                  </a:lnTo>
                  <a:lnTo>
                    <a:pt x="2459196" y="2224910"/>
                  </a:lnTo>
                  <a:lnTo>
                    <a:pt x="2459314" y="2224910"/>
                  </a:lnTo>
                  <a:lnTo>
                    <a:pt x="2459314" y="2224479"/>
                  </a:lnTo>
                  <a:lnTo>
                    <a:pt x="2459431" y="2224479"/>
                  </a:lnTo>
                  <a:lnTo>
                    <a:pt x="2459431" y="2224049"/>
                  </a:lnTo>
                  <a:lnTo>
                    <a:pt x="2459549" y="2224049"/>
                  </a:lnTo>
                  <a:lnTo>
                    <a:pt x="2459667" y="2224049"/>
                  </a:lnTo>
                  <a:lnTo>
                    <a:pt x="2459784" y="2224049"/>
                  </a:lnTo>
                  <a:lnTo>
                    <a:pt x="2459902" y="2224049"/>
                  </a:lnTo>
                  <a:lnTo>
                    <a:pt x="2460019" y="2224049"/>
                  </a:lnTo>
                  <a:lnTo>
                    <a:pt x="2460137" y="2224049"/>
                  </a:lnTo>
                  <a:lnTo>
                    <a:pt x="2460255" y="2224049"/>
                  </a:lnTo>
                  <a:lnTo>
                    <a:pt x="2460372" y="2224049"/>
                  </a:lnTo>
                  <a:lnTo>
                    <a:pt x="2460490" y="2224049"/>
                  </a:lnTo>
                  <a:lnTo>
                    <a:pt x="2460608" y="2224049"/>
                  </a:lnTo>
                  <a:lnTo>
                    <a:pt x="2460725" y="2224049"/>
                  </a:lnTo>
                  <a:lnTo>
                    <a:pt x="2460725" y="2223618"/>
                  </a:lnTo>
                  <a:lnTo>
                    <a:pt x="2460725" y="2223187"/>
                  </a:lnTo>
                  <a:lnTo>
                    <a:pt x="2460843" y="2223187"/>
                  </a:lnTo>
                  <a:lnTo>
                    <a:pt x="2460960" y="2223187"/>
                  </a:lnTo>
                  <a:lnTo>
                    <a:pt x="2461078" y="2223187"/>
                  </a:lnTo>
                  <a:lnTo>
                    <a:pt x="2461078" y="2222757"/>
                  </a:lnTo>
                  <a:lnTo>
                    <a:pt x="2461196" y="2222757"/>
                  </a:lnTo>
                  <a:lnTo>
                    <a:pt x="2461196" y="2222326"/>
                  </a:lnTo>
                  <a:lnTo>
                    <a:pt x="2461313" y="2222326"/>
                  </a:lnTo>
                  <a:lnTo>
                    <a:pt x="2461431" y="2222326"/>
                  </a:lnTo>
                  <a:lnTo>
                    <a:pt x="2461548" y="2222326"/>
                  </a:lnTo>
                  <a:lnTo>
                    <a:pt x="2461666" y="2222326"/>
                  </a:lnTo>
                  <a:lnTo>
                    <a:pt x="2461784" y="2222326"/>
                  </a:lnTo>
                  <a:lnTo>
                    <a:pt x="2461901" y="2222326"/>
                  </a:lnTo>
                  <a:lnTo>
                    <a:pt x="2462019" y="2222326"/>
                  </a:lnTo>
                  <a:lnTo>
                    <a:pt x="2462019" y="2221896"/>
                  </a:lnTo>
                  <a:lnTo>
                    <a:pt x="2462137" y="2221896"/>
                  </a:lnTo>
                  <a:lnTo>
                    <a:pt x="2462254" y="2221896"/>
                  </a:lnTo>
                  <a:lnTo>
                    <a:pt x="2462372" y="2221896"/>
                  </a:lnTo>
                  <a:lnTo>
                    <a:pt x="2462489" y="2221896"/>
                  </a:lnTo>
                  <a:lnTo>
                    <a:pt x="2462607" y="2221896"/>
                  </a:lnTo>
                  <a:lnTo>
                    <a:pt x="2462725" y="2221896"/>
                  </a:lnTo>
                  <a:lnTo>
                    <a:pt x="2462842" y="2221896"/>
                  </a:lnTo>
                  <a:lnTo>
                    <a:pt x="2462960" y="2221896"/>
                  </a:lnTo>
                  <a:lnTo>
                    <a:pt x="2463077" y="2221896"/>
                  </a:lnTo>
                  <a:lnTo>
                    <a:pt x="2463195" y="2221896"/>
                  </a:lnTo>
                  <a:lnTo>
                    <a:pt x="2463313" y="2221896"/>
                  </a:lnTo>
                  <a:lnTo>
                    <a:pt x="2463430" y="2221896"/>
                  </a:lnTo>
                  <a:lnTo>
                    <a:pt x="2463430" y="2221465"/>
                  </a:lnTo>
                  <a:lnTo>
                    <a:pt x="2463548" y="2221465"/>
                  </a:lnTo>
                  <a:lnTo>
                    <a:pt x="2463666" y="2221465"/>
                  </a:lnTo>
                  <a:lnTo>
                    <a:pt x="2463783" y="2221465"/>
                  </a:lnTo>
                  <a:lnTo>
                    <a:pt x="2463901" y="2221465"/>
                  </a:lnTo>
                  <a:lnTo>
                    <a:pt x="2464018" y="2221465"/>
                  </a:lnTo>
                  <a:lnTo>
                    <a:pt x="2464018" y="2221034"/>
                  </a:lnTo>
                  <a:lnTo>
                    <a:pt x="2464136" y="2221034"/>
                  </a:lnTo>
                  <a:lnTo>
                    <a:pt x="2464254" y="2221034"/>
                  </a:lnTo>
                  <a:lnTo>
                    <a:pt x="2464254" y="2220604"/>
                  </a:lnTo>
                  <a:lnTo>
                    <a:pt x="2464254" y="2220173"/>
                  </a:lnTo>
                  <a:lnTo>
                    <a:pt x="2464371" y="2220173"/>
                  </a:lnTo>
                  <a:lnTo>
                    <a:pt x="2464489" y="2220173"/>
                  </a:lnTo>
                  <a:lnTo>
                    <a:pt x="2464489" y="2219743"/>
                  </a:lnTo>
                  <a:lnTo>
                    <a:pt x="2464489" y="2219312"/>
                  </a:lnTo>
                  <a:lnTo>
                    <a:pt x="2464606" y="2219312"/>
                  </a:lnTo>
                  <a:lnTo>
                    <a:pt x="2464724" y="2219312"/>
                  </a:lnTo>
                  <a:lnTo>
                    <a:pt x="2464842" y="2219312"/>
                  </a:lnTo>
                  <a:lnTo>
                    <a:pt x="2464959" y="2219312"/>
                  </a:lnTo>
                  <a:lnTo>
                    <a:pt x="2465077" y="2219312"/>
                  </a:lnTo>
                  <a:lnTo>
                    <a:pt x="2465194" y="2219312"/>
                  </a:lnTo>
                  <a:lnTo>
                    <a:pt x="2465312" y="2219312"/>
                  </a:lnTo>
                  <a:lnTo>
                    <a:pt x="2465312" y="2218881"/>
                  </a:lnTo>
                  <a:lnTo>
                    <a:pt x="2465430" y="2218881"/>
                  </a:lnTo>
                  <a:lnTo>
                    <a:pt x="2465547" y="2218881"/>
                  </a:lnTo>
                  <a:lnTo>
                    <a:pt x="2465665" y="2218881"/>
                  </a:lnTo>
                  <a:lnTo>
                    <a:pt x="2465665" y="2218451"/>
                  </a:lnTo>
                  <a:lnTo>
                    <a:pt x="2465783" y="2218451"/>
                  </a:lnTo>
                  <a:lnTo>
                    <a:pt x="2465900" y="2218451"/>
                  </a:lnTo>
                  <a:lnTo>
                    <a:pt x="2466018" y="2218451"/>
                  </a:lnTo>
                  <a:lnTo>
                    <a:pt x="2466135" y="2218451"/>
                  </a:lnTo>
                  <a:lnTo>
                    <a:pt x="2466253" y="2218451"/>
                  </a:lnTo>
                  <a:lnTo>
                    <a:pt x="2466371" y="2218451"/>
                  </a:lnTo>
                  <a:lnTo>
                    <a:pt x="2466488" y="2218451"/>
                  </a:lnTo>
                  <a:lnTo>
                    <a:pt x="2466488" y="2218020"/>
                  </a:lnTo>
                  <a:lnTo>
                    <a:pt x="2466488" y="2217590"/>
                  </a:lnTo>
                  <a:lnTo>
                    <a:pt x="2466488" y="2217159"/>
                  </a:lnTo>
                  <a:lnTo>
                    <a:pt x="2466606" y="2217159"/>
                  </a:lnTo>
                  <a:lnTo>
                    <a:pt x="2466723" y="2217159"/>
                  </a:lnTo>
                  <a:lnTo>
                    <a:pt x="2466841" y="2217159"/>
                  </a:lnTo>
                  <a:lnTo>
                    <a:pt x="2466959" y="2217159"/>
                  </a:lnTo>
                  <a:lnTo>
                    <a:pt x="2467076" y="2217159"/>
                  </a:lnTo>
                  <a:lnTo>
                    <a:pt x="2467194" y="2217159"/>
                  </a:lnTo>
                  <a:lnTo>
                    <a:pt x="2467312" y="2217159"/>
                  </a:lnTo>
                  <a:lnTo>
                    <a:pt x="2467312" y="2216728"/>
                  </a:lnTo>
                  <a:lnTo>
                    <a:pt x="2467312" y="2216298"/>
                  </a:lnTo>
                  <a:lnTo>
                    <a:pt x="2467312" y="2215867"/>
                  </a:lnTo>
                  <a:lnTo>
                    <a:pt x="2467429" y="2215867"/>
                  </a:lnTo>
                  <a:lnTo>
                    <a:pt x="2467429" y="2215437"/>
                  </a:lnTo>
                  <a:lnTo>
                    <a:pt x="2467547" y="2215437"/>
                  </a:lnTo>
                  <a:lnTo>
                    <a:pt x="2467664" y="2215437"/>
                  </a:lnTo>
                  <a:lnTo>
                    <a:pt x="2467782" y="2215437"/>
                  </a:lnTo>
                  <a:lnTo>
                    <a:pt x="2467782" y="2215006"/>
                  </a:lnTo>
                  <a:lnTo>
                    <a:pt x="2467900" y="2215006"/>
                  </a:lnTo>
                  <a:lnTo>
                    <a:pt x="2468017" y="2215006"/>
                  </a:lnTo>
                  <a:lnTo>
                    <a:pt x="2468017" y="2214575"/>
                  </a:lnTo>
                  <a:lnTo>
                    <a:pt x="2468135" y="2214575"/>
                  </a:lnTo>
                  <a:lnTo>
                    <a:pt x="2468252" y="2214575"/>
                  </a:lnTo>
                  <a:lnTo>
                    <a:pt x="2468252" y="2214145"/>
                  </a:lnTo>
                  <a:lnTo>
                    <a:pt x="2468252" y="2213714"/>
                  </a:lnTo>
                  <a:lnTo>
                    <a:pt x="2468370" y="2213714"/>
                  </a:lnTo>
                  <a:lnTo>
                    <a:pt x="2468370" y="2213284"/>
                  </a:lnTo>
                  <a:lnTo>
                    <a:pt x="2468488" y="2213284"/>
                  </a:lnTo>
                  <a:lnTo>
                    <a:pt x="2468488" y="2212853"/>
                  </a:lnTo>
                  <a:lnTo>
                    <a:pt x="2468605" y="2212853"/>
                  </a:lnTo>
                  <a:lnTo>
                    <a:pt x="2468723" y="2212853"/>
                  </a:lnTo>
                  <a:lnTo>
                    <a:pt x="2468841" y="2212853"/>
                  </a:lnTo>
                  <a:lnTo>
                    <a:pt x="2468841" y="2212422"/>
                  </a:lnTo>
                  <a:lnTo>
                    <a:pt x="2468841" y="2211992"/>
                  </a:lnTo>
                  <a:lnTo>
                    <a:pt x="2468958" y="2211992"/>
                  </a:lnTo>
                  <a:lnTo>
                    <a:pt x="2469076" y="2211992"/>
                  </a:lnTo>
                  <a:lnTo>
                    <a:pt x="2469193" y="2211992"/>
                  </a:lnTo>
                  <a:lnTo>
                    <a:pt x="2469193" y="2211561"/>
                  </a:lnTo>
                  <a:lnTo>
                    <a:pt x="2469311" y="2211561"/>
                  </a:lnTo>
                  <a:lnTo>
                    <a:pt x="2469429" y="2211561"/>
                  </a:lnTo>
                  <a:lnTo>
                    <a:pt x="2469546" y="2211561"/>
                  </a:lnTo>
                  <a:lnTo>
                    <a:pt x="2469664" y="2211561"/>
                  </a:lnTo>
                  <a:lnTo>
                    <a:pt x="2469664" y="2211131"/>
                  </a:lnTo>
                  <a:lnTo>
                    <a:pt x="2469781" y="2211131"/>
                  </a:lnTo>
                  <a:lnTo>
                    <a:pt x="2469899" y="2211131"/>
                  </a:lnTo>
                  <a:lnTo>
                    <a:pt x="2470017" y="2211131"/>
                  </a:lnTo>
                  <a:lnTo>
                    <a:pt x="2470134" y="2211131"/>
                  </a:lnTo>
                  <a:lnTo>
                    <a:pt x="2470252" y="2211131"/>
                  </a:lnTo>
                  <a:lnTo>
                    <a:pt x="2470370" y="2211131"/>
                  </a:lnTo>
                  <a:lnTo>
                    <a:pt x="2470487" y="2211131"/>
                  </a:lnTo>
                  <a:lnTo>
                    <a:pt x="2470605" y="2211131"/>
                  </a:lnTo>
                  <a:lnTo>
                    <a:pt x="2470722" y="2211131"/>
                  </a:lnTo>
                  <a:lnTo>
                    <a:pt x="2470722" y="2210700"/>
                  </a:lnTo>
                  <a:lnTo>
                    <a:pt x="2470840" y="2210700"/>
                  </a:lnTo>
                  <a:lnTo>
                    <a:pt x="2470958" y="2210700"/>
                  </a:lnTo>
                  <a:lnTo>
                    <a:pt x="2470958" y="2210269"/>
                  </a:lnTo>
                  <a:lnTo>
                    <a:pt x="2470958" y="2209839"/>
                  </a:lnTo>
                  <a:lnTo>
                    <a:pt x="2470958" y="2209408"/>
                  </a:lnTo>
                  <a:lnTo>
                    <a:pt x="2471075" y="2209408"/>
                  </a:lnTo>
                  <a:lnTo>
                    <a:pt x="2471193" y="2209408"/>
                  </a:lnTo>
                  <a:lnTo>
                    <a:pt x="2471310" y="2209408"/>
                  </a:lnTo>
                  <a:lnTo>
                    <a:pt x="2471310" y="2208978"/>
                  </a:lnTo>
                  <a:lnTo>
                    <a:pt x="2471310" y="2208547"/>
                  </a:lnTo>
                  <a:lnTo>
                    <a:pt x="2471310" y="2208116"/>
                  </a:lnTo>
                  <a:lnTo>
                    <a:pt x="2471310" y="2207686"/>
                  </a:lnTo>
                  <a:lnTo>
                    <a:pt x="2471310" y="2207255"/>
                  </a:lnTo>
                  <a:lnTo>
                    <a:pt x="2471428" y="2207255"/>
                  </a:lnTo>
                  <a:lnTo>
                    <a:pt x="2471546" y="2207255"/>
                  </a:lnTo>
                  <a:lnTo>
                    <a:pt x="2471663" y="2207255"/>
                  </a:lnTo>
                  <a:lnTo>
                    <a:pt x="2471781" y="2207255"/>
                  </a:lnTo>
                  <a:lnTo>
                    <a:pt x="2471899" y="2207255"/>
                  </a:lnTo>
                  <a:lnTo>
                    <a:pt x="2472016" y="2207255"/>
                  </a:lnTo>
                  <a:lnTo>
                    <a:pt x="2472134" y="2207255"/>
                  </a:lnTo>
                  <a:lnTo>
                    <a:pt x="2472251" y="2207255"/>
                  </a:lnTo>
                  <a:lnTo>
                    <a:pt x="2472369" y="2207255"/>
                  </a:lnTo>
                  <a:lnTo>
                    <a:pt x="2472487" y="2207255"/>
                  </a:lnTo>
                  <a:lnTo>
                    <a:pt x="2472604" y="2207255"/>
                  </a:lnTo>
                  <a:lnTo>
                    <a:pt x="2472604" y="2206825"/>
                  </a:lnTo>
                  <a:lnTo>
                    <a:pt x="2472722" y="2206825"/>
                  </a:lnTo>
                  <a:lnTo>
                    <a:pt x="2472839" y="2206825"/>
                  </a:lnTo>
                  <a:lnTo>
                    <a:pt x="2472957" y="2206825"/>
                  </a:lnTo>
                  <a:lnTo>
                    <a:pt x="2473075" y="2206825"/>
                  </a:lnTo>
                  <a:lnTo>
                    <a:pt x="2473192" y="2206825"/>
                  </a:lnTo>
                  <a:lnTo>
                    <a:pt x="2473310" y="2206825"/>
                  </a:lnTo>
                  <a:lnTo>
                    <a:pt x="2473427" y="2206825"/>
                  </a:lnTo>
                  <a:lnTo>
                    <a:pt x="2473545" y="2206825"/>
                  </a:lnTo>
                  <a:lnTo>
                    <a:pt x="2473663" y="2206825"/>
                  </a:lnTo>
                  <a:lnTo>
                    <a:pt x="2473663" y="2206394"/>
                  </a:lnTo>
                  <a:lnTo>
                    <a:pt x="2473663" y="2205963"/>
                  </a:lnTo>
                  <a:lnTo>
                    <a:pt x="2473780" y="2205963"/>
                  </a:lnTo>
                  <a:lnTo>
                    <a:pt x="2473898" y="2205963"/>
                  </a:lnTo>
                  <a:lnTo>
                    <a:pt x="2474016" y="2205963"/>
                  </a:lnTo>
                  <a:lnTo>
                    <a:pt x="2474133" y="2205963"/>
                  </a:lnTo>
                  <a:lnTo>
                    <a:pt x="2474251" y="2205963"/>
                  </a:lnTo>
                  <a:lnTo>
                    <a:pt x="2474368" y="2205963"/>
                  </a:lnTo>
                  <a:lnTo>
                    <a:pt x="2474486" y="2205963"/>
                  </a:lnTo>
                  <a:lnTo>
                    <a:pt x="2474604" y="2205963"/>
                  </a:lnTo>
                  <a:lnTo>
                    <a:pt x="2474721" y="2205963"/>
                  </a:lnTo>
                  <a:lnTo>
                    <a:pt x="2474839" y="2205963"/>
                  </a:lnTo>
                  <a:lnTo>
                    <a:pt x="2474839" y="2205533"/>
                  </a:lnTo>
                  <a:lnTo>
                    <a:pt x="2474839" y="2205102"/>
                  </a:lnTo>
                  <a:lnTo>
                    <a:pt x="2474956" y="2205102"/>
                  </a:lnTo>
                  <a:lnTo>
                    <a:pt x="2474956" y="2204672"/>
                  </a:lnTo>
                  <a:lnTo>
                    <a:pt x="2475074" y="2204672"/>
                  </a:lnTo>
                  <a:lnTo>
                    <a:pt x="2475192" y="2204672"/>
                  </a:lnTo>
                  <a:lnTo>
                    <a:pt x="2475309" y="2204672"/>
                  </a:lnTo>
                  <a:lnTo>
                    <a:pt x="2475309" y="2204241"/>
                  </a:lnTo>
                  <a:lnTo>
                    <a:pt x="2475427" y="2204241"/>
                  </a:lnTo>
                  <a:lnTo>
                    <a:pt x="2475427" y="2203810"/>
                  </a:lnTo>
                  <a:lnTo>
                    <a:pt x="2475545" y="2203810"/>
                  </a:lnTo>
                  <a:lnTo>
                    <a:pt x="2475662" y="2203810"/>
                  </a:lnTo>
                  <a:lnTo>
                    <a:pt x="2475780" y="2203810"/>
                  </a:lnTo>
                  <a:lnTo>
                    <a:pt x="2475897" y="2203810"/>
                  </a:lnTo>
                  <a:lnTo>
                    <a:pt x="2476015" y="2203810"/>
                  </a:lnTo>
                  <a:lnTo>
                    <a:pt x="2476133" y="2203810"/>
                  </a:lnTo>
                  <a:lnTo>
                    <a:pt x="2476133" y="2203380"/>
                  </a:lnTo>
                  <a:lnTo>
                    <a:pt x="2476133" y="2202949"/>
                  </a:lnTo>
                  <a:lnTo>
                    <a:pt x="2476250" y="2202949"/>
                  </a:lnTo>
                  <a:lnTo>
                    <a:pt x="2476368" y="2202949"/>
                  </a:lnTo>
                  <a:lnTo>
                    <a:pt x="2476485" y="2202949"/>
                  </a:lnTo>
                  <a:lnTo>
                    <a:pt x="2476603" y="2202949"/>
                  </a:lnTo>
                  <a:lnTo>
                    <a:pt x="2476721" y="2202949"/>
                  </a:lnTo>
                  <a:lnTo>
                    <a:pt x="2476838" y="2202949"/>
                  </a:lnTo>
                  <a:lnTo>
                    <a:pt x="2476956" y="2202949"/>
                  </a:lnTo>
                  <a:lnTo>
                    <a:pt x="2476956" y="2202519"/>
                  </a:lnTo>
                  <a:lnTo>
                    <a:pt x="2476956" y="2202088"/>
                  </a:lnTo>
                  <a:lnTo>
                    <a:pt x="2477074" y="2202088"/>
                  </a:lnTo>
                  <a:lnTo>
                    <a:pt x="2477074" y="2201657"/>
                  </a:lnTo>
                  <a:lnTo>
                    <a:pt x="2477074" y="2201227"/>
                  </a:lnTo>
                  <a:lnTo>
                    <a:pt x="2477191" y="2201227"/>
                  </a:lnTo>
                  <a:lnTo>
                    <a:pt x="2477309" y="2201227"/>
                  </a:lnTo>
                  <a:lnTo>
                    <a:pt x="2477426" y="2201227"/>
                  </a:lnTo>
                  <a:lnTo>
                    <a:pt x="2477426" y="2200796"/>
                  </a:lnTo>
                  <a:lnTo>
                    <a:pt x="2477544" y="2200796"/>
                  </a:lnTo>
                  <a:lnTo>
                    <a:pt x="2477544" y="2200366"/>
                  </a:lnTo>
                  <a:lnTo>
                    <a:pt x="2477662" y="2200366"/>
                  </a:lnTo>
                  <a:lnTo>
                    <a:pt x="2477779" y="2200366"/>
                  </a:lnTo>
                  <a:lnTo>
                    <a:pt x="2477897" y="2200366"/>
                  </a:lnTo>
                  <a:lnTo>
                    <a:pt x="2477897" y="2199935"/>
                  </a:lnTo>
                  <a:lnTo>
                    <a:pt x="2478014" y="2199935"/>
                  </a:lnTo>
                  <a:lnTo>
                    <a:pt x="2478132" y="2199935"/>
                  </a:lnTo>
                  <a:lnTo>
                    <a:pt x="2478132" y="2199504"/>
                  </a:lnTo>
                  <a:lnTo>
                    <a:pt x="2478132" y="2199074"/>
                  </a:lnTo>
                  <a:lnTo>
                    <a:pt x="2478132" y="2198643"/>
                  </a:lnTo>
                  <a:lnTo>
                    <a:pt x="2478250" y="2198643"/>
                  </a:lnTo>
                  <a:lnTo>
                    <a:pt x="2478367" y="2198643"/>
                  </a:lnTo>
                  <a:lnTo>
                    <a:pt x="2478485" y="2198643"/>
                  </a:lnTo>
                  <a:lnTo>
                    <a:pt x="2478603" y="2198643"/>
                  </a:lnTo>
                  <a:lnTo>
                    <a:pt x="2478603" y="2198213"/>
                  </a:lnTo>
                  <a:lnTo>
                    <a:pt x="2478720" y="2198213"/>
                  </a:lnTo>
                  <a:lnTo>
                    <a:pt x="2478720" y="2197782"/>
                  </a:lnTo>
                  <a:lnTo>
                    <a:pt x="2478838" y="2197782"/>
                  </a:lnTo>
                  <a:lnTo>
                    <a:pt x="2478955" y="2197782"/>
                  </a:lnTo>
                  <a:lnTo>
                    <a:pt x="2479073" y="2197782"/>
                  </a:lnTo>
                  <a:lnTo>
                    <a:pt x="2479191" y="2197782"/>
                  </a:lnTo>
                  <a:lnTo>
                    <a:pt x="2479308" y="2197782"/>
                  </a:lnTo>
                  <a:lnTo>
                    <a:pt x="2479426" y="2197782"/>
                  </a:lnTo>
                  <a:lnTo>
                    <a:pt x="2479543" y="2197782"/>
                  </a:lnTo>
                  <a:lnTo>
                    <a:pt x="2479661" y="2197782"/>
                  </a:lnTo>
                  <a:lnTo>
                    <a:pt x="2479779" y="2197782"/>
                  </a:lnTo>
                  <a:lnTo>
                    <a:pt x="2479896" y="2197782"/>
                  </a:lnTo>
                  <a:lnTo>
                    <a:pt x="2480014" y="2197782"/>
                  </a:lnTo>
                  <a:lnTo>
                    <a:pt x="2480132" y="2197782"/>
                  </a:lnTo>
                  <a:lnTo>
                    <a:pt x="2480249" y="2197782"/>
                  </a:lnTo>
                  <a:lnTo>
                    <a:pt x="2480367" y="2197782"/>
                  </a:lnTo>
                  <a:lnTo>
                    <a:pt x="2480367" y="2197351"/>
                  </a:lnTo>
                  <a:lnTo>
                    <a:pt x="2480484" y="2197351"/>
                  </a:lnTo>
                  <a:lnTo>
                    <a:pt x="2480484" y="2196921"/>
                  </a:lnTo>
                  <a:lnTo>
                    <a:pt x="2480602" y="2196921"/>
                  </a:lnTo>
                  <a:lnTo>
                    <a:pt x="2480602" y="2196490"/>
                  </a:lnTo>
                  <a:lnTo>
                    <a:pt x="2480720" y="2196490"/>
                  </a:lnTo>
                  <a:lnTo>
                    <a:pt x="2480837" y="2196490"/>
                  </a:lnTo>
                  <a:lnTo>
                    <a:pt x="2480837" y="2196060"/>
                  </a:lnTo>
                  <a:lnTo>
                    <a:pt x="2480955" y="2196060"/>
                  </a:lnTo>
                  <a:lnTo>
                    <a:pt x="2480955" y="2195629"/>
                  </a:lnTo>
                  <a:lnTo>
                    <a:pt x="2481072" y="2195629"/>
                  </a:lnTo>
                  <a:lnTo>
                    <a:pt x="2481190" y="2195629"/>
                  </a:lnTo>
                  <a:lnTo>
                    <a:pt x="2481190" y="2195198"/>
                  </a:lnTo>
                  <a:lnTo>
                    <a:pt x="2481308" y="2195198"/>
                  </a:lnTo>
                  <a:lnTo>
                    <a:pt x="2481425" y="2195198"/>
                  </a:lnTo>
                  <a:lnTo>
                    <a:pt x="2481425" y="2194768"/>
                  </a:lnTo>
                  <a:lnTo>
                    <a:pt x="2481425" y="2194337"/>
                  </a:lnTo>
                  <a:lnTo>
                    <a:pt x="2481425" y="2193907"/>
                  </a:lnTo>
                  <a:lnTo>
                    <a:pt x="2481543" y="2193907"/>
                  </a:lnTo>
                  <a:lnTo>
                    <a:pt x="2481660" y="2193907"/>
                  </a:lnTo>
                  <a:lnTo>
                    <a:pt x="2481778" y="2193907"/>
                  </a:lnTo>
                  <a:lnTo>
                    <a:pt x="2481778" y="2193476"/>
                  </a:lnTo>
                  <a:lnTo>
                    <a:pt x="2481896" y="2193476"/>
                  </a:lnTo>
                  <a:lnTo>
                    <a:pt x="2481896" y="2193045"/>
                  </a:lnTo>
                  <a:lnTo>
                    <a:pt x="2482013" y="2193045"/>
                  </a:lnTo>
                  <a:lnTo>
                    <a:pt x="2482131" y="2193045"/>
                  </a:lnTo>
                  <a:lnTo>
                    <a:pt x="2482249" y="2193045"/>
                  </a:lnTo>
                  <a:lnTo>
                    <a:pt x="2482366" y="2193045"/>
                  </a:lnTo>
                  <a:lnTo>
                    <a:pt x="2482484" y="2193045"/>
                  </a:lnTo>
                  <a:lnTo>
                    <a:pt x="2482484" y="2192615"/>
                  </a:lnTo>
                  <a:lnTo>
                    <a:pt x="2482484" y="2192184"/>
                  </a:lnTo>
                  <a:lnTo>
                    <a:pt x="2482601" y="2192184"/>
                  </a:lnTo>
                  <a:lnTo>
                    <a:pt x="2482719" y="2192184"/>
                  </a:lnTo>
                  <a:lnTo>
                    <a:pt x="2482837" y="2192184"/>
                  </a:lnTo>
                  <a:lnTo>
                    <a:pt x="2482837" y="2191754"/>
                  </a:lnTo>
                  <a:lnTo>
                    <a:pt x="2482954" y="2191754"/>
                  </a:lnTo>
                  <a:lnTo>
                    <a:pt x="2482954" y="2191323"/>
                  </a:lnTo>
                  <a:lnTo>
                    <a:pt x="2483072" y="2191323"/>
                  </a:lnTo>
                  <a:lnTo>
                    <a:pt x="2483072" y="2190892"/>
                  </a:lnTo>
                  <a:lnTo>
                    <a:pt x="2483189" y="2190892"/>
                  </a:lnTo>
                  <a:lnTo>
                    <a:pt x="2483307" y="2190892"/>
                  </a:lnTo>
                  <a:lnTo>
                    <a:pt x="2483425" y="2190892"/>
                  </a:lnTo>
                  <a:lnTo>
                    <a:pt x="2483542" y="2190892"/>
                  </a:lnTo>
                  <a:lnTo>
                    <a:pt x="2483660" y="2190892"/>
                  </a:lnTo>
                  <a:lnTo>
                    <a:pt x="2483778" y="2190892"/>
                  </a:lnTo>
                  <a:lnTo>
                    <a:pt x="2483778" y="2190462"/>
                  </a:lnTo>
                  <a:lnTo>
                    <a:pt x="2483895" y="2190462"/>
                  </a:lnTo>
                  <a:lnTo>
                    <a:pt x="2484013" y="2190462"/>
                  </a:lnTo>
                  <a:lnTo>
                    <a:pt x="2484130" y="2190462"/>
                  </a:lnTo>
                  <a:lnTo>
                    <a:pt x="2484248" y="2190462"/>
                  </a:lnTo>
                  <a:lnTo>
                    <a:pt x="2484366" y="2190462"/>
                  </a:lnTo>
                  <a:lnTo>
                    <a:pt x="2484366" y="2190031"/>
                  </a:lnTo>
                  <a:lnTo>
                    <a:pt x="2484483" y="2190031"/>
                  </a:lnTo>
                  <a:lnTo>
                    <a:pt x="2484483" y="2189601"/>
                  </a:lnTo>
                  <a:lnTo>
                    <a:pt x="2484601" y="2189601"/>
                  </a:lnTo>
                  <a:lnTo>
                    <a:pt x="2484718" y="2189601"/>
                  </a:lnTo>
                  <a:lnTo>
                    <a:pt x="2484836" y="2189601"/>
                  </a:lnTo>
                  <a:lnTo>
                    <a:pt x="2484954" y="2189601"/>
                  </a:lnTo>
                  <a:lnTo>
                    <a:pt x="2485071" y="2189601"/>
                  </a:lnTo>
                  <a:lnTo>
                    <a:pt x="2485071" y="2189170"/>
                  </a:lnTo>
                  <a:lnTo>
                    <a:pt x="2485189" y="2189170"/>
                  </a:lnTo>
                  <a:lnTo>
                    <a:pt x="2485189" y="2188739"/>
                  </a:lnTo>
                  <a:lnTo>
                    <a:pt x="2485307" y="2188739"/>
                  </a:lnTo>
                  <a:lnTo>
                    <a:pt x="2485307" y="2188309"/>
                  </a:lnTo>
                  <a:lnTo>
                    <a:pt x="2485424" y="2188309"/>
                  </a:lnTo>
                  <a:lnTo>
                    <a:pt x="2485542" y="2188309"/>
                  </a:lnTo>
                  <a:lnTo>
                    <a:pt x="2485659" y="2188309"/>
                  </a:lnTo>
                  <a:lnTo>
                    <a:pt x="2485777" y="2188309"/>
                  </a:lnTo>
                  <a:lnTo>
                    <a:pt x="2485895" y="2188309"/>
                  </a:lnTo>
                  <a:lnTo>
                    <a:pt x="2486012" y="2188309"/>
                  </a:lnTo>
                  <a:lnTo>
                    <a:pt x="2486130" y="2188309"/>
                  </a:lnTo>
                  <a:lnTo>
                    <a:pt x="2486247" y="2188309"/>
                  </a:lnTo>
                  <a:lnTo>
                    <a:pt x="2486365" y="2188309"/>
                  </a:lnTo>
                  <a:lnTo>
                    <a:pt x="2486365" y="2187878"/>
                  </a:lnTo>
                  <a:lnTo>
                    <a:pt x="2486483" y="2187878"/>
                  </a:lnTo>
                  <a:lnTo>
                    <a:pt x="2486600" y="2187878"/>
                  </a:lnTo>
                  <a:lnTo>
                    <a:pt x="2486600" y="2187448"/>
                  </a:lnTo>
                  <a:lnTo>
                    <a:pt x="2486718" y="2187448"/>
                  </a:lnTo>
                  <a:lnTo>
                    <a:pt x="2486836" y="2187448"/>
                  </a:lnTo>
                  <a:lnTo>
                    <a:pt x="2486953" y="2187448"/>
                  </a:lnTo>
                  <a:lnTo>
                    <a:pt x="2487071" y="2187448"/>
                  </a:lnTo>
                  <a:lnTo>
                    <a:pt x="2487188" y="2187448"/>
                  </a:lnTo>
                  <a:lnTo>
                    <a:pt x="2487306" y="2187448"/>
                  </a:lnTo>
                  <a:lnTo>
                    <a:pt x="2487424" y="2187448"/>
                  </a:lnTo>
                  <a:lnTo>
                    <a:pt x="2487541" y="2187448"/>
                  </a:lnTo>
                  <a:lnTo>
                    <a:pt x="2487541" y="2187017"/>
                  </a:lnTo>
                  <a:lnTo>
                    <a:pt x="2487659" y="2187017"/>
                  </a:lnTo>
                  <a:lnTo>
                    <a:pt x="2487659" y="2186586"/>
                  </a:lnTo>
                  <a:lnTo>
                    <a:pt x="2487776" y="2186586"/>
                  </a:lnTo>
                  <a:lnTo>
                    <a:pt x="2487894" y="2186586"/>
                  </a:lnTo>
                  <a:lnTo>
                    <a:pt x="2487894" y="2186156"/>
                  </a:lnTo>
                  <a:lnTo>
                    <a:pt x="2488012" y="2186156"/>
                  </a:lnTo>
                  <a:lnTo>
                    <a:pt x="2488129" y="2186156"/>
                  </a:lnTo>
                  <a:lnTo>
                    <a:pt x="2488247" y="2186156"/>
                  </a:lnTo>
                  <a:lnTo>
                    <a:pt x="2488365" y="2186156"/>
                  </a:lnTo>
                  <a:lnTo>
                    <a:pt x="2488482" y="2186156"/>
                  </a:lnTo>
                  <a:lnTo>
                    <a:pt x="2488600" y="2186156"/>
                  </a:lnTo>
                  <a:lnTo>
                    <a:pt x="2488717" y="2186156"/>
                  </a:lnTo>
                  <a:lnTo>
                    <a:pt x="2488835" y="2186156"/>
                  </a:lnTo>
                  <a:lnTo>
                    <a:pt x="2488953" y="2186156"/>
                  </a:lnTo>
                  <a:lnTo>
                    <a:pt x="2489070" y="2186156"/>
                  </a:lnTo>
                  <a:lnTo>
                    <a:pt x="2489188" y="2186156"/>
                  </a:lnTo>
                  <a:lnTo>
                    <a:pt x="2489188" y="2185725"/>
                  </a:lnTo>
                  <a:lnTo>
                    <a:pt x="2489188" y="2185295"/>
                  </a:lnTo>
                  <a:lnTo>
                    <a:pt x="2489305" y="2185295"/>
                  </a:lnTo>
                  <a:lnTo>
                    <a:pt x="2489423" y="2185295"/>
                  </a:lnTo>
                  <a:lnTo>
                    <a:pt x="2489541" y="2185295"/>
                  </a:lnTo>
                  <a:lnTo>
                    <a:pt x="2489658" y="2185295"/>
                  </a:lnTo>
                  <a:lnTo>
                    <a:pt x="2489776" y="2185295"/>
                  </a:lnTo>
                  <a:lnTo>
                    <a:pt x="2489893" y="2185295"/>
                  </a:lnTo>
                  <a:lnTo>
                    <a:pt x="2490011" y="2185295"/>
                  </a:lnTo>
                  <a:lnTo>
                    <a:pt x="2490129" y="2185295"/>
                  </a:lnTo>
                  <a:lnTo>
                    <a:pt x="2490246" y="2185295"/>
                  </a:lnTo>
                  <a:lnTo>
                    <a:pt x="2490364" y="2185295"/>
                  </a:lnTo>
                  <a:lnTo>
                    <a:pt x="2490364" y="2184864"/>
                  </a:lnTo>
                  <a:lnTo>
                    <a:pt x="2490482" y="2184864"/>
                  </a:lnTo>
                  <a:lnTo>
                    <a:pt x="2490599" y="2184864"/>
                  </a:lnTo>
                  <a:lnTo>
                    <a:pt x="2490717" y="2184864"/>
                  </a:lnTo>
                  <a:lnTo>
                    <a:pt x="2490717" y="2184433"/>
                  </a:lnTo>
                  <a:lnTo>
                    <a:pt x="2490834" y="2184433"/>
                  </a:lnTo>
                  <a:lnTo>
                    <a:pt x="2490952" y="2184433"/>
                  </a:lnTo>
                  <a:lnTo>
                    <a:pt x="2490952" y="2184003"/>
                  </a:lnTo>
                  <a:lnTo>
                    <a:pt x="2491070" y="2184003"/>
                  </a:lnTo>
                  <a:lnTo>
                    <a:pt x="2491187" y="2184003"/>
                  </a:lnTo>
                  <a:lnTo>
                    <a:pt x="2491305" y="2184003"/>
                  </a:lnTo>
                  <a:lnTo>
                    <a:pt x="2491422" y="2184003"/>
                  </a:lnTo>
                  <a:lnTo>
                    <a:pt x="2491422" y="2183572"/>
                  </a:lnTo>
                  <a:lnTo>
                    <a:pt x="2491422" y="2183142"/>
                  </a:lnTo>
                  <a:lnTo>
                    <a:pt x="2491540" y="2183142"/>
                  </a:lnTo>
                  <a:lnTo>
                    <a:pt x="2491540" y="2182711"/>
                  </a:lnTo>
                  <a:lnTo>
                    <a:pt x="2491658" y="2182711"/>
                  </a:lnTo>
                  <a:lnTo>
                    <a:pt x="2491658" y="2182280"/>
                  </a:lnTo>
                  <a:lnTo>
                    <a:pt x="2491658" y="2181850"/>
                  </a:lnTo>
                  <a:lnTo>
                    <a:pt x="2491658" y="2181419"/>
                  </a:lnTo>
                  <a:lnTo>
                    <a:pt x="2491775" y="2181419"/>
                  </a:lnTo>
                  <a:lnTo>
                    <a:pt x="2491893" y="2181419"/>
                  </a:lnTo>
                  <a:lnTo>
                    <a:pt x="2492011" y="2181419"/>
                  </a:lnTo>
                  <a:lnTo>
                    <a:pt x="2492128" y="2181419"/>
                  </a:lnTo>
                  <a:lnTo>
                    <a:pt x="2492246" y="2181419"/>
                  </a:lnTo>
                  <a:lnTo>
                    <a:pt x="2492363" y="2181419"/>
                  </a:lnTo>
                  <a:lnTo>
                    <a:pt x="2492481" y="2181419"/>
                  </a:lnTo>
                  <a:lnTo>
                    <a:pt x="2492481" y="2180989"/>
                  </a:lnTo>
                  <a:lnTo>
                    <a:pt x="2492481" y="2180558"/>
                  </a:lnTo>
                  <a:lnTo>
                    <a:pt x="2492599" y="2180558"/>
                  </a:lnTo>
                  <a:lnTo>
                    <a:pt x="2492716" y="2180558"/>
                  </a:lnTo>
                  <a:lnTo>
                    <a:pt x="2492716" y="2180127"/>
                  </a:lnTo>
                  <a:lnTo>
                    <a:pt x="2492834" y="2180127"/>
                  </a:lnTo>
                  <a:lnTo>
                    <a:pt x="2492951" y="2180127"/>
                  </a:lnTo>
                  <a:lnTo>
                    <a:pt x="2493069" y="2180127"/>
                  </a:lnTo>
                  <a:lnTo>
                    <a:pt x="2493187" y="2180127"/>
                  </a:lnTo>
                  <a:lnTo>
                    <a:pt x="2493304" y="2180127"/>
                  </a:lnTo>
                  <a:lnTo>
                    <a:pt x="2493422" y="2180127"/>
                  </a:lnTo>
                  <a:lnTo>
                    <a:pt x="2493540" y="2180127"/>
                  </a:lnTo>
                  <a:lnTo>
                    <a:pt x="2493657" y="2180127"/>
                  </a:lnTo>
                  <a:lnTo>
                    <a:pt x="2493775" y="2180127"/>
                  </a:lnTo>
                  <a:lnTo>
                    <a:pt x="2493775" y="2179697"/>
                  </a:lnTo>
                  <a:lnTo>
                    <a:pt x="2493775" y="2179266"/>
                  </a:lnTo>
                  <a:lnTo>
                    <a:pt x="2493775" y="2178836"/>
                  </a:lnTo>
                  <a:lnTo>
                    <a:pt x="2493892" y="2178836"/>
                  </a:lnTo>
                  <a:lnTo>
                    <a:pt x="2494010" y="2178836"/>
                  </a:lnTo>
                  <a:lnTo>
                    <a:pt x="2494128" y="2178836"/>
                  </a:lnTo>
                  <a:lnTo>
                    <a:pt x="2494128" y="2178405"/>
                  </a:lnTo>
                  <a:lnTo>
                    <a:pt x="2494245" y="2178405"/>
                  </a:lnTo>
                  <a:lnTo>
                    <a:pt x="2494363" y="2178405"/>
                  </a:lnTo>
                  <a:lnTo>
                    <a:pt x="2494363" y="2177974"/>
                  </a:lnTo>
                  <a:lnTo>
                    <a:pt x="2494363" y="2177544"/>
                  </a:lnTo>
                  <a:lnTo>
                    <a:pt x="2494480" y="2177544"/>
                  </a:lnTo>
                  <a:lnTo>
                    <a:pt x="2494598" y="2177544"/>
                  </a:lnTo>
                  <a:lnTo>
                    <a:pt x="2494716" y="2177544"/>
                  </a:lnTo>
                  <a:lnTo>
                    <a:pt x="2494716" y="2177113"/>
                  </a:lnTo>
                  <a:lnTo>
                    <a:pt x="2494716" y="2176683"/>
                  </a:lnTo>
                  <a:lnTo>
                    <a:pt x="2494833" y="2176683"/>
                  </a:lnTo>
                  <a:lnTo>
                    <a:pt x="2494833" y="2176252"/>
                  </a:lnTo>
                  <a:lnTo>
                    <a:pt x="2494951" y="2176252"/>
                  </a:lnTo>
                  <a:lnTo>
                    <a:pt x="2495069" y="2176252"/>
                  </a:lnTo>
                  <a:lnTo>
                    <a:pt x="2495069" y="2175821"/>
                  </a:lnTo>
                  <a:lnTo>
                    <a:pt x="2495186" y="2175821"/>
                  </a:lnTo>
                  <a:lnTo>
                    <a:pt x="2495304" y="2175821"/>
                  </a:lnTo>
                  <a:lnTo>
                    <a:pt x="2495304" y="2175391"/>
                  </a:lnTo>
                  <a:lnTo>
                    <a:pt x="2495421" y="2175391"/>
                  </a:lnTo>
                  <a:lnTo>
                    <a:pt x="2495421" y="2174960"/>
                  </a:lnTo>
                  <a:lnTo>
                    <a:pt x="2495539" y="2174960"/>
                  </a:lnTo>
                  <a:lnTo>
                    <a:pt x="2495657" y="2174960"/>
                  </a:lnTo>
                  <a:lnTo>
                    <a:pt x="2495774" y="2174960"/>
                  </a:lnTo>
                  <a:lnTo>
                    <a:pt x="2495774" y="2174530"/>
                  </a:lnTo>
                  <a:lnTo>
                    <a:pt x="2495892" y="2174530"/>
                  </a:lnTo>
                  <a:lnTo>
                    <a:pt x="2495892" y="2174099"/>
                  </a:lnTo>
                  <a:lnTo>
                    <a:pt x="2496009" y="2174099"/>
                  </a:lnTo>
                  <a:lnTo>
                    <a:pt x="2496127" y="2174099"/>
                  </a:lnTo>
                  <a:lnTo>
                    <a:pt x="2496245" y="2174099"/>
                  </a:lnTo>
                  <a:lnTo>
                    <a:pt x="2496245" y="2173668"/>
                  </a:lnTo>
                  <a:lnTo>
                    <a:pt x="2496362" y="2173668"/>
                  </a:lnTo>
                  <a:lnTo>
                    <a:pt x="2496480" y="2173668"/>
                  </a:lnTo>
                  <a:lnTo>
                    <a:pt x="2496598" y="2173668"/>
                  </a:lnTo>
                  <a:lnTo>
                    <a:pt x="2496715" y="2173668"/>
                  </a:lnTo>
                  <a:lnTo>
                    <a:pt x="2496715" y="2173238"/>
                  </a:lnTo>
                  <a:lnTo>
                    <a:pt x="2496715" y="2172807"/>
                  </a:lnTo>
                  <a:lnTo>
                    <a:pt x="2496833" y="2172807"/>
                  </a:lnTo>
                  <a:lnTo>
                    <a:pt x="2496950" y="2172807"/>
                  </a:lnTo>
                  <a:lnTo>
                    <a:pt x="2497068" y="2172807"/>
                  </a:lnTo>
                  <a:lnTo>
                    <a:pt x="2497186" y="2172807"/>
                  </a:lnTo>
                  <a:lnTo>
                    <a:pt x="2497303" y="2172807"/>
                  </a:lnTo>
                  <a:lnTo>
                    <a:pt x="2497303" y="2172377"/>
                  </a:lnTo>
                  <a:lnTo>
                    <a:pt x="2497421" y="2172377"/>
                  </a:lnTo>
                  <a:lnTo>
                    <a:pt x="2497421" y="2171946"/>
                  </a:lnTo>
                  <a:lnTo>
                    <a:pt x="2497421" y="2171515"/>
                  </a:lnTo>
                  <a:lnTo>
                    <a:pt x="2497538" y="2171515"/>
                  </a:lnTo>
                  <a:lnTo>
                    <a:pt x="2497538" y="2171085"/>
                  </a:lnTo>
                  <a:lnTo>
                    <a:pt x="2497538" y="2170654"/>
                  </a:lnTo>
                  <a:lnTo>
                    <a:pt x="2497656" y="2170654"/>
                  </a:lnTo>
                  <a:lnTo>
                    <a:pt x="2497774" y="2170654"/>
                  </a:lnTo>
                  <a:lnTo>
                    <a:pt x="2497891" y="2170654"/>
                  </a:lnTo>
                  <a:lnTo>
                    <a:pt x="2497891" y="2170224"/>
                  </a:lnTo>
                  <a:lnTo>
                    <a:pt x="2498009" y="2170224"/>
                  </a:lnTo>
                  <a:lnTo>
                    <a:pt x="2498009" y="2169793"/>
                  </a:lnTo>
                  <a:lnTo>
                    <a:pt x="2498126" y="2169793"/>
                  </a:lnTo>
                  <a:lnTo>
                    <a:pt x="2498244" y="2169793"/>
                  </a:lnTo>
                  <a:lnTo>
                    <a:pt x="2498244" y="2169362"/>
                  </a:lnTo>
                  <a:lnTo>
                    <a:pt x="2498362" y="2169362"/>
                  </a:lnTo>
                  <a:lnTo>
                    <a:pt x="2498479" y="2169362"/>
                  </a:lnTo>
                  <a:lnTo>
                    <a:pt x="2498597" y="2169362"/>
                  </a:lnTo>
                  <a:lnTo>
                    <a:pt x="2498715" y="2169362"/>
                  </a:lnTo>
                  <a:lnTo>
                    <a:pt x="2498832" y="2169362"/>
                  </a:lnTo>
                  <a:lnTo>
                    <a:pt x="2498832" y="2168932"/>
                  </a:lnTo>
                  <a:lnTo>
                    <a:pt x="2498950" y="2168932"/>
                  </a:lnTo>
                  <a:lnTo>
                    <a:pt x="2499067" y="2168932"/>
                  </a:lnTo>
                  <a:lnTo>
                    <a:pt x="2499067" y="2168501"/>
                  </a:lnTo>
                  <a:lnTo>
                    <a:pt x="2499185" y="2168501"/>
                  </a:lnTo>
                  <a:lnTo>
                    <a:pt x="2499185" y="2168071"/>
                  </a:lnTo>
                  <a:lnTo>
                    <a:pt x="2499303" y="2168071"/>
                  </a:lnTo>
                  <a:lnTo>
                    <a:pt x="2499420" y="2168071"/>
                  </a:lnTo>
                  <a:lnTo>
                    <a:pt x="2499538" y="2168071"/>
                  </a:lnTo>
                  <a:lnTo>
                    <a:pt x="2499655" y="2168071"/>
                  </a:lnTo>
                  <a:lnTo>
                    <a:pt x="2499655" y="2167640"/>
                  </a:lnTo>
                  <a:lnTo>
                    <a:pt x="2499773" y="2167640"/>
                  </a:lnTo>
                  <a:lnTo>
                    <a:pt x="2499891" y="2167640"/>
                  </a:lnTo>
                  <a:lnTo>
                    <a:pt x="2499891" y="2167209"/>
                  </a:lnTo>
                  <a:lnTo>
                    <a:pt x="2499891" y="2166779"/>
                  </a:lnTo>
                  <a:lnTo>
                    <a:pt x="2499891" y="2166348"/>
                  </a:lnTo>
                  <a:lnTo>
                    <a:pt x="2500008" y="2166348"/>
                  </a:lnTo>
                  <a:lnTo>
                    <a:pt x="2500126" y="2166348"/>
                  </a:lnTo>
                  <a:lnTo>
                    <a:pt x="2500126" y="2165918"/>
                  </a:lnTo>
                  <a:lnTo>
                    <a:pt x="2500244" y="2165918"/>
                  </a:lnTo>
                  <a:lnTo>
                    <a:pt x="2500361" y="2165918"/>
                  </a:lnTo>
                  <a:lnTo>
                    <a:pt x="2500479" y="2165918"/>
                  </a:lnTo>
                  <a:lnTo>
                    <a:pt x="2500596" y="2165918"/>
                  </a:lnTo>
                  <a:lnTo>
                    <a:pt x="2500596" y="2165487"/>
                  </a:lnTo>
                  <a:lnTo>
                    <a:pt x="2500714" y="2165487"/>
                  </a:lnTo>
                  <a:lnTo>
                    <a:pt x="2500832" y="2165487"/>
                  </a:lnTo>
                  <a:lnTo>
                    <a:pt x="2500832" y="2165056"/>
                  </a:lnTo>
                  <a:lnTo>
                    <a:pt x="2500949" y="2165056"/>
                  </a:lnTo>
                  <a:lnTo>
                    <a:pt x="2500949" y="2164626"/>
                  </a:lnTo>
                  <a:lnTo>
                    <a:pt x="2500949" y="2164195"/>
                  </a:lnTo>
                  <a:lnTo>
                    <a:pt x="2501067" y="2164195"/>
                  </a:lnTo>
                  <a:lnTo>
                    <a:pt x="2501184" y="2164195"/>
                  </a:lnTo>
                  <a:lnTo>
                    <a:pt x="2501302" y="2164195"/>
                  </a:lnTo>
                  <a:lnTo>
                    <a:pt x="2501420" y="2164195"/>
                  </a:lnTo>
                  <a:lnTo>
                    <a:pt x="2501537" y="2164195"/>
                  </a:lnTo>
                  <a:lnTo>
                    <a:pt x="2501655" y="2164195"/>
                  </a:lnTo>
                  <a:lnTo>
                    <a:pt x="2501773" y="2164195"/>
                  </a:lnTo>
                  <a:lnTo>
                    <a:pt x="2501773" y="2163765"/>
                  </a:lnTo>
                  <a:lnTo>
                    <a:pt x="2501890" y="2163765"/>
                  </a:lnTo>
                  <a:lnTo>
                    <a:pt x="2502008" y="2163765"/>
                  </a:lnTo>
                  <a:lnTo>
                    <a:pt x="2502008" y="2163334"/>
                  </a:lnTo>
                  <a:lnTo>
                    <a:pt x="2502125" y="2163334"/>
                  </a:lnTo>
                  <a:lnTo>
                    <a:pt x="2502243" y="2163334"/>
                  </a:lnTo>
                  <a:lnTo>
                    <a:pt x="2502243" y="2162903"/>
                  </a:lnTo>
                  <a:lnTo>
                    <a:pt x="2502361" y="2162903"/>
                  </a:lnTo>
                  <a:lnTo>
                    <a:pt x="2502478" y="2162903"/>
                  </a:lnTo>
                  <a:lnTo>
                    <a:pt x="2502596" y="2162903"/>
                  </a:lnTo>
                  <a:lnTo>
                    <a:pt x="2502713" y="2162903"/>
                  </a:lnTo>
                  <a:lnTo>
                    <a:pt x="2502831" y="2162903"/>
                  </a:lnTo>
                  <a:lnTo>
                    <a:pt x="2502949" y="2162903"/>
                  </a:lnTo>
                  <a:lnTo>
                    <a:pt x="2503066" y="2162903"/>
                  </a:lnTo>
                  <a:lnTo>
                    <a:pt x="2503184" y="2162903"/>
                  </a:lnTo>
                  <a:lnTo>
                    <a:pt x="2503302" y="2162903"/>
                  </a:lnTo>
                  <a:lnTo>
                    <a:pt x="2503419" y="2162903"/>
                  </a:lnTo>
                  <a:lnTo>
                    <a:pt x="2503537" y="2162903"/>
                  </a:lnTo>
                  <a:lnTo>
                    <a:pt x="2503654" y="2162903"/>
                  </a:lnTo>
                  <a:lnTo>
                    <a:pt x="2503772" y="2162903"/>
                  </a:lnTo>
                  <a:lnTo>
                    <a:pt x="2503890" y="2162903"/>
                  </a:lnTo>
                  <a:lnTo>
                    <a:pt x="2503890" y="2162473"/>
                  </a:lnTo>
                  <a:lnTo>
                    <a:pt x="2503890" y="2162042"/>
                  </a:lnTo>
                  <a:lnTo>
                    <a:pt x="2504007" y="2162042"/>
                  </a:lnTo>
                  <a:lnTo>
                    <a:pt x="2504007" y="2161612"/>
                  </a:lnTo>
                  <a:lnTo>
                    <a:pt x="2504125" y="2161612"/>
                  </a:lnTo>
                  <a:lnTo>
                    <a:pt x="2504242" y="2161612"/>
                  </a:lnTo>
                  <a:lnTo>
                    <a:pt x="2504360" y="2161612"/>
                  </a:lnTo>
                  <a:lnTo>
                    <a:pt x="2504478" y="2161612"/>
                  </a:lnTo>
                  <a:lnTo>
                    <a:pt x="2504595" y="2161612"/>
                  </a:lnTo>
                  <a:lnTo>
                    <a:pt x="2504713" y="2161612"/>
                  </a:lnTo>
                  <a:lnTo>
                    <a:pt x="2504830" y="2161612"/>
                  </a:lnTo>
                  <a:lnTo>
                    <a:pt x="2504948" y="2161612"/>
                  </a:lnTo>
                  <a:lnTo>
                    <a:pt x="2505066" y="2161612"/>
                  </a:lnTo>
                  <a:lnTo>
                    <a:pt x="2505183" y="2161612"/>
                  </a:lnTo>
                  <a:lnTo>
                    <a:pt x="2505301" y="2161612"/>
                  </a:lnTo>
                  <a:lnTo>
                    <a:pt x="2505419" y="2161612"/>
                  </a:lnTo>
                  <a:lnTo>
                    <a:pt x="2505419" y="2161181"/>
                  </a:lnTo>
                  <a:lnTo>
                    <a:pt x="2505536" y="2161181"/>
                  </a:lnTo>
                  <a:lnTo>
                    <a:pt x="2505654" y="2161181"/>
                  </a:lnTo>
                  <a:lnTo>
                    <a:pt x="2505771" y="2161181"/>
                  </a:lnTo>
                  <a:lnTo>
                    <a:pt x="2505889" y="2161181"/>
                  </a:lnTo>
                  <a:lnTo>
                    <a:pt x="2506007" y="2161181"/>
                  </a:lnTo>
                  <a:lnTo>
                    <a:pt x="2506007" y="2160750"/>
                  </a:lnTo>
                  <a:lnTo>
                    <a:pt x="2506124" y="2160750"/>
                  </a:lnTo>
                  <a:lnTo>
                    <a:pt x="2506242" y="2160750"/>
                  </a:lnTo>
                  <a:lnTo>
                    <a:pt x="2506242" y="2160320"/>
                  </a:lnTo>
                  <a:lnTo>
                    <a:pt x="2506359" y="2160320"/>
                  </a:lnTo>
                  <a:lnTo>
                    <a:pt x="2506477" y="2160320"/>
                  </a:lnTo>
                  <a:lnTo>
                    <a:pt x="2506595" y="2160320"/>
                  </a:lnTo>
                  <a:lnTo>
                    <a:pt x="2506712" y="2160320"/>
                  </a:lnTo>
                  <a:lnTo>
                    <a:pt x="2506712" y="2159889"/>
                  </a:lnTo>
                  <a:lnTo>
                    <a:pt x="2506830" y="2159889"/>
                  </a:lnTo>
                  <a:lnTo>
                    <a:pt x="2506948" y="2159889"/>
                  </a:lnTo>
                  <a:lnTo>
                    <a:pt x="2507065" y="2159889"/>
                  </a:lnTo>
                  <a:lnTo>
                    <a:pt x="2507183" y="2159889"/>
                  </a:lnTo>
                  <a:lnTo>
                    <a:pt x="2507300" y="2159889"/>
                  </a:lnTo>
                  <a:lnTo>
                    <a:pt x="2507300" y="2159459"/>
                  </a:lnTo>
                  <a:lnTo>
                    <a:pt x="2507418" y="2159459"/>
                  </a:lnTo>
                  <a:lnTo>
                    <a:pt x="2507536" y="2159459"/>
                  </a:lnTo>
                  <a:lnTo>
                    <a:pt x="2507536" y="2159028"/>
                  </a:lnTo>
                  <a:lnTo>
                    <a:pt x="2507536" y="2158597"/>
                  </a:lnTo>
                  <a:lnTo>
                    <a:pt x="2507653" y="2158597"/>
                  </a:lnTo>
                  <a:lnTo>
                    <a:pt x="2507771" y="2158597"/>
                  </a:lnTo>
                  <a:lnTo>
                    <a:pt x="2507888" y="2158597"/>
                  </a:lnTo>
                  <a:lnTo>
                    <a:pt x="2508006" y="2158597"/>
                  </a:lnTo>
                  <a:lnTo>
                    <a:pt x="2508124" y="2158597"/>
                  </a:lnTo>
                  <a:lnTo>
                    <a:pt x="2508124" y="2158167"/>
                  </a:lnTo>
                  <a:lnTo>
                    <a:pt x="2508241" y="2158167"/>
                  </a:lnTo>
                  <a:lnTo>
                    <a:pt x="2508359" y="2158167"/>
                  </a:lnTo>
                  <a:lnTo>
                    <a:pt x="2508477" y="2158167"/>
                  </a:lnTo>
                  <a:lnTo>
                    <a:pt x="2508594" y="2158167"/>
                  </a:lnTo>
                  <a:lnTo>
                    <a:pt x="2508712" y="2158167"/>
                  </a:lnTo>
                  <a:lnTo>
                    <a:pt x="2508829" y="2158167"/>
                  </a:lnTo>
                  <a:lnTo>
                    <a:pt x="2508829" y="2157736"/>
                  </a:lnTo>
                  <a:lnTo>
                    <a:pt x="2508829" y="2157306"/>
                  </a:lnTo>
                  <a:lnTo>
                    <a:pt x="2508947" y="2157306"/>
                  </a:lnTo>
                  <a:lnTo>
                    <a:pt x="2508947" y="2156875"/>
                  </a:lnTo>
                  <a:lnTo>
                    <a:pt x="2508947" y="2156444"/>
                  </a:lnTo>
                  <a:lnTo>
                    <a:pt x="2509065" y="2156444"/>
                  </a:lnTo>
                  <a:lnTo>
                    <a:pt x="2509182" y="2156444"/>
                  </a:lnTo>
                  <a:lnTo>
                    <a:pt x="2509300" y="2156444"/>
                  </a:lnTo>
                  <a:lnTo>
                    <a:pt x="2509417" y="2156444"/>
                  </a:lnTo>
                  <a:lnTo>
                    <a:pt x="2509535" y="2156444"/>
                  </a:lnTo>
                  <a:lnTo>
                    <a:pt x="2509535" y="2156014"/>
                  </a:lnTo>
                  <a:lnTo>
                    <a:pt x="2509653" y="2156014"/>
                  </a:lnTo>
                  <a:lnTo>
                    <a:pt x="2509770" y="2156014"/>
                  </a:lnTo>
                  <a:lnTo>
                    <a:pt x="2509770" y="2155583"/>
                  </a:lnTo>
                  <a:lnTo>
                    <a:pt x="2509888" y="2155583"/>
                  </a:lnTo>
                  <a:lnTo>
                    <a:pt x="2510006" y="2155583"/>
                  </a:lnTo>
                  <a:lnTo>
                    <a:pt x="2510006" y="2155153"/>
                  </a:lnTo>
                  <a:lnTo>
                    <a:pt x="2510123" y="2155153"/>
                  </a:lnTo>
                  <a:lnTo>
                    <a:pt x="2510241" y="2155153"/>
                  </a:lnTo>
                  <a:lnTo>
                    <a:pt x="2510358" y="2155153"/>
                  </a:lnTo>
                  <a:lnTo>
                    <a:pt x="2510476" y="2155153"/>
                  </a:lnTo>
                  <a:lnTo>
                    <a:pt x="2510594" y="2155153"/>
                  </a:lnTo>
                  <a:lnTo>
                    <a:pt x="2510711" y="2155153"/>
                  </a:lnTo>
                  <a:lnTo>
                    <a:pt x="2510829" y="2155153"/>
                  </a:lnTo>
                  <a:lnTo>
                    <a:pt x="2510946" y="2155153"/>
                  </a:lnTo>
                  <a:lnTo>
                    <a:pt x="2510946" y="2154722"/>
                  </a:lnTo>
                  <a:lnTo>
                    <a:pt x="2511064" y="2154722"/>
                  </a:lnTo>
                  <a:lnTo>
                    <a:pt x="2511182" y="2154722"/>
                  </a:lnTo>
                  <a:lnTo>
                    <a:pt x="2511299" y="2154722"/>
                  </a:lnTo>
                  <a:lnTo>
                    <a:pt x="2511417" y="2154722"/>
                  </a:lnTo>
                  <a:lnTo>
                    <a:pt x="2511535" y="2154722"/>
                  </a:lnTo>
                  <a:lnTo>
                    <a:pt x="2511652" y="2154722"/>
                  </a:lnTo>
                  <a:lnTo>
                    <a:pt x="2511770" y="2154722"/>
                  </a:lnTo>
                  <a:lnTo>
                    <a:pt x="2511887" y="2154722"/>
                  </a:lnTo>
                  <a:lnTo>
                    <a:pt x="2512005" y="2154722"/>
                  </a:lnTo>
                  <a:lnTo>
                    <a:pt x="2512123" y="2154722"/>
                  </a:lnTo>
                  <a:lnTo>
                    <a:pt x="2512240" y="2154722"/>
                  </a:lnTo>
                  <a:lnTo>
                    <a:pt x="2512358" y="2154722"/>
                  </a:lnTo>
                  <a:lnTo>
                    <a:pt x="2512475" y="2154722"/>
                  </a:lnTo>
                  <a:lnTo>
                    <a:pt x="2512593" y="2154722"/>
                  </a:lnTo>
                  <a:lnTo>
                    <a:pt x="2512711" y="2154722"/>
                  </a:lnTo>
                  <a:lnTo>
                    <a:pt x="2512828" y="2154722"/>
                  </a:lnTo>
                  <a:lnTo>
                    <a:pt x="2512946" y="2154722"/>
                  </a:lnTo>
                  <a:lnTo>
                    <a:pt x="2513063" y="2154722"/>
                  </a:lnTo>
                  <a:lnTo>
                    <a:pt x="2513063" y="2154291"/>
                  </a:lnTo>
                  <a:lnTo>
                    <a:pt x="2513181" y="2154291"/>
                  </a:lnTo>
                  <a:lnTo>
                    <a:pt x="2513299" y="2154291"/>
                  </a:lnTo>
                  <a:lnTo>
                    <a:pt x="2513416" y="2154291"/>
                  </a:lnTo>
                  <a:lnTo>
                    <a:pt x="2513534" y="2154291"/>
                  </a:lnTo>
                  <a:lnTo>
                    <a:pt x="2513652" y="2154291"/>
                  </a:lnTo>
                  <a:lnTo>
                    <a:pt x="2513769" y="2154291"/>
                  </a:lnTo>
                  <a:lnTo>
                    <a:pt x="2513769" y="2153861"/>
                  </a:lnTo>
                  <a:lnTo>
                    <a:pt x="2513887" y="2153861"/>
                  </a:lnTo>
                  <a:lnTo>
                    <a:pt x="2513887" y="2153430"/>
                  </a:lnTo>
                  <a:lnTo>
                    <a:pt x="2514004" y="2153430"/>
                  </a:lnTo>
                  <a:lnTo>
                    <a:pt x="2514004" y="2153000"/>
                  </a:lnTo>
                  <a:lnTo>
                    <a:pt x="2514122" y="2153000"/>
                  </a:lnTo>
                  <a:lnTo>
                    <a:pt x="2514240" y="2153000"/>
                  </a:lnTo>
                  <a:lnTo>
                    <a:pt x="2514357" y="2153000"/>
                  </a:lnTo>
                  <a:lnTo>
                    <a:pt x="2514475" y="2153000"/>
                  </a:lnTo>
                  <a:lnTo>
                    <a:pt x="2514592" y="2153000"/>
                  </a:lnTo>
                  <a:lnTo>
                    <a:pt x="2514710" y="2153000"/>
                  </a:lnTo>
                  <a:lnTo>
                    <a:pt x="2514828" y="2153000"/>
                  </a:lnTo>
                  <a:lnTo>
                    <a:pt x="2514945" y="2153000"/>
                  </a:lnTo>
                  <a:lnTo>
                    <a:pt x="2515063" y="2153000"/>
                  </a:lnTo>
                  <a:lnTo>
                    <a:pt x="2515063" y="2152569"/>
                  </a:lnTo>
                  <a:lnTo>
                    <a:pt x="2515181" y="2152569"/>
                  </a:lnTo>
                  <a:lnTo>
                    <a:pt x="2515298" y="2152569"/>
                  </a:lnTo>
                  <a:lnTo>
                    <a:pt x="2515298" y="2152138"/>
                  </a:lnTo>
                  <a:lnTo>
                    <a:pt x="2515416" y="2152138"/>
                  </a:lnTo>
                  <a:lnTo>
                    <a:pt x="2515416" y="2151708"/>
                  </a:lnTo>
                  <a:lnTo>
                    <a:pt x="2515533" y="2151708"/>
                  </a:lnTo>
                  <a:lnTo>
                    <a:pt x="2515651" y="2151708"/>
                  </a:lnTo>
                  <a:lnTo>
                    <a:pt x="2515769" y="2151708"/>
                  </a:lnTo>
                  <a:lnTo>
                    <a:pt x="2515886" y="2151708"/>
                  </a:lnTo>
                  <a:lnTo>
                    <a:pt x="2516004" y="2151708"/>
                  </a:lnTo>
                  <a:lnTo>
                    <a:pt x="2516121" y="2151708"/>
                  </a:lnTo>
                  <a:lnTo>
                    <a:pt x="2516239" y="2151708"/>
                  </a:lnTo>
                  <a:lnTo>
                    <a:pt x="2516357" y="2151708"/>
                  </a:lnTo>
                  <a:lnTo>
                    <a:pt x="2516474" y="2151708"/>
                  </a:lnTo>
                  <a:lnTo>
                    <a:pt x="2516592" y="2151708"/>
                  </a:lnTo>
                  <a:lnTo>
                    <a:pt x="2516710" y="2151708"/>
                  </a:lnTo>
                  <a:lnTo>
                    <a:pt x="2516827" y="2151708"/>
                  </a:lnTo>
                  <a:lnTo>
                    <a:pt x="2516827" y="2151277"/>
                  </a:lnTo>
                  <a:lnTo>
                    <a:pt x="2516945" y="2151277"/>
                  </a:lnTo>
                  <a:lnTo>
                    <a:pt x="2516945" y="2150847"/>
                  </a:lnTo>
                  <a:lnTo>
                    <a:pt x="2516945" y="2150416"/>
                  </a:lnTo>
                  <a:lnTo>
                    <a:pt x="2517062" y="2150416"/>
                  </a:lnTo>
                  <a:lnTo>
                    <a:pt x="2517180" y="2150416"/>
                  </a:lnTo>
                  <a:lnTo>
                    <a:pt x="2517298" y="2150416"/>
                  </a:lnTo>
                  <a:lnTo>
                    <a:pt x="2517415" y="2150416"/>
                  </a:lnTo>
                  <a:lnTo>
                    <a:pt x="2517533" y="2150416"/>
                  </a:lnTo>
                  <a:lnTo>
                    <a:pt x="2517650" y="2150416"/>
                  </a:lnTo>
                  <a:lnTo>
                    <a:pt x="2517768" y="2150416"/>
                  </a:lnTo>
                  <a:lnTo>
                    <a:pt x="2517886" y="2150416"/>
                  </a:lnTo>
                  <a:lnTo>
                    <a:pt x="2518003" y="2150416"/>
                  </a:lnTo>
                  <a:lnTo>
                    <a:pt x="2518003" y="2149985"/>
                  </a:lnTo>
                  <a:lnTo>
                    <a:pt x="2518121" y="2149985"/>
                  </a:lnTo>
                  <a:lnTo>
                    <a:pt x="2518239" y="2149985"/>
                  </a:lnTo>
                  <a:lnTo>
                    <a:pt x="2518356" y="2149985"/>
                  </a:lnTo>
                  <a:lnTo>
                    <a:pt x="2518474" y="2149985"/>
                  </a:lnTo>
                  <a:lnTo>
                    <a:pt x="2518591" y="2149985"/>
                  </a:lnTo>
                  <a:lnTo>
                    <a:pt x="2518709" y="2149985"/>
                  </a:lnTo>
                  <a:lnTo>
                    <a:pt x="2518827" y="2149985"/>
                  </a:lnTo>
                  <a:lnTo>
                    <a:pt x="2518944" y="2149985"/>
                  </a:lnTo>
                  <a:lnTo>
                    <a:pt x="2519062" y="2149985"/>
                  </a:lnTo>
                  <a:lnTo>
                    <a:pt x="2519179" y="2149985"/>
                  </a:lnTo>
                  <a:lnTo>
                    <a:pt x="2519297" y="2149985"/>
                  </a:lnTo>
                  <a:lnTo>
                    <a:pt x="2519415" y="2149985"/>
                  </a:lnTo>
                  <a:lnTo>
                    <a:pt x="2519532" y="2149985"/>
                  </a:lnTo>
                  <a:lnTo>
                    <a:pt x="2519650" y="2149985"/>
                  </a:lnTo>
                  <a:lnTo>
                    <a:pt x="2519768" y="2149985"/>
                  </a:lnTo>
                  <a:lnTo>
                    <a:pt x="2519885" y="2149985"/>
                  </a:lnTo>
                  <a:lnTo>
                    <a:pt x="2520003" y="2149985"/>
                  </a:lnTo>
                  <a:lnTo>
                    <a:pt x="2520003" y="2149555"/>
                  </a:lnTo>
                  <a:lnTo>
                    <a:pt x="2520120" y="2149555"/>
                  </a:lnTo>
                  <a:lnTo>
                    <a:pt x="2520238" y="2149555"/>
                  </a:lnTo>
                  <a:lnTo>
                    <a:pt x="2520238" y="2149124"/>
                  </a:lnTo>
                  <a:lnTo>
                    <a:pt x="2520356" y="2149124"/>
                  </a:lnTo>
                  <a:lnTo>
                    <a:pt x="2520473" y="2149124"/>
                  </a:lnTo>
                  <a:lnTo>
                    <a:pt x="2520591" y="2149124"/>
                  </a:lnTo>
                  <a:lnTo>
                    <a:pt x="2520708" y="2149124"/>
                  </a:lnTo>
                  <a:lnTo>
                    <a:pt x="2520826" y="2149124"/>
                  </a:lnTo>
                  <a:lnTo>
                    <a:pt x="2520944" y="2149124"/>
                  </a:lnTo>
                  <a:lnTo>
                    <a:pt x="2521061" y="2149124"/>
                  </a:lnTo>
                  <a:lnTo>
                    <a:pt x="2521179" y="2149124"/>
                  </a:lnTo>
                  <a:lnTo>
                    <a:pt x="2521179" y="2148694"/>
                  </a:lnTo>
                  <a:lnTo>
                    <a:pt x="2521296" y="2148694"/>
                  </a:lnTo>
                  <a:lnTo>
                    <a:pt x="2521414" y="2148694"/>
                  </a:lnTo>
                  <a:lnTo>
                    <a:pt x="2521532" y="2148694"/>
                  </a:lnTo>
                  <a:lnTo>
                    <a:pt x="2521532" y="2148263"/>
                  </a:lnTo>
                  <a:lnTo>
                    <a:pt x="2521649" y="2148263"/>
                  </a:lnTo>
                  <a:lnTo>
                    <a:pt x="2521767" y="2148263"/>
                  </a:lnTo>
                  <a:lnTo>
                    <a:pt x="2521885" y="2148263"/>
                  </a:lnTo>
                  <a:lnTo>
                    <a:pt x="2522002" y="2148263"/>
                  </a:lnTo>
                  <a:lnTo>
                    <a:pt x="2522120" y="2148263"/>
                  </a:lnTo>
                  <a:lnTo>
                    <a:pt x="2522237" y="2148263"/>
                  </a:lnTo>
                  <a:lnTo>
                    <a:pt x="2522237" y="2147832"/>
                  </a:lnTo>
                  <a:lnTo>
                    <a:pt x="2522355" y="2147832"/>
                  </a:lnTo>
                  <a:lnTo>
                    <a:pt x="2522473" y="2147832"/>
                  </a:lnTo>
                  <a:lnTo>
                    <a:pt x="2522590" y="2147832"/>
                  </a:lnTo>
                  <a:lnTo>
                    <a:pt x="2522708" y="2147832"/>
                  </a:lnTo>
                  <a:lnTo>
                    <a:pt x="2522825" y="2147832"/>
                  </a:lnTo>
                  <a:lnTo>
                    <a:pt x="2522943" y="2147832"/>
                  </a:lnTo>
                  <a:lnTo>
                    <a:pt x="2523061" y="2147832"/>
                  </a:lnTo>
                  <a:lnTo>
                    <a:pt x="2523178" y="2147832"/>
                  </a:lnTo>
                  <a:lnTo>
                    <a:pt x="2523296" y="2147832"/>
                  </a:lnTo>
                  <a:lnTo>
                    <a:pt x="2523414" y="2147832"/>
                  </a:lnTo>
                  <a:lnTo>
                    <a:pt x="2523531" y="2147832"/>
                  </a:lnTo>
                  <a:lnTo>
                    <a:pt x="2523649" y="2147832"/>
                  </a:lnTo>
                  <a:lnTo>
                    <a:pt x="2523649" y="2147402"/>
                  </a:lnTo>
                  <a:lnTo>
                    <a:pt x="2523766" y="2147402"/>
                  </a:lnTo>
                  <a:lnTo>
                    <a:pt x="2523884" y="2147402"/>
                  </a:lnTo>
                  <a:lnTo>
                    <a:pt x="2524002" y="2147402"/>
                  </a:lnTo>
                  <a:lnTo>
                    <a:pt x="2524119" y="2147402"/>
                  </a:lnTo>
                  <a:lnTo>
                    <a:pt x="2524237" y="2147402"/>
                  </a:lnTo>
                  <a:lnTo>
                    <a:pt x="2524354" y="2147402"/>
                  </a:lnTo>
                  <a:lnTo>
                    <a:pt x="2524472" y="2147402"/>
                  </a:lnTo>
                  <a:lnTo>
                    <a:pt x="2524472" y="2146971"/>
                  </a:lnTo>
                  <a:lnTo>
                    <a:pt x="2524590" y="2146971"/>
                  </a:lnTo>
                  <a:lnTo>
                    <a:pt x="2524707" y="2146971"/>
                  </a:lnTo>
                  <a:lnTo>
                    <a:pt x="2524825" y="2146971"/>
                  </a:lnTo>
                  <a:lnTo>
                    <a:pt x="2524943" y="2146971"/>
                  </a:lnTo>
                  <a:lnTo>
                    <a:pt x="2525060" y="2146971"/>
                  </a:lnTo>
                  <a:lnTo>
                    <a:pt x="2525178" y="2146971"/>
                  </a:lnTo>
                  <a:lnTo>
                    <a:pt x="2525295" y="2146971"/>
                  </a:lnTo>
                  <a:lnTo>
                    <a:pt x="2525413" y="2146971"/>
                  </a:lnTo>
                  <a:lnTo>
                    <a:pt x="2525413" y="2146541"/>
                  </a:lnTo>
                  <a:lnTo>
                    <a:pt x="2525531" y="2146541"/>
                  </a:lnTo>
                  <a:lnTo>
                    <a:pt x="2525648" y="2146541"/>
                  </a:lnTo>
                  <a:lnTo>
                    <a:pt x="2525648" y="2146110"/>
                  </a:lnTo>
                  <a:lnTo>
                    <a:pt x="2525766" y="2146110"/>
                  </a:lnTo>
                  <a:lnTo>
                    <a:pt x="2525883" y="2146110"/>
                  </a:lnTo>
                  <a:lnTo>
                    <a:pt x="2526001" y="2146110"/>
                  </a:lnTo>
                  <a:lnTo>
                    <a:pt x="2526119" y="2146110"/>
                  </a:lnTo>
                  <a:lnTo>
                    <a:pt x="2526236" y="2146110"/>
                  </a:lnTo>
                  <a:lnTo>
                    <a:pt x="2526236" y="2145679"/>
                  </a:lnTo>
                  <a:lnTo>
                    <a:pt x="2526354" y="2145679"/>
                  </a:lnTo>
                  <a:lnTo>
                    <a:pt x="2526472" y="2145679"/>
                  </a:lnTo>
                  <a:lnTo>
                    <a:pt x="2526589" y="2145679"/>
                  </a:lnTo>
                  <a:lnTo>
                    <a:pt x="2526707" y="2145679"/>
                  </a:lnTo>
                  <a:lnTo>
                    <a:pt x="2526824" y="2145679"/>
                  </a:lnTo>
                  <a:lnTo>
                    <a:pt x="2526942" y="2145679"/>
                  </a:lnTo>
                  <a:lnTo>
                    <a:pt x="2527060" y="2145679"/>
                  </a:lnTo>
                  <a:lnTo>
                    <a:pt x="2527177" y="2145679"/>
                  </a:lnTo>
                  <a:lnTo>
                    <a:pt x="2527295" y="2145679"/>
                  </a:lnTo>
                  <a:lnTo>
                    <a:pt x="2527295" y="2145249"/>
                  </a:lnTo>
                  <a:lnTo>
                    <a:pt x="2527412" y="2145249"/>
                  </a:lnTo>
                  <a:lnTo>
                    <a:pt x="2527530" y="2145249"/>
                  </a:lnTo>
                  <a:lnTo>
                    <a:pt x="2527648" y="2145249"/>
                  </a:lnTo>
                  <a:lnTo>
                    <a:pt x="2527765" y="2145249"/>
                  </a:lnTo>
                  <a:lnTo>
                    <a:pt x="2527765" y="2144818"/>
                  </a:lnTo>
                  <a:lnTo>
                    <a:pt x="2527765" y="2144388"/>
                  </a:lnTo>
                  <a:lnTo>
                    <a:pt x="2527883" y="2144388"/>
                  </a:lnTo>
                  <a:lnTo>
                    <a:pt x="2528001" y="2144388"/>
                  </a:lnTo>
                  <a:lnTo>
                    <a:pt x="2528118" y="2144388"/>
                  </a:lnTo>
                  <a:lnTo>
                    <a:pt x="2528118" y="2143957"/>
                  </a:lnTo>
                  <a:lnTo>
                    <a:pt x="2528236" y="2143957"/>
                  </a:lnTo>
                  <a:lnTo>
                    <a:pt x="2528353" y="2143957"/>
                  </a:lnTo>
                  <a:lnTo>
                    <a:pt x="2528353" y="2143526"/>
                  </a:lnTo>
                  <a:lnTo>
                    <a:pt x="2528471" y="2143526"/>
                  </a:lnTo>
                  <a:lnTo>
                    <a:pt x="2528589" y="2143526"/>
                  </a:lnTo>
                  <a:lnTo>
                    <a:pt x="2528706" y="2143526"/>
                  </a:lnTo>
                  <a:lnTo>
                    <a:pt x="2528706" y="2143096"/>
                  </a:lnTo>
                  <a:lnTo>
                    <a:pt x="2528824" y="2143096"/>
                  </a:lnTo>
                  <a:lnTo>
                    <a:pt x="2528941" y="2143096"/>
                  </a:lnTo>
                  <a:lnTo>
                    <a:pt x="2529059" y="2143096"/>
                  </a:lnTo>
                  <a:lnTo>
                    <a:pt x="2529177" y="2143096"/>
                  </a:lnTo>
                  <a:lnTo>
                    <a:pt x="2529177" y="2142665"/>
                  </a:lnTo>
                  <a:lnTo>
                    <a:pt x="2529294" y="2142665"/>
                  </a:lnTo>
                  <a:lnTo>
                    <a:pt x="2529412" y="2142665"/>
                  </a:lnTo>
                  <a:lnTo>
                    <a:pt x="2529529" y="2142665"/>
                  </a:lnTo>
                  <a:lnTo>
                    <a:pt x="2529647" y="2142665"/>
                  </a:lnTo>
                  <a:lnTo>
                    <a:pt x="2529647" y="2142235"/>
                  </a:lnTo>
                  <a:lnTo>
                    <a:pt x="2529647" y="2141804"/>
                  </a:lnTo>
                  <a:lnTo>
                    <a:pt x="2529765" y="2141804"/>
                  </a:lnTo>
                  <a:lnTo>
                    <a:pt x="2529882" y="2141804"/>
                  </a:lnTo>
                  <a:lnTo>
                    <a:pt x="2530000" y="2141804"/>
                  </a:lnTo>
                  <a:lnTo>
                    <a:pt x="2530118" y="2141804"/>
                  </a:lnTo>
                  <a:lnTo>
                    <a:pt x="2530118" y="2141373"/>
                  </a:lnTo>
                  <a:lnTo>
                    <a:pt x="2530235" y="2141373"/>
                  </a:lnTo>
                  <a:lnTo>
                    <a:pt x="2530235" y="2140943"/>
                  </a:lnTo>
                  <a:lnTo>
                    <a:pt x="2530353" y="2140943"/>
                  </a:lnTo>
                  <a:lnTo>
                    <a:pt x="2530470" y="2140943"/>
                  </a:lnTo>
                  <a:lnTo>
                    <a:pt x="2530588" y="2140943"/>
                  </a:lnTo>
                  <a:lnTo>
                    <a:pt x="2530588" y="2140512"/>
                  </a:lnTo>
                  <a:lnTo>
                    <a:pt x="2530588" y="2140082"/>
                  </a:lnTo>
                  <a:lnTo>
                    <a:pt x="2530706" y="2140082"/>
                  </a:lnTo>
                  <a:lnTo>
                    <a:pt x="2530823" y="2140082"/>
                  </a:lnTo>
                  <a:lnTo>
                    <a:pt x="2530941" y="2140082"/>
                  </a:lnTo>
                  <a:lnTo>
                    <a:pt x="2531058" y="2140082"/>
                  </a:lnTo>
                  <a:lnTo>
                    <a:pt x="2531176" y="2140082"/>
                  </a:lnTo>
                  <a:lnTo>
                    <a:pt x="2531176" y="2139651"/>
                  </a:lnTo>
                  <a:lnTo>
                    <a:pt x="2531294" y="2139651"/>
                  </a:lnTo>
                  <a:lnTo>
                    <a:pt x="2531411" y="2139651"/>
                  </a:lnTo>
                  <a:lnTo>
                    <a:pt x="2531411" y="2139220"/>
                  </a:lnTo>
                  <a:lnTo>
                    <a:pt x="2531529" y="2139220"/>
                  </a:lnTo>
                  <a:lnTo>
                    <a:pt x="2531529" y="2138790"/>
                  </a:lnTo>
                  <a:lnTo>
                    <a:pt x="2531647" y="2138790"/>
                  </a:lnTo>
                  <a:lnTo>
                    <a:pt x="2531764" y="2138790"/>
                  </a:lnTo>
                  <a:lnTo>
                    <a:pt x="2531882" y="2138790"/>
                  </a:lnTo>
                  <a:lnTo>
                    <a:pt x="2531999" y="2138790"/>
                  </a:lnTo>
                  <a:lnTo>
                    <a:pt x="2532117" y="2138790"/>
                  </a:lnTo>
                  <a:lnTo>
                    <a:pt x="2532235" y="2138790"/>
                  </a:lnTo>
                  <a:lnTo>
                    <a:pt x="2532352" y="2138790"/>
                  </a:lnTo>
                  <a:lnTo>
                    <a:pt x="2532470" y="2138790"/>
                  </a:lnTo>
                  <a:lnTo>
                    <a:pt x="2532587" y="2138790"/>
                  </a:lnTo>
                  <a:lnTo>
                    <a:pt x="2532705" y="2138790"/>
                  </a:lnTo>
                  <a:lnTo>
                    <a:pt x="2532823" y="2138790"/>
                  </a:lnTo>
                  <a:lnTo>
                    <a:pt x="2532940" y="2138790"/>
                  </a:lnTo>
                  <a:lnTo>
                    <a:pt x="2533058" y="2138790"/>
                  </a:lnTo>
                  <a:lnTo>
                    <a:pt x="2533058" y="2138359"/>
                  </a:lnTo>
                  <a:lnTo>
                    <a:pt x="2533176" y="2138359"/>
                  </a:lnTo>
                  <a:lnTo>
                    <a:pt x="2533176" y="2137929"/>
                  </a:lnTo>
                  <a:lnTo>
                    <a:pt x="2533293" y="2137929"/>
                  </a:lnTo>
                  <a:lnTo>
                    <a:pt x="2533411" y="2137929"/>
                  </a:lnTo>
                  <a:lnTo>
                    <a:pt x="2533528" y="2137929"/>
                  </a:lnTo>
                  <a:lnTo>
                    <a:pt x="2533646" y="2137929"/>
                  </a:lnTo>
                  <a:lnTo>
                    <a:pt x="2533764" y="2137929"/>
                  </a:lnTo>
                  <a:lnTo>
                    <a:pt x="2533881" y="2137929"/>
                  </a:lnTo>
                  <a:lnTo>
                    <a:pt x="2533999" y="2137929"/>
                  </a:lnTo>
                  <a:lnTo>
                    <a:pt x="2534116" y="2137929"/>
                  </a:lnTo>
                  <a:lnTo>
                    <a:pt x="2534234" y="2137929"/>
                  </a:lnTo>
                  <a:lnTo>
                    <a:pt x="2534352" y="2137929"/>
                  </a:lnTo>
                  <a:lnTo>
                    <a:pt x="2534469" y="2137929"/>
                  </a:lnTo>
                  <a:lnTo>
                    <a:pt x="2534587" y="2137929"/>
                  </a:lnTo>
                  <a:lnTo>
                    <a:pt x="2534705" y="2137929"/>
                  </a:lnTo>
                  <a:lnTo>
                    <a:pt x="2534822" y="2137929"/>
                  </a:lnTo>
                  <a:lnTo>
                    <a:pt x="2534940" y="2137929"/>
                  </a:lnTo>
                  <a:lnTo>
                    <a:pt x="2535057" y="2137929"/>
                  </a:lnTo>
                  <a:lnTo>
                    <a:pt x="2535175" y="2137929"/>
                  </a:lnTo>
                  <a:lnTo>
                    <a:pt x="2535293" y="2137929"/>
                  </a:lnTo>
                  <a:lnTo>
                    <a:pt x="2535410" y="2137929"/>
                  </a:lnTo>
                  <a:lnTo>
                    <a:pt x="2535528" y="2137929"/>
                  </a:lnTo>
                  <a:lnTo>
                    <a:pt x="2535528" y="2137498"/>
                  </a:lnTo>
                  <a:lnTo>
                    <a:pt x="2535645" y="2137498"/>
                  </a:lnTo>
                  <a:lnTo>
                    <a:pt x="2535645" y="2137067"/>
                  </a:lnTo>
                  <a:lnTo>
                    <a:pt x="2535645" y="2136637"/>
                  </a:lnTo>
                  <a:lnTo>
                    <a:pt x="2535763" y="2136637"/>
                  </a:lnTo>
                  <a:lnTo>
                    <a:pt x="2535881" y="2136637"/>
                  </a:lnTo>
                  <a:lnTo>
                    <a:pt x="2535998" y="2136637"/>
                  </a:lnTo>
                  <a:lnTo>
                    <a:pt x="2536116" y="2136637"/>
                  </a:lnTo>
                  <a:lnTo>
                    <a:pt x="2536234" y="2136637"/>
                  </a:lnTo>
                  <a:lnTo>
                    <a:pt x="2536351" y="2136637"/>
                  </a:lnTo>
                  <a:lnTo>
                    <a:pt x="2536469" y="2136637"/>
                  </a:lnTo>
                  <a:lnTo>
                    <a:pt x="2536469" y="2136206"/>
                  </a:lnTo>
                  <a:lnTo>
                    <a:pt x="2536586" y="2136206"/>
                  </a:lnTo>
                  <a:lnTo>
                    <a:pt x="2536704" y="2136206"/>
                  </a:lnTo>
                  <a:lnTo>
                    <a:pt x="2536822" y="2136206"/>
                  </a:lnTo>
                  <a:lnTo>
                    <a:pt x="2536939" y="2136206"/>
                  </a:lnTo>
                  <a:lnTo>
                    <a:pt x="2536939" y="2135776"/>
                  </a:lnTo>
                  <a:lnTo>
                    <a:pt x="2536939" y="2135345"/>
                  </a:lnTo>
                  <a:lnTo>
                    <a:pt x="2537057" y="2135345"/>
                  </a:lnTo>
                  <a:lnTo>
                    <a:pt x="2537057" y="2134914"/>
                  </a:lnTo>
                  <a:lnTo>
                    <a:pt x="2537174" y="2134914"/>
                  </a:lnTo>
                  <a:lnTo>
                    <a:pt x="2537174" y="2134484"/>
                  </a:lnTo>
                  <a:lnTo>
                    <a:pt x="2537292" y="2134484"/>
                  </a:lnTo>
                  <a:lnTo>
                    <a:pt x="2537410" y="2134484"/>
                  </a:lnTo>
                  <a:lnTo>
                    <a:pt x="2537527" y="2134484"/>
                  </a:lnTo>
                  <a:lnTo>
                    <a:pt x="2537645" y="2134484"/>
                  </a:lnTo>
                  <a:lnTo>
                    <a:pt x="2537645" y="2134053"/>
                  </a:lnTo>
                  <a:lnTo>
                    <a:pt x="2537645" y="2133623"/>
                  </a:lnTo>
                  <a:lnTo>
                    <a:pt x="2537645" y="2133192"/>
                  </a:lnTo>
                  <a:lnTo>
                    <a:pt x="2537762" y="2133192"/>
                  </a:lnTo>
                  <a:lnTo>
                    <a:pt x="2537762" y="2132761"/>
                  </a:lnTo>
                  <a:lnTo>
                    <a:pt x="2537880" y="2132761"/>
                  </a:lnTo>
                  <a:lnTo>
                    <a:pt x="2537998" y="2132761"/>
                  </a:lnTo>
                  <a:lnTo>
                    <a:pt x="2538115" y="2132761"/>
                  </a:lnTo>
                  <a:lnTo>
                    <a:pt x="2538233" y="2132761"/>
                  </a:lnTo>
                  <a:lnTo>
                    <a:pt x="2538351" y="2132761"/>
                  </a:lnTo>
                  <a:lnTo>
                    <a:pt x="2538468" y="2132761"/>
                  </a:lnTo>
                  <a:lnTo>
                    <a:pt x="2538468" y="2132331"/>
                  </a:lnTo>
                  <a:lnTo>
                    <a:pt x="2538468" y="2131900"/>
                  </a:lnTo>
                  <a:lnTo>
                    <a:pt x="2538586" y="2131900"/>
                  </a:lnTo>
                  <a:lnTo>
                    <a:pt x="2538586" y="2131470"/>
                  </a:lnTo>
                  <a:lnTo>
                    <a:pt x="2538703" y="2131470"/>
                  </a:lnTo>
                  <a:lnTo>
                    <a:pt x="2538703" y="2131039"/>
                  </a:lnTo>
                  <a:lnTo>
                    <a:pt x="2538821" y="2131039"/>
                  </a:lnTo>
                  <a:lnTo>
                    <a:pt x="2538939" y="2131039"/>
                  </a:lnTo>
                  <a:lnTo>
                    <a:pt x="2539056" y="2131039"/>
                  </a:lnTo>
                  <a:lnTo>
                    <a:pt x="2539174" y="2131039"/>
                  </a:lnTo>
                  <a:lnTo>
                    <a:pt x="2539174" y="2130608"/>
                  </a:lnTo>
                  <a:lnTo>
                    <a:pt x="2539174" y="2130178"/>
                  </a:lnTo>
                  <a:lnTo>
                    <a:pt x="2539291" y="2130178"/>
                  </a:lnTo>
                  <a:lnTo>
                    <a:pt x="2539409" y="2130178"/>
                  </a:lnTo>
                  <a:lnTo>
                    <a:pt x="2539527" y="2130178"/>
                  </a:lnTo>
                  <a:lnTo>
                    <a:pt x="2539644" y="2130178"/>
                  </a:lnTo>
                  <a:lnTo>
                    <a:pt x="2539762" y="2130178"/>
                  </a:lnTo>
                  <a:lnTo>
                    <a:pt x="2539880" y="2130178"/>
                  </a:lnTo>
                  <a:lnTo>
                    <a:pt x="2539997" y="2130178"/>
                  </a:lnTo>
                  <a:lnTo>
                    <a:pt x="2540115" y="2130178"/>
                  </a:lnTo>
                  <a:lnTo>
                    <a:pt x="2540232" y="2130178"/>
                  </a:lnTo>
                  <a:lnTo>
                    <a:pt x="2540350" y="2130178"/>
                  </a:lnTo>
                  <a:lnTo>
                    <a:pt x="2540468" y="2130178"/>
                  </a:lnTo>
                  <a:lnTo>
                    <a:pt x="2540585" y="2130178"/>
                  </a:lnTo>
                  <a:lnTo>
                    <a:pt x="2540703" y="2130178"/>
                  </a:lnTo>
                  <a:lnTo>
                    <a:pt x="2540820" y="2130178"/>
                  </a:lnTo>
                  <a:lnTo>
                    <a:pt x="2540820" y="2129747"/>
                  </a:lnTo>
                  <a:lnTo>
                    <a:pt x="2540938" y="2129747"/>
                  </a:lnTo>
                  <a:lnTo>
                    <a:pt x="2540938" y="2129317"/>
                  </a:lnTo>
                  <a:lnTo>
                    <a:pt x="2541056" y="2129317"/>
                  </a:lnTo>
                  <a:lnTo>
                    <a:pt x="2541056" y="2128886"/>
                  </a:lnTo>
                  <a:lnTo>
                    <a:pt x="2541173" y="2128886"/>
                  </a:lnTo>
                  <a:lnTo>
                    <a:pt x="2541291" y="2128886"/>
                  </a:lnTo>
                  <a:lnTo>
                    <a:pt x="2541291" y="2128455"/>
                  </a:lnTo>
                  <a:lnTo>
                    <a:pt x="2541409" y="2128455"/>
                  </a:lnTo>
                  <a:lnTo>
                    <a:pt x="2541526" y="2128455"/>
                  </a:lnTo>
                  <a:lnTo>
                    <a:pt x="2541644" y="2128455"/>
                  </a:lnTo>
                  <a:lnTo>
                    <a:pt x="2541761" y="2128455"/>
                  </a:lnTo>
                  <a:lnTo>
                    <a:pt x="2541879" y="2128455"/>
                  </a:lnTo>
                  <a:lnTo>
                    <a:pt x="2541997" y="2128455"/>
                  </a:lnTo>
                  <a:lnTo>
                    <a:pt x="2541997" y="2128025"/>
                  </a:lnTo>
                  <a:lnTo>
                    <a:pt x="2541997" y="2127594"/>
                  </a:lnTo>
                  <a:lnTo>
                    <a:pt x="2542114" y="2127594"/>
                  </a:lnTo>
                  <a:lnTo>
                    <a:pt x="2542114" y="2127164"/>
                  </a:lnTo>
                  <a:lnTo>
                    <a:pt x="2542232" y="2127164"/>
                  </a:lnTo>
                  <a:lnTo>
                    <a:pt x="2542232" y="2126733"/>
                  </a:lnTo>
                  <a:lnTo>
                    <a:pt x="2542232" y="2126302"/>
                  </a:lnTo>
                  <a:lnTo>
                    <a:pt x="2542349" y="2126302"/>
                  </a:lnTo>
                  <a:lnTo>
                    <a:pt x="2542467" y="2126302"/>
                  </a:lnTo>
                  <a:lnTo>
                    <a:pt x="2542467" y="2125872"/>
                  </a:lnTo>
                  <a:lnTo>
                    <a:pt x="2542585" y="2125872"/>
                  </a:lnTo>
                  <a:lnTo>
                    <a:pt x="2542702" y="2125872"/>
                  </a:lnTo>
                  <a:lnTo>
                    <a:pt x="2542820" y="2125872"/>
                  </a:lnTo>
                  <a:lnTo>
                    <a:pt x="2542938" y="2125872"/>
                  </a:lnTo>
                  <a:lnTo>
                    <a:pt x="2542938" y="2125441"/>
                  </a:lnTo>
                  <a:lnTo>
                    <a:pt x="2542938" y="2125011"/>
                  </a:lnTo>
                  <a:lnTo>
                    <a:pt x="2542938" y="2124580"/>
                  </a:lnTo>
                  <a:lnTo>
                    <a:pt x="2543055" y="2124580"/>
                  </a:lnTo>
                  <a:lnTo>
                    <a:pt x="2543173" y="2124580"/>
                  </a:lnTo>
                  <a:lnTo>
                    <a:pt x="2543173" y="2124149"/>
                  </a:lnTo>
                  <a:lnTo>
                    <a:pt x="2543290" y="2124149"/>
                  </a:lnTo>
                  <a:lnTo>
                    <a:pt x="2543408" y="2124149"/>
                  </a:lnTo>
                  <a:lnTo>
                    <a:pt x="2543526" y="2124149"/>
                  </a:lnTo>
                  <a:lnTo>
                    <a:pt x="2543643" y="2124149"/>
                  </a:lnTo>
                  <a:lnTo>
                    <a:pt x="2543761" y="2124149"/>
                  </a:lnTo>
                  <a:lnTo>
                    <a:pt x="2543878" y="2124149"/>
                  </a:lnTo>
                  <a:lnTo>
                    <a:pt x="2543996" y="2124149"/>
                  </a:lnTo>
                  <a:lnTo>
                    <a:pt x="2544114" y="2124149"/>
                  </a:lnTo>
                  <a:lnTo>
                    <a:pt x="2544231" y="2124149"/>
                  </a:lnTo>
                  <a:lnTo>
                    <a:pt x="2544231" y="2123719"/>
                  </a:lnTo>
                  <a:lnTo>
                    <a:pt x="2544231" y="2123288"/>
                  </a:lnTo>
                  <a:lnTo>
                    <a:pt x="2544349" y="2123288"/>
                  </a:lnTo>
                  <a:lnTo>
                    <a:pt x="2544467" y="2123288"/>
                  </a:lnTo>
                  <a:lnTo>
                    <a:pt x="2544467" y="2122858"/>
                  </a:lnTo>
                  <a:lnTo>
                    <a:pt x="2544584" y="2122858"/>
                  </a:lnTo>
                  <a:lnTo>
                    <a:pt x="2544702" y="2122858"/>
                  </a:lnTo>
                  <a:lnTo>
                    <a:pt x="2544819" y="2122858"/>
                  </a:lnTo>
                  <a:lnTo>
                    <a:pt x="2544819" y="2122427"/>
                  </a:lnTo>
                  <a:lnTo>
                    <a:pt x="2544937" y="2122427"/>
                  </a:lnTo>
                  <a:lnTo>
                    <a:pt x="2545055" y="2122427"/>
                  </a:lnTo>
                  <a:lnTo>
                    <a:pt x="2545055" y="2121996"/>
                  </a:lnTo>
                  <a:lnTo>
                    <a:pt x="2545172" y="2121996"/>
                  </a:lnTo>
                  <a:lnTo>
                    <a:pt x="2545290" y="2121996"/>
                  </a:lnTo>
                  <a:lnTo>
                    <a:pt x="2545407" y="2121996"/>
                  </a:lnTo>
                  <a:lnTo>
                    <a:pt x="2545525" y="2121996"/>
                  </a:lnTo>
                  <a:lnTo>
                    <a:pt x="2545643" y="2121996"/>
                  </a:lnTo>
                  <a:lnTo>
                    <a:pt x="2545760" y="2121996"/>
                  </a:lnTo>
                  <a:lnTo>
                    <a:pt x="2545878" y="2121996"/>
                  </a:lnTo>
                  <a:lnTo>
                    <a:pt x="2545878" y="2121566"/>
                  </a:lnTo>
                  <a:lnTo>
                    <a:pt x="2545995" y="2121566"/>
                  </a:lnTo>
                  <a:lnTo>
                    <a:pt x="2546113" y="2121566"/>
                  </a:lnTo>
                  <a:lnTo>
                    <a:pt x="2546231" y="2121566"/>
                  </a:lnTo>
                  <a:lnTo>
                    <a:pt x="2546348" y="2121566"/>
                  </a:lnTo>
                  <a:lnTo>
                    <a:pt x="2546466" y="2121566"/>
                  </a:lnTo>
                  <a:lnTo>
                    <a:pt x="2546584" y="2121566"/>
                  </a:lnTo>
                  <a:lnTo>
                    <a:pt x="2546584" y="2121135"/>
                  </a:lnTo>
                  <a:lnTo>
                    <a:pt x="2546701" y="2121135"/>
                  </a:lnTo>
                  <a:lnTo>
                    <a:pt x="2546819" y="2121135"/>
                  </a:lnTo>
                  <a:lnTo>
                    <a:pt x="2546936" y="2121135"/>
                  </a:lnTo>
                  <a:lnTo>
                    <a:pt x="2547054" y="2121135"/>
                  </a:lnTo>
                  <a:lnTo>
                    <a:pt x="2547172" y="2121135"/>
                  </a:lnTo>
                  <a:lnTo>
                    <a:pt x="2547289" y="2121135"/>
                  </a:lnTo>
                  <a:lnTo>
                    <a:pt x="2547407" y="2121135"/>
                  </a:lnTo>
                  <a:lnTo>
                    <a:pt x="2547407" y="2120705"/>
                  </a:lnTo>
                  <a:lnTo>
                    <a:pt x="2547524" y="2120705"/>
                  </a:lnTo>
                  <a:lnTo>
                    <a:pt x="2547642" y="2120705"/>
                  </a:lnTo>
                  <a:lnTo>
                    <a:pt x="2547760" y="2120705"/>
                  </a:lnTo>
                  <a:lnTo>
                    <a:pt x="2547877" y="2120705"/>
                  </a:lnTo>
                  <a:lnTo>
                    <a:pt x="2547877" y="2120274"/>
                  </a:lnTo>
                  <a:lnTo>
                    <a:pt x="2547877" y="2119843"/>
                  </a:lnTo>
                  <a:lnTo>
                    <a:pt x="2547995" y="2119843"/>
                  </a:lnTo>
                  <a:lnTo>
                    <a:pt x="2548113" y="2119843"/>
                  </a:lnTo>
                  <a:lnTo>
                    <a:pt x="2548230" y="2119843"/>
                  </a:lnTo>
                  <a:lnTo>
                    <a:pt x="2548348" y="2119843"/>
                  </a:lnTo>
                  <a:lnTo>
                    <a:pt x="2548465" y="2119843"/>
                  </a:lnTo>
                  <a:lnTo>
                    <a:pt x="2548583" y="2119843"/>
                  </a:lnTo>
                  <a:lnTo>
                    <a:pt x="2548701" y="2119843"/>
                  </a:lnTo>
                  <a:lnTo>
                    <a:pt x="2548818" y="2119843"/>
                  </a:lnTo>
                  <a:lnTo>
                    <a:pt x="2548818" y="2119413"/>
                  </a:lnTo>
                  <a:lnTo>
                    <a:pt x="2548936" y="2119413"/>
                  </a:lnTo>
                  <a:lnTo>
                    <a:pt x="2549053" y="2119413"/>
                  </a:lnTo>
                  <a:lnTo>
                    <a:pt x="2549171" y="2119413"/>
                  </a:lnTo>
                  <a:lnTo>
                    <a:pt x="2549289" y="2119413"/>
                  </a:lnTo>
                  <a:lnTo>
                    <a:pt x="2549406" y="2119413"/>
                  </a:lnTo>
                  <a:lnTo>
                    <a:pt x="2549406" y="2118982"/>
                  </a:lnTo>
                  <a:lnTo>
                    <a:pt x="2549406" y="2118552"/>
                  </a:lnTo>
                  <a:lnTo>
                    <a:pt x="2549524" y="2118552"/>
                  </a:lnTo>
                  <a:lnTo>
                    <a:pt x="2549642" y="2118552"/>
                  </a:lnTo>
                  <a:lnTo>
                    <a:pt x="2549759" y="2118552"/>
                  </a:lnTo>
                  <a:lnTo>
                    <a:pt x="2549877" y="2118552"/>
                  </a:lnTo>
                  <a:lnTo>
                    <a:pt x="2549877" y="2118121"/>
                  </a:lnTo>
                  <a:lnTo>
                    <a:pt x="2549877" y="2117690"/>
                  </a:lnTo>
                  <a:lnTo>
                    <a:pt x="2549877" y="2117260"/>
                  </a:lnTo>
                  <a:lnTo>
                    <a:pt x="2549877" y="2116829"/>
                  </a:lnTo>
                  <a:lnTo>
                    <a:pt x="2549994" y="2116829"/>
                  </a:lnTo>
                  <a:lnTo>
                    <a:pt x="2550112" y="2116829"/>
                  </a:lnTo>
                  <a:lnTo>
                    <a:pt x="2550112" y="2116399"/>
                  </a:lnTo>
                  <a:lnTo>
                    <a:pt x="2550112" y="2115968"/>
                  </a:lnTo>
                  <a:lnTo>
                    <a:pt x="2550112" y="2115537"/>
                  </a:lnTo>
                  <a:lnTo>
                    <a:pt x="2550230" y="2115537"/>
                  </a:lnTo>
                  <a:lnTo>
                    <a:pt x="2550230" y="2115107"/>
                  </a:lnTo>
                  <a:lnTo>
                    <a:pt x="2550230" y="2114676"/>
                  </a:lnTo>
                  <a:lnTo>
                    <a:pt x="2550347" y="2114676"/>
                  </a:lnTo>
                  <a:lnTo>
                    <a:pt x="2550347" y="2114246"/>
                  </a:lnTo>
                  <a:lnTo>
                    <a:pt x="2550347" y="2113815"/>
                  </a:lnTo>
                  <a:lnTo>
                    <a:pt x="2550347" y="2113384"/>
                  </a:lnTo>
                  <a:lnTo>
                    <a:pt x="2550465" y="2113384"/>
                  </a:lnTo>
                  <a:lnTo>
                    <a:pt x="2550582" y="2113384"/>
                  </a:lnTo>
                  <a:lnTo>
                    <a:pt x="2550700" y="2113384"/>
                  </a:lnTo>
                  <a:lnTo>
                    <a:pt x="2550700" y="2112954"/>
                  </a:lnTo>
                  <a:lnTo>
                    <a:pt x="2550818" y="2112954"/>
                  </a:lnTo>
                  <a:lnTo>
                    <a:pt x="2550935" y="2112954"/>
                  </a:lnTo>
                  <a:lnTo>
                    <a:pt x="2551053" y="2112954"/>
                  </a:lnTo>
                  <a:lnTo>
                    <a:pt x="2551171" y="2112954"/>
                  </a:lnTo>
                  <a:lnTo>
                    <a:pt x="2551288" y="2112954"/>
                  </a:lnTo>
                  <a:lnTo>
                    <a:pt x="2551406" y="2112954"/>
                  </a:lnTo>
                  <a:lnTo>
                    <a:pt x="2551523" y="2112954"/>
                  </a:lnTo>
                  <a:lnTo>
                    <a:pt x="2551523" y="2112523"/>
                  </a:lnTo>
                  <a:lnTo>
                    <a:pt x="2551641" y="2112523"/>
                  </a:lnTo>
                  <a:lnTo>
                    <a:pt x="2551759" y="2112523"/>
                  </a:lnTo>
                  <a:lnTo>
                    <a:pt x="2551759" y="2112093"/>
                  </a:lnTo>
                  <a:lnTo>
                    <a:pt x="2551759" y="2111662"/>
                  </a:lnTo>
                  <a:lnTo>
                    <a:pt x="2551759" y="2111231"/>
                  </a:lnTo>
                  <a:lnTo>
                    <a:pt x="2551876" y="2111231"/>
                  </a:lnTo>
                  <a:lnTo>
                    <a:pt x="2551994" y="2111231"/>
                  </a:lnTo>
                  <a:lnTo>
                    <a:pt x="2552111" y="2111231"/>
                  </a:lnTo>
                  <a:lnTo>
                    <a:pt x="2552229" y="2111231"/>
                  </a:lnTo>
                  <a:lnTo>
                    <a:pt x="2552347" y="2111231"/>
                  </a:lnTo>
                  <a:lnTo>
                    <a:pt x="2552347" y="2110801"/>
                  </a:lnTo>
                  <a:lnTo>
                    <a:pt x="2552464" y="2110801"/>
                  </a:lnTo>
                  <a:lnTo>
                    <a:pt x="2552582" y="2110801"/>
                  </a:lnTo>
                  <a:lnTo>
                    <a:pt x="2552582" y="2110370"/>
                  </a:lnTo>
                  <a:lnTo>
                    <a:pt x="2552700" y="2110370"/>
                  </a:lnTo>
                  <a:lnTo>
                    <a:pt x="2552700" y="2109940"/>
                  </a:lnTo>
                  <a:lnTo>
                    <a:pt x="2552817" y="2109940"/>
                  </a:lnTo>
                  <a:lnTo>
                    <a:pt x="2552935" y="2109940"/>
                  </a:lnTo>
                  <a:lnTo>
                    <a:pt x="2552935" y="2109509"/>
                  </a:lnTo>
                  <a:lnTo>
                    <a:pt x="2553052" y="2109509"/>
                  </a:lnTo>
                  <a:lnTo>
                    <a:pt x="2553170" y="2109509"/>
                  </a:lnTo>
                  <a:lnTo>
                    <a:pt x="2553288" y="2109509"/>
                  </a:lnTo>
                  <a:lnTo>
                    <a:pt x="2553288" y="2109078"/>
                  </a:lnTo>
                  <a:lnTo>
                    <a:pt x="2553405" y="2109078"/>
                  </a:lnTo>
                  <a:lnTo>
                    <a:pt x="2553523" y="2109078"/>
                  </a:lnTo>
                  <a:lnTo>
                    <a:pt x="2553523" y="2108648"/>
                  </a:lnTo>
                  <a:lnTo>
                    <a:pt x="2553523" y="2108217"/>
                  </a:lnTo>
                  <a:lnTo>
                    <a:pt x="2553640" y="2108217"/>
                  </a:lnTo>
                  <a:lnTo>
                    <a:pt x="2553758" y="2108217"/>
                  </a:lnTo>
                  <a:lnTo>
                    <a:pt x="2553876" y="2108217"/>
                  </a:lnTo>
                  <a:lnTo>
                    <a:pt x="2553876" y="2107787"/>
                  </a:lnTo>
                  <a:lnTo>
                    <a:pt x="2553993" y="2107787"/>
                  </a:lnTo>
                  <a:lnTo>
                    <a:pt x="2554111" y="2107787"/>
                  </a:lnTo>
                  <a:lnTo>
                    <a:pt x="2554228" y="2107787"/>
                  </a:lnTo>
                  <a:lnTo>
                    <a:pt x="2554346" y="2107787"/>
                  </a:lnTo>
                  <a:lnTo>
                    <a:pt x="2554464" y="2107787"/>
                  </a:lnTo>
                  <a:lnTo>
                    <a:pt x="2554581" y="2107787"/>
                  </a:lnTo>
                  <a:lnTo>
                    <a:pt x="2554699" y="2107787"/>
                  </a:lnTo>
                  <a:lnTo>
                    <a:pt x="2554817" y="2107787"/>
                  </a:lnTo>
                  <a:lnTo>
                    <a:pt x="2554817" y="2107356"/>
                  </a:lnTo>
                  <a:lnTo>
                    <a:pt x="2554934" y="2107356"/>
                  </a:lnTo>
                  <a:lnTo>
                    <a:pt x="2555052" y="2107356"/>
                  </a:lnTo>
                  <a:lnTo>
                    <a:pt x="2555169" y="2107356"/>
                  </a:lnTo>
                  <a:lnTo>
                    <a:pt x="2555287" y="2107356"/>
                  </a:lnTo>
                  <a:lnTo>
                    <a:pt x="2555405" y="2107356"/>
                  </a:lnTo>
                  <a:lnTo>
                    <a:pt x="2555522" y="2107356"/>
                  </a:lnTo>
                  <a:lnTo>
                    <a:pt x="2555522" y="2106925"/>
                  </a:lnTo>
                  <a:lnTo>
                    <a:pt x="2555640" y="2106925"/>
                  </a:lnTo>
                  <a:lnTo>
                    <a:pt x="2555757" y="2106925"/>
                  </a:lnTo>
                  <a:lnTo>
                    <a:pt x="2555757" y="2106495"/>
                  </a:lnTo>
                  <a:lnTo>
                    <a:pt x="2555875" y="2106495"/>
                  </a:lnTo>
                  <a:lnTo>
                    <a:pt x="2555993" y="2106495"/>
                  </a:lnTo>
                  <a:lnTo>
                    <a:pt x="2556110" y="2106495"/>
                  </a:lnTo>
                  <a:lnTo>
                    <a:pt x="2556228" y="2106495"/>
                  </a:lnTo>
                  <a:lnTo>
                    <a:pt x="2556346" y="2106495"/>
                  </a:lnTo>
                  <a:lnTo>
                    <a:pt x="2556463" y="2106495"/>
                  </a:lnTo>
                  <a:lnTo>
                    <a:pt x="2556581" y="2106495"/>
                  </a:lnTo>
                  <a:lnTo>
                    <a:pt x="2556698" y="2106495"/>
                  </a:lnTo>
                  <a:lnTo>
                    <a:pt x="2556816" y="2106495"/>
                  </a:lnTo>
                  <a:lnTo>
                    <a:pt x="2556934" y="2106495"/>
                  </a:lnTo>
                  <a:lnTo>
                    <a:pt x="2556934" y="2106064"/>
                  </a:lnTo>
                  <a:lnTo>
                    <a:pt x="2557051" y="2106064"/>
                  </a:lnTo>
                  <a:lnTo>
                    <a:pt x="2557169" y="2106064"/>
                  </a:lnTo>
                  <a:lnTo>
                    <a:pt x="2557286" y="2106064"/>
                  </a:lnTo>
                  <a:lnTo>
                    <a:pt x="2557404" y="2106064"/>
                  </a:lnTo>
                  <a:lnTo>
                    <a:pt x="2557522" y="2106064"/>
                  </a:lnTo>
                  <a:lnTo>
                    <a:pt x="2557639" y="2106064"/>
                  </a:lnTo>
                  <a:lnTo>
                    <a:pt x="2557639" y="2105634"/>
                  </a:lnTo>
                  <a:lnTo>
                    <a:pt x="2557757" y="2105634"/>
                  </a:lnTo>
                  <a:lnTo>
                    <a:pt x="2557757" y="2105203"/>
                  </a:lnTo>
                  <a:lnTo>
                    <a:pt x="2557875" y="2105203"/>
                  </a:lnTo>
                  <a:lnTo>
                    <a:pt x="2557992" y="2105203"/>
                  </a:lnTo>
                  <a:lnTo>
                    <a:pt x="2557992" y="2104772"/>
                  </a:lnTo>
                  <a:lnTo>
                    <a:pt x="2557992" y="2104342"/>
                  </a:lnTo>
                  <a:lnTo>
                    <a:pt x="2558110" y="2104342"/>
                  </a:lnTo>
                  <a:lnTo>
                    <a:pt x="2558227" y="2104342"/>
                  </a:lnTo>
                  <a:lnTo>
                    <a:pt x="2558227" y="2103911"/>
                  </a:lnTo>
                  <a:lnTo>
                    <a:pt x="2558227" y="2103481"/>
                  </a:lnTo>
                  <a:lnTo>
                    <a:pt x="2558227" y="2103050"/>
                  </a:lnTo>
                  <a:lnTo>
                    <a:pt x="2558227" y="2102619"/>
                  </a:lnTo>
                  <a:lnTo>
                    <a:pt x="2558345" y="2102619"/>
                  </a:lnTo>
                  <a:lnTo>
                    <a:pt x="2558345" y="2102189"/>
                  </a:lnTo>
                  <a:lnTo>
                    <a:pt x="2558463" y="2102189"/>
                  </a:lnTo>
                  <a:lnTo>
                    <a:pt x="2558463" y="2101758"/>
                  </a:lnTo>
                  <a:lnTo>
                    <a:pt x="2558580" y="2101758"/>
                  </a:lnTo>
                  <a:lnTo>
                    <a:pt x="2558698" y="2101758"/>
                  </a:lnTo>
                  <a:lnTo>
                    <a:pt x="2558815" y="2101758"/>
                  </a:lnTo>
                  <a:lnTo>
                    <a:pt x="2558933" y="2101758"/>
                  </a:lnTo>
                  <a:lnTo>
                    <a:pt x="2558933" y="2101328"/>
                  </a:lnTo>
                  <a:lnTo>
                    <a:pt x="2559051" y="2101328"/>
                  </a:lnTo>
                  <a:lnTo>
                    <a:pt x="2559168" y="2101328"/>
                  </a:lnTo>
                  <a:lnTo>
                    <a:pt x="2559286" y="2101328"/>
                  </a:lnTo>
                  <a:lnTo>
                    <a:pt x="2559404" y="2101328"/>
                  </a:lnTo>
                  <a:lnTo>
                    <a:pt x="2559521" y="2101328"/>
                  </a:lnTo>
                  <a:lnTo>
                    <a:pt x="2559639" y="2101328"/>
                  </a:lnTo>
                  <a:lnTo>
                    <a:pt x="2559756" y="2101328"/>
                  </a:lnTo>
                  <a:lnTo>
                    <a:pt x="2559874" y="2101328"/>
                  </a:lnTo>
                  <a:lnTo>
                    <a:pt x="2559992" y="2101328"/>
                  </a:lnTo>
                  <a:lnTo>
                    <a:pt x="2560109" y="2101328"/>
                  </a:lnTo>
                  <a:lnTo>
                    <a:pt x="2560227" y="2101328"/>
                  </a:lnTo>
                  <a:lnTo>
                    <a:pt x="2560344" y="2101328"/>
                  </a:lnTo>
                  <a:lnTo>
                    <a:pt x="2560462" y="2101328"/>
                  </a:lnTo>
                  <a:lnTo>
                    <a:pt x="2560580" y="2101328"/>
                  </a:lnTo>
                  <a:lnTo>
                    <a:pt x="2560697" y="2101328"/>
                  </a:lnTo>
                  <a:lnTo>
                    <a:pt x="2560815" y="2101328"/>
                  </a:lnTo>
                  <a:lnTo>
                    <a:pt x="2560933" y="2101328"/>
                  </a:lnTo>
                  <a:lnTo>
                    <a:pt x="2561050" y="2101328"/>
                  </a:lnTo>
                  <a:lnTo>
                    <a:pt x="2561168" y="2101328"/>
                  </a:lnTo>
                  <a:lnTo>
                    <a:pt x="2561285" y="2101328"/>
                  </a:lnTo>
                  <a:lnTo>
                    <a:pt x="2561403" y="2101328"/>
                  </a:lnTo>
                  <a:lnTo>
                    <a:pt x="2561521" y="2101328"/>
                  </a:lnTo>
                  <a:lnTo>
                    <a:pt x="2561638" y="2101328"/>
                  </a:lnTo>
                  <a:lnTo>
                    <a:pt x="2561756" y="2101328"/>
                  </a:lnTo>
                  <a:lnTo>
                    <a:pt x="2561873" y="2101328"/>
                  </a:lnTo>
                  <a:lnTo>
                    <a:pt x="2561991" y="2101328"/>
                  </a:lnTo>
                  <a:lnTo>
                    <a:pt x="2561991" y="2100897"/>
                  </a:lnTo>
                  <a:lnTo>
                    <a:pt x="2562109" y="2100897"/>
                  </a:lnTo>
                  <a:lnTo>
                    <a:pt x="2562226" y="2100897"/>
                  </a:lnTo>
                  <a:lnTo>
                    <a:pt x="2562344" y="2100897"/>
                  </a:lnTo>
                  <a:lnTo>
                    <a:pt x="2562461" y="2100897"/>
                  </a:lnTo>
                  <a:lnTo>
                    <a:pt x="2562579" y="2100897"/>
                  </a:lnTo>
                  <a:lnTo>
                    <a:pt x="2562579" y="2100466"/>
                  </a:lnTo>
                  <a:lnTo>
                    <a:pt x="2562697" y="2100466"/>
                  </a:lnTo>
                  <a:lnTo>
                    <a:pt x="2562814" y="2100466"/>
                  </a:lnTo>
                  <a:lnTo>
                    <a:pt x="2562932" y="2100466"/>
                  </a:lnTo>
                  <a:lnTo>
                    <a:pt x="2563050" y="2100466"/>
                  </a:lnTo>
                  <a:lnTo>
                    <a:pt x="2563050" y="2100036"/>
                  </a:lnTo>
                  <a:lnTo>
                    <a:pt x="2563167" y="2100036"/>
                  </a:lnTo>
                  <a:lnTo>
                    <a:pt x="2563167" y="2099605"/>
                  </a:lnTo>
                  <a:lnTo>
                    <a:pt x="2563285" y="2099605"/>
                  </a:lnTo>
                  <a:lnTo>
                    <a:pt x="2563285" y="2099175"/>
                  </a:lnTo>
                  <a:lnTo>
                    <a:pt x="2563402" y="2099175"/>
                  </a:lnTo>
                  <a:lnTo>
                    <a:pt x="2563520" y="2099175"/>
                  </a:lnTo>
                  <a:lnTo>
                    <a:pt x="2563520" y="2098744"/>
                  </a:lnTo>
                  <a:lnTo>
                    <a:pt x="2563638" y="2098744"/>
                  </a:lnTo>
                  <a:lnTo>
                    <a:pt x="2563755" y="2098744"/>
                  </a:lnTo>
                  <a:lnTo>
                    <a:pt x="2563873" y="2098744"/>
                  </a:lnTo>
                  <a:lnTo>
                    <a:pt x="2563873" y="2098313"/>
                  </a:lnTo>
                  <a:lnTo>
                    <a:pt x="2563990" y="2098313"/>
                  </a:lnTo>
                  <a:lnTo>
                    <a:pt x="2564108" y="2098313"/>
                  </a:lnTo>
                  <a:lnTo>
                    <a:pt x="2564226" y="2098313"/>
                  </a:lnTo>
                  <a:lnTo>
                    <a:pt x="2564343" y="2098313"/>
                  </a:lnTo>
                  <a:lnTo>
                    <a:pt x="2564343" y="2097883"/>
                  </a:lnTo>
                  <a:lnTo>
                    <a:pt x="2564343" y="2097452"/>
                  </a:lnTo>
                  <a:lnTo>
                    <a:pt x="2564343" y="2097022"/>
                  </a:lnTo>
                  <a:lnTo>
                    <a:pt x="2564461" y="2097022"/>
                  </a:lnTo>
                  <a:lnTo>
                    <a:pt x="2564461" y="2096591"/>
                  </a:lnTo>
                  <a:lnTo>
                    <a:pt x="2564579" y="2096591"/>
                  </a:lnTo>
                  <a:lnTo>
                    <a:pt x="2564696" y="2096591"/>
                  </a:lnTo>
                  <a:lnTo>
                    <a:pt x="2564814" y="2096591"/>
                  </a:lnTo>
                  <a:lnTo>
                    <a:pt x="2564931" y="2096591"/>
                  </a:lnTo>
                  <a:lnTo>
                    <a:pt x="2565049" y="2096591"/>
                  </a:lnTo>
                  <a:lnTo>
                    <a:pt x="2565167" y="2096591"/>
                  </a:lnTo>
                  <a:lnTo>
                    <a:pt x="2565284" y="2096591"/>
                  </a:lnTo>
                  <a:lnTo>
                    <a:pt x="2565402" y="2096591"/>
                  </a:lnTo>
                  <a:lnTo>
                    <a:pt x="2565519" y="2096591"/>
                  </a:lnTo>
                  <a:lnTo>
                    <a:pt x="2565637" y="2096591"/>
                  </a:lnTo>
                  <a:lnTo>
                    <a:pt x="2565755" y="2096591"/>
                  </a:lnTo>
                  <a:lnTo>
                    <a:pt x="2565872" y="2096591"/>
                  </a:lnTo>
                  <a:lnTo>
                    <a:pt x="2565872" y="2096160"/>
                  </a:lnTo>
                  <a:lnTo>
                    <a:pt x="2565990" y="2096160"/>
                  </a:lnTo>
                  <a:lnTo>
                    <a:pt x="2566108" y="2096160"/>
                  </a:lnTo>
                  <a:lnTo>
                    <a:pt x="2566225" y="2096160"/>
                  </a:lnTo>
                  <a:lnTo>
                    <a:pt x="2566343" y="2096160"/>
                  </a:lnTo>
                  <a:lnTo>
                    <a:pt x="2566460" y="2096160"/>
                  </a:lnTo>
                  <a:lnTo>
                    <a:pt x="2566578" y="2096160"/>
                  </a:lnTo>
                  <a:lnTo>
                    <a:pt x="2566696" y="2096160"/>
                  </a:lnTo>
                  <a:lnTo>
                    <a:pt x="2566813" y="2096160"/>
                  </a:lnTo>
                  <a:lnTo>
                    <a:pt x="2566931" y="2096160"/>
                  </a:lnTo>
                  <a:lnTo>
                    <a:pt x="2567048" y="2096160"/>
                  </a:lnTo>
                  <a:lnTo>
                    <a:pt x="2567166" y="2096160"/>
                  </a:lnTo>
                  <a:lnTo>
                    <a:pt x="2567284" y="2096160"/>
                  </a:lnTo>
                  <a:lnTo>
                    <a:pt x="2567401" y="2096160"/>
                  </a:lnTo>
                  <a:lnTo>
                    <a:pt x="2567401" y="2095730"/>
                  </a:lnTo>
                  <a:lnTo>
                    <a:pt x="2567519" y="2095730"/>
                  </a:lnTo>
                  <a:lnTo>
                    <a:pt x="2567519" y="2095299"/>
                  </a:lnTo>
                  <a:lnTo>
                    <a:pt x="2567637" y="2095299"/>
                  </a:lnTo>
                  <a:lnTo>
                    <a:pt x="2567754" y="2095299"/>
                  </a:lnTo>
                  <a:lnTo>
                    <a:pt x="2567872" y="2095299"/>
                  </a:lnTo>
                  <a:lnTo>
                    <a:pt x="2567989" y="2095299"/>
                  </a:lnTo>
                  <a:lnTo>
                    <a:pt x="2568107" y="2095299"/>
                  </a:lnTo>
                  <a:lnTo>
                    <a:pt x="2568225" y="2095299"/>
                  </a:lnTo>
                  <a:lnTo>
                    <a:pt x="2568342" y="2095299"/>
                  </a:lnTo>
                  <a:lnTo>
                    <a:pt x="2568460" y="2095299"/>
                  </a:lnTo>
                  <a:lnTo>
                    <a:pt x="2568577" y="2095299"/>
                  </a:lnTo>
                  <a:lnTo>
                    <a:pt x="2568577" y="2094869"/>
                  </a:lnTo>
                  <a:lnTo>
                    <a:pt x="2568695" y="2094869"/>
                  </a:lnTo>
                  <a:lnTo>
                    <a:pt x="2568695" y="2094438"/>
                  </a:lnTo>
                  <a:lnTo>
                    <a:pt x="2568813" y="2094438"/>
                  </a:lnTo>
                  <a:lnTo>
                    <a:pt x="2568930" y="2094438"/>
                  </a:lnTo>
                  <a:lnTo>
                    <a:pt x="2569048" y="2094438"/>
                  </a:lnTo>
                  <a:lnTo>
                    <a:pt x="2569166" y="2094438"/>
                  </a:lnTo>
                  <a:lnTo>
                    <a:pt x="2569166" y="2094007"/>
                  </a:lnTo>
                  <a:lnTo>
                    <a:pt x="2569166" y="2093577"/>
                  </a:lnTo>
                  <a:lnTo>
                    <a:pt x="2569283" y="2093577"/>
                  </a:lnTo>
                  <a:lnTo>
                    <a:pt x="2569401" y="2093577"/>
                  </a:lnTo>
                  <a:lnTo>
                    <a:pt x="2569518" y="2093577"/>
                  </a:lnTo>
                  <a:lnTo>
                    <a:pt x="2569636" y="2093577"/>
                  </a:lnTo>
                  <a:lnTo>
                    <a:pt x="2569754" y="2093577"/>
                  </a:lnTo>
                  <a:lnTo>
                    <a:pt x="2569871" y="2093577"/>
                  </a:lnTo>
                  <a:lnTo>
                    <a:pt x="2569871" y="2093146"/>
                  </a:lnTo>
                  <a:lnTo>
                    <a:pt x="2569989" y="2093146"/>
                  </a:lnTo>
                  <a:lnTo>
                    <a:pt x="2570106" y="2093146"/>
                  </a:lnTo>
                  <a:lnTo>
                    <a:pt x="2570224" y="2093146"/>
                  </a:lnTo>
                  <a:lnTo>
                    <a:pt x="2570224" y="2092716"/>
                  </a:lnTo>
                  <a:lnTo>
                    <a:pt x="2570342" y="2092716"/>
                  </a:lnTo>
                  <a:lnTo>
                    <a:pt x="2570459" y="2092716"/>
                  </a:lnTo>
                  <a:lnTo>
                    <a:pt x="2570577" y="2092716"/>
                  </a:lnTo>
                  <a:lnTo>
                    <a:pt x="2570694" y="2092716"/>
                  </a:lnTo>
                  <a:lnTo>
                    <a:pt x="2570812" y="2092716"/>
                  </a:lnTo>
                  <a:lnTo>
                    <a:pt x="2570812" y="2092285"/>
                  </a:lnTo>
                  <a:lnTo>
                    <a:pt x="2570812" y="2091854"/>
                  </a:lnTo>
                  <a:lnTo>
                    <a:pt x="2570930" y="2091854"/>
                  </a:lnTo>
                  <a:lnTo>
                    <a:pt x="2571047" y="2091854"/>
                  </a:lnTo>
                  <a:lnTo>
                    <a:pt x="2571047" y="2091424"/>
                  </a:lnTo>
                  <a:lnTo>
                    <a:pt x="2571047" y="2090993"/>
                  </a:lnTo>
                  <a:lnTo>
                    <a:pt x="2571165" y="2090993"/>
                  </a:lnTo>
                  <a:lnTo>
                    <a:pt x="2571283" y="2090993"/>
                  </a:lnTo>
                  <a:lnTo>
                    <a:pt x="2571400" y="2090993"/>
                  </a:lnTo>
                  <a:lnTo>
                    <a:pt x="2571518" y="2090993"/>
                  </a:lnTo>
                  <a:lnTo>
                    <a:pt x="2571518" y="2090563"/>
                  </a:lnTo>
                  <a:lnTo>
                    <a:pt x="2571635" y="2090563"/>
                  </a:lnTo>
                  <a:lnTo>
                    <a:pt x="2571635" y="2090132"/>
                  </a:lnTo>
                  <a:lnTo>
                    <a:pt x="2571753" y="2090132"/>
                  </a:lnTo>
                  <a:lnTo>
                    <a:pt x="2571871" y="2090132"/>
                  </a:lnTo>
                  <a:lnTo>
                    <a:pt x="2571988" y="2090132"/>
                  </a:lnTo>
                  <a:lnTo>
                    <a:pt x="2571988" y="2089701"/>
                  </a:lnTo>
                  <a:lnTo>
                    <a:pt x="2572106" y="2089701"/>
                  </a:lnTo>
                  <a:lnTo>
                    <a:pt x="2572223" y="2089701"/>
                  </a:lnTo>
                  <a:lnTo>
                    <a:pt x="2572223" y="2089271"/>
                  </a:lnTo>
                  <a:lnTo>
                    <a:pt x="2572341" y="2089271"/>
                  </a:lnTo>
                  <a:lnTo>
                    <a:pt x="2572341" y="2088840"/>
                  </a:lnTo>
                  <a:lnTo>
                    <a:pt x="2572459" y="2088840"/>
                  </a:lnTo>
                  <a:lnTo>
                    <a:pt x="2572576" y="2088840"/>
                  </a:lnTo>
                  <a:lnTo>
                    <a:pt x="2572694" y="2088840"/>
                  </a:lnTo>
                  <a:lnTo>
                    <a:pt x="2572812" y="2088840"/>
                  </a:lnTo>
                  <a:lnTo>
                    <a:pt x="2572929" y="2088840"/>
                  </a:lnTo>
                  <a:lnTo>
                    <a:pt x="2573047" y="2088840"/>
                  </a:lnTo>
                  <a:lnTo>
                    <a:pt x="2573047" y="2088410"/>
                  </a:lnTo>
                  <a:lnTo>
                    <a:pt x="2573164" y="2088410"/>
                  </a:lnTo>
                  <a:lnTo>
                    <a:pt x="2573164" y="2087979"/>
                  </a:lnTo>
                  <a:lnTo>
                    <a:pt x="2573164" y="2087548"/>
                  </a:lnTo>
                  <a:lnTo>
                    <a:pt x="2573282" y="2087548"/>
                  </a:lnTo>
                  <a:lnTo>
                    <a:pt x="2573400" y="2087548"/>
                  </a:lnTo>
                  <a:lnTo>
                    <a:pt x="2573400" y="2087118"/>
                  </a:lnTo>
                  <a:lnTo>
                    <a:pt x="2573517" y="2087118"/>
                  </a:lnTo>
                  <a:lnTo>
                    <a:pt x="2573635" y="2087118"/>
                  </a:lnTo>
                  <a:lnTo>
                    <a:pt x="2573752" y="2087118"/>
                  </a:lnTo>
                  <a:lnTo>
                    <a:pt x="2573870" y="2087118"/>
                  </a:lnTo>
                  <a:lnTo>
                    <a:pt x="2573988" y="2087118"/>
                  </a:lnTo>
                  <a:lnTo>
                    <a:pt x="2574105" y="2087118"/>
                  </a:lnTo>
                  <a:lnTo>
                    <a:pt x="2574223" y="2087118"/>
                  </a:lnTo>
                  <a:lnTo>
                    <a:pt x="2574341" y="2087118"/>
                  </a:lnTo>
                  <a:lnTo>
                    <a:pt x="2574458" y="2087118"/>
                  </a:lnTo>
                  <a:lnTo>
                    <a:pt x="2574458" y="2086687"/>
                  </a:lnTo>
                  <a:lnTo>
                    <a:pt x="2574576" y="2086687"/>
                  </a:lnTo>
                  <a:lnTo>
                    <a:pt x="2574693" y="2086687"/>
                  </a:lnTo>
                  <a:lnTo>
                    <a:pt x="2574811" y="2086687"/>
                  </a:lnTo>
                  <a:lnTo>
                    <a:pt x="2574929" y="2086687"/>
                  </a:lnTo>
                  <a:lnTo>
                    <a:pt x="2575046" y="2086687"/>
                  </a:lnTo>
                  <a:lnTo>
                    <a:pt x="2575164" y="2086687"/>
                  </a:lnTo>
                  <a:lnTo>
                    <a:pt x="2575281" y="2086687"/>
                  </a:lnTo>
                  <a:lnTo>
                    <a:pt x="2575399" y="2086687"/>
                  </a:lnTo>
                  <a:lnTo>
                    <a:pt x="2575517" y="2086687"/>
                  </a:lnTo>
                  <a:lnTo>
                    <a:pt x="2575517" y="2086257"/>
                  </a:lnTo>
                  <a:lnTo>
                    <a:pt x="2575517" y="2085826"/>
                  </a:lnTo>
                  <a:lnTo>
                    <a:pt x="2575634" y="2085826"/>
                  </a:lnTo>
                  <a:lnTo>
                    <a:pt x="2575752" y="2085826"/>
                  </a:lnTo>
                  <a:lnTo>
                    <a:pt x="2575870" y="2085826"/>
                  </a:lnTo>
                  <a:lnTo>
                    <a:pt x="2575987" y="2085826"/>
                  </a:lnTo>
                  <a:lnTo>
                    <a:pt x="2575987" y="2085395"/>
                  </a:lnTo>
                  <a:lnTo>
                    <a:pt x="2576105" y="2085395"/>
                  </a:lnTo>
                  <a:lnTo>
                    <a:pt x="2576222" y="2085395"/>
                  </a:lnTo>
                  <a:lnTo>
                    <a:pt x="2576340" y="2085395"/>
                  </a:lnTo>
                  <a:lnTo>
                    <a:pt x="2576340" y="2084965"/>
                  </a:lnTo>
                  <a:lnTo>
                    <a:pt x="2576340" y="2084534"/>
                  </a:lnTo>
                  <a:lnTo>
                    <a:pt x="2576458" y="2084534"/>
                  </a:lnTo>
                  <a:lnTo>
                    <a:pt x="2576458" y="2084104"/>
                  </a:lnTo>
                  <a:lnTo>
                    <a:pt x="2576575" y="2084104"/>
                  </a:lnTo>
                  <a:lnTo>
                    <a:pt x="2576693" y="2084104"/>
                  </a:lnTo>
                  <a:lnTo>
                    <a:pt x="2576810" y="2084104"/>
                  </a:lnTo>
                  <a:lnTo>
                    <a:pt x="2576928" y="2084104"/>
                  </a:lnTo>
                  <a:lnTo>
                    <a:pt x="2576928" y="2083673"/>
                  </a:lnTo>
                  <a:lnTo>
                    <a:pt x="2576928" y="2083242"/>
                  </a:lnTo>
                  <a:lnTo>
                    <a:pt x="2577046" y="2083242"/>
                  </a:lnTo>
                  <a:lnTo>
                    <a:pt x="2577163" y="2083242"/>
                  </a:lnTo>
                  <a:lnTo>
                    <a:pt x="2577281" y="2083242"/>
                  </a:lnTo>
                  <a:lnTo>
                    <a:pt x="2577399" y="2083242"/>
                  </a:lnTo>
                  <a:lnTo>
                    <a:pt x="2577516" y="2083242"/>
                  </a:lnTo>
                  <a:lnTo>
                    <a:pt x="2577634" y="2083242"/>
                  </a:lnTo>
                  <a:lnTo>
                    <a:pt x="2577634" y="2082812"/>
                  </a:lnTo>
                  <a:lnTo>
                    <a:pt x="2577751" y="2082812"/>
                  </a:lnTo>
                  <a:lnTo>
                    <a:pt x="2577869" y="2082812"/>
                  </a:lnTo>
                  <a:lnTo>
                    <a:pt x="2577869" y="2082381"/>
                  </a:lnTo>
                  <a:lnTo>
                    <a:pt x="2577987" y="2082381"/>
                  </a:lnTo>
                  <a:lnTo>
                    <a:pt x="2578104" y="2082381"/>
                  </a:lnTo>
                  <a:lnTo>
                    <a:pt x="2578222" y="2082381"/>
                  </a:lnTo>
                  <a:lnTo>
                    <a:pt x="2578339" y="2082381"/>
                  </a:lnTo>
                  <a:lnTo>
                    <a:pt x="2578339" y="2081951"/>
                  </a:lnTo>
                  <a:lnTo>
                    <a:pt x="2578339" y="2081520"/>
                  </a:lnTo>
                  <a:lnTo>
                    <a:pt x="2578457" y="2081520"/>
                  </a:lnTo>
                  <a:lnTo>
                    <a:pt x="2578575" y="2081520"/>
                  </a:lnTo>
                  <a:lnTo>
                    <a:pt x="2578575" y="2081089"/>
                  </a:lnTo>
                  <a:lnTo>
                    <a:pt x="2578575" y="2080659"/>
                  </a:lnTo>
                  <a:lnTo>
                    <a:pt x="2578692" y="2080659"/>
                  </a:lnTo>
                  <a:lnTo>
                    <a:pt x="2578692" y="2080228"/>
                  </a:lnTo>
                  <a:lnTo>
                    <a:pt x="2578810" y="2080228"/>
                  </a:lnTo>
                  <a:lnTo>
                    <a:pt x="2578927" y="2080228"/>
                  </a:lnTo>
                  <a:lnTo>
                    <a:pt x="2579045" y="2080228"/>
                  </a:lnTo>
                  <a:lnTo>
                    <a:pt x="2579163" y="2080228"/>
                  </a:lnTo>
                  <a:lnTo>
                    <a:pt x="2579280" y="2080228"/>
                  </a:lnTo>
                  <a:lnTo>
                    <a:pt x="2579398" y="2080228"/>
                  </a:lnTo>
                  <a:lnTo>
                    <a:pt x="2579516" y="2080228"/>
                  </a:lnTo>
                  <a:lnTo>
                    <a:pt x="2579516" y="2079798"/>
                  </a:lnTo>
                  <a:lnTo>
                    <a:pt x="2579633" y="2079798"/>
                  </a:lnTo>
                  <a:lnTo>
                    <a:pt x="2579633" y="2079367"/>
                  </a:lnTo>
                  <a:lnTo>
                    <a:pt x="2579751" y="2079367"/>
                  </a:lnTo>
                  <a:lnTo>
                    <a:pt x="2579868" y="2079367"/>
                  </a:lnTo>
                  <a:lnTo>
                    <a:pt x="2579986" y="2079367"/>
                  </a:lnTo>
                  <a:lnTo>
                    <a:pt x="2580104" y="2079367"/>
                  </a:lnTo>
                  <a:lnTo>
                    <a:pt x="2580104" y="2078936"/>
                  </a:lnTo>
                  <a:lnTo>
                    <a:pt x="2580104" y="2078506"/>
                  </a:lnTo>
                  <a:lnTo>
                    <a:pt x="2580221" y="2078506"/>
                  </a:lnTo>
                  <a:lnTo>
                    <a:pt x="2580339" y="2078506"/>
                  </a:lnTo>
                  <a:lnTo>
                    <a:pt x="2580456" y="2078506"/>
                  </a:lnTo>
                  <a:lnTo>
                    <a:pt x="2580456" y="2078075"/>
                  </a:lnTo>
                  <a:lnTo>
                    <a:pt x="2580574" y="2078075"/>
                  </a:lnTo>
                  <a:lnTo>
                    <a:pt x="2580692" y="2078075"/>
                  </a:lnTo>
                  <a:lnTo>
                    <a:pt x="2580809" y="2078075"/>
                  </a:lnTo>
                  <a:lnTo>
                    <a:pt x="2580927" y="2078075"/>
                  </a:lnTo>
                  <a:lnTo>
                    <a:pt x="2581045" y="2078075"/>
                  </a:lnTo>
                  <a:lnTo>
                    <a:pt x="2581162" y="2078075"/>
                  </a:lnTo>
                  <a:lnTo>
                    <a:pt x="2581280" y="2078075"/>
                  </a:lnTo>
                  <a:lnTo>
                    <a:pt x="2581397" y="2078075"/>
                  </a:lnTo>
                  <a:lnTo>
                    <a:pt x="2581515" y="2078075"/>
                  </a:lnTo>
                  <a:lnTo>
                    <a:pt x="2581633" y="2078075"/>
                  </a:lnTo>
                  <a:lnTo>
                    <a:pt x="2581750" y="2078075"/>
                  </a:lnTo>
                  <a:lnTo>
                    <a:pt x="2581868" y="2078075"/>
                  </a:lnTo>
                  <a:lnTo>
                    <a:pt x="2581985" y="2078075"/>
                  </a:lnTo>
                  <a:lnTo>
                    <a:pt x="2582103" y="2078075"/>
                  </a:lnTo>
                  <a:lnTo>
                    <a:pt x="2582221" y="2078075"/>
                  </a:lnTo>
                  <a:lnTo>
                    <a:pt x="2582221" y="2077645"/>
                  </a:lnTo>
                  <a:lnTo>
                    <a:pt x="2582221" y="2077214"/>
                  </a:lnTo>
                  <a:lnTo>
                    <a:pt x="2582338" y="2077214"/>
                  </a:lnTo>
                  <a:lnTo>
                    <a:pt x="2582338" y="2076783"/>
                  </a:lnTo>
                  <a:lnTo>
                    <a:pt x="2582456" y="2076783"/>
                  </a:lnTo>
                  <a:lnTo>
                    <a:pt x="2582574" y="2076783"/>
                  </a:lnTo>
                  <a:lnTo>
                    <a:pt x="2582691" y="2076783"/>
                  </a:lnTo>
                  <a:lnTo>
                    <a:pt x="2582809" y="2076783"/>
                  </a:lnTo>
                  <a:lnTo>
                    <a:pt x="2582926" y="2076783"/>
                  </a:lnTo>
                  <a:lnTo>
                    <a:pt x="2583044" y="2076783"/>
                  </a:lnTo>
                  <a:lnTo>
                    <a:pt x="2583044" y="2076353"/>
                  </a:lnTo>
                  <a:lnTo>
                    <a:pt x="2583044" y="2075922"/>
                  </a:lnTo>
                  <a:lnTo>
                    <a:pt x="2583162" y="2075922"/>
                  </a:lnTo>
                  <a:lnTo>
                    <a:pt x="2583162" y="2075492"/>
                  </a:lnTo>
                  <a:lnTo>
                    <a:pt x="2583279" y="2075492"/>
                  </a:lnTo>
                  <a:lnTo>
                    <a:pt x="2583279" y="2075061"/>
                  </a:lnTo>
                  <a:lnTo>
                    <a:pt x="2583279" y="2074630"/>
                  </a:lnTo>
                  <a:lnTo>
                    <a:pt x="2583397" y="2074630"/>
                  </a:lnTo>
                  <a:lnTo>
                    <a:pt x="2583514" y="2074630"/>
                  </a:lnTo>
                  <a:lnTo>
                    <a:pt x="2583632" y="2074630"/>
                  </a:lnTo>
                  <a:lnTo>
                    <a:pt x="2583750" y="2074630"/>
                  </a:lnTo>
                  <a:lnTo>
                    <a:pt x="2583867" y="2074630"/>
                  </a:lnTo>
                  <a:lnTo>
                    <a:pt x="2583985" y="2074630"/>
                  </a:lnTo>
                  <a:lnTo>
                    <a:pt x="2583985" y="2074200"/>
                  </a:lnTo>
                  <a:lnTo>
                    <a:pt x="2584103" y="2074200"/>
                  </a:lnTo>
                  <a:lnTo>
                    <a:pt x="2584220" y="2074200"/>
                  </a:lnTo>
                  <a:lnTo>
                    <a:pt x="2584338" y="2074200"/>
                  </a:lnTo>
                  <a:lnTo>
                    <a:pt x="2584455" y="2074200"/>
                  </a:lnTo>
                  <a:lnTo>
                    <a:pt x="2584573" y="2074200"/>
                  </a:lnTo>
                  <a:lnTo>
                    <a:pt x="2584691" y="2074200"/>
                  </a:lnTo>
                  <a:lnTo>
                    <a:pt x="2584808" y="2074200"/>
                  </a:lnTo>
                  <a:lnTo>
                    <a:pt x="2584926" y="2074200"/>
                  </a:lnTo>
                  <a:lnTo>
                    <a:pt x="2584926" y="2073769"/>
                  </a:lnTo>
                  <a:lnTo>
                    <a:pt x="2585043" y="2073769"/>
                  </a:lnTo>
                  <a:lnTo>
                    <a:pt x="2585043" y="2073339"/>
                  </a:lnTo>
                  <a:lnTo>
                    <a:pt x="2585043" y="2072908"/>
                  </a:lnTo>
                  <a:lnTo>
                    <a:pt x="2585161" y="2072908"/>
                  </a:lnTo>
                  <a:lnTo>
                    <a:pt x="2585279" y="2072908"/>
                  </a:lnTo>
                  <a:lnTo>
                    <a:pt x="2585396" y="2072908"/>
                  </a:lnTo>
                  <a:lnTo>
                    <a:pt x="2585396" y="2072477"/>
                  </a:lnTo>
                  <a:lnTo>
                    <a:pt x="2585514" y="2072477"/>
                  </a:lnTo>
                  <a:lnTo>
                    <a:pt x="2585631" y="2072477"/>
                  </a:lnTo>
                  <a:lnTo>
                    <a:pt x="2585749" y="2072477"/>
                  </a:lnTo>
                  <a:lnTo>
                    <a:pt x="2585867" y="2072477"/>
                  </a:lnTo>
                  <a:lnTo>
                    <a:pt x="2585984" y="2072477"/>
                  </a:lnTo>
                  <a:lnTo>
                    <a:pt x="2585984" y="2072047"/>
                  </a:lnTo>
                  <a:lnTo>
                    <a:pt x="2586102" y="2072047"/>
                  </a:lnTo>
                  <a:lnTo>
                    <a:pt x="2586220" y="2072047"/>
                  </a:lnTo>
                  <a:lnTo>
                    <a:pt x="2586337" y="2072047"/>
                  </a:lnTo>
                  <a:lnTo>
                    <a:pt x="2586455" y="2072047"/>
                  </a:lnTo>
                  <a:lnTo>
                    <a:pt x="2586572" y="2072047"/>
                  </a:lnTo>
                  <a:lnTo>
                    <a:pt x="2586690" y="2072047"/>
                  </a:lnTo>
                  <a:lnTo>
                    <a:pt x="2586808" y="2072047"/>
                  </a:lnTo>
                  <a:lnTo>
                    <a:pt x="2586925" y="2072047"/>
                  </a:lnTo>
                  <a:lnTo>
                    <a:pt x="2587043" y="2072047"/>
                  </a:lnTo>
                  <a:lnTo>
                    <a:pt x="2587160" y="2072047"/>
                  </a:lnTo>
                  <a:lnTo>
                    <a:pt x="2587278" y="2072047"/>
                  </a:lnTo>
                  <a:lnTo>
                    <a:pt x="2587396" y="2072047"/>
                  </a:lnTo>
                  <a:lnTo>
                    <a:pt x="2587513" y="2072047"/>
                  </a:lnTo>
                  <a:lnTo>
                    <a:pt x="2587631" y="2072047"/>
                  </a:lnTo>
                  <a:lnTo>
                    <a:pt x="2587631" y="2071616"/>
                  </a:lnTo>
                  <a:lnTo>
                    <a:pt x="2587749" y="2071616"/>
                  </a:lnTo>
                  <a:lnTo>
                    <a:pt x="2587866" y="2071616"/>
                  </a:lnTo>
                  <a:lnTo>
                    <a:pt x="2587984" y="2071616"/>
                  </a:lnTo>
                  <a:lnTo>
                    <a:pt x="2588101" y="2071616"/>
                  </a:lnTo>
                  <a:lnTo>
                    <a:pt x="2588219" y="2071616"/>
                  </a:lnTo>
                  <a:lnTo>
                    <a:pt x="2588219" y="2071186"/>
                  </a:lnTo>
                  <a:lnTo>
                    <a:pt x="2588337" y="2071186"/>
                  </a:lnTo>
                  <a:lnTo>
                    <a:pt x="2588454" y="2071186"/>
                  </a:lnTo>
                  <a:lnTo>
                    <a:pt x="2588454" y="2070755"/>
                  </a:lnTo>
                  <a:lnTo>
                    <a:pt x="2588454" y="2070324"/>
                  </a:lnTo>
                  <a:lnTo>
                    <a:pt x="2588572" y="2070324"/>
                  </a:lnTo>
                  <a:lnTo>
                    <a:pt x="2588689" y="2070324"/>
                  </a:lnTo>
                  <a:lnTo>
                    <a:pt x="2588689" y="2069894"/>
                  </a:lnTo>
                  <a:lnTo>
                    <a:pt x="2588807" y="2069894"/>
                  </a:lnTo>
                  <a:lnTo>
                    <a:pt x="2588925" y="2069894"/>
                  </a:lnTo>
                  <a:lnTo>
                    <a:pt x="2589042" y="2069894"/>
                  </a:lnTo>
                  <a:lnTo>
                    <a:pt x="2589160" y="2069894"/>
                  </a:lnTo>
                  <a:lnTo>
                    <a:pt x="2589278" y="2069894"/>
                  </a:lnTo>
                  <a:lnTo>
                    <a:pt x="2589278" y="2069463"/>
                  </a:lnTo>
                  <a:lnTo>
                    <a:pt x="2589395" y="2069463"/>
                  </a:lnTo>
                  <a:lnTo>
                    <a:pt x="2589513" y="2069463"/>
                  </a:lnTo>
                  <a:lnTo>
                    <a:pt x="2589630" y="2069463"/>
                  </a:lnTo>
                  <a:lnTo>
                    <a:pt x="2589748" y="2069463"/>
                  </a:lnTo>
                  <a:lnTo>
                    <a:pt x="2589748" y="2069033"/>
                  </a:lnTo>
                  <a:lnTo>
                    <a:pt x="2589748" y="2068602"/>
                  </a:lnTo>
                  <a:lnTo>
                    <a:pt x="2589748" y="2068171"/>
                  </a:lnTo>
                  <a:lnTo>
                    <a:pt x="2589866" y="2068171"/>
                  </a:lnTo>
                  <a:lnTo>
                    <a:pt x="2589983" y="2068171"/>
                  </a:lnTo>
                  <a:lnTo>
                    <a:pt x="2590101" y="2068171"/>
                  </a:lnTo>
                  <a:lnTo>
                    <a:pt x="2590218" y="2068171"/>
                  </a:lnTo>
                  <a:lnTo>
                    <a:pt x="2590218" y="2067741"/>
                  </a:lnTo>
                  <a:lnTo>
                    <a:pt x="2590336" y="2067741"/>
                  </a:lnTo>
                  <a:lnTo>
                    <a:pt x="2590454" y="2067741"/>
                  </a:lnTo>
                  <a:lnTo>
                    <a:pt x="2590571" y="2067741"/>
                  </a:lnTo>
                  <a:lnTo>
                    <a:pt x="2590689" y="2067741"/>
                  </a:lnTo>
                  <a:lnTo>
                    <a:pt x="2590689" y="2067310"/>
                  </a:lnTo>
                  <a:lnTo>
                    <a:pt x="2590689" y="2066880"/>
                  </a:lnTo>
                  <a:lnTo>
                    <a:pt x="2590807" y="2066880"/>
                  </a:lnTo>
                  <a:lnTo>
                    <a:pt x="2590924" y="2066880"/>
                  </a:lnTo>
                  <a:lnTo>
                    <a:pt x="2591042" y="2066880"/>
                  </a:lnTo>
                  <a:lnTo>
                    <a:pt x="2591159" y="2066880"/>
                  </a:lnTo>
                  <a:lnTo>
                    <a:pt x="2591159" y="2066449"/>
                  </a:lnTo>
                  <a:lnTo>
                    <a:pt x="2591277" y="2066449"/>
                  </a:lnTo>
                  <a:lnTo>
                    <a:pt x="2591277" y="2066018"/>
                  </a:lnTo>
                  <a:lnTo>
                    <a:pt x="2591395" y="2066018"/>
                  </a:lnTo>
                  <a:lnTo>
                    <a:pt x="2591395" y="2065588"/>
                  </a:lnTo>
                  <a:lnTo>
                    <a:pt x="2591512" y="2065588"/>
                  </a:lnTo>
                  <a:lnTo>
                    <a:pt x="2591630" y="2065588"/>
                  </a:lnTo>
                  <a:lnTo>
                    <a:pt x="2591747" y="2065588"/>
                  </a:lnTo>
                  <a:lnTo>
                    <a:pt x="2591865" y="2065588"/>
                  </a:lnTo>
                  <a:lnTo>
                    <a:pt x="2591983" y="2065588"/>
                  </a:lnTo>
                  <a:lnTo>
                    <a:pt x="2592100" y="2065588"/>
                  </a:lnTo>
                  <a:lnTo>
                    <a:pt x="2592218" y="2065588"/>
                  </a:lnTo>
                  <a:lnTo>
                    <a:pt x="2592218" y="2065157"/>
                  </a:lnTo>
                  <a:lnTo>
                    <a:pt x="2592336" y="2065157"/>
                  </a:lnTo>
                  <a:lnTo>
                    <a:pt x="2592336" y="2064727"/>
                  </a:lnTo>
                  <a:lnTo>
                    <a:pt x="2592336" y="2064296"/>
                  </a:lnTo>
                  <a:lnTo>
                    <a:pt x="2592336" y="2063865"/>
                  </a:lnTo>
                  <a:lnTo>
                    <a:pt x="2592453" y="2063865"/>
                  </a:lnTo>
                  <a:lnTo>
                    <a:pt x="2592571" y="2063865"/>
                  </a:lnTo>
                  <a:lnTo>
                    <a:pt x="2592571" y="2063435"/>
                  </a:lnTo>
                  <a:lnTo>
                    <a:pt x="2592688" y="2063435"/>
                  </a:lnTo>
                  <a:lnTo>
                    <a:pt x="2592806" y="2063435"/>
                  </a:lnTo>
                  <a:lnTo>
                    <a:pt x="2592924" y="2063435"/>
                  </a:lnTo>
                  <a:lnTo>
                    <a:pt x="2593041" y="2063435"/>
                  </a:lnTo>
                  <a:lnTo>
                    <a:pt x="2593159" y="2063435"/>
                  </a:lnTo>
                  <a:lnTo>
                    <a:pt x="2593159" y="2063004"/>
                  </a:lnTo>
                  <a:lnTo>
                    <a:pt x="2593276" y="2063004"/>
                  </a:lnTo>
                  <a:lnTo>
                    <a:pt x="2593276" y="2062574"/>
                  </a:lnTo>
                  <a:lnTo>
                    <a:pt x="2593276" y="2062143"/>
                  </a:lnTo>
                  <a:lnTo>
                    <a:pt x="2593394" y="2062143"/>
                  </a:lnTo>
                  <a:lnTo>
                    <a:pt x="2593512" y="2062143"/>
                  </a:lnTo>
                  <a:lnTo>
                    <a:pt x="2593629" y="2062143"/>
                  </a:lnTo>
                  <a:lnTo>
                    <a:pt x="2593747" y="2062143"/>
                  </a:lnTo>
                  <a:lnTo>
                    <a:pt x="2593864" y="2062143"/>
                  </a:lnTo>
                  <a:lnTo>
                    <a:pt x="2593982" y="2062143"/>
                  </a:lnTo>
                  <a:lnTo>
                    <a:pt x="2594100" y="2062143"/>
                  </a:lnTo>
                  <a:lnTo>
                    <a:pt x="2594217" y="2062143"/>
                  </a:lnTo>
                  <a:lnTo>
                    <a:pt x="2594335" y="2062143"/>
                  </a:lnTo>
                  <a:lnTo>
                    <a:pt x="2594453" y="2062143"/>
                  </a:lnTo>
                  <a:lnTo>
                    <a:pt x="2594570" y="2062143"/>
                  </a:lnTo>
                  <a:lnTo>
                    <a:pt x="2594688" y="2062143"/>
                  </a:lnTo>
                  <a:lnTo>
                    <a:pt x="2594805" y="2062143"/>
                  </a:lnTo>
                  <a:lnTo>
                    <a:pt x="2594805" y="2061712"/>
                  </a:lnTo>
                  <a:lnTo>
                    <a:pt x="2594805" y="2061282"/>
                  </a:lnTo>
                  <a:lnTo>
                    <a:pt x="2594923" y="2061282"/>
                  </a:lnTo>
                  <a:lnTo>
                    <a:pt x="2595041" y="2061282"/>
                  </a:lnTo>
                  <a:lnTo>
                    <a:pt x="2595158" y="2061282"/>
                  </a:lnTo>
                  <a:lnTo>
                    <a:pt x="2595276" y="2061282"/>
                  </a:lnTo>
                  <a:lnTo>
                    <a:pt x="2595393" y="2061282"/>
                  </a:lnTo>
                  <a:lnTo>
                    <a:pt x="2595393" y="2060851"/>
                  </a:lnTo>
                  <a:lnTo>
                    <a:pt x="2595511" y="2060851"/>
                  </a:lnTo>
                  <a:lnTo>
                    <a:pt x="2595629" y="2060851"/>
                  </a:lnTo>
                  <a:lnTo>
                    <a:pt x="2595746" y="2060851"/>
                  </a:lnTo>
                  <a:lnTo>
                    <a:pt x="2595864" y="2060851"/>
                  </a:lnTo>
                  <a:lnTo>
                    <a:pt x="2595982" y="2060851"/>
                  </a:lnTo>
                  <a:lnTo>
                    <a:pt x="2595982" y="2060421"/>
                  </a:lnTo>
                  <a:lnTo>
                    <a:pt x="2596099" y="2060421"/>
                  </a:lnTo>
                  <a:lnTo>
                    <a:pt x="2596217" y="2060421"/>
                  </a:lnTo>
                  <a:lnTo>
                    <a:pt x="2596334" y="2060421"/>
                  </a:lnTo>
                  <a:lnTo>
                    <a:pt x="2596452" y="2060421"/>
                  </a:lnTo>
                  <a:lnTo>
                    <a:pt x="2596570" y="2060421"/>
                  </a:lnTo>
                  <a:lnTo>
                    <a:pt x="2596570" y="2059990"/>
                  </a:lnTo>
                  <a:lnTo>
                    <a:pt x="2596687" y="2059990"/>
                  </a:lnTo>
                  <a:lnTo>
                    <a:pt x="2596805" y="2059990"/>
                  </a:lnTo>
                  <a:lnTo>
                    <a:pt x="2596805" y="2059559"/>
                  </a:lnTo>
                  <a:lnTo>
                    <a:pt x="2596922" y="2059559"/>
                  </a:lnTo>
                  <a:lnTo>
                    <a:pt x="2596922" y="2059129"/>
                  </a:lnTo>
                  <a:lnTo>
                    <a:pt x="2597040" y="2059129"/>
                  </a:lnTo>
                  <a:lnTo>
                    <a:pt x="2597158" y="2059129"/>
                  </a:lnTo>
                  <a:lnTo>
                    <a:pt x="2597158" y="2058698"/>
                  </a:lnTo>
                  <a:lnTo>
                    <a:pt x="2597275" y="2058698"/>
                  </a:lnTo>
                  <a:lnTo>
                    <a:pt x="2597393" y="2058698"/>
                  </a:lnTo>
                  <a:lnTo>
                    <a:pt x="2597511" y="2058698"/>
                  </a:lnTo>
                  <a:lnTo>
                    <a:pt x="2597511" y="2058268"/>
                  </a:lnTo>
                  <a:lnTo>
                    <a:pt x="2597628" y="2058268"/>
                  </a:lnTo>
                  <a:lnTo>
                    <a:pt x="2597746" y="2058268"/>
                  </a:lnTo>
                  <a:lnTo>
                    <a:pt x="2597863" y="2058268"/>
                  </a:lnTo>
                  <a:lnTo>
                    <a:pt x="2597981" y="2058268"/>
                  </a:lnTo>
                  <a:lnTo>
                    <a:pt x="2598099" y="2058268"/>
                  </a:lnTo>
                  <a:lnTo>
                    <a:pt x="2598216" y="2058268"/>
                  </a:lnTo>
                  <a:lnTo>
                    <a:pt x="2598216" y="2057837"/>
                  </a:lnTo>
                  <a:lnTo>
                    <a:pt x="2598334" y="2057837"/>
                  </a:lnTo>
                  <a:lnTo>
                    <a:pt x="2598451" y="2057837"/>
                  </a:lnTo>
                  <a:lnTo>
                    <a:pt x="2598451" y="2057406"/>
                  </a:lnTo>
                  <a:lnTo>
                    <a:pt x="2598569" y="2057406"/>
                  </a:lnTo>
                  <a:lnTo>
                    <a:pt x="2598687" y="2057406"/>
                  </a:lnTo>
                  <a:lnTo>
                    <a:pt x="2598687" y="2056976"/>
                  </a:lnTo>
                  <a:lnTo>
                    <a:pt x="2598804" y="2056976"/>
                  </a:lnTo>
                  <a:lnTo>
                    <a:pt x="2598922" y="2056976"/>
                  </a:lnTo>
                  <a:lnTo>
                    <a:pt x="2599040" y="2056976"/>
                  </a:lnTo>
                  <a:lnTo>
                    <a:pt x="2599040" y="2056545"/>
                  </a:lnTo>
                  <a:lnTo>
                    <a:pt x="2599040" y="2056115"/>
                  </a:lnTo>
                  <a:lnTo>
                    <a:pt x="2599157" y="2056115"/>
                  </a:lnTo>
                  <a:lnTo>
                    <a:pt x="2599275" y="2056115"/>
                  </a:lnTo>
                  <a:lnTo>
                    <a:pt x="2599392" y="2056115"/>
                  </a:lnTo>
                  <a:lnTo>
                    <a:pt x="2599510" y="2056115"/>
                  </a:lnTo>
                  <a:lnTo>
                    <a:pt x="2599510" y="2055684"/>
                  </a:lnTo>
                  <a:lnTo>
                    <a:pt x="2599628" y="2055684"/>
                  </a:lnTo>
                  <a:lnTo>
                    <a:pt x="2599628" y="2055253"/>
                  </a:lnTo>
                  <a:lnTo>
                    <a:pt x="2599745" y="2055253"/>
                  </a:lnTo>
                  <a:lnTo>
                    <a:pt x="2599745" y="2054823"/>
                  </a:lnTo>
                  <a:lnTo>
                    <a:pt x="2599745" y="2054392"/>
                  </a:lnTo>
                  <a:lnTo>
                    <a:pt x="2599863" y="2054392"/>
                  </a:lnTo>
                  <a:lnTo>
                    <a:pt x="2599980" y="2054392"/>
                  </a:lnTo>
                  <a:lnTo>
                    <a:pt x="2600098" y="2054392"/>
                  </a:lnTo>
                  <a:lnTo>
                    <a:pt x="2600216" y="2054392"/>
                  </a:lnTo>
                  <a:lnTo>
                    <a:pt x="2600333" y="2054392"/>
                  </a:lnTo>
                  <a:lnTo>
                    <a:pt x="2600333" y="2053962"/>
                  </a:lnTo>
                  <a:lnTo>
                    <a:pt x="2600451" y="2053962"/>
                  </a:lnTo>
                  <a:lnTo>
                    <a:pt x="2600569" y="2053962"/>
                  </a:lnTo>
                  <a:lnTo>
                    <a:pt x="2600686" y="2053962"/>
                  </a:lnTo>
                  <a:lnTo>
                    <a:pt x="2600804" y="2053962"/>
                  </a:lnTo>
                  <a:lnTo>
                    <a:pt x="2600921" y="2053962"/>
                  </a:lnTo>
                  <a:lnTo>
                    <a:pt x="2600921" y="2053531"/>
                  </a:lnTo>
                  <a:lnTo>
                    <a:pt x="2601039" y="2053531"/>
                  </a:lnTo>
                  <a:lnTo>
                    <a:pt x="2601039" y="2053100"/>
                  </a:lnTo>
                  <a:lnTo>
                    <a:pt x="2601039" y="2052670"/>
                  </a:lnTo>
                  <a:lnTo>
                    <a:pt x="2601157" y="2052670"/>
                  </a:lnTo>
                  <a:lnTo>
                    <a:pt x="2601274" y="2052670"/>
                  </a:lnTo>
                  <a:lnTo>
                    <a:pt x="2601392" y="2052670"/>
                  </a:lnTo>
                  <a:lnTo>
                    <a:pt x="2601509" y="2052670"/>
                  </a:lnTo>
                  <a:lnTo>
                    <a:pt x="2601627" y="2052670"/>
                  </a:lnTo>
                  <a:lnTo>
                    <a:pt x="2601745" y="2052670"/>
                  </a:lnTo>
                  <a:lnTo>
                    <a:pt x="2601862" y="2052670"/>
                  </a:lnTo>
                  <a:lnTo>
                    <a:pt x="2601980" y="2052670"/>
                  </a:lnTo>
                  <a:lnTo>
                    <a:pt x="2602097" y="2052670"/>
                  </a:lnTo>
                  <a:lnTo>
                    <a:pt x="2602215" y="2052670"/>
                  </a:lnTo>
                  <a:lnTo>
                    <a:pt x="2602333" y="2052670"/>
                  </a:lnTo>
                  <a:lnTo>
                    <a:pt x="2602450" y="2052670"/>
                  </a:lnTo>
                  <a:lnTo>
                    <a:pt x="2602568" y="2052670"/>
                  </a:lnTo>
                  <a:lnTo>
                    <a:pt x="2602568" y="2052239"/>
                  </a:lnTo>
                  <a:lnTo>
                    <a:pt x="2602686" y="2052239"/>
                  </a:lnTo>
                  <a:lnTo>
                    <a:pt x="2602803" y="2052239"/>
                  </a:lnTo>
                  <a:lnTo>
                    <a:pt x="2602921" y="2052239"/>
                  </a:lnTo>
                  <a:lnTo>
                    <a:pt x="2603038" y="2052239"/>
                  </a:lnTo>
                  <a:lnTo>
                    <a:pt x="2603156" y="2052239"/>
                  </a:lnTo>
                  <a:lnTo>
                    <a:pt x="2603274" y="2052239"/>
                  </a:lnTo>
                  <a:lnTo>
                    <a:pt x="2603391" y="2052239"/>
                  </a:lnTo>
                  <a:lnTo>
                    <a:pt x="2603509" y="2052239"/>
                  </a:lnTo>
                  <a:lnTo>
                    <a:pt x="2603626" y="2052239"/>
                  </a:lnTo>
                  <a:lnTo>
                    <a:pt x="2603744" y="2052239"/>
                  </a:lnTo>
                  <a:lnTo>
                    <a:pt x="2603862" y="2052239"/>
                  </a:lnTo>
                  <a:lnTo>
                    <a:pt x="2603979" y="2052239"/>
                  </a:lnTo>
                  <a:lnTo>
                    <a:pt x="2604097" y="2052239"/>
                  </a:lnTo>
                  <a:lnTo>
                    <a:pt x="2604215" y="2052239"/>
                  </a:lnTo>
                  <a:lnTo>
                    <a:pt x="2604332" y="2052239"/>
                  </a:lnTo>
                  <a:lnTo>
                    <a:pt x="2604450" y="2052239"/>
                  </a:lnTo>
                  <a:lnTo>
                    <a:pt x="2604567" y="2052239"/>
                  </a:lnTo>
                  <a:lnTo>
                    <a:pt x="2604567" y="2051809"/>
                  </a:lnTo>
                  <a:lnTo>
                    <a:pt x="2604685" y="2051809"/>
                  </a:lnTo>
                  <a:lnTo>
                    <a:pt x="2604803" y="2051809"/>
                  </a:lnTo>
                  <a:lnTo>
                    <a:pt x="2604920" y="2051809"/>
                  </a:lnTo>
                  <a:lnTo>
                    <a:pt x="2605038" y="2051809"/>
                  </a:lnTo>
                  <a:lnTo>
                    <a:pt x="2605155" y="2051809"/>
                  </a:lnTo>
                  <a:lnTo>
                    <a:pt x="2605273" y="2051809"/>
                  </a:lnTo>
                  <a:lnTo>
                    <a:pt x="2605391" y="2051809"/>
                  </a:lnTo>
                  <a:lnTo>
                    <a:pt x="2605391" y="2051378"/>
                  </a:lnTo>
                  <a:lnTo>
                    <a:pt x="2605508" y="2051378"/>
                  </a:lnTo>
                  <a:lnTo>
                    <a:pt x="2605626" y="2051378"/>
                  </a:lnTo>
                  <a:lnTo>
                    <a:pt x="2605744" y="2051378"/>
                  </a:lnTo>
                  <a:lnTo>
                    <a:pt x="2605861" y="2051378"/>
                  </a:lnTo>
                  <a:lnTo>
                    <a:pt x="2605979" y="2051378"/>
                  </a:lnTo>
                  <a:lnTo>
                    <a:pt x="2606096" y="2051378"/>
                  </a:lnTo>
                  <a:lnTo>
                    <a:pt x="2606214" y="2051378"/>
                  </a:lnTo>
                  <a:lnTo>
                    <a:pt x="2606214" y="2050947"/>
                  </a:lnTo>
                  <a:lnTo>
                    <a:pt x="2606332" y="2050947"/>
                  </a:lnTo>
                  <a:lnTo>
                    <a:pt x="2606449" y="2050947"/>
                  </a:lnTo>
                  <a:lnTo>
                    <a:pt x="2606567" y="2050947"/>
                  </a:lnTo>
                  <a:lnTo>
                    <a:pt x="2606684" y="2050947"/>
                  </a:lnTo>
                  <a:lnTo>
                    <a:pt x="2606802" y="2050947"/>
                  </a:lnTo>
                  <a:lnTo>
                    <a:pt x="2606920" y="2050947"/>
                  </a:lnTo>
                  <a:lnTo>
                    <a:pt x="2607037" y="2050947"/>
                  </a:lnTo>
                  <a:lnTo>
                    <a:pt x="2607037" y="2050517"/>
                  </a:lnTo>
                  <a:lnTo>
                    <a:pt x="2607037" y="2050086"/>
                  </a:lnTo>
                  <a:lnTo>
                    <a:pt x="2607155" y="2050086"/>
                  </a:lnTo>
                  <a:lnTo>
                    <a:pt x="2607155" y="2049656"/>
                  </a:lnTo>
                  <a:lnTo>
                    <a:pt x="2607155" y="2049225"/>
                  </a:lnTo>
                  <a:lnTo>
                    <a:pt x="2607273" y="2049225"/>
                  </a:lnTo>
                  <a:lnTo>
                    <a:pt x="2607390" y="2049225"/>
                  </a:lnTo>
                  <a:lnTo>
                    <a:pt x="2607508" y="2049225"/>
                  </a:lnTo>
                  <a:lnTo>
                    <a:pt x="2607625" y="2049225"/>
                  </a:lnTo>
                  <a:lnTo>
                    <a:pt x="2607743" y="2049225"/>
                  </a:lnTo>
                  <a:lnTo>
                    <a:pt x="2607861" y="2049225"/>
                  </a:lnTo>
                  <a:lnTo>
                    <a:pt x="2607978" y="2049225"/>
                  </a:lnTo>
                  <a:lnTo>
                    <a:pt x="2607978" y="2048794"/>
                  </a:lnTo>
                  <a:lnTo>
                    <a:pt x="2608096" y="2048794"/>
                  </a:lnTo>
                  <a:lnTo>
                    <a:pt x="2608213" y="2048794"/>
                  </a:lnTo>
                  <a:lnTo>
                    <a:pt x="2608331" y="2048794"/>
                  </a:lnTo>
                  <a:lnTo>
                    <a:pt x="2608331" y="2048364"/>
                  </a:lnTo>
                  <a:lnTo>
                    <a:pt x="2608331" y="2047933"/>
                  </a:lnTo>
                  <a:lnTo>
                    <a:pt x="2608449" y="2047933"/>
                  </a:lnTo>
                  <a:lnTo>
                    <a:pt x="2608566" y="2047933"/>
                  </a:lnTo>
                  <a:lnTo>
                    <a:pt x="2608684" y="2047933"/>
                  </a:lnTo>
                  <a:lnTo>
                    <a:pt x="2608802" y="2047933"/>
                  </a:lnTo>
                  <a:lnTo>
                    <a:pt x="2608919" y="2047933"/>
                  </a:lnTo>
                  <a:lnTo>
                    <a:pt x="2609037" y="2047933"/>
                  </a:lnTo>
                  <a:lnTo>
                    <a:pt x="2609154" y="2047933"/>
                  </a:lnTo>
                  <a:lnTo>
                    <a:pt x="2609272" y="2047933"/>
                  </a:lnTo>
                  <a:lnTo>
                    <a:pt x="2609272" y="2047503"/>
                  </a:lnTo>
                  <a:lnTo>
                    <a:pt x="2609390" y="2047503"/>
                  </a:lnTo>
                  <a:lnTo>
                    <a:pt x="2609507" y="2047503"/>
                  </a:lnTo>
                  <a:lnTo>
                    <a:pt x="2609507" y="2047072"/>
                  </a:lnTo>
                  <a:lnTo>
                    <a:pt x="2609507" y="2046641"/>
                  </a:lnTo>
                  <a:lnTo>
                    <a:pt x="2609625" y="2046641"/>
                  </a:lnTo>
                  <a:lnTo>
                    <a:pt x="2609742" y="2046641"/>
                  </a:lnTo>
                  <a:lnTo>
                    <a:pt x="2609860" y="2046641"/>
                  </a:lnTo>
                  <a:lnTo>
                    <a:pt x="2609978" y="2046641"/>
                  </a:lnTo>
                  <a:lnTo>
                    <a:pt x="2610095" y="2046641"/>
                  </a:lnTo>
                  <a:lnTo>
                    <a:pt x="2610213" y="2046641"/>
                  </a:lnTo>
                  <a:lnTo>
                    <a:pt x="2610330" y="2046641"/>
                  </a:lnTo>
                  <a:lnTo>
                    <a:pt x="2610448" y="2046641"/>
                  </a:lnTo>
                  <a:lnTo>
                    <a:pt x="2610566" y="2046641"/>
                  </a:lnTo>
                  <a:lnTo>
                    <a:pt x="2610683" y="2046641"/>
                  </a:lnTo>
                  <a:lnTo>
                    <a:pt x="2610801" y="2046641"/>
                  </a:lnTo>
                  <a:lnTo>
                    <a:pt x="2610919" y="2046641"/>
                  </a:lnTo>
                  <a:lnTo>
                    <a:pt x="2611036" y="2046641"/>
                  </a:lnTo>
                  <a:lnTo>
                    <a:pt x="2611036" y="2046211"/>
                  </a:lnTo>
                  <a:lnTo>
                    <a:pt x="2611154" y="2046211"/>
                  </a:lnTo>
                  <a:lnTo>
                    <a:pt x="2611271" y="2046211"/>
                  </a:lnTo>
                  <a:lnTo>
                    <a:pt x="2611389" y="2046211"/>
                  </a:lnTo>
                  <a:lnTo>
                    <a:pt x="2611389" y="2045780"/>
                  </a:lnTo>
                  <a:lnTo>
                    <a:pt x="2611507" y="2045780"/>
                  </a:lnTo>
                  <a:lnTo>
                    <a:pt x="2611624" y="2045780"/>
                  </a:lnTo>
                  <a:lnTo>
                    <a:pt x="2611742" y="2045780"/>
                  </a:lnTo>
                  <a:lnTo>
                    <a:pt x="2611859" y="2045780"/>
                  </a:lnTo>
                  <a:lnTo>
                    <a:pt x="2611977" y="2045780"/>
                  </a:lnTo>
                  <a:lnTo>
                    <a:pt x="2611977" y="2045350"/>
                  </a:lnTo>
                  <a:lnTo>
                    <a:pt x="2612095" y="2045350"/>
                  </a:lnTo>
                  <a:lnTo>
                    <a:pt x="2612212" y="2045350"/>
                  </a:lnTo>
                  <a:lnTo>
                    <a:pt x="2612330" y="2045350"/>
                  </a:lnTo>
                  <a:lnTo>
                    <a:pt x="2612448" y="2045350"/>
                  </a:lnTo>
                  <a:lnTo>
                    <a:pt x="2612448" y="2044919"/>
                  </a:lnTo>
                  <a:lnTo>
                    <a:pt x="2612565" y="2044919"/>
                  </a:lnTo>
                  <a:lnTo>
                    <a:pt x="2612683" y="2044919"/>
                  </a:lnTo>
                  <a:lnTo>
                    <a:pt x="2612683" y="2044488"/>
                  </a:lnTo>
                  <a:lnTo>
                    <a:pt x="2612800" y="2044488"/>
                  </a:lnTo>
                  <a:lnTo>
                    <a:pt x="2612918" y="2044488"/>
                  </a:lnTo>
                  <a:lnTo>
                    <a:pt x="2613036" y="2044488"/>
                  </a:lnTo>
                  <a:lnTo>
                    <a:pt x="2613153" y="2044488"/>
                  </a:lnTo>
                  <a:lnTo>
                    <a:pt x="2613271" y="2044488"/>
                  </a:lnTo>
                  <a:lnTo>
                    <a:pt x="2613388" y="2044488"/>
                  </a:lnTo>
                  <a:lnTo>
                    <a:pt x="2613506" y="2044488"/>
                  </a:lnTo>
                  <a:lnTo>
                    <a:pt x="2613506" y="2044058"/>
                  </a:lnTo>
                  <a:lnTo>
                    <a:pt x="2613624" y="2044058"/>
                  </a:lnTo>
                  <a:lnTo>
                    <a:pt x="2613741" y="2044058"/>
                  </a:lnTo>
                  <a:lnTo>
                    <a:pt x="2613741" y="2043627"/>
                  </a:lnTo>
                  <a:lnTo>
                    <a:pt x="2613859" y="2043627"/>
                  </a:lnTo>
                  <a:lnTo>
                    <a:pt x="2613977" y="2043627"/>
                  </a:lnTo>
                  <a:lnTo>
                    <a:pt x="2614094" y="2043627"/>
                  </a:lnTo>
                  <a:lnTo>
                    <a:pt x="2614212" y="2043627"/>
                  </a:lnTo>
                  <a:lnTo>
                    <a:pt x="2614329" y="2043627"/>
                  </a:lnTo>
                  <a:lnTo>
                    <a:pt x="2614447" y="2043627"/>
                  </a:lnTo>
                  <a:lnTo>
                    <a:pt x="2614565" y="2043627"/>
                  </a:lnTo>
                  <a:lnTo>
                    <a:pt x="2614682" y="2043627"/>
                  </a:lnTo>
                  <a:lnTo>
                    <a:pt x="2614800" y="2043627"/>
                  </a:lnTo>
                  <a:lnTo>
                    <a:pt x="2614800" y="2043197"/>
                  </a:lnTo>
                  <a:lnTo>
                    <a:pt x="2614917" y="2043197"/>
                  </a:lnTo>
                  <a:lnTo>
                    <a:pt x="2614917" y="2042766"/>
                  </a:lnTo>
                  <a:lnTo>
                    <a:pt x="2614917" y="2042335"/>
                  </a:lnTo>
                  <a:lnTo>
                    <a:pt x="2614917" y="2041905"/>
                  </a:lnTo>
                  <a:lnTo>
                    <a:pt x="2615035" y="2041905"/>
                  </a:lnTo>
                  <a:lnTo>
                    <a:pt x="2615035" y="2041474"/>
                  </a:lnTo>
                  <a:lnTo>
                    <a:pt x="2615035" y="2041044"/>
                  </a:lnTo>
                  <a:lnTo>
                    <a:pt x="2615035" y="2040613"/>
                  </a:lnTo>
                  <a:lnTo>
                    <a:pt x="2615035" y="2040182"/>
                  </a:lnTo>
                  <a:lnTo>
                    <a:pt x="2615153" y="2040182"/>
                  </a:lnTo>
                  <a:lnTo>
                    <a:pt x="2615153" y="2039752"/>
                  </a:lnTo>
                  <a:lnTo>
                    <a:pt x="2615270" y="2039752"/>
                  </a:lnTo>
                  <a:lnTo>
                    <a:pt x="2615388" y="2039752"/>
                  </a:lnTo>
                  <a:lnTo>
                    <a:pt x="2615506" y="2039752"/>
                  </a:lnTo>
                  <a:lnTo>
                    <a:pt x="2615623" y="2039752"/>
                  </a:lnTo>
                  <a:lnTo>
                    <a:pt x="2615741" y="2039752"/>
                  </a:lnTo>
                  <a:lnTo>
                    <a:pt x="2615858" y="2039752"/>
                  </a:lnTo>
                  <a:lnTo>
                    <a:pt x="2615976" y="2039752"/>
                  </a:lnTo>
                  <a:lnTo>
                    <a:pt x="2616094" y="2039752"/>
                  </a:lnTo>
                  <a:lnTo>
                    <a:pt x="2616211" y="2039752"/>
                  </a:lnTo>
                  <a:lnTo>
                    <a:pt x="2616329" y="2039752"/>
                  </a:lnTo>
                  <a:lnTo>
                    <a:pt x="2616329" y="2039321"/>
                  </a:lnTo>
                  <a:lnTo>
                    <a:pt x="2616446" y="2039321"/>
                  </a:lnTo>
                  <a:lnTo>
                    <a:pt x="2616446" y="2038891"/>
                  </a:lnTo>
                  <a:lnTo>
                    <a:pt x="2616564" y="2038891"/>
                  </a:lnTo>
                  <a:lnTo>
                    <a:pt x="2616682" y="2038891"/>
                  </a:lnTo>
                  <a:lnTo>
                    <a:pt x="2616799" y="2038891"/>
                  </a:lnTo>
                  <a:lnTo>
                    <a:pt x="2616917" y="2038891"/>
                  </a:lnTo>
                  <a:lnTo>
                    <a:pt x="2616917" y="2038460"/>
                  </a:lnTo>
                  <a:lnTo>
                    <a:pt x="2616917" y="2038029"/>
                  </a:lnTo>
                  <a:lnTo>
                    <a:pt x="2617035" y="2038029"/>
                  </a:lnTo>
                  <a:lnTo>
                    <a:pt x="2617035" y="2037599"/>
                  </a:lnTo>
                  <a:lnTo>
                    <a:pt x="2617152" y="2037599"/>
                  </a:lnTo>
                  <a:lnTo>
                    <a:pt x="2617270" y="2037599"/>
                  </a:lnTo>
                  <a:lnTo>
                    <a:pt x="2617387" y="2037599"/>
                  </a:lnTo>
                  <a:lnTo>
                    <a:pt x="2617505" y="2037599"/>
                  </a:lnTo>
                  <a:lnTo>
                    <a:pt x="2617505" y="2037168"/>
                  </a:lnTo>
                  <a:lnTo>
                    <a:pt x="2617623" y="2037168"/>
                  </a:lnTo>
                  <a:lnTo>
                    <a:pt x="2617740" y="2037168"/>
                  </a:lnTo>
                  <a:lnTo>
                    <a:pt x="2617858" y="2037168"/>
                  </a:lnTo>
                  <a:lnTo>
                    <a:pt x="2617858" y="2036738"/>
                  </a:lnTo>
                  <a:lnTo>
                    <a:pt x="2617858" y="2036307"/>
                  </a:lnTo>
                  <a:lnTo>
                    <a:pt x="2617975" y="2036307"/>
                  </a:lnTo>
                  <a:lnTo>
                    <a:pt x="2618093" y="2036307"/>
                  </a:lnTo>
                  <a:lnTo>
                    <a:pt x="2618211" y="2036307"/>
                  </a:lnTo>
                  <a:lnTo>
                    <a:pt x="2618328" y="2036307"/>
                  </a:lnTo>
                  <a:lnTo>
                    <a:pt x="2618446" y="2036307"/>
                  </a:lnTo>
                  <a:lnTo>
                    <a:pt x="2618446" y="2035876"/>
                  </a:lnTo>
                  <a:lnTo>
                    <a:pt x="2618563" y="2035876"/>
                  </a:lnTo>
                  <a:lnTo>
                    <a:pt x="2618563" y="2035446"/>
                  </a:lnTo>
                  <a:lnTo>
                    <a:pt x="2618681" y="2035446"/>
                  </a:lnTo>
                  <a:lnTo>
                    <a:pt x="2618681" y="2035015"/>
                  </a:lnTo>
                  <a:lnTo>
                    <a:pt x="2618799" y="2035015"/>
                  </a:lnTo>
                  <a:lnTo>
                    <a:pt x="2618916" y="2035015"/>
                  </a:lnTo>
                  <a:lnTo>
                    <a:pt x="2618916" y="2034585"/>
                  </a:lnTo>
                  <a:lnTo>
                    <a:pt x="2618916" y="2034154"/>
                  </a:lnTo>
                  <a:lnTo>
                    <a:pt x="2619034" y="2034154"/>
                  </a:lnTo>
                  <a:lnTo>
                    <a:pt x="2619152" y="2034154"/>
                  </a:lnTo>
                  <a:lnTo>
                    <a:pt x="2619269" y="2034154"/>
                  </a:lnTo>
                  <a:lnTo>
                    <a:pt x="2619387" y="2034154"/>
                  </a:lnTo>
                  <a:lnTo>
                    <a:pt x="2619504" y="2034154"/>
                  </a:lnTo>
                  <a:lnTo>
                    <a:pt x="2619622" y="2034154"/>
                  </a:lnTo>
                  <a:lnTo>
                    <a:pt x="2619740" y="2034154"/>
                  </a:lnTo>
                  <a:lnTo>
                    <a:pt x="2619857" y="2034154"/>
                  </a:lnTo>
                  <a:lnTo>
                    <a:pt x="2619975" y="2034154"/>
                  </a:lnTo>
                  <a:lnTo>
                    <a:pt x="2620092" y="2034154"/>
                  </a:lnTo>
                  <a:lnTo>
                    <a:pt x="2620092" y="2033723"/>
                  </a:lnTo>
                  <a:lnTo>
                    <a:pt x="2620210" y="2033723"/>
                  </a:lnTo>
                  <a:lnTo>
                    <a:pt x="2620328" y="2033723"/>
                  </a:lnTo>
                  <a:lnTo>
                    <a:pt x="2620445" y="2033723"/>
                  </a:lnTo>
                  <a:lnTo>
                    <a:pt x="2620563" y="2033723"/>
                  </a:lnTo>
                  <a:lnTo>
                    <a:pt x="2620681" y="2033723"/>
                  </a:lnTo>
                  <a:lnTo>
                    <a:pt x="2620798" y="2033723"/>
                  </a:lnTo>
                  <a:lnTo>
                    <a:pt x="2620916" y="2033723"/>
                  </a:lnTo>
                  <a:lnTo>
                    <a:pt x="2621033" y="2033723"/>
                  </a:lnTo>
                  <a:lnTo>
                    <a:pt x="2621033" y="2033293"/>
                  </a:lnTo>
                  <a:lnTo>
                    <a:pt x="2621151" y="2033293"/>
                  </a:lnTo>
                  <a:lnTo>
                    <a:pt x="2621151" y="2032862"/>
                  </a:lnTo>
                  <a:lnTo>
                    <a:pt x="2621151" y="2032432"/>
                  </a:lnTo>
                  <a:lnTo>
                    <a:pt x="2621269" y="2032432"/>
                  </a:lnTo>
                  <a:lnTo>
                    <a:pt x="2621386" y="2032432"/>
                  </a:lnTo>
                  <a:lnTo>
                    <a:pt x="2621386" y="2032001"/>
                  </a:lnTo>
                  <a:lnTo>
                    <a:pt x="2621504" y="2032001"/>
                  </a:lnTo>
                  <a:lnTo>
                    <a:pt x="2621621" y="2032001"/>
                  </a:lnTo>
                  <a:lnTo>
                    <a:pt x="2621621" y="2031570"/>
                  </a:lnTo>
                  <a:lnTo>
                    <a:pt x="2621739" y="2031570"/>
                  </a:lnTo>
                  <a:lnTo>
                    <a:pt x="2621857" y="2031570"/>
                  </a:lnTo>
                  <a:lnTo>
                    <a:pt x="2621974" y="2031570"/>
                  </a:lnTo>
                  <a:lnTo>
                    <a:pt x="2622092" y="2031570"/>
                  </a:lnTo>
                  <a:lnTo>
                    <a:pt x="2622092" y="2031140"/>
                  </a:lnTo>
                  <a:lnTo>
                    <a:pt x="2622210" y="2031140"/>
                  </a:lnTo>
                  <a:lnTo>
                    <a:pt x="2622327" y="2031140"/>
                  </a:lnTo>
                  <a:lnTo>
                    <a:pt x="2622445" y="2031140"/>
                  </a:lnTo>
                  <a:lnTo>
                    <a:pt x="2622562" y="2031140"/>
                  </a:lnTo>
                  <a:lnTo>
                    <a:pt x="2622562" y="2030709"/>
                  </a:lnTo>
                  <a:lnTo>
                    <a:pt x="2622680" y="2030709"/>
                  </a:lnTo>
                  <a:lnTo>
                    <a:pt x="2622798" y="2030709"/>
                  </a:lnTo>
                  <a:lnTo>
                    <a:pt x="2622915" y="2030709"/>
                  </a:lnTo>
                  <a:lnTo>
                    <a:pt x="2622915" y="2030279"/>
                  </a:lnTo>
                  <a:lnTo>
                    <a:pt x="2623033" y="2030279"/>
                  </a:lnTo>
                  <a:lnTo>
                    <a:pt x="2623150" y="2030279"/>
                  </a:lnTo>
                  <a:lnTo>
                    <a:pt x="2623150" y="2029848"/>
                  </a:lnTo>
                  <a:lnTo>
                    <a:pt x="2623268" y="2029848"/>
                  </a:lnTo>
                  <a:lnTo>
                    <a:pt x="2623268" y="2029417"/>
                  </a:lnTo>
                  <a:lnTo>
                    <a:pt x="2623386" y="2029417"/>
                  </a:lnTo>
                  <a:lnTo>
                    <a:pt x="2623503" y="2029417"/>
                  </a:lnTo>
                  <a:lnTo>
                    <a:pt x="2623621" y="2029417"/>
                  </a:lnTo>
                  <a:lnTo>
                    <a:pt x="2623739" y="2029417"/>
                  </a:lnTo>
                  <a:lnTo>
                    <a:pt x="2623739" y="2028987"/>
                  </a:lnTo>
                  <a:lnTo>
                    <a:pt x="2623856" y="2028987"/>
                  </a:lnTo>
                  <a:lnTo>
                    <a:pt x="2623856" y="2028556"/>
                  </a:lnTo>
                  <a:lnTo>
                    <a:pt x="2623974" y="2028556"/>
                  </a:lnTo>
                  <a:lnTo>
                    <a:pt x="2624091" y="2028556"/>
                  </a:lnTo>
                  <a:lnTo>
                    <a:pt x="2624209" y="2028556"/>
                  </a:lnTo>
                  <a:lnTo>
                    <a:pt x="2624327" y="2028556"/>
                  </a:lnTo>
                  <a:lnTo>
                    <a:pt x="2624327" y="2028126"/>
                  </a:lnTo>
                  <a:lnTo>
                    <a:pt x="2624444" y="2028126"/>
                  </a:lnTo>
                  <a:lnTo>
                    <a:pt x="2624444" y="2027695"/>
                  </a:lnTo>
                  <a:lnTo>
                    <a:pt x="2624562" y="2027695"/>
                  </a:lnTo>
                  <a:lnTo>
                    <a:pt x="2624679" y="2027695"/>
                  </a:lnTo>
                  <a:lnTo>
                    <a:pt x="2624797" y="2027695"/>
                  </a:lnTo>
                  <a:lnTo>
                    <a:pt x="2624797" y="2027264"/>
                  </a:lnTo>
                  <a:lnTo>
                    <a:pt x="2624797" y="2026834"/>
                  </a:lnTo>
                  <a:lnTo>
                    <a:pt x="2624797" y="2026403"/>
                  </a:lnTo>
                  <a:lnTo>
                    <a:pt x="2624797" y="2025973"/>
                  </a:lnTo>
                  <a:lnTo>
                    <a:pt x="2624915" y="2025973"/>
                  </a:lnTo>
                  <a:lnTo>
                    <a:pt x="2625032" y="2025973"/>
                  </a:lnTo>
                  <a:lnTo>
                    <a:pt x="2625150" y="2025973"/>
                  </a:lnTo>
                  <a:lnTo>
                    <a:pt x="2625150" y="2025542"/>
                  </a:lnTo>
                  <a:lnTo>
                    <a:pt x="2625150" y="2025111"/>
                  </a:lnTo>
                  <a:lnTo>
                    <a:pt x="2625150" y="2024681"/>
                  </a:lnTo>
                  <a:lnTo>
                    <a:pt x="2625268" y="2024681"/>
                  </a:lnTo>
                  <a:lnTo>
                    <a:pt x="2625268" y="2024250"/>
                  </a:lnTo>
                  <a:lnTo>
                    <a:pt x="2625268" y="2023820"/>
                  </a:lnTo>
                  <a:lnTo>
                    <a:pt x="2625268" y="2023389"/>
                  </a:lnTo>
                  <a:lnTo>
                    <a:pt x="2625385" y="2023389"/>
                  </a:lnTo>
                  <a:lnTo>
                    <a:pt x="2625503" y="2023389"/>
                  </a:lnTo>
                  <a:lnTo>
                    <a:pt x="2625620" y="2023389"/>
                  </a:lnTo>
                  <a:lnTo>
                    <a:pt x="2625738" y="2023389"/>
                  </a:lnTo>
                  <a:lnTo>
                    <a:pt x="2625856" y="2023389"/>
                  </a:lnTo>
                  <a:lnTo>
                    <a:pt x="2625856" y="2022958"/>
                  </a:lnTo>
                  <a:lnTo>
                    <a:pt x="2625973" y="2022958"/>
                  </a:lnTo>
                  <a:lnTo>
                    <a:pt x="2626091" y="2022958"/>
                  </a:lnTo>
                  <a:lnTo>
                    <a:pt x="2626208" y="2022958"/>
                  </a:lnTo>
                  <a:lnTo>
                    <a:pt x="2626326" y="2022958"/>
                  </a:lnTo>
                  <a:lnTo>
                    <a:pt x="2626444" y="2022958"/>
                  </a:lnTo>
                  <a:lnTo>
                    <a:pt x="2626561" y="2022958"/>
                  </a:lnTo>
                  <a:lnTo>
                    <a:pt x="2626679" y="2022958"/>
                  </a:lnTo>
                  <a:lnTo>
                    <a:pt x="2626796" y="2022958"/>
                  </a:lnTo>
                  <a:lnTo>
                    <a:pt x="2626914" y="2022958"/>
                  </a:lnTo>
                  <a:lnTo>
                    <a:pt x="2627032" y="2022958"/>
                  </a:lnTo>
                  <a:lnTo>
                    <a:pt x="2627149" y="2022958"/>
                  </a:lnTo>
                  <a:lnTo>
                    <a:pt x="2627267" y="2022958"/>
                  </a:lnTo>
                  <a:lnTo>
                    <a:pt x="2627267" y="2022528"/>
                  </a:lnTo>
                  <a:lnTo>
                    <a:pt x="2627385" y="2022528"/>
                  </a:lnTo>
                  <a:lnTo>
                    <a:pt x="2627502" y="2022528"/>
                  </a:lnTo>
                  <a:lnTo>
                    <a:pt x="2627620" y="2022528"/>
                  </a:lnTo>
                  <a:lnTo>
                    <a:pt x="2627737" y="2022528"/>
                  </a:lnTo>
                  <a:lnTo>
                    <a:pt x="2627855" y="2022528"/>
                  </a:lnTo>
                  <a:lnTo>
                    <a:pt x="2627973" y="2022528"/>
                  </a:lnTo>
                  <a:lnTo>
                    <a:pt x="2628090" y="2022528"/>
                  </a:lnTo>
                  <a:lnTo>
                    <a:pt x="2628208" y="2022528"/>
                  </a:lnTo>
                  <a:lnTo>
                    <a:pt x="2628325" y="2022528"/>
                  </a:lnTo>
                  <a:lnTo>
                    <a:pt x="2628443" y="2022528"/>
                  </a:lnTo>
                  <a:lnTo>
                    <a:pt x="2628561" y="2022528"/>
                  </a:lnTo>
                  <a:lnTo>
                    <a:pt x="2628561" y="2022097"/>
                  </a:lnTo>
                  <a:lnTo>
                    <a:pt x="2628561" y="2021667"/>
                  </a:lnTo>
                  <a:lnTo>
                    <a:pt x="2628678" y="2021667"/>
                  </a:lnTo>
                  <a:lnTo>
                    <a:pt x="2628678" y="2021236"/>
                  </a:lnTo>
                  <a:lnTo>
                    <a:pt x="2628796" y="2021236"/>
                  </a:lnTo>
                  <a:lnTo>
                    <a:pt x="2628914" y="2021236"/>
                  </a:lnTo>
                  <a:lnTo>
                    <a:pt x="2629031" y="2021236"/>
                  </a:lnTo>
                  <a:lnTo>
                    <a:pt x="2629031" y="2020805"/>
                  </a:lnTo>
                  <a:lnTo>
                    <a:pt x="2629149" y="2020805"/>
                  </a:lnTo>
                  <a:lnTo>
                    <a:pt x="2629266" y="2020805"/>
                  </a:lnTo>
                  <a:lnTo>
                    <a:pt x="2629384" y="2020805"/>
                  </a:lnTo>
                  <a:lnTo>
                    <a:pt x="2629502" y="2020805"/>
                  </a:lnTo>
                  <a:lnTo>
                    <a:pt x="2629502" y="2020375"/>
                  </a:lnTo>
                  <a:lnTo>
                    <a:pt x="2629619" y="2020375"/>
                  </a:lnTo>
                  <a:lnTo>
                    <a:pt x="2629619" y="2019944"/>
                  </a:lnTo>
                  <a:lnTo>
                    <a:pt x="2629737" y="2019944"/>
                  </a:lnTo>
                  <a:lnTo>
                    <a:pt x="2629854" y="2019944"/>
                  </a:lnTo>
                  <a:lnTo>
                    <a:pt x="2629972" y="2019944"/>
                  </a:lnTo>
                  <a:lnTo>
                    <a:pt x="2630090" y="2019944"/>
                  </a:lnTo>
                  <a:lnTo>
                    <a:pt x="2630207" y="2019944"/>
                  </a:lnTo>
                  <a:lnTo>
                    <a:pt x="2630207" y="2019514"/>
                  </a:lnTo>
                  <a:lnTo>
                    <a:pt x="2630207" y="2019083"/>
                  </a:lnTo>
                  <a:lnTo>
                    <a:pt x="2630325" y="2019083"/>
                  </a:lnTo>
                  <a:lnTo>
                    <a:pt x="2630443" y="2019083"/>
                  </a:lnTo>
                  <a:lnTo>
                    <a:pt x="2630560" y="2019083"/>
                  </a:lnTo>
                  <a:lnTo>
                    <a:pt x="2630678" y="2019083"/>
                  </a:lnTo>
                  <a:lnTo>
                    <a:pt x="2630795" y="2019083"/>
                  </a:lnTo>
                  <a:lnTo>
                    <a:pt x="2630795" y="2018652"/>
                  </a:lnTo>
                  <a:lnTo>
                    <a:pt x="2630913" y="2018652"/>
                  </a:lnTo>
                  <a:lnTo>
                    <a:pt x="2631031" y="2018652"/>
                  </a:lnTo>
                  <a:lnTo>
                    <a:pt x="2631148" y="2018652"/>
                  </a:lnTo>
                  <a:lnTo>
                    <a:pt x="2631266" y="2018652"/>
                  </a:lnTo>
                  <a:lnTo>
                    <a:pt x="2631383" y="2018652"/>
                  </a:lnTo>
                  <a:lnTo>
                    <a:pt x="2631501" y="2018652"/>
                  </a:lnTo>
                  <a:lnTo>
                    <a:pt x="2631501" y="2018222"/>
                  </a:lnTo>
                  <a:lnTo>
                    <a:pt x="2631619" y="2018222"/>
                  </a:lnTo>
                  <a:lnTo>
                    <a:pt x="2631736" y="2018222"/>
                  </a:lnTo>
                  <a:lnTo>
                    <a:pt x="2631736" y="2017791"/>
                  </a:lnTo>
                  <a:lnTo>
                    <a:pt x="2631854" y="2017791"/>
                  </a:lnTo>
                  <a:lnTo>
                    <a:pt x="2631972" y="2017791"/>
                  </a:lnTo>
                  <a:lnTo>
                    <a:pt x="2632089" y="2017791"/>
                  </a:lnTo>
                  <a:lnTo>
                    <a:pt x="2632089" y="2017361"/>
                  </a:lnTo>
                  <a:lnTo>
                    <a:pt x="2632207" y="2017361"/>
                  </a:lnTo>
                  <a:lnTo>
                    <a:pt x="2632324" y="2017361"/>
                  </a:lnTo>
                  <a:lnTo>
                    <a:pt x="2632442" y="2017361"/>
                  </a:lnTo>
                  <a:lnTo>
                    <a:pt x="2632560" y="2017361"/>
                  </a:lnTo>
                  <a:lnTo>
                    <a:pt x="2632677" y="2017361"/>
                  </a:lnTo>
                  <a:lnTo>
                    <a:pt x="2632677" y="2016930"/>
                  </a:lnTo>
                  <a:lnTo>
                    <a:pt x="2632795" y="2016930"/>
                  </a:lnTo>
                  <a:lnTo>
                    <a:pt x="2632912" y="2016930"/>
                  </a:lnTo>
                  <a:lnTo>
                    <a:pt x="2632912" y="2016499"/>
                  </a:lnTo>
                  <a:lnTo>
                    <a:pt x="2633030" y="2016499"/>
                  </a:lnTo>
                  <a:lnTo>
                    <a:pt x="2633148" y="2016499"/>
                  </a:lnTo>
                  <a:lnTo>
                    <a:pt x="2633265" y="2016499"/>
                  </a:lnTo>
                  <a:lnTo>
                    <a:pt x="2633383" y="2016499"/>
                  </a:lnTo>
                  <a:lnTo>
                    <a:pt x="2633501" y="2016499"/>
                  </a:lnTo>
                  <a:lnTo>
                    <a:pt x="2633618" y="2016499"/>
                  </a:lnTo>
                  <a:lnTo>
                    <a:pt x="2633618" y="2016069"/>
                  </a:lnTo>
                  <a:lnTo>
                    <a:pt x="2633736" y="2016069"/>
                  </a:lnTo>
                  <a:lnTo>
                    <a:pt x="2633736" y="2015638"/>
                  </a:lnTo>
                  <a:lnTo>
                    <a:pt x="2633853" y="2015638"/>
                  </a:lnTo>
                  <a:lnTo>
                    <a:pt x="2633971" y="2015638"/>
                  </a:lnTo>
                  <a:lnTo>
                    <a:pt x="2634089" y="2015638"/>
                  </a:lnTo>
                  <a:lnTo>
                    <a:pt x="2634206" y="2015638"/>
                  </a:lnTo>
                  <a:lnTo>
                    <a:pt x="2634324" y="2015638"/>
                  </a:lnTo>
                  <a:lnTo>
                    <a:pt x="2634324" y="2015208"/>
                  </a:lnTo>
                  <a:lnTo>
                    <a:pt x="2634441" y="2015208"/>
                  </a:lnTo>
                  <a:lnTo>
                    <a:pt x="2634559" y="2015208"/>
                  </a:lnTo>
                  <a:lnTo>
                    <a:pt x="2634677" y="2015208"/>
                  </a:lnTo>
                  <a:lnTo>
                    <a:pt x="2634794" y="2015208"/>
                  </a:lnTo>
                  <a:lnTo>
                    <a:pt x="2634794" y="2014777"/>
                  </a:lnTo>
                  <a:lnTo>
                    <a:pt x="2634912" y="2014777"/>
                  </a:lnTo>
                  <a:lnTo>
                    <a:pt x="2635029" y="2014777"/>
                  </a:lnTo>
                  <a:lnTo>
                    <a:pt x="2635147" y="2014777"/>
                  </a:lnTo>
                  <a:lnTo>
                    <a:pt x="2635147" y="2014346"/>
                  </a:lnTo>
                  <a:lnTo>
                    <a:pt x="2635265" y="2014346"/>
                  </a:lnTo>
                  <a:lnTo>
                    <a:pt x="2635382" y="2014346"/>
                  </a:lnTo>
                  <a:lnTo>
                    <a:pt x="2635500" y="2014346"/>
                  </a:lnTo>
                  <a:lnTo>
                    <a:pt x="2635500" y="2013916"/>
                  </a:lnTo>
                  <a:lnTo>
                    <a:pt x="2635618" y="2013916"/>
                  </a:lnTo>
                  <a:lnTo>
                    <a:pt x="2635735" y="2013916"/>
                  </a:lnTo>
                  <a:lnTo>
                    <a:pt x="2635853" y="2013916"/>
                  </a:lnTo>
                  <a:lnTo>
                    <a:pt x="2635853" y="2013485"/>
                  </a:lnTo>
                  <a:lnTo>
                    <a:pt x="2635970" y="2013485"/>
                  </a:lnTo>
                  <a:lnTo>
                    <a:pt x="2636088" y="2013485"/>
                  </a:lnTo>
                  <a:lnTo>
                    <a:pt x="2636206" y="2013485"/>
                  </a:lnTo>
                  <a:lnTo>
                    <a:pt x="2636323" y="2013485"/>
                  </a:lnTo>
                  <a:lnTo>
                    <a:pt x="2636441" y="2013485"/>
                  </a:lnTo>
                  <a:lnTo>
                    <a:pt x="2636441" y="2013055"/>
                  </a:lnTo>
                  <a:lnTo>
                    <a:pt x="2636558" y="2013055"/>
                  </a:lnTo>
                  <a:lnTo>
                    <a:pt x="2636558" y="2012624"/>
                  </a:lnTo>
                  <a:lnTo>
                    <a:pt x="2636676" y="2012624"/>
                  </a:lnTo>
                  <a:lnTo>
                    <a:pt x="2636794" y="2012624"/>
                  </a:lnTo>
                  <a:lnTo>
                    <a:pt x="2636911" y="2012624"/>
                  </a:lnTo>
                  <a:lnTo>
                    <a:pt x="2637029" y="2012624"/>
                  </a:lnTo>
                  <a:lnTo>
                    <a:pt x="2637029" y="2012193"/>
                  </a:lnTo>
                  <a:lnTo>
                    <a:pt x="2637147" y="2012193"/>
                  </a:lnTo>
                  <a:lnTo>
                    <a:pt x="2637264" y="2012193"/>
                  </a:lnTo>
                  <a:lnTo>
                    <a:pt x="2637382" y="2012193"/>
                  </a:lnTo>
                  <a:lnTo>
                    <a:pt x="2637499" y="2012193"/>
                  </a:lnTo>
                  <a:lnTo>
                    <a:pt x="2637617" y="2012193"/>
                  </a:lnTo>
                  <a:lnTo>
                    <a:pt x="2637735" y="2012193"/>
                  </a:lnTo>
                  <a:lnTo>
                    <a:pt x="2637852" y="2012193"/>
                  </a:lnTo>
                  <a:lnTo>
                    <a:pt x="2637970" y="2012193"/>
                  </a:lnTo>
                  <a:lnTo>
                    <a:pt x="2638087" y="2012193"/>
                  </a:lnTo>
                  <a:lnTo>
                    <a:pt x="2638205" y="2012193"/>
                  </a:lnTo>
                  <a:lnTo>
                    <a:pt x="2638323" y="2012193"/>
                  </a:lnTo>
                  <a:lnTo>
                    <a:pt x="2638440" y="2012193"/>
                  </a:lnTo>
                  <a:lnTo>
                    <a:pt x="2638558" y="2012193"/>
                  </a:lnTo>
                  <a:lnTo>
                    <a:pt x="2638558" y="2011763"/>
                  </a:lnTo>
                  <a:lnTo>
                    <a:pt x="2638676" y="2011763"/>
                  </a:lnTo>
                  <a:lnTo>
                    <a:pt x="2638793" y="2011763"/>
                  </a:lnTo>
                  <a:lnTo>
                    <a:pt x="2638911" y="2011763"/>
                  </a:lnTo>
                  <a:lnTo>
                    <a:pt x="2639028" y="2011763"/>
                  </a:lnTo>
                  <a:lnTo>
                    <a:pt x="2639146" y="2011763"/>
                  </a:lnTo>
                  <a:lnTo>
                    <a:pt x="2639264" y="2011763"/>
                  </a:lnTo>
                  <a:lnTo>
                    <a:pt x="2639264" y="2011332"/>
                  </a:lnTo>
                  <a:lnTo>
                    <a:pt x="2639381" y="2011332"/>
                  </a:lnTo>
                  <a:lnTo>
                    <a:pt x="2639499" y="2011332"/>
                  </a:lnTo>
                  <a:lnTo>
                    <a:pt x="2639616" y="2011332"/>
                  </a:lnTo>
                  <a:lnTo>
                    <a:pt x="2639734" y="2011332"/>
                  </a:lnTo>
                  <a:lnTo>
                    <a:pt x="2639852" y="2011332"/>
                  </a:lnTo>
                  <a:lnTo>
                    <a:pt x="2639969" y="2011332"/>
                  </a:lnTo>
                  <a:lnTo>
                    <a:pt x="2640087" y="2011332"/>
                  </a:lnTo>
                  <a:lnTo>
                    <a:pt x="2640205" y="2011332"/>
                  </a:lnTo>
                  <a:lnTo>
                    <a:pt x="2640322" y="2011332"/>
                  </a:lnTo>
                  <a:lnTo>
                    <a:pt x="2640440" y="2011332"/>
                  </a:lnTo>
                  <a:lnTo>
                    <a:pt x="2640557" y="2011332"/>
                  </a:lnTo>
                  <a:lnTo>
                    <a:pt x="2640675" y="2011332"/>
                  </a:lnTo>
                  <a:lnTo>
                    <a:pt x="2640793" y="2011332"/>
                  </a:lnTo>
                  <a:lnTo>
                    <a:pt x="2640793" y="2010902"/>
                  </a:lnTo>
                  <a:lnTo>
                    <a:pt x="2640910" y="2010902"/>
                  </a:lnTo>
                  <a:lnTo>
                    <a:pt x="2641028" y="2010902"/>
                  </a:lnTo>
                  <a:lnTo>
                    <a:pt x="2641145" y="2010902"/>
                  </a:lnTo>
                  <a:lnTo>
                    <a:pt x="2641263" y="2010902"/>
                  </a:lnTo>
                  <a:lnTo>
                    <a:pt x="2641381" y="2010902"/>
                  </a:lnTo>
                  <a:lnTo>
                    <a:pt x="2641498" y="2010902"/>
                  </a:lnTo>
                  <a:lnTo>
                    <a:pt x="2641616" y="2010902"/>
                  </a:lnTo>
                  <a:lnTo>
                    <a:pt x="2641734" y="2010902"/>
                  </a:lnTo>
                  <a:lnTo>
                    <a:pt x="2641734" y="2010471"/>
                  </a:lnTo>
                  <a:lnTo>
                    <a:pt x="2641851" y="2010471"/>
                  </a:lnTo>
                  <a:lnTo>
                    <a:pt x="2641851" y="2010040"/>
                  </a:lnTo>
                  <a:lnTo>
                    <a:pt x="2641969" y="2010040"/>
                  </a:lnTo>
                  <a:lnTo>
                    <a:pt x="2642086" y="2010040"/>
                  </a:lnTo>
                  <a:lnTo>
                    <a:pt x="2642204" y="2010040"/>
                  </a:lnTo>
                  <a:lnTo>
                    <a:pt x="2642204" y="2009610"/>
                  </a:lnTo>
                  <a:lnTo>
                    <a:pt x="2642322" y="2009610"/>
                  </a:lnTo>
                  <a:lnTo>
                    <a:pt x="2642439" y="2009610"/>
                  </a:lnTo>
                  <a:lnTo>
                    <a:pt x="2642557" y="2009610"/>
                  </a:lnTo>
                  <a:lnTo>
                    <a:pt x="2642557" y="2009179"/>
                  </a:lnTo>
                  <a:lnTo>
                    <a:pt x="2642674" y="2009179"/>
                  </a:lnTo>
                  <a:lnTo>
                    <a:pt x="2642792" y="2009179"/>
                  </a:lnTo>
                  <a:lnTo>
                    <a:pt x="2642910" y="2009179"/>
                  </a:lnTo>
                  <a:lnTo>
                    <a:pt x="2643027" y="2009179"/>
                  </a:lnTo>
                  <a:lnTo>
                    <a:pt x="2643145" y="2009179"/>
                  </a:lnTo>
                  <a:lnTo>
                    <a:pt x="2643262" y="2009179"/>
                  </a:lnTo>
                  <a:lnTo>
                    <a:pt x="2643380" y="2009179"/>
                  </a:lnTo>
                  <a:lnTo>
                    <a:pt x="2643498" y="2009179"/>
                  </a:lnTo>
                  <a:lnTo>
                    <a:pt x="2643615" y="2009179"/>
                  </a:lnTo>
                  <a:lnTo>
                    <a:pt x="2643615" y="2008749"/>
                  </a:lnTo>
                  <a:lnTo>
                    <a:pt x="2643733" y="2008749"/>
                  </a:lnTo>
                  <a:lnTo>
                    <a:pt x="2643733" y="2008318"/>
                  </a:lnTo>
                  <a:lnTo>
                    <a:pt x="2643851" y="2008318"/>
                  </a:lnTo>
                  <a:lnTo>
                    <a:pt x="2643968" y="2008318"/>
                  </a:lnTo>
                  <a:lnTo>
                    <a:pt x="2644086" y="2008318"/>
                  </a:lnTo>
                  <a:lnTo>
                    <a:pt x="2644086" y="2007887"/>
                  </a:lnTo>
                  <a:lnTo>
                    <a:pt x="2644203" y="2007887"/>
                  </a:lnTo>
                  <a:lnTo>
                    <a:pt x="2644321" y="2007887"/>
                  </a:lnTo>
                  <a:lnTo>
                    <a:pt x="2644321" y="2007457"/>
                  </a:lnTo>
                  <a:lnTo>
                    <a:pt x="2644321" y="2007026"/>
                  </a:lnTo>
                  <a:lnTo>
                    <a:pt x="2644439" y="2007026"/>
                  </a:lnTo>
                  <a:lnTo>
                    <a:pt x="2644556" y="2007026"/>
                  </a:lnTo>
                  <a:lnTo>
                    <a:pt x="2644674" y="2007026"/>
                  </a:lnTo>
                  <a:lnTo>
                    <a:pt x="2644791" y="2007026"/>
                  </a:lnTo>
                  <a:lnTo>
                    <a:pt x="2644791" y="2006596"/>
                  </a:lnTo>
                  <a:lnTo>
                    <a:pt x="2644909" y="2006596"/>
                  </a:lnTo>
                  <a:lnTo>
                    <a:pt x="2645027" y="2006596"/>
                  </a:lnTo>
                  <a:lnTo>
                    <a:pt x="2645144" y="2006596"/>
                  </a:lnTo>
                  <a:lnTo>
                    <a:pt x="2645262" y="2006596"/>
                  </a:lnTo>
                  <a:lnTo>
                    <a:pt x="2645380" y="2006596"/>
                  </a:lnTo>
                  <a:lnTo>
                    <a:pt x="2645497" y="2006596"/>
                  </a:lnTo>
                  <a:lnTo>
                    <a:pt x="2645615" y="2006596"/>
                  </a:lnTo>
                  <a:lnTo>
                    <a:pt x="2645732" y="2006596"/>
                  </a:lnTo>
                  <a:lnTo>
                    <a:pt x="2645850" y="2006596"/>
                  </a:lnTo>
                  <a:lnTo>
                    <a:pt x="2645850" y="2006165"/>
                  </a:lnTo>
                  <a:lnTo>
                    <a:pt x="2645850" y="2005734"/>
                  </a:lnTo>
                  <a:lnTo>
                    <a:pt x="2645968" y="2005734"/>
                  </a:lnTo>
                  <a:lnTo>
                    <a:pt x="2646085" y="2005734"/>
                  </a:lnTo>
                  <a:lnTo>
                    <a:pt x="2646203" y="2005734"/>
                  </a:lnTo>
                  <a:lnTo>
                    <a:pt x="2646203" y="2005304"/>
                  </a:lnTo>
                  <a:lnTo>
                    <a:pt x="2646203" y="2004873"/>
                  </a:lnTo>
                  <a:lnTo>
                    <a:pt x="2646320" y="2004873"/>
                  </a:lnTo>
                  <a:lnTo>
                    <a:pt x="2646438" y="2004873"/>
                  </a:lnTo>
                  <a:lnTo>
                    <a:pt x="2646556" y="2004873"/>
                  </a:lnTo>
                  <a:lnTo>
                    <a:pt x="2646556" y="2004443"/>
                  </a:lnTo>
                  <a:lnTo>
                    <a:pt x="2646673" y="2004443"/>
                  </a:lnTo>
                  <a:lnTo>
                    <a:pt x="2646791" y="2004443"/>
                  </a:lnTo>
                  <a:lnTo>
                    <a:pt x="2646909" y="2004443"/>
                  </a:lnTo>
                  <a:lnTo>
                    <a:pt x="2647026" y="2004443"/>
                  </a:lnTo>
                  <a:lnTo>
                    <a:pt x="2647026" y="2004012"/>
                  </a:lnTo>
                  <a:lnTo>
                    <a:pt x="2647026" y="2003581"/>
                  </a:lnTo>
                  <a:lnTo>
                    <a:pt x="2647144" y="2003581"/>
                  </a:lnTo>
                  <a:lnTo>
                    <a:pt x="2647261" y="2003581"/>
                  </a:lnTo>
                  <a:lnTo>
                    <a:pt x="2647379" y="2003581"/>
                  </a:lnTo>
                  <a:lnTo>
                    <a:pt x="2647379" y="2003151"/>
                  </a:lnTo>
                  <a:lnTo>
                    <a:pt x="2647497" y="2003151"/>
                  </a:lnTo>
                  <a:lnTo>
                    <a:pt x="2647497" y="2002720"/>
                  </a:lnTo>
                  <a:lnTo>
                    <a:pt x="2647614" y="2002720"/>
                  </a:lnTo>
                  <a:lnTo>
                    <a:pt x="2647732" y="2002720"/>
                  </a:lnTo>
                  <a:lnTo>
                    <a:pt x="2647732" y="2002290"/>
                  </a:lnTo>
                  <a:lnTo>
                    <a:pt x="2647849" y="2002290"/>
                  </a:lnTo>
                  <a:lnTo>
                    <a:pt x="2647967" y="2002290"/>
                  </a:lnTo>
                  <a:lnTo>
                    <a:pt x="2648085" y="2002290"/>
                  </a:lnTo>
                  <a:lnTo>
                    <a:pt x="2648085" y="2001859"/>
                  </a:lnTo>
                  <a:lnTo>
                    <a:pt x="2648085" y="2001428"/>
                  </a:lnTo>
                  <a:lnTo>
                    <a:pt x="2648202" y="2001428"/>
                  </a:lnTo>
                  <a:lnTo>
                    <a:pt x="2648320" y="2001428"/>
                  </a:lnTo>
                  <a:lnTo>
                    <a:pt x="2648320" y="2000998"/>
                  </a:lnTo>
                  <a:lnTo>
                    <a:pt x="2648438" y="2000998"/>
                  </a:lnTo>
                  <a:lnTo>
                    <a:pt x="2648438" y="2000567"/>
                  </a:lnTo>
                  <a:lnTo>
                    <a:pt x="2648555" y="2000567"/>
                  </a:lnTo>
                  <a:lnTo>
                    <a:pt x="2648673" y="2000567"/>
                  </a:lnTo>
                  <a:lnTo>
                    <a:pt x="2648790" y="2000567"/>
                  </a:lnTo>
                  <a:lnTo>
                    <a:pt x="2648908" y="2000567"/>
                  </a:lnTo>
                  <a:lnTo>
                    <a:pt x="2649026" y="2000567"/>
                  </a:lnTo>
                  <a:lnTo>
                    <a:pt x="2649143" y="2000567"/>
                  </a:lnTo>
                  <a:lnTo>
                    <a:pt x="2649261" y="2000567"/>
                  </a:lnTo>
                  <a:lnTo>
                    <a:pt x="2649378" y="2000567"/>
                  </a:lnTo>
                  <a:lnTo>
                    <a:pt x="2649378" y="2000137"/>
                  </a:lnTo>
                  <a:lnTo>
                    <a:pt x="2649496" y="2000137"/>
                  </a:lnTo>
                  <a:lnTo>
                    <a:pt x="2649496" y="1999706"/>
                  </a:lnTo>
                  <a:lnTo>
                    <a:pt x="2649496" y="1999275"/>
                  </a:lnTo>
                  <a:lnTo>
                    <a:pt x="2649614" y="1999275"/>
                  </a:lnTo>
                  <a:lnTo>
                    <a:pt x="2649614" y="1998845"/>
                  </a:lnTo>
                  <a:lnTo>
                    <a:pt x="2649731" y="1998845"/>
                  </a:lnTo>
                  <a:lnTo>
                    <a:pt x="2649849" y="1998845"/>
                  </a:lnTo>
                  <a:lnTo>
                    <a:pt x="2649967" y="1998845"/>
                  </a:lnTo>
                  <a:lnTo>
                    <a:pt x="2650084" y="1998845"/>
                  </a:lnTo>
                  <a:lnTo>
                    <a:pt x="2650202" y="1998845"/>
                  </a:lnTo>
                  <a:lnTo>
                    <a:pt x="2650319" y="1998845"/>
                  </a:lnTo>
                  <a:lnTo>
                    <a:pt x="2650319" y="1998414"/>
                  </a:lnTo>
                  <a:lnTo>
                    <a:pt x="2650437" y="1998414"/>
                  </a:lnTo>
                  <a:lnTo>
                    <a:pt x="2650555" y="1998414"/>
                  </a:lnTo>
                  <a:lnTo>
                    <a:pt x="2650672" y="1998414"/>
                  </a:lnTo>
                  <a:lnTo>
                    <a:pt x="2650790" y="1998414"/>
                  </a:lnTo>
                  <a:lnTo>
                    <a:pt x="2650907" y="1998414"/>
                  </a:lnTo>
                  <a:lnTo>
                    <a:pt x="2651025" y="1998414"/>
                  </a:lnTo>
                  <a:lnTo>
                    <a:pt x="2651143" y="1998414"/>
                  </a:lnTo>
                  <a:lnTo>
                    <a:pt x="2651260" y="1998414"/>
                  </a:lnTo>
                  <a:lnTo>
                    <a:pt x="2651378" y="1998414"/>
                  </a:lnTo>
                  <a:lnTo>
                    <a:pt x="2651378" y="1997984"/>
                  </a:lnTo>
                  <a:lnTo>
                    <a:pt x="2651495" y="1997984"/>
                  </a:lnTo>
                  <a:lnTo>
                    <a:pt x="2651495" y="1997553"/>
                  </a:lnTo>
                  <a:lnTo>
                    <a:pt x="2651613" y="1997553"/>
                  </a:lnTo>
                  <a:lnTo>
                    <a:pt x="2651731" y="1997553"/>
                  </a:lnTo>
                  <a:lnTo>
                    <a:pt x="2651848" y="1997553"/>
                  </a:lnTo>
                  <a:lnTo>
                    <a:pt x="2651848" y="1997122"/>
                  </a:lnTo>
                  <a:lnTo>
                    <a:pt x="2651966" y="1997122"/>
                  </a:lnTo>
                  <a:lnTo>
                    <a:pt x="2652084" y="1997122"/>
                  </a:lnTo>
                  <a:lnTo>
                    <a:pt x="2652084" y="1996692"/>
                  </a:lnTo>
                  <a:lnTo>
                    <a:pt x="2652201" y="1996692"/>
                  </a:lnTo>
                  <a:lnTo>
                    <a:pt x="2652319" y="1996692"/>
                  </a:lnTo>
                  <a:lnTo>
                    <a:pt x="2652436" y="1996692"/>
                  </a:lnTo>
                  <a:lnTo>
                    <a:pt x="2652554" y="1996692"/>
                  </a:lnTo>
                  <a:lnTo>
                    <a:pt x="2652672" y="1996692"/>
                  </a:lnTo>
                  <a:lnTo>
                    <a:pt x="2652789" y="1996692"/>
                  </a:lnTo>
                  <a:lnTo>
                    <a:pt x="2652907" y="1996692"/>
                  </a:lnTo>
                  <a:lnTo>
                    <a:pt x="2653024" y="1996692"/>
                  </a:lnTo>
                  <a:lnTo>
                    <a:pt x="2653142" y="1996692"/>
                  </a:lnTo>
                  <a:lnTo>
                    <a:pt x="2653260" y="1996692"/>
                  </a:lnTo>
                  <a:lnTo>
                    <a:pt x="2653377" y="1996692"/>
                  </a:lnTo>
                  <a:lnTo>
                    <a:pt x="2653377" y="1996261"/>
                  </a:lnTo>
                  <a:lnTo>
                    <a:pt x="2653495" y="1996261"/>
                  </a:lnTo>
                  <a:lnTo>
                    <a:pt x="2653613" y="1996261"/>
                  </a:lnTo>
                  <a:lnTo>
                    <a:pt x="2653730" y="1996261"/>
                  </a:lnTo>
                  <a:lnTo>
                    <a:pt x="2653848" y="1996261"/>
                  </a:lnTo>
                  <a:lnTo>
                    <a:pt x="2653965" y="1996261"/>
                  </a:lnTo>
                  <a:lnTo>
                    <a:pt x="2654083" y="1996261"/>
                  </a:lnTo>
                  <a:lnTo>
                    <a:pt x="2654201" y="1996261"/>
                  </a:lnTo>
                  <a:lnTo>
                    <a:pt x="2654318" y="1996261"/>
                  </a:lnTo>
                  <a:lnTo>
                    <a:pt x="2654436" y="1996261"/>
                  </a:lnTo>
                  <a:lnTo>
                    <a:pt x="2654553" y="1996261"/>
                  </a:lnTo>
                  <a:lnTo>
                    <a:pt x="2654671" y="1996261"/>
                  </a:lnTo>
                  <a:lnTo>
                    <a:pt x="2654789" y="1996261"/>
                  </a:lnTo>
                  <a:lnTo>
                    <a:pt x="2654906" y="1996261"/>
                  </a:lnTo>
                  <a:lnTo>
                    <a:pt x="2655024" y="1996261"/>
                  </a:lnTo>
                  <a:lnTo>
                    <a:pt x="2655142" y="1996261"/>
                  </a:lnTo>
                  <a:lnTo>
                    <a:pt x="2655259" y="1996261"/>
                  </a:lnTo>
                  <a:lnTo>
                    <a:pt x="2655377" y="1996261"/>
                  </a:lnTo>
                  <a:lnTo>
                    <a:pt x="2655494" y="1996261"/>
                  </a:lnTo>
                  <a:lnTo>
                    <a:pt x="2655612" y="1996261"/>
                  </a:lnTo>
                  <a:lnTo>
                    <a:pt x="2655612" y="1995831"/>
                  </a:lnTo>
                  <a:lnTo>
                    <a:pt x="2655730" y="1995831"/>
                  </a:lnTo>
                  <a:lnTo>
                    <a:pt x="2655730" y="1995400"/>
                  </a:lnTo>
                  <a:lnTo>
                    <a:pt x="2655847" y="1995400"/>
                  </a:lnTo>
                  <a:lnTo>
                    <a:pt x="2655965" y="1995400"/>
                  </a:lnTo>
                  <a:lnTo>
                    <a:pt x="2656082" y="1995400"/>
                  </a:lnTo>
                  <a:lnTo>
                    <a:pt x="2656200" y="1995400"/>
                  </a:lnTo>
                  <a:lnTo>
                    <a:pt x="2656318" y="1995400"/>
                  </a:lnTo>
                  <a:lnTo>
                    <a:pt x="2656435" y="1995400"/>
                  </a:lnTo>
                  <a:lnTo>
                    <a:pt x="2656435" y="1994969"/>
                  </a:lnTo>
                  <a:lnTo>
                    <a:pt x="2656553" y="1994969"/>
                  </a:lnTo>
                  <a:lnTo>
                    <a:pt x="2656671" y="1994969"/>
                  </a:lnTo>
                  <a:lnTo>
                    <a:pt x="2656788" y="1994969"/>
                  </a:lnTo>
                  <a:lnTo>
                    <a:pt x="2656906" y="1994969"/>
                  </a:lnTo>
                  <a:lnTo>
                    <a:pt x="2657023" y="1994969"/>
                  </a:lnTo>
                  <a:lnTo>
                    <a:pt x="2657023" y="1994539"/>
                  </a:lnTo>
                  <a:lnTo>
                    <a:pt x="2657141" y="1994539"/>
                  </a:lnTo>
                  <a:lnTo>
                    <a:pt x="2657259" y="1994539"/>
                  </a:lnTo>
                  <a:lnTo>
                    <a:pt x="2657259" y="1994108"/>
                  </a:lnTo>
                  <a:lnTo>
                    <a:pt x="2657376" y="1994108"/>
                  </a:lnTo>
                  <a:lnTo>
                    <a:pt x="2657376" y="1993678"/>
                  </a:lnTo>
                  <a:lnTo>
                    <a:pt x="2657494" y="1993678"/>
                  </a:lnTo>
                  <a:lnTo>
                    <a:pt x="2657494" y="1993247"/>
                  </a:lnTo>
                  <a:lnTo>
                    <a:pt x="2657611" y="1993247"/>
                  </a:lnTo>
                  <a:lnTo>
                    <a:pt x="2657611" y="1992816"/>
                  </a:lnTo>
                  <a:lnTo>
                    <a:pt x="2657729" y="1992816"/>
                  </a:lnTo>
                  <a:lnTo>
                    <a:pt x="2657847" y="1992816"/>
                  </a:lnTo>
                  <a:lnTo>
                    <a:pt x="2657964" y="1992816"/>
                  </a:lnTo>
                  <a:lnTo>
                    <a:pt x="2658082" y="1992816"/>
                  </a:lnTo>
                  <a:lnTo>
                    <a:pt x="2658200" y="1992816"/>
                  </a:lnTo>
                  <a:lnTo>
                    <a:pt x="2658317" y="1992816"/>
                  </a:lnTo>
                  <a:lnTo>
                    <a:pt x="2658435" y="1992816"/>
                  </a:lnTo>
                  <a:lnTo>
                    <a:pt x="2658552" y="1992816"/>
                  </a:lnTo>
                  <a:lnTo>
                    <a:pt x="2658670" y="1992816"/>
                  </a:lnTo>
                  <a:lnTo>
                    <a:pt x="2658788" y="1992816"/>
                  </a:lnTo>
                  <a:lnTo>
                    <a:pt x="2658788" y="1992386"/>
                  </a:lnTo>
                  <a:lnTo>
                    <a:pt x="2658905" y="1992386"/>
                  </a:lnTo>
                  <a:lnTo>
                    <a:pt x="2658905" y="1991955"/>
                  </a:lnTo>
                  <a:lnTo>
                    <a:pt x="2658905" y="1991525"/>
                  </a:lnTo>
                  <a:lnTo>
                    <a:pt x="2659023" y="1991525"/>
                  </a:lnTo>
                  <a:lnTo>
                    <a:pt x="2659140" y="1991525"/>
                  </a:lnTo>
                  <a:lnTo>
                    <a:pt x="2659258" y="1991525"/>
                  </a:lnTo>
                  <a:lnTo>
                    <a:pt x="2659376" y="1991525"/>
                  </a:lnTo>
                  <a:lnTo>
                    <a:pt x="2659493" y="1991525"/>
                  </a:lnTo>
                  <a:lnTo>
                    <a:pt x="2659611" y="1991525"/>
                  </a:lnTo>
                  <a:lnTo>
                    <a:pt x="2659728" y="1991525"/>
                  </a:lnTo>
                  <a:lnTo>
                    <a:pt x="2659846" y="1991525"/>
                  </a:lnTo>
                  <a:lnTo>
                    <a:pt x="2659964" y="1991525"/>
                  </a:lnTo>
                  <a:lnTo>
                    <a:pt x="2660081" y="1991525"/>
                  </a:lnTo>
                  <a:lnTo>
                    <a:pt x="2660199" y="1991525"/>
                  </a:lnTo>
                  <a:lnTo>
                    <a:pt x="2660317" y="1991525"/>
                  </a:lnTo>
                  <a:lnTo>
                    <a:pt x="2660434" y="1991525"/>
                  </a:lnTo>
                  <a:lnTo>
                    <a:pt x="2660434" y="1991094"/>
                  </a:lnTo>
                  <a:lnTo>
                    <a:pt x="2660552" y="1991094"/>
                  </a:lnTo>
                  <a:lnTo>
                    <a:pt x="2660669" y="1991094"/>
                  </a:lnTo>
                  <a:lnTo>
                    <a:pt x="2660787" y="1991094"/>
                  </a:lnTo>
                  <a:lnTo>
                    <a:pt x="2660905" y="1991094"/>
                  </a:lnTo>
                  <a:lnTo>
                    <a:pt x="2661022" y="1991094"/>
                  </a:lnTo>
                  <a:lnTo>
                    <a:pt x="2661022" y="1990663"/>
                  </a:lnTo>
                  <a:lnTo>
                    <a:pt x="2661140" y="1990663"/>
                  </a:lnTo>
                  <a:lnTo>
                    <a:pt x="2661257" y="1990663"/>
                  </a:lnTo>
                  <a:lnTo>
                    <a:pt x="2661375" y="1990663"/>
                  </a:lnTo>
                  <a:lnTo>
                    <a:pt x="2661493" y="1990663"/>
                  </a:lnTo>
                  <a:lnTo>
                    <a:pt x="2661610" y="1990663"/>
                  </a:lnTo>
                  <a:lnTo>
                    <a:pt x="2661728" y="1990663"/>
                  </a:lnTo>
                  <a:lnTo>
                    <a:pt x="2661728" y="1990233"/>
                  </a:lnTo>
                  <a:lnTo>
                    <a:pt x="2661846" y="1990233"/>
                  </a:lnTo>
                  <a:lnTo>
                    <a:pt x="2661963" y="1990233"/>
                  </a:lnTo>
                  <a:lnTo>
                    <a:pt x="2661963" y="1989802"/>
                  </a:lnTo>
                  <a:lnTo>
                    <a:pt x="2661963" y="1989372"/>
                  </a:lnTo>
                  <a:lnTo>
                    <a:pt x="2662081" y="1989372"/>
                  </a:lnTo>
                  <a:lnTo>
                    <a:pt x="2662198" y="1989372"/>
                  </a:lnTo>
                  <a:lnTo>
                    <a:pt x="2662316" y="1989372"/>
                  </a:lnTo>
                  <a:lnTo>
                    <a:pt x="2662434" y="1989372"/>
                  </a:lnTo>
                  <a:lnTo>
                    <a:pt x="2662434" y="1988941"/>
                  </a:lnTo>
                  <a:lnTo>
                    <a:pt x="2662551" y="1988941"/>
                  </a:lnTo>
                  <a:lnTo>
                    <a:pt x="2662669" y="1988941"/>
                  </a:lnTo>
                  <a:lnTo>
                    <a:pt x="2662786" y="1988941"/>
                  </a:lnTo>
                  <a:lnTo>
                    <a:pt x="2662904" y="1988941"/>
                  </a:lnTo>
                  <a:lnTo>
                    <a:pt x="2663022" y="1988941"/>
                  </a:lnTo>
                  <a:lnTo>
                    <a:pt x="2663022" y="1988510"/>
                  </a:lnTo>
                  <a:lnTo>
                    <a:pt x="2663139" y="1988510"/>
                  </a:lnTo>
                  <a:lnTo>
                    <a:pt x="2663139" y="1988080"/>
                  </a:lnTo>
                  <a:lnTo>
                    <a:pt x="2663257" y="1988080"/>
                  </a:lnTo>
                  <a:lnTo>
                    <a:pt x="2663375" y="1988080"/>
                  </a:lnTo>
                  <a:lnTo>
                    <a:pt x="2663492" y="1988080"/>
                  </a:lnTo>
                  <a:lnTo>
                    <a:pt x="2663610" y="1988080"/>
                  </a:lnTo>
                  <a:lnTo>
                    <a:pt x="2663727" y="1988080"/>
                  </a:lnTo>
                  <a:lnTo>
                    <a:pt x="2663845" y="1988080"/>
                  </a:lnTo>
                  <a:lnTo>
                    <a:pt x="2663963" y="1988080"/>
                  </a:lnTo>
                  <a:lnTo>
                    <a:pt x="2664080" y="1988080"/>
                  </a:lnTo>
                  <a:lnTo>
                    <a:pt x="2664198" y="1988080"/>
                  </a:lnTo>
                  <a:lnTo>
                    <a:pt x="2664315" y="1988080"/>
                  </a:lnTo>
                  <a:lnTo>
                    <a:pt x="2664433" y="1988080"/>
                  </a:lnTo>
                  <a:lnTo>
                    <a:pt x="2664551" y="1988080"/>
                  </a:lnTo>
                  <a:lnTo>
                    <a:pt x="2664668" y="1988080"/>
                  </a:lnTo>
                  <a:lnTo>
                    <a:pt x="2664786" y="1988080"/>
                  </a:lnTo>
                  <a:lnTo>
                    <a:pt x="2664904" y="1988080"/>
                  </a:lnTo>
                  <a:lnTo>
                    <a:pt x="2665021" y="1988080"/>
                  </a:lnTo>
                  <a:lnTo>
                    <a:pt x="2665139" y="1988080"/>
                  </a:lnTo>
                  <a:lnTo>
                    <a:pt x="2665256" y="1988080"/>
                  </a:lnTo>
                  <a:lnTo>
                    <a:pt x="2665256" y="1987649"/>
                  </a:lnTo>
                  <a:lnTo>
                    <a:pt x="2665374" y="1987649"/>
                  </a:lnTo>
                  <a:lnTo>
                    <a:pt x="2665492" y="1987649"/>
                  </a:lnTo>
                  <a:lnTo>
                    <a:pt x="2665609" y="1987649"/>
                  </a:lnTo>
                  <a:lnTo>
                    <a:pt x="2665727" y="1987649"/>
                  </a:lnTo>
                  <a:lnTo>
                    <a:pt x="2665727" y="1987219"/>
                  </a:lnTo>
                  <a:lnTo>
                    <a:pt x="2665844" y="1987219"/>
                  </a:lnTo>
                  <a:lnTo>
                    <a:pt x="2665844" y="1986788"/>
                  </a:lnTo>
                  <a:lnTo>
                    <a:pt x="2665962" y="1986788"/>
                  </a:lnTo>
                  <a:lnTo>
                    <a:pt x="2666080" y="1986788"/>
                  </a:lnTo>
                  <a:lnTo>
                    <a:pt x="2666197" y="1986788"/>
                  </a:lnTo>
                  <a:lnTo>
                    <a:pt x="2666315" y="1986788"/>
                  </a:lnTo>
                  <a:lnTo>
                    <a:pt x="2666432" y="1986788"/>
                  </a:lnTo>
                  <a:lnTo>
                    <a:pt x="2666550" y="1986788"/>
                  </a:lnTo>
                  <a:lnTo>
                    <a:pt x="2666668" y="1986788"/>
                  </a:lnTo>
                  <a:lnTo>
                    <a:pt x="2666785" y="1986788"/>
                  </a:lnTo>
                  <a:lnTo>
                    <a:pt x="2666903" y="1986788"/>
                  </a:lnTo>
                  <a:lnTo>
                    <a:pt x="2667021" y="1986788"/>
                  </a:lnTo>
                  <a:lnTo>
                    <a:pt x="2667138" y="1986788"/>
                  </a:lnTo>
                  <a:lnTo>
                    <a:pt x="2667256" y="1986788"/>
                  </a:lnTo>
                  <a:lnTo>
                    <a:pt x="2667256" y="1986357"/>
                  </a:lnTo>
                  <a:lnTo>
                    <a:pt x="2667256" y="1985927"/>
                  </a:lnTo>
                  <a:lnTo>
                    <a:pt x="2667256" y="1985496"/>
                  </a:lnTo>
                  <a:lnTo>
                    <a:pt x="2667373" y="1985496"/>
                  </a:lnTo>
                  <a:lnTo>
                    <a:pt x="2667491" y="1985496"/>
                  </a:lnTo>
                  <a:lnTo>
                    <a:pt x="2667609" y="1985496"/>
                  </a:lnTo>
                  <a:lnTo>
                    <a:pt x="2667726" y="1985496"/>
                  </a:lnTo>
                  <a:lnTo>
                    <a:pt x="2667844" y="1985496"/>
                  </a:lnTo>
                  <a:lnTo>
                    <a:pt x="2667961" y="1985496"/>
                  </a:lnTo>
                  <a:lnTo>
                    <a:pt x="2668079" y="1985496"/>
                  </a:lnTo>
                  <a:lnTo>
                    <a:pt x="2668079" y="1985066"/>
                  </a:lnTo>
                  <a:lnTo>
                    <a:pt x="2668197" y="1985066"/>
                  </a:lnTo>
                  <a:lnTo>
                    <a:pt x="2668314" y="1985066"/>
                  </a:lnTo>
                  <a:lnTo>
                    <a:pt x="2668432" y="1985066"/>
                  </a:lnTo>
                  <a:lnTo>
                    <a:pt x="2668550" y="1985066"/>
                  </a:lnTo>
                  <a:lnTo>
                    <a:pt x="2668667" y="1985066"/>
                  </a:lnTo>
                  <a:lnTo>
                    <a:pt x="2668785" y="1985066"/>
                  </a:lnTo>
                  <a:lnTo>
                    <a:pt x="2668902" y="1985066"/>
                  </a:lnTo>
                  <a:lnTo>
                    <a:pt x="2669020" y="1985066"/>
                  </a:lnTo>
                  <a:lnTo>
                    <a:pt x="2669138" y="1985066"/>
                  </a:lnTo>
                  <a:lnTo>
                    <a:pt x="2669138" y="1984635"/>
                  </a:lnTo>
                  <a:lnTo>
                    <a:pt x="2669138" y="1984204"/>
                  </a:lnTo>
                  <a:lnTo>
                    <a:pt x="2669138" y="1983774"/>
                  </a:lnTo>
                  <a:lnTo>
                    <a:pt x="2669138" y="1983343"/>
                  </a:lnTo>
                  <a:lnTo>
                    <a:pt x="2669255" y="1983343"/>
                  </a:lnTo>
                  <a:lnTo>
                    <a:pt x="2669373" y="1983343"/>
                  </a:lnTo>
                  <a:lnTo>
                    <a:pt x="2669373" y="1982913"/>
                  </a:lnTo>
                  <a:lnTo>
                    <a:pt x="2669490" y="1982913"/>
                  </a:lnTo>
                  <a:lnTo>
                    <a:pt x="2669490" y="1982482"/>
                  </a:lnTo>
                  <a:lnTo>
                    <a:pt x="2669608" y="1982482"/>
                  </a:lnTo>
                  <a:lnTo>
                    <a:pt x="2669726" y="1982482"/>
                  </a:lnTo>
                  <a:lnTo>
                    <a:pt x="2669726" y="1982051"/>
                  </a:lnTo>
                  <a:lnTo>
                    <a:pt x="2669843" y="1982051"/>
                  </a:lnTo>
                  <a:lnTo>
                    <a:pt x="2669961" y="1982051"/>
                  </a:lnTo>
                  <a:lnTo>
                    <a:pt x="2670079" y="1982051"/>
                  </a:lnTo>
                  <a:lnTo>
                    <a:pt x="2670079" y="1981621"/>
                  </a:lnTo>
                  <a:lnTo>
                    <a:pt x="2670196" y="1981621"/>
                  </a:lnTo>
                  <a:lnTo>
                    <a:pt x="2670314" y="1981621"/>
                  </a:lnTo>
                  <a:lnTo>
                    <a:pt x="2670431" y="1981621"/>
                  </a:lnTo>
                  <a:lnTo>
                    <a:pt x="2670549" y="1981621"/>
                  </a:lnTo>
                  <a:lnTo>
                    <a:pt x="2670667" y="1981621"/>
                  </a:lnTo>
                  <a:lnTo>
                    <a:pt x="2670784" y="1981621"/>
                  </a:lnTo>
                  <a:lnTo>
                    <a:pt x="2670784" y="1981190"/>
                  </a:lnTo>
                  <a:lnTo>
                    <a:pt x="2670902" y="1981190"/>
                  </a:lnTo>
                  <a:lnTo>
                    <a:pt x="2671019" y="1981190"/>
                  </a:lnTo>
                  <a:lnTo>
                    <a:pt x="2671137" y="1981190"/>
                  </a:lnTo>
                  <a:lnTo>
                    <a:pt x="2671137" y="1980760"/>
                  </a:lnTo>
                  <a:lnTo>
                    <a:pt x="2671137" y="1980329"/>
                  </a:lnTo>
                  <a:lnTo>
                    <a:pt x="2671255" y="1980329"/>
                  </a:lnTo>
                  <a:lnTo>
                    <a:pt x="2671372" y="1980329"/>
                  </a:lnTo>
                  <a:lnTo>
                    <a:pt x="2671490" y="1980329"/>
                  </a:lnTo>
                  <a:lnTo>
                    <a:pt x="2671608" y="1980329"/>
                  </a:lnTo>
                  <a:lnTo>
                    <a:pt x="2671725" y="1980329"/>
                  </a:lnTo>
                  <a:lnTo>
                    <a:pt x="2671843" y="1980329"/>
                  </a:lnTo>
                  <a:lnTo>
                    <a:pt x="2671843" y="1979898"/>
                  </a:lnTo>
                  <a:lnTo>
                    <a:pt x="2671960" y="1979898"/>
                  </a:lnTo>
                  <a:lnTo>
                    <a:pt x="2672078" y="1979898"/>
                  </a:lnTo>
                  <a:lnTo>
                    <a:pt x="2672196" y="1979898"/>
                  </a:lnTo>
                  <a:lnTo>
                    <a:pt x="2672313" y="1979898"/>
                  </a:lnTo>
                  <a:lnTo>
                    <a:pt x="2672431" y="1979898"/>
                  </a:lnTo>
                  <a:lnTo>
                    <a:pt x="2672431" y="1979468"/>
                  </a:lnTo>
                  <a:lnTo>
                    <a:pt x="2672548" y="1979468"/>
                  </a:lnTo>
                  <a:lnTo>
                    <a:pt x="2672548" y="1979037"/>
                  </a:lnTo>
                  <a:lnTo>
                    <a:pt x="2672666" y="1979037"/>
                  </a:lnTo>
                  <a:lnTo>
                    <a:pt x="2672784" y="1979037"/>
                  </a:lnTo>
                  <a:lnTo>
                    <a:pt x="2672901" y="1979037"/>
                  </a:lnTo>
                  <a:lnTo>
                    <a:pt x="2672901" y="1978607"/>
                  </a:lnTo>
                  <a:lnTo>
                    <a:pt x="2673019" y="1978607"/>
                  </a:lnTo>
                  <a:lnTo>
                    <a:pt x="2673137" y="1978607"/>
                  </a:lnTo>
                  <a:lnTo>
                    <a:pt x="2673254" y="1978607"/>
                  </a:lnTo>
                  <a:lnTo>
                    <a:pt x="2673254" y="1978176"/>
                  </a:lnTo>
                  <a:lnTo>
                    <a:pt x="2673372" y="1978176"/>
                  </a:lnTo>
                  <a:lnTo>
                    <a:pt x="2673372" y="1977745"/>
                  </a:lnTo>
                  <a:lnTo>
                    <a:pt x="2673489" y="1977745"/>
                  </a:lnTo>
                  <a:lnTo>
                    <a:pt x="2673489" y="1977315"/>
                  </a:lnTo>
                  <a:lnTo>
                    <a:pt x="2673607" y="1977315"/>
                  </a:lnTo>
                  <a:lnTo>
                    <a:pt x="2673725" y="1977315"/>
                  </a:lnTo>
                  <a:lnTo>
                    <a:pt x="2673725" y="1976884"/>
                  </a:lnTo>
                  <a:lnTo>
                    <a:pt x="2673725" y="1976454"/>
                  </a:lnTo>
                  <a:lnTo>
                    <a:pt x="2673842" y="1976454"/>
                  </a:lnTo>
                  <a:lnTo>
                    <a:pt x="2673960" y="1976454"/>
                  </a:lnTo>
                  <a:lnTo>
                    <a:pt x="2674077" y="1976454"/>
                  </a:lnTo>
                  <a:lnTo>
                    <a:pt x="2674195" y="1976454"/>
                  </a:lnTo>
                  <a:lnTo>
                    <a:pt x="2674195" y="1976023"/>
                  </a:lnTo>
                  <a:lnTo>
                    <a:pt x="2674313" y="1976023"/>
                  </a:lnTo>
                  <a:lnTo>
                    <a:pt x="2674430" y="1976023"/>
                  </a:lnTo>
                  <a:lnTo>
                    <a:pt x="2674548" y="1976023"/>
                  </a:lnTo>
                  <a:lnTo>
                    <a:pt x="2674665" y="1976023"/>
                  </a:lnTo>
                  <a:lnTo>
                    <a:pt x="2674665" y="1975592"/>
                  </a:lnTo>
                  <a:lnTo>
                    <a:pt x="2674665" y="1975162"/>
                  </a:lnTo>
                  <a:lnTo>
                    <a:pt x="2674783" y="1975162"/>
                  </a:lnTo>
                  <a:lnTo>
                    <a:pt x="2674901" y="1975162"/>
                  </a:lnTo>
                  <a:lnTo>
                    <a:pt x="2675018" y="1975162"/>
                  </a:lnTo>
                  <a:lnTo>
                    <a:pt x="2675136" y="1975162"/>
                  </a:lnTo>
                  <a:lnTo>
                    <a:pt x="2675136" y="1974731"/>
                  </a:lnTo>
                  <a:lnTo>
                    <a:pt x="2675254" y="1974731"/>
                  </a:lnTo>
                  <a:lnTo>
                    <a:pt x="2675371" y="1974731"/>
                  </a:lnTo>
                  <a:lnTo>
                    <a:pt x="2675489" y="1974731"/>
                  </a:lnTo>
                  <a:lnTo>
                    <a:pt x="2675606" y="1974731"/>
                  </a:lnTo>
                  <a:lnTo>
                    <a:pt x="2675724" y="1974731"/>
                  </a:lnTo>
                  <a:lnTo>
                    <a:pt x="2675842" y="1974731"/>
                  </a:lnTo>
                  <a:lnTo>
                    <a:pt x="2675959" y="1974731"/>
                  </a:lnTo>
                  <a:lnTo>
                    <a:pt x="2675959" y="1974301"/>
                  </a:lnTo>
                  <a:lnTo>
                    <a:pt x="2676077" y="1974301"/>
                  </a:lnTo>
                  <a:lnTo>
                    <a:pt x="2676194" y="1974301"/>
                  </a:lnTo>
                  <a:lnTo>
                    <a:pt x="2676312" y="1974301"/>
                  </a:lnTo>
                  <a:lnTo>
                    <a:pt x="2676312" y="1973870"/>
                  </a:lnTo>
                  <a:lnTo>
                    <a:pt x="2676312" y="1973439"/>
                  </a:lnTo>
                  <a:lnTo>
                    <a:pt x="2676312" y="1973009"/>
                  </a:lnTo>
                  <a:lnTo>
                    <a:pt x="2676430" y="1973009"/>
                  </a:lnTo>
                  <a:lnTo>
                    <a:pt x="2676547" y="1973009"/>
                  </a:lnTo>
                  <a:lnTo>
                    <a:pt x="2676665" y="1973009"/>
                  </a:lnTo>
                  <a:lnTo>
                    <a:pt x="2676783" y="1973009"/>
                  </a:lnTo>
                  <a:lnTo>
                    <a:pt x="2676900" y="1973009"/>
                  </a:lnTo>
                  <a:lnTo>
                    <a:pt x="2677018" y="1973009"/>
                  </a:lnTo>
                  <a:lnTo>
                    <a:pt x="2677135" y="1973009"/>
                  </a:lnTo>
                  <a:lnTo>
                    <a:pt x="2677135" y="1972578"/>
                  </a:lnTo>
                  <a:lnTo>
                    <a:pt x="2677253" y="1972578"/>
                  </a:lnTo>
                  <a:lnTo>
                    <a:pt x="2677253" y="1972148"/>
                  </a:lnTo>
                  <a:lnTo>
                    <a:pt x="2677371" y="1972148"/>
                  </a:lnTo>
                  <a:lnTo>
                    <a:pt x="2677488" y="1972148"/>
                  </a:lnTo>
                  <a:lnTo>
                    <a:pt x="2677606" y="1972148"/>
                  </a:lnTo>
                  <a:lnTo>
                    <a:pt x="2677723" y="1972148"/>
                  </a:lnTo>
                  <a:lnTo>
                    <a:pt x="2677841" y="1972148"/>
                  </a:lnTo>
                  <a:lnTo>
                    <a:pt x="2677959" y="1972148"/>
                  </a:lnTo>
                  <a:lnTo>
                    <a:pt x="2678076" y="1972148"/>
                  </a:lnTo>
                  <a:lnTo>
                    <a:pt x="2678194" y="1972148"/>
                  </a:lnTo>
                  <a:lnTo>
                    <a:pt x="2678194" y="1971717"/>
                  </a:lnTo>
                  <a:lnTo>
                    <a:pt x="2678312" y="1971717"/>
                  </a:lnTo>
                  <a:lnTo>
                    <a:pt x="2678429" y="1971717"/>
                  </a:lnTo>
                  <a:lnTo>
                    <a:pt x="2678547" y="1971717"/>
                  </a:lnTo>
                  <a:lnTo>
                    <a:pt x="2678664" y="1971717"/>
                  </a:lnTo>
                  <a:lnTo>
                    <a:pt x="2678664" y="1971286"/>
                  </a:lnTo>
                  <a:lnTo>
                    <a:pt x="2678664" y="1970856"/>
                  </a:lnTo>
                  <a:lnTo>
                    <a:pt x="2678782" y="1970856"/>
                  </a:lnTo>
                  <a:lnTo>
                    <a:pt x="2678782" y="1970425"/>
                  </a:lnTo>
                  <a:lnTo>
                    <a:pt x="2678782" y="1969995"/>
                  </a:lnTo>
                  <a:lnTo>
                    <a:pt x="2678900" y="1969995"/>
                  </a:lnTo>
                  <a:lnTo>
                    <a:pt x="2679017" y="1969995"/>
                  </a:lnTo>
                  <a:lnTo>
                    <a:pt x="2679017" y="1969564"/>
                  </a:lnTo>
                  <a:lnTo>
                    <a:pt x="2679135" y="1969564"/>
                  </a:lnTo>
                  <a:lnTo>
                    <a:pt x="2679252" y="1969564"/>
                  </a:lnTo>
                  <a:lnTo>
                    <a:pt x="2679370" y="1969564"/>
                  </a:lnTo>
                  <a:lnTo>
                    <a:pt x="2679488" y="1969564"/>
                  </a:lnTo>
                  <a:lnTo>
                    <a:pt x="2679605" y="1969564"/>
                  </a:lnTo>
                  <a:lnTo>
                    <a:pt x="2679723" y="1969564"/>
                  </a:lnTo>
                  <a:lnTo>
                    <a:pt x="2679723" y="1969133"/>
                  </a:lnTo>
                  <a:lnTo>
                    <a:pt x="2679723" y="1968703"/>
                  </a:lnTo>
                  <a:lnTo>
                    <a:pt x="2679841" y="1968703"/>
                  </a:lnTo>
                  <a:lnTo>
                    <a:pt x="2679958" y="1968703"/>
                  </a:lnTo>
                  <a:lnTo>
                    <a:pt x="2679958" y="1968272"/>
                  </a:lnTo>
                  <a:lnTo>
                    <a:pt x="2680076" y="1968272"/>
                  </a:lnTo>
                  <a:lnTo>
                    <a:pt x="2680076" y="1967842"/>
                  </a:lnTo>
                  <a:lnTo>
                    <a:pt x="2680193" y="1967842"/>
                  </a:lnTo>
                  <a:lnTo>
                    <a:pt x="2680311" y="1967842"/>
                  </a:lnTo>
                  <a:lnTo>
                    <a:pt x="2680311" y="1967411"/>
                  </a:lnTo>
                  <a:lnTo>
                    <a:pt x="2680311" y="1966980"/>
                  </a:lnTo>
                  <a:lnTo>
                    <a:pt x="2680429" y="1966980"/>
                  </a:lnTo>
                  <a:lnTo>
                    <a:pt x="2680429" y="1966550"/>
                  </a:lnTo>
                  <a:lnTo>
                    <a:pt x="2680429" y="1966119"/>
                  </a:lnTo>
                  <a:lnTo>
                    <a:pt x="2680546" y="1966119"/>
                  </a:lnTo>
                  <a:lnTo>
                    <a:pt x="2680664" y="1966119"/>
                  </a:lnTo>
                  <a:lnTo>
                    <a:pt x="2680781" y="1966119"/>
                  </a:lnTo>
                  <a:lnTo>
                    <a:pt x="2680899" y="1966119"/>
                  </a:lnTo>
                  <a:lnTo>
                    <a:pt x="2681017" y="1966119"/>
                  </a:lnTo>
                  <a:lnTo>
                    <a:pt x="2681134" y="1966119"/>
                  </a:lnTo>
                  <a:lnTo>
                    <a:pt x="2681252" y="1966119"/>
                  </a:lnTo>
                  <a:lnTo>
                    <a:pt x="2681370" y="1966119"/>
                  </a:lnTo>
                  <a:lnTo>
                    <a:pt x="2681487" y="1966119"/>
                  </a:lnTo>
                  <a:lnTo>
                    <a:pt x="2681487" y="1965689"/>
                  </a:lnTo>
                  <a:lnTo>
                    <a:pt x="2681487" y="1965258"/>
                  </a:lnTo>
                  <a:lnTo>
                    <a:pt x="2681605" y="1965258"/>
                  </a:lnTo>
                  <a:lnTo>
                    <a:pt x="2681722" y="1965258"/>
                  </a:lnTo>
                  <a:lnTo>
                    <a:pt x="2681840" y="1965258"/>
                  </a:lnTo>
                  <a:lnTo>
                    <a:pt x="2681958" y="1965258"/>
                  </a:lnTo>
                  <a:lnTo>
                    <a:pt x="2682075" y="1965258"/>
                  </a:lnTo>
                  <a:lnTo>
                    <a:pt x="2682193" y="1965258"/>
                  </a:lnTo>
                  <a:lnTo>
                    <a:pt x="2682310" y="1965258"/>
                  </a:lnTo>
                  <a:lnTo>
                    <a:pt x="2682428" y="1965258"/>
                  </a:lnTo>
                  <a:lnTo>
                    <a:pt x="2682428" y="1964827"/>
                  </a:lnTo>
                  <a:lnTo>
                    <a:pt x="2682546" y="1964827"/>
                  </a:lnTo>
                  <a:lnTo>
                    <a:pt x="2682663" y="1964827"/>
                  </a:lnTo>
                  <a:lnTo>
                    <a:pt x="2682781" y="1964827"/>
                  </a:lnTo>
                  <a:lnTo>
                    <a:pt x="2682898" y="1964827"/>
                  </a:lnTo>
                  <a:lnTo>
                    <a:pt x="2683016" y="1964827"/>
                  </a:lnTo>
                  <a:lnTo>
                    <a:pt x="2683134" y="1964827"/>
                  </a:lnTo>
                  <a:lnTo>
                    <a:pt x="2683251" y="1964827"/>
                  </a:lnTo>
                  <a:lnTo>
                    <a:pt x="2683369" y="1964827"/>
                  </a:lnTo>
                  <a:lnTo>
                    <a:pt x="2683487" y="1964827"/>
                  </a:lnTo>
                  <a:lnTo>
                    <a:pt x="2683604" y="1964827"/>
                  </a:lnTo>
                  <a:lnTo>
                    <a:pt x="2683604" y="1964397"/>
                  </a:lnTo>
                  <a:lnTo>
                    <a:pt x="2683722" y="1964397"/>
                  </a:lnTo>
                  <a:lnTo>
                    <a:pt x="2683839" y="1964397"/>
                  </a:lnTo>
                  <a:lnTo>
                    <a:pt x="2683957" y="1964397"/>
                  </a:lnTo>
                  <a:lnTo>
                    <a:pt x="2684075" y="1964397"/>
                  </a:lnTo>
                  <a:lnTo>
                    <a:pt x="2684192" y="1964397"/>
                  </a:lnTo>
                  <a:lnTo>
                    <a:pt x="2684192" y="1963966"/>
                  </a:lnTo>
                  <a:lnTo>
                    <a:pt x="2684310" y="1963966"/>
                  </a:lnTo>
                  <a:lnTo>
                    <a:pt x="2684427" y="1963966"/>
                  </a:lnTo>
                  <a:lnTo>
                    <a:pt x="2684545" y="1963966"/>
                  </a:lnTo>
                  <a:lnTo>
                    <a:pt x="2684663" y="1963966"/>
                  </a:lnTo>
                  <a:lnTo>
                    <a:pt x="2684663" y="1963536"/>
                  </a:lnTo>
                  <a:lnTo>
                    <a:pt x="2684780" y="1963536"/>
                  </a:lnTo>
                  <a:lnTo>
                    <a:pt x="2684780" y="1963105"/>
                  </a:lnTo>
                  <a:lnTo>
                    <a:pt x="2684780" y="1962674"/>
                  </a:lnTo>
                  <a:lnTo>
                    <a:pt x="2684898" y="1962674"/>
                  </a:lnTo>
                  <a:lnTo>
                    <a:pt x="2685016" y="1962674"/>
                  </a:lnTo>
                  <a:lnTo>
                    <a:pt x="2685133" y="1962674"/>
                  </a:lnTo>
                  <a:lnTo>
                    <a:pt x="2685251" y="1962674"/>
                  </a:lnTo>
                  <a:lnTo>
                    <a:pt x="2685368" y="1962674"/>
                  </a:lnTo>
                  <a:lnTo>
                    <a:pt x="2685368" y="1962244"/>
                  </a:lnTo>
                  <a:lnTo>
                    <a:pt x="2685486" y="1962244"/>
                  </a:lnTo>
                  <a:lnTo>
                    <a:pt x="2685604" y="1962244"/>
                  </a:lnTo>
                  <a:lnTo>
                    <a:pt x="2685604" y="1961813"/>
                  </a:lnTo>
                  <a:lnTo>
                    <a:pt x="2685604" y="1961383"/>
                  </a:lnTo>
                  <a:lnTo>
                    <a:pt x="2685604" y="1960952"/>
                  </a:lnTo>
                  <a:lnTo>
                    <a:pt x="2685721" y="1960952"/>
                  </a:lnTo>
                  <a:lnTo>
                    <a:pt x="2685839" y="1960952"/>
                  </a:lnTo>
                  <a:lnTo>
                    <a:pt x="2685956" y="1960952"/>
                  </a:lnTo>
                  <a:lnTo>
                    <a:pt x="2685956" y="1960521"/>
                  </a:lnTo>
                  <a:lnTo>
                    <a:pt x="2686074" y="1960521"/>
                  </a:lnTo>
                  <a:lnTo>
                    <a:pt x="2686192" y="1960521"/>
                  </a:lnTo>
                  <a:lnTo>
                    <a:pt x="2686309" y="1960521"/>
                  </a:lnTo>
                  <a:lnTo>
                    <a:pt x="2686427" y="1960521"/>
                  </a:lnTo>
                  <a:lnTo>
                    <a:pt x="2686427" y="1960091"/>
                  </a:lnTo>
                  <a:lnTo>
                    <a:pt x="2686545" y="1960091"/>
                  </a:lnTo>
                  <a:lnTo>
                    <a:pt x="2686662" y="1960091"/>
                  </a:lnTo>
                  <a:lnTo>
                    <a:pt x="2686780" y="1960091"/>
                  </a:lnTo>
                  <a:lnTo>
                    <a:pt x="2686897" y="1960091"/>
                  </a:lnTo>
                  <a:lnTo>
                    <a:pt x="2687015" y="1960091"/>
                  </a:lnTo>
                  <a:lnTo>
                    <a:pt x="2687133" y="1960091"/>
                  </a:lnTo>
                  <a:lnTo>
                    <a:pt x="2687250" y="1960091"/>
                  </a:lnTo>
                  <a:lnTo>
                    <a:pt x="2687368" y="1960091"/>
                  </a:lnTo>
                  <a:lnTo>
                    <a:pt x="2687485" y="1960091"/>
                  </a:lnTo>
                  <a:lnTo>
                    <a:pt x="2687603" y="1960091"/>
                  </a:lnTo>
                  <a:lnTo>
                    <a:pt x="2687721" y="1960091"/>
                  </a:lnTo>
                  <a:lnTo>
                    <a:pt x="2687838" y="1960091"/>
                  </a:lnTo>
                  <a:lnTo>
                    <a:pt x="2687956" y="1960091"/>
                  </a:lnTo>
                  <a:lnTo>
                    <a:pt x="2688074" y="1960091"/>
                  </a:lnTo>
                  <a:lnTo>
                    <a:pt x="2688191" y="1960091"/>
                  </a:lnTo>
                  <a:lnTo>
                    <a:pt x="2688309" y="1960091"/>
                  </a:lnTo>
                  <a:lnTo>
                    <a:pt x="2688426" y="1960091"/>
                  </a:lnTo>
                  <a:lnTo>
                    <a:pt x="2688544" y="1960091"/>
                  </a:lnTo>
                  <a:lnTo>
                    <a:pt x="2688662" y="1960091"/>
                  </a:lnTo>
                  <a:lnTo>
                    <a:pt x="2688779" y="1960091"/>
                  </a:lnTo>
                  <a:lnTo>
                    <a:pt x="2688897" y="1960091"/>
                  </a:lnTo>
                  <a:lnTo>
                    <a:pt x="2689014" y="1960091"/>
                  </a:lnTo>
                  <a:lnTo>
                    <a:pt x="2689132" y="1960091"/>
                  </a:lnTo>
                  <a:lnTo>
                    <a:pt x="2689250" y="1960091"/>
                  </a:lnTo>
                  <a:lnTo>
                    <a:pt x="2689367" y="1960091"/>
                  </a:lnTo>
                  <a:lnTo>
                    <a:pt x="2689485" y="1960091"/>
                  </a:lnTo>
                  <a:lnTo>
                    <a:pt x="2689603" y="1960091"/>
                  </a:lnTo>
                  <a:lnTo>
                    <a:pt x="2689720" y="1960091"/>
                  </a:lnTo>
                  <a:lnTo>
                    <a:pt x="2689838" y="1960091"/>
                  </a:lnTo>
                  <a:lnTo>
                    <a:pt x="2689955" y="1960091"/>
                  </a:lnTo>
                  <a:lnTo>
                    <a:pt x="2690073" y="1960091"/>
                  </a:lnTo>
                  <a:lnTo>
                    <a:pt x="2690191" y="1960091"/>
                  </a:lnTo>
                  <a:lnTo>
                    <a:pt x="2690191" y="1959660"/>
                  </a:lnTo>
                  <a:lnTo>
                    <a:pt x="2690191" y="1959230"/>
                  </a:lnTo>
                  <a:lnTo>
                    <a:pt x="2690308" y="1959230"/>
                  </a:lnTo>
                  <a:lnTo>
                    <a:pt x="2690426" y="1959230"/>
                  </a:lnTo>
                  <a:lnTo>
                    <a:pt x="2690543" y="1959230"/>
                  </a:lnTo>
                  <a:lnTo>
                    <a:pt x="2690543" y="1958799"/>
                  </a:lnTo>
                  <a:lnTo>
                    <a:pt x="2690661" y="1958799"/>
                  </a:lnTo>
                  <a:lnTo>
                    <a:pt x="2690779" y="1958799"/>
                  </a:lnTo>
                  <a:lnTo>
                    <a:pt x="2690896" y="1958799"/>
                  </a:lnTo>
                  <a:lnTo>
                    <a:pt x="2691014" y="1958799"/>
                  </a:lnTo>
                  <a:lnTo>
                    <a:pt x="2691014" y="1958368"/>
                  </a:lnTo>
                  <a:lnTo>
                    <a:pt x="2691131" y="1958368"/>
                  </a:lnTo>
                  <a:lnTo>
                    <a:pt x="2691249" y="1958368"/>
                  </a:lnTo>
                  <a:lnTo>
                    <a:pt x="2691367" y="1958368"/>
                  </a:lnTo>
                  <a:lnTo>
                    <a:pt x="2691484" y="1958368"/>
                  </a:lnTo>
                  <a:lnTo>
                    <a:pt x="2691602" y="1958368"/>
                  </a:lnTo>
                  <a:lnTo>
                    <a:pt x="2691720" y="1958368"/>
                  </a:lnTo>
                  <a:lnTo>
                    <a:pt x="2691837" y="1958368"/>
                  </a:lnTo>
                  <a:lnTo>
                    <a:pt x="2691837" y="1957938"/>
                  </a:lnTo>
                  <a:lnTo>
                    <a:pt x="2691955" y="1957938"/>
                  </a:lnTo>
                  <a:lnTo>
                    <a:pt x="2692072" y="1957938"/>
                  </a:lnTo>
                  <a:lnTo>
                    <a:pt x="2692190" y="1957938"/>
                  </a:lnTo>
                  <a:lnTo>
                    <a:pt x="2692308" y="1957938"/>
                  </a:lnTo>
                  <a:lnTo>
                    <a:pt x="2692425" y="1957938"/>
                  </a:lnTo>
                  <a:lnTo>
                    <a:pt x="2692543" y="1957938"/>
                  </a:lnTo>
                  <a:lnTo>
                    <a:pt x="2692543" y="1957507"/>
                  </a:lnTo>
                  <a:lnTo>
                    <a:pt x="2692660" y="1957507"/>
                  </a:lnTo>
                  <a:lnTo>
                    <a:pt x="2692778" y="1957507"/>
                  </a:lnTo>
                  <a:lnTo>
                    <a:pt x="2692778" y="1957077"/>
                  </a:lnTo>
                  <a:lnTo>
                    <a:pt x="2692896" y="1957077"/>
                  </a:lnTo>
                  <a:lnTo>
                    <a:pt x="2693013" y="1957077"/>
                  </a:lnTo>
                  <a:lnTo>
                    <a:pt x="2693131" y="1957077"/>
                  </a:lnTo>
                  <a:lnTo>
                    <a:pt x="2693249" y="1957077"/>
                  </a:lnTo>
                  <a:lnTo>
                    <a:pt x="2693366" y="1957077"/>
                  </a:lnTo>
                  <a:lnTo>
                    <a:pt x="2693484" y="1957077"/>
                  </a:lnTo>
                  <a:lnTo>
                    <a:pt x="2693601" y="1957077"/>
                  </a:lnTo>
                  <a:lnTo>
                    <a:pt x="2693719" y="1957077"/>
                  </a:lnTo>
                  <a:lnTo>
                    <a:pt x="2693837" y="1957077"/>
                  </a:lnTo>
                  <a:lnTo>
                    <a:pt x="2693954" y="1957077"/>
                  </a:lnTo>
                  <a:lnTo>
                    <a:pt x="2694072" y="1957077"/>
                  </a:lnTo>
                  <a:lnTo>
                    <a:pt x="2694189" y="1957077"/>
                  </a:lnTo>
                  <a:lnTo>
                    <a:pt x="2694307" y="1957077"/>
                  </a:lnTo>
                  <a:lnTo>
                    <a:pt x="2694425" y="1957077"/>
                  </a:lnTo>
                  <a:lnTo>
                    <a:pt x="2694542" y="1957077"/>
                  </a:lnTo>
                  <a:lnTo>
                    <a:pt x="2694542" y="1956646"/>
                  </a:lnTo>
                  <a:lnTo>
                    <a:pt x="2694660" y="1956646"/>
                  </a:lnTo>
                  <a:lnTo>
                    <a:pt x="2694778" y="1956646"/>
                  </a:lnTo>
                  <a:lnTo>
                    <a:pt x="2694895" y="1956646"/>
                  </a:lnTo>
                  <a:lnTo>
                    <a:pt x="2695013" y="1956646"/>
                  </a:lnTo>
                  <a:lnTo>
                    <a:pt x="2695013" y="1956215"/>
                  </a:lnTo>
                  <a:lnTo>
                    <a:pt x="2695130" y="1956215"/>
                  </a:lnTo>
                  <a:lnTo>
                    <a:pt x="2695248" y="1956215"/>
                  </a:lnTo>
                  <a:lnTo>
                    <a:pt x="2695366" y="1956215"/>
                  </a:lnTo>
                  <a:lnTo>
                    <a:pt x="2695483" y="1956215"/>
                  </a:lnTo>
                  <a:lnTo>
                    <a:pt x="2695601" y="1956215"/>
                  </a:lnTo>
                  <a:lnTo>
                    <a:pt x="2695718" y="1956215"/>
                  </a:lnTo>
                  <a:lnTo>
                    <a:pt x="2695836" y="1956215"/>
                  </a:lnTo>
                  <a:lnTo>
                    <a:pt x="2695836" y="1955785"/>
                  </a:lnTo>
                  <a:lnTo>
                    <a:pt x="2695954" y="1955785"/>
                  </a:lnTo>
                  <a:lnTo>
                    <a:pt x="2696071" y="1955785"/>
                  </a:lnTo>
                  <a:lnTo>
                    <a:pt x="2696189" y="1955785"/>
                  </a:lnTo>
                  <a:lnTo>
                    <a:pt x="2696307" y="1955785"/>
                  </a:lnTo>
                  <a:lnTo>
                    <a:pt x="2696424" y="1955785"/>
                  </a:lnTo>
                  <a:lnTo>
                    <a:pt x="2696542" y="1955785"/>
                  </a:lnTo>
                  <a:lnTo>
                    <a:pt x="2696659" y="1955785"/>
                  </a:lnTo>
                  <a:lnTo>
                    <a:pt x="2696777" y="1955785"/>
                  </a:lnTo>
                  <a:lnTo>
                    <a:pt x="2696895" y="1955785"/>
                  </a:lnTo>
                  <a:lnTo>
                    <a:pt x="2697012" y="1955785"/>
                  </a:lnTo>
                  <a:lnTo>
                    <a:pt x="2697012" y="1955354"/>
                  </a:lnTo>
                  <a:lnTo>
                    <a:pt x="2697130" y="1955354"/>
                  </a:lnTo>
                  <a:lnTo>
                    <a:pt x="2697247" y="1955354"/>
                  </a:lnTo>
                  <a:lnTo>
                    <a:pt x="2697247" y="1954924"/>
                  </a:lnTo>
                  <a:lnTo>
                    <a:pt x="2697365" y="1954924"/>
                  </a:lnTo>
                  <a:lnTo>
                    <a:pt x="2697483" y="1954924"/>
                  </a:lnTo>
                  <a:lnTo>
                    <a:pt x="2697483" y="1954493"/>
                  </a:lnTo>
                  <a:lnTo>
                    <a:pt x="2697600" y="1954493"/>
                  </a:lnTo>
                  <a:lnTo>
                    <a:pt x="2697600" y="1954062"/>
                  </a:lnTo>
                  <a:lnTo>
                    <a:pt x="2697718" y="1954062"/>
                  </a:lnTo>
                  <a:lnTo>
                    <a:pt x="2697718" y="1953632"/>
                  </a:lnTo>
                  <a:lnTo>
                    <a:pt x="2697836" y="1953632"/>
                  </a:lnTo>
                  <a:lnTo>
                    <a:pt x="2697953" y="1953632"/>
                  </a:lnTo>
                  <a:lnTo>
                    <a:pt x="2698071" y="1953632"/>
                  </a:lnTo>
                  <a:lnTo>
                    <a:pt x="2698188" y="1953632"/>
                  </a:lnTo>
                  <a:lnTo>
                    <a:pt x="2698306" y="1953632"/>
                  </a:lnTo>
                  <a:lnTo>
                    <a:pt x="2698306" y="1953201"/>
                  </a:lnTo>
                  <a:lnTo>
                    <a:pt x="2698306" y="1952771"/>
                  </a:lnTo>
                  <a:lnTo>
                    <a:pt x="2698424" y="1952771"/>
                  </a:lnTo>
                  <a:lnTo>
                    <a:pt x="2698541" y="1952771"/>
                  </a:lnTo>
                  <a:lnTo>
                    <a:pt x="2698541" y="1952340"/>
                  </a:lnTo>
                  <a:lnTo>
                    <a:pt x="2698659" y="1952340"/>
                  </a:lnTo>
                  <a:lnTo>
                    <a:pt x="2698776" y="1952340"/>
                  </a:lnTo>
                  <a:lnTo>
                    <a:pt x="2698776" y="1951909"/>
                  </a:lnTo>
                  <a:lnTo>
                    <a:pt x="2698894" y="1951909"/>
                  </a:lnTo>
                  <a:lnTo>
                    <a:pt x="2699012" y="1951909"/>
                  </a:lnTo>
                  <a:lnTo>
                    <a:pt x="2699129" y="1951909"/>
                  </a:lnTo>
                  <a:lnTo>
                    <a:pt x="2699247" y="1951909"/>
                  </a:lnTo>
                  <a:lnTo>
                    <a:pt x="2699364" y="1951909"/>
                  </a:lnTo>
                  <a:lnTo>
                    <a:pt x="2699364" y="1951479"/>
                  </a:lnTo>
                  <a:lnTo>
                    <a:pt x="2699482" y="1951479"/>
                  </a:lnTo>
                  <a:lnTo>
                    <a:pt x="2699600" y="1951479"/>
                  </a:lnTo>
                  <a:lnTo>
                    <a:pt x="2699717" y="1951479"/>
                  </a:lnTo>
                  <a:lnTo>
                    <a:pt x="2699835" y="1951479"/>
                  </a:lnTo>
                  <a:lnTo>
                    <a:pt x="2699953" y="1951479"/>
                  </a:lnTo>
                  <a:lnTo>
                    <a:pt x="2700070" y="1951479"/>
                  </a:lnTo>
                  <a:lnTo>
                    <a:pt x="2700188" y="1951479"/>
                  </a:lnTo>
                  <a:lnTo>
                    <a:pt x="2700305" y="1951479"/>
                  </a:lnTo>
                  <a:lnTo>
                    <a:pt x="2700423" y="1951479"/>
                  </a:lnTo>
                  <a:lnTo>
                    <a:pt x="2700541" y="1951479"/>
                  </a:lnTo>
                  <a:lnTo>
                    <a:pt x="2700658" y="1951479"/>
                  </a:lnTo>
                  <a:lnTo>
                    <a:pt x="2700776" y="1951479"/>
                  </a:lnTo>
                  <a:lnTo>
                    <a:pt x="2700776" y="1951048"/>
                  </a:lnTo>
                  <a:lnTo>
                    <a:pt x="2700893" y="1951048"/>
                  </a:lnTo>
                  <a:lnTo>
                    <a:pt x="2701011" y="1951048"/>
                  </a:lnTo>
                  <a:lnTo>
                    <a:pt x="2701129" y="1951048"/>
                  </a:lnTo>
                  <a:lnTo>
                    <a:pt x="2701246" y="1951048"/>
                  </a:lnTo>
                  <a:lnTo>
                    <a:pt x="2701364" y="1951048"/>
                  </a:lnTo>
                  <a:lnTo>
                    <a:pt x="2701482" y="1951048"/>
                  </a:lnTo>
                  <a:lnTo>
                    <a:pt x="2701599" y="1951048"/>
                  </a:lnTo>
                  <a:lnTo>
                    <a:pt x="2701599" y="1950618"/>
                  </a:lnTo>
                  <a:lnTo>
                    <a:pt x="2701599" y="1950187"/>
                  </a:lnTo>
                  <a:lnTo>
                    <a:pt x="2701717" y="1950187"/>
                  </a:lnTo>
                  <a:lnTo>
                    <a:pt x="2701834" y="1950187"/>
                  </a:lnTo>
                  <a:lnTo>
                    <a:pt x="2701834" y="1949756"/>
                  </a:lnTo>
                  <a:lnTo>
                    <a:pt x="2701834" y="1949326"/>
                  </a:lnTo>
                  <a:lnTo>
                    <a:pt x="2701834" y="1948895"/>
                  </a:lnTo>
                  <a:lnTo>
                    <a:pt x="2701834" y="1948465"/>
                  </a:lnTo>
                  <a:lnTo>
                    <a:pt x="2701952" y="1948465"/>
                  </a:lnTo>
                  <a:lnTo>
                    <a:pt x="2702070" y="1948465"/>
                  </a:lnTo>
                  <a:lnTo>
                    <a:pt x="2702187" y="1948465"/>
                  </a:lnTo>
                  <a:lnTo>
                    <a:pt x="2702305" y="1948465"/>
                  </a:lnTo>
                  <a:lnTo>
                    <a:pt x="2702305" y="1948034"/>
                  </a:lnTo>
                  <a:lnTo>
                    <a:pt x="2702422" y="1948034"/>
                  </a:lnTo>
                  <a:lnTo>
                    <a:pt x="2702540" y="1948034"/>
                  </a:lnTo>
                  <a:lnTo>
                    <a:pt x="2702658" y="1948034"/>
                  </a:lnTo>
                  <a:lnTo>
                    <a:pt x="2702775" y="1948034"/>
                  </a:lnTo>
                  <a:lnTo>
                    <a:pt x="2702775" y="1947603"/>
                  </a:lnTo>
                  <a:lnTo>
                    <a:pt x="2702893" y="1947603"/>
                  </a:lnTo>
                  <a:lnTo>
                    <a:pt x="2703011" y="1947603"/>
                  </a:lnTo>
                  <a:lnTo>
                    <a:pt x="2703128" y="1947603"/>
                  </a:lnTo>
                  <a:lnTo>
                    <a:pt x="2703128" y="1947173"/>
                  </a:lnTo>
                  <a:lnTo>
                    <a:pt x="2703128" y="1946742"/>
                  </a:lnTo>
                  <a:lnTo>
                    <a:pt x="2703246" y="1946742"/>
                  </a:lnTo>
                  <a:lnTo>
                    <a:pt x="2703363" y="1946742"/>
                  </a:lnTo>
                  <a:lnTo>
                    <a:pt x="2703363" y="1946312"/>
                  </a:lnTo>
                  <a:lnTo>
                    <a:pt x="2703481" y="1946312"/>
                  </a:lnTo>
                  <a:lnTo>
                    <a:pt x="2703481" y="1945881"/>
                  </a:lnTo>
                  <a:lnTo>
                    <a:pt x="2703599" y="1945881"/>
                  </a:lnTo>
                  <a:lnTo>
                    <a:pt x="2703716" y="1945881"/>
                  </a:lnTo>
                  <a:lnTo>
                    <a:pt x="2703716" y="1945450"/>
                  </a:lnTo>
                  <a:lnTo>
                    <a:pt x="2703834" y="1945450"/>
                  </a:lnTo>
                  <a:lnTo>
                    <a:pt x="2703951" y="1945450"/>
                  </a:lnTo>
                  <a:lnTo>
                    <a:pt x="2704069" y="1945450"/>
                  </a:lnTo>
                  <a:lnTo>
                    <a:pt x="2704187" y="1945450"/>
                  </a:lnTo>
                  <a:lnTo>
                    <a:pt x="2704187" y="1945020"/>
                  </a:lnTo>
                  <a:lnTo>
                    <a:pt x="2704304" y="1945020"/>
                  </a:lnTo>
                  <a:lnTo>
                    <a:pt x="2704422" y="1945020"/>
                  </a:lnTo>
                  <a:lnTo>
                    <a:pt x="2704540" y="1945020"/>
                  </a:lnTo>
                  <a:lnTo>
                    <a:pt x="2704657" y="1945020"/>
                  </a:lnTo>
                  <a:lnTo>
                    <a:pt x="2704775" y="1945020"/>
                  </a:lnTo>
                  <a:lnTo>
                    <a:pt x="2704892" y="1945020"/>
                  </a:lnTo>
                  <a:lnTo>
                    <a:pt x="2705010" y="1945020"/>
                  </a:lnTo>
                  <a:lnTo>
                    <a:pt x="2705128" y="1945020"/>
                  </a:lnTo>
                  <a:lnTo>
                    <a:pt x="2705245" y="1945020"/>
                  </a:lnTo>
                  <a:lnTo>
                    <a:pt x="2705363" y="1945020"/>
                  </a:lnTo>
                  <a:lnTo>
                    <a:pt x="2705480" y="1945020"/>
                  </a:lnTo>
                  <a:lnTo>
                    <a:pt x="2705598" y="1945020"/>
                  </a:lnTo>
                  <a:lnTo>
                    <a:pt x="2705716" y="1945020"/>
                  </a:lnTo>
                  <a:lnTo>
                    <a:pt x="2705833" y="1945020"/>
                  </a:lnTo>
                  <a:lnTo>
                    <a:pt x="2705833" y="1944589"/>
                  </a:lnTo>
                  <a:lnTo>
                    <a:pt x="2705833" y="1944159"/>
                  </a:lnTo>
                  <a:lnTo>
                    <a:pt x="2705951" y="1944159"/>
                  </a:lnTo>
                  <a:lnTo>
                    <a:pt x="2706069" y="1944159"/>
                  </a:lnTo>
                  <a:lnTo>
                    <a:pt x="2706069" y="1943728"/>
                  </a:lnTo>
                  <a:lnTo>
                    <a:pt x="2706069" y="1943297"/>
                  </a:lnTo>
                  <a:lnTo>
                    <a:pt x="2706186" y="1943297"/>
                  </a:lnTo>
                  <a:lnTo>
                    <a:pt x="2706304" y="1943297"/>
                  </a:lnTo>
                  <a:lnTo>
                    <a:pt x="2706304" y="1942867"/>
                  </a:lnTo>
                  <a:lnTo>
                    <a:pt x="2706421" y="1942867"/>
                  </a:lnTo>
                  <a:lnTo>
                    <a:pt x="2706539" y="1942867"/>
                  </a:lnTo>
                  <a:lnTo>
                    <a:pt x="2706657" y="1942867"/>
                  </a:lnTo>
                  <a:lnTo>
                    <a:pt x="2706774" y="1942867"/>
                  </a:lnTo>
                  <a:lnTo>
                    <a:pt x="2706892" y="1942867"/>
                  </a:lnTo>
                  <a:lnTo>
                    <a:pt x="2706892" y="1942436"/>
                  </a:lnTo>
                  <a:lnTo>
                    <a:pt x="2707009" y="1942436"/>
                  </a:lnTo>
                  <a:lnTo>
                    <a:pt x="2707127" y="1942436"/>
                  </a:lnTo>
                  <a:lnTo>
                    <a:pt x="2707245" y="1942436"/>
                  </a:lnTo>
                  <a:lnTo>
                    <a:pt x="2707362" y="1942436"/>
                  </a:lnTo>
                  <a:lnTo>
                    <a:pt x="2707362" y="1942006"/>
                  </a:lnTo>
                  <a:lnTo>
                    <a:pt x="2707480" y="1942006"/>
                  </a:lnTo>
                  <a:lnTo>
                    <a:pt x="2707597" y="1942006"/>
                  </a:lnTo>
                  <a:lnTo>
                    <a:pt x="2707715" y="1942006"/>
                  </a:lnTo>
                  <a:lnTo>
                    <a:pt x="2707715" y="1941575"/>
                  </a:lnTo>
                  <a:lnTo>
                    <a:pt x="2707833" y="1941575"/>
                  </a:lnTo>
                  <a:lnTo>
                    <a:pt x="2707950" y="1941575"/>
                  </a:lnTo>
                  <a:lnTo>
                    <a:pt x="2708068" y="1941575"/>
                  </a:lnTo>
                  <a:lnTo>
                    <a:pt x="2708186" y="1941575"/>
                  </a:lnTo>
                  <a:lnTo>
                    <a:pt x="2708186" y="1941144"/>
                  </a:lnTo>
                  <a:lnTo>
                    <a:pt x="2708186" y="1940714"/>
                  </a:lnTo>
                  <a:lnTo>
                    <a:pt x="2708303" y="1940714"/>
                  </a:lnTo>
                  <a:lnTo>
                    <a:pt x="2708421" y="1940714"/>
                  </a:lnTo>
                  <a:lnTo>
                    <a:pt x="2708538" y="1940714"/>
                  </a:lnTo>
                  <a:lnTo>
                    <a:pt x="2708656" y="1940714"/>
                  </a:lnTo>
                  <a:lnTo>
                    <a:pt x="2708774" y="1940714"/>
                  </a:lnTo>
                  <a:lnTo>
                    <a:pt x="2708891" y="1940714"/>
                  </a:lnTo>
                  <a:lnTo>
                    <a:pt x="2709009" y="1940714"/>
                  </a:lnTo>
                  <a:lnTo>
                    <a:pt x="2709126" y="1940714"/>
                  </a:lnTo>
                  <a:lnTo>
                    <a:pt x="2709244" y="1940714"/>
                  </a:lnTo>
                  <a:lnTo>
                    <a:pt x="2709362" y="1940714"/>
                  </a:lnTo>
                  <a:lnTo>
                    <a:pt x="2709479" y="1940714"/>
                  </a:lnTo>
                  <a:lnTo>
                    <a:pt x="2709597" y="1940714"/>
                  </a:lnTo>
                  <a:lnTo>
                    <a:pt x="2709715" y="1940714"/>
                  </a:lnTo>
                  <a:lnTo>
                    <a:pt x="2709832" y="1940714"/>
                  </a:lnTo>
                  <a:lnTo>
                    <a:pt x="2709950" y="1940714"/>
                  </a:lnTo>
                  <a:lnTo>
                    <a:pt x="2710067" y="1940714"/>
                  </a:lnTo>
                  <a:lnTo>
                    <a:pt x="2710185" y="1940714"/>
                  </a:lnTo>
                  <a:lnTo>
                    <a:pt x="2710185" y="1940283"/>
                  </a:lnTo>
                  <a:lnTo>
                    <a:pt x="2710185" y="1939853"/>
                  </a:lnTo>
                  <a:lnTo>
                    <a:pt x="2710185" y="1939422"/>
                  </a:lnTo>
                  <a:lnTo>
                    <a:pt x="2710303" y="1939422"/>
                  </a:lnTo>
                  <a:lnTo>
                    <a:pt x="2710420" y="1939422"/>
                  </a:lnTo>
                  <a:lnTo>
                    <a:pt x="2710538" y="1939422"/>
                  </a:lnTo>
                  <a:lnTo>
                    <a:pt x="2710655" y="1939422"/>
                  </a:lnTo>
                  <a:lnTo>
                    <a:pt x="2710773" y="1939422"/>
                  </a:lnTo>
                  <a:lnTo>
                    <a:pt x="2710891" y="1939422"/>
                  </a:lnTo>
                  <a:lnTo>
                    <a:pt x="2711008" y="1939422"/>
                  </a:lnTo>
                  <a:lnTo>
                    <a:pt x="2711126" y="1939422"/>
                  </a:lnTo>
                  <a:lnTo>
                    <a:pt x="2711244" y="1939422"/>
                  </a:lnTo>
                  <a:lnTo>
                    <a:pt x="2711244" y="1938991"/>
                  </a:lnTo>
                  <a:lnTo>
                    <a:pt x="2711244" y="1938561"/>
                  </a:lnTo>
                  <a:lnTo>
                    <a:pt x="2711361" y="1938561"/>
                  </a:lnTo>
                  <a:lnTo>
                    <a:pt x="2711479" y="1938561"/>
                  </a:lnTo>
                  <a:lnTo>
                    <a:pt x="2711596" y="1938561"/>
                  </a:lnTo>
                  <a:lnTo>
                    <a:pt x="2711714" y="1938561"/>
                  </a:lnTo>
                  <a:lnTo>
                    <a:pt x="2711714" y="1938130"/>
                  </a:lnTo>
                  <a:lnTo>
                    <a:pt x="2711832" y="1938130"/>
                  </a:lnTo>
                  <a:lnTo>
                    <a:pt x="2711949" y="1938130"/>
                  </a:lnTo>
                  <a:lnTo>
                    <a:pt x="2712067" y="1938130"/>
                  </a:lnTo>
                  <a:lnTo>
                    <a:pt x="2712184" y="1938130"/>
                  </a:lnTo>
                  <a:lnTo>
                    <a:pt x="2712302" y="1938130"/>
                  </a:lnTo>
                  <a:lnTo>
                    <a:pt x="2712420" y="1938130"/>
                  </a:lnTo>
                  <a:lnTo>
                    <a:pt x="2712537" y="1938130"/>
                  </a:lnTo>
                  <a:lnTo>
                    <a:pt x="2712655" y="1938130"/>
                  </a:lnTo>
                  <a:lnTo>
                    <a:pt x="2712773" y="1938130"/>
                  </a:lnTo>
                  <a:lnTo>
                    <a:pt x="2712773" y="1937700"/>
                  </a:lnTo>
                  <a:lnTo>
                    <a:pt x="2712890" y="1937700"/>
                  </a:lnTo>
                  <a:lnTo>
                    <a:pt x="2712890" y="1937269"/>
                  </a:lnTo>
                  <a:lnTo>
                    <a:pt x="2713008" y="1937269"/>
                  </a:lnTo>
                  <a:lnTo>
                    <a:pt x="2713125" y="1937269"/>
                  </a:lnTo>
                  <a:lnTo>
                    <a:pt x="2713243" y="1937269"/>
                  </a:lnTo>
                  <a:lnTo>
                    <a:pt x="2713361" y="1937269"/>
                  </a:lnTo>
                  <a:lnTo>
                    <a:pt x="2713478" y="1937269"/>
                  </a:lnTo>
                  <a:lnTo>
                    <a:pt x="2713478" y="1936838"/>
                  </a:lnTo>
                  <a:lnTo>
                    <a:pt x="2713596" y="1936838"/>
                  </a:lnTo>
                  <a:lnTo>
                    <a:pt x="2713596" y="1936408"/>
                  </a:lnTo>
                  <a:lnTo>
                    <a:pt x="2713713" y="1936408"/>
                  </a:lnTo>
                  <a:lnTo>
                    <a:pt x="2713713" y="1935977"/>
                  </a:lnTo>
                  <a:lnTo>
                    <a:pt x="2713713" y="1935547"/>
                  </a:lnTo>
                  <a:lnTo>
                    <a:pt x="2713831" y="1935547"/>
                  </a:lnTo>
                  <a:lnTo>
                    <a:pt x="2713831" y="1935116"/>
                  </a:lnTo>
                  <a:lnTo>
                    <a:pt x="2713949" y="1935116"/>
                  </a:lnTo>
                  <a:lnTo>
                    <a:pt x="2714066" y="1935116"/>
                  </a:lnTo>
                  <a:lnTo>
                    <a:pt x="2714184" y="1935116"/>
                  </a:lnTo>
                  <a:lnTo>
                    <a:pt x="2714302" y="1935116"/>
                  </a:lnTo>
                  <a:lnTo>
                    <a:pt x="2714419" y="1935116"/>
                  </a:lnTo>
                  <a:lnTo>
                    <a:pt x="2714537" y="1935116"/>
                  </a:lnTo>
                  <a:lnTo>
                    <a:pt x="2714654" y="1935116"/>
                  </a:lnTo>
                  <a:lnTo>
                    <a:pt x="2714772" y="1935116"/>
                  </a:lnTo>
                  <a:lnTo>
                    <a:pt x="2714890" y="1935116"/>
                  </a:lnTo>
                  <a:lnTo>
                    <a:pt x="2715007" y="1935116"/>
                  </a:lnTo>
                  <a:lnTo>
                    <a:pt x="2715125" y="1935116"/>
                  </a:lnTo>
                  <a:lnTo>
                    <a:pt x="2715242" y="1935116"/>
                  </a:lnTo>
                  <a:lnTo>
                    <a:pt x="2715242" y="1934685"/>
                  </a:lnTo>
                  <a:lnTo>
                    <a:pt x="2715360" y="1934685"/>
                  </a:lnTo>
                  <a:lnTo>
                    <a:pt x="2715478" y="1934685"/>
                  </a:lnTo>
                  <a:lnTo>
                    <a:pt x="2715595" y="1934685"/>
                  </a:lnTo>
                  <a:lnTo>
                    <a:pt x="2715713" y="1934685"/>
                  </a:lnTo>
                  <a:lnTo>
                    <a:pt x="2715830" y="1934685"/>
                  </a:lnTo>
                  <a:lnTo>
                    <a:pt x="2715948" y="1934685"/>
                  </a:lnTo>
                  <a:lnTo>
                    <a:pt x="2716066" y="1934685"/>
                  </a:lnTo>
                  <a:lnTo>
                    <a:pt x="2716066" y="1934255"/>
                  </a:lnTo>
                  <a:lnTo>
                    <a:pt x="2716183" y="1934255"/>
                  </a:lnTo>
                  <a:lnTo>
                    <a:pt x="2716301" y="1934255"/>
                  </a:lnTo>
                  <a:lnTo>
                    <a:pt x="2716419" y="1934255"/>
                  </a:lnTo>
                  <a:lnTo>
                    <a:pt x="2716536" y="1934255"/>
                  </a:lnTo>
                  <a:lnTo>
                    <a:pt x="2716654" y="1934255"/>
                  </a:lnTo>
                  <a:lnTo>
                    <a:pt x="2716771" y="1934255"/>
                  </a:lnTo>
                  <a:lnTo>
                    <a:pt x="2716889" y="1934255"/>
                  </a:lnTo>
                  <a:lnTo>
                    <a:pt x="2717007" y="1934255"/>
                  </a:lnTo>
                  <a:lnTo>
                    <a:pt x="2717124" y="1934255"/>
                  </a:lnTo>
                  <a:lnTo>
                    <a:pt x="2717242" y="1934255"/>
                  </a:lnTo>
                  <a:lnTo>
                    <a:pt x="2717242" y="1933824"/>
                  </a:lnTo>
                  <a:lnTo>
                    <a:pt x="2717359" y="1933824"/>
                  </a:lnTo>
                  <a:lnTo>
                    <a:pt x="2717477" y="1933824"/>
                  </a:lnTo>
                  <a:lnTo>
                    <a:pt x="2717477" y="1933394"/>
                  </a:lnTo>
                  <a:lnTo>
                    <a:pt x="2717595" y="1933394"/>
                  </a:lnTo>
                  <a:lnTo>
                    <a:pt x="2717712" y="1933394"/>
                  </a:lnTo>
                  <a:lnTo>
                    <a:pt x="2717830" y="1933394"/>
                  </a:lnTo>
                  <a:lnTo>
                    <a:pt x="2717948" y="1933394"/>
                  </a:lnTo>
                  <a:lnTo>
                    <a:pt x="2718065" y="1933394"/>
                  </a:lnTo>
                  <a:lnTo>
                    <a:pt x="2718183" y="1933394"/>
                  </a:lnTo>
                  <a:lnTo>
                    <a:pt x="2718300" y="1933394"/>
                  </a:lnTo>
                  <a:lnTo>
                    <a:pt x="2718300" y="1932963"/>
                  </a:lnTo>
                  <a:lnTo>
                    <a:pt x="2718418" y="1932963"/>
                  </a:lnTo>
                  <a:lnTo>
                    <a:pt x="2718536" y="1932963"/>
                  </a:lnTo>
                  <a:lnTo>
                    <a:pt x="2718536" y="1932532"/>
                  </a:lnTo>
                  <a:lnTo>
                    <a:pt x="2718536" y="1932102"/>
                  </a:lnTo>
                  <a:lnTo>
                    <a:pt x="2718653" y="1932102"/>
                  </a:lnTo>
                  <a:lnTo>
                    <a:pt x="2718771" y="1932102"/>
                  </a:lnTo>
                  <a:lnTo>
                    <a:pt x="2718888" y="1932102"/>
                  </a:lnTo>
                  <a:lnTo>
                    <a:pt x="2718888" y="1931671"/>
                  </a:lnTo>
                  <a:lnTo>
                    <a:pt x="2718888" y="1931241"/>
                  </a:lnTo>
                  <a:lnTo>
                    <a:pt x="2719006" y="1931241"/>
                  </a:lnTo>
                  <a:lnTo>
                    <a:pt x="2719124" y="1931241"/>
                  </a:lnTo>
                  <a:lnTo>
                    <a:pt x="2719241" y="1931241"/>
                  </a:lnTo>
                  <a:lnTo>
                    <a:pt x="2719359" y="1931241"/>
                  </a:lnTo>
                  <a:lnTo>
                    <a:pt x="2719477" y="1931241"/>
                  </a:lnTo>
                  <a:lnTo>
                    <a:pt x="2719594" y="1931241"/>
                  </a:lnTo>
                  <a:lnTo>
                    <a:pt x="2719712" y="1931241"/>
                  </a:lnTo>
                  <a:lnTo>
                    <a:pt x="2719829" y="1931241"/>
                  </a:lnTo>
                  <a:lnTo>
                    <a:pt x="2719947" y="1931241"/>
                  </a:lnTo>
                  <a:lnTo>
                    <a:pt x="2720065" y="1931241"/>
                  </a:lnTo>
                  <a:lnTo>
                    <a:pt x="2720182" y="1931241"/>
                  </a:lnTo>
                  <a:lnTo>
                    <a:pt x="2720300" y="1931241"/>
                  </a:lnTo>
                  <a:lnTo>
                    <a:pt x="2720300" y="1930810"/>
                  </a:lnTo>
                  <a:lnTo>
                    <a:pt x="2720417" y="1930810"/>
                  </a:lnTo>
                  <a:lnTo>
                    <a:pt x="2720535" y="1930810"/>
                  </a:lnTo>
                  <a:lnTo>
                    <a:pt x="2720653" y="1930810"/>
                  </a:lnTo>
                  <a:lnTo>
                    <a:pt x="2720770" y="1930810"/>
                  </a:lnTo>
                  <a:lnTo>
                    <a:pt x="2720770" y="1930379"/>
                  </a:lnTo>
                  <a:lnTo>
                    <a:pt x="2720888" y="1930379"/>
                  </a:lnTo>
                  <a:lnTo>
                    <a:pt x="2721006" y="1930379"/>
                  </a:lnTo>
                  <a:lnTo>
                    <a:pt x="2721123" y="1930379"/>
                  </a:lnTo>
                  <a:lnTo>
                    <a:pt x="2721241" y="1930379"/>
                  </a:lnTo>
                  <a:lnTo>
                    <a:pt x="2721358" y="1930379"/>
                  </a:lnTo>
                  <a:lnTo>
                    <a:pt x="2721476" y="1930379"/>
                  </a:lnTo>
                  <a:lnTo>
                    <a:pt x="2721594" y="1930379"/>
                  </a:lnTo>
                  <a:lnTo>
                    <a:pt x="2721594" y="1929949"/>
                  </a:lnTo>
                  <a:lnTo>
                    <a:pt x="2721711" y="1929949"/>
                  </a:lnTo>
                  <a:lnTo>
                    <a:pt x="2721829" y="1929949"/>
                  </a:lnTo>
                  <a:lnTo>
                    <a:pt x="2721946" y="1929949"/>
                  </a:lnTo>
                  <a:lnTo>
                    <a:pt x="2722064" y="1929949"/>
                  </a:lnTo>
                  <a:lnTo>
                    <a:pt x="2722182" y="1929949"/>
                  </a:lnTo>
                  <a:lnTo>
                    <a:pt x="2722299" y="1929949"/>
                  </a:lnTo>
                  <a:lnTo>
                    <a:pt x="2722417" y="1929949"/>
                  </a:lnTo>
                  <a:lnTo>
                    <a:pt x="2722535" y="1929949"/>
                  </a:lnTo>
                  <a:lnTo>
                    <a:pt x="2722652" y="1929949"/>
                  </a:lnTo>
                  <a:lnTo>
                    <a:pt x="2722770" y="1929949"/>
                  </a:lnTo>
                  <a:lnTo>
                    <a:pt x="2722887" y="1929949"/>
                  </a:lnTo>
                  <a:lnTo>
                    <a:pt x="2723005" y="1929949"/>
                  </a:lnTo>
                  <a:lnTo>
                    <a:pt x="2723005" y="1929518"/>
                  </a:lnTo>
                  <a:lnTo>
                    <a:pt x="2723123" y="1929518"/>
                  </a:lnTo>
                  <a:lnTo>
                    <a:pt x="2723240" y="1929518"/>
                  </a:lnTo>
                  <a:lnTo>
                    <a:pt x="2723358" y="1929518"/>
                  </a:lnTo>
                  <a:lnTo>
                    <a:pt x="2723475" y="1929518"/>
                  </a:lnTo>
                  <a:lnTo>
                    <a:pt x="2723593" y="1929518"/>
                  </a:lnTo>
                  <a:lnTo>
                    <a:pt x="2723711" y="1929518"/>
                  </a:lnTo>
                  <a:lnTo>
                    <a:pt x="2723828" y="1929518"/>
                  </a:lnTo>
                  <a:lnTo>
                    <a:pt x="2723828" y="1929088"/>
                  </a:lnTo>
                  <a:lnTo>
                    <a:pt x="2723946" y="1929088"/>
                  </a:lnTo>
                  <a:lnTo>
                    <a:pt x="2724063" y="1929088"/>
                  </a:lnTo>
                  <a:lnTo>
                    <a:pt x="2724181" y="1929088"/>
                  </a:lnTo>
                  <a:lnTo>
                    <a:pt x="2724299" y="1929088"/>
                  </a:lnTo>
                  <a:lnTo>
                    <a:pt x="2724416" y="1929088"/>
                  </a:lnTo>
                  <a:lnTo>
                    <a:pt x="2724534" y="1929088"/>
                  </a:lnTo>
                  <a:lnTo>
                    <a:pt x="2724652" y="1929088"/>
                  </a:lnTo>
                  <a:lnTo>
                    <a:pt x="2724769" y="1929088"/>
                  </a:lnTo>
                  <a:lnTo>
                    <a:pt x="2724887" y="1929088"/>
                  </a:lnTo>
                  <a:lnTo>
                    <a:pt x="2724887" y="1928657"/>
                  </a:lnTo>
                  <a:lnTo>
                    <a:pt x="2725004" y="1928657"/>
                  </a:lnTo>
                  <a:lnTo>
                    <a:pt x="2725122" y="1928657"/>
                  </a:lnTo>
                  <a:lnTo>
                    <a:pt x="2725122" y="1928226"/>
                  </a:lnTo>
                  <a:lnTo>
                    <a:pt x="2725240" y="1928226"/>
                  </a:lnTo>
                  <a:lnTo>
                    <a:pt x="2725357" y="1928226"/>
                  </a:lnTo>
                  <a:lnTo>
                    <a:pt x="2725357" y="1927796"/>
                  </a:lnTo>
                  <a:lnTo>
                    <a:pt x="2725475" y="1927796"/>
                  </a:lnTo>
                  <a:lnTo>
                    <a:pt x="2725592" y="1927796"/>
                  </a:lnTo>
                  <a:lnTo>
                    <a:pt x="2725710" y="1927796"/>
                  </a:lnTo>
                  <a:lnTo>
                    <a:pt x="2725828" y="1927796"/>
                  </a:lnTo>
                  <a:lnTo>
                    <a:pt x="2725945" y="1927796"/>
                  </a:lnTo>
                  <a:lnTo>
                    <a:pt x="2726063" y="1927796"/>
                  </a:lnTo>
                  <a:lnTo>
                    <a:pt x="2726181" y="1927796"/>
                  </a:lnTo>
                  <a:lnTo>
                    <a:pt x="2726298" y="1927796"/>
                  </a:lnTo>
                  <a:lnTo>
                    <a:pt x="2726416" y="1927796"/>
                  </a:lnTo>
                  <a:lnTo>
                    <a:pt x="2726533" y="1927796"/>
                  </a:lnTo>
                  <a:lnTo>
                    <a:pt x="2726651" y="1927796"/>
                  </a:lnTo>
                  <a:lnTo>
                    <a:pt x="2726769" y="1927796"/>
                  </a:lnTo>
                  <a:lnTo>
                    <a:pt x="2726886" y="1927796"/>
                  </a:lnTo>
                  <a:lnTo>
                    <a:pt x="2727004" y="1927796"/>
                  </a:lnTo>
                  <a:lnTo>
                    <a:pt x="2727121" y="1927796"/>
                  </a:lnTo>
                  <a:lnTo>
                    <a:pt x="2727239" y="1927796"/>
                  </a:lnTo>
                  <a:lnTo>
                    <a:pt x="2727357" y="1927796"/>
                  </a:lnTo>
                  <a:lnTo>
                    <a:pt x="2727474" y="1927796"/>
                  </a:lnTo>
                  <a:lnTo>
                    <a:pt x="2727474" y="1927365"/>
                  </a:lnTo>
                  <a:lnTo>
                    <a:pt x="2727592" y="1927365"/>
                  </a:lnTo>
                  <a:lnTo>
                    <a:pt x="2727710" y="1927365"/>
                  </a:lnTo>
                  <a:lnTo>
                    <a:pt x="2727827" y="1927365"/>
                  </a:lnTo>
                  <a:lnTo>
                    <a:pt x="2727945" y="1927365"/>
                  </a:lnTo>
                  <a:lnTo>
                    <a:pt x="2728062" y="1927365"/>
                  </a:lnTo>
                  <a:lnTo>
                    <a:pt x="2728062" y="1926935"/>
                  </a:lnTo>
                  <a:lnTo>
                    <a:pt x="2728180" y="1926935"/>
                  </a:lnTo>
                  <a:lnTo>
                    <a:pt x="2728298" y="1926935"/>
                  </a:lnTo>
                  <a:lnTo>
                    <a:pt x="2728415" y="1926935"/>
                  </a:lnTo>
                  <a:lnTo>
                    <a:pt x="2728533" y="1926935"/>
                  </a:lnTo>
                  <a:lnTo>
                    <a:pt x="2728533" y="1926504"/>
                  </a:lnTo>
                  <a:lnTo>
                    <a:pt x="2728650" y="1926504"/>
                  </a:lnTo>
                  <a:lnTo>
                    <a:pt x="2728768" y="1926504"/>
                  </a:lnTo>
                  <a:lnTo>
                    <a:pt x="2728886" y="1926504"/>
                  </a:lnTo>
                  <a:lnTo>
                    <a:pt x="2729003" y="1926504"/>
                  </a:lnTo>
                  <a:lnTo>
                    <a:pt x="2729121" y="1926504"/>
                  </a:lnTo>
                  <a:lnTo>
                    <a:pt x="2729121" y="1926073"/>
                  </a:lnTo>
                  <a:lnTo>
                    <a:pt x="2729239" y="1926073"/>
                  </a:lnTo>
                  <a:lnTo>
                    <a:pt x="2729356" y="1926073"/>
                  </a:lnTo>
                  <a:lnTo>
                    <a:pt x="2729474" y="1926073"/>
                  </a:lnTo>
                  <a:lnTo>
                    <a:pt x="2729591" y="1926073"/>
                  </a:lnTo>
                  <a:lnTo>
                    <a:pt x="2729709" y="1926073"/>
                  </a:lnTo>
                  <a:lnTo>
                    <a:pt x="2729827" y="1926073"/>
                  </a:lnTo>
                  <a:lnTo>
                    <a:pt x="2729944" y="1926073"/>
                  </a:lnTo>
                  <a:lnTo>
                    <a:pt x="2730062" y="1926073"/>
                  </a:lnTo>
                  <a:lnTo>
                    <a:pt x="2730179" y="1926073"/>
                  </a:lnTo>
                  <a:lnTo>
                    <a:pt x="2730297" y="1926073"/>
                  </a:lnTo>
                  <a:lnTo>
                    <a:pt x="2730415" y="1926073"/>
                  </a:lnTo>
                  <a:lnTo>
                    <a:pt x="2730532" y="1926073"/>
                  </a:lnTo>
                  <a:lnTo>
                    <a:pt x="2730650" y="1926073"/>
                  </a:lnTo>
                  <a:lnTo>
                    <a:pt x="2730768" y="1926073"/>
                  </a:lnTo>
                  <a:lnTo>
                    <a:pt x="2730885" y="1926073"/>
                  </a:lnTo>
                  <a:lnTo>
                    <a:pt x="2730885" y="1925643"/>
                  </a:lnTo>
                  <a:lnTo>
                    <a:pt x="2731003" y="1925643"/>
                  </a:lnTo>
                  <a:lnTo>
                    <a:pt x="2731120" y="1925643"/>
                  </a:lnTo>
                  <a:lnTo>
                    <a:pt x="2731238" y="1925643"/>
                  </a:lnTo>
                  <a:lnTo>
                    <a:pt x="2731238" y="1925212"/>
                  </a:lnTo>
                  <a:lnTo>
                    <a:pt x="2731356" y="1925212"/>
                  </a:lnTo>
                  <a:lnTo>
                    <a:pt x="2731473" y="1925212"/>
                  </a:lnTo>
                  <a:lnTo>
                    <a:pt x="2731473" y="1924782"/>
                  </a:lnTo>
                  <a:lnTo>
                    <a:pt x="2731591" y="1924782"/>
                  </a:lnTo>
                  <a:lnTo>
                    <a:pt x="2731591" y="1924351"/>
                  </a:lnTo>
                  <a:lnTo>
                    <a:pt x="2731591" y="1923920"/>
                  </a:lnTo>
                  <a:lnTo>
                    <a:pt x="2731708" y="1923920"/>
                  </a:lnTo>
                  <a:lnTo>
                    <a:pt x="2731708" y="1923490"/>
                  </a:lnTo>
                  <a:lnTo>
                    <a:pt x="2731708" y="1923059"/>
                  </a:lnTo>
                  <a:lnTo>
                    <a:pt x="2731826" y="1923059"/>
                  </a:lnTo>
                  <a:lnTo>
                    <a:pt x="2731944" y="1923059"/>
                  </a:lnTo>
                  <a:lnTo>
                    <a:pt x="2732061" y="1923059"/>
                  </a:lnTo>
                  <a:lnTo>
                    <a:pt x="2732179" y="1923059"/>
                  </a:lnTo>
                  <a:lnTo>
                    <a:pt x="2732179" y="1922629"/>
                  </a:lnTo>
                  <a:lnTo>
                    <a:pt x="2732179" y="1922198"/>
                  </a:lnTo>
                  <a:lnTo>
                    <a:pt x="2732179" y="1921767"/>
                  </a:lnTo>
                  <a:lnTo>
                    <a:pt x="2732296" y="1921767"/>
                  </a:lnTo>
                  <a:lnTo>
                    <a:pt x="2732296" y="1921337"/>
                  </a:lnTo>
                  <a:lnTo>
                    <a:pt x="2732414" y="1921337"/>
                  </a:lnTo>
                  <a:lnTo>
                    <a:pt x="2732532" y="1921337"/>
                  </a:lnTo>
                  <a:lnTo>
                    <a:pt x="2732649" y="1921337"/>
                  </a:lnTo>
                  <a:lnTo>
                    <a:pt x="2732649" y="1920906"/>
                  </a:lnTo>
                  <a:lnTo>
                    <a:pt x="2732649" y="1920476"/>
                  </a:lnTo>
                  <a:lnTo>
                    <a:pt x="2732767" y="1920476"/>
                  </a:lnTo>
                  <a:lnTo>
                    <a:pt x="2732885" y="1920476"/>
                  </a:lnTo>
                  <a:lnTo>
                    <a:pt x="2732885" y="1920045"/>
                  </a:lnTo>
                  <a:lnTo>
                    <a:pt x="2733002" y="1920045"/>
                  </a:lnTo>
                  <a:lnTo>
                    <a:pt x="2733120" y="1920045"/>
                  </a:lnTo>
                  <a:lnTo>
                    <a:pt x="2733237" y="1920045"/>
                  </a:lnTo>
                  <a:lnTo>
                    <a:pt x="2733355" y="1920045"/>
                  </a:lnTo>
                  <a:lnTo>
                    <a:pt x="2733473" y="1920045"/>
                  </a:lnTo>
                  <a:lnTo>
                    <a:pt x="2733590" y="1920045"/>
                  </a:lnTo>
                  <a:lnTo>
                    <a:pt x="2733708" y="1920045"/>
                  </a:lnTo>
                  <a:lnTo>
                    <a:pt x="2733825" y="1920045"/>
                  </a:lnTo>
                  <a:lnTo>
                    <a:pt x="2733943" y="1920045"/>
                  </a:lnTo>
                  <a:lnTo>
                    <a:pt x="2733943" y="1919614"/>
                  </a:lnTo>
                  <a:lnTo>
                    <a:pt x="2733943" y="1919184"/>
                  </a:lnTo>
                  <a:lnTo>
                    <a:pt x="2734061" y="1919184"/>
                  </a:lnTo>
                  <a:lnTo>
                    <a:pt x="2734061" y="1918753"/>
                  </a:lnTo>
                  <a:lnTo>
                    <a:pt x="2734061" y="1918323"/>
                  </a:lnTo>
                  <a:lnTo>
                    <a:pt x="2734178" y="1918323"/>
                  </a:lnTo>
                  <a:lnTo>
                    <a:pt x="2734296" y="1918323"/>
                  </a:lnTo>
                  <a:lnTo>
                    <a:pt x="2734296" y="1917892"/>
                  </a:lnTo>
                  <a:lnTo>
                    <a:pt x="2734414" y="1917892"/>
                  </a:lnTo>
                  <a:lnTo>
                    <a:pt x="2734531" y="1917892"/>
                  </a:lnTo>
                  <a:lnTo>
                    <a:pt x="2734649" y="1917892"/>
                  </a:lnTo>
                  <a:lnTo>
                    <a:pt x="2734766" y="1917892"/>
                  </a:lnTo>
                  <a:lnTo>
                    <a:pt x="2734884" y="1917892"/>
                  </a:lnTo>
                  <a:lnTo>
                    <a:pt x="2735002" y="1917892"/>
                  </a:lnTo>
                  <a:lnTo>
                    <a:pt x="2735119" y="1917892"/>
                  </a:lnTo>
                  <a:lnTo>
                    <a:pt x="2735237" y="1917892"/>
                  </a:lnTo>
                  <a:lnTo>
                    <a:pt x="2735354" y="1917892"/>
                  </a:lnTo>
                  <a:lnTo>
                    <a:pt x="2735354" y="1917461"/>
                  </a:lnTo>
                  <a:lnTo>
                    <a:pt x="2735472" y="1917461"/>
                  </a:lnTo>
                  <a:lnTo>
                    <a:pt x="2735590" y="1917461"/>
                  </a:lnTo>
                  <a:lnTo>
                    <a:pt x="2735707" y="1917461"/>
                  </a:lnTo>
                  <a:lnTo>
                    <a:pt x="2735825" y="1917461"/>
                  </a:lnTo>
                  <a:lnTo>
                    <a:pt x="2735943" y="1917461"/>
                  </a:lnTo>
                  <a:lnTo>
                    <a:pt x="2736060" y="1917461"/>
                  </a:lnTo>
                  <a:lnTo>
                    <a:pt x="2736178" y="1917461"/>
                  </a:lnTo>
                  <a:lnTo>
                    <a:pt x="2736178" y="1917031"/>
                  </a:lnTo>
                  <a:lnTo>
                    <a:pt x="2736295" y="1917031"/>
                  </a:lnTo>
                  <a:lnTo>
                    <a:pt x="2736413" y="1917031"/>
                  </a:lnTo>
                  <a:lnTo>
                    <a:pt x="2736531" y="1917031"/>
                  </a:lnTo>
                  <a:lnTo>
                    <a:pt x="2736648" y="1917031"/>
                  </a:lnTo>
                  <a:lnTo>
                    <a:pt x="2736766" y="1917031"/>
                  </a:lnTo>
                  <a:lnTo>
                    <a:pt x="2736766" y="1916600"/>
                  </a:lnTo>
                  <a:lnTo>
                    <a:pt x="2736883" y="1916600"/>
                  </a:lnTo>
                  <a:lnTo>
                    <a:pt x="2737001" y="1916600"/>
                  </a:lnTo>
                  <a:lnTo>
                    <a:pt x="2737001" y="1916170"/>
                  </a:lnTo>
                  <a:lnTo>
                    <a:pt x="2737119" y="1916170"/>
                  </a:lnTo>
                  <a:lnTo>
                    <a:pt x="2737236" y="1916170"/>
                  </a:lnTo>
                  <a:lnTo>
                    <a:pt x="2737354" y="1916170"/>
                  </a:lnTo>
                  <a:lnTo>
                    <a:pt x="2737472" y="1916170"/>
                  </a:lnTo>
                  <a:lnTo>
                    <a:pt x="2737589" y="1916170"/>
                  </a:lnTo>
                  <a:lnTo>
                    <a:pt x="2737589" y="1915739"/>
                  </a:lnTo>
                  <a:lnTo>
                    <a:pt x="2737707" y="1915739"/>
                  </a:lnTo>
                  <a:lnTo>
                    <a:pt x="2737707" y="1915308"/>
                  </a:lnTo>
                  <a:lnTo>
                    <a:pt x="2737824" y="1915308"/>
                  </a:lnTo>
                  <a:lnTo>
                    <a:pt x="2737942" y="1915308"/>
                  </a:lnTo>
                  <a:lnTo>
                    <a:pt x="2738060" y="1915308"/>
                  </a:lnTo>
                  <a:lnTo>
                    <a:pt x="2738177" y="1915308"/>
                  </a:lnTo>
                  <a:lnTo>
                    <a:pt x="2738295" y="1915308"/>
                  </a:lnTo>
                  <a:lnTo>
                    <a:pt x="2738412" y="1915308"/>
                  </a:lnTo>
                  <a:lnTo>
                    <a:pt x="2738530" y="1915308"/>
                  </a:lnTo>
                  <a:lnTo>
                    <a:pt x="2738648" y="1915308"/>
                  </a:lnTo>
                  <a:lnTo>
                    <a:pt x="2738765" y="1915308"/>
                  </a:lnTo>
                  <a:lnTo>
                    <a:pt x="2738765" y="1914878"/>
                  </a:lnTo>
                  <a:lnTo>
                    <a:pt x="2738883" y="1914878"/>
                  </a:lnTo>
                  <a:lnTo>
                    <a:pt x="2738883" y="1914447"/>
                  </a:lnTo>
                  <a:lnTo>
                    <a:pt x="2739001" y="1914447"/>
                  </a:lnTo>
                  <a:lnTo>
                    <a:pt x="2739118" y="1914447"/>
                  </a:lnTo>
                  <a:lnTo>
                    <a:pt x="2739236" y="1914447"/>
                  </a:lnTo>
                  <a:lnTo>
                    <a:pt x="2739236" y="1914017"/>
                  </a:lnTo>
                  <a:lnTo>
                    <a:pt x="2739353" y="1914017"/>
                  </a:lnTo>
                  <a:lnTo>
                    <a:pt x="2739353" y="1913586"/>
                  </a:lnTo>
                  <a:lnTo>
                    <a:pt x="2739353" y="1913155"/>
                  </a:lnTo>
                  <a:lnTo>
                    <a:pt x="2739471" y="1913155"/>
                  </a:lnTo>
                  <a:lnTo>
                    <a:pt x="2739589" y="1913155"/>
                  </a:lnTo>
                  <a:lnTo>
                    <a:pt x="2739706" y="1913155"/>
                  </a:lnTo>
                  <a:lnTo>
                    <a:pt x="2739824" y="1913155"/>
                  </a:lnTo>
                  <a:lnTo>
                    <a:pt x="2739941" y="1913155"/>
                  </a:lnTo>
                  <a:lnTo>
                    <a:pt x="2740059" y="1913155"/>
                  </a:lnTo>
                  <a:lnTo>
                    <a:pt x="2740177" y="1913155"/>
                  </a:lnTo>
                  <a:lnTo>
                    <a:pt x="2740177" y="1912725"/>
                  </a:lnTo>
                  <a:lnTo>
                    <a:pt x="2740294" y="1912725"/>
                  </a:lnTo>
                  <a:lnTo>
                    <a:pt x="2740412" y="1912725"/>
                  </a:lnTo>
                  <a:lnTo>
                    <a:pt x="2740412" y="1912294"/>
                  </a:lnTo>
                  <a:lnTo>
                    <a:pt x="2740529" y="1912294"/>
                  </a:lnTo>
                  <a:lnTo>
                    <a:pt x="2740647" y="1912294"/>
                  </a:lnTo>
                  <a:lnTo>
                    <a:pt x="2740647" y="1911864"/>
                  </a:lnTo>
                  <a:lnTo>
                    <a:pt x="2740765" y="1911864"/>
                  </a:lnTo>
                  <a:lnTo>
                    <a:pt x="2740882" y="1911864"/>
                  </a:lnTo>
                  <a:lnTo>
                    <a:pt x="2741000" y="1911864"/>
                  </a:lnTo>
                  <a:lnTo>
                    <a:pt x="2741118" y="1911864"/>
                  </a:lnTo>
                  <a:lnTo>
                    <a:pt x="2741235" y="1911864"/>
                  </a:lnTo>
                  <a:lnTo>
                    <a:pt x="2741353" y="1911864"/>
                  </a:lnTo>
                  <a:lnTo>
                    <a:pt x="2741353" y="1911433"/>
                  </a:lnTo>
                  <a:lnTo>
                    <a:pt x="2741353" y="1911002"/>
                  </a:lnTo>
                  <a:lnTo>
                    <a:pt x="2741470" y="1911002"/>
                  </a:lnTo>
                  <a:lnTo>
                    <a:pt x="2741470" y="1910572"/>
                  </a:lnTo>
                  <a:lnTo>
                    <a:pt x="2741470" y="1910141"/>
                  </a:lnTo>
                  <a:lnTo>
                    <a:pt x="2741588" y="1910141"/>
                  </a:lnTo>
                  <a:lnTo>
                    <a:pt x="2741706" y="1910141"/>
                  </a:lnTo>
                  <a:lnTo>
                    <a:pt x="2741823" y="1910141"/>
                  </a:lnTo>
                  <a:lnTo>
                    <a:pt x="2741941" y="1910141"/>
                  </a:lnTo>
                  <a:lnTo>
                    <a:pt x="2742058" y="1910141"/>
                  </a:lnTo>
                  <a:lnTo>
                    <a:pt x="2742176" y="1910141"/>
                  </a:lnTo>
                  <a:lnTo>
                    <a:pt x="2742294" y="1910141"/>
                  </a:lnTo>
                  <a:lnTo>
                    <a:pt x="2742411" y="1910141"/>
                  </a:lnTo>
                  <a:lnTo>
                    <a:pt x="2742529" y="1910141"/>
                  </a:lnTo>
                  <a:lnTo>
                    <a:pt x="2742647" y="1910141"/>
                  </a:lnTo>
                  <a:lnTo>
                    <a:pt x="2742764" y="1910141"/>
                  </a:lnTo>
                  <a:lnTo>
                    <a:pt x="2742882" y="1910141"/>
                  </a:lnTo>
                  <a:lnTo>
                    <a:pt x="2742999" y="1910141"/>
                  </a:lnTo>
                  <a:lnTo>
                    <a:pt x="2742999" y="1909711"/>
                  </a:lnTo>
                  <a:lnTo>
                    <a:pt x="2743117" y="1909711"/>
                  </a:lnTo>
                  <a:lnTo>
                    <a:pt x="2743235" y="1909711"/>
                  </a:lnTo>
                  <a:lnTo>
                    <a:pt x="2743352" y="1909711"/>
                  </a:lnTo>
                  <a:lnTo>
                    <a:pt x="2743352" y="1909280"/>
                  </a:lnTo>
                  <a:lnTo>
                    <a:pt x="2743470" y="1909280"/>
                  </a:lnTo>
                  <a:lnTo>
                    <a:pt x="2743587" y="1909280"/>
                  </a:lnTo>
                  <a:lnTo>
                    <a:pt x="2743705" y="1909280"/>
                  </a:lnTo>
                  <a:lnTo>
                    <a:pt x="2743823" y="1909280"/>
                  </a:lnTo>
                  <a:lnTo>
                    <a:pt x="2743940" y="1909280"/>
                  </a:lnTo>
                  <a:lnTo>
                    <a:pt x="2744058" y="1909280"/>
                  </a:lnTo>
                  <a:lnTo>
                    <a:pt x="2744176" y="1909280"/>
                  </a:lnTo>
                  <a:lnTo>
                    <a:pt x="2744293" y="1909280"/>
                  </a:lnTo>
                  <a:lnTo>
                    <a:pt x="2744411" y="1909280"/>
                  </a:lnTo>
                  <a:lnTo>
                    <a:pt x="2744528" y="1909280"/>
                  </a:lnTo>
                  <a:lnTo>
                    <a:pt x="2744646" y="1909280"/>
                  </a:lnTo>
                  <a:lnTo>
                    <a:pt x="2744764" y="1909280"/>
                  </a:lnTo>
                  <a:lnTo>
                    <a:pt x="2744881" y="1909280"/>
                  </a:lnTo>
                  <a:lnTo>
                    <a:pt x="2744999" y="1909280"/>
                  </a:lnTo>
                  <a:lnTo>
                    <a:pt x="2745116" y="1909280"/>
                  </a:lnTo>
                  <a:lnTo>
                    <a:pt x="2745116" y="1908849"/>
                  </a:lnTo>
                  <a:lnTo>
                    <a:pt x="2745234" y="1908849"/>
                  </a:lnTo>
                  <a:lnTo>
                    <a:pt x="2745352" y="1908849"/>
                  </a:lnTo>
                  <a:lnTo>
                    <a:pt x="2745352" y="1908419"/>
                  </a:lnTo>
                  <a:lnTo>
                    <a:pt x="2745352" y="1907988"/>
                  </a:lnTo>
                  <a:lnTo>
                    <a:pt x="2745469" y="1907988"/>
                  </a:lnTo>
                  <a:lnTo>
                    <a:pt x="2745587" y="1907988"/>
                  </a:lnTo>
                  <a:lnTo>
                    <a:pt x="2745705" y="1907988"/>
                  </a:lnTo>
                  <a:lnTo>
                    <a:pt x="2745822" y="1907988"/>
                  </a:lnTo>
                  <a:lnTo>
                    <a:pt x="2745940" y="1907988"/>
                  </a:lnTo>
                  <a:lnTo>
                    <a:pt x="2746057" y="1907988"/>
                  </a:lnTo>
                  <a:lnTo>
                    <a:pt x="2746057" y="1907558"/>
                  </a:lnTo>
                  <a:lnTo>
                    <a:pt x="2746057" y="1907127"/>
                  </a:lnTo>
                  <a:lnTo>
                    <a:pt x="2746175" y="1907127"/>
                  </a:lnTo>
                  <a:lnTo>
                    <a:pt x="2746175" y="1906696"/>
                  </a:lnTo>
                  <a:lnTo>
                    <a:pt x="2746175" y="1906266"/>
                  </a:lnTo>
                  <a:lnTo>
                    <a:pt x="2746293" y="1906266"/>
                  </a:lnTo>
                  <a:lnTo>
                    <a:pt x="2746410" y="1906266"/>
                  </a:lnTo>
                  <a:lnTo>
                    <a:pt x="2746528" y="1906266"/>
                  </a:lnTo>
                  <a:lnTo>
                    <a:pt x="2746528" y="1905835"/>
                  </a:lnTo>
                  <a:lnTo>
                    <a:pt x="2746645" y="1905835"/>
                  </a:lnTo>
                  <a:lnTo>
                    <a:pt x="2746645" y="1905405"/>
                  </a:lnTo>
                  <a:lnTo>
                    <a:pt x="2746763" y="1905405"/>
                  </a:lnTo>
                  <a:lnTo>
                    <a:pt x="2746881" y="1905405"/>
                  </a:lnTo>
                  <a:lnTo>
                    <a:pt x="2746998" y="1905405"/>
                  </a:lnTo>
                  <a:lnTo>
                    <a:pt x="2747116" y="1905405"/>
                  </a:lnTo>
                  <a:lnTo>
                    <a:pt x="2747233" y="1905405"/>
                  </a:lnTo>
                  <a:lnTo>
                    <a:pt x="2747351" y="1905405"/>
                  </a:lnTo>
                  <a:lnTo>
                    <a:pt x="2747469" y="1905405"/>
                  </a:lnTo>
                  <a:lnTo>
                    <a:pt x="2747586" y="1905405"/>
                  </a:lnTo>
                  <a:lnTo>
                    <a:pt x="2747704" y="1905405"/>
                  </a:lnTo>
                  <a:lnTo>
                    <a:pt x="2747704" y="1904974"/>
                  </a:lnTo>
                  <a:lnTo>
                    <a:pt x="2747822" y="1904974"/>
                  </a:lnTo>
                  <a:lnTo>
                    <a:pt x="2747822" y="1904543"/>
                  </a:lnTo>
                  <a:lnTo>
                    <a:pt x="2747939" y="1904543"/>
                  </a:lnTo>
                  <a:lnTo>
                    <a:pt x="2748057" y="1904543"/>
                  </a:lnTo>
                  <a:lnTo>
                    <a:pt x="2748174" y="1904543"/>
                  </a:lnTo>
                  <a:lnTo>
                    <a:pt x="2748292" y="1904543"/>
                  </a:lnTo>
                  <a:lnTo>
                    <a:pt x="2748410" y="1904543"/>
                  </a:lnTo>
                  <a:lnTo>
                    <a:pt x="2748410" y="1904113"/>
                  </a:lnTo>
                  <a:lnTo>
                    <a:pt x="2748527" y="1904113"/>
                  </a:lnTo>
                  <a:lnTo>
                    <a:pt x="2748645" y="1904113"/>
                  </a:lnTo>
                  <a:lnTo>
                    <a:pt x="2748762" y="1904113"/>
                  </a:lnTo>
                  <a:lnTo>
                    <a:pt x="2748880" y="1904113"/>
                  </a:lnTo>
                  <a:lnTo>
                    <a:pt x="2748998" y="1904113"/>
                  </a:lnTo>
                  <a:lnTo>
                    <a:pt x="2748998" y="1903682"/>
                  </a:lnTo>
                  <a:lnTo>
                    <a:pt x="2748998" y="1903252"/>
                  </a:lnTo>
                  <a:lnTo>
                    <a:pt x="2749115" y="1903252"/>
                  </a:lnTo>
                  <a:lnTo>
                    <a:pt x="2749115" y="1902821"/>
                  </a:lnTo>
                  <a:lnTo>
                    <a:pt x="2749233" y="1902821"/>
                  </a:lnTo>
                  <a:lnTo>
                    <a:pt x="2749233" y="1902390"/>
                  </a:lnTo>
                  <a:lnTo>
                    <a:pt x="2749351" y="1902390"/>
                  </a:lnTo>
                  <a:lnTo>
                    <a:pt x="2749468" y="1902390"/>
                  </a:lnTo>
                  <a:lnTo>
                    <a:pt x="2749586" y="1902390"/>
                  </a:lnTo>
                  <a:lnTo>
                    <a:pt x="2749586" y="1901960"/>
                  </a:lnTo>
                  <a:lnTo>
                    <a:pt x="2749703" y="1901960"/>
                  </a:lnTo>
                  <a:lnTo>
                    <a:pt x="2749821" y="1901960"/>
                  </a:lnTo>
                  <a:lnTo>
                    <a:pt x="2749939" y="1901960"/>
                  </a:lnTo>
                  <a:lnTo>
                    <a:pt x="2750056" y="1901960"/>
                  </a:lnTo>
                  <a:lnTo>
                    <a:pt x="2750174" y="1901960"/>
                  </a:lnTo>
                  <a:lnTo>
                    <a:pt x="2750291" y="1901960"/>
                  </a:lnTo>
                  <a:lnTo>
                    <a:pt x="2750409" y="1901960"/>
                  </a:lnTo>
                  <a:lnTo>
                    <a:pt x="2750527" y="1901960"/>
                  </a:lnTo>
                  <a:lnTo>
                    <a:pt x="2750644" y="1901960"/>
                  </a:lnTo>
                  <a:lnTo>
                    <a:pt x="2750762" y="1901960"/>
                  </a:lnTo>
                  <a:lnTo>
                    <a:pt x="2750880" y="1901960"/>
                  </a:lnTo>
                  <a:lnTo>
                    <a:pt x="2750880" y="1901529"/>
                  </a:lnTo>
                  <a:lnTo>
                    <a:pt x="2750997" y="1901529"/>
                  </a:lnTo>
                  <a:lnTo>
                    <a:pt x="2751115" y="1901529"/>
                  </a:lnTo>
                  <a:lnTo>
                    <a:pt x="2751232" y="1901529"/>
                  </a:lnTo>
                  <a:lnTo>
                    <a:pt x="2751232" y="1901099"/>
                  </a:lnTo>
                  <a:lnTo>
                    <a:pt x="2751232" y="1900668"/>
                  </a:lnTo>
                  <a:lnTo>
                    <a:pt x="2751350" y="1900668"/>
                  </a:lnTo>
                  <a:lnTo>
                    <a:pt x="2751468" y="1900668"/>
                  </a:lnTo>
                  <a:lnTo>
                    <a:pt x="2751585" y="1900668"/>
                  </a:lnTo>
                  <a:lnTo>
                    <a:pt x="2751703" y="1900668"/>
                  </a:lnTo>
                  <a:lnTo>
                    <a:pt x="2751703" y="1900237"/>
                  </a:lnTo>
                  <a:lnTo>
                    <a:pt x="2751703" y="1899807"/>
                  </a:lnTo>
                  <a:lnTo>
                    <a:pt x="2751703" y="1899376"/>
                  </a:lnTo>
                  <a:lnTo>
                    <a:pt x="2751820" y="1899376"/>
                  </a:lnTo>
                  <a:lnTo>
                    <a:pt x="2751938" y="1899376"/>
                  </a:lnTo>
                  <a:lnTo>
                    <a:pt x="2752056" y="1899376"/>
                  </a:lnTo>
                  <a:lnTo>
                    <a:pt x="2752173" y="1899376"/>
                  </a:lnTo>
                  <a:lnTo>
                    <a:pt x="2752291" y="1899376"/>
                  </a:lnTo>
                  <a:lnTo>
                    <a:pt x="2752409" y="1899376"/>
                  </a:lnTo>
                  <a:lnTo>
                    <a:pt x="2752526" y="1899376"/>
                  </a:lnTo>
                  <a:lnTo>
                    <a:pt x="2752644" y="1899376"/>
                  </a:lnTo>
                  <a:lnTo>
                    <a:pt x="2752761" y="1899376"/>
                  </a:lnTo>
                  <a:lnTo>
                    <a:pt x="2752879" y="1899376"/>
                  </a:lnTo>
                  <a:lnTo>
                    <a:pt x="2752997" y="1899376"/>
                  </a:lnTo>
                  <a:lnTo>
                    <a:pt x="2752997" y="1898946"/>
                  </a:lnTo>
                  <a:lnTo>
                    <a:pt x="2753114" y="1898946"/>
                  </a:lnTo>
                  <a:lnTo>
                    <a:pt x="2753232" y="1898946"/>
                  </a:lnTo>
                  <a:lnTo>
                    <a:pt x="2753349" y="1898946"/>
                  </a:lnTo>
                  <a:lnTo>
                    <a:pt x="2753467" y="1898946"/>
                  </a:lnTo>
                  <a:lnTo>
                    <a:pt x="2753585" y="1898946"/>
                  </a:lnTo>
                  <a:lnTo>
                    <a:pt x="2753702" y="1898946"/>
                  </a:lnTo>
                  <a:lnTo>
                    <a:pt x="2753702" y="1898515"/>
                  </a:lnTo>
                  <a:lnTo>
                    <a:pt x="2753820" y="1898515"/>
                  </a:lnTo>
                  <a:lnTo>
                    <a:pt x="2753938" y="1898515"/>
                  </a:lnTo>
                  <a:lnTo>
                    <a:pt x="2754055" y="1898515"/>
                  </a:lnTo>
                  <a:lnTo>
                    <a:pt x="2754173" y="1898515"/>
                  </a:lnTo>
                  <a:lnTo>
                    <a:pt x="2754290" y="1898515"/>
                  </a:lnTo>
                  <a:lnTo>
                    <a:pt x="2754408" y="1898515"/>
                  </a:lnTo>
                  <a:lnTo>
                    <a:pt x="2754526" y="1898515"/>
                  </a:lnTo>
                  <a:lnTo>
                    <a:pt x="2754643" y="1898515"/>
                  </a:lnTo>
                  <a:lnTo>
                    <a:pt x="2754761" y="1898515"/>
                  </a:lnTo>
                  <a:lnTo>
                    <a:pt x="2754878" y="1898515"/>
                  </a:lnTo>
                  <a:lnTo>
                    <a:pt x="2754878" y="1898084"/>
                  </a:lnTo>
                  <a:lnTo>
                    <a:pt x="2754878" y="1897654"/>
                  </a:lnTo>
                  <a:lnTo>
                    <a:pt x="2754996" y="1897654"/>
                  </a:lnTo>
                  <a:lnTo>
                    <a:pt x="2755114" y="1897654"/>
                  </a:lnTo>
                  <a:lnTo>
                    <a:pt x="2755114" y="1897223"/>
                  </a:lnTo>
                  <a:lnTo>
                    <a:pt x="2755114" y="1896793"/>
                  </a:lnTo>
                  <a:lnTo>
                    <a:pt x="2755231" y="1896793"/>
                  </a:lnTo>
                  <a:lnTo>
                    <a:pt x="2755349" y="1896793"/>
                  </a:lnTo>
                  <a:lnTo>
                    <a:pt x="2755466" y="1896793"/>
                  </a:lnTo>
                  <a:lnTo>
                    <a:pt x="2755584" y="1896793"/>
                  </a:lnTo>
                  <a:lnTo>
                    <a:pt x="2755584" y="1896362"/>
                  </a:lnTo>
                  <a:lnTo>
                    <a:pt x="2755702" y="1896362"/>
                  </a:lnTo>
                  <a:lnTo>
                    <a:pt x="2755702" y="1895931"/>
                  </a:lnTo>
                  <a:lnTo>
                    <a:pt x="2755819" y="1895931"/>
                  </a:lnTo>
                  <a:lnTo>
                    <a:pt x="2755937" y="1895931"/>
                  </a:lnTo>
                  <a:lnTo>
                    <a:pt x="2756055" y="1895931"/>
                  </a:lnTo>
                  <a:lnTo>
                    <a:pt x="2756172" y="1895931"/>
                  </a:lnTo>
                  <a:lnTo>
                    <a:pt x="2756290" y="1895931"/>
                  </a:lnTo>
                  <a:lnTo>
                    <a:pt x="2756407" y="1895931"/>
                  </a:lnTo>
                  <a:lnTo>
                    <a:pt x="2756525" y="1895931"/>
                  </a:lnTo>
                  <a:lnTo>
                    <a:pt x="2756643" y="1895931"/>
                  </a:lnTo>
                  <a:lnTo>
                    <a:pt x="2756760" y="1895931"/>
                  </a:lnTo>
                  <a:lnTo>
                    <a:pt x="2756878" y="1895931"/>
                  </a:lnTo>
                  <a:lnTo>
                    <a:pt x="2756995" y="1895931"/>
                  </a:lnTo>
                  <a:lnTo>
                    <a:pt x="2756995" y="1895501"/>
                  </a:lnTo>
                  <a:lnTo>
                    <a:pt x="2756995" y="1895070"/>
                  </a:lnTo>
                  <a:lnTo>
                    <a:pt x="2757113" y="1895070"/>
                  </a:lnTo>
                  <a:lnTo>
                    <a:pt x="2757113" y="1894640"/>
                  </a:lnTo>
                  <a:lnTo>
                    <a:pt x="2757231" y="1894640"/>
                  </a:lnTo>
                  <a:lnTo>
                    <a:pt x="2757348" y="1894640"/>
                  </a:lnTo>
                  <a:lnTo>
                    <a:pt x="2757466" y="1894640"/>
                  </a:lnTo>
                  <a:lnTo>
                    <a:pt x="2757584" y="1894640"/>
                  </a:lnTo>
                  <a:lnTo>
                    <a:pt x="2757701" y="1894640"/>
                  </a:lnTo>
                  <a:lnTo>
                    <a:pt x="2757819" y="1894640"/>
                  </a:lnTo>
                  <a:lnTo>
                    <a:pt x="2757936" y="1894640"/>
                  </a:lnTo>
                  <a:lnTo>
                    <a:pt x="2758054" y="1894640"/>
                  </a:lnTo>
                  <a:lnTo>
                    <a:pt x="2758172" y="1894640"/>
                  </a:lnTo>
                  <a:lnTo>
                    <a:pt x="2758289" y="1894640"/>
                  </a:lnTo>
                  <a:lnTo>
                    <a:pt x="2758407" y="1894640"/>
                  </a:lnTo>
                  <a:lnTo>
                    <a:pt x="2758407" y="1894209"/>
                  </a:lnTo>
                  <a:lnTo>
                    <a:pt x="2758524" y="1894209"/>
                  </a:lnTo>
                  <a:lnTo>
                    <a:pt x="2758642" y="1894209"/>
                  </a:lnTo>
                  <a:lnTo>
                    <a:pt x="2758760" y="1894209"/>
                  </a:lnTo>
                  <a:lnTo>
                    <a:pt x="2758877" y="1894209"/>
                  </a:lnTo>
                  <a:lnTo>
                    <a:pt x="2758995" y="1894209"/>
                  </a:lnTo>
                  <a:lnTo>
                    <a:pt x="2759113" y="1894209"/>
                  </a:lnTo>
                  <a:lnTo>
                    <a:pt x="2759230" y="1894209"/>
                  </a:lnTo>
                  <a:lnTo>
                    <a:pt x="2759348" y="1894209"/>
                  </a:lnTo>
                  <a:lnTo>
                    <a:pt x="2759465" y="1894209"/>
                  </a:lnTo>
                  <a:lnTo>
                    <a:pt x="2759583" y="1894209"/>
                  </a:lnTo>
                  <a:lnTo>
                    <a:pt x="2759701" y="1894209"/>
                  </a:lnTo>
                  <a:lnTo>
                    <a:pt x="2759701" y="1893778"/>
                  </a:lnTo>
                  <a:lnTo>
                    <a:pt x="2759701" y="1893348"/>
                  </a:lnTo>
                  <a:lnTo>
                    <a:pt x="2759818" y="1893348"/>
                  </a:lnTo>
                  <a:lnTo>
                    <a:pt x="2759936" y="1893348"/>
                  </a:lnTo>
                  <a:lnTo>
                    <a:pt x="2760053" y="1893348"/>
                  </a:lnTo>
                  <a:lnTo>
                    <a:pt x="2760171" y="1893348"/>
                  </a:lnTo>
                  <a:lnTo>
                    <a:pt x="2760289" y="1893348"/>
                  </a:lnTo>
                  <a:lnTo>
                    <a:pt x="2760406" y="1893348"/>
                  </a:lnTo>
                  <a:lnTo>
                    <a:pt x="2760524" y="1893348"/>
                  </a:lnTo>
                  <a:lnTo>
                    <a:pt x="2760524" y="1892917"/>
                  </a:lnTo>
                  <a:lnTo>
                    <a:pt x="2760642" y="1892917"/>
                  </a:lnTo>
                  <a:lnTo>
                    <a:pt x="2760759" y="1892917"/>
                  </a:lnTo>
                  <a:lnTo>
                    <a:pt x="2760877" y="1892917"/>
                  </a:lnTo>
                  <a:lnTo>
                    <a:pt x="2760994" y="1892917"/>
                  </a:lnTo>
                  <a:lnTo>
                    <a:pt x="2761112" y="1892917"/>
                  </a:lnTo>
                  <a:lnTo>
                    <a:pt x="2761230" y="1892917"/>
                  </a:lnTo>
                  <a:lnTo>
                    <a:pt x="2761230" y="1892487"/>
                  </a:lnTo>
                  <a:lnTo>
                    <a:pt x="2761347" y="1892487"/>
                  </a:lnTo>
                  <a:lnTo>
                    <a:pt x="2761465" y="1892487"/>
                  </a:lnTo>
                  <a:lnTo>
                    <a:pt x="2761465" y="1892056"/>
                  </a:lnTo>
                  <a:lnTo>
                    <a:pt x="2761582" y="1892056"/>
                  </a:lnTo>
                  <a:lnTo>
                    <a:pt x="2761582" y="1891625"/>
                  </a:lnTo>
                  <a:lnTo>
                    <a:pt x="2761700" y="1891625"/>
                  </a:lnTo>
                  <a:lnTo>
                    <a:pt x="2761700" y="1891195"/>
                  </a:lnTo>
                  <a:lnTo>
                    <a:pt x="2761818" y="1891195"/>
                  </a:lnTo>
                  <a:lnTo>
                    <a:pt x="2761935" y="1891195"/>
                  </a:lnTo>
                  <a:lnTo>
                    <a:pt x="2762053" y="1891195"/>
                  </a:lnTo>
                  <a:lnTo>
                    <a:pt x="2762171" y="1891195"/>
                  </a:lnTo>
                  <a:lnTo>
                    <a:pt x="2762288" y="1891195"/>
                  </a:lnTo>
                  <a:lnTo>
                    <a:pt x="2762406" y="1891195"/>
                  </a:lnTo>
                  <a:lnTo>
                    <a:pt x="2762523" y="1891195"/>
                  </a:lnTo>
                  <a:lnTo>
                    <a:pt x="2762641" y="1891195"/>
                  </a:lnTo>
                  <a:lnTo>
                    <a:pt x="2762759" y="1891195"/>
                  </a:lnTo>
                  <a:lnTo>
                    <a:pt x="2762759" y="1890764"/>
                  </a:lnTo>
                  <a:lnTo>
                    <a:pt x="2762876" y="1890764"/>
                  </a:lnTo>
                  <a:lnTo>
                    <a:pt x="2762994" y="1890764"/>
                  </a:lnTo>
                  <a:lnTo>
                    <a:pt x="2763111" y="1890764"/>
                  </a:lnTo>
                  <a:lnTo>
                    <a:pt x="2763229" y="1890764"/>
                  </a:lnTo>
                  <a:lnTo>
                    <a:pt x="2763347" y="1890764"/>
                  </a:lnTo>
                  <a:lnTo>
                    <a:pt x="2763464" y="1890764"/>
                  </a:lnTo>
                  <a:lnTo>
                    <a:pt x="2763582" y="1890764"/>
                  </a:lnTo>
                  <a:lnTo>
                    <a:pt x="2763582" y="1890334"/>
                  </a:lnTo>
                  <a:lnTo>
                    <a:pt x="2763699" y="1890334"/>
                  </a:lnTo>
                  <a:lnTo>
                    <a:pt x="2763817" y="1890334"/>
                  </a:lnTo>
                  <a:lnTo>
                    <a:pt x="2763817" y="1889903"/>
                  </a:lnTo>
                  <a:lnTo>
                    <a:pt x="2763817" y="1889472"/>
                  </a:lnTo>
                  <a:lnTo>
                    <a:pt x="2763817" y="1889042"/>
                  </a:lnTo>
                  <a:lnTo>
                    <a:pt x="2763817" y="1888611"/>
                  </a:lnTo>
                  <a:lnTo>
                    <a:pt x="2763817" y="1888181"/>
                  </a:lnTo>
                  <a:lnTo>
                    <a:pt x="2763817" y="1887750"/>
                  </a:lnTo>
                  <a:lnTo>
                    <a:pt x="2763935" y="1887750"/>
                  </a:lnTo>
                  <a:lnTo>
                    <a:pt x="2764052" y="1887750"/>
                  </a:lnTo>
                  <a:lnTo>
                    <a:pt x="2764170" y="1887750"/>
                  </a:lnTo>
                  <a:lnTo>
                    <a:pt x="2764288" y="1887750"/>
                  </a:lnTo>
                  <a:lnTo>
                    <a:pt x="2764288" y="1887319"/>
                  </a:lnTo>
                  <a:lnTo>
                    <a:pt x="2764405" y="1887319"/>
                  </a:lnTo>
                  <a:lnTo>
                    <a:pt x="2764523" y="1887319"/>
                  </a:lnTo>
                  <a:lnTo>
                    <a:pt x="2764523" y="1886889"/>
                  </a:lnTo>
                  <a:lnTo>
                    <a:pt x="2764640" y="1886889"/>
                  </a:lnTo>
                  <a:lnTo>
                    <a:pt x="2764640" y="1886458"/>
                  </a:lnTo>
                  <a:lnTo>
                    <a:pt x="2764758" y="1886458"/>
                  </a:lnTo>
                  <a:lnTo>
                    <a:pt x="2764876" y="1886458"/>
                  </a:lnTo>
                  <a:lnTo>
                    <a:pt x="2764993" y="1886458"/>
                  </a:lnTo>
                  <a:lnTo>
                    <a:pt x="2764993" y="1886028"/>
                  </a:lnTo>
                  <a:lnTo>
                    <a:pt x="2765111" y="1886028"/>
                  </a:lnTo>
                  <a:lnTo>
                    <a:pt x="2765228" y="1886028"/>
                  </a:lnTo>
                  <a:lnTo>
                    <a:pt x="2765346" y="1886028"/>
                  </a:lnTo>
                  <a:lnTo>
                    <a:pt x="2765464" y="1886028"/>
                  </a:lnTo>
                  <a:lnTo>
                    <a:pt x="2765581" y="1886028"/>
                  </a:lnTo>
                  <a:lnTo>
                    <a:pt x="2765699" y="1886028"/>
                  </a:lnTo>
                  <a:lnTo>
                    <a:pt x="2765817" y="1886028"/>
                  </a:lnTo>
                  <a:lnTo>
                    <a:pt x="2765934" y="1886028"/>
                  </a:lnTo>
                  <a:lnTo>
                    <a:pt x="2766052" y="1886028"/>
                  </a:lnTo>
                  <a:lnTo>
                    <a:pt x="2766169" y="1886028"/>
                  </a:lnTo>
                  <a:lnTo>
                    <a:pt x="2766287" y="1886028"/>
                  </a:lnTo>
                  <a:lnTo>
                    <a:pt x="2766405" y="1886028"/>
                  </a:lnTo>
                  <a:lnTo>
                    <a:pt x="2766405" y="1885597"/>
                  </a:lnTo>
                  <a:lnTo>
                    <a:pt x="2766405" y="1885166"/>
                  </a:lnTo>
                  <a:lnTo>
                    <a:pt x="2766522" y="1885166"/>
                  </a:lnTo>
                  <a:lnTo>
                    <a:pt x="2766640" y="1885166"/>
                  </a:lnTo>
                  <a:lnTo>
                    <a:pt x="2766640" y="1884736"/>
                  </a:lnTo>
                  <a:lnTo>
                    <a:pt x="2766757" y="1884736"/>
                  </a:lnTo>
                  <a:lnTo>
                    <a:pt x="2766757" y="1884305"/>
                  </a:lnTo>
                  <a:lnTo>
                    <a:pt x="2766875" y="1884305"/>
                  </a:lnTo>
                  <a:lnTo>
                    <a:pt x="2766993" y="1884305"/>
                  </a:lnTo>
                  <a:lnTo>
                    <a:pt x="2767110" y="1884305"/>
                  </a:lnTo>
                  <a:lnTo>
                    <a:pt x="2767228" y="1884305"/>
                  </a:lnTo>
                  <a:lnTo>
                    <a:pt x="2767346" y="1884305"/>
                  </a:lnTo>
                  <a:lnTo>
                    <a:pt x="2767346" y="1883875"/>
                  </a:lnTo>
                  <a:lnTo>
                    <a:pt x="2767463" y="1883875"/>
                  </a:lnTo>
                  <a:lnTo>
                    <a:pt x="2767463" y="1883444"/>
                  </a:lnTo>
                  <a:lnTo>
                    <a:pt x="2767581" y="1883444"/>
                  </a:lnTo>
                  <a:lnTo>
                    <a:pt x="2767698" y="1883444"/>
                  </a:lnTo>
                  <a:lnTo>
                    <a:pt x="2767816" y="1883444"/>
                  </a:lnTo>
                  <a:lnTo>
                    <a:pt x="2767934" y="1883444"/>
                  </a:lnTo>
                  <a:lnTo>
                    <a:pt x="2768051" y="1883444"/>
                  </a:lnTo>
                  <a:lnTo>
                    <a:pt x="2768169" y="1883444"/>
                  </a:lnTo>
                  <a:lnTo>
                    <a:pt x="2768286" y="1883444"/>
                  </a:lnTo>
                  <a:lnTo>
                    <a:pt x="2768286" y="1883013"/>
                  </a:lnTo>
                  <a:lnTo>
                    <a:pt x="2768286" y="1882583"/>
                  </a:lnTo>
                  <a:lnTo>
                    <a:pt x="2768404" y="1882583"/>
                  </a:lnTo>
                  <a:lnTo>
                    <a:pt x="2768522" y="1882583"/>
                  </a:lnTo>
                  <a:lnTo>
                    <a:pt x="2768639" y="1882583"/>
                  </a:lnTo>
                  <a:lnTo>
                    <a:pt x="2768639" y="1882152"/>
                  </a:lnTo>
                  <a:lnTo>
                    <a:pt x="2768639" y="1881722"/>
                  </a:lnTo>
                  <a:lnTo>
                    <a:pt x="2768757" y="1881722"/>
                  </a:lnTo>
                  <a:lnTo>
                    <a:pt x="2768875" y="1881722"/>
                  </a:lnTo>
                  <a:lnTo>
                    <a:pt x="2768992" y="1881722"/>
                  </a:lnTo>
                  <a:lnTo>
                    <a:pt x="2768992" y="1881291"/>
                  </a:lnTo>
                  <a:lnTo>
                    <a:pt x="2769110" y="1881291"/>
                  </a:lnTo>
                  <a:lnTo>
                    <a:pt x="2769227" y="1881291"/>
                  </a:lnTo>
                  <a:lnTo>
                    <a:pt x="2769345" y="1881291"/>
                  </a:lnTo>
                  <a:lnTo>
                    <a:pt x="2769463" y="1881291"/>
                  </a:lnTo>
                  <a:lnTo>
                    <a:pt x="2769580" y="1881291"/>
                  </a:lnTo>
                  <a:lnTo>
                    <a:pt x="2769698" y="1881291"/>
                  </a:lnTo>
                  <a:lnTo>
                    <a:pt x="2769815" y="1881291"/>
                  </a:lnTo>
                  <a:lnTo>
                    <a:pt x="2769933" y="1881291"/>
                  </a:lnTo>
                  <a:lnTo>
                    <a:pt x="2769933" y="1880860"/>
                  </a:lnTo>
                  <a:lnTo>
                    <a:pt x="2770051" y="1880860"/>
                  </a:lnTo>
                  <a:lnTo>
                    <a:pt x="2770168" y="1880860"/>
                  </a:lnTo>
                  <a:lnTo>
                    <a:pt x="2770286" y="1880860"/>
                  </a:lnTo>
                  <a:lnTo>
                    <a:pt x="2770404" y="1880860"/>
                  </a:lnTo>
                  <a:lnTo>
                    <a:pt x="2770521" y="1880860"/>
                  </a:lnTo>
                  <a:lnTo>
                    <a:pt x="2770521" y="1880430"/>
                  </a:lnTo>
                  <a:lnTo>
                    <a:pt x="2770639" y="1880430"/>
                  </a:lnTo>
                  <a:lnTo>
                    <a:pt x="2770639" y="1879999"/>
                  </a:lnTo>
                  <a:lnTo>
                    <a:pt x="2770756" y="1879999"/>
                  </a:lnTo>
                  <a:lnTo>
                    <a:pt x="2770874" y="1879999"/>
                  </a:lnTo>
                  <a:lnTo>
                    <a:pt x="2770992" y="1879999"/>
                  </a:lnTo>
                  <a:lnTo>
                    <a:pt x="2770992" y="1879569"/>
                  </a:lnTo>
                  <a:lnTo>
                    <a:pt x="2771109" y="1879569"/>
                  </a:lnTo>
                  <a:lnTo>
                    <a:pt x="2771227" y="1879569"/>
                  </a:lnTo>
                  <a:lnTo>
                    <a:pt x="2771344" y="1879569"/>
                  </a:lnTo>
                  <a:lnTo>
                    <a:pt x="2771462" y="1879569"/>
                  </a:lnTo>
                  <a:lnTo>
                    <a:pt x="2771580" y="1879569"/>
                  </a:lnTo>
                  <a:lnTo>
                    <a:pt x="2771697" y="1879569"/>
                  </a:lnTo>
                  <a:lnTo>
                    <a:pt x="2771697" y="1879138"/>
                  </a:lnTo>
                  <a:lnTo>
                    <a:pt x="2771697" y="1878707"/>
                  </a:lnTo>
                  <a:lnTo>
                    <a:pt x="2771815" y="1878707"/>
                  </a:lnTo>
                  <a:lnTo>
                    <a:pt x="2771932" y="1878707"/>
                  </a:lnTo>
                  <a:lnTo>
                    <a:pt x="2771932" y="1878277"/>
                  </a:lnTo>
                  <a:lnTo>
                    <a:pt x="2772050" y="1878277"/>
                  </a:lnTo>
                  <a:lnTo>
                    <a:pt x="2772050" y="1877846"/>
                  </a:lnTo>
                  <a:lnTo>
                    <a:pt x="2772168" y="1877846"/>
                  </a:lnTo>
                  <a:lnTo>
                    <a:pt x="2772285" y="1877846"/>
                  </a:lnTo>
                  <a:lnTo>
                    <a:pt x="2772403" y="1877846"/>
                  </a:lnTo>
                  <a:lnTo>
                    <a:pt x="2772521" y="1877846"/>
                  </a:lnTo>
                  <a:lnTo>
                    <a:pt x="2772638" y="1877846"/>
                  </a:lnTo>
                  <a:lnTo>
                    <a:pt x="2772638" y="1877416"/>
                  </a:lnTo>
                  <a:lnTo>
                    <a:pt x="2772756" y="1877416"/>
                  </a:lnTo>
                  <a:lnTo>
                    <a:pt x="2772873" y="1877416"/>
                  </a:lnTo>
                  <a:lnTo>
                    <a:pt x="2772873" y="1876985"/>
                  </a:lnTo>
                  <a:lnTo>
                    <a:pt x="2772991" y="1876985"/>
                  </a:lnTo>
                  <a:lnTo>
                    <a:pt x="2773109" y="1876985"/>
                  </a:lnTo>
                  <a:lnTo>
                    <a:pt x="2773226" y="1876985"/>
                  </a:lnTo>
                  <a:lnTo>
                    <a:pt x="2773344" y="1876985"/>
                  </a:lnTo>
                  <a:lnTo>
                    <a:pt x="2773344" y="1876554"/>
                  </a:lnTo>
                  <a:lnTo>
                    <a:pt x="2773461" y="1876554"/>
                  </a:lnTo>
                  <a:lnTo>
                    <a:pt x="2773579" y="1876554"/>
                  </a:lnTo>
                  <a:lnTo>
                    <a:pt x="2773579" y="1876124"/>
                  </a:lnTo>
                  <a:lnTo>
                    <a:pt x="2773697" y="1876124"/>
                  </a:lnTo>
                  <a:lnTo>
                    <a:pt x="2773814" y="1876124"/>
                  </a:lnTo>
                  <a:lnTo>
                    <a:pt x="2773932" y="1876124"/>
                  </a:lnTo>
                  <a:lnTo>
                    <a:pt x="2774050" y="1876124"/>
                  </a:lnTo>
                  <a:lnTo>
                    <a:pt x="2774050" y="1875693"/>
                  </a:lnTo>
                  <a:lnTo>
                    <a:pt x="2774167" y="1875693"/>
                  </a:lnTo>
                  <a:lnTo>
                    <a:pt x="2774285" y="1875693"/>
                  </a:lnTo>
                  <a:lnTo>
                    <a:pt x="2774285" y="1875263"/>
                  </a:lnTo>
                  <a:lnTo>
                    <a:pt x="2774285" y="1874832"/>
                  </a:lnTo>
                  <a:lnTo>
                    <a:pt x="2774285" y="1874401"/>
                  </a:lnTo>
                  <a:lnTo>
                    <a:pt x="2774402" y="1874401"/>
                  </a:lnTo>
                  <a:lnTo>
                    <a:pt x="2774520" y="1874401"/>
                  </a:lnTo>
                  <a:lnTo>
                    <a:pt x="2774520" y="1873971"/>
                  </a:lnTo>
                  <a:lnTo>
                    <a:pt x="2774638" y="1873971"/>
                  </a:lnTo>
                  <a:lnTo>
                    <a:pt x="2774755" y="1873971"/>
                  </a:lnTo>
                  <a:lnTo>
                    <a:pt x="2774873" y="1873971"/>
                  </a:lnTo>
                  <a:lnTo>
                    <a:pt x="2774990" y="1873971"/>
                  </a:lnTo>
                  <a:lnTo>
                    <a:pt x="2775108" y="1873971"/>
                  </a:lnTo>
                  <a:lnTo>
                    <a:pt x="2775226" y="1873971"/>
                  </a:lnTo>
                  <a:lnTo>
                    <a:pt x="2775343" y="1873971"/>
                  </a:lnTo>
                  <a:lnTo>
                    <a:pt x="2775461" y="1873971"/>
                  </a:lnTo>
                  <a:lnTo>
                    <a:pt x="2775579" y="1873971"/>
                  </a:lnTo>
                  <a:lnTo>
                    <a:pt x="2775696" y="1873971"/>
                  </a:lnTo>
                  <a:lnTo>
                    <a:pt x="2775814" y="1873971"/>
                  </a:lnTo>
                  <a:lnTo>
                    <a:pt x="2775931" y="1873971"/>
                  </a:lnTo>
                  <a:lnTo>
                    <a:pt x="2776049" y="1873971"/>
                  </a:lnTo>
                  <a:lnTo>
                    <a:pt x="2776167" y="1873971"/>
                  </a:lnTo>
                  <a:lnTo>
                    <a:pt x="2776167" y="1873540"/>
                  </a:lnTo>
                  <a:lnTo>
                    <a:pt x="2776284" y="1873540"/>
                  </a:lnTo>
                  <a:lnTo>
                    <a:pt x="2776402" y="1873540"/>
                  </a:lnTo>
                  <a:lnTo>
                    <a:pt x="2776519" y="1873540"/>
                  </a:lnTo>
                  <a:lnTo>
                    <a:pt x="2776637" y="1873540"/>
                  </a:lnTo>
                  <a:lnTo>
                    <a:pt x="2776755" y="1873540"/>
                  </a:lnTo>
                  <a:lnTo>
                    <a:pt x="2776872" y="1873540"/>
                  </a:lnTo>
                  <a:lnTo>
                    <a:pt x="2776990" y="1873540"/>
                  </a:lnTo>
                  <a:lnTo>
                    <a:pt x="2776990" y="1873110"/>
                  </a:lnTo>
                  <a:lnTo>
                    <a:pt x="2776990" y="1872679"/>
                  </a:lnTo>
                  <a:lnTo>
                    <a:pt x="2777108" y="1872679"/>
                  </a:lnTo>
                  <a:lnTo>
                    <a:pt x="2777225" y="1872679"/>
                  </a:lnTo>
                  <a:lnTo>
                    <a:pt x="2777343" y="1872679"/>
                  </a:lnTo>
                  <a:lnTo>
                    <a:pt x="2777460" y="1872679"/>
                  </a:lnTo>
                  <a:lnTo>
                    <a:pt x="2777578" y="1872679"/>
                  </a:lnTo>
                  <a:lnTo>
                    <a:pt x="2777696" y="1872679"/>
                  </a:lnTo>
                  <a:lnTo>
                    <a:pt x="2777813" y="1872679"/>
                  </a:lnTo>
                  <a:lnTo>
                    <a:pt x="2777931" y="1872679"/>
                  </a:lnTo>
                  <a:lnTo>
                    <a:pt x="2778048" y="1872679"/>
                  </a:lnTo>
                  <a:lnTo>
                    <a:pt x="2778166" y="1872679"/>
                  </a:lnTo>
                  <a:lnTo>
                    <a:pt x="2778166" y="1872248"/>
                  </a:lnTo>
                  <a:lnTo>
                    <a:pt x="2778284" y="1872248"/>
                  </a:lnTo>
                  <a:lnTo>
                    <a:pt x="2778401" y="1872248"/>
                  </a:lnTo>
                  <a:lnTo>
                    <a:pt x="2778519" y="1872248"/>
                  </a:lnTo>
                  <a:lnTo>
                    <a:pt x="2778637" y="1872248"/>
                  </a:lnTo>
                  <a:lnTo>
                    <a:pt x="2778754" y="1872248"/>
                  </a:lnTo>
                  <a:lnTo>
                    <a:pt x="2778872" y="1872248"/>
                  </a:lnTo>
                  <a:lnTo>
                    <a:pt x="2778989" y="1872248"/>
                  </a:lnTo>
                  <a:lnTo>
                    <a:pt x="2779107" y="1872248"/>
                  </a:lnTo>
                  <a:lnTo>
                    <a:pt x="2779225" y="1872248"/>
                  </a:lnTo>
                  <a:lnTo>
                    <a:pt x="2779342" y="1872248"/>
                  </a:lnTo>
                  <a:lnTo>
                    <a:pt x="2779460" y="1872248"/>
                  </a:lnTo>
                  <a:lnTo>
                    <a:pt x="2779577" y="1872248"/>
                  </a:lnTo>
                  <a:lnTo>
                    <a:pt x="2779695" y="1872248"/>
                  </a:lnTo>
                  <a:lnTo>
                    <a:pt x="2779695" y="1871818"/>
                  </a:lnTo>
                  <a:lnTo>
                    <a:pt x="2779813" y="1871818"/>
                  </a:lnTo>
                  <a:lnTo>
                    <a:pt x="2779930" y="1871818"/>
                  </a:lnTo>
                  <a:lnTo>
                    <a:pt x="2779930" y="1871387"/>
                  </a:lnTo>
                  <a:lnTo>
                    <a:pt x="2780048" y="1871387"/>
                  </a:lnTo>
                  <a:lnTo>
                    <a:pt x="2780048" y="1870957"/>
                  </a:lnTo>
                  <a:lnTo>
                    <a:pt x="2780165" y="1870957"/>
                  </a:lnTo>
                  <a:lnTo>
                    <a:pt x="2780283" y="1870957"/>
                  </a:lnTo>
                  <a:lnTo>
                    <a:pt x="2780401" y="1870957"/>
                  </a:lnTo>
                  <a:lnTo>
                    <a:pt x="2780401" y="1870526"/>
                  </a:lnTo>
                  <a:lnTo>
                    <a:pt x="2780518" y="1870526"/>
                  </a:lnTo>
                  <a:lnTo>
                    <a:pt x="2780636" y="1870526"/>
                  </a:lnTo>
                  <a:lnTo>
                    <a:pt x="2780636" y="1870095"/>
                  </a:lnTo>
                  <a:lnTo>
                    <a:pt x="2780754" y="1870095"/>
                  </a:lnTo>
                  <a:lnTo>
                    <a:pt x="2780871" y="1870095"/>
                  </a:lnTo>
                  <a:lnTo>
                    <a:pt x="2780989" y="1870095"/>
                  </a:lnTo>
                  <a:lnTo>
                    <a:pt x="2781106" y="1870095"/>
                  </a:lnTo>
                  <a:lnTo>
                    <a:pt x="2781224" y="1870095"/>
                  </a:lnTo>
                  <a:lnTo>
                    <a:pt x="2781342" y="1870095"/>
                  </a:lnTo>
                  <a:lnTo>
                    <a:pt x="2781342" y="1869665"/>
                  </a:lnTo>
                  <a:lnTo>
                    <a:pt x="2781459" y="1869665"/>
                  </a:lnTo>
                  <a:lnTo>
                    <a:pt x="2781577" y="1869665"/>
                  </a:lnTo>
                  <a:lnTo>
                    <a:pt x="2781694" y="1869665"/>
                  </a:lnTo>
                  <a:lnTo>
                    <a:pt x="2781812" y="1869665"/>
                  </a:lnTo>
                  <a:lnTo>
                    <a:pt x="2781812" y="1869234"/>
                  </a:lnTo>
                  <a:lnTo>
                    <a:pt x="2781812" y="1868804"/>
                  </a:lnTo>
                  <a:lnTo>
                    <a:pt x="2781930" y="1868804"/>
                  </a:lnTo>
                  <a:lnTo>
                    <a:pt x="2781930" y="1868373"/>
                  </a:lnTo>
                  <a:lnTo>
                    <a:pt x="2782047" y="1868373"/>
                  </a:lnTo>
                  <a:lnTo>
                    <a:pt x="2782047" y="1867942"/>
                  </a:lnTo>
                  <a:lnTo>
                    <a:pt x="2782165" y="1867942"/>
                  </a:lnTo>
                  <a:lnTo>
                    <a:pt x="2782283" y="1867942"/>
                  </a:lnTo>
                  <a:lnTo>
                    <a:pt x="2782400" y="1867942"/>
                  </a:lnTo>
                  <a:lnTo>
                    <a:pt x="2782518" y="1867942"/>
                  </a:lnTo>
                  <a:lnTo>
                    <a:pt x="2782518" y="1867512"/>
                  </a:lnTo>
                  <a:lnTo>
                    <a:pt x="2782635" y="1867512"/>
                  </a:lnTo>
                  <a:lnTo>
                    <a:pt x="2782753" y="1867512"/>
                  </a:lnTo>
                  <a:lnTo>
                    <a:pt x="2782871" y="1867512"/>
                  </a:lnTo>
                  <a:lnTo>
                    <a:pt x="2782871" y="1867081"/>
                  </a:lnTo>
                  <a:lnTo>
                    <a:pt x="2782988" y="1867081"/>
                  </a:lnTo>
                  <a:lnTo>
                    <a:pt x="2783106" y="1867081"/>
                  </a:lnTo>
                  <a:lnTo>
                    <a:pt x="2783223" y="1867081"/>
                  </a:lnTo>
                  <a:lnTo>
                    <a:pt x="2783223" y="1866651"/>
                  </a:lnTo>
                  <a:lnTo>
                    <a:pt x="2783341" y="1866651"/>
                  </a:lnTo>
                  <a:lnTo>
                    <a:pt x="2783459" y="1866651"/>
                  </a:lnTo>
                  <a:lnTo>
                    <a:pt x="2783576" y="1866651"/>
                  </a:lnTo>
                  <a:lnTo>
                    <a:pt x="2783694" y="1866651"/>
                  </a:lnTo>
                  <a:lnTo>
                    <a:pt x="2783812" y="1866651"/>
                  </a:lnTo>
                  <a:lnTo>
                    <a:pt x="2783929" y="1866651"/>
                  </a:lnTo>
                  <a:lnTo>
                    <a:pt x="2784047" y="1866651"/>
                  </a:lnTo>
                  <a:lnTo>
                    <a:pt x="2784164" y="1866651"/>
                  </a:lnTo>
                  <a:lnTo>
                    <a:pt x="2784164" y="1866220"/>
                  </a:lnTo>
                  <a:lnTo>
                    <a:pt x="2784282" y="1866220"/>
                  </a:lnTo>
                  <a:lnTo>
                    <a:pt x="2784400" y="1866220"/>
                  </a:lnTo>
                  <a:lnTo>
                    <a:pt x="2784517" y="1866220"/>
                  </a:lnTo>
                  <a:lnTo>
                    <a:pt x="2784517" y="1865789"/>
                  </a:lnTo>
                  <a:lnTo>
                    <a:pt x="2784635" y="1865789"/>
                  </a:lnTo>
                  <a:lnTo>
                    <a:pt x="2784635" y="1865359"/>
                  </a:lnTo>
                  <a:lnTo>
                    <a:pt x="2784752" y="1865359"/>
                  </a:lnTo>
                  <a:lnTo>
                    <a:pt x="2784870" y="1865359"/>
                  </a:lnTo>
                  <a:lnTo>
                    <a:pt x="2784988" y="1865359"/>
                  </a:lnTo>
                  <a:lnTo>
                    <a:pt x="2785105" y="1865359"/>
                  </a:lnTo>
                  <a:lnTo>
                    <a:pt x="2785223" y="1865359"/>
                  </a:lnTo>
                  <a:lnTo>
                    <a:pt x="2785341" y="1865359"/>
                  </a:lnTo>
                  <a:lnTo>
                    <a:pt x="2785341" y="1864928"/>
                  </a:lnTo>
                  <a:lnTo>
                    <a:pt x="2785458" y="1864928"/>
                  </a:lnTo>
                  <a:lnTo>
                    <a:pt x="2785576" y="1864928"/>
                  </a:lnTo>
                  <a:lnTo>
                    <a:pt x="2785576" y="1864498"/>
                  </a:lnTo>
                  <a:lnTo>
                    <a:pt x="2785693" y="1864498"/>
                  </a:lnTo>
                  <a:lnTo>
                    <a:pt x="2785811" y="1864498"/>
                  </a:lnTo>
                  <a:lnTo>
                    <a:pt x="2785929" y="1864498"/>
                  </a:lnTo>
                  <a:lnTo>
                    <a:pt x="2786046" y="1864498"/>
                  </a:lnTo>
                  <a:lnTo>
                    <a:pt x="2786164" y="1864498"/>
                  </a:lnTo>
                  <a:lnTo>
                    <a:pt x="2786281" y="1864498"/>
                  </a:lnTo>
                  <a:lnTo>
                    <a:pt x="2786399" y="1864498"/>
                  </a:lnTo>
                  <a:lnTo>
                    <a:pt x="2786517" y="1864498"/>
                  </a:lnTo>
                  <a:lnTo>
                    <a:pt x="2786634" y="1864498"/>
                  </a:lnTo>
                  <a:lnTo>
                    <a:pt x="2786752" y="1864498"/>
                  </a:lnTo>
                  <a:lnTo>
                    <a:pt x="2786870" y="1864498"/>
                  </a:lnTo>
                  <a:lnTo>
                    <a:pt x="2786987" y="1864498"/>
                  </a:lnTo>
                  <a:lnTo>
                    <a:pt x="2787105" y="1864498"/>
                  </a:lnTo>
                  <a:lnTo>
                    <a:pt x="2787222" y="1864498"/>
                  </a:lnTo>
                  <a:lnTo>
                    <a:pt x="2787340" y="1864498"/>
                  </a:lnTo>
                  <a:lnTo>
                    <a:pt x="2787458" y="1864498"/>
                  </a:lnTo>
                  <a:lnTo>
                    <a:pt x="2787458" y="1864067"/>
                  </a:lnTo>
                  <a:lnTo>
                    <a:pt x="2787575" y="1864067"/>
                  </a:lnTo>
                  <a:lnTo>
                    <a:pt x="2787693" y="1864067"/>
                  </a:lnTo>
                  <a:lnTo>
                    <a:pt x="2787810" y="1864067"/>
                  </a:lnTo>
                  <a:lnTo>
                    <a:pt x="2787810" y="1863636"/>
                  </a:lnTo>
                  <a:lnTo>
                    <a:pt x="2787928" y="1863636"/>
                  </a:lnTo>
                  <a:lnTo>
                    <a:pt x="2788046" y="1863636"/>
                  </a:lnTo>
                  <a:lnTo>
                    <a:pt x="2788163" y="1863636"/>
                  </a:lnTo>
                  <a:lnTo>
                    <a:pt x="2788281" y="1863636"/>
                  </a:lnTo>
                  <a:lnTo>
                    <a:pt x="2788398" y="1863636"/>
                  </a:lnTo>
                  <a:lnTo>
                    <a:pt x="2788516" y="1863636"/>
                  </a:lnTo>
                  <a:lnTo>
                    <a:pt x="2788634" y="1863636"/>
                  </a:lnTo>
                  <a:lnTo>
                    <a:pt x="2788751" y="1863636"/>
                  </a:lnTo>
                  <a:lnTo>
                    <a:pt x="2788869" y="1863636"/>
                  </a:lnTo>
                  <a:lnTo>
                    <a:pt x="2788987" y="1863636"/>
                  </a:lnTo>
                  <a:lnTo>
                    <a:pt x="2789104" y="1863636"/>
                  </a:lnTo>
                  <a:lnTo>
                    <a:pt x="2789222" y="1863636"/>
                  </a:lnTo>
                  <a:lnTo>
                    <a:pt x="2789339" y="1863636"/>
                  </a:lnTo>
                  <a:lnTo>
                    <a:pt x="2789457" y="1863636"/>
                  </a:lnTo>
                  <a:lnTo>
                    <a:pt x="2789457" y="1863206"/>
                  </a:lnTo>
                  <a:lnTo>
                    <a:pt x="2789575" y="1863206"/>
                  </a:lnTo>
                  <a:lnTo>
                    <a:pt x="2789692" y="1863206"/>
                  </a:lnTo>
                  <a:lnTo>
                    <a:pt x="2789810" y="1863206"/>
                  </a:lnTo>
                  <a:lnTo>
                    <a:pt x="2789810" y="1862775"/>
                  </a:lnTo>
                  <a:lnTo>
                    <a:pt x="2789927" y="1862775"/>
                  </a:lnTo>
                  <a:lnTo>
                    <a:pt x="2790045" y="1862775"/>
                  </a:lnTo>
                  <a:lnTo>
                    <a:pt x="2790163" y="1862775"/>
                  </a:lnTo>
                  <a:lnTo>
                    <a:pt x="2790280" y="1862775"/>
                  </a:lnTo>
                  <a:lnTo>
                    <a:pt x="2790398" y="1862775"/>
                  </a:lnTo>
                  <a:lnTo>
                    <a:pt x="2790516" y="1862775"/>
                  </a:lnTo>
                  <a:lnTo>
                    <a:pt x="2790633" y="1862775"/>
                  </a:lnTo>
                  <a:lnTo>
                    <a:pt x="2790751" y="1862775"/>
                  </a:lnTo>
                  <a:lnTo>
                    <a:pt x="2790868" y="1862775"/>
                  </a:lnTo>
                  <a:lnTo>
                    <a:pt x="2790986" y="1862775"/>
                  </a:lnTo>
                  <a:lnTo>
                    <a:pt x="2791104" y="1862775"/>
                  </a:lnTo>
                  <a:lnTo>
                    <a:pt x="2791221" y="1862775"/>
                  </a:lnTo>
                  <a:lnTo>
                    <a:pt x="2791339" y="1862775"/>
                  </a:lnTo>
                  <a:lnTo>
                    <a:pt x="2791456" y="1862775"/>
                  </a:lnTo>
                  <a:lnTo>
                    <a:pt x="2791574" y="1862775"/>
                  </a:lnTo>
                  <a:lnTo>
                    <a:pt x="2791692" y="1862775"/>
                  </a:lnTo>
                  <a:lnTo>
                    <a:pt x="2791809" y="1862775"/>
                  </a:lnTo>
                  <a:lnTo>
                    <a:pt x="2791927" y="1862775"/>
                  </a:lnTo>
                  <a:lnTo>
                    <a:pt x="2792045" y="1862775"/>
                  </a:lnTo>
                  <a:lnTo>
                    <a:pt x="2792045" y="1862345"/>
                  </a:lnTo>
                  <a:lnTo>
                    <a:pt x="2792162" y="1862345"/>
                  </a:lnTo>
                  <a:lnTo>
                    <a:pt x="2792280" y="1862345"/>
                  </a:lnTo>
                  <a:lnTo>
                    <a:pt x="2792397" y="1862345"/>
                  </a:lnTo>
                  <a:lnTo>
                    <a:pt x="2792515" y="1862345"/>
                  </a:lnTo>
                  <a:lnTo>
                    <a:pt x="2792633" y="1862345"/>
                  </a:lnTo>
                  <a:lnTo>
                    <a:pt x="2792750" y="1862345"/>
                  </a:lnTo>
                  <a:lnTo>
                    <a:pt x="2792868" y="1862345"/>
                  </a:lnTo>
                  <a:lnTo>
                    <a:pt x="2792985" y="1862345"/>
                  </a:lnTo>
                  <a:lnTo>
                    <a:pt x="2793103" y="1862345"/>
                  </a:lnTo>
                  <a:lnTo>
                    <a:pt x="2793221" y="1862345"/>
                  </a:lnTo>
                  <a:lnTo>
                    <a:pt x="2793221" y="1861914"/>
                  </a:lnTo>
                  <a:lnTo>
                    <a:pt x="2793338" y="1861914"/>
                  </a:lnTo>
                  <a:lnTo>
                    <a:pt x="2793456" y="1861914"/>
                  </a:lnTo>
                  <a:lnTo>
                    <a:pt x="2793456" y="1861483"/>
                  </a:lnTo>
                  <a:lnTo>
                    <a:pt x="2793574" y="1861483"/>
                  </a:lnTo>
                  <a:lnTo>
                    <a:pt x="2793691" y="1861483"/>
                  </a:lnTo>
                  <a:lnTo>
                    <a:pt x="2793809" y="1861483"/>
                  </a:lnTo>
                  <a:lnTo>
                    <a:pt x="2793926" y="1861483"/>
                  </a:lnTo>
                  <a:lnTo>
                    <a:pt x="2794044" y="1861483"/>
                  </a:lnTo>
                  <a:lnTo>
                    <a:pt x="2794162" y="1861483"/>
                  </a:lnTo>
                  <a:lnTo>
                    <a:pt x="2794162" y="1861053"/>
                  </a:lnTo>
                  <a:lnTo>
                    <a:pt x="2794162" y="1860622"/>
                  </a:lnTo>
                  <a:lnTo>
                    <a:pt x="2794279" y="1860622"/>
                  </a:lnTo>
                  <a:lnTo>
                    <a:pt x="2794397" y="1860622"/>
                  </a:lnTo>
                  <a:lnTo>
                    <a:pt x="2794397" y="1860192"/>
                  </a:lnTo>
                  <a:lnTo>
                    <a:pt x="2794514" y="1860192"/>
                  </a:lnTo>
                  <a:lnTo>
                    <a:pt x="2794514" y="1859761"/>
                  </a:lnTo>
                  <a:lnTo>
                    <a:pt x="2794632" y="1859761"/>
                  </a:lnTo>
                  <a:lnTo>
                    <a:pt x="2794750" y="1859761"/>
                  </a:lnTo>
                  <a:lnTo>
                    <a:pt x="2794750" y="1859330"/>
                  </a:lnTo>
                  <a:lnTo>
                    <a:pt x="2794750" y="1858900"/>
                  </a:lnTo>
                  <a:lnTo>
                    <a:pt x="2794867" y="1858900"/>
                  </a:lnTo>
                  <a:lnTo>
                    <a:pt x="2794985" y="1858900"/>
                  </a:lnTo>
                  <a:lnTo>
                    <a:pt x="2795103" y="1858900"/>
                  </a:lnTo>
                  <a:lnTo>
                    <a:pt x="2795220" y="1858900"/>
                  </a:lnTo>
                  <a:lnTo>
                    <a:pt x="2795220" y="1858469"/>
                  </a:lnTo>
                  <a:lnTo>
                    <a:pt x="2795338" y="1858469"/>
                  </a:lnTo>
                  <a:lnTo>
                    <a:pt x="2795338" y="1858039"/>
                  </a:lnTo>
                  <a:lnTo>
                    <a:pt x="2795338" y="1857608"/>
                  </a:lnTo>
                  <a:lnTo>
                    <a:pt x="2795338" y="1857177"/>
                  </a:lnTo>
                  <a:lnTo>
                    <a:pt x="2795455" y="1857177"/>
                  </a:lnTo>
                  <a:lnTo>
                    <a:pt x="2795573" y="1857177"/>
                  </a:lnTo>
                  <a:lnTo>
                    <a:pt x="2795691" y="1857177"/>
                  </a:lnTo>
                  <a:lnTo>
                    <a:pt x="2795808" y="1857177"/>
                  </a:lnTo>
                  <a:lnTo>
                    <a:pt x="2795926" y="1857177"/>
                  </a:lnTo>
                  <a:lnTo>
                    <a:pt x="2796043" y="1857177"/>
                  </a:lnTo>
                  <a:lnTo>
                    <a:pt x="2796161" y="1857177"/>
                  </a:lnTo>
                  <a:lnTo>
                    <a:pt x="2796279" y="1857177"/>
                  </a:lnTo>
                  <a:lnTo>
                    <a:pt x="2796396" y="1857177"/>
                  </a:lnTo>
                  <a:lnTo>
                    <a:pt x="2796514" y="1857177"/>
                  </a:lnTo>
                  <a:lnTo>
                    <a:pt x="2796631" y="1857177"/>
                  </a:lnTo>
                  <a:lnTo>
                    <a:pt x="2796749" y="1857177"/>
                  </a:lnTo>
                  <a:lnTo>
                    <a:pt x="2796867" y="1857177"/>
                  </a:lnTo>
                  <a:lnTo>
                    <a:pt x="2796984" y="1857177"/>
                  </a:lnTo>
                  <a:lnTo>
                    <a:pt x="2797102" y="1857177"/>
                  </a:lnTo>
                  <a:lnTo>
                    <a:pt x="2797220" y="1857177"/>
                  </a:lnTo>
                  <a:lnTo>
                    <a:pt x="2797337" y="1857177"/>
                  </a:lnTo>
                  <a:lnTo>
                    <a:pt x="2797455" y="1857177"/>
                  </a:lnTo>
                  <a:lnTo>
                    <a:pt x="2797455" y="1856747"/>
                  </a:lnTo>
                  <a:lnTo>
                    <a:pt x="2797455" y="1856316"/>
                  </a:lnTo>
                  <a:lnTo>
                    <a:pt x="2797455" y="1855886"/>
                  </a:lnTo>
                  <a:lnTo>
                    <a:pt x="2797572" y="1855886"/>
                  </a:lnTo>
                  <a:lnTo>
                    <a:pt x="2797690" y="1855886"/>
                  </a:lnTo>
                  <a:lnTo>
                    <a:pt x="2797808" y="1855886"/>
                  </a:lnTo>
                  <a:lnTo>
                    <a:pt x="2797925" y="1855886"/>
                  </a:lnTo>
                  <a:lnTo>
                    <a:pt x="2798043" y="1855886"/>
                  </a:lnTo>
                  <a:lnTo>
                    <a:pt x="2798043" y="1855455"/>
                  </a:lnTo>
                  <a:lnTo>
                    <a:pt x="2798160" y="1855455"/>
                  </a:lnTo>
                  <a:lnTo>
                    <a:pt x="2798160" y="1855024"/>
                  </a:lnTo>
                  <a:lnTo>
                    <a:pt x="2798160" y="1854594"/>
                  </a:lnTo>
                  <a:lnTo>
                    <a:pt x="2798160" y="1854163"/>
                  </a:lnTo>
                  <a:lnTo>
                    <a:pt x="2798278" y="1854163"/>
                  </a:lnTo>
                  <a:lnTo>
                    <a:pt x="2798278" y="1853733"/>
                  </a:lnTo>
                  <a:lnTo>
                    <a:pt x="2798278" y="1853302"/>
                  </a:lnTo>
                  <a:lnTo>
                    <a:pt x="2798396" y="1853302"/>
                  </a:lnTo>
                  <a:lnTo>
                    <a:pt x="2798513" y="1853302"/>
                  </a:lnTo>
                  <a:lnTo>
                    <a:pt x="2798631" y="1853302"/>
                  </a:lnTo>
                  <a:lnTo>
                    <a:pt x="2798631" y="1852871"/>
                  </a:lnTo>
                  <a:lnTo>
                    <a:pt x="2798749" y="1852871"/>
                  </a:lnTo>
                  <a:lnTo>
                    <a:pt x="2798749" y="1852441"/>
                  </a:lnTo>
                  <a:lnTo>
                    <a:pt x="2798866" y="1852441"/>
                  </a:lnTo>
                  <a:lnTo>
                    <a:pt x="2798866" y="1852010"/>
                  </a:lnTo>
                  <a:lnTo>
                    <a:pt x="2798984" y="1852010"/>
                  </a:lnTo>
                  <a:lnTo>
                    <a:pt x="2799101" y="1852010"/>
                  </a:lnTo>
                  <a:lnTo>
                    <a:pt x="2799219" y="1852010"/>
                  </a:lnTo>
                  <a:lnTo>
                    <a:pt x="2799337" y="1852010"/>
                  </a:lnTo>
                  <a:lnTo>
                    <a:pt x="2799454" y="1852010"/>
                  </a:lnTo>
                  <a:lnTo>
                    <a:pt x="2799572" y="1852010"/>
                  </a:lnTo>
                  <a:lnTo>
                    <a:pt x="2799689" y="1852010"/>
                  </a:lnTo>
                  <a:lnTo>
                    <a:pt x="2799689" y="1851580"/>
                  </a:lnTo>
                  <a:lnTo>
                    <a:pt x="2799807" y="1851580"/>
                  </a:lnTo>
                  <a:lnTo>
                    <a:pt x="2799925" y="1851580"/>
                  </a:lnTo>
                  <a:lnTo>
                    <a:pt x="2799925" y="1851149"/>
                  </a:lnTo>
                  <a:lnTo>
                    <a:pt x="2799925" y="1850718"/>
                  </a:lnTo>
                  <a:lnTo>
                    <a:pt x="2800042" y="1850718"/>
                  </a:lnTo>
                  <a:lnTo>
                    <a:pt x="2800160" y="1850718"/>
                  </a:lnTo>
                  <a:lnTo>
                    <a:pt x="2800278" y="1850718"/>
                  </a:lnTo>
                  <a:lnTo>
                    <a:pt x="2800278" y="1850288"/>
                  </a:lnTo>
                  <a:lnTo>
                    <a:pt x="2800395" y="1850288"/>
                  </a:lnTo>
                  <a:lnTo>
                    <a:pt x="2800513" y="1850288"/>
                  </a:lnTo>
                  <a:lnTo>
                    <a:pt x="2800630" y="1850288"/>
                  </a:lnTo>
                  <a:lnTo>
                    <a:pt x="2800748" y="1850288"/>
                  </a:lnTo>
                  <a:lnTo>
                    <a:pt x="2800866" y="1850288"/>
                  </a:lnTo>
                  <a:lnTo>
                    <a:pt x="2800983" y="1850288"/>
                  </a:lnTo>
                  <a:lnTo>
                    <a:pt x="2801101" y="1850288"/>
                  </a:lnTo>
                  <a:lnTo>
                    <a:pt x="2801218" y="1850288"/>
                  </a:lnTo>
                  <a:lnTo>
                    <a:pt x="2801336" y="1850288"/>
                  </a:lnTo>
                  <a:lnTo>
                    <a:pt x="2801454" y="1850288"/>
                  </a:lnTo>
                  <a:lnTo>
                    <a:pt x="2801571" y="1850288"/>
                  </a:lnTo>
                  <a:lnTo>
                    <a:pt x="2801689" y="1850288"/>
                  </a:lnTo>
                  <a:lnTo>
                    <a:pt x="2801807" y="1850288"/>
                  </a:lnTo>
                  <a:lnTo>
                    <a:pt x="2801924" y="1850288"/>
                  </a:lnTo>
                  <a:lnTo>
                    <a:pt x="2801924" y="1849857"/>
                  </a:lnTo>
                  <a:lnTo>
                    <a:pt x="2801924" y="1849427"/>
                  </a:lnTo>
                  <a:lnTo>
                    <a:pt x="2802042" y="1849427"/>
                  </a:lnTo>
                  <a:lnTo>
                    <a:pt x="2802042" y="1848996"/>
                  </a:lnTo>
                  <a:lnTo>
                    <a:pt x="2802159" y="1848996"/>
                  </a:lnTo>
                  <a:lnTo>
                    <a:pt x="2802277" y="1848996"/>
                  </a:lnTo>
                  <a:lnTo>
                    <a:pt x="2802277" y="1848565"/>
                  </a:lnTo>
                  <a:lnTo>
                    <a:pt x="2802395" y="1848565"/>
                  </a:lnTo>
                  <a:lnTo>
                    <a:pt x="2802512" y="1848565"/>
                  </a:lnTo>
                  <a:lnTo>
                    <a:pt x="2802512" y="1848135"/>
                  </a:lnTo>
                  <a:lnTo>
                    <a:pt x="2802630" y="1848135"/>
                  </a:lnTo>
                  <a:lnTo>
                    <a:pt x="2802747" y="1848135"/>
                  </a:lnTo>
                  <a:lnTo>
                    <a:pt x="2802865" y="1848135"/>
                  </a:lnTo>
                  <a:lnTo>
                    <a:pt x="2802983" y="1848135"/>
                  </a:lnTo>
                  <a:lnTo>
                    <a:pt x="2803100" y="1848135"/>
                  </a:lnTo>
                  <a:lnTo>
                    <a:pt x="2803218" y="1848135"/>
                  </a:lnTo>
                  <a:lnTo>
                    <a:pt x="2803336" y="1848135"/>
                  </a:lnTo>
                  <a:lnTo>
                    <a:pt x="2803453" y="1848135"/>
                  </a:lnTo>
                  <a:lnTo>
                    <a:pt x="2803571" y="1848135"/>
                  </a:lnTo>
                  <a:lnTo>
                    <a:pt x="2803688" y="1848135"/>
                  </a:lnTo>
                  <a:lnTo>
                    <a:pt x="2803806" y="1848135"/>
                  </a:lnTo>
                  <a:lnTo>
                    <a:pt x="2803924" y="1848135"/>
                  </a:lnTo>
                  <a:lnTo>
                    <a:pt x="2803924" y="1847704"/>
                  </a:lnTo>
                  <a:lnTo>
                    <a:pt x="2804041" y="1847704"/>
                  </a:lnTo>
                  <a:lnTo>
                    <a:pt x="2804159" y="1847704"/>
                  </a:lnTo>
                  <a:lnTo>
                    <a:pt x="2804159" y="1847274"/>
                  </a:lnTo>
                  <a:lnTo>
                    <a:pt x="2804276" y="1847274"/>
                  </a:lnTo>
                  <a:lnTo>
                    <a:pt x="2804394" y="1847274"/>
                  </a:lnTo>
                  <a:lnTo>
                    <a:pt x="2804512" y="1847274"/>
                  </a:lnTo>
                  <a:lnTo>
                    <a:pt x="2804629" y="1847274"/>
                  </a:lnTo>
                  <a:lnTo>
                    <a:pt x="2804747" y="1847274"/>
                  </a:lnTo>
                  <a:lnTo>
                    <a:pt x="2804864" y="1847274"/>
                  </a:lnTo>
                  <a:lnTo>
                    <a:pt x="2804982" y="1847274"/>
                  </a:lnTo>
                  <a:lnTo>
                    <a:pt x="2805100" y="1847274"/>
                  </a:lnTo>
                  <a:lnTo>
                    <a:pt x="2805217" y="1847274"/>
                  </a:lnTo>
                  <a:lnTo>
                    <a:pt x="2805335" y="1847274"/>
                  </a:lnTo>
                  <a:lnTo>
                    <a:pt x="2805335" y="1846843"/>
                  </a:lnTo>
                  <a:lnTo>
                    <a:pt x="2805335" y="1846412"/>
                  </a:lnTo>
                  <a:lnTo>
                    <a:pt x="2805453" y="1846412"/>
                  </a:lnTo>
                  <a:lnTo>
                    <a:pt x="2805570" y="1846412"/>
                  </a:lnTo>
                  <a:lnTo>
                    <a:pt x="2805688" y="1846412"/>
                  </a:lnTo>
                  <a:lnTo>
                    <a:pt x="2805805" y="1846412"/>
                  </a:lnTo>
                  <a:lnTo>
                    <a:pt x="2805923" y="1846412"/>
                  </a:lnTo>
                  <a:lnTo>
                    <a:pt x="2806041" y="1846412"/>
                  </a:lnTo>
                  <a:lnTo>
                    <a:pt x="2806158" y="1846412"/>
                  </a:lnTo>
                  <a:lnTo>
                    <a:pt x="2806276" y="1846412"/>
                  </a:lnTo>
                  <a:lnTo>
                    <a:pt x="2806393" y="1846412"/>
                  </a:lnTo>
                  <a:lnTo>
                    <a:pt x="2806511" y="1846412"/>
                  </a:lnTo>
                  <a:lnTo>
                    <a:pt x="2806511" y="1845982"/>
                  </a:lnTo>
                  <a:lnTo>
                    <a:pt x="2806629" y="1845982"/>
                  </a:lnTo>
                  <a:lnTo>
                    <a:pt x="2806746" y="1845982"/>
                  </a:lnTo>
                  <a:lnTo>
                    <a:pt x="2806864" y="1845982"/>
                  </a:lnTo>
                  <a:lnTo>
                    <a:pt x="2806982" y="1845982"/>
                  </a:lnTo>
                  <a:lnTo>
                    <a:pt x="2807099" y="1845982"/>
                  </a:lnTo>
                  <a:lnTo>
                    <a:pt x="2807217" y="1845982"/>
                  </a:lnTo>
                  <a:lnTo>
                    <a:pt x="2807334" y="1845982"/>
                  </a:lnTo>
                  <a:lnTo>
                    <a:pt x="2807452" y="1845982"/>
                  </a:lnTo>
                  <a:lnTo>
                    <a:pt x="2807570" y="1845982"/>
                  </a:lnTo>
                  <a:lnTo>
                    <a:pt x="2807687" y="1845982"/>
                  </a:lnTo>
                  <a:lnTo>
                    <a:pt x="2807687" y="1845551"/>
                  </a:lnTo>
                  <a:lnTo>
                    <a:pt x="2807805" y="1845551"/>
                  </a:lnTo>
                  <a:lnTo>
                    <a:pt x="2807922" y="1845551"/>
                  </a:lnTo>
                  <a:lnTo>
                    <a:pt x="2808040" y="1845551"/>
                  </a:lnTo>
                  <a:lnTo>
                    <a:pt x="2808158" y="1845551"/>
                  </a:lnTo>
                  <a:lnTo>
                    <a:pt x="2808275" y="1845551"/>
                  </a:lnTo>
                  <a:lnTo>
                    <a:pt x="2808393" y="1845551"/>
                  </a:lnTo>
                  <a:lnTo>
                    <a:pt x="2808511" y="1845551"/>
                  </a:lnTo>
                  <a:lnTo>
                    <a:pt x="2808628" y="1845551"/>
                  </a:lnTo>
                  <a:lnTo>
                    <a:pt x="2808746" y="1845551"/>
                  </a:lnTo>
                  <a:lnTo>
                    <a:pt x="2808863" y="1845551"/>
                  </a:lnTo>
                  <a:lnTo>
                    <a:pt x="2808981" y="1845551"/>
                  </a:lnTo>
                  <a:lnTo>
                    <a:pt x="2809099" y="1845551"/>
                  </a:lnTo>
                  <a:lnTo>
                    <a:pt x="2809099" y="1845121"/>
                  </a:lnTo>
                  <a:lnTo>
                    <a:pt x="2809216" y="1845121"/>
                  </a:lnTo>
                  <a:lnTo>
                    <a:pt x="2809334" y="1845121"/>
                  </a:lnTo>
                  <a:lnTo>
                    <a:pt x="2809451" y="1845121"/>
                  </a:lnTo>
                  <a:lnTo>
                    <a:pt x="2809569" y="1845121"/>
                  </a:lnTo>
                  <a:lnTo>
                    <a:pt x="2809569" y="1844690"/>
                  </a:lnTo>
                  <a:lnTo>
                    <a:pt x="2809569" y="1844259"/>
                  </a:lnTo>
                  <a:lnTo>
                    <a:pt x="2809687" y="1844259"/>
                  </a:lnTo>
                  <a:lnTo>
                    <a:pt x="2809804" y="1844259"/>
                  </a:lnTo>
                  <a:lnTo>
                    <a:pt x="2809922" y="1844259"/>
                  </a:lnTo>
                  <a:lnTo>
                    <a:pt x="2810040" y="1844259"/>
                  </a:lnTo>
                  <a:lnTo>
                    <a:pt x="2810157" y="1844259"/>
                  </a:lnTo>
                  <a:lnTo>
                    <a:pt x="2810275" y="1844259"/>
                  </a:lnTo>
                  <a:lnTo>
                    <a:pt x="2810275" y="1843829"/>
                  </a:lnTo>
                  <a:lnTo>
                    <a:pt x="2810392" y="1843829"/>
                  </a:lnTo>
                  <a:lnTo>
                    <a:pt x="2810510" y="1843829"/>
                  </a:lnTo>
                  <a:lnTo>
                    <a:pt x="2810628" y="1843829"/>
                  </a:lnTo>
                  <a:lnTo>
                    <a:pt x="2810745" y="1843829"/>
                  </a:lnTo>
                  <a:lnTo>
                    <a:pt x="2810745" y="1843398"/>
                  </a:lnTo>
                  <a:lnTo>
                    <a:pt x="2810863" y="1843398"/>
                  </a:lnTo>
                  <a:lnTo>
                    <a:pt x="2810863" y="1842968"/>
                  </a:lnTo>
                  <a:lnTo>
                    <a:pt x="2810980" y="1842968"/>
                  </a:lnTo>
                  <a:lnTo>
                    <a:pt x="2810980" y="1842537"/>
                  </a:lnTo>
                  <a:lnTo>
                    <a:pt x="2811098" y="1842537"/>
                  </a:lnTo>
                  <a:lnTo>
                    <a:pt x="2811216" y="1842537"/>
                  </a:lnTo>
                  <a:lnTo>
                    <a:pt x="2811216" y="1842106"/>
                  </a:lnTo>
                  <a:lnTo>
                    <a:pt x="2811333" y="1842106"/>
                  </a:lnTo>
                  <a:lnTo>
                    <a:pt x="2811333" y="1841676"/>
                  </a:lnTo>
                  <a:lnTo>
                    <a:pt x="2811451" y="1841676"/>
                  </a:lnTo>
                  <a:lnTo>
                    <a:pt x="2811569" y="1841676"/>
                  </a:lnTo>
                  <a:lnTo>
                    <a:pt x="2811569" y="1841245"/>
                  </a:lnTo>
                  <a:lnTo>
                    <a:pt x="2811686" y="1841245"/>
                  </a:lnTo>
                  <a:lnTo>
                    <a:pt x="2811804" y="1841245"/>
                  </a:lnTo>
                  <a:lnTo>
                    <a:pt x="2811921" y="1841245"/>
                  </a:lnTo>
                  <a:lnTo>
                    <a:pt x="2812039" y="1841245"/>
                  </a:lnTo>
                  <a:lnTo>
                    <a:pt x="2812157" y="1841245"/>
                  </a:lnTo>
                  <a:lnTo>
                    <a:pt x="2812274" y="1841245"/>
                  </a:lnTo>
                  <a:lnTo>
                    <a:pt x="2812274" y="1840815"/>
                  </a:lnTo>
                  <a:lnTo>
                    <a:pt x="2812392" y="1840815"/>
                  </a:lnTo>
                  <a:lnTo>
                    <a:pt x="2812509" y="1840815"/>
                  </a:lnTo>
                  <a:lnTo>
                    <a:pt x="2812627" y="1840815"/>
                  </a:lnTo>
                  <a:lnTo>
                    <a:pt x="2812745" y="1840815"/>
                  </a:lnTo>
                  <a:lnTo>
                    <a:pt x="2812862" y="1840815"/>
                  </a:lnTo>
                  <a:lnTo>
                    <a:pt x="2812980" y="1840815"/>
                  </a:lnTo>
                  <a:lnTo>
                    <a:pt x="2812980" y="1840384"/>
                  </a:lnTo>
                  <a:lnTo>
                    <a:pt x="2813097" y="1840384"/>
                  </a:lnTo>
                  <a:lnTo>
                    <a:pt x="2813215" y="1840384"/>
                  </a:lnTo>
                  <a:lnTo>
                    <a:pt x="2813333" y="1840384"/>
                  </a:lnTo>
                  <a:lnTo>
                    <a:pt x="2813450" y="1840384"/>
                  </a:lnTo>
                  <a:lnTo>
                    <a:pt x="2813568" y="1840384"/>
                  </a:lnTo>
                  <a:lnTo>
                    <a:pt x="2813686" y="1840384"/>
                  </a:lnTo>
                  <a:lnTo>
                    <a:pt x="2813803" y="1840384"/>
                  </a:lnTo>
                  <a:lnTo>
                    <a:pt x="2813921" y="1840384"/>
                  </a:lnTo>
                  <a:lnTo>
                    <a:pt x="2814038" y="1840384"/>
                  </a:lnTo>
                  <a:lnTo>
                    <a:pt x="2814038" y="1839953"/>
                  </a:lnTo>
                  <a:lnTo>
                    <a:pt x="2814156" y="1839953"/>
                  </a:lnTo>
                  <a:lnTo>
                    <a:pt x="2814274" y="1839953"/>
                  </a:lnTo>
                  <a:lnTo>
                    <a:pt x="2814274" y="1839523"/>
                  </a:lnTo>
                  <a:lnTo>
                    <a:pt x="2814391" y="1839523"/>
                  </a:lnTo>
                  <a:lnTo>
                    <a:pt x="2814509" y="1839523"/>
                  </a:lnTo>
                  <a:lnTo>
                    <a:pt x="2814626" y="1839523"/>
                  </a:lnTo>
                  <a:lnTo>
                    <a:pt x="2814744" y="1839523"/>
                  </a:lnTo>
                  <a:lnTo>
                    <a:pt x="2814862" y="1839523"/>
                  </a:lnTo>
                  <a:lnTo>
                    <a:pt x="2814979" y="1839523"/>
                  </a:lnTo>
                  <a:lnTo>
                    <a:pt x="2814979" y="1839092"/>
                  </a:lnTo>
                  <a:lnTo>
                    <a:pt x="2815097" y="1839092"/>
                  </a:lnTo>
                  <a:lnTo>
                    <a:pt x="2815215" y="1839092"/>
                  </a:lnTo>
                  <a:lnTo>
                    <a:pt x="2815332" y="1839092"/>
                  </a:lnTo>
                  <a:lnTo>
                    <a:pt x="2815450" y="1839092"/>
                  </a:lnTo>
                  <a:lnTo>
                    <a:pt x="2815450" y="1838662"/>
                  </a:lnTo>
                  <a:lnTo>
                    <a:pt x="2815567" y="1838662"/>
                  </a:lnTo>
                  <a:lnTo>
                    <a:pt x="2815685" y="1838662"/>
                  </a:lnTo>
                  <a:lnTo>
                    <a:pt x="2815803" y="1838662"/>
                  </a:lnTo>
                  <a:lnTo>
                    <a:pt x="2815803" y="1838231"/>
                  </a:lnTo>
                  <a:lnTo>
                    <a:pt x="2815920" y="1838231"/>
                  </a:lnTo>
                  <a:lnTo>
                    <a:pt x="2816038" y="1838231"/>
                  </a:lnTo>
                  <a:lnTo>
                    <a:pt x="2816155" y="1838231"/>
                  </a:lnTo>
                  <a:lnTo>
                    <a:pt x="2816273" y="1838231"/>
                  </a:lnTo>
                  <a:lnTo>
                    <a:pt x="2816391" y="1838231"/>
                  </a:lnTo>
                  <a:lnTo>
                    <a:pt x="2816508" y="1838231"/>
                  </a:lnTo>
                  <a:lnTo>
                    <a:pt x="2816508" y="1837800"/>
                  </a:lnTo>
                  <a:lnTo>
                    <a:pt x="2816626" y="1837800"/>
                  </a:lnTo>
                  <a:lnTo>
                    <a:pt x="2816744" y="1837800"/>
                  </a:lnTo>
                  <a:lnTo>
                    <a:pt x="2816861" y="1837800"/>
                  </a:lnTo>
                  <a:lnTo>
                    <a:pt x="2816979" y="1837800"/>
                  </a:lnTo>
                  <a:lnTo>
                    <a:pt x="2817096" y="1837800"/>
                  </a:lnTo>
                  <a:lnTo>
                    <a:pt x="2817096" y="1837370"/>
                  </a:lnTo>
                  <a:lnTo>
                    <a:pt x="2817214" y="1837370"/>
                  </a:lnTo>
                  <a:lnTo>
                    <a:pt x="2817214" y="1836939"/>
                  </a:lnTo>
                  <a:lnTo>
                    <a:pt x="2817214" y="1836509"/>
                  </a:lnTo>
                  <a:lnTo>
                    <a:pt x="2817332" y="1836509"/>
                  </a:lnTo>
                  <a:lnTo>
                    <a:pt x="2817449" y="1836509"/>
                  </a:lnTo>
                  <a:lnTo>
                    <a:pt x="2817449" y="1836078"/>
                  </a:lnTo>
                  <a:lnTo>
                    <a:pt x="2817449" y="1835647"/>
                  </a:lnTo>
                  <a:lnTo>
                    <a:pt x="2817567" y="1835647"/>
                  </a:lnTo>
                  <a:lnTo>
                    <a:pt x="2817684" y="1835647"/>
                  </a:lnTo>
                  <a:lnTo>
                    <a:pt x="2817684" y="1835217"/>
                  </a:lnTo>
                  <a:lnTo>
                    <a:pt x="2817802" y="1835217"/>
                  </a:lnTo>
                  <a:lnTo>
                    <a:pt x="2817920" y="1835217"/>
                  </a:lnTo>
                  <a:lnTo>
                    <a:pt x="2818037" y="1835217"/>
                  </a:lnTo>
                  <a:lnTo>
                    <a:pt x="2818155" y="1835217"/>
                  </a:lnTo>
                  <a:lnTo>
                    <a:pt x="2818273" y="1835217"/>
                  </a:lnTo>
                  <a:lnTo>
                    <a:pt x="2818390" y="1835217"/>
                  </a:lnTo>
                  <a:lnTo>
                    <a:pt x="2818508" y="1835217"/>
                  </a:lnTo>
                  <a:lnTo>
                    <a:pt x="2818625" y="1835217"/>
                  </a:lnTo>
                  <a:lnTo>
                    <a:pt x="2818743" y="1835217"/>
                  </a:lnTo>
                  <a:lnTo>
                    <a:pt x="2818743" y="1834786"/>
                  </a:lnTo>
                  <a:lnTo>
                    <a:pt x="2818861" y="1834786"/>
                  </a:lnTo>
                  <a:lnTo>
                    <a:pt x="2818978" y="1834786"/>
                  </a:lnTo>
                  <a:lnTo>
                    <a:pt x="2819096" y="1834786"/>
                  </a:lnTo>
                  <a:lnTo>
                    <a:pt x="2819213" y="1834786"/>
                  </a:lnTo>
                  <a:lnTo>
                    <a:pt x="2819331" y="1834786"/>
                  </a:lnTo>
                  <a:lnTo>
                    <a:pt x="2819449" y="1834786"/>
                  </a:lnTo>
                  <a:lnTo>
                    <a:pt x="2819449" y="1834356"/>
                  </a:lnTo>
                  <a:lnTo>
                    <a:pt x="2819566" y="1834356"/>
                  </a:lnTo>
                  <a:lnTo>
                    <a:pt x="2819566" y="1833925"/>
                  </a:lnTo>
                  <a:lnTo>
                    <a:pt x="2819684" y="1833925"/>
                  </a:lnTo>
                  <a:lnTo>
                    <a:pt x="2819802" y="1833925"/>
                  </a:lnTo>
                  <a:lnTo>
                    <a:pt x="2819919" y="1833925"/>
                  </a:lnTo>
                  <a:lnTo>
                    <a:pt x="2820037" y="1833925"/>
                  </a:lnTo>
                  <a:lnTo>
                    <a:pt x="2820154" y="1833925"/>
                  </a:lnTo>
                  <a:lnTo>
                    <a:pt x="2820272" y="1833925"/>
                  </a:lnTo>
                  <a:lnTo>
                    <a:pt x="2820390" y="1833925"/>
                  </a:lnTo>
                  <a:lnTo>
                    <a:pt x="2820507" y="1833925"/>
                  </a:lnTo>
                  <a:lnTo>
                    <a:pt x="2820507" y="1833494"/>
                  </a:lnTo>
                  <a:lnTo>
                    <a:pt x="2820625" y="1833494"/>
                  </a:lnTo>
                  <a:lnTo>
                    <a:pt x="2820742" y="1833494"/>
                  </a:lnTo>
                  <a:lnTo>
                    <a:pt x="2820860" y="1833494"/>
                  </a:lnTo>
                  <a:lnTo>
                    <a:pt x="2820978" y="1833494"/>
                  </a:lnTo>
                  <a:lnTo>
                    <a:pt x="2821095" y="1833494"/>
                  </a:lnTo>
                  <a:lnTo>
                    <a:pt x="2821213" y="1833494"/>
                  </a:lnTo>
                  <a:lnTo>
                    <a:pt x="2821213" y="1833064"/>
                  </a:lnTo>
                  <a:lnTo>
                    <a:pt x="2821330" y="1833064"/>
                  </a:lnTo>
                  <a:lnTo>
                    <a:pt x="2821448" y="1833064"/>
                  </a:lnTo>
                  <a:lnTo>
                    <a:pt x="2821566" y="1833064"/>
                  </a:lnTo>
                  <a:lnTo>
                    <a:pt x="2821566" y="1832633"/>
                  </a:lnTo>
                  <a:lnTo>
                    <a:pt x="2821566" y="1832203"/>
                  </a:lnTo>
                  <a:lnTo>
                    <a:pt x="2821683" y="1832203"/>
                  </a:lnTo>
                  <a:lnTo>
                    <a:pt x="2821683" y="1831772"/>
                  </a:lnTo>
                  <a:lnTo>
                    <a:pt x="2821683" y="1831341"/>
                  </a:lnTo>
                  <a:lnTo>
                    <a:pt x="2821801" y="1831341"/>
                  </a:lnTo>
                  <a:lnTo>
                    <a:pt x="2821801" y="1830911"/>
                  </a:lnTo>
                  <a:lnTo>
                    <a:pt x="2821801" y="1830480"/>
                  </a:lnTo>
                  <a:lnTo>
                    <a:pt x="2821801" y="1830050"/>
                  </a:lnTo>
                  <a:lnTo>
                    <a:pt x="2821919" y="1830050"/>
                  </a:lnTo>
                  <a:lnTo>
                    <a:pt x="2822036" y="1830050"/>
                  </a:lnTo>
                  <a:lnTo>
                    <a:pt x="2822154" y="1830050"/>
                  </a:lnTo>
                  <a:lnTo>
                    <a:pt x="2822271" y="1830050"/>
                  </a:lnTo>
                  <a:lnTo>
                    <a:pt x="2822389" y="1830050"/>
                  </a:lnTo>
                  <a:lnTo>
                    <a:pt x="2822507" y="1830050"/>
                  </a:lnTo>
                  <a:lnTo>
                    <a:pt x="2822624" y="1830050"/>
                  </a:lnTo>
                  <a:lnTo>
                    <a:pt x="2822742" y="1830050"/>
                  </a:lnTo>
                  <a:lnTo>
                    <a:pt x="2822859" y="1830050"/>
                  </a:lnTo>
                  <a:lnTo>
                    <a:pt x="2822859" y="1829619"/>
                  </a:lnTo>
                  <a:lnTo>
                    <a:pt x="2822977" y="1829619"/>
                  </a:lnTo>
                  <a:lnTo>
                    <a:pt x="2823095" y="1829619"/>
                  </a:lnTo>
                  <a:lnTo>
                    <a:pt x="2823095" y="1829188"/>
                  </a:lnTo>
                  <a:lnTo>
                    <a:pt x="2823212" y="1829188"/>
                  </a:lnTo>
                  <a:lnTo>
                    <a:pt x="2823330" y="1829188"/>
                  </a:lnTo>
                  <a:lnTo>
                    <a:pt x="2823448" y="1829188"/>
                  </a:lnTo>
                  <a:lnTo>
                    <a:pt x="2823565" y="1829188"/>
                  </a:lnTo>
                  <a:lnTo>
                    <a:pt x="2823683" y="1829188"/>
                  </a:lnTo>
                  <a:lnTo>
                    <a:pt x="2823800" y="1829188"/>
                  </a:lnTo>
                  <a:lnTo>
                    <a:pt x="2823918" y="1829188"/>
                  </a:lnTo>
                  <a:lnTo>
                    <a:pt x="2823918" y="1828758"/>
                  </a:lnTo>
                  <a:lnTo>
                    <a:pt x="2823918" y="1828327"/>
                  </a:lnTo>
                  <a:lnTo>
                    <a:pt x="2824036" y="1828327"/>
                  </a:lnTo>
                  <a:lnTo>
                    <a:pt x="2824036" y="1827897"/>
                  </a:lnTo>
                  <a:lnTo>
                    <a:pt x="2824153" y="1827897"/>
                  </a:lnTo>
                  <a:lnTo>
                    <a:pt x="2824271" y="1827897"/>
                  </a:lnTo>
                  <a:lnTo>
                    <a:pt x="2824388" y="1827897"/>
                  </a:lnTo>
                  <a:lnTo>
                    <a:pt x="2824506" y="1827897"/>
                  </a:lnTo>
                  <a:lnTo>
                    <a:pt x="2824506" y="1827466"/>
                  </a:lnTo>
                  <a:lnTo>
                    <a:pt x="2824506" y="1827035"/>
                  </a:lnTo>
                  <a:lnTo>
                    <a:pt x="2824624" y="1827035"/>
                  </a:lnTo>
                  <a:lnTo>
                    <a:pt x="2824741" y="1827035"/>
                  </a:lnTo>
                  <a:lnTo>
                    <a:pt x="2824859" y="1827035"/>
                  </a:lnTo>
                  <a:lnTo>
                    <a:pt x="2824977" y="1827035"/>
                  </a:lnTo>
                  <a:lnTo>
                    <a:pt x="2824977" y="1826605"/>
                  </a:lnTo>
                  <a:lnTo>
                    <a:pt x="2825094" y="1826605"/>
                  </a:lnTo>
                  <a:lnTo>
                    <a:pt x="2825212" y="1826605"/>
                  </a:lnTo>
                  <a:lnTo>
                    <a:pt x="2825212" y="1826174"/>
                  </a:lnTo>
                  <a:lnTo>
                    <a:pt x="2825329" y="1826174"/>
                  </a:lnTo>
                  <a:lnTo>
                    <a:pt x="2825329" y="1825744"/>
                  </a:lnTo>
                  <a:lnTo>
                    <a:pt x="2825329" y="1825313"/>
                  </a:lnTo>
                  <a:lnTo>
                    <a:pt x="2825329" y="1824882"/>
                  </a:lnTo>
                  <a:lnTo>
                    <a:pt x="2825447" y="1824882"/>
                  </a:lnTo>
                  <a:lnTo>
                    <a:pt x="2825565" y="1824882"/>
                  </a:lnTo>
                  <a:lnTo>
                    <a:pt x="2825682" y="1824882"/>
                  </a:lnTo>
                  <a:lnTo>
                    <a:pt x="2825800" y="1824882"/>
                  </a:lnTo>
                  <a:lnTo>
                    <a:pt x="2825917" y="1824882"/>
                  </a:lnTo>
                  <a:lnTo>
                    <a:pt x="2826035" y="1824882"/>
                  </a:lnTo>
                  <a:lnTo>
                    <a:pt x="2826153" y="1824882"/>
                  </a:lnTo>
                  <a:lnTo>
                    <a:pt x="2826270" y="1824882"/>
                  </a:lnTo>
                  <a:lnTo>
                    <a:pt x="2826388" y="1824882"/>
                  </a:lnTo>
                  <a:lnTo>
                    <a:pt x="2826388" y="1824452"/>
                  </a:lnTo>
                  <a:lnTo>
                    <a:pt x="2826506" y="1824452"/>
                  </a:lnTo>
                  <a:lnTo>
                    <a:pt x="2826623" y="1824452"/>
                  </a:lnTo>
                  <a:lnTo>
                    <a:pt x="2826741" y="1824452"/>
                  </a:lnTo>
                  <a:lnTo>
                    <a:pt x="2826858" y="1824452"/>
                  </a:lnTo>
                  <a:lnTo>
                    <a:pt x="2826976" y="1824452"/>
                  </a:lnTo>
                  <a:lnTo>
                    <a:pt x="2827094" y="1824452"/>
                  </a:lnTo>
                  <a:lnTo>
                    <a:pt x="2827094" y="1824021"/>
                  </a:lnTo>
                  <a:lnTo>
                    <a:pt x="2827211" y="1824021"/>
                  </a:lnTo>
                  <a:lnTo>
                    <a:pt x="2827329" y="1824021"/>
                  </a:lnTo>
                  <a:lnTo>
                    <a:pt x="2827446" y="1824021"/>
                  </a:lnTo>
                  <a:lnTo>
                    <a:pt x="2827446" y="1823591"/>
                  </a:lnTo>
                  <a:lnTo>
                    <a:pt x="2827564" y="1823591"/>
                  </a:lnTo>
                  <a:lnTo>
                    <a:pt x="2827682" y="1823591"/>
                  </a:lnTo>
                  <a:lnTo>
                    <a:pt x="2827682" y="1823160"/>
                  </a:lnTo>
                  <a:lnTo>
                    <a:pt x="2827799" y="1823160"/>
                  </a:lnTo>
                  <a:lnTo>
                    <a:pt x="2827917" y="1823160"/>
                  </a:lnTo>
                  <a:lnTo>
                    <a:pt x="2828034" y="1823160"/>
                  </a:lnTo>
                  <a:lnTo>
                    <a:pt x="2828152" y="1823160"/>
                  </a:lnTo>
                  <a:lnTo>
                    <a:pt x="2828270" y="1823160"/>
                  </a:lnTo>
                  <a:lnTo>
                    <a:pt x="2828387" y="1823160"/>
                  </a:lnTo>
                  <a:lnTo>
                    <a:pt x="2828505" y="1823160"/>
                  </a:lnTo>
                  <a:lnTo>
                    <a:pt x="2828623" y="1823160"/>
                  </a:lnTo>
                  <a:lnTo>
                    <a:pt x="2828740" y="1823160"/>
                  </a:lnTo>
                  <a:lnTo>
                    <a:pt x="2828858" y="1823160"/>
                  </a:lnTo>
                  <a:lnTo>
                    <a:pt x="2828858" y="1822729"/>
                  </a:lnTo>
                  <a:lnTo>
                    <a:pt x="2828975" y="1822729"/>
                  </a:lnTo>
                  <a:lnTo>
                    <a:pt x="2829093" y="1822729"/>
                  </a:lnTo>
                  <a:lnTo>
                    <a:pt x="2829211" y="1822729"/>
                  </a:lnTo>
                  <a:lnTo>
                    <a:pt x="2829328" y="1822729"/>
                  </a:lnTo>
                  <a:lnTo>
                    <a:pt x="2829328" y="1822299"/>
                  </a:lnTo>
                  <a:lnTo>
                    <a:pt x="2829446" y="1822299"/>
                  </a:lnTo>
                  <a:lnTo>
                    <a:pt x="2829563" y="1822299"/>
                  </a:lnTo>
                  <a:lnTo>
                    <a:pt x="2829563" y="1821868"/>
                  </a:lnTo>
                  <a:lnTo>
                    <a:pt x="2829681" y="1821868"/>
                  </a:lnTo>
                  <a:lnTo>
                    <a:pt x="2829681" y="1821438"/>
                  </a:lnTo>
                  <a:lnTo>
                    <a:pt x="2829799" y="1821438"/>
                  </a:lnTo>
                  <a:lnTo>
                    <a:pt x="2829799" y="1821007"/>
                  </a:lnTo>
                  <a:lnTo>
                    <a:pt x="2829916" y="1821007"/>
                  </a:lnTo>
                  <a:lnTo>
                    <a:pt x="2829916" y="1820576"/>
                  </a:lnTo>
                  <a:lnTo>
                    <a:pt x="2829916" y="1820146"/>
                  </a:lnTo>
                  <a:lnTo>
                    <a:pt x="2829916" y="1819715"/>
                  </a:lnTo>
                  <a:lnTo>
                    <a:pt x="2830034" y="1819715"/>
                  </a:lnTo>
                  <a:lnTo>
                    <a:pt x="2830034" y="1819285"/>
                  </a:lnTo>
                  <a:lnTo>
                    <a:pt x="2830152" y="1819285"/>
                  </a:lnTo>
                  <a:lnTo>
                    <a:pt x="2830152" y="1818854"/>
                  </a:lnTo>
                  <a:lnTo>
                    <a:pt x="2830152" y="1818423"/>
                  </a:lnTo>
                  <a:lnTo>
                    <a:pt x="2830269" y="1818423"/>
                  </a:lnTo>
                  <a:lnTo>
                    <a:pt x="2830387" y="1818423"/>
                  </a:lnTo>
                  <a:lnTo>
                    <a:pt x="2830387" y="1817993"/>
                  </a:lnTo>
                  <a:lnTo>
                    <a:pt x="2830387" y="1817562"/>
                  </a:lnTo>
                  <a:lnTo>
                    <a:pt x="2830504" y="1817562"/>
                  </a:lnTo>
                  <a:lnTo>
                    <a:pt x="2830622" y="1817562"/>
                  </a:lnTo>
                  <a:lnTo>
                    <a:pt x="2830740" y="1817562"/>
                  </a:lnTo>
                  <a:lnTo>
                    <a:pt x="2830857" y="1817562"/>
                  </a:lnTo>
                  <a:lnTo>
                    <a:pt x="2830975" y="1817562"/>
                  </a:lnTo>
                  <a:lnTo>
                    <a:pt x="2831092" y="1817562"/>
                  </a:lnTo>
                  <a:lnTo>
                    <a:pt x="2831092" y="1817132"/>
                  </a:lnTo>
                  <a:lnTo>
                    <a:pt x="2831210" y="1817132"/>
                  </a:lnTo>
                  <a:lnTo>
                    <a:pt x="2831328" y="1817132"/>
                  </a:lnTo>
                  <a:lnTo>
                    <a:pt x="2831328" y="1816701"/>
                  </a:lnTo>
                  <a:lnTo>
                    <a:pt x="2831445" y="1816701"/>
                  </a:lnTo>
                  <a:lnTo>
                    <a:pt x="2831563" y="1816701"/>
                  </a:lnTo>
                  <a:lnTo>
                    <a:pt x="2831563" y="1816270"/>
                  </a:lnTo>
                  <a:lnTo>
                    <a:pt x="2831681" y="1816270"/>
                  </a:lnTo>
                  <a:lnTo>
                    <a:pt x="2831798" y="1816270"/>
                  </a:lnTo>
                  <a:lnTo>
                    <a:pt x="2831916" y="1816270"/>
                  </a:lnTo>
                  <a:lnTo>
                    <a:pt x="2832033" y="1816270"/>
                  </a:lnTo>
                  <a:lnTo>
                    <a:pt x="2832151" y="1816270"/>
                  </a:lnTo>
                  <a:lnTo>
                    <a:pt x="2832269" y="1816270"/>
                  </a:lnTo>
                  <a:lnTo>
                    <a:pt x="2832386" y="1816270"/>
                  </a:lnTo>
                  <a:lnTo>
                    <a:pt x="2832386" y="1815840"/>
                  </a:lnTo>
                  <a:lnTo>
                    <a:pt x="2832504" y="1815840"/>
                  </a:lnTo>
                  <a:lnTo>
                    <a:pt x="2832621" y="1815840"/>
                  </a:lnTo>
                  <a:lnTo>
                    <a:pt x="2832739" y="1815840"/>
                  </a:lnTo>
                  <a:lnTo>
                    <a:pt x="2832857" y="1815840"/>
                  </a:lnTo>
                  <a:lnTo>
                    <a:pt x="2832974" y="1815840"/>
                  </a:lnTo>
                  <a:lnTo>
                    <a:pt x="2833092" y="1815840"/>
                  </a:lnTo>
                  <a:lnTo>
                    <a:pt x="2833210" y="1815840"/>
                  </a:lnTo>
                  <a:lnTo>
                    <a:pt x="2833327" y="1815840"/>
                  </a:lnTo>
                  <a:lnTo>
                    <a:pt x="2833445" y="1815840"/>
                  </a:lnTo>
                  <a:lnTo>
                    <a:pt x="2833562" y="1815840"/>
                  </a:lnTo>
                  <a:lnTo>
                    <a:pt x="2833680" y="1815840"/>
                  </a:lnTo>
                  <a:lnTo>
                    <a:pt x="2833798" y="1815840"/>
                  </a:lnTo>
                  <a:lnTo>
                    <a:pt x="2833915" y="1815840"/>
                  </a:lnTo>
                  <a:lnTo>
                    <a:pt x="2834033" y="1815840"/>
                  </a:lnTo>
                  <a:lnTo>
                    <a:pt x="2834150" y="1815840"/>
                  </a:lnTo>
                  <a:lnTo>
                    <a:pt x="2834268" y="1815840"/>
                  </a:lnTo>
                  <a:lnTo>
                    <a:pt x="2834386" y="1815840"/>
                  </a:lnTo>
                  <a:lnTo>
                    <a:pt x="2834386" y="1815409"/>
                  </a:lnTo>
                  <a:lnTo>
                    <a:pt x="2834503" y="1815409"/>
                  </a:lnTo>
                  <a:lnTo>
                    <a:pt x="2834621" y="1815409"/>
                  </a:lnTo>
                  <a:lnTo>
                    <a:pt x="2834739" y="1815409"/>
                  </a:lnTo>
                  <a:lnTo>
                    <a:pt x="2834856" y="1815409"/>
                  </a:lnTo>
                  <a:lnTo>
                    <a:pt x="2834974" y="1815409"/>
                  </a:lnTo>
                  <a:lnTo>
                    <a:pt x="2834974" y="1814979"/>
                  </a:lnTo>
                  <a:lnTo>
                    <a:pt x="2835091" y="1814979"/>
                  </a:lnTo>
                  <a:lnTo>
                    <a:pt x="2835091" y="1814548"/>
                  </a:lnTo>
                  <a:lnTo>
                    <a:pt x="2835209" y="1814548"/>
                  </a:lnTo>
                  <a:lnTo>
                    <a:pt x="2835327" y="1814548"/>
                  </a:lnTo>
                  <a:lnTo>
                    <a:pt x="2835444" y="1814548"/>
                  </a:lnTo>
                  <a:lnTo>
                    <a:pt x="2835562" y="1814548"/>
                  </a:lnTo>
                  <a:lnTo>
                    <a:pt x="2835562" y="1814117"/>
                  </a:lnTo>
                  <a:lnTo>
                    <a:pt x="2835679" y="1814117"/>
                  </a:lnTo>
                  <a:lnTo>
                    <a:pt x="2835679" y="1813687"/>
                  </a:lnTo>
                  <a:lnTo>
                    <a:pt x="2835797" y="1813687"/>
                  </a:lnTo>
                  <a:lnTo>
                    <a:pt x="2835915" y="1813687"/>
                  </a:lnTo>
                  <a:lnTo>
                    <a:pt x="2836032" y="1813687"/>
                  </a:lnTo>
                  <a:lnTo>
                    <a:pt x="2836150" y="1813687"/>
                  </a:lnTo>
                  <a:lnTo>
                    <a:pt x="2836267" y="1813687"/>
                  </a:lnTo>
                  <a:lnTo>
                    <a:pt x="2836385" y="1813687"/>
                  </a:lnTo>
                  <a:lnTo>
                    <a:pt x="2836503" y="1813687"/>
                  </a:lnTo>
                  <a:lnTo>
                    <a:pt x="2836620" y="1813687"/>
                  </a:lnTo>
                  <a:lnTo>
                    <a:pt x="2836738" y="1813687"/>
                  </a:lnTo>
                  <a:lnTo>
                    <a:pt x="2836856" y="1813687"/>
                  </a:lnTo>
                  <a:lnTo>
                    <a:pt x="2836973" y="1813687"/>
                  </a:lnTo>
                  <a:lnTo>
                    <a:pt x="2837091" y="1813687"/>
                  </a:lnTo>
                  <a:lnTo>
                    <a:pt x="2837208" y="1813687"/>
                  </a:lnTo>
                  <a:lnTo>
                    <a:pt x="2837208" y="1813256"/>
                  </a:lnTo>
                  <a:lnTo>
                    <a:pt x="2837326" y="1813256"/>
                  </a:lnTo>
                  <a:lnTo>
                    <a:pt x="2837444" y="1813256"/>
                  </a:lnTo>
                  <a:lnTo>
                    <a:pt x="2837561" y="1813256"/>
                  </a:lnTo>
                  <a:lnTo>
                    <a:pt x="2837679" y="1813256"/>
                  </a:lnTo>
                  <a:lnTo>
                    <a:pt x="2837796" y="1813256"/>
                  </a:lnTo>
                  <a:lnTo>
                    <a:pt x="2837914" y="1813256"/>
                  </a:lnTo>
                  <a:lnTo>
                    <a:pt x="2838032" y="1813256"/>
                  </a:lnTo>
                  <a:lnTo>
                    <a:pt x="2838149" y="1813256"/>
                  </a:lnTo>
                  <a:lnTo>
                    <a:pt x="2838267" y="1813256"/>
                  </a:lnTo>
                  <a:lnTo>
                    <a:pt x="2838267" y="1812826"/>
                  </a:lnTo>
                  <a:lnTo>
                    <a:pt x="2838385" y="1812826"/>
                  </a:lnTo>
                  <a:lnTo>
                    <a:pt x="2838385" y="1812395"/>
                  </a:lnTo>
                  <a:lnTo>
                    <a:pt x="2838502" y="1812395"/>
                  </a:lnTo>
                  <a:lnTo>
                    <a:pt x="2838502" y="1811964"/>
                  </a:lnTo>
                  <a:lnTo>
                    <a:pt x="2838620" y="1811964"/>
                  </a:lnTo>
                  <a:lnTo>
                    <a:pt x="2838620" y="1811534"/>
                  </a:lnTo>
                  <a:lnTo>
                    <a:pt x="2838737" y="1811534"/>
                  </a:lnTo>
                  <a:lnTo>
                    <a:pt x="2838855" y="1811534"/>
                  </a:lnTo>
                  <a:lnTo>
                    <a:pt x="2838855" y="1811103"/>
                  </a:lnTo>
                  <a:lnTo>
                    <a:pt x="2838973" y="1811103"/>
                  </a:lnTo>
                  <a:lnTo>
                    <a:pt x="2839090" y="1811103"/>
                  </a:lnTo>
                  <a:lnTo>
                    <a:pt x="2839208" y="1811103"/>
                  </a:lnTo>
                  <a:lnTo>
                    <a:pt x="2839325" y="1811103"/>
                  </a:lnTo>
                  <a:lnTo>
                    <a:pt x="2839443" y="1811103"/>
                  </a:lnTo>
                  <a:lnTo>
                    <a:pt x="2839561" y="1811103"/>
                  </a:lnTo>
                  <a:lnTo>
                    <a:pt x="2839678" y="1811103"/>
                  </a:lnTo>
                  <a:lnTo>
                    <a:pt x="2839796" y="1811103"/>
                  </a:lnTo>
                  <a:lnTo>
                    <a:pt x="2839914" y="1811103"/>
                  </a:lnTo>
                  <a:lnTo>
                    <a:pt x="2840031" y="1811103"/>
                  </a:lnTo>
                  <a:lnTo>
                    <a:pt x="2840149" y="1811103"/>
                  </a:lnTo>
                  <a:lnTo>
                    <a:pt x="2840266" y="1811103"/>
                  </a:lnTo>
                  <a:lnTo>
                    <a:pt x="2840384" y="1811103"/>
                  </a:lnTo>
                  <a:lnTo>
                    <a:pt x="2840502" y="1811103"/>
                  </a:lnTo>
                  <a:lnTo>
                    <a:pt x="2840619" y="1811103"/>
                  </a:lnTo>
                  <a:lnTo>
                    <a:pt x="2840737" y="1811103"/>
                  </a:lnTo>
                  <a:lnTo>
                    <a:pt x="2840854" y="1811103"/>
                  </a:lnTo>
                  <a:lnTo>
                    <a:pt x="2840972" y="1811103"/>
                  </a:lnTo>
                  <a:lnTo>
                    <a:pt x="2840972" y="1810673"/>
                  </a:lnTo>
                  <a:lnTo>
                    <a:pt x="2840972" y="1810242"/>
                  </a:lnTo>
                  <a:lnTo>
                    <a:pt x="2840972" y="1809811"/>
                  </a:lnTo>
                  <a:lnTo>
                    <a:pt x="2841090" y="1809811"/>
                  </a:lnTo>
                  <a:lnTo>
                    <a:pt x="2841207" y="1809811"/>
                  </a:lnTo>
                  <a:lnTo>
                    <a:pt x="2841207" y="1809381"/>
                  </a:lnTo>
                  <a:lnTo>
                    <a:pt x="2841207" y="1808950"/>
                  </a:lnTo>
                  <a:lnTo>
                    <a:pt x="2841207" y="1808520"/>
                  </a:lnTo>
                  <a:lnTo>
                    <a:pt x="2841325" y="1808520"/>
                  </a:lnTo>
                  <a:lnTo>
                    <a:pt x="2841443" y="1808520"/>
                  </a:lnTo>
                  <a:lnTo>
                    <a:pt x="2841560" y="1808520"/>
                  </a:lnTo>
                  <a:lnTo>
                    <a:pt x="2841678" y="1808520"/>
                  </a:lnTo>
                  <a:lnTo>
                    <a:pt x="2841678" y="1808089"/>
                  </a:lnTo>
                  <a:lnTo>
                    <a:pt x="2841795" y="1808089"/>
                  </a:lnTo>
                  <a:lnTo>
                    <a:pt x="2841913" y="1808089"/>
                  </a:lnTo>
                  <a:lnTo>
                    <a:pt x="2841913" y="1807658"/>
                  </a:lnTo>
                  <a:lnTo>
                    <a:pt x="2842031" y="1807658"/>
                  </a:lnTo>
                  <a:lnTo>
                    <a:pt x="2842031" y="1807228"/>
                  </a:lnTo>
                  <a:lnTo>
                    <a:pt x="2842148" y="1807228"/>
                  </a:lnTo>
                  <a:lnTo>
                    <a:pt x="2842266" y="1807228"/>
                  </a:lnTo>
                  <a:lnTo>
                    <a:pt x="2842383" y="1807228"/>
                  </a:lnTo>
                  <a:lnTo>
                    <a:pt x="2842501" y="1807228"/>
                  </a:lnTo>
                  <a:lnTo>
                    <a:pt x="2842619" y="1807228"/>
                  </a:lnTo>
                  <a:lnTo>
                    <a:pt x="2842619" y="1806797"/>
                  </a:lnTo>
                  <a:lnTo>
                    <a:pt x="2842736" y="1806797"/>
                  </a:lnTo>
                  <a:lnTo>
                    <a:pt x="2842854" y="1806797"/>
                  </a:lnTo>
                  <a:lnTo>
                    <a:pt x="2842972" y="1806797"/>
                  </a:lnTo>
                  <a:lnTo>
                    <a:pt x="2842972" y="1806367"/>
                  </a:lnTo>
                  <a:lnTo>
                    <a:pt x="2843089" y="1806367"/>
                  </a:lnTo>
                  <a:lnTo>
                    <a:pt x="2843207" y="1806367"/>
                  </a:lnTo>
                  <a:lnTo>
                    <a:pt x="2843324" y="1806367"/>
                  </a:lnTo>
                  <a:lnTo>
                    <a:pt x="2843442" y="1806367"/>
                  </a:lnTo>
                  <a:lnTo>
                    <a:pt x="2843560" y="1806367"/>
                  </a:lnTo>
                  <a:lnTo>
                    <a:pt x="2843560" y="1805936"/>
                  </a:lnTo>
                  <a:lnTo>
                    <a:pt x="2843677" y="1805936"/>
                  </a:lnTo>
                  <a:lnTo>
                    <a:pt x="2843677" y="1805505"/>
                  </a:lnTo>
                  <a:lnTo>
                    <a:pt x="2843795" y="1805505"/>
                  </a:lnTo>
                  <a:lnTo>
                    <a:pt x="2843912" y="1805505"/>
                  </a:lnTo>
                  <a:lnTo>
                    <a:pt x="2844030" y="1805505"/>
                  </a:lnTo>
                  <a:lnTo>
                    <a:pt x="2844030" y="1805075"/>
                  </a:lnTo>
                  <a:lnTo>
                    <a:pt x="2844030" y="1804644"/>
                  </a:lnTo>
                  <a:lnTo>
                    <a:pt x="2844148" y="1804644"/>
                  </a:lnTo>
                  <a:lnTo>
                    <a:pt x="2844265" y="1804644"/>
                  </a:lnTo>
                  <a:lnTo>
                    <a:pt x="2844265" y="1804214"/>
                  </a:lnTo>
                  <a:lnTo>
                    <a:pt x="2844383" y="1804214"/>
                  </a:lnTo>
                  <a:lnTo>
                    <a:pt x="2844500" y="1804214"/>
                  </a:lnTo>
                  <a:lnTo>
                    <a:pt x="2844618" y="1804214"/>
                  </a:lnTo>
                  <a:lnTo>
                    <a:pt x="2844618" y="1803783"/>
                  </a:lnTo>
                  <a:lnTo>
                    <a:pt x="2844736" y="1803783"/>
                  </a:lnTo>
                  <a:lnTo>
                    <a:pt x="2844736" y="1803352"/>
                  </a:lnTo>
                  <a:lnTo>
                    <a:pt x="2844853" y="1803352"/>
                  </a:lnTo>
                  <a:lnTo>
                    <a:pt x="2844971" y="1803352"/>
                  </a:lnTo>
                  <a:lnTo>
                    <a:pt x="2845089" y="1803352"/>
                  </a:lnTo>
                  <a:lnTo>
                    <a:pt x="2845089" y="1802922"/>
                  </a:lnTo>
                  <a:lnTo>
                    <a:pt x="2845089" y="1802491"/>
                  </a:lnTo>
                  <a:lnTo>
                    <a:pt x="2845206" y="1802491"/>
                  </a:lnTo>
                  <a:lnTo>
                    <a:pt x="2845206" y="1802061"/>
                  </a:lnTo>
                  <a:lnTo>
                    <a:pt x="2845324" y="1802061"/>
                  </a:lnTo>
                  <a:lnTo>
                    <a:pt x="2845441" y="1802061"/>
                  </a:lnTo>
                  <a:lnTo>
                    <a:pt x="2845559" y="1802061"/>
                  </a:lnTo>
                  <a:lnTo>
                    <a:pt x="2845559" y="1801630"/>
                  </a:lnTo>
                  <a:lnTo>
                    <a:pt x="2845559" y="1801199"/>
                  </a:lnTo>
                  <a:lnTo>
                    <a:pt x="2845559" y="1800769"/>
                  </a:lnTo>
                  <a:lnTo>
                    <a:pt x="2845559" y="1800338"/>
                  </a:lnTo>
                  <a:lnTo>
                    <a:pt x="2845677" y="1800338"/>
                  </a:lnTo>
                  <a:lnTo>
                    <a:pt x="2845794" y="1800338"/>
                  </a:lnTo>
                  <a:lnTo>
                    <a:pt x="2845912" y="1800338"/>
                  </a:lnTo>
                  <a:lnTo>
                    <a:pt x="2846029" y="1800338"/>
                  </a:lnTo>
                  <a:lnTo>
                    <a:pt x="2846147" y="1800338"/>
                  </a:lnTo>
                  <a:lnTo>
                    <a:pt x="2846265" y="1800338"/>
                  </a:lnTo>
                  <a:lnTo>
                    <a:pt x="2846265" y="1799908"/>
                  </a:lnTo>
                  <a:lnTo>
                    <a:pt x="2846382" y="1799908"/>
                  </a:lnTo>
                  <a:lnTo>
                    <a:pt x="2846500" y="1799908"/>
                  </a:lnTo>
                  <a:lnTo>
                    <a:pt x="2846618" y="1799908"/>
                  </a:lnTo>
                  <a:lnTo>
                    <a:pt x="2846618" y="1799477"/>
                  </a:lnTo>
                  <a:lnTo>
                    <a:pt x="2846735" y="1799477"/>
                  </a:lnTo>
                  <a:lnTo>
                    <a:pt x="2846853" y="1799477"/>
                  </a:lnTo>
                  <a:lnTo>
                    <a:pt x="2846853" y="1799046"/>
                  </a:lnTo>
                  <a:lnTo>
                    <a:pt x="2846970" y="1799046"/>
                  </a:lnTo>
                  <a:lnTo>
                    <a:pt x="2847088" y="1799046"/>
                  </a:lnTo>
                  <a:lnTo>
                    <a:pt x="2847088" y="1798616"/>
                  </a:lnTo>
                  <a:lnTo>
                    <a:pt x="2847088" y="1798185"/>
                  </a:lnTo>
                  <a:lnTo>
                    <a:pt x="2847088" y="1797755"/>
                  </a:lnTo>
                  <a:lnTo>
                    <a:pt x="2847206" y="1797755"/>
                  </a:lnTo>
                  <a:lnTo>
                    <a:pt x="2847206" y="1797324"/>
                  </a:lnTo>
                  <a:lnTo>
                    <a:pt x="2847206" y="1796893"/>
                  </a:lnTo>
                  <a:lnTo>
                    <a:pt x="2847323" y="1796893"/>
                  </a:lnTo>
                  <a:lnTo>
                    <a:pt x="2847441" y="1796893"/>
                  </a:lnTo>
                  <a:lnTo>
                    <a:pt x="2847558" y="1796893"/>
                  </a:lnTo>
                  <a:lnTo>
                    <a:pt x="2847676" y="1796893"/>
                  </a:lnTo>
                  <a:lnTo>
                    <a:pt x="2847794" y="1796893"/>
                  </a:lnTo>
                  <a:lnTo>
                    <a:pt x="2847911" y="1796893"/>
                  </a:lnTo>
                  <a:lnTo>
                    <a:pt x="2848029" y="1796893"/>
                  </a:lnTo>
                  <a:lnTo>
                    <a:pt x="2848147" y="1796893"/>
                  </a:lnTo>
                  <a:lnTo>
                    <a:pt x="2848264" y="1796893"/>
                  </a:lnTo>
                  <a:lnTo>
                    <a:pt x="2848264" y="1796463"/>
                  </a:lnTo>
                  <a:lnTo>
                    <a:pt x="2848382" y="1796463"/>
                  </a:lnTo>
                  <a:lnTo>
                    <a:pt x="2848499" y="1796463"/>
                  </a:lnTo>
                  <a:lnTo>
                    <a:pt x="2848617" y="1796463"/>
                  </a:lnTo>
                  <a:lnTo>
                    <a:pt x="2848735" y="1796463"/>
                  </a:lnTo>
                  <a:lnTo>
                    <a:pt x="2848852" y="1796463"/>
                  </a:lnTo>
                  <a:lnTo>
                    <a:pt x="2848970" y="1796463"/>
                  </a:lnTo>
                  <a:lnTo>
                    <a:pt x="2849087" y="1796463"/>
                  </a:lnTo>
                  <a:lnTo>
                    <a:pt x="2849205" y="1796463"/>
                  </a:lnTo>
                  <a:lnTo>
                    <a:pt x="2849323" y="1796463"/>
                  </a:lnTo>
                  <a:lnTo>
                    <a:pt x="2849440" y="1796463"/>
                  </a:lnTo>
                  <a:lnTo>
                    <a:pt x="2849558" y="1796463"/>
                  </a:lnTo>
                  <a:lnTo>
                    <a:pt x="2849558" y="1796032"/>
                  </a:lnTo>
                  <a:lnTo>
                    <a:pt x="2849676" y="1796032"/>
                  </a:lnTo>
                  <a:lnTo>
                    <a:pt x="2849793" y="1796032"/>
                  </a:lnTo>
                  <a:lnTo>
                    <a:pt x="2849793" y="1795602"/>
                  </a:lnTo>
                  <a:lnTo>
                    <a:pt x="2849911" y="1795602"/>
                  </a:lnTo>
                  <a:lnTo>
                    <a:pt x="2849911" y="1795171"/>
                  </a:lnTo>
                  <a:lnTo>
                    <a:pt x="2850028" y="1795171"/>
                  </a:lnTo>
                  <a:lnTo>
                    <a:pt x="2850146" y="1795171"/>
                  </a:lnTo>
                  <a:lnTo>
                    <a:pt x="2850264" y="1795171"/>
                  </a:lnTo>
                  <a:lnTo>
                    <a:pt x="2850381" y="1795171"/>
                  </a:lnTo>
                  <a:lnTo>
                    <a:pt x="2850499" y="1795171"/>
                  </a:lnTo>
                  <a:lnTo>
                    <a:pt x="2850616" y="1795171"/>
                  </a:lnTo>
                  <a:lnTo>
                    <a:pt x="2850734" y="1795171"/>
                  </a:lnTo>
                  <a:lnTo>
                    <a:pt x="2850852" y="1795171"/>
                  </a:lnTo>
                  <a:lnTo>
                    <a:pt x="2850969" y="1795171"/>
                  </a:lnTo>
                  <a:lnTo>
                    <a:pt x="2851087" y="1795171"/>
                  </a:lnTo>
                  <a:lnTo>
                    <a:pt x="2851205" y="1795171"/>
                  </a:lnTo>
                  <a:lnTo>
                    <a:pt x="2851322" y="1795171"/>
                  </a:lnTo>
                  <a:lnTo>
                    <a:pt x="2851322" y="1794740"/>
                  </a:lnTo>
                  <a:lnTo>
                    <a:pt x="2851440" y="1794740"/>
                  </a:lnTo>
                  <a:lnTo>
                    <a:pt x="2851557" y="1794740"/>
                  </a:lnTo>
                  <a:lnTo>
                    <a:pt x="2851675" y="1794740"/>
                  </a:lnTo>
                  <a:lnTo>
                    <a:pt x="2851793" y="1794740"/>
                  </a:lnTo>
                  <a:lnTo>
                    <a:pt x="2851910" y="1794740"/>
                  </a:lnTo>
                  <a:lnTo>
                    <a:pt x="2852028" y="1794740"/>
                  </a:lnTo>
                  <a:lnTo>
                    <a:pt x="2852145" y="1794740"/>
                  </a:lnTo>
                  <a:lnTo>
                    <a:pt x="2852263" y="1794740"/>
                  </a:lnTo>
                  <a:lnTo>
                    <a:pt x="2852263" y="1794310"/>
                  </a:lnTo>
                  <a:lnTo>
                    <a:pt x="2852381" y="1794310"/>
                  </a:lnTo>
                  <a:lnTo>
                    <a:pt x="2852498" y="1794310"/>
                  </a:lnTo>
                  <a:lnTo>
                    <a:pt x="2852616" y="1794310"/>
                  </a:lnTo>
                  <a:lnTo>
                    <a:pt x="2852616" y="1793879"/>
                  </a:lnTo>
                  <a:lnTo>
                    <a:pt x="2852733" y="1793879"/>
                  </a:lnTo>
                  <a:lnTo>
                    <a:pt x="2852851" y="1793879"/>
                  </a:lnTo>
                  <a:lnTo>
                    <a:pt x="2852969" y="1793879"/>
                  </a:lnTo>
                  <a:lnTo>
                    <a:pt x="2853086" y="1793879"/>
                  </a:lnTo>
                  <a:lnTo>
                    <a:pt x="2853204" y="1793879"/>
                  </a:lnTo>
                  <a:lnTo>
                    <a:pt x="2853322" y="1793879"/>
                  </a:lnTo>
                  <a:lnTo>
                    <a:pt x="2853322" y="1793449"/>
                  </a:lnTo>
                  <a:lnTo>
                    <a:pt x="2853439" y="1793449"/>
                  </a:lnTo>
                  <a:lnTo>
                    <a:pt x="2853557" y="1793449"/>
                  </a:lnTo>
                  <a:lnTo>
                    <a:pt x="2853674" y="1793449"/>
                  </a:lnTo>
                  <a:lnTo>
                    <a:pt x="2853792" y="1793449"/>
                  </a:lnTo>
                  <a:lnTo>
                    <a:pt x="2853792" y="1793018"/>
                  </a:lnTo>
                  <a:lnTo>
                    <a:pt x="2853910" y="1793018"/>
                  </a:lnTo>
                  <a:lnTo>
                    <a:pt x="2854027" y="1793018"/>
                  </a:lnTo>
                  <a:lnTo>
                    <a:pt x="2854145" y="1793018"/>
                  </a:lnTo>
                  <a:lnTo>
                    <a:pt x="2854145" y="1792587"/>
                  </a:lnTo>
                  <a:lnTo>
                    <a:pt x="2854262" y="1792587"/>
                  </a:lnTo>
                  <a:lnTo>
                    <a:pt x="2854380" y="1792587"/>
                  </a:lnTo>
                  <a:lnTo>
                    <a:pt x="2854498" y="1792587"/>
                  </a:lnTo>
                  <a:lnTo>
                    <a:pt x="2854498" y="1792157"/>
                  </a:lnTo>
                  <a:lnTo>
                    <a:pt x="2854615" y="1792157"/>
                  </a:lnTo>
                  <a:lnTo>
                    <a:pt x="2854733" y="1792157"/>
                  </a:lnTo>
                  <a:lnTo>
                    <a:pt x="2854851" y="1792157"/>
                  </a:lnTo>
                  <a:lnTo>
                    <a:pt x="2854851" y="1791726"/>
                  </a:lnTo>
                  <a:lnTo>
                    <a:pt x="2854968" y="1791726"/>
                  </a:lnTo>
                  <a:lnTo>
                    <a:pt x="2855086" y="1791726"/>
                  </a:lnTo>
                  <a:lnTo>
                    <a:pt x="2855203" y="1791726"/>
                  </a:lnTo>
                  <a:lnTo>
                    <a:pt x="2855321" y="1791726"/>
                  </a:lnTo>
                  <a:lnTo>
                    <a:pt x="2855439" y="1791726"/>
                  </a:lnTo>
                  <a:lnTo>
                    <a:pt x="2855439" y="1791296"/>
                  </a:lnTo>
                  <a:lnTo>
                    <a:pt x="2855556" y="1791296"/>
                  </a:lnTo>
                  <a:lnTo>
                    <a:pt x="2855674" y="1791296"/>
                  </a:lnTo>
                  <a:lnTo>
                    <a:pt x="2855791" y="1791296"/>
                  </a:lnTo>
                  <a:lnTo>
                    <a:pt x="2855909" y="1791296"/>
                  </a:lnTo>
                  <a:lnTo>
                    <a:pt x="2856027" y="1791296"/>
                  </a:lnTo>
                  <a:lnTo>
                    <a:pt x="2856027" y="1790865"/>
                  </a:lnTo>
                  <a:lnTo>
                    <a:pt x="2856144" y="1790865"/>
                  </a:lnTo>
                  <a:lnTo>
                    <a:pt x="2856262" y="1790865"/>
                  </a:lnTo>
                  <a:lnTo>
                    <a:pt x="2856380" y="1790865"/>
                  </a:lnTo>
                  <a:lnTo>
                    <a:pt x="2856497" y="1790865"/>
                  </a:lnTo>
                  <a:lnTo>
                    <a:pt x="2856615" y="1790865"/>
                  </a:lnTo>
                  <a:lnTo>
                    <a:pt x="2856615" y="1790434"/>
                  </a:lnTo>
                  <a:lnTo>
                    <a:pt x="2856615" y="1790004"/>
                  </a:lnTo>
                  <a:lnTo>
                    <a:pt x="2856732" y="1790004"/>
                  </a:lnTo>
                  <a:lnTo>
                    <a:pt x="2856732" y="1789573"/>
                  </a:lnTo>
                  <a:lnTo>
                    <a:pt x="2856850" y="1789573"/>
                  </a:lnTo>
                  <a:lnTo>
                    <a:pt x="2856968" y="1789573"/>
                  </a:lnTo>
                  <a:lnTo>
                    <a:pt x="2857085" y="1789573"/>
                  </a:lnTo>
                  <a:lnTo>
                    <a:pt x="2857203" y="1789573"/>
                  </a:lnTo>
                  <a:lnTo>
                    <a:pt x="2857320" y="1789573"/>
                  </a:lnTo>
                  <a:lnTo>
                    <a:pt x="2857320" y="1789143"/>
                  </a:lnTo>
                  <a:lnTo>
                    <a:pt x="2857438" y="1789143"/>
                  </a:lnTo>
                  <a:lnTo>
                    <a:pt x="2857556" y="1789143"/>
                  </a:lnTo>
                  <a:lnTo>
                    <a:pt x="2857556" y="1788712"/>
                  </a:lnTo>
                  <a:lnTo>
                    <a:pt x="2857673" y="1788712"/>
                  </a:lnTo>
                  <a:lnTo>
                    <a:pt x="2857791" y="1788712"/>
                  </a:lnTo>
                  <a:lnTo>
                    <a:pt x="2857791" y="1788281"/>
                  </a:lnTo>
                  <a:lnTo>
                    <a:pt x="2857909" y="1788281"/>
                  </a:lnTo>
                  <a:lnTo>
                    <a:pt x="2858026" y="1788281"/>
                  </a:lnTo>
                  <a:lnTo>
                    <a:pt x="2858144" y="1788281"/>
                  </a:lnTo>
                  <a:lnTo>
                    <a:pt x="2858261" y="1788281"/>
                  </a:lnTo>
                  <a:lnTo>
                    <a:pt x="2858379" y="1788281"/>
                  </a:lnTo>
                  <a:lnTo>
                    <a:pt x="2858497" y="1788281"/>
                  </a:lnTo>
                  <a:lnTo>
                    <a:pt x="2858614" y="1788281"/>
                  </a:lnTo>
                  <a:lnTo>
                    <a:pt x="2858732" y="1788281"/>
                  </a:lnTo>
                  <a:lnTo>
                    <a:pt x="2858849" y="1788281"/>
                  </a:lnTo>
                  <a:lnTo>
                    <a:pt x="2858967" y="1788281"/>
                  </a:lnTo>
                  <a:lnTo>
                    <a:pt x="2859085" y="1788281"/>
                  </a:lnTo>
                  <a:lnTo>
                    <a:pt x="2859202" y="1788281"/>
                  </a:lnTo>
                  <a:lnTo>
                    <a:pt x="2859320" y="1788281"/>
                  </a:lnTo>
                  <a:lnTo>
                    <a:pt x="2859438" y="1788281"/>
                  </a:lnTo>
                  <a:lnTo>
                    <a:pt x="2859555" y="1788281"/>
                  </a:lnTo>
                  <a:lnTo>
                    <a:pt x="2859673" y="1788281"/>
                  </a:lnTo>
                  <a:lnTo>
                    <a:pt x="2859790" y="1788281"/>
                  </a:lnTo>
                  <a:lnTo>
                    <a:pt x="2859908" y="1788281"/>
                  </a:lnTo>
                  <a:lnTo>
                    <a:pt x="2860026" y="1788281"/>
                  </a:lnTo>
                  <a:lnTo>
                    <a:pt x="2860143" y="1788281"/>
                  </a:lnTo>
                  <a:lnTo>
                    <a:pt x="2860143" y="1787851"/>
                  </a:lnTo>
                  <a:lnTo>
                    <a:pt x="2860261" y="1787851"/>
                  </a:lnTo>
                  <a:lnTo>
                    <a:pt x="2860378" y="1787851"/>
                  </a:lnTo>
                  <a:lnTo>
                    <a:pt x="2860496" y="1787851"/>
                  </a:lnTo>
                  <a:lnTo>
                    <a:pt x="2860614" y="1787851"/>
                  </a:lnTo>
                  <a:lnTo>
                    <a:pt x="2860731" y="1787851"/>
                  </a:lnTo>
                  <a:lnTo>
                    <a:pt x="2860849" y="1787851"/>
                  </a:lnTo>
                  <a:lnTo>
                    <a:pt x="2860966" y="1787851"/>
                  </a:lnTo>
                  <a:lnTo>
                    <a:pt x="2860966" y="1787420"/>
                  </a:lnTo>
                  <a:lnTo>
                    <a:pt x="2861084" y="1787420"/>
                  </a:lnTo>
                  <a:lnTo>
                    <a:pt x="2861202" y="1787420"/>
                  </a:lnTo>
                  <a:lnTo>
                    <a:pt x="2861319" y="1787420"/>
                  </a:lnTo>
                  <a:lnTo>
                    <a:pt x="2861437" y="1787420"/>
                  </a:lnTo>
                  <a:lnTo>
                    <a:pt x="2861555" y="1787420"/>
                  </a:lnTo>
                  <a:lnTo>
                    <a:pt x="2861555" y="1786990"/>
                  </a:lnTo>
                  <a:lnTo>
                    <a:pt x="2861672" y="1786990"/>
                  </a:lnTo>
                  <a:lnTo>
                    <a:pt x="2861790" y="1786990"/>
                  </a:lnTo>
                  <a:lnTo>
                    <a:pt x="2861907" y="1786990"/>
                  </a:lnTo>
                  <a:lnTo>
                    <a:pt x="2862025" y="1786990"/>
                  </a:lnTo>
                  <a:lnTo>
                    <a:pt x="2862143" y="1786990"/>
                  </a:lnTo>
                  <a:lnTo>
                    <a:pt x="2862260" y="1786990"/>
                  </a:lnTo>
                  <a:lnTo>
                    <a:pt x="2862260" y="1786559"/>
                  </a:lnTo>
                  <a:lnTo>
                    <a:pt x="2862378" y="1786559"/>
                  </a:lnTo>
                  <a:lnTo>
                    <a:pt x="2862495" y="1786559"/>
                  </a:lnTo>
                  <a:lnTo>
                    <a:pt x="2862613" y="1786559"/>
                  </a:lnTo>
                  <a:lnTo>
                    <a:pt x="2862731" y="1786559"/>
                  </a:lnTo>
                  <a:lnTo>
                    <a:pt x="2862848" y="1786559"/>
                  </a:lnTo>
                  <a:lnTo>
                    <a:pt x="2862966" y="1786559"/>
                  </a:lnTo>
                  <a:lnTo>
                    <a:pt x="2862966" y="1786128"/>
                  </a:lnTo>
                  <a:lnTo>
                    <a:pt x="2862966" y="1785698"/>
                  </a:lnTo>
                  <a:lnTo>
                    <a:pt x="2862966" y="1785267"/>
                  </a:lnTo>
                  <a:lnTo>
                    <a:pt x="2863084" y="1785267"/>
                  </a:lnTo>
                  <a:lnTo>
                    <a:pt x="2863084" y="1784837"/>
                  </a:lnTo>
                  <a:lnTo>
                    <a:pt x="2863084" y="1784406"/>
                  </a:lnTo>
                  <a:lnTo>
                    <a:pt x="2863201" y="1784406"/>
                  </a:lnTo>
                  <a:lnTo>
                    <a:pt x="2863319" y="1784406"/>
                  </a:lnTo>
                  <a:lnTo>
                    <a:pt x="2863436" y="1784406"/>
                  </a:lnTo>
                  <a:lnTo>
                    <a:pt x="2863554" y="1784406"/>
                  </a:lnTo>
                  <a:lnTo>
                    <a:pt x="2863554" y="1783975"/>
                  </a:lnTo>
                  <a:lnTo>
                    <a:pt x="2863554" y="1783545"/>
                  </a:lnTo>
                  <a:lnTo>
                    <a:pt x="2863672" y="1783545"/>
                  </a:lnTo>
                  <a:lnTo>
                    <a:pt x="2863672" y="1783114"/>
                  </a:lnTo>
                  <a:lnTo>
                    <a:pt x="2863672" y="1782684"/>
                  </a:lnTo>
                  <a:lnTo>
                    <a:pt x="2863789" y="1782684"/>
                  </a:lnTo>
                  <a:lnTo>
                    <a:pt x="2863907" y="1782684"/>
                  </a:lnTo>
                  <a:lnTo>
                    <a:pt x="2864024" y="1782684"/>
                  </a:lnTo>
                  <a:lnTo>
                    <a:pt x="2864142" y="1782684"/>
                  </a:lnTo>
                  <a:lnTo>
                    <a:pt x="2864260" y="1782684"/>
                  </a:lnTo>
                  <a:lnTo>
                    <a:pt x="2864377" y="1782684"/>
                  </a:lnTo>
                  <a:lnTo>
                    <a:pt x="2864495" y="1782684"/>
                  </a:lnTo>
                  <a:lnTo>
                    <a:pt x="2864613" y="1782684"/>
                  </a:lnTo>
                  <a:lnTo>
                    <a:pt x="2864730" y="1782684"/>
                  </a:lnTo>
                  <a:lnTo>
                    <a:pt x="2864848" y="1782684"/>
                  </a:lnTo>
                  <a:lnTo>
                    <a:pt x="2864965" y="1782684"/>
                  </a:lnTo>
                  <a:lnTo>
                    <a:pt x="2864965" y="1782253"/>
                  </a:lnTo>
                  <a:lnTo>
                    <a:pt x="2865083" y="1782253"/>
                  </a:lnTo>
                  <a:lnTo>
                    <a:pt x="2865201" y="1782253"/>
                  </a:lnTo>
                  <a:lnTo>
                    <a:pt x="2865318" y="1782253"/>
                  </a:lnTo>
                  <a:lnTo>
                    <a:pt x="2865318" y="1781822"/>
                  </a:lnTo>
                  <a:lnTo>
                    <a:pt x="2865436" y="1781822"/>
                  </a:lnTo>
                  <a:lnTo>
                    <a:pt x="2865553" y="1781822"/>
                  </a:lnTo>
                  <a:lnTo>
                    <a:pt x="2865553" y="1781392"/>
                  </a:lnTo>
                  <a:lnTo>
                    <a:pt x="2865671" y="1781392"/>
                  </a:lnTo>
                  <a:lnTo>
                    <a:pt x="2865671" y="1780961"/>
                  </a:lnTo>
                  <a:lnTo>
                    <a:pt x="2865789" y="1780961"/>
                  </a:lnTo>
                  <a:lnTo>
                    <a:pt x="2865906" y="1780961"/>
                  </a:lnTo>
                  <a:lnTo>
                    <a:pt x="2865906" y="1780531"/>
                  </a:lnTo>
                  <a:lnTo>
                    <a:pt x="2866024" y="1780531"/>
                  </a:lnTo>
                  <a:lnTo>
                    <a:pt x="2866142" y="1780531"/>
                  </a:lnTo>
                  <a:lnTo>
                    <a:pt x="2866259" y="1780531"/>
                  </a:lnTo>
                  <a:lnTo>
                    <a:pt x="2866259" y="1780100"/>
                  </a:lnTo>
                  <a:lnTo>
                    <a:pt x="2866377" y="1780100"/>
                  </a:lnTo>
                  <a:lnTo>
                    <a:pt x="2866377" y="1779669"/>
                  </a:lnTo>
                  <a:lnTo>
                    <a:pt x="2866494" y="1779669"/>
                  </a:lnTo>
                  <a:lnTo>
                    <a:pt x="2866494" y="1779239"/>
                  </a:lnTo>
                  <a:lnTo>
                    <a:pt x="2866612" y="1779239"/>
                  </a:lnTo>
                  <a:lnTo>
                    <a:pt x="2866730" y="1779239"/>
                  </a:lnTo>
                  <a:lnTo>
                    <a:pt x="2866847" y="1779239"/>
                  </a:lnTo>
                  <a:lnTo>
                    <a:pt x="2866965" y="1779239"/>
                  </a:lnTo>
                  <a:lnTo>
                    <a:pt x="2867082" y="1779239"/>
                  </a:lnTo>
                  <a:lnTo>
                    <a:pt x="2867200" y="1779239"/>
                  </a:lnTo>
                  <a:lnTo>
                    <a:pt x="2867318" y="1779239"/>
                  </a:lnTo>
                  <a:lnTo>
                    <a:pt x="2867435" y="1779239"/>
                  </a:lnTo>
                  <a:lnTo>
                    <a:pt x="2867553" y="1779239"/>
                  </a:lnTo>
                  <a:lnTo>
                    <a:pt x="2867671" y="1779239"/>
                  </a:lnTo>
                  <a:lnTo>
                    <a:pt x="2867671" y="1778808"/>
                  </a:lnTo>
                  <a:lnTo>
                    <a:pt x="2867788" y="1778808"/>
                  </a:lnTo>
                  <a:lnTo>
                    <a:pt x="2867906" y="1778808"/>
                  </a:lnTo>
                  <a:lnTo>
                    <a:pt x="2868023" y="1778808"/>
                  </a:lnTo>
                  <a:lnTo>
                    <a:pt x="2868141" y="1778808"/>
                  </a:lnTo>
                  <a:lnTo>
                    <a:pt x="2868259" y="1778808"/>
                  </a:lnTo>
                  <a:lnTo>
                    <a:pt x="2868259" y="1778378"/>
                  </a:lnTo>
                  <a:lnTo>
                    <a:pt x="2868376" y="1778378"/>
                  </a:lnTo>
                  <a:lnTo>
                    <a:pt x="2868494" y="1778378"/>
                  </a:lnTo>
                  <a:lnTo>
                    <a:pt x="2868611" y="1778378"/>
                  </a:lnTo>
                  <a:lnTo>
                    <a:pt x="2868729" y="1778378"/>
                  </a:lnTo>
                  <a:lnTo>
                    <a:pt x="2868847" y="1778378"/>
                  </a:lnTo>
                  <a:lnTo>
                    <a:pt x="2868964" y="1778378"/>
                  </a:lnTo>
                  <a:lnTo>
                    <a:pt x="2868964" y="1777947"/>
                  </a:lnTo>
                  <a:lnTo>
                    <a:pt x="2869082" y="1777947"/>
                  </a:lnTo>
                  <a:lnTo>
                    <a:pt x="2869082" y="1777516"/>
                  </a:lnTo>
                  <a:lnTo>
                    <a:pt x="2869199" y="1777516"/>
                  </a:lnTo>
                  <a:lnTo>
                    <a:pt x="2869199" y="1777086"/>
                  </a:lnTo>
                  <a:lnTo>
                    <a:pt x="2869317" y="1777086"/>
                  </a:lnTo>
                  <a:lnTo>
                    <a:pt x="2869317" y="1776655"/>
                  </a:lnTo>
                  <a:lnTo>
                    <a:pt x="2869435" y="1776655"/>
                  </a:lnTo>
                  <a:lnTo>
                    <a:pt x="2869552" y="1776655"/>
                  </a:lnTo>
                  <a:lnTo>
                    <a:pt x="2869670" y="1776655"/>
                  </a:lnTo>
                  <a:lnTo>
                    <a:pt x="2869788" y="1776655"/>
                  </a:lnTo>
                  <a:lnTo>
                    <a:pt x="2869788" y="1776225"/>
                  </a:lnTo>
                  <a:lnTo>
                    <a:pt x="2869905" y="1776225"/>
                  </a:lnTo>
                  <a:lnTo>
                    <a:pt x="2870023" y="1776225"/>
                  </a:lnTo>
                  <a:lnTo>
                    <a:pt x="2870023" y="1775794"/>
                  </a:lnTo>
                  <a:lnTo>
                    <a:pt x="2870140" y="1775794"/>
                  </a:lnTo>
                  <a:lnTo>
                    <a:pt x="2870258" y="1775794"/>
                  </a:lnTo>
                  <a:lnTo>
                    <a:pt x="2870376" y="1775794"/>
                  </a:lnTo>
                  <a:lnTo>
                    <a:pt x="2870376" y="1775363"/>
                  </a:lnTo>
                  <a:lnTo>
                    <a:pt x="2870493" y="1775363"/>
                  </a:lnTo>
                  <a:lnTo>
                    <a:pt x="2870611" y="1775363"/>
                  </a:lnTo>
                  <a:lnTo>
                    <a:pt x="2870728" y="1775363"/>
                  </a:lnTo>
                  <a:lnTo>
                    <a:pt x="2870846" y="1775363"/>
                  </a:lnTo>
                  <a:lnTo>
                    <a:pt x="2870964" y="1775363"/>
                  </a:lnTo>
                  <a:lnTo>
                    <a:pt x="2871081" y="1775363"/>
                  </a:lnTo>
                  <a:lnTo>
                    <a:pt x="2871199" y="1775363"/>
                  </a:lnTo>
                  <a:lnTo>
                    <a:pt x="2871199" y="1774933"/>
                  </a:lnTo>
                  <a:lnTo>
                    <a:pt x="2871317" y="1774933"/>
                  </a:lnTo>
                  <a:lnTo>
                    <a:pt x="2871317" y="1774502"/>
                  </a:lnTo>
                  <a:lnTo>
                    <a:pt x="2871317" y="1774072"/>
                  </a:lnTo>
                  <a:lnTo>
                    <a:pt x="2871317" y="1773641"/>
                  </a:lnTo>
                  <a:lnTo>
                    <a:pt x="2871434" y="1773641"/>
                  </a:lnTo>
                  <a:lnTo>
                    <a:pt x="2871552" y="1773641"/>
                  </a:lnTo>
                  <a:lnTo>
                    <a:pt x="2871669" y="1773641"/>
                  </a:lnTo>
                  <a:lnTo>
                    <a:pt x="2871787" y="1773641"/>
                  </a:lnTo>
                  <a:lnTo>
                    <a:pt x="2871787" y="1773210"/>
                  </a:lnTo>
                  <a:lnTo>
                    <a:pt x="2871905" y="1773210"/>
                  </a:lnTo>
                  <a:lnTo>
                    <a:pt x="2871905" y="1772780"/>
                  </a:lnTo>
                  <a:lnTo>
                    <a:pt x="2872022" y="1772780"/>
                  </a:lnTo>
                  <a:lnTo>
                    <a:pt x="2872140" y="1772780"/>
                  </a:lnTo>
                  <a:lnTo>
                    <a:pt x="2872257" y="1772780"/>
                  </a:lnTo>
                  <a:lnTo>
                    <a:pt x="2872375" y="1772780"/>
                  </a:lnTo>
                  <a:lnTo>
                    <a:pt x="2872493" y="1772780"/>
                  </a:lnTo>
                  <a:lnTo>
                    <a:pt x="2872493" y="1772349"/>
                  </a:lnTo>
                  <a:lnTo>
                    <a:pt x="2872610" y="1772349"/>
                  </a:lnTo>
                  <a:lnTo>
                    <a:pt x="2872728" y="1772349"/>
                  </a:lnTo>
                  <a:lnTo>
                    <a:pt x="2872728" y="1771919"/>
                  </a:lnTo>
                  <a:lnTo>
                    <a:pt x="2872728" y="1771488"/>
                  </a:lnTo>
                  <a:lnTo>
                    <a:pt x="2872728" y="1771057"/>
                  </a:lnTo>
                  <a:lnTo>
                    <a:pt x="2872728" y="1770627"/>
                  </a:lnTo>
                  <a:lnTo>
                    <a:pt x="2872728" y="1770196"/>
                  </a:lnTo>
                  <a:lnTo>
                    <a:pt x="2872846" y="1770196"/>
                  </a:lnTo>
                  <a:lnTo>
                    <a:pt x="2872963" y="1770196"/>
                  </a:lnTo>
                  <a:lnTo>
                    <a:pt x="2873081" y="1770196"/>
                  </a:lnTo>
                  <a:lnTo>
                    <a:pt x="2873198" y="1770196"/>
                  </a:lnTo>
                  <a:lnTo>
                    <a:pt x="2873316" y="1770196"/>
                  </a:lnTo>
                  <a:lnTo>
                    <a:pt x="2873434" y="1770196"/>
                  </a:lnTo>
                  <a:lnTo>
                    <a:pt x="2873551" y="1770196"/>
                  </a:lnTo>
                  <a:lnTo>
                    <a:pt x="2873669" y="1770196"/>
                  </a:lnTo>
                  <a:lnTo>
                    <a:pt x="2873786" y="1770196"/>
                  </a:lnTo>
                  <a:lnTo>
                    <a:pt x="2873904" y="1770196"/>
                  </a:lnTo>
                  <a:lnTo>
                    <a:pt x="2873904" y="1769766"/>
                  </a:lnTo>
                  <a:lnTo>
                    <a:pt x="2874022" y="1769766"/>
                  </a:lnTo>
                  <a:lnTo>
                    <a:pt x="2874022" y="1769335"/>
                  </a:lnTo>
                  <a:lnTo>
                    <a:pt x="2874139" y="1769335"/>
                  </a:lnTo>
                  <a:lnTo>
                    <a:pt x="2874257" y="1769335"/>
                  </a:lnTo>
                  <a:lnTo>
                    <a:pt x="2874375" y="1769335"/>
                  </a:lnTo>
                  <a:lnTo>
                    <a:pt x="2874492" y="1769335"/>
                  </a:lnTo>
                  <a:lnTo>
                    <a:pt x="2874610" y="1769335"/>
                  </a:lnTo>
                  <a:lnTo>
                    <a:pt x="2874727" y="1769335"/>
                  </a:lnTo>
                  <a:lnTo>
                    <a:pt x="2874727" y="1768904"/>
                  </a:lnTo>
                  <a:lnTo>
                    <a:pt x="2874727" y="1768474"/>
                  </a:lnTo>
                  <a:lnTo>
                    <a:pt x="2874845" y="1768474"/>
                  </a:lnTo>
                  <a:lnTo>
                    <a:pt x="2874963" y="1768474"/>
                  </a:lnTo>
                  <a:lnTo>
                    <a:pt x="2875080" y="1768474"/>
                  </a:lnTo>
                  <a:lnTo>
                    <a:pt x="2875198" y="1768474"/>
                  </a:lnTo>
                  <a:lnTo>
                    <a:pt x="2875315" y="1768474"/>
                  </a:lnTo>
                  <a:lnTo>
                    <a:pt x="2875433" y="1768474"/>
                  </a:lnTo>
                  <a:lnTo>
                    <a:pt x="2875551" y="1768474"/>
                  </a:lnTo>
                  <a:lnTo>
                    <a:pt x="2875668" y="1768474"/>
                  </a:lnTo>
                  <a:lnTo>
                    <a:pt x="2875786" y="1768474"/>
                  </a:lnTo>
                  <a:lnTo>
                    <a:pt x="2875904" y="1768474"/>
                  </a:lnTo>
                  <a:lnTo>
                    <a:pt x="2875904" y="1768043"/>
                  </a:lnTo>
                  <a:lnTo>
                    <a:pt x="2876021" y="1768043"/>
                  </a:lnTo>
                  <a:lnTo>
                    <a:pt x="2876139" y="1768043"/>
                  </a:lnTo>
                  <a:lnTo>
                    <a:pt x="2876139" y="1767613"/>
                  </a:lnTo>
                  <a:lnTo>
                    <a:pt x="2876256" y="1767613"/>
                  </a:lnTo>
                  <a:lnTo>
                    <a:pt x="2876374" y="1767613"/>
                  </a:lnTo>
                  <a:lnTo>
                    <a:pt x="2876492" y="1767613"/>
                  </a:lnTo>
                  <a:lnTo>
                    <a:pt x="2876609" y="1767613"/>
                  </a:lnTo>
                  <a:lnTo>
                    <a:pt x="2876727" y="1767613"/>
                  </a:lnTo>
                  <a:lnTo>
                    <a:pt x="2876844" y="1767613"/>
                  </a:lnTo>
                  <a:lnTo>
                    <a:pt x="2876962" y="1767613"/>
                  </a:lnTo>
                  <a:lnTo>
                    <a:pt x="2877080" y="1767613"/>
                  </a:lnTo>
                  <a:lnTo>
                    <a:pt x="2877197" y="1767613"/>
                  </a:lnTo>
                  <a:lnTo>
                    <a:pt x="2877315" y="1767613"/>
                  </a:lnTo>
                  <a:lnTo>
                    <a:pt x="2877432" y="1767613"/>
                  </a:lnTo>
                  <a:lnTo>
                    <a:pt x="2877550" y="1767613"/>
                  </a:lnTo>
                  <a:lnTo>
                    <a:pt x="2877668" y="1767613"/>
                  </a:lnTo>
                  <a:lnTo>
                    <a:pt x="2877785" y="1767613"/>
                  </a:lnTo>
                  <a:lnTo>
                    <a:pt x="2877903" y="1767613"/>
                  </a:lnTo>
                  <a:lnTo>
                    <a:pt x="2877903" y="1767182"/>
                  </a:lnTo>
                  <a:lnTo>
                    <a:pt x="2878021" y="1767182"/>
                  </a:lnTo>
                  <a:lnTo>
                    <a:pt x="2878138" y="1767182"/>
                  </a:lnTo>
                  <a:lnTo>
                    <a:pt x="2878256" y="1767182"/>
                  </a:lnTo>
                  <a:lnTo>
                    <a:pt x="2878373" y="1767182"/>
                  </a:lnTo>
                  <a:lnTo>
                    <a:pt x="2878491" y="1767182"/>
                  </a:lnTo>
                  <a:lnTo>
                    <a:pt x="2878609" y="1767182"/>
                  </a:lnTo>
                  <a:lnTo>
                    <a:pt x="2878609" y="1766751"/>
                  </a:lnTo>
                  <a:lnTo>
                    <a:pt x="2878726" y="1766751"/>
                  </a:lnTo>
                  <a:lnTo>
                    <a:pt x="2878844" y="1766751"/>
                  </a:lnTo>
                  <a:lnTo>
                    <a:pt x="2878961" y="1766751"/>
                  </a:lnTo>
                  <a:lnTo>
                    <a:pt x="2878961" y="1766321"/>
                  </a:lnTo>
                  <a:lnTo>
                    <a:pt x="2879079" y="1766321"/>
                  </a:lnTo>
                  <a:lnTo>
                    <a:pt x="2879197" y="1766321"/>
                  </a:lnTo>
                  <a:lnTo>
                    <a:pt x="2879314" y="1766321"/>
                  </a:lnTo>
                  <a:lnTo>
                    <a:pt x="2879432" y="1766321"/>
                  </a:lnTo>
                  <a:lnTo>
                    <a:pt x="2879550" y="1766321"/>
                  </a:lnTo>
                  <a:lnTo>
                    <a:pt x="2879667" y="1766321"/>
                  </a:lnTo>
                  <a:lnTo>
                    <a:pt x="2879667" y="1765890"/>
                  </a:lnTo>
                  <a:lnTo>
                    <a:pt x="2879785" y="1765890"/>
                  </a:lnTo>
                  <a:lnTo>
                    <a:pt x="2879902" y="1765890"/>
                  </a:lnTo>
                  <a:lnTo>
                    <a:pt x="2880020" y="1765890"/>
                  </a:lnTo>
                  <a:lnTo>
                    <a:pt x="2880138" y="1765890"/>
                  </a:lnTo>
                  <a:lnTo>
                    <a:pt x="2880255" y="1765890"/>
                  </a:lnTo>
                  <a:lnTo>
                    <a:pt x="2880373" y="1765890"/>
                  </a:lnTo>
                  <a:lnTo>
                    <a:pt x="2880490" y="1765890"/>
                  </a:lnTo>
                  <a:lnTo>
                    <a:pt x="2880608" y="1765890"/>
                  </a:lnTo>
                  <a:lnTo>
                    <a:pt x="2880726" y="1765890"/>
                  </a:lnTo>
                  <a:lnTo>
                    <a:pt x="2880843" y="1765890"/>
                  </a:lnTo>
                  <a:lnTo>
                    <a:pt x="2880961" y="1765890"/>
                  </a:lnTo>
                  <a:lnTo>
                    <a:pt x="2881079" y="1765890"/>
                  </a:lnTo>
                  <a:lnTo>
                    <a:pt x="2881196" y="1765890"/>
                  </a:lnTo>
                  <a:lnTo>
                    <a:pt x="2881314" y="1765890"/>
                  </a:lnTo>
                  <a:lnTo>
                    <a:pt x="2881431" y="1765890"/>
                  </a:lnTo>
                  <a:lnTo>
                    <a:pt x="2881431" y="1765460"/>
                  </a:lnTo>
                  <a:lnTo>
                    <a:pt x="2881549" y="1765460"/>
                  </a:lnTo>
                  <a:lnTo>
                    <a:pt x="2881549" y="1765029"/>
                  </a:lnTo>
                  <a:lnTo>
                    <a:pt x="2881667" y="1765029"/>
                  </a:lnTo>
                  <a:lnTo>
                    <a:pt x="2881784" y="1765029"/>
                  </a:lnTo>
                  <a:lnTo>
                    <a:pt x="2881784" y="1764598"/>
                  </a:lnTo>
                  <a:lnTo>
                    <a:pt x="2881784" y="1764168"/>
                  </a:lnTo>
                  <a:lnTo>
                    <a:pt x="2881902" y="1764168"/>
                  </a:lnTo>
                  <a:lnTo>
                    <a:pt x="2882019" y="1764168"/>
                  </a:lnTo>
                  <a:lnTo>
                    <a:pt x="2882019" y="1763737"/>
                  </a:lnTo>
                  <a:lnTo>
                    <a:pt x="2882137" y="1763737"/>
                  </a:lnTo>
                  <a:lnTo>
                    <a:pt x="2882255" y="1763737"/>
                  </a:lnTo>
                  <a:lnTo>
                    <a:pt x="2882372" y="1763737"/>
                  </a:lnTo>
                  <a:lnTo>
                    <a:pt x="2882372" y="1763307"/>
                  </a:lnTo>
                  <a:lnTo>
                    <a:pt x="2882490" y="1763307"/>
                  </a:lnTo>
                  <a:lnTo>
                    <a:pt x="2882608" y="1763307"/>
                  </a:lnTo>
                  <a:lnTo>
                    <a:pt x="2882725" y="1763307"/>
                  </a:lnTo>
                  <a:lnTo>
                    <a:pt x="2882725" y="1762876"/>
                  </a:lnTo>
                  <a:lnTo>
                    <a:pt x="2882725" y="1762445"/>
                  </a:lnTo>
                  <a:lnTo>
                    <a:pt x="2882843" y="1762445"/>
                  </a:lnTo>
                  <a:lnTo>
                    <a:pt x="2882960" y="1762445"/>
                  </a:lnTo>
                  <a:lnTo>
                    <a:pt x="2883078" y="1762445"/>
                  </a:lnTo>
                  <a:lnTo>
                    <a:pt x="2883196" y="1762445"/>
                  </a:lnTo>
                  <a:lnTo>
                    <a:pt x="2883313" y="1762445"/>
                  </a:lnTo>
                  <a:lnTo>
                    <a:pt x="2883431" y="1762445"/>
                  </a:lnTo>
                  <a:lnTo>
                    <a:pt x="2883431" y="1762015"/>
                  </a:lnTo>
                  <a:lnTo>
                    <a:pt x="2883548" y="1762015"/>
                  </a:lnTo>
                  <a:lnTo>
                    <a:pt x="2883666" y="1762015"/>
                  </a:lnTo>
                  <a:lnTo>
                    <a:pt x="2883784" y="1762015"/>
                  </a:lnTo>
                  <a:lnTo>
                    <a:pt x="2883784" y="1761584"/>
                  </a:lnTo>
                  <a:lnTo>
                    <a:pt x="2883784" y="1761154"/>
                  </a:lnTo>
                  <a:lnTo>
                    <a:pt x="2883901" y="1761154"/>
                  </a:lnTo>
                  <a:lnTo>
                    <a:pt x="2884019" y="1761154"/>
                  </a:lnTo>
                  <a:lnTo>
                    <a:pt x="2884019" y="1760723"/>
                  </a:lnTo>
                  <a:lnTo>
                    <a:pt x="2884137" y="1760723"/>
                  </a:lnTo>
                  <a:lnTo>
                    <a:pt x="2884254" y="1760723"/>
                  </a:lnTo>
                  <a:lnTo>
                    <a:pt x="2884372" y="1760723"/>
                  </a:lnTo>
                  <a:lnTo>
                    <a:pt x="2884489" y="1760723"/>
                  </a:lnTo>
                  <a:lnTo>
                    <a:pt x="2884607" y="1760723"/>
                  </a:lnTo>
                  <a:lnTo>
                    <a:pt x="2884607" y="1760292"/>
                  </a:lnTo>
                  <a:lnTo>
                    <a:pt x="2884725" y="1760292"/>
                  </a:lnTo>
                  <a:lnTo>
                    <a:pt x="2884842" y="1760292"/>
                  </a:lnTo>
                  <a:lnTo>
                    <a:pt x="2884960" y="1760292"/>
                  </a:lnTo>
                  <a:lnTo>
                    <a:pt x="2884960" y="1759862"/>
                  </a:lnTo>
                  <a:lnTo>
                    <a:pt x="2885077" y="1759862"/>
                  </a:lnTo>
                  <a:lnTo>
                    <a:pt x="2885195" y="1759862"/>
                  </a:lnTo>
                  <a:lnTo>
                    <a:pt x="2885313" y="1759862"/>
                  </a:lnTo>
                  <a:lnTo>
                    <a:pt x="2885430" y="1759862"/>
                  </a:lnTo>
                  <a:lnTo>
                    <a:pt x="2885548" y="1759862"/>
                  </a:lnTo>
                  <a:lnTo>
                    <a:pt x="2885548" y="1759431"/>
                  </a:lnTo>
                  <a:lnTo>
                    <a:pt x="2885665" y="1759431"/>
                  </a:lnTo>
                  <a:lnTo>
                    <a:pt x="2885783" y="1759431"/>
                  </a:lnTo>
                  <a:lnTo>
                    <a:pt x="2885901" y="1759431"/>
                  </a:lnTo>
                  <a:lnTo>
                    <a:pt x="2886018" y="1759431"/>
                  </a:lnTo>
                  <a:lnTo>
                    <a:pt x="2886136" y="1759431"/>
                  </a:lnTo>
                  <a:lnTo>
                    <a:pt x="2886254" y="1759431"/>
                  </a:lnTo>
                  <a:lnTo>
                    <a:pt x="2886371" y="1759431"/>
                  </a:lnTo>
                  <a:lnTo>
                    <a:pt x="2886489" y="1759431"/>
                  </a:lnTo>
                  <a:lnTo>
                    <a:pt x="2886606" y="1759431"/>
                  </a:lnTo>
                  <a:lnTo>
                    <a:pt x="2886724" y="1759431"/>
                  </a:lnTo>
                  <a:lnTo>
                    <a:pt x="2886842" y="1759431"/>
                  </a:lnTo>
                  <a:lnTo>
                    <a:pt x="2886959" y="1759431"/>
                  </a:lnTo>
                  <a:lnTo>
                    <a:pt x="2886959" y="1759001"/>
                  </a:lnTo>
                  <a:lnTo>
                    <a:pt x="2886959" y="1758570"/>
                  </a:lnTo>
                  <a:lnTo>
                    <a:pt x="2887077" y="1758570"/>
                  </a:lnTo>
                  <a:lnTo>
                    <a:pt x="2887194" y="1758570"/>
                  </a:lnTo>
                  <a:lnTo>
                    <a:pt x="2887312" y="1758570"/>
                  </a:lnTo>
                  <a:lnTo>
                    <a:pt x="2887312" y="1758139"/>
                  </a:lnTo>
                  <a:lnTo>
                    <a:pt x="2887430" y="1758139"/>
                  </a:lnTo>
                  <a:lnTo>
                    <a:pt x="2887547" y="1758139"/>
                  </a:lnTo>
                  <a:lnTo>
                    <a:pt x="2887665" y="1758139"/>
                  </a:lnTo>
                  <a:lnTo>
                    <a:pt x="2887783" y="1758139"/>
                  </a:lnTo>
                  <a:lnTo>
                    <a:pt x="2887783" y="1757709"/>
                  </a:lnTo>
                  <a:lnTo>
                    <a:pt x="2887900" y="1757709"/>
                  </a:lnTo>
                  <a:lnTo>
                    <a:pt x="2888018" y="1757709"/>
                  </a:lnTo>
                  <a:lnTo>
                    <a:pt x="2888018" y="1757278"/>
                  </a:lnTo>
                  <a:lnTo>
                    <a:pt x="2888135" y="1757278"/>
                  </a:lnTo>
                  <a:lnTo>
                    <a:pt x="2888253" y="1757278"/>
                  </a:lnTo>
                  <a:lnTo>
                    <a:pt x="2888371" y="1757278"/>
                  </a:lnTo>
                  <a:lnTo>
                    <a:pt x="2888488" y="1757278"/>
                  </a:lnTo>
                  <a:lnTo>
                    <a:pt x="2888488" y="1756848"/>
                  </a:lnTo>
                  <a:lnTo>
                    <a:pt x="2888606" y="1756848"/>
                  </a:lnTo>
                  <a:lnTo>
                    <a:pt x="2888723" y="1756848"/>
                  </a:lnTo>
                  <a:lnTo>
                    <a:pt x="2888841" y="1756848"/>
                  </a:lnTo>
                  <a:lnTo>
                    <a:pt x="2888841" y="1756417"/>
                  </a:lnTo>
                  <a:lnTo>
                    <a:pt x="2888959" y="1756417"/>
                  </a:lnTo>
                  <a:lnTo>
                    <a:pt x="2889076" y="1756417"/>
                  </a:lnTo>
                  <a:lnTo>
                    <a:pt x="2889194" y="1756417"/>
                  </a:lnTo>
                  <a:lnTo>
                    <a:pt x="2889312" y="1756417"/>
                  </a:lnTo>
                  <a:lnTo>
                    <a:pt x="2889312" y="1755986"/>
                  </a:lnTo>
                  <a:lnTo>
                    <a:pt x="2889312" y="1755556"/>
                  </a:lnTo>
                  <a:lnTo>
                    <a:pt x="2889429" y="1755556"/>
                  </a:lnTo>
                  <a:lnTo>
                    <a:pt x="2889547" y="1755556"/>
                  </a:lnTo>
                  <a:lnTo>
                    <a:pt x="2889664" y="1755556"/>
                  </a:lnTo>
                  <a:lnTo>
                    <a:pt x="2889782" y="1755556"/>
                  </a:lnTo>
                  <a:lnTo>
                    <a:pt x="2889900" y="1755556"/>
                  </a:lnTo>
                  <a:lnTo>
                    <a:pt x="2889900" y="1755125"/>
                  </a:lnTo>
                  <a:lnTo>
                    <a:pt x="2890017" y="1755125"/>
                  </a:lnTo>
                  <a:lnTo>
                    <a:pt x="2890135" y="1755125"/>
                  </a:lnTo>
                  <a:lnTo>
                    <a:pt x="2890252" y="1755125"/>
                  </a:lnTo>
                  <a:lnTo>
                    <a:pt x="2890370" y="1755125"/>
                  </a:lnTo>
                  <a:lnTo>
                    <a:pt x="2890488" y="1755125"/>
                  </a:lnTo>
                  <a:lnTo>
                    <a:pt x="2890605" y="1755125"/>
                  </a:lnTo>
                  <a:lnTo>
                    <a:pt x="2890723" y="1755125"/>
                  </a:lnTo>
                  <a:lnTo>
                    <a:pt x="2890841" y="1755125"/>
                  </a:lnTo>
                  <a:lnTo>
                    <a:pt x="2890958" y="1755125"/>
                  </a:lnTo>
                  <a:lnTo>
                    <a:pt x="2891076" y="1755125"/>
                  </a:lnTo>
                  <a:lnTo>
                    <a:pt x="2891193" y="1755125"/>
                  </a:lnTo>
                  <a:lnTo>
                    <a:pt x="2891311" y="1755125"/>
                  </a:lnTo>
                  <a:lnTo>
                    <a:pt x="2891429" y="1755125"/>
                  </a:lnTo>
                  <a:lnTo>
                    <a:pt x="2891546" y="1755125"/>
                  </a:lnTo>
                  <a:lnTo>
                    <a:pt x="2891664" y="1755125"/>
                  </a:lnTo>
                  <a:lnTo>
                    <a:pt x="2891781" y="1755125"/>
                  </a:lnTo>
                  <a:lnTo>
                    <a:pt x="2891899" y="1755125"/>
                  </a:lnTo>
                  <a:lnTo>
                    <a:pt x="2892017" y="1755125"/>
                  </a:lnTo>
                  <a:lnTo>
                    <a:pt x="2892134" y="1755125"/>
                  </a:lnTo>
                  <a:lnTo>
                    <a:pt x="2892252" y="1755125"/>
                  </a:lnTo>
                  <a:lnTo>
                    <a:pt x="2892370" y="1755125"/>
                  </a:lnTo>
                  <a:lnTo>
                    <a:pt x="2892370" y="1754695"/>
                  </a:lnTo>
                  <a:lnTo>
                    <a:pt x="2892487" y="1754695"/>
                  </a:lnTo>
                  <a:lnTo>
                    <a:pt x="2892605" y="1754695"/>
                  </a:lnTo>
                  <a:lnTo>
                    <a:pt x="2892722" y="1754695"/>
                  </a:lnTo>
                  <a:lnTo>
                    <a:pt x="2892722" y="1754264"/>
                  </a:lnTo>
                  <a:lnTo>
                    <a:pt x="2892840" y="1754264"/>
                  </a:lnTo>
                  <a:lnTo>
                    <a:pt x="2892958" y="1754264"/>
                  </a:lnTo>
                  <a:lnTo>
                    <a:pt x="2893075" y="1754264"/>
                  </a:lnTo>
                  <a:lnTo>
                    <a:pt x="2893193" y="1754264"/>
                  </a:lnTo>
                  <a:lnTo>
                    <a:pt x="2893310" y="1754264"/>
                  </a:lnTo>
                  <a:lnTo>
                    <a:pt x="2893428" y="1754264"/>
                  </a:lnTo>
                  <a:lnTo>
                    <a:pt x="2893546" y="1754264"/>
                  </a:lnTo>
                  <a:lnTo>
                    <a:pt x="2893546" y="1753833"/>
                  </a:lnTo>
                  <a:lnTo>
                    <a:pt x="2893663" y="1753833"/>
                  </a:lnTo>
                  <a:lnTo>
                    <a:pt x="2893781" y="1753833"/>
                  </a:lnTo>
                  <a:lnTo>
                    <a:pt x="2893898" y="1753833"/>
                  </a:lnTo>
                  <a:lnTo>
                    <a:pt x="2894016" y="1753833"/>
                  </a:lnTo>
                  <a:lnTo>
                    <a:pt x="2894016" y="1753403"/>
                  </a:lnTo>
                  <a:lnTo>
                    <a:pt x="2894134" y="1753403"/>
                  </a:lnTo>
                  <a:lnTo>
                    <a:pt x="2894251" y="1753403"/>
                  </a:lnTo>
                  <a:lnTo>
                    <a:pt x="2894369" y="1753403"/>
                  </a:lnTo>
                  <a:lnTo>
                    <a:pt x="2894369" y="1752972"/>
                  </a:lnTo>
                  <a:lnTo>
                    <a:pt x="2894487" y="1752972"/>
                  </a:lnTo>
                  <a:lnTo>
                    <a:pt x="2894604" y="1752972"/>
                  </a:lnTo>
                  <a:lnTo>
                    <a:pt x="2894722" y="1752972"/>
                  </a:lnTo>
                  <a:lnTo>
                    <a:pt x="2894839" y="1752972"/>
                  </a:lnTo>
                  <a:lnTo>
                    <a:pt x="2894839" y="1752542"/>
                  </a:lnTo>
                  <a:lnTo>
                    <a:pt x="2894957" y="1752542"/>
                  </a:lnTo>
                  <a:lnTo>
                    <a:pt x="2895075" y="1752542"/>
                  </a:lnTo>
                  <a:lnTo>
                    <a:pt x="2895192" y="1752542"/>
                  </a:lnTo>
                  <a:lnTo>
                    <a:pt x="2895192" y="1752111"/>
                  </a:lnTo>
                  <a:lnTo>
                    <a:pt x="2895310" y="1752111"/>
                  </a:lnTo>
                  <a:lnTo>
                    <a:pt x="2895427" y="1752111"/>
                  </a:lnTo>
                  <a:lnTo>
                    <a:pt x="2895545" y="1752111"/>
                  </a:lnTo>
                  <a:lnTo>
                    <a:pt x="2895663" y="1752111"/>
                  </a:lnTo>
                  <a:lnTo>
                    <a:pt x="2895663" y="1751680"/>
                  </a:lnTo>
                  <a:lnTo>
                    <a:pt x="2895780" y="1751680"/>
                  </a:lnTo>
                  <a:lnTo>
                    <a:pt x="2895898" y="1751680"/>
                  </a:lnTo>
                  <a:lnTo>
                    <a:pt x="2895898" y="1751250"/>
                  </a:lnTo>
                  <a:lnTo>
                    <a:pt x="2896016" y="1751250"/>
                  </a:lnTo>
                  <a:lnTo>
                    <a:pt x="2896016" y="1750819"/>
                  </a:lnTo>
                  <a:lnTo>
                    <a:pt x="2896133" y="1750819"/>
                  </a:lnTo>
                  <a:lnTo>
                    <a:pt x="2896251" y="1750819"/>
                  </a:lnTo>
                  <a:lnTo>
                    <a:pt x="2896368" y="1750819"/>
                  </a:lnTo>
                  <a:lnTo>
                    <a:pt x="2896368" y="1750389"/>
                  </a:lnTo>
                  <a:lnTo>
                    <a:pt x="2896368" y="1749958"/>
                  </a:lnTo>
                  <a:lnTo>
                    <a:pt x="2896368" y="1749527"/>
                  </a:lnTo>
                  <a:lnTo>
                    <a:pt x="2896486" y="1749527"/>
                  </a:lnTo>
                  <a:lnTo>
                    <a:pt x="2896604" y="1749527"/>
                  </a:lnTo>
                  <a:lnTo>
                    <a:pt x="2896721" y="1749527"/>
                  </a:lnTo>
                  <a:lnTo>
                    <a:pt x="2896839" y="1749527"/>
                  </a:lnTo>
                  <a:lnTo>
                    <a:pt x="2896839" y="1749097"/>
                  </a:lnTo>
                  <a:lnTo>
                    <a:pt x="2896956" y="1749097"/>
                  </a:lnTo>
                  <a:lnTo>
                    <a:pt x="2897074" y="1749097"/>
                  </a:lnTo>
                  <a:lnTo>
                    <a:pt x="2897192" y="1749097"/>
                  </a:lnTo>
                  <a:lnTo>
                    <a:pt x="2897309" y="1749097"/>
                  </a:lnTo>
                  <a:lnTo>
                    <a:pt x="2897427" y="1749097"/>
                  </a:lnTo>
                  <a:lnTo>
                    <a:pt x="2897545" y="1749097"/>
                  </a:lnTo>
                  <a:lnTo>
                    <a:pt x="2897662" y="1749097"/>
                  </a:lnTo>
                  <a:lnTo>
                    <a:pt x="2897780" y="1749097"/>
                  </a:lnTo>
                  <a:lnTo>
                    <a:pt x="2897780" y="1748666"/>
                  </a:lnTo>
                  <a:lnTo>
                    <a:pt x="2897780" y="1748236"/>
                  </a:lnTo>
                  <a:lnTo>
                    <a:pt x="2897897" y="1748236"/>
                  </a:lnTo>
                  <a:lnTo>
                    <a:pt x="2898015" y="1748236"/>
                  </a:lnTo>
                  <a:lnTo>
                    <a:pt x="2898133" y="1748236"/>
                  </a:lnTo>
                  <a:lnTo>
                    <a:pt x="2898250" y="1748236"/>
                  </a:lnTo>
                  <a:lnTo>
                    <a:pt x="2898250" y="1747805"/>
                  </a:lnTo>
                  <a:lnTo>
                    <a:pt x="2898250" y="1747374"/>
                  </a:lnTo>
                  <a:lnTo>
                    <a:pt x="2898368" y="1747374"/>
                  </a:lnTo>
                  <a:lnTo>
                    <a:pt x="2898485" y="1747374"/>
                  </a:lnTo>
                  <a:lnTo>
                    <a:pt x="2898603" y="1747374"/>
                  </a:lnTo>
                  <a:lnTo>
                    <a:pt x="2898721" y="1747374"/>
                  </a:lnTo>
                  <a:lnTo>
                    <a:pt x="2898838" y="1747374"/>
                  </a:lnTo>
                  <a:lnTo>
                    <a:pt x="2898956" y="1747374"/>
                  </a:lnTo>
                  <a:lnTo>
                    <a:pt x="2899074" y="1747374"/>
                  </a:lnTo>
                  <a:lnTo>
                    <a:pt x="2899191" y="1747374"/>
                  </a:lnTo>
                  <a:lnTo>
                    <a:pt x="2899309" y="1747374"/>
                  </a:lnTo>
                  <a:lnTo>
                    <a:pt x="2899426" y="1747374"/>
                  </a:lnTo>
                  <a:lnTo>
                    <a:pt x="2899544" y="1747374"/>
                  </a:lnTo>
                  <a:lnTo>
                    <a:pt x="2899662" y="1747374"/>
                  </a:lnTo>
                  <a:lnTo>
                    <a:pt x="2899779" y="1747374"/>
                  </a:lnTo>
                  <a:lnTo>
                    <a:pt x="2899897" y="1747374"/>
                  </a:lnTo>
                  <a:lnTo>
                    <a:pt x="2900014" y="1747374"/>
                  </a:lnTo>
                  <a:lnTo>
                    <a:pt x="2900014" y="1746944"/>
                  </a:lnTo>
                  <a:lnTo>
                    <a:pt x="2900132" y="1746944"/>
                  </a:lnTo>
                  <a:lnTo>
                    <a:pt x="2900250" y="1746944"/>
                  </a:lnTo>
                  <a:lnTo>
                    <a:pt x="2900367" y="1746944"/>
                  </a:lnTo>
                  <a:lnTo>
                    <a:pt x="2900367" y="1746513"/>
                  </a:lnTo>
                  <a:lnTo>
                    <a:pt x="2900367" y="1746083"/>
                  </a:lnTo>
                  <a:lnTo>
                    <a:pt x="2900485" y="1746083"/>
                  </a:lnTo>
                  <a:lnTo>
                    <a:pt x="2900603" y="1746083"/>
                  </a:lnTo>
                  <a:lnTo>
                    <a:pt x="2900603" y="1745652"/>
                  </a:lnTo>
                  <a:lnTo>
                    <a:pt x="2900720" y="1745652"/>
                  </a:lnTo>
                  <a:lnTo>
                    <a:pt x="2900838" y="1745652"/>
                  </a:lnTo>
                  <a:lnTo>
                    <a:pt x="2900838" y="1745221"/>
                  </a:lnTo>
                  <a:lnTo>
                    <a:pt x="2900955" y="1745221"/>
                  </a:lnTo>
                  <a:lnTo>
                    <a:pt x="2901073" y="1745221"/>
                  </a:lnTo>
                  <a:lnTo>
                    <a:pt x="2901073" y="1744791"/>
                  </a:lnTo>
                  <a:lnTo>
                    <a:pt x="2901191" y="1744791"/>
                  </a:lnTo>
                  <a:lnTo>
                    <a:pt x="2901308" y="1744791"/>
                  </a:lnTo>
                  <a:lnTo>
                    <a:pt x="2901426" y="1744791"/>
                  </a:lnTo>
                  <a:lnTo>
                    <a:pt x="2901426" y="1744360"/>
                  </a:lnTo>
                  <a:lnTo>
                    <a:pt x="2901543" y="1744360"/>
                  </a:lnTo>
                  <a:lnTo>
                    <a:pt x="2901661" y="1744360"/>
                  </a:lnTo>
                  <a:lnTo>
                    <a:pt x="2901779" y="1744360"/>
                  </a:lnTo>
                  <a:lnTo>
                    <a:pt x="2901896" y="1744360"/>
                  </a:lnTo>
                  <a:lnTo>
                    <a:pt x="2902014" y="1744360"/>
                  </a:lnTo>
                  <a:lnTo>
                    <a:pt x="2902131" y="1744360"/>
                  </a:lnTo>
                  <a:lnTo>
                    <a:pt x="2902131" y="1743930"/>
                  </a:lnTo>
                  <a:lnTo>
                    <a:pt x="2902249" y="1743930"/>
                  </a:lnTo>
                  <a:lnTo>
                    <a:pt x="2902249" y="1743499"/>
                  </a:lnTo>
                  <a:lnTo>
                    <a:pt x="2902367" y="1743499"/>
                  </a:lnTo>
                  <a:lnTo>
                    <a:pt x="2902484" y="1743499"/>
                  </a:lnTo>
                  <a:lnTo>
                    <a:pt x="2902602" y="1743499"/>
                  </a:lnTo>
                  <a:lnTo>
                    <a:pt x="2902602" y="1743068"/>
                  </a:lnTo>
                  <a:lnTo>
                    <a:pt x="2902720" y="1743068"/>
                  </a:lnTo>
                  <a:lnTo>
                    <a:pt x="2902837" y="1743068"/>
                  </a:lnTo>
                  <a:lnTo>
                    <a:pt x="2902955" y="1743068"/>
                  </a:lnTo>
                  <a:lnTo>
                    <a:pt x="2903072" y="1743068"/>
                  </a:lnTo>
                  <a:lnTo>
                    <a:pt x="2903190" y="1743068"/>
                  </a:lnTo>
                  <a:lnTo>
                    <a:pt x="2903308" y="1743068"/>
                  </a:lnTo>
                  <a:lnTo>
                    <a:pt x="2903425" y="1743068"/>
                  </a:lnTo>
                  <a:lnTo>
                    <a:pt x="2903425" y="1742638"/>
                  </a:lnTo>
                  <a:lnTo>
                    <a:pt x="2903543" y="1742638"/>
                  </a:lnTo>
                  <a:lnTo>
                    <a:pt x="2903660" y="1742638"/>
                  </a:lnTo>
                  <a:lnTo>
                    <a:pt x="2903778" y="1742638"/>
                  </a:lnTo>
                  <a:lnTo>
                    <a:pt x="2903896" y="1742638"/>
                  </a:lnTo>
                  <a:lnTo>
                    <a:pt x="2904013" y="1742638"/>
                  </a:lnTo>
                  <a:lnTo>
                    <a:pt x="2904131" y="1742638"/>
                  </a:lnTo>
                  <a:lnTo>
                    <a:pt x="2904249" y="1742638"/>
                  </a:lnTo>
                  <a:lnTo>
                    <a:pt x="2904366" y="1742638"/>
                  </a:lnTo>
                  <a:lnTo>
                    <a:pt x="2904484" y="1742638"/>
                  </a:lnTo>
                  <a:lnTo>
                    <a:pt x="2904601" y="1742638"/>
                  </a:lnTo>
                  <a:lnTo>
                    <a:pt x="2904719" y="1742638"/>
                  </a:lnTo>
                  <a:lnTo>
                    <a:pt x="2904837" y="1742638"/>
                  </a:lnTo>
                  <a:lnTo>
                    <a:pt x="2904954" y="1742638"/>
                  </a:lnTo>
                  <a:lnTo>
                    <a:pt x="2905072" y="1742638"/>
                  </a:lnTo>
                  <a:lnTo>
                    <a:pt x="2905189" y="1742638"/>
                  </a:lnTo>
                  <a:lnTo>
                    <a:pt x="2905307" y="1742638"/>
                  </a:lnTo>
                  <a:lnTo>
                    <a:pt x="2905307" y="1742207"/>
                  </a:lnTo>
                  <a:lnTo>
                    <a:pt x="2905425" y="1742207"/>
                  </a:lnTo>
                  <a:lnTo>
                    <a:pt x="2905542" y="1742207"/>
                  </a:lnTo>
                  <a:lnTo>
                    <a:pt x="2905660" y="1742207"/>
                  </a:lnTo>
                  <a:lnTo>
                    <a:pt x="2905660" y="1741777"/>
                  </a:lnTo>
                  <a:lnTo>
                    <a:pt x="2905778" y="1741777"/>
                  </a:lnTo>
                  <a:lnTo>
                    <a:pt x="2905895" y="1741777"/>
                  </a:lnTo>
                  <a:lnTo>
                    <a:pt x="2905895" y="1741346"/>
                  </a:lnTo>
                  <a:lnTo>
                    <a:pt x="2906013" y="1741346"/>
                  </a:lnTo>
                  <a:lnTo>
                    <a:pt x="2906013" y="1740915"/>
                  </a:lnTo>
                  <a:lnTo>
                    <a:pt x="2906130" y="1740915"/>
                  </a:lnTo>
                  <a:lnTo>
                    <a:pt x="2906248" y="1740915"/>
                  </a:lnTo>
                  <a:lnTo>
                    <a:pt x="2906366" y="1740915"/>
                  </a:lnTo>
                  <a:lnTo>
                    <a:pt x="2906483" y="1740915"/>
                  </a:lnTo>
                  <a:lnTo>
                    <a:pt x="2906601" y="1740915"/>
                  </a:lnTo>
                  <a:lnTo>
                    <a:pt x="2906718" y="1740915"/>
                  </a:lnTo>
                  <a:lnTo>
                    <a:pt x="2906836" y="1740915"/>
                  </a:lnTo>
                  <a:lnTo>
                    <a:pt x="2906954" y="1740915"/>
                  </a:lnTo>
                  <a:lnTo>
                    <a:pt x="2907071" y="1740915"/>
                  </a:lnTo>
                  <a:lnTo>
                    <a:pt x="2907189" y="1740915"/>
                  </a:lnTo>
                  <a:lnTo>
                    <a:pt x="2907307" y="1740915"/>
                  </a:lnTo>
                  <a:lnTo>
                    <a:pt x="2907424" y="1740915"/>
                  </a:lnTo>
                  <a:lnTo>
                    <a:pt x="2907542" y="1740915"/>
                  </a:lnTo>
                  <a:lnTo>
                    <a:pt x="2907542" y="1740485"/>
                  </a:lnTo>
                  <a:lnTo>
                    <a:pt x="2907659" y="1740485"/>
                  </a:lnTo>
                  <a:lnTo>
                    <a:pt x="2907777" y="1740485"/>
                  </a:lnTo>
                  <a:lnTo>
                    <a:pt x="2907895" y="1740485"/>
                  </a:lnTo>
                  <a:lnTo>
                    <a:pt x="2907895" y="1740054"/>
                  </a:lnTo>
                  <a:lnTo>
                    <a:pt x="2908012" y="1740054"/>
                  </a:lnTo>
                  <a:lnTo>
                    <a:pt x="2908012" y="1739624"/>
                  </a:lnTo>
                  <a:lnTo>
                    <a:pt x="2908012" y="1739193"/>
                  </a:lnTo>
                  <a:lnTo>
                    <a:pt x="2908012" y="1738762"/>
                  </a:lnTo>
                  <a:lnTo>
                    <a:pt x="2908130" y="1738762"/>
                  </a:lnTo>
                  <a:lnTo>
                    <a:pt x="2908130" y="1738332"/>
                  </a:lnTo>
                  <a:lnTo>
                    <a:pt x="2908247" y="1738332"/>
                  </a:lnTo>
                  <a:lnTo>
                    <a:pt x="2908247" y="1737901"/>
                  </a:lnTo>
                  <a:lnTo>
                    <a:pt x="2908247" y="1737471"/>
                  </a:lnTo>
                  <a:lnTo>
                    <a:pt x="2908365" y="1737471"/>
                  </a:lnTo>
                  <a:lnTo>
                    <a:pt x="2908483" y="1737471"/>
                  </a:lnTo>
                  <a:lnTo>
                    <a:pt x="2908483" y="1737040"/>
                  </a:lnTo>
                  <a:lnTo>
                    <a:pt x="2908600" y="1737040"/>
                  </a:lnTo>
                  <a:lnTo>
                    <a:pt x="2908718" y="1737040"/>
                  </a:lnTo>
                  <a:lnTo>
                    <a:pt x="2908835" y="1737040"/>
                  </a:lnTo>
                  <a:lnTo>
                    <a:pt x="2908953" y="1737040"/>
                  </a:lnTo>
                  <a:lnTo>
                    <a:pt x="2909071" y="1737040"/>
                  </a:lnTo>
                  <a:lnTo>
                    <a:pt x="2909071" y="1736609"/>
                  </a:lnTo>
                  <a:lnTo>
                    <a:pt x="2909188" y="1736609"/>
                  </a:lnTo>
                  <a:lnTo>
                    <a:pt x="2909306" y="1736609"/>
                  </a:lnTo>
                  <a:lnTo>
                    <a:pt x="2909306" y="1736179"/>
                  </a:lnTo>
                  <a:lnTo>
                    <a:pt x="2909424" y="1736179"/>
                  </a:lnTo>
                  <a:lnTo>
                    <a:pt x="2909541" y="1736179"/>
                  </a:lnTo>
                  <a:lnTo>
                    <a:pt x="2909541" y="1735748"/>
                  </a:lnTo>
                  <a:lnTo>
                    <a:pt x="2909659" y="1735748"/>
                  </a:lnTo>
                  <a:lnTo>
                    <a:pt x="2909659" y="1735318"/>
                  </a:lnTo>
                  <a:lnTo>
                    <a:pt x="2909776" y="1735318"/>
                  </a:lnTo>
                  <a:lnTo>
                    <a:pt x="2909894" y="1735318"/>
                  </a:lnTo>
                  <a:lnTo>
                    <a:pt x="2910012" y="1735318"/>
                  </a:lnTo>
                  <a:lnTo>
                    <a:pt x="2910129" y="1735318"/>
                  </a:lnTo>
                  <a:lnTo>
                    <a:pt x="2910247" y="1735318"/>
                  </a:lnTo>
                  <a:lnTo>
                    <a:pt x="2910364" y="1735318"/>
                  </a:lnTo>
                  <a:lnTo>
                    <a:pt x="2910482" y="1735318"/>
                  </a:lnTo>
                  <a:lnTo>
                    <a:pt x="2910600" y="1735318"/>
                  </a:lnTo>
                  <a:lnTo>
                    <a:pt x="2910717" y="1735318"/>
                  </a:lnTo>
                  <a:lnTo>
                    <a:pt x="2910835" y="1735318"/>
                  </a:lnTo>
                  <a:lnTo>
                    <a:pt x="2910953" y="1735318"/>
                  </a:lnTo>
                  <a:lnTo>
                    <a:pt x="2911070" y="1735318"/>
                  </a:lnTo>
                  <a:lnTo>
                    <a:pt x="2911188" y="1735318"/>
                  </a:lnTo>
                  <a:lnTo>
                    <a:pt x="2911188" y="1734887"/>
                  </a:lnTo>
                  <a:lnTo>
                    <a:pt x="2911305" y="1734887"/>
                  </a:lnTo>
                  <a:lnTo>
                    <a:pt x="2911423" y="1734887"/>
                  </a:lnTo>
                  <a:lnTo>
                    <a:pt x="2911541" y="1734887"/>
                  </a:lnTo>
                  <a:lnTo>
                    <a:pt x="2911658" y="1734887"/>
                  </a:lnTo>
                  <a:lnTo>
                    <a:pt x="2911776" y="1734887"/>
                  </a:lnTo>
                  <a:lnTo>
                    <a:pt x="2911893" y="1734887"/>
                  </a:lnTo>
                  <a:lnTo>
                    <a:pt x="2911893" y="1734456"/>
                  </a:lnTo>
                  <a:lnTo>
                    <a:pt x="2912011" y="1734456"/>
                  </a:lnTo>
                  <a:lnTo>
                    <a:pt x="2912011" y="1734026"/>
                  </a:lnTo>
                  <a:lnTo>
                    <a:pt x="2912129" y="1734026"/>
                  </a:lnTo>
                  <a:lnTo>
                    <a:pt x="2912246" y="1734026"/>
                  </a:lnTo>
                  <a:lnTo>
                    <a:pt x="2912364" y="1734026"/>
                  </a:lnTo>
                  <a:lnTo>
                    <a:pt x="2912482" y="1734026"/>
                  </a:lnTo>
                  <a:lnTo>
                    <a:pt x="2912599" y="1734026"/>
                  </a:lnTo>
                  <a:lnTo>
                    <a:pt x="2912717" y="1734026"/>
                  </a:lnTo>
                  <a:lnTo>
                    <a:pt x="2912834" y="1734026"/>
                  </a:lnTo>
                  <a:lnTo>
                    <a:pt x="2912952" y="1734026"/>
                  </a:lnTo>
                  <a:lnTo>
                    <a:pt x="2913070" y="1734026"/>
                  </a:lnTo>
                  <a:lnTo>
                    <a:pt x="2913070" y="1733595"/>
                  </a:lnTo>
                  <a:lnTo>
                    <a:pt x="2913187" y="1733595"/>
                  </a:lnTo>
                  <a:lnTo>
                    <a:pt x="2913305" y="1733595"/>
                  </a:lnTo>
                  <a:lnTo>
                    <a:pt x="2913422" y="1733595"/>
                  </a:lnTo>
                  <a:lnTo>
                    <a:pt x="2913540" y="1733595"/>
                  </a:lnTo>
                  <a:lnTo>
                    <a:pt x="2913658" y="1733595"/>
                  </a:lnTo>
                  <a:lnTo>
                    <a:pt x="2913658" y="1733165"/>
                  </a:lnTo>
                  <a:lnTo>
                    <a:pt x="2913775" y="1733165"/>
                  </a:lnTo>
                  <a:lnTo>
                    <a:pt x="2913893" y="1733165"/>
                  </a:lnTo>
                  <a:lnTo>
                    <a:pt x="2914011" y="1733165"/>
                  </a:lnTo>
                  <a:lnTo>
                    <a:pt x="2914128" y="1733165"/>
                  </a:lnTo>
                  <a:lnTo>
                    <a:pt x="2914246" y="1733165"/>
                  </a:lnTo>
                  <a:lnTo>
                    <a:pt x="2914363" y="1733165"/>
                  </a:lnTo>
                  <a:lnTo>
                    <a:pt x="2914481" y="1733165"/>
                  </a:lnTo>
                  <a:lnTo>
                    <a:pt x="2914481" y="1732734"/>
                  </a:lnTo>
                  <a:lnTo>
                    <a:pt x="2914599" y="1732734"/>
                  </a:lnTo>
                  <a:lnTo>
                    <a:pt x="2914599" y="1732303"/>
                  </a:lnTo>
                  <a:lnTo>
                    <a:pt x="2914716" y="1732303"/>
                  </a:lnTo>
                  <a:lnTo>
                    <a:pt x="2914834" y="1732303"/>
                  </a:lnTo>
                  <a:lnTo>
                    <a:pt x="2914951" y="1732303"/>
                  </a:lnTo>
                  <a:lnTo>
                    <a:pt x="2915069" y="1732303"/>
                  </a:lnTo>
                  <a:lnTo>
                    <a:pt x="2915187" y="1732303"/>
                  </a:lnTo>
                  <a:lnTo>
                    <a:pt x="2915304" y="1732303"/>
                  </a:lnTo>
                  <a:lnTo>
                    <a:pt x="2915422" y="1732303"/>
                  </a:lnTo>
                  <a:lnTo>
                    <a:pt x="2915540" y="1732303"/>
                  </a:lnTo>
                  <a:lnTo>
                    <a:pt x="2915540" y="1731873"/>
                  </a:lnTo>
                  <a:lnTo>
                    <a:pt x="2915657" y="1731873"/>
                  </a:lnTo>
                  <a:lnTo>
                    <a:pt x="2915657" y="1731442"/>
                  </a:lnTo>
                  <a:lnTo>
                    <a:pt x="2915657" y="1731012"/>
                  </a:lnTo>
                  <a:lnTo>
                    <a:pt x="2915775" y="1731012"/>
                  </a:lnTo>
                  <a:lnTo>
                    <a:pt x="2915892" y="1731012"/>
                  </a:lnTo>
                  <a:lnTo>
                    <a:pt x="2916010" y="1731012"/>
                  </a:lnTo>
                  <a:lnTo>
                    <a:pt x="2916010" y="1730581"/>
                  </a:lnTo>
                  <a:lnTo>
                    <a:pt x="2916128" y="1730581"/>
                  </a:lnTo>
                  <a:lnTo>
                    <a:pt x="2916128" y="1730150"/>
                  </a:lnTo>
                  <a:lnTo>
                    <a:pt x="2916245" y="1730150"/>
                  </a:lnTo>
                  <a:lnTo>
                    <a:pt x="2916363" y="1730150"/>
                  </a:lnTo>
                  <a:lnTo>
                    <a:pt x="2916480" y="1730150"/>
                  </a:lnTo>
                  <a:lnTo>
                    <a:pt x="2916480" y="1729720"/>
                  </a:lnTo>
                  <a:lnTo>
                    <a:pt x="2916598" y="1729720"/>
                  </a:lnTo>
                  <a:lnTo>
                    <a:pt x="2916716" y="1729720"/>
                  </a:lnTo>
                  <a:lnTo>
                    <a:pt x="2916833" y="1729720"/>
                  </a:lnTo>
                  <a:lnTo>
                    <a:pt x="2916951" y="1729720"/>
                  </a:lnTo>
                  <a:lnTo>
                    <a:pt x="2917068" y="1729720"/>
                  </a:lnTo>
                  <a:lnTo>
                    <a:pt x="2917186" y="1729720"/>
                  </a:lnTo>
                  <a:lnTo>
                    <a:pt x="2917186" y="1729289"/>
                  </a:lnTo>
                  <a:lnTo>
                    <a:pt x="2917304" y="1729289"/>
                  </a:lnTo>
                  <a:lnTo>
                    <a:pt x="2917421" y="1729289"/>
                  </a:lnTo>
                  <a:lnTo>
                    <a:pt x="2917539" y="1729289"/>
                  </a:lnTo>
                  <a:lnTo>
                    <a:pt x="2917657" y="1729289"/>
                  </a:lnTo>
                  <a:lnTo>
                    <a:pt x="2917657" y="1728859"/>
                  </a:lnTo>
                  <a:lnTo>
                    <a:pt x="2917774" y="1728859"/>
                  </a:lnTo>
                  <a:lnTo>
                    <a:pt x="2917892" y="1728859"/>
                  </a:lnTo>
                  <a:lnTo>
                    <a:pt x="2918009" y="1728859"/>
                  </a:lnTo>
                  <a:lnTo>
                    <a:pt x="2918127" y="1728859"/>
                  </a:lnTo>
                  <a:lnTo>
                    <a:pt x="2918127" y="1728428"/>
                  </a:lnTo>
                  <a:lnTo>
                    <a:pt x="2918245" y="1728428"/>
                  </a:lnTo>
                  <a:lnTo>
                    <a:pt x="2918362" y="1728428"/>
                  </a:lnTo>
                  <a:lnTo>
                    <a:pt x="2918362" y="1727997"/>
                  </a:lnTo>
                  <a:lnTo>
                    <a:pt x="2918480" y="1727997"/>
                  </a:lnTo>
                  <a:lnTo>
                    <a:pt x="2918597" y="1727997"/>
                  </a:lnTo>
                  <a:lnTo>
                    <a:pt x="2918715" y="1727997"/>
                  </a:lnTo>
                  <a:lnTo>
                    <a:pt x="2918833" y="1727997"/>
                  </a:lnTo>
                  <a:lnTo>
                    <a:pt x="2918950" y="1727997"/>
                  </a:lnTo>
                  <a:lnTo>
                    <a:pt x="2919068" y="1727997"/>
                  </a:lnTo>
                  <a:lnTo>
                    <a:pt x="2919186" y="1727997"/>
                  </a:lnTo>
                  <a:lnTo>
                    <a:pt x="2919303" y="1727997"/>
                  </a:lnTo>
                  <a:lnTo>
                    <a:pt x="2919421" y="1727997"/>
                  </a:lnTo>
                  <a:lnTo>
                    <a:pt x="2919538" y="1727997"/>
                  </a:lnTo>
                  <a:lnTo>
                    <a:pt x="2919656" y="1727997"/>
                  </a:lnTo>
                  <a:lnTo>
                    <a:pt x="2919774" y="1727997"/>
                  </a:lnTo>
                  <a:lnTo>
                    <a:pt x="2919891" y="1727997"/>
                  </a:lnTo>
                  <a:lnTo>
                    <a:pt x="2920009" y="1727997"/>
                  </a:lnTo>
                  <a:lnTo>
                    <a:pt x="2920009" y="1727567"/>
                  </a:lnTo>
                  <a:lnTo>
                    <a:pt x="2920126" y="1727567"/>
                  </a:lnTo>
                  <a:lnTo>
                    <a:pt x="2920244" y="1727567"/>
                  </a:lnTo>
                  <a:lnTo>
                    <a:pt x="2920244" y="1727136"/>
                  </a:lnTo>
                  <a:lnTo>
                    <a:pt x="2920362" y="1727136"/>
                  </a:lnTo>
                  <a:lnTo>
                    <a:pt x="2920479" y="1727136"/>
                  </a:lnTo>
                  <a:lnTo>
                    <a:pt x="2920597" y="1727136"/>
                  </a:lnTo>
                  <a:lnTo>
                    <a:pt x="2920715" y="1727136"/>
                  </a:lnTo>
                  <a:lnTo>
                    <a:pt x="2920715" y="1726706"/>
                  </a:lnTo>
                  <a:lnTo>
                    <a:pt x="2920832" y="1726706"/>
                  </a:lnTo>
                  <a:lnTo>
                    <a:pt x="2920950" y="1726706"/>
                  </a:lnTo>
                  <a:lnTo>
                    <a:pt x="2921067" y="1726706"/>
                  </a:lnTo>
                  <a:lnTo>
                    <a:pt x="2921185" y="1726706"/>
                  </a:lnTo>
                  <a:lnTo>
                    <a:pt x="2921185" y="1726275"/>
                  </a:lnTo>
                  <a:lnTo>
                    <a:pt x="2921303" y="1726275"/>
                  </a:lnTo>
                  <a:lnTo>
                    <a:pt x="2921303" y="1725844"/>
                  </a:lnTo>
                  <a:lnTo>
                    <a:pt x="2921420" y="1725844"/>
                  </a:lnTo>
                  <a:lnTo>
                    <a:pt x="2921420" y="1725414"/>
                  </a:lnTo>
                  <a:lnTo>
                    <a:pt x="2921538" y="1725414"/>
                  </a:lnTo>
                  <a:lnTo>
                    <a:pt x="2921655" y="1725414"/>
                  </a:lnTo>
                  <a:lnTo>
                    <a:pt x="2921655" y="1724983"/>
                  </a:lnTo>
                  <a:lnTo>
                    <a:pt x="2921773" y="1724983"/>
                  </a:lnTo>
                  <a:lnTo>
                    <a:pt x="2921891" y="1724983"/>
                  </a:lnTo>
                  <a:lnTo>
                    <a:pt x="2921891" y="1724553"/>
                  </a:lnTo>
                  <a:lnTo>
                    <a:pt x="2922008" y="1724553"/>
                  </a:lnTo>
                  <a:lnTo>
                    <a:pt x="2922126" y="1724553"/>
                  </a:lnTo>
                  <a:lnTo>
                    <a:pt x="2922244" y="1724553"/>
                  </a:lnTo>
                  <a:lnTo>
                    <a:pt x="2922361" y="1724553"/>
                  </a:lnTo>
                  <a:lnTo>
                    <a:pt x="2922479" y="1724553"/>
                  </a:lnTo>
                  <a:lnTo>
                    <a:pt x="2922479" y="1724122"/>
                  </a:lnTo>
                  <a:lnTo>
                    <a:pt x="2922596" y="1724122"/>
                  </a:lnTo>
                  <a:lnTo>
                    <a:pt x="2922714" y="1724122"/>
                  </a:lnTo>
                  <a:lnTo>
                    <a:pt x="2922714" y="1723691"/>
                  </a:lnTo>
                  <a:lnTo>
                    <a:pt x="2922832" y="1723691"/>
                  </a:lnTo>
                  <a:lnTo>
                    <a:pt x="2922949" y="1723691"/>
                  </a:lnTo>
                  <a:lnTo>
                    <a:pt x="2923067" y="1723691"/>
                  </a:lnTo>
                  <a:lnTo>
                    <a:pt x="2923067" y="1723261"/>
                  </a:lnTo>
                  <a:lnTo>
                    <a:pt x="2923184" y="1723261"/>
                  </a:lnTo>
                  <a:lnTo>
                    <a:pt x="2923302" y="1723261"/>
                  </a:lnTo>
                  <a:lnTo>
                    <a:pt x="2923420" y="1723261"/>
                  </a:lnTo>
                  <a:lnTo>
                    <a:pt x="2923537" y="1723261"/>
                  </a:lnTo>
                  <a:lnTo>
                    <a:pt x="2923655" y="1723261"/>
                  </a:lnTo>
                  <a:lnTo>
                    <a:pt x="2923773" y="1723261"/>
                  </a:lnTo>
                  <a:lnTo>
                    <a:pt x="2923890" y="1723261"/>
                  </a:lnTo>
                  <a:lnTo>
                    <a:pt x="2924008" y="1723261"/>
                  </a:lnTo>
                  <a:lnTo>
                    <a:pt x="2924008" y="1722830"/>
                  </a:lnTo>
                  <a:lnTo>
                    <a:pt x="2924125" y="1722830"/>
                  </a:lnTo>
                  <a:lnTo>
                    <a:pt x="2924243" y="1722830"/>
                  </a:lnTo>
                  <a:lnTo>
                    <a:pt x="2924243" y="1722400"/>
                  </a:lnTo>
                  <a:lnTo>
                    <a:pt x="2924361" y="1722400"/>
                  </a:lnTo>
                  <a:lnTo>
                    <a:pt x="2924361" y="1721969"/>
                  </a:lnTo>
                  <a:lnTo>
                    <a:pt x="2924478" y="1721969"/>
                  </a:lnTo>
                  <a:lnTo>
                    <a:pt x="2924596" y="1721969"/>
                  </a:lnTo>
                  <a:lnTo>
                    <a:pt x="2924713" y="1721969"/>
                  </a:lnTo>
                  <a:lnTo>
                    <a:pt x="2924831" y="1721969"/>
                  </a:lnTo>
                  <a:lnTo>
                    <a:pt x="2924949" y="1721969"/>
                  </a:lnTo>
                  <a:lnTo>
                    <a:pt x="2925066" y="1721969"/>
                  </a:lnTo>
                  <a:lnTo>
                    <a:pt x="2925184" y="1721969"/>
                  </a:lnTo>
                  <a:lnTo>
                    <a:pt x="2925184" y="1721538"/>
                  </a:lnTo>
                  <a:lnTo>
                    <a:pt x="2925184" y="1721108"/>
                  </a:lnTo>
                  <a:lnTo>
                    <a:pt x="2925301" y="1721108"/>
                  </a:lnTo>
                  <a:lnTo>
                    <a:pt x="2925419" y="1721108"/>
                  </a:lnTo>
                  <a:lnTo>
                    <a:pt x="2925537" y="1721108"/>
                  </a:lnTo>
                  <a:lnTo>
                    <a:pt x="2925654" y="1721108"/>
                  </a:lnTo>
                  <a:lnTo>
                    <a:pt x="2925772" y="1721108"/>
                  </a:lnTo>
                  <a:lnTo>
                    <a:pt x="2925890" y="1721108"/>
                  </a:lnTo>
                  <a:lnTo>
                    <a:pt x="2926007" y="1721108"/>
                  </a:lnTo>
                  <a:lnTo>
                    <a:pt x="2926125" y="1721108"/>
                  </a:lnTo>
                  <a:lnTo>
                    <a:pt x="2926242" y="1721108"/>
                  </a:lnTo>
                  <a:lnTo>
                    <a:pt x="2926360" y="1721108"/>
                  </a:lnTo>
                  <a:lnTo>
                    <a:pt x="2926360" y="1720677"/>
                  </a:lnTo>
                  <a:lnTo>
                    <a:pt x="2926360" y="1720247"/>
                  </a:lnTo>
                  <a:lnTo>
                    <a:pt x="2926478" y="1720247"/>
                  </a:lnTo>
                  <a:lnTo>
                    <a:pt x="2926595" y="1720247"/>
                  </a:lnTo>
                  <a:lnTo>
                    <a:pt x="2926595" y="1719816"/>
                  </a:lnTo>
                  <a:lnTo>
                    <a:pt x="2926713" y="1719816"/>
                  </a:lnTo>
                  <a:lnTo>
                    <a:pt x="2926830" y="1719816"/>
                  </a:lnTo>
                  <a:lnTo>
                    <a:pt x="2926948" y="1719816"/>
                  </a:lnTo>
                  <a:lnTo>
                    <a:pt x="2927066" y="1719816"/>
                  </a:lnTo>
                  <a:lnTo>
                    <a:pt x="2927066" y="1719385"/>
                  </a:lnTo>
                  <a:lnTo>
                    <a:pt x="2927183" y="1719385"/>
                  </a:lnTo>
                  <a:lnTo>
                    <a:pt x="2927301" y="1719385"/>
                  </a:lnTo>
                  <a:lnTo>
                    <a:pt x="2927419" y="1719385"/>
                  </a:lnTo>
                  <a:lnTo>
                    <a:pt x="2927419" y="1718955"/>
                  </a:lnTo>
                  <a:lnTo>
                    <a:pt x="2927536" y="1718955"/>
                  </a:lnTo>
                  <a:lnTo>
                    <a:pt x="2927654" y="1718955"/>
                  </a:lnTo>
                  <a:lnTo>
                    <a:pt x="2927771" y="1718955"/>
                  </a:lnTo>
                  <a:lnTo>
                    <a:pt x="2927889" y="1718955"/>
                  </a:lnTo>
                  <a:lnTo>
                    <a:pt x="2928007" y="1718955"/>
                  </a:lnTo>
                  <a:lnTo>
                    <a:pt x="2928124" y="1718955"/>
                  </a:lnTo>
                  <a:lnTo>
                    <a:pt x="2928242" y="1718955"/>
                  </a:lnTo>
                  <a:lnTo>
                    <a:pt x="2928359" y="1718955"/>
                  </a:lnTo>
                  <a:lnTo>
                    <a:pt x="2928477" y="1718955"/>
                  </a:lnTo>
                  <a:lnTo>
                    <a:pt x="2928595" y="1718955"/>
                  </a:lnTo>
                  <a:lnTo>
                    <a:pt x="2928595" y="1718524"/>
                  </a:lnTo>
                  <a:lnTo>
                    <a:pt x="2928595" y="1718094"/>
                  </a:lnTo>
                  <a:lnTo>
                    <a:pt x="2928712" y="1718094"/>
                  </a:lnTo>
                  <a:lnTo>
                    <a:pt x="2928830" y="1718094"/>
                  </a:lnTo>
                  <a:lnTo>
                    <a:pt x="2928948" y="1718094"/>
                  </a:lnTo>
                  <a:lnTo>
                    <a:pt x="2929065" y="1718094"/>
                  </a:lnTo>
                  <a:lnTo>
                    <a:pt x="2929183" y="1718094"/>
                  </a:lnTo>
                  <a:lnTo>
                    <a:pt x="2929300" y="1718094"/>
                  </a:lnTo>
                  <a:lnTo>
                    <a:pt x="2929418" y="1718094"/>
                  </a:lnTo>
                  <a:lnTo>
                    <a:pt x="2929536" y="1718094"/>
                  </a:lnTo>
                  <a:lnTo>
                    <a:pt x="2929653" y="1718094"/>
                  </a:lnTo>
                  <a:lnTo>
                    <a:pt x="2929771" y="1718094"/>
                  </a:lnTo>
                  <a:lnTo>
                    <a:pt x="2929888" y="1718094"/>
                  </a:lnTo>
                  <a:lnTo>
                    <a:pt x="2930006" y="1718094"/>
                  </a:lnTo>
                  <a:lnTo>
                    <a:pt x="2930124" y="1718094"/>
                  </a:lnTo>
                  <a:lnTo>
                    <a:pt x="2930241" y="1718094"/>
                  </a:lnTo>
                  <a:lnTo>
                    <a:pt x="2930359" y="1718094"/>
                  </a:lnTo>
                  <a:lnTo>
                    <a:pt x="2930477" y="1718094"/>
                  </a:lnTo>
                  <a:lnTo>
                    <a:pt x="2930594" y="1718094"/>
                  </a:lnTo>
                  <a:lnTo>
                    <a:pt x="2930594" y="1717663"/>
                  </a:lnTo>
                  <a:lnTo>
                    <a:pt x="2930712" y="1717663"/>
                  </a:lnTo>
                  <a:lnTo>
                    <a:pt x="2930829" y="1717663"/>
                  </a:lnTo>
                  <a:lnTo>
                    <a:pt x="2930947" y="1717663"/>
                  </a:lnTo>
                  <a:lnTo>
                    <a:pt x="2930947" y="1717232"/>
                  </a:lnTo>
                  <a:lnTo>
                    <a:pt x="2931065" y="1717232"/>
                  </a:lnTo>
                  <a:lnTo>
                    <a:pt x="2931182" y="1717232"/>
                  </a:lnTo>
                  <a:lnTo>
                    <a:pt x="2931300" y="1717232"/>
                  </a:lnTo>
                  <a:lnTo>
                    <a:pt x="2931417" y="1717232"/>
                  </a:lnTo>
                  <a:lnTo>
                    <a:pt x="2931417" y="1716802"/>
                  </a:lnTo>
                  <a:lnTo>
                    <a:pt x="2931535" y="1716802"/>
                  </a:lnTo>
                  <a:lnTo>
                    <a:pt x="2931535" y="1716371"/>
                  </a:lnTo>
                  <a:lnTo>
                    <a:pt x="2931653" y="1716371"/>
                  </a:lnTo>
                  <a:lnTo>
                    <a:pt x="2931770" y="1716371"/>
                  </a:lnTo>
                  <a:lnTo>
                    <a:pt x="2931888" y="1716371"/>
                  </a:lnTo>
                  <a:lnTo>
                    <a:pt x="2932006" y="1716371"/>
                  </a:lnTo>
                  <a:lnTo>
                    <a:pt x="2932123" y="1716371"/>
                  </a:lnTo>
                  <a:lnTo>
                    <a:pt x="2932241" y="1716371"/>
                  </a:lnTo>
                  <a:lnTo>
                    <a:pt x="2932358" y="1716371"/>
                  </a:lnTo>
                  <a:lnTo>
                    <a:pt x="2932476" y="1716371"/>
                  </a:lnTo>
                  <a:lnTo>
                    <a:pt x="2932594" y="1716371"/>
                  </a:lnTo>
                  <a:lnTo>
                    <a:pt x="2932711" y="1716371"/>
                  </a:lnTo>
                  <a:lnTo>
                    <a:pt x="2932711" y="1715941"/>
                  </a:lnTo>
                  <a:lnTo>
                    <a:pt x="2932829" y="1715941"/>
                  </a:lnTo>
                  <a:lnTo>
                    <a:pt x="2932946" y="1715941"/>
                  </a:lnTo>
                  <a:lnTo>
                    <a:pt x="2933064" y="1715941"/>
                  </a:lnTo>
                  <a:lnTo>
                    <a:pt x="2933064" y="1715510"/>
                  </a:lnTo>
                  <a:lnTo>
                    <a:pt x="2933182" y="1715510"/>
                  </a:lnTo>
                  <a:lnTo>
                    <a:pt x="2933299" y="1715510"/>
                  </a:lnTo>
                  <a:lnTo>
                    <a:pt x="2933417" y="1715510"/>
                  </a:lnTo>
                  <a:lnTo>
                    <a:pt x="2933417" y="1715079"/>
                  </a:lnTo>
                  <a:lnTo>
                    <a:pt x="2933534" y="1715079"/>
                  </a:lnTo>
                  <a:lnTo>
                    <a:pt x="2933652" y="1715079"/>
                  </a:lnTo>
                  <a:lnTo>
                    <a:pt x="2933652" y="1714649"/>
                  </a:lnTo>
                  <a:lnTo>
                    <a:pt x="2933770" y="1714649"/>
                  </a:lnTo>
                  <a:lnTo>
                    <a:pt x="2933887" y="1714649"/>
                  </a:lnTo>
                  <a:lnTo>
                    <a:pt x="2934005" y="1714649"/>
                  </a:lnTo>
                  <a:lnTo>
                    <a:pt x="2934123" y="1714649"/>
                  </a:lnTo>
                  <a:lnTo>
                    <a:pt x="2934240" y="1714649"/>
                  </a:lnTo>
                  <a:lnTo>
                    <a:pt x="2934358" y="1714649"/>
                  </a:lnTo>
                  <a:lnTo>
                    <a:pt x="2934358" y="1714218"/>
                  </a:lnTo>
                  <a:lnTo>
                    <a:pt x="2934358" y="1713788"/>
                  </a:lnTo>
                  <a:lnTo>
                    <a:pt x="2934475" y="1713788"/>
                  </a:lnTo>
                  <a:lnTo>
                    <a:pt x="2934475" y="1713357"/>
                  </a:lnTo>
                  <a:lnTo>
                    <a:pt x="2934593" y="1713357"/>
                  </a:lnTo>
                  <a:lnTo>
                    <a:pt x="2934711" y="1713357"/>
                  </a:lnTo>
                  <a:lnTo>
                    <a:pt x="2934828" y="1713357"/>
                  </a:lnTo>
                  <a:lnTo>
                    <a:pt x="2934828" y="1712926"/>
                  </a:lnTo>
                  <a:lnTo>
                    <a:pt x="2934946" y="1712926"/>
                  </a:lnTo>
                  <a:lnTo>
                    <a:pt x="2935063" y="1712926"/>
                  </a:lnTo>
                  <a:lnTo>
                    <a:pt x="2935181" y="1712926"/>
                  </a:lnTo>
                  <a:lnTo>
                    <a:pt x="2935299" y="1712926"/>
                  </a:lnTo>
                  <a:lnTo>
                    <a:pt x="2935299" y="1712496"/>
                  </a:lnTo>
                  <a:lnTo>
                    <a:pt x="2935416" y="1712496"/>
                  </a:lnTo>
                  <a:lnTo>
                    <a:pt x="2935534" y="1712496"/>
                  </a:lnTo>
                  <a:lnTo>
                    <a:pt x="2935652" y="1712496"/>
                  </a:lnTo>
                  <a:lnTo>
                    <a:pt x="2935769" y="1712496"/>
                  </a:lnTo>
                  <a:lnTo>
                    <a:pt x="2935887" y="1712496"/>
                  </a:lnTo>
                  <a:lnTo>
                    <a:pt x="2936004" y="1712496"/>
                  </a:lnTo>
                  <a:lnTo>
                    <a:pt x="2936122" y="1712496"/>
                  </a:lnTo>
                  <a:lnTo>
                    <a:pt x="2936240" y="1712496"/>
                  </a:lnTo>
                  <a:lnTo>
                    <a:pt x="2936240" y="1712065"/>
                  </a:lnTo>
                  <a:lnTo>
                    <a:pt x="2936240" y="1711635"/>
                  </a:lnTo>
                  <a:lnTo>
                    <a:pt x="2936357" y="1711635"/>
                  </a:lnTo>
                  <a:lnTo>
                    <a:pt x="2936475" y="1711635"/>
                  </a:lnTo>
                  <a:lnTo>
                    <a:pt x="2936592" y="1711635"/>
                  </a:lnTo>
                  <a:lnTo>
                    <a:pt x="2936710" y="1711635"/>
                  </a:lnTo>
                  <a:lnTo>
                    <a:pt x="2936828" y="1711635"/>
                  </a:lnTo>
                  <a:lnTo>
                    <a:pt x="2936945" y="1711635"/>
                  </a:lnTo>
                  <a:lnTo>
                    <a:pt x="2936945" y="1711204"/>
                  </a:lnTo>
                  <a:lnTo>
                    <a:pt x="2937063" y="1711204"/>
                  </a:lnTo>
                  <a:lnTo>
                    <a:pt x="2937181" y="1711204"/>
                  </a:lnTo>
                  <a:lnTo>
                    <a:pt x="2937298" y="1711204"/>
                  </a:lnTo>
                  <a:lnTo>
                    <a:pt x="2937416" y="1711204"/>
                  </a:lnTo>
                  <a:lnTo>
                    <a:pt x="2937533" y="1711204"/>
                  </a:lnTo>
                  <a:lnTo>
                    <a:pt x="2937651" y="1711204"/>
                  </a:lnTo>
                  <a:lnTo>
                    <a:pt x="2937769" y="1711204"/>
                  </a:lnTo>
                  <a:lnTo>
                    <a:pt x="2937886" y="1711204"/>
                  </a:lnTo>
                  <a:lnTo>
                    <a:pt x="2938004" y="1711204"/>
                  </a:lnTo>
                  <a:lnTo>
                    <a:pt x="2938121" y="1711204"/>
                  </a:lnTo>
                  <a:lnTo>
                    <a:pt x="2938121" y="1710773"/>
                  </a:lnTo>
                  <a:lnTo>
                    <a:pt x="2938239" y="1710773"/>
                  </a:lnTo>
                  <a:lnTo>
                    <a:pt x="2938357" y="1710773"/>
                  </a:lnTo>
                  <a:lnTo>
                    <a:pt x="2938474" y="1710773"/>
                  </a:lnTo>
                  <a:lnTo>
                    <a:pt x="2938592" y="1710773"/>
                  </a:lnTo>
                  <a:lnTo>
                    <a:pt x="2938710" y="1710773"/>
                  </a:lnTo>
                  <a:lnTo>
                    <a:pt x="2938827" y="1710773"/>
                  </a:lnTo>
                  <a:lnTo>
                    <a:pt x="2938945" y="1710773"/>
                  </a:lnTo>
                  <a:lnTo>
                    <a:pt x="2939062" y="1710773"/>
                  </a:lnTo>
                  <a:lnTo>
                    <a:pt x="2939180" y="1710773"/>
                  </a:lnTo>
                  <a:lnTo>
                    <a:pt x="2939180" y="1710343"/>
                  </a:lnTo>
                  <a:lnTo>
                    <a:pt x="2939180" y="1709912"/>
                  </a:lnTo>
                  <a:lnTo>
                    <a:pt x="2939298" y="1709912"/>
                  </a:lnTo>
                  <a:lnTo>
                    <a:pt x="2939415" y="1709912"/>
                  </a:lnTo>
                  <a:lnTo>
                    <a:pt x="2939415" y="1709482"/>
                  </a:lnTo>
                  <a:lnTo>
                    <a:pt x="2939415" y="1709051"/>
                  </a:lnTo>
                  <a:lnTo>
                    <a:pt x="2939533" y="1709051"/>
                  </a:lnTo>
                  <a:lnTo>
                    <a:pt x="2939650" y="1709051"/>
                  </a:lnTo>
                  <a:lnTo>
                    <a:pt x="2939768" y="1709051"/>
                  </a:lnTo>
                  <a:lnTo>
                    <a:pt x="2939886" y="1709051"/>
                  </a:lnTo>
                  <a:lnTo>
                    <a:pt x="2939886" y="1708620"/>
                  </a:lnTo>
                  <a:lnTo>
                    <a:pt x="2939886" y="1708190"/>
                  </a:lnTo>
                  <a:lnTo>
                    <a:pt x="2939886" y="1707759"/>
                  </a:lnTo>
                  <a:lnTo>
                    <a:pt x="2940003" y="1707759"/>
                  </a:lnTo>
                  <a:lnTo>
                    <a:pt x="2940121" y="1707759"/>
                  </a:lnTo>
                  <a:lnTo>
                    <a:pt x="2940239" y="1707759"/>
                  </a:lnTo>
                  <a:lnTo>
                    <a:pt x="2940356" y="1707759"/>
                  </a:lnTo>
                  <a:lnTo>
                    <a:pt x="2940474" y="1707759"/>
                  </a:lnTo>
                  <a:lnTo>
                    <a:pt x="2940591" y="1707759"/>
                  </a:lnTo>
                  <a:lnTo>
                    <a:pt x="2940591" y="1707329"/>
                  </a:lnTo>
                  <a:lnTo>
                    <a:pt x="2940709" y="1707329"/>
                  </a:lnTo>
                  <a:lnTo>
                    <a:pt x="2940827" y="1707329"/>
                  </a:lnTo>
                  <a:lnTo>
                    <a:pt x="2940827" y="1706898"/>
                  </a:lnTo>
                  <a:lnTo>
                    <a:pt x="2940944" y="1706898"/>
                  </a:lnTo>
                  <a:lnTo>
                    <a:pt x="2940944" y="1706467"/>
                  </a:lnTo>
                  <a:lnTo>
                    <a:pt x="2941062" y="1706467"/>
                  </a:lnTo>
                  <a:lnTo>
                    <a:pt x="2941179" y="1706467"/>
                  </a:lnTo>
                  <a:lnTo>
                    <a:pt x="2941179" y="1706037"/>
                  </a:lnTo>
                  <a:lnTo>
                    <a:pt x="2941297" y="1706037"/>
                  </a:lnTo>
                  <a:lnTo>
                    <a:pt x="2941415" y="1706037"/>
                  </a:lnTo>
                  <a:lnTo>
                    <a:pt x="2941532" y="1706037"/>
                  </a:lnTo>
                  <a:lnTo>
                    <a:pt x="2941650" y="1706037"/>
                  </a:lnTo>
                  <a:lnTo>
                    <a:pt x="2941767" y="1706037"/>
                  </a:lnTo>
                  <a:lnTo>
                    <a:pt x="2941885" y="1706037"/>
                  </a:lnTo>
                  <a:lnTo>
                    <a:pt x="2942003" y="1706037"/>
                  </a:lnTo>
                  <a:lnTo>
                    <a:pt x="2942120" y="1706037"/>
                  </a:lnTo>
                  <a:lnTo>
                    <a:pt x="2942238" y="1706037"/>
                  </a:lnTo>
                  <a:lnTo>
                    <a:pt x="2942356" y="1706037"/>
                  </a:lnTo>
                  <a:lnTo>
                    <a:pt x="2942473" y="1706037"/>
                  </a:lnTo>
                  <a:lnTo>
                    <a:pt x="2942591" y="1706037"/>
                  </a:lnTo>
                  <a:lnTo>
                    <a:pt x="2942708" y="1706037"/>
                  </a:lnTo>
                  <a:lnTo>
                    <a:pt x="2942826" y="1706037"/>
                  </a:lnTo>
                  <a:lnTo>
                    <a:pt x="2942944" y="1706037"/>
                  </a:lnTo>
                  <a:lnTo>
                    <a:pt x="2943061" y="1706037"/>
                  </a:lnTo>
                  <a:lnTo>
                    <a:pt x="2943061" y="1705606"/>
                  </a:lnTo>
                  <a:lnTo>
                    <a:pt x="2943179" y="1705606"/>
                  </a:lnTo>
                  <a:lnTo>
                    <a:pt x="2943296" y="1705606"/>
                  </a:lnTo>
                  <a:lnTo>
                    <a:pt x="2943414" y="1705606"/>
                  </a:lnTo>
                  <a:lnTo>
                    <a:pt x="2943532" y="1705606"/>
                  </a:lnTo>
                  <a:lnTo>
                    <a:pt x="2943532" y="1705176"/>
                  </a:lnTo>
                  <a:lnTo>
                    <a:pt x="2943649" y="1705176"/>
                  </a:lnTo>
                  <a:lnTo>
                    <a:pt x="2943767" y="1705176"/>
                  </a:lnTo>
                  <a:lnTo>
                    <a:pt x="2943885" y="1705176"/>
                  </a:lnTo>
                  <a:lnTo>
                    <a:pt x="2944002" y="1705176"/>
                  </a:lnTo>
                  <a:lnTo>
                    <a:pt x="2944120" y="1705176"/>
                  </a:lnTo>
                  <a:lnTo>
                    <a:pt x="2944237" y="1705176"/>
                  </a:lnTo>
                  <a:lnTo>
                    <a:pt x="2944355" y="1705176"/>
                  </a:lnTo>
                  <a:lnTo>
                    <a:pt x="2944473" y="1705176"/>
                  </a:lnTo>
                  <a:lnTo>
                    <a:pt x="2944590" y="1705176"/>
                  </a:lnTo>
                  <a:lnTo>
                    <a:pt x="2944708" y="1705176"/>
                  </a:lnTo>
                  <a:lnTo>
                    <a:pt x="2944825" y="1705176"/>
                  </a:lnTo>
                  <a:lnTo>
                    <a:pt x="2944943" y="1705176"/>
                  </a:lnTo>
                  <a:lnTo>
                    <a:pt x="2945061" y="1705176"/>
                  </a:lnTo>
                  <a:lnTo>
                    <a:pt x="2945178" y="1705176"/>
                  </a:lnTo>
                  <a:lnTo>
                    <a:pt x="2945178" y="1704745"/>
                  </a:lnTo>
                  <a:lnTo>
                    <a:pt x="2945296" y="1704745"/>
                  </a:lnTo>
                  <a:lnTo>
                    <a:pt x="2945296" y="1704314"/>
                  </a:lnTo>
                  <a:lnTo>
                    <a:pt x="2945414" y="1704314"/>
                  </a:lnTo>
                  <a:lnTo>
                    <a:pt x="2945531" y="1704314"/>
                  </a:lnTo>
                  <a:lnTo>
                    <a:pt x="2945531" y="1703884"/>
                  </a:lnTo>
                  <a:lnTo>
                    <a:pt x="2945649" y="1703884"/>
                  </a:lnTo>
                  <a:lnTo>
                    <a:pt x="2945649" y="1703453"/>
                  </a:lnTo>
                  <a:lnTo>
                    <a:pt x="2945649" y="1703023"/>
                  </a:lnTo>
                  <a:lnTo>
                    <a:pt x="2945766" y="1703023"/>
                  </a:lnTo>
                  <a:lnTo>
                    <a:pt x="2945884" y="1703023"/>
                  </a:lnTo>
                  <a:lnTo>
                    <a:pt x="2945884" y="1702592"/>
                  </a:lnTo>
                  <a:lnTo>
                    <a:pt x="2946002" y="1702592"/>
                  </a:lnTo>
                  <a:lnTo>
                    <a:pt x="2946119" y="1702592"/>
                  </a:lnTo>
                  <a:lnTo>
                    <a:pt x="2946237" y="1702592"/>
                  </a:lnTo>
                  <a:lnTo>
                    <a:pt x="2946354" y="1702592"/>
                  </a:lnTo>
                  <a:lnTo>
                    <a:pt x="2946472" y="1702592"/>
                  </a:lnTo>
                  <a:lnTo>
                    <a:pt x="2946590" y="1702592"/>
                  </a:lnTo>
                  <a:lnTo>
                    <a:pt x="2946707" y="1702592"/>
                  </a:lnTo>
                  <a:lnTo>
                    <a:pt x="2946825" y="1702592"/>
                  </a:lnTo>
                  <a:lnTo>
                    <a:pt x="2946825" y="1702161"/>
                  </a:lnTo>
                  <a:lnTo>
                    <a:pt x="2946943" y="1702161"/>
                  </a:lnTo>
                  <a:lnTo>
                    <a:pt x="2947060" y="1702161"/>
                  </a:lnTo>
                  <a:lnTo>
                    <a:pt x="2947178" y="1702161"/>
                  </a:lnTo>
                  <a:lnTo>
                    <a:pt x="2947178" y="1701731"/>
                  </a:lnTo>
                  <a:lnTo>
                    <a:pt x="2947178" y="1701300"/>
                  </a:lnTo>
                  <a:lnTo>
                    <a:pt x="2947295" y="1701300"/>
                  </a:lnTo>
                  <a:lnTo>
                    <a:pt x="2947295" y="1700870"/>
                  </a:lnTo>
                  <a:lnTo>
                    <a:pt x="2947413" y="1700870"/>
                  </a:lnTo>
                  <a:lnTo>
                    <a:pt x="2947531" y="1700870"/>
                  </a:lnTo>
                  <a:lnTo>
                    <a:pt x="2947648" y="1700870"/>
                  </a:lnTo>
                  <a:lnTo>
                    <a:pt x="2947648" y="1700439"/>
                  </a:lnTo>
                  <a:lnTo>
                    <a:pt x="2947766" y="1700439"/>
                  </a:lnTo>
                  <a:lnTo>
                    <a:pt x="2947883" y="1700439"/>
                  </a:lnTo>
                  <a:lnTo>
                    <a:pt x="2947883" y="1700008"/>
                  </a:lnTo>
                  <a:lnTo>
                    <a:pt x="2948001" y="1700008"/>
                  </a:lnTo>
                  <a:lnTo>
                    <a:pt x="2948119" y="1700008"/>
                  </a:lnTo>
                  <a:lnTo>
                    <a:pt x="2948236" y="1700008"/>
                  </a:lnTo>
                  <a:lnTo>
                    <a:pt x="2948354" y="1700008"/>
                  </a:lnTo>
                  <a:lnTo>
                    <a:pt x="2948472" y="1700008"/>
                  </a:lnTo>
                  <a:lnTo>
                    <a:pt x="2948589" y="1700008"/>
                  </a:lnTo>
                  <a:lnTo>
                    <a:pt x="2948707" y="1700008"/>
                  </a:lnTo>
                  <a:lnTo>
                    <a:pt x="2948824" y="1700008"/>
                  </a:lnTo>
                  <a:lnTo>
                    <a:pt x="2948824" y="1699578"/>
                  </a:lnTo>
                  <a:lnTo>
                    <a:pt x="2948942" y="1699578"/>
                  </a:lnTo>
                  <a:lnTo>
                    <a:pt x="2949060" y="1699578"/>
                  </a:lnTo>
                  <a:lnTo>
                    <a:pt x="2949177" y="1699578"/>
                  </a:lnTo>
                  <a:lnTo>
                    <a:pt x="2949295" y="1699578"/>
                  </a:lnTo>
                  <a:lnTo>
                    <a:pt x="2949412" y="1699578"/>
                  </a:lnTo>
                  <a:lnTo>
                    <a:pt x="2949530" y="1699578"/>
                  </a:lnTo>
                  <a:lnTo>
                    <a:pt x="2949530" y="1699147"/>
                  </a:lnTo>
                  <a:lnTo>
                    <a:pt x="2949648" y="1699147"/>
                  </a:lnTo>
                  <a:lnTo>
                    <a:pt x="2949765" y="1699147"/>
                  </a:lnTo>
                  <a:lnTo>
                    <a:pt x="2949883" y="1699147"/>
                  </a:lnTo>
                  <a:lnTo>
                    <a:pt x="2950000" y="1699147"/>
                  </a:lnTo>
                  <a:lnTo>
                    <a:pt x="2950118" y="1699147"/>
                  </a:lnTo>
                  <a:lnTo>
                    <a:pt x="2950236" y="1699147"/>
                  </a:lnTo>
                  <a:lnTo>
                    <a:pt x="2950236" y="1698717"/>
                  </a:lnTo>
                  <a:lnTo>
                    <a:pt x="2950236" y="1698286"/>
                  </a:lnTo>
                  <a:lnTo>
                    <a:pt x="2950236" y="1697855"/>
                  </a:lnTo>
                  <a:lnTo>
                    <a:pt x="2950353" y="1697855"/>
                  </a:lnTo>
                  <a:lnTo>
                    <a:pt x="2950471" y="1697855"/>
                  </a:lnTo>
                  <a:lnTo>
                    <a:pt x="2950589" y="1697855"/>
                  </a:lnTo>
                  <a:lnTo>
                    <a:pt x="2950706" y="1697855"/>
                  </a:lnTo>
                  <a:lnTo>
                    <a:pt x="2950824" y="1697855"/>
                  </a:lnTo>
                  <a:lnTo>
                    <a:pt x="2950941" y="1697855"/>
                  </a:lnTo>
                  <a:lnTo>
                    <a:pt x="2951059" y="1697855"/>
                  </a:lnTo>
                  <a:lnTo>
                    <a:pt x="2951059" y="1697425"/>
                  </a:lnTo>
                  <a:lnTo>
                    <a:pt x="2951177" y="1697425"/>
                  </a:lnTo>
                  <a:lnTo>
                    <a:pt x="2951294" y="1697425"/>
                  </a:lnTo>
                  <a:lnTo>
                    <a:pt x="2951412" y="1697425"/>
                  </a:lnTo>
                  <a:lnTo>
                    <a:pt x="2951529" y="1697425"/>
                  </a:lnTo>
                  <a:lnTo>
                    <a:pt x="2951529" y="1696994"/>
                  </a:lnTo>
                  <a:lnTo>
                    <a:pt x="2951647" y="1696994"/>
                  </a:lnTo>
                  <a:lnTo>
                    <a:pt x="2951765" y="1696994"/>
                  </a:lnTo>
                  <a:lnTo>
                    <a:pt x="2951882" y="1696994"/>
                  </a:lnTo>
                  <a:lnTo>
                    <a:pt x="2952000" y="1696994"/>
                  </a:lnTo>
                  <a:lnTo>
                    <a:pt x="2952118" y="1696994"/>
                  </a:lnTo>
                  <a:lnTo>
                    <a:pt x="2952235" y="1696994"/>
                  </a:lnTo>
                  <a:lnTo>
                    <a:pt x="2952353" y="1696994"/>
                  </a:lnTo>
                  <a:lnTo>
                    <a:pt x="2952470" y="1696994"/>
                  </a:lnTo>
                  <a:lnTo>
                    <a:pt x="2952588" y="1696994"/>
                  </a:lnTo>
                  <a:lnTo>
                    <a:pt x="2952706" y="1696994"/>
                  </a:lnTo>
                  <a:lnTo>
                    <a:pt x="2952823" y="1696994"/>
                  </a:lnTo>
                  <a:lnTo>
                    <a:pt x="2952941" y="1696994"/>
                  </a:lnTo>
                  <a:lnTo>
                    <a:pt x="2953058" y="1696994"/>
                  </a:lnTo>
                  <a:lnTo>
                    <a:pt x="2953176" y="1696994"/>
                  </a:lnTo>
                  <a:lnTo>
                    <a:pt x="2953176" y="1696564"/>
                  </a:lnTo>
                  <a:lnTo>
                    <a:pt x="2953294" y="1696564"/>
                  </a:lnTo>
                  <a:lnTo>
                    <a:pt x="2953411" y="1696564"/>
                  </a:lnTo>
                  <a:lnTo>
                    <a:pt x="2953411" y="1696133"/>
                  </a:lnTo>
                  <a:lnTo>
                    <a:pt x="2953529" y="1696133"/>
                  </a:lnTo>
                  <a:lnTo>
                    <a:pt x="2953647" y="1696133"/>
                  </a:lnTo>
                  <a:lnTo>
                    <a:pt x="2953764" y="1696133"/>
                  </a:lnTo>
                  <a:lnTo>
                    <a:pt x="2953882" y="1696133"/>
                  </a:lnTo>
                  <a:lnTo>
                    <a:pt x="2953999" y="1696133"/>
                  </a:lnTo>
                  <a:lnTo>
                    <a:pt x="2954117" y="1696133"/>
                  </a:lnTo>
                  <a:lnTo>
                    <a:pt x="2954235" y="1696133"/>
                  </a:lnTo>
                  <a:lnTo>
                    <a:pt x="2954352" y="1696133"/>
                  </a:lnTo>
                  <a:lnTo>
                    <a:pt x="2954470" y="1696133"/>
                  </a:lnTo>
                  <a:lnTo>
                    <a:pt x="2954587" y="1696133"/>
                  </a:lnTo>
                  <a:lnTo>
                    <a:pt x="2954705" y="1696133"/>
                  </a:lnTo>
                  <a:lnTo>
                    <a:pt x="2954823" y="1696133"/>
                  </a:lnTo>
                  <a:lnTo>
                    <a:pt x="2954940" y="1696133"/>
                  </a:lnTo>
                  <a:lnTo>
                    <a:pt x="2955058" y="1696133"/>
                  </a:lnTo>
                  <a:lnTo>
                    <a:pt x="2955058" y="1695702"/>
                  </a:lnTo>
                  <a:lnTo>
                    <a:pt x="2955058" y="1695272"/>
                  </a:lnTo>
                  <a:lnTo>
                    <a:pt x="2955176" y="1695272"/>
                  </a:lnTo>
                  <a:lnTo>
                    <a:pt x="2955293" y="1695272"/>
                  </a:lnTo>
                  <a:lnTo>
                    <a:pt x="2955411" y="1695272"/>
                  </a:lnTo>
                  <a:lnTo>
                    <a:pt x="2955528" y="1695272"/>
                  </a:lnTo>
                  <a:lnTo>
                    <a:pt x="2955528" y="1694841"/>
                  </a:lnTo>
                  <a:lnTo>
                    <a:pt x="2955528" y="1694411"/>
                  </a:lnTo>
                  <a:lnTo>
                    <a:pt x="2955646" y="1694411"/>
                  </a:lnTo>
                  <a:lnTo>
                    <a:pt x="2955764" y="1694411"/>
                  </a:lnTo>
                  <a:lnTo>
                    <a:pt x="2955881" y="1694411"/>
                  </a:lnTo>
                  <a:lnTo>
                    <a:pt x="2955999" y="1694411"/>
                  </a:lnTo>
                  <a:lnTo>
                    <a:pt x="2956116" y="1694411"/>
                  </a:lnTo>
                  <a:lnTo>
                    <a:pt x="2956234" y="1694411"/>
                  </a:lnTo>
                  <a:lnTo>
                    <a:pt x="2956352" y="1694411"/>
                  </a:lnTo>
                  <a:lnTo>
                    <a:pt x="2956352" y="1693980"/>
                  </a:lnTo>
                  <a:lnTo>
                    <a:pt x="2956469" y="1693980"/>
                  </a:lnTo>
                  <a:lnTo>
                    <a:pt x="2956587" y="1693980"/>
                  </a:lnTo>
                  <a:lnTo>
                    <a:pt x="2956705" y="1693980"/>
                  </a:lnTo>
                  <a:lnTo>
                    <a:pt x="2956822" y="1693980"/>
                  </a:lnTo>
                  <a:lnTo>
                    <a:pt x="2956940" y="1693980"/>
                  </a:lnTo>
                  <a:lnTo>
                    <a:pt x="2957057" y="1693980"/>
                  </a:lnTo>
                  <a:lnTo>
                    <a:pt x="2957175" y="1693980"/>
                  </a:lnTo>
                  <a:lnTo>
                    <a:pt x="2957293" y="1693980"/>
                  </a:lnTo>
                  <a:lnTo>
                    <a:pt x="2957410" y="1693980"/>
                  </a:lnTo>
                  <a:lnTo>
                    <a:pt x="2957528" y="1693980"/>
                  </a:lnTo>
                  <a:lnTo>
                    <a:pt x="2957528" y="1693549"/>
                  </a:lnTo>
                  <a:lnTo>
                    <a:pt x="2957528" y="1693119"/>
                  </a:lnTo>
                  <a:lnTo>
                    <a:pt x="2957645" y="1693119"/>
                  </a:lnTo>
                  <a:lnTo>
                    <a:pt x="2957763" y="1693119"/>
                  </a:lnTo>
                  <a:lnTo>
                    <a:pt x="2957881" y="1693119"/>
                  </a:lnTo>
                  <a:lnTo>
                    <a:pt x="2957998" y="1693119"/>
                  </a:lnTo>
                  <a:lnTo>
                    <a:pt x="2958116" y="1693119"/>
                  </a:lnTo>
                  <a:lnTo>
                    <a:pt x="2958116" y="1692688"/>
                  </a:lnTo>
                  <a:lnTo>
                    <a:pt x="2958116" y="1692258"/>
                  </a:lnTo>
                  <a:lnTo>
                    <a:pt x="2958233" y="1692258"/>
                  </a:lnTo>
                  <a:lnTo>
                    <a:pt x="2958351" y="1692258"/>
                  </a:lnTo>
                  <a:lnTo>
                    <a:pt x="2958469" y="1692258"/>
                  </a:lnTo>
                  <a:lnTo>
                    <a:pt x="2958586" y="1692258"/>
                  </a:lnTo>
                  <a:lnTo>
                    <a:pt x="2958586" y="1691827"/>
                  </a:lnTo>
                  <a:lnTo>
                    <a:pt x="2958586" y="1691396"/>
                  </a:lnTo>
                  <a:lnTo>
                    <a:pt x="2958704" y="1691396"/>
                  </a:lnTo>
                  <a:lnTo>
                    <a:pt x="2958704" y="1690966"/>
                  </a:lnTo>
                  <a:lnTo>
                    <a:pt x="2958822" y="1690966"/>
                  </a:lnTo>
                  <a:lnTo>
                    <a:pt x="2958939" y="1690966"/>
                  </a:lnTo>
                  <a:lnTo>
                    <a:pt x="2959057" y="1690966"/>
                  </a:lnTo>
                  <a:lnTo>
                    <a:pt x="2959174" y="1690966"/>
                  </a:lnTo>
                  <a:lnTo>
                    <a:pt x="2959292" y="1690966"/>
                  </a:lnTo>
                  <a:lnTo>
                    <a:pt x="2959292" y="1690535"/>
                  </a:lnTo>
                  <a:lnTo>
                    <a:pt x="2959292" y="1690105"/>
                  </a:lnTo>
                  <a:lnTo>
                    <a:pt x="2959410" y="1690105"/>
                  </a:lnTo>
                  <a:lnTo>
                    <a:pt x="2959410" y="1689674"/>
                  </a:lnTo>
                  <a:lnTo>
                    <a:pt x="2959527" y="1689674"/>
                  </a:lnTo>
                  <a:lnTo>
                    <a:pt x="2959645" y="1689674"/>
                  </a:lnTo>
                  <a:lnTo>
                    <a:pt x="2959762" y="1689674"/>
                  </a:lnTo>
                  <a:lnTo>
                    <a:pt x="2959880" y="1689674"/>
                  </a:lnTo>
                  <a:lnTo>
                    <a:pt x="2959998" y="1689674"/>
                  </a:lnTo>
                  <a:lnTo>
                    <a:pt x="2960115" y="1689674"/>
                  </a:lnTo>
                  <a:lnTo>
                    <a:pt x="2960115" y="1689243"/>
                  </a:lnTo>
                  <a:lnTo>
                    <a:pt x="2960233" y="1689243"/>
                  </a:lnTo>
                  <a:lnTo>
                    <a:pt x="2960351" y="1689243"/>
                  </a:lnTo>
                  <a:lnTo>
                    <a:pt x="2960468" y="1689243"/>
                  </a:lnTo>
                  <a:lnTo>
                    <a:pt x="2960586" y="1689243"/>
                  </a:lnTo>
                  <a:lnTo>
                    <a:pt x="2960586" y="1688813"/>
                  </a:lnTo>
                  <a:lnTo>
                    <a:pt x="2960703" y="1688813"/>
                  </a:lnTo>
                  <a:lnTo>
                    <a:pt x="2960821" y="1688813"/>
                  </a:lnTo>
                  <a:lnTo>
                    <a:pt x="2960939" y="1688813"/>
                  </a:lnTo>
                  <a:lnTo>
                    <a:pt x="2961056" y="1688813"/>
                  </a:lnTo>
                  <a:lnTo>
                    <a:pt x="2961174" y="1688813"/>
                  </a:lnTo>
                  <a:lnTo>
                    <a:pt x="2961291" y="1688813"/>
                  </a:lnTo>
                  <a:lnTo>
                    <a:pt x="2961409" y="1688813"/>
                  </a:lnTo>
                  <a:lnTo>
                    <a:pt x="2961409" y="1688382"/>
                  </a:lnTo>
                  <a:lnTo>
                    <a:pt x="2961527" y="1688382"/>
                  </a:lnTo>
                  <a:lnTo>
                    <a:pt x="2961644" y="1688382"/>
                  </a:lnTo>
                  <a:lnTo>
                    <a:pt x="2961762" y="1688382"/>
                  </a:lnTo>
                  <a:lnTo>
                    <a:pt x="2961880" y="1688382"/>
                  </a:lnTo>
                  <a:lnTo>
                    <a:pt x="2961997" y="1688382"/>
                  </a:lnTo>
                  <a:lnTo>
                    <a:pt x="2962115" y="1688382"/>
                  </a:lnTo>
                  <a:lnTo>
                    <a:pt x="2962232" y="1688382"/>
                  </a:lnTo>
                  <a:lnTo>
                    <a:pt x="2962232" y="1687952"/>
                  </a:lnTo>
                  <a:lnTo>
                    <a:pt x="2962350" y="1687952"/>
                  </a:lnTo>
                  <a:lnTo>
                    <a:pt x="2962350" y="1687521"/>
                  </a:lnTo>
                  <a:lnTo>
                    <a:pt x="2962468" y="1687521"/>
                  </a:lnTo>
                  <a:lnTo>
                    <a:pt x="2962585" y="1687521"/>
                  </a:lnTo>
                  <a:lnTo>
                    <a:pt x="2962703" y="1687521"/>
                  </a:lnTo>
                  <a:lnTo>
                    <a:pt x="2962820" y="1687521"/>
                  </a:lnTo>
                  <a:lnTo>
                    <a:pt x="2962938" y="1687521"/>
                  </a:lnTo>
                  <a:lnTo>
                    <a:pt x="2963056" y="1687521"/>
                  </a:lnTo>
                  <a:lnTo>
                    <a:pt x="2963173" y="1687521"/>
                  </a:lnTo>
                  <a:lnTo>
                    <a:pt x="2963291" y="1687521"/>
                  </a:lnTo>
                  <a:lnTo>
                    <a:pt x="2963291" y="1687090"/>
                  </a:lnTo>
                  <a:lnTo>
                    <a:pt x="2963409" y="1687090"/>
                  </a:lnTo>
                  <a:lnTo>
                    <a:pt x="2963526" y="1687090"/>
                  </a:lnTo>
                  <a:lnTo>
                    <a:pt x="2963644" y="1687090"/>
                  </a:lnTo>
                  <a:lnTo>
                    <a:pt x="2963761" y="1687090"/>
                  </a:lnTo>
                  <a:lnTo>
                    <a:pt x="2963879" y="1687090"/>
                  </a:lnTo>
                  <a:lnTo>
                    <a:pt x="2963997" y="1687090"/>
                  </a:lnTo>
                  <a:lnTo>
                    <a:pt x="2964114" y="1687090"/>
                  </a:lnTo>
                  <a:lnTo>
                    <a:pt x="2964232" y="1687090"/>
                  </a:lnTo>
                  <a:lnTo>
                    <a:pt x="2964349" y="1687090"/>
                  </a:lnTo>
                  <a:lnTo>
                    <a:pt x="2964467" y="1687090"/>
                  </a:lnTo>
                  <a:lnTo>
                    <a:pt x="2964585" y="1687090"/>
                  </a:lnTo>
                  <a:lnTo>
                    <a:pt x="2964702" y="1687090"/>
                  </a:lnTo>
                  <a:lnTo>
                    <a:pt x="2964702" y="1686660"/>
                  </a:lnTo>
                  <a:lnTo>
                    <a:pt x="2964820" y="1686660"/>
                  </a:lnTo>
                  <a:lnTo>
                    <a:pt x="2964938" y="1686660"/>
                  </a:lnTo>
                  <a:lnTo>
                    <a:pt x="2965055" y="1686660"/>
                  </a:lnTo>
                  <a:lnTo>
                    <a:pt x="2965173" y="1686660"/>
                  </a:lnTo>
                  <a:lnTo>
                    <a:pt x="2965173" y="1686229"/>
                  </a:lnTo>
                  <a:lnTo>
                    <a:pt x="2965290" y="1686229"/>
                  </a:lnTo>
                  <a:lnTo>
                    <a:pt x="2965290" y="1685799"/>
                  </a:lnTo>
                  <a:lnTo>
                    <a:pt x="2965408" y="1685799"/>
                  </a:lnTo>
                  <a:lnTo>
                    <a:pt x="2965526" y="1685799"/>
                  </a:lnTo>
                  <a:lnTo>
                    <a:pt x="2965643" y="1685799"/>
                  </a:lnTo>
                  <a:lnTo>
                    <a:pt x="2965761" y="1685799"/>
                  </a:lnTo>
                  <a:lnTo>
                    <a:pt x="2965878" y="1685799"/>
                  </a:lnTo>
                  <a:lnTo>
                    <a:pt x="2965996" y="1685799"/>
                  </a:lnTo>
                  <a:lnTo>
                    <a:pt x="2966114" y="1685799"/>
                  </a:lnTo>
                  <a:lnTo>
                    <a:pt x="2966231" y="1685799"/>
                  </a:lnTo>
                  <a:lnTo>
                    <a:pt x="2966349" y="1685799"/>
                  </a:lnTo>
                  <a:lnTo>
                    <a:pt x="2966466" y="1685799"/>
                  </a:lnTo>
                  <a:lnTo>
                    <a:pt x="2966584" y="1685799"/>
                  </a:lnTo>
                  <a:lnTo>
                    <a:pt x="2966702" y="1685799"/>
                  </a:lnTo>
                  <a:lnTo>
                    <a:pt x="2966819" y="1685799"/>
                  </a:lnTo>
                  <a:lnTo>
                    <a:pt x="2966937" y="1685799"/>
                  </a:lnTo>
                  <a:lnTo>
                    <a:pt x="2967055" y="1685799"/>
                  </a:lnTo>
                  <a:lnTo>
                    <a:pt x="2967055" y="1685368"/>
                  </a:lnTo>
                  <a:lnTo>
                    <a:pt x="2967172" y="1685368"/>
                  </a:lnTo>
                  <a:lnTo>
                    <a:pt x="2967172" y="1684937"/>
                  </a:lnTo>
                  <a:lnTo>
                    <a:pt x="2967290" y="1684937"/>
                  </a:lnTo>
                  <a:lnTo>
                    <a:pt x="2967407" y="1684937"/>
                  </a:lnTo>
                  <a:lnTo>
                    <a:pt x="2967525" y="1684937"/>
                  </a:lnTo>
                  <a:lnTo>
                    <a:pt x="2967643" y="1684937"/>
                  </a:lnTo>
                  <a:lnTo>
                    <a:pt x="2967643" y="1684507"/>
                  </a:lnTo>
                  <a:lnTo>
                    <a:pt x="2967760" y="1684507"/>
                  </a:lnTo>
                  <a:lnTo>
                    <a:pt x="2967878" y="1684507"/>
                  </a:lnTo>
                  <a:lnTo>
                    <a:pt x="2967995" y="1684507"/>
                  </a:lnTo>
                  <a:lnTo>
                    <a:pt x="2967995" y="1684076"/>
                  </a:lnTo>
                  <a:lnTo>
                    <a:pt x="2968113" y="1684076"/>
                  </a:lnTo>
                  <a:lnTo>
                    <a:pt x="2968113" y="1683646"/>
                  </a:lnTo>
                  <a:lnTo>
                    <a:pt x="2968231" y="1683646"/>
                  </a:lnTo>
                  <a:lnTo>
                    <a:pt x="2968348" y="1683646"/>
                  </a:lnTo>
                  <a:lnTo>
                    <a:pt x="2968466" y="1683646"/>
                  </a:lnTo>
                  <a:lnTo>
                    <a:pt x="2968584" y="1683646"/>
                  </a:lnTo>
                  <a:lnTo>
                    <a:pt x="2968701" y="1683646"/>
                  </a:lnTo>
                  <a:lnTo>
                    <a:pt x="2968701" y="1683215"/>
                  </a:lnTo>
                  <a:lnTo>
                    <a:pt x="2968701" y="1682784"/>
                  </a:lnTo>
                  <a:lnTo>
                    <a:pt x="2968819" y="1682784"/>
                  </a:lnTo>
                  <a:lnTo>
                    <a:pt x="2968936" y="1682784"/>
                  </a:lnTo>
                  <a:lnTo>
                    <a:pt x="2969054" y="1682784"/>
                  </a:lnTo>
                  <a:lnTo>
                    <a:pt x="2969172" y="1682784"/>
                  </a:lnTo>
                  <a:lnTo>
                    <a:pt x="2969289" y="1682784"/>
                  </a:lnTo>
                  <a:lnTo>
                    <a:pt x="2969407" y="1682784"/>
                  </a:lnTo>
                  <a:lnTo>
                    <a:pt x="2969407" y="1682354"/>
                  </a:lnTo>
                  <a:lnTo>
                    <a:pt x="2969524" y="1682354"/>
                  </a:lnTo>
                  <a:lnTo>
                    <a:pt x="2969642" y="1682354"/>
                  </a:lnTo>
                  <a:lnTo>
                    <a:pt x="2969760" y="1682354"/>
                  </a:lnTo>
                  <a:lnTo>
                    <a:pt x="2969877" y="1682354"/>
                  </a:lnTo>
                  <a:lnTo>
                    <a:pt x="2969995" y="1682354"/>
                  </a:lnTo>
                  <a:lnTo>
                    <a:pt x="2970113" y="1682354"/>
                  </a:lnTo>
                  <a:lnTo>
                    <a:pt x="2970230" y="1682354"/>
                  </a:lnTo>
                  <a:lnTo>
                    <a:pt x="2970348" y="1682354"/>
                  </a:lnTo>
                  <a:lnTo>
                    <a:pt x="2970465" y="1682354"/>
                  </a:lnTo>
                  <a:lnTo>
                    <a:pt x="2970583" y="1682354"/>
                  </a:lnTo>
                  <a:lnTo>
                    <a:pt x="2970583" y="1681923"/>
                  </a:lnTo>
                  <a:lnTo>
                    <a:pt x="2970701" y="1681923"/>
                  </a:lnTo>
                  <a:lnTo>
                    <a:pt x="2970701" y="1681493"/>
                  </a:lnTo>
                  <a:lnTo>
                    <a:pt x="2970818" y="1681493"/>
                  </a:lnTo>
                  <a:lnTo>
                    <a:pt x="2970936" y="1681493"/>
                  </a:lnTo>
                  <a:lnTo>
                    <a:pt x="2971053" y="1681493"/>
                  </a:lnTo>
                  <a:lnTo>
                    <a:pt x="2971171" y="1681493"/>
                  </a:lnTo>
                  <a:lnTo>
                    <a:pt x="2971289" y="1681493"/>
                  </a:lnTo>
                  <a:lnTo>
                    <a:pt x="2971406" y="1681493"/>
                  </a:lnTo>
                  <a:lnTo>
                    <a:pt x="2971524" y="1681493"/>
                  </a:lnTo>
                  <a:lnTo>
                    <a:pt x="2971642" y="1681493"/>
                  </a:lnTo>
                  <a:lnTo>
                    <a:pt x="2971759" y="1681493"/>
                  </a:lnTo>
                  <a:lnTo>
                    <a:pt x="2971877" y="1681493"/>
                  </a:lnTo>
                  <a:lnTo>
                    <a:pt x="2971994" y="1681493"/>
                  </a:lnTo>
                  <a:lnTo>
                    <a:pt x="2972112" y="1681493"/>
                  </a:lnTo>
                  <a:lnTo>
                    <a:pt x="2972230" y="1681493"/>
                  </a:lnTo>
                  <a:lnTo>
                    <a:pt x="2972230" y="1681062"/>
                  </a:lnTo>
                  <a:lnTo>
                    <a:pt x="2972347" y="1681062"/>
                  </a:lnTo>
                  <a:lnTo>
                    <a:pt x="2972465" y="1681062"/>
                  </a:lnTo>
                  <a:lnTo>
                    <a:pt x="2972465" y="1680631"/>
                  </a:lnTo>
                  <a:lnTo>
                    <a:pt x="2972465" y="1680201"/>
                  </a:lnTo>
                  <a:lnTo>
                    <a:pt x="2972465" y="1679770"/>
                  </a:lnTo>
                  <a:lnTo>
                    <a:pt x="2972582" y="1679770"/>
                  </a:lnTo>
                  <a:lnTo>
                    <a:pt x="2972700" y="1679770"/>
                  </a:lnTo>
                  <a:lnTo>
                    <a:pt x="2972818" y="1679770"/>
                  </a:lnTo>
                  <a:lnTo>
                    <a:pt x="2972818" y="1679340"/>
                  </a:lnTo>
                  <a:lnTo>
                    <a:pt x="2972935" y="1679340"/>
                  </a:lnTo>
                  <a:lnTo>
                    <a:pt x="2973053" y="1679340"/>
                  </a:lnTo>
                  <a:lnTo>
                    <a:pt x="2973171" y="1679340"/>
                  </a:lnTo>
                  <a:lnTo>
                    <a:pt x="2973288" y="1679340"/>
                  </a:lnTo>
                  <a:lnTo>
                    <a:pt x="2973406" y="1679340"/>
                  </a:lnTo>
                  <a:lnTo>
                    <a:pt x="2973523" y="1679340"/>
                  </a:lnTo>
                  <a:lnTo>
                    <a:pt x="2973641" y="1679340"/>
                  </a:lnTo>
                  <a:lnTo>
                    <a:pt x="2973641" y="1678909"/>
                  </a:lnTo>
                  <a:lnTo>
                    <a:pt x="2973759" y="1678909"/>
                  </a:lnTo>
                  <a:lnTo>
                    <a:pt x="2973876" y="1678909"/>
                  </a:lnTo>
                  <a:lnTo>
                    <a:pt x="2973876" y="1678478"/>
                  </a:lnTo>
                  <a:lnTo>
                    <a:pt x="2973876" y="1678048"/>
                  </a:lnTo>
                  <a:lnTo>
                    <a:pt x="2973994" y="1678048"/>
                  </a:lnTo>
                  <a:lnTo>
                    <a:pt x="2974111" y="1678048"/>
                  </a:lnTo>
                  <a:lnTo>
                    <a:pt x="2974229" y="1678048"/>
                  </a:lnTo>
                  <a:lnTo>
                    <a:pt x="2974347" y="1678048"/>
                  </a:lnTo>
                  <a:lnTo>
                    <a:pt x="2974464" y="1678048"/>
                  </a:lnTo>
                  <a:lnTo>
                    <a:pt x="2974582" y="1678048"/>
                  </a:lnTo>
                  <a:lnTo>
                    <a:pt x="2974699" y="1678048"/>
                  </a:lnTo>
                  <a:lnTo>
                    <a:pt x="2974817" y="1678048"/>
                  </a:lnTo>
                  <a:lnTo>
                    <a:pt x="2974935" y="1678048"/>
                  </a:lnTo>
                  <a:lnTo>
                    <a:pt x="2975052" y="1678048"/>
                  </a:lnTo>
                  <a:lnTo>
                    <a:pt x="2975170" y="1678048"/>
                  </a:lnTo>
                  <a:lnTo>
                    <a:pt x="2975288" y="1678048"/>
                  </a:lnTo>
                  <a:lnTo>
                    <a:pt x="2975405" y="1678048"/>
                  </a:lnTo>
                  <a:lnTo>
                    <a:pt x="2975523" y="1678048"/>
                  </a:lnTo>
                  <a:lnTo>
                    <a:pt x="2975640" y="1678048"/>
                  </a:lnTo>
                  <a:lnTo>
                    <a:pt x="2975640" y="1677617"/>
                  </a:lnTo>
                  <a:lnTo>
                    <a:pt x="2975758" y="1677617"/>
                  </a:lnTo>
                  <a:lnTo>
                    <a:pt x="2975876" y="1677617"/>
                  </a:lnTo>
                  <a:lnTo>
                    <a:pt x="2975993" y="1677617"/>
                  </a:lnTo>
                  <a:lnTo>
                    <a:pt x="2976111" y="1677617"/>
                  </a:lnTo>
                  <a:lnTo>
                    <a:pt x="2976228" y="1677617"/>
                  </a:lnTo>
                  <a:lnTo>
                    <a:pt x="2976346" y="1677617"/>
                  </a:lnTo>
                  <a:lnTo>
                    <a:pt x="2976464" y="1677617"/>
                  </a:lnTo>
                  <a:lnTo>
                    <a:pt x="2976464" y="1677187"/>
                  </a:lnTo>
                  <a:lnTo>
                    <a:pt x="2976581" y="1677187"/>
                  </a:lnTo>
                  <a:lnTo>
                    <a:pt x="2976699" y="1677187"/>
                  </a:lnTo>
                  <a:lnTo>
                    <a:pt x="2976817" y="1677187"/>
                  </a:lnTo>
                  <a:lnTo>
                    <a:pt x="2976934" y="1677187"/>
                  </a:lnTo>
                  <a:lnTo>
                    <a:pt x="2977052" y="1677187"/>
                  </a:lnTo>
                  <a:lnTo>
                    <a:pt x="2977169" y="1677187"/>
                  </a:lnTo>
                  <a:lnTo>
                    <a:pt x="2977169" y="1676756"/>
                  </a:lnTo>
                  <a:lnTo>
                    <a:pt x="2977169" y="1676325"/>
                  </a:lnTo>
                  <a:lnTo>
                    <a:pt x="2977287" y="1676325"/>
                  </a:lnTo>
                  <a:lnTo>
                    <a:pt x="2977405" y="1676325"/>
                  </a:lnTo>
                  <a:lnTo>
                    <a:pt x="2977522" y="1676325"/>
                  </a:lnTo>
                  <a:lnTo>
                    <a:pt x="2977522" y="1675895"/>
                  </a:lnTo>
                  <a:lnTo>
                    <a:pt x="2977640" y="1675895"/>
                  </a:lnTo>
                  <a:lnTo>
                    <a:pt x="2977640" y="1675464"/>
                  </a:lnTo>
                  <a:lnTo>
                    <a:pt x="2977640" y="1675034"/>
                  </a:lnTo>
                  <a:lnTo>
                    <a:pt x="2977757" y="1675034"/>
                  </a:lnTo>
                  <a:lnTo>
                    <a:pt x="2977875" y="1675034"/>
                  </a:lnTo>
                  <a:lnTo>
                    <a:pt x="2977993" y="1675034"/>
                  </a:lnTo>
                  <a:lnTo>
                    <a:pt x="2978110" y="1675034"/>
                  </a:lnTo>
                  <a:lnTo>
                    <a:pt x="2978228" y="1675034"/>
                  </a:lnTo>
                  <a:lnTo>
                    <a:pt x="2978346" y="1675034"/>
                  </a:lnTo>
                  <a:lnTo>
                    <a:pt x="2978346" y="1674603"/>
                  </a:lnTo>
                  <a:lnTo>
                    <a:pt x="2978463" y="1674603"/>
                  </a:lnTo>
                  <a:lnTo>
                    <a:pt x="2978581" y="1674603"/>
                  </a:lnTo>
                  <a:lnTo>
                    <a:pt x="2978698" y="1674603"/>
                  </a:lnTo>
                  <a:lnTo>
                    <a:pt x="2978816" y="1674603"/>
                  </a:lnTo>
                  <a:lnTo>
                    <a:pt x="2978816" y="1674172"/>
                  </a:lnTo>
                  <a:lnTo>
                    <a:pt x="2978934" y="1674172"/>
                  </a:lnTo>
                  <a:lnTo>
                    <a:pt x="2979051" y="1674172"/>
                  </a:lnTo>
                  <a:lnTo>
                    <a:pt x="2979051" y="1673742"/>
                  </a:lnTo>
                  <a:lnTo>
                    <a:pt x="2979169" y="1673742"/>
                  </a:lnTo>
                  <a:lnTo>
                    <a:pt x="2979286" y="1673742"/>
                  </a:lnTo>
                  <a:lnTo>
                    <a:pt x="2979404" y="1673742"/>
                  </a:lnTo>
                  <a:lnTo>
                    <a:pt x="2979522" y="1673742"/>
                  </a:lnTo>
                  <a:lnTo>
                    <a:pt x="2979639" y="1673742"/>
                  </a:lnTo>
                  <a:lnTo>
                    <a:pt x="2979757" y="1673742"/>
                  </a:lnTo>
                  <a:lnTo>
                    <a:pt x="2979875" y="1673742"/>
                  </a:lnTo>
                  <a:lnTo>
                    <a:pt x="2979992" y="1673742"/>
                  </a:lnTo>
                  <a:lnTo>
                    <a:pt x="2980110" y="1673742"/>
                  </a:lnTo>
                  <a:lnTo>
                    <a:pt x="2980227" y="1673742"/>
                  </a:lnTo>
                  <a:lnTo>
                    <a:pt x="2980345" y="1673742"/>
                  </a:lnTo>
                  <a:lnTo>
                    <a:pt x="2980463" y="1673742"/>
                  </a:lnTo>
                  <a:lnTo>
                    <a:pt x="2980580" y="1673742"/>
                  </a:lnTo>
                  <a:lnTo>
                    <a:pt x="2980698" y="1673742"/>
                  </a:lnTo>
                  <a:lnTo>
                    <a:pt x="2980815" y="1673742"/>
                  </a:lnTo>
                  <a:lnTo>
                    <a:pt x="2980933" y="1673742"/>
                  </a:lnTo>
                  <a:lnTo>
                    <a:pt x="2980933" y="1673311"/>
                  </a:lnTo>
                  <a:lnTo>
                    <a:pt x="2980933" y="1672881"/>
                  </a:lnTo>
                  <a:lnTo>
                    <a:pt x="2981051" y="1672881"/>
                  </a:lnTo>
                  <a:lnTo>
                    <a:pt x="2981168" y="1672881"/>
                  </a:lnTo>
                  <a:lnTo>
                    <a:pt x="2981286" y="1672881"/>
                  </a:lnTo>
                  <a:lnTo>
                    <a:pt x="2981404" y="1672881"/>
                  </a:lnTo>
                  <a:lnTo>
                    <a:pt x="2981521" y="1672881"/>
                  </a:lnTo>
                  <a:lnTo>
                    <a:pt x="2981639" y="1672881"/>
                  </a:lnTo>
                  <a:lnTo>
                    <a:pt x="2981756" y="1672881"/>
                  </a:lnTo>
                  <a:lnTo>
                    <a:pt x="2981874" y="1672881"/>
                  </a:lnTo>
                  <a:lnTo>
                    <a:pt x="2981992" y="1672881"/>
                  </a:lnTo>
                  <a:lnTo>
                    <a:pt x="2982109" y="1672881"/>
                  </a:lnTo>
                  <a:lnTo>
                    <a:pt x="2982227" y="1672881"/>
                  </a:lnTo>
                  <a:lnTo>
                    <a:pt x="2982227" y="1672450"/>
                  </a:lnTo>
                  <a:lnTo>
                    <a:pt x="2982344" y="1672450"/>
                  </a:lnTo>
                  <a:lnTo>
                    <a:pt x="2982462" y="1672450"/>
                  </a:lnTo>
                  <a:lnTo>
                    <a:pt x="2982462" y="1672019"/>
                  </a:lnTo>
                  <a:lnTo>
                    <a:pt x="2982580" y="1672019"/>
                  </a:lnTo>
                  <a:lnTo>
                    <a:pt x="2982697" y="1672019"/>
                  </a:lnTo>
                  <a:lnTo>
                    <a:pt x="2982697" y="1671589"/>
                  </a:lnTo>
                  <a:lnTo>
                    <a:pt x="2982815" y="1671589"/>
                  </a:lnTo>
                  <a:lnTo>
                    <a:pt x="2982932" y="1671589"/>
                  </a:lnTo>
                  <a:lnTo>
                    <a:pt x="2982932" y="1671158"/>
                  </a:lnTo>
                  <a:lnTo>
                    <a:pt x="2983050" y="1671158"/>
                  </a:lnTo>
                  <a:lnTo>
                    <a:pt x="2983168" y="1671158"/>
                  </a:lnTo>
                  <a:lnTo>
                    <a:pt x="2983285" y="1671158"/>
                  </a:lnTo>
                  <a:lnTo>
                    <a:pt x="2983403" y="1671158"/>
                  </a:lnTo>
                  <a:lnTo>
                    <a:pt x="2983521" y="1671158"/>
                  </a:lnTo>
                  <a:lnTo>
                    <a:pt x="2983638" y="1671158"/>
                  </a:lnTo>
                  <a:lnTo>
                    <a:pt x="2983638" y="1670728"/>
                  </a:lnTo>
                  <a:lnTo>
                    <a:pt x="2983756" y="1670728"/>
                  </a:lnTo>
                  <a:lnTo>
                    <a:pt x="2983873" y="1670728"/>
                  </a:lnTo>
                  <a:lnTo>
                    <a:pt x="2983873" y="1670297"/>
                  </a:lnTo>
                  <a:lnTo>
                    <a:pt x="2983991" y="1670297"/>
                  </a:lnTo>
                  <a:lnTo>
                    <a:pt x="2984109" y="1670297"/>
                  </a:lnTo>
                  <a:lnTo>
                    <a:pt x="2984109" y="1669866"/>
                  </a:lnTo>
                  <a:lnTo>
                    <a:pt x="2984226" y="1669866"/>
                  </a:lnTo>
                  <a:lnTo>
                    <a:pt x="2984344" y="1669866"/>
                  </a:lnTo>
                  <a:lnTo>
                    <a:pt x="2984461" y="1669866"/>
                  </a:lnTo>
                  <a:lnTo>
                    <a:pt x="2984579" y="1669866"/>
                  </a:lnTo>
                  <a:lnTo>
                    <a:pt x="2984697" y="1669866"/>
                  </a:lnTo>
                  <a:lnTo>
                    <a:pt x="2984814" y="1669866"/>
                  </a:lnTo>
                  <a:lnTo>
                    <a:pt x="2984932" y="1669866"/>
                  </a:lnTo>
                  <a:lnTo>
                    <a:pt x="2985050" y="1669866"/>
                  </a:lnTo>
                  <a:lnTo>
                    <a:pt x="2985167" y="1669866"/>
                  </a:lnTo>
                  <a:lnTo>
                    <a:pt x="2985285" y="1669866"/>
                  </a:lnTo>
                  <a:lnTo>
                    <a:pt x="2985402" y="1669866"/>
                  </a:lnTo>
                  <a:lnTo>
                    <a:pt x="2985520" y="1669866"/>
                  </a:lnTo>
                  <a:lnTo>
                    <a:pt x="2985638" y="1669866"/>
                  </a:lnTo>
                  <a:lnTo>
                    <a:pt x="2985755" y="1669866"/>
                  </a:lnTo>
                  <a:lnTo>
                    <a:pt x="2985873" y="1669866"/>
                  </a:lnTo>
                  <a:lnTo>
                    <a:pt x="2985990" y="1669866"/>
                  </a:lnTo>
                  <a:lnTo>
                    <a:pt x="2986108" y="1669866"/>
                  </a:lnTo>
                  <a:lnTo>
                    <a:pt x="2986226" y="1669866"/>
                  </a:lnTo>
                  <a:lnTo>
                    <a:pt x="2986226" y="1669436"/>
                  </a:lnTo>
                  <a:lnTo>
                    <a:pt x="2986343" y="1669436"/>
                  </a:lnTo>
                  <a:lnTo>
                    <a:pt x="2986461" y="1669436"/>
                  </a:lnTo>
                  <a:lnTo>
                    <a:pt x="2986579" y="1669436"/>
                  </a:lnTo>
                  <a:lnTo>
                    <a:pt x="2986579" y="1669005"/>
                  </a:lnTo>
                  <a:lnTo>
                    <a:pt x="2986696" y="1669005"/>
                  </a:lnTo>
                  <a:lnTo>
                    <a:pt x="2986814" y="1669005"/>
                  </a:lnTo>
                  <a:lnTo>
                    <a:pt x="2986931" y="1669005"/>
                  </a:lnTo>
                  <a:lnTo>
                    <a:pt x="2987049" y="1669005"/>
                  </a:lnTo>
                  <a:lnTo>
                    <a:pt x="2987167" y="1669005"/>
                  </a:lnTo>
                  <a:lnTo>
                    <a:pt x="2987284" y="1669005"/>
                  </a:lnTo>
                  <a:lnTo>
                    <a:pt x="2987402" y="1669005"/>
                  </a:lnTo>
                  <a:lnTo>
                    <a:pt x="2987519" y="1669005"/>
                  </a:lnTo>
                  <a:lnTo>
                    <a:pt x="2987637" y="1669005"/>
                  </a:lnTo>
                  <a:lnTo>
                    <a:pt x="2987755" y="1669005"/>
                  </a:lnTo>
                  <a:lnTo>
                    <a:pt x="2987872" y="1669005"/>
                  </a:lnTo>
                  <a:lnTo>
                    <a:pt x="2987990" y="1669005"/>
                  </a:lnTo>
                  <a:lnTo>
                    <a:pt x="2988108" y="1669005"/>
                  </a:lnTo>
                  <a:lnTo>
                    <a:pt x="2988108" y="1668575"/>
                  </a:lnTo>
                  <a:lnTo>
                    <a:pt x="2988225" y="1668575"/>
                  </a:lnTo>
                  <a:lnTo>
                    <a:pt x="2988343" y="1668575"/>
                  </a:lnTo>
                  <a:lnTo>
                    <a:pt x="2988460" y="1668575"/>
                  </a:lnTo>
                  <a:lnTo>
                    <a:pt x="2988578" y="1668575"/>
                  </a:lnTo>
                  <a:lnTo>
                    <a:pt x="2988696" y="1668575"/>
                  </a:lnTo>
                  <a:lnTo>
                    <a:pt x="2988813" y="1668575"/>
                  </a:lnTo>
                  <a:lnTo>
                    <a:pt x="2988813" y="1668144"/>
                  </a:lnTo>
                  <a:lnTo>
                    <a:pt x="2988931" y="1668144"/>
                  </a:lnTo>
                  <a:lnTo>
                    <a:pt x="2989048" y="1668144"/>
                  </a:lnTo>
                  <a:lnTo>
                    <a:pt x="2989048" y="1667713"/>
                  </a:lnTo>
                  <a:lnTo>
                    <a:pt x="2989166" y="1667713"/>
                  </a:lnTo>
                  <a:lnTo>
                    <a:pt x="2989284" y="1667713"/>
                  </a:lnTo>
                  <a:lnTo>
                    <a:pt x="2989401" y="1667713"/>
                  </a:lnTo>
                  <a:lnTo>
                    <a:pt x="2989519" y="1667713"/>
                  </a:lnTo>
                  <a:lnTo>
                    <a:pt x="2989519" y="1667283"/>
                  </a:lnTo>
                  <a:lnTo>
                    <a:pt x="2989636" y="1667283"/>
                  </a:lnTo>
                  <a:lnTo>
                    <a:pt x="2989754" y="1667283"/>
                  </a:lnTo>
                  <a:lnTo>
                    <a:pt x="2989872" y="1667283"/>
                  </a:lnTo>
                  <a:lnTo>
                    <a:pt x="2989989" y="1667283"/>
                  </a:lnTo>
                  <a:lnTo>
                    <a:pt x="2990107" y="1667283"/>
                  </a:lnTo>
                  <a:lnTo>
                    <a:pt x="2990225" y="1667283"/>
                  </a:lnTo>
                  <a:lnTo>
                    <a:pt x="2990342" y="1667283"/>
                  </a:lnTo>
                  <a:lnTo>
                    <a:pt x="2990460" y="1667283"/>
                  </a:lnTo>
                  <a:lnTo>
                    <a:pt x="2990577" y="1667283"/>
                  </a:lnTo>
                  <a:lnTo>
                    <a:pt x="2990577" y="1666852"/>
                  </a:lnTo>
                  <a:lnTo>
                    <a:pt x="2990695" y="1666852"/>
                  </a:lnTo>
                  <a:lnTo>
                    <a:pt x="2990813" y="1666852"/>
                  </a:lnTo>
                  <a:lnTo>
                    <a:pt x="2990930" y="1666852"/>
                  </a:lnTo>
                  <a:lnTo>
                    <a:pt x="2991048" y="1666852"/>
                  </a:lnTo>
                  <a:lnTo>
                    <a:pt x="2991165" y="1666852"/>
                  </a:lnTo>
                  <a:lnTo>
                    <a:pt x="2991283" y="1666852"/>
                  </a:lnTo>
                  <a:lnTo>
                    <a:pt x="2991401" y="1666852"/>
                  </a:lnTo>
                  <a:lnTo>
                    <a:pt x="2991518" y="1666852"/>
                  </a:lnTo>
                  <a:lnTo>
                    <a:pt x="2991518" y="1666422"/>
                  </a:lnTo>
                  <a:lnTo>
                    <a:pt x="2991518" y="1665991"/>
                  </a:lnTo>
                  <a:lnTo>
                    <a:pt x="2991636" y="1665991"/>
                  </a:lnTo>
                  <a:lnTo>
                    <a:pt x="2991636" y="1665560"/>
                  </a:lnTo>
                  <a:lnTo>
                    <a:pt x="2991754" y="1665560"/>
                  </a:lnTo>
                  <a:lnTo>
                    <a:pt x="2991754" y="1665130"/>
                  </a:lnTo>
                  <a:lnTo>
                    <a:pt x="2991871" y="1665130"/>
                  </a:lnTo>
                  <a:lnTo>
                    <a:pt x="2991989" y="1665130"/>
                  </a:lnTo>
                  <a:lnTo>
                    <a:pt x="2991989" y="1664699"/>
                  </a:lnTo>
                  <a:lnTo>
                    <a:pt x="2992106" y="1664699"/>
                  </a:lnTo>
                  <a:lnTo>
                    <a:pt x="2992224" y="1664699"/>
                  </a:lnTo>
                  <a:lnTo>
                    <a:pt x="2992342" y="1664699"/>
                  </a:lnTo>
                  <a:lnTo>
                    <a:pt x="2992342" y="1664269"/>
                  </a:lnTo>
                  <a:lnTo>
                    <a:pt x="2992342" y="1663838"/>
                  </a:lnTo>
                  <a:lnTo>
                    <a:pt x="2992342" y="1663407"/>
                  </a:lnTo>
                  <a:lnTo>
                    <a:pt x="2992459" y="1663407"/>
                  </a:lnTo>
                  <a:lnTo>
                    <a:pt x="2992577" y="1663407"/>
                  </a:lnTo>
                  <a:lnTo>
                    <a:pt x="2992694" y="1663407"/>
                  </a:lnTo>
                  <a:lnTo>
                    <a:pt x="2992812" y="1663407"/>
                  </a:lnTo>
                  <a:lnTo>
                    <a:pt x="2992930" y="1663407"/>
                  </a:lnTo>
                  <a:lnTo>
                    <a:pt x="2993047" y="1663407"/>
                  </a:lnTo>
                  <a:lnTo>
                    <a:pt x="2993165" y="1663407"/>
                  </a:lnTo>
                  <a:lnTo>
                    <a:pt x="2993283" y="1663407"/>
                  </a:lnTo>
                  <a:lnTo>
                    <a:pt x="2993400" y="1663407"/>
                  </a:lnTo>
                  <a:lnTo>
                    <a:pt x="2993518" y="1663407"/>
                  </a:lnTo>
                  <a:lnTo>
                    <a:pt x="2993635" y="1663407"/>
                  </a:lnTo>
                  <a:lnTo>
                    <a:pt x="2993635" y="1662977"/>
                  </a:lnTo>
                  <a:lnTo>
                    <a:pt x="2993753" y="1662977"/>
                  </a:lnTo>
                  <a:lnTo>
                    <a:pt x="2993871" y="1662977"/>
                  </a:lnTo>
                  <a:lnTo>
                    <a:pt x="2993988" y="1662977"/>
                  </a:lnTo>
                  <a:lnTo>
                    <a:pt x="2994106" y="1662977"/>
                  </a:lnTo>
                  <a:lnTo>
                    <a:pt x="2994223" y="1662977"/>
                  </a:lnTo>
                  <a:lnTo>
                    <a:pt x="2994341" y="1662977"/>
                  </a:lnTo>
                  <a:lnTo>
                    <a:pt x="2994459" y="1662977"/>
                  </a:lnTo>
                  <a:lnTo>
                    <a:pt x="2994576" y="1662977"/>
                  </a:lnTo>
                  <a:lnTo>
                    <a:pt x="2994694" y="1662977"/>
                  </a:lnTo>
                  <a:lnTo>
                    <a:pt x="2994694" y="1662546"/>
                  </a:lnTo>
                  <a:lnTo>
                    <a:pt x="2994812" y="1662546"/>
                  </a:lnTo>
                  <a:lnTo>
                    <a:pt x="2994929" y="1662546"/>
                  </a:lnTo>
                  <a:lnTo>
                    <a:pt x="2995047" y="1662546"/>
                  </a:lnTo>
                  <a:lnTo>
                    <a:pt x="2995164" y="1662546"/>
                  </a:lnTo>
                  <a:lnTo>
                    <a:pt x="2995282" y="1662546"/>
                  </a:lnTo>
                  <a:lnTo>
                    <a:pt x="2995400" y="1662546"/>
                  </a:lnTo>
                  <a:lnTo>
                    <a:pt x="2995517" y="1662546"/>
                  </a:lnTo>
                  <a:lnTo>
                    <a:pt x="2995635" y="1662546"/>
                  </a:lnTo>
                  <a:lnTo>
                    <a:pt x="2995752" y="1662546"/>
                  </a:lnTo>
                  <a:lnTo>
                    <a:pt x="2995870" y="1662546"/>
                  </a:lnTo>
                  <a:lnTo>
                    <a:pt x="2995988" y="1662546"/>
                  </a:lnTo>
                  <a:lnTo>
                    <a:pt x="2996105" y="1662546"/>
                  </a:lnTo>
                  <a:lnTo>
                    <a:pt x="2996223" y="1662546"/>
                  </a:lnTo>
                  <a:lnTo>
                    <a:pt x="2996341" y="1662546"/>
                  </a:lnTo>
                  <a:lnTo>
                    <a:pt x="2996341" y="1662116"/>
                  </a:lnTo>
                  <a:lnTo>
                    <a:pt x="2996458" y="1662116"/>
                  </a:lnTo>
                  <a:lnTo>
                    <a:pt x="2996576" y="1662116"/>
                  </a:lnTo>
                  <a:lnTo>
                    <a:pt x="2996693" y="1662116"/>
                  </a:lnTo>
                  <a:lnTo>
                    <a:pt x="2996811" y="1662116"/>
                  </a:lnTo>
                  <a:lnTo>
                    <a:pt x="2996929" y="1662116"/>
                  </a:lnTo>
                  <a:lnTo>
                    <a:pt x="2997046" y="1662116"/>
                  </a:lnTo>
                  <a:lnTo>
                    <a:pt x="2997164" y="1662116"/>
                  </a:lnTo>
                  <a:lnTo>
                    <a:pt x="2997281" y="1662116"/>
                  </a:lnTo>
                  <a:lnTo>
                    <a:pt x="2997399" y="1662116"/>
                  </a:lnTo>
                  <a:lnTo>
                    <a:pt x="2997517" y="1662116"/>
                  </a:lnTo>
                  <a:lnTo>
                    <a:pt x="2997634" y="1662116"/>
                  </a:lnTo>
                  <a:lnTo>
                    <a:pt x="2997752" y="1662116"/>
                  </a:lnTo>
                  <a:lnTo>
                    <a:pt x="2997869" y="1662116"/>
                  </a:lnTo>
                  <a:lnTo>
                    <a:pt x="2997987" y="1662116"/>
                  </a:lnTo>
                  <a:lnTo>
                    <a:pt x="2998105" y="1662116"/>
                  </a:lnTo>
                  <a:lnTo>
                    <a:pt x="2998222" y="1662116"/>
                  </a:lnTo>
                  <a:lnTo>
                    <a:pt x="2998340" y="1662116"/>
                  </a:lnTo>
                  <a:lnTo>
                    <a:pt x="2998458" y="1662116"/>
                  </a:lnTo>
                  <a:lnTo>
                    <a:pt x="2998575" y="1662116"/>
                  </a:lnTo>
                  <a:lnTo>
                    <a:pt x="2998575" y="1661685"/>
                  </a:lnTo>
                  <a:lnTo>
                    <a:pt x="2998693" y="1661685"/>
                  </a:lnTo>
                  <a:lnTo>
                    <a:pt x="2998810" y="1661685"/>
                  </a:lnTo>
                  <a:lnTo>
                    <a:pt x="2998928" y="1661685"/>
                  </a:lnTo>
                  <a:lnTo>
                    <a:pt x="2999046" y="1661685"/>
                  </a:lnTo>
                  <a:lnTo>
                    <a:pt x="2999163" y="1661685"/>
                  </a:lnTo>
                  <a:lnTo>
                    <a:pt x="2999281" y="1661685"/>
                  </a:lnTo>
                  <a:lnTo>
                    <a:pt x="2999398" y="1661685"/>
                  </a:lnTo>
                  <a:lnTo>
                    <a:pt x="2999516" y="1661685"/>
                  </a:lnTo>
                  <a:lnTo>
                    <a:pt x="2999634" y="1661685"/>
                  </a:lnTo>
                  <a:lnTo>
                    <a:pt x="2999751" y="1661685"/>
                  </a:lnTo>
                  <a:lnTo>
                    <a:pt x="2999869" y="1661685"/>
                  </a:lnTo>
                  <a:lnTo>
                    <a:pt x="2999987" y="1661685"/>
                  </a:lnTo>
                  <a:lnTo>
                    <a:pt x="2999987" y="1661254"/>
                  </a:lnTo>
                  <a:lnTo>
                    <a:pt x="3000104" y="1661254"/>
                  </a:lnTo>
                  <a:lnTo>
                    <a:pt x="3000222" y="1661254"/>
                  </a:lnTo>
                  <a:lnTo>
                    <a:pt x="3000222" y="1660824"/>
                  </a:lnTo>
                  <a:lnTo>
                    <a:pt x="3000339" y="1660824"/>
                  </a:lnTo>
                  <a:lnTo>
                    <a:pt x="3000457" y="1660824"/>
                  </a:lnTo>
                  <a:lnTo>
                    <a:pt x="3000575" y="1660824"/>
                  </a:lnTo>
                  <a:lnTo>
                    <a:pt x="3000692" y="1660824"/>
                  </a:lnTo>
                  <a:lnTo>
                    <a:pt x="3000692" y="1660393"/>
                  </a:lnTo>
                  <a:lnTo>
                    <a:pt x="3000692" y="1659963"/>
                  </a:lnTo>
                  <a:lnTo>
                    <a:pt x="3000692" y="1659532"/>
                  </a:lnTo>
                  <a:lnTo>
                    <a:pt x="3000810" y="1659532"/>
                  </a:lnTo>
                  <a:lnTo>
                    <a:pt x="3000927" y="1659532"/>
                  </a:lnTo>
                  <a:lnTo>
                    <a:pt x="3000927" y="1659101"/>
                  </a:lnTo>
                  <a:lnTo>
                    <a:pt x="3001045" y="1659101"/>
                  </a:lnTo>
                  <a:lnTo>
                    <a:pt x="3001163" y="1659101"/>
                  </a:lnTo>
                  <a:lnTo>
                    <a:pt x="3001280" y="1659101"/>
                  </a:lnTo>
                  <a:lnTo>
                    <a:pt x="3001398" y="1659101"/>
                  </a:lnTo>
                  <a:lnTo>
                    <a:pt x="3001516" y="1659101"/>
                  </a:lnTo>
                  <a:lnTo>
                    <a:pt x="3001633" y="1659101"/>
                  </a:lnTo>
                  <a:lnTo>
                    <a:pt x="3001751" y="1659101"/>
                  </a:lnTo>
                  <a:lnTo>
                    <a:pt x="3001868" y="1659101"/>
                  </a:lnTo>
                  <a:lnTo>
                    <a:pt x="3001986" y="1659101"/>
                  </a:lnTo>
                  <a:lnTo>
                    <a:pt x="3002104" y="1659101"/>
                  </a:lnTo>
                  <a:lnTo>
                    <a:pt x="3002221" y="1659101"/>
                  </a:lnTo>
                  <a:lnTo>
                    <a:pt x="3002339" y="1659101"/>
                  </a:lnTo>
                  <a:lnTo>
                    <a:pt x="3002456" y="1659101"/>
                  </a:lnTo>
                  <a:lnTo>
                    <a:pt x="3002456" y="1658671"/>
                  </a:lnTo>
                  <a:lnTo>
                    <a:pt x="3002574" y="1658671"/>
                  </a:lnTo>
                  <a:lnTo>
                    <a:pt x="3002574" y="1658240"/>
                  </a:lnTo>
                  <a:lnTo>
                    <a:pt x="3002692" y="1658240"/>
                  </a:lnTo>
                  <a:lnTo>
                    <a:pt x="3002809" y="1658240"/>
                  </a:lnTo>
                  <a:lnTo>
                    <a:pt x="3002809" y="1657810"/>
                  </a:lnTo>
                  <a:lnTo>
                    <a:pt x="3002809" y="1657379"/>
                  </a:lnTo>
                  <a:lnTo>
                    <a:pt x="3002927" y="1657379"/>
                  </a:lnTo>
                  <a:lnTo>
                    <a:pt x="3003045" y="1657379"/>
                  </a:lnTo>
                  <a:lnTo>
                    <a:pt x="3003162" y="1657379"/>
                  </a:lnTo>
                  <a:lnTo>
                    <a:pt x="3003280" y="1657379"/>
                  </a:lnTo>
                  <a:lnTo>
                    <a:pt x="3003397" y="1657379"/>
                  </a:lnTo>
                  <a:lnTo>
                    <a:pt x="3003515" y="1657379"/>
                  </a:lnTo>
                  <a:lnTo>
                    <a:pt x="3003633" y="1657379"/>
                  </a:lnTo>
                  <a:lnTo>
                    <a:pt x="3003633" y="1656948"/>
                  </a:lnTo>
                  <a:lnTo>
                    <a:pt x="3003750" y="1656948"/>
                  </a:lnTo>
                  <a:lnTo>
                    <a:pt x="3003868" y="1656948"/>
                  </a:lnTo>
                  <a:lnTo>
                    <a:pt x="3003985" y="1656948"/>
                  </a:lnTo>
                  <a:lnTo>
                    <a:pt x="3004103" y="1656948"/>
                  </a:lnTo>
                  <a:lnTo>
                    <a:pt x="3004103" y="1656518"/>
                  </a:lnTo>
                  <a:lnTo>
                    <a:pt x="3004221" y="1656518"/>
                  </a:lnTo>
                  <a:lnTo>
                    <a:pt x="3004338" y="1656518"/>
                  </a:lnTo>
                  <a:lnTo>
                    <a:pt x="3004456" y="1656518"/>
                  </a:lnTo>
                  <a:lnTo>
                    <a:pt x="3004574" y="1656518"/>
                  </a:lnTo>
                  <a:lnTo>
                    <a:pt x="3004691" y="1656518"/>
                  </a:lnTo>
                  <a:lnTo>
                    <a:pt x="3004809" y="1656518"/>
                  </a:lnTo>
                  <a:lnTo>
                    <a:pt x="3004926" y="1656518"/>
                  </a:lnTo>
                  <a:lnTo>
                    <a:pt x="3004926" y="1656087"/>
                  </a:lnTo>
                  <a:lnTo>
                    <a:pt x="3005044" y="1656087"/>
                  </a:lnTo>
                  <a:lnTo>
                    <a:pt x="3005044" y="1655657"/>
                  </a:lnTo>
                  <a:lnTo>
                    <a:pt x="3005044" y="1655226"/>
                  </a:lnTo>
                  <a:lnTo>
                    <a:pt x="3005162" y="1655226"/>
                  </a:lnTo>
                  <a:lnTo>
                    <a:pt x="3005279" y="1655226"/>
                  </a:lnTo>
                  <a:lnTo>
                    <a:pt x="3005397" y="1655226"/>
                  </a:lnTo>
                  <a:lnTo>
                    <a:pt x="3005397" y="1654795"/>
                  </a:lnTo>
                  <a:lnTo>
                    <a:pt x="3005397" y="1654365"/>
                  </a:lnTo>
                  <a:lnTo>
                    <a:pt x="3005514" y="1654365"/>
                  </a:lnTo>
                  <a:lnTo>
                    <a:pt x="3005632" y="1654365"/>
                  </a:lnTo>
                  <a:lnTo>
                    <a:pt x="3005750" y="1654365"/>
                  </a:lnTo>
                  <a:lnTo>
                    <a:pt x="3005750" y="1653934"/>
                  </a:lnTo>
                  <a:lnTo>
                    <a:pt x="3005750" y="1653504"/>
                  </a:lnTo>
                  <a:lnTo>
                    <a:pt x="3005750" y="1653073"/>
                  </a:lnTo>
                  <a:lnTo>
                    <a:pt x="3005867" y="1653073"/>
                  </a:lnTo>
                  <a:lnTo>
                    <a:pt x="3005985" y="1653073"/>
                  </a:lnTo>
                  <a:lnTo>
                    <a:pt x="3005985" y="1652642"/>
                  </a:lnTo>
                  <a:lnTo>
                    <a:pt x="3005985" y="1652212"/>
                  </a:lnTo>
                  <a:lnTo>
                    <a:pt x="3005985" y="1651781"/>
                  </a:lnTo>
                  <a:lnTo>
                    <a:pt x="3006102" y="1651781"/>
                  </a:lnTo>
                  <a:lnTo>
                    <a:pt x="3006220" y="1651781"/>
                  </a:lnTo>
                  <a:lnTo>
                    <a:pt x="3006338" y="1651781"/>
                  </a:lnTo>
                  <a:lnTo>
                    <a:pt x="3006455" y="1651781"/>
                  </a:lnTo>
                  <a:lnTo>
                    <a:pt x="3006573" y="1651781"/>
                  </a:lnTo>
                  <a:lnTo>
                    <a:pt x="3006691" y="1651781"/>
                  </a:lnTo>
                  <a:lnTo>
                    <a:pt x="3006808" y="1651781"/>
                  </a:lnTo>
                  <a:lnTo>
                    <a:pt x="3006808" y="1651351"/>
                  </a:lnTo>
                  <a:lnTo>
                    <a:pt x="3006926" y="1651351"/>
                  </a:lnTo>
                  <a:lnTo>
                    <a:pt x="3006926" y="1650920"/>
                  </a:lnTo>
                  <a:lnTo>
                    <a:pt x="3006926" y="1650489"/>
                  </a:lnTo>
                  <a:lnTo>
                    <a:pt x="3007043" y="1650489"/>
                  </a:lnTo>
                  <a:lnTo>
                    <a:pt x="3007161" y="1650489"/>
                  </a:lnTo>
                  <a:lnTo>
                    <a:pt x="3007161" y="1650059"/>
                  </a:lnTo>
                  <a:lnTo>
                    <a:pt x="3007279" y="1650059"/>
                  </a:lnTo>
                  <a:lnTo>
                    <a:pt x="3007396" y="1650059"/>
                  </a:lnTo>
                  <a:lnTo>
                    <a:pt x="3007396" y="1649628"/>
                  </a:lnTo>
                  <a:lnTo>
                    <a:pt x="3007514" y="1649628"/>
                  </a:lnTo>
                  <a:lnTo>
                    <a:pt x="3007514" y="1649198"/>
                  </a:lnTo>
                  <a:lnTo>
                    <a:pt x="3007631" y="1649198"/>
                  </a:lnTo>
                  <a:lnTo>
                    <a:pt x="3007631" y="1648767"/>
                  </a:lnTo>
                  <a:lnTo>
                    <a:pt x="3007631" y="1648336"/>
                  </a:lnTo>
                  <a:lnTo>
                    <a:pt x="3007749" y="1648336"/>
                  </a:lnTo>
                  <a:lnTo>
                    <a:pt x="3007867" y="1648336"/>
                  </a:lnTo>
                  <a:lnTo>
                    <a:pt x="3007984" y="1648336"/>
                  </a:lnTo>
                  <a:lnTo>
                    <a:pt x="3008102" y="1648336"/>
                  </a:lnTo>
                  <a:lnTo>
                    <a:pt x="3008102" y="1647906"/>
                  </a:lnTo>
                  <a:lnTo>
                    <a:pt x="3008220" y="1647906"/>
                  </a:lnTo>
                  <a:lnTo>
                    <a:pt x="3008337" y="1647906"/>
                  </a:lnTo>
                  <a:lnTo>
                    <a:pt x="3008455" y="1647906"/>
                  </a:lnTo>
                  <a:lnTo>
                    <a:pt x="3008572" y="1647906"/>
                  </a:lnTo>
                  <a:lnTo>
                    <a:pt x="3008690" y="1647906"/>
                  </a:lnTo>
                  <a:lnTo>
                    <a:pt x="3008808" y="1647906"/>
                  </a:lnTo>
                  <a:lnTo>
                    <a:pt x="3008808" y="1647475"/>
                  </a:lnTo>
                  <a:lnTo>
                    <a:pt x="3008925" y="1647475"/>
                  </a:lnTo>
                  <a:lnTo>
                    <a:pt x="3008925" y="1647045"/>
                  </a:lnTo>
                  <a:lnTo>
                    <a:pt x="3009043" y="1647045"/>
                  </a:lnTo>
                  <a:lnTo>
                    <a:pt x="3009160" y="1647045"/>
                  </a:lnTo>
                  <a:lnTo>
                    <a:pt x="3009278" y="1647045"/>
                  </a:lnTo>
                  <a:lnTo>
                    <a:pt x="3009396" y="1647045"/>
                  </a:lnTo>
                  <a:lnTo>
                    <a:pt x="3009513" y="1647045"/>
                  </a:lnTo>
                  <a:lnTo>
                    <a:pt x="3009631" y="1647045"/>
                  </a:lnTo>
                  <a:lnTo>
                    <a:pt x="3009749" y="1647045"/>
                  </a:lnTo>
                  <a:lnTo>
                    <a:pt x="3009866" y="1647045"/>
                  </a:lnTo>
                  <a:lnTo>
                    <a:pt x="3009866" y="1646614"/>
                  </a:lnTo>
                  <a:lnTo>
                    <a:pt x="3009984" y="1646614"/>
                  </a:lnTo>
                  <a:lnTo>
                    <a:pt x="3010101" y="1646614"/>
                  </a:lnTo>
                  <a:lnTo>
                    <a:pt x="3010219" y="1646614"/>
                  </a:lnTo>
                  <a:lnTo>
                    <a:pt x="3010337" y="1646614"/>
                  </a:lnTo>
                  <a:lnTo>
                    <a:pt x="3010337" y="1646183"/>
                  </a:lnTo>
                  <a:lnTo>
                    <a:pt x="3010454" y="1646183"/>
                  </a:lnTo>
                  <a:lnTo>
                    <a:pt x="3010572" y="1646183"/>
                  </a:lnTo>
                  <a:lnTo>
                    <a:pt x="3010689" y="1646183"/>
                  </a:lnTo>
                  <a:lnTo>
                    <a:pt x="3010807" y="1646183"/>
                  </a:lnTo>
                  <a:lnTo>
                    <a:pt x="3010925" y="1646183"/>
                  </a:lnTo>
                  <a:lnTo>
                    <a:pt x="3011042" y="1646183"/>
                  </a:lnTo>
                  <a:lnTo>
                    <a:pt x="3011042" y="1645753"/>
                  </a:lnTo>
                  <a:lnTo>
                    <a:pt x="3011160" y="1645753"/>
                  </a:lnTo>
                  <a:lnTo>
                    <a:pt x="3011160" y="1645322"/>
                  </a:lnTo>
                  <a:lnTo>
                    <a:pt x="3011160" y="1644892"/>
                  </a:lnTo>
                  <a:lnTo>
                    <a:pt x="3011278" y="1644892"/>
                  </a:lnTo>
                  <a:lnTo>
                    <a:pt x="3011395" y="1644892"/>
                  </a:lnTo>
                  <a:lnTo>
                    <a:pt x="3011395" y="1644461"/>
                  </a:lnTo>
                  <a:lnTo>
                    <a:pt x="3011513" y="1644461"/>
                  </a:lnTo>
                  <a:lnTo>
                    <a:pt x="3011630" y="1644461"/>
                  </a:lnTo>
                  <a:lnTo>
                    <a:pt x="3011630" y="1644030"/>
                  </a:lnTo>
                  <a:lnTo>
                    <a:pt x="3011748" y="1644030"/>
                  </a:lnTo>
                  <a:lnTo>
                    <a:pt x="3011866" y="1644030"/>
                  </a:lnTo>
                  <a:lnTo>
                    <a:pt x="3011983" y="1644030"/>
                  </a:lnTo>
                  <a:lnTo>
                    <a:pt x="3012101" y="1644030"/>
                  </a:lnTo>
                  <a:lnTo>
                    <a:pt x="3012218" y="1644030"/>
                  </a:lnTo>
                  <a:lnTo>
                    <a:pt x="3012218" y="1643600"/>
                  </a:lnTo>
                  <a:lnTo>
                    <a:pt x="3012336" y="1643600"/>
                  </a:lnTo>
                  <a:lnTo>
                    <a:pt x="3012454" y="1643600"/>
                  </a:lnTo>
                  <a:lnTo>
                    <a:pt x="3012571" y="1643600"/>
                  </a:lnTo>
                  <a:lnTo>
                    <a:pt x="3012689" y="1643600"/>
                  </a:lnTo>
                  <a:lnTo>
                    <a:pt x="3012689" y="1643169"/>
                  </a:lnTo>
                  <a:lnTo>
                    <a:pt x="3012807" y="1643169"/>
                  </a:lnTo>
                  <a:lnTo>
                    <a:pt x="3012924" y="1643169"/>
                  </a:lnTo>
                  <a:lnTo>
                    <a:pt x="3013042" y="1643169"/>
                  </a:lnTo>
                  <a:lnTo>
                    <a:pt x="3013159" y="1643169"/>
                  </a:lnTo>
                  <a:lnTo>
                    <a:pt x="3013277" y="1643169"/>
                  </a:lnTo>
                  <a:lnTo>
                    <a:pt x="3013395" y="1643169"/>
                  </a:lnTo>
                  <a:lnTo>
                    <a:pt x="3013512" y="1643169"/>
                  </a:lnTo>
                  <a:lnTo>
                    <a:pt x="3013630" y="1643169"/>
                  </a:lnTo>
                  <a:lnTo>
                    <a:pt x="3013747" y="1643169"/>
                  </a:lnTo>
                  <a:lnTo>
                    <a:pt x="3013865" y="1643169"/>
                  </a:lnTo>
                  <a:lnTo>
                    <a:pt x="3013983" y="1643169"/>
                  </a:lnTo>
                  <a:lnTo>
                    <a:pt x="3014100" y="1643169"/>
                  </a:lnTo>
                  <a:lnTo>
                    <a:pt x="3014218" y="1643169"/>
                  </a:lnTo>
                  <a:lnTo>
                    <a:pt x="3014335" y="1643169"/>
                  </a:lnTo>
                  <a:lnTo>
                    <a:pt x="3014453" y="1643169"/>
                  </a:lnTo>
                  <a:lnTo>
                    <a:pt x="3014571" y="1643169"/>
                  </a:lnTo>
                  <a:lnTo>
                    <a:pt x="3014688" y="1643169"/>
                  </a:lnTo>
                  <a:lnTo>
                    <a:pt x="3014688" y="1642739"/>
                  </a:lnTo>
                  <a:lnTo>
                    <a:pt x="3014806" y="1642739"/>
                  </a:lnTo>
                  <a:lnTo>
                    <a:pt x="3014924" y="1642739"/>
                  </a:lnTo>
                  <a:lnTo>
                    <a:pt x="3014924" y="1642308"/>
                  </a:lnTo>
                  <a:lnTo>
                    <a:pt x="3015041" y="1642308"/>
                  </a:lnTo>
                  <a:lnTo>
                    <a:pt x="3015041" y="1641877"/>
                  </a:lnTo>
                  <a:lnTo>
                    <a:pt x="3015159" y="1641877"/>
                  </a:lnTo>
                  <a:lnTo>
                    <a:pt x="3015159" y="1641447"/>
                  </a:lnTo>
                  <a:lnTo>
                    <a:pt x="3015276" y="1641447"/>
                  </a:lnTo>
                  <a:lnTo>
                    <a:pt x="3015276" y="1641016"/>
                  </a:lnTo>
                  <a:lnTo>
                    <a:pt x="3015394" y="1641016"/>
                  </a:lnTo>
                  <a:lnTo>
                    <a:pt x="3015512" y="1641016"/>
                  </a:lnTo>
                  <a:lnTo>
                    <a:pt x="3015512" y="1640586"/>
                  </a:lnTo>
                  <a:lnTo>
                    <a:pt x="3015629" y="1640586"/>
                  </a:lnTo>
                  <a:lnTo>
                    <a:pt x="3015747" y="1640586"/>
                  </a:lnTo>
                  <a:lnTo>
                    <a:pt x="3015864" y="1640586"/>
                  </a:lnTo>
                  <a:lnTo>
                    <a:pt x="3015982" y="1640586"/>
                  </a:lnTo>
                  <a:lnTo>
                    <a:pt x="3016100" y="1640586"/>
                  </a:lnTo>
                  <a:lnTo>
                    <a:pt x="3016217" y="1640586"/>
                  </a:lnTo>
                  <a:lnTo>
                    <a:pt x="3016335" y="1640586"/>
                  </a:lnTo>
                  <a:lnTo>
                    <a:pt x="3016335" y="1640155"/>
                  </a:lnTo>
                  <a:lnTo>
                    <a:pt x="3016453" y="1640155"/>
                  </a:lnTo>
                  <a:lnTo>
                    <a:pt x="3016570" y="1640155"/>
                  </a:lnTo>
                  <a:lnTo>
                    <a:pt x="3016688" y="1640155"/>
                  </a:lnTo>
                  <a:lnTo>
                    <a:pt x="3016805" y="1640155"/>
                  </a:lnTo>
                  <a:lnTo>
                    <a:pt x="3016805" y="1639724"/>
                  </a:lnTo>
                  <a:lnTo>
                    <a:pt x="3016923" y="1639724"/>
                  </a:lnTo>
                  <a:lnTo>
                    <a:pt x="3017041" y="1639724"/>
                  </a:lnTo>
                  <a:lnTo>
                    <a:pt x="3017041" y="1639294"/>
                  </a:lnTo>
                  <a:lnTo>
                    <a:pt x="3017158" y="1639294"/>
                  </a:lnTo>
                  <a:lnTo>
                    <a:pt x="3017276" y="1639294"/>
                  </a:lnTo>
                  <a:lnTo>
                    <a:pt x="3017393" y="1639294"/>
                  </a:lnTo>
                  <a:lnTo>
                    <a:pt x="3017393" y="1638863"/>
                  </a:lnTo>
                  <a:lnTo>
                    <a:pt x="3017511" y="1638863"/>
                  </a:lnTo>
                  <a:lnTo>
                    <a:pt x="3017629" y="1638863"/>
                  </a:lnTo>
                  <a:lnTo>
                    <a:pt x="3017746" y="1638863"/>
                  </a:lnTo>
                  <a:lnTo>
                    <a:pt x="3017864" y="1638863"/>
                  </a:lnTo>
                  <a:lnTo>
                    <a:pt x="3017864" y="1638433"/>
                  </a:lnTo>
                  <a:lnTo>
                    <a:pt x="3017982" y="1638433"/>
                  </a:lnTo>
                  <a:lnTo>
                    <a:pt x="3018099" y="1638433"/>
                  </a:lnTo>
                  <a:lnTo>
                    <a:pt x="3018217" y="1638433"/>
                  </a:lnTo>
                  <a:lnTo>
                    <a:pt x="3018334" y="1638433"/>
                  </a:lnTo>
                  <a:lnTo>
                    <a:pt x="3018452" y="1638433"/>
                  </a:lnTo>
                  <a:lnTo>
                    <a:pt x="3018570" y="1638433"/>
                  </a:lnTo>
                  <a:lnTo>
                    <a:pt x="3018687" y="1638433"/>
                  </a:lnTo>
                  <a:lnTo>
                    <a:pt x="3018687" y="1638002"/>
                  </a:lnTo>
                  <a:lnTo>
                    <a:pt x="3018805" y="1638002"/>
                  </a:lnTo>
                  <a:lnTo>
                    <a:pt x="3018922" y="1638002"/>
                  </a:lnTo>
                  <a:lnTo>
                    <a:pt x="3019040" y="1638002"/>
                  </a:lnTo>
                  <a:lnTo>
                    <a:pt x="3019040" y="1637571"/>
                  </a:lnTo>
                  <a:lnTo>
                    <a:pt x="3019158" y="1637571"/>
                  </a:lnTo>
                  <a:lnTo>
                    <a:pt x="3019275" y="1637571"/>
                  </a:lnTo>
                  <a:lnTo>
                    <a:pt x="3019393" y="1637571"/>
                  </a:lnTo>
                  <a:lnTo>
                    <a:pt x="3019511" y="1637571"/>
                  </a:lnTo>
                  <a:lnTo>
                    <a:pt x="3019628" y="1637571"/>
                  </a:lnTo>
                  <a:lnTo>
                    <a:pt x="3019746" y="1637571"/>
                  </a:lnTo>
                  <a:lnTo>
                    <a:pt x="3019863" y="1637571"/>
                  </a:lnTo>
                  <a:lnTo>
                    <a:pt x="3019981" y="1637571"/>
                  </a:lnTo>
                  <a:lnTo>
                    <a:pt x="3020099" y="1637571"/>
                  </a:lnTo>
                  <a:lnTo>
                    <a:pt x="3020216" y="1637571"/>
                  </a:lnTo>
                  <a:lnTo>
                    <a:pt x="3020334" y="1637571"/>
                  </a:lnTo>
                  <a:lnTo>
                    <a:pt x="3020451" y="1637571"/>
                  </a:lnTo>
                  <a:lnTo>
                    <a:pt x="3020451" y="1637141"/>
                  </a:lnTo>
                  <a:lnTo>
                    <a:pt x="3020569" y="1637141"/>
                  </a:lnTo>
                  <a:lnTo>
                    <a:pt x="3020687" y="1637141"/>
                  </a:lnTo>
                  <a:lnTo>
                    <a:pt x="3020804" y="1637141"/>
                  </a:lnTo>
                  <a:lnTo>
                    <a:pt x="3020922" y="1637141"/>
                  </a:lnTo>
                  <a:lnTo>
                    <a:pt x="3021040" y="1637141"/>
                  </a:lnTo>
                  <a:lnTo>
                    <a:pt x="3021157" y="1637141"/>
                  </a:lnTo>
                  <a:lnTo>
                    <a:pt x="3021275" y="1637141"/>
                  </a:lnTo>
                  <a:lnTo>
                    <a:pt x="3021392" y="1637141"/>
                  </a:lnTo>
                  <a:lnTo>
                    <a:pt x="3021510" y="1637141"/>
                  </a:lnTo>
                  <a:lnTo>
                    <a:pt x="3021628" y="1637141"/>
                  </a:lnTo>
                  <a:lnTo>
                    <a:pt x="3021745" y="1637141"/>
                  </a:lnTo>
                  <a:lnTo>
                    <a:pt x="3021863" y="1637141"/>
                  </a:lnTo>
                  <a:lnTo>
                    <a:pt x="3021980" y="1637141"/>
                  </a:lnTo>
                  <a:lnTo>
                    <a:pt x="3022098" y="1637141"/>
                  </a:lnTo>
                  <a:lnTo>
                    <a:pt x="3022098" y="1636710"/>
                  </a:lnTo>
                  <a:lnTo>
                    <a:pt x="3022216" y="1636710"/>
                  </a:lnTo>
                  <a:lnTo>
                    <a:pt x="3022333" y="1636710"/>
                  </a:lnTo>
                  <a:lnTo>
                    <a:pt x="3022451" y="1636710"/>
                  </a:lnTo>
                  <a:lnTo>
                    <a:pt x="3022568" y="1636710"/>
                  </a:lnTo>
                  <a:lnTo>
                    <a:pt x="3022686" y="1636710"/>
                  </a:lnTo>
                  <a:lnTo>
                    <a:pt x="3022686" y="1636280"/>
                  </a:lnTo>
                  <a:lnTo>
                    <a:pt x="3022686" y="1635849"/>
                  </a:lnTo>
                  <a:lnTo>
                    <a:pt x="3022804" y="1635849"/>
                  </a:lnTo>
                  <a:lnTo>
                    <a:pt x="3022921" y="1635849"/>
                  </a:lnTo>
                  <a:lnTo>
                    <a:pt x="3022921" y="1635418"/>
                  </a:lnTo>
                  <a:lnTo>
                    <a:pt x="3023039" y="1635418"/>
                  </a:lnTo>
                  <a:lnTo>
                    <a:pt x="3023157" y="1635418"/>
                  </a:lnTo>
                  <a:lnTo>
                    <a:pt x="3023274" y="1635418"/>
                  </a:lnTo>
                  <a:lnTo>
                    <a:pt x="3023392" y="1635418"/>
                  </a:lnTo>
                  <a:lnTo>
                    <a:pt x="3023509" y="1635418"/>
                  </a:lnTo>
                  <a:lnTo>
                    <a:pt x="3023627" y="1635418"/>
                  </a:lnTo>
                  <a:lnTo>
                    <a:pt x="3023745" y="1635418"/>
                  </a:lnTo>
                  <a:lnTo>
                    <a:pt x="3023862" y="1635418"/>
                  </a:lnTo>
                  <a:lnTo>
                    <a:pt x="3023862" y="1634988"/>
                  </a:lnTo>
                  <a:lnTo>
                    <a:pt x="3023862" y="1634557"/>
                  </a:lnTo>
                  <a:lnTo>
                    <a:pt x="3023980" y="1634557"/>
                  </a:lnTo>
                  <a:lnTo>
                    <a:pt x="3023980" y="1634127"/>
                  </a:lnTo>
                  <a:lnTo>
                    <a:pt x="3023980" y="1633696"/>
                  </a:lnTo>
                  <a:lnTo>
                    <a:pt x="3024097" y="1633696"/>
                  </a:lnTo>
                  <a:lnTo>
                    <a:pt x="3024097" y="1633265"/>
                  </a:lnTo>
                  <a:lnTo>
                    <a:pt x="3024097" y="1632835"/>
                  </a:lnTo>
                  <a:lnTo>
                    <a:pt x="3024215" y="1632835"/>
                  </a:lnTo>
                  <a:lnTo>
                    <a:pt x="3024215" y="1632404"/>
                  </a:lnTo>
                  <a:lnTo>
                    <a:pt x="3024333" y="1632404"/>
                  </a:lnTo>
                  <a:lnTo>
                    <a:pt x="3024450" y="1632404"/>
                  </a:lnTo>
                  <a:lnTo>
                    <a:pt x="3024568" y="1632404"/>
                  </a:lnTo>
                  <a:lnTo>
                    <a:pt x="3024568" y="1631974"/>
                  </a:lnTo>
                  <a:lnTo>
                    <a:pt x="3024568" y="1631543"/>
                  </a:lnTo>
                  <a:lnTo>
                    <a:pt x="3024686" y="1631543"/>
                  </a:lnTo>
                  <a:lnTo>
                    <a:pt x="3024803" y="1631543"/>
                  </a:lnTo>
                  <a:lnTo>
                    <a:pt x="3024921" y="1631543"/>
                  </a:lnTo>
                  <a:lnTo>
                    <a:pt x="3024921" y="1631112"/>
                  </a:lnTo>
                  <a:lnTo>
                    <a:pt x="3025038" y="1631112"/>
                  </a:lnTo>
                  <a:lnTo>
                    <a:pt x="3025156" y="1631112"/>
                  </a:lnTo>
                  <a:lnTo>
                    <a:pt x="3025274" y="1631112"/>
                  </a:lnTo>
                  <a:lnTo>
                    <a:pt x="3025391" y="1631112"/>
                  </a:lnTo>
                  <a:lnTo>
                    <a:pt x="3025509" y="1631112"/>
                  </a:lnTo>
                  <a:lnTo>
                    <a:pt x="3025626" y="1631112"/>
                  </a:lnTo>
                  <a:lnTo>
                    <a:pt x="3025744" y="1631112"/>
                  </a:lnTo>
                  <a:lnTo>
                    <a:pt x="3025862" y="1631112"/>
                  </a:lnTo>
                  <a:lnTo>
                    <a:pt x="3025979" y="1631112"/>
                  </a:lnTo>
                  <a:lnTo>
                    <a:pt x="3026097" y="1631112"/>
                  </a:lnTo>
                  <a:lnTo>
                    <a:pt x="3026215" y="1631112"/>
                  </a:lnTo>
                  <a:lnTo>
                    <a:pt x="3026215" y="1630682"/>
                  </a:lnTo>
                  <a:lnTo>
                    <a:pt x="3026332" y="1630682"/>
                  </a:lnTo>
                  <a:lnTo>
                    <a:pt x="3026450" y="1630682"/>
                  </a:lnTo>
                  <a:lnTo>
                    <a:pt x="3026450" y="1630251"/>
                  </a:lnTo>
                  <a:lnTo>
                    <a:pt x="3026567" y="1630251"/>
                  </a:lnTo>
                  <a:lnTo>
                    <a:pt x="3026567" y="1629821"/>
                  </a:lnTo>
                  <a:lnTo>
                    <a:pt x="3026685" y="1629821"/>
                  </a:lnTo>
                  <a:lnTo>
                    <a:pt x="3026803" y="1629821"/>
                  </a:lnTo>
                  <a:lnTo>
                    <a:pt x="3026920" y="1629821"/>
                  </a:lnTo>
                  <a:lnTo>
                    <a:pt x="3026920" y="1629390"/>
                  </a:lnTo>
                  <a:lnTo>
                    <a:pt x="3027038" y="1629390"/>
                  </a:lnTo>
                  <a:lnTo>
                    <a:pt x="3027155" y="1629390"/>
                  </a:lnTo>
                  <a:lnTo>
                    <a:pt x="3027155" y="1628959"/>
                  </a:lnTo>
                  <a:lnTo>
                    <a:pt x="3027155" y="1628529"/>
                  </a:lnTo>
                  <a:lnTo>
                    <a:pt x="3027155" y="1628098"/>
                  </a:lnTo>
                  <a:lnTo>
                    <a:pt x="3027155" y="1627668"/>
                  </a:lnTo>
                  <a:lnTo>
                    <a:pt x="3027273" y="1627668"/>
                  </a:lnTo>
                  <a:lnTo>
                    <a:pt x="3027391" y="1627668"/>
                  </a:lnTo>
                  <a:lnTo>
                    <a:pt x="3027508" y="1627668"/>
                  </a:lnTo>
                  <a:lnTo>
                    <a:pt x="3027508" y="1627237"/>
                  </a:lnTo>
                  <a:lnTo>
                    <a:pt x="3027626" y="1627237"/>
                  </a:lnTo>
                  <a:lnTo>
                    <a:pt x="3027744" y="1627237"/>
                  </a:lnTo>
                  <a:lnTo>
                    <a:pt x="3027861" y="1627237"/>
                  </a:lnTo>
                  <a:lnTo>
                    <a:pt x="3027979" y="1627237"/>
                  </a:lnTo>
                  <a:lnTo>
                    <a:pt x="3027979" y="1626806"/>
                  </a:lnTo>
                  <a:lnTo>
                    <a:pt x="3028096" y="1626806"/>
                  </a:lnTo>
                  <a:lnTo>
                    <a:pt x="3028214" y="1626806"/>
                  </a:lnTo>
                  <a:lnTo>
                    <a:pt x="3028332" y="1626806"/>
                  </a:lnTo>
                  <a:lnTo>
                    <a:pt x="3028449" y="1626806"/>
                  </a:lnTo>
                  <a:lnTo>
                    <a:pt x="3028567" y="1626806"/>
                  </a:lnTo>
                  <a:lnTo>
                    <a:pt x="3028684" y="1626806"/>
                  </a:lnTo>
                  <a:lnTo>
                    <a:pt x="3028802" y="1626806"/>
                  </a:lnTo>
                  <a:lnTo>
                    <a:pt x="3028920" y="1626806"/>
                  </a:lnTo>
                  <a:lnTo>
                    <a:pt x="3029037" y="1626806"/>
                  </a:lnTo>
                  <a:lnTo>
                    <a:pt x="3029155" y="1626806"/>
                  </a:lnTo>
                  <a:lnTo>
                    <a:pt x="3029273" y="1626806"/>
                  </a:lnTo>
                  <a:lnTo>
                    <a:pt x="3029273" y="1626376"/>
                  </a:lnTo>
                  <a:lnTo>
                    <a:pt x="3029390" y="1626376"/>
                  </a:lnTo>
                  <a:lnTo>
                    <a:pt x="3029508" y="1626376"/>
                  </a:lnTo>
                  <a:lnTo>
                    <a:pt x="3029508" y="1625945"/>
                  </a:lnTo>
                  <a:lnTo>
                    <a:pt x="3029508" y="1625515"/>
                  </a:lnTo>
                  <a:lnTo>
                    <a:pt x="3029625" y="1625515"/>
                  </a:lnTo>
                  <a:lnTo>
                    <a:pt x="3029743" y="1625515"/>
                  </a:lnTo>
                  <a:lnTo>
                    <a:pt x="3029861" y="1625515"/>
                  </a:lnTo>
                  <a:lnTo>
                    <a:pt x="3029978" y="1625515"/>
                  </a:lnTo>
                  <a:lnTo>
                    <a:pt x="3030096" y="1625515"/>
                  </a:lnTo>
                  <a:lnTo>
                    <a:pt x="3030213" y="1625515"/>
                  </a:lnTo>
                  <a:lnTo>
                    <a:pt x="3030331" y="1625515"/>
                  </a:lnTo>
                  <a:lnTo>
                    <a:pt x="3030331" y="1625084"/>
                  </a:lnTo>
                  <a:lnTo>
                    <a:pt x="3030449" y="1625084"/>
                  </a:lnTo>
                  <a:lnTo>
                    <a:pt x="3030566" y="1625084"/>
                  </a:lnTo>
                  <a:lnTo>
                    <a:pt x="3030684" y="1625084"/>
                  </a:lnTo>
                  <a:lnTo>
                    <a:pt x="3030801" y="1625084"/>
                  </a:lnTo>
                  <a:lnTo>
                    <a:pt x="3030801" y="1624653"/>
                  </a:lnTo>
                  <a:lnTo>
                    <a:pt x="3030919" y="1624653"/>
                  </a:lnTo>
                  <a:lnTo>
                    <a:pt x="3031037" y="1624653"/>
                  </a:lnTo>
                  <a:lnTo>
                    <a:pt x="3031154" y="1624653"/>
                  </a:lnTo>
                  <a:lnTo>
                    <a:pt x="3031272" y="1624653"/>
                  </a:lnTo>
                  <a:lnTo>
                    <a:pt x="3031390" y="1624653"/>
                  </a:lnTo>
                  <a:lnTo>
                    <a:pt x="3031390" y="1624223"/>
                  </a:lnTo>
                  <a:lnTo>
                    <a:pt x="3031507" y="1624223"/>
                  </a:lnTo>
                  <a:lnTo>
                    <a:pt x="3031625" y="1624223"/>
                  </a:lnTo>
                  <a:lnTo>
                    <a:pt x="3031742" y="1624223"/>
                  </a:lnTo>
                  <a:lnTo>
                    <a:pt x="3031860" y="1624223"/>
                  </a:lnTo>
                  <a:lnTo>
                    <a:pt x="3031860" y="1623792"/>
                  </a:lnTo>
                  <a:lnTo>
                    <a:pt x="3031978" y="1623792"/>
                  </a:lnTo>
                  <a:lnTo>
                    <a:pt x="3032095" y="1623792"/>
                  </a:lnTo>
                  <a:lnTo>
                    <a:pt x="3032213" y="1623792"/>
                  </a:lnTo>
                  <a:lnTo>
                    <a:pt x="3032330" y="1623792"/>
                  </a:lnTo>
                  <a:lnTo>
                    <a:pt x="3032448" y="1623792"/>
                  </a:lnTo>
                  <a:lnTo>
                    <a:pt x="3032566" y="1623792"/>
                  </a:lnTo>
                  <a:lnTo>
                    <a:pt x="3032683" y="1623792"/>
                  </a:lnTo>
                  <a:lnTo>
                    <a:pt x="3032801" y="1623792"/>
                  </a:lnTo>
                  <a:lnTo>
                    <a:pt x="3032919" y="1623792"/>
                  </a:lnTo>
                  <a:lnTo>
                    <a:pt x="3033036" y="1623792"/>
                  </a:lnTo>
                  <a:lnTo>
                    <a:pt x="3033036" y="1623362"/>
                  </a:lnTo>
                  <a:lnTo>
                    <a:pt x="3033154" y="1623362"/>
                  </a:lnTo>
                  <a:lnTo>
                    <a:pt x="3033271" y="1623362"/>
                  </a:lnTo>
                  <a:lnTo>
                    <a:pt x="3033389" y="1623362"/>
                  </a:lnTo>
                  <a:lnTo>
                    <a:pt x="3033389" y="1622931"/>
                  </a:lnTo>
                  <a:lnTo>
                    <a:pt x="3033389" y="1622500"/>
                  </a:lnTo>
                  <a:lnTo>
                    <a:pt x="3033389" y="1622070"/>
                  </a:lnTo>
                  <a:lnTo>
                    <a:pt x="3033507" y="1622070"/>
                  </a:lnTo>
                  <a:lnTo>
                    <a:pt x="3033624" y="1622070"/>
                  </a:lnTo>
                  <a:lnTo>
                    <a:pt x="3033742" y="1622070"/>
                  </a:lnTo>
                  <a:lnTo>
                    <a:pt x="3033859" y="1622070"/>
                  </a:lnTo>
                  <a:lnTo>
                    <a:pt x="3033859" y="1621639"/>
                  </a:lnTo>
                  <a:lnTo>
                    <a:pt x="3033977" y="1621639"/>
                  </a:lnTo>
                  <a:lnTo>
                    <a:pt x="3034095" y="1621639"/>
                  </a:lnTo>
                  <a:lnTo>
                    <a:pt x="3034212" y="1621639"/>
                  </a:lnTo>
                  <a:lnTo>
                    <a:pt x="3034330" y="1621639"/>
                  </a:lnTo>
                  <a:lnTo>
                    <a:pt x="3034448" y="1621639"/>
                  </a:lnTo>
                  <a:lnTo>
                    <a:pt x="3034448" y="1621209"/>
                  </a:lnTo>
                  <a:lnTo>
                    <a:pt x="3034565" y="1621209"/>
                  </a:lnTo>
                  <a:lnTo>
                    <a:pt x="3034683" y="1621209"/>
                  </a:lnTo>
                  <a:lnTo>
                    <a:pt x="3034800" y="1621209"/>
                  </a:lnTo>
                  <a:lnTo>
                    <a:pt x="3034800" y="1620778"/>
                  </a:lnTo>
                  <a:lnTo>
                    <a:pt x="3034918" y="1620778"/>
                  </a:lnTo>
                  <a:lnTo>
                    <a:pt x="3035036" y="1620778"/>
                  </a:lnTo>
                  <a:lnTo>
                    <a:pt x="3035153" y="1620778"/>
                  </a:lnTo>
                  <a:lnTo>
                    <a:pt x="3035271" y="1620778"/>
                  </a:lnTo>
                  <a:lnTo>
                    <a:pt x="3035388" y="1620778"/>
                  </a:lnTo>
                  <a:lnTo>
                    <a:pt x="3035506" y="1620778"/>
                  </a:lnTo>
                  <a:lnTo>
                    <a:pt x="3035624" y="1620778"/>
                  </a:lnTo>
                  <a:lnTo>
                    <a:pt x="3035624" y="1620347"/>
                  </a:lnTo>
                  <a:lnTo>
                    <a:pt x="3035741" y="1620347"/>
                  </a:lnTo>
                  <a:lnTo>
                    <a:pt x="3035859" y="1620347"/>
                  </a:lnTo>
                  <a:lnTo>
                    <a:pt x="3035977" y="1620347"/>
                  </a:lnTo>
                  <a:lnTo>
                    <a:pt x="3035977" y="1619917"/>
                  </a:lnTo>
                  <a:lnTo>
                    <a:pt x="3036094" y="1619917"/>
                  </a:lnTo>
                  <a:lnTo>
                    <a:pt x="3036094" y="1619486"/>
                  </a:lnTo>
                  <a:lnTo>
                    <a:pt x="3036212" y="1619486"/>
                  </a:lnTo>
                  <a:lnTo>
                    <a:pt x="3036329" y="1619486"/>
                  </a:lnTo>
                  <a:lnTo>
                    <a:pt x="3036329" y="1619056"/>
                  </a:lnTo>
                  <a:lnTo>
                    <a:pt x="3036329" y="1618625"/>
                  </a:lnTo>
                  <a:lnTo>
                    <a:pt x="3036447" y="1618625"/>
                  </a:lnTo>
                  <a:lnTo>
                    <a:pt x="3036565" y="1618625"/>
                  </a:lnTo>
                  <a:lnTo>
                    <a:pt x="3036682" y="1618625"/>
                  </a:lnTo>
                  <a:lnTo>
                    <a:pt x="3036800" y="1618625"/>
                  </a:lnTo>
                  <a:lnTo>
                    <a:pt x="3036917" y="1618625"/>
                  </a:lnTo>
                  <a:lnTo>
                    <a:pt x="3037035" y="1618625"/>
                  </a:lnTo>
                  <a:lnTo>
                    <a:pt x="3037035" y="1618194"/>
                  </a:lnTo>
                  <a:lnTo>
                    <a:pt x="3037153" y="1618194"/>
                  </a:lnTo>
                  <a:lnTo>
                    <a:pt x="3037270" y="1618194"/>
                  </a:lnTo>
                  <a:lnTo>
                    <a:pt x="3037388" y="1618194"/>
                  </a:lnTo>
                  <a:lnTo>
                    <a:pt x="3037388" y="1617764"/>
                  </a:lnTo>
                  <a:lnTo>
                    <a:pt x="3037388" y="1617333"/>
                  </a:lnTo>
                  <a:lnTo>
                    <a:pt x="3037506" y="1617333"/>
                  </a:lnTo>
                  <a:lnTo>
                    <a:pt x="3037623" y="1617333"/>
                  </a:lnTo>
                  <a:lnTo>
                    <a:pt x="3037741" y="1617333"/>
                  </a:lnTo>
                  <a:lnTo>
                    <a:pt x="3037858" y="1617333"/>
                  </a:lnTo>
                  <a:lnTo>
                    <a:pt x="3037976" y="1617333"/>
                  </a:lnTo>
                  <a:lnTo>
                    <a:pt x="3038094" y="1617333"/>
                  </a:lnTo>
                  <a:lnTo>
                    <a:pt x="3038211" y="1617333"/>
                  </a:lnTo>
                  <a:lnTo>
                    <a:pt x="3038211" y="1616903"/>
                  </a:lnTo>
                  <a:lnTo>
                    <a:pt x="3038329" y="1616903"/>
                  </a:lnTo>
                  <a:lnTo>
                    <a:pt x="3038329" y="1616472"/>
                  </a:lnTo>
                  <a:lnTo>
                    <a:pt x="3038446" y="1616472"/>
                  </a:lnTo>
                  <a:lnTo>
                    <a:pt x="3038446" y="1616041"/>
                  </a:lnTo>
                  <a:lnTo>
                    <a:pt x="3038564" y="1616041"/>
                  </a:lnTo>
                  <a:lnTo>
                    <a:pt x="3038682" y="1616041"/>
                  </a:lnTo>
                  <a:lnTo>
                    <a:pt x="3038682" y="1615611"/>
                  </a:lnTo>
                  <a:lnTo>
                    <a:pt x="3038799" y="1615611"/>
                  </a:lnTo>
                  <a:lnTo>
                    <a:pt x="3038917" y="1615611"/>
                  </a:lnTo>
                  <a:lnTo>
                    <a:pt x="3039034" y="1615611"/>
                  </a:lnTo>
                  <a:lnTo>
                    <a:pt x="3039034" y="1615180"/>
                  </a:lnTo>
                  <a:lnTo>
                    <a:pt x="3039034" y="1614750"/>
                  </a:lnTo>
                  <a:lnTo>
                    <a:pt x="3039034" y="1614319"/>
                  </a:lnTo>
                  <a:lnTo>
                    <a:pt x="3039152" y="1614319"/>
                  </a:lnTo>
                  <a:lnTo>
                    <a:pt x="3039270" y="1614319"/>
                  </a:lnTo>
                  <a:lnTo>
                    <a:pt x="3039270" y="1613888"/>
                  </a:lnTo>
                  <a:lnTo>
                    <a:pt x="3039387" y="1613888"/>
                  </a:lnTo>
                  <a:lnTo>
                    <a:pt x="3039505" y="1613888"/>
                  </a:lnTo>
                  <a:lnTo>
                    <a:pt x="3039623" y="1613888"/>
                  </a:lnTo>
                  <a:lnTo>
                    <a:pt x="3039623" y="1613458"/>
                  </a:lnTo>
                  <a:lnTo>
                    <a:pt x="3039740" y="1613458"/>
                  </a:lnTo>
                  <a:lnTo>
                    <a:pt x="3039858" y="1613458"/>
                  </a:lnTo>
                  <a:lnTo>
                    <a:pt x="3039975" y="1613458"/>
                  </a:lnTo>
                  <a:lnTo>
                    <a:pt x="3040093" y="1613458"/>
                  </a:lnTo>
                  <a:lnTo>
                    <a:pt x="3040093" y="1613027"/>
                  </a:lnTo>
                  <a:lnTo>
                    <a:pt x="3040211" y="1613027"/>
                  </a:lnTo>
                  <a:lnTo>
                    <a:pt x="3040328" y="1613027"/>
                  </a:lnTo>
                  <a:lnTo>
                    <a:pt x="3040446" y="1613027"/>
                  </a:lnTo>
                  <a:lnTo>
                    <a:pt x="3040563" y="1613027"/>
                  </a:lnTo>
                  <a:lnTo>
                    <a:pt x="3040681" y="1613027"/>
                  </a:lnTo>
                  <a:lnTo>
                    <a:pt x="3040799" y="1613027"/>
                  </a:lnTo>
                  <a:lnTo>
                    <a:pt x="3040799" y="1612597"/>
                  </a:lnTo>
                  <a:lnTo>
                    <a:pt x="3040916" y="1612597"/>
                  </a:lnTo>
                  <a:lnTo>
                    <a:pt x="3041034" y="1612597"/>
                  </a:lnTo>
                  <a:lnTo>
                    <a:pt x="3041152" y="1612597"/>
                  </a:lnTo>
                  <a:lnTo>
                    <a:pt x="3041269" y="1612597"/>
                  </a:lnTo>
                  <a:lnTo>
                    <a:pt x="3041387" y="1612597"/>
                  </a:lnTo>
                  <a:lnTo>
                    <a:pt x="3041504" y="1612597"/>
                  </a:lnTo>
                  <a:lnTo>
                    <a:pt x="3041622" y="1612597"/>
                  </a:lnTo>
                  <a:lnTo>
                    <a:pt x="3041740" y="1612597"/>
                  </a:lnTo>
                  <a:lnTo>
                    <a:pt x="3041857" y="1612597"/>
                  </a:lnTo>
                  <a:lnTo>
                    <a:pt x="3041975" y="1612597"/>
                  </a:lnTo>
                  <a:lnTo>
                    <a:pt x="3042092" y="1612597"/>
                  </a:lnTo>
                  <a:lnTo>
                    <a:pt x="3042210" y="1612597"/>
                  </a:lnTo>
                  <a:lnTo>
                    <a:pt x="3042328" y="1612597"/>
                  </a:lnTo>
                  <a:lnTo>
                    <a:pt x="3042445" y="1612597"/>
                  </a:lnTo>
                  <a:lnTo>
                    <a:pt x="3042445" y="1612166"/>
                  </a:lnTo>
                  <a:lnTo>
                    <a:pt x="3042563" y="1612166"/>
                  </a:lnTo>
                  <a:lnTo>
                    <a:pt x="3042681" y="1612166"/>
                  </a:lnTo>
                  <a:lnTo>
                    <a:pt x="3042681" y="1611735"/>
                  </a:lnTo>
                  <a:lnTo>
                    <a:pt x="3042798" y="1611735"/>
                  </a:lnTo>
                  <a:lnTo>
                    <a:pt x="3042916" y="1611735"/>
                  </a:lnTo>
                  <a:lnTo>
                    <a:pt x="3043033" y="1611735"/>
                  </a:lnTo>
                  <a:lnTo>
                    <a:pt x="3043033" y="1611305"/>
                  </a:lnTo>
                  <a:lnTo>
                    <a:pt x="3043151" y="1611305"/>
                  </a:lnTo>
                  <a:lnTo>
                    <a:pt x="3043269" y="1611305"/>
                  </a:lnTo>
                  <a:lnTo>
                    <a:pt x="3043386" y="1611305"/>
                  </a:lnTo>
                  <a:lnTo>
                    <a:pt x="3043504" y="1611305"/>
                  </a:lnTo>
                  <a:lnTo>
                    <a:pt x="3043621" y="1611305"/>
                  </a:lnTo>
                  <a:lnTo>
                    <a:pt x="3043739" y="1611305"/>
                  </a:lnTo>
                  <a:lnTo>
                    <a:pt x="3043739" y="1610874"/>
                  </a:lnTo>
                  <a:lnTo>
                    <a:pt x="3043857" y="1610874"/>
                  </a:lnTo>
                  <a:lnTo>
                    <a:pt x="3043974" y="1610874"/>
                  </a:lnTo>
                  <a:lnTo>
                    <a:pt x="3043974" y="1610444"/>
                  </a:lnTo>
                  <a:lnTo>
                    <a:pt x="3044092" y="1610444"/>
                  </a:lnTo>
                  <a:lnTo>
                    <a:pt x="3044210" y="1610444"/>
                  </a:lnTo>
                  <a:lnTo>
                    <a:pt x="3044327" y="1610444"/>
                  </a:lnTo>
                  <a:lnTo>
                    <a:pt x="3044445" y="1610444"/>
                  </a:lnTo>
                  <a:lnTo>
                    <a:pt x="3044562" y="1610444"/>
                  </a:lnTo>
                  <a:lnTo>
                    <a:pt x="3044680" y="1610444"/>
                  </a:lnTo>
                  <a:lnTo>
                    <a:pt x="3044798" y="1610444"/>
                  </a:lnTo>
                  <a:lnTo>
                    <a:pt x="3044915" y="1610444"/>
                  </a:lnTo>
                  <a:lnTo>
                    <a:pt x="3045033" y="1610444"/>
                  </a:lnTo>
                  <a:lnTo>
                    <a:pt x="3045033" y="1610013"/>
                  </a:lnTo>
                  <a:lnTo>
                    <a:pt x="3045150" y="1610013"/>
                  </a:lnTo>
                  <a:lnTo>
                    <a:pt x="3045150" y="1609582"/>
                  </a:lnTo>
                  <a:lnTo>
                    <a:pt x="3045150" y="1609152"/>
                  </a:lnTo>
                  <a:lnTo>
                    <a:pt x="3045150" y="1608721"/>
                  </a:lnTo>
                  <a:lnTo>
                    <a:pt x="3045268" y="1608721"/>
                  </a:lnTo>
                  <a:lnTo>
                    <a:pt x="3045268" y="1608291"/>
                  </a:lnTo>
                  <a:lnTo>
                    <a:pt x="3045386" y="1608291"/>
                  </a:lnTo>
                  <a:lnTo>
                    <a:pt x="3045503" y="1608291"/>
                  </a:lnTo>
                  <a:lnTo>
                    <a:pt x="3045621" y="1608291"/>
                  </a:lnTo>
                  <a:lnTo>
                    <a:pt x="3045739" y="1608291"/>
                  </a:lnTo>
                  <a:lnTo>
                    <a:pt x="3045856" y="1608291"/>
                  </a:lnTo>
                  <a:lnTo>
                    <a:pt x="3045856" y="1607860"/>
                  </a:lnTo>
                  <a:lnTo>
                    <a:pt x="3045974" y="1607860"/>
                  </a:lnTo>
                  <a:lnTo>
                    <a:pt x="3046091" y="1607860"/>
                  </a:lnTo>
                  <a:lnTo>
                    <a:pt x="3046209" y="1607860"/>
                  </a:lnTo>
                  <a:lnTo>
                    <a:pt x="3046327" y="1607860"/>
                  </a:lnTo>
                  <a:lnTo>
                    <a:pt x="3046444" y="1607860"/>
                  </a:lnTo>
                  <a:lnTo>
                    <a:pt x="3046562" y="1607860"/>
                  </a:lnTo>
                  <a:lnTo>
                    <a:pt x="3046679" y="1607860"/>
                  </a:lnTo>
                  <a:lnTo>
                    <a:pt x="3046679" y="1607429"/>
                  </a:lnTo>
                  <a:lnTo>
                    <a:pt x="3046679" y="1606999"/>
                  </a:lnTo>
                  <a:lnTo>
                    <a:pt x="3046797" y="1606999"/>
                  </a:lnTo>
                  <a:lnTo>
                    <a:pt x="3046797" y="1606568"/>
                  </a:lnTo>
                  <a:lnTo>
                    <a:pt x="3046915" y="1606568"/>
                  </a:lnTo>
                  <a:lnTo>
                    <a:pt x="3047032" y="1606568"/>
                  </a:lnTo>
                  <a:lnTo>
                    <a:pt x="3047150" y="1606568"/>
                  </a:lnTo>
                  <a:lnTo>
                    <a:pt x="3047150" y="1606138"/>
                  </a:lnTo>
                  <a:lnTo>
                    <a:pt x="3047267" y="1606138"/>
                  </a:lnTo>
                  <a:lnTo>
                    <a:pt x="3047267" y="1605707"/>
                  </a:lnTo>
                  <a:lnTo>
                    <a:pt x="3047385" y="1605707"/>
                  </a:lnTo>
                  <a:lnTo>
                    <a:pt x="3047503" y="1605707"/>
                  </a:lnTo>
                  <a:lnTo>
                    <a:pt x="3047620" y="1605707"/>
                  </a:lnTo>
                  <a:lnTo>
                    <a:pt x="3047738" y="1605707"/>
                  </a:lnTo>
                  <a:lnTo>
                    <a:pt x="3047856" y="1605707"/>
                  </a:lnTo>
                  <a:lnTo>
                    <a:pt x="3047856" y="1605276"/>
                  </a:lnTo>
                  <a:lnTo>
                    <a:pt x="3047973" y="1605276"/>
                  </a:lnTo>
                  <a:lnTo>
                    <a:pt x="3047973" y="1604846"/>
                  </a:lnTo>
                  <a:lnTo>
                    <a:pt x="3048091" y="1604846"/>
                  </a:lnTo>
                  <a:lnTo>
                    <a:pt x="3048091" y="1604415"/>
                  </a:lnTo>
                  <a:lnTo>
                    <a:pt x="3048208" y="1604415"/>
                  </a:lnTo>
                  <a:lnTo>
                    <a:pt x="3048326" y="1604415"/>
                  </a:lnTo>
                  <a:lnTo>
                    <a:pt x="3048326" y="1603985"/>
                  </a:lnTo>
                  <a:lnTo>
                    <a:pt x="3048444" y="1603985"/>
                  </a:lnTo>
                  <a:lnTo>
                    <a:pt x="3048561" y="1603985"/>
                  </a:lnTo>
                  <a:lnTo>
                    <a:pt x="3048679" y="1603985"/>
                  </a:lnTo>
                  <a:lnTo>
                    <a:pt x="3048796" y="1603985"/>
                  </a:lnTo>
                  <a:lnTo>
                    <a:pt x="3048914" y="1603985"/>
                  </a:lnTo>
                  <a:lnTo>
                    <a:pt x="3049032" y="1603985"/>
                  </a:lnTo>
                  <a:lnTo>
                    <a:pt x="3049149" y="1603985"/>
                  </a:lnTo>
                  <a:lnTo>
                    <a:pt x="3049267" y="1603985"/>
                  </a:lnTo>
                  <a:lnTo>
                    <a:pt x="3049385" y="1603985"/>
                  </a:lnTo>
                  <a:lnTo>
                    <a:pt x="3049502" y="1603985"/>
                  </a:lnTo>
                  <a:lnTo>
                    <a:pt x="3049620" y="1603985"/>
                  </a:lnTo>
                  <a:lnTo>
                    <a:pt x="3049737" y="1603985"/>
                  </a:lnTo>
                  <a:lnTo>
                    <a:pt x="3049855" y="1603985"/>
                  </a:lnTo>
                  <a:lnTo>
                    <a:pt x="3049973" y="1603985"/>
                  </a:lnTo>
                  <a:lnTo>
                    <a:pt x="3050090" y="1603985"/>
                  </a:lnTo>
                  <a:lnTo>
                    <a:pt x="3050208" y="1603985"/>
                  </a:lnTo>
                  <a:lnTo>
                    <a:pt x="3050325" y="1603985"/>
                  </a:lnTo>
                  <a:lnTo>
                    <a:pt x="3050443" y="1603985"/>
                  </a:lnTo>
                  <a:lnTo>
                    <a:pt x="3050561" y="1603985"/>
                  </a:lnTo>
                  <a:lnTo>
                    <a:pt x="3050678" y="1603985"/>
                  </a:lnTo>
                  <a:lnTo>
                    <a:pt x="3050796" y="1603985"/>
                  </a:lnTo>
                  <a:lnTo>
                    <a:pt x="3050796" y="1603554"/>
                  </a:lnTo>
                  <a:lnTo>
                    <a:pt x="3050914" y="1603554"/>
                  </a:lnTo>
                  <a:lnTo>
                    <a:pt x="3051031" y="1603554"/>
                  </a:lnTo>
                  <a:lnTo>
                    <a:pt x="3051149" y="1603554"/>
                  </a:lnTo>
                  <a:lnTo>
                    <a:pt x="3051266" y="1603554"/>
                  </a:lnTo>
                  <a:lnTo>
                    <a:pt x="3051266" y="1603123"/>
                  </a:lnTo>
                  <a:lnTo>
                    <a:pt x="3051384" y="1603123"/>
                  </a:lnTo>
                  <a:lnTo>
                    <a:pt x="3051384" y="1602693"/>
                  </a:lnTo>
                  <a:lnTo>
                    <a:pt x="3051502" y="1602693"/>
                  </a:lnTo>
                  <a:lnTo>
                    <a:pt x="3051619" y="1602693"/>
                  </a:lnTo>
                  <a:lnTo>
                    <a:pt x="3051737" y="1602693"/>
                  </a:lnTo>
                  <a:lnTo>
                    <a:pt x="3051854" y="1602693"/>
                  </a:lnTo>
                  <a:lnTo>
                    <a:pt x="3051972" y="1602693"/>
                  </a:lnTo>
                  <a:lnTo>
                    <a:pt x="3052090" y="1602693"/>
                  </a:lnTo>
                  <a:lnTo>
                    <a:pt x="3052207" y="1602693"/>
                  </a:lnTo>
                  <a:lnTo>
                    <a:pt x="3052207" y="1602262"/>
                  </a:lnTo>
                  <a:lnTo>
                    <a:pt x="3052325" y="1602262"/>
                  </a:lnTo>
                  <a:lnTo>
                    <a:pt x="3052443" y="1602262"/>
                  </a:lnTo>
                  <a:lnTo>
                    <a:pt x="3052443" y="1601832"/>
                  </a:lnTo>
                  <a:lnTo>
                    <a:pt x="3052560" y="1601832"/>
                  </a:lnTo>
                  <a:lnTo>
                    <a:pt x="3052678" y="1601832"/>
                  </a:lnTo>
                  <a:lnTo>
                    <a:pt x="3052795" y="1601832"/>
                  </a:lnTo>
                  <a:lnTo>
                    <a:pt x="3052795" y="1601401"/>
                  </a:lnTo>
                  <a:lnTo>
                    <a:pt x="3052913" y="1601401"/>
                  </a:lnTo>
                  <a:lnTo>
                    <a:pt x="3053031" y="1601401"/>
                  </a:lnTo>
                  <a:lnTo>
                    <a:pt x="3053148" y="1601401"/>
                  </a:lnTo>
                  <a:lnTo>
                    <a:pt x="3053266" y="1601401"/>
                  </a:lnTo>
                  <a:lnTo>
                    <a:pt x="3053383" y="1601401"/>
                  </a:lnTo>
                  <a:lnTo>
                    <a:pt x="3053501" y="1601401"/>
                  </a:lnTo>
                  <a:lnTo>
                    <a:pt x="3053619" y="1601401"/>
                  </a:lnTo>
                  <a:lnTo>
                    <a:pt x="3053736" y="1601401"/>
                  </a:lnTo>
                  <a:lnTo>
                    <a:pt x="3053854" y="1601401"/>
                  </a:lnTo>
                  <a:lnTo>
                    <a:pt x="3053972" y="1601401"/>
                  </a:lnTo>
                  <a:lnTo>
                    <a:pt x="3054089" y="1601401"/>
                  </a:lnTo>
                  <a:lnTo>
                    <a:pt x="3054207" y="1601401"/>
                  </a:lnTo>
                  <a:lnTo>
                    <a:pt x="3054324" y="1601401"/>
                  </a:lnTo>
                  <a:lnTo>
                    <a:pt x="3054442" y="1601401"/>
                  </a:lnTo>
                  <a:lnTo>
                    <a:pt x="3054560" y="1601401"/>
                  </a:lnTo>
                  <a:lnTo>
                    <a:pt x="3054677" y="1601401"/>
                  </a:lnTo>
                  <a:lnTo>
                    <a:pt x="3054795" y="1601401"/>
                  </a:lnTo>
                  <a:lnTo>
                    <a:pt x="3054912" y="1601401"/>
                  </a:lnTo>
                  <a:lnTo>
                    <a:pt x="3055030" y="1601401"/>
                  </a:lnTo>
                  <a:lnTo>
                    <a:pt x="3055148" y="1601401"/>
                  </a:lnTo>
                  <a:lnTo>
                    <a:pt x="3055148" y="1600970"/>
                  </a:lnTo>
                  <a:lnTo>
                    <a:pt x="3055148" y="1600540"/>
                  </a:lnTo>
                  <a:lnTo>
                    <a:pt x="3055148" y="1600109"/>
                  </a:lnTo>
                  <a:lnTo>
                    <a:pt x="3055148" y="1599679"/>
                  </a:lnTo>
                  <a:lnTo>
                    <a:pt x="3055265" y="1599679"/>
                  </a:lnTo>
                  <a:lnTo>
                    <a:pt x="3055383" y="1599679"/>
                  </a:lnTo>
                  <a:lnTo>
                    <a:pt x="3055500" y="1599679"/>
                  </a:lnTo>
                  <a:lnTo>
                    <a:pt x="3055500" y="1599248"/>
                  </a:lnTo>
                  <a:lnTo>
                    <a:pt x="3055618" y="1599248"/>
                  </a:lnTo>
                  <a:lnTo>
                    <a:pt x="3055736" y="1599248"/>
                  </a:lnTo>
                  <a:lnTo>
                    <a:pt x="3055853" y="1599248"/>
                  </a:lnTo>
                  <a:lnTo>
                    <a:pt x="3055971" y="1599248"/>
                  </a:lnTo>
                  <a:lnTo>
                    <a:pt x="3056089" y="1599248"/>
                  </a:lnTo>
                  <a:lnTo>
                    <a:pt x="3056206" y="1599248"/>
                  </a:lnTo>
                  <a:lnTo>
                    <a:pt x="3056324" y="1599248"/>
                  </a:lnTo>
                  <a:lnTo>
                    <a:pt x="3056441" y="1599248"/>
                  </a:lnTo>
                  <a:lnTo>
                    <a:pt x="3056559" y="1599248"/>
                  </a:lnTo>
                  <a:lnTo>
                    <a:pt x="3056677" y="1599248"/>
                  </a:lnTo>
                  <a:lnTo>
                    <a:pt x="3056794" y="1599248"/>
                  </a:lnTo>
                  <a:lnTo>
                    <a:pt x="3056912" y="1599248"/>
                  </a:lnTo>
                  <a:lnTo>
                    <a:pt x="3056912" y="1598817"/>
                  </a:lnTo>
                  <a:lnTo>
                    <a:pt x="3057029" y="1598817"/>
                  </a:lnTo>
                  <a:lnTo>
                    <a:pt x="3057147" y="1598817"/>
                  </a:lnTo>
                  <a:lnTo>
                    <a:pt x="3057265" y="1598817"/>
                  </a:lnTo>
                  <a:lnTo>
                    <a:pt x="3057382" y="1598817"/>
                  </a:lnTo>
                  <a:lnTo>
                    <a:pt x="3057382" y="1598387"/>
                  </a:lnTo>
                  <a:lnTo>
                    <a:pt x="3057500" y="1598387"/>
                  </a:lnTo>
                  <a:lnTo>
                    <a:pt x="3057618" y="1598387"/>
                  </a:lnTo>
                  <a:lnTo>
                    <a:pt x="3057618" y="1597956"/>
                  </a:lnTo>
                  <a:lnTo>
                    <a:pt x="3057735" y="1597956"/>
                  </a:lnTo>
                  <a:lnTo>
                    <a:pt x="3057853" y="1597956"/>
                  </a:lnTo>
                  <a:lnTo>
                    <a:pt x="3057970" y="1597956"/>
                  </a:lnTo>
                  <a:lnTo>
                    <a:pt x="3058088" y="1597956"/>
                  </a:lnTo>
                  <a:lnTo>
                    <a:pt x="3058206" y="1597956"/>
                  </a:lnTo>
                  <a:lnTo>
                    <a:pt x="3058323" y="1597956"/>
                  </a:lnTo>
                  <a:lnTo>
                    <a:pt x="3058323" y="1597526"/>
                  </a:lnTo>
                  <a:lnTo>
                    <a:pt x="3058441" y="1597526"/>
                  </a:lnTo>
                  <a:lnTo>
                    <a:pt x="3058558" y="1597526"/>
                  </a:lnTo>
                  <a:lnTo>
                    <a:pt x="3058676" y="1597526"/>
                  </a:lnTo>
                  <a:lnTo>
                    <a:pt x="3058676" y="1597095"/>
                  </a:lnTo>
                  <a:lnTo>
                    <a:pt x="3058794" y="1597095"/>
                  </a:lnTo>
                  <a:lnTo>
                    <a:pt x="3058911" y="1597095"/>
                  </a:lnTo>
                  <a:lnTo>
                    <a:pt x="3059029" y="1597095"/>
                  </a:lnTo>
                  <a:lnTo>
                    <a:pt x="3059147" y="1597095"/>
                  </a:lnTo>
                  <a:lnTo>
                    <a:pt x="3059264" y="1597095"/>
                  </a:lnTo>
                  <a:lnTo>
                    <a:pt x="3059382" y="1597095"/>
                  </a:lnTo>
                  <a:lnTo>
                    <a:pt x="3059499" y="1597095"/>
                  </a:lnTo>
                  <a:lnTo>
                    <a:pt x="3059617" y="1597095"/>
                  </a:lnTo>
                  <a:lnTo>
                    <a:pt x="3059735" y="1597095"/>
                  </a:lnTo>
                  <a:lnTo>
                    <a:pt x="3059852" y="1597095"/>
                  </a:lnTo>
                  <a:lnTo>
                    <a:pt x="3059970" y="1597095"/>
                  </a:lnTo>
                  <a:lnTo>
                    <a:pt x="3059970" y="1596664"/>
                  </a:lnTo>
                  <a:lnTo>
                    <a:pt x="3060087" y="1596664"/>
                  </a:lnTo>
                  <a:lnTo>
                    <a:pt x="3060205" y="1596664"/>
                  </a:lnTo>
                  <a:lnTo>
                    <a:pt x="3060323" y="1596664"/>
                  </a:lnTo>
                  <a:lnTo>
                    <a:pt x="3060440" y="1596664"/>
                  </a:lnTo>
                  <a:lnTo>
                    <a:pt x="3060558" y="1596664"/>
                  </a:lnTo>
                  <a:lnTo>
                    <a:pt x="3060676" y="1596664"/>
                  </a:lnTo>
                  <a:lnTo>
                    <a:pt x="3060793" y="1596664"/>
                  </a:lnTo>
                  <a:lnTo>
                    <a:pt x="3060793" y="1596234"/>
                  </a:lnTo>
                  <a:lnTo>
                    <a:pt x="3060793" y="1595803"/>
                  </a:lnTo>
                  <a:lnTo>
                    <a:pt x="3060911" y="1595803"/>
                  </a:lnTo>
                  <a:lnTo>
                    <a:pt x="3060911" y="1595373"/>
                  </a:lnTo>
                  <a:lnTo>
                    <a:pt x="3061028" y="1595373"/>
                  </a:lnTo>
                  <a:lnTo>
                    <a:pt x="3061146" y="1595373"/>
                  </a:lnTo>
                  <a:lnTo>
                    <a:pt x="3061264" y="1595373"/>
                  </a:lnTo>
                  <a:lnTo>
                    <a:pt x="3061381" y="1595373"/>
                  </a:lnTo>
                  <a:lnTo>
                    <a:pt x="3061499" y="1595373"/>
                  </a:lnTo>
                  <a:lnTo>
                    <a:pt x="3061616" y="1595373"/>
                  </a:lnTo>
                  <a:lnTo>
                    <a:pt x="3061734" y="1595373"/>
                  </a:lnTo>
                  <a:lnTo>
                    <a:pt x="3061852" y="1595373"/>
                  </a:lnTo>
                  <a:lnTo>
                    <a:pt x="3061969" y="1595373"/>
                  </a:lnTo>
                  <a:lnTo>
                    <a:pt x="3061969" y="1594942"/>
                  </a:lnTo>
                  <a:lnTo>
                    <a:pt x="3062087" y="1594942"/>
                  </a:lnTo>
                  <a:lnTo>
                    <a:pt x="3062205" y="1594942"/>
                  </a:lnTo>
                  <a:lnTo>
                    <a:pt x="3062322" y="1594942"/>
                  </a:lnTo>
                  <a:lnTo>
                    <a:pt x="3062322" y="1594511"/>
                  </a:lnTo>
                  <a:lnTo>
                    <a:pt x="3062440" y="1594511"/>
                  </a:lnTo>
                  <a:lnTo>
                    <a:pt x="3062557" y="1594511"/>
                  </a:lnTo>
                  <a:lnTo>
                    <a:pt x="3062675" y="1594511"/>
                  </a:lnTo>
                  <a:lnTo>
                    <a:pt x="3062793" y="1594511"/>
                  </a:lnTo>
                  <a:lnTo>
                    <a:pt x="3062910" y="1594511"/>
                  </a:lnTo>
                  <a:lnTo>
                    <a:pt x="3062910" y="1594081"/>
                  </a:lnTo>
                  <a:lnTo>
                    <a:pt x="3063028" y="1594081"/>
                  </a:lnTo>
                  <a:lnTo>
                    <a:pt x="3063145" y="1594081"/>
                  </a:lnTo>
                  <a:lnTo>
                    <a:pt x="3063263" y="1594081"/>
                  </a:lnTo>
                  <a:lnTo>
                    <a:pt x="3063381" y="1594081"/>
                  </a:lnTo>
                  <a:lnTo>
                    <a:pt x="3063498" y="1594081"/>
                  </a:lnTo>
                  <a:lnTo>
                    <a:pt x="3063616" y="1594081"/>
                  </a:lnTo>
                  <a:lnTo>
                    <a:pt x="3063733" y="1594081"/>
                  </a:lnTo>
                  <a:lnTo>
                    <a:pt x="3063851" y="1594081"/>
                  </a:lnTo>
                  <a:lnTo>
                    <a:pt x="3063969" y="1594081"/>
                  </a:lnTo>
                  <a:lnTo>
                    <a:pt x="3064086" y="1594081"/>
                  </a:lnTo>
                  <a:lnTo>
                    <a:pt x="3064204" y="1594081"/>
                  </a:lnTo>
                  <a:lnTo>
                    <a:pt x="3064322" y="1594081"/>
                  </a:lnTo>
                  <a:lnTo>
                    <a:pt x="3064439" y="1594081"/>
                  </a:lnTo>
                  <a:lnTo>
                    <a:pt x="3064557" y="1594081"/>
                  </a:lnTo>
                  <a:lnTo>
                    <a:pt x="3064674" y="1594081"/>
                  </a:lnTo>
                  <a:lnTo>
                    <a:pt x="3064792" y="1594081"/>
                  </a:lnTo>
                  <a:lnTo>
                    <a:pt x="3064910" y="1594081"/>
                  </a:lnTo>
                  <a:lnTo>
                    <a:pt x="3065027" y="1594081"/>
                  </a:lnTo>
                  <a:lnTo>
                    <a:pt x="3065145" y="1594081"/>
                  </a:lnTo>
                  <a:lnTo>
                    <a:pt x="3065262" y="1594081"/>
                  </a:lnTo>
                  <a:lnTo>
                    <a:pt x="3065380" y="1594081"/>
                  </a:lnTo>
                  <a:lnTo>
                    <a:pt x="3065498" y="1594081"/>
                  </a:lnTo>
                  <a:lnTo>
                    <a:pt x="3065615" y="1594081"/>
                  </a:lnTo>
                  <a:lnTo>
                    <a:pt x="3065733" y="1594081"/>
                  </a:lnTo>
                  <a:lnTo>
                    <a:pt x="3065851" y="1594081"/>
                  </a:lnTo>
                  <a:lnTo>
                    <a:pt x="3065968" y="1594081"/>
                  </a:lnTo>
                  <a:lnTo>
                    <a:pt x="3066086" y="1594081"/>
                  </a:lnTo>
                  <a:lnTo>
                    <a:pt x="3066203" y="1594081"/>
                  </a:lnTo>
                  <a:lnTo>
                    <a:pt x="3066321" y="1594081"/>
                  </a:lnTo>
                  <a:lnTo>
                    <a:pt x="3066439" y="1594081"/>
                  </a:lnTo>
                  <a:lnTo>
                    <a:pt x="3066556" y="1594081"/>
                  </a:lnTo>
                  <a:lnTo>
                    <a:pt x="3066556" y="1593650"/>
                  </a:lnTo>
                  <a:lnTo>
                    <a:pt x="3066674" y="1593650"/>
                  </a:lnTo>
                  <a:lnTo>
                    <a:pt x="3066674" y="1593220"/>
                  </a:lnTo>
                  <a:lnTo>
                    <a:pt x="3066791" y="1593220"/>
                  </a:lnTo>
                  <a:lnTo>
                    <a:pt x="3066791" y="1592789"/>
                  </a:lnTo>
                  <a:lnTo>
                    <a:pt x="3066909" y="1592789"/>
                  </a:lnTo>
                  <a:lnTo>
                    <a:pt x="3067027" y="1592789"/>
                  </a:lnTo>
                  <a:lnTo>
                    <a:pt x="3067144" y="1592789"/>
                  </a:lnTo>
                  <a:lnTo>
                    <a:pt x="3067262" y="1592789"/>
                  </a:lnTo>
                  <a:lnTo>
                    <a:pt x="3067380" y="1592789"/>
                  </a:lnTo>
                  <a:lnTo>
                    <a:pt x="3067497" y="1592789"/>
                  </a:lnTo>
                  <a:lnTo>
                    <a:pt x="3067615" y="1592789"/>
                  </a:lnTo>
                  <a:lnTo>
                    <a:pt x="3067732" y="1592789"/>
                  </a:lnTo>
                  <a:lnTo>
                    <a:pt x="3067850" y="1592789"/>
                  </a:lnTo>
                  <a:lnTo>
                    <a:pt x="3067968" y="1592789"/>
                  </a:lnTo>
                  <a:lnTo>
                    <a:pt x="3067968" y="1592358"/>
                  </a:lnTo>
                  <a:lnTo>
                    <a:pt x="3068085" y="1592358"/>
                  </a:lnTo>
                  <a:lnTo>
                    <a:pt x="3068085" y="1591928"/>
                  </a:lnTo>
                  <a:lnTo>
                    <a:pt x="3068203" y="1591928"/>
                  </a:lnTo>
                  <a:lnTo>
                    <a:pt x="3068320" y="1591928"/>
                  </a:lnTo>
                  <a:lnTo>
                    <a:pt x="3068438" y="1591928"/>
                  </a:lnTo>
                  <a:lnTo>
                    <a:pt x="3068556" y="1591928"/>
                  </a:lnTo>
                  <a:lnTo>
                    <a:pt x="3068673" y="1591928"/>
                  </a:lnTo>
                  <a:lnTo>
                    <a:pt x="3068791" y="1591928"/>
                  </a:lnTo>
                  <a:lnTo>
                    <a:pt x="3068909" y="1591928"/>
                  </a:lnTo>
                  <a:lnTo>
                    <a:pt x="3068909" y="1591497"/>
                  </a:lnTo>
                  <a:lnTo>
                    <a:pt x="3069026" y="1591497"/>
                  </a:lnTo>
                  <a:lnTo>
                    <a:pt x="3069026" y="1591067"/>
                  </a:lnTo>
                  <a:lnTo>
                    <a:pt x="3069144" y="1591067"/>
                  </a:lnTo>
                  <a:lnTo>
                    <a:pt x="3069261" y="1591067"/>
                  </a:lnTo>
                  <a:lnTo>
                    <a:pt x="3069261" y="1590636"/>
                  </a:lnTo>
                  <a:lnTo>
                    <a:pt x="3069379" y="1590636"/>
                  </a:lnTo>
                  <a:lnTo>
                    <a:pt x="3069497" y="1590636"/>
                  </a:lnTo>
                  <a:lnTo>
                    <a:pt x="3069614" y="1590636"/>
                  </a:lnTo>
                  <a:lnTo>
                    <a:pt x="3069732" y="1590636"/>
                  </a:lnTo>
                  <a:lnTo>
                    <a:pt x="3069849" y="1590636"/>
                  </a:lnTo>
                  <a:lnTo>
                    <a:pt x="3069967" y="1590636"/>
                  </a:lnTo>
                  <a:lnTo>
                    <a:pt x="3070085" y="1590636"/>
                  </a:lnTo>
                  <a:lnTo>
                    <a:pt x="3070202" y="1590636"/>
                  </a:lnTo>
                  <a:lnTo>
                    <a:pt x="3070320" y="1590636"/>
                  </a:lnTo>
                  <a:lnTo>
                    <a:pt x="3070437" y="1590636"/>
                  </a:lnTo>
                  <a:lnTo>
                    <a:pt x="3070555" y="1590636"/>
                  </a:lnTo>
                  <a:lnTo>
                    <a:pt x="3070673" y="1590636"/>
                  </a:lnTo>
                  <a:lnTo>
                    <a:pt x="3070790" y="1590636"/>
                  </a:lnTo>
                  <a:lnTo>
                    <a:pt x="3070908" y="1590636"/>
                  </a:lnTo>
                  <a:lnTo>
                    <a:pt x="3071026" y="1590636"/>
                  </a:lnTo>
                  <a:lnTo>
                    <a:pt x="3071143" y="1590636"/>
                  </a:lnTo>
                  <a:lnTo>
                    <a:pt x="3071261" y="1590636"/>
                  </a:lnTo>
                  <a:lnTo>
                    <a:pt x="3071378" y="1590636"/>
                  </a:lnTo>
                  <a:lnTo>
                    <a:pt x="3071496" y="1590636"/>
                  </a:lnTo>
                  <a:lnTo>
                    <a:pt x="3071614" y="1590636"/>
                  </a:lnTo>
                  <a:lnTo>
                    <a:pt x="3071731" y="1590636"/>
                  </a:lnTo>
                  <a:lnTo>
                    <a:pt x="3071731" y="1590205"/>
                  </a:lnTo>
                  <a:lnTo>
                    <a:pt x="3071849" y="1590205"/>
                  </a:lnTo>
                  <a:lnTo>
                    <a:pt x="3071966" y="1590205"/>
                  </a:lnTo>
                  <a:lnTo>
                    <a:pt x="3071966" y="1589775"/>
                  </a:lnTo>
                  <a:lnTo>
                    <a:pt x="3071966" y="1589344"/>
                  </a:lnTo>
                  <a:lnTo>
                    <a:pt x="3072084" y="1589344"/>
                  </a:lnTo>
                  <a:lnTo>
                    <a:pt x="3072202" y="1589344"/>
                  </a:lnTo>
                  <a:lnTo>
                    <a:pt x="3072202" y="1588914"/>
                  </a:lnTo>
                  <a:lnTo>
                    <a:pt x="3072319" y="1588914"/>
                  </a:lnTo>
                  <a:lnTo>
                    <a:pt x="3072319" y="1588483"/>
                  </a:lnTo>
                  <a:lnTo>
                    <a:pt x="3072437" y="1588483"/>
                  </a:lnTo>
                  <a:lnTo>
                    <a:pt x="3072437" y="1588052"/>
                  </a:lnTo>
                  <a:lnTo>
                    <a:pt x="3072555" y="1588052"/>
                  </a:lnTo>
                  <a:lnTo>
                    <a:pt x="3072672" y="1588052"/>
                  </a:lnTo>
                  <a:lnTo>
                    <a:pt x="3072790" y="1588052"/>
                  </a:lnTo>
                  <a:lnTo>
                    <a:pt x="3072790" y="1587622"/>
                  </a:lnTo>
                  <a:lnTo>
                    <a:pt x="3072907" y="1587622"/>
                  </a:lnTo>
                  <a:lnTo>
                    <a:pt x="3073025" y="1587622"/>
                  </a:lnTo>
                  <a:lnTo>
                    <a:pt x="3073143" y="1587622"/>
                  </a:lnTo>
                  <a:lnTo>
                    <a:pt x="3073260" y="1587622"/>
                  </a:lnTo>
                  <a:lnTo>
                    <a:pt x="3073378" y="1587622"/>
                  </a:lnTo>
                  <a:lnTo>
                    <a:pt x="3073495" y="1587622"/>
                  </a:lnTo>
                  <a:lnTo>
                    <a:pt x="3073495" y="1587191"/>
                  </a:lnTo>
                  <a:lnTo>
                    <a:pt x="3073495" y="1586761"/>
                  </a:lnTo>
                  <a:lnTo>
                    <a:pt x="3073613" y="1586761"/>
                  </a:lnTo>
                  <a:lnTo>
                    <a:pt x="3073613" y="1586330"/>
                  </a:lnTo>
                  <a:lnTo>
                    <a:pt x="3073613" y="1585899"/>
                  </a:lnTo>
                  <a:lnTo>
                    <a:pt x="3073613" y="1585469"/>
                  </a:lnTo>
                  <a:lnTo>
                    <a:pt x="3073731" y="1585469"/>
                  </a:lnTo>
                  <a:lnTo>
                    <a:pt x="3073848" y="1585469"/>
                  </a:lnTo>
                  <a:lnTo>
                    <a:pt x="3073848" y="1585038"/>
                  </a:lnTo>
                  <a:lnTo>
                    <a:pt x="3073966" y="1585038"/>
                  </a:lnTo>
                  <a:lnTo>
                    <a:pt x="3074084" y="1585038"/>
                  </a:lnTo>
                  <a:lnTo>
                    <a:pt x="3074201" y="1585038"/>
                  </a:lnTo>
                  <a:lnTo>
                    <a:pt x="3074319" y="1585038"/>
                  </a:lnTo>
                  <a:lnTo>
                    <a:pt x="3074436" y="1585038"/>
                  </a:lnTo>
                  <a:lnTo>
                    <a:pt x="3074554" y="1585038"/>
                  </a:lnTo>
                  <a:lnTo>
                    <a:pt x="3074672" y="1585038"/>
                  </a:lnTo>
                  <a:lnTo>
                    <a:pt x="3074789" y="1585038"/>
                  </a:lnTo>
                  <a:lnTo>
                    <a:pt x="3074907" y="1585038"/>
                  </a:lnTo>
                  <a:lnTo>
                    <a:pt x="3075024" y="1585038"/>
                  </a:lnTo>
                  <a:lnTo>
                    <a:pt x="3075142" y="1585038"/>
                  </a:lnTo>
                  <a:lnTo>
                    <a:pt x="3075142" y="1584608"/>
                  </a:lnTo>
                  <a:lnTo>
                    <a:pt x="3075260" y="1584608"/>
                  </a:lnTo>
                  <a:lnTo>
                    <a:pt x="3075260" y="1584177"/>
                  </a:lnTo>
                  <a:lnTo>
                    <a:pt x="3075377" y="1584177"/>
                  </a:lnTo>
                  <a:lnTo>
                    <a:pt x="3075495" y="1584177"/>
                  </a:lnTo>
                  <a:lnTo>
                    <a:pt x="3075613" y="1584177"/>
                  </a:lnTo>
                  <a:lnTo>
                    <a:pt x="3075730" y="1584177"/>
                  </a:lnTo>
                  <a:lnTo>
                    <a:pt x="3075848" y="1584177"/>
                  </a:lnTo>
                  <a:lnTo>
                    <a:pt x="3075965" y="1584177"/>
                  </a:lnTo>
                  <a:lnTo>
                    <a:pt x="3076083" y="1584177"/>
                  </a:lnTo>
                  <a:lnTo>
                    <a:pt x="3076201" y="1584177"/>
                  </a:lnTo>
                  <a:lnTo>
                    <a:pt x="3076201" y="1583746"/>
                  </a:lnTo>
                  <a:lnTo>
                    <a:pt x="3076318" y="1583746"/>
                  </a:lnTo>
                  <a:lnTo>
                    <a:pt x="3076436" y="1583746"/>
                  </a:lnTo>
                  <a:lnTo>
                    <a:pt x="3076553" y="1583746"/>
                  </a:lnTo>
                  <a:lnTo>
                    <a:pt x="3076671" y="1583746"/>
                  </a:lnTo>
                  <a:lnTo>
                    <a:pt x="3076789" y="1583746"/>
                  </a:lnTo>
                  <a:lnTo>
                    <a:pt x="3076789" y="1583316"/>
                  </a:lnTo>
                  <a:lnTo>
                    <a:pt x="3076906" y="1583316"/>
                  </a:lnTo>
                  <a:lnTo>
                    <a:pt x="3076906" y="1582885"/>
                  </a:lnTo>
                  <a:lnTo>
                    <a:pt x="3077024" y="1582885"/>
                  </a:lnTo>
                  <a:lnTo>
                    <a:pt x="3077142" y="1582885"/>
                  </a:lnTo>
                  <a:lnTo>
                    <a:pt x="3077259" y="1582885"/>
                  </a:lnTo>
                  <a:lnTo>
                    <a:pt x="3077377" y="1582885"/>
                  </a:lnTo>
                  <a:lnTo>
                    <a:pt x="3077494" y="1582885"/>
                  </a:lnTo>
                  <a:lnTo>
                    <a:pt x="3077612" y="1582885"/>
                  </a:lnTo>
                  <a:lnTo>
                    <a:pt x="3077730" y="1582885"/>
                  </a:lnTo>
                  <a:lnTo>
                    <a:pt x="3077847" y="1582885"/>
                  </a:lnTo>
                  <a:lnTo>
                    <a:pt x="3077965" y="1582885"/>
                  </a:lnTo>
                  <a:lnTo>
                    <a:pt x="3077965" y="1582455"/>
                  </a:lnTo>
                  <a:lnTo>
                    <a:pt x="3078082" y="1582455"/>
                  </a:lnTo>
                  <a:lnTo>
                    <a:pt x="3078200" y="1582455"/>
                  </a:lnTo>
                  <a:lnTo>
                    <a:pt x="3078318" y="1582455"/>
                  </a:lnTo>
                  <a:lnTo>
                    <a:pt x="3078318" y="1582024"/>
                  </a:lnTo>
                  <a:lnTo>
                    <a:pt x="3078435" y="1582024"/>
                  </a:lnTo>
                  <a:lnTo>
                    <a:pt x="3078553" y="1582024"/>
                  </a:lnTo>
                  <a:lnTo>
                    <a:pt x="3078670" y="1582024"/>
                  </a:lnTo>
                  <a:lnTo>
                    <a:pt x="3078670" y="1581593"/>
                  </a:lnTo>
                  <a:lnTo>
                    <a:pt x="3078670" y="1581163"/>
                  </a:lnTo>
                  <a:lnTo>
                    <a:pt x="3078788" y="1581163"/>
                  </a:lnTo>
                  <a:lnTo>
                    <a:pt x="3078906" y="1581163"/>
                  </a:lnTo>
                  <a:lnTo>
                    <a:pt x="3079023" y="1581163"/>
                  </a:lnTo>
                  <a:lnTo>
                    <a:pt x="3079141" y="1581163"/>
                  </a:lnTo>
                  <a:lnTo>
                    <a:pt x="3079259" y="1581163"/>
                  </a:lnTo>
                  <a:lnTo>
                    <a:pt x="3079376" y="1581163"/>
                  </a:lnTo>
                  <a:lnTo>
                    <a:pt x="3079376" y="1580732"/>
                  </a:lnTo>
                  <a:lnTo>
                    <a:pt x="3079494" y="1580732"/>
                  </a:lnTo>
                  <a:lnTo>
                    <a:pt x="3079611" y="1580732"/>
                  </a:lnTo>
                  <a:lnTo>
                    <a:pt x="3079729" y="1580732"/>
                  </a:lnTo>
                  <a:lnTo>
                    <a:pt x="3079847" y="1580732"/>
                  </a:lnTo>
                  <a:lnTo>
                    <a:pt x="3079964" y="1580732"/>
                  </a:lnTo>
                  <a:lnTo>
                    <a:pt x="3080082" y="1580732"/>
                  </a:lnTo>
                  <a:lnTo>
                    <a:pt x="3080199" y="1580732"/>
                  </a:lnTo>
                  <a:lnTo>
                    <a:pt x="3080317" y="1580732"/>
                  </a:lnTo>
                  <a:lnTo>
                    <a:pt x="3080435" y="1580732"/>
                  </a:lnTo>
                  <a:lnTo>
                    <a:pt x="3080552" y="1580732"/>
                  </a:lnTo>
                  <a:lnTo>
                    <a:pt x="3080670" y="1580732"/>
                  </a:lnTo>
                  <a:lnTo>
                    <a:pt x="3080788" y="1580732"/>
                  </a:lnTo>
                  <a:lnTo>
                    <a:pt x="3080905" y="1580732"/>
                  </a:lnTo>
                  <a:lnTo>
                    <a:pt x="3081023" y="1580732"/>
                  </a:lnTo>
                  <a:lnTo>
                    <a:pt x="3081140" y="1580732"/>
                  </a:lnTo>
                  <a:lnTo>
                    <a:pt x="3081140" y="1580302"/>
                  </a:lnTo>
                  <a:lnTo>
                    <a:pt x="3081140" y="1579871"/>
                  </a:lnTo>
                  <a:lnTo>
                    <a:pt x="3081258" y="1579871"/>
                  </a:lnTo>
                  <a:lnTo>
                    <a:pt x="3081376" y="1579871"/>
                  </a:lnTo>
                  <a:lnTo>
                    <a:pt x="3081493" y="1579871"/>
                  </a:lnTo>
                  <a:lnTo>
                    <a:pt x="3081611" y="1579871"/>
                  </a:lnTo>
                  <a:lnTo>
                    <a:pt x="3081728" y="1579871"/>
                  </a:lnTo>
                  <a:lnTo>
                    <a:pt x="3081846" y="1579871"/>
                  </a:lnTo>
                  <a:lnTo>
                    <a:pt x="3081964" y="1579871"/>
                  </a:lnTo>
                  <a:lnTo>
                    <a:pt x="3082081" y="1579871"/>
                  </a:lnTo>
                  <a:lnTo>
                    <a:pt x="3082199" y="1579871"/>
                  </a:lnTo>
                  <a:lnTo>
                    <a:pt x="3082199" y="1579440"/>
                  </a:lnTo>
                  <a:lnTo>
                    <a:pt x="3082317" y="1579440"/>
                  </a:lnTo>
                  <a:lnTo>
                    <a:pt x="3082434" y="1579440"/>
                  </a:lnTo>
                  <a:lnTo>
                    <a:pt x="3082552" y="1579440"/>
                  </a:lnTo>
                  <a:lnTo>
                    <a:pt x="3082669" y="1579440"/>
                  </a:lnTo>
                  <a:lnTo>
                    <a:pt x="3082787" y="1579440"/>
                  </a:lnTo>
                  <a:lnTo>
                    <a:pt x="3082905" y="1579440"/>
                  </a:lnTo>
                  <a:lnTo>
                    <a:pt x="3083022" y="1579440"/>
                  </a:lnTo>
                  <a:lnTo>
                    <a:pt x="3083140" y="1579440"/>
                  </a:lnTo>
                  <a:lnTo>
                    <a:pt x="3083257" y="1579440"/>
                  </a:lnTo>
                  <a:lnTo>
                    <a:pt x="3083375" y="1579440"/>
                  </a:lnTo>
                  <a:lnTo>
                    <a:pt x="3083493" y="1579440"/>
                  </a:lnTo>
                  <a:lnTo>
                    <a:pt x="3083493" y="1579010"/>
                  </a:lnTo>
                  <a:lnTo>
                    <a:pt x="3083610" y="1579010"/>
                  </a:lnTo>
                  <a:lnTo>
                    <a:pt x="3083728" y="1579010"/>
                  </a:lnTo>
                  <a:lnTo>
                    <a:pt x="3083846" y="1579010"/>
                  </a:lnTo>
                  <a:lnTo>
                    <a:pt x="3083963" y="1579010"/>
                  </a:lnTo>
                  <a:lnTo>
                    <a:pt x="3083963" y="1578579"/>
                  </a:lnTo>
                  <a:lnTo>
                    <a:pt x="3084081" y="1578579"/>
                  </a:lnTo>
                  <a:lnTo>
                    <a:pt x="3084198" y="1578579"/>
                  </a:lnTo>
                  <a:lnTo>
                    <a:pt x="3084316" y="1578579"/>
                  </a:lnTo>
                  <a:lnTo>
                    <a:pt x="3084434" y="1578579"/>
                  </a:lnTo>
                  <a:lnTo>
                    <a:pt x="3084551" y="1578579"/>
                  </a:lnTo>
                  <a:lnTo>
                    <a:pt x="3084669" y="1578579"/>
                  </a:lnTo>
                  <a:lnTo>
                    <a:pt x="3084786" y="1578579"/>
                  </a:lnTo>
                  <a:lnTo>
                    <a:pt x="3084786" y="1578149"/>
                  </a:lnTo>
                  <a:lnTo>
                    <a:pt x="3084786" y="1577718"/>
                  </a:lnTo>
                  <a:lnTo>
                    <a:pt x="3084904" y="1577718"/>
                  </a:lnTo>
                  <a:lnTo>
                    <a:pt x="3085022" y="1577718"/>
                  </a:lnTo>
                  <a:lnTo>
                    <a:pt x="3085139" y="1577718"/>
                  </a:lnTo>
                  <a:lnTo>
                    <a:pt x="3085257" y="1577718"/>
                  </a:lnTo>
                  <a:lnTo>
                    <a:pt x="3085375" y="1577718"/>
                  </a:lnTo>
                  <a:lnTo>
                    <a:pt x="3085492" y="1577718"/>
                  </a:lnTo>
                  <a:lnTo>
                    <a:pt x="3085492" y="1577287"/>
                  </a:lnTo>
                  <a:lnTo>
                    <a:pt x="3085492" y="1576857"/>
                  </a:lnTo>
                  <a:lnTo>
                    <a:pt x="3085610" y="1576857"/>
                  </a:lnTo>
                  <a:lnTo>
                    <a:pt x="3085727" y="1576857"/>
                  </a:lnTo>
                  <a:lnTo>
                    <a:pt x="3085845" y="1576857"/>
                  </a:lnTo>
                  <a:lnTo>
                    <a:pt x="3085963" y="1576857"/>
                  </a:lnTo>
                  <a:lnTo>
                    <a:pt x="3086080" y="1576857"/>
                  </a:lnTo>
                  <a:lnTo>
                    <a:pt x="3086198" y="1576857"/>
                  </a:lnTo>
                  <a:lnTo>
                    <a:pt x="3086315" y="1576857"/>
                  </a:lnTo>
                  <a:lnTo>
                    <a:pt x="3086433" y="1576857"/>
                  </a:lnTo>
                  <a:lnTo>
                    <a:pt x="3086551" y="1576857"/>
                  </a:lnTo>
                  <a:lnTo>
                    <a:pt x="3086668" y="1576857"/>
                  </a:lnTo>
                  <a:lnTo>
                    <a:pt x="3086786" y="1576857"/>
                  </a:lnTo>
                  <a:lnTo>
                    <a:pt x="3086903" y="1576857"/>
                  </a:lnTo>
                  <a:lnTo>
                    <a:pt x="3087021" y="1576857"/>
                  </a:lnTo>
                  <a:lnTo>
                    <a:pt x="3087139" y="1576857"/>
                  </a:lnTo>
                  <a:lnTo>
                    <a:pt x="3087139" y="1576426"/>
                  </a:lnTo>
                  <a:lnTo>
                    <a:pt x="3087256" y="1576426"/>
                  </a:lnTo>
                  <a:lnTo>
                    <a:pt x="3087374" y="1576426"/>
                  </a:lnTo>
                  <a:lnTo>
                    <a:pt x="3087492" y="1576426"/>
                  </a:lnTo>
                  <a:lnTo>
                    <a:pt x="3087609" y="1576426"/>
                  </a:lnTo>
                  <a:lnTo>
                    <a:pt x="3087727" y="1576426"/>
                  </a:lnTo>
                  <a:lnTo>
                    <a:pt x="3087844" y="1576426"/>
                  </a:lnTo>
                  <a:lnTo>
                    <a:pt x="3087962" y="1576426"/>
                  </a:lnTo>
                  <a:lnTo>
                    <a:pt x="3088080" y="1576426"/>
                  </a:lnTo>
                  <a:lnTo>
                    <a:pt x="3088197" y="1576426"/>
                  </a:lnTo>
                  <a:lnTo>
                    <a:pt x="3088315" y="1576426"/>
                  </a:lnTo>
                  <a:lnTo>
                    <a:pt x="3088432" y="1576426"/>
                  </a:lnTo>
                  <a:lnTo>
                    <a:pt x="3088550" y="1576426"/>
                  </a:lnTo>
                  <a:lnTo>
                    <a:pt x="3088668" y="1576426"/>
                  </a:lnTo>
                  <a:lnTo>
                    <a:pt x="3088785" y="1576426"/>
                  </a:lnTo>
                  <a:lnTo>
                    <a:pt x="3088903" y="1576426"/>
                  </a:lnTo>
                  <a:lnTo>
                    <a:pt x="3089021" y="1576426"/>
                  </a:lnTo>
                  <a:lnTo>
                    <a:pt x="3089138" y="1576426"/>
                  </a:lnTo>
                  <a:lnTo>
                    <a:pt x="3089256" y="1576426"/>
                  </a:lnTo>
                  <a:lnTo>
                    <a:pt x="3089256" y="1575996"/>
                  </a:lnTo>
                  <a:lnTo>
                    <a:pt x="3089373" y="1575996"/>
                  </a:lnTo>
                  <a:lnTo>
                    <a:pt x="3089491" y="1575996"/>
                  </a:lnTo>
                  <a:lnTo>
                    <a:pt x="3089609" y="1575996"/>
                  </a:lnTo>
                  <a:lnTo>
                    <a:pt x="3089726" y="1575996"/>
                  </a:lnTo>
                  <a:lnTo>
                    <a:pt x="3089844" y="1575996"/>
                  </a:lnTo>
                  <a:lnTo>
                    <a:pt x="3089961" y="1575996"/>
                  </a:lnTo>
                  <a:lnTo>
                    <a:pt x="3089961" y="1575565"/>
                  </a:lnTo>
                  <a:lnTo>
                    <a:pt x="3089961" y="1575134"/>
                  </a:lnTo>
                  <a:lnTo>
                    <a:pt x="3090079" y="1575134"/>
                  </a:lnTo>
                  <a:lnTo>
                    <a:pt x="3090197" y="1575134"/>
                  </a:lnTo>
                  <a:lnTo>
                    <a:pt x="3090314" y="1575134"/>
                  </a:lnTo>
                  <a:lnTo>
                    <a:pt x="3090314" y="1574704"/>
                  </a:lnTo>
                  <a:lnTo>
                    <a:pt x="3090432" y="1574704"/>
                  </a:lnTo>
                  <a:lnTo>
                    <a:pt x="3090550" y="1574704"/>
                  </a:lnTo>
                  <a:lnTo>
                    <a:pt x="3090667" y="1574704"/>
                  </a:lnTo>
                  <a:lnTo>
                    <a:pt x="3090785" y="1574704"/>
                  </a:lnTo>
                  <a:lnTo>
                    <a:pt x="3090902" y="1574704"/>
                  </a:lnTo>
                  <a:lnTo>
                    <a:pt x="3090902" y="1574273"/>
                  </a:lnTo>
                  <a:lnTo>
                    <a:pt x="3091020" y="1574273"/>
                  </a:lnTo>
                  <a:lnTo>
                    <a:pt x="3091020" y="1573843"/>
                  </a:lnTo>
                  <a:lnTo>
                    <a:pt x="3091138" y="1573843"/>
                  </a:lnTo>
                  <a:lnTo>
                    <a:pt x="3091255" y="1573843"/>
                  </a:lnTo>
                  <a:lnTo>
                    <a:pt x="3091373" y="1573843"/>
                  </a:lnTo>
                  <a:lnTo>
                    <a:pt x="3091490" y="1573843"/>
                  </a:lnTo>
                  <a:lnTo>
                    <a:pt x="3091608" y="1573843"/>
                  </a:lnTo>
                  <a:lnTo>
                    <a:pt x="3091726" y="1573843"/>
                  </a:lnTo>
                  <a:lnTo>
                    <a:pt x="3091843" y="1573843"/>
                  </a:lnTo>
                  <a:lnTo>
                    <a:pt x="3091961" y="1573843"/>
                  </a:lnTo>
                  <a:lnTo>
                    <a:pt x="3092079" y="1573843"/>
                  </a:lnTo>
                  <a:lnTo>
                    <a:pt x="3092196" y="1573843"/>
                  </a:lnTo>
                  <a:lnTo>
                    <a:pt x="3092196" y="1573412"/>
                  </a:lnTo>
                  <a:lnTo>
                    <a:pt x="3092314" y="1573412"/>
                  </a:lnTo>
                  <a:lnTo>
                    <a:pt x="3092431" y="1573412"/>
                  </a:lnTo>
                  <a:lnTo>
                    <a:pt x="3092549" y="1573412"/>
                  </a:lnTo>
                  <a:lnTo>
                    <a:pt x="3092667" y="1573412"/>
                  </a:lnTo>
                  <a:lnTo>
                    <a:pt x="3092784" y="1573412"/>
                  </a:lnTo>
                  <a:lnTo>
                    <a:pt x="3092902" y="1573412"/>
                  </a:lnTo>
                  <a:lnTo>
                    <a:pt x="3092902" y="1572981"/>
                  </a:lnTo>
                  <a:lnTo>
                    <a:pt x="3092902" y="1572551"/>
                  </a:lnTo>
                  <a:lnTo>
                    <a:pt x="3093019" y="1572551"/>
                  </a:lnTo>
                  <a:lnTo>
                    <a:pt x="3093137" y="1572551"/>
                  </a:lnTo>
                  <a:lnTo>
                    <a:pt x="3093255" y="1572551"/>
                  </a:lnTo>
                  <a:lnTo>
                    <a:pt x="3093372" y="1572551"/>
                  </a:lnTo>
                  <a:lnTo>
                    <a:pt x="3093490" y="1572551"/>
                  </a:lnTo>
                  <a:lnTo>
                    <a:pt x="3093608" y="1572551"/>
                  </a:lnTo>
                  <a:lnTo>
                    <a:pt x="3093725" y="1572551"/>
                  </a:lnTo>
                  <a:lnTo>
                    <a:pt x="3093843" y="1572551"/>
                  </a:lnTo>
                  <a:lnTo>
                    <a:pt x="3093960" y="1572551"/>
                  </a:lnTo>
                  <a:lnTo>
                    <a:pt x="3094078" y="1572551"/>
                  </a:lnTo>
                  <a:lnTo>
                    <a:pt x="3094196" y="1572551"/>
                  </a:lnTo>
                  <a:lnTo>
                    <a:pt x="3094313" y="1572551"/>
                  </a:lnTo>
                  <a:lnTo>
                    <a:pt x="3094431" y="1572551"/>
                  </a:lnTo>
                  <a:lnTo>
                    <a:pt x="3094548" y="1572551"/>
                  </a:lnTo>
                  <a:lnTo>
                    <a:pt x="3094666" y="1572551"/>
                  </a:lnTo>
                  <a:lnTo>
                    <a:pt x="3094784" y="1572551"/>
                  </a:lnTo>
                  <a:lnTo>
                    <a:pt x="3094901" y="1572551"/>
                  </a:lnTo>
                  <a:lnTo>
                    <a:pt x="3095019" y="1572551"/>
                  </a:lnTo>
                  <a:lnTo>
                    <a:pt x="3095136" y="1572551"/>
                  </a:lnTo>
                  <a:lnTo>
                    <a:pt x="3095254" y="1572551"/>
                  </a:lnTo>
                  <a:lnTo>
                    <a:pt x="3095372" y="1572551"/>
                  </a:lnTo>
                  <a:lnTo>
                    <a:pt x="3095489" y="1572551"/>
                  </a:lnTo>
                  <a:lnTo>
                    <a:pt x="3095607" y="1572551"/>
                  </a:lnTo>
                  <a:lnTo>
                    <a:pt x="3095725" y="1572551"/>
                  </a:lnTo>
                  <a:lnTo>
                    <a:pt x="3095725" y="1572120"/>
                  </a:lnTo>
                  <a:lnTo>
                    <a:pt x="3095842" y="1572120"/>
                  </a:lnTo>
                  <a:lnTo>
                    <a:pt x="3095960" y="1572120"/>
                  </a:lnTo>
                  <a:lnTo>
                    <a:pt x="3096077" y="1572120"/>
                  </a:lnTo>
                  <a:lnTo>
                    <a:pt x="3096195" y="1572120"/>
                  </a:lnTo>
                  <a:lnTo>
                    <a:pt x="3096313" y="1572120"/>
                  </a:lnTo>
                  <a:lnTo>
                    <a:pt x="3096430" y="1572120"/>
                  </a:lnTo>
                  <a:lnTo>
                    <a:pt x="3096430" y="1571690"/>
                  </a:lnTo>
                  <a:lnTo>
                    <a:pt x="3096548" y="1571690"/>
                  </a:lnTo>
                  <a:lnTo>
                    <a:pt x="3096548" y="1571259"/>
                  </a:lnTo>
                  <a:lnTo>
                    <a:pt x="3096665" y="1571259"/>
                  </a:lnTo>
                  <a:lnTo>
                    <a:pt x="3096783" y="1571259"/>
                  </a:lnTo>
                  <a:lnTo>
                    <a:pt x="3096901" y="1571259"/>
                  </a:lnTo>
                  <a:lnTo>
                    <a:pt x="3097018" y="1571259"/>
                  </a:lnTo>
                  <a:lnTo>
                    <a:pt x="3097136" y="1571259"/>
                  </a:lnTo>
                  <a:lnTo>
                    <a:pt x="3097254" y="1571259"/>
                  </a:lnTo>
                  <a:lnTo>
                    <a:pt x="3097254" y="1570828"/>
                  </a:lnTo>
                  <a:lnTo>
                    <a:pt x="3097371" y="1570828"/>
                  </a:lnTo>
                  <a:lnTo>
                    <a:pt x="3097489" y="1570828"/>
                  </a:lnTo>
                  <a:lnTo>
                    <a:pt x="3097606" y="1570828"/>
                  </a:lnTo>
                  <a:lnTo>
                    <a:pt x="3097606" y="1570398"/>
                  </a:lnTo>
                  <a:lnTo>
                    <a:pt x="3097724" y="1570398"/>
                  </a:lnTo>
                  <a:lnTo>
                    <a:pt x="3097842" y="1570398"/>
                  </a:lnTo>
                  <a:lnTo>
                    <a:pt x="3097959" y="1570398"/>
                  </a:lnTo>
                  <a:lnTo>
                    <a:pt x="3098077" y="1570398"/>
                  </a:lnTo>
                  <a:lnTo>
                    <a:pt x="3098194" y="1570398"/>
                  </a:lnTo>
                  <a:lnTo>
                    <a:pt x="3098194" y="1569967"/>
                  </a:lnTo>
                  <a:lnTo>
                    <a:pt x="3098194" y="1569537"/>
                  </a:lnTo>
                  <a:lnTo>
                    <a:pt x="3098312" y="1569537"/>
                  </a:lnTo>
                  <a:lnTo>
                    <a:pt x="3098430" y="1569537"/>
                  </a:lnTo>
                  <a:lnTo>
                    <a:pt x="3098547" y="1569537"/>
                  </a:lnTo>
                  <a:lnTo>
                    <a:pt x="3098547" y="1569106"/>
                  </a:lnTo>
                  <a:lnTo>
                    <a:pt x="3098665" y="1569106"/>
                  </a:lnTo>
                  <a:lnTo>
                    <a:pt x="3098783" y="1569106"/>
                  </a:lnTo>
                  <a:lnTo>
                    <a:pt x="3098900" y="1569106"/>
                  </a:lnTo>
                  <a:lnTo>
                    <a:pt x="3099018" y="1569106"/>
                  </a:lnTo>
                  <a:lnTo>
                    <a:pt x="3099135" y="1569106"/>
                  </a:lnTo>
                  <a:lnTo>
                    <a:pt x="3099253" y="1569106"/>
                  </a:lnTo>
                  <a:lnTo>
                    <a:pt x="3099371" y="1569106"/>
                  </a:lnTo>
                  <a:lnTo>
                    <a:pt x="3099488" y="1569106"/>
                  </a:lnTo>
                  <a:lnTo>
                    <a:pt x="3099606" y="1569106"/>
                  </a:lnTo>
                  <a:lnTo>
                    <a:pt x="3099606" y="1568675"/>
                  </a:lnTo>
                  <a:lnTo>
                    <a:pt x="3099723" y="1568675"/>
                  </a:lnTo>
                  <a:lnTo>
                    <a:pt x="3099841" y="1568675"/>
                  </a:lnTo>
                  <a:lnTo>
                    <a:pt x="3099959" y="1568675"/>
                  </a:lnTo>
                  <a:lnTo>
                    <a:pt x="3100076" y="1568675"/>
                  </a:lnTo>
                  <a:lnTo>
                    <a:pt x="3100194" y="1568675"/>
                  </a:lnTo>
                  <a:lnTo>
                    <a:pt x="3100312" y="1568675"/>
                  </a:lnTo>
                  <a:lnTo>
                    <a:pt x="3100429" y="1568675"/>
                  </a:lnTo>
                  <a:lnTo>
                    <a:pt x="3100547" y="1568675"/>
                  </a:lnTo>
                  <a:lnTo>
                    <a:pt x="3100664" y="1568675"/>
                  </a:lnTo>
                  <a:lnTo>
                    <a:pt x="3100782" y="1568675"/>
                  </a:lnTo>
                  <a:lnTo>
                    <a:pt x="3100900" y="1568675"/>
                  </a:lnTo>
                  <a:lnTo>
                    <a:pt x="3100900" y="1568245"/>
                  </a:lnTo>
                  <a:lnTo>
                    <a:pt x="3101017" y="1568245"/>
                  </a:lnTo>
                  <a:lnTo>
                    <a:pt x="3101135" y="1568245"/>
                  </a:lnTo>
                  <a:lnTo>
                    <a:pt x="3101135" y="1567814"/>
                  </a:lnTo>
                  <a:lnTo>
                    <a:pt x="3101252" y="1567814"/>
                  </a:lnTo>
                  <a:lnTo>
                    <a:pt x="3101370" y="1567814"/>
                  </a:lnTo>
                  <a:lnTo>
                    <a:pt x="3101488" y="1567814"/>
                  </a:lnTo>
                  <a:lnTo>
                    <a:pt x="3101605" y="1567814"/>
                  </a:lnTo>
                  <a:lnTo>
                    <a:pt x="3101723" y="1567814"/>
                  </a:lnTo>
                  <a:lnTo>
                    <a:pt x="3101723" y="1567384"/>
                  </a:lnTo>
                  <a:lnTo>
                    <a:pt x="3101841" y="1567384"/>
                  </a:lnTo>
                  <a:lnTo>
                    <a:pt x="3101841" y="1566953"/>
                  </a:lnTo>
                  <a:lnTo>
                    <a:pt x="3101958" y="1566953"/>
                  </a:lnTo>
                  <a:lnTo>
                    <a:pt x="3101958" y="1566522"/>
                  </a:lnTo>
                  <a:lnTo>
                    <a:pt x="3102076" y="1566522"/>
                  </a:lnTo>
                  <a:lnTo>
                    <a:pt x="3102193" y="1566522"/>
                  </a:lnTo>
                  <a:lnTo>
                    <a:pt x="3102311" y="1566522"/>
                  </a:lnTo>
                  <a:lnTo>
                    <a:pt x="3102429" y="1566522"/>
                  </a:lnTo>
                  <a:lnTo>
                    <a:pt x="3102546" y="1566522"/>
                  </a:lnTo>
                  <a:lnTo>
                    <a:pt x="3102664" y="1566522"/>
                  </a:lnTo>
                  <a:lnTo>
                    <a:pt x="3102781" y="1566522"/>
                  </a:lnTo>
                  <a:lnTo>
                    <a:pt x="3102781" y="1566092"/>
                  </a:lnTo>
                  <a:lnTo>
                    <a:pt x="3102899" y="1566092"/>
                  </a:lnTo>
                  <a:lnTo>
                    <a:pt x="3103017" y="1566092"/>
                  </a:lnTo>
                  <a:lnTo>
                    <a:pt x="3103134" y="1566092"/>
                  </a:lnTo>
                  <a:lnTo>
                    <a:pt x="3103134" y="1565661"/>
                  </a:lnTo>
                  <a:lnTo>
                    <a:pt x="3103252" y="1565661"/>
                  </a:lnTo>
                  <a:lnTo>
                    <a:pt x="3103369" y="1565661"/>
                  </a:lnTo>
                  <a:lnTo>
                    <a:pt x="3103487" y="1565661"/>
                  </a:lnTo>
                  <a:lnTo>
                    <a:pt x="3103605" y="1565661"/>
                  </a:lnTo>
                  <a:lnTo>
                    <a:pt x="3103722" y="1565661"/>
                  </a:lnTo>
                  <a:lnTo>
                    <a:pt x="3103840" y="1565661"/>
                  </a:lnTo>
                  <a:lnTo>
                    <a:pt x="3103840" y="1565231"/>
                  </a:lnTo>
                  <a:lnTo>
                    <a:pt x="3103958" y="1565231"/>
                  </a:lnTo>
                  <a:lnTo>
                    <a:pt x="3103958" y="1564800"/>
                  </a:lnTo>
                  <a:lnTo>
                    <a:pt x="3103958" y="1564369"/>
                  </a:lnTo>
                  <a:lnTo>
                    <a:pt x="3103958" y="1563939"/>
                  </a:lnTo>
                  <a:lnTo>
                    <a:pt x="3104075" y="1563939"/>
                  </a:lnTo>
                  <a:lnTo>
                    <a:pt x="3104193" y="1563939"/>
                  </a:lnTo>
                  <a:lnTo>
                    <a:pt x="3104193" y="1563508"/>
                  </a:lnTo>
                  <a:lnTo>
                    <a:pt x="3104310" y="1563508"/>
                  </a:lnTo>
                  <a:lnTo>
                    <a:pt x="3104428" y="1563508"/>
                  </a:lnTo>
                  <a:lnTo>
                    <a:pt x="3104546" y="1563508"/>
                  </a:lnTo>
                  <a:lnTo>
                    <a:pt x="3104663" y="1563508"/>
                  </a:lnTo>
                  <a:lnTo>
                    <a:pt x="3104781" y="1563508"/>
                  </a:lnTo>
                  <a:lnTo>
                    <a:pt x="3104898" y="1563508"/>
                  </a:lnTo>
                  <a:lnTo>
                    <a:pt x="3104898" y="1563078"/>
                  </a:lnTo>
                  <a:lnTo>
                    <a:pt x="3104898" y="1562647"/>
                  </a:lnTo>
                  <a:lnTo>
                    <a:pt x="3105016" y="1562647"/>
                  </a:lnTo>
                  <a:lnTo>
                    <a:pt x="3105134" y="1562647"/>
                  </a:lnTo>
                  <a:lnTo>
                    <a:pt x="3105251" y="1562647"/>
                  </a:lnTo>
                  <a:lnTo>
                    <a:pt x="3105369" y="1562647"/>
                  </a:lnTo>
                  <a:lnTo>
                    <a:pt x="3105369" y="1562216"/>
                  </a:lnTo>
                  <a:lnTo>
                    <a:pt x="3105487" y="1562216"/>
                  </a:lnTo>
                  <a:lnTo>
                    <a:pt x="3105604" y="1562216"/>
                  </a:lnTo>
                  <a:lnTo>
                    <a:pt x="3105722" y="1562216"/>
                  </a:lnTo>
                  <a:lnTo>
                    <a:pt x="3105839" y="1562216"/>
                  </a:lnTo>
                  <a:lnTo>
                    <a:pt x="3105839" y="1561786"/>
                  </a:lnTo>
                  <a:lnTo>
                    <a:pt x="3105957" y="1561786"/>
                  </a:lnTo>
                  <a:lnTo>
                    <a:pt x="3105957" y="1561355"/>
                  </a:lnTo>
                  <a:lnTo>
                    <a:pt x="3106075" y="1561355"/>
                  </a:lnTo>
                  <a:lnTo>
                    <a:pt x="3106192" y="1561355"/>
                  </a:lnTo>
                  <a:lnTo>
                    <a:pt x="3106310" y="1561355"/>
                  </a:lnTo>
                  <a:lnTo>
                    <a:pt x="3106427" y="1561355"/>
                  </a:lnTo>
                  <a:lnTo>
                    <a:pt x="3106545" y="1561355"/>
                  </a:lnTo>
                  <a:lnTo>
                    <a:pt x="3106663" y="1561355"/>
                  </a:lnTo>
                  <a:lnTo>
                    <a:pt x="3106780" y="1561355"/>
                  </a:lnTo>
                  <a:lnTo>
                    <a:pt x="3106898" y="1561355"/>
                  </a:lnTo>
                  <a:lnTo>
                    <a:pt x="3107016" y="1561355"/>
                  </a:lnTo>
                  <a:lnTo>
                    <a:pt x="3107016" y="1560925"/>
                  </a:lnTo>
                  <a:lnTo>
                    <a:pt x="3107133" y="1560925"/>
                  </a:lnTo>
                  <a:lnTo>
                    <a:pt x="3107133" y="1560494"/>
                  </a:lnTo>
                  <a:lnTo>
                    <a:pt x="3107133" y="1560063"/>
                  </a:lnTo>
                  <a:lnTo>
                    <a:pt x="3107251" y="1560063"/>
                  </a:lnTo>
                  <a:lnTo>
                    <a:pt x="3107368" y="1560063"/>
                  </a:lnTo>
                  <a:lnTo>
                    <a:pt x="3107368" y="1559633"/>
                  </a:lnTo>
                  <a:lnTo>
                    <a:pt x="3107486" y="1559633"/>
                  </a:lnTo>
                  <a:lnTo>
                    <a:pt x="3107486" y="1559202"/>
                  </a:lnTo>
                  <a:lnTo>
                    <a:pt x="3107604" y="1559202"/>
                  </a:lnTo>
                  <a:lnTo>
                    <a:pt x="3107721" y="1559202"/>
                  </a:lnTo>
                  <a:lnTo>
                    <a:pt x="3107839" y="1559202"/>
                  </a:lnTo>
                  <a:lnTo>
                    <a:pt x="3107839" y="1558772"/>
                  </a:lnTo>
                  <a:lnTo>
                    <a:pt x="3107956" y="1558772"/>
                  </a:lnTo>
                  <a:lnTo>
                    <a:pt x="3108074" y="1558772"/>
                  </a:lnTo>
                  <a:lnTo>
                    <a:pt x="3108192" y="1558772"/>
                  </a:lnTo>
                  <a:lnTo>
                    <a:pt x="3108309" y="1558772"/>
                  </a:lnTo>
                  <a:lnTo>
                    <a:pt x="3108427" y="1558772"/>
                  </a:lnTo>
                  <a:lnTo>
                    <a:pt x="3108545" y="1558772"/>
                  </a:lnTo>
                  <a:lnTo>
                    <a:pt x="3108662" y="1558772"/>
                  </a:lnTo>
                  <a:lnTo>
                    <a:pt x="3108780" y="1558772"/>
                  </a:lnTo>
                  <a:lnTo>
                    <a:pt x="3108897" y="1558772"/>
                  </a:lnTo>
                  <a:lnTo>
                    <a:pt x="3109015" y="1558772"/>
                  </a:lnTo>
                  <a:lnTo>
                    <a:pt x="3109133" y="1558772"/>
                  </a:lnTo>
                  <a:lnTo>
                    <a:pt x="3109250" y="1558772"/>
                  </a:lnTo>
                  <a:lnTo>
                    <a:pt x="3109368" y="1558772"/>
                  </a:lnTo>
                  <a:lnTo>
                    <a:pt x="3109485" y="1558772"/>
                  </a:lnTo>
                  <a:lnTo>
                    <a:pt x="3109603" y="1558772"/>
                  </a:lnTo>
                  <a:lnTo>
                    <a:pt x="3109721" y="1558772"/>
                  </a:lnTo>
                  <a:lnTo>
                    <a:pt x="3109838" y="1558772"/>
                  </a:lnTo>
                  <a:lnTo>
                    <a:pt x="3109956" y="1558772"/>
                  </a:lnTo>
                  <a:lnTo>
                    <a:pt x="3110074" y="1558772"/>
                  </a:lnTo>
                  <a:lnTo>
                    <a:pt x="3110191" y="1558772"/>
                  </a:lnTo>
                  <a:lnTo>
                    <a:pt x="3110309" y="1558772"/>
                  </a:lnTo>
                  <a:lnTo>
                    <a:pt x="3110426" y="1558772"/>
                  </a:lnTo>
                  <a:lnTo>
                    <a:pt x="3110544" y="1558772"/>
                  </a:lnTo>
                  <a:lnTo>
                    <a:pt x="3110544" y="1558341"/>
                  </a:lnTo>
                  <a:lnTo>
                    <a:pt x="3110662" y="1558341"/>
                  </a:lnTo>
                  <a:lnTo>
                    <a:pt x="3110779" y="1558341"/>
                  </a:lnTo>
                  <a:lnTo>
                    <a:pt x="3110897" y="1558341"/>
                  </a:lnTo>
                  <a:lnTo>
                    <a:pt x="3111014" y="1558341"/>
                  </a:lnTo>
                  <a:lnTo>
                    <a:pt x="3111132" y="1558341"/>
                  </a:lnTo>
                  <a:lnTo>
                    <a:pt x="3111250" y="1558341"/>
                  </a:lnTo>
                  <a:lnTo>
                    <a:pt x="3111367" y="1558341"/>
                  </a:lnTo>
                  <a:lnTo>
                    <a:pt x="3111485" y="1558341"/>
                  </a:lnTo>
                  <a:lnTo>
                    <a:pt x="3111602" y="1558341"/>
                  </a:lnTo>
                  <a:lnTo>
                    <a:pt x="3111720" y="1558341"/>
                  </a:lnTo>
                  <a:lnTo>
                    <a:pt x="3111838" y="1558341"/>
                  </a:lnTo>
                  <a:lnTo>
                    <a:pt x="3111955" y="1558341"/>
                  </a:lnTo>
                  <a:lnTo>
                    <a:pt x="3111955" y="1557910"/>
                  </a:lnTo>
                  <a:lnTo>
                    <a:pt x="3112073" y="1557910"/>
                  </a:lnTo>
                  <a:lnTo>
                    <a:pt x="3112191" y="1557910"/>
                  </a:lnTo>
                  <a:lnTo>
                    <a:pt x="3112308" y="1557910"/>
                  </a:lnTo>
                  <a:lnTo>
                    <a:pt x="3112426" y="1557910"/>
                  </a:lnTo>
                  <a:lnTo>
                    <a:pt x="3112426" y="1557480"/>
                  </a:lnTo>
                  <a:lnTo>
                    <a:pt x="3112426" y="1557049"/>
                  </a:lnTo>
                  <a:lnTo>
                    <a:pt x="3112543" y="1557049"/>
                  </a:lnTo>
                  <a:lnTo>
                    <a:pt x="3112543" y="1556619"/>
                  </a:lnTo>
                  <a:lnTo>
                    <a:pt x="3112661" y="1556619"/>
                  </a:lnTo>
                  <a:lnTo>
                    <a:pt x="3112779" y="1556619"/>
                  </a:lnTo>
                  <a:lnTo>
                    <a:pt x="3112896" y="1556619"/>
                  </a:lnTo>
                  <a:lnTo>
                    <a:pt x="3113014" y="1556619"/>
                  </a:lnTo>
                  <a:lnTo>
                    <a:pt x="3113131" y="1556619"/>
                  </a:lnTo>
                  <a:lnTo>
                    <a:pt x="3113249" y="1556619"/>
                  </a:lnTo>
                  <a:lnTo>
                    <a:pt x="3113367" y="1556619"/>
                  </a:lnTo>
                  <a:lnTo>
                    <a:pt x="3113484" y="1556619"/>
                  </a:lnTo>
                  <a:lnTo>
                    <a:pt x="3113602" y="1556619"/>
                  </a:lnTo>
                  <a:lnTo>
                    <a:pt x="3113720" y="1556619"/>
                  </a:lnTo>
                  <a:lnTo>
                    <a:pt x="3113837" y="1556619"/>
                  </a:lnTo>
                  <a:lnTo>
                    <a:pt x="3113955" y="1556619"/>
                  </a:lnTo>
                  <a:lnTo>
                    <a:pt x="3114072" y="1556619"/>
                  </a:lnTo>
                  <a:lnTo>
                    <a:pt x="3114072" y="1556188"/>
                  </a:lnTo>
                  <a:lnTo>
                    <a:pt x="3114190" y="1556188"/>
                  </a:lnTo>
                  <a:lnTo>
                    <a:pt x="3114308" y="1556188"/>
                  </a:lnTo>
                  <a:lnTo>
                    <a:pt x="3114425" y="1556188"/>
                  </a:lnTo>
                  <a:lnTo>
                    <a:pt x="3114543" y="1556188"/>
                  </a:lnTo>
                  <a:lnTo>
                    <a:pt x="3114660" y="1556188"/>
                  </a:lnTo>
                  <a:lnTo>
                    <a:pt x="3114660" y="1555757"/>
                  </a:lnTo>
                  <a:lnTo>
                    <a:pt x="3114778" y="1555757"/>
                  </a:lnTo>
                  <a:lnTo>
                    <a:pt x="3114896" y="1555757"/>
                  </a:lnTo>
                  <a:lnTo>
                    <a:pt x="3115013" y="1555757"/>
                  </a:lnTo>
                  <a:lnTo>
                    <a:pt x="3115131" y="1555757"/>
                  </a:lnTo>
                  <a:lnTo>
                    <a:pt x="3115131" y="1555327"/>
                  </a:lnTo>
                  <a:lnTo>
                    <a:pt x="3115249" y="1555327"/>
                  </a:lnTo>
                  <a:lnTo>
                    <a:pt x="3115366" y="1555327"/>
                  </a:lnTo>
                  <a:lnTo>
                    <a:pt x="3115484" y="1555327"/>
                  </a:lnTo>
                  <a:lnTo>
                    <a:pt x="3115601" y="1555327"/>
                  </a:lnTo>
                  <a:lnTo>
                    <a:pt x="3115719" y="1555327"/>
                  </a:lnTo>
                  <a:lnTo>
                    <a:pt x="3115837" y="1555327"/>
                  </a:lnTo>
                  <a:lnTo>
                    <a:pt x="3115954" y="1555327"/>
                  </a:lnTo>
                  <a:lnTo>
                    <a:pt x="3116072" y="1555327"/>
                  </a:lnTo>
                  <a:lnTo>
                    <a:pt x="3116189" y="1555327"/>
                  </a:lnTo>
                  <a:lnTo>
                    <a:pt x="3116189" y="1554896"/>
                  </a:lnTo>
                  <a:lnTo>
                    <a:pt x="3116307" y="1554896"/>
                  </a:lnTo>
                  <a:lnTo>
                    <a:pt x="3116425" y="1554896"/>
                  </a:lnTo>
                  <a:lnTo>
                    <a:pt x="3116542" y="1554896"/>
                  </a:lnTo>
                  <a:lnTo>
                    <a:pt x="3116660" y="1554896"/>
                  </a:lnTo>
                  <a:lnTo>
                    <a:pt x="3116778" y="1554896"/>
                  </a:lnTo>
                  <a:lnTo>
                    <a:pt x="3116895" y="1554896"/>
                  </a:lnTo>
                  <a:lnTo>
                    <a:pt x="3116895" y="1554466"/>
                  </a:lnTo>
                  <a:lnTo>
                    <a:pt x="3117013" y="1554466"/>
                  </a:lnTo>
                  <a:lnTo>
                    <a:pt x="3117130" y="1554466"/>
                  </a:lnTo>
                  <a:lnTo>
                    <a:pt x="3117248" y="1554466"/>
                  </a:lnTo>
                  <a:lnTo>
                    <a:pt x="3117366" y="1554466"/>
                  </a:lnTo>
                  <a:lnTo>
                    <a:pt x="3117483" y="1554466"/>
                  </a:lnTo>
                  <a:lnTo>
                    <a:pt x="3117601" y="1554466"/>
                  </a:lnTo>
                  <a:lnTo>
                    <a:pt x="3117601" y="1554035"/>
                  </a:lnTo>
                  <a:lnTo>
                    <a:pt x="3117718" y="1554035"/>
                  </a:lnTo>
                  <a:lnTo>
                    <a:pt x="3117836" y="1554035"/>
                  </a:lnTo>
                  <a:lnTo>
                    <a:pt x="3117954" y="1554035"/>
                  </a:lnTo>
                  <a:lnTo>
                    <a:pt x="3118071" y="1554035"/>
                  </a:lnTo>
                  <a:lnTo>
                    <a:pt x="3118071" y="1553604"/>
                  </a:lnTo>
                  <a:lnTo>
                    <a:pt x="3118189" y="1553604"/>
                  </a:lnTo>
                  <a:lnTo>
                    <a:pt x="3118307" y="1553604"/>
                  </a:lnTo>
                  <a:lnTo>
                    <a:pt x="3118424" y="1553604"/>
                  </a:lnTo>
                  <a:lnTo>
                    <a:pt x="3118424" y="1553174"/>
                  </a:lnTo>
                  <a:lnTo>
                    <a:pt x="3118542" y="1553174"/>
                  </a:lnTo>
                  <a:lnTo>
                    <a:pt x="3118659" y="1553174"/>
                  </a:lnTo>
                  <a:lnTo>
                    <a:pt x="3118777" y="1553174"/>
                  </a:lnTo>
                  <a:lnTo>
                    <a:pt x="3118895" y="1553174"/>
                  </a:lnTo>
                  <a:lnTo>
                    <a:pt x="3119012" y="1553174"/>
                  </a:lnTo>
                  <a:lnTo>
                    <a:pt x="3119130" y="1553174"/>
                  </a:lnTo>
                  <a:lnTo>
                    <a:pt x="3119247" y="1553174"/>
                  </a:lnTo>
                  <a:lnTo>
                    <a:pt x="3119365" y="1553174"/>
                  </a:lnTo>
                  <a:lnTo>
                    <a:pt x="3119483" y="1553174"/>
                  </a:lnTo>
                  <a:lnTo>
                    <a:pt x="3119600" y="1553174"/>
                  </a:lnTo>
                  <a:lnTo>
                    <a:pt x="3119718" y="1553174"/>
                  </a:lnTo>
                  <a:lnTo>
                    <a:pt x="3119835" y="1553174"/>
                  </a:lnTo>
                  <a:lnTo>
                    <a:pt x="3119953" y="1553174"/>
                  </a:lnTo>
                  <a:lnTo>
                    <a:pt x="3120071" y="1553174"/>
                  </a:lnTo>
                  <a:lnTo>
                    <a:pt x="3120188" y="1553174"/>
                  </a:lnTo>
                  <a:lnTo>
                    <a:pt x="3120306" y="1553174"/>
                  </a:lnTo>
                  <a:lnTo>
                    <a:pt x="3120424" y="1553174"/>
                  </a:lnTo>
                  <a:lnTo>
                    <a:pt x="3120541" y="1553174"/>
                  </a:lnTo>
                  <a:lnTo>
                    <a:pt x="3120659" y="1553174"/>
                  </a:lnTo>
                  <a:lnTo>
                    <a:pt x="3120776" y="1553174"/>
                  </a:lnTo>
                  <a:lnTo>
                    <a:pt x="3120894" y="1553174"/>
                  </a:lnTo>
                  <a:lnTo>
                    <a:pt x="3121012" y="1553174"/>
                  </a:lnTo>
                  <a:lnTo>
                    <a:pt x="3121129" y="1553174"/>
                  </a:lnTo>
                  <a:lnTo>
                    <a:pt x="3121247" y="1553174"/>
                  </a:lnTo>
                  <a:lnTo>
                    <a:pt x="3121247" y="1552743"/>
                  </a:lnTo>
                  <a:lnTo>
                    <a:pt x="3121364" y="1552743"/>
                  </a:lnTo>
                  <a:lnTo>
                    <a:pt x="3121482" y="1552743"/>
                  </a:lnTo>
                  <a:lnTo>
                    <a:pt x="3121600" y="1552743"/>
                  </a:lnTo>
                  <a:lnTo>
                    <a:pt x="3121717" y="1552743"/>
                  </a:lnTo>
                  <a:lnTo>
                    <a:pt x="3121835" y="1552743"/>
                  </a:lnTo>
                  <a:lnTo>
                    <a:pt x="3121953" y="1552743"/>
                  </a:lnTo>
                  <a:lnTo>
                    <a:pt x="3122070" y="1552743"/>
                  </a:lnTo>
                  <a:lnTo>
                    <a:pt x="3122188" y="1552743"/>
                  </a:lnTo>
                  <a:lnTo>
                    <a:pt x="3122305" y="1552743"/>
                  </a:lnTo>
                  <a:lnTo>
                    <a:pt x="3122423" y="1552743"/>
                  </a:lnTo>
                  <a:lnTo>
                    <a:pt x="3122423" y="1552313"/>
                  </a:lnTo>
                  <a:lnTo>
                    <a:pt x="3122423" y="1551882"/>
                  </a:lnTo>
                  <a:lnTo>
                    <a:pt x="3122541" y="1551882"/>
                  </a:lnTo>
                  <a:lnTo>
                    <a:pt x="3122541" y="1551451"/>
                  </a:lnTo>
                  <a:lnTo>
                    <a:pt x="3122658" y="1551451"/>
                  </a:lnTo>
                  <a:lnTo>
                    <a:pt x="3122658" y="1551021"/>
                  </a:lnTo>
                  <a:lnTo>
                    <a:pt x="3122776" y="1551021"/>
                  </a:lnTo>
                  <a:lnTo>
                    <a:pt x="3122893" y="1551021"/>
                  </a:lnTo>
                  <a:lnTo>
                    <a:pt x="3123011" y="1551021"/>
                  </a:lnTo>
                  <a:lnTo>
                    <a:pt x="3123129" y="1551021"/>
                  </a:lnTo>
                  <a:lnTo>
                    <a:pt x="3123246" y="1551021"/>
                  </a:lnTo>
                  <a:lnTo>
                    <a:pt x="3123246" y="1550590"/>
                  </a:lnTo>
                  <a:lnTo>
                    <a:pt x="3123364" y="1550590"/>
                  </a:lnTo>
                  <a:lnTo>
                    <a:pt x="3123482" y="1550590"/>
                  </a:lnTo>
                  <a:lnTo>
                    <a:pt x="3123599" y="1550590"/>
                  </a:lnTo>
                  <a:lnTo>
                    <a:pt x="3123599" y="1550160"/>
                  </a:lnTo>
                  <a:lnTo>
                    <a:pt x="3123717" y="1550160"/>
                  </a:lnTo>
                  <a:lnTo>
                    <a:pt x="3123834" y="1550160"/>
                  </a:lnTo>
                  <a:lnTo>
                    <a:pt x="3123834" y="1549729"/>
                  </a:lnTo>
                  <a:lnTo>
                    <a:pt x="3123952" y="1549729"/>
                  </a:lnTo>
                  <a:lnTo>
                    <a:pt x="3124070" y="1549729"/>
                  </a:lnTo>
                  <a:lnTo>
                    <a:pt x="3124070" y="1549298"/>
                  </a:lnTo>
                  <a:lnTo>
                    <a:pt x="3124070" y="1548868"/>
                  </a:lnTo>
                  <a:lnTo>
                    <a:pt x="3124187" y="1548868"/>
                  </a:lnTo>
                  <a:lnTo>
                    <a:pt x="3124187" y="1548437"/>
                  </a:lnTo>
                  <a:lnTo>
                    <a:pt x="3124305" y="1548437"/>
                  </a:lnTo>
                  <a:lnTo>
                    <a:pt x="3124305" y="1548007"/>
                  </a:lnTo>
                  <a:lnTo>
                    <a:pt x="3124422" y="1548007"/>
                  </a:lnTo>
                  <a:lnTo>
                    <a:pt x="3124540" y="1548007"/>
                  </a:lnTo>
                  <a:lnTo>
                    <a:pt x="3124540" y="1547576"/>
                  </a:lnTo>
                  <a:lnTo>
                    <a:pt x="3124658" y="1547576"/>
                  </a:lnTo>
                  <a:lnTo>
                    <a:pt x="3124658" y="1547145"/>
                  </a:lnTo>
                  <a:lnTo>
                    <a:pt x="3124775" y="1547145"/>
                  </a:lnTo>
                  <a:lnTo>
                    <a:pt x="3124893" y="1547145"/>
                  </a:lnTo>
                  <a:lnTo>
                    <a:pt x="3125011" y="1547145"/>
                  </a:lnTo>
                  <a:lnTo>
                    <a:pt x="3125128" y="1547145"/>
                  </a:lnTo>
                  <a:lnTo>
                    <a:pt x="3125246" y="1547145"/>
                  </a:lnTo>
                  <a:lnTo>
                    <a:pt x="3125363" y="1547145"/>
                  </a:lnTo>
                  <a:lnTo>
                    <a:pt x="3125481" y="1547145"/>
                  </a:lnTo>
                  <a:lnTo>
                    <a:pt x="3125599" y="1547145"/>
                  </a:lnTo>
                  <a:lnTo>
                    <a:pt x="3125599" y="1546715"/>
                  </a:lnTo>
                  <a:lnTo>
                    <a:pt x="3125716" y="1546715"/>
                  </a:lnTo>
                  <a:lnTo>
                    <a:pt x="3125834" y="1546715"/>
                  </a:lnTo>
                  <a:lnTo>
                    <a:pt x="3125951" y="1546715"/>
                  </a:lnTo>
                  <a:lnTo>
                    <a:pt x="3126069" y="1546715"/>
                  </a:lnTo>
                  <a:lnTo>
                    <a:pt x="3126187" y="1546715"/>
                  </a:lnTo>
                  <a:lnTo>
                    <a:pt x="3126187" y="1546284"/>
                  </a:lnTo>
                  <a:lnTo>
                    <a:pt x="3126304" y="1546284"/>
                  </a:lnTo>
                  <a:lnTo>
                    <a:pt x="3126422" y="1546284"/>
                  </a:lnTo>
                  <a:lnTo>
                    <a:pt x="3126540" y="1546284"/>
                  </a:lnTo>
                  <a:lnTo>
                    <a:pt x="3126657" y="1546284"/>
                  </a:lnTo>
                  <a:lnTo>
                    <a:pt x="3126775" y="1546284"/>
                  </a:lnTo>
                  <a:lnTo>
                    <a:pt x="3126892" y="1546284"/>
                  </a:lnTo>
                  <a:lnTo>
                    <a:pt x="3127010" y="1546284"/>
                  </a:lnTo>
                  <a:lnTo>
                    <a:pt x="3127010" y="1545854"/>
                  </a:lnTo>
                  <a:lnTo>
                    <a:pt x="3127128" y="1545854"/>
                  </a:lnTo>
                  <a:lnTo>
                    <a:pt x="3127245" y="1545854"/>
                  </a:lnTo>
                  <a:lnTo>
                    <a:pt x="3127363" y="1545854"/>
                  </a:lnTo>
                  <a:lnTo>
                    <a:pt x="3127480" y="1545854"/>
                  </a:lnTo>
                  <a:lnTo>
                    <a:pt x="3127598" y="1545854"/>
                  </a:lnTo>
                  <a:lnTo>
                    <a:pt x="3127716" y="1545854"/>
                  </a:lnTo>
                  <a:lnTo>
                    <a:pt x="3127833" y="1545854"/>
                  </a:lnTo>
                  <a:lnTo>
                    <a:pt x="3127951" y="1545854"/>
                  </a:lnTo>
                  <a:lnTo>
                    <a:pt x="3127951" y="1545423"/>
                  </a:lnTo>
                  <a:lnTo>
                    <a:pt x="3128068" y="1545423"/>
                  </a:lnTo>
                  <a:lnTo>
                    <a:pt x="3128068" y="1544992"/>
                  </a:lnTo>
                  <a:lnTo>
                    <a:pt x="3128068" y="1544562"/>
                  </a:lnTo>
                  <a:lnTo>
                    <a:pt x="3128186" y="1544562"/>
                  </a:lnTo>
                  <a:lnTo>
                    <a:pt x="3128304" y="1544562"/>
                  </a:lnTo>
                  <a:lnTo>
                    <a:pt x="3128421" y="1544562"/>
                  </a:lnTo>
                  <a:lnTo>
                    <a:pt x="3128539" y="1544562"/>
                  </a:lnTo>
                  <a:lnTo>
                    <a:pt x="3128657" y="1544562"/>
                  </a:lnTo>
                  <a:lnTo>
                    <a:pt x="3128657" y="1544131"/>
                  </a:lnTo>
                  <a:lnTo>
                    <a:pt x="3128774" y="1544131"/>
                  </a:lnTo>
                  <a:lnTo>
                    <a:pt x="3128892" y="1544131"/>
                  </a:lnTo>
                  <a:lnTo>
                    <a:pt x="3129009" y="1544131"/>
                  </a:lnTo>
                  <a:lnTo>
                    <a:pt x="3129127" y="1544131"/>
                  </a:lnTo>
                  <a:lnTo>
                    <a:pt x="3129245" y="1544131"/>
                  </a:lnTo>
                  <a:lnTo>
                    <a:pt x="3129362" y="1544131"/>
                  </a:lnTo>
                  <a:lnTo>
                    <a:pt x="3129362" y="1543701"/>
                  </a:lnTo>
                  <a:lnTo>
                    <a:pt x="3129480" y="1543701"/>
                  </a:lnTo>
                  <a:lnTo>
                    <a:pt x="3129480" y="1543270"/>
                  </a:lnTo>
                  <a:lnTo>
                    <a:pt x="3129597" y="1543270"/>
                  </a:lnTo>
                  <a:lnTo>
                    <a:pt x="3129715" y="1543270"/>
                  </a:lnTo>
                  <a:lnTo>
                    <a:pt x="3129833" y="1543270"/>
                  </a:lnTo>
                  <a:lnTo>
                    <a:pt x="3129950" y="1543270"/>
                  </a:lnTo>
                  <a:lnTo>
                    <a:pt x="3130068" y="1543270"/>
                  </a:lnTo>
                  <a:lnTo>
                    <a:pt x="3130068" y="1542839"/>
                  </a:lnTo>
                  <a:lnTo>
                    <a:pt x="3130186" y="1542839"/>
                  </a:lnTo>
                  <a:lnTo>
                    <a:pt x="3130186" y="1542409"/>
                  </a:lnTo>
                  <a:lnTo>
                    <a:pt x="3130303" y="1542409"/>
                  </a:lnTo>
                  <a:lnTo>
                    <a:pt x="3130421" y="1542409"/>
                  </a:lnTo>
                  <a:lnTo>
                    <a:pt x="3130421" y="1541978"/>
                  </a:lnTo>
                  <a:lnTo>
                    <a:pt x="3130538" y="1541978"/>
                  </a:lnTo>
                  <a:lnTo>
                    <a:pt x="3130656" y="1541978"/>
                  </a:lnTo>
                  <a:lnTo>
                    <a:pt x="3130774" y="1541978"/>
                  </a:lnTo>
                  <a:lnTo>
                    <a:pt x="3130774" y="1541548"/>
                  </a:lnTo>
                  <a:lnTo>
                    <a:pt x="3130891" y="1541548"/>
                  </a:lnTo>
                  <a:lnTo>
                    <a:pt x="3131009" y="1541548"/>
                  </a:lnTo>
                  <a:lnTo>
                    <a:pt x="3131126" y="1541548"/>
                  </a:lnTo>
                  <a:lnTo>
                    <a:pt x="3131244" y="1541548"/>
                  </a:lnTo>
                  <a:lnTo>
                    <a:pt x="3131362" y="1541548"/>
                  </a:lnTo>
                  <a:lnTo>
                    <a:pt x="3131362" y="1541117"/>
                  </a:lnTo>
                  <a:lnTo>
                    <a:pt x="3131479" y="1541117"/>
                  </a:lnTo>
                  <a:lnTo>
                    <a:pt x="3131597" y="1541117"/>
                  </a:lnTo>
                  <a:lnTo>
                    <a:pt x="3131715" y="1541117"/>
                  </a:lnTo>
                  <a:lnTo>
                    <a:pt x="3131715" y="1540686"/>
                  </a:lnTo>
                  <a:lnTo>
                    <a:pt x="3131832" y="1540686"/>
                  </a:lnTo>
                  <a:lnTo>
                    <a:pt x="3131950" y="1540686"/>
                  </a:lnTo>
                  <a:lnTo>
                    <a:pt x="3132067" y="1540686"/>
                  </a:lnTo>
                  <a:lnTo>
                    <a:pt x="3132185" y="1540686"/>
                  </a:lnTo>
                  <a:lnTo>
                    <a:pt x="3132303" y="1540686"/>
                  </a:lnTo>
                  <a:lnTo>
                    <a:pt x="3132420" y="1540686"/>
                  </a:lnTo>
                  <a:lnTo>
                    <a:pt x="3132538" y="1540686"/>
                  </a:lnTo>
                  <a:lnTo>
                    <a:pt x="3132655" y="1540686"/>
                  </a:lnTo>
                  <a:lnTo>
                    <a:pt x="3132773" y="1540686"/>
                  </a:lnTo>
                  <a:lnTo>
                    <a:pt x="3132891" y="1540686"/>
                  </a:lnTo>
                  <a:lnTo>
                    <a:pt x="3133008" y="1540686"/>
                  </a:lnTo>
                  <a:lnTo>
                    <a:pt x="3133126" y="1540686"/>
                  </a:lnTo>
                  <a:lnTo>
                    <a:pt x="3133126" y="1540256"/>
                  </a:lnTo>
                  <a:lnTo>
                    <a:pt x="3133126" y="1539825"/>
                  </a:lnTo>
                  <a:lnTo>
                    <a:pt x="3133244" y="1539825"/>
                  </a:lnTo>
                  <a:lnTo>
                    <a:pt x="3133361" y="1539825"/>
                  </a:lnTo>
                  <a:lnTo>
                    <a:pt x="3133479" y="1539825"/>
                  </a:lnTo>
                  <a:lnTo>
                    <a:pt x="3133596" y="1539825"/>
                  </a:lnTo>
                  <a:lnTo>
                    <a:pt x="3133596" y="1539395"/>
                  </a:lnTo>
                  <a:lnTo>
                    <a:pt x="3133714" y="1539395"/>
                  </a:lnTo>
                  <a:lnTo>
                    <a:pt x="3133832" y="1539395"/>
                  </a:lnTo>
                  <a:lnTo>
                    <a:pt x="3133949" y="1539395"/>
                  </a:lnTo>
                  <a:lnTo>
                    <a:pt x="3134067" y="1539395"/>
                  </a:lnTo>
                  <a:lnTo>
                    <a:pt x="3134184" y="1539395"/>
                  </a:lnTo>
                  <a:lnTo>
                    <a:pt x="3134302" y="1539395"/>
                  </a:lnTo>
                  <a:lnTo>
                    <a:pt x="3134420" y="1539395"/>
                  </a:lnTo>
                  <a:lnTo>
                    <a:pt x="3134420" y="1538964"/>
                  </a:lnTo>
                  <a:lnTo>
                    <a:pt x="3134537" y="1538964"/>
                  </a:lnTo>
                  <a:lnTo>
                    <a:pt x="3134655" y="1538964"/>
                  </a:lnTo>
                  <a:lnTo>
                    <a:pt x="3134773" y="1538964"/>
                  </a:lnTo>
                  <a:lnTo>
                    <a:pt x="3134890" y="1538964"/>
                  </a:lnTo>
                  <a:lnTo>
                    <a:pt x="3135008" y="1538964"/>
                  </a:lnTo>
                  <a:lnTo>
                    <a:pt x="3135125" y="1538964"/>
                  </a:lnTo>
                  <a:lnTo>
                    <a:pt x="3135243" y="1538964"/>
                  </a:lnTo>
                  <a:lnTo>
                    <a:pt x="3135361" y="1538964"/>
                  </a:lnTo>
                  <a:lnTo>
                    <a:pt x="3135478" y="1538964"/>
                  </a:lnTo>
                  <a:lnTo>
                    <a:pt x="3135478" y="1538533"/>
                  </a:lnTo>
                  <a:lnTo>
                    <a:pt x="3135596" y="1538533"/>
                  </a:lnTo>
                  <a:lnTo>
                    <a:pt x="3135713" y="1538533"/>
                  </a:lnTo>
                  <a:lnTo>
                    <a:pt x="3135831" y="1538533"/>
                  </a:lnTo>
                  <a:lnTo>
                    <a:pt x="3135949" y="1538533"/>
                  </a:lnTo>
                  <a:lnTo>
                    <a:pt x="3136066" y="1538533"/>
                  </a:lnTo>
                  <a:lnTo>
                    <a:pt x="3136184" y="1538533"/>
                  </a:lnTo>
                  <a:lnTo>
                    <a:pt x="3136301" y="1538533"/>
                  </a:lnTo>
                  <a:lnTo>
                    <a:pt x="3136419" y="1538533"/>
                  </a:lnTo>
                  <a:lnTo>
                    <a:pt x="3136537" y="1538533"/>
                  </a:lnTo>
                  <a:lnTo>
                    <a:pt x="3136537" y="1538103"/>
                  </a:lnTo>
                  <a:lnTo>
                    <a:pt x="3136654" y="1538103"/>
                  </a:lnTo>
                  <a:lnTo>
                    <a:pt x="3136654" y="1537672"/>
                  </a:lnTo>
                  <a:lnTo>
                    <a:pt x="3136654" y="1537242"/>
                  </a:lnTo>
                  <a:lnTo>
                    <a:pt x="3136772" y="1537242"/>
                  </a:lnTo>
                  <a:lnTo>
                    <a:pt x="3136890" y="1537242"/>
                  </a:lnTo>
                  <a:lnTo>
                    <a:pt x="3137007" y="1537242"/>
                  </a:lnTo>
                  <a:lnTo>
                    <a:pt x="3137125" y="1537242"/>
                  </a:lnTo>
                  <a:lnTo>
                    <a:pt x="3137242" y="1537242"/>
                  </a:lnTo>
                  <a:lnTo>
                    <a:pt x="3137360" y="1537242"/>
                  </a:lnTo>
                  <a:lnTo>
                    <a:pt x="3137478" y="1537242"/>
                  </a:lnTo>
                  <a:lnTo>
                    <a:pt x="3137595" y="1537242"/>
                  </a:lnTo>
                  <a:lnTo>
                    <a:pt x="3137713" y="1537242"/>
                  </a:lnTo>
                  <a:lnTo>
                    <a:pt x="3137830" y="1537242"/>
                  </a:lnTo>
                  <a:lnTo>
                    <a:pt x="3137948" y="1537242"/>
                  </a:lnTo>
                  <a:lnTo>
                    <a:pt x="3138066" y="1537242"/>
                  </a:lnTo>
                  <a:lnTo>
                    <a:pt x="3138066" y="1536811"/>
                  </a:lnTo>
                  <a:lnTo>
                    <a:pt x="3138183" y="1536811"/>
                  </a:lnTo>
                  <a:lnTo>
                    <a:pt x="3138301" y="1536811"/>
                  </a:lnTo>
                  <a:lnTo>
                    <a:pt x="3138419" y="1536811"/>
                  </a:lnTo>
                  <a:lnTo>
                    <a:pt x="3138536" y="1536811"/>
                  </a:lnTo>
                  <a:lnTo>
                    <a:pt x="3138654" y="1536811"/>
                  </a:lnTo>
                  <a:lnTo>
                    <a:pt x="3138771" y="1536811"/>
                  </a:lnTo>
                  <a:lnTo>
                    <a:pt x="3138889" y="1536811"/>
                  </a:lnTo>
                  <a:lnTo>
                    <a:pt x="3139007" y="1536811"/>
                  </a:lnTo>
                  <a:lnTo>
                    <a:pt x="3139124" y="1536811"/>
                  </a:lnTo>
                  <a:lnTo>
                    <a:pt x="3139242" y="1536811"/>
                  </a:lnTo>
                  <a:lnTo>
                    <a:pt x="3139359" y="1536811"/>
                  </a:lnTo>
                  <a:lnTo>
                    <a:pt x="3139477" y="1536811"/>
                  </a:lnTo>
                  <a:lnTo>
                    <a:pt x="3139595" y="1536811"/>
                  </a:lnTo>
                  <a:lnTo>
                    <a:pt x="3139712" y="1536811"/>
                  </a:lnTo>
                  <a:lnTo>
                    <a:pt x="3139712" y="1536380"/>
                  </a:lnTo>
                  <a:lnTo>
                    <a:pt x="3139830" y="1536380"/>
                  </a:lnTo>
                  <a:lnTo>
                    <a:pt x="3139830" y="1535950"/>
                  </a:lnTo>
                  <a:lnTo>
                    <a:pt x="3139948" y="1535950"/>
                  </a:lnTo>
                  <a:lnTo>
                    <a:pt x="3140065" y="1535950"/>
                  </a:lnTo>
                  <a:lnTo>
                    <a:pt x="3140183" y="1535950"/>
                  </a:lnTo>
                  <a:lnTo>
                    <a:pt x="3140300" y="1535950"/>
                  </a:lnTo>
                  <a:lnTo>
                    <a:pt x="3140418" y="1535950"/>
                  </a:lnTo>
                  <a:lnTo>
                    <a:pt x="3140536" y="1535950"/>
                  </a:lnTo>
                  <a:lnTo>
                    <a:pt x="3140653" y="1535950"/>
                  </a:lnTo>
                  <a:lnTo>
                    <a:pt x="3140771" y="1535950"/>
                  </a:lnTo>
                  <a:lnTo>
                    <a:pt x="3140888" y="1535950"/>
                  </a:lnTo>
                  <a:lnTo>
                    <a:pt x="3141006" y="1535950"/>
                  </a:lnTo>
                  <a:lnTo>
                    <a:pt x="3141124" y="1535950"/>
                  </a:lnTo>
                  <a:lnTo>
                    <a:pt x="3141241" y="1535950"/>
                  </a:lnTo>
                  <a:lnTo>
                    <a:pt x="3141359" y="1535950"/>
                  </a:lnTo>
                  <a:lnTo>
                    <a:pt x="3141359" y="1535519"/>
                  </a:lnTo>
                  <a:lnTo>
                    <a:pt x="3141477" y="1535519"/>
                  </a:lnTo>
                  <a:lnTo>
                    <a:pt x="3141594" y="1535519"/>
                  </a:lnTo>
                  <a:lnTo>
                    <a:pt x="3141712" y="1535519"/>
                  </a:lnTo>
                  <a:lnTo>
                    <a:pt x="3141829" y="1535519"/>
                  </a:lnTo>
                  <a:lnTo>
                    <a:pt x="3141947" y="1535519"/>
                  </a:lnTo>
                  <a:lnTo>
                    <a:pt x="3142065" y="1535519"/>
                  </a:lnTo>
                  <a:lnTo>
                    <a:pt x="3142182" y="1535519"/>
                  </a:lnTo>
                  <a:lnTo>
                    <a:pt x="3142182" y="1535089"/>
                  </a:lnTo>
                  <a:lnTo>
                    <a:pt x="3142300" y="1535089"/>
                  </a:lnTo>
                  <a:lnTo>
                    <a:pt x="3142417" y="1535089"/>
                  </a:lnTo>
                  <a:lnTo>
                    <a:pt x="3142535" y="1535089"/>
                  </a:lnTo>
                  <a:lnTo>
                    <a:pt x="3142653" y="1535089"/>
                  </a:lnTo>
                  <a:lnTo>
                    <a:pt x="3142770" y="1535089"/>
                  </a:lnTo>
                  <a:lnTo>
                    <a:pt x="3142770" y="1534658"/>
                  </a:lnTo>
                  <a:lnTo>
                    <a:pt x="3142888" y="1534658"/>
                  </a:lnTo>
                  <a:lnTo>
                    <a:pt x="3142888" y="1534227"/>
                  </a:lnTo>
                  <a:lnTo>
                    <a:pt x="3143006" y="1534227"/>
                  </a:lnTo>
                  <a:lnTo>
                    <a:pt x="3143123" y="1534227"/>
                  </a:lnTo>
                  <a:lnTo>
                    <a:pt x="3143241" y="1534227"/>
                  </a:lnTo>
                  <a:lnTo>
                    <a:pt x="3143358" y="1534227"/>
                  </a:lnTo>
                  <a:lnTo>
                    <a:pt x="3143476" y="1534227"/>
                  </a:lnTo>
                  <a:lnTo>
                    <a:pt x="3143594" y="1534227"/>
                  </a:lnTo>
                  <a:lnTo>
                    <a:pt x="3143594" y="1533797"/>
                  </a:lnTo>
                  <a:lnTo>
                    <a:pt x="3143711" y="1533797"/>
                  </a:lnTo>
                  <a:lnTo>
                    <a:pt x="3143829" y="1533797"/>
                  </a:lnTo>
                  <a:lnTo>
                    <a:pt x="3143946" y="1533797"/>
                  </a:lnTo>
                  <a:lnTo>
                    <a:pt x="3144064" y="1533797"/>
                  </a:lnTo>
                  <a:lnTo>
                    <a:pt x="3144182" y="1533797"/>
                  </a:lnTo>
                  <a:lnTo>
                    <a:pt x="3144299" y="1533797"/>
                  </a:lnTo>
                  <a:lnTo>
                    <a:pt x="3144417" y="1533797"/>
                  </a:lnTo>
                  <a:lnTo>
                    <a:pt x="3144534" y="1533797"/>
                  </a:lnTo>
                  <a:lnTo>
                    <a:pt x="3144652" y="1533797"/>
                  </a:lnTo>
                  <a:lnTo>
                    <a:pt x="3144770" y="1533797"/>
                  </a:lnTo>
                  <a:lnTo>
                    <a:pt x="3144887" y="1533797"/>
                  </a:lnTo>
                  <a:lnTo>
                    <a:pt x="3145005" y="1533797"/>
                  </a:lnTo>
                  <a:lnTo>
                    <a:pt x="3145005" y="1533366"/>
                  </a:lnTo>
                  <a:lnTo>
                    <a:pt x="3145123" y="1533366"/>
                  </a:lnTo>
                  <a:lnTo>
                    <a:pt x="3145240" y="1533366"/>
                  </a:lnTo>
                  <a:lnTo>
                    <a:pt x="3145358" y="1533366"/>
                  </a:lnTo>
                  <a:lnTo>
                    <a:pt x="3145475" y="1533366"/>
                  </a:lnTo>
                  <a:lnTo>
                    <a:pt x="3145475" y="1532936"/>
                  </a:lnTo>
                  <a:lnTo>
                    <a:pt x="3145593" y="1532936"/>
                  </a:lnTo>
                  <a:lnTo>
                    <a:pt x="3145593" y="1532505"/>
                  </a:lnTo>
                  <a:lnTo>
                    <a:pt x="3145711" y="1532505"/>
                  </a:lnTo>
                  <a:lnTo>
                    <a:pt x="3145828" y="1532505"/>
                  </a:lnTo>
                  <a:lnTo>
                    <a:pt x="3145946" y="1532505"/>
                  </a:lnTo>
                  <a:lnTo>
                    <a:pt x="3145946" y="1532074"/>
                  </a:lnTo>
                  <a:lnTo>
                    <a:pt x="3146063" y="1532074"/>
                  </a:lnTo>
                  <a:lnTo>
                    <a:pt x="3146181" y="1532074"/>
                  </a:lnTo>
                  <a:lnTo>
                    <a:pt x="3146299" y="1532074"/>
                  </a:lnTo>
                  <a:lnTo>
                    <a:pt x="3146416" y="1532074"/>
                  </a:lnTo>
                  <a:lnTo>
                    <a:pt x="3146534" y="1532074"/>
                  </a:lnTo>
                  <a:lnTo>
                    <a:pt x="3146652" y="1532074"/>
                  </a:lnTo>
                  <a:lnTo>
                    <a:pt x="3146769" y="1532074"/>
                  </a:lnTo>
                  <a:lnTo>
                    <a:pt x="3146887" y="1532074"/>
                  </a:lnTo>
                  <a:lnTo>
                    <a:pt x="3147004" y="1532074"/>
                  </a:lnTo>
                  <a:lnTo>
                    <a:pt x="3147004" y="1531644"/>
                  </a:lnTo>
                  <a:lnTo>
                    <a:pt x="3147004" y="1531213"/>
                  </a:lnTo>
                  <a:lnTo>
                    <a:pt x="3147122" y="1531213"/>
                  </a:lnTo>
                  <a:lnTo>
                    <a:pt x="3147240" y="1531213"/>
                  </a:lnTo>
                  <a:lnTo>
                    <a:pt x="3147357" y="1531213"/>
                  </a:lnTo>
                  <a:lnTo>
                    <a:pt x="3147475" y="1531213"/>
                  </a:lnTo>
                  <a:lnTo>
                    <a:pt x="3147592" y="1531213"/>
                  </a:lnTo>
                  <a:lnTo>
                    <a:pt x="3147592" y="1530783"/>
                  </a:lnTo>
                  <a:lnTo>
                    <a:pt x="3147592" y="1530352"/>
                  </a:lnTo>
                  <a:lnTo>
                    <a:pt x="3147710" y="1530352"/>
                  </a:lnTo>
                  <a:lnTo>
                    <a:pt x="3147828" y="1530352"/>
                  </a:lnTo>
                  <a:lnTo>
                    <a:pt x="3147945" y="1530352"/>
                  </a:lnTo>
                  <a:lnTo>
                    <a:pt x="3148063" y="1530352"/>
                  </a:lnTo>
                  <a:lnTo>
                    <a:pt x="3148181" y="1530352"/>
                  </a:lnTo>
                  <a:lnTo>
                    <a:pt x="3148298" y="1530352"/>
                  </a:lnTo>
                  <a:lnTo>
                    <a:pt x="3148416" y="1530352"/>
                  </a:lnTo>
                  <a:lnTo>
                    <a:pt x="3148416" y="1529921"/>
                  </a:lnTo>
                  <a:lnTo>
                    <a:pt x="3148533" y="1529921"/>
                  </a:lnTo>
                  <a:lnTo>
                    <a:pt x="3148651" y="1529921"/>
                  </a:lnTo>
                  <a:lnTo>
                    <a:pt x="3148651" y="1529491"/>
                  </a:lnTo>
                  <a:lnTo>
                    <a:pt x="3148769" y="1529491"/>
                  </a:lnTo>
                  <a:lnTo>
                    <a:pt x="3148769" y="1529060"/>
                  </a:lnTo>
                  <a:lnTo>
                    <a:pt x="3148886" y="1529060"/>
                  </a:lnTo>
                  <a:lnTo>
                    <a:pt x="3149004" y="1529060"/>
                  </a:lnTo>
                  <a:lnTo>
                    <a:pt x="3149121" y="1529060"/>
                  </a:lnTo>
                  <a:lnTo>
                    <a:pt x="3149239" y="1529060"/>
                  </a:lnTo>
                  <a:lnTo>
                    <a:pt x="3149357" y="1529060"/>
                  </a:lnTo>
                  <a:lnTo>
                    <a:pt x="3149357" y="1528630"/>
                  </a:lnTo>
                  <a:lnTo>
                    <a:pt x="3149357" y="1528199"/>
                  </a:lnTo>
                  <a:lnTo>
                    <a:pt x="3149474" y="1528199"/>
                  </a:lnTo>
                  <a:lnTo>
                    <a:pt x="3149592" y="1528199"/>
                  </a:lnTo>
                  <a:lnTo>
                    <a:pt x="3149710" y="1528199"/>
                  </a:lnTo>
                  <a:lnTo>
                    <a:pt x="3149827" y="1528199"/>
                  </a:lnTo>
                  <a:lnTo>
                    <a:pt x="3149945" y="1528199"/>
                  </a:lnTo>
                  <a:lnTo>
                    <a:pt x="3150062" y="1528199"/>
                  </a:lnTo>
                  <a:lnTo>
                    <a:pt x="3150180" y="1528199"/>
                  </a:lnTo>
                  <a:lnTo>
                    <a:pt x="3150298" y="1528199"/>
                  </a:lnTo>
                  <a:lnTo>
                    <a:pt x="3150415" y="1528199"/>
                  </a:lnTo>
                  <a:lnTo>
                    <a:pt x="3150415" y="1527768"/>
                  </a:lnTo>
                  <a:lnTo>
                    <a:pt x="3150533" y="1527768"/>
                  </a:lnTo>
                  <a:lnTo>
                    <a:pt x="3150533" y="1527338"/>
                  </a:lnTo>
                  <a:lnTo>
                    <a:pt x="3150650" y="1527338"/>
                  </a:lnTo>
                  <a:lnTo>
                    <a:pt x="3150768" y="1527338"/>
                  </a:lnTo>
                  <a:lnTo>
                    <a:pt x="3150886" y="1527338"/>
                  </a:lnTo>
                  <a:lnTo>
                    <a:pt x="3151003" y="1527338"/>
                  </a:lnTo>
                  <a:lnTo>
                    <a:pt x="3151003" y="1526907"/>
                  </a:lnTo>
                  <a:lnTo>
                    <a:pt x="3151121" y="1526907"/>
                  </a:lnTo>
                  <a:lnTo>
                    <a:pt x="3151238" y="1526907"/>
                  </a:lnTo>
                  <a:lnTo>
                    <a:pt x="3151356" y="1526907"/>
                  </a:lnTo>
                  <a:lnTo>
                    <a:pt x="3151474" y="1526907"/>
                  </a:lnTo>
                  <a:lnTo>
                    <a:pt x="3151591" y="1526907"/>
                  </a:lnTo>
                  <a:lnTo>
                    <a:pt x="3151709" y="1526907"/>
                  </a:lnTo>
                  <a:lnTo>
                    <a:pt x="3151827" y="1526907"/>
                  </a:lnTo>
                  <a:lnTo>
                    <a:pt x="3151827" y="1526477"/>
                  </a:lnTo>
                  <a:lnTo>
                    <a:pt x="3151827" y="1526046"/>
                  </a:lnTo>
                  <a:lnTo>
                    <a:pt x="3151944" y="1526046"/>
                  </a:lnTo>
                  <a:lnTo>
                    <a:pt x="3152062" y="1526046"/>
                  </a:lnTo>
                  <a:lnTo>
                    <a:pt x="3152062" y="1525615"/>
                  </a:lnTo>
                  <a:lnTo>
                    <a:pt x="3152062" y="1525185"/>
                  </a:lnTo>
                  <a:lnTo>
                    <a:pt x="3152179" y="1525185"/>
                  </a:lnTo>
                  <a:lnTo>
                    <a:pt x="3152297" y="1525185"/>
                  </a:lnTo>
                  <a:lnTo>
                    <a:pt x="3152415" y="1525185"/>
                  </a:lnTo>
                  <a:lnTo>
                    <a:pt x="3152532" y="1525185"/>
                  </a:lnTo>
                  <a:lnTo>
                    <a:pt x="3152650" y="1525185"/>
                  </a:lnTo>
                  <a:lnTo>
                    <a:pt x="3152650" y="1524754"/>
                  </a:lnTo>
                  <a:lnTo>
                    <a:pt x="3152767" y="1524754"/>
                  </a:lnTo>
                  <a:lnTo>
                    <a:pt x="3152885" y="1524754"/>
                  </a:lnTo>
                  <a:lnTo>
                    <a:pt x="3152885" y="1524324"/>
                  </a:lnTo>
                  <a:lnTo>
                    <a:pt x="3153003" y="1524324"/>
                  </a:lnTo>
                  <a:lnTo>
                    <a:pt x="3153003" y="1523893"/>
                  </a:lnTo>
                  <a:lnTo>
                    <a:pt x="3153003" y="1523462"/>
                  </a:lnTo>
                  <a:lnTo>
                    <a:pt x="3153120" y="1523462"/>
                  </a:lnTo>
                  <a:lnTo>
                    <a:pt x="3153238" y="1523462"/>
                  </a:lnTo>
                  <a:lnTo>
                    <a:pt x="3153356" y="1523462"/>
                  </a:lnTo>
                  <a:lnTo>
                    <a:pt x="3153356" y="1523032"/>
                  </a:lnTo>
                  <a:lnTo>
                    <a:pt x="3153356" y="1522601"/>
                  </a:lnTo>
                  <a:lnTo>
                    <a:pt x="3153473" y="1522601"/>
                  </a:lnTo>
                  <a:lnTo>
                    <a:pt x="3153591" y="1522601"/>
                  </a:lnTo>
                  <a:lnTo>
                    <a:pt x="3153708" y="1522601"/>
                  </a:lnTo>
                  <a:lnTo>
                    <a:pt x="3153826" y="1522601"/>
                  </a:lnTo>
                  <a:lnTo>
                    <a:pt x="3153944" y="1522601"/>
                  </a:lnTo>
                  <a:lnTo>
                    <a:pt x="3154061" y="1522601"/>
                  </a:lnTo>
                  <a:lnTo>
                    <a:pt x="3154179" y="1522601"/>
                  </a:lnTo>
                  <a:lnTo>
                    <a:pt x="3154296" y="1522601"/>
                  </a:lnTo>
                  <a:lnTo>
                    <a:pt x="3154414" y="1522601"/>
                  </a:lnTo>
                  <a:lnTo>
                    <a:pt x="3154532" y="1522601"/>
                  </a:lnTo>
                  <a:lnTo>
                    <a:pt x="3154649" y="1522601"/>
                  </a:lnTo>
                  <a:lnTo>
                    <a:pt x="3154767" y="1522601"/>
                  </a:lnTo>
                  <a:lnTo>
                    <a:pt x="3154885" y="1522601"/>
                  </a:lnTo>
                  <a:lnTo>
                    <a:pt x="3155002" y="1522601"/>
                  </a:lnTo>
                  <a:lnTo>
                    <a:pt x="3155120" y="1522601"/>
                  </a:lnTo>
                  <a:lnTo>
                    <a:pt x="3155237" y="1522601"/>
                  </a:lnTo>
                  <a:lnTo>
                    <a:pt x="3155355" y="1522601"/>
                  </a:lnTo>
                  <a:lnTo>
                    <a:pt x="3155473" y="1522601"/>
                  </a:lnTo>
                  <a:lnTo>
                    <a:pt x="3155590" y="1522601"/>
                  </a:lnTo>
                  <a:lnTo>
                    <a:pt x="3155708" y="1522601"/>
                  </a:lnTo>
                  <a:lnTo>
                    <a:pt x="3155825" y="1522601"/>
                  </a:lnTo>
                  <a:lnTo>
                    <a:pt x="3155825" y="1522171"/>
                  </a:lnTo>
                  <a:lnTo>
                    <a:pt x="3155943" y="1522171"/>
                  </a:lnTo>
                  <a:lnTo>
                    <a:pt x="3156061" y="1522171"/>
                  </a:lnTo>
                  <a:lnTo>
                    <a:pt x="3156178" y="1522171"/>
                  </a:lnTo>
                  <a:lnTo>
                    <a:pt x="3156296" y="1522171"/>
                  </a:lnTo>
                  <a:lnTo>
                    <a:pt x="3156414" y="1522171"/>
                  </a:lnTo>
                  <a:lnTo>
                    <a:pt x="3156531" y="1522171"/>
                  </a:lnTo>
                  <a:lnTo>
                    <a:pt x="3156649" y="1522171"/>
                  </a:lnTo>
                  <a:lnTo>
                    <a:pt x="3156766" y="1522171"/>
                  </a:lnTo>
                  <a:lnTo>
                    <a:pt x="3156884" y="1522171"/>
                  </a:lnTo>
                  <a:lnTo>
                    <a:pt x="3157002" y="1522171"/>
                  </a:lnTo>
                  <a:lnTo>
                    <a:pt x="3157119" y="1522171"/>
                  </a:lnTo>
                  <a:lnTo>
                    <a:pt x="3157237" y="1522171"/>
                  </a:lnTo>
                  <a:lnTo>
                    <a:pt x="3157354" y="1522171"/>
                  </a:lnTo>
                  <a:lnTo>
                    <a:pt x="3157472" y="1522171"/>
                  </a:lnTo>
                  <a:lnTo>
                    <a:pt x="3157590" y="1522171"/>
                  </a:lnTo>
                  <a:lnTo>
                    <a:pt x="3157707" y="1522171"/>
                  </a:lnTo>
                  <a:lnTo>
                    <a:pt x="3157825" y="1522171"/>
                  </a:lnTo>
                  <a:lnTo>
                    <a:pt x="3157943" y="1522171"/>
                  </a:lnTo>
                  <a:lnTo>
                    <a:pt x="3158060" y="1522171"/>
                  </a:lnTo>
                  <a:lnTo>
                    <a:pt x="3158060" y="1521740"/>
                  </a:lnTo>
                  <a:lnTo>
                    <a:pt x="3158178" y="1521740"/>
                  </a:lnTo>
                  <a:lnTo>
                    <a:pt x="3158295" y="1521740"/>
                  </a:lnTo>
                  <a:lnTo>
                    <a:pt x="3158295" y="1521309"/>
                  </a:lnTo>
                  <a:lnTo>
                    <a:pt x="3158413" y="1521309"/>
                  </a:lnTo>
                  <a:lnTo>
                    <a:pt x="3158531" y="1521309"/>
                  </a:lnTo>
                  <a:lnTo>
                    <a:pt x="3158648" y="1521309"/>
                  </a:lnTo>
                  <a:lnTo>
                    <a:pt x="3158766" y="1521309"/>
                  </a:lnTo>
                  <a:lnTo>
                    <a:pt x="3158766" y="1520879"/>
                  </a:lnTo>
                  <a:lnTo>
                    <a:pt x="3158883" y="1520879"/>
                  </a:lnTo>
                  <a:lnTo>
                    <a:pt x="3159001" y="1520879"/>
                  </a:lnTo>
                  <a:lnTo>
                    <a:pt x="3159119" y="1520879"/>
                  </a:lnTo>
                  <a:lnTo>
                    <a:pt x="3159119" y="1520448"/>
                  </a:lnTo>
                  <a:lnTo>
                    <a:pt x="3159236" y="1520448"/>
                  </a:lnTo>
                  <a:lnTo>
                    <a:pt x="3159354" y="1520448"/>
                  </a:lnTo>
                  <a:lnTo>
                    <a:pt x="3159471" y="1520448"/>
                  </a:lnTo>
                  <a:lnTo>
                    <a:pt x="3159589" y="1520448"/>
                  </a:lnTo>
                  <a:lnTo>
                    <a:pt x="3159707" y="1520448"/>
                  </a:lnTo>
                  <a:lnTo>
                    <a:pt x="3159824" y="1520448"/>
                  </a:lnTo>
                  <a:lnTo>
                    <a:pt x="3159942" y="1520448"/>
                  </a:lnTo>
                  <a:lnTo>
                    <a:pt x="3160060" y="1520448"/>
                  </a:lnTo>
                  <a:lnTo>
                    <a:pt x="3160177" y="1520448"/>
                  </a:lnTo>
                  <a:lnTo>
                    <a:pt x="3160177" y="1520018"/>
                  </a:lnTo>
                  <a:lnTo>
                    <a:pt x="3160295" y="1520018"/>
                  </a:lnTo>
                  <a:lnTo>
                    <a:pt x="3160412" y="1520018"/>
                  </a:lnTo>
                  <a:lnTo>
                    <a:pt x="3160530" y="1520018"/>
                  </a:lnTo>
                  <a:lnTo>
                    <a:pt x="3160648" y="1520018"/>
                  </a:lnTo>
                  <a:lnTo>
                    <a:pt x="3160648" y="1519587"/>
                  </a:lnTo>
                  <a:lnTo>
                    <a:pt x="3160648" y="1519156"/>
                  </a:lnTo>
                  <a:lnTo>
                    <a:pt x="3160648" y="1518726"/>
                  </a:lnTo>
                  <a:lnTo>
                    <a:pt x="3160765" y="1518726"/>
                  </a:lnTo>
                  <a:lnTo>
                    <a:pt x="3160883" y="1518726"/>
                  </a:lnTo>
                  <a:lnTo>
                    <a:pt x="3161000" y="1518726"/>
                  </a:lnTo>
                  <a:lnTo>
                    <a:pt x="3161000" y="1518295"/>
                  </a:lnTo>
                  <a:lnTo>
                    <a:pt x="3161000" y="1517865"/>
                  </a:lnTo>
                  <a:lnTo>
                    <a:pt x="3161118" y="1517865"/>
                  </a:lnTo>
                  <a:lnTo>
                    <a:pt x="3161236" y="1517865"/>
                  </a:lnTo>
                  <a:lnTo>
                    <a:pt x="3161353" y="1517865"/>
                  </a:lnTo>
                  <a:lnTo>
                    <a:pt x="3161471" y="1517865"/>
                  </a:lnTo>
                  <a:lnTo>
                    <a:pt x="3161589" y="1517865"/>
                  </a:lnTo>
                  <a:lnTo>
                    <a:pt x="3161589" y="1517434"/>
                  </a:lnTo>
                  <a:lnTo>
                    <a:pt x="3161706" y="1517434"/>
                  </a:lnTo>
                  <a:lnTo>
                    <a:pt x="3161824" y="1517434"/>
                  </a:lnTo>
                  <a:lnTo>
                    <a:pt x="3161824" y="1517003"/>
                  </a:lnTo>
                  <a:lnTo>
                    <a:pt x="3161941" y="1517003"/>
                  </a:lnTo>
                  <a:lnTo>
                    <a:pt x="3162059" y="1517003"/>
                  </a:lnTo>
                  <a:lnTo>
                    <a:pt x="3162177" y="1517003"/>
                  </a:lnTo>
                  <a:lnTo>
                    <a:pt x="3162294" y="1517003"/>
                  </a:lnTo>
                  <a:lnTo>
                    <a:pt x="3162412" y="1517003"/>
                  </a:lnTo>
                  <a:lnTo>
                    <a:pt x="3162529" y="1517003"/>
                  </a:lnTo>
                  <a:lnTo>
                    <a:pt x="3162647" y="1517003"/>
                  </a:lnTo>
                  <a:lnTo>
                    <a:pt x="3162765" y="1517003"/>
                  </a:lnTo>
                  <a:lnTo>
                    <a:pt x="3162882" y="1517003"/>
                  </a:lnTo>
                  <a:lnTo>
                    <a:pt x="3163000" y="1517003"/>
                  </a:lnTo>
                  <a:lnTo>
                    <a:pt x="3163118" y="1517003"/>
                  </a:lnTo>
                  <a:lnTo>
                    <a:pt x="3163235" y="1517003"/>
                  </a:lnTo>
                  <a:lnTo>
                    <a:pt x="3163353" y="1517003"/>
                  </a:lnTo>
                  <a:lnTo>
                    <a:pt x="3163470" y="1517003"/>
                  </a:lnTo>
                  <a:lnTo>
                    <a:pt x="3163588" y="1517003"/>
                  </a:lnTo>
                  <a:lnTo>
                    <a:pt x="3163706" y="1517003"/>
                  </a:lnTo>
                  <a:lnTo>
                    <a:pt x="3163823" y="1517003"/>
                  </a:lnTo>
                  <a:lnTo>
                    <a:pt x="3163941" y="1517003"/>
                  </a:lnTo>
                  <a:lnTo>
                    <a:pt x="3164058" y="1517003"/>
                  </a:lnTo>
                  <a:lnTo>
                    <a:pt x="3164176" y="1517003"/>
                  </a:lnTo>
                  <a:lnTo>
                    <a:pt x="3164294" y="1517003"/>
                  </a:lnTo>
                  <a:lnTo>
                    <a:pt x="3164294" y="1516573"/>
                  </a:lnTo>
                  <a:lnTo>
                    <a:pt x="3164411" y="1516573"/>
                  </a:lnTo>
                  <a:lnTo>
                    <a:pt x="3164529" y="1516573"/>
                  </a:lnTo>
                  <a:lnTo>
                    <a:pt x="3164647" y="1516573"/>
                  </a:lnTo>
                  <a:lnTo>
                    <a:pt x="3164647" y="1516142"/>
                  </a:lnTo>
                  <a:lnTo>
                    <a:pt x="3164764" y="1516142"/>
                  </a:lnTo>
                  <a:lnTo>
                    <a:pt x="3164882" y="1516142"/>
                  </a:lnTo>
                  <a:lnTo>
                    <a:pt x="3164882" y="1515712"/>
                  </a:lnTo>
                  <a:lnTo>
                    <a:pt x="3164999" y="1515712"/>
                  </a:lnTo>
                  <a:lnTo>
                    <a:pt x="3165117" y="1515712"/>
                  </a:lnTo>
                  <a:lnTo>
                    <a:pt x="3165235" y="1515712"/>
                  </a:lnTo>
                  <a:lnTo>
                    <a:pt x="3165352" y="1515712"/>
                  </a:lnTo>
                  <a:lnTo>
                    <a:pt x="3165470" y="1515712"/>
                  </a:lnTo>
                  <a:lnTo>
                    <a:pt x="3165587" y="1515712"/>
                  </a:lnTo>
                  <a:lnTo>
                    <a:pt x="3165705" y="1515712"/>
                  </a:lnTo>
                  <a:lnTo>
                    <a:pt x="3165823" y="1515712"/>
                  </a:lnTo>
                  <a:lnTo>
                    <a:pt x="3165940" y="1515712"/>
                  </a:lnTo>
                  <a:lnTo>
                    <a:pt x="3166058" y="1515712"/>
                  </a:lnTo>
                  <a:lnTo>
                    <a:pt x="3166176" y="1515712"/>
                  </a:lnTo>
                  <a:lnTo>
                    <a:pt x="3166293" y="1515712"/>
                  </a:lnTo>
                  <a:lnTo>
                    <a:pt x="3166411" y="1515712"/>
                  </a:lnTo>
                  <a:lnTo>
                    <a:pt x="3166411" y="1515281"/>
                  </a:lnTo>
                  <a:lnTo>
                    <a:pt x="3166528" y="1515281"/>
                  </a:lnTo>
                  <a:lnTo>
                    <a:pt x="3166528" y="1514850"/>
                  </a:lnTo>
                  <a:lnTo>
                    <a:pt x="3166646" y="1514850"/>
                  </a:lnTo>
                  <a:lnTo>
                    <a:pt x="3166646" y="1514420"/>
                  </a:lnTo>
                  <a:lnTo>
                    <a:pt x="3166764" y="1514420"/>
                  </a:lnTo>
                  <a:lnTo>
                    <a:pt x="3166764" y="1513989"/>
                  </a:lnTo>
                  <a:lnTo>
                    <a:pt x="3166881" y="1513989"/>
                  </a:lnTo>
                  <a:lnTo>
                    <a:pt x="3166881" y="1513559"/>
                  </a:lnTo>
                  <a:lnTo>
                    <a:pt x="3166999" y="1513559"/>
                  </a:lnTo>
                  <a:lnTo>
                    <a:pt x="3166999" y="1513128"/>
                  </a:lnTo>
                  <a:lnTo>
                    <a:pt x="3167116" y="1513128"/>
                  </a:lnTo>
                  <a:lnTo>
                    <a:pt x="3167234" y="1513128"/>
                  </a:lnTo>
                  <a:lnTo>
                    <a:pt x="3167352" y="1513128"/>
                  </a:lnTo>
                  <a:lnTo>
                    <a:pt x="3167469" y="1513128"/>
                  </a:lnTo>
                  <a:lnTo>
                    <a:pt x="3167587" y="1513128"/>
                  </a:lnTo>
                  <a:lnTo>
                    <a:pt x="3167704" y="1513128"/>
                  </a:lnTo>
                  <a:lnTo>
                    <a:pt x="3167822" y="1513128"/>
                  </a:lnTo>
                  <a:lnTo>
                    <a:pt x="3167940" y="1513128"/>
                  </a:lnTo>
                  <a:lnTo>
                    <a:pt x="3168057" y="1513128"/>
                  </a:lnTo>
                  <a:lnTo>
                    <a:pt x="3168175" y="1513128"/>
                  </a:lnTo>
                  <a:lnTo>
                    <a:pt x="3168175" y="1512697"/>
                  </a:lnTo>
                  <a:lnTo>
                    <a:pt x="3168293" y="1512697"/>
                  </a:lnTo>
                  <a:lnTo>
                    <a:pt x="3168293" y="1512267"/>
                  </a:lnTo>
                  <a:lnTo>
                    <a:pt x="3168410" y="1512267"/>
                  </a:lnTo>
                  <a:lnTo>
                    <a:pt x="3168528" y="1512267"/>
                  </a:lnTo>
                  <a:lnTo>
                    <a:pt x="3168645" y="1512267"/>
                  </a:lnTo>
                  <a:lnTo>
                    <a:pt x="3168763" y="1512267"/>
                  </a:lnTo>
                  <a:lnTo>
                    <a:pt x="3168763" y="1511836"/>
                  </a:lnTo>
                  <a:lnTo>
                    <a:pt x="3168881" y="1511836"/>
                  </a:lnTo>
                  <a:lnTo>
                    <a:pt x="3168881" y="1511406"/>
                  </a:lnTo>
                  <a:lnTo>
                    <a:pt x="3168998" y="1511406"/>
                  </a:lnTo>
                  <a:lnTo>
                    <a:pt x="3169116" y="1511406"/>
                  </a:lnTo>
                  <a:lnTo>
                    <a:pt x="3169233" y="1511406"/>
                  </a:lnTo>
                  <a:lnTo>
                    <a:pt x="3169233" y="1510975"/>
                  </a:lnTo>
                  <a:lnTo>
                    <a:pt x="3169351" y="1510975"/>
                  </a:lnTo>
                  <a:lnTo>
                    <a:pt x="3169469" y="1510975"/>
                  </a:lnTo>
                  <a:lnTo>
                    <a:pt x="3169586" y="1510975"/>
                  </a:lnTo>
                  <a:lnTo>
                    <a:pt x="3169586" y="1510544"/>
                  </a:lnTo>
                  <a:lnTo>
                    <a:pt x="3169704" y="1510544"/>
                  </a:lnTo>
                  <a:lnTo>
                    <a:pt x="3169822" y="1510544"/>
                  </a:lnTo>
                  <a:lnTo>
                    <a:pt x="3169939" y="1510544"/>
                  </a:lnTo>
                  <a:lnTo>
                    <a:pt x="3170057" y="1510544"/>
                  </a:lnTo>
                  <a:lnTo>
                    <a:pt x="3170174" y="1510544"/>
                  </a:lnTo>
                  <a:lnTo>
                    <a:pt x="3170292" y="1510544"/>
                  </a:lnTo>
                  <a:lnTo>
                    <a:pt x="3170410" y="1510544"/>
                  </a:lnTo>
                  <a:lnTo>
                    <a:pt x="3170527" y="1510544"/>
                  </a:lnTo>
                  <a:lnTo>
                    <a:pt x="3170645" y="1510544"/>
                  </a:lnTo>
                  <a:lnTo>
                    <a:pt x="3170762" y="1510544"/>
                  </a:lnTo>
                  <a:lnTo>
                    <a:pt x="3170880" y="1510544"/>
                  </a:lnTo>
                  <a:lnTo>
                    <a:pt x="3170880" y="1510114"/>
                  </a:lnTo>
                  <a:lnTo>
                    <a:pt x="3170998" y="1510114"/>
                  </a:lnTo>
                  <a:lnTo>
                    <a:pt x="3171115" y="1510114"/>
                  </a:lnTo>
                  <a:lnTo>
                    <a:pt x="3171233" y="1510114"/>
                  </a:lnTo>
                  <a:lnTo>
                    <a:pt x="3171351" y="1510114"/>
                  </a:lnTo>
                  <a:lnTo>
                    <a:pt x="3171468" y="1510114"/>
                  </a:lnTo>
                  <a:lnTo>
                    <a:pt x="3171468" y="1509683"/>
                  </a:lnTo>
                  <a:lnTo>
                    <a:pt x="3171468" y="1509253"/>
                  </a:lnTo>
                  <a:lnTo>
                    <a:pt x="3171468" y="1508822"/>
                  </a:lnTo>
                  <a:lnTo>
                    <a:pt x="3171586" y="1508822"/>
                  </a:lnTo>
                  <a:lnTo>
                    <a:pt x="3171586" y="1508391"/>
                  </a:lnTo>
                  <a:lnTo>
                    <a:pt x="3171703" y="1508391"/>
                  </a:lnTo>
                  <a:lnTo>
                    <a:pt x="3171821" y="1508391"/>
                  </a:lnTo>
                  <a:lnTo>
                    <a:pt x="3171939" y="1508391"/>
                  </a:lnTo>
                  <a:lnTo>
                    <a:pt x="3172056" y="1508391"/>
                  </a:lnTo>
                  <a:lnTo>
                    <a:pt x="3172174" y="1508391"/>
                  </a:lnTo>
                  <a:lnTo>
                    <a:pt x="3172291" y="1508391"/>
                  </a:lnTo>
                  <a:lnTo>
                    <a:pt x="3172291" y="1507961"/>
                  </a:lnTo>
                  <a:lnTo>
                    <a:pt x="3172409" y="1507961"/>
                  </a:lnTo>
                  <a:lnTo>
                    <a:pt x="3172409" y="1507530"/>
                  </a:lnTo>
                  <a:lnTo>
                    <a:pt x="3172409" y="1507100"/>
                  </a:lnTo>
                  <a:lnTo>
                    <a:pt x="3172527" y="1507100"/>
                  </a:lnTo>
                  <a:lnTo>
                    <a:pt x="3172644" y="1507100"/>
                  </a:lnTo>
                  <a:lnTo>
                    <a:pt x="3172762" y="1507100"/>
                  </a:lnTo>
                  <a:lnTo>
                    <a:pt x="3172880" y="1507100"/>
                  </a:lnTo>
                  <a:lnTo>
                    <a:pt x="3172997" y="1507100"/>
                  </a:lnTo>
                  <a:lnTo>
                    <a:pt x="3173115" y="1507100"/>
                  </a:lnTo>
                  <a:lnTo>
                    <a:pt x="3173115" y="1506669"/>
                  </a:lnTo>
                  <a:lnTo>
                    <a:pt x="3173232" y="1506669"/>
                  </a:lnTo>
                  <a:lnTo>
                    <a:pt x="3173350" y="1506669"/>
                  </a:lnTo>
                  <a:lnTo>
                    <a:pt x="3173468" y="1506669"/>
                  </a:lnTo>
                  <a:lnTo>
                    <a:pt x="3173585" y="1506669"/>
                  </a:lnTo>
                  <a:lnTo>
                    <a:pt x="3173703" y="1506669"/>
                  </a:lnTo>
                  <a:lnTo>
                    <a:pt x="3173820" y="1506669"/>
                  </a:lnTo>
                  <a:lnTo>
                    <a:pt x="3173938" y="1506669"/>
                  </a:lnTo>
                  <a:lnTo>
                    <a:pt x="3173938" y="1506238"/>
                  </a:lnTo>
                  <a:lnTo>
                    <a:pt x="3173938" y="1505808"/>
                  </a:lnTo>
                  <a:lnTo>
                    <a:pt x="3173938" y="1505377"/>
                  </a:lnTo>
                  <a:lnTo>
                    <a:pt x="3174056" y="1505377"/>
                  </a:lnTo>
                  <a:lnTo>
                    <a:pt x="3174173" y="1505377"/>
                  </a:lnTo>
                  <a:lnTo>
                    <a:pt x="3174291" y="1505377"/>
                  </a:lnTo>
                  <a:lnTo>
                    <a:pt x="3174409" y="1505377"/>
                  </a:lnTo>
                  <a:lnTo>
                    <a:pt x="3174526" y="1505377"/>
                  </a:lnTo>
                  <a:lnTo>
                    <a:pt x="3174644" y="1505377"/>
                  </a:lnTo>
                  <a:lnTo>
                    <a:pt x="3174761" y="1505377"/>
                  </a:lnTo>
                  <a:lnTo>
                    <a:pt x="3174879" y="1505377"/>
                  </a:lnTo>
                  <a:lnTo>
                    <a:pt x="3174997" y="1505377"/>
                  </a:lnTo>
                  <a:lnTo>
                    <a:pt x="3175114" y="1505377"/>
                  </a:lnTo>
                  <a:lnTo>
                    <a:pt x="3175114" y="1504947"/>
                  </a:lnTo>
                  <a:lnTo>
                    <a:pt x="3175232" y="1504947"/>
                  </a:lnTo>
                  <a:lnTo>
                    <a:pt x="3175349" y="1504947"/>
                  </a:lnTo>
                  <a:lnTo>
                    <a:pt x="3175467" y="1504947"/>
                  </a:lnTo>
                  <a:lnTo>
                    <a:pt x="3175585" y="1504947"/>
                  </a:lnTo>
                  <a:lnTo>
                    <a:pt x="3175702" y="1504947"/>
                  </a:lnTo>
                  <a:lnTo>
                    <a:pt x="3175820" y="1504947"/>
                  </a:lnTo>
                  <a:lnTo>
                    <a:pt x="3175937" y="1504947"/>
                  </a:lnTo>
                  <a:lnTo>
                    <a:pt x="3176055" y="1504947"/>
                  </a:lnTo>
                  <a:lnTo>
                    <a:pt x="3176173" y="1504947"/>
                  </a:lnTo>
                  <a:lnTo>
                    <a:pt x="3176290" y="1504947"/>
                  </a:lnTo>
                  <a:lnTo>
                    <a:pt x="3176408" y="1504947"/>
                  </a:lnTo>
                  <a:lnTo>
                    <a:pt x="3176526" y="1504947"/>
                  </a:lnTo>
                  <a:lnTo>
                    <a:pt x="3176643" y="1504947"/>
                  </a:lnTo>
                  <a:lnTo>
                    <a:pt x="3176761" y="1504947"/>
                  </a:lnTo>
                  <a:lnTo>
                    <a:pt x="3176878" y="1504947"/>
                  </a:lnTo>
                  <a:lnTo>
                    <a:pt x="3176996" y="1504947"/>
                  </a:lnTo>
                  <a:lnTo>
                    <a:pt x="3176996" y="1504516"/>
                  </a:lnTo>
                  <a:lnTo>
                    <a:pt x="3177114" y="1504516"/>
                  </a:lnTo>
                  <a:lnTo>
                    <a:pt x="3177231" y="1504516"/>
                  </a:lnTo>
                  <a:lnTo>
                    <a:pt x="3177349" y="1504516"/>
                  </a:lnTo>
                  <a:lnTo>
                    <a:pt x="3177466" y="1504516"/>
                  </a:lnTo>
                  <a:lnTo>
                    <a:pt x="3177584" y="1504516"/>
                  </a:lnTo>
                  <a:lnTo>
                    <a:pt x="3177584" y="1504085"/>
                  </a:lnTo>
                  <a:lnTo>
                    <a:pt x="3177702" y="1504085"/>
                  </a:lnTo>
                  <a:lnTo>
                    <a:pt x="3177819" y="1504085"/>
                  </a:lnTo>
                  <a:lnTo>
                    <a:pt x="3177937" y="1504085"/>
                  </a:lnTo>
                  <a:lnTo>
                    <a:pt x="3177937" y="1503655"/>
                  </a:lnTo>
                  <a:lnTo>
                    <a:pt x="3178055" y="1503655"/>
                  </a:lnTo>
                  <a:lnTo>
                    <a:pt x="3178055" y="1503224"/>
                  </a:lnTo>
                  <a:lnTo>
                    <a:pt x="3178172" y="1503224"/>
                  </a:lnTo>
                  <a:lnTo>
                    <a:pt x="3178172" y="1502794"/>
                  </a:lnTo>
                  <a:lnTo>
                    <a:pt x="3178290" y="1502794"/>
                  </a:lnTo>
                  <a:lnTo>
                    <a:pt x="3178407" y="1502794"/>
                  </a:lnTo>
                  <a:lnTo>
                    <a:pt x="3178525" y="1502794"/>
                  </a:lnTo>
                  <a:lnTo>
                    <a:pt x="3178525" y="1502363"/>
                  </a:lnTo>
                  <a:lnTo>
                    <a:pt x="3178643" y="1502363"/>
                  </a:lnTo>
                  <a:lnTo>
                    <a:pt x="3178760" y="1502363"/>
                  </a:lnTo>
                  <a:lnTo>
                    <a:pt x="3178878" y="1502363"/>
                  </a:lnTo>
                  <a:lnTo>
                    <a:pt x="3178995" y="1502363"/>
                  </a:lnTo>
                  <a:lnTo>
                    <a:pt x="3179113" y="1502363"/>
                  </a:lnTo>
                  <a:lnTo>
                    <a:pt x="3179231" y="1502363"/>
                  </a:lnTo>
                  <a:lnTo>
                    <a:pt x="3179348" y="1502363"/>
                  </a:lnTo>
                  <a:lnTo>
                    <a:pt x="3179348" y="1501932"/>
                  </a:lnTo>
                  <a:lnTo>
                    <a:pt x="3179466" y="1501932"/>
                  </a:lnTo>
                  <a:lnTo>
                    <a:pt x="3179584" y="1501932"/>
                  </a:lnTo>
                  <a:lnTo>
                    <a:pt x="3179701" y="1501932"/>
                  </a:lnTo>
                  <a:lnTo>
                    <a:pt x="3179819" y="1501932"/>
                  </a:lnTo>
                  <a:lnTo>
                    <a:pt x="3179936" y="1501932"/>
                  </a:lnTo>
                  <a:lnTo>
                    <a:pt x="3180054" y="1501932"/>
                  </a:lnTo>
                  <a:lnTo>
                    <a:pt x="3180172" y="1501932"/>
                  </a:lnTo>
                  <a:lnTo>
                    <a:pt x="3180289" y="1501932"/>
                  </a:lnTo>
                  <a:lnTo>
                    <a:pt x="3180289" y="1501502"/>
                  </a:lnTo>
                  <a:lnTo>
                    <a:pt x="3180407" y="1501502"/>
                  </a:lnTo>
                  <a:lnTo>
                    <a:pt x="3180524" y="1501502"/>
                  </a:lnTo>
                  <a:lnTo>
                    <a:pt x="3180642" y="1501502"/>
                  </a:lnTo>
                  <a:lnTo>
                    <a:pt x="3180760" y="1501502"/>
                  </a:lnTo>
                  <a:lnTo>
                    <a:pt x="3180760" y="1501071"/>
                  </a:lnTo>
                  <a:lnTo>
                    <a:pt x="3180877" y="1501071"/>
                  </a:lnTo>
                  <a:lnTo>
                    <a:pt x="3180995" y="1501071"/>
                  </a:lnTo>
                  <a:lnTo>
                    <a:pt x="3181113" y="1501071"/>
                  </a:lnTo>
                  <a:lnTo>
                    <a:pt x="3181230" y="1501071"/>
                  </a:lnTo>
                  <a:lnTo>
                    <a:pt x="3181348" y="1501071"/>
                  </a:lnTo>
                  <a:lnTo>
                    <a:pt x="3181348" y="1500641"/>
                  </a:lnTo>
                  <a:lnTo>
                    <a:pt x="3181465" y="1500641"/>
                  </a:lnTo>
                  <a:lnTo>
                    <a:pt x="3181583" y="1500641"/>
                  </a:lnTo>
                  <a:lnTo>
                    <a:pt x="3181583" y="1500210"/>
                  </a:lnTo>
                  <a:lnTo>
                    <a:pt x="3181583" y="1499779"/>
                  </a:lnTo>
                  <a:lnTo>
                    <a:pt x="3181701" y="1499779"/>
                  </a:lnTo>
                  <a:lnTo>
                    <a:pt x="3181818" y="1499779"/>
                  </a:lnTo>
                  <a:lnTo>
                    <a:pt x="3181936" y="1499779"/>
                  </a:lnTo>
                  <a:lnTo>
                    <a:pt x="3182053" y="1499779"/>
                  </a:lnTo>
                  <a:lnTo>
                    <a:pt x="3182053" y="1499349"/>
                  </a:lnTo>
                  <a:lnTo>
                    <a:pt x="3182171" y="1499349"/>
                  </a:lnTo>
                  <a:lnTo>
                    <a:pt x="3182289" y="1499349"/>
                  </a:lnTo>
                  <a:lnTo>
                    <a:pt x="3182289" y="1498918"/>
                  </a:lnTo>
                  <a:lnTo>
                    <a:pt x="3182406" y="1498918"/>
                  </a:lnTo>
                  <a:lnTo>
                    <a:pt x="3182524" y="1498918"/>
                  </a:lnTo>
                  <a:lnTo>
                    <a:pt x="3182642" y="1498918"/>
                  </a:lnTo>
                  <a:lnTo>
                    <a:pt x="3182759" y="1498918"/>
                  </a:lnTo>
                  <a:lnTo>
                    <a:pt x="3182877" y="1498918"/>
                  </a:lnTo>
                  <a:lnTo>
                    <a:pt x="3182877" y="1498488"/>
                  </a:lnTo>
                  <a:lnTo>
                    <a:pt x="3182877" y="1498057"/>
                  </a:lnTo>
                  <a:lnTo>
                    <a:pt x="3182994" y="1498057"/>
                  </a:lnTo>
                  <a:lnTo>
                    <a:pt x="3183112" y="1498057"/>
                  </a:lnTo>
                  <a:lnTo>
                    <a:pt x="3183230" y="1498057"/>
                  </a:lnTo>
                  <a:lnTo>
                    <a:pt x="3183347" y="1498057"/>
                  </a:lnTo>
                  <a:lnTo>
                    <a:pt x="3183465" y="1498057"/>
                  </a:lnTo>
                  <a:lnTo>
                    <a:pt x="3183582" y="1498057"/>
                  </a:lnTo>
                  <a:lnTo>
                    <a:pt x="3183700" y="1498057"/>
                  </a:lnTo>
                  <a:lnTo>
                    <a:pt x="3183818" y="1498057"/>
                  </a:lnTo>
                  <a:lnTo>
                    <a:pt x="3183935" y="1498057"/>
                  </a:lnTo>
                  <a:lnTo>
                    <a:pt x="3184053" y="1498057"/>
                  </a:lnTo>
                  <a:lnTo>
                    <a:pt x="3184170" y="1498057"/>
                  </a:lnTo>
                  <a:lnTo>
                    <a:pt x="3184288" y="1498057"/>
                  </a:lnTo>
                  <a:lnTo>
                    <a:pt x="3184406" y="1498057"/>
                  </a:lnTo>
                  <a:lnTo>
                    <a:pt x="3184523" y="1498057"/>
                  </a:lnTo>
                  <a:lnTo>
                    <a:pt x="3184641" y="1498057"/>
                  </a:lnTo>
                  <a:lnTo>
                    <a:pt x="3184641" y="1497626"/>
                  </a:lnTo>
                  <a:lnTo>
                    <a:pt x="3184759" y="1497626"/>
                  </a:lnTo>
                  <a:lnTo>
                    <a:pt x="3184876" y="1497626"/>
                  </a:lnTo>
                  <a:lnTo>
                    <a:pt x="3184994" y="1497626"/>
                  </a:lnTo>
                  <a:lnTo>
                    <a:pt x="3185111" y="1497626"/>
                  </a:lnTo>
                  <a:lnTo>
                    <a:pt x="3185111" y="1497196"/>
                  </a:lnTo>
                  <a:lnTo>
                    <a:pt x="3185111" y="1496765"/>
                  </a:lnTo>
                  <a:lnTo>
                    <a:pt x="3185229" y="1496765"/>
                  </a:lnTo>
                  <a:lnTo>
                    <a:pt x="3185229" y="1496335"/>
                  </a:lnTo>
                  <a:lnTo>
                    <a:pt x="3185229" y="1495904"/>
                  </a:lnTo>
                  <a:lnTo>
                    <a:pt x="3185347" y="1495904"/>
                  </a:lnTo>
                  <a:lnTo>
                    <a:pt x="3185347" y="1495473"/>
                  </a:lnTo>
                  <a:lnTo>
                    <a:pt x="3185464" y="1495473"/>
                  </a:lnTo>
                  <a:lnTo>
                    <a:pt x="3185582" y="1495473"/>
                  </a:lnTo>
                  <a:lnTo>
                    <a:pt x="3185582" y="1495043"/>
                  </a:lnTo>
                  <a:lnTo>
                    <a:pt x="3185699" y="1495043"/>
                  </a:lnTo>
                  <a:lnTo>
                    <a:pt x="3185817" y="1495043"/>
                  </a:lnTo>
                  <a:lnTo>
                    <a:pt x="3185935" y="1495043"/>
                  </a:lnTo>
                  <a:lnTo>
                    <a:pt x="3186052" y="1495043"/>
                  </a:lnTo>
                  <a:lnTo>
                    <a:pt x="3186170" y="1495043"/>
                  </a:lnTo>
                  <a:lnTo>
                    <a:pt x="3186288" y="1495043"/>
                  </a:lnTo>
                  <a:lnTo>
                    <a:pt x="3186405" y="1495043"/>
                  </a:lnTo>
                  <a:lnTo>
                    <a:pt x="3186523" y="1495043"/>
                  </a:lnTo>
                  <a:lnTo>
                    <a:pt x="3186640" y="1495043"/>
                  </a:lnTo>
                  <a:lnTo>
                    <a:pt x="3186640" y="1494612"/>
                  </a:lnTo>
                  <a:lnTo>
                    <a:pt x="3186758" y="1494612"/>
                  </a:lnTo>
                  <a:lnTo>
                    <a:pt x="3186758" y="1494182"/>
                  </a:lnTo>
                  <a:lnTo>
                    <a:pt x="3186876" y="1494182"/>
                  </a:lnTo>
                  <a:lnTo>
                    <a:pt x="3186876" y="1493751"/>
                  </a:lnTo>
                  <a:lnTo>
                    <a:pt x="3186876" y="1493320"/>
                  </a:lnTo>
                  <a:lnTo>
                    <a:pt x="3186993" y="1493320"/>
                  </a:lnTo>
                  <a:lnTo>
                    <a:pt x="3187111" y="1493320"/>
                  </a:lnTo>
                  <a:lnTo>
                    <a:pt x="3187228" y="1493320"/>
                  </a:lnTo>
                  <a:lnTo>
                    <a:pt x="3187346" y="1493320"/>
                  </a:lnTo>
                  <a:lnTo>
                    <a:pt x="3187346" y="1492890"/>
                  </a:lnTo>
                  <a:lnTo>
                    <a:pt x="3187464" y="1492890"/>
                  </a:lnTo>
                  <a:lnTo>
                    <a:pt x="3187464" y="1492459"/>
                  </a:lnTo>
                  <a:lnTo>
                    <a:pt x="3187581" y="1492459"/>
                  </a:lnTo>
                  <a:lnTo>
                    <a:pt x="3187699" y="1492459"/>
                  </a:lnTo>
                  <a:lnTo>
                    <a:pt x="3187817" y="1492459"/>
                  </a:lnTo>
                  <a:lnTo>
                    <a:pt x="3187934" y="1492459"/>
                  </a:lnTo>
                  <a:lnTo>
                    <a:pt x="3188052" y="1492459"/>
                  </a:lnTo>
                  <a:lnTo>
                    <a:pt x="3188169" y="1492459"/>
                  </a:lnTo>
                  <a:lnTo>
                    <a:pt x="3188287" y="1492459"/>
                  </a:lnTo>
                  <a:lnTo>
                    <a:pt x="3188287" y="1492029"/>
                  </a:lnTo>
                  <a:lnTo>
                    <a:pt x="3188287" y="1491598"/>
                  </a:lnTo>
                  <a:lnTo>
                    <a:pt x="3188405" y="1491598"/>
                  </a:lnTo>
                  <a:lnTo>
                    <a:pt x="3188405" y="1491167"/>
                  </a:lnTo>
                  <a:lnTo>
                    <a:pt x="3188522" y="1491167"/>
                  </a:lnTo>
                  <a:lnTo>
                    <a:pt x="3188640" y="1491167"/>
                  </a:lnTo>
                  <a:lnTo>
                    <a:pt x="3188757" y="1491167"/>
                  </a:lnTo>
                  <a:lnTo>
                    <a:pt x="3188875" y="1491167"/>
                  </a:lnTo>
                  <a:lnTo>
                    <a:pt x="3188993" y="1491167"/>
                  </a:lnTo>
                  <a:lnTo>
                    <a:pt x="3189110" y="1491167"/>
                  </a:lnTo>
                  <a:lnTo>
                    <a:pt x="3189228" y="1491167"/>
                  </a:lnTo>
                  <a:lnTo>
                    <a:pt x="3189346" y="1491167"/>
                  </a:lnTo>
                  <a:lnTo>
                    <a:pt x="3189346" y="1490737"/>
                  </a:lnTo>
                  <a:lnTo>
                    <a:pt x="3189346" y="1490306"/>
                  </a:lnTo>
                  <a:lnTo>
                    <a:pt x="3189346" y="1489876"/>
                  </a:lnTo>
                  <a:lnTo>
                    <a:pt x="3189463" y="1489876"/>
                  </a:lnTo>
                  <a:lnTo>
                    <a:pt x="3189581" y="1489876"/>
                  </a:lnTo>
                  <a:lnTo>
                    <a:pt x="3189698" y="1489876"/>
                  </a:lnTo>
                  <a:lnTo>
                    <a:pt x="3189816" y="1489876"/>
                  </a:lnTo>
                  <a:lnTo>
                    <a:pt x="3189934" y="1489876"/>
                  </a:lnTo>
                  <a:lnTo>
                    <a:pt x="3190051" y="1489876"/>
                  </a:lnTo>
                  <a:lnTo>
                    <a:pt x="3190169" y="1489876"/>
                  </a:lnTo>
                  <a:lnTo>
                    <a:pt x="3190286" y="1489876"/>
                  </a:lnTo>
                  <a:lnTo>
                    <a:pt x="3190404" y="1489876"/>
                  </a:lnTo>
                  <a:lnTo>
                    <a:pt x="3190522" y="1489876"/>
                  </a:lnTo>
                  <a:lnTo>
                    <a:pt x="3190639" y="1489876"/>
                  </a:lnTo>
                  <a:lnTo>
                    <a:pt x="3190757" y="1489876"/>
                  </a:lnTo>
                  <a:lnTo>
                    <a:pt x="3190757" y="1489445"/>
                  </a:lnTo>
                  <a:lnTo>
                    <a:pt x="3190875" y="1489445"/>
                  </a:lnTo>
                  <a:lnTo>
                    <a:pt x="3190992" y="1489445"/>
                  </a:lnTo>
                  <a:lnTo>
                    <a:pt x="3191110" y="1489445"/>
                  </a:lnTo>
                  <a:lnTo>
                    <a:pt x="3191227" y="1489445"/>
                  </a:lnTo>
                  <a:lnTo>
                    <a:pt x="3191227" y="1489014"/>
                  </a:lnTo>
                  <a:lnTo>
                    <a:pt x="3191345" y="1489014"/>
                  </a:lnTo>
                  <a:lnTo>
                    <a:pt x="3191463" y="1489014"/>
                  </a:lnTo>
                  <a:lnTo>
                    <a:pt x="3191463" y="1488584"/>
                  </a:lnTo>
                  <a:lnTo>
                    <a:pt x="3191580" y="1488584"/>
                  </a:lnTo>
                  <a:lnTo>
                    <a:pt x="3191698" y="1488584"/>
                  </a:lnTo>
                  <a:lnTo>
                    <a:pt x="3191698" y="1488153"/>
                  </a:lnTo>
                  <a:lnTo>
                    <a:pt x="3191815" y="1488153"/>
                  </a:lnTo>
                  <a:lnTo>
                    <a:pt x="3191933" y="1488153"/>
                  </a:lnTo>
                  <a:lnTo>
                    <a:pt x="3192051" y="1488153"/>
                  </a:lnTo>
                  <a:lnTo>
                    <a:pt x="3192168" y="1488153"/>
                  </a:lnTo>
                  <a:lnTo>
                    <a:pt x="3192168" y="1487723"/>
                  </a:lnTo>
                  <a:lnTo>
                    <a:pt x="3192286" y="1487723"/>
                  </a:lnTo>
                  <a:lnTo>
                    <a:pt x="3192286" y="1487292"/>
                  </a:lnTo>
                  <a:lnTo>
                    <a:pt x="3192403" y="1487292"/>
                  </a:lnTo>
                  <a:lnTo>
                    <a:pt x="3192521" y="1487292"/>
                  </a:lnTo>
                  <a:lnTo>
                    <a:pt x="3192521" y="1486861"/>
                  </a:lnTo>
                  <a:lnTo>
                    <a:pt x="3192521" y="1486431"/>
                  </a:lnTo>
                  <a:lnTo>
                    <a:pt x="3192639" y="1486431"/>
                  </a:lnTo>
                  <a:lnTo>
                    <a:pt x="3192639" y="1486000"/>
                  </a:lnTo>
                  <a:lnTo>
                    <a:pt x="3192756" y="1486000"/>
                  </a:lnTo>
                  <a:lnTo>
                    <a:pt x="3192756" y="1485570"/>
                  </a:lnTo>
                  <a:lnTo>
                    <a:pt x="3192756" y="1485139"/>
                  </a:lnTo>
                  <a:lnTo>
                    <a:pt x="3192874" y="1485139"/>
                  </a:lnTo>
                  <a:lnTo>
                    <a:pt x="3192992" y="1485139"/>
                  </a:lnTo>
                  <a:lnTo>
                    <a:pt x="3193109" y="1485139"/>
                  </a:lnTo>
                  <a:lnTo>
                    <a:pt x="3193227" y="1485139"/>
                  </a:lnTo>
                  <a:lnTo>
                    <a:pt x="3193344" y="1485139"/>
                  </a:lnTo>
                  <a:lnTo>
                    <a:pt x="3193462" y="1485139"/>
                  </a:lnTo>
                  <a:lnTo>
                    <a:pt x="3193580" y="1485139"/>
                  </a:lnTo>
                  <a:lnTo>
                    <a:pt x="3193697" y="1485139"/>
                  </a:lnTo>
                  <a:lnTo>
                    <a:pt x="3193815" y="1485139"/>
                  </a:lnTo>
                  <a:lnTo>
                    <a:pt x="3193932" y="1485139"/>
                  </a:lnTo>
                  <a:lnTo>
                    <a:pt x="3194050" y="1485139"/>
                  </a:lnTo>
                  <a:lnTo>
                    <a:pt x="3194050" y="1484708"/>
                  </a:lnTo>
                  <a:lnTo>
                    <a:pt x="3194168" y="1484708"/>
                  </a:lnTo>
                  <a:lnTo>
                    <a:pt x="3194285" y="1484708"/>
                  </a:lnTo>
                  <a:lnTo>
                    <a:pt x="3194285" y="1484278"/>
                  </a:lnTo>
                  <a:lnTo>
                    <a:pt x="3194403" y="1484278"/>
                  </a:lnTo>
                  <a:lnTo>
                    <a:pt x="3194521" y="1484278"/>
                  </a:lnTo>
                  <a:lnTo>
                    <a:pt x="3194638" y="1484278"/>
                  </a:lnTo>
                  <a:lnTo>
                    <a:pt x="3194756" y="1484278"/>
                  </a:lnTo>
                  <a:lnTo>
                    <a:pt x="3194756" y="1483847"/>
                  </a:lnTo>
                  <a:lnTo>
                    <a:pt x="3194873" y="1483847"/>
                  </a:lnTo>
                  <a:lnTo>
                    <a:pt x="3194991" y="1483847"/>
                  </a:lnTo>
                  <a:lnTo>
                    <a:pt x="3195109" y="1483847"/>
                  </a:lnTo>
                  <a:lnTo>
                    <a:pt x="3195109" y="1483417"/>
                  </a:lnTo>
                  <a:lnTo>
                    <a:pt x="3195226" y="1483417"/>
                  </a:lnTo>
                  <a:lnTo>
                    <a:pt x="3195344" y="1483417"/>
                  </a:lnTo>
                  <a:lnTo>
                    <a:pt x="3195461" y="1483417"/>
                  </a:lnTo>
                  <a:lnTo>
                    <a:pt x="3195579" y="1483417"/>
                  </a:lnTo>
                  <a:lnTo>
                    <a:pt x="3195697" y="1483417"/>
                  </a:lnTo>
                  <a:lnTo>
                    <a:pt x="3195697" y="1482986"/>
                  </a:lnTo>
                  <a:lnTo>
                    <a:pt x="3195814" y="1482986"/>
                  </a:lnTo>
                  <a:lnTo>
                    <a:pt x="3195932" y="1482986"/>
                  </a:lnTo>
                  <a:lnTo>
                    <a:pt x="3196050" y="1482986"/>
                  </a:lnTo>
                  <a:lnTo>
                    <a:pt x="3196167" y="1482986"/>
                  </a:lnTo>
                  <a:lnTo>
                    <a:pt x="3196285" y="1482986"/>
                  </a:lnTo>
                  <a:lnTo>
                    <a:pt x="3196402" y="1482986"/>
                  </a:lnTo>
                  <a:lnTo>
                    <a:pt x="3196402" y="1482555"/>
                  </a:lnTo>
                  <a:lnTo>
                    <a:pt x="3196520" y="1482555"/>
                  </a:lnTo>
                  <a:lnTo>
                    <a:pt x="3196638" y="1482555"/>
                  </a:lnTo>
                  <a:lnTo>
                    <a:pt x="3196755" y="1482555"/>
                  </a:lnTo>
                  <a:lnTo>
                    <a:pt x="3196873" y="1482555"/>
                  </a:lnTo>
                  <a:lnTo>
                    <a:pt x="3196990" y="1482555"/>
                  </a:lnTo>
                  <a:lnTo>
                    <a:pt x="3197108" y="1482555"/>
                  </a:lnTo>
                  <a:lnTo>
                    <a:pt x="3197226" y="1482555"/>
                  </a:lnTo>
                  <a:lnTo>
                    <a:pt x="3197226" y="1482125"/>
                  </a:lnTo>
                  <a:lnTo>
                    <a:pt x="3197343" y="1482125"/>
                  </a:lnTo>
                  <a:lnTo>
                    <a:pt x="3197461" y="1482125"/>
                  </a:lnTo>
                  <a:lnTo>
                    <a:pt x="3197579" y="1482125"/>
                  </a:lnTo>
                  <a:lnTo>
                    <a:pt x="3197696" y="1482125"/>
                  </a:lnTo>
                  <a:lnTo>
                    <a:pt x="3197696" y="1481694"/>
                  </a:lnTo>
                  <a:lnTo>
                    <a:pt x="3197814" y="1481694"/>
                  </a:lnTo>
                  <a:lnTo>
                    <a:pt x="3197931" y="1481694"/>
                  </a:lnTo>
                  <a:lnTo>
                    <a:pt x="3198049" y="1481694"/>
                  </a:lnTo>
                  <a:lnTo>
                    <a:pt x="3198167" y="1481694"/>
                  </a:lnTo>
                  <a:lnTo>
                    <a:pt x="3198284" y="1481694"/>
                  </a:lnTo>
                  <a:lnTo>
                    <a:pt x="3198402" y="1481694"/>
                  </a:lnTo>
                  <a:lnTo>
                    <a:pt x="3198519" y="1481694"/>
                  </a:lnTo>
                  <a:lnTo>
                    <a:pt x="3198637" y="1481694"/>
                  </a:lnTo>
                  <a:lnTo>
                    <a:pt x="3198755" y="1481694"/>
                  </a:lnTo>
                  <a:lnTo>
                    <a:pt x="3198872" y="1481694"/>
                  </a:lnTo>
                  <a:lnTo>
                    <a:pt x="3198872" y="1481264"/>
                  </a:lnTo>
                  <a:lnTo>
                    <a:pt x="3198990" y="1481264"/>
                  </a:lnTo>
                  <a:lnTo>
                    <a:pt x="3199108" y="1481264"/>
                  </a:lnTo>
                  <a:lnTo>
                    <a:pt x="3199225" y="1481264"/>
                  </a:lnTo>
                  <a:lnTo>
                    <a:pt x="3199225" y="1480833"/>
                  </a:lnTo>
                  <a:lnTo>
                    <a:pt x="3199343" y="1480833"/>
                  </a:lnTo>
                  <a:lnTo>
                    <a:pt x="3199460" y="1480833"/>
                  </a:lnTo>
                  <a:lnTo>
                    <a:pt x="3199578" y="1480833"/>
                  </a:lnTo>
                  <a:lnTo>
                    <a:pt x="3199696" y="1480833"/>
                  </a:lnTo>
                  <a:lnTo>
                    <a:pt x="3199696" y="1480402"/>
                  </a:lnTo>
                  <a:lnTo>
                    <a:pt x="3199813" y="1480402"/>
                  </a:lnTo>
                  <a:lnTo>
                    <a:pt x="3199931" y="1480402"/>
                  </a:lnTo>
                  <a:lnTo>
                    <a:pt x="3199931" y="1479972"/>
                  </a:lnTo>
                  <a:lnTo>
                    <a:pt x="3200048" y="1479972"/>
                  </a:lnTo>
                  <a:lnTo>
                    <a:pt x="3200166" y="1479972"/>
                  </a:lnTo>
                  <a:lnTo>
                    <a:pt x="3200284" y="1479972"/>
                  </a:lnTo>
                  <a:lnTo>
                    <a:pt x="3200401" y="1479972"/>
                  </a:lnTo>
                  <a:lnTo>
                    <a:pt x="3200519" y="1479972"/>
                  </a:lnTo>
                  <a:lnTo>
                    <a:pt x="3200636" y="1479972"/>
                  </a:lnTo>
                  <a:lnTo>
                    <a:pt x="3200754" y="1479972"/>
                  </a:lnTo>
                  <a:lnTo>
                    <a:pt x="3200754" y="1479541"/>
                  </a:lnTo>
                  <a:lnTo>
                    <a:pt x="3200754" y="1479111"/>
                  </a:lnTo>
                  <a:lnTo>
                    <a:pt x="3200872" y="1479111"/>
                  </a:lnTo>
                  <a:lnTo>
                    <a:pt x="3200989" y="1479111"/>
                  </a:lnTo>
                  <a:lnTo>
                    <a:pt x="3201107" y="1479111"/>
                  </a:lnTo>
                  <a:lnTo>
                    <a:pt x="3201225" y="1479111"/>
                  </a:lnTo>
                  <a:lnTo>
                    <a:pt x="3201342" y="1479111"/>
                  </a:lnTo>
                  <a:lnTo>
                    <a:pt x="3201460" y="1479111"/>
                  </a:lnTo>
                  <a:lnTo>
                    <a:pt x="3201577" y="1479111"/>
                  </a:lnTo>
                  <a:lnTo>
                    <a:pt x="3201695" y="1479111"/>
                  </a:lnTo>
                  <a:lnTo>
                    <a:pt x="3201813" y="1479111"/>
                  </a:lnTo>
                  <a:lnTo>
                    <a:pt x="3201930" y="1479111"/>
                  </a:lnTo>
                  <a:lnTo>
                    <a:pt x="3201930" y="1478680"/>
                  </a:lnTo>
                  <a:lnTo>
                    <a:pt x="3202048" y="1478680"/>
                  </a:lnTo>
                  <a:lnTo>
                    <a:pt x="3202165" y="1478680"/>
                  </a:lnTo>
                  <a:lnTo>
                    <a:pt x="3202283" y="1478680"/>
                  </a:lnTo>
                  <a:lnTo>
                    <a:pt x="3202401" y="1478680"/>
                  </a:lnTo>
                  <a:lnTo>
                    <a:pt x="3202518" y="1478680"/>
                  </a:lnTo>
                  <a:lnTo>
                    <a:pt x="3202636" y="1478680"/>
                  </a:lnTo>
                  <a:lnTo>
                    <a:pt x="3202754" y="1478680"/>
                  </a:lnTo>
                  <a:lnTo>
                    <a:pt x="3202871" y="1478680"/>
                  </a:lnTo>
                  <a:lnTo>
                    <a:pt x="3202989" y="1478680"/>
                  </a:lnTo>
                  <a:lnTo>
                    <a:pt x="3203106" y="1478680"/>
                  </a:lnTo>
                  <a:lnTo>
                    <a:pt x="3203106" y="1478249"/>
                  </a:lnTo>
                  <a:lnTo>
                    <a:pt x="3203224" y="1478249"/>
                  </a:lnTo>
                  <a:lnTo>
                    <a:pt x="3203342" y="1478249"/>
                  </a:lnTo>
                  <a:lnTo>
                    <a:pt x="3203459" y="1478249"/>
                  </a:lnTo>
                  <a:lnTo>
                    <a:pt x="3203577" y="1478249"/>
                  </a:lnTo>
                  <a:lnTo>
                    <a:pt x="3203694" y="1478249"/>
                  </a:lnTo>
                  <a:lnTo>
                    <a:pt x="3203812" y="1478249"/>
                  </a:lnTo>
                  <a:lnTo>
                    <a:pt x="3203812" y="1477819"/>
                  </a:lnTo>
                  <a:lnTo>
                    <a:pt x="3203930" y="1477819"/>
                  </a:lnTo>
                  <a:lnTo>
                    <a:pt x="3203930" y="1477388"/>
                  </a:lnTo>
                  <a:lnTo>
                    <a:pt x="3204047" y="1477388"/>
                  </a:lnTo>
                  <a:lnTo>
                    <a:pt x="3204165" y="1477388"/>
                  </a:lnTo>
                  <a:lnTo>
                    <a:pt x="3204283" y="1477388"/>
                  </a:lnTo>
                  <a:lnTo>
                    <a:pt x="3204400" y="1477388"/>
                  </a:lnTo>
                  <a:lnTo>
                    <a:pt x="3204518" y="1477388"/>
                  </a:lnTo>
                  <a:lnTo>
                    <a:pt x="3204635" y="1477388"/>
                  </a:lnTo>
                  <a:lnTo>
                    <a:pt x="3204753" y="1477388"/>
                  </a:lnTo>
                  <a:lnTo>
                    <a:pt x="3204871" y="1477388"/>
                  </a:lnTo>
                  <a:lnTo>
                    <a:pt x="3204988" y="1477388"/>
                  </a:lnTo>
                  <a:lnTo>
                    <a:pt x="3205106" y="1477388"/>
                  </a:lnTo>
                  <a:lnTo>
                    <a:pt x="3205106" y="1476958"/>
                  </a:lnTo>
                  <a:lnTo>
                    <a:pt x="3205223" y="1476958"/>
                  </a:lnTo>
                  <a:lnTo>
                    <a:pt x="3205341" y="1476958"/>
                  </a:lnTo>
                  <a:lnTo>
                    <a:pt x="3205341" y="1476527"/>
                  </a:lnTo>
                  <a:lnTo>
                    <a:pt x="3205341" y="1476096"/>
                  </a:lnTo>
                  <a:lnTo>
                    <a:pt x="3205459" y="1476096"/>
                  </a:lnTo>
                  <a:lnTo>
                    <a:pt x="3205576" y="1476096"/>
                  </a:lnTo>
                  <a:lnTo>
                    <a:pt x="3205694" y="1476096"/>
                  </a:lnTo>
                  <a:lnTo>
                    <a:pt x="3205812" y="1476096"/>
                  </a:lnTo>
                  <a:lnTo>
                    <a:pt x="3205812" y="1475666"/>
                  </a:lnTo>
                  <a:lnTo>
                    <a:pt x="3205929" y="1475666"/>
                  </a:lnTo>
                  <a:lnTo>
                    <a:pt x="3205929" y="1475235"/>
                  </a:lnTo>
                  <a:lnTo>
                    <a:pt x="3206047" y="1475235"/>
                  </a:lnTo>
                  <a:lnTo>
                    <a:pt x="3206164" y="1475235"/>
                  </a:lnTo>
                  <a:lnTo>
                    <a:pt x="3206282" y="1475235"/>
                  </a:lnTo>
                  <a:lnTo>
                    <a:pt x="3206282" y="1474805"/>
                  </a:lnTo>
                  <a:lnTo>
                    <a:pt x="3206400" y="1474805"/>
                  </a:lnTo>
                  <a:lnTo>
                    <a:pt x="3206517" y="1474805"/>
                  </a:lnTo>
                  <a:lnTo>
                    <a:pt x="3206517" y="1474374"/>
                  </a:lnTo>
                  <a:lnTo>
                    <a:pt x="3206635" y="1474374"/>
                  </a:lnTo>
                  <a:lnTo>
                    <a:pt x="3206635" y="1473943"/>
                  </a:lnTo>
                  <a:lnTo>
                    <a:pt x="3206752" y="1473943"/>
                  </a:lnTo>
                  <a:lnTo>
                    <a:pt x="3206870" y="1473943"/>
                  </a:lnTo>
                  <a:lnTo>
                    <a:pt x="3206988" y="1473943"/>
                  </a:lnTo>
                  <a:lnTo>
                    <a:pt x="3207105" y="1473943"/>
                  </a:lnTo>
                  <a:lnTo>
                    <a:pt x="3207223" y="1473943"/>
                  </a:lnTo>
                  <a:lnTo>
                    <a:pt x="3207341" y="1473943"/>
                  </a:lnTo>
                  <a:lnTo>
                    <a:pt x="3207458" y="1473943"/>
                  </a:lnTo>
                  <a:lnTo>
                    <a:pt x="3207576" y="1473943"/>
                  </a:lnTo>
                  <a:lnTo>
                    <a:pt x="3207693" y="1473943"/>
                  </a:lnTo>
                  <a:lnTo>
                    <a:pt x="3207811" y="1473943"/>
                  </a:lnTo>
                  <a:lnTo>
                    <a:pt x="3207929" y="1473943"/>
                  </a:lnTo>
                  <a:lnTo>
                    <a:pt x="3208046" y="1473943"/>
                  </a:lnTo>
                  <a:lnTo>
                    <a:pt x="3208164" y="1473943"/>
                  </a:lnTo>
                  <a:lnTo>
                    <a:pt x="3208281" y="1473943"/>
                  </a:lnTo>
                  <a:lnTo>
                    <a:pt x="3208399" y="1473943"/>
                  </a:lnTo>
                  <a:lnTo>
                    <a:pt x="3208517" y="1473943"/>
                  </a:lnTo>
                  <a:lnTo>
                    <a:pt x="3208634" y="1473943"/>
                  </a:lnTo>
                  <a:lnTo>
                    <a:pt x="3208634" y="1473513"/>
                  </a:lnTo>
                  <a:lnTo>
                    <a:pt x="3208752" y="1473513"/>
                  </a:lnTo>
                  <a:lnTo>
                    <a:pt x="3208869" y="1473513"/>
                  </a:lnTo>
                  <a:lnTo>
                    <a:pt x="3208987" y="1473513"/>
                  </a:lnTo>
                  <a:lnTo>
                    <a:pt x="3208987" y="1473082"/>
                  </a:lnTo>
                  <a:lnTo>
                    <a:pt x="3209105" y="1473082"/>
                  </a:lnTo>
                  <a:lnTo>
                    <a:pt x="3209222" y="1473082"/>
                  </a:lnTo>
                  <a:lnTo>
                    <a:pt x="3209340" y="1473082"/>
                  </a:lnTo>
                  <a:lnTo>
                    <a:pt x="3209458" y="1473082"/>
                  </a:lnTo>
                  <a:lnTo>
                    <a:pt x="3209575" y="1473082"/>
                  </a:lnTo>
                  <a:lnTo>
                    <a:pt x="3209693" y="1473082"/>
                  </a:lnTo>
                  <a:lnTo>
                    <a:pt x="3209810" y="1473082"/>
                  </a:lnTo>
                  <a:lnTo>
                    <a:pt x="3209810" y="1472652"/>
                  </a:lnTo>
                  <a:lnTo>
                    <a:pt x="3209928" y="1472652"/>
                  </a:lnTo>
                  <a:lnTo>
                    <a:pt x="3210046" y="1472652"/>
                  </a:lnTo>
                  <a:lnTo>
                    <a:pt x="3210046" y="1472221"/>
                  </a:lnTo>
                  <a:lnTo>
                    <a:pt x="3210163" y="1472221"/>
                  </a:lnTo>
                  <a:lnTo>
                    <a:pt x="3210281" y="1472221"/>
                  </a:lnTo>
                  <a:lnTo>
                    <a:pt x="3210398" y="1472221"/>
                  </a:lnTo>
                  <a:lnTo>
                    <a:pt x="3210516" y="1472221"/>
                  </a:lnTo>
                  <a:lnTo>
                    <a:pt x="3210634" y="1472221"/>
                  </a:lnTo>
                  <a:lnTo>
                    <a:pt x="3210751" y="1472221"/>
                  </a:lnTo>
                  <a:lnTo>
                    <a:pt x="3210869" y="1472221"/>
                  </a:lnTo>
                  <a:lnTo>
                    <a:pt x="3210987" y="1472221"/>
                  </a:lnTo>
                  <a:lnTo>
                    <a:pt x="3210987" y="1471790"/>
                  </a:lnTo>
                  <a:lnTo>
                    <a:pt x="3211104" y="1471790"/>
                  </a:lnTo>
                  <a:lnTo>
                    <a:pt x="3211222" y="1471790"/>
                  </a:lnTo>
                  <a:lnTo>
                    <a:pt x="3211339" y="1471790"/>
                  </a:lnTo>
                  <a:lnTo>
                    <a:pt x="3211339" y="1471360"/>
                  </a:lnTo>
                  <a:lnTo>
                    <a:pt x="3211339" y="1470929"/>
                  </a:lnTo>
                  <a:lnTo>
                    <a:pt x="3211457" y="1470929"/>
                  </a:lnTo>
                  <a:lnTo>
                    <a:pt x="3211575" y="1470929"/>
                  </a:lnTo>
                  <a:lnTo>
                    <a:pt x="3211692" y="1470929"/>
                  </a:lnTo>
                  <a:lnTo>
                    <a:pt x="3211810" y="1470929"/>
                  </a:lnTo>
                  <a:lnTo>
                    <a:pt x="3211927" y="1470929"/>
                  </a:lnTo>
                  <a:lnTo>
                    <a:pt x="3212045" y="1470929"/>
                  </a:lnTo>
                  <a:lnTo>
                    <a:pt x="3212163" y="1470929"/>
                  </a:lnTo>
                  <a:lnTo>
                    <a:pt x="3212280" y="1470929"/>
                  </a:lnTo>
                  <a:lnTo>
                    <a:pt x="3212398" y="1470929"/>
                  </a:lnTo>
                  <a:lnTo>
                    <a:pt x="3212516" y="1470929"/>
                  </a:lnTo>
                  <a:lnTo>
                    <a:pt x="3212516" y="1470499"/>
                  </a:lnTo>
                  <a:lnTo>
                    <a:pt x="3212633" y="1470499"/>
                  </a:lnTo>
                  <a:lnTo>
                    <a:pt x="3212751" y="1470499"/>
                  </a:lnTo>
                  <a:lnTo>
                    <a:pt x="3212868" y="1470499"/>
                  </a:lnTo>
                  <a:lnTo>
                    <a:pt x="3212986" y="1470499"/>
                  </a:lnTo>
                  <a:lnTo>
                    <a:pt x="3212986" y="1470068"/>
                  </a:lnTo>
                  <a:lnTo>
                    <a:pt x="3213104" y="1470068"/>
                  </a:lnTo>
                  <a:lnTo>
                    <a:pt x="3213221" y="1470068"/>
                  </a:lnTo>
                  <a:lnTo>
                    <a:pt x="3213339" y="1470068"/>
                  </a:lnTo>
                  <a:lnTo>
                    <a:pt x="3213456" y="1470068"/>
                  </a:lnTo>
                  <a:lnTo>
                    <a:pt x="3213574" y="1470068"/>
                  </a:lnTo>
                  <a:lnTo>
                    <a:pt x="3213692" y="1470068"/>
                  </a:lnTo>
                  <a:lnTo>
                    <a:pt x="3213809" y="1470068"/>
                  </a:lnTo>
                  <a:lnTo>
                    <a:pt x="3213809" y="1469637"/>
                  </a:lnTo>
                  <a:lnTo>
                    <a:pt x="3213927" y="1469637"/>
                  </a:lnTo>
                  <a:lnTo>
                    <a:pt x="3214045" y="1469637"/>
                  </a:lnTo>
                  <a:lnTo>
                    <a:pt x="3214045" y="1469207"/>
                  </a:lnTo>
                  <a:lnTo>
                    <a:pt x="3214162" y="1469207"/>
                  </a:lnTo>
                  <a:lnTo>
                    <a:pt x="3214280" y="1469207"/>
                  </a:lnTo>
                  <a:lnTo>
                    <a:pt x="3214397" y="1469207"/>
                  </a:lnTo>
                  <a:lnTo>
                    <a:pt x="3214515" y="1469207"/>
                  </a:lnTo>
                  <a:lnTo>
                    <a:pt x="3214515" y="1468776"/>
                  </a:lnTo>
                  <a:lnTo>
                    <a:pt x="3214633" y="1468776"/>
                  </a:lnTo>
                  <a:lnTo>
                    <a:pt x="3214750" y="1468776"/>
                  </a:lnTo>
                  <a:lnTo>
                    <a:pt x="3214750" y="1468346"/>
                  </a:lnTo>
                  <a:lnTo>
                    <a:pt x="3214868" y="1468346"/>
                  </a:lnTo>
                  <a:lnTo>
                    <a:pt x="3214985" y="1468346"/>
                  </a:lnTo>
                  <a:lnTo>
                    <a:pt x="3215103" y="1468346"/>
                  </a:lnTo>
                  <a:lnTo>
                    <a:pt x="3215221" y="1468346"/>
                  </a:lnTo>
                  <a:lnTo>
                    <a:pt x="3215338" y="1468346"/>
                  </a:lnTo>
                  <a:lnTo>
                    <a:pt x="3215338" y="1467915"/>
                  </a:lnTo>
                  <a:lnTo>
                    <a:pt x="3215456" y="1467915"/>
                  </a:lnTo>
                  <a:lnTo>
                    <a:pt x="3215574" y="1467915"/>
                  </a:lnTo>
                  <a:lnTo>
                    <a:pt x="3215691" y="1467915"/>
                  </a:lnTo>
                  <a:lnTo>
                    <a:pt x="3215809" y="1467915"/>
                  </a:lnTo>
                  <a:lnTo>
                    <a:pt x="3215926" y="1467915"/>
                  </a:lnTo>
                  <a:lnTo>
                    <a:pt x="3216044" y="1467915"/>
                  </a:lnTo>
                  <a:lnTo>
                    <a:pt x="3216044" y="1467484"/>
                  </a:lnTo>
                  <a:lnTo>
                    <a:pt x="3216162" y="1467484"/>
                  </a:lnTo>
                  <a:lnTo>
                    <a:pt x="3216162" y="1467054"/>
                  </a:lnTo>
                  <a:lnTo>
                    <a:pt x="3216279" y="1467054"/>
                  </a:lnTo>
                  <a:lnTo>
                    <a:pt x="3216397" y="1467054"/>
                  </a:lnTo>
                  <a:lnTo>
                    <a:pt x="3216514" y="1467054"/>
                  </a:lnTo>
                  <a:lnTo>
                    <a:pt x="3216632" y="1467054"/>
                  </a:lnTo>
                  <a:lnTo>
                    <a:pt x="3216750" y="1467054"/>
                  </a:lnTo>
                  <a:lnTo>
                    <a:pt x="3216867" y="1467054"/>
                  </a:lnTo>
                  <a:lnTo>
                    <a:pt x="3216985" y="1467054"/>
                  </a:lnTo>
                  <a:lnTo>
                    <a:pt x="3216985" y="1466623"/>
                  </a:lnTo>
                  <a:lnTo>
                    <a:pt x="3217102" y="1466623"/>
                  </a:lnTo>
                  <a:lnTo>
                    <a:pt x="3217220" y="1466623"/>
                  </a:lnTo>
                  <a:lnTo>
                    <a:pt x="3217338" y="1466623"/>
                  </a:lnTo>
                  <a:lnTo>
                    <a:pt x="3217455" y="1466623"/>
                  </a:lnTo>
                  <a:lnTo>
                    <a:pt x="3217455" y="1466193"/>
                  </a:lnTo>
                  <a:lnTo>
                    <a:pt x="3217573" y="1466193"/>
                  </a:lnTo>
                  <a:lnTo>
                    <a:pt x="3217691" y="1466193"/>
                  </a:lnTo>
                  <a:lnTo>
                    <a:pt x="3217808" y="1466193"/>
                  </a:lnTo>
                  <a:lnTo>
                    <a:pt x="3217926" y="1466193"/>
                  </a:lnTo>
                  <a:lnTo>
                    <a:pt x="3218043" y="1466193"/>
                  </a:lnTo>
                  <a:lnTo>
                    <a:pt x="3218043" y="1465762"/>
                  </a:lnTo>
                  <a:lnTo>
                    <a:pt x="3218161" y="1465762"/>
                  </a:lnTo>
                  <a:lnTo>
                    <a:pt x="3218161" y="1465331"/>
                  </a:lnTo>
                  <a:lnTo>
                    <a:pt x="3218279" y="1465331"/>
                  </a:lnTo>
                  <a:lnTo>
                    <a:pt x="3218279" y="1464901"/>
                  </a:lnTo>
                  <a:lnTo>
                    <a:pt x="3218279" y="1464470"/>
                  </a:lnTo>
                  <a:lnTo>
                    <a:pt x="3218396" y="1464470"/>
                  </a:lnTo>
                  <a:lnTo>
                    <a:pt x="3218396" y="1464040"/>
                  </a:lnTo>
                  <a:lnTo>
                    <a:pt x="3218514" y="1464040"/>
                  </a:lnTo>
                  <a:lnTo>
                    <a:pt x="3218631" y="1464040"/>
                  </a:lnTo>
                  <a:lnTo>
                    <a:pt x="3218631" y="1463609"/>
                  </a:lnTo>
                  <a:lnTo>
                    <a:pt x="3218749" y="1463609"/>
                  </a:lnTo>
                  <a:lnTo>
                    <a:pt x="3218867" y="1463609"/>
                  </a:lnTo>
                  <a:lnTo>
                    <a:pt x="3218984" y="1463609"/>
                  </a:lnTo>
                  <a:lnTo>
                    <a:pt x="3219102" y="1463609"/>
                  </a:lnTo>
                  <a:lnTo>
                    <a:pt x="3219220" y="1463609"/>
                  </a:lnTo>
                  <a:lnTo>
                    <a:pt x="3219337" y="1463609"/>
                  </a:lnTo>
                  <a:lnTo>
                    <a:pt x="3219455" y="1463609"/>
                  </a:lnTo>
                  <a:lnTo>
                    <a:pt x="3219572" y="1463609"/>
                  </a:lnTo>
                  <a:lnTo>
                    <a:pt x="3219690" y="1463609"/>
                  </a:lnTo>
                  <a:lnTo>
                    <a:pt x="3219808" y="1463609"/>
                  </a:lnTo>
                  <a:lnTo>
                    <a:pt x="3219925" y="1463609"/>
                  </a:lnTo>
                  <a:lnTo>
                    <a:pt x="3219925" y="1463178"/>
                  </a:lnTo>
                  <a:lnTo>
                    <a:pt x="3220043" y="1463178"/>
                  </a:lnTo>
                  <a:lnTo>
                    <a:pt x="3220160" y="1463178"/>
                  </a:lnTo>
                  <a:lnTo>
                    <a:pt x="3220278" y="1463178"/>
                  </a:lnTo>
                  <a:lnTo>
                    <a:pt x="3220396" y="1463178"/>
                  </a:lnTo>
                  <a:lnTo>
                    <a:pt x="3220513" y="1463178"/>
                  </a:lnTo>
                  <a:lnTo>
                    <a:pt x="3220631" y="1463178"/>
                  </a:lnTo>
                  <a:lnTo>
                    <a:pt x="3220749" y="1463178"/>
                  </a:lnTo>
                  <a:lnTo>
                    <a:pt x="3220866" y="1463178"/>
                  </a:lnTo>
                  <a:lnTo>
                    <a:pt x="3220984" y="1463178"/>
                  </a:lnTo>
                  <a:lnTo>
                    <a:pt x="3221101" y="1463178"/>
                  </a:lnTo>
                  <a:lnTo>
                    <a:pt x="3221219" y="1463178"/>
                  </a:lnTo>
                  <a:lnTo>
                    <a:pt x="3221219" y="1462748"/>
                  </a:lnTo>
                  <a:lnTo>
                    <a:pt x="3221337" y="1462748"/>
                  </a:lnTo>
                  <a:lnTo>
                    <a:pt x="3221454" y="1462748"/>
                  </a:lnTo>
                  <a:lnTo>
                    <a:pt x="3221572" y="1462748"/>
                  </a:lnTo>
                  <a:lnTo>
                    <a:pt x="3221689" y="1462748"/>
                  </a:lnTo>
                  <a:lnTo>
                    <a:pt x="3221807" y="1462748"/>
                  </a:lnTo>
                  <a:lnTo>
                    <a:pt x="3221807" y="1462317"/>
                  </a:lnTo>
                  <a:lnTo>
                    <a:pt x="3221807" y="1461887"/>
                  </a:lnTo>
                  <a:lnTo>
                    <a:pt x="3221925" y="1461887"/>
                  </a:lnTo>
                  <a:lnTo>
                    <a:pt x="3222042" y="1461887"/>
                  </a:lnTo>
                  <a:lnTo>
                    <a:pt x="3222160" y="1461887"/>
                  </a:lnTo>
                  <a:lnTo>
                    <a:pt x="3222160" y="1461456"/>
                  </a:lnTo>
                  <a:lnTo>
                    <a:pt x="3222278" y="1461456"/>
                  </a:lnTo>
                  <a:lnTo>
                    <a:pt x="3222395" y="1461456"/>
                  </a:lnTo>
                  <a:lnTo>
                    <a:pt x="3222513" y="1461456"/>
                  </a:lnTo>
                  <a:lnTo>
                    <a:pt x="3222630" y="1461456"/>
                  </a:lnTo>
                  <a:lnTo>
                    <a:pt x="3222630" y="1461025"/>
                  </a:lnTo>
                  <a:lnTo>
                    <a:pt x="3222630" y="1460595"/>
                  </a:lnTo>
                  <a:lnTo>
                    <a:pt x="3222748" y="1460595"/>
                  </a:lnTo>
                  <a:lnTo>
                    <a:pt x="3222866" y="1460595"/>
                  </a:lnTo>
                  <a:lnTo>
                    <a:pt x="3222983" y="1460595"/>
                  </a:lnTo>
                  <a:lnTo>
                    <a:pt x="3223101" y="1460595"/>
                  </a:lnTo>
                  <a:lnTo>
                    <a:pt x="3223218" y="1460595"/>
                  </a:lnTo>
                  <a:lnTo>
                    <a:pt x="3223218" y="1460164"/>
                  </a:lnTo>
                  <a:lnTo>
                    <a:pt x="3223336" y="1460164"/>
                  </a:lnTo>
                  <a:lnTo>
                    <a:pt x="3223454" y="1460164"/>
                  </a:lnTo>
                  <a:lnTo>
                    <a:pt x="3223571" y="1460164"/>
                  </a:lnTo>
                  <a:lnTo>
                    <a:pt x="3223689" y="1460164"/>
                  </a:lnTo>
                  <a:lnTo>
                    <a:pt x="3223689" y="1459734"/>
                  </a:lnTo>
                  <a:lnTo>
                    <a:pt x="3223807" y="1459734"/>
                  </a:lnTo>
                  <a:lnTo>
                    <a:pt x="3223924" y="1459734"/>
                  </a:lnTo>
                  <a:lnTo>
                    <a:pt x="3224042" y="1459734"/>
                  </a:lnTo>
                  <a:lnTo>
                    <a:pt x="3224159" y="1459734"/>
                  </a:lnTo>
                  <a:lnTo>
                    <a:pt x="3224277" y="1459734"/>
                  </a:lnTo>
                  <a:lnTo>
                    <a:pt x="3224395" y="1459734"/>
                  </a:lnTo>
                  <a:lnTo>
                    <a:pt x="3224512" y="1459734"/>
                  </a:lnTo>
                  <a:lnTo>
                    <a:pt x="3224630" y="1459734"/>
                  </a:lnTo>
                  <a:lnTo>
                    <a:pt x="3224747" y="1459734"/>
                  </a:lnTo>
                  <a:lnTo>
                    <a:pt x="3224865" y="1459734"/>
                  </a:lnTo>
                  <a:lnTo>
                    <a:pt x="3224983" y="1459734"/>
                  </a:lnTo>
                  <a:lnTo>
                    <a:pt x="3224983" y="1459303"/>
                  </a:lnTo>
                  <a:lnTo>
                    <a:pt x="3225100" y="1459303"/>
                  </a:lnTo>
                  <a:lnTo>
                    <a:pt x="3225218" y="1459303"/>
                  </a:lnTo>
                  <a:lnTo>
                    <a:pt x="3225335" y="1459303"/>
                  </a:lnTo>
                  <a:lnTo>
                    <a:pt x="3225453" y="1459303"/>
                  </a:lnTo>
                  <a:lnTo>
                    <a:pt x="3225453" y="1458872"/>
                  </a:lnTo>
                  <a:lnTo>
                    <a:pt x="3225571" y="1458872"/>
                  </a:lnTo>
                  <a:lnTo>
                    <a:pt x="3225571" y="1458442"/>
                  </a:lnTo>
                  <a:lnTo>
                    <a:pt x="3225688" y="1458442"/>
                  </a:lnTo>
                  <a:lnTo>
                    <a:pt x="3225806" y="1458442"/>
                  </a:lnTo>
                  <a:lnTo>
                    <a:pt x="3225924" y="1458442"/>
                  </a:lnTo>
                  <a:lnTo>
                    <a:pt x="3226041" y="1458442"/>
                  </a:lnTo>
                  <a:lnTo>
                    <a:pt x="3226159" y="1458442"/>
                  </a:lnTo>
                  <a:lnTo>
                    <a:pt x="3226276" y="1458442"/>
                  </a:lnTo>
                  <a:lnTo>
                    <a:pt x="3226394" y="1458442"/>
                  </a:lnTo>
                  <a:lnTo>
                    <a:pt x="3226512" y="1458442"/>
                  </a:lnTo>
                  <a:lnTo>
                    <a:pt x="3226629" y="1458442"/>
                  </a:lnTo>
                  <a:lnTo>
                    <a:pt x="3226629" y="1458011"/>
                  </a:lnTo>
                  <a:lnTo>
                    <a:pt x="3226747" y="1458011"/>
                  </a:lnTo>
                  <a:lnTo>
                    <a:pt x="3226747" y="1457581"/>
                  </a:lnTo>
                  <a:lnTo>
                    <a:pt x="3226864" y="1457581"/>
                  </a:lnTo>
                  <a:lnTo>
                    <a:pt x="3226982" y="1457581"/>
                  </a:lnTo>
                  <a:lnTo>
                    <a:pt x="3227100" y="1457581"/>
                  </a:lnTo>
                  <a:lnTo>
                    <a:pt x="3227217" y="1457581"/>
                  </a:lnTo>
                  <a:lnTo>
                    <a:pt x="3227217" y="1457150"/>
                  </a:lnTo>
                  <a:lnTo>
                    <a:pt x="3227335" y="1457150"/>
                  </a:lnTo>
                  <a:lnTo>
                    <a:pt x="3227453" y="1457150"/>
                  </a:lnTo>
                  <a:lnTo>
                    <a:pt x="3227570" y="1457150"/>
                  </a:lnTo>
                  <a:lnTo>
                    <a:pt x="3227688" y="1457150"/>
                  </a:lnTo>
                  <a:lnTo>
                    <a:pt x="3227805" y="1457150"/>
                  </a:lnTo>
                  <a:lnTo>
                    <a:pt x="3227923" y="1457150"/>
                  </a:lnTo>
                  <a:lnTo>
                    <a:pt x="3228041" y="1457150"/>
                  </a:lnTo>
                  <a:lnTo>
                    <a:pt x="3228158" y="1457150"/>
                  </a:lnTo>
                  <a:lnTo>
                    <a:pt x="3228276" y="1457150"/>
                  </a:lnTo>
                  <a:lnTo>
                    <a:pt x="3228276" y="1456719"/>
                  </a:lnTo>
                  <a:lnTo>
                    <a:pt x="3228276" y="1456289"/>
                  </a:lnTo>
                  <a:lnTo>
                    <a:pt x="3228276" y="1455858"/>
                  </a:lnTo>
                  <a:lnTo>
                    <a:pt x="3228393" y="1455858"/>
                  </a:lnTo>
                  <a:lnTo>
                    <a:pt x="3228393" y="1455428"/>
                  </a:lnTo>
                  <a:lnTo>
                    <a:pt x="3228511" y="1455428"/>
                  </a:lnTo>
                  <a:lnTo>
                    <a:pt x="3228629" y="1455428"/>
                  </a:lnTo>
                  <a:lnTo>
                    <a:pt x="3228629" y="1454997"/>
                  </a:lnTo>
                  <a:lnTo>
                    <a:pt x="3228746" y="1454997"/>
                  </a:lnTo>
                  <a:lnTo>
                    <a:pt x="3228864" y="1454997"/>
                  </a:lnTo>
                  <a:lnTo>
                    <a:pt x="3228982" y="1454997"/>
                  </a:lnTo>
                  <a:lnTo>
                    <a:pt x="3229099" y="1454997"/>
                  </a:lnTo>
                  <a:lnTo>
                    <a:pt x="3229217" y="1454997"/>
                  </a:lnTo>
                  <a:lnTo>
                    <a:pt x="3229334" y="1454997"/>
                  </a:lnTo>
                  <a:lnTo>
                    <a:pt x="3229452" y="1454997"/>
                  </a:lnTo>
                  <a:lnTo>
                    <a:pt x="3229570" y="1454997"/>
                  </a:lnTo>
                  <a:lnTo>
                    <a:pt x="3229687" y="1454997"/>
                  </a:lnTo>
                  <a:lnTo>
                    <a:pt x="3229805" y="1454997"/>
                  </a:lnTo>
                  <a:lnTo>
                    <a:pt x="3229922" y="1454997"/>
                  </a:lnTo>
                  <a:lnTo>
                    <a:pt x="3229922" y="1454566"/>
                  </a:lnTo>
                  <a:lnTo>
                    <a:pt x="3230040" y="1454566"/>
                  </a:lnTo>
                  <a:lnTo>
                    <a:pt x="3230158" y="1454566"/>
                  </a:lnTo>
                  <a:lnTo>
                    <a:pt x="3230275" y="1454566"/>
                  </a:lnTo>
                  <a:lnTo>
                    <a:pt x="3230393" y="1454566"/>
                  </a:lnTo>
                  <a:lnTo>
                    <a:pt x="3230511" y="1454566"/>
                  </a:lnTo>
                  <a:lnTo>
                    <a:pt x="3230628" y="1454566"/>
                  </a:lnTo>
                  <a:lnTo>
                    <a:pt x="3230628" y="1454136"/>
                  </a:lnTo>
                  <a:lnTo>
                    <a:pt x="3230746" y="1454136"/>
                  </a:lnTo>
                  <a:lnTo>
                    <a:pt x="3230863" y="1454136"/>
                  </a:lnTo>
                  <a:lnTo>
                    <a:pt x="3230981" y="1454136"/>
                  </a:lnTo>
                  <a:lnTo>
                    <a:pt x="3230981" y="1453705"/>
                  </a:lnTo>
                  <a:lnTo>
                    <a:pt x="3231099" y="1453705"/>
                  </a:lnTo>
                  <a:lnTo>
                    <a:pt x="3231099" y="1453275"/>
                  </a:lnTo>
                  <a:lnTo>
                    <a:pt x="3231216" y="1453275"/>
                  </a:lnTo>
                  <a:lnTo>
                    <a:pt x="3231334" y="1453275"/>
                  </a:lnTo>
                  <a:lnTo>
                    <a:pt x="3231334" y="1452844"/>
                  </a:lnTo>
                  <a:lnTo>
                    <a:pt x="3231334" y="1452413"/>
                  </a:lnTo>
                  <a:lnTo>
                    <a:pt x="3231451" y="1452413"/>
                  </a:lnTo>
                  <a:lnTo>
                    <a:pt x="3231569" y="1452413"/>
                  </a:lnTo>
                  <a:lnTo>
                    <a:pt x="3231687" y="1452413"/>
                  </a:lnTo>
                  <a:lnTo>
                    <a:pt x="3231804" y="1452413"/>
                  </a:lnTo>
                  <a:lnTo>
                    <a:pt x="3231922" y="1452413"/>
                  </a:lnTo>
                  <a:lnTo>
                    <a:pt x="3231922" y="1451983"/>
                  </a:lnTo>
                  <a:lnTo>
                    <a:pt x="3232039" y="1451983"/>
                  </a:lnTo>
                  <a:lnTo>
                    <a:pt x="3232039" y="1451552"/>
                  </a:lnTo>
                  <a:lnTo>
                    <a:pt x="3232157" y="1451552"/>
                  </a:lnTo>
                  <a:lnTo>
                    <a:pt x="3232157" y="1451122"/>
                  </a:lnTo>
                  <a:lnTo>
                    <a:pt x="3232275" y="1451122"/>
                  </a:lnTo>
                  <a:lnTo>
                    <a:pt x="3232392" y="1451122"/>
                  </a:lnTo>
                  <a:lnTo>
                    <a:pt x="3232510" y="1451122"/>
                  </a:lnTo>
                  <a:lnTo>
                    <a:pt x="3232628" y="1451122"/>
                  </a:lnTo>
                  <a:lnTo>
                    <a:pt x="3232745" y="1451122"/>
                  </a:lnTo>
                  <a:lnTo>
                    <a:pt x="3232863" y="1451122"/>
                  </a:lnTo>
                  <a:lnTo>
                    <a:pt x="3232980" y="1451122"/>
                  </a:lnTo>
                  <a:lnTo>
                    <a:pt x="3233098" y="1451122"/>
                  </a:lnTo>
                  <a:lnTo>
                    <a:pt x="3233216" y="1451122"/>
                  </a:lnTo>
                  <a:lnTo>
                    <a:pt x="3233333" y="1451122"/>
                  </a:lnTo>
                  <a:lnTo>
                    <a:pt x="3233451" y="1451122"/>
                  </a:lnTo>
                  <a:lnTo>
                    <a:pt x="3233451" y="1450691"/>
                  </a:lnTo>
                  <a:lnTo>
                    <a:pt x="3233451" y="1450260"/>
                  </a:lnTo>
                  <a:lnTo>
                    <a:pt x="3233568" y="1450260"/>
                  </a:lnTo>
                  <a:lnTo>
                    <a:pt x="3233686" y="1450260"/>
                  </a:lnTo>
                  <a:lnTo>
                    <a:pt x="3233686" y="1449830"/>
                  </a:lnTo>
                  <a:lnTo>
                    <a:pt x="3233804" y="1449830"/>
                  </a:lnTo>
                  <a:lnTo>
                    <a:pt x="3233921" y="1449830"/>
                  </a:lnTo>
                  <a:lnTo>
                    <a:pt x="3233921" y="1449399"/>
                  </a:lnTo>
                  <a:lnTo>
                    <a:pt x="3234039" y="1449399"/>
                  </a:lnTo>
                  <a:lnTo>
                    <a:pt x="3234157" y="1449399"/>
                  </a:lnTo>
                  <a:lnTo>
                    <a:pt x="3234274" y="1449399"/>
                  </a:lnTo>
                  <a:lnTo>
                    <a:pt x="3234392" y="1449399"/>
                  </a:lnTo>
                  <a:lnTo>
                    <a:pt x="3234392" y="1448969"/>
                  </a:lnTo>
                  <a:lnTo>
                    <a:pt x="3234509" y="1448969"/>
                  </a:lnTo>
                  <a:lnTo>
                    <a:pt x="3234627" y="1448969"/>
                  </a:lnTo>
                  <a:lnTo>
                    <a:pt x="3234745" y="1448969"/>
                  </a:lnTo>
                  <a:lnTo>
                    <a:pt x="3234862" y="1448969"/>
                  </a:lnTo>
                  <a:lnTo>
                    <a:pt x="3234980" y="1448969"/>
                  </a:lnTo>
                  <a:lnTo>
                    <a:pt x="3235097" y="1448969"/>
                  </a:lnTo>
                  <a:lnTo>
                    <a:pt x="3235215" y="1448969"/>
                  </a:lnTo>
                  <a:lnTo>
                    <a:pt x="3235333" y="1448969"/>
                  </a:lnTo>
                  <a:lnTo>
                    <a:pt x="3235450" y="1448969"/>
                  </a:lnTo>
                  <a:lnTo>
                    <a:pt x="3235568" y="1448969"/>
                  </a:lnTo>
                  <a:lnTo>
                    <a:pt x="3235568" y="1448538"/>
                  </a:lnTo>
                  <a:lnTo>
                    <a:pt x="3235686" y="1448538"/>
                  </a:lnTo>
                  <a:lnTo>
                    <a:pt x="3235686" y="1448107"/>
                  </a:lnTo>
                  <a:lnTo>
                    <a:pt x="3235686" y="1447677"/>
                  </a:lnTo>
                  <a:lnTo>
                    <a:pt x="3235803" y="1447677"/>
                  </a:lnTo>
                  <a:lnTo>
                    <a:pt x="3235921" y="1447677"/>
                  </a:lnTo>
                  <a:lnTo>
                    <a:pt x="3236038" y="1447677"/>
                  </a:lnTo>
                  <a:lnTo>
                    <a:pt x="3236038" y="1447246"/>
                  </a:lnTo>
                  <a:lnTo>
                    <a:pt x="3236156" y="1447246"/>
                  </a:lnTo>
                  <a:lnTo>
                    <a:pt x="3236274" y="1447246"/>
                  </a:lnTo>
                  <a:lnTo>
                    <a:pt x="3236391" y="1447246"/>
                  </a:lnTo>
                  <a:lnTo>
                    <a:pt x="3236509" y="1447246"/>
                  </a:lnTo>
                  <a:lnTo>
                    <a:pt x="3236626" y="1447246"/>
                  </a:lnTo>
                  <a:lnTo>
                    <a:pt x="3236626" y="1446816"/>
                  </a:lnTo>
                  <a:lnTo>
                    <a:pt x="3236744" y="1446816"/>
                  </a:lnTo>
                  <a:lnTo>
                    <a:pt x="3236862" y="1446816"/>
                  </a:lnTo>
                  <a:lnTo>
                    <a:pt x="3236862" y="1446385"/>
                  </a:lnTo>
                  <a:lnTo>
                    <a:pt x="3236979" y="1446385"/>
                  </a:lnTo>
                  <a:lnTo>
                    <a:pt x="3237097" y="1446385"/>
                  </a:lnTo>
                  <a:lnTo>
                    <a:pt x="3237215" y="1446385"/>
                  </a:lnTo>
                  <a:lnTo>
                    <a:pt x="3237332" y="1446385"/>
                  </a:lnTo>
                  <a:lnTo>
                    <a:pt x="3237450" y="1446385"/>
                  </a:lnTo>
                  <a:lnTo>
                    <a:pt x="3237567" y="1446385"/>
                  </a:lnTo>
                  <a:lnTo>
                    <a:pt x="3237685" y="1446385"/>
                  </a:lnTo>
                  <a:lnTo>
                    <a:pt x="3237803" y="1446385"/>
                  </a:lnTo>
                  <a:lnTo>
                    <a:pt x="3237920" y="1446385"/>
                  </a:lnTo>
                  <a:lnTo>
                    <a:pt x="3238038" y="1446385"/>
                  </a:lnTo>
                  <a:lnTo>
                    <a:pt x="3238155" y="1446385"/>
                  </a:lnTo>
                  <a:lnTo>
                    <a:pt x="3238273" y="1446385"/>
                  </a:lnTo>
                  <a:lnTo>
                    <a:pt x="3238391" y="1446385"/>
                  </a:lnTo>
                  <a:lnTo>
                    <a:pt x="3238508" y="1446385"/>
                  </a:lnTo>
                  <a:lnTo>
                    <a:pt x="3238626" y="1446385"/>
                  </a:lnTo>
                  <a:lnTo>
                    <a:pt x="3238744" y="1446385"/>
                  </a:lnTo>
                  <a:lnTo>
                    <a:pt x="3238744" y="1445954"/>
                  </a:lnTo>
                  <a:lnTo>
                    <a:pt x="3238861" y="1445954"/>
                  </a:lnTo>
                  <a:lnTo>
                    <a:pt x="3238979" y="1445954"/>
                  </a:lnTo>
                  <a:lnTo>
                    <a:pt x="3239096" y="1445954"/>
                  </a:lnTo>
                  <a:lnTo>
                    <a:pt x="3239096" y="1445524"/>
                  </a:lnTo>
                  <a:lnTo>
                    <a:pt x="3239214" y="1445524"/>
                  </a:lnTo>
                  <a:lnTo>
                    <a:pt x="3239332" y="1445524"/>
                  </a:lnTo>
                  <a:lnTo>
                    <a:pt x="3239332" y="1445093"/>
                  </a:lnTo>
                  <a:lnTo>
                    <a:pt x="3239449" y="1445093"/>
                  </a:lnTo>
                  <a:lnTo>
                    <a:pt x="3239449" y="1444663"/>
                  </a:lnTo>
                  <a:lnTo>
                    <a:pt x="3239567" y="1444663"/>
                  </a:lnTo>
                  <a:lnTo>
                    <a:pt x="3239684" y="1444663"/>
                  </a:lnTo>
                  <a:lnTo>
                    <a:pt x="3239802" y="1444663"/>
                  </a:lnTo>
                  <a:lnTo>
                    <a:pt x="3239920" y="1444663"/>
                  </a:lnTo>
                  <a:lnTo>
                    <a:pt x="3240037" y="1444663"/>
                  </a:lnTo>
                  <a:lnTo>
                    <a:pt x="3240155" y="1444663"/>
                  </a:lnTo>
                  <a:lnTo>
                    <a:pt x="3240272" y="1444663"/>
                  </a:lnTo>
                  <a:lnTo>
                    <a:pt x="3240272" y="1444232"/>
                  </a:lnTo>
                  <a:lnTo>
                    <a:pt x="3240390" y="1444232"/>
                  </a:lnTo>
                  <a:lnTo>
                    <a:pt x="3240508" y="1444232"/>
                  </a:lnTo>
                  <a:lnTo>
                    <a:pt x="3240625" y="1444232"/>
                  </a:lnTo>
                  <a:lnTo>
                    <a:pt x="3240743" y="1444232"/>
                  </a:lnTo>
                  <a:lnTo>
                    <a:pt x="3240861" y="1444232"/>
                  </a:lnTo>
                  <a:lnTo>
                    <a:pt x="3240861" y="1443801"/>
                  </a:lnTo>
                  <a:lnTo>
                    <a:pt x="3240978" y="1443801"/>
                  </a:lnTo>
                  <a:lnTo>
                    <a:pt x="3241096" y="1443801"/>
                  </a:lnTo>
                  <a:lnTo>
                    <a:pt x="3241213" y="1443801"/>
                  </a:lnTo>
                  <a:lnTo>
                    <a:pt x="3241331" y="1443801"/>
                  </a:lnTo>
                  <a:lnTo>
                    <a:pt x="3241331" y="1443371"/>
                  </a:lnTo>
                  <a:lnTo>
                    <a:pt x="3241449" y="1443371"/>
                  </a:lnTo>
                  <a:lnTo>
                    <a:pt x="3241566" y="1443371"/>
                  </a:lnTo>
                  <a:lnTo>
                    <a:pt x="3241684" y="1443371"/>
                  </a:lnTo>
                  <a:lnTo>
                    <a:pt x="3241801" y="1443371"/>
                  </a:lnTo>
                  <a:lnTo>
                    <a:pt x="3241919" y="1443371"/>
                  </a:lnTo>
                  <a:lnTo>
                    <a:pt x="3242037" y="1443371"/>
                  </a:lnTo>
                  <a:lnTo>
                    <a:pt x="3242154" y="1443371"/>
                  </a:lnTo>
                  <a:lnTo>
                    <a:pt x="3242272" y="1443371"/>
                  </a:lnTo>
                  <a:lnTo>
                    <a:pt x="3242390" y="1443371"/>
                  </a:lnTo>
                  <a:lnTo>
                    <a:pt x="3242507" y="1443371"/>
                  </a:lnTo>
                  <a:lnTo>
                    <a:pt x="3242625" y="1443371"/>
                  </a:lnTo>
                  <a:lnTo>
                    <a:pt x="3242742" y="1443371"/>
                  </a:lnTo>
                  <a:lnTo>
                    <a:pt x="3242860" y="1443371"/>
                  </a:lnTo>
                  <a:lnTo>
                    <a:pt x="3242978" y="1443371"/>
                  </a:lnTo>
                  <a:lnTo>
                    <a:pt x="3243095" y="1443371"/>
                  </a:lnTo>
                  <a:lnTo>
                    <a:pt x="3243213" y="1443371"/>
                  </a:lnTo>
                  <a:lnTo>
                    <a:pt x="3243213" y="1442940"/>
                  </a:lnTo>
                  <a:lnTo>
                    <a:pt x="3243330" y="1442940"/>
                  </a:lnTo>
                  <a:lnTo>
                    <a:pt x="3243448" y="1442940"/>
                  </a:lnTo>
                  <a:lnTo>
                    <a:pt x="3243566" y="1442940"/>
                  </a:lnTo>
                  <a:lnTo>
                    <a:pt x="3243683" y="1442940"/>
                  </a:lnTo>
                  <a:lnTo>
                    <a:pt x="3243801" y="1442940"/>
                  </a:lnTo>
                  <a:lnTo>
                    <a:pt x="3243801" y="1442510"/>
                  </a:lnTo>
                  <a:lnTo>
                    <a:pt x="3243919" y="1442510"/>
                  </a:lnTo>
                  <a:lnTo>
                    <a:pt x="3243919" y="1442079"/>
                  </a:lnTo>
                  <a:lnTo>
                    <a:pt x="3244036" y="1442079"/>
                  </a:lnTo>
                  <a:lnTo>
                    <a:pt x="3244154" y="1442079"/>
                  </a:lnTo>
                  <a:lnTo>
                    <a:pt x="3244271" y="1442079"/>
                  </a:lnTo>
                  <a:lnTo>
                    <a:pt x="3244389" y="1442079"/>
                  </a:lnTo>
                  <a:lnTo>
                    <a:pt x="3244507" y="1442079"/>
                  </a:lnTo>
                  <a:lnTo>
                    <a:pt x="3244624" y="1442079"/>
                  </a:lnTo>
                  <a:lnTo>
                    <a:pt x="3244742" y="1442079"/>
                  </a:lnTo>
                  <a:lnTo>
                    <a:pt x="3244859" y="1442079"/>
                  </a:lnTo>
                  <a:lnTo>
                    <a:pt x="3244977" y="1442079"/>
                  </a:lnTo>
                  <a:lnTo>
                    <a:pt x="3245095" y="1442079"/>
                  </a:lnTo>
                  <a:lnTo>
                    <a:pt x="3245212" y="1442079"/>
                  </a:lnTo>
                  <a:lnTo>
                    <a:pt x="3245330" y="1442079"/>
                  </a:lnTo>
                  <a:lnTo>
                    <a:pt x="3245330" y="1441648"/>
                  </a:lnTo>
                  <a:lnTo>
                    <a:pt x="3245448" y="1441648"/>
                  </a:lnTo>
                  <a:lnTo>
                    <a:pt x="3245565" y="1441648"/>
                  </a:lnTo>
                  <a:lnTo>
                    <a:pt x="3245683" y="1441648"/>
                  </a:lnTo>
                  <a:lnTo>
                    <a:pt x="3245800" y="1441648"/>
                  </a:lnTo>
                  <a:lnTo>
                    <a:pt x="3245918" y="1441648"/>
                  </a:lnTo>
                  <a:lnTo>
                    <a:pt x="3246036" y="1441648"/>
                  </a:lnTo>
                  <a:lnTo>
                    <a:pt x="3246153" y="1441648"/>
                  </a:lnTo>
                  <a:lnTo>
                    <a:pt x="3246271" y="1441648"/>
                  </a:lnTo>
                  <a:lnTo>
                    <a:pt x="3246388" y="1441648"/>
                  </a:lnTo>
                  <a:lnTo>
                    <a:pt x="3246388" y="1441218"/>
                  </a:lnTo>
                  <a:lnTo>
                    <a:pt x="3246506" y="1441218"/>
                  </a:lnTo>
                  <a:lnTo>
                    <a:pt x="3246624" y="1441218"/>
                  </a:lnTo>
                  <a:lnTo>
                    <a:pt x="3246624" y="1440787"/>
                  </a:lnTo>
                  <a:lnTo>
                    <a:pt x="3246741" y="1440787"/>
                  </a:lnTo>
                  <a:lnTo>
                    <a:pt x="3246741" y="1440357"/>
                  </a:lnTo>
                  <a:lnTo>
                    <a:pt x="3246859" y="1440357"/>
                  </a:lnTo>
                  <a:lnTo>
                    <a:pt x="3246977" y="1440357"/>
                  </a:lnTo>
                  <a:lnTo>
                    <a:pt x="3247094" y="1440357"/>
                  </a:lnTo>
                  <a:lnTo>
                    <a:pt x="3247212" y="1440357"/>
                  </a:lnTo>
                  <a:lnTo>
                    <a:pt x="3247329" y="1440357"/>
                  </a:lnTo>
                  <a:lnTo>
                    <a:pt x="3247447" y="1440357"/>
                  </a:lnTo>
                  <a:lnTo>
                    <a:pt x="3247565" y="1440357"/>
                  </a:lnTo>
                  <a:lnTo>
                    <a:pt x="3247565" y="1439926"/>
                  </a:lnTo>
                  <a:lnTo>
                    <a:pt x="3247565" y="1439495"/>
                  </a:lnTo>
                  <a:lnTo>
                    <a:pt x="3247682" y="1439495"/>
                  </a:lnTo>
                  <a:lnTo>
                    <a:pt x="3247800" y="1439495"/>
                  </a:lnTo>
                  <a:lnTo>
                    <a:pt x="3247917" y="1439495"/>
                  </a:lnTo>
                  <a:lnTo>
                    <a:pt x="3248035" y="1439495"/>
                  </a:lnTo>
                  <a:lnTo>
                    <a:pt x="3248153" y="1439495"/>
                  </a:lnTo>
                  <a:lnTo>
                    <a:pt x="3248270" y="1439495"/>
                  </a:lnTo>
                  <a:lnTo>
                    <a:pt x="3248388" y="1439495"/>
                  </a:lnTo>
                  <a:lnTo>
                    <a:pt x="3248505" y="1439495"/>
                  </a:lnTo>
                  <a:lnTo>
                    <a:pt x="3248623" y="1439495"/>
                  </a:lnTo>
                  <a:lnTo>
                    <a:pt x="3248741" y="1439495"/>
                  </a:lnTo>
                  <a:lnTo>
                    <a:pt x="3248858" y="1439495"/>
                  </a:lnTo>
                  <a:lnTo>
                    <a:pt x="3248976" y="1439495"/>
                  </a:lnTo>
                  <a:lnTo>
                    <a:pt x="3249094" y="1439495"/>
                  </a:lnTo>
                  <a:lnTo>
                    <a:pt x="3249211" y="1439495"/>
                  </a:lnTo>
                  <a:lnTo>
                    <a:pt x="3249329" y="1439495"/>
                  </a:lnTo>
                  <a:lnTo>
                    <a:pt x="3249446" y="1439495"/>
                  </a:lnTo>
                  <a:lnTo>
                    <a:pt x="3249564" y="1439495"/>
                  </a:lnTo>
                  <a:lnTo>
                    <a:pt x="3249682" y="1439495"/>
                  </a:lnTo>
                  <a:lnTo>
                    <a:pt x="3249799" y="1439495"/>
                  </a:lnTo>
                  <a:lnTo>
                    <a:pt x="3249917" y="1439495"/>
                  </a:lnTo>
                  <a:lnTo>
                    <a:pt x="3250034" y="1439495"/>
                  </a:lnTo>
                  <a:lnTo>
                    <a:pt x="3250152" y="1439495"/>
                  </a:lnTo>
                  <a:lnTo>
                    <a:pt x="3250270" y="1439495"/>
                  </a:lnTo>
                  <a:lnTo>
                    <a:pt x="3250387" y="1439495"/>
                  </a:lnTo>
                  <a:lnTo>
                    <a:pt x="3250505" y="1439495"/>
                  </a:lnTo>
                  <a:lnTo>
                    <a:pt x="3250623" y="1439495"/>
                  </a:lnTo>
                  <a:lnTo>
                    <a:pt x="3250740" y="1439495"/>
                  </a:lnTo>
                  <a:lnTo>
                    <a:pt x="3250858" y="1439495"/>
                  </a:lnTo>
                  <a:lnTo>
                    <a:pt x="3250975" y="1439495"/>
                  </a:lnTo>
                  <a:lnTo>
                    <a:pt x="3251093" y="1439495"/>
                  </a:lnTo>
                  <a:lnTo>
                    <a:pt x="3251211" y="1439495"/>
                  </a:lnTo>
                  <a:lnTo>
                    <a:pt x="3251328" y="1439495"/>
                  </a:lnTo>
                  <a:lnTo>
                    <a:pt x="3251328" y="1439065"/>
                  </a:lnTo>
                  <a:lnTo>
                    <a:pt x="3251328" y="1438634"/>
                  </a:lnTo>
                  <a:lnTo>
                    <a:pt x="3251446" y="1438634"/>
                  </a:lnTo>
                  <a:lnTo>
                    <a:pt x="3251563" y="1438634"/>
                  </a:lnTo>
                  <a:lnTo>
                    <a:pt x="3251681" y="1438634"/>
                  </a:lnTo>
                  <a:lnTo>
                    <a:pt x="3251799" y="1438634"/>
                  </a:lnTo>
                  <a:lnTo>
                    <a:pt x="3251916" y="1438634"/>
                  </a:lnTo>
                  <a:lnTo>
                    <a:pt x="3251916" y="1438204"/>
                  </a:lnTo>
                  <a:lnTo>
                    <a:pt x="3251916" y="1437773"/>
                  </a:lnTo>
                  <a:lnTo>
                    <a:pt x="3252034" y="1437773"/>
                  </a:lnTo>
                  <a:lnTo>
                    <a:pt x="3252152" y="1437773"/>
                  </a:lnTo>
                  <a:lnTo>
                    <a:pt x="3252152" y="1437342"/>
                  </a:lnTo>
                  <a:lnTo>
                    <a:pt x="3252269" y="1437342"/>
                  </a:lnTo>
                  <a:lnTo>
                    <a:pt x="3252387" y="1437342"/>
                  </a:lnTo>
                  <a:lnTo>
                    <a:pt x="3252504" y="1437342"/>
                  </a:lnTo>
                  <a:lnTo>
                    <a:pt x="3252622" y="1437342"/>
                  </a:lnTo>
                  <a:lnTo>
                    <a:pt x="3252622" y="1436912"/>
                  </a:lnTo>
                  <a:lnTo>
                    <a:pt x="3252740" y="1436912"/>
                  </a:lnTo>
                  <a:lnTo>
                    <a:pt x="3252857" y="1436912"/>
                  </a:lnTo>
                  <a:lnTo>
                    <a:pt x="3252857" y="1436481"/>
                  </a:lnTo>
                  <a:lnTo>
                    <a:pt x="3252975" y="1436481"/>
                  </a:lnTo>
                  <a:lnTo>
                    <a:pt x="3253092" y="1436481"/>
                  </a:lnTo>
                  <a:lnTo>
                    <a:pt x="3253092" y="1436051"/>
                  </a:lnTo>
                  <a:lnTo>
                    <a:pt x="3253210" y="1436051"/>
                  </a:lnTo>
                  <a:lnTo>
                    <a:pt x="3253328" y="1436051"/>
                  </a:lnTo>
                  <a:lnTo>
                    <a:pt x="3253328" y="1435620"/>
                  </a:lnTo>
                  <a:lnTo>
                    <a:pt x="3253445" y="1435620"/>
                  </a:lnTo>
                  <a:lnTo>
                    <a:pt x="3253445" y="1435189"/>
                  </a:lnTo>
                  <a:lnTo>
                    <a:pt x="3253563" y="1435189"/>
                  </a:lnTo>
                  <a:lnTo>
                    <a:pt x="3253681" y="1435189"/>
                  </a:lnTo>
                  <a:lnTo>
                    <a:pt x="3253681" y="1434759"/>
                  </a:lnTo>
                  <a:lnTo>
                    <a:pt x="3253798" y="1434759"/>
                  </a:lnTo>
                  <a:lnTo>
                    <a:pt x="3253916" y="1434759"/>
                  </a:lnTo>
                  <a:lnTo>
                    <a:pt x="3253916" y="1434328"/>
                  </a:lnTo>
                  <a:lnTo>
                    <a:pt x="3254033" y="1434328"/>
                  </a:lnTo>
                  <a:lnTo>
                    <a:pt x="3254151" y="1434328"/>
                  </a:lnTo>
                  <a:lnTo>
                    <a:pt x="3254151" y="1433898"/>
                  </a:lnTo>
                  <a:lnTo>
                    <a:pt x="3254269" y="1433898"/>
                  </a:lnTo>
                  <a:lnTo>
                    <a:pt x="3254269" y="1433467"/>
                  </a:lnTo>
                  <a:lnTo>
                    <a:pt x="3254386" y="1433467"/>
                  </a:lnTo>
                  <a:lnTo>
                    <a:pt x="3254504" y="1433467"/>
                  </a:lnTo>
                  <a:lnTo>
                    <a:pt x="3254621" y="1433467"/>
                  </a:lnTo>
                  <a:lnTo>
                    <a:pt x="3254739" y="1433467"/>
                  </a:lnTo>
                  <a:lnTo>
                    <a:pt x="3254857" y="1433467"/>
                  </a:lnTo>
                  <a:lnTo>
                    <a:pt x="3254857" y="1433036"/>
                  </a:lnTo>
                  <a:lnTo>
                    <a:pt x="3254857" y="1432606"/>
                  </a:lnTo>
                  <a:lnTo>
                    <a:pt x="3254974" y="1432606"/>
                  </a:lnTo>
                  <a:lnTo>
                    <a:pt x="3255092" y="1432606"/>
                  </a:lnTo>
                  <a:lnTo>
                    <a:pt x="3255210" y="1432606"/>
                  </a:lnTo>
                  <a:lnTo>
                    <a:pt x="3255327" y="1432606"/>
                  </a:lnTo>
                  <a:lnTo>
                    <a:pt x="3255445" y="1432606"/>
                  </a:lnTo>
                  <a:lnTo>
                    <a:pt x="3255562" y="1432606"/>
                  </a:lnTo>
                  <a:lnTo>
                    <a:pt x="3255680" y="1432606"/>
                  </a:lnTo>
                  <a:lnTo>
                    <a:pt x="3255798" y="1432606"/>
                  </a:lnTo>
                  <a:lnTo>
                    <a:pt x="3255915" y="1432606"/>
                  </a:lnTo>
                  <a:lnTo>
                    <a:pt x="3256033" y="1432606"/>
                  </a:lnTo>
                  <a:lnTo>
                    <a:pt x="3256150" y="1432606"/>
                  </a:lnTo>
                  <a:lnTo>
                    <a:pt x="3256268" y="1432606"/>
                  </a:lnTo>
                  <a:lnTo>
                    <a:pt x="3256268" y="1432175"/>
                  </a:lnTo>
                  <a:lnTo>
                    <a:pt x="3256268" y="1431745"/>
                  </a:lnTo>
                  <a:lnTo>
                    <a:pt x="3256386" y="1431745"/>
                  </a:lnTo>
                  <a:lnTo>
                    <a:pt x="3256503" y="1431745"/>
                  </a:lnTo>
                  <a:lnTo>
                    <a:pt x="3256621" y="1431745"/>
                  </a:lnTo>
                  <a:lnTo>
                    <a:pt x="3256738" y="1431745"/>
                  </a:lnTo>
                  <a:lnTo>
                    <a:pt x="3256856" y="1431745"/>
                  </a:lnTo>
                  <a:lnTo>
                    <a:pt x="3256974" y="1431745"/>
                  </a:lnTo>
                  <a:lnTo>
                    <a:pt x="3257091" y="1431745"/>
                  </a:lnTo>
                  <a:lnTo>
                    <a:pt x="3257209" y="1431745"/>
                  </a:lnTo>
                  <a:lnTo>
                    <a:pt x="3257209" y="1431314"/>
                  </a:lnTo>
                  <a:lnTo>
                    <a:pt x="3257327" y="1431314"/>
                  </a:lnTo>
                  <a:lnTo>
                    <a:pt x="3257444" y="1431314"/>
                  </a:lnTo>
                  <a:lnTo>
                    <a:pt x="3257562" y="1431314"/>
                  </a:lnTo>
                  <a:lnTo>
                    <a:pt x="3257679" y="1431314"/>
                  </a:lnTo>
                  <a:lnTo>
                    <a:pt x="3257797" y="1431314"/>
                  </a:lnTo>
                  <a:lnTo>
                    <a:pt x="3257915" y="1431314"/>
                  </a:lnTo>
                  <a:lnTo>
                    <a:pt x="3257915" y="1430883"/>
                  </a:lnTo>
                  <a:lnTo>
                    <a:pt x="3258032" y="1430883"/>
                  </a:lnTo>
                  <a:lnTo>
                    <a:pt x="3258150" y="1430883"/>
                  </a:lnTo>
                  <a:lnTo>
                    <a:pt x="3258267" y="1430883"/>
                  </a:lnTo>
                  <a:lnTo>
                    <a:pt x="3258267" y="1430453"/>
                  </a:lnTo>
                  <a:lnTo>
                    <a:pt x="3258385" y="1430453"/>
                  </a:lnTo>
                  <a:lnTo>
                    <a:pt x="3258503" y="1430453"/>
                  </a:lnTo>
                  <a:lnTo>
                    <a:pt x="3258620" y="1430453"/>
                  </a:lnTo>
                  <a:lnTo>
                    <a:pt x="3258738" y="1430453"/>
                  </a:lnTo>
                  <a:lnTo>
                    <a:pt x="3258856" y="1430453"/>
                  </a:lnTo>
                  <a:lnTo>
                    <a:pt x="3258973" y="1430453"/>
                  </a:lnTo>
                  <a:lnTo>
                    <a:pt x="3259091" y="1430453"/>
                  </a:lnTo>
                  <a:lnTo>
                    <a:pt x="3259208" y="1430453"/>
                  </a:lnTo>
                  <a:lnTo>
                    <a:pt x="3259326" y="1430453"/>
                  </a:lnTo>
                  <a:lnTo>
                    <a:pt x="3259444" y="1430453"/>
                  </a:lnTo>
                  <a:lnTo>
                    <a:pt x="3259561" y="1430453"/>
                  </a:lnTo>
                  <a:lnTo>
                    <a:pt x="3259679" y="1430453"/>
                  </a:lnTo>
                  <a:lnTo>
                    <a:pt x="3259679" y="1430022"/>
                  </a:lnTo>
                  <a:lnTo>
                    <a:pt x="3259796" y="1430022"/>
                  </a:lnTo>
                  <a:lnTo>
                    <a:pt x="3259914" y="1430022"/>
                  </a:lnTo>
                  <a:lnTo>
                    <a:pt x="3259914" y="1429592"/>
                  </a:lnTo>
                  <a:lnTo>
                    <a:pt x="3260032" y="1429592"/>
                  </a:lnTo>
                  <a:lnTo>
                    <a:pt x="3260149" y="1429592"/>
                  </a:lnTo>
                  <a:lnTo>
                    <a:pt x="3260267" y="1429592"/>
                  </a:lnTo>
                  <a:lnTo>
                    <a:pt x="3260385" y="1429592"/>
                  </a:lnTo>
                  <a:lnTo>
                    <a:pt x="3260502" y="1429592"/>
                  </a:lnTo>
                  <a:lnTo>
                    <a:pt x="3260620" y="1429592"/>
                  </a:lnTo>
                  <a:lnTo>
                    <a:pt x="3260737" y="1429592"/>
                  </a:lnTo>
                  <a:lnTo>
                    <a:pt x="3260855" y="1429592"/>
                  </a:lnTo>
                  <a:lnTo>
                    <a:pt x="3260973" y="1429592"/>
                  </a:lnTo>
                  <a:lnTo>
                    <a:pt x="3261090" y="1429592"/>
                  </a:lnTo>
                  <a:lnTo>
                    <a:pt x="3261208" y="1429592"/>
                  </a:lnTo>
                  <a:lnTo>
                    <a:pt x="3261325" y="1429592"/>
                  </a:lnTo>
                  <a:lnTo>
                    <a:pt x="3261443" y="1429592"/>
                  </a:lnTo>
                  <a:lnTo>
                    <a:pt x="3261561" y="1429592"/>
                  </a:lnTo>
                  <a:lnTo>
                    <a:pt x="3261678" y="1429592"/>
                  </a:lnTo>
                  <a:lnTo>
                    <a:pt x="3261796" y="1429592"/>
                  </a:lnTo>
                  <a:lnTo>
                    <a:pt x="3261914" y="1429592"/>
                  </a:lnTo>
                  <a:lnTo>
                    <a:pt x="3262031" y="1429592"/>
                  </a:lnTo>
                  <a:lnTo>
                    <a:pt x="3262149" y="1429592"/>
                  </a:lnTo>
                  <a:lnTo>
                    <a:pt x="3262266" y="1429592"/>
                  </a:lnTo>
                  <a:lnTo>
                    <a:pt x="3262384" y="1429592"/>
                  </a:lnTo>
                  <a:lnTo>
                    <a:pt x="3262384" y="1429161"/>
                  </a:lnTo>
                  <a:lnTo>
                    <a:pt x="3262502" y="1429161"/>
                  </a:lnTo>
                  <a:lnTo>
                    <a:pt x="3262619" y="1429161"/>
                  </a:lnTo>
                  <a:lnTo>
                    <a:pt x="3262737" y="1429161"/>
                  </a:lnTo>
                  <a:lnTo>
                    <a:pt x="3262854" y="1429161"/>
                  </a:lnTo>
                  <a:lnTo>
                    <a:pt x="3262972" y="1429161"/>
                  </a:lnTo>
                  <a:lnTo>
                    <a:pt x="3263090" y="1429161"/>
                  </a:lnTo>
                  <a:lnTo>
                    <a:pt x="3263207" y="1429161"/>
                  </a:lnTo>
                  <a:lnTo>
                    <a:pt x="3263207" y="1428730"/>
                  </a:lnTo>
                  <a:lnTo>
                    <a:pt x="3263207" y="1428300"/>
                  </a:lnTo>
                  <a:lnTo>
                    <a:pt x="3263325" y="1428300"/>
                  </a:lnTo>
                  <a:lnTo>
                    <a:pt x="3263443" y="1428300"/>
                  </a:lnTo>
                  <a:lnTo>
                    <a:pt x="3263443" y="1427869"/>
                  </a:lnTo>
                  <a:lnTo>
                    <a:pt x="3263560" y="1427869"/>
                  </a:lnTo>
                  <a:lnTo>
                    <a:pt x="3263560" y="1427439"/>
                  </a:lnTo>
                  <a:lnTo>
                    <a:pt x="3263678" y="1427439"/>
                  </a:lnTo>
                  <a:lnTo>
                    <a:pt x="3263795" y="1427439"/>
                  </a:lnTo>
                  <a:lnTo>
                    <a:pt x="3263913" y="1427439"/>
                  </a:lnTo>
                  <a:lnTo>
                    <a:pt x="3264031" y="1427439"/>
                  </a:lnTo>
                  <a:lnTo>
                    <a:pt x="3264148" y="1427439"/>
                  </a:lnTo>
                  <a:lnTo>
                    <a:pt x="3264266" y="1427439"/>
                  </a:lnTo>
                  <a:lnTo>
                    <a:pt x="3264383" y="1427439"/>
                  </a:lnTo>
                  <a:lnTo>
                    <a:pt x="3264501" y="1427439"/>
                  </a:lnTo>
                  <a:lnTo>
                    <a:pt x="3264619" y="1427439"/>
                  </a:lnTo>
                  <a:lnTo>
                    <a:pt x="3264736" y="1427439"/>
                  </a:lnTo>
                  <a:lnTo>
                    <a:pt x="3264854" y="1427439"/>
                  </a:lnTo>
                  <a:lnTo>
                    <a:pt x="3264854" y="1427008"/>
                  </a:lnTo>
                  <a:lnTo>
                    <a:pt x="3264971" y="1427008"/>
                  </a:lnTo>
                  <a:lnTo>
                    <a:pt x="3264971" y="1426577"/>
                  </a:lnTo>
                  <a:lnTo>
                    <a:pt x="3265089" y="1426577"/>
                  </a:lnTo>
                  <a:lnTo>
                    <a:pt x="3265207" y="1426577"/>
                  </a:lnTo>
                  <a:lnTo>
                    <a:pt x="3265324" y="1426577"/>
                  </a:lnTo>
                  <a:lnTo>
                    <a:pt x="3265442" y="1426577"/>
                  </a:lnTo>
                  <a:lnTo>
                    <a:pt x="3265560" y="1426577"/>
                  </a:lnTo>
                  <a:lnTo>
                    <a:pt x="3265560" y="1426147"/>
                  </a:lnTo>
                  <a:lnTo>
                    <a:pt x="3265677" y="1426147"/>
                  </a:lnTo>
                  <a:lnTo>
                    <a:pt x="3265795" y="1426147"/>
                  </a:lnTo>
                  <a:lnTo>
                    <a:pt x="3265912" y="1426147"/>
                  </a:lnTo>
                  <a:lnTo>
                    <a:pt x="3266030" y="1426147"/>
                  </a:lnTo>
                  <a:lnTo>
                    <a:pt x="3266148" y="1426147"/>
                  </a:lnTo>
                  <a:lnTo>
                    <a:pt x="3266265" y="1426147"/>
                  </a:lnTo>
                  <a:lnTo>
                    <a:pt x="3266383" y="1426147"/>
                  </a:lnTo>
                  <a:lnTo>
                    <a:pt x="3266500" y="1426147"/>
                  </a:lnTo>
                  <a:lnTo>
                    <a:pt x="3266500" y="1425716"/>
                  </a:lnTo>
                  <a:lnTo>
                    <a:pt x="3266618" y="1425716"/>
                  </a:lnTo>
                  <a:lnTo>
                    <a:pt x="3266736" y="1425716"/>
                  </a:lnTo>
                  <a:lnTo>
                    <a:pt x="3266853" y="1425716"/>
                  </a:lnTo>
                  <a:lnTo>
                    <a:pt x="3266971" y="1425716"/>
                  </a:lnTo>
                  <a:lnTo>
                    <a:pt x="3267089" y="1425716"/>
                  </a:lnTo>
                  <a:lnTo>
                    <a:pt x="3267089" y="1425286"/>
                  </a:lnTo>
                  <a:lnTo>
                    <a:pt x="3267206" y="1425286"/>
                  </a:lnTo>
                  <a:lnTo>
                    <a:pt x="3267324" y="1425286"/>
                  </a:lnTo>
                  <a:lnTo>
                    <a:pt x="3267441" y="1425286"/>
                  </a:lnTo>
                  <a:lnTo>
                    <a:pt x="3267441" y="1424855"/>
                  </a:lnTo>
                  <a:lnTo>
                    <a:pt x="3267559" y="1424855"/>
                  </a:lnTo>
                  <a:lnTo>
                    <a:pt x="3267677" y="1424855"/>
                  </a:lnTo>
                  <a:lnTo>
                    <a:pt x="3267677" y="1424424"/>
                  </a:lnTo>
                  <a:lnTo>
                    <a:pt x="3267677" y="1423994"/>
                  </a:lnTo>
                  <a:lnTo>
                    <a:pt x="3267794" y="1423994"/>
                  </a:lnTo>
                  <a:lnTo>
                    <a:pt x="3267912" y="1423994"/>
                  </a:lnTo>
                  <a:lnTo>
                    <a:pt x="3268029" y="1423994"/>
                  </a:lnTo>
                  <a:lnTo>
                    <a:pt x="3268029" y="1423563"/>
                  </a:lnTo>
                  <a:lnTo>
                    <a:pt x="3268147" y="1423563"/>
                  </a:lnTo>
                  <a:lnTo>
                    <a:pt x="3268265" y="1423563"/>
                  </a:lnTo>
                  <a:lnTo>
                    <a:pt x="3268382" y="1423563"/>
                  </a:lnTo>
                  <a:lnTo>
                    <a:pt x="3268500" y="1423563"/>
                  </a:lnTo>
                  <a:lnTo>
                    <a:pt x="3268618" y="1423563"/>
                  </a:lnTo>
                  <a:lnTo>
                    <a:pt x="3268735" y="1423563"/>
                  </a:lnTo>
                  <a:lnTo>
                    <a:pt x="3268853" y="1423563"/>
                  </a:lnTo>
                  <a:lnTo>
                    <a:pt x="3268970" y="1423563"/>
                  </a:lnTo>
                  <a:lnTo>
                    <a:pt x="3269088" y="1423563"/>
                  </a:lnTo>
                  <a:lnTo>
                    <a:pt x="3269206" y="1423563"/>
                  </a:lnTo>
                  <a:lnTo>
                    <a:pt x="3269323" y="1423563"/>
                  </a:lnTo>
                  <a:lnTo>
                    <a:pt x="3269323" y="1423133"/>
                  </a:lnTo>
                  <a:lnTo>
                    <a:pt x="3269441" y="1423133"/>
                  </a:lnTo>
                  <a:lnTo>
                    <a:pt x="3269441" y="1422702"/>
                  </a:lnTo>
                  <a:lnTo>
                    <a:pt x="3269558" y="1422702"/>
                  </a:lnTo>
                  <a:lnTo>
                    <a:pt x="3269676" y="1422702"/>
                  </a:lnTo>
                  <a:lnTo>
                    <a:pt x="3269794" y="1422702"/>
                  </a:lnTo>
                  <a:lnTo>
                    <a:pt x="3269794" y="1422271"/>
                  </a:lnTo>
                  <a:lnTo>
                    <a:pt x="3269911" y="1422271"/>
                  </a:lnTo>
                  <a:lnTo>
                    <a:pt x="3269911" y="1421841"/>
                  </a:lnTo>
                  <a:lnTo>
                    <a:pt x="3270029" y="1421841"/>
                  </a:lnTo>
                  <a:lnTo>
                    <a:pt x="3270147" y="1421841"/>
                  </a:lnTo>
                  <a:lnTo>
                    <a:pt x="3270264" y="1421841"/>
                  </a:lnTo>
                  <a:lnTo>
                    <a:pt x="3270264" y="1421410"/>
                  </a:lnTo>
                  <a:lnTo>
                    <a:pt x="3270382" y="1421410"/>
                  </a:lnTo>
                  <a:lnTo>
                    <a:pt x="3270382" y="1420980"/>
                  </a:lnTo>
                  <a:lnTo>
                    <a:pt x="3270382" y="1420549"/>
                  </a:lnTo>
                  <a:lnTo>
                    <a:pt x="3270499" y="1420549"/>
                  </a:lnTo>
                  <a:lnTo>
                    <a:pt x="3270617" y="1420549"/>
                  </a:lnTo>
                  <a:lnTo>
                    <a:pt x="3270735" y="1420549"/>
                  </a:lnTo>
                  <a:lnTo>
                    <a:pt x="3270852" y="1420549"/>
                  </a:lnTo>
                  <a:lnTo>
                    <a:pt x="3270970" y="1420549"/>
                  </a:lnTo>
                  <a:lnTo>
                    <a:pt x="3271087" y="1420549"/>
                  </a:lnTo>
                  <a:lnTo>
                    <a:pt x="3271087" y="1420118"/>
                  </a:lnTo>
                  <a:lnTo>
                    <a:pt x="3271087" y="1419688"/>
                  </a:lnTo>
                  <a:lnTo>
                    <a:pt x="3271087" y="1419257"/>
                  </a:lnTo>
                  <a:lnTo>
                    <a:pt x="3271205" y="1419257"/>
                  </a:lnTo>
                  <a:lnTo>
                    <a:pt x="3271205" y="1418827"/>
                  </a:lnTo>
                  <a:lnTo>
                    <a:pt x="3271323" y="1418827"/>
                  </a:lnTo>
                  <a:lnTo>
                    <a:pt x="3271440" y="1418827"/>
                  </a:lnTo>
                  <a:lnTo>
                    <a:pt x="3271440" y="1418396"/>
                  </a:lnTo>
                  <a:lnTo>
                    <a:pt x="3271440" y="1417965"/>
                  </a:lnTo>
                  <a:lnTo>
                    <a:pt x="3271558" y="1417965"/>
                  </a:lnTo>
                  <a:lnTo>
                    <a:pt x="3271676" y="1417965"/>
                  </a:lnTo>
                  <a:lnTo>
                    <a:pt x="3271793" y="1417965"/>
                  </a:lnTo>
                  <a:lnTo>
                    <a:pt x="3271911" y="1417965"/>
                  </a:lnTo>
                  <a:lnTo>
                    <a:pt x="3272028" y="1417965"/>
                  </a:lnTo>
                  <a:lnTo>
                    <a:pt x="3272146" y="1417965"/>
                  </a:lnTo>
                  <a:lnTo>
                    <a:pt x="3272264" y="1417965"/>
                  </a:lnTo>
                  <a:lnTo>
                    <a:pt x="3272381" y="1417965"/>
                  </a:lnTo>
                  <a:lnTo>
                    <a:pt x="3272499" y="1417965"/>
                  </a:lnTo>
                  <a:lnTo>
                    <a:pt x="3272616" y="1417965"/>
                  </a:lnTo>
                  <a:lnTo>
                    <a:pt x="3272734" y="1417965"/>
                  </a:lnTo>
                  <a:lnTo>
                    <a:pt x="3272852" y="1417965"/>
                  </a:lnTo>
                  <a:lnTo>
                    <a:pt x="3272969" y="1417965"/>
                  </a:lnTo>
                  <a:lnTo>
                    <a:pt x="3273087" y="1417965"/>
                  </a:lnTo>
                  <a:lnTo>
                    <a:pt x="3273204" y="1417965"/>
                  </a:lnTo>
                  <a:lnTo>
                    <a:pt x="3273322" y="1417965"/>
                  </a:lnTo>
                  <a:lnTo>
                    <a:pt x="3273440" y="1417965"/>
                  </a:lnTo>
                  <a:lnTo>
                    <a:pt x="3273557" y="1417965"/>
                  </a:lnTo>
                  <a:lnTo>
                    <a:pt x="3273675" y="1417965"/>
                  </a:lnTo>
                  <a:lnTo>
                    <a:pt x="3273675" y="1417535"/>
                  </a:lnTo>
                  <a:lnTo>
                    <a:pt x="3273675" y="1417104"/>
                  </a:lnTo>
                  <a:lnTo>
                    <a:pt x="3273793" y="1417104"/>
                  </a:lnTo>
                  <a:lnTo>
                    <a:pt x="3273910" y="1417104"/>
                  </a:lnTo>
                  <a:lnTo>
                    <a:pt x="3274028" y="1417104"/>
                  </a:lnTo>
                  <a:lnTo>
                    <a:pt x="3274145" y="1417104"/>
                  </a:lnTo>
                  <a:lnTo>
                    <a:pt x="3274263" y="1417104"/>
                  </a:lnTo>
                  <a:lnTo>
                    <a:pt x="3274381" y="1417104"/>
                  </a:lnTo>
                  <a:lnTo>
                    <a:pt x="3274498" y="1417104"/>
                  </a:lnTo>
                  <a:lnTo>
                    <a:pt x="3274616" y="1417104"/>
                  </a:lnTo>
                  <a:lnTo>
                    <a:pt x="3274733" y="1417104"/>
                  </a:lnTo>
                  <a:lnTo>
                    <a:pt x="3274851" y="1417104"/>
                  </a:lnTo>
                  <a:lnTo>
                    <a:pt x="3274851" y="1416674"/>
                  </a:lnTo>
                  <a:lnTo>
                    <a:pt x="3274969" y="1416674"/>
                  </a:lnTo>
                  <a:lnTo>
                    <a:pt x="3275086" y="1416674"/>
                  </a:lnTo>
                  <a:lnTo>
                    <a:pt x="3275204" y="1416674"/>
                  </a:lnTo>
                  <a:lnTo>
                    <a:pt x="3275322" y="1416674"/>
                  </a:lnTo>
                  <a:lnTo>
                    <a:pt x="3275322" y="1416243"/>
                  </a:lnTo>
                  <a:lnTo>
                    <a:pt x="3275439" y="1416243"/>
                  </a:lnTo>
                  <a:lnTo>
                    <a:pt x="3275557" y="1416243"/>
                  </a:lnTo>
                  <a:lnTo>
                    <a:pt x="3275674" y="1416243"/>
                  </a:lnTo>
                  <a:lnTo>
                    <a:pt x="3275792" y="1416243"/>
                  </a:lnTo>
                  <a:lnTo>
                    <a:pt x="3275792" y="1415812"/>
                  </a:lnTo>
                  <a:lnTo>
                    <a:pt x="3275910" y="1415812"/>
                  </a:lnTo>
                  <a:lnTo>
                    <a:pt x="3276027" y="1415812"/>
                  </a:lnTo>
                  <a:lnTo>
                    <a:pt x="3276145" y="1415812"/>
                  </a:lnTo>
                  <a:lnTo>
                    <a:pt x="3276262" y="1415812"/>
                  </a:lnTo>
                  <a:lnTo>
                    <a:pt x="3276262" y="1415382"/>
                  </a:lnTo>
                  <a:lnTo>
                    <a:pt x="3276380" y="1415382"/>
                  </a:lnTo>
                  <a:lnTo>
                    <a:pt x="3276498" y="1415382"/>
                  </a:lnTo>
                  <a:lnTo>
                    <a:pt x="3276615" y="1415382"/>
                  </a:lnTo>
                  <a:lnTo>
                    <a:pt x="3276615" y="1414951"/>
                  </a:lnTo>
                  <a:lnTo>
                    <a:pt x="3276733" y="1414951"/>
                  </a:lnTo>
                  <a:lnTo>
                    <a:pt x="3276851" y="1414951"/>
                  </a:lnTo>
                  <a:lnTo>
                    <a:pt x="3276968" y="1414951"/>
                  </a:lnTo>
                  <a:lnTo>
                    <a:pt x="3277086" y="1414951"/>
                  </a:lnTo>
                  <a:lnTo>
                    <a:pt x="3277203" y="1414951"/>
                  </a:lnTo>
                  <a:lnTo>
                    <a:pt x="3277321" y="1414951"/>
                  </a:lnTo>
                  <a:lnTo>
                    <a:pt x="3277439" y="1414951"/>
                  </a:lnTo>
                  <a:lnTo>
                    <a:pt x="3277556" y="1414951"/>
                  </a:lnTo>
                  <a:lnTo>
                    <a:pt x="3277674" y="1414951"/>
                  </a:lnTo>
                  <a:lnTo>
                    <a:pt x="3277674" y="1414521"/>
                  </a:lnTo>
                  <a:lnTo>
                    <a:pt x="3277791" y="1414521"/>
                  </a:lnTo>
                  <a:lnTo>
                    <a:pt x="3277909" y="1414521"/>
                  </a:lnTo>
                  <a:lnTo>
                    <a:pt x="3278027" y="1414521"/>
                  </a:lnTo>
                  <a:lnTo>
                    <a:pt x="3278144" y="1414521"/>
                  </a:lnTo>
                  <a:lnTo>
                    <a:pt x="3278262" y="1414521"/>
                  </a:lnTo>
                  <a:lnTo>
                    <a:pt x="3278380" y="1414521"/>
                  </a:lnTo>
                  <a:lnTo>
                    <a:pt x="3278497" y="1414521"/>
                  </a:lnTo>
                  <a:lnTo>
                    <a:pt x="3278615" y="1414521"/>
                  </a:lnTo>
                  <a:lnTo>
                    <a:pt x="3278732" y="1414521"/>
                  </a:lnTo>
                  <a:lnTo>
                    <a:pt x="3278850" y="1414521"/>
                  </a:lnTo>
                  <a:lnTo>
                    <a:pt x="3278968" y="1414521"/>
                  </a:lnTo>
                  <a:lnTo>
                    <a:pt x="3279085" y="1414521"/>
                  </a:lnTo>
                  <a:lnTo>
                    <a:pt x="3279203" y="1414521"/>
                  </a:lnTo>
                  <a:lnTo>
                    <a:pt x="3279203" y="1414090"/>
                  </a:lnTo>
                  <a:lnTo>
                    <a:pt x="3279320" y="1414090"/>
                  </a:lnTo>
                  <a:lnTo>
                    <a:pt x="3279438" y="1414090"/>
                  </a:lnTo>
                  <a:lnTo>
                    <a:pt x="3279556" y="1414090"/>
                  </a:lnTo>
                  <a:lnTo>
                    <a:pt x="3279673" y="1414090"/>
                  </a:lnTo>
                  <a:lnTo>
                    <a:pt x="3279791" y="1414090"/>
                  </a:lnTo>
                  <a:lnTo>
                    <a:pt x="3279791" y="1413659"/>
                  </a:lnTo>
                  <a:lnTo>
                    <a:pt x="3279909" y="1413659"/>
                  </a:lnTo>
                  <a:lnTo>
                    <a:pt x="3280026" y="1413659"/>
                  </a:lnTo>
                  <a:lnTo>
                    <a:pt x="3280144" y="1413659"/>
                  </a:lnTo>
                  <a:lnTo>
                    <a:pt x="3280144" y="1413229"/>
                  </a:lnTo>
                  <a:lnTo>
                    <a:pt x="3280261" y="1413229"/>
                  </a:lnTo>
                  <a:lnTo>
                    <a:pt x="3280379" y="1413229"/>
                  </a:lnTo>
                  <a:lnTo>
                    <a:pt x="3280497" y="1413229"/>
                  </a:lnTo>
                  <a:lnTo>
                    <a:pt x="3280614" y="1413229"/>
                  </a:lnTo>
                  <a:lnTo>
                    <a:pt x="3280732" y="1413229"/>
                  </a:lnTo>
                  <a:lnTo>
                    <a:pt x="3280849" y="1413229"/>
                  </a:lnTo>
                  <a:lnTo>
                    <a:pt x="3280967" y="1413229"/>
                  </a:lnTo>
                  <a:lnTo>
                    <a:pt x="3281085" y="1413229"/>
                  </a:lnTo>
                  <a:lnTo>
                    <a:pt x="3281202" y="1413229"/>
                  </a:lnTo>
                  <a:lnTo>
                    <a:pt x="3281320" y="1413229"/>
                  </a:lnTo>
                  <a:lnTo>
                    <a:pt x="3281437" y="1413229"/>
                  </a:lnTo>
                  <a:lnTo>
                    <a:pt x="3281555" y="1413229"/>
                  </a:lnTo>
                  <a:lnTo>
                    <a:pt x="3281673" y="1413229"/>
                  </a:lnTo>
                  <a:lnTo>
                    <a:pt x="3281790" y="1413229"/>
                  </a:lnTo>
                  <a:lnTo>
                    <a:pt x="3281908" y="1413229"/>
                  </a:lnTo>
                  <a:lnTo>
                    <a:pt x="3282026" y="1413229"/>
                  </a:lnTo>
                  <a:lnTo>
                    <a:pt x="3282026" y="1412798"/>
                  </a:lnTo>
                  <a:lnTo>
                    <a:pt x="3282143" y="1412798"/>
                  </a:lnTo>
                  <a:lnTo>
                    <a:pt x="3282143" y="1412368"/>
                  </a:lnTo>
                  <a:lnTo>
                    <a:pt x="3282261" y="1412368"/>
                  </a:lnTo>
                  <a:lnTo>
                    <a:pt x="3282378" y="1412368"/>
                  </a:lnTo>
                  <a:lnTo>
                    <a:pt x="3282496" y="1412368"/>
                  </a:lnTo>
                  <a:lnTo>
                    <a:pt x="3282496" y="1411937"/>
                  </a:lnTo>
                  <a:lnTo>
                    <a:pt x="3282496" y="1411506"/>
                  </a:lnTo>
                  <a:lnTo>
                    <a:pt x="3282614" y="1411506"/>
                  </a:lnTo>
                  <a:lnTo>
                    <a:pt x="3282614" y="1411076"/>
                  </a:lnTo>
                  <a:lnTo>
                    <a:pt x="3282731" y="1411076"/>
                  </a:lnTo>
                  <a:lnTo>
                    <a:pt x="3282849" y="1411076"/>
                  </a:lnTo>
                  <a:lnTo>
                    <a:pt x="3282966" y="1411076"/>
                  </a:lnTo>
                  <a:lnTo>
                    <a:pt x="3283084" y="1411076"/>
                  </a:lnTo>
                  <a:lnTo>
                    <a:pt x="3283202" y="1411076"/>
                  </a:lnTo>
                  <a:lnTo>
                    <a:pt x="3283319" y="1411076"/>
                  </a:lnTo>
                  <a:lnTo>
                    <a:pt x="3283437" y="1411076"/>
                  </a:lnTo>
                  <a:lnTo>
                    <a:pt x="3283555" y="1411076"/>
                  </a:lnTo>
                  <a:lnTo>
                    <a:pt x="3283672" y="1411076"/>
                  </a:lnTo>
                  <a:lnTo>
                    <a:pt x="3283790" y="1411076"/>
                  </a:lnTo>
                  <a:lnTo>
                    <a:pt x="3283907" y="1411076"/>
                  </a:lnTo>
                  <a:lnTo>
                    <a:pt x="3283907" y="1410645"/>
                  </a:lnTo>
                  <a:lnTo>
                    <a:pt x="3284025" y="1410645"/>
                  </a:lnTo>
                  <a:lnTo>
                    <a:pt x="3284143" y="1410645"/>
                  </a:lnTo>
                  <a:lnTo>
                    <a:pt x="3284260" y="1410645"/>
                  </a:lnTo>
                  <a:lnTo>
                    <a:pt x="3284260" y="1410215"/>
                  </a:lnTo>
                  <a:lnTo>
                    <a:pt x="3284378" y="1410215"/>
                  </a:lnTo>
                  <a:lnTo>
                    <a:pt x="3284378" y="1409784"/>
                  </a:lnTo>
                  <a:lnTo>
                    <a:pt x="3284495" y="1409784"/>
                  </a:lnTo>
                  <a:lnTo>
                    <a:pt x="3284613" y="1409784"/>
                  </a:lnTo>
                  <a:lnTo>
                    <a:pt x="3284731" y="1409784"/>
                  </a:lnTo>
                  <a:lnTo>
                    <a:pt x="3284848" y="1409784"/>
                  </a:lnTo>
                  <a:lnTo>
                    <a:pt x="3284848" y="1409353"/>
                  </a:lnTo>
                  <a:lnTo>
                    <a:pt x="3284966" y="1409353"/>
                  </a:lnTo>
                  <a:lnTo>
                    <a:pt x="3285084" y="1409353"/>
                  </a:lnTo>
                  <a:lnTo>
                    <a:pt x="3285084" y="1408923"/>
                  </a:lnTo>
                  <a:lnTo>
                    <a:pt x="3285201" y="1408923"/>
                  </a:lnTo>
                  <a:lnTo>
                    <a:pt x="3285201" y="1408492"/>
                  </a:lnTo>
                  <a:lnTo>
                    <a:pt x="3285319" y="1408492"/>
                  </a:lnTo>
                  <a:lnTo>
                    <a:pt x="3285436" y="1408492"/>
                  </a:lnTo>
                  <a:lnTo>
                    <a:pt x="3285436" y="1408062"/>
                  </a:lnTo>
                  <a:lnTo>
                    <a:pt x="3285554" y="1408062"/>
                  </a:lnTo>
                  <a:lnTo>
                    <a:pt x="3285554" y="1407631"/>
                  </a:lnTo>
                  <a:lnTo>
                    <a:pt x="3285672" y="1407631"/>
                  </a:lnTo>
                  <a:lnTo>
                    <a:pt x="3285789" y="1407631"/>
                  </a:lnTo>
                  <a:lnTo>
                    <a:pt x="3285789" y="1407200"/>
                  </a:lnTo>
                  <a:lnTo>
                    <a:pt x="3285907" y="1407200"/>
                  </a:lnTo>
                  <a:lnTo>
                    <a:pt x="3286024" y="1407200"/>
                  </a:lnTo>
                  <a:lnTo>
                    <a:pt x="3286142" y="1407200"/>
                  </a:lnTo>
                  <a:lnTo>
                    <a:pt x="3286260" y="1407200"/>
                  </a:lnTo>
                  <a:lnTo>
                    <a:pt x="3286377" y="1407200"/>
                  </a:lnTo>
                  <a:lnTo>
                    <a:pt x="3286495" y="1407200"/>
                  </a:lnTo>
                  <a:lnTo>
                    <a:pt x="3286613" y="1407200"/>
                  </a:lnTo>
                  <a:lnTo>
                    <a:pt x="3286730" y="1407200"/>
                  </a:lnTo>
                  <a:lnTo>
                    <a:pt x="3286848" y="1407200"/>
                  </a:lnTo>
                  <a:lnTo>
                    <a:pt x="3286965" y="1407200"/>
                  </a:lnTo>
                  <a:lnTo>
                    <a:pt x="3287083" y="1407200"/>
                  </a:lnTo>
                  <a:lnTo>
                    <a:pt x="3287083" y="1406770"/>
                  </a:lnTo>
                  <a:lnTo>
                    <a:pt x="3287201" y="1406770"/>
                  </a:lnTo>
                  <a:lnTo>
                    <a:pt x="3287318" y="1406770"/>
                  </a:lnTo>
                  <a:lnTo>
                    <a:pt x="3287436" y="1406770"/>
                  </a:lnTo>
                  <a:lnTo>
                    <a:pt x="3287553" y="1406770"/>
                  </a:lnTo>
                  <a:lnTo>
                    <a:pt x="3287553" y="1406339"/>
                  </a:lnTo>
                  <a:lnTo>
                    <a:pt x="3287671" y="1406339"/>
                  </a:lnTo>
                  <a:lnTo>
                    <a:pt x="3287789" y="1406339"/>
                  </a:lnTo>
                  <a:lnTo>
                    <a:pt x="3287906" y="1406339"/>
                  </a:lnTo>
                  <a:lnTo>
                    <a:pt x="3287906" y="1405909"/>
                  </a:lnTo>
                  <a:lnTo>
                    <a:pt x="3288024" y="1405909"/>
                  </a:lnTo>
                  <a:lnTo>
                    <a:pt x="3288024" y="1405478"/>
                  </a:lnTo>
                  <a:lnTo>
                    <a:pt x="3288142" y="1405478"/>
                  </a:lnTo>
                  <a:lnTo>
                    <a:pt x="3288259" y="1405478"/>
                  </a:lnTo>
                  <a:lnTo>
                    <a:pt x="3288377" y="1405478"/>
                  </a:lnTo>
                  <a:lnTo>
                    <a:pt x="3288494" y="1405478"/>
                  </a:lnTo>
                  <a:lnTo>
                    <a:pt x="3288494" y="1405047"/>
                  </a:lnTo>
                  <a:lnTo>
                    <a:pt x="3288494" y="1404617"/>
                  </a:lnTo>
                  <a:lnTo>
                    <a:pt x="3288494" y="1404186"/>
                  </a:lnTo>
                  <a:lnTo>
                    <a:pt x="3288612" y="1404186"/>
                  </a:lnTo>
                  <a:lnTo>
                    <a:pt x="3288730" y="1404186"/>
                  </a:lnTo>
                  <a:lnTo>
                    <a:pt x="3288847" y="1404186"/>
                  </a:lnTo>
                  <a:lnTo>
                    <a:pt x="3288847" y="1403756"/>
                  </a:lnTo>
                  <a:lnTo>
                    <a:pt x="3288965" y="1403756"/>
                  </a:lnTo>
                  <a:lnTo>
                    <a:pt x="3289082" y="1403756"/>
                  </a:lnTo>
                  <a:lnTo>
                    <a:pt x="3289200" y="1403756"/>
                  </a:lnTo>
                  <a:lnTo>
                    <a:pt x="3289318" y="1403756"/>
                  </a:lnTo>
                  <a:lnTo>
                    <a:pt x="3289435" y="1403756"/>
                  </a:lnTo>
                  <a:lnTo>
                    <a:pt x="3289435" y="1403325"/>
                  </a:lnTo>
                  <a:lnTo>
                    <a:pt x="3289553" y="1403325"/>
                  </a:lnTo>
                  <a:lnTo>
                    <a:pt x="3289670" y="1403325"/>
                  </a:lnTo>
                  <a:lnTo>
                    <a:pt x="3289788" y="1403325"/>
                  </a:lnTo>
                  <a:lnTo>
                    <a:pt x="3289906" y="1403325"/>
                  </a:lnTo>
                  <a:lnTo>
                    <a:pt x="3290023" y="1403325"/>
                  </a:lnTo>
                  <a:lnTo>
                    <a:pt x="3290141" y="1403325"/>
                  </a:lnTo>
                  <a:lnTo>
                    <a:pt x="3290259" y="1403325"/>
                  </a:lnTo>
                  <a:lnTo>
                    <a:pt x="3290259" y="1402894"/>
                  </a:lnTo>
                  <a:lnTo>
                    <a:pt x="3290376" y="1402894"/>
                  </a:lnTo>
                  <a:lnTo>
                    <a:pt x="3290494" y="1402894"/>
                  </a:lnTo>
                  <a:lnTo>
                    <a:pt x="3290611" y="1402894"/>
                  </a:lnTo>
                  <a:lnTo>
                    <a:pt x="3290729" y="1402894"/>
                  </a:lnTo>
                  <a:lnTo>
                    <a:pt x="3290847" y="1402894"/>
                  </a:lnTo>
                  <a:lnTo>
                    <a:pt x="3290964" y="1402894"/>
                  </a:lnTo>
                  <a:lnTo>
                    <a:pt x="3291082" y="1402894"/>
                  </a:lnTo>
                  <a:lnTo>
                    <a:pt x="3291082" y="1402464"/>
                  </a:lnTo>
                  <a:lnTo>
                    <a:pt x="3291199" y="1402464"/>
                  </a:lnTo>
                  <a:lnTo>
                    <a:pt x="3291199" y="1402033"/>
                  </a:lnTo>
                  <a:lnTo>
                    <a:pt x="3291199" y="1401603"/>
                  </a:lnTo>
                  <a:lnTo>
                    <a:pt x="3291317" y="1401603"/>
                  </a:lnTo>
                  <a:lnTo>
                    <a:pt x="3291435" y="1401603"/>
                  </a:lnTo>
                  <a:lnTo>
                    <a:pt x="3291552" y="1401603"/>
                  </a:lnTo>
                  <a:lnTo>
                    <a:pt x="3291670" y="1401603"/>
                  </a:lnTo>
                  <a:lnTo>
                    <a:pt x="3291788" y="1401603"/>
                  </a:lnTo>
                  <a:lnTo>
                    <a:pt x="3291905" y="1401603"/>
                  </a:lnTo>
                  <a:lnTo>
                    <a:pt x="3292023" y="1401603"/>
                  </a:lnTo>
                  <a:lnTo>
                    <a:pt x="3292140" y="1401603"/>
                  </a:lnTo>
                  <a:lnTo>
                    <a:pt x="3292258" y="1401603"/>
                  </a:lnTo>
                  <a:lnTo>
                    <a:pt x="3292258" y="1401172"/>
                  </a:lnTo>
                  <a:lnTo>
                    <a:pt x="3292376" y="1401172"/>
                  </a:lnTo>
                  <a:lnTo>
                    <a:pt x="3292493" y="1401172"/>
                  </a:lnTo>
                  <a:lnTo>
                    <a:pt x="3292611" y="1401172"/>
                  </a:lnTo>
                  <a:lnTo>
                    <a:pt x="3292611" y="1400741"/>
                  </a:lnTo>
                  <a:lnTo>
                    <a:pt x="3292728" y="1400741"/>
                  </a:lnTo>
                  <a:lnTo>
                    <a:pt x="3292846" y="1400741"/>
                  </a:lnTo>
                  <a:lnTo>
                    <a:pt x="3292964" y="1400741"/>
                  </a:lnTo>
                  <a:lnTo>
                    <a:pt x="3293081" y="1400741"/>
                  </a:lnTo>
                  <a:lnTo>
                    <a:pt x="3293199" y="1400741"/>
                  </a:lnTo>
                  <a:lnTo>
                    <a:pt x="3293317" y="1400741"/>
                  </a:lnTo>
                  <a:lnTo>
                    <a:pt x="3293434" y="1400741"/>
                  </a:lnTo>
                  <a:lnTo>
                    <a:pt x="3293434" y="1400311"/>
                  </a:lnTo>
                  <a:lnTo>
                    <a:pt x="3293434" y="1399880"/>
                  </a:lnTo>
                  <a:lnTo>
                    <a:pt x="3293552" y="1399880"/>
                  </a:lnTo>
                  <a:lnTo>
                    <a:pt x="3293669" y="1399880"/>
                  </a:lnTo>
                  <a:lnTo>
                    <a:pt x="3293787" y="1399880"/>
                  </a:lnTo>
                  <a:lnTo>
                    <a:pt x="3293787" y="1399450"/>
                  </a:lnTo>
                  <a:lnTo>
                    <a:pt x="3293905" y="1399450"/>
                  </a:lnTo>
                  <a:lnTo>
                    <a:pt x="3293905" y="1399019"/>
                  </a:lnTo>
                  <a:lnTo>
                    <a:pt x="3293905" y="1398588"/>
                  </a:lnTo>
                  <a:lnTo>
                    <a:pt x="3294022" y="1398588"/>
                  </a:lnTo>
                  <a:lnTo>
                    <a:pt x="3294022" y="1398158"/>
                  </a:lnTo>
                  <a:lnTo>
                    <a:pt x="3294140" y="1398158"/>
                  </a:lnTo>
                  <a:lnTo>
                    <a:pt x="3294257" y="1398158"/>
                  </a:lnTo>
                  <a:lnTo>
                    <a:pt x="3294375" y="1398158"/>
                  </a:lnTo>
                  <a:lnTo>
                    <a:pt x="3294493" y="1398158"/>
                  </a:lnTo>
                  <a:lnTo>
                    <a:pt x="3294610" y="1398158"/>
                  </a:lnTo>
                  <a:lnTo>
                    <a:pt x="3294610" y="1397727"/>
                  </a:lnTo>
                  <a:lnTo>
                    <a:pt x="3294728" y="1397727"/>
                  </a:lnTo>
                  <a:lnTo>
                    <a:pt x="3294846" y="1397727"/>
                  </a:lnTo>
                  <a:lnTo>
                    <a:pt x="3294963" y="1397727"/>
                  </a:lnTo>
                  <a:lnTo>
                    <a:pt x="3295081" y="1397727"/>
                  </a:lnTo>
                  <a:lnTo>
                    <a:pt x="3295198" y="1397727"/>
                  </a:lnTo>
                  <a:lnTo>
                    <a:pt x="3295316" y="1397727"/>
                  </a:lnTo>
                  <a:lnTo>
                    <a:pt x="3295316" y="1397297"/>
                  </a:lnTo>
                  <a:lnTo>
                    <a:pt x="3295316" y="1396866"/>
                  </a:lnTo>
                  <a:lnTo>
                    <a:pt x="3295316" y="1396435"/>
                  </a:lnTo>
                  <a:lnTo>
                    <a:pt x="3295434" y="1396435"/>
                  </a:lnTo>
                  <a:lnTo>
                    <a:pt x="3295551" y="1396435"/>
                  </a:lnTo>
                  <a:lnTo>
                    <a:pt x="3295669" y="1396435"/>
                  </a:lnTo>
                  <a:lnTo>
                    <a:pt x="3295669" y="1396005"/>
                  </a:lnTo>
                  <a:lnTo>
                    <a:pt x="3295786" y="1396005"/>
                  </a:lnTo>
                  <a:lnTo>
                    <a:pt x="3295786" y="1395574"/>
                  </a:lnTo>
                  <a:lnTo>
                    <a:pt x="3295786" y="1395144"/>
                  </a:lnTo>
                  <a:lnTo>
                    <a:pt x="3295904" y="1395144"/>
                  </a:lnTo>
                  <a:lnTo>
                    <a:pt x="3296022" y="1395144"/>
                  </a:lnTo>
                  <a:lnTo>
                    <a:pt x="3296139" y="1395144"/>
                  </a:lnTo>
                  <a:lnTo>
                    <a:pt x="3296257" y="1395144"/>
                  </a:lnTo>
                  <a:lnTo>
                    <a:pt x="3296375" y="1395144"/>
                  </a:lnTo>
                  <a:lnTo>
                    <a:pt x="3296492" y="1395144"/>
                  </a:lnTo>
                  <a:lnTo>
                    <a:pt x="3296492" y="1394713"/>
                  </a:lnTo>
                  <a:lnTo>
                    <a:pt x="3296610" y="1394713"/>
                  </a:lnTo>
                  <a:lnTo>
                    <a:pt x="3296727" y="1394713"/>
                  </a:lnTo>
                  <a:lnTo>
                    <a:pt x="3296845" y="1394713"/>
                  </a:lnTo>
                  <a:lnTo>
                    <a:pt x="3296845" y="1394282"/>
                  </a:lnTo>
                  <a:lnTo>
                    <a:pt x="3296963" y="1394282"/>
                  </a:lnTo>
                  <a:lnTo>
                    <a:pt x="3297080" y="1394282"/>
                  </a:lnTo>
                  <a:lnTo>
                    <a:pt x="3297198" y="1394282"/>
                  </a:lnTo>
                  <a:lnTo>
                    <a:pt x="3297315" y="1394282"/>
                  </a:lnTo>
                  <a:lnTo>
                    <a:pt x="3297433" y="1394282"/>
                  </a:lnTo>
                  <a:lnTo>
                    <a:pt x="3297551" y="1394282"/>
                  </a:lnTo>
                  <a:lnTo>
                    <a:pt x="3297551" y="1393852"/>
                  </a:lnTo>
                  <a:lnTo>
                    <a:pt x="3297551" y="1393421"/>
                  </a:lnTo>
                  <a:lnTo>
                    <a:pt x="3297668" y="1393421"/>
                  </a:lnTo>
                  <a:lnTo>
                    <a:pt x="3297668" y="1392991"/>
                  </a:lnTo>
                  <a:lnTo>
                    <a:pt x="3297786" y="1392991"/>
                  </a:lnTo>
                  <a:lnTo>
                    <a:pt x="3297903" y="1392991"/>
                  </a:lnTo>
                  <a:lnTo>
                    <a:pt x="3297903" y="1392560"/>
                  </a:lnTo>
                  <a:lnTo>
                    <a:pt x="3297903" y="1392129"/>
                  </a:lnTo>
                  <a:lnTo>
                    <a:pt x="3298021" y="1392129"/>
                  </a:lnTo>
                  <a:lnTo>
                    <a:pt x="3298139" y="1392129"/>
                  </a:lnTo>
                  <a:lnTo>
                    <a:pt x="3298139" y="1391699"/>
                  </a:lnTo>
                  <a:lnTo>
                    <a:pt x="3298256" y="1391699"/>
                  </a:lnTo>
                  <a:lnTo>
                    <a:pt x="3298374" y="1391699"/>
                  </a:lnTo>
                  <a:lnTo>
                    <a:pt x="3298492" y="1391699"/>
                  </a:lnTo>
                  <a:lnTo>
                    <a:pt x="3298609" y="1391699"/>
                  </a:lnTo>
                  <a:lnTo>
                    <a:pt x="3298727" y="1391699"/>
                  </a:lnTo>
                  <a:lnTo>
                    <a:pt x="3298844" y="1391699"/>
                  </a:lnTo>
                  <a:lnTo>
                    <a:pt x="3298962" y="1391699"/>
                  </a:lnTo>
                  <a:lnTo>
                    <a:pt x="3299080" y="1391699"/>
                  </a:lnTo>
                  <a:lnTo>
                    <a:pt x="3299197" y="1391699"/>
                  </a:lnTo>
                  <a:lnTo>
                    <a:pt x="3299315" y="1391699"/>
                  </a:lnTo>
                  <a:lnTo>
                    <a:pt x="3299432" y="1391699"/>
                  </a:lnTo>
                  <a:lnTo>
                    <a:pt x="3299432" y="1391268"/>
                  </a:lnTo>
                  <a:lnTo>
                    <a:pt x="3299550" y="1391268"/>
                  </a:lnTo>
                  <a:lnTo>
                    <a:pt x="3299668" y="1391268"/>
                  </a:lnTo>
                  <a:lnTo>
                    <a:pt x="3299785" y="1391268"/>
                  </a:lnTo>
                  <a:lnTo>
                    <a:pt x="3299903" y="1391268"/>
                  </a:lnTo>
                  <a:lnTo>
                    <a:pt x="3300021" y="1391268"/>
                  </a:lnTo>
                  <a:lnTo>
                    <a:pt x="3300021" y="1390838"/>
                  </a:lnTo>
                  <a:lnTo>
                    <a:pt x="3300021" y="1390407"/>
                  </a:lnTo>
                  <a:lnTo>
                    <a:pt x="3300021" y="1389976"/>
                  </a:lnTo>
                  <a:lnTo>
                    <a:pt x="3300138" y="1389976"/>
                  </a:lnTo>
                  <a:lnTo>
                    <a:pt x="3300256" y="1389976"/>
                  </a:lnTo>
                  <a:lnTo>
                    <a:pt x="3300373" y="1389976"/>
                  </a:lnTo>
                  <a:lnTo>
                    <a:pt x="3300373" y="1389546"/>
                  </a:lnTo>
                  <a:lnTo>
                    <a:pt x="3300491" y="1389546"/>
                  </a:lnTo>
                  <a:lnTo>
                    <a:pt x="3300609" y="1389546"/>
                  </a:lnTo>
                  <a:lnTo>
                    <a:pt x="3300609" y="1389115"/>
                  </a:lnTo>
                  <a:lnTo>
                    <a:pt x="3300726" y="1389115"/>
                  </a:lnTo>
                  <a:lnTo>
                    <a:pt x="3300844" y="1389115"/>
                  </a:lnTo>
                  <a:lnTo>
                    <a:pt x="3300961" y="1389115"/>
                  </a:lnTo>
                  <a:lnTo>
                    <a:pt x="3300961" y="1388685"/>
                  </a:lnTo>
                  <a:lnTo>
                    <a:pt x="3301079" y="1388685"/>
                  </a:lnTo>
                  <a:lnTo>
                    <a:pt x="3301079" y="1388254"/>
                  </a:lnTo>
                  <a:lnTo>
                    <a:pt x="3301079" y="1387823"/>
                  </a:lnTo>
                  <a:lnTo>
                    <a:pt x="3301197" y="1387823"/>
                  </a:lnTo>
                  <a:lnTo>
                    <a:pt x="3301197" y="1387393"/>
                  </a:lnTo>
                  <a:lnTo>
                    <a:pt x="3301314" y="1387393"/>
                  </a:lnTo>
                  <a:lnTo>
                    <a:pt x="3301432" y="1387393"/>
                  </a:lnTo>
                  <a:lnTo>
                    <a:pt x="3301432" y="1386962"/>
                  </a:lnTo>
                  <a:lnTo>
                    <a:pt x="3301550" y="1386962"/>
                  </a:lnTo>
                  <a:lnTo>
                    <a:pt x="3301667" y="1386962"/>
                  </a:lnTo>
                  <a:lnTo>
                    <a:pt x="3301785" y="1386962"/>
                  </a:lnTo>
                  <a:lnTo>
                    <a:pt x="3301785" y="1386532"/>
                  </a:lnTo>
                  <a:lnTo>
                    <a:pt x="3301785" y="1386101"/>
                  </a:lnTo>
                  <a:lnTo>
                    <a:pt x="3301902" y="1386101"/>
                  </a:lnTo>
                  <a:lnTo>
                    <a:pt x="3302020" y="1386101"/>
                  </a:lnTo>
                  <a:lnTo>
                    <a:pt x="3302138" y="1386101"/>
                  </a:lnTo>
                  <a:lnTo>
                    <a:pt x="3302255" y="1386101"/>
                  </a:lnTo>
                  <a:lnTo>
                    <a:pt x="3302255" y="1385670"/>
                  </a:lnTo>
                  <a:lnTo>
                    <a:pt x="3302373" y="1385670"/>
                  </a:lnTo>
                  <a:lnTo>
                    <a:pt x="3302490" y="1385670"/>
                  </a:lnTo>
                  <a:lnTo>
                    <a:pt x="3302490" y="1385240"/>
                  </a:lnTo>
                  <a:lnTo>
                    <a:pt x="3302608" y="1385240"/>
                  </a:lnTo>
                  <a:lnTo>
                    <a:pt x="3302608" y="1384809"/>
                  </a:lnTo>
                  <a:lnTo>
                    <a:pt x="3302726" y="1384809"/>
                  </a:lnTo>
                  <a:lnTo>
                    <a:pt x="3302726" y="1384379"/>
                  </a:lnTo>
                  <a:lnTo>
                    <a:pt x="3302726" y="1383948"/>
                  </a:lnTo>
                  <a:lnTo>
                    <a:pt x="3302726" y="1383517"/>
                  </a:lnTo>
                  <a:lnTo>
                    <a:pt x="3302843" y="1383517"/>
                  </a:lnTo>
                  <a:lnTo>
                    <a:pt x="3302961" y="1383517"/>
                  </a:lnTo>
                  <a:lnTo>
                    <a:pt x="3303079" y="1383517"/>
                  </a:lnTo>
                  <a:lnTo>
                    <a:pt x="3303196" y="1383517"/>
                  </a:lnTo>
                  <a:lnTo>
                    <a:pt x="3303314" y="1383517"/>
                  </a:lnTo>
                  <a:lnTo>
                    <a:pt x="3303431" y="1383517"/>
                  </a:lnTo>
                  <a:lnTo>
                    <a:pt x="3303549" y="1383517"/>
                  </a:lnTo>
                  <a:lnTo>
                    <a:pt x="3303667" y="1383517"/>
                  </a:lnTo>
                  <a:lnTo>
                    <a:pt x="3303784" y="1383517"/>
                  </a:lnTo>
                  <a:lnTo>
                    <a:pt x="3303902" y="1383517"/>
                  </a:lnTo>
                  <a:lnTo>
                    <a:pt x="3304019" y="1383517"/>
                  </a:lnTo>
                  <a:lnTo>
                    <a:pt x="3304019" y="1383087"/>
                  </a:lnTo>
                  <a:lnTo>
                    <a:pt x="3304137" y="1383087"/>
                  </a:lnTo>
                  <a:lnTo>
                    <a:pt x="3304255" y="1383087"/>
                  </a:lnTo>
                  <a:lnTo>
                    <a:pt x="3304255" y="1382656"/>
                  </a:lnTo>
                  <a:lnTo>
                    <a:pt x="3304372" y="1382656"/>
                  </a:lnTo>
                  <a:lnTo>
                    <a:pt x="3304372" y="1382226"/>
                  </a:lnTo>
                  <a:lnTo>
                    <a:pt x="3304490" y="1382226"/>
                  </a:lnTo>
                  <a:lnTo>
                    <a:pt x="3304608" y="1382226"/>
                  </a:lnTo>
                  <a:lnTo>
                    <a:pt x="3304725" y="1382226"/>
                  </a:lnTo>
                  <a:lnTo>
                    <a:pt x="3304843" y="1382226"/>
                  </a:lnTo>
                  <a:lnTo>
                    <a:pt x="3304960" y="1382226"/>
                  </a:lnTo>
                  <a:lnTo>
                    <a:pt x="3305078" y="1382226"/>
                  </a:lnTo>
                  <a:lnTo>
                    <a:pt x="3305078" y="1381795"/>
                  </a:lnTo>
                  <a:lnTo>
                    <a:pt x="3305196" y="1381795"/>
                  </a:lnTo>
                  <a:lnTo>
                    <a:pt x="3305196" y="1381364"/>
                  </a:lnTo>
                  <a:lnTo>
                    <a:pt x="3305196" y="1380934"/>
                  </a:lnTo>
                  <a:lnTo>
                    <a:pt x="3305313" y="1380934"/>
                  </a:lnTo>
                  <a:lnTo>
                    <a:pt x="3305431" y="1380934"/>
                  </a:lnTo>
                  <a:lnTo>
                    <a:pt x="3305548" y="1380934"/>
                  </a:lnTo>
                  <a:lnTo>
                    <a:pt x="3305666" y="1380934"/>
                  </a:lnTo>
                  <a:lnTo>
                    <a:pt x="3305784" y="1380934"/>
                  </a:lnTo>
                  <a:lnTo>
                    <a:pt x="3305901" y="1380934"/>
                  </a:lnTo>
                  <a:lnTo>
                    <a:pt x="3305901" y="1380503"/>
                  </a:lnTo>
                  <a:lnTo>
                    <a:pt x="3306019" y="1380503"/>
                  </a:lnTo>
                  <a:lnTo>
                    <a:pt x="3306136" y="1380503"/>
                  </a:lnTo>
                  <a:lnTo>
                    <a:pt x="3306136" y="1380073"/>
                  </a:lnTo>
                  <a:lnTo>
                    <a:pt x="3306254" y="1380073"/>
                  </a:lnTo>
                  <a:lnTo>
                    <a:pt x="3306372" y="1380073"/>
                  </a:lnTo>
                  <a:lnTo>
                    <a:pt x="3306489" y="1380073"/>
                  </a:lnTo>
                  <a:lnTo>
                    <a:pt x="3306489" y="1379642"/>
                  </a:lnTo>
                  <a:lnTo>
                    <a:pt x="3306489" y="1379211"/>
                  </a:lnTo>
                  <a:lnTo>
                    <a:pt x="3306607" y="1379211"/>
                  </a:lnTo>
                  <a:lnTo>
                    <a:pt x="3306725" y="1379211"/>
                  </a:lnTo>
                  <a:lnTo>
                    <a:pt x="3306842" y="1379211"/>
                  </a:lnTo>
                  <a:lnTo>
                    <a:pt x="3306960" y="1379211"/>
                  </a:lnTo>
                  <a:lnTo>
                    <a:pt x="3307077" y="1379211"/>
                  </a:lnTo>
                  <a:lnTo>
                    <a:pt x="3307195" y="1379211"/>
                  </a:lnTo>
                  <a:lnTo>
                    <a:pt x="3307313" y="1379211"/>
                  </a:lnTo>
                  <a:lnTo>
                    <a:pt x="3307430" y="1379211"/>
                  </a:lnTo>
                  <a:lnTo>
                    <a:pt x="3307548" y="1379211"/>
                  </a:lnTo>
                  <a:lnTo>
                    <a:pt x="3307665" y="1379211"/>
                  </a:lnTo>
                  <a:lnTo>
                    <a:pt x="3307783" y="1379211"/>
                  </a:lnTo>
                  <a:lnTo>
                    <a:pt x="3307901" y="1379211"/>
                  </a:lnTo>
                  <a:lnTo>
                    <a:pt x="3308018" y="1379211"/>
                  </a:lnTo>
                  <a:lnTo>
                    <a:pt x="3308136" y="1379211"/>
                  </a:lnTo>
                  <a:lnTo>
                    <a:pt x="3308136" y="1378781"/>
                  </a:lnTo>
                  <a:lnTo>
                    <a:pt x="3308254" y="1378781"/>
                  </a:lnTo>
                  <a:lnTo>
                    <a:pt x="3308371" y="1378781"/>
                  </a:lnTo>
                  <a:lnTo>
                    <a:pt x="3308371" y="1378350"/>
                  </a:lnTo>
                  <a:lnTo>
                    <a:pt x="3308489" y="1378350"/>
                  </a:lnTo>
                  <a:lnTo>
                    <a:pt x="3308606" y="1378350"/>
                  </a:lnTo>
                  <a:lnTo>
                    <a:pt x="3308724" y="1378350"/>
                  </a:lnTo>
                  <a:lnTo>
                    <a:pt x="3308842" y="1378350"/>
                  </a:lnTo>
                  <a:lnTo>
                    <a:pt x="3308959" y="1378350"/>
                  </a:lnTo>
                  <a:lnTo>
                    <a:pt x="3309077" y="1378350"/>
                  </a:lnTo>
                  <a:lnTo>
                    <a:pt x="3309194" y="1378350"/>
                  </a:lnTo>
                  <a:lnTo>
                    <a:pt x="3309312" y="1378350"/>
                  </a:lnTo>
                  <a:lnTo>
                    <a:pt x="3309312" y="1377920"/>
                  </a:lnTo>
                  <a:lnTo>
                    <a:pt x="3309430" y="1377920"/>
                  </a:lnTo>
                  <a:lnTo>
                    <a:pt x="3309430" y="1377489"/>
                  </a:lnTo>
                  <a:lnTo>
                    <a:pt x="3309547" y="1377489"/>
                  </a:lnTo>
                  <a:lnTo>
                    <a:pt x="3309547" y="1377058"/>
                  </a:lnTo>
                  <a:lnTo>
                    <a:pt x="3309665" y="1377058"/>
                  </a:lnTo>
                  <a:lnTo>
                    <a:pt x="3309783" y="1377058"/>
                  </a:lnTo>
                  <a:lnTo>
                    <a:pt x="3309900" y="1377058"/>
                  </a:lnTo>
                  <a:lnTo>
                    <a:pt x="3310018" y="1377058"/>
                  </a:lnTo>
                  <a:lnTo>
                    <a:pt x="3310135" y="1377058"/>
                  </a:lnTo>
                  <a:lnTo>
                    <a:pt x="3310253" y="1377058"/>
                  </a:lnTo>
                  <a:lnTo>
                    <a:pt x="3310371" y="1377058"/>
                  </a:lnTo>
                  <a:lnTo>
                    <a:pt x="3310488" y="1377058"/>
                  </a:lnTo>
                  <a:lnTo>
                    <a:pt x="3310606" y="1377058"/>
                  </a:lnTo>
                  <a:lnTo>
                    <a:pt x="3310606" y="1376628"/>
                  </a:lnTo>
                  <a:lnTo>
                    <a:pt x="3310606" y="1376197"/>
                  </a:lnTo>
                  <a:lnTo>
                    <a:pt x="3310723" y="1376197"/>
                  </a:lnTo>
                  <a:lnTo>
                    <a:pt x="3310841" y="1376197"/>
                  </a:lnTo>
                  <a:lnTo>
                    <a:pt x="3310959" y="1376197"/>
                  </a:lnTo>
                  <a:lnTo>
                    <a:pt x="3311076" y="1376197"/>
                  </a:lnTo>
                  <a:lnTo>
                    <a:pt x="3311194" y="1376197"/>
                  </a:lnTo>
                  <a:lnTo>
                    <a:pt x="3311312" y="1376197"/>
                  </a:lnTo>
                  <a:lnTo>
                    <a:pt x="3311429" y="1376197"/>
                  </a:lnTo>
                  <a:lnTo>
                    <a:pt x="3311547" y="1376197"/>
                  </a:lnTo>
                  <a:lnTo>
                    <a:pt x="3311547" y="1375767"/>
                  </a:lnTo>
                  <a:lnTo>
                    <a:pt x="3311664" y="1375767"/>
                  </a:lnTo>
                  <a:lnTo>
                    <a:pt x="3311664" y="1375336"/>
                  </a:lnTo>
                  <a:lnTo>
                    <a:pt x="3311782" y="1375336"/>
                  </a:lnTo>
                  <a:lnTo>
                    <a:pt x="3311900" y="1375336"/>
                  </a:lnTo>
                  <a:lnTo>
                    <a:pt x="3312017" y="1375336"/>
                  </a:lnTo>
                  <a:lnTo>
                    <a:pt x="3312135" y="1375336"/>
                  </a:lnTo>
                  <a:lnTo>
                    <a:pt x="3312252" y="1375336"/>
                  </a:lnTo>
                  <a:lnTo>
                    <a:pt x="3312370" y="1375336"/>
                  </a:lnTo>
                  <a:lnTo>
                    <a:pt x="3312488" y="1375336"/>
                  </a:lnTo>
                  <a:lnTo>
                    <a:pt x="3312605" y="1375336"/>
                  </a:lnTo>
                  <a:lnTo>
                    <a:pt x="3312723" y="1375336"/>
                  </a:lnTo>
                  <a:lnTo>
                    <a:pt x="3312840" y="1375336"/>
                  </a:lnTo>
                  <a:lnTo>
                    <a:pt x="3312840" y="1374905"/>
                  </a:lnTo>
                  <a:lnTo>
                    <a:pt x="3312958" y="1374905"/>
                  </a:lnTo>
                  <a:lnTo>
                    <a:pt x="3312958" y="1374475"/>
                  </a:lnTo>
                  <a:lnTo>
                    <a:pt x="3313076" y="1374475"/>
                  </a:lnTo>
                  <a:lnTo>
                    <a:pt x="3313193" y="1374475"/>
                  </a:lnTo>
                  <a:lnTo>
                    <a:pt x="3313193" y="1374044"/>
                  </a:lnTo>
                  <a:lnTo>
                    <a:pt x="3313311" y="1374044"/>
                  </a:lnTo>
                  <a:lnTo>
                    <a:pt x="3313429" y="1374044"/>
                  </a:lnTo>
                  <a:lnTo>
                    <a:pt x="3313546" y="1374044"/>
                  </a:lnTo>
                  <a:lnTo>
                    <a:pt x="3313664" y="1374044"/>
                  </a:lnTo>
                  <a:lnTo>
                    <a:pt x="3313664" y="1373614"/>
                  </a:lnTo>
                  <a:lnTo>
                    <a:pt x="3313781" y="1373614"/>
                  </a:lnTo>
                  <a:lnTo>
                    <a:pt x="3313899" y="1373614"/>
                  </a:lnTo>
                  <a:lnTo>
                    <a:pt x="3314017" y="1373614"/>
                  </a:lnTo>
                  <a:lnTo>
                    <a:pt x="3314134" y="1373614"/>
                  </a:lnTo>
                  <a:lnTo>
                    <a:pt x="3314134" y="1373183"/>
                  </a:lnTo>
                  <a:lnTo>
                    <a:pt x="3314134" y="1372752"/>
                  </a:lnTo>
                  <a:lnTo>
                    <a:pt x="3314134" y="1372322"/>
                  </a:lnTo>
                  <a:lnTo>
                    <a:pt x="3314252" y="1372322"/>
                  </a:lnTo>
                  <a:lnTo>
                    <a:pt x="3314369" y="1372322"/>
                  </a:lnTo>
                  <a:lnTo>
                    <a:pt x="3314487" y="1372322"/>
                  </a:lnTo>
                  <a:lnTo>
                    <a:pt x="3314605" y="1372322"/>
                  </a:lnTo>
                  <a:lnTo>
                    <a:pt x="3314722" y="1372322"/>
                  </a:lnTo>
                  <a:lnTo>
                    <a:pt x="3314840" y="1372322"/>
                  </a:lnTo>
                  <a:lnTo>
                    <a:pt x="3314840" y="1371891"/>
                  </a:lnTo>
                  <a:lnTo>
                    <a:pt x="3314958" y="1371891"/>
                  </a:lnTo>
                  <a:lnTo>
                    <a:pt x="3315075" y="1371891"/>
                  </a:lnTo>
                  <a:lnTo>
                    <a:pt x="3315193" y="1371891"/>
                  </a:lnTo>
                  <a:lnTo>
                    <a:pt x="3315310" y="1371891"/>
                  </a:lnTo>
                  <a:lnTo>
                    <a:pt x="3315428" y="1371891"/>
                  </a:lnTo>
                  <a:lnTo>
                    <a:pt x="3315546" y="1371891"/>
                  </a:lnTo>
                  <a:lnTo>
                    <a:pt x="3315663" y="1371891"/>
                  </a:lnTo>
                  <a:lnTo>
                    <a:pt x="3315781" y="1371891"/>
                  </a:lnTo>
                  <a:lnTo>
                    <a:pt x="3315898" y="1371891"/>
                  </a:lnTo>
                  <a:lnTo>
                    <a:pt x="3316016" y="1371891"/>
                  </a:lnTo>
                  <a:lnTo>
                    <a:pt x="3316134" y="1371891"/>
                  </a:lnTo>
                  <a:lnTo>
                    <a:pt x="3316251" y="1371891"/>
                  </a:lnTo>
                  <a:lnTo>
                    <a:pt x="3316251" y="1371461"/>
                  </a:lnTo>
                  <a:lnTo>
                    <a:pt x="3316369" y="1371461"/>
                  </a:lnTo>
                  <a:lnTo>
                    <a:pt x="3316369" y="1371030"/>
                  </a:lnTo>
                  <a:lnTo>
                    <a:pt x="3316487" y="1371030"/>
                  </a:lnTo>
                  <a:lnTo>
                    <a:pt x="3316604" y="1371030"/>
                  </a:lnTo>
                  <a:lnTo>
                    <a:pt x="3316722" y="1371030"/>
                  </a:lnTo>
                  <a:lnTo>
                    <a:pt x="3316839" y="1371030"/>
                  </a:lnTo>
                  <a:lnTo>
                    <a:pt x="3316957" y="1371030"/>
                  </a:lnTo>
                  <a:lnTo>
                    <a:pt x="3317075" y="1371030"/>
                  </a:lnTo>
                  <a:lnTo>
                    <a:pt x="3317192" y="1371030"/>
                  </a:lnTo>
                  <a:lnTo>
                    <a:pt x="3317310" y="1371030"/>
                  </a:lnTo>
                  <a:lnTo>
                    <a:pt x="3317427" y="1371030"/>
                  </a:lnTo>
                  <a:lnTo>
                    <a:pt x="3317545" y="1371030"/>
                  </a:lnTo>
                  <a:lnTo>
                    <a:pt x="3317545" y="1370599"/>
                  </a:lnTo>
                  <a:lnTo>
                    <a:pt x="3317663" y="1370599"/>
                  </a:lnTo>
                  <a:lnTo>
                    <a:pt x="3317780" y="1370599"/>
                  </a:lnTo>
                  <a:lnTo>
                    <a:pt x="3317780" y="1370169"/>
                  </a:lnTo>
                  <a:lnTo>
                    <a:pt x="3317898" y="1370169"/>
                  </a:lnTo>
                  <a:lnTo>
                    <a:pt x="3318016" y="1370169"/>
                  </a:lnTo>
                  <a:lnTo>
                    <a:pt x="3318133" y="1370169"/>
                  </a:lnTo>
                  <a:lnTo>
                    <a:pt x="3318133" y="1369738"/>
                  </a:lnTo>
                  <a:lnTo>
                    <a:pt x="3318251" y="1369738"/>
                  </a:lnTo>
                  <a:lnTo>
                    <a:pt x="3318368" y="1369738"/>
                  </a:lnTo>
                  <a:lnTo>
                    <a:pt x="3318486" y="1369738"/>
                  </a:lnTo>
                  <a:lnTo>
                    <a:pt x="3318604" y="1369738"/>
                  </a:lnTo>
                  <a:lnTo>
                    <a:pt x="3318721" y="1369738"/>
                  </a:lnTo>
                  <a:lnTo>
                    <a:pt x="3318721" y="1369308"/>
                  </a:lnTo>
                  <a:lnTo>
                    <a:pt x="3318839" y="1369308"/>
                  </a:lnTo>
                  <a:lnTo>
                    <a:pt x="3318956" y="1369308"/>
                  </a:lnTo>
                  <a:lnTo>
                    <a:pt x="3319074" y="1369308"/>
                  </a:lnTo>
                  <a:lnTo>
                    <a:pt x="3319192" y="1369308"/>
                  </a:lnTo>
                  <a:lnTo>
                    <a:pt x="3319309" y="1369308"/>
                  </a:lnTo>
                  <a:lnTo>
                    <a:pt x="3319427" y="1369308"/>
                  </a:lnTo>
                  <a:lnTo>
                    <a:pt x="3319545" y="1369308"/>
                  </a:lnTo>
                  <a:lnTo>
                    <a:pt x="3319662" y="1369308"/>
                  </a:lnTo>
                  <a:lnTo>
                    <a:pt x="3319780" y="1369308"/>
                  </a:lnTo>
                  <a:lnTo>
                    <a:pt x="3319897" y="1369308"/>
                  </a:lnTo>
                  <a:lnTo>
                    <a:pt x="3320015" y="1369308"/>
                  </a:lnTo>
                  <a:lnTo>
                    <a:pt x="3320133" y="1369308"/>
                  </a:lnTo>
                  <a:lnTo>
                    <a:pt x="3320250" y="1369308"/>
                  </a:lnTo>
                  <a:lnTo>
                    <a:pt x="3320368" y="1369308"/>
                  </a:lnTo>
                  <a:lnTo>
                    <a:pt x="3320485" y="1369308"/>
                  </a:lnTo>
                  <a:lnTo>
                    <a:pt x="3320485" y="1368877"/>
                  </a:lnTo>
                  <a:lnTo>
                    <a:pt x="3320603" y="1368877"/>
                  </a:lnTo>
                  <a:lnTo>
                    <a:pt x="3320603" y="1368446"/>
                  </a:lnTo>
                  <a:lnTo>
                    <a:pt x="3320603" y="1368016"/>
                  </a:lnTo>
                  <a:lnTo>
                    <a:pt x="3320721" y="1368016"/>
                  </a:lnTo>
                  <a:lnTo>
                    <a:pt x="3320838" y="1368016"/>
                  </a:lnTo>
                  <a:lnTo>
                    <a:pt x="3320956" y="1368016"/>
                  </a:lnTo>
                  <a:lnTo>
                    <a:pt x="3320956" y="1367585"/>
                  </a:lnTo>
                  <a:lnTo>
                    <a:pt x="3321073" y="1367585"/>
                  </a:lnTo>
                  <a:lnTo>
                    <a:pt x="3321073" y="1367155"/>
                  </a:lnTo>
                  <a:lnTo>
                    <a:pt x="3321191" y="1367155"/>
                  </a:lnTo>
                  <a:lnTo>
                    <a:pt x="3321309" y="1367155"/>
                  </a:lnTo>
                  <a:lnTo>
                    <a:pt x="3321426" y="1367155"/>
                  </a:lnTo>
                  <a:lnTo>
                    <a:pt x="3321544" y="1367155"/>
                  </a:lnTo>
                  <a:lnTo>
                    <a:pt x="3321544" y="1366724"/>
                  </a:lnTo>
                  <a:lnTo>
                    <a:pt x="3321662" y="1366724"/>
                  </a:lnTo>
                  <a:lnTo>
                    <a:pt x="3321779" y="1366724"/>
                  </a:lnTo>
                  <a:lnTo>
                    <a:pt x="3321779" y="1366293"/>
                  </a:lnTo>
                  <a:lnTo>
                    <a:pt x="3321897" y="1366293"/>
                  </a:lnTo>
                  <a:lnTo>
                    <a:pt x="3322014" y="1366293"/>
                  </a:lnTo>
                  <a:lnTo>
                    <a:pt x="3322132" y="1366293"/>
                  </a:lnTo>
                  <a:lnTo>
                    <a:pt x="3322132" y="1365863"/>
                  </a:lnTo>
                  <a:lnTo>
                    <a:pt x="3322250" y="1365863"/>
                  </a:lnTo>
                  <a:lnTo>
                    <a:pt x="3322250" y="1365432"/>
                  </a:lnTo>
                  <a:lnTo>
                    <a:pt x="3322367" y="1365432"/>
                  </a:lnTo>
                  <a:lnTo>
                    <a:pt x="3322485" y="1365432"/>
                  </a:lnTo>
                  <a:lnTo>
                    <a:pt x="3322602" y="1365432"/>
                  </a:lnTo>
                  <a:lnTo>
                    <a:pt x="3322720" y="1365432"/>
                  </a:lnTo>
                  <a:lnTo>
                    <a:pt x="3322838" y="1365432"/>
                  </a:lnTo>
                  <a:lnTo>
                    <a:pt x="3322955" y="1365432"/>
                  </a:lnTo>
                  <a:lnTo>
                    <a:pt x="3322955" y="1365002"/>
                  </a:lnTo>
                  <a:lnTo>
                    <a:pt x="3323073" y="1365002"/>
                  </a:lnTo>
                  <a:lnTo>
                    <a:pt x="3323191" y="1365002"/>
                  </a:lnTo>
                  <a:lnTo>
                    <a:pt x="3323308" y="1365002"/>
                  </a:lnTo>
                  <a:lnTo>
                    <a:pt x="3323426" y="1365002"/>
                  </a:lnTo>
                  <a:lnTo>
                    <a:pt x="3323543" y="1365002"/>
                  </a:lnTo>
                  <a:lnTo>
                    <a:pt x="3323543" y="1364571"/>
                  </a:lnTo>
                  <a:lnTo>
                    <a:pt x="3323661" y="1364571"/>
                  </a:lnTo>
                  <a:lnTo>
                    <a:pt x="3323779" y="1364571"/>
                  </a:lnTo>
                  <a:lnTo>
                    <a:pt x="3323896" y="1364571"/>
                  </a:lnTo>
                  <a:lnTo>
                    <a:pt x="3324014" y="1364571"/>
                  </a:lnTo>
                  <a:lnTo>
                    <a:pt x="3324131" y="1364571"/>
                  </a:lnTo>
                  <a:lnTo>
                    <a:pt x="3324249" y="1364571"/>
                  </a:lnTo>
                  <a:lnTo>
                    <a:pt x="3324367" y="1364571"/>
                  </a:lnTo>
                  <a:lnTo>
                    <a:pt x="3324367" y="1364140"/>
                  </a:lnTo>
                  <a:lnTo>
                    <a:pt x="3324484" y="1364140"/>
                  </a:lnTo>
                  <a:lnTo>
                    <a:pt x="3324602" y="1364140"/>
                  </a:lnTo>
                  <a:lnTo>
                    <a:pt x="3324720" y="1364140"/>
                  </a:lnTo>
                  <a:lnTo>
                    <a:pt x="3324720" y="1363710"/>
                  </a:lnTo>
                  <a:lnTo>
                    <a:pt x="3324837" y="1363710"/>
                  </a:lnTo>
                  <a:lnTo>
                    <a:pt x="3324955" y="1363710"/>
                  </a:lnTo>
                  <a:lnTo>
                    <a:pt x="3324955" y="1363279"/>
                  </a:lnTo>
                  <a:lnTo>
                    <a:pt x="3325072" y="1363279"/>
                  </a:lnTo>
                  <a:lnTo>
                    <a:pt x="3325072" y="1362849"/>
                  </a:lnTo>
                  <a:lnTo>
                    <a:pt x="3325072" y="1362418"/>
                  </a:lnTo>
                  <a:lnTo>
                    <a:pt x="3325190" y="1362418"/>
                  </a:lnTo>
                  <a:lnTo>
                    <a:pt x="3325308" y="1362418"/>
                  </a:lnTo>
                  <a:lnTo>
                    <a:pt x="3325425" y="1362418"/>
                  </a:lnTo>
                  <a:lnTo>
                    <a:pt x="3325543" y="1362418"/>
                  </a:lnTo>
                  <a:lnTo>
                    <a:pt x="3325660" y="1362418"/>
                  </a:lnTo>
                  <a:lnTo>
                    <a:pt x="3325778" y="1362418"/>
                  </a:lnTo>
                  <a:lnTo>
                    <a:pt x="3325896" y="1362418"/>
                  </a:lnTo>
                  <a:lnTo>
                    <a:pt x="3326013" y="1362418"/>
                  </a:lnTo>
                  <a:lnTo>
                    <a:pt x="3326131" y="1362418"/>
                  </a:lnTo>
                  <a:lnTo>
                    <a:pt x="3326249" y="1362418"/>
                  </a:lnTo>
                  <a:lnTo>
                    <a:pt x="3326366" y="1362418"/>
                  </a:lnTo>
                  <a:lnTo>
                    <a:pt x="3326484" y="1362418"/>
                  </a:lnTo>
                  <a:lnTo>
                    <a:pt x="3326601" y="1362418"/>
                  </a:lnTo>
                  <a:lnTo>
                    <a:pt x="3326719" y="1362418"/>
                  </a:lnTo>
                  <a:lnTo>
                    <a:pt x="3326837" y="1362418"/>
                  </a:lnTo>
                  <a:lnTo>
                    <a:pt x="3326954" y="1362418"/>
                  </a:lnTo>
                  <a:lnTo>
                    <a:pt x="3327072" y="1362418"/>
                  </a:lnTo>
                  <a:lnTo>
                    <a:pt x="3327189" y="1362418"/>
                  </a:lnTo>
                  <a:lnTo>
                    <a:pt x="3327189" y="1361987"/>
                  </a:lnTo>
                  <a:lnTo>
                    <a:pt x="3327307" y="1361987"/>
                  </a:lnTo>
                  <a:lnTo>
                    <a:pt x="3327307" y="1361557"/>
                  </a:lnTo>
                  <a:lnTo>
                    <a:pt x="3327425" y="1361557"/>
                  </a:lnTo>
                  <a:lnTo>
                    <a:pt x="3327542" y="1361557"/>
                  </a:lnTo>
                  <a:lnTo>
                    <a:pt x="3327660" y="1361557"/>
                  </a:lnTo>
                  <a:lnTo>
                    <a:pt x="3327660" y="1361126"/>
                  </a:lnTo>
                  <a:lnTo>
                    <a:pt x="3327778" y="1361126"/>
                  </a:lnTo>
                  <a:lnTo>
                    <a:pt x="3327895" y="1361126"/>
                  </a:lnTo>
                  <a:lnTo>
                    <a:pt x="3328013" y="1361126"/>
                  </a:lnTo>
                  <a:lnTo>
                    <a:pt x="3328130" y="1361126"/>
                  </a:lnTo>
                  <a:lnTo>
                    <a:pt x="3328248" y="1361126"/>
                  </a:lnTo>
                  <a:lnTo>
                    <a:pt x="3328366" y="1361126"/>
                  </a:lnTo>
                  <a:lnTo>
                    <a:pt x="3328366" y="1360696"/>
                  </a:lnTo>
                  <a:lnTo>
                    <a:pt x="3328483" y="1360696"/>
                  </a:lnTo>
                  <a:lnTo>
                    <a:pt x="3328483" y="1360265"/>
                  </a:lnTo>
                  <a:lnTo>
                    <a:pt x="3328601" y="1360265"/>
                  </a:lnTo>
                  <a:lnTo>
                    <a:pt x="3328718" y="1360265"/>
                  </a:lnTo>
                  <a:lnTo>
                    <a:pt x="3328836" y="1360265"/>
                  </a:lnTo>
                  <a:lnTo>
                    <a:pt x="3328954" y="1360265"/>
                  </a:lnTo>
                  <a:lnTo>
                    <a:pt x="3329071" y="1360265"/>
                  </a:lnTo>
                  <a:lnTo>
                    <a:pt x="3329189" y="1360265"/>
                  </a:lnTo>
                  <a:lnTo>
                    <a:pt x="3329306" y="1360265"/>
                  </a:lnTo>
                  <a:lnTo>
                    <a:pt x="3329424" y="1360265"/>
                  </a:lnTo>
                  <a:lnTo>
                    <a:pt x="3329542" y="1360265"/>
                  </a:lnTo>
                  <a:lnTo>
                    <a:pt x="3329542" y="1359834"/>
                  </a:lnTo>
                  <a:lnTo>
                    <a:pt x="3329542" y="1359404"/>
                  </a:lnTo>
                  <a:lnTo>
                    <a:pt x="3329659" y="1359404"/>
                  </a:lnTo>
                  <a:lnTo>
                    <a:pt x="3329777" y="1359404"/>
                  </a:lnTo>
                  <a:lnTo>
                    <a:pt x="3329895" y="1359404"/>
                  </a:lnTo>
                  <a:lnTo>
                    <a:pt x="3329895" y="1358973"/>
                  </a:lnTo>
                  <a:lnTo>
                    <a:pt x="3330012" y="1358973"/>
                  </a:lnTo>
                  <a:lnTo>
                    <a:pt x="3330130" y="1358973"/>
                  </a:lnTo>
                  <a:lnTo>
                    <a:pt x="3330247" y="1358973"/>
                  </a:lnTo>
                  <a:lnTo>
                    <a:pt x="3330365" y="1358973"/>
                  </a:lnTo>
                  <a:lnTo>
                    <a:pt x="3330483" y="1358973"/>
                  </a:lnTo>
                  <a:lnTo>
                    <a:pt x="3330600" y="1358973"/>
                  </a:lnTo>
                  <a:lnTo>
                    <a:pt x="3330718" y="1358973"/>
                  </a:lnTo>
                  <a:lnTo>
                    <a:pt x="3330835" y="1358973"/>
                  </a:lnTo>
                  <a:lnTo>
                    <a:pt x="3330953" y="1358973"/>
                  </a:lnTo>
                  <a:lnTo>
                    <a:pt x="3331071" y="1358973"/>
                  </a:lnTo>
                  <a:lnTo>
                    <a:pt x="3331188" y="1358973"/>
                  </a:lnTo>
                  <a:lnTo>
                    <a:pt x="3331306" y="1358973"/>
                  </a:lnTo>
                  <a:lnTo>
                    <a:pt x="3331424" y="1358973"/>
                  </a:lnTo>
                  <a:lnTo>
                    <a:pt x="3331541" y="1358973"/>
                  </a:lnTo>
                  <a:lnTo>
                    <a:pt x="3331659" y="1358973"/>
                  </a:lnTo>
                  <a:lnTo>
                    <a:pt x="3331776" y="1358973"/>
                  </a:lnTo>
                  <a:lnTo>
                    <a:pt x="3331894" y="1358973"/>
                  </a:lnTo>
                  <a:lnTo>
                    <a:pt x="3332012" y="1358973"/>
                  </a:lnTo>
                  <a:lnTo>
                    <a:pt x="3332129" y="1358973"/>
                  </a:lnTo>
                  <a:lnTo>
                    <a:pt x="3332129" y="1358543"/>
                  </a:lnTo>
                  <a:lnTo>
                    <a:pt x="3332247" y="1358543"/>
                  </a:lnTo>
                  <a:lnTo>
                    <a:pt x="3332364" y="1358543"/>
                  </a:lnTo>
                  <a:lnTo>
                    <a:pt x="3332482" y="1358543"/>
                  </a:lnTo>
                  <a:lnTo>
                    <a:pt x="3332600" y="1358543"/>
                  </a:lnTo>
                  <a:lnTo>
                    <a:pt x="3332717" y="1358543"/>
                  </a:lnTo>
                  <a:lnTo>
                    <a:pt x="3332717" y="1358112"/>
                  </a:lnTo>
                  <a:lnTo>
                    <a:pt x="3332835" y="1358112"/>
                  </a:lnTo>
                  <a:lnTo>
                    <a:pt x="3332953" y="1358112"/>
                  </a:lnTo>
                  <a:lnTo>
                    <a:pt x="3332953" y="1357681"/>
                  </a:lnTo>
                  <a:lnTo>
                    <a:pt x="3333070" y="1357681"/>
                  </a:lnTo>
                  <a:lnTo>
                    <a:pt x="3333188" y="1357681"/>
                  </a:lnTo>
                  <a:lnTo>
                    <a:pt x="3333305" y="1357681"/>
                  </a:lnTo>
                  <a:lnTo>
                    <a:pt x="3333305" y="1357251"/>
                  </a:lnTo>
                  <a:lnTo>
                    <a:pt x="3333423" y="1357251"/>
                  </a:lnTo>
                  <a:lnTo>
                    <a:pt x="3333541" y="1357251"/>
                  </a:lnTo>
                  <a:lnTo>
                    <a:pt x="3333658" y="1357251"/>
                  </a:lnTo>
                  <a:lnTo>
                    <a:pt x="3333776" y="1357251"/>
                  </a:lnTo>
                  <a:lnTo>
                    <a:pt x="3333893" y="1357251"/>
                  </a:lnTo>
                  <a:lnTo>
                    <a:pt x="3334011" y="1357251"/>
                  </a:lnTo>
                  <a:lnTo>
                    <a:pt x="3334129" y="1357251"/>
                  </a:lnTo>
                  <a:lnTo>
                    <a:pt x="3334246" y="1357251"/>
                  </a:lnTo>
                  <a:lnTo>
                    <a:pt x="3334364" y="1357251"/>
                  </a:lnTo>
                  <a:lnTo>
                    <a:pt x="3334482" y="1357251"/>
                  </a:lnTo>
                  <a:lnTo>
                    <a:pt x="3334599" y="1357251"/>
                  </a:lnTo>
                  <a:lnTo>
                    <a:pt x="3334717" y="1357251"/>
                  </a:lnTo>
                  <a:lnTo>
                    <a:pt x="3334717" y="1356820"/>
                  </a:lnTo>
                  <a:lnTo>
                    <a:pt x="3334834" y="1356820"/>
                  </a:lnTo>
                  <a:lnTo>
                    <a:pt x="3334952" y="1356820"/>
                  </a:lnTo>
                  <a:lnTo>
                    <a:pt x="3335070" y="1356820"/>
                  </a:lnTo>
                  <a:lnTo>
                    <a:pt x="3335187" y="1356820"/>
                  </a:lnTo>
                  <a:lnTo>
                    <a:pt x="3335305" y="1356820"/>
                  </a:lnTo>
                  <a:lnTo>
                    <a:pt x="3335422" y="1356820"/>
                  </a:lnTo>
                  <a:lnTo>
                    <a:pt x="3335540" y="1356820"/>
                  </a:lnTo>
                  <a:lnTo>
                    <a:pt x="3335658" y="1356820"/>
                  </a:lnTo>
                  <a:lnTo>
                    <a:pt x="3335775" y="1356820"/>
                  </a:lnTo>
                  <a:lnTo>
                    <a:pt x="3335893" y="1356820"/>
                  </a:lnTo>
                  <a:lnTo>
                    <a:pt x="3335893" y="1356390"/>
                  </a:lnTo>
                  <a:lnTo>
                    <a:pt x="3336011" y="1356390"/>
                  </a:lnTo>
                  <a:lnTo>
                    <a:pt x="3336128" y="1356390"/>
                  </a:lnTo>
                  <a:lnTo>
                    <a:pt x="3336246" y="1356390"/>
                  </a:lnTo>
                  <a:lnTo>
                    <a:pt x="3336363" y="1356390"/>
                  </a:lnTo>
                  <a:lnTo>
                    <a:pt x="3336481" y="1356390"/>
                  </a:lnTo>
                  <a:lnTo>
                    <a:pt x="3336481" y="1355959"/>
                  </a:lnTo>
                  <a:lnTo>
                    <a:pt x="3336599" y="1355959"/>
                  </a:lnTo>
                  <a:lnTo>
                    <a:pt x="3336716" y="1355959"/>
                  </a:lnTo>
                  <a:lnTo>
                    <a:pt x="3336834" y="1355959"/>
                  </a:lnTo>
                  <a:lnTo>
                    <a:pt x="3336951" y="1355959"/>
                  </a:lnTo>
                  <a:lnTo>
                    <a:pt x="3337069" y="1355959"/>
                  </a:lnTo>
                  <a:lnTo>
                    <a:pt x="3337187" y="1355959"/>
                  </a:lnTo>
                  <a:lnTo>
                    <a:pt x="3337304" y="1355959"/>
                  </a:lnTo>
                  <a:lnTo>
                    <a:pt x="3337422" y="1355959"/>
                  </a:lnTo>
                  <a:lnTo>
                    <a:pt x="3337539" y="1355959"/>
                  </a:lnTo>
                  <a:lnTo>
                    <a:pt x="3337657" y="1355959"/>
                  </a:lnTo>
                  <a:lnTo>
                    <a:pt x="3337775" y="1355959"/>
                  </a:lnTo>
                  <a:lnTo>
                    <a:pt x="3337892" y="1355959"/>
                  </a:lnTo>
                  <a:lnTo>
                    <a:pt x="3338010" y="1355959"/>
                  </a:lnTo>
                  <a:lnTo>
                    <a:pt x="3338128" y="1355959"/>
                  </a:lnTo>
                  <a:lnTo>
                    <a:pt x="3338245" y="1355959"/>
                  </a:lnTo>
                  <a:lnTo>
                    <a:pt x="3338363" y="1355959"/>
                  </a:lnTo>
                  <a:lnTo>
                    <a:pt x="3338480" y="1355959"/>
                  </a:lnTo>
                  <a:lnTo>
                    <a:pt x="3338480" y="1355528"/>
                  </a:lnTo>
                  <a:lnTo>
                    <a:pt x="3338480" y="1355098"/>
                  </a:lnTo>
                  <a:lnTo>
                    <a:pt x="3338598" y="1355098"/>
                  </a:lnTo>
                  <a:lnTo>
                    <a:pt x="3338716" y="1355098"/>
                  </a:lnTo>
                  <a:lnTo>
                    <a:pt x="3338833" y="1355098"/>
                  </a:lnTo>
                  <a:lnTo>
                    <a:pt x="3338951" y="1355098"/>
                  </a:lnTo>
                  <a:lnTo>
                    <a:pt x="3338951" y="1354667"/>
                  </a:lnTo>
                  <a:lnTo>
                    <a:pt x="3339068" y="1354667"/>
                  </a:lnTo>
                  <a:lnTo>
                    <a:pt x="3339186" y="1354667"/>
                  </a:lnTo>
                  <a:lnTo>
                    <a:pt x="3339304" y="1354667"/>
                  </a:lnTo>
                  <a:lnTo>
                    <a:pt x="3339421" y="1354667"/>
                  </a:lnTo>
                  <a:lnTo>
                    <a:pt x="3339421" y="1354237"/>
                  </a:lnTo>
                  <a:lnTo>
                    <a:pt x="3339539" y="1354237"/>
                  </a:lnTo>
                  <a:lnTo>
                    <a:pt x="3339539" y="1353806"/>
                  </a:lnTo>
                  <a:lnTo>
                    <a:pt x="3339657" y="1353806"/>
                  </a:lnTo>
                  <a:lnTo>
                    <a:pt x="3339774" y="1353806"/>
                  </a:lnTo>
                  <a:lnTo>
                    <a:pt x="3339892" y="1353806"/>
                  </a:lnTo>
                  <a:lnTo>
                    <a:pt x="3340009" y="1353806"/>
                  </a:lnTo>
                  <a:lnTo>
                    <a:pt x="3340127" y="1353806"/>
                  </a:lnTo>
                  <a:lnTo>
                    <a:pt x="3340245" y="1353806"/>
                  </a:lnTo>
                  <a:lnTo>
                    <a:pt x="3340362" y="1353806"/>
                  </a:lnTo>
                  <a:lnTo>
                    <a:pt x="3340480" y="1353806"/>
                  </a:lnTo>
                  <a:lnTo>
                    <a:pt x="3340597" y="1353806"/>
                  </a:lnTo>
                  <a:lnTo>
                    <a:pt x="3340715" y="1353806"/>
                  </a:lnTo>
                  <a:lnTo>
                    <a:pt x="3340833" y="1353806"/>
                  </a:lnTo>
                  <a:lnTo>
                    <a:pt x="3340950" y="1353806"/>
                  </a:lnTo>
                  <a:lnTo>
                    <a:pt x="3341068" y="1353806"/>
                  </a:lnTo>
                  <a:lnTo>
                    <a:pt x="3341186" y="1353806"/>
                  </a:lnTo>
                  <a:lnTo>
                    <a:pt x="3341303" y="1353806"/>
                  </a:lnTo>
                  <a:lnTo>
                    <a:pt x="3341421" y="1353806"/>
                  </a:lnTo>
                  <a:lnTo>
                    <a:pt x="3341538" y="1353806"/>
                  </a:lnTo>
                  <a:lnTo>
                    <a:pt x="3341656" y="1353806"/>
                  </a:lnTo>
                  <a:lnTo>
                    <a:pt x="3341774" y="1353806"/>
                  </a:lnTo>
                  <a:lnTo>
                    <a:pt x="3341891" y="1353806"/>
                  </a:lnTo>
                  <a:lnTo>
                    <a:pt x="3342009" y="1353806"/>
                  </a:lnTo>
                  <a:lnTo>
                    <a:pt x="3342126" y="1353806"/>
                  </a:lnTo>
                  <a:lnTo>
                    <a:pt x="3342244" y="1353806"/>
                  </a:lnTo>
                  <a:lnTo>
                    <a:pt x="3342362" y="1353806"/>
                  </a:lnTo>
                  <a:lnTo>
                    <a:pt x="3342479" y="1353806"/>
                  </a:lnTo>
                  <a:lnTo>
                    <a:pt x="3342597" y="1353806"/>
                  </a:lnTo>
                  <a:lnTo>
                    <a:pt x="3342715" y="1353806"/>
                  </a:lnTo>
                  <a:lnTo>
                    <a:pt x="3342832" y="1353806"/>
                  </a:lnTo>
                  <a:lnTo>
                    <a:pt x="3342950" y="1353806"/>
                  </a:lnTo>
                  <a:lnTo>
                    <a:pt x="3343067" y="1353806"/>
                  </a:lnTo>
                  <a:lnTo>
                    <a:pt x="3343067" y="1353375"/>
                  </a:lnTo>
                  <a:lnTo>
                    <a:pt x="3343067" y="1352945"/>
                  </a:lnTo>
                  <a:lnTo>
                    <a:pt x="3343067" y="1352514"/>
                  </a:lnTo>
                  <a:lnTo>
                    <a:pt x="3343185" y="1352514"/>
                  </a:lnTo>
                  <a:lnTo>
                    <a:pt x="3343303" y="1352514"/>
                  </a:lnTo>
                  <a:lnTo>
                    <a:pt x="3343420" y="1352514"/>
                  </a:lnTo>
                  <a:lnTo>
                    <a:pt x="3343538" y="1352514"/>
                  </a:lnTo>
                  <a:lnTo>
                    <a:pt x="3343655" y="1352514"/>
                  </a:lnTo>
                  <a:lnTo>
                    <a:pt x="3343773" y="1352514"/>
                  </a:lnTo>
                  <a:lnTo>
                    <a:pt x="3343891" y="1352514"/>
                  </a:lnTo>
                  <a:lnTo>
                    <a:pt x="3343891" y="1352084"/>
                  </a:lnTo>
                  <a:lnTo>
                    <a:pt x="3344008" y="1352084"/>
                  </a:lnTo>
                  <a:lnTo>
                    <a:pt x="3344126" y="1352084"/>
                  </a:lnTo>
                  <a:lnTo>
                    <a:pt x="3344244" y="1352084"/>
                  </a:lnTo>
                  <a:lnTo>
                    <a:pt x="3344361" y="1352084"/>
                  </a:lnTo>
                  <a:lnTo>
                    <a:pt x="3344479" y="1352084"/>
                  </a:lnTo>
                  <a:lnTo>
                    <a:pt x="3344479" y="1351653"/>
                  </a:lnTo>
                  <a:lnTo>
                    <a:pt x="3344596" y="1351653"/>
                  </a:lnTo>
                  <a:lnTo>
                    <a:pt x="3344714" y="1351653"/>
                  </a:lnTo>
                  <a:lnTo>
                    <a:pt x="3344832" y="1351653"/>
                  </a:lnTo>
                  <a:lnTo>
                    <a:pt x="3344832" y="1351222"/>
                  </a:lnTo>
                  <a:lnTo>
                    <a:pt x="3344949" y="1351222"/>
                  </a:lnTo>
                  <a:lnTo>
                    <a:pt x="3345067" y="1351222"/>
                  </a:lnTo>
                  <a:lnTo>
                    <a:pt x="3345184" y="1351222"/>
                  </a:lnTo>
                  <a:lnTo>
                    <a:pt x="3345302" y="1351222"/>
                  </a:lnTo>
                  <a:lnTo>
                    <a:pt x="3345420" y="1351222"/>
                  </a:lnTo>
                  <a:lnTo>
                    <a:pt x="3345420" y="1350792"/>
                  </a:lnTo>
                  <a:lnTo>
                    <a:pt x="3345537" y="1350792"/>
                  </a:lnTo>
                  <a:lnTo>
                    <a:pt x="3345537" y="1350361"/>
                  </a:lnTo>
                  <a:lnTo>
                    <a:pt x="3345655" y="1350361"/>
                  </a:lnTo>
                  <a:lnTo>
                    <a:pt x="3345772" y="1350361"/>
                  </a:lnTo>
                  <a:lnTo>
                    <a:pt x="3345890" y="1350361"/>
                  </a:lnTo>
                  <a:lnTo>
                    <a:pt x="3345890" y="1349931"/>
                  </a:lnTo>
                  <a:lnTo>
                    <a:pt x="3346008" y="1349931"/>
                  </a:lnTo>
                  <a:lnTo>
                    <a:pt x="3346125" y="1349931"/>
                  </a:lnTo>
                  <a:lnTo>
                    <a:pt x="3346243" y="1349931"/>
                  </a:lnTo>
                  <a:lnTo>
                    <a:pt x="3346361" y="1349931"/>
                  </a:lnTo>
                  <a:lnTo>
                    <a:pt x="3346478" y="1349931"/>
                  </a:lnTo>
                  <a:lnTo>
                    <a:pt x="3346596" y="1349931"/>
                  </a:lnTo>
                  <a:lnTo>
                    <a:pt x="3346713" y="1349931"/>
                  </a:lnTo>
                  <a:lnTo>
                    <a:pt x="3346831" y="1349931"/>
                  </a:lnTo>
                  <a:lnTo>
                    <a:pt x="3346831" y="1349500"/>
                  </a:lnTo>
                  <a:lnTo>
                    <a:pt x="3346949" y="1349500"/>
                  </a:lnTo>
                  <a:lnTo>
                    <a:pt x="3347066" y="1349500"/>
                  </a:lnTo>
                  <a:lnTo>
                    <a:pt x="3347184" y="1349500"/>
                  </a:lnTo>
                  <a:lnTo>
                    <a:pt x="3347184" y="1349069"/>
                  </a:lnTo>
                  <a:lnTo>
                    <a:pt x="3347301" y="1349069"/>
                  </a:lnTo>
                  <a:lnTo>
                    <a:pt x="3347419" y="1349069"/>
                  </a:lnTo>
                  <a:lnTo>
                    <a:pt x="3347537" y="1349069"/>
                  </a:lnTo>
                  <a:lnTo>
                    <a:pt x="3347654" y="1349069"/>
                  </a:lnTo>
                  <a:lnTo>
                    <a:pt x="3347772" y="1349069"/>
                  </a:lnTo>
                  <a:lnTo>
                    <a:pt x="3347890" y="1349069"/>
                  </a:lnTo>
                  <a:lnTo>
                    <a:pt x="3348007" y="1349069"/>
                  </a:lnTo>
                  <a:lnTo>
                    <a:pt x="3348125" y="1349069"/>
                  </a:lnTo>
                  <a:lnTo>
                    <a:pt x="3348242" y="1349069"/>
                  </a:lnTo>
                  <a:lnTo>
                    <a:pt x="3348360" y="1349069"/>
                  </a:lnTo>
                  <a:lnTo>
                    <a:pt x="3348360" y="1348639"/>
                  </a:lnTo>
                  <a:lnTo>
                    <a:pt x="3348478" y="1348639"/>
                  </a:lnTo>
                  <a:lnTo>
                    <a:pt x="3348595" y="1348639"/>
                  </a:lnTo>
                  <a:lnTo>
                    <a:pt x="3348713" y="1348639"/>
                  </a:lnTo>
                  <a:lnTo>
                    <a:pt x="3348713" y="1348208"/>
                  </a:lnTo>
                  <a:lnTo>
                    <a:pt x="3348830" y="1348208"/>
                  </a:lnTo>
                  <a:lnTo>
                    <a:pt x="3348830" y="1347778"/>
                  </a:lnTo>
                  <a:lnTo>
                    <a:pt x="3348948" y="1347778"/>
                  </a:lnTo>
                  <a:lnTo>
                    <a:pt x="3348948" y="1347347"/>
                  </a:lnTo>
                  <a:lnTo>
                    <a:pt x="3349066" y="1347347"/>
                  </a:lnTo>
                  <a:lnTo>
                    <a:pt x="3349183" y="1347347"/>
                  </a:lnTo>
                  <a:lnTo>
                    <a:pt x="3349301" y="1347347"/>
                  </a:lnTo>
                  <a:lnTo>
                    <a:pt x="3349419" y="1347347"/>
                  </a:lnTo>
                  <a:lnTo>
                    <a:pt x="3349419" y="1346916"/>
                  </a:lnTo>
                  <a:lnTo>
                    <a:pt x="3349536" y="1346916"/>
                  </a:lnTo>
                  <a:lnTo>
                    <a:pt x="3349654" y="1346916"/>
                  </a:lnTo>
                  <a:lnTo>
                    <a:pt x="3349654" y="1346486"/>
                  </a:lnTo>
                  <a:lnTo>
                    <a:pt x="3349654" y="1346055"/>
                  </a:lnTo>
                  <a:lnTo>
                    <a:pt x="3349771" y="1346055"/>
                  </a:lnTo>
                  <a:lnTo>
                    <a:pt x="3349889" y="1346055"/>
                  </a:lnTo>
                  <a:lnTo>
                    <a:pt x="3350007" y="1346055"/>
                  </a:lnTo>
                  <a:lnTo>
                    <a:pt x="3350124" y="1346055"/>
                  </a:lnTo>
                  <a:lnTo>
                    <a:pt x="3350124" y="1345625"/>
                  </a:lnTo>
                  <a:lnTo>
                    <a:pt x="3350242" y="1345625"/>
                  </a:lnTo>
                  <a:lnTo>
                    <a:pt x="3350359" y="1345625"/>
                  </a:lnTo>
                  <a:lnTo>
                    <a:pt x="3350359" y="1345194"/>
                  </a:lnTo>
                  <a:lnTo>
                    <a:pt x="3350477" y="1345194"/>
                  </a:lnTo>
                  <a:lnTo>
                    <a:pt x="3350477" y="1344763"/>
                  </a:lnTo>
                  <a:lnTo>
                    <a:pt x="3350477" y="1344333"/>
                  </a:lnTo>
                  <a:lnTo>
                    <a:pt x="3350595" y="1344333"/>
                  </a:lnTo>
                  <a:lnTo>
                    <a:pt x="3350595" y="1343902"/>
                  </a:lnTo>
                  <a:lnTo>
                    <a:pt x="3350712" y="1343902"/>
                  </a:lnTo>
                  <a:lnTo>
                    <a:pt x="3350830" y="1343902"/>
                  </a:lnTo>
                  <a:lnTo>
                    <a:pt x="3350948" y="1343902"/>
                  </a:lnTo>
                  <a:lnTo>
                    <a:pt x="3351065" y="1343902"/>
                  </a:lnTo>
                  <a:lnTo>
                    <a:pt x="3351183" y="1343902"/>
                  </a:lnTo>
                  <a:lnTo>
                    <a:pt x="3351300" y="1343902"/>
                  </a:lnTo>
                  <a:lnTo>
                    <a:pt x="3351418" y="1343902"/>
                  </a:lnTo>
                  <a:lnTo>
                    <a:pt x="3351536" y="1343902"/>
                  </a:lnTo>
                  <a:lnTo>
                    <a:pt x="3351653" y="1343902"/>
                  </a:lnTo>
                  <a:lnTo>
                    <a:pt x="3351771" y="1343902"/>
                  </a:lnTo>
                  <a:lnTo>
                    <a:pt x="3351888" y="1343902"/>
                  </a:lnTo>
                  <a:lnTo>
                    <a:pt x="3351888" y="1343472"/>
                  </a:lnTo>
                  <a:lnTo>
                    <a:pt x="3351888" y="1343041"/>
                  </a:lnTo>
                  <a:lnTo>
                    <a:pt x="3352006" y="1343041"/>
                  </a:lnTo>
                  <a:lnTo>
                    <a:pt x="3352124" y="1343041"/>
                  </a:lnTo>
                  <a:lnTo>
                    <a:pt x="3352241" y="1343041"/>
                  </a:lnTo>
                  <a:lnTo>
                    <a:pt x="3352241" y="1342610"/>
                  </a:lnTo>
                  <a:lnTo>
                    <a:pt x="3352359" y="1342610"/>
                  </a:lnTo>
                  <a:lnTo>
                    <a:pt x="3352477" y="1342610"/>
                  </a:lnTo>
                  <a:lnTo>
                    <a:pt x="3352594" y="1342610"/>
                  </a:lnTo>
                  <a:lnTo>
                    <a:pt x="3352712" y="1342610"/>
                  </a:lnTo>
                  <a:lnTo>
                    <a:pt x="3352829" y="1342610"/>
                  </a:lnTo>
                  <a:lnTo>
                    <a:pt x="3352947" y="1342610"/>
                  </a:lnTo>
                  <a:lnTo>
                    <a:pt x="3353065" y="1342610"/>
                  </a:lnTo>
                  <a:lnTo>
                    <a:pt x="3353065" y="1342180"/>
                  </a:lnTo>
                  <a:lnTo>
                    <a:pt x="3353182" y="1342180"/>
                  </a:lnTo>
                  <a:lnTo>
                    <a:pt x="3353300" y="1342180"/>
                  </a:lnTo>
                  <a:lnTo>
                    <a:pt x="3353417" y="1342180"/>
                  </a:lnTo>
                  <a:lnTo>
                    <a:pt x="3353535" y="1342180"/>
                  </a:lnTo>
                  <a:lnTo>
                    <a:pt x="3353653" y="1342180"/>
                  </a:lnTo>
                  <a:lnTo>
                    <a:pt x="3353770" y="1342180"/>
                  </a:lnTo>
                  <a:lnTo>
                    <a:pt x="3353888" y="1342180"/>
                  </a:lnTo>
                  <a:lnTo>
                    <a:pt x="3354005" y="1342180"/>
                  </a:lnTo>
                  <a:lnTo>
                    <a:pt x="3354005" y="1341749"/>
                  </a:lnTo>
                  <a:lnTo>
                    <a:pt x="3354123" y="1341749"/>
                  </a:lnTo>
                  <a:lnTo>
                    <a:pt x="3354241" y="1341749"/>
                  </a:lnTo>
                  <a:lnTo>
                    <a:pt x="3354358" y="1341749"/>
                  </a:lnTo>
                  <a:lnTo>
                    <a:pt x="3354476" y="1341749"/>
                  </a:lnTo>
                  <a:lnTo>
                    <a:pt x="3354594" y="1341749"/>
                  </a:lnTo>
                  <a:lnTo>
                    <a:pt x="3354711" y="1341749"/>
                  </a:lnTo>
                  <a:lnTo>
                    <a:pt x="3354829" y="1341749"/>
                  </a:lnTo>
                  <a:lnTo>
                    <a:pt x="3354946" y="1341749"/>
                  </a:lnTo>
                  <a:lnTo>
                    <a:pt x="3355064" y="1341749"/>
                  </a:lnTo>
                  <a:lnTo>
                    <a:pt x="3355182" y="1341749"/>
                  </a:lnTo>
                  <a:lnTo>
                    <a:pt x="3355299" y="1341749"/>
                  </a:lnTo>
                  <a:lnTo>
                    <a:pt x="3355417" y="1341749"/>
                  </a:lnTo>
                  <a:lnTo>
                    <a:pt x="3355534" y="1341749"/>
                  </a:lnTo>
                  <a:lnTo>
                    <a:pt x="3355652" y="1341749"/>
                  </a:lnTo>
                  <a:lnTo>
                    <a:pt x="3355770" y="1341749"/>
                  </a:lnTo>
                  <a:lnTo>
                    <a:pt x="3355887" y="1341749"/>
                  </a:lnTo>
                  <a:lnTo>
                    <a:pt x="3355887" y="1341319"/>
                  </a:lnTo>
                  <a:lnTo>
                    <a:pt x="3356005" y="1341319"/>
                  </a:lnTo>
                  <a:lnTo>
                    <a:pt x="3356123" y="1341319"/>
                  </a:lnTo>
                  <a:lnTo>
                    <a:pt x="3356240" y="1341319"/>
                  </a:lnTo>
                  <a:lnTo>
                    <a:pt x="3356358" y="1341319"/>
                  </a:lnTo>
                  <a:lnTo>
                    <a:pt x="3356475" y="1341319"/>
                  </a:lnTo>
                  <a:lnTo>
                    <a:pt x="3356593" y="1341319"/>
                  </a:lnTo>
                  <a:lnTo>
                    <a:pt x="3356711" y="1341319"/>
                  </a:lnTo>
                  <a:lnTo>
                    <a:pt x="3356828" y="1341319"/>
                  </a:lnTo>
                  <a:lnTo>
                    <a:pt x="3356946" y="1341319"/>
                  </a:lnTo>
                  <a:lnTo>
                    <a:pt x="3356946" y="1340888"/>
                  </a:lnTo>
                  <a:lnTo>
                    <a:pt x="3357063" y="1340888"/>
                  </a:lnTo>
                  <a:lnTo>
                    <a:pt x="3357063" y="1340457"/>
                  </a:lnTo>
                  <a:lnTo>
                    <a:pt x="3357181" y="1340457"/>
                  </a:lnTo>
                  <a:lnTo>
                    <a:pt x="3357299" y="1340457"/>
                  </a:lnTo>
                  <a:lnTo>
                    <a:pt x="3357416" y="1340457"/>
                  </a:lnTo>
                  <a:lnTo>
                    <a:pt x="3357534" y="1340457"/>
                  </a:lnTo>
                  <a:lnTo>
                    <a:pt x="3357652" y="1340457"/>
                  </a:lnTo>
                  <a:lnTo>
                    <a:pt x="3357769" y="1340457"/>
                  </a:lnTo>
                  <a:lnTo>
                    <a:pt x="3357887" y="1340457"/>
                  </a:lnTo>
                  <a:lnTo>
                    <a:pt x="3358004" y="1340457"/>
                  </a:lnTo>
                  <a:lnTo>
                    <a:pt x="3358122" y="1340457"/>
                  </a:lnTo>
                  <a:lnTo>
                    <a:pt x="3358240" y="1340457"/>
                  </a:lnTo>
                  <a:lnTo>
                    <a:pt x="3358357" y="1340457"/>
                  </a:lnTo>
                  <a:lnTo>
                    <a:pt x="3358475" y="1340457"/>
                  </a:lnTo>
                  <a:lnTo>
                    <a:pt x="3358475" y="1340027"/>
                  </a:lnTo>
                  <a:lnTo>
                    <a:pt x="3358592" y="1340027"/>
                  </a:lnTo>
                  <a:lnTo>
                    <a:pt x="3358710" y="1340027"/>
                  </a:lnTo>
                  <a:lnTo>
                    <a:pt x="3358828" y="1340027"/>
                  </a:lnTo>
                  <a:lnTo>
                    <a:pt x="3358945" y="1340027"/>
                  </a:lnTo>
                  <a:lnTo>
                    <a:pt x="3358945" y="1339596"/>
                  </a:lnTo>
                  <a:lnTo>
                    <a:pt x="3358945" y="1339166"/>
                  </a:lnTo>
                  <a:lnTo>
                    <a:pt x="3359063" y="1339166"/>
                  </a:lnTo>
                  <a:lnTo>
                    <a:pt x="3359181" y="1339166"/>
                  </a:lnTo>
                  <a:lnTo>
                    <a:pt x="3359181" y="1338735"/>
                  </a:lnTo>
                  <a:lnTo>
                    <a:pt x="3359298" y="1338735"/>
                  </a:lnTo>
                  <a:lnTo>
                    <a:pt x="3359416" y="1338735"/>
                  </a:lnTo>
                  <a:lnTo>
                    <a:pt x="3359533" y="1338735"/>
                  </a:lnTo>
                  <a:lnTo>
                    <a:pt x="3359651" y="1338735"/>
                  </a:lnTo>
                  <a:lnTo>
                    <a:pt x="3359769" y="1338735"/>
                  </a:lnTo>
                  <a:lnTo>
                    <a:pt x="3359886" y="1338735"/>
                  </a:lnTo>
                  <a:lnTo>
                    <a:pt x="3360004" y="1338735"/>
                  </a:lnTo>
                  <a:lnTo>
                    <a:pt x="3360121" y="1338735"/>
                  </a:lnTo>
                  <a:lnTo>
                    <a:pt x="3360239" y="1338735"/>
                  </a:lnTo>
                  <a:lnTo>
                    <a:pt x="3360357" y="1338735"/>
                  </a:lnTo>
                  <a:lnTo>
                    <a:pt x="3360474" y="1338735"/>
                  </a:lnTo>
                  <a:lnTo>
                    <a:pt x="3360592" y="1338735"/>
                  </a:lnTo>
                  <a:lnTo>
                    <a:pt x="3360592" y="1338304"/>
                  </a:lnTo>
                  <a:lnTo>
                    <a:pt x="3360710" y="1338304"/>
                  </a:lnTo>
                  <a:lnTo>
                    <a:pt x="3360827" y="1338304"/>
                  </a:lnTo>
                  <a:lnTo>
                    <a:pt x="3360827" y="1337874"/>
                  </a:lnTo>
                  <a:lnTo>
                    <a:pt x="3360945" y="1337874"/>
                  </a:lnTo>
                  <a:lnTo>
                    <a:pt x="3360945" y="1337443"/>
                  </a:lnTo>
                  <a:lnTo>
                    <a:pt x="3361062" y="1337443"/>
                  </a:lnTo>
                  <a:lnTo>
                    <a:pt x="3361180" y="1337443"/>
                  </a:lnTo>
                  <a:lnTo>
                    <a:pt x="3361298" y="1337443"/>
                  </a:lnTo>
                  <a:lnTo>
                    <a:pt x="3361415" y="1337443"/>
                  </a:lnTo>
                  <a:lnTo>
                    <a:pt x="3361533" y="1337443"/>
                  </a:lnTo>
                  <a:lnTo>
                    <a:pt x="3361650" y="1337443"/>
                  </a:lnTo>
                  <a:lnTo>
                    <a:pt x="3361768" y="1337443"/>
                  </a:lnTo>
                  <a:lnTo>
                    <a:pt x="3361886" y="1337443"/>
                  </a:lnTo>
                  <a:lnTo>
                    <a:pt x="3362003" y="1337443"/>
                  </a:lnTo>
                  <a:lnTo>
                    <a:pt x="3362121" y="1337443"/>
                  </a:lnTo>
                  <a:lnTo>
                    <a:pt x="3362238" y="1337443"/>
                  </a:lnTo>
                  <a:lnTo>
                    <a:pt x="3362356" y="1337443"/>
                  </a:lnTo>
                  <a:lnTo>
                    <a:pt x="3362474" y="1337443"/>
                  </a:lnTo>
                  <a:lnTo>
                    <a:pt x="3362591" y="1337443"/>
                  </a:lnTo>
                  <a:lnTo>
                    <a:pt x="3362709" y="1337443"/>
                  </a:lnTo>
                  <a:lnTo>
                    <a:pt x="3362827" y="1337443"/>
                  </a:lnTo>
                  <a:lnTo>
                    <a:pt x="3362944" y="1337443"/>
                  </a:lnTo>
                  <a:lnTo>
                    <a:pt x="3363062" y="1337443"/>
                  </a:lnTo>
                  <a:lnTo>
                    <a:pt x="3363179" y="1337443"/>
                  </a:lnTo>
                  <a:lnTo>
                    <a:pt x="3363297" y="1337443"/>
                  </a:lnTo>
                  <a:lnTo>
                    <a:pt x="3363415" y="1337443"/>
                  </a:lnTo>
                  <a:lnTo>
                    <a:pt x="3363532" y="1337443"/>
                  </a:lnTo>
                  <a:lnTo>
                    <a:pt x="3363650" y="1337443"/>
                  </a:lnTo>
                  <a:lnTo>
                    <a:pt x="3363767" y="1337443"/>
                  </a:lnTo>
                  <a:lnTo>
                    <a:pt x="3363885" y="1337443"/>
                  </a:lnTo>
                  <a:lnTo>
                    <a:pt x="3363885" y="1337013"/>
                  </a:lnTo>
                  <a:lnTo>
                    <a:pt x="3364003" y="1337013"/>
                  </a:lnTo>
                  <a:lnTo>
                    <a:pt x="3364120" y="1337013"/>
                  </a:lnTo>
                  <a:lnTo>
                    <a:pt x="3364238" y="1337013"/>
                  </a:lnTo>
                  <a:lnTo>
                    <a:pt x="3364238" y="1336582"/>
                  </a:lnTo>
                  <a:lnTo>
                    <a:pt x="3364356" y="1336582"/>
                  </a:lnTo>
                  <a:lnTo>
                    <a:pt x="3364473" y="1336582"/>
                  </a:lnTo>
                  <a:lnTo>
                    <a:pt x="3364591" y="1336582"/>
                  </a:lnTo>
                  <a:lnTo>
                    <a:pt x="3364708" y="1336582"/>
                  </a:lnTo>
                  <a:lnTo>
                    <a:pt x="3364708" y="1336151"/>
                  </a:lnTo>
                  <a:lnTo>
                    <a:pt x="3364826" y="1336151"/>
                  </a:lnTo>
                  <a:lnTo>
                    <a:pt x="3364944" y="1336151"/>
                  </a:lnTo>
                  <a:lnTo>
                    <a:pt x="3365061" y="1336151"/>
                  </a:lnTo>
                  <a:lnTo>
                    <a:pt x="3365061" y="1335721"/>
                  </a:lnTo>
                  <a:lnTo>
                    <a:pt x="3365179" y="1335721"/>
                  </a:lnTo>
                  <a:lnTo>
                    <a:pt x="3365296" y="1335721"/>
                  </a:lnTo>
                  <a:lnTo>
                    <a:pt x="3365414" y="1335721"/>
                  </a:lnTo>
                  <a:lnTo>
                    <a:pt x="3365532" y="1335721"/>
                  </a:lnTo>
                  <a:lnTo>
                    <a:pt x="3365649" y="1335721"/>
                  </a:lnTo>
                  <a:lnTo>
                    <a:pt x="3365767" y="1335721"/>
                  </a:lnTo>
                  <a:lnTo>
                    <a:pt x="3365885" y="1335721"/>
                  </a:lnTo>
                  <a:lnTo>
                    <a:pt x="3366002" y="1335721"/>
                  </a:lnTo>
                  <a:lnTo>
                    <a:pt x="3366002" y="1335290"/>
                  </a:lnTo>
                  <a:lnTo>
                    <a:pt x="3366120" y="1335290"/>
                  </a:lnTo>
                  <a:lnTo>
                    <a:pt x="3366237" y="1335290"/>
                  </a:lnTo>
                  <a:lnTo>
                    <a:pt x="3366355" y="1335290"/>
                  </a:lnTo>
                  <a:lnTo>
                    <a:pt x="3366473" y="1335290"/>
                  </a:lnTo>
                  <a:lnTo>
                    <a:pt x="3366473" y="1334860"/>
                  </a:lnTo>
                  <a:lnTo>
                    <a:pt x="3366590" y="1334860"/>
                  </a:lnTo>
                  <a:lnTo>
                    <a:pt x="3366590" y="1334429"/>
                  </a:lnTo>
                  <a:lnTo>
                    <a:pt x="3366708" y="1334429"/>
                  </a:lnTo>
                  <a:lnTo>
                    <a:pt x="3366825" y="1334429"/>
                  </a:lnTo>
                  <a:lnTo>
                    <a:pt x="3366943" y="1334429"/>
                  </a:lnTo>
                  <a:lnTo>
                    <a:pt x="3366943" y="1333998"/>
                  </a:lnTo>
                  <a:lnTo>
                    <a:pt x="3367061" y="1333998"/>
                  </a:lnTo>
                  <a:lnTo>
                    <a:pt x="3367061" y="1333568"/>
                  </a:lnTo>
                  <a:lnTo>
                    <a:pt x="3367178" y="1333568"/>
                  </a:lnTo>
                  <a:lnTo>
                    <a:pt x="3367296" y="1333568"/>
                  </a:lnTo>
                  <a:lnTo>
                    <a:pt x="3367414" y="1333568"/>
                  </a:lnTo>
                  <a:lnTo>
                    <a:pt x="3367531" y="1333568"/>
                  </a:lnTo>
                  <a:lnTo>
                    <a:pt x="3367649" y="1333568"/>
                  </a:lnTo>
                  <a:lnTo>
                    <a:pt x="3367766" y="1333568"/>
                  </a:lnTo>
                  <a:lnTo>
                    <a:pt x="3367884" y="1333568"/>
                  </a:lnTo>
                  <a:lnTo>
                    <a:pt x="3368002" y="1333568"/>
                  </a:lnTo>
                  <a:lnTo>
                    <a:pt x="3368002" y="1333137"/>
                  </a:lnTo>
                  <a:lnTo>
                    <a:pt x="3368119" y="1333137"/>
                  </a:lnTo>
                  <a:lnTo>
                    <a:pt x="3368237" y="1333137"/>
                  </a:lnTo>
                  <a:lnTo>
                    <a:pt x="3368237" y="1332707"/>
                  </a:lnTo>
                  <a:lnTo>
                    <a:pt x="3368354" y="1332707"/>
                  </a:lnTo>
                  <a:lnTo>
                    <a:pt x="3368472" y="1332707"/>
                  </a:lnTo>
                  <a:lnTo>
                    <a:pt x="3368590" y="1332707"/>
                  </a:lnTo>
                  <a:lnTo>
                    <a:pt x="3368707" y="1332707"/>
                  </a:lnTo>
                  <a:lnTo>
                    <a:pt x="3368825" y="1332707"/>
                  </a:lnTo>
                  <a:lnTo>
                    <a:pt x="3368825" y="1332276"/>
                  </a:lnTo>
                  <a:lnTo>
                    <a:pt x="3368943" y="1332276"/>
                  </a:lnTo>
                  <a:lnTo>
                    <a:pt x="3369060" y="1332276"/>
                  </a:lnTo>
                  <a:lnTo>
                    <a:pt x="3369178" y="1332276"/>
                  </a:lnTo>
                  <a:lnTo>
                    <a:pt x="3369295" y="1332276"/>
                  </a:lnTo>
                  <a:lnTo>
                    <a:pt x="3369413" y="1332276"/>
                  </a:lnTo>
                  <a:lnTo>
                    <a:pt x="3369531" y="1332276"/>
                  </a:lnTo>
                  <a:lnTo>
                    <a:pt x="3369648" y="1332276"/>
                  </a:lnTo>
                  <a:lnTo>
                    <a:pt x="3369766" y="1332276"/>
                  </a:lnTo>
                  <a:lnTo>
                    <a:pt x="3369883" y="1332276"/>
                  </a:lnTo>
                  <a:lnTo>
                    <a:pt x="3369883" y="1331845"/>
                  </a:lnTo>
                  <a:lnTo>
                    <a:pt x="3370001" y="1331845"/>
                  </a:lnTo>
                  <a:lnTo>
                    <a:pt x="3370119" y="1331845"/>
                  </a:lnTo>
                  <a:lnTo>
                    <a:pt x="3370236" y="1331845"/>
                  </a:lnTo>
                  <a:lnTo>
                    <a:pt x="3370354" y="1331845"/>
                  </a:lnTo>
                  <a:lnTo>
                    <a:pt x="3370354" y="1331415"/>
                  </a:lnTo>
                  <a:lnTo>
                    <a:pt x="3370471" y="1331415"/>
                  </a:lnTo>
                  <a:lnTo>
                    <a:pt x="3370589" y="1331415"/>
                  </a:lnTo>
                  <a:lnTo>
                    <a:pt x="3370707" y="1331415"/>
                  </a:lnTo>
                  <a:lnTo>
                    <a:pt x="3370707" y="1330984"/>
                  </a:lnTo>
                  <a:lnTo>
                    <a:pt x="3370824" y="1330984"/>
                  </a:lnTo>
                  <a:lnTo>
                    <a:pt x="3370942" y="1330984"/>
                  </a:lnTo>
                  <a:lnTo>
                    <a:pt x="3370942" y="1330554"/>
                  </a:lnTo>
                  <a:lnTo>
                    <a:pt x="3371060" y="1330554"/>
                  </a:lnTo>
                  <a:lnTo>
                    <a:pt x="3371177" y="1330554"/>
                  </a:lnTo>
                  <a:lnTo>
                    <a:pt x="3371295" y="1330554"/>
                  </a:lnTo>
                  <a:lnTo>
                    <a:pt x="3371412" y="1330554"/>
                  </a:lnTo>
                  <a:lnTo>
                    <a:pt x="3371530" y="1330554"/>
                  </a:lnTo>
                  <a:lnTo>
                    <a:pt x="3371648" y="1330554"/>
                  </a:lnTo>
                  <a:lnTo>
                    <a:pt x="3371765" y="1330554"/>
                  </a:lnTo>
                  <a:lnTo>
                    <a:pt x="3371883" y="1330554"/>
                  </a:lnTo>
                  <a:lnTo>
                    <a:pt x="3372000" y="1330554"/>
                  </a:lnTo>
                  <a:lnTo>
                    <a:pt x="3372000" y="1330123"/>
                  </a:lnTo>
                  <a:lnTo>
                    <a:pt x="3372118" y="1330123"/>
                  </a:lnTo>
                  <a:lnTo>
                    <a:pt x="3372236" y="1330123"/>
                  </a:lnTo>
                  <a:lnTo>
                    <a:pt x="3372353" y="1330123"/>
                  </a:lnTo>
                  <a:lnTo>
                    <a:pt x="3372471" y="1330123"/>
                  </a:lnTo>
                  <a:lnTo>
                    <a:pt x="3372589" y="1330123"/>
                  </a:lnTo>
                  <a:lnTo>
                    <a:pt x="3372706" y="1330123"/>
                  </a:lnTo>
                  <a:lnTo>
                    <a:pt x="3372706" y="1329692"/>
                  </a:lnTo>
                  <a:lnTo>
                    <a:pt x="3372824" y="1329692"/>
                  </a:lnTo>
                  <a:lnTo>
                    <a:pt x="3372824" y="1329262"/>
                  </a:lnTo>
                  <a:lnTo>
                    <a:pt x="3372941" y="1329262"/>
                  </a:lnTo>
                  <a:lnTo>
                    <a:pt x="3373059" y="1329262"/>
                  </a:lnTo>
                  <a:lnTo>
                    <a:pt x="3373177" y="1329262"/>
                  </a:lnTo>
                  <a:lnTo>
                    <a:pt x="3373177" y="1328831"/>
                  </a:lnTo>
                  <a:lnTo>
                    <a:pt x="3373294" y="1328831"/>
                  </a:lnTo>
                  <a:lnTo>
                    <a:pt x="3373412" y="1328831"/>
                  </a:lnTo>
                  <a:lnTo>
                    <a:pt x="3373529" y="1328831"/>
                  </a:lnTo>
                  <a:lnTo>
                    <a:pt x="3373647" y="1328831"/>
                  </a:lnTo>
                  <a:lnTo>
                    <a:pt x="3373765" y="1328831"/>
                  </a:lnTo>
                  <a:lnTo>
                    <a:pt x="3373882" y="1328831"/>
                  </a:lnTo>
                  <a:lnTo>
                    <a:pt x="3374000" y="1328831"/>
                  </a:lnTo>
                  <a:lnTo>
                    <a:pt x="3374118" y="1328831"/>
                  </a:lnTo>
                  <a:lnTo>
                    <a:pt x="3374235" y="1328831"/>
                  </a:lnTo>
                  <a:lnTo>
                    <a:pt x="3374353" y="1328831"/>
                  </a:lnTo>
                  <a:lnTo>
                    <a:pt x="3374470" y="1328831"/>
                  </a:lnTo>
                  <a:lnTo>
                    <a:pt x="3374588" y="1328831"/>
                  </a:lnTo>
                  <a:lnTo>
                    <a:pt x="3374706" y="1328831"/>
                  </a:lnTo>
                  <a:lnTo>
                    <a:pt x="3374823" y="1328831"/>
                  </a:lnTo>
                  <a:lnTo>
                    <a:pt x="3374941" y="1328831"/>
                  </a:lnTo>
                  <a:lnTo>
                    <a:pt x="3375058" y="1328831"/>
                  </a:lnTo>
                  <a:lnTo>
                    <a:pt x="3375176" y="1328831"/>
                  </a:lnTo>
                  <a:lnTo>
                    <a:pt x="3375176" y="1328401"/>
                  </a:lnTo>
                  <a:lnTo>
                    <a:pt x="3375294" y="1328401"/>
                  </a:lnTo>
                  <a:lnTo>
                    <a:pt x="3375411" y="1328401"/>
                  </a:lnTo>
                  <a:lnTo>
                    <a:pt x="3375529" y="1328401"/>
                  </a:lnTo>
                  <a:lnTo>
                    <a:pt x="3375647" y="1328401"/>
                  </a:lnTo>
                  <a:lnTo>
                    <a:pt x="3375764" y="1328401"/>
                  </a:lnTo>
                  <a:lnTo>
                    <a:pt x="3375882" y="1328401"/>
                  </a:lnTo>
                  <a:lnTo>
                    <a:pt x="3375999" y="1328401"/>
                  </a:lnTo>
                  <a:lnTo>
                    <a:pt x="3375999" y="1327970"/>
                  </a:lnTo>
                  <a:lnTo>
                    <a:pt x="3375999" y="1327539"/>
                  </a:lnTo>
                  <a:lnTo>
                    <a:pt x="3375999" y="1327109"/>
                  </a:lnTo>
                  <a:lnTo>
                    <a:pt x="3375999" y="1326678"/>
                  </a:lnTo>
                  <a:lnTo>
                    <a:pt x="3376117" y="1326678"/>
                  </a:lnTo>
                  <a:lnTo>
                    <a:pt x="3376117" y="1326248"/>
                  </a:lnTo>
                  <a:lnTo>
                    <a:pt x="3376235" y="1326248"/>
                  </a:lnTo>
                  <a:lnTo>
                    <a:pt x="3376352" y="1326248"/>
                  </a:lnTo>
                  <a:lnTo>
                    <a:pt x="3376470" y="1326248"/>
                  </a:lnTo>
                  <a:lnTo>
                    <a:pt x="3376587" y="1326248"/>
                  </a:lnTo>
                  <a:lnTo>
                    <a:pt x="3376705" y="1326248"/>
                  </a:lnTo>
                  <a:lnTo>
                    <a:pt x="3376705" y="1325817"/>
                  </a:lnTo>
                  <a:lnTo>
                    <a:pt x="3376705" y="1325386"/>
                  </a:lnTo>
                  <a:lnTo>
                    <a:pt x="3376823" y="1325386"/>
                  </a:lnTo>
                  <a:lnTo>
                    <a:pt x="3376940" y="1325386"/>
                  </a:lnTo>
                  <a:lnTo>
                    <a:pt x="3377058" y="1325386"/>
                  </a:lnTo>
                  <a:lnTo>
                    <a:pt x="3377176" y="1325386"/>
                  </a:lnTo>
                  <a:lnTo>
                    <a:pt x="3377293" y="1325386"/>
                  </a:lnTo>
                  <a:lnTo>
                    <a:pt x="3377411" y="1325386"/>
                  </a:lnTo>
                  <a:lnTo>
                    <a:pt x="3377411" y="1324956"/>
                  </a:lnTo>
                  <a:lnTo>
                    <a:pt x="3377528" y="1324956"/>
                  </a:lnTo>
                  <a:lnTo>
                    <a:pt x="3377528" y="1324525"/>
                  </a:lnTo>
                  <a:lnTo>
                    <a:pt x="3377646" y="1324525"/>
                  </a:lnTo>
                  <a:lnTo>
                    <a:pt x="3377764" y="1324525"/>
                  </a:lnTo>
                  <a:lnTo>
                    <a:pt x="3377881" y="1324525"/>
                  </a:lnTo>
                  <a:lnTo>
                    <a:pt x="3377999" y="1324525"/>
                  </a:lnTo>
                  <a:lnTo>
                    <a:pt x="3378116" y="1324525"/>
                  </a:lnTo>
                  <a:lnTo>
                    <a:pt x="3378234" y="1324525"/>
                  </a:lnTo>
                  <a:lnTo>
                    <a:pt x="3378352" y="1324525"/>
                  </a:lnTo>
                  <a:lnTo>
                    <a:pt x="3378469" y="1324525"/>
                  </a:lnTo>
                  <a:lnTo>
                    <a:pt x="3378587" y="1324525"/>
                  </a:lnTo>
                  <a:lnTo>
                    <a:pt x="3378587" y="1324095"/>
                  </a:lnTo>
                  <a:lnTo>
                    <a:pt x="3378704" y="1324095"/>
                  </a:lnTo>
                  <a:lnTo>
                    <a:pt x="3378822" y="1324095"/>
                  </a:lnTo>
                  <a:lnTo>
                    <a:pt x="3378940" y="1324095"/>
                  </a:lnTo>
                  <a:lnTo>
                    <a:pt x="3379057" y="1324095"/>
                  </a:lnTo>
                  <a:lnTo>
                    <a:pt x="3379175" y="1324095"/>
                  </a:lnTo>
                  <a:lnTo>
                    <a:pt x="3379293" y="1324095"/>
                  </a:lnTo>
                  <a:lnTo>
                    <a:pt x="3379410" y="1324095"/>
                  </a:lnTo>
                  <a:lnTo>
                    <a:pt x="3379528" y="1324095"/>
                  </a:lnTo>
                  <a:lnTo>
                    <a:pt x="3379528" y="1323664"/>
                  </a:lnTo>
                  <a:lnTo>
                    <a:pt x="3379645" y="1323664"/>
                  </a:lnTo>
                  <a:lnTo>
                    <a:pt x="3379763" y="1323664"/>
                  </a:lnTo>
                  <a:lnTo>
                    <a:pt x="3379881" y="1323664"/>
                  </a:lnTo>
                  <a:lnTo>
                    <a:pt x="3379998" y="1323664"/>
                  </a:lnTo>
                  <a:lnTo>
                    <a:pt x="3380116" y="1323664"/>
                  </a:lnTo>
                  <a:lnTo>
                    <a:pt x="3380233" y="1323664"/>
                  </a:lnTo>
                  <a:lnTo>
                    <a:pt x="3380351" y="1323664"/>
                  </a:lnTo>
                  <a:lnTo>
                    <a:pt x="3380469" y="1323664"/>
                  </a:lnTo>
                  <a:lnTo>
                    <a:pt x="3380586" y="1323664"/>
                  </a:lnTo>
                  <a:lnTo>
                    <a:pt x="3380586" y="1323233"/>
                  </a:lnTo>
                  <a:lnTo>
                    <a:pt x="3380704" y="1323233"/>
                  </a:lnTo>
                  <a:lnTo>
                    <a:pt x="3380822" y="1323233"/>
                  </a:lnTo>
                  <a:lnTo>
                    <a:pt x="3380939" y="1323233"/>
                  </a:lnTo>
                  <a:lnTo>
                    <a:pt x="3381057" y="1323233"/>
                  </a:lnTo>
                  <a:lnTo>
                    <a:pt x="3381057" y="1322803"/>
                  </a:lnTo>
                  <a:lnTo>
                    <a:pt x="3381174" y="1322803"/>
                  </a:lnTo>
                  <a:lnTo>
                    <a:pt x="3381174" y="1322372"/>
                  </a:lnTo>
                  <a:lnTo>
                    <a:pt x="3381292" y="1322372"/>
                  </a:lnTo>
                  <a:lnTo>
                    <a:pt x="3381410" y="1322372"/>
                  </a:lnTo>
                  <a:lnTo>
                    <a:pt x="3381527" y="1322372"/>
                  </a:lnTo>
                  <a:lnTo>
                    <a:pt x="3381527" y="1321942"/>
                  </a:lnTo>
                  <a:lnTo>
                    <a:pt x="3381645" y="1321942"/>
                  </a:lnTo>
                  <a:lnTo>
                    <a:pt x="3381762" y="1321942"/>
                  </a:lnTo>
                  <a:lnTo>
                    <a:pt x="3381880" y="1321942"/>
                  </a:lnTo>
                  <a:lnTo>
                    <a:pt x="3381998" y="1321942"/>
                  </a:lnTo>
                  <a:lnTo>
                    <a:pt x="3382115" y="1321942"/>
                  </a:lnTo>
                  <a:lnTo>
                    <a:pt x="3382115" y="1321511"/>
                  </a:lnTo>
                  <a:lnTo>
                    <a:pt x="3382233" y="1321511"/>
                  </a:lnTo>
                  <a:lnTo>
                    <a:pt x="3382351" y="1321511"/>
                  </a:lnTo>
                  <a:lnTo>
                    <a:pt x="3382468" y="1321511"/>
                  </a:lnTo>
                  <a:lnTo>
                    <a:pt x="3382586" y="1321511"/>
                  </a:lnTo>
                  <a:lnTo>
                    <a:pt x="3382586" y="1321080"/>
                  </a:lnTo>
                  <a:lnTo>
                    <a:pt x="3382703" y="1321080"/>
                  </a:lnTo>
                  <a:lnTo>
                    <a:pt x="3382703" y="1320650"/>
                  </a:lnTo>
                  <a:lnTo>
                    <a:pt x="3382821" y="1320650"/>
                  </a:lnTo>
                  <a:lnTo>
                    <a:pt x="3382939" y="1320650"/>
                  </a:lnTo>
                  <a:lnTo>
                    <a:pt x="3383056" y="1320650"/>
                  </a:lnTo>
                  <a:lnTo>
                    <a:pt x="3383174" y="1320650"/>
                  </a:lnTo>
                  <a:lnTo>
                    <a:pt x="3383291" y="1320650"/>
                  </a:lnTo>
                  <a:lnTo>
                    <a:pt x="3383291" y="1320219"/>
                  </a:lnTo>
                  <a:lnTo>
                    <a:pt x="3383409" y="1320219"/>
                  </a:lnTo>
                  <a:lnTo>
                    <a:pt x="3383527" y="1320219"/>
                  </a:lnTo>
                  <a:lnTo>
                    <a:pt x="3383644" y="1320219"/>
                  </a:lnTo>
                  <a:lnTo>
                    <a:pt x="3383762" y="1320219"/>
                  </a:lnTo>
                  <a:lnTo>
                    <a:pt x="3383880" y="1320219"/>
                  </a:lnTo>
                  <a:lnTo>
                    <a:pt x="3383997" y="1320219"/>
                  </a:lnTo>
                  <a:lnTo>
                    <a:pt x="3384115" y="1320219"/>
                  </a:lnTo>
                  <a:lnTo>
                    <a:pt x="3384115" y="1319789"/>
                  </a:lnTo>
                  <a:lnTo>
                    <a:pt x="3384232" y="1319789"/>
                  </a:lnTo>
                  <a:lnTo>
                    <a:pt x="3384350" y="1319789"/>
                  </a:lnTo>
                  <a:lnTo>
                    <a:pt x="3384468" y="1319789"/>
                  </a:lnTo>
                  <a:lnTo>
                    <a:pt x="3384585" y="1319789"/>
                  </a:lnTo>
                  <a:lnTo>
                    <a:pt x="3384703" y="1319789"/>
                  </a:lnTo>
                  <a:lnTo>
                    <a:pt x="3384820" y="1319789"/>
                  </a:lnTo>
                  <a:lnTo>
                    <a:pt x="3384938" y="1319789"/>
                  </a:lnTo>
                  <a:lnTo>
                    <a:pt x="3385056" y="1319789"/>
                  </a:lnTo>
                  <a:lnTo>
                    <a:pt x="3385056" y="1319358"/>
                  </a:lnTo>
                  <a:lnTo>
                    <a:pt x="3385056" y="1318927"/>
                  </a:lnTo>
                  <a:lnTo>
                    <a:pt x="3385173" y="1318927"/>
                  </a:lnTo>
                  <a:lnTo>
                    <a:pt x="3385291" y="1318927"/>
                  </a:lnTo>
                  <a:lnTo>
                    <a:pt x="3385409" y="1318927"/>
                  </a:lnTo>
                  <a:lnTo>
                    <a:pt x="3385526" y="1318927"/>
                  </a:lnTo>
                  <a:lnTo>
                    <a:pt x="3385644" y="1318927"/>
                  </a:lnTo>
                  <a:lnTo>
                    <a:pt x="3385761" y="1318927"/>
                  </a:lnTo>
                  <a:lnTo>
                    <a:pt x="3385879" y="1318927"/>
                  </a:lnTo>
                  <a:lnTo>
                    <a:pt x="3385997" y="1318927"/>
                  </a:lnTo>
                  <a:lnTo>
                    <a:pt x="3386114" y="1318927"/>
                  </a:lnTo>
                  <a:lnTo>
                    <a:pt x="3386232" y="1318927"/>
                  </a:lnTo>
                  <a:lnTo>
                    <a:pt x="3386349" y="1318927"/>
                  </a:lnTo>
                  <a:lnTo>
                    <a:pt x="3386467" y="1318927"/>
                  </a:lnTo>
                  <a:lnTo>
                    <a:pt x="3386585" y="1318927"/>
                  </a:lnTo>
                  <a:lnTo>
                    <a:pt x="3386702" y="1318927"/>
                  </a:lnTo>
                  <a:lnTo>
                    <a:pt x="3386820" y="1318927"/>
                  </a:lnTo>
                  <a:lnTo>
                    <a:pt x="3386937" y="1318927"/>
                  </a:lnTo>
                  <a:lnTo>
                    <a:pt x="3387055" y="1318927"/>
                  </a:lnTo>
                  <a:lnTo>
                    <a:pt x="3387173" y="1318927"/>
                  </a:lnTo>
                  <a:lnTo>
                    <a:pt x="3387290" y="1318927"/>
                  </a:lnTo>
                  <a:lnTo>
                    <a:pt x="3387290" y="1318497"/>
                  </a:lnTo>
                  <a:lnTo>
                    <a:pt x="3387408" y="1318497"/>
                  </a:lnTo>
                  <a:lnTo>
                    <a:pt x="3387526" y="1318497"/>
                  </a:lnTo>
                  <a:lnTo>
                    <a:pt x="3387643" y="1318497"/>
                  </a:lnTo>
                  <a:lnTo>
                    <a:pt x="3387643" y="1318066"/>
                  </a:lnTo>
                  <a:lnTo>
                    <a:pt x="3387761" y="1318066"/>
                  </a:lnTo>
                  <a:lnTo>
                    <a:pt x="3387878" y="1318066"/>
                  </a:lnTo>
                  <a:lnTo>
                    <a:pt x="3387996" y="1318066"/>
                  </a:lnTo>
                  <a:lnTo>
                    <a:pt x="3388114" y="1318066"/>
                  </a:lnTo>
                  <a:lnTo>
                    <a:pt x="3388231" y="1318066"/>
                  </a:lnTo>
                  <a:lnTo>
                    <a:pt x="3388349" y="1318066"/>
                  </a:lnTo>
                  <a:lnTo>
                    <a:pt x="3388466" y="1318066"/>
                  </a:lnTo>
                  <a:lnTo>
                    <a:pt x="3388584" y="1318066"/>
                  </a:lnTo>
                  <a:lnTo>
                    <a:pt x="3388702" y="1318066"/>
                  </a:lnTo>
                  <a:lnTo>
                    <a:pt x="3388819" y="1318066"/>
                  </a:lnTo>
                  <a:lnTo>
                    <a:pt x="3388937" y="1318066"/>
                  </a:lnTo>
                  <a:lnTo>
                    <a:pt x="3389055" y="1318066"/>
                  </a:lnTo>
                  <a:lnTo>
                    <a:pt x="3389172" y="1318066"/>
                  </a:lnTo>
                  <a:lnTo>
                    <a:pt x="3389290" y="1318066"/>
                  </a:lnTo>
                  <a:lnTo>
                    <a:pt x="3389407" y="1318066"/>
                  </a:lnTo>
                  <a:lnTo>
                    <a:pt x="3389525" y="1318066"/>
                  </a:lnTo>
                  <a:lnTo>
                    <a:pt x="3389643" y="1318066"/>
                  </a:lnTo>
                  <a:lnTo>
                    <a:pt x="3389760" y="1318066"/>
                  </a:lnTo>
                  <a:lnTo>
                    <a:pt x="3389760" y="1317636"/>
                  </a:lnTo>
                  <a:lnTo>
                    <a:pt x="3389878" y="1317636"/>
                  </a:lnTo>
                  <a:lnTo>
                    <a:pt x="3389995" y="1317636"/>
                  </a:lnTo>
                  <a:lnTo>
                    <a:pt x="3390113" y="1317636"/>
                  </a:lnTo>
                  <a:lnTo>
                    <a:pt x="3390231" y="1317636"/>
                  </a:lnTo>
                  <a:lnTo>
                    <a:pt x="3390348" y="1317636"/>
                  </a:lnTo>
                  <a:lnTo>
                    <a:pt x="3390466" y="1317636"/>
                  </a:lnTo>
                  <a:lnTo>
                    <a:pt x="3390584" y="1317636"/>
                  </a:lnTo>
                  <a:lnTo>
                    <a:pt x="3390701" y="1317636"/>
                  </a:lnTo>
                  <a:lnTo>
                    <a:pt x="3390819" y="1317636"/>
                  </a:lnTo>
                  <a:lnTo>
                    <a:pt x="3390936" y="1317636"/>
                  </a:lnTo>
                  <a:lnTo>
                    <a:pt x="3391054" y="1317636"/>
                  </a:lnTo>
                  <a:lnTo>
                    <a:pt x="3391172" y="1317636"/>
                  </a:lnTo>
                  <a:lnTo>
                    <a:pt x="3391289" y="1317636"/>
                  </a:lnTo>
                  <a:lnTo>
                    <a:pt x="3391407" y="1317636"/>
                  </a:lnTo>
                  <a:lnTo>
                    <a:pt x="3391524" y="1317636"/>
                  </a:lnTo>
                  <a:lnTo>
                    <a:pt x="3391642" y="1317636"/>
                  </a:lnTo>
                  <a:lnTo>
                    <a:pt x="3391760" y="1317636"/>
                  </a:lnTo>
                  <a:lnTo>
                    <a:pt x="3391877" y="1317636"/>
                  </a:lnTo>
                  <a:lnTo>
                    <a:pt x="3391995" y="1317636"/>
                  </a:lnTo>
                  <a:lnTo>
                    <a:pt x="3392113" y="1317636"/>
                  </a:lnTo>
                  <a:lnTo>
                    <a:pt x="3392230" y="1317636"/>
                  </a:lnTo>
                  <a:lnTo>
                    <a:pt x="3392230" y="1317205"/>
                  </a:lnTo>
                  <a:lnTo>
                    <a:pt x="3392348" y="1317205"/>
                  </a:lnTo>
                  <a:lnTo>
                    <a:pt x="3392465" y="1317205"/>
                  </a:lnTo>
                  <a:lnTo>
                    <a:pt x="3392583" y="1317205"/>
                  </a:lnTo>
                  <a:lnTo>
                    <a:pt x="3392701" y="1317205"/>
                  </a:lnTo>
                  <a:lnTo>
                    <a:pt x="3392818" y="1317205"/>
                  </a:lnTo>
                  <a:lnTo>
                    <a:pt x="3392818" y="1316774"/>
                  </a:lnTo>
                  <a:lnTo>
                    <a:pt x="3392936" y="1316774"/>
                  </a:lnTo>
                  <a:lnTo>
                    <a:pt x="3393053" y="1316774"/>
                  </a:lnTo>
                  <a:lnTo>
                    <a:pt x="3393171" y="1316774"/>
                  </a:lnTo>
                  <a:lnTo>
                    <a:pt x="3393289" y="1316774"/>
                  </a:lnTo>
                  <a:lnTo>
                    <a:pt x="3393406" y="1316774"/>
                  </a:lnTo>
                  <a:lnTo>
                    <a:pt x="3393524" y="1316774"/>
                  </a:lnTo>
                  <a:lnTo>
                    <a:pt x="3393524" y="1316344"/>
                  </a:lnTo>
                  <a:lnTo>
                    <a:pt x="3393641" y="1316344"/>
                  </a:lnTo>
                  <a:lnTo>
                    <a:pt x="3393759" y="1316344"/>
                  </a:lnTo>
                  <a:lnTo>
                    <a:pt x="3393877" y="1316344"/>
                  </a:lnTo>
                  <a:lnTo>
                    <a:pt x="3393994" y="1316344"/>
                  </a:lnTo>
                  <a:lnTo>
                    <a:pt x="3394112" y="1316344"/>
                  </a:lnTo>
                  <a:lnTo>
                    <a:pt x="3394112" y="1315913"/>
                  </a:lnTo>
                  <a:lnTo>
                    <a:pt x="3394230" y="1315913"/>
                  </a:lnTo>
                  <a:lnTo>
                    <a:pt x="3394347" y="1315913"/>
                  </a:lnTo>
                  <a:lnTo>
                    <a:pt x="3394465" y="1315913"/>
                  </a:lnTo>
                  <a:lnTo>
                    <a:pt x="3394465" y="1315483"/>
                  </a:lnTo>
                  <a:lnTo>
                    <a:pt x="3394582" y="1315483"/>
                  </a:lnTo>
                  <a:lnTo>
                    <a:pt x="3394700" y="1315483"/>
                  </a:lnTo>
                  <a:lnTo>
                    <a:pt x="3394700" y="1315052"/>
                  </a:lnTo>
                  <a:lnTo>
                    <a:pt x="3394818" y="1315052"/>
                  </a:lnTo>
                  <a:lnTo>
                    <a:pt x="3394935" y="1315052"/>
                  </a:lnTo>
                  <a:lnTo>
                    <a:pt x="3395053" y="1315052"/>
                  </a:lnTo>
                  <a:lnTo>
                    <a:pt x="3395170" y="1315052"/>
                  </a:lnTo>
                  <a:lnTo>
                    <a:pt x="3395288" y="1315052"/>
                  </a:lnTo>
                  <a:lnTo>
                    <a:pt x="3395406" y="1315052"/>
                  </a:lnTo>
                  <a:lnTo>
                    <a:pt x="3395523" y="1315052"/>
                  </a:lnTo>
                  <a:lnTo>
                    <a:pt x="3395641" y="1315052"/>
                  </a:lnTo>
                  <a:lnTo>
                    <a:pt x="3395759" y="1315052"/>
                  </a:lnTo>
                  <a:lnTo>
                    <a:pt x="3395876" y="1315052"/>
                  </a:lnTo>
                  <a:lnTo>
                    <a:pt x="3395994" y="1315052"/>
                  </a:lnTo>
                  <a:lnTo>
                    <a:pt x="3396111" y="1315052"/>
                  </a:lnTo>
                  <a:lnTo>
                    <a:pt x="3396111" y="1314621"/>
                  </a:lnTo>
                  <a:lnTo>
                    <a:pt x="3396229" y="1314621"/>
                  </a:lnTo>
                  <a:lnTo>
                    <a:pt x="3396347" y="1314621"/>
                  </a:lnTo>
                  <a:lnTo>
                    <a:pt x="3396347" y="1314191"/>
                  </a:lnTo>
                  <a:lnTo>
                    <a:pt x="3396464" y="1314191"/>
                  </a:lnTo>
                  <a:lnTo>
                    <a:pt x="3396582" y="1314191"/>
                  </a:lnTo>
                  <a:lnTo>
                    <a:pt x="3396699" y="1314191"/>
                  </a:lnTo>
                  <a:lnTo>
                    <a:pt x="3396817" y="1314191"/>
                  </a:lnTo>
                  <a:lnTo>
                    <a:pt x="3396817" y="1313760"/>
                  </a:lnTo>
                  <a:lnTo>
                    <a:pt x="3396935" y="1313760"/>
                  </a:lnTo>
                  <a:lnTo>
                    <a:pt x="3397052" y="1313760"/>
                  </a:lnTo>
                  <a:lnTo>
                    <a:pt x="3397170" y="1313760"/>
                  </a:lnTo>
                  <a:lnTo>
                    <a:pt x="3397288" y="1313760"/>
                  </a:lnTo>
                  <a:lnTo>
                    <a:pt x="3397405" y="1313760"/>
                  </a:lnTo>
                  <a:lnTo>
                    <a:pt x="3397523" y="1313760"/>
                  </a:lnTo>
                  <a:lnTo>
                    <a:pt x="3397640" y="1313760"/>
                  </a:lnTo>
                  <a:lnTo>
                    <a:pt x="3397758" y="1313760"/>
                  </a:lnTo>
                  <a:lnTo>
                    <a:pt x="3397876" y="1313760"/>
                  </a:lnTo>
                  <a:lnTo>
                    <a:pt x="3397993" y="1313760"/>
                  </a:lnTo>
                  <a:lnTo>
                    <a:pt x="3398111" y="1313760"/>
                  </a:lnTo>
                  <a:lnTo>
                    <a:pt x="3398228" y="1313760"/>
                  </a:lnTo>
                  <a:lnTo>
                    <a:pt x="3398346" y="1313760"/>
                  </a:lnTo>
                  <a:lnTo>
                    <a:pt x="3398464" y="1313760"/>
                  </a:lnTo>
                  <a:lnTo>
                    <a:pt x="3398581" y="1313760"/>
                  </a:lnTo>
                  <a:lnTo>
                    <a:pt x="3398699" y="1313760"/>
                  </a:lnTo>
                  <a:lnTo>
                    <a:pt x="3398817" y="1313760"/>
                  </a:lnTo>
                  <a:lnTo>
                    <a:pt x="3398934" y="1313760"/>
                  </a:lnTo>
                  <a:lnTo>
                    <a:pt x="3399052" y="1313760"/>
                  </a:lnTo>
                  <a:lnTo>
                    <a:pt x="3399169" y="1313760"/>
                  </a:lnTo>
                  <a:lnTo>
                    <a:pt x="3399287" y="1313760"/>
                  </a:lnTo>
                  <a:lnTo>
                    <a:pt x="3399405" y="1313760"/>
                  </a:lnTo>
                  <a:lnTo>
                    <a:pt x="3399522" y="1313760"/>
                  </a:lnTo>
                  <a:lnTo>
                    <a:pt x="3399640" y="1313760"/>
                  </a:lnTo>
                  <a:lnTo>
                    <a:pt x="3399757" y="1313760"/>
                  </a:lnTo>
                  <a:lnTo>
                    <a:pt x="3399875" y="1313760"/>
                  </a:lnTo>
                  <a:lnTo>
                    <a:pt x="3399993" y="1313760"/>
                  </a:lnTo>
                  <a:lnTo>
                    <a:pt x="3400110" y="1313760"/>
                  </a:lnTo>
                  <a:lnTo>
                    <a:pt x="3400228" y="1313760"/>
                  </a:lnTo>
                  <a:lnTo>
                    <a:pt x="3400346" y="1313760"/>
                  </a:lnTo>
                  <a:lnTo>
                    <a:pt x="3400463" y="1313760"/>
                  </a:lnTo>
                  <a:lnTo>
                    <a:pt x="3400581" y="1313760"/>
                  </a:lnTo>
                  <a:lnTo>
                    <a:pt x="3400698" y="1313760"/>
                  </a:lnTo>
                  <a:lnTo>
                    <a:pt x="3400816" y="1313760"/>
                  </a:lnTo>
                  <a:lnTo>
                    <a:pt x="3400934" y="1313760"/>
                  </a:lnTo>
                  <a:lnTo>
                    <a:pt x="3401051" y="1313760"/>
                  </a:lnTo>
                  <a:lnTo>
                    <a:pt x="3401169" y="1313760"/>
                  </a:lnTo>
                  <a:lnTo>
                    <a:pt x="3401286" y="1313760"/>
                  </a:lnTo>
                  <a:lnTo>
                    <a:pt x="3401404" y="1313760"/>
                  </a:lnTo>
                  <a:lnTo>
                    <a:pt x="3401522" y="1313760"/>
                  </a:lnTo>
                  <a:lnTo>
                    <a:pt x="3401639" y="1313760"/>
                  </a:lnTo>
                  <a:lnTo>
                    <a:pt x="3401757" y="1313760"/>
                  </a:lnTo>
                  <a:lnTo>
                    <a:pt x="3401874" y="1313760"/>
                  </a:lnTo>
                  <a:lnTo>
                    <a:pt x="3401992" y="1313760"/>
                  </a:lnTo>
                  <a:lnTo>
                    <a:pt x="3402110" y="1313760"/>
                  </a:lnTo>
                  <a:lnTo>
                    <a:pt x="3402227" y="1313760"/>
                  </a:lnTo>
                  <a:lnTo>
                    <a:pt x="3402345" y="1313760"/>
                  </a:lnTo>
                  <a:lnTo>
                    <a:pt x="3402463" y="1313760"/>
                  </a:lnTo>
                  <a:lnTo>
                    <a:pt x="3402580" y="1313760"/>
                  </a:lnTo>
                  <a:lnTo>
                    <a:pt x="3402698" y="1313760"/>
                  </a:lnTo>
                  <a:lnTo>
                    <a:pt x="3402815" y="1313760"/>
                  </a:lnTo>
                  <a:lnTo>
                    <a:pt x="3402933" y="1313760"/>
                  </a:lnTo>
                  <a:lnTo>
                    <a:pt x="3403051" y="1313760"/>
                  </a:lnTo>
                  <a:lnTo>
                    <a:pt x="3403168" y="1313760"/>
                  </a:lnTo>
                  <a:lnTo>
                    <a:pt x="3403286" y="1313760"/>
                  </a:lnTo>
                  <a:lnTo>
                    <a:pt x="3403403" y="1313760"/>
                  </a:lnTo>
                  <a:lnTo>
                    <a:pt x="3403521" y="1313760"/>
                  </a:lnTo>
                  <a:lnTo>
                    <a:pt x="3403639" y="1313760"/>
                  </a:lnTo>
                  <a:lnTo>
                    <a:pt x="3403756" y="1313760"/>
                  </a:lnTo>
                  <a:lnTo>
                    <a:pt x="3403756" y="1313330"/>
                  </a:lnTo>
                  <a:lnTo>
                    <a:pt x="3403756" y="1312899"/>
                  </a:lnTo>
                  <a:lnTo>
                    <a:pt x="3403874" y="1312899"/>
                  </a:lnTo>
                  <a:lnTo>
                    <a:pt x="3403992" y="1312899"/>
                  </a:lnTo>
                  <a:lnTo>
                    <a:pt x="3404109" y="1312899"/>
                  </a:lnTo>
                  <a:lnTo>
                    <a:pt x="3404227" y="1312899"/>
                  </a:lnTo>
                  <a:lnTo>
                    <a:pt x="3404344" y="1312899"/>
                  </a:lnTo>
                  <a:lnTo>
                    <a:pt x="3404462" y="1312899"/>
                  </a:lnTo>
                  <a:lnTo>
                    <a:pt x="3404580" y="1312899"/>
                  </a:lnTo>
                  <a:lnTo>
                    <a:pt x="3404697" y="1312899"/>
                  </a:lnTo>
                  <a:lnTo>
                    <a:pt x="3404815" y="1312899"/>
                  </a:lnTo>
                  <a:lnTo>
                    <a:pt x="3404932" y="1312899"/>
                  </a:lnTo>
                  <a:lnTo>
                    <a:pt x="3405050" y="1312899"/>
                  </a:lnTo>
                  <a:lnTo>
                    <a:pt x="3405168" y="1312899"/>
                  </a:lnTo>
                  <a:lnTo>
                    <a:pt x="3405285" y="1312899"/>
                  </a:lnTo>
                  <a:lnTo>
                    <a:pt x="3405403" y="1312899"/>
                  </a:lnTo>
                  <a:lnTo>
                    <a:pt x="3405403" y="1312468"/>
                  </a:lnTo>
                  <a:lnTo>
                    <a:pt x="3405403" y="1312038"/>
                  </a:lnTo>
                  <a:lnTo>
                    <a:pt x="3405521" y="1312038"/>
                  </a:lnTo>
                  <a:lnTo>
                    <a:pt x="3405638" y="1312038"/>
                  </a:lnTo>
                  <a:lnTo>
                    <a:pt x="3405756" y="1312038"/>
                  </a:lnTo>
                  <a:lnTo>
                    <a:pt x="3405756" y="1311607"/>
                  </a:lnTo>
                  <a:lnTo>
                    <a:pt x="3405756" y="1311177"/>
                  </a:lnTo>
                  <a:lnTo>
                    <a:pt x="3405873" y="1311177"/>
                  </a:lnTo>
                  <a:lnTo>
                    <a:pt x="3405991" y="1311177"/>
                  </a:lnTo>
                  <a:lnTo>
                    <a:pt x="3406109" y="1311177"/>
                  </a:lnTo>
                  <a:lnTo>
                    <a:pt x="3406226" y="1311177"/>
                  </a:lnTo>
                  <a:lnTo>
                    <a:pt x="3406344" y="1311177"/>
                  </a:lnTo>
                  <a:lnTo>
                    <a:pt x="3406344" y="1310746"/>
                  </a:lnTo>
                  <a:lnTo>
                    <a:pt x="3406461" y="1310746"/>
                  </a:lnTo>
                  <a:lnTo>
                    <a:pt x="3406461" y="1310315"/>
                  </a:lnTo>
                  <a:lnTo>
                    <a:pt x="3406579" y="1310315"/>
                  </a:lnTo>
                  <a:lnTo>
                    <a:pt x="3406697" y="1310315"/>
                  </a:lnTo>
                  <a:lnTo>
                    <a:pt x="3406814" y="1310315"/>
                  </a:lnTo>
                  <a:lnTo>
                    <a:pt x="3406814" y="1309885"/>
                  </a:lnTo>
                  <a:lnTo>
                    <a:pt x="3406932" y="1309885"/>
                  </a:lnTo>
                  <a:lnTo>
                    <a:pt x="3407050" y="1309885"/>
                  </a:lnTo>
                  <a:lnTo>
                    <a:pt x="3407050" y="1309454"/>
                  </a:lnTo>
                  <a:lnTo>
                    <a:pt x="3407167" y="1309454"/>
                  </a:lnTo>
                  <a:lnTo>
                    <a:pt x="3407285" y="1309454"/>
                  </a:lnTo>
                  <a:lnTo>
                    <a:pt x="3407402" y="1309454"/>
                  </a:lnTo>
                  <a:lnTo>
                    <a:pt x="3407520" y="1309454"/>
                  </a:lnTo>
                  <a:lnTo>
                    <a:pt x="3407638" y="1309454"/>
                  </a:lnTo>
                  <a:lnTo>
                    <a:pt x="3407638" y="1309024"/>
                  </a:lnTo>
                  <a:lnTo>
                    <a:pt x="3407755" y="1309024"/>
                  </a:lnTo>
                  <a:lnTo>
                    <a:pt x="3407873" y="1309024"/>
                  </a:lnTo>
                  <a:lnTo>
                    <a:pt x="3407990" y="1309024"/>
                  </a:lnTo>
                  <a:lnTo>
                    <a:pt x="3407990" y="1308593"/>
                  </a:lnTo>
                  <a:lnTo>
                    <a:pt x="3408108" y="1308593"/>
                  </a:lnTo>
                  <a:lnTo>
                    <a:pt x="3408226" y="1308593"/>
                  </a:lnTo>
                  <a:lnTo>
                    <a:pt x="3408343" y="1308593"/>
                  </a:lnTo>
                  <a:lnTo>
                    <a:pt x="3408461" y="1308593"/>
                  </a:lnTo>
                  <a:lnTo>
                    <a:pt x="3408579" y="1308593"/>
                  </a:lnTo>
                  <a:lnTo>
                    <a:pt x="3408696" y="1308593"/>
                  </a:lnTo>
                  <a:lnTo>
                    <a:pt x="3408814" y="1308593"/>
                  </a:lnTo>
                  <a:lnTo>
                    <a:pt x="3408931" y="1308593"/>
                  </a:lnTo>
                  <a:lnTo>
                    <a:pt x="3408931" y="1308162"/>
                  </a:lnTo>
                  <a:lnTo>
                    <a:pt x="3409049" y="1308162"/>
                  </a:lnTo>
                  <a:lnTo>
                    <a:pt x="3409167" y="1308162"/>
                  </a:lnTo>
                  <a:lnTo>
                    <a:pt x="3409167" y="1307732"/>
                  </a:lnTo>
                  <a:lnTo>
                    <a:pt x="3409284" y="1307732"/>
                  </a:lnTo>
                  <a:lnTo>
                    <a:pt x="3409402" y="1307732"/>
                  </a:lnTo>
                  <a:lnTo>
                    <a:pt x="3409402" y="1307301"/>
                  </a:lnTo>
                  <a:lnTo>
                    <a:pt x="3409519" y="1307301"/>
                  </a:lnTo>
                  <a:lnTo>
                    <a:pt x="3409519" y="1306871"/>
                  </a:lnTo>
                  <a:lnTo>
                    <a:pt x="3409519" y="1306440"/>
                  </a:lnTo>
                  <a:lnTo>
                    <a:pt x="3409637" y="1306440"/>
                  </a:lnTo>
                  <a:lnTo>
                    <a:pt x="3409637" y="1306009"/>
                  </a:lnTo>
                  <a:lnTo>
                    <a:pt x="3409755" y="1306009"/>
                  </a:lnTo>
                  <a:lnTo>
                    <a:pt x="3409872" y="1306009"/>
                  </a:lnTo>
                  <a:lnTo>
                    <a:pt x="3409990" y="1306009"/>
                  </a:lnTo>
                  <a:lnTo>
                    <a:pt x="3410107" y="1306009"/>
                  </a:lnTo>
                  <a:lnTo>
                    <a:pt x="3410225" y="1306009"/>
                  </a:lnTo>
                  <a:lnTo>
                    <a:pt x="3410225" y="1305579"/>
                  </a:lnTo>
                  <a:lnTo>
                    <a:pt x="3410343" y="1305579"/>
                  </a:lnTo>
                  <a:lnTo>
                    <a:pt x="3410460" y="1305579"/>
                  </a:lnTo>
                  <a:lnTo>
                    <a:pt x="3410578" y="1305579"/>
                  </a:lnTo>
                  <a:lnTo>
                    <a:pt x="3410696" y="1305579"/>
                  </a:lnTo>
                  <a:lnTo>
                    <a:pt x="3410813" y="1305579"/>
                  </a:lnTo>
                  <a:lnTo>
                    <a:pt x="3410931" y="1305579"/>
                  </a:lnTo>
                  <a:lnTo>
                    <a:pt x="3411048" y="1305579"/>
                  </a:lnTo>
                  <a:lnTo>
                    <a:pt x="3411166" y="1305579"/>
                  </a:lnTo>
                  <a:lnTo>
                    <a:pt x="3411284" y="1305579"/>
                  </a:lnTo>
                  <a:lnTo>
                    <a:pt x="3411284" y="1305148"/>
                  </a:lnTo>
                  <a:lnTo>
                    <a:pt x="3411284" y="1304718"/>
                  </a:lnTo>
                  <a:lnTo>
                    <a:pt x="3411401" y="1304718"/>
                  </a:lnTo>
                  <a:lnTo>
                    <a:pt x="3411519" y="1304718"/>
                  </a:lnTo>
                  <a:lnTo>
                    <a:pt x="3411636" y="1304718"/>
                  </a:lnTo>
                  <a:lnTo>
                    <a:pt x="3411754" y="1304718"/>
                  </a:lnTo>
                  <a:lnTo>
                    <a:pt x="3411872" y="1304718"/>
                  </a:lnTo>
                  <a:lnTo>
                    <a:pt x="3411872" y="1304287"/>
                  </a:lnTo>
                  <a:lnTo>
                    <a:pt x="3411989" y="1304287"/>
                  </a:lnTo>
                  <a:lnTo>
                    <a:pt x="3412107" y="1304287"/>
                  </a:lnTo>
                  <a:lnTo>
                    <a:pt x="3412225" y="1304287"/>
                  </a:lnTo>
                  <a:lnTo>
                    <a:pt x="3412342" y="1304287"/>
                  </a:lnTo>
                  <a:lnTo>
                    <a:pt x="3412460" y="1304287"/>
                  </a:lnTo>
                  <a:lnTo>
                    <a:pt x="3412577" y="1304287"/>
                  </a:lnTo>
                  <a:lnTo>
                    <a:pt x="3412695" y="1304287"/>
                  </a:lnTo>
                  <a:lnTo>
                    <a:pt x="3412813" y="1304287"/>
                  </a:lnTo>
                  <a:lnTo>
                    <a:pt x="3412930" y="1304287"/>
                  </a:lnTo>
                  <a:lnTo>
                    <a:pt x="3413048" y="1304287"/>
                  </a:lnTo>
                  <a:lnTo>
                    <a:pt x="3413165" y="1304287"/>
                  </a:lnTo>
                  <a:lnTo>
                    <a:pt x="3413283" y="1304287"/>
                  </a:lnTo>
                  <a:lnTo>
                    <a:pt x="3413401" y="1304287"/>
                  </a:lnTo>
                  <a:lnTo>
                    <a:pt x="3413518" y="1304287"/>
                  </a:lnTo>
                  <a:lnTo>
                    <a:pt x="3413518" y="1303856"/>
                  </a:lnTo>
                  <a:lnTo>
                    <a:pt x="3413636" y="1303856"/>
                  </a:lnTo>
                  <a:lnTo>
                    <a:pt x="3413636" y="1303426"/>
                  </a:lnTo>
                  <a:lnTo>
                    <a:pt x="3413754" y="1303426"/>
                  </a:lnTo>
                  <a:lnTo>
                    <a:pt x="3413871" y="1303426"/>
                  </a:lnTo>
                  <a:lnTo>
                    <a:pt x="3413989" y="1303426"/>
                  </a:lnTo>
                  <a:lnTo>
                    <a:pt x="3414106" y="1303426"/>
                  </a:lnTo>
                  <a:lnTo>
                    <a:pt x="3414224" y="1303426"/>
                  </a:lnTo>
                  <a:lnTo>
                    <a:pt x="3414342" y="1303426"/>
                  </a:lnTo>
                  <a:lnTo>
                    <a:pt x="3414459" y="1303426"/>
                  </a:lnTo>
                  <a:lnTo>
                    <a:pt x="3414577" y="1303426"/>
                  </a:lnTo>
                  <a:lnTo>
                    <a:pt x="3414694" y="1303426"/>
                  </a:lnTo>
                  <a:lnTo>
                    <a:pt x="3414812" y="1303426"/>
                  </a:lnTo>
                  <a:lnTo>
                    <a:pt x="3414930" y="1303426"/>
                  </a:lnTo>
                  <a:lnTo>
                    <a:pt x="3414930" y="1302995"/>
                  </a:lnTo>
                  <a:lnTo>
                    <a:pt x="3415047" y="1302995"/>
                  </a:lnTo>
                  <a:lnTo>
                    <a:pt x="3415165" y="1302995"/>
                  </a:lnTo>
                  <a:lnTo>
                    <a:pt x="3415283" y="1302995"/>
                  </a:lnTo>
                  <a:lnTo>
                    <a:pt x="3415283" y="1302565"/>
                  </a:lnTo>
                  <a:lnTo>
                    <a:pt x="3415400" y="1302565"/>
                  </a:lnTo>
                  <a:lnTo>
                    <a:pt x="3415518" y="1302565"/>
                  </a:lnTo>
                  <a:lnTo>
                    <a:pt x="3415635" y="1302565"/>
                  </a:lnTo>
                  <a:lnTo>
                    <a:pt x="3415753" y="1302565"/>
                  </a:lnTo>
                  <a:lnTo>
                    <a:pt x="3415871" y="1302565"/>
                  </a:lnTo>
                  <a:lnTo>
                    <a:pt x="3415988" y="1302565"/>
                  </a:lnTo>
                  <a:lnTo>
                    <a:pt x="3416106" y="1302565"/>
                  </a:lnTo>
                  <a:lnTo>
                    <a:pt x="3416106" y="1302134"/>
                  </a:lnTo>
                  <a:lnTo>
                    <a:pt x="3416106" y="1301703"/>
                  </a:lnTo>
                  <a:lnTo>
                    <a:pt x="3416223" y="1301703"/>
                  </a:lnTo>
                  <a:lnTo>
                    <a:pt x="3416341" y="1301703"/>
                  </a:lnTo>
                  <a:lnTo>
                    <a:pt x="3416459" y="1301703"/>
                  </a:lnTo>
                  <a:lnTo>
                    <a:pt x="3416459" y="1301273"/>
                  </a:lnTo>
                  <a:lnTo>
                    <a:pt x="3416459" y="1300842"/>
                  </a:lnTo>
                  <a:lnTo>
                    <a:pt x="3416576" y="1300842"/>
                  </a:lnTo>
                  <a:lnTo>
                    <a:pt x="3416694" y="1300842"/>
                  </a:lnTo>
                  <a:lnTo>
                    <a:pt x="3416694" y="1300412"/>
                  </a:lnTo>
                  <a:lnTo>
                    <a:pt x="3416812" y="1300412"/>
                  </a:lnTo>
                  <a:lnTo>
                    <a:pt x="3416812" y="1299981"/>
                  </a:lnTo>
                  <a:lnTo>
                    <a:pt x="3416929" y="1299981"/>
                  </a:lnTo>
                  <a:lnTo>
                    <a:pt x="3417047" y="1299981"/>
                  </a:lnTo>
                  <a:lnTo>
                    <a:pt x="3417164" y="1299981"/>
                  </a:lnTo>
                  <a:lnTo>
                    <a:pt x="3417164" y="1299550"/>
                  </a:lnTo>
                  <a:lnTo>
                    <a:pt x="3417282" y="1299550"/>
                  </a:lnTo>
                  <a:lnTo>
                    <a:pt x="3417400" y="1299550"/>
                  </a:lnTo>
                  <a:lnTo>
                    <a:pt x="3417400" y="1299120"/>
                  </a:lnTo>
                  <a:lnTo>
                    <a:pt x="3417517" y="1299120"/>
                  </a:lnTo>
                  <a:lnTo>
                    <a:pt x="3417635" y="1299120"/>
                  </a:lnTo>
                  <a:lnTo>
                    <a:pt x="3417752" y="1299120"/>
                  </a:lnTo>
                  <a:lnTo>
                    <a:pt x="3417870" y="1299120"/>
                  </a:lnTo>
                  <a:lnTo>
                    <a:pt x="3417988" y="1299120"/>
                  </a:lnTo>
                  <a:lnTo>
                    <a:pt x="3417988" y="1298689"/>
                  </a:lnTo>
                  <a:lnTo>
                    <a:pt x="3418105" y="1298689"/>
                  </a:lnTo>
                  <a:lnTo>
                    <a:pt x="3418223" y="1298689"/>
                  </a:lnTo>
                  <a:lnTo>
                    <a:pt x="3418223" y="1298259"/>
                  </a:lnTo>
                  <a:lnTo>
                    <a:pt x="3418340" y="1298259"/>
                  </a:lnTo>
                  <a:lnTo>
                    <a:pt x="3418458" y="1298259"/>
                  </a:lnTo>
                  <a:lnTo>
                    <a:pt x="3418576" y="1298259"/>
                  </a:lnTo>
                  <a:lnTo>
                    <a:pt x="3418576" y="1297828"/>
                  </a:lnTo>
                  <a:lnTo>
                    <a:pt x="3418576" y="1297397"/>
                  </a:lnTo>
                  <a:lnTo>
                    <a:pt x="3418693" y="1297397"/>
                  </a:lnTo>
                  <a:lnTo>
                    <a:pt x="3418811" y="1297397"/>
                  </a:lnTo>
                  <a:lnTo>
                    <a:pt x="3418929" y="1297397"/>
                  </a:lnTo>
                  <a:lnTo>
                    <a:pt x="3418929" y="1296967"/>
                  </a:lnTo>
                  <a:lnTo>
                    <a:pt x="3419046" y="1296967"/>
                  </a:lnTo>
                  <a:lnTo>
                    <a:pt x="3419164" y="1296967"/>
                  </a:lnTo>
                  <a:lnTo>
                    <a:pt x="3419281" y="1296967"/>
                  </a:lnTo>
                  <a:lnTo>
                    <a:pt x="3419399" y="1296967"/>
                  </a:lnTo>
                  <a:lnTo>
                    <a:pt x="3419517" y="1296967"/>
                  </a:lnTo>
                  <a:lnTo>
                    <a:pt x="3419634" y="1296967"/>
                  </a:lnTo>
                  <a:lnTo>
                    <a:pt x="3419752" y="1296967"/>
                  </a:lnTo>
                  <a:lnTo>
                    <a:pt x="3419869" y="1296967"/>
                  </a:lnTo>
                  <a:lnTo>
                    <a:pt x="3419987" y="1296967"/>
                  </a:lnTo>
                  <a:lnTo>
                    <a:pt x="3419987" y="1296536"/>
                  </a:lnTo>
                  <a:lnTo>
                    <a:pt x="3420105" y="1296536"/>
                  </a:lnTo>
                  <a:lnTo>
                    <a:pt x="3420222" y="1296536"/>
                  </a:lnTo>
                  <a:lnTo>
                    <a:pt x="3420340" y="1296536"/>
                  </a:lnTo>
                  <a:lnTo>
                    <a:pt x="3420340" y="1296106"/>
                  </a:lnTo>
                  <a:lnTo>
                    <a:pt x="3420458" y="1296106"/>
                  </a:lnTo>
                  <a:lnTo>
                    <a:pt x="3420575" y="1296106"/>
                  </a:lnTo>
                  <a:lnTo>
                    <a:pt x="3420693" y="1296106"/>
                  </a:lnTo>
                  <a:lnTo>
                    <a:pt x="3420693" y="1295675"/>
                  </a:lnTo>
                  <a:lnTo>
                    <a:pt x="3420810" y="1295675"/>
                  </a:lnTo>
                  <a:lnTo>
                    <a:pt x="3420928" y="1295675"/>
                  </a:lnTo>
                  <a:lnTo>
                    <a:pt x="3421046" y="1295675"/>
                  </a:lnTo>
                  <a:lnTo>
                    <a:pt x="3421163" y="1295675"/>
                  </a:lnTo>
                  <a:lnTo>
                    <a:pt x="3421281" y="1295675"/>
                  </a:lnTo>
                  <a:lnTo>
                    <a:pt x="3421398" y="1295675"/>
                  </a:lnTo>
                  <a:lnTo>
                    <a:pt x="3421516" y="1295675"/>
                  </a:lnTo>
                  <a:lnTo>
                    <a:pt x="3421634" y="1295675"/>
                  </a:lnTo>
                  <a:lnTo>
                    <a:pt x="3421751" y="1295675"/>
                  </a:lnTo>
                  <a:lnTo>
                    <a:pt x="3421869" y="1295675"/>
                  </a:lnTo>
                  <a:lnTo>
                    <a:pt x="3421987" y="1295675"/>
                  </a:lnTo>
                  <a:lnTo>
                    <a:pt x="3422104" y="1295675"/>
                  </a:lnTo>
                  <a:lnTo>
                    <a:pt x="3422222" y="1295675"/>
                  </a:lnTo>
                  <a:lnTo>
                    <a:pt x="3422339" y="1295675"/>
                  </a:lnTo>
                  <a:lnTo>
                    <a:pt x="3422457" y="1295675"/>
                  </a:lnTo>
                  <a:lnTo>
                    <a:pt x="3422575" y="1295675"/>
                  </a:lnTo>
                  <a:lnTo>
                    <a:pt x="3422692" y="1295675"/>
                  </a:lnTo>
                  <a:lnTo>
                    <a:pt x="3422810" y="1295675"/>
                  </a:lnTo>
                  <a:lnTo>
                    <a:pt x="3422927" y="1295675"/>
                  </a:lnTo>
                  <a:lnTo>
                    <a:pt x="3423045" y="1295675"/>
                  </a:lnTo>
                  <a:lnTo>
                    <a:pt x="3423163" y="1295675"/>
                  </a:lnTo>
                  <a:lnTo>
                    <a:pt x="3423280" y="1295675"/>
                  </a:lnTo>
                  <a:lnTo>
                    <a:pt x="3423398" y="1295675"/>
                  </a:lnTo>
                  <a:lnTo>
                    <a:pt x="3423516" y="1295675"/>
                  </a:lnTo>
                  <a:lnTo>
                    <a:pt x="3423633" y="1295675"/>
                  </a:lnTo>
                  <a:lnTo>
                    <a:pt x="3423751" y="1295675"/>
                  </a:lnTo>
                  <a:lnTo>
                    <a:pt x="3423868" y="1295675"/>
                  </a:lnTo>
                  <a:lnTo>
                    <a:pt x="3423986" y="1295675"/>
                  </a:lnTo>
                  <a:lnTo>
                    <a:pt x="3424104" y="1295675"/>
                  </a:lnTo>
                  <a:lnTo>
                    <a:pt x="3424221" y="1295675"/>
                  </a:lnTo>
                  <a:lnTo>
                    <a:pt x="3424339" y="1295675"/>
                  </a:lnTo>
                  <a:lnTo>
                    <a:pt x="3424339" y="1295244"/>
                  </a:lnTo>
                  <a:lnTo>
                    <a:pt x="3424456" y="1295244"/>
                  </a:lnTo>
                  <a:lnTo>
                    <a:pt x="3424574" y="1295244"/>
                  </a:lnTo>
                  <a:lnTo>
                    <a:pt x="3424692" y="1295244"/>
                  </a:lnTo>
                  <a:lnTo>
                    <a:pt x="3424809" y="1295244"/>
                  </a:lnTo>
                  <a:lnTo>
                    <a:pt x="3424927" y="1295244"/>
                  </a:lnTo>
                  <a:lnTo>
                    <a:pt x="3425045" y="1295244"/>
                  </a:lnTo>
                  <a:lnTo>
                    <a:pt x="3425045" y="1294814"/>
                  </a:lnTo>
                  <a:lnTo>
                    <a:pt x="3425162" y="1294814"/>
                  </a:lnTo>
                  <a:lnTo>
                    <a:pt x="3425280" y="1294814"/>
                  </a:lnTo>
                  <a:lnTo>
                    <a:pt x="3425397" y="1294814"/>
                  </a:lnTo>
                  <a:lnTo>
                    <a:pt x="3425515" y="1294814"/>
                  </a:lnTo>
                  <a:lnTo>
                    <a:pt x="3425633" y="1294814"/>
                  </a:lnTo>
                  <a:lnTo>
                    <a:pt x="3425633" y="1294383"/>
                  </a:lnTo>
                  <a:lnTo>
                    <a:pt x="3425750" y="1294383"/>
                  </a:lnTo>
                  <a:lnTo>
                    <a:pt x="3425868" y="1294383"/>
                  </a:lnTo>
                  <a:lnTo>
                    <a:pt x="3425985" y="1294383"/>
                  </a:lnTo>
                  <a:lnTo>
                    <a:pt x="3425985" y="1293953"/>
                  </a:lnTo>
                  <a:lnTo>
                    <a:pt x="3426103" y="1293953"/>
                  </a:lnTo>
                  <a:lnTo>
                    <a:pt x="3426221" y="1293953"/>
                  </a:lnTo>
                  <a:lnTo>
                    <a:pt x="3426221" y="1293522"/>
                  </a:lnTo>
                  <a:lnTo>
                    <a:pt x="3426338" y="1293522"/>
                  </a:lnTo>
                  <a:lnTo>
                    <a:pt x="3426456" y="1293522"/>
                  </a:lnTo>
                  <a:lnTo>
                    <a:pt x="3426573" y="1293522"/>
                  </a:lnTo>
                  <a:lnTo>
                    <a:pt x="3426691" y="1293522"/>
                  </a:lnTo>
                  <a:lnTo>
                    <a:pt x="3426809" y="1293522"/>
                  </a:lnTo>
                  <a:lnTo>
                    <a:pt x="3426926" y="1293522"/>
                  </a:lnTo>
                  <a:lnTo>
                    <a:pt x="3427044" y="1293522"/>
                  </a:lnTo>
                  <a:lnTo>
                    <a:pt x="3427044" y="1293091"/>
                  </a:lnTo>
                  <a:lnTo>
                    <a:pt x="3427162" y="1293091"/>
                  </a:lnTo>
                  <a:lnTo>
                    <a:pt x="3427162" y="1292661"/>
                  </a:lnTo>
                  <a:lnTo>
                    <a:pt x="3427162" y="1292230"/>
                  </a:lnTo>
                  <a:lnTo>
                    <a:pt x="3427162" y="1291800"/>
                  </a:lnTo>
                  <a:lnTo>
                    <a:pt x="3427279" y="1291800"/>
                  </a:lnTo>
                  <a:lnTo>
                    <a:pt x="3427279" y="1291369"/>
                  </a:lnTo>
                  <a:lnTo>
                    <a:pt x="3427397" y="1291369"/>
                  </a:lnTo>
                  <a:lnTo>
                    <a:pt x="3427397" y="1290938"/>
                  </a:lnTo>
                  <a:lnTo>
                    <a:pt x="3427514" y="1290938"/>
                  </a:lnTo>
                  <a:lnTo>
                    <a:pt x="3427632" y="1290938"/>
                  </a:lnTo>
                  <a:lnTo>
                    <a:pt x="3427750" y="1290938"/>
                  </a:lnTo>
                  <a:lnTo>
                    <a:pt x="3427867" y="1290938"/>
                  </a:lnTo>
                  <a:lnTo>
                    <a:pt x="3427985" y="1290938"/>
                  </a:lnTo>
                  <a:lnTo>
                    <a:pt x="3427985" y="1290508"/>
                  </a:lnTo>
                  <a:lnTo>
                    <a:pt x="3428102" y="1290508"/>
                  </a:lnTo>
                  <a:lnTo>
                    <a:pt x="3428220" y="1290508"/>
                  </a:lnTo>
                  <a:lnTo>
                    <a:pt x="3428338" y="1290508"/>
                  </a:lnTo>
                  <a:lnTo>
                    <a:pt x="3428455" y="1290508"/>
                  </a:lnTo>
                  <a:lnTo>
                    <a:pt x="3428573" y="1290508"/>
                  </a:lnTo>
                  <a:lnTo>
                    <a:pt x="3428691" y="1290508"/>
                  </a:lnTo>
                  <a:lnTo>
                    <a:pt x="3428691" y="1290077"/>
                  </a:lnTo>
                  <a:lnTo>
                    <a:pt x="3428691" y="1289647"/>
                  </a:lnTo>
                  <a:lnTo>
                    <a:pt x="3428808" y="1289647"/>
                  </a:lnTo>
                  <a:lnTo>
                    <a:pt x="3428926" y="1289647"/>
                  </a:lnTo>
                  <a:lnTo>
                    <a:pt x="3429043" y="1289647"/>
                  </a:lnTo>
                  <a:lnTo>
                    <a:pt x="3429161" y="1289647"/>
                  </a:lnTo>
                  <a:lnTo>
                    <a:pt x="3429161" y="1289216"/>
                  </a:lnTo>
                  <a:lnTo>
                    <a:pt x="3429161" y="1288785"/>
                  </a:lnTo>
                  <a:lnTo>
                    <a:pt x="3429161" y="1288355"/>
                  </a:lnTo>
                  <a:lnTo>
                    <a:pt x="3429279" y="1288355"/>
                  </a:lnTo>
                  <a:lnTo>
                    <a:pt x="3429396" y="1288355"/>
                  </a:lnTo>
                  <a:lnTo>
                    <a:pt x="3429514" y="1288355"/>
                  </a:lnTo>
                  <a:lnTo>
                    <a:pt x="3429631" y="1288355"/>
                  </a:lnTo>
                  <a:lnTo>
                    <a:pt x="3429749" y="1288355"/>
                  </a:lnTo>
                  <a:lnTo>
                    <a:pt x="3429867" y="1288355"/>
                  </a:lnTo>
                  <a:lnTo>
                    <a:pt x="3429867" y="1287924"/>
                  </a:lnTo>
                  <a:lnTo>
                    <a:pt x="3429984" y="1287924"/>
                  </a:lnTo>
                  <a:lnTo>
                    <a:pt x="3430102" y="1287924"/>
                  </a:lnTo>
                  <a:lnTo>
                    <a:pt x="3430220" y="1287924"/>
                  </a:lnTo>
                  <a:lnTo>
                    <a:pt x="3430337" y="1287924"/>
                  </a:lnTo>
                  <a:lnTo>
                    <a:pt x="3430455" y="1287924"/>
                  </a:lnTo>
                  <a:lnTo>
                    <a:pt x="3430572" y="1287924"/>
                  </a:lnTo>
                  <a:lnTo>
                    <a:pt x="3430690" y="1287924"/>
                  </a:lnTo>
                  <a:lnTo>
                    <a:pt x="3430808" y="1287924"/>
                  </a:lnTo>
                  <a:lnTo>
                    <a:pt x="3430808" y="1287494"/>
                  </a:lnTo>
                  <a:lnTo>
                    <a:pt x="3430925" y="1287494"/>
                  </a:lnTo>
                  <a:lnTo>
                    <a:pt x="3431043" y="1287494"/>
                  </a:lnTo>
                  <a:lnTo>
                    <a:pt x="3431160" y="1287494"/>
                  </a:lnTo>
                  <a:lnTo>
                    <a:pt x="3431278" y="1287494"/>
                  </a:lnTo>
                  <a:lnTo>
                    <a:pt x="3431396" y="1287494"/>
                  </a:lnTo>
                  <a:lnTo>
                    <a:pt x="3431513" y="1287494"/>
                  </a:lnTo>
                  <a:lnTo>
                    <a:pt x="3431631" y="1287494"/>
                  </a:lnTo>
                  <a:lnTo>
                    <a:pt x="3431631" y="1287063"/>
                  </a:lnTo>
                  <a:lnTo>
                    <a:pt x="3431749" y="1287063"/>
                  </a:lnTo>
                  <a:lnTo>
                    <a:pt x="3431866" y="1287063"/>
                  </a:lnTo>
                  <a:lnTo>
                    <a:pt x="3431984" y="1287063"/>
                  </a:lnTo>
                  <a:lnTo>
                    <a:pt x="3432101" y="1287063"/>
                  </a:lnTo>
                  <a:lnTo>
                    <a:pt x="3432219" y="1287063"/>
                  </a:lnTo>
                  <a:lnTo>
                    <a:pt x="3432219" y="1286632"/>
                  </a:lnTo>
                  <a:lnTo>
                    <a:pt x="3432337" y="1286632"/>
                  </a:lnTo>
                  <a:lnTo>
                    <a:pt x="3432337" y="1286202"/>
                  </a:lnTo>
                  <a:lnTo>
                    <a:pt x="3432454" y="1286202"/>
                  </a:lnTo>
                  <a:lnTo>
                    <a:pt x="3432572" y="1286202"/>
                  </a:lnTo>
                  <a:lnTo>
                    <a:pt x="3432689" y="1286202"/>
                  </a:lnTo>
                  <a:lnTo>
                    <a:pt x="3432807" y="1286202"/>
                  </a:lnTo>
                  <a:lnTo>
                    <a:pt x="3432925" y="1286202"/>
                  </a:lnTo>
                  <a:lnTo>
                    <a:pt x="3433042" y="1286202"/>
                  </a:lnTo>
                  <a:lnTo>
                    <a:pt x="3433160" y="1286202"/>
                  </a:lnTo>
                  <a:lnTo>
                    <a:pt x="3433278" y="1286202"/>
                  </a:lnTo>
                  <a:lnTo>
                    <a:pt x="3433395" y="1286202"/>
                  </a:lnTo>
                  <a:lnTo>
                    <a:pt x="3433513" y="1286202"/>
                  </a:lnTo>
                  <a:lnTo>
                    <a:pt x="3433630" y="1286202"/>
                  </a:lnTo>
                  <a:lnTo>
                    <a:pt x="3433748" y="1286202"/>
                  </a:lnTo>
                  <a:lnTo>
                    <a:pt x="3433866" y="1286202"/>
                  </a:lnTo>
                  <a:lnTo>
                    <a:pt x="3433983" y="1286202"/>
                  </a:lnTo>
                  <a:lnTo>
                    <a:pt x="3434101" y="1286202"/>
                  </a:lnTo>
                  <a:lnTo>
                    <a:pt x="3434218" y="1286202"/>
                  </a:lnTo>
                  <a:lnTo>
                    <a:pt x="3434336" y="1286202"/>
                  </a:lnTo>
                  <a:lnTo>
                    <a:pt x="3434454" y="1286202"/>
                  </a:lnTo>
                  <a:lnTo>
                    <a:pt x="3434571" y="1286202"/>
                  </a:lnTo>
                  <a:lnTo>
                    <a:pt x="3434689" y="1286202"/>
                  </a:lnTo>
                  <a:lnTo>
                    <a:pt x="3434806" y="1286202"/>
                  </a:lnTo>
                  <a:lnTo>
                    <a:pt x="3434924" y="1286202"/>
                  </a:lnTo>
                  <a:lnTo>
                    <a:pt x="3435042" y="1286202"/>
                  </a:lnTo>
                  <a:lnTo>
                    <a:pt x="3435159" y="1286202"/>
                  </a:lnTo>
                  <a:lnTo>
                    <a:pt x="3435159" y="1285771"/>
                  </a:lnTo>
                  <a:lnTo>
                    <a:pt x="3435277" y="1285771"/>
                  </a:lnTo>
                  <a:lnTo>
                    <a:pt x="3435395" y="1285771"/>
                  </a:lnTo>
                  <a:lnTo>
                    <a:pt x="3435512" y="1285771"/>
                  </a:lnTo>
                  <a:lnTo>
                    <a:pt x="3435630" y="1285771"/>
                  </a:lnTo>
                  <a:lnTo>
                    <a:pt x="3435747" y="1285771"/>
                  </a:lnTo>
                  <a:lnTo>
                    <a:pt x="3435865" y="1285771"/>
                  </a:lnTo>
                  <a:lnTo>
                    <a:pt x="3435865" y="1285341"/>
                  </a:lnTo>
                  <a:lnTo>
                    <a:pt x="3435983" y="1285341"/>
                  </a:lnTo>
                  <a:lnTo>
                    <a:pt x="3436100" y="1285341"/>
                  </a:lnTo>
                  <a:lnTo>
                    <a:pt x="3436218" y="1285341"/>
                  </a:lnTo>
                  <a:lnTo>
                    <a:pt x="3436335" y="1285341"/>
                  </a:lnTo>
                  <a:lnTo>
                    <a:pt x="3436335" y="1284910"/>
                  </a:lnTo>
                  <a:lnTo>
                    <a:pt x="3436453" y="1284910"/>
                  </a:lnTo>
                  <a:lnTo>
                    <a:pt x="3436571" y="1284910"/>
                  </a:lnTo>
                  <a:lnTo>
                    <a:pt x="3436688" y="1284910"/>
                  </a:lnTo>
                  <a:lnTo>
                    <a:pt x="3436806" y="1284910"/>
                  </a:lnTo>
                  <a:lnTo>
                    <a:pt x="3436924" y="1284910"/>
                  </a:lnTo>
                  <a:lnTo>
                    <a:pt x="3437041" y="1284910"/>
                  </a:lnTo>
                  <a:lnTo>
                    <a:pt x="3437159" y="1284910"/>
                  </a:lnTo>
                  <a:lnTo>
                    <a:pt x="3437159" y="1284479"/>
                  </a:lnTo>
                  <a:lnTo>
                    <a:pt x="3437276" y="1284479"/>
                  </a:lnTo>
                  <a:lnTo>
                    <a:pt x="3437394" y="1284479"/>
                  </a:lnTo>
                  <a:lnTo>
                    <a:pt x="3437394" y="1284049"/>
                  </a:lnTo>
                  <a:lnTo>
                    <a:pt x="3437512" y="1284049"/>
                  </a:lnTo>
                  <a:lnTo>
                    <a:pt x="3437512" y="1283618"/>
                  </a:lnTo>
                  <a:lnTo>
                    <a:pt x="3437629" y="1283618"/>
                  </a:lnTo>
                  <a:lnTo>
                    <a:pt x="3437629" y="1283188"/>
                  </a:lnTo>
                  <a:lnTo>
                    <a:pt x="3437747" y="1283188"/>
                  </a:lnTo>
                  <a:lnTo>
                    <a:pt x="3437864" y="1283188"/>
                  </a:lnTo>
                  <a:lnTo>
                    <a:pt x="3437864" y="1282757"/>
                  </a:lnTo>
                  <a:lnTo>
                    <a:pt x="3437982" y="1282757"/>
                  </a:lnTo>
                  <a:lnTo>
                    <a:pt x="3438100" y="1282757"/>
                  </a:lnTo>
                  <a:lnTo>
                    <a:pt x="3438217" y="1282757"/>
                  </a:lnTo>
                  <a:lnTo>
                    <a:pt x="3438217" y="1282326"/>
                  </a:lnTo>
                  <a:lnTo>
                    <a:pt x="3438335" y="1282326"/>
                  </a:lnTo>
                  <a:lnTo>
                    <a:pt x="3438453" y="1282326"/>
                  </a:lnTo>
                  <a:lnTo>
                    <a:pt x="3438570" y="1282326"/>
                  </a:lnTo>
                  <a:lnTo>
                    <a:pt x="3438688" y="1282326"/>
                  </a:lnTo>
                  <a:lnTo>
                    <a:pt x="3438805" y="1282326"/>
                  </a:lnTo>
                  <a:lnTo>
                    <a:pt x="3438923" y="1282326"/>
                  </a:lnTo>
                  <a:lnTo>
                    <a:pt x="3439041" y="1282326"/>
                  </a:lnTo>
                  <a:lnTo>
                    <a:pt x="3439041" y="1281896"/>
                  </a:lnTo>
                  <a:lnTo>
                    <a:pt x="3439041" y="1281465"/>
                  </a:lnTo>
                  <a:lnTo>
                    <a:pt x="3439158" y="1281465"/>
                  </a:lnTo>
                  <a:lnTo>
                    <a:pt x="3439276" y="1281465"/>
                  </a:lnTo>
                  <a:lnTo>
                    <a:pt x="3439393" y="1281465"/>
                  </a:lnTo>
                  <a:lnTo>
                    <a:pt x="3439511" y="1281465"/>
                  </a:lnTo>
                  <a:lnTo>
                    <a:pt x="3439629" y="1281465"/>
                  </a:lnTo>
                  <a:lnTo>
                    <a:pt x="3439629" y="1281035"/>
                  </a:lnTo>
                  <a:lnTo>
                    <a:pt x="3439629" y="1280604"/>
                  </a:lnTo>
                  <a:lnTo>
                    <a:pt x="3439629" y="1280173"/>
                  </a:lnTo>
                  <a:lnTo>
                    <a:pt x="3439746" y="1280173"/>
                  </a:lnTo>
                  <a:lnTo>
                    <a:pt x="3439746" y="1279743"/>
                  </a:lnTo>
                  <a:lnTo>
                    <a:pt x="3439864" y="1279743"/>
                  </a:lnTo>
                  <a:lnTo>
                    <a:pt x="3439982" y="1279743"/>
                  </a:lnTo>
                  <a:lnTo>
                    <a:pt x="3440099" y="1279743"/>
                  </a:lnTo>
                  <a:lnTo>
                    <a:pt x="3440217" y="1279743"/>
                  </a:lnTo>
                  <a:lnTo>
                    <a:pt x="3440334" y="1279743"/>
                  </a:lnTo>
                  <a:lnTo>
                    <a:pt x="3440452" y="1279743"/>
                  </a:lnTo>
                  <a:lnTo>
                    <a:pt x="3440570" y="1279743"/>
                  </a:lnTo>
                  <a:lnTo>
                    <a:pt x="3440687" y="1279743"/>
                  </a:lnTo>
                  <a:lnTo>
                    <a:pt x="3440805" y="1279743"/>
                  </a:lnTo>
                  <a:lnTo>
                    <a:pt x="3440922" y="1279743"/>
                  </a:lnTo>
                  <a:lnTo>
                    <a:pt x="3441040" y="1279743"/>
                  </a:lnTo>
                  <a:lnTo>
                    <a:pt x="3441158" y="1279743"/>
                  </a:lnTo>
                  <a:lnTo>
                    <a:pt x="3441275" y="1279743"/>
                  </a:lnTo>
                  <a:lnTo>
                    <a:pt x="3441393" y="1279743"/>
                  </a:lnTo>
                  <a:lnTo>
                    <a:pt x="3441511" y="1279743"/>
                  </a:lnTo>
                  <a:lnTo>
                    <a:pt x="3441628" y="1279743"/>
                  </a:lnTo>
                  <a:lnTo>
                    <a:pt x="3441746" y="1279743"/>
                  </a:lnTo>
                  <a:lnTo>
                    <a:pt x="3441863" y="1279743"/>
                  </a:lnTo>
                  <a:lnTo>
                    <a:pt x="3441981" y="1279743"/>
                  </a:lnTo>
                  <a:lnTo>
                    <a:pt x="3442099" y="1279743"/>
                  </a:lnTo>
                  <a:lnTo>
                    <a:pt x="3442216" y="1279743"/>
                  </a:lnTo>
                  <a:lnTo>
                    <a:pt x="3442334" y="1279743"/>
                  </a:lnTo>
                  <a:lnTo>
                    <a:pt x="3442451" y="1279743"/>
                  </a:lnTo>
                  <a:lnTo>
                    <a:pt x="3442569" y="1279743"/>
                  </a:lnTo>
                  <a:lnTo>
                    <a:pt x="3442687" y="1279743"/>
                  </a:lnTo>
                  <a:lnTo>
                    <a:pt x="3442804" y="1279743"/>
                  </a:lnTo>
                  <a:lnTo>
                    <a:pt x="3442922" y="1279743"/>
                  </a:lnTo>
                  <a:lnTo>
                    <a:pt x="3443039" y="1279743"/>
                  </a:lnTo>
                  <a:lnTo>
                    <a:pt x="3443157" y="1279743"/>
                  </a:lnTo>
                  <a:lnTo>
                    <a:pt x="3443275" y="1279743"/>
                  </a:lnTo>
                  <a:lnTo>
                    <a:pt x="3443392" y="1279743"/>
                  </a:lnTo>
                  <a:lnTo>
                    <a:pt x="3443510" y="1279743"/>
                  </a:lnTo>
                  <a:lnTo>
                    <a:pt x="3443628" y="1279743"/>
                  </a:lnTo>
                  <a:lnTo>
                    <a:pt x="3443628" y="1279312"/>
                  </a:lnTo>
                  <a:lnTo>
                    <a:pt x="3443745" y="1279312"/>
                  </a:lnTo>
                  <a:lnTo>
                    <a:pt x="3443863" y="1279312"/>
                  </a:lnTo>
                  <a:lnTo>
                    <a:pt x="3443980" y="1279312"/>
                  </a:lnTo>
                  <a:lnTo>
                    <a:pt x="3444098" y="1279312"/>
                  </a:lnTo>
                  <a:lnTo>
                    <a:pt x="3444216" y="1279312"/>
                  </a:lnTo>
                  <a:lnTo>
                    <a:pt x="3444216" y="1278882"/>
                  </a:lnTo>
                  <a:lnTo>
                    <a:pt x="3444333" y="1278882"/>
                  </a:lnTo>
                  <a:lnTo>
                    <a:pt x="3444333" y="1278451"/>
                  </a:lnTo>
                  <a:lnTo>
                    <a:pt x="3444451" y="1278451"/>
                  </a:lnTo>
                  <a:lnTo>
                    <a:pt x="3444568" y="1278451"/>
                  </a:lnTo>
                  <a:lnTo>
                    <a:pt x="3444568" y="1278020"/>
                  </a:lnTo>
                  <a:lnTo>
                    <a:pt x="3444686" y="1278020"/>
                  </a:lnTo>
                  <a:lnTo>
                    <a:pt x="3444804" y="1278020"/>
                  </a:lnTo>
                  <a:lnTo>
                    <a:pt x="3444921" y="1278020"/>
                  </a:lnTo>
                  <a:lnTo>
                    <a:pt x="3445039" y="1278020"/>
                  </a:lnTo>
                  <a:lnTo>
                    <a:pt x="3445157" y="1278020"/>
                  </a:lnTo>
                  <a:lnTo>
                    <a:pt x="3445274" y="1278020"/>
                  </a:lnTo>
                  <a:lnTo>
                    <a:pt x="3445392" y="1278020"/>
                  </a:lnTo>
                  <a:lnTo>
                    <a:pt x="3445509" y="1278020"/>
                  </a:lnTo>
                  <a:lnTo>
                    <a:pt x="3445627" y="1278020"/>
                  </a:lnTo>
                  <a:lnTo>
                    <a:pt x="3445745" y="1278020"/>
                  </a:lnTo>
                  <a:lnTo>
                    <a:pt x="3445862" y="1278020"/>
                  </a:lnTo>
                  <a:lnTo>
                    <a:pt x="3445980" y="1278020"/>
                  </a:lnTo>
                  <a:lnTo>
                    <a:pt x="3445980" y="1277590"/>
                  </a:lnTo>
                  <a:lnTo>
                    <a:pt x="3446097" y="1277590"/>
                  </a:lnTo>
                  <a:lnTo>
                    <a:pt x="3446215" y="1277590"/>
                  </a:lnTo>
                  <a:lnTo>
                    <a:pt x="3446215" y="1277159"/>
                  </a:lnTo>
                  <a:lnTo>
                    <a:pt x="3446215" y="1276729"/>
                  </a:lnTo>
                  <a:lnTo>
                    <a:pt x="3446215" y="1276298"/>
                  </a:lnTo>
                  <a:lnTo>
                    <a:pt x="3446333" y="1276298"/>
                  </a:lnTo>
                  <a:lnTo>
                    <a:pt x="3446333" y="1275867"/>
                  </a:lnTo>
                  <a:lnTo>
                    <a:pt x="3446450" y="1275867"/>
                  </a:lnTo>
                  <a:lnTo>
                    <a:pt x="3446568" y="1275867"/>
                  </a:lnTo>
                  <a:lnTo>
                    <a:pt x="3446686" y="1275867"/>
                  </a:lnTo>
                  <a:lnTo>
                    <a:pt x="3446803" y="1275867"/>
                  </a:lnTo>
                  <a:lnTo>
                    <a:pt x="3446803" y="1275437"/>
                  </a:lnTo>
                  <a:lnTo>
                    <a:pt x="3446921" y="1275437"/>
                  </a:lnTo>
                  <a:lnTo>
                    <a:pt x="3447038" y="1275437"/>
                  </a:lnTo>
                  <a:lnTo>
                    <a:pt x="3447156" y="1275437"/>
                  </a:lnTo>
                  <a:lnTo>
                    <a:pt x="3447274" y="1275437"/>
                  </a:lnTo>
                  <a:lnTo>
                    <a:pt x="3447391" y="1275437"/>
                  </a:lnTo>
                  <a:lnTo>
                    <a:pt x="3447509" y="1275437"/>
                  </a:lnTo>
                  <a:lnTo>
                    <a:pt x="3447626" y="1275437"/>
                  </a:lnTo>
                  <a:lnTo>
                    <a:pt x="3447744" y="1275437"/>
                  </a:lnTo>
                  <a:lnTo>
                    <a:pt x="3447862" y="1275437"/>
                  </a:lnTo>
                  <a:lnTo>
                    <a:pt x="3447862" y="1275006"/>
                  </a:lnTo>
                  <a:lnTo>
                    <a:pt x="3447979" y="1275006"/>
                  </a:lnTo>
                  <a:lnTo>
                    <a:pt x="3448097" y="1275006"/>
                  </a:lnTo>
                  <a:lnTo>
                    <a:pt x="3448215" y="1275006"/>
                  </a:lnTo>
                  <a:lnTo>
                    <a:pt x="3448215" y="1274576"/>
                  </a:lnTo>
                  <a:lnTo>
                    <a:pt x="3448332" y="1274576"/>
                  </a:lnTo>
                  <a:lnTo>
                    <a:pt x="3448450" y="1274576"/>
                  </a:lnTo>
                  <a:lnTo>
                    <a:pt x="3448567" y="1274576"/>
                  </a:lnTo>
                  <a:lnTo>
                    <a:pt x="3448567" y="1274145"/>
                  </a:lnTo>
                  <a:lnTo>
                    <a:pt x="3448685" y="1274145"/>
                  </a:lnTo>
                  <a:lnTo>
                    <a:pt x="3448803" y="1274145"/>
                  </a:lnTo>
                  <a:lnTo>
                    <a:pt x="3448803" y="1273714"/>
                  </a:lnTo>
                  <a:lnTo>
                    <a:pt x="3448920" y="1273714"/>
                  </a:lnTo>
                  <a:lnTo>
                    <a:pt x="3449038" y="1273714"/>
                  </a:lnTo>
                  <a:lnTo>
                    <a:pt x="3449155" y="1273714"/>
                  </a:lnTo>
                  <a:lnTo>
                    <a:pt x="3449155" y="1273284"/>
                  </a:lnTo>
                  <a:lnTo>
                    <a:pt x="3449273" y="1273284"/>
                  </a:lnTo>
                  <a:lnTo>
                    <a:pt x="3449273" y="1272853"/>
                  </a:lnTo>
                  <a:lnTo>
                    <a:pt x="3449391" y="1272853"/>
                  </a:lnTo>
                  <a:lnTo>
                    <a:pt x="3449508" y="1272853"/>
                  </a:lnTo>
                  <a:lnTo>
                    <a:pt x="3449508" y="1272423"/>
                  </a:lnTo>
                  <a:lnTo>
                    <a:pt x="3449508" y="1271992"/>
                  </a:lnTo>
                  <a:lnTo>
                    <a:pt x="3449626" y="1271992"/>
                  </a:lnTo>
                  <a:lnTo>
                    <a:pt x="3449744" y="1271992"/>
                  </a:lnTo>
                  <a:lnTo>
                    <a:pt x="3449861" y="1271992"/>
                  </a:lnTo>
                  <a:lnTo>
                    <a:pt x="3449979" y="1271992"/>
                  </a:lnTo>
                  <a:lnTo>
                    <a:pt x="3450096" y="1271992"/>
                  </a:lnTo>
                  <a:lnTo>
                    <a:pt x="3450096" y="1271561"/>
                  </a:lnTo>
                  <a:lnTo>
                    <a:pt x="3450214" y="1271561"/>
                  </a:lnTo>
                  <a:lnTo>
                    <a:pt x="3450332" y="1271561"/>
                  </a:lnTo>
                  <a:lnTo>
                    <a:pt x="3450332" y="1271131"/>
                  </a:lnTo>
                  <a:lnTo>
                    <a:pt x="3450449" y="1271131"/>
                  </a:lnTo>
                  <a:lnTo>
                    <a:pt x="3450567" y="1271131"/>
                  </a:lnTo>
                  <a:lnTo>
                    <a:pt x="3450684" y="1271131"/>
                  </a:lnTo>
                  <a:lnTo>
                    <a:pt x="3450684" y="1270700"/>
                  </a:lnTo>
                  <a:lnTo>
                    <a:pt x="3450684" y="1270270"/>
                  </a:lnTo>
                  <a:lnTo>
                    <a:pt x="3450684" y="1269839"/>
                  </a:lnTo>
                  <a:lnTo>
                    <a:pt x="3450802" y="1269839"/>
                  </a:lnTo>
                  <a:lnTo>
                    <a:pt x="3450920" y="1269839"/>
                  </a:lnTo>
                  <a:lnTo>
                    <a:pt x="3450920" y="1269408"/>
                  </a:lnTo>
                  <a:lnTo>
                    <a:pt x="3450920" y="1268978"/>
                  </a:lnTo>
                  <a:lnTo>
                    <a:pt x="3451037" y="1268978"/>
                  </a:lnTo>
                  <a:lnTo>
                    <a:pt x="3451155" y="1268978"/>
                  </a:lnTo>
                  <a:lnTo>
                    <a:pt x="3451155" y="1268547"/>
                  </a:lnTo>
                  <a:lnTo>
                    <a:pt x="3451155" y="1268117"/>
                  </a:lnTo>
                  <a:lnTo>
                    <a:pt x="3451272" y="1268117"/>
                  </a:lnTo>
                  <a:lnTo>
                    <a:pt x="3451390" y="1268117"/>
                  </a:lnTo>
                  <a:lnTo>
                    <a:pt x="3451390" y="1267686"/>
                  </a:lnTo>
                  <a:lnTo>
                    <a:pt x="3451508" y="1267686"/>
                  </a:lnTo>
                  <a:lnTo>
                    <a:pt x="3451625" y="1267686"/>
                  </a:lnTo>
                  <a:lnTo>
                    <a:pt x="3451743" y="1267686"/>
                  </a:lnTo>
                  <a:lnTo>
                    <a:pt x="3451861" y="1267686"/>
                  </a:lnTo>
                  <a:lnTo>
                    <a:pt x="3451978" y="1267686"/>
                  </a:lnTo>
                  <a:lnTo>
                    <a:pt x="3452096" y="1267686"/>
                  </a:lnTo>
                  <a:lnTo>
                    <a:pt x="3452213" y="1267686"/>
                  </a:lnTo>
                  <a:lnTo>
                    <a:pt x="3452331" y="1267686"/>
                  </a:lnTo>
                  <a:lnTo>
                    <a:pt x="3452331" y="1267255"/>
                  </a:lnTo>
                  <a:lnTo>
                    <a:pt x="3452331" y="1266825"/>
                  </a:lnTo>
                  <a:lnTo>
                    <a:pt x="3452449" y="1266825"/>
                  </a:lnTo>
                  <a:lnTo>
                    <a:pt x="3452449" y="1266394"/>
                  </a:lnTo>
                  <a:lnTo>
                    <a:pt x="3452566" y="1266394"/>
                  </a:lnTo>
                  <a:lnTo>
                    <a:pt x="3452684" y="1266394"/>
                  </a:lnTo>
                  <a:lnTo>
                    <a:pt x="3452801" y="1266394"/>
                  </a:lnTo>
                  <a:lnTo>
                    <a:pt x="3452919" y="1266394"/>
                  </a:lnTo>
                  <a:lnTo>
                    <a:pt x="3453037" y="1266394"/>
                  </a:lnTo>
                  <a:lnTo>
                    <a:pt x="3453154" y="1266394"/>
                  </a:lnTo>
                  <a:lnTo>
                    <a:pt x="3453272" y="1266394"/>
                  </a:lnTo>
                  <a:lnTo>
                    <a:pt x="3453390" y="1266394"/>
                  </a:lnTo>
                  <a:lnTo>
                    <a:pt x="3453507" y="1266394"/>
                  </a:lnTo>
                  <a:lnTo>
                    <a:pt x="3453507" y="1265964"/>
                  </a:lnTo>
                  <a:lnTo>
                    <a:pt x="3453625" y="1265964"/>
                  </a:lnTo>
                  <a:lnTo>
                    <a:pt x="3453742" y="1265964"/>
                  </a:lnTo>
                  <a:lnTo>
                    <a:pt x="3453860" y="1265964"/>
                  </a:lnTo>
                  <a:lnTo>
                    <a:pt x="3453978" y="1265964"/>
                  </a:lnTo>
                  <a:lnTo>
                    <a:pt x="3454095" y="1265964"/>
                  </a:lnTo>
                  <a:lnTo>
                    <a:pt x="3454213" y="1265964"/>
                  </a:lnTo>
                  <a:lnTo>
                    <a:pt x="3454330" y="1265964"/>
                  </a:lnTo>
                  <a:lnTo>
                    <a:pt x="3454448" y="1265964"/>
                  </a:lnTo>
                  <a:lnTo>
                    <a:pt x="3454566" y="1265964"/>
                  </a:lnTo>
                  <a:lnTo>
                    <a:pt x="3454566" y="1265533"/>
                  </a:lnTo>
                  <a:lnTo>
                    <a:pt x="3454683" y="1265533"/>
                  </a:lnTo>
                  <a:lnTo>
                    <a:pt x="3454801" y="1265533"/>
                  </a:lnTo>
                  <a:lnTo>
                    <a:pt x="3454919" y="1265533"/>
                  </a:lnTo>
                  <a:lnTo>
                    <a:pt x="3455036" y="1265533"/>
                  </a:lnTo>
                  <a:lnTo>
                    <a:pt x="3455154" y="1265533"/>
                  </a:lnTo>
                  <a:lnTo>
                    <a:pt x="3455271" y="1265533"/>
                  </a:lnTo>
                  <a:lnTo>
                    <a:pt x="3455389" y="1265533"/>
                  </a:lnTo>
                  <a:lnTo>
                    <a:pt x="3455507" y="1265533"/>
                  </a:lnTo>
                  <a:lnTo>
                    <a:pt x="3455624" y="1265533"/>
                  </a:lnTo>
                  <a:lnTo>
                    <a:pt x="3455742" y="1265533"/>
                  </a:lnTo>
                  <a:lnTo>
                    <a:pt x="3455742" y="1265102"/>
                  </a:lnTo>
                  <a:lnTo>
                    <a:pt x="3455859" y="1265102"/>
                  </a:lnTo>
                  <a:lnTo>
                    <a:pt x="3455859" y="1264672"/>
                  </a:lnTo>
                  <a:lnTo>
                    <a:pt x="3455977" y="1264672"/>
                  </a:lnTo>
                  <a:lnTo>
                    <a:pt x="3456095" y="1264672"/>
                  </a:lnTo>
                  <a:lnTo>
                    <a:pt x="3456212" y="1264672"/>
                  </a:lnTo>
                  <a:lnTo>
                    <a:pt x="3456330" y="1264672"/>
                  </a:lnTo>
                  <a:lnTo>
                    <a:pt x="3456448" y="1264672"/>
                  </a:lnTo>
                  <a:lnTo>
                    <a:pt x="3456565" y="1264672"/>
                  </a:lnTo>
                  <a:lnTo>
                    <a:pt x="3456683" y="1264672"/>
                  </a:lnTo>
                  <a:lnTo>
                    <a:pt x="3456800" y="1264672"/>
                  </a:lnTo>
                  <a:lnTo>
                    <a:pt x="3456800" y="1264241"/>
                  </a:lnTo>
                  <a:lnTo>
                    <a:pt x="3456918" y="1264241"/>
                  </a:lnTo>
                  <a:lnTo>
                    <a:pt x="3457036" y="1264241"/>
                  </a:lnTo>
                  <a:lnTo>
                    <a:pt x="3457153" y="1264241"/>
                  </a:lnTo>
                  <a:lnTo>
                    <a:pt x="3457271" y="1264241"/>
                  </a:lnTo>
                  <a:lnTo>
                    <a:pt x="3457271" y="1263811"/>
                  </a:lnTo>
                  <a:lnTo>
                    <a:pt x="3457388" y="1263811"/>
                  </a:lnTo>
                  <a:lnTo>
                    <a:pt x="3457388" y="1263380"/>
                  </a:lnTo>
                  <a:lnTo>
                    <a:pt x="3457506" y="1263380"/>
                  </a:lnTo>
                  <a:lnTo>
                    <a:pt x="3457624" y="1263380"/>
                  </a:lnTo>
                  <a:lnTo>
                    <a:pt x="3457741" y="1263380"/>
                  </a:lnTo>
                  <a:lnTo>
                    <a:pt x="3457859" y="1263380"/>
                  </a:lnTo>
                  <a:lnTo>
                    <a:pt x="3457977" y="1263380"/>
                  </a:lnTo>
                  <a:lnTo>
                    <a:pt x="3458094" y="1263380"/>
                  </a:lnTo>
                  <a:lnTo>
                    <a:pt x="3458212" y="1263380"/>
                  </a:lnTo>
                  <a:lnTo>
                    <a:pt x="3458212" y="1262949"/>
                  </a:lnTo>
                  <a:lnTo>
                    <a:pt x="3458329" y="1262949"/>
                  </a:lnTo>
                  <a:lnTo>
                    <a:pt x="3458447" y="1262949"/>
                  </a:lnTo>
                  <a:lnTo>
                    <a:pt x="3458565" y="1262949"/>
                  </a:lnTo>
                  <a:lnTo>
                    <a:pt x="3458565" y="1262519"/>
                  </a:lnTo>
                  <a:lnTo>
                    <a:pt x="3458682" y="1262519"/>
                  </a:lnTo>
                  <a:lnTo>
                    <a:pt x="3458800" y="1262519"/>
                  </a:lnTo>
                  <a:lnTo>
                    <a:pt x="3458917" y="1262519"/>
                  </a:lnTo>
                  <a:lnTo>
                    <a:pt x="3459035" y="1262519"/>
                  </a:lnTo>
                  <a:lnTo>
                    <a:pt x="3459153" y="1262519"/>
                  </a:lnTo>
                  <a:lnTo>
                    <a:pt x="3459270" y="1262519"/>
                  </a:lnTo>
                  <a:lnTo>
                    <a:pt x="3459388" y="1262519"/>
                  </a:lnTo>
                  <a:lnTo>
                    <a:pt x="3459505" y="1262519"/>
                  </a:lnTo>
                  <a:lnTo>
                    <a:pt x="3459623" y="1262519"/>
                  </a:lnTo>
                  <a:lnTo>
                    <a:pt x="3459741" y="1262519"/>
                  </a:lnTo>
                  <a:lnTo>
                    <a:pt x="3459741" y="1262088"/>
                  </a:lnTo>
                  <a:lnTo>
                    <a:pt x="3459858" y="1262088"/>
                  </a:lnTo>
                  <a:lnTo>
                    <a:pt x="3459976" y="1262088"/>
                  </a:lnTo>
                  <a:lnTo>
                    <a:pt x="3459976" y="1261658"/>
                  </a:lnTo>
                  <a:lnTo>
                    <a:pt x="3460094" y="1261658"/>
                  </a:lnTo>
                  <a:lnTo>
                    <a:pt x="3460211" y="1261658"/>
                  </a:lnTo>
                  <a:lnTo>
                    <a:pt x="3460329" y="1261658"/>
                  </a:lnTo>
                  <a:lnTo>
                    <a:pt x="3460446" y="1261658"/>
                  </a:lnTo>
                  <a:lnTo>
                    <a:pt x="3460564" y="1261658"/>
                  </a:lnTo>
                  <a:lnTo>
                    <a:pt x="3460682" y="1261658"/>
                  </a:lnTo>
                  <a:lnTo>
                    <a:pt x="3460799" y="1261658"/>
                  </a:lnTo>
                  <a:lnTo>
                    <a:pt x="3460917" y="1261658"/>
                  </a:lnTo>
                  <a:lnTo>
                    <a:pt x="3461034" y="1261658"/>
                  </a:lnTo>
                  <a:lnTo>
                    <a:pt x="3461152" y="1261658"/>
                  </a:lnTo>
                  <a:lnTo>
                    <a:pt x="3461152" y="1261227"/>
                  </a:lnTo>
                  <a:lnTo>
                    <a:pt x="3461270" y="1261227"/>
                  </a:lnTo>
                  <a:lnTo>
                    <a:pt x="3461387" y="1261227"/>
                  </a:lnTo>
                  <a:lnTo>
                    <a:pt x="3461505" y="1261227"/>
                  </a:lnTo>
                  <a:lnTo>
                    <a:pt x="3461623" y="1261227"/>
                  </a:lnTo>
                  <a:lnTo>
                    <a:pt x="3461740" y="1261227"/>
                  </a:lnTo>
                  <a:lnTo>
                    <a:pt x="3461858" y="1261227"/>
                  </a:lnTo>
                  <a:lnTo>
                    <a:pt x="3461975" y="1261227"/>
                  </a:lnTo>
                  <a:lnTo>
                    <a:pt x="3462093" y="1261227"/>
                  </a:lnTo>
                  <a:lnTo>
                    <a:pt x="3462211" y="1261227"/>
                  </a:lnTo>
                  <a:lnTo>
                    <a:pt x="3462328" y="1261227"/>
                  </a:lnTo>
                  <a:lnTo>
                    <a:pt x="3462446" y="1261227"/>
                  </a:lnTo>
                  <a:lnTo>
                    <a:pt x="3462563" y="1261227"/>
                  </a:lnTo>
                  <a:lnTo>
                    <a:pt x="3462563" y="1260796"/>
                  </a:lnTo>
                  <a:lnTo>
                    <a:pt x="3462681" y="1260796"/>
                  </a:lnTo>
                  <a:lnTo>
                    <a:pt x="3462799" y="1260796"/>
                  </a:lnTo>
                  <a:lnTo>
                    <a:pt x="3462916" y="1260796"/>
                  </a:lnTo>
                  <a:lnTo>
                    <a:pt x="3463034" y="1260796"/>
                  </a:lnTo>
                  <a:lnTo>
                    <a:pt x="3463152" y="1260796"/>
                  </a:lnTo>
                  <a:lnTo>
                    <a:pt x="3463269" y="1260796"/>
                  </a:lnTo>
                  <a:lnTo>
                    <a:pt x="3463387" y="1260796"/>
                  </a:lnTo>
                  <a:lnTo>
                    <a:pt x="3463504" y="1260796"/>
                  </a:lnTo>
                  <a:lnTo>
                    <a:pt x="3463622" y="1260796"/>
                  </a:lnTo>
                  <a:lnTo>
                    <a:pt x="3463622" y="1260366"/>
                  </a:lnTo>
                  <a:lnTo>
                    <a:pt x="3463740" y="1260366"/>
                  </a:lnTo>
                  <a:lnTo>
                    <a:pt x="3463740" y="1259935"/>
                  </a:lnTo>
                  <a:lnTo>
                    <a:pt x="3463857" y="1259935"/>
                  </a:lnTo>
                  <a:lnTo>
                    <a:pt x="3463975" y="1259935"/>
                  </a:lnTo>
                  <a:lnTo>
                    <a:pt x="3464092" y="1259935"/>
                  </a:lnTo>
                  <a:lnTo>
                    <a:pt x="3464210" y="1259935"/>
                  </a:lnTo>
                  <a:lnTo>
                    <a:pt x="3464328" y="1259935"/>
                  </a:lnTo>
                  <a:lnTo>
                    <a:pt x="3464445" y="1259935"/>
                  </a:lnTo>
                  <a:lnTo>
                    <a:pt x="3464563" y="1259935"/>
                  </a:lnTo>
                  <a:lnTo>
                    <a:pt x="3464563" y="1259505"/>
                  </a:lnTo>
                  <a:lnTo>
                    <a:pt x="3464681" y="1259505"/>
                  </a:lnTo>
                  <a:lnTo>
                    <a:pt x="3464798" y="1259505"/>
                  </a:lnTo>
                  <a:lnTo>
                    <a:pt x="3464916" y="1259505"/>
                  </a:lnTo>
                  <a:lnTo>
                    <a:pt x="3465033" y="1259505"/>
                  </a:lnTo>
                  <a:lnTo>
                    <a:pt x="3465151" y="1259505"/>
                  </a:lnTo>
                  <a:lnTo>
                    <a:pt x="3465269" y="1259505"/>
                  </a:lnTo>
                  <a:lnTo>
                    <a:pt x="3465386" y="1259505"/>
                  </a:lnTo>
                  <a:lnTo>
                    <a:pt x="3465504" y="1259505"/>
                  </a:lnTo>
                  <a:lnTo>
                    <a:pt x="3465621" y="1259505"/>
                  </a:lnTo>
                  <a:lnTo>
                    <a:pt x="3465739" y="1259505"/>
                  </a:lnTo>
                  <a:lnTo>
                    <a:pt x="3465857" y="1259505"/>
                  </a:lnTo>
                  <a:lnTo>
                    <a:pt x="3465974" y="1259505"/>
                  </a:lnTo>
                  <a:lnTo>
                    <a:pt x="3466092" y="1259505"/>
                  </a:lnTo>
                  <a:lnTo>
                    <a:pt x="3466210" y="1259505"/>
                  </a:lnTo>
                  <a:lnTo>
                    <a:pt x="3466327" y="1259505"/>
                  </a:lnTo>
                  <a:lnTo>
                    <a:pt x="3466445" y="1259505"/>
                  </a:lnTo>
                  <a:lnTo>
                    <a:pt x="3466562" y="1259505"/>
                  </a:lnTo>
                  <a:lnTo>
                    <a:pt x="3466562" y="1259074"/>
                  </a:lnTo>
                  <a:lnTo>
                    <a:pt x="3466562" y="1258643"/>
                  </a:lnTo>
                  <a:lnTo>
                    <a:pt x="3466680" y="1258643"/>
                  </a:lnTo>
                  <a:lnTo>
                    <a:pt x="3466798" y="1258643"/>
                  </a:lnTo>
                  <a:lnTo>
                    <a:pt x="3466798" y="1258213"/>
                  </a:lnTo>
                  <a:lnTo>
                    <a:pt x="3466915" y="1258213"/>
                  </a:lnTo>
                  <a:lnTo>
                    <a:pt x="3467033" y="1258213"/>
                  </a:lnTo>
                  <a:lnTo>
                    <a:pt x="3467150" y="1258213"/>
                  </a:lnTo>
                  <a:lnTo>
                    <a:pt x="3467268" y="1258213"/>
                  </a:lnTo>
                  <a:lnTo>
                    <a:pt x="3467268" y="1257782"/>
                  </a:lnTo>
                  <a:lnTo>
                    <a:pt x="3467386" y="1257782"/>
                  </a:lnTo>
                  <a:lnTo>
                    <a:pt x="3467503" y="1257782"/>
                  </a:lnTo>
                  <a:lnTo>
                    <a:pt x="3467621" y="1257782"/>
                  </a:lnTo>
                  <a:lnTo>
                    <a:pt x="3467738" y="1257782"/>
                  </a:lnTo>
                  <a:lnTo>
                    <a:pt x="3467856" y="1257782"/>
                  </a:lnTo>
                  <a:lnTo>
                    <a:pt x="3467974" y="1257782"/>
                  </a:lnTo>
                  <a:lnTo>
                    <a:pt x="3467974" y="1257352"/>
                  </a:lnTo>
                  <a:lnTo>
                    <a:pt x="3468091" y="1257352"/>
                  </a:lnTo>
                  <a:lnTo>
                    <a:pt x="3468209" y="1257352"/>
                  </a:lnTo>
                  <a:lnTo>
                    <a:pt x="3468327" y="1257352"/>
                  </a:lnTo>
                  <a:lnTo>
                    <a:pt x="3468444" y="1257352"/>
                  </a:lnTo>
                  <a:lnTo>
                    <a:pt x="3468562" y="1257352"/>
                  </a:lnTo>
                  <a:lnTo>
                    <a:pt x="3468679" y="1257352"/>
                  </a:lnTo>
                  <a:lnTo>
                    <a:pt x="3468797" y="1257352"/>
                  </a:lnTo>
                  <a:lnTo>
                    <a:pt x="3468915" y="1257352"/>
                  </a:lnTo>
                  <a:lnTo>
                    <a:pt x="3469032" y="1257352"/>
                  </a:lnTo>
                  <a:lnTo>
                    <a:pt x="3469150" y="1257352"/>
                  </a:lnTo>
                  <a:lnTo>
                    <a:pt x="3469267" y="1257352"/>
                  </a:lnTo>
                  <a:lnTo>
                    <a:pt x="3469385" y="1257352"/>
                  </a:lnTo>
                  <a:lnTo>
                    <a:pt x="3469503" y="1257352"/>
                  </a:lnTo>
                  <a:lnTo>
                    <a:pt x="3469620" y="1257352"/>
                  </a:lnTo>
                  <a:lnTo>
                    <a:pt x="3469738" y="1257352"/>
                  </a:lnTo>
                  <a:lnTo>
                    <a:pt x="3469738" y="1256921"/>
                  </a:lnTo>
                  <a:lnTo>
                    <a:pt x="3469856" y="1256921"/>
                  </a:lnTo>
                  <a:lnTo>
                    <a:pt x="3469973" y="1256921"/>
                  </a:lnTo>
                  <a:lnTo>
                    <a:pt x="3470091" y="1256921"/>
                  </a:lnTo>
                  <a:lnTo>
                    <a:pt x="3470208" y="1256921"/>
                  </a:lnTo>
                  <a:lnTo>
                    <a:pt x="3470208" y="1256490"/>
                  </a:lnTo>
                  <a:lnTo>
                    <a:pt x="3470326" y="1256490"/>
                  </a:lnTo>
                  <a:lnTo>
                    <a:pt x="3470444" y="1256490"/>
                  </a:lnTo>
                  <a:lnTo>
                    <a:pt x="3470561" y="1256490"/>
                  </a:lnTo>
                  <a:lnTo>
                    <a:pt x="3470679" y="1256490"/>
                  </a:lnTo>
                  <a:lnTo>
                    <a:pt x="3470796" y="1256490"/>
                  </a:lnTo>
                  <a:lnTo>
                    <a:pt x="3470796" y="1256060"/>
                  </a:lnTo>
                  <a:lnTo>
                    <a:pt x="3470914" y="1256060"/>
                  </a:lnTo>
                  <a:lnTo>
                    <a:pt x="3471032" y="1256060"/>
                  </a:lnTo>
                  <a:lnTo>
                    <a:pt x="3471149" y="1256060"/>
                  </a:lnTo>
                  <a:lnTo>
                    <a:pt x="3471149" y="1255629"/>
                  </a:lnTo>
                  <a:lnTo>
                    <a:pt x="3471267" y="1255629"/>
                  </a:lnTo>
                  <a:lnTo>
                    <a:pt x="3471385" y="1255629"/>
                  </a:lnTo>
                  <a:lnTo>
                    <a:pt x="3471502" y="1255629"/>
                  </a:lnTo>
                  <a:lnTo>
                    <a:pt x="3471502" y="1255199"/>
                  </a:lnTo>
                  <a:lnTo>
                    <a:pt x="3471620" y="1255199"/>
                  </a:lnTo>
                  <a:lnTo>
                    <a:pt x="3471737" y="1255199"/>
                  </a:lnTo>
                  <a:lnTo>
                    <a:pt x="3471855" y="1255199"/>
                  </a:lnTo>
                  <a:lnTo>
                    <a:pt x="3471973" y="1255199"/>
                  </a:lnTo>
                  <a:lnTo>
                    <a:pt x="3472090" y="1255199"/>
                  </a:lnTo>
                  <a:lnTo>
                    <a:pt x="3472208" y="1255199"/>
                  </a:lnTo>
                  <a:lnTo>
                    <a:pt x="3472208" y="1254768"/>
                  </a:lnTo>
                  <a:lnTo>
                    <a:pt x="3472325" y="1254768"/>
                  </a:lnTo>
                  <a:lnTo>
                    <a:pt x="3472443" y="1254768"/>
                  </a:lnTo>
                  <a:lnTo>
                    <a:pt x="3472561" y="1254768"/>
                  </a:lnTo>
                  <a:lnTo>
                    <a:pt x="3472678" y="1254768"/>
                  </a:lnTo>
                  <a:lnTo>
                    <a:pt x="3472796" y="1254768"/>
                  </a:lnTo>
                  <a:lnTo>
                    <a:pt x="3472914" y="1254768"/>
                  </a:lnTo>
                  <a:lnTo>
                    <a:pt x="3473031" y="1254768"/>
                  </a:lnTo>
                  <a:lnTo>
                    <a:pt x="3473149" y="1254768"/>
                  </a:lnTo>
                  <a:lnTo>
                    <a:pt x="3473266" y="1254768"/>
                  </a:lnTo>
                  <a:lnTo>
                    <a:pt x="3473384" y="1254768"/>
                  </a:lnTo>
                  <a:lnTo>
                    <a:pt x="3473502" y="1254768"/>
                  </a:lnTo>
                  <a:lnTo>
                    <a:pt x="3473619" y="1254768"/>
                  </a:lnTo>
                  <a:lnTo>
                    <a:pt x="3473737" y="1254768"/>
                  </a:lnTo>
                  <a:lnTo>
                    <a:pt x="3473854" y="1254768"/>
                  </a:lnTo>
                  <a:lnTo>
                    <a:pt x="3473972" y="1254768"/>
                  </a:lnTo>
                  <a:lnTo>
                    <a:pt x="3474090" y="1254768"/>
                  </a:lnTo>
                  <a:lnTo>
                    <a:pt x="3474207" y="1254768"/>
                  </a:lnTo>
                  <a:lnTo>
                    <a:pt x="3474325" y="1254768"/>
                  </a:lnTo>
                  <a:lnTo>
                    <a:pt x="3474325" y="1254337"/>
                  </a:lnTo>
                  <a:lnTo>
                    <a:pt x="3474442" y="1254337"/>
                  </a:lnTo>
                  <a:lnTo>
                    <a:pt x="3474442" y="1253907"/>
                  </a:lnTo>
                  <a:lnTo>
                    <a:pt x="3474442" y="1253476"/>
                  </a:lnTo>
                  <a:lnTo>
                    <a:pt x="3474560" y="1253476"/>
                  </a:lnTo>
                  <a:lnTo>
                    <a:pt x="3474678" y="1253476"/>
                  </a:lnTo>
                  <a:lnTo>
                    <a:pt x="3474795" y="1253476"/>
                  </a:lnTo>
                  <a:lnTo>
                    <a:pt x="3474913" y="1253476"/>
                  </a:lnTo>
                  <a:lnTo>
                    <a:pt x="3475031" y="1253476"/>
                  </a:lnTo>
                  <a:lnTo>
                    <a:pt x="3475148" y="1253476"/>
                  </a:lnTo>
                  <a:lnTo>
                    <a:pt x="3475266" y="1253476"/>
                  </a:lnTo>
                  <a:lnTo>
                    <a:pt x="3475383" y="1253476"/>
                  </a:lnTo>
                  <a:lnTo>
                    <a:pt x="3475501" y="1253476"/>
                  </a:lnTo>
                  <a:lnTo>
                    <a:pt x="3475619" y="1253476"/>
                  </a:lnTo>
                  <a:lnTo>
                    <a:pt x="3475736" y="1253476"/>
                  </a:lnTo>
                  <a:lnTo>
                    <a:pt x="3475854" y="1253476"/>
                  </a:lnTo>
                  <a:lnTo>
                    <a:pt x="3475971" y="1253476"/>
                  </a:lnTo>
                  <a:lnTo>
                    <a:pt x="3476089" y="1253476"/>
                  </a:lnTo>
                  <a:lnTo>
                    <a:pt x="3476207" y="1253476"/>
                  </a:lnTo>
                  <a:lnTo>
                    <a:pt x="3476324" y="1253476"/>
                  </a:lnTo>
                  <a:lnTo>
                    <a:pt x="3476442" y="1253476"/>
                  </a:lnTo>
                  <a:lnTo>
                    <a:pt x="3476560" y="1253476"/>
                  </a:lnTo>
                  <a:lnTo>
                    <a:pt x="3476677" y="1253476"/>
                  </a:lnTo>
                  <a:lnTo>
                    <a:pt x="3476795" y="1253476"/>
                  </a:lnTo>
                  <a:lnTo>
                    <a:pt x="3476912" y="1253476"/>
                  </a:lnTo>
                  <a:lnTo>
                    <a:pt x="3476912" y="1253046"/>
                  </a:lnTo>
                  <a:lnTo>
                    <a:pt x="3477030" y="1253046"/>
                  </a:lnTo>
                  <a:lnTo>
                    <a:pt x="3477148" y="1253046"/>
                  </a:lnTo>
                  <a:lnTo>
                    <a:pt x="3477265" y="1253046"/>
                  </a:lnTo>
                  <a:lnTo>
                    <a:pt x="3477383" y="1253046"/>
                  </a:lnTo>
                  <a:lnTo>
                    <a:pt x="3477500" y="1253046"/>
                  </a:lnTo>
                  <a:lnTo>
                    <a:pt x="3477618" y="1253046"/>
                  </a:lnTo>
                  <a:lnTo>
                    <a:pt x="3477736" y="1253046"/>
                  </a:lnTo>
                  <a:lnTo>
                    <a:pt x="3477853" y="1253046"/>
                  </a:lnTo>
                  <a:lnTo>
                    <a:pt x="3477971" y="1253046"/>
                  </a:lnTo>
                  <a:lnTo>
                    <a:pt x="3478089" y="1253046"/>
                  </a:lnTo>
                  <a:lnTo>
                    <a:pt x="3478206" y="1253046"/>
                  </a:lnTo>
                  <a:lnTo>
                    <a:pt x="3478324" y="1253046"/>
                  </a:lnTo>
                  <a:lnTo>
                    <a:pt x="3478441" y="1253046"/>
                  </a:lnTo>
                  <a:lnTo>
                    <a:pt x="3478559" y="1253046"/>
                  </a:lnTo>
                  <a:lnTo>
                    <a:pt x="3478677" y="1253046"/>
                  </a:lnTo>
                  <a:lnTo>
                    <a:pt x="3478794" y="1253046"/>
                  </a:lnTo>
                  <a:lnTo>
                    <a:pt x="3478912" y="1253046"/>
                  </a:lnTo>
                  <a:lnTo>
                    <a:pt x="3478912" y="1252615"/>
                  </a:lnTo>
                  <a:lnTo>
                    <a:pt x="3479029" y="1252615"/>
                  </a:lnTo>
                  <a:lnTo>
                    <a:pt x="3479147" y="1252615"/>
                  </a:lnTo>
                  <a:lnTo>
                    <a:pt x="3479265" y="1252615"/>
                  </a:lnTo>
                  <a:lnTo>
                    <a:pt x="3479382" y="1252615"/>
                  </a:lnTo>
                  <a:lnTo>
                    <a:pt x="3479500" y="1252615"/>
                  </a:lnTo>
                  <a:lnTo>
                    <a:pt x="3479618" y="1252615"/>
                  </a:lnTo>
                  <a:lnTo>
                    <a:pt x="3479735" y="1252615"/>
                  </a:lnTo>
                  <a:lnTo>
                    <a:pt x="3479735" y="1252184"/>
                  </a:lnTo>
                  <a:lnTo>
                    <a:pt x="3479853" y="1252184"/>
                  </a:lnTo>
                  <a:lnTo>
                    <a:pt x="3479970" y="1252184"/>
                  </a:lnTo>
                  <a:lnTo>
                    <a:pt x="3479970" y="1251754"/>
                  </a:lnTo>
                  <a:lnTo>
                    <a:pt x="3480088" y="1251754"/>
                  </a:lnTo>
                  <a:lnTo>
                    <a:pt x="3480206" y="1251754"/>
                  </a:lnTo>
                  <a:lnTo>
                    <a:pt x="3480323" y="1251754"/>
                  </a:lnTo>
                  <a:lnTo>
                    <a:pt x="3480441" y="1251754"/>
                  </a:lnTo>
                  <a:lnTo>
                    <a:pt x="3480558" y="1251754"/>
                  </a:lnTo>
                  <a:lnTo>
                    <a:pt x="3480676" y="1251754"/>
                  </a:lnTo>
                  <a:lnTo>
                    <a:pt x="3480794" y="1251754"/>
                  </a:lnTo>
                  <a:lnTo>
                    <a:pt x="3480911" y="1251754"/>
                  </a:lnTo>
                  <a:lnTo>
                    <a:pt x="3480911" y="1251323"/>
                  </a:lnTo>
                  <a:lnTo>
                    <a:pt x="3480911" y="1250893"/>
                  </a:lnTo>
                  <a:lnTo>
                    <a:pt x="3481029" y="1250893"/>
                  </a:lnTo>
                  <a:lnTo>
                    <a:pt x="3481147" y="1250893"/>
                  </a:lnTo>
                  <a:lnTo>
                    <a:pt x="3481264" y="1250893"/>
                  </a:lnTo>
                  <a:lnTo>
                    <a:pt x="3481382" y="1250893"/>
                  </a:lnTo>
                  <a:lnTo>
                    <a:pt x="3481499" y="1250893"/>
                  </a:lnTo>
                  <a:lnTo>
                    <a:pt x="3481499" y="1250462"/>
                  </a:lnTo>
                  <a:lnTo>
                    <a:pt x="3481617" y="1250462"/>
                  </a:lnTo>
                  <a:lnTo>
                    <a:pt x="3481735" y="1250462"/>
                  </a:lnTo>
                  <a:lnTo>
                    <a:pt x="3481852" y="1250462"/>
                  </a:lnTo>
                  <a:lnTo>
                    <a:pt x="3481970" y="1250462"/>
                  </a:lnTo>
                  <a:lnTo>
                    <a:pt x="3482087" y="1250462"/>
                  </a:lnTo>
                  <a:lnTo>
                    <a:pt x="3482205" y="1250462"/>
                  </a:lnTo>
                  <a:lnTo>
                    <a:pt x="3482205" y="1250031"/>
                  </a:lnTo>
                  <a:lnTo>
                    <a:pt x="3482323" y="1250031"/>
                  </a:lnTo>
                  <a:lnTo>
                    <a:pt x="3482440" y="1250031"/>
                  </a:lnTo>
                  <a:lnTo>
                    <a:pt x="3482558" y="1250031"/>
                  </a:lnTo>
                  <a:lnTo>
                    <a:pt x="3482675" y="1250031"/>
                  </a:lnTo>
                  <a:lnTo>
                    <a:pt x="3482793" y="1250031"/>
                  </a:lnTo>
                  <a:lnTo>
                    <a:pt x="3482911" y="1250031"/>
                  </a:lnTo>
                  <a:lnTo>
                    <a:pt x="3482911" y="1249601"/>
                  </a:lnTo>
                  <a:lnTo>
                    <a:pt x="3483028" y="1249601"/>
                  </a:lnTo>
                  <a:lnTo>
                    <a:pt x="3483028" y="1249170"/>
                  </a:lnTo>
                  <a:lnTo>
                    <a:pt x="3483146" y="1249170"/>
                  </a:lnTo>
                  <a:lnTo>
                    <a:pt x="3483264" y="1249170"/>
                  </a:lnTo>
                  <a:lnTo>
                    <a:pt x="3483381" y="1249170"/>
                  </a:lnTo>
                  <a:lnTo>
                    <a:pt x="3483499" y="1249170"/>
                  </a:lnTo>
                  <a:lnTo>
                    <a:pt x="3483616" y="1249170"/>
                  </a:lnTo>
                  <a:lnTo>
                    <a:pt x="3483734" y="1249170"/>
                  </a:lnTo>
                  <a:lnTo>
                    <a:pt x="3483852" y="1249170"/>
                  </a:lnTo>
                  <a:lnTo>
                    <a:pt x="3483969" y="1249170"/>
                  </a:lnTo>
                  <a:lnTo>
                    <a:pt x="3484087" y="1249170"/>
                  </a:lnTo>
                  <a:lnTo>
                    <a:pt x="3484204" y="1249170"/>
                  </a:lnTo>
                  <a:lnTo>
                    <a:pt x="3484204" y="1248740"/>
                  </a:lnTo>
                  <a:lnTo>
                    <a:pt x="3484322" y="1248740"/>
                  </a:lnTo>
                  <a:lnTo>
                    <a:pt x="3484440" y="1248740"/>
                  </a:lnTo>
                  <a:lnTo>
                    <a:pt x="3484557" y="1248740"/>
                  </a:lnTo>
                  <a:lnTo>
                    <a:pt x="3484675" y="1248740"/>
                  </a:lnTo>
                  <a:lnTo>
                    <a:pt x="3484793" y="1248740"/>
                  </a:lnTo>
                  <a:lnTo>
                    <a:pt x="3484910" y="1248740"/>
                  </a:lnTo>
                  <a:lnTo>
                    <a:pt x="3485028" y="1248740"/>
                  </a:lnTo>
                  <a:lnTo>
                    <a:pt x="3485145" y="1248740"/>
                  </a:lnTo>
                  <a:lnTo>
                    <a:pt x="3485263" y="1248740"/>
                  </a:lnTo>
                  <a:lnTo>
                    <a:pt x="3485381" y="1248740"/>
                  </a:lnTo>
                  <a:lnTo>
                    <a:pt x="3485498" y="1248740"/>
                  </a:lnTo>
                  <a:lnTo>
                    <a:pt x="3485498" y="1248309"/>
                  </a:lnTo>
                  <a:lnTo>
                    <a:pt x="3485616" y="1248309"/>
                  </a:lnTo>
                  <a:lnTo>
                    <a:pt x="3485616" y="1247878"/>
                  </a:lnTo>
                  <a:lnTo>
                    <a:pt x="3485616" y="1247448"/>
                  </a:lnTo>
                  <a:lnTo>
                    <a:pt x="3485733" y="1247448"/>
                  </a:lnTo>
                  <a:lnTo>
                    <a:pt x="3485733" y="1247017"/>
                  </a:lnTo>
                  <a:lnTo>
                    <a:pt x="3485733" y="1246587"/>
                  </a:lnTo>
                  <a:lnTo>
                    <a:pt x="3485851" y="1246587"/>
                  </a:lnTo>
                  <a:lnTo>
                    <a:pt x="3485851" y="1246156"/>
                  </a:lnTo>
                  <a:lnTo>
                    <a:pt x="3485969" y="1246156"/>
                  </a:lnTo>
                  <a:lnTo>
                    <a:pt x="3486086" y="1246156"/>
                  </a:lnTo>
                  <a:lnTo>
                    <a:pt x="3486204" y="1246156"/>
                  </a:lnTo>
                  <a:lnTo>
                    <a:pt x="3486322" y="1246156"/>
                  </a:lnTo>
                  <a:lnTo>
                    <a:pt x="3486439" y="1246156"/>
                  </a:lnTo>
                  <a:lnTo>
                    <a:pt x="3486557" y="1246156"/>
                  </a:lnTo>
                  <a:lnTo>
                    <a:pt x="3486674" y="1246156"/>
                  </a:lnTo>
                  <a:lnTo>
                    <a:pt x="3486792" y="1246156"/>
                  </a:lnTo>
                  <a:lnTo>
                    <a:pt x="3486910" y="1246156"/>
                  </a:lnTo>
                  <a:lnTo>
                    <a:pt x="3487027" y="1246156"/>
                  </a:lnTo>
                  <a:lnTo>
                    <a:pt x="3487027" y="1245725"/>
                  </a:lnTo>
                  <a:lnTo>
                    <a:pt x="3487145" y="1245725"/>
                  </a:lnTo>
                  <a:lnTo>
                    <a:pt x="3487262" y="1245725"/>
                  </a:lnTo>
                  <a:lnTo>
                    <a:pt x="3487380" y="1245725"/>
                  </a:lnTo>
                  <a:lnTo>
                    <a:pt x="3487498" y="1245725"/>
                  </a:lnTo>
                  <a:lnTo>
                    <a:pt x="3487615" y="1245725"/>
                  </a:lnTo>
                  <a:lnTo>
                    <a:pt x="3487733" y="1245725"/>
                  </a:lnTo>
                  <a:lnTo>
                    <a:pt x="3487851" y="1245725"/>
                  </a:lnTo>
                  <a:lnTo>
                    <a:pt x="3487968" y="1245725"/>
                  </a:lnTo>
                  <a:lnTo>
                    <a:pt x="3488086" y="1245725"/>
                  </a:lnTo>
                  <a:lnTo>
                    <a:pt x="3488203" y="1245725"/>
                  </a:lnTo>
                  <a:lnTo>
                    <a:pt x="3488321" y="1245725"/>
                  </a:lnTo>
                  <a:lnTo>
                    <a:pt x="3488439" y="1245725"/>
                  </a:lnTo>
                  <a:lnTo>
                    <a:pt x="3488556" y="1245725"/>
                  </a:lnTo>
                  <a:lnTo>
                    <a:pt x="3488556" y="1245295"/>
                  </a:lnTo>
                  <a:lnTo>
                    <a:pt x="3488674" y="1245295"/>
                  </a:lnTo>
                  <a:lnTo>
                    <a:pt x="3488791" y="1245295"/>
                  </a:lnTo>
                  <a:lnTo>
                    <a:pt x="3488909" y="1245295"/>
                  </a:lnTo>
                  <a:lnTo>
                    <a:pt x="3489027" y="1245295"/>
                  </a:lnTo>
                  <a:lnTo>
                    <a:pt x="3489144" y="1245295"/>
                  </a:lnTo>
                  <a:lnTo>
                    <a:pt x="3489262" y="1245295"/>
                  </a:lnTo>
                  <a:lnTo>
                    <a:pt x="3489262" y="1244864"/>
                  </a:lnTo>
                  <a:lnTo>
                    <a:pt x="3489380" y="1244864"/>
                  </a:lnTo>
                  <a:lnTo>
                    <a:pt x="3489497" y="1244864"/>
                  </a:lnTo>
                  <a:lnTo>
                    <a:pt x="3489615" y="1244864"/>
                  </a:lnTo>
                  <a:lnTo>
                    <a:pt x="3489732" y="1244864"/>
                  </a:lnTo>
                  <a:lnTo>
                    <a:pt x="3489850" y="1244864"/>
                  </a:lnTo>
                  <a:lnTo>
                    <a:pt x="3489968" y="1244864"/>
                  </a:lnTo>
                  <a:lnTo>
                    <a:pt x="3490085" y="1244864"/>
                  </a:lnTo>
                  <a:lnTo>
                    <a:pt x="3490203" y="1244864"/>
                  </a:lnTo>
                  <a:lnTo>
                    <a:pt x="3490320" y="1244864"/>
                  </a:lnTo>
                  <a:lnTo>
                    <a:pt x="3490438" y="1244864"/>
                  </a:lnTo>
                  <a:lnTo>
                    <a:pt x="3490556" y="1244864"/>
                  </a:lnTo>
                  <a:lnTo>
                    <a:pt x="3490673" y="1244864"/>
                  </a:lnTo>
                  <a:lnTo>
                    <a:pt x="3490791" y="1244864"/>
                  </a:lnTo>
                  <a:lnTo>
                    <a:pt x="3490908" y="1244864"/>
                  </a:lnTo>
                  <a:lnTo>
                    <a:pt x="3491026" y="1244864"/>
                  </a:lnTo>
                  <a:lnTo>
                    <a:pt x="3491144" y="1244864"/>
                  </a:lnTo>
                  <a:lnTo>
                    <a:pt x="3491144" y="1244434"/>
                  </a:lnTo>
                  <a:lnTo>
                    <a:pt x="3491261" y="1244434"/>
                  </a:lnTo>
                  <a:lnTo>
                    <a:pt x="3491379" y="1244434"/>
                  </a:lnTo>
                  <a:lnTo>
                    <a:pt x="3491497" y="1244434"/>
                  </a:lnTo>
                  <a:lnTo>
                    <a:pt x="3491614" y="1244434"/>
                  </a:lnTo>
                  <a:lnTo>
                    <a:pt x="3491732" y="1244434"/>
                  </a:lnTo>
                  <a:lnTo>
                    <a:pt x="3491849" y="1244434"/>
                  </a:lnTo>
                  <a:lnTo>
                    <a:pt x="3491967" y="1244434"/>
                  </a:lnTo>
                  <a:lnTo>
                    <a:pt x="3492085" y="1244434"/>
                  </a:lnTo>
                  <a:lnTo>
                    <a:pt x="3492202" y="1244434"/>
                  </a:lnTo>
                  <a:lnTo>
                    <a:pt x="3492320" y="1244434"/>
                  </a:lnTo>
                  <a:lnTo>
                    <a:pt x="3492437" y="1244434"/>
                  </a:lnTo>
                  <a:lnTo>
                    <a:pt x="3492555" y="1244434"/>
                  </a:lnTo>
                  <a:lnTo>
                    <a:pt x="3492673" y="1244434"/>
                  </a:lnTo>
                  <a:lnTo>
                    <a:pt x="3492790" y="1244434"/>
                  </a:lnTo>
                  <a:lnTo>
                    <a:pt x="3492908" y="1244434"/>
                  </a:lnTo>
                  <a:lnTo>
                    <a:pt x="3492908" y="1244003"/>
                  </a:lnTo>
                  <a:lnTo>
                    <a:pt x="3493026" y="1244003"/>
                  </a:lnTo>
                  <a:lnTo>
                    <a:pt x="3493026" y="1243572"/>
                  </a:lnTo>
                  <a:lnTo>
                    <a:pt x="3493143" y="1243572"/>
                  </a:lnTo>
                  <a:lnTo>
                    <a:pt x="3493261" y="1243572"/>
                  </a:lnTo>
                  <a:lnTo>
                    <a:pt x="3493378" y="1243572"/>
                  </a:lnTo>
                  <a:lnTo>
                    <a:pt x="3493378" y="1243142"/>
                  </a:lnTo>
                  <a:lnTo>
                    <a:pt x="3493496" y="1243142"/>
                  </a:lnTo>
                  <a:lnTo>
                    <a:pt x="3493614" y="1243142"/>
                  </a:lnTo>
                  <a:lnTo>
                    <a:pt x="3493731" y="1243142"/>
                  </a:lnTo>
                  <a:lnTo>
                    <a:pt x="3493849" y="1243142"/>
                  </a:lnTo>
                  <a:lnTo>
                    <a:pt x="3493966" y="1243142"/>
                  </a:lnTo>
                  <a:lnTo>
                    <a:pt x="3494084" y="1243142"/>
                  </a:lnTo>
                  <a:lnTo>
                    <a:pt x="3494202" y="1243142"/>
                  </a:lnTo>
                  <a:lnTo>
                    <a:pt x="3494319" y="1243142"/>
                  </a:lnTo>
                  <a:lnTo>
                    <a:pt x="3494437" y="1243142"/>
                  </a:lnTo>
                  <a:lnTo>
                    <a:pt x="3494555" y="1243142"/>
                  </a:lnTo>
                  <a:lnTo>
                    <a:pt x="3494555" y="1242711"/>
                  </a:lnTo>
                  <a:lnTo>
                    <a:pt x="3494672" y="1242711"/>
                  </a:lnTo>
                  <a:lnTo>
                    <a:pt x="3494790" y="1242711"/>
                  </a:lnTo>
                  <a:lnTo>
                    <a:pt x="3494907" y="1242711"/>
                  </a:lnTo>
                  <a:lnTo>
                    <a:pt x="3495025" y="1242711"/>
                  </a:lnTo>
                  <a:lnTo>
                    <a:pt x="3495143" y="1242711"/>
                  </a:lnTo>
                  <a:lnTo>
                    <a:pt x="3495260" y="1242711"/>
                  </a:lnTo>
                  <a:lnTo>
                    <a:pt x="3495378" y="1242711"/>
                  </a:lnTo>
                  <a:lnTo>
                    <a:pt x="3495495" y="1242711"/>
                  </a:lnTo>
                  <a:lnTo>
                    <a:pt x="3495613" y="1242711"/>
                  </a:lnTo>
                  <a:lnTo>
                    <a:pt x="3495613" y="1242281"/>
                  </a:lnTo>
                  <a:lnTo>
                    <a:pt x="3495731" y="1242281"/>
                  </a:lnTo>
                  <a:lnTo>
                    <a:pt x="3495848" y="1242281"/>
                  </a:lnTo>
                  <a:lnTo>
                    <a:pt x="3495966" y="1242281"/>
                  </a:lnTo>
                  <a:lnTo>
                    <a:pt x="3496084" y="1242281"/>
                  </a:lnTo>
                  <a:lnTo>
                    <a:pt x="3496201" y="1242281"/>
                  </a:lnTo>
                  <a:lnTo>
                    <a:pt x="3496201" y="1241850"/>
                  </a:lnTo>
                  <a:lnTo>
                    <a:pt x="3496201" y="1241419"/>
                  </a:lnTo>
                  <a:lnTo>
                    <a:pt x="3496319" y="1241419"/>
                  </a:lnTo>
                  <a:lnTo>
                    <a:pt x="3496319" y="1240989"/>
                  </a:lnTo>
                  <a:lnTo>
                    <a:pt x="3496436" y="1240989"/>
                  </a:lnTo>
                  <a:lnTo>
                    <a:pt x="3496554" y="1240989"/>
                  </a:lnTo>
                  <a:lnTo>
                    <a:pt x="3496554" y="1240558"/>
                  </a:lnTo>
                  <a:lnTo>
                    <a:pt x="3496672" y="1240558"/>
                  </a:lnTo>
                  <a:lnTo>
                    <a:pt x="3496789" y="1240558"/>
                  </a:lnTo>
                  <a:lnTo>
                    <a:pt x="3496907" y="1240558"/>
                  </a:lnTo>
                  <a:lnTo>
                    <a:pt x="3497024" y="1240558"/>
                  </a:lnTo>
                  <a:lnTo>
                    <a:pt x="3497142" y="1240558"/>
                  </a:lnTo>
                  <a:lnTo>
                    <a:pt x="3497260" y="1240558"/>
                  </a:lnTo>
                  <a:lnTo>
                    <a:pt x="3497377" y="1240558"/>
                  </a:lnTo>
                  <a:lnTo>
                    <a:pt x="3497377" y="1240128"/>
                  </a:lnTo>
                  <a:lnTo>
                    <a:pt x="3497495" y="1240128"/>
                  </a:lnTo>
                  <a:lnTo>
                    <a:pt x="3497613" y="1240128"/>
                  </a:lnTo>
                  <a:lnTo>
                    <a:pt x="3497730" y="1240128"/>
                  </a:lnTo>
                  <a:lnTo>
                    <a:pt x="3497848" y="1240128"/>
                  </a:lnTo>
                  <a:lnTo>
                    <a:pt x="3497965" y="1240128"/>
                  </a:lnTo>
                  <a:lnTo>
                    <a:pt x="3497965" y="1239697"/>
                  </a:lnTo>
                  <a:lnTo>
                    <a:pt x="3498083" y="1239697"/>
                  </a:lnTo>
                  <a:lnTo>
                    <a:pt x="3498201" y="1239697"/>
                  </a:lnTo>
                  <a:lnTo>
                    <a:pt x="3498318" y="1239697"/>
                  </a:lnTo>
                  <a:lnTo>
                    <a:pt x="3498436" y="1239697"/>
                  </a:lnTo>
                  <a:lnTo>
                    <a:pt x="3498553" y="1239697"/>
                  </a:lnTo>
                  <a:lnTo>
                    <a:pt x="3498671" y="1239697"/>
                  </a:lnTo>
                  <a:lnTo>
                    <a:pt x="3498789" y="1239697"/>
                  </a:lnTo>
                  <a:lnTo>
                    <a:pt x="3498906" y="1239697"/>
                  </a:lnTo>
                  <a:lnTo>
                    <a:pt x="3498906" y="1239266"/>
                  </a:lnTo>
                  <a:lnTo>
                    <a:pt x="3499024" y="1239266"/>
                  </a:lnTo>
                  <a:lnTo>
                    <a:pt x="3499141" y="1239266"/>
                  </a:lnTo>
                  <a:lnTo>
                    <a:pt x="3499259" y="1239266"/>
                  </a:lnTo>
                  <a:lnTo>
                    <a:pt x="3499377" y="1239266"/>
                  </a:lnTo>
                  <a:lnTo>
                    <a:pt x="3499494" y="1239266"/>
                  </a:lnTo>
                  <a:lnTo>
                    <a:pt x="3499612" y="1239266"/>
                  </a:lnTo>
                  <a:lnTo>
                    <a:pt x="3499730" y="1239266"/>
                  </a:lnTo>
                  <a:lnTo>
                    <a:pt x="3499847" y="1239266"/>
                  </a:lnTo>
                  <a:lnTo>
                    <a:pt x="3499847" y="1238836"/>
                  </a:lnTo>
                  <a:lnTo>
                    <a:pt x="3499965" y="1238836"/>
                  </a:lnTo>
                  <a:lnTo>
                    <a:pt x="3500082" y="1238836"/>
                  </a:lnTo>
                  <a:lnTo>
                    <a:pt x="3500200" y="1238836"/>
                  </a:lnTo>
                  <a:lnTo>
                    <a:pt x="3500318" y="1238836"/>
                  </a:lnTo>
                  <a:lnTo>
                    <a:pt x="3500435" y="1238836"/>
                  </a:lnTo>
                  <a:lnTo>
                    <a:pt x="3500553" y="1238836"/>
                  </a:lnTo>
                  <a:lnTo>
                    <a:pt x="3500670" y="1238836"/>
                  </a:lnTo>
                  <a:lnTo>
                    <a:pt x="3500788" y="1238836"/>
                  </a:lnTo>
                  <a:lnTo>
                    <a:pt x="3500906" y="1238836"/>
                  </a:lnTo>
                  <a:lnTo>
                    <a:pt x="3501023" y="1238836"/>
                  </a:lnTo>
                  <a:lnTo>
                    <a:pt x="3501141" y="1238836"/>
                  </a:lnTo>
                  <a:lnTo>
                    <a:pt x="3501259" y="1238836"/>
                  </a:lnTo>
                  <a:lnTo>
                    <a:pt x="3501376" y="1238836"/>
                  </a:lnTo>
                  <a:lnTo>
                    <a:pt x="3501494" y="1238836"/>
                  </a:lnTo>
                  <a:lnTo>
                    <a:pt x="3501611" y="1238836"/>
                  </a:lnTo>
                  <a:lnTo>
                    <a:pt x="3501729" y="1238836"/>
                  </a:lnTo>
                  <a:lnTo>
                    <a:pt x="3501729" y="1238405"/>
                  </a:lnTo>
                  <a:lnTo>
                    <a:pt x="3501847" y="1238405"/>
                  </a:lnTo>
                  <a:lnTo>
                    <a:pt x="3501964" y="1238405"/>
                  </a:lnTo>
                  <a:lnTo>
                    <a:pt x="3502082" y="1238405"/>
                  </a:lnTo>
                  <a:lnTo>
                    <a:pt x="3502199" y="1238405"/>
                  </a:lnTo>
                  <a:lnTo>
                    <a:pt x="3502317" y="1238405"/>
                  </a:lnTo>
                  <a:lnTo>
                    <a:pt x="3502435" y="1238405"/>
                  </a:lnTo>
                  <a:lnTo>
                    <a:pt x="3502552" y="1238405"/>
                  </a:lnTo>
                  <a:lnTo>
                    <a:pt x="3502552" y="1237975"/>
                  </a:lnTo>
                  <a:lnTo>
                    <a:pt x="3502552" y="1237544"/>
                  </a:lnTo>
                  <a:lnTo>
                    <a:pt x="3502670" y="1237544"/>
                  </a:lnTo>
                  <a:lnTo>
                    <a:pt x="3502670" y="1237113"/>
                  </a:lnTo>
                  <a:lnTo>
                    <a:pt x="3502670" y="1236683"/>
                  </a:lnTo>
                  <a:lnTo>
                    <a:pt x="3502788" y="1236683"/>
                  </a:lnTo>
                  <a:lnTo>
                    <a:pt x="3502905" y="1236683"/>
                  </a:lnTo>
                  <a:lnTo>
                    <a:pt x="3503023" y="1236683"/>
                  </a:lnTo>
                  <a:lnTo>
                    <a:pt x="3503140" y="1236683"/>
                  </a:lnTo>
                  <a:lnTo>
                    <a:pt x="3503258" y="1236683"/>
                  </a:lnTo>
                  <a:lnTo>
                    <a:pt x="3503376" y="1236683"/>
                  </a:lnTo>
                  <a:lnTo>
                    <a:pt x="3503493" y="1236683"/>
                  </a:lnTo>
                  <a:lnTo>
                    <a:pt x="3503611" y="1236683"/>
                  </a:lnTo>
                  <a:lnTo>
                    <a:pt x="3503611" y="1236252"/>
                  </a:lnTo>
                  <a:lnTo>
                    <a:pt x="3503728" y="1236252"/>
                  </a:lnTo>
                  <a:lnTo>
                    <a:pt x="3503846" y="1236252"/>
                  </a:lnTo>
                  <a:lnTo>
                    <a:pt x="3503964" y="1236252"/>
                  </a:lnTo>
                  <a:lnTo>
                    <a:pt x="3504081" y="1236252"/>
                  </a:lnTo>
                  <a:lnTo>
                    <a:pt x="3504199" y="1236252"/>
                  </a:lnTo>
                  <a:lnTo>
                    <a:pt x="3504317" y="1236252"/>
                  </a:lnTo>
                  <a:lnTo>
                    <a:pt x="3504434" y="1236252"/>
                  </a:lnTo>
                  <a:lnTo>
                    <a:pt x="3504552" y="1236252"/>
                  </a:lnTo>
                  <a:lnTo>
                    <a:pt x="3504669" y="1236252"/>
                  </a:lnTo>
                  <a:lnTo>
                    <a:pt x="3504787" y="1236252"/>
                  </a:lnTo>
                  <a:lnTo>
                    <a:pt x="3504905" y="1236252"/>
                  </a:lnTo>
                  <a:lnTo>
                    <a:pt x="3505022" y="1236252"/>
                  </a:lnTo>
                  <a:lnTo>
                    <a:pt x="3505140" y="1236252"/>
                  </a:lnTo>
                  <a:lnTo>
                    <a:pt x="3505257" y="1236252"/>
                  </a:lnTo>
                  <a:lnTo>
                    <a:pt x="3505375" y="1236252"/>
                  </a:lnTo>
                  <a:lnTo>
                    <a:pt x="3505493" y="1236252"/>
                  </a:lnTo>
                  <a:lnTo>
                    <a:pt x="3505610" y="1236252"/>
                  </a:lnTo>
                  <a:lnTo>
                    <a:pt x="3505728" y="1236252"/>
                  </a:lnTo>
                  <a:lnTo>
                    <a:pt x="3505846" y="1236252"/>
                  </a:lnTo>
                  <a:lnTo>
                    <a:pt x="3505963" y="1236252"/>
                  </a:lnTo>
                  <a:lnTo>
                    <a:pt x="3506081" y="1236252"/>
                  </a:lnTo>
                  <a:lnTo>
                    <a:pt x="3506198" y="1236252"/>
                  </a:lnTo>
                  <a:lnTo>
                    <a:pt x="3506316" y="1236252"/>
                  </a:lnTo>
                  <a:lnTo>
                    <a:pt x="3506434" y="1236252"/>
                  </a:lnTo>
                  <a:lnTo>
                    <a:pt x="3506551" y="1236252"/>
                  </a:lnTo>
                  <a:lnTo>
                    <a:pt x="3506669" y="1236252"/>
                  </a:lnTo>
                  <a:lnTo>
                    <a:pt x="3506786" y="1236252"/>
                  </a:lnTo>
                  <a:lnTo>
                    <a:pt x="3506904" y="1236252"/>
                  </a:lnTo>
                  <a:lnTo>
                    <a:pt x="3507022" y="1236252"/>
                  </a:lnTo>
                  <a:lnTo>
                    <a:pt x="3507139" y="1236252"/>
                  </a:lnTo>
                  <a:lnTo>
                    <a:pt x="3507257" y="1236252"/>
                  </a:lnTo>
                  <a:lnTo>
                    <a:pt x="3507374" y="1236252"/>
                  </a:lnTo>
                  <a:lnTo>
                    <a:pt x="3507492" y="1236252"/>
                  </a:lnTo>
                  <a:lnTo>
                    <a:pt x="3507492" y="1235822"/>
                  </a:lnTo>
                  <a:lnTo>
                    <a:pt x="3507492" y="1235391"/>
                  </a:lnTo>
                  <a:lnTo>
                    <a:pt x="3507610" y="1235391"/>
                  </a:lnTo>
                  <a:lnTo>
                    <a:pt x="3507727" y="1235391"/>
                  </a:lnTo>
                  <a:lnTo>
                    <a:pt x="3507845" y="1235391"/>
                  </a:lnTo>
                  <a:lnTo>
                    <a:pt x="3507963" y="1235391"/>
                  </a:lnTo>
                  <a:lnTo>
                    <a:pt x="3507963" y="1234960"/>
                  </a:lnTo>
                  <a:lnTo>
                    <a:pt x="3508080" y="1234960"/>
                  </a:lnTo>
                  <a:lnTo>
                    <a:pt x="3508198" y="1234960"/>
                  </a:lnTo>
                  <a:lnTo>
                    <a:pt x="3508198" y="1234530"/>
                  </a:lnTo>
                  <a:lnTo>
                    <a:pt x="3508315" y="1234530"/>
                  </a:lnTo>
                  <a:lnTo>
                    <a:pt x="3508315" y="1234099"/>
                  </a:lnTo>
                  <a:lnTo>
                    <a:pt x="3508433" y="1234099"/>
                  </a:lnTo>
                  <a:lnTo>
                    <a:pt x="3508551" y="1234099"/>
                  </a:lnTo>
                  <a:lnTo>
                    <a:pt x="3508668" y="1234099"/>
                  </a:lnTo>
                  <a:lnTo>
                    <a:pt x="3508786" y="1234099"/>
                  </a:lnTo>
                  <a:lnTo>
                    <a:pt x="3508903" y="1234099"/>
                  </a:lnTo>
                  <a:lnTo>
                    <a:pt x="3509021" y="1234099"/>
                  </a:lnTo>
                  <a:lnTo>
                    <a:pt x="3509021" y="1233669"/>
                  </a:lnTo>
                  <a:lnTo>
                    <a:pt x="3509139" y="1233669"/>
                  </a:lnTo>
                  <a:lnTo>
                    <a:pt x="3509256" y="1233669"/>
                  </a:lnTo>
                  <a:lnTo>
                    <a:pt x="3509374" y="1233669"/>
                  </a:lnTo>
                  <a:lnTo>
                    <a:pt x="3509492" y="1233669"/>
                  </a:lnTo>
                  <a:lnTo>
                    <a:pt x="3509609" y="1233669"/>
                  </a:lnTo>
                  <a:lnTo>
                    <a:pt x="3509727" y="1233669"/>
                  </a:lnTo>
                  <a:lnTo>
                    <a:pt x="3509844" y="1233669"/>
                  </a:lnTo>
                  <a:lnTo>
                    <a:pt x="3509962" y="1233669"/>
                  </a:lnTo>
                  <a:lnTo>
                    <a:pt x="3510080" y="1233669"/>
                  </a:lnTo>
                  <a:lnTo>
                    <a:pt x="3510080" y="1233238"/>
                  </a:lnTo>
                  <a:lnTo>
                    <a:pt x="3510197" y="1233238"/>
                  </a:lnTo>
                  <a:lnTo>
                    <a:pt x="3510315" y="1233238"/>
                  </a:lnTo>
                  <a:lnTo>
                    <a:pt x="3510432" y="1233238"/>
                  </a:lnTo>
                  <a:lnTo>
                    <a:pt x="3510550" y="1233238"/>
                  </a:lnTo>
                  <a:lnTo>
                    <a:pt x="3510550" y="1232807"/>
                  </a:lnTo>
                  <a:lnTo>
                    <a:pt x="3510668" y="1232807"/>
                  </a:lnTo>
                  <a:lnTo>
                    <a:pt x="3510785" y="1232807"/>
                  </a:lnTo>
                  <a:lnTo>
                    <a:pt x="3510785" y="1232377"/>
                  </a:lnTo>
                  <a:lnTo>
                    <a:pt x="3510903" y="1232377"/>
                  </a:lnTo>
                  <a:lnTo>
                    <a:pt x="3511021" y="1232377"/>
                  </a:lnTo>
                  <a:lnTo>
                    <a:pt x="3511021" y="1231946"/>
                  </a:lnTo>
                  <a:lnTo>
                    <a:pt x="3511138" y="1231946"/>
                  </a:lnTo>
                  <a:lnTo>
                    <a:pt x="3511256" y="1231946"/>
                  </a:lnTo>
                  <a:lnTo>
                    <a:pt x="3511373" y="1231946"/>
                  </a:lnTo>
                  <a:lnTo>
                    <a:pt x="3511491" y="1231946"/>
                  </a:lnTo>
                  <a:lnTo>
                    <a:pt x="3511491" y="1231516"/>
                  </a:lnTo>
                  <a:lnTo>
                    <a:pt x="3511609" y="1231516"/>
                  </a:lnTo>
                  <a:lnTo>
                    <a:pt x="3511726" y="1231516"/>
                  </a:lnTo>
                  <a:lnTo>
                    <a:pt x="3511844" y="1231516"/>
                  </a:lnTo>
                  <a:lnTo>
                    <a:pt x="3511961" y="1231516"/>
                  </a:lnTo>
                  <a:lnTo>
                    <a:pt x="3511961" y="1231085"/>
                  </a:lnTo>
                  <a:lnTo>
                    <a:pt x="3512079" y="1231085"/>
                  </a:lnTo>
                  <a:lnTo>
                    <a:pt x="3512197" y="1231085"/>
                  </a:lnTo>
                  <a:lnTo>
                    <a:pt x="3512314" y="1231085"/>
                  </a:lnTo>
                  <a:lnTo>
                    <a:pt x="3512432" y="1231085"/>
                  </a:lnTo>
                  <a:lnTo>
                    <a:pt x="3512550" y="1231085"/>
                  </a:lnTo>
                  <a:lnTo>
                    <a:pt x="3512667" y="1231085"/>
                  </a:lnTo>
                  <a:lnTo>
                    <a:pt x="3512785" y="1231085"/>
                  </a:lnTo>
                  <a:lnTo>
                    <a:pt x="3512902" y="1231085"/>
                  </a:lnTo>
                  <a:lnTo>
                    <a:pt x="3513020" y="1231085"/>
                  </a:lnTo>
                  <a:lnTo>
                    <a:pt x="3513020" y="1230654"/>
                  </a:lnTo>
                  <a:lnTo>
                    <a:pt x="3513138" y="1230654"/>
                  </a:lnTo>
                  <a:lnTo>
                    <a:pt x="3513255" y="1230654"/>
                  </a:lnTo>
                  <a:lnTo>
                    <a:pt x="3513255" y="1230224"/>
                  </a:lnTo>
                  <a:lnTo>
                    <a:pt x="3513373" y="1230224"/>
                  </a:lnTo>
                  <a:lnTo>
                    <a:pt x="3513490" y="1230224"/>
                  </a:lnTo>
                  <a:lnTo>
                    <a:pt x="3513608" y="1230224"/>
                  </a:lnTo>
                  <a:lnTo>
                    <a:pt x="3513726" y="1230224"/>
                  </a:lnTo>
                  <a:lnTo>
                    <a:pt x="3513843" y="1230224"/>
                  </a:lnTo>
                  <a:lnTo>
                    <a:pt x="3513961" y="1230224"/>
                  </a:lnTo>
                  <a:lnTo>
                    <a:pt x="3514079" y="1230224"/>
                  </a:lnTo>
                  <a:lnTo>
                    <a:pt x="3514079" y="1229793"/>
                  </a:lnTo>
                  <a:lnTo>
                    <a:pt x="3514079" y="1229363"/>
                  </a:lnTo>
                  <a:lnTo>
                    <a:pt x="3514196" y="1229363"/>
                  </a:lnTo>
                  <a:lnTo>
                    <a:pt x="3514314" y="1229363"/>
                  </a:lnTo>
                  <a:lnTo>
                    <a:pt x="3514431" y="1229363"/>
                  </a:lnTo>
                  <a:lnTo>
                    <a:pt x="3514549" y="1229363"/>
                  </a:lnTo>
                  <a:lnTo>
                    <a:pt x="3514667" y="1229363"/>
                  </a:lnTo>
                  <a:lnTo>
                    <a:pt x="3514784" y="1229363"/>
                  </a:lnTo>
                  <a:lnTo>
                    <a:pt x="3514902" y="1229363"/>
                  </a:lnTo>
                  <a:lnTo>
                    <a:pt x="3515019" y="1229363"/>
                  </a:lnTo>
                  <a:lnTo>
                    <a:pt x="3515019" y="1228932"/>
                  </a:lnTo>
                  <a:lnTo>
                    <a:pt x="3515137" y="1228932"/>
                  </a:lnTo>
                  <a:lnTo>
                    <a:pt x="3515255" y="1228932"/>
                  </a:lnTo>
                  <a:lnTo>
                    <a:pt x="3515372" y="1228932"/>
                  </a:lnTo>
                  <a:lnTo>
                    <a:pt x="3515490" y="1228932"/>
                  </a:lnTo>
                  <a:lnTo>
                    <a:pt x="3515607" y="1228932"/>
                  </a:lnTo>
                  <a:lnTo>
                    <a:pt x="3515725" y="1228932"/>
                  </a:lnTo>
                  <a:lnTo>
                    <a:pt x="3515843" y="1228932"/>
                  </a:lnTo>
                  <a:lnTo>
                    <a:pt x="3515843" y="1228501"/>
                  </a:lnTo>
                  <a:lnTo>
                    <a:pt x="3515843" y="1228071"/>
                  </a:lnTo>
                  <a:lnTo>
                    <a:pt x="3515960" y="1228071"/>
                  </a:lnTo>
                  <a:lnTo>
                    <a:pt x="3516078" y="1228071"/>
                  </a:lnTo>
                  <a:lnTo>
                    <a:pt x="3516196" y="1228071"/>
                  </a:lnTo>
                  <a:lnTo>
                    <a:pt x="3516313" y="1228071"/>
                  </a:lnTo>
                  <a:lnTo>
                    <a:pt x="3516431" y="1228071"/>
                  </a:lnTo>
                  <a:lnTo>
                    <a:pt x="3516548" y="1228071"/>
                  </a:lnTo>
                  <a:lnTo>
                    <a:pt x="3516666" y="1228071"/>
                  </a:lnTo>
                  <a:lnTo>
                    <a:pt x="3516784" y="1228071"/>
                  </a:lnTo>
                  <a:lnTo>
                    <a:pt x="3516784" y="1227640"/>
                  </a:lnTo>
                  <a:lnTo>
                    <a:pt x="3516901" y="1227640"/>
                  </a:lnTo>
                  <a:lnTo>
                    <a:pt x="3517019" y="1227640"/>
                  </a:lnTo>
                  <a:lnTo>
                    <a:pt x="3517019" y="1227210"/>
                  </a:lnTo>
                  <a:lnTo>
                    <a:pt x="3517019" y="1226779"/>
                  </a:lnTo>
                  <a:lnTo>
                    <a:pt x="3517019" y="1226348"/>
                  </a:lnTo>
                  <a:lnTo>
                    <a:pt x="3517136" y="1226348"/>
                  </a:lnTo>
                  <a:lnTo>
                    <a:pt x="3517254" y="1226348"/>
                  </a:lnTo>
                  <a:lnTo>
                    <a:pt x="3517254" y="1225918"/>
                  </a:lnTo>
                  <a:lnTo>
                    <a:pt x="3517254" y="1225487"/>
                  </a:lnTo>
                  <a:lnTo>
                    <a:pt x="3517372" y="1225487"/>
                  </a:lnTo>
                  <a:lnTo>
                    <a:pt x="3517489" y="1225487"/>
                  </a:lnTo>
                  <a:lnTo>
                    <a:pt x="3517607" y="1225487"/>
                  </a:lnTo>
                  <a:lnTo>
                    <a:pt x="3517725" y="1225487"/>
                  </a:lnTo>
                  <a:lnTo>
                    <a:pt x="3517842" y="1225487"/>
                  </a:lnTo>
                  <a:lnTo>
                    <a:pt x="3517960" y="1225487"/>
                  </a:lnTo>
                  <a:lnTo>
                    <a:pt x="3518077" y="1225487"/>
                  </a:lnTo>
                  <a:lnTo>
                    <a:pt x="3518195" y="1225487"/>
                  </a:lnTo>
                  <a:lnTo>
                    <a:pt x="3518313" y="1225487"/>
                  </a:lnTo>
                  <a:lnTo>
                    <a:pt x="3518430" y="1225487"/>
                  </a:lnTo>
                  <a:lnTo>
                    <a:pt x="3518548" y="1225487"/>
                  </a:lnTo>
                  <a:lnTo>
                    <a:pt x="3518548" y="1225057"/>
                  </a:lnTo>
                  <a:lnTo>
                    <a:pt x="3518548" y="1224626"/>
                  </a:lnTo>
                  <a:lnTo>
                    <a:pt x="3518665" y="1224626"/>
                  </a:lnTo>
                  <a:lnTo>
                    <a:pt x="3518783" y="1224626"/>
                  </a:lnTo>
                  <a:lnTo>
                    <a:pt x="3518901" y="1224626"/>
                  </a:lnTo>
                  <a:lnTo>
                    <a:pt x="3519018" y="1224626"/>
                  </a:lnTo>
                  <a:lnTo>
                    <a:pt x="3519136" y="1224626"/>
                  </a:lnTo>
                  <a:lnTo>
                    <a:pt x="3519136" y="1224195"/>
                  </a:lnTo>
                  <a:lnTo>
                    <a:pt x="3519254" y="1224195"/>
                  </a:lnTo>
                  <a:lnTo>
                    <a:pt x="3519254" y="1223765"/>
                  </a:lnTo>
                  <a:lnTo>
                    <a:pt x="3519371" y="1223765"/>
                  </a:lnTo>
                  <a:lnTo>
                    <a:pt x="3519489" y="1223765"/>
                  </a:lnTo>
                  <a:lnTo>
                    <a:pt x="3519606" y="1223765"/>
                  </a:lnTo>
                  <a:lnTo>
                    <a:pt x="3519724" y="1223765"/>
                  </a:lnTo>
                  <a:lnTo>
                    <a:pt x="3519842" y="1223765"/>
                  </a:lnTo>
                  <a:lnTo>
                    <a:pt x="3519842" y="1223334"/>
                  </a:lnTo>
                  <a:lnTo>
                    <a:pt x="3519959" y="1223334"/>
                  </a:lnTo>
                  <a:lnTo>
                    <a:pt x="3520077" y="1223334"/>
                  </a:lnTo>
                  <a:lnTo>
                    <a:pt x="3520194" y="1223334"/>
                  </a:lnTo>
                  <a:lnTo>
                    <a:pt x="3520312" y="1223334"/>
                  </a:lnTo>
                  <a:lnTo>
                    <a:pt x="3520430" y="1223334"/>
                  </a:lnTo>
                  <a:lnTo>
                    <a:pt x="3520547" y="1223334"/>
                  </a:lnTo>
                  <a:lnTo>
                    <a:pt x="3520665" y="1223334"/>
                  </a:lnTo>
                  <a:lnTo>
                    <a:pt x="3520783" y="1223334"/>
                  </a:lnTo>
                  <a:lnTo>
                    <a:pt x="3520900" y="1223334"/>
                  </a:lnTo>
                  <a:lnTo>
                    <a:pt x="3520900" y="1222904"/>
                  </a:lnTo>
                  <a:lnTo>
                    <a:pt x="3521018" y="1222904"/>
                  </a:lnTo>
                  <a:lnTo>
                    <a:pt x="3521135" y="1222904"/>
                  </a:lnTo>
                  <a:lnTo>
                    <a:pt x="3521253" y="1222904"/>
                  </a:lnTo>
                  <a:lnTo>
                    <a:pt x="3521253" y="1222473"/>
                  </a:lnTo>
                  <a:lnTo>
                    <a:pt x="3521371" y="1222473"/>
                  </a:lnTo>
                  <a:lnTo>
                    <a:pt x="3521371" y="1222042"/>
                  </a:lnTo>
                  <a:lnTo>
                    <a:pt x="3521488" y="1222042"/>
                  </a:lnTo>
                  <a:lnTo>
                    <a:pt x="3521606" y="1222042"/>
                  </a:lnTo>
                  <a:lnTo>
                    <a:pt x="3521723" y="1222042"/>
                  </a:lnTo>
                  <a:lnTo>
                    <a:pt x="3521841" y="1222042"/>
                  </a:lnTo>
                  <a:lnTo>
                    <a:pt x="3521959" y="1222042"/>
                  </a:lnTo>
                  <a:lnTo>
                    <a:pt x="3522076" y="1222042"/>
                  </a:lnTo>
                  <a:lnTo>
                    <a:pt x="3522194" y="1222042"/>
                  </a:lnTo>
                  <a:lnTo>
                    <a:pt x="3522312" y="1222042"/>
                  </a:lnTo>
                  <a:lnTo>
                    <a:pt x="3522312" y="1221612"/>
                  </a:lnTo>
                  <a:lnTo>
                    <a:pt x="3522429" y="1221612"/>
                  </a:lnTo>
                  <a:lnTo>
                    <a:pt x="3522547" y="1221612"/>
                  </a:lnTo>
                  <a:lnTo>
                    <a:pt x="3522664" y="1221612"/>
                  </a:lnTo>
                  <a:lnTo>
                    <a:pt x="3522664" y="1221181"/>
                  </a:lnTo>
                  <a:lnTo>
                    <a:pt x="3522782" y="1221181"/>
                  </a:lnTo>
                  <a:lnTo>
                    <a:pt x="3522900" y="1221181"/>
                  </a:lnTo>
                  <a:lnTo>
                    <a:pt x="3523017" y="1221181"/>
                  </a:lnTo>
                  <a:lnTo>
                    <a:pt x="3523135" y="1221181"/>
                  </a:lnTo>
                  <a:lnTo>
                    <a:pt x="3523252" y="1221181"/>
                  </a:lnTo>
                  <a:lnTo>
                    <a:pt x="3523370" y="1221181"/>
                  </a:lnTo>
                  <a:lnTo>
                    <a:pt x="3523488" y="1221181"/>
                  </a:lnTo>
                  <a:lnTo>
                    <a:pt x="3523605" y="1221181"/>
                  </a:lnTo>
                  <a:lnTo>
                    <a:pt x="3523723" y="1221181"/>
                  </a:lnTo>
                  <a:lnTo>
                    <a:pt x="3523840" y="1221181"/>
                  </a:lnTo>
                  <a:lnTo>
                    <a:pt x="3523840" y="1220751"/>
                  </a:lnTo>
                  <a:lnTo>
                    <a:pt x="3523958" y="1220751"/>
                  </a:lnTo>
                  <a:lnTo>
                    <a:pt x="3524076" y="1220751"/>
                  </a:lnTo>
                  <a:lnTo>
                    <a:pt x="3524193" y="1220751"/>
                  </a:lnTo>
                  <a:lnTo>
                    <a:pt x="3524193" y="1220320"/>
                  </a:lnTo>
                  <a:lnTo>
                    <a:pt x="3524193" y="1219889"/>
                  </a:lnTo>
                  <a:lnTo>
                    <a:pt x="3524311" y="1219889"/>
                  </a:lnTo>
                  <a:lnTo>
                    <a:pt x="3524429" y="1219889"/>
                  </a:lnTo>
                  <a:lnTo>
                    <a:pt x="3524429" y="1219459"/>
                  </a:lnTo>
                  <a:lnTo>
                    <a:pt x="3524546" y="1219459"/>
                  </a:lnTo>
                  <a:lnTo>
                    <a:pt x="3524664" y="1219459"/>
                  </a:lnTo>
                  <a:lnTo>
                    <a:pt x="3524781" y="1219459"/>
                  </a:lnTo>
                  <a:lnTo>
                    <a:pt x="3524781" y="1219028"/>
                  </a:lnTo>
                  <a:lnTo>
                    <a:pt x="3524781" y="1218598"/>
                  </a:lnTo>
                  <a:lnTo>
                    <a:pt x="3524899" y="1218598"/>
                  </a:lnTo>
                  <a:lnTo>
                    <a:pt x="3525017" y="1218598"/>
                  </a:lnTo>
                  <a:lnTo>
                    <a:pt x="3525134" y="1218598"/>
                  </a:lnTo>
                  <a:lnTo>
                    <a:pt x="3525252" y="1218598"/>
                  </a:lnTo>
                  <a:lnTo>
                    <a:pt x="3525252" y="1218167"/>
                  </a:lnTo>
                  <a:lnTo>
                    <a:pt x="3525369" y="1218167"/>
                  </a:lnTo>
                  <a:lnTo>
                    <a:pt x="3525369" y="1217736"/>
                  </a:lnTo>
                  <a:lnTo>
                    <a:pt x="3525487" y="1217736"/>
                  </a:lnTo>
                  <a:lnTo>
                    <a:pt x="3525487" y="1217306"/>
                  </a:lnTo>
                  <a:lnTo>
                    <a:pt x="3525605" y="1217306"/>
                  </a:lnTo>
                  <a:lnTo>
                    <a:pt x="3525722" y="1217306"/>
                  </a:lnTo>
                  <a:lnTo>
                    <a:pt x="3525840" y="1217306"/>
                  </a:lnTo>
                  <a:lnTo>
                    <a:pt x="3525840" y="1216875"/>
                  </a:lnTo>
                  <a:lnTo>
                    <a:pt x="3525958" y="1216875"/>
                  </a:lnTo>
                  <a:lnTo>
                    <a:pt x="3526075" y="1216875"/>
                  </a:lnTo>
                  <a:lnTo>
                    <a:pt x="3526193" y="1216875"/>
                  </a:lnTo>
                  <a:lnTo>
                    <a:pt x="3526310" y="1216875"/>
                  </a:lnTo>
                  <a:lnTo>
                    <a:pt x="3526428" y="1216875"/>
                  </a:lnTo>
                  <a:lnTo>
                    <a:pt x="3526546" y="1216875"/>
                  </a:lnTo>
                  <a:lnTo>
                    <a:pt x="3526663" y="1216875"/>
                  </a:lnTo>
                  <a:lnTo>
                    <a:pt x="3526781" y="1216875"/>
                  </a:lnTo>
                  <a:lnTo>
                    <a:pt x="3526781" y="1216445"/>
                  </a:lnTo>
                  <a:lnTo>
                    <a:pt x="3526781" y="1216014"/>
                  </a:lnTo>
                  <a:lnTo>
                    <a:pt x="3526898" y="1216014"/>
                  </a:lnTo>
                  <a:lnTo>
                    <a:pt x="3527016" y="1216014"/>
                  </a:lnTo>
                  <a:lnTo>
                    <a:pt x="3527134" y="1216014"/>
                  </a:lnTo>
                  <a:lnTo>
                    <a:pt x="3527251" y="1216014"/>
                  </a:lnTo>
                  <a:lnTo>
                    <a:pt x="3527369" y="1216014"/>
                  </a:lnTo>
                  <a:lnTo>
                    <a:pt x="3527369" y="1215583"/>
                  </a:lnTo>
                  <a:lnTo>
                    <a:pt x="3527487" y="1215583"/>
                  </a:lnTo>
                  <a:lnTo>
                    <a:pt x="3527487" y="1215153"/>
                  </a:lnTo>
                  <a:lnTo>
                    <a:pt x="3527604" y="1215153"/>
                  </a:lnTo>
                  <a:lnTo>
                    <a:pt x="3527722" y="1215153"/>
                  </a:lnTo>
                  <a:lnTo>
                    <a:pt x="3527839" y="1215153"/>
                  </a:lnTo>
                  <a:lnTo>
                    <a:pt x="3527957" y="1215153"/>
                  </a:lnTo>
                  <a:lnTo>
                    <a:pt x="3527957" y="1214722"/>
                  </a:lnTo>
                  <a:lnTo>
                    <a:pt x="3528075" y="1214722"/>
                  </a:lnTo>
                  <a:lnTo>
                    <a:pt x="3528192" y="1214722"/>
                  </a:lnTo>
                  <a:lnTo>
                    <a:pt x="3528310" y="1214722"/>
                  </a:lnTo>
                  <a:lnTo>
                    <a:pt x="3528427" y="1214722"/>
                  </a:lnTo>
                  <a:lnTo>
                    <a:pt x="3528545" y="1214722"/>
                  </a:lnTo>
                  <a:lnTo>
                    <a:pt x="3528663" y="1214722"/>
                  </a:lnTo>
                  <a:lnTo>
                    <a:pt x="3528780" y="1214722"/>
                  </a:lnTo>
                  <a:lnTo>
                    <a:pt x="3528780" y="1214292"/>
                  </a:lnTo>
                  <a:lnTo>
                    <a:pt x="3528898" y="1214292"/>
                  </a:lnTo>
                  <a:lnTo>
                    <a:pt x="3529016" y="1214292"/>
                  </a:lnTo>
                  <a:lnTo>
                    <a:pt x="3529133" y="1214292"/>
                  </a:lnTo>
                  <a:lnTo>
                    <a:pt x="3529133" y="1213861"/>
                  </a:lnTo>
                  <a:lnTo>
                    <a:pt x="3529251" y="1213861"/>
                  </a:lnTo>
                  <a:lnTo>
                    <a:pt x="3529368" y="1213861"/>
                  </a:lnTo>
                  <a:lnTo>
                    <a:pt x="3529486" y="1213861"/>
                  </a:lnTo>
                  <a:lnTo>
                    <a:pt x="3529604" y="1213861"/>
                  </a:lnTo>
                  <a:lnTo>
                    <a:pt x="3529721" y="1213861"/>
                  </a:lnTo>
                  <a:lnTo>
                    <a:pt x="3529721" y="1213430"/>
                  </a:lnTo>
                  <a:lnTo>
                    <a:pt x="3529721" y="1213000"/>
                  </a:lnTo>
                  <a:lnTo>
                    <a:pt x="3529839" y="1213000"/>
                  </a:lnTo>
                  <a:lnTo>
                    <a:pt x="3529956" y="1213000"/>
                  </a:lnTo>
                  <a:lnTo>
                    <a:pt x="3530074" y="1213000"/>
                  </a:lnTo>
                  <a:lnTo>
                    <a:pt x="3530192" y="1213000"/>
                  </a:lnTo>
                  <a:lnTo>
                    <a:pt x="3530192" y="1212569"/>
                  </a:lnTo>
                  <a:lnTo>
                    <a:pt x="3530309" y="1212569"/>
                  </a:lnTo>
                  <a:lnTo>
                    <a:pt x="3530427" y="1212569"/>
                  </a:lnTo>
                  <a:lnTo>
                    <a:pt x="3530545" y="1212569"/>
                  </a:lnTo>
                  <a:lnTo>
                    <a:pt x="3530662" y="1212569"/>
                  </a:lnTo>
                  <a:lnTo>
                    <a:pt x="3530780" y="1212569"/>
                  </a:lnTo>
                  <a:lnTo>
                    <a:pt x="3530897" y="1212569"/>
                  </a:lnTo>
                  <a:lnTo>
                    <a:pt x="3531015" y="1212569"/>
                  </a:lnTo>
                  <a:lnTo>
                    <a:pt x="3531133" y="1212569"/>
                  </a:lnTo>
                  <a:lnTo>
                    <a:pt x="3531250" y="1212569"/>
                  </a:lnTo>
                  <a:lnTo>
                    <a:pt x="3531368" y="1212569"/>
                  </a:lnTo>
                  <a:lnTo>
                    <a:pt x="3531485" y="1212569"/>
                  </a:lnTo>
                  <a:lnTo>
                    <a:pt x="3531603" y="1212569"/>
                  </a:lnTo>
                  <a:lnTo>
                    <a:pt x="3531721" y="1212569"/>
                  </a:lnTo>
                  <a:lnTo>
                    <a:pt x="3531838" y="1212569"/>
                  </a:lnTo>
                  <a:lnTo>
                    <a:pt x="3531956" y="1212569"/>
                  </a:lnTo>
                  <a:lnTo>
                    <a:pt x="3532073" y="1212569"/>
                  </a:lnTo>
                  <a:lnTo>
                    <a:pt x="3532191" y="1212569"/>
                  </a:lnTo>
                  <a:lnTo>
                    <a:pt x="3532309" y="1212569"/>
                  </a:lnTo>
                  <a:lnTo>
                    <a:pt x="3532309" y="1212139"/>
                  </a:lnTo>
                  <a:lnTo>
                    <a:pt x="3532426" y="1212139"/>
                  </a:lnTo>
                  <a:lnTo>
                    <a:pt x="3532544" y="1212139"/>
                  </a:lnTo>
                  <a:lnTo>
                    <a:pt x="3532662" y="1212139"/>
                  </a:lnTo>
                  <a:lnTo>
                    <a:pt x="3532779" y="1212139"/>
                  </a:lnTo>
                  <a:lnTo>
                    <a:pt x="3532897" y="1212139"/>
                  </a:lnTo>
                  <a:lnTo>
                    <a:pt x="3532897" y="1211708"/>
                  </a:lnTo>
                  <a:lnTo>
                    <a:pt x="3533014" y="1211708"/>
                  </a:lnTo>
                  <a:lnTo>
                    <a:pt x="3533132" y="1211708"/>
                  </a:lnTo>
                  <a:lnTo>
                    <a:pt x="3533250" y="1211708"/>
                  </a:lnTo>
                  <a:lnTo>
                    <a:pt x="3533250" y="1211277"/>
                  </a:lnTo>
                  <a:lnTo>
                    <a:pt x="3533367" y="1211277"/>
                  </a:lnTo>
                  <a:lnTo>
                    <a:pt x="3533367" y="1210847"/>
                  </a:lnTo>
                  <a:lnTo>
                    <a:pt x="3533485" y="1210847"/>
                  </a:lnTo>
                  <a:lnTo>
                    <a:pt x="3533485" y="1210416"/>
                  </a:lnTo>
                  <a:lnTo>
                    <a:pt x="3533602" y="1210416"/>
                  </a:lnTo>
                  <a:lnTo>
                    <a:pt x="3533602" y="1209986"/>
                  </a:lnTo>
                  <a:lnTo>
                    <a:pt x="3533602" y="1209555"/>
                  </a:lnTo>
                  <a:lnTo>
                    <a:pt x="3533720" y="1209555"/>
                  </a:lnTo>
                  <a:lnTo>
                    <a:pt x="3533838" y="1209555"/>
                  </a:lnTo>
                  <a:lnTo>
                    <a:pt x="3533955" y="1209555"/>
                  </a:lnTo>
                  <a:lnTo>
                    <a:pt x="3534073" y="1209555"/>
                  </a:lnTo>
                  <a:lnTo>
                    <a:pt x="3534191" y="1209555"/>
                  </a:lnTo>
                  <a:lnTo>
                    <a:pt x="3534308" y="1209555"/>
                  </a:lnTo>
                  <a:lnTo>
                    <a:pt x="3534426" y="1209555"/>
                  </a:lnTo>
                  <a:lnTo>
                    <a:pt x="3534543" y="1209555"/>
                  </a:lnTo>
                  <a:lnTo>
                    <a:pt x="3534661" y="1209555"/>
                  </a:lnTo>
                  <a:lnTo>
                    <a:pt x="3534779" y="1209555"/>
                  </a:lnTo>
                  <a:lnTo>
                    <a:pt x="3534896" y="1209555"/>
                  </a:lnTo>
                  <a:lnTo>
                    <a:pt x="3534896" y="1209124"/>
                  </a:lnTo>
                  <a:lnTo>
                    <a:pt x="3534896" y="1208694"/>
                  </a:lnTo>
                  <a:lnTo>
                    <a:pt x="3534896" y="1208263"/>
                  </a:lnTo>
                  <a:lnTo>
                    <a:pt x="3535014" y="1208263"/>
                  </a:lnTo>
                  <a:lnTo>
                    <a:pt x="3535131" y="1208263"/>
                  </a:lnTo>
                  <a:lnTo>
                    <a:pt x="3535249" y="1208263"/>
                  </a:lnTo>
                  <a:lnTo>
                    <a:pt x="3535249" y="1207833"/>
                  </a:lnTo>
                  <a:lnTo>
                    <a:pt x="3535367" y="1207833"/>
                  </a:lnTo>
                  <a:lnTo>
                    <a:pt x="3535484" y="1207833"/>
                  </a:lnTo>
                  <a:lnTo>
                    <a:pt x="3535602" y="1207833"/>
                  </a:lnTo>
                  <a:lnTo>
                    <a:pt x="3535720" y="1207833"/>
                  </a:lnTo>
                  <a:lnTo>
                    <a:pt x="3535720" y="1207402"/>
                  </a:lnTo>
                  <a:lnTo>
                    <a:pt x="3535837" y="1207402"/>
                  </a:lnTo>
                  <a:lnTo>
                    <a:pt x="3535955" y="1207402"/>
                  </a:lnTo>
                  <a:lnTo>
                    <a:pt x="3536072" y="1207402"/>
                  </a:lnTo>
                  <a:lnTo>
                    <a:pt x="3536190" y="1207402"/>
                  </a:lnTo>
                  <a:lnTo>
                    <a:pt x="3536308" y="1207402"/>
                  </a:lnTo>
                  <a:lnTo>
                    <a:pt x="3536425" y="1207402"/>
                  </a:lnTo>
                  <a:lnTo>
                    <a:pt x="3536543" y="1207402"/>
                  </a:lnTo>
                  <a:lnTo>
                    <a:pt x="3536660" y="1207402"/>
                  </a:lnTo>
                  <a:lnTo>
                    <a:pt x="3536778" y="1207402"/>
                  </a:lnTo>
                  <a:lnTo>
                    <a:pt x="3536896" y="1207402"/>
                  </a:lnTo>
                  <a:lnTo>
                    <a:pt x="3537013" y="1207402"/>
                  </a:lnTo>
                  <a:lnTo>
                    <a:pt x="3537131" y="1207402"/>
                  </a:lnTo>
                  <a:lnTo>
                    <a:pt x="3537249" y="1207402"/>
                  </a:lnTo>
                  <a:lnTo>
                    <a:pt x="3537249" y="1206971"/>
                  </a:lnTo>
                  <a:lnTo>
                    <a:pt x="3537366" y="1206971"/>
                  </a:lnTo>
                  <a:lnTo>
                    <a:pt x="3537484" y="1206971"/>
                  </a:lnTo>
                  <a:lnTo>
                    <a:pt x="3537601" y="1206971"/>
                  </a:lnTo>
                  <a:lnTo>
                    <a:pt x="3537719" y="1206971"/>
                  </a:lnTo>
                  <a:lnTo>
                    <a:pt x="3537837" y="1206971"/>
                  </a:lnTo>
                  <a:lnTo>
                    <a:pt x="3537954" y="1206971"/>
                  </a:lnTo>
                  <a:lnTo>
                    <a:pt x="3538072" y="1206971"/>
                  </a:lnTo>
                  <a:lnTo>
                    <a:pt x="3538072" y="1206541"/>
                  </a:lnTo>
                  <a:lnTo>
                    <a:pt x="3538189" y="1206541"/>
                  </a:lnTo>
                  <a:lnTo>
                    <a:pt x="3538307" y="1206541"/>
                  </a:lnTo>
                  <a:lnTo>
                    <a:pt x="3538307" y="1206110"/>
                  </a:lnTo>
                  <a:lnTo>
                    <a:pt x="3538307" y="1205680"/>
                  </a:lnTo>
                  <a:lnTo>
                    <a:pt x="3538307" y="1205249"/>
                  </a:lnTo>
                  <a:lnTo>
                    <a:pt x="3538425" y="1205249"/>
                  </a:lnTo>
                  <a:lnTo>
                    <a:pt x="3538542" y="1205249"/>
                  </a:lnTo>
                  <a:lnTo>
                    <a:pt x="3538660" y="1205249"/>
                  </a:lnTo>
                  <a:lnTo>
                    <a:pt x="3538778" y="1205249"/>
                  </a:lnTo>
                  <a:lnTo>
                    <a:pt x="3538895" y="1205249"/>
                  </a:lnTo>
                  <a:lnTo>
                    <a:pt x="3539013" y="1205249"/>
                  </a:lnTo>
                  <a:lnTo>
                    <a:pt x="3539013" y="1204818"/>
                  </a:lnTo>
                  <a:lnTo>
                    <a:pt x="3539130" y="1204818"/>
                  </a:lnTo>
                  <a:lnTo>
                    <a:pt x="3539248" y="1204818"/>
                  </a:lnTo>
                  <a:lnTo>
                    <a:pt x="3539366" y="1204818"/>
                  </a:lnTo>
                  <a:lnTo>
                    <a:pt x="3539483" y="1204818"/>
                  </a:lnTo>
                  <a:lnTo>
                    <a:pt x="3539601" y="1204818"/>
                  </a:lnTo>
                  <a:lnTo>
                    <a:pt x="3539718" y="1204818"/>
                  </a:lnTo>
                  <a:lnTo>
                    <a:pt x="3539836" y="1204818"/>
                  </a:lnTo>
                  <a:lnTo>
                    <a:pt x="3539954" y="1204818"/>
                  </a:lnTo>
                  <a:lnTo>
                    <a:pt x="3540071" y="1204818"/>
                  </a:lnTo>
                  <a:lnTo>
                    <a:pt x="3540189" y="1204818"/>
                  </a:lnTo>
                  <a:lnTo>
                    <a:pt x="3540306" y="1204818"/>
                  </a:lnTo>
                  <a:lnTo>
                    <a:pt x="3540424" y="1204818"/>
                  </a:lnTo>
                  <a:lnTo>
                    <a:pt x="3540542" y="1204818"/>
                  </a:lnTo>
                  <a:lnTo>
                    <a:pt x="3540542" y="1204388"/>
                  </a:lnTo>
                  <a:lnTo>
                    <a:pt x="3540659" y="1204388"/>
                  </a:lnTo>
                  <a:lnTo>
                    <a:pt x="3540777" y="1204388"/>
                  </a:lnTo>
                  <a:lnTo>
                    <a:pt x="3540895" y="1204388"/>
                  </a:lnTo>
                  <a:lnTo>
                    <a:pt x="3540895" y="1203957"/>
                  </a:lnTo>
                  <a:lnTo>
                    <a:pt x="3541012" y="1203957"/>
                  </a:lnTo>
                  <a:lnTo>
                    <a:pt x="3541130" y="1203957"/>
                  </a:lnTo>
                  <a:lnTo>
                    <a:pt x="3541130" y="1203527"/>
                  </a:lnTo>
                  <a:lnTo>
                    <a:pt x="3541247" y="1203527"/>
                  </a:lnTo>
                  <a:lnTo>
                    <a:pt x="3541247" y="1203096"/>
                  </a:lnTo>
                  <a:lnTo>
                    <a:pt x="3541365" y="1203096"/>
                  </a:lnTo>
                  <a:lnTo>
                    <a:pt x="3541483" y="1203096"/>
                  </a:lnTo>
                  <a:lnTo>
                    <a:pt x="3541600" y="1203096"/>
                  </a:lnTo>
                  <a:lnTo>
                    <a:pt x="3541718" y="1203096"/>
                  </a:lnTo>
                  <a:lnTo>
                    <a:pt x="3541835" y="1203096"/>
                  </a:lnTo>
                  <a:lnTo>
                    <a:pt x="3541953" y="1203096"/>
                  </a:lnTo>
                  <a:lnTo>
                    <a:pt x="3541953" y="1202665"/>
                  </a:lnTo>
                  <a:lnTo>
                    <a:pt x="3541953" y="1202235"/>
                  </a:lnTo>
                  <a:lnTo>
                    <a:pt x="3542071" y="1202235"/>
                  </a:lnTo>
                  <a:lnTo>
                    <a:pt x="3542188" y="1202235"/>
                  </a:lnTo>
                  <a:lnTo>
                    <a:pt x="3542188" y="1201804"/>
                  </a:lnTo>
                  <a:lnTo>
                    <a:pt x="3542306" y="1201804"/>
                  </a:lnTo>
                  <a:lnTo>
                    <a:pt x="3542424" y="1201804"/>
                  </a:lnTo>
                  <a:lnTo>
                    <a:pt x="3542541" y="1201804"/>
                  </a:lnTo>
                  <a:lnTo>
                    <a:pt x="3542659" y="1201804"/>
                  </a:lnTo>
                  <a:lnTo>
                    <a:pt x="3542776" y="1201804"/>
                  </a:lnTo>
                  <a:lnTo>
                    <a:pt x="3542894" y="1201804"/>
                  </a:lnTo>
                  <a:lnTo>
                    <a:pt x="3543012" y="1201804"/>
                  </a:lnTo>
                  <a:lnTo>
                    <a:pt x="3543129" y="1201804"/>
                  </a:lnTo>
                  <a:lnTo>
                    <a:pt x="3543129" y="1201374"/>
                  </a:lnTo>
                  <a:lnTo>
                    <a:pt x="3543247" y="1201374"/>
                  </a:lnTo>
                  <a:lnTo>
                    <a:pt x="3543247" y="1200943"/>
                  </a:lnTo>
                  <a:lnTo>
                    <a:pt x="3543364" y="1200943"/>
                  </a:lnTo>
                  <a:lnTo>
                    <a:pt x="3543482" y="1200943"/>
                  </a:lnTo>
                  <a:lnTo>
                    <a:pt x="3543482" y="1200512"/>
                  </a:lnTo>
                  <a:lnTo>
                    <a:pt x="3543600" y="1200512"/>
                  </a:lnTo>
                  <a:lnTo>
                    <a:pt x="3543717" y="1200512"/>
                  </a:lnTo>
                  <a:lnTo>
                    <a:pt x="3543835" y="1200512"/>
                  </a:lnTo>
                  <a:lnTo>
                    <a:pt x="3543953" y="1200512"/>
                  </a:lnTo>
                  <a:lnTo>
                    <a:pt x="3543953" y="1200082"/>
                  </a:lnTo>
                  <a:lnTo>
                    <a:pt x="3544070" y="1200082"/>
                  </a:lnTo>
                  <a:lnTo>
                    <a:pt x="3544070" y="1199651"/>
                  </a:lnTo>
                  <a:lnTo>
                    <a:pt x="3544188" y="1199651"/>
                  </a:lnTo>
                  <a:lnTo>
                    <a:pt x="3544305" y="1199651"/>
                  </a:lnTo>
                  <a:lnTo>
                    <a:pt x="3544423" y="1199651"/>
                  </a:lnTo>
                  <a:lnTo>
                    <a:pt x="3544541" y="1199651"/>
                  </a:lnTo>
                  <a:lnTo>
                    <a:pt x="3544658" y="1199651"/>
                  </a:lnTo>
                  <a:lnTo>
                    <a:pt x="3544776" y="1199651"/>
                  </a:lnTo>
                  <a:lnTo>
                    <a:pt x="3544893" y="1199651"/>
                  </a:lnTo>
                  <a:lnTo>
                    <a:pt x="3544893" y="1199221"/>
                  </a:lnTo>
                  <a:lnTo>
                    <a:pt x="3545011" y="1199221"/>
                  </a:lnTo>
                  <a:lnTo>
                    <a:pt x="3545129" y="1199221"/>
                  </a:lnTo>
                  <a:lnTo>
                    <a:pt x="3545246" y="1199221"/>
                  </a:lnTo>
                  <a:lnTo>
                    <a:pt x="3545364" y="1199221"/>
                  </a:lnTo>
                  <a:lnTo>
                    <a:pt x="3545482" y="1199221"/>
                  </a:lnTo>
                  <a:lnTo>
                    <a:pt x="3545599" y="1199221"/>
                  </a:lnTo>
                  <a:lnTo>
                    <a:pt x="3545717" y="1199221"/>
                  </a:lnTo>
                  <a:lnTo>
                    <a:pt x="3545834" y="1199221"/>
                  </a:lnTo>
                  <a:lnTo>
                    <a:pt x="3545952" y="1199221"/>
                  </a:lnTo>
                  <a:lnTo>
                    <a:pt x="3546070" y="1199221"/>
                  </a:lnTo>
                  <a:lnTo>
                    <a:pt x="3546187" y="1199221"/>
                  </a:lnTo>
                  <a:lnTo>
                    <a:pt x="3546305" y="1199221"/>
                  </a:lnTo>
                  <a:lnTo>
                    <a:pt x="3546422" y="1199221"/>
                  </a:lnTo>
                  <a:lnTo>
                    <a:pt x="3546540" y="1199221"/>
                  </a:lnTo>
                  <a:lnTo>
                    <a:pt x="3546658" y="1199221"/>
                  </a:lnTo>
                  <a:lnTo>
                    <a:pt x="3546775" y="1199221"/>
                  </a:lnTo>
                  <a:lnTo>
                    <a:pt x="3546775" y="1198790"/>
                  </a:lnTo>
                  <a:lnTo>
                    <a:pt x="3546893" y="1198790"/>
                  </a:lnTo>
                  <a:lnTo>
                    <a:pt x="3547011" y="1198790"/>
                  </a:lnTo>
                  <a:lnTo>
                    <a:pt x="3547128" y="1198790"/>
                  </a:lnTo>
                  <a:lnTo>
                    <a:pt x="3547246" y="1198790"/>
                  </a:lnTo>
                  <a:lnTo>
                    <a:pt x="3547363" y="1198790"/>
                  </a:lnTo>
                  <a:lnTo>
                    <a:pt x="3547481" y="1198790"/>
                  </a:lnTo>
                  <a:lnTo>
                    <a:pt x="3547599" y="1198790"/>
                  </a:lnTo>
                  <a:lnTo>
                    <a:pt x="3547716" y="1198790"/>
                  </a:lnTo>
                  <a:lnTo>
                    <a:pt x="3547834" y="1198790"/>
                  </a:lnTo>
                  <a:lnTo>
                    <a:pt x="3547951" y="1198790"/>
                  </a:lnTo>
                  <a:lnTo>
                    <a:pt x="3548069" y="1198790"/>
                  </a:lnTo>
                  <a:lnTo>
                    <a:pt x="3548187" y="1198790"/>
                  </a:lnTo>
                  <a:lnTo>
                    <a:pt x="3548187" y="1198359"/>
                  </a:lnTo>
                  <a:lnTo>
                    <a:pt x="3548304" y="1198359"/>
                  </a:lnTo>
                  <a:lnTo>
                    <a:pt x="3548422" y="1198359"/>
                  </a:lnTo>
                  <a:lnTo>
                    <a:pt x="3548539" y="1198359"/>
                  </a:lnTo>
                  <a:lnTo>
                    <a:pt x="3548657" y="1198359"/>
                  </a:lnTo>
                  <a:lnTo>
                    <a:pt x="3548775" y="1198359"/>
                  </a:lnTo>
                  <a:lnTo>
                    <a:pt x="3548892" y="1198359"/>
                  </a:lnTo>
                  <a:lnTo>
                    <a:pt x="3549010" y="1198359"/>
                  </a:lnTo>
                  <a:lnTo>
                    <a:pt x="3549128" y="1198359"/>
                  </a:lnTo>
                  <a:lnTo>
                    <a:pt x="3549245" y="1198359"/>
                  </a:lnTo>
                  <a:lnTo>
                    <a:pt x="3549363" y="1198359"/>
                  </a:lnTo>
                  <a:lnTo>
                    <a:pt x="3549480" y="1198359"/>
                  </a:lnTo>
                  <a:lnTo>
                    <a:pt x="3549480" y="1197929"/>
                  </a:lnTo>
                  <a:lnTo>
                    <a:pt x="3549480" y="1197498"/>
                  </a:lnTo>
                  <a:lnTo>
                    <a:pt x="3549598" y="1197498"/>
                  </a:lnTo>
                  <a:lnTo>
                    <a:pt x="3549598" y="1197068"/>
                  </a:lnTo>
                  <a:lnTo>
                    <a:pt x="3549716" y="1197068"/>
                  </a:lnTo>
                  <a:lnTo>
                    <a:pt x="3549833" y="1197068"/>
                  </a:lnTo>
                  <a:lnTo>
                    <a:pt x="3549951" y="1197068"/>
                  </a:lnTo>
                  <a:lnTo>
                    <a:pt x="3550068" y="1197068"/>
                  </a:lnTo>
                  <a:lnTo>
                    <a:pt x="3550068" y="1196637"/>
                  </a:lnTo>
                  <a:lnTo>
                    <a:pt x="3550186" y="1196637"/>
                  </a:lnTo>
                  <a:lnTo>
                    <a:pt x="3550304" y="1196637"/>
                  </a:lnTo>
                  <a:lnTo>
                    <a:pt x="3550421" y="1196637"/>
                  </a:lnTo>
                  <a:lnTo>
                    <a:pt x="3550539" y="1196637"/>
                  </a:lnTo>
                  <a:lnTo>
                    <a:pt x="3550539" y="1196206"/>
                  </a:lnTo>
                  <a:lnTo>
                    <a:pt x="3550657" y="1196206"/>
                  </a:lnTo>
                  <a:lnTo>
                    <a:pt x="3550774" y="1196206"/>
                  </a:lnTo>
                  <a:lnTo>
                    <a:pt x="3550892" y="1196206"/>
                  </a:lnTo>
                  <a:lnTo>
                    <a:pt x="3550892" y="1195776"/>
                  </a:lnTo>
                  <a:lnTo>
                    <a:pt x="3550892" y="1195345"/>
                  </a:lnTo>
                  <a:lnTo>
                    <a:pt x="3551009" y="1195345"/>
                  </a:lnTo>
                  <a:lnTo>
                    <a:pt x="3551127" y="1195345"/>
                  </a:lnTo>
                  <a:lnTo>
                    <a:pt x="3551245" y="1195345"/>
                  </a:lnTo>
                  <a:lnTo>
                    <a:pt x="3551362" y="1195345"/>
                  </a:lnTo>
                  <a:lnTo>
                    <a:pt x="3551362" y="1194915"/>
                  </a:lnTo>
                  <a:lnTo>
                    <a:pt x="3551480" y="1194915"/>
                  </a:lnTo>
                  <a:lnTo>
                    <a:pt x="3551597" y="1194915"/>
                  </a:lnTo>
                  <a:lnTo>
                    <a:pt x="3551597" y="1194484"/>
                  </a:lnTo>
                  <a:lnTo>
                    <a:pt x="3551597" y="1194053"/>
                  </a:lnTo>
                  <a:lnTo>
                    <a:pt x="3551715" y="1194053"/>
                  </a:lnTo>
                  <a:lnTo>
                    <a:pt x="3551833" y="1194053"/>
                  </a:lnTo>
                  <a:lnTo>
                    <a:pt x="3551950" y="1194053"/>
                  </a:lnTo>
                  <a:lnTo>
                    <a:pt x="3552068" y="1194053"/>
                  </a:lnTo>
                  <a:lnTo>
                    <a:pt x="3552186" y="1194053"/>
                  </a:lnTo>
                  <a:lnTo>
                    <a:pt x="3552303" y="1194053"/>
                  </a:lnTo>
                  <a:lnTo>
                    <a:pt x="3552421" y="1194053"/>
                  </a:lnTo>
                  <a:lnTo>
                    <a:pt x="3552538" y="1194053"/>
                  </a:lnTo>
                  <a:lnTo>
                    <a:pt x="3552656" y="1194053"/>
                  </a:lnTo>
                  <a:lnTo>
                    <a:pt x="3552656" y="1193623"/>
                  </a:lnTo>
                  <a:lnTo>
                    <a:pt x="3552774" y="1193623"/>
                  </a:lnTo>
                  <a:lnTo>
                    <a:pt x="3552891" y="1193623"/>
                  </a:lnTo>
                  <a:lnTo>
                    <a:pt x="3553009" y="1193623"/>
                  </a:lnTo>
                  <a:lnTo>
                    <a:pt x="3553126" y="1193623"/>
                  </a:lnTo>
                  <a:lnTo>
                    <a:pt x="3553244" y="1193623"/>
                  </a:lnTo>
                  <a:lnTo>
                    <a:pt x="3553362" y="1193623"/>
                  </a:lnTo>
                  <a:lnTo>
                    <a:pt x="3553479" y="1193623"/>
                  </a:lnTo>
                  <a:lnTo>
                    <a:pt x="3553597" y="1193623"/>
                  </a:lnTo>
                  <a:lnTo>
                    <a:pt x="3553715" y="1193623"/>
                  </a:lnTo>
                  <a:lnTo>
                    <a:pt x="3553715" y="1193192"/>
                  </a:lnTo>
                  <a:lnTo>
                    <a:pt x="3553832" y="1193192"/>
                  </a:lnTo>
                  <a:lnTo>
                    <a:pt x="3553950" y="1193192"/>
                  </a:lnTo>
                  <a:lnTo>
                    <a:pt x="3553950" y="1192762"/>
                  </a:lnTo>
                  <a:lnTo>
                    <a:pt x="3554067" y="1192762"/>
                  </a:lnTo>
                  <a:lnTo>
                    <a:pt x="3554067" y="1192331"/>
                  </a:lnTo>
                  <a:lnTo>
                    <a:pt x="3554185" y="1192331"/>
                  </a:lnTo>
                  <a:lnTo>
                    <a:pt x="3554303" y="1192331"/>
                  </a:lnTo>
                  <a:lnTo>
                    <a:pt x="3554303" y="1191900"/>
                  </a:lnTo>
                  <a:lnTo>
                    <a:pt x="3554420" y="1191900"/>
                  </a:lnTo>
                  <a:lnTo>
                    <a:pt x="3554538" y="1191900"/>
                  </a:lnTo>
                  <a:lnTo>
                    <a:pt x="3554538" y="1191470"/>
                  </a:lnTo>
                  <a:lnTo>
                    <a:pt x="3554655" y="1191470"/>
                  </a:lnTo>
                  <a:lnTo>
                    <a:pt x="3554773" y="1191470"/>
                  </a:lnTo>
                  <a:lnTo>
                    <a:pt x="3554891" y="1191470"/>
                  </a:lnTo>
                  <a:lnTo>
                    <a:pt x="3554891" y="1191039"/>
                  </a:lnTo>
                  <a:lnTo>
                    <a:pt x="3554891" y="1190609"/>
                  </a:lnTo>
                  <a:lnTo>
                    <a:pt x="3555008" y="1190609"/>
                  </a:lnTo>
                  <a:lnTo>
                    <a:pt x="3555126" y="1190609"/>
                  </a:lnTo>
                  <a:lnTo>
                    <a:pt x="3555243" y="1190609"/>
                  </a:lnTo>
                  <a:lnTo>
                    <a:pt x="3555243" y="1190178"/>
                  </a:lnTo>
                  <a:lnTo>
                    <a:pt x="3555243" y="1189747"/>
                  </a:lnTo>
                  <a:lnTo>
                    <a:pt x="3555361" y="1189747"/>
                  </a:lnTo>
                  <a:lnTo>
                    <a:pt x="3555479" y="1189747"/>
                  </a:lnTo>
                  <a:lnTo>
                    <a:pt x="3555596" y="1189747"/>
                  </a:lnTo>
                  <a:lnTo>
                    <a:pt x="3555714" y="1189747"/>
                  </a:lnTo>
                  <a:lnTo>
                    <a:pt x="3555832" y="1189747"/>
                  </a:lnTo>
                  <a:lnTo>
                    <a:pt x="3555949" y="1189747"/>
                  </a:lnTo>
                  <a:lnTo>
                    <a:pt x="3555949" y="1189317"/>
                  </a:lnTo>
                  <a:lnTo>
                    <a:pt x="3555949" y="1188886"/>
                  </a:lnTo>
                  <a:lnTo>
                    <a:pt x="3556067" y="1188886"/>
                  </a:lnTo>
                  <a:lnTo>
                    <a:pt x="3556184" y="1188886"/>
                  </a:lnTo>
                  <a:lnTo>
                    <a:pt x="3556184" y="1188456"/>
                  </a:lnTo>
                  <a:lnTo>
                    <a:pt x="3556302" y="1188456"/>
                  </a:lnTo>
                  <a:lnTo>
                    <a:pt x="3556302" y="1188025"/>
                  </a:lnTo>
                  <a:lnTo>
                    <a:pt x="3556420" y="1188025"/>
                  </a:lnTo>
                  <a:lnTo>
                    <a:pt x="3556537" y="1188025"/>
                  </a:lnTo>
                  <a:lnTo>
                    <a:pt x="3556655" y="1188025"/>
                  </a:lnTo>
                  <a:lnTo>
                    <a:pt x="3556772" y="1188025"/>
                  </a:lnTo>
                  <a:lnTo>
                    <a:pt x="3556890" y="1188025"/>
                  </a:lnTo>
                  <a:lnTo>
                    <a:pt x="3557008" y="1188025"/>
                  </a:lnTo>
                  <a:lnTo>
                    <a:pt x="3557125" y="1188025"/>
                  </a:lnTo>
                  <a:lnTo>
                    <a:pt x="3557243" y="1188025"/>
                  </a:lnTo>
                  <a:lnTo>
                    <a:pt x="3557361" y="1188025"/>
                  </a:lnTo>
                  <a:lnTo>
                    <a:pt x="3557478" y="1188025"/>
                  </a:lnTo>
                  <a:lnTo>
                    <a:pt x="3557596" y="1188025"/>
                  </a:lnTo>
                  <a:lnTo>
                    <a:pt x="3557713" y="1188025"/>
                  </a:lnTo>
                  <a:lnTo>
                    <a:pt x="3557831" y="1188025"/>
                  </a:lnTo>
                  <a:lnTo>
                    <a:pt x="3557831" y="1187594"/>
                  </a:lnTo>
                  <a:lnTo>
                    <a:pt x="3557949" y="1187594"/>
                  </a:lnTo>
                  <a:lnTo>
                    <a:pt x="3557949" y="1187164"/>
                  </a:lnTo>
                  <a:lnTo>
                    <a:pt x="3558066" y="1187164"/>
                  </a:lnTo>
                  <a:lnTo>
                    <a:pt x="3558184" y="1187164"/>
                  </a:lnTo>
                  <a:lnTo>
                    <a:pt x="3558301" y="1187164"/>
                  </a:lnTo>
                  <a:lnTo>
                    <a:pt x="3558419" y="1187164"/>
                  </a:lnTo>
                  <a:lnTo>
                    <a:pt x="3558537" y="1187164"/>
                  </a:lnTo>
                  <a:lnTo>
                    <a:pt x="3558654" y="1187164"/>
                  </a:lnTo>
                  <a:lnTo>
                    <a:pt x="3558772" y="1187164"/>
                  </a:lnTo>
                  <a:lnTo>
                    <a:pt x="3558890" y="1187164"/>
                  </a:lnTo>
                  <a:lnTo>
                    <a:pt x="3559007" y="1187164"/>
                  </a:lnTo>
                  <a:lnTo>
                    <a:pt x="3559125" y="1187164"/>
                  </a:lnTo>
                  <a:lnTo>
                    <a:pt x="3559125" y="1186733"/>
                  </a:lnTo>
                  <a:lnTo>
                    <a:pt x="3559125" y="1186303"/>
                  </a:lnTo>
                  <a:lnTo>
                    <a:pt x="3559242" y="1186303"/>
                  </a:lnTo>
                  <a:lnTo>
                    <a:pt x="3559242" y="1185872"/>
                  </a:lnTo>
                  <a:lnTo>
                    <a:pt x="3559360" y="1185872"/>
                  </a:lnTo>
                  <a:lnTo>
                    <a:pt x="3559478" y="1185872"/>
                  </a:lnTo>
                  <a:lnTo>
                    <a:pt x="3559595" y="1185872"/>
                  </a:lnTo>
                  <a:lnTo>
                    <a:pt x="3559713" y="1185872"/>
                  </a:lnTo>
                  <a:lnTo>
                    <a:pt x="3559830" y="1185872"/>
                  </a:lnTo>
                  <a:lnTo>
                    <a:pt x="3559948" y="1185872"/>
                  </a:lnTo>
                  <a:lnTo>
                    <a:pt x="3560066" y="1185872"/>
                  </a:lnTo>
                  <a:lnTo>
                    <a:pt x="3560183" y="1185872"/>
                  </a:lnTo>
                  <a:lnTo>
                    <a:pt x="3560301" y="1185872"/>
                  </a:lnTo>
                  <a:lnTo>
                    <a:pt x="3560419" y="1185872"/>
                  </a:lnTo>
                  <a:lnTo>
                    <a:pt x="3560536" y="1185872"/>
                  </a:lnTo>
                  <a:lnTo>
                    <a:pt x="3560536" y="1185441"/>
                  </a:lnTo>
                  <a:lnTo>
                    <a:pt x="3560654" y="1185441"/>
                  </a:lnTo>
                  <a:lnTo>
                    <a:pt x="3560771" y="1185441"/>
                  </a:lnTo>
                  <a:lnTo>
                    <a:pt x="3560889" y="1185441"/>
                  </a:lnTo>
                  <a:lnTo>
                    <a:pt x="3561007" y="1185441"/>
                  </a:lnTo>
                  <a:lnTo>
                    <a:pt x="3561124" y="1185441"/>
                  </a:lnTo>
                  <a:lnTo>
                    <a:pt x="3561242" y="1185441"/>
                  </a:lnTo>
                  <a:lnTo>
                    <a:pt x="3561359" y="1185441"/>
                  </a:lnTo>
                  <a:lnTo>
                    <a:pt x="3561477" y="1185441"/>
                  </a:lnTo>
                  <a:lnTo>
                    <a:pt x="3561595" y="1185441"/>
                  </a:lnTo>
                  <a:lnTo>
                    <a:pt x="3561595" y="1185011"/>
                  </a:lnTo>
                  <a:lnTo>
                    <a:pt x="3561595" y="1184580"/>
                  </a:lnTo>
                  <a:lnTo>
                    <a:pt x="3561712" y="1184580"/>
                  </a:lnTo>
                  <a:lnTo>
                    <a:pt x="3561712" y="1184150"/>
                  </a:lnTo>
                  <a:lnTo>
                    <a:pt x="3561830" y="1184150"/>
                  </a:lnTo>
                  <a:lnTo>
                    <a:pt x="3561948" y="1184150"/>
                  </a:lnTo>
                  <a:lnTo>
                    <a:pt x="3562065" y="1184150"/>
                  </a:lnTo>
                  <a:lnTo>
                    <a:pt x="3562183" y="1184150"/>
                  </a:lnTo>
                  <a:lnTo>
                    <a:pt x="3562183" y="1183719"/>
                  </a:lnTo>
                  <a:lnTo>
                    <a:pt x="3562183" y="1183288"/>
                  </a:lnTo>
                  <a:lnTo>
                    <a:pt x="3562183" y="1182858"/>
                  </a:lnTo>
                  <a:lnTo>
                    <a:pt x="3562300" y="1182858"/>
                  </a:lnTo>
                  <a:lnTo>
                    <a:pt x="3562418" y="1182858"/>
                  </a:lnTo>
                  <a:lnTo>
                    <a:pt x="3562536" y="1182858"/>
                  </a:lnTo>
                  <a:lnTo>
                    <a:pt x="3562653" y="1182858"/>
                  </a:lnTo>
                  <a:lnTo>
                    <a:pt x="3562771" y="1182858"/>
                  </a:lnTo>
                  <a:lnTo>
                    <a:pt x="3562888" y="1182858"/>
                  </a:lnTo>
                  <a:lnTo>
                    <a:pt x="3562888" y="1182427"/>
                  </a:lnTo>
                  <a:lnTo>
                    <a:pt x="3563006" y="1182427"/>
                  </a:lnTo>
                  <a:lnTo>
                    <a:pt x="3563124" y="1182427"/>
                  </a:lnTo>
                  <a:lnTo>
                    <a:pt x="3563241" y="1182427"/>
                  </a:lnTo>
                  <a:lnTo>
                    <a:pt x="3563241" y="1181997"/>
                  </a:lnTo>
                  <a:lnTo>
                    <a:pt x="3563359" y="1181997"/>
                  </a:lnTo>
                  <a:lnTo>
                    <a:pt x="3563359" y="1181566"/>
                  </a:lnTo>
                  <a:lnTo>
                    <a:pt x="3563476" y="1181566"/>
                  </a:lnTo>
                  <a:lnTo>
                    <a:pt x="3563594" y="1181566"/>
                  </a:lnTo>
                  <a:lnTo>
                    <a:pt x="3563712" y="1181566"/>
                  </a:lnTo>
                  <a:lnTo>
                    <a:pt x="3563829" y="1181566"/>
                  </a:lnTo>
                  <a:lnTo>
                    <a:pt x="3563947" y="1181566"/>
                  </a:lnTo>
                  <a:lnTo>
                    <a:pt x="3564065" y="1181566"/>
                  </a:lnTo>
                  <a:lnTo>
                    <a:pt x="3564182" y="1181566"/>
                  </a:lnTo>
                  <a:lnTo>
                    <a:pt x="3564182" y="1181135"/>
                  </a:lnTo>
                  <a:lnTo>
                    <a:pt x="3564300" y="1181135"/>
                  </a:lnTo>
                  <a:lnTo>
                    <a:pt x="3564300" y="1180705"/>
                  </a:lnTo>
                  <a:lnTo>
                    <a:pt x="3564417" y="1180705"/>
                  </a:lnTo>
                  <a:lnTo>
                    <a:pt x="3564535" y="1180705"/>
                  </a:lnTo>
                  <a:lnTo>
                    <a:pt x="3564653" y="1180705"/>
                  </a:lnTo>
                  <a:lnTo>
                    <a:pt x="3564770" y="1180705"/>
                  </a:lnTo>
                  <a:lnTo>
                    <a:pt x="3564888" y="1180705"/>
                  </a:lnTo>
                  <a:lnTo>
                    <a:pt x="3565005" y="1180705"/>
                  </a:lnTo>
                  <a:lnTo>
                    <a:pt x="3565123" y="1180705"/>
                  </a:lnTo>
                  <a:lnTo>
                    <a:pt x="3565241" y="1180705"/>
                  </a:lnTo>
                  <a:lnTo>
                    <a:pt x="3565358" y="1180705"/>
                  </a:lnTo>
                  <a:lnTo>
                    <a:pt x="3565476" y="1180705"/>
                  </a:lnTo>
                  <a:lnTo>
                    <a:pt x="3565594" y="1180705"/>
                  </a:lnTo>
                  <a:lnTo>
                    <a:pt x="3565711" y="1180705"/>
                  </a:lnTo>
                  <a:lnTo>
                    <a:pt x="3565829" y="1180705"/>
                  </a:lnTo>
                  <a:lnTo>
                    <a:pt x="3565946" y="1180705"/>
                  </a:lnTo>
                  <a:lnTo>
                    <a:pt x="3566064" y="1180705"/>
                  </a:lnTo>
                  <a:lnTo>
                    <a:pt x="3566064" y="1180274"/>
                  </a:lnTo>
                  <a:lnTo>
                    <a:pt x="3566064" y="1179844"/>
                  </a:lnTo>
                  <a:lnTo>
                    <a:pt x="3566182" y="1179844"/>
                  </a:lnTo>
                  <a:lnTo>
                    <a:pt x="3566299" y="1179844"/>
                  </a:lnTo>
                  <a:lnTo>
                    <a:pt x="3566417" y="1179844"/>
                  </a:lnTo>
                  <a:lnTo>
                    <a:pt x="3566534" y="1179844"/>
                  </a:lnTo>
                  <a:lnTo>
                    <a:pt x="3566652" y="1179844"/>
                  </a:lnTo>
                  <a:lnTo>
                    <a:pt x="3566770" y="1179844"/>
                  </a:lnTo>
                  <a:lnTo>
                    <a:pt x="3566887" y="1179844"/>
                  </a:lnTo>
                  <a:lnTo>
                    <a:pt x="3566887" y="1179413"/>
                  </a:lnTo>
                  <a:lnTo>
                    <a:pt x="3567005" y="1179413"/>
                  </a:lnTo>
                  <a:lnTo>
                    <a:pt x="3567123" y="1179413"/>
                  </a:lnTo>
                  <a:lnTo>
                    <a:pt x="3567240" y="1179413"/>
                  </a:lnTo>
                  <a:lnTo>
                    <a:pt x="3567358" y="1179413"/>
                  </a:lnTo>
                  <a:lnTo>
                    <a:pt x="3567475" y="1179413"/>
                  </a:lnTo>
                  <a:lnTo>
                    <a:pt x="3567593" y="1179413"/>
                  </a:lnTo>
                  <a:lnTo>
                    <a:pt x="3567711" y="1179413"/>
                  </a:lnTo>
                  <a:lnTo>
                    <a:pt x="3567828" y="1179413"/>
                  </a:lnTo>
                  <a:lnTo>
                    <a:pt x="3567946" y="1179413"/>
                  </a:lnTo>
                  <a:lnTo>
                    <a:pt x="3568063" y="1179413"/>
                  </a:lnTo>
                  <a:lnTo>
                    <a:pt x="3568181" y="1179413"/>
                  </a:lnTo>
                  <a:lnTo>
                    <a:pt x="3568299" y="1179413"/>
                  </a:lnTo>
                  <a:lnTo>
                    <a:pt x="3568416" y="1179413"/>
                  </a:lnTo>
                  <a:lnTo>
                    <a:pt x="3568534" y="1179413"/>
                  </a:lnTo>
                  <a:lnTo>
                    <a:pt x="3568652" y="1179413"/>
                  </a:lnTo>
                  <a:lnTo>
                    <a:pt x="3568769" y="1179413"/>
                  </a:lnTo>
                  <a:lnTo>
                    <a:pt x="3568769" y="1178982"/>
                  </a:lnTo>
                  <a:lnTo>
                    <a:pt x="3568887" y="1178982"/>
                  </a:lnTo>
                  <a:lnTo>
                    <a:pt x="3569004" y="1178982"/>
                  </a:lnTo>
                  <a:lnTo>
                    <a:pt x="3569122" y="1178982"/>
                  </a:lnTo>
                  <a:lnTo>
                    <a:pt x="3569240" y="1178982"/>
                  </a:lnTo>
                  <a:lnTo>
                    <a:pt x="3569357" y="1178982"/>
                  </a:lnTo>
                  <a:lnTo>
                    <a:pt x="3569475" y="1178982"/>
                  </a:lnTo>
                  <a:lnTo>
                    <a:pt x="3569592" y="1178982"/>
                  </a:lnTo>
                  <a:lnTo>
                    <a:pt x="3569710" y="1178982"/>
                  </a:lnTo>
                  <a:lnTo>
                    <a:pt x="3569828" y="1178982"/>
                  </a:lnTo>
                  <a:lnTo>
                    <a:pt x="3569828" y="1178552"/>
                  </a:lnTo>
                  <a:lnTo>
                    <a:pt x="3569945" y="1178552"/>
                  </a:lnTo>
                  <a:lnTo>
                    <a:pt x="3569945" y="1178121"/>
                  </a:lnTo>
                  <a:lnTo>
                    <a:pt x="3570063" y="1178121"/>
                  </a:lnTo>
                  <a:lnTo>
                    <a:pt x="3570063" y="1177691"/>
                  </a:lnTo>
                  <a:lnTo>
                    <a:pt x="3570063" y="1177260"/>
                  </a:lnTo>
                  <a:lnTo>
                    <a:pt x="3570181" y="1177260"/>
                  </a:lnTo>
                  <a:lnTo>
                    <a:pt x="3570298" y="1177260"/>
                  </a:lnTo>
                  <a:lnTo>
                    <a:pt x="3570298" y="1176829"/>
                  </a:lnTo>
                  <a:lnTo>
                    <a:pt x="3570298" y="1176399"/>
                  </a:lnTo>
                  <a:lnTo>
                    <a:pt x="3570416" y="1176399"/>
                  </a:lnTo>
                  <a:lnTo>
                    <a:pt x="3570533" y="1176399"/>
                  </a:lnTo>
                  <a:lnTo>
                    <a:pt x="3570651" y="1176399"/>
                  </a:lnTo>
                  <a:lnTo>
                    <a:pt x="3570769" y="1176399"/>
                  </a:lnTo>
                  <a:lnTo>
                    <a:pt x="3570769" y="1175968"/>
                  </a:lnTo>
                  <a:lnTo>
                    <a:pt x="3570886" y="1175968"/>
                  </a:lnTo>
                  <a:lnTo>
                    <a:pt x="3571004" y="1175968"/>
                  </a:lnTo>
                  <a:lnTo>
                    <a:pt x="3571121" y="1175968"/>
                  </a:lnTo>
                  <a:lnTo>
                    <a:pt x="3571239" y="1175968"/>
                  </a:lnTo>
                  <a:lnTo>
                    <a:pt x="3571357" y="1175968"/>
                  </a:lnTo>
                  <a:lnTo>
                    <a:pt x="3571474" y="1175968"/>
                  </a:lnTo>
                  <a:lnTo>
                    <a:pt x="3571592" y="1175968"/>
                  </a:lnTo>
                  <a:lnTo>
                    <a:pt x="3571709" y="1175968"/>
                  </a:lnTo>
                  <a:lnTo>
                    <a:pt x="3571827" y="1175968"/>
                  </a:lnTo>
                  <a:lnTo>
                    <a:pt x="3571945" y="1175968"/>
                  </a:lnTo>
                  <a:lnTo>
                    <a:pt x="3572062" y="1175968"/>
                  </a:lnTo>
                  <a:lnTo>
                    <a:pt x="3572180" y="1175968"/>
                  </a:lnTo>
                  <a:lnTo>
                    <a:pt x="3572180" y="1175538"/>
                  </a:lnTo>
                  <a:lnTo>
                    <a:pt x="3572298" y="1175538"/>
                  </a:lnTo>
                  <a:lnTo>
                    <a:pt x="3572415" y="1175538"/>
                  </a:lnTo>
                  <a:lnTo>
                    <a:pt x="3572533" y="1175538"/>
                  </a:lnTo>
                  <a:lnTo>
                    <a:pt x="3572650" y="1175538"/>
                  </a:lnTo>
                  <a:lnTo>
                    <a:pt x="3572768" y="1175538"/>
                  </a:lnTo>
                  <a:lnTo>
                    <a:pt x="3572886" y="1175538"/>
                  </a:lnTo>
                  <a:lnTo>
                    <a:pt x="3572886" y="1175107"/>
                  </a:lnTo>
                  <a:lnTo>
                    <a:pt x="3573003" y="1175107"/>
                  </a:lnTo>
                  <a:lnTo>
                    <a:pt x="3573121" y="1175107"/>
                  </a:lnTo>
                  <a:lnTo>
                    <a:pt x="3573238" y="1175107"/>
                  </a:lnTo>
                  <a:lnTo>
                    <a:pt x="3573356" y="1175107"/>
                  </a:lnTo>
                  <a:lnTo>
                    <a:pt x="3573356" y="1174676"/>
                  </a:lnTo>
                  <a:lnTo>
                    <a:pt x="3573474" y="1174676"/>
                  </a:lnTo>
                  <a:lnTo>
                    <a:pt x="3573591" y="1174676"/>
                  </a:lnTo>
                  <a:lnTo>
                    <a:pt x="3573591" y="1174246"/>
                  </a:lnTo>
                  <a:lnTo>
                    <a:pt x="3573591" y="1173815"/>
                  </a:lnTo>
                  <a:lnTo>
                    <a:pt x="3573709" y="1173815"/>
                  </a:lnTo>
                  <a:lnTo>
                    <a:pt x="3573827" y="1173815"/>
                  </a:lnTo>
                  <a:lnTo>
                    <a:pt x="3573944" y="1173815"/>
                  </a:lnTo>
                  <a:lnTo>
                    <a:pt x="3574062" y="1173815"/>
                  </a:lnTo>
                  <a:lnTo>
                    <a:pt x="3574179" y="1173815"/>
                  </a:lnTo>
                  <a:lnTo>
                    <a:pt x="3574297" y="1173815"/>
                  </a:lnTo>
                  <a:lnTo>
                    <a:pt x="3574297" y="1173385"/>
                  </a:lnTo>
                  <a:lnTo>
                    <a:pt x="3574415" y="1173385"/>
                  </a:lnTo>
                  <a:lnTo>
                    <a:pt x="3574532" y="1173385"/>
                  </a:lnTo>
                  <a:lnTo>
                    <a:pt x="3574650" y="1173385"/>
                  </a:lnTo>
                  <a:lnTo>
                    <a:pt x="3574767" y="1173385"/>
                  </a:lnTo>
                  <a:lnTo>
                    <a:pt x="3574885" y="1173385"/>
                  </a:lnTo>
                  <a:lnTo>
                    <a:pt x="3575003" y="1173385"/>
                  </a:lnTo>
                  <a:lnTo>
                    <a:pt x="3575120" y="1173385"/>
                  </a:lnTo>
                  <a:lnTo>
                    <a:pt x="3575238" y="1173385"/>
                  </a:lnTo>
                  <a:lnTo>
                    <a:pt x="3575356" y="1173385"/>
                  </a:lnTo>
                  <a:lnTo>
                    <a:pt x="3575356" y="1172954"/>
                  </a:lnTo>
                  <a:lnTo>
                    <a:pt x="3575473" y="1172954"/>
                  </a:lnTo>
                  <a:lnTo>
                    <a:pt x="3575591" y="1172954"/>
                  </a:lnTo>
                  <a:lnTo>
                    <a:pt x="3575708" y="1172954"/>
                  </a:lnTo>
                  <a:lnTo>
                    <a:pt x="3575826" y="1172954"/>
                  </a:lnTo>
                  <a:lnTo>
                    <a:pt x="3575826" y="1172523"/>
                  </a:lnTo>
                  <a:lnTo>
                    <a:pt x="3575944" y="1172523"/>
                  </a:lnTo>
                  <a:lnTo>
                    <a:pt x="3576061" y="1172523"/>
                  </a:lnTo>
                  <a:lnTo>
                    <a:pt x="3576179" y="1172523"/>
                  </a:lnTo>
                  <a:lnTo>
                    <a:pt x="3576179" y="1172093"/>
                  </a:lnTo>
                  <a:lnTo>
                    <a:pt x="3576296" y="1172093"/>
                  </a:lnTo>
                  <a:lnTo>
                    <a:pt x="3576414" y="1172093"/>
                  </a:lnTo>
                  <a:lnTo>
                    <a:pt x="3576414" y="1171662"/>
                  </a:lnTo>
                  <a:lnTo>
                    <a:pt x="3576532" y="1171662"/>
                  </a:lnTo>
                  <a:lnTo>
                    <a:pt x="3576649" y="1171662"/>
                  </a:lnTo>
                  <a:lnTo>
                    <a:pt x="3576767" y="1171662"/>
                  </a:lnTo>
                  <a:lnTo>
                    <a:pt x="3576767" y="1171232"/>
                  </a:lnTo>
                  <a:lnTo>
                    <a:pt x="3576885" y="1171232"/>
                  </a:lnTo>
                  <a:lnTo>
                    <a:pt x="3577002" y="1171232"/>
                  </a:lnTo>
                  <a:lnTo>
                    <a:pt x="3577002" y="1170801"/>
                  </a:lnTo>
                  <a:lnTo>
                    <a:pt x="3577002" y="1170370"/>
                  </a:lnTo>
                  <a:lnTo>
                    <a:pt x="3577002" y="1169940"/>
                  </a:lnTo>
                  <a:lnTo>
                    <a:pt x="3577002" y="1169509"/>
                  </a:lnTo>
                  <a:lnTo>
                    <a:pt x="3577120" y="1169509"/>
                  </a:lnTo>
                  <a:lnTo>
                    <a:pt x="3577120" y="1169079"/>
                  </a:lnTo>
                  <a:lnTo>
                    <a:pt x="3577237" y="1169079"/>
                  </a:lnTo>
                  <a:lnTo>
                    <a:pt x="3577355" y="1169079"/>
                  </a:lnTo>
                  <a:lnTo>
                    <a:pt x="3577473" y="1169079"/>
                  </a:lnTo>
                  <a:lnTo>
                    <a:pt x="3577590" y="1169079"/>
                  </a:lnTo>
                  <a:lnTo>
                    <a:pt x="3577708" y="1169079"/>
                  </a:lnTo>
                  <a:lnTo>
                    <a:pt x="3577825" y="1169079"/>
                  </a:lnTo>
                  <a:lnTo>
                    <a:pt x="3577943" y="1169079"/>
                  </a:lnTo>
                  <a:lnTo>
                    <a:pt x="3577943" y="1168648"/>
                  </a:lnTo>
                  <a:lnTo>
                    <a:pt x="3577943" y="1168217"/>
                  </a:lnTo>
                  <a:lnTo>
                    <a:pt x="3578061" y="1168217"/>
                  </a:lnTo>
                  <a:lnTo>
                    <a:pt x="3578178" y="1168217"/>
                  </a:lnTo>
                  <a:lnTo>
                    <a:pt x="3578296" y="1168217"/>
                  </a:lnTo>
                  <a:lnTo>
                    <a:pt x="3578414" y="1168217"/>
                  </a:lnTo>
                  <a:lnTo>
                    <a:pt x="3578531" y="1168217"/>
                  </a:lnTo>
                  <a:lnTo>
                    <a:pt x="3578531" y="1167787"/>
                  </a:lnTo>
                  <a:lnTo>
                    <a:pt x="3578649" y="1167787"/>
                  </a:lnTo>
                  <a:lnTo>
                    <a:pt x="3578766" y="1167787"/>
                  </a:lnTo>
                  <a:lnTo>
                    <a:pt x="3578884" y="1167787"/>
                  </a:lnTo>
                  <a:lnTo>
                    <a:pt x="3579002" y="1167787"/>
                  </a:lnTo>
                  <a:lnTo>
                    <a:pt x="3579119" y="1167787"/>
                  </a:lnTo>
                  <a:lnTo>
                    <a:pt x="3579237" y="1167787"/>
                  </a:lnTo>
                  <a:lnTo>
                    <a:pt x="3579354" y="1167787"/>
                  </a:lnTo>
                  <a:lnTo>
                    <a:pt x="3579472" y="1167787"/>
                  </a:lnTo>
                  <a:lnTo>
                    <a:pt x="3579590" y="1167787"/>
                  </a:lnTo>
                  <a:lnTo>
                    <a:pt x="3579707" y="1167787"/>
                  </a:lnTo>
                  <a:lnTo>
                    <a:pt x="3579825" y="1167787"/>
                  </a:lnTo>
                  <a:lnTo>
                    <a:pt x="3579942" y="1167787"/>
                  </a:lnTo>
                  <a:lnTo>
                    <a:pt x="3580060" y="1167787"/>
                  </a:lnTo>
                  <a:lnTo>
                    <a:pt x="3580178" y="1167787"/>
                  </a:lnTo>
                  <a:lnTo>
                    <a:pt x="3580295" y="1167787"/>
                  </a:lnTo>
                  <a:lnTo>
                    <a:pt x="3580413" y="1167787"/>
                  </a:lnTo>
                  <a:lnTo>
                    <a:pt x="3580531" y="1167787"/>
                  </a:lnTo>
                  <a:lnTo>
                    <a:pt x="3580648" y="1167787"/>
                  </a:lnTo>
                  <a:lnTo>
                    <a:pt x="3580766" y="1167787"/>
                  </a:lnTo>
                  <a:lnTo>
                    <a:pt x="3580883" y="1167787"/>
                  </a:lnTo>
                  <a:lnTo>
                    <a:pt x="3580883" y="1167356"/>
                  </a:lnTo>
                  <a:lnTo>
                    <a:pt x="3580883" y="1166926"/>
                  </a:lnTo>
                  <a:lnTo>
                    <a:pt x="3581001" y="1166926"/>
                  </a:lnTo>
                  <a:lnTo>
                    <a:pt x="3581119" y="1166926"/>
                  </a:lnTo>
                  <a:lnTo>
                    <a:pt x="3581236" y="1166926"/>
                  </a:lnTo>
                  <a:lnTo>
                    <a:pt x="3581354" y="1166926"/>
                  </a:lnTo>
                  <a:lnTo>
                    <a:pt x="3581471" y="1166926"/>
                  </a:lnTo>
                  <a:lnTo>
                    <a:pt x="3581471" y="1166495"/>
                  </a:lnTo>
                  <a:lnTo>
                    <a:pt x="3581589" y="1166495"/>
                  </a:lnTo>
                  <a:lnTo>
                    <a:pt x="3581707" y="1166495"/>
                  </a:lnTo>
                  <a:lnTo>
                    <a:pt x="3581824" y="1166495"/>
                  </a:lnTo>
                  <a:lnTo>
                    <a:pt x="3581942" y="1166495"/>
                  </a:lnTo>
                  <a:lnTo>
                    <a:pt x="3582060" y="1166495"/>
                  </a:lnTo>
                  <a:lnTo>
                    <a:pt x="3582177" y="1166495"/>
                  </a:lnTo>
                  <a:lnTo>
                    <a:pt x="3582295" y="1166495"/>
                  </a:lnTo>
                  <a:lnTo>
                    <a:pt x="3582412" y="1166495"/>
                  </a:lnTo>
                  <a:lnTo>
                    <a:pt x="3582530" y="1166495"/>
                  </a:lnTo>
                  <a:lnTo>
                    <a:pt x="3582648" y="1166495"/>
                  </a:lnTo>
                  <a:lnTo>
                    <a:pt x="3582648" y="1166064"/>
                  </a:lnTo>
                  <a:lnTo>
                    <a:pt x="3582765" y="1166064"/>
                  </a:lnTo>
                  <a:lnTo>
                    <a:pt x="3582883" y="1166064"/>
                  </a:lnTo>
                  <a:lnTo>
                    <a:pt x="3582883" y="1165634"/>
                  </a:lnTo>
                  <a:lnTo>
                    <a:pt x="3583000" y="1165634"/>
                  </a:lnTo>
                  <a:lnTo>
                    <a:pt x="3583118" y="1165634"/>
                  </a:lnTo>
                  <a:lnTo>
                    <a:pt x="3583236" y="1165634"/>
                  </a:lnTo>
                  <a:lnTo>
                    <a:pt x="3583353" y="1165634"/>
                  </a:lnTo>
                  <a:lnTo>
                    <a:pt x="3583471" y="1165634"/>
                  </a:lnTo>
                  <a:lnTo>
                    <a:pt x="3583589" y="1165634"/>
                  </a:lnTo>
                  <a:lnTo>
                    <a:pt x="3583706" y="1165634"/>
                  </a:lnTo>
                  <a:lnTo>
                    <a:pt x="3583706" y="1165203"/>
                  </a:lnTo>
                  <a:lnTo>
                    <a:pt x="3583824" y="1165203"/>
                  </a:lnTo>
                  <a:lnTo>
                    <a:pt x="3583824" y="1164773"/>
                  </a:lnTo>
                  <a:lnTo>
                    <a:pt x="3583941" y="1164773"/>
                  </a:lnTo>
                  <a:lnTo>
                    <a:pt x="3584059" y="1164773"/>
                  </a:lnTo>
                  <a:lnTo>
                    <a:pt x="3584177" y="1164773"/>
                  </a:lnTo>
                  <a:lnTo>
                    <a:pt x="3584294" y="1164773"/>
                  </a:lnTo>
                  <a:lnTo>
                    <a:pt x="3584412" y="1164773"/>
                  </a:lnTo>
                  <a:lnTo>
                    <a:pt x="3584529" y="1164773"/>
                  </a:lnTo>
                  <a:lnTo>
                    <a:pt x="3584529" y="1164342"/>
                  </a:lnTo>
                  <a:lnTo>
                    <a:pt x="3584647" y="1164342"/>
                  </a:lnTo>
                  <a:lnTo>
                    <a:pt x="3584647" y="1163911"/>
                  </a:lnTo>
                  <a:lnTo>
                    <a:pt x="3584765" y="1163911"/>
                  </a:lnTo>
                  <a:lnTo>
                    <a:pt x="3584882" y="1163911"/>
                  </a:lnTo>
                  <a:lnTo>
                    <a:pt x="3585000" y="1163911"/>
                  </a:lnTo>
                  <a:lnTo>
                    <a:pt x="3585118" y="1163911"/>
                  </a:lnTo>
                  <a:lnTo>
                    <a:pt x="3585235" y="1163911"/>
                  </a:lnTo>
                  <a:lnTo>
                    <a:pt x="3585353" y="1163911"/>
                  </a:lnTo>
                  <a:lnTo>
                    <a:pt x="3585470" y="1163911"/>
                  </a:lnTo>
                  <a:lnTo>
                    <a:pt x="3585588" y="1163911"/>
                  </a:lnTo>
                  <a:lnTo>
                    <a:pt x="3585588" y="1163481"/>
                  </a:lnTo>
                  <a:lnTo>
                    <a:pt x="3585706" y="1163481"/>
                  </a:lnTo>
                  <a:lnTo>
                    <a:pt x="3585823" y="1163481"/>
                  </a:lnTo>
                  <a:lnTo>
                    <a:pt x="3585941" y="1163481"/>
                  </a:lnTo>
                  <a:lnTo>
                    <a:pt x="3586058" y="1163481"/>
                  </a:lnTo>
                  <a:lnTo>
                    <a:pt x="3586176" y="1163481"/>
                  </a:lnTo>
                  <a:lnTo>
                    <a:pt x="3586294" y="1163481"/>
                  </a:lnTo>
                  <a:lnTo>
                    <a:pt x="3586411" y="1163481"/>
                  </a:lnTo>
                  <a:lnTo>
                    <a:pt x="3586529" y="1163481"/>
                  </a:lnTo>
                  <a:lnTo>
                    <a:pt x="3586647" y="1163481"/>
                  </a:lnTo>
                  <a:lnTo>
                    <a:pt x="3586764" y="1163481"/>
                  </a:lnTo>
                  <a:lnTo>
                    <a:pt x="3586882" y="1163481"/>
                  </a:lnTo>
                  <a:lnTo>
                    <a:pt x="3586999" y="1163481"/>
                  </a:lnTo>
                  <a:lnTo>
                    <a:pt x="3587117" y="1163481"/>
                  </a:lnTo>
                  <a:lnTo>
                    <a:pt x="3587235" y="1163481"/>
                  </a:lnTo>
                  <a:lnTo>
                    <a:pt x="3587352" y="1163481"/>
                  </a:lnTo>
                  <a:lnTo>
                    <a:pt x="3587470" y="1163481"/>
                  </a:lnTo>
                  <a:lnTo>
                    <a:pt x="3587587" y="1163481"/>
                  </a:lnTo>
                  <a:lnTo>
                    <a:pt x="3587705" y="1163481"/>
                  </a:lnTo>
                  <a:lnTo>
                    <a:pt x="3587823" y="1163481"/>
                  </a:lnTo>
                  <a:lnTo>
                    <a:pt x="3587940" y="1163481"/>
                  </a:lnTo>
                  <a:lnTo>
                    <a:pt x="3588058" y="1163481"/>
                  </a:lnTo>
                  <a:lnTo>
                    <a:pt x="3588058" y="1163050"/>
                  </a:lnTo>
                  <a:lnTo>
                    <a:pt x="3588175" y="1163050"/>
                  </a:lnTo>
                  <a:lnTo>
                    <a:pt x="3588175" y="1162620"/>
                  </a:lnTo>
                  <a:lnTo>
                    <a:pt x="3588293" y="1162620"/>
                  </a:lnTo>
                  <a:lnTo>
                    <a:pt x="3588411" y="1162620"/>
                  </a:lnTo>
                  <a:lnTo>
                    <a:pt x="3588528" y="1162620"/>
                  </a:lnTo>
                  <a:lnTo>
                    <a:pt x="3588646" y="1162620"/>
                  </a:lnTo>
                  <a:lnTo>
                    <a:pt x="3588764" y="1162620"/>
                  </a:lnTo>
                  <a:lnTo>
                    <a:pt x="3588881" y="1162620"/>
                  </a:lnTo>
                  <a:lnTo>
                    <a:pt x="3588999" y="1162620"/>
                  </a:lnTo>
                  <a:lnTo>
                    <a:pt x="3589116" y="1162620"/>
                  </a:lnTo>
                  <a:lnTo>
                    <a:pt x="3589234" y="1162620"/>
                  </a:lnTo>
                  <a:lnTo>
                    <a:pt x="3589352" y="1162620"/>
                  </a:lnTo>
                  <a:lnTo>
                    <a:pt x="3589469" y="1162620"/>
                  </a:lnTo>
                  <a:lnTo>
                    <a:pt x="3589587" y="1162620"/>
                  </a:lnTo>
                  <a:lnTo>
                    <a:pt x="3589587" y="1162189"/>
                  </a:lnTo>
                  <a:lnTo>
                    <a:pt x="3589704" y="1162189"/>
                  </a:lnTo>
                  <a:lnTo>
                    <a:pt x="3589822" y="1162189"/>
                  </a:lnTo>
                  <a:lnTo>
                    <a:pt x="3589940" y="1162189"/>
                  </a:lnTo>
                  <a:lnTo>
                    <a:pt x="3590057" y="1162189"/>
                  </a:lnTo>
                  <a:lnTo>
                    <a:pt x="3590175" y="1162189"/>
                  </a:lnTo>
                  <a:lnTo>
                    <a:pt x="3590293" y="1162189"/>
                  </a:lnTo>
                  <a:lnTo>
                    <a:pt x="3590410" y="1162189"/>
                  </a:lnTo>
                  <a:lnTo>
                    <a:pt x="3590528" y="1162189"/>
                  </a:lnTo>
                  <a:lnTo>
                    <a:pt x="3590645" y="1162189"/>
                  </a:lnTo>
                  <a:lnTo>
                    <a:pt x="3590763" y="1162189"/>
                  </a:lnTo>
                  <a:lnTo>
                    <a:pt x="3590763" y="1161758"/>
                  </a:lnTo>
                  <a:lnTo>
                    <a:pt x="3590763" y="1161328"/>
                  </a:lnTo>
                  <a:lnTo>
                    <a:pt x="3590881" y="1161328"/>
                  </a:lnTo>
                  <a:lnTo>
                    <a:pt x="3590998" y="1161328"/>
                  </a:lnTo>
                  <a:lnTo>
                    <a:pt x="3591116" y="1161328"/>
                  </a:lnTo>
                  <a:lnTo>
                    <a:pt x="3591233" y="1161328"/>
                  </a:lnTo>
                  <a:lnTo>
                    <a:pt x="3591351" y="1161328"/>
                  </a:lnTo>
                  <a:lnTo>
                    <a:pt x="3591469" y="1161328"/>
                  </a:lnTo>
                  <a:lnTo>
                    <a:pt x="3591586" y="1161328"/>
                  </a:lnTo>
                  <a:lnTo>
                    <a:pt x="3591704" y="1161328"/>
                  </a:lnTo>
                  <a:lnTo>
                    <a:pt x="3591822" y="1161328"/>
                  </a:lnTo>
                  <a:lnTo>
                    <a:pt x="3591939" y="1161328"/>
                  </a:lnTo>
                  <a:lnTo>
                    <a:pt x="3592057" y="1161328"/>
                  </a:lnTo>
                  <a:lnTo>
                    <a:pt x="3592057" y="1160897"/>
                  </a:lnTo>
                  <a:lnTo>
                    <a:pt x="3592174" y="1160897"/>
                  </a:lnTo>
                  <a:lnTo>
                    <a:pt x="3592292" y="1160897"/>
                  </a:lnTo>
                  <a:lnTo>
                    <a:pt x="3592410" y="1160897"/>
                  </a:lnTo>
                  <a:lnTo>
                    <a:pt x="3592527" y="1160897"/>
                  </a:lnTo>
                  <a:lnTo>
                    <a:pt x="3592645" y="1160897"/>
                  </a:lnTo>
                  <a:lnTo>
                    <a:pt x="3592762" y="1160897"/>
                  </a:lnTo>
                  <a:lnTo>
                    <a:pt x="3592880" y="1160897"/>
                  </a:lnTo>
                  <a:lnTo>
                    <a:pt x="3592998" y="1160897"/>
                  </a:lnTo>
                  <a:lnTo>
                    <a:pt x="3593115" y="1160897"/>
                  </a:lnTo>
                  <a:lnTo>
                    <a:pt x="3593115" y="1160467"/>
                  </a:lnTo>
                  <a:lnTo>
                    <a:pt x="3593233" y="1160467"/>
                  </a:lnTo>
                  <a:lnTo>
                    <a:pt x="3593351" y="1160467"/>
                  </a:lnTo>
                  <a:lnTo>
                    <a:pt x="3593468" y="1160467"/>
                  </a:lnTo>
                  <a:lnTo>
                    <a:pt x="3593586" y="1160467"/>
                  </a:lnTo>
                  <a:lnTo>
                    <a:pt x="3593703" y="1160467"/>
                  </a:lnTo>
                  <a:lnTo>
                    <a:pt x="3593821" y="1160467"/>
                  </a:lnTo>
                  <a:lnTo>
                    <a:pt x="3593939" y="1160467"/>
                  </a:lnTo>
                  <a:lnTo>
                    <a:pt x="3594056" y="1160467"/>
                  </a:lnTo>
                  <a:lnTo>
                    <a:pt x="3594174" y="1160467"/>
                  </a:lnTo>
                  <a:lnTo>
                    <a:pt x="3594291" y="1160467"/>
                  </a:lnTo>
                  <a:lnTo>
                    <a:pt x="3594409" y="1160467"/>
                  </a:lnTo>
                  <a:lnTo>
                    <a:pt x="3594409" y="1160036"/>
                  </a:lnTo>
                  <a:lnTo>
                    <a:pt x="3594527" y="1160036"/>
                  </a:lnTo>
                  <a:lnTo>
                    <a:pt x="3594644" y="1160036"/>
                  </a:lnTo>
                  <a:lnTo>
                    <a:pt x="3594762" y="1160036"/>
                  </a:lnTo>
                  <a:lnTo>
                    <a:pt x="3594880" y="1160036"/>
                  </a:lnTo>
                  <a:lnTo>
                    <a:pt x="3594997" y="1160036"/>
                  </a:lnTo>
                  <a:lnTo>
                    <a:pt x="3595115" y="1160036"/>
                  </a:lnTo>
                  <a:lnTo>
                    <a:pt x="3595232" y="1160036"/>
                  </a:lnTo>
                  <a:lnTo>
                    <a:pt x="3595350" y="1160036"/>
                  </a:lnTo>
                  <a:lnTo>
                    <a:pt x="3595468" y="1160036"/>
                  </a:lnTo>
                  <a:lnTo>
                    <a:pt x="3595585" y="1160036"/>
                  </a:lnTo>
                  <a:lnTo>
                    <a:pt x="3595703" y="1160036"/>
                  </a:lnTo>
                  <a:lnTo>
                    <a:pt x="3595820" y="1160036"/>
                  </a:lnTo>
                  <a:lnTo>
                    <a:pt x="3595938" y="1160036"/>
                  </a:lnTo>
                  <a:lnTo>
                    <a:pt x="3596056" y="1160036"/>
                  </a:lnTo>
                  <a:lnTo>
                    <a:pt x="3596173" y="1160036"/>
                  </a:lnTo>
                  <a:lnTo>
                    <a:pt x="3596291" y="1160036"/>
                  </a:lnTo>
                  <a:lnTo>
                    <a:pt x="3596408" y="1160036"/>
                  </a:lnTo>
                  <a:lnTo>
                    <a:pt x="3596408" y="1159605"/>
                  </a:lnTo>
                  <a:lnTo>
                    <a:pt x="3596526" y="1159605"/>
                  </a:lnTo>
                  <a:lnTo>
                    <a:pt x="3596644" y="1159605"/>
                  </a:lnTo>
                  <a:lnTo>
                    <a:pt x="3596761" y="1159605"/>
                  </a:lnTo>
                  <a:lnTo>
                    <a:pt x="3596879" y="1159605"/>
                  </a:lnTo>
                  <a:lnTo>
                    <a:pt x="3596879" y="1159175"/>
                  </a:lnTo>
                  <a:lnTo>
                    <a:pt x="3596997" y="1159175"/>
                  </a:lnTo>
                  <a:lnTo>
                    <a:pt x="3597114" y="1159175"/>
                  </a:lnTo>
                  <a:lnTo>
                    <a:pt x="3597232" y="1159175"/>
                  </a:lnTo>
                  <a:lnTo>
                    <a:pt x="3597349" y="1159175"/>
                  </a:lnTo>
                  <a:lnTo>
                    <a:pt x="3597467" y="1159175"/>
                  </a:lnTo>
                  <a:lnTo>
                    <a:pt x="3597585" y="1159175"/>
                  </a:lnTo>
                  <a:lnTo>
                    <a:pt x="3597702" y="1159175"/>
                  </a:lnTo>
                  <a:lnTo>
                    <a:pt x="3597820" y="1159175"/>
                  </a:lnTo>
                  <a:lnTo>
                    <a:pt x="3597937" y="1159175"/>
                  </a:lnTo>
                  <a:lnTo>
                    <a:pt x="3598055" y="1159175"/>
                  </a:lnTo>
                  <a:lnTo>
                    <a:pt x="3598173" y="1159175"/>
                  </a:lnTo>
                  <a:lnTo>
                    <a:pt x="3598173" y="1158744"/>
                  </a:lnTo>
                  <a:lnTo>
                    <a:pt x="3598290" y="1158744"/>
                  </a:lnTo>
                  <a:lnTo>
                    <a:pt x="3598290" y="1158314"/>
                  </a:lnTo>
                  <a:lnTo>
                    <a:pt x="3598408" y="1158314"/>
                  </a:lnTo>
                  <a:lnTo>
                    <a:pt x="3598526" y="1158314"/>
                  </a:lnTo>
                  <a:lnTo>
                    <a:pt x="3598643" y="1158314"/>
                  </a:lnTo>
                  <a:lnTo>
                    <a:pt x="3598643" y="1157883"/>
                  </a:lnTo>
                  <a:lnTo>
                    <a:pt x="3598761" y="1157883"/>
                  </a:lnTo>
                  <a:lnTo>
                    <a:pt x="3598878" y="1157883"/>
                  </a:lnTo>
                  <a:lnTo>
                    <a:pt x="3598996" y="1157883"/>
                  </a:lnTo>
                  <a:lnTo>
                    <a:pt x="3599114" y="1157883"/>
                  </a:lnTo>
                  <a:lnTo>
                    <a:pt x="3599231" y="1157883"/>
                  </a:lnTo>
                  <a:lnTo>
                    <a:pt x="3599349" y="1157883"/>
                  </a:lnTo>
                  <a:lnTo>
                    <a:pt x="3599466" y="1157883"/>
                  </a:lnTo>
                  <a:lnTo>
                    <a:pt x="3599584" y="1157883"/>
                  </a:lnTo>
                  <a:lnTo>
                    <a:pt x="3599702" y="1157883"/>
                  </a:lnTo>
                  <a:lnTo>
                    <a:pt x="3599819" y="1157883"/>
                  </a:lnTo>
                  <a:lnTo>
                    <a:pt x="3599937" y="1157883"/>
                  </a:lnTo>
                  <a:lnTo>
                    <a:pt x="3600055" y="1157883"/>
                  </a:lnTo>
                  <a:lnTo>
                    <a:pt x="3600172" y="1157883"/>
                  </a:lnTo>
                  <a:lnTo>
                    <a:pt x="3600290" y="1157883"/>
                  </a:lnTo>
                  <a:lnTo>
                    <a:pt x="3600407" y="1157883"/>
                  </a:lnTo>
                  <a:lnTo>
                    <a:pt x="3600525" y="1157883"/>
                  </a:lnTo>
                  <a:lnTo>
                    <a:pt x="3600643" y="1157883"/>
                  </a:lnTo>
                  <a:lnTo>
                    <a:pt x="3600760" y="1157883"/>
                  </a:lnTo>
                  <a:lnTo>
                    <a:pt x="3600878" y="1157883"/>
                  </a:lnTo>
                  <a:lnTo>
                    <a:pt x="3600995" y="1157883"/>
                  </a:lnTo>
                  <a:lnTo>
                    <a:pt x="3601113" y="1157883"/>
                  </a:lnTo>
                  <a:lnTo>
                    <a:pt x="3601231" y="1157883"/>
                  </a:lnTo>
                  <a:lnTo>
                    <a:pt x="3601348" y="1157883"/>
                  </a:lnTo>
                  <a:lnTo>
                    <a:pt x="3601466" y="1157883"/>
                  </a:lnTo>
                  <a:lnTo>
                    <a:pt x="3601584" y="1157883"/>
                  </a:lnTo>
                  <a:lnTo>
                    <a:pt x="3601584" y="1157452"/>
                  </a:lnTo>
                  <a:lnTo>
                    <a:pt x="3601584" y="1157022"/>
                  </a:lnTo>
                  <a:lnTo>
                    <a:pt x="3601701" y="1157022"/>
                  </a:lnTo>
                  <a:lnTo>
                    <a:pt x="3601819" y="1157022"/>
                  </a:lnTo>
                  <a:lnTo>
                    <a:pt x="3601819" y="1156591"/>
                  </a:lnTo>
                  <a:lnTo>
                    <a:pt x="3601936" y="1156591"/>
                  </a:lnTo>
                  <a:lnTo>
                    <a:pt x="3602054" y="1156591"/>
                  </a:lnTo>
                  <a:lnTo>
                    <a:pt x="3602172" y="1156591"/>
                  </a:lnTo>
                  <a:lnTo>
                    <a:pt x="3602289" y="1156591"/>
                  </a:lnTo>
                  <a:lnTo>
                    <a:pt x="3602407" y="1156591"/>
                  </a:lnTo>
                  <a:lnTo>
                    <a:pt x="3602524" y="1156591"/>
                  </a:lnTo>
                  <a:lnTo>
                    <a:pt x="3602642" y="1156591"/>
                  </a:lnTo>
                  <a:lnTo>
                    <a:pt x="3602760" y="1156591"/>
                  </a:lnTo>
                  <a:lnTo>
                    <a:pt x="3602877" y="1156591"/>
                  </a:lnTo>
                  <a:lnTo>
                    <a:pt x="3602995" y="1156591"/>
                  </a:lnTo>
                  <a:lnTo>
                    <a:pt x="3603113" y="1156591"/>
                  </a:lnTo>
                  <a:lnTo>
                    <a:pt x="3603113" y="1156161"/>
                  </a:lnTo>
                  <a:lnTo>
                    <a:pt x="3603230" y="1156161"/>
                  </a:lnTo>
                  <a:lnTo>
                    <a:pt x="3603348" y="1156161"/>
                  </a:lnTo>
                  <a:lnTo>
                    <a:pt x="3603348" y="1155730"/>
                  </a:lnTo>
                  <a:lnTo>
                    <a:pt x="3603465" y="1155730"/>
                  </a:lnTo>
                  <a:lnTo>
                    <a:pt x="3603465" y="1155299"/>
                  </a:lnTo>
                  <a:lnTo>
                    <a:pt x="3603583" y="1155299"/>
                  </a:lnTo>
                  <a:lnTo>
                    <a:pt x="3603701" y="1155299"/>
                  </a:lnTo>
                  <a:lnTo>
                    <a:pt x="3603818" y="1155299"/>
                  </a:lnTo>
                  <a:lnTo>
                    <a:pt x="3603936" y="1155299"/>
                  </a:lnTo>
                  <a:lnTo>
                    <a:pt x="3604053" y="1155299"/>
                  </a:lnTo>
                  <a:lnTo>
                    <a:pt x="3604171" y="1155299"/>
                  </a:lnTo>
                  <a:lnTo>
                    <a:pt x="3604289" y="1155299"/>
                  </a:lnTo>
                  <a:lnTo>
                    <a:pt x="3604289" y="1154869"/>
                  </a:lnTo>
                  <a:lnTo>
                    <a:pt x="3604406" y="1154869"/>
                  </a:lnTo>
                  <a:lnTo>
                    <a:pt x="3604524" y="1154869"/>
                  </a:lnTo>
                  <a:lnTo>
                    <a:pt x="3604524" y="1154438"/>
                  </a:lnTo>
                  <a:lnTo>
                    <a:pt x="3604641" y="1154438"/>
                  </a:lnTo>
                  <a:lnTo>
                    <a:pt x="3604759" y="1154438"/>
                  </a:lnTo>
                  <a:lnTo>
                    <a:pt x="3604877" y="1154438"/>
                  </a:lnTo>
                  <a:lnTo>
                    <a:pt x="3604994" y="1154438"/>
                  </a:lnTo>
                  <a:lnTo>
                    <a:pt x="3605112" y="1154438"/>
                  </a:lnTo>
                  <a:lnTo>
                    <a:pt x="3605230" y="1154438"/>
                  </a:lnTo>
                  <a:lnTo>
                    <a:pt x="3605347" y="1154438"/>
                  </a:lnTo>
                  <a:lnTo>
                    <a:pt x="3605347" y="1154008"/>
                  </a:lnTo>
                  <a:lnTo>
                    <a:pt x="3605465" y="1154008"/>
                  </a:lnTo>
                  <a:lnTo>
                    <a:pt x="3605582" y="1154008"/>
                  </a:lnTo>
                  <a:lnTo>
                    <a:pt x="3605582" y="1153577"/>
                  </a:lnTo>
                  <a:lnTo>
                    <a:pt x="3605700" y="1153577"/>
                  </a:lnTo>
                  <a:lnTo>
                    <a:pt x="3605818" y="1153577"/>
                  </a:lnTo>
                  <a:lnTo>
                    <a:pt x="3605935" y="1153577"/>
                  </a:lnTo>
                  <a:lnTo>
                    <a:pt x="3606053" y="1153577"/>
                  </a:lnTo>
                  <a:lnTo>
                    <a:pt x="3606170" y="1153577"/>
                  </a:lnTo>
                  <a:lnTo>
                    <a:pt x="3606288" y="1153577"/>
                  </a:lnTo>
                  <a:lnTo>
                    <a:pt x="3606406" y="1153577"/>
                  </a:lnTo>
                  <a:lnTo>
                    <a:pt x="3606406" y="1153146"/>
                  </a:lnTo>
                  <a:lnTo>
                    <a:pt x="3606523" y="1153146"/>
                  </a:lnTo>
                  <a:lnTo>
                    <a:pt x="3606641" y="1153146"/>
                  </a:lnTo>
                  <a:lnTo>
                    <a:pt x="3606759" y="1153146"/>
                  </a:lnTo>
                  <a:lnTo>
                    <a:pt x="3606876" y="1153146"/>
                  </a:lnTo>
                  <a:lnTo>
                    <a:pt x="3606994" y="1153146"/>
                  </a:lnTo>
                  <a:lnTo>
                    <a:pt x="3607111" y="1153146"/>
                  </a:lnTo>
                  <a:lnTo>
                    <a:pt x="3607229" y="1153146"/>
                  </a:lnTo>
                  <a:lnTo>
                    <a:pt x="3607347" y="1153146"/>
                  </a:lnTo>
                  <a:lnTo>
                    <a:pt x="3607464" y="1153146"/>
                  </a:lnTo>
                  <a:lnTo>
                    <a:pt x="3607582" y="1153146"/>
                  </a:lnTo>
                  <a:lnTo>
                    <a:pt x="3607699" y="1153146"/>
                  </a:lnTo>
                  <a:lnTo>
                    <a:pt x="3607817" y="1153146"/>
                  </a:lnTo>
                  <a:lnTo>
                    <a:pt x="3607935" y="1153146"/>
                  </a:lnTo>
                  <a:lnTo>
                    <a:pt x="3608052" y="1153146"/>
                  </a:lnTo>
                  <a:lnTo>
                    <a:pt x="3608052" y="1152716"/>
                  </a:lnTo>
                  <a:lnTo>
                    <a:pt x="3608052" y="1152285"/>
                  </a:lnTo>
                  <a:lnTo>
                    <a:pt x="3608170" y="1152285"/>
                  </a:lnTo>
                  <a:lnTo>
                    <a:pt x="3608288" y="1152285"/>
                  </a:lnTo>
                  <a:lnTo>
                    <a:pt x="3608405" y="1152285"/>
                  </a:lnTo>
                  <a:lnTo>
                    <a:pt x="3608523" y="1152285"/>
                  </a:lnTo>
                  <a:lnTo>
                    <a:pt x="3608640" y="1152285"/>
                  </a:lnTo>
                  <a:lnTo>
                    <a:pt x="3608758" y="1152285"/>
                  </a:lnTo>
                  <a:lnTo>
                    <a:pt x="3608876" y="1152285"/>
                  </a:lnTo>
                  <a:lnTo>
                    <a:pt x="3608993" y="1152285"/>
                  </a:lnTo>
                  <a:lnTo>
                    <a:pt x="3609111" y="1152285"/>
                  </a:lnTo>
                  <a:lnTo>
                    <a:pt x="3609228" y="1152285"/>
                  </a:lnTo>
                  <a:lnTo>
                    <a:pt x="3609346" y="1152285"/>
                  </a:lnTo>
                  <a:lnTo>
                    <a:pt x="3609464" y="1152285"/>
                  </a:lnTo>
                  <a:lnTo>
                    <a:pt x="3609581" y="1152285"/>
                  </a:lnTo>
                  <a:lnTo>
                    <a:pt x="3609699" y="1152285"/>
                  </a:lnTo>
                  <a:lnTo>
                    <a:pt x="3609817" y="1152285"/>
                  </a:lnTo>
                  <a:lnTo>
                    <a:pt x="3609934" y="1152285"/>
                  </a:lnTo>
                  <a:lnTo>
                    <a:pt x="3610052" y="1152285"/>
                  </a:lnTo>
                  <a:lnTo>
                    <a:pt x="3610169" y="1152285"/>
                  </a:lnTo>
                  <a:lnTo>
                    <a:pt x="3610287" y="1152285"/>
                  </a:lnTo>
                  <a:lnTo>
                    <a:pt x="3610287" y="1151855"/>
                  </a:lnTo>
                  <a:lnTo>
                    <a:pt x="3610405" y="1151855"/>
                  </a:lnTo>
                  <a:lnTo>
                    <a:pt x="3610405" y="1151424"/>
                  </a:lnTo>
                  <a:lnTo>
                    <a:pt x="3610522" y="1151424"/>
                  </a:lnTo>
                  <a:lnTo>
                    <a:pt x="3610640" y="1151424"/>
                  </a:lnTo>
                  <a:lnTo>
                    <a:pt x="3610757" y="1151424"/>
                  </a:lnTo>
                  <a:lnTo>
                    <a:pt x="3610875" y="1151424"/>
                  </a:lnTo>
                  <a:lnTo>
                    <a:pt x="3610993" y="1151424"/>
                  </a:lnTo>
                  <a:lnTo>
                    <a:pt x="3610993" y="1150993"/>
                  </a:lnTo>
                  <a:lnTo>
                    <a:pt x="3610993" y="1150563"/>
                  </a:lnTo>
                  <a:lnTo>
                    <a:pt x="3611110" y="1150563"/>
                  </a:lnTo>
                  <a:lnTo>
                    <a:pt x="3611228" y="1150563"/>
                  </a:lnTo>
                  <a:lnTo>
                    <a:pt x="3611346" y="1150563"/>
                  </a:lnTo>
                  <a:lnTo>
                    <a:pt x="3611463" y="1150563"/>
                  </a:lnTo>
                  <a:lnTo>
                    <a:pt x="3611581" y="1150563"/>
                  </a:lnTo>
                  <a:lnTo>
                    <a:pt x="3611698" y="1150563"/>
                  </a:lnTo>
                  <a:lnTo>
                    <a:pt x="3611816" y="1150563"/>
                  </a:lnTo>
                  <a:lnTo>
                    <a:pt x="3611934" y="1150563"/>
                  </a:lnTo>
                  <a:lnTo>
                    <a:pt x="3612051" y="1150563"/>
                  </a:lnTo>
                  <a:lnTo>
                    <a:pt x="3612169" y="1150563"/>
                  </a:lnTo>
                  <a:lnTo>
                    <a:pt x="3612286" y="1150563"/>
                  </a:lnTo>
                  <a:lnTo>
                    <a:pt x="3612404" y="1150563"/>
                  </a:lnTo>
                  <a:lnTo>
                    <a:pt x="3612522" y="1150563"/>
                  </a:lnTo>
                  <a:lnTo>
                    <a:pt x="3612639" y="1150563"/>
                  </a:lnTo>
                  <a:lnTo>
                    <a:pt x="3612757" y="1150563"/>
                  </a:lnTo>
                  <a:lnTo>
                    <a:pt x="3612757" y="1150132"/>
                  </a:lnTo>
                  <a:lnTo>
                    <a:pt x="3612757" y="1149702"/>
                  </a:lnTo>
                  <a:lnTo>
                    <a:pt x="3612874" y="1149702"/>
                  </a:lnTo>
                  <a:lnTo>
                    <a:pt x="3612992" y="1149702"/>
                  </a:lnTo>
                  <a:lnTo>
                    <a:pt x="3613110" y="1149702"/>
                  </a:lnTo>
                  <a:lnTo>
                    <a:pt x="3613110" y="1149271"/>
                  </a:lnTo>
                  <a:lnTo>
                    <a:pt x="3613227" y="1149271"/>
                  </a:lnTo>
                  <a:lnTo>
                    <a:pt x="3613345" y="1149271"/>
                  </a:lnTo>
                  <a:lnTo>
                    <a:pt x="3613345" y="1148840"/>
                  </a:lnTo>
                  <a:lnTo>
                    <a:pt x="3613463" y="1148840"/>
                  </a:lnTo>
                  <a:lnTo>
                    <a:pt x="3613580" y="1148840"/>
                  </a:lnTo>
                  <a:lnTo>
                    <a:pt x="3613698" y="1148840"/>
                  </a:lnTo>
                  <a:lnTo>
                    <a:pt x="3613815" y="1148840"/>
                  </a:lnTo>
                  <a:lnTo>
                    <a:pt x="3613933" y="1148840"/>
                  </a:lnTo>
                  <a:lnTo>
                    <a:pt x="3614051" y="1148840"/>
                  </a:lnTo>
                  <a:lnTo>
                    <a:pt x="3614168" y="1148840"/>
                  </a:lnTo>
                  <a:lnTo>
                    <a:pt x="3614286" y="1148840"/>
                  </a:lnTo>
                  <a:lnTo>
                    <a:pt x="3614403" y="1148840"/>
                  </a:lnTo>
                  <a:lnTo>
                    <a:pt x="3614521" y="1148840"/>
                  </a:lnTo>
                  <a:lnTo>
                    <a:pt x="3614639" y="1148840"/>
                  </a:lnTo>
                  <a:lnTo>
                    <a:pt x="3614756" y="1148840"/>
                  </a:lnTo>
                  <a:lnTo>
                    <a:pt x="3614756" y="1148410"/>
                  </a:lnTo>
                  <a:lnTo>
                    <a:pt x="3614874" y="1148410"/>
                  </a:lnTo>
                  <a:lnTo>
                    <a:pt x="3614992" y="1148410"/>
                  </a:lnTo>
                  <a:lnTo>
                    <a:pt x="3615109" y="1148410"/>
                  </a:lnTo>
                  <a:lnTo>
                    <a:pt x="3615227" y="1148410"/>
                  </a:lnTo>
                  <a:lnTo>
                    <a:pt x="3615344" y="1148410"/>
                  </a:lnTo>
                  <a:lnTo>
                    <a:pt x="3615462" y="1148410"/>
                  </a:lnTo>
                  <a:lnTo>
                    <a:pt x="3615580" y="1148410"/>
                  </a:lnTo>
                  <a:lnTo>
                    <a:pt x="3615697" y="1148410"/>
                  </a:lnTo>
                  <a:lnTo>
                    <a:pt x="3615815" y="1148410"/>
                  </a:lnTo>
                  <a:lnTo>
                    <a:pt x="3615932" y="1148410"/>
                  </a:lnTo>
                  <a:lnTo>
                    <a:pt x="3616050" y="1148410"/>
                  </a:lnTo>
                  <a:lnTo>
                    <a:pt x="3616168" y="1148410"/>
                  </a:lnTo>
                  <a:lnTo>
                    <a:pt x="3616285" y="1148410"/>
                  </a:lnTo>
                  <a:lnTo>
                    <a:pt x="3616403" y="1148410"/>
                  </a:lnTo>
                  <a:lnTo>
                    <a:pt x="3616403" y="1147979"/>
                  </a:lnTo>
                  <a:lnTo>
                    <a:pt x="3616521" y="1147979"/>
                  </a:lnTo>
                  <a:lnTo>
                    <a:pt x="3616521" y="1147549"/>
                  </a:lnTo>
                  <a:lnTo>
                    <a:pt x="3616521" y="1147118"/>
                  </a:lnTo>
                  <a:lnTo>
                    <a:pt x="3616521" y="1146687"/>
                  </a:lnTo>
                  <a:lnTo>
                    <a:pt x="3616638" y="1146687"/>
                  </a:lnTo>
                  <a:lnTo>
                    <a:pt x="3616756" y="1146687"/>
                  </a:lnTo>
                  <a:lnTo>
                    <a:pt x="3616756" y="1146257"/>
                  </a:lnTo>
                  <a:lnTo>
                    <a:pt x="3616873" y="1146257"/>
                  </a:lnTo>
                  <a:lnTo>
                    <a:pt x="3616991" y="1146257"/>
                  </a:lnTo>
                  <a:lnTo>
                    <a:pt x="3617109" y="1146257"/>
                  </a:lnTo>
                  <a:lnTo>
                    <a:pt x="3617226" y="1146257"/>
                  </a:lnTo>
                  <a:lnTo>
                    <a:pt x="3617344" y="1146257"/>
                  </a:lnTo>
                  <a:lnTo>
                    <a:pt x="3617461" y="1146257"/>
                  </a:lnTo>
                  <a:lnTo>
                    <a:pt x="3617579" y="1146257"/>
                  </a:lnTo>
                  <a:lnTo>
                    <a:pt x="3617697" y="1146257"/>
                  </a:lnTo>
                  <a:lnTo>
                    <a:pt x="3617814" y="1146257"/>
                  </a:lnTo>
                  <a:lnTo>
                    <a:pt x="3617932" y="1146257"/>
                  </a:lnTo>
                  <a:lnTo>
                    <a:pt x="3618050" y="1146257"/>
                  </a:lnTo>
                  <a:lnTo>
                    <a:pt x="3618167" y="1146257"/>
                  </a:lnTo>
                  <a:lnTo>
                    <a:pt x="3618285" y="1146257"/>
                  </a:lnTo>
                  <a:lnTo>
                    <a:pt x="3618285" y="1145826"/>
                  </a:lnTo>
                  <a:lnTo>
                    <a:pt x="3618402" y="1145826"/>
                  </a:lnTo>
                  <a:lnTo>
                    <a:pt x="3618520" y="1145826"/>
                  </a:lnTo>
                  <a:lnTo>
                    <a:pt x="3618638" y="1145826"/>
                  </a:lnTo>
                  <a:lnTo>
                    <a:pt x="3618755" y="1145826"/>
                  </a:lnTo>
                  <a:lnTo>
                    <a:pt x="3618873" y="1145826"/>
                  </a:lnTo>
                  <a:lnTo>
                    <a:pt x="3618990" y="1145826"/>
                  </a:lnTo>
                  <a:lnTo>
                    <a:pt x="3619108" y="1145826"/>
                  </a:lnTo>
                  <a:lnTo>
                    <a:pt x="3619226" y="1145826"/>
                  </a:lnTo>
                  <a:lnTo>
                    <a:pt x="3619226" y="1145396"/>
                  </a:lnTo>
                  <a:lnTo>
                    <a:pt x="3619343" y="1145396"/>
                  </a:lnTo>
                  <a:lnTo>
                    <a:pt x="3619461" y="1145396"/>
                  </a:lnTo>
                  <a:lnTo>
                    <a:pt x="3619461" y="1144965"/>
                  </a:lnTo>
                  <a:lnTo>
                    <a:pt x="3619579" y="1144965"/>
                  </a:lnTo>
                  <a:lnTo>
                    <a:pt x="3619696" y="1144965"/>
                  </a:lnTo>
                  <a:lnTo>
                    <a:pt x="3619696" y="1144534"/>
                  </a:lnTo>
                  <a:lnTo>
                    <a:pt x="3619814" y="1144534"/>
                  </a:lnTo>
                  <a:lnTo>
                    <a:pt x="3619931" y="1144534"/>
                  </a:lnTo>
                  <a:lnTo>
                    <a:pt x="3620049" y="1144534"/>
                  </a:lnTo>
                  <a:lnTo>
                    <a:pt x="3620167" y="1144534"/>
                  </a:lnTo>
                  <a:lnTo>
                    <a:pt x="3620167" y="1144104"/>
                  </a:lnTo>
                  <a:lnTo>
                    <a:pt x="3620284" y="1144104"/>
                  </a:lnTo>
                  <a:lnTo>
                    <a:pt x="3620402" y="1144104"/>
                  </a:lnTo>
                  <a:lnTo>
                    <a:pt x="3620519" y="1144104"/>
                  </a:lnTo>
                  <a:lnTo>
                    <a:pt x="3620637" y="1144104"/>
                  </a:lnTo>
                  <a:lnTo>
                    <a:pt x="3620755" y="1144104"/>
                  </a:lnTo>
                  <a:lnTo>
                    <a:pt x="3620755" y="1143673"/>
                  </a:lnTo>
                  <a:lnTo>
                    <a:pt x="3620872" y="1143673"/>
                  </a:lnTo>
                  <a:lnTo>
                    <a:pt x="3620990" y="1143673"/>
                  </a:lnTo>
                  <a:lnTo>
                    <a:pt x="3621107" y="1143673"/>
                  </a:lnTo>
                  <a:lnTo>
                    <a:pt x="3621225" y="1143673"/>
                  </a:lnTo>
                  <a:lnTo>
                    <a:pt x="3621343" y="1143673"/>
                  </a:lnTo>
                  <a:lnTo>
                    <a:pt x="3621460" y="1143673"/>
                  </a:lnTo>
                  <a:lnTo>
                    <a:pt x="3621578" y="1143673"/>
                  </a:lnTo>
                  <a:lnTo>
                    <a:pt x="3621696" y="1143673"/>
                  </a:lnTo>
                  <a:lnTo>
                    <a:pt x="3621813" y="1143673"/>
                  </a:lnTo>
                  <a:lnTo>
                    <a:pt x="3621813" y="1143243"/>
                  </a:lnTo>
                  <a:lnTo>
                    <a:pt x="3621813" y="1142812"/>
                  </a:lnTo>
                  <a:lnTo>
                    <a:pt x="3621931" y="1142812"/>
                  </a:lnTo>
                  <a:lnTo>
                    <a:pt x="3622048" y="1142812"/>
                  </a:lnTo>
                  <a:lnTo>
                    <a:pt x="3622166" y="1142812"/>
                  </a:lnTo>
                  <a:lnTo>
                    <a:pt x="3622284" y="1142812"/>
                  </a:lnTo>
                  <a:lnTo>
                    <a:pt x="3622401" y="1142812"/>
                  </a:lnTo>
                  <a:lnTo>
                    <a:pt x="3622519" y="1142812"/>
                  </a:lnTo>
                  <a:lnTo>
                    <a:pt x="3622636" y="1142812"/>
                  </a:lnTo>
                  <a:lnTo>
                    <a:pt x="3622754" y="1142812"/>
                  </a:lnTo>
                  <a:lnTo>
                    <a:pt x="3622754" y="1142381"/>
                  </a:lnTo>
                  <a:lnTo>
                    <a:pt x="3622872" y="1142381"/>
                  </a:lnTo>
                  <a:lnTo>
                    <a:pt x="3622989" y="1142381"/>
                  </a:lnTo>
                  <a:lnTo>
                    <a:pt x="3623107" y="1142381"/>
                  </a:lnTo>
                  <a:lnTo>
                    <a:pt x="3623225" y="1142381"/>
                  </a:lnTo>
                  <a:lnTo>
                    <a:pt x="3623342" y="1142381"/>
                  </a:lnTo>
                  <a:lnTo>
                    <a:pt x="3623460" y="1142381"/>
                  </a:lnTo>
                  <a:lnTo>
                    <a:pt x="3623577" y="1142381"/>
                  </a:lnTo>
                  <a:lnTo>
                    <a:pt x="3623695" y="1142381"/>
                  </a:lnTo>
                  <a:lnTo>
                    <a:pt x="3623813" y="1142381"/>
                  </a:lnTo>
                  <a:lnTo>
                    <a:pt x="3623930" y="1142381"/>
                  </a:lnTo>
                  <a:lnTo>
                    <a:pt x="3624048" y="1142381"/>
                  </a:lnTo>
                  <a:lnTo>
                    <a:pt x="3624165" y="1142381"/>
                  </a:lnTo>
                  <a:lnTo>
                    <a:pt x="3624283" y="1142381"/>
                  </a:lnTo>
                  <a:lnTo>
                    <a:pt x="3624401" y="1142381"/>
                  </a:lnTo>
                  <a:lnTo>
                    <a:pt x="3624518" y="1142381"/>
                  </a:lnTo>
                  <a:lnTo>
                    <a:pt x="3624518" y="1141951"/>
                  </a:lnTo>
                  <a:lnTo>
                    <a:pt x="3624636" y="1141951"/>
                  </a:lnTo>
                  <a:lnTo>
                    <a:pt x="3624636" y="1141520"/>
                  </a:lnTo>
                  <a:lnTo>
                    <a:pt x="3624754" y="1141520"/>
                  </a:lnTo>
                  <a:lnTo>
                    <a:pt x="3624871" y="1141520"/>
                  </a:lnTo>
                  <a:lnTo>
                    <a:pt x="3624989" y="1141520"/>
                  </a:lnTo>
                  <a:lnTo>
                    <a:pt x="3625106" y="1141520"/>
                  </a:lnTo>
                  <a:lnTo>
                    <a:pt x="3625224" y="1141520"/>
                  </a:lnTo>
                  <a:lnTo>
                    <a:pt x="3625342" y="1141520"/>
                  </a:lnTo>
                  <a:lnTo>
                    <a:pt x="3625459" y="1141520"/>
                  </a:lnTo>
                  <a:lnTo>
                    <a:pt x="3625459" y="1141090"/>
                  </a:lnTo>
                  <a:lnTo>
                    <a:pt x="3625577" y="1141090"/>
                  </a:lnTo>
                  <a:lnTo>
                    <a:pt x="3625694" y="1141090"/>
                  </a:lnTo>
                  <a:lnTo>
                    <a:pt x="3625812" y="1141090"/>
                  </a:lnTo>
                  <a:lnTo>
                    <a:pt x="3625930" y="1141090"/>
                  </a:lnTo>
                  <a:lnTo>
                    <a:pt x="3626047" y="1141090"/>
                  </a:lnTo>
                  <a:lnTo>
                    <a:pt x="3626165" y="1141090"/>
                  </a:lnTo>
                  <a:lnTo>
                    <a:pt x="3626283" y="1141090"/>
                  </a:lnTo>
                  <a:lnTo>
                    <a:pt x="3626400" y="1141090"/>
                  </a:lnTo>
                  <a:lnTo>
                    <a:pt x="3626518" y="1141090"/>
                  </a:lnTo>
                  <a:lnTo>
                    <a:pt x="3626518" y="1140659"/>
                  </a:lnTo>
                  <a:lnTo>
                    <a:pt x="3626518" y="1140228"/>
                  </a:lnTo>
                  <a:lnTo>
                    <a:pt x="3626635" y="1140228"/>
                  </a:lnTo>
                  <a:lnTo>
                    <a:pt x="3626753" y="1140228"/>
                  </a:lnTo>
                  <a:lnTo>
                    <a:pt x="3626871" y="1140228"/>
                  </a:lnTo>
                  <a:lnTo>
                    <a:pt x="3626988" y="1140228"/>
                  </a:lnTo>
                  <a:lnTo>
                    <a:pt x="3627106" y="1140228"/>
                  </a:lnTo>
                  <a:lnTo>
                    <a:pt x="3627223" y="1140228"/>
                  </a:lnTo>
                  <a:lnTo>
                    <a:pt x="3627223" y="1139798"/>
                  </a:lnTo>
                  <a:lnTo>
                    <a:pt x="3627223" y="1139367"/>
                  </a:lnTo>
                  <a:lnTo>
                    <a:pt x="3627341" y="1139367"/>
                  </a:lnTo>
                  <a:lnTo>
                    <a:pt x="3627459" y="1139367"/>
                  </a:lnTo>
                  <a:lnTo>
                    <a:pt x="3627576" y="1139367"/>
                  </a:lnTo>
                  <a:lnTo>
                    <a:pt x="3627694" y="1139367"/>
                  </a:lnTo>
                  <a:lnTo>
                    <a:pt x="3627694" y="1138937"/>
                  </a:lnTo>
                  <a:lnTo>
                    <a:pt x="3627812" y="1138937"/>
                  </a:lnTo>
                  <a:lnTo>
                    <a:pt x="3627812" y="1138506"/>
                  </a:lnTo>
                  <a:lnTo>
                    <a:pt x="3627929" y="1138506"/>
                  </a:lnTo>
                  <a:lnTo>
                    <a:pt x="3628047" y="1138506"/>
                  </a:lnTo>
                  <a:lnTo>
                    <a:pt x="3628047" y="1138075"/>
                  </a:lnTo>
                  <a:lnTo>
                    <a:pt x="3628164" y="1138075"/>
                  </a:lnTo>
                  <a:lnTo>
                    <a:pt x="3628282" y="1138075"/>
                  </a:lnTo>
                  <a:lnTo>
                    <a:pt x="3628400" y="1138075"/>
                  </a:lnTo>
                  <a:lnTo>
                    <a:pt x="3628400" y="1137645"/>
                  </a:lnTo>
                  <a:lnTo>
                    <a:pt x="3628517" y="1137645"/>
                  </a:lnTo>
                  <a:lnTo>
                    <a:pt x="3628635" y="1137645"/>
                  </a:lnTo>
                  <a:lnTo>
                    <a:pt x="3628752" y="1137645"/>
                  </a:lnTo>
                  <a:lnTo>
                    <a:pt x="3628870" y="1137645"/>
                  </a:lnTo>
                  <a:lnTo>
                    <a:pt x="3628988" y="1137645"/>
                  </a:lnTo>
                  <a:lnTo>
                    <a:pt x="3628988" y="1137214"/>
                  </a:lnTo>
                  <a:lnTo>
                    <a:pt x="3629105" y="1137214"/>
                  </a:lnTo>
                  <a:lnTo>
                    <a:pt x="3629105" y="1136784"/>
                  </a:lnTo>
                  <a:lnTo>
                    <a:pt x="3629223" y="1136784"/>
                  </a:lnTo>
                  <a:lnTo>
                    <a:pt x="3629340" y="1136784"/>
                  </a:lnTo>
                  <a:lnTo>
                    <a:pt x="3629458" y="1136784"/>
                  </a:lnTo>
                  <a:lnTo>
                    <a:pt x="3629576" y="1136784"/>
                  </a:lnTo>
                  <a:lnTo>
                    <a:pt x="3629693" y="1136784"/>
                  </a:lnTo>
                  <a:lnTo>
                    <a:pt x="3629811" y="1136784"/>
                  </a:lnTo>
                  <a:lnTo>
                    <a:pt x="3629929" y="1136784"/>
                  </a:lnTo>
                  <a:lnTo>
                    <a:pt x="3630046" y="1136784"/>
                  </a:lnTo>
                  <a:lnTo>
                    <a:pt x="3630046" y="1136353"/>
                  </a:lnTo>
                  <a:lnTo>
                    <a:pt x="3630164" y="1136353"/>
                  </a:lnTo>
                  <a:lnTo>
                    <a:pt x="3630281" y="1136353"/>
                  </a:lnTo>
                  <a:lnTo>
                    <a:pt x="3630399" y="1136353"/>
                  </a:lnTo>
                  <a:lnTo>
                    <a:pt x="3630517" y="1136353"/>
                  </a:lnTo>
                  <a:lnTo>
                    <a:pt x="3630634" y="1136353"/>
                  </a:lnTo>
                  <a:lnTo>
                    <a:pt x="3630752" y="1136353"/>
                  </a:lnTo>
                  <a:lnTo>
                    <a:pt x="3630752" y="1135922"/>
                  </a:lnTo>
                  <a:lnTo>
                    <a:pt x="3630869" y="1135922"/>
                  </a:lnTo>
                  <a:lnTo>
                    <a:pt x="3630987" y="1135922"/>
                  </a:lnTo>
                  <a:lnTo>
                    <a:pt x="3631105" y="1135922"/>
                  </a:lnTo>
                  <a:lnTo>
                    <a:pt x="3631222" y="1135922"/>
                  </a:lnTo>
                  <a:lnTo>
                    <a:pt x="3631340" y="1135922"/>
                  </a:lnTo>
                  <a:lnTo>
                    <a:pt x="3631458" y="1135922"/>
                  </a:lnTo>
                  <a:lnTo>
                    <a:pt x="3631575" y="1135922"/>
                  </a:lnTo>
                  <a:lnTo>
                    <a:pt x="3631693" y="1135922"/>
                  </a:lnTo>
                  <a:lnTo>
                    <a:pt x="3631810" y="1135922"/>
                  </a:lnTo>
                  <a:lnTo>
                    <a:pt x="3631928" y="1135922"/>
                  </a:lnTo>
                  <a:lnTo>
                    <a:pt x="3632046" y="1135922"/>
                  </a:lnTo>
                  <a:lnTo>
                    <a:pt x="3632046" y="1135492"/>
                  </a:lnTo>
                  <a:lnTo>
                    <a:pt x="3632163" y="1135492"/>
                  </a:lnTo>
                  <a:lnTo>
                    <a:pt x="3632281" y="1135492"/>
                  </a:lnTo>
                  <a:lnTo>
                    <a:pt x="3632398" y="1135492"/>
                  </a:lnTo>
                  <a:lnTo>
                    <a:pt x="3632516" y="1135492"/>
                  </a:lnTo>
                  <a:lnTo>
                    <a:pt x="3632516" y="1135061"/>
                  </a:lnTo>
                  <a:lnTo>
                    <a:pt x="3632634" y="1135061"/>
                  </a:lnTo>
                  <a:lnTo>
                    <a:pt x="3632751" y="1135061"/>
                  </a:lnTo>
                  <a:lnTo>
                    <a:pt x="3632869" y="1135061"/>
                  </a:lnTo>
                  <a:lnTo>
                    <a:pt x="3632869" y="1134631"/>
                  </a:lnTo>
                  <a:lnTo>
                    <a:pt x="3632987" y="1134631"/>
                  </a:lnTo>
                  <a:lnTo>
                    <a:pt x="3633104" y="1134631"/>
                  </a:lnTo>
                  <a:lnTo>
                    <a:pt x="3633222" y="1134631"/>
                  </a:lnTo>
                  <a:lnTo>
                    <a:pt x="3633339" y="1134631"/>
                  </a:lnTo>
                  <a:lnTo>
                    <a:pt x="3633457" y="1134631"/>
                  </a:lnTo>
                  <a:lnTo>
                    <a:pt x="3633575" y="1134631"/>
                  </a:lnTo>
                  <a:lnTo>
                    <a:pt x="3633692" y="1134631"/>
                  </a:lnTo>
                  <a:lnTo>
                    <a:pt x="3633810" y="1134631"/>
                  </a:lnTo>
                  <a:lnTo>
                    <a:pt x="3633927" y="1134631"/>
                  </a:lnTo>
                  <a:lnTo>
                    <a:pt x="3634045" y="1134631"/>
                  </a:lnTo>
                  <a:lnTo>
                    <a:pt x="3634045" y="1134200"/>
                  </a:lnTo>
                  <a:lnTo>
                    <a:pt x="3634163" y="1134200"/>
                  </a:lnTo>
                  <a:lnTo>
                    <a:pt x="3634280" y="1134200"/>
                  </a:lnTo>
                  <a:lnTo>
                    <a:pt x="3634398" y="1134200"/>
                  </a:lnTo>
                  <a:lnTo>
                    <a:pt x="3634516" y="1134200"/>
                  </a:lnTo>
                  <a:lnTo>
                    <a:pt x="3634633" y="1134200"/>
                  </a:lnTo>
                  <a:lnTo>
                    <a:pt x="3634751" y="1134200"/>
                  </a:lnTo>
                  <a:lnTo>
                    <a:pt x="3634868" y="1134200"/>
                  </a:lnTo>
                  <a:lnTo>
                    <a:pt x="3634986" y="1134200"/>
                  </a:lnTo>
                  <a:lnTo>
                    <a:pt x="3635104" y="1134200"/>
                  </a:lnTo>
                  <a:lnTo>
                    <a:pt x="3635221" y="1134200"/>
                  </a:lnTo>
                  <a:lnTo>
                    <a:pt x="3635339" y="1134200"/>
                  </a:lnTo>
                  <a:lnTo>
                    <a:pt x="3635456" y="1134200"/>
                  </a:lnTo>
                  <a:lnTo>
                    <a:pt x="3635574" y="1134200"/>
                  </a:lnTo>
                  <a:lnTo>
                    <a:pt x="3635574" y="1133769"/>
                  </a:lnTo>
                  <a:lnTo>
                    <a:pt x="3635692" y="1133769"/>
                  </a:lnTo>
                  <a:lnTo>
                    <a:pt x="3635809" y="1133769"/>
                  </a:lnTo>
                  <a:lnTo>
                    <a:pt x="3635927" y="1133769"/>
                  </a:lnTo>
                  <a:lnTo>
                    <a:pt x="3636044" y="1133769"/>
                  </a:lnTo>
                  <a:lnTo>
                    <a:pt x="3636162" y="1133769"/>
                  </a:lnTo>
                  <a:lnTo>
                    <a:pt x="3636280" y="1133769"/>
                  </a:lnTo>
                  <a:lnTo>
                    <a:pt x="3636280" y="1133339"/>
                  </a:lnTo>
                  <a:lnTo>
                    <a:pt x="3636397" y="1133339"/>
                  </a:lnTo>
                  <a:lnTo>
                    <a:pt x="3636515" y="1133339"/>
                  </a:lnTo>
                  <a:lnTo>
                    <a:pt x="3636633" y="1133339"/>
                  </a:lnTo>
                  <a:lnTo>
                    <a:pt x="3636750" y="1133339"/>
                  </a:lnTo>
                  <a:lnTo>
                    <a:pt x="3636868" y="1133339"/>
                  </a:lnTo>
                  <a:lnTo>
                    <a:pt x="3636985" y="1133339"/>
                  </a:lnTo>
                  <a:lnTo>
                    <a:pt x="3637103" y="1133339"/>
                  </a:lnTo>
                  <a:lnTo>
                    <a:pt x="3637221" y="1133339"/>
                  </a:lnTo>
                  <a:lnTo>
                    <a:pt x="3637338" y="1133339"/>
                  </a:lnTo>
                  <a:lnTo>
                    <a:pt x="3637456" y="1133339"/>
                  </a:lnTo>
                  <a:lnTo>
                    <a:pt x="3637456" y="1132908"/>
                  </a:lnTo>
                  <a:lnTo>
                    <a:pt x="3637456" y="1132478"/>
                  </a:lnTo>
                  <a:lnTo>
                    <a:pt x="3637456" y="1132047"/>
                  </a:lnTo>
                  <a:lnTo>
                    <a:pt x="3637573" y="1132047"/>
                  </a:lnTo>
                  <a:lnTo>
                    <a:pt x="3637691" y="1132047"/>
                  </a:lnTo>
                  <a:lnTo>
                    <a:pt x="3637809" y="1132047"/>
                  </a:lnTo>
                  <a:lnTo>
                    <a:pt x="3637926" y="1132047"/>
                  </a:lnTo>
                  <a:lnTo>
                    <a:pt x="3638044" y="1132047"/>
                  </a:lnTo>
                  <a:lnTo>
                    <a:pt x="3638162" y="1132047"/>
                  </a:lnTo>
                  <a:lnTo>
                    <a:pt x="3638162" y="1131616"/>
                  </a:lnTo>
                  <a:lnTo>
                    <a:pt x="3638279" y="1131616"/>
                  </a:lnTo>
                  <a:lnTo>
                    <a:pt x="3638279" y="1131186"/>
                  </a:lnTo>
                  <a:lnTo>
                    <a:pt x="3638397" y="1131186"/>
                  </a:lnTo>
                  <a:lnTo>
                    <a:pt x="3638514" y="1131186"/>
                  </a:lnTo>
                  <a:lnTo>
                    <a:pt x="3638632" y="1131186"/>
                  </a:lnTo>
                  <a:lnTo>
                    <a:pt x="3638750" y="1131186"/>
                  </a:lnTo>
                  <a:lnTo>
                    <a:pt x="3638750" y="1130755"/>
                  </a:lnTo>
                  <a:lnTo>
                    <a:pt x="3638867" y="1130755"/>
                  </a:lnTo>
                  <a:lnTo>
                    <a:pt x="3638985" y="1130755"/>
                  </a:lnTo>
                  <a:lnTo>
                    <a:pt x="3638985" y="1130325"/>
                  </a:lnTo>
                  <a:lnTo>
                    <a:pt x="3639102" y="1130325"/>
                  </a:lnTo>
                  <a:lnTo>
                    <a:pt x="3639220" y="1130325"/>
                  </a:lnTo>
                  <a:lnTo>
                    <a:pt x="3639220" y="1129894"/>
                  </a:lnTo>
                  <a:lnTo>
                    <a:pt x="3639220" y="1129463"/>
                  </a:lnTo>
                  <a:lnTo>
                    <a:pt x="3639338" y="1129463"/>
                  </a:lnTo>
                  <a:lnTo>
                    <a:pt x="3639455" y="1129463"/>
                  </a:lnTo>
                  <a:lnTo>
                    <a:pt x="3639573" y="1129463"/>
                  </a:lnTo>
                  <a:lnTo>
                    <a:pt x="3639691" y="1129463"/>
                  </a:lnTo>
                  <a:lnTo>
                    <a:pt x="3639808" y="1129463"/>
                  </a:lnTo>
                  <a:lnTo>
                    <a:pt x="3639926" y="1129463"/>
                  </a:lnTo>
                  <a:lnTo>
                    <a:pt x="3640043" y="1129463"/>
                  </a:lnTo>
                  <a:lnTo>
                    <a:pt x="3640161" y="1129463"/>
                  </a:lnTo>
                  <a:lnTo>
                    <a:pt x="3640279" y="1129463"/>
                  </a:lnTo>
                  <a:lnTo>
                    <a:pt x="3640396" y="1129463"/>
                  </a:lnTo>
                  <a:lnTo>
                    <a:pt x="3640514" y="1129463"/>
                  </a:lnTo>
                  <a:lnTo>
                    <a:pt x="3640631" y="1129463"/>
                  </a:lnTo>
                  <a:lnTo>
                    <a:pt x="3640631" y="1129033"/>
                  </a:lnTo>
                  <a:lnTo>
                    <a:pt x="3640631" y="1128602"/>
                  </a:lnTo>
                  <a:lnTo>
                    <a:pt x="3640631" y="1128172"/>
                  </a:lnTo>
                  <a:lnTo>
                    <a:pt x="3640631" y="1127741"/>
                  </a:lnTo>
                  <a:lnTo>
                    <a:pt x="3640749" y="1127741"/>
                  </a:lnTo>
                  <a:lnTo>
                    <a:pt x="3640867" y="1127741"/>
                  </a:lnTo>
                  <a:lnTo>
                    <a:pt x="3640867" y="1127310"/>
                  </a:lnTo>
                  <a:lnTo>
                    <a:pt x="3640984" y="1127310"/>
                  </a:lnTo>
                  <a:lnTo>
                    <a:pt x="3640984" y="1126880"/>
                  </a:lnTo>
                  <a:lnTo>
                    <a:pt x="3641102" y="1126880"/>
                  </a:lnTo>
                  <a:lnTo>
                    <a:pt x="3641220" y="1126880"/>
                  </a:lnTo>
                  <a:lnTo>
                    <a:pt x="3641337" y="1126880"/>
                  </a:lnTo>
                  <a:lnTo>
                    <a:pt x="3641455" y="1126880"/>
                  </a:lnTo>
                  <a:lnTo>
                    <a:pt x="3641455" y="1126449"/>
                  </a:lnTo>
                  <a:lnTo>
                    <a:pt x="3641455" y="1126019"/>
                  </a:lnTo>
                  <a:lnTo>
                    <a:pt x="3641572" y="1126019"/>
                  </a:lnTo>
                  <a:lnTo>
                    <a:pt x="3641690" y="1126019"/>
                  </a:lnTo>
                  <a:lnTo>
                    <a:pt x="3641690" y="1125588"/>
                  </a:lnTo>
                  <a:lnTo>
                    <a:pt x="3641808" y="1125588"/>
                  </a:lnTo>
                  <a:lnTo>
                    <a:pt x="3641808" y="1125157"/>
                  </a:lnTo>
                  <a:lnTo>
                    <a:pt x="3641925" y="1125157"/>
                  </a:lnTo>
                  <a:lnTo>
                    <a:pt x="3642043" y="1125157"/>
                  </a:lnTo>
                  <a:lnTo>
                    <a:pt x="3642160" y="1125157"/>
                  </a:lnTo>
                  <a:lnTo>
                    <a:pt x="3642278" y="1125157"/>
                  </a:lnTo>
                  <a:lnTo>
                    <a:pt x="3642396" y="1125157"/>
                  </a:lnTo>
                  <a:lnTo>
                    <a:pt x="3642396" y="1124727"/>
                  </a:lnTo>
                  <a:lnTo>
                    <a:pt x="3642513" y="1124727"/>
                  </a:lnTo>
                  <a:lnTo>
                    <a:pt x="3642631" y="1124727"/>
                  </a:lnTo>
                  <a:lnTo>
                    <a:pt x="3642749" y="1124727"/>
                  </a:lnTo>
                  <a:lnTo>
                    <a:pt x="3642866" y="1124727"/>
                  </a:lnTo>
                  <a:lnTo>
                    <a:pt x="3642984" y="1124727"/>
                  </a:lnTo>
                  <a:lnTo>
                    <a:pt x="3643101" y="1124727"/>
                  </a:lnTo>
                  <a:lnTo>
                    <a:pt x="3643219" y="1124727"/>
                  </a:lnTo>
                  <a:lnTo>
                    <a:pt x="3643219" y="1124296"/>
                  </a:lnTo>
                  <a:lnTo>
                    <a:pt x="3643337" y="1124296"/>
                  </a:lnTo>
                  <a:lnTo>
                    <a:pt x="3643454" y="1124296"/>
                  </a:lnTo>
                  <a:lnTo>
                    <a:pt x="3643572" y="1124296"/>
                  </a:lnTo>
                  <a:lnTo>
                    <a:pt x="3643572" y="1123866"/>
                  </a:lnTo>
                  <a:lnTo>
                    <a:pt x="3643689" y="1123866"/>
                  </a:lnTo>
                  <a:lnTo>
                    <a:pt x="3643689" y="1123435"/>
                  </a:lnTo>
                  <a:lnTo>
                    <a:pt x="3643807" y="1123435"/>
                  </a:lnTo>
                  <a:lnTo>
                    <a:pt x="3643925" y="1123435"/>
                  </a:lnTo>
                  <a:lnTo>
                    <a:pt x="3644042" y="1123435"/>
                  </a:lnTo>
                  <a:lnTo>
                    <a:pt x="3644160" y="1123435"/>
                  </a:lnTo>
                  <a:lnTo>
                    <a:pt x="3644277" y="1123435"/>
                  </a:lnTo>
                  <a:lnTo>
                    <a:pt x="3644395" y="1123435"/>
                  </a:lnTo>
                  <a:lnTo>
                    <a:pt x="3644513" y="1123435"/>
                  </a:lnTo>
                  <a:lnTo>
                    <a:pt x="3644630" y="1123435"/>
                  </a:lnTo>
                  <a:lnTo>
                    <a:pt x="3644748" y="1123435"/>
                  </a:lnTo>
                  <a:lnTo>
                    <a:pt x="3644866" y="1123435"/>
                  </a:lnTo>
                  <a:lnTo>
                    <a:pt x="3644983" y="1123435"/>
                  </a:lnTo>
                  <a:lnTo>
                    <a:pt x="3645101" y="1123435"/>
                  </a:lnTo>
                  <a:lnTo>
                    <a:pt x="3645218" y="1123435"/>
                  </a:lnTo>
                  <a:lnTo>
                    <a:pt x="3645336" y="1123435"/>
                  </a:lnTo>
                  <a:lnTo>
                    <a:pt x="3645454" y="1123435"/>
                  </a:lnTo>
                  <a:lnTo>
                    <a:pt x="3645571" y="1123435"/>
                  </a:lnTo>
                  <a:lnTo>
                    <a:pt x="3645689" y="1123435"/>
                  </a:lnTo>
                  <a:lnTo>
                    <a:pt x="3645806" y="1123435"/>
                  </a:lnTo>
                  <a:lnTo>
                    <a:pt x="3645924" y="1123435"/>
                  </a:lnTo>
                  <a:lnTo>
                    <a:pt x="3646042" y="1123435"/>
                  </a:lnTo>
                  <a:lnTo>
                    <a:pt x="3646159" y="1123435"/>
                  </a:lnTo>
                  <a:lnTo>
                    <a:pt x="3646159" y="1123004"/>
                  </a:lnTo>
                  <a:lnTo>
                    <a:pt x="3646277" y="1123004"/>
                  </a:lnTo>
                  <a:lnTo>
                    <a:pt x="3646277" y="1122574"/>
                  </a:lnTo>
                  <a:lnTo>
                    <a:pt x="3646277" y="1122143"/>
                  </a:lnTo>
                  <a:lnTo>
                    <a:pt x="3646395" y="1122143"/>
                  </a:lnTo>
                  <a:lnTo>
                    <a:pt x="3646512" y="1122143"/>
                  </a:lnTo>
                  <a:lnTo>
                    <a:pt x="3646630" y="1122143"/>
                  </a:lnTo>
                  <a:lnTo>
                    <a:pt x="3646747" y="1122143"/>
                  </a:lnTo>
                  <a:lnTo>
                    <a:pt x="3646865" y="1122143"/>
                  </a:lnTo>
                  <a:lnTo>
                    <a:pt x="3646983" y="1122143"/>
                  </a:lnTo>
                  <a:lnTo>
                    <a:pt x="3647100" y="1122143"/>
                  </a:lnTo>
                  <a:lnTo>
                    <a:pt x="3647218" y="1122143"/>
                  </a:lnTo>
                  <a:lnTo>
                    <a:pt x="3647218" y="1121713"/>
                  </a:lnTo>
                  <a:lnTo>
                    <a:pt x="3647335" y="1121713"/>
                  </a:lnTo>
                  <a:lnTo>
                    <a:pt x="3647453" y="1121713"/>
                  </a:lnTo>
                  <a:lnTo>
                    <a:pt x="3647571" y="1121713"/>
                  </a:lnTo>
                  <a:lnTo>
                    <a:pt x="3647571" y="1121282"/>
                  </a:lnTo>
                  <a:lnTo>
                    <a:pt x="3647688" y="1121282"/>
                  </a:lnTo>
                  <a:lnTo>
                    <a:pt x="3647806" y="1121282"/>
                  </a:lnTo>
                  <a:lnTo>
                    <a:pt x="3647924" y="1121282"/>
                  </a:lnTo>
                  <a:lnTo>
                    <a:pt x="3648041" y="1121282"/>
                  </a:lnTo>
                  <a:lnTo>
                    <a:pt x="3648159" y="1121282"/>
                  </a:lnTo>
                  <a:lnTo>
                    <a:pt x="3648276" y="1121282"/>
                  </a:lnTo>
                  <a:lnTo>
                    <a:pt x="3648394" y="1121282"/>
                  </a:lnTo>
                  <a:lnTo>
                    <a:pt x="3648512" y="1121282"/>
                  </a:lnTo>
                  <a:lnTo>
                    <a:pt x="3648629" y="1121282"/>
                  </a:lnTo>
                  <a:lnTo>
                    <a:pt x="3648747" y="1121282"/>
                  </a:lnTo>
                  <a:lnTo>
                    <a:pt x="3648864" y="1121282"/>
                  </a:lnTo>
                  <a:lnTo>
                    <a:pt x="3648982" y="1121282"/>
                  </a:lnTo>
                  <a:lnTo>
                    <a:pt x="3649100" y="1121282"/>
                  </a:lnTo>
                  <a:lnTo>
                    <a:pt x="3649217" y="1121282"/>
                  </a:lnTo>
                  <a:lnTo>
                    <a:pt x="3649335" y="1121282"/>
                  </a:lnTo>
                  <a:lnTo>
                    <a:pt x="3649453" y="1121282"/>
                  </a:lnTo>
                  <a:lnTo>
                    <a:pt x="3649570" y="1121282"/>
                  </a:lnTo>
                  <a:lnTo>
                    <a:pt x="3649688" y="1121282"/>
                  </a:lnTo>
                  <a:lnTo>
                    <a:pt x="3649805" y="1121282"/>
                  </a:lnTo>
                  <a:lnTo>
                    <a:pt x="3649923" y="1121282"/>
                  </a:lnTo>
                  <a:lnTo>
                    <a:pt x="3649923" y="1120851"/>
                  </a:lnTo>
                  <a:lnTo>
                    <a:pt x="3650041" y="1120851"/>
                  </a:lnTo>
                  <a:lnTo>
                    <a:pt x="3650158" y="1120851"/>
                  </a:lnTo>
                  <a:lnTo>
                    <a:pt x="3650276" y="1120851"/>
                  </a:lnTo>
                  <a:lnTo>
                    <a:pt x="3650276" y="1120421"/>
                  </a:lnTo>
                  <a:lnTo>
                    <a:pt x="3650393" y="1120421"/>
                  </a:lnTo>
                  <a:lnTo>
                    <a:pt x="3650511" y="1120421"/>
                  </a:lnTo>
                  <a:lnTo>
                    <a:pt x="3650629" y="1120421"/>
                  </a:lnTo>
                  <a:lnTo>
                    <a:pt x="3650746" y="1120421"/>
                  </a:lnTo>
                  <a:lnTo>
                    <a:pt x="3650746" y="1119990"/>
                  </a:lnTo>
                  <a:lnTo>
                    <a:pt x="3650746" y="1119560"/>
                  </a:lnTo>
                  <a:lnTo>
                    <a:pt x="3650864" y="1119560"/>
                  </a:lnTo>
                  <a:lnTo>
                    <a:pt x="3650982" y="1119560"/>
                  </a:lnTo>
                  <a:lnTo>
                    <a:pt x="3651099" y="1119560"/>
                  </a:lnTo>
                  <a:lnTo>
                    <a:pt x="3651217" y="1119560"/>
                  </a:lnTo>
                  <a:lnTo>
                    <a:pt x="3651334" y="1119560"/>
                  </a:lnTo>
                  <a:lnTo>
                    <a:pt x="3651452" y="1119560"/>
                  </a:lnTo>
                  <a:lnTo>
                    <a:pt x="3651570" y="1119560"/>
                  </a:lnTo>
                  <a:lnTo>
                    <a:pt x="3651687" y="1119560"/>
                  </a:lnTo>
                  <a:lnTo>
                    <a:pt x="3651805" y="1119560"/>
                  </a:lnTo>
                  <a:lnTo>
                    <a:pt x="3651922" y="1119560"/>
                  </a:lnTo>
                  <a:lnTo>
                    <a:pt x="3652040" y="1119560"/>
                  </a:lnTo>
                  <a:lnTo>
                    <a:pt x="3652158" y="1119560"/>
                  </a:lnTo>
                  <a:lnTo>
                    <a:pt x="3652275" y="1119560"/>
                  </a:lnTo>
                  <a:lnTo>
                    <a:pt x="3652275" y="1119129"/>
                  </a:lnTo>
                  <a:lnTo>
                    <a:pt x="3652275" y="1118698"/>
                  </a:lnTo>
                  <a:lnTo>
                    <a:pt x="3652275" y="1118268"/>
                  </a:lnTo>
                  <a:lnTo>
                    <a:pt x="3652393" y="1118268"/>
                  </a:lnTo>
                  <a:lnTo>
                    <a:pt x="3652510" y="1118268"/>
                  </a:lnTo>
                  <a:lnTo>
                    <a:pt x="3652628" y="1118268"/>
                  </a:lnTo>
                  <a:lnTo>
                    <a:pt x="3652628" y="1117837"/>
                  </a:lnTo>
                  <a:lnTo>
                    <a:pt x="3652746" y="1117837"/>
                  </a:lnTo>
                  <a:lnTo>
                    <a:pt x="3652863" y="1117837"/>
                  </a:lnTo>
                  <a:lnTo>
                    <a:pt x="3652981" y="1117837"/>
                  </a:lnTo>
                  <a:lnTo>
                    <a:pt x="3653099" y="1117837"/>
                  </a:lnTo>
                  <a:lnTo>
                    <a:pt x="3653216" y="1117837"/>
                  </a:lnTo>
                  <a:lnTo>
                    <a:pt x="3653334" y="1117837"/>
                  </a:lnTo>
                  <a:lnTo>
                    <a:pt x="3653451" y="1117837"/>
                  </a:lnTo>
                  <a:lnTo>
                    <a:pt x="3653569" y="1117837"/>
                  </a:lnTo>
                  <a:lnTo>
                    <a:pt x="3653687" y="1117837"/>
                  </a:lnTo>
                  <a:lnTo>
                    <a:pt x="3653687" y="1117407"/>
                  </a:lnTo>
                  <a:lnTo>
                    <a:pt x="3653804" y="1117407"/>
                  </a:lnTo>
                  <a:lnTo>
                    <a:pt x="3653922" y="1117407"/>
                  </a:lnTo>
                  <a:lnTo>
                    <a:pt x="3654039" y="1117407"/>
                  </a:lnTo>
                  <a:lnTo>
                    <a:pt x="3654157" y="1117407"/>
                  </a:lnTo>
                  <a:lnTo>
                    <a:pt x="3654275" y="1117407"/>
                  </a:lnTo>
                  <a:lnTo>
                    <a:pt x="3654392" y="1117407"/>
                  </a:lnTo>
                  <a:lnTo>
                    <a:pt x="3654510" y="1117407"/>
                  </a:lnTo>
                  <a:lnTo>
                    <a:pt x="3654628" y="1117407"/>
                  </a:lnTo>
                  <a:lnTo>
                    <a:pt x="3654745" y="1117407"/>
                  </a:lnTo>
                  <a:lnTo>
                    <a:pt x="3654863" y="1117407"/>
                  </a:lnTo>
                  <a:lnTo>
                    <a:pt x="3654980" y="1117407"/>
                  </a:lnTo>
                  <a:lnTo>
                    <a:pt x="3655098" y="1117407"/>
                  </a:lnTo>
                  <a:lnTo>
                    <a:pt x="3655216" y="1117407"/>
                  </a:lnTo>
                  <a:lnTo>
                    <a:pt x="3655216" y="1116976"/>
                  </a:lnTo>
                  <a:lnTo>
                    <a:pt x="3655333" y="1116976"/>
                  </a:lnTo>
                  <a:lnTo>
                    <a:pt x="3655451" y="1116976"/>
                  </a:lnTo>
                  <a:lnTo>
                    <a:pt x="3655568" y="1116976"/>
                  </a:lnTo>
                  <a:lnTo>
                    <a:pt x="3655686" y="1116976"/>
                  </a:lnTo>
                  <a:lnTo>
                    <a:pt x="3655804" y="1116976"/>
                  </a:lnTo>
                  <a:lnTo>
                    <a:pt x="3655921" y="1116976"/>
                  </a:lnTo>
                  <a:lnTo>
                    <a:pt x="3656039" y="1116976"/>
                  </a:lnTo>
                  <a:lnTo>
                    <a:pt x="3656157" y="1116976"/>
                  </a:lnTo>
                  <a:lnTo>
                    <a:pt x="3656274" y="1116976"/>
                  </a:lnTo>
                  <a:lnTo>
                    <a:pt x="3656392" y="1116976"/>
                  </a:lnTo>
                  <a:lnTo>
                    <a:pt x="3656509" y="1116976"/>
                  </a:lnTo>
                  <a:lnTo>
                    <a:pt x="3656627" y="1116976"/>
                  </a:lnTo>
                  <a:lnTo>
                    <a:pt x="3656745" y="1116976"/>
                  </a:lnTo>
                  <a:lnTo>
                    <a:pt x="3656862" y="1116976"/>
                  </a:lnTo>
                  <a:lnTo>
                    <a:pt x="3656980" y="1116976"/>
                  </a:lnTo>
                  <a:lnTo>
                    <a:pt x="3656980" y="1116545"/>
                  </a:lnTo>
                  <a:lnTo>
                    <a:pt x="3657097" y="1116545"/>
                  </a:lnTo>
                  <a:lnTo>
                    <a:pt x="3657215" y="1116545"/>
                  </a:lnTo>
                  <a:lnTo>
                    <a:pt x="3657333" y="1116545"/>
                  </a:lnTo>
                  <a:lnTo>
                    <a:pt x="3657450" y="1116545"/>
                  </a:lnTo>
                  <a:lnTo>
                    <a:pt x="3657568" y="1116545"/>
                  </a:lnTo>
                  <a:lnTo>
                    <a:pt x="3657686" y="1116545"/>
                  </a:lnTo>
                  <a:lnTo>
                    <a:pt x="3657686" y="1116115"/>
                  </a:lnTo>
                  <a:lnTo>
                    <a:pt x="3657803" y="1116115"/>
                  </a:lnTo>
                  <a:lnTo>
                    <a:pt x="3657921" y="1116115"/>
                  </a:lnTo>
                  <a:lnTo>
                    <a:pt x="3658038" y="1116115"/>
                  </a:lnTo>
                  <a:lnTo>
                    <a:pt x="3658156" y="1116115"/>
                  </a:lnTo>
                  <a:lnTo>
                    <a:pt x="3658274" y="1116115"/>
                  </a:lnTo>
                  <a:lnTo>
                    <a:pt x="3658391" y="1116115"/>
                  </a:lnTo>
                  <a:lnTo>
                    <a:pt x="3658509" y="1116115"/>
                  </a:lnTo>
                  <a:lnTo>
                    <a:pt x="3658626" y="1116115"/>
                  </a:lnTo>
                  <a:lnTo>
                    <a:pt x="3658744" y="1116115"/>
                  </a:lnTo>
                  <a:lnTo>
                    <a:pt x="3658862" y="1116115"/>
                  </a:lnTo>
                  <a:lnTo>
                    <a:pt x="3658979" y="1116115"/>
                  </a:lnTo>
                  <a:lnTo>
                    <a:pt x="3659097" y="1116115"/>
                  </a:lnTo>
                  <a:lnTo>
                    <a:pt x="3659215" y="1116115"/>
                  </a:lnTo>
                  <a:lnTo>
                    <a:pt x="3659332" y="1116115"/>
                  </a:lnTo>
                  <a:lnTo>
                    <a:pt x="3659450" y="1116115"/>
                  </a:lnTo>
                  <a:lnTo>
                    <a:pt x="3659450" y="1115684"/>
                  </a:lnTo>
                  <a:lnTo>
                    <a:pt x="3659450" y="1115254"/>
                  </a:lnTo>
                  <a:lnTo>
                    <a:pt x="3659567" y="1115254"/>
                  </a:lnTo>
                  <a:lnTo>
                    <a:pt x="3659685" y="1115254"/>
                  </a:lnTo>
                  <a:lnTo>
                    <a:pt x="3659803" y="1115254"/>
                  </a:lnTo>
                  <a:lnTo>
                    <a:pt x="3659920" y="1115254"/>
                  </a:lnTo>
                  <a:lnTo>
                    <a:pt x="3660038" y="1115254"/>
                  </a:lnTo>
                  <a:lnTo>
                    <a:pt x="3660038" y="1114823"/>
                  </a:lnTo>
                  <a:lnTo>
                    <a:pt x="3660155" y="1114823"/>
                  </a:lnTo>
                  <a:lnTo>
                    <a:pt x="3660273" y="1114823"/>
                  </a:lnTo>
                  <a:lnTo>
                    <a:pt x="3660273" y="1114392"/>
                  </a:lnTo>
                  <a:lnTo>
                    <a:pt x="3660391" y="1114392"/>
                  </a:lnTo>
                  <a:lnTo>
                    <a:pt x="3660508" y="1114392"/>
                  </a:lnTo>
                  <a:lnTo>
                    <a:pt x="3660626" y="1114392"/>
                  </a:lnTo>
                  <a:lnTo>
                    <a:pt x="3660743" y="1114392"/>
                  </a:lnTo>
                  <a:lnTo>
                    <a:pt x="3660743" y="1113962"/>
                  </a:lnTo>
                  <a:lnTo>
                    <a:pt x="3660861" y="1113962"/>
                  </a:lnTo>
                  <a:lnTo>
                    <a:pt x="3660979" y="1113962"/>
                  </a:lnTo>
                  <a:lnTo>
                    <a:pt x="3661096" y="1113962"/>
                  </a:lnTo>
                  <a:lnTo>
                    <a:pt x="3661214" y="1113962"/>
                  </a:lnTo>
                  <a:lnTo>
                    <a:pt x="3661332" y="1113962"/>
                  </a:lnTo>
                  <a:lnTo>
                    <a:pt x="3661449" y="1113962"/>
                  </a:lnTo>
                  <a:lnTo>
                    <a:pt x="3661567" y="1113962"/>
                  </a:lnTo>
                  <a:lnTo>
                    <a:pt x="3661684" y="1113962"/>
                  </a:lnTo>
                  <a:lnTo>
                    <a:pt x="3661802" y="1113962"/>
                  </a:lnTo>
                  <a:lnTo>
                    <a:pt x="3661920" y="1113962"/>
                  </a:lnTo>
                  <a:lnTo>
                    <a:pt x="3662037" y="1113962"/>
                  </a:lnTo>
                  <a:lnTo>
                    <a:pt x="3662155" y="1113962"/>
                  </a:lnTo>
                  <a:lnTo>
                    <a:pt x="3662272" y="1113962"/>
                  </a:lnTo>
                  <a:lnTo>
                    <a:pt x="3662390" y="1113962"/>
                  </a:lnTo>
                  <a:lnTo>
                    <a:pt x="3662508" y="1113962"/>
                  </a:lnTo>
                  <a:lnTo>
                    <a:pt x="3662625" y="1113962"/>
                  </a:lnTo>
                  <a:lnTo>
                    <a:pt x="3662743" y="1113962"/>
                  </a:lnTo>
                  <a:lnTo>
                    <a:pt x="3662743" y="1113531"/>
                  </a:lnTo>
                  <a:lnTo>
                    <a:pt x="3662743" y="1113101"/>
                  </a:lnTo>
                  <a:lnTo>
                    <a:pt x="3662743" y="1112670"/>
                  </a:lnTo>
                  <a:lnTo>
                    <a:pt x="3662743" y="1112239"/>
                  </a:lnTo>
                  <a:lnTo>
                    <a:pt x="3662743" y="1111809"/>
                  </a:lnTo>
                  <a:lnTo>
                    <a:pt x="3662743" y="1111378"/>
                  </a:lnTo>
                  <a:lnTo>
                    <a:pt x="3662861" y="1111378"/>
                  </a:lnTo>
                  <a:lnTo>
                    <a:pt x="3662978" y="1111378"/>
                  </a:lnTo>
                  <a:lnTo>
                    <a:pt x="3663096" y="1111378"/>
                  </a:lnTo>
                  <a:lnTo>
                    <a:pt x="3663213" y="1111378"/>
                  </a:lnTo>
                  <a:lnTo>
                    <a:pt x="3663331" y="1111378"/>
                  </a:lnTo>
                  <a:lnTo>
                    <a:pt x="3663331" y="1110948"/>
                  </a:lnTo>
                  <a:lnTo>
                    <a:pt x="3663331" y="1110517"/>
                  </a:lnTo>
                  <a:lnTo>
                    <a:pt x="3663331" y="1110086"/>
                  </a:lnTo>
                  <a:lnTo>
                    <a:pt x="3663449" y="1110086"/>
                  </a:lnTo>
                  <a:lnTo>
                    <a:pt x="3663566" y="1110086"/>
                  </a:lnTo>
                  <a:lnTo>
                    <a:pt x="3663684" y="1110086"/>
                  </a:lnTo>
                  <a:lnTo>
                    <a:pt x="3663801" y="1110086"/>
                  </a:lnTo>
                  <a:lnTo>
                    <a:pt x="3663919" y="1110086"/>
                  </a:lnTo>
                  <a:lnTo>
                    <a:pt x="3664037" y="1110086"/>
                  </a:lnTo>
                  <a:lnTo>
                    <a:pt x="3664154" y="1110086"/>
                  </a:lnTo>
                  <a:lnTo>
                    <a:pt x="3664154" y="1109656"/>
                  </a:lnTo>
                  <a:lnTo>
                    <a:pt x="3664272" y="1109656"/>
                  </a:lnTo>
                  <a:lnTo>
                    <a:pt x="3664390" y="1109656"/>
                  </a:lnTo>
                  <a:lnTo>
                    <a:pt x="3664507" y="1109656"/>
                  </a:lnTo>
                  <a:lnTo>
                    <a:pt x="3664625" y="1109656"/>
                  </a:lnTo>
                  <a:lnTo>
                    <a:pt x="3664742" y="1109656"/>
                  </a:lnTo>
                  <a:lnTo>
                    <a:pt x="3664860" y="1109656"/>
                  </a:lnTo>
                  <a:lnTo>
                    <a:pt x="3664978" y="1109656"/>
                  </a:lnTo>
                  <a:lnTo>
                    <a:pt x="3665095" y="1109656"/>
                  </a:lnTo>
                  <a:lnTo>
                    <a:pt x="3665213" y="1109656"/>
                  </a:lnTo>
                  <a:lnTo>
                    <a:pt x="3665330" y="1109656"/>
                  </a:lnTo>
                  <a:lnTo>
                    <a:pt x="3665448" y="1109656"/>
                  </a:lnTo>
                  <a:lnTo>
                    <a:pt x="3665566" y="1109656"/>
                  </a:lnTo>
                  <a:lnTo>
                    <a:pt x="3665683" y="1109656"/>
                  </a:lnTo>
                  <a:lnTo>
                    <a:pt x="3665683" y="1109225"/>
                  </a:lnTo>
                  <a:lnTo>
                    <a:pt x="3665801" y="1109225"/>
                  </a:lnTo>
                  <a:lnTo>
                    <a:pt x="3665919" y="1109225"/>
                  </a:lnTo>
                  <a:lnTo>
                    <a:pt x="3666036" y="1109225"/>
                  </a:lnTo>
                  <a:lnTo>
                    <a:pt x="3666154" y="1109225"/>
                  </a:lnTo>
                  <a:lnTo>
                    <a:pt x="3666271" y="1109225"/>
                  </a:lnTo>
                  <a:lnTo>
                    <a:pt x="3666271" y="1108795"/>
                  </a:lnTo>
                  <a:lnTo>
                    <a:pt x="3666271" y="1108364"/>
                  </a:lnTo>
                  <a:lnTo>
                    <a:pt x="3666389" y="1108364"/>
                  </a:lnTo>
                  <a:lnTo>
                    <a:pt x="3666507" y="1108364"/>
                  </a:lnTo>
                  <a:lnTo>
                    <a:pt x="3666624" y="1108364"/>
                  </a:lnTo>
                  <a:lnTo>
                    <a:pt x="3666742" y="1108364"/>
                  </a:lnTo>
                  <a:lnTo>
                    <a:pt x="3666742" y="1107933"/>
                  </a:lnTo>
                  <a:lnTo>
                    <a:pt x="3666859" y="1107933"/>
                  </a:lnTo>
                  <a:lnTo>
                    <a:pt x="3666977" y="1107933"/>
                  </a:lnTo>
                  <a:lnTo>
                    <a:pt x="3667095" y="1107933"/>
                  </a:lnTo>
                  <a:lnTo>
                    <a:pt x="3667212" y="1107933"/>
                  </a:lnTo>
                  <a:lnTo>
                    <a:pt x="3667330" y="1107933"/>
                  </a:lnTo>
                  <a:lnTo>
                    <a:pt x="3667448" y="1107933"/>
                  </a:lnTo>
                  <a:lnTo>
                    <a:pt x="3667565" y="1107933"/>
                  </a:lnTo>
                  <a:lnTo>
                    <a:pt x="3667683" y="1107933"/>
                  </a:lnTo>
                  <a:lnTo>
                    <a:pt x="3667800" y="1107933"/>
                  </a:lnTo>
                  <a:lnTo>
                    <a:pt x="3667918" y="1107933"/>
                  </a:lnTo>
                  <a:lnTo>
                    <a:pt x="3668036" y="1107933"/>
                  </a:lnTo>
                  <a:lnTo>
                    <a:pt x="3668153" y="1107933"/>
                  </a:lnTo>
                  <a:lnTo>
                    <a:pt x="3668271" y="1107933"/>
                  </a:lnTo>
                  <a:lnTo>
                    <a:pt x="3668388" y="1107933"/>
                  </a:lnTo>
                  <a:lnTo>
                    <a:pt x="3668506" y="1107933"/>
                  </a:lnTo>
                  <a:lnTo>
                    <a:pt x="3668624" y="1107933"/>
                  </a:lnTo>
                  <a:lnTo>
                    <a:pt x="3668741" y="1107933"/>
                  </a:lnTo>
                  <a:lnTo>
                    <a:pt x="3668859" y="1107933"/>
                  </a:lnTo>
                  <a:lnTo>
                    <a:pt x="3668976" y="1107933"/>
                  </a:lnTo>
                  <a:lnTo>
                    <a:pt x="3669094" y="1107933"/>
                  </a:lnTo>
                  <a:lnTo>
                    <a:pt x="3669212" y="1107933"/>
                  </a:lnTo>
                  <a:lnTo>
                    <a:pt x="3669329" y="1107933"/>
                  </a:lnTo>
                  <a:lnTo>
                    <a:pt x="3669447" y="1107933"/>
                  </a:lnTo>
                  <a:lnTo>
                    <a:pt x="3669565" y="1107933"/>
                  </a:lnTo>
                  <a:lnTo>
                    <a:pt x="3669682" y="1107933"/>
                  </a:lnTo>
                  <a:lnTo>
                    <a:pt x="3669800" y="1107933"/>
                  </a:lnTo>
                  <a:lnTo>
                    <a:pt x="3669917" y="1107933"/>
                  </a:lnTo>
                  <a:lnTo>
                    <a:pt x="3670035" y="1107933"/>
                  </a:lnTo>
                  <a:lnTo>
                    <a:pt x="3670153" y="1107933"/>
                  </a:lnTo>
                  <a:lnTo>
                    <a:pt x="3670270" y="1107933"/>
                  </a:lnTo>
                  <a:lnTo>
                    <a:pt x="3670270" y="1107503"/>
                  </a:lnTo>
                  <a:lnTo>
                    <a:pt x="3670388" y="1107503"/>
                  </a:lnTo>
                  <a:lnTo>
                    <a:pt x="3670505" y="1107503"/>
                  </a:lnTo>
                  <a:lnTo>
                    <a:pt x="3670623" y="1107503"/>
                  </a:lnTo>
                  <a:lnTo>
                    <a:pt x="3670623" y="1107072"/>
                  </a:lnTo>
                  <a:lnTo>
                    <a:pt x="3670741" y="1107072"/>
                  </a:lnTo>
                  <a:lnTo>
                    <a:pt x="3670858" y="1107072"/>
                  </a:lnTo>
                  <a:lnTo>
                    <a:pt x="3670976" y="1107072"/>
                  </a:lnTo>
                  <a:lnTo>
                    <a:pt x="3670976" y="1106642"/>
                  </a:lnTo>
                  <a:lnTo>
                    <a:pt x="3671094" y="1106642"/>
                  </a:lnTo>
                  <a:lnTo>
                    <a:pt x="3671211" y="1106642"/>
                  </a:lnTo>
                  <a:lnTo>
                    <a:pt x="3671329" y="1106642"/>
                  </a:lnTo>
                  <a:lnTo>
                    <a:pt x="3671329" y="1106211"/>
                  </a:lnTo>
                  <a:lnTo>
                    <a:pt x="3671446" y="1106211"/>
                  </a:lnTo>
                  <a:lnTo>
                    <a:pt x="3671564" y="1106211"/>
                  </a:lnTo>
                  <a:lnTo>
                    <a:pt x="3671682" y="1106211"/>
                  </a:lnTo>
                  <a:lnTo>
                    <a:pt x="3671799" y="1106211"/>
                  </a:lnTo>
                  <a:lnTo>
                    <a:pt x="3671799" y="1105780"/>
                  </a:lnTo>
                  <a:lnTo>
                    <a:pt x="3671917" y="1105780"/>
                  </a:lnTo>
                  <a:lnTo>
                    <a:pt x="3672034" y="1105780"/>
                  </a:lnTo>
                  <a:lnTo>
                    <a:pt x="3672152" y="1105780"/>
                  </a:lnTo>
                  <a:lnTo>
                    <a:pt x="3672270" y="1105780"/>
                  </a:lnTo>
                  <a:lnTo>
                    <a:pt x="3672387" y="1105780"/>
                  </a:lnTo>
                  <a:lnTo>
                    <a:pt x="3672505" y="1105780"/>
                  </a:lnTo>
                  <a:lnTo>
                    <a:pt x="3672623" y="1105780"/>
                  </a:lnTo>
                  <a:lnTo>
                    <a:pt x="3672740" y="1105780"/>
                  </a:lnTo>
                  <a:lnTo>
                    <a:pt x="3672858" y="1105780"/>
                  </a:lnTo>
                  <a:lnTo>
                    <a:pt x="3672858" y="1105350"/>
                  </a:lnTo>
                  <a:lnTo>
                    <a:pt x="3672858" y="1104919"/>
                  </a:lnTo>
                  <a:lnTo>
                    <a:pt x="3672975" y="1104919"/>
                  </a:lnTo>
                  <a:lnTo>
                    <a:pt x="3673093" y="1104919"/>
                  </a:lnTo>
                  <a:lnTo>
                    <a:pt x="3673093" y="1104489"/>
                  </a:lnTo>
                  <a:lnTo>
                    <a:pt x="3673093" y="1104058"/>
                  </a:lnTo>
                  <a:lnTo>
                    <a:pt x="3673211" y="1104058"/>
                  </a:lnTo>
                  <a:lnTo>
                    <a:pt x="3673328" y="1104058"/>
                  </a:lnTo>
                  <a:lnTo>
                    <a:pt x="3673446" y="1104058"/>
                  </a:lnTo>
                  <a:lnTo>
                    <a:pt x="3673563" y="1104058"/>
                  </a:lnTo>
                  <a:lnTo>
                    <a:pt x="3673563" y="1103627"/>
                  </a:lnTo>
                  <a:lnTo>
                    <a:pt x="3673681" y="1103627"/>
                  </a:lnTo>
                  <a:lnTo>
                    <a:pt x="3673799" y="1103627"/>
                  </a:lnTo>
                  <a:lnTo>
                    <a:pt x="3673916" y="1103627"/>
                  </a:lnTo>
                  <a:lnTo>
                    <a:pt x="3674034" y="1103627"/>
                  </a:lnTo>
                  <a:lnTo>
                    <a:pt x="3674152" y="1103627"/>
                  </a:lnTo>
                  <a:lnTo>
                    <a:pt x="3674152" y="1103197"/>
                  </a:lnTo>
                  <a:lnTo>
                    <a:pt x="3674269" y="1103197"/>
                  </a:lnTo>
                  <a:lnTo>
                    <a:pt x="3674387" y="1103197"/>
                  </a:lnTo>
                  <a:lnTo>
                    <a:pt x="3674504" y="1103197"/>
                  </a:lnTo>
                  <a:lnTo>
                    <a:pt x="3674622" y="1103197"/>
                  </a:lnTo>
                  <a:lnTo>
                    <a:pt x="3674740" y="1103197"/>
                  </a:lnTo>
                  <a:lnTo>
                    <a:pt x="3674857" y="1103197"/>
                  </a:lnTo>
                  <a:lnTo>
                    <a:pt x="3674857" y="1102766"/>
                  </a:lnTo>
                  <a:lnTo>
                    <a:pt x="3674975" y="1102766"/>
                  </a:lnTo>
                  <a:lnTo>
                    <a:pt x="3675092" y="1102766"/>
                  </a:lnTo>
                  <a:lnTo>
                    <a:pt x="3675210" y="1102766"/>
                  </a:lnTo>
                  <a:lnTo>
                    <a:pt x="3675210" y="1102336"/>
                  </a:lnTo>
                  <a:lnTo>
                    <a:pt x="3675328" y="1102336"/>
                  </a:lnTo>
                  <a:lnTo>
                    <a:pt x="3675445" y="1102336"/>
                  </a:lnTo>
                  <a:lnTo>
                    <a:pt x="3675563" y="1102336"/>
                  </a:lnTo>
                  <a:lnTo>
                    <a:pt x="3675681" y="1102336"/>
                  </a:lnTo>
                  <a:lnTo>
                    <a:pt x="3675798" y="1102336"/>
                  </a:lnTo>
                  <a:lnTo>
                    <a:pt x="3675916" y="1102336"/>
                  </a:lnTo>
                  <a:lnTo>
                    <a:pt x="3676033" y="1102336"/>
                  </a:lnTo>
                  <a:lnTo>
                    <a:pt x="3676151" y="1102336"/>
                  </a:lnTo>
                  <a:lnTo>
                    <a:pt x="3676269" y="1102336"/>
                  </a:lnTo>
                  <a:lnTo>
                    <a:pt x="3676386" y="1102336"/>
                  </a:lnTo>
                  <a:lnTo>
                    <a:pt x="3676504" y="1102336"/>
                  </a:lnTo>
                  <a:lnTo>
                    <a:pt x="3676621" y="1102336"/>
                  </a:lnTo>
                  <a:lnTo>
                    <a:pt x="3676739" y="1102336"/>
                  </a:lnTo>
                  <a:lnTo>
                    <a:pt x="3676739" y="1101905"/>
                  </a:lnTo>
                  <a:lnTo>
                    <a:pt x="3676857" y="1101905"/>
                  </a:lnTo>
                  <a:lnTo>
                    <a:pt x="3676974" y="1101905"/>
                  </a:lnTo>
                  <a:lnTo>
                    <a:pt x="3677092" y="1101905"/>
                  </a:lnTo>
                  <a:lnTo>
                    <a:pt x="3677209" y="1101905"/>
                  </a:lnTo>
                  <a:lnTo>
                    <a:pt x="3677209" y="1101474"/>
                  </a:lnTo>
                  <a:lnTo>
                    <a:pt x="3677327" y="1101474"/>
                  </a:lnTo>
                  <a:lnTo>
                    <a:pt x="3677445" y="1101474"/>
                  </a:lnTo>
                  <a:lnTo>
                    <a:pt x="3677445" y="1101044"/>
                  </a:lnTo>
                  <a:lnTo>
                    <a:pt x="3677562" y="1101044"/>
                  </a:lnTo>
                  <a:lnTo>
                    <a:pt x="3677680" y="1101044"/>
                  </a:lnTo>
                  <a:lnTo>
                    <a:pt x="3677798" y="1101044"/>
                  </a:lnTo>
                  <a:lnTo>
                    <a:pt x="3677915" y="1101044"/>
                  </a:lnTo>
                  <a:lnTo>
                    <a:pt x="3678033" y="1101044"/>
                  </a:lnTo>
                  <a:lnTo>
                    <a:pt x="3678150" y="1101044"/>
                  </a:lnTo>
                  <a:lnTo>
                    <a:pt x="3678150" y="1100613"/>
                  </a:lnTo>
                  <a:lnTo>
                    <a:pt x="3678268" y="1100613"/>
                  </a:lnTo>
                  <a:lnTo>
                    <a:pt x="3678386" y="1100613"/>
                  </a:lnTo>
                  <a:lnTo>
                    <a:pt x="3678503" y="1100613"/>
                  </a:lnTo>
                  <a:lnTo>
                    <a:pt x="3678621" y="1100613"/>
                  </a:lnTo>
                  <a:lnTo>
                    <a:pt x="3678621" y="1100183"/>
                  </a:lnTo>
                  <a:lnTo>
                    <a:pt x="3678621" y="1099752"/>
                  </a:lnTo>
                  <a:lnTo>
                    <a:pt x="3678738" y="1099752"/>
                  </a:lnTo>
                  <a:lnTo>
                    <a:pt x="3678856" y="1099752"/>
                  </a:lnTo>
                  <a:lnTo>
                    <a:pt x="3678974" y="1099752"/>
                  </a:lnTo>
                  <a:lnTo>
                    <a:pt x="3679091" y="1099752"/>
                  </a:lnTo>
                  <a:lnTo>
                    <a:pt x="3679209" y="1099752"/>
                  </a:lnTo>
                  <a:lnTo>
                    <a:pt x="3679327" y="1099752"/>
                  </a:lnTo>
                  <a:lnTo>
                    <a:pt x="3679327" y="1099321"/>
                  </a:lnTo>
                  <a:lnTo>
                    <a:pt x="3679444" y="1099321"/>
                  </a:lnTo>
                  <a:lnTo>
                    <a:pt x="3679562" y="1099321"/>
                  </a:lnTo>
                  <a:lnTo>
                    <a:pt x="3679679" y="1099321"/>
                  </a:lnTo>
                  <a:lnTo>
                    <a:pt x="3679797" y="1099321"/>
                  </a:lnTo>
                  <a:lnTo>
                    <a:pt x="3679915" y="1099321"/>
                  </a:lnTo>
                  <a:lnTo>
                    <a:pt x="3680032" y="1099321"/>
                  </a:lnTo>
                  <a:lnTo>
                    <a:pt x="3680032" y="1098891"/>
                  </a:lnTo>
                  <a:lnTo>
                    <a:pt x="3680150" y="1098891"/>
                  </a:lnTo>
                  <a:lnTo>
                    <a:pt x="3680267" y="1098891"/>
                  </a:lnTo>
                  <a:lnTo>
                    <a:pt x="3680385" y="1098891"/>
                  </a:lnTo>
                  <a:lnTo>
                    <a:pt x="3680503" y="1098891"/>
                  </a:lnTo>
                  <a:lnTo>
                    <a:pt x="3680620" y="1098891"/>
                  </a:lnTo>
                  <a:lnTo>
                    <a:pt x="3680738" y="1098891"/>
                  </a:lnTo>
                  <a:lnTo>
                    <a:pt x="3680856" y="1098891"/>
                  </a:lnTo>
                  <a:lnTo>
                    <a:pt x="3680973" y="1098891"/>
                  </a:lnTo>
                  <a:lnTo>
                    <a:pt x="3680973" y="1098460"/>
                  </a:lnTo>
                  <a:lnTo>
                    <a:pt x="3681091" y="1098460"/>
                  </a:lnTo>
                  <a:lnTo>
                    <a:pt x="3681208" y="1098460"/>
                  </a:lnTo>
                  <a:lnTo>
                    <a:pt x="3681326" y="1098460"/>
                  </a:lnTo>
                  <a:lnTo>
                    <a:pt x="3681444" y="1098460"/>
                  </a:lnTo>
                  <a:lnTo>
                    <a:pt x="3681561" y="1098460"/>
                  </a:lnTo>
                  <a:lnTo>
                    <a:pt x="3681679" y="1098460"/>
                  </a:lnTo>
                  <a:lnTo>
                    <a:pt x="3681796" y="1098460"/>
                  </a:lnTo>
                  <a:lnTo>
                    <a:pt x="3681914" y="1098460"/>
                  </a:lnTo>
                  <a:lnTo>
                    <a:pt x="3681914" y="1098030"/>
                  </a:lnTo>
                  <a:lnTo>
                    <a:pt x="3682032" y="1098030"/>
                  </a:lnTo>
                  <a:lnTo>
                    <a:pt x="3682149" y="1098030"/>
                  </a:lnTo>
                  <a:lnTo>
                    <a:pt x="3682267" y="1098030"/>
                  </a:lnTo>
                  <a:lnTo>
                    <a:pt x="3682385" y="1098030"/>
                  </a:lnTo>
                  <a:lnTo>
                    <a:pt x="3682502" y="1098030"/>
                  </a:lnTo>
                  <a:lnTo>
                    <a:pt x="3682502" y="1097599"/>
                  </a:lnTo>
                  <a:lnTo>
                    <a:pt x="3682620" y="1097599"/>
                  </a:lnTo>
                  <a:lnTo>
                    <a:pt x="3682737" y="1097599"/>
                  </a:lnTo>
                  <a:lnTo>
                    <a:pt x="3682855" y="1097599"/>
                  </a:lnTo>
                  <a:lnTo>
                    <a:pt x="3682973" y="1097599"/>
                  </a:lnTo>
                  <a:lnTo>
                    <a:pt x="3683090" y="1097599"/>
                  </a:lnTo>
                  <a:lnTo>
                    <a:pt x="3683208" y="1097599"/>
                  </a:lnTo>
                  <a:lnTo>
                    <a:pt x="3683325" y="1097599"/>
                  </a:lnTo>
                  <a:lnTo>
                    <a:pt x="3683443" y="1097599"/>
                  </a:lnTo>
                  <a:lnTo>
                    <a:pt x="3683561" y="1097599"/>
                  </a:lnTo>
                  <a:lnTo>
                    <a:pt x="3683678" y="1097599"/>
                  </a:lnTo>
                  <a:lnTo>
                    <a:pt x="3683796" y="1097599"/>
                  </a:lnTo>
                  <a:lnTo>
                    <a:pt x="3683914" y="1097599"/>
                  </a:lnTo>
                  <a:lnTo>
                    <a:pt x="3684031" y="1097599"/>
                  </a:lnTo>
                  <a:lnTo>
                    <a:pt x="3684149" y="1097599"/>
                  </a:lnTo>
                  <a:lnTo>
                    <a:pt x="3684266" y="1097599"/>
                  </a:lnTo>
                  <a:lnTo>
                    <a:pt x="3684384" y="1097599"/>
                  </a:lnTo>
                  <a:lnTo>
                    <a:pt x="3684502" y="1097599"/>
                  </a:lnTo>
                  <a:lnTo>
                    <a:pt x="3684619" y="1097599"/>
                  </a:lnTo>
                  <a:lnTo>
                    <a:pt x="3684619" y="1097168"/>
                  </a:lnTo>
                  <a:lnTo>
                    <a:pt x="3684737" y="1097168"/>
                  </a:lnTo>
                  <a:lnTo>
                    <a:pt x="3684854" y="1097168"/>
                  </a:lnTo>
                  <a:lnTo>
                    <a:pt x="3684972" y="1097168"/>
                  </a:lnTo>
                  <a:lnTo>
                    <a:pt x="3685090" y="1097168"/>
                  </a:lnTo>
                  <a:lnTo>
                    <a:pt x="3685207" y="1097168"/>
                  </a:lnTo>
                  <a:lnTo>
                    <a:pt x="3685325" y="1097168"/>
                  </a:lnTo>
                  <a:lnTo>
                    <a:pt x="3685442" y="1097168"/>
                  </a:lnTo>
                  <a:lnTo>
                    <a:pt x="3685560" y="1097168"/>
                  </a:lnTo>
                  <a:lnTo>
                    <a:pt x="3685678" y="1097168"/>
                  </a:lnTo>
                  <a:lnTo>
                    <a:pt x="3685795" y="1097168"/>
                  </a:lnTo>
                  <a:lnTo>
                    <a:pt x="3685913" y="1097168"/>
                  </a:lnTo>
                  <a:lnTo>
                    <a:pt x="3686031" y="1097168"/>
                  </a:lnTo>
                  <a:lnTo>
                    <a:pt x="3686031" y="1096738"/>
                  </a:lnTo>
                  <a:lnTo>
                    <a:pt x="3686031" y="1096307"/>
                  </a:lnTo>
                  <a:lnTo>
                    <a:pt x="3686148" y="1096307"/>
                  </a:lnTo>
                  <a:lnTo>
                    <a:pt x="3686266" y="1096307"/>
                  </a:lnTo>
                  <a:lnTo>
                    <a:pt x="3686383" y="1096307"/>
                  </a:lnTo>
                  <a:lnTo>
                    <a:pt x="3686501" y="1096307"/>
                  </a:lnTo>
                  <a:lnTo>
                    <a:pt x="3686619" y="1096307"/>
                  </a:lnTo>
                  <a:lnTo>
                    <a:pt x="3686736" y="1096307"/>
                  </a:lnTo>
                  <a:lnTo>
                    <a:pt x="3686736" y="1095877"/>
                  </a:lnTo>
                  <a:lnTo>
                    <a:pt x="3686854" y="1095877"/>
                  </a:lnTo>
                  <a:lnTo>
                    <a:pt x="3686971" y="1095877"/>
                  </a:lnTo>
                  <a:lnTo>
                    <a:pt x="3687089" y="1095877"/>
                  </a:lnTo>
                  <a:lnTo>
                    <a:pt x="3687089" y="1095446"/>
                  </a:lnTo>
                  <a:lnTo>
                    <a:pt x="3687207" y="1095446"/>
                  </a:lnTo>
                  <a:lnTo>
                    <a:pt x="3687324" y="1095446"/>
                  </a:lnTo>
                  <a:lnTo>
                    <a:pt x="3687442" y="1095446"/>
                  </a:lnTo>
                  <a:lnTo>
                    <a:pt x="3687560" y="1095446"/>
                  </a:lnTo>
                  <a:lnTo>
                    <a:pt x="3687560" y="1095015"/>
                  </a:lnTo>
                  <a:lnTo>
                    <a:pt x="3687560" y="1094585"/>
                  </a:lnTo>
                  <a:lnTo>
                    <a:pt x="3687677" y="1094585"/>
                  </a:lnTo>
                  <a:lnTo>
                    <a:pt x="3687677" y="1094154"/>
                  </a:lnTo>
                  <a:lnTo>
                    <a:pt x="3687795" y="1094154"/>
                  </a:lnTo>
                  <a:lnTo>
                    <a:pt x="3687912" y="1094154"/>
                  </a:lnTo>
                  <a:lnTo>
                    <a:pt x="3687912" y="1093724"/>
                  </a:lnTo>
                  <a:lnTo>
                    <a:pt x="3688030" y="1093724"/>
                  </a:lnTo>
                  <a:lnTo>
                    <a:pt x="3688148" y="1093724"/>
                  </a:lnTo>
                  <a:lnTo>
                    <a:pt x="3688265" y="1093724"/>
                  </a:lnTo>
                  <a:lnTo>
                    <a:pt x="3688383" y="1093724"/>
                  </a:lnTo>
                  <a:lnTo>
                    <a:pt x="3688383" y="1093293"/>
                  </a:lnTo>
                  <a:lnTo>
                    <a:pt x="3688383" y="1092862"/>
                  </a:lnTo>
                  <a:lnTo>
                    <a:pt x="3688383" y="1092432"/>
                  </a:lnTo>
                  <a:lnTo>
                    <a:pt x="3688500" y="1092432"/>
                  </a:lnTo>
                  <a:lnTo>
                    <a:pt x="3688618" y="1092432"/>
                  </a:lnTo>
                  <a:lnTo>
                    <a:pt x="3688736" y="1092432"/>
                  </a:lnTo>
                  <a:lnTo>
                    <a:pt x="3688736" y="1092001"/>
                  </a:lnTo>
                  <a:lnTo>
                    <a:pt x="3688853" y="1092001"/>
                  </a:lnTo>
                  <a:lnTo>
                    <a:pt x="3688971" y="1092001"/>
                  </a:lnTo>
                  <a:lnTo>
                    <a:pt x="3688971" y="1091571"/>
                  </a:lnTo>
                  <a:lnTo>
                    <a:pt x="3689089" y="1091571"/>
                  </a:lnTo>
                  <a:lnTo>
                    <a:pt x="3689206" y="1091571"/>
                  </a:lnTo>
                  <a:lnTo>
                    <a:pt x="3689324" y="1091571"/>
                  </a:lnTo>
                  <a:lnTo>
                    <a:pt x="3689324" y="1091140"/>
                  </a:lnTo>
                  <a:lnTo>
                    <a:pt x="3689441" y="1091140"/>
                  </a:lnTo>
                  <a:lnTo>
                    <a:pt x="3689559" y="1091140"/>
                  </a:lnTo>
                  <a:lnTo>
                    <a:pt x="3689559" y="1090709"/>
                  </a:lnTo>
                  <a:lnTo>
                    <a:pt x="3689559" y="1090279"/>
                  </a:lnTo>
                  <a:lnTo>
                    <a:pt x="3689677" y="1090279"/>
                  </a:lnTo>
                  <a:lnTo>
                    <a:pt x="3689794" y="1090279"/>
                  </a:lnTo>
                  <a:lnTo>
                    <a:pt x="3689912" y="1090279"/>
                  </a:lnTo>
                  <a:lnTo>
                    <a:pt x="3690029" y="1090279"/>
                  </a:lnTo>
                  <a:lnTo>
                    <a:pt x="3690029" y="1089848"/>
                  </a:lnTo>
                  <a:lnTo>
                    <a:pt x="3690147" y="1089848"/>
                  </a:lnTo>
                  <a:lnTo>
                    <a:pt x="3690147" y="1089418"/>
                  </a:lnTo>
                  <a:lnTo>
                    <a:pt x="3690147" y="1088987"/>
                  </a:lnTo>
                  <a:lnTo>
                    <a:pt x="3690265" y="1088987"/>
                  </a:lnTo>
                  <a:lnTo>
                    <a:pt x="3690382" y="1088987"/>
                  </a:lnTo>
                  <a:lnTo>
                    <a:pt x="3690500" y="1088987"/>
                  </a:lnTo>
                  <a:lnTo>
                    <a:pt x="3690618" y="1088987"/>
                  </a:lnTo>
                  <a:lnTo>
                    <a:pt x="3690735" y="1088987"/>
                  </a:lnTo>
                  <a:lnTo>
                    <a:pt x="3690853" y="1088987"/>
                  </a:lnTo>
                  <a:lnTo>
                    <a:pt x="3690970" y="1088987"/>
                  </a:lnTo>
                  <a:lnTo>
                    <a:pt x="3691088" y="1088987"/>
                  </a:lnTo>
                  <a:lnTo>
                    <a:pt x="3691206" y="1088987"/>
                  </a:lnTo>
                  <a:lnTo>
                    <a:pt x="3691323" y="1088987"/>
                  </a:lnTo>
                  <a:lnTo>
                    <a:pt x="3691323" y="1088556"/>
                  </a:lnTo>
                  <a:lnTo>
                    <a:pt x="3691441" y="1088556"/>
                  </a:lnTo>
                  <a:lnTo>
                    <a:pt x="3691441" y="1088126"/>
                  </a:lnTo>
                  <a:lnTo>
                    <a:pt x="3691558" y="1088126"/>
                  </a:lnTo>
                  <a:lnTo>
                    <a:pt x="3691676" y="1088126"/>
                  </a:lnTo>
                  <a:lnTo>
                    <a:pt x="3691794" y="1088126"/>
                  </a:lnTo>
                  <a:lnTo>
                    <a:pt x="3691911" y="1088126"/>
                  </a:lnTo>
                  <a:lnTo>
                    <a:pt x="3692029" y="1088126"/>
                  </a:lnTo>
                  <a:lnTo>
                    <a:pt x="3692147" y="1088126"/>
                  </a:lnTo>
                  <a:lnTo>
                    <a:pt x="3692264" y="1088126"/>
                  </a:lnTo>
                  <a:lnTo>
                    <a:pt x="3692382" y="1088126"/>
                  </a:lnTo>
                  <a:lnTo>
                    <a:pt x="3692499" y="1088126"/>
                  </a:lnTo>
                  <a:lnTo>
                    <a:pt x="3692499" y="1087695"/>
                  </a:lnTo>
                  <a:lnTo>
                    <a:pt x="3692617" y="1087695"/>
                  </a:lnTo>
                  <a:lnTo>
                    <a:pt x="3692735" y="1087695"/>
                  </a:lnTo>
                  <a:lnTo>
                    <a:pt x="3692852" y="1087695"/>
                  </a:lnTo>
                  <a:lnTo>
                    <a:pt x="3692970" y="1087695"/>
                  </a:lnTo>
                  <a:lnTo>
                    <a:pt x="3693087" y="1087695"/>
                  </a:lnTo>
                  <a:lnTo>
                    <a:pt x="3693205" y="1087695"/>
                  </a:lnTo>
                  <a:lnTo>
                    <a:pt x="3693323" y="1087695"/>
                  </a:lnTo>
                  <a:lnTo>
                    <a:pt x="3693440" y="1087695"/>
                  </a:lnTo>
                  <a:lnTo>
                    <a:pt x="3693558" y="1087695"/>
                  </a:lnTo>
                  <a:lnTo>
                    <a:pt x="3693675" y="1087695"/>
                  </a:lnTo>
                  <a:lnTo>
                    <a:pt x="3693793" y="1087695"/>
                  </a:lnTo>
                  <a:lnTo>
                    <a:pt x="3693911" y="1087695"/>
                  </a:lnTo>
                  <a:lnTo>
                    <a:pt x="3694028" y="1087695"/>
                  </a:lnTo>
                  <a:lnTo>
                    <a:pt x="3694028" y="1087265"/>
                  </a:lnTo>
                  <a:lnTo>
                    <a:pt x="3694028" y="1086834"/>
                  </a:lnTo>
                  <a:lnTo>
                    <a:pt x="3694146" y="1086834"/>
                  </a:lnTo>
                  <a:lnTo>
                    <a:pt x="3694264" y="1086834"/>
                  </a:lnTo>
                  <a:lnTo>
                    <a:pt x="3694381" y="1086834"/>
                  </a:lnTo>
                  <a:lnTo>
                    <a:pt x="3694499" y="1086834"/>
                  </a:lnTo>
                  <a:lnTo>
                    <a:pt x="3694616" y="1086834"/>
                  </a:lnTo>
                  <a:lnTo>
                    <a:pt x="3694734" y="1086834"/>
                  </a:lnTo>
                  <a:lnTo>
                    <a:pt x="3694734" y="1086403"/>
                  </a:lnTo>
                  <a:lnTo>
                    <a:pt x="3694852" y="1086403"/>
                  </a:lnTo>
                  <a:lnTo>
                    <a:pt x="3694852" y="1085973"/>
                  </a:lnTo>
                  <a:lnTo>
                    <a:pt x="3694852" y="1085542"/>
                  </a:lnTo>
                  <a:lnTo>
                    <a:pt x="3694969" y="1085542"/>
                  </a:lnTo>
                  <a:lnTo>
                    <a:pt x="3695087" y="1085542"/>
                  </a:lnTo>
                  <a:lnTo>
                    <a:pt x="3695087" y="1085112"/>
                  </a:lnTo>
                  <a:lnTo>
                    <a:pt x="3695204" y="1085112"/>
                  </a:lnTo>
                  <a:lnTo>
                    <a:pt x="3695322" y="1085112"/>
                  </a:lnTo>
                  <a:lnTo>
                    <a:pt x="3695440" y="1085112"/>
                  </a:lnTo>
                  <a:lnTo>
                    <a:pt x="3695557" y="1085112"/>
                  </a:lnTo>
                  <a:lnTo>
                    <a:pt x="3695557" y="1084681"/>
                  </a:lnTo>
                  <a:lnTo>
                    <a:pt x="3695675" y="1084681"/>
                  </a:lnTo>
                  <a:lnTo>
                    <a:pt x="3695675" y="1084250"/>
                  </a:lnTo>
                  <a:lnTo>
                    <a:pt x="3695793" y="1084250"/>
                  </a:lnTo>
                  <a:lnTo>
                    <a:pt x="3695910" y="1084250"/>
                  </a:lnTo>
                  <a:lnTo>
                    <a:pt x="3696028" y="1084250"/>
                  </a:lnTo>
                  <a:lnTo>
                    <a:pt x="3696145" y="1084250"/>
                  </a:lnTo>
                  <a:lnTo>
                    <a:pt x="3696263" y="1084250"/>
                  </a:lnTo>
                  <a:lnTo>
                    <a:pt x="3696381" y="1084250"/>
                  </a:lnTo>
                  <a:lnTo>
                    <a:pt x="3696498" y="1084250"/>
                  </a:lnTo>
                  <a:lnTo>
                    <a:pt x="3696616" y="1084250"/>
                  </a:lnTo>
                  <a:lnTo>
                    <a:pt x="3696733" y="1084250"/>
                  </a:lnTo>
                  <a:lnTo>
                    <a:pt x="3696851" y="1084250"/>
                  </a:lnTo>
                  <a:lnTo>
                    <a:pt x="3696851" y="1083820"/>
                  </a:lnTo>
                  <a:lnTo>
                    <a:pt x="3696969" y="1083820"/>
                  </a:lnTo>
                  <a:lnTo>
                    <a:pt x="3696969" y="1083389"/>
                  </a:lnTo>
                  <a:lnTo>
                    <a:pt x="3697086" y="1083389"/>
                  </a:lnTo>
                  <a:lnTo>
                    <a:pt x="3697204" y="1083389"/>
                  </a:lnTo>
                  <a:lnTo>
                    <a:pt x="3697204" y="1082959"/>
                  </a:lnTo>
                  <a:lnTo>
                    <a:pt x="3697322" y="1082959"/>
                  </a:lnTo>
                  <a:lnTo>
                    <a:pt x="3697439" y="1082959"/>
                  </a:lnTo>
                  <a:lnTo>
                    <a:pt x="3697439" y="1082528"/>
                  </a:lnTo>
                  <a:lnTo>
                    <a:pt x="3697557" y="1082528"/>
                  </a:lnTo>
                  <a:lnTo>
                    <a:pt x="3697674" y="1082528"/>
                  </a:lnTo>
                  <a:lnTo>
                    <a:pt x="3697792" y="1082528"/>
                  </a:lnTo>
                  <a:lnTo>
                    <a:pt x="3697792" y="1082097"/>
                  </a:lnTo>
                  <a:lnTo>
                    <a:pt x="3697910" y="1082097"/>
                  </a:lnTo>
                  <a:lnTo>
                    <a:pt x="3698027" y="1082097"/>
                  </a:lnTo>
                  <a:lnTo>
                    <a:pt x="3698145" y="1082097"/>
                  </a:lnTo>
                  <a:lnTo>
                    <a:pt x="3698262" y="1082097"/>
                  </a:lnTo>
                  <a:lnTo>
                    <a:pt x="3698380" y="1082097"/>
                  </a:lnTo>
                  <a:lnTo>
                    <a:pt x="3698498" y="1082097"/>
                  </a:lnTo>
                  <a:lnTo>
                    <a:pt x="3698615" y="1082097"/>
                  </a:lnTo>
                  <a:lnTo>
                    <a:pt x="3698615" y="1081667"/>
                  </a:lnTo>
                  <a:lnTo>
                    <a:pt x="3698733" y="1081667"/>
                  </a:lnTo>
                  <a:lnTo>
                    <a:pt x="3698851" y="1081667"/>
                  </a:lnTo>
                  <a:lnTo>
                    <a:pt x="3698968" y="1081667"/>
                  </a:lnTo>
                  <a:lnTo>
                    <a:pt x="3698968" y="1081236"/>
                  </a:lnTo>
                  <a:lnTo>
                    <a:pt x="3699086" y="1081236"/>
                  </a:lnTo>
                  <a:lnTo>
                    <a:pt x="3699203" y="1081236"/>
                  </a:lnTo>
                  <a:lnTo>
                    <a:pt x="3699203" y="1080806"/>
                  </a:lnTo>
                  <a:lnTo>
                    <a:pt x="3699321" y="1080806"/>
                  </a:lnTo>
                  <a:lnTo>
                    <a:pt x="3699439" y="1080806"/>
                  </a:lnTo>
                  <a:lnTo>
                    <a:pt x="3699556" y="1080806"/>
                  </a:lnTo>
                  <a:lnTo>
                    <a:pt x="3699674" y="1080806"/>
                  </a:lnTo>
                  <a:lnTo>
                    <a:pt x="3699791" y="1080806"/>
                  </a:lnTo>
                  <a:lnTo>
                    <a:pt x="3699909" y="1080806"/>
                  </a:lnTo>
                  <a:lnTo>
                    <a:pt x="3700027" y="1080806"/>
                  </a:lnTo>
                  <a:lnTo>
                    <a:pt x="3700144" y="1080806"/>
                  </a:lnTo>
                  <a:lnTo>
                    <a:pt x="3700262" y="1080806"/>
                  </a:lnTo>
                  <a:lnTo>
                    <a:pt x="3700380" y="1080806"/>
                  </a:lnTo>
                  <a:lnTo>
                    <a:pt x="3700497" y="1080806"/>
                  </a:lnTo>
                  <a:lnTo>
                    <a:pt x="3700497" y="1080375"/>
                  </a:lnTo>
                  <a:lnTo>
                    <a:pt x="3700615" y="1080375"/>
                  </a:lnTo>
                  <a:lnTo>
                    <a:pt x="3700732" y="1080375"/>
                  </a:lnTo>
                  <a:lnTo>
                    <a:pt x="3700850" y="1080375"/>
                  </a:lnTo>
                  <a:lnTo>
                    <a:pt x="3700968" y="1080375"/>
                  </a:lnTo>
                  <a:lnTo>
                    <a:pt x="3701085" y="1080375"/>
                  </a:lnTo>
                  <a:lnTo>
                    <a:pt x="3701203" y="1080375"/>
                  </a:lnTo>
                  <a:lnTo>
                    <a:pt x="3701320" y="1080375"/>
                  </a:lnTo>
                  <a:lnTo>
                    <a:pt x="3701438" y="1080375"/>
                  </a:lnTo>
                  <a:lnTo>
                    <a:pt x="3701556" y="1080375"/>
                  </a:lnTo>
                  <a:lnTo>
                    <a:pt x="3701673" y="1080375"/>
                  </a:lnTo>
                  <a:lnTo>
                    <a:pt x="3701791" y="1080375"/>
                  </a:lnTo>
                  <a:lnTo>
                    <a:pt x="3701908" y="1080375"/>
                  </a:lnTo>
                  <a:lnTo>
                    <a:pt x="3701908" y="1079944"/>
                  </a:lnTo>
                  <a:lnTo>
                    <a:pt x="3702026" y="1079944"/>
                  </a:lnTo>
                  <a:lnTo>
                    <a:pt x="3702144" y="1079944"/>
                  </a:lnTo>
                  <a:lnTo>
                    <a:pt x="3702261" y="1079944"/>
                  </a:lnTo>
                  <a:lnTo>
                    <a:pt x="3702261" y="1079514"/>
                  </a:lnTo>
                  <a:lnTo>
                    <a:pt x="3702379" y="1079514"/>
                  </a:lnTo>
                  <a:lnTo>
                    <a:pt x="3702497" y="1079514"/>
                  </a:lnTo>
                  <a:lnTo>
                    <a:pt x="3702614" y="1079514"/>
                  </a:lnTo>
                  <a:lnTo>
                    <a:pt x="3702732" y="1079514"/>
                  </a:lnTo>
                  <a:lnTo>
                    <a:pt x="3702849" y="1079514"/>
                  </a:lnTo>
                  <a:lnTo>
                    <a:pt x="3702967" y="1079514"/>
                  </a:lnTo>
                  <a:lnTo>
                    <a:pt x="3703085" y="1079514"/>
                  </a:lnTo>
                  <a:lnTo>
                    <a:pt x="3703202" y="1079514"/>
                  </a:lnTo>
                  <a:lnTo>
                    <a:pt x="3703202" y="1079083"/>
                  </a:lnTo>
                  <a:lnTo>
                    <a:pt x="3703320" y="1079083"/>
                  </a:lnTo>
                  <a:lnTo>
                    <a:pt x="3703437" y="1079083"/>
                  </a:lnTo>
                  <a:lnTo>
                    <a:pt x="3703437" y="1078653"/>
                  </a:lnTo>
                  <a:lnTo>
                    <a:pt x="3703555" y="1078653"/>
                  </a:lnTo>
                  <a:lnTo>
                    <a:pt x="3703673" y="1078653"/>
                  </a:lnTo>
                  <a:lnTo>
                    <a:pt x="3703790" y="1078653"/>
                  </a:lnTo>
                  <a:lnTo>
                    <a:pt x="3703908" y="1078653"/>
                  </a:lnTo>
                  <a:lnTo>
                    <a:pt x="3704026" y="1078653"/>
                  </a:lnTo>
                  <a:lnTo>
                    <a:pt x="3704143" y="1078653"/>
                  </a:lnTo>
                  <a:lnTo>
                    <a:pt x="3704143" y="1078222"/>
                  </a:lnTo>
                  <a:lnTo>
                    <a:pt x="3704261" y="1078222"/>
                  </a:lnTo>
                  <a:lnTo>
                    <a:pt x="3704378" y="1078222"/>
                  </a:lnTo>
                  <a:lnTo>
                    <a:pt x="3704378" y="1077791"/>
                  </a:lnTo>
                  <a:lnTo>
                    <a:pt x="3704378" y="1077361"/>
                  </a:lnTo>
                  <a:lnTo>
                    <a:pt x="3704496" y="1077361"/>
                  </a:lnTo>
                  <a:lnTo>
                    <a:pt x="3704614" y="1077361"/>
                  </a:lnTo>
                  <a:lnTo>
                    <a:pt x="3704731" y="1077361"/>
                  </a:lnTo>
                  <a:lnTo>
                    <a:pt x="3704849" y="1077361"/>
                  </a:lnTo>
                  <a:lnTo>
                    <a:pt x="3704966" y="1077361"/>
                  </a:lnTo>
                  <a:lnTo>
                    <a:pt x="3705084" y="1077361"/>
                  </a:lnTo>
                  <a:lnTo>
                    <a:pt x="3705202" y="1077361"/>
                  </a:lnTo>
                  <a:lnTo>
                    <a:pt x="3705319" y="1077361"/>
                  </a:lnTo>
                  <a:lnTo>
                    <a:pt x="3705437" y="1077361"/>
                  </a:lnTo>
                  <a:lnTo>
                    <a:pt x="3705555" y="1077361"/>
                  </a:lnTo>
                  <a:lnTo>
                    <a:pt x="3705672" y="1077361"/>
                  </a:lnTo>
                  <a:lnTo>
                    <a:pt x="3705790" y="1077361"/>
                  </a:lnTo>
                  <a:lnTo>
                    <a:pt x="3705907" y="1077361"/>
                  </a:lnTo>
                  <a:lnTo>
                    <a:pt x="3706025" y="1077361"/>
                  </a:lnTo>
                  <a:lnTo>
                    <a:pt x="3706025" y="1076930"/>
                  </a:lnTo>
                  <a:lnTo>
                    <a:pt x="3706143" y="1076930"/>
                  </a:lnTo>
                  <a:lnTo>
                    <a:pt x="3706260" y="1076930"/>
                  </a:lnTo>
                  <a:lnTo>
                    <a:pt x="3706378" y="1076930"/>
                  </a:lnTo>
                  <a:lnTo>
                    <a:pt x="3706495" y="1076930"/>
                  </a:lnTo>
                  <a:lnTo>
                    <a:pt x="3706613" y="1076930"/>
                  </a:lnTo>
                  <a:lnTo>
                    <a:pt x="3706731" y="1076930"/>
                  </a:lnTo>
                  <a:lnTo>
                    <a:pt x="3706848" y="1076930"/>
                  </a:lnTo>
                  <a:lnTo>
                    <a:pt x="3706966" y="1076930"/>
                  </a:lnTo>
                  <a:lnTo>
                    <a:pt x="3707084" y="1076930"/>
                  </a:lnTo>
                  <a:lnTo>
                    <a:pt x="3707084" y="1076500"/>
                  </a:lnTo>
                  <a:lnTo>
                    <a:pt x="3707201" y="1076500"/>
                  </a:lnTo>
                  <a:lnTo>
                    <a:pt x="3707319" y="1076500"/>
                  </a:lnTo>
                  <a:lnTo>
                    <a:pt x="3707436" y="1076500"/>
                  </a:lnTo>
                  <a:lnTo>
                    <a:pt x="3707554" y="1076500"/>
                  </a:lnTo>
                  <a:lnTo>
                    <a:pt x="3707554" y="1076069"/>
                  </a:lnTo>
                  <a:lnTo>
                    <a:pt x="3707672" y="1076069"/>
                  </a:lnTo>
                  <a:lnTo>
                    <a:pt x="3707789" y="1076069"/>
                  </a:lnTo>
                  <a:lnTo>
                    <a:pt x="3707907" y="1076069"/>
                  </a:lnTo>
                  <a:lnTo>
                    <a:pt x="3708024" y="1076069"/>
                  </a:lnTo>
                  <a:lnTo>
                    <a:pt x="3708142" y="1076069"/>
                  </a:lnTo>
                  <a:lnTo>
                    <a:pt x="3708260" y="1076069"/>
                  </a:lnTo>
                  <a:lnTo>
                    <a:pt x="3708377" y="1076069"/>
                  </a:lnTo>
                  <a:lnTo>
                    <a:pt x="3708495" y="1076069"/>
                  </a:lnTo>
                  <a:lnTo>
                    <a:pt x="3708613" y="1076069"/>
                  </a:lnTo>
                  <a:lnTo>
                    <a:pt x="3708730" y="1076069"/>
                  </a:lnTo>
                  <a:lnTo>
                    <a:pt x="3708848" y="1076069"/>
                  </a:lnTo>
                  <a:lnTo>
                    <a:pt x="3708965" y="1076069"/>
                  </a:lnTo>
                  <a:lnTo>
                    <a:pt x="3709083" y="1076069"/>
                  </a:lnTo>
                  <a:lnTo>
                    <a:pt x="3709201" y="1076069"/>
                  </a:lnTo>
                  <a:lnTo>
                    <a:pt x="3709201" y="1075638"/>
                  </a:lnTo>
                  <a:lnTo>
                    <a:pt x="3709318" y="1075638"/>
                  </a:lnTo>
                  <a:lnTo>
                    <a:pt x="3709436" y="1075638"/>
                  </a:lnTo>
                  <a:lnTo>
                    <a:pt x="3709553" y="1075638"/>
                  </a:lnTo>
                  <a:lnTo>
                    <a:pt x="3709671" y="1075638"/>
                  </a:lnTo>
                  <a:lnTo>
                    <a:pt x="3709789" y="1075638"/>
                  </a:lnTo>
                  <a:lnTo>
                    <a:pt x="3709906" y="1075638"/>
                  </a:lnTo>
                  <a:lnTo>
                    <a:pt x="3710024" y="1075638"/>
                  </a:lnTo>
                  <a:lnTo>
                    <a:pt x="3710141" y="1075638"/>
                  </a:lnTo>
                  <a:lnTo>
                    <a:pt x="3710259" y="1075638"/>
                  </a:lnTo>
                  <a:lnTo>
                    <a:pt x="3710259" y="1075208"/>
                  </a:lnTo>
                  <a:lnTo>
                    <a:pt x="3710377" y="1075208"/>
                  </a:lnTo>
                  <a:lnTo>
                    <a:pt x="3710377" y="1074777"/>
                  </a:lnTo>
                  <a:lnTo>
                    <a:pt x="3710377" y="1074347"/>
                  </a:lnTo>
                  <a:lnTo>
                    <a:pt x="3710494" y="1074347"/>
                  </a:lnTo>
                  <a:lnTo>
                    <a:pt x="3710612" y="1074347"/>
                  </a:lnTo>
                  <a:lnTo>
                    <a:pt x="3710730" y="1074347"/>
                  </a:lnTo>
                  <a:lnTo>
                    <a:pt x="3710847" y="1074347"/>
                  </a:lnTo>
                  <a:lnTo>
                    <a:pt x="3710965" y="1074347"/>
                  </a:lnTo>
                  <a:lnTo>
                    <a:pt x="3711082" y="1074347"/>
                  </a:lnTo>
                  <a:lnTo>
                    <a:pt x="3711200" y="1074347"/>
                  </a:lnTo>
                  <a:lnTo>
                    <a:pt x="3711318" y="1074347"/>
                  </a:lnTo>
                  <a:lnTo>
                    <a:pt x="3711318" y="1073916"/>
                  </a:lnTo>
                  <a:lnTo>
                    <a:pt x="3711435" y="1073916"/>
                  </a:lnTo>
                  <a:lnTo>
                    <a:pt x="3711553" y="1073916"/>
                  </a:lnTo>
                  <a:lnTo>
                    <a:pt x="3711670" y="1073916"/>
                  </a:lnTo>
                  <a:lnTo>
                    <a:pt x="3711788" y="1073916"/>
                  </a:lnTo>
                  <a:lnTo>
                    <a:pt x="3711906" y="1073916"/>
                  </a:lnTo>
                  <a:lnTo>
                    <a:pt x="3712023" y="1073916"/>
                  </a:lnTo>
                  <a:lnTo>
                    <a:pt x="3712023" y="1073485"/>
                  </a:lnTo>
                  <a:lnTo>
                    <a:pt x="3712141" y="1073485"/>
                  </a:lnTo>
                  <a:lnTo>
                    <a:pt x="3712259" y="1073485"/>
                  </a:lnTo>
                  <a:lnTo>
                    <a:pt x="3712376" y="1073485"/>
                  </a:lnTo>
                  <a:lnTo>
                    <a:pt x="3712494" y="1073485"/>
                  </a:lnTo>
                  <a:lnTo>
                    <a:pt x="3712611" y="1073485"/>
                  </a:lnTo>
                  <a:lnTo>
                    <a:pt x="3712729" y="1073485"/>
                  </a:lnTo>
                  <a:lnTo>
                    <a:pt x="3712847" y="1073485"/>
                  </a:lnTo>
                  <a:lnTo>
                    <a:pt x="3712847" y="1073055"/>
                  </a:lnTo>
                  <a:lnTo>
                    <a:pt x="3712847" y="1072624"/>
                  </a:lnTo>
                  <a:lnTo>
                    <a:pt x="3712964" y="1072624"/>
                  </a:lnTo>
                  <a:lnTo>
                    <a:pt x="3713082" y="1072624"/>
                  </a:lnTo>
                  <a:lnTo>
                    <a:pt x="3713199" y="1072624"/>
                  </a:lnTo>
                  <a:lnTo>
                    <a:pt x="3713199" y="1072194"/>
                  </a:lnTo>
                  <a:lnTo>
                    <a:pt x="3713317" y="1072194"/>
                  </a:lnTo>
                  <a:lnTo>
                    <a:pt x="3713317" y="1071763"/>
                  </a:lnTo>
                  <a:lnTo>
                    <a:pt x="3713435" y="1071763"/>
                  </a:lnTo>
                  <a:lnTo>
                    <a:pt x="3713552" y="1071763"/>
                  </a:lnTo>
                  <a:lnTo>
                    <a:pt x="3713670" y="1071763"/>
                  </a:lnTo>
                  <a:lnTo>
                    <a:pt x="3713788" y="1071763"/>
                  </a:lnTo>
                  <a:lnTo>
                    <a:pt x="3713905" y="1071763"/>
                  </a:lnTo>
                  <a:lnTo>
                    <a:pt x="3714023" y="1071763"/>
                  </a:lnTo>
                  <a:lnTo>
                    <a:pt x="3714140" y="1071763"/>
                  </a:lnTo>
                  <a:lnTo>
                    <a:pt x="3714258" y="1071763"/>
                  </a:lnTo>
                  <a:lnTo>
                    <a:pt x="3714376" y="1071763"/>
                  </a:lnTo>
                  <a:lnTo>
                    <a:pt x="3714493" y="1071763"/>
                  </a:lnTo>
                  <a:lnTo>
                    <a:pt x="3714611" y="1071763"/>
                  </a:lnTo>
                  <a:lnTo>
                    <a:pt x="3714611" y="1071332"/>
                  </a:lnTo>
                  <a:lnTo>
                    <a:pt x="3714728" y="1071332"/>
                  </a:lnTo>
                  <a:lnTo>
                    <a:pt x="3714846" y="1071332"/>
                  </a:lnTo>
                  <a:lnTo>
                    <a:pt x="3714964" y="1071332"/>
                  </a:lnTo>
                  <a:lnTo>
                    <a:pt x="3715081" y="1071332"/>
                  </a:lnTo>
                  <a:lnTo>
                    <a:pt x="3715199" y="1071332"/>
                  </a:lnTo>
                  <a:lnTo>
                    <a:pt x="3715317" y="1071332"/>
                  </a:lnTo>
                  <a:lnTo>
                    <a:pt x="3715434" y="1071332"/>
                  </a:lnTo>
                  <a:lnTo>
                    <a:pt x="3715552" y="1071332"/>
                  </a:lnTo>
                  <a:lnTo>
                    <a:pt x="3715669" y="1071332"/>
                  </a:lnTo>
                  <a:lnTo>
                    <a:pt x="3715787" y="1071332"/>
                  </a:lnTo>
                  <a:lnTo>
                    <a:pt x="3715905" y="1071332"/>
                  </a:lnTo>
                  <a:lnTo>
                    <a:pt x="3716022" y="1071332"/>
                  </a:lnTo>
                  <a:lnTo>
                    <a:pt x="3716140" y="1071332"/>
                  </a:lnTo>
                  <a:lnTo>
                    <a:pt x="3716257" y="1071332"/>
                  </a:lnTo>
                  <a:lnTo>
                    <a:pt x="3716375" y="1071332"/>
                  </a:lnTo>
                  <a:lnTo>
                    <a:pt x="3716493" y="1071332"/>
                  </a:lnTo>
                  <a:lnTo>
                    <a:pt x="3716610" y="1071332"/>
                  </a:lnTo>
                  <a:lnTo>
                    <a:pt x="3716728" y="1071332"/>
                  </a:lnTo>
                  <a:lnTo>
                    <a:pt x="3716845" y="1071332"/>
                  </a:lnTo>
                  <a:lnTo>
                    <a:pt x="3716963" y="1071332"/>
                  </a:lnTo>
                  <a:lnTo>
                    <a:pt x="3717081" y="1071332"/>
                  </a:lnTo>
                  <a:lnTo>
                    <a:pt x="3717198" y="1071332"/>
                  </a:lnTo>
                  <a:lnTo>
                    <a:pt x="3717316" y="1071332"/>
                  </a:lnTo>
                  <a:lnTo>
                    <a:pt x="3717316" y="1070902"/>
                  </a:lnTo>
                  <a:lnTo>
                    <a:pt x="3717434" y="1070902"/>
                  </a:lnTo>
                  <a:lnTo>
                    <a:pt x="3717551" y="1070902"/>
                  </a:lnTo>
                  <a:lnTo>
                    <a:pt x="3717669" y="1070902"/>
                  </a:lnTo>
                  <a:lnTo>
                    <a:pt x="3717786" y="1070902"/>
                  </a:lnTo>
                  <a:lnTo>
                    <a:pt x="3717904" y="1070902"/>
                  </a:lnTo>
                  <a:lnTo>
                    <a:pt x="3718022" y="1070902"/>
                  </a:lnTo>
                  <a:lnTo>
                    <a:pt x="3718139" y="1070902"/>
                  </a:lnTo>
                  <a:lnTo>
                    <a:pt x="3718257" y="1070902"/>
                  </a:lnTo>
                  <a:lnTo>
                    <a:pt x="3718374" y="1070902"/>
                  </a:lnTo>
                  <a:lnTo>
                    <a:pt x="3718492" y="1070902"/>
                  </a:lnTo>
                  <a:lnTo>
                    <a:pt x="3718610" y="1070902"/>
                  </a:lnTo>
                  <a:lnTo>
                    <a:pt x="3718727" y="1070902"/>
                  </a:lnTo>
                  <a:lnTo>
                    <a:pt x="3718845" y="1070902"/>
                  </a:lnTo>
                  <a:lnTo>
                    <a:pt x="3718963" y="1070902"/>
                  </a:lnTo>
                  <a:lnTo>
                    <a:pt x="3719080" y="1070902"/>
                  </a:lnTo>
                  <a:lnTo>
                    <a:pt x="3719198" y="1070902"/>
                  </a:lnTo>
                  <a:lnTo>
                    <a:pt x="3719315" y="1070902"/>
                  </a:lnTo>
                  <a:lnTo>
                    <a:pt x="3719315" y="1070471"/>
                  </a:lnTo>
                  <a:lnTo>
                    <a:pt x="3719433" y="1070471"/>
                  </a:lnTo>
                  <a:lnTo>
                    <a:pt x="3719551" y="1070471"/>
                  </a:lnTo>
                  <a:lnTo>
                    <a:pt x="3719668" y="1070471"/>
                  </a:lnTo>
                  <a:lnTo>
                    <a:pt x="3719786" y="1070471"/>
                  </a:lnTo>
                  <a:lnTo>
                    <a:pt x="3719903" y="1070471"/>
                  </a:lnTo>
                  <a:lnTo>
                    <a:pt x="3720021" y="1070471"/>
                  </a:lnTo>
                  <a:lnTo>
                    <a:pt x="3720139" y="1070471"/>
                  </a:lnTo>
                  <a:lnTo>
                    <a:pt x="3720256" y="1070471"/>
                  </a:lnTo>
                  <a:lnTo>
                    <a:pt x="3720374" y="1070471"/>
                  </a:lnTo>
                  <a:lnTo>
                    <a:pt x="3720492" y="1070471"/>
                  </a:lnTo>
                  <a:lnTo>
                    <a:pt x="3720609" y="1070471"/>
                  </a:lnTo>
                  <a:lnTo>
                    <a:pt x="3720727" y="1070471"/>
                  </a:lnTo>
                  <a:lnTo>
                    <a:pt x="3720844" y="1070471"/>
                  </a:lnTo>
                  <a:lnTo>
                    <a:pt x="3720962" y="1070471"/>
                  </a:lnTo>
                  <a:lnTo>
                    <a:pt x="3721080" y="1070471"/>
                  </a:lnTo>
                  <a:lnTo>
                    <a:pt x="3721080" y="1070041"/>
                  </a:lnTo>
                  <a:lnTo>
                    <a:pt x="3721197" y="1070041"/>
                  </a:lnTo>
                  <a:lnTo>
                    <a:pt x="3721315" y="1070041"/>
                  </a:lnTo>
                  <a:lnTo>
                    <a:pt x="3721432" y="1070041"/>
                  </a:lnTo>
                  <a:lnTo>
                    <a:pt x="3721550" y="1070041"/>
                  </a:lnTo>
                  <a:lnTo>
                    <a:pt x="3721668" y="1070041"/>
                  </a:lnTo>
                  <a:lnTo>
                    <a:pt x="3721785" y="1070041"/>
                  </a:lnTo>
                  <a:lnTo>
                    <a:pt x="3721903" y="1070041"/>
                  </a:lnTo>
                  <a:lnTo>
                    <a:pt x="3722021" y="1070041"/>
                  </a:lnTo>
                  <a:lnTo>
                    <a:pt x="3722138" y="1070041"/>
                  </a:lnTo>
                  <a:lnTo>
                    <a:pt x="3722256" y="1070041"/>
                  </a:lnTo>
                  <a:lnTo>
                    <a:pt x="3722373" y="1070041"/>
                  </a:lnTo>
                  <a:lnTo>
                    <a:pt x="3722491" y="1070041"/>
                  </a:lnTo>
                  <a:lnTo>
                    <a:pt x="3722609" y="1070041"/>
                  </a:lnTo>
                  <a:lnTo>
                    <a:pt x="3722726" y="1070041"/>
                  </a:lnTo>
                  <a:lnTo>
                    <a:pt x="3722726" y="1069610"/>
                  </a:lnTo>
                  <a:lnTo>
                    <a:pt x="3722844" y="1069610"/>
                  </a:lnTo>
                  <a:lnTo>
                    <a:pt x="3722961" y="1069610"/>
                  </a:lnTo>
                  <a:lnTo>
                    <a:pt x="3722961" y="1069179"/>
                  </a:lnTo>
                  <a:lnTo>
                    <a:pt x="3722961" y="1068749"/>
                  </a:lnTo>
                  <a:lnTo>
                    <a:pt x="3723079" y="1068749"/>
                  </a:lnTo>
                  <a:lnTo>
                    <a:pt x="3723079" y="1068318"/>
                  </a:lnTo>
                  <a:lnTo>
                    <a:pt x="3723197" y="1068318"/>
                  </a:lnTo>
                  <a:lnTo>
                    <a:pt x="3723314" y="1068318"/>
                  </a:lnTo>
                  <a:lnTo>
                    <a:pt x="3723432" y="1068318"/>
                  </a:lnTo>
                  <a:lnTo>
                    <a:pt x="3723550" y="1068318"/>
                  </a:lnTo>
                  <a:lnTo>
                    <a:pt x="3723667" y="1068318"/>
                  </a:lnTo>
                  <a:lnTo>
                    <a:pt x="3723785" y="1068318"/>
                  </a:lnTo>
                  <a:lnTo>
                    <a:pt x="3723902" y="1068318"/>
                  </a:lnTo>
                  <a:lnTo>
                    <a:pt x="3724020" y="1068318"/>
                  </a:lnTo>
                  <a:lnTo>
                    <a:pt x="3724020" y="1067888"/>
                  </a:lnTo>
                  <a:lnTo>
                    <a:pt x="3724138" y="1067888"/>
                  </a:lnTo>
                  <a:lnTo>
                    <a:pt x="3724255" y="1067888"/>
                  </a:lnTo>
                  <a:lnTo>
                    <a:pt x="3724373" y="1067888"/>
                  </a:lnTo>
                  <a:lnTo>
                    <a:pt x="3724490" y="1067888"/>
                  </a:lnTo>
                  <a:lnTo>
                    <a:pt x="3724490" y="1067457"/>
                  </a:lnTo>
                  <a:lnTo>
                    <a:pt x="3724608" y="1067457"/>
                  </a:lnTo>
                  <a:lnTo>
                    <a:pt x="3724726" y="1067457"/>
                  </a:lnTo>
                  <a:lnTo>
                    <a:pt x="3724843" y="1067457"/>
                  </a:lnTo>
                  <a:lnTo>
                    <a:pt x="3724843" y="1067026"/>
                  </a:lnTo>
                  <a:lnTo>
                    <a:pt x="3724843" y="1066596"/>
                  </a:lnTo>
                  <a:lnTo>
                    <a:pt x="3724843" y="1066165"/>
                  </a:lnTo>
                  <a:lnTo>
                    <a:pt x="3724961" y="1066165"/>
                  </a:lnTo>
                  <a:lnTo>
                    <a:pt x="3725078" y="1066165"/>
                  </a:lnTo>
                  <a:lnTo>
                    <a:pt x="3725078" y="1065735"/>
                  </a:lnTo>
                  <a:lnTo>
                    <a:pt x="3725196" y="1065735"/>
                  </a:lnTo>
                  <a:lnTo>
                    <a:pt x="3725314" y="1065735"/>
                  </a:lnTo>
                  <a:lnTo>
                    <a:pt x="3725431" y="1065735"/>
                  </a:lnTo>
                  <a:lnTo>
                    <a:pt x="3725549" y="1065735"/>
                  </a:lnTo>
                  <a:lnTo>
                    <a:pt x="3725667" y="1065735"/>
                  </a:lnTo>
                  <a:lnTo>
                    <a:pt x="3725667" y="1065304"/>
                  </a:lnTo>
                  <a:lnTo>
                    <a:pt x="3725667" y="1064873"/>
                  </a:lnTo>
                  <a:lnTo>
                    <a:pt x="3725784" y="1064873"/>
                  </a:lnTo>
                  <a:lnTo>
                    <a:pt x="3725902" y="1064873"/>
                  </a:lnTo>
                  <a:lnTo>
                    <a:pt x="3725902" y="1064443"/>
                  </a:lnTo>
                  <a:lnTo>
                    <a:pt x="3726019" y="1064443"/>
                  </a:lnTo>
                  <a:lnTo>
                    <a:pt x="3726019" y="1064012"/>
                  </a:lnTo>
                  <a:lnTo>
                    <a:pt x="3726137" y="1064012"/>
                  </a:lnTo>
                  <a:lnTo>
                    <a:pt x="3726255" y="1064012"/>
                  </a:lnTo>
                  <a:lnTo>
                    <a:pt x="3726372" y="1064012"/>
                  </a:lnTo>
                  <a:lnTo>
                    <a:pt x="3726490" y="1064012"/>
                  </a:lnTo>
                  <a:lnTo>
                    <a:pt x="3726607" y="1064012"/>
                  </a:lnTo>
                  <a:lnTo>
                    <a:pt x="3726725" y="1064012"/>
                  </a:lnTo>
                  <a:lnTo>
                    <a:pt x="3726843" y="1064012"/>
                  </a:lnTo>
                  <a:lnTo>
                    <a:pt x="3726960" y="1064012"/>
                  </a:lnTo>
                  <a:lnTo>
                    <a:pt x="3727078" y="1064012"/>
                  </a:lnTo>
                  <a:lnTo>
                    <a:pt x="3727196" y="1064012"/>
                  </a:lnTo>
                  <a:lnTo>
                    <a:pt x="3727313" y="1064012"/>
                  </a:lnTo>
                  <a:lnTo>
                    <a:pt x="3727431" y="1064012"/>
                  </a:lnTo>
                  <a:lnTo>
                    <a:pt x="3727548" y="1064012"/>
                  </a:lnTo>
                  <a:lnTo>
                    <a:pt x="3727666" y="1064012"/>
                  </a:lnTo>
                  <a:lnTo>
                    <a:pt x="3727784" y="1064012"/>
                  </a:lnTo>
                  <a:lnTo>
                    <a:pt x="3727901" y="1064012"/>
                  </a:lnTo>
                  <a:lnTo>
                    <a:pt x="3728019" y="1064012"/>
                  </a:lnTo>
                  <a:lnTo>
                    <a:pt x="3728136" y="1064012"/>
                  </a:lnTo>
                  <a:lnTo>
                    <a:pt x="3728254" y="1064012"/>
                  </a:lnTo>
                  <a:lnTo>
                    <a:pt x="3728372" y="1064012"/>
                  </a:lnTo>
                  <a:lnTo>
                    <a:pt x="3728489" y="1064012"/>
                  </a:lnTo>
                  <a:lnTo>
                    <a:pt x="3728607" y="1064012"/>
                  </a:lnTo>
                  <a:lnTo>
                    <a:pt x="3728725" y="1064012"/>
                  </a:lnTo>
                  <a:lnTo>
                    <a:pt x="3728842" y="1064012"/>
                  </a:lnTo>
                  <a:lnTo>
                    <a:pt x="3728842" y="1063582"/>
                  </a:lnTo>
                  <a:lnTo>
                    <a:pt x="3728960" y="1063582"/>
                  </a:lnTo>
                  <a:lnTo>
                    <a:pt x="3729077" y="1063582"/>
                  </a:lnTo>
                  <a:lnTo>
                    <a:pt x="3729195" y="1063582"/>
                  </a:lnTo>
                  <a:lnTo>
                    <a:pt x="3729313" y="1063582"/>
                  </a:lnTo>
                  <a:lnTo>
                    <a:pt x="3729430" y="1063582"/>
                  </a:lnTo>
                  <a:lnTo>
                    <a:pt x="3729548" y="1063582"/>
                  </a:lnTo>
                  <a:lnTo>
                    <a:pt x="3729665" y="1063582"/>
                  </a:lnTo>
                  <a:lnTo>
                    <a:pt x="3729783" y="1063582"/>
                  </a:lnTo>
                  <a:lnTo>
                    <a:pt x="3729901" y="1063582"/>
                  </a:lnTo>
                  <a:lnTo>
                    <a:pt x="3729901" y="1063151"/>
                  </a:lnTo>
                  <a:lnTo>
                    <a:pt x="3729901" y="1062720"/>
                  </a:lnTo>
                  <a:lnTo>
                    <a:pt x="3730018" y="1062720"/>
                  </a:lnTo>
                  <a:lnTo>
                    <a:pt x="3730136" y="1062720"/>
                  </a:lnTo>
                  <a:lnTo>
                    <a:pt x="3730254" y="1062720"/>
                  </a:lnTo>
                  <a:lnTo>
                    <a:pt x="3730371" y="1062720"/>
                  </a:lnTo>
                  <a:lnTo>
                    <a:pt x="3730489" y="1062720"/>
                  </a:lnTo>
                  <a:lnTo>
                    <a:pt x="3730606" y="1062720"/>
                  </a:lnTo>
                  <a:lnTo>
                    <a:pt x="3730724" y="1062720"/>
                  </a:lnTo>
                  <a:lnTo>
                    <a:pt x="3730724" y="1062290"/>
                  </a:lnTo>
                  <a:lnTo>
                    <a:pt x="3730842" y="1062290"/>
                  </a:lnTo>
                  <a:lnTo>
                    <a:pt x="3730959" y="1062290"/>
                  </a:lnTo>
                  <a:lnTo>
                    <a:pt x="3731077" y="1062290"/>
                  </a:lnTo>
                  <a:lnTo>
                    <a:pt x="3731194" y="1062290"/>
                  </a:lnTo>
                  <a:lnTo>
                    <a:pt x="3731194" y="1061859"/>
                  </a:lnTo>
                  <a:lnTo>
                    <a:pt x="3731312" y="1061859"/>
                  </a:lnTo>
                  <a:lnTo>
                    <a:pt x="3731430" y="1061859"/>
                  </a:lnTo>
                  <a:lnTo>
                    <a:pt x="3731547" y="1061859"/>
                  </a:lnTo>
                  <a:lnTo>
                    <a:pt x="3731665" y="1061859"/>
                  </a:lnTo>
                  <a:lnTo>
                    <a:pt x="3731783" y="1061859"/>
                  </a:lnTo>
                  <a:lnTo>
                    <a:pt x="3731900" y="1061859"/>
                  </a:lnTo>
                  <a:lnTo>
                    <a:pt x="3732018" y="1061859"/>
                  </a:lnTo>
                  <a:lnTo>
                    <a:pt x="3732135" y="1061859"/>
                  </a:lnTo>
                  <a:lnTo>
                    <a:pt x="3732253" y="1061859"/>
                  </a:lnTo>
                  <a:lnTo>
                    <a:pt x="3732371" y="1061859"/>
                  </a:lnTo>
                  <a:lnTo>
                    <a:pt x="3732488" y="1061859"/>
                  </a:lnTo>
                  <a:lnTo>
                    <a:pt x="3732606" y="1061859"/>
                  </a:lnTo>
                  <a:lnTo>
                    <a:pt x="3732723" y="1061859"/>
                  </a:lnTo>
                  <a:lnTo>
                    <a:pt x="3732841" y="1061859"/>
                  </a:lnTo>
                  <a:lnTo>
                    <a:pt x="3732959" y="1061859"/>
                  </a:lnTo>
                  <a:lnTo>
                    <a:pt x="3733076" y="1061859"/>
                  </a:lnTo>
                  <a:lnTo>
                    <a:pt x="3733194" y="1061859"/>
                  </a:lnTo>
                  <a:lnTo>
                    <a:pt x="3733311" y="1061859"/>
                  </a:lnTo>
                  <a:lnTo>
                    <a:pt x="3733429" y="1061859"/>
                  </a:lnTo>
                  <a:lnTo>
                    <a:pt x="3733547" y="1061859"/>
                  </a:lnTo>
                  <a:lnTo>
                    <a:pt x="3733664" y="1061859"/>
                  </a:lnTo>
                  <a:lnTo>
                    <a:pt x="3733782" y="1061859"/>
                  </a:lnTo>
                  <a:lnTo>
                    <a:pt x="3733782" y="1061429"/>
                  </a:lnTo>
                  <a:lnTo>
                    <a:pt x="3733900" y="1061429"/>
                  </a:lnTo>
                  <a:lnTo>
                    <a:pt x="3734017" y="1061429"/>
                  </a:lnTo>
                  <a:lnTo>
                    <a:pt x="3734135" y="1061429"/>
                  </a:lnTo>
                  <a:lnTo>
                    <a:pt x="3734252" y="1061429"/>
                  </a:lnTo>
                  <a:lnTo>
                    <a:pt x="3734370" y="1061429"/>
                  </a:lnTo>
                  <a:lnTo>
                    <a:pt x="3734488" y="1061429"/>
                  </a:lnTo>
                  <a:lnTo>
                    <a:pt x="3734605" y="1061429"/>
                  </a:lnTo>
                  <a:lnTo>
                    <a:pt x="3734723" y="1061429"/>
                  </a:lnTo>
                  <a:lnTo>
                    <a:pt x="3734723" y="1060998"/>
                  </a:lnTo>
                  <a:lnTo>
                    <a:pt x="3734840" y="1060998"/>
                  </a:lnTo>
                  <a:lnTo>
                    <a:pt x="3734958" y="1060998"/>
                  </a:lnTo>
                  <a:lnTo>
                    <a:pt x="3734958" y="1060567"/>
                  </a:lnTo>
                  <a:lnTo>
                    <a:pt x="3735076" y="1060567"/>
                  </a:lnTo>
                  <a:lnTo>
                    <a:pt x="3735193" y="1060567"/>
                  </a:lnTo>
                  <a:lnTo>
                    <a:pt x="3735311" y="1060567"/>
                  </a:lnTo>
                  <a:lnTo>
                    <a:pt x="3735429" y="1060567"/>
                  </a:lnTo>
                  <a:lnTo>
                    <a:pt x="3735546" y="1060567"/>
                  </a:lnTo>
                  <a:lnTo>
                    <a:pt x="3735664" y="1060567"/>
                  </a:lnTo>
                  <a:lnTo>
                    <a:pt x="3735781" y="1060567"/>
                  </a:lnTo>
                  <a:lnTo>
                    <a:pt x="3735899" y="1060567"/>
                  </a:lnTo>
                  <a:lnTo>
                    <a:pt x="3736017" y="1060567"/>
                  </a:lnTo>
                  <a:lnTo>
                    <a:pt x="3736017" y="1060137"/>
                  </a:lnTo>
                  <a:lnTo>
                    <a:pt x="3736134" y="1060137"/>
                  </a:lnTo>
                  <a:lnTo>
                    <a:pt x="3736252" y="1060137"/>
                  </a:lnTo>
                  <a:lnTo>
                    <a:pt x="3736369" y="1060137"/>
                  </a:lnTo>
                  <a:lnTo>
                    <a:pt x="3736487" y="1060137"/>
                  </a:lnTo>
                  <a:lnTo>
                    <a:pt x="3736487" y="1059706"/>
                  </a:lnTo>
                  <a:lnTo>
                    <a:pt x="3736605" y="1059706"/>
                  </a:lnTo>
                  <a:lnTo>
                    <a:pt x="3736722" y="1059706"/>
                  </a:lnTo>
                  <a:lnTo>
                    <a:pt x="3736722" y="1059276"/>
                  </a:lnTo>
                  <a:lnTo>
                    <a:pt x="3736840" y="1059276"/>
                  </a:lnTo>
                  <a:lnTo>
                    <a:pt x="3736958" y="1059276"/>
                  </a:lnTo>
                  <a:lnTo>
                    <a:pt x="3736958" y="1058845"/>
                  </a:lnTo>
                  <a:lnTo>
                    <a:pt x="3736958" y="1058414"/>
                  </a:lnTo>
                  <a:lnTo>
                    <a:pt x="3736958" y="1057984"/>
                  </a:lnTo>
                  <a:lnTo>
                    <a:pt x="3737075" y="1057984"/>
                  </a:lnTo>
                  <a:lnTo>
                    <a:pt x="3737193" y="1057984"/>
                  </a:lnTo>
                  <a:lnTo>
                    <a:pt x="3737310" y="1057984"/>
                  </a:lnTo>
                  <a:lnTo>
                    <a:pt x="3737428" y="1057984"/>
                  </a:lnTo>
                  <a:lnTo>
                    <a:pt x="3737546" y="1057984"/>
                  </a:lnTo>
                  <a:lnTo>
                    <a:pt x="3737663" y="1057984"/>
                  </a:lnTo>
                  <a:lnTo>
                    <a:pt x="3737781" y="1057984"/>
                  </a:lnTo>
                  <a:lnTo>
                    <a:pt x="3737898" y="1057984"/>
                  </a:lnTo>
                  <a:lnTo>
                    <a:pt x="3738016" y="1057984"/>
                  </a:lnTo>
                  <a:lnTo>
                    <a:pt x="3738134" y="1057984"/>
                  </a:lnTo>
                  <a:lnTo>
                    <a:pt x="3738251" y="1057984"/>
                  </a:lnTo>
                  <a:lnTo>
                    <a:pt x="3738369" y="1057984"/>
                  </a:lnTo>
                  <a:lnTo>
                    <a:pt x="3738487" y="1057984"/>
                  </a:lnTo>
                  <a:lnTo>
                    <a:pt x="3738604" y="1057984"/>
                  </a:lnTo>
                  <a:lnTo>
                    <a:pt x="3738722" y="1057984"/>
                  </a:lnTo>
                  <a:lnTo>
                    <a:pt x="3738839" y="1057984"/>
                  </a:lnTo>
                  <a:lnTo>
                    <a:pt x="3738957" y="1057984"/>
                  </a:lnTo>
                  <a:lnTo>
                    <a:pt x="3738957" y="1057553"/>
                  </a:lnTo>
                  <a:lnTo>
                    <a:pt x="3739075" y="1057553"/>
                  </a:lnTo>
                  <a:lnTo>
                    <a:pt x="3739192" y="1057553"/>
                  </a:lnTo>
                  <a:lnTo>
                    <a:pt x="3739310" y="1057553"/>
                  </a:lnTo>
                  <a:lnTo>
                    <a:pt x="3739427" y="1057553"/>
                  </a:lnTo>
                  <a:lnTo>
                    <a:pt x="3739545" y="1057553"/>
                  </a:lnTo>
                  <a:lnTo>
                    <a:pt x="3739663" y="1057553"/>
                  </a:lnTo>
                  <a:lnTo>
                    <a:pt x="3739780" y="1057553"/>
                  </a:lnTo>
                  <a:lnTo>
                    <a:pt x="3739898" y="1057553"/>
                  </a:lnTo>
                  <a:lnTo>
                    <a:pt x="3740016" y="1057553"/>
                  </a:lnTo>
                  <a:lnTo>
                    <a:pt x="3740133" y="1057553"/>
                  </a:lnTo>
                  <a:lnTo>
                    <a:pt x="3740251" y="1057553"/>
                  </a:lnTo>
                  <a:lnTo>
                    <a:pt x="3740251" y="1057123"/>
                  </a:lnTo>
                  <a:lnTo>
                    <a:pt x="3740368" y="1057123"/>
                  </a:lnTo>
                  <a:lnTo>
                    <a:pt x="3740486" y="1057123"/>
                  </a:lnTo>
                  <a:lnTo>
                    <a:pt x="3740604" y="1057123"/>
                  </a:lnTo>
                  <a:lnTo>
                    <a:pt x="3740721" y="1057123"/>
                  </a:lnTo>
                  <a:lnTo>
                    <a:pt x="3740839" y="1057123"/>
                  </a:lnTo>
                  <a:lnTo>
                    <a:pt x="3740956" y="1057123"/>
                  </a:lnTo>
                  <a:lnTo>
                    <a:pt x="3741074" y="1057123"/>
                  </a:lnTo>
                  <a:lnTo>
                    <a:pt x="3741192" y="1057123"/>
                  </a:lnTo>
                  <a:lnTo>
                    <a:pt x="3741309" y="1057123"/>
                  </a:lnTo>
                  <a:lnTo>
                    <a:pt x="3741427" y="1057123"/>
                  </a:lnTo>
                  <a:lnTo>
                    <a:pt x="3741544" y="1057123"/>
                  </a:lnTo>
                  <a:lnTo>
                    <a:pt x="3741662" y="1057123"/>
                  </a:lnTo>
                  <a:lnTo>
                    <a:pt x="3741780" y="1057123"/>
                  </a:lnTo>
                  <a:lnTo>
                    <a:pt x="3741897" y="1057123"/>
                  </a:lnTo>
                  <a:lnTo>
                    <a:pt x="3742015" y="1057123"/>
                  </a:lnTo>
                  <a:lnTo>
                    <a:pt x="3742133" y="1057123"/>
                  </a:lnTo>
                  <a:lnTo>
                    <a:pt x="3742133" y="1056692"/>
                  </a:lnTo>
                  <a:lnTo>
                    <a:pt x="3742250" y="1056692"/>
                  </a:lnTo>
                  <a:lnTo>
                    <a:pt x="3742368" y="1056692"/>
                  </a:lnTo>
                  <a:lnTo>
                    <a:pt x="3742485" y="1056692"/>
                  </a:lnTo>
                  <a:lnTo>
                    <a:pt x="3742603" y="1056692"/>
                  </a:lnTo>
                  <a:lnTo>
                    <a:pt x="3742721" y="1056692"/>
                  </a:lnTo>
                  <a:lnTo>
                    <a:pt x="3742838" y="1056692"/>
                  </a:lnTo>
                  <a:lnTo>
                    <a:pt x="3742956" y="1056692"/>
                  </a:lnTo>
                  <a:lnTo>
                    <a:pt x="3743073" y="1056692"/>
                  </a:lnTo>
                  <a:lnTo>
                    <a:pt x="3743191" y="1056692"/>
                  </a:lnTo>
                  <a:lnTo>
                    <a:pt x="3743309" y="1056692"/>
                  </a:lnTo>
                  <a:lnTo>
                    <a:pt x="3743426" y="1056692"/>
                  </a:lnTo>
                  <a:lnTo>
                    <a:pt x="3743544" y="1056692"/>
                  </a:lnTo>
                  <a:lnTo>
                    <a:pt x="3743662" y="1056692"/>
                  </a:lnTo>
                  <a:lnTo>
                    <a:pt x="3743662" y="1056261"/>
                  </a:lnTo>
                  <a:lnTo>
                    <a:pt x="3743779" y="1056261"/>
                  </a:lnTo>
                  <a:lnTo>
                    <a:pt x="3743897" y="1056261"/>
                  </a:lnTo>
                  <a:lnTo>
                    <a:pt x="3744014" y="1056261"/>
                  </a:lnTo>
                  <a:lnTo>
                    <a:pt x="3744132" y="1056261"/>
                  </a:lnTo>
                  <a:lnTo>
                    <a:pt x="3744132" y="1055831"/>
                  </a:lnTo>
                  <a:lnTo>
                    <a:pt x="3744132" y="1055400"/>
                  </a:lnTo>
                  <a:lnTo>
                    <a:pt x="3744250" y="1055400"/>
                  </a:lnTo>
                  <a:lnTo>
                    <a:pt x="3744367" y="1055400"/>
                  </a:lnTo>
                  <a:lnTo>
                    <a:pt x="3744485" y="1055400"/>
                  </a:lnTo>
                  <a:lnTo>
                    <a:pt x="3744602" y="1055400"/>
                  </a:lnTo>
                  <a:lnTo>
                    <a:pt x="3744720" y="1055400"/>
                  </a:lnTo>
                  <a:lnTo>
                    <a:pt x="3744838" y="1055400"/>
                  </a:lnTo>
                  <a:lnTo>
                    <a:pt x="3744955" y="1055400"/>
                  </a:lnTo>
                  <a:lnTo>
                    <a:pt x="3745073" y="1055400"/>
                  </a:lnTo>
                  <a:lnTo>
                    <a:pt x="3745191" y="1055400"/>
                  </a:lnTo>
                  <a:lnTo>
                    <a:pt x="3745308" y="1055400"/>
                  </a:lnTo>
                  <a:lnTo>
                    <a:pt x="3745308" y="1054970"/>
                  </a:lnTo>
                  <a:lnTo>
                    <a:pt x="3745426" y="1054970"/>
                  </a:lnTo>
                  <a:lnTo>
                    <a:pt x="3745543" y="1054970"/>
                  </a:lnTo>
                  <a:lnTo>
                    <a:pt x="3745661" y="1054970"/>
                  </a:lnTo>
                  <a:lnTo>
                    <a:pt x="3745779" y="1054970"/>
                  </a:lnTo>
                  <a:lnTo>
                    <a:pt x="3745896" y="1054970"/>
                  </a:lnTo>
                  <a:lnTo>
                    <a:pt x="3746014" y="1054970"/>
                  </a:lnTo>
                  <a:lnTo>
                    <a:pt x="3746014" y="1054539"/>
                  </a:lnTo>
                  <a:lnTo>
                    <a:pt x="3746131" y="1054539"/>
                  </a:lnTo>
                  <a:lnTo>
                    <a:pt x="3746249" y="1054539"/>
                  </a:lnTo>
                  <a:lnTo>
                    <a:pt x="3746367" y="1054539"/>
                  </a:lnTo>
                  <a:lnTo>
                    <a:pt x="3746484" y="1054539"/>
                  </a:lnTo>
                  <a:lnTo>
                    <a:pt x="3746602" y="1054539"/>
                  </a:lnTo>
                  <a:lnTo>
                    <a:pt x="3746720" y="1054539"/>
                  </a:lnTo>
                  <a:lnTo>
                    <a:pt x="3746837" y="1054539"/>
                  </a:lnTo>
                  <a:lnTo>
                    <a:pt x="3746955" y="1054539"/>
                  </a:lnTo>
                  <a:lnTo>
                    <a:pt x="3746955" y="1054108"/>
                  </a:lnTo>
                  <a:lnTo>
                    <a:pt x="3747072" y="1054108"/>
                  </a:lnTo>
                  <a:lnTo>
                    <a:pt x="3747190" y="1054108"/>
                  </a:lnTo>
                  <a:lnTo>
                    <a:pt x="3747190" y="1053678"/>
                  </a:lnTo>
                  <a:lnTo>
                    <a:pt x="3747308" y="1053678"/>
                  </a:lnTo>
                  <a:lnTo>
                    <a:pt x="3747425" y="1053678"/>
                  </a:lnTo>
                  <a:lnTo>
                    <a:pt x="3747543" y="1053678"/>
                  </a:lnTo>
                  <a:lnTo>
                    <a:pt x="3747660" y="1053678"/>
                  </a:lnTo>
                  <a:lnTo>
                    <a:pt x="3747778" y="1053678"/>
                  </a:lnTo>
                  <a:lnTo>
                    <a:pt x="3747896" y="1053678"/>
                  </a:lnTo>
                  <a:lnTo>
                    <a:pt x="3747896" y="1053247"/>
                  </a:lnTo>
                  <a:lnTo>
                    <a:pt x="3747896" y="1052817"/>
                  </a:lnTo>
                  <a:lnTo>
                    <a:pt x="3748013" y="1052817"/>
                  </a:lnTo>
                  <a:lnTo>
                    <a:pt x="3748131" y="1052817"/>
                  </a:lnTo>
                  <a:lnTo>
                    <a:pt x="3748249" y="1052817"/>
                  </a:lnTo>
                  <a:lnTo>
                    <a:pt x="3748366" y="1052817"/>
                  </a:lnTo>
                  <a:lnTo>
                    <a:pt x="3748484" y="1052817"/>
                  </a:lnTo>
                  <a:lnTo>
                    <a:pt x="3748601" y="1052817"/>
                  </a:lnTo>
                  <a:lnTo>
                    <a:pt x="3748719" y="1052817"/>
                  </a:lnTo>
                  <a:lnTo>
                    <a:pt x="3748837" y="1052817"/>
                  </a:lnTo>
                  <a:lnTo>
                    <a:pt x="3748954" y="1052817"/>
                  </a:lnTo>
                  <a:lnTo>
                    <a:pt x="3749072" y="1052817"/>
                  </a:lnTo>
                  <a:lnTo>
                    <a:pt x="3749189" y="1052817"/>
                  </a:lnTo>
                  <a:lnTo>
                    <a:pt x="3749189" y="1052386"/>
                  </a:lnTo>
                  <a:lnTo>
                    <a:pt x="3749307" y="1052386"/>
                  </a:lnTo>
                  <a:lnTo>
                    <a:pt x="3749425" y="1052386"/>
                  </a:lnTo>
                  <a:lnTo>
                    <a:pt x="3749542" y="1052386"/>
                  </a:lnTo>
                  <a:lnTo>
                    <a:pt x="3749660" y="1052386"/>
                  </a:lnTo>
                  <a:lnTo>
                    <a:pt x="3749777" y="1052386"/>
                  </a:lnTo>
                  <a:lnTo>
                    <a:pt x="3749777" y="1051955"/>
                  </a:lnTo>
                  <a:lnTo>
                    <a:pt x="3749895" y="1051955"/>
                  </a:lnTo>
                  <a:lnTo>
                    <a:pt x="3750013" y="1051955"/>
                  </a:lnTo>
                  <a:lnTo>
                    <a:pt x="3750130" y="1051955"/>
                  </a:lnTo>
                  <a:lnTo>
                    <a:pt x="3750248" y="1051955"/>
                  </a:lnTo>
                  <a:lnTo>
                    <a:pt x="3750366" y="1051955"/>
                  </a:lnTo>
                  <a:lnTo>
                    <a:pt x="3750483" y="1051955"/>
                  </a:lnTo>
                  <a:lnTo>
                    <a:pt x="3750601" y="1051955"/>
                  </a:lnTo>
                  <a:lnTo>
                    <a:pt x="3750718" y="1051955"/>
                  </a:lnTo>
                  <a:lnTo>
                    <a:pt x="3750836" y="1051955"/>
                  </a:lnTo>
                  <a:lnTo>
                    <a:pt x="3750954" y="1051955"/>
                  </a:lnTo>
                  <a:lnTo>
                    <a:pt x="3751071" y="1051955"/>
                  </a:lnTo>
                  <a:lnTo>
                    <a:pt x="3751189" y="1051955"/>
                  </a:lnTo>
                  <a:lnTo>
                    <a:pt x="3751306" y="1051955"/>
                  </a:lnTo>
                  <a:lnTo>
                    <a:pt x="3751424" y="1051955"/>
                  </a:lnTo>
                  <a:lnTo>
                    <a:pt x="3751542" y="1051955"/>
                  </a:lnTo>
                  <a:lnTo>
                    <a:pt x="3751659" y="1051955"/>
                  </a:lnTo>
                  <a:lnTo>
                    <a:pt x="3751777" y="1051955"/>
                  </a:lnTo>
                  <a:lnTo>
                    <a:pt x="3751895" y="1051955"/>
                  </a:lnTo>
                  <a:lnTo>
                    <a:pt x="3752012" y="1051955"/>
                  </a:lnTo>
                  <a:lnTo>
                    <a:pt x="3752130" y="1051955"/>
                  </a:lnTo>
                  <a:lnTo>
                    <a:pt x="3752247" y="1051955"/>
                  </a:lnTo>
                  <a:lnTo>
                    <a:pt x="3752365" y="1051955"/>
                  </a:lnTo>
                  <a:lnTo>
                    <a:pt x="3752483" y="1051955"/>
                  </a:lnTo>
                  <a:lnTo>
                    <a:pt x="3752600" y="1051955"/>
                  </a:lnTo>
                  <a:lnTo>
                    <a:pt x="3752718" y="1051955"/>
                  </a:lnTo>
                  <a:lnTo>
                    <a:pt x="3752718" y="1051525"/>
                  </a:lnTo>
                  <a:lnTo>
                    <a:pt x="3752718" y="1051094"/>
                  </a:lnTo>
                  <a:lnTo>
                    <a:pt x="3752835" y="1051094"/>
                  </a:lnTo>
                  <a:lnTo>
                    <a:pt x="3752953" y="1051094"/>
                  </a:lnTo>
                  <a:lnTo>
                    <a:pt x="3753071" y="1051094"/>
                  </a:lnTo>
                  <a:lnTo>
                    <a:pt x="3753188" y="1051094"/>
                  </a:lnTo>
                  <a:lnTo>
                    <a:pt x="3753306" y="1051094"/>
                  </a:lnTo>
                  <a:lnTo>
                    <a:pt x="3753424" y="1051094"/>
                  </a:lnTo>
                  <a:lnTo>
                    <a:pt x="3753424" y="1050664"/>
                  </a:lnTo>
                  <a:lnTo>
                    <a:pt x="3753541" y="1050664"/>
                  </a:lnTo>
                  <a:lnTo>
                    <a:pt x="3753659" y="1050664"/>
                  </a:lnTo>
                  <a:lnTo>
                    <a:pt x="3753776" y="1050664"/>
                  </a:lnTo>
                  <a:lnTo>
                    <a:pt x="3753894" y="1050664"/>
                  </a:lnTo>
                  <a:lnTo>
                    <a:pt x="3754012" y="1050664"/>
                  </a:lnTo>
                  <a:lnTo>
                    <a:pt x="3754129" y="1050664"/>
                  </a:lnTo>
                  <a:lnTo>
                    <a:pt x="3754129" y="1050233"/>
                  </a:lnTo>
                  <a:lnTo>
                    <a:pt x="3754247" y="1050233"/>
                  </a:lnTo>
                  <a:lnTo>
                    <a:pt x="3754247" y="1049802"/>
                  </a:lnTo>
                  <a:lnTo>
                    <a:pt x="3754364" y="1049802"/>
                  </a:lnTo>
                  <a:lnTo>
                    <a:pt x="3754482" y="1049802"/>
                  </a:lnTo>
                  <a:lnTo>
                    <a:pt x="3754482" y="1049372"/>
                  </a:lnTo>
                  <a:lnTo>
                    <a:pt x="3754600" y="1049372"/>
                  </a:lnTo>
                  <a:lnTo>
                    <a:pt x="3754717" y="1049372"/>
                  </a:lnTo>
                  <a:lnTo>
                    <a:pt x="3754835" y="1049372"/>
                  </a:lnTo>
                  <a:lnTo>
                    <a:pt x="3754953" y="1049372"/>
                  </a:lnTo>
                  <a:lnTo>
                    <a:pt x="3755070" y="1049372"/>
                  </a:lnTo>
                  <a:lnTo>
                    <a:pt x="3755188" y="1049372"/>
                  </a:lnTo>
                  <a:lnTo>
                    <a:pt x="3755305" y="1049372"/>
                  </a:lnTo>
                  <a:lnTo>
                    <a:pt x="3755423" y="1049372"/>
                  </a:lnTo>
                  <a:lnTo>
                    <a:pt x="3755541" y="1049372"/>
                  </a:lnTo>
                  <a:lnTo>
                    <a:pt x="3755658" y="1049372"/>
                  </a:lnTo>
                  <a:lnTo>
                    <a:pt x="3755776" y="1049372"/>
                  </a:lnTo>
                  <a:lnTo>
                    <a:pt x="3755893" y="1049372"/>
                  </a:lnTo>
                  <a:lnTo>
                    <a:pt x="3755893" y="1048941"/>
                  </a:lnTo>
                  <a:lnTo>
                    <a:pt x="3756011" y="1048941"/>
                  </a:lnTo>
                  <a:lnTo>
                    <a:pt x="3756129" y="1048941"/>
                  </a:lnTo>
                  <a:lnTo>
                    <a:pt x="3756246" y="1048941"/>
                  </a:lnTo>
                  <a:lnTo>
                    <a:pt x="3756246" y="1048511"/>
                  </a:lnTo>
                  <a:lnTo>
                    <a:pt x="3756364" y="1048511"/>
                  </a:lnTo>
                  <a:lnTo>
                    <a:pt x="3756482" y="1048511"/>
                  </a:lnTo>
                  <a:lnTo>
                    <a:pt x="3756482" y="1048080"/>
                  </a:lnTo>
                  <a:lnTo>
                    <a:pt x="3756482" y="1047649"/>
                  </a:lnTo>
                  <a:lnTo>
                    <a:pt x="3756599" y="1047649"/>
                  </a:lnTo>
                  <a:lnTo>
                    <a:pt x="3756717" y="1047649"/>
                  </a:lnTo>
                  <a:lnTo>
                    <a:pt x="3756834" y="1047649"/>
                  </a:lnTo>
                  <a:lnTo>
                    <a:pt x="3756952" y="1047649"/>
                  </a:lnTo>
                  <a:lnTo>
                    <a:pt x="3757070" y="1047649"/>
                  </a:lnTo>
                  <a:lnTo>
                    <a:pt x="3757187" y="1047649"/>
                  </a:lnTo>
                  <a:lnTo>
                    <a:pt x="3757305" y="1047649"/>
                  </a:lnTo>
                  <a:lnTo>
                    <a:pt x="3757422" y="1047649"/>
                  </a:lnTo>
                  <a:lnTo>
                    <a:pt x="3757540" y="1047649"/>
                  </a:lnTo>
                  <a:lnTo>
                    <a:pt x="3757658" y="1047649"/>
                  </a:lnTo>
                  <a:lnTo>
                    <a:pt x="3757775" y="1047649"/>
                  </a:lnTo>
                  <a:lnTo>
                    <a:pt x="3757893" y="1047649"/>
                  </a:lnTo>
                  <a:lnTo>
                    <a:pt x="3758010" y="1047649"/>
                  </a:lnTo>
                  <a:lnTo>
                    <a:pt x="3758128" y="1047649"/>
                  </a:lnTo>
                  <a:lnTo>
                    <a:pt x="3758246" y="1047649"/>
                  </a:lnTo>
                  <a:lnTo>
                    <a:pt x="3758363" y="1047649"/>
                  </a:lnTo>
                  <a:lnTo>
                    <a:pt x="3758481" y="1047649"/>
                  </a:lnTo>
                  <a:lnTo>
                    <a:pt x="3758599" y="1047649"/>
                  </a:lnTo>
                  <a:lnTo>
                    <a:pt x="3758716" y="1047649"/>
                  </a:lnTo>
                  <a:lnTo>
                    <a:pt x="3758834" y="1047649"/>
                  </a:lnTo>
                  <a:lnTo>
                    <a:pt x="3758951" y="1047649"/>
                  </a:lnTo>
                  <a:lnTo>
                    <a:pt x="3759069" y="1047649"/>
                  </a:lnTo>
                  <a:lnTo>
                    <a:pt x="3759187" y="1047649"/>
                  </a:lnTo>
                  <a:lnTo>
                    <a:pt x="3759304" y="1047649"/>
                  </a:lnTo>
                  <a:lnTo>
                    <a:pt x="3759422" y="1047649"/>
                  </a:lnTo>
                  <a:lnTo>
                    <a:pt x="3759539" y="1047649"/>
                  </a:lnTo>
                  <a:lnTo>
                    <a:pt x="3759657" y="1047649"/>
                  </a:lnTo>
                  <a:lnTo>
                    <a:pt x="3759775" y="1047649"/>
                  </a:lnTo>
                  <a:lnTo>
                    <a:pt x="3759892" y="1047649"/>
                  </a:lnTo>
                  <a:lnTo>
                    <a:pt x="3760010" y="1047649"/>
                  </a:lnTo>
                  <a:lnTo>
                    <a:pt x="3760128" y="1047649"/>
                  </a:lnTo>
                  <a:lnTo>
                    <a:pt x="3760245" y="1047649"/>
                  </a:lnTo>
                  <a:lnTo>
                    <a:pt x="3760363" y="1047649"/>
                  </a:lnTo>
                  <a:lnTo>
                    <a:pt x="3760480" y="1047649"/>
                  </a:lnTo>
                  <a:lnTo>
                    <a:pt x="3760598" y="1047649"/>
                  </a:lnTo>
                  <a:lnTo>
                    <a:pt x="3760598" y="1047219"/>
                  </a:lnTo>
                  <a:lnTo>
                    <a:pt x="3760716" y="1047219"/>
                  </a:lnTo>
                  <a:lnTo>
                    <a:pt x="3760716" y="1046788"/>
                  </a:lnTo>
                  <a:lnTo>
                    <a:pt x="3760833" y="1046788"/>
                  </a:lnTo>
                  <a:lnTo>
                    <a:pt x="3760951" y="1046788"/>
                  </a:lnTo>
                  <a:lnTo>
                    <a:pt x="3761068" y="1046788"/>
                  </a:lnTo>
                  <a:lnTo>
                    <a:pt x="3761186" y="1046788"/>
                  </a:lnTo>
                  <a:lnTo>
                    <a:pt x="3761186" y="1046358"/>
                  </a:lnTo>
                  <a:lnTo>
                    <a:pt x="3761304" y="1046358"/>
                  </a:lnTo>
                  <a:lnTo>
                    <a:pt x="3761421" y="1046358"/>
                  </a:lnTo>
                  <a:lnTo>
                    <a:pt x="3761539" y="1046358"/>
                  </a:lnTo>
                  <a:lnTo>
                    <a:pt x="3761539" y="1045927"/>
                  </a:lnTo>
                  <a:lnTo>
                    <a:pt x="3761539" y="1045496"/>
                  </a:lnTo>
                  <a:lnTo>
                    <a:pt x="3761657" y="1045496"/>
                  </a:lnTo>
                  <a:lnTo>
                    <a:pt x="3761657" y="1045066"/>
                  </a:lnTo>
                  <a:lnTo>
                    <a:pt x="3761774" y="1045066"/>
                  </a:lnTo>
                  <a:lnTo>
                    <a:pt x="3761892" y="1045066"/>
                  </a:lnTo>
                  <a:lnTo>
                    <a:pt x="3762009" y="1045066"/>
                  </a:lnTo>
                  <a:lnTo>
                    <a:pt x="3762127" y="1045066"/>
                  </a:lnTo>
                  <a:lnTo>
                    <a:pt x="3762245" y="1045066"/>
                  </a:lnTo>
                  <a:lnTo>
                    <a:pt x="3762362" y="1045066"/>
                  </a:lnTo>
                  <a:lnTo>
                    <a:pt x="3762480" y="1045066"/>
                  </a:lnTo>
                  <a:lnTo>
                    <a:pt x="3762480" y="1044635"/>
                  </a:lnTo>
                  <a:lnTo>
                    <a:pt x="3762597" y="1044635"/>
                  </a:lnTo>
                  <a:lnTo>
                    <a:pt x="3762715" y="1044635"/>
                  </a:lnTo>
                  <a:lnTo>
                    <a:pt x="3762833" y="1044635"/>
                  </a:lnTo>
                  <a:lnTo>
                    <a:pt x="3762950" y="1044635"/>
                  </a:lnTo>
                  <a:lnTo>
                    <a:pt x="3763068" y="1044635"/>
                  </a:lnTo>
                  <a:lnTo>
                    <a:pt x="3763068" y="1044205"/>
                  </a:lnTo>
                  <a:lnTo>
                    <a:pt x="3763068" y="1043774"/>
                  </a:lnTo>
                  <a:lnTo>
                    <a:pt x="3763186" y="1043774"/>
                  </a:lnTo>
                  <a:lnTo>
                    <a:pt x="3763186" y="1043343"/>
                  </a:lnTo>
                  <a:lnTo>
                    <a:pt x="3763303" y="1043343"/>
                  </a:lnTo>
                  <a:lnTo>
                    <a:pt x="3763421" y="1043343"/>
                  </a:lnTo>
                  <a:lnTo>
                    <a:pt x="3763538" y="1043343"/>
                  </a:lnTo>
                  <a:lnTo>
                    <a:pt x="3763656" y="1043343"/>
                  </a:lnTo>
                  <a:lnTo>
                    <a:pt x="3763774" y="1043343"/>
                  </a:lnTo>
                  <a:lnTo>
                    <a:pt x="3763774" y="1042913"/>
                  </a:lnTo>
                  <a:lnTo>
                    <a:pt x="3763891" y="1042913"/>
                  </a:lnTo>
                  <a:lnTo>
                    <a:pt x="3764009" y="1042913"/>
                  </a:lnTo>
                  <a:lnTo>
                    <a:pt x="3764126" y="1042913"/>
                  </a:lnTo>
                  <a:lnTo>
                    <a:pt x="3764126" y="1042482"/>
                  </a:lnTo>
                  <a:lnTo>
                    <a:pt x="3764126" y="1042052"/>
                  </a:lnTo>
                  <a:lnTo>
                    <a:pt x="3764126" y="1041621"/>
                  </a:lnTo>
                  <a:lnTo>
                    <a:pt x="3764244" y="1041621"/>
                  </a:lnTo>
                  <a:lnTo>
                    <a:pt x="3764362" y="1041621"/>
                  </a:lnTo>
                  <a:lnTo>
                    <a:pt x="3764479" y="1041621"/>
                  </a:lnTo>
                  <a:lnTo>
                    <a:pt x="3764597" y="1041621"/>
                  </a:lnTo>
                  <a:lnTo>
                    <a:pt x="3764715" y="1041621"/>
                  </a:lnTo>
                  <a:lnTo>
                    <a:pt x="3764832" y="1041621"/>
                  </a:lnTo>
                  <a:lnTo>
                    <a:pt x="3764832" y="1041190"/>
                  </a:lnTo>
                  <a:lnTo>
                    <a:pt x="3764950" y="1041190"/>
                  </a:lnTo>
                  <a:lnTo>
                    <a:pt x="3764950" y="1040760"/>
                  </a:lnTo>
                  <a:lnTo>
                    <a:pt x="3765067" y="1040760"/>
                  </a:lnTo>
                  <a:lnTo>
                    <a:pt x="3765185" y="1040760"/>
                  </a:lnTo>
                  <a:lnTo>
                    <a:pt x="3765303" y="1040760"/>
                  </a:lnTo>
                  <a:lnTo>
                    <a:pt x="3765420" y="1040760"/>
                  </a:lnTo>
                  <a:lnTo>
                    <a:pt x="3765538" y="1040760"/>
                  </a:lnTo>
                  <a:lnTo>
                    <a:pt x="3765655" y="1040760"/>
                  </a:lnTo>
                  <a:lnTo>
                    <a:pt x="3765773" y="1040760"/>
                  </a:lnTo>
                  <a:lnTo>
                    <a:pt x="3765891" y="1040760"/>
                  </a:lnTo>
                  <a:lnTo>
                    <a:pt x="3766008" y="1040760"/>
                  </a:lnTo>
                  <a:lnTo>
                    <a:pt x="3766126" y="1040760"/>
                  </a:lnTo>
                  <a:lnTo>
                    <a:pt x="3766243" y="1040760"/>
                  </a:lnTo>
                  <a:lnTo>
                    <a:pt x="3766243" y="1040329"/>
                  </a:lnTo>
                  <a:lnTo>
                    <a:pt x="3766361" y="1040329"/>
                  </a:lnTo>
                  <a:lnTo>
                    <a:pt x="3766479" y="1040329"/>
                  </a:lnTo>
                  <a:lnTo>
                    <a:pt x="3766479" y="1039899"/>
                  </a:lnTo>
                  <a:lnTo>
                    <a:pt x="3766596" y="1039899"/>
                  </a:lnTo>
                  <a:lnTo>
                    <a:pt x="3766714" y="1039899"/>
                  </a:lnTo>
                  <a:lnTo>
                    <a:pt x="3766832" y="1039899"/>
                  </a:lnTo>
                  <a:lnTo>
                    <a:pt x="3766949" y="1039899"/>
                  </a:lnTo>
                  <a:lnTo>
                    <a:pt x="3767067" y="1039899"/>
                  </a:lnTo>
                  <a:lnTo>
                    <a:pt x="3767184" y="1039899"/>
                  </a:lnTo>
                  <a:lnTo>
                    <a:pt x="3767302" y="1039899"/>
                  </a:lnTo>
                  <a:lnTo>
                    <a:pt x="3767420" y="1039899"/>
                  </a:lnTo>
                  <a:lnTo>
                    <a:pt x="3767537" y="1039899"/>
                  </a:lnTo>
                  <a:lnTo>
                    <a:pt x="3767655" y="1039899"/>
                  </a:lnTo>
                  <a:lnTo>
                    <a:pt x="3767772" y="1039899"/>
                  </a:lnTo>
                  <a:lnTo>
                    <a:pt x="3767890" y="1039899"/>
                  </a:lnTo>
                  <a:lnTo>
                    <a:pt x="3768008" y="1039899"/>
                  </a:lnTo>
                  <a:lnTo>
                    <a:pt x="3768125" y="1039899"/>
                  </a:lnTo>
                  <a:lnTo>
                    <a:pt x="3768243" y="1039899"/>
                  </a:lnTo>
                  <a:lnTo>
                    <a:pt x="3768361" y="1039899"/>
                  </a:lnTo>
                  <a:lnTo>
                    <a:pt x="3768478" y="1039899"/>
                  </a:lnTo>
                  <a:lnTo>
                    <a:pt x="3768596" y="1039899"/>
                  </a:lnTo>
                  <a:lnTo>
                    <a:pt x="3768713" y="1039899"/>
                  </a:lnTo>
                  <a:lnTo>
                    <a:pt x="3768831" y="1039899"/>
                  </a:lnTo>
                  <a:lnTo>
                    <a:pt x="3768949" y="1039899"/>
                  </a:lnTo>
                  <a:lnTo>
                    <a:pt x="3769066" y="1039899"/>
                  </a:lnTo>
                  <a:lnTo>
                    <a:pt x="3769184" y="1039899"/>
                  </a:lnTo>
                  <a:lnTo>
                    <a:pt x="3769301" y="1039899"/>
                  </a:lnTo>
                  <a:lnTo>
                    <a:pt x="3769419" y="1039899"/>
                  </a:lnTo>
                  <a:lnTo>
                    <a:pt x="3769537" y="1039899"/>
                  </a:lnTo>
                  <a:lnTo>
                    <a:pt x="3769654" y="1039899"/>
                  </a:lnTo>
                  <a:lnTo>
                    <a:pt x="3769654" y="1039468"/>
                  </a:lnTo>
                  <a:lnTo>
                    <a:pt x="3769772" y="1039468"/>
                  </a:lnTo>
                  <a:lnTo>
                    <a:pt x="3769772" y="1039037"/>
                  </a:lnTo>
                  <a:lnTo>
                    <a:pt x="3769890" y="1039037"/>
                  </a:lnTo>
                  <a:lnTo>
                    <a:pt x="3770007" y="1039037"/>
                  </a:lnTo>
                  <a:lnTo>
                    <a:pt x="3770125" y="1039037"/>
                  </a:lnTo>
                  <a:lnTo>
                    <a:pt x="3770242" y="1039037"/>
                  </a:lnTo>
                  <a:lnTo>
                    <a:pt x="3770242" y="1038607"/>
                  </a:lnTo>
                  <a:lnTo>
                    <a:pt x="3770360" y="1038607"/>
                  </a:lnTo>
                  <a:lnTo>
                    <a:pt x="3770478" y="1038607"/>
                  </a:lnTo>
                  <a:lnTo>
                    <a:pt x="3770595" y="1038607"/>
                  </a:lnTo>
                  <a:lnTo>
                    <a:pt x="3770713" y="1038607"/>
                  </a:lnTo>
                  <a:lnTo>
                    <a:pt x="3770830" y="1038607"/>
                  </a:lnTo>
                  <a:lnTo>
                    <a:pt x="3770948" y="1038607"/>
                  </a:lnTo>
                  <a:lnTo>
                    <a:pt x="3771066" y="1038607"/>
                  </a:lnTo>
                  <a:lnTo>
                    <a:pt x="3771183" y="1038607"/>
                  </a:lnTo>
                  <a:lnTo>
                    <a:pt x="3771301" y="1038607"/>
                  </a:lnTo>
                  <a:lnTo>
                    <a:pt x="3771419" y="1038607"/>
                  </a:lnTo>
                  <a:lnTo>
                    <a:pt x="3771536" y="1038607"/>
                  </a:lnTo>
                  <a:lnTo>
                    <a:pt x="3771654" y="1038607"/>
                  </a:lnTo>
                  <a:lnTo>
                    <a:pt x="3771771" y="1038607"/>
                  </a:lnTo>
                  <a:lnTo>
                    <a:pt x="3771889" y="1038607"/>
                  </a:lnTo>
                  <a:lnTo>
                    <a:pt x="3772007" y="1038607"/>
                  </a:lnTo>
                  <a:lnTo>
                    <a:pt x="3772124" y="1038607"/>
                  </a:lnTo>
                  <a:lnTo>
                    <a:pt x="3772242" y="1038607"/>
                  </a:lnTo>
                  <a:lnTo>
                    <a:pt x="3772242" y="1038176"/>
                  </a:lnTo>
                  <a:lnTo>
                    <a:pt x="3772242" y="1037746"/>
                  </a:lnTo>
                  <a:lnTo>
                    <a:pt x="3772359" y="1037746"/>
                  </a:lnTo>
                  <a:lnTo>
                    <a:pt x="3772477" y="1037746"/>
                  </a:lnTo>
                  <a:lnTo>
                    <a:pt x="3772595" y="1037746"/>
                  </a:lnTo>
                  <a:lnTo>
                    <a:pt x="3772712" y="1037746"/>
                  </a:lnTo>
                  <a:lnTo>
                    <a:pt x="3772830" y="1037746"/>
                  </a:lnTo>
                  <a:lnTo>
                    <a:pt x="3772948" y="1037746"/>
                  </a:lnTo>
                  <a:lnTo>
                    <a:pt x="3772948" y="1037315"/>
                  </a:lnTo>
                  <a:lnTo>
                    <a:pt x="3773065" y="1037315"/>
                  </a:lnTo>
                  <a:lnTo>
                    <a:pt x="3773183" y="1037315"/>
                  </a:lnTo>
                  <a:lnTo>
                    <a:pt x="3773300" y="1037315"/>
                  </a:lnTo>
                  <a:lnTo>
                    <a:pt x="3773418" y="1037315"/>
                  </a:lnTo>
                  <a:lnTo>
                    <a:pt x="3773536" y="1037315"/>
                  </a:lnTo>
                  <a:lnTo>
                    <a:pt x="3773653" y="1037315"/>
                  </a:lnTo>
                  <a:lnTo>
                    <a:pt x="3773771" y="1037315"/>
                  </a:lnTo>
                  <a:lnTo>
                    <a:pt x="3773888" y="1037315"/>
                  </a:lnTo>
                  <a:lnTo>
                    <a:pt x="3774006" y="1037315"/>
                  </a:lnTo>
                  <a:lnTo>
                    <a:pt x="3774124" y="1037315"/>
                  </a:lnTo>
                  <a:lnTo>
                    <a:pt x="3774241" y="1037315"/>
                  </a:lnTo>
                  <a:lnTo>
                    <a:pt x="3774359" y="1037315"/>
                  </a:lnTo>
                  <a:lnTo>
                    <a:pt x="3774476" y="1037315"/>
                  </a:lnTo>
                  <a:lnTo>
                    <a:pt x="3774594" y="1037315"/>
                  </a:lnTo>
                  <a:lnTo>
                    <a:pt x="3774712" y="1037315"/>
                  </a:lnTo>
                  <a:lnTo>
                    <a:pt x="3774712" y="1036884"/>
                  </a:lnTo>
                  <a:lnTo>
                    <a:pt x="3774829" y="1036884"/>
                  </a:lnTo>
                  <a:lnTo>
                    <a:pt x="3774829" y="1036454"/>
                  </a:lnTo>
                  <a:lnTo>
                    <a:pt x="3774947" y="1036454"/>
                  </a:lnTo>
                  <a:lnTo>
                    <a:pt x="3775065" y="1036454"/>
                  </a:lnTo>
                  <a:lnTo>
                    <a:pt x="3775182" y="1036454"/>
                  </a:lnTo>
                  <a:lnTo>
                    <a:pt x="3775300" y="1036454"/>
                  </a:lnTo>
                  <a:lnTo>
                    <a:pt x="3775417" y="1036454"/>
                  </a:lnTo>
                  <a:lnTo>
                    <a:pt x="3775535" y="1036454"/>
                  </a:lnTo>
                  <a:lnTo>
                    <a:pt x="3775653" y="1036454"/>
                  </a:lnTo>
                  <a:lnTo>
                    <a:pt x="3775770" y="1036454"/>
                  </a:lnTo>
                  <a:lnTo>
                    <a:pt x="3775888" y="1036454"/>
                  </a:lnTo>
                  <a:lnTo>
                    <a:pt x="3776005" y="1036454"/>
                  </a:lnTo>
                  <a:lnTo>
                    <a:pt x="3776123" y="1036454"/>
                  </a:lnTo>
                  <a:lnTo>
                    <a:pt x="3776241" y="1036454"/>
                  </a:lnTo>
                  <a:lnTo>
                    <a:pt x="3776241" y="1036023"/>
                  </a:lnTo>
                  <a:lnTo>
                    <a:pt x="3776358" y="1036023"/>
                  </a:lnTo>
                  <a:lnTo>
                    <a:pt x="3776476" y="1036023"/>
                  </a:lnTo>
                  <a:lnTo>
                    <a:pt x="3776594" y="1036023"/>
                  </a:lnTo>
                  <a:lnTo>
                    <a:pt x="3776711" y="1036023"/>
                  </a:lnTo>
                  <a:lnTo>
                    <a:pt x="3776829" y="1036023"/>
                  </a:lnTo>
                  <a:lnTo>
                    <a:pt x="3776946" y="1036023"/>
                  </a:lnTo>
                  <a:lnTo>
                    <a:pt x="3777064" y="1036023"/>
                  </a:lnTo>
                  <a:lnTo>
                    <a:pt x="3777182" y="1036023"/>
                  </a:lnTo>
                  <a:lnTo>
                    <a:pt x="3777299" y="1036023"/>
                  </a:lnTo>
                  <a:lnTo>
                    <a:pt x="3777417" y="1036023"/>
                  </a:lnTo>
                  <a:lnTo>
                    <a:pt x="3777534" y="1036023"/>
                  </a:lnTo>
                  <a:lnTo>
                    <a:pt x="3777652" y="1036023"/>
                  </a:lnTo>
                  <a:lnTo>
                    <a:pt x="3777652" y="1035593"/>
                  </a:lnTo>
                  <a:lnTo>
                    <a:pt x="3777770" y="1035593"/>
                  </a:lnTo>
                  <a:lnTo>
                    <a:pt x="3777770" y="1035162"/>
                  </a:lnTo>
                  <a:lnTo>
                    <a:pt x="3777887" y="1035162"/>
                  </a:lnTo>
                  <a:lnTo>
                    <a:pt x="3778005" y="1035162"/>
                  </a:lnTo>
                  <a:lnTo>
                    <a:pt x="3778123" y="1035162"/>
                  </a:lnTo>
                  <a:lnTo>
                    <a:pt x="3778123" y="1034731"/>
                  </a:lnTo>
                  <a:lnTo>
                    <a:pt x="3778240" y="1034731"/>
                  </a:lnTo>
                  <a:lnTo>
                    <a:pt x="3778240" y="1034301"/>
                  </a:lnTo>
                  <a:lnTo>
                    <a:pt x="3778358" y="1034301"/>
                  </a:lnTo>
                  <a:lnTo>
                    <a:pt x="3778475" y="1034301"/>
                  </a:lnTo>
                  <a:lnTo>
                    <a:pt x="3778593" y="1034301"/>
                  </a:lnTo>
                  <a:lnTo>
                    <a:pt x="3778711" y="1034301"/>
                  </a:lnTo>
                  <a:lnTo>
                    <a:pt x="3778711" y="1033870"/>
                  </a:lnTo>
                  <a:lnTo>
                    <a:pt x="3778828" y="1033870"/>
                  </a:lnTo>
                  <a:lnTo>
                    <a:pt x="3778828" y="1033440"/>
                  </a:lnTo>
                  <a:lnTo>
                    <a:pt x="3778946" y="1033440"/>
                  </a:lnTo>
                  <a:lnTo>
                    <a:pt x="3779063" y="1033440"/>
                  </a:lnTo>
                  <a:lnTo>
                    <a:pt x="3779181" y="1033440"/>
                  </a:lnTo>
                  <a:lnTo>
                    <a:pt x="3779299" y="1033440"/>
                  </a:lnTo>
                  <a:lnTo>
                    <a:pt x="3779416" y="1033440"/>
                  </a:lnTo>
                  <a:lnTo>
                    <a:pt x="3779534" y="1033440"/>
                  </a:lnTo>
                  <a:lnTo>
                    <a:pt x="3779652" y="1033440"/>
                  </a:lnTo>
                  <a:lnTo>
                    <a:pt x="3779769" y="1033440"/>
                  </a:lnTo>
                  <a:lnTo>
                    <a:pt x="3779887" y="1033440"/>
                  </a:lnTo>
                  <a:lnTo>
                    <a:pt x="3780004" y="1033440"/>
                  </a:lnTo>
                  <a:lnTo>
                    <a:pt x="3780122" y="1033440"/>
                  </a:lnTo>
                  <a:lnTo>
                    <a:pt x="3780240" y="1033440"/>
                  </a:lnTo>
                  <a:lnTo>
                    <a:pt x="3780357" y="1033440"/>
                  </a:lnTo>
                  <a:lnTo>
                    <a:pt x="3780475" y="1033440"/>
                  </a:lnTo>
                  <a:lnTo>
                    <a:pt x="3780592" y="1033440"/>
                  </a:lnTo>
                  <a:lnTo>
                    <a:pt x="3780592" y="1033009"/>
                  </a:lnTo>
                  <a:lnTo>
                    <a:pt x="3780710" y="1033009"/>
                  </a:lnTo>
                  <a:lnTo>
                    <a:pt x="3780710" y="1032578"/>
                  </a:lnTo>
                  <a:lnTo>
                    <a:pt x="3780828" y="1032578"/>
                  </a:lnTo>
                  <a:lnTo>
                    <a:pt x="3780945" y="1032578"/>
                  </a:lnTo>
                  <a:lnTo>
                    <a:pt x="3781063" y="1032578"/>
                  </a:lnTo>
                  <a:lnTo>
                    <a:pt x="3781181" y="1032578"/>
                  </a:lnTo>
                  <a:lnTo>
                    <a:pt x="3781298" y="1032578"/>
                  </a:lnTo>
                  <a:lnTo>
                    <a:pt x="3781416" y="1032578"/>
                  </a:lnTo>
                  <a:lnTo>
                    <a:pt x="3781533" y="1032578"/>
                  </a:lnTo>
                  <a:lnTo>
                    <a:pt x="3781651" y="1032578"/>
                  </a:lnTo>
                  <a:lnTo>
                    <a:pt x="3781769" y="1032578"/>
                  </a:lnTo>
                  <a:lnTo>
                    <a:pt x="3781886" y="1032578"/>
                  </a:lnTo>
                  <a:lnTo>
                    <a:pt x="3781886" y="1032148"/>
                  </a:lnTo>
                  <a:lnTo>
                    <a:pt x="3782004" y="1032148"/>
                  </a:lnTo>
                  <a:lnTo>
                    <a:pt x="3782121" y="1032148"/>
                  </a:lnTo>
                  <a:lnTo>
                    <a:pt x="3782239" y="1032148"/>
                  </a:lnTo>
                  <a:lnTo>
                    <a:pt x="3782357" y="1032148"/>
                  </a:lnTo>
                  <a:lnTo>
                    <a:pt x="3782474" y="1032148"/>
                  </a:lnTo>
                  <a:lnTo>
                    <a:pt x="3782474" y="1031717"/>
                  </a:lnTo>
                  <a:lnTo>
                    <a:pt x="3782592" y="1031717"/>
                  </a:lnTo>
                  <a:lnTo>
                    <a:pt x="3782709" y="1031717"/>
                  </a:lnTo>
                  <a:lnTo>
                    <a:pt x="3782827" y="1031717"/>
                  </a:lnTo>
                  <a:lnTo>
                    <a:pt x="3782945" y="1031717"/>
                  </a:lnTo>
                  <a:lnTo>
                    <a:pt x="3783062" y="1031717"/>
                  </a:lnTo>
                  <a:lnTo>
                    <a:pt x="3783180" y="1031717"/>
                  </a:lnTo>
                  <a:lnTo>
                    <a:pt x="3783298" y="1031717"/>
                  </a:lnTo>
                  <a:lnTo>
                    <a:pt x="3783298" y="1031287"/>
                  </a:lnTo>
                  <a:lnTo>
                    <a:pt x="3783415" y="1031287"/>
                  </a:lnTo>
                  <a:lnTo>
                    <a:pt x="3783415" y="1030856"/>
                  </a:lnTo>
                  <a:lnTo>
                    <a:pt x="3783533" y="1030856"/>
                  </a:lnTo>
                  <a:lnTo>
                    <a:pt x="3783650" y="1030856"/>
                  </a:lnTo>
                  <a:lnTo>
                    <a:pt x="3783650" y="1030425"/>
                  </a:lnTo>
                  <a:lnTo>
                    <a:pt x="3783650" y="1029995"/>
                  </a:lnTo>
                  <a:lnTo>
                    <a:pt x="3783650" y="1029564"/>
                  </a:lnTo>
                  <a:lnTo>
                    <a:pt x="3783768" y="1029564"/>
                  </a:lnTo>
                  <a:lnTo>
                    <a:pt x="3783886" y="1029564"/>
                  </a:lnTo>
                  <a:lnTo>
                    <a:pt x="3784003" y="1029564"/>
                  </a:lnTo>
                  <a:lnTo>
                    <a:pt x="3784121" y="1029564"/>
                  </a:lnTo>
                  <a:lnTo>
                    <a:pt x="3784238" y="1029564"/>
                  </a:lnTo>
                  <a:lnTo>
                    <a:pt x="3784356" y="1029564"/>
                  </a:lnTo>
                  <a:lnTo>
                    <a:pt x="3784474" y="1029564"/>
                  </a:lnTo>
                  <a:lnTo>
                    <a:pt x="3784591" y="1029564"/>
                  </a:lnTo>
                  <a:lnTo>
                    <a:pt x="3784709" y="1029564"/>
                  </a:lnTo>
                  <a:lnTo>
                    <a:pt x="3784827" y="1029564"/>
                  </a:lnTo>
                  <a:lnTo>
                    <a:pt x="3784944" y="1029564"/>
                  </a:lnTo>
                  <a:lnTo>
                    <a:pt x="3785062" y="1029564"/>
                  </a:lnTo>
                  <a:lnTo>
                    <a:pt x="3785179" y="1029564"/>
                  </a:lnTo>
                  <a:lnTo>
                    <a:pt x="3785297" y="1029564"/>
                  </a:lnTo>
                  <a:lnTo>
                    <a:pt x="3785415" y="1029564"/>
                  </a:lnTo>
                  <a:lnTo>
                    <a:pt x="3785532" y="1029564"/>
                  </a:lnTo>
                  <a:lnTo>
                    <a:pt x="3785650" y="1029564"/>
                  </a:lnTo>
                  <a:lnTo>
                    <a:pt x="3785650" y="1029134"/>
                  </a:lnTo>
                  <a:lnTo>
                    <a:pt x="3785650" y="1028703"/>
                  </a:lnTo>
                  <a:lnTo>
                    <a:pt x="3785767" y="1028703"/>
                  </a:lnTo>
                  <a:lnTo>
                    <a:pt x="3785885" y="1028703"/>
                  </a:lnTo>
                  <a:lnTo>
                    <a:pt x="3786003" y="1028703"/>
                  </a:lnTo>
                  <a:lnTo>
                    <a:pt x="3786120" y="1028703"/>
                  </a:lnTo>
                  <a:lnTo>
                    <a:pt x="3786238" y="1028703"/>
                  </a:lnTo>
                  <a:lnTo>
                    <a:pt x="3786356" y="1028703"/>
                  </a:lnTo>
                  <a:lnTo>
                    <a:pt x="3786473" y="1028703"/>
                  </a:lnTo>
                  <a:lnTo>
                    <a:pt x="3786591" y="1028703"/>
                  </a:lnTo>
                  <a:lnTo>
                    <a:pt x="3786708" y="1028703"/>
                  </a:lnTo>
                  <a:lnTo>
                    <a:pt x="3786826" y="1028703"/>
                  </a:lnTo>
                  <a:lnTo>
                    <a:pt x="3786944" y="1028703"/>
                  </a:lnTo>
                  <a:lnTo>
                    <a:pt x="3787061" y="1028703"/>
                  </a:lnTo>
                  <a:lnTo>
                    <a:pt x="3787179" y="1028703"/>
                  </a:lnTo>
                  <a:lnTo>
                    <a:pt x="3787296" y="1028703"/>
                  </a:lnTo>
                  <a:lnTo>
                    <a:pt x="3787296" y="1028272"/>
                  </a:lnTo>
                  <a:lnTo>
                    <a:pt x="3787414" y="1028272"/>
                  </a:lnTo>
                  <a:lnTo>
                    <a:pt x="3787532" y="1028272"/>
                  </a:lnTo>
                  <a:lnTo>
                    <a:pt x="3787649" y="1028272"/>
                  </a:lnTo>
                  <a:lnTo>
                    <a:pt x="3787767" y="1028272"/>
                  </a:lnTo>
                  <a:lnTo>
                    <a:pt x="3787767" y="1027842"/>
                  </a:lnTo>
                  <a:lnTo>
                    <a:pt x="3787885" y="1027842"/>
                  </a:lnTo>
                  <a:lnTo>
                    <a:pt x="3788002" y="1027842"/>
                  </a:lnTo>
                  <a:lnTo>
                    <a:pt x="3788120" y="1027842"/>
                  </a:lnTo>
                  <a:lnTo>
                    <a:pt x="3788237" y="1027842"/>
                  </a:lnTo>
                  <a:lnTo>
                    <a:pt x="3788355" y="1027842"/>
                  </a:lnTo>
                  <a:lnTo>
                    <a:pt x="3788473" y="1027842"/>
                  </a:lnTo>
                  <a:lnTo>
                    <a:pt x="3788590" y="1027842"/>
                  </a:lnTo>
                  <a:lnTo>
                    <a:pt x="3788708" y="1027842"/>
                  </a:lnTo>
                  <a:lnTo>
                    <a:pt x="3788825" y="1027842"/>
                  </a:lnTo>
                  <a:lnTo>
                    <a:pt x="3788943" y="1027842"/>
                  </a:lnTo>
                  <a:lnTo>
                    <a:pt x="3789061" y="1027842"/>
                  </a:lnTo>
                  <a:lnTo>
                    <a:pt x="3789178" y="1027842"/>
                  </a:lnTo>
                  <a:lnTo>
                    <a:pt x="3789296" y="1027842"/>
                  </a:lnTo>
                  <a:lnTo>
                    <a:pt x="3789296" y="1027411"/>
                  </a:lnTo>
                  <a:lnTo>
                    <a:pt x="3789414" y="1027411"/>
                  </a:lnTo>
                  <a:lnTo>
                    <a:pt x="3789414" y="1026981"/>
                  </a:lnTo>
                  <a:lnTo>
                    <a:pt x="3789531" y="1026981"/>
                  </a:lnTo>
                  <a:lnTo>
                    <a:pt x="3789649" y="1026981"/>
                  </a:lnTo>
                  <a:lnTo>
                    <a:pt x="3789766" y="1026981"/>
                  </a:lnTo>
                  <a:lnTo>
                    <a:pt x="3789884" y="1026981"/>
                  </a:lnTo>
                  <a:lnTo>
                    <a:pt x="3790002" y="1026981"/>
                  </a:lnTo>
                  <a:lnTo>
                    <a:pt x="3790119" y="1026981"/>
                  </a:lnTo>
                  <a:lnTo>
                    <a:pt x="3790237" y="1026981"/>
                  </a:lnTo>
                  <a:lnTo>
                    <a:pt x="3790354" y="1026981"/>
                  </a:lnTo>
                  <a:lnTo>
                    <a:pt x="3790472" y="1026981"/>
                  </a:lnTo>
                  <a:lnTo>
                    <a:pt x="3790590" y="1026981"/>
                  </a:lnTo>
                  <a:lnTo>
                    <a:pt x="3790707" y="1026981"/>
                  </a:lnTo>
                  <a:lnTo>
                    <a:pt x="3790707" y="1026550"/>
                  </a:lnTo>
                  <a:lnTo>
                    <a:pt x="3790707" y="1026119"/>
                  </a:lnTo>
                  <a:lnTo>
                    <a:pt x="3790825" y="1026119"/>
                  </a:lnTo>
                  <a:lnTo>
                    <a:pt x="3790942" y="1026119"/>
                  </a:lnTo>
                  <a:lnTo>
                    <a:pt x="3790942" y="1025689"/>
                  </a:lnTo>
                  <a:lnTo>
                    <a:pt x="3791060" y="1025689"/>
                  </a:lnTo>
                  <a:lnTo>
                    <a:pt x="3791178" y="1025689"/>
                  </a:lnTo>
                  <a:lnTo>
                    <a:pt x="3791178" y="1025258"/>
                  </a:lnTo>
                  <a:lnTo>
                    <a:pt x="3791178" y="1024828"/>
                  </a:lnTo>
                  <a:lnTo>
                    <a:pt x="3791295" y="1024828"/>
                  </a:lnTo>
                  <a:lnTo>
                    <a:pt x="3791413" y="1024828"/>
                  </a:lnTo>
                  <a:lnTo>
                    <a:pt x="3791531" y="1024828"/>
                  </a:lnTo>
                  <a:lnTo>
                    <a:pt x="3791648" y="1024828"/>
                  </a:lnTo>
                  <a:lnTo>
                    <a:pt x="3791766" y="1024828"/>
                  </a:lnTo>
                  <a:lnTo>
                    <a:pt x="3791883" y="1024828"/>
                  </a:lnTo>
                  <a:lnTo>
                    <a:pt x="3792001" y="1024828"/>
                  </a:lnTo>
                  <a:lnTo>
                    <a:pt x="3792119" y="1024828"/>
                  </a:lnTo>
                  <a:lnTo>
                    <a:pt x="3792236" y="1024828"/>
                  </a:lnTo>
                  <a:lnTo>
                    <a:pt x="3792354" y="1024828"/>
                  </a:lnTo>
                  <a:lnTo>
                    <a:pt x="3792471" y="1024828"/>
                  </a:lnTo>
                  <a:lnTo>
                    <a:pt x="3792589" y="1024828"/>
                  </a:lnTo>
                  <a:lnTo>
                    <a:pt x="3792707" y="1024828"/>
                  </a:lnTo>
                  <a:lnTo>
                    <a:pt x="3792824" y="1024828"/>
                  </a:lnTo>
                  <a:lnTo>
                    <a:pt x="3792942" y="1024828"/>
                  </a:lnTo>
                  <a:lnTo>
                    <a:pt x="3793060" y="1024828"/>
                  </a:lnTo>
                  <a:lnTo>
                    <a:pt x="3793177" y="1024828"/>
                  </a:lnTo>
                  <a:lnTo>
                    <a:pt x="3793295" y="1024828"/>
                  </a:lnTo>
                  <a:lnTo>
                    <a:pt x="3793412" y="1024828"/>
                  </a:lnTo>
                  <a:lnTo>
                    <a:pt x="3793530" y="1024828"/>
                  </a:lnTo>
                  <a:lnTo>
                    <a:pt x="3793648" y="1024828"/>
                  </a:lnTo>
                  <a:lnTo>
                    <a:pt x="3793648" y="1024397"/>
                  </a:lnTo>
                  <a:lnTo>
                    <a:pt x="3793765" y="1024397"/>
                  </a:lnTo>
                  <a:lnTo>
                    <a:pt x="3793883" y="1024397"/>
                  </a:lnTo>
                  <a:lnTo>
                    <a:pt x="3794000" y="1024397"/>
                  </a:lnTo>
                  <a:lnTo>
                    <a:pt x="3794118" y="1024397"/>
                  </a:lnTo>
                  <a:lnTo>
                    <a:pt x="3794236" y="1024397"/>
                  </a:lnTo>
                  <a:lnTo>
                    <a:pt x="3794353" y="1024397"/>
                  </a:lnTo>
                  <a:lnTo>
                    <a:pt x="3794471" y="1024397"/>
                  </a:lnTo>
                  <a:lnTo>
                    <a:pt x="3794589" y="1024397"/>
                  </a:lnTo>
                  <a:lnTo>
                    <a:pt x="3794706" y="1024397"/>
                  </a:lnTo>
                  <a:lnTo>
                    <a:pt x="3794824" y="1024397"/>
                  </a:lnTo>
                  <a:lnTo>
                    <a:pt x="3794824" y="1023966"/>
                  </a:lnTo>
                  <a:lnTo>
                    <a:pt x="3794941" y="1023966"/>
                  </a:lnTo>
                  <a:lnTo>
                    <a:pt x="3795059" y="1023966"/>
                  </a:lnTo>
                  <a:lnTo>
                    <a:pt x="3795177" y="1023966"/>
                  </a:lnTo>
                  <a:lnTo>
                    <a:pt x="3795294" y="1023966"/>
                  </a:lnTo>
                  <a:lnTo>
                    <a:pt x="3795412" y="1023966"/>
                  </a:lnTo>
                  <a:lnTo>
                    <a:pt x="3795529" y="1023966"/>
                  </a:lnTo>
                  <a:lnTo>
                    <a:pt x="3795647" y="1023966"/>
                  </a:lnTo>
                  <a:lnTo>
                    <a:pt x="3795765" y="1023966"/>
                  </a:lnTo>
                  <a:lnTo>
                    <a:pt x="3795765" y="1023536"/>
                  </a:lnTo>
                  <a:lnTo>
                    <a:pt x="3795882" y="1023536"/>
                  </a:lnTo>
                  <a:lnTo>
                    <a:pt x="3796000" y="1023536"/>
                  </a:lnTo>
                  <a:lnTo>
                    <a:pt x="3796000" y="1023105"/>
                  </a:lnTo>
                  <a:lnTo>
                    <a:pt x="3796118" y="1023105"/>
                  </a:lnTo>
                  <a:lnTo>
                    <a:pt x="3796118" y="1022675"/>
                  </a:lnTo>
                  <a:lnTo>
                    <a:pt x="3796235" y="1022675"/>
                  </a:lnTo>
                  <a:lnTo>
                    <a:pt x="3796235" y="1022244"/>
                  </a:lnTo>
                  <a:lnTo>
                    <a:pt x="3796353" y="1022244"/>
                  </a:lnTo>
                  <a:lnTo>
                    <a:pt x="3796470" y="1022244"/>
                  </a:lnTo>
                  <a:lnTo>
                    <a:pt x="3796588" y="1022244"/>
                  </a:lnTo>
                  <a:lnTo>
                    <a:pt x="3796706" y="1022244"/>
                  </a:lnTo>
                  <a:lnTo>
                    <a:pt x="3796706" y="1021813"/>
                  </a:lnTo>
                  <a:lnTo>
                    <a:pt x="3796823" y="1021813"/>
                  </a:lnTo>
                  <a:lnTo>
                    <a:pt x="3796941" y="1021813"/>
                  </a:lnTo>
                  <a:lnTo>
                    <a:pt x="3797058" y="1021813"/>
                  </a:lnTo>
                  <a:lnTo>
                    <a:pt x="3797176" y="1021813"/>
                  </a:lnTo>
                  <a:lnTo>
                    <a:pt x="3797294" y="1021813"/>
                  </a:lnTo>
                  <a:lnTo>
                    <a:pt x="3797294" y="1021383"/>
                  </a:lnTo>
                  <a:lnTo>
                    <a:pt x="3797411" y="1021383"/>
                  </a:lnTo>
                  <a:lnTo>
                    <a:pt x="3797529" y="1021383"/>
                  </a:lnTo>
                  <a:lnTo>
                    <a:pt x="3797646" y="1021383"/>
                  </a:lnTo>
                  <a:lnTo>
                    <a:pt x="3797764" y="1021383"/>
                  </a:lnTo>
                  <a:lnTo>
                    <a:pt x="3797882" y="1021383"/>
                  </a:lnTo>
                  <a:lnTo>
                    <a:pt x="3797999" y="1021383"/>
                  </a:lnTo>
                  <a:lnTo>
                    <a:pt x="3798117" y="1021383"/>
                  </a:lnTo>
                  <a:lnTo>
                    <a:pt x="3798117" y="1020952"/>
                  </a:lnTo>
                  <a:lnTo>
                    <a:pt x="3798235" y="1020952"/>
                  </a:lnTo>
                  <a:lnTo>
                    <a:pt x="3798352" y="1020952"/>
                  </a:lnTo>
                  <a:lnTo>
                    <a:pt x="3798470" y="1020952"/>
                  </a:lnTo>
                  <a:lnTo>
                    <a:pt x="3798587" y="1020952"/>
                  </a:lnTo>
                  <a:lnTo>
                    <a:pt x="3798705" y="1020952"/>
                  </a:lnTo>
                  <a:lnTo>
                    <a:pt x="3798823" y="1020952"/>
                  </a:lnTo>
                  <a:lnTo>
                    <a:pt x="3798940" y="1020952"/>
                  </a:lnTo>
                  <a:lnTo>
                    <a:pt x="3799058" y="1020952"/>
                  </a:lnTo>
                  <a:lnTo>
                    <a:pt x="3799175" y="1020952"/>
                  </a:lnTo>
                  <a:lnTo>
                    <a:pt x="3799175" y="1020522"/>
                  </a:lnTo>
                  <a:lnTo>
                    <a:pt x="3799293" y="1020522"/>
                  </a:lnTo>
                  <a:lnTo>
                    <a:pt x="3799411" y="1020522"/>
                  </a:lnTo>
                  <a:lnTo>
                    <a:pt x="3799411" y="1020091"/>
                  </a:lnTo>
                  <a:lnTo>
                    <a:pt x="3799528" y="1020091"/>
                  </a:lnTo>
                  <a:lnTo>
                    <a:pt x="3799646" y="1020091"/>
                  </a:lnTo>
                  <a:lnTo>
                    <a:pt x="3799764" y="1020091"/>
                  </a:lnTo>
                  <a:lnTo>
                    <a:pt x="3799881" y="1020091"/>
                  </a:lnTo>
                  <a:lnTo>
                    <a:pt x="3799999" y="1020091"/>
                  </a:lnTo>
                  <a:lnTo>
                    <a:pt x="3800116" y="1020091"/>
                  </a:lnTo>
                  <a:lnTo>
                    <a:pt x="3800234" y="1020091"/>
                  </a:lnTo>
                  <a:lnTo>
                    <a:pt x="3800352" y="1020091"/>
                  </a:lnTo>
                  <a:lnTo>
                    <a:pt x="3800352" y="1019660"/>
                  </a:lnTo>
                  <a:lnTo>
                    <a:pt x="3800469" y="1019660"/>
                  </a:lnTo>
                  <a:lnTo>
                    <a:pt x="3800587" y="1019660"/>
                  </a:lnTo>
                  <a:lnTo>
                    <a:pt x="3800587" y="1019230"/>
                  </a:lnTo>
                  <a:lnTo>
                    <a:pt x="3800704" y="1019230"/>
                  </a:lnTo>
                  <a:lnTo>
                    <a:pt x="3800822" y="1019230"/>
                  </a:lnTo>
                  <a:lnTo>
                    <a:pt x="3800940" y="1019230"/>
                  </a:lnTo>
                  <a:lnTo>
                    <a:pt x="3801057" y="1019230"/>
                  </a:lnTo>
                  <a:lnTo>
                    <a:pt x="3801175" y="1019230"/>
                  </a:lnTo>
                  <a:lnTo>
                    <a:pt x="3801293" y="1019230"/>
                  </a:lnTo>
                  <a:lnTo>
                    <a:pt x="3801410" y="1019230"/>
                  </a:lnTo>
                  <a:lnTo>
                    <a:pt x="3801528" y="1019230"/>
                  </a:lnTo>
                  <a:lnTo>
                    <a:pt x="3801645" y="1019230"/>
                  </a:lnTo>
                  <a:lnTo>
                    <a:pt x="3801763" y="1019230"/>
                  </a:lnTo>
                  <a:lnTo>
                    <a:pt x="3801763" y="1018799"/>
                  </a:lnTo>
                  <a:lnTo>
                    <a:pt x="3801881" y="1018799"/>
                  </a:lnTo>
                  <a:lnTo>
                    <a:pt x="3801998" y="1018799"/>
                  </a:lnTo>
                  <a:lnTo>
                    <a:pt x="3802116" y="1018799"/>
                  </a:lnTo>
                  <a:lnTo>
                    <a:pt x="3802233" y="1018799"/>
                  </a:lnTo>
                  <a:lnTo>
                    <a:pt x="3802351" y="1018799"/>
                  </a:lnTo>
                  <a:lnTo>
                    <a:pt x="3802351" y="1018369"/>
                  </a:lnTo>
                  <a:lnTo>
                    <a:pt x="3802469" y="1018369"/>
                  </a:lnTo>
                  <a:lnTo>
                    <a:pt x="3802586" y="1018369"/>
                  </a:lnTo>
                  <a:lnTo>
                    <a:pt x="3802704" y="1018369"/>
                  </a:lnTo>
                  <a:lnTo>
                    <a:pt x="3802822" y="1018369"/>
                  </a:lnTo>
                  <a:lnTo>
                    <a:pt x="3802822" y="1017938"/>
                  </a:lnTo>
                  <a:lnTo>
                    <a:pt x="3802939" y="1017938"/>
                  </a:lnTo>
                  <a:lnTo>
                    <a:pt x="3803057" y="1017938"/>
                  </a:lnTo>
                  <a:lnTo>
                    <a:pt x="3803057" y="1017507"/>
                  </a:lnTo>
                  <a:lnTo>
                    <a:pt x="3803057" y="1017077"/>
                  </a:lnTo>
                  <a:lnTo>
                    <a:pt x="3803174" y="1017077"/>
                  </a:lnTo>
                  <a:lnTo>
                    <a:pt x="3803292" y="1017077"/>
                  </a:lnTo>
                  <a:lnTo>
                    <a:pt x="3803410" y="1017077"/>
                  </a:lnTo>
                  <a:lnTo>
                    <a:pt x="3803527" y="1017077"/>
                  </a:lnTo>
                  <a:lnTo>
                    <a:pt x="3803645" y="1017077"/>
                  </a:lnTo>
                  <a:lnTo>
                    <a:pt x="3803645" y="1016646"/>
                  </a:lnTo>
                  <a:lnTo>
                    <a:pt x="3803762" y="1016646"/>
                  </a:lnTo>
                  <a:lnTo>
                    <a:pt x="3803880" y="1016646"/>
                  </a:lnTo>
                  <a:lnTo>
                    <a:pt x="3803998" y="1016646"/>
                  </a:lnTo>
                  <a:lnTo>
                    <a:pt x="3803998" y="1016216"/>
                  </a:lnTo>
                  <a:lnTo>
                    <a:pt x="3803998" y="1015785"/>
                  </a:lnTo>
                  <a:lnTo>
                    <a:pt x="3804115" y="1015785"/>
                  </a:lnTo>
                  <a:lnTo>
                    <a:pt x="3804233" y="1015785"/>
                  </a:lnTo>
                  <a:lnTo>
                    <a:pt x="3804351" y="1015785"/>
                  </a:lnTo>
                  <a:lnTo>
                    <a:pt x="3804468" y="1015785"/>
                  </a:lnTo>
                  <a:lnTo>
                    <a:pt x="3804468" y="1015354"/>
                  </a:lnTo>
                  <a:lnTo>
                    <a:pt x="3804586" y="1015354"/>
                  </a:lnTo>
                  <a:lnTo>
                    <a:pt x="3804703" y="1015354"/>
                  </a:lnTo>
                  <a:lnTo>
                    <a:pt x="3804821" y="1015354"/>
                  </a:lnTo>
                  <a:lnTo>
                    <a:pt x="3804939" y="1015354"/>
                  </a:lnTo>
                  <a:lnTo>
                    <a:pt x="3805056" y="1015354"/>
                  </a:lnTo>
                  <a:lnTo>
                    <a:pt x="3805056" y="1014924"/>
                  </a:lnTo>
                  <a:lnTo>
                    <a:pt x="3805174" y="1014924"/>
                  </a:lnTo>
                  <a:lnTo>
                    <a:pt x="3805291" y="1014924"/>
                  </a:lnTo>
                  <a:lnTo>
                    <a:pt x="3805291" y="1014493"/>
                  </a:lnTo>
                  <a:lnTo>
                    <a:pt x="3805291" y="1014063"/>
                  </a:lnTo>
                  <a:lnTo>
                    <a:pt x="3805409" y="1014063"/>
                  </a:lnTo>
                  <a:lnTo>
                    <a:pt x="3805527" y="1014063"/>
                  </a:lnTo>
                  <a:lnTo>
                    <a:pt x="3805644" y="1014063"/>
                  </a:lnTo>
                  <a:lnTo>
                    <a:pt x="3805762" y="1014063"/>
                  </a:lnTo>
                  <a:lnTo>
                    <a:pt x="3805762" y="1013632"/>
                  </a:lnTo>
                  <a:lnTo>
                    <a:pt x="3805762" y="1013201"/>
                  </a:lnTo>
                  <a:lnTo>
                    <a:pt x="3805762" y="1012771"/>
                  </a:lnTo>
                  <a:lnTo>
                    <a:pt x="3805879" y="1012771"/>
                  </a:lnTo>
                  <a:lnTo>
                    <a:pt x="3805997" y="1012771"/>
                  </a:lnTo>
                  <a:lnTo>
                    <a:pt x="3806115" y="1012771"/>
                  </a:lnTo>
                  <a:lnTo>
                    <a:pt x="3806232" y="1012771"/>
                  </a:lnTo>
                  <a:lnTo>
                    <a:pt x="3806350" y="1012771"/>
                  </a:lnTo>
                  <a:lnTo>
                    <a:pt x="3806468" y="1012771"/>
                  </a:lnTo>
                  <a:lnTo>
                    <a:pt x="3806468" y="1012340"/>
                  </a:lnTo>
                  <a:lnTo>
                    <a:pt x="3806585" y="1012340"/>
                  </a:lnTo>
                  <a:lnTo>
                    <a:pt x="3806703" y="1012340"/>
                  </a:lnTo>
                  <a:lnTo>
                    <a:pt x="3806703" y="1011910"/>
                  </a:lnTo>
                  <a:lnTo>
                    <a:pt x="3806820" y="1011910"/>
                  </a:lnTo>
                  <a:lnTo>
                    <a:pt x="3806938" y="1011910"/>
                  </a:lnTo>
                  <a:lnTo>
                    <a:pt x="3807056" y="1011910"/>
                  </a:lnTo>
                  <a:lnTo>
                    <a:pt x="3807056" y="1011479"/>
                  </a:lnTo>
                  <a:lnTo>
                    <a:pt x="3807173" y="1011479"/>
                  </a:lnTo>
                  <a:lnTo>
                    <a:pt x="3807291" y="1011479"/>
                  </a:lnTo>
                  <a:lnTo>
                    <a:pt x="3807408" y="1011479"/>
                  </a:lnTo>
                  <a:lnTo>
                    <a:pt x="3807526" y="1011479"/>
                  </a:lnTo>
                  <a:lnTo>
                    <a:pt x="3807644" y="1011479"/>
                  </a:lnTo>
                  <a:lnTo>
                    <a:pt x="3807644" y="1011048"/>
                  </a:lnTo>
                  <a:lnTo>
                    <a:pt x="3807761" y="1011048"/>
                  </a:lnTo>
                  <a:lnTo>
                    <a:pt x="3807761" y="1010618"/>
                  </a:lnTo>
                  <a:lnTo>
                    <a:pt x="3807761" y="1010187"/>
                  </a:lnTo>
                  <a:lnTo>
                    <a:pt x="3807879" y="1010187"/>
                  </a:lnTo>
                  <a:lnTo>
                    <a:pt x="3807997" y="1010187"/>
                  </a:lnTo>
                  <a:lnTo>
                    <a:pt x="3808114" y="1010187"/>
                  </a:lnTo>
                  <a:lnTo>
                    <a:pt x="3808232" y="1010187"/>
                  </a:lnTo>
                  <a:lnTo>
                    <a:pt x="3808349" y="1010187"/>
                  </a:lnTo>
                  <a:lnTo>
                    <a:pt x="3808467" y="1010187"/>
                  </a:lnTo>
                  <a:lnTo>
                    <a:pt x="3808467" y="1009757"/>
                  </a:lnTo>
                  <a:lnTo>
                    <a:pt x="3808585" y="1009757"/>
                  </a:lnTo>
                  <a:lnTo>
                    <a:pt x="3808585" y="1009326"/>
                  </a:lnTo>
                  <a:lnTo>
                    <a:pt x="3808702" y="1009326"/>
                  </a:lnTo>
                  <a:lnTo>
                    <a:pt x="3808820" y="1009326"/>
                  </a:lnTo>
                  <a:lnTo>
                    <a:pt x="3808937" y="1009326"/>
                  </a:lnTo>
                  <a:lnTo>
                    <a:pt x="3809055" y="1009326"/>
                  </a:lnTo>
                  <a:lnTo>
                    <a:pt x="3809173" y="1009326"/>
                  </a:lnTo>
                  <a:lnTo>
                    <a:pt x="3809290" y="1009326"/>
                  </a:lnTo>
                  <a:lnTo>
                    <a:pt x="3809408" y="1009326"/>
                  </a:lnTo>
                  <a:lnTo>
                    <a:pt x="3809526" y="1009326"/>
                  </a:lnTo>
                  <a:lnTo>
                    <a:pt x="3809526" y="1008895"/>
                  </a:lnTo>
                  <a:lnTo>
                    <a:pt x="3809643" y="1008895"/>
                  </a:lnTo>
                  <a:lnTo>
                    <a:pt x="3809761" y="1008895"/>
                  </a:lnTo>
                  <a:lnTo>
                    <a:pt x="3809878" y="1008895"/>
                  </a:lnTo>
                  <a:lnTo>
                    <a:pt x="3809996" y="1008895"/>
                  </a:lnTo>
                  <a:lnTo>
                    <a:pt x="3810114" y="1008895"/>
                  </a:lnTo>
                  <a:lnTo>
                    <a:pt x="3810231" y="1008895"/>
                  </a:lnTo>
                  <a:lnTo>
                    <a:pt x="3810349" y="1008895"/>
                  </a:lnTo>
                  <a:lnTo>
                    <a:pt x="3810466" y="1008895"/>
                  </a:lnTo>
                  <a:lnTo>
                    <a:pt x="3810584" y="1008895"/>
                  </a:lnTo>
                  <a:lnTo>
                    <a:pt x="3810584" y="1008465"/>
                  </a:lnTo>
                  <a:lnTo>
                    <a:pt x="3810702" y="1008465"/>
                  </a:lnTo>
                  <a:lnTo>
                    <a:pt x="3810819" y="1008465"/>
                  </a:lnTo>
                  <a:lnTo>
                    <a:pt x="3810819" y="1008034"/>
                  </a:lnTo>
                  <a:lnTo>
                    <a:pt x="3810937" y="1008034"/>
                  </a:lnTo>
                  <a:lnTo>
                    <a:pt x="3811055" y="1008034"/>
                  </a:lnTo>
                  <a:lnTo>
                    <a:pt x="3811172" y="1008034"/>
                  </a:lnTo>
                  <a:lnTo>
                    <a:pt x="3811290" y="1008034"/>
                  </a:lnTo>
                  <a:lnTo>
                    <a:pt x="3811407" y="1008034"/>
                  </a:lnTo>
                  <a:lnTo>
                    <a:pt x="3811525" y="1008034"/>
                  </a:lnTo>
                  <a:lnTo>
                    <a:pt x="3811643" y="1008034"/>
                  </a:lnTo>
                  <a:lnTo>
                    <a:pt x="3811760" y="1008034"/>
                  </a:lnTo>
                  <a:lnTo>
                    <a:pt x="3811878" y="1008034"/>
                  </a:lnTo>
                  <a:lnTo>
                    <a:pt x="3811995" y="1008034"/>
                  </a:lnTo>
                  <a:lnTo>
                    <a:pt x="3812113" y="1008034"/>
                  </a:lnTo>
                  <a:lnTo>
                    <a:pt x="3812113" y="1007604"/>
                  </a:lnTo>
                  <a:lnTo>
                    <a:pt x="3812231" y="1007604"/>
                  </a:lnTo>
                  <a:lnTo>
                    <a:pt x="3812348" y="1007604"/>
                  </a:lnTo>
                  <a:lnTo>
                    <a:pt x="3812466" y="1007604"/>
                  </a:lnTo>
                  <a:lnTo>
                    <a:pt x="3812584" y="1007604"/>
                  </a:lnTo>
                  <a:lnTo>
                    <a:pt x="3812701" y="1007604"/>
                  </a:lnTo>
                  <a:lnTo>
                    <a:pt x="3812701" y="1007173"/>
                  </a:lnTo>
                  <a:lnTo>
                    <a:pt x="3812819" y="1007173"/>
                  </a:lnTo>
                  <a:lnTo>
                    <a:pt x="3812819" y="1006742"/>
                  </a:lnTo>
                  <a:lnTo>
                    <a:pt x="3812936" y="1006742"/>
                  </a:lnTo>
                  <a:lnTo>
                    <a:pt x="3813054" y="1006742"/>
                  </a:lnTo>
                  <a:lnTo>
                    <a:pt x="3813172" y="1006742"/>
                  </a:lnTo>
                  <a:lnTo>
                    <a:pt x="3813172" y="1006312"/>
                  </a:lnTo>
                  <a:lnTo>
                    <a:pt x="3813289" y="1006312"/>
                  </a:lnTo>
                  <a:lnTo>
                    <a:pt x="3813407" y="1006312"/>
                  </a:lnTo>
                  <a:lnTo>
                    <a:pt x="3813524" y="1006312"/>
                  </a:lnTo>
                  <a:lnTo>
                    <a:pt x="3813642" y="1006312"/>
                  </a:lnTo>
                  <a:lnTo>
                    <a:pt x="3813760" y="1006312"/>
                  </a:lnTo>
                  <a:lnTo>
                    <a:pt x="3813877" y="1006312"/>
                  </a:lnTo>
                  <a:lnTo>
                    <a:pt x="3813995" y="1006312"/>
                  </a:lnTo>
                  <a:lnTo>
                    <a:pt x="3814112" y="1006312"/>
                  </a:lnTo>
                  <a:lnTo>
                    <a:pt x="3814112" y="1005881"/>
                  </a:lnTo>
                  <a:lnTo>
                    <a:pt x="3814230" y="1005881"/>
                  </a:lnTo>
                  <a:lnTo>
                    <a:pt x="3814348" y="1005881"/>
                  </a:lnTo>
                  <a:lnTo>
                    <a:pt x="3814465" y="1005881"/>
                  </a:lnTo>
                  <a:lnTo>
                    <a:pt x="3814583" y="1005881"/>
                  </a:lnTo>
                  <a:lnTo>
                    <a:pt x="3814701" y="1005881"/>
                  </a:lnTo>
                  <a:lnTo>
                    <a:pt x="3814701" y="1005451"/>
                  </a:lnTo>
                  <a:lnTo>
                    <a:pt x="3814818" y="1005451"/>
                  </a:lnTo>
                  <a:lnTo>
                    <a:pt x="3814936" y="1005451"/>
                  </a:lnTo>
                  <a:lnTo>
                    <a:pt x="3815053" y="1005451"/>
                  </a:lnTo>
                  <a:lnTo>
                    <a:pt x="3815053" y="1005020"/>
                  </a:lnTo>
                  <a:lnTo>
                    <a:pt x="3815171" y="1005020"/>
                  </a:lnTo>
                  <a:lnTo>
                    <a:pt x="3815289" y="1005020"/>
                  </a:lnTo>
                  <a:lnTo>
                    <a:pt x="3815406" y="1005020"/>
                  </a:lnTo>
                  <a:lnTo>
                    <a:pt x="3815524" y="1005020"/>
                  </a:lnTo>
                  <a:lnTo>
                    <a:pt x="3815641" y="1005020"/>
                  </a:lnTo>
                  <a:lnTo>
                    <a:pt x="3815759" y="1005020"/>
                  </a:lnTo>
                  <a:lnTo>
                    <a:pt x="3815877" y="1005020"/>
                  </a:lnTo>
                  <a:lnTo>
                    <a:pt x="3815994" y="1005020"/>
                  </a:lnTo>
                  <a:lnTo>
                    <a:pt x="3816112" y="1005020"/>
                  </a:lnTo>
                  <a:lnTo>
                    <a:pt x="3816112" y="1004589"/>
                  </a:lnTo>
                  <a:lnTo>
                    <a:pt x="3816230" y="1004589"/>
                  </a:lnTo>
                  <a:lnTo>
                    <a:pt x="3816347" y="1004589"/>
                  </a:lnTo>
                  <a:lnTo>
                    <a:pt x="3816465" y="1004589"/>
                  </a:lnTo>
                  <a:lnTo>
                    <a:pt x="3816582" y="1004589"/>
                  </a:lnTo>
                  <a:lnTo>
                    <a:pt x="3816700" y="1004589"/>
                  </a:lnTo>
                  <a:lnTo>
                    <a:pt x="3816818" y="1004589"/>
                  </a:lnTo>
                  <a:lnTo>
                    <a:pt x="3816935" y="1004589"/>
                  </a:lnTo>
                  <a:lnTo>
                    <a:pt x="3817053" y="1004589"/>
                  </a:lnTo>
                  <a:lnTo>
                    <a:pt x="3817170" y="1004589"/>
                  </a:lnTo>
                  <a:lnTo>
                    <a:pt x="3817170" y="1004159"/>
                  </a:lnTo>
                  <a:lnTo>
                    <a:pt x="3817288" y="1004159"/>
                  </a:lnTo>
                  <a:lnTo>
                    <a:pt x="3817288" y="1003728"/>
                  </a:lnTo>
                  <a:lnTo>
                    <a:pt x="3817406" y="1003728"/>
                  </a:lnTo>
                  <a:lnTo>
                    <a:pt x="3817523" y="1003728"/>
                  </a:lnTo>
                  <a:lnTo>
                    <a:pt x="3817641" y="1003728"/>
                  </a:lnTo>
                  <a:lnTo>
                    <a:pt x="3817759" y="1003728"/>
                  </a:lnTo>
                  <a:lnTo>
                    <a:pt x="3817876" y="1003728"/>
                  </a:lnTo>
                  <a:lnTo>
                    <a:pt x="3817994" y="1003728"/>
                  </a:lnTo>
                  <a:lnTo>
                    <a:pt x="3818111" y="1003728"/>
                  </a:lnTo>
                  <a:lnTo>
                    <a:pt x="3818229" y="1003728"/>
                  </a:lnTo>
                  <a:lnTo>
                    <a:pt x="3818347" y="1003728"/>
                  </a:lnTo>
                  <a:lnTo>
                    <a:pt x="3818464" y="1003728"/>
                  </a:lnTo>
                  <a:lnTo>
                    <a:pt x="3818582" y="1003728"/>
                  </a:lnTo>
                  <a:lnTo>
                    <a:pt x="3818699" y="1003728"/>
                  </a:lnTo>
                  <a:lnTo>
                    <a:pt x="3818817" y="1003728"/>
                  </a:lnTo>
                  <a:lnTo>
                    <a:pt x="3818935" y="1003728"/>
                  </a:lnTo>
                  <a:lnTo>
                    <a:pt x="3818935" y="1003298"/>
                  </a:lnTo>
                  <a:lnTo>
                    <a:pt x="3819052" y="1003298"/>
                  </a:lnTo>
                  <a:lnTo>
                    <a:pt x="3819170" y="1003298"/>
                  </a:lnTo>
                  <a:lnTo>
                    <a:pt x="3819288" y="1003298"/>
                  </a:lnTo>
                  <a:lnTo>
                    <a:pt x="3819405" y="1003298"/>
                  </a:lnTo>
                  <a:lnTo>
                    <a:pt x="3819523" y="1003298"/>
                  </a:lnTo>
                  <a:lnTo>
                    <a:pt x="3819640" y="1003298"/>
                  </a:lnTo>
                  <a:lnTo>
                    <a:pt x="3819758" y="1003298"/>
                  </a:lnTo>
                  <a:lnTo>
                    <a:pt x="3819758" y="1002867"/>
                  </a:lnTo>
                  <a:lnTo>
                    <a:pt x="3819876" y="1002867"/>
                  </a:lnTo>
                  <a:lnTo>
                    <a:pt x="3819993" y="1002867"/>
                  </a:lnTo>
                  <a:lnTo>
                    <a:pt x="3820111" y="1002867"/>
                  </a:lnTo>
                  <a:lnTo>
                    <a:pt x="3820228" y="1002867"/>
                  </a:lnTo>
                  <a:lnTo>
                    <a:pt x="3820346" y="1002867"/>
                  </a:lnTo>
                  <a:lnTo>
                    <a:pt x="3820464" y="1002867"/>
                  </a:lnTo>
                  <a:lnTo>
                    <a:pt x="3820464" y="1002436"/>
                  </a:lnTo>
                  <a:lnTo>
                    <a:pt x="3820581" y="1002436"/>
                  </a:lnTo>
                  <a:lnTo>
                    <a:pt x="3820581" y="1002006"/>
                  </a:lnTo>
                  <a:lnTo>
                    <a:pt x="3820581" y="1001575"/>
                  </a:lnTo>
                  <a:lnTo>
                    <a:pt x="3820699" y="1001575"/>
                  </a:lnTo>
                  <a:lnTo>
                    <a:pt x="3820817" y="1001575"/>
                  </a:lnTo>
                  <a:lnTo>
                    <a:pt x="3820934" y="1001575"/>
                  </a:lnTo>
                  <a:lnTo>
                    <a:pt x="3821052" y="1001575"/>
                  </a:lnTo>
                  <a:lnTo>
                    <a:pt x="3821052" y="1001145"/>
                  </a:lnTo>
                  <a:lnTo>
                    <a:pt x="3821052" y="1000714"/>
                  </a:lnTo>
                  <a:lnTo>
                    <a:pt x="3821169" y="1000714"/>
                  </a:lnTo>
                  <a:lnTo>
                    <a:pt x="3821287" y="1000714"/>
                  </a:lnTo>
                  <a:lnTo>
                    <a:pt x="3821405" y="1000714"/>
                  </a:lnTo>
                  <a:lnTo>
                    <a:pt x="3821522" y="1000714"/>
                  </a:lnTo>
                  <a:lnTo>
                    <a:pt x="3821640" y="1000714"/>
                  </a:lnTo>
                  <a:lnTo>
                    <a:pt x="3821757" y="1000714"/>
                  </a:lnTo>
                  <a:lnTo>
                    <a:pt x="3821875" y="1000714"/>
                  </a:lnTo>
                  <a:lnTo>
                    <a:pt x="3821993" y="1000714"/>
                  </a:lnTo>
                  <a:lnTo>
                    <a:pt x="3821993" y="1000283"/>
                  </a:lnTo>
                  <a:lnTo>
                    <a:pt x="3822110" y="1000283"/>
                  </a:lnTo>
                  <a:lnTo>
                    <a:pt x="3822228" y="1000283"/>
                  </a:lnTo>
                  <a:lnTo>
                    <a:pt x="3822228" y="999853"/>
                  </a:lnTo>
                  <a:lnTo>
                    <a:pt x="3822228" y="999422"/>
                  </a:lnTo>
                  <a:lnTo>
                    <a:pt x="3822345" y="999422"/>
                  </a:lnTo>
                  <a:lnTo>
                    <a:pt x="3822345" y="998992"/>
                  </a:lnTo>
                  <a:lnTo>
                    <a:pt x="3822345" y="998561"/>
                  </a:lnTo>
                  <a:lnTo>
                    <a:pt x="3822463" y="998561"/>
                  </a:lnTo>
                  <a:lnTo>
                    <a:pt x="3822581" y="998561"/>
                  </a:lnTo>
                  <a:lnTo>
                    <a:pt x="3822698" y="998561"/>
                  </a:lnTo>
                  <a:lnTo>
                    <a:pt x="3822698" y="998130"/>
                  </a:lnTo>
                  <a:lnTo>
                    <a:pt x="3822816" y="998130"/>
                  </a:lnTo>
                  <a:lnTo>
                    <a:pt x="3822934" y="998130"/>
                  </a:lnTo>
                  <a:lnTo>
                    <a:pt x="3823051" y="998130"/>
                  </a:lnTo>
                  <a:lnTo>
                    <a:pt x="3823169" y="998130"/>
                  </a:lnTo>
                  <a:lnTo>
                    <a:pt x="3823286" y="998130"/>
                  </a:lnTo>
                  <a:lnTo>
                    <a:pt x="3823404" y="998130"/>
                  </a:lnTo>
                  <a:lnTo>
                    <a:pt x="3823522" y="998130"/>
                  </a:lnTo>
                  <a:lnTo>
                    <a:pt x="3823639" y="998130"/>
                  </a:lnTo>
                  <a:lnTo>
                    <a:pt x="3823639" y="997700"/>
                  </a:lnTo>
                  <a:lnTo>
                    <a:pt x="3823757" y="997700"/>
                  </a:lnTo>
                  <a:lnTo>
                    <a:pt x="3823874" y="997700"/>
                  </a:lnTo>
                  <a:lnTo>
                    <a:pt x="3823992" y="997700"/>
                  </a:lnTo>
                  <a:lnTo>
                    <a:pt x="3824110" y="997700"/>
                  </a:lnTo>
                  <a:lnTo>
                    <a:pt x="3824227" y="997700"/>
                  </a:lnTo>
                  <a:lnTo>
                    <a:pt x="3824227" y="997269"/>
                  </a:lnTo>
                  <a:lnTo>
                    <a:pt x="3824345" y="997269"/>
                  </a:lnTo>
                  <a:lnTo>
                    <a:pt x="3824463" y="997269"/>
                  </a:lnTo>
                  <a:lnTo>
                    <a:pt x="3824580" y="997269"/>
                  </a:lnTo>
                  <a:lnTo>
                    <a:pt x="3824698" y="997269"/>
                  </a:lnTo>
                  <a:lnTo>
                    <a:pt x="3824815" y="997269"/>
                  </a:lnTo>
                  <a:lnTo>
                    <a:pt x="3824933" y="997269"/>
                  </a:lnTo>
                  <a:lnTo>
                    <a:pt x="3825051" y="997269"/>
                  </a:lnTo>
                  <a:lnTo>
                    <a:pt x="3825168" y="997269"/>
                  </a:lnTo>
                  <a:lnTo>
                    <a:pt x="3825286" y="997269"/>
                  </a:lnTo>
                  <a:lnTo>
                    <a:pt x="3825403" y="997269"/>
                  </a:lnTo>
                  <a:lnTo>
                    <a:pt x="3825521" y="997269"/>
                  </a:lnTo>
                  <a:lnTo>
                    <a:pt x="3825639" y="997269"/>
                  </a:lnTo>
                  <a:lnTo>
                    <a:pt x="3825756" y="997269"/>
                  </a:lnTo>
                  <a:lnTo>
                    <a:pt x="3825756" y="996839"/>
                  </a:lnTo>
                  <a:lnTo>
                    <a:pt x="3825874" y="996839"/>
                  </a:lnTo>
                  <a:lnTo>
                    <a:pt x="3825992" y="996839"/>
                  </a:lnTo>
                  <a:lnTo>
                    <a:pt x="3825992" y="996408"/>
                  </a:lnTo>
                  <a:lnTo>
                    <a:pt x="3826109" y="996408"/>
                  </a:lnTo>
                  <a:lnTo>
                    <a:pt x="3826227" y="996408"/>
                  </a:lnTo>
                  <a:lnTo>
                    <a:pt x="3826344" y="996408"/>
                  </a:lnTo>
                  <a:lnTo>
                    <a:pt x="3826462" y="996408"/>
                  </a:lnTo>
                  <a:lnTo>
                    <a:pt x="3826462" y="995977"/>
                  </a:lnTo>
                  <a:lnTo>
                    <a:pt x="3826580" y="995977"/>
                  </a:lnTo>
                  <a:lnTo>
                    <a:pt x="3826697" y="995977"/>
                  </a:lnTo>
                  <a:lnTo>
                    <a:pt x="3826815" y="995977"/>
                  </a:lnTo>
                  <a:lnTo>
                    <a:pt x="3826932" y="995977"/>
                  </a:lnTo>
                  <a:lnTo>
                    <a:pt x="3827050" y="995977"/>
                  </a:lnTo>
                  <a:lnTo>
                    <a:pt x="3827168" y="995977"/>
                  </a:lnTo>
                  <a:lnTo>
                    <a:pt x="3827285" y="995977"/>
                  </a:lnTo>
                  <a:lnTo>
                    <a:pt x="3827403" y="995977"/>
                  </a:lnTo>
                  <a:lnTo>
                    <a:pt x="3827521" y="995977"/>
                  </a:lnTo>
                  <a:lnTo>
                    <a:pt x="3827521" y="995547"/>
                  </a:lnTo>
                  <a:lnTo>
                    <a:pt x="3827638" y="995547"/>
                  </a:lnTo>
                  <a:lnTo>
                    <a:pt x="3827756" y="995547"/>
                  </a:lnTo>
                  <a:lnTo>
                    <a:pt x="3827873" y="995547"/>
                  </a:lnTo>
                  <a:lnTo>
                    <a:pt x="3827873" y="995116"/>
                  </a:lnTo>
                  <a:lnTo>
                    <a:pt x="3827991" y="995116"/>
                  </a:lnTo>
                  <a:lnTo>
                    <a:pt x="3828109" y="995116"/>
                  </a:lnTo>
                  <a:lnTo>
                    <a:pt x="3828109" y="994686"/>
                  </a:lnTo>
                  <a:lnTo>
                    <a:pt x="3828109" y="994255"/>
                  </a:lnTo>
                  <a:lnTo>
                    <a:pt x="3828226" y="994255"/>
                  </a:lnTo>
                  <a:lnTo>
                    <a:pt x="3828344" y="994255"/>
                  </a:lnTo>
                  <a:lnTo>
                    <a:pt x="3828461" y="994255"/>
                  </a:lnTo>
                  <a:lnTo>
                    <a:pt x="3828579" y="994255"/>
                  </a:lnTo>
                  <a:lnTo>
                    <a:pt x="3828579" y="993824"/>
                  </a:lnTo>
                  <a:lnTo>
                    <a:pt x="3828697" y="993824"/>
                  </a:lnTo>
                  <a:lnTo>
                    <a:pt x="3828814" y="993824"/>
                  </a:lnTo>
                  <a:lnTo>
                    <a:pt x="3828814" y="993394"/>
                  </a:lnTo>
                  <a:lnTo>
                    <a:pt x="3828932" y="993394"/>
                  </a:lnTo>
                  <a:lnTo>
                    <a:pt x="3828932" y="992963"/>
                  </a:lnTo>
                  <a:lnTo>
                    <a:pt x="3829050" y="992963"/>
                  </a:lnTo>
                  <a:lnTo>
                    <a:pt x="3829167" y="992963"/>
                  </a:lnTo>
                  <a:lnTo>
                    <a:pt x="3829285" y="992963"/>
                  </a:lnTo>
                  <a:lnTo>
                    <a:pt x="3829402" y="992963"/>
                  </a:lnTo>
                  <a:lnTo>
                    <a:pt x="3829520" y="992963"/>
                  </a:lnTo>
                  <a:lnTo>
                    <a:pt x="3829638" y="992963"/>
                  </a:lnTo>
                  <a:lnTo>
                    <a:pt x="3829755" y="992963"/>
                  </a:lnTo>
                  <a:lnTo>
                    <a:pt x="3829873" y="992963"/>
                  </a:lnTo>
                  <a:lnTo>
                    <a:pt x="3829990" y="992963"/>
                  </a:lnTo>
                  <a:lnTo>
                    <a:pt x="3830108" y="992963"/>
                  </a:lnTo>
                  <a:lnTo>
                    <a:pt x="3830226" y="992963"/>
                  </a:lnTo>
                  <a:lnTo>
                    <a:pt x="3830343" y="992963"/>
                  </a:lnTo>
                  <a:lnTo>
                    <a:pt x="3830461" y="992963"/>
                  </a:lnTo>
                  <a:lnTo>
                    <a:pt x="3830578" y="992963"/>
                  </a:lnTo>
                  <a:lnTo>
                    <a:pt x="3830696" y="992963"/>
                  </a:lnTo>
                  <a:lnTo>
                    <a:pt x="3830814" y="992963"/>
                  </a:lnTo>
                  <a:lnTo>
                    <a:pt x="3830814" y="992533"/>
                  </a:lnTo>
                  <a:lnTo>
                    <a:pt x="3830931" y="992533"/>
                  </a:lnTo>
                  <a:lnTo>
                    <a:pt x="3830931" y="992102"/>
                  </a:lnTo>
                  <a:lnTo>
                    <a:pt x="3831049" y="992102"/>
                  </a:lnTo>
                  <a:lnTo>
                    <a:pt x="3831167" y="992102"/>
                  </a:lnTo>
                  <a:lnTo>
                    <a:pt x="3831284" y="992102"/>
                  </a:lnTo>
                  <a:lnTo>
                    <a:pt x="3831402" y="992102"/>
                  </a:lnTo>
                  <a:lnTo>
                    <a:pt x="3831519" y="992102"/>
                  </a:lnTo>
                  <a:lnTo>
                    <a:pt x="3831519" y="991671"/>
                  </a:lnTo>
                  <a:lnTo>
                    <a:pt x="3831637" y="991671"/>
                  </a:lnTo>
                  <a:lnTo>
                    <a:pt x="3831637" y="991241"/>
                  </a:lnTo>
                  <a:lnTo>
                    <a:pt x="3831637" y="990810"/>
                  </a:lnTo>
                  <a:lnTo>
                    <a:pt x="3831755" y="990810"/>
                  </a:lnTo>
                  <a:lnTo>
                    <a:pt x="3831755" y="990380"/>
                  </a:lnTo>
                  <a:lnTo>
                    <a:pt x="3831872" y="990380"/>
                  </a:lnTo>
                  <a:lnTo>
                    <a:pt x="3831990" y="990380"/>
                  </a:lnTo>
                  <a:lnTo>
                    <a:pt x="3832107" y="990380"/>
                  </a:lnTo>
                  <a:lnTo>
                    <a:pt x="3832225" y="990380"/>
                  </a:lnTo>
                  <a:lnTo>
                    <a:pt x="3832343" y="990380"/>
                  </a:lnTo>
                  <a:lnTo>
                    <a:pt x="3832460" y="990380"/>
                  </a:lnTo>
                  <a:lnTo>
                    <a:pt x="3832578" y="990380"/>
                  </a:lnTo>
                  <a:lnTo>
                    <a:pt x="3832696" y="990380"/>
                  </a:lnTo>
                  <a:lnTo>
                    <a:pt x="3832813" y="990380"/>
                  </a:lnTo>
                  <a:lnTo>
                    <a:pt x="3832813" y="989949"/>
                  </a:lnTo>
                  <a:lnTo>
                    <a:pt x="3832813" y="989518"/>
                  </a:lnTo>
                  <a:lnTo>
                    <a:pt x="3832931" y="989518"/>
                  </a:lnTo>
                  <a:lnTo>
                    <a:pt x="3833048" y="989518"/>
                  </a:lnTo>
                  <a:lnTo>
                    <a:pt x="3833166" y="989518"/>
                  </a:lnTo>
                  <a:lnTo>
                    <a:pt x="3833284" y="989518"/>
                  </a:lnTo>
                  <a:lnTo>
                    <a:pt x="3833401" y="989518"/>
                  </a:lnTo>
                  <a:lnTo>
                    <a:pt x="3833519" y="989518"/>
                  </a:lnTo>
                  <a:lnTo>
                    <a:pt x="3833636" y="989518"/>
                  </a:lnTo>
                  <a:lnTo>
                    <a:pt x="3833754" y="989518"/>
                  </a:lnTo>
                  <a:lnTo>
                    <a:pt x="3833754" y="989088"/>
                  </a:lnTo>
                  <a:lnTo>
                    <a:pt x="3833754" y="988657"/>
                  </a:lnTo>
                  <a:lnTo>
                    <a:pt x="3833872" y="988657"/>
                  </a:lnTo>
                  <a:lnTo>
                    <a:pt x="3833989" y="988657"/>
                  </a:lnTo>
                  <a:lnTo>
                    <a:pt x="3834107" y="988657"/>
                  </a:lnTo>
                  <a:lnTo>
                    <a:pt x="3834225" y="988657"/>
                  </a:lnTo>
                  <a:lnTo>
                    <a:pt x="3834342" y="988657"/>
                  </a:lnTo>
                  <a:lnTo>
                    <a:pt x="3834460" y="988657"/>
                  </a:lnTo>
                  <a:lnTo>
                    <a:pt x="3834577" y="988657"/>
                  </a:lnTo>
                  <a:lnTo>
                    <a:pt x="3834695" y="988657"/>
                  </a:lnTo>
                  <a:lnTo>
                    <a:pt x="3834813" y="988657"/>
                  </a:lnTo>
                  <a:lnTo>
                    <a:pt x="3834813" y="988227"/>
                  </a:lnTo>
                  <a:lnTo>
                    <a:pt x="3834930" y="988227"/>
                  </a:lnTo>
                  <a:lnTo>
                    <a:pt x="3835048" y="988227"/>
                  </a:lnTo>
                  <a:lnTo>
                    <a:pt x="3835165" y="988227"/>
                  </a:lnTo>
                  <a:lnTo>
                    <a:pt x="3835283" y="988227"/>
                  </a:lnTo>
                  <a:lnTo>
                    <a:pt x="3835401" y="988227"/>
                  </a:lnTo>
                  <a:lnTo>
                    <a:pt x="3835518" y="988227"/>
                  </a:lnTo>
                  <a:lnTo>
                    <a:pt x="3835636" y="988227"/>
                  </a:lnTo>
                  <a:lnTo>
                    <a:pt x="3835754" y="988227"/>
                  </a:lnTo>
                  <a:lnTo>
                    <a:pt x="3835871" y="988227"/>
                  </a:lnTo>
                  <a:lnTo>
                    <a:pt x="3835989" y="988227"/>
                  </a:lnTo>
                  <a:lnTo>
                    <a:pt x="3836106" y="988227"/>
                  </a:lnTo>
                  <a:lnTo>
                    <a:pt x="3836224" y="988227"/>
                  </a:lnTo>
                  <a:lnTo>
                    <a:pt x="3836224" y="987796"/>
                  </a:lnTo>
                  <a:lnTo>
                    <a:pt x="3836342" y="987796"/>
                  </a:lnTo>
                  <a:lnTo>
                    <a:pt x="3836459" y="987796"/>
                  </a:lnTo>
                  <a:lnTo>
                    <a:pt x="3836577" y="987796"/>
                  </a:lnTo>
                  <a:lnTo>
                    <a:pt x="3836577" y="987365"/>
                  </a:lnTo>
                  <a:lnTo>
                    <a:pt x="3836694" y="987365"/>
                  </a:lnTo>
                  <a:lnTo>
                    <a:pt x="3836812" y="987365"/>
                  </a:lnTo>
                  <a:lnTo>
                    <a:pt x="3836930" y="987365"/>
                  </a:lnTo>
                  <a:lnTo>
                    <a:pt x="3836930" y="986935"/>
                  </a:lnTo>
                  <a:lnTo>
                    <a:pt x="3837047" y="986935"/>
                  </a:lnTo>
                  <a:lnTo>
                    <a:pt x="3837165" y="986935"/>
                  </a:lnTo>
                  <a:lnTo>
                    <a:pt x="3837283" y="986935"/>
                  </a:lnTo>
                  <a:lnTo>
                    <a:pt x="3837283" y="986504"/>
                  </a:lnTo>
                  <a:lnTo>
                    <a:pt x="3837400" y="986504"/>
                  </a:lnTo>
                  <a:lnTo>
                    <a:pt x="3837518" y="986504"/>
                  </a:lnTo>
                  <a:lnTo>
                    <a:pt x="3837635" y="986504"/>
                  </a:lnTo>
                  <a:lnTo>
                    <a:pt x="3837635" y="986074"/>
                  </a:lnTo>
                  <a:lnTo>
                    <a:pt x="3837753" y="986074"/>
                  </a:lnTo>
                  <a:lnTo>
                    <a:pt x="3837871" y="986074"/>
                  </a:lnTo>
                  <a:lnTo>
                    <a:pt x="3837988" y="986074"/>
                  </a:lnTo>
                  <a:lnTo>
                    <a:pt x="3838106" y="986074"/>
                  </a:lnTo>
                  <a:lnTo>
                    <a:pt x="3838223" y="986074"/>
                  </a:lnTo>
                  <a:lnTo>
                    <a:pt x="3838341" y="986074"/>
                  </a:lnTo>
                  <a:lnTo>
                    <a:pt x="3838459" y="986074"/>
                  </a:lnTo>
                  <a:lnTo>
                    <a:pt x="3838576" y="986074"/>
                  </a:lnTo>
                  <a:lnTo>
                    <a:pt x="3838694" y="986074"/>
                  </a:lnTo>
                  <a:lnTo>
                    <a:pt x="3838811" y="986074"/>
                  </a:lnTo>
                  <a:lnTo>
                    <a:pt x="3838929" y="986074"/>
                  </a:lnTo>
                  <a:lnTo>
                    <a:pt x="3839047" y="986074"/>
                  </a:lnTo>
                  <a:lnTo>
                    <a:pt x="3839164" y="986074"/>
                  </a:lnTo>
                  <a:lnTo>
                    <a:pt x="3839282" y="986074"/>
                  </a:lnTo>
                  <a:lnTo>
                    <a:pt x="3839282" y="985643"/>
                  </a:lnTo>
                  <a:lnTo>
                    <a:pt x="3839400" y="985643"/>
                  </a:lnTo>
                  <a:lnTo>
                    <a:pt x="3839400" y="985212"/>
                  </a:lnTo>
                  <a:lnTo>
                    <a:pt x="3839517" y="985212"/>
                  </a:lnTo>
                  <a:lnTo>
                    <a:pt x="3839635" y="985212"/>
                  </a:lnTo>
                  <a:lnTo>
                    <a:pt x="3839752" y="985212"/>
                  </a:lnTo>
                  <a:lnTo>
                    <a:pt x="3839870" y="985212"/>
                  </a:lnTo>
                  <a:lnTo>
                    <a:pt x="3839988" y="985212"/>
                  </a:lnTo>
                  <a:lnTo>
                    <a:pt x="3840105" y="985212"/>
                  </a:lnTo>
                  <a:lnTo>
                    <a:pt x="3840223" y="985212"/>
                  </a:lnTo>
                  <a:lnTo>
                    <a:pt x="3840340" y="985212"/>
                  </a:lnTo>
                  <a:lnTo>
                    <a:pt x="3840340" y="984782"/>
                  </a:lnTo>
                  <a:lnTo>
                    <a:pt x="3840340" y="984351"/>
                  </a:lnTo>
                  <a:lnTo>
                    <a:pt x="3840458" y="984351"/>
                  </a:lnTo>
                  <a:lnTo>
                    <a:pt x="3840576" y="984351"/>
                  </a:lnTo>
                  <a:lnTo>
                    <a:pt x="3840693" y="984351"/>
                  </a:lnTo>
                  <a:lnTo>
                    <a:pt x="3840693" y="983921"/>
                  </a:lnTo>
                  <a:lnTo>
                    <a:pt x="3840811" y="983921"/>
                  </a:lnTo>
                  <a:lnTo>
                    <a:pt x="3840929" y="983921"/>
                  </a:lnTo>
                  <a:lnTo>
                    <a:pt x="3841046" y="983921"/>
                  </a:lnTo>
                  <a:lnTo>
                    <a:pt x="3841164" y="983921"/>
                  </a:lnTo>
                  <a:lnTo>
                    <a:pt x="3841164" y="983490"/>
                  </a:lnTo>
                  <a:lnTo>
                    <a:pt x="3841281" y="983490"/>
                  </a:lnTo>
                  <a:lnTo>
                    <a:pt x="3841399" y="983490"/>
                  </a:lnTo>
                  <a:lnTo>
                    <a:pt x="3841517" y="983490"/>
                  </a:lnTo>
                  <a:lnTo>
                    <a:pt x="3841634" y="983490"/>
                  </a:lnTo>
                  <a:lnTo>
                    <a:pt x="3841752" y="983490"/>
                  </a:lnTo>
                  <a:lnTo>
                    <a:pt x="3841752" y="983059"/>
                  </a:lnTo>
                  <a:lnTo>
                    <a:pt x="3841869" y="983059"/>
                  </a:lnTo>
                  <a:lnTo>
                    <a:pt x="3841869" y="982629"/>
                  </a:lnTo>
                  <a:lnTo>
                    <a:pt x="3841987" y="982629"/>
                  </a:lnTo>
                  <a:lnTo>
                    <a:pt x="3841987" y="982198"/>
                  </a:lnTo>
                  <a:lnTo>
                    <a:pt x="3842105" y="982198"/>
                  </a:lnTo>
                  <a:lnTo>
                    <a:pt x="3842222" y="982198"/>
                  </a:lnTo>
                  <a:lnTo>
                    <a:pt x="3842340" y="982198"/>
                  </a:lnTo>
                  <a:lnTo>
                    <a:pt x="3842340" y="981768"/>
                  </a:lnTo>
                  <a:lnTo>
                    <a:pt x="3842458" y="981768"/>
                  </a:lnTo>
                  <a:lnTo>
                    <a:pt x="3842575" y="981768"/>
                  </a:lnTo>
                  <a:lnTo>
                    <a:pt x="3842693" y="981768"/>
                  </a:lnTo>
                  <a:lnTo>
                    <a:pt x="3842810" y="981768"/>
                  </a:lnTo>
                  <a:lnTo>
                    <a:pt x="3842810" y="981337"/>
                  </a:lnTo>
                  <a:lnTo>
                    <a:pt x="3842928" y="981337"/>
                  </a:lnTo>
                  <a:lnTo>
                    <a:pt x="3843046" y="981337"/>
                  </a:lnTo>
                  <a:lnTo>
                    <a:pt x="3843163" y="981337"/>
                  </a:lnTo>
                  <a:lnTo>
                    <a:pt x="3843281" y="981337"/>
                  </a:lnTo>
                  <a:lnTo>
                    <a:pt x="3843398" y="981337"/>
                  </a:lnTo>
                  <a:lnTo>
                    <a:pt x="3843516" y="981337"/>
                  </a:lnTo>
                  <a:lnTo>
                    <a:pt x="3843634" y="981337"/>
                  </a:lnTo>
                  <a:lnTo>
                    <a:pt x="3843751" y="981337"/>
                  </a:lnTo>
                  <a:lnTo>
                    <a:pt x="3843869" y="981337"/>
                  </a:lnTo>
                  <a:lnTo>
                    <a:pt x="3843987" y="981337"/>
                  </a:lnTo>
                  <a:lnTo>
                    <a:pt x="3844104" y="981337"/>
                  </a:lnTo>
                  <a:lnTo>
                    <a:pt x="3844222" y="981337"/>
                  </a:lnTo>
                  <a:lnTo>
                    <a:pt x="3844339" y="981337"/>
                  </a:lnTo>
                  <a:lnTo>
                    <a:pt x="3844339" y="980906"/>
                  </a:lnTo>
                  <a:lnTo>
                    <a:pt x="3844457" y="980906"/>
                  </a:lnTo>
                  <a:lnTo>
                    <a:pt x="3844575" y="980906"/>
                  </a:lnTo>
                  <a:lnTo>
                    <a:pt x="3844692" y="980906"/>
                  </a:lnTo>
                  <a:lnTo>
                    <a:pt x="3844810" y="980906"/>
                  </a:lnTo>
                  <a:lnTo>
                    <a:pt x="3844927" y="980906"/>
                  </a:lnTo>
                  <a:lnTo>
                    <a:pt x="3844927" y="980476"/>
                  </a:lnTo>
                  <a:lnTo>
                    <a:pt x="3845045" y="980476"/>
                  </a:lnTo>
                  <a:lnTo>
                    <a:pt x="3845045" y="980045"/>
                  </a:lnTo>
                  <a:lnTo>
                    <a:pt x="3845163" y="980045"/>
                  </a:lnTo>
                  <a:lnTo>
                    <a:pt x="3845280" y="980045"/>
                  </a:lnTo>
                  <a:lnTo>
                    <a:pt x="3845398" y="980045"/>
                  </a:lnTo>
                  <a:lnTo>
                    <a:pt x="3845516" y="980045"/>
                  </a:lnTo>
                  <a:lnTo>
                    <a:pt x="3845516" y="979615"/>
                  </a:lnTo>
                  <a:lnTo>
                    <a:pt x="3845633" y="979615"/>
                  </a:lnTo>
                  <a:lnTo>
                    <a:pt x="3845751" y="979615"/>
                  </a:lnTo>
                  <a:lnTo>
                    <a:pt x="3845868" y="979615"/>
                  </a:lnTo>
                  <a:lnTo>
                    <a:pt x="3845986" y="979615"/>
                  </a:lnTo>
                  <a:lnTo>
                    <a:pt x="3846104" y="979615"/>
                  </a:lnTo>
                  <a:lnTo>
                    <a:pt x="3846104" y="979184"/>
                  </a:lnTo>
                  <a:lnTo>
                    <a:pt x="3846221" y="979184"/>
                  </a:lnTo>
                  <a:lnTo>
                    <a:pt x="3846339" y="979184"/>
                  </a:lnTo>
                  <a:lnTo>
                    <a:pt x="3846339" y="978753"/>
                  </a:lnTo>
                  <a:lnTo>
                    <a:pt x="3846456" y="978753"/>
                  </a:lnTo>
                  <a:lnTo>
                    <a:pt x="3846574" y="978753"/>
                  </a:lnTo>
                  <a:lnTo>
                    <a:pt x="3846692" y="978753"/>
                  </a:lnTo>
                  <a:lnTo>
                    <a:pt x="3846692" y="978323"/>
                  </a:lnTo>
                  <a:lnTo>
                    <a:pt x="3846809" y="978323"/>
                  </a:lnTo>
                  <a:lnTo>
                    <a:pt x="3846927" y="978323"/>
                  </a:lnTo>
                  <a:lnTo>
                    <a:pt x="3847044" y="978323"/>
                  </a:lnTo>
                  <a:lnTo>
                    <a:pt x="3847162" y="978323"/>
                  </a:lnTo>
                  <a:lnTo>
                    <a:pt x="3847280" y="978323"/>
                  </a:lnTo>
                  <a:lnTo>
                    <a:pt x="3847397" y="978323"/>
                  </a:lnTo>
                  <a:lnTo>
                    <a:pt x="3847515" y="978323"/>
                  </a:lnTo>
                  <a:lnTo>
                    <a:pt x="3847633" y="978323"/>
                  </a:lnTo>
                  <a:lnTo>
                    <a:pt x="3847750" y="978323"/>
                  </a:lnTo>
                  <a:lnTo>
                    <a:pt x="3847868" y="978323"/>
                  </a:lnTo>
                  <a:lnTo>
                    <a:pt x="3847985" y="978323"/>
                  </a:lnTo>
                  <a:lnTo>
                    <a:pt x="3847985" y="977892"/>
                  </a:lnTo>
                  <a:lnTo>
                    <a:pt x="3848103" y="977892"/>
                  </a:lnTo>
                  <a:lnTo>
                    <a:pt x="3848221" y="977892"/>
                  </a:lnTo>
                  <a:lnTo>
                    <a:pt x="3848338" y="977892"/>
                  </a:lnTo>
                  <a:lnTo>
                    <a:pt x="3848456" y="977892"/>
                  </a:lnTo>
                  <a:lnTo>
                    <a:pt x="3848573" y="977892"/>
                  </a:lnTo>
                  <a:lnTo>
                    <a:pt x="3848573" y="977462"/>
                  </a:lnTo>
                  <a:lnTo>
                    <a:pt x="3848573" y="977031"/>
                  </a:lnTo>
                  <a:lnTo>
                    <a:pt x="3848691" y="977031"/>
                  </a:lnTo>
                  <a:lnTo>
                    <a:pt x="3848809" y="977031"/>
                  </a:lnTo>
                  <a:lnTo>
                    <a:pt x="3848926" y="977031"/>
                  </a:lnTo>
                  <a:lnTo>
                    <a:pt x="3849044" y="977031"/>
                  </a:lnTo>
                  <a:lnTo>
                    <a:pt x="3849044" y="976600"/>
                  </a:lnTo>
                  <a:lnTo>
                    <a:pt x="3849162" y="976600"/>
                  </a:lnTo>
                  <a:lnTo>
                    <a:pt x="3849162" y="976170"/>
                  </a:lnTo>
                  <a:lnTo>
                    <a:pt x="3849279" y="976170"/>
                  </a:lnTo>
                  <a:lnTo>
                    <a:pt x="3849397" y="976170"/>
                  </a:lnTo>
                  <a:lnTo>
                    <a:pt x="3849514" y="976170"/>
                  </a:lnTo>
                  <a:lnTo>
                    <a:pt x="3849632" y="976170"/>
                  </a:lnTo>
                  <a:lnTo>
                    <a:pt x="3849750" y="976170"/>
                  </a:lnTo>
                  <a:lnTo>
                    <a:pt x="3849867" y="976170"/>
                  </a:lnTo>
                  <a:lnTo>
                    <a:pt x="3849985" y="976170"/>
                  </a:lnTo>
                  <a:lnTo>
                    <a:pt x="3850102" y="976170"/>
                  </a:lnTo>
                  <a:lnTo>
                    <a:pt x="3850220" y="976170"/>
                  </a:lnTo>
                  <a:lnTo>
                    <a:pt x="3850338" y="976170"/>
                  </a:lnTo>
                  <a:lnTo>
                    <a:pt x="3850455" y="976170"/>
                  </a:lnTo>
                  <a:lnTo>
                    <a:pt x="3850573" y="976170"/>
                  </a:lnTo>
                  <a:lnTo>
                    <a:pt x="3850691" y="976170"/>
                  </a:lnTo>
                  <a:lnTo>
                    <a:pt x="3850808" y="976170"/>
                  </a:lnTo>
                  <a:lnTo>
                    <a:pt x="3850926" y="976170"/>
                  </a:lnTo>
                  <a:lnTo>
                    <a:pt x="3851043" y="976170"/>
                  </a:lnTo>
                  <a:lnTo>
                    <a:pt x="3851043" y="975739"/>
                  </a:lnTo>
                  <a:lnTo>
                    <a:pt x="3851161" y="975739"/>
                  </a:lnTo>
                  <a:lnTo>
                    <a:pt x="3851279" y="975739"/>
                  </a:lnTo>
                  <a:lnTo>
                    <a:pt x="3851279" y="975309"/>
                  </a:lnTo>
                  <a:lnTo>
                    <a:pt x="3851396" y="975309"/>
                  </a:lnTo>
                  <a:lnTo>
                    <a:pt x="3851514" y="975309"/>
                  </a:lnTo>
                  <a:lnTo>
                    <a:pt x="3851631" y="975309"/>
                  </a:lnTo>
                  <a:lnTo>
                    <a:pt x="3851749" y="975309"/>
                  </a:lnTo>
                  <a:lnTo>
                    <a:pt x="3851867" y="975309"/>
                  </a:lnTo>
                  <a:lnTo>
                    <a:pt x="3851984" y="975309"/>
                  </a:lnTo>
                  <a:lnTo>
                    <a:pt x="3851984" y="974878"/>
                  </a:lnTo>
                  <a:lnTo>
                    <a:pt x="3852102" y="974878"/>
                  </a:lnTo>
                  <a:lnTo>
                    <a:pt x="3852220" y="974878"/>
                  </a:lnTo>
                  <a:lnTo>
                    <a:pt x="3852337" y="974878"/>
                  </a:lnTo>
                  <a:lnTo>
                    <a:pt x="3852337" y="974447"/>
                  </a:lnTo>
                  <a:lnTo>
                    <a:pt x="3852455" y="974447"/>
                  </a:lnTo>
                  <a:lnTo>
                    <a:pt x="3852572" y="974447"/>
                  </a:lnTo>
                  <a:lnTo>
                    <a:pt x="3852572" y="974017"/>
                  </a:lnTo>
                  <a:lnTo>
                    <a:pt x="3852690" y="974017"/>
                  </a:lnTo>
                  <a:lnTo>
                    <a:pt x="3852808" y="974017"/>
                  </a:lnTo>
                  <a:lnTo>
                    <a:pt x="3852925" y="974017"/>
                  </a:lnTo>
                  <a:lnTo>
                    <a:pt x="3853043" y="974017"/>
                  </a:lnTo>
                  <a:lnTo>
                    <a:pt x="3853160" y="974017"/>
                  </a:lnTo>
                  <a:lnTo>
                    <a:pt x="3853278" y="974017"/>
                  </a:lnTo>
                  <a:lnTo>
                    <a:pt x="3853396" y="974017"/>
                  </a:lnTo>
                  <a:lnTo>
                    <a:pt x="3853513" y="974017"/>
                  </a:lnTo>
                  <a:lnTo>
                    <a:pt x="3853631" y="974017"/>
                  </a:lnTo>
                  <a:lnTo>
                    <a:pt x="3853749" y="974017"/>
                  </a:lnTo>
                  <a:lnTo>
                    <a:pt x="3853749" y="973586"/>
                  </a:lnTo>
                  <a:lnTo>
                    <a:pt x="3853866" y="973586"/>
                  </a:lnTo>
                  <a:lnTo>
                    <a:pt x="3853866" y="973156"/>
                  </a:lnTo>
                  <a:lnTo>
                    <a:pt x="3853984" y="973156"/>
                  </a:lnTo>
                  <a:lnTo>
                    <a:pt x="3853984" y="972725"/>
                  </a:lnTo>
                  <a:lnTo>
                    <a:pt x="3854101" y="972725"/>
                  </a:lnTo>
                  <a:lnTo>
                    <a:pt x="3854219" y="972725"/>
                  </a:lnTo>
                  <a:lnTo>
                    <a:pt x="3854337" y="972725"/>
                  </a:lnTo>
                  <a:lnTo>
                    <a:pt x="3854454" y="972725"/>
                  </a:lnTo>
                  <a:lnTo>
                    <a:pt x="3854572" y="972725"/>
                  </a:lnTo>
                  <a:lnTo>
                    <a:pt x="3854689" y="972725"/>
                  </a:lnTo>
                  <a:lnTo>
                    <a:pt x="3854807" y="972725"/>
                  </a:lnTo>
                  <a:lnTo>
                    <a:pt x="3854925" y="972725"/>
                  </a:lnTo>
                  <a:lnTo>
                    <a:pt x="3855042" y="972725"/>
                  </a:lnTo>
                  <a:lnTo>
                    <a:pt x="3855160" y="972725"/>
                  </a:lnTo>
                  <a:lnTo>
                    <a:pt x="3855277" y="972725"/>
                  </a:lnTo>
                  <a:lnTo>
                    <a:pt x="3855395" y="972725"/>
                  </a:lnTo>
                  <a:lnTo>
                    <a:pt x="3855513" y="972725"/>
                  </a:lnTo>
                  <a:lnTo>
                    <a:pt x="3855630" y="972725"/>
                  </a:lnTo>
                  <a:lnTo>
                    <a:pt x="3855748" y="972725"/>
                  </a:lnTo>
                  <a:lnTo>
                    <a:pt x="3855866" y="972725"/>
                  </a:lnTo>
                  <a:lnTo>
                    <a:pt x="3855983" y="972725"/>
                  </a:lnTo>
                  <a:lnTo>
                    <a:pt x="3856101" y="972725"/>
                  </a:lnTo>
                  <a:lnTo>
                    <a:pt x="3856218" y="972725"/>
                  </a:lnTo>
                  <a:lnTo>
                    <a:pt x="3856336" y="972725"/>
                  </a:lnTo>
                  <a:lnTo>
                    <a:pt x="3856454" y="972725"/>
                  </a:lnTo>
                  <a:lnTo>
                    <a:pt x="3856571" y="972725"/>
                  </a:lnTo>
                  <a:lnTo>
                    <a:pt x="3856571" y="972294"/>
                  </a:lnTo>
                  <a:lnTo>
                    <a:pt x="3856689" y="972294"/>
                  </a:lnTo>
                  <a:lnTo>
                    <a:pt x="3856806" y="972294"/>
                  </a:lnTo>
                  <a:lnTo>
                    <a:pt x="3856924" y="972294"/>
                  </a:lnTo>
                  <a:lnTo>
                    <a:pt x="3857042" y="972294"/>
                  </a:lnTo>
                  <a:lnTo>
                    <a:pt x="3857159" y="972294"/>
                  </a:lnTo>
                  <a:lnTo>
                    <a:pt x="3857277" y="972294"/>
                  </a:lnTo>
                  <a:lnTo>
                    <a:pt x="3857277" y="971864"/>
                  </a:lnTo>
                  <a:lnTo>
                    <a:pt x="3857395" y="971864"/>
                  </a:lnTo>
                  <a:lnTo>
                    <a:pt x="3857512" y="971864"/>
                  </a:lnTo>
                  <a:lnTo>
                    <a:pt x="3857630" y="971864"/>
                  </a:lnTo>
                  <a:lnTo>
                    <a:pt x="3857747" y="971864"/>
                  </a:lnTo>
                  <a:lnTo>
                    <a:pt x="3857865" y="971864"/>
                  </a:lnTo>
                  <a:lnTo>
                    <a:pt x="3857983" y="971864"/>
                  </a:lnTo>
                  <a:lnTo>
                    <a:pt x="3858100" y="971864"/>
                  </a:lnTo>
                  <a:lnTo>
                    <a:pt x="3858218" y="971864"/>
                  </a:lnTo>
                  <a:lnTo>
                    <a:pt x="3858335" y="971864"/>
                  </a:lnTo>
                  <a:lnTo>
                    <a:pt x="3858453" y="971864"/>
                  </a:lnTo>
                  <a:lnTo>
                    <a:pt x="3858571" y="971864"/>
                  </a:lnTo>
                  <a:lnTo>
                    <a:pt x="3858688" y="971864"/>
                  </a:lnTo>
                  <a:lnTo>
                    <a:pt x="3858806" y="971864"/>
                  </a:lnTo>
                  <a:lnTo>
                    <a:pt x="3858924" y="971864"/>
                  </a:lnTo>
                  <a:lnTo>
                    <a:pt x="3858924" y="971433"/>
                  </a:lnTo>
                  <a:lnTo>
                    <a:pt x="3858924" y="971003"/>
                  </a:lnTo>
                  <a:lnTo>
                    <a:pt x="3859041" y="971003"/>
                  </a:lnTo>
                  <a:lnTo>
                    <a:pt x="3859041" y="970572"/>
                  </a:lnTo>
                  <a:lnTo>
                    <a:pt x="3859159" y="970572"/>
                  </a:lnTo>
                  <a:lnTo>
                    <a:pt x="3859276" y="970572"/>
                  </a:lnTo>
                  <a:lnTo>
                    <a:pt x="3859394" y="970572"/>
                  </a:lnTo>
                  <a:lnTo>
                    <a:pt x="3859512" y="970572"/>
                  </a:lnTo>
                  <a:lnTo>
                    <a:pt x="3859629" y="970572"/>
                  </a:lnTo>
                  <a:lnTo>
                    <a:pt x="3859747" y="970572"/>
                  </a:lnTo>
                  <a:lnTo>
                    <a:pt x="3859864" y="970572"/>
                  </a:lnTo>
                  <a:lnTo>
                    <a:pt x="3859982" y="970572"/>
                  </a:lnTo>
                  <a:lnTo>
                    <a:pt x="3860100" y="970572"/>
                  </a:lnTo>
                  <a:lnTo>
                    <a:pt x="3860217" y="970572"/>
                  </a:lnTo>
                  <a:lnTo>
                    <a:pt x="3860335" y="970572"/>
                  </a:lnTo>
                  <a:lnTo>
                    <a:pt x="3860453" y="970572"/>
                  </a:lnTo>
                  <a:lnTo>
                    <a:pt x="3860570" y="970572"/>
                  </a:lnTo>
                  <a:lnTo>
                    <a:pt x="3860570" y="970141"/>
                  </a:lnTo>
                  <a:lnTo>
                    <a:pt x="3860688" y="970141"/>
                  </a:lnTo>
                  <a:lnTo>
                    <a:pt x="3860805" y="970141"/>
                  </a:lnTo>
                  <a:lnTo>
                    <a:pt x="3860923" y="970141"/>
                  </a:lnTo>
                  <a:lnTo>
                    <a:pt x="3861041" y="970141"/>
                  </a:lnTo>
                  <a:lnTo>
                    <a:pt x="3861158" y="970141"/>
                  </a:lnTo>
                  <a:lnTo>
                    <a:pt x="3861276" y="970141"/>
                  </a:lnTo>
                  <a:lnTo>
                    <a:pt x="3861393" y="970141"/>
                  </a:lnTo>
                  <a:lnTo>
                    <a:pt x="3861511" y="970141"/>
                  </a:lnTo>
                  <a:lnTo>
                    <a:pt x="3861511" y="969711"/>
                  </a:lnTo>
                  <a:lnTo>
                    <a:pt x="3861511" y="969280"/>
                  </a:lnTo>
                  <a:lnTo>
                    <a:pt x="3861629" y="969280"/>
                  </a:lnTo>
                  <a:lnTo>
                    <a:pt x="3861746" y="969280"/>
                  </a:lnTo>
                  <a:lnTo>
                    <a:pt x="3861864" y="969280"/>
                  </a:lnTo>
                  <a:lnTo>
                    <a:pt x="3861982" y="969280"/>
                  </a:lnTo>
                  <a:lnTo>
                    <a:pt x="3861982" y="968850"/>
                  </a:lnTo>
                  <a:lnTo>
                    <a:pt x="3861982" y="968419"/>
                  </a:lnTo>
                  <a:lnTo>
                    <a:pt x="3861982" y="967988"/>
                  </a:lnTo>
                  <a:lnTo>
                    <a:pt x="3862099" y="967988"/>
                  </a:lnTo>
                  <a:lnTo>
                    <a:pt x="3862099" y="967558"/>
                  </a:lnTo>
                  <a:lnTo>
                    <a:pt x="3862217" y="967558"/>
                  </a:lnTo>
                  <a:lnTo>
                    <a:pt x="3862217" y="967127"/>
                  </a:lnTo>
                  <a:lnTo>
                    <a:pt x="3862334" y="967127"/>
                  </a:lnTo>
                  <a:lnTo>
                    <a:pt x="3862452" y="967127"/>
                  </a:lnTo>
                  <a:lnTo>
                    <a:pt x="3862570" y="967127"/>
                  </a:lnTo>
                  <a:lnTo>
                    <a:pt x="3862687" y="967127"/>
                  </a:lnTo>
                  <a:lnTo>
                    <a:pt x="3862805" y="967127"/>
                  </a:lnTo>
                  <a:lnTo>
                    <a:pt x="3862922" y="967127"/>
                  </a:lnTo>
                  <a:lnTo>
                    <a:pt x="3863040" y="967127"/>
                  </a:lnTo>
                  <a:lnTo>
                    <a:pt x="3863158" y="967127"/>
                  </a:lnTo>
                  <a:lnTo>
                    <a:pt x="3863275" y="967127"/>
                  </a:lnTo>
                  <a:lnTo>
                    <a:pt x="3863275" y="966697"/>
                  </a:lnTo>
                  <a:lnTo>
                    <a:pt x="3863393" y="966697"/>
                  </a:lnTo>
                  <a:lnTo>
                    <a:pt x="3863510" y="966697"/>
                  </a:lnTo>
                  <a:lnTo>
                    <a:pt x="3863628" y="966697"/>
                  </a:lnTo>
                  <a:lnTo>
                    <a:pt x="3863746" y="966697"/>
                  </a:lnTo>
                  <a:lnTo>
                    <a:pt x="3863863" y="966697"/>
                  </a:lnTo>
                  <a:lnTo>
                    <a:pt x="3863981" y="966697"/>
                  </a:lnTo>
                  <a:lnTo>
                    <a:pt x="3864099" y="966697"/>
                  </a:lnTo>
                  <a:lnTo>
                    <a:pt x="3864216" y="966697"/>
                  </a:lnTo>
                  <a:lnTo>
                    <a:pt x="3864334" y="966697"/>
                  </a:lnTo>
                  <a:lnTo>
                    <a:pt x="3864451" y="966697"/>
                  </a:lnTo>
                  <a:lnTo>
                    <a:pt x="3864451" y="966266"/>
                  </a:lnTo>
                  <a:lnTo>
                    <a:pt x="3864451" y="965835"/>
                  </a:lnTo>
                  <a:lnTo>
                    <a:pt x="3864569" y="965835"/>
                  </a:lnTo>
                  <a:lnTo>
                    <a:pt x="3864687" y="965835"/>
                  </a:lnTo>
                  <a:lnTo>
                    <a:pt x="3864804" y="965835"/>
                  </a:lnTo>
                  <a:lnTo>
                    <a:pt x="3864922" y="965835"/>
                  </a:lnTo>
                  <a:lnTo>
                    <a:pt x="3864922" y="965405"/>
                  </a:lnTo>
                  <a:lnTo>
                    <a:pt x="3864922" y="964974"/>
                  </a:lnTo>
                  <a:lnTo>
                    <a:pt x="3864922" y="964544"/>
                  </a:lnTo>
                  <a:lnTo>
                    <a:pt x="3865039" y="964544"/>
                  </a:lnTo>
                  <a:lnTo>
                    <a:pt x="3865039" y="964113"/>
                  </a:lnTo>
                  <a:lnTo>
                    <a:pt x="3865157" y="964113"/>
                  </a:lnTo>
                  <a:lnTo>
                    <a:pt x="3865275" y="964113"/>
                  </a:lnTo>
                  <a:lnTo>
                    <a:pt x="3865275" y="963682"/>
                  </a:lnTo>
                  <a:lnTo>
                    <a:pt x="3865392" y="963682"/>
                  </a:lnTo>
                  <a:lnTo>
                    <a:pt x="3865510" y="963682"/>
                  </a:lnTo>
                  <a:lnTo>
                    <a:pt x="3865510" y="963252"/>
                  </a:lnTo>
                  <a:lnTo>
                    <a:pt x="3865628" y="963252"/>
                  </a:lnTo>
                  <a:lnTo>
                    <a:pt x="3865745" y="963252"/>
                  </a:lnTo>
                  <a:lnTo>
                    <a:pt x="3865863" y="963252"/>
                  </a:lnTo>
                  <a:lnTo>
                    <a:pt x="3865980" y="963252"/>
                  </a:lnTo>
                  <a:lnTo>
                    <a:pt x="3866098" y="963252"/>
                  </a:lnTo>
                  <a:lnTo>
                    <a:pt x="3866216" y="963252"/>
                  </a:lnTo>
                  <a:lnTo>
                    <a:pt x="3866333" y="963252"/>
                  </a:lnTo>
                  <a:lnTo>
                    <a:pt x="3866451" y="963252"/>
                  </a:lnTo>
                  <a:lnTo>
                    <a:pt x="3866568" y="963252"/>
                  </a:lnTo>
                  <a:lnTo>
                    <a:pt x="3866686" y="963252"/>
                  </a:lnTo>
                  <a:lnTo>
                    <a:pt x="3866686" y="962821"/>
                  </a:lnTo>
                  <a:lnTo>
                    <a:pt x="3866804" y="962821"/>
                  </a:lnTo>
                  <a:lnTo>
                    <a:pt x="3866921" y="962821"/>
                  </a:lnTo>
                  <a:lnTo>
                    <a:pt x="3867039" y="962821"/>
                  </a:lnTo>
                  <a:lnTo>
                    <a:pt x="3867157" y="962821"/>
                  </a:lnTo>
                  <a:lnTo>
                    <a:pt x="3867157" y="962391"/>
                  </a:lnTo>
                  <a:lnTo>
                    <a:pt x="3867274" y="962391"/>
                  </a:lnTo>
                  <a:lnTo>
                    <a:pt x="3867392" y="962391"/>
                  </a:lnTo>
                  <a:lnTo>
                    <a:pt x="3867509" y="962391"/>
                  </a:lnTo>
                  <a:lnTo>
                    <a:pt x="3867627" y="962391"/>
                  </a:lnTo>
                  <a:lnTo>
                    <a:pt x="3867745" y="962391"/>
                  </a:lnTo>
                  <a:lnTo>
                    <a:pt x="3867862" y="962391"/>
                  </a:lnTo>
                  <a:lnTo>
                    <a:pt x="3867980" y="962391"/>
                  </a:lnTo>
                  <a:lnTo>
                    <a:pt x="3867980" y="961960"/>
                  </a:lnTo>
                  <a:lnTo>
                    <a:pt x="3868097" y="961960"/>
                  </a:lnTo>
                  <a:lnTo>
                    <a:pt x="3868215" y="961960"/>
                  </a:lnTo>
                  <a:lnTo>
                    <a:pt x="3868333" y="961960"/>
                  </a:lnTo>
                  <a:lnTo>
                    <a:pt x="3868450" y="961960"/>
                  </a:lnTo>
                  <a:lnTo>
                    <a:pt x="3868568" y="961960"/>
                  </a:lnTo>
                  <a:lnTo>
                    <a:pt x="3868568" y="961529"/>
                  </a:lnTo>
                  <a:lnTo>
                    <a:pt x="3868686" y="961529"/>
                  </a:lnTo>
                  <a:lnTo>
                    <a:pt x="3868803" y="961529"/>
                  </a:lnTo>
                  <a:lnTo>
                    <a:pt x="3868921" y="961529"/>
                  </a:lnTo>
                  <a:lnTo>
                    <a:pt x="3869038" y="961529"/>
                  </a:lnTo>
                  <a:lnTo>
                    <a:pt x="3869156" y="961529"/>
                  </a:lnTo>
                  <a:lnTo>
                    <a:pt x="3869274" y="961529"/>
                  </a:lnTo>
                  <a:lnTo>
                    <a:pt x="3869391" y="961529"/>
                  </a:lnTo>
                  <a:lnTo>
                    <a:pt x="3869391" y="961099"/>
                  </a:lnTo>
                  <a:lnTo>
                    <a:pt x="3869509" y="961099"/>
                  </a:lnTo>
                  <a:lnTo>
                    <a:pt x="3869626" y="961099"/>
                  </a:lnTo>
                  <a:lnTo>
                    <a:pt x="3869744" y="961099"/>
                  </a:lnTo>
                  <a:lnTo>
                    <a:pt x="3869744" y="960668"/>
                  </a:lnTo>
                  <a:lnTo>
                    <a:pt x="3869862" y="960668"/>
                  </a:lnTo>
                  <a:lnTo>
                    <a:pt x="3869979" y="960668"/>
                  </a:lnTo>
                  <a:lnTo>
                    <a:pt x="3870097" y="960668"/>
                  </a:lnTo>
                  <a:lnTo>
                    <a:pt x="3870097" y="960238"/>
                  </a:lnTo>
                  <a:lnTo>
                    <a:pt x="3870215" y="960238"/>
                  </a:lnTo>
                  <a:lnTo>
                    <a:pt x="3870332" y="960238"/>
                  </a:lnTo>
                  <a:lnTo>
                    <a:pt x="3870450" y="960238"/>
                  </a:lnTo>
                  <a:lnTo>
                    <a:pt x="3870567" y="960238"/>
                  </a:lnTo>
                  <a:lnTo>
                    <a:pt x="3870685" y="960238"/>
                  </a:lnTo>
                  <a:lnTo>
                    <a:pt x="3870803" y="960238"/>
                  </a:lnTo>
                  <a:lnTo>
                    <a:pt x="3870920" y="960238"/>
                  </a:lnTo>
                  <a:lnTo>
                    <a:pt x="3870920" y="959807"/>
                  </a:lnTo>
                  <a:lnTo>
                    <a:pt x="3871038" y="959807"/>
                  </a:lnTo>
                  <a:lnTo>
                    <a:pt x="3871155" y="959807"/>
                  </a:lnTo>
                  <a:lnTo>
                    <a:pt x="3871273" y="959807"/>
                  </a:lnTo>
                  <a:lnTo>
                    <a:pt x="3871391" y="959807"/>
                  </a:lnTo>
                  <a:lnTo>
                    <a:pt x="3871391" y="959376"/>
                  </a:lnTo>
                  <a:lnTo>
                    <a:pt x="3871391" y="958946"/>
                  </a:lnTo>
                  <a:lnTo>
                    <a:pt x="3871508" y="958946"/>
                  </a:lnTo>
                  <a:lnTo>
                    <a:pt x="3871626" y="958946"/>
                  </a:lnTo>
                  <a:lnTo>
                    <a:pt x="3871626" y="958515"/>
                  </a:lnTo>
                  <a:lnTo>
                    <a:pt x="3871743" y="958515"/>
                  </a:lnTo>
                  <a:lnTo>
                    <a:pt x="3871861" y="958515"/>
                  </a:lnTo>
                  <a:lnTo>
                    <a:pt x="3871979" y="958515"/>
                  </a:lnTo>
                  <a:lnTo>
                    <a:pt x="3872096" y="958515"/>
                  </a:lnTo>
                  <a:lnTo>
                    <a:pt x="3872096" y="958085"/>
                  </a:lnTo>
                  <a:lnTo>
                    <a:pt x="3872214" y="958085"/>
                  </a:lnTo>
                  <a:lnTo>
                    <a:pt x="3872332" y="958085"/>
                  </a:lnTo>
                  <a:lnTo>
                    <a:pt x="3872449" y="958085"/>
                  </a:lnTo>
                  <a:lnTo>
                    <a:pt x="3872567" y="958085"/>
                  </a:lnTo>
                  <a:lnTo>
                    <a:pt x="3872684" y="958085"/>
                  </a:lnTo>
                  <a:lnTo>
                    <a:pt x="3872802" y="958085"/>
                  </a:lnTo>
                  <a:lnTo>
                    <a:pt x="3872920" y="958085"/>
                  </a:lnTo>
                  <a:lnTo>
                    <a:pt x="3873037" y="958085"/>
                  </a:lnTo>
                  <a:lnTo>
                    <a:pt x="3873155" y="958085"/>
                  </a:lnTo>
                  <a:lnTo>
                    <a:pt x="3873272" y="958085"/>
                  </a:lnTo>
                  <a:lnTo>
                    <a:pt x="3873390" y="958085"/>
                  </a:lnTo>
                  <a:lnTo>
                    <a:pt x="3873390" y="957654"/>
                  </a:lnTo>
                  <a:lnTo>
                    <a:pt x="3873508" y="957654"/>
                  </a:lnTo>
                  <a:lnTo>
                    <a:pt x="3873625" y="957654"/>
                  </a:lnTo>
                  <a:lnTo>
                    <a:pt x="3873743" y="957654"/>
                  </a:lnTo>
                  <a:lnTo>
                    <a:pt x="3873861" y="957654"/>
                  </a:lnTo>
                  <a:lnTo>
                    <a:pt x="3873978" y="957654"/>
                  </a:lnTo>
                  <a:lnTo>
                    <a:pt x="3874096" y="957654"/>
                  </a:lnTo>
                  <a:lnTo>
                    <a:pt x="3874213" y="957654"/>
                  </a:lnTo>
                  <a:lnTo>
                    <a:pt x="3874331" y="957654"/>
                  </a:lnTo>
                  <a:lnTo>
                    <a:pt x="3874449" y="957654"/>
                  </a:lnTo>
                  <a:lnTo>
                    <a:pt x="3874566" y="957654"/>
                  </a:lnTo>
                  <a:lnTo>
                    <a:pt x="3874684" y="957654"/>
                  </a:lnTo>
                  <a:lnTo>
                    <a:pt x="3874801" y="957654"/>
                  </a:lnTo>
                  <a:lnTo>
                    <a:pt x="3874919" y="957654"/>
                  </a:lnTo>
                  <a:lnTo>
                    <a:pt x="3875037" y="957654"/>
                  </a:lnTo>
                  <a:lnTo>
                    <a:pt x="3875154" y="957654"/>
                  </a:lnTo>
                  <a:lnTo>
                    <a:pt x="3875272" y="957654"/>
                  </a:lnTo>
                  <a:lnTo>
                    <a:pt x="3875390" y="957654"/>
                  </a:lnTo>
                  <a:lnTo>
                    <a:pt x="3875507" y="957654"/>
                  </a:lnTo>
                  <a:lnTo>
                    <a:pt x="3875625" y="957654"/>
                  </a:lnTo>
                  <a:lnTo>
                    <a:pt x="3875742" y="957654"/>
                  </a:lnTo>
                  <a:lnTo>
                    <a:pt x="3875860" y="957654"/>
                  </a:lnTo>
                  <a:lnTo>
                    <a:pt x="3875978" y="957654"/>
                  </a:lnTo>
                  <a:lnTo>
                    <a:pt x="3875978" y="957223"/>
                  </a:lnTo>
                  <a:lnTo>
                    <a:pt x="3876095" y="957223"/>
                  </a:lnTo>
                  <a:lnTo>
                    <a:pt x="3876213" y="957223"/>
                  </a:lnTo>
                  <a:lnTo>
                    <a:pt x="3876330" y="957223"/>
                  </a:lnTo>
                  <a:lnTo>
                    <a:pt x="3876448" y="957223"/>
                  </a:lnTo>
                  <a:lnTo>
                    <a:pt x="3876566" y="957223"/>
                  </a:lnTo>
                  <a:lnTo>
                    <a:pt x="3876683" y="957223"/>
                  </a:lnTo>
                  <a:lnTo>
                    <a:pt x="3876801" y="957223"/>
                  </a:lnTo>
                  <a:lnTo>
                    <a:pt x="3876919" y="957223"/>
                  </a:lnTo>
                  <a:lnTo>
                    <a:pt x="3877036" y="957223"/>
                  </a:lnTo>
                  <a:lnTo>
                    <a:pt x="3877036" y="956793"/>
                  </a:lnTo>
                  <a:lnTo>
                    <a:pt x="3877154" y="956793"/>
                  </a:lnTo>
                  <a:lnTo>
                    <a:pt x="3877154" y="956362"/>
                  </a:lnTo>
                  <a:lnTo>
                    <a:pt x="3877271" y="956362"/>
                  </a:lnTo>
                  <a:lnTo>
                    <a:pt x="3877389" y="956362"/>
                  </a:lnTo>
                  <a:lnTo>
                    <a:pt x="3877507" y="956362"/>
                  </a:lnTo>
                  <a:lnTo>
                    <a:pt x="3877624" y="956362"/>
                  </a:lnTo>
                  <a:lnTo>
                    <a:pt x="3877742" y="956362"/>
                  </a:lnTo>
                  <a:lnTo>
                    <a:pt x="3877859" y="956362"/>
                  </a:lnTo>
                  <a:lnTo>
                    <a:pt x="3877977" y="956362"/>
                  </a:lnTo>
                  <a:lnTo>
                    <a:pt x="3878095" y="956362"/>
                  </a:lnTo>
                  <a:lnTo>
                    <a:pt x="3878212" y="956362"/>
                  </a:lnTo>
                  <a:lnTo>
                    <a:pt x="3878330" y="956362"/>
                  </a:lnTo>
                  <a:lnTo>
                    <a:pt x="3878330" y="955932"/>
                  </a:lnTo>
                  <a:lnTo>
                    <a:pt x="3878447" y="955932"/>
                  </a:lnTo>
                  <a:lnTo>
                    <a:pt x="3878565" y="955932"/>
                  </a:lnTo>
                  <a:lnTo>
                    <a:pt x="3878683" y="955932"/>
                  </a:lnTo>
                  <a:lnTo>
                    <a:pt x="3878800" y="955932"/>
                  </a:lnTo>
                  <a:lnTo>
                    <a:pt x="3878800" y="955501"/>
                  </a:lnTo>
                  <a:lnTo>
                    <a:pt x="3878918" y="955501"/>
                  </a:lnTo>
                  <a:lnTo>
                    <a:pt x="3879036" y="955501"/>
                  </a:lnTo>
                  <a:lnTo>
                    <a:pt x="3879153" y="955501"/>
                  </a:lnTo>
                  <a:lnTo>
                    <a:pt x="3879271" y="955501"/>
                  </a:lnTo>
                  <a:lnTo>
                    <a:pt x="3879388" y="955501"/>
                  </a:lnTo>
                  <a:lnTo>
                    <a:pt x="3879506" y="955501"/>
                  </a:lnTo>
                  <a:lnTo>
                    <a:pt x="3879624" y="955501"/>
                  </a:lnTo>
                  <a:lnTo>
                    <a:pt x="3879741" y="955501"/>
                  </a:lnTo>
                  <a:lnTo>
                    <a:pt x="3879859" y="955501"/>
                  </a:lnTo>
                  <a:lnTo>
                    <a:pt x="3879976" y="955501"/>
                  </a:lnTo>
                  <a:lnTo>
                    <a:pt x="3880094" y="955501"/>
                  </a:lnTo>
                  <a:lnTo>
                    <a:pt x="3880212" y="955501"/>
                  </a:lnTo>
                  <a:lnTo>
                    <a:pt x="3880329" y="955501"/>
                  </a:lnTo>
                  <a:lnTo>
                    <a:pt x="3880447" y="955501"/>
                  </a:lnTo>
                  <a:lnTo>
                    <a:pt x="3880565" y="955501"/>
                  </a:lnTo>
                  <a:lnTo>
                    <a:pt x="3880682" y="955501"/>
                  </a:lnTo>
                  <a:lnTo>
                    <a:pt x="3880800" y="955501"/>
                  </a:lnTo>
                  <a:lnTo>
                    <a:pt x="3880800" y="955070"/>
                  </a:lnTo>
                  <a:lnTo>
                    <a:pt x="3880917" y="955070"/>
                  </a:lnTo>
                  <a:lnTo>
                    <a:pt x="3881035" y="955070"/>
                  </a:lnTo>
                  <a:lnTo>
                    <a:pt x="3881153" y="955070"/>
                  </a:lnTo>
                  <a:lnTo>
                    <a:pt x="3881270" y="955070"/>
                  </a:lnTo>
                  <a:lnTo>
                    <a:pt x="3881388" y="955070"/>
                  </a:lnTo>
                  <a:lnTo>
                    <a:pt x="3881505" y="955070"/>
                  </a:lnTo>
                  <a:lnTo>
                    <a:pt x="3881623" y="955070"/>
                  </a:lnTo>
                  <a:lnTo>
                    <a:pt x="3881741" y="955070"/>
                  </a:lnTo>
                  <a:lnTo>
                    <a:pt x="3881858" y="955070"/>
                  </a:lnTo>
                  <a:lnTo>
                    <a:pt x="3881976" y="955070"/>
                  </a:lnTo>
                  <a:lnTo>
                    <a:pt x="3882094" y="955070"/>
                  </a:lnTo>
                  <a:lnTo>
                    <a:pt x="3882211" y="955070"/>
                  </a:lnTo>
                  <a:lnTo>
                    <a:pt x="3882329" y="955070"/>
                  </a:lnTo>
                  <a:lnTo>
                    <a:pt x="3882446" y="955070"/>
                  </a:lnTo>
                  <a:lnTo>
                    <a:pt x="3882564" y="955070"/>
                  </a:lnTo>
                  <a:lnTo>
                    <a:pt x="3882682" y="955070"/>
                  </a:lnTo>
                  <a:lnTo>
                    <a:pt x="3882799" y="955070"/>
                  </a:lnTo>
                  <a:lnTo>
                    <a:pt x="3882917" y="955070"/>
                  </a:lnTo>
                  <a:lnTo>
                    <a:pt x="3883034" y="955070"/>
                  </a:lnTo>
                  <a:lnTo>
                    <a:pt x="3883034" y="954640"/>
                  </a:lnTo>
                  <a:lnTo>
                    <a:pt x="3883152" y="954640"/>
                  </a:lnTo>
                  <a:lnTo>
                    <a:pt x="3883152" y="954209"/>
                  </a:lnTo>
                  <a:lnTo>
                    <a:pt x="3883152" y="953779"/>
                  </a:lnTo>
                  <a:lnTo>
                    <a:pt x="3883152" y="953348"/>
                  </a:lnTo>
                  <a:lnTo>
                    <a:pt x="3883270" y="953348"/>
                  </a:lnTo>
                  <a:lnTo>
                    <a:pt x="3883387" y="953348"/>
                  </a:lnTo>
                  <a:lnTo>
                    <a:pt x="3883505" y="953348"/>
                  </a:lnTo>
                  <a:lnTo>
                    <a:pt x="3883623" y="953348"/>
                  </a:lnTo>
                  <a:lnTo>
                    <a:pt x="3883740" y="953348"/>
                  </a:lnTo>
                  <a:lnTo>
                    <a:pt x="3883858" y="953348"/>
                  </a:lnTo>
                  <a:lnTo>
                    <a:pt x="3883975" y="953348"/>
                  </a:lnTo>
                  <a:lnTo>
                    <a:pt x="3884093" y="953348"/>
                  </a:lnTo>
                  <a:lnTo>
                    <a:pt x="3884211" y="953348"/>
                  </a:lnTo>
                  <a:lnTo>
                    <a:pt x="3884328" y="953348"/>
                  </a:lnTo>
                  <a:lnTo>
                    <a:pt x="3884328" y="952917"/>
                  </a:lnTo>
                  <a:lnTo>
                    <a:pt x="3884446" y="952917"/>
                  </a:lnTo>
                  <a:lnTo>
                    <a:pt x="3884563" y="952917"/>
                  </a:lnTo>
                  <a:lnTo>
                    <a:pt x="3884681" y="952917"/>
                  </a:lnTo>
                  <a:lnTo>
                    <a:pt x="3884799" y="952917"/>
                  </a:lnTo>
                  <a:lnTo>
                    <a:pt x="3884799" y="952487"/>
                  </a:lnTo>
                  <a:lnTo>
                    <a:pt x="3884916" y="952487"/>
                  </a:lnTo>
                  <a:lnTo>
                    <a:pt x="3885034" y="952487"/>
                  </a:lnTo>
                  <a:lnTo>
                    <a:pt x="3885152" y="952487"/>
                  </a:lnTo>
                  <a:lnTo>
                    <a:pt x="3885269" y="952487"/>
                  </a:lnTo>
                  <a:lnTo>
                    <a:pt x="3885387" y="952487"/>
                  </a:lnTo>
                  <a:lnTo>
                    <a:pt x="3885504" y="952487"/>
                  </a:lnTo>
                  <a:lnTo>
                    <a:pt x="3885622" y="952487"/>
                  </a:lnTo>
                  <a:lnTo>
                    <a:pt x="3885740" y="952487"/>
                  </a:lnTo>
                  <a:lnTo>
                    <a:pt x="3885857" y="952487"/>
                  </a:lnTo>
                  <a:lnTo>
                    <a:pt x="3885857" y="952056"/>
                  </a:lnTo>
                  <a:lnTo>
                    <a:pt x="3885975" y="952056"/>
                  </a:lnTo>
                  <a:lnTo>
                    <a:pt x="3886092" y="952056"/>
                  </a:lnTo>
                  <a:lnTo>
                    <a:pt x="3886210" y="952056"/>
                  </a:lnTo>
                  <a:lnTo>
                    <a:pt x="3886328" y="952056"/>
                  </a:lnTo>
                  <a:lnTo>
                    <a:pt x="3886445" y="952056"/>
                  </a:lnTo>
                  <a:lnTo>
                    <a:pt x="3886563" y="952056"/>
                  </a:lnTo>
                  <a:lnTo>
                    <a:pt x="3886680" y="952056"/>
                  </a:lnTo>
                  <a:lnTo>
                    <a:pt x="3886798" y="952056"/>
                  </a:lnTo>
                  <a:lnTo>
                    <a:pt x="3886916" y="952056"/>
                  </a:lnTo>
                  <a:lnTo>
                    <a:pt x="3887033" y="952056"/>
                  </a:lnTo>
                  <a:lnTo>
                    <a:pt x="3887151" y="952056"/>
                  </a:lnTo>
                  <a:lnTo>
                    <a:pt x="3887269" y="952056"/>
                  </a:lnTo>
                  <a:lnTo>
                    <a:pt x="3887386" y="952056"/>
                  </a:lnTo>
                  <a:lnTo>
                    <a:pt x="3887504" y="952056"/>
                  </a:lnTo>
                  <a:lnTo>
                    <a:pt x="3887621" y="952056"/>
                  </a:lnTo>
                  <a:lnTo>
                    <a:pt x="3887739" y="952056"/>
                  </a:lnTo>
                  <a:lnTo>
                    <a:pt x="3887857" y="952056"/>
                  </a:lnTo>
                  <a:lnTo>
                    <a:pt x="3887974" y="952056"/>
                  </a:lnTo>
                  <a:lnTo>
                    <a:pt x="3888092" y="952056"/>
                  </a:lnTo>
                  <a:lnTo>
                    <a:pt x="3888209" y="952056"/>
                  </a:lnTo>
                  <a:lnTo>
                    <a:pt x="3888327" y="952056"/>
                  </a:lnTo>
                  <a:lnTo>
                    <a:pt x="3888445" y="952056"/>
                  </a:lnTo>
                  <a:lnTo>
                    <a:pt x="3888562" y="952056"/>
                  </a:lnTo>
                  <a:lnTo>
                    <a:pt x="3888562" y="951626"/>
                  </a:lnTo>
                  <a:lnTo>
                    <a:pt x="3888680" y="951626"/>
                  </a:lnTo>
                  <a:lnTo>
                    <a:pt x="3888680" y="951195"/>
                  </a:lnTo>
                  <a:lnTo>
                    <a:pt x="3888798" y="951195"/>
                  </a:lnTo>
                  <a:lnTo>
                    <a:pt x="3888915" y="951195"/>
                  </a:lnTo>
                  <a:lnTo>
                    <a:pt x="3889033" y="951195"/>
                  </a:lnTo>
                  <a:lnTo>
                    <a:pt x="3889150" y="951195"/>
                  </a:lnTo>
                  <a:lnTo>
                    <a:pt x="3889268" y="951195"/>
                  </a:lnTo>
                  <a:lnTo>
                    <a:pt x="3889268" y="950764"/>
                  </a:lnTo>
                  <a:lnTo>
                    <a:pt x="3889386" y="950764"/>
                  </a:lnTo>
                  <a:lnTo>
                    <a:pt x="3889386" y="950334"/>
                  </a:lnTo>
                  <a:lnTo>
                    <a:pt x="3889503" y="950334"/>
                  </a:lnTo>
                  <a:lnTo>
                    <a:pt x="3889621" y="950334"/>
                  </a:lnTo>
                  <a:lnTo>
                    <a:pt x="3889738" y="950334"/>
                  </a:lnTo>
                  <a:lnTo>
                    <a:pt x="3889738" y="949903"/>
                  </a:lnTo>
                  <a:lnTo>
                    <a:pt x="3889856" y="949903"/>
                  </a:lnTo>
                  <a:lnTo>
                    <a:pt x="3889974" y="949903"/>
                  </a:lnTo>
                  <a:lnTo>
                    <a:pt x="3890091" y="949903"/>
                  </a:lnTo>
                  <a:lnTo>
                    <a:pt x="3890209" y="949903"/>
                  </a:lnTo>
                  <a:lnTo>
                    <a:pt x="3890327" y="949903"/>
                  </a:lnTo>
                  <a:lnTo>
                    <a:pt x="3890444" y="949903"/>
                  </a:lnTo>
                  <a:lnTo>
                    <a:pt x="3890562" y="949903"/>
                  </a:lnTo>
                  <a:lnTo>
                    <a:pt x="3890679" y="949903"/>
                  </a:lnTo>
                  <a:lnTo>
                    <a:pt x="3890797" y="949903"/>
                  </a:lnTo>
                  <a:lnTo>
                    <a:pt x="3890915" y="949903"/>
                  </a:lnTo>
                  <a:lnTo>
                    <a:pt x="3891032" y="949903"/>
                  </a:lnTo>
                  <a:lnTo>
                    <a:pt x="3891150" y="949903"/>
                  </a:lnTo>
                  <a:lnTo>
                    <a:pt x="3891267" y="949903"/>
                  </a:lnTo>
                  <a:lnTo>
                    <a:pt x="3891385" y="949903"/>
                  </a:lnTo>
                  <a:lnTo>
                    <a:pt x="3891503" y="949903"/>
                  </a:lnTo>
                  <a:lnTo>
                    <a:pt x="3891503" y="949473"/>
                  </a:lnTo>
                  <a:lnTo>
                    <a:pt x="3891620" y="949473"/>
                  </a:lnTo>
                  <a:lnTo>
                    <a:pt x="3891738" y="949473"/>
                  </a:lnTo>
                  <a:lnTo>
                    <a:pt x="3891738" y="949042"/>
                  </a:lnTo>
                  <a:lnTo>
                    <a:pt x="3891856" y="949042"/>
                  </a:lnTo>
                  <a:lnTo>
                    <a:pt x="3891973" y="949042"/>
                  </a:lnTo>
                  <a:lnTo>
                    <a:pt x="3892091" y="949042"/>
                  </a:lnTo>
                  <a:lnTo>
                    <a:pt x="3892091" y="948611"/>
                  </a:lnTo>
                  <a:lnTo>
                    <a:pt x="3892208" y="948611"/>
                  </a:lnTo>
                  <a:lnTo>
                    <a:pt x="3892326" y="948611"/>
                  </a:lnTo>
                  <a:lnTo>
                    <a:pt x="3892326" y="948181"/>
                  </a:lnTo>
                  <a:lnTo>
                    <a:pt x="3892444" y="948181"/>
                  </a:lnTo>
                  <a:lnTo>
                    <a:pt x="3892561" y="948181"/>
                  </a:lnTo>
                  <a:lnTo>
                    <a:pt x="3892679" y="948181"/>
                  </a:lnTo>
                  <a:lnTo>
                    <a:pt x="3892679" y="947750"/>
                  </a:lnTo>
                  <a:lnTo>
                    <a:pt x="3892796" y="947750"/>
                  </a:lnTo>
                  <a:lnTo>
                    <a:pt x="3892914" y="947750"/>
                  </a:lnTo>
                  <a:lnTo>
                    <a:pt x="3893032" y="947750"/>
                  </a:lnTo>
                  <a:lnTo>
                    <a:pt x="3893149" y="947750"/>
                  </a:lnTo>
                  <a:lnTo>
                    <a:pt x="3893149" y="947320"/>
                  </a:lnTo>
                  <a:lnTo>
                    <a:pt x="3893267" y="947320"/>
                  </a:lnTo>
                  <a:lnTo>
                    <a:pt x="3893385" y="947320"/>
                  </a:lnTo>
                  <a:lnTo>
                    <a:pt x="3893502" y="947320"/>
                  </a:lnTo>
                  <a:lnTo>
                    <a:pt x="3893620" y="947320"/>
                  </a:lnTo>
                  <a:lnTo>
                    <a:pt x="3893737" y="947320"/>
                  </a:lnTo>
                  <a:lnTo>
                    <a:pt x="3893855" y="947320"/>
                  </a:lnTo>
                  <a:lnTo>
                    <a:pt x="3893973" y="947320"/>
                  </a:lnTo>
                  <a:lnTo>
                    <a:pt x="3894090" y="947320"/>
                  </a:lnTo>
                  <a:lnTo>
                    <a:pt x="3894090" y="946889"/>
                  </a:lnTo>
                  <a:lnTo>
                    <a:pt x="3894208" y="946889"/>
                  </a:lnTo>
                  <a:lnTo>
                    <a:pt x="3894325" y="946889"/>
                  </a:lnTo>
                  <a:lnTo>
                    <a:pt x="3894443" y="946889"/>
                  </a:lnTo>
                  <a:lnTo>
                    <a:pt x="3894561" y="946889"/>
                  </a:lnTo>
                  <a:lnTo>
                    <a:pt x="3894678" y="946889"/>
                  </a:lnTo>
                  <a:lnTo>
                    <a:pt x="3894796" y="946889"/>
                  </a:lnTo>
                  <a:lnTo>
                    <a:pt x="3894796" y="946458"/>
                  </a:lnTo>
                  <a:lnTo>
                    <a:pt x="3894913" y="946458"/>
                  </a:lnTo>
                  <a:lnTo>
                    <a:pt x="3895031" y="946458"/>
                  </a:lnTo>
                  <a:lnTo>
                    <a:pt x="3895149" y="946458"/>
                  </a:lnTo>
                  <a:lnTo>
                    <a:pt x="3895266" y="946458"/>
                  </a:lnTo>
                  <a:lnTo>
                    <a:pt x="3895384" y="946458"/>
                  </a:lnTo>
                  <a:lnTo>
                    <a:pt x="3895502" y="946458"/>
                  </a:lnTo>
                  <a:lnTo>
                    <a:pt x="3895502" y="946028"/>
                  </a:lnTo>
                  <a:lnTo>
                    <a:pt x="3895619" y="946028"/>
                  </a:lnTo>
                  <a:lnTo>
                    <a:pt x="3895737" y="946028"/>
                  </a:lnTo>
                  <a:lnTo>
                    <a:pt x="3895854" y="946028"/>
                  </a:lnTo>
                  <a:lnTo>
                    <a:pt x="3895854" y="945597"/>
                  </a:lnTo>
                  <a:lnTo>
                    <a:pt x="3895972" y="945597"/>
                  </a:lnTo>
                  <a:lnTo>
                    <a:pt x="3896090" y="945597"/>
                  </a:lnTo>
                  <a:lnTo>
                    <a:pt x="3896207" y="945597"/>
                  </a:lnTo>
                  <a:lnTo>
                    <a:pt x="3896325" y="945597"/>
                  </a:lnTo>
                  <a:lnTo>
                    <a:pt x="3896325" y="945167"/>
                  </a:lnTo>
                  <a:lnTo>
                    <a:pt x="3896442" y="945167"/>
                  </a:lnTo>
                  <a:lnTo>
                    <a:pt x="3896560" y="945167"/>
                  </a:lnTo>
                  <a:lnTo>
                    <a:pt x="3896678" y="945167"/>
                  </a:lnTo>
                  <a:lnTo>
                    <a:pt x="3896795" y="945167"/>
                  </a:lnTo>
                  <a:lnTo>
                    <a:pt x="3896913" y="945167"/>
                  </a:lnTo>
                  <a:lnTo>
                    <a:pt x="3897031" y="945167"/>
                  </a:lnTo>
                  <a:lnTo>
                    <a:pt x="3897148" y="945167"/>
                  </a:lnTo>
                  <a:lnTo>
                    <a:pt x="3897266" y="945167"/>
                  </a:lnTo>
                  <a:lnTo>
                    <a:pt x="3897383" y="945167"/>
                  </a:lnTo>
                  <a:lnTo>
                    <a:pt x="3897383" y="944736"/>
                  </a:lnTo>
                  <a:lnTo>
                    <a:pt x="3897501" y="944736"/>
                  </a:lnTo>
                  <a:lnTo>
                    <a:pt x="3897501" y="944305"/>
                  </a:lnTo>
                  <a:lnTo>
                    <a:pt x="3897619" y="944305"/>
                  </a:lnTo>
                  <a:lnTo>
                    <a:pt x="3897736" y="944305"/>
                  </a:lnTo>
                  <a:lnTo>
                    <a:pt x="3897854" y="944305"/>
                  </a:lnTo>
                  <a:lnTo>
                    <a:pt x="3897971" y="944305"/>
                  </a:lnTo>
                  <a:lnTo>
                    <a:pt x="3898089" y="944305"/>
                  </a:lnTo>
                  <a:lnTo>
                    <a:pt x="3898207" y="944305"/>
                  </a:lnTo>
                  <a:lnTo>
                    <a:pt x="3898207" y="943875"/>
                  </a:lnTo>
                  <a:lnTo>
                    <a:pt x="3898324" y="943875"/>
                  </a:lnTo>
                  <a:lnTo>
                    <a:pt x="3898442" y="943875"/>
                  </a:lnTo>
                  <a:lnTo>
                    <a:pt x="3898560" y="943875"/>
                  </a:lnTo>
                  <a:lnTo>
                    <a:pt x="3898677" y="943875"/>
                  </a:lnTo>
                  <a:lnTo>
                    <a:pt x="3898677" y="943444"/>
                  </a:lnTo>
                  <a:lnTo>
                    <a:pt x="3898795" y="943444"/>
                  </a:lnTo>
                  <a:lnTo>
                    <a:pt x="3898912" y="943444"/>
                  </a:lnTo>
                  <a:lnTo>
                    <a:pt x="3899030" y="943444"/>
                  </a:lnTo>
                  <a:lnTo>
                    <a:pt x="3899148" y="943444"/>
                  </a:lnTo>
                  <a:lnTo>
                    <a:pt x="3899148" y="943014"/>
                  </a:lnTo>
                  <a:lnTo>
                    <a:pt x="3899265" y="943014"/>
                  </a:lnTo>
                  <a:lnTo>
                    <a:pt x="3899383" y="943014"/>
                  </a:lnTo>
                  <a:lnTo>
                    <a:pt x="3899500" y="943014"/>
                  </a:lnTo>
                  <a:lnTo>
                    <a:pt x="3899618" y="943014"/>
                  </a:lnTo>
                  <a:lnTo>
                    <a:pt x="3899736" y="943014"/>
                  </a:lnTo>
                  <a:lnTo>
                    <a:pt x="3899736" y="942583"/>
                  </a:lnTo>
                  <a:lnTo>
                    <a:pt x="3899736" y="942152"/>
                  </a:lnTo>
                  <a:lnTo>
                    <a:pt x="3899853" y="942152"/>
                  </a:lnTo>
                  <a:lnTo>
                    <a:pt x="3899971" y="942152"/>
                  </a:lnTo>
                  <a:lnTo>
                    <a:pt x="3900089" y="942152"/>
                  </a:lnTo>
                  <a:lnTo>
                    <a:pt x="3900206" y="942152"/>
                  </a:lnTo>
                  <a:lnTo>
                    <a:pt x="3900324" y="942152"/>
                  </a:lnTo>
                  <a:lnTo>
                    <a:pt x="3900324" y="941722"/>
                  </a:lnTo>
                  <a:lnTo>
                    <a:pt x="3900441" y="941722"/>
                  </a:lnTo>
                  <a:lnTo>
                    <a:pt x="3900559" y="941722"/>
                  </a:lnTo>
                  <a:lnTo>
                    <a:pt x="3900677" y="941722"/>
                  </a:lnTo>
                  <a:lnTo>
                    <a:pt x="3900794" y="941722"/>
                  </a:lnTo>
                  <a:lnTo>
                    <a:pt x="3900912" y="941722"/>
                  </a:lnTo>
                  <a:lnTo>
                    <a:pt x="3901029" y="941722"/>
                  </a:lnTo>
                  <a:lnTo>
                    <a:pt x="3901147" y="941722"/>
                  </a:lnTo>
                  <a:lnTo>
                    <a:pt x="3901265" y="941722"/>
                  </a:lnTo>
                  <a:lnTo>
                    <a:pt x="3901382" y="941722"/>
                  </a:lnTo>
                  <a:lnTo>
                    <a:pt x="3901382" y="941291"/>
                  </a:lnTo>
                  <a:lnTo>
                    <a:pt x="3901500" y="941291"/>
                  </a:lnTo>
                  <a:lnTo>
                    <a:pt x="3901618" y="941291"/>
                  </a:lnTo>
                  <a:lnTo>
                    <a:pt x="3901618" y="940861"/>
                  </a:lnTo>
                  <a:lnTo>
                    <a:pt x="3901618" y="940430"/>
                  </a:lnTo>
                  <a:lnTo>
                    <a:pt x="3901735" y="940430"/>
                  </a:lnTo>
                  <a:lnTo>
                    <a:pt x="3901735" y="939999"/>
                  </a:lnTo>
                  <a:lnTo>
                    <a:pt x="3901853" y="939999"/>
                  </a:lnTo>
                  <a:lnTo>
                    <a:pt x="3901970" y="939999"/>
                  </a:lnTo>
                  <a:lnTo>
                    <a:pt x="3902088" y="939999"/>
                  </a:lnTo>
                  <a:lnTo>
                    <a:pt x="3902088" y="939569"/>
                  </a:lnTo>
                  <a:lnTo>
                    <a:pt x="3902088" y="939138"/>
                  </a:lnTo>
                  <a:lnTo>
                    <a:pt x="3902206" y="939138"/>
                  </a:lnTo>
                  <a:lnTo>
                    <a:pt x="3902323" y="939138"/>
                  </a:lnTo>
                  <a:lnTo>
                    <a:pt x="3902441" y="939138"/>
                  </a:lnTo>
                  <a:lnTo>
                    <a:pt x="3902441" y="938708"/>
                  </a:lnTo>
                  <a:lnTo>
                    <a:pt x="3902558" y="938708"/>
                  </a:lnTo>
                  <a:lnTo>
                    <a:pt x="3902676" y="938708"/>
                  </a:lnTo>
                  <a:lnTo>
                    <a:pt x="3902794" y="938708"/>
                  </a:lnTo>
                  <a:lnTo>
                    <a:pt x="3902911" y="938708"/>
                  </a:lnTo>
                  <a:lnTo>
                    <a:pt x="3903029" y="938708"/>
                  </a:lnTo>
                  <a:lnTo>
                    <a:pt x="3903146" y="938708"/>
                  </a:lnTo>
                  <a:lnTo>
                    <a:pt x="3903264" y="938708"/>
                  </a:lnTo>
                  <a:lnTo>
                    <a:pt x="3903382" y="938708"/>
                  </a:lnTo>
                  <a:lnTo>
                    <a:pt x="3903499" y="938708"/>
                  </a:lnTo>
                  <a:lnTo>
                    <a:pt x="3903499" y="938277"/>
                  </a:lnTo>
                  <a:lnTo>
                    <a:pt x="3903499" y="937846"/>
                  </a:lnTo>
                  <a:lnTo>
                    <a:pt x="3903617" y="937846"/>
                  </a:lnTo>
                  <a:lnTo>
                    <a:pt x="3903735" y="937846"/>
                  </a:lnTo>
                  <a:lnTo>
                    <a:pt x="3903852" y="937846"/>
                  </a:lnTo>
                  <a:lnTo>
                    <a:pt x="3903970" y="937846"/>
                  </a:lnTo>
                  <a:lnTo>
                    <a:pt x="3904087" y="937846"/>
                  </a:lnTo>
                  <a:lnTo>
                    <a:pt x="3904205" y="937846"/>
                  </a:lnTo>
                  <a:lnTo>
                    <a:pt x="3904323" y="937846"/>
                  </a:lnTo>
                  <a:lnTo>
                    <a:pt x="3904440" y="937846"/>
                  </a:lnTo>
                  <a:lnTo>
                    <a:pt x="3904558" y="937846"/>
                  </a:lnTo>
                  <a:lnTo>
                    <a:pt x="3904675" y="937846"/>
                  </a:lnTo>
                  <a:lnTo>
                    <a:pt x="3904793" y="937846"/>
                  </a:lnTo>
                  <a:lnTo>
                    <a:pt x="3904911" y="937846"/>
                  </a:lnTo>
                  <a:lnTo>
                    <a:pt x="3905028" y="937846"/>
                  </a:lnTo>
                  <a:lnTo>
                    <a:pt x="3905028" y="937416"/>
                  </a:lnTo>
                  <a:lnTo>
                    <a:pt x="3905146" y="937416"/>
                  </a:lnTo>
                  <a:lnTo>
                    <a:pt x="3905146" y="936985"/>
                  </a:lnTo>
                  <a:lnTo>
                    <a:pt x="3905264" y="936985"/>
                  </a:lnTo>
                  <a:lnTo>
                    <a:pt x="3905381" y="936985"/>
                  </a:lnTo>
                  <a:lnTo>
                    <a:pt x="3905499" y="936985"/>
                  </a:lnTo>
                  <a:lnTo>
                    <a:pt x="3905499" y="936555"/>
                  </a:lnTo>
                  <a:lnTo>
                    <a:pt x="3905616" y="936555"/>
                  </a:lnTo>
                  <a:lnTo>
                    <a:pt x="3905734" y="936555"/>
                  </a:lnTo>
                  <a:lnTo>
                    <a:pt x="3905852" y="936555"/>
                  </a:lnTo>
                  <a:lnTo>
                    <a:pt x="3905969" y="936555"/>
                  </a:lnTo>
                  <a:lnTo>
                    <a:pt x="3906087" y="936555"/>
                  </a:lnTo>
                  <a:lnTo>
                    <a:pt x="3906204" y="936555"/>
                  </a:lnTo>
                  <a:lnTo>
                    <a:pt x="3906204" y="936124"/>
                  </a:lnTo>
                  <a:lnTo>
                    <a:pt x="3906204" y="935693"/>
                  </a:lnTo>
                  <a:lnTo>
                    <a:pt x="3906322" y="935693"/>
                  </a:lnTo>
                  <a:lnTo>
                    <a:pt x="3906440" y="935693"/>
                  </a:lnTo>
                  <a:lnTo>
                    <a:pt x="3906557" y="935693"/>
                  </a:lnTo>
                  <a:lnTo>
                    <a:pt x="3906675" y="935693"/>
                  </a:lnTo>
                  <a:lnTo>
                    <a:pt x="3906675" y="935263"/>
                  </a:lnTo>
                  <a:lnTo>
                    <a:pt x="3906675" y="934832"/>
                  </a:lnTo>
                  <a:lnTo>
                    <a:pt x="3906793" y="934832"/>
                  </a:lnTo>
                  <a:lnTo>
                    <a:pt x="3906910" y="934832"/>
                  </a:lnTo>
                  <a:lnTo>
                    <a:pt x="3907028" y="934832"/>
                  </a:lnTo>
                  <a:lnTo>
                    <a:pt x="3907145" y="934832"/>
                  </a:lnTo>
                  <a:lnTo>
                    <a:pt x="3907263" y="934832"/>
                  </a:lnTo>
                  <a:lnTo>
                    <a:pt x="3907381" y="934832"/>
                  </a:lnTo>
                  <a:lnTo>
                    <a:pt x="3907498" y="934832"/>
                  </a:lnTo>
                  <a:lnTo>
                    <a:pt x="3907498" y="934402"/>
                  </a:lnTo>
                  <a:lnTo>
                    <a:pt x="3907616" y="934402"/>
                  </a:lnTo>
                  <a:lnTo>
                    <a:pt x="3907733" y="934402"/>
                  </a:lnTo>
                  <a:lnTo>
                    <a:pt x="3907851" y="934402"/>
                  </a:lnTo>
                  <a:lnTo>
                    <a:pt x="3907851" y="933971"/>
                  </a:lnTo>
                  <a:lnTo>
                    <a:pt x="3907969" y="933971"/>
                  </a:lnTo>
                  <a:lnTo>
                    <a:pt x="3907969" y="933540"/>
                  </a:lnTo>
                  <a:lnTo>
                    <a:pt x="3908086" y="933540"/>
                  </a:lnTo>
                  <a:lnTo>
                    <a:pt x="3908204" y="933540"/>
                  </a:lnTo>
                  <a:lnTo>
                    <a:pt x="3908322" y="933540"/>
                  </a:lnTo>
                  <a:lnTo>
                    <a:pt x="3908322" y="933110"/>
                  </a:lnTo>
                  <a:lnTo>
                    <a:pt x="3908439" y="933110"/>
                  </a:lnTo>
                  <a:lnTo>
                    <a:pt x="3908439" y="932679"/>
                  </a:lnTo>
                  <a:lnTo>
                    <a:pt x="3908557" y="932679"/>
                  </a:lnTo>
                  <a:lnTo>
                    <a:pt x="3908674" y="932679"/>
                  </a:lnTo>
                  <a:lnTo>
                    <a:pt x="3908792" y="932679"/>
                  </a:lnTo>
                  <a:lnTo>
                    <a:pt x="3908910" y="932679"/>
                  </a:lnTo>
                  <a:lnTo>
                    <a:pt x="3909027" y="932679"/>
                  </a:lnTo>
                  <a:lnTo>
                    <a:pt x="3909145" y="932679"/>
                  </a:lnTo>
                  <a:lnTo>
                    <a:pt x="3909262" y="932679"/>
                  </a:lnTo>
                  <a:lnTo>
                    <a:pt x="3909380" y="932679"/>
                  </a:lnTo>
                  <a:lnTo>
                    <a:pt x="3909498" y="932679"/>
                  </a:lnTo>
                  <a:lnTo>
                    <a:pt x="3909615" y="932679"/>
                  </a:lnTo>
                  <a:lnTo>
                    <a:pt x="3909615" y="932249"/>
                  </a:lnTo>
                  <a:lnTo>
                    <a:pt x="3909733" y="932249"/>
                  </a:lnTo>
                  <a:lnTo>
                    <a:pt x="3909851" y="932249"/>
                  </a:lnTo>
                  <a:lnTo>
                    <a:pt x="3909968" y="932249"/>
                  </a:lnTo>
                  <a:lnTo>
                    <a:pt x="3910086" y="932249"/>
                  </a:lnTo>
                  <a:lnTo>
                    <a:pt x="3910203" y="932249"/>
                  </a:lnTo>
                  <a:lnTo>
                    <a:pt x="3910321" y="932249"/>
                  </a:lnTo>
                  <a:lnTo>
                    <a:pt x="3910439" y="932249"/>
                  </a:lnTo>
                  <a:lnTo>
                    <a:pt x="3910556" y="932249"/>
                  </a:lnTo>
                  <a:lnTo>
                    <a:pt x="3910674" y="932249"/>
                  </a:lnTo>
                  <a:lnTo>
                    <a:pt x="3910791" y="932249"/>
                  </a:lnTo>
                  <a:lnTo>
                    <a:pt x="3910909" y="932249"/>
                  </a:lnTo>
                  <a:lnTo>
                    <a:pt x="3910909" y="931818"/>
                  </a:lnTo>
                  <a:lnTo>
                    <a:pt x="3911027" y="931818"/>
                  </a:lnTo>
                  <a:lnTo>
                    <a:pt x="3911144" y="931818"/>
                  </a:lnTo>
                  <a:lnTo>
                    <a:pt x="3911262" y="931818"/>
                  </a:lnTo>
                  <a:lnTo>
                    <a:pt x="3911379" y="931818"/>
                  </a:lnTo>
                  <a:lnTo>
                    <a:pt x="3911379" y="931387"/>
                  </a:lnTo>
                  <a:lnTo>
                    <a:pt x="3911497" y="931387"/>
                  </a:lnTo>
                  <a:lnTo>
                    <a:pt x="3911497" y="930957"/>
                  </a:lnTo>
                  <a:lnTo>
                    <a:pt x="3911615" y="930957"/>
                  </a:lnTo>
                  <a:lnTo>
                    <a:pt x="3911732" y="930957"/>
                  </a:lnTo>
                  <a:lnTo>
                    <a:pt x="3911732" y="930526"/>
                  </a:lnTo>
                  <a:lnTo>
                    <a:pt x="3911850" y="930526"/>
                  </a:lnTo>
                  <a:lnTo>
                    <a:pt x="3911968" y="930526"/>
                  </a:lnTo>
                  <a:lnTo>
                    <a:pt x="3912085" y="930526"/>
                  </a:lnTo>
                  <a:lnTo>
                    <a:pt x="3912203" y="930526"/>
                  </a:lnTo>
                  <a:lnTo>
                    <a:pt x="3912320" y="930526"/>
                  </a:lnTo>
                  <a:lnTo>
                    <a:pt x="3912438" y="930526"/>
                  </a:lnTo>
                  <a:lnTo>
                    <a:pt x="3912556" y="930526"/>
                  </a:lnTo>
                  <a:lnTo>
                    <a:pt x="3912673" y="930526"/>
                  </a:lnTo>
                  <a:lnTo>
                    <a:pt x="3912791" y="930526"/>
                  </a:lnTo>
                  <a:lnTo>
                    <a:pt x="3912908" y="930526"/>
                  </a:lnTo>
                  <a:lnTo>
                    <a:pt x="3912908" y="930096"/>
                  </a:lnTo>
                  <a:lnTo>
                    <a:pt x="3913026" y="930096"/>
                  </a:lnTo>
                  <a:lnTo>
                    <a:pt x="3913144" y="930096"/>
                  </a:lnTo>
                  <a:lnTo>
                    <a:pt x="3913261" y="930096"/>
                  </a:lnTo>
                  <a:lnTo>
                    <a:pt x="3913379" y="930096"/>
                  </a:lnTo>
                  <a:lnTo>
                    <a:pt x="3913497" y="930096"/>
                  </a:lnTo>
                  <a:lnTo>
                    <a:pt x="3913614" y="930096"/>
                  </a:lnTo>
                  <a:lnTo>
                    <a:pt x="3913732" y="930096"/>
                  </a:lnTo>
                  <a:lnTo>
                    <a:pt x="3913849" y="930096"/>
                  </a:lnTo>
                  <a:lnTo>
                    <a:pt x="3913967" y="930096"/>
                  </a:lnTo>
                  <a:lnTo>
                    <a:pt x="3914085" y="930096"/>
                  </a:lnTo>
                  <a:lnTo>
                    <a:pt x="3914202" y="930096"/>
                  </a:lnTo>
                  <a:lnTo>
                    <a:pt x="3914320" y="930096"/>
                  </a:lnTo>
                  <a:lnTo>
                    <a:pt x="3914437" y="930096"/>
                  </a:lnTo>
                  <a:lnTo>
                    <a:pt x="3914555" y="930096"/>
                  </a:lnTo>
                  <a:lnTo>
                    <a:pt x="3914673" y="930096"/>
                  </a:lnTo>
                  <a:lnTo>
                    <a:pt x="3914790" y="930096"/>
                  </a:lnTo>
                  <a:lnTo>
                    <a:pt x="3914908" y="930096"/>
                  </a:lnTo>
                  <a:lnTo>
                    <a:pt x="3915026" y="930096"/>
                  </a:lnTo>
                  <a:lnTo>
                    <a:pt x="3915143" y="930096"/>
                  </a:lnTo>
                  <a:lnTo>
                    <a:pt x="3915261" y="930096"/>
                  </a:lnTo>
                  <a:lnTo>
                    <a:pt x="3915378" y="930096"/>
                  </a:lnTo>
                  <a:lnTo>
                    <a:pt x="3915378" y="929665"/>
                  </a:lnTo>
                  <a:lnTo>
                    <a:pt x="3915496" y="929665"/>
                  </a:lnTo>
                  <a:lnTo>
                    <a:pt x="3915614" y="929665"/>
                  </a:lnTo>
                  <a:lnTo>
                    <a:pt x="3915731" y="929665"/>
                  </a:lnTo>
                  <a:lnTo>
                    <a:pt x="3915849" y="929665"/>
                  </a:lnTo>
                  <a:lnTo>
                    <a:pt x="3915966" y="929665"/>
                  </a:lnTo>
                  <a:lnTo>
                    <a:pt x="3915966" y="929234"/>
                  </a:lnTo>
                  <a:lnTo>
                    <a:pt x="3916084" y="929234"/>
                  </a:lnTo>
                  <a:lnTo>
                    <a:pt x="3916202" y="929234"/>
                  </a:lnTo>
                  <a:lnTo>
                    <a:pt x="3916319" y="929234"/>
                  </a:lnTo>
                  <a:lnTo>
                    <a:pt x="3916437" y="929234"/>
                  </a:lnTo>
                  <a:lnTo>
                    <a:pt x="3916437" y="928804"/>
                  </a:lnTo>
                  <a:lnTo>
                    <a:pt x="3916555" y="928804"/>
                  </a:lnTo>
                  <a:lnTo>
                    <a:pt x="3916555" y="928373"/>
                  </a:lnTo>
                  <a:lnTo>
                    <a:pt x="3916672" y="928373"/>
                  </a:lnTo>
                  <a:lnTo>
                    <a:pt x="3916790" y="928373"/>
                  </a:lnTo>
                  <a:lnTo>
                    <a:pt x="3916907" y="928373"/>
                  </a:lnTo>
                  <a:lnTo>
                    <a:pt x="3916907" y="927943"/>
                  </a:lnTo>
                  <a:lnTo>
                    <a:pt x="3917025" y="927943"/>
                  </a:lnTo>
                  <a:lnTo>
                    <a:pt x="3917143" y="927943"/>
                  </a:lnTo>
                  <a:lnTo>
                    <a:pt x="3917260" y="927943"/>
                  </a:lnTo>
                  <a:lnTo>
                    <a:pt x="3917260" y="927512"/>
                  </a:lnTo>
                  <a:lnTo>
                    <a:pt x="3917378" y="927512"/>
                  </a:lnTo>
                  <a:lnTo>
                    <a:pt x="3917495" y="927512"/>
                  </a:lnTo>
                  <a:lnTo>
                    <a:pt x="3917613" y="927512"/>
                  </a:lnTo>
                  <a:lnTo>
                    <a:pt x="3917731" y="927512"/>
                  </a:lnTo>
                  <a:lnTo>
                    <a:pt x="3917731" y="927081"/>
                  </a:lnTo>
                  <a:lnTo>
                    <a:pt x="3917848" y="927081"/>
                  </a:lnTo>
                  <a:lnTo>
                    <a:pt x="3917966" y="927081"/>
                  </a:lnTo>
                  <a:lnTo>
                    <a:pt x="3918084" y="927081"/>
                  </a:lnTo>
                  <a:lnTo>
                    <a:pt x="3918201" y="927081"/>
                  </a:lnTo>
                  <a:lnTo>
                    <a:pt x="3918319" y="927081"/>
                  </a:lnTo>
                  <a:lnTo>
                    <a:pt x="3918436" y="927081"/>
                  </a:lnTo>
                  <a:lnTo>
                    <a:pt x="3918436" y="926651"/>
                  </a:lnTo>
                  <a:lnTo>
                    <a:pt x="3918554" y="926651"/>
                  </a:lnTo>
                  <a:lnTo>
                    <a:pt x="3918672" y="926651"/>
                  </a:lnTo>
                  <a:lnTo>
                    <a:pt x="3918789" y="926651"/>
                  </a:lnTo>
                  <a:lnTo>
                    <a:pt x="3918907" y="926651"/>
                  </a:lnTo>
                  <a:lnTo>
                    <a:pt x="3919024" y="926651"/>
                  </a:lnTo>
                  <a:lnTo>
                    <a:pt x="3919142" y="926651"/>
                  </a:lnTo>
                  <a:lnTo>
                    <a:pt x="3919142" y="926220"/>
                  </a:lnTo>
                  <a:lnTo>
                    <a:pt x="3919260" y="926220"/>
                  </a:lnTo>
                  <a:lnTo>
                    <a:pt x="3919377" y="926220"/>
                  </a:lnTo>
                  <a:lnTo>
                    <a:pt x="3919495" y="926220"/>
                  </a:lnTo>
                  <a:lnTo>
                    <a:pt x="3919612" y="926220"/>
                  </a:lnTo>
                  <a:lnTo>
                    <a:pt x="3919730" y="926220"/>
                  </a:lnTo>
                  <a:lnTo>
                    <a:pt x="3919848" y="926220"/>
                  </a:lnTo>
                  <a:lnTo>
                    <a:pt x="3919965" y="926220"/>
                  </a:lnTo>
                  <a:lnTo>
                    <a:pt x="3920083" y="926220"/>
                  </a:lnTo>
                  <a:lnTo>
                    <a:pt x="3920201" y="926220"/>
                  </a:lnTo>
                  <a:lnTo>
                    <a:pt x="3920318" y="926220"/>
                  </a:lnTo>
                  <a:lnTo>
                    <a:pt x="3920436" y="926220"/>
                  </a:lnTo>
                  <a:lnTo>
                    <a:pt x="3920553" y="926220"/>
                  </a:lnTo>
                  <a:lnTo>
                    <a:pt x="3920671" y="926220"/>
                  </a:lnTo>
                  <a:lnTo>
                    <a:pt x="3920789" y="926220"/>
                  </a:lnTo>
                  <a:lnTo>
                    <a:pt x="3920906" y="926220"/>
                  </a:lnTo>
                  <a:lnTo>
                    <a:pt x="3921024" y="926220"/>
                  </a:lnTo>
                  <a:lnTo>
                    <a:pt x="3921141" y="926220"/>
                  </a:lnTo>
                  <a:lnTo>
                    <a:pt x="3921259" y="926220"/>
                  </a:lnTo>
                  <a:lnTo>
                    <a:pt x="3921377" y="926220"/>
                  </a:lnTo>
                  <a:lnTo>
                    <a:pt x="3921494" y="926220"/>
                  </a:lnTo>
                  <a:lnTo>
                    <a:pt x="3921612" y="926220"/>
                  </a:lnTo>
                  <a:lnTo>
                    <a:pt x="3921612" y="925790"/>
                  </a:lnTo>
                  <a:lnTo>
                    <a:pt x="3921612" y="925359"/>
                  </a:lnTo>
                  <a:lnTo>
                    <a:pt x="3921730" y="925359"/>
                  </a:lnTo>
                  <a:lnTo>
                    <a:pt x="3921847" y="925359"/>
                  </a:lnTo>
                  <a:lnTo>
                    <a:pt x="3921965" y="925359"/>
                  </a:lnTo>
                  <a:lnTo>
                    <a:pt x="3922082" y="925359"/>
                  </a:lnTo>
                  <a:lnTo>
                    <a:pt x="3922082" y="924928"/>
                  </a:lnTo>
                  <a:lnTo>
                    <a:pt x="3922200" y="924928"/>
                  </a:lnTo>
                  <a:lnTo>
                    <a:pt x="3922318" y="924928"/>
                  </a:lnTo>
                  <a:lnTo>
                    <a:pt x="3922435" y="924928"/>
                  </a:lnTo>
                  <a:lnTo>
                    <a:pt x="3922553" y="924928"/>
                  </a:lnTo>
                  <a:lnTo>
                    <a:pt x="3922670" y="924928"/>
                  </a:lnTo>
                  <a:lnTo>
                    <a:pt x="3922788" y="924928"/>
                  </a:lnTo>
                  <a:lnTo>
                    <a:pt x="3922906" y="924928"/>
                  </a:lnTo>
                  <a:lnTo>
                    <a:pt x="3923023" y="924928"/>
                  </a:lnTo>
                  <a:lnTo>
                    <a:pt x="3923141" y="924928"/>
                  </a:lnTo>
                  <a:lnTo>
                    <a:pt x="3923141" y="924498"/>
                  </a:lnTo>
                  <a:lnTo>
                    <a:pt x="3923141" y="924067"/>
                  </a:lnTo>
                  <a:lnTo>
                    <a:pt x="3923259" y="924067"/>
                  </a:lnTo>
                  <a:lnTo>
                    <a:pt x="3923376" y="924067"/>
                  </a:lnTo>
                  <a:lnTo>
                    <a:pt x="3923494" y="924067"/>
                  </a:lnTo>
                  <a:lnTo>
                    <a:pt x="3923611" y="924067"/>
                  </a:lnTo>
                  <a:lnTo>
                    <a:pt x="3923729" y="924067"/>
                  </a:lnTo>
                  <a:lnTo>
                    <a:pt x="3923847" y="924067"/>
                  </a:lnTo>
                  <a:lnTo>
                    <a:pt x="3923964" y="924067"/>
                  </a:lnTo>
                  <a:lnTo>
                    <a:pt x="3924082" y="924067"/>
                  </a:lnTo>
                  <a:lnTo>
                    <a:pt x="3924199" y="924067"/>
                  </a:lnTo>
                  <a:lnTo>
                    <a:pt x="3924317" y="924067"/>
                  </a:lnTo>
                  <a:lnTo>
                    <a:pt x="3924435" y="924067"/>
                  </a:lnTo>
                  <a:lnTo>
                    <a:pt x="3924552" y="924067"/>
                  </a:lnTo>
                  <a:lnTo>
                    <a:pt x="3924552" y="923637"/>
                  </a:lnTo>
                  <a:lnTo>
                    <a:pt x="3924552" y="923206"/>
                  </a:lnTo>
                  <a:lnTo>
                    <a:pt x="3924552" y="922775"/>
                  </a:lnTo>
                  <a:lnTo>
                    <a:pt x="3924670" y="922775"/>
                  </a:lnTo>
                  <a:lnTo>
                    <a:pt x="3924788" y="922775"/>
                  </a:lnTo>
                  <a:lnTo>
                    <a:pt x="3924905" y="922775"/>
                  </a:lnTo>
                  <a:lnTo>
                    <a:pt x="3925023" y="922775"/>
                  </a:lnTo>
                  <a:lnTo>
                    <a:pt x="3925140" y="922775"/>
                  </a:lnTo>
                  <a:lnTo>
                    <a:pt x="3925258" y="922775"/>
                  </a:lnTo>
                  <a:lnTo>
                    <a:pt x="3925376" y="922775"/>
                  </a:lnTo>
                  <a:lnTo>
                    <a:pt x="3925493" y="922775"/>
                  </a:lnTo>
                  <a:lnTo>
                    <a:pt x="3925611" y="922775"/>
                  </a:lnTo>
                  <a:lnTo>
                    <a:pt x="3925728" y="922775"/>
                  </a:lnTo>
                  <a:lnTo>
                    <a:pt x="3925846" y="922775"/>
                  </a:lnTo>
                  <a:lnTo>
                    <a:pt x="3925964" y="922775"/>
                  </a:lnTo>
                  <a:lnTo>
                    <a:pt x="3925964" y="922345"/>
                  </a:lnTo>
                  <a:lnTo>
                    <a:pt x="3926081" y="922345"/>
                  </a:lnTo>
                  <a:lnTo>
                    <a:pt x="3926199" y="922345"/>
                  </a:lnTo>
                  <a:lnTo>
                    <a:pt x="3926317" y="922345"/>
                  </a:lnTo>
                  <a:lnTo>
                    <a:pt x="3926434" y="922345"/>
                  </a:lnTo>
                  <a:lnTo>
                    <a:pt x="3926552" y="922345"/>
                  </a:lnTo>
                  <a:lnTo>
                    <a:pt x="3926552" y="921914"/>
                  </a:lnTo>
                  <a:lnTo>
                    <a:pt x="3926669" y="921914"/>
                  </a:lnTo>
                  <a:lnTo>
                    <a:pt x="3926669" y="921484"/>
                  </a:lnTo>
                  <a:lnTo>
                    <a:pt x="3926787" y="921484"/>
                  </a:lnTo>
                  <a:lnTo>
                    <a:pt x="3926905" y="921484"/>
                  </a:lnTo>
                  <a:lnTo>
                    <a:pt x="3927022" y="921484"/>
                  </a:lnTo>
                  <a:lnTo>
                    <a:pt x="3927140" y="921484"/>
                  </a:lnTo>
                  <a:lnTo>
                    <a:pt x="3927257" y="921484"/>
                  </a:lnTo>
                  <a:lnTo>
                    <a:pt x="3927375" y="921484"/>
                  </a:lnTo>
                  <a:lnTo>
                    <a:pt x="3927493" y="921484"/>
                  </a:lnTo>
                  <a:lnTo>
                    <a:pt x="3927610" y="921484"/>
                  </a:lnTo>
                  <a:lnTo>
                    <a:pt x="3927610" y="921053"/>
                  </a:lnTo>
                  <a:lnTo>
                    <a:pt x="3927610" y="920622"/>
                  </a:lnTo>
                  <a:lnTo>
                    <a:pt x="3927728" y="920622"/>
                  </a:lnTo>
                  <a:lnTo>
                    <a:pt x="3927845" y="920622"/>
                  </a:lnTo>
                  <a:lnTo>
                    <a:pt x="3927963" y="920622"/>
                  </a:lnTo>
                  <a:lnTo>
                    <a:pt x="3927963" y="920192"/>
                  </a:lnTo>
                  <a:lnTo>
                    <a:pt x="3928081" y="920192"/>
                  </a:lnTo>
                  <a:lnTo>
                    <a:pt x="3928198" y="920192"/>
                  </a:lnTo>
                  <a:lnTo>
                    <a:pt x="3928316" y="920192"/>
                  </a:lnTo>
                  <a:lnTo>
                    <a:pt x="3928316" y="919761"/>
                  </a:lnTo>
                  <a:lnTo>
                    <a:pt x="3928434" y="919761"/>
                  </a:lnTo>
                  <a:lnTo>
                    <a:pt x="3928551" y="919761"/>
                  </a:lnTo>
                  <a:lnTo>
                    <a:pt x="3928669" y="919761"/>
                  </a:lnTo>
                  <a:lnTo>
                    <a:pt x="3928786" y="919761"/>
                  </a:lnTo>
                  <a:lnTo>
                    <a:pt x="3928904" y="919761"/>
                  </a:lnTo>
                  <a:lnTo>
                    <a:pt x="3929022" y="919761"/>
                  </a:lnTo>
                  <a:lnTo>
                    <a:pt x="3929139" y="919761"/>
                  </a:lnTo>
                  <a:lnTo>
                    <a:pt x="3929257" y="919761"/>
                  </a:lnTo>
                  <a:lnTo>
                    <a:pt x="3929374" y="919761"/>
                  </a:lnTo>
                  <a:lnTo>
                    <a:pt x="3929492" y="919761"/>
                  </a:lnTo>
                  <a:lnTo>
                    <a:pt x="3929610" y="919761"/>
                  </a:lnTo>
                  <a:lnTo>
                    <a:pt x="3929610" y="919331"/>
                  </a:lnTo>
                  <a:lnTo>
                    <a:pt x="3929727" y="919331"/>
                  </a:lnTo>
                  <a:lnTo>
                    <a:pt x="3929845" y="919331"/>
                  </a:lnTo>
                  <a:lnTo>
                    <a:pt x="3929963" y="919331"/>
                  </a:lnTo>
                  <a:lnTo>
                    <a:pt x="3929963" y="918900"/>
                  </a:lnTo>
                  <a:lnTo>
                    <a:pt x="3930080" y="918900"/>
                  </a:lnTo>
                  <a:lnTo>
                    <a:pt x="3930198" y="918900"/>
                  </a:lnTo>
                  <a:lnTo>
                    <a:pt x="3930315" y="918900"/>
                  </a:lnTo>
                  <a:lnTo>
                    <a:pt x="3930315" y="918469"/>
                  </a:lnTo>
                  <a:lnTo>
                    <a:pt x="3930433" y="918469"/>
                  </a:lnTo>
                  <a:lnTo>
                    <a:pt x="3930551" y="918469"/>
                  </a:lnTo>
                  <a:lnTo>
                    <a:pt x="3930668" y="918469"/>
                  </a:lnTo>
                  <a:lnTo>
                    <a:pt x="3930786" y="918469"/>
                  </a:lnTo>
                  <a:lnTo>
                    <a:pt x="3930903" y="918469"/>
                  </a:lnTo>
                  <a:lnTo>
                    <a:pt x="3931021" y="918469"/>
                  </a:lnTo>
                  <a:lnTo>
                    <a:pt x="3931139" y="918469"/>
                  </a:lnTo>
                  <a:lnTo>
                    <a:pt x="3931139" y="918039"/>
                  </a:lnTo>
                  <a:lnTo>
                    <a:pt x="3931139" y="917608"/>
                  </a:lnTo>
                  <a:lnTo>
                    <a:pt x="3931256" y="917608"/>
                  </a:lnTo>
                  <a:lnTo>
                    <a:pt x="3931374" y="917608"/>
                  </a:lnTo>
                  <a:lnTo>
                    <a:pt x="3931492" y="917608"/>
                  </a:lnTo>
                  <a:lnTo>
                    <a:pt x="3931609" y="917608"/>
                  </a:lnTo>
                  <a:lnTo>
                    <a:pt x="3931727" y="917608"/>
                  </a:lnTo>
                  <a:lnTo>
                    <a:pt x="3931844" y="917608"/>
                  </a:lnTo>
                  <a:lnTo>
                    <a:pt x="3931962" y="917608"/>
                  </a:lnTo>
                  <a:lnTo>
                    <a:pt x="3932080" y="917608"/>
                  </a:lnTo>
                  <a:lnTo>
                    <a:pt x="3932197" y="917608"/>
                  </a:lnTo>
                  <a:lnTo>
                    <a:pt x="3932315" y="917608"/>
                  </a:lnTo>
                  <a:lnTo>
                    <a:pt x="3932315" y="917178"/>
                  </a:lnTo>
                  <a:lnTo>
                    <a:pt x="3932432" y="917178"/>
                  </a:lnTo>
                  <a:lnTo>
                    <a:pt x="3932550" y="917178"/>
                  </a:lnTo>
                  <a:lnTo>
                    <a:pt x="3932550" y="916747"/>
                  </a:lnTo>
                  <a:lnTo>
                    <a:pt x="3932668" y="916747"/>
                  </a:lnTo>
                  <a:lnTo>
                    <a:pt x="3932785" y="916747"/>
                  </a:lnTo>
                  <a:lnTo>
                    <a:pt x="3932903" y="916747"/>
                  </a:lnTo>
                  <a:lnTo>
                    <a:pt x="3933021" y="916747"/>
                  </a:lnTo>
                  <a:lnTo>
                    <a:pt x="3933138" y="916747"/>
                  </a:lnTo>
                  <a:lnTo>
                    <a:pt x="3933256" y="916747"/>
                  </a:lnTo>
                  <a:lnTo>
                    <a:pt x="3933373" y="916747"/>
                  </a:lnTo>
                  <a:lnTo>
                    <a:pt x="3933491" y="916747"/>
                  </a:lnTo>
                  <a:lnTo>
                    <a:pt x="3933491" y="916316"/>
                  </a:lnTo>
                  <a:lnTo>
                    <a:pt x="3933609" y="916316"/>
                  </a:lnTo>
                  <a:lnTo>
                    <a:pt x="3933726" y="916316"/>
                  </a:lnTo>
                  <a:lnTo>
                    <a:pt x="3933844" y="916316"/>
                  </a:lnTo>
                  <a:lnTo>
                    <a:pt x="3933961" y="916316"/>
                  </a:lnTo>
                  <a:lnTo>
                    <a:pt x="3934079" y="916316"/>
                  </a:lnTo>
                  <a:lnTo>
                    <a:pt x="3934197" y="916316"/>
                  </a:lnTo>
                  <a:lnTo>
                    <a:pt x="3934314" y="916316"/>
                  </a:lnTo>
                  <a:lnTo>
                    <a:pt x="3934432" y="916316"/>
                  </a:lnTo>
                  <a:lnTo>
                    <a:pt x="3934550" y="916316"/>
                  </a:lnTo>
                  <a:lnTo>
                    <a:pt x="3934550" y="915886"/>
                  </a:lnTo>
                  <a:lnTo>
                    <a:pt x="3934667" y="915886"/>
                  </a:lnTo>
                  <a:lnTo>
                    <a:pt x="3934785" y="915886"/>
                  </a:lnTo>
                  <a:lnTo>
                    <a:pt x="3934902" y="915886"/>
                  </a:lnTo>
                  <a:lnTo>
                    <a:pt x="3934902" y="915455"/>
                  </a:lnTo>
                  <a:lnTo>
                    <a:pt x="3935020" y="915455"/>
                  </a:lnTo>
                  <a:lnTo>
                    <a:pt x="3935138" y="915455"/>
                  </a:lnTo>
                  <a:lnTo>
                    <a:pt x="3935255" y="915455"/>
                  </a:lnTo>
                  <a:lnTo>
                    <a:pt x="3935255" y="915025"/>
                  </a:lnTo>
                  <a:lnTo>
                    <a:pt x="3935373" y="915025"/>
                  </a:lnTo>
                  <a:lnTo>
                    <a:pt x="3935490" y="915025"/>
                  </a:lnTo>
                  <a:lnTo>
                    <a:pt x="3935608" y="915025"/>
                  </a:lnTo>
                  <a:lnTo>
                    <a:pt x="3935726" y="915025"/>
                  </a:lnTo>
                  <a:lnTo>
                    <a:pt x="3935843" y="915025"/>
                  </a:lnTo>
                  <a:lnTo>
                    <a:pt x="3935961" y="915025"/>
                  </a:lnTo>
                  <a:lnTo>
                    <a:pt x="3935961" y="914594"/>
                  </a:lnTo>
                  <a:lnTo>
                    <a:pt x="3935961" y="914163"/>
                  </a:lnTo>
                  <a:lnTo>
                    <a:pt x="3936078" y="914163"/>
                  </a:lnTo>
                  <a:lnTo>
                    <a:pt x="3936078" y="913733"/>
                  </a:lnTo>
                  <a:lnTo>
                    <a:pt x="3936196" y="913733"/>
                  </a:lnTo>
                  <a:lnTo>
                    <a:pt x="3936314" y="913733"/>
                  </a:lnTo>
                  <a:lnTo>
                    <a:pt x="3936431" y="913733"/>
                  </a:lnTo>
                  <a:lnTo>
                    <a:pt x="3936549" y="913733"/>
                  </a:lnTo>
                  <a:lnTo>
                    <a:pt x="3936667" y="913733"/>
                  </a:lnTo>
                  <a:lnTo>
                    <a:pt x="3936784" y="913733"/>
                  </a:lnTo>
                  <a:lnTo>
                    <a:pt x="3936902" y="913733"/>
                  </a:lnTo>
                  <a:lnTo>
                    <a:pt x="3936902" y="913302"/>
                  </a:lnTo>
                  <a:lnTo>
                    <a:pt x="3936902" y="912872"/>
                  </a:lnTo>
                  <a:lnTo>
                    <a:pt x="3937019" y="912872"/>
                  </a:lnTo>
                  <a:lnTo>
                    <a:pt x="3937019" y="912441"/>
                  </a:lnTo>
                  <a:lnTo>
                    <a:pt x="3937137" y="912441"/>
                  </a:lnTo>
                  <a:lnTo>
                    <a:pt x="3937137" y="912010"/>
                  </a:lnTo>
                  <a:lnTo>
                    <a:pt x="3937255" y="912010"/>
                  </a:lnTo>
                  <a:lnTo>
                    <a:pt x="3937372" y="912010"/>
                  </a:lnTo>
                  <a:lnTo>
                    <a:pt x="3937490" y="912010"/>
                  </a:lnTo>
                  <a:lnTo>
                    <a:pt x="3937607" y="912010"/>
                  </a:lnTo>
                  <a:lnTo>
                    <a:pt x="3937607" y="911580"/>
                  </a:lnTo>
                  <a:lnTo>
                    <a:pt x="3937725" y="911580"/>
                  </a:lnTo>
                  <a:lnTo>
                    <a:pt x="3937843" y="911580"/>
                  </a:lnTo>
                  <a:lnTo>
                    <a:pt x="3937960" y="911580"/>
                  </a:lnTo>
                  <a:lnTo>
                    <a:pt x="3938078" y="911580"/>
                  </a:lnTo>
                  <a:lnTo>
                    <a:pt x="3938196" y="911580"/>
                  </a:lnTo>
                  <a:lnTo>
                    <a:pt x="3938313" y="911580"/>
                  </a:lnTo>
                  <a:lnTo>
                    <a:pt x="3938431" y="911580"/>
                  </a:lnTo>
                  <a:lnTo>
                    <a:pt x="3938548" y="911580"/>
                  </a:lnTo>
                  <a:lnTo>
                    <a:pt x="3938666" y="911580"/>
                  </a:lnTo>
                  <a:lnTo>
                    <a:pt x="3938784" y="911580"/>
                  </a:lnTo>
                  <a:lnTo>
                    <a:pt x="3938901" y="911580"/>
                  </a:lnTo>
                  <a:lnTo>
                    <a:pt x="3938901" y="911149"/>
                  </a:lnTo>
                  <a:lnTo>
                    <a:pt x="3939019" y="911149"/>
                  </a:lnTo>
                  <a:lnTo>
                    <a:pt x="3939136" y="911149"/>
                  </a:lnTo>
                  <a:lnTo>
                    <a:pt x="3939254" y="911149"/>
                  </a:lnTo>
                  <a:lnTo>
                    <a:pt x="3939254" y="910719"/>
                  </a:lnTo>
                  <a:lnTo>
                    <a:pt x="3939372" y="910719"/>
                  </a:lnTo>
                  <a:lnTo>
                    <a:pt x="3939489" y="910719"/>
                  </a:lnTo>
                  <a:lnTo>
                    <a:pt x="3939607" y="910719"/>
                  </a:lnTo>
                  <a:lnTo>
                    <a:pt x="3939725" y="910719"/>
                  </a:lnTo>
                  <a:lnTo>
                    <a:pt x="3939842" y="910719"/>
                  </a:lnTo>
                  <a:lnTo>
                    <a:pt x="3939960" y="910719"/>
                  </a:lnTo>
                  <a:lnTo>
                    <a:pt x="3940077" y="910719"/>
                  </a:lnTo>
                  <a:lnTo>
                    <a:pt x="3940195" y="910719"/>
                  </a:lnTo>
                  <a:lnTo>
                    <a:pt x="3940313" y="910719"/>
                  </a:lnTo>
                  <a:lnTo>
                    <a:pt x="3940430" y="910719"/>
                  </a:lnTo>
                  <a:lnTo>
                    <a:pt x="3940548" y="910719"/>
                  </a:lnTo>
                  <a:lnTo>
                    <a:pt x="3940665" y="910719"/>
                  </a:lnTo>
                  <a:lnTo>
                    <a:pt x="3940783" y="910719"/>
                  </a:lnTo>
                  <a:lnTo>
                    <a:pt x="3940901" y="910719"/>
                  </a:lnTo>
                  <a:lnTo>
                    <a:pt x="3941018" y="910719"/>
                  </a:lnTo>
                  <a:lnTo>
                    <a:pt x="3941136" y="910719"/>
                  </a:lnTo>
                  <a:lnTo>
                    <a:pt x="3941254" y="910719"/>
                  </a:lnTo>
                  <a:lnTo>
                    <a:pt x="3941371" y="910719"/>
                  </a:lnTo>
                  <a:lnTo>
                    <a:pt x="3941489" y="910719"/>
                  </a:lnTo>
                  <a:lnTo>
                    <a:pt x="3941606" y="910719"/>
                  </a:lnTo>
                  <a:lnTo>
                    <a:pt x="3941606" y="910288"/>
                  </a:lnTo>
                  <a:lnTo>
                    <a:pt x="3941724" y="910288"/>
                  </a:lnTo>
                  <a:lnTo>
                    <a:pt x="3941724" y="909857"/>
                  </a:lnTo>
                  <a:lnTo>
                    <a:pt x="3941842" y="909857"/>
                  </a:lnTo>
                  <a:lnTo>
                    <a:pt x="3941959" y="909857"/>
                  </a:lnTo>
                  <a:lnTo>
                    <a:pt x="3942077" y="909857"/>
                  </a:lnTo>
                  <a:lnTo>
                    <a:pt x="3942194" y="909857"/>
                  </a:lnTo>
                  <a:lnTo>
                    <a:pt x="3942312" y="909857"/>
                  </a:lnTo>
                  <a:lnTo>
                    <a:pt x="3942430" y="909857"/>
                  </a:lnTo>
                  <a:lnTo>
                    <a:pt x="3942547" y="909857"/>
                  </a:lnTo>
                  <a:lnTo>
                    <a:pt x="3942547" y="909427"/>
                  </a:lnTo>
                  <a:lnTo>
                    <a:pt x="3942665" y="909427"/>
                  </a:lnTo>
                  <a:lnTo>
                    <a:pt x="3942783" y="909427"/>
                  </a:lnTo>
                  <a:lnTo>
                    <a:pt x="3942900" y="909427"/>
                  </a:lnTo>
                  <a:lnTo>
                    <a:pt x="3943018" y="909427"/>
                  </a:lnTo>
                  <a:lnTo>
                    <a:pt x="3943018" y="908996"/>
                  </a:lnTo>
                  <a:lnTo>
                    <a:pt x="3943018" y="908566"/>
                  </a:lnTo>
                  <a:lnTo>
                    <a:pt x="3943135" y="908566"/>
                  </a:lnTo>
                  <a:lnTo>
                    <a:pt x="3943253" y="908566"/>
                  </a:lnTo>
                  <a:lnTo>
                    <a:pt x="3943371" y="908566"/>
                  </a:lnTo>
                  <a:lnTo>
                    <a:pt x="3943488" y="908566"/>
                  </a:lnTo>
                  <a:lnTo>
                    <a:pt x="3943606" y="908566"/>
                  </a:lnTo>
                  <a:lnTo>
                    <a:pt x="3943723" y="908566"/>
                  </a:lnTo>
                  <a:lnTo>
                    <a:pt x="3943841" y="908566"/>
                  </a:lnTo>
                  <a:lnTo>
                    <a:pt x="3943959" y="908566"/>
                  </a:lnTo>
                  <a:lnTo>
                    <a:pt x="3944076" y="908566"/>
                  </a:lnTo>
                  <a:lnTo>
                    <a:pt x="3944194" y="908566"/>
                  </a:lnTo>
                  <a:lnTo>
                    <a:pt x="3944311" y="908566"/>
                  </a:lnTo>
                  <a:lnTo>
                    <a:pt x="3944429" y="908566"/>
                  </a:lnTo>
                  <a:lnTo>
                    <a:pt x="3944547" y="908566"/>
                  </a:lnTo>
                  <a:lnTo>
                    <a:pt x="3944664" y="908566"/>
                  </a:lnTo>
                  <a:lnTo>
                    <a:pt x="3944664" y="908135"/>
                  </a:lnTo>
                  <a:lnTo>
                    <a:pt x="3944782" y="908135"/>
                  </a:lnTo>
                  <a:lnTo>
                    <a:pt x="3944900" y="908135"/>
                  </a:lnTo>
                  <a:lnTo>
                    <a:pt x="3945017" y="908135"/>
                  </a:lnTo>
                  <a:lnTo>
                    <a:pt x="3945135" y="908135"/>
                  </a:lnTo>
                  <a:lnTo>
                    <a:pt x="3945252" y="908135"/>
                  </a:lnTo>
                  <a:lnTo>
                    <a:pt x="3945370" y="908135"/>
                  </a:lnTo>
                  <a:lnTo>
                    <a:pt x="3945488" y="908135"/>
                  </a:lnTo>
                  <a:lnTo>
                    <a:pt x="3945605" y="908135"/>
                  </a:lnTo>
                  <a:lnTo>
                    <a:pt x="3945723" y="908135"/>
                  </a:lnTo>
                  <a:lnTo>
                    <a:pt x="3945723" y="907704"/>
                  </a:lnTo>
                  <a:lnTo>
                    <a:pt x="3945840" y="907704"/>
                  </a:lnTo>
                  <a:lnTo>
                    <a:pt x="3945958" y="907704"/>
                  </a:lnTo>
                  <a:lnTo>
                    <a:pt x="3946076" y="907704"/>
                  </a:lnTo>
                  <a:lnTo>
                    <a:pt x="3946193" y="907704"/>
                  </a:lnTo>
                  <a:lnTo>
                    <a:pt x="3946311" y="907704"/>
                  </a:lnTo>
                  <a:lnTo>
                    <a:pt x="3946429" y="907704"/>
                  </a:lnTo>
                  <a:lnTo>
                    <a:pt x="3946546" y="907704"/>
                  </a:lnTo>
                  <a:lnTo>
                    <a:pt x="3946664" y="907704"/>
                  </a:lnTo>
                  <a:lnTo>
                    <a:pt x="3946781" y="907704"/>
                  </a:lnTo>
                  <a:lnTo>
                    <a:pt x="3946899" y="907704"/>
                  </a:lnTo>
                  <a:lnTo>
                    <a:pt x="3947017" y="907704"/>
                  </a:lnTo>
                  <a:lnTo>
                    <a:pt x="3947134" y="907704"/>
                  </a:lnTo>
                  <a:lnTo>
                    <a:pt x="3947252" y="907704"/>
                  </a:lnTo>
                  <a:lnTo>
                    <a:pt x="3947369" y="907704"/>
                  </a:lnTo>
                  <a:lnTo>
                    <a:pt x="3947487" y="907704"/>
                  </a:lnTo>
                  <a:lnTo>
                    <a:pt x="3947605" y="907704"/>
                  </a:lnTo>
                  <a:lnTo>
                    <a:pt x="3947722" y="907704"/>
                  </a:lnTo>
                  <a:lnTo>
                    <a:pt x="3947722" y="907274"/>
                  </a:lnTo>
                  <a:lnTo>
                    <a:pt x="3947840" y="907274"/>
                  </a:lnTo>
                  <a:lnTo>
                    <a:pt x="3947958" y="907274"/>
                  </a:lnTo>
                  <a:lnTo>
                    <a:pt x="3948075" y="907274"/>
                  </a:lnTo>
                  <a:lnTo>
                    <a:pt x="3948193" y="907274"/>
                  </a:lnTo>
                  <a:lnTo>
                    <a:pt x="3948310" y="907274"/>
                  </a:lnTo>
                  <a:lnTo>
                    <a:pt x="3948428" y="907274"/>
                  </a:lnTo>
                  <a:lnTo>
                    <a:pt x="3948546" y="907274"/>
                  </a:lnTo>
                  <a:lnTo>
                    <a:pt x="3948663" y="907274"/>
                  </a:lnTo>
                  <a:lnTo>
                    <a:pt x="3948781" y="907274"/>
                  </a:lnTo>
                  <a:lnTo>
                    <a:pt x="3948898" y="907274"/>
                  </a:lnTo>
                  <a:lnTo>
                    <a:pt x="3949016" y="907274"/>
                  </a:lnTo>
                  <a:lnTo>
                    <a:pt x="3949134" y="907274"/>
                  </a:lnTo>
                  <a:lnTo>
                    <a:pt x="3949251" y="907274"/>
                  </a:lnTo>
                  <a:lnTo>
                    <a:pt x="3949369" y="907274"/>
                  </a:lnTo>
                  <a:lnTo>
                    <a:pt x="3949487" y="907274"/>
                  </a:lnTo>
                  <a:lnTo>
                    <a:pt x="3949604" y="907274"/>
                  </a:lnTo>
                  <a:lnTo>
                    <a:pt x="3949722" y="907274"/>
                  </a:lnTo>
                  <a:lnTo>
                    <a:pt x="3949839" y="907274"/>
                  </a:lnTo>
                  <a:lnTo>
                    <a:pt x="3949957" y="907274"/>
                  </a:lnTo>
                  <a:lnTo>
                    <a:pt x="3950075" y="907274"/>
                  </a:lnTo>
                  <a:lnTo>
                    <a:pt x="3950192" y="907274"/>
                  </a:lnTo>
                  <a:lnTo>
                    <a:pt x="3950310" y="907274"/>
                  </a:lnTo>
                  <a:lnTo>
                    <a:pt x="3950427" y="907274"/>
                  </a:lnTo>
                  <a:lnTo>
                    <a:pt x="3950545" y="907274"/>
                  </a:lnTo>
                  <a:lnTo>
                    <a:pt x="3950663" y="907274"/>
                  </a:lnTo>
                  <a:lnTo>
                    <a:pt x="3950780" y="907274"/>
                  </a:lnTo>
                  <a:lnTo>
                    <a:pt x="3950780" y="906843"/>
                  </a:lnTo>
                  <a:lnTo>
                    <a:pt x="3950780" y="906413"/>
                  </a:lnTo>
                  <a:lnTo>
                    <a:pt x="3950898" y="906413"/>
                  </a:lnTo>
                  <a:lnTo>
                    <a:pt x="3951016" y="906413"/>
                  </a:lnTo>
                  <a:lnTo>
                    <a:pt x="3951133" y="906413"/>
                  </a:lnTo>
                  <a:lnTo>
                    <a:pt x="3951251" y="906413"/>
                  </a:lnTo>
                  <a:lnTo>
                    <a:pt x="3951251" y="905982"/>
                  </a:lnTo>
                  <a:lnTo>
                    <a:pt x="3951368" y="905982"/>
                  </a:lnTo>
                  <a:lnTo>
                    <a:pt x="3951486" y="905982"/>
                  </a:lnTo>
                  <a:lnTo>
                    <a:pt x="3951604" y="905982"/>
                  </a:lnTo>
                  <a:lnTo>
                    <a:pt x="3951721" y="905982"/>
                  </a:lnTo>
                  <a:lnTo>
                    <a:pt x="3951839" y="905982"/>
                  </a:lnTo>
                  <a:lnTo>
                    <a:pt x="3951956" y="905982"/>
                  </a:lnTo>
                  <a:lnTo>
                    <a:pt x="3952074" y="905982"/>
                  </a:lnTo>
                  <a:lnTo>
                    <a:pt x="3952192" y="905982"/>
                  </a:lnTo>
                  <a:lnTo>
                    <a:pt x="3952309" y="905982"/>
                  </a:lnTo>
                  <a:lnTo>
                    <a:pt x="3952309" y="905551"/>
                  </a:lnTo>
                  <a:lnTo>
                    <a:pt x="3952427" y="905551"/>
                  </a:lnTo>
                  <a:lnTo>
                    <a:pt x="3952544" y="905551"/>
                  </a:lnTo>
                  <a:lnTo>
                    <a:pt x="3952662" y="905551"/>
                  </a:lnTo>
                  <a:lnTo>
                    <a:pt x="3952662" y="905121"/>
                  </a:lnTo>
                  <a:lnTo>
                    <a:pt x="3952780" y="905121"/>
                  </a:lnTo>
                  <a:lnTo>
                    <a:pt x="3952897" y="905121"/>
                  </a:lnTo>
                  <a:lnTo>
                    <a:pt x="3953015" y="905121"/>
                  </a:lnTo>
                  <a:lnTo>
                    <a:pt x="3953133" y="905121"/>
                  </a:lnTo>
                  <a:lnTo>
                    <a:pt x="3953250" y="905121"/>
                  </a:lnTo>
                  <a:lnTo>
                    <a:pt x="3953368" y="905121"/>
                  </a:lnTo>
                  <a:lnTo>
                    <a:pt x="3953485" y="905121"/>
                  </a:lnTo>
                  <a:lnTo>
                    <a:pt x="3953603" y="905121"/>
                  </a:lnTo>
                  <a:lnTo>
                    <a:pt x="3953721" y="905121"/>
                  </a:lnTo>
                  <a:lnTo>
                    <a:pt x="3953838" y="905121"/>
                  </a:lnTo>
                  <a:lnTo>
                    <a:pt x="3953956" y="905121"/>
                  </a:lnTo>
                  <a:lnTo>
                    <a:pt x="3954073" y="905121"/>
                  </a:lnTo>
                  <a:lnTo>
                    <a:pt x="3954073" y="904690"/>
                  </a:lnTo>
                  <a:lnTo>
                    <a:pt x="3954191" y="904690"/>
                  </a:lnTo>
                  <a:lnTo>
                    <a:pt x="3954309" y="904690"/>
                  </a:lnTo>
                  <a:lnTo>
                    <a:pt x="3954426" y="904690"/>
                  </a:lnTo>
                  <a:lnTo>
                    <a:pt x="3954544" y="904690"/>
                  </a:lnTo>
                  <a:lnTo>
                    <a:pt x="3954662" y="904690"/>
                  </a:lnTo>
                  <a:lnTo>
                    <a:pt x="3954779" y="904690"/>
                  </a:lnTo>
                  <a:lnTo>
                    <a:pt x="3954897" y="904690"/>
                  </a:lnTo>
                  <a:lnTo>
                    <a:pt x="3955014" y="904690"/>
                  </a:lnTo>
                  <a:lnTo>
                    <a:pt x="3955132" y="904690"/>
                  </a:lnTo>
                  <a:lnTo>
                    <a:pt x="3955132" y="904260"/>
                  </a:lnTo>
                  <a:lnTo>
                    <a:pt x="3955250" y="904260"/>
                  </a:lnTo>
                  <a:lnTo>
                    <a:pt x="3955367" y="904260"/>
                  </a:lnTo>
                  <a:lnTo>
                    <a:pt x="3955485" y="904260"/>
                  </a:lnTo>
                  <a:lnTo>
                    <a:pt x="3955602" y="904260"/>
                  </a:lnTo>
                  <a:lnTo>
                    <a:pt x="3955720" y="904260"/>
                  </a:lnTo>
                  <a:lnTo>
                    <a:pt x="3955838" y="904260"/>
                  </a:lnTo>
                  <a:lnTo>
                    <a:pt x="3955955" y="904260"/>
                  </a:lnTo>
                  <a:lnTo>
                    <a:pt x="3955955" y="903829"/>
                  </a:lnTo>
                  <a:lnTo>
                    <a:pt x="3956073" y="903829"/>
                  </a:lnTo>
                  <a:lnTo>
                    <a:pt x="3956191" y="903829"/>
                  </a:lnTo>
                  <a:lnTo>
                    <a:pt x="3956308" y="903829"/>
                  </a:lnTo>
                  <a:lnTo>
                    <a:pt x="3956308" y="903398"/>
                  </a:lnTo>
                  <a:lnTo>
                    <a:pt x="3956426" y="903398"/>
                  </a:lnTo>
                  <a:lnTo>
                    <a:pt x="3956543" y="903398"/>
                  </a:lnTo>
                  <a:lnTo>
                    <a:pt x="3956543" y="902968"/>
                  </a:lnTo>
                  <a:lnTo>
                    <a:pt x="3956661" y="902968"/>
                  </a:lnTo>
                  <a:lnTo>
                    <a:pt x="3956661" y="902537"/>
                  </a:lnTo>
                  <a:lnTo>
                    <a:pt x="3956661" y="902107"/>
                  </a:lnTo>
                  <a:lnTo>
                    <a:pt x="3956661" y="901676"/>
                  </a:lnTo>
                  <a:lnTo>
                    <a:pt x="3956779" y="901676"/>
                  </a:lnTo>
                  <a:lnTo>
                    <a:pt x="3956779" y="901245"/>
                  </a:lnTo>
                  <a:lnTo>
                    <a:pt x="3956896" y="901245"/>
                  </a:lnTo>
                  <a:lnTo>
                    <a:pt x="3957014" y="901245"/>
                  </a:lnTo>
                  <a:lnTo>
                    <a:pt x="3957014" y="900815"/>
                  </a:lnTo>
                  <a:lnTo>
                    <a:pt x="3957131" y="900815"/>
                  </a:lnTo>
                  <a:lnTo>
                    <a:pt x="3957249" y="900815"/>
                  </a:lnTo>
                  <a:lnTo>
                    <a:pt x="3957249" y="900384"/>
                  </a:lnTo>
                  <a:lnTo>
                    <a:pt x="3957367" y="900384"/>
                  </a:lnTo>
                  <a:lnTo>
                    <a:pt x="3957484" y="900384"/>
                  </a:lnTo>
                  <a:lnTo>
                    <a:pt x="3957602" y="900384"/>
                  </a:lnTo>
                  <a:lnTo>
                    <a:pt x="3957720" y="900384"/>
                  </a:lnTo>
                  <a:lnTo>
                    <a:pt x="3957837" y="900384"/>
                  </a:lnTo>
                  <a:lnTo>
                    <a:pt x="3957955" y="900384"/>
                  </a:lnTo>
                  <a:lnTo>
                    <a:pt x="3958072" y="900384"/>
                  </a:lnTo>
                  <a:lnTo>
                    <a:pt x="3958072" y="899954"/>
                  </a:lnTo>
                  <a:lnTo>
                    <a:pt x="3958190" y="899954"/>
                  </a:lnTo>
                  <a:lnTo>
                    <a:pt x="3958190" y="899523"/>
                  </a:lnTo>
                  <a:lnTo>
                    <a:pt x="3958308" y="899523"/>
                  </a:lnTo>
                  <a:lnTo>
                    <a:pt x="3958425" y="899523"/>
                  </a:lnTo>
                  <a:lnTo>
                    <a:pt x="3958543" y="899523"/>
                  </a:lnTo>
                  <a:lnTo>
                    <a:pt x="3958543" y="899092"/>
                  </a:lnTo>
                  <a:lnTo>
                    <a:pt x="3958660" y="899092"/>
                  </a:lnTo>
                  <a:lnTo>
                    <a:pt x="3958778" y="899092"/>
                  </a:lnTo>
                  <a:lnTo>
                    <a:pt x="3958778" y="898662"/>
                  </a:lnTo>
                  <a:lnTo>
                    <a:pt x="3958896" y="898662"/>
                  </a:lnTo>
                  <a:lnTo>
                    <a:pt x="3959013" y="898662"/>
                  </a:lnTo>
                  <a:lnTo>
                    <a:pt x="3959131" y="898662"/>
                  </a:lnTo>
                  <a:lnTo>
                    <a:pt x="3959248" y="898662"/>
                  </a:lnTo>
                  <a:lnTo>
                    <a:pt x="3959366" y="898662"/>
                  </a:lnTo>
                  <a:lnTo>
                    <a:pt x="3959484" y="898662"/>
                  </a:lnTo>
                  <a:lnTo>
                    <a:pt x="3959601" y="898662"/>
                  </a:lnTo>
                  <a:lnTo>
                    <a:pt x="3959719" y="898662"/>
                  </a:lnTo>
                  <a:lnTo>
                    <a:pt x="3959837" y="898662"/>
                  </a:lnTo>
                  <a:lnTo>
                    <a:pt x="3959837" y="898231"/>
                  </a:lnTo>
                  <a:lnTo>
                    <a:pt x="3959954" y="898231"/>
                  </a:lnTo>
                  <a:lnTo>
                    <a:pt x="3960072" y="898231"/>
                  </a:lnTo>
                  <a:lnTo>
                    <a:pt x="3960072" y="897801"/>
                  </a:lnTo>
                  <a:lnTo>
                    <a:pt x="3960189" y="897801"/>
                  </a:lnTo>
                  <a:lnTo>
                    <a:pt x="3960307" y="897801"/>
                  </a:lnTo>
                  <a:lnTo>
                    <a:pt x="3960425" y="897801"/>
                  </a:lnTo>
                  <a:lnTo>
                    <a:pt x="3960542" y="897801"/>
                  </a:lnTo>
                  <a:lnTo>
                    <a:pt x="3960660" y="897801"/>
                  </a:lnTo>
                  <a:lnTo>
                    <a:pt x="3960660" y="897370"/>
                  </a:lnTo>
                  <a:lnTo>
                    <a:pt x="3960777" y="897370"/>
                  </a:lnTo>
                  <a:lnTo>
                    <a:pt x="3960895" y="897370"/>
                  </a:lnTo>
                  <a:lnTo>
                    <a:pt x="3961013" y="897370"/>
                  </a:lnTo>
                  <a:lnTo>
                    <a:pt x="3961130" y="897370"/>
                  </a:lnTo>
                  <a:lnTo>
                    <a:pt x="3961130" y="896939"/>
                  </a:lnTo>
                  <a:lnTo>
                    <a:pt x="3961248" y="896939"/>
                  </a:lnTo>
                  <a:lnTo>
                    <a:pt x="3961366" y="896939"/>
                  </a:lnTo>
                  <a:lnTo>
                    <a:pt x="3961483" y="896939"/>
                  </a:lnTo>
                  <a:lnTo>
                    <a:pt x="3961601" y="896939"/>
                  </a:lnTo>
                  <a:lnTo>
                    <a:pt x="3961718" y="896939"/>
                  </a:lnTo>
                  <a:lnTo>
                    <a:pt x="3961836" y="896939"/>
                  </a:lnTo>
                  <a:lnTo>
                    <a:pt x="3961836" y="896509"/>
                  </a:lnTo>
                  <a:lnTo>
                    <a:pt x="3961954" y="896509"/>
                  </a:lnTo>
                  <a:lnTo>
                    <a:pt x="3962071" y="896509"/>
                  </a:lnTo>
                  <a:lnTo>
                    <a:pt x="3962189" y="896509"/>
                  </a:lnTo>
                  <a:lnTo>
                    <a:pt x="3962306" y="896509"/>
                  </a:lnTo>
                  <a:lnTo>
                    <a:pt x="3962424" y="896509"/>
                  </a:lnTo>
                  <a:lnTo>
                    <a:pt x="3962542" y="896509"/>
                  </a:lnTo>
                  <a:lnTo>
                    <a:pt x="3962659" y="896509"/>
                  </a:lnTo>
                  <a:lnTo>
                    <a:pt x="3962777" y="896509"/>
                  </a:lnTo>
                  <a:lnTo>
                    <a:pt x="3962895" y="896509"/>
                  </a:lnTo>
                  <a:lnTo>
                    <a:pt x="3963012" y="896509"/>
                  </a:lnTo>
                  <a:lnTo>
                    <a:pt x="3963130" y="896509"/>
                  </a:lnTo>
                  <a:lnTo>
                    <a:pt x="3963247" y="896509"/>
                  </a:lnTo>
                  <a:lnTo>
                    <a:pt x="3963365" y="896509"/>
                  </a:lnTo>
                  <a:lnTo>
                    <a:pt x="3963483" y="896509"/>
                  </a:lnTo>
                  <a:lnTo>
                    <a:pt x="3963600" y="896509"/>
                  </a:lnTo>
                  <a:lnTo>
                    <a:pt x="3963718" y="896509"/>
                  </a:lnTo>
                  <a:lnTo>
                    <a:pt x="3963835" y="896509"/>
                  </a:lnTo>
                  <a:lnTo>
                    <a:pt x="3963953" y="896509"/>
                  </a:lnTo>
                  <a:lnTo>
                    <a:pt x="3964071" y="896509"/>
                  </a:lnTo>
                  <a:lnTo>
                    <a:pt x="3964071" y="896078"/>
                  </a:lnTo>
                  <a:lnTo>
                    <a:pt x="3964188" y="896078"/>
                  </a:lnTo>
                  <a:lnTo>
                    <a:pt x="3964306" y="896078"/>
                  </a:lnTo>
                  <a:lnTo>
                    <a:pt x="3964424" y="896078"/>
                  </a:lnTo>
                  <a:lnTo>
                    <a:pt x="3964541" y="896078"/>
                  </a:lnTo>
                  <a:lnTo>
                    <a:pt x="3964659" y="896078"/>
                  </a:lnTo>
                  <a:lnTo>
                    <a:pt x="3964776" y="896078"/>
                  </a:lnTo>
                  <a:lnTo>
                    <a:pt x="3964894" y="896078"/>
                  </a:lnTo>
                  <a:lnTo>
                    <a:pt x="3965012" y="896078"/>
                  </a:lnTo>
                  <a:lnTo>
                    <a:pt x="3965129" y="896078"/>
                  </a:lnTo>
                  <a:lnTo>
                    <a:pt x="3965247" y="896078"/>
                  </a:lnTo>
                  <a:lnTo>
                    <a:pt x="3965364" y="896078"/>
                  </a:lnTo>
                  <a:lnTo>
                    <a:pt x="3965482" y="896078"/>
                  </a:lnTo>
                  <a:lnTo>
                    <a:pt x="3965482" y="895648"/>
                  </a:lnTo>
                  <a:lnTo>
                    <a:pt x="3965600" y="895648"/>
                  </a:lnTo>
                  <a:lnTo>
                    <a:pt x="3965717" y="895648"/>
                  </a:lnTo>
                  <a:lnTo>
                    <a:pt x="3965835" y="895648"/>
                  </a:lnTo>
                  <a:lnTo>
                    <a:pt x="3965953" y="895648"/>
                  </a:lnTo>
                  <a:lnTo>
                    <a:pt x="3966070" y="895648"/>
                  </a:lnTo>
                  <a:lnTo>
                    <a:pt x="3966188" y="895648"/>
                  </a:lnTo>
                  <a:lnTo>
                    <a:pt x="3966305" y="895648"/>
                  </a:lnTo>
                  <a:lnTo>
                    <a:pt x="3966423" y="895648"/>
                  </a:lnTo>
                  <a:lnTo>
                    <a:pt x="3966541" y="895648"/>
                  </a:lnTo>
                  <a:lnTo>
                    <a:pt x="3966541" y="895217"/>
                  </a:lnTo>
                  <a:lnTo>
                    <a:pt x="3966658" y="895217"/>
                  </a:lnTo>
                  <a:lnTo>
                    <a:pt x="3966776" y="895217"/>
                  </a:lnTo>
                  <a:lnTo>
                    <a:pt x="3966893" y="895217"/>
                  </a:lnTo>
                  <a:lnTo>
                    <a:pt x="3967011" y="895217"/>
                  </a:lnTo>
                  <a:lnTo>
                    <a:pt x="3967011" y="894786"/>
                  </a:lnTo>
                  <a:lnTo>
                    <a:pt x="3967129" y="894786"/>
                  </a:lnTo>
                  <a:lnTo>
                    <a:pt x="3967246" y="894786"/>
                  </a:lnTo>
                  <a:lnTo>
                    <a:pt x="3967246" y="894356"/>
                  </a:lnTo>
                  <a:lnTo>
                    <a:pt x="3967364" y="894356"/>
                  </a:lnTo>
                  <a:lnTo>
                    <a:pt x="3967481" y="894356"/>
                  </a:lnTo>
                  <a:lnTo>
                    <a:pt x="3967599" y="894356"/>
                  </a:lnTo>
                  <a:lnTo>
                    <a:pt x="3967599" y="893925"/>
                  </a:lnTo>
                  <a:lnTo>
                    <a:pt x="3967717" y="893925"/>
                  </a:lnTo>
                  <a:lnTo>
                    <a:pt x="3967834" y="893925"/>
                  </a:lnTo>
                  <a:lnTo>
                    <a:pt x="3967834" y="893495"/>
                  </a:lnTo>
                  <a:lnTo>
                    <a:pt x="3967952" y="893495"/>
                  </a:lnTo>
                  <a:lnTo>
                    <a:pt x="3968070" y="893495"/>
                  </a:lnTo>
                  <a:lnTo>
                    <a:pt x="3968187" y="893495"/>
                  </a:lnTo>
                  <a:lnTo>
                    <a:pt x="3968305" y="893495"/>
                  </a:lnTo>
                  <a:lnTo>
                    <a:pt x="3968422" y="893495"/>
                  </a:lnTo>
                  <a:lnTo>
                    <a:pt x="3968540" y="893495"/>
                  </a:lnTo>
                  <a:lnTo>
                    <a:pt x="3968658" y="893495"/>
                  </a:lnTo>
                  <a:lnTo>
                    <a:pt x="3968775" y="893495"/>
                  </a:lnTo>
                  <a:lnTo>
                    <a:pt x="3968893" y="893495"/>
                  </a:lnTo>
                  <a:lnTo>
                    <a:pt x="3969010" y="893495"/>
                  </a:lnTo>
                  <a:lnTo>
                    <a:pt x="3969128" y="893495"/>
                  </a:lnTo>
                  <a:lnTo>
                    <a:pt x="3969246" y="893495"/>
                  </a:lnTo>
                  <a:lnTo>
                    <a:pt x="3969363" y="893495"/>
                  </a:lnTo>
                  <a:lnTo>
                    <a:pt x="3969481" y="893495"/>
                  </a:lnTo>
                  <a:lnTo>
                    <a:pt x="3969599" y="893495"/>
                  </a:lnTo>
                  <a:lnTo>
                    <a:pt x="3969716" y="893495"/>
                  </a:lnTo>
                  <a:lnTo>
                    <a:pt x="3969834" y="893495"/>
                  </a:lnTo>
                  <a:lnTo>
                    <a:pt x="3969951" y="893495"/>
                  </a:lnTo>
                  <a:lnTo>
                    <a:pt x="3969951" y="893064"/>
                  </a:lnTo>
                  <a:lnTo>
                    <a:pt x="3970069" y="893064"/>
                  </a:lnTo>
                  <a:lnTo>
                    <a:pt x="3970187" y="893064"/>
                  </a:lnTo>
                  <a:lnTo>
                    <a:pt x="3970304" y="893064"/>
                  </a:lnTo>
                  <a:lnTo>
                    <a:pt x="3970422" y="893064"/>
                  </a:lnTo>
                  <a:lnTo>
                    <a:pt x="3970422" y="892633"/>
                  </a:lnTo>
                  <a:lnTo>
                    <a:pt x="3970539" y="892633"/>
                  </a:lnTo>
                  <a:lnTo>
                    <a:pt x="3970657" y="892633"/>
                  </a:lnTo>
                  <a:lnTo>
                    <a:pt x="3970775" y="892633"/>
                  </a:lnTo>
                  <a:lnTo>
                    <a:pt x="3970892" y="892633"/>
                  </a:lnTo>
                  <a:lnTo>
                    <a:pt x="3970892" y="892203"/>
                  </a:lnTo>
                  <a:lnTo>
                    <a:pt x="3971010" y="892203"/>
                  </a:lnTo>
                  <a:lnTo>
                    <a:pt x="3971128" y="892203"/>
                  </a:lnTo>
                  <a:lnTo>
                    <a:pt x="3971245" y="892203"/>
                  </a:lnTo>
                  <a:lnTo>
                    <a:pt x="3971363" y="892203"/>
                  </a:lnTo>
                  <a:lnTo>
                    <a:pt x="3971363" y="891772"/>
                  </a:lnTo>
                  <a:lnTo>
                    <a:pt x="3971480" y="891772"/>
                  </a:lnTo>
                  <a:lnTo>
                    <a:pt x="3971598" y="891772"/>
                  </a:lnTo>
                  <a:lnTo>
                    <a:pt x="3971598" y="891342"/>
                  </a:lnTo>
                  <a:lnTo>
                    <a:pt x="3971716" y="891342"/>
                  </a:lnTo>
                  <a:lnTo>
                    <a:pt x="3971833" y="891342"/>
                  </a:lnTo>
                  <a:lnTo>
                    <a:pt x="3971951" y="891342"/>
                  </a:lnTo>
                  <a:lnTo>
                    <a:pt x="3971951" y="890911"/>
                  </a:lnTo>
                  <a:lnTo>
                    <a:pt x="3972068" y="890911"/>
                  </a:lnTo>
                  <a:lnTo>
                    <a:pt x="3972186" y="890911"/>
                  </a:lnTo>
                  <a:lnTo>
                    <a:pt x="3972304" y="890911"/>
                  </a:lnTo>
                  <a:lnTo>
                    <a:pt x="3972421" y="890911"/>
                  </a:lnTo>
                  <a:lnTo>
                    <a:pt x="3972421" y="890480"/>
                  </a:lnTo>
                  <a:lnTo>
                    <a:pt x="3972421" y="890050"/>
                  </a:lnTo>
                  <a:lnTo>
                    <a:pt x="3972539" y="890050"/>
                  </a:lnTo>
                  <a:lnTo>
                    <a:pt x="3972539" y="889619"/>
                  </a:lnTo>
                  <a:lnTo>
                    <a:pt x="3972657" y="889619"/>
                  </a:lnTo>
                  <a:lnTo>
                    <a:pt x="3972774" y="889619"/>
                  </a:lnTo>
                  <a:lnTo>
                    <a:pt x="3972892" y="889619"/>
                  </a:lnTo>
                  <a:lnTo>
                    <a:pt x="3973009" y="889619"/>
                  </a:lnTo>
                  <a:lnTo>
                    <a:pt x="3973127" y="889619"/>
                  </a:lnTo>
                  <a:lnTo>
                    <a:pt x="3973245" y="889619"/>
                  </a:lnTo>
                  <a:lnTo>
                    <a:pt x="3973362" y="889619"/>
                  </a:lnTo>
                  <a:lnTo>
                    <a:pt x="3973480" y="889619"/>
                  </a:lnTo>
                  <a:lnTo>
                    <a:pt x="3973597" y="889619"/>
                  </a:lnTo>
                  <a:lnTo>
                    <a:pt x="3973715" y="889619"/>
                  </a:lnTo>
                  <a:lnTo>
                    <a:pt x="3973715" y="889189"/>
                  </a:lnTo>
                  <a:lnTo>
                    <a:pt x="3973833" y="889189"/>
                  </a:lnTo>
                  <a:lnTo>
                    <a:pt x="3973950" y="889189"/>
                  </a:lnTo>
                  <a:lnTo>
                    <a:pt x="3974068" y="889189"/>
                  </a:lnTo>
                  <a:lnTo>
                    <a:pt x="3974186" y="889189"/>
                  </a:lnTo>
                  <a:lnTo>
                    <a:pt x="3974303" y="889189"/>
                  </a:lnTo>
                  <a:lnTo>
                    <a:pt x="3974421" y="889189"/>
                  </a:lnTo>
                  <a:lnTo>
                    <a:pt x="3974538" y="889189"/>
                  </a:lnTo>
                  <a:lnTo>
                    <a:pt x="3974656" y="889189"/>
                  </a:lnTo>
                  <a:lnTo>
                    <a:pt x="3974774" y="889189"/>
                  </a:lnTo>
                  <a:lnTo>
                    <a:pt x="3974891" y="889189"/>
                  </a:lnTo>
                  <a:lnTo>
                    <a:pt x="3975009" y="889189"/>
                  </a:lnTo>
                  <a:lnTo>
                    <a:pt x="3975126" y="889189"/>
                  </a:lnTo>
                  <a:lnTo>
                    <a:pt x="3975126" y="888758"/>
                  </a:lnTo>
                  <a:lnTo>
                    <a:pt x="3975244" y="888758"/>
                  </a:lnTo>
                  <a:lnTo>
                    <a:pt x="3975362" y="888758"/>
                  </a:lnTo>
                  <a:lnTo>
                    <a:pt x="3975479" y="888758"/>
                  </a:lnTo>
                  <a:lnTo>
                    <a:pt x="3975597" y="888758"/>
                  </a:lnTo>
                  <a:lnTo>
                    <a:pt x="3975714" y="888758"/>
                  </a:lnTo>
                  <a:lnTo>
                    <a:pt x="3975832" y="888758"/>
                  </a:lnTo>
                  <a:lnTo>
                    <a:pt x="3975950" y="888758"/>
                  </a:lnTo>
                  <a:lnTo>
                    <a:pt x="3976067" y="888758"/>
                  </a:lnTo>
                  <a:lnTo>
                    <a:pt x="3976185" y="888758"/>
                  </a:lnTo>
                  <a:lnTo>
                    <a:pt x="3976303" y="888758"/>
                  </a:lnTo>
                  <a:lnTo>
                    <a:pt x="3976420" y="888758"/>
                  </a:lnTo>
                  <a:lnTo>
                    <a:pt x="3976538" y="888758"/>
                  </a:lnTo>
                  <a:lnTo>
                    <a:pt x="3976655" y="888758"/>
                  </a:lnTo>
                  <a:lnTo>
                    <a:pt x="3976773" y="888758"/>
                  </a:lnTo>
                  <a:lnTo>
                    <a:pt x="3976891" y="888758"/>
                  </a:lnTo>
                  <a:lnTo>
                    <a:pt x="3977008" y="888758"/>
                  </a:lnTo>
                  <a:lnTo>
                    <a:pt x="3977126" y="888758"/>
                  </a:lnTo>
                  <a:lnTo>
                    <a:pt x="3977243" y="888758"/>
                  </a:lnTo>
                  <a:lnTo>
                    <a:pt x="3977361" y="888758"/>
                  </a:lnTo>
                  <a:lnTo>
                    <a:pt x="3977479" y="888758"/>
                  </a:lnTo>
                  <a:lnTo>
                    <a:pt x="3977596" y="888758"/>
                  </a:lnTo>
                  <a:lnTo>
                    <a:pt x="3977714" y="888758"/>
                  </a:lnTo>
                  <a:lnTo>
                    <a:pt x="3977832" y="888758"/>
                  </a:lnTo>
                  <a:lnTo>
                    <a:pt x="3977949" y="888758"/>
                  </a:lnTo>
                  <a:lnTo>
                    <a:pt x="3977949" y="888327"/>
                  </a:lnTo>
                  <a:lnTo>
                    <a:pt x="3978067" y="888327"/>
                  </a:lnTo>
                  <a:lnTo>
                    <a:pt x="3978067" y="887897"/>
                  </a:lnTo>
                  <a:lnTo>
                    <a:pt x="3978184" y="887897"/>
                  </a:lnTo>
                  <a:lnTo>
                    <a:pt x="3978302" y="887897"/>
                  </a:lnTo>
                  <a:lnTo>
                    <a:pt x="3978302" y="887466"/>
                  </a:lnTo>
                  <a:lnTo>
                    <a:pt x="3978420" y="887466"/>
                  </a:lnTo>
                  <a:lnTo>
                    <a:pt x="3978537" y="887466"/>
                  </a:lnTo>
                  <a:lnTo>
                    <a:pt x="3978655" y="887466"/>
                  </a:lnTo>
                  <a:lnTo>
                    <a:pt x="3978772" y="887466"/>
                  </a:lnTo>
                  <a:lnTo>
                    <a:pt x="3978890" y="887466"/>
                  </a:lnTo>
                  <a:lnTo>
                    <a:pt x="3979008" y="887466"/>
                  </a:lnTo>
                  <a:lnTo>
                    <a:pt x="3979125" y="887466"/>
                  </a:lnTo>
                  <a:lnTo>
                    <a:pt x="3979125" y="887036"/>
                  </a:lnTo>
                  <a:lnTo>
                    <a:pt x="3979243" y="887036"/>
                  </a:lnTo>
                  <a:lnTo>
                    <a:pt x="3979361" y="887036"/>
                  </a:lnTo>
                  <a:lnTo>
                    <a:pt x="3979478" y="887036"/>
                  </a:lnTo>
                  <a:lnTo>
                    <a:pt x="3979478" y="886605"/>
                  </a:lnTo>
                  <a:lnTo>
                    <a:pt x="3979596" y="886605"/>
                  </a:lnTo>
                  <a:lnTo>
                    <a:pt x="3979713" y="886605"/>
                  </a:lnTo>
                  <a:lnTo>
                    <a:pt x="3979831" y="886605"/>
                  </a:lnTo>
                  <a:lnTo>
                    <a:pt x="3979831" y="886174"/>
                  </a:lnTo>
                  <a:lnTo>
                    <a:pt x="3979831" y="885744"/>
                  </a:lnTo>
                  <a:lnTo>
                    <a:pt x="3979949" y="885744"/>
                  </a:lnTo>
                  <a:lnTo>
                    <a:pt x="3980066" y="885744"/>
                  </a:lnTo>
                  <a:lnTo>
                    <a:pt x="3980184" y="885744"/>
                  </a:lnTo>
                  <a:lnTo>
                    <a:pt x="3980301" y="885744"/>
                  </a:lnTo>
                  <a:lnTo>
                    <a:pt x="3980419" y="885744"/>
                  </a:lnTo>
                  <a:lnTo>
                    <a:pt x="3980537" y="885744"/>
                  </a:lnTo>
                  <a:lnTo>
                    <a:pt x="3980654" y="885744"/>
                  </a:lnTo>
                  <a:lnTo>
                    <a:pt x="3980772" y="885744"/>
                  </a:lnTo>
                  <a:lnTo>
                    <a:pt x="3980890" y="885744"/>
                  </a:lnTo>
                  <a:lnTo>
                    <a:pt x="3981007" y="885744"/>
                  </a:lnTo>
                  <a:lnTo>
                    <a:pt x="3981125" y="885744"/>
                  </a:lnTo>
                  <a:lnTo>
                    <a:pt x="3981125" y="885313"/>
                  </a:lnTo>
                  <a:lnTo>
                    <a:pt x="3981242" y="885313"/>
                  </a:lnTo>
                  <a:lnTo>
                    <a:pt x="3981242" y="884883"/>
                  </a:lnTo>
                  <a:lnTo>
                    <a:pt x="3981360" y="884883"/>
                  </a:lnTo>
                  <a:lnTo>
                    <a:pt x="3981478" y="884883"/>
                  </a:lnTo>
                  <a:lnTo>
                    <a:pt x="3981595" y="884883"/>
                  </a:lnTo>
                  <a:lnTo>
                    <a:pt x="3981713" y="884883"/>
                  </a:lnTo>
                  <a:lnTo>
                    <a:pt x="3981830" y="884883"/>
                  </a:lnTo>
                  <a:lnTo>
                    <a:pt x="3981948" y="884883"/>
                  </a:lnTo>
                  <a:lnTo>
                    <a:pt x="3981948" y="884452"/>
                  </a:lnTo>
                  <a:lnTo>
                    <a:pt x="3982066" y="884452"/>
                  </a:lnTo>
                  <a:lnTo>
                    <a:pt x="3982066" y="884021"/>
                  </a:lnTo>
                  <a:lnTo>
                    <a:pt x="3982183" y="884021"/>
                  </a:lnTo>
                  <a:lnTo>
                    <a:pt x="3982183" y="883591"/>
                  </a:lnTo>
                  <a:lnTo>
                    <a:pt x="3982301" y="883591"/>
                  </a:lnTo>
                  <a:lnTo>
                    <a:pt x="3982301" y="883160"/>
                  </a:lnTo>
                  <a:lnTo>
                    <a:pt x="3982419" y="883160"/>
                  </a:lnTo>
                  <a:lnTo>
                    <a:pt x="3982536" y="883160"/>
                  </a:lnTo>
                  <a:lnTo>
                    <a:pt x="3982654" y="883160"/>
                  </a:lnTo>
                  <a:lnTo>
                    <a:pt x="3982654" y="882730"/>
                  </a:lnTo>
                  <a:lnTo>
                    <a:pt x="3982771" y="882730"/>
                  </a:lnTo>
                  <a:lnTo>
                    <a:pt x="3982889" y="882730"/>
                  </a:lnTo>
                  <a:lnTo>
                    <a:pt x="3983007" y="882730"/>
                  </a:lnTo>
                  <a:lnTo>
                    <a:pt x="3983124" y="882730"/>
                  </a:lnTo>
                  <a:lnTo>
                    <a:pt x="3983242" y="882730"/>
                  </a:lnTo>
                  <a:lnTo>
                    <a:pt x="3983242" y="882299"/>
                  </a:lnTo>
                  <a:lnTo>
                    <a:pt x="3983359" y="882299"/>
                  </a:lnTo>
                  <a:lnTo>
                    <a:pt x="3983477" y="882299"/>
                  </a:lnTo>
                  <a:lnTo>
                    <a:pt x="3983595" y="882299"/>
                  </a:lnTo>
                  <a:lnTo>
                    <a:pt x="3983712" y="882299"/>
                  </a:lnTo>
                  <a:lnTo>
                    <a:pt x="3983830" y="882299"/>
                  </a:lnTo>
                  <a:lnTo>
                    <a:pt x="3983947" y="882299"/>
                  </a:lnTo>
                  <a:lnTo>
                    <a:pt x="3984065" y="882299"/>
                  </a:lnTo>
                  <a:lnTo>
                    <a:pt x="3984183" y="882299"/>
                  </a:lnTo>
                  <a:lnTo>
                    <a:pt x="3984300" y="882299"/>
                  </a:lnTo>
                  <a:lnTo>
                    <a:pt x="3984300" y="881868"/>
                  </a:lnTo>
                  <a:lnTo>
                    <a:pt x="3984300" y="881438"/>
                  </a:lnTo>
                  <a:lnTo>
                    <a:pt x="3984300" y="881007"/>
                  </a:lnTo>
                  <a:lnTo>
                    <a:pt x="3984418" y="881007"/>
                  </a:lnTo>
                  <a:lnTo>
                    <a:pt x="3984536" y="881007"/>
                  </a:lnTo>
                  <a:lnTo>
                    <a:pt x="3984653" y="881007"/>
                  </a:lnTo>
                  <a:lnTo>
                    <a:pt x="3984653" y="880577"/>
                  </a:lnTo>
                  <a:lnTo>
                    <a:pt x="3984653" y="880146"/>
                  </a:lnTo>
                  <a:lnTo>
                    <a:pt x="3984771" y="880146"/>
                  </a:lnTo>
                  <a:lnTo>
                    <a:pt x="3984888" y="880146"/>
                  </a:lnTo>
                  <a:lnTo>
                    <a:pt x="3985006" y="880146"/>
                  </a:lnTo>
                  <a:lnTo>
                    <a:pt x="3985124" y="880146"/>
                  </a:lnTo>
                  <a:lnTo>
                    <a:pt x="3985241" y="880146"/>
                  </a:lnTo>
                  <a:lnTo>
                    <a:pt x="3985359" y="880146"/>
                  </a:lnTo>
                  <a:lnTo>
                    <a:pt x="3985476" y="880146"/>
                  </a:lnTo>
                  <a:lnTo>
                    <a:pt x="3985476" y="879715"/>
                  </a:lnTo>
                  <a:lnTo>
                    <a:pt x="3985594" y="879715"/>
                  </a:lnTo>
                  <a:lnTo>
                    <a:pt x="3985594" y="879285"/>
                  </a:lnTo>
                  <a:lnTo>
                    <a:pt x="3985712" y="879285"/>
                  </a:lnTo>
                  <a:lnTo>
                    <a:pt x="3985829" y="879285"/>
                  </a:lnTo>
                  <a:lnTo>
                    <a:pt x="3985947" y="879285"/>
                  </a:lnTo>
                  <a:lnTo>
                    <a:pt x="3985947" y="878854"/>
                  </a:lnTo>
                  <a:lnTo>
                    <a:pt x="3986065" y="878854"/>
                  </a:lnTo>
                  <a:lnTo>
                    <a:pt x="3986182" y="878854"/>
                  </a:lnTo>
                  <a:lnTo>
                    <a:pt x="3986300" y="878854"/>
                  </a:lnTo>
                  <a:lnTo>
                    <a:pt x="3986417" y="878854"/>
                  </a:lnTo>
                  <a:lnTo>
                    <a:pt x="3986535" y="878854"/>
                  </a:lnTo>
                  <a:lnTo>
                    <a:pt x="3986653" y="878854"/>
                  </a:lnTo>
                  <a:lnTo>
                    <a:pt x="3986770" y="878854"/>
                  </a:lnTo>
                  <a:lnTo>
                    <a:pt x="3986888" y="878854"/>
                  </a:lnTo>
                  <a:lnTo>
                    <a:pt x="3987005" y="878854"/>
                  </a:lnTo>
                  <a:lnTo>
                    <a:pt x="3987123" y="878854"/>
                  </a:lnTo>
                  <a:lnTo>
                    <a:pt x="3987241" y="878854"/>
                  </a:lnTo>
                  <a:lnTo>
                    <a:pt x="3987241" y="878424"/>
                  </a:lnTo>
                  <a:lnTo>
                    <a:pt x="3987358" y="878424"/>
                  </a:lnTo>
                  <a:lnTo>
                    <a:pt x="3987476" y="878424"/>
                  </a:lnTo>
                  <a:lnTo>
                    <a:pt x="3987594" y="878424"/>
                  </a:lnTo>
                  <a:lnTo>
                    <a:pt x="3987711" y="878424"/>
                  </a:lnTo>
                  <a:lnTo>
                    <a:pt x="3987829" y="878424"/>
                  </a:lnTo>
                  <a:lnTo>
                    <a:pt x="3987829" y="877993"/>
                  </a:lnTo>
                  <a:lnTo>
                    <a:pt x="3987946" y="877993"/>
                  </a:lnTo>
                  <a:lnTo>
                    <a:pt x="3988064" y="877993"/>
                  </a:lnTo>
                  <a:lnTo>
                    <a:pt x="3988182" y="877993"/>
                  </a:lnTo>
                  <a:lnTo>
                    <a:pt x="3988182" y="877562"/>
                  </a:lnTo>
                  <a:lnTo>
                    <a:pt x="3988299" y="877562"/>
                  </a:lnTo>
                  <a:lnTo>
                    <a:pt x="3988417" y="877562"/>
                  </a:lnTo>
                  <a:lnTo>
                    <a:pt x="3988534" y="877562"/>
                  </a:lnTo>
                  <a:lnTo>
                    <a:pt x="3988652" y="877562"/>
                  </a:lnTo>
                  <a:lnTo>
                    <a:pt x="3988652" y="877132"/>
                  </a:lnTo>
                  <a:lnTo>
                    <a:pt x="3988770" y="877132"/>
                  </a:lnTo>
                  <a:lnTo>
                    <a:pt x="3988770" y="876701"/>
                  </a:lnTo>
                  <a:lnTo>
                    <a:pt x="3988887" y="876701"/>
                  </a:lnTo>
                  <a:lnTo>
                    <a:pt x="3989005" y="876701"/>
                  </a:lnTo>
                  <a:lnTo>
                    <a:pt x="3989123" y="876701"/>
                  </a:lnTo>
                  <a:lnTo>
                    <a:pt x="3989240" y="876701"/>
                  </a:lnTo>
                  <a:lnTo>
                    <a:pt x="3989358" y="876701"/>
                  </a:lnTo>
                  <a:lnTo>
                    <a:pt x="3989475" y="876701"/>
                  </a:lnTo>
                  <a:lnTo>
                    <a:pt x="3989593" y="876701"/>
                  </a:lnTo>
                  <a:lnTo>
                    <a:pt x="3989711" y="876701"/>
                  </a:lnTo>
                  <a:lnTo>
                    <a:pt x="3989828" y="876701"/>
                  </a:lnTo>
                  <a:lnTo>
                    <a:pt x="3989946" y="876701"/>
                  </a:lnTo>
                  <a:lnTo>
                    <a:pt x="3990063" y="876701"/>
                  </a:lnTo>
                  <a:lnTo>
                    <a:pt x="3990181" y="876701"/>
                  </a:lnTo>
                  <a:lnTo>
                    <a:pt x="3990299" y="876701"/>
                  </a:lnTo>
                  <a:lnTo>
                    <a:pt x="3990416" y="876701"/>
                  </a:lnTo>
                  <a:lnTo>
                    <a:pt x="3990416" y="876271"/>
                  </a:lnTo>
                  <a:lnTo>
                    <a:pt x="3990534" y="876271"/>
                  </a:lnTo>
                  <a:lnTo>
                    <a:pt x="3990652" y="876271"/>
                  </a:lnTo>
                  <a:lnTo>
                    <a:pt x="3990769" y="876271"/>
                  </a:lnTo>
                  <a:lnTo>
                    <a:pt x="3990887" y="876271"/>
                  </a:lnTo>
                  <a:lnTo>
                    <a:pt x="3991004" y="876271"/>
                  </a:lnTo>
                  <a:lnTo>
                    <a:pt x="3991122" y="876271"/>
                  </a:lnTo>
                  <a:lnTo>
                    <a:pt x="3991240" y="876271"/>
                  </a:lnTo>
                  <a:lnTo>
                    <a:pt x="3991357" y="876271"/>
                  </a:lnTo>
                  <a:lnTo>
                    <a:pt x="3991475" y="876271"/>
                  </a:lnTo>
                  <a:lnTo>
                    <a:pt x="3991592" y="876271"/>
                  </a:lnTo>
                  <a:lnTo>
                    <a:pt x="3991710" y="876271"/>
                  </a:lnTo>
                  <a:lnTo>
                    <a:pt x="3991828" y="876271"/>
                  </a:lnTo>
                  <a:lnTo>
                    <a:pt x="3991945" y="876271"/>
                  </a:lnTo>
                  <a:lnTo>
                    <a:pt x="3992063" y="876271"/>
                  </a:lnTo>
                  <a:lnTo>
                    <a:pt x="3992063" y="875840"/>
                  </a:lnTo>
                  <a:lnTo>
                    <a:pt x="3992180" y="875840"/>
                  </a:lnTo>
                  <a:lnTo>
                    <a:pt x="3992298" y="875840"/>
                  </a:lnTo>
                  <a:lnTo>
                    <a:pt x="3992298" y="875409"/>
                  </a:lnTo>
                  <a:lnTo>
                    <a:pt x="3992416" y="875409"/>
                  </a:lnTo>
                  <a:lnTo>
                    <a:pt x="3992533" y="875409"/>
                  </a:lnTo>
                  <a:lnTo>
                    <a:pt x="3992533" y="874979"/>
                  </a:lnTo>
                  <a:lnTo>
                    <a:pt x="3992651" y="874979"/>
                  </a:lnTo>
                  <a:lnTo>
                    <a:pt x="3992769" y="874979"/>
                  </a:lnTo>
                  <a:lnTo>
                    <a:pt x="3992886" y="874979"/>
                  </a:lnTo>
                  <a:lnTo>
                    <a:pt x="3993004" y="874979"/>
                  </a:lnTo>
                  <a:lnTo>
                    <a:pt x="3993121" y="874979"/>
                  </a:lnTo>
                  <a:lnTo>
                    <a:pt x="3993239" y="874979"/>
                  </a:lnTo>
                  <a:lnTo>
                    <a:pt x="3993239" y="874548"/>
                  </a:lnTo>
                  <a:lnTo>
                    <a:pt x="3993357" y="874548"/>
                  </a:lnTo>
                  <a:lnTo>
                    <a:pt x="3993357" y="874118"/>
                  </a:lnTo>
                  <a:lnTo>
                    <a:pt x="3993474" y="874118"/>
                  </a:lnTo>
                  <a:lnTo>
                    <a:pt x="3993592" y="874118"/>
                  </a:lnTo>
                  <a:lnTo>
                    <a:pt x="3993709" y="874118"/>
                  </a:lnTo>
                  <a:lnTo>
                    <a:pt x="3993827" y="874118"/>
                  </a:lnTo>
                  <a:lnTo>
                    <a:pt x="3993945" y="874118"/>
                  </a:lnTo>
                  <a:lnTo>
                    <a:pt x="3994062" y="874118"/>
                  </a:lnTo>
                  <a:lnTo>
                    <a:pt x="3994180" y="874118"/>
                  </a:lnTo>
                  <a:lnTo>
                    <a:pt x="3994298" y="874118"/>
                  </a:lnTo>
                  <a:lnTo>
                    <a:pt x="3994415" y="874118"/>
                  </a:lnTo>
                  <a:lnTo>
                    <a:pt x="3994533" y="874118"/>
                  </a:lnTo>
                  <a:lnTo>
                    <a:pt x="3994650" y="874118"/>
                  </a:lnTo>
                  <a:lnTo>
                    <a:pt x="3994768" y="874118"/>
                  </a:lnTo>
                  <a:lnTo>
                    <a:pt x="3994886" y="874118"/>
                  </a:lnTo>
                  <a:lnTo>
                    <a:pt x="3995003" y="874118"/>
                  </a:lnTo>
                  <a:lnTo>
                    <a:pt x="3995121" y="874118"/>
                  </a:lnTo>
                  <a:lnTo>
                    <a:pt x="3995121" y="873687"/>
                  </a:lnTo>
                  <a:lnTo>
                    <a:pt x="3995238" y="873687"/>
                  </a:lnTo>
                  <a:lnTo>
                    <a:pt x="3995356" y="873687"/>
                  </a:lnTo>
                  <a:lnTo>
                    <a:pt x="3995474" y="873687"/>
                  </a:lnTo>
                  <a:lnTo>
                    <a:pt x="3995591" y="873687"/>
                  </a:lnTo>
                  <a:lnTo>
                    <a:pt x="3995591" y="873256"/>
                  </a:lnTo>
                  <a:lnTo>
                    <a:pt x="3995709" y="873256"/>
                  </a:lnTo>
                  <a:lnTo>
                    <a:pt x="3995827" y="873256"/>
                  </a:lnTo>
                  <a:lnTo>
                    <a:pt x="3995944" y="873256"/>
                  </a:lnTo>
                  <a:lnTo>
                    <a:pt x="3996062" y="873256"/>
                  </a:lnTo>
                  <a:lnTo>
                    <a:pt x="3996179" y="873256"/>
                  </a:lnTo>
                  <a:lnTo>
                    <a:pt x="3996179" y="872826"/>
                  </a:lnTo>
                  <a:lnTo>
                    <a:pt x="3996179" y="872395"/>
                  </a:lnTo>
                  <a:lnTo>
                    <a:pt x="3996297" y="872395"/>
                  </a:lnTo>
                  <a:lnTo>
                    <a:pt x="3996297" y="871965"/>
                  </a:lnTo>
                  <a:lnTo>
                    <a:pt x="3996297" y="871534"/>
                  </a:lnTo>
                  <a:lnTo>
                    <a:pt x="3996415" y="871534"/>
                  </a:lnTo>
                  <a:lnTo>
                    <a:pt x="3996532" y="871534"/>
                  </a:lnTo>
                  <a:lnTo>
                    <a:pt x="3996650" y="871534"/>
                  </a:lnTo>
                  <a:lnTo>
                    <a:pt x="3996767" y="871534"/>
                  </a:lnTo>
                  <a:lnTo>
                    <a:pt x="3996885" y="871534"/>
                  </a:lnTo>
                  <a:lnTo>
                    <a:pt x="3997003" y="871534"/>
                  </a:lnTo>
                  <a:lnTo>
                    <a:pt x="3997120" y="871534"/>
                  </a:lnTo>
                  <a:lnTo>
                    <a:pt x="3997238" y="871534"/>
                  </a:lnTo>
                  <a:lnTo>
                    <a:pt x="3997356" y="871534"/>
                  </a:lnTo>
                  <a:lnTo>
                    <a:pt x="3997473" y="871534"/>
                  </a:lnTo>
                  <a:lnTo>
                    <a:pt x="3997591" y="871534"/>
                  </a:lnTo>
                  <a:lnTo>
                    <a:pt x="3997591" y="871103"/>
                  </a:lnTo>
                  <a:lnTo>
                    <a:pt x="3997591" y="870673"/>
                  </a:lnTo>
                  <a:lnTo>
                    <a:pt x="3997708" y="870673"/>
                  </a:lnTo>
                  <a:lnTo>
                    <a:pt x="3997826" y="870673"/>
                  </a:lnTo>
                  <a:lnTo>
                    <a:pt x="3997944" y="870673"/>
                  </a:lnTo>
                  <a:lnTo>
                    <a:pt x="3998061" y="870673"/>
                  </a:lnTo>
                  <a:lnTo>
                    <a:pt x="3998179" y="870673"/>
                  </a:lnTo>
                  <a:lnTo>
                    <a:pt x="3998179" y="870242"/>
                  </a:lnTo>
                  <a:lnTo>
                    <a:pt x="3998296" y="870242"/>
                  </a:lnTo>
                  <a:lnTo>
                    <a:pt x="3998414" y="870242"/>
                  </a:lnTo>
                  <a:lnTo>
                    <a:pt x="3998532" y="870242"/>
                  </a:lnTo>
                  <a:lnTo>
                    <a:pt x="3998649" y="870242"/>
                  </a:lnTo>
                  <a:lnTo>
                    <a:pt x="3998649" y="869812"/>
                  </a:lnTo>
                  <a:lnTo>
                    <a:pt x="3998649" y="869381"/>
                  </a:lnTo>
                  <a:lnTo>
                    <a:pt x="3998767" y="869381"/>
                  </a:lnTo>
                  <a:lnTo>
                    <a:pt x="3998885" y="869381"/>
                  </a:lnTo>
                  <a:lnTo>
                    <a:pt x="3999002" y="869381"/>
                  </a:lnTo>
                  <a:lnTo>
                    <a:pt x="3999120" y="869381"/>
                  </a:lnTo>
                  <a:lnTo>
                    <a:pt x="3999237" y="869381"/>
                  </a:lnTo>
                  <a:lnTo>
                    <a:pt x="3999355" y="869381"/>
                  </a:lnTo>
                  <a:lnTo>
                    <a:pt x="3999355" y="868950"/>
                  </a:lnTo>
                  <a:lnTo>
                    <a:pt x="3999473" y="868950"/>
                  </a:lnTo>
                  <a:lnTo>
                    <a:pt x="3999473" y="868520"/>
                  </a:lnTo>
                  <a:lnTo>
                    <a:pt x="3999590" y="868520"/>
                  </a:lnTo>
                  <a:lnTo>
                    <a:pt x="3999708" y="868520"/>
                  </a:lnTo>
                  <a:lnTo>
                    <a:pt x="3999825" y="868520"/>
                  </a:lnTo>
                  <a:lnTo>
                    <a:pt x="3999943" y="868520"/>
                  </a:lnTo>
                  <a:lnTo>
                    <a:pt x="4000061" y="868520"/>
                  </a:lnTo>
                  <a:lnTo>
                    <a:pt x="4000061" y="868089"/>
                  </a:lnTo>
                  <a:lnTo>
                    <a:pt x="4000178" y="868089"/>
                  </a:lnTo>
                  <a:lnTo>
                    <a:pt x="4000296" y="868089"/>
                  </a:lnTo>
                  <a:lnTo>
                    <a:pt x="4000413" y="868089"/>
                  </a:lnTo>
                  <a:lnTo>
                    <a:pt x="4000531" y="868089"/>
                  </a:lnTo>
                  <a:lnTo>
                    <a:pt x="4000649" y="868089"/>
                  </a:lnTo>
                  <a:lnTo>
                    <a:pt x="4000766" y="868089"/>
                  </a:lnTo>
                  <a:lnTo>
                    <a:pt x="4000884" y="868089"/>
                  </a:lnTo>
                  <a:lnTo>
                    <a:pt x="4001002" y="868089"/>
                  </a:lnTo>
                  <a:lnTo>
                    <a:pt x="4001119" y="868089"/>
                  </a:lnTo>
                  <a:lnTo>
                    <a:pt x="4001237" y="868089"/>
                  </a:lnTo>
                  <a:lnTo>
                    <a:pt x="4001237" y="867659"/>
                  </a:lnTo>
                  <a:lnTo>
                    <a:pt x="4001354" y="867659"/>
                  </a:lnTo>
                  <a:lnTo>
                    <a:pt x="4001472" y="867659"/>
                  </a:lnTo>
                  <a:lnTo>
                    <a:pt x="4001590" y="867659"/>
                  </a:lnTo>
                  <a:lnTo>
                    <a:pt x="4001590" y="867228"/>
                  </a:lnTo>
                  <a:lnTo>
                    <a:pt x="4001590" y="866797"/>
                  </a:lnTo>
                  <a:lnTo>
                    <a:pt x="4001707" y="866797"/>
                  </a:lnTo>
                  <a:lnTo>
                    <a:pt x="4001825" y="866797"/>
                  </a:lnTo>
                  <a:lnTo>
                    <a:pt x="4001942" y="866797"/>
                  </a:lnTo>
                  <a:lnTo>
                    <a:pt x="4002060" y="866797"/>
                  </a:lnTo>
                  <a:lnTo>
                    <a:pt x="4002178" y="866797"/>
                  </a:lnTo>
                  <a:lnTo>
                    <a:pt x="4002295" y="866797"/>
                  </a:lnTo>
                  <a:lnTo>
                    <a:pt x="4002413" y="866797"/>
                  </a:lnTo>
                  <a:lnTo>
                    <a:pt x="4002413" y="866367"/>
                  </a:lnTo>
                  <a:lnTo>
                    <a:pt x="4002531" y="866367"/>
                  </a:lnTo>
                  <a:lnTo>
                    <a:pt x="4002531" y="865936"/>
                  </a:lnTo>
                  <a:lnTo>
                    <a:pt x="4002648" y="865936"/>
                  </a:lnTo>
                  <a:lnTo>
                    <a:pt x="4002766" y="865936"/>
                  </a:lnTo>
                  <a:lnTo>
                    <a:pt x="4002883" y="865936"/>
                  </a:lnTo>
                  <a:lnTo>
                    <a:pt x="4003001" y="865936"/>
                  </a:lnTo>
                  <a:lnTo>
                    <a:pt x="4003119" y="865936"/>
                  </a:lnTo>
                  <a:lnTo>
                    <a:pt x="4003236" y="865936"/>
                  </a:lnTo>
                  <a:lnTo>
                    <a:pt x="4003354" y="865936"/>
                  </a:lnTo>
                  <a:lnTo>
                    <a:pt x="4003471" y="865936"/>
                  </a:lnTo>
                  <a:lnTo>
                    <a:pt x="4003589" y="865936"/>
                  </a:lnTo>
                  <a:lnTo>
                    <a:pt x="4003707" y="865936"/>
                  </a:lnTo>
                  <a:lnTo>
                    <a:pt x="4003824" y="865936"/>
                  </a:lnTo>
                  <a:lnTo>
                    <a:pt x="4003942" y="865936"/>
                  </a:lnTo>
                  <a:lnTo>
                    <a:pt x="4004060" y="865936"/>
                  </a:lnTo>
                  <a:lnTo>
                    <a:pt x="4004060" y="865506"/>
                  </a:lnTo>
                  <a:lnTo>
                    <a:pt x="4004177" y="865506"/>
                  </a:lnTo>
                  <a:lnTo>
                    <a:pt x="4004295" y="865506"/>
                  </a:lnTo>
                  <a:lnTo>
                    <a:pt x="4004412" y="865506"/>
                  </a:lnTo>
                  <a:lnTo>
                    <a:pt x="4004530" y="865506"/>
                  </a:lnTo>
                  <a:lnTo>
                    <a:pt x="4004648" y="865506"/>
                  </a:lnTo>
                  <a:lnTo>
                    <a:pt x="4004765" y="865506"/>
                  </a:lnTo>
                  <a:lnTo>
                    <a:pt x="4004883" y="865506"/>
                  </a:lnTo>
                  <a:lnTo>
                    <a:pt x="4005000" y="865506"/>
                  </a:lnTo>
                  <a:lnTo>
                    <a:pt x="4005118" y="865506"/>
                  </a:lnTo>
                  <a:lnTo>
                    <a:pt x="4005236" y="865506"/>
                  </a:lnTo>
                  <a:lnTo>
                    <a:pt x="4005353" y="865506"/>
                  </a:lnTo>
                  <a:lnTo>
                    <a:pt x="4005471" y="865506"/>
                  </a:lnTo>
                  <a:lnTo>
                    <a:pt x="4005589" y="865506"/>
                  </a:lnTo>
                  <a:lnTo>
                    <a:pt x="4005589" y="865075"/>
                  </a:lnTo>
                  <a:lnTo>
                    <a:pt x="4005706" y="865075"/>
                  </a:lnTo>
                  <a:lnTo>
                    <a:pt x="4005824" y="865075"/>
                  </a:lnTo>
                  <a:lnTo>
                    <a:pt x="4005941" y="865075"/>
                  </a:lnTo>
                  <a:lnTo>
                    <a:pt x="4006059" y="865075"/>
                  </a:lnTo>
                  <a:lnTo>
                    <a:pt x="4006177" y="865075"/>
                  </a:lnTo>
                  <a:lnTo>
                    <a:pt x="4006294" y="865075"/>
                  </a:lnTo>
                  <a:lnTo>
                    <a:pt x="4006412" y="865075"/>
                  </a:lnTo>
                  <a:lnTo>
                    <a:pt x="4006529" y="865075"/>
                  </a:lnTo>
                  <a:lnTo>
                    <a:pt x="4006647" y="865075"/>
                  </a:lnTo>
                  <a:lnTo>
                    <a:pt x="4006765" y="865075"/>
                  </a:lnTo>
                  <a:lnTo>
                    <a:pt x="4006882" y="865075"/>
                  </a:lnTo>
                  <a:lnTo>
                    <a:pt x="4007000" y="865075"/>
                  </a:lnTo>
                  <a:lnTo>
                    <a:pt x="4007118" y="865075"/>
                  </a:lnTo>
                  <a:lnTo>
                    <a:pt x="4007235" y="865075"/>
                  </a:lnTo>
                  <a:lnTo>
                    <a:pt x="4007353" y="865075"/>
                  </a:lnTo>
                  <a:lnTo>
                    <a:pt x="4007470" y="865075"/>
                  </a:lnTo>
                  <a:lnTo>
                    <a:pt x="4007588" y="865075"/>
                  </a:lnTo>
                  <a:lnTo>
                    <a:pt x="4007706" y="865075"/>
                  </a:lnTo>
                  <a:lnTo>
                    <a:pt x="4007823" y="865075"/>
                  </a:lnTo>
                  <a:lnTo>
                    <a:pt x="4007941" y="865075"/>
                  </a:lnTo>
                  <a:lnTo>
                    <a:pt x="4008058" y="865075"/>
                  </a:lnTo>
                  <a:lnTo>
                    <a:pt x="4008176" y="865075"/>
                  </a:lnTo>
                  <a:lnTo>
                    <a:pt x="4008294" y="865075"/>
                  </a:lnTo>
                  <a:lnTo>
                    <a:pt x="4008294" y="864644"/>
                  </a:lnTo>
                  <a:lnTo>
                    <a:pt x="4008294" y="864214"/>
                  </a:lnTo>
                  <a:lnTo>
                    <a:pt x="4008294" y="863783"/>
                  </a:lnTo>
                  <a:lnTo>
                    <a:pt x="4008411" y="863783"/>
                  </a:lnTo>
                  <a:lnTo>
                    <a:pt x="4008529" y="863783"/>
                  </a:lnTo>
                  <a:lnTo>
                    <a:pt x="4008646" y="863783"/>
                  </a:lnTo>
                  <a:lnTo>
                    <a:pt x="4008646" y="863353"/>
                  </a:lnTo>
                  <a:lnTo>
                    <a:pt x="4008764" y="863353"/>
                  </a:lnTo>
                  <a:lnTo>
                    <a:pt x="4008882" y="863353"/>
                  </a:lnTo>
                  <a:lnTo>
                    <a:pt x="4008999" y="863353"/>
                  </a:lnTo>
                  <a:lnTo>
                    <a:pt x="4009117" y="863353"/>
                  </a:lnTo>
                  <a:lnTo>
                    <a:pt x="4009235" y="863353"/>
                  </a:lnTo>
                  <a:lnTo>
                    <a:pt x="4009352" y="863353"/>
                  </a:lnTo>
                  <a:lnTo>
                    <a:pt x="4009470" y="863353"/>
                  </a:lnTo>
                  <a:lnTo>
                    <a:pt x="4009587" y="863353"/>
                  </a:lnTo>
                  <a:lnTo>
                    <a:pt x="4009705" y="863353"/>
                  </a:lnTo>
                  <a:lnTo>
                    <a:pt x="4009823" y="863353"/>
                  </a:lnTo>
                  <a:lnTo>
                    <a:pt x="4009940" y="863353"/>
                  </a:lnTo>
                  <a:lnTo>
                    <a:pt x="4010058" y="863353"/>
                  </a:lnTo>
                  <a:lnTo>
                    <a:pt x="4010175" y="863353"/>
                  </a:lnTo>
                  <a:lnTo>
                    <a:pt x="4010293" y="863353"/>
                  </a:lnTo>
                  <a:lnTo>
                    <a:pt x="4010411" y="863353"/>
                  </a:lnTo>
                  <a:lnTo>
                    <a:pt x="4010528" y="863353"/>
                  </a:lnTo>
                  <a:lnTo>
                    <a:pt x="4010646" y="863353"/>
                  </a:lnTo>
                  <a:lnTo>
                    <a:pt x="4010764" y="863353"/>
                  </a:lnTo>
                  <a:lnTo>
                    <a:pt x="4010881" y="863353"/>
                  </a:lnTo>
                  <a:lnTo>
                    <a:pt x="4010999" y="863353"/>
                  </a:lnTo>
                  <a:lnTo>
                    <a:pt x="4011116" y="863353"/>
                  </a:lnTo>
                  <a:lnTo>
                    <a:pt x="4011234" y="863353"/>
                  </a:lnTo>
                  <a:lnTo>
                    <a:pt x="4011352" y="863353"/>
                  </a:lnTo>
                  <a:lnTo>
                    <a:pt x="4011352" y="862922"/>
                  </a:lnTo>
                  <a:lnTo>
                    <a:pt x="4011469" y="862922"/>
                  </a:lnTo>
                  <a:lnTo>
                    <a:pt x="4011587" y="862922"/>
                  </a:lnTo>
                  <a:lnTo>
                    <a:pt x="4011704" y="862922"/>
                  </a:lnTo>
                  <a:lnTo>
                    <a:pt x="4011822" y="862922"/>
                  </a:lnTo>
                  <a:lnTo>
                    <a:pt x="4011822" y="862491"/>
                  </a:lnTo>
                  <a:lnTo>
                    <a:pt x="4011940" y="862491"/>
                  </a:lnTo>
                  <a:lnTo>
                    <a:pt x="4012057" y="862491"/>
                  </a:lnTo>
                  <a:lnTo>
                    <a:pt x="4012057" y="862061"/>
                  </a:lnTo>
                  <a:lnTo>
                    <a:pt x="4012175" y="862061"/>
                  </a:lnTo>
                  <a:lnTo>
                    <a:pt x="4012293" y="862061"/>
                  </a:lnTo>
                  <a:lnTo>
                    <a:pt x="4012410" y="862061"/>
                  </a:lnTo>
                  <a:lnTo>
                    <a:pt x="4012528" y="862061"/>
                  </a:lnTo>
                  <a:lnTo>
                    <a:pt x="4012645" y="862061"/>
                  </a:lnTo>
                  <a:lnTo>
                    <a:pt x="4012645" y="861630"/>
                  </a:lnTo>
                  <a:lnTo>
                    <a:pt x="4012645" y="861200"/>
                  </a:lnTo>
                  <a:lnTo>
                    <a:pt x="4012645" y="860769"/>
                  </a:lnTo>
                  <a:lnTo>
                    <a:pt x="4012763" y="860769"/>
                  </a:lnTo>
                  <a:lnTo>
                    <a:pt x="4012881" y="860769"/>
                  </a:lnTo>
                  <a:lnTo>
                    <a:pt x="4012998" y="860769"/>
                  </a:lnTo>
                  <a:lnTo>
                    <a:pt x="4013116" y="860769"/>
                  </a:lnTo>
                  <a:lnTo>
                    <a:pt x="4013233" y="860769"/>
                  </a:lnTo>
                  <a:lnTo>
                    <a:pt x="4013351" y="860769"/>
                  </a:lnTo>
                  <a:lnTo>
                    <a:pt x="4013469" y="860769"/>
                  </a:lnTo>
                  <a:lnTo>
                    <a:pt x="4013469" y="860338"/>
                  </a:lnTo>
                  <a:lnTo>
                    <a:pt x="4013586" y="860338"/>
                  </a:lnTo>
                  <a:lnTo>
                    <a:pt x="4013704" y="860338"/>
                  </a:lnTo>
                  <a:lnTo>
                    <a:pt x="4013822" y="860338"/>
                  </a:lnTo>
                  <a:lnTo>
                    <a:pt x="4013939" y="860338"/>
                  </a:lnTo>
                  <a:lnTo>
                    <a:pt x="4013939" y="859908"/>
                  </a:lnTo>
                  <a:lnTo>
                    <a:pt x="4014057" y="859908"/>
                  </a:lnTo>
                  <a:lnTo>
                    <a:pt x="4014174" y="859908"/>
                  </a:lnTo>
                  <a:lnTo>
                    <a:pt x="4014292" y="859908"/>
                  </a:lnTo>
                  <a:lnTo>
                    <a:pt x="4014410" y="859908"/>
                  </a:lnTo>
                  <a:lnTo>
                    <a:pt x="4014527" y="859908"/>
                  </a:lnTo>
                  <a:lnTo>
                    <a:pt x="4014527" y="859477"/>
                  </a:lnTo>
                  <a:lnTo>
                    <a:pt x="4014645" y="859477"/>
                  </a:lnTo>
                  <a:lnTo>
                    <a:pt x="4014762" y="859477"/>
                  </a:lnTo>
                  <a:lnTo>
                    <a:pt x="4014880" y="859477"/>
                  </a:lnTo>
                  <a:lnTo>
                    <a:pt x="4014880" y="859047"/>
                  </a:lnTo>
                  <a:lnTo>
                    <a:pt x="4014998" y="859047"/>
                  </a:lnTo>
                  <a:lnTo>
                    <a:pt x="4015115" y="859047"/>
                  </a:lnTo>
                  <a:lnTo>
                    <a:pt x="4015233" y="859047"/>
                  </a:lnTo>
                  <a:lnTo>
                    <a:pt x="4015351" y="859047"/>
                  </a:lnTo>
                  <a:lnTo>
                    <a:pt x="4015468" y="859047"/>
                  </a:lnTo>
                  <a:lnTo>
                    <a:pt x="4015586" y="859047"/>
                  </a:lnTo>
                  <a:lnTo>
                    <a:pt x="4015703" y="859047"/>
                  </a:lnTo>
                  <a:lnTo>
                    <a:pt x="4015821" y="859047"/>
                  </a:lnTo>
                  <a:lnTo>
                    <a:pt x="4015821" y="858616"/>
                  </a:lnTo>
                  <a:lnTo>
                    <a:pt x="4015939" y="858616"/>
                  </a:lnTo>
                  <a:lnTo>
                    <a:pt x="4016056" y="858616"/>
                  </a:lnTo>
                  <a:lnTo>
                    <a:pt x="4016174" y="858616"/>
                  </a:lnTo>
                  <a:lnTo>
                    <a:pt x="4016291" y="858616"/>
                  </a:lnTo>
                  <a:lnTo>
                    <a:pt x="4016409" y="858616"/>
                  </a:lnTo>
                  <a:lnTo>
                    <a:pt x="4016527" y="858616"/>
                  </a:lnTo>
                  <a:lnTo>
                    <a:pt x="4016644" y="858616"/>
                  </a:lnTo>
                  <a:lnTo>
                    <a:pt x="4016644" y="858185"/>
                  </a:lnTo>
                  <a:lnTo>
                    <a:pt x="4016762" y="858185"/>
                  </a:lnTo>
                  <a:lnTo>
                    <a:pt x="4016879" y="858185"/>
                  </a:lnTo>
                  <a:lnTo>
                    <a:pt x="4016997" y="858185"/>
                  </a:lnTo>
                  <a:lnTo>
                    <a:pt x="4017115" y="858185"/>
                  </a:lnTo>
                  <a:lnTo>
                    <a:pt x="4017232" y="858185"/>
                  </a:lnTo>
                  <a:lnTo>
                    <a:pt x="4017350" y="858185"/>
                  </a:lnTo>
                  <a:lnTo>
                    <a:pt x="4017468" y="858185"/>
                  </a:lnTo>
                  <a:lnTo>
                    <a:pt x="4017585" y="858185"/>
                  </a:lnTo>
                  <a:lnTo>
                    <a:pt x="4017703" y="858185"/>
                  </a:lnTo>
                  <a:lnTo>
                    <a:pt x="4017820" y="858185"/>
                  </a:lnTo>
                  <a:lnTo>
                    <a:pt x="4017938" y="858185"/>
                  </a:lnTo>
                  <a:lnTo>
                    <a:pt x="4018056" y="858185"/>
                  </a:lnTo>
                  <a:lnTo>
                    <a:pt x="4018173" y="858185"/>
                  </a:lnTo>
                  <a:lnTo>
                    <a:pt x="4018291" y="858185"/>
                  </a:lnTo>
                  <a:lnTo>
                    <a:pt x="4018408" y="858185"/>
                  </a:lnTo>
                  <a:lnTo>
                    <a:pt x="4018408" y="857755"/>
                  </a:lnTo>
                  <a:lnTo>
                    <a:pt x="4018526" y="857755"/>
                  </a:lnTo>
                  <a:lnTo>
                    <a:pt x="4018644" y="857755"/>
                  </a:lnTo>
                  <a:lnTo>
                    <a:pt x="4018761" y="857755"/>
                  </a:lnTo>
                  <a:lnTo>
                    <a:pt x="4018879" y="857755"/>
                  </a:lnTo>
                  <a:lnTo>
                    <a:pt x="4018997" y="857755"/>
                  </a:lnTo>
                  <a:lnTo>
                    <a:pt x="4019114" y="857755"/>
                  </a:lnTo>
                  <a:lnTo>
                    <a:pt x="4019232" y="857755"/>
                  </a:lnTo>
                  <a:lnTo>
                    <a:pt x="4019349" y="857755"/>
                  </a:lnTo>
                  <a:lnTo>
                    <a:pt x="4019467" y="857755"/>
                  </a:lnTo>
                  <a:lnTo>
                    <a:pt x="4019585" y="857755"/>
                  </a:lnTo>
                  <a:lnTo>
                    <a:pt x="4019702" y="857755"/>
                  </a:lnTo>
                  <a:lnTo>
                    <a:pt x="4019820" y="857755"/>
                  </a:lnTo>
                  <a:lnTo>
                    <a:pt x="4019937" y="857755"/>
                  </a:lnTo>
                  <a:lnTo>
                    <a:pt x="4020055" y="857755"/>
                  </a:lnTo>
                  <a:lnTo>
                    <a:pt x="4020173" y="857755"/>
                  </a:lnTo>
                  <a:lnTo>
                    <a:pt x="4020290" y="857755"/>
                  </a:lnTo>
                  <a:lnTo>
                    <a:pt x="4020408" y="857755"/>
                  </a:lnTo>
                  <a:lnTo>
                    <a:pt x="4020526" y="857755"/>
                  </a:lnTo>
                  <a:lnTo>
                    <a:pt x="4020526" y="857324"/>
                  </a:lnTo>
                  <a:lnTo>
                    <a:pt x="4020643" y="857324"/>
                  </a:lnTo>
                  <a:lnTo>
                    <a:pt x="4020643" y="856894"/>
                  </a:lnTo>
                  <a:lnTo>
                    <a:pt x="4020761" y="856894"/>
                  </a:lnTo>
                  <a:lnTo>
                    <a:pt x="4020878" y="856894"/>
                  </a:lnTo>
                  <a:lnTo>
                    <a:pt x="4020996" y="856894"/>
                  </a:lnTo>
                  <a:lnTo>
                    <a:pt x="4021114" y="856894"/>
                  </a:lnTo>
                  <a:lnTo>
                    <a:pt x="4021231" y="856894"/>
                  </a:lnTo>
                  <a:lnTo>
                    <a:pt x="4021349" y="856894"/>
                  </a:lnTo>
                  <a:lnTo>
                    <a:pt x="4021466" y="856894"/>
                  </a:lnTo>
                  <a:lnTo>
                    <a:pt x="4021466" y="856463"/>
                  </a:lnTo>
                  <a:lnTo>
                    <a:pt x="4021584" y="856463"/>
                  </a:lnTo>
                  <a:lnTo>
                    <a:pt x="4021702" y="856463"/>
                  </a:lnTo>
                  <a:lnTo>
                    <a:pt x="4021819" y="856463"/>
                  </a:lnTo>
                  <a:lnTo>
                    <a:pt x="4021819" y="856032"/>
                  </a:lnTo>
                  <a:lnTo>
                    <a:pt x="4021937" y="856032"/>
                  </a:lnTo>
                  <a:lnTo>
                    <a:pt x="4022055" y="856032"/>
                  </a:lnTo>
                  <a:lnTo>
                    <a:pt x="4022172" y="856032"/>
                  </a:lnTo>
                  <a:lnTo>
                    <a:pt x="4022290" y="856032"/>
                  </a:lnTo>
                  <a:lnTo>
                    <a:pt x="4022407" y="856032"/>
                  </a:lnTo>
                  <a:lnTo>
                    <a:pt x="4022525" y="856032"/>
                  </a:lnTo>
                  <a:lnTo>
                    <a:pt x="4022643" y="856032"/>
                  </a:lnTo>
                  <a:lnTo>
                    <a:pt x="4022760" y="856032"/>
                  </a:lnTo>
                  <a:lnTo>
                    <a:pt x="4022878" y="856032"/>
                  </a:lnTo>
                  <a:lnTo>
                    <a:pt x="4022995" y="856032"/>
                  </a:lnTo>
                  <a:lnTo>
                    <a:pt x="4022995" y="855602"/>
                  </a:lnTo>
                  <a:lnTo>
                    <a:pt x="4023113" y="855602"/>
                  </a:lnTo>
                  <a:lnTo>
                    <a:pt x="4023113" y="855171"/>
                  </a:lnTo>
                  <a:lnTo>
                    <a:pt x="4023113" y="854741"/>
                  </a:lnTo>
                  <a:lnTo>
                    <a:pt x="4023231" y="854741"/>
                  </a:lnTo>
                  <a:lnTo>
                    <a:pt x="4023348" y="854741"/>
                  </a:lnTo>
                  <a:lnTo>
                    <a:pt x="4023466" y="854741"/>
                  </a:lnTo>
                  <a:lnTo>
                    <a:pt x="4023584" y="854741"/>
                  </a:lnTo>
                  <a:lnTo>
                    <a:pt x="4023701" y="854741"/>
                  </a:lnTo>
                  <a:lnTo>
                    <a:pt x="4023701" y="854310"/>
                  </a:lnTo>
                  <a:lnTo>
                    <a:pt x="4023819" y="854310"/>
                  </a:lnTo>
                  <a:lnTo>
                    <a:pt x="4023936" y="854310"/>
                  </a:lnTo>
                  <a:lnTo>
                    <a:pt x="4024054" y="854310"/>
                  </a:lnTo>
                  <a:lnTo>
                    <a:pt x="4024172" y="854310"/>
                  </a:lnTo>
                  <a:lnTo>
                    <a:pt x="4024289" y="854310"/>
                  </a:lnTo>
                  <a:lnTo>
                    <a:pt x="4024407" y="854310"/>
                  </a:lnTo>
                  <a:lnTo>
                    <a:pt x="4024524" y="854310"/>
                  </a:lnTo>
                  <a:lnTo>
                    <a:pt x="4024524" y="853879"/>
                  </a:lnTo>
                  <a:lnTo>
                    <a:pt x="4024642" y="853879"/>
                  </a:lnTo>
                  <a:lnTo>
                    <a:pt x="4024760" y="853879"/>
                  </a:lnTo>
                  <a:lnTo>
                    <a:pt x="4024877" y="853879"/>
                  </a:lnTo>
                  <a:lnTo>
                    <a:pt x="4024995" y="853879"/>
                  </a:lnTo>
                  <a:lnTo>
                    <a:pt x="4025112" y="853879"/>
                  </a:lnTo>
                  <a:lnTo>
                    <a:pt x="4025230" y="853879"/>
                  </a:lnTo>
                  <a:lnTo>
                    <a:pt x="4025348" y="853879"/>
                  </a:lnTo>
                  <a:lnTo>
                    <a:pt x="4025465" y="853879"/>
                  </a:lnTo>
                  <a:lnTo>
                    <a:pt x="4025583" y="853879"/>
                  </a:lnTo>
                  <a:lnTo>
                    <a:pt x="4025701" y="853879"/>
                  </a:lnTo>
                  <a:lnTo>
                    <a:pt x="4025818" y="853879"/>
                  </a:lnTo>
                  <a:lnTo>
                    <a:pt x="4025818" y="853449"/>
                  </a:lnTo>
                  <a:lnTo>
                    <a:pt x="4025818" y="853018"/>
                  </a:lnTo>
                  <a:lnTo>
                    <a:pt x="4025936" y="853018"/>
                  </a:lnTo>
                  <a:lnTo>
                    <a:pt x="4026053" y="853018"/>
                  </a:lnTo>
                  <a:lnTo>
                    <a:pt x="4026053" y="852588"/>
                  </a:lnTo>
                  <a:lnTo>
                    <a:pt x="4026171" y="852588"/>
                  </a:lnTo>
                  <a:lnTo>
                    <a:pt x="4026289" y="852588"/>
                  </a:lnTo>
                  <a:lnTo>
                    <a:pt x="4026406" y="852588"/>
                  </a:lnTo>
                  <a:lnTo>
                    <a:pt x="4026524" y="852588"/>
                  </a:lnTo>
                  <a:lnTo>
                    <a:pt x="4026641" y="852588"/>
                  </a:lnTo>
                  <a:lnTo>
                    <a:pt x="4026759" y="852588"/>
                  </a:lnTo>
                  <a:lnTo>
                    <a:pt x="4026877" y="852588"/>
                  </a:lnTo>
                  <a:lnTo>
                    <a:pt x="4026877" y="852157"/>
                  </a:lnTo>
                  <a:lnTo>
                    <a:pt x="4026994" y="852157"/>
                  </a:lnTo>
                  <a:lnTo>
                    <a:pt x="4027112" y="852157"/>
                  </a:lnTo>
                  <a:lnTo>
                    <a:pt x="4027230" y="852157"/>
                  </a:lnTo>
                  <a:lnTo>
                    <a:pt x="4027347" y="852157"/>
                  </a:lnTo>
                  <a:lnTo>
                    <a:pt x="4027465" y="852157"/>
                  </a:lnTo>
                  <a:lnTo>
                    <a:pt x="4027582" y="852157"/>
                  </a:lnTo>
                  <a:lnTo>
                    <a:pt x="4027582" y="851726"/>
                  </a:lnTo>
                  <a:lnTo>
                    <a:pt x="4027700" y="851726"/>
                  </a:lnTo>
                  <a:lnTo>
                    <a:pt x="4027818" y="851726"/>
                  </a:lnTo>
                  <a:lnTo>
                    <a:pt x="4027818" y="851296"/>
                  </a:lnTo>
                  <a:lnTo>
                    <a:pt x="4027935" y="851296"/>
                  </a:lnTo>
                  <a:lnTo>
                    <a:pt x="4028053" y="851296"/>
                  </a:lnTo>
                  <a:lnTo>
                    <a:pt x="4028170" y="851296"/>
                  </a:lnTo>
                  <a:lnTo>
                    <a:pt x="4028288" y="851296"/>
                  </a:lnTo>
                  <a:lnTo>
                    <a:pt x="4028406" y="851296"/>
                  </a:lnTo>
                  <a:lnTo>
                    <a:pt x="4028523" y="851296"/>
                  </a:lnTo>
                  <a:lnTo>
                    <a:pt x="4028641" y="851296"/>
                  </a:lnTo>
                  <a:lnTo>
                    <a:pt x="4028759" y="851296"/>
                  </a:lnTo>
                  <a:lnTo>
                    <a:pt x="4028876" y="851296"/>
                  </a:lnTo>
                  <a:lnTo>
                    <a:pt x="4028876" y="850865"/>
                  </a:lnTo>
                  <a:lnTo>
                    <a:pt x="4028994" y="850865"/>
                  </a:lnTo>
                  <a:lnTo>
                    <a:pt x="4029111" y="850865"/>
                  </a:lnTo>
                  <a:lnTo>
                    <a:pt x="4029229" y="850865"/>
                  </a:lnTo>
                  <a:lnTo>
                    <a:pt x="4029347" y="850865"/>
                  </a:lnTo>
                  <a:lnTo>
                    <a:pt x="4029464" y="850865"/>
                  </a:lnTo>
                  <a:lnTo>
                    <a:pt x="4029582" y="850865"/>
                  </a:lnTo>
                  <a:lnTo>
                    <a:pt x="4029699" y="850865"/>
                  </a:lnTo>
                  <a:lnTo>
                    <a:pt x="4029699" y="850435"/>
                  </a:lnTo>
                  <a:lnTo>
                    <a:pt x="4029817" y="850435"/>
                  </a:lnTo>
                  <a:lnTo>
                    <a:pt x="4029935" y="850435"/>
                  </a:lnTo>
                  <a:lnTo>
                    <a:pt x="4030052" y="850435"/>
                  </a:lnTo>
                  <a:lnTo>
                    <a:pt x="4030170" y="850435"/>
                  </a:lnTo>
                  <a:lnTo>
                    <a:pt x="4030288" y="850435"/>
                  </a:lnTo>
                  <a:lnTo>
                    <a:pt x="4030405" y="850435"/>
                  </a:lnTo>
                  <a:lnTo>
                    <a:pt x="4030405" y="850004"/>
                  </a:lnTo>
                  <a:lnTo>
                    <a:pt x="4030523" y="850004"/>
                  </a:lnTo>
                  <a:lnTo>
                    <a:pt x="4030640" y="850004"/>
                  </a:lnTo>
                  <a:lnTo>
                    <a:pt x="4030758" y="850004"/>
                  </a:lnTo>
                  <a:lnTo>
                    <a:pt x="4030758" y="849573"/>
                  </a:lnTo>
                  <a:lnTo>
                    <a:pt x="4030876" y="849573"/>
                  </a:lnTo>
                  <a:lnTo>
                    <a:pt x="4030993" y="849573"/>
                  </a:lnTo>
                  <a:lnTo>
                    <a:pt x="4031111" y="849573"/>
                  </a:lnTo>
                  <a:lnTo>
                    <a:pt x="4031228" y="849573"/>
                  </a:lnTo>
                  <a:lnTo>
                    <a:pt x="4031228" y="849143"/>
                  </a:lnTo>
                  <a:lnTo>
                    <a:pt x="4031228" y="848712"/>
                  </a:lnTo>
                  <a:lnTo>
                    <a:pt x="4031346" y="848712"/>
                  </a:lnTo>
                  <a:lnTo>
                    <a:pt x="4031464" y="848712"/>
                  </a:lnTo>
                  <a:lnTo>
                    <a:pt x="4031464" y="848282"/>
                  </a:lnTo>
                  <a:lnTo>
                    <a:pt x="4031581" y="848282"/>
                  </a:lnTo>
                  <a:lnTo>
                    <a:pt x="4031699" y="848282"/>
                  </a:lnTo>
                  <a:lnTo>
                    <a:pt x="4031817" y="848282"/>
                  </a:lnTo>
                  <a:lnTo>
                    <a:pt x="4031934" y="848282"/>
                  </a:lnTo>
                  <a:lnTo>
                    <a:pt x="4032052" y="848282"/>
                  </a:lnTo>
                  <a:lnTo>
                    <a:pt x="4032169" y="848282"/>
                  </a:lnTo>
                  <a:lnTo>
                    <a:pt x="4032287" y="848282"/>
                  </a:lnTo>
                  <a:lnTo>
                    <a:pt x="4032287" y="847851"/>
                  </a:lnTo>
                  <a:lnTo>
                    <a:pt x="4032405" y="847851"/>
                  </a:lnTo>
                  <a:lnTo>
                    <a:pt x="4032405" y="847420"/>
                  </a:lnTo>
                  <a:lnTo>
                    <a:pt x="4032522" y="847420"/>
                  </a:lnTo>
                  <a:lnTo>
                    <a:pt x="4032640" y="847420"/>
                  </a:lnTo>
                  <a:lnTo>
                    <a:pt x="4032757" y="847420"/>
                  </a:lnTo>
                  <a:lnTo>
                    <a:pt x="4032875" y="847420"/>
                  </a:lnTo>
                  <a:lnTo>
                    <a:pt x="4032993" y="847420"/>
                  </a:lnTo>
                  <a:lnTo>
                    <a:pt x="4033110" y="847420"/>
                  </a:lnTo>
                  <a:lnTo>
                    <a:pt x="4033110" y="846990"/>
                  </a:lnTo>
                  <a:lnTo>
                    <a:pt x="4033228" y="846990"/>
                  </a:lnTo>
                  <a:lnTo>
                    <a:pt x="4033345" y="846990"/>
                  </a:lnTo>
                  <a:lnTo>
                    <a:pt x="4033345" y="846559"/>
                  </a:lnTo>
                  <a:lnTo>
                    <a:pt x="4033463" y="846559"/>
                  </a:lnTo>
                  <a:lnTo>
                    <a:pt x="4033581" y="846559"/>
                  </a:lnTo>
                  <a:lnTo>
                    <a:pt x="4033698" y="846559"/>
                  </a:lnTo>
                  <a:lnTo>
                    <a:pt x="4033816" y="846559"/>
                  </a:lnTo>
                  <a:lnTo>
                    <a:pt x="4033934" y="846559"/>
                  </a:lnTo>
                  <a:lnTo>
                    <a:pt x="4034051" y="846559"/>
                  </a:lnTo>
                  <a:lnTo>
                    <a:pt x="4034169" y="846559"/>
                  </a:lnTo>
                  <a:lnTo>
                    <a:pt x="4034169" y="846129"/>
                  </a:lnTo>
                  <a:lnTo>
                    <a:pt x="4034286" y="846129"/>
                  </a:lnTo>
                  <a:lnTo>
                    <a:pt x="4034286" y="845698"/>
                  </a:lnTo>
                  <a:lnTo>
                    <a:pt x="4034404" y="845698"/>
                  </a:lnTo>
                  <a:lnTo>
                    <a:pt x="4034404" y="845267"/>
                  </a:lnTo>
                  <a:lnTo>
                    <a:pt x="4034522" y="845267"/>
                  </a:lnTo>
                  <a:lnTo>
                    <a:pt x="4034639" y="845267"/>
                  </a:lnTo>
                  <a:lnTo>
                    <a:pt x="4034639" y="844837"/>
                  </a:lnTo>
                  <a:lnTo>
                    <a:pt x="4034757" y="844837"/>
                  </a:lnTo>
                  <a:lnTo>
                    <a:pt x="4034874" y="844837"/>
                  </a:lnTo>
                  <a:lnTo>
                    <a:pt x="4034992" y="844837"/>
                  </a:lnTo>
                  <a:lnTo>
                    <a:pt x="4035110" y="844837"/>
                  </a:lnTo>
                  <a:lnTo>
                    <a:pt x="4035227" y="844837"/>
                  </a:lnTo>
                  <a:lnTo>
                    <a:pt x="4035345" y="844837"/>
                  </a:lnTo>
                  <a:lnTo>
                    <a:pt x="4035463" y="844837"/>
                  </a:lnTo>
                  <a:lnTo>
                    <a:pt x="4035580" y="844837"/>
                  </a:lnTo>
                  <a:lnTo>
                    <a:pt x="4035698" y="844837"/>
                  </a:lnTo>
                  <a:lnTo>
                    <a:pt x="4035815" y="844837"/>
                  </a:lnTo>
                  <a:lnTo>
                    <a:pt x="4035933" y="844837"/>
                  </a:lnTo>
                  <a:lnTo>
                    <a:pt x="4036051" y="844837"/>
                  </a:lnTo>
                  <a:lnTo>
                    <a:pt x="4036168" y="844837"/>
                  </a:lnTo>
                  <a:lnTo>
                    <a:pt x="4036286" y="844837"/>
                  </a:lnTo>
                  <a:lnTo>
                    <a:pt x="4036403" y="844837"/>
                  </a:lnTo>
                  <a:lnTo>
                    <a:pt x="4036521" y="844837"/>
                  </a:lnTo>
                  <a:lnTo>
                    <a:pt x="4036639" y="844837"/>
                  </a:lnTo>
                  <a:lnTo>
                    <a:pt x="4036756" y="844837"/>
                  </a:lnTo>
                  <a:lnTo>
                    <a:pt x="4036874" y="844837"/>
                  </a:lnTo>
                  <a:lnTo>
                    <a:pt x="4036992" y="844837"/>
                  </a:lnTo>
                  <a:lnTo>
                    <a:pt x="4037109" y="844837"/>
                  </a:lnTo>
                  <a:lnTo>
                    <a:pt x="4037227" y="844837"/>
                  </a:lnTo>
                  <a:lnTo>
                    <a:pt x="4037344" y="844837"/>
                  </a:lnTo>
                  <a:lnTo>
                    <a:pt x="4037462" y="844837"/>
                  </a:lnTo>
                  <a:lnTo>
                    <a:pt x="4037462" y="844406"/>
                  </a:lnTo>
                  <a:lnTo>
                    <a:pt x="4037580" y="844406"/>
                  </a:lnTo>
                  <a:lnTo>
                    <a:pt x="4037580" y="843976"/>
                  </a:lnTo>
                  <a:lnTo>
                    <a:pt x="4037697" y="843976"/>
                  </a:lnTo>
                  <a:lnTo>
                    <a:pt x="4037815" y="843976"/>
                  </a:lnTo>
                  <a:lnTo>
                    <a:pt x="4037932" y="843976"/>
                  </a:lnTo>
                  <a:lnTo>
                    <a:pt x="4038050" y="843976"/>
                  </a:lnTo>
                  <a:lnTo>
                    <a:pt x="4038168" y="843976"/>
                  </a:lnTo>
                  <a:lnTo>
                    <a:pt x="4038285" y="843976"/>
                  </a:lnTo>
                  <a:lnTo>
                    <a:pt x="4038285" y="843545"/>
                  </a:lnTo>
                  <a:lnTo>
                    <a:pt x="4038403" y="843545"/>
                  </a:lnTo>
                  <a:lnTo>
                    <a:pt x="4038403" y="843114"/>
                  </a:lnTo>
                  <a:lnTo>
                    <a:pt x="4038521" y="843114"/>
                  </a:lnTo>
                  <a:lnTo>
                    <a:pt x="4038638" y="843114"/>
                  </a:lnTo>
                  <a:lnTo>
                    <a:pt x="4038638" y="842684"/>
                  </a:lnTo>
                  <a:lnTo>
                    <a:pt x="4038756" y="842684"/>
                  </a:lnTo>
                  <a:lnTo>
                    <a:pt x="4038873" y="842684"/>
                  </a:lnTo>
                  <a:lnTo>
                    <a:pt x="4038991" y="842684"/>
                  </a:lnTo>
                  <a:lnTo>
                    <a:pt x="4039109" y="842684"/>
                  </a:lnTo>
                  <a:lnTo>
                    <a:pt x="4039226" y="842684"/>
                  </a:lnTo>
                  <a:lnTo>
                    <a:pt x="4039344" y="842684"/>
                  </a:lnTo>
                  <a:lnTo>
                    <a:pt x="4039461" y="842684"/>
                  </a:lnTo>
                  <a:lnTo>
                    <a:pt x="4039579" y="842684"/>
                  </a:lnTo>
                  <a:lnTo>
                    <a:pt x="4039697" y="842684"/>
                  </a:lnTo>
                  <a:lnTo>
                    <a:pt x="4039814" y="842684"/>
                  </a:lnTo>
                  <a:lnTo>
                    <a:pt x="4039932" y="842684"/>
                  </a:lnTo>
                  <a:lnTo>
                    <a:pt x="4039932" y="842253"/>
                  </a:lnTo>
                  <a:lnTo>
                    <a:pt x="4040049" y="842253"/>
                  </a:lnTo>
                  <a:lnTo>
                    <a:pt x="4040049" y="841823"/>
                  </a:lnTo>
                  <a:lnTo>
                    <a:pt x="4040167" y="841823"/>
                  </a:lnTo>
                  <a:lnTo>
                    <a:pt x="4040285" y="841823"/>
                  </a:lnTo>
                  <a:lnTo>
                    <a:pt x="4040402" y="841823"/>
                  </a:lnTo>
                  <a:lnTo>
                    <a:pt x="4040520" y="841823"/>
                  </a:lnTo>
                  <a:lnTo>
                    <a:pt x="4040638" y="841823"/>
                  </a:lnTo>
                  <a:lnTo>
                    <a:pt x="4040755" y="841823"/>
                  </a:lnTo>
                  <a:lnTo>
                    <a:pt x="4040873" y="841823"/>
                  </a:lnTo>
                  <a:lnTo>
                    <a:pt x="4040990" y="841823"/>
                  </a:lnTo>
                  <a:lnTo>
                    <a:pt x="4041108" y="841823"/>
                  </a:lnTo>
                  <a:lnTo>
                    <a:pt x="4041226" y="841823"/>
                  </a:lnTo>
                  <a:lnTo>
                    <a:pt x="4041343" y="841823"/>
                  </a:lnTo>
                  <a:lnTo>
                    <a:pt x="4041461" y="841823"/>
                  </a:lnTo>
                  <a:lnTo>
                    <a:pt x="4041461" y="841392"/>
                  </a:lnTo>
                  <a:lnTo>
                    <a:pt x="4041461" y="840961"/>
                  </a:lnTo>
                  <a:lnTo>
                    <a:pt x="4041578" y="840961"/>
                  </a:lnTo>
                  <a:lnTo>
                    <a:pt x="4041696" y="840961"/>
                  </a:lnTo>
                  <a:lnTo>
                    <a:pt x="4041814" y="840961"/>
                  </a:lnTo>
                  <a:lnTo>
                    <a:pt x="4041931" y="840961"/>
                  </a:lnTo>
                  <a:lnTo>
                    <a:pt x="4042049" y="840961"/>
                  </a:lnTo>
                  <a:lnTo>
                    <a:pt x="4042167" y="840961"/>
                  </a:lnTo>
                  <a:lnTo>
                    <a:pt x="4042284" y="840961"/>
                  </a:lnTo>
                  <a:lnTo>
                    <a:pt x="4042402" y="840961"/>
                  </a:lnTo>
                  <a:lnTo>
                    <a:pt x="4042519" y="840961"/>
                  </a:lnTo>
                  <a:lnTo>
                    <a:pt x="4042637" y="840961"/>
                  </a:lnTo>
                  <a:lnTo>
                    <a:pt x="4042755" y="840961"/>
                  </a:lnTo>
                  <a:lnTo>
                    <a:pt x="4042872" y="840961"/>
                  </a:lnTo>
                  <a:lnTo>
                    <a:pt x="4042990" y="840961"/>
                  </a:lnTo>
                  <a:lnTo>
                    <a:pt x="4043107" y="840961"/>
                  </a:lnTo>
                  <a:lnTo>
                    <a:pt x="4043225" y="840961"/>
                  </a:lnTo>
                  <a:lnTo>
                    <a:pt x="4043343" y="840961"/>
                  </a:lnTo>
                  <a:lnTo>
                    <a:pt x="4043460" y="840961"/>
                  </a:lnTo>
                  <a:lnTo>
                    <a:pt x="4043578" y="840961"/>
                  </a:lnTo>
                  <a:lnTo>
                    <a:pt x="4043696" y="840961"/>
                  </a:lnTo>
                  <a:lnTo>
                    <a:pt x="4043696" y="840531"/>
                  </a:lnTo>
                  <a:lnTo>
                    <a:pt x="4043813" y="840531"/>
                  </a:lnTo>
                  <a:lnTo>
                    <a:pt x="4043813" y="840100"/>
                  </a:lnTo>
                  <a:lnTo>
                    <a:pt x="4043931" y="840100"/>
                  </a:lnTo>
                  <a:lnTo>
                    <a:pt x="4044048" y="840100"/>
                  </a:lnTo>
                  <a:lnTo>
                    <a:pt x="4044048" y="839670"/>
                  </a:lnTo>
                  <a:lnTo>
                    <a:pt x="4044166" y="839670"/>
                  </a:lnTo>
                  <a:lnTo>
                    <a:pt x="4044284" y="839670"/>
                  </a:lnTo>
                  <a:lnTo>
                    <a:pt x="4044401" y="839670"/>
                  </a:lnTo>
                  <a:lnTo>
                    <a:pt x="4044519" y="839670"/>
                  </a:lnTo>
                  <a:lnTo>
                    <a:pt x="4044636" y="839670"/>
                  </a:lnTo>
                  <a:lnTo>
                    <a:pt x="4044754" y="839670"/>
                  </a:lnTo>
                  <a:lnTo>
                    <a:pt x="4044872" y="839670"/>
                  </a:lnTo>
                  <a:lnTo>
                    <a:pt x="4044989" y="839670"/>
                  </a:lnTo>
                  <a:lnTo>
                    <a:pt x="4044989" y="839239"/>
                  </a:lnTo>
                  <a:lnTo>
                    <a:pt x="4045107" y="839239"/>
                  </a:lnTo>
                  <a:lnTo>
                    <a:pt x="4045107" y="838808"/>
                  </a:lnTo>
                  <a:lnTo>
                    <a:pt x="4045225" y="838808"/>
                  </a:lnTo>
                  <a:lnTo>
                    <a:pt x="4045342" y="838808"/>
                  </a:lnTo>
                  <a:lnTo>
                    <a:pt x="4045460" y="838808"/>
                  </a:lnTo>
                  <a:lnTo>
                    <a:pt x="4045460" y="838378"/>
                  </a:lnTo>
                  <a:lnTo>
                    <a:pt x="4045577" y="838378"/>
                  </a:lnTo>
                  <a:lnTo>
                    <a:pt x="4045695" y="838378"/>
                  </a:lnTo>
                  <a:lnTo>
                    <a:pt x="4045813" y="838378"/>
                  </a:lnTo>
                  <a:lnTo>
                    <a:pt x="4045930" y="838378"/>
                  </a:lnTo>
                  <a:lnTo>
                    <a:pt x="4046048" y="838378"/>
                  </a:lnTo>
                  <a:lnTo>
                    <a:pt x="4046165" y="838378"/>
                  </a:lnTo>
                  <a:lnTo>
                    <a:pt x="4046283" y="838378"/>
                  </a:lnTo>
                  <a:lnTo>
                    <a:pt x="4046283" y="837947"/>
                  </a:lnTo>
                  <a:lnTo>
                    <a:pt x="4046401" y="837947"/>
                  </a:lnTo>
                  <a:lnTo>
                    <a:pt x="4046518" y="837947"/>
                  </a:lnTo>
                  <a:lnTo>
                    <a:pt x="4046636" y="837947"/>
                  </a:lnTo>
                  <a:lnTo>
                    <a:pt x="4046754" y="837947"/>
                  </a:lnTo>
                  <a:lnTo>
                    <a:pt x="4046871" y="837947"/>
                  </a:lnTo>
                  <a:lnTo>
                    <a:pt x="4046989" y="837947"/>
                  </a:lnTo>
                  <a:lnTo>
                    <a:pt x="4047106" y="837947"/>
                  </a:lnTo>
                  <a:lnTo>
                    <a:pt x="4047106" y="837517"/>
                  </a:lnTo>
                  <a:lnTo>
                    <a:pt x="4047224" y="837517"/>
                  </a:lnTo>
                  <a:lnTo>
                    <a:pt x="4047342" y="837517"/>
                  </a:lnTo>
                  <a:lnTo>
                    <a:pt x="4047459" y="837517"/>
                  </a:lnTo>
                  <a:lnTo>
                    <a:pt x="4047577" y="837517"/>
                  </a:lnTo>
                  <a:lnTo>
                    <a:pt x="4047694" y="837517"/>
                  </a:lnTo>
                  <a:lnTo>
                    <a:pt x="4047812" y="837517"/>
                  </a:lnTo>
                  <a:lnTo>
                    <a:pt x="4047930" y="837517"/>
                  </a:lnTo>
                  <a:lnTo>
                    <a:pt x="4048047" y="837517"/>
                  </a:lnTo>
                  <a:lnTo>
                    <a:pt x="4048165" y="837517"/>
                  </a:lnTo>
                  <a:lnTo>
                    <a:pt x="4048282" y="837517"/>
                  </a:lnTo>
                  <a:lnTo>
                    <a:pt x="4048400" y="837517"/>
                  </a:lnTo>
                  <a:lnTo>
                    <a:pt x="4048518" y="837517"/>
                  </a:lnTo>
                  <a:lnTo>
                    <a:pt x="4048635" y="837517"/>
                  </a:lnTo>
                  <a:lnTo>
                    <a:pt x="4048753" y="837517"/>
                  </a:lnTo>
                  <a:lnTo>
                    <a:pt x="4048753" y="837086"/>
                  </a:lnTo>
                  <a:lnTo>
                    <a:pt x="4048871" y="837086"/>
                  </a:lnTo>
                  <a:lnTo>
                    <a:pt x="4048988" y="837086"/>
                  </a:lnTo>
                  <a:lnTo>
                    <a:pt x="4049106" y="837086"/>
                  </a:lnTo>
                  <a:lnTo>
                    <a:pt x="4049223" y="837086"/>
                  </a:lnTo>
                  <a:lnTo>
                    <a:pt x="4049341" y="837086"/>
                  </a:lnTo>
                  <a:lnTo>
                    <a:pt x="4049459" y="837086"/>
                  </a:lnTo>
                  <a:lnTo>
                    <a:pt x="4049459" y="836655"/>
                  </a:lnTo>
                  <a:lnTo>
                    <a:pt x="4049576" y="836655"/>
                  </a:lnTo>
                  <a:lnTo>
                    <a:pt x="4049694" y="836655"/>
                  </a:lnTo>
                  <a:lnTo>
                    <a:pt x="4049811" y="836655"/>
                  </a:lnTo>
                  <a:lnTo>
                    <a:pt x="4049929" y="836655"/>
                  </a:lnTo>
                  <a:lnTo>
                    <a:pt x="4050047" y="836655"/>
                  </a:lnTo>
                  <a:lnTo>
                    <a:pt x="4050164" y="836655"/>
                  </a:lnTo>
                  <a:lnTo>
                    <a:pt x="4050282" y="836655"/>
                  </a:lnTo>
                  <a:lnTo>
                    <a:pt x="4050400" y="836655"/>
                  </a:lnTo>
                  <a:lnTo>
                    <a:pt x="4050517" y="836655"/>
                  </a:lnTo>
                  <a:lnTo>
                    <a:pt x="4050635" y="836655"/>
                  </a:lnTo>
                  <a:lnTo>
                    <a:pt x="4050752" y="836655"/>
                  </a:lnTo>
                  <a:lnTo>
                    <a:pt x="4050870" y="836655"/>
                  </a:lnTo>
                  <a:lnTo>
                    <a:pt x="4050988" y="836655"/>
                  </a:lnTo>
                  <a:lnTo>
                    <a:pt x="4051105" y="836655"/>
                  </a:lnTo>
                  <a:lnTo>
                    <a:pt x="4051223" y="836655"/>
                  </a:lnTo>
                  <a:lnTo>
                    <a:pt x="4051340" y="836655"/>
                  </a:lnTo>
                  <a:lnTo>
                    <a:pt x="4051458" y="836655"/>
                  </a:lnTo>
                  <a:lnTo>
                    <a:pt x="4051576" y="836655"/>
                  </a:lnTo>
                  <a:lnTo>
                    <a:pt x="4051693" y="836655"/>
                  </a:lnTo>
                  <a:lnTo>
                    <a:pt x="4051693" y="836225"/>
                  </a:lnTo>
                  <a:lnTo>
                    <a:pt x="4051811" y="836225"/>
                  </a:lnTo>
                  <a:lnTo>
                    <a:pt x="4051929" y="836225"/>
                  </a:lnTo>
                  <a:lnTo>
                    <a:pt x="4052046" y="836225"/>
                  </a:lnTo>
                  <a:lnTo>
                    <a:pt x="4052164" y="836225"/>
                  </a:lnTo>
                  <a:lnTo>
                    <a:pt x="4052281" y="836225"/>
                  </a:lnTo>
                  <a:lnTo>
                    <a:pt x="4052399" y="836225"/>
                  </a:lnTo>
                  <a:lnTo>
                    <a:pt x="4052517" y="836225"/>
                  </a:lnTo>
                  <a:lnTo>
                    <a:pt x="4052517" y="835794"/>
                  </a:lnTo>
                  <a:lnTo>
                    <a:pt x="4052634" y="835794"/>
                  </a:lnTo>
                  <a:lnTo>
                    <a:pt x="4052752" y="835794"/>
                  </a:lnTo>
                  <a:lnTo>
                    <a:pt x="4052869" y="835794"/>
                  </a:lnTo>
                  <a:lnTo>
                    <a:pt x="4052987" y="835794"/>
                  </a:lnTo>
                  <a:lnTo>
                    <a:pt x="4053105" y="835794"/>
                  </a:lnTo>
                  <a:lnTo>
                    <a:pt x="4053222" y="835794"/>
                  </a:lnTo>
                  <a:lnTo>
                    <a:pt x="4053340" y="835794"/>
                  </a:lnTo>
                  <a:lnTo>
                    <a:pt x="4053340" y="835364"/>
                  </a:lnTo>
                  <a:lnTo>
                    <a:pt x="4053458" y="835364"/>
                  </a:lnTo>
                  <a:lnTo>
                    <a:pt x="4053575" y="835364"/>
                  </a:lnTo>
                  <a:lnTo>
                    <a:pt x="4053693" y="835364"/>
                  </a:lnTo>
                  <a:lnTo>
                    <a:pt x="4053810" y="835364"/>
                  </a:lnTo>
                  <a:lnTo>
                    <a:pt x="4053928" y="835364"/>
                  </a:lnTo>
                  <a:lnTo>
                    <a:pt x="4054046" y="835364"/>
                  </a:lnTo>
                  <a:lnTo>
                    <a:pt x="4054163" y="835364"/>
                  </a:lnTo>
                  <a:lnTo>
                    <a:pt x="4054281" y="835364"/>
                  </a:lnTo>
                  <a:lnTo>
                    <a:pt x="4054398" y="835364"/>
                  </a:lnTo>
                  <a:lnTo>
                    <a:pt x="4054516" y="835364"/>
                  </a:lnTo>
                  <a:lnTo>
                    <a:pt x="4054634" y="835364"/>
                  </a:lnTo>
                  <a:lnTo>
                    <a:pt x="4054751" y="835364"/>
                  </a:lnTo>
                  <a:lnTo>
                    <a:pt x="4054869" y="835364"/>
                  </a:lnTo>
                  <a:lnTo>
                    <a:pt x="4054987" y="835364"/>
                  </a:lnTo>
                  <a:lnTo>
                    <a:pt x="4055104" y="835364"/>
                  </a:lnTo>
                  <a:lnTo>
                    <a:pt x="4055222" y="835364"/>
                  </a:lnTo>
                  <a:lnTo>
                    <a:pt x="4055339" y="835364"/>
                  </a:lnTo>
                  <a:lnTo>
                    <a:pt x="4055457" y="835364"/>
                  </a:lnTo>
                  <a:lnTo>
                    <a:pt x="4055575" y="835364"/>
                  </a:lnTo>
                  <a:lnTo>
                    <a:pt x="4055575" y="834933"/>
                  </a:lnTo>
                  <a:lnTo>
                    <a:pt x="4055692" y="834933"/>
                  </a:lnTo>
                  <a:lnTo>
                    <a:pt x="4055692" y="834502"/>
                  </a:lnTo>
                  <a:lnTo>
                    <a:pt x="4055810" y="834502"/>
                  </a:lnTo>
                  <a:lnTo>
                    <a:pt x="4055810" y="834072"/>
                  </a:lnTo>
                  <a:lnTo>
                    <a:pt x="4055810" y="833641"/>
                  </a:lnTo>
                  <a:lnTo>
                    <a:pt x="4055927" y="833641"/>
                  </a:lnTo>
                  <a:lnTo>
                    <a:pt x="4056045" y="833641"/>
                  </a:lnTo>
                  <a:lnTo>
                    <a:pt x="4056163" y="833641"/>
                  </a:lnTo>
                  <a:lnTo>
                    <a:pt x="4056163" y="833211"/>
                  </a:lnTo>
                  <a:lnTo>
                    <a:pt x="4056280" y="833211"/>
                  </a:lnTo>
                  <a:lnTo>
                    <a:pt x="4056398" y="833211"/>
                  </a:lnTo>
                  <a:lnTo>
                    <a:pt x="4056515" y="833211"/>
                  </a:lnTo>
                  <a:lnTo>
                    <a:pt x="4056633" y="833211"/>
                  </a:lnTo>
                  <a:lnTo>
                    <a:pt x="4056751" y="833211"/>
                  </a:lnTo>
                  <a:lnTo>
                    <a:pt x="4056868" y="833211"/>
                  </a:lnTo>
                  <a:lnTo>
                    <a:pt x="4056986" y="833211"/>
                  </a:lnTo>
                  <a:lnTo>
                    <a:pt x="4057104" y="833211"/>
                  </a:lnTo>
                  <a:lnTo>
                    <a:pt x="4057104" y="832780"/>
                  </a:lnTo>
                  <a:lnTo>
                    <a:pt x="4057221" y="832780"/>
                  </a:lnTo>
                  <a:lnTo>
                    <a:pt x="4057339" y="832780"/>
                  </a:lnTo>
                  <a:lnTo>
                    <a:pt x="4057456" y="832780"/>
                  </a:lnTo>
                  <a:lnTo>
                    <a:pt x="4057574" y="832780"/>
                  </a:lnTo>
                  <a:lnTo>
                    <a:pt x="4057692" y="832780"/>
                  </a:lnTo>
                  <a:lnTo>
                    <a:pt x="4057809" y="832780"/>
                  </a:lnTo>
                  <a:lnTo>
                    <a:pt x="4057927" y="832780"/>
                  </a:lnTo>
                  <a:lnTo>
                    <a:pt x="4057927" y="832349"/>
                  </a:lnTo>
                  <a:lnTo>
                    <a:pt x="4058044" y="832349"/>
                  </a:lnTo>
                  <a:lnTo>
                    <a:pt x="4058162" y="832349"/>
                  </a:lnTo>
                  <a:lnTo>
                    <a:pt x="4058280" y="832349"/>
                  </a:lnTo>
                  <a:lnTo>
                    <a:pt x="4058397" y="832349"/>
                  </a:lnTo>
                  <a:lnTo>
                    <a:pt x="4058515" y="832349"/>
                  </a:lnTo>
                  <a:lnTo>
                    <a:pt x="4058633" y="832349"/>
                  </a:lnTo>
                  <a:lnTo>
                    <a:pt x="4058633" y="831919"/>
                  </a:lnTo>
                  <a:lnTo>
                    <a:pt x="4058750" y="831919"/>
                  </a:lnTo>
                  <a:lnTo>
                    <a:pt x="4058868" y="831919"/>
                  </a:lnTo>
                  <a:lnTo>
                    <a:pt x="4058985" y="831919"/>
                  </a:lnTo>
                  <a:lnTo>
                    <a:pt x="4059103" y="831919"/>
                  </a:lnTo>
                  <a:lnTo>
                    <a:pt x="4059221" y="831919"/>
                  </a:lnTo>
                  <a:lnTo>
                    <a:pt x="4059338" y="831919"/>
                  </a:lnTo>
                  <a:lnTo>
                    <a:pt x="4059456" y="831919"/>
                  </a:lnTo>
                  <a:lnTo>
                    <a:pt x="4059456" y="831488"/>
                  </a:lnTo>
                  <a:lnTo>
                    <a:pt x="4059456" y="831058"/>
                  </a:lnTo>
                  <a:lnTo>
                    <a:pt x="4059573" y="831058"/>
                  </a:lnTo>
                  <a:lnTo>
                    <a:pt x="4059691" y="831058"/>
                  </a:lnTo>
                  <a:lnTo>
                    <a:pt x="4059809" y="831058"/>
                  </a:lnTo>
                  <a:lnTo>
                    <a:pt x="4059926" y="831058"/>
                  </a:lnTo>
                  <a:lnTo>
                    <a:pt x="4060044" y="831058"/>
                  </a:lnTo>
                  <a:lnTo>
                    <a:pt x="4060162" y="831058"/>
                  </a:lnTo>
                  <a:lnTo>
                    <a:pt x="4060279" y="831058"/>
                  </a:lnTo>
                  <a:lnTo>
                    <a:pt x="4060397" y="831058"/>
                  </a:lnTo>
                  <a:lnTo>
                    <a:pt x="4060514" y="831058"/>
                  </a:lnTo>
                  <a:lnTo>
                    <a:pt x="4060632" y="831058"/>
                  </a:lnTo>
                  <a:lnTo>
                    <a:pt x="4060750" y="831058"/>
                  </a:lnTo>
                  <a:lnTo>
                    <a:pt x="4060867" y="831058"/>
                  </a:lnTo>
                  <a:lnTo>
                    <a:pt x="4060985" y="831058"/>
                  </a:lnTo>
                  <a:lnTo>
                    <a:pt x="4061102" y="831058"/>
                  </a:lnTo>
                  <a:lnTo>
                    <a:pt x="4061220" y="831058"/>
                  </a:lnTo>
                  <a:lnTo>
                    <a:pt x="4061338" y="831058"/>
                  </a:lnTo>
                  <a:lnTo>
                    <a:pt x="4061455" y="831058"/>
                  </a:lnTo>
                  <a:lnTo>
                    <a:pt x="4061573" y="831058"/>
                  </a:lnTo>
                  <a:lnTo>
                    <a:pt x="4061691" y="831058"/>
                  </a:lnTo>
                  <a:lnTo>
                    <a:pt x="4061808" y="831058"/>
                  </a:lnTo>
                  <a:lnTo>
                    <a:pt x="4061926" y="831058"/>
                  </a:lnTo>
                  <a:lnTo>
                    <a:pt x="4061926" y="830627"/>
                  </a:lnTo>
                  <a:lnTo>
                    <a:pt x="4062043" y="830627"/>
                  </a:lnTo>
                  <a:lnTo>
                    <a:pt x="4062161" y="830627"/>
                  </a:lnTo>
                  <a:lnTo>
                    <a:pt x="4062279" y="830627"/>
                  </a:lnTo>
                  <a:lnTo>
                    <a:pt x="4062396" y="830627"/>
                  </a:lnTo>
                  <a:lnTo>
                    <a:pt x="4062514" y="830627"/>
                  </a:lnTo>
                  <a:lnTo>
                    <a:pt x="4062631" y="830627"/>
                  </a:lnTo>
                  <a:lnTo>
                    <a:pt x="4062749" y="830627"/>
                  </a:lnTo>
                  <a:lnTo>
                    <a:pt x="4062867" y="830627"/>
                  </a:lnTo>
                  <a:lnTo>
                    <a:pt x="4062867" y="830196"/>
                  </a:lnTo>
                  <a:lnTo>
                    <a:pt x="4062867" y="829766"/>
                  </a:lnTo>
                  <a:lnTo>
                    <a:pt x="4062984" y="829766"/>
                  </a:lnTo>
                  <a:lnTo>
                    <a:pt x="4063102" y="829766"/>
                  </a:lnTo>
                  <a:lnTo>
                    <a:pt x="4063220" y="829766"/>
                  </a:lnTo>
                  <a:lnTo>
                    <a:pt x="4063337" y="829766"/>
                  </a:lnTo>
                  <a:lnTo>
                    <a:pt x="4063455" y="829766"/>
                  </a:lnTo>
                  <a:lnTo>
                    <a:pt x="4063572" y="829766"/>
                  </a:lnTo>
                  <a:lnTo>
                    <a:pt x="4063690" y="829766"/>
                  </a:lnTo>
                  <a:lnTo>
                    <a:pt x="4063808" y="829766"/>
                  </a:lnTo>
                  <a:lnTo>
                    <a:pt x="4063925" y="829766"/>
                  </a:lnTo>
                  <a:lnTo>
                    <a:pt x="4064043" y="829766"/>
                  </a:lnTo>
                  <a:lnTo>
                    <a:pt x="4064160" y="829766"/>
                  </a:lnTo>
                  <a:lnTo>
                    <a:pt x="4064278" y="829766"/>
                  </a:lnTo>
                  <a:lnTo>
                    <a:pt x="4064396" y="829766"/>
                  </a:lnTo>
                  <a:lnTo>
                    <a:pt x="4064513" y="829766"/>
                  </a:lnTo>
                  <a:lnTo>
                    <a:pt x="4064513" y="829335"/>
                  </a:lnTo>
                  <a:lnTo>
                    <a:pt x="4064631" y="829335"/>
                  </a:lnTo>
                  <a:lnTo>
                    <a:pt x="4064748" y="829335"/>
                  </a:lnTo>
                  <a:lnTo>
                    <a:pt x="4064866" y="829335"/>
                  </a:lnTo>
                  <a:lnTo>
                    <a:pt x="4064984" y="829335"/>
                  </a:lnTo>
                  <a:lnTo>
                    <a:pt x="4065101" y="829335"/>
                  </a:lnTo>
                  <a:lnTo>
                    <a:pt x="4065219" y="829335"/>
                  </a:lnTo>
                  <a:lnTo>
                    <a:pt x="4065337" y="829335"/>
                  </a:lnTo>
                  <a:lnTo>
                    <a:pt x="4065454" y="829335"/>
                  </a:lnTo>
                  <a:lnTo>
                    <a:pt x="4065572" y="829335"/>
                  </a:lnTo>
                  <a:lnTo>
                    <a:pt x="4065689" y="829335"/>
                  </a:lnTo>
                  <a:lnTo>
                    <a:pt x="4065807" y="829335"/>
                  </a:lnTo>
                  <a:lnTo>
                    <a:pt x="4065807" y="828905"/>
                  </a:lnTo>
                  <a:lnTo>
                    <a:pt x="4065925" y="828905"/>
                  </a:lnTo>
                  <a:lnTo>
                    <a:pt x="4066042" y="828905"/>
                  </a:lnTo>
                  <a:lnTo>
                    <a:pt x="4066160" y="828905"/>
                  </a:lnTo>
                  <a:lnTo>
                    <a:pt x="4066277" y="828905"/>
                  </a:lnTo>
                  <a:lnTo>
                    <a:pt x="4066395" y="828905"/>
                  </a:lnTo>
                  <a:lnTo>
                    <a:pt x="4066395" y="828474"/>
                  </a:lnTo>
                  <a:lnTo>
                    <a:pt x="4066513" y="828474"/>
                  </a:lnTo>
                  <a:lnTo>
                    <a:pt x="4066630" y="828474"/>
                  </a:lnTo>
                  <a:lnTo>
                    <a:pt x="4066748" y="828474"/>
                  </a:lnTo>
                  <a:lnTo>
                    <a:pt x="4066866" y="828474"/>
                  </a:lnTo>
                  <a:lnTo>
                    <a:pt x="4066983" y="828474"/>
                  </a:lnTo>
                  <a:lnTo>
                    <a:pt x="4067101" y="828474"/>
                  </a:lnTo>
                  <a:lnTo>
                    <a:pt x="4067218" y="828474"/>
                  </a:lnTo>
                  <a:lnTo>
                    <a:pt x="4067336" y="828474"/>
                  </a:lnTo>
                  <a:lnTo>
                    <a:pt x="4067454" y="828474"/>
                  </a:lnTo>
                  <a:lnTo>
                    <a:pt x="4067571" y="828474"/>
                  </a:lnTo>
                  <a:lnTo>
                    <a:pt x="4067689" y="828474"/>
                  </a:lnTo>
                  <a:lnTo>
                    <a:pt x="4067806" y="828474"/>
                  </a:lnTo>
                  <a:lnTo>
                    <a:pt x="4067924" y="828474"/>
                  </a:lnTo>
                  <a:lnTo>
                    <a:pt x="4068042" y="828474"/>
                  </a:lnTo>
                  <a:lnTo>
                    <a:pt x="4068042" y="828043"/>
                  </a:lnTo>
                  <a:lnTo>
                    <a:pt x="4068159" y="828043"/>
                  </a:lnTo>
                  <a:lnTo>
                    <a:pt x="4068277" y="828043"/>
                  </a:lnTo>
                  <a:lnTo>
                    <a:pt x="4068395" y="828043"/>
                  </a:lnTo>
                  <a:lnTo>
                    <a:pt x="4068512" y="828043"/>
                  </a:lnTo>
                  <a:lnTo>
                    <a:pt x="4068630" y="828043"/>
                  </a:lnTo>
                  <a:lnTo>
                    <a:pt x="4068747" y="828043"/>
                  </a:lnTo>
                  <a:lnTo>
                    <a:pt x="4068865" y="828043"/>
                  </a:lnTo>
                  <a:lnTo>
                    <a:pt x="4068983" y="828043"/>
                  </a:lnTo>
                  <a:lnTo>
                    <a:pt x="4068983" y="827613"/>
                  </a:lnTo>
                  <a:lnTo>
                    <a:pt x="4069100" y="827613"/>
                  </a:lnTo>
                  <a:lnTo>
                    <a:pt x="4069100" y="827182"/>
                  </a:lnTo>
                  <a:lnTo>
                    <a:pt x="4069218" y="827182"/>
                  </a:lnTo>
                  <a:lnTo>
                    <a:pt x="4069335" y="827182"/>
                  </a:lnTo>
                  <a:lnTo>
                    <a:pt x="4069335" y="826752"/>
                  </a:lnTo>
                  <a:lnTo>
                    <a:pt x="4069453" y="826752"/>
                  </a:lnTo>
                  <a:lnTo>
                    <a:pt x="4069453" y="826321"/>
                  </a:lnTo>
                  <a:lnTo>
                    <a:pt x="4069571" y="826321"/>
                  </a:lnTo>
                  <a:lnTo>
                    <a:pt x="4069688" y="826321"/>
                  </a:lnTo>
                  <a:lnTo>
                    <a:pt x="4069806" y="826321"/>
                  </a:lnTo>
                  <a:lnTo>
                    <a:pt x="4069806" y="825890"/>
                  </a:lnTo>
                  <a:lnTo>
                    <a:pt x="4069924" y="825890"/>
                  </a:lnTo>
                  <a:lnTo>
                    <a:pt x="4070041" y="825890"/>
                  </a:lnTo>
                  <a:lnTo>
                    <a:pt x="4070159" y="825890"/>
                  </a:lnTo>
                  <a:lnTo>
                    <a:pt x="4070159" y="825460"/>
                  </a:lnTo>
                  <a:lnTo>
                    <a:pt x="4070276" y="825460"/>
                  </a:lnTo>
                  <a:lnTo>
                    <a:pt x="4070394" y="825460"/>
                  </a:lnTo>
                  <a:lnTo>
                    <a:pt x="4070512" y="825460"/>
                  </a:lnTo>
                  <a:lnTo>
                    <a:pt x="4070629" y="825460"/>
                  </a:lnTo>
                  <a:lnTo>
                    <a:pt x="4070747" y="825460"/>
                  </a:lnTo>
                  <a:lnTo>
                    <a:pt x="4070864" y="825460"/>
                  </a:lnTo>
                  <a:lnTo>
                    <a:pt x="4070982" y="825460"/>
                  </a:lnTo>
                  <a:lnTo>
                    <a:pt x="4071100" y="825460"/>
                  </a:lnTo>
                  <a:lnTo>
                    <a:pt x="4071217" y="825460"/>
                  </a:lnTo>
                  <a:lnTo>
                    <a:pt x="4071335" y="825460"/>
                  </a:lnTo>
                  <a:lnTo>
                    <a:pt x="4071453" y="825460"/>
                  </a:lnTo>
                  <a:lnTo>
                    <a:pt x="4071453" y="825029"/>
                  </a:lnTo>
                  <a:lnTo>
                    <a:pt x="4071570" y="825029"/>
                  </a:lnTo>
                  <a:lnTo>
                    <a:pt x="4071688" y="825029"/>
                  </a:lnTo>
                  <a:lnTo>
                    <a:pt x="4071805" y="825029"/>
                  </a:lnTo>
                  <a:lnTo>
                    <a:pt x="4071923" y="825029"/>
                  </a:lnTo>
                  <a:lnTo>
                    <a:pt x="4072041" y="825029"/>
                  </a:lnTo>
                  <a:lnTo>
                    <a:pt x="4072158" y="825029"/>
                  </a:lnTo>
                  <a:lnTo>
                    <a:pt x="4072158" y="824599"/>
                  </a:lnTo>
                  <a:lnTo>
                    <a:pt x="4072276" y="824599"/>
                  </a:lnTo>
                  <a:lnTo>
                    <a:pt x="4072276" y="824168"/>
                  </a:lnTo>
                  <a:lnTo>
                    <a:pt x="4072393" y="824168"/>
                  </a:lnTo>
                  <a:lnTo>
                    <a:pt x="4072393" y="823737"/>
                  </a:lnTo>
                  <a:lnTo>
                    <a:pt x="4072393" y="823307"/>
                  </a:lnTo>
                  <a:lnTo>
                    <a:pt x="4072511" y="823307"/>
                  </a:lnTo>
                  <a:lnTo>
                    <a:pt x="4072511" y="822876"/>
                  </a:lnTo>
                  <a:lnTo>
                    <a:pt x="4072629" y="822876"/>
                  </a:lnTo>
                  <a:lnTo>
                    <a:pt x="4072629" y="822446"/>
                  </a:lnTo>
                  <a:lnTo>
                    <a:pt x="4072746" y="822446"/>
                  </a:lnTo>
                  <a:lnTo>
                    <a:pt x="4072864" y="822446"/>
                  </a:lnTo>
                  <a:lnTo>
                    <a:pt x="4072981" y="822446"/>
                  </a:lnTo>
                  <a:lnTo>
                    <a:pt x="4072981" y="822015"/>
                  </a:lnTo>
                  <a:lnTo>
                    <a:pt x="4073099" y="822015"/>
                  </a:lnTo>
                  <a:lnTo>
                    <a:pt x="4073217" y="822015"/>
                  </a:lnTo>
                  <a:lnTo>
                    <a:pt x="4073334" y="822015"/>
                  </a:lnTo>
                  <a:lnTo>
                    <a:pt x="4073452" y="822015"/>
                  </a:lnTo>
                  <a:lnTo>
                    <a:pt x="4073570" y="822015"/>
                  </a:lnTo>
                  <a:lnTo>
                    <a:pt x="4073687" y="822015"/>
                  </a:lnTo>
                  <a:lnTo>
                    <a:pt x="4073805" y="822015"/>
                  </a:lnTo>
                  <a:lnTo>
                    <a:pt x="4073805" y="821584"/>
                  </a:lnTo>
                  <a:lnTo>
                    <a:pt x="4073922" y="821584"/>
                  </a:lnTo>
                  <a:lnTo>
                    <a:pt x="4074040" y="821584"/>
                  </a:lnTo>
                  <a:lnTo>
                    <a:pt x="4074040" y="821154"/>
                  </a:lnTo>
                  <a:lnTo>
                    <a:pt x="4074158" y="821154"/>
                  </a:lnTo>
                  <a:lnTo>
                    <a:pt x="4074275" y="821154"/>
                  </a:lnTo>
                  <a:lnTo>
                    <a:pt x="4074393" y="821154"/>
                  </a:lnTo>
                  <a:lnTo>
                    <a:pt x="4074510" y="821154"/>
                  </a:lnTo>
                  <a:lnTo>
                    <a:pt x="4074628" y="821154"/>
                  </a:lnTo>
                  <a:lnTo>
                    <a:pt x="4074746" y="821154"/>
                  </a:lnTo>
                  <a:lnTo>
                    <a:pt x="4074863" y="821154"/>
                  </a:lnTo>
                  <a:lnTo>
                    <a:pt x="4074981" y="821154"/>
                  </a:lnTo>
                  <a:lnTo>
                    <a:pt x="4075099" y="821154"/>
                  </a:lnTo>
                  <a:lnTo>
                    <a:pt x="4075216" y="821154"/>
                  </a:lnTo>
                  <a:lnTo>
                    <a:pt x="4075216" y="820723"/>
                  </a:lnTo>
                  <a:lnTo>
                    <a:pt x="4075334" y="820723"/>
                  </a:lnTo>
                  <a:lnTo>
                    <a:pt x="4075451" y="820723"/>
                  </a:lnTo>
                  <a:lnTo>
                    <a:pt x="4075451" y="820293"/>
                  </a:lnTo>
                  <a:lnTo>
                    <a:pt x="4075569" y="820293"/>
                  </a:lnTo>
                  <a:lnTo>
                    <a:pt x="4075687" y="820293"/>
                  </a:lnTo>
                  <a:lnTo>
                    <a:pt x="4075804" y="820293"/>
                  </a:lnTo>
                  <a:lnTo>
                    <a:pt x="4075922" y="820293"/>
                  </a:lnTo>
                  <a:lnTo>
                    <a:pt x="4076039" y="820293"/>
                  </a:lnTo>
                  <a:lnTo>
                    <a:pt x="4076157" y="820293"/>
                  </a:lnTo>
                  <a:lnTo>
                    <a:pt x="4076275" y="820293"/>
                  </a:lnTo>
                  <a:lnTo>
                    <a:pt x="4076392" y="820293"/>
                  </a:lnTo>
                  <a:lnTo>
                    <a:pt x="4076510" y="820293"/>
                  </a:lnTo>
                  <a:lnTo>
                    <a:pt x="4076628" y="820293"/>
                  </a:lnTo>
                  <a:lnTo>
                    <a:pt x="4076628" y="819862"/>
                  </a:lnTo>
                  <a:lnTo>
                    <a:pt x="4076628" y="819431"/>
                  </a:lnTo>
                  <a:lnTo>
                    <a:pt x="4076745" y="819431"/>
                  </a:lnTo>
                  <a:lnTo>
                    <a:pt x="4076863" y="819431"/>
                  </a:lnTo>
                  <a:lnTo>
                    <a:pt x="4076980" y="819431"/>
                  </a:lnTo>
                  <a:lnTo>
                    <a:pt x="4076980" y="819001"/>
                  </a:lnTo>
                  <a:lnTo>
                    <a:pt x="4077098" y="819001"/>
                  </a:lnTo>
                  <a:lnTo>
                    <a:pt x="4077216" y="819001"/>
                  </a:lnTo>
                  <a:lnTo>
                    <a:pt x="4077333" y="819001"/>
                  </a:lnTo>
                  <a:lnTo>
                    <a:pt x="4077451" y="819001"/>
                  </a:lnTo>
                  <a:lnTo>
                    <a:pt x="4077451" y="818570"/>
                  </a:lnTo>
                  <a:lnTo>
                    <a:pt x="4077568" y="818570"/>
                  </a:lnTo>
                  <a:lnTo>
                    <a:pt x="4077686" y="818570"/>
                  </a:lnTo>
                  <a:lnTo>
                    <a:pt x="4077804" y="818570"/>
                  </a:lnTo>
                  <a:lnTo>
                    <a:pt x="4077804" y="818140"/>
                  </a:lnTo>
                  <a:lnTo>
                    <a:pt x="4077804" y="817709"/>
                  </a:lnTo>
                  <a:lnTo>
                    <a:pt x="4077921" y="817709"/>
                  </a:lnTo>
                  <a:lnTo>
                    <a:pt x="4078039" y="817709"/>
                  </a:lnTo>
                  <a:lnTo>
                    <a:pt x="4078157" y="817709"/>
                  </a:lnTo>
                  <a:lnTo>
                    <a:pt x="4078274" y="817709"/>
                  </a:lnTo>
                  <a:lnTo>
                    <a:pt x="4078392" y="817709"/>
                  </a:lnTo>
                  <a:lnTo>
                    <a:pt x="4078509" y="817709"/>
                  </a:lnTo>
                  <a:lnTo>
                    <a:pt x="4078627" y="817709"/>
                  </a:lnTo>
                  <a:lnTo>
                    <a:pt x="4078745" y="817709"/>
                  </a:lnTo>
                  <a:lnTo>
                    <a:pt x="4078862" y="817709"/>
                  </a:lnTo>
                  <a:lnTo>
                    <a:pt x="4078980" y="817709"/>
                  </a:lnTo>
                  <a:lnTo>
                    <a:pt x="4079097" y="817709"/>
                  </a:lnTo>
                  <a:lnTo>
                    <a:pt x="4079215" y="817709"/>
                  </a:lnTo>
                  <a:lnTo>
                    <a:pt x="4079333" y="817709"/>
                  </a:lnTo>
                  <a:lnTo>
                    <a:pt x="4079450" y="817709"/>
                  </a:lnTo>
                  <a:lnTo>
                    <a:pt x="4079568" y="817709"/>
                  </a:lnTo>
                  <a:lnTo>
                    <a:pt x="4079686" y="817709"/>
                  </a:lnTo>
                  <a:lnTo>
                    <a:pt x="4079803" y="817709"/>
                  </a:lnTo>
                  <a:lnTo>
                    <a:pt x="4079921" y="817709"/>
                  </a:lnTo>
                  <a:lnTo>
                    <a:pt x="4079921" y="817278"/>
                  </a:lnTo>
                  <a:lnTo>
                    <a:pt x="4080038" y="817278"/>
                  </a:lnTo>
                  <a:lnTo>
                    <a:pt x="4080156" y="817278"/>
                  </a:lnTo>
                  <a:lnTo>
                    <a:pt x="4080274" y="817278"/>
                  </a:lnTo>
                  <a:lnTo>
                    <a:pt x="4080391" y="817278"/>
                  </a:lnTo>
                  <a:lnTo>
                    <a:pt x="4080509" y="817278"/>
                  </a:lnTo>
                  <a:lnTo>
                    <a:pt x="4080626" y="817278"/>
                  </a:lnTo>
                  <a:lnTo>
                    <a:pt x="4080744" y="817278"/>
                  </a:lnTo>
                  <a:lnTo>
                    <a:pt x="4080862" y="817278"/>
                  </a:lnTo>
                  <a:lnTo>
                    <a:pt x="4080979" y="817278"/>
                  </a:lnTo>
                  <a:lnTo>
                    <a:pt x="4081097" y="817278"/>
                  </a:lnTo>
                  <a:lnTo>
                    <a:pt x="4081214" y="817278"/>
                  </a:lnTo>
                  <a:lnTo>
                    <a:pt x="4081332" y="817278"/>
                  </a:lnTo>
                  <a:lnTo>
                    <a:pt x="4081332" y="816848"/>
                  </a:lnTo>
                  <a:lnTo>
                    <a:pt x="4081450" y="816848"/>
                  </a:lnTo>
                  <a:lnTo>
                    <a:pt x="4081567" y="816848"/>
                  </a:lnTo>
                  <a:lnTo>
                    <a:pt x="4081567" y="816417"/>
                  </a:lnTo>
                  <a:lnTo>
                    <a:pt x="4081685" y="816417"/>
                  </a:lnTo>
                  <a:lnTo>
                    <a:pt x="4081803" y="816417"/>
                  </a:lnTo>
                  <a:lnTo>
                    <a:pt x="4081920" y="816417"/>
                  </a:lnTo>
                  <a:lnTo>
                    <a:pt x="4082038" y="816417"/>
                  </a:lnTo>
                  <a:lnTo>
                    <a:pt x="4082155" y="816417"/>
                  </a:lnTo>
                  <a:lnTo>
                    <a:pt x="4082273" y="816417"/>
                  </a:lnTo>
                  <a:lnTo>
                    <a:pt x="4082391" y="816417"/>
                  </a:lnTo>
                  <a:lnTo>
                    <a:pt x="4082508" y="816417"/>
                  </a:lnTo>
                  <a:lnTo>
                    <a:pt x="4082626" y="816417"/>
                  </a:lnTo>
                  <a:lnTo>
                    <a:pt x="4082743" y="816417"/>
                  </a:lnTo>
                  <a:lnTo>
                    <a:pt x="4082861" y="816417"/>
                  </a:lnTo>
                  <a:lnTo>
                    <a:pt x="4082979" y="816417"/>
                  </a:lnTo>
                  <a:lnTo>
                    <a:pt x="4083096" y="816417"/>
                  </a:lnTo>
                  <a:lnTo>
                    <a:pt x="4083214" y="816417"/>
                  </a:lnTo>
                  <a:lnTo>
                    <a:pt x="4083332" y="816417"/>
                  </a:lnTo>
                  <a:lnTo>
                    <a:pt x="4083449" y="816417"/>
                  </a:lnTo>
                  <a:lnTo>
                    <a:pt x="4083567" y="816417"/>
                  </a:lnTo>
                  <a:lnTo>
                    <a:pt x="4083567" y="815987"/>
                  </a:lnTo>
                  <a:lnTo>
                    <a:pt x="4083684" y="815987"/>
                  </a:lnTo>
                  <a:lnTo>
                    <a:pt x="4083802" y="815987"/>
                  </a:lnTo>
                  <a:lnTo>
                    <a:pt x="4083802" y="815556"/>
                  </a:lnTo>
                  <a:lnTo>
                    <a:pt x="4083920" y="815556"/>
                  </a:lnTo>
                  <a:lnTo>
                    <a:pt x="4084037" y="815556"/>
                  </a:lnTo>
                  <a:lnTo>
                    <a:pt x="4084155" y="815556"/>
                  </a:lnTo>
                  <a:lnTo>
                    <a:pt x="4084272" y="815556"/>
                  </a:lnTo>
                  <a:lnTo>
                    <a:pt x="4084272" y="815125"/>
                  </a:lnTo>
                  <a:lnTo>
                    <a:pt x="4084272" y="814695"/>
                  </a:lnTo>
                  <a:lnTo>
                    <a:pt x="4084390" y="814695"/>
                  </a:lnTo>
                  <a:lnTo>
                    <a:pt x="4084508" y="814695"/>
                  </a:lnTo>
                  <a:lnTo>
                    <a:pt x="4084625" y="814695"/>
                  </a:lnTo>
                  <a:lnTo>
                    <a:pt x="4084743" y="814695"/>
                  </a:lnTo>
                  <a:lnTo>
                    <a:pt x="4084861" y="814695"/>
                  </a:lnTo>
                  <a:lnTo>
                    <a:pt x="4084861" y="814264"/>
                  </a:lnTo>
                  <a:lnTo>
                    <a:pt x="4084978" y="814264"/>
                  </a:lnTo>
                  <a:lnTo>
                    <a:pt x="4085096" y="814264"/>
                  </a:lnTo>
                  <a:lnTo>
                    <a:pt x="4085213" y="814264"/>
                  </a:lnTo>
                  <a:lnTo>
                    <a:pt x="4085331" y="814264"/>
                  </a:lnTo>
                  <a:lnTo>
                    <a:pt x="4085331" y="813834"/>
                  </a:lnTo>
                  <a:lnTo>
                    <a:pt x="4085449" y="813834"/>
                  </a:lnTo>
                  <a:lnTo>
                    <a:pt x="4085566" y="813834"/>
                  </a:lnTo>
                  <a:lnTo>
                    <a:pt x="4085684" y="813834"/>
                  </a:lnTo>
                  <a:lnTo>
                    <a:pt x="4085801" y="813834"/>
                  </a:lnTo>
                  <a:lnTo>
                    <a:pt x="4085919" y="813834"/>
                  </a:lnTo>
                  <a:lnTo>
                    <a:pt x="4086037" y="813834"/>
                  </a:lnTo>
                  <a:lnTo>
                    <a:pt x="4086154" y="813834"/>
                  </a:lnTo>
                  <a:lnTo>
                    <a:pt x="4086272" y="813834"/>
                  </a:lnTo>
                  <a:lnTo>
                    <a:pt x="4086390" y="813834"/>
                  </a:lnTo>
                  <a:lnTo>
                    <a:pt x="4086507" y="813834"/>
                  </a:lnTo>
                  <a:lnTo>
                    <a:pt x="4086625" y="813834"/>
                  </a:lnTo>
                  <a:lnTo>
                    <a:pt x="4086625" y="813403"/>
                  </a:lnTo>
                  <a:lnTo>
                    <a:pt x="4086625" y="812972"/>
                  </a:lnTo>
                  <a:lnTo>
                    <a:pt x="4086742" y="812972"/>
                  </a:lnTo>
                  <a:lnTo>
                    <a:pt x="4086860" y="812972"/>
                  </a:lnTo>
                  <a:lnTo>
                    <a:pt x="4086978" y="812972"/>
                  </a:lnTo>
                  <a:lnTo>
                    <a:pt x="4087095" y="812972"/>
                  </a:lnTo>
                  <a:lnTo>
                    <a:pt x="4087213" y="812972"/>
                  </a:lnTo>
                  <a:lnTo>
                    <a:pt x="4087213" y="812542"/>
                  </a:lnTo>
                  <a:lnTo>
                    <a:pt x="4087330" y="812542"/>
                  </a:lnTo>
                  <a:lnTo>
                    <a:pt x="4087448" y="812542"/>
                  </a:lnTo>
                  <a:lnTo>
                    <a:pt x="4087566" y="812542"/>
                  </a:lnTo>
                  <a:lnTo>
                    <a:pt x="4087566" y="812111"/>
                  </a:lnTo>
                  <a:lnTo>
                    <a:pt x="4087683" y="812111"/>
                  </a:lnTo>
                  <a:lnTo>
                    <a:pt x="4087801" y="812111"/>
                  </a:lnTo>
                  <a:lnTo>
                    <a:pt x="4087919" y="812111"/>
                  </a:lnTo>
                  <a:lnTo>
                    <a:pt x="4088036" y="812111"/>
                  </a:lnTo>
                  <a:lnTo>
                    <a:pt x="4088154" y="812111"/>
                  </a:lnTo>
                  <a:lnTo>
                    <a:pt x="4088271" y="812111"/>
                  </a:lnTo>
                  <a:lnTo>
                    <a:pt x="4088389" y="812111"/>
                  </a:lnTo>
                  <a:lnTo>
                    <a:pt x="4088507" y="812111"/>
                  </a:lnTo>
                  <a:lnTo>
                    <a:pt x="4088624" y="812111"/>
                  </a:lnTo>
                  <a:lnTo>
                    <a:pt x="4088742" y="812111"/>
                  </a:lnTo>
                  <a:lnTo>
                    <a:pt x="4088859" y="812111"/>
                  </a:lnTo>
                  <a:lnTo>
                    <a:pt x="4088977" y="812111"/>
                  </a:lnTo>
                  <a:lnTo>
                    <a:pt x="4089095" y="812111"/>
                  </a:lnTo>
                  <a:lnTo>
                    <a:pt x="4089095" y="811681"/>
                  </a:lnTo>
                  <a:lnTo>
                    <a:pt x="4089212" y="811681"/>
                  </a:lnTo>
                  <a:lnTo>
                    <a:pt x="4089330" y="811681"/>
                  </a:lnTo>
                  <a:lnTo>
                    <a:pt x="4089447" y="811681"/>
                  </a:lnTo>
                  <a:lnTo>
                    <a:pt x="4089565" y="811681"/>
                  </a:lnTo>
                  <a:lnTo>
                    <a:pt x="4089683" y="811681"/>
                  </a:lnTo>
                  <a:lnTo>
                    <a:pt x="4089800" y="811681"/>
                  </a:lnTo>
                  <a:lnTo>
                    <a:pt x="4089918" y="811681"/>
                  </a:lnTo>
                  <a:lnTo>
                    <a:pt x="4090036" y="811681"/>
                  </a:lnTo>
                  <a:lnTo>
                    <a:pt x="4090153" y="811681"/>
                  </a:lnTo>
                  <a:lnTo>
                    <a:pt x="4090153" y="811250"/>
                  </a:lnTo>
                  <a:lnTo>
                    <a:pt x="4090271" y="811250"/>
                  </a:lnTo>
                  <a:lnTo>
                    <a:pt x="4090388" y="811250"/>
                  </a:lnTo>
                  <a:lnTo>
                    <a:pt x="4090506" y="811250"/>
                  </a:lnTo>
                  <a:lnTo>
                    <a:pt x="4090624" y="811250"/>
                  </a:lnTo>
                  <a:lnTo>
                    <a:pt x="4090741" y="811250"/>
                  </a:lnTo>
                  <a:lnTo>
                    <a:pt x="4090859" y="811250"/>
                  </a:lnTo>
                  <a:lnTo>
                    <a:pt x="4090976" y="811250"/>
                  </a:lnTo>
                  <a:lnTo>
                    <a:pt x="4091094" y="811250"/>
                  </a:lnTo>
                  <a:lnTo>
                    <a:pt x="4091094" y="810819"/>
                  </a:lnTo>
                  <a:lnTo>
                    <a:pt x="4091212" y="810819"/>
                  </a:lnTo>
                  <a:lnTo>
                    <a:pt x="4091212" y="810389"/>
                  </a:lnTo>
                  <a:lnTo>
                    <a:pt x="4091212" y="809958"/>
                  </a:lnTo>
                  <a:lnTo>
                    <a:pt x="4091329" y="809958"/>
                  </a:lnTo>
                  <a:lnTo>
                    <a:pt x="4091329" y="809528"/>
                  </a:lnTo>
                  <a:lnTo>
                    <a:pt x="4091447" y="809528"/>
                  </a:lnTo>
                  <a:lnTo>
                    <a:pt x="4091565" y="809528"/>
                  </a:lnTo>
                  <a:lnTo>
                    <a:pt x="4091682" y="809528"/>
                  </a:lnTo>
                  <a:lnTo>
                    <a:pt x="4091682" y="809097"/>
                  </a:lnTo>
                  <a:lnTo>
                    <a:pt x="4091800" y="809097"/>
                  </a:lnTo>
                  <a:lnTo>
                    <a:pt x="4091917" y="809097"/>
                  </a:lnTo>
                  <a:lnTo>
                    <a:pt x="4092035" y="809097"/>
                  </a:lnTo>
                  <a:lnTo>
                    <a:pt x="4092153" y="809097"/>
                  </a:lnTo>
                  <a:lnTo>
                    <a:pt x="4092153" y="808666"/>
                  </a:lnTo>
                  <a:lnTo>
                    <a:pt x="4092153" y="808236"/>
                  </a:lnTo>
                  <a:lnTo>
                    <a:pt x="4092270" y="808236"/>
                  </a:lnTo>
                  <a:lnTo>
                    <a:pt x="4092270" y="807805"/>
                  </a:lnTo>
                  <a:lnTo>
                    <a:pt x="4092388" y="807805"/>
                  </a:lnTo>
                  <a:lnTo>
                    <a:pt x="4092505" y="807805"/>
                  </a:lnTo>
                  <a:lnTo>
                    <a:pt x="4092623" y="807805"/>
                  </a:lnTo>
                  <a:lnTo>
                    <a:pt x="4092741" y="807805"/>
                  </a:lnTo>
                  <a:lnTo>
                    <a:pt x="4092741" y="807375"/>
                  </a:lnTo>
                  <a:lnTo>
                    <a:pt x="4092741" y="806944"/>
                  </a:lnTo>
                  <a:lnTo>
                    <a:pt x="4092858" y="806944"/>
                  </a:lnTo>
                  <a:lnTo>
                    <a:pt x="4092976" y="806944"/>
                  </a:lnTo>
                  <a:lnTo>
                    <a:pt x="4093094" y="806944"/>
                  </a:lnTo>
                  <a:lnTo>
                    <a:pt x="4093094" y="806513"/>
                  </a:lnTo>
                  <a:lnTo>
                    <a:pt x="4093211" y="806513"/>
                  </a:lnTo>
                  <a:lnTo>
                    <a:pt x="4093329" y="806513"/>
                  </a:lnTo>
                  <a:lnTo>
                    <a:pt x="4093446" y="806513"/>
                  </a:lnTo>
                  <a:lnTo>
                    <a:pt x="4093446" y="806083"/>
                  </a:lnTo>
                  <a:lnTo>
                    <a:pt x="4093564" y="806083"/>
                  </a:lnTo>
                  <a:lnTo>
                    <a:pt x="4093682" y="806083"/>
                  </a:lnTo>
                  <a:lnTo>
                    <a:pt x="4093799" y="806083"/>
                  </a:lnTo>
                  <a:lnTo>
                    <a:pt x="4093799" y="805652"/>
                  </a:lnTo>
                  <a:lnTo>
                    <a:pt x="4093917" y="805652"/>
                  </a:lnTo>
                  <a:lnTo>
                    <a:pt x="4094034" y="805652"/>
                  </a:lnTo>
                  <a:lnTo>
                    <a:pt x="4094152" y="805652"/>
                  </a:lnTo>
                  <a:lnTo>
                    <a:pt x="4094270" y="805652"/>
                  </a:lnTo>
                  <a:lnTo>
                    <a:pt x="4094387" y="805652"/>
                  </a:lnTo>
                  <a:lnTo>
                    <a:pt x="4094505" y="805652"/>
                  </a:lnTo>
                  <a:lnTo>
                    <a:pt x="4094623" y="805652"/>
                  </a:lnTo>
                  <a:lnTo>
                    <a:pt x="4094740" y="805652"/>
                  </a:lnTo>
                  <a:lnTo>
                    <a:pt x="4094858" y="805652"/>
                  </a:lnTo>
                  <a:lnTo>
                    <a:pt x="4094975" y="805652"/>
                  </a:lnTo>
                  <a:lnTo>
                    <a:pt x="4094975" y="805222"/>
                  </a:lnTo>
                  <a:lnTo>
                    <a:pt x="4095093" y="805222"/>
                  </a:lnTo>
                  <a:lnTo>
                    <a:pt x="4095211" y="805222"/>
                  </a:lnTo>
                  <a:lnTo>
                    <a:pt x="4095328" y="805222"/>
                  </a:lnTo>
                  <a:lnTo>
                    <a:pt x="4095446" y="805222"/>
                  </a:lnTo>
                  <a:lnTo>
                    <a:pt x="4095563" y="805222"/>
                  </a:lnTo>
                  <a:lnTo>
                    <a:pt x="4095681" y="805222"/>
                  </a:lnTo>
                  <a:lnTo>
                    <a:pt x="4095799" y="805222"/>
                  </a:lnTo>
                  <a:lnTo>
                    <a:pt x="4095916" y="805222"/>
                  </a:lnTo>
                  <a:lnTo>
                    <a:pt x="4096034" y="805222"/>
                  </a:lnTo>
                  <a:lnTo>
                    <a:pt x="4096152" y="805222"/>
                  </a:lnTo>
                  <a:lnTo>
                    <a:pt x="4096269" y="805222"/>
                  </a:lnTo>
                  <a:lnTo>
                    <a:pt x="4096387" y="805222"/>
                  </a:lnTo>
                  <a:lnTo>
                    <a:pt x="4096504" y="805222"/>
                  </a:lnTo>
                  <a:lnTo>
                    <a:pt x="4096504" y="804791"/>
                  </a:lnTo>
                  <a:lnTo>
                    <a:pt x="4096622" y="804791"/>
                  </a:lnTo>
                  <a:lnTo>
                    <a:pt x="4096740" y="804791"/>
                  </a:lnTo>
                  <a:lnTo>
                    <a:pt x="4096740" y="804360"/>
                  </a:lnTo>
                  <a:lnTo>
                    <a:pt x="4096857" y="804360"/>
                  </a:lnTo>
                  <a:lnTo>
                    <a:pt x="4096975" y="804360"/>
                  </a:lnTo>
                  <a:lnTo>
                    <a:pt x="4097092" y="804360"/>
                  </a:lnTo>
                  <a:lnTo>
                    <a:pt x="4097210" y="804360"/>
                  </a:lnTo>
                  <a:lnTo>
                    <a:pt x="4097328" y="804360"/>
                  </a:lnTo>
                  <a:lnTo>
                    <a:pt x="4097445" y="804360"/>
                  </a:lnTo>
                  <a:lnTo>
                    <a:pt x="4097563" y="804360"/>
                  </a:lnTo>
                  <a:lnTo>
                    <a:pt x="4097563" y="803930"/>
                  </a:lnTo>
                  <a:lnTo>
                    <a:pt x="4097563" y="803499"/>
                  </a:lnTo>
                  <a:lnTo>
                    <a:pt x="4097680" y="803499"/>
                  </a:lnTo>
                  <a:lnTo>
                    <a:pt x="4097798" y="803499"/>
                  </a:lnTo>
                  <a:lnTo>
                    <a:pt x="4097916" y="803499"/>
                  </a:lnTo>
                  <a:lnTo>
                    <a:pt x="4098033" y="803499"/>
                  </a:lnTo>
                  <a:lnTo>
                    <a:pt x="4098151" y="803499"/>
                  </a:lnTo>
                  <a:lnTo>
                    <a:pt x="4098269" y="803499"/>
                  </a:lnTo>
                  <a:lnTo>
                    <a:pt x="4098386" y="803499"/>
                  </a:lnTo>
                  <a:lnTo>
                    <a:pt x="4098504" y="803499"/>
                  </a:lnTo>
                  <a:lnTo>
                    <a:pt x="4098621" y="803499"/>
                  </a:lnTo>
                  <a:lnTo>
                    <a:pt x="4098739" y="803499"/>
                  </a:lnTo>
                  <a:lnTo>
                    <a:pt x="4098857" y="803499"/>
                  </a:lnTo>
                  <a:lnTo>
                    <a:pt x="4098857" y="803069"/>
                  </a:lnTo>
                  <a:lnTo>
                    <a:pt x="4098974" y="803069"/>
                  </a:lnTo>
                  <a:lnTo>
                    <a:pt x="4099092" y="803069"/>
                  </a:lnTo>
                  <a:lnTo>
                    <a:pt x="4099209" y="803069"/>
                  </a:lnTo>
                  <a:lnTo>
                    <a:pt x="4099327" y="803069"/>
                  </a:lnTo>
                  <a:lnTo>
                    <a:pt x="4099445" y="803069"/>
                  </a:lnTo>
                  <a:lnTo>
                    <a:pt x="4099562" y="803069"/>
                  </a:lnTo>
                  <a:lnTo>
                    <a:pt x="4099680" y="803069"/>
                  </a:lnTo>
                  <a:lnTo>
                    <a:pt x="4099680" y="802638"/>
                  </a:lnTo>
                  <a:lnTo>
                    <a:pt x="4099798" y="802638"/>
                  </a:lnTo>
                  <a:lnTo>
                    <a:pt x="4099915" y="802638"/>
                  </a:lnTo>
                  <a:lnTo>
                    <a:pt x="4100033" y="802638"/>
                  </a:lnTo>
                  <a:lnTo>
                    <a:pt x="4100150" y="802638"/>
                  </a:lnTo>
                  <a:lnTo>
                    <a:pt x="4100268" y="802638"/>
                  </a:lnTo>
                  <a:lnTo>
                    <a:pt x="4100386" y="802638"/>
                  </a:lnTo>
                  <a:lnTo>
                    <a:pt x="4100503" y="802638"/>
                  </a:lnTo>
                  <a:lnTo>
                    <a:pt x="4100621" y="802638"/>
                  </a:lnTo>
                  <a:lnTo>
                    <a:pt x="4100738" y="802638"/>
                  </a:lnTo>
                  <a:lnTo>
                    <a:pt x="4100856" y="802638"/>
                  </a:lnTo>
                  <a:lnTo>
                    <a:pt x="4100856" y="802207"/>
                  </a:lnTo>
                  <a:lnTo>
                    <a:pt x="4100856" y="801777"/>
                  </a:lnTo>
                  <a:lnTo>
                    <a:pt x="4100974" y="801777"/>
                  </a:lnTo>
                  <a:lnTo>
                    <a:pt x="4101091" y="801777"/>
                  </a:lnTo>
                  <a:lnTo>
                    <a:pt x="4101209" y="801777"/>
                  </a:lnTo>
                  <a:lnTo>
                    <a:pt x="4101327" y="801777"/>
                  </a:lnTo>
                  <a:lnTo>
                    <a:pt x="4101444" y="801777"/>
                  </a:lnTo>
                  <a:lnTo>
                    <a:pt x="4101562" y="801777"/>
                  </a:lnTo>
                  <a:lnTo>
                    <a:pt x="4101562" y="801346"/>
                  </a:lnTo>
                  <a:lnTo>
                    <a:pt x="4101679" y="801346"/>
                  </a:lnTo>
                  <a:lnTo>
                    <a:pt x="4101797" y="801346"/>
                  </a:lnTo>
                  <a:lnTo>
                    <a:pt x="4101797" y="800916"/>
                  </a:lnTo>
                  <a:lnTo>
                    <a:pt x="4101915" y="800916"/>
                  </a:lnTo>
                  <a:lnTo>
                    <a:pt x="4102032" y="800916"/>
                  </a:lnTo>
                  <a:lnTo>
                    <a:pt x="4102150" y="800916"/>
                  </a:lnTo>
                  <a:lnTo>
                    <a:pt x="4102267" y="800916"/>
                  </a:lnTo>
                  <a:lnTo>
                    <a:pt x="4102385" y="800916"/>
                  </a:lnTo>
                  <a:lnTo>
                    <a:pt x="4102503" y="800916"/>
                  </a:lnTo>
                  <a:lnTo>
                    <a:pt x="4102620" y="800916"/>
                  </a:lnTo>
                  <a:lnTo>
                    <a:pt x="4102620" y="800485"/>
                  </a:lnTo>
                  <a:lnTo>
                    <a:pt x="4102738" y="800485"/>
                  </a:lnTo>
                  <a:lnTo>
                    <a:pt x="4102856" y="800485"/>
                  </a:lnTo>
                  <a:lnTo>
                    <a:pt x="4102973" y="800485"/>
                  </a:lnTo>
                  <a:lnTo>
                    <a:pt x="4103091" y="800485"/>
                  </a:lnTo>
                  <a:lnTo>
                    <a:pt x="4103208" y="800485"/>
                  </a:lnTo>
                  <a:lnTo>
                    <a:pt x="4103208" y="800054"/>
                  </a:lnTo>
                  <a:lnTo>
                    <a:pt x="4103208" y="799624"/>
                  </a:lnTo>
                  <a:lnTo>
                    <a:pt x="4103326" y="799624"/>
                  </a:lnTo>
                  <a:lnTo>
                    <a:pt x="4103326" y="799193"/>
                  </a:lnTo>
                  <a:lnTo>
                    <a:pt x="4103444" y="799193"/>
                  </a:lnTo>
                  <a:lnTo>
                    <a:pt x="4103561" y="799193"/>
                  </a:lnTo>
                  <a:lnTo>
                    <a:pt x="4103561" y="798763"/>
                  </a:lnTo>
                  <a:lnTo>
                    <a:pt x="4103679" y="798763"/>
                  </a:lnTo>
                  <a:lnTo>
                    <a:pt x="4103796" y="798763"/>
                  </a:lnTo>
                  <a:lnTo>
                    <a:pt x="4103914" y="798763"/>
                  </a:lnTo>
                  <a:lnTo>
                    <a:pt x="4103914" y="798332"/>
                  </a:lnTo>
                  <a:lnTo>
                    <a:pt x="4104032" y="798332"/>
                  </a:lnTo>
                  <a:lnTo>
                    <a:pt x="4104149" y="798332"/>
                  </a:lnTo>
                  <a:lnTo>
                    <a:pt x="4104149" y="797901"/>
                  </a:lnTo>
                  <a:lnTo>
                    <a:pt x="4104267" y="797901"/>
                  </a:lnTo>
                  <a:lnTo>
                    <a:pt x="4104385" y="797901"/>
                  </a:lnTo>
                  <a:lnTo>
                    <a:pt x="4104502" y="797901"/>
                  </a:lnTo>
                  <a:lnTo>
                    <a:pt x="4104620" y="797901"/>
                  </a:lnTo>
                  <a:lnTo>
                    <a:pt x="4104737" y="797901"/>
                  </a:lnTo>
                  <a:lnTo>
                    <a:pt x="4104855" y="797901"/>
                  </a:lnTo>
                  <a:lnTo>
                    <a:pt x="4104973" y="797901"/>
                  </a:lnTo>
                  <a:lnTo>
                    <a:pt x="4104973" y="797471"/>
                  </a:lnTo>
                  <a:lnTo>
                    <a:pt x="4105090" y="797471"/>
                  </a:lnTo>
                  <a:lnTo>
                    <a:pt x="4105208" y="797471"/>
                  </a:lnTo>
                  <a:lnTo>
                    <a:pt x="4105325" y="797471"/>
                  </a:lnTo>
                  <a:lnTo>
                    <a:pt x="4105443" y="797471"/>
                  </a:lnTo>
                  <a:lnTo>
                    <a:pt x="4105561" y="797471"/>
                  </a:lnTo>
                  <a:lnTo>
                    <a:pt x="4105678" y="797471"/>
                  </a:lnTo>
                  <a:lnTo>
                    <a:pt x="4105796" y="797471"/>
                  </a:lnTo>
                  <a:lnTo>
                    <a:pt x="4105913" y="797471"/>
                  </a:lnTo>
                  <a:lnTo>
                    <a:pt x="4106031" y="797471"/>
                  </a:lnTo>
                  <a:lnTo>
                    <a:pt x="4106149" y="797471"/>
                  </a:lnTo>
                  <a:lnTo>
                    <a:pt x="4106149" y="797040"/>
                  </a:lnTo>
                  <a:lnTo>
                    <a:pt x="4106266" y="797040"/>
                  </a:lnTo>
                  <a:lnTo>
                    <a:pt x="4106384" y="797040"/>
                  </a:lnTo>
                  <a:lnTo>
                    <a:pt x="4106384" y="796610"/>
                  </a:lnTo>
                  <a:lnTo>
                    <a:pt x="4106502" y="796610"/>
                  </a:lnTo>
                  <a:lnTo>
                    <a:pt x="4106502" y="796179"/>
                  </a:lnTo>
                  <a:lnTo>
                    <a:pt x="4106619" y="796179"/>
                  </a:lnTo>
                  <a:lnTo>
                    <a:pt x="4106737" y="796179"/>
                  </a:lnTo>
                  <a:lnTo>
                    <a:pt x="4106737" y="795748"/>
                  </a:lnTo>
                  <a:lnTo>
                    <a:pt x="4106854" y="795748"/>
                  </a:lnTo>
                  <a:lnTo>
                    <a:pt x="4106972" y="795748"/>
                  </a:lnTo>
                  <a:lnTo>
                    <a:pt x="4107090" y="795748"/>
                  </a:lnTo>
                  <a:lnTo>
                    <a:pt x="4107207" y="795748"/>
                  </a:lnTo>
                  <a:lnTo>
                    <a:pt x="4107325" y="795748"/>
                  </a:lnTo>
                  <a:lnTo>
                    <a:pt x="4107442" y="795748"/>
                  </a:lnTo>
                  <a:lnTo>
                    <a:pt x="4107560" y="795748"/>
                  </a:lnTo>
                  <a:lnTo>
                    <a:pt x="4107678" y="795748"/>
                  </a:lnTo>
                  <a:lnTo>
                    <a:pt x="4107795" y="795748"/>
                  </a:lnTo>
                  <a:lnTo>
                    <a:pt x="4107913" y="795748"/>
                  </a:lnTo>
                  <a:lnTo>
                    <a:pt x="4108031" y="795748"/>
                  </a:lnTo>
                  <a:lnTo>
                    <a:pt x="4108148" y="795748"/>
                  </a:lnTo>
                  <a:lnTo>
                    <a:pt x="4108266" y="795748"/>
                  </a:lnTo>
                  <a:lnTo>
                    <a:pt x="4108383" y="795748"/>
                  </a:lnTo>
                  <a:lnTo>
                    <a:pt x="4108501" y="795748"/>
                  </a:lnTo>
                  <a:lnTo>
                    <a:pt x="4108619" y="795748"/>
                  </a:lnTo>
                  <a:lnTo>
                    <a:pt x="4108736" y="795748"/>
                  </a:lnTo>
                  <a:lnTo>
                    <a:pt x="4108854" y="795748"/>
                  </a:lnTo>
                  <a:lnTo>
                    <a:pt x="4108971" y="795748"/>
                  </a:lnTo>
                  <a:lnTo>
                    <a:pt x="4109089" y="795748"/>
                  </a:lnTo>
                  <a:lnTo>
                    <a:pt x="4109207" y="795748"/>
                  </a:lnTo>
                  <a:lnTo>
                    <a:pt x="4109324" y="795748"/>
                  </a:lnTo>
                  <a:lnTo>
                    <a:pt x="4109442" y="795748"/>
                  </a:lnTo>
                  <a:lnTo>
                    <a:pt x="4109560" y="795748"/>
                  </a:lnTo>
                  <a:lnTo>
                    <a:pt x="4109677" y="795748"/>
                  </a:lnTo>
                  <a:lnTo>
                    <a:pt x="4109677" y="795318"/>
                  </a:lnTo>
                  <a:lnTo>
                    <a:pt x="4109795" y="795318"/>
                  </a:lnTo>
                  <a:lnTo>
                    <a:pt x="4109912" y="795318"/>
                  </a:lnTo>
                  <a:lnTo>
                    <a:pt x="4110030" y="795318"/>
                  </a:lnTo>
                  <a:lnTo>
                    <a:pt x="4110148" y="795318"/>
                  </a:lnTo>
                  <a:lnTo>
                    <a:pt x="4110265" y="795318"/>
                  </a:lnTo>
                  <a:lnTo>
                    <a:pt x="4110383" y="795318"/>
                  </a:lnTo>
                  <a:lnTo>
                    <a:pt x="4110383" y="794887"/>
                  </a:lnTo>
                  <a:lnTo>
                    <a:pt x="4110500" y="794887"/>
                  </a:lnTo>
                  <a:lnTo>
                    <a:pt x="4110618" y="794887"/>
                  </a:lnTo>
                  <a:lnTo>
                    <a:pt x="4110736" y="794887"/>
                  </a:lnTo>
                  <a:lnTo>
                    <a:pt x="4110853" y="794887"/>
                  </a:lnTo>
                  <a:lnTo>
                    <a:pt x="4110971" y="794887"/>
                  </a:lnTo>
                  <a:lnTo>
                    <a:pt x="4111089" y="794887"/>
                  </a:lnTo>
                  <a:lnTo>
                    <a:pt x="4111206" y="794887"/>
                  </a:lnTo>
                  <a:lnTo>
                    <a:pt x="4111324" y="794887"/>
                  </a:lnTo>
                  <a:lnTo>
                    <a:pt x="4111441" y="794887"/>
                  </a:lnTo>
                  <a:lnTo>
                    <a:pt x="4111559" y="794887"/>
                  </a:lnTo>
                  <a:lnTo>
                    <a:pt x="4111677" y="794887"/>
                  </a:lnTo>
                  <a:lnTo>
                    <a:pt x="4111794" y="794887"/>
                  </a:lnTo>
                  <a:lnTo>
                    <a:pt x="4111912" y="794887"/>
                  </a:lnTo>
                  <a:lnTo>
                    <a:pt x="4112029" y="794887"/>
                  </a:lnTo>
                  <a:lnTo>
                    <a:pt x="4112147" y="794887"/>
                  </a:lnTo>
                  <a:lnTo>
                    <a:pt x="4112265" y="794887"/>
                  </a:lnTo>
                  <a:lnTo>
                    <a:pt x="4112382" y="794887"/>
                  </a:lnTo>
                  <a:lnTo>
                    <a:pt x="4112500" y="794887"/>
                  </a:lnTo>
                  <a:lnTo>
                    <a:pt x="4112500" y="794457"/>
                  </a:lnTo>
                  <a:lnTo>
                    <a:pt x="4112618" y="794457"/>
                  </a:lnTo>
                  <a:lnTo>
                    <a:pt x="4112735" y="794457"/>
                  </a:lnTo>
                  <a:lnTo>
                    <a:pt x="4112853" y="794457"/>
                  </a:lnTo>
                  <a:lnTo>
                    <a:pt x="4112853" y="794026"/>
                  </a:lnTo>
                  <a:lnTo>
                    <a:pt x="4112970" y="794026"/>
                  </a:lnTo>
                  <a:lnTo>
                    <a:pt x="4113088" y="794026"/>
                  </a:lnTo>
                  <a:lnTo>
                    <a:pt x="4113206" y="794026"/>
                  </a:lnTo>
                  <a:lnTo>
                    <a:pt x="4113206" y="793595"/>
                  </a:lnTo>
                  <a:lnTo>
                    <a:pt x="4113323" y="793595"/>
                  </a:lnTo>
                  <a:lnTo>
                    <a:pt x="4113441" y="793595"/>
                  </a:lnTo>
                  <a:lnTo>
                    <a:pt x="4113558" y="793595"/>
                  </a:lnTo>
                  <a:lnTo>
                    <a:pt x="4113676" y="793595"/>
                  </a:lnTo>
                  <a:lnTo>
                    <a:pt x="4113676" y="793165"/>
                  </a:lnTo>
                  <a:lnTo>
                    <a:pt x="4113794" y="793165"/>
                  </a:lnTo>
                  <a:lnTo>
                    <a:pt x="4113911" y="793165"/>
                  </a:lnTo>
                  <a:lnTo>
                    <a:pt x="4114029" y="793165"/>
                  </a:lnTo>
                  <a:lnTo>
                    <a:pt x="4114146" y="793165"/>
                  </a:lnTo>
                  <a:lnTo>
                    <a:pt x="4114264" y="793165"/>
                  </a:lnTo>
                  <a:lnTo>
                    <a:pt x="4114382" y="793165"/>
                  </a:lnTo>
                  <a:lnTo>
                    <a:pt x="4114499" y="793165"/>
                  </a:lnTo>
                  <a:lnTo>
                    <a:pt x="4114617" y="793165"/>
                  </a:lnTo>
                  <a:lnTo>
                    <a:pt x="4114735" y="793165"/>
                  </a:lnTo>
                  <a:lnTo>
                    <a:pt x="4114852" y="793165"/>
                  </a:lnTo>
                  <a:lnTo>
                    <a:pt x="4114970" y="793165"/>
                  </a:lnTo>
                  <a:lnTo>
                    <a:pt x="4115087" y="793165"/>
                  </a:lnTo>
                  <a:lnTo>
                    <a:pt x="4115205" y="793165"/>
                  </a:lnTo>
                  <a:lnTo>
                    <a:pt x="4115323" y="793165"/>
                  </a:lnTo>
                  <a:lnTo>
                    <a:pt x="4115440" y="793165"/>
                  </a:lnTo>
                  <a:lnTo>
                    <a:pt x="4115558" y="793165"/>
                  </a:lnTo>
                  <a:lnTo>
                    <a:pt x="4115675" y="793165"/>
                  </a:lnTo>
                  <a:lnTo>
                    <a:pt x="4115793" y="793165"/>
                  </a:lnTo>
                  <a:lnTo>
                    <a:pt x="4115911" y="793165"/>
                  </a:lnTo>
                  <a:lnTo>
                    <a:pt x="4115911" y="792734"/>
                  </a:lnTo>
                  <a:lnTo>
                    <a:pt x="4116028" y="792734"/>
                  </a:lnTo>
                  <a:lnTo>
                    <a:pt x="4116146" y="792734"/>
                  </a:lnTo>
                  <a:lnTo>
                    <a:pt x="4116264" y="792734"/>
                  </a:lnTo>
                  <a:lnTo>
                    <a:pt x="4116381" y="792734"/>
                  </a:lnTo>
                  <a:lnTo>
                    <a:pt x="4116499" y="792734"/>
                  </a:lnTo>
                  <a:lnTo>
                    <a:pt x="4116499" y="792304"/>
                  </a:lnTo>
                  <a:lnTo>
                    <a:pt x="4116616" y="792304"/>
                  </a:lnTo>
                  <a:lnTo>
                    <a:pt x="4116734" y="792304"/>
                  </a:lnTo>
                  <a:lnTo>
                    <a:pt x="4116734" y="791873"/>
                  </a:lnTo>
                  <a:lnTo>
                    <a:pt x="4116852" y="791873"/>
                  </a:lnTo>
                  <a:lnTo>
                    <a:pt x="4116969" y="791873"/>
                  </a:lnTo>
                  <a:lnTo>
                    <a:pt x="4116969" y="791442"/>
                  </a:lnTo>
                  <a:lnTo>
                    <a:pt x="4117087" y="791442"/>
                  </a:lnTo>
                  <a:lnTo>
                    <a:pt x="4117204" y="791442"/>
                  </a:lnTo>
                  <a:lnTo>
                    <a:pt x="4117322" y="791442"/>
                  </a:lnTo>
                  <a:lnTo>
                    <a:pt x="4117440" y="791442"/>
                  </a:lnTo>
                  <a:lnTo>
                    <a:pt x="4117557" y="791442"/>
                  </a:lnTo>
                  <a:lnTo>
                    <a:pt x="4117675" y="791442"/>
                  </a:lnTo>
                  <a:lnTo>
                    <a:pt x="4117793" y="791442"/>
                  </a:lnTo>
                  <a:lnTo>
                    <a:pt x="4117910" y="791442"/>
                  </a:lnTo>
                  <a:lnTo>
                    <a:pt x="4117910" y="791012"/>
                  </a:lnTo>
                  <a:lnTo>
                    <a:pt x="4118028" y="791012"/>
                  </a:lnTo>
                  <a:lnTo>
                    <a:pt x="4118145" y="791012"/>
                  </a:lnTo>
                  <a:lnTo>
                    <a:pt x="4118263" y="791012"/>
                  </a:lnTo>
                  <a:lnTo>
                    <a:pt x="4118381" y="791012"/>
                  </a:lnTo>
                  <a:lnTo>
                    <a:pt x="4118498" y="791012"/>
                  </a:lnTo>
                  <a:lnTo>
                    <a:pt x="4118616" y="791012"/>
                  </a:lnTo>
                  <a:lnTo>
                    <a:pt x="4118733" y="791012"/>
                  </a:lnTo>
                  <a:lnTo>
                    <a:pt x="4118851" y="791012"/>
                  </a:lnTo>
                  <a:lnTo>
                    <a:pt x="4118969" y="791012"/>
                  </a:lnTo>
                  <a:lnTo>
                    <a:pt x="4119086" y="791012"/>
                  </a:lnTo>
                  <a:lnTo>
                    <a:pt x="4119204" y="791012"/>
                  </a:lnTo>
                  <a:lnTo>
                    <a:pt x="4119322" y="791012"/>
                  </a:lnTo>
                  <a:lnTo>
                    <a:pt x="4119439" y="791012"/>
                  </a:lnTo>
                  <a:lnTo>
                    <a:pt x="4119557" y="791012"/>
                  </a:lnTo>
                  <a:lnTo>
                    <a:pt x="4119557" y="790581"/>
                  </a:lnTo>
                  <a:lnTo>
                    <a:pt x="4119674" y="790581"/>
                  </a:lnTo>
                  <a:lnTo>
                    <a:pt x="4119674" y="790151"/>
                  </a:lnTo>
                  <a:lnTo>
                    <a:pt x="4119674" y="789720"/>
                  </a:lnTo>
                  <a:lnTo>
                    <a:pt x="4119792" y="789720"/>
                  </a:lnTo>
                  <a:lnTo>
                    <a:pt x="4119792" y="789289"/>
                  </a:lnTo>
                  <a:lnTo>
                    <a:pt x="4119792" y="788859"/>
                  </a:lnTo>
                  <a:lnTo>
                    <a:pt x="4119910" y="788859"/>
                  </a:lnTo>
                  <a:lnTo>
                    <a:pt x="4120027" y="788859"/>
                  </a:lnTo>
                  <a:lnTo>
                    <a:pt x="4120145" y="788859"/>
                  </a:lnTo>
                  <a:lnTo>
                    <a:pt x="4120262" y="788859"/>
                  </a:lnTo>
                  <a:lnTo>
                    <a:pt x="4120380" y="788859"/>
                  </a:lnTo>
                  <a:lnTo>
                    <a:pt x="4120380" y="788428"/>
                  </a:lnTo>
                  <a:lnTo>
                    <a:pt x="4120498" y="788428"/>
                  </a:lnTo>
                  <a:lnTo>
                    <a:pt x="4120615" y="788428"/>
                  </a:lnTo>
                  <a:lnTo>
                    <a:pt x="4120733" y="788428"/>
                  </a:lnTo>
                  <a:lnTo>
                    <a:pt x="4120733" y="787998"/>
                  </a:lnTo>
                  <a:lnTo>
                    <a:pt x="4120850" y="787998"/>
                  </a:lnTo>
                  <a:lnTo>
                    <a:pt x="4120968" y="787998"/>
                  </a:lnTo>
                  <a:lnTo>
                    <a:pt x="4121086" y="787998"/>
                  </a:lnTo>
                  <a:lnTo>
                    <a:pt x="4121086" y="787567"/>
                  </a:lnTo>
                  <a:lnTo>
                    <a:pt x="4121203" y="787567"/>
                  </a:lnTo>
                  <a:lnTo>
                    <a:pt x="4121321" y="787567"/>
                  </a:lnTo>
                  <a:lnTo>
                    <a:pt x="4121439" y="787567"/>
                  </a:lnTo>
                  <a:lnTo>
                    <a:pt x="4121556" y="787567"/>
                  </a:lnTo>
                  <a:lnTo>
                    <a:pt x="4121674" y="787567"/>
                  </a:lnTo>
                  <a:lnTo>
                    <a:pt x="4121674" y="787136"/>
                  </a:lnTo>
                  <a:lnTo>
                    <a:pt x="4121791" y="787136"/>
                  </a:lnTo>
                  <a:lnTo>
                    <a:pt x="4121909" y="787136"/>
                  </a:lnTo>
                  <a:lnTo>
                    <a:pt x="4122027" y="787136"/>
                  </a:lnTo>
                  <a:lnTo>
                    <a:pt x="4122144" y="787136"/>
                  </a:lnTo>
                  <a:lnTo>
                    <a:pt x="4122262" y="787136"/>
                  </a:lnTo>
                  <a:lnTo>
                    <a:pt x="4122379" y="787136"/>
                  </a:lnTo>
                  <a:lnTo>
                    <a:pt x="4122497" y="787136"/>
                  </a:lnTo>
                  <a:lnTo>
                    <a:pt x="4122615" y="787136"/>
                  </a:lnTo>
                  <a:lnTo>
                    <a:pt x="4122732" y="787136"/>
                  </a:lnTo>
                  <a:lnTo>
                    <a:pt x="4122732" y="786706"/>
                  </a:lnTo>
                  <a:lnTo>
                    <a:pt x="4122850" y="786706"/>
                  </a:lnTo>
                  <a:lnTo>
                    <a:pt x="4122968" y="786706"/>
                  </a:lnTo>
                  <a:lnTo>
                    <a:pt x="4122968" y="786275"/>
                  </a:lnTo>
                  <a:lnTo>
                    <a:pt x="4123085" y="786275"/>
                  </a:lnTo>
                  <a:lnTo>
                    <a:pt x="4123203" y="786275"/>
                  </a:lnTo>
                  <a:lnTo>
                    <a:pt x="4123320" y="786275"/>
                  </a:lnTo>
                  <a:lnTo>
                    <a:pt x="4123438" y="786275"/>
                  </a:lnTo>
                  <a:lnTo>
                    <a:pt x="4123556" y="786275"/>
                  </a:lnTo>
                  <a:lnTo>
                    <a:pt x="4123673" y="786275"/>
                  </a:lnTo>
                  <a:lnTo>
                    <a:pt x="4123791" y="786275"/>
                  </a:lnTo>
                  <a:lnTo>
                    <a:pt x="4123791" y="785845"/>
                  </a:lnTo>
                  <a:lnTo>
                    <a:pt x="4123908" y="785845"/>
                  </a:lnTo>
                  <a:lnTo>
                    <a:pt x="4124026" y="785845"/>
                  </a:lnTo>
                  <a:lnTo>
                    <a:pt x="4124144" y="785845"/>
                  </a:lnTo>
                  <a:lnTo>
                    <a:pt x="4124261" y="785845"/>
                  </a:lnTo>
                  <a:lnTo>
                    <a:pt x="4124379" y="785845"/>
                  </a:lnTo>
                  <a:lnTo>
                    <a:pt x="4124379" y="785414"/>
                  </a:lnTo>
                  <a:lnTo>
                    <a:pt x="4124497" y="785414"/>
                  </a:lnTo>
                  <a:lnTo>
                    <a:pt x="4124614" y="785414"/>
                  </a:lnTo>
                  <a:lnTo>
                    <a:pt x="4124732" y="785414"/>
                  </a:lnTo>
                  <a:lnTo>
                    <a:pt x="4124849" y="785414"/>
                  </a:lnTo>
                  <a:lnTo>
                    <a:pt x="4124967" y="785414"/>
                  </a:lnTo>
                  <a:lnTo>
                    <a:pt x="4125085" y="785414"/>
                  </a:lnTo>
                  <a:lnTo>
                    <a:pt x="4125202" y="785414"/>
                  </a:lnTo>
                  <a:lnTo>
                    <a:pt x="4125320" y="785414"/>
                  </a:lnTo>
                  <a:lnTo>
                    <a:pt x="4125437" y="785414"/>
                  </a:lnTo>
                  <a:lnTo>
                    <a:pt x="4125555" y="785414"/>
                  </a:lnTo>
                  <a:lnTo>
                    <a:pt x="4125673" y="785414"/>
                  </a:lnTo>
                  <a:lnTo>
                    <a:pt x="4125790" y="785414"/>
                  </a:lnTo>
                  <a:lnTo>
                    <a:pt x="4125790" y="784983"/>
                  </a:lnTo>
                  <a:lnTo>
                    <a:pt x="4125908" y="784983"/>
                  </a:lnTo>
                  <a:lnTo>
                    <a:pt x="4126026" y="784983"/>
                  </a:lnTo>
                  <a:lnTo>
                    <a:pt x="4126143" y="784983"/>
                  </a:lnTo>
                  <a:lnTo>
                    <a:pt x="4126143" y="784553"/>
                  </a:lnTo>
                  <a:lnTo>
                    <a:pt x="4126261" y="784553"/>
                  </a:lnTo>
                  <a:lnTo>
                    <a:pt x="4126378" y="784553"/>
                  </a:lnTo>
                  <a:lnTo>
                    <a:pt x="4126496" y="784553"/>
                  </a:lnTo>
                  <a:lnTo>
                    <a:pt x="4126614" y="784553"/>
                  </a:lnTo>
                  <a:lnTo>
                    <a:pt x="4126731" y="784553"/>
                  </a:lnTo>
                  <a:lnTo>
                    <a:pt x="4126849" y="784553"/>
                  </a:lnTo>
                  <a:lnTo>
                    <a:pt x="4126966" y="784553"/>
                  </a:lnTo>
                  <a:lnTo>
                    <a:pt x="4127084" y="784553"/>
                  </a:lnTo>
                  <a:lnTo>
                    <a:pt x="4127202" y="784553"/>
                  </a:lnTo>
                  <a:lnTo>
                    <a:pt x="4127319" y="784553"/>
                  </a:lnTo>
                  <a:lnTo>
                    <a:pt x="4127437" y="784553"/>
                  </a:lnTo>
                  <a:lnTo>
                    <a:pt x="4127555" y="784553"/>
                  </a:lnTo>
                  <a:lnTo>
                    <a:pt x="4127672" y="784553"/>
                  </a:lnTo>
                  <a:lnTo>
                    <a:pt x="4127790" y="784553"/>
                  </a:lnTo>
                  <a:lnTo>
                    <a:pt x="4127790" y="784122"/>
                  </a:lnTo>
                  <a:lnTo>
                    <a:pt x="4127907" y="784122"/>
                  </a:lnTo>
                  <a:lnTo>
                    <a:pt x="4128025" y="784122"/>
                  </a:lnTo>
                  <a:lnTo>
                    <a:pt x="4128025" y="783692"/>
                  </a:lnTo>
                  <a:lnTo>
                    <a:pt x="4128143" y="783692"/>
                  </a:lnTo>
                  <a:lnTo>
                    <a:pt x="4128260" y="783692"/>
                  </a:lnTo>
                  <a:lnTo>
                    <a:pt x="4128378" y="783692"/>
                  </a:lnTo>
                  <a:lnTo>
                    <a:pt x="4128495" y="783692"/>
                  </a:lnTo>
                  <a:lnTo>
                    <a:pt x="4128613" y="783692"/>
                  </a:lnTo>
                  <a:lnTo>
                    <a:pt x="4128731" y="783692"/>
                  </a:lnTo>
                  <a:lnTo>
                    <a:pt x="4128731" y="783261"/>
                  </a:lnTo>
                  <a:lnTo>
                    <a:pt x="4128848" y="783261"/>
                  </a:lnTo>
                  <a:lnTo>
                    <a:pt x="4128966" y="783261"/>
                  </a:lnTo>
                  <a:lnTo>
                    <a:pt x="4128966" y="782830"/>
                  </a:lnTo>
                  <a:lnTo>
                    <a:pt x="4129083" y="782830"/>
                  </a:lnTo>
                  <a:lnTo>
                    <a:pt x="4129201" y="782830"/>
                  </a:lnTo>
                  <a:lnTo>
                    <a:pt x="4129319" y="782830"/>
                  </a:lnTo>
                  <a:lnTo>
                    <a:pt x="4129436" y="782830"/>
                  </a:lnTo>
                  <a:lnTo>
                    <a:pt x="4129436" y="782400"/>
                  </a:lnTo>
                  <a:lnTo>
                    <a:pt x="4129436" y="781969"/>
                  </a:lnTo>
                  <a:lnTo>
                    <a:pt x="4129554" y="781969"/>
                  </a:lnTo>
                  <a:lnTo>
                    <a:pt x="4129672" y="781969"/>
                  </a:lnTo>
                  <a:lnTo>
                    <a:pt x="4129789" y="781969"/>
                  </a:lnTo>
                  <a:lnTo>
                    <a:pt x="4129907" y="781969"/>
                  </a:lnTo>
                  <a:lnTo>
                    <a:pt x="4130024" y="781969"/>
                  </a:lnTo>
                  <a:lnTo>
                    <a:pt x="4130142" y="781969"/>
                  </a:lnTo>
                  <a:lnTo>
                    <a:pt x="4130260" y="781969"/>
                  </a:lnTo>
                  <a:lnTo>
                    <a:pt x="4130377" y="781969"/>
                  </a:lnTo>
                  <a:lnTo>
                    <a:pt x="4130495" y="781969"/>
                  </a:lnTo>
                  <a:lnTo>
                    <a:pt x="4130612" y="781969"/>
                  </a:lnTo>
                  <a:lnTo>
                    <a:pt x="4130730" y="781969"/>
                  </a:lnTo>
                  <a:lnTo>
                    <a:pt x="4130848" y="781969"/>
                  </a:lnTo>
                  <a:lnTo>
                    <a:pt x="4130965" y="781969"/>
                  </a:lnTo>
                  <a:lnTo>
                    <a:pt x="4131083" y="781969"/>
                  </a:lnTo>
                  <a:lnTo>
                    <a:pt x="4131083" y="781539"/>
                  </a:lnTo>
                  <a:lnTo>
                    <a:pt x="4131201" y="781539"/>
                  </a:lnTo>
                  <a:lnTo>
                    <a:pt x="4131318" y="781539"/>
                  </a:lnTo>
                  <a:lnTo>
                    <a:pt x="4131436" y="781539"/>
                  </a:lnTo>
                  <a:lnTo>
                    <a:pt x="4131553" y="781539"/>
                  </a:lnTo>
                  <a:lnTo>
                    <a:pt x="4131671" y="781539"/>
                  </a:lnTo>
                  <a:lnTo>
                    <a:pt x="4131789" y="781539"/>
                  </a:lnTo>
                  <a:lnTo>
                    <a:pt x="4131906" y="781539"/>
                  </a:lnTo>
                  <a:lnTo>
                    <a:pt x="4131906" y="781108"/>
                  </a:lnTo>
                  <a:lnTo>
                    <a:pt x="4132024" y="781108"/>
                  </a:lnTo>
                  <a:lnTo>
                    <a:pt x="4132141" y="781108"/>
                  </a:lnTo>
                  <a:lnTo>
                    <a:pt x="4132259" y="781108"/>
                  </a:lnTo>
                  <a:lnTo>
                    <a:pt x="4132377" y="781108"/>
                  </a:lnTo>
                  <a:lnTo>
                    <a:pt x="4132494" y="781108"/>
                  </a:lnTo>
                  <a:lnTo>
                    <a:pt x="4132612" y="781108"/>
                  </a:lnTo>
                  <a:lnTo>
                    <a:pt x="4132730" y="781108"/>
                  </a:lnTo>
                  <a:lnTo>
                    <a:pt x="4132847" y="781108"/>
                  </a:lnTo>
                  <a:lnTo>
                    <a:pt x="4132965" y="781108"/>
                  </a:lnTo>
                  <a:lnTo>
                    <a:pt x="4133082" y="781108"/>
                  </a:lnTo>
                  <a:lnTo>
                    <a:pt x="4133200" y="781108"/>
                  </a:lnTo>
                  <a:lnTo>
                    <a:pt x="4133200" y="780677"/>
                  </a:lnTo>
                  <a:lnTo>
                    <a:pt x="4133318" y="780677"/>
                  </a:lnTo>
                  <a:lnTo>
                    <a:pt x="4133435" y="780677"/>
                  </a:lnTo>
                  <a:lnTo>
                    <a:pt x="4133553" y="780677"/>
                  </a:lnTo>
                  <a:lnTo>
                    <a:pt x="4133670" y="780677"/>
                  </a:lnTo>
                  <a:lnTo>
                    <a:pt x="4133788" y="780677"/>
                  </a:lnTo>
                  <a:lnTo>
                    <a:pt x="4133906" y="780677"/>
                  </a:lnTo>
                  <a:lnTo>
                    <a:pt x="4134023" y="780677"/>
                  </a:lnTo>
                  <a:lnTo>
                    <a:pt x="4134141" y="780677"/>
                  </a:lnTo>
                  <a:lnTo>
                    <a:pt x="4134259" y="780677"/>
                  </a:lnTo>
                  <a:lnTo>
                    <a:pt x="4134376" y="780677"/>
                  </a:lnTo>
                  <a:lnTo>
                    <a:pt x="4134376" y="780247"/>
                  </a:lnTo>
                  <a:lnTo>
                    <a:pt x="4134376" y="779816"/>
                  </a:lnTo>
                  <a:lnTo>
                    <a:pt x="4134376" y="779386"/>
                  </a:lnTo>
                  <a:lnTo>
                    <a:pt x="4134494" y="779386"/>
                  </a:lnTo>
                  <a:lnTo>
                    <a:pt x="4134611" y="779386"/>
                  </a:lnTo>
                  <a:lnTo>
                    <a:pt x="4134729" y="779386"/>
                  </a:lnTo>
                  <a:lnTo>
                    <a:pt x="4134729" y="778955"/>
                  </a:lnTo>
                  <a:lnTo>
                    <a:pt x="4134847" y="778955"/>
                  </a:lnTo>
                  <a:lnTo>
                    <a:pt x="4134964" y="778955"/>
                  </a:lnTo>
                  <a:lnTo>
                    <a:pt x="4135082" y="778955"/>
                  </a:lnTo>
                  <a:lnTo>
                    <a:pt x="4135082" y="778524"/>
                  </a:lnTo>
                  <a:lnTo>
                    <a:pt x="4135082" y="778094"/>
                  </a:lnTo>
                  <a:lnTo>
                    <a:pt x="4135199" y="778094"/>
                  </a:lnTo>
                  <a:lnTo>
                    <a:pt x="4135317" y="778094"/>
                  </a:lnTo>
                  <a:lnTo>
                    <a:pt x="4135435" y="778094"/>
                  </a:lnTo>
                  <a:lnTo>
                    <a:pt x="4135552" y="778094"/>
                  </a:lnTo>
                  <a:lnTo>
                    <a:pt x="4135670" y="778094"/>
                  </a:lnTo>
                  <a:lnTo>
                    <a:pt x="4135788" y="778094"/>
                  </a:lnTo>
                  <a:lnTo>
                    <a:pt x="4135905" y="778094"/>
                  </a:lnTo>
                  <a:lnTo>
                    <a:pt x="4135905" y="777663"/>
                  </a:lnTo>
                  <a:lnTo>
                    <a:pt x="4136023" y="777663"/>
                  </a:lnTo>
                  <a:lnTo>
                    <a:pt x="4136140" y="777663"/>
                  </a:lnTo>
                  <a:lnTo>
                    <a:pt x="4136258" y="777663"/>
                  </a:lnTo>
                  <a:lnTo>
                    <a:pt x="4136376" y="777663"/>
                  </a:lnTo>
                  <a:lnTo>
                    <a:pt x="4136493" y="777663"/>
                  </a:lnTo>
                  <a:lnTo>
                    <a:pt x="4136611" y="777663"/>
                  </a:lnTo>
                  <a:lnTo>
                    <a:pt x="4136728" y="777663"/>
                  </a:lnTo>
                  <a:lnTo>
                    <a:pt x="4136846" y="777663"/>
                  </a:lnTo>
                  <a:lnTo>
                    <a:pt x="4136964" y="777663"/>
                  </a:lnTo>
                  <a:lnTo>
                    <a:pt x="4136964" y="777233"/>
                  </a:lnTo>
                  <a:lnTo>
                    <a:pt x="4137081" y="777233"/>
                  </a:lnTo>
                  <a:lnTo>
                    <a:pt x="4137199" y="777233"/>
                  </a:lnTo>
                  <a:lnTo>
                    <a:pt x="4137316" y="777233"/>
                  </a:lnTo>
                  <a:lnTo>
                    <a:pt x="4137434" y="777233"/>
                  </a:lnTo>
                  <a:lnTo>
                    <a:pt x="4137434" y="776802"/>
                  </a:lnTo>
                  <a:lnTo>
                    <a:pt x="4137552" y="776802"/>
                  </a:lnTo>
                  <a:lnTo>
                    <a:pt x="4137669" y="776802"/>
                  </a:lnTo>
                  <a:lnTo>
                    <a:pt x="4137787" y="776802"/>
                  </a:lnTo>
                  <a:lnTo>
                    <a:pt x="4137905" y="776802"/>
                  </a:lnTo>
                  <a:lnTo>
                    <a:pt x="4138022" y="776802"/>
                  </a:lnTo>
                  <a:lnTo>
                    <a:pt x="4138140" y="776802"/>
                  </a:lnTo>
                  <a:lnTo>
                    <a:pt x="4138257" y="776802"/>
                  </a:lnTo>
                  <a:lnTo>
                    <a:pt x="4138375" y="776802"/>
                  </a:lnTo>
                  <a:lnTo>
                    <a:pt x="4138493" y="776802"/>
                  </a:lnTo>
                  <a:lnTo>
                    <a:pt x="4138610" y="776802"/>
                  </a:lnTo>
                  <a:lnTo>
                    <a:pt x="4138728" y="776802"/>
                  </a:lnTo>
                  <a:lnTo>
                    <a:pt x="4138845" y="776802"/>
                  </a:lnTo>
                  <a:lnTo>
                    <a:pt x="4138963" y="776802"/>
                  </a:lnTo>
                  <a:lnTo>
                    <a:pt x="4138963" y="776371"/>
                  </a:lnTo>
                  <a:lnTo>
                    <a:pt x="4139081" y="776371"/>
                  </a:lnTo>
                  <a:lnTo>
                    <a:pt x="4139198" y="776371"/>
                  </a:lnTo>
                  <a:lnTo>
                    <a:pt x="4139316" y="776371"/>
                  </a:lnTo>
                  <a:lnTo>
                    <a:pt x="4139434" y="776371"/>
                  </a:lnTo>
                  <a:lnTo>
                    <a:pt x="4139551" y="776371"/>
                  </a:lnTo>
                  <a:lnTo>
                    <a:pt x="4139669" y="776371"/>
                  </a:lnTo>
                  <a:lnTo>
                    <a:pt x="4139786" y="776371"/>
                  </a:lnTo>
                  <a:lnTo>
                    <a:pt x="4139904" y="776371"/>
                  </a:lnTo>
                  <a:lnTo>
                    <a:pt x="4139904" y="775941"/>
                  </a:lnTo>
                  <a:lnTo>
                    <a:pt x="4140022" y="775941"/>
                  </a:lnTo>
                  <a:lnTo>
                    <a:pt x="4140139" y="775941"/>
                  </a:lnTo>
                  <a:lnTo>
                    <a:pt x="4140257" y="775941"/>
                  </a:lnTo>
                  <a:lnTo>
                    <a:pt x="4140374" y="775941"/>
                  </a:lnTo>
                  <a:lnTo>
                    <a:pt x="4140374" y="775510"/>
                  </a:lnTo>
                  <a:lnTo>
                    <a:pt x="4140492" y="775510"/>
                  </a:lnTo>
                  <a:lnTo>
                    <a:pt x="4140492" y="775080"/>
                  </a:lnTo>
                  <a:lnTo>
                    <a:pt x="4140610" y="775080"/>
                  </a:lnTo>
                  <a:lnTo>
                    <a:pt x="4140727" y="775080"/>
                  </a:lnTo>
                  <a:lnTo>
                    <a:pt x="4140845" y="775080"/>
                  </a:lnTo>
                  <a:lnTo>
                    <a:pt x="4140963" y="775080"/>
                  </a:lnTo>
                  <a:lnTo>
                    <a:pt x="4141080" y="775080"/>
                  </a:lnTo>
                  <a:lnTo>
                    <a:pt x="4141198" y="775080"/>
                  </a:lnTo>
                  <a:lnTo>
                    <a:pt x="4141315" y="775080"/>
                  </a:lnTo>
                  <a:lnTo>
                    <a:pt x="4141433" y="775080"/>
                  </a:lnTo>
                  <a:lnTo>
                    <a:pt x="4141551" y="775080"/>
                  </a:lnTo>
                  <a:lnTo>
                    <a:pt x="4141668" y="775080"/>
                  </a:lnTo>
                  <a:lnTo>
                    <a:pt x="4141668" y="774649"/>
                  </a:lnTo>
                  <a:lnTo>
                    <a:pt x="4141668" y="774218"/>
                  </a:lnTo>
                  <a:lnTo>
                    <a:pt x="4141786" y="774218"/>
                  </a:lnTo>
                  <a:lnTo>
                    <a:pt x="4141903" y="774218"/>
                  </a:lnTo>
                  <a:lnTo>
                    <a:pt x="4142021" y="774218"/>
                  </a:lnTo>
                  <a:lnTo>
                    <a:pt x="4142139" y="774218"/>
                  </a:lnTo>
                  <a:lnTo>
                    <a:pt x="4142256" y="774218"/>
                  </a:lnTo>
                  <a:lnTo>
                    <a:pt x="4142374" y="774218"/>
                  </a:lnTo>
                  <a:lnTo>
                    <a:pt x="4142374" y="773788"/>
                  </a:lnTo>
                  <a:lnTo>
                    <a:pt x="4142374" y="773357"/>
                  </a:lnTo>
                  <a:lnTo>
                    <a:pt x="4142492" y="773357"/>
                  </a:lnTo>
                  <a:lnTo>
                    <a:pt x="4142609" y="773357"/>
                  </a:lnTo>
                  <a:lnTo>
                    <a:pt x="4142727" y="773357"/>
                  </a:lnTo>
                  <a:lnTo>
                    <a:pt x="4142844" y="773357"/>
                  </a:lnTo>
                  <a:lnTo>
                    <a:pt x="4142844" y="772927"/>
                  </a:lnTo>
                  <a:lnTo>
                    <a:pt x="4142962" y="772927"/>
                  </a:lnTo>
                  <a:lnTo>
                    <a:pt x="4143080" y="772927"/>
                  </a:lnTo>
                  <a:lnTo>
                    <a:pt x="4143197" y="772927"/>
                  </a:lnTo>
                  <a:lnTo>
                    <a:pt x="4143315" y="772927"/>
                  </a:lnTo>
                  <a:lnTo>
                    <a:pt x="4143432" y="772927"/>
                  </a:lnTo>
                  <a:lnTo>
                    <a:pt x="4143550" y="772927"/>
                  </a:lnTo>
                  <a:lnTo>
                    <a:pt x="4143668" y="772927"/>
                  </a:lnTo>
                  <a:lnTo>
                    <a:pt x="4143785" y="772927"/>
                  </a:lnTo>
                  <a:lnTo>
                    <a:pt x="4143903" y="772927"/>
                  </a:lnTo>
                  <a:lnTo>
                    <a:pt x="4144021" y="772927"/>
                  </a:lnTo>
                  <a:lnTo>
                    <a:pt x="4144138" y="772927"/>
                  </a:lnTo>
                  <a:lnTo>
                    <a:pt x="4144256" y="772927"/>
                  </a:lnTo>
                  <a:lnTo>
                    <a:pt x="4144373" y="772927"/>
                  </a:lnTo>
                  <a:lnTo>
                    <a:pt x="4144491" y="772927"/>
                  </a:lnTo>
                  <a:lnTo>
                    <a:pt x="4144491" y="772496"/>
                  </a:lnTo>
                  <a:lnTo>
                    <a:pt x="4144609" y="772496"/>
                  </a:lnTo>
                  <a:lnTo>
                    <a:pt x="4144726" y="772496"/>
                  </a:lnTo>
                  <a:lnTo>
                    <a:pt x="4144844" y="772496"/>
                  </a:lnTo>
                  <a:lnTo>
                    <a:pt x="4144961" y="772496"/>
                  </a:lnTo>
                  <a:lnTo>
                    <a:pt x="4145079" y="772496"/>
                  </a:lnTo>
                  <a:lnTo>
                    <a:pt x="4145197" y="772496"/>
                  </a:lnTo>
                  <a:lnTo>
                    <a:pt x="4145314" y="772496"/>
                  </a:lnTo>
                  <a:lnTo>
                    <a:pt x="4145432" y="772496"/>
                  </a:lnTo>
                  <a:lnTo>
                    <a:pt x="4145549" y="772496"/>
                  </a:lnTo>
                  <a:lnTo>
                    <a:pt x="4145667" y="772496"/>
                  </a:lnTo>
                  <a:lnTo>
                    <a:pt x="4145785" y="772496"/>
                  </a:lnTo>
                  <a:lnTo>
                    <a:pt x="4145902" y="772496"/>
                  </a:lnTo>
                  <a:lnTo>
                    <a:pt x="4146020" y="772496"/>
                  </a:lnTo>
                  <a:lnTo>
                    <a:pt x="4146138" y="772496"/>
                  </a:lnTo>
                  <a:lnTo>
                    <a:pt x="4146255" y="772496"/>
                  </a:lnTo>
                  <a:lnTo>
                    <a:pt x="4146255" y="772065"/>
                  </a:lnTo>
                  <a:lnTo>
                    <a:pt x="4146373" y="772065"/>
                  </a:lnTo>
                  <a:lnTo>
                    <a:pt x="4146490" y="772065"/>
                  </a:lnTo>
                  <a:lnTo>
                    <a:pt x="4146608" y="772065"/>
                  </a:lnTo>
                  <a:lnTo>
                    <a:pt x="4146726" y="772065"/>
                  </a:lnTo>
                  <a:lnTo>
                    <a:pt x="4146726" y="771635"/>
                  </a:lnTo>
                  <a:lnTo>
                    <a:pt x="4146726" y="771204"/>
                  </a:lnTo>
                  <a:lnTo>
                    <a:pt x="4146843" y="771204"/>
                  </a:lnTo>
                  <a:lnTo>
                    <a:pt x="4146961" y="771204"/>
                  </a:lnTo>
                  <a:lnTo>
                    <a:pt x="4147078" y="771204"/>
                  </a:lnTo>
                  <a:lnTo>
                    <a:pt x="4147196" y="771204"/>
                  </a:lnTo>
                  <a:lnTo>
                    <a:pt x="4147314" y="771204"/>
                  </a:lnTo>
                  <a:lnTo>
                    <a:pt x="4147431" y="771204"/>
                  </a:lnTo>
                  <a:lnTo>
                    <a:pt x="4147549" y="771204"/>
                  </a:lnTo>
                  <a:lnTo>
                    <a:pt x="4147667" y="771204"/>
                  </a:lnTo>
                  <a:lnTo>
                    <a:pt x="4147784" y="771204"/>
                  </a:lnTo>
                  <a:lnTo>
                    <a:pt x="4147902" y="771204"/>
                  </a:lnTo>
                  <a:lnTo>
                    <a:pt x="4148019" y="771204"/>
                  </a:lnTo>
                  <a:lnTo>
                    <a:pt x="4148019" y="770774"/>
                  </a:lnTo>
                  <a:lnTo>
                    <a:pt x="4148137" y="770774"/>
                  </a:lnTo>
                  <a:lnTo>
                    <a:pt x="4148255" y="770774"/>
                  </a:lnTo>
                  <a:lnTo>
                    <a:pt x="4148372" y="770774"/>
                  </a:lnTo>
                  <a:lnTo>
                    <a:pt x="4148490" y="770774"/>
                  </a:lnTo>
                  <a:lnTo>
                    <a:pt x="4148607" y="770774"/>
                  </a:lnTo>
                  <a:lnTo>
                    <a:pt x="4148725" y="770774"/>
                  </a:lnTo>
                  <a:lnTo>
                    <a:pt x="4148843" y="770774"/>
                  </a:lnTo>
                  <a:lnTo>
                    <a:pt x="4148960" y="770774"/>
                  </a:lnTo>
                  <a:lnTo>
                    <a:pt x="4149078" y="770774"/>
                  </a:lnTo>
                  <a:lnTo>
                    <a:pt x="4149196" y="770774"/>
                  </a:lnTo>
                  <a:lnTo>
                    <a:pt x="4149196" y="770343"/>
                  </a:lnTo>
                  <a:lnTo>
                    <a:pt x="4149313" y="770343"/>
                  </a:lnTo>
                  <a:lnTo>
                    <a:pt x="4149431" y="770343"/>
                  </a:lnTo>
                  <a:lnTo>
                    <a:pt x="4149548" y="770343"/>
                  </a:lnTo>
                  <a:lnTo>
                    <a:pt x="4149666" y="770343"/>
                  </a:lnTo>
                  <a:lnTo>
                    <a:pt x="4149666" y="769912"/>
                  </a:lnTo>
                  <a:lnTo>
                    <a:pt x="4149784" y="769912"/>
                  </a:lnTo>
                  <a:lnTo>
                    <a:pt x="4149901" y="769912"/>
                  </a:lnTo>
                  <a:lnTo>
                    <a:pt x="4150019" y="769912"/>
                  </a:lnTo>
                  <a:lnTo>
                    <a:pt x="4150136" y="769912"/>
                  </a:lnTo>
                  <a:lnTo>
                    <a:pt x="4150136" y="769482"/>
                  </a:lnTo>
                  <a:lnTo>
                    <a:pt x="4150254" y="769482"/>
                  </a:lnTo>
                  <a:lnTo>
                    <a:pt x="4150372" y="769482"/>
                  </a:lnTo>
                  <a:lnTo>
                    <a:pt x="4150489" y="769482"/>
                  </a:lnTo>
                  <a:lnTo>
                    <a:pt x="4150489" y="769051"/>
                  </a:lnTo>
                  <a:lnTo>
                    <a:pt x="4150607" y="769051"/>
                  </a:lnTo>
                  <a:lnTo>
                    <a:pt x="4150725" y="769051"/>
                  </a:lnTo>
                  <a:lnTo>
                    <a:pt x="4150842" y="769051"/>
                  </a:lnTo>
                  <a:lnTo>
                    <a:pt x="4150960" y="769051"/>
                  </a:lnTo>
                  <a:lnTo>
                    <a:pt x="4151077" y="769051"/>
                  </a:lnTo>
                  <a:lnTo>
                    <a:pt x="4151195" y="769051"/>
                  </a:lnTo>
                  <a:lnTo>
                    <a:pt x="4151313" y="769051"/>
                  </a:lnTo>
                  <a:lnTo>
                    <a:pt x="4151430" y="769051"/>
                  </a:lnTo>
                  <a:lnTo>
                    <a:pt x="4151548" y="769051"/>
                  </a:lnTo>
                  <a:lnTo>
                    <a:pt x="4151665" y="769051"/>
                  </a:lnTo>
                  <a:lnTo>
                    <a:pt x="4151783" y="769051"/>
                  </a:lnTo>
                  <a:lnTo>
                    <a:pt x="4151901" y="769051"/>
                  </a:lnTo>
                  <a:lnTo>
                    <a:pt x="4152018" y="769051"/>
                  </a:lnTo>
                  <a:lnTo>
                    <a:pt x="4152018" y="768621"/>
                  </a:lnTo>
                  <a:lnTo>
                    <a:pt x="4152136" y="768621"/>
                  </a:lnTo>
                  <a:lnTo>
                    <a:pt x="4152254" y="768621"/>
                  </a:lnTo>
                  <a:lnTo>
                    <a:pt x="4152371" y="768621"/>
                  </a:lnTo>
                  <a:lnTo>
                    <a:pt x="4152489" y="768621"/>
                  </a:lnTo>
                  <a:lnTo>
                    <a:pt x="4152606" y="768621"/>
                  </a:lnTo>
                  <a:lnTo>
                    <a:pt x="4152724" y="768621"/>
                  </a:lnTo>
                  <a:lnTo>
                    <a:pt x="4152842" y="768621"/>
                  </a:lnTo>
                  <a:lnTo>
                    <a:pt x="4152959" y="768621"/>
                  </a:lnTo>
                  <a:lnTo>
                    <a:pt x="4153077" y="768621"/>
                  </a:lnTo>
                  <a:lnTo>
                    <a:pt x="4153194" y="768621"/>
                  </a:lnTo>
                  <a:lnTo>
                    <a:pt x="4153312" y="768621"/>
                  </a:lnTo>
                  <a:lnTo>
                    <a:pt x="4153430" y="768621"/>
                  </a:lnTo>
                  <a:lnTo>
                    <a:pt x="4153547" y="768621"/>
                  </a:lnTo>
                  <a:lnTo>
                    <a:pt x="4153665" y="768621"/>
                  </a:lnTo>
                  <a:lnTo>
                    <a:pt x="4153782" y="768621"/>
                  </a:lnTo>
                  <a:lnTo>
                    <a:pt x="4153900" y="768621"/>
                  </a:lnTo>
                  <a:lnTo>
                    <a:pt x="4154018" y="768621"/>
                  </a:lnTo>
                  <a:lnTo>
                    <a:pt x="4154135" y="768621"/>
                  </a:lnTo>
                  <a:lnTo>
                    <a:pt x="4154253" y="768621"/>
                  </a:lnTo>
                  <a:lnTo>
                    <a:pt x="4154371" y="768621"/>
                  </a:lnTo>
                  <a:lnTo>
                    <a:pt x="4154488" y="768621"/>
                  </a:lnTo>
                  <a:lnTo>
                    <a:pt x="4154606" y="768621"/>
                  </a:lnTo>
                  <a:lnTo>
                    <a:pt x="4154723" y="768621"/>
                  </a:lnTo>
                  <a:lnTo>
                    <a:pt x="4154841" y="768621"/>
                  </a:lnTo>
                  <a:lnTo>
                    <a:pt x="4154959" y="768621"/>
                  </a:lnTo>
                  <a:lnTo>
                    <a:pt x="4155076" y="768621"/>
                  </a:lnTo>
                  <a:lnTo>
                    <a:pt x="4155194" y="768621"/>
                  </a:lnTo>
                  <a:lnTo>
                    <a:pt x="4155311" y="768621"/>
                  </a:lnTo>
                  <a:lnTo>
                    <a:pt x="4155429" y="768621"/>
                  </a:lnTo>
                  <a:lnTo>
                    <a:pt x="4155547" y="768621"/>
                  </a:lnTo>
                  <a:lnTo>
                    <a:pt x="4155664" y="768621"/>
                  </a:lnTo>
                  <a:lnTo>
                    <a:pt x="4155782" y="768621"/>
                  </a:lnTo>
                  <a:lnTo>
                    <a:pt x="4155900" y="768621"/>
                  </a:lnTo>
                  <a:lnTo>
                    <a:pt x="4156017" y="768621"/>
                  </a:lnTo>
                  <a:lnTo>
                    <a:pt x="4156135" y="768621"/>
                  </a:lnTo>
                  <a:lnTo>
                    <a:pt x="4156252" y="768621"/>
                  </a:lnTo>
                  <a:lnTo>
                    <a:pt x="4156252" y="768190"/>
                  </a:lnTo>
                  <a:lnTo>
                    <a:pt x="4156370" y="768190"/>
                  </a:lnTo>
                  <a:lnTo>
                    <a:pt x="4156488" y="768190"/>
                  </a:lnTo>
                  <a:lnTo>
                    <a:pt x="4156605" y="768190"/>
                  </a:lnTo>
                  <a:lnTo>
                    <a:pt x="4156723" y="768190"/>
                  </a:lnTo>
                  <a:lnTo>
                    <a:pt x="4156840" y="768190"/>
                  </a:lnTo>
                  <a:lnTo>
                    <a:pt x="4156958" y="768190"/>
                  </a:lnTo>
                  <a:lnTo>
                    <a:pt x="4157076" y="768190"/>
                  </a:lnTo>
                  <a:lnTo>
                    <a:pt x="4157193" y="768190"/>
                  </a:lnTo>
                  <a:lnTo>
                    <a:pt x="4157311" y="768190"/>
                  </a:lnTo>
                  <a:lnTo>
                    <a:pt x="4157429" y="768190"/>
                  </a:lnTo>
                  <a:lnTo>
                    <a:pt x="4157546" y="768190"/>
                  </a:lnTo>
                  <a:lnTo>
                    <a:pt x="4157664" y="768190"/>
                  </a:lnTo>
                  <a:lnTo>
                    <a:pt x="4157781" y="768190"/>
                  </a:lnTo>
                  <a:lnTo>
                    <a:pt x="4157899" y="768190"/>
                  </a:lnTo>
                  <a:lnTo>
                    <a:pt x="4158017" y="768190"/>
                  </a:lnTo>
                  <a:lnTo>
                    <a:pt x="4158134" y="768190"/>
                  </a:lnTo>
                  <a:lnTo>
                    <a:pt x="4158252" y="768190"/>
                  </a:lnTo>
                  <a:lnTo>
                    <a:pt x="4158369" y="768190"/>
                  </a:lnTo>
                  <a:lnTo>
                    <a:pt x="4158487" y="768190"/>
                  </a:lnTo>
                  <a:lnTo>
                    <a:pt x="4158487" y="767759"/>
                  </a:lnTo>
                  <a:lnTo>
                    <a:pt x="4158487" y="767329"/>
                  </a:lnTo>
                  <a:lnTo>
                    <a:pt x="4158605" y="767329"/>
                  </a:lnTo>
                  <a:lnTo>
                    <a:pt x="4158722" y="767329"/>
                  </a:lnTo>
                  <a:lnTo>
                    <a:pt x="4158840" y="767329"/>
                  </a:lnTo>
                  <a:lnTo>
                    <a:pt x="4158958" y="767329"/>
                  </a:lnTo>
                  <a:lnTo>
                    <a:pt x="4159075" y="767329"/>
                  </a:lnTo>
                  <a:lnTo>
                    <a:pt x="4159193" y="767329"/>
                  </a:lnTo>
                  <a:lnTo>
                    <a:pt x="4159310" y="767329"/>
                  </a:lnTo>
                  <a:lnTo>
                    <a:pt x="4159310" y="766898"/>
                  </a:lnTo>
                  <a:lnTo>
                    <a:pt x="4159428" y="766898"/>
                  </a:lnTo>
                  <a:lnTo>
                    <a:pt x="4159428" y="766468"/>
                  </a:lnTo>
                  <a:lnTo>
                    <a:pt x="4159546" y="766468"/>
                  </a:lnTo>
                  <a:lnTo>
                    <a:pt x="4159663" y="766468"/>
                  </a:lnTo>
                  <a:lnTo>
                    <a:pt x="4159781" y="766468"/>
                  </a:lnTo>
                  <a:lnTo>
                    <a:pt x="4159898" y="766468"/>
                  </a:lnTo>
                  <a:lnTo>
                    <a:pt x="4160016" y="766468"/>
                  </a:lnTo>
                  <a:lnTo>
                    <a:pt x="4160134" y="766468"/>
                  </a:lnTo>
                  <a:lnTo>
                    <a:pt x="4160251" y="766468"/>
                  </a:lnTo>
                  <a:lnTo>
                    <a:pt x="4160369" y="766468"/>
                  </a:lnTo>
                  <a:lnTo>
                    <a:pt x="4160369" y="766037"/>
                  </a:lnTo>
                  <a:lnTo>
                    <a:pt x="4160487" y="766037"/>
                  </a:lnTo>
                  <a:lnTo>
                    <a:pt x="4160604" y="766037"/>
                  </a:lnTo>
                  <a:lnTo>
                    <a:pt x="4160722" y="766037"/>
                  </a:lnTo>
                  <a:lnTo>
                    <a:pt x="4160839" y="766037"/>
                  </a:lnTo>
                  <a:lnTo>
                    <a:pt x="4160957" y="766037"/>
                  </a:lnTo>
                  <a:lnTo>
                    <a:pt x="4161075" y="766037"/>
                  </a:lnTo>
                  <a:lnTo>
                    <a:pt x="4161075" y="765606"/>
                  </a:lnTo>
                  <a:lnTo>
                    <a:pt x="4161192" y="765606"/>
                  </a:lnTo>
                  <a:lnTo>
                    <a:pt x="4161310" y="765606"/>
                  </a:lnTo>
                  <a:lnTo>
                    <a:pt x="4161310" y="765176"/>
                  </a:lnTo>
                  <a:lnTo>
                    <a:pt x="4161427" y="765176"/>
                  </a:lnTo>
                  <a:lnTo>
                    <a:pt x="4161545" y="765176"/>
                  </a:lnTo>
                  <a:lnTo>
                    <a:pt x="4161663" y="765176"/>
                  </a:lnTo>
                  <a:lnTo>
                    <a:pt x="4161780" y="765176"/>
                  </a:lnTo>
                  <a:lnTo>
                    <a:pt x="4161898" y="765176"/>
                  </a:lnTo>
                  <a:lnTo>
                    <a:pt x="4162015" y="765176"/>
                  </a:lnTo>
                  <a:lnTo>
                    <a:pt x="4162015" y="764745"/>
                  </a:lnTo>
                  <a:lnTo>
                    <a:pt x="4162015" y="764315"/>
                  </a:lnTo>
                  <a:lnTo>
                    <a:pt x="4162133" y="764315"/>
                  </a:lnTo>
                  <a:lnTo>
                    <a:pt x="4162251" y="764315"/>
                  </a:lnTo>
                  <a:lnTo>
                    <a:pt x="4162368" y="764315"/>
                  </a:lnTo>
                  <a:lnTo>
                    <a:pt x="4162486" y="764315"/>
                  </a:lnTo>
                  <a:lnTo>
                    <a:pt x="4162604" y="764315"/>
                  </a:lnTo>
                  <a:lnTo>
                    <a:pt x="4162721" y="764315"/>
                  </a:lnTo>
                  <a:lnTo>
                    <a:pt x="4162839" y="764315"/>
                  </a:lnTo>
                  <a:lnTo>
                    <a:pt x="4162956" y="764315"/>
                  </a:lnTo>
                  <a:lnTo>
                    <a:pt x="4162956" y="763884"/>
                  </a:lnTo>
                  <a:lnTo>
                    <a:pt x="4163074" y="763884"/>
                  </a:lnTo>
                  <a:lnTo>
                    <a:pt x="4163192" y="763884"/>
                  </a:lnTo>
                  <a:lnTo>
                    <a:pt x="4163309" y="763884"/>
                  </a:lnTo>
                  <a:lnTo>
                    <a:pt x="4163427" y="763884"/>
                  </a:lnTo>
                  <a:lnTo>
                    <a:pt x="4163427" y="763453"/>
                  </a:lnTo>
                  <a:lnTo>
                    <a:pt x="4163427" y="763023"/>
                  </a:lnTo>
                  <a:lnTo>
                    <a:pt x="4163544" y="763023"/>
                  </a:lnTo>
                  <a:lnTo>
                    <a:pt x="4163662" y="763023"/>
                  </a:lnTo>
                  <a:lnTo>
                    <a:pt x="4163780" y="763023"/>
                  </a:lnTo>
                  <a:lnTo>
                    <a:pt x="4163897" y="763023"/>
                  </a:lnTo>
                  <a:lnTo>
                    <a:pt x="4164015" y="763023"/>
                  </a:lnTo>
                  <a:lnTo>
                    <a:pt x="4164133" y="763023"/>
                  </a:lnTo>
                  <a:lnTo>
                    <a:pt x="4164250" y="763023"/>
                  </a:lnTo>
                  <a:lnTo>
                    <a:pt x="4164368" y="763023"/>
                  </a:lnTo>
                  <a:lnTo>
                    <a:pt x="4164485" y="763023"/>
                  </a:lnTo>
                  <a:lnTo>
                    <a:pt x="4164603" y="763023"/>
                  </a:lnTo>
                  <a:lnTo>
                    <a:pt x="4164721" y="763023"/>
                  </a:lnTo>
                  <a:lnTo>
                    <a:pt x="4164721" y="762592"/>
                  </a:lnTo>
                  <a:lnTo>
                    <a:pt x="4164838" y="762592"/>
                  </a:lnTo>
                  <a:lnTo>
                    <a:pt x="4164956" y="762592"/>
                  </a:lnTo>
                  <a:lnTo>
                    <a:pt x="4165073" y="762592"/>
                  </a:lnTo>
                  <a:lnTo>
                    <a:pt x="4165191" y="762592"/>
                  </a:lnTo>
                  <a:lnTo>
                    <a:pt x="4165309" y="762592"/>
                  </a:lnTo>
                  <a:lnTo>
                    <a:pt x="4165426" y="762592"/>
                  </a:lnTo>
                  <a:lnTo>
                    <a:pt x="4165544" y="762592"/>
                  </a:lnTo>
                  <a:lnTo>
                    <a:pt x="4165662" y="762592"/>
                  </a:lnTo>
                  <a:lnTo>
                    <a:pt x="4165779" y="762592"/>
                  </a:lnTo>
                  <a:lnTo>
                    <a:pt x="4165897" y="762592"/>
                  </a:lnTo>
                  <a:lnTo>
                    <a:pt x="4166014" y="762592"/>
                  </a:lnTo>
                  <a:lnTo>
                    <a:pt x="4166132" y="762592"/>
                  </a:lnTo>
                  <a:lnTo>
                    <a:pt x="4166250" y="762592"/>
                  </a:lnTo>
                  <a:lnTo>
                    <a:pt x="4166367" y="762592"/>
                  </a:lnTo>
                  <a:lnTo>
                    <a:pt x="4166485" y="762592"/>
                  </a:lnTo>
                  <a:lnTo>
                    <a:pt x="4166602" y="762592"/>
                  </a:lnTo>
                  <a:lnTo>
                    <a:pt x="4166720" y="762592"/>
                  </a:lnTo>
                  <a:lnTo>
                    <a:pt x="4166838" y="762592"/>
                  </a:lnTo>
                  <a:lnTo>
                    <a:pt x="4166955" y="762592"/>
                  </a:lnTo>
                  <a:lnTo>
                    <a:pt x="4167073" y="762592"/>
                  </a:lnTo>
                  <a:lnTo>
                    <a:pt x="4167073" y="762162"/>
                  </a:lnTo>
                  <a:lnTo>
                    <a:pt x="4167191" y="762162"/>
                  </a:lnTo>
                  <a:lnTo>
                    <a:pt x="4167308" y="762162"/>
                  </a:lnTo>
                  <a:lnTo>
                    <a:pt x="4167426" y="762162"/>
                  </a:lnTo>
                  <a:lnTo>
                    <a:pt x="4167543" y="762162"/>
                  </a:lnTo>
                  <a:lnTo>
                    <a:pt x="4167661" y="762162"/>
                  </a:lnTo>
                  <a:lnTo>
                    <a:pt x="4167779" y="762162"/>
                  </a:lnTo>
                  <a:lnTo>
                    <a:pt x="4167896" y="762162"/>
                  </a:lnTo>
                  <a:lnTo>
                    <a:pt x="4168014" y="762162"/>
                  </a:lnTo>
                  <a:lnTo>
                    <a:pt x="4168014" y="761731"/>
                  </a:lnTo>
                  <a:lnTo>
                    <a:pt x="4168131" y="761731"/>
                  </a:lnTo>
                  <a:lnTo>
                    <a:pt x="4168249" y="761731"/>
                  </a:lnTo>
                  <a:lnTo>
                    <a:pt x="4168367" y="761731"/>
                  </a:lnTo>
                  <a:lnTo>
                    <a:pt x="4168484" y="761731"/>
                  </a:lnTo>
                  <a:lnTo>
                    <a:pt x="4168484" y="761300"/>
                  </a:lnTo>
                  <a:lnTo>
                    <a:pt x="4168484" y="760870"/>
                  </a:lnTo>
                  <a:lnTo>
                    <a:pt x="4168602" y="760870"/>
                  </a:lnTo>
                  <a:lnTo>
                    <a:pt x="4168720" y="760870"/>
                  </a:lnTo>
                  <a:lnTo>
                    <a:pt x="4168837" y="760870"/>
                  </a:lnTo>
                  <a:lnTo>
                    <a:pt x="4168955" y="760870"/>
                  </a:lnTo>
                  <a:lnTo>
                    <a:pt x="4169072" y="760870"/>
                  </a:lnTo>
                  <a:lnTo>
                    <a:pt x="4169190" y="760870"/>
                  </a:lnTo>
                  <a:lnTo>
                    <a:pt x="4169308" y="760870"/>
                  </a:lnTo>
                  <a:lnTo>
                    <a:pt x="4169425" y="760870"/>
                  </a:lnTo>
                  <a:lnTo>
                    <a:pt x="4169543" y="760870"/>
                  </a:lnTo>
                  <a:lnTo>
                    <a:pt x="4169660" y="760870"/>
                  </a:lnTo>
                  <a:lnTo>
                    <a:pt x="4169778" y="760870"/>
                  </a:lnTo>
                  <a:lnTo>
                    <a:pt x="4169896" y="760870"/>
                  </a:lnTo>
                  <a:lnTo>
                    <a:pt x="4170013" y="760870"/>
                  </a:lnTo>
                  <a:lnTo>
                    <a:pt x="4170131" y="760870"/>
                  </a:lnTo>
                  <a:lnTo>
                    <a:pt x="4170131" y="760439"/>
                  </a:lnTo>
                  <a:lnTo>
                    <a:pt x="4170248" y="760439"/>
                  </a:lnTo>
                  <a:lnTo>
                    <a:pt x="4170366" y="760439"/>
                  </a:lnTo>
                  <a:lnTo>
                    <a:pt x="4170484" y="760439"/>
                  </a:lnTo>
                  <a:lnTo>
                    <a:pt x="4170484" y="760009"/>
                  </a:lnTo>
                  <a:lnTo>
                    <a:pt x="4170601" y="760009"/>
                  </a:lnTo>
                  <a:lnTo>
                    <a:pt x="4170719" y="760009"/>
                  </a:lnTo>
                  <a:lnTo>
                    <a:pt x="4170837" y="760009"/>
                  </a:lnTo>
                  <a:lnTo>
                    <a:pt x="4170954" y="760009"/>
                  </a:lnTo>
                  <a:lnTo>
                    <a:pt x="4171072" y="760009"/>
                  </a:lnTo>
                  <a:lnTo>
                    <a:pt x="4171189" y="760009"/>
                  </a:lnTo>
                  <a:lnTo>
                    <a:pt x="4171307" y="760009"/>
                  </a:lnTo>
                  <a:lnTo>
                    <a:pt x="4171425" y="760009"/>
                  </a:lnTo>
                  <a:lnTo>
                    <a:pt x="4171542" y="760009"/>
                  </a:lnTo>
                  <a:lnTo>
                    <a:pt x="4171660" y="760009"/>
                  </a:lnTo>
                  <a:lnTo>
                    <a:pt x="4171777" y="760009"/>
                  </a:lnTo>
                  <a:lnTo>
                    <a:pt x="4171895" y="760009"/>
                  </a:lnTo>
                  <a:lnTo>
                    <a:pt x="4172013" y="760009"/>
                  </a:lnTo>
                  <a:lnTo>
                    <a:pt x="4172130" y="760009"/>
                  </a:lnTo>
                  <a:lnTo>
                    <a:pt x="4172248" y="760009"/>
                  </a:lnTo>
                  <a:lnTo>
                    <a:pt x="4172366" y="760009"/>
                  </a:lnTo>
                  <a:lnTo>
                    <a:pt x="4172483" y="760009"/>
                  </a:lnTo>
                  <a:lnTo>
                    <a:pt x="4172483" y="759578"/>
                  </a:lnTo>
                  <a:lnTo>
                    <a:pt x="4172483" y="759147"/>
                  </a:lnTo>
                  <a:lnTo>
                    <a:pt x="4172601" y="759147"/>
                  </a:lnTo>
                  <a:lnTo>
                    <a:pt x="4172718" y="759147"/>
                  </a:lnTo>
                  <a:lnTo>
                    <a:pt x="4172836" y="759147"/>
                  </a:lnTo>
                  <a:lnTo>
                    <a:pt x="4172954" y="759147"/>
                  </a:lnTo>
                  <a:lnTo>
                    <a:pt x="4173071" y="759147"/>
                  </a:lnTo>
                  <a:lnTo>
                    <a:pt x="4173189" y="759147"/>
                  </a:lnTo>
                  <a:lnTo>
                    <a:pt x="4173306" y="759147"/>
                  </a:lnTo>
                  <a:lnTo>
                    <a:pt x="4173424" y="759147"/>
                  </a:lnTo>
                  <a:lnTo>
                    <a:pt x="4173542" y="759147"/>
                  </a:lnTo>
                  <a:lnTo>
                    <a:pt x="4173659" y="759147"/>
                  </a:lnTo>
                  <a:lnTo>
                    <a:pt x="4173777" y="759147"/>
                  </a:lnTo>
                  <a:lnTo>
                    <a:pt x="4173895" y="759147"/>
                  </a:lnTo>
                  <a:lnTo>
                    <a:pt x="4174012" y="759147"/>
                  </a:lnTo>
                  <a:lnTo>
                    <a:pt x="4174130" y="759147"/>
                  </a:lnTo>
                  <a:lnTo>
                    <a:pt x="4174247" y="759147"/>
                  </a:lnTo>
                  <a:lnTo>
                    <a:pt x="4174365" y="759147"/>
                  </a:lnTo>
                  <a:lnTo>
                    <a:pt x="4174365" y="758717"/>
                  </a:lnTo>
                  <a:lnTo>
                    <a:pt x="4174365" y="758286"/>
                  </a:lnTo>
                  <a:lnTo>
                    <a:pt x="4174483" y="758286"/>
                  </a:lnTo>
                  <a:lnTo>
                    <a:pt x="4174483" y="757856"/>
                  </a:lnTo>
                  <a:lnTo>
                    <a:pt x="4174483" y="757425"/>
                  </a:lnTo>
                  <a:lnTo>
                    <a:pt x="4174600" y="757425"/>
                  </a:lnTo>
                  <a:lnTo>
                    <a:pt x="4174718" y="757425"/>
                  </a:lnTo>
                  <a:lnTo>
                    <a:pt x="4174835" y="757425"/>
                  </a:lnTo>
                  <a:lnTo>
                    <a:pt x="4174953" y="757425"/>
                  </a:lnTo>
                  <a:lnTo>
                    <a:pt x="4175071" y="757425"/>
                  </a:lnTo>
                  <a:lnTo>
                    <a:pt x="4175188" y="757425"/>
                  </a:lnTo>
                  <a:lnTo>
                    <a:pt x="4175306" y="757425"/>
                  </a:lnTo>
                  <a:lnTo>
                    <a:pt x="4175424" y="757425"/>
                  </a:lnTo>
                  <a:lnTo>
                    <a:pt x="4175424" y="756994"/>
                  </a:lnTo>
                  <a:lnTo>
                    <a:pt x="4175541" y="756994"/>
                  </a:lnTo>
                  <a:lnTo>
                    <a:pt x="4175659" y="756994"/>
                  </a:lnTo>
                  <a:lnTo>
                    <a:pt x="4175776" y="756994"/>
                  </a:lnTo>
                  <a:lnTo>
                    <a:pt x="4175894" y="756994"/>
                  </a:lnTo>
                  <a:lnTo>
                    <a:pt x="4176012" y="756994"/>
                  </a:lnTo>
                  <a:lnTo>
                    <a:pt x="4176129" y="756994"/>
                  </a:lnTo>
                  <a:lnTo>
                    <a:pt x="4176247" y="756994"/>
                  </a:lnTo>
                  <a:lnTo>
                    <a:pt x="4176364" y="756994"/>
                  </a:lnTo>
                  <a:lnTo>
                    <a:pt x="4176482" y="756994"/>
                  </a:lnTo>
                  <a:lnTo>
                    <a:pt x="4176600" y="756994"/>
                  </a:lnTo>
                  <a:lnTo>
                    <a:pt x="4176717" y="756994"/>
                  </a:lnTo>
                  <a:lnTo>
                    <a:pt x="4176835" y="756994"/>
                  </a:lnTo>
                  <a:lnTo>
                    <a:pt x="4176953" y="756994"/>
                  </a:lnTo>
                  <a:lnTo>
                    <a:pt x="4177070" y="756994"/>
                  </a:lnTo>
                  <a:lnTo>
                    <a:pt x="4177188" y="756994"/>
                  </a:lnTo>
                  <a:lnTo>
                    <a:pt x="4177305" y="756994"/>
                  </a:lnTo>
                  <a:lnTo>
                    <a:pt x="4177423" y="756994"/>
                  </a:lnTo>
                  <a:lnTo>
                    <a:pt x="4177541" y="756994"/>
                  </a:lnTo>
                  <a:lnTo>
                    <a:pt x="4177658" y="756994"/>
                  </a:lnTo>
                  <a:lnTo>
                    <a:pt x="4177776" y="756994"/>
                  </a:lnTo>
                  <a:lnTo>
                    <a:pt x="4177776" y="756564"/>
                  </a:lnTo>
                  <a:lnTo>
                    <a:pt x="4177893" y="756564"/>
                  </a:lnTo>
                  <a:lnTo>
                    <a:pt x="4178011" y="756564"/>
                  </a:lnTo>
                  <a:lnTo>
                    <a:pt x="4178129" y="756564"/>
                  </a:lnTo>
                  <a:lnTo>
                    <a:pt x="4178129" y="756133"/>
                  </a:lnTo>
                  <a:lnTo>
                    <a:pt x="4178246" y="756133"/>
                  </a:lnTo>
                  <a:lnTo>
                    <a:pt x="4178246" y="755703"/>
                  </a:lnTo>
                  <a:lnTo>
                    <a:pt x="4178364" y="755703"/>
                  </a:lnTo>
                  <a:lnTo>
                    <a:pt x="4178481" y="755703"/>
                  </a:lnTo>
                  <a:lnTo>
                    <a:pt x="4178599" y="755703"/>
                  </a:lnTo>
                  <a:lnTo>
                    <a:pt x="4178599" y="755272"/>
                  </a:lnTo>
                  <a:lnTo>
                    <a:pt x="4178599" y="754841"/>
                  </a:lnTo>
                  <a:lnTo>
                    <a:pt x="4178717" y="754841"/>
                  </a:lnTo>
                  <a:lnTo>
                    <a:pt x="4178834" y="754841"/>
                  </a:lnTo>
                  <a:lnTo>
                    <a:pt x="4178952" y="754841"/>
                  </a:lnTo>
                  <a:lnTo>
                    <a:pt x="4179070" y="754841"/>
                  </a:lnTo>
                  <a:lnTo>
                    <a:pt x="4179187" y="754841"/>
                  </a:lnTo>
                  <a:lnTo>
                    <a:pt x="4179305" y="754841"/>
                  </a:lnTo>
                  <a:lnTo>
                    <a:pt x="4179422" y="754841"/>
                  </a:lnTo>
                  <a:lnTo>
                    <a:pt x="4179540" y="754841"/>
                  </a:lnTo>
                  <a:lnTo>
                    <a:pt x="4179658" y="754841"/>
                  </a:lnTo>
                  <a:lnTo>
                    <a:pt x="4179775" y="754841"/>
                  </a:lnTo>
                  <a:lnTo>
                    <a:pt x="4179893" y="754841"/>
                  </a:lnTo>
                  <a:lnTo>
                    <a:pt x="4179893" y="754411"/>
                  </a:lnTo>
                  <a:lnTo>
                    <a:pt x="4180010" y="754411"/>
                  </a:lnTo>
                  <a:lnTo>
                    <a:pt x="4180128" y="754411"/>
                  </a:lnTo>
                  <a:lnTo>
                    <a:pt x="4180128" y="753980"/>
                  </a:lnTo>
                  <a:lnTo>
                    <a:pt x="4180246" y="753980"/>
                  </a:lnTo>
                  <a:lnTo>
                    <a:pt x="4180363" y="753980"/>
                  </a:lnTo>
                  <a:lnTo>
                    <a:pt x="4180481" y="753980"/>
                  </a:lnTo>
                  <a:lnTo>
                    <a:pt x="4180599" y="753980"/>
                  </a:lnTo>
                  <a:lnTo>
                    <a:pt x="4180716" y="753980"/>
                  </a:lnTo>
                  <a:lnTo>
                    <a:pt x="4180834" y="753980"/>
                  </a:lnTo>
                  <a:lnTo>
                    <a:pt x="4180834" y="753550"/>
                  </a:lnTo>
                  <a:lnTo>
                    <a:pt x="4180951" y="753550"/>
                  </a:lnTo>
                  <a:lnTo>
                    <a:pt x="4181069" y="753550"/>
                  </a:lnTo>
                  <a:lnTo>
                    <a:pt x="4181187" y="753550"/>
                  </a:lnTo>
                  <a:lnTo>
                    <a:pt x="4181187" y="753119"/>
                  </a:lnTo>
                  <a:lnTo>
                    <a:pt x="4181304" y="753119"/>
                  </a:lnTo>
                  <a:lnTo>
                    <a:pt x="4181422" y="753119"/>
                  </a:lnTo>
                  <a:lnTo>
                    <a:pt x="4181539" y="753119"/>
                  </a:lnTo>
                  <a:lnTo>
                    <a:pt x="4181657" y="753119"/>
                  </a:lnTo>
                  <a:lnTo>
                    <a:pt x="4181657" y="752688"/>
                  </a:lnTo>
                  <a:lnTo>
                    <a:pt x="4181775" y="752688"/>
                  </a:lnTo>
                  <a:lnTo>
                    <a:pt x="4181892" y="752688"/>
                  </a:lnTo>
                  <a:lnTo>
                    <a:pt x="4182010" y="752688"/>
                  </a:lnTo>
                  <a:lnTo>
                    <a:pt x="4182128" y="752688"/>
                  </a:lnTo>
                  <a:lnTo>
                    <a:pt x="4182245" y="752688"/>
                  </a:lnTo>
                  <a:lnTo>
                    <a:pt x="4182363" y="752688"/>
                  </a:lnTo>
                  <a:lnTo>
                    <a:pt x="4182480" y="752688"/>
                  </a:lnTo>
                  <a:lnTo>
                    <a:pt x="4182598" y="752688"/>
                  </a:lnTo>
                  <a:lnTo>
                    <a:pt x="4182716" y="752688"/>
                  </a:lnTo>
                  <a:lnTo>
                    <a:pt x="4182716" y="752258"/>
                  </a:lnTo>
                  <a:lnTo>
                    <a:pt x="4182833" y="752258"/>
                  </a:lnTo>
                  <a:lnTo>
                    <a:pt x="4182833" y="751827"/>
                  </a:lnTo>
                  <a:lnTo>
                    <a:pt x="4182951" y="751827"/>
                  </a:lnTo>
                  <a:lnTo>
                    <a:pt x="4183068" y="751827"/>
                  </a:lnTo>
                  <a:lnTo>
                    <a:pt x="4183186" y="751827"/>
                  </a:lnTo>
                  <a:lnTo>
                    <a:pt x="4183304" y="751827"/>
                  </a:lnTo>
                  <a:lnTo>
                    <a:pt x="4183421" y="751827"/>
                  </a:lnTo>
                  <a:lnTo>
                    <a:pt x="4183421" y="751397"/>
                  </a:lnTo>
                  <a:lnTo>
                    <a:pt x="4183539" y="751397"/>
                  </a:lnTo>
                  <a:lnTo>
                    <a:pt x="4183657" y="751397"/>
                  </a:lnTo>
                  <a:lnTo>
                    <a:pt x="4183774" y="751397"/>
                  </a:lnTo>
                  <a:lnTo>
                    <a:pt x="4183892" y="751397"/>
                  </a:lnTo>
                  <a:lnTo>
                    <a:pt x="4184009" y="751397"/>
                  </a:lnTo>
                  <a:lnTo>
                    <a:pt x="4184127" y="751397"/>
                  </a:lnTo>
                  <a:lnTo>
                    <a:pt x="4184245" y="751397"/>
                  </a:lnTo>
                  <a:lnTo>
                    <a:pt x="4184362" y="751397"/>
                  </a:lnTo>
                  <a:lnTo>
                    <a:pt x="4184480" y="751397"/>
                  </a:lnTo>
                  <a:lnTo>
                    <a:pt x="4184597" y="751397"/>
                  </a:lnTo>
                  <a:lnTo>
                    <a:pt x="4184715" y="751397"/>
                  </a:lnTo>
                  <a:lnTo>
                    <a:pt x="4184833" y="751397"/>
                  </a:lnTo>
                  <a:lnTo>
                    <a:pt x="4184950" y="751397"/>
                  </a:lnTo>
                  <a:lnTo>
                    <a:pt x="4185068" y="751397"/>
                  </a:lnTo>
                  <a:lnTo>
                    <a:pt x="4185186" y="751397"/>
                  </a:lnTo>
                  <a:lnTo>
                    <a:pt x="4185303" y="751397"/>
                  </a:lnTo>
                  <a:lnTo>
                    <a:pt x="4185421" y="751397"/>
                  </a:lnTo>
                  <a:lnTo>
                    <a:pt x="4185538" y="751397"/>
                  </a:lnTo>
                  <a:lnTo>
                    <a:pt x="4185656" y="751397"/>
                  </a:lnTo>
                  <a:lnTo>
                    <a:pt x="4185774" y="751397"/>
                  </a:lnTo>
                  <a:lnTo>
                    <a:pt x="4185891" y="751397"/>
                  </a:lnTo>
                  <a:lnTo>
                    <a:pt x="4186009" y="751397"/>
                  </a:lnTo>
                  <a:lnTo>
                    <a:pt x="4186126" y="751397"/>
                  </a:lnTo>
                  <a:lnTo>
                    <a:pt x="4186244" y="751397"/>
                  </a:lnTo>
                  <a:lnTo>
                    <a:pt x="4186362" y="751397"/>
                  </a:lnTo>
                  <a:lnTo>
                    <a:pt x="4186479" y="751397"/>
                  </a:lnTo>
                  <a:lnTo>
                    <a:pt x="4186597" y="751397"/>
                  </a:lnTo>
                  <a:lnTo>
                    <a:pt x="4186714" y="751397"/>
                  </a:lnTo>
                  <a:lnTo>
                    <a:pt x="4186832" y="751397"/>
                  </a:lnTo>
                  <a:lnTo>
                    <a:pt x="4186950" y="751397"/>
                  </a:lnTo>
                  <a:lnTo>
                    <a:pt x="4187067" y="751397"/>
                  </a:lnTo>
                  <a:lnTo>
                    <a:pt x="4187185" y="751397"/>
                  </a:lnTo>
                  <a:lnTo>
                    <a:pt x="4187185" y="750966"/>
                  </a:lnTo>
                  <a:lnTo>
                    <a:pt x="4187303" y="750966"/>
                  </a:lnTo>
                  <a:lnTo>
                    <a:pt x="4187420" y="750966"/>
                  </a:lnTo>
                  <a:lnTo>
                    <a:pt x="4187538" y="750966"/>
                  </a:lnTo>
                  <a:lnTo>
                    <a:pt x="4187655" y="750966"/>
                  </a:lnTo>
                  <a:lnTo>
                    <a:pt x="4187773" y="750966"/>
                  </a:lnTo>
                  <a:lnTo>
                    <a:pt x="4187891" y="750966"/>
                  </a:lnTo>
                  <a:lnTo>
                    <a:pt x="4188008" y="750966"/>
                  </a:lnTo>
                  <a:lnTo>
                    <a:pt x="4188008" y="750535"/>
                  </a:lnTo>
                  <a:lnTo>
                    <a:pt x="4188126" y="750535"/>
                  </a:lnTo>
                  <a:lnTo>
                    <a:pt x="4188126" y="750105"/>
                  </a:lnTo>
                  <a:lnTo>
                    <a:pt x="4188243" y="750105"/>
                  </a:lnTo>
                  <a:lnTo>
                    <a:pt x="4188361" y="750105"/>
                  </a:lnTo>
                  <a:lnTo>
                    <a:pt x="4188479" y="750105"/>
                  </a:lnTo>
                  <a:lnTo>
                    <a:pt x="4188479" y="749674"/>
                  </a:lnTo>
                  <a:lnTo>
                    <a:pt x="4188596" y="749674"/>
                  </a:lnTo>
                  <a:lnTo>
                    <a:pt x="4188714" y="749674"/>
                  </a:lnTo>
                  <a:lnTo>
                    <a:pt x="4188832" y="749674"/>
                  </a:lnTo>
                  <a:lnTo>
                    <a:pt x="4188832" y="749244"/>
                  </a:lnTo>
                  <a:lnTo>
                    <a:pt x="4188949" y="749244"/>
                  </a:lnTo>
                  <a:lnTo>
                    <a:pt x="4189067" y="749244"/>
                  </a:lnTo>
                  <a:lnTo>
                    <a:pt x="4189184" y="749244"/>
                  </a:lnTo>
                  <a:lnTo>
                    <a:pt x="4189302" y="749244"/>
                  </a:lnTo>
                  <a:lnTo>
                    <a:pt x="4189420" y="749244"/>
                  </a:lnTo>
                  <a:lnTo>
                    <a:pt x="4189537" y="749244"/>
                  </a:lnTo>
                  <a:lnTo>
                    <a:pt x="4189537" y="748813"/>
                  </a:lnTo>
                  <a:lnTo>
                    <a:pt x="4189655" y="748813"/>
                  </a:lnTo>
                  <a:lnTo>
                    <a:pt x="4189772" y="748813"/>
                  </a:lnTo>
                  <a:lnTo>
                    <a:pt x="4189890" y="748813"/>
                  </a:lnTo>
                  <a:lnTo>
                    <a:pt x="4190008" y="748813"/>
                  </a:lnTo>
                  <a:lnTo>
                    <a:pt x="4190125" y="748813"/>
                  </a:lnTo>
                  <a:lnTo>
                    <a:pt x="4190243" y="748813"/>
                  </a:lnTo>
                  <a:lnTo>
                    <a:pt x="4190361" y="748813"/>
                  </a:lnTo>
                  <a:lnTo>
                    <a:pt x="4190478" y="748813"/>
                  </a:lnTo>
                  <a:lnTo>
                    <a:pt x="4190596" y="748813"/>
                  </a:lnTo>
                  <a:lnTo>
                    <a:pt x="4190713" y="748813"/>
                  </a:lnTo>
                  <a:lnTo>
                    <a:pt x="4190831" y="748813"/>
                  </a:lnTo>
                  <a:lnTo>
                    <a:pt x="4190949" y="748813"/>
                  </a:lnTo>
                  <a:lnTo>
                    <a:pt x="4191066" y="748813"/>
                  </a:lnTo>
                  <a:lnTo>
                    <a:pt x="4191184" y="748813"/>
                  </a:lnTo>
                  <a:lnTo>
                    <a:pt x="4191184" y="748382"/>
                  </a:lnTo>
                  <a:lnTo>
                    <a:pt x="4191301" y="748382"/>
                  </a:lnTo>
                  <a:lnTo>
                    <a:pt x="4191419" y="748382"/>
                  </a:lnTo>
                  <a:lnTo>
                    <a:pt x="4191537" y="748382"/>
                  </a:lnTo>
                  <a:lnTo>
                    <a:pt x="4191537" y="747952"/>
                  </a:lnTo>
                  <a:lnTo>
                    <a:pt x="4191654" y="747952"/>
                  </a:lnTo>
                  <a:lnTo>
                    <a:pt x="4191772" y="747952"/>
                  </a:lnTo>
                  <a:lnTo>
                    <a:pt x="4191890" y="747952"/>
                  </a:lnTo>
                  <a:lnTo>
                    <a:pt x="4192007" y="747952"/>
                  </a:lnTo>
                  <a:lnTo>
                    <a:pt x="4192007" y="747521"/>
                  </a:lnTo>
                  <a:lnTo>
                    <a:pt x="4192125" y="747521"/>
                  </a:lnTo>
                  <a:lnTo>
                    <a:pt x="4192242" y="747521"/>
                  </a:lnTo>
                  <a:lnTo>
                    <a:pt x="4192360" y="747521"/>
                  </a:lnTo>
                  <a:lnTo>
                    <a:pt x="4192478" y="747521"/>
                  </a:lnTo>
                  <a:lnTo>
                    <a:pt x="4192595" y="747521"/>
                  </a:lnTo>
                  <a:lnTo>
                    <a:pt x="4192713" y="747521"/>
                  </a:lnTo>
                  <a:lnTo>
                    <a:pt x="4192830" y="747521"/>
                  </a:lnTo>
                  <a:lnTo>
                    <a:pt x="4192948" y="747521"/>
                  </a:lnTo>
                  <a:lnTo>
                    <a:pt x="4193066" y="747521"/>
                  </a:lnTo>
                  <a:lnTo>
                    <a:pt x="4193183" y="747521"/>
                  </a:lnTo>
                  <a:lnTo>
                    <a:pt x="4193301" y="747521"/>
                  </a:lnTo>
                  <a:lnTo>
                    <a:pt x="4193419" y="747521"/>
                  </a:lnTo>
                  <a:lnTo>
                    <a:pt x="4193419" y="747091"/>
                  </a:lnTo>
                  <a:lnTo>
                    <a:pt x="4193536" y="747091"/>
                  </a:lnTo>
                  <a:lnTo>
                    <a:pt x="4193654" y="747091"/>
                  </a:lnTo>
                  <a:lnTo>
                    <a:pt x="4193771" y="747091"/>
                  </a:lnTo>
                  <a:lnTo>
                    <a:pt x="4193889" y="747091"/>
                  </a:lnTo>
                  <a:lnTo>
                    <a:pt x="4194007" y="747091"/>
                  </a:lnTo>
                  <a:lnTo>
                    <a:pt x="4194124" y="747091"/>
                  </a:lnTo>
                  <a:lnTo>
                    <a:pt x="4194242" y="747091"/>
                  </a:lnTo>
                  <a:lnTo>
                    <a:pt x="4194242" y="746660"/>
                  </a:lnTo>
                  <a:lnTo>
                    <a:pt x="4194359" y="746660"/>
                  </a:lnTo>
                  <a:lnTo>
                    <a:pt x="4194477" y="746660"/>
                  </a:lnTo>
                  <a:lnTo>
                    <a:pt x="4194595" y="746660"/>
                  </a:lnTo>
                  <a:lnTo>
                    <a:pt x="4194712" y="746660"/>
                  </a:lnTo>
                  <a:lnTo>
                    <a:pt x="4194830" y="746660"/>
                  </a:lnTo>
                  <a:lnTo>
                    <a:pt x="4194947" y="746660"/>
                  </a:lnTo>
                  <a:lnTo>
                    <a:pt x="4194947" y="746229"/>
                  </a:lnTo>
                  <a:lnTo>
                    <a:pt x="4195065" y="746229"/>
                  </a:lnTo>
                  <a:lnTo>
                    <a:pt x="4195183" y="746229"/>
                  </a:lnTo>
                  <a:lnTo>
                    <a:pt x="4195300" y="746229"/>
                  </a:lnTo>
                  <a:lnTo>
                    <a:pt x="4195418" y="746229"/>
                  </a:lnTo>
                  <a:lnTo>
                    <a:pt x="4195536" y="746229"/>
                  </a:lnTo>
                  <a:lnTo>
                    <a:pt x="4195653" y="746229"/>
                  </a:lnTo>
                  <a:lnTo>
                    <a:pt x="4195771" y="746229"/>
                  </a:lnTo>
                  <a:lnTo>
                    <a:pt x="4195888" y="746229"/>
                  </a:lnTo>
                  <a:lnTo>
                    <a:pt x="4196006" y="746229"/>
                  </a:lnTo>
                  <a:lnTo>
                    <a:pt x="4196006" y="745799"/>
                  </a:lnTo>
                  <a:lnTo>
                    <a:pt x="4196124" y="745799"/>
                  </a:lnTo>
                  <a:lnTo>
                    <a:pt x="4196241" y="745799"/>
                  </a:lnTo>
                  <a:lnTo>
                    <a:pt x="4196359" y="745799"/>
                  </a:lnTo>
                  <a:lnTo>
                    <a:pt x="4196359" y="745368"/>
                  </a:lnTo>
                  <a:lnTo>
                    <a:pt x="4196476" y="745368"/>
                  </a:lnTo>
                  <a:lnTo>
                    <a:pt x="4196476" y="744938"/>
                  </a:lnTo>
                  <a:lnTo>
                    <a:pt x="4196594" y="744938"/>
                  </a:lnTo>
                  <a:lnTo>
                    <a:pt x="4196594" y="744507"/>
                  </a:lnTo>
                  <a:lnTo>
                    <a:pt x="4196594" y="744076"/>
                  </a:lnTo>
                  <a:lnTo>
                    <a:pt x="4196712" y="744076"/>
                  </a:lnTo>
                  <a:lnTo>
                    <a:pt x="4196829" y="744076"/>
                  </a:lnTo>
                  <a:lnTo>
                    <a:pt x="4196947" y="744076"/>
                  </a:lnTo>
                  <a:lnTo>
                    <a:pt x="4197065" y="744076"/>
                  </a:lnTo>
                  <a:lnTo>
                    <a:pt x="4197182" y="744076"/>
                  </a:lnTo>
                  <a:lnTo>
                    <a:pt x="4197300" y="744076"/>
                  </a:lnTo>
                  <a:lnTo>
                    <a:pt x="4197417" y="744076"/>
                  </a:lnTo>
                  <a:lnTo>
                    <a:pt x="4197535" y="744076"/>
                  </a:lnTo>
                  <a:lnTo>
                    <a:pt x="4197653" y="744076"/>
                  </a:lnTo>
                  <a:lnTo>
                    <a:pt x="4197770" y="744076"/>
                  </a:lnTo>
                  <a:lnTo>
                    <a:pt x="4197888" y="744076"/>
                  </a:lnTo>
                  <a:lnTo>
                    <a:pt x="4198005" y="744076"/>
                  </a:lnTo>
                  <a:lnTo>
                    <a:pt x="4198123" y="744076"/>
                  </a:lnTo>
                  <a:lnTo>
                    <a:pt x="4198241" y="744076"/>
                  </a:lnTo>
                  <a:lnTo>
                    <a:pt x="4198358" y="744076"/>
                  </a:lnTo>
                  <a:lnTo>
                    <a:pt x="4198476" y="744076"/>
                  </a:lnTo>
                  <a:lnTo>
                    <a:pt x="4198594" y="744076"/>
                  </a:lnTo>
                  <a:lnTo>
                    <a:pt x="4198711" y="744076"/>
                  </a:lnTo>
                  <a:lnTo>
                    <a:pt x="4198829" y="744076"/>
                  </a:lnTo>
                  <a:lnTo>
                    <a:pt x="4198946" y="744076"/>
                  </a:lnTo>
                  <a:lnTo>
                    <a:pt x="4198946" y="743646"/>
                  </a:lnTo>
                  <a:lnTo>
                    <a:pt x="4199064" y="743646"/>
                  </a:lnTo>
                  <a:lnTo>
                    <a:pt x="4199182" y="743646"/>
                  </a:lnTo>
                  <a:lnTo>
                    <a:pt x="4199299" y="743646"/>
                  </a:lnTo>
                  <a:lnTo>
                    <a:pt x="4199417" y="743646"/>
                  </a:lnTo>
                  <a:lnTo>
                    <a:pt x="4199534" y="743646"/>
                  </a:lnTo>
                  <a:lnTo>
                    <a:pt x="4199652" y="743646"/>
                  </a:lnTo>
                  <a:lnTo>
                    <a:pt x="4199770" y="743646"/>
                  </a:lnTo>
                  <a:lnTo>
                    <a:pt x="4199887" y="743646"/>
                  </a:lnTo>
                  <a:lnTo>
                    <a:pt x="4200005" y="743646"/>
                  </a:lnTo>
                  <a:lnTo>
                    <a:pt x="4200123" y="743646"/>
                  </a:lnTo>
                  <a:lnTo>
                    <a:pt x="4200240" y="743646"/>
                  </a:lnTo>
                  <a:lnTo>
                    <a:pt x="4200358" y="743646"/>
                  </a:lnTo>
                  <a:lnTo>
                    <a:pt x="4200475" y="743646"/>
                  </a:lnTo>
                  <a:lnTo>
                    <a:pt x="4200593" y="743646"/>
                  </a:lnTo>
                  <a:lnTo>
                    <a:pt x="4200711" y="743646"/>
                  </a:lnTo>
                  <a:lnTo>
                    <a:pt x="4200828" y="743646"/>
                  </a:lnTo>
                  <a:lnTo>
                    <a:pt x="4200946" y="743646"/>
                  </a:lnTo>
                  <a:lnTo>
                    <a:pt x="4200946" y="743215"/>
                  </a:lnTo>
                  <a:lnTo>
                    <a:pt x="4201063" y="743215"/>
                  </a:lnTo>
                  <a:lnTo>
                    <a:pt x="4201181" y="743215"/>
                  </a:lnTo>
                  <a:lnTo>
                    <a:pt x="4201299" y="743215"/>
                  </a:lnTo>
                  <a:lnTo>
                    <a:pt x="4201416" y="743215"/>
                  </a:lnTo>
                  <a:lnTo>
                    <a:pt x="4201534" y="743215"/>
                  </a:lnTo>
                  <a:lnTo>
                    <a:pt x="4201651" y="743215"/>
                  </a:lnTo>
                  <a:lnTo>
                    <a:pt x="4201769" y="743215"/>
                  </a:lnTo>
                  <a:lnTo>
                    <a:pt x="4201887" y="743215"/>
                  </a:lnTo>
                  <a:lnTo>
                    <a:pt x="4202004" y="743215"/>
                  </a:lnTo>
                  <a:lnTo>
                    <a:pt x="4202122" y="743215"/>
                  </a:lnTo>
                  <a:lnTo>
                    <a:pt x="4202240" y="743215"/>
                  </a:lnTo>
                  <a:lnTo>
                    <a:pt x="4202357" y="743215"/>
                  </a:lnTo>
                  <a:lnTo>
                    <a:pt x="4202475" y="743215"/>
                  </a:lnTo>
                  <a:lnTo>
                    <a:pt x="4202592" y="743215"/>
                  </a:lnTo>
                  <a:lnTo>
                    <a:pt x="4202710" y="743215"/>
                  </a:lnTo>
                  <a:lnTo>
                    <a:pt x="4202710" y="742785"/>
                  </a:lnTo>
                  <a:lnTo>
                    <a:pt x="4202710" y="742354"/>
                  </a:lnTo>
                  <a:lnTo>
                    <a:pt x="4202710" y="741923"/>
                  </a:lnTo>
                  <a:lnTo>
                    <a:pt x="4202828" y="741923"/>
                  </a:lnTo>
                  <a:lnTo>
                    <a:pt x="4202945" y="741923"/>
                  </a:lnTo>
                  <a:lnTo>
                    <a:pt x="4203063" y="741923"/>
                  </a:lnTo>
                  <a:lnTo>
                    <a:pt x="4203180" y="741923"/>
                  </a:lnTo>
                  <a:lnTo>
                    <a:pt x="4203298" y="741923"/>
                  </a:lnTo>
                  <a:lnTo>
                    <a:pt x="4203416" y="741923"/>
                  </a:lnTo>
                  <a:lnTo>
                    <a:pt x="4203533" y="741923"/>
                  </a:lnTo>
                  <a:lnTo>
                    <a:pt x="4203651" y="741923"/>
                  </a:lnTo>
                  <a:lnTo>
                    <a:pt x="4203769" y="741923"/>
                  </a:lnTo>
                  <a:lnTo>
                    <a:pt x="4203886" y="741923"/>
                  </a:lnTo>
                  <a:lnTo>
                    <a:pt x="4204004" y="741923"/>
                  </a:lnTo>
                  <a:lnTo>
                    <a:pt x="4204121" y="741923"/>
                  </a:lnTo>
                  <a:lnTo>
                    <a:pt x="4204239" y="741923"/>
                  </a:lnTo>
                  <a:lnTo>
                    <a:pt x="4204357" y="741923"/>
                  </a:lnTo>
                  <a:lnTo>
                    <a:pt x="4204474" y="741923"/>
                  </a:lnTo>
                  <a:lnTo>
                    <a:pt x="4204592" y="741923"/>
                  </a:lnTo>
                  <a:lnTo>
                    <a:pt x="4204709" y="741923"/>
                  </a:lnTo>
                  <a:lnTo>
                    <a:pt x="4204827" y="741923"/>
                  </a:lnTo>
                  <a:lnTo>
                    <a:pt x="4204945" y="741923"/>
                  </a:lnTo>
                  <a:lnTo>
                    <a:pt x="4205062" y="741923"/>
                  </a:lnTo>
                  <a:lnTo>
                    <a:pt x="4205180" y="741923"/>
                  </a:lnTo>
                  <a:lnTo>
                    <a:pt x="4205298" y="741923"/>
                  </a:lnTo>
                  <a:lnTo>
                    <a:pt x="4205415" y="741923"/>
                  </a:lnTo>
                  <a:lnTo>
                    <a:pt x="4205533" y="741923"/>
                  </a:lnTo>
                  <a:lnTo>
                    <a:pt x="4205650" y="741923"/>
                  </a:lnTo>
                  <a:lnTo>
                    <a:pt x="4205768" y="741923"/>
                  </a:lnTo>
                  <a:lnTo>
                    <a:pt x="4205886" y="741923"/>
                  </a:lnTo>
                  <a:lnTo>
                    <a:pt x="4206003" y="741923"/>
                  </a:lnTo>
                  <a:lnTo>
                    <a:pt x="4206121" y="741923"/>
                  </a:lnTo>
                  <a:lnTo>
                    <a:pt x="4206238" y="741923"/>
                  </a:lnTo>
                  <a:lnTo>
                    <a:pt x="4206356" y="741923"/>
                  </a:lnTo>
                  <a:lnTo>
                    <a:pt x="4206474" y="741923"/>
                  </a:lnTo>
                  <a:lnTo>
                    <a:pt x="4206591" y="741923"/>
                  </a:lnTo>
                  <a:lnTo>
                    <a:pt x="4206709" y="741923"/>
                  </a:lnTo>
                  <a:lnTo>
                    <a:pt x="4206827" y="741923"/>
                  </a:lnTo>
                  <a:lnTo>
                    <a:pt x="4206944" y="741923"/>
                  </a:lnTo>
                  <a:lnTo>
                    <a:pt x="4207062" y="741923"/>
                  </a:lnTo>
                  <a:lnTo>
                    <a:pt x="4207179" y="741923"/>
                  </a:lnTo>
                  <a:lnTo>
                    <a:pt x="4207297" y="741923"/>
                  </a:lnTo>
                  <a:lnTo>
                    <a:pt x="4207415" y="741923"/>
                  </a:lnTo>
                  <a:lnTo>
                    <a:pt x="4207532" y="741923"/>
                  </a:lnTo>
                  <a:lnTo>
                    <a:pt x="4207650" y="741923"/>
                  </a:lnTo>
                  <a:lnTo>
                    <a:pt x="4207767" y="741923"/>
                  </a:lnTo>
                  <a:lnTo>
                    <a:pt x="4207885" y="741923"/>
                  </a:lnTo>
                  <a:lnTo>
                    <a:pt x="4208003" y="741923"/>
                  </a:lnTo>
                  <a:lnTo>
                    <a:pt x="4208003" y="741493"/>
                  </a:lnTo>
                  <a:lnTo>
                    <a:pt x="4208120" y="741493"/>
                  </a:lnTo>
                  <a:lnTo>
                    <a:pt x="4208238" y="741493"/>
                  </a:lnTo>
                  <a:lnTo>
                    <a:pt x="4208238" y="741062"/>
                  </a:lnTo>
                  <a:lnTo>
                    <a:pt x="4208356" y="741062"/>
                  </a:lnTo>
                  <a:lnTo>
                    <a:pt x="4208473" y="741062"/>
                  </a:lnTo>
                  <a:lnTo>
                    <a:pt x="4208591" y="741062"/>
                  </a:lnTo>
                  <a:lnTo>
                    <a:pt x="4208708" y="741062"/>
                  </a:lnTo>
                  <a:lnTo>
                    <a:pt x="4208826" y="741062"/>
                  </a:lnTo>
                  <a:lnTo>
                    <a:pt x="4208944" y="741062"/>
                  </a:lnTo>
                  <a:lnTo>
                    <a:pt x="4209061" y="741062"/>
                  </a:lnTo>
                  <a:lnTo>
                    <a:pt x="4209179" y="741062"/>
                  </a:lnTo>
                  <a:lnTo>
                    <a:pt x="4209296" y="741062"/>
                  </a:lnTo>
                  <a:lnTo>
                    <a:pt x="4209296" y="740632"/>
                  </a:lnTo>
                  <a:lnTo>
                    <a:pt x="4209414" y="740632"/>
                  </a:lnTo>
                  <a:lnTo>
                    <a:pt x="4209532" y="740632"/>
                  </a:lnTo>
                  <a:lnTo>
                    <a:pt x="4209532" y="740201"/>
                  </a:lnTo>
                  <a:lnTo>
                    <a:pt x="4209649" y="740201"/>
                  </a:lnTo>
                  <a:lnTo>
                    <a:pt x="4209767" y="740201"/>
                  </a:lnTo>
                  <a:lnTo>
                    <a:pt x="4209884" y="740201"/>
                  </a:lnTo>
                  <a:lnTo>
                    <a:pt x="4210002" y="740201"/>
                  </a:lnTo>
                  <a:lnTo>
                    <a:pt x="4210002" y="739770"/>
                  </a:lnTo>
                  <a:lnTo>
                    <a:pt x="4210120" y="739770"/>
                  </a:lnTo>
                  <a:lnTo>
                    <a:pt x="4210237" y="739770"/>
                  </a:lnTo>
                  <a:lnTo>
                    <a:pt x="4210355" y="739770"/>
                  </a:lnTo>
                  <a:lnTo>
                    <a:pt x="4210473" y="739770"/>
                  </a:lnTo>
                  <a:lnTo>
                    <a:pt x="4210590" y="739770"/>
                  </a:lnTo>
                  <a:lnTo>
                    <a:pt x="4210708" y="739770"/>
                  </a:lnTo>
                  <a:lnTo>
                    <a:pt x="4210825" y="739770"/>
                  </a:lnTo>
                  <a:lnTo>
                    <a:pt x="4210825" y="739340"/>
                  </a:lnTo>
                  <a:lnTo>
                    <a:pt x="4210943" y="739340"/>
                  </a:lnTo>
                  <a:lnTo>
                    <a:pt x="4211061" y="739340"/>
                  </a:lnTo>
                  <a:lnTo>
                    <a:pt x="4211178" y="739340"/>
                  </a:lnTo>
                  <a:lnTo>
                    <a:pt x="4211296" y="739340"/>
                  </a:lnTo>
                  <a:lnTo>
                    <a:pt x="4211413" y="739340"/>
                  </a:lnTo>
                  <a:lnTo>
                    <a:pt x="4211531" y="739340"/>
                  </a:lnTo>
                  <a:lnTo>
                    <a:pt x="4211649" y="739340"/>
                  </a:lnTo>
                  <a:lnTo>
                    <a:pt x="4211766" y="739340"/>
                  </a:lnTo>
                  <a:lnTo>
                    <a:pt x="4211884" y="739340"/>
                  </a:lnTo>
                  <a:lnTo>
                    <a:pt x="4212002" y="739340"/>
                  </a:lnTo>
                  <a:lnTo>
                    <a:pt x="4212119" y="739340"/>
                  </a:lnTo>
                  <a:lnTo>
                    <a:pt x="4212119" y="738909"/>
                  </a:lnTo>
                  <a:lnTo>
                    <a:pt x="4212237" y="738909"/>
                  </a:lnTo>
                  <a:lnTo>
                    <a:pt x="4212354" y="738909"/>
                  </a:lnTo>
                  <a:lnTo>
                    <a:pt x="4212472" y="738909"/>
                  </a:lnTo>
                  <a:lnTo>
                    <a:pt x="4212590" y="738909"/>
                  </a:lnTo>
                  <a:lnTo>
                    <a:pt x="4212707" y="738909"/>
                  </a:lnTo>
                  <a:lnTo>
                    <a:pt x="4212825" y="738909"/>
                  </a:lnTo>
                  <a:lnTo>
                    <a:pt x="4212942" y="738909"/>
                  </a:lnTo>
                  <a:lnTo>
                    <a:pt x="4213060" y="738909"/>
                  </a:lnTo>
                  <a:lnTo>
                    <a:pt x="4213178" y="738909"/>
                  </a:lnTo>
                  <a:lnTo>
                    <a:pt x="4213295" y="738909"/>
                  </a:lnTo>
                  <a:lnTo>
                    <a:pt x="4213413" y="738909"/>
                  </a:lnTo>
                  <a:lnTo>
                    <a:pt x="4213413" y="738479"/>
                  </a:lnTo>
                  <a:lnTo>
                    <a:pt x="4213531" y="738479"/>
                  </a:lnTo>
                  <a:lnTo>
                    <a:pt x="4213648" y="738479"/>
                  </a:lnTo>
                  <a:lnTo>
                    <a:pt x="4213766" y="738479"/>
                  </a:lnTo>
                  <a:lnTo>
                    <a:pt x="4213883" y="738479"/>
                  </a:lnTo>
                  <a:lnTo>
                    <a:pt x="4214001" y="738479"/>
                  </a:lnTo>
                  <a:lnTo>
                    <a:pt x="4214119" y="738479"/>
                  </a:lnTo>
                  <a:lnTo>
                    <a:pt x="4214119" y="738048"/>
                  </a:lnTo>
                  <a:lnTo>
                    <a:pt x="4214236" y="738048"/>
                  </a:lnTo>
                  <a:lnTo>
                    <a:pt x="4214354" y="738048"/>
                  </a:lnTo>
                  <a:lnTo>
                    <a:pt x="4214471" y="738048"/>
                  </a:lnTo>
                  <a:lnTo>
                    <a:pt x="4214589" y="738048"/>
                  </a:lnTo>
                  <a:lnTo>
                    <a:pt x="4214707" y="738048"/>
                  </a:lnTo>
                  <a:lnTo>
                    <a:pt x="4214824" y="738048"/>
                  </a:lnTo>
                  <a:lnTo>
                    <a:pt x="4214942" y="738048"/>
                  </a:lnTo>
                  <a:lnTo>
                    <a:pt x="4215060" y="738048"/>
                  </a:lnTo>
                  <a:lnTo>
                    <a:pt x="4215060" y="737617"/>
                  </a:lnTo>
                  <a:lnTo>
                    <a:pt x="4215060" y="737187"/>
                  </a:lnTo>
                  <a:lnTo>
                    <a:pt x="4215177" y="737187"/>
                  </a:lnTo>
                  <a:lnTo>
                    <a:pt x="4215295" y="737187"/>
                  </a:lnTo>
                  <a:lnTo>
                    <a:pt x="4215412" y="737187"/>
                  </a:lnTo>
                  <a:lnTo>
                    <a:pt x="4215530" y="737187"/>
                  </a:lnTo>
                  <a:lnTo>
                    <a:pt x="4215530" y="736756"/>
                  </a:lnTo>
                  <a:lnTo>
                    <a:pt x="4215648" y="736756"/>
                  </a:lnTo>
                  <a:lnTo>
                    <a:pt x="4215765" y="736756"/>
                  </a:lnTo>
                  <a:lnTo>
                    <a:pt x="4215883" y="736756"/>
                  </a:lnTo>
                  <a:lnTo>
                    <a:pt x="4216000" y="736756"/>
                  </a:lnTo>
                  <a:lnTo>
                    <a:pt x="4216118" y="736756"/>
                  </a:lnTo>
                  <a:lnTo>
                    <a:pt x="4216118" y="736326"/>
                  </a:lnTo>
                  <a:lnTo>
                    <a:pt x="4216118" y="735895"/>
                  </a:lnTo>
                  <a:lnTo>
                    <a:pt x="4216236" y="735895"/>
                  </a:lnTo>
                  <a:lnTo>
                    <a:pt x="4216353" y="735895"/>
                  </a:lnTo>
                  <a:lnTo>
                    <a:pt x="4216471" y="735895"/>
                  </a:lnTo>
                  <a:lnTo>
                    <a:pt x="4216589" y="735895"/>
                  </a:lnTo>
                  <a:lnTo>
                    <a:pt x="4216706" y="735895"/>
                  </a:lnTo>
                  <a:lnTo>
                    <a:pt x="4216824" y="735895"/>
                  </a:lnTo>
                  <a:lnTo>
                    <a:pt x="4216941" y="735895"/>
                  </a:lnTo>
                  <a:lnTo>
                    <a:pt x="4217059" y="735895"/>
                  </a:lnTo>
                  <a:lnTo>
                    <a:pt x="4217177" y="735895"/>
                  </a:lnTo>
                  <a:lnTo>
                    <a:pt x="4217294" y="735895"/>
                  </a:lnTo>
                  <a:lnTo>
                    <a:pt x="4217412" y="735895"/>
                  </a:lnTo>
                  <a:lnTo>
                    <a:pt x="4217529" y="735895"/>
                  </a:lnTo>
                  <a:lnTo>
                    <a:pt x="4217647" y="735895"/>
                  </a:lnTo>
                  <a:lnTo>
                    <a:pt x="4217765" y="735895"/>
                  </a:lnTo>
                  <a:lnTo>
                    <a:pt x="4217882" y="735895"/>
                  </a:lnTo>
                  <a:lnTo>
                    <a:pt x="4218000" y="735895"/>
                  </a:lnTo>
                  <a:lnTo>
                    <a:pt x="4218117" y="735895"/>
                  </a:lnTo>
                  <a:lnTo>
                    <a:pt x="4218117" y="735464"/>
                  </a:lnTo>
                  <a:lnTo>
                    <a:pt x="4218235" y="735464"/>
                  </a:lnTo>
                  <a:lnTo>
                    <a:pt x="4218353" y="735464"/>
                  </a:lnTo>
                  <a:lnTo>
                    <a:pt x="4218470" y="735464"/>
                  </a:lnTo>
                  <a:lnTo>
                    <a:pt x="4218588" y="735464"/>
                  </a:lnTo>
                  <a:lnTo>
                    <a:pt x="4218706" y="735464"/>
                  </a:lnTo>
                  <a:lnTo>
                    <a:pt x="4218823" y="735464"/>
                  </a:lnTo>
                  <a:lnTo>
                    <a:pt x="4218941" y="735464"/>
                  </a:lnTo>
                  <a:lnTo>
                    <a:pt x="4219058" y="735464"/>
                  </a:lnTo>
                  <a:lnTo>
                    <a:pt x="4219176" y="735464"/>
                  </a:lnTo>
                  <a:lnTo>
                    <a:pt x="4219294" y="735464"/>
                  </a:lnTo>
                  <a:lnTo>
                    <a:pt x="4219411" y="735464"/>
                  </a:lnTo>
                  <a:lnTo>
                    <a:pt x="4219529" y="735464"/>
                  </a:lnTo>
                  <a:lnTo>
                    <a:pt x="4219646" y="735464"/>
                  </a:lnTo>
                  <a:lnTo>
                    <a:pt x="4219764" y="735464"/>
                  </a:lnTo>
                  <a:lnTo>
                    <a:pt x="4219882" y="735464"/>
                  </a:lnTo>
                  <a:lnTo>
                    <a:pt x="4219999" y="735464"/>
                  </a:lnTo>
                  <a:lnTo>
                    <a:pt x="4219999" y="735034"/>
                  </a:lnTo>
                  <a:lnTo>
                    <a:pt x="4219999" y="734603"/>
                  </a:lnTo>
                  <a:lnTo>
                    <a:pt x="4220117" y="734603"/>
                  </a:lnTo>
                  <a:lnTo>
                    <a:pt x="4220235" y="734603"/>
                  </a:lnTo>
                  <a:lnTo>
                    <a:pt x="4220352" y="734603"/>
                  </a:lnTo>
                  <a:lnTo>
                    <a:pt x="4220470" y="734603"/>
                  </a:lnTo>
                  <a:lnTo>
                    <a:pt x="4220587" y="734603"/>
                  </a:lnTo>
                  <a:lnTo>
                    <a:pt x="4220705" y="734603"/>
                  </a:lnTo>
                  <a:lnTo>
                    <a:pt x="4220823" y="734603"/>
                  </a:lnTo>
                  <a:lnTo>
                    <a:pt x="4220940" y="734603"/>
                  </a:lnTo>
                  <a:lnTo>
                    <a:pt x="4221058" y="734603"/>
                  </a:lnTo>
                  <a:lnTo>
                    <a:pt x="4221175" y="734603"/>
                  </a:lnTo>
                  <a:lnTo>
                    <a:pt x="4221293" y="734603"/>
                  </a:lnTo>
                  <a:lnTo>
                    <a:pt x="4221411" y="734603"/>
                  </a:lnTo>
                  <a:lnTo>
                    <a:pt x="4221528" y="734603"/>
                  </a:lnTo>
                  <a:lnTo>
                    <a:pt x="4221646" y="734603"/>
                  </a:lnTo>
                  <a:lnTo>
                    <a:pt x="4221764" y="734603"/>
                  </a:lnTo>
                  <a:lnTo>
                    <a:pt x="4221881" y="734603"/>
                  </a:lnTo>
                  <a:lnTo>
                    <a:pt x="4221881" y="734173"/>
                  </a:lnTo>
                  <a:lnTo>
                    <a:pt x="4221881" y="733742"/>
                  </a:lnTo>
                  <a:lnTo>
                    <a:pt x="4221999" y="733742"/>
                  </a:lnTo>
                  <a:lnTo>
                    <a:pt x="4222116" y="733742"/>
                  </a:lnTo>
                  <a:lnTo>
                    <a:pt x="4222234" y="733742"/>
                  </a:lnTo>
                  <a:lnTo>
                    <a:pt x="4222352" y="733742"/>
                  </a:lnTo>
                  <a:lnTo>
                    <a:pt x="4222469" y="733742"/>
                  </a:lnTo>
                  <a:lnTo>
                    <a:pt x="4222587" y="733742"/>
                  </a:lnTo>
                  <a:lnTo>
                    <a:pt x="4222704" y="733742"/>
                  </a:lnTo>
                  <a:lnTo>
                    <a:pt x="4222822" y="733742"/>
                  </a:lnTo>
                  <a:lnTo>
                    <a:pt x="4222940" y="733742"/>
                  </a:lnTo>
                  <a:lnTo>
                    <a:pt x="4223057" y="733742"/>
                  </a:lnTo>
                  <a:lnTo>
                    <a:pt x="4223175" y="733742"/>
                  </a:lnTo>
                  <a:lnTo>
                    <a:pt x="4223293" y="733742"/>
                  </a:lnTo>
                  <a:lnTo>
                    <a:pt x="4223410" y="733742"/>
                  </a:lnTo>
                  <a:lnTo>
                    <a:pt x="4223528" y="733742"/>
                  </a:lnTo>
                  <a:lnTo>
                    <a:pt x="4223645" y="733742"/>
                  </a:lnTo>
                  <a:lnTo>
                    <a:pt x="4223763" y="733742"/>
                  </a:lnTo>
                  <a:lnTo>
                    <a:pt x="4223881" y="733742"/>
                  </a:lnTo>
                  <a:lnTo>
                    <a:pt x="4223998" y="733742"/>
                  </a:lnTo>
                  <a:lnTo>
                    <a:pt x="4224116" y="733742"/>
                  </a:lnTo>
                  <a:lnTo>
                    <a:pt x="4224233" y="733742"/>
                  </a:lnTo>
                  <a:lnTo>
                    <a:pt x="4224233" y="733311"/>
                  </a:lnTo>
                  <a:lnTo>
                    <a:pt x="4224351" y="733311"/>
                  </a:lnTo>
                  <a:lnTo>
                    <a:pt x="4224469" y="733311"/>
                  </a:lnTo>
                  <a:lnTo>
                    <a:pt x="4224586" y="733311"/>
                  </a:lnTo>
                  <a:lnTo>
                    <a:pt x="4224704" y="733311"/>
                  </a:lnTo>
                  <a:lnTo>
                    <a:pt x="4224822" y="733311"/>
                  </a:lnTo>
                  <a:lnTo>
                    <a:pt x="4224939" y="733311"/>
                  </a:lnTo>
                  <a:lnTo>
                    <a:pt x="4225057" y="733311"/>
                  </a:lnTo>
                  <a:lnTo>
                    <a:pt x="4225174" y="733311"/>
                  </a:lnTo>
                  <a:lnTo>
                    <a:pt x="4225292" y="733311"/>
                  </a:lnTo>
                  <a:lnTo>
                    <a:pt x="4225410" y="733311"/>
                  </a:lnTo>
                  <a:lnTo>
                    <a:pt x="4225527" y="733311"/>
                  </a:lnTo>
                  <a:lnTo>
                    <a:pt x="4225645" y="733311"/>
                  </a:lnTo>
                  <a:lnTo>
                    <a:pt x="4225762" y="733311"/>
                  </a:lnTo>
                  <a:lnTo>
                    <a:pt x="4225880" y="733311"/>
                  </a:lnTo>
                  <a:lnTo>
                    <a:pt x="4225998" y="733311"/>
                  </a:lnTo>
                  <a:lnTo>
                    <a:pt x="4226115" y="733311"/>
                  </a:lnTo>
                  <a:lnTo>
                    <a:pt x="4226115" y="732881"/>
                  </a:lnTo>
                  <a:lnTo>
                    <a:pt x="4226233" y="732881"/>
                  </a:lnTo>
                  <a:lnTo>
                    <a:pt x="4226350" y="732881"/>
                  </a:lnTo>
                  <a:lnTo>
                    <a:pt x="4226468" y="732881"/>
                  </a:lnTo>
                  <a:lnTo>
                    <a:pt x="4226586" y="732881"/>
                  </a:lnTo>
                  <a:lnTo>
                    <a:pt x="4226703" y="732881"/>
                  </a:lnTo>
                  <a:lnTo>
                    <a:pt x="4226821" y="732881"/>
                  </a:lnTo>
                  <a:lnTo>
                    <a:pt x="4226939" y="732881"/>
                  </a:lnTo>
                  <a:lnTo>
                    <a:pt x="4226939" y="732450"/>
                  </a:lnTo>
                  <a:lnTo>
                    <a:pt x="4227056" y="732450"/>
                  </a:lnTo>
                  <a:lnTo>
                    <a:pt x="4227174" y="732450"/>
                  </a:lnTo>
                  <a:lnTo>
                    <a:pt x="4227291" y="732450"/>
                  </a:lnTo>
                  <a:lnTo>
                    <a:pt x="4227409" y="732450"/>
                  </a:lnTo>
                  <a:lnTo>
                    <a:pt x="4227527" y="732450"/>
                  </a:lnTo>
                  <a:lnTo>
                    <a:pt x="4227527" y="732020"/>
                  </a:lnTo>
                  <a:lnTo>
                    <a:pt x="4227644" y="732020"/>
                  </a:lnTo>
                  <a:lnTo>
                    <a:pt x="4227644" y="731589"/>
                  </a:lnTo>
                  <a:lnTo>
                    <a:pt x="4227762" y="731589"/>
                  </a:lnTo>
                  <a:lnTo>
                    <a:pt x="4227762" y="731158"/>
                  </a:lnTo>
                  <a:lnTo>
                    <a:pt x="4227762" y="730728"/>
                  </a:lnTo>
                  <a:lnTo>
                    <a:pt x="4227879" y="730728"/>
                  </a:lnTo>
                  <a:lnTo>
                    <a:pt x="4227997" y="730728"/>
                  </a:lnTo>
                  <a:lnTo>
                    <a:pt x="4228115" y="730728"/>
                  </a:lnTo>
                  <a:lnTo>
                    <a:pt x="4228232" y="730728"/>
                  </a:lnTo>
                  <a:lnTo>
                    <a:pt x="4228350" y="730728"/>
                  </a:lnTo>
                  <a:lnTo>
                    <a:pt x="4228468" y="730728"/>
                  </a:lnTo>
                  <a:lnTo>
                    <a:pt x="4228585" y="730728"/>
                  </a:lnTo>
                  <a:lnTo>
                    <a:pt x="4228703" y="730728"/>
                  </a:lnTo>
                  <a:lnTo>
                    <a:pt x="4228820" y="730728"/>
                  </a:lnTo>
                  <a:lnTo>
                    <a:pt x="4228938" y="730728"/>
                  </a:lnTo>
                  <a:lnTo>
                    <a:pt x="4229056" y="730728"/>
                  </a:lnTo>
                  <a:lnTo>
                    <a:pt x="4229173" y="730728"/>
                  </a:lnTo>
                  <a:lnTo>
                    <a:pt x="4229291" y="730728"/>
                  </a:lnTo>
                  <a:lnTo>
                    <a:pt x="4229408" y="730728"/>
                  </a:lnTo>
                  <a:lnTo>
                    <a:pt x="4229526" y="730728"/>
                  </a:lnTo>
                  <a:lnTo>
                    <a:pt x="4229644" y="730728"/>
                  </a:lnTo>
                  <a:lnTo>
                    <a:pt x="4229761" y="730728"/>
                  </a:lnTo>
                  <a:lnTo>
                    <a:pt x="4229761" y="730297"/>
                  </a:lnTo>
                  <a:lnTo>
                    <a:pt x="4229879" y="730297"/>
                  </a:lnTo>
                  <a:lnTo>
                    <a:pt x="4229997" y="730297"/>
                  </a:lnTo>
                  <a:lnTo>
                    <a:pt x="4230114" y="730297"/>
                  </a:lnTo>
                  <a:lnTo>
                    <a:pt x="4230232" y="730297"/>
                  </a:lnTo>
                  <a:lnTo>
                    <a:pt x="4230232" y="729867"/>
                  </a:lnTo>
                  <a:lnTo>
                    <a:pt x="4230349" y="729867"/>
                  </a:lnTo>
                  <a:lnTo>
                    <a:pt x="4230467" y="729867"/>
                  </a:lnTo>
                  <a:lnTo>
                    <a:pt x="4230585" y="729867"/>
                  </a:lnTo>
                  <a:lnTo>
                    <a:pt x="4230702" y="729867"/>
                  </a:lnTo>
                  <a:lnTo>
                    <a:pt x="4230820" y="729867"/>
                  </a:lnTo>
                  <a:lnTo>
                    <a:pt x="4230820" y="729436"/>
                  </a:lnTo>
                  <a:lnTo>
                    <a:pt x="4230937" y="729436"/>
                  </a:lnTo>
                  <a:lnTo>
                    <a:pt x="4230937" y="729005"/>
                  </a:lnTo>
                  <a:lnTo>
                    <a:pt x="4231055" y="729005"/>
                  </a:lnTo>
                  <a:lnTo>
                    <a:pt x="4231173" y="729005"/>
                  </a:lnTo>
                  <a:lnTo>
                    <a:pt x="4231290" y="729005"/>
                  </a:lnTo>
                  <a:lnTo>
                    <a:pt x="4231408" y="729005"/>
                  </a:lnTo>
                  <a:lnTo>
                    <a:pt x="4231526" y="729005"/>
                  </a:lnTo>
                  <a:lnTo>
                    <a:pt x="4231643" y="729005"/>
                  </a:lnTo>
                  <a:lnTo>
                    <a:pt x="4231761" y="729005"/>
                  </a:lnTo>
                  <a:lnTo>
                    <a:pt x="4231878" y="729005"/>
                  </a:lnTo>
                  <a:lnTo>
                    <a:pt x="4231996" y="729005"/>
                  </a:lnTo>
                  <a:lnTo>
                    <a:pt x="4232114" y="729005"/>
                  </a:lnTo>
                  <a:lnTo>
                    <a:pt x="4232231" y="729005"/>
                  </a:lnTo>
                  <a:lnTo>
                    <a:pt x="4232349" y="729005"/>
                  </a:lnTo>
                  <a:lnTo>
                    <a:pt x="4232466" y="729005"/>
                  </a:lnTo>
                  <a:lnTo>
                    <a:pt x="4232584" y="729005"/>
                  </a:lnTo>
                  <a:lnTo>
                    <a:pt x="4232584" y="728575"/>
                  </a:lnTo>
                  <a:lnTo>
                    <a:pt x="4232584" y="728144"/>
                  </a:lnTo>
                  <a:lnTo>
                    <a:pt x="4232702" y="728144"/>
                  </a:lnTo>
                  <a:lnTo>
                    <a:pt x="4232819" y="728144"/>
                  </a:lnTo>
                  <a:lnTo>
                    <a:pt x="4232937" y="728144"/>
                  </a:lnTo>
                  <a:lnTo>
                    <a:pt x="4232937" y="727714"/>
                  </a:lnTo>
                  <a:lnTo>
                    <a:pt x="4233055" y="727714"/>
                  </a:lnTo>
                  <a:lnTo>
                    <a:pt x="4233172" y="727714"/>
                  </a:lnTo>
                  <a:lnTo>
                    <a:pt x="4233290" y="727714"/>
                  </a:lnTo>
                  <a:lnTo>
                    <a:pt x="4233407" y="727714"/>
                  </a:lnTo>
                  <a:lnTo>
                    <a:pt x="4233525" y="727714"/>
                  </a:lnTo>
                  <a:lnTo>
                    <a:pt x="4233643" y="727714"/>
                  </a:lnTo>
                  <a:lnTo>
                    <a:pt x="4233760" y="727714"/>
                  </a:lnTo>
                  <a:lnTo>
                    <a:pt x="4233878" y="727714"/>
                  </a:lnTo>
                  <a:lnTo>
                    <a:pt x="4233995" y="727714"/>
                  </a:lnTo>
                  <a:lnTo>
                    <a:pt x="4234113" y="727714"/>
                  </a:lnTo>
                  <a:lnTo>
                    <a:pt x="4234113" y="727283"/>
                  </a:lnTo>
                  <a:lnTo>
                    <a:pt x="4234231" y="727283"/>
                  </a:lnTo>
                  <a:lnTo>
                    <a:pt x="4234348" y="727283"/>
                  </a:lnTo>
                  <a:lnTo>
                    <a:pt x="4234348" y="726852"/>
                  </a:lnTo>
                  <a:lnTo>
                    <a:pt x="4234466" y="726852"/>
                  </a:lnTo>
                  <a:lnTo>
                    <a:pt x="4234583" y="726852"/>
                  </a:lnTo>
                  <a:lnTo>
                    <a:pt x="4234701" y="726852"/>
                  </a:lnTo>
                  <a:lnTo>
                    <a:pt x="4234701" y="726422"/>
                  </a:lnTo>
                  <a:lnTo>
                    <a:pt x="4234819" y="726422"/>
                  </a:lnTo>
                  <a:lnTo>
                    <a:pt x="4234936" y="726422"/>
                  </a:lnTo>
                  <a:lnTo>
                    <a:pt x="4235054" y="726422"/>
                  </a:lnTo>
                  <a:lnTo>
                    <a:pt x="4235172" y="726422"/>
                  </a:lnTo>
                  <a:lnTo>
                    <a:pt x="4235289" y="726422"/>
                  </a:lnTo>
                  <a:lnTo>
                    <a:pt x="4235407" y="726422"/>
                  </a:lnTo>
                  <a:lnTo>
                    <a:pt x="4235524" y="726422"/>
                  </a:lnTo>
                  <a:lnTo>
                    <a:pt x="4235642" y="726422"/>
                  </a:lnTo>
                  <a:lnTo>
                    <a:pt x="4235760" y="726422"/>
                  </a:lnTo>
                  <a:lnTo>
                    <a:pt x="4235877" y="726422"/>
                  </a:lnTo>
                  <a:lnTo>
                    <a:pt x="4235995" y="726422"/>
                  </a:lnTo>
                  <a:lnTo>
                    <a:pt x="4236112" y="726422"/>
                  </a:lnTo>
                  <a:lnTo>
                    <a:pt x="4236230" y="726422"/>
                  </a:lnTo>
                  <a:lnTo>
                    <a:pt x="4236348" y="726422"/>
                  </a:lnTo>
                  <a:lnTo>
                    <a:pt x="4236465" y="726422"/>
                  </a:lnTo>
                  <a:lnTo>
                    <a:pt x="4236583" y="726422"/>
                  </a:lnTo>
                  <a:lnTo>
                    <a:pt x="4236701" y="726422"/>
                  </a:lnTo>
                  <a:lnTo>
                    <a:pt x="4236818" y="726422"/>
                  </a:lnTo>
                  <a:lnTo>
                    <a:pt x="4236936" y="726422"/>
                  </a:lnTo>
                  <a:lnTo>
                    <a:pt x="4237053" y="726422"/>
                  </a:lnTo>
                  <a:lnTo>
                    <a:pt x="4237171" y="726422"/>
                  </a:lnTo>
                  <a:lnTo>
                    <a:pt x="4237289" y="726422"/>
                  </a:lnTo>
                  <a:lnTo>
                    <a:pt x="4237406" y="726422"/>
                  </a:lnTo>
                  <a:lnTo>
                    <a:pt x="4237524" y="726422"/>
                  </a:lnTo>
                  <a:lnTo>
                    <a:pt x="4237641" y="726422"/>
                  </a:lnTo>
                  <a:lnTo>
                    <a:pt x="4237759" y="726422"/>
                  </a:lnTo>
                  <a:lnTo>
                    <a:pt x="4237877" y="726422"/>
                  </a:lnTo>
                  <a:lnTo>
                    <a:pt x="4237994" y="726422"/>
                  </a:lnTo>
                  <a:lnTo>
                    <a:pt x="4238112" y="726422"/>
                  </a:lnTo>
                  <a:lnTo>
                    <a:pt x="4238230" y="726422"/>
                  </a:lnTo>
                  <a:lnTo>
                    <a:pt x="4238347" y="726422"/>
                  </a:lnTo>
                  <a:lnTo>
                    <a:pt x="4238465" y="726422"/>
                  </a:lnTo>
                  <a:lnTo>
                    <a:pt x="4238582" y="726422"/>
                  </a:lnTo>
                  <a:lnTo>
                    <a:pt x="4238700" y="726422"/>
                  </a:lnTo>
                  <a:lnTo>
                    <a:pt x="4238818" y="726422"/>
                  </a:lnTo>
                  <a:lnTo>
                    <a:pt x="4238935" y="726422"/>
                  </a:lnTo>
                  <a:lnTo>
                    <a:pt x="4239053" y="726422"/>
                  </a:lnTo>
                  <a:lnTo>
                    <a:pt x="4239170" y="726422"/>
                  </a:lnTo>
                  <a:lnTo>
                    <a:pt x="4239170" y="725991"/>
                  </a:lnTo>
                  <a:lnTo>
                    <a:pt x="4239288" y="725991"/>
                  </a:lnTo>
                  <a:lnTo>
                    <a:pt x="4239288" y="725561"/>
                  </a:lnTo>
                  <a:lnTo>
                    <a:pt x="4239406" y="725561"/>
                  </a:lnTo>
                  <a:lnTo>
                    <a:pt x="4239523" y="725561"/>
                  </a:lnTo>
                  <a:lnTo>
                    <a:pt x="4239641" y="725561"/>
                  </a:lnTo>
                  <a:lnTo>
                    <a:pt x="4239759" y="725561"/>
                  </a:lnTo>
                  <a:lnTo>
                    <a:pt x="4239876" y="725561"/>
                  </a:lnTo>
                  <a:lnTo>
                    <a:pt x="4239994" y="725561"/>
                  </a:lnTo>
                  <a:lnTo>
                    <a:pt x="4240111" y="725561"/>
                  </a:lnTo>
                  <a:lnTo>
                    <a:pt x="4240229" y="725561"/>
                  </a:lnTo>
                  <a:lnTo>
                    <a:pt x="4240347" y="725561"/>
                  </a:lnTo>
                  <a:lnTo>
                    <a:pt x="4240464" y="725561"/>
                  </a:lnTo>
                  <a:lnTo>
                    <a:pt x="4240582" y="725561"/>
                  </a:lnTo>
                  <a:lnTo>
                    <a:pt x="4240582" y="725130"/>
                  </a:lnTo>
                  <a:lnTo>
                    <a:pt x="4240699" y="725130"/>
                  </a:lnTo>
                  <a:lnTo>
                    <a:pt x="4240817" y="725130"/>
                  </a:lnTo>
                  <a:lnTo>
                    <a:pt x="4240935" y="725130"/>
                  </a:lnTo>
                  <a:lnTo>
                    <a:pt x="4241052" y="725130"/>
                  </a:lnTo>
                  <a:lnTo>
                    <a:pt x="4241170" y="725130"/>
                  </a:lnTo>
                  <a:lnTo>
                    <a:pt x="4241288" y="725130"/>
                  </a:lnTo>
                  <a:lnTo>
                    <a:pt x="4241405" y="725130"/>
                  </a:lnTo>
                  <a:lnTo>
                    <a:pt x="4241523" y="725130"/>
                  </a:lnTo>
                  <a:lnTo>
                    <a:pt x="4241640" y="725130"/>
                  </a:lnTo>
                  <a:lnTo>
                    <a:pt x="4241758" y="725130"/>
                  </a:lnTo>
                  <a:lnTo>
                    <a:pt x="4241876" y="725130"/>
                  </a:lnTo>
                  <a:lnTo>
                    <a:pt x="4241993" y="725130"/>
                  </a:lnTo>
                  <a:lnTo>
                    <a:pt x="4242111" y="725130"/>
                  </a:lnTo>
                  <a:lnTo>
                    <a:pt x="4242228" y="725130"/>
                  </a:lnTo>
                  <a:lnTo>
                    <a:pt x="4242346" y="725130"/>
                  </a:lnTo>
                  <a:lnTo>
                    <a:pt x="4242346" y="724699"/>
                  </a:lnTo>
                  <a:lnTo>
                    <a:pt x="4242464" y="724699"/>
                  </a:lnTo>
                  <a:lnTo>
                    <a:pt x="4242581" y="724699"/>
                  </a:lnTo>
                  <a:lnTo>
                    <a:pt x="4242699" y="724699"/>
                  </a:lnTo>
                  <a:lnTo>
                    <a:pt x="4242816" y="724699"/>
                  </a:lnTo>
                  <a:lnTo>
                    <a:pt x="4242934" y="724699"/>
                  </a:lnTo>
                  <a:lnTo>
                    <a:pt x="4243052" y="724699"/>
                  </a:lnTo>
                  <a:lnTo>
                    <a:pt x="4243169" y="724699"/>
                  </a:lnTo>
                  <a:lnTo>
                    <a:pt x="4243287" y="724699"/>
                  </a:lnTo>
                  <a:lnTo>
                    <a:pt x="4243405" y="724699"/>
                  </a:lnTo>
                  <a:lnTo>
                    <a:pt x="4243522" y="724699"/>
                  </a:lnTo>
                  <a:lnTo>
                    <a:pt x="4243640" y="724699"/>
                  </a:lnTo>
                  <a:lnTo>
                    <a:pt x="4243640" y="724269"/>
                  </a:lnTo>
                  <a:lnTo>
                    <a:pt x="4243757" y="724269"/>
                  </a:lnTo>
                  <a:lnTo>
                    <a:pt x="4243875" y="724269"/>
                  </a:lnTo>
                  <a:lnTo>
                    <a:pt x="4243993" y="724269"/>
                  </a:lnTo>
                  <a:lnTo>
                    <a:pt x="4244110" y="724269"/>
                  </a:lnTo>
                  <a:lnTo>
                    <a:pt x="4244228" y="724269"/>
                  </a:lnTo>
                  <a:lnTo>
                    <a:pt x="4244345" y="724269"/>
                  </a:lnTo>
                  <a:lnTo>
                    <a:pt x="4244345" y="723838"/>
                  </a:lnTo>
                  <a:lnTo>
                    <a:pt x="4244463" y="723838"/>
                  </a:lnTo>
                  <a:lnTo>
                    <a:pt x="4244581" y="723838"/>
                  </a:lnTo>
                  <a:lnTo>
                    <a:pt x="4244698" y="723838"/>
                  </a:lnTo>
                  <a:lnTo>
                    <a:pt x="4244816" y="723838"/>
                  </a:lnTo>
                  <a:lnTo>
                    <a:pt x="4244934" y="723838"/>
                  </a:lnTo>
                  <a:lnTo>
                    <a:pt x="4245051" y="723838"/>
                  </a:lnTo>
                  <a:lnTo>
                    <a:pt x="4245169" y="723838"/>
                  </a:lnTo>
                  <a:lnTo>
                    <a:pt x="4245286" y="723838"/>
                  </a:lnTo>
                  <a:lnTo>
                    <a:pt x="4245286" y="723408"/>
                  </a:lnTo>
                  <a:lnTo>
                    <a:pt x="4245404" y="723408"/>
                  </a:lnTo>
                  <a:lnTo>
                    <a:pt x="4245522" y="723408"/>
                  </a:lnTo>
                  <a:lnTo>
                    <a:pt x="4245639" y="723408"/>
                  </a:lnTo>
                  <a:lnTo>
                    <a:pt x="4245757" y="723408"/>
                  </a:lnTo>
                  <a:lnTo>
                    <a:pt x="4245874" y="723408"/>
                  </a:lnTo>
                  <a:lnTo>
                    <a:pt x="4245992" y="723408"/>
                  </a:lnTo>
                  <a:lnTo>
                    <a:pt x="4246110" y="723408"/>
                  </a:lnTo>
                  <a:lnTo>
                    <a:pt x="4246227" y="723408"/>
                  </a:lnTo>
                  <a:lnTo>
                    <a:pt x="4246345" y="723408"/>
                  </a:lnTo>
                  <a:lnTo>
                    <a:pt x="4246463" y="723408"/>
                  </a:lnTo>
                  <a:lnTo>
                    <a:pt x="4246580" y="723408"/>
                  </a:lnTo>
                  <a:lnTo>
                    <a:pt x="4246698" y="723408"/>
                  </a:lnTo>
                  <a:lnTo>
                    <a:pt x="4246815" y="723408"/>
                  </a:lnTo>
                  <a:lnTo>
                    <a:pt x="4246933" y="723408"/>
                  </a:lnTo>
                  <a:lnTo>
                    <a:pt x="4247051" y="723408"/>
                  </a:lnTo>
                  <a:lnTo>
                    <a:pt x="4247168" y="723408"/>
                  </a:lnTo>
                  <a:lnTo>
                    <a:pt x="4247286" y="723408"/>
                  </a:lnTo>
                  <a:lnTo>
                    <a:pt x="4247403" y="723408"/>
                  </a:lnTo>
                  <a:lnTo>
                    <a:pt x="4247521" y="723408"/>
                  </a:lnTo>
                  <a:lnTo>
                    <a:pt x="4247521" y="722977"/>
                  </a:lnTo>
                  <a:lnTo>
                    <a:pt x="4247521" y="722546"/>
                  </a:lnTo>
                  <a:lnTo>
                    <a:pt x="4247639" y="722546"/>
                  </a:lnTo>
                  <a:lnTo>
                    <a:pt x="4247756" y="722546"/>
                  </a:lnTo>
                  <a:lnTo>
                    <a:pt x="4247874" y="722546"/>
                  </a:lnTo>
                  <a:lnTo>
                    <a:pt x="4247992" y="722546"/>
                  </a:lnTo>
                  <a:lnTo>
                    <a:pt x="4247992" y="722116"/>
                  </a:lnTo>
                  <a:lnTo>
                    <a:pt x="4248109" y="722116"/>
                  </a:lnTo>
                  <a:lnTo>
                    <a:pt x="4248109" y="721685"/>
                  </a:lnTo>
                  <a:lnTo>
                    <a:pt x="4248227" y="721685"/>
                  </a:lnTo>
                  <a:lnTo>
                    <a:pt x="4248344" y="721685"/>
                  </a:lnTo>
                  <a:lnTo>
                    <a:pt x="4248462" y="721685"/>
                  </a:lnTo>
                  <a:lnTo>
                    <a:pt x="4248580" y="721685"/>
                  </a:lnTo>
                  <a:lnTo>
                    <a:pt x="4248697" y="721685"/>
                  </a:lnTo>
                  <a:lnTo>
                    <a:pt x="4248815" y="721685"/>
                  </a:lnTo>
                  <a:lnTo>
                    <a:pt x="4248932" y="721685"/>
                  </a:lnTo>
                  <a:lnTo>
                    <a:pt x="4249050" y="721685"/>
                  </a:lnTo>
                  <a:lnTo>
                    <a:pt x="4249168" y="721685"/>
                  </a:lnTo>
                  <a:lnTo>
                    <a:pt x="4249285" y="721685"/>
                  </a:lnTo>
                  <a:lnTo>
                    <a:pt x="4249403" y="721685"/>
                  </a:lnTo>
                  <a:lnTo>
                    <a:pt x="4249403" y="721255"/>
                  </a:lnTo>
                  <a:lnTo>
                    <a:pt x="4249521" y="721255"/>
                  </a:lnTo>
                  <a:lnTo>
                    <a:pt x="4249638" y="721255"/>
                  </a:lnTo>
                  <a:lnTo>
                    <a:pt x="4249756" y="721255"/>
                  </a:lnTo>
                  <a:lnTo>
                    <a:pt x="4249873" y="721255"/>
                  </a:lnTo>
                  <a:lnTo>
                    <a:pt x="4249873" y="720824"/>
                  </a:lnTo>
                  <a:lnTo>
                    <a:pt x="4249991" y="720824"/>
                  </a:lnTo>
                  <a:lnTo>
                    <a:pt x="4250109" y="720824"/>
                  </a:lnTo>
                  <a:lnTo>
                    <a:pt x="4250226" y="720824"/>
                  </a:lnTo>
                  <a:lnTo>
                    <a:pt x="4250226" y="720393"/>
                  </a:lnTo>
                  <a:lnTo>
                    <a:pt x="4250344" y="720393"/>
                  </a:lnTo>
                  <a:lnTo>
                    <a:pt x="4250461" y="720393"/>
                  </a:lnTo>
                  <a:lnTo>
                    <a:pt x="4250461" y="719963"/>
                  </a:lnTo>
                  <a:lnTo>
                    <a:pt x="4250579" y="719963"/>
                  </a:lnTo>
                  <a:lnTo>
                    <a:pt x="4250697" y="719963"/>
                  </a:lnTo>
                  <a:lnTo>
                    <a:pt x="4250814" y="719963"/>
                  </a:lnTo>
                  <a:lnTo>
                    <a:pt x="4250932" y="719963"/>
                  </a:lnTo>
                  <a:lnTo>
                    <a:pt x="4251049" y="719963"/>
                  </a:lnTo>
                  <a:lnTo>
                    <a:pt x="4251167" y="719963"/>
                  </a:lnTo>
                  <a:lnTo>
                    <a:pt x="4251285" y="719963"/>
                  </a:lnTo>
                  <a:lnTo>
                    <a:pt x="4251402" y="719963"/>
                  </a:lnTo>
                  <a:lnTo>
                    <a:pt x="4251520" y="719963"/>
                  </a:lnTo>
                  <a:lnTo>
                    <a:pt x="4251520" y="719532"/>
                  </a:lnTo>
                  <a:lnTo>
                    <a:pt x="4251638" y="719532"/>
                  </a:lnTo>
                  <a:lnTo>
                    <a:pt x="4251638" y="719102"/>
                  </a:lnTo>
                  <a:lnTo>
                    <a:pt x="4251638" y="718671"/>
                  </a:lnTo>
                  <a:lnTo>
                    <a:pt x="4251755" y="718671"/>
                  </a:lnTo>
                  <a:lnTo>
                    <a:pt x="4251873" y="718671"/>
                  </a:lnTo>
                  <a:lnTo>
                    <a:pt x="4251990" y="718671"/>
                  </a:lnTo>
                  <a:lnTo>
                    <a:pt x="4251990" y="718240"/>
                  </a:lnTo>
                  <a:lnTo>
                    <a:pt x="4252108" y="718240"/>
                  </a:lnTo>
                  <a:lnTo>
                    <a:pt x="4252226" y="718240"/>
                  </a:lnTo>
                  <a:lnTo>
                    <a:pt x="4252343" y="718240"/>
                  </a:lnTo>
                  <a:lnTo>
                    <a:pt x="4252461" y="718240"/>
                  </a:lnTo>
                  <a:lnTo>
                    <a:pt x="4252578" y="718240"/>
                  </a:lnTo>
                  <a:lnTo>
                    <a:pt x="4252696" y="718240"/>
                  </a:lnTo>
                  <a:lnTo>
                    <a:pt x="4252814" y="718240"/>
                  </a:lnTo>
                  <a:lnTo>
                    <a:pt x="4252931" y="718240"/>
                  </a:lnTo>
                  <a:lnTo>
                    <a:pt x="4253049" y="718240"/>
                  </a:lnTo>
                  <a:lnTo>
                    <a:pt x="4253167" y="718240"/>
                  </a:lnTo>
                  <a:lnTo>
                    <a:pt x="4253284" y="718240"/>
                  </a:lnTo>
                  <a:lnTo>
                    <a:pt x="4253402" y="718240"/>
                  </a:lnTo>
                  <a:lnTo>
                    <a:pt x="4253519" y="718240"/>
                  </a:lnTo>
                  <a:lnTo>
                    <a:pt x="4253637" y="718240"/>
                  </a:lnTo>
                  <a:lnTo>
                    <a:pt x="4253755" y="718240"/>
                  </a:lnTo>
                  <a:lnTo>
                    <a:pt x="4253872" y="718240"/>
                  </a:lnTo>
                  <a:lnTo>
                    <a:pt x="4253990" y="718240"/>
                  </a:lnTo>
                  <a:lnTo>
                    <a:pt x="4254107" y="718240"/>
                  </a:lnTo>
                  <a:lnTo>
                    <a:pt x="4254225" y="718240"/>
                  </a:lnTo>
                  <a:lnTo>
                    <a:pt x="4254343" y="718240"/>
                  </a:lnTo>
                  <a:lnTo>
                    <a:pt x="4254460" y="718240"/>
                  </a:lnTo>
                  <a:lnTo>
                    <a:pt x="4254578" y="718240"/>
                  </a:lnTo>
                  <a:lnTo>
                    <a:pt x="4254696" y="718240"/>
                  </a:lnTo>
                  <a:lnTo>
                    <a:pt x="4254813" y="718240"/>
                  </a:lnTo>
                  <a:lnTo>
                    <a:pt x="4254931" y="718240"/>
                  </a:lnTo>
                  <a:lnTo>
                    <a:pt x="4255048" y="718240"/>
                  </a:lnTo>
                  <a:lnTo>
                    <a:pt x="4255166" y="718240"/>
                  </a:lnTo>
                  <a:lnTo>
                    <a:pt x="4255284" y="718240"/>
                  </a:lnTo>
                  <a:lnTo>
                    <a:pt x="4255401" y="718240"/>
                  </a:lnTo>
                  <a:lnTo>
                    <a:pt x="4255519" y="718240"/>
                  </a:lnTo>
                  <a:lnTo>
                    <a:pt x="4255636" y="718240"/>
                  </a:lnTo>
                  <a:lnTo>
                    <a:pt x="4255754" y="718240"/>
                  </a:lnTo>
                  <a:lnTo>
                    <a:pt x="4255872" y="718240"/>
                  </a:lnTo>
                  <a:lnTo>
                    <a:pt x="4255989" y="718240"/>
                  </a:lnTo>
                  <a:lnTo>
                    <a:pt x="4256107" y="718240"/>
                  </a:lnTo>
                  <a:lnTo>
                    <a:pt x="4256225" y="718240"/>
                  </a:lnTo>
                  <a:lnTo>
                    <a:pt x="4256342" y="718240"/>
                  </a:lnTo>
                  <a:lnTo>
                    <a:pt x="4256460" y="718240"/>
                  </a:lnTo>
                  <a:lnTo>
                    <a:pt x="4256577" y="718240"/>
                  </a:lnTo>
                  <a:lnTo>
                    <a:pt x="4256695" y="718240"/>
                  </a:lnTo>
                  <a:lnTo>
                    <a:pt x="4256813" y="718240"/>
                  </a:lnTo>
                  <a:lnTo>
                    <a:pt x="4256930" y="718240"/>
                  </a:lnTo>
                  <a:lnTo>
                    <a:pt x="4257048" y="718240"/>
                  </a:lnTo>
                  <a:lnTo>
                    <a:pt x="4257165" y="718240"/>
                  </a:lnTo>
                  <a:lnTo>
                    <a:pt x="4257283" y="718240"/>
                  </a:lnTo>
                  <a:lnTo>
                    <a:pt x="4257401" y="718240"/>
                  </a:lnTo>
                  <a:lnTo>
                    <a:pt x="4257518" y="718240"/>
                  </a:lnTo>
                  <a:lnTo>
                    <a:pt x="4257636" y="718240"/>
                  </a:lnTo>
                  <a:lnTo>
                    <a:pt x="4257754" y="718240"/>
                  </a:lnTo>
                  <a:lnTo>
                    <a:pt x="4257871" y="718240"/>
                  </a:lnTo>
                  <a:lnTo>
                    <a:pt x="4257989" y="718240"/>
                  </a:lnTo>
                  <a:lnTo>
                    <a:pt x="4258106" y="718240"/>
                  </a:lnTo>
                  <a:lnTo>
                    <a:pt x="4258224" y="718240"/>
                  </a:lnTo>
                  <a:lnTo>
                    <a:pt x="4258342" y="718240"/>
                  </a:lnTo>
                  <a:lnTo>
                    <a:pt x="4258459" y="718240"/>
                  </a:lnTo>
                  <a:lnTo>
                    <a:pt x="4258577" y="718240"/>
                  </a:lnTo>
                  <a:lnTo>
                    <a:pt x="4258694" y="718240"/>
                  </a:lnTo>
                  <a:lnTo>
                    <a:pt x="4258812" y="718240"/>
                  </a:lnTo>
                  <a:lnTo>
                    <a:pt x="4258812" y="717810"/>
                  </a:lnTo>
                  <a:lnTo>
                    <a:pt x="4258930" y="717810"/>
                  </a:lnTo>
                  <a:lnTo>
                    <a:pt x="4259047" y="717810"/>
                  </a:lnTo>
                  <a:lnTo>
                    <a:pt x="4259165" y="717810"/>
                  </a:lnTo>
                  <a:lnTo>
                    <a:pt x="4259282" y="717810"/>
                  </a:lnTo>
                  <a:lnTo>
                    <a:pt x="4259400" y="717810"/>
                  </a:lnTo>
                  <a:lnTo>
                    <a:pt x="4259518" y="717810"/>
                  </a:lnTo>
                  <a:lnTo>
                    <a:pt x="4259635" y="717810"/>
                  </a:lnTo>
                  <a:lnTo>
                    <a:pt x="4259635" y="717379"/>
                  </a:lnTo>
                  <a:lnTo>
                    <a:pt x="4259753" y="717379"/>
                  </a:lnTo>
                  <a:lnTo>
                    <a:pt x="4259753" y="716949"/>
                  </a:lnTo>
                  <a:lnTo>
                    <a:pt x="4259871" y="716949"/>
                  </a:lnTo>
                  <a:lnTo>
                    <a:pt x="4259988" y="716949"/>
                  </a:lnTo>
                  <a:lnTo>
                    <a:pt x="4260106" y="716949"/>
                  </a:lnTo>
                  <a:lnTo>
                    <a:pt x="4260223" y="716949"/>
                  </a:lnTo>
                  <a:lnTo>
                    <a:pt x="4260341" y="716949"/>
                  </a:lnTo>
                  <a:lnTo>
                    <a:pt x="4260459" y="716949"/>
                  </a:lnTo>
                  <a:lnTo>
                    <a:pt x="4260576" y="716949"/>
                  </a:lnTo>
                  <a:lnTo>
                    <a:pt x="4260576" y="716518"/>
                  </a:lnTo>
                  <a:lnTo>
                    <a:pt x="4260694" y="716518"/>
                  </a:lnTo>
                  <a:lnTo>
                    <a:pt x="4260811" y="716518"/>
                  </a:lnTo>
                  <a:lnTo>
                    <a:pt x="4260811" y="716087"/>
                  </a:lnTo>
                  <a:lnTo>
                    <a:pt x="4260929" y="716087"/>
                  </a:lnTo>
                  <a:lnTo>
                    <a:pt x="4261047" y="716087"/>
                  </a:lnTo>
                  <a:lnTo>
                    <a:pt x="4261164" y="716087"/>
                  </a:lnTo>
                  <a:lnTo>
                    <a:pt x="4261282" y="716087"/>
                  </a:lnTo>
                  <a:lnTo>
                    <a:pt x="4261282" y="715657"/>
                  </a:lnTo>
                  <a:lnTo>
                    <a:pt x="4261400" y="715657"/>
                  </a:lnTo>
                  <a:lnTo>
                    <a:pt x="4261400" y="715226"/>
                  </a:lnTo>
                  <a:lnTo>
                    <a:pt x="4261517" y="715226"/>
                  </a:lnTo>
                  <a:lnTo>
                    <a:pt x="4261635" y="715226"/>
                  </a:lnTo>
                  <a:lnTo>
                    <a:pt x="4261752" y="715226"/>
                  </a:lnTo>
                  <a:lnTo>
                    <a:pt x="4261870" y="715226"/>
                  </a:lnTo>
                  <a:lnTo>
                    <a:pt x="4261988" y="715226"/>
                  </a:lnTo>
                  <a:lnTo>
                    <a:pt x="4262105" y="715226"/>
                  </a:lnTo>
                  <a:lnTo>
                    <a:pt x="4262223" y="715226"/>
                  </a:lnTo>
                  <a:lnTo>
                    <a:pt x="4262340" y="715226"/>
                  </a:lnTo>
                  <a:lnTo>
                    <a:pt x="4262458" y="715226"/>
                  </a:lnTo>
                  <a:lnTo>
                    <a:pt x="4262458" y="714796"/>
                  </a:lnTo>
                  <a:lnTo>
                    <a:pt x="4262576" y="714796"/>
                  </a:lnTo>
                  <a:lnTo>
                    <a:pt x="4262693" y="714796"/>
                  </a:lnTo>
                  <a:lnTo>
                    <a:pt x="4262693" y="714365"/>
                  </a:lnTo>
                  <a:lnTo>
                    <a:pt x="4262811" y="714365"/>
                  </a:lnTo>
                  <a:lnTo>
                    <a:pt x="4262811" y="713934"/>
                  </a:lnTo>
                  <a:lnTo>
                    <a:pt x="4262929" y="713934"/>
                  </a:lnTo>
                  <a:lnTo>
                    <a:pt x="4263046" y="713934"/>
                  </a:lnTo>
                  <a:lnTo>
                    <a:pt x="4263164" y="713934"/>
                  </a:lnTo>
                  <a:lnTo>
                    <a:pt x="4263281" y="713934"/>
                  </a:lnTo>
                  <a:lnTo>
                    <a:pt x="4263399" y="713934"/>
                  </a:lnTo>
                  <a:lnTo>
                    <a:pt x="4263517" y="713934"/>
                  </a:lnTo>
                  <a:lnTo>
                    <a:pt x="4263634" y="713934"/>
                  </a:lnTo>
                  <a:lnTo>
                    <a:pt x="4263752" y="713934"/>
                  </a:lnTo>
                  <a:lnTo>
                    <a:pt x="4263869" y="713934"/>
                  </a:lnTo>
                  <a:lnTo>
                    <a:pt x="4263987" y="713934"/>
                  </a:lnTo>
                  <a:lnTo>
                    <a:pt x="4264105" y="713934"/>
                  </a:lnTo>
                  <a:lnTo>
                    <a:pt x="4264222" y="713934"/>
                  </a:lnTo>
                  <a:lnTo>
                    <a:pt x="4264222" y="713504"/>
                  </a:lnTo>
                  <a:lnTo>
                    <a:pt x="4264340" y="713504"/>
                  </a:lnTo>
                  <a:lnTo>
                    <a:pt x="4264458" y="713504"/>
                  </a:lnTo>
                  <a:lnTo>
                    <a:pt x="4264575" y="713504"/>
                  </a:lnTo>
                  <a:lnTo>
                    <a:pt x="4264693" y="713504"/>
                  </a:lnTo>
                  <a:lnTo>
                    <a:pt x="4264810" y="713504"/>
                  </a:lnTo>
                  <a:lnTo>
                    <a:pt x="4264928" y="713504"/>
                  </a:lnTo>
                  <a:lnTo>
                    <a:pt x="4265046" y="713504"/>
                  </a:lnTo>
                  <a:lnTo>
                    <a:pt x="4265163" y="713504"/>
                  </a:lnTo>
                  <a:lnTo>
                    <a:pt x="4265281" y="713504"/>
                  </a:lnTo>
                  <a:lnTo>
                    <a:pt x="4265398" y="713504"/>
                  </a:lnTo>
                  <a:lnTo>
                    <a:pt x="4265516" y="713504"/>
                  </a:lnTo>
                  <a:lnTo>
                    <a:pt x="4265634" y="713504"/>
                  </a:lnTo>
                  <a:lnTo>
                    <a:pt x="4265751" y="713504"/>
                  </a:lnTo>
                  <a:lnTo>
                    <a:pt x="4265869" y="713504"/>
                  </a:lnTo>
                  <a:lnTo>
                    <a:pt x="4265987" y="713504"/>
                  </a:lnTo>
                  <a:lnTo>
                    <a:pt x="4266104" y="713504"/>
                  </a:lnTo>
                  <a:lnTo>
                    <a:pt x="4266104" y="713073"/>
                  </a:lnTo>
                  <a:lnTo>
                    <a:pt x="4266222" y="713073"/>
                  </a:lnTo>
                  <a:lnTo>
                    <a:pt x="4266339" y="713073"/>
                  </a:lnTo>
                  <a:lnTo>
                    <a:pt x="4266457" y="713073"/>
                  </a:lnTo>
                  <a:lnTo>
                    <a:pt x="4266575" y="713073"/>
                  </a:lnTo>
                  <a:lnTo>
                    <a:pt x="4266575" y="712643"/>
                  </a:lnTo>
                  <a:lnTo>
                    <a:pt x="4266692" y="712643"/>
                  </a:lnTo>
                  <a:lnTo>
                    <a:pt x="4266810" y="712643"/>
                  </a:lnTo>
                  <a:lnTo>
                    <a:pt x="4266927" y="712643"/>
                  </a:lnTo>
                  <a:lnTo>
                    <a:pt x="4267045" y="712643"/>
                  </a:lnTo>
                  <a:lnTo>
                    <a:pt x="4267163" y="712643"/>
                  </a:lnTo>
                  <a:lnTo>
                    <a:pt x="4267163" y="712212"/>
                  </a:lnTo>
                  <a:lnTo>
                    <a:pt x="4267280" y="712212"/>
                  </a:lnTo>
                  <a:lnTo>
                    <a:pt x="4267280" y="711781"/>
                  </a:lnTo>
                  <a:lnTo>
                    <a:pt x="4267398" y="711781"/>
                  </a:lnTo>
                  <a:lnTo>
                    <a:pt x="4267515" y="711781"/>
                  </a:lnTo>
                  <a:lnTo>
                    <a:pt x="4267633" y="711781"/>
                  </a:lnTo>
                  <a:lnTo>
                    <a:pt x="4267751" y="711781"/>
                  </a:lnTo>
                  <a:lnTo>
                    <a:pt x="4267868" y="711781"/>
                  </a:lnTo>
                  <a:lnTo>
                    <a:pt x="4267986" y="711781"/>
                  </a:lnTo>
                  <a:lnTo>
                    <a:pt x="4267986" y="711351"/>
                  </a:lnTo>
                  <a:lnTo>
                    <a:pt x="4268104" y="711351"/>
                  </a:lnTo>
                  <a:lnTo>
                    <a:pt x="4268221" y="711351"/>
                  </a:lnTo>
                  <a:lnTo>
                    <a:pt x="4268339" y="711351"/>
                  </a:lnTo>
                  <a:lnTo>
                    <a:pt x="4268456" y="711351"/>
                  </a:lnTo>
                  <a:lnTo>
                    <a:pt x="4268574" y="711351"/>
                  </a:lnTo>
                  <a:lnTo>
                    <a:pt x="4268692" y="711351"/>
                  </a:lnTo>
                  <a:lnTo>
                    <a:pt x="4268809" y="711351"/>
                  </a:lnTo>
                  <a:lnTo>
                    <a:pt x="4268927" y="711351"/>
                  </a:lnTo>
                  <a:lnTo>
                    <a:pt x="4269044" y="711351"/>
                  </a:lnTo>
                  <a:lnTo>
                    <a:pt x="4269162" y="711351"/>
                  </a:lnTo>
                  <a:lnTo>
                    <a:pt x="4269280" y="711351"/>
                  </a:lnTo>
                  <a:lnTo>
                    <a:pt x="4269397" y="711351"/>
                  </a:lnTo>
                  <a:lnTo>
                    <a:pt x="4269515" y="711351"/>
                  </a:lnTo>
                  <a:lnTo>
                    <a:pt x="4269633" y="711351"/>
                  </a:lnTo>
                  <a:lnTo>
                    <a:pt x="4269633" y="710920"/>
                  </a:lnTo>
                  <a:lnTo>
                    <a:pt x="4269750" y="710920"/>
                  </a:lnTo>
                  <a:lnTo>
                    <a:pt x="4269868" y="710920"/>
                  </a:lnTo>
                  <a:lnTo>
                    <a:pt x="4269985" y="710920"/>
                  </a:lnTo>
                  <a:lnTo>
                    <a:pt x="4270103" y="710920"/>
                  </a:lnTo>
                  <a:lnTo>
                    <a:pt x="4270221" y="710920"/>
                  </a:lnTo>
                  <a:lnTo>
                    <a:pt x="4270338" y="710920"/>
                  </a:lnTo>
                  <a:lnTo>
                    <a:pt x="4270338" y="710490"/>
                  </a:lnTo>
                  <a:lnTo>
                    <a:pt x="4270456" y="710490"/>
                  </a:lnTo>
                  <a:lnTo>
                    <a:pt x="4270573" y="710490"/>
                  </a:lnTo>
                  <a:lnTo>
                    <a:pt x="4270691" y="710490"/>
                  </a:lnTo>
                  <a:lnTo>
                    <a:pt x="4270809" y="710490"/>
                  </a:lnTo>
                  <a:lnTo>
                    <a:pt x="4270926" y="710490"/>
                  </a:lnTo>
                  <a:lnTo>
                    <a:pt x="4271044" y="710490"/>
                  </a:lnTo>
                  <a:lnTo>
                    <a:pt x="4271162" y="710490"/>
                  </a:lnTo>
                  <a:lnTo>
                    <a:pt x="4271162" y="710059"/>
                  </a:lnTo>
                  <a:lnTo>
                    <a:pt x="4271162" y="709628"/>
                  </a:lnTo>
                  <a:lnTo>
                    <a:pt x="4271279" y="709628"/>
                  </a:lnTo>
                  <a:lnTo>
                    <a:pt x="4271397" y="709628"/>
                  </a:lnTo>
                  <a:lnTo>
                    <a:pt x="4271514" y="709628"/>
                  </a:lnTo>
                  <a:lnTo>
                    <a:pt x="4271632" y="709628"/>
                  </a:lnTo>
                  <a:lnTo>
                    <a:pt x="4271750" y="709628"/>
                  </a:lnTo>
                  <a:lnTo>
                    <a:pt x="4271867" y="709628"/>
                  </a:lnTo>
                  <a:lnTo>
                    <a:pt x="4271985" y="709628"/>
                  </a:lnTo>
                  <a:lnTo>
                    <a:pt x="4272102" y="709628"/>
                  </a:lnTo>
                  <a:lnTo>
                    <a:pt x="4272220" y="709628"/>
                  </a:lnTo>
                  <a:lnTo>
                    <a:pt x="4272338" y="709628"/>
                  </a:lnTo>
                  <a:lnTo>
                    <a:pt x="4272455" y="709628"/>
                  </a:lnTo>
                  <a:lnTo>
                    <a:pt x="4272573" y="709628"/>
                  </a:lnTo>
                  <a:lnTo>
                    <a:pt x="4272691" y="709628"/>
                  </a:lnTo>
                  <a:lnTo>
                    <a:pt x="4272808" y="709628"/>
                  </a:lnTo>
                  <a:lnTo>
                    <a:pt x="4272926" y="709628"/>
                  </a:lnTo>
                  <a:lnTo>
                    <a:pt x="4273043" y="709628"/>
                  </a:lnTo>
                  <a:lnTo>
                    <a:pt x="4273161" y="709628"/>
                  </a:lnTo>
                  <a:lnTo>
                    <a:pt x="4273279" y="709628"/>
                  </a:lnTo>
                  <a:lnTo>
                    <a:pt x="4273396" y="709628"/>
                  </a:lnTo>
                  <a:lnTo>
                    <a:pt x="4273514" y="709628"/>
                  </a:lnTo>
                  <a:lnTo>
                    <a:pt x="4273631" y="709628"/>
                  </a:lnTo>
                  <a:lnTo>
                    <a:pt x="4273749" y="709628"/>
                  </a:lnTo>
                  <a:lnTo>
                    <a:pt x="4273867" y="709628"/>
                  </a:lnTo>
                  <a:lnTo>
                    <a:pt x="4273984" y="709628"/>
                  </a:lnTo>
                  <a:lnTo>
                    <a:pt x="4274102" y="709628"/>
                  </a:lnTo>
                  <a:lnTo>
                    <a:pt x="4274220" y="709628"/>
                  </a:lnTo>
                  <a:lnTo>
                    <a:pt x="4274337" y="709628"/>
                  </a:lnTo>
                  <a:lnTo>
                    <a:pt x="4274455" y="709628"/>
                  </a:lnTo>
                  <a:lnTo>
                    <a:pt x="4274572" y="709628"/>
                  </a:lnTo>
                  <a:lnTo>
                    <a:pt x="4274690" y="709628"/>
                  </a:lnTo>
                  <a:lnTo>
                    <a:pt x="4274808" y="709628"/>
                  </a:lnTo>
                  <a:lnTo>
                    <a:pt x="4274925" y="709628"/>
                  </a:lnTo>
                  <a:lnTo>
                    <a:pt x="4275043" y="709628"/>
                  </a:lnTo>
                  <a:lnTo>
                    <a:pt x="4275160" y="709628"/>
                  </a:lnTo>
                  <a:lnTo>
                    <a:pt x="4275278" y="709628"/>
                  </a:lnTo>
                  <a:lnTo>
                    <a:pt x="4275396" y="709628"/>
                  </a:lnTo>
                  <a:lnTo>
                    <a:pt x="4275513" y="709628"/>
                  </a:lnTo>
                  <a:lnTo>
                    <a:pt x="4275631" y="709628"/>
                  </a:lnTo>
                  <a:lnTo>
                    <a:pt x="4275748" y="709628"/>
                  </a:lnTo>
                  <a:lnTo>
                    <a:pt x="4275866" y="709628"/>
                  </a:lnTo>
                  <a:lnTo>
                    <a:pt x="4275984" y="709628"/>
                  </a:lnTo>
                  <a:lnTo>
                    <a:pt x="4276101" y="709628"/>
                  </a:lnTo>
                  <a:lnTo>
                    <a:pt x="4276219" y="709628"/>
                  </a:lnTo>
                  <a:lnTo>
                    <a:pt x="4276337" y="709628"/>
                  </a:lnTo>
                  <a:lnTo>
                    <a:pt x="4276454" y="709628"/>
                  </a:lnTo>
                  <a:lnTo>
                    <a:pt x="4276454" y="709198"/>
                  </a:lnTo>
                  <a:lnTo>
                    <a:pt x="4276572" y="709198"/>
                  </a:lnTo>
                  <a:lnTo>
                    <a:pt x="4276689" y="709198"/>
                  </a:lnTo>
                  <a:lnTo>
                    <a:pt x="4276807" y="709198"/>
                  </a:lnTo>
                  <a:lnTo>
                    <a:pt x="4276925" y="709198"/>
                  </a:lnTo>
                  <a:lnTo>
                    <a:pt x="4277042" y="709198"/>
                  </a:lnTo>
                  <a:lnTo>
                    <a:pt x="4277160" y="709198"/>
                  </a:lnTo>
                  <a:lnTo>
                    <a:pt x="4277277" y="709198"/>
                  </a:lnTo>
                  <a:lnTo>
                    <a:pt x="4277395" y="709198"/>
                  </a:lnTo>
                  <a:lnTo>
                    <a:pt x="4277513" y="709198"/>
                  </a:lnTo>
                  <a:lnTo>
                    <a:pt x="4277630" y="709198"/>
                  </a:lnTo>
                  <a:lnTo>
                    <a:pt x="4277748" y="709198"/>
                  </a:lnTo>
                  <a:lnTo>
                    <a:pt x="4277866" y="709198"/>
                  </a:lnTo>
                  <a:lnTo>
                    <a:pt x="4277983" y="709198"/>
                  </a:lnTo>
                  <a:lnTo>
                    <a:pt x="4278101" y="709198"/>
                  </a:lnTo>
                  <a:lnTo>
                    <a:pt x="4278218" y="709198"/>
                  </a:lnTo>
                  <a:lnTo>
                    <a:pt x="4278218" y="708767"/>
                  </a:lnTo>
                  <a:lnTo>
                    <a:pt x="4278336" y="708767"/>
                  </a:lnTo>
                  <a:lnTo>
                    <a:pt x="4278454" y="708767"/>
                  </a:lnTo>
                  <a:lnTo>
                    <a:pt x="4278571" y="708767"/>
                  </a:lnTo>
                  <a:lnTo>
                    <a:pt x="4278689" y="708767"/>
                  </a:lnTo>
                  <a:lnTo>
                    <a:pt x="4278689" y="708337"/>
                  </a:lnTo>
                  <a:lnTo>
                    <a:pt x="4278806" y="708337"/>
                  </a:lnTo>
                  <a:lnTo>
                    <a:pt x="4278924" y="708337"/>
                  </a:lnTo>
                  <a:lnTo>
                    <a:pt x="4279042" y="708337"/>
                  </a:lnTo>
                  <a:lnTo>
                    <a:pt x="4279159" y="708337"/>
                  </a:lnTo>
                  <a:lnTo>
                    <a:pt x="4279159" y="707906"/>
                  </a:lnTo>
                  <a:lnTo>
                    <a:pt x="4279277" y="707906"/>
                  </a:lnTo>
                  <a:lnTo>
                    <a:pt x="4279395" y="707906"/>
                  </a:lnTo>
                  <a:lnTo>
                    <a:pt x="4279512" y="707906"/>
                  </a:lnTo>
                  <a:lnTo>
                    <a:pt x="4279630" y="707906"/>
                  </a:lnTo>
                  <a:lnTo>
                    <a:pt x="4279747" y="707906"/>
                  </a:lnTo>
                  <a:lnTo>
                    <a:pt x="4279865" y="707906"/>
                  </a:lnTo>
                  <a:lnTo>
                    <a:pt x="4279983" y="707906"/>
                  </a:lnTo>
                  <a:lnTo>
                    <a:pt x="4280100" y="707906"/>
                  </a:lnTo>
                  <a:lnTo>
                    <a:pt x="4280218" y="707906"/>
                  </a:lnTo>
                  <a:lnTo>
                    <a:pt x="4280218" y="707475"/>
                  </a:lnTo>
                  <a:lnTo>
                    <a:pt x="4280218" y="707045"/>
                  </a:lnTo>
                  <a:lnTo>
                    <a:pt x="4280218" y="706614"/>
                  </a:lnTo>
                  <a:lnTo>
                    <a:pt x="4280335" y="706614"/>
                  </a:lnTo>
                  <a:lnTo>
                    <a:pt x="4280453" y="706614"/>
                  </a:lnTo>
                  <a:lnTo>
                    <a:pt x="4280571" y="706614"/>
                  </a:lnTo>
                  <a:lnTo>
                    <a:pt x="4280688" y="706614"/>
                  </a:lnTo>
                  <a:lnTo>
                    <a:pt x="4280806" y="706614"/>
                  </a:lnTo>
                  <a:lnTo>
                    <a:pt x="4280924" y="706614"/>
                  </a:lnTo>
                  <a:lnTo>
                    <a:pt x="4281041" y="706614"/>
                  </a:lnTo>
                  <a:lnTo>
                    <a:pt x="4281159" y="706614"/>
                  </a:lnTo>
                  <a:lnTo>
                    <a:pt x="4281276" y="706614"/>
                  </a:lnTo>
                  <a:lnTo>
                    <a:pt x="4281276" y="706184"/>
                  </a:lnTo>
                  <a:lnTo>
                    <a:pt x="4281394" y="706184"/>
                  </a:lnTo>
                  <a:lnTo>
                    <a:pt x="4281394" y="705753"/>
                  </a:lnTo>
                  <a:lnTo>
                    <a:pt x="4281394" y="705322"/>
                  </a:lnTo>
                  <a:lnTo>
                    <a:pt x="4281512" y="705322"/>
                  </a:lnTo>
                  <a:lnTo>
                    <a:pt x="4281629" y="705322"/>
                  </a:lnTo>
                  <a:lnTo>
                    <a:pt x="4281629" y="704892"/>
                  </a:lnTo>
                  <a:lnTo>
                    <a:pt x="4281747" y="704892"/>
                  </a:lnTo>
                  <a:lnTo>
                    <a:pt x="4281864" y="704892"/>
                  </a:lnTo>
                  <a:lnTo>
                    <a:pt x="4281982" y="704892"/>
                  </a:lnTo>
                  <a:lnTo>
                    <a:pt x="4282100" y="704892"/>
                  </a:lnTo>
                  <a:lnTo>
                    <a:pt x="4282217" y="704892"/>
                  </a:lnTo>
                  <a:lnTo>
                    <a:pt x="4282335" y="704892"/>
                  </a:lnTo>
                  <a:lnTo>
                    <a:pt x="4282452" y="704892"/>
                  </a:lnTo>
                  <a:lnTo>
                    <a:pt x="4282570" y="704892"/>
                  </a:lnTo>
                  <a:lnTo>
                    <a:pt x="4282688" y="704892"/>
                  </a:lnTo>
                  <a:lnTo>
                    <a:pt x="4282805" y="704892"/>
                  </a:lnTo>
                  <a:lnTo>
                    <a:pt x="4282923" y="704892"/>
                  </a:lnTo>
                  <a:lnTo>
                    <a:pt x="4283041" y="704892"/>
                  </a:lnTo>
                  <a:lnTo>
                    <a:pt x="4283158" y="704892"/>
                  </a:lnTo>
                  <a:lnTo>
                    <a:pt x="4283158" y="704461"/>
                  </a:lnTo>
                  <a:lnTo>
                    <a:pt x="4283276" y="704461"/>
                  </a:lnTo>
                  <a:lnTo>
                    <a:pt x="4283276" y="704031"/>
                  </a:lnTo>
                  <a:lnTo>
                    <a:pt x="4283393" y="704031"/>
                  </a:lnTo>
                  <a:lnTo>
                    <a:pt x="4283511" y="704031"/>
                  </a:lnTo>
                  <a:lnTo>
                    <a:pt x="4283511" y="703600"/>
                  </a:lnTo>
                  <a:lnTo>
                    <a:pt x="4283629" y="703600"/>
                  </a:lnTo>
                  <a:lnTo>
                    <a:pt x="4283629" y="703169"/>
                  </a:lnTo>
                  <a:lnTo>
                    <a:pt x="4283629" y="702739"/>
                  </a:lnTo>
                  <a:lnTo>
                    <a:pt x="4283746" y="702739"/>
                  </a:lnTo>
                  <a:lnTo>
                    <a:pt x="4283864" y="702739"/>
                  </a:lnTo>
                  <a:lnTo>
                    <a:pt x="4283981" y="702739"/>
                  </a:lnTo>
                  <a:lnTo>
                    <a:pt x="4284099" y="702739"/>
                  </a:lnTo>
                  <a:lnTo>
                    <a:pt x="4284217" y="702739"/>
                  </a:lnTo>
                  <a:lnTo>
                    <a:pt x="4284334" y="702739"/>
                  </a:lnTo>
                  <a:lnTo>
                    <a:pt x="4284452" y="702739"/>
                  </a:lnTo>
                  <a:lnTo>
                    <a:pt x="4284570" y="702739"/>
                  </a:lnTo>
                  <a:lnTo>
                    <a:pt x="4284687" y="702739"/>
                  </a:lnTo>
                  <a:lnTo>
                    <a:pt x="4284805" y="702739"/>
                  </a:lnTo>
                  <a:lnTo>
                    <a:pt x="4284922" y="702739"/>
                  </a:lnTo>
                  <a:lnTo>
                    <a:pt x="4285040" y="702739"/>
                  </a:lnTo>
                  <a:lnTo>
                    <a:pt x="4285158" y="702739"/>
                  </a:lnTo>
                  <a:lnTo>
                    <a:pt x="4285275" y="702739"/>
                  </a:lnTo>
                  <a:lnTo>
                    <a:pt x="4285393" y="702739"/>
                  </a:lnTo>
                  <a:lnTo>
                    <a:pt x="4285510" y="702739"/>
                  </a:lnTo>
                  <a:lnTo>
                    <a:pt x="4285628" y="702739"/>
                  </a:lnTo>
                  <a:lnTo>
                    <a:pt x="4285746" y="702739"/>
                  </a:lnTo>
                  <a:lnTo>
                    <a:pt x="4285746" y="702308"/>
                  </a:lnTo>
                  <a:lnTo>
                    <a:pt x="4285863" y="702308"/>
                  </a:lnTo>
                  <a:lnTo>
                    <a:pt x="4285981" y="702308"/>
                  </a:lnTo>
                  <a:lnTo>
                    <a:pt x="4286099" y="702308"/>
                  </a:lnTo>
                  <a:lnTo>
                    <a:pt x="4286216" y="702308"/>
                  </a:lnTo>
                  <a:lnTo>
                    <a:pt x="4286334" y="702308"/>
                  </a:lnTo>
                  <a:lnTo>
                    <a:pt x="4286451" y="702308"/>
                  </a:lnTo>
                  <a:lnTo>
                    <a:pt x="4286569" y="702308"/>
                  </a:lnTo>
                  <a:lnTo>
                    <a:pt x="4286687" y="702308"/>
                  </a:lnTo>
                  <a:lnTo>
                    <a:pt x="4286804" y="702308"/>
                  </a:lnTo>
                  <a:lnTo>
                    <a:pt x="4286922" y="702308"/>
                  </a:lnTo>
                  <a:lnTo>
                    <a:pt x="4287039" y="702308"/>
                  </a:lnTo>
                  <a:lnTo>
                    <a:pt x="4287157" y="702308"/>
                  </a:lnTo>
                  <a:lnTo>
                    <a:pt x="4287275" y="702308"/>
                  </a:lnTo>
                  <a:lnTo>
                    <a:pt x="4287392" y="702308"/>
                  </a:lnTo>
                  <a:lnTo>
                    <a:pt x="4287392" y="701878"/>
                  </a:lnTo>
                  <a:lnTo>
                    <a:pt x="4287510" y="701878"/>
                  </a:lnTo>
                  <a:lnTo>
                    <a:pt x="4287628" y="701878"/>
                  </a:lnTo>
                  <a:lnTo>
                    <a:pt x="4287745" y="701878"/>
                  </a:lnTo>
                  <a:lnTo>
                    <a:pt x="4287863" y="701878"/>
                  </a:lnTo>
                  <a:lnTo>
                    <a:pt x="4287863" y="701447"/>
                  </a:lnTo>
                  <a:lnTo>
                    <a:pt x="4287980" y="701447"/>
                  </a:lnTo>
                  <a:lnTo>
                    <a:pt x="4288098" y="701447"/>
                  </a:lnTo>
                  <a:lnTo>
                    <a:pt x="4288216" y="701447"/>
                  </a:lnTo>
                  <a:lnTo>
                    <a:pt x="4288333" y="701447"/>
                  </a:lnTo>
                  <a:lnTo>
                    <a:pt x="4288333" y="701016"/>
                  </a:lnTo>
                  <a:lnTo>
                    <a:pt x="4288451" y="701016"/>
                  </a:lnTo>
                  <a:lnTo>
                    <a:pt x="4288568" y="701016"/>
                  </a:lnTo>
                  <a:lnTo>
                    <a:pt x="4288686" y="701016"/>
                  </a:lnTo>
                  <a:lnTo>
                    <a:pt x="4288804" y="701016"/>
                  </a:lnTo>
                  <a:lnTo>
                    <a:pt x="4288921" y="701016"/>
                  </a:lnTo>
                  <a:lnTo>
                    <a:pt x="4289039" y="701016"/>
                  </a:lnTo>
                  <a:lnTo>
                    <a:pt x="4289157" y="701016"/>
                  </a:lnTo>
                  <a:lnTo>
                    <a:pt x="4289157" y="700586"/>
                  </a:lnTo>
                  <a:lnTo>
                    <a:pt x="4289274" y="700586"/>
                  </a:lnTo>
                  <a:lnTo>
                    <a:pt x="4289392" y="700586"/>
                  </a:lnTo>
                  <a:lnTo>
                    <a:pt x="4289509" y="700586"/>
                  </a:lnTo>
                  <a:lnTo>
                    <a:pt x="4289627" y="700586"/>
                  </a:lnTo>
                  <a:lnTo>
                    <a:pt x="4289745" y="700586"/>
                  </a:lnTo>
                  <a:lnTo>
                    <a:pt x="4289862" y="700586"/>
                  </a:lnTo>
                  <a:lnTo>
                    <a:pt x="4289980" y="700586"/>
                  </a:lnTo>
                  <a:lnTo>
                    <a:pt x="4290097" y="700586"/>
                  </a:lnTo>
                  <a:lnTo>
                    <a:pt x="4290215" y="700586"/>
                  </a:lnTo>
                  <a:lnTo>
                    <a:pt x="4290333" y="700586"/>
                  </a:lnTo>
                  <a:lnTo>
                    <a:pt x="4290450" y="700586"/>
                  </a:lnTo>
                  <a:lnTo>
                    <a:pt x="4290568" y="700586"/>
                  </a:lnTo>
                  <a:lnTo>
                    <a:pt x="4290685" y="700586"/>
                  </a:lnTo>
                  <a:lnTo>
                    <a:pt x="4290685" y="700155"/>
                  </a:lnTo>
                  <a:lnTo>
                    <a:pt x="4290803" y="700155"/>
                  </a:lnTo>
                  <a:lnTo>
                    <a:pt x="4290921" y="700155"/>
                  </a:lnTo>
                  <a:lnTo>
                    <a:pt x="4291038" y="700155"/>
                  </a:lnTo>
                  <a:lnTo>
                    <a:pt x="4291156" y="700155"/>
                  </a:lnTo>
                  <a:lnTo>
                    <a:pt x="4291274" y="700155"/>
                  </a:lnTo>
                  <a:lnTo>
                    <a:pt x="4291391" y="700155"/>
                  </a:lnTo>
                  <a:lnTo>
                    <a:pt x="4291509" y="700155"/>
                  </a:lnTo>
                  <a:lnTo>
                    <a:pt x="4291626" y="700155"/>
                  </a:lnTo>
                  <a:lnTo>
                    <a:pt x="4291744" y="700155"/>
                  </a:lnTo>
                  <a:lnTo>
                    <a:pt x="4291862" y="700155"/>
                  </a:lnTo>
                  <a:lnTo>
                    <a:pt x="4291979" y="700155"/>
                  </a:lnTo>
                  <a:lnTo>
                    <a:pt x="4292097" y="700155"/>
                  </a:lnTo>
                  <a:lnTo>
                    <a:pt x="4292214" y="700155"/>
                  </a:lnTo>
                  <a:lnTo>
                    <a:pt x="4292332" y="700155"/>
                  </a:lnTo>
                  <a:lnTo>
                    <a:pt x="4292450" y="700155"/>
                  </a:lnTo>
                  <a:lnTo>
                    <a:pt x="4292567" y="700155"/>
                  </a:lnTo>
                  <a:lnTo>
                    <a:pt x="4292685" y="700155"/>
                  </a:lnTo>
                  <a:lnTo>
                    <a:pt x="4292803" y="700155"/>
                  </a:lnTo>
                  <a:lnTo>
                    <a:pt x="4292920" y="700155"/>
                  </a:lnTo>
                  <a:lnTo>
                    <a:pt x="4293038" y="700155"/>
                  </a:lnTo>
                  <a:lnTo>
                    <a:pt x="4293155" y="700155"/>
                  </a:lnTo>
                  <a:lnTo>
                    <a:pt x="4293273" y="700155"/>
                  </a:lnTo>
                  <a:lnTo>
                    <a:pt x="4293391" y="700155"/>
                  </a:lnTo>
                  <a:lnTo>
                    <a:pt x="4293391" y="699725"/>
                  </a:lnTo>
                  <a:lnTo>
                    <a:pt x="4293508" y="699725"/>
                  </a:lnTo>
                  <a:lnTo>
                    <a:pt x="4293626" y="699725"/>
                  </a:lnTo>
                  <a:lnTo>
                    <a:pt x="4293626" y="699294"/>
                  </a:lnTo>
                  <a:lnTo>
                    <a:pt x="4293743" y="699294"/>
                  </a:lnTo>
                  <a:lnTo>
                    <a:pt x="4293861" y="699294"/>
                  </a:lnTo>
                  <a:lnTo>
                    <a:pt x="4293979" y="699294"/>
                  </a:lnTo>
                  <a:lnTo>
                    <a:pt x="4294096" y="699294"/>
                  </a:lnTo>
                  <a:lnTo>
                    <a:pt x="4294214" y="699294"/>
                  </a:lnTo>
                  <a:lnTo>
                    <a:pt x="4294332" y="699294"/>
                  </a:lnTo>
                  <a:lnTo>
                    <a:pt x="4294449" y="699294"/>
                  </a:lnTo>
                  <a:lnTo>
                    <a:pt x="4294567" y="699294"/>
                  </a:lnTo>
                  <a:lnTo>
                    <a:pt x="4294684" y="699294"/>
                  </a:lnTo>
                  <a:lnTo>
                    <a:pt x="4294802" y="699294"/>
                  </a:lnTo>
                  <a:lnTo>
                    <a:pt x="4294920" y="699294"/>
                  </a:lnTo>
                  <a:lnTo>
                    <a:pt x="4295037" y="699294"/>
                  </a:lnTo>
                  <a:lnTo>
                    <a:pt x="4295037" y="698863"/>
                  </a:lnTo>
                  <a:lnTo>
                    <a:pt x="4295155" y="698863"/>
                  </a:lnTo>
                  <a:lnTo>
                    <a:pt x="4295272" y="698863"/>
                  </a:lnTo>
                  <a:lnTo>
                    <a:pt x="4295390" y="698863"/>
                  </a:lnTo>
                  <a:lnTo>
                    <a:pt x="4295508" y="698863"/>
                  </a:lnTo>
                  <a:lnTo>
                    <a:pt x="4295625" y="698863"/>
                  </a:lnTo>
                  <a:lnTo>
                    <a:pt x="4295743" y="698863"/>
                  </a:lnTo>
                  <a:lnTo>
                    <a:pt x="4295861" y="698863"/>
                  </a:lnTo>
                  <a:lnTo>
                    <a:pt x="4295978" y="698863"/>
                  </a:lnTo>
                  <a:lnTo>
                    <a:pt x="4296096" y="698863"/>
                  </a:lnTo>
                  <a:lnTo>
                    <a:pt x="4296213" y="698863"/>
                  </a:lnTo>
                  <a:lnTo>
                    <a:pt x="4296213" y="698433"/>
                  </a:lnTo>
                  <a:lnTo>
                    <a:pt x="4296331" y="698433"/>
                  </a:lnTo>
                  <a:lnTo>
                    <a:pt x="4296449" y="698433"/>
                  </a:lnTo>
                  <a:lnTo>
                    <a:pt x="4296566" y="698433"/>
                  </a:lnTo>
                  <a:lnTo>
                    <a:pt x="4296566" y="698002"/>
                  </a:lnTo>
                  <a:lnTo>
                    <a:pt x="4296684" y="698002"/>
                  </a:lnTo>
                  <a:lnTo>
                    <a:pt x="4296801" y="698002"/>
                  </a:lnTo>
                  <a:lnTo>
                    <a:pt x="4296919" y="698002"/>
                  </a:lnTo>
                  <a:lnTo>
                    <a:pt x="4297037" y="698002"/>
                  </a:lnTo>
                  <a:lnTo>
                    <a:pt x="4297154" y="698002"/>
                  </a:lnTo>
                  <a:lnTo>
                    <a:pt x="4297272" y="698002"/>
                  </a:lnTo>
                  <a:lnTo>
                    <a:pt x="4297390" y="698002"/>
                  </a:lnTo>
                  <a:lnTo>
                    <a:pt x="4297507" y="698002"/>
                  </a:lnTo>
                  <a:lnTo>
                    <a:pt x="4297625" y="698002"/>
                  </a:lnTo>
                  <a:lnTo>
                    <a:pt x="4297742" y="698002"/>
                  </a:lnTo>
                  <a:lnTo>
                    <a:pt x="4297860" y="698002"/>
                  </a:lnTo>
                  <a:lnTo>
                    <a:pt x="4297978" y="698002"/>
                  </a:lnTo>
                  <a:lnTo>
                    <a:pt x="4297978" y="697572"/>
                  </a:lnTo>
                  <a:lnTo>
                    <a:pt x="4298095" y="697572"/>
                  </a:lnTo>
                  <a:lnTo>
                    <a:pt x="4298213" y="697572"/>
                  </a:lnTo>
                  <a:lnTo>
                    <a:pt x="4298330" y="697572"/>
                  </a:lnTo>
                  <a:lnTo>
                    <a:pt x="4298330" y="697141"/>
                  </a:lnTo>
                  <a:lnTo>
                    <a:pt x="4298448" y="697141"/>
                  </a:lnTo>
                  <a:lnTo>
                    <a:pt x="4298566" y="697141"/>
                  </a:lnTo>
                  <a:lnTo>
                    <a:pt x="4298566" y="696710"/>
                  </a:lnTo>
                  <a:lnTo>
                    <a:pt x="4298683" y="696710"/>
                  </a:lnTo>
                  <a:lnTo>
                    <a:pt x="4298801" y="696710"/>
                  </a:lnTo>
                  <a:lnTo>
                    <a:pt x="4298918" y="696710"/>
                  </a:lnTo>
                  <a:lnTo>
                    <a:pt x="4298918" y="696280"/>
                  </a:lnTo>
                  <a:lnTo>
                    <a:pt x="4299036" y="696280"/>
                  </a:lnTo>
                  <a:lnTo>
                    <a:pt x="4299036" y="695849"/>
                  </a:lnTo>
                  <a:lnTo>
                    <a:pt x="4299154" y="695849"/>
                  </a:lnTo>
                  <a:lnTo>
                    <a:pt x="4299271" y="695849"/>
                  </a:lnTo>
                  <a:lnTo>
                    <a:pt x="4299389" y="695849"/>
                  </a:lnTo>
                  <a:lnTo>
                    <a:pt x="4299507" y="695849"/>
                  </a:lnTo>
                  <a:lnTo>
                    <a:pt x="4299624" y="695849"/>
                  </a:lnTo>
                  <a:lnTo>
                    <a:pt x="4299742" y="695849"/>
                  </a:lnTo>
                  <a:lnTo>
                    <a:pt x="4299859" y="695849"/>
                  </a:lnTo>
                  <a:lnTo>
                    <a:pt x="4299977" y="695849"/>
                  </a:lnTo>
                  <a:lnTo>
                    <a:pt x="4300095" y="695849"/>
                  </a:lnTo>
                  <a:lnTo>
                    <a:pt x="4300095" y="695419"/>
                  </a:lnTo>
                  <a:lnTo>
                    <a:pt x="4300212" y="695419"/>
                  </a:lnTo>
                  <a:lnTo>
                    <a:pt x="4300330" y="695419"/>
                  </a:lnTo>
                  <a:lnTo>
                    <a:pt x="4300447" y="695419"/>
                  </a:lnTo>
                  <a:lnTo>
                    <a:pt x="4300565" y="695419"/>
                  </a:lnTo>
                  <a:lnTo>
                    <a:pt x="4300683" y="695419"/>
                  </a:lnTo>
                  <a:lnTo>
                    <a:pt x="4300800" y="695419"/>
                  </a:lnTo>
                  <a:lnTo>
                    <a:pt x="4300918" y="695419"/>
                  </a:lnTo>
                  <a:lnTo>
                    <a:pt x="4301036" y="695419"/>
                  </a:lnTo>
                  <a:lnTo>
                    <a:pt x="4301153" y="695419"/>
                  </a:lnTo>
                  <a:lnTo>
                    <a:pt x="4301271" y="695419"/>
                  </a:lnTo>
                  <a:lnTo>
                    <a:pt x="4301388" y="695419"/>
                  </a:lnTo>
                  <a:lnTo>
                    <a:pt x="4301506" y="695419"/>
                  </a:lnTo>
                  <a:lnTo>
                    <a:pt x="4301624" y="695419"/>
                  </a:lnTo>
                  <a:lnTo>
                    <a:pt x="4301741" y="695419"/>
                  </a:lnTo>
                  <a:lnTo>
                    <a:pt x="4301859" y="695419"/>
                  </a:lnTo>
                  <a:lnTo>
                    <a:pt x="4301859" y="694988"/>
                  </a:lnTo>
                  <a:lnTo>
                    <a:pt x="4301976" y="694988"/>
                  </a:lnTo>
                  <a:lnTo>
                    <a:pt x="4302094" y="694988"/>
                  </a:lnTo>
                  <a:lnTo>
                    <a:pt x="4302212" y="694988"/>
                  </a:lnTo>
                  <a:lnTo>
                    <a:pt x="4302329" y="694988"/>
                  </a:lnTo>
                  <a:lnTo>
                    <a:pt x="4302447" y="694988"/>
                  </a:lnTo>
                  <a:lnTo>
                    <a:pt x="4302565" y="694988"/>
                  </a:lnTo>
                  <a:lnTo>
                    <a:pt x="4302565" y="694557"/>
                  </a:lnTo>
                  <a:lnTo>
                    <a:pt x="4302682" y="694557"/>
                  </a:lnTo>
                  <a:lnTo>
                    <a:pt x="4302682" y="694127"/>
                  </a:lnTo>
                  <a:lnTo>
                    <a:pt x="4302682" y="693696"/>
                  </a:lnTo>
                  <a:lnTo>
                    <a:pt x="4302800" y="693696"/>
                  </a:lnTo>
                  <a:lnTo>
                    <a:pt x="4302917" y="693696"/>
                  </a:lnTo>
                  <a:lnTo>
                    <a:pt x="4303035" y="693696"/>
                  </a:lnTo>
                  <a:lnTo>
                    <a:pt x="4303153" y="693696"/>
                  </a:lnTo>
                  <a:lnTo>
                    <a:pt x="4303270" y="693696"/>
                  </a:lnTo>
                  <a:lnTo>
                    <a:pt x="4303388" y="693696"/>
                  </a:lnTo>
                  <a:lnTo>
                    <a:pt x="4303505" y="693696"/>
                  </a:lnTo>
                  <a:lnTo>
                    <a:pt x="4303505" y="693266"/>
                  </a:lnTo>
                  <a:lnTo>
                    <a:pt x="4303623" y="693266"/>
                  </a:lnTo>
                  <a:lnTo>
                    <a:pt x="4303741" y="693266"/>
                  </a:lnTo>
                  <a:lnTo>
                    <a:pt x="4303858" y="693266"/>
                  </a:lnTo>
                  <a:lnTo>
                    <a:pt x="4303976" y="693266"/>
                  </a:lnTo>
                  <a:lnTo>
                    <a:pt x="4304094" y="693266"/>
                  </a:lnTo>
                  <a:lnTo>
                    <a:pt x="4304211" y="693266"/>
                  </a:lnTo>
                  <a:lnTo>
                    <a:pt x="4304329" y="693266"/>
                  </a:lnTo>
                  <a:lnTo>
                    <a:pt x="4304446" y="693266"/>
                  </a:lnTo>
                  <a:lnTo>
                    <a:pt x="4304564" y="693266"/>
                  </a:lnTo>
                  <a:lnTo>
                    <a:pt x="4304682" y="693266"/>
                  </a:lnTo>
                  <a:lnTo>
                    <a:pt x="4304682" y="692835"/>
                  </a:lnTo>
                  <a:lnTo>
                    <a:pt x="4304799" y="692835"/>
                  </a:lnTo>
                  <a:lnTo>
                    <a:pt x="4304917" y="692835"/>
                  </a:lnTo>
                  <a:lnTo>
                    <a:pt x="4305034" y="692835"/>
                  </a:lnTo>
                  <a:lnTo>
                    <a:pt x="4305152" y="692835"/>
                  </a:lnTo>
                  <a:lnTo>
                    <a:pt x="4305270" y="692835"/>
                  </a:lnTo>
                  <a:lnTo>
                    <a:pt x="4305387" y="692835"/>
                  </a:lnTo>
                  <a:lnTo>
                    <a:pt x="4305505" y="692835"/>
                  </a:lnTo>
                  <a:lnTo>
                    <a:pt x="4305623" y="692835"/>
                  </a:lnTo>
                  <a:lnTo>
                    <a:pt x="4305740" y="692835"/>
                  </a:lnTo>
                  <a:lnTo>
                    <a:pt x="4305858" y="692835"/>
                  </a:lnTo>
                  <a:lnTo>
                    <a:pt x="4305858" y="692404"/>
                  </a:lnTo>
                  <a:lnTo>
                    <a:pt x="4305975" y="692404"/>
                  </a:lnTo>
                  <a:lnTo>
                    <a:pt x="4306093" y="692404"/>
                  </a:lnTo>
                  <a:lnTo>
                    <a:pt x="4306211" y="692404"/>
                  </a:lnTo>
                  <a:lnTo>
                    <a:pt x="4306328" y="692404"/>
                  </a:lnTo>
                  <a:lnTo>
                    <a:pt x="4306328" y="691974"/>
                  </a:lnTo>
                  <a:lnTo>
                    <a:pt x="4306446" y="691974"/>
                  </a:lnTo>
                  <a:lnTo>
                    <a:pt x="4306563" y="691974"/>
                  </a:lnTo>
                  <a:lnTo>
                    <a:pt x="4306681" y="691974"/>
                  </a:lnTo>
                  <a:lnTo>
                    <a:pt x="4306799" y="691974"/>
                  </a:lnTo>
                  <a:lnTo>
                    <a:pt x="4306916" y="691974"/>
                  </a:lnTo>
                  <a:lnTo>
                    <a:pt x="4307034" y="691974"/>
                  </a:lnTo>
                  <a:lnTo>
                    <a:pt x="4307151" y="691974"/>
                  </a:lnTo>
                  <a:lnTo>
                    <a:pt x="4307269" y="691974"/>
                  </a:lnTo>
                  <a:lnTo>
                    <a:pt x="4307387" y="691974"/>
                  </a:lnTo>
                  <a:lnTo>
                    <a:pt x="4307504" y="691974"/>
                  </a:lnTo>
                  <a:lnTo>
                    <a:pt x="4307622" y="691974"/>
                  </a:lnTo>
                  <a:lnTo>
                    <a:pt x="4307740" y="691974"/>
                  </a:lnTo>
                  <a:lnTo>
                    <a:pt x="4307857" y="691974"/>
                  </a:lnTo>
                  <a:lnTo>
                    <a:pt x="4307857" y="691543"/>
                  </a:lnTo>
                  <a:lnTo>
                    <a:pt x="4307975" y="691543"/>
                  </a:lnTo>
                  <a:lnTo>
                    <a:pt x="4308092" y="691543"/>
                  </a:lnTo>
                  <a:lnTo>
                    <a:pt x="4308210" y="691543"/>
                  </a:lnTo>
                  <a:lnTo>
                    <a:pt x="4308210" y="691113"/>
                  </a:lnTo>
                  <a:lnTo>
                    <a:pt x="4308328" y="691113"/>
                  </a:lnTo>
                  <a:lnTo>
                    <a:pt x="4308445" y="691113"/>
                  </a:lnTo>
                  <a:lnTo>
                    <a:pt x="4308563" y="691113"/>
                  </a:lnTo>
                  <a:lnTo>
                    <a:pt x="4308680" y="691113"/>
                  </a:lnTo>
                  <a:lnTo>
                    <a:pt x="4308798" y="691113"/>
                  </a:lnTo>
                  <a:lnTo>
                    <a:pt x="4308916" y="691113"/>
                  </a:lnTo>
                  <a:lnTo>
                    <a:pt x="4309033" y="691113"/>
                  </a:lnTo>
                  <a:lnTo>
                    <a:pt x="4309151" y="691113"/>
                  </a:lnTo>
                  <a:lnTo>
                    <a:pt x="4309269" y="691113"/>
                  </a:lnTo>
                  <a:lnTo>
                    <a:pt x="4309386" y="691113"/>
                  </a:lnTo>
                  <a:lnTo>
                    <a:pt x="4309504" y="691113"/>
                  </a:lnTo>
                  <a:lnTo>
                    <a:pt x="4309504" y="690682"/>
                  </a:lnTo>
                  <a:lnTo>
                    <a:pt x="4309621" y="690682"/>
                  </a:lnTo>
                  <a:lnTo>
                    <a:pt x="4309739" y="690682"/>
                  </a:lnTo>
                  <a:lnTo>
                    <a:pt x="4309857" y="690682"/>
                  </a:lnTo>
                  <a:lnTo>
                    <a:pt x="4309974" y="690682"/>
                  </a:lnTo>
                  <a:lnTo>
                    <a:pt x="4310092" y="690682"/>
                  </a:lnTo>
                  <a:lnTo>
                    <a:pt x="4310209" y="690682"/>
                  </a:lnTo>
                  <a:lnTo>
                    <a:pt x="4310327" y="690682"/>
                  </a:lnTo>
                  <a:lnTo>
                    <a:pt x="4310445" y="690682"/>
                  </a:lnTo>
                  <a:lnTo>
                    <a:pt x="4310562" y="690682"/>
                  </a:lnTo>
                  <a:lnTo>
                    <a:pt x="4310680" y="690682"/>
                  </a:lnTo>
                  <a:lnTo>
                    <a:pt x="4310798" y="690682"/>
                  </a:lnTo>
                  <a:lnTo>
                    <a:pt x="4310915" y="690682"/>
                  </a:lnTo>
                  <a:lnTo>
                    <a:pt x="4311033" y="690682"/>
                  </a:lnTo>
                  <a:lnTo>
                    <a:pt x="4311150" y="690682"/>
                  </a:lnTo>
                  <a:lnTo>
                    <a:pt x="4311268" y="690682"/>
                  </a:lnTo>
                  <a:lnTo>
                    <a:pt x="4311386" y="690682"/>
                  </a:lnTo>
                  <a:lnTo>
                    <a:pt x="4311503" y="690682"/>
                  </a:lnTo>
                  <a:lnTo>
                    <a:pt x="4311621" y="690682"/>
                  </a:lnTo>
                  <a:lnTo>
                    <a:pt x="4311738" y="690682"/>
                  </a:lnTo>
                  <a:lnTo>
                    <a:pt x="4311856" y="690682"/>
                  </a:lnTo>
                  <a:lnTo>
                    <a:pt x="4311974" y="690682"/>
                  </a:lnTo>
                  <a:lnTo>
                    <a:pt x="4312091" y="690682"/>
                  </a:lnTo>
                  <a:lnTo>
                    <a:pt x="4312209" y="690682"/>
                  </a:lnTo>
                  <a:lnTo>
                    <a:pt x="4312327" y="690682"/>
                  </a:lnTo>
                  <a:lnTo>
                    <a:pt x="4312444" y="690682"/>
                  </a:lnTo>
                  <a:lnTo>
                    <a:pt x="4312562" y="690682"/>
                  </a:lnTo>
                  <a:lnTo>
                    <a:pt x="4312679" y="690682"/>
                  </a:lnTo>
                  <a:lnTo>
                    <a:pt x="4312679" y="690251"/>
                  </a:lnTo>
                  <a:lnTo>
                    <a:pt x="4312797" y="690251"/>
                  </a:lnTo>
                  <a:lnTo>
                    <a:pt x="4312915" y="690251"/>
                  </a:lnTo>
                  <a:lnTo>
                    <a:pt x="4313032" y="690251"/>
                  </a:lnTo>
                  <a:lnTo>
                    <a:pt x="4313150" y="690251"/>
                  </a:lnTo>
                  <a:lnTo>
                    <a:pt x="4313267" y="690251"/>
                  </a:lnTo>
                  <a:lnTo>
                    <a:pt x="4313267" y="689821"/>
                  </a:lnTo>
                  <a:lnTo>
                    <a:pt x="4313385" y="689821"/>
                  </a:lnTo>
                  <a:lnTo>
                    <a:pt x="4313503" y="689821"/>
                  </a:lnTo>
                  <a:lnTo>
                    <a:pt x="4313620" y="689821"/>
                  </a:lnTo>
                  <a:lnTo>
                    <a:pt x="4313620" y="689390"/>
                  </a:lnTo>
                  <a:lnTo>
                    <a:pt x="4313738" y="689390"/>
                  </a:lnTo>
                  <a:lnTo>
                    <a:pt x="4313856" y="689390"/>
                  </a:lnTo>
                  <a:lnTo>
                    <a:pt x="4313973" y="689390"/>
                  </a:lnTo>
                  <a:lnTo>
                    <a:pt x="4314091" y="689390"/>
                  </a:lnTo>
                  <a:lnTo>
                    <a:pt x="4314208" y="689390"/>
                  </a:lnTo>
                  <a:lnTo>
                    <a:pt x="4314326" y="689390"/>
                  </a:lnTo>
                  <a:lnTo>
                    <a:pt x="4314444" y="689390"/>
                  </a:lnTo>
                  <a:lnTo>
                    <a:pt x="4314561" y="689390"/>
                  </a:lnTo>
                  <a:lnTo>
                    <a:pt x="4314679" y="689390"/>
                  </a:lnTo>
                  <a:lnTo>
                    <a:pt x="4314796" y="689390"/>
                  </a:lnTo>
                  <a:lnTo>
                    <a:pt x="4314914" y="689390"/>
                  </a:lnTo>
                  <a:lnTo>
                    <a:pt x="4315032" y="689390"/>
                  </a:lnTo>
                  <a:lnTo>
                    <a:pt x="4315032" y="688960"/>
                  </a:lnTo>
                  <a:lnTo>
                    <a:pt x="4315149" y="688960"/>
                  </a:lnTo>
                  <a:lnTo>
                    <a:pt x="4315267" y="688960"/>
                  </a:lnTo>
                  <a:lnTo>
                    <a:pt x="4315384" y="688960"/>
                  </a:lnTo>
                  <a:lnTo>
                    <a:pt x="4315502" y="688960"/>
                  </a:lnTo>
                  <a:lnTo>
                    <a:pt x="4315620" y="688960"/>
                  </a:lnTo>
                  <a:lnTo>
                    <a:pt x="4315737" y="688960"/>
                  </a:lnTo>
                  <a:lnTo>
                    <a:pt x="4315855" y="688960"/>
                  </a:lnTo>
                  <a:lnTo>
                    <a:pt x="4315973" y="688960"/>
                  </a:lnTo>
                  <a:lnTo>
                    <a:pt x="4316090" y="688960"/>
                  </a:lnTo>
                  <a:lnTo>
                    <a:pt x="4316208" y="688960"/>
                  </a:lnTo>
                  <a:lnTo>
                    <a:pt x="4316208" y="688529"/>
                  </a:lnTo>
                  <a:lnTo>
                    <a:pt x="4316208" y="688098"/>
                  </a:lnTo>
                  <a:lnTo>
                    <a:pt x="4316325" y="688098"/>
                  </a:lnTo>
                  <a:lnTo>
                    <a:pt x="4316443" y="688098"/>
                  </a:lnTo>
                  <a:lnTo>
                    <a:pt x="4316443" y="687668"/>
                  </a:lnTo>
                  <a:lnTo>
                    <a:pt x="4316561" y="687668"/>
                  </a:lnTo>
                  <a:lnTo>
                    <a:pt x="4316678" y="687668"/>
                  </a:lnTo>
                  <a:lnTo>
                    <a:pt x="4316796" y="687668"/>
                  </a:lnTo>
                  <a:lnTo>
                    <a:pt x="4316913" y="687668"/>
                  </a:lnTo>
                  <a:lnTo>
                    <a:pt x="4317031" y="687668"/>
                  </a:lnTo>
                  <a:lnTo>
                    <a:pt x="4317149" y="687668"/>
                  </a:lnTo>
                  <a:lnTo>
                    <a:pt x="4317266" y="687668"/>
                  </a:lnTo>
                  <a:lnTo>
                    <a:pt x="4317384" y="687668"/>
                  </a:lnTo>
                  <a:lnTo>
                    <a:pt x="4317502" y="687668"/>
                  </a:lnTo>
                  <a:lnTo>
                    <a:pt x="4317619" y="687668"/>
                  </a:lnTo>
                  <a:lnTo>
                    <a:pt x="4317737" y="687668"/>
                  </a:lnTo>
                  <a:lnTo>
                    <a:pt x="4317854" y="687668"/>
                  </a:lnTo>
                  <a:lnTo>
                    <a:pt x="4317972" y="687668"/>
                  </a:lnTo>
                  <a:lnTo>
                    <a:pt x="4318090" y="687668"/>
                  </a:lnTo>
                  <a:lnTo>
                    <a:pt x="4318090" y="687237"/>
                  </a:lnTo>
                  <a:lnTo>
                    <a:pt x="4318207" y="687237"/>
                  </a:lnTo>
                  <a:lnTo>
                    <a:pt x="4318325" y="687237"/>
                  </a:lnTo>
                  <a:lnTo>
                    <a:pt x="4318442" y="687237"/>
                  </a:lnTo>
                  <a:lnTo>
                    <a:pt x="4318560" y="687237"/>
                  </a:lnTo>
                  <a:lnTo>
                    <a:pt x="4318678" y="687237"/>
                  </a:lnTo>
                  <a:lnTo>
                    <a:pt x="4318795" y="687237"/>
                  </a:lnTo>
                  <a:lnTo>
                    <a:pt x="4318913" y="687237"/>
                  </a:lnTo>
                  <a:lnTo>
                    <a:pt x="4319031" y="687237"/>
                  </a:lnTo>
                  <a:lnTo>
                    <a:pt x="4319031" y="686807"/>
                  </a:lnTo>
                  <a:lnTo>
                    <a:pt x="4319148" y="686807"/>
                  </a:lnTo>
                  <a:lnTo>
                    <a:pt x="4319266" y="686807"/>
                  </a:lnTo>
                  <a:lnTo>
                    <a:pt x="4319383" y="686807"/>
                  </a:lnTo>
                  <a:lnTo>
                    <a:pt x="4319501" y="686807"/>
                  </a:lnTo>
                  <a:lnTo>
                    <a:pt x="4319619" y="686807"/>
                  </a:lnTo>
                  <a:lnTo>
                    <a:pt x="4319736" y="686807"/>
                  </a:lnTo>
                  <a:lnTo>
                    <a:pt x="4319854" y="686807"/>
                  </a:lnTo>
                  <a:lnTo>
                    <a:pt x="4319971" y="686807"/>
                  </a:lnTo>
                  <a:lnTo>
                    <a:pt x="4320089" y="686807"/>
                  </a:lnTo>
                  <a:lnTo>
                    <a:pt x="4320207" y="686807"/>
                  </a:lnTo>
                  <a:lnTo>
                    <a:pt x="4320324" y="686807"/>
                  </a:lnTo>
                  <a:lnTo>
                    <a:pt x="4320442" y="686807"/>
                  </a:lnTo>
                  <a:lnTo>
                    <a:pt x="4320560" y="686807"/>
                  </a:lnTo>
                  <a:lnTo>
                    <a:pt x="4320677" y="686807"/>
                  </a:lnTo>
                  <a:lnTo>
                    <a:pt x="4320795" y="686807"/>
                  </a:lnTo>
                  <a:lnTo>
                    <a:pt x="4320912" y="686807"/>
                  </a:lnTo>
                  <a:lnTo>
                    <a:pt x="4321030" y="686807"/>
                  </a:lnTo>
                  <a:lnTo>
                    <a:pt x="4321148" y="686807"/>
                  </a:lnTo>
                  <a:lnTo>
                    <a:pt x="4321265" y="686807"/>
                  </a:lnTo>
                  <a:lnTo>
                    <a:pt x="4321383" y="686807"/>
                  </a:lnTo>
                  <a:lnTo>
                    <a:pt x="4321383" y="686376"/>
                  </a:lnTo>
                  <a:lnTo>
                    <a:pt x="4321500" y="686376"/>
                  </a:lnTo>
                  <a:lnTo>
                    <a:pt x="4321618" y="686376"/>
                  </a:lnTo>
                  <a:lnTo>
                    <a:pt x="4321736" y="686376"/>
                  </a:lnTo>
                  <a:lnTo>
                    <a:pt x="4321853" y="686376"/>
                  </a:lnTo>
                  <a:lnTo>
                    <a:pt x="4321971" y="686376"/>
                  </a:lnTo>
                  <a:lnTo>
                    <a:pt x="4322089" y="686376"/>
                  </a:lnTo>
                  <a:lnTo>
                    <a:pt x="4322206" y="686376"/>
                  </a:lnTo>
                  <a:lnTo>
                    <a:pt x="4322324" y="686376"/>
                  </a:lnTo>
                  <a:lnTo>
                    <a:pt x="4322441" y="686376"/>
                  </a:lnTo>
                  <a:lnTo>
                    <a:pt x="4322559" y="686376"/>
                  </a:lnTo>
                  <a:lnTo>
                    <a:pt x="4322677" y="686376"/>
                  </a:lnTo>
                  <a:lnTo>
                    <a:pt x="4322794" y="686376"/>
                  </a:lnTo>
                  <a:lnTo>
                    <a:pt x="4322912" y="686376"/>
                  </a:lnTo>
                  <a:lnTo>
                    <a:pt x="4323029" y="686376"/>
                  </a:lnTo>
                  <a:lnTo>
                    <a:pt x="4323147" y="686376"/>
                  </a:lnTo>
                  <a:lnTo>
                    <a:pt x="4323265" y="686376"/>
                  </a:lnTo>
                  <a:lnTo>
                    <a:pt x="4323265" y="685945"/>
                  </a:lnTo>
                  <a:lnTo>
                    <a:pt x="4323382" y="685945"/>
                  </a:lnTo>
                  <a:lnTo>
                    <a:pt x="4323500" y="685945"/>
                  </a:lnTo>
                  <a:lnTo>
                    <a:pt x="4323617" y="685945"/>
                  </a:lnTo>
                  <a:lnTo>
                    <a:pt x="4323735" y="685945"/>
                  </a:lnTo>
                  <a:lnTo>
                    <a:pt x="4323735" y="685515"/>
                  </a:lnTo>
                  <a:lnTo>
                    <a:pt x="4323853" y="685515"/>
                  </a:lnTo>
                  <a:lnTo>
                    <a:pt x="4323853" y="685084"/>
                  </a:lnTo>
                  <a:lnTo>
                    <a:pt x="4323970" y="685084"/>
                  </a:lnTo>
                  <a:lnTo>
                    <a:pt x="4324088" y="685084"/>
                  </a:lnTo>
                  <a:lnTo>
                    <a:pt x="4324206" y="685084"/>
                  </a:lnTo>
                  <a:lnTo>
                    <a:pt x="4324323" y="685084"/>
                  </a:lnTo>
                  <a:lnTo>
                    <a:pt x="4324441" y="685084"/>
                  </a:lnTo>
                  <a:lnTo>
                    <a:pt x="4324558" y="685084"/>
                  </a:lnTo>
                  <a:lnTo>
                    <a:pt x="4324676" y="685084"/>
                  </a:lnTo>
                  <a:lnTo>
                    <a:pt x="4324794" y="685084"/>
                  </a:lnTo>
                  <a:lnTo>
                    <a:pt x="4324911" y="685084"/>
                  </a:lnTo>
                  <a:lnTo>
                    <a:pt x="4325029" y="685084"/>
                  </a:lnTo>
                  <a:lnTo>
                    <a:pt x="4325146" y="685084"/>
                  </a:lnTo>
                  <a:lnTo>
                    <a:pt x="4325264" y="685084"/>
                  </a:lnTo>
                  <a:lnTo>
                    <a:pt x="4325382" y="685084"/>
                  </a:lnTo>
                  <a:lnTo>
                    <a:pt x="4325499" y="685084"/>
                  </a:lnTo>
                  <a:lnTo>
                    <a:pt x="4325617" y="685084"/>
                  </a:lnTo>
                  <a:lnTo>
                    <a:pt x="4325735" y="685084"/>
                  </a:lnTo>
                  <a:lnTo>
                    <a:pt x="4325735" y="684654"/>
                  </a:lnTo>
                  <a:lnTo>
                    <a:pt x="4325852" y="684654"/>
                  </a:lnTo>
                  <a:lnTo>
                    <a:pt x="4325970" y="684654"/>
                  </a:lnTo>
                  <a:lnTo>
                    <a:pt x="4326087" y="684654"/>
                  </a:lnTo>
                  <a:lnTo>
                    <a:pt x="4326205" y="684654"/>
                  </a:lnTo>
                  <a:lnTo>
                    <a:pt x="4326323" y="684654"/>
                  </a:lnTo>
                  <a:lnTo>
                    <a:pt x="4326440" y="684654"/>
                  </a:lnTo>
                  <a:lnTo>
                    <a:pt x="4326558" y="684654"/>
                  </a:lnTo>
                  <a:lnTo>
                    <a:pt x="4326558" y="684223"/>
                  </a:lnTo>
                  <a:lnTo>
                    <a:pt x="4326675" y="684223"/>
                  </a:lnTo>
                  <a:lnTo>
                    <a:pt x="4326793" y="684223"/>
                  </a:lnTo>
                  <a:lnTo>
                    <a:pt x="4326911" y="684223"/>
                  </a:lnTo>
                  <a:lnTo>
                    <a:pt x="4327028" y="684223"/>
                  </a:lnTo>
                  <a:lnTo>
                    <a:pt x="4327146" y="684223"/>
                  </a:lnTo>
                  <a:lnTo>
                    <a:pt x="4327264" y="684223"/>
                  </a:lnTo>
                  <a:lnTo>
                    <a:pt x="4327381" y="684223"/>
                  </a:lnTo>
                  <a:lnTo>
                    <a:pt x="4327499" y="684223"/>
                  </a:lnTo>
                  <a:lnTo>
                    <a:pt x="4327616" y="684223"/>
                  </a:lnTo>
                  <a:lnTo>
                    <a:pt x="4327734" y="684223"/>
                  </a:lnTo>
                  <a:lnTo>
                    <a:pt x="4327734" y="683792"/>
                  </a:lnTo>
                  <a:lnTo>
                    <a:pt x="4327852" y="683792"/>
                  </a:lnTo>
                  <a:lnTo>
                    <a:pt x="4327969" y="683792"/>
                  </a:lnTo>
                  <a:lnTo>
                    <a:pt x="4328087" y="683792"/>
                  </a:lnTo>
                  <a:lnTo>
                    <a:pt x="4328087" y="683362"/>
                  </a:lnTo>
                  <a:lnTo>
                    <a:pt x="4328204" y="683362"/>
                  </a:lnTo>
                  <a:lnTo>
                    <a:pt x="4328322" y="683362"/>
                  </a:lnTo>
                  <a:lnTo>
                    <a:pt x="4328440" y="683362"/>
                  </a:lnTo>
                  <a:lnTo>
                    <a:pt x="4328557" y="683362"/>
                  </a:lnTo>
                  <a:lnTo>
                    <a:pt x="4328675" y="683362"/>
                  </a:lnTo>
                  <a:lnTo>
                    <a:pt x="4328675" y="682931"/>
                  </a:lnTo>
                  <a:lnTo>
                    <a:pt x="4328793" y="682931"/>
                  </a:lnTo>
                  <a:lnTo>
                    <a:pt x="4328793" y="682501"/>
                  </a:lnTo>
                  <a:lnTo>
                    <a:pt x="4328910" y="682501"/>
                  </a:lnTo>
                  <a:lnTo>
                    <a:pt x="4329028" y="682501"/>
                  </a:lnTo>
                  <a:lnTo>
                    <a:pt x="4329145" y="682501"/>
                  </a:lnTo>
                  <a:lnTo>
                    <a:pt x="4329263" y="682501"/>
                  </a:lnTo>
                  <a:lnTo>
                    <a:pt x="4329381" y="682501"/>
                  </a:lnTo>
                  <a:lnTo>
                    <a:pt x="4329498" y="682501"/>
                  </a:lnTo>
                  <a:lnTo>
                    <a:pt x="4329616" y="682501"/>
                  </a:lnTo>
                  <a:lnTo>
                    <a:pt x="4329733" y="682501"/>
                  </a:lnTo>
                  <a:lnTo>
                    <a:pt x="4329851" y="682501"/>
                  </a:lnTo>
                  <a:lnTo>
                    <a:pt x="4329969" y="682501"/>
                  </a:lnTo>
                  <a:lnTo>
                    <a:pt x="4330086" y="682501"/>
                  </a:lnTo>
                  <a:lnTo>
                    <a:pt x="4330204" y="682501"/>
                  </a:lnTo>
                  <a:lnTo>
                    <a:pt x="4330322" y="682501"/>
                  </a:lnTo>
                  <a:lnTo>
                    <a:pt x="4330322" y="682070"/>
                  </a:lnTo>
                  <a:lnTo>
                    <a:pt x="4330439" y="682070"/>
                  </a:lnTo>
                  <a:lnTo>
                    <a:pt x="4330557" y="682070"/>
                  </a:lnTo>
                  <a:lnTo>
                    <a:pt x="4330674" y="682070"/>
                  </a:lnTo>
                  <a:lnTo>
                    <a:pt x="4330792" y="682070"/>
                  </a:lnTo>
                  <a:lnTo>
                    <a:pt x="4330910" y="682070"/>
                  </a:lnTo>
                  <a:lnTo>
                    <a:pt x="4331027" y="682070"/>
                  </a:lnTo>
                  <a:lnTo>
                    <a:pt x="4331145" y="682070"/>
                  </a:lnTo>
                  <a:lnTo>
                    <a:pt x="4331262" y="682070"/>
                  </a:lnTo>
                  <a:lnTo>
                    <a:pt x="4331380" y="682070"/>
                  </a:lnTo>
                  <a:lnTo>
                    <a:pt x="4331498" y="682070"/>
                  </a:lnTo>
                  <a:lnTo>
                    <a:pt x="4331615" y="682070"/>
                  </a:lnTo>
                  <a:lnTo>
                    <a:pt x="4331733" y="682070"/>
                  </a:lnTo>
                  <a:lnTo>
                    <a:pt x="4331850" y="682070"/>
                  </a:lnTo>
                  <a:lnTo>
                    <a:pt x="4331968" y="682070"/>
                  </a:lnTo>
                  <a:lnTo>
                    <a:pt x="4332086" y="682070"/>
                  </a:lnTo>
                  <a:lnTo>
                    <a:pt x="4332203" y="682070"/>
                  </a:lnTo>
                  <a:lnTo>
                    <a:pt x="4332321" y="682070"/>
                  </a:lnTo>
                  <a:lnTo>
                    <a:pt x="4332321" y="681639"/>
                  </a:lnTo>
                  <a:lnTo>
                    <a:pt x="4332439" y="681639"/>
                  </a:lnTo>
                  <a:lnTo>
                    <a:pt x="4332556" y="681639"/>
                  </a:lnTo>
                  <a:lnTo>
                    <a:pt x="4332674" y="681639"/>
                  </a:lnTo>
                  <a:lnTo>
                    <a:pt x="4332791" y="681639"/>
                  </a:lnTo>
                  <a:lnTo>
                    <a:pt x="4332909" y="681639"/>
                  </a:lnTo>
                  <a:lnTo>
                    <a:pt x="4332909" y="681209"/>
                  </a:lnTo>
                  <a:lnTo>
                    <a:pt x="4333027" y="681209"/>
                  </a:lnTo>
                  <a:lnTo>
                    <a:pt x="4333027" y="680778"/>
                  </a:lnTo>
                  <a:lnTo>
                    <a:pt x="4333144" y="680778"/>
                  </a:lnTo>
                  <a:lnTo>
                    <a:pt x="4333262" y="680778"/>
                  </a:lnTo>
                  <a:lnTo>
                    <a:pt x="4333379" y="680778"/>
                  </a:lnTo>
                  <a:lnTo>
                    <a:pt x="4333497" y="680778"/>
                  </a:lnTo>
                  <a:lnTo>
                    <a:pt x="4333615" y="680778"/>
                  </a:lnTo>
                  <a:lnTo>
                    <a:pt x="4333732" y="680778"/>
                  </a:lnTo>
                  <a:lnTo>
                    <a:pt x="4333850" y="680778"/>
                  </a:lnTo>
                  <a:lnTo>
                    <a:pt x="4333968" y="680778"/>
                  </a:lnTo>
                  <a:lnTo>
                    <a:pt x="4334085" y="680778"/>
                  </a:lnTo>
                  <a:lnTo>
                    <a:pt x="4334203" y="680778"/>
                  </a:lnTo>
                  <a:lnTo>
                    <a:pt x="4334320" y="680778"/>
                  </a:lnTo>
                  <a:lnTo>
                    <a:pt x="4334320" y="680348"/>
                  </a:lnTo>
                  <a:lnTo>
                    <a:pt x="4334438" y="680348"/>
                  </a:lnTo>
                  <a:lnTo>
                    <a:pt x="4334556" y="680348"/>
                  </a:lnTo>
                  <a:lnTo>
                    <a:pt x="4334673" y="680348"/>
                  </a:lnTo>
                  <a:lnTo>
                    <a:pt x="4334791" y="680348"/>
                  </a:lnTo>
                  <a:lnTo>
                    <a:pt x="4334908" y="680348"/>
                  </a:lnTo>
                  <a:lnTo>
                    <a:pt x="4335026" y="680348"/>
                  </a:lnTo>
                  <a:lnTo>
                    <a:pt x="4335144" y="680348"/>
                  </a:lnTo>
                  <a:lnTo>
                    <a:pt x="4335261" y="680348"/>
                  </a:lnTo>
                  <a:lnTo>
                    <a:pt x="4335379" y="680348"/>
                  </a:lnTo>
                  <a:lnTo>
                    <a:pt x="4335379" y="679917"/>
                  </a:lnTo>
                  <a:lnTo>
                    <a:pt x="4335497" y="679917"/>
                  </a:lnTo>
                  <a:lnTo>
                    <a:pt x="4335614" y="679917"/>
                  </a:lnTo>
                  <a:lnTo>
                    <a:pt x="4335732" y="679917"/>
                  </a:lnTo>
                  <a:lnTo>
                    <a:pt x="4335849" y="679917"/>
                  </a:lnTo>
                  <a:lnTo>
                    <a:pt x="4335967" y="679917"/>
                  </a:lnTo>
                  <a:lnTo>
                    <a:pt x="4336085" y="679917"/>
                  </a:lnTo>
                  <a:lnTo>
                    <a:pt x="4336202" y="679917"/>
                  </a:lnTo>
                  <a:lnTo>
                    <a:pt x="4336202" y="679486"/>
                  </a:lnTo>
                  <a:lnTo>
                    <a:pt x="4336320" y="679486"/>
                  </a:lnTo>
                  <a:lnTo>
                    <a:pt x="4336437" y="679486"/>
                  </a:lnTo>
                  <a:lnTo>
                    <a:pt x="4336437" y="679056"/>
                  </a:lnTo>
                  <a:lnTo>
                    <a:pt x="4336555" y="679056"/>
                  </a:lnTo>
                  <a:lnTo>
                    <a:pt x="4336673" y="679056"/>
                  </a:lnTo>
                  <a:lnTo>
                    <a:pt x="4336790" y="679056"/>
                  </a:lnTo>
                  <a:lnTo>
                    <a:pt x="4336908" y="679056"/>
                  </a:lnTo>
                  <a:lnTo>
                    <a:pt x="4337026" y="679056"/>
                  </a:lnTo>
                  <a:lnTo>
                    <a:pt x="4337143" y="679056"/>
                  </a:lnTo>
                  <a:lnTo>
                    <a:pt x="4337261" y="679056"/>
                  </a:lnTo>
                  <a:lnTo>
                    <a:pt x="4337261" y="678625"/>
                  </a:lnTo>
                  <a:lnTo>
                    <a:pt x="4337378" y="678625"/>
                  </a:lnTo>
                  <a:lnTo>
                    <a:pt x="4337378" y="678195"/>
                  </a:lnTo>
                  <a:lnTo>
                    <a:pt x="4337496" y="678195"/>
                  </a:lnTo>
                  <a:lnTo>
                    <a:pt x="4337614" y="678195"/>
                  </a:lnTo>
                  <a:lnTo>
                    <a:pt x="4337731" y="678195"/>
                  </a:lnTo>
                  <a:lnTo>
                    <a:pt x="4337849" y="678195"/>
                  </a:lnTo>
                  <a:lnTo>
                    <a:pt x="4337966" y="678195"/>
                  </a:lnTo>
                  <a:lnTo>
                    <a:pt x="4338084" y="678195"/>
                  </a:lnTo>
                  <a:lnTo>
                    <a:pt x="4338202" y="678195"/>
                  </a:lnTo>
                  <a:lnTo>
                    <a:pt x="4338319" y="678195"/>
                  </a:lnTo>
                  <a:lnTo>
                    <a:pt x="4338437" y="678195"/>
                  </a:lnTo>
                  <a:lnTo>
                    <a:pt x="4338555" y="678195"/>
                  </a:lnTo>
                  <a:lnTo>
                    <a:pt x="4338672" y="678195"/>
                  </a:lnTo>
                  <a:lnTo>
                    <a:pt x="4338790" y="678195"/>
                  </a:lnTo>
                  <a:lnTo>
                    <a:pt x="4338907" y="678195"/>
                  </a:lnTo>
                  <a:lnTo>
                    <a:pt x="4339025" y="678195"/>
                  </a:lnTo>
                  <a:lnTo>
                    <a:pt x="4339025" y="677764"/>
                  </a:lnTo>
                  <a:lnTo>
                    <a:pt x="4339143" y="677764"/>
                  </a:lnTo>
                  <a:lnTo>
                    <a:pt x="4339260" y="677764"/>
                  </a:lnTo>
                  <a:lnTo>
                    <a:pt x="4339378" y="677764"/>
                  </a:lnTo>
                  <a:lnTo>
                    <a:pt x="4339495" y="677764"/>
                  </a:lnTo>
                  <a:lnTo>
                    <a:pt x="4339613" y="677764"/>
                  </a:lnTo>
                  <a:lnTo>
                    <a:pt x="4339731" y="677764"/>
                  </a:lnTo>
                  <a:lnTo>
                    <a:pt x="4339848" y="677764"/>
                  </a:lnTo>
                  <a:lnTo>
                    <a:pt x="4339966" y="677764"/>
                  </a:lnTo>
                  <a:lnTo>
                    <a:pt x="4340083" y="677764"/>
                  </a:lnTo>
                  <a:lnTo>
                    <a:pt x="4340201" y="677764"/>
                  </a:lnTo>
                  <a:lnTo>
                    <a:pt x="4340319" y="677764"/>
                  </a:lnTo>
                  <a:lnTo>
                    <a:pt x="4340436" y="677764"/>
                  </a:lnTo>
                  <a:lnTo>
                    <a:pt x="4340554" y="677764"/>
                  </a:lnTo>
                  <a:lnTo>
                    <a:pt x="4340672" y="677764"/>
                  </a:lnTo>
                  <a:lnTo>
                    <a:pt x="4340789" y="677764"/>
                  </a:lnTo>
                  <a:lnTo>
                    <a:pt x="4340789" y="677333"/>
                  </a:lnTo>
                  <a:lnTo>
                    <a:pt x="4340907" y="677333"/>
                  </a:lnTo>
                  <a:lnTo>
                    <a:pt x="4341024" y="677333"/>
                  </a:lnTo>
                  <a:lnTo>
                    <a:pt x="4341142" y="677333"/>
                  </a:lnTo>
                  <a:lnTo>
                    <a:pt x="4341260" y="677333"/>
                  </a:lnTo>
                  <a:lnTo>
                    <a:pt x="4341377" y="677333"/>
                  </a:lnTo>
                  <a:lnTo>
                    <a:pt x="4341495" y="677333"/>
                  </a:lnTo>
                  <a:lnTo>
                    <a:pt x="4341612" y="677333"/>
                  </a:lnTo>
                  <a:lnTo>
                    <a:pt x="4341730" y="677333"/>
                  </a:lnTo>
                  <a:lnTo>
                    <a:pt x="4341848" y="677333"/>
                  </a:lnTo>
                  <a:lnTo>
                    <a:pt x="4341848" y="676903"/>
                  </a:lnTo>
                  <a:lnTo>
                    <a:pt x="4341965" y="676903"/>
                  </a:lnTo>
                  <a:lnTo>
                    <a:pt x="4342083" y="676903"/>
                  </a:lnTo>
                  <a:lnTo>
                    <a:pt x="4342083" y="676472"/>
                  </a:lnTo>
                  <a:lnTo>
                    <a:pt x="4342201" y="676472"/>
                  </a:lnTo>
                  <a:lnTo>
                    <a:pt x="4342318" y="676472"/>
                  </a:lnTo>
                  <a:lnTo>
                    <a:pt x="4342318" y="676042"/>
                  </a:lnTo>
                  <a:lnTo>
                    <a:pt x="4342436" y="676042"/>
                  </a:lnTo>
                  <a:lnTo>
                    <a:pt x="4342553" y="676042"/>
                  </a:lnTo>
                  <a:lnTo>
                    <a:pt x="4342553" y="675611"/>
                  </a:lnTo>
                  <a:lnTo>
                    <a:pt x="4342553" y="675180"/>
                  </a:lnTo>
                  <a:lnTo>
                    <a:pt x="4342671" y="675180"/>
                  </a:lnTo>
                  <a:lnTo>
                    <a:pt x="4342789" y="675180"/>
                  </a:lnTo>
                  <a:lnTo>
                    <a:pt x="4342906" y="675180"/>
                  </a:lnTo>
                  <a:lnTo>
                    <a:pt x="4343024" y="675180"/>
                  </a:lnTo>
                  <a:lnTo>
                    <a:pt x="4343141" y="675180"/>
                  </a:lnTo>
                  <a:lnTo>
                    <a:pt x="4343259" y="675180"/>
                  </a:lnTo>
                  <a:lnTo>
                    <a:pt x="4343377" y="675180"/>
                  </a:lnTo>
                  <a:lnTo>
                    <a:pt x="4343494" y="675180"/>
                  </a:lnTo>
                  <a:lnTo>
                    <a:pt x="4343612" y="675180"/>
                  </a:lnTo>
                  <a:lnTo>
                    <a:pt x="4343730" y="675180"/>
                  </a:lnTo>
                  <a:lnTo>
                    <a:pt x="4343847" y="675180"/>
                  </a:lnTo>
                  <a:lnTo>
                    <a:pt x="4343965" y="675180"/>
                  </a:lnTo>
                  <a:lnTo>
                    <a:pt x="4343965" y="674750"/>
                  </a:lnTo>
                  <a:lnTo>
                    <a:pt x="4344082" y="674750"/>
                  </a:lnTo>
                  <a:lnTo>
                    <a:pt x="4344200" y="674750"/>
                  </a:lnTo>
                  <a:lnTo>
                    <a:pt x="4344318" y="674750"/>
                  </a:lnTo>
                  <a:lnTo>
                    <a:pt x="4344435" y="674750"/>
                  </a:lnTo>
                  <a:lnTo>
                    <a:pt x="4344553" y="674750"/>
                  </a:lnTo>
                  <a:lnTo>
                    <a:pt x="4344670" y="674750"/>
                  </a:lnTo>
                  <a:lnTo>
                    <a:pt x="4344788" y="674750"/>
                  </a:lnTo>
                  <a:lnTo>
                    <a:pt x="4344906" y="674750"/>
                  </a:lnTo>
                  <a:lnTo>
                    <a:pt x="4345023" y="674750"/>
                  </a:lnTo>
                  <a:lnTo>
                    <a:pt x="4345023" y="674319"/>
                  </a:lnTo>
                  <a:lnTo>
                    <a:pt x="4345141" y="674319"/>
                  </a:lnTo>
                  <a:lnTo>
                    <a:pt x="4345259" y="674319"/>
                  </a:lnTo>
                  <a:lnTo>
                    <a:pt x="4345376" y="674319"/>
                  </a:lnTo>
                  <a:lnTo>
                    <a:pt x="4345494" y="674319"/>
                  </a:lnTo>
                  <a:lnTo>
                    <a:pt x="4345611" y="674319"/>
                  </a:lnTo>
                  <a:lnTo>
                    <a:pt x="4345729" y="674319"/>
                  </a:lnTo>
                  <a:lnTo>
                    <a:pt x="4345847" y="674319"/>
                  </a:lnTo>
                  <a:lnTo>
                    <a:pt x="4345964" y="674319"/>
                  </a:lnTo>
                  <a:lnTo>
                    <a:pt x="4346082" y="674319"/>
                  </a:lnTo>
                  <a:lnTo>
                    <a:pt x="4346082" y="673889"/>
                  </a:lnTo>
                  <a:lnTo>
                    <a:pt x="4346199" y="673889"/>
                  </a:lnTo>
                  <a:lnTo>
                    <a:pt x="4346317" y="673889"/>
                  </a:lnTo>
                  <a:lnTo>
                    <a:pt x="4346435" y="673889"/>
                  </a:lnTo>
                  <a:lnTo>
                    <a:pt x="4346435" y="673458"/>
                  </a:lnTo>
                  <a:lnTo>
                    <a:pt x="4346552" y="673458"/>
                  </a:lnTo>
                  <a:lnTo>
                    <a:pt x="4346670" y="673458"/>
                  </a:lnTo>
                  <a:lnTo>
                    <a:pt x="4346788" y="673458"/>
                  </a:lnTo>
                  <a:lnTo>
                    <a:pt x="4346905" y="673458"/>
                  </a:lnTo>
                  <a:lnTo>
                    <a:pt x="4347023" y="673458"/>
                  </a:lnTo>
                  <a:lnTo>
                    <a:pt x="4347140" y="673458"/>
                  </a:lnTo>
                  <a:lnTo>
                    <a:pt x="4347140" y="673027"/>
                  </a:lnTo>
                  <a:lnTo>
                    <a:pt x="4347258" y="673027"/>
                  </a:lnTo>
                  <a:lnTo>
                    <a:pt x="4347376" y="673027"/>
                  </a:lnTo>
                  <a:lnTo>
                    <a:pt x="4347493" y="673027"/>
                  </a:lnTo>
                  <a:lnTo>
                    <a:pt x="4347611" y="673027"/>
                  </a:lnTo>
                  <a:lnTo>
                    <a:pt x="4347728" y="673027"/>
                  </a:lnTo>
                  <a:lnTo>
                    <a:pt x="4347846" y="673027"/>
                  </a:lnTo>
                  <a:lnTo>
                    <a:pt x="4347964" y="673027"/>
                  </a:lnTo>
                  <a:lnTo>
                    <a:pt x="4348081" y="673027"/>
                  </a:lnTo>
                  <a:lnTo>
                    <a:pt x="4348199" y="673027"/>
                  </a:lnTo>
                  <a:lnTo>
                    <a:pt x="4348316" y="673027"/>
                  </a:lnTo>
                  <a:lnTo>
                    <a:pt x="4348316" y="672597"/>
                  </a:lnTo>
                  <a:lnTo>
                    <a:pt x="4348434" y="672597"/>
                  </a:lnTo>
                  <a:lnTo>
                    <a:pt x="4348434" y="672166"/>
                  </a:lnTo>
                  <a:lnTo>
                    <a:pt x="4348552" y="672166"/>
                  </a:lnTo>
                  <a:lnTo>
                    <a:pt x="4348669" y="672166"/>
                  </a:lnTo>
                  <a:lnTo>
                    <a:pt x="4348787" y="672166"/>
                  </a:lnTo>
                  <a:lnTo>
                    <a:pt x="4348905" y="672166"/>
                  </a:lnTo>
                  <a:lnTo>
                    <a:pt x="4349022" y="672166"/>
                  </a:lnTo>
                  <a:lnTo>
                    <a:pt x="4349140" y="672166"/>
                  </a:lnTo>
                  <a:lnTo>
                    <a:pt x="4349257" y="672166"/>
                  </a:lnTo>
                  <a:lnTo>
                    <a:pt x="4349375" y="672166"/>
                  </a:lnTo>
                  <a:lnTo>
                    <a:pt x="4349493" y="672166"/>
                  </a:lnTo>
                  <a:lnTo>
                    <a:pt x="4349493" y="671736"/>
                  </a:lnTo>
                  <a:lnTo>
                    <a:pt x="4349610" y="671736"/>
                  </a:lnTo>
                  <a:lnTo>
                    <a:pt x="4349728" y="671736"/>
                  </a:lnTo>
                  <a:lnTo>
                    <a:pt x="4349728" y="671305"/>
                  </a:lnTo>
                  <a:lnTo>
                    <a:pt x="4349845" y="671305"/>
                  </a:lnTo>
                  <a:lnTo>
                    <a:pt x="4349963" y="671305"/>
                  </a:lnTo>
                  <a:lnTo>
                    <a:pt x="4349963" y="670874"/>
                  </a:lnTo>
                  <a:lnTo>
                    <a:pt x="4349963" y="670444"/>
                  </a:lnTo>
                  <a:lnTo>
                    <a:pt x="4350081" y="670444"/>
                  </a:lnTo>
                  <a:lnTo>
                    <a:pt x="4350198" y="670444"/>
                  </a:lnTo>
                  <a:lnTo>
                    <a:pt x="4350316" y="670444"/>
                  </a:lnTo>
                  <a:lnTo>
                    <a:pt x="4350316" y="670013"/>
                  </a:lnTo>
                  <a:lnTo>
                    <a:pt x="4350434" y="670013"/>
                  </a:lnTo>
                  <a:lnTo>
                    <a:pt x="4350551" y="670013"/>
                  </a:lnTo>
                  <a:lnTo>
                    <a:pt x="4350669" y="670013"/>
                  </a:lnTo>
                  <a:lnTo>
                    <a:pt x="4350786" y="670013"/>
                  </a:lnTo>
                  <a:lnTo>
                    <a:pt x="4350904" y="670013"/>
                  </a:lnTo>
                  <a:lnTo>
                    <a:pt x="4351022" y="670013"/>
                  </a:lnTo>
                  <a:lnTo>
                    <a:pt x="4351139" y="670013"/>
                  </a:lnTo>
                  <a:lnTo>
                    <a:pt x="4351257" y="670013"/>
                  </a:lnTo>
                  <a:lnTo>
                    <a:pt x="4351374" y="670013"/>
                  </a:lnTo>
                  <a:lnTo>
                    <a:pt x="4351492" y="670013"/>
                  </a:lnTo>
                  <a:lnTo>
                    <a:pt x="4351610" y="670013"/>
                  </a:lnTo>
                  <a:lnTo>
                    <a:pt x="4351727" y="670013"/>
                  </a:lnTo>
                  <a:lnTo>
                    <a:pt x="4351727" y="669583"/>
                  </a:lnTo>
                  <a:lnTo>
                    <a:pt x="4351845" y="669583"/>
                  </a:lnTo>
                  <a:lnTo>
                    <a:pt x="4351963" y="669583"/>
                  </a:lnTo>
                  <a:lnTo>
                    <a:pt x="4351963" y="669152"/>
                  </a:lnTo>
                  <a:lnTo>
                    <a:pt x="4352080" y="669152"/>
                  </a:lnTo>
                  <a:lnTo>
                    <a:pt x="4352080" y="668721"/>
                  </a:lnTo>
                  <a:lnTo>
                    <a:pt x="4352080" y="668291"/>
                  </a:lnTo>
                  <a:lnTo>
                    <a:pt x="4352198" y="668291"/>
                  </a:lnTo>
                  <a:lnTo>
                    <a:pt x="4352315" y="668291"/>
                  </a:lnTo>
                  <a:lnTo>
                    <a:pt x="4352433" y="668291"/>
                  </a:lnTo>
                  <a:lnTo>
                    <a:pt x="4352551" y="668291"/>
                  </a:lnTo>
                  <a:lnTo>
                    <a:pt x="4352668" y="668291"/>
                  </a:lnTo>
                  <a:lnTo>
                    <a:pt x="4352786" y="668291"/>
                  </a:lnTo>
                  <a:lnTo>
                    <a:pt x="4352903" y="668291"/>
                  </a:lnTo>
                  <a:lnTo>
                    <a:pt x="4353021" y="668291"/>
                  </a:lnTo>
                  <a:lnTo>
                    <a:pt x="4353139" y="668291"/>
                  </a:lnTo>
                  <a:lnTo>
                    <a:pt x="4353256" y="668291"/>
                  </a:lnTo>
                  <a:lnTo>
                    <a:pt x="4353374" y="668291"/>
                  </a:lnTo>
                  <a:lnTo>
                    <a:pt x="4353374" y="667860"/>
                  </a:lnTo>
                  <a:lnTo>
                    <a:pt x="4353492" y="667860"/>
                  </a:lnTo>
                  <a:lnTo>
                    <a:pt x="4353609" y="667860"/>
                  </a:lnTo>
                  <a:lnTo>
                    <a:pt x="4353727" y="667860"/>
                  </a:lnTo>
                  <a:lnTo>
                    <a:pt x="4353727" y="667430"/>
                  </a:lnTo>
                  <a:lnTo>
                    <a:pt x="4353844" y="667430"/>
                  </a:lnTo>
                  <a:lnTo>
                    <a:pt x="4353962" y="667430"/>
                  </a:lnTo>
                  <a:lnTo>
                    <a:pt x="4353962" y="666999"/>
                  </a:lnTo>
                  <a:lnTo>
                    <a:pt x="4354080" y="666999"/>
                  </a:lnTo>
                  <a:lnTo>
                    <a:pt x="4354080" y="666568"/>
                  </a:lnTo>
                  <a:lnTo>
                    <a:pt x="4354080" y="666138"/>
                  </a:lnTo>
                  <a:lnTo>
                    <a:pt x="4354197" y="666138"/>
                  </a:lnTo>
                  <a:lnTo>
                    <a:pt x="4354315" y="666138"/>
                  </a:lnTo>
                  <a:lnTo>
                    <a:pt x="4354315" y="665707"/>
                  </a:lnTo>
                  <a:lnTo>
                    <a:pt x="4354432" y="665707"/>
                  </a:lnTo>
                  <a:lnTo>
                    <a:pt x="4354550" y="665707"/>
                  </a:lnTo>
                  <a:lnTo>
                    <a:pt x="4354668" y="665707"/>
                  </a:lnTo>
                  <a:lnTo>
                    <a:pt x="4354785" y="665707"/>
                  </a:lnTo>
                  <a:lnTo>
                    <a:pt x="4354903" y="665707"/>
                  </a:lnTo>
                  <a:lnTo>
                    <a:pt x="4355021" y="665707"/>
                  </a:lnTo>
                  <a:lnTo>
                    <a:pt x="4355138" y="665707"/>
                  </a:lnTo>
                  <a:lnTo>
                    <a:pt x="4355256" y="665707"/>
                  </a:lnTo>
                  <a:lnTo>
                    <a:pt x="4355256" y="665277"/>
                  </a:lnTo>
                  <a:lnTo>
                    <a:pt x="4355373" y="665277"/>
                  </a:lnTo>
                  <a:lnTo>
                    <a:pt x="4355491" y="665277"/>
                  </a:lnTo>
                  <a:lnTo>
                    <a:pt x="4355609" y="665277"/>
                  </a:lnTo>
                  <a:lnTo>
                    <a:pt x="4355726" y="665277"/>
                  </a:lnTo>
                  <a:lnTo>
                    <a:pt x="4355844" y="665277"/>
                  </a:lnTo>
                  <a:lnTo>
                    <a:pt x="4355961" y="665277"/>
                  </a:lnTo>
                  <a:lnTo>
                    <a:pt x="4356079" y="665277"/>
                  </a:lnTo>
                  <a:lnTo>
                    <a:pt x="4356197" y="665277"/>
                  </a:lnTo>
                  <a:lnTo>
                    <a:pt x="4356314" y="665277"/>
                  </a:lnTo>
                  <a:lnTo>
                    <a:pt x="4356432" y="665277"/>
                  </a:lnTo>
                  <a:lnTo>
                    <a:pt x="4356549" y="665277"/>
                  </a:lnTo>
                  <a:lnTo>
                    <a:pt x="4356667" y="665277"/>
                  </a:lnTo>
                  <a:lnTo>
                    <a:pt x="4356785" y="665277"/>
                  </a:lnTo>
                  <a:lnTo>
                    <a:pt x="4356785" y="664846"/>
                  </a:lnTo>
                  <a:lnTo>
                    <a:pt x="4356902" y="664846"/>
                  </a:lnTo>
                  <a:lnTo>
                    <a:pt x="4357020" y="664846"/>
                  </a:lnTo>
                  <a:lnTo>
                    <a:pt x="4357138" y="664846"/>
                  </a:lnTo>
                  <a:lnTo>
                    <a:pt x="4357255" y="664846"/>
                  </a:lnTo>
                  <a:lnTo>
                    <a:pt x="4357255" y="664415"/>
                  </a:lnTo>
                  <a:lnTo>
                    <a:pt x="4357373" y="664415"/>
                  </a:lnTo>
                  <a:lnTo>
                    <a:pt x="4357490" y="664415"/>
                  </a:lnTo>
                  <a:lnTo>
                    <a:pt x="4357608" y="664415"/>
                  </a:lnTo>
                  <a:lnTo>
                    <a:pt x="4357726" y="664415"/>
                  </a:lnTo>
                  <a:lnTo>
                    <a:pt x="4357726" y="663985"/>
                  </a:lnTo>
                  <a:lnTo>
                    <a:pt x="4357843" y="663985"/>
                  </a:lnTo>
                  <a:lnTo>
                    <a:pt x="4357961" y="663985"/>
                  </a:lnTo>
                  <a:lnTo>
                    <a:pt x="4358078" y="663985"/>
                  </a:lnTo>
                  <a:lnTo>
                    <a:pt x="4358196" y="663985"/>
                  </a:lnTo>
                  <a:lnTo>
                    <a:pt x="4358314" y="663985"/>
                  </a:lnTo>
                  <a:lnTo>
                    <a:pt x="4358431" y="663985"/>
                  </a:lnTo>
                  <a:lnTo>
                    <a:pt x="4358549" y="663985"/>
                  </a:lnTo>
                  <a:lnTo>
                    <a:pt x="4358667" y="663985"/>
                  </a:lnTo>
                  <a:lnTo>
                    <a:pt x="4358784" y="663985"/>
                  </a:lnTo>
                  <a:lnTo>
                    <a:pt x="4358902" y="663985"/>
                  </a:lnTo>
                  <a:lnTo>
                    <a:pt x="4359019" y="663985"/>
                  </a:lnTo>
                  <a:lnTo>
                    <a:pt x="4359137" y="663985"/>
                  </a:lnTo>
                  <a:lnTo>
                    <a:pt x="4359255" y="663985"/>
                  </a:lnTo>
                  <a:lnTo>
                    <a:pt x="4359372" y="663985"/>
                  </a:lnTo>
                  <a:lnTo>
                    <a:pt x="4359490" y="663985"/>
                  </a:lnTo>
                  <a:lnTo>
                    <a:pt x="4359607" y="663985"/>
                  </a:lnTo>
                  <a:lnTo>
                    <a:pt x="4359725" y="663985"/>
                  </a:lnTo>
                  <a:lnTo>
                    <a:pt x="4359843" y="663985"/>
                  </a:lnTo>
                  <a:lnTo>
                    <a:pt x="4359960" y="663985"/>
                  </a:lnTo>
                  <a:lnTo>
                    <a:pt x="4360078" y="663985"/>
                  </a:lnTo>
                  <a:lnTo>
                    <a:pt x="4360078" y="663554"/>
                  </a:lnTo>
                  <a:lnTo>
                    <a:pt x="4360196" y="663554"/>
                  </a:lnTo>
                  <a:lnTo>
                    <a:pt x="4360313" y="663554"/>
                  </a:lnTo>
                  <a:lnTo>
                    <a:pt x="4360431" y="663554"/>
                  </a:lnTo>
                  <a:lnTo>
                    <a:pt x="4360548" y="663554"/>
                  </a:lnTo>
                  <a:lnTo>
                    <a:pt x="4360666" y="663554"/>
                  </a:lnTo>
                  <a:lnTo>
                    <a:pt x="4360784" y="663554"/>
                  </a:lnTo>
                  <a:lnTo>
                    <a:pt x="4360901" y="663554"/>
                  </a:lnTo>
                  <a:lnTo>
                    <a:pt x="4360901" y="663124"/>
                  </a:lnTo>
                  <a:lnTo>
                    <a:pt x="4361019" y="663124"/>
                  </a:lnTo>
                  <a:lnTo>
                    <a:pt x="4361136" y="663124"/>
                  </a:lnTo>
                  <a:lnTo>
                    <a:pt x="4361254" y="663124"/>
                  </a:lnTo>
                  <a:lnTo>
                    <a:pt x="4361372" y="663124"/>
                  </a:lnTo>
                  <a:lnTo>
                    <a:pt x="4361489" y="663124"/>
                  </a:lnTo>
                  <a:lnTo>
                    <a:pt x="4361607" y="663124"/>
                  </a:lnTo>
                  <a:lnTo>
                    <a:pt x="4361725" y="663124"/>
                  </a:lnTo>
                  <a:lnTo>
                    <a:pt x="4361842" y="663124"/>
                  </a:lnTo>
                  <a:lnTo>
                    <a:pt x="4361960" y="663124"/>
                  </a:lnTo>
                  <a:lnTo>
                    <a:pt x="4361960" y="662693"/>
                  </a:lnTo>
                  <a:lnTo>
                    <a:pt x="4361960" y="662262"/>
                  </a:lnTo>
                  <a:lnTo>
                    <a:pt x="4362077" y="662262"/>
                  </a:lnTo>
                  <a:lnTo>
                    <a:pt x="4362077" y="661832"/>
                  </a:lnTo>
                  <a:lnTo>
                    <a:pt x="4362195" y="661832"/>
                  </a:lnTo>
                  <a:lnTo>
                    <a:pt x="4362313" y="661832"/>
                  </a:lnTo>
                  <a:lnTo>
                    <a:pt x="4362430" y="661832"/>
                  </a:lnTo>
                  <a:lnTo>
                    <a:pt x="4362430" y="661401"/>
                  </a:lnTo>
                  <a:lnTo>
                    <a:pt x="4362430" y="660971"/>
                  </a:lnTo>
                  <a:lnTo>
                    <a:pt x="4362430" y="660540"/>
                  </a:lnTo>
                  <a:lnTo>
                    <a:pt x="4362548" y="660540"/>
                  </a:lnTo>
                  <a:lnTo>
                    <a:pt x="4362665" y="660540"/>
                  </a:lnTo>
                  <a:lnTo>
                    <a:pt x="4362783" y="660540"/>
                  </a:lnTo>
                  <a:lnTo>
                    <a:pt x="4362901" y="660540"/>
                  </a:lnTo>
                  <a:lnTo>
                    <a:pt x="4363018" y="660540"/>
                  </a:lnTo>
                  <a:lnTo>
                    <a:pt x="4363136" y="660540"/>
                  </a:lnTo>
                  <a:lnTo>
                    <a:pt x="4363253" y="660540"/>
                  </a:lnTo>
                  <a:lnTo>
                    <a:pt x="4363371" y="660540"/>
                  </a:lnTo>
                  <a:lnTo>
                    <a:pt x="4363489" y="660540"/>
                  </a:lnTo>
                  <a:lnTo>
                    <a:pt x="4363606" y="660540"/>
                  </a:lnTo>
                  <a:lnTo>
                    <a:pt x="4363724" y="660540"/>
                  </a:lnTo>
                  <a:lnTo>
                    <a:pt x="4363842" y="660540"/>
                  </a:lnTo>
                  <a:lnTo>
                    <a:pt x="4363959" y="660540"/>
                  </a:lnTo>
                  <a:lnTo>
                    <a:pt x="4364077" y="660540"/>
                  </a:lnTo>
                  <a:lnTo>
                    <a:pt x="4364194" y="660540"/>
                  </a:lnTo>
                  <a:lnTo>
                    <a:pt x="4364194" y="660109"/>
                  </a:lnTo>
                  <a:lnTo>
                    <a:pt x="4364312" y="660109"/>
                  </a:lnTo>
                  <a:lnTo>
                    <a:pt x="4364312" y="659679"/>
                  </a:lnTo>
                  <a:lnTo>
                    <a:pt x="4364430" y="659679"/>
                  </a:lnTo>
                  <a:lnTo>
                    <a:pt x="4364547" y="659679"/>
                  </a:lnTo>
                  <a:lnTo>
                    <a:pt x="4364665" y="659679"/>
                  </a:lnTo>
                  <a:lnTo>
                    <a:pt x="4364782" y="659679"/>
                  </a:lnTo>
                  <a:lnTo>
                    <a:pt x="4364900" y="659679"/>
                  </a:lnTo>
                  <a:lnTo>
                    <a:pt x="4365018" y="659679"/>
                  </a:lnTo>
                  <a:lnTo>
                    <a:pt x="4365135" y="659679"/>
                  </a:lnTo>
                  <a:lnTo>
                    <a:pt x="4365253" y="659679"/>
                  </a:lnTo>
                  <a:lnTo>
                    <a:pt x="4365371" y="659679"/>
                  </a:lnTo>
                  <a:lnTo>
                    <a:pt x="4365488" y="659679"/>
                  </a:lnTo>
                  <a:lnTo>
                    <a:pt x="4365606" y="659679"/>
                  </a:lnTo>
                  <a:lnTo>
                    <a:pt x="4365723" y="659679"/>
                  </a:lnTo>
                  <a:lnTo>
                    <a:pt x="4365841" y="659679"/>
                  </a:lnTo>
                  <a:lnTo>
                    <a:pt x="4365959" y="659679"/>
                  </a:lnTo>
                  <a:lnTo>
                    <a:pt x="4366076" y="659679"/>
                  </a:lnTo>
                  <a:lnTo>
                    <a:pt x="4366076" y="659248"/>
                  </a:lnTo>
                  <a:lnTo>
                    <a:pt x="4366194" y="659248"/>
                  </a:lnTo>
                  <a:lnTo>
                    <a:pt x="4366311" y="659248"/>
                  </a:lnTo>
                  <a:lnTo>
                    <a:pt x="4366429" y="659248"/>
                  </a:lnTo>
                  <a:lnTo>
                    <a:pt x="4366547" y="659248"/>
                  </a:lnTo>
                  <a:lnTo>
                    <a:pt x="4366664" y="659248"/>
                  </a:lnTo>
                  <a:lnTo>
                    <a:pt x="4366664" y="658818"/>
                  </a:lnTo>
                  <a:lnTo>
                    <a:pt x="4366782" y="658818"/>
                  </a:lnTo>
                  <a:lnTo>
                    <a:pt x="4366900" y="658818"/>
                  </a:lnTo>
                  <a:lnTo>
                    <a:pt x="4367017" y="658818"/>
                  </a:lnTo>
                  <a:lnTo>
                    <a:pt x="4367017" y="658387"/>
                  </a:lnTo>
                  <a:lnTo>
                    <a:pt x="4367135" y="658387"/>
                  </a:lnTo>
                  <a:lnTo>
                    <a:pt x="4367252" y="658387"/>
                  </a:lnTo>
                  <a:lnTo>
                    <a:pt x="4367252" y="657956"/>
                  </a:lnTo>
                  <a:lnTo>
                    <a:pt x="4367370" y="657956"/>
                  </a:lnTo>
                  <a:lnTo>
                    <a:pt x="4367488" y="657956"/>
                  </a:lnTo>
                  <a:lnTo>
                    <a:pt x="4367605" y="657956"/>
                  </a:lnTo>
                  <a:lnTo>
                    <a:pt x="4367605" y="657526"/>
                  </a:lnTo>
                  <a:lnTo>
                    <a:pt x="4367723" y="657526"/>
                  </a:lnTo>
                  <a:lnTo>
                    <a:pt x="4367840" y="657526"/>
                  </a:lnTo>
                  <a:lnTo>
                    <a:pt x="4367958" y="657526"/>
                  </a:lnTo>
                  <a:lnTo>
                    <a:pt x="4368076" y="657526"/>
                  </a:lnTo>
                  <a:lnTo>
                    <a:pt x="4368076" y="657095"/>
                  </a:lnTo>
                  <a:lnTo>
                    <a:pt x="4368193" y="657095"/>
                  </a:lnTo>
                  <a:lnTo>
                    <a:pt x="4368311" y="657095"/>
                  </a:lnTo>
                  <a:lnTo>
                    <a:pt x="4368429" y="657095"/>
                  </a:lnTo>
                  <a:lnTo>
                    <a:pt x="4368546" y="657095"/>
                  </a:lnTo>
                  <a:lnTo>
                    <a:pt x="4368664" y="657095"/>
                  </a:lnTo>
                  <a:lnTo>
                    <a:pt x="4368781" y="657095"/>
                  </a:lnTo>
                  <a:lnTo>
                    <a:pt x="4368899" y="657095"/>
                  </a:lnTo>
                  <a:lnTo>
                    <a:pt x="4369017" y="657095"/>
                  </a:lnTo>
                  <a:lnTo>
                    <a:pt x="4369134" y="657095"/>
                  </a:lnTo>
                  <a:lnTo>
                    <a:pt x="4369252" y="657095"/>
                  </a:lnTo>
                  <a:lnTo>
                    <a:pt x="4369369" y="657095"/>
                  </a:lnTo>
                  <a:lnTo>
                    <a:pt x="4369369" y="656665"/>
                  </a:lnTo>
                  <a:lnTo>
                    <a:pt x="4369487" y="656665"/>
                  </a:lnTo>
                  <a:lnTo>
                    <a:pt x="4369605" y="656665"/>
                  </a:lnTo>
                  <a:lnTo>
                    <a:pt x="4369722" y="656665"/>
                  </a:lnTo>
                  <a:lnTo>
                    <a:pt x="4369840" y="656665"/>
                  </a:lnTo>
                  <a:lnTo>
                    <a:pt x="4369958" y="656665"/>
                  </a:lnTo>
                  <a:lnTo>
                    <a:pt x="4370075" y="656665"/>
                  </a:lnTo>
                  <a:lnTo>
                    <a:pt x="4370193" y="656665"/>
                  </a:lnTo>
                  <a:lnTo>
                    <a:pt x="4370310" y="656665"/>
                  </a:lnTo>
                  <a:lnTo>
                    <a:pt x="4370428" y="656665"/>
                  </a:lnTo>
                  <a:lnTo>
                    <a:pt x="4370546" y="656665"/>
                  </a:lnTo>
                  <a:lnTo>
                    <a:pt x="4370546" y="656234"/>
                  </a:lnTo>
                  <a:lnTo>
                    <a:pt x="4370663" y="656234"/>
                  </a:lnTo>
                  <a:lnTo>
                    <a:pt x="4370781" y="656234"/>
                  </a:lnTo>
                  <a:lnTo>
                    <a:pt x="4370781" y="655803"/>
                  </a:lnTo>
                  <a:lnTo>
                    <a:pt x="4370898" y="655803"/>
                  </a:lnTo>
                  <a:lnTo>
                    <a:pt x="4371016" y="655803"/>
                  </a:lnTo>
                  <a:lnTo>
                    <a:pt x="4371134" y="655803"/>
                  </a:lnTo>
                  <a:lnTo>
                    <a:pt x="4371251" y="655803"/>
                  </a:lnTo>
                  <a:lnTo>
                    <a:pt x="4371369" y="655803"/>
                  </a:lnTo>
                  <a:lnTo>
                    <a:pt x="4371486" y="655803"/>
                  </a:lnTo>
                  <a:lnTo>
                    <a:pt x="4371604" y="655803"/>
                  </a:lnTo>
                  <a:lnTo>
                    <a:pt x="4371722" y="655803"/>
                  </a:lnTo>
                  <a:lnTo>
                    <a:pt x="4371839" y="655803"/>
                  </a:lnTo>
                  <a:lnTo>
                    <a:pt x="4371839" y="655373"/>
                  </a:lnTo>
                  <a:lnTo>
                    <a:pt x="4371839" y="654942"/>
                  </a:lnTo>
                  <a:lnTo>
                    <a:pt x="4371957" y="654942"/>
                  </a:lnTo>
                  <a:lnTo>
                    <a:pt x="4372075" y="654942"/>
                  </a:lnTo>
                  <a:lnTo>
                    <a:pt x="4372192" y="654942"/>
                  </a:lnTo>
                  <a:lnTo>
                    <a:pt x="4372310" y="654942"/>
                  </a:lnTo>
                  <a:lnTo>
                    <a:pt x="4372427" y="654942"/>
                  </a:lnTo>
                  <a:lnTo>
                    <a:pt x="4372545" y="654942"/>
                  </a:lnTo>
                  <a:lnTo>
                    <a:pt x="4372545" y="654512"/>
                  </a:lnTo>
                  <a:lnTo>
                    <a:pt x="4372663" y="654512"/>
                  </a:lnTo>
                  <a:lnTo>
                    <a:pt x="4372780" y="654512"/>
                  </a:lnTo>
                  <a:lnTo>
                    <a:pt x="4372898" y="654512"/>
                  </a:lnTo>
                  <a:lnTo>
                    <a:pt x="4372898" y="654081"/>
                  </a:lnTo>
                  <a:lnTo>
                    <a:pt x="4373015" y="654081"/>
                  </a:lnTo>
                  <a:lnTo>
                    <a:pt x="4373133" y="654081"/>
                  </a:lnTo>
                  <a:lnTo>
                    <a:pt x="4373133" y="653650"/>
                  </a:lnTo>
                  <a:lnTo>
                    <a:pt x="4373251" y="653650"/>
                  </a:lnTo>
                  <a:lnTo>
                    <a:pt x="4373368" y="653650"/>
                  </a:lnTo>
                  <a:lnTo>
                    <a:pt x="4373486" y="653650"/>
                  </a:lnTo>
                  <a:lnTo>
                    <a:pt x="4373604" y="653650"/>
                  </a:lnTo>
                  <a:lnTo>
                    <a:pt x="4373721" y="653650"/>
                  </a:lnTo>
                  <a:lnTo>
                    <a:pt x="4373721" y="653220"/>
                  </a:lnTo>
                  <a:lnTo>
                    <a:pt x="4373839" y="653220"/>
                  </a:lnTo>
                  <a:lnTo>
                    <a:pt x="4373956" y="653220"/>
                  </a:lnTo>
                  <a:lnTo>
                    <a:pt x="4374074" y="653220"/>
                  </a:lnTo>
                  <a:lnTo>
                    <a:pt x="4374192" y="653220"/>
                  </a:lnTo>
                  <a:lnTo>
                    <a:pt x="4374309" y="653220"/>
                  </a:lnTo>
                  <a:lnTo>
                    <a:pt x="4374309" y="652789"/>
                  </a:lnTo>
                  <a:lnTo>
                    <a:pt x="4374427" y="652789"/>
                  </a:lnTo>
                  <a:lnTo>
                    <a:pt x="4374544" y="652789"/>
                  </a:lnTo>
                  <a:lnTo>
                    <a:pt x="4374662" y="652789"/>
                  </a:lnTo>
                  <a:lnTo>
                    <a:pt x="4374780" y="652789"/>
                  </a:lnTo>
                  <a:lnTo>
                    <a:pt x="4374897" y="652789"/>
                  </a:lnTo>
                  <a:lnTo>
                    <a:pt x="4375015" y="652789"/>
                  </a:lnTo>
                  <a:lnTo>
                    <a:pt x="4375133" y="652789"/>
                  </a:lnTo>
                  <a:lnTo>
                    <a:pt x="4375250" y="652789"/>
                  </a:lnTo>
                  <a:lnTo>
                    <a:pt x="4375368" y="652789"/>
                  </a:lnTo>
                  <a:lnTo>
                    <a:pt x="4375485" y="652789"/>
                  </a:lnTo>
                  <a:lnTo>
                    <a:pt x="4375603" y="652789"/>
                  </a:lnTo>
                  <a:lnTo>
                    <a:pt x="4375603" y="652359"/>
                  </a:lnTo>
                  <a:lnTo>
                    <a:pt x="4375721" y="652359"/>
                  </a:lnTo>
                  <a:lnTo>
                    <a:pt x="4375838" y="652359"/>
                  </a:lnTo>
                  <a:lnTo>
                    <a:pt x="4375956" y="652359"/>
                  </a:lnTo>
                  <a:lnTo>
                    <a:pt x="4376073" y="652359"/>
                  </a:lnTo>
                  <a:lnTo>
                    <a:pt x="4376191" y="652359"/>
                  </a:lnTo>
                  <a:lnTo>
                    <a:pt x="4376309" y="652359"/>
                  </a:lnTo>
                  <a:lnTo>
                    <a:pt x="4376426" y="652359"/>
                  </a:lnTo>
                  <a:lnTo>
                    <a:pt x="4376544" y="652359"/>
                  </a:lnTo>
                  <a:lnTo>
                    <a:pt x="4376662" y="652359"/>
                  </a:lnTo>
                  <a:lnTo>
                    <a:pt x="4376779" y="652359"/>
                  </a:lnTo>
                  <a:lnTo>
                    <a:pt x="4376897" y="652359"/>
                  </a:lnTo>
                  <a:lnTo>
                    <a:pt x="4377014" y="652359"/>
                  </a:lnTo>
                  <a:lnTo>
                    <a:pt x="4377132" y="652359"/>
                  </a:lnTo>
                  <a:lnTo>
                    <a:pt x="4377250" y="652359"/>
                  </a:lnTo>
                  <a:lnTo>
                    <a:pt x="4377367" y="652359"/>
                  </a:lnTo>
                  <a:lnTo>
                    <a:pt x="4377485" y="652359"/>
                  </a:lnTo>
                  <a:lnTo>
                    <a:pt x="4377602" y="652359"/>
                  </a:lnTo>
                  <a:lnTo>
                    <a:pt x="4377720" y="652359"/>
                  </a:lnTo>
                  <a:lnTo>
                    <a:pt x="4377838" y="652359"/>
                  </a:lnTo>
                  <a:lnTo>
                    <a:pt x="4377955" y="652359"/>
                  </a:lnTo>
                  <a:lnTo>
                    <a:pt x="4377955" y="651928"/>
                  </a:lnTo>
                  <a:lnTo>
                    <a:pt x="4378073" y="651928"/>
                  </a:lnTo>
                  <a:lnTo>
                    <a:pt x="4378191" y="651928"/>
                  </a:lnTo>
                  <a:lnTo>
                    <a:pt x="4378191" y="651497"/>
                  </a:lnTo>
                  <a:lnTo>
                    <a:pt x="4378308" y="651497"/>
                  </a:lnTo>
                  <a:lnTo>
                    <a:pt x="4378426" y="651497"/>
                  </a:lnTo>
                  <a:lnTo>
                    <a:pt x="4378543" y="651497"/>
                  </a:lnTo>
                  <a:lnTo>
                    <a:pt x="4378661" y="651497"/>
                  </a:lnTo>
                  <a:lnTo>
                    <a:pt x="4378779" y="651497"/>
                  </a:lnTo>
                  <a:lnTo>
                    <a:pt x="4378896" y="651497"/>
                  </a:lnTo>
                  <a:lnTo>
                    <a:pt x="4378896" y="651067"/>
                  </a:lnTo>
                  <a:lnTo>
                    <a:pt x="4379014" y="651067"/>
                  </a:lnTo>
                  <a:lnTo>
                    <a:pt x="4379131" y="651067"/>
                  </a:lnTo>
                  <a:lnTo>
                    <a:pt x="4379131" y="650636"/>
                  </a:lnTo>
                  <a:lnTo>
                    <a:pt x="4379131" y="650206"/>
                  </a:lnTo>
                  <a:lnTo>
                    <a:pt x="4379249" y="650206"/>
                  </a:lnTo>
                  <a:lnTo>
                    <a:pt x="4379367" y="650206"/>
                  </a:lnTo>
                  <a:lnTo>
                    <a:pt x="4379484" y="650206"/>
                  </a:lnTo>
                  <a:lnTo>
                    <a:pt x="4379602" y="650206"/>
                  </a:lnTo>
                  <a:lnTo>
                    <a:pt x="4379719" y="650206"/>
                  </a:lnTo>
                  <a:lnTo>
                    <a:pt x="4379837" y="650206"/>
                  </a:lnTo>
                  <a:lnTo>
                    <a:pt x="4379955" y="650206"/>
                  </a:lnTo>
                  <a:lnTo>
                    <a:pt x="4379955" y="649775"/>
                  </a:lnTo>
                  <a:lnTo>
                    <a:pt x="4380072" y="649775"/>
                  </a:lnTo>
                  <a:lnTo>
                    <a:pt x="4380190" y="649775"/>
                  </a:lnTo>
                  <a:lnTo>
                    <a:pt x="4380308" y="649775"/>
                  </a:lnTo>
                  <a:lnTo>
                    <a:pt x="4380425" y="649775"/>
                  </a:lnTo>
                  <a:lnTo>
                    <a:pt x="4380425" y="649344"/>
                  </a:lnTo>
                  <a:lnTo>
                    <a:pt x="4380543" y="649344"/>
                  </a:lnTo>
                  <a:lnTo>
                    <a:pt x="4380660" y="649344"/>
                  </a:lnTo>
                  <a:lnTo>
                    <a:pt x="4380778" y="649344"/>
                  </a:lnTo>
                  <a:lnTo>
                    <a:pt x="4380896" y="649344"/>
                  </a:lnTo>
                  <a:lnTo>
                    <a:pt x="4381013" y="649344"/>
                  </a:lnTo>
                  <a:lnTo>
                    <a:pt x="4381131" y="649344"/>
                  </a:lnTo>
                  <a:lnTo>
                    <a:pt x="4381248" y="649344"/>
                  </a:lnTo>
                  <a:lnTo>
                    <a:pt x="4381366" y="649344"/>
                  </a:lnTo>
                  <a:lnTo>
                    <a:pt x="4381484" y="649344"/>
                  </a:lnTo>
                  <a:lnTo>
                    <a:pt x="4381601" y="649344"/>
                  </a:lnTo>
                  <a:lnTo>
                    <a:pt x="4381601" y="648914"/>
                  </a:lnTo>
                  <a:lnTo>
                    <a:pt x="4381719" y="648914"/>
                  </a:lnTo>
                  <a:lnTo>
                    <a:pt x="4381837" y="648914"/>
                  </a:lnTo>
                  <a:lnTo>
                    <a:pt x="4381954" y="648914"/>
                  </a:lnTo>
                  <a:lnTo>
                    <a:pt x="4382072" y="648914"/>
                  </a:lnTo>
                  <a:lnTo>
                    <a:pt x="4382189" y="648914"/>
                  </a:lnTo>
                  <a:lnTo>
                    <a:pt x="4382307" y="648914"/>
                  </a:lnTo>
                  <a:lnTo>
                    <a:pt x="4382425" y="648914"/>
                  </a:lnTo>
                  <a:lnTo>
                    <a:pt x="4382542" y="648914"/>
                  </a:lnTo>
                  <a:lnTo>
                    <a:pt x="4382660" y="648914"/>
                  </a:lnTo>
                  <a:lnTo>
                    <a:pt x="4382660" y="648483"/>
                  </a:lnTo>
                  <a:lnTo>
                    <a:pt x="4382777" y="648483"/>
                  </a:lnTo>
                  <a:lnTo>
                    <a:pt x="4382895" y="648483"/>
                  </a:lnTo>
                  <a:lnTo>
                    <a:pt x="4383013" y="648483"/>
                  </a:lnTo>
                  <a:lnTo>
                    <a:pt x="4383130" y="648483"/>
                  </a:lnTo>
                  <a:lnTo>
                    <a:pt x="4383248" y="648483"/>
                  </a:lnTo>
                  <a:lnTo>
                    <a:pt x="4383248" y="648053"/>
                  </a:lnTo>
                  <a:lnTo>
                    <a:pt x="4383248" y="647622"/>
                  </a:lnTo>
                  <a:lnTo>
                    <a:pt x="4383366" y="647622"/>
                  </a:lnTo>
                  <a:lnTo>
                    <a:pt x="4383483" y="647622"/>
                  </a:lnTo>
                  <a:lnTo>
                    <a:pt x="4383601" y="647622"/>
                  </a:lnTo>
                  <a:lnTo>
                    <a:pt x="4383718" y="647622"/>
                  </a:lnTo>
                  <a:lnTo>
                    <a:pt x="4383836" y="647622"/>
                  </a:lnTo>
                  <a:lnTo>
                    <a:pt x="4383954" y="647622"/>
                  </a:lnTo>
                  <a:lnTo>
                    <a:pt x="4384071" y="647622"/>
                  </a:lnTo>
                  <a:lnTo>
                    <a:pt x="4384189" y="647622"/>
                  </a:lnTo>
                  <a:lnTo>
                    <a:pt x="4384306" y="647622"/>
                  </a:lnTo>
                  <a:lnTo>
                    <a:pt x="4384424" y="647622"/>
                  </a:lnTo>
                  <a:lnTo>
                    <a:pt x="4384542" y="647622"/>
                  </a:lnTo>
                  <a:lnTo>
                    <a:pt x="4384659" y="647622"/>
                  </a:lnTo>
                  <a:lnTo>
                    <a:pt x="4384777" y="647622"/>
                  </a:lnTo>
                  <a:lnTo>
                    <a:pt x="4384895" y="647622"/>
                  </a:lnTo>
                  <a:lnTo>
                    <a:pt x="4385012" y="647622"/>
                  </a:lnTo>
                  <a:lnTo>
                    <a:pt x="4385130" y="647622"/>
                  </a:lnTo>
                  <a:lnTo>
                    <a:pt x="4385247" y="647622"/>
                  </a:lnTo>
                  <a:lnTo>
                    <a:pt x="4385365" y="647622"/>
                  </a:lnTo>
                  <a:lnTo>
                    <a:pt x="4385483" y="647622"/>
                  </a:lnTo>
                  <a:lnTo>
                    <a:pt x="4385600" y="647622"/>
                  </a:lnTo>
                  <a:lnTo>
                    <a:pt x="4385718" y="647622"/>
                  </a:lnTo>
                  <a:lnTo>
                    <a:pt x="4385835" y="647622"/>
                  </a:lnTo>
                  <a:lnTo>
                    <a:pt x="4385953" y="647622"/>
                  </a:lnTo>
                  <a:lnTo>
                    <a:pt x="4386071" y="647622"/>
                  </a:lnTo>
                  <a:lnTo>
                    <a:pt x="4386188" y="647622"/>
                  </a:lnTo>
                  <a:lnTo>
                    <a:pt x="4386306" y="647622"/>
                  </a:lnTo>
                  <a:lnTo>
                    <a:pt x="4386424" y="647622"/>
                  </a:lnTo>
                  <a:lnTo>
                    <a:pt x="4386541" y="647622"/>
                  </a:lnTo>
                  <a:lnTo>
                    <a:pt x="4386659" y="647622"/>
                  </a:lnTo>
                  <a:lnTo>
                    <a:pt x="4386776" y="647622"/>
                  </a:lnTo>
                  <a:lnTo>
                    <a:pt x="4386894" y="647622"/>
                  </a:lnTo>
                  <a:lnTo>
                    <a:pt x="4387012" y="647622"/>
                  </a:lnTo>
                  <a:lnTo>
                    <a:pt x="4387129" y="647622"/>
                  </a:lnTo>
                  <a:lnTo>
                    <a:pt x="4387247" y="647622"/>
                  </a:lnTo>
                  <a:lnTo>
                    <a:pt x="4387364" y="647622"/>
                  </a:lnTo>
                  <a:lnTo>
                    <a:pt x="4387482" y="647622"/>
                  </a:lnTo>
                  <a:lnTo>
                    <a:pt x="4387482" y="647191"/>
                  </a:lnTo>
                  <a:lnTo>
                    <a:pt x="4387600" y="647191"/>
                  </a:lnTo>
                  <a:lnTo>
                    <a:pt x="4387717" y="647191"/>
                  </a:lnTo>
                  <a:lnTo>
                    <a:pt x="4387835" y="647191"/>
                  </a:lnTo>
                  <a:lnTo>
                    <a:pt x="4387952" y="647191"/>
                  </a:lnTo>
                  <a:lnTo>
                    <a:pt x="4388070" y="647191"/>
                  </a:lnTo>
                  <a:lnTo>
                    <a:pt x="4388188" y="647191"/>
                  </a:lnTo>
                  <a:lnTo>
                    <a:pt x="4388305" y="647191"/>
                  </a:lnTo>
                  <a:lnTo>
                    <a:pt x="4388423" y="647191"/>
                  </a:lnTo>
                  <a:lnTo>
                    <a:pt x="4388541" y="647191"/>
                  </a:lnTo>
                  <a:lnTo>
                    <a:pt x="4388658" y="647191"/>
                  </a:lnTo>
                  <a:lnTo>
                    <a:pt x="4388776" y="647191"/>
                  </a:lnTo>
                  <a:lnTo>
                    <a:pt x="4388776" y="646761"/>
                  </a:lnTo>
                  <a:lnTo>
                    <a:pt x="4388776" y="646330"/>
                  </a:lnTo>
                  <a:lnTo>
                    <a:pt x="4388776" y="645900"/>
                  </a:lnTo>
                  <a:lnTo>
                    <a:pt x="4388776" y="645469"/>
                  </a:lnTo>
                  <a:lnTo>
                    <a:pt x="4388893" y="645469"/>
                  </a:lnTo>
                  <a:lnTo>
                    <a:pt x="4389011" y="645469"/>
                  </a:lnTo>
                  <a:lnTo>
                    <a:pt x="4389129" y="645469"/>
                  </a:lnTo>
                  <a:lnTo>
                    <a:pt x="4389246" y="645469"/>
                  </a:lnTo>
                  <a:lnTo>
                    <a:pt x="4389364" y="645469"/>
                  </a:lnTo>
                  <a:lnTo>
                    <a:pt x="4389481" y="645469"/>
                  </a:lnTo>
                  <a:lnTo>
                    <a:pt x="4389599" y="645469"/>
                  </a:lnTo>
                  <a:lnTo>
                    <a:pt x="4389717" y="645469"/>
                  </a:lnTo>
                  <a:lnTo>
                    <a:pt x="4389717" y="645038"/>
                  </a:lnTo>
                  <a:lnTo>
                    <a:pt x="4389834" y="645038"/>
                  </a:lnTo>
                  <a:lnTo>
                    <a:pt x="4389952" y="645038"/>
                  </a:lnTo>
                  <a:lnTo>
                    <a:pt x="4390070" y="645038"/>
                  </a:lnTo>
                  <a:lnTo>
                    <a:pt x="4390187" y="645038"/>
                  </a:lnTo>
                  <a:lnTo>
                    <a:pt x="4390305" y="645038"/>
                  </a:lnTo>
                  <a:lnTo>
                    <a:pt x="4390422" y="645038"/>
                  </a:lnTo>
                  <a:lnTo>
                    <a:pt x="4390540" y="645038"/>
                  </a:lnTo>
                  <a:lnTo>
                    <a:pt x="4390658" y="645038"/>
                  </a:lnTo>
                  <a:lnTo>
                    <a:pt x="4390775" y="645038"/>
                  </a:lnTo>
                  <a:lnTo>
                    <a:pt x="4390893" y="645038"/>
                  </a:lnTo>
                  <a:lnTo>
                    <a:pt x="4391010" y="645038"/>
                  </a:lnTo>
                  <a:lnTo>
                    <a:pt x="4391010" y="644608"/>
                  </a:lnTo>
                  <a:lnTo>
                    <a:pt x="4391010" y="644177"/>
                  </a:lnTo>
                  <a:lnTo>
                    <a:pt x="4391128" y="644177"/>
                  </a:lnTo>
                  <a:lnTo>
                    <a:pt x="4391246" y="644177"/>
                  </a:lnTo>
                  <a:lnTo>
                    <a:pt x="4391363" y="644177"/>
                  </a:lnTo>
                  <a:lnTo>
                    <a:pt x="4391481" y="644177"/>
                  </a:lnTo>
                  <a:lnTo>
                    <a:pt x="4391599" y="644177"/>
                  </a:lnTo>
                  <a:lnTo>
                    <a:pt x="4391716" y="644177"/>
                  </a:lnTo>
                  <a:lnTo>
                    <a:pt x="4391834" y="644177"/>
                  </a:lnTo>
                  <a:lnTo>
                    <a:pt x="4391951" y="644177"/>
                  </a:lnTo>
                  <a:lnTo>
                    <a:pt x="4392069" y="644177"/>
                  </a:lnTo>
                  <a:lnTo>
                    <a:pt x="4392187" y="644177"/>
                  </a:lnTo>
                  <a:lnTo>
                    <a:pt x="4392304" y="644177"/>
                  </a:lnTo>
                  <a:lnTo>
                    <a:pt x="4392422" y="644177"/>
                  </a:lnTo>
                  <a:lnTo>
                    <a:pt x="4392539" y="644177"/>
                  </a:lnTo>
                  <a:lnTo>
                    <a:pt x="4392657" y="644177"/>
                  </a:lnTo>
                  <a:lnTo>
                    <a:pt x="4392775" y="644177"/>
                  </a:lnTo>
                  <a:lnTo>
                    <a:pt x="4392892" y="644177"/>
                  </a:lnTo>
                  <a:lnTo>
                    <a:pt x="4393010" y="644177"/>
                  </a:lnTo>
                  <a:lnTo>
                    <a:pt x="4393128" y="644177"/>
                  </a:lnTo>
                  <a:lnTo>
                    <a:pt x="4393245" y="644177"/>
                  </a:lnTo>
                  <a:lnTo>
                    <a:pt x="4393245" y="643747"/>
                  </a:lnTo>
                  <a:lnTo>
                    <a:pt x="4393363" y="643747"/>
                  </a:lnTo>
                  <a:lnTo>
                    <a:pt x="4393480" y="643747"/>
                  </a:lnTo>
                  <a:lnTo>
                    <a:pt x="4393598" y="643747"/>
                  </a:lnTo>
                  <a:lnTo>
                    <a:pt x="4393716" y="643747"/>
                  </a:lnTo>
                  <a:lnTo>
                    <a:pt x="4393833" y="643747"/>
                  </a:lnTo>
                  <a:lnTo>
                    <a:pt x="4393951" y="643747"/>
                  </a:lnTo>
                  <a:lnTo>
                    <a:pt x="4394068" y="643747"/>
                  </a:lnTo>
                  <a:lnTo>
                    <a:pt x="4394186" y="643747"/>
                  </a:lnTo>
                  <a:lnTo>
                    <a:pt x="4394304" y="643747"/>
                  </a:lnTo>
                  <a:lnTo>
                    <a:pt x="4394421" y="643747"/>
                  </a:lnTo>
                  <a:lnTo>
                    <a:pt x="4394539" y="643747"/>
                  </a:lnTo>
                  <a:lnTo>
                    <a:pt x="4394657" y="643747"/>
                  </a:lnTo>
                  <a:lnTo>
                    <a:pt x="4394774" y="643747"/>
                  </a:lnTo>
                  <a:lnTo>
                    <a:pt x="4394892" y="643747"/>
                  </a:lnTo>
                  <a:lnTo>
                    <a:pt x="4395009" y="643747"/>
                  </a:lnTo>
                  <a:lnTo>
                    <a:pt x="4395127" y="643747"/>
                  </a:lnTo>
                  <a:lnTo>
                    <a:pt x="4395245" y="643747"/>
                  </a:lnTo>
                  <a:lnTo>
                    <a:pt x="4395362" y="643747"/>
                  </a:lnTo>
                  <a:lnTo>
                    <a:pt x="4395480" y="643747"/>
                  </a:lnTo>
                  <a:lnTo>
                    <a:pt x="4395597" y="643747"/>
                  </a:lnTo>
                  <a:lnTo>
                    <a:pt x="4395597" y="643316"/>
                  </a:lnTo>
                  <a:lnTo>
                    <a:pt x="4395715" y="643316"/>
                  </a:lnTo>
                  <a:lnTo>
                    <a:pt x="4395833" y="643316"/>
                  </a:lnTo>
                  <a:lnTo>
                    <a:pt x="4395950" y="643316"/>
                  </a:lnTo>
                  <a:lnTo>
                    <a:pt x="4396068" y="643316"/>
                  </a:lnTo>
                  <a:lnTo>
                    <a:pt x="4396068" y="642885"/>
                  </a:lnTo>
                  <a:lnTo>
                    <a:pt x="4396185" y="642885"/>
                  </a:lnTo>
                  <a:lnTo>
                    <a:pt x="4396303" y="642885"/>
                  </a:lnTo>
                  <a:lnTo>
                    <a:pt x="4396303" y="642455"/>
                  </a:lnTo>
                  <a:lnTo>
                    <a:pt x="4396421" y="642455"/>
                  </a:lnTo>
                  <a:lnTo>
                    <a:pt x="4396421" y="642024"/>
                  </a:lnTo>
                  <a:lnTo>
                    <a:pt x="4396538" y="642024"/>
                  </a:lnTo>
                  <a:lnTo>
                    <a:pt x="4396538" y="641594"/>
                  </a:lnTo>
                  <a:lnTo>
                    <a:pt x="4396656" y="641594"/>
                  </a:lnTo>
                  <a:lnTo>
                    <a:pt x="4396774" y="641594"/>
                  </a:lnTo>
                  <a:lnTo>
                    <a:pt x="4396891" y="641594"/>
                  </a:lnTo>
                  <a:lnTo>
                    <a:pt x="4396891" y="641163"/>
                  </a:lnTo>
                  <a:lnTo>
                    <a:pt x="4397009" y="641163"/>
                  </a:lnTo>
                  <a:lnTo>
                    <a:pt x="4397126" y="641163"/>
                  </a:lnTo>
                  <a:lnTo>
                    <a:pt x="4397244" y="641163"/>
                  </a:lnTo>
                  <a:lnTo>
                    <a:pt x="4397362" y="641163"/>
                  </a:lnTo>
                  <a:lnTo>
                    <a:pt x="4397479" y="641163"/>
                  </a:lnTo>
                  <a:lnTo>
                    <a:pt x="4397597" y="641163"/>
                  </a:lnTo>
                  <a:lnTo>
                    <a:pt x="4397714" y="641163"/>
                  </a:lnTo>
                  <a:lnTo>
                    <a:pt x="4397832" y="641163"/>
                  </a:lnTo>
                  <a:lnTo>
                    <a:pt x="4397950" y="641163"/>
                  </a:lnTo>
                  <a:lnTo>
                    <a:pt x="4398067" y="641163"/>
                  </a:lnTo>
                  <a:lnTo>
                    <a:pt x="4398185" y="641163"/>
                  </a:lnTo>
                  <a:lnTo>
                    <a:pt x="4398303" y="641163"/>
                  </a:lnTo>
                  <a:lnTo>
                    <a:pt x="4398420" y="641163"/>
                  </a:lnTo>
                  <a:lnTo>
                    <a:pt x="4398538" y="641163"/>
                  </a:lnTo>
                  <a:lnTo>
                    <a:pt x="4398655" y="641163"/>
                  </a:lnTo>
                  <a:lnTo>
                    <a:pt x="4398773" y="641163"/>
                  </a:lnTo>
                  <a:lnTo>
                    <a:pt x="4398891" y="641163"/>
                  </a:lnTo>
                  <a:lnTo>
                    <a:pt x="4398891" y="640732"/>
                  </a:lnTo>
                  <a:lnTo>
                    <a:pt x="4399008" y="640732"/>
                  </a:lnTo>
                  <a:lnTo>
                    <a:pt x="4399126" y="640732"/>
                  </a:lnTo>
                  <a:lnTo>
                    <a:pt x="4399243" y="640732"/>
                  </a:lnTo>
                  <a:lnTo>
                    <a:pt x="4399361" y="640732"/>
                  </a:lnTo>
                  <a:lnTo>
                    <a:pt x="4399479" y="640732"/>
                  </a:lnTo>
                  <a:lnTo>
                    <a:pt x="4399596" y="640732"/>
                  </a:lnTo>
                  <a:lnTo>
                    <a:pt x="4399596" y="640302"/>
                  </a:lnTo>
                  <a:lnTo>
                    <a:pt x="4399714" y="640302"/>
                  </a:lnTo>
                  <a:lnTo>
                    <a:pt x="4399832" y="640302"/>
                  </a:lnTo>
                  <a:lnTo>
                    <a:pt x="4399949" y="640302"/>
                  </a:lnTo>
                  <a:lnTo>
                    <a:pt x="4400067" y="640302"/>
                  </a:lnTo>
                  <a:lnTo>
                    <a:pt x="4400184" y="640302"/>
                  </a:lnTo>
                  <a:lnTo>
                    <a:pt x="4400302" y="640302"/>
                  </a:lnTo>
                  <a:lnTo>
                    <a:pt x="4400420" y="640302"/>
                  </a:lnTo>
                  <a:lnTo>
                    <a:pt x="4400537" y="640302"/>
                  </a:lnTo>
                  <a:lnTo>
                    <a:pt x="4400537" y="639871"/>
                  </a:lnTo>
                  <a:lnTo>
                    <a:pt x="4400655" y="639871"/>
                  </a:lnTo>
                  <a:lnTo>
                    <a:pt x="4400772" y="639871"/>
                  </a:lnTo>
                  <a:lnTo>
                    <a:pt x="4400890" y="639871"/>
                  </a:lnTo>
                  <a:lnTo>
                    <a:pt x="4400890" y="639441"/>
                  </a:lnTo>
                  <a:lnTo>
                    <a:pt x="4401008" y="639441"/>
                  </a:lnTo>
                  <a:lnTo>
                    <a:pt x="4401125" y="639441"/>
                  </a:lnTo>
                  <a:lnTo>
                    <a:pt x="4401243" y="639441"/>
                  </a:lnTo>
                  <a:lnTo>
                    <a:pt x="4401361" y="639441"/>
                  </a:lnTo>
                  <a:lnTo>
                    <a:pt x="4401361" y="639010"/>
                  </a:lnTo>
                  <a:lnTo>
                    <a:pt x="4401478" y="639010"/>
                  </a:lnTo>
                  <a:lnTo>
                    <a:pt x="4401478" y="638579"/>
                  </a:lnTo>
                  <a:lnTo>
                    <a:pt x="4401596" y="638579"/>
                  </a:lnTo>
                  <a:lnTo>
                    <a:pt x="4401713" y="638579"/>
                  </a:lnTo>
                  <a:lnTo>
                    <a:pt x="4401831" y="638579"/>
                  </a:lnTo>
                  <a:lnTo>
                    <a:pt x="4401949" y="638579"/>
                  </a:lnTo>
                  <a:lnTo>
                    <a:pt x="4402066" y="638579"/>
                  </a:lnTo>
                  <a:lnTo>
                    <a:pt x="4402184" y="638579"/>
                  </a:lnTo>
                  <a:lnTo>
                    <a:pt x="4402301" y="638579"/>
                  </a:lnTo>
                  <a:lnTo>
                    <a:pt x="4402419" y="638579"/>
                  </a:lnTo>
                  <a:lnTo>
                    <a:pt x="4402537" y="638579"/>
                  </a:lnTo>
                  <a:lnTo>
                    <a:pt x="4402537" y="638149"/>
                  </a:lnTo>
                  <a:lnTo>
                    <a:pt x="4402654" y="638149"/>
                  </a:lnTo>
                  <a:lnTo>
                    <a:pt x="4402654" y="637718"/>
                  </a:lnTo>
                  <a:lnTo>
                    <a:pt x="4402772" y="637718"/>
                  </a:lnTo>
                  <a:lnTo>
                    <a:pt x="4402890" y="637718"/>
                  </a:lnTo>
                  <a:lnTo>
                    <a:pt x="4402890" y="637288"/>
                  </a:lnTo>
                  <a:lnTo>
                    <a:pt x="4403007" y="637288"/>
                  </a:lnTo>
                  <a:lnTo>
                    <a:pt x="4403007" y="636857"/>
                  </a:lnTo>
                  <a:lnTo>
                    <a:pt x="4403125" y="636857"/>
                  </a:lnTo>
                  <a:lnTo>
                    <a:pt x="4403242" y="636857"/>
                  </a:lnTo>
                  <a:lnTo>
                    <a:pt x="4403360" y="636857"/>
                  </a:lnTo>
                  <a:lnTo>
                    <a:pt x="4403478" y="636857"/>
                  </a:lnTo>
                  <a:lnTo>
                    <a:pt x="4403595" y="636857"/>
                  </a:lnTo>
                  <a:lnTo>
                    <a:pt x="4403595" y="636426"/>
                  </a:lnTo>
                  <a:lnTo>
                    <a:pt x="4403713" y="636426"/>
                  </a:lnTo>
                  <a:lnTo>
                    <a:pt x="4403830" y="636426"/>
                  </a:lnTo>
                  <a:lnTo>
                    <a:pt x="4403948" y="636426"/>
                  </a:lnTo>
                  <a:lnTo>
                    <a:pt x="4403948" y="635996"/>
                  </a:lnTo>
                  <a:lnTo>
                    <a:pt x="4403948" y="635565"/>
                  </a:lnTo>
                  <a:lnTo>
                    <a:pt x="4404066" y="635565"/>
                  </a:lnTo>
                  <a:lnTo>
                    <a:pt x="4404183" y="635565"/>
                  </a:lnTo>
                  <a:lnTo>
                    <a:pt x="4404301" y="635565"/>
                  </a:lnTo>
                  <a:lnTo>
                    <a:pt x="4404418" y="635565"/>
                  </a:lnTo>
                  <a:lnTo>
                    <a:pt x="4404536" y="635565"/>
                  </a:lnTo>
                  <a:lnTo>
                    <a:pt x="4404654" y="635565"/>
                  </a:lnTo>
                  <a:lnTo>
                    <a:pt x="4404771" y="635565"/>
                  </a:lnTo>
                  <a:lnTo>
                    <a:pt x="4404771" y="635135"/>
                  </a:lnTo>
                  <a:lnTo>
                    <a:pt x="4404771" y="634704"/>
                  </a:lnTo>
                  <a:lnTo>
                    <a:pt x="4404889" y="634704"/>
                  </a:lnTo>
                  <a:lnTo>
                    <a:pt x="4405007" y="634704"/>
                  </a:lnTo>
                  <a:lnTo>
                    <a:pt x="4405124" y="634704"/>
                  </a:lnTo>
                  <a:lnTo>
                    <a:pt x="4405242" y="634704"/>
                  </a:lnTo>
                  <a:lnTo>
                    <a:pt x="4405359" y="634704"/>
                  </a:lnTo>
                  <a:lnTo>
                    <a:pt x="4405359" y="634273"/>
                  </a:lnTo>
                  <a:lnTo>
                    <a:pt x="4405477" y="634273"/>
                  </a:lnTo>
                  <a:lnTo>
                    <a:pt x="4405595" y="634273"/>
                  </a:lnTo>
                  <a:lnTo>
                    <a:pt x="4405712" y="634273"/>
                  </a:lnTo>
                  <a:lnTo>
                    <a:pt x="4405830" y="634273"/>
                  </a:lnTo>
                  <a:lnTo>
                    <a:pt x="4405830" y="633843"/>
                  </a:lnTo>
                  <a:lnTo>
                    <a:pt x="4405947" y="633843"/>
                  </a:lnTo>
                  <a:lnTo>
                    <a:pt x="4406065" y="633843"/>
                  </a:lnTo>
                  <a:lnTo>
                    <a:pt x="4406183" y="633843"/>
                  </a:lnTo>
                  <a:lnTo>
                    <a:pt x="4406183" y="633412"/>
                  </a:lnTo>
                  <a:lnTo>
                    <a:pt x="4406300" y="633412"/>
                  </a:lnTo>
                  <a:lnTo>
                    <a:pt x="4406300" y="632982"/>
                  </a:lnTo>
                  <a:lnTo>
                    <a:pt x="4406418" y="632982"/>
                  </a:lnTo>
                  <a:lnTo>
                    <a:pt x="4406536" y="632982"/>
                  </a:lnTo>
                  <a:lnTo>
                    <a:pt x="4406653" y="632982"/>
                  </a:lnTo>
                  <a:lnTo>
                    <a:pt x="4406771" y="632982"/>
                  </a:lnTo>
                  <a:lnTo>
                    <a:pt x="4406888" y="632982"/>
                  </a:lnTo>
                  <a:lnTo>
                    <a:pt x="4407006" y="632982"/>
                  </a:lnTo>
                  <a:lnTo>
                    <a:pt x="4407124" y="632982"/>
                  </a:lnTo>
                  <a:lnTo>
                    <a:pt x="4407241" y="632982"/>
                  </a:lnTo>
                  <a:lnTo>
                    <a:pt x="4407359" y="632982"/>
                  </a:lnTo>
                  <a:lnTo>
                    <a:pt x="4407476" y="632982"/>
                  </a:lnTo>
                  <a:lnTo>
                    <a:pt x="4407476" y="632551"/>
                  </a:lnTo>
                  <a:lnTo>
                    <a:pt x="4407594" y="632551"/>
                  </a:lnTo>
                  <a:lnTo>
                    <a:pt x="4407712" y="632551"/>
                  </a:lnTo>
                  <a:lnTo>
                    <a:pt x="4407829" y="632551"/>
                  </a:lnTo>
                  <a:lnTo>
                    <a:pt x="4407947" y="632551"/>
                  </a:lnTo>
                  <a:lnTo>
                    <a:pt x="4408065" y="632551"/>
                  </a:lnTo>
                  <a:lnTo>
                    <a:pt x="4408182" y="632551"/>
                  </a:lnTo>
                  <a:lnTo>
                    <a:pt x="4408300" y="632551"/>
                  </a:lnTo>
                  <a:lnTo>
                    <a:pt x="4408417" y="632551"/>
                  </a:lnTo>
                  <a:lnTo>
                    <a:pt x="4408535" y="632551"/>
                  </a:lnTo>
                  <a:lnTo>
                    <a:pt x="4408535" y="632120"/>
                  </a:lnTo>
                  <a:lnTo>
                    <a:pt x="4408653" y="632120"/>
                  </a:lnTo>
                  <a:lnTo>
                    <a:pt x="4408653" y="631690"/>
                  </a:lnTo>
                  <a:lnTo>
                    <a:pt x="4408770" y="631690"/>
                  </a:lnTo>
                  <a:lnTo>
                    <a:pt x="4408888" y="631690"/>
                  </a:lnTo>
                  <a:lnTo>
                    <a:pt x="4409005" y="631690"/>
                  </a:lnTo>
                  <a:lnTo>
                    <a:pt x="4409123" y="631690"/>
                  </a:lnTo>
                  <a:lnTo>
                    <a:pt x="4409241" y="631690"/>
                  </a:lnTo>
                  <a:lnTo>
                    <a:pt x="4409241" y="631259"/>
                  </a:lnTo>
                  <a:lnTo>
                    <a:pt x="4409358" y="631259"/>
                  </a:lnTo>
                  <a:lnTo>
                    <a:pt x="4409476" y="631259"/>
                  </a:lnTo>
                  <a:lnTo>
                    <a:pt x="4409476" y="630829"/>
                  </a:lnTo>
                  <a:lnTo>
                    <a:pt x="4409594" y="630829"/>
                  </a:lnTo>
                  <a:lnTo>
                    <a:pt x="4409711" y="630829"/>
                  </a:lnTo>
                  <a:lnTo>
                    <a:pt x="4409829" y="630829"/>
                  </a:lnTo>
                  <a:lnTo>
                    <a:pt x="4409946" y="630829"/>
                  </a:lnTo>
                  <a:lnTo>
                    <a:pt x="4410064" y="630829"/>
                  </a:lnTo>
                  <a:lnTo>
                    <a:pt x="4410182" y="630829"/>
                  </a:lnTo>
                  <a:lnTo>
                    <a:pt x="4410299" y="630829"/>
                  </a:lnTo>
                  <a:lnTo>
                    <a:pt x="4410417" y="630829"/>
                  </a:lnTo>
                  <a:lnTo>
                    <a:pt x="4410534" y="630829"/>
                  </a:lnTo>
                  <a:lnTo>
                    <a:pt x="4410652" y="630829"/>
                  </a:lnTo>
                  <a:lnTo>
                    <a:pt x="4410770" y="630829"/>
                  </a:lnTo>
                  <a:lnTo>
                    <a:pt x="4410887" y="630829"/>
                  </a:lnTo>
                  <a:lnTo>
                    <a:pt x="4411005" y="630829"/>
                  </a:lnTo>
                  <a:lnTo>
                    <a:pt x="4411005" y="630398"/>
                  </a:lnTo>
                  <a:lnTo>
                    <a:pt x="4411123" y="630398"/>
                  </a:lnTo>
                  <a:lnTo>
                    <a:pt x="4411240" y="630398"/>
                  </a:lnTo>
                  <a:lnTo>
                    <a:pt x="4411358" y="630398"/>
                  </a:lnTo>
                  <a:lnTo>
                    <a:pt x="4411475" y="630398"/>
                  </a:lnTo>
                  <a:lnTo>
                    <a:pt x="4411593" y="630398"/>
                  </a:lnTo>
                  <a:lnTo>
                    <a:pt x="4411711" y="630398"/>
                  </a:lnTo>
                  <a:lnTo>
                    <a:pt x="4411828" y="630398"/>
                  </a:lnTo>
                  <a:lnTo>
                    <a:pt x="4411828" y="629967"/>
                  </a:lnTo>
                  <a:lnTo>
                    <a:pt x="4411946" y="629967"/>
                  </a:lnTo>
                  <a:lnTo>
                    <a:pt x="4412063" y="629967"/>
                  </a:lnTo>
                  <a:lnTo>
                    <a:pt x="4412181" y="629967"/>
                  </a:lnTo>
                  <a:lnTo>
                    <a:pt x="4412181" y="629537"/>
                  </a:lnTo>
                  <a:lnTo>
                    <a:pt x="4412299" y="629537"/>
                  </a:lnTo>
                  <a:lnTo>
                    <a:pt x="4412416" y="629537"/>
                  </a:lnTo>
                  <a:lnTo>
                    <a:pt x="4412534" y="629537"/>
                  </a:lnTo>
                  <a:lnTo>
                    <a:pt x="4412651" y="629537"/>
                  </a:lnTo>
                  <a:lnTo>
                    <a:pt x="4412769" y="629537"/>
                  </a:lnTo>
                  <a:lnTo>
                    <a:pt x="4412887" y="629537"/>
                  </a:lnTo>
                  <a:lnTo>
                    <a:pt x="4413004" y="629537"/>
                  </a:lnTo>
                  <a:lnTo>
                    <a:pt x="4413122" y="629537"/>
                  </a:lnTo>
                  <a:lnTo>
                    <a:pt x="4413240" y="629537"/>
                  </a:lnTo>
                  <a:lnTo>
                    <a:pt x="4413357" y="629537"/>
                  </a:lnTo>
                  <a:lnTo>
                    <a:pt x="4413475" y="629537"/>
                  </a:lnTo>
                  <a:lnTo>
                    <a:pt x="4413592" y="629537"/>
                  </a:lnTo>
                  <a:lnTo>
                    <a:pt x="4413710" y="629537"/>
                  </a:lnTo>
                  <a:lnTo>
                    <a:pt x="4413828" y="629537"/>
                  </a:lnTo>
                  <a:lnTo>
                    <a:pt x="4413945" y="629537"/>
                  </a:lnTo>
                  <a:lnTo>
                    <a:pt x="4414063" y="629537"/>
                  </a:lnTo>
                  <a:lnTo>
                    <a:pt x="4414180" y="629537"/>
                  </a:lnTo>
                  <a:lnTo>
                    <a:pt x="4414298" y="629537"/>
                  </a:lnTo>
                  <a:lnTo>
                    <a:pt x="4414416" y="629537"/>
                  </a:lnTo>
                  <a:lnTo>
                    <a:pt x="4414533" y="629537"/>
                  </a:lnTo>
                  <a:lnTo>
                    <a:pt x="4414651" y="629537"/>
                  </a:lnTo>
                  <a:lnTo>
                    <a:pt x="4414769" y="629537"/>
                  </a:lnTo>
                  <a:lnTo>
                    <a:pt x="4414886" y="629537"/>
                  </a:lnTo>
                  <a:lnTo>
                    <a:pt x="4415004" y="629537"/>
                  </a:lnTo>
                  <a:lnTo>
                    <a:pt x="4415121" y="629537"/>
                  </a:lnTo>
                  <a:lnTo>
                    <a:pt x="4415239" y="629537"/>
                  </a:lnTo>
                  <a:lnTo>
                    <a:pt x="4415357" y="629537"/>
                  </a:lnTo>
                  <a:lnTo>
                    <a:pt x="4415474" y="629537"/>
                  </a:lnTo>
                  <a:lnTo>
                    <a:pt x="4415592" y="629537"/>
                  </a:lnTo>
                  <a:lnTo>
                    <a:pt x="4415709" y="629537"/>
                  </a:lnTo>
                  <a:lnTo>
                    <a:pt x="4415827" y="629537"/>
                  </a:lnTo>
                  <a:lnTo>
                    <a:pt x="4415827" y="629106"/>
                  </a:lnTo>
                  <a:lnTo>
                    <a:pt x="4415945" y="629106"/>
                  </a:lnTo>
                  <a:lnTo>
                    <a:pt x="4416062" y="629106"/>
                  </a:lnTo>
                  <a:lnTo>
                    <a:pt x="4416180" y="629106"/>
                  </a:lnTo>
                  <a:lnTo>
                    <a:pt x="4416298" y="629106"/>
                  </a:lnTo>
                  <a:lnTo>
                    <a:pt x="4416415" y="629106"/>
                  </a:lnTo>
                  <a:lnTo>
                    <a:pt x="4416533" y="629106"/>
                  </a:lnTo>
                  <a:lnTo>
                    <a:pt x="4416533" y="628676"/>
                  </a:lnTo>
                  <a:lnTo>
                    <a:pt x="4416650" y="628676"/>
                  </a:lnTo>
                  <a:lnTo>
                    <a:pt x="4416768" y="628676"/>
                  </a:lnTo>
                  <a:lnTo>
                    <a:pt x="4416886" y="628676"/>
                  </a:lnTo>
                  <a:lnTo>
                    <a:pt x="4417003" y="628676"/>
                  </a:lnTo>
                  <a:lnTo>
                    <a:pt x="4417121" y="628676"/>
                  </a:lnTo>
                  <a:lnTo>
                    <a:pt x="4417238" y="628676"/>
                  </a:lnTo>
                  <a:lnTo>
                    <a:pt x="4417238" y="628245"/>
                  </a:lnTo>
                  <a:lnTo>
                    <a:pt x="4417356" y="628245"/>
                  </a:lnTo>
                  <a:lnTo>
                    <a:pt x="4417474" y="628245"/>
                  </a:lnTo>
                  <a:lnTo>
                    <a:pt x="4417591" y="628245"/>
                  </a:lnTo>
                  <a:lnTo>
                    <a:pt x="4417709" y="628245"/>
                  </a:lnTo>
                  <a:lnTo>
                    <a:pt x="4417827" y="628245"/>
                  </a:lnTo>
                  <a:lnTo>
                    <a:pt x="4417944" y="628245"/>
                  </a:lnTo>
                  <a:lnTo>
                    <a:pt x="4418062" y="628245"/>
                  </a:lnTo>
                  <a:lnTo>
                    <a:pt x="4418179" y="628245"/>
                  </a:lnTo>
                  <a:lnTo>
                    <a:pt x="4418179" y="627814"/>
                  </a:lnTo>
                  <a:lnTo>
                    <a:pt x="4418297" y="627814"/>
                  </a:lnTo>
                  <a:lnTo>
                    <a:pt x="4418415" y="627814"/>
                  </a:lnTo>
                  <a:lnTo>
                    <a:pt x="4418532" y="627814"/>
                  </a:lnTo>
                  <a:lnTo>
                    <a:pt x="4418650" y="627814"/>
                  </a:lnTo>
                  <a:lnTo>
                    <a:pt x="4418767" y="627814"/>
                  </a:lnTo>
                  <a:lnTo>
                    <a:pt x="4418885" y="627814"/>
                  </a:lnTo>
                  <a:lnTo>
                    <a:pt x="4419003" y="627814"/>
                  </a:lnTo>
                  <a:lnTo>
                    <a:pt x="4419120" y="627814"/>
                  </a:lnTo>
                  <a:lnTo>
                    <a:pt x="4419238" y="627814"/>
                  </a:lnTo>
                  <a:lnTo>
                    <a:pt x="4419356" y="627814"/>
                  </a:lnTo>
                  <a:lnTo>
                    <a:pt x="4419356" y="627384"/>
                  </a:lnTo>
                  <a:lnTo>
                    <a:pt x="4419473" y="627384"/>
                  </a:lnTo>
                  <a:lnTo>
                    <a:pt x="4419591" y="627384"/>
                  </a:lnTo>
                  <a:lnTo>
                    <a:pt x="4419708" y="627384"/>
                  </a:lnTo>
                  <a:lnTo>
                    <a:pt x="4419826" y="627384"/>
                  </a:lnTo>
                  <a:lnTo>
                    <a:pt x="4419944" y="627384"/>
                  </a:lnTo>
                  <a:lnTo>
                    <a:pt x="4420061" y="627384"/>
                  </a:lnTo>
                  <a:lnTo>
                    <a:pt x="4420179" y="627384"/>
                  </a:lnTo>
                  <a:lnTo>
                    <a:pt x="4420179" y="626953"/>
                  </a:lnTo>
                  <a:lnTo>
                    <a:pt x="4420296" y="626953"/>
                  </a:lnTo>
                  <a:lnTo>
                    <a:pt x="4420414" y="626953"/>
                  </a:lnTo>
                  <a:lnTo>
                    <a:pt x="4420532" y="626953"/>
                  </a:lnTo>
                  <a:lnTo>
                    <a:pt x="4420649" y="626953"/>
                  </a:lnTo>
                  <a:lnTo>
                    <a:pt x="4420767" y="626953"/>
                  </a:lnTo>
                  <a:lnTo>
                    <a:pt x="4420884" y="626953"/>
                  </a:lnTo>
                  <a:lnTo>
                    <a:pt x="4421002" y="626953"/>
                  </a:lnTo>
                  <a:lnTo>
                    <a:pt x="4421120" y="626953"/>
                  </a:lnTo>
                  <a:lnTo>
                    <a:pt x="4421237" y="626953"/>
                  </a:lnTo>
                  <a:lnTo>
                    <a:pt x="4421355" y="626953"/>
                  </a:lnTo>
                  <a:lnTo>
                    <a:pt x="4421355" y="626523"/>
                  </a:lnTo>
                  <a:lnTo>
                    <a:pt x="4421473" y="626523"/>
                  </a:lnTo>
                  <a:lnTo>
                    <a:pt x="4421590" y="626523"/>
                  </a:lnTo>
                  <a:lnTo>
                    <a:pt x="4421708" y="626523"/>
                  </a:lnTo>
                  <a:lnTo>
                    <a:pt x="4421825" y="626523"/>
                  </a:lnTo>
                  <a:lnTo>
                    <a:pt x="4421825" y="626092"/>
                  </a:lnTo>
                  <a:lnTo>
                    <a:pt x="4421943" y="626092"/>
                  </a:lnTo>
                  <a:lnTo>
                    <a:pt x="4422061" y="626092"/>
                  </a:lnTo>
                  <a:lnTo>
                    <a:pt x="4422178" y="626092"/>
                  </a:lnTo>
                  <a:lnTo>
                    <a:pt x="4422178" y="625661"/>
                  </a:lnTo>
                  <a:lnTo>
                    <a:pt x="4422296" y="625661"/>
                  </a:lnTo>
                  <a:lnTo>
                    <a:pt x="4422296" y="625231"/>
                  </a:lnTo>
                  <a:lnTo>
                    <a:pt x="4422296" y="624800"/>
                  </a:lnTo>
                  <a:lnTo>
                    <a:pt x="4422413" y="624800"/>
                  </a:lnTo>
                  <a:lnTo>
                    <a:pt x="4422413" y="624370"/>
                  </a:lnTo>
                  <a:lnTo>
                    <a:pt x="4422531" y="624370"/>
                  </a:lnTo>
                  <a:lnTo>
                    <a:pt x="4422649" y="624370"/>
                  </a:lnTo>
                  <a:lnTo>
                    <a:pt x="4422766" y="624370"/>
                  </a:lnTo>
                  <a:lnTo>
                    <a:pt x="4422766" y="623939"/>
                  </a:lnTo>
                  <a:lnTo>
                    <a:pt x="4422884" y="623939"/>
                  </a:lnTo>
                  <a:lnTo>
                    <a:pt x="4423002" y="623939"/>
                  </a:lnTo>
                  <a:lnTo>
                    <a:pt x="4423119" y="623939"/>
                  </a:lnTo>
                  <a:lnTo>
                    <a:pt x="4423237" y="623939"/>
                  </a:lnTo>
                  <a:lnTo>
                    <a:pt x="4423354" y="623939"/>
                  </a:lnTo>
                  <a:lnTo>
                    <a:pt x="4423472" y="623939"/>
                  </a:lnTo>
                  <a:lnTo>
                    <a:pt x="4423590" y="623939"/>
                  </a:lnTo>
                  <a:lnTo>
                    <a:pt x="4423707" y="623939"/>
                  </a:lnTo>
                  <a:lnTo>
                    <a:pt x="4423825" y="623939"/>
                  </a:lnTo>
                  <a:lnTo>
                    <a:pt x="4423942" y="623939"/>
                  </a:lnTo>
                  <a:lnTo>
                    <a:pt x="4423942" y="623508"/>
                  </a:lnTo>
                  <a:lnTo>
                    <a:pt x="4424060" y="623508"/>
                  </a:lnTo>
                  <a:lnTo>
                    <a:pt x="4424178" y="623508"/>
                  </a:lnTo>
                  <a:lnTo>
                    <a:pt x="4424295" y="623508"/>
                  </a:lnTo>
                  <a:lnTo>
                    <a:pt x="4424295" y="623078"/>
                  </a:lnTo>
                  <a:lnTo>
                    <a:pt x="4424413" y="623078"/>
                  </a:lnTo>
                  <a:lnTo>
                    <a:pt x="4424531" y="623078"/>
                  </a:lnTo>
                  <a:lnTo>
                    <a:pt x="4424648" y="623078"/>
                  </a:lnTo>
                  <a:lnTo>
                    <a:pt x="4424766" y="623078"/>
                  </a:lnTo>
                  <a:lnTo>
                    <a:pt x="4424883" y="623078"/>
                  </a:lnTo>
                  <a:lnTo>
                    <a:pt x="4425001" y="623078"/>
                  </a:lnTo>
                  <a:lnTo>
                    <a:pt x="4425119" y="623078"/>
                  </a:lnTo>
                  <a:lnTo>
                    <a:pt x="4425236" y="623078"/>
                  </a:lnTo>
                  <a:lnTo>
                    <a:pt x="4425354" y="623078"/>
                  </a:lnTo>
                  <a:lnTo>
                    <a:pt x="4425471" y="623078"/>
                  </a:lnTo>
                  <a:lnTo>
                    <a:pt x="4425589" y="623078"/>
                  </a:lnTo>
                  <a:lnTo>
                    <a:pt x="4425707" y="623078"/>
                  </a:lnTo>
                  <a:lnTo>
                    <a:pt x="4425707" y="622647"/>
                  </a:lnTo>
                  <a:lnTo>
                    <a:pt x="4425824" y="622647"/>
                  </a:lnTo>
                  <a:lnTo>
                    <a:pt x="4425942" y="622647"/>
                  </a:lnTo>
                  <a:lnTo>
                    <a:pt x="4425942" y="622217"/>
                  </a:lnTo>
                  <a:lnTo>
                    <a:pt x="4426060" y="622217"/>
                  </a:lnTo>
                  <a:lnTo>
                    <a:pt x="4426177" y="622217"/>
                  </a:lnTo>
                  <a:lnTo>
                    <a:pt x="4426295" y="622217"/>
                  </a:lnTo>
                  <a:lnTo>
                    <a:pt x="4426412" y="622217"/>
                  </a:lnTo>
                  <a:lnTo>
                    <a:pt x="4426530" y="622217"/>
                  </a:lnTo>
                  <a:lnTo>
                    <a:pt x="4426648" y="622217"/>
                  </a:lnTo>
                  <a:lnTo>
                    <a:pt x="4426765" y="622217"/>
                  </a:lnTo>
                  <a:lnTo>
                    <a:pt x="4426883" y="622217"/>
                  </a:lnTo>
                  <a:lnTo>
                    <a:pt x="4427000" y="622217"/>
                  </a:lnTo>
                  <a:lnTo>
                    <a:pt x="4427118" y="622217"/>
                  </a:lnTo>
                  <a:lnTo>
                    <a:pt x="4427236" y="622217"/>
                  </a:lnTo>
                  <a:lnTo>
                    <a:pt x="4427353" y="622217"/>
                  </a:lnTo>
                  <a:lnTo>
                    <a:pt x="4427471" y="622217"/>
                  </a:lnTo>
                  <a:lnTo>
                    <a:pt x="4427589" y="622217"/>
                  </a:lnTo>
                  <a:lnTo>
                    <a:pt x="4427589" y="621786"/>
                  </a:lnTo>
                  <a:lnTo>
                    <a:pt x="4427706" y="621786"/>
                  </a:lnTo>
                  <a:lnTo>
                    <a:pt x="4427824" y="621786"/>
                  </a:lnTo>
                  <a:lnTo>
                    <a:pt x="4427941" y="621786"/>
                  </a:lnTo>
                  <a:lnTo>
                    <a:pt x="4428059" y="621786"/>
                  </a:lnTo>
                  <a:lnTo>
                    <a:pt x="4428177" y="621786"/>
                  </a:lnTo>
                  <a:lnTo>
                    <a:pt x="4428294" y="621786"/>
                  </a:lnTo>
                  <a:lnTo>
                    <a:pt x="4428412" y="621786"/>
                  </a:lnTo>
                  <a:lnTo>
                    <a:pt x="4428529" y="621786"/>
                  </a:lnTo>
                  <a:lnTo>
                    <a:pt x="4428647" y="621786"/>
                  </a:lnTo>
                  <a:lnTo>
                    <a:pt x="4428765" y="621786"/>
                  </a:lnTo>
                  <a:lnTo>
                    <a:pt x="4428882" y="621786"/>
                  </a:lnTo>
                  <a:lnTo>
                    <a:pt x="4429000" y="621786"/>
                  </a:lnTo>
                  <a:lnTo>
                    <a:pt x="4429117" y="621786"/>
                  </a:lnTo>
                  <a:lnTo>
                    <a:pt x="4429235" y="621786"/>
                  </a:lnTo>
                  <a:lnTo>
                    <a:pt x="4429353" y="621786"/>
                  </a:lnTo>
                  <a:lnTo>
                    <a:pt x="4429470" y="621786"/>
                  </a:lnTo>
                  <a:lnTo>
                    <a:pt x="4429588" y="621786"/>
                  </a:lnTo>
                  <a:lnTo>
                    <a:pt x="4429588" y="621355"/>
                  </a:lnTo>
                  <a:lnTo>
                    <a:pt x="4429706" y="621355"/>
                  </a:lnTo>
                  <a:lnTo>
                    <a:pt x="4429706" y="620925"/>
                  </a:lnTo>
                  <a:lnTo>
                    <a:pt x="4429823" y="620925"/>
                  </a:lnTo>
                  <a:lnTo>
                    <a:pt x="4429941" y="620925"/>
                  </a:lnTo>
                  <a:lnTo>
                    <a:pt x="4429941" y="620494"/>
                  </a:lnTo>
                  <a:lnTo>
                    <a:pt x="4429941" y="620064"/>
                  </a:lnTo>
                  <a:lnTo>
                    <a:pt x="4430058" y="620064"/>
                  </a:lnTo>
                  <a:lnTo>
                    <a:pt x="4430176" y="620064"/>
                  </a:lnTo>
                  <a:lnTo>
                    <a:pt x="4430294" y="620064"/>
                  </a:lnTo>
                  <a:lnTo>
                    <a:pt x="4430411" y="620064"/>
                  </a:lnTo>
                  <a:lnTo>
                    <a:pt x="4430529" y="620064"/>
                  </a:lnTo>
                  <a:lnTo>
                    <a:pt x="4430529" y="619633"/>
                  </a:lnTo>
                  <a:lnTo>
                    <a:pt x="4430646" y="619633"/>
                  </a:lnTo>
                  <a:lnTo>
                    <a:pt x="4430764" y="619633"/>
                  </a:lnTo>
                  <a:lnTo>
                    <a:pt x="4430882" y="619633"/>
                  </a:lnTo>
                  <a:lnTo>
                    <a:pt x="4430999" y="619633"/>
                  </a:lnTo>
                  <a:lnTo>
                    <a:pt x="4431117" y="619633"/>
                  </a:lnTo>
                  <a:lnTo>
                    <a:pt x="4431117" y="619202"/>
                  </a:lnTo>
                  <a:lnTo>
                    <a:pt x="4431235" y="619202"/>
                  </a:lnTo>
                  <a:lnTo>
                    <a:pt x="4431352" y="619202"/>
                  </a:lnTo>
                  <a:lnTo>
                    <a:pt x="4431470" y="619202"/>
                  </a:lnTo>
                  <a:lnTo>
                    <a:pt x="4431587" y="619202"/>
                  </a:lnTo>
                  <a:lnTo>
                    <a:pt x="4431705" y="619202"/>
                  </a:lnTo>
                  <a:lnTo>
                    <a:pt x="4431823" y="619202"/>
                  </a:lnTo>
                  <a:lnTo>
                    <a:pt x="4431940" y="619202"/>
                  </a:lnTo>
                  <a:lnTo>
                    <a:pt x="4432058" y="619202"/>
                  </a:lnTo>
                  <a:lnTo>
                    <a:pt x="4432175" y="619202"/>
                  </a:lnTo>
                  <a:lnTo>
                    <a:pt x="4432293" y="619202"/>
                  </a:lnTo>
                  <a:lnTo>
                    <a:pt x="4432411" y="619202"/>
                  </a:lnTo>
                  <a:lnTo>
                    <a:pt x="4432528" y="619202"/>
                  </a:lnTo>
                  <a:lnTo>
                    <a:pt x="4432646" y="619202"/>
                  </a:lnTo>
                  <a:lnTo>
                    <a:pt x="4432764" y="619202"/>
                  </a:lnTo>
                  <a:lnTo>
                    <a:pt x="4432881" y="619202"/>
                  </a:lnTo>
                  <a:lnTo>
                    <a:pt x="4432999" y="619202"/>
                  </a:lnTo>
                  <a:lnTo>
                    <a:pt x="4433116" y="619202"/>
                  </a:lnTo>
                  <a:lnTo>
                    <a:pt x="4433116" y="618772"/>
                  </a:lnTo>
                  <a:lnTo>
                    <a:pt x="4433234" y="618772"/>
                  </a:lnTo>
                  <a:lnTo>
                    <a:pt x="4433352" y="618772"/>
                  </a:lnTo>
                  <a:lnTo>
                    <a:pt x="4433469" y="618772"/>
                  </a:lnTo>
                  <a:lnTo>
                    <a:pt x="4433469" y="618341"/>
                  </a:lnTo>
                  <a:lnTo>
                    <a:pt x="4433587" y="618341"/>
                  </a:lnTo>
                  <a:lnTo>
                    <a:pt x="4433704" y="618341"/>
                  </a:lnTo>
                  <a:lnTo>
                    <a:pt x="4433822" y="618341"/>
                  </a:lnTo>
                  <a:lnTo>
                    <a:pt x="4433940" y="618341"/>
                  </a:lnTo>
                  <a:lnTo>
                    <a:pt x="4434057" y="618341"/>
                  </a:lnTo>
                  <a:lnTo>
                    <a:pt x="4434175" y="618341"/>
                  </a:lnTo>
                  <a:lnTo>
                    <a:pt x="4434293" y="618341"/>
                  </a:lnTo>
                  <a:lnTo>
                    <a:pt x="4434410" y="618341"/>
                  </a:lnTo>
                  <a:lnTo>
                    <a:pt x="4434528" y="618341"/>
                  </a:lnTo>
                  <a:lnTo>
                    <a:pt x="4434645" y="618341"/>
                  </a:lnTo>
                  <a:lnTo>
                    <a:pt x="4434763" y="618341"/>
                  </a:lnTo>
                  <a:lnTo>
                    <a:pt x="4434763" y="617911"/>
                  </a:lnTo>
                  <a:lnTo>
                    <a:pt x="4434881" y="617911"/>
                  </a:lnTo>
                  <a:lnTo>
                    <a:pt x="4434998" y="617911"/>
                  </a:lnTo>
                  <a:lnTo>
                    <a:pt x="4435116" y="617911"/>
                  </a:lnTo>
                  <a:lnTo>
                    <a:pt x="4435116" y="617480"/>
                  </a:lnTo>
                  <a:lnTo>
                    <a:pt x="4435116" y="617049"/>
                  </a:lnTo>
                  <a:lnTo>
                    <a:pt x="4435233" y="617049"/>
                  </a:lnTo>
                  <a:lnTo>
                    <a:pt x="4435351" y="617049"/>
                  </a:lnTo>
                  <a:lnTo>
                    <a:pt x="4435469" y="617049"/>
                  </a:lnTo>
                  <a:lnTo>
                    <a:pt x="4435586" y="617049"/>
                  </a:lnTo>
                  <a:lnTo>
                    <a:pt x="4435704" y="617049"/>
                  </a:lnTo>
                  <a:lnTo>
                    <a:pt x="4435822" y="617049"/>
                  </a:lnTo>
                  <a:lnTo>
                    <a:pt x="4435939" y="617049"/>
                  </a:lnTo>
                  <a:lnTo>
                    <a:pt x="4436057" y="617049"/>
                  </a:lnTo>
                  <a:lnTo>
                    <a:pt x="4436174" y="617049"/>
                  </a:lnTo>
                  <a:lnTo>
                    <a:pt x="4436292" y="617049"/>
                  </a:lnTo>
                  <a:lnTo>
                    <a:pt x="4436410" y="617049"/>
                  </a:lnTo>
                  <a:lnTo>
                    <a:pt x="4436410" y="616619"/>
                  </a:lnTo>
                  <a:lnTo>
                    <a:pt x="4436527" y="616619"/>
                  </a:lnTo>
                  <a:lnTo>
                    <a:pt x="4436645" y="616619"/>
                  </a:lnTo>
                  <a:lnTo>
                    <a:pt x="4436762" y="616619"/>
                  </a:lnTo>
                  <a:lnTo>
                    <a:pt x="4436880" y="616619"/>
                  </a:lnTo>
                  <a:lnTo>
                    <a:pt x="4436880" y="616188"/>
                  </a:lnTo>
                  <a:lnTo>
                    <a:pt x="4436998" y="616188"/>
                  </a:lnTo>
                  <a:lnTo>
                    <a:pt x="4437115" y="616188"/>
                  </a:lnTo>
                  <a:lnTo>
                    <a:pt x="4437233" y="616188"/>
                  </a:lnTo>
                  <a:lnTo>
                    <a:pt x="4437350" y="616188"/>
                  </a:lnTo>
                  <a:lnTo>
                    <a:pt x="4437468" y="616188"/>
                  </a:lnTo>
                  <a:lnTo>
                    <a:pt x="4437586" y="616188"/>
                  </a:lnTo>
                  <a:lnTo>
                    <a:pt x="4437703" y="616188"/>
                  </a:lnTo>
                  <a:lnTo>
                    <a:pt x="4437821" y="616188"/>
                  </a:lnTo>
                  <a:lnTo>
                    <a:pt x="4437939" y="616188"/>
                  </a:lnTo>
                  <a:lnTo>
                    <a:pt x="4438056" y="616188"/>
                  </a:lnTo>
                  <a:lnTo>
                    <a:pt x="4438174" y="616188"/>
                  </a:lnTo>
                  <a:lnTo>
                    <a:pt x="4438291" y="616188"/>
                  </a:lnTo>
                  <a:lnTo>
                    <a:pt x="4438409" y="616188"/>
                  </a:lnTo>
                  <a:lnTo>
                    <a:pt x="4438527" y="616188"/>
                  </a:lnTo>
                  <a:lnTo>
                    <a:pt x="4438644" y="616188"/>
                  </a:lnTo>
                  <a:lnTo>
                    <a:pt x="4438762" y="616188"/>
                  </a:lnTo>
                  <a:lnTo>
                    <a:pt x="4438879" y="616188"/>
                  </a:lnTo>
                  <a:lnTo>
                    <a:pt x="4438997" y="616188"/>
                  </a:lnTo>
                  <a:lnTo>
                    <a:pt x="4439115" y="616188"/>
                  </a:lnTo>
                  <a:lnTo>
                    <a:pt x="4439232" y="616188"/>
                  </a:lnTo>
                  <a:lnTo>
                    <a:pt x="4439232" y="615758"/>
                  </a:lnTo>
                  <a:lnTo>
                    <a:pt x="4439350" y="615758"/>
                  </a:lnTo>
                  <a:lnTo>
                    <a:pt x="4439468" y="615758"/>
                  </a:lnTo>
                  <a:lnTo>
                    <a:pt x="4439585" y="615758"/>
                  </a:lnTo>
                  <a:lnTo>
                    <a:pt x="4439703" y="615758"/>
                  </a:lnTo>
                  <a:lnTo>
                    <a:pt x="4439820" y="615758"/>
                  </a:lnTo>
                  <a:lnTo>
                    <a:pt x="4439938" y="615758"/>
                  </a:lnTo>
                  <a:lnTo>
                    <a:pt x="4440056" y="615758"/>
                  </a:lnTo>
                  <a:lnTo>
                    <a:pt x="4440173" y="615758"/>
                  </a:lnTo>
                  <a:lnTo>
                    <a:pt x="4440173" y="615327"/>
                  </a:lnTo>
                  <a:lnTo>
                    <a:pt x="4440173" y="614896"/>
                  </a:lnTo>
                  <a:lnTo>
                    <a:pt x="4440291" y="614896"/>
                  </a:lnTo>
                  <a:lnTo>
                    <a:pt x="4440408" y="614896"/>
                  </a:lnTo>
                  <a:lnTo>
                    <a:pt x="4440526" y="614896"/>
                  </a:lnTo>
                  <a:lnTo>
                    <a:pt x="4440644" y="614896"/>
                  </a:lnTo>
                  <a:lnTo>
                    <a:pt x="4440761" y="614896"/>
                  </a:lnTo>
                  <a:lnTo>
                    <a:pt x="4440761" y="614466"/>
                  </a:lnTo>
                  <a:lnTo>
                    <a:pt x="4440879" y="614466"/>
                  </a:lnTo>
                  <a:lnTo>
                    <a:pt x="4440997" y="614466"/>
                  </a:lnTo>
                  <a:lnTo>
                    <a:pt x="4441114" y="614466"/>
                  </a:lnTo>
                  <a:lnTo>
                    <a:pt x="4441232" y="614466"/>
                  </a:lnTo>
                  <a:lnTo>
                    <a:pt x="4441349" y="614466"/>
                  </a:lnTo>
                  <a:lnTo>
                    <a:pt x="4441467" y="614466"/>
                  </a:lnTo>
                  <a:lnTo>
                    <a:pt x="4441585" y="614466"/>
                  </a:lnTo>
                  <a:lnTo>
                    <a:pt x="4441702" y="614466"/>
                  </a:lnTo>
                  <a:lnTo>
                    <a:pt x="4441820" y="614466"/>
                  </a:lnTo>
                  <a:lnTo>
                    <a:pt x="4441937" y="614466"/>
                  </a:lnTo>
                  <a:lnTo>
                    <a:pt x="4441937" y="614035"/>
                  </a:lnTo>
                  <a:lnTo>
                    <a:pt x="4441937" y="613605"/>
                  </a:lnTo>
                  <a:lnTo>
                    <a:pt x="4441937" y="613174"/>
                  </a:lnTo>
                  <a:lnTo>
                    <a:pt x="4441937" y="612743"/>
                  </a:lnTo>
                  <a:lnTo>
                    <a:pt x="4442055" y="612743"/>
                  </a:lnTo>
                  <a:lnTo>
                    <a:pt x="4442173" y="612743"/>
                  </a:lnTo>
                  <a:lnTo>
                    <a:pt x="4442290" y="612743"/>
                  </a:lnTo>
                  <a:lnTo>
                    <a:pt x="4442408" y="612743"/>
                  </a:lnTo>
                  <a:lnTo>
                    <a:pt x="4442526" y="612743"/>
                  </a:lnTo>
                  <a:lnTo>
                    <a:pt x="4442526" y="612313"/>
                  </a:lnTo>
                  <a:lnTo>
                    <a:pt x="4442643" y="612313"/>
                  </a:lnTo>
                  <a:lnTo>
                    <a:pt x="4442643" y="611882"/>
                  </a:lnTo>
                  <a:lnTo>
                    <a:pt x="4442761" y="611882"/>
                  </a:lnTo>
                  <a:lnTo>
                    <a:pt x="4442878" y="611882"/>
                  </a:lnTo>
                  <a:lnTo>
                    <a:pt x="4442878" y="611452"/>
                  </a:lnTo>
                  <a:lnTo>
                    <a:pt x="4442996" y="611452"/>
                  </a:lnTo>
                  <a:lnTo>
                    <a:pt x="4443114" y="611452"/>
                  </a:lnTo>
                  <a:lnTo>
                    <a:pt x="4443231" y="611452"/>
                  </a:lnTo>
                  <a:lnTo>
                    <a:pt x="4443349" y="611452"/>
                  </a:lnTo>
                  <a:lnTo>
                    <a:pt x="4443466" y="611452"/>
                  </a:lnTo>
                  <a:lnTo>
                    <a:pt x="4443584" y="611452"/>
                  </a:lnTo>
                  <a:lnTo>
                    <a:pt x="4443702" y="611452"/>
                  </a:lnTo>
                  <a:lnTo>
                    <a:pt x="4443819" y="611452"/>
                  </a:lnTo>
                  <a:lnTo>
                    <a:pt x="4443937" y="611452"/>
                  </a:lnTo>
                  <a:lnTo>
                    <a:pt x="4444054" y="611452"/>
                  </a:lnTo>
                  <a:lnTo>
                    <a:pt x="4444172" y="611452"/>
                  </a:lnTo>
                  <a:lnTo>
                    <a:pt x="4444290" y="611452"/>
                  </a:lnTo>
                  <a:lnTo>
                    <a:pt x="4444407" y="611452"/>
                  </a:lnTo>
                  <a:lnTo>
                    <a:pt x="4444525" y="611452"/>
                  </a:lnTo>
                  <a:lnTo>
                    <a:pt x="4444643" y="611452"/>
                  </a:lnTo>
                  <a:lnTo>
                    <a:pt x="4444760" y="611452"/>
                  </a:lnTo>
                  <a:lnTo>
                    <a:pt x="4444878" y="611452"/>
                  </a:lnTo>
                  <a:lnTo>
                    <a:pt x="4444995" y="611452"/>
                  </a:lnTo>
                  <a:lnTo>
                    <a:pt x="4445113" y="611452"/>
                  </a:lnTo>
                  <a:lnTo>
                    <a:pt x="4445231" y="611452"/>
                  </a:lnTo>
                  <a:lnTo>
                    <a:pt x="4445348" y="611452"/>
                  </a:lnTo>
                  <a:lnTo>
                    <a:pt x="4445466" y="611452"/>
                  </a:lnTo>
                  <a:lnTo>
                    <a:pt x="4445583" y="611452"/>
                  </a:lnTo>
                  <a:lnTo>
                    <a:pt x="4445701" y="611452"/>
                  </a:lnTo>
                  <a:lnTo>
                    <a:pt x="4445819" y="611452"/>
                  </a:lnTo>
                  <a:lnTo>
                    <a:pt x="4445936" y="611452"/>
                  </a:lnTo>
                  <a:lnTo>
                    <a:pt x="4446054" y="611452"/>
                  </a:lnTo>
                  <a:lnTo>
                    <a:pt x="4446172" y="611452"/>
                  </a:lnTo>
                  <a:lnTo>
                    <a:pt x="4446289" y="611452"/>
                  </a:lnTo>
                  <a:lnTo>
                    <a:pt x="4446407" y="611452"/>
                  </a:lnTo>
                  <a:lnTo>
                    <a:pt x="4446524" y="611452"/>
                  </a:lnTo>
                  <a:lnTo>
                    <a:pt x="4446642" y="611452"/>
                  </a:lnTo>
                  <a:lnTo>
                    <a:pt x="4446760" y="611452"/>
                  </a:lnTo>
                  <a:lnTo>
                    <a:pt x="4446877" y="611452"/>
                  </a:lnTo>
                  <a:lnTo>
                    <a:pt x="4446995" y="611452"/>
                  </a:lnTo>
                  <a:lnTo>
                    <a:pt x="4447112" y="611452"/>
                  </a:lnTo>
                  <a:lnTo>
                    <a:pt x="4447112" y="611021"/>
                  </a:lnTo>
                  <a:lnTo>
                    <a:pt x="4447230" y="611021"/>
                  </a:lnTo>
                  <a:lnTo>
                    <a:pt x="4447348" y="611021"/>
                  </a:lnTo>
                  <a:lnTo>
                    <a:pt x="4447465" y="611021"/>
                  </a:lnTo>
                  <a:lnTo>
                    <a:pt x="4447583" y="611021"/>
                  </a:lnTo>
                  <a:lnTo>
                    <a:pt x="4447701" y="611021"/>
                  </a:lnTo>
                  <a:lnTo>
                    <a:pt x="4447818" y="611021"/>
                  </a:lnTo>
                  <a:lnTo>
                    <a:pt x="4447936" y="611021"/>
                  </a:lnTo>
                  <a:lnTo>
                    <a:pt x="4448053" y="611021"/>
                  </a:lnTo>
                  <a:lnTo>
                    <a:pt x="4448171" y="611021"/>
                  </a:lnTo>
                  <a:lnTo>
                    <a:pt x="4448289" y="611021"/>
                  </a:lnTo>
                  <a:lnTo>
                    <a:pt x="4448406" y="611021"/>
                  </a:lnTo>
                  <a:lnTo>
                    <a:pt x="4448524" y="611021"/>
                  </a:lnTo>
                  <a:lnTo>
                    <a:pt x="4448641" y="611021"/>
                  </a:lnTo>
                  <a:lnTo>
                    <a:pt x="4448759" y="611021"/>
                  </a:lnTo>
                  <a:lnTo>
                    <a:pt x="4448877" y="611021"/>
                  </a:lnTo>
                  <a:lnTo>
                    <a:pt x="4448994" y="611021"/>
                  </a:lnTo>
                  <a:lnTo>
                    <a:pt x="4449112" y="611021"/>
                  </a:lnTo>
                  <a:lnTo>
                    <a:pt x="4449230" y="611021"/>
                  </a:lnTo>
                  <a:lnTo>
                    <a:pt x="4449347" y="611021"/>
                  </a:lnTo>
                  <a:lnTo>
                    <a:pt x="4449465" y="611021"/>
                  </a:lnTo>
                  <a:lnTo>
                    <a:pt x="4449582" y="611021"/>
                  </a:lnTo>
                  <a:lnTo>
                    <a:pt x="4449700" y="611021"/>
                  </a:lnTo>
                  <a:lnTo>
                    <a:pt x="4449818" y="611021"/>
                  </a:lnTo>
                  <a:lnTo>
                    <a:pt x="4449935" y="611021"/>
                  </a:lnTo>
                  <a:lnTo>
                    <a:pt x="4450053" y="611021"/>
                  </a:lnTo>
                  <a:lnTo>
                    <a:pt x="4450170" y="611021"/>
                  </a:lnTo>
                  <a:lnTo>
                    <a:pt x="4450288" y="611021"/>
                  </a:lnTo>
                  <a:lnTo>
                    <a:pt x="4450406" y="611021"/>
                  </a:lnTo>
                  <a:lnTo>
                    <a:pt x="4450523" y="611021"/>
                  </a:lnTo>
                  <a:lnTo>
                    <a:pt x="4450523" y="610590"/>
                  </a:lnTo>
                  <a:lnTo>
                    <a:pt x="4450641" y="610590"/>
                  </a:lnTo>
                  <a:lnTo>
                    <a:pt x="4450759" y="610590"/>
                  </a:lnTo>
                  <a:lnTo>
                    <a:pt x="4450876" y="610590"/>
                  </a:lnTo>
                  <a:lnTo>
                    <a:pt x="4450994" y="610590"/>
                  </a:lnTo>
                  <a:lnTo>
                    <a:pt x="4451111" y="610590"/>
                  </a:lnTo>
                  <a:lnTo>
                    <a:pt x="4451111" y="610160"/>
                  </a:lnTo>
                  <a:lnTo>
                    <a:pt x="4451229" y="610160"/>
                  </a:lnTo>
                  <a:lnTo>
                    <a:pt x="4451347" y="610160"/>
                  </a:lnTo>
                  <a:lnTo>
                    <a:pt x="4451347" y="609729"/>
                  </a:lnTo>
                  <a:lnTo>
                    <a:pt x="4451464" y="609729"/>
                  </a:lnTo>
                  <a:lnTo>
                    <a:pt x="4451582" y="609729"/>
                  </a:lnTo>
                  <a:lnTo>
                    <a:pt x="4451699" y="609729"/>
                  </a:lnTo>
                  <a:lnTo>
                    <a:pt x="4451817" y="609729"/>
                  </a:lnTo>
                  <a:lnTo>
                    <a:pt x="4451817" y="609299"/>
                  </a:lnTo>
                  <a:lnTo>
                    <a:pt x="4451935" y="609299"/>
                  </a:lnTo>
                  <a:lnTo>
                    <a:pt x="4452052" y="609299"/>
                  </a:lnTo>
                  <a:lnTo>
                    <a:pt x="4452170" y="609299"/>
                  </a:lnTo>
                  <a:lnTo>
                    <a:pt x="4452287" y="609299"/>
                  </a:lnTo>
                  <a:lnTo>
                    <a:pt x="4452405" y="609299"/>
                  </a:lnTo>
                  <a:lnTo>
                    <a:pt x="4452405" y="608868"/>
                  </a:lnTo>
                  <a:lnTo>
                    <a:pt x="4452523" y="608868"/>
                  </a:lnTo>
                  <a:lnTo>
                    <a:pt x="4452640" y="608868"/>
                  </a:lnTo>
                  <a:lnTo>
                    <a:pt x="4452640" y="608437"/>
                  </a:lnTo>
                  <a:lnTo>
                    <a:pt x="4452640" y="608007"/>
                  </a:lnTo>
                  <a:lnTo>
                    <a:pt x="4452758" y="608007"/>
                  </a:lnTo>
                  <a:lnTo>
                    <a:pt x="4452876" y="608007"/>
                  </a:lnTo>
                  <a:lnTo>
                    <a:pt x="4452993" y="608007"/>
                  </a:lnTo>
                  <a:lnTo>
                    <a:pt x="4453111" y="608007"/>
                  </a:lnTo>
                  <a:lnTo>
                    <a:pt x="4453228" y="608007"/>
                  </a:lnTo>
                  <a:lnTo>
                    <a:pt x="4453346" y="608007"/>
                  </a:lnTo>
                  <a:lnTo>
                    <a:pt x="4453464" y="608007"/>
                  </a:lnTo>
                  <a:lnTo>
                    <a:pt x="4453581" y="608007"/>
                  </a:lnTo>
                  <a:lnTo>
                    <a:pt x="4453699" y="608007"/>
                  </a:lnTo>
                  <a:lnTo>
                    <a:pt x="4453816" y="608007"/>
                  </a:lnTo>
                  <a:lnTo>
                    <a:pt x="4453934" y="608007"/>
                  </a:lnTo>
                  <a:lnTo>
                    <a:pt x="4454052" y="608007"/>
                  </a:lnTo>
                  <a:lnTo>
                    <a:pt x="4454169" y="608007"/>
                  </a:lnTo>
                  <a:lnTo>
                    <a:pt x="4454169" y="607576"/>
                  </a:lnTo>
                  <a:lnTo>
                    <a:pt x="4454287" y="607576"/>
                  </a:lnTo>
                  <a:lnTo>
                    <a:pt x="4454405" y="607576"/>
                  </a:lnTo>
                  <a:lnTo>
                    <a:pt x="4454522" y="607576"/>
                  </a:lnTo>
                  <a:lnTo>
                    <a:pt x="4454640" y="607576"/>
                  </a:lnTo>
                  <a:lnTo>
                    <a:pt x="4454757" y="607576"/>
                  </a:lnTo>
                  <a:lnTo>
                    <a:pt x="4454875" y="607576"/>
                  </a:lnTo>
                  <a:lnTo>
                    <a:pt x="4454993" y="607576"/>
                  </a:lnTo>
                  <a:lnTo>
                    <a:pt x="4455110" y="607576"/>
                  </a:lnTo>
                  <a:lnTo>
                    <a:pt x="4455228" y="607576"/>
                  </a:lnTo>
                  <a:lnTo>
                    <a:pt x="4455228" y="607146"/>
                  </a:lnTo>
                  <a:lnTo>
                    <a:pt x="4455228" y="606715"/>
                  </a:lnTo>
                  <a:lnTo>
                    <a:pt x="4455228" y="606284"/>
                  </a:lnTo>
                  <a:lnTo>
                    <a:pt x="4455228" y="605854"/>
                  </a:lnTo>
                  <a:lnTo>
                    <a:pt x="4455228" y="605423"/>
                  </a:lnTo>
                  <a:lnTo>
                    <a:pt x="4455345" y="605423"/>
                  </a:lnTo>
                  <a:lnTo>
                    <a:pt x="4455463" y="605423"/>
                  </a:lnTo>
                  <a:lnTo>
                    <a:pt x="4455581" y="605423"/>
                  </a:lnTo>
                  <a:lnTo>
                    <a:pt x="4455698" y="605423"/>
                  </a:lnTo>
                  <a:lnTo>
                    <a:pt x="4455816" y="605423"/>
                  </a:lnTo>
                  <a:lnTo>
                    <a:pt x="4455934" y="605423"/>
                  </a:lnTo>
                  <a:lnTo>
                    <a:pt x="4456051" y="605423"/>
                  </a:lnTo>
                  <a:lnTo>
                    <a:pt x="4456169" y="605423"/>
                  </a:lnTo>
                  <a:lnTo>
                    <a:pt x="4456286" y="605423"/>
                  </a:lnTo>
                  <a:lnTo>
                    <a:pt x="4456404" y="605423"/>
                  </a:lnTo>
                  <a:lnTo>
                    <a:pt x="4456522" y="605423"/>
                  </a:lnTo>
                  <a:lnTo>
                    <a:pt x="4456522" y="604993"/>
                  </a:lnTo>
                  <a:lnTo>
                    <a:pt x="4456639" y="604993"/>
                  </a:lnTo>
                  <a:lnTo>
                    <a:pt x="4456757" y="604993"/>
                  </a:lnTo>
                  <a:lnTo>
                    <a:pt x="4456874" y="604993"/>
                  </a:lnTo>
                  <a:lnTo>
                    <a:pt x="4456992" y="604993"/>
                  </a:lnTo>
                  <a:lnTo>
                    <a:pt x="4457110" y="604993"/>
                  </a:lnTo>
                  <a:lnTo>
                    <a:pt x="4457227" y="604993"/>
                  </a:lnTo>
                  <a:lnTo>
                    <a:pt x="4457345" y="604993"/>
                  </a:lnTo>
                  <a:lnTo>
                    <a:pt x="4457463" y="604993"/>
                  </a:lnTo>
                  <a:lnTo>
                    <a:pt x="4457580" y="604993"/>
                  </a:lnTo>
                  <a:lnTo>
                    <a:pt x="4457698" y="604993"/>
                  </a:lnTo>
                  <a:lnTo>
                    <a:pt x="4457698" y="604562"/>
                  </a:lnTo>
                  <a:lnTo>
                    <a:pt x="4457815" y="604562"/>
                  </a:lnTo>
                  <a:lnTo>
                    <a:pt x="4457933" y="604562"/>
                  </a:lnTo>
                  <a:lnTo>
                    <a:pt x="4458051" y="604562"/>
                  </a:lnTo>
                  <a:lnTo>
                    <a:pt x="4458168" y="604562"/>
                  </a:lnTo>
                  <a:lnTo>
                    <a:pt x="4458286" y="604562"/>
                  </a:lnTo>
                  <a:lnTo>
                    <a:pt x="4458403" y="604562"/>
                  </a:lnTo>
                  <a:lnTo>
                    <a:pt x="4458521" y="604562"/>
                  </a:lnTo>
                  <a:lnTo>
                    <a:pt x="4458639" y="604562"/>
                  </a:lnTo>
                  <a:lnTo>
                    <a:pt x="4458756" y="604562"/>
                  </a:lnTo>
                  <a:lnTo>
                    <a:pt x="4458874" y="604562"/>
                  </a:lnTo>
                  <a:lnTo>
                    <a:pt x="4458992" y="604562"/>
                  </a:lnTo>
                  <a:lnTo>
                    <a:pt x="4459109" y="604562"/>
                  </a:lnTo>
                  <a:lnTo>
                    <a:pt x="4459227" y="604562"/>
                  </a:lnTo>
                  <a:lnTo>
                    <a:pt x="4459344" y="604562"/>
                  </a:lnTo>
                  <a:lnTo>
                    <a:pt x="4459462" y="604562"/>
                  </a:lnTo>
                  <a:lnTo>
                    <a:pt x="4459580" y="604562"/>
                  </a:lnTo>
                  <a:lnTo>
                    <a:pt x="4459697" y="604562"/>
                  </a:lnTo>
                  <a:lnTo>
                    <a:pt x="4459815" y="604562"/>
                  </a:lnTo>
                  <a:lnTo>
                    <a:pt x="4459932" y="604562"/>
                  </a:lnTo>
                  <a:lnTo>
                    <a:pt x="4459932" y="604131"/>
                  </a:lnTo>
                  <a:lnTo>
                    <a:pt x="4460050" y="604131"/>
                  </a:lnTo>
                  <a:lnTo>
                    <a:pt x="4460050" y="603701"/>
                  </a:lnTo>
                  <a:lnTo>
                    <a:pt x="4460168" y="603701"/>
                  </a:lnTo>
                  <a:lnTo>
                    <a:pt x="4460285" y="603701"/>
                  </a:lnTo>
                  <a:lnTo>
                    <a:pt x="4460285" y="603270"/>
                  </a:lnTo>
                  <a:lnTo>
                    <a:pt x="4460403" y="603270"/>
                  </a:lnTo>
                  <a:lnTo>
                    <a:pt x="4460520" y="603270"/>
                  </a:lnTo>
                  <a:lnTo>
                    <a:pt x="4460638" y="603270"/>
                  </a:lnTo>
                  <a:lnTo>
                    <a:pt x="4460756" y="603270"/>
                  </a:lnTo>
                  <a:lnTo>
                    <a:pt x="4460873" y="603270"/>
                  </a:lnTo>
                  <a:lnTo>
                    <a:pt x="4460991" y="603270"/>
                  </a:lnTo>
                  <a:lnTo>
                    <a:pt x="4461109" y="603270"/>
                  </a:lnTo>
                  <a:lnTo>
                    <a:pt x="4461226" y="603270"/>
                  </a:lnTo>
                  <a:lnTo>
                    <a:pt x="4461344" y="603270"/>
                  </a:lnTo>
                  <a:lnTo>
                    <a:pt x="4461461" y="603270"/>
                  </a:lnTo>
                  <a:lnTo>
                    <a:pt x="4461579" y="603270"/>
                  </a:lnTo>
                  <a:lnTo>
                    <a:pt x="4461697" y="603270"/>
                  </a:lnTo>
                  <a:lnTo>
                    <a:pt x="4461814" y="603270"/>
                  </a:lnTo>
                  <a:lnTo>
                    <a:pt x="4461932" y="603270"/>
                  </a:lnTo>
                  <a:lnTo>
                    <a:pt x="4462049" y="603270"/>
                  </a:lnTo>
                  <a:lnTo>
                    <a:pt x="4462167" y="603270"/>
                  </a:lnTo>
                  <a:lnTo>
                    <a:pt x="4462285" y="603270"/>
                  </a:lnTo>
                  <a:lnTo>
                    <a:pt x="4462402" y="603270"/>
                  </a:lnTo>
                  <a:lnTo>
                    <a:pt x="4462402" y="602840"/>
                  </a:lnTo>
                  <a:lnTo>
                    <a:pt x="4462520" y="602840"/>
                  </a:lnTo>
                  <a:lnTo>
                    <a:pt x="4462638" y="602840"/>
                  </a:lnTo>
                  <a:lnTo>
                    <a:pt x="4462755" y="602840"/>
                  </a:lnTo>
                  <a:lnTo>
                    <a:pt x="4462873" y="602840"/>
                  </a:lnTo>
                  <a:lnTo>
                    <a:pt x="4462990" y="602840"/>
                  </a:lnTo>
                  <a:lnTo>
                    <a:pt x="4463108" y="602840"/>
                  </a:lnTo>
                  <a:lnTo>
                    <a:pt x="4463226" y="602840"/>
                  </a:lnTo>
                  <a:lnTo>
                    <a:pt x="4463343" y="602840"/>
                  </a:lnTo>
                  <a:lnTo>
                    <a:pt x="4463343" y="602409"/>
                  </a:lnTo>
                  <a:lnTo>
                    <a:pt x="4463461" y="602409"/>
                  </a:lnTo>
                  <a:lnTo>
                    <a:pt x="4463578" y="602409"/>
                  </a:lnTo>
                  <a:lnTo>
                    <a:pt x="4463696" y="602409"/>
                  </a:lnTo>
                  <a:lnTo>
                    <a:pt x="4463696" y="601978"/>
                  </a:lnTo>
                  <a:lnTo>
                    <a:pt x="4463814" y="601978"/>
                  </a:lnTo>
                  <a:lnTo>
                    <a:pt x="4463931" y="601978"/>
                  </a:lnTo>
                  <a:lnTo>
                    <a:pt x="4464049" y="601978"/>
                  </a:lnTo>
                  <a:lnTo>
                    <a:pt x="4464167" y="601978"/>
                  </a:lnTo>
                  <a:lnTo>
                    <a:pt x="4464284" y="601978"/>
                  </a:lnTo>
                  <a:lnTo>
                    <a:pt x="4464402" y="601978"/>
                  </a:lnTo>
                  <a:lnTo>
                    <a:pt x="4464519" y="601978"/>
                  </a:lnTo>
                  <a:lnTo>
                    <a:pt x="4464637" y="601978"/>
                  </a:lnTo>
                  <a:lnTo>
                    <a:pt x="4464755" y="601978"/>
                  </a:lnTo>
                  <a:lnTo>
                    <a:pt x="4464872" y="601978"/>
                  </a:lnTo>
                  <a:lnTo>
                    <a:pt x="4464872" y="601548"/>
                  </a:lnTo>
                  <a:lnTo>
                    <a:pt x="4464990" y="601548"/>
                  </a:lnTo>
                  <a:lnTo>
                    <a:pt x="4465107" y="601548"/>
                  </a:lnTo>
                  <a:lnTo>
                    <a:pt x="4465225" y="601548"/>
                  </a:lnTo>
                  <a:lnTo>
                    <a:pt x="4465343" y="601548"/>
                  </a:lnTo>
                  <a:lnTo>
                    <a:pt x="4465460" y="601548"/>
                  </a:lnTo>
                  <a:lnTo>
                    <a:pt x="4465578" y="601548"/>
                  </a:lnTo>
                  <a:lnTo>
                    <a:pt x="4465696" y="601548"/>
                  </a:lnTo>
                  <a:lnTo>
                    <a:pt x="4465813" y="601548"/>
                  </a:lnTo>
                  <a:lnTo>
                    <a:pt x="4465931" y="601548"/>
                  </a:lnTo>
                  <a:lnTo>
                    <a:pt x="4466048" y="601548"/>
                  </a:lnTo>
                  <a:lnTo>
                    <a:pt x="4466166" y="601548"/>
                  </a:lnTo>
                  <a:lnTo>
                    <a:pt x="4466284" y="601548"/>
                  </a:lnTo>
                  <a:lnTo>
                    <a:pt x="4466401" y="601548"/>
                  </a:lnTo>
                  <a:lnTo>
                    <a:pt x="4466519" y="601548"/>
                  </a:lnTo>
                  <a:lnTo>
                    <a:pt x="4466636" y="601548"/>
                  </a:lnTo>
                  <a:lnTo>
                    <a:pt x="4466754" y="601548"/>
                  </a:lnTo>
                  <a:lnTo>
                    <a:pt x="4466872" y="601548"/>
                  </a:lnTo>
                  <a:lnTo>
                    <a:pt x="4466989" y="601548"/>
                  </a:lnTo>
                  <a:lnTo>
                    <a:pt x="4467107" y="601548"/>
                  </a:lnTo>
                  <a:lnTo>
                    <a:pt x="4467225" y="601548"/>
                  </a:lnTo>
                  <a:lnTo>
                    <a:pt x="4467342" y="601548"/>
                  </a:lnTo>
                  <a:lnTo>
                    <a:pt x="4467460" y="601548"/>
                  </a:lnTo>
                  <a:lnTo>
                    <a:pt x="4467577" y="601548"/>
                  </a:lnTo>
                  <a:lnTo>
                    <a:pt x="4467695" y="601548"/>
                  </a:lnTo>
                  <a:lnTo>
                    <a:pt x="4467813" y="601548"/>
                  </a:lnTo>
                  <a:lnTo>
                    <a:pt x="4467930" y="601548"/>
                  </a:lnTo>
                  <a:lnTo>
                    <a:pt x="4468048" y="601548"/>
                  </a:lnTo>
                  <a:lnTo>
                    <a:pt x="4468165" y="601548"/>
                  </a:lnTo>
                  <a:lnTo>
                    <a:pt x="4468283" y="601548"/>
                  </a:lnTo>
                  <a:lnTo>
                    <a:pt x="4468401" y="601548"/>
                  </a:lnTo>
                  <a:lnTo>
                    <a:pt x="4468518" y="601548"/>
                  </a:lnTo>
                  <a:lnTo>
                    <a:pt x="4468636" y="601548"/>
                  </a:lnTo>
                  <a:lnTo>
                    <a:pt x="4468753" y="601548"/>
                  </a:lnTo>
                  <a:lnTo>
                    <a:pt x="4468871" y="601548"/>
                  </a:lnTo>
                  <a:lnTo>
                    <a:pt x="4468989" y="601548"/>
                  </a:lnTo>
                  <a:lnTo>
                    <a:pt x="4469106" y="601548"/>
                  </a:lnTo>
                  <a:lnTo>
                    <a:pt x="4469224" y="601548"/>
                  </a:lnTo>
                  <a:lnTo>
                    <a:pt x="4469342" y="601548"/>
                  </a:lnTo>
                  <a:lnTo>
                    <a:pt x="4469459" y="601548"/>
                  </a:lnTo>
                  <a:lnTo>
                    <a:pt x="4469577" y="601548"/>
                  </a:lnTo>
                  <a:lnTo>
                    <a:pt x="4469694" y="601548"/>
                  </a:lnTo>
                  <a:lnTo>
                    <a:pt x="4469812" y="601548"/>
                  </a:lnTo>
                  <a:lnTo>
                    <a:pt x="4469812" y="601117"/>
                  </a:lnTo>
                  <a:lnTo>
                    <a:pt x="4469930" y="601117"/>
                  </a:lnTo>
                  <a:lnTo>
                    <a:pt x="4470047" y="601117"/>
                  </a:lnTo>
                  <a:lnTo>
                    <a:pt x="4470165" y="601117"/>
                  </a:lnTo>
                  <a:lnTo>
                    <a:pt x="4470282" y="601117"/>
                  </a:lnTo>
                  <a:lnTo>
                    <a:pt x="4470400" y="601117"/>
                  </a:lnTo>
                  <a:lnTo>
                    <a:pt x="4470518" y="601117"/>
                  </a:lnTo>
                  <a:lnTo>
                    <a:pt x="4470635" y="601117"/>
                  </a:lnTo>
                  <a:lnTo>
                    <a:pt x="4470753" y="601117"/>
                  </a:lnTo>
                  <a:lnTo>
                    <a:pt x="4470871" y="601117"/>
                  </a:lnTo>
                  <a:lnTo>
                    <a:pt x="4470988" y="601117"/>
                  </a:lnTo>
                  <a:lnTo>
                    <a:pt x="4471106" y="601117"/>
                  </a:lnTo>
                  <a:lnTo>
                    <a:pt x="4471223" y="601117"/>
                  </a:lnTo>
                  <a:lnTo>
                    <a:pt x="4471341" y="601117"/>
                  </a:lnTo>
                  <a:lnTo>
                    <a:pt x="4471341" y="600687"/>
                  </a:lnTo>
                  <a:lnTo>
                    <a:pt x="4471341" y="600256"/>
                  </a:lnTo>
                  <a:lnTo>
                    <a:pt x="4471459" y="600256"/>
                  </a:lnTo>
                  <a:lnTo>
                    <a:pt x="4471576" y="600256"/>
                  </a:lnTo>
                  <a:lnTo>
                    <a:pt x="4471694" y="600256"/>
                  </a:lnTo>
                  <a:lnTo>
                    <a:pt x="4471811" y="600256"/>
                  </a:lnTo>
                  <a:lnTo>
                    <a:pt x="4471929" y="600256"/>
                  </a:lnTo>
                  <a:lnTo>
                    <a:pt x="4472047" y="600256"/>
                  </a:lnTo>
                  <a:lnTo>
                    <a:pt x="4472164" y="600256"/>
                  </a:lnTo>
                  <a:lnTo>
                    <a:pt x="4472282" y="600256"/>
                  </a:lnTo>
                  <a:lnTo>
                    <a:pt x="4472400" y="600256"/>
                  </a:lnTo>
                  <a:lnTo>
                    <a:pt x="4472517" y="600256"/>
                  </a:lnTo>
                  <a:lnTo>
                    <a:pt x="4472635" y="600256"/>
                  </a:lnTo>
                  <a:lnTo>
                    <a:pt x="4472752" y="600256"/>
                  </a:lnTo>
                  <a:lnTo>
                    <a:pt x="4472870" y="600256"/>
                  </a:lnTo>
                  <a:lnTo>
                    <a:pt x="4472988" y="600256"/>
                  </a:lnTo>
                  <a:lnTo>
                    <a:pt x="4473105" y="600256"/>
                  </a:lnTo>
                  <a:lnTo>
                    <a:pt x="4473223" y="600256"/>
                  </a:lnTo>
                  <a:lnTo>
                    <a:pt x="4473340" y="600256"/>
                  </a:lnTo>
                  <a:lnTo>
                    <a:pt x="4473458" y="600256"/>
                  </a:lnTo>
                  <a:lnTo>
                    <a:pt x="4473576" y="600256"/>
                  </a:lnTo>
                  <a:lnTo>
                    <a:pt x="4473693" y="600256"/>
                  </a:lnTo>
                  <a:lnTo>
                    <a:pt x="4473811" y="600256"/>
                  </a:lnTo>
                  <a:lnTo>
                    <a:pt x="4473929" y="600256"/>
                  </a:lnTo>
                  <a:lnTo>
                    <a:pt x="4474046" y="600256"/>
                  </a:lnTo>
                  <a:lnTo>
                    <a:pt x="4474164" y="600256"/>
                  </a:lnTo>
                  <a:lnTo>
                    <a:pt x="4474281" y="600256"/>
                  </a:lnTo>
                  <a:lnTo>
                    <a:pt x="4474399" y="600256"/>
                  </a:lnTo>
                  <a:lnTo>
                    <a:pt x="4474517" y="600256"/>
                  </a:lnTo>
                  <a:lnTo>
                    <a:pt x="4474634" y="600256"/>
                  </a:lnTo>
                  <a:lnTo>
                    <a:pt x="4474634" y="599825"/>
                  </a:lnTo>
                  <a:lnTo>
                    <a:pt x="4474752" y="599825"/>
                  </a:lnTo>
                  <a:lnTo>
                    <a:pt x="4474869" y="599825"/>
                  </a:lnTo>
                  <a:lnTo>
                    <a:pt x="4474987" y="599825"/>
                  </a:lnTo>
                  <a:lnTo>
                    <a:pt x="4475105" y="599825"/>
                  </a:lnTo>
                  <a:lnTo>
                    <a:pt x="4475222" y="599825"/>
                  </a:lnTo>
                  <a:lnTo>
                    <a:pt x="4475340" y="599825"/>
                  </a:lnTo>
                  <a:lnTo>
                    <a:pt x="4475458" y="599825"/>
                  </a:lnTo>
                  <a:lnTo>
                    <a:pt x="4475575" y="599825"/>
                  </a:lnTo>
                  <a:lnTo>
                    <a:pt x="4475693" y="599825"/>
                  </a:lnTo>
                  <a:lnTo>
                    <a:pt x="4475810" y="599825"/>
                  </a:lnTo>
                  <a:lnTo>
                    <a:pt x="4475928" y="599825"/>
                  </a:lnTo>
                  <a:lnTo>
                    <a:pt x="4476046" y="599825"/>
                  </a:lnTo>
                  <a:lnTo>
                    <a:pt x="4476163" y="599825"/>
                  </a:lnTo>
                  <a:lnTo>
                    <a:pt x="4476281" y="599825"/>
                  </a:lnTo>
                  <a:lnTo>
                    <a:pt x="4476398" y="599825"/>
                  </a:lnTo>
                  <a:lnTo>
                    <a:pt x="4476516" y="599825"/>
                  </a:lnTo>
                  <a:lnTo>
                    <a:pt x="4476634" y="599825"/>
                  </a:lnTo>
                  <a:lnTo>
                    <a:pt x="4476751" y="599825"/>
                  </a:lnTo>
                  <a:lnTo>
                    <a:pt x="4476869" y="599825"/>
                  </a:lnTo>
                  <a:lnTo>
                    <a:pt x="4476986" y="599825"/>
                  </a:lnTo>
                  <a:lnTo>
                    <a:pt x="4477104" y="599825"/>
                  </a:lnTo>
                  <a:lnTo>
                    <a:pt x="4477222" y="599825"/>
                  </a:lnTo>
                  <a:lnTo>
                    <a:pt x="4477339" y="599825"/>
                  </a:lnTo>
                  <a:lnTo>
                    <a:pt x="4477457" y="599825"/>
                  </a:lnTo>
                  <a:lnTo>
                    <a:pt x="4477575" y="599825"/>
                  </a:lnTo>
                  <a:lnTo>
                    <a:pt x="4477692" y="599825"/>
                  </a:lnTo>
                  <a:lnTo>
                    <a:pt x="4477810" y="599825"/>
                  </a:lnTo>
                  <a:lnTo>
                    <a:pt x="4477927" y="599825"/>
                  </a:lnTo>
                  <a:lnTo>
                    <a:pt x="4478045" y="599825"/>
                  </a:lnTo>
                  <a:lnTo>
                    <a:pt x="4478163" y="599825"/>
                  </a:lnTo>
                  <a:lnTo>
                    <a:pt x="4478280" y="599825"/>
                  </a:lnTo>
                  <a:lnTo>
                    <a:pt x="4478398" y="599825"/>
                  </a:lnTo>
                  <a:lnTo>
                    <a:pt x="4478515" y="599825"/>
                  </a:lnTo>
                  <a:lnTo>
                    <a:pt x="4478633" y="599825"/>
                  </a:lnTo>
                  <a:lnTo>
                    <a:pt x="4478751" y="599825"/>
                  </a:lnTo>
                  <a:lnTo>
                    <a:pt x="4478868" y="599825"/>
                  </a:lnTo>
                  <a:lnTo>
                    <a:pt x="4478986" y="599825"/>
                  </a:lnTo>
                  <a:lnTo>
                    <a:pt x="4479104" y="599825"/>
                  </a:lnTo>
                  <a:lnTo>
                    <a:pt x="4479221" y="599825"/>
                  </a:lnTo>
                  <a:lnTo>
                    <a:pt x="4479339" y="599825"/>
                  </a:lnTo>
                  <a:lnTo>
                    <a:pt x="4479456" y="599825"/>
                  </a:lnTo>
                  <a:lnTo>
                    <a:pt x="4479574" y="599825"/>
                  </a:lnTo>
                  <a:lnTo>
                    <a:pt x="4479692" y="599825"/>
                  </a:lnTo>
                  <a:lnTo>
                    <a:pt x="4479809" y="599825"/>
                  </a:lnTo>
                  <a:lnTo>
                    <a:pt x="4479927" y="599825"/>
                  </a:lnTo>
                  <a:lnTo>
                    <a:pt x="4480044" y="599825"/>
                  </a:lnTo>
                  <a:lnTo>
                    <a:pt x="4480162" y="599825"/>
                  </a:lnTo>
                  <a:lnTo>
                    <a:pt x="4480280" y="599825"/>
                  </a:lnTo>
                  <a:lnTo>
                    <a:pt x="4480397" y="599825"/>
                  </a:lnTo>
                  <a:lnTo>
                    <a:pt x="4480397" y="599395"/>
                  </a:lnTo>
                  <a:lnTo>
                    <a:pt x="4480515" y="599395"/>
                  </a:lnTo>
                  <a:lnTo>
                    <a:pt x="4480633" y="599395"/>
                  </a:lnTo>
                  <a:lnTo>
                    <a:pt x="4480750" y="599395"/>
                  </a:lnTo>
                  <a:lnTo>
                    <a:pt x="4480868" y="599395"/>
                  </a:lnTo>
                  <a:lnTo>
                    <a:pt x="4480985" y="599395"/>
                  </a:lnTo>
                  <a:lnTo>
                    <a:pt x="4481103" y="599395"/>
                  </a:lnTo>
                  <a:lnTo>
                    <a:pt x="4481221" y="599395"/>
                  </a:lnTo>
                  <a:lnTo>
                    <a:pt x="4481338" y="599395"/>
                  </a:lnTo>
                  <a:lnTo>
                    <a:pt x="4481456" y="599395"/>
                  </a:lnTo>
                  <a:lnTo>
                    <a:pt x="4481573" y="599395"/>
                  </a:lnTo>
                  <a:lnTo>
                    <a:pt x="4481691" y="599395"/>
                  </a:lnTo>
                  <a:lnTo>
                    <a:pt x="4481691" y="598964"/>
                  </a:lnTo>
                  <a:lnTo>
                    <a:pt x="4481809" y="598964"/>
                  </a:lnTo>
                  <a:lnTo>
                    <a:pt x="4481926" y="598964"/>
                  </a:lnTo>
                  <a:lnTo>
                    <a:pt x="4481926" y="598534"/>
                  </a:lnTo>
                  <a:lnTo>
                    <a:pt x="4482044" y="598534"/>
                  </a:lnTo>
                  <a:lnTo>
                    <a:pt x="4482162" y="598534"/>
                  </a:lnTo>
                  <a:lnTo>
                    <a:pt x="4482279" y="598534"/>
                  </a:lnTo>
                  <a:lnTo>
                    <a:pt x="4482279" y="598103"/>
                  </a:lnTo>
                  <a:lnTo>
                    <a:pt x="4482397" y="598103"/>
                  </a:lnTo>
                  <a:lnTo>
                    <a:pt x="4482514" y="598103"/>
                  </a:lnTo>
                  <a:lnTo>
                    <a:pt x="4482632" y="598103"/>
                  </a:lnTo>
                  <a:lnTo>
                    <a:pt x="4482750" y="598103"/>
                  </a:lnTo>
                  <a:lnTo>
                    <a:pt x="4482867" y="598103"/>
                  </a:lnTo>
                  <a:lnTo>
                    <a:pt x="4482985" y="598103"/>
                  </a:lnTo>
                  <a:lnTo>
                    <a:pt x="4483102" y="598103"/>
                  </a:lnTo>
                  <a:lnTo>
                    <a:pt x="4483220" y="598103"/>
                  </a:lnTo>
                  <a:lnTo>
                    <a:pt x="4483338" y="598103"/>
                  </a:lnTo>
                  <a:lnTo>
                    <a:pt x="4483338" y="597672"/>
                  </a:lnTo>
                  <a:lnTo>
                    <a:pt x="4483455" y="597672"/>
                  </a:lnTo>
                  <a:lnTo>
                    <a:pt x="4483573" y="597672"/>
                  </a:lnTo>
                  <a:lnTo>
                    <a:pt x="4483691" y="597672"/>
                  </a:lnTo>
                  <a:lnTo>
                    <a:pt x="4483808" y="597672"/>
                  </a:lnTo>
                  <a:lnTo>
                    <a:pt x="4483926" y="597672"/>
                  </a:lnTo>
                  <a:lnTo>
                    <a:pt x="4484043" y="597672"/>
                  </a:lnTo>
                  <a:lnTo>
                    <a:pt x="4484161" y="597672"/>
                  </a:lnTo>
                  <a:lnTo>
                    <a:pt x="4484279" y="597672"/>
                  </a:lnTo>
                  <a:lnTo>
                    <a:pt x="4484396" y="597672"/>
                  </a:lnTo>
                  <a:lnTo>
                    <a:pt x="4484514" y="597672"/>
                  </a:lnTo>
                  <a:lnTo>
                    <a:pt x="4484631" y="597672"/>
                  </a:lnTo>
                  <a:lnTo>
                    <a:pt x="4484749" y="597672"/>
                  </a:lnTo>
                  <a:lnTo>
                    <a:pt x="4484749" y="597242"/>
                  </a:lnTo>
                  <a:lnTo>
                    <a:pt x="4484867" y="597242"/>
                  </a:lnTo>
                  <a:lnTo>
                    <a:pt x="4484984" y="597242"/>
                  </a:lnTo>
                  <a:lnTo>
                    <a:pt x="4485102" y="597242"/>
                  </a:lnTo>
                  <a:lnTo>
                    <a:pt x="4485219" y="597242"/>
                  </a:lnTo>
                  <a:lnTo>
                    <a:pt x="4485337" y="597242"/>
                  </a:lnTo>
                  <a:lnTo>
                    <a:pt x="4485455" y="597242"/>
                  </a:lnTo>
                  <a:lnTo>
                    <a:pt x="4485572" y="597242"/>
                  </a:lnTo>
                  <a:lnTo>
                    <a:pt x="4485690" y="597242"/>
                  </a:lnTo>
                  <a:lnTo>
                    <a:pt x="4485808" y="597242"/>
                  </a:lnTo>
                  <a:lnTo>
                    <a:pt x="4485808" y="596811"/>
                  </a:lnTo>
                  <a:lnTo>
                    <a:pt x="4485925" y="596811"/>
                  </a:lnTo>
                  <a:lnTo>
                    <a:pt x="4485925" y="596381"/>
                  </a:lnTo>
                  <a:lnTo>
                    <a:pt x="4486043" y="596381"/>
                  </a:lnTo>
                  <a:lnTo>
                    <a:pt x="4486160" y="596381"/>
                  </a:lnTo>
                  <a:lnTo>
                    <a:pt x="4486278" y="596381"/>
                  </a:lnTo>
                  <a:lnTo>
                    <a:pt x="4486396" y="596381"/>
                  </a:lnTo>
                  <a:lnTo>
                    <a:pt x="4486513" y="596381"/>
                  </a:lnTo>
                  <a:lnTo>
                    <a:pt x="4486631" y="596381"/>
                  </a:lnTo>
                  <a:lnTo>
                    <a:pt x="4486748" y="596381"/>
                  </a:lnTo>
                  <a:lnTo>
                    <a:pt x="4486748" y="595950"/>
                  </a:lnTo>
                  <a:lnTo>
                    <a:pt x="4486866" y="595950"/>
                  </a:lnTo>
                  <a:lnTo>
                    <a:pt x="4486984" y="595950"/>
                  </a:lnTo>
                  <a:lnTo>
                    <a:pt x="4486984" y="595519"/>
                  </a:lnTo>
                  <a:lnTo>
                    <a:pt x="4487101" y="595519"/>
                  </a:lnTo>
                  <a:lnTo>
                    <a:pt x="4487219" y="595519"/>
                  </a:lnTo>
                  <a:lnTo>
                    <a:pt x="4487337" y="595519"/>
                  </a:lnTo>
                  <a:lnTo>
                    <a:pt x="4487454" y="595519"/>
                  </a:lnTo>
                  <a:lnTo>
                    <a:pt x="4487572" y="595519"/>
                  </a:lnTo>
                  <a:lnTo>
                    <a:pt x="4487689" y="595519"/>
                  </a:lnTo>
                  <a:lnTo>
                    <a:pt x="4487689" y="595089"/>
                  </a:lnTo>
                  <a:lnTo>
                    <a:pt x="4487807" y="595089"/>
                  </a:lnTo>
                  <a:lnTo>
                    <a:pt x="4487925" y="595089"/>
                  </a:lnTo>
                  <a:lnTo>
                    <a:pt x="4488042" y="595089"/>
                  </a:lnTo>
                  <a:lnTo>
                    <a:pt x="4488160" y="595089"/>
                  </a:lnTo>
                  <a:lnTo>
                    <a:pt x="4488160" y="594658"/>
                  </a:lnTo>
                  <a:lnTo>
                    <a:pt x="4488277" y="594658"/>
                  </a:lnTo>
                  <a:lnTo>
                    <a:pt x="4488395" y="594658"/>
                  </a:lnTo>
                  <a:lnTo>
                    <a:pt x="4488513" y="594658"/>
                  </a:lnTo>
                  <a:lnTo>
                    <a:pt x="4488630" y="594658"/>
                  </a:lnTo>
                  <a:lnTo>
                    <a:pt x="4488748" y="594658"/>
                  </a:lnTo>
                  <a:lnTo>
                    <a:pt x="4488866" y="594658"/>
                  </a:lnTo>
                  <a:lnTo>
                    <a:pt x="4488983" y="594658"/>
                  </a:lnTo>
                  <a:lnTo>
                    <a:pt x="4489101" y="594658"/>
                  </a:lnTo>
                  <a:lnTo>
                    <a:pt x="4489218" y="594658"/>
                  </a:lnTo>
                  <a:lnTo>
                    <a:pt x="4489336" y="594658"/>
                  </a:lnTo>
                  <a:lnTo>
                    <a:pt x="4489454" y="594658"/>
                  </a:lnTo>
                  <a:lnTo>
                    <a:pt x="4489571" y="594658"/>
                  </a:lnTo>
                  <a:lnTo>
                    <a:pt x="4489571" y="594228"/>
                  </a:lnTo>
                  <a:lnTo>
                    <a:pt x="4489689" y="594228"/>
                  </a:lnTo>
                  <a:lnTo>
                    <a:pt x="4489806" y="594228"/>
                  </a:lnTo>
                  <a:lnTo>
                    <a:pt x="4489924" y="594228"/>
                  </a:lnTo>
                  <a:lnTo>
                    <a:pt x="4490042" y="594228"/>
                  </a:lnTo>
                  <a:lnTo>
                    <a:pt x="4490159" y="594228"/>
                  </a:lnTo>
                  <a:lnTo>
                    <a:pt x="4490277" y="594228"/>
                  </a:lnTo>
                  <a:lnTo>
                    <a:pt x="4490277" y="593797"/>
                  </a:lnTo>
                  <a:lnTo>
                    <a:pt x="4490395" y="593797"/>
                  </a:lnTo>
                  <a:lnTo>
                    <a:pt x="4490512" y="593797"/>
                  </a:lnTo>
                  <a:lnTo>
                    <a:pt x="4490630" y="593797"/>
                  </a:lnTo>
                  <a:lnTo>
                    <a:pt x="4490747" y="593797"/>
                  </a:lnTo>
                  <a:lnTo>
                    <a:pt x="4490865" y="593797"/>
                  </a:lnTo>
                  <a:lnTo>
                    <a:pt x="4490983" y="593797"/>
                  </a:lnTo>
                  <a:lnTo>
                    <a:pt x="4491100" y="593797"/>
                  </a:lnTo>
                  <a:lnTo>
                    <a:pt x="4491218" y="593797"/>
                  </a:lnTo>
                  <a:lnTo>
                    <a:pt x="4491335" y="593797"/>
                  </a:lnTo>
                  <a:lnTo>
                    <a:pt x="4491453" y="593797"/>
                  </a:lnTo>
                  <a:lnTo>
                    <a:pt x="4491571" y="593797"/>
                  </a:lnTo>
                  <a:lnTo>
                    <a:pt x="4491688" y="593797"/>
                  </a:lnTo>
                  <a:lnTo>
                    <a:pt x="4491806" y="593797"/>
                  </a:lnTo>
                  <a:lnTo>
                    <a:pt x="4491924" y="593797"/>
                  </a:lnTo>
                  <a:lnTo>
                    <a:pt x="4492041" y="593797"/>
                  </a:lnTo>
                  <a:lnTo>
                    <a:pt x="4492159" y="593797"/>
                  </a:lnTo>
                  <a:lnTo>
                    <a:pt x="4492159" y="593366"/>
                  </a:lnTo>
                  <a:lnTo>
                    <a:pt x="4492276" y="593366"/>
                  </a:lnTo>
                  <a:lnTo>
                    <a:pt x="4492394" y="593366"/>
                  </a:lnTo>
                  <a:lnTo>
                    <a:pt x="4492512" y="593366"/>
                  </a:lnTo>
                  <a:lnTo>
                    <a:pt x="4492629" y="593366"/>
                  </a:lnTo>
                  <a:lnTo>
                    <a:pt x="4492747" y="593366"/>
                  </a:lnTo>
                  <a:lnTo>
                    <a:pt x="4492864" y="593366"/>
                  </a:lnTo>
                  <a:lnTo>
                    <a:pt x="4492982" y="593366"/>
                  </a:lnTo>
                  <a:lnTo>
                    <a:pt x="4493100" y="593366"/>
                  </a:lnTo>
                  <a:lnTo>
                    <a:pt x="4493217" y="593366"/>
                  </a:lnTo>
                  <a:lnTo>
                    <a:pt x="4493335" y="593366"/>
                  </a:lnTo>
                  <a:lnTo>
                    <a:pt x="4493452" y="593366"/>
                  </a:lnTo>
                  <a:lnTo>
                    <a:pt x="4493570" y="593366"/>
                  </a:lnTo>
                  <a:lnTo>
                    <a:pt x="4493688" y="593366"/>
                  </a:lnTo>
                  <a:lnTo>
                    <a:pt x="4493805" y="593366"/>
                  </a:lnTo>
                  <a:lnTo>
                    <a:pt x="4493923" y="593366"/>
                  </a:lnTo>
                  <a:lnTo>
                    <a:pt x="4494041" y="593366"/>
                  </a:lnTo>
                  <a:lnTo>
                    <a:pt x="4494041" y="592936"/>
                  </a:lnTo>
                  <a:lnTo>
                    <a:pt x="4494158" y="592936"/>
                  </a:lnTo>
                  <a:lnTo>
                    <a:pt x="4494276" y="592936"/>
                  </a:lnTo>
                  <a:lnTo>
                    <a:pt x="4494393" y="592936"/>
                  </a:lnTo>
                  <a:lnTo>
                    <a:pt x="4494511" y="592936"/>
                  </a:lnTo>
                  <a:lnTo>
                    <a:pt x="4494629" y="592936"/>
                  </a:lnTo>
                  <a:lnTo>
                    <a:pt x="4494746" y="592936"/>
                  </a:lnTo>
                  <a:lnTo>
                    <a:pt x="4494746" y="592505"/>
                  </a:lnTo>
                  <a:lnTo>
                    <a:pt x="4494864" y="592505"/>
                  </a:lnTo>
                  <a:lnTo>
                    <a:pt x="4494981" y="592505"/>
                  </a:lnTo>
                  <a:lnTo>
                    <a:pt x="4495099" y="592505"/>
                  </a:lnTo>
                  <a:lnTo>
                    <a:pt x="4495217" y="592505"/>
                  </a:lnTo>
                  <a:lnTo>
                    <a:pt x="4495334" y="592505"/>
                  </a:lnTo>
                  <a:lnTo>
                    <a:pt x="4495334" y="592075"/>
                  </a:lnTo>
                  <a:lnTo>
                    <a:pt x="4495452" y="592075"/>
                  </a:lnTo>
                  <a:lnTo>
                    <a:pt x="4495570" y="592075"/>
                  </a:lnTo>
                  <a:lnTo>
                    <a:pt x="4495687" y="592075"/>
                  </a:lnTo>
                  <a:lnTo>
                    <a:pt x="4495805" y="592075"/>
                  </a:lnTo>
                  <a:lnTo>
                    <a:pt x="4495922" y="592075"/>
                  </a:lnTo>
                  <a:lnTo>
                    <a:pt x="4496040" y="592075"/>
                  </a:lnTo>
                  <a:lnTo>
                    <a:pt x="4496158" y="592075"/>
                  </a:lnTo>
                  <a:lnTo>
                    <a:pt x="4496275" y="592075"/>
                  </a:lnTo>
                  <a:lnTo>
                    <a:pt x="4496393" y="592075"/>
                  </a:lnTo>
                  <a:lnTo>
                    <a:pt x="4496510" y="592075"/>
                  </a:lnTo>
                  <a:lnTo>
                    <a:pt x="4496628" y="592075"/>
                  </a:lnTo>
                  <a:lnTo>
                    <a:pt x="4496746" y="592075"/>
                  </a:lnTo>
                  <a:lnTo>
                    <a:pt x="4496863" y="592075"/>
                  </a:lnTo>
                  <a:lnTo>
                    <a:pt x="4496863" y="591644"/>
                  </a:lnTo>
                  <a:lnTo>
                    <a:pt x="4496863" y="591213"/>
                  </a:lnTo>
                  <a:lnTo>
                    <a:pt x="4496981" y="591213"/>
                  </a:lnTo>
                  <a:lnTo>
                    <a:pt x="4497099" y="591213"/>
                  </a:lnTo>
                  <a:lnTo>
                    <a:pt x="4497216" y="591213"/>
                  </a:lnTo>
                  <a:lnTo>
                    <a:pt x="4497334" y="591213"/>
                  </a:lnTo>
                  <a:lnTo>
                    <a:pt x="4497334" y="590783"/>
                  </a:lnTo>
                  <a:lnTo>
                    <a:pt x="4497451" y="590783"/>
                  </a:lnTo>
                  <a:lnTo>
                    <a:pt x="4497569" y="590783"/>
                  </a:lnTo>
                  <a:lnTo>
                    <a:pt x="4497687" y="590783"/>
                  </a:lnTo>
                  <a:lnTo>
                    <a:pt x="4497804" y="590783"/>
                  </a:lnTo>
                  <a:lnTo>
                    <a:pt x="4497922" y="590783"/>
                  </a:lnTo>
                  <a:lnTo>
                    <a:pt x="4498039" y="590783"/>
                  </a:lnTo>
                  <a:lnTo>
                    <a:pt x="4498157" y="590783"/>
                  </a:lnTo>
                  <a:lnTo>
                    <a:pt x="4498275" y="590783"/>
                  </a:lnTo>
                  <a:lnTo>
                    <a:pt x="4498392" y="590783"/>
                  </a:lnTo>
                  <a:lnTo>
                    <a:pt x="4498510" y="590783"/>
                  </a:lnTo>
                  <a:lnTo>
                    <a:pt x="4498628" y="590783"/>
                  </a:lnTo>
                  <a:lnTo>
                    <a:pt x="4498628" y="590352"/>
                  </a:lnTo>
                  <a:lnTo>
                    <a:pt x="4498628" y="589922"/>
                  </a:lnTo>
                  <a:lnTo>
                    <a:pt x="4498745" y="589922"/>
                  </a:lnTo>
                  <a:lnTo>
                    <a:pt x="4498745" y="589491"/>
                  </a:lnTo>
                  <a:lnTo>
                    <a:pt x="4498863" y="589491"/>
                  </a:lnTo>
                  <a:lnTo>
                    <a:pt x="4498863" y="589060"/>
                  </a:lnTo>
                  <a:lnTo>
                    <a:pt x="4498863" y="588630"/>
                  </a:lnTo>
                  <a:lnTo>
                    <a:pt x="4498980" y="588630"/>
                  </a:lnTo>
                  <a:lnTo>
                    <a:pt x="4499098" y="588630"/>
                  </a:lnTo>
                  <a:lnTo>
                    <a:pt x="4499216" y="588630"/>
                  </a:lnTo>
                  <a:lnTo>
                    <a:pt x="4499333" y="588630"/>
                  </a:lnTo>
                  <a:lnTo>
                    <a:pt x="4499451" y="588630"/>
                  </a:lnTo>
                  <a:lnTo>
                    <a:pt x="4499568" y="588630"/>
                  </a:lnTo>
                  <a:lnTo>
                    <a:pt x="4499686" y="588630"/>
                  </a:lnTo>
                  <a:lnTo>
                    <a:pt x="4499804" y="588630"/>
                  </a:lnTo>
                  <a:lnTo>
                    <a:pt x="4499921" y="588630"/>
                  </a:lnTo>
                  <a:lnTo>
                    <a:pt x="4500039" y="588630"/>
                  </a:lnTo>
                  <a:lnTo>
                    <a:pt x="4500157" y="588630"/>
                  </a:lnTo>
                  <a:lnTo>
                    <a:pt x="4500274" y="588630"/>
                  </a:lnTo>
                  <a:lnTo>
                    <a:pt x="4500392" y="588630"/>
                  </a:lnTo>
                  <a:lnTo>
                    <a:pt x="4500509" y="588630"/>
                  </a:lnTo>
                  <a:lnTo>
                    <a:pt x="4500627" y="588630"/>
                  </a:lnTo>
                  <a:lnTo>
                    <a:pt x="4500745" y="588630"/>
                  </a:lnTo>
                  <a:lnTo>
                    <a:pt x="4500862" y="588630"/>
                  </a:lnTo>
                  <a:lnTo>
                    <a:pt x="4500980" y="588630"/>
                  </a:lnTo>
                  <a:lnTo>
                    <a:pt x="4501097" y="588630"/>
                  </a:lnTo>
                  <a:lnTo>
                    <a:pt x="4501215" y="588630"/>
                  </a:lnTo>
                  <a:lnTo>
                    <a:pt x="4501333" y="588630"/>
                  </a:lnTo>
                  <a:lnTo>
                    <a:pt x="4501450" y="588630"/>
                  </a:lnTo>
                  <a:lnTo>
                    <a:pt x="4501568" y="588630"/>
                  </a:lnTo>
                  <a:lnTo>
                    <a:pt x="4501685" y="588630"/>
                  </a:lnTo>
                  <a:lnTo>
                    <a:pt x="4501803" y="588630"/>
                  </a:lnTo>
                  <a:lnTo>
                    <a:pt x="4501921" y="588630"/>
                  </a:lnTo>
                  <a:lnTo>
                    <a:pt x="4502038" y="588630"/>
                  </a:lnTo>
                  <a:lnTo>
                    <a:pt x="4502156" y="588630"/>
                  </a:lnTo>
                  <a:lnTo>
                    <a:pt x="4502274" y="588630"/>
                  </a:lnTo>
                  <a:lnTo>
                    <a:pt x="4502391" y="588630"/>
                  </a:lnTo>
                  <a:lnTo>
                    <a:pt x="4502509" y="588630"/>
                  </a:lnTo>
                  <a:lnTo>
                    <a:pt x="4502626" y="588630"/>
                  </a:lnTo>
                  <a:lnTo>
                    <a:pt x="4502626" y="588199"/>
                  </a:lnTo>
                  <a:lnTo>
                    <a:pt x="4502744" y="588199"/>
                  </a:lnTo>
                  <a:lnTo>
                    <a:pt x="4502862" y="588199"/>
                  </a:lnTo>
                  <a:lnTo>
                    <a:pt x="4502979" y="588199"/>
                  </a:lnTo>
                  <a:lnTo>
                    <a:pt x="4503097" y="588199"/>
                  </a:lnTo>
                  <a:lnTo>
                    <a:pt x="4503214" y="588199"/>
                  </a:lnTo>
                  <a:lnTo>
                    <a:pt x="4503332" y="588199"/>
                  </a:lnTo>
                  <a:lnTo>
                    <a:pt x="4503450" y="588199"/>
                  </a:lnTo>
                  <a:lnTo>
                    <a:pt x="4503567" y="588199"/>
                  </a:lnTo>
                  <a:lnTo>
                    <a:pt x="4503685" y="588199"/>
                  </a:lnTo>
                  <a:lnTo>
                    <a:pt x="4503803" y="588199"/>
                  </a:lnTo>
                  <a:lnTo>
                    <a:pt x="4503920" y="588199"/>
                  </a:lnTo>
                  <a:lnTo>
                    <a:pt x="4504038" y="588199"/>
                  </a:lnTo>
                  <a:lnTo>
                    <a:pt x="4504155" y="588199"/>
                  </a:lnTo>
                  <a:lnTo>
                    <a:pt x="4504273" y="588199"/>
                  </a:lnTo>
                  <a:lnTo>
                    <a:pt x="4504391" y="588199"/>
                  </a:lnTo>
                  <a:lnTo>
                    <a:pt x="4504391" y="587769"/>
                  </a:lnTo>
                  <a:lnTo>
                    <a:pt x="4504508" y="587769"/>
                  </a:lnTo>
                  <a:lnTo>
                    <a:pt x="4504626" y="587769"/>
                  </a:lnTo>
                  <a:lnTo>
                    <a:pt x="4504626" y="587338"/>
                  </a:lnTo>
                  <a:lnTo>
                    <a:pt x="4504743" y="587338"/>
                  </a:lnTo>
                  <a:lnTo>
                    <a:pt x="4504861" y="587338"/>
                  </a:lnTo>
                  <a:lnTo>
                    <a:pt x="4504979" y="587338"/>
                  </a:lnTo>
                  <a:lnTo>
                    <a:pt x="4505096" y="587338"/>
                  </a:lnTo>
                  <a:lnTo>
                    <a:pt x="4505214" y="587338"/>
                  </a:lnTo>
                  <a:lnTo>
                    <a:pt x="4505332" y="587338"/>
                  </a:lnTo>
                  <a:lnTo>
                    <a:pt x="4505449" y="587338"/>
                  </a:lnTo>
                  <a:lnTo>
                    <a:pt x="4505567" y="587338"/>
                  </a:lnTo>
                  <a:lnTo>
                    <a:pt x="4505684" y="587338"/>
                  </a:lnTo>
                  <a:lnTo>
                    <a:pt x="4505802" y="587338"/>
                  </a:lnTo>
                  <a:lnTo>
                    <a:pt x="4505920" y="587338"/>
                  </a:lnTo>
                  <a:lnTo>
                    <a:pt x="4506037" y="587338"/>
                  </a:lnTo>
                  <a:lnTo>
                    <a:pt x="4506155" y="587338"/>
                  </a:lnTo>
                  <a:lnTo>
                    <a:pt x="4506272" y="587338"/>
                  </a:lnTo>
                  <a:lnTo>
                    <a:pt x="4506390" y="587338"/>
                  </a:lnTo>
                  <a:lnTo>
                    <a:pt x="4506508" y="587338"/>
                  </a:lnTo>
                  <a:lnTo>
                    <a:pt x="4506625" y="587338"/>
                  </a:lnTo>
                  <a:lnTo>
                    <a:pt x="4506743" y="587338"/>
                  </a:lnTo>
                  <a:lnTo>
                    <a:pt x="4506861" y="587338"/>
                  </a:lnTo>
                  <a:lnTo>
                    <a:pt x="4506978" y="587338"/>
                  </a:lnTo>
                  <a:lnTo>
                    <a:pt x="4507096" y="587338"/>
                  </a:lnTo>
                  <a:lnTo>
                    <a:pt x="4507213" y="587338"/>
                  </a:lnTo>
                  <a:lnTo>
                    <a:pt x="4507213" y="586907"/>
                  </a:lnTo>
                  <a:lnTo>
                    <a:pt x="4507331" y="586907"/>
                  </a:lnTo>
                  <a:lnTo>
                    <a:pt x="4507449" y="586907"/>
                  </a:lnTo>
                  <a:lnTo>
                    <a:pt x="4507449" y="586477"/>
                  </a:lnTo>
                  <a:lnTo>
                    <a:pt x="4507449" y="586046"/>
                  </a:lnTo>
                  <a:lnTo>
                    <a:pt x="4507566" y="586046"/>
                  </a:lnTo>
                  <a:lnTo>
                    <a:pt x="4507684" y="586046"/>
                  </a:lnTo>
                  <a:lnTo>
                    <a:pt x="4507801" y="586046"/>
                  </a:lnTo>
                  <a:lnTo>
                    <a:pt x="4507919" y="586046"/>
                  </a:lnTo>
                  <a:lnTo>
                    <a:pt x="4508037" y="586046"/>
                  </a:lnTo>
                  <a:lnTo>
                    <a:pt x="4508154" y="586046"/>
                  </a:lnTo>
                  <a:lnTo>
                    <a:pt x="4508272" y="586046"/>
                  </a:lnTo>
                  <a:lnTo>
                    <a:pt x="4508390" y="586046"/>
                  </a:lnTo>
                  <a:lnTo>
                    <a:pt x="4508507" y="586046"/>
                  </a:lnTo>
                  <a:lnTo>
                    <a:pt x="4508625" y="586046"/>
                  </a:lnTo>
                  <a:lnTo>
                    <a:pt x="4508742" y="586046"/>
                  </a:lnTo>
                  <a:lnTo>
                    <a:pt x="4508860" y="586046"/>
                  </a:lnTo>
                  <a:lnTo>
                    <a:pt x="4508978" y="586046"/>
                  </a:lnTo>
                  <a:lnTo>
                    <a:pt x="4508978" y="585616"/>
                  </a:lnTo>
                  <a:lnTo>
                    <a:pt x="4509095" y="585616"/>
                  </a:lnTo>
                  <a:lnTo>
                    <a:pt x="4509213" y="585616"/>
                  </a:lnTo>
                  <a:lnTo>
                    <a:pt x="4509330" y="585616"/>
                  </a:lnTo>
                  <a:lnTo>
                    <a:pt x="4509448" y="585616"/>
                  </a:lnTo>
                  <a:lnTo>
                    <a:pt x="4509566" y="585616"/>
                  </a:lnTo>
                  <a:lnTo>
                    <a:pt x="4509683" y="585616"/>
                  </a:lnTo>
                  <a:lnTo>
                    <a:pt x="4509801" y="585616"/>
                  </a:lnTo>
                  <a:lnTo>
                    <a:pt x="4509918" y="585616"/>
                  </a:lnTo>
                  <a:lnTo>
                    <a:pt x="4509918" y="585185"/>
                  </a:lnTo>
                  <a:lnTo>
                    <a:pt x="4510036" y="585185"/>
                  </a:lnTo>
                  <a:lnTo>
                    <a:pt x="4510154" y="585185"/>
                  </a:lnTo>
                  <a:lnTo>
                    <a:pt x="4510271" y="585185"/>
                  </a:lnTo>
                  <a:lnTo>
                    <a:pt x="4510389" y="585185"/>
                  </a:lnTo>
                  <a:lnTo>
                    <a:pt x="4510507" y="585185"/>
                  </a:lnTo>
                  <a:lnTo>
                    <a:pt x="4510624" y="585185"/>
                  </a:lnTo>
                  <a:lnTo>
                    <a:pt x="4510742" y="585185"/>
                  </a:lnTo>
                  <a:lnTo>
                    <a:pt x="4510859" y="585185"/>
                  </a:lnTo>
                  <a:lnTo>
                    <a:pt x="4510859" y="584754"/>
                  </a:lnTo>
                  <a:lnTo>
                    <a:pt x="4510977" y="584754"/>
                  </a:lnTo>
                  <a:lnTo>
                    <a:pt x="4511095" y="584754"/>
                  </a:lnTo>
                  <a:lnTo>
                    <a:pt x="4511212" y="584754"/>
                  </a:lnTo>
                  <a:lnTo>
                    <a:pt x="4511330" y="584754"/>
                  </a:lnTo>
                  <a:lnTo>
                    <a:pt x="4511447" y="584754"/>
                  </a:lnTo>
                  <a:lnTo>
                    <a:pt x="4511447" y="584324"/>
                  </a:lnTo>
                  <a:lnTo>
                    <a:pt x="4511565" y="584324"/>
                  </a:lnTo>
                  <a:lnTo>
                    <a:pt x="4511683" y="584324"/>
                  </a:lnTo>
                  <a:lnTo>
                    <a:pt x="4511800" y="584324"/>
                  </a:lnTo>
                  <a:lnTo>
                    <a:pt x="4511918" y="584324"/>
                  </a:lnTo>
                  <a:lnTo>
                    <a:pt x="4511918" y="583893"/>
                  </a:lnTo>
                  <a:lnTo>
                    <a:pt x="4512036" y="583893"/>
                  </a:lnTo>
                  <a:lnTo>
                    <a:pt x="4512153" y="583893"/>
                  </a:lnTo>
                  <a:lnTo>
                    <a:pt x="4512271" y="583893"/>
                  </a:lnTo>
                  <a:lnTo>
                    <a:pt x="4512271" y="583463"/>
                  </a:lnTo>
                  <a:lnTo>
                    <a:pt x="4512388" y="583463"/>
                  </a:lnTo>
                  <a:lnTo>
                    <a:pt x="4512506" y="583463"/>
                  </a:lnTo>
                  <a:lnTo>
                    <a:pt x="4512624" y="583463"/>
                  </a:lnTo>
                  <a:lnTo>
                    <a:pt x="4512741" y="583463"/>
                  </a:lnTo>
                  <a:lnTo>
                    <a:pt x="4512859" y="583463"/>
                  </a:lnTo>
                  <a:lnTo>
                    <a:pt x="4512976" y="583463"/>
                  </a:lnTo>
                  <a:lnTo>
                    <a:pt x="4512976" y="583032"/>
                  </a:lnTo>
                  <a:lnTo>
                    <a:pt x="4513094" y="583032"/>
                  </a:lnTo>
                  <a:lnTo>
                    <a:pt x="4513212" y="583032"/>
                  </a:lnTo>
                  <a:lnTo>
                    <a:pt x="4513329" y="583032"/>
                  </a:lnTo>
                  <a:lnTo>
                    <a:pt x="4513447" y="583032"/>
                  </a:lnTo>
                  <a:lnTo>
                    <a:pt x="4513565" y="583032"/>
                  </a:lnTo>
                  <a:lnTo>
                    <a:pt x="4513682" y="583032"/>
                  </a:lnTo>
                  <a:lnTo>
                    <a:pt x="4513800" y="583032"/>
                  </a:lnTo>
                  <a:lnTo>
                    <a:pt x="4513917" y="583032"/>
                  </a:lnTo>
                  <a:lnTo>
                    <a:pt x="4514035" y="583032"/>
                  </a:lnTo>
                  <a:lnTo>
                    <a:pt x="4514153" y="583032"/>
                  </a:lnTo>
                  <a:lnTo>
                    <a:pt x="4514270" y="583032"/>
                  </a:lnTo>
                  <a:lnTo>
                    <a:pt x="4514270" y="582601"/>
                  </a:lnTo>
                  <a:lnTo>
                    <a:pt x="4514388" y="582601"/>
                  </a:lnTo>
                  <a:lnTo>
                    <a:pt x="4514505" y="582601"/>
                  </a:lnTo>
                  <a:lnTo>
                    <a:pt x="4514623" y="582601"/>
                  </a:lnTo>
                  <a:lnTo>
                    <a:pt x="4514741" y="582601"/>
                  </a:lnTo>
                  <a:lnTo>
                    <a:pt x="4514858" y="582601"/>
                  </a:lnTo>
                  <a:lnTo>
                    <a:pt x="4514976" y="582601"/>
                  </a:lnTo>
                  <a:lnTo>
                    <a:pt x="4515094" y="582601"/>
                  </a:lnTo>
                  <a:lnTo>
                    <a:pt x="4515211" y="582601"/>
                  </a:lnTo>
                  <a:lnTo>
                    <a:pt x="4515329" y="582601"/>
                  </a:lnTo>
                  <a:lnTo>
                    <a:pt x="4515446" y="582601"/>
                  </a:lnTo>
                  <a:lnTo>
                    <a:pt x="4515564" y="582601"/>
                  </a:lnTo>
                  <a:lnTo>
                    <a:pt x="4515682" y="582601"/>
                  </a:lnTo>
                  <a:lnTo>
                    <a:pt x="4515799" y="582601"/>
                  </a:lnTo>
                  <a:lnTo>
                    <a:pt x="4515917" y="582601"/>
                  </a:lnTo>
                  <a:lnTo>
                    <a:pt x="4515917" y="582171"/>
                  </a:lnTo>
                  <a:lnTo>
                    <a:pt x="4515917" y="581740"/>
                  </a:lnTo>
                  <a:lnTo>
                    <a:pt x="4516034" y="581740"/>
                  </a:lnTo>
                  <a:lnTo>
                    <a:pt x="4516034" y="581310"/>
                  </a:lnTo>
                  <a:lnTo>
                    <a:pt x="4516152" y="581310"/>
                  </a:lnTo>
                  <a:lnTo>
                    <a:pt x="4516152" y="580879"/>
                  </a:lnTo>
                  <a:lnTo>
                    <a:pt x="4516270" y="580879"/>
                  </a:lnTo>
                  <a:lnTo>
                    <a:pt x="4516387" y="580879"/>
                  </a:lnTo>
                  <a:lnTo>
                    <a:pt x="4516505" y="580879"/>
                  </a:lnTo>
                  <a:lnTo>
                    <a:pt x="4516623" y="580879"/>
                  </a:lnTo>
                  <a:lnTo>
                    <a:pt x="4516740" y="580879"/>
                  </a:lnTo>
                  <a:lnTo>
                    <a:pt x="4516858" y="580879"/>
                  </a:lnTo>
                  <a:lnTo>
                    <a:pt x="4516975" y="580879"/>
                  </a:lnTo>
                  <a:lnTo>
                    <a:pt x="4517093" y="580879"/>
                  </a:lnTo>
                  <a:lnTo>
                    <a:pt x="4517211" y="580879"/>
                  </a:lnTo>
                  <a:lnTo>
                    <a:pt x="4517328" y="580879"/>
                  </a:lnTo>
                  <a:lnTo>
                    <a:pt x="4517446" y="580879"/>
                  </a:lnTo>
                  <a:lnTo>
                    <a:pt x="4517563" y="580879"/>
                  </a:lnTo>
                  <a:lnTo>
                    <a:pt x="4517563" y="580448"/>
                  </a:lnTo>
                  <a:lnTo>
                    <a:pt x="4517681" y="580448"/>
                  </a:lnTo>
                  <a:lnTo>
                    <a:pt x="4517799" y="580448"/>
                  </a:lnTo>
                  <a:lnTo>
                    <a:pt x="4517916" y="580448"/>
                  </a:lnTo>
                  <a:lnTo>
                    <a:pt x="4518034" y="580448"/>
                  </a:lnTo>
                  <a:lnTo>
                    <a:pt x="4518151" y="580448"/>
                  </a:lnTo>
                  <a:lnTo>
                    <a:pt x="4518269" y="580448"/>
                  </a:lnTo>
                  <a:lnTo>
                    <a:pt x="4518387" y="580448"/>
                  </a:lnTo>
                  <a:lnTo>
                    <a:pt x="4518504" y="580448"/>
                  </a:lnTo>
                  <a:lnTo>
                    <a:pt x="4518622" y="580448"/>
                  </a:lnTo>
                  <a:lnTo>
                    <a:pt x="4518740" y="580448"/>
                  </a:lnTo>
                  <a:lnTo>
                    <a:pt x="4518857" y="580448"/>
                  </a:lnTo>
                  <a:lnTo>
                    <a:pt x="4518975" y="580448"/>
                  </a:lnTo>
                  <a:lnTo>
                    <a:pt x="4519092" y="580448"/>
                  </a:lnTo>
                  <a:lnTo>
                    <a:pt x="4519210" y="580448"/>
                  </a:lnTo>
                  <a:lnTo>
                    <a:pt x="4519328" y="580448"/>
                  </a:lnTo>
                  <a:lnTo>
                    <a:pt x="4519445" y="580448"/>
                  </a:lnTo>
                  <a:lnTo>
                    <a:pt x="4519563" y="580448"/>
                  </a:lnTo>
                  <a:lnTo>
                    <a:pt x="4519680" y="580448"/>
                  </a:lnTo>
                  <a:lnTo>
                    <a:pt x="4519680" y="580018"/>
                  </a:lnTo>
                  <a:lnTo>
                    <a:pt x="4519798" y="580018"/>
                  </a:lnTo>
                  <a:lnTo>
                    <a:pt x="4519916" y="580018"/>
                  </a:lnTo>
                  <a:lnTo>
                    <a:pt x="4519916" y="579587"/>
                  </a:lnTo>
                  <a:lnTo>
                    <a:pt x="4520033" y="579587"/>
                  </a:lnTo>
                  <a:lnTo>
                    <a:pt x="4520033" y="579157"/>
                  </a:lnTo>
                  <a:lnTo>
                    <a:pt x="4520151" y="579157"/>
                  </a:lnTo>
                  <a:lnTo>
                    <a:pt x="4520269" y="579157"/>
                  </a:lnTo>
                  <a:lnTo>
                    <a:pt x="4520386" y="579157"/>
                  </a:lnTo>
                  <a:lnTo>
                    <a:pt x="4520386" y="578726"/>
                  </a:lnTo>
                  <a:lnTo>
                    <a:pt x="4520504" y="578726"/>
                  </a:lnTo>
                  <a:lnTo>
                    <a:pt x="4520621" y="578726"/>
                  </a:lnTo>
                  <a:lnTo>
                    <a:pt x="4520739" y="578726"/>
                  </a:lnTo>
                  <a:lnTo>
                    <a:pt x="4520739" y="578295"/>
                  </a:lnTo>
                  <a:lnTo>
                    <a:pt x="4520857" y="578295"/>
                  </a:lnTo>
                  <a:lnTo>
                    <a:pt x="4520974" y="578295"/>
                  </a:lnTo>
                  <a:lnTo>
                    <a:pt x="4521092" y="578295"/>
                  </a:lnTo>
                  <a:lnTo>
                    <a:pt x="4521209" y="578295"/>
                  </a:lnTo>
                  <a:lnTo>
                    <a:pt x="4521327" y="578295"/>
                  </a:lnTo>
                  <a:lnTo>
                    <a:pt x="4521445" y="578295"/>
                  </a:lnTo>
                  <a:lnTo>
                    <a:pt x="4521562" y="578295"/>
                  </a:lnTo>
                  <a:lnTo>
                    <a:pt x="4521680" y="578295"/>
                  </a:lnTo>
                  <a:lnTo>
                    <a:pt x="4521798" y="578295"/>
                  </a:lnTo>
                  <a:lnTo>
                    <a:pt x="4521915" y="578295"/>
                  </a:lnTo>
                  <a:lnTo>
                    <a:pt x="4522033" y="578295"/>
                  </a:lnTo>
                  <a:lnTo>
                    <a:pt x="4522150" y="578295"/>
                  </a:lnTo>
                  <a:lnTo>
                    <a:pt x="4522150" y="577865"/>
                  </a:lnTo>
                  <a:lnTo>
                    <a:pt x="4522268" y="577865"/>
                  </a:lnTo>
                  <a:lnTo>
                    <a:pt x="4522386" y="577865"/>
                  </a:lnTo>
                  <a:lnTo>
                    <a:pt x="4522503" y="577865"/>
                  </a:lnTo>
                  <a:lnTo>
                    <a:pt x="4522503" y="577434"/>
                  </a:lnTo>
                  <a:lnTo>
                    <a:pt x="4522621" y="577434"/>
                  </a:lnTo>
                  <a:lnTo>
                    <a:pt x="4522738" y="577434"/>
                  </a:lnTo>
                  <a:lnTo>
                    <a:pt x="4522856" y="577434"/>
                  </a:lnTo>
                  <a:lnTo>
                    <a:pt x="4522974" y="577434"/>
                  </a:lnTo>
                  <a:lnTo>
                    <a:pt x="4523091" y="577434"/>
                  </a:lnTo>
                  <a:lnTo>
                    <a:pt x="4523209" y="577434"/>
                  </a:lnTo>
                  <a:lnTo>
                    <a:pt x="4523327" y="577434"/>
                  </a:lnTo>
                  <a:lnTo>
                    <a:pt x="4523444" y="577434"/>
                  </a:lnTo>
                  <a:lnTo>
                    <a:pt x="4523562" y="577434"/>
                  </a:lnTo>
                  <a:lnTo>
                    <a:pt x="4523679" y="577434"/>
                  </a:lnTo>
                  <a:lnTo>
                    <a:pt x="4523797" y="577434"/>
                  </a:lnTo>
                  <a:lnTo>
                    <a:pt x="4523915" y="577434"/>
                  </a:lnTo>
                  <a:lnTo>
                    <a:pt x="4524032" y="577434"/>
                  </a:lnTo>
                  <a:lnTo>
                    <a:pt x="4524150" y="577434"/>
                  </a:lnTo>
                  <a:lnTo>
                    <a:pt x="4524267" y="577434"/>
                  </a:lnTo>
                  <a:lnTo>
                    <a:pt x="4524385" y="577434"/>
                  </a:lnTo>
                  <a:lnTo>
                    <a:pt x="4524503" y="577434"/>
                  </a:lnTo>
                  <a:lnTo>
                    <a:pt x="4524620" y="577434"/>
                  </a:lnTo>
                  <a:lnTo>
                    <a:pt x="4524738" y="577434"/>
                  </a:lnTo>
                  <a:lnTo>
                    <a:pt x="4524855" y="577434"/>
                  </a:lnTo>
                  <a:lnTo>
                    <a:pt x="4524973" y="577434"/>
                  </a:lnTo>
                  <a:lnTo>
                    <a:pt x="4525091" y="577434"/>
                  </a:lnTo>
                  <a:lnTo>
                    <a:pt x="4525208" y="577434"/>
                  </a:lnTo>
                  <a:lnTo>
                    <a:pt x="4525326" y="577434"/>
                  </a:lnTo>
                  <a:lnTo>
                    <a:pt x="4525326" y="577004"/>
                  </a:lnTo>
                  <a:lnTo>
                    <a:pt x="4525444" y="577004"/>
                  </a:lnTo>
                  <a:lnTo>
                    <a:pt x="4525561" y="577004"/>
                  </a:lnTo>
                  <a:lnTo>
                    <a:pt x="4525679" y="577004"/>
                  </a:lnTo>
                  <a:lnTo>
                    <a:pt x="4525796" y="577004"/>
                  </a:lnTo>
                  <a:lnTo>
                    <a:pt x="4525914" y="577004"/>
                  </a:lnTo>
                  <a:lnTo>
                    <a:pt x="4526032" y="577004"/>
                  </a:lnTo>
                  <a:lnTo>
                    <a:pt x="4526149" y="577004"/>
                  </a:lnTo>
                  <a:lnTo>
                    <a:pt x="4526149" y="576573"/>
                  </a:lnTo>
                  <a:lnTo>
                    <a:pt x="4526267" y="576573"/>
                  </a:lnTo>
                  <a:lnTo>
                    <a:pt x="4526384" y="576573"/>
                  </a:lnTo>
                  <a:lnTo>
                    <a:pt x="4526502" y="576573"/>
                  </a:lnTo>
                  <a:lnTo>
                    <a:pt x="4526620" y="576573"/>
                  </a:lnTo>
                  <a:lnTo>
                    <a:pt x="4526737" y="576573"/>
                  </a:lnTo>
                  <a:lnTo>
                    <a:pt x="4526737" y="576142"/>
                  </a:lnTo>
                  <a:lnTo>
                    <a:pt x="4526855" y="576142"/>
                  </a:lnTo>
                  <a:lnTo>
                    <a:pt x="4526973" y="576142"/>
                  </a:lnTo>
                  <a:lnTo>
                    <a:pt x="4527090" y="576142"/>
                  </a:lnTo>
                  <a:lnTo>
                    <a:pt x="4527208" y="576142"/>
                  </a:lnTo>
                  <a:lnTo>
                    <a:pt x="4527325" y="576142"/>
                  </a:lnTo>
                  <a:lnTo>
                    <a:pt x="4527443" y="576142"/>
                  </a:lnTo>
                  <a:lnTo>
                    <a:pt x="4527561" y="576142"/>
                  </a:lnTo>
                  <a:lnTo>
                    <a:pt x="4527678" y="576142"/>
                  </a:lnTo>
                  <a:lnTo>
                    <a:pt x="4527796" y="576142"/>
                  </a:lnTo>
                  <a:lnTo>
                    <a:pt x="4527913" y="576142"/>
                  </a:lnTo>
                  <a:lnTo>
                    <a:pt x="4527913" y="575712"/>
                  </a:lnTo>
                  <a:lnTo>
                    <a:pt x="4528031" y="575712"/>
                  </a:lnTo>
                  <a:lnTo>
                    <a:pt x="4528149" y="575712"/>
                  </a:lnTo>
                  <a:lnTo>
                    <a:pt x="4528266" y="575712"/>
                  </a:lnTo>
                  <a:lnTo>
                    <a:pt x="4528384" y="575712"/>
                  </a:lnTo>
                  <a:lnTo>
                    <a:pt x="4528502" y="575712"/>
                  </a:lnTo>
                  <a:lnTo>
                    <a:pt x="4528619" y="575712"/>
                  </a:lnTo>
                  <a:lnTo>
                    <a:pt x="4528737" y="575712"/>
                  </a:lnTo>
                  <a:lnTo>
                    <a:pt x="4528854" y="575712"/>
                  </a:lnTo>
                  <a:lnTo>
                    <a:pt x="4528854" y="575281"/>
                  </a:lnTo>
                  <a:lnTo>
                    <a:pt x="4528972" y="575281"/>
                  </a:lnTo>
                  <a:lnTo>
                    <a:pt x="4529090" y="575281"/>
                  </a:lnTo>
                  <a:lnTo>
                    <a:pt x="4529207" y="575281"/>
                  </a:lnTo>
                  <a:lnTo>
                    <a:pt x="4529325" y="575281"/>
                  </a:lnTo>
                  <a:lnTo>
                    <a:pt x="4529442" y="575281"/>
                  </a:lnTo>
                  <a:lnTo>
                    <a:pt x="4529560" y="575281"/>
                  </a:lnTo>
                  <a:lnTo>
                    <a:pt x="4529678" y="575281"/>
                  </a:lnTo>
                  <a:lnTo>
                    <a:pt x="4529795" y="575281"/>
                  </a:lnTo>
                  <a:lnTo>
                    <a:pt x="4529913" y="575281"/>
                  </a:lnTo>
                  <a:lnTo>
                    <a:pt x="4530031" y="575281"/>
                  </a:lnTo>
                  <a:lnTo>
                    <a:pt x="4530148" y="575281"/>
                  </a:lnTo>
                  <a:lnTo>
                    <a:pt x="4530266" y="575281"/>
                  </a:lnTo>
                  <a:lnTo>
                    <a:pt x="4530383" y="575281"/>
                  </a:lnTo>
                  <a:lnTo>
                    <a:pt x="4530383" y="574851"/>
                  </a:lnTo>
                  <a:lnTo>
                    <a:pt x="4530501" y="574851"/>
                  </a:lnTo>
                  <a:lnTo>
                    <a:pt x="4530501" y="574420"/>
                  </a:lnTo>
                  <a:lnTo>
                    <a:pt x="4530619" y="574420"/>
                  </a:lnTo>
                  <a:lnTo>
                    <a:pt x="4530736" y="574420"/>
                  </a:lnTo>
                  <a:lnTo>
                    <a:pt x="4530854" y="574420"/>
                  </a:lnTo>
                  <a:lnTo>
                    <a:pt x="4530971" y="574420"/>
                  </a:lnTo>
                  <a:lnTo>
                    <a:pt x="4531089" y="574420"/>
                  </a:lnTo>
                  <a:lnTo>
                    <a:pt x="4531207" y="574420"/>
                  </a:lnTo>
                  <a:lnTo>
                    <a:pt x="4531324" y="574420"/>
                  </a:lnTo>
                  <a:lnTo>
                    <a:pt x="4531442" y="574420"/>
                  </a:lnTo>
                  <a:lnTo>
                    <a:pt x="4531560" y="574420"/>
                  </a:lnTo>
                  <a:lnTo>
                    <a:pt x="4531677" y="574420"/>
                  </a:lnTo>
                  <a:lnTo>
                    <a:pt x="4531795" y="574420"/>
                  </a:lnTo>
                  <a:lnTo>
                    <a:pt x="4531795" y="573989"/>
                  </a:lnTo>
                  <a:lnTo>
                    <a:pt x="4531912" y="573989"/>
                  </a:lnTo>
                  <a:lnTo>
                    <a:pt x="4532030" y="573989"/>
                  </a:lnTo>
                  <a:lnTo>
                    <a:pt x="4532030" y="573559"/>
                  </a:lnTo>
                  <a:lnTo>
                    <a:pt x="4532148" y="573559"/>
                  </a:lnTo>
                  <a:lnTo>
                    <a:pt x="4532265" y="573559"/>
                  </a:lnTo>
                  <a:lnTo>
                    <a:pt x="4532383" y="573559"/>
                  </a:lnTo>
                  <a:lnTo>
                    <a:pt x="4532500" y="573559"/>
                  </a:lnTo>
                  <a:lnTo>
                    <a:pt x="4532618" y="573559"/>
                  </a:lnTo>
                  <a:lnTo>
                    <a:pt x="4532736" y="573559"/>
                  </a:lnTo>
                  <a:lnTo>
                    <a:pt x="4532853" y="573559"/>
                  </a:lnTo>
                  <a:lnTo>
                    <a:pt x="4532971" y="573559"/>
                  </a:lnTo>
                  <a:lnTo>
                    <a:pt x="4533088" y="573559"/>
                  </a:lnTo>
                  <a:lnTo>
                    <a:pt x="4533206" y="573559"/>
                  </a:lnTo>
                  <a:lnTo>
                    <a:pt x="4533324" y="573559"/>
                  </a:lnTo>
                  <a:lnTo>
                    <a:pt x="4533441" y="573559"/>
                  </a:lnTo>
                  <a:lnTo>
                    <a:pt x="4533559" y="573559"/>
                  </a:lnTo>
                  <a:lnTo>
                    <a:pt x="4533677" y="573559"/>
                  </a:lnTo>
                  <a:lnTo>
                    <a:pt x="4533794" y="573559"/>
                  </a:lnTo>
                  <a:lnTo>
                    <a:pt x="4533912" y="573559"/>
                  </a:lnTo>
                  <a:lnTo>
                    <a:pt x="4534029" y="573559"/>
                  </a:lnTo>
                  <a:lnTo>
                    <a:pt x="4534147" y="573559"/>
                  </a:lnTo>
                  <a:lnTo>
                    <a:pt x="4534265" y="573559"/>
                  </a:lnTo>
                  <a:lnTo>
                    <a:pt x="4534382" y="573559"/>
                  </a:lnTo>
                  <a:lnTo>
                    <a:pt x="4534500" y="573559"/>
                  </a:lnTo>
                  <a:lnTo>
                    <a:pt x="4534500" y="573128"/>
                  </a:lnTo>
                  <a:lnTo>
                    <a:pt x="4534617" y="573128"/>
                  </a:lnTo>
                  <a:lnTo>
                    <a:pt x="4534735" y="573128"/>
                  </a:lnTo>
                  <a:lnTo>
                    <a:pt x="4534853" y="573128"/>
                  </a:lnTo>
                  <a:lnTo>
                    <a:pt x="4534853" y="572698"/>
                  </a:lnTo>
                  <a:lnTo>
                    <a:pt x="4534970" y="572698"/>
                  </a:lnTo>
                  <a:lnTo>
                    <a:pt x="4535088" y="572698"/>
                  </a:lnTo>
                  <a:lnTo>
                    <a:pt x="4535206" y="572698"/>
                  </a:lnTo>
                  <a:lnTo>
                    <a:pt x="4535206" y="572267"/>
                  </a:lnTo>
                  <a:lnTo>
                    <a:pt x="4535323" y="572267"/>
                  </a:lnTo>
                  <a:lnTo>
                    <a:pt x="4535441" y="572267"/>
                  </a:lnTo>
                  <a:lnTo>
                    <a:pt x="4535558" y="572267"/>
                  </a:lnTo>
                  <a:lnTo>
                    <a:pt x="4535676" y="572267"/>
                  </a:lnTo>
                  <a:lnTo>
                    <a:pt x="4535794" y="572267"/>
                  </a:lnTo>
                  <a:lnTo>
                    <a:pt x="4535911" y="572267"/>
                  </a:lnTo>
                  <a:lnTo>
                    <a:pt x="4536029" y="572267"/>
                  </a:lnTo>
                  <a:lnTo>
                    <a:pt x="4536146" y="572267"/>
                  </a:lnTo>
                  <a:lnTo>
                    <a:pt x="4536264" y="572267"/>
                  </a:lnTo>
                  <a:lnTo>
                    <a:pt x="4536382" y="572267"/>
                  </a:lnTo>
                  <a:lnTo>
                    <a:pt x="4536382" y="571836"/>
                  </a:lnTo>
                  <a:lnTo>
                    <a:pt x="4536499" y="571836"/>
                  </a:lnTo>
                  <a:lnTo>
                    <a:pt x="4536617" y="571836"/>
                  </a:lnTo>
                  <a:lnTo>
                    <a:pt x="4536735" y="571836"/>
                  </a:lnTo>
                  <a:lnTo>
                    <a:pt x="4536852" y="571836"/>
                  </a:lnTo>
                  <a:lnTo>
                    <a:pt x="4536970" y="571836"/>
                  </a:lnTo>
                  <a:lnTo>
                    <a:pt x="4537087" y="571836"/>
                  </a:lnTo>
                  <a:lnTo>
                    <a:pt x="4537087" y="571406"/>
                  </a:lnTo>
                  <a:lnTo>
                    <a:pt x="4537205" y="571406"/>
                  </a:lnTo>
                  <a:lnTo>
                    <a:pt x="4537323" y="571406"/>
                  </a:lnTo>
                  <a:lnTo>
                    <a:pt x="4537440" y="571406"/>
                  </a:lnTo>
                  <a:lnTo>
                    <a:pt x="4537558" y="571406"/>
                  </a:lnTo>
                  <a:lnTo>
                    <a:pt x="4537675" y="571406"/>
                  </a:lnTo>
                  <a:lnTo>
                    <a:pt x="4537793" y="571406"/>
                  </a:lnTo>
                  <a:lnTo>
                    <a:pt x="4537911" y="571406"/>
                  </a:lnTo>
                  <a:lnTo>
                    <a:pt x="4538028" y="571406"/>
                  </a:lnTo>
                  <a:lnTo>
                    <a:pt x="4538146" y="571406"/>
                  </a:lnTo>
                  <a:lnTo>
                    <a:pt x="4538264" y="571406"/>
                  </a:lnTo>
                  <a:lnTo>
                    <a:pt x="4538381" y="571406"/>
                  </a:lnTo>
                  <a:lnTo>
                    <a:pt x="4538499" y="571406"/>
                  </a:lnTo>
                  <a:lnTo>
                    <a:pt x="4538616" y="571406"/>
                  </a:lnTo>
                  <a:lnTo>
                    <a:pt x="4538734" y="571406"/>
                  </a:lnTo>
                  <a:lnTo>
                    <a:pt x="4538852" y="571406"/>
                  </a:lnTo>
                  <a:lnTo>
                    <a:pt x="4538969" y="571406"/>
                  </a:lnTo>
                  <a:lnTo>
                    <a:pt x="4539087" y="571406"/>
                  </a:lnTo>
                  <a:lnTo>
                    <a:pt x="4539204" y="571406"/>
                  </a:lnTo>
                  <a:lnTo>
                    <a:pt x="4539322" y="571406"/>
                  </a:lnTo>
                  <a:lnTo>
                    <a:pt x="4539440" y="571406"/>
                  </a:lnTo>
                  <a:lnTo>
                    <a:pt x="4539557" y="571406"/>
                  </a:lnTo>
                  <a:lnTo>
                    <a:pt x="4539675" y="571406"/>
                  </a:lnTo>
                  <a:lnTo>
                    <a:pt x="4539675" y="570975"/>
                  </a:lnTo>
                  <a:lnTo>
                    <a:pt x="4539793" y="570975"/>
                  </a:lnTo>
                  <a:lnTo>
                    <a:pt x="4539910" y="570975"/>
                  </a:lnTo>
                  <a:lnTo>
                    <a:pt x="4540028" y="570975"/>
                  </a:lnTo>
                  <a:lnTo>
                    <a:pt x="4540145" y="570975"/>
                  </a:lnTo>
                  <a:lnTo>
                    <a:pt x="4540263" y="570975"/>
                  </a:lnTo>
                  <a:lnTo>
                    <a:pt x="4540381" y="570975"/>
                  </a:lnTo>
                  <a:lnTo>
                    <a:pt x="4540498" y="570975"/>
                  </a:lnTo>
                  <a:lnTo>
                    <a:pt x="4540616" y="570975"/>
                  </a:lnTo>
                  <a:lnTo>
                    <a:pt x="4540733" y="570975"/>
                  </a:lnTo>
                  <a:lnTo>
                    <a:pt x="4540851" y="570975"/>
                  </a:lnTo>
                  <a:lnTo>
                    <a:pt x="4540969" y="570975"/>
                  </a:lnTo>
                  <a:lnTo>
                    <a:pt x="4541086" y="570975"/>
                  </a:lnTo>
                  <a:lnTo>
                    <a:pt x="4541086" y="570545"/>
                  </a:lnTo>
                  <a:lnTo>
                    <a:pt x="4541204" y="570545"/>
                  </a:lnTo>
                  <a:lnTo>
                    <a:pt x="4541321" y="570545"/>
                  </a:lnTo>
                  <a:lnTo>
                    <a:pt x="4541439" y="570545"/>
                  </a:lnTo>
                  <a:lnTo>
                    <a:pt x="4541557" y="570545"/>
                  </a:lnTo>
                  <a:lnTo>
                    <a:pt x="4541674" y="570545"/>
                  </a:lnTo>
                  <a:lnTo>
                    <a:pt x="4541792" y="570545"/>
                  </a:lnTo>
                  <a:lnTo>
                    <a:pt x="4541910" y="570545"/>
                  </a:lnTo>
                  <a:lnTo>
                    <a:pt x="4542027" y="570545"/>
                  </a:lnTo>
                  <a:lnTo>
                    <a:pt x="4542145" y="570545"/>
                  </a:lnTo>
                  <a:lnTo>
                    <a:pt x="4542262" y="570545"/>
                  </a:lnTo>
                  <a:lnTo>
                    <a:pt x="4542380" y="570545"/>
                  </a:lnTo>
                  <a:lnTo>
                    <a:pt x="4542498" y="570545"/>
                  </a:lnTo>
                  <a:lnTo>
                    <a:pt x="4542615" y="570545"/>
                  </a:lnTo>
                  <a:lnTo>
                    <a:pt x="4542733" y="570545"/>
                  </a:lnTo>
                  <a:lnTo>
                    <a:pt x="4542850" y="570545"/>
                  </a:lnTo>
                  <a:lnTo>
                    <a:pt x="4542968" y="570545"/>
                  </a:lnTo>
                  <a:lnTo>
                    <a:pt x="4543086" y="570545"/>
                  </a:lnTo>
                  <a:lnTo>
                    <a:pt x="4543203" y="570545"/>
                  </a:lnTo>
                  <a:lnTo>
                    <a:pt x="4543203" y="570114"/>
                  </a:lnTo>
                  <a:lnTo>
                    <a:pt x="4543321" y="570114"/>
                  </a:lnTo>
                  <a:lnTo>
                    <a:pt x="4543439" y="570114"/>
                  </a:lnTo>
                  <a:lnTo>
                    <a:pt x="4543556" y="570114"/>
                  </a:lnTo>
                  <a:lnTo>
                    <a:pt x="4543556" y="569683"/>
                  </a:lnTo>
                  <a:lnTo>
                    <a:pt x="4543674" y="569683"/>
                  </a:lnTo>
                  <a:lnTo>
                    <a:pt x="4543791" y="569683"/>
                  </a:lnTo>
                  <a:lnTo>
                    <a:pt x="4543909" y="569683"/>
                  </a:lnTo>
                  <a:lnTo>
                    <a:pt x="4544027" y="569683"/>
                  </a:lnTo>
                  <a:lnTo>
                    <a:pt x="4544144" y="569683"/>
                  </a:lnTo>
                  <a:lnTo>
                    <a:pt x="4544144" y="569253"/>
                  </a:lnTo>
                  <a:lnTo>
                    <a:pt x="4544262" y="569253"/>
                  </a:lnTo>
                  <a:lnTo>
                    <a:pt x="4544379" y="569253"/>
                  </a:lnTo>
                  <a:lnTo>
                    <a:pt x="4544497" y="569253"/>
                  </a:lnTo>
                  <a:lnTo>
                    <a:pt x="4544497" y="568822"/>
                  </a:lnTo>
                  <a:lnTo>
                    <a:pt x="4544615" y="568822"/>
                  </a:lnTo>
                  <a:lnTo>
                    <a:pt x="4544732" y="568822"/>
                  </a:lnTo>
                  <a:lnTo>
                    <a:pt x="4544850" y="568822"/>
                  </a:lnTo>
                  <a:lnTo>
                    <a:pt x="4544968" y="568822"/>
                  </a:lnTo>
                  <a:lnTo>
                    <a:pt x="4545085" y="568822"/>
                  </a:lnTo>
                  <a:lnTo>
                    <a:pt x="4545203" y="568822"/>
                  </a:lnTo>
                  <a:lnTo>
                    <a:pt x="4545320" y="568822"/>
                  </a:lnTo>
                  <a:lnTo>
                    <a:pt x="4545320" y="568392"/>
                  </a:lnTo>
                  <a:lnTo>
                    <a:pt x="4545438" y="568392"/>
                  </a:lnTo>
                  <a:lnTo>
                    <a:pt x="4545556" y="568392"/>
                  </a:lnTo>
                  <a:lnTo>
                    <a:pt x="4545673" y="568392"/>
                  </a:lnTo>
                  <a:lnTo>
                    <a:pt x="4545791" y="568392"/>
                  </a:lnTo>
                  <a:lnTo>
                    <a:pt x="4545908" y="568392"/>
                  </a:lnTo>
                  <a:lnTo>
                    <a:pt x="4545908" y="567961"/>
                  </a:lnTo>
                  <a:lnTo>
                    <a:pt x="4546026" y="567961"/>
                  </a:lnTo>
                  <a:lnTo>
                    <a:pt x="4546144" y="567961"/>
                  </a:lnTo>
                  <a:lnTo>
                    <a:pt x="4546261" y="567961"/>
                  </a:lnTo>
                  <a:lnTo>
                    <a:pt x="4546379" y="567961"/>
                  </a:lnTo>
                  <a:lnTo>
                    <a:pt x="4546497" y="567961"/>
                  </a:lnTo>
                  <a:lnTo>
                    <a:pt x="4546614" y="567961"/>
                  </a:lnTo>
                  <a:lnTo>
                    <a:pt x="4546732" y="567961"/>
                  </a:lnTo>
                  <a:lnTo>
                    <a:pt x="4546849" y="567961"/>
                  </a:lnTo>
                  <a:lnTo>
                    <a:pt x="4546967" y="567961"/>
                  </a:lnTo>
                  <a:lnTo>
                    <a:pt x="4547085" y="567961"/>
                  </a:lnTo>
                  <a:lnTo>
                    <a:pt x="4547202" y="567961"/>
                  </a:lnTo>
                  <a:lnTo>
                    <a:pt x="4547320" y="567961"/>
                  </a:lnTo>
                  <a:lnTo>
                    <a:pt x="4547437" y="567961"/>
                  </a:lnTo>
                  <a:lnTo>
                    <a:pt x="4547555" y="567961"/>
                  </a:lnTo>
                  <a:lnTo>
                    <a:pt x="4547673" y="567961"/>
                  </a:lnTo>
                  <a:lnTo>
                    <a:pt x="4547790" y="567961"/>
                  </a:lnTo>
                  <a:lnTo>
                    <a:pt x="4547908" y="567961"/>
                  </a:lnTo>
                  <a:lnTo>
                    <a:pt x="4547908" y="567530"/>
                  </a:lnTo>
                  <a:lnTo>
                    <a:pt x="4548026" y="567530"/>
                  </a:lnTo>
                  <a:lnTo>
                    <a:pt x="4548143" y="567530"/>
                  </a:lnTo>
                  <a:lnTo>
                    <a:pt x="4548261" y="567530"/>
                  </a:lnTo>
                  <a:lnTo>
                    <a:pt x="4548378" y="567530"/>
                  </a:lnTo>
                  <a:lnTo>
                    <a:pt x="4548496" y="567530"/>
                  </a:lnTo>
                  <a:lnTo>
                    <a:pt x="4548614" y="567530"/>
                  </a:lnTo>
                  <a:lnTo>
                    <a:pt x="4548731" y="567530"/>
                  </a:lnTo>
                  <a:lnTo>
                    <a:pt x="4548849" y="567530"/>
                  </a:lnTo>
                  <a:lnTo>
                    <a:pt x="4548966" y="567530"/>
                  </a:lnTo>
                  <a:lnTo>
                    <a:pt x="4549084" y="567530"/>
                  </a:lnTo>
                  <a:lnTo>
                    <a:pt x="4549202" y="567530"/>
                  </a:lnTo>
                  <a:lnTo>
                    <a:pt x="4549319" y="567530"/>
                  </a:lnTo>
                  <a:lnTo>
                    <a:pt x="4549437" y="567530"/>
                  </a:lnTo>
                  <a:lnTo>
                    <a:pt x="4549554" y="567530"/>
                  </a:lnTo>
                  <a:lnTo>
                    <a:pt x="4549672" y="567530"/>
                  </a:lnTo>
                  <a:lnTo>
                    <a:pt x="4549790" y="567530"/>
                  </a:lnTo>
                  <a:lnTo>
                    <a:pt x="4549790" y="567100"/>
                  </a:lnTo>
                  <a:lnTo>
                    <a:pt x="4549907" y="567100"/>
                  </a:lnTo>
                  <a:lnTo>
                    <a:pt x="4550025" y="567100"/>
                  </a:lnTo>
                  <a:lnTo>
                    <a:pt x="4550143" y="567100"/>
                  </a:lnTo>
                  <a:lnTo>
                    <a:pt x="4550260" y="567100"/>
                  </a:lnTo>
                  <a:lnTo>
                    <a:pt x="4550260" y="566669"/>
                  </a:lnTo>
                  <a:lnTo>
                    <a:pt x="4550378" y="566669"/>
                  </a:lnTo>
                  <a:lnTo>
                    <a:pt x="4550495" y="566669"/>
                  </a:lnTo>
                  <a:lnTo>
                    <a:pt x="4550495" y="566239"/>
                  </a:lnTo>
                  <a:lnTo>
                    <a:pt x="4550495" y="565808"/>
                  </a:lnTo>
                  <a:lnTo>
                    <a:pt x="4550613" y="565808"/>
                  </a:lnTo>
                  <a:lnTo>
                    <a:pt x="4550613" y="565377"/>
                  </a:lnTo>
                  <a:lnTo>
                    <a:pt x="4550731" y="565377"/>
                  </a:lnTo>
                  <a:lnTo>
                    <a:pt x="4550848" y="565377"/>
                  </a:lnTo>
                  <a:lnTo>
                    <a:pt x="4550966" y="565377"/>
                  </a:lnTo>
                  <a:lnTo>
                    <a:pt x="4550966" y="564947"/>
                  </a:lnTo>
                  <a:lnTo>
                    <a:pt x="4551083" y="564947"/>
                  </a:lnTo>
                  <a:lnTo>
                    <a:pt x="4551201" y="564947"/>
                  </a:lnTo>
                  <a:lnTo>
                    <a:pt x="4551319" y="564947"/>
                  </a:lnTo>
                  <a:lnTo>
                    <a:pt x="4551436" y="564947"/>
                  </a:lnTo>
                  <a:lnTo>
                    <a:pt x="4551554" y="564947"/>
                  </a:lnTo>
                  <a:lnTo>
                    <a:pt x="4551672" y="564947"/>
                  </a:lnTo>
                  <a:lnTo>
                    <a:pt x="4551672" y="564516"/>
                  </a:lnTo>
                  <a:lnTo>
                    <a:pt x="4551789" y="564516"/>
                  </a:lnTo>
                  <a:lnTo>
                    <a:pt x="4551907" y="564516"/>
                  </a:lnTo>
                  <a:lnTo>
                    <a:pt x="4552024" y="564516"/>
                  </a:lnTo>
                  <a:lnTo>
                    <a:pt x="4552142" y="564516"/>
                  </a:lnTo>
                  <a:lnTo>
                    <a:pt x="4552260" y="564516"/>
                  </a:lnTo>
                  <a:lnTo>
                    <a:pt x="4552377" y="564516"/>
                  </a:lnTo>
                  <a:lnTo>
                    <a:pt x="4552495" y="564516"/>
                  </a:lnTo>
                  <a:lnTo>
                    <a:pt x="4552612" y="564516"/>
                  </a:lnTo>
                  <a:lnTo>
                    <a:pt x="4552730" y="564516"/>
                  </a:lnTo>
                  <a:lnTo>
                    <a:pt x="4552848" y="564516"/>
                  </a:lnTo>
                  <a:lnTo>
                    <a:pt x="4552848" y="564086"/>
                  </a:lnTo>
                  <a:lnTo>
                    <a:pt x="4552965" y="564086"/>
                  </a:lnTo>
                  <a:lnTo>
                    <a:pt x="4553083" y="564086"/>
                  </a:lnTo>
                  <a:lnTo>
                    <a:pt x="4553201" y="564086"/>
                  </a:lnTo>
                  <a:lnTo>
                    <a:pt x="4553318" y="564086"/>
                  </a:lnTo>
                  <a:lnTo>
                    <a:pt x="4553436" y="564086"/>
                  </a:lnTo>
                  <a:lnTo>
                    <a:pt x="4553553" y="564086"/>
                  </a:lnTo>
                  <a:lnTo>
                    <a:pt x="4553671" y="564086"/>
                  </a:lnTo>
                  <a:lnTo>
                    <a:pt x="4553671" y="563655"/>
                  </a:lnTo>
                  <a:lnTo>
                    <a:pt x="4553789" y="563655"/>
                  </a:lnTo>
                  <a:lnTo>
                    <a:pt x="4553906" y="563655"/>
                  </a:lnTo>
                  <a:lnTo>
                    <a:pt x="4554024" y="563655"/>
                  </a:lnTo>
                  <a:lnTo>
                    <a:pt x="4554141" y="563655"/>
                  </a:lnTo>
                  <a:lnTo>
                    <a:pt x="4554259" y="563655"/>
                  </a:lnTo>
                  <a:lnTo>
                    <a:pt x="4554377" y="563655"/>
                  </a:lnTo>
                  <a:lnTo>
                    <a:pt x="4554494" y="563655"/>
                  </a:lnTo>
                  <a:lnTo>
                    <a:pt x="4554612" y="563655"/>
                  </a:lnTo>
                  <a:lnTo>
                    <a:pt x="4554730" y="563655"/>
                  </a:lnTo>
                  <a:lnTo>
                    <a:pt x="4554847" y="563655"/>
                  </a:lnTo>
                  <a:lnTo>
                    <a:pt x="4554847" y="563224"/>
                  </a:lnTo>
                  <a:lnTo>
                    <a:pt x="4554965" y="563224"/>
                  </a:lnTo>
                  <a:lnTo>
                    <a:pt x="4555082" y="563224"/>
                  </a:lnTo>
                  <a:lnTo>
                    <a:pt x="4555200" y="563224"/>
                  </a:lnTo>
                  <a:lnTo>
                    <a:pt x="4555200" y="562794"/>
                  </a:lnTo>
                  <a:lnTo>
                    <a:pt x="4555318" y="562794"/>
                  </a:lnTo>
                  <a:lnTo>
                    <a:pt x="4555435" y="562794"/>
                  </a:lnTo>
                  <a:lnTo>
                    <a:pt x="4555553" y="562794"/>
                  </a:lnTo>
                  <a:lnTo>
                    <a:pt x="4555670" y="562794"/>
                  </a:lnTo>
                  <a:lnTo>
                    <a:pt x="4555788" y="562794"/>
                  </a:lnTo>
                  <a:lnTo>
                    <a:pt x="4555788" y="562363"/>
                  </a:lnTo>
                  <a:lnTo>
                    <a:pt x="4555788" y="561933"/>
                  </a:lnTo>
                  <a:lnTo>
                    <a:pt x="4555906" y="561933"/>
                  </a:lnTo>
                  <a:lnTo>
                    <a:pt x="4556023" y="561933"/>
                  </a:lnTo>
                  <a:lnTo>
                    <a:pt x="4556141" y="561933"/>
                  </a:lnTo>
                  <a:lnTo>
                    <a:pt x="4556259" y="561933"/>
                  </a:lnTo>
                  <a:lnTo>
                    <a:pt x="4556376" y="561933"/>
                  </a:lnTo>
                  <a:lnTo>
                    <a:pt x="4556494" y="561933"/>
                  </a:lnTo>
                  <a:lnTo>
                    <a:pt x="4556611" y="561933"/>
                  </a:lnTo>
                  <a:lnTo>
                    <a:pt x="4556729" y="561933"/>
                  </a:lnTo>
                  <a:lnTo>
                    <a:pt x="4556847" y="561933"/>
                  </a:lnTo>
                  <a:lnTo>
                    <a:pt x="4556847" y="561502"/>
                  </a:lnTo>
                  <a:lnTo>
                    <a:pt x="4556964" y="561502"/>
                  </a:lnTo>
                  <a:lnTo>
                    <a:pt x="4557082" y="561502"/>
                  </a:lnTo>
                  <a:lnTo>
                    <a:pt x="4557199" y="561502"/>
                  </a:lnTo>
                  <a:lnTo>
                    <a:pt x="4557199" y="561071"/>
                  </a:lnTo>
                  <a:lnTo>
                    <a:pt x="4557317" y="561071"/>
                  </a:lnTo>
                  <a:lnTo>
                    <a:pt x="4557435" y="561071"/>
                  </a:lnTo>
                  <a:lnTo>
                    <a:pt x="4557552" y="561071"/>
                  </a:lnTo>
                  <a:lnTo>
                    <a:pt x="4557670" y="561071"/>
                  </a:lnTo>
                  <a:lnTo>
                    <a:pt x="4557787" y="561071"/>
                  </a:lnTo>
                  <a:lnTo>
                    <a:pt x="4557905" y="561071"/>
                  </a:lnTo>
                  <a:lnTo>
                    <a:pt x="4558023" y="561071"/>
                  </a:lnTo>
                  <a:lnTo>
                    <a:pt x="4558140" y="561071"/>
                  </a:lnTo>
                  <a:lnTo>
                    <a:pt x="4558258" y="561071"/>
                  </a:lnTo>
                  <a:lnTo>
                    <a:pt x="4558376" y="561071"/>
                  </a:lnTo>
                  <a:lnTo>
                    <a:pt x="4558493" y="561071"/>
                  </a:lnTo>
                  <a:lnTo>
                    <a:pt x="4558611" y="561071"/>
                  </a:lnTo>
                  <a:lnTo>
                    <a:pt x="4558728" y="561071"/>
                  </a:lnTo>
                  <a:lnTo>
                    <a:pt x="4558846" y="561071"/>
                  </a:lnTo>
                  <a:lnTo>
                    <a:pt x="4558846" y="560641"/>
                  </a:lnTo>
                  <a:lnTo>
                    <a:pt x="4558964" y="560641"/>
                  </a:lnTo>
                  <a:lnTo>
                    <a:pt x="4559081" y="560641"/>
                  </a:lnTo>
                  <a:lnTo>
                    <a:pt x="4559199" y="560641"/>
                  </a:lnTo>
                  <a:lnTo>
                    <a:pt x="4559316" y="560641"/>
                  </a:lnTo>
                  <a:lnTo>
                    <a:pt x="4559434" y="560641"/>
                  </a:lnTo>
                  <a:lnTo>
                    <a:pt x="4559552" y="560641"/>
                  </a:lnTo>
                  <a:lnTo>
                    <a:pt x="4559669" y="560641"/>
                  </a:lnTo>
                  <a:lnTo>
                    <a:pt x="4559787" y="560641"/>
                  </a:lnTo>
                  <a:lnTo>
                    <a:pt x="4559905" y="560641"/>
                  </a:lnTo>
                  <a:lnTo>
                    <a:pt x="4560022" y="560641"/>
                  </a:lnTo>
                  <a:lnTo>
                    <a:pt x="4560140" y="560641"/>
                  </a:lnTo>
                  <a:lnTo>
                    <a:pt x="4560257" y="560641"/>
                  </a:lnTo>
                  <a:lnTo>
                    <a:pt x="4560375" y="560641"/>
                  </a:lnTo>
                  <a:lnTo>
                    <a:pt x="4560493" y="560641"/>
                  </a:lnTo>
                  <a:lnTo>
                    <a:pt x="4560610" y="560641"/>
                  </a:lnTo>
                  <a:lnTo>
                    <a:pt x="4560728" y="560641"/>
                  </a:lnTo>
                  <a:lnTo>
                    <a:pt x="4560845" y="560641"/>
                  </a:lnTo>
                  <a:lnTo>
                    <a:pt x="4560963" y="560641"/>
                  </a:lnTo>
                  <a:lnTo>
                    <a:pt x="4560963" y="560210"/>
                  </a:lnTo>
                  <a:lnTo>
                    <a:pt x="4561081" y="560210"/>
                  </a:lnTo>
                  <a:lnTo>
                    <a:pt x="4561198" y="560210"/>
                  </a:lnTo>
                  <a:lnTo>
                    <a:pt x="4561316" y="560210"/>
                  </a:lnTo>
                  <a:lnTo>
                    <a:pt x="4561434" y="560210"/>
                  </a:lnTo>
                  <a:lnTo>
                    <a:pt x="4561434" y="559780"/>
                  </a:lnTo>
                  <a:lnTo>
                    <a:pt x="4561551" y="559780"/>
                  </a:lnTo>
                  <a:lnTo>
                    <a:pt x="4561669" y="559780"/>
                  </a:lnTo>
                  <a:lnTo>
                    <a:pt x="4561786" y="559780"/>
                  </a:lnTo>
                  <a:lnTo>
                    <a:pt x="4561904" y="559780"/>
                  </a:lnTo>
                  <a:lnTo>
                    <a:pt x="4562022" y="559780"/>
                  </a:lnTo>
                  <a:lnTo>
                    <a:pt x="4562139" y="559780"/>
                  </a:lnTo>
                  <a:lnTo>
                    <a:pt x="4562257" y="559780"/>
                  </a:lnTo>
                  <a:lnTo>
                    <a:pt x="4562374" y="559780"/>
                  </a:lnTo>
                  <a:lnTo>
                    <a:pt x="4562492" y="559780"/>
                  </a:lnTo>
                  <a:lnTo>
                    <a:pt x="4562610" y="559780"/>
                  </a:lnTo>
                  <a:lnTo>
                    <a:pt x="4562727" y="559780"/>
                  </a:lnTo>
                  <a:lnTo>
                    <a:pt x="4562845" y="559780"/>
                  </a:lnTo>
                  <a:lnTo>
                    <a:pt x="4562963" y="559780"/>
                  </a:lnTo>
                  <a:lnTo>
                    <a:pt x="4563080" y="559780"/>
                  </a:lnTo>
                  <a:lnTo>
                    <a:pt x="4563198" y="559780"/>
                  </a:lnTo>
                  <a:lnTo>
                    <a:pt x="4563315" y="559780"/>
                  </a:lnTo>
                  <a:lnTo>
                    <a:pt x="4563433" y="559780"/>
                  </a:lnTo>
                  <a:lnTo>
                    <a:pt x="4563551" y="559780"/>
                  </a:lnTo>
                  <a:lnTo>
                    <a:pt x="4563551" y="559349"/>
                  </a:lnTo>
                  <a:lnTo>
                    <a:pt x="4563668" y="559349"/>
                  </a:lnTo>
                  <a:lnTo>
                    <a:pt x="4563786" y="559349"/>
                  </a:lnTo>
                  <a:lnTo>
                    <a:pt x="4563903" y="559349"/>
                  </a:lnTo>
                  <a:lnTo>
                    <a:pt x="4563903" y="558918"/>
                  </a:lnTo>
                  <a:lnTo>
                    <a:pt x="4564021" y="558918"/>
                  </a:lnTo>
                  <a:lnTo>
                    <a:pt x="4564139" y="558918"/>
                  </a:lnTo>
                  <a:lnTo>
                    <a:pt x="4564256" y="558918"/>
                  </a:lnTo>
                  <a:lnTo>
                    <a:pt x="4564374" y="558918"/>
                  </a:lnTo>
                  <a:lnTo>
                    <a:pt x="4564492" y="558918"/>
                  </a:lnTo>
                  <a:lnTo>
                    <a:pt x="4564609" y="558918"/>
                  </a:lnTo>
                  <a:lnTo>
                    <a:pt x="4564727" y="558918"/>
                  </a:lnTo>
                  <a:lnTo>
                    <a:pt x="4564844" y="558918"/>
                  </a:lnTo>
                  <a:lnTo>
                    <a:pt x="4564962" y="558918"/>
                  </a:lnTo>
                  <a:lnTo>
                    <a:pt x="4565080" y="558918"/>
                  </a:lnTo>
                  <a:lnTo>
                    <a:pt x="4565197" y="558918"/>
                  </a:lnTo>
                  <a:lnTo>
                    <a:pt x="4565315" y="558918"/>
                  </a:lnTo>
                  <a:lnTo>
                    <a:pt x="4565315" y="558488"/>
                  </a:lnTo>
                  <a:lnTo>
                    <a:pt x="4565432" y="558488"/>
                  </a:lnTo>
                  <a:lnTo>
                    <a:pt x="4565550" y="558488"/>
                  </a:lnTo>
                  <a:lnTo>
                    <a:pt x="4565668" y="558488"/>
                  </a:lnTo>
                  <a:lnTo>
                    <a:pt x="4565785" y="558488"/>
                  </a:lnTo>
                  <a:lnTo>
                    <a:pt x="4565903" y="558488"/>
                  </a:lnTo>
                  <a:lnTo>
                    <a:pt x="4566020" y="558488"/>
                  </a:lnTo>
                  <a:lnTo>
                    <a:pt x="4566138" y="558488"/>
                  </a:lnTo>
                  <a:lnTo>
                    <a:pt x="4566256" y="558488"/>
                  </a:lnTo>
                  <a:lnTo>
                    <a:pt x="4566373" y="558488"/>
                  </a:lnTo>
                  <a:lnTo>
                    <a:pt x="4566491" y="558488"/>
                  </a:lnTo>
                  <a:lnTo>
                    <a:pt x="4566609" y="558488"/>
                  </a:lnTo>
                  <a:lnTo>
                    <a:pt x="4566609" y="558057"/>
                  </a:lnTo>
                  <a:lnTo>
                    <a:pt x="4566726" y="558057"/>
                  </a:lnTo>
                  <a:lnTo>
                    <a:pt x="4566844" y="558057"/>
                  </a:lnTo>
                  <a:lnTo>
                    <a:pt x="4566961" y="558057"/>
                  </a:lnTo>
                  <a:lnTo>
                    <a:pt x="4567079" y="558057"/>
                  </a:lnTo>
                  <a:lnTo>
                    <a:pt x="4567197" y="558057"/>
                  </a:lnTo>
                  <a:lnTo>
                    <a:pt x="4567197" y="557627"/>
                  </a:lnTo>
                  <a:lnTo>
                    <a:pt x="4567314" y="557627"/>
                  </a:lnTo>
                  <a:lnTo>
                    <a:pt x="4567432" y="557627"/>
                  </a:lnTo>
                  <a:lnTo>
                    <a:pt x="4567549" y="557627"/>
                  </a:lnTo>
                  <a:lnTo>
                    <a:pt x="4567667" y="557627"/>
                  </a:lnTo>
                  <a:lnTo>
                    <a:pt x="4567667" y="557196"/>
                  </a:lnTo>
                  <a:lnTo>
                    <a:pt x="4567785" y="557196"/>
                  </a:lnTo>
                  <a:lnTo>
                    <a:pt x="4567902" y="557196"/>
                  </a:lnTo>
                  <a:lnTo>
                    <a:pt x="4568020" y="557196"/>
                  </a:lnTo>
                  <a:lnTo>
                    <a:pt x="4568138" y="557196"/>
                  </a:lnTo>
                  <a:lnTo>
                    <a:pt x="4568255" y="557196"/>
                  </a:lnTo>
                  <a:lnTo>
                    <a:pt x="4568373" y="557196"/>
                  </a:lnTo>
                  <a:lnTo>
                    <a:pt x="4568490" y="557196"/>
                  </a:lnTo>
                  <a:lnTo>
                    <a:pt x="4568608" y="557196"/>
                  </a:lnTo>
                  <a:lnTo>
                    <a:pt x="4568608" y="556765"/>
                  </a:lnTo>
                  <a:lnTo>
                    <a:pt x="4568726" y="556765"/>
                  </a:lnTo>
                  <a:lnTo>
                    <a:pt x="4568843" y="556765"/>
                  </a:lnTo>
                  <a:lnTo>
                    <a:pt x="4568961" y="556765"/>
                  </a:lnTo>
                  <a:lnTo>
                    <a:pt x="4569078" y="556765"/>
                  </a:lnTo>
                  <a:lnTo>
                    <a:pt x="4569196" y="556765"/>
                  </a:lnTo>
                  <a:lnTo>
                    <a:pt x="4569314" y="556765"/>
                  </a:lnTo>
                  <a:lnTo>
                    <a:pt x="4569431" y="556765"/>
                  </a:lnTo>
                  <a:lnTo>
                    <a:pt x="4569549" y="556765"/>
                  </a:lnTo>
                  <a:lnTo>
                    <a:pt x="4569667" y="556765"/>
                  </a:lnTo>
                  <a:lnTo>
                    <a:pt x="4569784" y="556765"/>
                  </a:lnTo>
                  <a:lnTo>
                    <a:pt x="4569902" y="556765"/>
                  </a:lnTo>
                  <a:lnTo>
                    <a:pt x="4570019" y="556765"/>
                  </a:lnTo>
                  <a:lnTo>
                    <a:pt x="4570137" y="556765"/>
                  </a:lnTo>
                  <a:lnTo>
                    <a:pt x="4570255" y="556765"/>
                  </a:lnTo>
                  <a:lnTo>
                    <a:pt x="4570372" y="556765"/>
                  </a:lnTo>
                  <a:lnTo>
                    <a:pt x="4570490" y="556765"/>
                  </a:lnTo>
                  <a:lnTo>
                    <a:pt x="4570607" y="556765"/>
                  </a:lnTo>
                  <a:lnTo>
                    <a:pt x="4570607" y="556335"/>
                  </a:lnTo>
                  <a:lnTo>
                    <a:pt x="4570725" y="556335"/>
                  </a:lnTo>
                  <a:lnTo>
                    <a:pt x="4570843" y="556335"/>
                  </a:lnTo>
                  <a:lnTo>
                    <a:pt x="4570960" y="556335"/>
                  </a:lnTo>
                  <a:lnTo>
                    <a:pt x="4571078" y="556335"/>
                  </a:lnTo>
                  <a:lnTo>
                    <a:pt x="4571196" y="556335"/>
                  </a:lnTo>
                  <a:lnTo>
                    <a:pt x="4571313" y="556335"/>
                  </a:lnTo>
                  <a:lnTo>
                    <a:pt x="4571431" y="556335"/>
                  </a:lnTo>
                  <a:lnTo>
                    <a:pt x="4571548" y="556335"/>
                  </a:lnTo>
                  <a:lnTo>
                    <a:pt x="4571548" y="555904"/>
                  </a:lnTo>
                  <a:lnTo>
                    <a:pt x="4571666" y="555904"/>
                  </a:lnTo>
                  <a:lnTo>
                    <a:pt x="4571784" y="555904"/>
                  </a:lnTo>
                  <a:lnTo>
                    <a:pt x="4571901" y="555904"/>
                  </a:lnTo>
                  <a:lnTo>
                    <a:pt x="4572019" y="555904"/>
                  </a:lnTo>
                  <a:lnTo>
                    <a:pt x="4572136" y="555904"/>
                  </a:lnTo>
                  <a:lnTo>
                    <a:pt x="4572254" y="555904"/>
                  </a:lnTo>
                  <a:lnTo>
                    <a:pt x="4572372" y="555904"/>
                  </a:lnTo>
                  <a:lnTo>
                    <a:pt x="4572489" y="555904"/>
                  </a:lnTo>
                  <a:lnTo>
                    <a:pt x="4572607" y="555904"/>
                  </a:lnTo>
                  <a:lnTo>
                    <a:pt x="4572725" y="555904"/>
                  </a:lnTo>
                  <a:lnTo>
                    <a:pt x="4572842" y="555904"/>
                  </a:lnTo>
                  <a:lnTo>
                    <a:pt x="4572960" y="555904"/>
                  </a:lnTo>
                  <a:lnTo>
                    <a:pt x="4573077" y="555904"/>
                  </a:lnTo>
                  <a:lnTo>
                    <a:pt x="4573195" y="555904"/>
                  </a:lnTo>
                  <a:lnTo>
                    <a:pt x="4573313" y="555904"/>
                  </a:lnTo>
                  <a:lnTo>
                    <a:pt x="4573430" y="555904"/>
                  </a:lnTo>
                  <a:lnTo>
                    <a:pt x="4573548" y="555904"/>
                  </a:lnTo>
                  <a:lnTo>
                    <a:pt x="4573548" y="555474"/>
                  </a:lnTo>
                  <a:lnTo>
                    <a:pt x="4573665" y="555474"/>
                  </a:lnTo>
                  <a:lnTo>
                    <a:pt x="4573783" y="555474"/>
                  </a:lnTo>
                  <a:lnTo>
                    <a:pt x="4573901" y="555474"/>
                  </a:lnTo>
                  <a:lnTo>
                    <a:pt x="4574018" y="555474"/>
                  </a:lnTo>
                  <a:lnTo>
                    <a:pt x="4574136" y="555474"/>
                  </a:lnTo>
                  <a:lnTo>
                    <a:pt x="4574253" y="555474"/>
                  </a:lnTo>
                  <a:lnTo>
                    <a:pt x="4574371" y="555474"/>
                  </a:lnTo>
                  <a:lnTo>
                    <a:pt x="4574489" y="555474"/>
                  </a:lnTo>
                  <a:lnTo>
                    <a:pt x="4574489" y="555043"/>
                  </a:lnTo>
                  <a:lnTo>
                    <a:pt x="4574606" y="555043"/>
                  </a:lnTo>
                  <a:lnTo>
                    <a:pt x="4574724" y="555043"/>
                  </a:lnTo>
                  <a:lnTo>
                    <a:pt x="4574724" y="554612"/>
                  </a:lnTo>
                  <a:lnTo>
                    <a:pt x="4574842" y="554612"/>
                  </a:lnTo>
                  <a:lnTo>
                    <a:pt x="4574959" y="554612"/>
                  </a:lnTo>
                  <a:lnTo>
                    <a:pt x="4575077" y="554612"/>
                  </a:lnTo>
                  <a:lnTo>
                    <a:pt x="4575077" y="554182"/>
                  </a:lnTo>
                  <a:lnTo>
                    <a:pt x="4575194" y="554182"/>
                  </a:lnTo>
                  <a:lnTo>
                    <a:pt x="4575312" y="554182"/>
                  </a:lnTo>
                  <a:lnTo>
                    <a:pt x="4575430" y="554182"/>
                  </a:lnTo>
                  <a:lnTo>
                    <a:pt x="4575547" y="554182"/>
                  </a:lnTo>
                  <a:lnTo>
                    <a:pt x="4575665" y="554182"/>
                  </a:lnTo>
                  <a:lnTo>
                    <a:pt x="4575782" y="554182"/>
                  </a:lnTo>
                  <a:lnTo>
                    <a:pt x="4575900" y="554182"/>
                  </a:lnTo>
                  <a:lnTo>
                    <a:pt x="4575900" y="553751"/>
                  </a:lnTo>
                  <a:lnTo>
                    <a:pt x="4576018" y="553751"/>
                  </a:lnTo>
                  <a:lnTo>
                    <a:pt x="4576135" y="553751"/>
                  </a:lnTo>
                  <a:lnTo>
                    <a:pt x="4576253" y="553751"/>
                  </a:lnTo>
                  <a:lnTo>
                    <a:pt x="4576371" y="553751"/>
                  </a:lnTo>
                  <a:lnTo>
                    <a:pt x="4576488" y="553751"/>
                  </a:lnTo>
                  <a:lnTo>
                    <a:pt x="4576488" y="553321"/>
                  </a:lnTo>
                  <a:lnTo>
                    <a:pt x="4576606" y="553321"/>
                  </a:lnTo>
                  <a:lnTo>
                    <a:pt x="4576606" y="552890"/>
                  </a:lnTo>
                  <a:lnTo>
                    <a:pt x="4576723" y="552890"/>
                  </a:lnTo>
                  <a:lnTo>
                    <a:pt x="4576841" y="552890"/>
                  </a:lnTo>
                  <a:lnTo>
                    <a:pt x="4576959" y="552890"/>
                  </a:lnTo>
                  <a:lnTo>
                    <a:pt x="4576959" y="552459"/>
                  </a:lnTo>
                  <a:lnTo>
                    <a:pt x="4577076" y="552459"/>
                  </a:lnTo>
                  <a:lnTo>
                    <a:pt x="4577194" y="552459"/>
                  </a:lnTo>
                  <a:lnTo>
                    <a:pt x="4577311" y="552459"/>
                  </a:lnTo>
                  <a:lnTo>
                    <a:pt x="4577429" y="552459"/>
                  </a:lnTo>
                  <a:lnTo>
                    <a:pt x="4577547" y="552459"/>
                  </a:lnTo>
                  <a:lnTo>
                    <a:pt x="4577664" y="552459"/>
                  </a:lnTo>
                  <a:lnTo>
                    <a:pt x="4577782" y="552459"/>
                  </a:lnTo>
                  <a:lnTo>
                    <a:pt x="4577900" y="552459"/>
                  </a:lnTo>
                  <a:lnTo>
                    <a:pt x="4578017" y="552459"/>
                  </a:lnTo>
                  <a:lnTo>
                    <a:pt x="4578135" y="552459"/>
                  </a:lnTo>
                  <a:lnTo>
                    <a:pt x="4578252" y="552459"/>
                  </a:lnTo>
                  <a:lnTo>
                    <a:pt x="4578370" y="552459"/>
                  </a:lnTo>
                  <a:lnTo>
                    <a:pt x="4578488" y="552459"/>
                  </a:lnTo>
                  <a:lnTo>
                    <a:pt x="4578605" y="552459"/>
                  </a:lnTo>
                  <a:lnTo>
                    <a:pt x="4578723" y="552459"/>
                  </a:lnTo>
                  <a:lnTo>
                    <a:pt x="4578840" y="552459"/>
                  </a:lnTo>
                  <a:lnTo>
                    <a:pt x="4578958" y="552459"/>
                  </a:lnTo>
                  <a:lnTo>
                    <a:pt x="4579076" y="552459"/>
                  </a:lnTo>
                  <a:lnTo>
                    <a:pt x="4579193" y="552459"/>
                  </a:lnTo>
                  <a:lnTo>
                    <a:pt x="4579193" y="552029"/>
                  </a:lnTo>
                  <a:lnTo>
                    <a:pt x="4579193" y="551598"/>
                  </a:lnTo>
                  <a:lnTo>
                    <a:pt x="4579311" y="551598"/>
                  </a:lnTo>
                  <a:lnTo>
                    <a:pt x="4579429" y="551598"/>
                  </a:lnTo>
                  <a:lnTo>
                    <a:pt x="4579546" y="551598"/>
                  </a:lnTo>
                  <a:lnTo>
                    <a:pt x="4579664" y="551598"/>
                  </a:lnTo>
                  <a:lnTo>
                    <a:pt x="4579781" y="551598"/>
                  </a:lnTo>
                  <a:lnTo>
                    <a:pt x="4579899" y="551598"/>
                  </a:lnTo>
                  <a:lnTo>
                    <a:pt x="4580017" y="551598"/>
                  </a:lnTo>
                  <a:lnTo>
                    <a:pt x="4580134" y="551598"/>
                  </a:lnTo>
                  <a:lnTo>
                    <a:pt x="4580252" y="551598"/>
                  </a:lnTo>
                  <a:lnTo>
                    <a:pt x="4580369" y="551598"/>
                  </a:lnTo>
                  <a:lnTo>
                    <a:pt x="4580487" y="551598"/>
                  </a:lnTo>
                  <a:lnTo>
                    <a:pt x="4580605" y="551598"/>
                  </a:lnTo>
                  <a:lnTo>
                    <a:pt x="4580605" y="551168"/>
                  </a:lnTo>
                  <a:lnTo>
                    <a:pt x="4580722" y="551168"/>
                  </a:lnTo>
                  <a:lnTo>
                    <a:pt x="4580840" y="551168"/>
                  </a:lnTo>
                  <a:lnTo>
                    <a:pt x="4580958" y="551168"/>
                  </a:lnTo>
                  <a:lnTo>
                    <a:pt x="4581075" y="551168"/>
                  </a:lnTo>
                  <a:lnTo>
                    <a:pt x="4581193" y="551168"/>
                  </a:lnTo>
                  <a:lnTo>
                    <a:pt x="4581310" y="551168"/>
                  </a:lnTo>
                  <a:lnTo>
                    <a:pt x="4581310" y="550737"/>
                  </a:lnTo>
                  <a:lnTo>
                    <a:pt x="4581428" y="550737"/>
                  </a:lnTo>
                  <a:lnTo>
                    <a:pt x="4581546" y="550737"/>
                  </a:lnTo>
                  <a:lnTo>
                    <a:pt x="4581663" y="550737"/>
                  </a:lnTo>
                  <a:lnTo>
                    <a:pt x="4581781" y="550737"/>
                  </a:lnTo>
                  <a:lnTo>
                    <a:pt x="4581898" y="550737"/>
                  </a:lnTo>
                  <a:lnTo>
                    <a:pt x="4582016" y="550737"/>
                  </a:lnTo>
                  <a:lnTo>
                    <a:pt x="4582134" y="550737"/>
                  </a:lnTo>
                  <a:lnTo>
                    <a:pt x="4582251" y="550737"/>
                  </a:lnTo>
                  <a:lnTo>
                    <a:pt x="4582369" y="550737"/>
                  </a:lnTo>
                  <a:lnTo>
                    <a:pt x="4582486" y="550737"/>
                  </a:lnTo>
                  <a:lnTo>
                    <a:pt x="4582486" y="550306"/>
                  </a:lnTo>
                  <a:lnTo>
                    <a:pt x="4582604" y="550306"/>
                  </a:lnTo>
                  <a:lnTo>
                    <a:pt x="4582722" y="550306"/>
                  </a:lnTo>
                  <a:lnTo>
                    <a:pt x="4582839" y="550306"/>
                  </a:lnTo>
                  <a:lnTo>
                    <a:pt x="4582957" y="550306"/>
                  </a:lnTo>
                  <a:lnTo>
                    <a:pt x="4583075" y="550306"/>
                  </a:lnTo>
                  <a:lnTo>
                    <a:pt x="4583192" y="550306"/>
                  </a:lnTo>
                  <a:lnTo>
                    <a:pt x="4583310" y="550306"/>
                  </a:lnTo>
                  <a:lnTo>
                    <a:pt x="4583427" y="550306"/>
                  </a:lnTo>
                  <a:lnTo>
                    <a:pt x="4583545" y="550306"/>
                  </a:lnTo>
                  <a:lnTo>
                    <a:pt x="4583663" y="550306"/>
                  </a:lnTo>
                  <a:lnTo>
                    <a:pt x="4583780" y="550306"/>
                  </a:lnTo>
                  <a:lnTo>
                    <a:pt x="4583898" y="550306"/>
                  </a:lnTo>
                  <a:lnTo>
                    <a:pt x="4583898" y="549876"/>
                  </a:lnTo>
                  <a:lnTo>
                    <a:pt x="4584015" y="549876"/>
                  </a:lnTo>
                  <a:lnTo>
                    <a:pt x="4584133" y="549876"/>
                  </a:lnTo>
                  <a:lnTo>
                    <a:pt x="4584251" y="549876"/>
                  </a:lnTo>
                  <a:lnTo>
                    <a:pt x="4584368" y="549876"/>
                  </a:lnTo>
                  <a:lnTo>
                    <a:pt x="4584368" y="549445"/>
                  </a:lnTo>
                  <a:lnTo>
                    <a:pt x="4584486" y="549445"/>
                  </a:lnTo>
                  <a:lnTo>
                    <a:pt x="4584604" y="549445"/>
                  </a:lnTo>
                  <a:lnTo>
                    <a:pt x="4584721" y="549445"/>
                  </a:lnTo>
                  <a:lnTo>
                    <a:pt x="4584839" y="549445"/>
                  </a:lnTo>
                  <a:lnTo>
                    <a:pt x="4584956" y="549445"/>
                  </a:lnTo>
                  <a:lnTo>
                    <a:pt x="4585074" y="549445"/>
                  </a:lnTo>
                  <a:lnTo>
                    <a:pt x="4585192" y="549445"/>
                  </a:lnTo>
                  <a:lnTo>
                    <a:pt x="4585309" y="549445"/>
                  </a:lnTo>
                  <a:lnTo>
                    <a:pt x="4585427" y="549445"/>
                  </a:lnTo>
                  <a:lnTo>
                    <a:pt x="4585544" y="549445"/>
                  </a:lnTo>
                  <a:lnTo>
                    <a:pt x="4585544" y="549015"/>
                  </a:lnTo>
                  <a:lnTo>
                    <a:pt x="4585662" y="549015"/>
                  </a:lnTo>
                  <a:lnTo>
                    <a:pt x="4585780" y="549015"/>
                  </a:lnTo>
                  <a:lnTo>
                    <a:pt x="4585897" y="549015"/>
                  </a:lnTo>
                  <a:lnTo>
                    <a:pt x="4586015" y="549015"/>
                  </a:lnTo>
                  <a:lnTo>
                    <a:pt x="4586133" y="549015"/>
                  </a:lnTo>
                  <a:lnTo>
                    <a:pt x="4586250" y="549015"/>
                  </a:lnTo>
                  <a:lnTo>
                    <a:pt x="4586368" y="549015"/>
                  </a:lnTo>
                  <a:lnTo>
                    <a:pt x="4586485" y="549015"/>
                  </a:lnTo>
                  <a:lnTo>
                    <a:pt x="4586603" y="549015"/>
                  </a:lnTo>
                  <a:lnTo>
                    <a:pt x="4586721" y="549015"/>
                  </a:lnTo>
                  <a:lnTo>
                    <a:pt x="4586838" y="549015"/>
                  </a:lnTo>
                  <a:lnTo>
                    <a:pt x="4586956" y="549015"/>
                  </a:lnTo>
                  <a:lnTo>
                    <a:pt x="4587073" y="549015"/>
                  </a:lnTo>
                  <a:lnTo>
                    <a:pt x="4587191" y="549015"/>
                  </a:lnTo>
                  <a:lnTo>
                    <a:pt x="4587309" y="549015"/>
                  </a:lnTo>
                  <a:lnTo>
                    <a:pt x="4587309" y="548584"/>
                  </a:lnTo>
                  <a:lnTo>
                    <a:pt x="4587426" y="548584"/>
                  </a:lnTo>
                  <a:lnTo>
                    <a:pt x="4587544" y="548584"/>
                  </a:lnTo>
                  <a:lnTo>
                    <a:pt x="4587662" y="548584"/>
                  </a:lnTo>
                  <a:lnTo>
                    <a:pt x="4587779" y="548584"/>
                  </a:lnTo>
                  <a:lnTo>
                    <a:pt x="4587897" y="548584"/>
                  </a:lnTo>
                  <a:lnTo>
                    <a:pt x="4587897" y="548153"/>
                  </a:lnTo>
                  <a:lnTo>
                    <a:pt x="4588014" y="548153"/>
                  </a:lnTo>
                  <a:lnTo>
                    <a:pt x="4588014" y="547723"/>
                  </a:lnTo>
                  <a:lnTo>
                    <a:pt x="4588132" y="547723"/>
                  </a:lnTo>
                  <a:lnTo>
                    <a:pt x="4588250" y="547723"/>
                  </a:lnTo>
                  <a:lnTo>
                    <a:pt x="4588367" y="547723"/>
                  </a:lnTo>
                  <a:lnTo>
                    <a:pt x="4588367" y="547292"/>
                  </a:lnTo>
                  <a:lnTo>
                    <a:pt x="4588485" y="547292"/>
                  </a:lnTo>
                  <a:lnTo>
                    <a:pt x="4588485" y="546862"/>
                  </a:lnTo>
                  <a:lnTo>
                    <a:pt x="4588602" y="546862"/>
                  </a:lnTo>
                  <a:lnTo>
                    <a:pt x="4588720" y="546862"/>
                  </a:lnTo>
                  <a:lnTo>
                    <a:pt x="4588838" y="546862"/>
                  </a:lnTo>
                  <a:lnTo>
                    <a:pt x="4588955" y="546862"/>
                  </a:lnTo>
                  <a:lnTo>
                    <a:pt x="4589073" y="546862"/>
                  </a:lnTo>
                  <a:lnTo>
                    <a:pt x="4589073" y="546431"/>
                  </a:lnTo>
                  <a:lnTo>
                    <a:pt x="4589191" y="546431"/>
                  </a:lnTo>
                  <a:lnTo>
                    <a:pt x="4589308" y="546431"/>
                  </a:lnTo>
                  <a:lnTo>
                    <a:pt x="4589426" y="546431"/>
                  </a:lnTo>
                  <a:lnTo>
                    <a:pt x="4589543" y="546431"/>
                  </a:lnTo>
                  <a:lnTo>
                    <a:pt x="4589661" y="546431"/>
                  </a:lnTo>
                  <a:lnTo>
                    <a:pt x="4589779" y="546431"/>
                  </a:lnTo>
                  <a:lnTo>
                    <a:pt x="4589779" y="546000"/>
                  </a:lnTo>
                  <a:lnTo>
                    <a:pt x="4589896" y="546000"/>
                  </a:lnTo>
                  <a:lnTo>
                    <a:pt x="4590014" y="546000"/>
                  </a:lnTo>
                  <a:lnTo>
                    <a:pt x="4590014" y="545570"/>
                  </a:lnTo>
                  <a:lnTo>
                    <a:pt x="4590131" y="545570"/>
                  </a:lnTo>
                  <a:lnTo>
                    <a:pt x="4590131" y="545139"/>
                  </a:lnTo>
                  <a:lnTo>
                    <a:pt x="4590249" y="545139"/>
                  </a:lnTo>
                  <a:lnTo>
                    <a:pt x="4590367" y="545139"/>
                  </a:lnTo>
                  <a:lnTo>
                    <a:pt x="4590484" y="545139"/>
                  </a:lnTo>
                  <a:lnTo>
                    <a:pt x="4590602" y="545139"/>
                  </a:lnTo>
                  <a:lnTo>
                    <a:pt x="4590719" y="545139"/>
                  </a:lnTo>
                  <a:lnTo>
                    <a:pt x="4590837" y="545139"/>
                  </a:lnTo>
                  <a:lnTo>
                    <a:pt x="4590955" y="545139"/>
                  </a:lnTo>
                  <a:lnTo>
                    <a:pt x="4591072" y="545139"/>
                  </a:lnTo>
                  <a:lnTo>
                    <a:pt x="4591190" y="545139"/>
                  </a:lnTo>
                  <a:lnTo>
                    <a:pt x="4591308" y="545139"/>
                  </a:lnTo>
                  <a:lnTo>
                    <a:pt x="4591425" y="545139"/>
                  </a:lnTo>
                  <a:lnTo>
                    <a:pt x="4591543" y="545139"/>
                  </a:lnTo>
                  <a:lnTo>
                    <a:pt x="4591660" y="545139"/>
                  </a:lnTo>
                  <a:lnTo>
                    <a:pt x="4591660" y="544709"/>
                  </a:lnTo>
                  <a:lnTo>
                    <a:pt x="4591778" y="544709"/>
                  </a:lnTo>
                  <a:lnTo>
                    <a:pt x="4591896" y="544709"/>
                  </a:lnTo>
                  <a:lnTo>
                    <a:pt x="4592013" y="544709"/>
                  </a:lnTo>
                  <a:lnTo>
                    <a:pt x="4592131" y="544709"/>
                  </a:lnTo>
                  <a:lnTo>
                    <a:pt x="4592248" y="544709"/>
                  </a:lnTo>
                  <a:lnTo>
                    <a:pt x="4592366" y="544709"/>
                  </a:lnTo>
                  <a:lnTo>
                    <a:pt x="4592484" y="544709"/>
                  </a:lnTo>
                  <a:lnTo>
                    <a:pt x="4592601" y="544709"/>
                  </a:lnTo>
                  <a:lnTo>
                    <a:pt x="4592719" y="544709"/>
                  </a:lnTo>
                  <a:lnTo>
                    <a:pt x="4592837" y="544709"/>
                  </a:lnTo>
                  <a:lnTo>
                    <a:pt x="4592954" y="544709"/>
                  </a:lnTo>
                  <a:lnTo>
                    <a:pt x="4593072" y="544709"/>
                  </a:lnTo>
                  <a:lnTo>
                    <a:pt x="4593072" y="544278"/>
                  </a:lnTo>
                  <a:lnTo>
                    <a:pt x="4593189" y="544278"/>
                  </a:lnTo>
                  <a:lnTo>
                    <a:pt x="4593307" y="544278"/>
                  </a:lnTo>
                  <a:lnTo>
                    <a:pt x="4593425" y="544278"/>
                  </a:lnTo>
                  <a:lnTo>
                    <a:pt x="4593542" y="544278"/>
                  </a:lnTo>
                  <a:lnTo>
                    <a:pt x="4593542" y="543847"/>
                  </a:lnTo>
                  <a:lnTo>
                    <a:pt x="4593660" y="543847"/>
                  </a:lnTo>
                  <a:lnTo>
                    <a:pt x="4593777" y="543847"/>
                  </a:lnTo>
                  <a:lnTo>
                    <a:pt x="4593895" y="543847"/>
                  </a:lnTo>
                  <a:lnTo>
                    <a:pt x="4593895" y="543417"/>
                  </a:lnTo>
                  <a:lnTo>
                    <a:pt x="4594013" y="543417"/>
                  </a:lnTo>
                  <a:lnTo>
                    <a:pt x="4594130" y="543417"/>
                  </a:lnTo>
                  <a:lnTo>
                    <a:pt x="4594248" y="543417"/>
                  </a:lnTo>
                  <a:lnTo>
                    <a:pt x="4594366" y="543417"/>
                  </a:lnTo>
                  <a:lnTo>
                    <a:pt x="4594483" y="543417"/>
                  </a:lnTo>
                  <a:lnTo>
                    <a:pt x="4594601" y="543417"/>
                  </a:lnTo>
                  <a:lnTo>
                    <a:pt x="4594601" y="542986"/>
                  </a:lnTo>
                  <a:lnTo>
                    <a:pt x="4594718" y="542986"/>
                  </a:lnTo>
                  <a:lnTo>
                    <a:pt x="4594836" y="542986"/>
                  </a:lnTo>
                  <a:lnTo>
                    <a:pt x="4594954" y="542986"/>
                  </a:lnTo>
                  <a:lnTo>
                    <a:pt x="4594954" y="542556"/>
                  </a:lnTo>
                  <a:lnTo>
                    <a:pt x="4595071" y="542556"/>
                  </a:lnTo>
                  <a:lnTo>
                    <a:pt x="4595189" y="542556"/>
                  </a:lnTo>
                  <a:lnTo>
                    <a:pt x="4595306" y="542556"/>
                  </a:lnTo>
                  <a:lnTo>
                    <a:pt x="4595306" y="542125"/>
                  </a:lnTo>
                  <a:lnTo>
                    <a:pt x="4595424" y="542125"/>
                  </a:lnTo>
                  <a:lnTo>
                    <a:pt x="4595542" y="542125"/>
                  </a:lnTo>
                  <a:lnTo>
                    <a:pt x="4595659" y="542125"/>
                  </a:lnTo>
                  <a:lnTo>
                    <a:pt x="4595659" y="541694"/>
                  </a:lnTo>
                  <a:lnTo>
                    <a:pt x="4595777" y="541694"/>
                  </a:lnTo>
                  <a:lnTo>
                    <a:pt x="4595895" y="541694"/>
                  </a:lnTo>
                  <a:lnTo>
                    <a:pt x="4596012" y="541694"/>
                  </a:lnTo>
                  <a:lnTo>
                    <a:pt x="4596130" y="541694"/>
                  </a:lnTo>
                  <a:lnTo>
                    <a:pt x="4596247" y="541694"/>
                  </a:lnTo>
                  <a:lnTo>
                    <a:pt x="4596247" y="541264"/>
                  </a:lnTo>
                  <a:lnTo>
                    <a:pt x="4596365" y="541264"/>
                  </a:lnTo>
                  <a:lnTo>
                    <a:pt x="4596483" y="541264"/>
                  </a:lnTo>
                  <a:lnTo>
                    <a:pt x="4596600" y="541264"/>
                  </a:lnTo>
                  <a:lnTo>
                    <a:pt x="4596718" y="541264"/>
                  </a:lnTo>
                  <a:lnTo>
                    <a:pt x="4596835" y="541264"/>
                  </a:lnTo>
                  <a:lnTo>
                    <a:pt x="4596953" y="541264"/>
                  </a:lnTo>
                  <a:lnTo>
                    <a:pt x="4597071" y="541264"/>
                  </a:lnTo>
                  <a:lnTo>
                    <a:pt x="4597188" y="541264"/>
                  </a:lnTo>
                  <a:lnTo>
                    <a:pt x="4597306" y="541264"/>
                  </a:lnTo>
                  <a:lnTo>
                    <a:pt x="4597424" y="541264"/>
                  </a:lnTo>
                  <a:lnTo>
                    <a:pt x="4597424" y="540833"/>
                  </a:lnTo>
                  <a:lnTo>
                    <a:pt x="4597541" y="540833"/>
                  </a:lnTo>
                  <a:lnTo>
                    <a:pt x="4597541" y="540403"/>
                  </a:lnTo>
                  <a:lnTo>
                    <a:pt x="4597659" y="540403"/>
                  </a:lnTo>
                  <a:lnTo>
                    <a:pt x="4597776" y="540403"/>
                  </a:lnTo>
                  <a:lnTo>
                    <a:pt x="4597894" y="540403"/>
                  </a:lnTo>
                  <a:lnTo>
                    <a:pt x="4598012" y="540403"/>
                  </a:lnTo>
                  <a:lnTo>
                    <a:pt x="4598129" y="540403"/>
                  </a:lnTo>
                  <a:lnTo>
                    <a:pt x="4598247" y="540403"/>
                  </a:lnTo>
                  <a:lnTo>
                    <a:pt x="4598364" y="540403"/>
                  </a:lnTo>
                  <a:lnTo>
                    <a:pt x="4598482" y="540403"/>
                  </a:lnTo>
                  <a:lnTo>
                    <a:pt x="4598600" y="540403"/>
                  </a:lnTo>
                  <a:lnTo>
                    <a:pt x="4598717" y="540403"/>
                  </a:lnTo>
                  <a:lnTo>
                    <a:pt x="4598717" y="539972"/>
                  </a:lnTo>
                  <a:lnTo>
                    <a:pt x="4598835" y="539972"/>
                  </a:lnTo>
                  <a:lnTo>
                    <a:pt x="4598952" y="539972"/>
                  </a:lnTo>
                  <a:lnTo>
                    <a:pt x="4598952" y="539541"/>
                  </a:lnTo>
                  <a:lnTo>
                    <a:pt x="4599070" y="539541"/>
                  </a:lnTo>
                  <a:lnTo>
                    <a:pt x="4599188" y="539541"/>
                  </a:lnTo>
                  <a:lnTo>
                    <a:pt x="4599305" y="539541"/>
                  </a:lnTo>
                  <a:lnTo>
                    <a:pt x="4599423" y="539541"/>
                  </a:lnTo>
                  <a:lnTo>
                    <a:pt x="4599541" y="539541"/>
                  </a:lnTo>
                  <a:lnTo>
                    <a:pt x="4599658" y="539541"/>
                  </a:lnTo>
                  <a:lnTo>
                    <a:pt x="4599776" y="539541"/>
                  </a:lnTo>
                  <a:lnTo>
                    <a:pt x="4599893" y="539541"/>
                  </a:lnTo>
                  <a:lnTo>
                    <a:pt x="4600011" y="539541"/>
                  </a:lnTo>
                  <a:lnTo>
                    <a:pt x="4600129" y="539541"/>
                  </a:lnTo>
                  <a:lnTo>
                    <a:pt x="4600246" y="539541"/>
                  </a:lnTo>
                  <a:lnTo>
                    <a:pt x="4600364" y="539541"/>
                  </a:lnTo>
                  <a:lnTo>
                    <a:pt x="4600481" y="539541"/>
                  </a:lnTo>
                  <a:lnTo>
                    <a:pt x="4600599" y="539541"/>
                  </a:lnTo>
                  <a:lnTo>
                    <a:pt x="4600717" y="539541"/>
                  </a:lnTo>
                  <a:lnTo>
                    <a:pt x="4600834" y="539541"/>
                  </a:lnTo>
                  <a:lnTo>
                    <a:pt x="4600952" y="539541"/>
                  </a:lnTo>
                  <a:lnTo>
                    <a:pt x="4601070" y="539541"/>
                  </a:lnTo>
                  <a:lnTo>
                    <a:pt x="4601187" y="539541"/>
                  </a:lnTo>
                  <a:lnTo>
                    <a:pt x="4601305" y="539541"/>
                  </a:lnTo>
                  <a:lnTo>
                    <a:pt x="4601422" y="539541"/>
                  </a:lnTo>
                  <a:lnTo>
                    <a:pt x="4601540" y="539541"/>
                  </a:lnTo>
                  <a:lnTo>
                    <a:pt x="4601658" y="539541"/>
                  </a:lnTo>
                  <a:lnTo>
                    <a:pt x="4601775" y="539541"/>
                  </a:lnTo>
                  <a:lnTo>
                    <a:pt x="4601893" y="539541"/>
                  </a:lnTo>
                  <a:lnTo>
                    <a:pt x="4602010" y="539541"/>
                  </a:lnTo>
                  <a:lnTo>
                    <a:pt x="4602128" y="539541"/>
                  </a:lnTo>
                  <a:lnTo>
                    <a:pt x="4602246" y="539541"/>
                  </a:lnTo>
                  <a:lnTo>
                    <a:pt x="4602363" y="539541"/>
                  </a:lnTo>
                  <a:lnTo>
                    <a:pt x="4602481" y="539541"/>
                  </a:lnTo>
                  <a:lnTo>
                    <a:pt x="4602481" y="539111"/>
                  </a:lnTo>
                  <a:lnTo>
                    <a:pt x="4602599" y="539111"/>
                  </a:lnTo>
                  <a:lnTo>
                    <a:pt x="4602716" y="539111"/>
                  </a:lnTo>
                  <a:lnTo>
                    <a:pt x="4602834" y="539111"/>
                  </a:lnTo>
                  <a:lnTo>
                    <a:pt x="4602951" y="539111"/>
                  </a:lnTo>
                  <a:lnTo>
                    <a:pt x="4603069" y="539111"/>
                  </a:lnTo>
                  <a:lnTo>
                    <a:pt x="4603187" y="539111"/>
                  </a:lnTo>
                  <a:lnTo>
                    <a:pt x="4603304" y="539111"/>
                  </a:lnTo>
                  <a:lnTo>
                    <a:pt x="4603422" y="539111"/>
                  </a:lnTo>
                  <a:lnTo>
                    <a:pt x="4603539" y="539111"/>
                  </a:lnTo>
                  <a:lnTo>
                    <a:pt x="4603539" y="538680"/>
                  </a:lnTo>
                  <a:lnTo>
                    <a:pt x="4603657" y="538680"/>
                  </a:lnTo>
                  <a:lnTo>
                    <a:pt x="4603775" y="538680"/>
                  </a:lnTo>
                  <a:lnTo>
                    <a:pt x="4603775" y="538250"/>
                  </a:lnTo>
                  <a:lnTo>
                    <a:pt x="4603892" y="538250"/>
                  </a:lnTo>
                  <a:lnTo>
                    <a:pt x="4603892" y="537819"/>
                  </a:lnTo>
                  <a:lnTo>
                    <a:pt x="4604010" y="537819"/>
                  </a:lnTo>
                  <a:lnTo>
                    <a:pt x="4604128" y="537819"/>
                  </a:lnTo>
                  <a:lnTo>
                    <a:pt x="4604245" y="537819"/>
                  </a:lnTo>
                  <a:lnTo>
                    <a:pt x="4604363" y="537819"/>
                  </a:lnTo>
                  <a:lnTo>
                    <a:pt x="4604480" y="537819"/>
                  </a:lnTo>
                  <a:lnTo>
                    <a:pt x="4604598" y="537819"/>
                  </a:lnTo>
                  <a:lnTo>
                    <a:pt x="4604716" y="537819"/>
                  </a:lnTo>
                  <a:lnTo>
                    <a:pt x="4604833" y="537819"/>
                  </a:lnTo>
                  <a:lnTo>
                    <a:pt x="4604951" y="537819"/>
                  </a:lnTo>
                  <a:lnTo>
                    <a:pt x="4605068" y="537819"/>
                  </a:lnTo>
                  <a:lnTo>
                    <a:pt x="4605186" y="537819"/>
                  </a:lnTo>
                  <a:lnTo>
                    <a:pt x="4605304" y="537819"/>
                  </a:lnTo>
                  <a:lnTo>
                    <a:pt x="4605421" y="537819"/>
                  </a:lnTo>
                  <a:lnTo>
                    <a:pt x="4605539" y="537819"/>
                  </a:lnTo>
                  <a:lnTo>
                    <a:pt x="4605656" y="537819"/>
                  </a:lnTo>
                  <a:lnTo>
                    <a:pt x="4605774" y="537819"/>
                  </a:lnTo>
                  <a:lnTo>
                    <a:pt x="4605892" y="537819"/>
                  </a:lnTo>
                  <a:lnTo>
                    <a:pt x="4606009" y="537819"/>
                  </a:lnTo>
                  <a:lnTo>
                    <a:pt x="4606127" y="537819"/>
                  </a:lnTo>
                  <a:lnTo>
                    <a:pt x="4606245" y="537819"/>
                  </a:lnTo>
                  <a:lnTo>
                    <a:pt x="4606362" y="537819"/>
                  </a:lnTo>
                  <a:lnTo>
                    <a:pt x="4606480" y="537819"/>
                  </a:lnTo>
                  <a:lnTo>
                    <a:pt x="4606597" y="537819"/>
                  </a:lnTo>
                  <a:lnTo>
                    <a:pt x="4606715" y="537819"/>
                  </a:lnTo>
                  <a:lnTo>
                    <a:pt x="4606833" y="537819"/>
                  </a:lnTo>
                  <a:lnTo>
                    <a:pt x="4606950" y="537819"/>
                  </a:lnTo>
                  <a:lnTo>
                    <a:pt x="4607068" y="537819"/>
                  </a:lnTo>
                  <a:lnTo>
                    <a:pt x="4607185" y="537819"/>
                  </a:lnTo>
                  <a:lnTo>
                    <a:pt x="4607303" y="537819"/>
                  </a:lnTo>
                  <a:lnTo>
                    <a:pt x="4607421" y="537819"/>
                  </a:lnTo>
                  <a:lnTo>
                    <a:pt x="4607538" y="537819"/>
                  </a:lnTo>
                  <a:lnTo>
                    <a:pt x="4607656" y="537819"/>
                  </a:lnTo>
                  <a:lnTo>
                    <a:pt x="4607774" y="537819"/>
                  </a:lnTo>
                  <a:lnTo>
                    <a:pt x="4607891" y="537819"/>
                  </a:lnTo>
                  <a:lnTo>
                    <a:pt x="4608009" y="537819"/>
                  </a:lnTo>
                  <a:lnTo>
                    <a:pt x="4608126" y="537819"/>
                  </a:lnTo>
                  <a:lnTo>
                    <a:pt x="4608244" y="537819"/>
                  </a:lnTo>
                  <a:lnTo>
                    <a:pt x="4608362" y="537819"/>
                  </a:lnTo>
                  <a:lnTo>
                    <a:pt x="4608479" y="537819"/>
                  </a:lnTo>
                  <a:lnTo>
                    <a:pt x="4608597" y="537819"/>
                  </a:lnTo>
                  <a:lnTo>
                    <a:pt x="4608597" y="537388"/>
                  </a:lnTo>
                  <a:lnTo>
                    <a:pt x="4608714" y="537388"/>
                  </a:lnTo>
                  <a:lnTo>
                    <a:pt x="4608832" y="537388"/>
                  </a:lnTo>
                  <a:lnTo>
                    <a:pt x="4608832" y="536958"/>
                  </a:lnTo>
                  <a:lnTo>
                    <a:pt x="4608950" y="536958"/>
                  </a:lnTo>
                  <a:lnTo>
                    <a:pt x="4609067" y="536958"/>
                  </a:lnTo>
                  <a:lnTo>
                    <a:pt x="4609185" y="536958"/>
                  </a:lnTo>
                  <a:lnTo>
                    <a:pt x="4609303" y="536958"/>
                  </a:lnTo>
                  <a:lnTo>
                    <a:pt x="4609420" y="536958"/>
                  </a:lnTo>
                  <a:lnTo>
                    <a:pt x="4609538" y="536958"/>
                  </a:lnTo>
                  <a:lnTo>
                    <a:pt x="4609655" y="536958"/>
                  </a:lnTo>
                  <a:lnTo>
                    <a:pt x="4609773" y="536958"/>
                  </a:lnTo>
                  <a:lnTo>
                    <a:pt x="4609891" y="536958"/>
                  </a:lnTo>
                  <a:lnTo>
                    <a:pt x="4610008" y="536958"/>
                  </a:lnTo>
                  <a:lnTo>
                    <a:pt x="4610126" y="536958"/>
                  </a:lnTo>
                  <a:lnTo>
                    <a:pt x="4610243" y="536958"/>
                  </a:lnTo>
                  <a:lnTo>
                    <a:pt x="4610361" y="536958"/>
                  </a:lnTo>
                  <a:lnTo>
                    <a:pt x="4610361" y="536527"/>
                  </a:lnTo>
                  <a:lnTo>
                    <a:pt x="4610479" y="536527"/>
                  </a:lnTo>
                  <a:lnTo>
                    <a:pt x="4610596" y="536527"/>
                  </a:lnTo>
                  <a:lnTo>
                    <a:pt x="4610714" y="536527"/>
                  </a:lnTo>
                  <a:lnTo>
                    <a:pt x="4610832" y="536527"/>
                  </a:lnTo>
                  <a:lnTo>
                    <a:pt x="4610949" y="536527"/>
                  </a:lnTo>
                  <a:lnTo>
                    <a:pt x="4611067" y="536527"/>
                  </a:lnTo>
                  <a:lnTo>
                    <a:pt x="4611184" y="536527"/>
                  </a:lnTo>
                  <a:lnTo>
                    <a:pt x="4611302" y="536527"/>
                  </a:lnTo>
                  <a:lnTo>
                    <a:pt x="4611420" y="536527"/>
                  </a:lnTo>
                  <a:lnTo>
                    <a:pt x="4611537" y="536527"/>
                  </a:lnTo>
                  <a:lnTo>
                    <a:pt x="4611537" y="536097"/>
                  </a:lnTo>
                  <a:lnTo>
                    <a:pt x="4611655" y="536097"/>
                  </a:lnTo>
                  <a:lnTo>
                    <a:pt x="4611772" y="536097"/>
                  </a:lnTo>
                  <a:lnTo>
                    <a:pt x="4611890" y="536097"/>
                  </a:lnTo>
                  <a:lnTo>
                    <a:pt x="4612008" y="536097"/>
                  </a:lnTo>
                  <a:lnTo>
                    <a:pt x="4612125" y="536097"/>
                  </a:lnTo>
                  <a:lnTo>
                    <a:pt x="4612243" y="536097"/>
                  </a:lnTo>
                  <a:lnTo>
                    <a:pt x="4612361" y="536097"/>
                  </a:lnTo>
                  <a:lnTo>
                    <a:pt x="4612478" y="536097"/>
                  </a:lnTo>
                  <a:lnTo>
                    <a:pt x="4612596" y="536097"/>
                  </a:lnTo>
                  <a:lnTo>
                    <a:pt x="4612713" y="536097"/>
                  </a:lnTo>
                  <a:lnTo>
                    <a:pt x="4612831" y="536097"/>
                  </a:lnTo>
                  <a:lnTo>
                    <a:pt x="4612949" y="536097"/>
                  </a:lnTo>
                  <a:lnTo>
                    <a:pt x="4613066" y="536097"/>
                  </a:lnTo>
                  <a:lnTo>
                    <a:pt x="4613184" y="536097"/>
                  </a:lnTo>
                  <a:lnTo>
                    <a:pt x="4613301" y="536097"/>
                  </a:lnTo>
                  <a:lnTo>
                    <a:pt x="4613419" y="536097"/>
                  </a:lnTo>
                  <a:lnTo>
                    <a:pt x="4613537" y="536097"/>
                  </a:lnTo>
                  <a:lnTo>
                    <a:pt x="4613654" y="536097"/>
                  </a:lnTo>
                  <a:lnTo>
                    <a:pt x="4613772" y="536097"/>
                  </a:lnTo>
                  <a:lnTo>
                    <a:pt x="4613889" y="536097"/>
                  </a:lnTo>
                  <a:lnTo>
                    <a:pt x="4614007" y="536097"/>
                  </a:lnTo>
                  <a:lnTo>
                    <a:pt x="4614125" y="536097"/>
                  </a:lnTo>
                  <a:lnTo>
                    <a:pt x="4614242" y="536097"/>
                  </a:lnTo>
                  <a:lnTo>
                    <a:pt x="4614360" y="536097"/>
                  </a:lnTo>
                  <a:lnTo>
                    <a:pt x="4614478" y="536097"/>
                  </a:lnTo>
                  <a:lnTo>
                    <a:pt x="4614595" y="536097"/>
                  </a:lnTo>
                  <a:lnTo>
                    <a:pt x="4614713" y="536097"/>
                  </a:lnTo>
                  <a:lnTo>
                    <a:pt x="4614830" y="536097"/>
                  </a:lnTo>
                  <a:lnTo>
                    <a:pt x="4614948" y="536097"/>
                  </a:lnTo>
                  <a:lnTo>
                    <a:pt x="4615066" y="536097"/>
                  </a:lnTo>
                  <a:lnTo>
                    <a:pt x="4615066" y="535666"/>
                  </a:lnTo>
                  <a:lnTo>
                    <a:pt x="4615066" y="535235"/>
                  </a:lnTo>
                  <a:lnTo>
                    <a:pt x="4615183" y="535235"/>
                  </a:lnTo>
                  <a:lnTo>
                    <a:pt x="4615183" y="534805"/>
                  </a:lnTo>
                  <a:lnTo>
                    <a:pt x="4615183" y="534374"/>
                  </a:lnTo>
                  <a:lnTo>
                    <a:pt x="4615301" y="534374"/>
                  </a:lnTo>
                  <a:lnTo>
                    <a:pt x="4615418" y="534374"/>
                  </a:lnTo>
                  <a:lnTo>
                    <a:pt x="4615418" y="533944"/>
                  </a:lnTo>
                  <a:lnTo>
                    <a:pt x="4615536" y="533944"/>
                  </a:lnTo>
                  <a:lnTo>
                    <a:pt x="4615536" y="533513"/>
                  </a:lnTo>
                  <a:lnTo>
                    <a:pt x="4615654" y="533513"/>
                  </a:lnTo>
                  <a:lnTo>
                    <a:pt x="4615771" y="533513"/>
                  </a:lnTo>
                  <a:lnTo>
                    <a:pt x="4615889" y="533513"/>
                  </a:lnTo>
                  <a:lnTo>
                    <a:pt x="4616007" y="533513"/>
                  </a:lnTo>
                  <a:lnTo>
                    <a:pt x="4616124" y="533513"/>
                  </a:lnTo>
                  <a:lnTo>
                    <a:pt x="4616242" y="533513"/>
                  </a:lnTo>
                  <a:lnTo>
                    <a:pt x="4616359" y="533513"/>
                  </a:lnTo>
                  <a:lnTo>
                    <a:pt x="4616477" y="533513"/>
                  </a:lnTo>
                  <a:lnTo>
                    <a:pt x="4616595" y="533513"/>
                  </a:lnTo>
                  <a:lnTo>
                    <a:pt x="4616595" y="533082"/>
                  </a:lnTo>
                  <a:lnTo>
                    <a:pt x="4616712" y="533082"/>
                  </a:lnTo>
                  <a:lnTo>
                    <a:pt x="4616830" y="533082"/>
                  </a:lnTo>
                  <a:lnTo>
                    <a:pt x="4616947" y="533082"/>
                  </a:lnTo>
                  <a:lnTo>
                    <a:pt x="4617065" y="533082"/>
                  </a:lnTo>
                  <a:lnTo>
                    <a:pt x="4617183" y="533082"/>
                  </a:lnTo>
                  <a:lnTo>
                    <a:pt x="4617183" y="532652"/>
                  </a:lnTo>
                  <a:lnTo>
                    <a:pt x="4617300" y="532652"/>
                  </a:lnTo>
                  <a:lnTo>
                    <a:pt x="4617418" y="532652"/>
                  </a:lnTo>
                  <a:lnTo>
                    <a:pt x="4617536" y="532652"/>
                  </a:lnTo>
                  <a:lnTo>
                    <a:pt x="4617653" y="532652"/>
                  </a:lnTo>
                  <a:lnTo>
                    <a:pt x="4617771" y="532652"/>
                  </a:lnTo>
                  <a:lnTo>
                    <a:pt x="4617888" y="532652"/>
                  </a:lnTo>
                  <a:lnTo>
                    <a:pt x="4618006" y="532652"/>
                  </a:lnTo>
                  <a:lnTo>
                    <a:pt x="4618124" y="532652"/>
                  </a:lnTo>
                  <a:lnTo>
                    <a:pt x="4618241" y="532652"/>
                  </a:lnTo>
                  <a:lnTo>
                    <a:pt x="4618359" y="532652"/>
                  </a:lnTo>
                  <a:lnTo>
                    <a:pt x="4618476" y="532652"/>
                  </a:lnTo>
                  <a:lnTo>
                    <a:pt x="4618594" y="532652"/>
                  </a:lnTo>
                  <a:lnTo>
                    <a:pt x="4618712" y="532652"/>
                  </a:lnTo>
                  <a:lnTo>
                    <a:pt x="4618829" y="532652"/>
                  </a:lnTo>
                  <a:lnTo>
                    <a:pt x="4618947" y="532652"/>
                  </a:lnTo>
                  <a:lnTo>
                    <a:pt x="4619065" y="532652"/>
                  </a:lnTo>
                  <a:lnTo>
                    <a:pt x="4619065" y="532221"/>
                  </a:lnTo>
                  <a:lnTo>
                    <a:pt x="4619182" y="532221"/>
                  </a:lnTo>
                  <a:lnTo>
                    <a:pt x="4619300" y="532221"/>
                  </a:lnTo>
                  <a:lnTo>
                    <a:pt x="4619417" y="532221"/>
                  </a:lnTo>
                  <a:lnTo>
                    <a:pt x="4619535" y="532221"/>
                  </a:lnTo>
                  <a:lnTo>
                    <a:pt x="4619653" y="532221"/>
                  </a:lnTo>
                  <a:lnTo>
                    <a:pt x="4619770" y="532221"/>
                  </a:lnTo>
                  <a:lnTo>
                    <a:pt x="4619888" y="532221"/>
                  </a:lnTo>
                  <a:lnTo>
                    <a:pt x="4620005" y="532221"/>
                  </a:lnTo>
                  <a:lnTo>
                    <a:pt x="4620123" y="532221"/>
                  </a:lnTo>
                  <a:lnTo>
                    <a:pt x="4620241" y="532221"/>
                  </a:lnTo>
                  <a:lnTo>
                    <a:pt x="4620358" y="532221"/>
                  </a:lnTo>
                  <a:lnTo>
                    <a:pt x="4620476" y="532221"/>
                  </a:lnTo>
                  <a:lnTo>
                    <a:pt x="4620594" y="532221"/>
                  </a:lnTo>
                  <a:lnTo>
                    <a:pt x="4620711" y="532221"/>
                  </a:lnTo>
                  <a:lnTo>
                    <a:pt x="4620829" y="532221"/>
                  </a:lnTo>
                  <a:lnTo>
                    <a:pt x="4620946" y="532221"/>
                  </a:lnTo>
                  <a:lnTo>
                    <a:pt x="4621064" y="532221"/>
                  </a:lnTo>
                  <a:lnTo>
                    <a:pt x="4621182" y="532221"/>
                  </a:lnTo>
                  <a:lnTo>
                    <a:pt x="4621299" y="532221"/>
                  </a:lnTo>
                  <a:lnTo>
                    <a:pt x="4621417" y="532221"/>
                  </a:lnTo>
                  <a:lnTo>
                    <a:pt x="4621534" y="532221"/>
                  </a:lnTo>
                  <a:lnTo>
                    <a:pt x="4621652" y="532221"/>
                  </a:lnTo>
                  <a:lnTo>
                    <a:pt x="4621770" y="532221"/>
                  </a:lnTo>
                  <a:lnTo>
                    <a:pt x="4621887" y="532221"/>
                  </a:lnTo>
                  <a:lnTo>
                    <a:pt x="4622005" y="532221"/>
                  </a:lnTo>
                  <a:lnTo>
                    <a:pt x="4622122" y="532221"/>
                  </a:lnTo>
                  <a:lnTo>
                    <a:pt x="4622240" y="532221"/>
                  </a:lnTo>
                  <a:lnTo>
                    <a:pt x="4622358" y="532221"/>
                  </a:lnTo>
                  <a:lnTo>
                    <a:pt x="4622475" y="532221"/>
                  </a:lnTo>
                  <a:lnTo>
                    <a:pt x="4622475" y="531791"/>
                  </a:lnTo>
                  <a:lnTo>
                    <a:pt x="4622593" y="531791"/>
                  </a:lnTo>
                  <a:lnTo>
                    <a:pt x="4622711" y="531791"/>
                  </a:lnTo>
                  <a:lnTo>
                    <a:pt x="4622711" y="531360"/>
                  </a:lnTo>
                  <a:lnTo>
                    <a:pt x="4622828" y="531360"/>
                  </a:lnTo>
                  <a:lnTo>
                    <a:pt x="4622946" y="531360"/>
                  </a:lnTo>
                  <a:lnTo>
                    <a:pt x="4622946" y="530929"/>
                  </a:lnTo>
                  <a:lnTo>
                    <a:pt x="4623063" y="530929"/>
                  </a:lnTo>
                  <a:lnTo>
                    <a:pt x="4623181" y="530929"/>
                  </a:lnTo>
                  <a:lnTo>
                    <a:pt x="4623299" y="530929"/>
                  </a:lnTo>
                  <a:lnTo>
                    <a:pt x="4623416" y="530929"/>
                  </a:lnTo>
                  <a:lnTo>
                    <a:pt x="4623534" y="530929"/>
                  </a:lnTo>
                  <a:lnTo>
                    <a:pt x="4623534" y="530499"/>
                  </a:lnTo>
                  <a:lnTo>
                    <a:pt x="4623651" y="530499"/>
                  </a:lnTo>
                  <a:lnTo>
                    <a:pt x="4623769" y="530499"/>
                  </a:lnTo>
                  <a:lnTo>
                    <a:pt x="4623887" y="530499"/>
                  </a:lnTo>
                  <a:lnTo>
                    <a:pt x="4624004" y="530499"/>
                  </a:lnTo>
                  <a:lnTo>
                    <a:pt x="4624122" y="530499"/>
                  </a:lnTo>
                  <a:lnTo>
                    <a:pt x="4624240" y="530499"/>
                  </a:lnTo>
                  <a:lnTo>
                    <a:pt x="4624357" y="530499"/>
                  </a:lnTo>
                  <a:lnTo>
                    <a:pt x="4624475" y="530499"/>
                  </a:lnTo>
                  <a:lnTo>
                    <a:pt x="4624592" y="530499"/>
                  </a:lnTo>
                  <a:lnTo>
                    <a:pt x="4624710" y="530499"/>
                  </a:lnTo>
                  <a:lnTo>
                    <a:pt x="4624828" y="530499"/>
                  </a:lnTo>
                  <a:lnTo>
                    <a:pt x="4624945" y="530499"/>
                  </a:lnTo>
                  <a:lnTo>
                    <a:pt x="4625063" y="530499"/>
                  </a:lnTo>
                  <a:lnTo>
                    <a:pt x="4625180" y="530499"/>
                  </a:lnTo>
                  <a:lnTo>
                    <a:pt x="4625298" y="530499"/>
                  </a:lnTo>
                  <a:lnTo>
                    <a:pt x="4625416" y="530499"/>
                  </a:lnTo>
                  <a:lnTo>
                    <a:pt x="4625533" y="530499"/>
                  </a:lnTo>
                  <a:lnTo>
                    <a:pt x="4625651" y="530499"/>
                  </a:lnTo>
                  <a:lnTo>
                    <a:pt x="4625769" y="530499"/>
                  </a:lnTo>
                  <a:lnTo>
                    <a:pt x="4625886" y="530499"/>
                  </a:lnTo>
                  <a:lnTo>
                    <a:pt x="4626004" y="530499"/>
                  </a:lnTo>
                  <a:lnTo>
                    <a:pt x="4626121" y="530499"/>
                  </a:lnTo>
                  <a:lnTo>
                    <a:pt x="4626239" y="530499"/>
                  </a:lnTo>
                  <a:lnTo>
                    <a:pt x="4626357" y="530499"/>
                  </a:lnTo>
                  <a:lnTo>
                    <a:pt x="4626474" y="530499"/>
                  </a:lnTo>
                  <a:lnTo>
                    <a:pt x="4626592" y="530499"/>
                  </a:lnTo>
                  <a:lnTo>
                    <a:pt x="4626709" y="530499"/>
                  </a:lnTo>
                  <a:lnTo>
                    <a:pt x="4626709" y="530068"/>
                  </a:lnTo>
                  <a:lnTo>
                    <a:pt x="4626827" y="530068"/>
                  </a:lnTo>
                  <a:lnTo>
                    <a:pt x="4626945" y="530068"/>
                  </a:lnTo>
                  <a:lnTo>
                    <a:pt x="4627062" y="530068"/>
                  </a:lnTo>
                  <a:lnTo>
                    <a:pt x="4627180" y="530068"/>
                  </a:lnTo>
                  <a:lnTo>
                    <a:pt x="4627298" y="530068"/>
                  </a:lnTo>
                  <a:lnTo>
                    <a:pt x="4627415" y="530068"/>
                  </a:lnTo>
                  <a:lnTo>
                    <a:pt x="4627533" y="530068"/>
                  </a:lnTo>
                  <a:lnTo>
                    <a:pt x="4627650" y="530068"/>
                  </a:lnTo>
                  <a:lnTo>
                    <a:pt x="4627650" y="529638"/>
                  </a:lnTo>
                  <a:lnTo>
                    <a:pt x="4627650" y="529207"/>
                  </a:lnTo>
                  <a:lnTo>
                    <a:pt x="4627768" y="529207"/>
                  </a:lnTo>
                  <a:lnTo>
                    <a:pt x="4627886" y="529207"/>
                  </a:lnTo>
                  <a:lnTo>
                    <a:pt x="4628003" y="529207"/>
                  </a:lnTo>
                  <a:lnTo>
                    <a:pt x="4628121" y="529207"/>
                  </a:lnTo>
                  <a:lnTo>
                    <a:pt x="4628238" y="529207"/>
                  </a:lnTo>
                  <a:lnTo>
                    <a:pt x="4628356" y="529207"/>
                  </a:lnTo>
                  <a:lnTo>
                    <a:pt x="4628474" y="529207"/>
                  </a:lnTo>
                  <a:lnTo>
                    <a:pt x="4628591" y="529207"/>
                  </a:lnTo>
                  <a:lnTo>
                    <a:pt x="4628709" y="529207"/>
                  </a:lnTo>
                  <a:lnTo>
                    <a:pt x="4628827" y="529207"/>
                  </a:lnTo>
                  <a:lnTo>
                    <a:pt x="4628944" y="529207"/>
                  </a:lnTo>
                  <a:lnTo>
                    <a:pt x="4629062" y="529207"/>
                  </a:lnTo>
                  <a:lnTo>
                    <a:pt x="4629179" y="529207"/>
                  </a:lnTo>
                  <a:lnTo>
                    <a:pt x="4629297" y="529207"/>
                  </a:lnTo>
                  <a:lnTo>
                    <a:pt x="4629415" y="529207"/>
                  </a:lnTo>
                  <a:lnTo>
                    <a:pt x="4629532" y="529207"/>
                  </a:lnTo>
                  <a:lnTo>
                    <a:pt x="4629650" y="529207"/>
                  </a:lnTo>
                  <a:lnTo>
                    <a:pt x="4629650" y="528776"/>
                  </a:lnTo>
                  <a:lnTo>
                    <a:pt x="4629767" y="528776"/>
                  </a:lnTo>
                  <a:lnTo>
                    <a:pt x="4629767" y="528346"/>
                  </a:lnTo>
                  <a:lnTo>
                    <a:pt x="4629885" y="528346"/>
                  </a:lnTo>
                  <a:lnTo>
                    <a:pt x="4630003" y="528346"/>
                  </a:lnTo>
                  <a:lnTo>
                    <a:pt x="4630120" y="528346"/>
                  </a:lnTo>
                  <a:lnTo>
                    <a:pt x="4630238" y="528346"/>
                  </a:lnTo>
                  <a:lnTo>
                    <a:pt x="4630355" y="528346"/>
                  </a:lnTo>
                  <a:lnTo>
                    <a:pt x="4630355" y="527915"/>
                  </a:lnTo>
                  <a:lnTo>
                    <a:pt x="4630473" y="527915"/>
                  </a:lnTo>
                  <a:lnTo>
                    <a:pt x="4630591" y="527915"/>
                  </a:lnTo>
                  <a:lnTo>
                    <a:pt x="4630708" y="527915"/>
                  </a:lnTo>
                  <a:lnTo>
                    <a:pt x="4630826" y="527915"/>
                  </a:lnTo>
                  <a:lnTo>
                    <a:pt x="4630944" y="527915"/>
                  </a:lnTo>
                  <a:lnTo>
                    <a:pt x="4631061" y="527915"/>
                  </a:lnTo>
                  <a:lnTo>
                    <a:pt x="4631179" y="527915"/>
                  </a:lnTo>
                  <a:lnTo>
                    <a:pt x="4631296" y="527915"/>
                  </a:lnTo>
                  <a:lnTo>
                    <a:pt x="4631414" y="527915"/>
                  </a:lnTo>
                  <a:lnTo>
                    <a:pt x="4631532" y="527915"/>
                  </a:lnTo>
                  <a:lnTo>
                    <a:pt x="4631649" y="527915"/>
                  </a:lnTo>
                  <a:lnTo>
                    <a:pt x="4631767" y="527915"/>
                  </a:lnTo>
                  <a:lnTo>
                    <a:pt x="4631884" y="527915"/>
                  </a:lnTo>
                  <a:lnTo>
                    <a:pt x="4632002" y="527915"/>
                  </a:lnTo>
                  <a:lnTo>
                    <a:pt x="4632120" y="527915"/>
                  </a:lnTo>
                  <a:lnTo>
                    <a:pt x="4632237" y="527915"/>
                  </a:lnTo>
                  <a:lnTo>
                    <a:pt x="4632355" y="527915"/>
                  </a:lnTo>
                  <a:lnTo>
                    <a:pt x="4632473" y="527915"/>
                  </a:lnTo>
                  <a:lnTo>
                    <a:pt x="4632473" y="527485"/>
                  </a:lnTo>
                  <a:lnTo>
                    <a:pt x="4632590" y="527485"/>
                  </a:lnTo>
                  <a:lnTo>
                    <a:pt x="4632590" y="527054"/>
                  </a:lnTo>
                  <a:lnTo>
                    <a:pt x="4632708" y="527054"/>
                  </a:lnTo>
                  <a:lnTo>
                    <a:pt x="4632825" y="527054"/>
                  </a:lnTo>
                  <a:lnTo>
                    <a:pt x="4632943" y="527054"/>
                  </a:lnTo>
                  <a:lnTo>
                    <a:pt x="4633061" y="527054"/>
                  </a:lnTo>
                  <a:lnTo>
                    <a:pt x="4633178" y="527054"/>
                  </a:lnTo>
                  <a:lnTo>
                    <a:pt x="4633296" y="527054"/>
                  </a:lnTo>
                  <a:lnTo>
                    <a:pt x="4633296" y="526623"/>
                  </a:lnTo>
                  <a:lnTo>
                    <a:pt x="4633413" y="526623"/>
                  </a:lnTo>
                  <a:lnTo>
                    <a:pt x="4633531" y="526623"/>
                  </a:lnTo>
                  <a:lnTo>
                    <a:pt x="4633649" y="526623"/>
                  </a:lnTo>
                  <a:lnTo>
                    <a:pt x="4633766" y="526623"/>
                  </a:lnTo>
                  <a:lnTo>
                    <a:pt x="4633884" y="526623"/>
                  </a:lnTo>
                  <a:lnTo>
                    <a:pt x="4634002" y="526623"/>
                  </a:lnTo>
                  <a:lnTo>
                    <a:pt x="4634119" y="526623"/>
                  </a:lnTo>
                  <a:lnTo>
                    <a:pt x="4634237" y="526623"/>
                  </a:lnTo>
                  <a:lnTo>
                    <a:pt x="4634237" y="526193"/>
                  </a:lnTo>
                  <a:lnTo>
                    <a:pt x="4634354" y="526193"/>
                  </a:lnTo>
                  <a:lnTo>
                    <a:pt x="4634354" y="525762"/>
                  </a:lnTo>
                  <a:lnTo>
                    <a:pt x="4634354" y="525332"/>
                  </a:lnTo>
                  <a:lnTo>
                    <a:pt x="4634472" y="525332"/>
                  </a:lnTo>
                  <a:lnTo>
                    <a:pt x="4634590" y="525332"/>
                  </a:lnTo>
                  <a:lnTo>
                    <a:pt x="4634707" y="525332"/>
                  </a:lnTo>
                  <a:lnTo>
                    <a:pt x="4634825" y="525332"/>
                  </a:lnTo>
                  <a:lnTo>
                    <a:pt x="4634825" y="524901"/>
                  </a:lnTo>
                  <a:lnTo>
                    <a:pt x="4634942" y="524901"/>
                  </a:lnTo>
                  <a:lnTo>
                    <a:pt x="4635060" y="524901"/>
                  </a:lnTo>
                  <a:lnTo>
                    <a:pt x="4635178" y="524901"/>
                  </a:lnTo>
                  <a:lnTo>
                    <a:pt x="4635178" y="524470"/>
                  </a:lnTo>
                  <a:lnTo>
                    <a:pt x="4635295" y="524470"/>
                  </a:lnTo>
                  <a:lnTo>
                    <a:pt x="4635413" y="524470"/>
                  </a:lnTo>
                  <a:lnTo>
                    <a:pt x="4635531" y="524470"/>
                  </a:lnTo>
                  <a:lnTo>
                    <a:pt x="4635648" y="524470"/>
                  </a:lnTo>
                  <a:lnTo>
                    <a:pt x="4635648" y="524040"/>
                  </a:lnTo>
                  <a:lnTo>
                    <a:pt x="4635766" y="524040"/>
                  </a:lnTo>
                  <a:lnTo>
                    <a:pt x="4635883" y="524040"/>
                  </a:lnTo>
                  <a:lnTo>
                    <a:pt x="4636001" y="524040"/>
                  </a:lnTo>
                  <a:lnTo>
                    <a:pt x="4636119" y="524040"/>
                  </a:lnTo>
                  <a:lnTo>
                    <a:pt x="4636236" y="524040"/>
                  </a:lnTo>
                  <a:lnTo>
                    <a:pt x="4636354" y="524040"/>
                  </a:lnTo>
                  <a:lnTo>
                    <a:pt x="4636354" y="523609"/>
                  </a:lnTo>
                  <a:lnTo>
                    <a:pt x="4636354" y="523179"/>
                  </a:lnTo>
                  <a:lnTo>
                    <a:pt x="4636471" y="523179"/>
                  </a:lnTo>
                  <a:lnTo>
                    <a:pt x="4636589" y="523179"/>
                  </a:lnTo>
                  <a:lnTo>
                    <a:pt x="4636707" y="523179"/>
                  </a:lnTo>
                  <a:lnTo>
                    <a:pt x="4636824" y="523179"/>
                  </a:lnTo>
                  <a:lnTo>
                    <a:pt x="4636942" y="523179"/>
                  </a:lnTo>
                  <a:lnTo>
                    <a:pt x="4637060" y="523179"/>
                  </a:lnTo>
                  <a:lnTo>
                    <a:pt x="4637177" y="523179"/>
                  </a:lnTo>
                  <a:lnTo>
                    <a:pt x="4637295" y="523179"/>
                  </a:lnTo>
                  <a:lnTo>
                    <a:pt x="4637412" y="523179"/>
                  </a:lnTo>
                  <a:lnTo>
                    <a:pt x="4637530" y="523179"/>
                  </a:lnTo>
                  <a:lnTo>
                    <a:pt x="4637648" y="523179"/>
                  </a:lnTo>
                  <a:lnTo>
                    <a:pt x="4637765" y="523179"/>
                  </a:lnTo>
                  <a:lnTo>
                    <a:pt x="4637765" y="522748"/>
                  </a:lnTo>
                  <a:lnTo>
                    <a:pt x="4637883" y="522748"/>
                  </a:lnTo>
                  <a:lnTo>
                    <a:pt x="4638000" y="522748"/>
                  </a:lnTo>
                  <a:lnTo>
                    <a:pt x="4638118" y="522748"/>
                  </a:lnTo>
                  <a:lnTo>
                    <a:pt x="4638236" y="522748"/>
                  </a:lnTo>
                  <a:lnTo>
                    <a:pt x="4638353" y="522748"/>
                  </a:lnTo>
                  <a:lnTo>
                    <a:pt x="4638353" y="522317"/>
                  </a:lnTo>
                  <a:lnTo>
                    <a:pt x="4638471" y="522317"/>
                  </a:lnTo>
                  <a:lnTo>
                    <a:pt x="4638471" y="521887"/>
                  </a:lnTo>
                  <a:lnTo>
                    <a:pt x="4638588" y="521887"/>
                  </a:lnTo>
                  <a:lnTo>
                    <a:pt x="4638706" y="521887"/>
                  </a:lnTo>
                  <a:lnTo>
                    <a:pt x="4638824" y="521887"/>
                  </a:lnTo>
                  <a:lnTo>
                    <a:pt x="4638941" y="521887"/>
                  </a:lnTo>
                  <a:lnTo>
                    <a:pt x="4639059" y="521887"/>
                  </a:lnTo>
                  <a:lnTo>
                    <a:pt x="4639177" y="521887"/>
                  </a:lnTo>
                  <a:lnTo>
                    <a:pt x="4639294" y="521887"/>
                  </a:lnTo>
                  <a:lnTo>
                    <a:pt x="4639412" y="521887"/>
                  </a:lnTo>
                  <a:lnTo>
                    <a:pt x="4639529" y="521887"/>
                  </a:lnTo>
                  <a:lnTo>
                    <a:pt x="4639647" y="521887"/>
                  </a:lnTo>
                  <a:lnTo>
                    <a:pt x="4639765" y="521887"/>
                  </a:lnTo>
                  <a:lnTo>
                    <a:pt x="4639882" y="521887"/>
                  </a:lnTo>
                  <a:lnTo>
                    <a:pt x="4640000" y="521887"/>
                  </a:lnTo>
                  <a:lnTo>
                    <a:pt x="4640117" y="521887"/>
                  </a:lnTo>
                  <a:lnTo>
                    <a:pt x="4640235" y="521887"/>
                  </a:lnTo>
                  <a:lnTo>
                    <a:pt x="4640353" y="521887"/>
                  </a:lnTo>
                  <a:lnTo>
                    <a:pt x="4640470" y="521887"/>
                  </a:lnTo>
                  <a:lnTo>
                    <a:pt x="4640588" y="521887"/>
                  </a:lnTo>
                  <a:lnTo>
                    <a:pt x="4640706" y="521887"/>
                  </a:lnTo>
                  <a:lnTo>
                    <a:pt x="4640823" y="521887"/>
                  </a:lnTo>
                  <a:lnTo>
                    <a:pt x="4640941" y="521887"/>
                  </a:lnTo>
                  <a:lnTo>
                    <a:pt x="4641058" y="521887"/>
                  </a:lnTo>
                  <a:lnTo>
                    <a:pt x="4641176" y="521887"/>
                  </a:lnTo>
                  <a:lnTo>
                    <a:pt x="4641294" y="521887"/>
                  </a:lnTo>
                  <a:lnTo>
                    <a:pt x="4641411" y="521887"/>
                  </a:lnTo>
                  <a:lnTo>
                    <a:pt x="4641529" y="521887"/>
                  </a:lnTo>
                  <a:lnTo>
                    <a:pt x="4641529" y="521456"/>
                  </a:lnTo>
                  <a:lnTo>
                    <a:pt x="4641646" y="521456"/>
                  </a:lnTo>
                  <a:lnTo>
                    <a:pt x="4641646" y="521026"/>
                  </a:lnTo>
                  <a:lnTo>
                    <a:pt x="4641764" y="521026"/>
                  </a:lnTo>
                  <a:lnTo>
                    <a:pt x="4641882" y="521026"/>
                  </a:lnTo>
                  <a:lnTo>
                    <a:pt x="4641999" y="521026"/>
                  </a:lnTo>
                  <a:lnTo>
                    <a:pt x="4642117" y="521026"/>
                  </a:lnTo>
                  <a:lnTo>
                    <a:pt x="4642235" y="521026"/>
                  </a:lnTo>
                  <a:lnTo>
                    <a:pt x="4642352" y="521026"/>
                  </a:lnTo>
                  <a:lnTo>
                    <a:pt x="4642352" y="520595"/>
                  </a:lnTo>
                  <a:lnTo>
                    <a:pt x="4642470" y="520595"/>
                  </a:lnTo>
                  <a:lnTo>
                    <a:pt x="4642470" y="520164"/>
                  </a:lnTo>
                  <a:lnTo>
                    <a:pt x="4642587" y="520164"/>
                  </a:lnTo>
                  <a:lnTo>
                    <a:pt x="4642705" y="520164"/>
                  </a:lnTo>
                  <a:lnTo>
                    <a:pt x="4642823" y="520164"/>
                  </a:lnTo>
                  <a:lnTo>
                    <a:pt x="4642940" y="520164"/>
                  </a:lnTo>
                  <a:lnTo>
                    <a:pt x="4643058" y="520164"/>
                  </a:lnTo>
                  <a:lnTo>
                    <a:pt x="4643175" y="520164"/>
                  </a:lnTo>
                  <a:lnTo>
                    <a:pt x="4643293" y="520164"/>
                  </a:lnTo>
                  <a:lnTo>
                    <a:pt x="4643411" y="520164"/>
                  </a:lnTo>
                  <a:lnTo>
                    <a:pt x="4643528" y="520164"/>
                  </a:lnTo>
                  <a:lnTo>
                    <a:pt x="4643646" y="520164"/>
                  </a:lnTo>
                  <a:lnTo>
                    <a:pt x="4643764" y="520164"/>
                  </a:lnTo>
                  <a:lnTo>
                    <a:pt x="4643881" y="520164"/>
                  </a:lnTo>
                  <a:lnTo>
                    <a:pt x="4643999" y="520164"/>
                  </a:lnTo>
                  <a:lnTo>
                    <a:pt x="4644116" y="520164"/>
                  </a:lnTo>
                  <a:lnTo>
                    <a:pt x="4644234" y="520164"/>
                  </a:lnTo>
                  <a:lnTo>
                    <a:pt x="4644352" y="520164"/>
                  </a:lnTo>
                  <a:lnTo>
                    <a:pt x="4644469" y="520164"/>
                  </a:lnTo>
                  <a:lnTo>
                    <a:pt x="4644587" y="520164"/>
                  </a:lnTo>
                  <a:lnTo>
                    <a:pt x="4644704" y="520164"/>
                  </a:lnTo>
                  <a:lnTo>
                    <a:pt x="4644822" y="520164"/>
                  </a:lnTo>
                  <a:lnTo>
                    <a:pt x="4644822" y="519734"/>
                  </a:lnTo>
                  <a:lnTo>
                    <a:pt x="4644940" y="519734"/>
                  </a:lnTo>
                  <a:lnTo>
                    <a:pt x="4644940" y="519303"/>
                  </a:lnTo>
                  <a:lnTo>
                    <a:pt x="4645057" y="519303"/>
                  </a:lnTo>
                  <a:lnTo>
                    <a:pt x="4645175" y="519303"/>
                  </a:lnTo>
                  <a:lnTo>
                    <a:pt x="4645293" y="519303"/>
                  </a:lnTo>
                  <a:lnTo>
                    <a:pt x="4645410" y="519303"/>
                  </a:lnTo>
                  <a:lnTo>
                    <a:pt x="4645528" y="519303"/>
                  </a:lnTo>
                  <a:lnTo>
                    <a:pt x="4645645" y="519303"/>
                  </a:lnTo>
                  <a:lnTo>
                    <a:pt x="4645763" y="519303"/>
                  </a:lnTo>
                  <a:lnTo>
                    <a:pt x="4645881" y="519303"/>
                  </a:lnTo>
                  <a:lnTo>
                    <a:pt x="4645998" y="519303"/>
                  </a:lnTo>
                  <a:lnTo>
                    <a:pt x="4646116" y="519303"/>
                  </a:lnTo>
                  <a:lnTo>
                    <a:pt x="4646233" y="519303"/>
                  </a:lnTo>
                  <a:lnTo>
                    <a:pt x="4646351" y="519303"/>
                  </a:lnTo>
                  <a:lnTo>
                    <a:pt x="4646469" y="519303"/>
                  </a:lnTo>
                  <a:lnTo>
                    <a:pt x="4646586" y="519303"/>
                  </a:lnTo>
                  <a:lnTo>
                    <a:pt x="4646704" y="519303"/>
                  </a:lnTo>
                  <a:lnTo>
                    <a:pt x="4646821" y="519303"/>
                  </a:lnTo>
                  <a:lnTo>
                    <a:pt x="4646939" y="519303"/>
                  </a:lnTo>
                  <a:lnTo>
                    <a:pt x="4647057" y="519303"/>
                  </a:lnTo>
                  <a:lnTo>
                    <a:pt x="4647174" y="519303"/>
                  </a:lnTo>
                  <a:lnTo>
                    <a:pt x="4647292" y="519303"/>
                  </a:lnTo>
                  <a:lnTo>
                    <a:pt x="4647410" y="519303"/>
                  </a:lnTo>
                  <a:lnTo>
                    <a:pt x="4647527" y="519303"/>
                  </a:lnTo>
                  <a:lnTo>
                    <a:pt x="4647645" y="519303"/>
                  </a:lnTo>
                  <a:lnTo>
                    <a:pt x="4647762" y="519303"/>
                  </a:lnTo>
                  <a:lnTo>
                    <a:pt x="4647762" y="518873"/>
                  </a:lnTo>
                  <a:lnTo>
                    <a:pt x="4647880" y="518873"/>
                  </a:lnTo>
                  <a:lnTo>
                    <a:pt x="4647998" y="518873"/>
                  </a:lnTo>
                  <a:lnTo>
                    <a:pt x="4648115" y="518873"/>
                  </a:lnTo>
                  <a:lnTo>
                    <a:pt x="4648115" y="518442"/>
                  </a:lnTo>
                  <a:lnTo>
                    <a:pt x="4648115" y="518011"/>
                  </a:lnTo>
                  <a:lnTo>
                    <a:pt x="4648233" y="518011"/>
                  </a:lnTo>
                  <a:lnTo>
                    <a:pt x="4648350" y="518011"/>
                  </a:lnTo>
                  <a:lnTo>
                    <a:pt x="4648468" y="518011"/>
                  </a:lnTo>
                  <a:lnTo>
                    <a:pt x="4648586" y="518011"/>
                  </a:lnTo>
                  <a:lnTo>
                    <a:pt x="4648703" y="518011"/>
                  </a:lnTo>
                  <a:lnTo>
                    <a:pt x="4648821" y="518011"/>
                  </a:lnTo>
                  <a:lnTo>
                    <a:pt x="4648939" y="518011"/>
                  </a:lnTo>
                  <a:lnTo>
                    <a:pt x="4649056" y="518011"/>
                  </a:lnTo>
                  <a:lnTo>
                    <a:pt x="4649174" y="518011"/>
                  </a:lnTo>
                  <a:lnTo>
                    <a:pt x="4649291" y="518011"/>
                  </a:lnTo>
                  <a:lnTo>
                    <a:pt x="4649409" y="518011"/>
                  </a:lnTo>
                  <a:lnTo>
                    <a:pt x="4649527" y="518011"/>
                  </a:lnTo>
                  <a:lnTo>
                    <a:pt x="4649644" y="518011"/>
                  </a:lnTo>
                  <a:lnTo>
                    <a:pt x="4649762" y="518011"/>
                  </a:lnTo>
                  <a:lnTo>
                    <a:pt x="4649879" y="518011"/>
                  </a:lnTo>
                  <a:lnTo>
                    <a:pt x="4649997" y="518011"/>
                  </a:lnTo>
                  <a:lnTo>
                    <a:pt x="4650115" y="518011"/>
                  </a:lnTo>
                  <a:lnTo>
                    <a:pt x="4650232" y="518011"/>
                  </a:lnTo>
                  <a:lnTo>
                    <a:pt x="4650232" y="517581"/>
                  </a:lnTo>
                  <a:lnTo>
                    <a:pt x="4650350" y="517581"/>
                  </a:lnTo>
                  <a:lnTo>
                    <a:pt x="4650468" y="517581"/>
                  </a:lnTo>
                  <a:lnTo>
                    <a:pt x="4650585" y="517581"/>
                  </a:lnTo>
                  <a:lnTo>
                    <a:pt x="4650703" y="517581"/>
                  </a:lnTo>
                  <a:lnTo>
                    <a:pt x="4650820" y="517581"/>
                  </a:lnTo>
                  <a:lnTo>
                    <a:pt x="4650938" y="517581"/>
                  </a:lnTo>
                  <a:lnTo>
                    <a:pt x="4651056" y="517581"/>
                  </a:lnTo>
                  <a:lnTo>
                    <a:pt x="4651173" y="517581"/>
                  </a:lnTo>
                  <a:lnTo>
                    <a:pt x="4651291" y="517581"/>
                  </a:lnTo>
                  <a:lnTo>
                    <a:pt x="4651408" y="517581"/>
                  </a:lnTo>
                  <a:lnTo>
                    <a:pt x="4651526" y="517581"/>
                  </a:lnTo>
                  <a:lnTo>
                    <a:pt x="4651526" y="517150"/>
                  </a:lnTo>
                  <a:lnTo>
                    <a:pt x="4651526" y="516720"/>
                  </a:lnTo>
                  <a:lnTo>
                    <a:pt x="4651644" y="516720"/>
                  </a:lnTo>
                  <a:lnTo>
                    <a:pt x="4651761" y="516720"/>
                  </a:lnTo>
                  <a:lnTo>
                    <a:pt x="4651879" y="516720"/>
                  </a:lnTo>
                  <a:lnTo>
                    <a:pt x="4651997" y="516720"/>
                  </a:lnTo>
                  <a:lnTo>
                    <a:pt x="4652114" y="516720"/>
                  </a:lnTo>
                  <a:lnTo>
                    <a:pt x="4652232" y="516720"/>
                  </a:lnTo>
                  <a:lnTo>
                    <a:pt x="4652349" y="516720"/>
                  </a:lnTo>
                  <a:lnTo>
                    <a:pt x="4652467" y="516720"/>
                  </a:lnTo>
                  <a:lnTo>
                    <a:pt x="4652467" y="516289"/>
                  </a:lnTo>
                  <a:lnTo>
                    <a:pt x="4652585" y="516289"/>
                  </a:lnTo>
                  <a:lnTo>
                    <a:pt x="4652702" y="516289"/>
                  </a:lnTo>
                  <a:lnTo>
                    <a:pt x="4652820" y="516289"/>
                  </a:lnTo>
                  <a:lnTo>
                    <a:pt x="4652937" y="516289"/>
                  </a:lnTo>
                  <a:lnTo>
                    <a:pt x="4653055" y="516289"/>
                  </a:lnTo>
                  <a:lnTo>
                    <a:pt x="4653173" y="516289"/>
                  </a:lnTo>
                  <a:lnTo>
                    <a:pt x="4653173" y="515858"/>
                  </a:lnTo>
                  <a:lnTo>
                    <a:pt x="4653173" y="515428"/>
                  </a:lnTo>
                  <a:lnTo>
                    <a:pt x="4653290" y="515428"/>
                  </a:lnTo>
                  <a:lnTo>
                    <a:pt x="4653408" y="515428"/>
                  </a:lnTo>
                  <a:lnTo>
                    <a:pt x="4653526" y="515428"/>
                  </a:lnTo>
                  <a:lnTo>
                    <a:pt x="4653643" y="515428"/>
                  </a:lnTo>
                  <a:lnTo>
                    <a:pt x="4653761" y="515428"/>
                  </a:lnTo>
                  <a:lnTo>
                    <a:pt x="4653878" y="515428"/>
                  </a:lnTo>
                  <a:lnTo>
                    <a:pt x="4653996" y="515428"/>
                  </a:lnTo>
                  <a:lnTo>
                    <a:pt x="4654114" y="515428"/>
                  </a:lnTo>
                  <a:lnTo>
                    <a:pt x="4654231" y="515428"/>
                  </a:lnTo>
                  <a:lnTo>
                    <a:pt x="4654349" y="515428"/>
                  </a:lnTo>
                  <a:lnTo>
                    <a:pt x="4654349" y="514997"/>
                  </a:lnTo>
                  <a:lnTo>
                    <a:pt x="4654349" y="514567"/>
                  </a:lnTo>
                  <a:lnTo>
                    <a:pt x="4654466" y="514567"/>
                  </a:lnTo>
                  <a:lnTo>
                    <a:pt x="4654584" y="514567"/>
                  </a:lnTo>
                  <a:lnTo>
                    <a:pt x="4654702" y="514567"/>
                  </a:lnTo>
                  <a:lnTo>
                    <a:pt x="4654819" y="514567"/>
                  </a:lnTo>
                  <a:lnTo>
                    <a:pt x="4654937" y="514567"/>
                  </a:lnTo>
                  <a:lnTo>
                    <a:pt x="4655054" y="514567"/>
                  </a:lnTo>
                  <a:lnTo>
                    <a:pt x="4655172" y="514567"/>
                  </a:lnTo>
                  <a:lnTo>
                    <a:pt x="4655290" y="514567"/>
                  </a:lnTo>
                  <a:lnTo>
                    <a:pt x="4655407" y="514567"/>
                  </a:lnTo>
                  <a:lnTo>
                    <a:pt x="4655525" y="514567"/>
                  </a:lnTo>
                  <a:lnTo>
                    <a:pt x="4655643" y="514567"/>
                  </a:lnTo>
                  <a:lnTo>
                    <a:pt x="4655760" y="514567"/>
                  </a:lnTo>
                  <a:lnTo>
                    <a:pt x="4655878" y="514567"/>
                  </a:lnTo>
                  <a:lnTo>
                    <a:pt x="4655995" y="514567"/>
                  </a:lnTo>
                  <a:lnTo>
                    <a:pt x="4656113" y="514567"/>
                  </a:lnTo>
                  <a:lnTo>
                    <a:pt x="4656231" y="514567"/>
                  </a:lnTo>
                  <a:lnTo>
                    <a:pt x="4656348" y="514567"/>
                  </a:lnTo>
                  <a:lnTo>
                    <a:pt x="4656466" y="514567"/>
                  </a:lnTo>
                  <a:lnTo>
                    <a:pt x="4656583" y="514567"/>
                  </a:lnTo>
                  <a:lnTo>
                    <a:pt x="4656701" y="514567"/>
                  </a:lnTo>
                  <a:lnTo>
                    <a:pt x="4656819" y="514567"/>
                  </a:lnTo>
                  <a:lnTo>
                    <a:pt x="4656936" y="514567"/>
                  </a:lnTo>
                  <a:lnTo>
                    <a:pt x="4656936" y="514136"/>
                  </a:lnTo>
                  <a:lnTo>
                    <a:pt x="4657054" y="514136"/>
                  </a:lnTo>
                  <a:lnTo>
                    <a:pt x="4657172" y="514136"/>
                  </a:lnTo>
                  <a:lnTo>
                    <a:pt x="4657289" y="514136"/>
                  </a:lnTo>
                  <a:lnTo>
                    <a:pt x="4657407" y="514136"/>
                  </a:lnTo>
                  <a:lnTo>
                    <a:pt x="4657524" y="514136"/>
                  </a:lnTo>
                  <a:lnTo>
                    <a:pt x="4657524" y="513705"/>
                  </a:lnTo>
                  <a:lnTo>
                    <a:pt x="4657642" y="513705"/>
                  </a:lnTo>
                  <a:lnTo>
                    <a:pt x="4657760" y="513705"/>
                  </a:lnTo>
                  <a:lnTo>
                    <a:pt x="4657877" y="513705"/>
                  </a:lnTo>
                  <a:lnTo>
                    <a:pt x="4657995" y="513705"/>
                  </a:lnTo>
                  <a:lnTo>
                    <a:pt x="4658112" y="513705"/>
                  </a:lnTo>
                  <a:lnTo>
                    <a:pt x="4658230" y="513705"/>
                  </a:lnTo>
                  <a:lnTo>
                    <a:pt x="4658348" y="513705"/>
                  </a:lnTo>
                  <a:lnTo>
                    <a:pt x="4658465" y="513705"/>
                  </a:lnTo>
                  <a:lnTo>
                    <a:pt x="4658583" y="513705"/>
                  </a:lnTo>
                  <a:lnTo>
                    <a:pt x="4658701" y="513705"/>
                  </a:lnTo>
                  <a:lnTo>
                    <a:pt x="4658818" y="513705"/>
                  </a:lnTo>
                  <a:lnTo>
                    <a:pt x="4658936" y="513705"/>
                  </a:lnTo>
                  <a:lnTo>
                    <a:pt x="4659053" y="513705"/>
                  </a:lnTo>
                  <a:lnTo>
                    <a:pt x="4659171" y="513705"/>
                  </a:lnTo>
                  <a:lnTo>
                    <a:pt x="4659289" y="513705"/>
                  </a:lnTo>
                  <a:lnTo>
                    <a:pt x="4659406" y="513705"/>
                  </a:lnTo>
                  <a:lnTo>
                    <a:pt x="4659524" y="513705"/>
                  </a:lnTo>
                  <a:lnTo>
                    <a:pt x="4659641" y="513705"/>
                  </a:lnTo>
                  <a:lnTo>
                    <a:pt x="4659759" y="513705"/>
                  </a:lnTo>
                  <a:lnTo>
                    <a:pt x="4659877" y="513705"/>
                  </a:lnTo>
                  <a:lnTo>
                    <a:pt x="4659994" y="513705"/>
                  </a:lnTo>
                  <a:lnTo>
                    <a:pt x="4660112" y="513705"/>
                  </a:lnTo>
                  <a:lnTo>
                    <a:pt x="4660230" y="513705"/>
                  </a:lnTo>
                  <a:lnTo>
                    <a:pt x="4660347" y="513705"/>
                  </a:lnTo>
                  <a:lnTo>
                    <a:pt x="4660347" y="513275"/>
                  </a:lnTo>
                  <a:lnTo>
                    <a:pt x="4660347" y="512844"/>
                  </a:lnTo>
                  <a:lnTo>
                    <a:pt x="4660465" y="512844"/>
                  </a:lnTo>
                  <a:lnTo>
                    <a:pt x="4660582" y="512844"/>
                  </a:lnTo>
                  <a:lnTo>
                    <a:pt x="4660700" y="512844"/>
                  </a:lnTo>
                  <a:lnTo>
                    <a:pt x="4660700" y="512414"/>
                  </a:lnTo>
                  <a:lnTo>
                    <a:pt x="4660818" y="512414"/>
                  </a:lnTo>
                  <a:lnTo>
                    <a:pt x="4660935" y="512414"/>
                  </a:lnTo>
                  <a:lnTo>
                    <a:pt x="4660935" y="511983"/>
                  </a:lnTo>
                  <a:lnTo>
                    <a:pt x="4660935" y="511552"/>
                  </a:lnTo>
                  <a:lnTo>
                    <a:pt x="4661053" y="511552"/>
                  </a:lnTo>
                  <a:lnTo>
                    <a:pt x="4661170" y="511552"/>
                  </a:lnTo>
                  <a:lnTo>
                    <a:pt x="4661288" y="511552"/>
                  </a:lnTo>
                  <a:lnTo>
                    <a:pt x="4661406" y="511552"/>
                  </a:lnTo>
                  <a:lnTo>
                    <a:pt x="4661523" y="511552"/>
                  </a:lnTo>
                  <a:lnTo>
                    <a:pt x="4661641" y="511552"/>
                  </a:lnTo>
                  <a:lnTo>
                    <a:pt x="4661759" y="511552"/>
                  </a:lnTo>
                  <a:lnTo>
                    <a:pt x="4661876" y="511552"/>
                  </a:lnTo>
                  <a:lnTo>
                    <a:pt x="4661994" y="511552"/>
                  </a:lnTo>
                  <a:lnTo>
                    <a:pt x="4662111" y="511552"/>
                  </a:lnTo>
                  <a:lnTo>
                    <a:pt x="4662111" y="511122"/>
                  </a:lnTo>
                  <a:lnTo>
                    <a:pt x="4662229" y="511122"/>
                  </a:lnTo>
                  <a:lnTo>
                    <a:pt x="4662347" y="511122"/>
                  </a:lnTo>
                  <a:lnTo>
                    <a:pt x="4662464" y="511122"/>
                  </a:lnTo>
                  <a:lnTo>
                    <a:pt x="4662582" y="511122"/>
                  </a:lnTo>
                  <a:lnTo>
                    <a:pt x="4662699" y="511122"/>
                  </a:lnTo>
                  <a:lnTo>
                    <a:pt x="4662699" y="510691"/>
                  </a:lnTo>
                  <a:lnTo>
                    <a:pt x="4662817" y="510691"/>
                  </a:lnTo>
                  <a:lnTo>
                    <a:pt x="4662935" y="510691"/>
                  </a:lnTo>
                  <a:lnTo>
                    <a:pt x="4663052" y="510691"/>
                  </a:lnTo>
                  <a:lnTo>
                    <a:pt x="4663170" y="510691"/>
                  </a:lnTo>
                  <a:lnTo>
                    <a:pt x="4663287" y="510691"/>
                  </a:lnTo>
                  <a:lnTo>
                    <a:pt x="4663405" y="510691"/>
                  </a:lnTo>
                  <a:lnTo>
                    <a:pt x="4663523" y="510691"/>
                  </a:lnTo>
                  <a:lnTo>
                    <a:pt x="4663640" y="510691"/>
                  </a:lnTo>
                  <a:lnTo>
                    <a:pt x="4663758" y="510691"/>
                  </a:lnTo>
                  <a:lnTo>
                    <a:pt x="4663876" y="510691"/>
                  </a:lnTo>
                  <a:lnTo>
                    <a:pt x="4663993" y="510691"/>
                  </a:lnTo>
                  <a:lnTo>
                    <a:pt x="4664111" y="510691"/>
                  </a:lnTo>
                  <a:lnTo>
                    <a:pt x="4664228" y="510691"/>
                  </a:lnTo>
                  <a:lnTo>
                    <a:pt x="4664228" y="510261"/>
                  </a:lnTo>
                  <a:lnTo>
                    <a:pt x="4664346" y="510261"/>
                  </a:lnTo>
                  <a:lnTo>
                    <a:pt x="4664464" y="510261"/>
                  </a:lnTo>
                  <a:lnTo>
                    <a:pt x="4664464" y="509830"/>
                  </a:lnTo>
                  <a:lnTo>
                    <a:pt x="4664581" y="509830"/>
                  </a:lnTo>
                  <a:lnTo>
                    <a:pt x="4664699" y="509830"/>
                  </a:lnTo>
                  <a:lnTo>
                    <a:pt x="4664816" y="509830"/>
                  </a:lnTo>
                  <a:lnTo>
                    <a:pt x="4664934" y="509830"/>
                  </a:lnTo>
                  <a:lnTo>
                    <a:pt x="4665052" y="509830"/>
                  </a:lnTo>
                  <a:lnTo>
                    <a:pt x="4665169" y="509830"/>
                  </a:lnTo>
                  <a:lnTo>
                    <a:pt x="4665287" y="509830"/>
                  </a:lnTo>
                  <a:lnTo>
                    <a:pt x="4665405" y="509830"/>
                  </a:lnTo>
                  <a:lnTo>
                    <a:pt x="4665522" y="509830"/>
                  </a:lnTo>
                  <a:lnTo>
                    <a:pt x="4665640" y="509830"/>
                  </a:lnTo>
                  <a:lnTo>
                    <a:pt x="4665757" y="509830"/>
                  </a:lnTo>
                  <a:lnTo>
                    <a:pt x="4665875" y="509830"/>
                  </a:lnTo>
                  <a:lnTo>
                    <a:pt x="4665993" y="509830"/>
                  </a:lnTo>
                  <a:lnTo>
                    <a:pt x="4666110" y="509830"/>
                  </a:lnTo>
                  <a:lnTo>
                    <a:pt x="4666110" y="509399"/>
                  </a:lnTo>
                  <a:lnTo>
                    <a:pt x="4666228" y="509399"/>
                  </a:lnTo>
                  <a:lnTo>
                    <a:pt x="4666345" y="509399"/>
                  </a:lnTo>
                  <a:lnTo>
                    <a:pt x="4666463" y="509399"/>
                  </a:lnTo>
                  <a:lnTo>
                    <a:pt x="4666581" y="509399"/>
                  </a:lnTo>
                  <a:lnTo>
                    <a:pt x="4666698" y="509399"/>
                  </a:lnTo>
                  <a:lnTo>
                    <a:pt x="4666816" y="509399"/>
                  </a:lnTo>
                  <a:lnTo>
                    <a:pt x="4666816" y="508969"/>
                  </a:lnTo>
                  <a:lnTo>
                    <a:pt x="4666934" y="508969"/>
                  </a:lnTo>
                  <a:lnTo>
                    <a:pt x="4667051" y="508969"/>
                  </a:lnTo>
                  <a:lnTo>
                    <a:pt x="4667169" y="508969"/>
                  </a:lnTo>
                  <a:lnTo>
                    <a:pt x="4667286" y="508969"/>
                  </a:lnTo>
                  <a:lnTo>
                    <a:pt x="4667404" y="508969"/>
                  </a:lnTo>
                  <a:lnTo>
                    <a:pt x="4667522" y="508969"/>
                  </a:lnTo>
                  <a:lnTo>
                    <a:pt x="4667639" y="508969"/>
                  </a:lnTo>
                  <a:lnTo>
                    <a:pt x="4667757" y="508969"/>
                  </a:lnTo>
                  <a:lnTo>
                    <a:pt x="4667874" y="508969"/>
                  </a:lnTo>
                  <a:lnTo>
                    <a:pt x="4667992" y="508969"/>
                  </a:lnTo>
                  <a:lnTo>
                    <a:pt x="4667992" y="508538"/>
                  </a:lnTo>
                  <a:lnTo>
                    <a:pt x="4668110" y="508538"/>
                  </a:lnTo>
                  <a:lnTo>
                    <a:pt x="4668227" y="508538"/>
                  </a:lnTo>
                  <a:lnTo>
                    <a:pt x="4668345" y="508538"/>
                  </a:lnTo>
                  <a:lnTo>
                    <a:pt x="4668463" y="508538"/>
                  </a:lnTo>
                  <a:lnTo>
                    <a:pt x="4668580" y="508538"/>
                  </a:lnTo>
                  <a:lnTo>
                    <a:pt x="4668698" y="508538"/>
                  </a:lnTo>
                  <a:lnTo>
                    <a:pt x="4668815" y="508538"/>
                  </a:lnTo>
                  <a:lnTo>
                    <a:pt x="4668933" y="508538"/>
                  </a:lnTo>
                  <a:lnTo>
                    <a:pt x="4669051" y="508538"/>
                  </a:lnTo>
                  <a:lnTo>
                    <a:pt x="4669168" y="508538"/>
                  </a:lnTo>
                  <a:lnTo>
                    <a:pt x="4669286" y="508538"/>
                  </a:lnTo>
                  <a:lnTo>
                    <a:pt x="4669403" y="508538"/>
                  </a:lnTo>
                  <a:lnTo>
                    <a:pt x="4669521" y="508538"/>
                  </a:lnTo>
                  <a:lnTo>
                    <a:pt x="4669639" y="508538"/>
                  </a:lnTo>
                  <a:lnTo>
                    <a:pt x="4669639" y="508108"/>
                  </a:lnTo>
                  <a:lnTo>
                    <a:pt x="4669639" y="507677"/>
                  </a:lnTo>
                  <a:lnTo>
                    <a:pt x="4669756" y="507677"/>
                  </a:lnTo>
                  <a:lnTo>
                    <a:pt x="4669874" y="507677"/>
                  </a:lnTo>
                  <a:lnTo>
                    <a:pt x="4669992" y="507677"/>
                  </a:lnTo>
                  <a:lnTo>
                    <a:pt x="4670109" y="507677"/>
                  </a:lnTo>
                  <a:lnTo>
                    <a:pt x="4670109" y="507246"/>
                  </a:lnTo>
                  <a:lnTo>
                    <a:pt x="4670109" y="506816"/>
                  </a:lnTo>
                  <a:lnTo>
                    <a:pt x="4670227" y="506816"/>
                  </a:lnTo>
                  <a:lnTo>
                    <a:pt x="4670344" y="506816"/>
                  </a:lnTo>
                  <a:lnTo>
                    <a:pt x="4670462" y="506816"/>
                  </a:lnTo>
                  <a:lnTo>
                    <a:pt x="4670580" y="506816"/>
                  </a:lnTo>
                  <a:lnTo>
                    <a:pt x="4670697" y="506816"/>
                  </a:lnTo>
                  <a:lnTo>
                    <a:pt x="4670815" y="506816"/>
                  </a:lnTo>
                  <a:lnTo>
                    <a:pt x="4670932" y="506816"/>
                  </a:lnTo>
                  <a:lnTo>
                    <a:pt x="4671050" y="506816"/>
                  </a:lnTo>
                  <a:lnTo>
                    <a:pt x="4671168" y="506816"/>
                  </a:lnTo>
                  <a:lnTo>
                    <a:pt x="4671285" y="506816"/>
                  </a:lnTo>
                  <a:lnTo>
                    <a:pt x="4671403" y="506816"/>
                  </a:lnTo>
                  <a:lnTo>
                    <a:pt x="4671520" y="506816"/>
                  </a:lnTo>
                  <a:lnTo>
                    <a:pt x="4671638" y="506816"/>
                  </a:lnTo>
                  <a:lnTo>
                    <a:pt x="4671756" y="506816"/>
                  </a:lnTo>
                  <a:lnTo>
                    <a:pt x="4671873" y="506816"/>
                  </a:lnTo>
                  <a:lnTo>
                    <a:pt x="4671991" y="506816"/>
                  </a:lnTo>
                  <a:lnTo>
                    <a:pt x="4671991" y="506385"/>
                  </a:lnTo>
                  <a:lnTo>
                    <a:pt x="4671991" y="505955"/>
                  </a:lnTo>
                  <a:lnTo>
                    <a:pt x="4672109" y="505955"/>
                  </a:lnTo>
                  <a:lnTo>
                    <a:pt x="4672226" y="505955"/>
                  </a:lnTo>
                  <a:lnTo>
                    <a:pt x="4672344" y="505955"/>
                  </a:lnTo>
                  <a:lnTo>
                    <a:pt x="4672461" y="505955"/>
                  </a:lnTo>
                  <a:lnTo>
                    <a:pt x="4672461" y="505524"/>
                  </a:lnTo>
                  <a:lnTo>
                    <a:pt x="4672579" y="505524"/>
                  </a:lnTo>
                  <a:lnTo>
                    <a:pt x="4672697" y="505524"/>
                  </a:lnTo>
                  <a:lnTo>
                    <a:pt x="4672814" y="505524"/>
                  </a:lnTo>
                  <a:lnTo>
                    <a:pt x="4672932" y="505524"/>
                  </a:lnTo>
                  <a:lnTo>
                    <a:pt x="4673049" y="505524"/>
                  </a:lnTo>
                  <a:lnTo>
                    <a:pt x="4673167" y="505524"/>
                  </a:lnTo>
                  <a:lnTo>
                    <a:pt x="4673285" y="505524"/>
                  </a:lnTo>
                  <a:lnTo>
                    <a:pt x="4673402" y="505524"/>
                  </a:lnTo>
                  <a:lnTo>
                    <a:pt x="4673402" y="505093"/>
                  </a:lnTo>
                  <a:lnTo>
                    <a:pt x="4673520" y="505093"/>
                  </a:lnTo>
                  <a:lnTo>
                    <a:pt x="4673638" y="505093"/>
                  </a:lnTo>
                  <a:lnTo>
                    <a:pt x="4673755" y="505093"/>
                  </a:lnTo>
                  <a:lnTo>
                    <a:pt x="4673873" y="505093"/>
                  </a:lnTo>
                  <a:lnTo>
                    <a:pt x="4673873" y="504663"/>
                  </a:lnTo>
                  <a:lnTo>
                    <a:pt x="4673990" y="504663"/>
                  </a:lnTo>
                  <a:lnTo>
                    <a:pt x="4674108" y="504663"/>
                  </a:lnTo>
                  <a:lnTo>
                    <a:pt x="4674226" y="504663"/>
                  </a:lnTo>
                  <a:lnTo>
                    <a:pt x="4674343" y="504663"/>
                  </a:lnTo>
                  <a:lnTo>
                    <a:pt x="4674461" y="504663"/>
                  </a:lnTo>
                  <a:lnTo>
                    <a:pt x="4674578" y="504663"/>
                  </a:lnTo>
                  <a:lnTo>
                    <a:pt x="4674696" y="504663"/>
                  </a:lnTo>
                  <a:lnTo>
                    <a:pt x="4674814" y="504663"/>
                  </a:lnTo>
                  <a:lnTo>
                    <a:pt x="4674931" y="504663"/>
                  </a:lnTo>
                  <a:lnTo>
                    <a:pt x="4675049" y="504663"/>
                  </a:lnTo>
                  <a:lnTo>
                    <a:pt x="4675167" y="504663"/>
                  </a:lnTo>
                  <a:lnTo>
                    <a:pt x="4675284" y="504663"/>
                  </a:lnTo>
                  <a:lnTo>
                    <a:pt x="4675284" y="504232"/>
                  </a:lnTo>
                  <a:lnTo>
                    <a:pt x="4675402" y="504232"/>
                  </a:lnTo>
                  <a:lnTo>
                    <a:pt x="4675519" y="504232"/>
                  </a:lnTo>
                  <a:lnTo>
                    <a:pt x="4675637" y="504232"/>
                  </a:lnTo>
                  <a:lnTo>
                    <a:pt x="4675755" y="504232"/>
                  </a:lnTo>
                  <a:lnTo>
                    <a:pt x="4675872" y="504232"/>
                  </a:lnTo>
                  <a:lnTo>
                    <a:pt x="4675990" y="504232"/>
                  </a:lnTo>
                  <a:lnTo>
                    <a:pt x="4676107" y="504232"/>
                  </a:lnTo>
                  <a:lnTo>
                    <a:pt x="4676107" y="503802"/>
                  </a:lnTo>
                  <a:lnTo>
                    <a:pt x="4676107" y="503371"/>
                  </a:lnTo>
                  <a:lnTo>
                    <a:pt x="4676225" y="503371"/>
                  </a:lnTo>
                  <a:lnTo>
                    <a:pt x="4676343" y="503371"/>
                  </a:lnTo>
                  <a:lnTo>
                    <a:pt x="4676460" y="503371"/>
                  </a:lnTo>
                  <a:lnTo>
                    <a:pt x="4676578" y="503371"/>
                  </a:lnTo>
                  <a:lnTo>
                    <a:pt x="4676696" y="503371"/>
                  </a:lnTo>
                  <a:lnTo>
                    <a:pt x="4676813" y="503371"/>
                  </a:lnTo>
                  <a:lnTo>
                    <a:pt x="4676931" y="503371"/>
                  </a:lnTo>
                  <a:lnTo>
                    <a:pt x="4677048" y="503371"/>
                  </a:lnTo>
                  <a:lnTo>
                    <a:pt x="4677166" y="503371"/>
                  </a:lnTo>
                  <a:lnTo>
                    <a:pt x="4677166" y="502940"/>
                  </a:lnTo>
                  <a:lnTo>
                    <a:pt x="4677284" y="502940"/>
                  </a:lnTo>
                  <a:lnTo>
                    <a:pt x="4677401" y="502940"/>
                  </a:lnTo>
                  <a:lnTo>
                    <a:pt x="4677519" y="502940"/>
                  </a:lnTo>
                  <a:lnTo>
                    <a:pt x="4677636" y="502940"/>
                  </a:lnTo>
                  <a:lnTo>
                    <a:pt x="4677754" y="502940"/>
                  </a:lnTo>
                  <a:lnTo>
                    <a:pt x="4677872" y="502940"/>
                  </a:lnTo>
                  <a:lnTo>
                    <a:pt x="4677989" y="502940"/>
                  </a:lnTo>
                  <a:lnTo>
                    <a:pt x="4678107" y="502940"/>
                  </a:lnTo>
                  <a:lnTo>
                    <a:pt x="4678107" y="502510"/>
                  </a:lnTo>
                  <a:lnTo>
                    <a:pt x="4678107" y="502079"/>
                  </a:lnTo>
                  <a:lnTo>
                    <a:pt x="4678107" y="501649"/>
                  </a:lnTo>
                  <a:lnTo>
                    <a:pt x="4678225" y="501649"/>
                  </a:lnTo>
                  <a:lnTo>
                    <a:pt x="4678342" y="501649"/>
                  </a:lnTo>
                  <a:lnTo>
                    <a:pt x="4678460" y="501649"/>
                  </a:lnTo>
                  <a:lnTo>
                    <a:pt x="4678577" y="501649"/>
                  </a:lnTo>
                  <a:lnTo>
                    <a:pt x="4678695" y="501649"/>
                  </a:lnTo>
                  <a:lnTo>
                    <a:pt x="4678813" y="501649"/>
                  </a:lnTo>
                  <a:lnTo>
                    <a:pt x="4678930" y="501649"/>
                  </a:lnTo>
                  <a:lnTo>
                    <a:pt x="4679048" y="501649"/>
                  </a:lnTo>
                  <a:lnTo>
                    <a:pt x="4679165" y="501649"/>
                  </a:lnTo>
                  <a:lnTo>
                    <a:pt x="4679283" y="501649"/>
                  </a:lnTo>
                  <a:lnTo>
                    <a:pt x="4679401" y="501649"/>
                  </a:lnTo>
                  <a:lnTo>
                    <a:pt x="4679518" y="501649"/>
                  </a:lnTo>
                  <a:lnTo>
                    <a:pt x="4679518" y="501218"/>
                  </a:lnTo>
                  <a:lnTo>
                    <a:pt x="4679636" y="501218"/>
                  </a:lnTo>
                  <a:lnTo>
                    <a:pt x="4679753" y="501218"/>
                  </a:lnTo>
                  <a:lnTo>
                    <a:pt x="4679871" y="501218"/>
                  </a:lnTo>
                  <a:lnTo>
                    <a:pt x="4679989" y="501218"/>
                  </a:lnTo>
                  <a:lnTo>
                    <a:pt x="4680106" y="501218"/>
                  </a:lnTo>
                  <a:lnTo>
                    <a:pt x="4680106" y="500787"/>
                  </a:lnTo>
                  <a:lnTo>
                    <a:pt x="4680224" y="500787"/>
                  </a:lnTo>
                  <a:lnTo>
                    <a:pt x="4680342" y="500787"/>
                  </a:lnTo>
                  <a:lnTo>
                    <a:pt x="4680459" y="500787"/>
                  </a:lnTo>
                  <a:lnTo>
                    <a:pt x="4680577" y="500787"/>
                  </a:lnTo>
                  <a:lnTo>
                    <a:pt x="4680577" y="500357"/>
                  </a:lnTo>
                  <a:lnTo>
                    <a:pt x="4680694" y="500357"/>
                  </a:lnTo>
                  <a:lnTo>
                    <a:pt x="4680694" y="499926"/>
                  </a:lnTo>
                  <a:lnTo>
                    <a:pt x="4680812" y="499926"/>
                  </a:lnTo>
                  <a:lnTo>
                    <a:pt x="4680930" y="499926"/>
                  </a:lnTo>
                  <a:lnTo>
                    <a:pt x="4681047" y="499926"/>
                  </a:lnTo>
                  <a:lnTo>
                    <a:pt x="4681165" y="499926"/>
                  </a:lnTo>
                  <a:lnTo>
                    <a:pt x="4681165" y="499496"/>
                  </a:lnTo>
                  <a:lnTo>
                    <a:pt x="4681282" y="499496"/>
                  </a:lnTo>
                  <a:lnTo>
                    <a:pt x="4681400" y="499496"/>
                  </a:lnTo>
                  <a:lnTo>
                    <a:pt x="4681518" y="499496"/>
                  </a:lnTo>
                  <a:lnTo>
                    <a:pt x="4681518" y="499065"/>
                  </a:lnTo>
                  <a:lnTo>
                    <a:pt x="4681635" y="499065"/>
                  </a:lnTo>
                  <a:lnTo>
                    <a:pt x="4681753" y="499065"/>
                  </a:lnTo>
                  <a:lnTo>
                    <a:pt x="4681871" y="499065"/>
                  </a:lnTo>
                  <a:lnTo>
                    <a:pt x="4681988" y="499065"/>
                  </a:lnTo>
                  <a:lnTo>
                    <a:pt x="4682106" y="499065"/>
                  </a:lnTo>
                  <a:lnTo>
                    <a:pt x="4682223" y="499065"/>
                  </a:lnTo>
                  <a:lnTo>
                    <a:pt x="4682341" y="499065"/>
                  </a:lnTo>
                  <a:lnTo>
                    <a:pt x="4682459" y="499065"/>
                  </a:lnTo>
                  <a:lnTo>
                    <a:pt x="4682576" y="499065"/>
                  </a:lnTo>
                  <a:lnTo>
                    <a:pt x="4682576" y="498634"/>
                  </a:lnTo>
                  <a:lnTo>
                    <a:pt x="4682576" y="498204"/>
                  </a:lnTo>
                  <a:lnTo>
                    <a:pt x="4682694" y="498204"/>
                  </a:lnTo>
                  <a:lnTo>
                    <a:pt x="4682694" y="497773"/>
                  </a:lnTo>
                  <a:lnTo>
                    <a:pt x="4682694" y="497343"/>
                  </a:lnTo>
                  <a:lnTo>
                    <a:pt x="4682811" y="497343"/>
                  </a:lnTo>
                  <a:lnTo>
                    <a:pt x="4682929" y="497343"/>
                  </a:lnTo>
                  <a:lnTo>
                    <a:pt x="4683047" y="497343"/>
                  </a:lnTo>
                  <a:lnTo>
                    <a:pt x="4683164" y="497343"/>
                  </a:lnTo>
                  <a:lnTo>
                    <a:pt x="4683282" y="497343"/>
                  </a:lnTo>
                  <a:lnTo>
                    <a:pt x="4683400" y="497343"/>
                  </a:lnTo>
                  <a:lnTo>
                    <a:pt x="4683517" y="497343"/>
                  </a:lnTo>
                  <a:lnTo>
                    <a:pt x="4683517" y="496912"/>
                  </a:lnTo>
                  <a:lnTo>
                    <a:pt x="4683635" y="496912"/>
                  </a:lnTo>
                  <a:lnTo>
                    <a:pt x="4683752" y="496912"/>
                  </a:lnTo>
                  <a:lnTo>
                    <a:pt x="4683870" y="496912"/>
                  </a:lnTo>
                  <a:lnTo>
                    <a:pt x="4683988" y="496912"/>
                  </a:lnTo>
                  <a:lnTo>
                    <a:pt x="4683988" y="496481"/>
                  </a:lnTo>
                  <a:lnTo>
                    <a:pt x="4684105" y="496481"/>
                  </a:lnTo>
                  <a:lnTo>
                    <a:pt x="4684223" y="496481"/>
                  </a:lnTo>
                  <a:lnTo>
                    <a:pt x="4684340" y="496481"/>
                  </a:lnTo>
                  <a:lnTo>
                    <a:pt x="4684458" y="496481"/>
                  </a:lnTo>
                  <a:lnTo>
                    <a:pt x="4684576" y="496481"/>
                  </a:lnTo>
                  <a:lnTo>
                    <a:pt x="4684693" y="496481"/>
                  </a:lnTo>
                  <a:lnTo>
                    <a:pt x="4684811" y="496481"/>
                  </a:lnTo>
                  <a:lnTo>
                    <a:pt x="4684811" y="496051"/>
                  </a:lnTo>
                  <a:lnTo>
                    <a:pt x="4684929" y="496051"/>
                  </a:lnTo>
                  <a:lnTo>
                    <a:pt x="4685046" y="496051"/>
                  </a:lnTo>
                  <a:lnTo>
                    <a:pt x="4685164" y="496051"/>
                  </a:lnTo>
                  <a:lnTo>
                    <a:pt x="4685164" y="495620"/>
                  </a:lnTo>
                  <a:lnTo>
                    <a:pt x="4685281" y="495620"/>
                  </a:lnTo>
                  <a:lnTo>
                    <a:pt x="4685399" y="495620"/>
                  </a:lnTo>
                  <a:lnTo>
                    <a:pt x="4685517" y="495620"/>
                  </a:lnTo>
                  <a:lnTo>
                    <a:pt x="4685634" y="495620"/>
                  </a:lnTo>
                  <a:lnTo>
                    <a:pt x="4685752" y="495620"/>
                  </a:lnTo>
                  <a:lnTo>
                    <a:pt x="4685752" y="495190"/>
                  </a:lnTo>
                  <a:lnTo>
                    <a:pt x="4685869" y="495190"/>
                  </a:lnTo>
                  <a:lnTo>
                    <a:pt x="4685987" y="495190"/>
                  </a:lnTo>
                  <a:lnTo>
                    <a:pt x="4686105" y="495190"/>
                  </a:lnTo>
                  <a:lnTo>
                    <a:pt x="4686222" y="495190"/>
                  </a:lnTo>
                  <a:lnTo>
                    <a:pt x="4686340" y="495190"/>
                  </a:lnTo>
                  <a:lnTo>
                    <a:pt x="4686457" y="495190"/>
                  </a:lnTo>
                  <a:lnTo>
                    <a:pt x="4686575" y="495190"/>
                  </a:lnTo>
                  <a:lnTo>
                    <a:pt x="4686693" y="495190"/>
                  </a:lnTo>
                  <a:lnTo>
                    <a:pt x="4686810" y="495190"/>
                  </a:lnTo>
                  <a:lnTo>
                    <a:pt x="4686928" y="495190"/>
                  </a:lnTo>
                  <a:lnTo>
                    <a:pt x="4687046" y="495190"/>
                  </a:lnTo>
                  <a:lnTo>
                    <a:pt x="4687163" y="495190"/>
                  </a:lnTo>
                  <a:lnTo>
                    <a:pt x="4687281" y="495190"/>
                  </a:lnTo>
                  <a:lnTo>
                    <a:pt x="4687398" y="495190"/>
                  </a:lnTo>
                  <a:lnTo>
                    <a:pt x="4687516" y="495190"/>
                  </a:lnTo>
                  <a:lnTo>
                    <a:pt x="4687516" y="494759"/>
                  </a:lnTo>
                  <a:lnTo>
                    <a:pt x="4687516" y="494328"/>
                  </a:lnTo>
                  <a:lnTo>
                    <a:pt x="4687634" y="494328"/>
                  </a:lnTo>
                  <a:lnTo>
                    <a:pt x="4687751" y="494328"/>
                  </a:lnTo>
                  <a:lnTo>
                    <a:pt x="4687869" y="494328"/>
                  </a:lnTo>
                  <a:lnTo>
                    <a:pt x="4687986" y="494328"/>
                  </a:lnTo>
                  <a:lnTo>
                    <a:pt x="4688104" y="494328"/>
                  </a:lnTo>
                  <a:lnTo>
                    <a:pt x="4688104" y="493898"/>
                  </a:lnTo>
                  <a:lnTo>
                    <a:pt x="4688222" y="493898"/>
                  </a:lnTo>
                  <a:lnTo>
                    <a:pt x="4688339" y="493898"/>
                  </a:lnTo>
                  <a:lnTo>
                    <a:pt x="4688457" y="493898"/>
                  </a:lnTo>
                  <a:lnTo>
                    <a:pt x="4688575" y="493898"/>
                  </a:lnTo>
                  <a:lnTo>
                    <a:pt x="4688692" y="493898"/>
                  </a:lnTo>
                  <a:lnTo>
                    <a:pt x="4688810" y="493898"/>
                  </a:lnTo>
                  <a:lnTo>
                    <a:pt x="4688927" y="493898"/>
                  </a:lnTo>
                  <a:lnTo>
                    <a:pt x="4688927" y="493467"/>
                  </a:lnTo>
                  <a:lnTo>
                    <a:pt x="4689045" y="493467"/>
                  </a:lnTo>
                  <a:lnTo>
                    <a:pt x="4689163" y="493467"/>
                  </a:lnTo>
                  <a:lnTo>
                    <a:pt x="4689280" y="493467"/>
                  </a:lnTo>
                  <a:lnTo>
                    <a:pt x="4689280" y="493037"/>
                  </a:lnTo>
                  <a:lnTo>
                    <a:pt x="4689398" y="493037"/>
                  </a:lnTo>
                  <a:lnTo>
                    <a:pt x="4689515" y="493037"/>
                  </a:lnTo>
                  <a:lnTo>
                    <a:pt x="4689633" y="493037"/>
                  </a:lnTo>
                  <a:lnTo>
                    <a:pt x="4689751" y="493037"/>
                  </a:lnTo>
                  <a:lnTo>
                    <a:pt x="4689868" y="493037"/>
                  </a:lnTo>
                  <a:lnTo>
                    <a:pt x="4689986" y="493037"/>
                  </a:lnTo>
                  <a:lnTo>
                    <a:pt x="4690104" y="493037"/>
                  </a:lnTo>
                  <a:lnTo>
                    <a:pt x="4690221" y="493037"/>
                  </a:lnTo>
                  <a:lnTo>
                    <a:pt x="4690221" y="492606"/>
                  </a:lnTo>
                  <a:lnTo>
                    <a:pt x="4690221" y="492175"/>
                  </a:lnTo>
                  <a:lnTo>
                    <a:pt x="4690339" y="492175"/>
                  </a:lnTo>
                  <a:lnTo>
                    <a:pt x="4690456" y="492175"/>
                  </a:lnTo>
                  <a:lnTo>
                    <a:pt x="4690574" y="492175"/>
                  </a:lnTo>
                  <a:lnTo>
                    <a:pt x="4690692" y="492175"/>
                  </a:lnTo>
                  <a:lnTo>
                    <a:pt x="4690809" y="492175"/>
                  </a:lnTo>
                  <a:lnTo>
                    <a:pt x="4690927" y="492175"/>
                  </a:lnTo>
                  <a:lnTo>
                    <a:pt x="4691044" y="492175"/>
                  </a:lnTo>
                  <a:lnTo>
                    <a:pt x="4691044" y="491745"/>
                  </a:lnTo>
                  <a:lnTo>
                    <a:pt x="4691162" y="491745"/>
                  </a:lnTo>
                  <a:lnTo>
                    <a:pt x="4691280" y="491745"/>
                  </a:lnTo>
                  <a:lnTo>
                    <a:pt x="4691397" y="491745"/>
                  </a:lnTo>
                  <a:lnTo>
                    <a:pt x="4691515" y="491745"/>
                  </a:lnTo>
                  <a:lnTo>
                    <a:pt x="4691633" y="491745"/>
                  </a:lnTo>
                  <a:lnTo>
                    <a:pt x="4691750" y="491745"/>
                  </a:lnTo>
                  <a:lnTo>
                    <a:pt x="4691868" y="491745"/>
                  </a:lnTo>
                  <a:lnTo>
                    <a:pt x="4691985" y="491745"/>
                  </a:lnTo>
                  <a:lnTo>
                    <a:pt x="4692103" y="491745"/>
                  </a:lnTo>
                  <a:lnTo>
                    <a:pt x="4692221" y="491745"/>
                  </a:lnTo>
                  <a:lnTo>
                    <a:pt x="4692338" y="491745"/>
                  </a:lnTo>
                  <a:lnTo>
                    <a:pt x="4692456" y="491745"/>
                  </a:lnTo>
                  <a:lnTo>
                    <a:pt x="4692573" y="491745"/>
                  </a:lnTo>
                  <a:lnTo>
                    <a:pt x="4692691" y="491745"/>
                  </a:lnTo>
                  <a:lnTo>
                    <a:pt x="4692809" y="491745"/>
                  </a:lnTo>
                  <a:lnTo>
                    <a:pt x="4692926" y="491745"/>
                  </a:lnTo>
                  <a:lnTo>
                    <a:pt x="4692926" y="491314"/>
                  </a:lnTo>
                  <a:lnTo>
                    <a:pt x="4693044" y="491314"/>
                  </a:lnTo>
                  <a:lnTo>
                    <a:pt x="4693044" y="490884"/>
                  </a:lnTo>
                  <a:lnTo>
                    <a:pt x="4693162" y="490884"/>
                  </a:lnTo>
                  <a:lnTo>
                    <a:pt x="4693162" y="490453"/>
                  </a:lnTo>
                  <a:lnTo>
                    <a:pt x="4693279" y="490453"/>
                  </a:lnTo>
                  <a:lnTo>
                    <a:pt x="4693397" y="490453"/>
                  </a:lnTo>
                  <a:lnTo>
                    <a:pt x="4693514" y="490453"/>
                  </a:lnTo>
                  <a:lnTo>
                    <a:pt x="4693632" y="490453"/>
                  </a:lnTo>
                  <a:lnTo>
                    <a:pt x="4693750" y="490453"/>
                  </a:lnTo>
                  <a:lnTo>
                    <a:pt x="4693867" y="490453"/>
                  </a:lnTo>
                  <a:lnTo>
                    <a:pt x="4693985" y="490453"/>
                  </a:lnTo>
                  <a:lnTo>
                    <a:pt x="4693985" y="490022"/>
                  </a:lnTo>
                  <a:lnTo>
                    <a:pt x="4694102" y="490022"/>
                  </a:lnTo>
                  <a:lnTo>
                    <a:pt x="4694220" y="490022"/>
                  </a:lnTo>
                  <a:lnTo>
                    <a:pt x="4694338" y="490022"/>
                  </a:lnTo>
                  <a:lnTo>
                    <a:pt x="4694455" y="490022"/>
                  </a:lnTo>
                  <a:lnTo>
                    <a:pt x="4694573" y="490022"/>
                  </a:lnTo>
                  <a:lnTo>
                    <a:pt x="4694690" y="490022"/>
                  </a:lnTo>
                  <a:lnTo>
                    <a:pt x="4694808" y="490022"/>
                  </a:lnTo>
                  <a:lnTo>
                    <a:pt x="4694926" y="490022"/>
                  </a:lnTo>
                  <a:lnTo>
                    <a:pt x="4695043" y="490022"/>
                  </a:lnTo>
                  <a:lnTo>
                    <a:pt x="4695161" y="490022"/>
                  </a:lnTo>
                  <a:lnTo>
                    <a:pt x="4695279" y="490022"/>
                  </a:lnTo>
                  <a:lnTo>
                    <a:pt x="4695279" y="489592"/>
                  </a:lnTo>
                  <a:lnTo>
                    <a:pt x="4695396" y="489592"/>
                  </a:lnTo>
                  <a:lnTo>
                    <a:pt x="4695514" y="489592"/>
                  </a:lnTo>
                  <a:lnTo>
                    <a:pt x="4695631" y="489592"/>
                  </a:lnTo>
                  <a:lnTo>
                    <a:pt x="4695749" y="489592"/>
                  </a:lnTo>
                  <a:lnTo>
                    <a:pt x="4695867" y="489592"/>
                  </a:lnTo>
                  <a:lnTo>
                    <a:pt x="4695867" y="489161"/>
                  </a:lnTo>
                  <a:lnTo>
                    <a:pt x="4695984" y="489161"/>
                  </a:lnTo>
                  <a:lnTo>
                    <a:pt x="4696102" y="489161"/>
                  </a:lnTo>
                  <a:lnTo>
                    <a:pt x="4696219" y="489161"/>
                  </a:lnTo>
                  <a:lnTo>
                    <a:pt x="4696337" y="489161"/>
                  </a:lnTo>
                  <a:lnTo>
                    <a:pt x="4696455" y="489161"/>
                  </a:lnTo>
                  <a:lnTo>
                    <a:pt x="4696455" y="488731"/>
                  </a:lnTo>
                  <a:lnTo>
                    <a:pt x="4696572" y="488731"/>
                  </a:lnTo>
                  <a:lnTo>
                    <a:pt x="4696690" y="488731"/>
                  </a:lnTo>
                  <a:lnTo>
                    <a:pt x="4696808" y="488731"/>
                  </a:lnTo>
                  <a:lnTo>
                    <a:pt x="4696925" y="488731"/>
                  </a:lnTo>
                  <a:lnTo>
                    <a:pt x="4697043" y="488731"/>
                  </a:lnTo>
                  <a:lnTo>
                    <a:pt x="4697160" y="488731"/>
                  </a:lnTo>
                  <a:lnTo>
                    <a:pt x="4697278" y="488731"/>
                  </a:lnTo>
                  <a:lnTo>
                    <a:pt x="4697278" y="488300"/>
                  </a:lnTo>
                  <a:lnTo>
                    <a:pt x="4697396" y="488300"/>
                  </a:lnTo>
                  <a:lnTo>
                    <a:pt x="4697396" y="487869"/>
                  </a:lnTo>
                  <a:lnTo>
                    <a:pt x="4697513" y="487869"/>
                  </a:lnTo>
                  <a:lnTo>
                    <a:pt x="4697631" y="487869"/>
                  </a:lnTo>
                  <a:lnTo>
                    <a:pt x="4697748" y="487869"/>
                  </a:lnTo>
                  <a:lnTo>
                    <a:pt x="4697866" y="487869"/>
                  </a:lnTo>
                  <a:lnTo>
                    <a:pt x="4697984" y="487869"/>
                  </a:lnTo>
                  <a:lnTo>
                    <a:pt x="4698101" y="487869"/>
                  </a:lnTo>
                  <a:lnTo>
                    <a:pt x="4698219" y="487869"/>
                  </a:lnTo>
                  <a:lnTo>
                    <a:pt x="4698219" y="487439"/>
                  </a:lnTo>
                  <a:lnTo>
                    <a:pt x="4698337" y="487439"/>
                  </a:lnTo>
                  <a:lnTo>
                    <a:pt x="4698454" y="487439"/>
                  </a:lnTo>
                  <a:lnTo>
                    <a:pt x="4698572" y="487439"/>
                  </a:lnTo>
                  <a:lnTo>
                    <a:pt x="4698689" y="487439"/>
                  </a:lnTo>
                  <a:lnTo>
                    <a:pt x="4698807" y="487439"/>
                  </a:lnTo>
                  <a:lnTo>
                    <a:pt x="4698925" y="487439"/>
                  </a:lnTo>
                  <a:lnTo>
                    <a:pt x="4699042" y="487439"/>
                  </a:lnTo>
                  <a:lnTo>
                    <a:pt x="4699160" y="487439"/>
                  </a:lnTo>
                  <a:lnTo>
                    <a:pt x="4699277" y="487439"/>
                  </a:lnTo>
                  <a:lnTo>
                    <a:pt x="4699395" y="487439"/>
                  </a:lnTo>
                  <a:lnTo>
                    <a:pt x="4699513" y="487439"/>
                  </a:lnTo>
                  <a:lnTo>
                    <a:pt x="4699630" y="487439"/>
                  </a:lnTo>
                  <a:lnTo>
                    <a:pt x="4699748" y="487439"/>
                  </a:lnTo>
                  <a:lnTo>
                    <a:pt x="4699866" y="487439"/>
                  </a:lnTo>
                  <a:lnTo>
                    <a:pt x="4699983" y="487439"/>
                  </a:lnTo>
                  <a:lnTo>
                    <a:pt x="4700101" y="487439"/>
                  </a:lnTo>
                  <a:lnTo>
                    <a:pt x="4700218" y="487439"/>
                  </a:lnTo>
                  <a:lnTo>
                    <a:pt x="4700336" y="487439"/>
                  </a:lnTo>
                  <a:lnTo>
                    <a:pt x="4700336" y="487008"/>
                  </a:lnTo>
                  <a:lnTo>
                    <a:pt x="4700336" y="486578"/>
                  </a:lnTo>
                  <a:lnTo>
                    <a:pt x="4700454" y="486578"/>
                  </a:lnTo>
                  <a:lnTo>
                    <a:pt x="4700571" y="486578"/>
                  </a:lnTo>
                  <a:lnTo>
                    <a:pt x="4700689" y="486578"/>
                  </a:lnTo>
                  <a:lnTo>
                    <a:pt x="4700806" y="486578"/>
                  </a:lnTo>
                  <a:lnTo>
                    <a:pt x="4700924" y="486578"/>
                  </a:lnTo>
                  <a:lnTo>
                    <a:pt x="4701042" y="486578"/>
                  </a:lnTo>
                  <a:lnTo>
                    <a:pt x="4701159" y="486578"/>
                  </a:lnTo>
                  <a:lnTo>
                    <a:pt x="4701277" y="486578"/>
                  </a:lnTo>
                  <a:lnTo>
                    <a:pt x="4701395" y="486578"/>
                  </a:lnTo>
                  <a:lnTo>
                    <a:pt x="4701512" y="486578"/>
                  </a:lnTo>
                  <a:lnTo>
                    <a:pt x="4701512" y="486147"/>
                  </a:lnTo>
                  <a:lnTo>
                    <a:pt x="4701630" y="486147"/>
                  </a:lnTo>
                  <a:lnTo>
                    <a:pt x="4701747" y="486147"/>
                  </a:lnTo>
                  <a:lnTo>
                    <a:pt x="4701865" y="486147"/>
                  </a:lnTo>
                  <a:lnTo>
                    <a:pt x="4701983" y="486147"/>
                  </a:lnTo>
                  <a:lnTo>
                    <a:pt x="4702100" y="486147"/>
                  </a:lnTo>
                  <a:lnTo>
                    <a:pt x="4702218" y="486147"/>
                  </a:lnTo>
                  <a:lnTo>
                    <a:pt x="4702335" y="486147"/>
                  </a:lnTo>
                  <a:lnTo>
                    <a:pt x="4702453" y="486147"/>
                  </a:lnTo>
                  <a:lnTo>
                    <a:pt x="4702571" y="486147"/>
                  </a:lnTo>
                  <a:lnTo>
                    <a:pt x="4702688" y="486147"/>
                  </a:lnTo>
                  <a:lnTo>
                    <a:pt x="4702806" y="486147"/>
                  </a:lnTo>
                  <a:lnTo>
                    <a:pt x="4702923" y="486147"/>
                  </a:lnTo>
                  <a:lnTo>
                    <a:pt x="4703041" y="486147"/>
                  </a:lnTo>
                  <a:lnTo>
                    <a:pt x="4703159" y="486147"/>
                  </a:lnTo>
                  <a:lnTo>
                    <a:pt x="4703276" y="486147"/>
                  </a:lnTo>
                  <a:lnTo>
                    <a:pt x="4703394" y="486147"/>
                  </a:lnTo>
                  <a:lnTo>
                    <a:pt x="4703512" y="486147"/>
                  </a:lnTo>
                  <a:lnTo>
                    <a:pt x="4703629" y="486147"/>
                  </a:lnTo>
                  <a:lnTo>
                    <a:pt x="4703747" y="486147"/>
                  </a:lnTo>
                  <a:lnTo>
                    <a:pt x="4703864" y="486147"/>
                  </a:lnTo>
                  <a:lnTo>
                    <a:pt x="4703982" y="486147"/>
                  </a:lnTo>
                  <a:lnTo>
                    <a:pt x="4704100" y="486147"/>
                  </a:lnTo>
                  <a:lnTo>
                    <a:pt x="4704217" y="486147"/>
                  </a:lnTo>
                  <a:lnTo>
                    <a:pt x="4704335" y="486147"/>
                  </a:lnTo>
                  <a:lnTo>
                    <a:pt x="4704452" y="486147"/>
                  </a:lnTo>
                  <a:lnTo>
                    <a:pt x="4704570" y="486147"/>
                  </a:lnTo>
                  <a:lnTo>
                    <a:pt x="4704688" y="486147"/>
                  </a:lnTo>
                  <a:lnTo>
                    <a:pt x="4704805" y="486147"/>
                  </a:lnTo>
                  <a:lnTo>
                    <a:pt x="4704923" y="486147"/>
                  </a:lnTo>
                  <a:lnTo>
                    <a:pt x="4704923" y="485716"/>
                  </a:lnTo>
                  <a:lnTo>
                    <a:pt x="4704923" y="485286"/>
                  </a:lnTo>
                  <a:lnTo>
                    <a:pt x="4705041" y="485286"/>
                  </a:lnTo>
                  <a:lnTo>
                    <a:pt x="4705158" y="485286"/>
                  </a:lnTo>
                  <a:lnTo>
                    <a:pt x="4705276" y="485286"/>
                  </a:lnTo>
                  <a:lnTo>
                    <a:pt x="4705393" y="485286"/>
                  </a:lnTo>
                  <a:lnTo>
                    <a:pt x="4705511" y="485286"/>
                  </a:lnTo>
                  <a:lnTo>
                    <a:pt x="4705629" y="485286"/>
                  </a:lnTo>
                  <a:lnTo>
                    <a:pt x="4705629" y="484855"/>
                  </a:lnTo>
                  <a:lnTo>
                    <a:pt x="4705746" y="484855"/>
                  </a:lnTo>
                  <a:lnTo>
                    <a:pt x="4705864" y="484855"/>
                  </a:lnTo>
                  <a:lnTo>
                    <a:pt x="4705864" y="484425"/>
                  </a:lnTo>
                  <a:lnTo>
                    <a:pt x="4705981" y="484425"/>
                  </a:lnTo>
                  <a:lnTo>
                    <a:pt x="4706099" y="484425"/>
                  </a:lnTo>
                  <a:lnTo>
                    <a:pt x="4706217" y="484425"/>
                  </a:lnTo>
                  <a:lnTo>
                    <a:pt x="4706217" y="483994"/>
                  </a:lnTo>
                  <a:lnTo>
                    <a:pt x="4706334" y="483994"/>
                  </a:lnTo>
                  <a:lnTo>
                    <a:pt x="4706334" y="483563"/>
                  </a:lnTo>
                  <a:lnTo>
                    <a:pt x="4706452" y="483563"/>
                  </a:lnTo>
                  <a:lnTo>
                    <a:pt x="4706570" y="483563"/>
                  </a:lnTo>
                  <a:lnTo>
                    <a:pt x="4706687" y="483563"/>
                  </a:lnTo>
                  <a:lnTo>
                    <a:pt x="4706805" y="483563"/>
                  </a:lnTo>
                  <a:lnTo>
                    <a:pt x="4706922" y="483563"/>
                  </a:lnTo>
                  <a:lnTo>
                    <a:pt x="4707040" y="483563"/>
                  </a:lnTo>
                  <a:lnTo>
                    <a:pt x="4707158" y="483563"/>
                  </a:lnTo>
                  <a:lnTo>
                    <a:pt x="4707158" y="483133"/>
                  </a:lnTo>
                  <a:lnTo>
                    <a:pt x="4707275" y="483133"/>
                  </a:lnTo>
                  <a:lnTo>
                    <a:pt x="4707393" y="483133"/>
                  </a:lnTo>
                  <a:lnTo>
                    <a:pt x="4707510" y="483133"/>
                  </a:lnTo>
                  <a:lnTo>
                    <a:pt x="4707510" y="482702"/>
                  </a:lnTo>
                  <a:lnTo>
                    <a:pt x="4707628" y="482702"/>
                  </a:lnTo>
                  <a:lnTo>
                    <a:pt x="4707746" y="482702"/>
                  </a:lnTo>
                  <a:lnTo>
                    <a:pt x="4707863" y="482702"/>
                  </a:lnTo>
                  <a:lnTo>
                    <a:pt x="4707981" y="482702"/>
                  </a:lnTo>
                  <a:lnTo>
                    <a:pt x="4708099" y="482702"/>
                  </a:lnTo>
                  <a:lnTo>
                    <a:pt x="4708216" y="482702"/>
                  </a:lnTo>
                  <a:lnTo>
                    <a:pt x="4708334" y="482702"/>
                  </a:lnTo>
                  <a:lnTo>
                    <a:pt x="4708451" y="482702"/>
                  </a:lnTo>
                  <a:lnTo>
                    <a:pt x="4708569" y="482702"/>
                  </a:lnTo>
                  <a:lnTo>
                    <a:pt x="4708687" y="482702"/>
                  </a:lnTo>
                  <a:lnTo>
                    <a:pt x="4708804" y="482702"/>
                  </a:lnTo>
                  <a:lnTo>
                    <a:pt x="4708922" y="482702"/>
                  </a:lnTo>
                  <a:lnTo>
                    <a:pt x="4709039" y="482702"/>
                  </a:lnTo>
                  <a:lnTo>
                    <a:pt x="4709157" y="482702"/>
                  </a:lnTo>
                  <a:lnTo>
                    <a:pt x="4709275" y="482702"/>
                  </a:lnTo>
                  <a:lnTo>
                    <a:pt x="4709392" y="482702"/>
                  </a:lnTo>
                  <a:lnTo>
                    <a:pt x="4709510" y="482702"/>
                  </a:lnTo>
                  <a:lnTo>
                    <a:pt x="4709628" y="482702"/>
                  </a:lnTo>
                  <a:lnTo>
                    <a:pt x="4709745" y="482702"/>
                  </a:lnTo>
                  <a:lnTo>
                    <a:pt x="4709863" y="482702"/>
                  </a:lnTo>
                  <a:lnTo>
                    <a:pt x="4709980" y="482702"/>
                  </a:lnTo>
                  <a:lnTo>
                    <a:pt x="4710098" y="482702"/>
                  </a:lnTo>
                  <a:lnTo>
                    <a:pt x="4710098" y="482272"/>
                  </a:lnTo>
                  <a:lnTo>
                    <a:pt x="4710216" y="482272"/>
                  </a:lnTo>
                  <a:lnTo>
                    <a:pt x="4710333" y="482272"/>
                  </a:lnTo>
                  <a:lnTo>
                    <a:pt x="4710333" y="481841"/>
                  </a:lnTo>
                  <a:lnTo>
                    <a:pt x="4710451" y="481841"/>
                  </a:lnTo>
                  <a:lnTo>
                    <a:pt x="4710451" y="481410"/>
                  </a:lnTo>
                  <a:lnTo>
                    <a:pt x="4710568" y="481410"/>
                  </a:lnTo>
                  <a:lnTo>
                    <a:pt x="4710568" y="480980"/>
                  </a:lnTo>
                  <a:lnTo>
                    <a:pt x="4710686" y="480980"/>
                  </a:lnTo>
                  <a:lnTo>
                    <a:pt x="4710804" y="480980"/>
                  </a:lnTo>
                  <a:lnTo>
                    <a:pt x="4710921" y="480980"/>
                  </a:lnTo>
                  <a:lnTo>
                    <a:pt x="4711039" y="480980"/>
                  </a:lnTo>
                  <a:lnTo>
                    <a:pt x="4711156" y="480980"/>
                  </a:lnTo>
                  <a:lnTo>
                    <a:pt x="4711274" y="480980"/>
                  </a:lnTo>
                  <a:lnTo>
                    <a:pt x="4711392" y="480980"/>
                  </a:lnTo>
                  <a:lnTo>
                    <a:pt x="4711509" y="480980"/>
                  </a:lnTo>
                  <a:lnTo>
                    <a:pt x="4711627" y="480980"/>
                  </a:lnTo>
                  <a:lnTo>
                    <a:pt x="4711745" y="480980"/>
                  </a:lnTo>
                  <a:lnTo>
                    <a:pt x="4711862" y="480980"/>
                  </a:lnTo>
                  <a:lnTo>
                    <a:pt x="4711980" y="480980"/>
                  </a:lnTo>
                  <a:lnTo>
                    <a:pt x="4712097" y="480980"/>
                  </a:lnTo>
                  <a:lnTo>
                    <a:pt x="4712215" y="480980"/>
                  </a:lnTo>
                  <a:lnTo>
                    <a:pt x="4712333" y="480980"/>
                  </a:lnTo>
                  <a:lnTo>
                    <a:pt x="4712450" y="480980"/>
                  </a:lnTo>
                  <a:lnTo>
                    <a:pt x="4712568" y="480980"/>
                  </a:lnTo>
                  <a:lnTo>
                    <a:pt x="4712685" y="480980"/>
                  </a:lnTo>
                  <a:lnTo>
                    <a:pt x="4712803" y="480980"/>
                  </a:lnTo>
                  <a:lnTo>
                    <a:pt x="4712921" y="480980"/>
                  </a:lnTo>
                  <a:lnTo>
                    <a:pt x="4713038" y="480980"/>
                  </a:lnTo>
                  <a:lnTo>
                    <a:pt x="4713156" y="480980"/>
                  </a:lnTo>
                  <a:lnTo>
                    <a:pt x="4713274" y="480980"/>
                  </a:lnTo>
                  <a:lnTo>
                    <a:pt x="4713391" y="480980"/>
                  </a:lnTo>
                  <a:lnTo>
                    <a:pt x="4713509" y="480980"/>
                  </a:lnTo>
                  <a:lnTo>
                    <a:pt x="4713509" y="480549"/>
                  </a:lnTo>
                  <a:lnTo>
                    <a:pt x="4713626" y="480549"/>
                  </a:lnTo>
                  <a:lnTo>
                    <a:pt x="4713744" y="480549"/>
                  </a:lnTo>
                  <a:lnTo>
                    <a:pt x="4713862" y="480549"/>
                  </a:lnTo>
                  <a:lnTo>
                    <a:pt x="4713979" y="480549"/>
                  </a:lnTo>
                  <a:lnTo>
                    <a:pt x="4714097" y="480549"/>
                  </a:lnTo>
                  <a:lnTo>
                    <a:pt x="4714214" y="480549"/>
                  </a:lnTo>
                  <a:lnTo>
                    <a:pt x="4714332" y="480549"/>
                  </a:lnTo>
                  <a:lnTo>
                    <a:pt x="4714450" y="480549"/>
                  </a:lnTo>
                  <a:lnTo>
                    <a:pt x="4714450" y="480119"/>
                  </a:lnTo>
                  <a:lnTo>
                    <a:pt x="4714567" y="480119"/>
                  </a:lnTo>
                  <a:lnTo>
                    <a:pt x="4714567" y="479688"/>
                  </a:lnTo>
                  <a:lnTo>
                    <a:pt x="4714685" y="479688"/>
                  </a:lnTo>
                  <a:lnTo>
                    <a:pt x="4714803" y="479688"/>
                  </a:lnTo>
                  <a:lnTo>
                    <a:pt x="4714803" y="479257"/>
                  </a:lnTo>
                  <a:lnTo>
                    <a:pt x="4714920" y="479257"/>
                  </a:lnTo>
                  <a:lnTo>
                    <a:pt x="4715038" y="479257"/>
                  </a:lnTo>
                  <a:lnTo>
                    <a:pt x="4715155" y="479257"/>
                  </a:lnTo>
                  <a:lnTo>
                    <a:pt x="4715273" y="479257"/>
                  </a:lnTo>
                  <a:lnTo>
                    <a:pt x="4715391" y="479257"/>
                  </a:lnTo>
                  <a:lnTo>
                    <a:pt x="4715508" y="479257"/>
                  </a:lnTo>
                  <a:lnTo>
                    <a:pt x="4715626" y="479257"/>
                  </a:lnTo>
                  <a:lnTo>
                    <a:pt x="4715743" y="479257"/>
                  </a:lnTo>
                  <a:lnTo>
                    <a:pt x="4715861" y="479257"/>
                  </a:lnTo>
                  <a:lnTo>
                    <a:pt x="4715979" y="479257"/>
                  </a:lnTo>
                  <a:lnTo>
                    <a:pt x="4716096" y="479257"/>
                  </a:lnTo>
                  <a:lnTo>
                    <a:pt x="4716214" y="479257"/>
                  </a:lnTo>
                  <a:lnTo>
                    <a:pt x="4716332" y="479257"/>
                  </a:lnTo>
                  <a:lnTo>
                    <a:pt x="4716449" y="479257"/>
                  </a:lnTo>
                  <a:lnTo>
                    <a:pt x="4716567" y="479257"/>
                  </a:lnTo>
                  <a:lnTo>
                    <a:pt x="4716684" y="479257"/>
                  </a:lnTo>
                  <a:lnTo>
                    <a:pt x="4716802" y="479257"/>
                  </a:lnTo>
                  <a:lnTo>
                    <a:pt x="4716920" y="479257"/>
                  </a:lnTo>
                  <a:lnTo>
                    <a:pt x="4717037" y="479257"/>
                  </a:lnTo>
                  <a:lnTo>
                    <a:pt x="4717155" y="479257"/>
                  </a:lnTo>
                  <a:lnTo>
                    <a:pt x="4717272" y="479257"/>
                  </a:lnTo>
                  <a:lnTo>
                    <a:pt x="4717390" y="479257"/>
                  </a:lnTo>
                  <a:lnTo>
                    <a:pt x="4717508" y="479257"/>
                  </a:lnTo>
                  <a:lnTo>
                    <a:pt x="4717508" y="478827"/>
                  </a:lnTo>
                  <a:lnTo>
                    <a:pt x="4717625" y="478827"/>
                  </a:lnTo>
                  <a:lnTo>
                    <a:pt x="4717743" y="478827"/>
                  </a:lnTo>
                  <a:lnTo>
                    <a:pt x="4717743" y="478396"/>
                  </a:lnTo>
                  <a:lnTo>
                    <a:pt x="4717861" y="478396"/>
                  </a:lnTo>
                  <a:lnTo>
                    <a:pt x="4717978" y="478396"/>
                  </a:lnTo>
                  <a:lnTo>
                    <a:pt x="4718096" y="478396"/>
                  </a:lnTo>
                  <a:lnTo>
                    <a:pt x="4718213" y="478396"/>
                  </a:lnTo>
                  <a:lnTo>
                    <a:pt x="4718331" y="478396"/>
                  </a:lnTo>
                  <a:lnTo>
                    <a:pt x="4718449" y="478396"/>
                  </a:lnTo>
                  <a:lnTo>
                    <a:pt x="4718566" y="478396"/>
                  </a:lnTo>
                  <a:lnTo>
                    <a:pt x="4718684" y="478396"/>
                  </a:lnTo>
                  <a:lnTo>
                    <a:pt x="4718801" y="478396"/>
                  </a:lnTo>
                  <a:lnTo>
                    <a:pt x="4718919" y="478396"/>
                  </a:lnTo>
                  <a:lnTo>
                    <a:pt x="4719037" y="478396"/>
                  </a:lnTo>
                  <a:lnTo>
                    <a:pt x="4719154" y="478396"/>
                  </a:lnTo>
                  <a:lnTo>
                    <a:pt x="4719272" y="478396"/>
                  </a:lnTo>
                  <a:lnTo>
                    <a:pt x="4719389" y="478396"/>
                  </a:lnTo>
                  <a:lnTo>
                    <a:pt x="4719507" y="478396"/>
                  </a:lnTo>
                  <a:lnTo>
                    <a:pt x="4719625" y="478396"/>
                  </a:lnTo>
                  <a:lnTo>
                    <a:pt x="4719742" y="478396"/>
                  </a:lnTo>
                  <a:lnTo>
                    <a:pt x="4719860" y="478396"/>
                  </a:lnTo>
                  <a:lnTo>
                    <a:pt x="4719978" y="478396"/>
                  </a:lnTo>
                  <a:lnTo>
                    <a:pt x="4720095" y="478396"/>
                  </a:lnTo>
                  <a:lnTo>
                    <a:pt x="4720213" y="478396"/>
                  </a:lnTo>
                  <a:lnTo>
                    <a:pt x="4720330" y="478396"/>
                  </a:lnTo>
                  <a:lnTo>
                    <a:pt x="4720448" y="478396"/>
                  </a:lnTo>
                  <a:lnTo>
                    <a:pt x="4720566" y="478396"/>
                  </a:lnTo>
                  <a:lnTo>
                    <a:pt x="4720683" y="478396"/>
                  </a:lnTo>
                  <a:lnTo>
                    <a:pt x="4720801" y="478396"/>
                  </a:lnTo>
                  <a:lnTo>
                    <a:pt x="4720918" y="478396"/>
                  </a:lnTo>
                  <a:lnTo>
                    <a:pt x="4721036" y="478396"/>
                  </a:lnTo>
                  <a:lnTo>
                    <a:pt x="4721036" y="477966"/>
                  </a:lnTo>
                  <a:lnTo>
                    <a:pt x="4721154" y="477966"/>
                  </a:lnTo>
                  <a:lnTo>
                    <a:pt x="4721271" y="477966"/>
                  </a:lnTo>
                  <a:lnTo>
                    <a:pt x="4721271" y="477535"/>
                  </a:lnTo>
                  <a:lnTo>
                    <a:pt x="4721271" y="477104"/>
                  </a:lnTo>
                  <a:lnTo>
                    <a:pt x="4721389" y="477104"/>
                  </a:lnTo>
                  <a:lnTo>
                    <a:pt x="4721507" y="477104"/>
                  </a:lnTo>
                  <a:lnTo>
                    <a:pt x="4721624" y="477104"/>
                  </a:lnTo>
                  <a:lnTo>
                    <a:pt x="4721742" y="477104"/>
                  </a:lnTo>
                  <a:lnTo>
                    <a:pt x="4721859" y="477104"/>
                  </a:lnTo>
                  <a:lnTo>
                    <a:pt x="4721977" y="477104"/>
                  </a:lnTo>
                  <a:lnTo>
                    <a:pt x="4722095" y="477104"/>
                  </a:lnTo>
                  <a:lnTo>
                    <a:pt x="4722212" y="477104"/>
                  </a:lnTo>
                  <a:lnTo>
                    <a:pt x="4722212" y="476674"/>
                  </a:lnTo>
                  <a:lnTo>
                    <a:pt x="4722330" y="476674"/>
                  </a:lnTo>
                  <a:lnTo>
                    <a:pt x="4722447" y="476674"/>
                  </a:lnTo>
                  <a:lnTo>
                    <a:pt x="4722565" y="476674"/>
                  </a:lnTo>
                  <a:lnTo>
                    <a:pt x="4722683" y="476674"/>
                  </a:lnTo>
                  <a:lnTo>
                    <a:pt x="4722800" y="476674"/>
                  </a:lnTo>
                  <a:lnTo>
                    <a:pt x="4722918" y="476674"/>
                  </a:lnTo>
                  <a:lnTo>
                    <a:pt x="4723036" y="476674"/>
                  </a:lnTo>
                  <a:lnTo>
                    <a:pt x="4723153" y="476674"/>
                  </a:lnTo>
                  <a:lnTo>
                    <a:pt x="4723271" y="476674"/>
                  </a:lnTo>
                  <a:lnTo>
                    <a:pt x="4723271" y="476243"/>
                  </a:lnTo>
                  <a:lnTo>
                    <a:pt x="4723388" y="476243"/>
                  </a:lnTo>
                  <a:lnTo>
                    <a:pt x="4723506" y="476243"/>
                  </a:lnTo>
                  <a:lnTo>
                    <a:pt x="4723624" y="476243"/>
                  </a:lnTo>
                  <a:lnTo>
                    <a:pt x="4723741" y="476243"/>
                  </a:lnTo>
                  <a:lnTo>
                    <a:pt x="4723859" y="476243"/>
                  </a:lnTo>
                  <a:lnTo>
                    <a:pt x="4723976" y="476243"/>
                  </a:lnTo>
                  <a:lnTo>
                    <a:pt x="4724094" y="476243"/>
                  </a:lnTo>
                  <a:lnTo>
                    <a:pt x="4724212" y="476243"/>
                  </a:lnTo>
                  <a:lnTo>
                    <a:pt x="4724212" y="475813"/>
                  </a:lnTo>
                  <a:lnTo>
                    <a:pt x="4724329" y="475813"/>
                  </a:lnTo>
                  <a:lnTo>
                    <a:pt x="4724447" y="475813"/>
                  </a:lnTo>
                  <a:lnTo>
                    <a:pt x="4724565" y="475813"/>
                  </a:lnTo>
                  <a:lnTo>
                    <a:pt x="4724565" y="475382"/>
                  </a:lnTo>
                  <a:lnTo>
                    <a:pt x="4724682" y="475382"/>
                  </a:lnTo>
                  <a:lnTo>
                    <a:pt x="4724800" y="475382"/>
                  </a:lnTo>
                  <a:lnTo>
                    <a:pt x="4724917" y="475382"/>
                  </a:lnTo>
                  <a:lnTo>
                    <a:pt x="4725035" y="475382"/>
                  </a:lnTo>
                  <a:lnTo>
                    <a:pt x="4725153" y="475382"/>
                  </a:lnTo>
                  <a:lnTo>
                    <a:pt x="4725270" y="475382"/>
                  </a:lnTo>
                  <a:lnTo>
                    <a:pt x="4725270" y="474951"/>
                  </a:lnTo>
                  <a:lnTo>
                    <a:pt x="4725388" y="474951"/>
                  </a:lnTo>
                  <a:lnTo>
                    <a:pt x="4725505" y="474951"/>
                  </a:lnTo>
                  <a:lnTo>
                    <a:pt x="4725623" y="474951"/>
                  </a:lnTo>
                  <a:lnTo>
                    <a:pt x="4725741" y="474951"/>
                  </a:lnTo>
                  <a:lnTo>
                    <a:pt x="4725858" y="474951"/>
                  </a:lnTo>
                  <a:lnTo>
                    <a:pt x="4725976" y="474951"/>
                  </a:lnTo>
                  <a:lnTo>
                    <a:pt x="4726094" y="474951"/>
                  </a:lnTo>
                  <a:lnTo>
                    <a:pt x="4726211" y="474951"/>
                  </a:lnTo>
                  <a:lnTo>
                    <a:pt x="4726329" y="474951"/>
                  </a:lnTo>
                  <a:lnTo>
                    <a:pt x="4726446" y="474951"/>
                  </a:lnTo>
                  <a:lnTo>
                    <a:pt x="4726564" y="474951"/>
                  </a:lnTo>
                  <a:lnTo>
                    <a:pt x="4726682" y="474951"/>
                  </a:lnTo>
                  <a:lnTo>
                    <a:pt x="4726799" y="474951"/>
                  </a:lnTo>
                  <a:lnTo>
                    <a:pt x="4726917" y="474951"/>
                  </a:lnTo>
                  <a:lnTo>
                    <a:pt x="4727034" y="474951"/>
                  </a:lnTo>
                  <a:lnTo>
                    <a:pt x="4727152" y="474951"/>
                  </a:lnTo>
                  <a:lnTo>
                    <a:pt x="4727270" y="474951"/>
                  </a:lnTo>
                  <a:lnTo>
                    <a:pt x="4727387" y="474951"/>
                  </a:lnTo>
                  <a:lnTo>
                    <a:pt x="4727505" y="474951"/>
                  </a:lnTo>
                  <a:lnTo>
                    <a:pt x="4727622" y="474951"/>
                  </a:lnTo>
                  <a:lnTo>
                    <a:pt x="4727740" y="474951"/>
                  </a:lnTo>
                  <a:lnTo>
                    <a:pt x="4727858" y="474951"/>
                  </a:lnTo>
                  <a:lnTo>
                    <a:pt x="4727975" y="474951"/>
                  </a:lnTo>
                  <a:lnTo>
                    <a:pt x="4728093" y="474951"/>
                  </a:lnTo>
                  <a:lnTo>
                    <a:pt x="4728211" y="474951"/>
                  </a:lnTo>
                  <a:lnTo>
                    <a:pt x="4728328" y="474951"/>
                  </a:lnTo>
                  <a:lnTo>
                    <a:pt x="4728446" y="474951"/>
                  </a:lnTo>
                  <a:lnTo>
                    <a:pt x="4728563" y="474951"/>
                  </a:lnTo>
                  <a:lnTo>
                    <a:pt x="4728681" y="474951"/>
                  </a:lnTo>
                  <a:lnTo>
                    <a:pt x="4728799" y="474951"/>
                  </a:lnTo>
                  <a:lnTo>
                    <a:pt x="4728916" y="474951"/>
                  </a:lnTo>
                  <a:lnTo>
                    <a:pt x="4729034" y="474951"/>
                  </a:lnTo>
                  <a:lnTo>
                    <a:pt x="4729151" y="474951"/>
                  </a:lnTo>
                  <a:lnTo>
                    <a:pt x="4729269" y="474951"/>
                  </a:lnTo>
                  <a:lnTo>
                    <a:pt x="4729387" y="474951"/>
                  </a:lnTo>
                  <a:lnTo>
                    <a:pt x="4729504" y="474951"/>
                  </a:lnTo>
                  <a:lnTo>
                    <a:pt x="4729622" y="474951"/>
                  </a:lnTo>
                  <a:lnTo>
                    <a:pt x="4729740" y="474951"/>
                  </a:lnTo>
                  <a:lnTo>
                    <a:pt x="4729857" y="474951"/>
                  </a:lnTo>
                  <a:lnTo>
                    <a:pt x="4729975" y="474951"/>
                  </a:lnTo>
                  <a:lnTo>
                    <a:pt x="4730092" y="474951"/>
                  </a:lnTo>
                  <a:lnTo>
                    <a:pt x="4730210" y="474951"/>
                  </a:lnTo>
                  <a:lnTo>
                    <a:pt x="4730210" y="474521"/>
                  </a:lnTo>
                  <a:lnTo>
                    <a:pt x="4730328" y="474521"/>
                  </a:lnTo>
                  <a:lnTo>
                    <a:pt x="4730445" y="474521"/>
                  </a:lnTo>
                  <a:lnTo>
                    <a:pt x="4730563" y="474521"/>
                  </a:lnTo>
                  <a:lnTo>
                    <a:pt x="4730680" y="474521"/>
                  </a:lnTo>
                  <a:lnTo>
                    <a:pt x="4730798" y="474521"/>
                  </a:lnTo>
                  <a:lnTo>
                    <a:pt x="4730916" y="474521"/>
                  </a:lnTo>
                  <a:lnTo>
                    <a:pt x="4731033" y="474521"/>
                  </a:lnTo>
                  <a:lnTo>
                    <a:pt x="4731151" y="474521"/>
                  </a:lnTo>
                  <a:lnTo>
                    <a:pt x="4731269" y="474521"/>
                  </a:lnTo>
                  <a:lnTo>
                    <a:pt x="4731386" y="474521"/>
                  </a:lnTo>
                  <a:lnTo>
                    <a:pt x="4731386" y="474090"/>
                  </a:lnTo>
                  <a:lnTo>
                    <a:pt x="4731504" y="474090"/>
                  </a:lnTo>
                  <a:lnTo>
                    <a:pt x="4731621" y="474090"/>
                  </a:lnTo>
                  <a:lnTo>
                    <a:pt x="4731739" y="474090"/>
                  </a:lnTo>
                  <a:lnTo>
                    <a:pt x="4731857" y="474090"/>
                  </a:lnTo>
                  <a:lnTo>
                    <a:pt x="4731857" y="473660"/>
                  </a:lnTo>
                  <a:lnTo>
                    <a:pt x="4731857" y="473229"/>
                  </a:lnTo>
                  <a:lnTo>
                    <a:pt x="4731974" y="473229"/>
                  </a:lnTo>
                  <a:lnTo>
                    <a:pt x="4732092" y="473229"/>
                  </a:lnTo>
                  <a:lnTo>
                    <a:pt x="4732209" y="473229"/>
                  </a:lnTo>
                  <a:lnTo>
                    <a:pt x="4732327" y="473229"/>
                  </a:lnTo>
                  <a:lnTo>
                    <a:pt x="4732445" y="473229"/>
                  </a:lnTo>
                  <a:lnTo>
                    <a:pt x="4732445" y="472798"/>
                  </a:lnTo>
                  <a:lnTo>
                    <a:pt x="4732562" y="472798"/>
                  </a:lnTo>
                  <a:lnTo>
                    <a:pt x="4732680" y="472798"/>
                  </a:lnTo>
                  <a:lnTo>
                    <a:pt x="4732798" y="472798"/>
                  </a:lnTo>
                  <a:lnTo>
                    <a:pt x="4732915" y="472798"/>
                  </a:lnTo>
                  <a:lnTo>
                    <a:pt x="4733033" y="472798"/>
                  </a:lnTo>
                  <a:lnTo>
                    <a:pt x="4733150" y="472798"/>
                  </a:lnTo>
                  <a:lnTo>
                    <a:pt x="4733268" y="472798"/>
                  </a:lnTo>
                  <a:lnTo>
                    <a:pt x="4733268" y="472368"/>
                  </a:lnTo>
                  <a:lnTo>
                    <a:pt x="4733386" y="472368"/>
                  </a:lnTo>
                  <a:lnTo>
                    <a:pt x="4733503" y="472368"/>
                  </a:lnTo>
                  <a:lnTo>
                    <a:pt x="4733621" y="472368"/>
                  </a:lnTo>
                  <a:lnTo>
                    <a:pt x="4733621" y="471937"/>
                  </a:lnTo>
                  <a:lnTo>
                    <a:pt x="4733738" y="471937"/>
                  </a:lnTo>
                  <a:lnTo>
                    <a:pt x="4733856" y="471937"/>
                  </a:lnTo>
                  <a:lnTo>
                    <a:pt x="4733974" y="471937"/>
                  </a:lnTo>
                  <a:lnTo>
                    <a:pt x="4734091" y="471937"/>
                  </a:lnTo>
                  <a:lnTo>
                    <a:pt x="4734209" y="471937"/>
                  </a:lnTo>
                  <a:lnTo>
                    <a:pt x="4734209" y="471507"/>
                  </a:lnTo>
                  <a:lnTo>
                    <a:pt x="4734327" y="471507"/>
                  </a:lnTo>
                  <a:lnTo>
                    <a:pt x="4734444" y="471507"/>
                  </a:lnTo>
                  <a:lnTo>
                    <a:pt x="4734444" y="471076"/>
                  </a:lnTo>
                  <a:lnTo>
                    <a:pt x="4734562" y="471076"/>
                  </a:lnTo>
                  <a:lnTo>
                    <a:pt x="4734679" y="471076"/>
                  </a:lnTo>
                  <a:lnTo>
                    <a:pt x="4734679" y="470645"/>
                  </a:lnTo>
                  <a:lnTo>
                    <a:pt x="4734797" y="470645"/>
                  </a:lnTo>
                  <a:lnTo>
                    <a:pt x="4734915" y="470645"/>
                  </a:lnTo>
                  <a:lnTo>
                    <a:pt x="4735032" y="470645"/>
                  </a:lnTo>
                  <a:lnTo>
                    <a:pt x="4735150" y="470645"/>
                  </a:lnTo>
                  <a:lnTo>
                    <a:pt x="4735267" y="470645"/>
                  </a:lnTo>
                  <a:lnTo>
                    <a:pt x="4735385" y="470645"/>
                  </a:lnTo>
                  <a:lnTo>
                    <a:pt x="4735503" y="470645"/>
                  </a:lnTo>
                  <a:lnTo>
                    <a:pt x="4735503" y="470215"/>
                  </a:lnTo>
                  <a:lnTo>
                    <a:pt x="4735620" y="470215"/>
                  </a:lnTo>
                  <a:lnTo>
                    <a:pt x="4735738" y="470215"/>
                  </a:lnTo>
                  <a:lnTo>
                    <a:pt x="4735855" y="470215"/>
                  </a:lnTo>
                  <a:lnTo>
                    <a:pt x="4735973" y="470215"/>
                  </a:lnTo>
                  <a:lnTo>
                    <a:pt x="4735973" y="469784"/>
                  </a:lnTo>
                  <a:lnTo>
                    <a:pt x="4736091" y="469784"/>
                  </a:lnTo>
                  <a:lnTo>
                    <a:pt x="4736208" y="469784"/>
                  </a:lnTo>
                  <a:lnTo>
                    <a:pt x="4736326" y="469784"/>
                  </a:lnTo>
                  <a:lnTo>
                    <a:pt x="4736444" y="469784"/>
                  </a:lnTo>
                  <a:lnTo>
                    <a:pt x="4736561" y="469784"/>
                  </a:lnTo>
                  <a:lnTo>
                    <a:pt x="4736679" y="469784"/>
                  </a:lnTo>
                  <a:lnTo>
                    <a:pt x="4736796" y="469784"/>
                  </a:lnTo>
                  <a:lnTo>
                    <a:pt x="4736914" y="469784"/>
                  </a:lnTo>
                  <a:lnTo>
                    <a:pt x="4736914" y="469354"/>
                  </a:lnTo>
                  <a:lnTo>
                    <a:pt x="4737032" y="469354"/>
                  </a:lnTo>
                  <a:lnTo>
                    <a:pt x="4737149" y="469354"/>
                  </a:lnTo>
                  <a:lnTo>
                    <a:pt x="4737267" y="469354"/>
                  </a:lnTo>
                  <a:lnTo>
                    <a:pt x="4737384" y="469354"/>
                  </a:lnTo>
                  <a:lnTo>
                    <a:pt x="4737502" y="469354"/>
                  </a:lnTo>
                  <a:lnTo>
                    <a:pt x="4737620" y="469354"/>
                  </a:lnTo>
                  <a:lnTo>
                    <a:pt x="4737737" y="469354"/>
                  </a:lnTo>
                  <a:lnTo>
                    <a:pt x="4737855" y="469354"/>
                  </a:lnTo>
                  <a:lnTo>
                    <a:pt x="4737973" y="469354"/>
                  </a:lnTo>
                  <a:lnTo>
                    <a:pt x="4737973" y="468923"/>
                  </a:lnTo>
                  <a:lnTo>
                    <a:pt x="4738090" y="468923"/>
                  </a:lnTo>
                  <a:lnTo>
                    <a:pt x="4738208" y="468923"/>
                  </a:lnTo>
                  <a:lnTo>
                    <a:pt x="4738325" y="468923"/>
                  </a:lnTo>
                  <a:lnTo>
                    <a:pt x="4738443" y="468923"/>
                  </a:lnTo>
                  <a:lnTo>
                    <a:pt x="4738561" y="468923"/>
                  </a:lnTo>
                  <a:lnTo>
                    <a:pt x="4738561" y="468492"/>
                  </a:lnTo>
                  <a:lnTo>
                    <a:pt x="4738678" y="468492"/>
                  </a:lnTo>
                  <a:lnTo>
                    <a:pt x="4738796" y="468492"/>
                  </a:lnTo>
                  <a:lnTo>
                    <a:pt x="4738913" y="468492"/>
                  </a:lnTo>
                  <a:lnTo>
                    <a:pt x="4739031" y="468492"/>
                  </a:lnTo>
                  <a:lnTo>
                    <a:pt x="4739149" y="468492"/>
                  </a:lnTo>
                  <a:lnTo>
                    <a:pt x="4739266" y="468492"/>
                  </a:lnTo>
                  <a:lnTo>
                    <a:pt x="4739384" y="468492"/>
                  </a:lnTo>
                  <a:lnTo>
                    <a:pt x="4739502" y="468492"/>
                  </a:lnTo>
                  <a:lnTo>
                    <a:pt x="4739619" y="468492"/>
                  </a:lnTo>
                  <a:lnTo>
                    <a:pt x="4739737" y="468492"/>
                  </a:lnTo>
                  <a:lnTo>
                    <a:pt x="4739854" y="468492"/>
                  </a:lnTo>
                  <a:lnTo>
                    <a:pt x="4739972" y="468492"/>
                  </a:lnTo>
                  <a:lnTo>
                    <a:pt x="4740090" y="468492"/>
                  </a:lnTo>
                  <a:lnTo>
                    <a:pt x="4740207" y="468492"/>
                  </a:lnTo>
                  <a:lnTo>
                    <a:pt x="4740325" y="468492"/>
                  </a:lnTo>
                  <a:lnTo>
                    <a:pt x="4740442" y="468492"/>
                  </a:lnTo>
                  <a:lnTo>
                    <a:pt x="4740560" y="468492"/>
                  </a:lnTo>
                  <a:lnTo>
                    <a:pt x="4740678" y="468492"/>
                  </a:lnTo>
                  <a:lnTo>
                    <a:pt x="4740795" y="468492"/>
                  </a:lnTo>
                  <a:lnTo>
                    <a:pt x="4740913" y="468492"/>
                  </a:lnTo>
                  <a:lnTo>
                    <a:pt x="4741031" y="468492"/>
                  </a:lnTo>
                  <a:lnTo>
                    <a:pt x="4741148" y="468492"/>
                  </a:lnTo>
                  <a:lnTo>
                    <a:pt x="4741266" y="468492"/>
                  </a:lnTo>
                  <a:lnTo>
                    <a:pt x="4741383" y="468492"/>
                  </a:lnTo>
                  <a:lnTo>
                    <a:pt x="4741501" y="468492"/>
                  </a:lnTo>
                  <a:lnTo>
                    <a:pt x="4741619" y="468492"/>
                  </a:lnTo>
                  <a:lnTo>
                    <a:pt x="4741736" y="468492"/>
                  </a:lnTo>
                  <a:lnTo>
                    <a:pt x="4741854" y="468492"/>
                  </a:lnTo>
                  <a:lnTo>
                    <a:pt x="4741971" y="468492"/>
                  </a:lnTo>
                  <a:lnTo>
                    <a:pt x="4742089" y="468492"/>
                  </a:lnTo>
                  <a:lnTo>
                    <a:pt x="4742207" y="468492"/>
                  </a:lnTo>
                  <a:lnTo>
                    <a:pt x="4742324" y="468492"/>
                  </a:lnTo>
                  <a:lnTo>
                    <a:pt x="4742442" y="468492"/>
                  </a:lnTo>
                  <a:lnTo>
                    <a:pt x="4742560" y="468492"/>
                  </a:lnTo>
                  <a:lnTo>
                    <a:pt x="4742677" y="468492"/>
                  </a:lnTo>
                  <a:lnTo>
                    <a:pt x="4742795" y="468492"/>
                  </a:lnTo>
                  <a:lnTo>
                    <a:pt x="4742912" y="468492"/>
                  </a:lnTo>
                  <a:lnTo>
                    <a:pt x="4743030" y="468492"/>
                  </a:lnTo>
                  <a:lnTo>
                    <a:pt x="4743148" y="468492"/>
                  </a:lnTo>
                  <a:lnTo>
                    <a:pt x="4743148" y="468062"/>
                  </a:lnTo>
                  <a:lnTo>
                    <a:pt x="4743265" y="468062"/>
                  </a:lnTo>
                  <a:lnTo>
                    <a:pt x="4743383" y="468062"/>
                  </a:lnTo>
                  <a:lnTo>
                    <a:pt x="4743500" y="468062"/>
                  </a:lnTo>
                  <a:lnTo>
                    <a:pt x="4743618" y="468062"/>
                  </a:lnTo>
                  <a:lnTo>
                    <a:pt x="4743618" y="467631"/>
                  </a:lnTo>
                  <a:lnTo>
                    <a:pt x="4743736" y="467631"/>
                  </a:lnTo>
                  <a:lnTo>
                    <a:pt x="4743736" y="467201"/>
                  </a:lnTo>
                  <a:lnTo>
                    <a:pt x="4743853" y="467201"/>
                  </a:lnTo>
                  <a:lnTo>
                    <a:pt x="4743971" y="467201"/>
                  </a:lnTo>
                  <a:lnTo>
                    <a:pt x="4744088" y="467201"/>
                  </a:lnTo>
                  <a:lnTo>
                    <a:pt x="4744206" y="467201"/>
                  </a:lnTo>
                  <a:lnTo>
                    <a:pt x="4744324" y="467201"/>
                  </a:lnTo>
                  <a:lnTo>
                    <a:pt x="4744324" y="466770"/>
                  </a:lnTo>
                  <a:lnTo>
                    <a:pt x="4744441" y="466770"/>
                  </a:lnTo>
                  <a:lnTo>
                    <a:pt x="4744559" y="466770"/>
                  </a:lnTo>
                  <a:lnTo>
                    <a:pt x="4744559" y="466339"/>
                  </a:lnTo>
                  <a:lnTo>
                    <a:pt x="4744677" y="466339"/>
                  </a:lnTo>
                  <a:lnTo>
                    <a:pt x="4744794" y="466339"/>
                  </a:lnTo>
                  <a:lnTo>
                    <a:pt x="4744912" y="466339"/>
                  </a:lnTo>
                  <a:lnTo>
                    <a:pt x="4745029" y="466339"/>
                  </a:lnTo>
                  <a:lnTo>
                    <a:pt x="4745147" y="466339"/>
                  </a:lnTo>
                  <a:lnTo>
                    <a:pt x="4745147" y="465909"/>
                  </a:lnTo>
                  <a:lnTo>
                    <a:pt x="4745265" y="465909"/>
                  </a:lnTo>
                  <a:lnTo>
                    <a:pt x="4745382" y="465909"/>
                  </a:lnTo>
                  <a:lnTo>
                    <a:pt x="4745500" y="465909"/>
                  </a:lnTo>
                  <a:lnTo>
                    <a:pt x="4745617" y="465909"/>
                  </a:lnTo>
                  <a:lnTo>
                    <a:pt x="4745735" y="465909"/>
                  </a:lnTo>
                  <a:lnTo>
                    <a:pt x="4745853" y="465909"/>
                  </a:lnTo>
                  <a:lnTo>
                    <a:pt x="4745970" y="465909"/>
                  </a:lnTo>
                  <a:lnTo>
                    <a:pt x="4746088" y="465909"/>
                  </a:lnTo>
                  <a:lnTo>
                    <a:pt x="4746088" y="465478"/>
                  </a:lnTo>
                  <a:lnTo>
                    <a:pt x="4746206" y="465478"/>
                  </a:lnTo>
                  <a:lnTo>
                    <a:pt x="4746323" y="465478"/>
                  </a:lnTo>
                  <a:lnTo>
                    <a:pt x="4746441" y="465478"/>
                  </a:lnTo>
                  <a:lnTo>
                    <a:pt x="4746441" y="465048"/>
                  </a:lnTo>
                  <a:lnTo>
                    <a:pt x="4746558" y="465048"/>
                  </a:lnTo>
                  <a:lnTo>
                    <a:pt x="4746676" y="465048"/>
                  </a:lnTo>
                  <a:lnTo>
                    <a:pt x="4746794" y="465048"/>
                  </a:lnTo>
                  <a:lnTo>
                    <a:pt x="4746911" y="465048"/>
                  </a:lnTo>
                  <a:lnTo>
                    <a:pt x="4747029" y="465048"/>
                  </a:lnTo>
                  <a:lnTo>
                    <a:pt x="4747146" y="465048"/>
                  </a:lnTo>
                  <a:lnTo>
                    <a:pt x="4747264" y="465048"/>
                  </a:lnTo>
                  <a:lnTo>
                    <a:pt x="4747264" y="464617"/>
                  </a:lnTo>
                  <a:lnTo>
                    <a:pt x="4747382" y="464617"/>
                  </a:lnTo>
                  <a:lnTo>
                    <a:pt x="4747499" y="464617"/>
                  </a:lnTo>
                  <a:lnTo>
                    <a:pt x="4747617" y="464617"/>
                  </a:lnTo>
                  <a:lnTo>
                    <a:pt x="4747617" y="464186"/>
                  </a:lnTo>
                  <a:lnTo>
                    <a:pt x="4747735" y="464186"/>
                  </a:lnTo>
                  <a:lnTo>
                    <a:pt x="4747852" y="464186"/>
                  </a:lnTo>
                  <a:lnTo>
                    <a:pt x="4747970" y="464186"/>
                  </a:lnTo>
                  <a:lnTo>
                    <a:pt x="4748087" y="464186"/>
                  </a:lnTo>
                  <a:lnTo>
                    <a:pt x="4748087" y="463756"/>
                  </a:lnTo>
                  <a:lnTo>
                    <a:pt x="4748087" y="463325"/>
                  </a:lnTo>
                  <a:lnTo>
                    <a:pt x="4748205" y="463325"/>
                  </a:lnTo>
                  <a:lnTo>
                    <a:pt x="4748323" y="463325"/>
                  </a:lnTo>
                  <a:lnTo>
                    <a:pt x="4748440" y="463325"/>
                  </a:lnTo>
                  <a:lnTo>
                    <a:pt x="4748558" y="463325"/>
                  </a:lnTo>
                  <a:lnTo>
                    <a:pt x="4748675" y="463325"/>
                  </a:lnTo>
                  <a:lnTo>
                    <a:pt x="4748793" y="463325"/>
                  </a:lnTo>
                  <a:lnTo>
                    <a:pt x="4748911" y="463325"/>
                  </a:lnTo>
                  <a:lnTo>
                    <a:pt x="4748911" y="462895"/>
                  </a:lnTo>
                  <a:lnTo>
                    <a:pt x="4749028" y="462895"/>
                  </a:lnTo>
                  <a:lnTo>
                    <a:pt x="4749146" y="462895"/>
                  </a:lnTo>
                  <a:lnTo>
                    <a:pt x="4749264" y="462895"/>
                  </a:lnTo>
                  <a:lnTo>
                    <a:pt x="4749381" y="462895"/>
                  </a:lnTo>
                  <a:lnTo>
                    <a:pt x="4749499" y="462895"/>
                  </a:lnTo>
                  <a:lnTo>
                    <a:pt x="4749616" y="462895"/>
                  </a:lnTo>
                  <a:lnTo>
                    <a:pt x="4749734" y="462895"/>
                  </a:lnTo>
                  <a:lnTo>
                    <a:pt x="4749852" y="462895"/>
                  </a:lnTo>
                  <a:lnTo>
                    <a:pt x="4749969" y="462895"/>
                  </a:lnTo>
                  <a:lnTo>
                    <a:pt x="4750087" y="462895"/>
                  </a:lnTo>
                  <a:lnTo>
                    <a:pt x="4750204" y="462895"/>
                  </a:lnTo>
                  <a:lnTo>
                    <a:pt x="4750322" y="462895"/>
                  </a:lnTo>
                  <a:lnTo>
                    <a:pt x="4750440" y="462895"/>
                  </a:lnTo>
                  <a:lnTo>
                    <a:pt x="4750557" y="462895"/>
                  </a:lnTo>
                  <a:lnTo>
                    <a:pt x="4750675" y="462895"/>
                  </a:lnTo>
                  <a:lnTo>
                    <a:pt x="4750793" y="462895"/>
                  </a:lnTo>
                  <a:lnTo>
                    <a:pt x="4750910" y="462895"/>
                  </a:lnTo>
                  <a:lnTo>
                    <a:pt x="4751028" y="462895"/>
                  </a:lnTo>
                  <a:lnTo>
                    <a:pt x="4751145" y="462895"/>
                  </a:lnTo>
                  <a:lnTo>
                    <a:pt x="4751263" y="462895"/>
                  </a:lnTo>
                  <a:lnTo>
                    <a:pt x="4751381" y="462895"/>
                  </a:lnTo>
                  <a:lnTo>
                    <a:pt x="4751498" y="462895"/>
                  </a:lnTo>
                  <a:lnTo>
                    <a:pt x="4751616" y="462895"/>
                  </a:lnTo>
                  <a:lnTo>
                    <a:pt x="4751733" y="462895"/>
                  </a:lnTo>
                  <a:lnTo>
                    <a:pt x="4751851" y="462895"/>
                  </a:lnTo>
                  <a:lnTo>
                    <a:pt x="4751969" y="462895"/>
                  </a:lnTo>
                  <a:lnTo>
                    <a:pt x="4751969" y="462464"/>
                  </a:lnTo>
                  <a:lnTo>
                    <a:pt x="4752086" y="462464"/>
                  </a:lnTo>
                  <a:lnTo>
                    <a:pt x="4752204" y="462464"/>
                  </a:lnTo>
                  <a:lnTo>
                    <a:pt x="4752204" y="462033"/>
                  </a:lnTo>
                  <a:lnTo>
                    <a:pt x="4752321" y="462033"/>
                  </a:lnTo>
                  <a:lnTo>
                    <a:pt x="4752439" y="462033"/>
                  </a:lnTo>
                  <a:lnTo>
                    <a:pt x="4752557" y="462033"/>
                  </a:lnTo>
                  <a:lnTo>
                    <a:pt x="4752674" y="462033"/>
                  </a:lnTo>
                  <a:lnTo>
                    <a:pt x="4752792" y="462033"/>
                  </a:lnTo>
                  <a:lnTo>
                    <a:pt x="4752910" y="462033"/>
                  </a:lnTo>
                  <a:lnTo>
                    <a:pt x="4753027" y="462033"/>
                  </a:lnTo>
                  <a:lnTo>
                    <a:pt x="4753145" y="462033"/>
                  </a:lnTo>
                  <a:lnTo>
                    <a:pt x="4753262" y="462033"/>
                  </a:lnTo>
                  <a:lnTo>
                    <a:pt x="4753380" y="462033"/>
                  </a:lnTo>
                  <a:lnTo>
                    <a:pt x="4753498" y="462033"/>
                  </a:lnTo>
                  <a:lnTo>
                    <a:pt x="4753615" y="462033"/>
                  </a:lnTo>
                  <a:lnTo>
                    <a:pt x="4753733" y="462033"/>
                  </a:lnTo>
                  <a:lnTo>
                    <a:pt x="4753850" y="462033"/>
                  </a:lnTo>
                  <a:lnTo>
                    <a:pt x="4753968" y="462033"/>
                  </a:lnTo>
                  <a:lnTo>
                    <a:pt x="4754086" y="462033"/>
                  </a:lnTo>
                  <a:lnTo>
                    <a:pt x="4754203" y="462033"/>
                  </a:lnTo>
                  <a:lnTo>
                    <a:pt x="4754321" y="462033"/>
                  </a:lnTo>
                  <a:lnTo>
                    <a:pt x="4754439" y="462033"/>
                  </a:lnTo>
                  <a:lnTo>
                    <a:pt x="4754556" y="462033"/>
                  </a:lnTo>
                  <a:lnTo>
                    <a:pt x="4754674" y="462033"/>
                  </a:lnTo>
                  <a:lnTo>
                    <a:pt x="4754791" y="462033"/>
                  </a:lnTo>
                  <a:lnTo>
                    <a:pt x="4754909" y="462033"/>
                  </a:lnTo>
                  <a:lnTo>
                    <a:pt x="4755027" y="462033"/>
                  </a:lnTo>
                  <a:lnTo>
                    <a:pt x="4755144" y="462033"/>
                  </a:lnTo>
                  <a:lnTo>
                    <a:pt x="4755262" y="462033"/>
                  </a:lnTo>
                  <a:lnTo>
                    <a:pt x="4755379" y="462033"/>
                  </a:lnTo>
                  <a:lnTo>
                    <a:pt x="4755497" y="462033"/>
                  </a:lnTo>
                  <a:lnTo>
                    <a:pt x="4755615" y="462033"/>
                  </a:lnTo>
                  <a:lnTo>
                    <a:pt x="4755732" y="462033"/>
                  </a:lnTo>
                  <a:lnTo>
                    <a:pt x="4755850" y="462033"/>
                  </a:lnTo>
                  <a:lnTo>
                    <a:pt x="4755850" y="461603"/>
                  </a:lnTo>
                  <a:lnTo>
                    <a:pt x="4755968" y="461603"/>
                  </a:lnTo>
                  <a:lnTo>
                    <a:pt x="4756085" y="461603"/>
                  </a:lnTo>
                  <a:lnTo>
                    <a:pt x="4756203" y="461603"/>
                  </a:lnTo>
                  <a:lnTo>
                    <a:pt x="4756203" y="461172"/>
                  </a:lnTo>
                  <a:lnTo>
                    <a:pt x="4756320" y="461172"/>
                  </a:lnTo>
                  <a:lnTo>
                    <a:pt x="4756438" y="461172"/>
                  </a:lnTo>
                  <a:lnTo>
                    <a:pt x="4756556" y="461172"/>
                  </a:lnTo>
                  <a:lnTo>
                    <a:pt x="4756673" y="461172"/>
                  </a:lnTo>
                  <a:lnTo>
                    <a:pt x="4756791" y="461172"/>
                  </a:lnTo>
                  <a:lnTo>
                    <a:pt x="4756908" y="461172"/>
                  </a:lnTo>
                  <a:lnTo>
                    <a:pt x="4757026" y="461172"/>
                  </a:lnTo>
                  <a:lnTo>
                    <a:pt x="4757144" y="461172"/>
                  </a:lnTo>
                  <a:lnTo>
                    <a:pt x="4757261" y="461172"/>
                  </a:lnTo>
                  <a:lnTo>
                    <a:pt x="4757379" y="461172"/>
                  </a:lnTo>
                  <a:lnTo>
                    <a:pt x="4757497" y="461172"/>
                  </a:lnTo>
                  <a:lnTo>
                    <a:pt x="4757614" y="461172"/>
                  </a:lnTo>
                  <a:lnTo>
                    <a:pt x="4757732" y="461172"/>
                  </a:lnTo>
                  <a:lnTo>
                    <a:pt x="4757849" y="461172"/>
                  </a:lnTo>
                  <a:lnTo>
                    <a:pt x="4757967" y="461172"/>
                  </a:lnTo>
                  <a:lnTo>
                    <a:pt x="4758085" y="461172"/>
                  </a:lnTo>
                  <a:lnTo>
                    <a:pt x="4758202" y="461172"/>
                  </a:lnTo>
                  <a:lnTo>
                    <a:pt x="4758320" y="461172"/>
                  </a:lnTo>
                  <a:lnTo>
                    <a:pt x="4758320" y="460742"/>
                  </a:lnTo>
                  <a:lnTo>
                    <a:pt x="4758437" y="460742"/>
                  </a:lnTo>
                  <a:lnTo>
                    <a:pt x="4758555" y="460742"/>
                  </a:lnTo>
                  <a:lnTo>
                    <a:pt x="4758673" y="460742"/>
                  </a:lnTo>
                  <a:lnTo>
                    <a:pt x="4758673" y="460311"/>
                  </a:lnTo>
                  <a:lnTo>
                    <a:pt x="4758790" y="460311"/>
                  </a:lnTo>
                  <a:lnTo>
                    <a:pt x="4758908" y="460311"/>
                  </a:lnTo>
                  <a:lnTo>
                    <a:pt x="4758908" y="459880"/>
                  </a:lnTo>
                  <a:lnTo>
                    <a:pt x="4759026" y="459880"/>
                  </a:lnTo>
                  <a:lnTo>
                    <a:pt x="4759143" y="459880"/>
                  </a:lnTo>
                  <a:lnTo>
                    <a:pt x="4759261" y="459880"/>
                  </a:lnTo>
                  <a:lnTo>
                    <a:pt x="4759378" y="459880"/>
                  </a:lnTo>
                  <a:lnTo>
                    <a:pt x="4759496" y="459880"/>
                  </a:lnTo>
                  <a:lnTo>
                    <a:pt x="4759496" y="459450"/>
                  </a:lnTo>
                  <a:lnTo>
                    <a:pt x="4759614" y="459450"/>
                  </a:lnTo>
                  <a:lnTo>
                    <a:pt x="4759731" y="459450"/>
                  </a:lnTo>
                  <a:lnTo>
                    <a:pt x="4759849" y="459450"/>
                  </a:lnTo>
                  <a:lnTo>
                    <a:pt x="4759966" y="459450"/>
                  </a:lnTo>
                  <a:lnTo>
                    <a:pt x="4760084" y="459450"/>
                  </a:lnTo>
                  <a:lnTo>
                    <a:pt x="4760202" y="459450"/>
                  </a:lnTo>
                  <a:lnTo>
                    <a:pt x="4760319" y="459450"/>
                  </a:lnTo>
                  <a:lnTo>
                    <a:pt x="4760437" y="459450"/>
                  </a:lnTo>
                  <a:lnTo>
                    <a:pt x="4760554" y="459450"/>
                  </a:lnTo>
                  <a:lnTo>
                    <a:pt x="4760672" y="459450"/>
                  </a:lnTo>
                  <a:lnTo>
                    <a:pt x="4760790" y="459450"/>
                  </a:lnTo>
                  <a:lnTo>
                    <a:pt x="4760907" y="459450"/>
                  </a:lnTo>
                  <a:lnTo>
                    <a:pt x="4760907" y="459019"/>
                  </a:lnTo>
                  <a:lnTo>
                    <a:pt x="4761025" y="459019"/>
                  </a:lnTo>
                  <a:lnTo>
                    <a:pt x="4761143" y="459019"/>
                  </a:lnTo>
                  <a:lnTo>
                    <a:pt x="4761260" y="459019"/>
                  </a:lnTo>
                  <a:lnTo>
                    <a:pt x="4761378" y="459019"/>
                  </a:lnTo>
                  <a:lnTo>
                    <a:pt x="4761495" y="459019"/>
                  </a:lnTo>
                  <a:lnTo>
                    <a:pt x="4761613" y="459019"/>
                  </a:lnTo>
                  <a:lnTo>
                    <a:pt x="4761731" y="459019"/>
                  </a:lnTo>
                  <a:lnTo>
                    <a:pt x="4761848" y="459019"/>
                  </a:lnTo>
                  <a:lnTo>
                    <a:pt x="4761966" y="459019"/>
                  </a:lnTo>
                  <a:lnTo>
                    <a:pt x="4762083" y="459019"/>
                  </a:lnTo>
                  <a:lnTo>
                    <a:pt x="4762201" y="459019"/>
                  </a:lnTo>
                  <a:lnTo>
                    <a:pt x="4762319" y="459019"/>
                  </a:lnTo>
                  <a:lnTo>
                    <a:pt x="4762436" y="459019"/>
                  </a:lnTo>
                  <a:lnTo>
                    <a:pt x="4762554" y="459019"/>
                  </a:lnTo>
                  <a:lnTo>
                    <a:pt x="4762672" y="459019"/>
                  </a:lnTo>
                  <a:lnTo>
                    <a:pt x="4762789" y="459019"/>
                  </a:lnTo>
                  <a:lnTo>
                    <a:pt x="4762789" y="458589"/>
                  </a:lnTo>
                  <a:lnTo>
                    <a:pt x="4762907" y="458589"/>
                  </a:lnTo>
                  <a:lnTo>
                    <a:pt x="4763024" y="458589"/>
                  </a:lnTo>
                  <a:lnTo>
                    <a:pt x="4763142" y="458589"/>
                  </a:lnTo>
                  <a:lnTo>
                    <a:pt x="4763260" y="458589"/>
                  </a:lnTo>
                  <a:lnTo>
                    <a:pt x="4763260" y="458158"/>
                  </a:lnTo>
                  <a:lnTo>
                    <a:pt x="4763260" y="457727"/>
                  </a:lnTo>
                  <a:lnTo>
                    <a:pt x="4763377" y="457727"/>
                  </a:lnTo>
                  <a:lnTo>
                    <a:pt x="4763495" y="457727"/>
                  </a:lnTo>
                  <a:lnTo>
                    <a:pt x="4763495" y="457297"/>
                  </a:lnTo>
                  <a:lnTo>
                    <a:pt x="4763612" y="457297"/>
                  </a:lnTo>
                  <a:lnTo>
                    <a:pt x="4763730" y="457297"/>
                  </a:lnTo>
                  <a:lnTo>
                    <a:pt x="4763848" y="457297"/>
                  </a:lnTo>
                  <a:lnTo>
                    <a:pt x="4763965" y="457297"/>
                  </a:lnTo>
                  <a:lnTo>
                    <a:pt x="4764083" y="457297"/>
                  </a:lnTo>
                  <a:lnTo>
                    <a:pt x="4764201" y="457297"/>
                  </a:lnTo>
                  <a:lnTo>
                    <a:pt x="4764318" y="457297"/>
                  </a:lnTo>
                  <a:lnTo>
                    <a:pt x="4764436" y="457297"/>
                  </a:lnTo>
                  <a:lnTo>
                    <a:pt x="4764553" y="457297"/>
                  </a:lnTo>
                  <a:lnTo>
                    <a:pt x="4764671" y="457297"/>
                  </a:lnTo>
                  <a:lnTo>
                    <a:pt x="4764789" y="457297"/>
                  </a:lnTo>
                  <a:lnTo>
                    <a:pt x="4764906" y="457297"/>
                  </a:lnTo>
                  <a:lnTo>
                    <a:pt x="4765024" y="457297"/>
                  </a:lnTo>
                  <a:lnTo>
                    <a:pt x="4765141" y="457297"/>
                  </a:lnTo>
                  <a:lnTo>
                    <a:pt x="4765259" y="457297"/>
                  </a:lnTo>
                  <a:lnTo>
                    <a:pt x="4765377" y="457297"/>
                  </a:lnTo>
                  <a:lnTo>
                    <a:pt x="4765494" y="457297"/>
                  </a:lnTo>
                  <a:lnTo>
                    <a:pt x="4765612" y="457297"/>
                  </a:lnTo>
                  <a:lnTo>
                    <a:pt x="4765730" y="457297"/>
                  </a:lnTo>
                  <a:lnTo>
                    <a:pt x="4765730" y="456866"/>
                  </a:lnTo>
                  <a:lnTo>
                    <a:pt x="4765847" y="456866"/>
                  </a:lnTo>
                  <a:lnTo>
                    <a:pt x="4765965" y="456866"/>
                  </a:lnTo>
                  <a:lnTo>
                    <a:pt x="4766082" y="456866"/>
                  </a:lnTo>
                  <a:lnTo>
                    <a:pt x="4766200" y="456866"/>
                  </a:lnTo>
                  <a:lnTo>
                    <a:pt x="4766318" y="456866"/>
                  </a:lnTo>
                  <a:lnTo>
                    <a:pt x="4766318" y="456436"/>
                  </a:lnTo>
                  <a:lnTo>
                    <a:pt x="4766435" y="456436"/>
                  </a:lnTo>
                  <a:lnTo>
                    <a:pt x="4766553" y="456436"/>
                  </a:lnTo>
                  <a:lnTo>
                    <a:pt x="4766670" y="456436"/>
                  </a:lnTo>
                  <a:lnTo>
                    <a:pt x="4766788" y="456436"/>
                  </a:lnTo>
                  <a:lnTo>
                    <a:pt x="4766788" y="456005"/>
                  </a:lnTo>
                  <a:lnTo>
                    <a:pt x="4766906" y="456005"/>
                  </a:lnTo>
                  <a:lnTo>
                    <a:pt x="4767023" y="456005"/>
                  </a:lnTo>
                  <a:lnTo>
                    <a:pt x="4767023" y="455574"/>
                  </a:lnTo>
                  <a:lnTo>
                    <a:pt x="4767141" y="455574"/>
                  </a:lnTo>
                  <a:lnTo>
                    <a:pt x="4767258" y="455574"/>
                  </a:lnTo>
                  <a:lnTo>
                    <a:pt x="4767376" y="455574"/>
                  </a:lnTo>
                  <a:lnTo>
                    <a:pt x="4767494" y="455574"/>
                  </a:lnTo>
                  <a:lnTo>
                    <a:pt x="4767611" y="455574"/>
                  </a:lnTo>
                  <a:lnTo>
                    <a:pt x="4767729" y="455574"/>
                  </a:lnTo>
                  <a:lnTo>
                    <a:pt x="4767847" y="455574"/>
                  </a:lnTo>
                  <a:lnTo>
                    <a:pt x="4767964" y="455574"/>
                  </a:lnTo>
                  <a:lnTo>
                    <a:pt x="4768082" y="455574"/>
                  </a:lnTo>
                  <a:lnTo>
                    <a:pt x="4768199" y="455574"/>
                  </a:lnTo>
                  <a:lnTo>
                    <a:pt x="4768317" y="455574"/>
                  </a:lnTo>
                  <a:lnTo>
                    <a:pt x="4768435" y="455574"/>
                  </a:lnTo>
                  <a:lnTo>
                    <a:pt x="4768552" y="455574"/>
                  </a:lnTo>
                  <a:lnTo>
                    <a:pt x="4768670" y="455574"/>
                  </a:lnTo>
                  <a:lnTo>
                    <a:pt x="4768787" y="455574"/>
                  </a:lnTo>
                  <a:lnTo>
                    <a:pt x="4768905" y="455574"/>
                  </a:lnTo>
                  <a:lnTo>
                    <a:pt x="4769023" y="455574"/>
                  </a:lnTo>
                  <a:lnTo>
                    <a:pt x="4769140" y="455574"/>
                  </a:lnTo>
                  <a:lnTo>
                    <a:pt x="4769258" y="455574"/>
                  </a:lnTo>
                  <a:lnTo>
                    <a:pt x="4769258" y="455144"/>
                  </a:lnTo>
                  <a:lnTo>
                    <a:pt x="4769376" y="455144"/>
                  </a:lnTo>
                  <a:lnTo>
                    <a:pt x="4769493" y="455144"/>
                  </a:lnTo>
                  <a:lnTo>
                    <a:pt x="4769611" y="455144"/>
                  </a:lnTo>
                  <a:lnTo>
                    <a:pt x="4769728" y="455144"/>
                  </a:lnTo>
                  <a:lnTo>
                    <a:pt x="4769846" y="455144"/>
                  </a:lnTo>
                  <a:lnTo>
                    <a:pt x="4769964" y="455144"/>
                  </a:lnTo>
                  <a:lnTo>
                    <a:pt x="4770081" y="455144"/>
                  </a:lnTo>
                  <a:lnTo>
                    <a:pt x="4770199" y="455144"/>
                  </a:lnTo>
                  <a:lnTo>
                    <a:pt x="4770316" y="455144"/>
                  </a:lnTo>
                  <a:lnTo>
                    <a:pt x="4770316" y="454713"/>
                  </a:lnTo>
                  <a:lnTo>
                    <a:pt x="4770434" y="454713"/>
                  </a:lnTo>
                  <a:lnTo>
                    <a:pt x="4770552" y="454713"/>
                  </a:lnTo>
                  <a:lnTo>
                    <a:pt x="4770669" y="454713"/>
                  </a:lnTo>
                  <a:lnTo>
                    <a:pt x="4770787" y="454713"/>
                  </a:lnTo>
                  <a:lnTo>
                    <a:pt x="4770905" y="454713"/>
                  </a:lnTo>
                  <a:lnTo>
                    <a:pt x="4771022" y="454713"/>
                  </a:lnTo>
                  <a:lnTo>
                    <a:pt x="4771140" y="454713"/>
                  </a:lnTo>
                  <a:lnTo>
                    <a:pt x="4771257" y="454713"/>
                  </a:lnTo>
                  <a:lnTo>
                    <a:pt x="4771375" y="454713"/>
                  </a:lnTo>
                  <a:lnTo>
                    <a:pt x="4771375" y="454283"/>
                  </a:lnTo>
                  <a:lnTo>
                    <a:pt x="4771493" y="454283"/>
                  </a:lnTo>
                  <a:lnTo>
                    <a:pt x="4771493" y="453852"/>
                  </a:lnTo>
                  <a:lnTo>
                    <a:pt x="4771610" y="453852"/>
                  </a:lnTo>
                  <a:lnTo>
                    <a:pt x="4771728" y="453852"/>
                  </a:lnTo>
                  <a:lnTo>
                    <a:pt x="4771845" y="453852"/>
                  </a:lnTo>
                  <a:lnTo>
                    <a:pt x="4771963" y="453852"/>
                  </a:lnTo>
                  <a:lnTo>
                    <a:pt x="4772081" y="453852"/>
                  </a:lnTo>
                  <a:lnTo>
                    <a:pt x="4772198" y="453852"/>
                  </a:lnTo>
                  <a:lnTo>
                    <a:pt x="4772316" y="453852"/>
                  </a:lnTo>
                  <a:lnTo>
                    <a:pt x="4772434" y="453852"/>
                  </a:lnTo>
                  <a:lnTo>
                    <a:pt x="4772551" y="453852"/>
                  </a:lnTo>
                  <a:lnTo>
                    <a:pt x="4772669" y="453852"/>
                  </a:lnTo>
                  <a:lnTo>
                    <a:pt x="4772786" y="453852"/>
                  </a:lnTo>
                  <a:lnTo>
                    <a:pt x="4772904" y="453852"/>
                  </a:lnTo>
                  <a:lnTo>
                    <a:pt x="4773022" y="453852"/>
                  </a:lnTo>
                  <a:lnTo>
                    <a:pt x="4773139" y="453852"/>
                  </a:lnTo>
                  <a:lnTo>
                    <a:pt x="4773257" y="453852"/>
                  </a:lnTo>
                  <a:lnTo>
                    <a:pt x="4773374" y="453852"/>
                  </a:lnTo>
                  <a:lnTo>
                    <a:pt x="4773492" y="453852"/>
                  </a:lnTo>
                  <a:lnTo>
                    <a:pt x="4773610" y="453852"/>
                  </a:lnTo>
                  <a:lnTo>
                    <a:pt x="4773727" y="453852"/>
                  </a:lnTo>
                  <a:lnTo>
                    <a:pt x="4773845" y="453852"/>
                  </a:lnTo>
                  <a:lnTo>
                    <a:pt x="4773845" y="453421"/>
                  </a:lnTo>
                  <a:lnTo>
                    <a:pt x="4773963" y="453421"/>
                  </a:lnTo>
                  <a:lnTo>
                    <a:pt x="4774080" y="453421"/>
                  </a:lnTo>
                  <a:lnTo>
                    <a:pt x="4774198" y="453421"/>
                  </a:lnTo>
                  <a:lnTo>
                    <a:pt x="4774315" y="453421"/>
                  </a:lnTo>
                  <a:lnTo>
                    <a:pt x="4774433" y="453421"/>
                  </a:lnTo>
                  <a:lnTo>
                    <a:pt x="4774551" y="453421"/>
                  </a:lnTo>
                  <a:lnTo>
                    <a:pt x="4774668" y="453421"/>
                  </a:lnTo>
                  <a:lnTo>
                    <a:pt x="4774786" y="453421"/>
                  </a:lnTo>
                  <a:lnTo>
                    <a:pt x="4774903" y="453421"/>
                  </a:lnTo>
                  <a:lnTo>
                    <a:pt x="4775021" y="453421"/>
                  </a:lnTo>
                  <a:lnTo>
                    <a:pt x="4775139" y="453421"/>
                  </a:lnTo>
                  <a:lnTo>
                    <a:pt x="4775256" y="453421"/>
                  </a:lnTo>
                  <a:lnTo>
                    <a:pt x="4775374" y="453421"/>
                  </a:lnTo>
                  <a:lnTo>
                    <a:pt x="4775374" y="452991"/>
                  </a:lnTo>
                  <a:lnTo>
                    <a:pt x="4775491" y="452991"/>
                  </a:lnTo>
                  <a:lnTo>
                    <a:pt x="4775609" y="452991"/>
                  </a:lnTo>
                  <a:lnTo>
                    <a:pt x="4775609" y="452560"/>
                  </a:lnTo>
                  <a:lnTo>
                    <a:pt x="4775727" y="452560"/>
                  </a:lnTo>
                  <a:lnTo>
                    <a:pt x="4775844" y="452560"/>
                  </a:lnTo>
                  <a:lnTo>
                    <a:pt x="4775962" y="452560"/>
                  </a:lnTo>
                  <a:lnTo>
                    <a:pt x="4776080" y="452560"/>
                  </a:lnTo>
                  <a:lnTo>
                    <a:pt x="4776197" y="452560"/>
                  </a:lnTo>
                  <a:lnTo>
                    <a:pt x="4776315" y="452560"/>
                  </a:lnTo>
                  <a:lnTo>
                    <a:pt x="4776432" y="452560"/>
                  </a:lnTo>
                  <a:lnTo>
                    <a:pt x="4776550" y="452560"/>
                  </a:lnTo>
                  <a:lnTo>
                    <a:pt x="4776668" y="452560"/>
                  </a:lnTo>
                  <a:lnTo>
                    <a:pt x="4776785" y="452560"/>
                  </a:lnTo>
                  <a:lnTo>
                    <a:pt x="4776903" y="452560"/>
                  </a:lnTo>
                  <a:lnTo>
                    <a:pt x="4777020" y="452560"/>
                  </a:lnTo>
                  <a:lnTo>
                    <a:pt x="4777020" y="452130"/>
                  </a:lnTo>
                  <a:lnTo>
                    <a:pt x="4777138" y="452130"/>
                  </a:lnTo>
                  <a:lnTo>
                    <a:pt x="4777256" y="452130"/>
                  </a:lnTo>
                  <a:lnTo>
                    <a:pt x="4777256" y="451699"/>
                  </a:lnTo>
                  <a:lnTo>
                    <a:pt x="4777373" y="451699"/>
                  </a:lnTo>
                  <a:lnTo>
                    <a:pt x="4777491" y="451699"/>
                  </a:lnTo>
                  <a:lnTo>
                    <a:pt x="4777491" y="451268"/>
                  </a:lnTo>
                  <a:lnTo>
                    <a:pt x="4777609" y="451268"/>
                  </a:lnTo>
                  <a:lnTo>
                    <a:pt x="4777726" y="451268"/>
                  </a:lnTo>
                  <a:lnTo>
                    <a:pt x="4777844" y="451268"/>
                  </a:lnTo>
                  <a:lnTo>
                    <a:pt x="4777961" y="451268"/>
                  </a:lnTo>
                  <a:lnTo>
                    <a:pt x="4777961" y="450838"/>
                  </a:lnTo>
                  <a:lnTo>
                    <a:pt x="4778079" y="450838"/>
                  </a:lnTo>
                  <a:lnTo>
                    <a:pt x="4778197" y="450838"/>
                  </a:lnTo>
                  <a:lnTo>
                    <a:pt x="4778314" y="450838"/>
                  </a:lnTo>
                  <a:lnTo>
                    <a:pt x="4778432" y="450838"/>
                  </a:lnTo>
                  <a:lnTo>
                    <a:pt x="4778549" y="450838"/>
                  </a:lnTo>
                  <a:lnTo>
                    <a:pt x="4778667" y="450838"/>
                  </a:lnTo>
                  <a:lnTo>
                    <a:pt x="4778667" y="450407"/>
                  </a:lnTo>
                  <a:lnTo>
                    <a:pt x="4778785" y="450407"/>
                  </a:lnTo>
                  <a:lnTo>
                    <a:pt x="4778902" y="450407"/>
                  </a:lnTo>
                  <a:lnTo>
                    <a:pt x="4779020" y="450407"/>
                  </a:lnTo>
                  <a:lnTo>
                    <a:pt x="4779138" y="450407"/>
                  </a:lnTo>
                  <a:lnTo>
                    <a:pt x="4779255" y="450407"/>
                  </a:lnTo>
                  <a:lnTo>
                    <a:pt x="4779373" y="450407"/>
                  </a:lnTo>
                  <a:lnTo>
                    <a:pt x="4779490" y="450407"/>
                  </a:lnTo>
                  <a:lnTo>
                    <a:pt x="4779608" y="450407"/>
                  </a:lnTo>
                  <a:lnTo>
                    <a:pt x="4779726" y="450407"/>
                  </a:lnTo>
                  <a:lnTo>
                    <a:pt x="4779843" y="450407"/>
                  </a:lnTo>
                  <a:lnTo>
                    <a:pt x="4779843" y="449977"/>
                  </a:lnTo>
                  <a:lnTo>
                    <a:pt x="4779843" y="449546"/>
                  </a:lnTo>
                  <a:lnTo>
                    <a:pt x="4779961" y="449546"/>
                  </a:lnTo>
                  <a:lnTo>
                    <a:pt x="4780078" y="449546"/>
                  </a:lnTo>
                  <a:lnTo>
                    <a:pt x="4780196" y="449546"/>
                  </a:lnTo>
                  <a:lnTo>
                    <a:pt x="4780314" y="449546"/>
                  </a:lnTo>
                  <a:lnTo>
                    <a:pt x="4780431" y="449546"/>
                  </a:lnTo>
                  <a:lnTo>
                    <a:pt x="4780431" y="449115"/>
                  </a:lnTo>
                  <a:lnTo>
                    <a:pt x="4780549" y="449115"/>
                  </a:lnTo>
                  <a:lnTo>
                    <a:pt x="4780667" y="449115"/>
                  </a:lnTo>
                  <a:lnTo>
                    <a:pt x="4780784" y="449115"/>
                  </a:lnTo>
                  <a:lnTo>
                    <a:pt x="4780902" y="449115"/>
                  </a:lnTo>
                  <a:lnTo>
                    <a:pt x="4781019" y="449115"/>
                  </a:lnTo>
                  <a:lnTo>
                    <a:pt x="4781137" y="449115"/>
                  </a:lnTo>
                  <a:lnTo>
                    <a:pt x="4781137" y="448685"/>
                  </a:lnTo>
                  <a:lnTo>
                    <a:pt x="4781255" y="448685"/>
                  </a:lnTo>
                  <a:lnTo>
                    <a:pt x="4781372" y="448685"/>
                  </a:lnTo>
                  <a:lnTo>
                    <a:pt x="4781490" y="448685"/>
                  </a:lnTo>
                  <a:lnTo>
                    <a:pt x="4781607" y="448685"/>
                  </a:lnTo>
                  <a:lnTo>
                    <a:pt x="4781725" y="448685"/>
                  </a:lnTo>
                  <a:lnTo>
                    <a:pt x="4781843" y="448685"/>
                  </a:lnTo>
                  <a:lnTo>
                    <a:pt x="4781960" y="448685"/>
                  </a:lnTo>
                  <a:lnTo>
                    <a:pt x="4782078" y="448685"/>
                  </a:lnTo>
                  <a:lnTo>
                    <a:pt x="4782196" y="448685"/>
                  </a:lnTo>
                  <a:lnTo>
                    <a:pt x="4782313" y="448685"/>
                  </a:lnTo>
                  <a:lnTo>
                    <a:pt x="4782431" y="448685"/>
                  </a:lnTo>
                  <a:lnTo>
                    <a:pt x="4782548" y="448685"/>
                  </a:lnTo>
                  <a:lnTo>
                    <a:pt x="4782666" y="448685"/>
                  </a:lnTo>
                  <a:lnTo>
                    <a:pt x="4782784" y="448685"/>
                  </a:lnTo>
                  <a:lnTo>
                    <a:pt x="4782901" y="448685"/>
                  </a:lnTo>
                  <a:lnTo>
                    <a:pt x="4783019" y="448685"/>
                  </a:lnTo>
                  <a:lnTo>
                    <a:pt x="4783136" y="448685"/>
                  </a:lnTo>
                  <a:lnTo>
                    <a:pt x="4783254" y="448685"/>
                  </a:lnTo>
                  <a:lnTo>
                    <a:pt x="4783254" y="448254"/>
                  </a:lnTo>
                  <a:lnTo>
                    <a:pt x="4783372" y="448254"/>
                  </a:lnTo>
                  <a:lnTo>
                    <a:pt x="4783489" y="448254"/>
                  </a:lnTo>
                  <a:lnTo>
                    <a:pt x="4783489" y="447824"/>
                  </a:lnTo>
                  <a:lnTo>
                    <a:pt x="4783607" y="447824"/>
                  </a:lnTo>
                  <a:lnTo>
                    <a:pt x="4783724" y="447824"/>
                  </a:lnTo>
                  <a:lnTo>
                    <a:pt x="4783842" y="447824"/>
                  </a:lnTo>
                  <a:lnTo>
                    <a:pt x="4783960" y="447824"/>
                  </a:lnTo>
                  <a:lnTo>
                    <a:pt x="4784077" y="447824"/>
                  </a:lnTo>
                  <a:lnTo>
                    <a:pt x="4784195" y="447824"/>
                  </a:lnTo>
                  <a:lnTo>
                    <a:pt x="4784313" y="447824"/>
                  </a:lnTo>
                  <a:lnTo>
                    <a:pt x="4784430" y="447824"/>
                  </a:lnTo>
                  <a:lnTo>
                    <a:pt x="4784548" y="447824"/>
                  </a:lnTo>
                  <a:lnTo>
                    <a:pt x="4784665" y="447824"/>
                  </a:lnTo>
                  <a:lnTo>
                    <a:pt x="4784665" y="447393"/>
                  </a:lnTo>
                  <a:lnTo>
                    <a:pt x="4784665" y="446962"/>
                  </a:lnTo>
                  <a:lnTo>
                    <a:pt x="4784783" y="446962"/>
                  </a:lnTo>
                  <a:lnTo>
                    <a:pt x="4784901" y="446962"/>
                  </a:lnTo>
                  <a:lnTo>
                    <a:pt x="4785018" y="446962"/>
                  </a:lnTo>
                  <a:lnTo>
                    <a:pt x="4785136" y="446962"/>
                  </a:lnTo>
                  <a:lnTo>
                    <a:pt x="4785253" y="446962"/>
                  </a:lnTo>
                  <a:lnTo>
                    <a:pt x="4785371" y="446962"/>
                  </a:lnTo>
                  <a:lnTo>
                    <a:pt x="4785489" y="446962"/>
                  </a:lnTo>
                  <a:lnTo>
                    <a:pt x="4785606" y="446962"/>
                  </a:lnTo>
                  <a:lnTo>
                    <a:pt x="4785724" y="446962"/>
                  </a:lnTo>
                  <a:lnTo>
                    <a:pt x="4785842" y="446962"/>
                  </a:lnTo>
                  <a:lnTo>
                    <a:pt x="4785959" y="446962"/>
                  </a:lnTo>
                  <a:lnTo>
                    <a:pt x="4786077" y="446962"/>
                  </a:lnTo>
                  <a:lnTo>
                    <a:pt x="4786194" y="446962"/>
                  </a:lnTo>
                  <a:lnTo>
                    <a:pt x="4786312" y="446962"/>
                  </a:lnTo>
                  <a:lnTo>
                    <a:pt x="4786430" y="446962"/>
                  </a:lnTo>
                  <a:lnTo>
                    <a:pt x="4786430" y="446532"/>
                  </a:lnTo>
                  <a:lnTo>
                    <a:pt x="4786547" y="446532"/>
                  </a:lnTo>
                  <a:lnTo>
                    <a:pt x="4786665" y="446532"/>
                  </a:lnTo>
                  <a:lnTo>
                    <a:pt x="4786665" y="446101"/>
                  </a:lnTo>
                  <a:lnTo>
                    <a:pt x="4786782" y="446101"/>
                  </a:lnTo>
                  <a:lnTo>
                    <a:pt x="4786900" y="446101"/>
                  </a:lnTo>
                  <a:lnTo>
                    <a:pt x="4787018" y="446101"/>
                  </a:lnTo>
                  <a:lnTo>
                    <a:pt x="4787135" y="446101"/>
                  </a:lnTo>
                  <a:lnTo>
                    <a:pt x="4787253" y="446101"/>
                  </a:lnTo>
                  <a:lnTo>
                    <a:pt x="4787371" y="446101"/>
                  </a:lnTo>
                  <a:lnTo>
                    <a:pt x="4787371" y="445671"/>
                  </a:lnTo>
                  <a:lnTo>
                    <a:pt x="4787371" y="445240"/>
                  </a:lnTo>
                  <a:lnTo>
                    <a:pt x="4787488" y="445240"/>
                  </a:lnTo>
                  <a:lnTo>
                    <a:pt x="4787606" y="445240"/>
                  </a:lnTo>
                  <a:lnTo>
                    <a:pt x="4787723" y="445240"/>
                  </a:lnTo>
                  <a:lnTo>
                    <a:pt x="4787841" y="445240"/>
                  </a:lnTo>
                  <a:lnTo>
                    <a:pt x="4787959" y="445240"/>
                  </a:lnTo>
                  <a:lnTo>
                    <a:pt x="4788076" y="445240"/>
                  </a:lnTo>
                  <a:lnTo>
                    <a:pt x="4788194" y="445240"/>
                  </a:lnTo>
                  <a:lnTo>
                    <a:pt x="4788311" y="445240"/>
                  </a:lnTo>
                  <a:lnTo>
                    <a:pt x="4788311" y="444809"/>
                  </a:lnTo>
                  <a:lnTo>
                    <a:pt x="4788429" y="444809"/>
                  </a:lnTo>
                  <a:lnTo>
                    <a:pt x="4788547" y="444809"/>
                  </a:lnTo>
                  <a:lnTo>
                    <a:pt x="4788664" y="444809"/>
                  </a:lnTo>
                  <a:lnTo>
                    <a:pt x="4788782" y="444809"/>
                  </a:lnTo>
                  <a:lnTo>
                    <a:pt x="4788900" y="444809"/>
                  </a:lnTo>
                  <a:lnTo>
                    <a:pt x="4789017" y="444809"/>
                  </a:lnTo>
                  <a:lnTo>
                    <a:pt x="4789135" y="444809"/>
                  </a:lnTo>
                  <a:lnTo>
                    <a:pt x="4789252" y="444809"/>
                  </a:lnTo>
                  <a:lnTo>
                    <a:pt x="4789370" y="444809"/>
                  </a:lnTo>
                  <a:lnTo>
                    <a:pt x="4789370" y="444379"/>
                  </a:lnTo>
                  <a:lnTo>
                    <a:pt x="4789488" y="444379"/>
                  </a:lnTo>
                  <a:lnTo>
                    <a:pt x="4789605" y="444379"/>
                  </a:lnTo>
                  <a:lnTo>
                    <a:pt x="4789723" y="444379"/>
                  </a:lnTo>
                  <a:lnTo>
                    <a:pt x="4789723" y="443948"/>
                  </a:lnTo>
                  <a:lnTo>
                    <a:pt x="4789840" y="443948"/>
                  </a:lnTo>
                  <a:lnTo>
                    <a:pt x="4789958" y="443948"/>
                  </a:lnTo>
                  <a:lnTo>
                    <a:pt x="4790076" y="443948"/>
                  </a:lnTo>
                  <a:lnTo>
                    <a:pt x="4790193" y="443948"/>
                  </a:lnTo>
                  <a:lnTo>
                    <a:pt x="4790311" y="443948"/>
                  </a:lnTo>
                  <a:lnTo>
                    <a:pt x="4790429" y="443948"/>
                  </a:lnTo>
                  <a:lnTo>
                    <a:pt x="4790546" y="443948"/>
                  </a:lnTo>
                  <a:lnTo>
                    <a:pt x="4790664" y="443948"/>
                  </a:lnTo>
                  <a:lnTo>
                    <a:pt x="4790664" y="443518"/>
                  </a:lnTo>
                  <a:lnTo>
                    <a:pt x="4790781" y="443518"/>
                  </a:lnTo>
                  <a:lnTo>
                    <a:pt x="4790899" y="443518"/>
                  </a:lnTo>
                  <a:lnTo>
                    <a:pt x="4790899" y="443087"/>
                  </a:lnTo>
                  <a:lnTo>
                    <a:pt x="4791017" y="443087"/>
                  </a:lnTo>
                  <a:lnTo>
                    <a:pt x="4791134" y="443087"/>
                  </a:lnTo>
                  <a:lnTo>
                    <a:pt x="4791252" y="443087"/>
                  </a:lnTo>
                  <a:lnTo>
                    <a:pt x="4791369" y="443087"/>
                  </a:lnTo>
                  <a:lnTo>
                    <a:pt x="4791369" y="442656"/>
                  </a:lnTo>
                  <a:lnTo>
                    <a:pt x="4791487" y="442656"/>
                  </a:lnTo>
                  <a:lnTo>
                    <a:pt x="4791605" y="442656"/>
                  </a:lnTo>
                  <a:lnTo>
                    <a:pt x="4791722" y="442656"/>
                  </a:lnTo>
                  <a:lnTo>
                    <a:pt x="4791840" y="442656"/>
                  </a:lnTo>
                  <a:lnTo>
                    <a:pt x="4791840" y="442226"/>
                  </a:lnTo>
                  <a:lnTo>
                    <a:pt x="4791957" y="442226"/>
                  </a:lnTo>
                  <a:lnTo>
                    <a:pt x="4792075" y="442226"/>
                  </a:lnTo>
                  <a:lnTo>
                    <a:pt x="4792193" y="442226"/>
                  </a:lnTo>
                  <a:lnTo>
                    <a:pt x="4792310" y="442226"/>
                  </a:lnTo>
                  <a:lnTo>
                    <a:pt x="4792428" y="442226"/>
                  </a:lnTo>
                  <a:lnTo>
                    <a:pt x="4792546" y="442226"/>
                  </a:lnTo>
                  <a:lnTo>
                    <a:pt x="4792663" y="442226"/>
                  </a:lnTo>
                  <a:lnTo>
                    <a:pt x="4792781" y="442226"/>
                  </a:lnTo>
                  <a:lnTo>
                    <a:pt x="4792898" y="442226"/>
                  </a:lnTo>
                  <a:lnTo>
                    <a:pt x="4793016" y="442226"/>
                  </a:lnTo>
                  <a:lnTo>
                    <a:pt x="4793134" y="442226"/>
                  </a:lnTo>
                  <a:lnTo>
                    <a:pt x="4793251" y="442226"/>
                  </a:lnTo>
                  <a:lnTo>
                    <a:pt x="4793369" y="442226"/>
                  </a:lnTo>
                  <a:lnTo>
                    <a:pt x="4793486" y="442226"/>
                  </a:lnTo>
                  <a:lnTo>
                    <a:pt x="4793604" y="442226"/>
                  </a:lnTo>
                  <a:lnTo>
                    <a:pt x="4793722" y="442226"/>
                  </a:lnTo>
                  <a:lnTo>
                    <a:pt x="4793839" y="442226"/>
                  </a:lnTo>
                  <a:lnTo>
                    <a:pt x="4793957" y="442226"/>
                  </a:lnTo>
                  <a:lnTo>
                    <a:pt x="4794075" y="442226"/>
                  </a:lnTo>
                  <a:lnTo>
                    <a:pt x="4794192" y="442226"/>
                  </a:lnTo>
                  <a:lnTo>
                    <a:pt x="4794310" y="442226"/>
                  </a:lnTo>
                  <a:lnTo>
                    <a:pt x="4794427" y="442226"/>
                  </a:lnTo>
                  <a:lnTo>
                    <a:pt x="4794545" y="442226"/>
                  </a:lnTo>
                  <a:lnTo>
                    <a:pt x="4794663" y="442226"/>
                  </a:lnTo>
                  <a:lnTo>
                    <a:pt x="4794663" y="441795"/>
                  </a:lnTo>
                  <a:lnTo>
                    <a:pt x="4794780" y="441795"/>
                  </a:lnTo>
                  <a:lnTo>
                    <a:pt x="4794898" y="441795"/>
                  </a:lnTo>
                  <a:lnTo>
                    <a:pt x="4795015" y="441795"/>
                  </a:lnTo>
                  <a:lnTo>
                    <a:pt x="4795015" y="441365"/>
                  </a:lnTo>
                  <a:lnTo>
                    <a:pt x="4795133" y="441365"/>
                  </a:lnTo>
                  <a:lnTo>
                    <a:pt x="4795133" y="440934"/>
                  </a:lnTo>
                  <a:lnTo>
                    <a:pt x="4795251" y="440934"/>
                  </a:lnTo>
                  <a:lnTo>
                    <a:pt x="4795368" y="440934"/>
                  </a:lnTo>
                  <a:lnTo>
                    <a:pt x="4795486" y="440934"/>
                  </a:lnTo>
                  <a:lnTo>
                    <a:pt x="4795604" y="440934"/>
                  </a:lnTo>
                  <a:lnTo>
                    <a:pt x="4795721" y="440934"/>
                  </a:lnTo>
                  <a:lnTo>
                    <a:pt x="4795721" y="440503"/>
                  </a:lnTo>
                  <a:lnTo>
                    <a:pt x="4795839" y="440503"/>
                  </a:lnTo>
                  <a:lnTo>
                    <a:pt x="4795839" y="440073"/>
                  </a:lnTo>
                  <a:lnTo>
                    <a:pt x="4795839" y="439642"/>
                  </a:lnTo>
                  <a:lnTo>
                    <a:pt x="4795956" y="439642"/>
                  </a:lnTo>
                  <a:lnTo>
                    <a:pt x="4796074" y="439642"/>
                  </a:lnTo>
                  <a:lnTo>
                    <a:pt x="4796192" y="439642"/>
                  </a:lnTo>
                  <a:lnTo>
                    <a:pt x="4796309" y="439642"/>
                  </a:lnTo>
                  <a:lnTo>
                    <a:pt x="4796427" y="439642"/>
                  </a:lnTo>
                  <a:lnTo>
                    <a:pt x="4796544" y="439642"/>
                  </a:lnTo>
                  <a:lnTo>
                    <a:pt x="4796662" y="439642"/>
                  </a:lnTo>
                  <a:lnTo>
                    <a:pt x="4796780" y="439642"/>
                  </a:lnTo>
                  <a:lnTo>
                    <a:pt x="4796897" y="439642"/>
                  </a:lnTo>
                  <a:lnTo>
                    <a:pt x="4797015" y="439642"/>
                  </a:lnTo>
                  <a:lnTo>
                    <a:pt x="4797133" y="439642"/>
                  </a:lnTo>
                  <a:lnTo>
                    <a:pt x="4797250" y="439642"/>
                  </a:lnTo>
                  <a:lnTo>
                    <a:pt x="4797368" y="439642"/>
                  </a:lnTo>
                  <a:lnTo>
                    <a:pt x="4797485" y="439642"/>
                  </a:lnTo>
                  <a:lnTo>
                    <a:pt x="4797603" y="439642"/>
                  </a:lnTo>
                  <a:lnTo>
                    <a:pt x="4797721" y="439642"/>
                  </a:lnTo>
                  <a:lnTo>
                    <a:pt x="4797838" y="439642"/>
                  </a:lnTo>
                  <a:lnTo>
                    <a:pt x="4797956" y="439642"/>
                  </a:lnTo>
                  <a:lnTo>
                    <a:pt x="4798073" y="439642"/>
                  </a:lnTo>
                  <a:lnTo>
                    <a:pt x="4798191" y="439642"/>
                  </a:lnTo>
                  <a:lnTo>
                    <a:pt x="4798309" y="439642"/>
                  </a:lnTo>
                  <a:lnTo>
                    <a:pt x="4798426" y="439642"/>
                  </a:lnTo>
                  <a:lnTo>
                    <a:pt x="4798426" y="439212"/>
                  </a:lnTo>
                  <a:lnTo>
                    <a:pt x="4798544" y="439212"/>
                  </a:lnTo>
                  <a:lnTo>
                    <a:pt x="4798662" y="439212"/>
                  </a:lnTo>
                  <a:lnTo>
                    <a:pt x="4798779" y="439212"/>
                  </a:lnTo>
                  <a:lnTo>
                    <a:pt x="4798897" y="439212"/>
                  </a:lnTo>
                  <a:lnTo>
                    <a:pt x="4799014" y="439212"/>
                  </a:lnTo>
                  <a:lnTo>
                    <a:pt x="4799132" y="439212"/>
                  </a:lnTo>
                  <a:lnTo>
                    <a:pt x="4799132" y="438781"/>
                  </a:lnTo>
                  <a:lnTo>
                    <a:pt x="4799250" y="438781"/>
                  </a:lnTo>
                  <a:lnTo>
                    <a:pt x="4799367" y="438781"/>
                  </a:lnTo>
                  <a:lnTo>
                    <a:pt x="4799485" y="438781"/>
                  </a:lnTo>
                  <a:lnTo>
                    <a:pt x="4799602" y="438781"/>
                  </a:lnTo>
                  <a:lnTo>
                    <a:pt x="4799720" y="438781"/>
                  </a:lnTo>
                  <a:lnTo>
                    <a:pt x="4799838" y="438781"/>
                  </a:lnTo>
                  <a:lnTo>
                    <a:pt x="4799955" y="438781"/>
                  </a:lnTo>
                  <a:lnTo>
                    <a:pt x="4800073" y="438781"/>
                  </a:lnTo>
                  <a:lnTo>
                    <a:pt x="4800190" y="438781"/>
                  </a:lnTo>
                  <a:lnTo>
                    <a:pt x="4800190" y="438350"/>
                  </a:lnTo>
                  <a:lnTo>
                    <a:pt x="4800308" y="438350"/>
                  </a:lnTo>
                  <a:lnTo>
                    <a:pt x="4800426" y="438350"/>
                  </a:lnTo>
                  <a:lnTo>
                    <a:pt x="4800543" y="438350"/>
                  </a:lnTo>
                  <a:lnTo>
                    <a:pt x="4800661" y="438350"/>
                  </a:lnTo>
                  <a:lnTo>
                    <a:pt x="4800779" y="438350"/>
                  </a:lnTo>
                  <a:lnTo>
                    <a:pt x="4800896" y="438350"/>
                  </a:lnTo>
                  <a:lnTo>
                    <a:pt x="4801014" y="438350"/>
                  </a:lnTo>
                  <a:lnTo>
                    <a:pt x="4801131" y="438350"/>
                  </a:lnTo>
                  <a:lnTo>
                    <a:pt x="4801249" y="438350"/>
                  </a:lnTo>
                  <a:lnTo>
                    <a:pt x="4801367" y="438350"/>
                  </a:lnTo>
                  <a:lnTo>
                    <a:pt x="4801484" y="438350"/>
                  </a:lnTo>
                  <a:lnTo>
                    <a:pt x="4801602" y="438350"/>
                  </a:lnTo>
                  <a:lnTo>
                    <a:pt x="4801719" y="438350"/>
                  </a:lnTo>
                  <a:lnTo>
                    <a:pt x="4801719" y="437920"/>
                  </a:lnTo>
                  <a:lnTo>
                    <a:pt x="4801837" y="437920"/>
                  </a:lnTo>
                  <a:lnTo>
                    <a:pt x="4801955" y="437920"/>
                  </a:lnTo>
                  <a:lnTo>
                    <a:pt x="4802072" y="437920"/>
                  </a:lnTo>
                  <a:lnTo>
                    <a:pt x="4802072" y="437489"/>
                  </a:lnTo>
                  <a:lnTo>
                    <a:pt x="4802190" y="437489"/>
                  </a:lnTo>
                  <a:lnTo>
                    <a:pt x="4802308" y="437489"/>
                  </a:lnTo>
                  <a:lnTo>
                    <a:pt x="4802425" y="437489"/>
                  </a:lnTo>
                  <a:lnTo>
                    <a:pt x="4802543" y="437489"/>
                  </a:lnTo>
                  <a:lnTo>
                    <a:pt x="4802660" y="437489"/>
                  </a:lnTo>
                  <a:lnTo>
                    <a:pt x="4802778" y="437489"/>
                  </a:lnTo>
                  <a:lnTo>
                    <a:pt x="4802896" y="437489"/>
                  </a:lnTo>
                  <a:lnTo>
                    <a:pt x="4803013" y="437489"/>
                  </a:lnTo>
                  <a:lnTo>
                    <a:pt x="4803131" y="437489"/>
                  </a:lnTo>
                  <a:lnTo>
                    <a:pt x="4803248" y="437489"/>
                  </a:lnTo>
                  <a:lnTo>
                    <a:pt x="4803366" y="437489"/>
                  </a:lnTo>
                  <a:lnTo>
                    <a:pt x="4803484" y="437489"/>
                  </a:lnTo>
                  <a:lnTo>
                    <a:pt x="4803484" y="437059"/>
                  </a:lnTo>
                  <a:lnTo>
                    <a:pt x="4803601" y="437059"/>
                  </a:lnTo>
                  <a:lnTo>
                    <a:pt x="4803719" y="437059"/>
                  </a:lnTo>
                  <a:lnTo>
                    <a:pt x="4803837" y="437059"/>
                  </a:lnTo>
                  <a:lnTo>
                    <a:pt x="4803954" y="437059"/>
                  </a:lnTo>
                  <a:lnTo>
                    <a:pt x="4804072" y="437059"/>
                  </a:lnTo>
                  <a:lnTo>
                    <a:pt x="4804189" y="437059"/>
                  </a:lnTo>
                  <a:lnTo>
                    <a:pt x="4804307" y="437059"/>
                  </a:lnTo>
                  <a:lnTo>
                    <a:pt x="4804425" y="437059"/>
                  </a:lnTo>
                  <a:lnTo>
                    <a:pt x="4804542" y="437059"/>
                  </a:lnTo>
                  <a:lnTo>
                    <a:pt x="4804660" y="437059"/>
                  </a:lnTo>
                  <a:lnTo>
                    <a:pt x="4804777" y="437059"/>
                  </a:lnTo>
                  <a:lnTo>
                    <a:pt x="4804895" y="437059"/>
                  </a:lnTo>
                  <a:lnTo>
                    <a:pt x="4805013" y="437059"/>
                  </a:lnTo>
                  <a:lnTo>
                    <a:pt x="4805130" y="437059"/>
                  </a:lnTo>
                  <a:lnTo>
                    <a:pt x="4805248" y="437059"/>
                  </a:lnTo>
                  <a:lnTo>
                    <a:pt x="4805366" y="437059"/>
                  </a:lnTo>
                  <a:lnTo>
                    <a:pt x="4805483" y="437059"/>
                  </a:lnTo>
                  <a:lnTo>
                    <a:pt x="4805483" y="436628"/>
                  </a:lnTo>
                  <a:lnTo>
                    <a:pt x="4805601" y="436628"/>
                  </a:lnTo>
                  <a:lnTo>
                    <a:pt x="4805601" y="436197"/>
                  </a:lnTo>
                  <a:lnTo>
                    <a:pt x="4805601" y="435767"/>
                  </a:lnTo>
                  <a:lnTo>
                    <a:pt x="4805601" y="435336"/>
                  </a:lnTo>
                  <a:lnTo>
                    <a:pt x="4805718" y="435336"/>
                  </a:lnTo>
                  <a:lnTo>
                    <a:pt x="4805836" y="435336"/>
                  </a:lnTo>
                  <a:lnTo>
                    <a:pt x="4805954" y="435336"/>
                  </a:lnTo>
                  <a:lnTo>
                    <a:pt x="4806071" y="435336"/>
                  </a:lnTo>
                  <a:lnTo>
                    <a:pt x="4806189" y="435336"/>
                  </a:lnTo>
                  <a:lnTo>
                    <a:pt x="4806306" y="435336"/>
                  </a:lnTo>
                  <a:lnTo>
                    <a:pt x="4806424" y="435336"/>
                  </a:lnTo>
                  <a:lnTo>
                    <a:pt x="4806542" y="435336"/>
                  </a:lnTo>
                  <a:lnTo>
                    <a:pt x="4806659" y="435336"/>
                  </a:lnTo>
                  <a:lnTo>
                    <a:pt x="4806777" y="435336"/>
                  </a:lnTo>
                  <a:lnTo>
                    <a:pt x="4806895" y="435336"/>
                  </a:lnTo>
                  <a:lnTo>
                    <a:pt x="4807012" y="435336"/>
                  </a:lnTo>
                  <a:lnTo>
                    <a:pt x="4807130" y="435336"/>
                  </a:lnTo>
                  <a:lnTo>
                    <a:pt x="4807247" y="435336"/>
                  </a:lnTo>
                  <a:lnTo>
                    <a:pt x="4807365" y="435336"/>
                  </a:lnTo>
                  <a:lnTo>
                    <a:pt x="4807483" y="435336"/>
                  </a:lnTo>
                  <a:lnTo>
                    <a:pt x="4807600" y="435336"/>
                  </a:lnTo>
                  <a:lnTo>
                    <a:pt x="4807718" y="435336"/>
                  </a:lnTo>
                  <a:lnTo>
                    <a:pt x="4807835" y="435336"/>
                  </a:lnTo>
                  <a:lnTo>
                    <a:pt x="4807953" y="435336"/>
                  </a:lnTo>
                  <a:lnTo>
                    <a:pt x="4808071" y="435336"/>
                  </a:lnTo>
                  <a:lnTo>
                    <a:pt x="4808188" y="435336"/>
                  </a:lnTo>
                  <a:lnTo>
                    <a:pt x="4808306" y="435336"/>
                  </a:lnTo>
                  <a:lnTo>
                    <a:pt x="4808423" y="435336"/>
                  </a:lnTo>
                  <a:lnTo>
                    <a:pt x="4808423" y="434906"/>
                  </a:lnTo>
                  <a:lnTo>
                    <a:pt x="4808541" y="434906"/>
                  </a:lnTo>
                  <a:lnTo>
                    <a:pt x="4808659" y="434906"/>
                  </a:lnTo>
                  <a:lnTo>
                    <a:pt x="4808776" y="434906"/>
                  </a:lnTo>
                  <a:lnTo>
                    <a:pt x="4808894" y="434906"/>
                  </a:lnTo>
                  <a:lnTo>
                    <a:pt x="4809012" y="434906"/>
                  </a:lnTo>
                  <a:lnTo>
                    <a:pt x="4809129" y="434906"/>
                  </a:lnTo>
                  <a:lnTo>
                    <a:pt x="4809247" y="434906"/>
                  </a:lnTo>
                  <a:lnTo>
                    <a:pt x="4809364" y="434906"/>
                  </a:lnTo>
                  <a:lnTo>
                    <a:pt x="4809482" y="434906"/>
                  </a:lnTo>
                  <a:lnTo>
                    <a:pt x="4809600" y="434906"/>
                  </a:lnTo>
                  <a:lnTo>
                    <a:pt x="4809717" y="434906"/>
                  </a:lnTo>
                  <a:lnTo>
                    <a:pt x="4809835" y="434906"/>
                  </a:lnTo>
                  <a:lnTo>
                    <a:pt x="4809952" y="434906"/>
                  </a:lnTo>
                  <a:lnTo>
                    <a:pt x="4810070" y="434906"/>
                  </a:lnTo>
                  <a:lnTo>
                    <a:pt x="4810188" y="434906"/>
                  </a:lnTo>
                  <a:lnTo>
                    <a:pt x="4810305" y="434906"/>
                  </a:lnTo>
                  <a:lnTo>
                    <a:pt x="4810423" y="434906"/>
                  </a:lnTo>
                  <a:lnTo>
                    <a:pt x="4810541" y="434906"/>
                  </a:lnTo>
                  <a:lnTo>
                    <a:pt x="4810658" y="434906"/>
                  </a:lnTo>
                  <a:lnTo>
                    <a:pt x="4810776" y="434906"/>
                  </a:lnTo>
                  <a:lnTo>
                    <a:pt x="4810893" y="434906"/>
                  </a:lnTo>
                  <a:lnTo>
                    <a:pt x="4811011" y="434906"/>
                  </a:lnTo>
                  <a:lnTo>
                    <a:pt x="4811129" y="434906"/>
                  </a:lnTo>
                  <a:lnTo>
                    <a:pt x="4811246" y="434906"/>
                  </a:lnTo>
                  <a:lnTo>
                    <a:pt x="4811364" y="434906"/>
                  </a:lnTo>
                  <a:lnTo>
                    <a:pt x="4811481" y="434906"/>
                  </a:lnTo>
                  <a:lnTo>
                    <a:pt x="4811599" y="434906"/>
                  </a:lnTo>
                  <a:lnTo>
                    <a:pt x="4811717" y="434906"/>
                  </a:lnTo>
                  <a:lnTo>
                    <a:pt x="4811834" y="434906"/>
                  </a:lnTo>
                  <a:lnTo>
                    <a:pt x="4811834" y="434475"/>
                  </a:lnTo>
                  <a:lnTo>
                    <a:pt x="4811952" y="434475"/>
                  </a:lnTo>
                  <a:lnTo>
                    <a:pt x="4812070" y="434475"/>
                  </a:lnTo>
                  <a:lnTo>
                    <a:pt x="4812187" y="434475"/>
                  </a:lnTo>
                  <a:lnTo>
                    <a:pt x="4812305" y="434475"/>
                  </a:lnTo>
                  <a:lnTo>
                    <a:pt x="4812422" y="434475"/>
                  </a:lnTo>
                  <a:lnTo>
                    <a:pt x="4812540" y="434475"/>
                  </a:lnTo>
                  <a:lnTo>
                    <a:pt x="4812658" y="434475"/>
                  </a:lnTo>
                  <a:lnTo>
                    <a:pt x="4812775" y="434475"/>
                  </a:lnTo>
                  <a:lnTo>
                    <a:pt x="4812775" y="434044"/>
                  </a:lnTo>
                  <a:lnTo>
                    <a:pt x="4812893" y="434044"/>
                  </a:lnTo>
                  <a:lnTo>
                    <a:pt x="4813010" y="434044"/>
                  </a:lnTo>
                  <a:lnTo>
                    <a:pt x="4813128" y="434044"/>
                  </a:lnTo>
                  <a:lnTo>
                    <a:pt x="4813246" y="434044"/>
                  </a:lnTo>
                  <a:lnTo>
                    <a:pt x="4813363" y="434044"/>
                  </a:lnTo>
                  <a:lnTo>
                    <a:pt x="4813481" y="434044"/>
                  </a:lnTo>
                  <a:lnTo>
                    <a:pt x="4813599" y="434044"/>
                  </a:lnTo>
                  <a:lnTo>
                    <a:pt x="4813716" y="434044"/>
                  </a:lnTo>
                  <a:lnTo>
                    <a:pt x="4813834" y="434044"/>
                  </a:lnTo>
                  <a:lnTo>
                    <a:pt x="4813951" y="434044"/>
                  </a:lnTo>
                  <a:lnTo>
                    <a:pt x="4814069" y="434044"/>
                  </a:lnTo>
                  <a:lnTo>
                    <a:pt x="4814187" y="434044"/>
                  </a:lnTo>
                  <a:lnTo>
                    <a:pt x="4814304" y="434044"/>
                  </a:lnTo>
                  <a:lnTo>
                    <a:pt x="4814422" y="434044"/>
                  </a:lnTo>
                  <a:lnTo>
                    <a:pt x="4814539" y="434044"/>
                  </a:lnTo>
                  <a:lnTo>
                    <a:pt x="4814657" y="434044"/>
                  </a:lnTo>
                  <a:lnTo>
                    <a:pt x="4814775" y="434044"/>
                  </a:lnTo>
                  <a:lnTo>
                    <a:pt x="4814775" y="433614"/>
                  </a:lnTo>
                  <a:lnTo>
                    <a:pt x="4814775" y="433183"/>
                  </a:lnTo>
                  <a:lnTo>
                    <a:pt x="4814892" y="433183"/>
                  </a:lnTo>
                  <a:lnTo>
                    <a:pt x="4815010" y="433183"/>
                  </a:lnTo>
                  <a:lnTo>
                    <a:pt x="4815128" y="433183"/>
                  </a:lnTo>
                  <a:lnTo>
                    <a:pt x="4815245" y="433183"/>
                  </a:lnTo>
                  <a:lnTo>
                    <a:pt x="4815363" y="433183"/>
                  </a:lnTo>
                  <a:lnTo>
                    <a:pt x="4815480" y="433183"/>
                  </a:lnTo>
                  <a:lnTo>
                    <a:pt x="4815598" y="433183"/>
                  </a:lnTo>
                  <a:lnTo>
                    <a:pt x="4815716" y="433183"/>
                  </a:lnTo>
                  <a:lnTo>
                    <a:pt x="4815833" y="433183"/>
                  </a:lnTo>
                  <a:lnTo>
                    <a:pt x="4815951" y="433183"/>
                  </a:lnTo>
                  <a:lnTo>
                    <a:pt x="4816068" y="433183"/>
                  </a:lnTo>
                  <a:lnTo>
                    <a:pt x="4816186" y="433183"/>
                  </a:lnTo>
                  <a:lnTo>
                    <a:pt x="4816304" y="433183"/>
                  </a:lnTo>
                  <a:lnTo>
                    <a:pt x="4816421" y="433183"/>
                  </a:lnTo>
                  <a:lnTo>
                    <a:pt x="4816539" y="433183"/>
                  </a:lnTo>
                  <a:lnTo>
                    <a:pt x="4816656" y="433183"/>
                  </a:lnTo>
                  <a:lnTo>
                    <a:pt x="4816774" y="433183"/>
                  </a:lnTo>
                  <a:lnTo>
                    <a:pt x="4816892" y="433183"/>
                  </a:lnTo>
                  <a:lnTo>
                    <a:pt x="4817009" y="433183"/>
                  </a:lnTo>
                  <a:lnTo>
                    <a:pt x="4817127" y="433183"/>
                  </a:lnTo>
                  <a:lnTo>
                    <a:pt x="4817245" y="433183"/>
                  </a:lnTo>
                  <a:lnTo>
                    <a:pt x="4817362" y="433183"/>
                  </a:lnTo>
                  <a:lnTo>
                    <a:pt x="4817362" y="432753"/>
                  </a:lnTo>
                  <a:lnTo>
                    <a:pt x="4817480" y="432753"/>
                  </a:lnTo>
                  <a:lnTo>
                    <a:pt x="4817597" y="432753"/>
                  </a:lnTo>
                  <a:lnTo>
                    <a:pt x="4817715" y="432753"/>
                  </a:lnTo>
                  <a:lnTo>
                    <a:pt x="4817833" y="432753"/>
                  </a:lnTo>
                  <a:lnTo>
                    <a:pt x="4817950" y="432753"/>
                  </a:lnTo>
                  <a:lnTo>
                    <a:pt x="4817950" y="432322"/>
                  </a:lnTo>
                  <a:lnTo>
                    <a:pt x="4818068" y="432322"/>
                  </a:lnTo>
                  <a:lnTo>
                    <a:pt x="4818185" y="432322"/>
                  </a:lnTo>
                  <a:lnTo>
                    <a:pt x="4818303" y="432322"/>
                  </a:lnTo>
                  <a:lnTo>
                    <a:pt x="4818421" y="432322"/>
                  </a:lnTo>
                  <a:lnTo>
                    <a:pt x="4818538" y="432322"/>
                  </a:lnTo>
                  <a:lnTo>
                    <a:pt x="4818656" y="432322"/>
                  </a:lnTo>
                  <a:lnTo>
                    <a:pt x="4818774" y="432322"/>
                  </a:lnTo>
                  <a:lnTo>
                    <a:pt x="4818891" y="432322"/>
                  </a:lnTo>
                  <a:lnTo>
                    <a:pt x="4819009" y="432322"/>
                  </a:lnTo>
                  <a:lnTo>
                    <a:pt x="4819126" y="432322"/>
                  </a:lnTo>
                  <a:lnTo>
                    <a:pt x="4819244" y="432322"/>
                  </a:lnTo>
                  <a:lnTo>
                    <a:pt x="4819362" y="432322"/>
                  </a:lnTo>
                  <a:lnTo>
                    <a:pt x="4819479" y="432322"/>
                  </a:lnTo>
                  <a:lnTo>
                    <a:pt x="4819597" y="432322"/>
                  </a:lnTo>
                  <a:lnTo>
                    <a:pt x="4819714" y="432322"/>
                  </a:lnTo>
                  <a:lnTo>
                    <a:pt x="4819714" y="431891"/>
                  </a:lnTo>
                  <a:lnTo>
                    <a:pt x="4819714" y="431461"/>
                  </a:lnTo>
                  <a:lnTo>
                    <a:pt x="4819714" y="431030"/>
                  </a:lnTo>
                  <a:lnTo>
                    <a:pt x="4819832" y="431030"/>
                  </a:lnTo>
                  <a:lnTo>
                    <a:pt x="4819950" y="431030"/>
                  </a:lnTo>
                  <a:lnTo>
                    <a:pt x="4820067" y="431030"/>
                  </a:lnTo>
                  <a:lnTo>
                    <a:pt x="4820067" y="430600"/>
                  </a:lnTo>
                  <a:lnTo>
                    <a:pt x="4820185" y="430600"/>
                  </a:lnTo>
                  <a:lnTo>
                    <a:pt x="4820303" y="430600"/>
                  </a:lnTo>
                  <a:lnTo>
                    <a:pt x="4820303" y="430169"/>
                  </a:lnTo>
                  <a:lnTo>
                    <a:pt x="4820420" y="430169"/>
                  </a:lnTo>
                  <a:lnTo>
                    <a:pt x="4820420" y="429738"/>
                  </a:lnTo>
                  <a:lnTo>
                    <a:pt x="4820538" y="429738"/>
                  </a:lnTo>
                  <a:lnTo>
                    <a:pt x="4820655" y="429738"/>
                  </a:lnTo>
                  <a:lnTo>
                    <a:pt x="4820773" y="429738"/>
                  </a:lnTo>
                  <a:lnTo>
                    <a:pt x="4820891" y="429738"/>
                  </a:lnTo>
                  <a:lnTo>
                    <a:pt x="4821008" y="429738"/>
                  </a:lnTo>
                  <a:lnTo>
                    <a:pt x="4821126" y="429738"/>
                  </a:lnTo>
                  <a:lnTo>
                    <a:pt x="4821243" y="429738"/>
                  </a:lnTo>
                  <a:lnTo>
                    <a:pt x="4821243" y="429308"/>
                  </a:lnTo>
                  <a:lnTo>
                    <a:pt x="4821361" y="429308"/>
                  </a:lnTo>
                  <a:lnTo>
                    <a:pt x="4821479" y="429308"/>
                  </a:lnTo>
                  <a:lnTo>
                    <a:pt x="4821596" y="429308"/>
                  </a:lnTo>
                  <a:lnTo>
                    <a:pt x="4821714" y="429308"/>
                  </a:lnTo>
                  <a:lnTo>
                    <a:pt x="4821832" y="429308"/>
                  </a:lnTo>
                  <a:lnTo>
                    <a:pt x="4821949" y="429308"/>
                  </a:lnTo>
                  <a:lnTo>
                    <a:pt x="4822067" y="429308"/>
                  </a:lnTo>
                  <a:lnTo>
                    <a:pt x="4822184" y="429308"/>
                  </a:lnTo>
                  <a:lnTo>
                    <a:pt x="4822302" y="429308"/>
                  </a:lnTo>
                  <a:lnTo>
                    <a:pt x="4822420" y="429308"/>
                  </a:lnTo>
                  <a:lnTo>
                    <a:pt x="4822420" y="428877"/>
                  </a:lnTo>
                  <a:lnTo>
                    <a:pt x="4822420" y="428447"/>
                  </a:lnTo>
                  <a:lnTo>
                    <a:pt x="4822537" y="428447"/>
                  </a:lnTo>
                  <a:lnTo>
                    <a:pt x="4822655" y="428447"/>
                  </a:lnTo>
                  <a:lnTo>
                    <a:pt x="4822772" y="428447"/>
                  </a:lnTo>
                  <a:lnTo>
                    <a:pt x="4822890" y="428447"/>
                  </a:lnTo>
                  <a:lnTo>
                    <a:pt x="4823008" y="428447"/>
                  </a:lnTo>
                  <a:lnTo>
                    <a:pt x="4823125" y="428447"/>
                  </a:lnTo>
                  <a:lnTo>
                    <a:pt x="4823243" y="428447"/>
                  </a:lnTo>
                  <a:lnTo>
                    <a:pt x="4823361" y="428447"/>
                  </a:lnTo>
                  <a:lnTo>
                    <a:pt x="4823478" y="428447"/>
                  </a:lnTo>
                  <a:lnTo>
                    <a:pt x="4823596" y="428447"/>
                  </a:lnTo>
                  <a:lnTo>
                    <a:pt x="4823713" y="428447"/>
                  </a:lnTo>
                  <a:lnTo>
                    <a:pt x="4823831" y="428447"/>
                  </a:lnTo>
                  <a:lnTo>
                    <a:pt x="4823949" y="428447"/>
                  </a:lnTo>
                  <a:lnTo>
                    <a:pt x="4824066" y="428447"/>
                  </a:lnTo>
                  <a:lnTo>
                    <a:pt x="4824184" y="428447"/>
                  </a:lnTo>
                  <a:lnTo>
                    <a:pt x="4824301" y="428447"/>
                  </a:lnTo>
                  <a:lnTo>
                    <a:pt x="4824419" y="428447"/>
                  </a:lnTo>
                  <a:lnTo>
                    <a:pt x="4824537" y="428447"/>
                  </a:lnTo>
                  <a:lnTo>
                    <a:pt x="4824654" y="428447"/>
                  </a:lnTo>
                  <a:lnTo>
                    <a:pt x="4824772" y="428447"/>
                  </a:lnTo>
                  <a:lnTo>
                    <a:pt x="4824889" y="428447"/>
                  </a:lnTo>
                  <a:lnTo>
                    <a:pt x="4825007" y="428447"/>
                  </a:lnTo>
                  <a:lnTo>
                    <a:pt x="4825125" y="428447"/>
                  </a:lnTo>
                  <a:lnTo>
                    <a:pt x="4825242" y="428447"/>
                  </a:lnTo>
                  <a:lnTo>
                    <a:pt x="4825360" y="428447"/>
                  </a:lnTo>
                  <a:lnTo>
                    <a:pt x="4825478" y="428447"/>
                  </a:lnTo>
                  <a:lnTo>
                    <a:pt x="4825595" y="428447"/>
                  </a:lnTo>
                  <a:lnTo>
                    <a:pt x="4825713" y="428447"/>
                  </a:lnTo>
                  <a:lnTo>
                    <a:pt x="4825830" y="428447"/>
                  </a:lnTo>
                  <a:lnTo>
                    <a:pt x="4825948" y="428447"/>
                  </a:lnTo>
                  <a:lnTo>
                    <a:pt x="4826066" y="428447"/>
                  </a:lnTo>
                  <a:lnTo>
                    <a:pt x="4826183" y="428447"/>
                  </a:lnTo>
                  <a:lnTo>
                    <a:pt x="4826301" y="428447"/>
                  </a:lnTo>
                  <a:lnTo>
                    <a:pt x="4826418" y="428447"/>
                  </a:lnTo>
                  <a:lnTo>
                    <a:pt x="4826536" y="428447"/>
                  </a:lnTo>
                  <a:lnTo>
                    <a:pt x="4826654" y="428447"/>
                  </a:lnTo>
                  <a:lnTo>
                    <a:pt x="4826771" y="428447"/>
                  </a:lnTo>
                  <a:lnTo>
                    <a:pt x="4826889" y="428447"/>
                  </a:lnTo>
                  <a:lnTo>
                    <a:pt x="4827007" y="428447"/>
                  </a:lnTo>
                  <a:lnTo>
                    <a:pt x="4827124" y="428447"/>
                  </a:lnTo>
                  <a:lnTo>
                    <a:pt x="4827242" y="428447"/>
                  </a:lnTo>
                  <a:lnTo>
                    <a:pt x="4827359" y="428447"/>
                  </a:lnTo>
                  <a:lnTo>
                    <a:pt x="4827477" y="428447"/>
                  </a:lnTo>
                  <a:lnTo>
                    <a:pt x="4827595" y="428447"/>
                  </a:lnTo>
                  <a:lnTo>
                    <a:pt x="4827712" y="428447"/>
                  </a:lnTo>
                  <a:lnTo>
                    <a:pt x="4827830" y="428447"/>
                  </a:lnTo>
                  <a:lnTo>
                    <a:pt x="4827947" y="428447"/>
                  </a:lnTo>
                  <a:lnTo>
                    <a:pt x="4828065" y="428447"/>
                  </a:lnTo>
                  <a:lnTo>
                    <a:pt x="4828183" y="428447"/>
                  </a:lnTo>
                  <a:lnTo>
                    <a:pt x="4828300" y="428447"/>
                  </a:lnTo>
                  <a:lnTo>
                    <a:pt x="4828418" y="428447"/>
                  </a:lnTo>
                  <a:lnTo>
                    <a:pt x="4828418" y="428016"/>
                  </a:lnTo>
                  <a:lnTo>
                    <a:pt x="4828536" y="428016"/>
                  </a:lnTo>
                  <a:lnTo>
                    <a:pt x="4828653" y="428016"/>
                  </a:lnTo>
                  <a:lnTo>
                    <a:pt x="4828771" y="428016"/>
                  </a:lnTo>
                  <a:lnTo>
                    <a:pt x="4828888" y="428016"/>
                  </a:lnTo>
                  <a:lnTo>
                    <a:pt x="4829006" y="428016"/>
                  </a:lnTo>
                  <a:lnTo>
                    <a:pt x="4829124" y="428016"/>
                  </a:lnTo>
                  <a:lnTo>
                    <a:pt x="4829241" y="428016"/>
                  </a:lnTo>
                  <a:lnTo>
                    <a:pt x="4829359" y="428016"/>
                  </a:lnTo>
                  <a:lnTo>
                    <a:pt x="4829476" y="428016"/>
                  </a:lnTo>
                  <a:lnTo>
                    <a:pt x="4829594" y="428016"/>
                  </a:lnTo>
                  <a:lnTo>
                    <a:pt x="4829712" y="428016"/>
                  </a:lnTo>
                  <a:lnTo>
                    <a:pt x="4829829" y="428016"/>
                  </a:lnTo>
                  <a:lnTo>
                    <a:pt x="4829947" y="428016"/>
                  </a:lnTo>
                  <a:lnTo>
                    <a:pt x="4830065" y="428016"/>
                  </a:lnTo>
                  <a:lnTo>
                    <a:pt x="4830182" y="428016"/>
                  </a:lnTo>
                  <a:lnTo>
                    <a:pt x="4830300" y="428016"/>
                  </a:lnTo>
                  <a:lnTo>
                    <a:pt x="4830417" y="428016"/>
                  </a:lnTo>
                  <a:lnTo>
                    <a:pt x="4830535" y="428016"/>
                  </a:lnTo>
                  <a:lnTo>
                    <a:pt x="4830653" y="428016"/>
                  </a:lnTo>
                  <a:lnTo>
                    <a:pt x="4830770" y="428016"/>
                  </a:lnTo>
                  <a:lnTo>
                    <a:pt x="4830888" y="428016"/>
                  </a:lnTo>
                  <a:lnTo>
                    <a:pt x="4830888" y="427585"/>
                  </a:lnTo>
                  <a:lnTo>
                    <a:pt x="4831005" y="427585"/>
                  </a:lnTo>
                  <a:lnTo>
                    <a:pt x="4831123" y="427585"/>
                  </a:lnTo>
                  <a:lnTo>
                    <a:pt x="4831241" y="427585"/>
                  </a:lnTo>
                  <a:lnTo>
                    <a:pt x="4831358" y="427585"/>
                  </a:lnTo>
                  <a:lnTo>
                    <a:pt x="4831476" y="427585"/>
                  </a:lnTo>
                  <a:lnTo>
                    <a:pt x="4831594" y="427585"/>
                  </a:lnTo>
                  <a:lnTo>
                    <a:pt x="4831711" y="427585"/>
                  </a:lnTo>
                  <a:lnTo>
                    <a:pt x="4831829" y="427585"/>
                  </a:lnTo>
                  <a:lnTo>
                    <a:pt x="4831946" y="427585"/>
                  </a:lnTo>
                  <a:lnTo>
                    <a:pt x="4832064" y="427585"/>
                  </a:lnTo>
                  <a:lnTo>
                    <a:pt x="4832064" y="427155"/>
                  </a:lnTo>
                  <a:lnTo>
                    <a:pt x="4832064" y="426724"/>
                  </a:lnTo>
                  <a:lnTo>
                    <a:pt x="4832182" y="426724"/>
                  </a:lnTo>
                  <a:lnTo>
                    <a:pt x="4832182" y="426294"/>
                  </a:lnTo>
                  <a:lnTo>
                    <a:pt x="4832299" y="426294"/>
                  </a:lnTo>
                  <a:lnTo>
                    <a:pt x="4832417" y="426294"/>
                  </a:lnTo>
                  <a:lnTo>
                    <a:pt x="4832417" y="425863"/>
                  </a:lnTo>
                  <a:lnTo>
                    <a:pt x="4832534" y="425863"/>
                  </a:lnTo>
                  <a:lnTo>
                    <a:pt x="4832652" y="425863"/>
                  </a:lnTo>
                  <a:lnTo>
                    <a:pt x="4832770" y="425863"/>
                  </a:lnTo>
                  <a:lnTo>
                    <a:pt x="4832887" y="425863"/>
                  </a:lnTo>
                  <a:lnTo>
                    <a:pt x="4833005" y="425863"/>
                  </a:lnTo>
                  <a:lnTo>
                    <a:pt x="4833122" y="425863"/>
                  </a:lnTo>
                  <a:lnTo>
                    <a:pt x="4833122" y="425432"/>
                  </a:lnTo>
                  <a:lnTo>
                    <a:pt x="4833240" y="425432"/>
                  </a:lnTo>
                  <a:lnTo>
                    <a:pt x="4833358" y="425432"/>
                  </a:lnTo>
                  <a:lnTo>
                    <a:pt x="4833475" y="425432"/>
                  </a:lnTo>
                  <a:lnTo>
                    <a:pt x="4833593" y="425432"/>
                  </a:lnTo>
                  <a:lnTo>
                    <a:pt x="4833711" y="425432"/>
                  </a:lnTo>
                  <a:lnTo>
                    <a:pt x="4833828" y="425432"/>
                  </a:lnTo>
                  <a:lnTo>
                    <a:pt x="4833946" y="425432"/>
                  </a:lnTo>
                  <a:lnTo>
                    <a:pt x="4834063" y="425432"/>
                  </a:lnTo>
                  <a:lnTo>
                    <a:pt x="4834181" y="425432"/>
                  </a:lnTo>
                  <a:lnTo>
                    <a:pt x="4834181" y="425002"/>
                  </a:lnTo>
                  <a:lnTo>
                    <a:pt x="4834181" y="424571"/>
                  </a:lnTo>
                  <a:lnTo>
                    <a:pt x="4834299" y="424571"/>
                  </a:lnTo>
                  <a:lnTo>
                    <a:pt x="4834299" y="424141"/>
                  </a:lnTo>
                  <a:lnTo>
                    <a:pt x="4834416" y="424141"/>
                  </a:lnTo>
                  <a:lnTo>
                    <a:pt x="4834534" y="424141"/>
                  </a:lnTo>
                  <a:lnTo>
                    <a:pt x="4834534" y="423710"/>
                  </a:lnTo>
                  <a:lnTo>
                    <a:pt x="4834651" y="423710"/>
                  </a:lnTo>
                  <a:lnTo>
                    <a:pt x="4834769" y="423710"/>
                  </a:lnTo>
                  <a:lnTo>
                    <a:pt x="4834887" y="423710"/>
                  </a:lnTo>
                  <a:lnTo>
                    <a:pt x="4835004" y="423710"/>
                  </a:lnTo>
                  <a:lnTo>
                    <a:pt x="4835122" y="423710"/>
                  </a:lnTo>
                  <a:lnTo>
                    <a:pt x="4835240" y="423710"/>
                  </a:lnTo>
                  <a:lnTo>
                    <a:pt x="4835357" y="423710"/>
                  </a:lnTo>
                  <a:lnTo>
                    <a:pt x="4835475" y="423710"/>
                  </a:lnTo>
                  <a:lnTo>
                    <a:pt x="4835592" y="423710"/>
                  </a:lnTo>
                  <a:lnTo>
                    <a:pt x="4835592" y="423279"/>
                  </a:lnTo>
                  <a:lnTo>
                    <a:pt x="4835710" y="423279"/>
                  </a:lnTo>
                  <a:lnTo>
                    <a:pt x="4835828" y="423279"/>
                  </a:lnTo>
                  <a:lnTo>
                    <a:pt x="4835945" y="423279"/>
                  </a:lnTo>
                  <a:lnTo>
                    <a:pt x="4836063" y="423279"/>
                  </a:lnTo>
                  <a:lnTo>
                    <a:pt x="4836180" y="423279"/>
                  </a:lnTo>
                  <a:lnTo>
                    <a:pt x="4836298" y="423279"/>
                  </a:lnTo>
                  <a:lnTo>
                    <a:pt x="4836416" y="423279"/>
                  </a:lnTo>
                  <a:lnTo>
                    <a:pt x="4836533" y="423279"/>
                  </a:lnTo>
                  <a:lnTo>
                    <a:pt x="4836651" y="423279"/>
                  </a:lnTo>
                  <a:lnTo>
                    <a:pt x="4836769" y="423279"/>
                  </a:lnTo>
                  <a:lnTo>
                    <a:pt x="4836886" y="423279"/>
                  </a:lnTo>
                  <a:lnTo>
                    <a:pt x="4837004" y="423279"/>
                  </a:lnTo>
                  <a:lnTo>
                    <a:pt x="4837121" y="423279"/>
                  </a:lnTo>
                  <a:lnTo>
                    <a:pt x="4837239" y="423279"/>
                  </a:lnTo>
                  <a:lnTo>
                    <a:pt x="4837357" y="423279"/>
                  </a:lnTo>
                  <a:lnTo>
                    <a:pt x="4837474" y="423279"/>
                  </a:lnTo>
                  <a:lnTo>
                    <a:pt x="4837592" y="423279"/>
                  </a:lnTo>
                  <a:lnTo>
                    <a:pt x="4837709" y="423279"/>
                  </a:lnTo>
                  <a:lnTo>
                    <a:pt x="4837827" y="423279"/>
                  </a:lnTo>
                  <a:lnTo>
                    <a:pt x="4837945" y="423279"/>
                  </a:lnTo>
                  <a:lnTo>
                    <a:pt x="4838062" y="423279"/>
                  </a:lnTo>
                  <a:lnTo>
                    <a:pt x="4838180" y="423279"/>
                  </a:lnTo>
                  <a:lnTo>
                    <a:pt x="4838298" y="423279"/>
                  </a:lnTo>
                  <a:lnTo>
                    <a:pt x="4838415" y="423279"/>
                  </a:lnTo>
                  <a:lnTo>
                    <a:pt x="4838533" y="423279"/>
                  </a:lnTo>
                  <a:lnTo>
                    <a:pt x="4838650" y="423279"/>
                  </a:lnTo>
                  <a:lnTo>
                    <a:pt x="4838768" y="423279"/>
                  </a:lnTo>
                  <a:lnTo>
                    <a:pt x="4838886" y="423279"/>
                  </a:lnTo>
                  <a:lnTo>
                    <a:pt x="4839003" y="423279"/>
                  </a:lnTo>
                  <a:lnTo>
                    <a:pt x="4839121" y="423279"/>
                  </a:lnTo>
                  <a:lnTo>
                    <a:pt x="4839238" y="423279"/>
                  </a:lnTo>
                  <a:lnTo>
                    <a:pt x="4839356" y="423279"/>
                  </a:lnTo>
                  <a:lnTo>
                    <a:pt x="4839474" y="423279"/>
                  </a:lnTo>
                  <a:lnTo>
                    <a:pt x="4839591" y="423279"/>
                  </a:lnTo>
                  <a:lnTo>
                    <a:pt x="4839709" y="423279"/>
                  </a:lnTo>
                  <a:lnTo>
                    <a:pt x="4839827" y="423279"/>
                  </a:lnTo>
                  <a:lnTo>
                    <a:pt x="4839944" y="423279"/>
                  </a:lnTo>
                  <a:lnTo>
                    <a:pt x="4840062" y="423279"/>
                  </a:lnTo>
                  <a:lnTo>
                    <a:pt x="4840179" y="423279"/>
                  </a:lnTo>
                  <a:lnTo>
                    <a:pt x="4840179" y="422849"/>
                  </a:lnTo>
                  <a:lnTo>
                    <a:pt x="4840297" y="422849"/>
                  </a:lnTo>
                  <a:lnTo>
                    <a:pt x="4840415" y="422849"/>
                  </a:lnTo>
                  <a:lnTo>
                    <a:pt x="4840415" y="422418"/>
                  </a:lnTo>
                  <a:lnTo>
                    <a:pt x="4840532" y="422418"/>
                  </a:lnTo>
                  <a:lnTo>
                    <a:pt x="4840650" y="422418"/>
                  </a:lnTo>
                  <a:lnTo>
                    <a:pt x="4840767" y="422418"/>
                  </a:lnTo>
                  <a:lnTo>
                    <a:pt x="4840885" y="422418"/>
                  </a:lnTo>
                  <a:lnTo>
                    <a:pt x="4840885" y="421988"/>
                  </a:lnTo>
                  <a:lnTo>
                    <a:pt x="4841003" y="421988"/>
                  </a:lnTo>
                  <a:lnTo>
                    <a:pt x="4841120" y="421988"/>
                  </a:lnTo>
                  <a:lnTo>
                    <a:pt x="4841238" y="421988"/>
                  </a:lnTo>
                  <a:lnTo>
                    <a:pt x="4841355" y="421988"/>
                  </a:lnTo>
                  <a:lnTo>
                    <a:pt x="4841473" y="421988"/>
                  </a:lnTo>
                  <a:lnTo>
                    <a:pt x="4841473" y="421557"/>
                  </a:lnTo>
                  <a:lnTo>
                    <a:pt x="4841591" y="421557"/>
                  </a:lnTo>
                  <a:lnTo>
                    <a:pt x="4841708" y="421557"/>
                  </a:lnTo>
                  <a:lnTo>
                    <a:pt x="4841826" y="421557"/>
                  </a:lnTo>
                  <a:lnTo>
                    <a:pt x="4841944" y="421557"/>
                  </a:lnTo>
                  <a:lnTo>
                    <a:pt x="4842061" y="421557"/>
                  </a:lnTo>
                  <a:lnTo>
                    <a:pt x="4842179" y="421557"/>
                  </a:lnTo>
                  <a:lnTo>
                    <a:pt x="4842296" y="421557"/>
                  </a:lnTo>
                  <a:lnTo>
                    <a:pt x="4842414" y="421557"/>
                  </a:lnTo>
                  <a:lnTo>
                    <a:pt x="4842414" y="421126"/>
                  </a:lnTo>
                  <a:lnTo>
                    <a:pt x="4842532" y="421126"/>
                  </a:lnTo>
                  <a:lnTo>
                    <a:pt x="4842649" y="421126"/>
                  </a:lnTo>
                  <a:lnTo>
                    <a:pt x="4842767" y="421126"/>
                  </a:lnTo>
                  <a:lnTo>
                    <a:pt x="4842767" y="420696"/>
                  </a:lnTo>
                  <a:lnTo>
                    <a:pt x="4842884" y="420696"/>
                  </a:lnTo>
                  <a:lnTo>
                    <a:pt x="4843002" y="420696"/>
                  </a:lnTo>
                  <a:lnTo>
                    <a:pt x="4843120" y="420696"/>
                  </a:lnTo>
                  <a:lnTo>
                    <a:pt x="4843237" y="420696"/>
                  </a:lnTo>
                  <a:lnTo>
                    <a:pt x="4843355" y="420696"/>
                  </a:lnTo>
                  <a:lnTo>
                    <a:pt x="4843473" y="420696"/>
                  </a:lnTo>
                  <a:lnTo>
                    <a:pt x="4843590" y="420696"/>
                  </a:lnTo>
                  <a:lnTo>
                    <a:pt x="4843590" y="420265"/>
                  </a:lnTo>
                  <a:lnTo>
                    <a:pt x="4843590" y="419835"/>
                  </a:lnTo>
                  <a:lnTo>
                    <a:pt x="4843708" y="419835"/>
                  </a:lnTo>
                  <a:lnTo>
                    <a:pt x="4843708" y="419404"/>
                  </a:lnTo>
                  <a:lnTo>
                    <a:pt x="4843825" y="419404"/>
                  </a:lnTo>
                  <a:lnTo>
                    <a:pt x="4843943" y="419404"/>
                  </a:lnTo>
                  <a:lnTo>
                    <a:pt x="4844061" y="419404"/>
                  </a:lnTo>
                  <a:lnTo>
                    <a:pt x="4844178" y="419404"/>
                  </a:lnTo>
                  <a:lnTo>
                    <a:pt x="4844178" y="418973"/>
                  </a:lnTo>
                  <a:lnTo>
                    <a:pt x="4844178" y="418543"/>
                  </a:lnTo>
                  <a:lnTo>
                    <a:pt x="4844296" y="418543"/>
                  </a:lnTo>
                  <a:lnTo>
                    <a:pt x="4844413" y="418543"/>
                  </a:lnTo>
                  <a:lnTo>
                    <a:pt x="4844413" y="418112"/>
                  </a:lnTo>
                  <a:lnTo>
                    <a:pt x="4844531" y="418112"/>
                  </a:lnTo>
                  <a:lnTo>
                    <a:pt x="4844649" y="418112"/>
                  </a:lnTo>
                  <a:lnTo>
                    <a:pt x="4844766" y="418112"/>
                  </a:lnTo>
                  <a:lnTo>
                    <a:pt x="4844884" y="418112"/>
                  </a:lnTo>
                  <a:lnTo>
                    <a:pt x="4845002" y="418112"/>
                  </a:lnTo>
                  <a:lnTo>
                    <a:pt x="4845119" y="418112"/>
                  </a:lnTo>
                  <a:lnTo>
                    <a:pt x="4845237" y="418112"/>
                  </a:lnTo>
                  <a:lnTo>
                    <a:pt x="4845354" y="418112"/>
                  </a:lnTo>
                  <a:lnTo>
                    <a:pt x="4845354" y="417682"/>
                  </a:lnTo>
                  <a:lnTo>
                    <a:pt x="4845472" y="417682"/>
                  </a:lnTo>
                  <a:lnTo>
                    <a:pt x="4845590" y="417682"/>
                  </a:lnTo>
                  <a:lnTo>
                    <a:pt x="4845590" y="417251"/>
                  </a:lnTo>
                  <a:lnTo>
                    <a:pt x="4845590" y="416820"/>
                  </a:lnTo>
                  <a:lnTo>
                    <a:pt x="4845707" y="416820"/>
                  </a:lnTo>
                  <a:lnTo>
                    <a:pt x="4845825" y="416820"/>
                  </a:lnTo>
                  <a:lnTo>
                    <a:pt x="4845942" y="416820"/>
                  </a:lnTo>
                  <a:lnTo>
                    <a:pt x="4846060" y="416820"/>
                  </a:lnTo>
                  <a:lnTo>
                    <a:pt x="4846178" y="416820"/>
                  </a:lnTo>
                  <a:lnTo>
                    <a:pt x="4846295" y="416820"/>
                  </a:lnTo>
                  <a:lnTo>
                    <a:pt x="4846413" y="416820"/>
                  </a:lnTo>
                  <a:lnTo>
                    <a:pt x="4846413" y="416390"/>
                  </a:lnTo>
                  <a:lnTo>
                    <a:pt x="4846531" y="416390"/>
                  </a:lnTo>
                  <a:lnTo>
                    <a:pt x="4846648" y="416390"/>
                  </a:lnTo>
                  <a:lnTo>
                    <a:pt x="4846766" y="416390"/>
                  </a:lnTo>
                  <a:lnTo>
                    <a:pt x="4846883" y="416390"/>
                  </a:lnTo>
                  <a:lnTo>
                    <a:pt x="4847001" y="416390"/>
                  </a:lnTo>
                  <a:lnTo>
                    <a:pt x="4847119" y="416390"/>
                  </a:lnTo>
                  <a:lnTo>
                    <a:pt x="4847236" y="416390"/>
                  </a:lnTo>
                  <a:lnTo>
                    <a:pt x="4847354" y="416390"/>
                  </a:lnTo>
                  <a:lnTo>
                    <a:pt x="4847471" y="416390"/>
                  </a:lnTo>
                  <a:lnTo>
                    <a:pt x="4847589" y="416390"/>
                  </a:lnTo>
                  <a:lnTo>
                    <a:pt x="4847707" y="416390"/>
                  </a:lnTo>
                  <a:lnTo>
                    <a:pt x="4847824" y="416390"/>
                  </a:lnTo>
                  <a:lnTo>
                    <a:pt x="4847942" y="416390"/>
                  </a:lnTo>
                  <a:lnTo>
                    <a:pt x="4848059" y="416390"/>
                  </a:lnTo>
                  <a:lnTo>
                    <a:pt x="4848177" y="416390"/>
                  </a:lnTo>
                  <a:lnTo>
                    <a:pt x="4848295" y="416390"/>
                  </a:lnTo>
                  <a:lnTo>
                    <a:pt x="4848412" y="416390"/>
                  </a:lnTo>
                  <a:lnTo>
                    <a:pt x="4848530" y="416390"/>
                  </a:lnTo>
                  <a:lnTo>
                    <a:pt x="4848648" y="416390"/>
                  </a:lnTo>
                  <a:lnTo>
                    <a:pt x="4848765" y="416390"/>
                  </a:lnTo>
                  <a:lnTo>
                    <a:pt x="4848883" y="416390"/>
                  </a:lnTo>
                  <a:lnTo>
                    <a:pt x="4849000" y="416390"/>
                  </a:lnTo>
                  <a:lnTo>
                    <a:pt x="4849118" y="416390"/>
                  </a:lnTo>
                  <a:lnTo>
                    <a:pt x="4849236" y="416390"/>
                  </a:lnTo>
                  <a:lnTo>
                    <a:pt x="4849353" y="416390"/>
                  </a:lnTo>
                  <a:lnTo>
                    <a:pt x="4849471" y="416390"/>
                  </a:lnTo>
                  <a:lnTo>
                    <a:pt x="4849588" y="416390"/>
                  </a:lnTo>
                  <a:lnTo>
                    <a:pt x="4849706" y="416390"/>
                  </a:lnTo>
                  <a:lnTo>
                    <a:pt x="4849824" y="416390"/>
                  </a:lnTo>
                  <a:lnTo>
                    <a:pt x="4849941" y="416390"/>
                  </a:lnTo>
                  <a:lnTo>
                    <a:pt x="4850059" y="416390"/>
                  </a:lnTo>
                  <a:lnTo>
                    <a:pt x="4850177" y="416390"/>
                  </a:lnTo>
                  <a:lnTo>
                    <a:pt x="4850294" y="416390"/>
                  </a:lnTo>
                  <a:lnTo>
                    <a:pt x="4850412" y="416390"/>
                  </a:lnTo>
                  <a:lnTo>
                    <a:pt x="4850529" y="416390"/>
                  </a:lnTo>
                  <a:lnTo>
                    <a:pt x="4850647" y="416390"/>
                  </a:lnTo>
                  <a:lnTo>
                    <a:pt x="4850765" y="416390"/>
                  </a:lnTo>
                  <a:lnTo>
                    <a:pt x="4850882" y="416390"/>
                  </a:lnTo>
                  <a:lnTo>
                    <a:pt x="4851000" y="416390"/>
                  </a:lnTo>
                  <a:lnTo>
                    <a:pt x="4851117" y="416390"/>
                  </a:lnTo>
                  <a:lnTo>
                    <a:pt x="4851235" y="416390"/>
                  </a:lnTo>
                  <a:lnTo>
                    <a:pt x="4851353" y="416390"/>
                  </a:lnTo>
                  <a:lnTo>
                    <a:pt x="4851353" y="415959"/>
                  </a:lnTo>
                  <a:lnTo>
                    <a:pt x="4851470" y="415959"/>
                  </a:lnTo>
                  <a:lnTo>
                    <a:pt x="4851470" y="415529"/>
                  </a:lnTo>
                  <a:lnTo>
                    <a:pt x="4851470" y="415098"/>
                  </a:lnTo>
                  <a:lnTo>
                    <a:pt x="4851588" y="415098"/>
                  </a:lnTo>
                  <a:lnTo>
                    <a:pt x="4851706" y="415098"/>
                  </a:lnTo>
                  <a:lnTo>
                    <a:pt x="4851823" y="415098"/>
                  </a:lnTo>
                  <a:lnTo>
                    <a:pt x="4851941" y="415098"/>
                  </a:lnTo>
                  <a:lnTo>
                    <a:pt x="4852058" y="415098"/>
                  </a:lnTo>
                  <a:lnTo>
                    <a:pt x="4852176" y="415098"/>
                  </a:lnTo>
                  <a:lnTo>
                    <a:pt x="4852294" y="415098"/>
                  </a:lnTo>
                  <a:lnTo>
                    <a:pt x="4852411" y="415098"/>
                  </a:lnTo>
                  <a:lnTo>
                    <a:pt x="4852529" y="415098"/>
                  </a:lnTo>
                  <a:lnTo>
                    <a:pt x="4852529" y="414667"/>
                  </a:lnTo>
                  <a:lnTo>
                    <a:pt x="4852646" y="414667"/>
                  </a:lnTo>
                  <a:lnTo>
                    <a:pt x="4852764" y="414667"/>
                  </a:lnTo>
                  <a:lnTo>
                    <a:pt x="4852882" y="414667"/>
                  </a:lnTo>
                  <a:lnTo>
                    <a:pt x="4852999" y="414667"/>
                  </a:lnTo>
                  <a:lnTo>
                    <a:pt x="4853117" y="414667"/>
                  </a:lnTo>
                  <a:lnTo>
                    <a:pt x="4853235" y="414667"/>
                  </a:lnTo>
                  <a:lnTo>
                    <a:pt x="4853352" y="414667"/>
                  </a:lnTo>
                  <a:lnTo>
                    <a:pt x="4853470" y="414667"/>
                  </a:lnTo>
                  <a:lnTo>
                    <a:pt x="4853587" y="414667"/>
                  </a:lnTo>
                  <a:lnTo>
                    <a:pt x="4853705" y="414667"/>
                  </a:lnTo>
                  <a:lnTo>
                    <a:pt x="4853823" y="414667"/>
                  </a:lnTo>
                  <a:lnTo>
                    <a:pt x="4853940" y="414667"/>
                  </a:lnTo>
                  <a:lnTo>
                    <a:pt x="4854058" y="414667"/>
                  </a:lnTo>
                  <a:lnTo>
                    <a:pt x="4854175" y="414667"/>
                  </a:lnTo>
                  <a:lnTo>
                    <a:pt x="4854293" y="414667"/>
                  </a:lnTo>
                  <a:lnTo>
                    <a:pt x="4854411" y="414667"/>
                  </a:lnTo>
                  <a:lnTo>
                    <a:pt x="4854528" y="414667"/>
                  </a:lnTo>
                  <a:lnTo>
                    <a:pt x="4854646" y="414667"/>
                  </a:lnTo>
                  <a:lnTo>
                    <a:pt x="4854764" y="414667"/>
                  </a:lnTo>
                  <a:lnTo>
                    <a:pt x="4854881" y="414667"/>
                  </a:lnTo>
                  <a:lnTo>
                    <a:pt x="4854999" y="414667"/>
                  </a:lnTo>
                  <a:lnTo>
                    <a:pt x="4855116" y="414667"/>
                  </a:lnTo>
                  <a:lnTo>
                    <a:pt x="4855234" y="414667"/>
                  </a:lnTo>
                  <a:lnTo>
                    <a:pt x="4855352" y="414667"/>
                  </a:lnTo>
                  <a:lnTo>
                    <a:pt x="4855469" y="414667"/>
                  </a:lnTo>
                  <a:lnTo>
                    <a:pt x="4855587" y="414667"/>
                  </a:lnTo>
                  <a:lnTo>
                    <a:pt x="4855704" y="414667"/>
                  </a:lnTo>
                  <a:lnTo>
                    <a:pt x="4855822" y="414667"/>
                  </a:lnTo>
                  <a:lnTo>
                    <a:pt x="4855940" y="414667"/>
                  </a:lnTo>
                  <a:lnTo>
                    <a:pt x="4856057" y="414667"/>
                  </a:lnTo>
                  <a:lnTo>
                    <a:pt x="4856175" y="414667"/>
                  </a:lnTo>
                  <a:lnTo>
                    <a:pt x="4856292" y="414667"/>
                  </a:lnTo>
                  <a:lnTo>
                    <a:pt x="4856410" y="414667"/>
                  </a:lnTo>
                  <a:lnTo>
                    <a:pt x="4856528" y="414667"/>
                  </a:lnTo>
                  <a:lnTo>
                    <a:pt x="4856645" y="414667"/>
                  </a:lnTo>
                  <a:lnTo>
                    <a:pt x="4856645" y="414237"/>
                  </a:lnTo>
                  <a:lnTo>
                    <a:pt x="4856763" y="414237"/>
                  </a:lnTo>
                  <a:lnTo>
                    <a:pt x="4856881" y="414237"/>
                  </a:lnTo>
                  <a:lnTo>
                    <a:pt x="4856881" y="413806"/>
                  </a:lnTo>
                  <a:lnTo>
                    <a:pt x="4856881" y="413376"/>
                  </a:lnTo>
                  <a:lnTo>
                    <a:pt x="4856998" y="413376"/>
                  </a:lnTo>
                  <a:lnTo>
                    <a:pt x="4857116" y="413376"/>
                  </a:lnTo>
                  <a:lnTo>
                    <a:pt x="4857233" y="413376"/>
                  </a:lnTo>
                  <a:lnTo>
                    <a:pt x="4857351" y="413376"/>
                  </a:lnTo>
                  <a:lnTo>
                    <a:pt x="4857469" y="413376"/>
                  </a:lnTo>
                  <a:lnTo>
                    <a:pt x="4857469" y="412945"/>
                  </a:lnTo>
                  <a:lnTo>
                    <a:pt x="4857586" y="412945"/>
                  </a:lnTo>
                  <a:lnTo>
                    <a:pt x="4857586" y="412514"/>
                  </a:lnTo>
                  <a:lnTo>
                    <a:pt x="4857704" y="412514"/>
                  </a:lnTo>
                  <a:lnTo>
                    <a:pt x="4857821" y="412514"/>
                  </a:lnTo>
                  <a:lnTo>
                    <a:pt x="4857939" y="412514"/>
                  </a:lnTo>
                  <a:lnTo>
                    <a:pt x="4858057" y="412514"/>
                  </a:lnTo>
                  <a:lnTo>
                    <a:pt x="4858174" y="412514"/>
                  </a:lnTo>
                  <a:lnTo>
                    <a:pt x="4858292" y="412514"/>
                  </a:lnTo>
                  <a:lnTo>
                    <a:pt x="4858410" y="412514"/>
                  </a:lnTo>
                  <a:lnTo>
                    <a:pt x="4858410" y="412084"/>
                  </a:lnTo>
                  <a:lnTo>
                    <a:pt x="4858527" y="412084"/>
                  </a:lnTo>
                  <a:lnTo>
                    <a:pt x="4858645" y="412084"/>
                  </a:lnTo>
                  <a:lnTo>
                    <a:pt x="4858645" y="411653"/>
                  </a:lnTo>
                  <a:lnTo>
                    <a:pt x="4858762" y="411653"/>
                  </a:lnTo>
                  <a:lnTo>
                    <a:pt x="4858880" y="411653"/>
                  </a:lnTo>
                  <a:lnTo>
                    <a:pt x="4858998" y="411653"/>
                  </a:lnTo>
                  <a:lnTo>
                    <a:pt x="4859115" y="411653"/>
                  </a:lnTo>
                  <a:lnTo>
                    <a:pt x="4859115" y="411223"/>
                  </a:lnTo>
                  <a:lnTo>
                    <a:pt x="4859233" y="411223"/>
                  </a:lnTo>
                  <a:lnTo>
                    <a:pt x="4859350" y="411223"/>
                  </a:lnTo>
                  <a:lnTo>
                    <a:pt x="4859468" y="411223"/>
                  </a:lnTo>
                  <a:lnTo>
                    <a:pt x="4859586" y="411223"/>
                  </a:lnTo>
                  <a:lnTo>
                    <a:pt x="4859703" y="411223"/>
                  </a:lnTo>
                  <a:lnTo>
                    <a:pt x="4859821" y="411223"/>
                  </a:lnTo>
                  <a:lnTo>
                    <a:pt x="4859939" y="411223"/>
                  </a:lnTo>
                  <a:lnTo>
                    <a:pt x="4860056" y="411223"/>
                  </a:lnTo>
                  <a:lnTo>
                    <a:pt x="4860174" y="411223"/>
                  </a:lnTo>
                  <a:lnTo>
                    <a:pt x="4860291" y="411223"/>
                  </a:lnTo>
                  <a:lnTo>
                    <a:pt x="4860409" y="411223"/>
                  </a:lnTo>
                  <a:lnTo>
                    <a:pt x="4860527" y="411223"/>
                  </a:lnTo>
                  <a:lnTo>
                    <a:pt x="4860644" y="411223"/>
                  </a:lnTo>
                  <a:lnTo>
                    <a:pt x="4860762" y="411223"/>
                  </a:lnTo>
                  <a:lnTo>
                    <a:pt x="4860879" y="411223"/>
                  </a:lnTo>
                  <a:lnTo>
                    <a:pt x="4860997" y="411223"/>
                  </a:lnTo>
                  <a:lnTo>
                    <a:pt x="4861115" y="411223"/>
                  </a:lnTo>
                  <a:lnTo>
                    <a:pt x="4861232" y="411223"/>
                  </a:lnTo>
                  <a:lnTo>
                    <a:pt x="4861350" y="411223"/>
                  </a:lnTo>
                  <a:lnTo>
                    <a:pt x="4861350" y="410792"/>
                  </a:lnTo>
                  <a:lnTo>
                    <a:pt x="4861468" y="410792"/>
                  </a:lnTo>
                  <a:lnTo>
                    <a:pt x="4861585" y="410792"/>
                  </a:lnTo>
                  <a:lnTo>
                    <a:pt x="4861703" y="410792"/>
                  </a:lnTo>
                  <a:lnTo>
                    <a:pt x="4861820" y="410792"/>
                  </a:lnTo>
                  <a:lnTo>
                    <a:pt x="4861938" y="410792"/>
                  </a:lnTo>
                  <a:lnTo>
                    <a:pt x="4862056" y="410792"/>
                  </a:lnTo>
                  <a:lnTo>
                    <a:pt x="4862173" y="410792"/>
                  </a:lnTo>
                  <a:lnTo>
                    <a:pt x="4862291" y="410792"/>
                  </a:lnTo>
                  <a:lnTo>
                    <a:pt x="4862408" y="410792"/>
                  </a:lnTo>
                  <a:lnTo>
                    <a:pt x="4862526" y="410792"/>
                  </a:lnTo>
                  <a:lnTo>
                    <a:pt x="4862644" y="410792"/>
                  </a:lnTo>
                  <a:lnTo>
                    <a:pt x="4862761" y="410792"/>
                  </a:lnTo>
                  <a:lnTo>
                    <a:pt x="4862879" y="410792"/>
                  </a:lnTo>
                  <a:lnTo>
                    <a:pt x="4862997" y="410792"/>
                  </a:lnTo>
                  <a:lnTo>
                    <a:pt x="4863114" y="410792"/>
                  </a:lnTo>
                  <a:lnTo>
                    <a:pt x="4863114" y="410361"/>
                  </a:lnTo>
                  <a:lnTo>
                    <a:pt x="4863232" y="410361"/>
                  </a:lnTo>
                  <a:lnTo>
                    <a:pt x="4863349" y="410361"/>
                  </a:lnTo>
                  <a:lnTo>
                    <a:pt x="4863467" y="410361"/>
                  </a:lnTo>
                  <a:lnTo>
                    <a:pt x="4863585" y="410361"/>
                  </a:lnTo>
                  <a:lnTo>
                    <a:pt x="4863702" y="410361"/>
                  </a:lnTo>
                  <a:lnTo>
                    <a:pt x="4863820" y="410361"/>
                  </a:lnTo>
                  <a:lnTo>
                    <a:pt x="4863937" y="410361"/>
                  </a:lnTo>
                  <a:lnTo>
                    <a:pt x="4864055" y="410361"/>
                  </a:lnTo>
                  <a:lnTo>
                    <a:pt x="4864173" y="410361"/>
                  </a:lnTo>
                  <a:lnTo>
                    <a:pt x="4864290" y="410361"/>
                  </a:lnTo>
                  <a:lnTo>
                    <a:pt x="4864408" y="410361"/>
                  </a:lnTo>
                  <a:lnTo>
                    <a:pt x="4864525" y="410361"/>
                  </a:lnTo>
                  <a:lnTo>
                    <a:pt x="4864643" y="410361"/>
                  </a:lnTo>
                  <a:lnTo>
                    <a:pt x="4864761" y="410361"/>
                  </a:lnTo>
                  <a:lnTo>
                    <a:pt x="4864878" y="410361"/>
                  </a:lnTo>
                  <a:lnTo>
                    <a:pt x="4864996" y="410361"/>
                  </a:lnTo>
                  <a:lnTo>
                    <a:pt x="4865114" y="410361"/>
                  </a:lnTo>
                  <a:lnTo>
                    <a:pt x="4865231" y="410361"/>
                  </a:lnTo>
                  <a:lnTo>
                    <a:pt x="4865349" y="410361"/>
                  </a:lnTo>
                  <a:lnTo>
                    <a:pt x="4865466" y="410361"/>
                  </a:lnTo>
                  <a:lnTo>
                    <a:pt x="4865584" y="410361"/>
                  </a:lnTo>
                  <a:lnTo>
                    <a:pt x="4865702" y="410361"/>
                  </a:lnTo>
                  <a:lnTo>
                    <a:pt x="4865702" y="409931"/>
                  </a:lnTo>
                  <a:lnTo>
                    <a:pt x="4865819" y="409931"/>
                  </a:lnTo>
                  <a:lnTo>
                    <a:pt x="4865937" y="409931"/>
                  </a:lnTo>
                  <a:lnTo>
                    <a:pt x="4866054" y="409931"/>
                  </a:lnTo>
                  <a:lnTo>
                    <a:pt x="4866172" y="409931"/>
                  </a:lnTo>
                  <a:lnTo>
                    <a:pt x="4866290" y="409931"/>
                  </a:lnTo>
                  <a:lnTo>
                    <a:pt x="4866407" y="409931"/>
                  </a:lnTo>
                  <a:lnTo>
                    <a:pt x="4866525" y="409931"/>
                  </a:lnTo>
                  <a:lnTo>
                    <a:pt x="4866643" y="409931"/>
                  </a:lnTo>
                  <a:lnTo>
                    <a:pt x="4866760" y="409931"/>
                  </a:lnTo>
                  <a:lnTo>
                    <a:pt x="4866878" y="409931"/>
                  </a:lnTo>
                  <a:lnTo>
                    <a:pt x="4866995" y="409931"/>
                  </a:lnTo>
                  <a:lnTo>
                    <a:pt x="4867113" y="409931"/>
                  </a:lnTo>
                  <a:lnTo>
                    <a:pt x="4867113" y="409500"/>
                  </a:lnTo>
                  <a:lnTo>
                    <a:pt x="4867231" y="409500"/>
                  </a:lnTo>
                  <a:lnTo>
                    <a:pt x="4867348" y="409500"/>
                  </a:lnTo>
                  <a:lnTo>
                    <a:pt x="4867466" y="409500"/>
                  </a:lnTo>
                  <a:lnTo>
                    <a:pt x="4867583" y="409500"/>
                  </a:lnTo>
                  <a:lnTo>
                    <a:pt x="4867583" y="409070"/>
                  </a:lnTo>
                  <a:lnTo>
                    <a:pt x="4867701" y="409070"/>
                  </a:lnTo>
                  <a:lnTo>
                    <a:pt x="4867819" y="409070"/>
                  </a:lnTo>
                  <a:lnTo>
                    <a:pt x="4867936" y="409070"/>
                  </a:lnTo>
                  <a:lnTo>
                    <a:pt x="4867936" y="408639"/>
                  </a:lnTo>
                  <a:lnTo>
                    <a:pt x="4868054" y="408639"/>
                  </a:lnTo>
                  <a:lnTo>
                    <a:pt x="4868054" y="408208"/>
                  </a:lnTo>
                  <a:lnTo>
                    <a:pt x="4868172" y="408208"/>
                  </a:lnTo>
                  <a:lnTo>
                    <a:pt x="4868289" y="408208"/>
                  </a:lnTo>
                  <a:lnTo>
                    <a:pt x="4868407" y="408208"/>
                  </a:lnTo>
                  <a:lnTo>
                    <a:pt x="4868524" y="408208"/>
                  </a:lnTo>
                  <a:lnTo>
                    <a:pt x="4868642" y="408208"/>
                  </a:lnTo>
                  <a:lnTo>
                    <a:pt x="4868760" y="408208"/>
                  </a:lnTo>
                  <a:lnTo>
                    <a:pt x="4868877" y="408208"/>
                  </a:lnTo>
                  <a:lnTo>
                    <a:pt x="4868995" y="408208"/>
                  </a:lnTo>
                  <a:lnTo>
                    <a:pt x="4869112" y="408208"/>
                  </a:lnTo>
                  <a:lnTo>
                    <a:pt x="4869230" y="408208"/>
                  </a:lnTo>
                  <a:lnTo>
                    <a:pt x="4869348" y="408208"/>
                  </a:lnTo>
                  <a:lnTo>
                    <a:pt x="4869465" y="408208"/>
                  </a:lnTo>
                  <a:lnTo>
                    <a:pt x="4869583" y="408208"/>
                  </a:lnTo>
                  <a:lnTo>
                    <a:pt x="4869701" y="408208"/>
                  </a:lnTo>
                  <a:lnTo>
                    <a:pt x="4869818" y="408208"/>
                  </a:lnTo>
                  <a:lnTo>
                    <a:pt x="4869936" y="408208"/>
                  </a:lnTo>
                  <a:lnTo>
                    <a:pt x="4870053" y="408208"/>
                  </a:lnTo>
                  <a:lnTo>
                    <a:pt x="4870053" y="407778"/>
                  </a:lnTo>
                  <a:lnTo>
                    <a:pt x="4870171" y="407778"/>
                  </a:lnTo>
                  <a:lnTo>
                    <a:pt x="4870289" y="407778"/>
                  </a:lnTo>
                  <a:lnTo>
                    <a:pt x="4870406" y="407778"/>
                  </a:lnTo>
                  <a:lnTo>
                    <a:pt x="4870524" y="407778"/>
                  </a:lnTo>
                  <a:lnTo>
                    <a:pt x="4870641" y="407778"/>
                  </a:lnTo>
                  <a:lnTo>
                    <a:pt x="4870759" y="407778"/>
                  </a:lnTo>
                  <a:lnTo>
                    <a:pt x="4870759" y="407347"/>
                  </a:lnTo>
                  <a:lnTo>
                    <a:pt x="4870877" y="407347"/>
                  </a:lnTo>
                  <a:lnTo>
                    <a:pt x="4870994" y="407347"/>
                  </a:lnTo>
                  <a:lnTo>
                    <a:pt x="4871112" y="407347"/>
                  </a:lnTo>
                  <a:lnTo>
                    <a:pt x="4871112" y="406917"/>
                  </a:lnTo>
                  <a:lnTo>
                    <a:pt x="4871230" y="406917"/>
                  </a:lnTo>
                  <a:lnTo>
                    <a:pt x="4871347" y="406917"/>
                  </a:lnTo>
                  <a:lnTo>
                    <a:pt x="4871465" y="406917"/>
                  </a:lnTo>
                  <a:lnTo>
                    <a:pt x="4871582" y="406917"/>
                  </a:lnTo>
                  <a:lnTo>
                    <a:pt x="4871700" y="406917"/>
                  </a:lnTo>
                  <a:lnTo>
                    <a:pt x="4871818" y="406917"/>
                  </a:lnTo>
                  <a:lnTo>
                    <a:pt x="4871935" y="406917"/>
                  </a:lnTo>
                  <a:lnTo>
                    <a:pt x="4872053" y="406917"/>
                  </a:lnTo>
                  <a:lnTo>
                    <a:pt x="4872170" y="406917"/>
                  </a:lnTo>
                  <a:lnTo>
                    <a:pt x="4872288" y="406917"/>
                  </a:lnTo>
                  <a:lnTo>
                    <a:pt x="4872406" y="406917"/>
                  </a:lnTo>
                  <a:lnTo>
                    <a:pt x="4872523" y="406917"/>
                  </a:lnTo>
                  <a:lnTo>
                    <a:pt x="4872641" y="406917"/>
                  </a:lnTo>
                  <a:lnTo>
                    <a:pt x="4872758" y="406917"/>
                  </a:lnTo>
                  <a:lnTo>
                    <a:pt x="4872876" y="406917"/>
                  </a:lnTo>
                  <a:lnTo>
                    <a:pt x="4872994" y="406917"/>
                  </a:lnTo>
                  <a:lnTo>
                    <a:pt x="4873111" y="406917"/>
                  </a:lnTo>
                  <a:lnTo>
                    <a:pt x="4873229" y="406917"/>
                  </a:lnTo>
                  <a:lnTo>
                    <a:pt x="4873347" y="406917"/>
                  </a:lnTo>
                  <a:lnTo>
                    <a:pt x="4873464" y="406917"/>
                  </a:lnTo>
                  <a:lnTo>
                    <a:pt x="4873582" y="406917"/>
                  </a:lnTo>
                  <a:lnTo>
                    <a:pt x="4873582" y="406486"/>
                  </a:lnTo>
                  <a:lnTo>
                    <a:pt x="4873582" y="406055"/>
                  </a:lnTo>
                  <a:lnTo>
                    <a:pt x="4873699" y="406055"/>
                  </a:lnTo>
                  <a:lnTo>
                    <a:pt x="4873817" y="406055"/>
                  </a:lnTo>
                  <a:lnTo>
                    <a:pt x="4873935" y="406055"/>
                  </a:lnTo>
                  <a:lnTo>
                    <a:pt x="4874052" y="406055"/>
                  </a:lnTo>
                  <a:lnTo>
                    <a:pt x="4874170" y="406055"/>
                  </a:lnTo>
                  <a:lnTo>
                    <a:pt x="4874287" y="406055"/>
                  </a:lnTo>
                  <a:lnTo>
                    <a:pt x="4874405" y="406055"/>
                  </a:lnTo>
                  <a:lnTo>
                    <a:pt x="4874405" y="405625"/>
                  </a:lnTo>
                  <a:lnTo>
                    <a:pt x="4874523" y="405625"/>
                  </a:lnTo>
                  <a:lnTo>
                    <a:pt x="4874640" y="405625"/>
                  </a:lnTo>
                  <a:lnTo>
                    <a:pt x="4874758" y="405625"/>
                  </a:lnTo>
                  <a:lnTo>
                    <a:pt x="4874876" y="405625"/>
                  </a:lnTo>
                  <a:lnTo>
                    <a:pt x="4874993" y="405625"/>
                  </a:lnTo>
                  <a:lnTo>
                    <a:pt x="4875111" y="405625"/>
                  </a:lnTo>
                  <a:lnTo>
                    <a:pt x="4875228" y="405625"/>
                  </a:lnTo>
                  <a:lnTo>
                    <a:pt x="4875346" y="405625"/>
                  </a:lnTo>
                  <a:lnTo>
                    <a:pt x="4875464" y="405625"/>
                  </a:lnTo>
                  <a:lnTo>
                    <a:pt x="4875581" y="405625"/>
                  </a:lnTo>
                  <a:lnTo>
                    <a:pt x="4875699" y="405625"/>
                  </a:lnTo>
                  <a:lnTo>
                    <a:pt x="4875699" y="405194"/>
                  </a:lnTo>
                  <a:lnTo>
                    <a:pt x="4875816" y="405194"/>
                  </a:lnTo>
                  <a:lnTo>
                    <a:pt x="4875934" y="405194"/>
                  </a:lnTo>
                  <a:lnTo>
                    <a:pt x="4876052" y="405194"/>
                  </a:lnTo>
                  <a:lnTo>
                    <a:pt x="4876169" y="405194"/>
                  </a:lnTo>
                  <a:lnTo>
                    <a:pt x="4876287" y="405194"/>
                  </a:lnTo>
                  <a:lnTo>
                    <a:pt x="4876405" y="405194"/>
                  </a:lnTo>
                  <a:lnTo>
                    <a:pt x="4876405" y="404764"/>
                  </a:lnTo>
                  <a:lnTo>
                    <a:pt x="4876522" y="404764"/>
                  </a:lnTo>
                  <a:lnTo>
                    <a:pt x="4876640" y="404764"/>
                  </a:lnTo>
                  <a:lnTo>
                    <a:pt x="4876757" y="404764"/>
                  </a:lnTo>
                  <a:lnTo>
                    <a:pt x="4876875" y="404764"/>
                  </a:lnTo>
                  <a:lnTo>
                    <a:pt x="4876993" y="404764"/>
                  </a:lnTo>
                  <a:lnTo>
                    <a:pt x="4877110" y="404764"/>
                  </a:lnTo>
                  <a:lnTo>
                    <a:pt x="4877228" y="404764"/>
                  </a:lnTo>
                  <a:lnTo>
                    <a:pt x="4877345" y="404764"/>
                  </a:lnTo>
                  <a:lnTo>
                    <a:pt x="4877463" y="404764"/>
                  </a:lnTo>
                  <a:lnTo>
                    <a:pt x="4877581" y="404764"/>
                  </a:lnTo>
                  <a:lnTo>
                    <a:pt x="4877698" y="404764"/>
                  </a:lnTo>
                  <a:lnTo>
                    <a:pt x="4877816" y="404764"/>
                  </a:lnTo>
                  <a:lnTo>
                    <a:pt x="4877934" y="404764"/>
                  </a:lnTo>
                  <a:lnTo>
                    <a:pt x="4878051" y="404764"/>
                  </a:lnTo>
                  <a:lnTo>
                    <a:pt x="4878169" y="404764"/>
                  </a:lnTo>
                  <a:lnTo>
                    <a:pt x="4878286" y="404764"/>
                  </a:lnTo>
                  <a:lnTo>
                    <a:pt x="4878404" y="404764"/>
                  </a:lnTo>
                  <a:lnTo>
                    <a:pt x="4878404" y="404333"/>
                  </a:lnTo>
                  <a:lnTo>
                    <a:pt x="4878522" y="404333"/>
                  </a:lnTo>
                  <a:lnTo>
                    <a:pt x="4878639" y="404333"/>
                  </a:lnTo>
                  <a:lnTo>
                    <a:pt x="4878757" y="404333"/>
                  </a:lnTo>
                  <a:lnTo>
                    <a:pt x="4878874" y="404333"/>
                  </a:lnTo>
                  <a:lnTo>
                    <a:pt x="4878992" y="404333"/>
                  </a:lnTo>
                  <a:lnTo>
                    <a:pt x="4879110" y="404333"/>
                  </a:lnTo>
                  <a:lnTo>
                    <a:pt x="4879227" y="404333"/>
                  </a:lnTo>
                  <a:lnTo>
                    <a:pt x="4879345" y="404333"/>
                  </a:lnTo>
                  <a:lnTo>
                    <a:pt x="4879463" y="404333"/>
                  </a:lnTo>
                  <a:lnTo>
                    <a:pt x="4879580" y="404333"/>
                  </a:lnTo>
                  <a:lnTo>
                    <a:pt x="4879580" y="403902"/>
                  </a:lnTo>
                  <a:lnTo>
                    <a:pt x="4879698" y="403902"/>
                  </a:lnTo>
                  <a:lnTo>
                    <a:pt x="4879815" y="403902"/>
                  </a:lnTo>
                  <a:lnTo>
                    <a:pt x="4879933" y="403902"/>
                  </a:lnTo>
                  <a:lnTo>
                    <a:pt x="4880051" y="403902"/>
                  </a:lnTo>
                  <a:lnTo>
                    <a:pt x="4880168" y="403902"/>
                  </a:lnTo>
                  <a:lnTo>
                    <a:pt x="4880286" y="403902"/>
                  </a:lnTo>
                  <a:lnTo>
                    <a:pt x="4880403" y="403902"/>
                  </a:lnTo>
                  <a:lnTo>
                    <a:pt x="4880521" y="403902"/>
                  </a:lnTo>
                  <a:lnTo>
                    <a:pt x="4880639" y="403902"/>
                  </a:lnTo>
                  <a:lnTo>
                    <a:pt x="4880756" y="403902"/>
                  </a:lnTo>
                  <a:lnTo>
                    <a:pt x="4880874" y="403902"/>
                  </a:lnTo>
                  <a:lnTo>
                    <a:pt x="4880874" y="403472"/>
                  </a:lnTo>
                  <a:lnTo>
                    <a:pt x="4880991" y="403472"/>
                  </a:lnTo>
                  <a:lnTo>
                    <a:pt x="4881109" y="403472"/>
                  </a:lnTo>
                  <a:lnTo>
                    <a:pt x="4881227" y="403472"/>
                  </a:lnTo>
                  <a:lnTo>
                    <a:pt x="4881227" y="403041"/>
                  </a:lnTo>
                  <a:lnTo>
                    <a:pt x="4881344" y="403041"/>
                  </a:lnTo>
                  <a:lnTo>
                    <a:pt x="4881344" y="402611"/>
                  </a:lnTo>
                  <a:lnTo>
                    <a:pt x="4881462" y="402611"/>
                  </a:lnTo>
                  <a:lnTo>
                    <a:pt x="4881580" y="402611"/>
                  </a:lnTo>
                  <a:lnTo>
                    <a:pt x="4881697" y="402611"/>
                  </a:lnTo>
                  <a:lnTo>
                    <a:pt x="4881815" y="402611"/>
                  </a:lnTo>
                  <a:lnTo>
                    <a:pt x="4881815" y="402180"/>
                  </a:lnTo>
                  <a:lnTo>
                    <a:pt x="4881932" y="402180"/>
                  </a:lnTo>
                  <a:lnTo>
                    <a:pt x="4882050" y="402180"/>
                  </a:lnTo>
                  <a:lnTo>
                    <a:pt x="4882168" y="402180"/>
                  </a:lnTo>
                  <a:lnTo>
                    <a:pt x="4882285" y="402180"/>
                  </a:lnTo>
                  <a:lnTo>
                    <a:pt x="4882403" y="402180"/>
                  </a:lnTo>
                  <a:lnTo>
                    <a:pt x="4882520" y="402180"/>
                  </a:lnTo>
                  <a:lnTo>
                    <a:pt x="4882638" y="402180"/>
                  </a:lnTo>
                  <a:lnTo>
                    <a:pt x="4882756" y="402180"/>
                  </a:lnTo>
                  <a:lnTo>
                    <a:pt x="4882873" y="402180"/>
                  </a:lnTo>
                  <a:lnTo>
                    <a:pt x="4882873" y="401749"/>
                  </a:lnTo>
                  <a:lnTo>
                    <a:pt x="4882991" y="401749"/>
                  </a:lnTo>
                  <a:lnTo>
                    <a:pt x="4883109" y="401749"/>
                  </a:lnTo>
                  <a:lnTo>
                    <a:pt x="4883226" y="401749"/>
                  </a:lnTo>
                  <a:lnTo>
                    <a:pt x="4883344" y="401749"/>
                  </a:lnTo>
                  <a:lnTo>
                    <a:pt x="4883461" y="401749"/>
                  </a:lnTo>
                  <a:lnTo>
                    <a:pt x="4883579" y="401749"/>
                  </a:lnTo>
                  <a:lnTo>
                    <a:pt x="4883697" y="401749"/>
                  </a:lnTo>
                  <a:lnTo>
                    <a:pt x="4883814" y="401749"/>
                  </a:lnTo>
                  <a:lnTo>
                    <a:pt x="4883932" y="401749"/>
                  </a:lnTo>
                  <a:lnTo>
                    <a:pt x="4884049" y="401749"/>
                  </a:lnTo>
                  <a:lnTo>
                    <a:pt x="4884167" y="401749"/>
                  </a:lnTo>
                  <a:lnTo>
                    <a:pt x="4884285" y="401749"/>
                  </a:lnTo>
                  <a:lnTo>
                    <a:pt x="4884402" y="401749"/>
                  </a:lnTo>
                  <a:lnTo>
                    <a:pt x="4884520" y="401749"/>
                  </a:lnTo>
                  <a:lnTo>
                    <a:pt x="4884638" y="401749"/>
                  </a:lnTo>
                  <a:lnTo>
                    <a:pt x="4884755" y="401749"/>
                  </a:lnTo>
                  <a:lnTo>
                    <a:pt x="4884873" y="401749"/>
                  </a:lnTo>
                  <a:lnTo>
                    <a:pt x="4884990" y="401749"/>
                  </a:lnTo>
                  <a:lnTo>
                    <a:pt x="4885108" y="401749"/>
                  </a:lnTo>
                  <a:lnTo>
                    <a:pt x="4885108" y="401319"/>
                  </a:lnTo>
                  <a:lnTo>
                    <a:pt x="4885108" y="400888"/>
                  </a:lnTo>
                  <a:lnTo>
                    <a:pt x="4885226" y="400888"/>
                  </a:lnTo>
                  <a:lnTo>
                    <a:pt x="4885343" y="400888"/>
                  </a:lnTo>
                  <a:lnTo>
                    <a:pt x="4885461" y="400888"/>
                  </a:lnTo>
                  <a:lnTo>
                    <a:pt x="4885578" y="400888"/>
                  </a:lnTo>
                  <a:lnTo>
                    <a:pt x="4885696" y="400888"/>
                  </a:lnTo>
                  <a:lnTo>
                    <a:pt x="4885814" y="400888"/>
                  </a:lnTo>
                  <a:lnTo>
                    <a:pt x="4885814" y="400458"/>
                  </a:lnTo>
                  <a:lnTo>
                    <a:pt x="4885931" y="400458"/>
                  </a:lnTo>
                  <a:lnTo>
                    <a:pt x="4886049" y="400458"/>
                  </a:lnTo>
                  <a:lnTo>
                    <a:pt x="4886167" y="400458"/>
                  </a:lnTo>
                  <a:lnTo>
                    <a:pt x="4886284" y="400458"/>
                  </a:lnTo>
                  <a:lnTo>
                    <a:pt x="4886402" y="400458"/>
                  </a:lnTo>
                  <a:lnTo>
                    <a:pt x="4886519" y="400458"/>
                  </a:lnTo>
                  <a:lnTo>
                    <a:pt x="4886637" y="400458"/>
                  </a:lnTo>
                  <a:lnTo>
                    <a:pt x="4886755" y="400458"/>
                  </a:lnTo>
                  <a:lnTo>
                    <a:pt x="4886872" y="400458"/>
                  </a:lnTo>
                  <a:lnTo>
                    <a:pt x="4886990" y="400458"/>
                  </a:lnTo>
                  <a:lnTo>
                    <a:pt x="4887107" y="400458"/>
                  </a:lnTo>
                  <a:lnTo>
                    <a:pt x="4887225" y="400458"/>
                  </a:lnTo>
                  <a:lnTo>
                    <a:pt x="4887343" y="400458"/>
                  </a:lnTo>
                  <a:lnTo>
                    <a:pt x="4887460" y="400458"/>
                  </a:lnTo>
                  <a:lnTo>
                    <a:pt x="4887578" y="400458"/>
                  </a:lnTo>
                  <a:lnTo>
                    <a:pt x="4887696" y="400458"/>
                  </a:lnTo>
                  <a:lnTo>
                    <a:pt x="4887813" y="400458"/>
                  </a:lnTo>
                  <a:lnTo>
                    <a:pt x="4887813" y="400027"/>
                  </a:lnTo>
                  <a:lnTo>
                    <a:pt x="4887931" y="400027"/>
                  </a:lnTo>
                  <a:lnTo>
                    <a:pt x="4888048" y="400027"/>
                  </a:lnTo>
                  <a:lnTo>
                    <a:pt x="4888166" y="400027"/>
                  </a:lnTo>
                  <a:lnTo>
                    <a:pt x="4888284" y="400027"/>
                  </a:lnTo>
                  <a:lnTo>
                    <a:pt x="4888401" y="400027"/>
                  </a:lnTo>
                  <a:lnTo>
                    <a:pt x="4888519" y="400027"/>
                  </a:lnTo>
                  <a:lnTo>
                    <a:pt x="4888636" y="400027"/>
                  </a:lnTo>
                  <a:lnTo>
                    <a:pt x="4888636" y="399596"/>
                  </a:lnTo>
                  <a:lnTo>
                    <a:pt x="4888754" y="399596"/>
                  </a:lnTo>
                  <a:lnTo>
                    <a:pt x="4888872" y="399596"/>
                  </a:lnTo>
                  <a:lnTo>
                    <a:pt x="4888989" y="399596"/>
                  </a:lnTo>
                  <a:lnTo>
                    <a:pt x="4889107" y="399596"/>
                  </a:lnTo>
                  <a:lnTo>
                    <a:pt x="4889224" y="399596"/>
                  </a:lnTo>
                  <a:lnTo>
                    <a:pt x="4889224" y="399166"/>
                  </a:lnTo>
                  <a:lnTo>
                    <a:pt x="4889342" y="399166"/>
                  </a:lnTo>
                  <a:lnTo>
                    <a:pt x="4889460" y="399166"/>
                  </a:lnTo>
                  <a:lnTo>
                    <a:pt x="4889577" y="399166"/>
                  </a:lnTo>
                  <a:lnTo>
                    <a:pt x="4889695" y="399166"/>
                  </a:lnTo>
                  <a:lnTo>
                    <a:pt x="4889813" y="399166"/>
                  </a:lnTo>
                  <a:lnTo>
                    <a:pt x="4889930" y="399166"/>
                  </a:lnTo>
                  <a:lnTo>
                    <a:pt x="4890048" y="399166"/>
                  </a:lnTo>
                  <a:lnTo>
                    <a:pt x="4890165" y="399166"/>
                  </a:lnTo>
                  <a:lnTo>
                    <a:pt x="4890283" y="399166"/>
                  </a:lnTo>
                  <a:lnTo>
                    <a:pt x="4890401" y="399166"/>
                  </a:lnTo>
                  <a:lnTo>
                    <a:pt x="4890518" y="399166"/>
                  </a:lnTo>
                  <a:lnTo>
                    <a:pt x="4890636" y="399166"/>
                  </a:lnTo>
                  <a:lnTo>
                    <a:pt x="4890753" y="399166"/>
                  </a:lnTo>
                  <a:lnTo>
                    <a:pt x="4890753" y="398735"/>
                  </a:lnTo>
                  <a:lnTo>
                    <a:pt x="4890871" y="398735"/>
                  </a:lnTo>
                  <a:lnTo>
                    <a:pt x="4890989" y="398735"/>
                  </a:lnTo>
                  <a:lnTo>
                    <a:pt x="4890989" y="398305"/>
                  </a:lnTo>
                  <a:lnTo>
                    <a:pt x="4891106" y="398305"/>
                  </a:lnTo>
                  <a:lnTo>
                    <a:pt x="4891224" y="398305"/>
                  </a:lnTo>
                  <a:lnTo>
                    <a:pt x="4891342" y="398305"/>
                  </a:lnTo>
                  <a:lnTo>
                    <a:pt x="4891459" y="398305"/>
                  </a:lnTo>
                  <a:lnTo>
                    <a:pt x="4891577" y="398305"/>
                  </a:lnTo>
                  <a:lnTo>
                    <a:pt x="4891694" y="398305"/>
                  </a:lnTo>
                  <a:lnTo>
                    <a:pt x="4891812" y="398305"/>
                  </a:lnTo>
                  <a:lnTo>
                    <a:pt x="4891930" y="398305"/>
                  </a:lnTo>
                  <a:lnTo>
                    <a:pt x="4892047" y="398305"/>
                  </a:lnTo>
                  <a:lnTo>
                    <a:pt x="4892165" y="398305"/>
                  </a:lnTo>
                  <a:lnTo>
                    <a:pt x="4892282" y="398305"/>
                  </a:lnTo>
                  <a:lnTo>
                    <a:pt x="4892400" y="398305"/>
                  </a:lnTo>
                  <a:lnTo>
                    <a:pt x="4892518" y="398305"/>
                  </a:lnTo>
                  <a:lnTo>
                    <a:pt x="4892635" y="398305"/>
                  </a:lnTo>
                  <a:lnTo>
                    <a:pt x="4892753" y="398305"/>
                  </a:lnTo>
                  <a:lnTo>
                    <a:pt x="4892871" y="398305"/>
                  </a:lnTo>
                  <a:lnTo>
                    <a:pt x="4892988" y="398305"/>
                  </a:lnTo>
                  <a:lnTo>
                    <a:pt x="4893106" y="398305"/>
                  </a:lnTo>
                  <a:lnTo>
                    <a:pt x="4893106" y="397874"/>
                  </a:lnTo>
                  <a:lnTo>
                    <a:pt x="4893223" y="397874"/>
                  </a:lnTo>
                  <a:lnTo>
                    <a:pt x="4893341" y="397874"/>
                  </a:lnTo>
                  <a:lnTo>
                    <a:pt x="4893459" y="397874"/>
                  </a:lnTo>
                  <a:lnTo>
                    <a:pt x="4893576" y="397874"/>
                  </a:lnTo>
                  <a:lnTo>
                    <a:pt x="4893694" y="397874"/>
                  </a:lnTo>
                  <a:lnTo>
                    <a:pt x="4893811" y="397874"/>
                  </a:lnTo>
                  <a:lnTo>
                    <a:pt x="4893929" y="397874"/>
                  </a:lnTo>
                  <a:lnTo>
                    <a:pt x="4894047" y="397874"/>
                  </a:lnTo>
                  <a:lnTo>
                    <a:pt x="4894164" y="397874"/>
                  </a:lnTo>
                  <a:lnTo>
                    <a:pt x="4894282" y="397874"/>
                  </a:lnTo>
                  <a:lnTo>
                    <a:pt x="4894282" y="397443"/>
                  </a:lnTo>
                  <a:lnTo>
                    <a:pt x="4894400" y="397443"/>
                  </a:lnTo>
                  <a:lnTo>
                    <a:pt x="4894517" y="397443"/>
                  </a:lnTo>
                  <a:lnTo>
                    <a:pt x="4894635" y="397443"/>
                  </a:lnTo>
                  <a:lnTo>
                    <a:pt x="4894752" y="397443"/>
                  </a:lnTo>
                  <a:lnTo>
                    <a:pt x="4894870" y="397443"/>
                  </a:lnTo>
                  <a:lnTo>
                    <a:pt x="4894988" y="397443"/>
                  </a:lnTo>
                  <a:lnTo>
                    <a:pt x="4895105" y="397443"/>
                  </a:lnTo>
                  <a:lnTo>
                    <a:pt x="4895223" y="397443"/>
                  </a:lnTo>
                  <a:lnTo>
                    <a:pt x="4895340" y="397443"/>
                  </a:lnTo>
                  <a:lnTo>
                    <a:pt x="4895458" y="397443"/>
                  </a:lnTo>
                  <a:lnTo>
                    <a:pt x="4895576" y="397443"/>
                  </a:lnTo>
                  <a:lnTo>
                    <a:pt x="4895576" y="397013"/>
                  </a:lnTo>
                  <a:lnTo>
                    <a:pt x="4895576" y="396582"/>
                  </a:lnTo>
                  <a:lnTo>
                    <a:pt x="4895576" y="396152"/>
                  </a:lnTo>
                  <a:lnTo>
                    <a:pt x="4895693" y="396152"/>
                  </a:lnTo>
                  <a:lnTo>
                    <a:pt x="4895811" y="396152"/>
                  </a:lnTo>
                  <a:lnTo>
                    <a:pt x="4895929" y="396152"/>
                  </a:lnTo>
                  <a:lnTo>
                    <a:pt x="4896046" y="396152"/>
                  </a:lnTo>
                  <a:lnTo>
                    <a:pt x="4896164" y="396152"/>
                  </a:lnTo>
                  <a:lnTo>
                    <a:pt x="4896281" y="396152"/>
                  </a:lnTo>
                  <a:lnTo>
                    <a:pt x="4896399" y="396152"/>
                  </a:lnTo>
                  <a:lnTo>
                    <a:pt x="4896517" y="396152"/>
                  </a:lnTo>
                  <a:lnTo>
                    <a:pt x="4896634" y="396152"/>
                  </a:lnTo>
                  <a:lnTo>
                    <a:pt x="4896752" y="396152"/>
                  </a:lnTo>
                  <a:lnTo>
                    <a:pt x="4896869" y="396152"/>
                  </a:lnTo>
                  <a:lnTo>
                    <a:pt x="4896987" y="396152"/>
                  </a:lnTo>
                  <a:lnTo>
                    <a:pt x="4897105" y="396152"/>
                  </a:lnTo>
                  <a:lnTo>
                    <a:pt x="4897222" y="396152"/>
                  </a:lnTo>
                  <a:lnTo>
                    <a:pt x="4897340" y="396152"/>
                  </a:lnTo>
                  <a:lnTo>
                    <a:pt x="4897457" y="396152"/>
                  </a:lnTo>
                  <a:lnTo>
                    <a:pt x="4897575" y="396152"/>
                  </a:lnTo>
                  <a:lnTo>
                    <a:pt x="4897693" y="396152"/>
                  </a:lnTo>
                  <a:lnTo>
                    <a:pt x="4897810" y="396152"/>
                  </a:lnTo>
                  <a:lnTo>
                    <a:pt x="4897928" y="396152"/>
                  </a:lnTo>
                  <a:lnTo>
                    <a:pt x="4898046" y="396152"/>
                  </a:lnTo>
                  <a:lnTo>
                    <a:pt x="4898163" y="396152"/>
                  </a:lnTo>
                  <a:lnTo>
                    <a:pt x="4898281" y="396152"/>
                  </a:lnTo>
                  <a:lnTo>
                    <a:pt x="4898281" y="395721"/>
                  </a:lnTo>
                  <a:lnTo>
                    <a:pt x="4898281" y="395290"/>
                  </a:lnTo>
                  <a:lnTo>
                    <a:pt x="4898281" y="394860"/>
                  </a:lnTo>
                  <a:lnTo>
                    <a:pt x="4898398" y="394860"/>
                  </a:lnTo>
                  <a:lnTo>
                    <a:pt x="4898516" y="394860"/>
                  </a:lnTo>
                  <a:lnTo>
                    <a:pt x="4898634" y="394860"/>
                  </a:lnTo>
                  <a:lnTo>
                    <a:pt x="4898634" y="394429"/>
                  </a:lnTo>
                  <a:lnTo>
                    <a:pt x="4898751" y="394429"/>
                  </a:lnTo>
                  <a:lnTo>
                    <a:pt x="4898751" y="393999"/>
                  </a:lnTo>
                  <a:lnTo>
                    <a:pt x="4898751" y="393568"/>
                  </a:lnTo>
                  <a:lnTo>
                    <a:pt x="4898869" y="393568"/>
                  </a:lnTo>
                  <a:lnTo>
                    <a:pt x="4898986" y="393568"/>
                  </a:lnTo>
                  <a:lnTo>
                    <a:pt x="4899104" y="393568"/>
                  </a:lnTo>
                  <a:lnTo>
                    <a:pt x="4899222" y="393568"/>
                  </a:lnTo>
                  <a:lnTo>
                    <a:pt x="4899339" y="393568"/>
                  </a:lnTo>
                  <a:lnTo>
                    <a:pt x="4899457" y="393568"/>
                  </a:lnTo>
                  <a:lnTo>
                    <a:pt x="4899575" y="393568"/>
                  </a:lnTo>
                  <a:lnTo>
                    <a:pt x="4899575" y="393137"/>
                  </a:lnTo>
                  <a:lnTo>
                    <a:pt x="4899692" y="393137"/>
                  </a:lnTo>
                  <a:lnTo>
                    <a:pt x="4899810" y="393137"/>
                  </a:lnTo>
                  <a:lnTo>
                    <a:pt x="4899927" y="393137"/>
                  </a:lnTo>
                  <a:lnTo>
                    <a:pt x="4900045" y="393137"/>
                  </a:lnTo>
                  <a:lnTo>
                    <a:pt x="4900163" y="393137"/>
                  </a:lnTo>
                  <a:lnTo>
                    <a:pt x="4900280" y="393137"/>
                  </a:lnTo>
                  <a:lnTo>
                    <a:pt x="4900398" y="393137"/>
                  </a:lnTo>
                  <a:lnTo>
                    <a:pt x="4900398" y="392707"/>
                  </a:lnTo>
                  <a:lnTo>
                    <a:pt x="4900515" y="392707"/>
                  </a:lnTo>
                  <a:lnTo>
                    <a:pt x="4900633" y="392707"/>
                  </a:lnTo>
                  <a:lnTo>
                    <a:pt x="4900751" y="392707"/>
                  </a:lnTo>
                  <a:lnTo>
                    <a:pt x="4900868" y="392707"/>
                  </a:lnTo>
                  <a:lnTo>
                    <a:pt x="4900986" y="392707"/>
                  </a:lnTo>
                  <a:lnTo>
                    <a:pt x="4901104" y="392707"/>
                  </a:lnTo>
                  <a:lnTo>
                    <a:pt x="4901221" y="392707"/>
                  </a:lnTo>
                  <a:lnTo>
                    <a:pt x="4901339" y="392707"/>
                  </a:lnTo>
                  <a:lnTo>
                    <a:pt x="4901456" y="392707"/>
                  </a:lnTo>
                  <a:lnTo>
                    <a:pt x="4901574" y="392707"/>
                  </a:lnTo>
                  <a:lnTo>
                    <a:pt x="4901692" y="392707"/>
                  </a:lnTo>
                  <a:lnTo>
                    <a:pt x="4901809" y="392707"/>
                  </a:lnTo>
                  <a:lnTo>
                    <a:pt x="4901927" y="392707"/>
                  </a:lnTo>
                  <a:lnTo>
                    <a:pt x="4902044" y="392707"/>
                  </a:lnTo>
                  <a:lnTo>
                    <a:pt x="4902162" y="392707"/>
                  </a:lnTo>
                  <a:lnTo>
                    <a:pt x="4902280" y="392707"/>
                  </a:lnTo>
                  <a:lnTo>
                    <a:pt x="4902397" y="392707"/>
                  </a:lnTo>
                  <a:lnTo>
                    <a:pt x="4902515" y="392707"/>
                  </a:lnTo>
                  <a:lnTo>
                    <a:pt x="4902633" y="392707"/>
                  </a:lnTo>
                  <a:lnTo>
                    <a:pt x="4902750" y="392707"/>
                  </a:lnTo>
                  <a:lnTo>
                    <a:pt x="4902868" y="392707"/>
                  </a:lnTo>
                  <a:lnTo>
                    <a:pt x="4902985" y="392707"/>
                  </a:lnTo>
                  <a:lnTo>
                    <a:pt x="4903103" y="392707"/>
                  </a:lnTo>
                  <a:lnTo>
                    <a:pt x="4903221" y="392707"/>
                  </a:lnTo>
                  <a:lnTo>
                    <a:pt x="4903338" y="392707"/>
                  </a:lnTo>
                  <a:lnTo>
                    <a:pt x="4903338" y="392276"/>
                  </a:lnTo>
                  <a:lnTo>
                    <a:pt x="4903456" y="392276"/>
                  </a:lnTo>
                  <a:lnTo>
                    <a:pt x="4903573" y="392276"/>
                  </a:lnTo>
                  <a:lnTo>
                    <a:pt x="4903691" y="392276"/>
                  </a:lnTo>
                  <a:lnTo>
                    <a:pt x="4903809" y="392276"/>
                  </a:lnTo>
                  <a:lnTo>
                    <a:pt x="4903926" y="392276"/>
                  </a:lnTo>
                  <a:lnTo>
                    <a:pt x="4904044" y="392276"/>
                  </a:lnTo>
                  <a:lnTo>
                    <a:pt x="4904162" y="392276"/>
                  </a:lnTo>
                  <a:lnTo>
                    <a:pt x="4904279" y="392276"/>
                  </a:lnTo>
                  <a:lnTo>
                    <a:pt x="4904397" y="392276"/>
                  </a:lnTo>
                  <a:lnTo>
                    <a:pt x="4904514" y="392276"/>
                  </a:lnTo>
                  <a:lnTo>
                    <a:pt x="4904632" y="392276"/>
                  </a:lnTo>
                  <a:lnTo>
                    <a:pt x="4904750" y="392276"/>
                  </a:lnTo>
                  <a:lnTo>
                    <a:pt x="4904867" y="392276"/>
                  </a:lnTo>
                  <a:lnTo>
                    <a:pt x="4904985" y="392276"/>
                  </a:lnTo>
                  <a:lnTo>
                    <a:pt x="4905102" y="392276"/>
                  </a:lnTo>
                  <a:lnTo>
                    <a:pt x="4905220" y="392276"/>
                  </a:lnTo>
                  <a:lnTo>
                    <a:pt x="4905338" y="392276"/>
                  </a:lnTo>
                  <a:lnTo>
                    <a:pt x="4905338" y="391846"/>
                  </a:lnTo>
                  <a:lnTo>
                    <a:pt x="4905455" y="391846"/>
                  </a:lnTo>
                  <a:lnTo>
                    <a:pt x="4905573" y="391846"/>
                  </a:lnTo>
                  <a:lnTo>
                    <a:pt x="4905690" y="391846"/>
                  </a:lnTo>
                  <a:lnTo>
                    <a:pt x="4905808" y="391846"/>
                  </a:lnTo>
                  <a:lnTo>
                    <a:pt x="4905926" y="391846"/>
                  </a:lnTo>
                  <a:lnTo>
                    <a:pt x="4906043" y="391846"/>
                  </a:lnTo>
                  <a:lnTo>
                    <a:pt x="4906161" y="391846"/>
                  </a:lnTo>
                  <a:lnTo>
                    <a:pt x="4906161" y="391415"/>
                  </a:lnTo>
                  <a:lnTo>
                    <a:pt x="4906279" y="391415"/>
                  </a:lnTo>
                  <a:lnTo>
                    <a:pt x="4906396" y="391415"/>
                  </a:lnTo>
                  <a:lnTo>
                    <a:pt x="4906514" y="391415"/>
                  </a:lnTo>
                  <a:lnTo>
                    <a:pt x="4906631" y="391415"/>
                  </a:lnTo>
                  <a:lnTo>
                    <a:pt x="4906749" y="391415"/>
                  </a:lnTo>
                  <a:lnTo>
                    <a:pt x="4906867" y="391415"/>
                  </a:lnTo>
                  <a:lnTo>
                    <a:pt x="4906984" y="391415"/>
                  </a:lnTo>
                  <a:lnTo>
                    <a:pt x="4907102" y="391415"/>
                  </a:lnTo>
                  <a:lnTo>
                    <a:pt x="4907102" y="390984"/>
                  </a:lnTo>
                  <a:lnTo>
                    <a:pt x="4907219" y="390984"/>
                  </a:lnTo>
                  <a:lnTo>
                    <a:pt x="4907219" y="390554"/>
                  </a:lnTo>
                  <a:lnTo>
                    <a:pt x="4907337" y="390554"/>
                  </a:lnTo>
                  <a:lnTo>
                    <a:pt x="4907337" y="390123"/>
                  </a:lnTo>
                  <a:lnTo>
                    <a:pt x="4907455" y="390123"/>
                  </a:lnTo>
                  <a:lnTo>
                    <a:pt x="4907572" y="390123"/>
                  </a:lnTo>
                  <a:lnTo>
                    <a:pt x="4907690" y="390123"/>
                  </a:lnTo>
                  <a:lnTo>
                    <a:pt x="4907808" y="390123"/>
                  </a:lnTo>
                  <a:lnTo>
                    <a:pt x="4907808" y="389693"/>
                  </a:lnTo>
                  <a:lnTo>
                    <a:pt x="4907925" y="389693"/>
                  </a:lnTo>
                  <a:lnTo>
                    <a:pt x="4908043" y="389693"/>
                  </a:lnTo>
                  <a:lnTo>
                    <a:pt x="4908160" y="389693"/>
                  </a:lnTo>
                  <a:lnTo>
                    <a:pt x="4908278" y="389693"/>
                  </a:lnTo>
                  <a:lnTo>
                    <a:pt x="4908396" y="389693"/>
                  </a:lnTo>
                  <a:lnTo>
                    <a:pt x="4908396" y="389262"/>
                  </a:lnTo>
                  <a:lnTo>
                    <a:pt x="4908513" y="389262"/>
                  </a:lnTo>
                  <a:lnTo>
                    <a:pt x="4908631" y="389262"/>
                  </a:lnTo>
                  <a:lnTo>
                    <a:pt x="4908748" y="389262"/>
                  </a:lnTo>
                  <a:lnTo>
                    <a:pt x="4908866" y="389262"/>
                  </a:lnTo>
                  <a:lnTo>
                    <a:pt x="4908984" y="389262"/>
                  </a:lnTo>
                  <a:lnTo>
                    <a:pt x="4909101" y="389262"/>
                  </a:lnTo>
                  <a:lnTo>
                    <a:pt x="4909219" y="389262"/>
                  </a:lnTo>
                  <a:lnTo>
                    <a:pt x="4909337" y="389262"/>
                  </a:lnTo>
                  <a:lnTo>
                    <a:pt x="4909454" y="389262"/>
                  </a:lnTo>
                  <a:lnTo>
                    <a:pt x="4909572" y="389262"/>
                  </a:lnTo>
                  <a:lnTo>
                    <a:pt x="4909689" y="389262"/>
                  </a:lnTo>
                  <a:lnTo>
                    <a:pt x="4909807" y="389262"/>
                  </a:lnTo>
                  <a:lnTo>
                    <a:pt x="4909925" y="389262"/>
                  </a:lnTo>
                  <a:lnTo>
                    <a:pt x="4910042" y="389262"/>
                  </a:lnTo>
                  <a:lnTo>
                    <a:pt x="4910042" y="388831"/>
                  </a:lnTo>
                  <a:lnTo>
                    <a:pt x="4910160" y="388831"/>
                  </a:lnTo>
                  <a:lnTo>
                    <a:pt x="4910277" y="388831"/>
                  </a:lnTo>
                  <a:lnTo>
                    <a:pt x="4910395" y="388831"/>
                  </a:lnTo>
                  <a:lnTo>
                    <a:pt x="4910513" y="388831"/>
                  </a:lnTo>
                  <a:lnTo>
                    <a:pt x="4910513" y="388401"/>
                  </a:lnTo>
                  <a:lnTo>
                    <a:pt x="4910513" y="387970"/>
                  </a:lnTo>
                  <a:lnTo>
                    <a:pt x="4910630" y="387970"/>
                  </a:lnTo>
                  <a:lnTo>
                    <a:pt x="4910748" y="387970"/>
                  </a:lnTo>
                  <a:lnTo>
                    <a:pt x="4910866" y="387970"/>
                  </a:lnTo>
                  <a:lnTo>
                    <a:pt x="4910983" y="387970"/>
                  </a:lnTo>
                  <a:lnTo>
                    <a:pt x="4911101" y="387970"/>
                  </a:lnTo>
                  <a:lnTo>
                    <a:pt x="4911218" y="387970"/>
                  </a:lnTo>
                  <a:lnTo>
                    <a:pt x="4911336" y="387970"/>
                  </a:lnTo>
                  <a:lnTo>
                    <a:pt x="4911454" y="387970"/>
                  </a:lnTo>
                  <a:lnTo>
                    <a:pt x="4911571" y="387970"/>
                  </a:lnTo>
                  <a:lnTo>
                    <a:pt x="4911689" y="387970"/>
                  </a:lnTo>
                  <a:lnTo>
                    <a:pt x="4911806" y="387970"/>
                  </a:lnTo>
                  <a:lnTo>
                    <a:pt x="4911924" y="387970"/>
                  </a:lnTo>
                  <a:lnTo>
                    <a:pt x="4912042" y="387970"/>
                  </a:lnTo>
                  <a:lnTo>
                    <a:pt x="4912159" y="387970"/>
                  </a:lnTo>
                  <a:lnTo>
                    <a:pt x="4912277" y="387970"/>
                  </a:lnTo>
                  <a:lnTo>
                    <a:pt x="4912395" y="387970"/>
                  </a:lnTo>
                  <a:lnTo>
                    <a:pt x="4912512" y="387970"/>
                  </a:lnTo>
                  <a:lnTo>
                    <a:pt x="4912630" y="387970"/>
                  </a:lnTo>
                  <a:lnTo>
                    <a:pt x="4912747" y="387970"/>
                  </a:lnTo>
                  <a:lnTo>
                    <a:pt x="4912865" y="387970"/>
                  </a:lnTo>
                  <a:lnTo>
                    <a:pt x="4912983" y="387970"/>
                  </a:lnTo>
                  <a:lnTo>
                    <a:pt x="4913100" y="387970"/>
                  </a:lnTo>
                  <a:lnTo>
                    <a:pt x="4913218" y="387970"/>
                  </a:lnTo>
                  <a:lnTo>
                    <a:pt x="4913335" y="387970"/>
                  </a:lnTo>
                  <a:lnTo>
                    <a:pt x="4913453" y="387970"/>
                  </a:lnTo>
                  <a:lnTo>
                    <a:pt x="4913571" y="387970"/>
                  </a:lnTo>
                  <a:lnTo>
                    <a:pt x="4913688" y="387970"/>
                  </a:lnTo>
                  <a:lnTo>
                    <a:pt x="4913806" y="387970"/>
                  </a:lnTo>
                  <a:lnTo>
                    <a:pt x="4913923" y="387970"/>
                  </a:lnTo>
                  <a:lnTo>
                    <a:pt x="4914041" y="387970"/>
                  </a:lnTo>
                  <a:lnTo>
                    <a:pt x="4914159" y="387970"/>
                  </a:lnTo>
                  <a:lnTo>
                    <a:pt x="4914276" y="387970"/>
                  </a:lnTo>
                  <a:lnTo>
                    <a:pt x="4914276" y="387540"/>
                  </a:lnTo>
                  <a:lnTo>
                    <a:pt x="4914394" y="387540"/>
                  </a:lnTo>
                  <a:lnTo>
                    <a:pt x="4914512" y="387540"/>
                  </a:lnTo>
                  <a:lnTo>
                    <a:pt x="4914629" y="387540"/>
                  </a:lnTo>
                  <a:lnTo>
                    <a:pt x="4914629" y="387109"/>
                  </a:lnTo>
                  <a:lnTo>
                    <a:pt x="4914747" y="387109"/>
                  </a:lnTo>
                  <a:lnTo>
                    <a:pt x="4914864" y="387109"/>
                  </a:lnTo>
                  <a:lnTo>
                    <a:pt x="4914982" y="387109"/>
                  </a:lnTo>
                  <a:lnTo>
                    <a:pt x="4915100" y="387109"/>
                  </a:lnTo>
                  <a:lnTo>
                    <a:pt x="4915217" y="387109"/>
                  </a:lnTo>
                  <a:lnTo>
                    <a:pt x="4915335" y="387109"/>
                  </a:lnTo>
                  <a:lnTo>
                    <a:pt x="4915452" y="387109"/>
                  </a:lnTo>
                  <a:lnTo>
                    <a:pt x="4915570" y="387109"/>
                  </a:lnTo>
                  <a:lnTo>
                    <a:pt x="4915688" y="387109"/>
                  </a:lnTo>
                  <a:lnTo>
                    <a:pt x="4915805" y="387109"/>
                  </a:lnTo>
                  <a:lnTo>
                    <a:pt x="4915923" y="387109"/>
                  </a:lnTo>
                  <a:lnTo>
                    <a:pt x="4915923" y="386678"/>
                  </a:lnTo>
                  <a:lnTo>
                    <a:pt x="4916041" y="386678"/>
                  </a:lnTo>
                  <a:lnTo>
                    <a:pt x="4916158" y="386678"/>
                  </a:lnTo>
                  <a:lnTo>
                    <a:pt x="4916276" y="386678"/>
                  </a:lnTo>
                  <a:lnTo>
                    <a:pt x="4916393" y="386678"/>
                  </a:lnTo>
                  <a:lnTo>
                    <a:pt x="4916511" y="386678"/>
                  </a:lnTo>
                  <a:lnTo>
                    <a:pt x="4916629" y="386678"/>
                  </a:lnTo>
                  <a:lnTo>
                    <a:pt x="4916746" y="386678"/>
                  </a:lnTo>
                  <a:lnTo>
                    <a:pt x="4916864" y="386678"/>
                  </a:lnTo>
                  <a:lnTo>
                    <a:pt x="4916864" y="386248"/>
                  </a:lnTo>
                  <a:lnTo>
                    <a:pt x="4916981" y="386248"/>
                  </a:lnTo>
                  <a:lnTo>
                    <a:pt x="4917099" y="386248"/>
                  </a:lnTo>
                  <a:lnTo>
                    <a:pt x="4917217" y="386248"/>
                  </a:lnTo>
                  <a:lnTo>
                    <a:pt x="4917217" y="385817"/>
                  </a:lnTo>
                  <a:lnTo>
                    <a:pt x="4917334" y="385817"/>
                  </a:lnTo>
                  <a:lnTo>
                    <a:pt x="4917452" y="385817"/>
                  </a:lnTo>
                  <a:lnTo>
                    <a:pt x="4917570" y="385817"/>
                  </a:lnTo>
                  <a:lnTo>
                    <a:pt x="4917687" y="385817"/>
                  </a:lnTo>
                  <a:lnTo>
                    <a:pt x="4917805" y="385817"/>
                  </a:lnTo>
                  <a:lnTo>
                    <a:pt x="4917922" y="385817"/>
                  </a:lnTo>
                  <a:lnTo>
                    <a:pt x="4918040" y="385817"/>
                  </a:lnTo>
                  <a:lnTo>
                    <a:pt x="4918158" y="385817"/>
                  </a:lnTo>
                  <a:lnTo>
                    <a:pt x="4918158" y="385387"/>
                  </a:lnTo>
                  <a:lnTo>
                    <a:pt x="4918275" y="385387"/>
                  </a:lnTo>
                  <a:lnTo>
                    <a:pt x="4918393" y="385387"/>
                  </a:lnTo>
                  <a:lnTo>
                    <a:pt x="4918510" y="385387"/>
                  </a:lnTo>
                  <a:lnTo>
                    <a:pt x="4918628" y="385387"/>
                  </a:lnTo>
                  <a:lnTo>
                    <a:pt x="4918746" y="385387"/>
                  </a:lnTo>
                  <a:lnTo>
                    <a:pt x="4918863" y="385387"/>
                  </a:lnTo>
                  <a:lnTo>
                    <a:pt x="4918981" y="385387"/>
                  </a:lnTo>
                  <a:lnTo>
                    <a:pt x="4919099" y="385387"/>
                  </a:lnTo>
                  <a:lnTo>
                    <a:pt x="4919216" y="385387"/>
                  </a:lnTo>
                  <a:lnTo>
                    <a:pt x="4919334" y="385387"/>
                  </a:lnTo>
                  <a:lnTo>
                    <a:pt x="4919451" y="385387"/>
                  </a:lnTo>
                  <a:lnTo>
                    <a:pt x="4919569" y="385387"/>
                  </a:lnTo>
                  <a:lnTo>
                    <a:pt x="4919687" y="385387"/>
                  </a:lnTo>
                  <a:lnTo>
                    <a:pt x="4919804" y="385387"/>
                  </a:lnTo>
                  <a:lnTo>
                    <a:pt x="4919922" y="385387"/>
                  </a:lnTo>
                  <a:lnTo>
                    <a:pt x="4920039" y="385387"/>
                  </a:lnTo>
                  <a:lnTo>
                    <a:pt x="4920157" y="385387"/>
                  </a:lnTo>
                  <a:lnTo>
                    <a:pt x="4920275" y="385387"/>
                  </a:lnTo>
                  <a:lnTo>
                    <a:pt x="4920392" y="385387"/>
                  </a:lnTo>
                  <a:lnTo>
                    <a:pt x="4920510" y="385387"/>
                  </a:lnTo>
                  <a:lnTo>
                    <a:pt x="4920628" y="385387"/>
                  </a:lnTo>
                  <a:lnTo>
                    <a:pt x="4920745" y="385387"/>
                  </a:lnTo>
                  <a:lnTo>
                    <a:pt x="4920863" y="385387"/>
                  </a:lnTo>
                  <a:lnTo>
                    <a:pt x="4920980" y="385387"/>
                  </a:lnTo>
                  <a:lnTo>
                    <a:pt x="4921098" y="385387"/>
                  </a:lnTo>
                  <a:lnTo>
                    <a:pt x="4921216" y="385387"/>
                  </a:lnTo>
                  <a:lnTo>
                    <a:pt x="4921333" y="385387"/>
                  </a:lnTo>
                  <a:lnTo>
                    <a:pt x="4921451" y="385387"/>
                  </a:lnTo>
                  <a:lnTo>
                    <a:pt x="4921568" y="385387"/>
                  </a:lnTo>
                  <a:lnTo>
                    <a:pt x="4921686" y="385387"/>
                  </a:lnTo>
                  <a:lnTo>
                    <a:pt x="4921686" y="384956"/>
                  </a:lnTo>
                  <a:lnTo>
                    <a:pt x="4921686" y="384525"/>
                  </a:lnTo>
                  <a:lnTo>
                    <a:pt x="4921804" y="384525"/>
                  </a:lnTo>
                  <a:lnTo>
                    <a:pt x="4921804" y="384095"/>
                  </a:lnTo>
                  <a:lnTo>
                    <a:pt x="4921921" y="384095"/>
                  </a:lnTo>
                  <a:lnTo>
                    <a:pt x="4921921" y="383664"/>
                  </a:lnTo>
                  <a:lnTo>
                    <a:pt x="4922039" y="383664"/>
                  </a:lnTo>
                  <a:lnTo>
                    <a:pt x="4922156" y="383664"/>
                  </a:lnTo>
                  <a:lnTo>
                    <a:pt x="4922274" y="383664"/>
                  </a:lnTo>
                  <a:lnTo>
                    <a:pt x="4922392" y="383664"/>
                  </a:lnTo>
                  <a:lnTo>
                    <a:pt x="4922509" y="383664"/>
                  </a:lnTo>
                  <a:lnTo>
                    <a:pt x="4922627" y="383664"/>
                  </a:lnTo>
                  <a:lnTo>
                    <a:pt x="4922745" y="383664"/>
                  </a:lnTo>
                  <a:lnTo>
                    <a:pt x="4922745" y="383234"/>
                  </a:lnTo>
                  <a:lnTo>
                    <a:pt x="4922862" y="383234"/>
                  </a:lnTo>
                  <a:lnTo>
                    <a:pt x="4922980" y="383234"/>
                  </a:lnTo>
                  <a:lnTo>
                    <a:pt x="4923097" y="383234"/>
                  </a:lnTo>
                  <a:lnTo>
                    <a:pt x="4923097" y="382803"/>
                  </a:lnTo>
                  <a:lnTo>
                    <a:pt x="4923097" y="382372"/>
                  </a:lnTo>
                  <a:lnTo>
                    <a:pt x="4923215" y="382372"/>
                  </a:lnTo>
                  <a:lnTo>
                    <a:pt x="4923333" y="382372"/>
                  </a:lnTo>
                  <a:lnTo>
                    <a:pt x="4923450" y="382372"/>
                  </a:lnTo>
                  <a:lnTo>
                    <a:pt x="4923568" y="382372"/>
                  </a:lnTo>
                  <a:lnTo>
                    <a:pt x="4923685" y="382372"/>
                  </a:lnTo>
                  <a:lnTo>
                    <a:pt x="4923685" y="381942"/>
                  </a:lnTo>
                  <a:lnTo>
                    <a:pt x="4923803" y="381942"/>
                  </a:lnTo>
                  <a:lnTo>
                    <a:pt x="4923921" y="381942"/>
                  </a:lnTo>
                  <a:lnTo>
                    <a:pt x="4924038" y="381942"/>
                  </a:lnTo>
                  <a:lnTo>
                    <a:pt x="4924156" y="381942"/>
                  </a:lnTo>
                  <a:lnTo>
                    <a:pt x="4924274" y="381942"/>
                  </a:lnTo>
                  <a:lnTo>
                    <a:pt x="4924391" y="381942"/>
                  </a:lnTo>
                  <a:lnTo>
                    <a:pt x="4924509" y="381942"/>
                  </a:lnTo>
                  <a:lnTo>
                    <a:pt x="4924626" y="381942"/>
                  </a:lnTo>
                  <a:lnTo>
                    <a:pt x="4924626" y="381511"/>
                  </a:lnTo>
                  <a:lnTo>
                    <a:pt x="4924744" y="381511"/>
                  </a:lnTo>
                  <a:lnTo>
                    <a:pt x="4924862" y="381511"/>
                  </a:lnTo>
                  <a:lnTo>
                    <a:pt x="4924862" y="381081"/>
                  </a:lnTo>
                  <a:lnTo>
                    <a:pt x="4924979" y="381081"/>
                  </a:lnTo>
                  <a:lnTo>
                    <a:pt x="4924979" y="380650"/>
                  </a:lnTo>
                  <a:lnTo>
                    <a:pt x="4925097" y="380650"/>
                  </a:lnTo>
                  <a:lnTo>
                    <a:pt x="4925214" y="380650"/>
                  </a:lnTo>
                  <a:lnTo>
                    <a:pt x="4925332" y="380650"/>
                  </a:lnTo>
                  <a:lnTo>
                    <a:pt x="4925450" y="380650"/>
                  </a:lnTo>
                  <a:lnTo>
                    <a:pt x="4925567" y="380650"/>
                  </a:lnTo>
                  <a:lnTo>
                    <a:pt x="4925685" y="380650"/>
                  </a:lnTo>
                  <a:lnTo>
                    <a:pt x="4925803" y="380650"/>
                  </a:lnTo>
                  <a:lnTo>
                    <a:pt x="4925920" y="380650"/>
                  </a:lnTo>
                  <a:lnTo>
                    <a:pt x="4926038" y="380650"/>
                  </a:lnTo>
                  <a:lnTo>
                    <a:pt x="4926155" y="380650"/>
                  </a:lnTo>
                  <a:lnTo>
                    <a:pt x="4926273" y="380650"/>
                  </a:lnTo>
                  <a:lnTo>
                    <a:pt x="4926391" y="380650"/>
                  </a:lnTo>
                  <a:lnTo>
                    <a:pt x="4926508" y="380650"/>
                  </a:lnTo>
                  <a:lnTo>
                    <a:pt x="4926626" y="380650"/>
                  </a:lnTo>
                  <a:lnTo>
                    <a:pt x="4926626" y="380219"/>
                  </a:lnTo>
                  <a:lnTo>
                    <a:pt x="4926743" y="380219"/>
                  </a:lnTo>
                  <a:lnTo>
                    <a:pt x="4926861" y="380219"/>
                  </a:lnTo>
                  <a:lnTo>
                    <a:pt x="4926979" y="380219"/>
                  </a:lnTo>
                  <a:lnTo>
                    <a:pt x="4927096" y="380219"/>
                  </a:lnTo>
                  <a:lnTo>
                    <a:pt x="4927096" y="379789"/>
                  </a:lnTo>
                  <a:lnTo>
                    <a:pt x="4927214" y="379789"/>
                  </a:lnTo>
                  <a:lnTo>
                    <a:pt x="4927332" y="379789"/>
                  </a:lnTo>
                  <a:lnTo>
                    <a:pt x="4927449" y="379789"/>
                  </a:lnTo>
                  <a:lnTo>
                    <a:pt x="4927567" y="379789"/>
                  </a:lnTo>
                  <a:lnTo>
                    <a:pt x="4927684" y="379789"/>
                  </a:lnTo>
                  <a:lnTo>
                    <a:pt x="4927802" y="379789"/>
                  </a:lnTo>
                  <a:lnTo>
                    <a:pt x="4927920" y="379789"/>
                  </a:lnTo>
                  <a:lnTo>
                    <a:pt x="4928037" y="379789"/>
                  </a:lnTo>
                  <a:lnTo>
                    <a:pt x="4928155" y="379789"/>
                  </a:lnTo>
                  <a:lnTo>
                    <a:pt x="4928272" y="379789"/>
                  </a:lnTo>
                  <a:lnTo>
                    <a:pt x="4928390" y="379789"/>
                  </a:lnTo>
                  <a:lnTo>
                    <a:pt x="4928390" y="379358"/>
                  </a:lnTo>
                  <a:lnTo>
                    <a:pt x="4928508" y="379358"/>
                  </a:lnTo>
                  <a:lnTo>
                    <a:pt x="4928625" y="379358"/>
                  </a:lnTo>
                  <a:lnTo>
                    <a:pt x="4928743" y="379358"/>
                  </a:lnTo>
                  <a:lnTo>
                    <a:pt x="4928860" y="379358"/>
                  </a:lnTo>
                  <a:lnTo>
                    <a:pt x="4928978" y="379358"/>
                  </a:lnTo>
                  <a:lnTo>
                    <a:pt x="4929096" y="379358"/>
                  </a:lnTo>
                  <a:lnTo>
                    <a:pt x="4929213" y="379358"/>
                  </a:lnTo>
                  <a:lnTo>
                    <a:pt x="4929331" y="379358"/>
                  </a:lnTo>
                  <a:lnTo>
                    <a:pt x="4929449" y="379358"/>
                  </a:lnTo>
                  <a:lnTo>
                    <a:pt x="4929566" y="379358"/>
                  </a:lnTo>
                  <a:lnTo>
                    <a:pt x="4929684" y="379358"/>
                  </a:lnTo>
                  <a:lnTo>
                    <a:pt x="4929801" y="379358"/>
                  </a:lnTo>
                  <a:lnTo>
                    <a:pt x="4929919" y="379358"/>
                  </a:lnTo>
                  <a:lnTo>
                    <a:pt x="4930037" y="379358"/>
                  </a:lnTo>
                  <a:lnTo>
                    <a:pt x="4930154" y="379358"/>
                  </a:lnTo>
                  <a:lnTo>
                    <a:pt x="4930154" y="378928"/>
                  </a:lnTo>
                  <a:lnTo>
                    <a:pt x="4930272" y="378928"/>
                  </a:lnTo>
                  <a:lnTo>
                    <a:pt x="4930389" y="378928"/>
                  </a:lnTo>
                  <a:lnTo>
                    <a:pt x="4930507" y="378928"/>
                  </a:lnTo>
                  <a:lnTo>
                    <a:pt x="4930625" y="378928"/>
                  </a:lnTo>
                  <a:lnTo>
                    <a:pt x="4930625" y="378497"/>
                  </a:lnTo>
                  <a:lnTo>
                    <a:pt x="4930742" y="378497"/>
                  </a:lnTo>
                  <a:lnTo>
                    <a:pt x="4930742" y="378066"/>
                  </a:lnTo>
                  <a:lnTo>
                    <a:pt x="4930860" y="378066"/>
                  </a:lnTo>
                  <a:lnTo>
                    <a:pt x="4930978" y="378066"/>
                  </a:lnTo>
                  <a:lnTo>
                    <a:pt x="4931095" y="378066"/>
                  </a:lnTo>
                  <a:lnTo>
                    <a:pt x="4931213" y="378066"/>
                  </a:lnTo>
                  <a:lnTo>
                    <a:pt x="4931330" y="378066"/>
                  </a:lnTo>
                  <a:lnTo>
                    <a:pt x="4931330" y="377636"/>
                  </a:lnTo>
                  <a:lnTo>
                    <a:pt x="4931448" y="377636"/>
                  </a:lnTo>
                  <a:lnTo>
                    <a:pt x="4931448" y="377205"/>
                  </a:lnTo>
                  <a:lnTo>
                    <a:pt x="4931566" y="377205"/>
                  </a:lnTo>
                  <a:lnTo>
                    <a:pt x="4931683" y="377205"/>
                  </a:lnTo>
                  <a:lnTo>
                    <a:pt x="4931801" y="377205"/>
                  </a:lnTo>
                  <a:lnTo>
                    <a:pt x="4931918" y="377205"/>
                  </a:lnTo>
                  <a:lnTo>
                    <a:pt x="4932036" y="377205"/>
                  </a:lnTo>
                  <a:lnTo>
                    <a:pt x="4932154" y="377205"/>
                  </a:lnTo>
                  <a:lnTo>
                    <a:pt x="4932271" y="377205"/>
                  </a:lnTo>
                  <a:lnTo>
                    <a:pt x="4932389" y="377205"/>
                  </a:lnTo>
                  <a:lnTo>
                    <a:pt x="4932507" y="377205"/>
                  </a:lnTo>
                  <a:lnTo>
                    <a:pt x="4932624" y="377205"/>
                  </a:lnTo>
                  <a:lnTo>
                    <a:pt x="4932742" y="377205"/>
                  </a:lnTo>
                  <a:lnTo>
                    <a:pt x="4932859" y="377205"/>
                  </a:lnTo>
                  <a:lnTo>
                    <a:pt x="4932859" y="376775"/>
                  </a:lnTo>
                  <a:lnTo>
                    <a:pt x="4932977" y="376775"/>
                  </a:lnTo>
                  <a:lnTo>
                    <a:pt x="4933095" y="376775"/>
                  </a:lnTo>
                  <a:lnTo>
                    <a:pt x="4933212" y="376775"/>
                  </a:lnTo>
                  <a:lnTo>
                    <a:pt x="4933330" y="376775"/>
                  </a:lnTo>
                  <a:lnTo>
                    <a:pt x="4933447" y="376775"/>
                  </a:lnTo>
                  <a:lnTo>
                    <a:pt x="4933565" y="376775"/>
                  </a:lnTo>
                  <a:lnTo>
                    <a:pt x="4933683" y="376775"/>
                  </a:lnTo>
                  <a:lnTo>
                    <a:pt x="4933800" y="376775"/>
                  </a:lnTo>
                  <a:lnTo>
                    <a:pt x="4933918" y="376775"/>
                  </a:lnTo>
                  <a:lnTo>
                    <a:pt x="4934036" y="376775"/>
                  </a:lnTo>
                  <a:lnTo>
                    <a:pt x="4934153" y="376775"/>
                  </a:lnTo>
                  <a:lnTo>
                    <a:pt x="4934271" y="376775"/>
                  </a:lnTo>
                  <a:lnTo>
                    <a:pt x="4934388" y="376775"/>
                  </a:lnTo>
                  <a:lnTo>
                    <a:pt x="4934506" y="376775"/>
                  </a:lnTo>
                  <a:lnTo>
                    <a:pt x="4934506" y="376344"/>
                  </a:lnTo>
                  <a:lnTo>
                    <a:pt x="4934624" y="376344"/>
                  </a:lnTo>
                  <a:lnTo>
                    <a:pt x="4934624" y="375913"/>
                  </a:lnTo>
                  <a:lnTo>
                    <a:pt x="4934741" y="375913"/>
                  </a:lnTo>
                  <a:lnTo>
                    <a:pt x="4934859" y="375913"/>
                  </a:lnTo>
                  <a:lnTo>
                    <a:pt x="4934976" y="375913"/>
                  </a:lnTo>
                  <a:lnTo>
                    <a:pt x="4935094" y="375913"/>
                  </a:lnTo>
                  <a:lnTo>
                    <a:pt x="4935212" y="375913"/>
                  </a:lnTo>
                  <a:lnTo>
                    <a:pt x="4935329" y="375913"/>
                  </a:lnTo>
                  <a:lnTo>
                    <a:pt x="4935447" y="375913"/>
                  </a:lnTo>
                  <a:lnTo>
                    <a:pt x="4935565" y="375913"/>
                  </a:lnTo>
                  <a:lnTo>
                    <a:pt x="4935682" y="375913"/>
                  </a:lnTo>
                  <a:lnTo>
                    <a:pt x="4935800" y="375913"/>
                  </a:lnTo>
                  <a:lnTo>
                    <a:pt x="4935917" y="375913"/>
                  </a:lnTo>
                  <a:lnTo>
                    <a:pt x="4936035" y="375913"/>
                  </a:lnTo>
                  <a:lnTo>
                    <a:pt x="4936153" y="375913"/>
                  </a:lnTo>
                  <a:lnTo>
                    <a:pt x="4936270" y="375913"/>
                  </a:lnTo>
                  <a:lnTo>
                    <a:pt x="4936388" y="375913"/>
                  </a:lnTo>
                  <a:lnTo>
                    <a:pt x="4936505" y="375913"/>
                  </a:lnTo>
                  <a:lnTo>
                    <a:pt x="4936623" y="375913"/>
                  </a:lnTo>
                  <a:lnTo>
                    <a:pt x="4936741" y="375913"/>
                  </a:lnTo>
                  <a:lnTo>
                    <a:pt x="4936858" y="375913"/>
                  </a:lnTo>
                  <a:lnTo>
                    <a:pt x="4936976" y="375913"/>
                  </a:lnTo>
                  <a:lnTo>
                    <a:pt x="4937093" y="375913"/>
                  </a:lnTo>
                  <a:lnTo>
                    <a:pt x="4937211" y="375913"/>
                  </a:lnTo>
                  <a:lnTo>
                    <a:pt x="4937329" y="375913"/>
                  </a:lnTo>
                  <a:lnTo>
                    <a:pt x="4937446" y="375913"/>
                  </a:lnTo>
                  <a:lnTo>
                    <a:pt x="4937564" y="375913"/>
                  </a:lnTo>
                  <a:lnTo>
                    <a:pt x="4937682" y="375913"/>
                  </a:lnTo>
                  <a:lnTo>
                    <a:pt x="4937799" y="375913"/>
                  </a:lnTo>
                  <a:lnTo>
                    <a:pt x="4937917" y="375913"/>
                  </a:lnTo>
                  <a:lnTo>
                    <a:pt x="4937917" y="375483"/>
                  </a:lnTo>
                  <a:lnTo>
                    <a:pt x="4938034" y="375483"/>
                  </a:lnTo>
                  <a:lnTo>
                    <a:pt x="4938152" y="375483"/>
                  </a:lnTo>
                  <a:lnTo>
                    <a:pt x="4938152" y="375052"/>
                  </a:lnTo>
                  <a:lnTo>
                    <a:pt x="4938152" y="374622"/>
                  </a:lnTo>
                  <a:lnTo>
                    <a:pt x="4938270" y="374622"/>
                  </a:lnTo>
                  <a:lnTo>
                    <a:pt x="4938270" y="374191"/>
                  </a:lnTo>
                  <a:lnTo>
                    <a:pt x="4938387" y="374191"/>
                  </a:lnTo>
                  <a:lnTo>
                    <a:pt x="4938387" y="373760"/>
                  </a:lnTo>
                  <a:lnTo>
                    <a:pt x="4938505" y="373760"/>
                  </a:lnTo>
                  <a:lnTo>
                    <a:pt x="4938622" y="373760"/>
                  </a:lnTo>
                  <a:lnTo>
                    <a:pt x="4938740" y="373760"/>
                  </a:lnTo>
                  <a:lnTo>
                    <a:pt x="4938858" y="373760"/>
                  </a:lnTo>
                  <a:lnTo>
                    <a:pt x="4938975" y="373760"/>
                  </a:lnTo>
                  <a:lnTo>
                    <a:pt x="4939093" y="373760"/>
                  </a:lnTo>
                  <a:lnTo>
                    <a:pt x="4939211" y="373760"/>
                  </a:lnTo>
                  <a:lnTo>
                    <a:pt x="4939328" y="373760"/>
                  </a:lnTo>
                  <a:lnTo>
                    <a:pt x="4939446" y="373760"/>
                  </a:lnTo>
                  <a:lnTo>
                    <a:pt x="4939563" y="373760"/>
                  </a:lnTo>
                  <a:lnTo>
                    <a:pt x="4939681" y="373760"/>
                  </a:lnTo>
                  <a:lnTo>
                    <a:pt x="4939799" y="373760"/>
                  </a:lnTo>
                  <a:lnTo>
                    <a:pt x="4939916" y="373760"/>
                  </a:lnTo>
                  <a:lnTo>
                    <a:pt x="4940034" y="373760"/>
                  </a:lnTo>
                  <a:lnTo>
                    <a:pt x="4940151" y="373760"/>
                  </a:lnTo>
                  <a:lnTo>
                    <a:pt x="4940269" y="373760"/>
                  </a:lnTo>
                  <a:lnTo>
                    <a:pt x="4940387" y="373760"/>
                  </a:lnTo>
                  <a:lnTo>
                    <a:pt x="4940504" y="373760"/>
                  </a:lnTo>
                  <a:lnTo>
                    <a:pt x="4940622" y="373760"/>
                  </a:lnTo>
                  <a:lnTo>
                    <a:pt x="4940740" y="373760"/>
                  </a:lnTo>
                  <a:lnTo>
                    <a:pt x="4940857" y="373760"/>
                  </a:lnTo>
                  <a:lnTo>
                    <a:pt x="4940975" y="373760"/>
                  </a:lnTo>
                  <a:lnTo>
                    <a:pt x="4941092" y="373760"/>
                  </a:lnTo>
                  <a:lnTo>
                    <a:pt x="4941210" y="373760"/>
                  </a:lnTo>
                  <a:lnTo>
                    <a:pt x="4941328" y="373760"/>
                  </a:lnTo>
                  <a:lnTo>
                    <a:pt x="4941445" y="373760"/>
                  </a:lnTo>
                  <a:lnTo>
                    <a:pt x="4941563" y="373760"/>
                  </a:lnTo>
                  <a:lnTo>
                    <a:pt x="4941680" y="373760"/>
                  </a:lnTo>
                  <a:lnTo>
                    <a:pt x="4941798" y="373760"/>
                  </a:lnTo>
                  <a:lnTo>
                    <a:pt x="4941916" y="373760"/>
                  </a:lnTo>
                  <a:lnTo>
                    <a:pt x="4942033" y="373760"/>
                  </a:lnTo>
                  <a:lnTo>
                    <a:pt x="4942151" y="373760"/>
                  </a:lnTo>
                  <a:lnTo>
                    <a:pt x="4942269" y="373760"/>
                  </a:lnTo>
                  <a:lnTo>
                    <a:pt x="4942269" y="373330"/>
                  </a:lnTo>
                  <a:lnTo>
                    <a:pt x="4942386" y="373330"/>
                  </a:lnTo>
                  <a:lnTo>
                    <a:pt x="4942504" y="373330"/>
                  </a:lnTo>
                  <a:lnTo>
                    <a:pt x="4942621" y="373330"/>
                  </a:lnTo>
                  <a:lnTo>
                    <a:pt x="4942621" y="372899"/>
                  </a:lnTo>
                  <a:lnTo>
                    <a:pt x="4942739" y="372899"/>
                  </a:lnTo>
                  <a:lnTo>
                    <a:pt x="4942857" y="372899"/>
                  </a:lnTo>
                  <a:lnTo>
                    <a:pt x="4942974" y="372899"/>
                  </a:lnTo>
                  <a:lnTo>
                    <a:pt x="4943092" y="372899"/>
                  </a:lnTo>
                  <a:lnTo>
                    <a:pt x="4943209" y="372899"/>
                  </a:lnTo>
                  <a:lnTo>
                    <a:pt x="4943327" y="372899"/>
                  </a:lnTo>
                  <a:lnTo>
                    <a:pt x="4943445" y="372899"/>
                  </a:lnTo>
                  <a:lnTo>
                    <a:pt x="4943445" y="372469"/>
                  </a:lnTo>
                  <a:lnTo>
                    <a:pt x="4943562" y="372469"/>
                  </a:lnTo>
                  <a:lnTo>
                    <a:pt x="4943562" y="372038"/>
                  </a:lnTo>
                  <a:lnTo>
                    <a:pt x="4943680" y="372038"/>
                  </a:lnTo>
                  <a:lnTo>
                    <a:pt x="4943798" y="372038"/>
                  </a:lnTo>
                  <a:lnTo>
                    <a:pt x="4943915" y="372038"/>
                  </a:lnTo>
                  <a:lnTo>
                    <a:pt x="4944033" y="372038"/>
                  </a:lnTo>
                  <a:lnTo>
                    <a:pt x="4944150" y="372038"/>
                  </a:lnTo>
                  <a:lnTo>
                    <a:pt x="4944268" y="372038"/>
                  </a:lnTo>
                  <a:lnTo>
                    <a:pt x="4944386" y="372038"/>
                  </a:lnTo>
                  <a:lnTo>
                    <a:pt x="4944503" y="372038"/>
                  </a:lnTo>
                  <a:lnTo>
                    <a:pt x="4944621" y="372038"/>
                  </a:lnTo>
                  <a:lnTo>
                    <a:pt x="4944738" y="372038"/>
                  </a:lnTo>
                  <a:lnTo>
                    <a:pt x="4944856" y="372038"/>
                  </a:lnTo>
                  <a:lnTo>
                    <a:pt x="4944974" y="372038"/>
                  </a:lnTo>
                  <a:lnTo>
                    <a:pt x="4945091" y="372038"/>
                  </a:lnTo>
                  <a:lnTo>
                    <a:pt x="4945091" y="371607"/>
                  </a:lnTo>
                  <a:lnTo>
                    <a:pt x="4945209" y="371607"/>
                  </a:lnTo>
                  <a:lnTo>
                    <a:pt x="4945209" y="371177"/>
                  </a:lnTo>
                  <a:lnTo>
                    <a:pt x="4945326" y="371177"/>
                  </a:lnTo>
                  <a:lnTo>
                    <a:pt x="4945326" y="370746"/>
                  </a:lnTo>
                  <a:lnTo>
                    <a:pt x="4945326" y="370316"/>
                  </a:lnTo>
                  <a:lnTo>
                    <a:pt x="4945444" y="370316"/>
                  </a:lnTo>
                  <a:lnTo>
                    <a:pt x="4945562" y="370316"/>
                  </a:lnTo>
                  <a:lnTo>
                    <a:pt x="4945679" y="370316"/>
                  </a:lnTo>
                  <a:lnTo>
                    <a:pt x="4945797" y="370316"/>
                  </a:lnTo>
                  <a:lnTo>
                    <a:pt x="4945915" y="370316"/>
                  </a:lnTo>
                  <a:lnTo>
                    <a:pt x="4945915" y="369885"/>
                  </a:lnTo>
                  <a:lnTo>
                    <a:pt x="4946032" y="369885"/>
                  </a:lnTo>
                  <a:lnTo>
                    <a:pt x="4946150" y="369885"/>
                  </a:lnTo>
                  <a:lnTo>
                    <a:pt x="4946267" y="369885"/>
                  </a:lnTo>
                  <a:lnTo>
                    <a:pt x="4946385" y="369885"/>
                  </a:lnTo>
                  <a:lnTo>
                    <a:pt x="4946503" y="369885"/>
                  </a:lnTo>
                  <a:lnTo>
                    <a:pt x="4946620" y="369885"/>
                  </a:lnTo>
                  <a:lnTo>
                    <a:pt x="4946620" y="369454"/>
                  </a:lnTo>
                  <a:lnTo>
                    <a:pt x="4946738" y="369454"/>
                  </a:lnTo>
                  <a:lnTo>
                    <a:pt x="4946855" y="369454"/>
                  </a:lnTo>
                  <a:lnTo>
                    <a:pt x="4946973" y="369454"/>
                  </a:lnTo>
                  <a:lnTo>
                    <a:pt x="4947091" y="369454"/>
                  </a:lnTo>
                  <a:lnTo>
                    <a:pt x="4947208" y="369454"/>
                  </a:lnTo>
                  <a:lnTo>
                    <a:pt x="4947326" y="369454"/>
                  </a:lnTo>
                  <a:lnTo>
                    <a:pt x="4947444" y="369454"/>
                  </a:lnTo>
                  <a:lnTo>
                    <a:pt x="4947561" y="369454"/>
                  </a:lnTo>
                  <a:lnTo>
                    <a:pt x="4947679" y="369454"/>
                  </a:lnTo>
                  <a:lnTo>
                    <a:pt x="4947796" y="369454"/>
                  </a:lnTo>
                  <a:lnTo>
                    <a:pt x="4947914" y="369454"/>
                  </a:lnTo>
                  <a:lnTo>
                    <a:pt x="4948032" y="369454"/>
                  </a:lnTo>
                  <a:lnTo>
                    <a:pt x="4948149" y="369454"/>
                  </a:lnTo>
                  <a:lnTo>
                    <a:pt x="4948267" y="369454"/>
                  </a:lnTo>
                  <a:lnTo>
                    <a:pt x="4948384" y="369454"/>
                  </a:lnTo>
                  <a:lnTo>
                    <a:pt x="4948502" y="369454"/>
                  </a:lnTo>
                  <a:lnTo>
                    <a:pt x="4948620" y="369454"/>
                  </a:lnTo>
                  <a:lnTo>
                    <a:pt x="4948620" y="369024"/>
                  </a:lnTo>
                  <a:lnTo>
                    <a:pt x="4948737" y="369024"/>
                  </a:lnTo>
                  <a:lnTo>
                    <a:pt x="4948855" y="369024"/>
                  </a:lnTo>
                  <a:lnTo>
                    <a:pt x="4948973" y="369024"/>
                  </a:lnTo>
                  <a:lnTo>
                    <a:pt x="4949090" y="369024"/>
                  </a:lnTo>
                  <a:lnTo>
                    <a:pt x="4949208" y="369024"/>
                  </a:lnTo>
                  <a:lnTo>
                    <a:pt x="4949208" y="368593"/>
                  </a:lnTo>
                  <a:lnTo>
                    <a:pt x="4949325" y="368593"/>
                  </a:lnTo>
                  <a:lnTo>
                    <a:pt x="4949443" y="368593"/>
                  </a:lnTo>
                  <a:lnTo>
                    <a:pt x="4949561" y="368593"/>
                  </a:lnTo>
                  <a:lnTo>
                    <a:pt x="4949678" y="368593"/>
                  </a:lnTo>
                  <a:lnTo>
                    <a:pt x="4949796" y="368593"/>
                  </a:lnTo>
                  <a:lnTo>
                    <a:pt x="4949913" y="368593"/>
                  </a:lnTo>
                  <a:lnTo>
                    <a:pt x="4950031" y="368593"/>
                  </a:lnTo>
                  <a:lnTo>
                    <a:pt x="4950149" y="368593"/>
                  </a:lnTo>
                  <a:lnTo>
                    <a:pt x="4950266" y="368593"/>
                  </a:lnTo>
                  <a:lnTo>
                    <a:pt x="4950384" y="368593"/>
                  </a:lnTo>
                  <a:lnTo>
                    <a:pt x="4950502" y="368593"/>
                  </a:lnTo>
                  <a:lnTo>
                    <a:pt x="4950502" y="368163"/>
                  </a:lnTo>
                  <a:lnTo>
                    <a:pt x="4950619" y="368163"/>
                  </a:lnTo>
                  <a:lnTo>
                    <a:pt x="4950737" y="368163"/>
                  </a:lnTo>
                  <a:lnTo>
                    <a:pt x="4950854" y="368163"/>
                  </a:lnTo>
                  <a:lnTo>
                    <a:pt x="4950972" y="368163"/>
                  </a:lnTo>
                  <a:lnTo>
                    <a:pt x="4951090" y="368163"/>
                  </a:lnTo>
                  <a:lnTo>
                    <a:pt x="4951207" y="368163"/>
                  </a:lnTo>
                  <a:lnTo>
                    <a:pt x="4951325" y="368163"/>
                  </a:lnTo>
                  <a:lnTo>
                    <a:pt x="4951325" y="367732"/>
                  </a:lnTo>
                  <a:lnTo>
                    <a:pt x="4951442" y="367732"/>
                  </a:lnTo>
                  <a:lnTo>
                    <a:pt x="4951560" y="367732"/>
                  </a:lnTo>
                  <a:lnTo>
                    <a:pt x="4951678" y="367732"/>
                  </a:lnTo>
                  <a:lnTo>
                    <a:pt x="4951795" y="367732"/>
                  </a:lnTo>
                  <a:lnTo>
                    <a:pt x="4951913" y="367732"/>
                  </a:lnTo>
                  <a:lnTo>
                    <a:pt x="4952031" y="367732"/>
                  </a:lnTo>
                  <a:lnTo>
                    <a:pt x="4952148" y="367732"/>
                  </a:lnTo>
                  <a:lnTo>
                    <a:pt x="4952266" y="367732"/>
                  </a:lnTo>
                  <a:lnTo>
                    <a:pt x="4952383" y="367732"/>
                  </a:lnTo>
                  <a:lnTo>
                    <a:pt x="4952383" y="367301"/>
                  </a:lnTo>
                  <a:lnTo>
                    <a:pt x="4952501" y="367301"/>
                  </a:lnTo>
                  <a:lnTo>
                    <a:pt x="4952619" y="367301"/>
                  </a:lnTo>
                  <a:lnTo>
                    <a:pt x="4952736" y="367301"/>
                  </a:lnTo>
                  <a:lnTo>
                    <a:pt x="4952854" y="367301"/>
                  </a:lnTo>
                  <a:lnTo>
                    <a:pt x="4952971" y="367301"/>
                  </a:lnTo>
                  <a:lnTo>
                    <a:pt x="4953089" y="367301"/>
                  </a:lnTo>
                  <a:lnTo>
                    <a:pt x="4953207" y="367301"/>
                  </a:lnTo>
                  <a:lnTo>
                    <a:pt x="4953324" y="367301"/>
                  </a:lnTo>
                  <a:lnTo>
                    <a:pt x="4953442" y="367301"/>
                  </a:lnTo>
                  <a:lnTo>
                    <a:pt x="4953559" y="367301"/>
                  </a:lnTo>
                  <a:lnTo>
                    <a:pt x="4953677" y="367301"/>
                  </a:lnTo>
                  <a:lnTo>
                    <a:pt x="4953795" y="367301"/>
                  </a:lnTo>
                  <a:lnTo>
                    <a:pt x="4953912" y="367301"/>
                  </a:lnTo>
                  <a:lnTo>
                    <a:pt x="4954030" y="367301"/>
                  </a:lnTo>
                  <a:lnTo>
                    <a:pt x="4954148" y="367301"/>
                  </a:lnTo>
                  <a:lnTo>
                    <a:pt x="4954265" y="367301"/>
                  </a:lnTo>
                  <a:lnTo>
                    <a:pt x="4954383" y="367301"/>
                  </a:lnTo>
                  <a:lnTo>
                    <a:pt x="4954500" y="367301"/>
                  </a:lnTo>
                  <a:lnTo>
                    <a:pt x="4954618" y="367301"/>
                  </a:lnTo>
                  <a:lnTo>
                    <a:pt x="4954736" y="367301"/>
                  </a:lnTo>
                  <a:lnTo>
                    <a:pt x="4954853" y="367301"/>
                  </a:lnTo>
                  <a:lnTo>
                    <a:pt x="4954971" y="367301"/>
                  </a:lnTo>
                  <a:lnTo>
                    <a:pt x="4955088" y="367301"/>
                  </a:lnTo>
                  <a:lnTo>
                    <a:pt x="4955206" y="367301"/>
                  </a:lnTo>
                  <a:lnTo>
                    <a:pt x="4955324" y="367301"/>
                  </a:lnTo>
                  <a:lnTo>
                    <a:pt x="4955441" y="367301"/>
                  </a:lnTo>
                  <a:lnTo>
                    <a:pt x="4955559" y="367301"/>
                  </a:lnTo>
                  <a:lnTo>
                    <a:pt x="4955677" y="367301"/>
                  </a:lnTo>
                  <a:lnTo>
                    <a:pt x="4955794" y="367301"/>
                  </a:lnTo>
                  <a:lnTo>
                    <a:pt x="4955912" y="367301"/>
                  </a:lnTo>
                  <a:lnTo>
                    <a:pt x="4955912" y="366871"/>
                  </a:lnTo>
                  <a:lnTo>
                    <a:pt x="4956029" y="366871"/>
                  </a:lnTo>
                  <a:lnTo>
                    <a:pt x="4956147" y="366871"/>
                  </a:lnTo>
                  <a:lnTo>
                    <a:pt x="4956265" y="366871"/>
                  </a:lnTo>
                  <a:lnTo>
                    <a:pt x="4956382" y="366871"/>
                  </a:lnTo>
                  <a:lnTo>
                    <a:pt x="4956382" y="366440"/>
                  </a:lnTo>
                  <a:lnTo>
                    <a:pt x="4956500" y="366440"/>
                  </a:lnTo>
                  <a:lnTo>
                    <a:pt x="4956617" y="366440"/>
                  </a:lnTo>
                  <a:lnTo>
                    <a:pt x="4956735" y="366440"/>
                  </a:lnTo>
                  <a:lnTo>
                    <a:pt x="4956853" y="366440"/>
                  </a:lnTo>
                  <a:lnTo>
                    <a:pt x="4956970" y="366440"/>
                  </a:lnTo>
                  <a:lnTo>
                    <a:pt x="4957088" y="366440"/>
                  </a:lnTo>
                  <a:lnTo>
                    <a:pt x="4957206" y="366440"/>
                  </a:lnTo>
                  <a:lnTo>
                    <a:pt x="4957323" y="366440"/>
                  </a:lnTo>
                  <a:lnTo>
                    <a:pt x="4957323" y="366010"/>
                  </a:lnTo>
                  <a:lnTo>
                    <a:pt x="4957441" y="366010"/>
                  </a:lnTo>
                  <a:lnTo>
                    <a:pt x="4957558" y="366010"/>
                  </a:lnTo>
                  <a:lnTo>
                    <a:pt x="4957676" y="366010"/>
                  </a:lnTo>
                  <a:lnTo>
                    <a:pt x="4957794" y="366010"/>
                  </a:lnTo>
                  <a:lnTo>
                    <a:pt x="4957911" y="366010"/>
                  </a:lnTo>
                  <a:lnTo>
                    <a:pt x="4958029" y="366010"/>
                  </a:lnTo>
                  <a:lnTo>
                    <a:pt x="4958146" y="366010"/>
                  </a:lnTo>
                  <a:lnTo>
                    <a:pt x="4958264" y="366010"/>
                  </a:lnTo>
                  <a:lnTo>
                    <a:pt x="4958382" y="366010"/>
                  </a:lnTo>
                  <a:lnTo>
                    <a:pt x="4958499" y="366010"/>
                  </a:lnTo>
                  <a:lnTo>
                    <a:pt x="4958617" y="366010"/>
                  </a:lnTo>
                  <a:lnTo>
                    <a:pt x="4958735" y="366010"/>
                  </a:lnTo>
                  <a:lnTo>
                    <a:pt x="4958852" y="366010"/>
                  </a:lnTo>
                  <a:lnTo>
                    <a:pt x="4958970" y="366010"/>
                  </a:lnTo>
                  <a:lnTo>
                    <a:pt x="4959087" y="366010"/>
                  </a:lnTo>
                  <a:lnTo>
                    <a:pt x="4959205" y="366010"/>
                  </a:lnTo>
                  <a:lnTo>
                    <a:pt x="4959323" y="366010"/>
                  </a:lnTo>
                  <a:lnTo>
                    <a:pt x="4959440" y="366010"/>
                  </a:lnTo>
                  <a:lnTo>
                    <a:pt x="4959558" y="366010"/>
                  </a:lnTo>
                  <a:lnTo>
                    <a:pt x="4959675" y="366010"/>
                  </a:lnTo>
                  <a:lnTo>
                    <a:pt x="4959793" y="366010"/>
                  </a:lnTo>
                  <a:lnTo>
                    <a:pt x="4959911" y="366010"/>
                  </a:lnTo>
                  <a:lnTo>
                    <a:pt x="4960028" y="366010"/>
                  </a:lnTo>
                  <a:lnTo>
                    <a:pt x="4960146" y="366010"/>
                  </a:lnTo>
                  <a:lnTo>
                    <a:pt x="4960264" y="366010"/>
                  </a:lnTo>
                  <a:lnTo>
                    <a:pt x="4960381" y="366010"/>
                  </a:lnTo>
                  <a:lnTo>
                    <a:pt x="4960499" y="366010"/>
                  </a:lnTo>
                  <a:lnTo>
                    <a:pt x="4960499" y="365579"/>
                  </a:lnTo>
                  <a:lnTo>
                    <a:pt x="4960616" y="365579"/>
                  </a:lnTo>
                  <a:lnTo>
                    <a:pt x="4960616" y="365148"/>
                  </a:lnTo>
                  <a:lnTo>
                    <a:pt x="4960734" y="365148"/>
                  </a:lnTo>
                  <a:lnTo>
                    <a:pt x="4960852" y="365148"/>
                  </a:lnTo>
                  <a:lnTo>
                    <a:pt x="4960969" y="365148"/>
                  </a:lnTo>
                  <a:lnTo>
                    <a:pt x="4961087" y="365148"/>
                  </a:lnTo>
                  <a:lnTo>
                    <a:pt x="4961204" y="365148"/>
                  </a:lnTo>
                  <a:lnTo>
                    <a:pt x="4961322" y="365148"/>
                  </a:lnTo>
                  <a:lnTo>
                    <a:pt x="4961440" y="365148"/>
                  </a:lnTo>
                  <a:lnTo>
                    <a:pt x="4961557" y="365148"/>
                  </a:lnTo>
                  <a:lnTo>
                    <a:pt x="4961675" y="365148"/>
                  </a:lnTo>
                  <a:lnTo>
                    <a:pt x="4961792" y="365148"/>
                  </a:lnTo>
                  <a:lnTo>
                    <a:pt x="4961910" y="365148"/>
                  </a:lnTo>
                  <a:lnTo>
                    <a:pt x="4961910" y="364718"/>
                  </a:lnTo>
                  <a:lnTo>
                    <a:pt x="4962028" y="364718"/>
                  </a:lnTo>
                  <a:lnTo>
                    <a:pt x="4962145" y="364718"/>
                  </a:lnTo>
                  <a:lnTo>
                    <a:pt x="4962263" y="364718"/>
                  </a:lnTo>
                  <a:lnTo>
                    <a:pt x="4962381" y="364718"/>
                  </a:lnTo>
                  <a:lnTo>
                    <a:pt x="4962381" y="364287"/>
                  </a:lnTo>
                  <a:lnTo>
                    <a:pt x="4962498" y="364287"/>
                  </a:lnTo>
                  <a:lnTo>
                    <a:pt x="4962616" y="364287"/>
                  </a:lnTo>
                  <a:lnTo>
                    <a:pt x="4962733" y="364287"/>
                  </a:lnTo>
                  <a:lnTo>
                    <a:pt x="4962851" y="364287"/>
                  </a:lnTo>
                  <a:lnTo>
                    <a:pt x="4962969" y="364287"/>
                  </a:lnTo>
                  <a:lnTo>
                    <a:pt x="4963086" y="364287"/>
                  </a:lnTo>
                  <a:lnTo>
                    <a:pt x="4963204" y="364287"/>
                  </a:lnTo>
                  <a:lnTo>
                    <a:pt x="4963204" y="363857"/>
                  </a:lnTo>
                  <a:lnTo>
                    <a:pt x="4963321" y="363857"/>
                  </a:lnTo>
                  <a:lnTo>
                    <a:pt x="4963439" y="363857"/>
                  </a:lnTo>
                  <a:lnTo>
                    <a:pt x="4963557" y="363857"/>
                  </a:lnTo>
                  <a:lnTo>
                    <a:pt x="4963674" y="363857"/>
                  </a:lnTo>
                  <a:lnTo>
                    <a:pt x="4963792" y="363857"/>
                  </a:lnTo>
                  <a:lnTo>
                    <a:pt x="4963910" y="363857"/>
                  </a:lnTo>
                  <a:lnTo>
                    <a:pt x="4964027" y="363857"/>
                  </a:lnTo>
                  <a:lnTo>
                    <a:pt x="4964145" y="363857"/>
                  </a:lnTo>
                  <a:lnTo>
                    <a:pt x="4964262" y="363857"/>
                  </a:lnTo>
                  <a:lnTo>
                    <a:pt x="4964380" y="363857"/>
                  </a:lnTo>
                  <a:lnTo>
                    <a:pt x="4964498" y="363857"/>
                  </a:lnTo>
                  <a:lnTo>
                    <a:pt x="4964615" y="363857"/>
                  </a:lnTo>
                  <a:lnTo>
                    <a:pt x="4964733" y="363857"/>
                  </a:lnTo>
                  <a:lnTo>
                    <a:pt x="4964850" y="363857"/>
                  </a:lnTo>
                  <a:lnTo>
                    <a:pt x="4964968" y="363857"/>
                  </a:lnTo>
                  <a:lnTo>
                    <a:pt x="4965086" y="363857"/>
                  </a:lnTo>
                  <a:lnTo>
                    <a:pt x="4965203" y="363857"/>
                  </a:lnTo>
                  <a:lnTo>
                    <a:pt x="4965321" y="363857"/>
                  </a:lnTo>
                  <a:lnTo>
                    <a:pt x="4965439" y="363857"/>
                  </a:lnTo>
                  <a:lnTo>
                    <a:pt x="4965556" y="363857"/>
                  </a:lnTo>
                  <a:lnTo>
                    <a:pt x="4965674" y="363857"/>
                  </a:lnTo>
                  <a:lnTo>
                    <a:pt x="4965791" y="363857"/>
                  </a:lnTo>
                  <a:lnTo>
                    <a:pt x="4965909" y="363857"/>
                  </a:lnTo>
                  <a:lnTo>
                    <a:pt x="4966027" y="363857"/>
                  </a:lnTo>
                  <a:lnTo>
                    <a:pt x="4966144" y="363857"/>
                  </a:lnTo>
                  <a:lnTo>
                    <a:pt x="4966262" y="363857"/>
                  </a:lnTo>
                  <a:lnTo>
                    <a:pt x="4966379" y="363857"/>
                  </a:lnTo>
                  <a:lnTo>
                    <a:pt x="4966497" y="363857"/>
                  </a:lnTo>
                  <a:lnTo>
                    <a:pt x="4966497" y="363426"/>
                  </a:lnTo>
                  <a:lnTo>
                    <a:pt x="4966615" y="363426"/>
                  </a:lnTo>
                  <a:lnTo>
                    <a:pt x="4966732" y="363426"/>
                  </a:lnTo>
                  <a:lnTo>
                    <a:pt x="4966850" y="363426"/>
                  </a:lnTo>
                  <a:lnTo>
                    <a:pt x="4966968" y="363426"/>
                  </a:lnTo>
                  <a:lnTo>
                    <a:pt x="4967085" y="363426"/>
                  </a:lnTo>
                  <a:lnTo>
                    <a:pt x="4967085" y="362995"/>
                  </a:lnTo>
                  <a:lnTo>
                    <a:pt x="4967085" y="362565"/>
                  </a:lnTo>
                  <a:lnTo>
                    <a:pt x="4967203" y="362565"/>
                  </a:lnTo>
                  <a:lnTo>
                    <a:pt x="4967320" y="362565"/>
                  </a:lnTo>
                  <a:lnTo>
                    <a:pt x="4967438" y="362565"/>
                  </a:lnTo>
                  <a:lnTo>
                    <a:pt x="4967556" y="362565"/>
                  </a:lnTo>
                  <a:lnTo>
                    <a:pt x="4967673" y="362565"/>
                  </a:lnTo>
                  <a:lnTo>
                    <a:pt x="4967791" y="362565"/>
                  </a:lnTo>
                  <a:lnTo>
                    <a:pt x="4967908" y="362565"/>
                  </a:lnTo>
                  <a:lnTo>
                    <a:pt x="4967908" y="362134"/>
                  </a:lnTo>
                  <a:lnTo>
                    <a:pt x="4968026" y="362134"/>
                  </a:lnTo>
                  <a:lnTo>
                    <a:pt x="4968144" y="362134"/>
                  </a:lnTo>
                  <a:lnTo>
                    <a:pt x="4968261" y="362134"/>
                  </a:lnTo>
                  <a:lnTo>
                    <a:pt x="4968379" y="362134"/>
                  </a:lnTo>
                  <a:lnTo>
                    <a:pt x="4968497" y="362134"/>
                  </a:lnTo>
                  <a:lnTo>
                    <a:pt x="4968614" y="362134"/>
                  </a:lnTo>
                  <a:lnTo>
                    <a:pt x="4968732" y="362134"/>
                  </a:lnTo>
                  <a:lnTo>
                    <a:pt x="4968849" y="362134"/>
                  </a:lnTo>
                  <a:lnTo>
                    <a:pt x="4968967" y="362134"/>
                  </a:lnTo>
                  <a:lnTo>
                    <a:pt x="4969085" y="362134"/>
                  </a:lnTo>
                  <a:lnTo>
                    <a:pt x="4969202" y="362134"/>
                  </a:lnTo>
                  <a:lnTo>
                    <a:pt x="4969320" y="362134"/>
                  </a:lnTo>
                  <a:lnTo>
                    <a:pt x="4969437" y="362134"/>
                  </a:lnTo>
                  <a:lnTo>
                    <a:pt x="4969437" y="361704"/>
                  </a:lnTo>
                  <a:lnTo>
                    <a:pt x="4969555" y="361704"/>
                  </a:lnTo>
                  <a:lnTo>
                    <a:pt x="4969673" y="361704"/>
                  </a:lnTo>
                  <a:lnTo>
                    <a:pt x="4969790" y="361704"/>
                  </a:lnTo>
                  <a:lnTo>
                    <a:pt x="4969908" y="361704"/>
                  </a:lnTo>
                  <a:lnTo>
                    <a:pt x="4970025" y="361704"/>
                  </a:lnTo>
                  <a:lnTo>
                    <a:pt x="4970025" y="361273"/>
                  </a:lnTo>
                  <a:lnTo>
                    <a:pt x="4970143" y="361273"/>
                  </a:lnTo>
                  <a:lnTo>
                    <a:pt x="4970261" y="361273"/>
                  </a:lnTo>
                  <a:lnTo>
                    <a:pt x="4970378" y="361273"/>
                  </a:lnTo>
                  <a:lnTo>
                    <a:pt x="4970496" y="361273"/>
                  </a:lnTo>
                  <a:lnTo>
                    <a:pt x="4970614" y="361273"/>
                  </a:lnTo>
                  <a:lnTo>
                    <a:pt x="4970731" y="361273"/>
                  </a:lnTo>
                  <a:lnTo>
                    <a:pt x="4970849" y="361273"/>
                  </a:lnTo>
                  <a:lnTo>
                    <a:pt x="4970966" y="361273"/>
                  </a:lnTo>
                  <a:lnTo>
                    <a:pt x="4971084" y="361273"/>
                  </a:lnTo>
                  <a:lnTo>
                    <a:pt x="4971202" y="361273"/>
                  </a:lnTo>
                  <a:lnTo>
                    <a:pt x="4971319" y="361273"/>
                  </a:lnTo>
                  <a:lnTo>
                    <a:pt x="4971437" y="361273"/>
                  </a:lnTo>
                  <a:lnTo>
                    <a:pt x="4971554" y="361273"/>
                  </a:lnTo>
                  <a:lnTo>
                    <a:pt x="4971672" y="361273"/>
                  </a:lnTo>
                  <a:lnTo>
                    <a:pt x="4971672" y="360842"/>
                  </a:lnTo>
                  <a:lnTo>
                    <a:pt x="4971790" y="360842"/>
                  </a:lnTo>
                  <a:lnTo>
                    <a:pt x="4971907" y="360842"/>
                  </a:lnTo>
                  <a:lnTo>
                    <a:pt x="4972025" y="360842"/>
                  </a:lnTo>
                  <a:lnTo>
                    <a:pt x="4972143" y="360842"/>
                  </a:lnTo>
                  <a:lnTo>
                    <a:pt x="4972260" y="360842"/>
                  </a:lnTo>
                  <a:lnTo>
                    <a:pt x="4972378" y="360842"/>
                  </a:lnTo>
                  <a:lnTo>
                    <a:pt x="4972495" y="360842"/>
                  </a:lnTo>
                  <a:lnTo>
                    <a:pt x="4972613" y="360842"/>
                  </a:lnTo>
                  <a:lnTo>
                    <a:pt x="4972731" y="360842"/>
                  </a:lnTo>
                  <a:lnTo>
                    <a:pt x="4972848" y="360842"/>
                  </a:lnTo>
                  <a:lnTo>
                    <a:pt x="4972966" y="360842"/>
                  </a:lnTo>
                  <a:lnTo>
                    <a:pt x="4973083" y="360842"/>
                  </a:lnTo>
                  <a:lnTo>
                    <a:pt x="4973201" y="360842"/>
                  </a:lnTo>
                  <a:lnTo>
                    <a:pt x="4973319" y="360842"/>
                  </a:lnTo>
                  <a:lnTo>
                    <a:pt x="4973436" y="360842"/>
                  </a:lnTo>
                  <a:lnTo>
                    <a:pt x="4973554" y="360842"/>
                  </a:lnTo>
                  <a:lnTo>
                    <a:pt x="4973672" y="360842"/>
                  </a:lnTo>
                  <a:lnTo>
                    <a:pt x="4973789" y="360842"/>
                  </a:lnTo>
                  <a:lnTo>
                    <a:pt x="4973907" y="360842"/>
                  </a:lnTo>
                  <a:lnTo>
                    <a:pt x="4974024" y="360842"/>
                  </a:lnTo>
                  <a:lnTo>
                    <a:pt x="4974142" y="360842"/>
                  </a:lnTo>
                  <a:lnTo>
                    <a:pt x="4974260" y="360842"/>
                  </a:lnTo>
                  <a:lnTo>
                    <a:pt x="4974260" y="360412"/>
                  </a:lnTo>
                  <a:lnTo>
                    <a:pt x="4974377" y="360412"/>
                  </a:lnTo>
                  <a:lnTo>
                    <a:pt x="4974495" y="360412"/>
                  </a:lnTo>
                  <a:lnTo>
                    <a:pt x="4974612" y="360412"/>
                  </a:lnTo>
                  <a:lnTo>
                    <a:pt x="4974730" y="360412"/>
                  </a:lnTo>
                  <a:lnTo>
                    <a:pt x="4974848" y="360412"/>
                  </a:lnTo>
                  <a:lnTo>
                    <a:pt x="4974965" y="360412"/>
                  </a:lnTo>
                  <a:lnTo>
                    <a:pt x="4975083" y="360412"/>
                  </a:lnTo>
                  <a:lnTo>
                    <a:pt x="4975201" y="360412"/>
                  </a:lnTo>
                  <a:lnTo>
                    <a:pt x="4975201" y="359981"/>
                  </a:lnTo>
                  <a:lnTo>
                    <a:pt x="4975318" y="359981"/>
                  </a:lnTo>
                  <a:lnTo>
                    <a:pt x="4975436" y="359981"/>
                  </a:lnTo>
                  <a:lnTo>
                    <a:pt x="4975553" y="359981"/>
                  </a:lnTo>
                  <a:lnTo>
                    <a:pt x="4975671" y="359981"/>
                  </a:lnTo>
                  <a:lnTo>
                    <a:pt x="4975789" y="359981"/>
                  </a:lnTo>
                  <a:lnTo>
                    <a:pt x="4975906" y="359981"/>
                  </a:lnTo>
                  <a:lnTo>
                    <a:pt x="4976024" y="359981"/>
                  </a:lnTo>
                  <a:lnTo>
                    <a:pt x="4976141" y="359981"/>
                  </a:lnTo>
                  <a:lnTo>
                    <a:pt x="4976259" y="359981"/>
                  </a:lnTo>
                  <a:lnTo>
                    <a:pt x="4976377" y="359981"/>
                  </a:lnTo>
                  <a:lnTo>
                    <a:pt x="4976494" y="359981"/>
                  </a:lnTo>
                  <a:lnTo>
                    <a:pt x="4976612" y="359981"/>
                  </a:lnTo>
                  <a:lnTo>
                    <a:pt x="4976730" y="359981"/>
                  </a:lnTo>
                  <a:lnTo>
                    <a:pt x="4976847" y="359981"/>
                  </a:lnTo>
                  <a:lnTo>
                    <a:pt x="4976965" y="359981"/>
                  </a:lnTo>
                  <a:lnTo>
                    <a:pt x="4977082" y="359981"/>
                  </a:lnTo>
                  <a:lnTo>
                    <a:pt x="4977200" y="359981"/>
                  </a:lnTo>
                  <a:lnTo>
                    <a:pt x="4977318" y="359981"/>
                  </a:lnTo>
                  <a:lnTo>
                    <a:pt x="4977435" y="359981"/>
                  </a:lnTo>
                  <a:lnTo>
                    <a:pt x="4977553" y="359981"/>
                  </a:lnTo>
                  <a:lnTo>
                    <a:pt x="4977670" y="359981"/>
                  </a:lnTo>
                  <a:lnTo>
                    <a:pt x="4977788" y="359981"/>
                  </a:lnTo>
                  <a:lnTo>
                    <a:pt x="4977788" y="359551"/>
                  </a:lnTo>
                  <a:lnTo>
                    <a:pt x="4977906" y="359551"/>
                  </a:lnTo>
                  <a:lnTo>
                    <a:pt x="4978023" y="359551"/>
                  </a:lnTo>
                  <a:lnTo>
                    <a:pt x="4978023" y="359120"/>
                  </a:lnTo>
                  <a:lnTo>
                    <a:pt x="4978023" y="358689"/>
                  </a:lnTo>
                  <a:lnTo>
                    <a:pt x="4978141" y="358689"/>
                  </a:lnTo>
                  <a:lnTo>
                    <a:pt x="4978258" y="358689"/>
                  </a:lnTo>
                  <a:lnTo>
                    <a:pt x="4978376" y="358689"/>
                  </a:lnTo>
                  <a:lnTo>
                    <a:pt x="4978376" y="358259"/>
                  </a:lnTo>
                  <a:lnTo>
                    <a:pt x="4978494" y="358259"/>
                  </a:lnTo>
                  <a:lnTo>
                    <a:pt x="4978611" y="358259"/>
                  </a:lnTo>
                  <a:lnTo>
                    <a:pt x="4978729" y="358259"/>
                  </a:lnTo>
                  <a:lnTo>
                    <a:pt x="4978847" y="358259"/>
                  </a:lnTo>
                  <a:lnTo>
                    <a:pt x="4978964" y="358259"/>
                  </a:lnTo>
                  <a:lnTo>
                    <a:pt x="4979082" y="358259"/>
                  </a:lnTo>
                  <a:lnTo>
                    <a:pt x="4979199" y="358259"/>
                  </a:lnTo>
                  <a:lnTo>
                    <a:pt x="4979317" y="358259"/>
                  </a:lnTo>
                  <a:lnTo>
                    <a:pt x="4979317" y="357828"/>
                  </a:lnTo>
                  <a:lnTo>
                    <a:pt x="4979435" y="357828"/>
                  </a:lnTo>
                  <a:lnTo>
                    <a:pt x="4979552" y="357828"/>
                  </a:lnTo>
                  <a:lnTo>
                    <a:pt x="4979670" y="357828"/>
                  </a:lnTo>
                  <a:lnTo>
                    <a:pt x="4979787" y="357828"/>
                  </a:lnTo>
                  <a:lnTo>
                    <a:pt x="4979905" y="357828"/>
                  </a:lnTo>
                  <a:lnTo>
                    <a:pt x="4980023" y="357828"/>
                  </a:lnTo>
                  <a:lnTo>
                    <a:pt x="4980140" y="357828"/>
                  </a:lnTo>
                  <a:lnTo>
                    <a:pt x="4980258" y="357828"/>
                  </a:lnTo>
                  <a:lnTo>
                    <a:pt x="4980376" y="357828"/>
                  </a:lnTo>
                  <a:lnTo>
                    <a:pt x="4980493" y="357828"/>
                  </a:lnTo>
                  <a:lnTo>
                    <a:pt x="4980611" y="357828"/>
                  </a:lnTo>
                  <a:lnTo>
                    <a:pt x="4980728" y="357828"/>
                  </a:lnTo>
                  <a:lnTo>
                    <a:pt x="4980846" y="357828"/>
                  </a:lnTo>
                  <a:lnTo>
                    <a:pt x="4980964" y="357828"/>
                  </a:lnTo>
                  <a:lnTo>
                    <a:pt x="4981081" y="357828"/>
                  </a:lnTo>
                  <a:lnTo>
                    <a:pt x="4981199" y="357828"/>
                  </a:lnTo>
                  <a:lnTo>
                    <a:pt x="4981316" y="357828"/>
                  </a:lnTo>
                  <a:lnTo>
                    <a:pt x="4981434" y="357828"/>
                  </a:lnTo>
                  <a:lnTo>
                    <a:pt x="4981552" y="357828"/>
                  </a:lnTo>
                  <a:lnTo>
                    <a:pt x="4981669" y="357828"/>
                  </a:lnTo>
                  <a:lnTo>
                    <a:pt x="4981787" y="357828"/>
                  </a:lnTo>
                  <a:lnTo>
                    <a:pt x="4981905" y="357828"/>
                  </a:lnTo>
                  <a:lnTo>
                    <a:pt x="4982022" y="357828"/>
                  </a:lnTo>
                  <a:lnTo>
                    <a:pt x="4982140" y="357828"/>
                  </a:lnTo>
                  <a:lnTo>
                    <a:pt x="4982257" y="357828"/>
                  </a:lnTo>
                  <a:lnTo>
                    <a:pt x="4982375" y="357828"/>
                  </a:lnTo>
                  <a:lnTo>
                    <a:pt x="4982493" y="357828"/>
                  </a:lnTo>
                  <a:lnTo>
                    <a:pt x="4982610" y="357828"/>
                  </a:lnTo>
                  <a:lnTo>
                    <a:pt x="4982728" y="357828"/>
                  </a:lnTo>
                  <a:lnTo>
                    <a:pt x="4982845" y="357828"/>
                  </a:lnTo>
                  <a:lnTo>
                    <a:pt x="4982963" y="357828"/>
                  </a:lnTo>
                  <a:lnTo>
                    <a:pt x="4983081" y="357828"/>
                  </a:lnTo>
                  <a:lnTo>
                    <a:pt x="4983198" y="357828"/>
                  </a:lnTo>
                  <a:lnTo>
                    <a:pt x="4983316" y="357828"/>
                  </a:lnTo>
                  <a:lnTo>
                    <a:pt x="4983434" y="357828"/>
                  </a:lnTo>
                  <a:lnTo>
                    <a:pt x="4983551" y="357828"/>
                  </a:lnTo>
                  <a:lnTo>
                    <a:pt x="4983669" y="357828"/>
                  </a:lnTo>
                  <a:lnTo>
                    <a:pt x="4983786" y="357828"/>
                  </a:lnTo>
                  <a:lnTo>
                    <a:pt x="4983904" y="357828"/>
                  </a:lnTo>
                  <a:lnTo>
                    <a:pt x="4984022" y="357828"/>
                  </a:lnTo>
                  <a:lnTo>
                    <a:pt x="4984139" y="357828"/>
                  </a:lnTo>
                  <a:lnTo>
                    <a:pt x="4984257" y="357828"/>
                  </a:lnTo>
                  <a:lnTo>
                    <a:pt x="4984257" y="357398"/>
                  </a:lnTo>
                  <a:lnTo>
                    <a:pt x="4984374" y="357398"/>
                  </a:lnTo>
                  <a:lnTo>
                    <a:pt x="4984492" y="357398"/>
                  </a:lnTo>
                  <a:lnTo>
                    <a:pt x="4984610" y="357398"/>
                  </a:lnTo>
                  <a:lnTo>
                    <a:pt x="4984727" y="357398"/>
                  </a:lnTo>
                  <a:lnTo>
                    <a:pt x="4984845" y="357398"/>
                  </a:lnTo>
                  <a:lnTo>
                    <a:pt x="4984963" y="357398"/>
                  </a:lnTo>
                  <a:lnTo>
                    <a:pt x="4985080" y="357398"/>
                  </a:lnTo>
                  <a:lnTo>
                    <a:pt x="4985198" y="357398"/>
                  </a:lnTo>
                  <a:lnTo>
                    <a:pt x="4985315" y="357398"/>
                  </a:lnTo>
                  <a:lnTo>
                    <a:pt x="4985433" y="357398"/>
                  </a:lnTo>
                  <a:lnTo>
                    <a:pt x="4985551" y="357398"/>
                  </a:lnTo>
                  <a:lnTo>
                    <a:pt x="4985668" y="357398"/>
                  </a:lnTo>
                  <a:lnTo>
                    <a:pt x="4985668" y="356967"/>
                  </a:lnTo>
                  <a:lnTo>
                    <a:pt x="4985786" y="356967"/>
                  </a:lnTo>
                  <a:lnTo>
                    <a:pt x="4985903" y="356967"/>
                  </a:lnTo>
                  <a:lnTo>
                    <a:pt x="4986021" y="356967"/>
                  </a:lnTo>
                  <a:lnTo>
                    <a:pt x="4986139" y="356967"/>
                  </a:lnTo>
                  <a:lnTo>
                    <a:pt x="4986256" y="356967"/>
                  </a:lnTo>
                  <a:lnTo>
                    <a:pt x="4986374" y="356967"/>
                  </a:lnTo>
                  <a:lnTo>
                    <a:pt x="4986491" y="356967"/>
                  </a:lnTo>
                  <a:lnTo>
                    <a:pt x="4986609" y="356967"/>
                  </a:lnTo>
                  <a:lnTo>
                    <a:pt x="4986727" y="356967"/>
                  </a:lnTo>
                  <a:lnTo>
                    <a:pt x="4986844" y="356967"/>
                  </a:lnTo>
                  <a:lnTo>
                    <a:pt x="4986962" y="356967"/>
                  </a:lnTo>
                  <a:lnTo>
                    <a:pt x="4987080" y="356967"/>
                  </a:lnTo>
                  <a:lnTo>
                    <a:pt x="4987197" y="356967"/>
                  </a:lnTo>
                  <a:lnTo>
                    <a:pt x="4987315" y="356967"/>
                  </a:lnTo>
                  <a:lnTo>
                    <a:pt x="4987432" y="356967"/>
                  </a:lnTo>
                  <a:lnTo>
                    <a:pt x="4987550" y="356967"/>
                  </a:lnTo>
                  <a:lnTo>
                    <a:pt x="4987668" y="356967"/>
                  </a:lnTo>
                  <a:lnTo>
                    <a:pt x="4987785" y="356967"/>
                  </a:lnTo>
                  <a:lnTo>
                    <a:pt x="4987903" y="356967"/>
                  </a:lnTo>
                  <a:lnTo>
                    <a:pt x="4988020" y="356967"/>
                  </a:lnTo>
                  <a:lnTo>
                    <a:pt x="4988138" y="356967"/>
                  </a:lnTo>
                  <a:lnTo>
                    <a:pt x="4988256" y="356967"/>
                  </a:lnTo>
                  <a:lnTo>
                    <a:pt x="4988373" y="356967"/>
                  </a:lnTo>
                  <a:lnTo>
                    <a:pt x="4988491" y="356967"/>
                  </a:lnTo>
                  <a:lnTo>
                    <a:pt x="4988609" y="356967"/>
                  </a:lnTo>
                  <a:lnTo>
                    <a:pt x="4988726" y="356967"/>
                  </a:lnTo>
                  <a:lnTo>
                    <a:pt x="4988844" y="356967"/>
                  </a:lnTo>
                  <a:lnTo>
                    <a:pt x="4988844" y="356536"/>
                  </a:lnTo>
                  <a:lnTo>
                    <a:pt x="4988961" y="356536"/>
                  </a:lnTo>
                  <a:lnTo>
                    <a:pt x="4989079" y="356536"/>
                  </a:lnTo>
                  <a:lnTo>
                    <a:pt x="4989197" y="356536"/>
                  </a:lnTo>
                  <a:lnTo>
                    <a:pt x="4989314" y="356536"/>
                  </a:lnTo>
                  <a:lnTo>
                    <a:pt x="4989432" y="356536"/>
                  </a:lnTo>
                  <a:lnTo>
                    <a:pt x="4989549" y="356536"/>
                  </a:lnTo>
                  <a:lnTo>
                    <a:pt x="4989667" y="356536"/>
                  </a:lnTo>
                  <a:lnTo>
                    <a:pt x="4989785" y="356536"/>
                  </a:lnTo>
                  <a:lnTo>
                    <a:pt x="4989902" y="356536"/>
                  </a:lnTo>
                  <a:lnTo>
                    <a:pt x="4990020" y="356536"/>
                  </a:lnTo>
                  <a:lnTo>
                    <a:pt x="4990138" y="356536"/>
                  </a:lnTo>
                  <a:lnTo>
                    <a:pt x="4990255" y="356536"/>
                  </a:lnTo>
                  <a:lnTo>
                    <a:pt x="4990255" y="356106"/>
                  </a:lnTo>
                  <a:lnTo>
                    <a:pt x="4990373" y="356106"/>
                  </a:lnTo>
                  <a:lnTo>
                    <a:pt x="4990490" y="356106"/>
                  </a:lnTo>
                  <a:lnTo>
                    <a:pt x="4990490" y="355675"/>
                  </a:lnTo>
                  <a:lnTo>
                    <a:pt x="4990608" y="355675"/>
                  </a:lnTo>
                  <a:lnTo>
                    <a:pt x="4990726" y="355675"/>
                  </a:lnTo>
                  <a:lnTo>
                    <a:pt x="4990843" y="355675"/>
                  </a:lnTo>
                  <a:lnTo>
                    <a:pt x="4990961" y="355675"/>
                  </a:lnTo>
                  <a:lnTo>
                    <a:pt x="4991078" y="355675"/>
                  </a:lnTo>
                  <a:lnTo>
                    <a:pt x="4991196" y="355675"/>
                  </a:lnTo>
                  <a:lnTo>
                    <a:pt x="4991314" y="355675"/>
                  </a:lnTo>
                  <a:lnTo>
                    <a:pt x="4991431" y="355675"/>
                  </a:lnTo>
                  <a:lnTo>
                    <a:pt x="4991549" y="355675"/>
                  </a:lnTo>
                  <a:lnTo>
                    <a:pt x="4991667" y="355675"/>
                  </a:lnTo>
                  <a:lnTo>
                    <a:pt x="4991784" y="355675"/>
                  </a:lnTo>
                  <a:lnTo>
                    <a:pt x="4991902" y="355675"/>
                  </a:lnTo>
                  <a:lnTo>
                    <a:pt x="4992019" y="355675"/>
                  </a:lnTo>
                  <a:lnTo>
                    <a:pt x="4992019" y="355245"/>
                  </a:lnTo>
                  <a:lnTo>
                    <a:pt x="4992137" y="355245"/>
                  </a:lnTo>
                  <a:lnTo>
                    <a:pt x="4992255" y="355245"/>
                  </a:lnTo>
                  <a:lnTo>
                    <a:pt x="4992255" y="354814"/>
                  </a:lnTo>
                  <a:lnTo>
                    <a:pt x="4992372" y="354814"/>
                  </a:lnTo>
                  <a:lnTo>
                    <a:pt x="4992490" y="354814"/>
                  </a:lnTo>
                  <a:lnTo>
                    <a:pt x="4992607" y="354814"/>
                  </a:lnTo>
                  <a:lnTo>
                    <a:pt x="4992725" y="354814"/>
                  </a:lnTo>
                  <a:lnTo>
                    <a:pt x="4992843" y="354814"/>
                  </a:lnTo>
                  <a:lnTo>
                    <a:pt x="4992960" y="354814"/>
                  </a:lnTo>
                  <a:lnTo>
                    <a:pt x="4993078" y="354814"/>
                  </a:lnTo>
                  <a:lnTo>
                    <a:pt x="4993196" y="354814"/>
                  </a:lnTo>
                  <a:lnTo>
                    <a:pt x="4993313" y="354814"/>
                  </a:lnTo>
                  <a:lnTo>
                    <a:pt x="4993431" y="354814"/>
                  </a:lnTo>
                  <a:lnTo>
                    <a:pt x="4993431" y="354383"/>
                  </a:lnTo>
                  <a:lnTo>
                    <a:pt x="4993548" y="354383"/>
                  </a:lnTo>
                  <a:lnTo>
                    <a:pt x="4993666" y="354383"/>
                  </a:lnTo>
                  <a:lnTo>
                    <a:pt x="4993784" y="354383"/>
                  </a:lnTo>
                  <a:lnTo>
                    <a:pt x="4993901" y="354383"/>
                  </a:lnTo>
                  <a:lnTo>
                    <a:pt x="4994019" y="354383"/>
                  </a:lnTo>
                  <a:lnTo>
                    <a:pt x="4994136" y="354383"/>
                  </a:lnTo>
                  <a:lnTo>
                    <a:pt x="4994136" y="353953"/>
                  </a:lnTo>
                  <a:lnTo>
                    <a:pt x="4994254" y="353953"/>
                  </a:lnTo>
                  <a:lnTo>
                    <a:pt x="4994372" y="353953"/>
                  </a:lnTo>
                  <a:lnTo>
                    <a:pt x="4994372" y="353522"/>
                  </a:lnTo>
                  <a:lnTo>
                    <a:pt x="4994489" y="353522"/>
                  </a:lnTo>
                  <a:lnTo>
                    <a:pt x="4994607" y="353522"/>
                  </a:lnTo>
                  <a:lnTo>
                    <a:pt x="4994724" y="353522"/>
                  </a:lnTo>
                  <a:lnTo>
                    <a:pt x="4994842" y="353522"/>
                  </a:lnTo>
                  <a:lnTo>
                    <a:pt x="4994842" y="353092"/>
                  </a:lnTo>
                  <a:lnTo>
                    <a:pt x="4994960" y="353092"/>
                  </a:lnTo>
                  <a:lnTo>
                    <a:pt x="4995077" y="353092"/>
                  </a:lnTo>
                  <a:lnTo>
                    <a:pt x="4995195" y="353092"/>
                  </a:lnTo>
                  <a:lnTo>
                    <a:pt x="4995313" y="353092"/>
                  </a:lnTo>
                  <a:lnTo>
                    <a:pt x="4995430" y="353092"/>
                  </a:lnTo>
                  <a:lnTo>
                    <a:pt x="4995548" y="353092"/>
                  </a:lnTo>
                  <a:lnTo>
                    <a:pt x="4995665" y="353092"/>
                  </a:lnTo>
                  <a:lnTo>
                    <a:pt x="4995783" y="353092"/>
                  </a:lnTo>
                  <a:lnTo>
                    <a:pt x="4995901" y="353092"/>
                  </a:lnTo>
                  <a:lnTo>
                    <a:pt x="4996018" y="353092"/>
                  </a:lnTo>
                  <a:lnTo>
                    <a:pt x="4996136" y="353092"/>
                  </a:lnTo>
                  <a:lnTo>
                    <a:pt x="4996253" y="353092"/>
                  </a:lnTo>
                  <a:lnTo>
                    <a:pt x="4996253" y="352661"/>
                  </a:lnTo>
                  <a:lnTo>
                    <a:pt x="4996371" y="352661"/>
                  </a:lnTo>
                  <a:lnTo>
                    <a:pt x="4996489" y="352661"/>
                  </a:lnTo>
                  <a:lnTo>
                    <a:pt x="4996606" y="352661"/>
                  </a:lnTo>
                  <a:lnTo>
                    <a:pt x="4996724" y="352661"/>
                  </a:lnTo>
                  <a:lnTo>
                    <a:pt x="4996724" y="352230"/>
                  </a:lnTo>
                  <a:lnTo>
                    <a:pt x="4996842" y="352230"/>
                  </a:lnTo>
                  <a:lnTo>
                    <a:pt x="4996842" y="351800"/>
                  </a:lnTo>
                  <a:lnTo>
                    <a:pt x="4996959" y="351800"/>
                  </a:lnTo>
                  <a:lnTo>
                    <a:pt x="4997077" y="351800"/>
                  </a:lnTo>
                  <a:lnTo>
                    <a:pt x="4997077" y="351369"/>
                  </a:lnTo>
                  <a:lnTo>
                    <a:pt x="4997194" y="351369"/>
                  </a:lnTo>
                  <a:lnTo>
                    <a:pt x="4997194" y="350939"/>
                  </a:lnTo>
                  <a:lnTo>
                    <a:pt x="4997312" y="350939"/>
                  </a:lnTo>
                  <a:lnTo>
                    <a:pt x="4997430" y="350939"/>
                  </a:lnTo>
                  <a:lnTo>
                    <a:pt x="4997547" y="350939"/>
                  </a:lnTo>
                  <a:lnTo>
                    <a:pt x="4997665" y="350939"/>
                  </a:lnTo>
                  <a:lnTo>
                    <a:pt x="4997782" y="350939"/>
                  </a:lnTo>
                  <a:lnTo>
                    <a:pt x="4997900" y="350939"/>
                  </a:lnTo>
                  <a:lnTo>
                    <a:pt x="4998018" y="350939"/>
                  </a:lnTo>
                  <a:lnTo>
                    <a:pt x="4998135" y="350939"/>
                  </a:lnTo>
                  <a:lnTo>
                    <a:pt x="4998253" y="350939"/>
                  </a:lnTo>
                  <a:lnTo>
                    <a:pt x="4998371" y="350939"/>
                  </a:lnTo>
                  <a:lnTo>
                    <a:pt x="4998488" y="350939"/>
                  </a:lnTo>
                  <a:lnTo>
                    <a:pt x="4998606" y="350939"/>
                  </a:lnTo>
                  <a:lnTo>
                    <a:pt x="4998723" y="350939"/>
                  </a:lnTo>
                  <a:lnTo>
                    <a:pt x="4998841" y="350939"/>
                  </a:lnTo>
                  <a:lnTo>
                    <a:pt x="4998959" y="350939"/>
                  </a:lnTo>
                  <a:lnTo>
                    <a:pt x="4999076" y="350939"/>
                  </a:lnTo>
                  <a:lnTo>
                    <a:pt x="4999194" y="350939"/>
                  </a:lnTo>
                  <a:lnTo>
                    <a:pt x="4999311" y="350939"/>
                  </a:lnTo>
                  <a:lnTo>
                    <a:pt x="4999311" y="350508"/>
                  </a:lnTo>
                  <a:lnTo>
                    <a:pt x="4999429" y="350508"/>
                  </a:lnTo>
                  <a:lnTo>
                    <a:pt x="4999547" y="350508"/>
                  </a:lnTo>
                  <a:lnTo>
                    <a:pt x="4999664" y="350508"/>
                  </a:lnTo>
                  <a:lnTo>
                    <a:pt x="4999782" y="350508"/>
                  </a:lnTo>
                  <a:lnTo>
                    <a:pt x="4999900" y="350508"/>
                  </a:lnTo>
                  <a:lnTo>
                    <a:pt x="5000017" y="350508"/>
                  </a:lnTo>
                  <a:lnTo>
                    <a:pt x="5000017" y="350077"/>
                  </a:lnTo>
                  <a:lnTo>
                    <a:pt x="5000135" y="350077"/>
                  </a:lnTo>
                  <a:lnTo>
                    <a:pt x="5000252" y="350077"/>
                  </a:lnTo>
                  <a:lnTo>
                    <a:pt x="5000370" y="350077"/>
                  </a:lnTo>
                  <a:lnTo>
                    <a:pt x="5000488" y="350077"/>
                  </a:lnTo>
                  <a:lnTo>
                    <a:pt x="5000605" y="350077"/>
                  </a:lnTo>
                  <a:lnTo>
                    <a:pt x="5000723" y="350077"/>
                  </a:lnTo>
                  <a:lnTo>
                    <a:pt x="5000840" y="350077"/>
                  </a:lnTo>
                  <a:lnTo>
                    <a:pt x="5000958" y="350077"/>
                  </a:lnTo>
                  <a:lnTo>
                    <a:pt x="5001076" y="350077"/>
                  </a:lnTo>
                  <a:lnTo>
                    <a:pt x="5001193" y="350077"/>
                  </a:lnTo>
                  <a:lnTo>
                    <a:pt x="5001311" y="350077"/>
                  </a:lnTo>
                  <a:lnTo>
                    <a:pt x="5001429" y="350077"/>
                  </a:lnTo>
                  <a:lnTo>
                    <a:pt x="5001546" y="350077"/>
                  </a:lnTo>
                  <a:lnTo>
                    <a:pt x="5001664" y="350077"/>
                  </a:lnTo>
                  <a:lnTo>
                    <a:pt x="5001781" y="350077"/>
                  </a:lnTo>
                  <a:lnTo>
                    <a:pt x="5001899" y="350077"/>
                  </a:lnTo>
                  <a:lnTo>
                    <a:pt x="5002017" y="350077"/>
                  </a:lnTo>
                  <a:lnTo>
                    <a:pt x="5002134" y="350077"/>
                  </a:lnTo>
                  <a:lnTo>
                    <a:pt x="5002252" y="350077"/>
                  </a:lnTo>
                  <a:lnTo>
                    <a:pt x="5002369" y="350077"/>
                  </a:lnTo>
                  <a:lnTo>
                    <a:pt x="5002487" y="350077"/>
                  </a:lnTo>
                  <a:lnTo>
                    <a:pt x="5002605" y="350077"/>
                  </a:lnTo>
                  <a:lnTo>
                    <a:pt x="5002722" y="350077"/>
                  </a:lnTo>
                  <a:lnTo>
                    <a:pt x="5002840" y="350077"/>
                  </a:lnTo>
                  <a:lnTo>
                    <a:pt x="5002957" y="350077"/>
                  </a:lnTo>
                  <a:lnTo>
                    <a:pt x="5003075" y="350077"/>
                  </a:lnTo>
                  <a:lnTo>
                    <a:pt x="5003193" y="350077"/>
                  </a:lnTo>
                  <a:lnTo>
                    <a:pt x="5003310" y="350077"/>
                  </a:lnTo>
                  <a:lnTo>
                    <a:pt x="5003428" y="350077"/>
                  </a:lnTo>
                  <a:lnTo>
                    <a:pt x="5003546" y="350077"/>
                  </a:lnTo>
                  <a:lnTo>
                    <a:pt x="5003663" y="350077"/>
                  </a:lnTo>
                  <a:lnTo>
                    <a:pt x="5003781" y="350077"/>
                  </a:lnTo>
                  <a:lnTo>
                    <a:pt x="5003898" y="350077"/>
                  </a:lnTo>
                  <a:lnTo>
                    <a:pt x="5004016" y="350077"/>
                  </a:lnTo>
                  <a:lnTo>
                    <a:pt x="5004134" y="350077"/>
                  </a:lnTo>
                  <a:lnTo>
                    <a:pt x="5004251" y="350077"/>
                  </a:lnTo>
                  <a:lnTo>
                    <a:pt x="5004369" y="350077"/>
                  </a:lnTo>
                  <a:lnTo>
                    <a:pt x="5004486" y="350077"/>
                  </a:lnTo>
                  <a:lnTo>
                    <a:pt x="5004486" y="349647"/>
                  </a:lnTo>
                  <a:lnTo>
                    <a:pt x="5004604" y="349647"/>
                  </a:lnTo>
                  <a:lnTo>
                    <a:pt x="5004604" y="349216"/>
                  </a:lnTo>
                  <a:lnTo>
                    <a:pt x="5004722" y="349216"/>
                  </a:lnTo>
                  <a:lnTo>
                    <a:pt x="5004839" y="349216"/>
                  </a:lnTo>
                  <a:lnTo>
                    <a:pt x="5004957" y="349216"/>
                  </a:lnTo>
                  <a:lnTo>
                    <a:pt x="5004957" y="348786"/>
                  </a:lnTo>
                  <a:lnTo>
                    <a:pt x="5005075" y="348786"/>
                  </a:lnTo>
                  <a:lnTo>
                    <a:pt x="5005192" y="348786"/>
                  </a:lnTo>
                  <a:lnTo>
                    <a:pt x="5005310" y="348786"/>
                  </a:lnTo>
                  <a:lnTo>
                    <a:pt x="5005427" y="348786"/>
                  </a:lnTo>
                  <a:lnTo>
                    <a:pt x="5005545" y="348786"/>
                  </a:lnTo>
                  <a:lnTo>
                    <a:pt x="5005663" y="348786"/>
                  </a:lnTo>
                  <a:lnTo>
                    <a:pt x="5005663" y="348355"/>
                  </a:lnTo>
                  <a:lnTo>
                    <a:pt x="5005780" y="348355"/>
                  </a:lnTo>
                  <a:lnTo>
                    <a:pt x="5005898" y="348355"/>
                  </a:lnTo>
                  <a:lnTo>
                    <a:pt x="5006015" y="348355"/>
                  </a:lnTo>
                  <a:lnTo>
                    <a:pt x="5006015" y="347924"/>
                  </a:lnTo>
                  <a:lnTo>
                    <a:pt x="5006133" y="347924"/>
                  </a:lnTo>
                  <a:lnTo>
                    <a:pt x="5006251" y="347924"/>
                  </a:lnTo>
                  <a:lnTo>
                    <a:pt x="5006368" y="347924"/>
                  </a:lnTo>
                  <a:lnTo>
                    <a:pt x="5006486" y="347924"/>
                  </a:lnTo>
                  <a:lnTo>
                    <a:pt x="5006604" y="347924"/>
                  </a:lnTo>
                  <a:lnTo>
                    <a:pt x="5006721" y="347924"/>
                  </a:lnTo>
                  <a:lnTo>
                    <a:pt x="5006839" y="347924"/>
                  </a:lnTo>
                  <a:lnTo>
                    <a:pt x="5006956" y="347924"/>
                  </a:lnTo>
                  <a:lnTo>
                    <a:pt x="5007074" y="347924"/>
                  </a:lnTo>
                  <a:lnTo>
                    <a:pt x="5007192" y="347924"/>
                  </a:lnTo>
                  <a:lnTo>
                    <a:pt x="5007309" y="347924"/>
                  </a:lnTo>
                  <a:lnTo>
                    <a:pt x="5007427" y="347924"/>
                  </a:lnTo>
                  <a:lnTo>
                    <a:pt x="5007544" y="347924"/>
                  </a:lnTo>
                  <a:lnTo>
                    <a:pt x="5007544" y="347494"/>
                  </a:lnTo>
                  <a:lnTo>
                    <a:pt x="5007662" y="347494"/>
                  </a:lnTo>
                  <a:lnTo>
                    <a:pt x="5007780" y="347494"/>
                  </a:lnTo>
                  <a:lnTo>
                    <a:pt x="5007897" y="347494"/>
                  </a:lnTo>
                  <a:lnTo>
                    <a:pt x="5008015" y="347494"/>
                  </a:lnTo>
                  <a:lnTo>
                    <a:pt x="5008133" y="347494"/>
                  </a:lnTo>
                  <a:lnTo>
                    <a:pt x="5008250" y="347494"/>
                  </a:lnTo>
                  <a:lnTo>
                    <a:pt x="5008368" y="347494"/>
                  </a:lnTo>
                  <a:lnTo>
                    <a:pt x="5008485" y="347494"/>
                  </a:lnTo>
                  <a:lnTo>
                    <a:pt x="5008603" y="347494"/>
                  </a:lnTo>
                  <a:lnTo>
                    <a:pt x="5008721" y="347494"/>
                  </a:lnTo>
                  <a:lnTo>
                    <a:pt x="5008838" y="347494"/>
                  </a:lnTo>
                  <a:lnTo>
                    <a:pt x="5008956" y="347494"/>
                  </a:lnTo>
                  <a:lnTo>
                    <a:pt x="5009073" y="347494"/>
                  </a:lnTo>
                  <a:lnTo>
                    <a:pt x="5009191" y="347494"/>
                  </a:lnTo>
                  <a:lnTo>
                    <a:pt x="5009309" y="347494"/>
                  </a:lnTo>
                  <a:lnTo>
                    <a:pt x="5009426" y="347494"/>
                  </a:lnTo>
                  <a:lnTo>
                    <a:pt x="5009544" y="347494"/>
                  </a:lnTo>
                  <a:lnTo>
                    <a:pt x="5009661" y="347494"/>
                  </a:lnTo>
                  <a:lnTo>
                    <a:pt x="5009779" y="347494"/>
                  </a:lnTo>
                  <a:lnTo>
                    <a:pt x="5009897" y="347494"/>
                  </a:lnTo>
                  <a:lnTo>
                    <a:pt x="5010014" y="347494"/>
                  </a:lnTo>
                  <a:lnTo>
                    <a:pt x="5010132" y="347494"/>
                  </a:lnTo>
                  <a:lnTo>
                    <a:pt x="5010250" y="347494"/>
                  </a:lnTo>
                  <a:lnTo>
                    <a:pt x="5010367" y="347494"/>
                  </a:lnTo>
                  <a:lnTo>
                    <a:pt x="5010485" y="347494"/>
                  </a:lnTo>
                  <a:lnTo>
                    <a:pt x="5010602" y="347494"/>
                  </a:lnTo>
                  <a:lnTo>
                    <a:pt x="5010720" y="347494"/>
                  </a:lnTo>
                  <a:lnTo>
                    <a:pt x="5010838" y="347494"/>
                  </a:lnTo>
                  <a:lnTo>
                    <a:pt x="5010955" y="347494"/>
                  </a:lnTo>
                  <a:lnTo>
                    <a:pt x="5011073" y="347494"/>
                  </a:lnTo>
                  <a:lnTo>
                    <a:pt x="5011190" y="347494"/>
                  </a:lnTo>
                  <a:lnTo>
                    <a:pt x="5011190" y="347063"/>
                  </a:lnTo>
                  <a:lnTo>
                    <a:pt x="5011308" y="347063"/>
                  </a:lnTo>
                  <a:lnTo>
                    <a:pt x="5011426" y="347063"/>
                  </a:lnTo>
                  <a:lnTo>
                    <a:pt x="5011543" y="347063"/>
                  </a:lnTo>
                  <a:lnTo>
                    <a:pt x="5011661" y="347063"/>
                  </a:lnTo>
                  <a:lnTo>
                    <a:pt x="5011779" y="347063"/>
                  </a:lnTo>
                  <a:lnTo>
                    <a:pt x="5011896" y="347063"/>
                  </a:lnTo>
                  <a:lnTo>
                    <a:pt x="5012014" y="347063"/>
                  </a:lnTo>
                  <a:lnTo>
                    <a:pt x="5012131" y="347063"/>
                  </a:lnTo>
                  <a:lnTo>
                    <a:pt x="5012249" y="347063"/>
                  </a:lnTo>
                  <a:lnTo>
                    <a:pt x="5012367" y="347063"/>
                  </a:lnTo>
                  <a:lnTo>
                    <a:pt x="5012484" y="347063"/>
                  </a:lnTo>
                  <a:lnTo>
                    <a:pt x="5012602" y="347063"/>
                  </a:lnTo>
                  <a:lnTo>
                    <a:pt x="5012719" y="347063"/>
                  </a:lnTo>
                  <a:lnTo>
                    <a:pt x="5012837" y="347063"/>
                  </a:lnTo>
                  <a:lnTo>
                    <a:pt x="5012955" y="347063"/>
                  </a:lnTo>
                  <a:lnTo>
                    <a:pt x="5012955" y="346633"/>
                  </a:lnTo>
                  <a:lnTo>
                    <a:pt x="5013072" y="346633"/>
                  </a:lnTo>
                  <a:lnTo>
                    <a:pt x="5013190" y="346633"/>
                  </a:lnTo>
                  <a:lnTo>
                    <a:pt x="5013308" y="346633"/>
                  </a:lnTo>
                  <a:lnTo>
                    <a:pt x="5013425" y="346633"/>
                  </a:lnTo>
                  <a:lnTo>
                    <a:pt x="5013543" y="346633"/>
                  </a:lnTo>
                  <a:lnTo>
                    <a:pt x="5013660" y="346633"/>
                  </a:lnTo>
                  <a:lnTo>
                    <a:pt x="5013778" y="346633"/>
                  </a:lnTo>
                  <a:lnTo>
                    <a:pt x="5013896" y="346633"/>
                  </a:lnTo>
                  <a:lnTo>
                    <a:pt x="5014013" y="346633"/>
                  </a:lnTo>
                  <a:lnTo>
                    <a:pt x="5014131" y="346633"/>
                  </a:lnTo>
                  <a:lnTo>
                    <a:pt x="5014248" y="346633"/>
                  </a:lnTo>
                  <a:lnTo>
                    <a:pt x="5014248" y="346202"/>
                  </a:lnTo>
                  <a:lnTo>
                    <a:pt x="5014366" y="346202"/>
                  </a:lnTo>
                  <a:lnTo>
                    <a:pt x="5014484" y="346202"/>
                  </a:lnTo>
                  <a:lnTo>
                    <a:pt x="5014601" y="346202"/>
                  </a:lnTo>
                  <a:lnTo>
                    <a:pt x="5014719" y="346202"/>
                  </a:lnTo>
                  <a:lnTo>
                    <a:pt x="5014837" y="346202"/>
                  </a:lnTo>
                  <a:lnTo>
                    <a:pt x="5014954" y="346202"/>
                  </a:lnTo>
                  <a:lnTo>
                    <a:pt x="5015072" y="346202"/>
                  </a:lnTo>
                  <a:lnTo>
                    <a:pt x="5015189" y="346202"/>
                  </a:lnTo>
                  <a:lnTo>
                    <a:pt x="5015307" y="346202"/>
                  </a:lnTo>
                  <a:lnTo>
                    <a:pt x="5015425" y="346202"/>
                  </a:lnTo>
                  <a:lnTo>
                    <a:pt x="5015542" y="346202"/>
                  </a:lnTo>
                  <a:lnTo>
                    <a:pt x="5015542" y="345771"/>
                  </a:lnTo>
                  <a:lnTo>
                    <a:pt x="5015660" y="345771"/>
                  </a:lnTo>
                  <a:lnTo>
                    <a:pt x="5015777" y="345771"/>
                  </a:lnTo>
                  <a:lnTo>
                    <a:pt x="5015895" y="345771"/>
                  </a:lnTo>
                  <a:lnTo>
                    <a:pt x="5015895" y="345341"/>
                  </a:lnTo>
                  <a:lnTo>
                    <a:pt x="5016013" y="345341"/>
                  </a:lnTo>
                  <a:lnTo>
                    <a:pt x="5016130" y="345341"/>
                  </a:lnTo>
                  <a:lnTo>
                    <a:pt x="5016248" y="345341"/>
                  </a:lnTo>
                  <a:lnTo>
                    <a:pt x="5016366" y="345341"/>
                  </a:lnTo>
                  <a:lnTo>
                    <a:pt x="5016483" y="345341"/>
                  </a:lnTo>
                  <a:lnTo>
                    <a:pt x="5016601" y="345341"/>
                  </a:lnTo>
                  <a:lnTo>
                    <a:pt x="5016718" y="345341"/>
                  </a:lnTo>
                  <a:lnTo>
                    <a:pt x="5016836" y="345341"/>
                  </a:lnTo>
                  <a:lnTo>
                    <a:pt x="5016954" y="345341"/>
                  </a:lnTo>
                  <a:lnTo>
                    <a:pt x="5017071" y="345341"/>
                  </a:lnTo>
                  <a:lnTo>
                    <a:pt x="5017189" y="345341"/>
                  </a:lnTo>
                  <a:lnTo>
                    <a:pt x="5017306" y="345341"/>
                  </a:lnTo>
                  <a:lnTo>
                    <a:pt x="5017424" y="345341"/>
                  </a:lnTo>
                  <a:lnTo>
                    <a:pt x="5017542" y="345341"/>
                  </a:lnTo>
                  <a:lnTo>
                    <a:pt x="5017659" y="345341"/>
                  </a:lnTo>
                  <a:lnTo>
                    <a:pt x="5017777" y="345341"/>
                  </a:lnTo>
                  <a:lnTo>
                    <a:pt x="5017894" y="345341"/>
                  </a:lnTo>
                  <a:lnTo>
                    <a:pt x="5018012" y="345341"/>
                  </a:lnTo>
                  <a:lnTo>
                    <a:pt x="5018130" y="345341"/>
                  </a:lnTo>
                  <a:lnTo>
                    <a:pt x="5018247" y="345341"/>
                  </a:lnTo>
                  <a:lnTo>
                    <a:pt x="5018365" y="345341"/>
                  </a:lnTo>
                  <a:lnTo>
                    <a:pt x="5018483" y="345341"/>
                  </a:lnTo>
                  <a:lnTo>
                    <a:pt x="5018600" y="345341"/>
                  </a:lnTo>
                  <a:lnTo>
                    <a:pt x="5018718" y="345341"/>
                  </a:lnTo>
                  <a:lnTo>
                    <a:pt x="5018835" y="345341"/>
                  </a:lnTo>
                  <a:lnTo>
                    <a:pt x="5018953" y="345341"/>
                  </a:lnTo>
                  <a:lnTo>
                    <a:pt x="5019071" y="345341"/>
                  </a:lnTo>
                  <a:lnTo>
                    <a:pt x="5019188" y="345341"/>
                  </a:lnTo>
                  <a:lnTo>
                    <a:pt x="5019188" y="344910"/>
                  </a:lnTo>
                  <a:lnTo>
                    <a:pt x="5019306" y="344910"/>
                  </a:lnTo>
                  <a:lnTo>
                    <a:pt x="5019423" y="344910"/>
                  </a:lnTo>
                  <a:lnTo>
                    <a:pt x="5019541" y="344910"/>
                  </a:lnTo>
                  <a:lnTo>
                    <a:pt x="5019659" y="344910"/>
                  </a:lnTo>
                  <a:lnTo>
                    <a:pt x="5019776" y="344910"/>
                  </a:lnTo>
                  <a:lnTo>
                    <a:pt x="5019894" y="344910"/>
                  </a:lnTo>
                  <a:lnTo>
                    <a:pt x="5020012" y="344910"/>
                  </a:lnTo>
                  <a:lnTo>
                    <a:pt x="5020129" y="344910"/>
                  </a:lnTo>
                  <a:lnTo>
                    <a:pt x="5020129" y="344480"/>
                  </a:lnTo>
                  <a:lnTo>
                    <a:pt x="5020129" y="344049"/>
                  </a:lnTo>
                  <a:lnTo>
                    <a:pt x="5020247" y="344049"/>
                  </a:lnTo>
                  <a:lnTo>
                    <a:pt x="5020364" y="344049"/>
                  </a:lnTo>
                  <a:lnTo>
                    <a:pt x="5020482" y="344049"/>
                  </a:lnTo>
                  <a:lnTo>
                    <a:pt x="5020600" y="344049"/>
                  </a:lnTo>
                  <a:lnTo>
                    <a:pt x="5020717" y="344049"/>
                  </a:lnTo>
                  <a:lnTo>
                    <a:pt x="5020835" y="344049"/>
                  </a:lnTo>
                  <a:lnTo>
                    <a:pt x="5020952" y="344049"/>
                  </a:lnTo>
                  <a:lnTo>
                    <a:pt x="5021070" y="344049"/>
                  </a:lnTo>
                  <a:lnTo>
                    <a:pt x="5021070" y="343618"/>
                  </a:lnTo>
                  <a:lnTo>
                    <a:pt x="5021188" y="343618"/>
                  </a:lnTo>
                  <a:lnTo>
                    <a:pt x="5021305" y="343618"/>
                  </a:lnTo>
                  <a:lnTo>
                    <a:pt x="5021423" y="343618"/>
                  </a:lnTo>
                  <a:lnTo>
                    <a:pt x="5021541" y="343618"/>
                  </a:lnTo>
                  <a:lnTo>
                    <a:pt x="5021658" y="343618"/>
                  </a:lnTo>
                  <a:lnTo>
                    <a:pt x="5021776" y="343618"/>
                  </a:lnTo>
                  <a:lnTo>
                    <a:pt x="5021893" y="343618"/>
                  </a:lnTo>
                  <a:lnTo>
                    <a:pt x="5022011" y="343618"/>
                  </a:lnTo>
                  <a:lnTo>
                    <a:pt x="5022129" y="343618"/>
                  </a:lnTo>
                  <a:lnTo>
                    <a:pt x="5022246" y="343618"/>
                  </a:lnTo>
                  <a:lnTo>
                    <a:pt x="5022246" y="343188"/>
                  </a:lnTo>
                  <a:lnTo>
                    <a:pt x="5022364" y="343188"/>
                  </a:lnTo>
                  <a:lnTo>
                    <a:pt x="5022481" y="343188"/>
                  </a:lnTo>
                  <a:lnTo>
                    <a:pt x="5022599" y="343188"/>
                  </a:lnTo>
                  <a:lnTo>
                    <a:pt x="5022717" y="343188"/>
                  </a:lnTo>
                  <a:lnTo>
                    <a:pt x="5022717" y="342757"/>
                  </a:lnTo>
                  <a:lnTo>
                    <a:pt x="5022834" y="342757"/>
                  </a:lnTo>
                  <a:lnTo>
                    <a:pt x="5022952" y="342757"/>
                  </a:lnTo>
                  <a:lnTo>
                    <a:pt x="5023070" y="342757"/>
                  </a:lnTo>
                  <a:lnTo>
                    <a:pt x="5023187" y="342757"/>
                  </a:lnTo>
                  <a:lnTo>
                    <a:pt x="5023305" y="342757"/>
                  </a:lnTo>
                  <a:lnTo>
                    <a:pt x="5023305" y="342327"/>
                  </a:lnTo>
                  <a:lnTo>
                    <a:pt x="5023422" y="342327"/>
                  </a:lnTo>
                  <a:lnTo>
                    <a:pt x="5023540" y="342327"/>
                  </a:lnTo>
                  <a:lnTo>
                    <a:pt x="5023658" y="342327"/>
                  </a:lnTo>
                  <a:lnTo>
                    <a:pt x="5023775" y="342327"/>
                  </a:lnTo>
                  <a:lnTo>
                    <a:pt x="5023893" y="342327"/>
                  </a:lnTo>
                  <a:lnTo>
                    <a:pt x="5024010" y="342327"/>
                  </a:lnTo>
                  <a:lnTo>
                    <a:pt x="5024128" y="342327"/>
                  </a:lnTo>
                  <a:lnTo>
                    <a:pt x="5024246" y="342327"/>
                  </a:lnTo>
                  <a:lnTo>
                    <a:pt x="5024363" y="342327"/>
                  </a:lnTo>
                  <a:lnTo>
                    <a:pt x="5024481" y="342327"/>
                  </a:lnTo>
                  <a:lnTo>
                    <a:pt x="5024599" y="342327"/>
                  </a:lnTo>
                  <a:lnTo>
                    <a:pt x="5024599" y="341896"/>
                  </a:lnTo>
                  <a:lnTo>
                    <a:pt x="5024716" y="341896"/>
                  </a:lnTo>
                  <a:lnTo>
                    <a:pt x="5024834" y="341896"/>
                  </a:lnTo>
                  <a:lnTo>
                    <a:pt x="5024951" y="341896"/>
                  </a:lnTo>
                  <a:lnTo>
                    <a:pt x="5024951" y="341465"/>
                  </a:lnTo>
                  <a:lnTo>
                    <a:pt x="5025069" y="341465"/>
                  </a:lnTo>
                  <a:lnTo>
                    <a:pt x="5025069" y="341035"/>
                  </a:lnTo>
                  <a:lnTo>
                    <a:pt x="5025187" y="341035"/>
                  </a:lnTo>
                  <a:lnTo>
                    <a:pt x="5025304" y="341035"/>
                  </a:lnTo>
                  <a:lnTo>
                    <a:pt x="5025422" y="341035"/>
                  </a:lnTo>
                  <a:lnTo>
                    <a:pt x="5025539" y="341035"/>
                  </a:lnTo>
                  <a:lnTo>
                    <a:pt x="5025539" y="340604"/>
                  </a:lnTo>
                  <a:lnTo>
                    <a:pt x="5025657" y="340604"/>
                  </a:lnTo>
                  <a:lnTo>
                    <a:pt x="5025775" y="340604"/>
                  </a:lnTo>
                  <a:lnTo>
                    <a:pt x="5025892" y="340604"/>
                  </a:lnTo>
                  <a:lnTo>
                    <a:pt x="5026010" y="340604"/>
                  </a:lnTo>
                  <a:lnTo>
                    <a:pt x="5026127" y="340604"/>
                  </a:lnTo>
                  <a:lnTo>
                    <a:pt x="5026245" y="340604"/>
                  </a:lnTo>
                  <a:lnTo>
                    <a:pt x="5026363" y="340604"/>
                  </a:lnTo>
                  <a:lnTo>
                    <a:pt x="5026480" y="340604"/>
                  </a:lnTo>
                  <a:lnTo>
                    <a:pt x="5026598" y="340604"/>
                  </a:lnTo>
                  <a:lnTo>
                    <a:pt x="5026716" y="340604"/>
                  </a:lnTo>
                  <a:lnTo>
                    <a:pt x="5026833" y="340604"/>
                  </a:lnTo>
                  <a:lnTo>
                    <a:pt x="5026951" y="340604"/>
                  </a:lnTo>
                  <a:lnTo>
                    <a:pt x="5027068" y="340604"/>
                  </a:lnTo>
                  <a:lnTo>
                    <a:pt x="5027186" y="340604"/>
                  </a:lnTo>
                  <a:lnTo>
                    <a:pt x="5027304" y="340604"/>
                  </a:lnTo>
                  <a:lnTo>
                    <a:pt x="5027421" y="340604"/>
                  </a:lnTo>
                  <a:lnTo>
                    <a:pt x="5027539" y="340604"/>
                  </a:lnTo>
                  <a:lnTo>
                    <a:pt x="5027656" y="340604"/>
                  </a:lnTo>
                  <a:lnTo>
                    <a:pt x="5027774" y="340604"/>
                  </a:lnTo>
                  <a:lnTo>
                    <a:pt x="5027892" y="340604"/>
                  </a:lnTo>
                  <a:lnTo>
                    <a:pt x="5028009" y="340604"/>
                  </a:lnTo>
                  <a:lnTo>
                    <a:pt x="5028127" y="340604"/>
                  </a:lnTo>
                  <a:lnTo>
                    <a:pt x="5028245" y="340604"/>
                  </a:lnTo>
                  <a:lnTo>
                    <a:pt x="5028362" y="340604"/>
                  </a:lnTo>
                  <a:lnTo>
                    <a:pt x="5028480" y="340604"/>
                  </a:lnTo>
                  <a:lnTo>
                    <a:pt x="5028597" y="340604"/>
                  </a:lnTo>
                  <a:lnTo>
                    <a:pt x="5028597" y="340174"/>
                  </a:lnTo>
                  <a:lnTo>
                    <a:pt x="5028715" y="340174"/>
                  </a:lnTo>
                  <a:lnTo>
                    <a:pt x="5028833" y="340174"/>
                  </a:lnTo>
                  <a:lnTo>
                    <a:pt x="5028950" y="340174"/>
                  </a:lnTo>
                  <a:lnTo>
                    <a:pt x="5029068" y="340174"/>
                  </a:lnTo>
                  <a:lnTo>
                    <a:pt x="5029185" y="340174"/>
                  </a:lnTo>
                  <a:lnTo>
                    <a:pt x="5029185" y="339743"/>
                  </a:lnTo>
                  <a:lnTo>
                    <a:pt x="5029303" y="339743"/>
                  </a:lnTo>
                  <a:lnTo>
                    <a:pt x="5029421" y="339743"/>
                  </a:lnTo>
                  <a:lnTo>
                    <a:pt x="5029421" y="339312"/>
                  </a:lnTo>
                  <a:lnTo>
                    <a:pt x="5029421" y="338882"/>
                  </a:lnTo>
                  <a:lnTo>
                    <a:pt x="5029538" y="338882"/>
                  </a:lnTo>
                  <a:lnTo>
                    <a:pt x="5029656" y="338882"/>
                  </a:lnTo>
                  <a:lnTo>
                    <a:pt x="5029774" y="338882"/>
                  </a:lnTo>
                  <a:lnTo>
                    <a:pt x="5029891" y="338882"/>
                  </a:lnTo>
                  <a:lnTo>
                    <a:pt x="5030009" y="338882"/>
                  </a:lnTo>
                  <a:lnTo>
                    <a:pt x="5030126" y="338882"/>
                  </a:lnTo>
                  <a:lnTo>
                    <a:pt x="5030244" y="338882"/>
                  </a:lnTo>
                  <a:lnTo>
                    <a:pt x="5030362" y="338882"/>
                  </a:lnTo>
                  <a:lnTo>
                    <a:pt x="5030479" y="338882"/>
                  </a:lnTo>
                  <a:lnTo>
                    <a:pt x="5030597" y="338882"/>
                  </a:lnTo>
                  <a:lnTo>
                    <a:pt x="5030714" y="338882"/>
                  </a:lnTo>
                  <a:lnTo>
                    <a:pt x="5030832" y="338882"/>
                  </a:lnTo>
                  <a:lnTo>
                    <a:pt x="5030950" y="338882"/>
                  </a:lnTo>
                  <a:lnTo>
                    <a:pt x="5031067" y="338882"/>
                  </a:lnTo>
                  <a:lnTo>
                    <a:pt x="5031185" y="338882"/>
                  </a:lnTo>
                  <a:lnTo>
                    <a:pt x="5031303" y="338882"/>
                  </a:lnTo>
                  <a:lnTo>
                    <a:pt x="5031420" y="338882"/>
                  </a:lnTo>
                  <a:lnTo>
                    <a:pt x="5031420" y="338451"/>
                  </a:lnTo>
                  <a:lnTo>
                    <a:pt x="5031538" y="338451"/>
                  </a:lnTo>
                  <a:lnTo>
                    <a:pt x="5031655" y="338451"/>
                  </a:lnTo>
                  <a:lnTo>
                    <a:pt x="5031773" y="338451"/>
                  </a:lnTo>
                  <a:lnTo>
                    <a:pt x="5031891" y="338451"/>
                  </a:lnTo>
                  <a:lnTo>
                    <a:pt x="5031891" y="338021"/>
                  </a:lnTo>
                  <a:lnTo>
                    <a:pt x="5032008" y="338021"/>
                  </a:lnTo>
                  <a:lnTo>
                    <a:pt x="5032126" y="338021"/>
                  </a:lnTo>
                  <a:lnTo>
                    <a:pt x="5032243" y="338021"/>
                  </a:lnTo>
                  <a:lnTo>
                    <a:pt x="5032361" y="338021"/>
                  </a:lnTo>
                  <a:lnTo>
                    <a:pt x="5032479" y="338021"/>
                  </a:lnTo>
                  <a:lnTo>
                    <a:pt x="5032596" y="338021"/>
                  </a:lnTo>
                  <a:lnTo>
                    <a:pt x="5032714" y="338021"/>
                  </a:lnTo>
                  <a:lnTo>
                    <a:pt x="5032832" y="338021"/>
                  </a:lnTo>
                  <a:lnTo>
                    <a:pt x="5032949" y="338021"/>
                  </a:lnTo>
                  <a:lnTo>
                    <a:pt x="5032949" y="337590"/>
                  </a:lnTo>
                  <a:lnTo>
                    <a:pt x="5033067" y="337590"/>
                  </a:lnTo>
                  <a:lnTo>
                    <a:pt x="5033184" y="337590"/>
                  </a:lnTo>
                  <a:lnTo>
                    <a:pt x="5033302" y="337590"/>
                  </a:lnTo>
                  <a:lnTo>
                    <a:pt x="5033420" y="337590"/>
                  </a:lnTo>
                  <a:lnTo>
                    <a:pt x="5033537" y="337590"/>
                  </a:lnTo>
                  <a:lnTo>
                    <a:pt x="5033655" y="337590"/>
                  </a:lnTo>
                  <a:lnTo>
                    <a:pt x="5033772" y="337590"/>
                  </a:lnTo>
                  <a:lnTo>
                    <a:pt x="5033890" y="337590"/>
                  </a:lnTo>
                  <a:lnTo>
                    <a:pt x="5034008" y="337590"/>
                  </a:lnTo>
                  <a:lnTo>
                    <a:pt x="5034125" y="337590"/>
                  </a:lnTo>
                  <a:lnTo>
                    <a:pt x="5034125" y="337159"/>
                  </a:lnTo>
                  <a:lnTo>
                    <a:pt x="5034243" y="337159"/>
                  </a:lnTo>
                  <a:lnTo>
                    <a:pt x="5034360" y="337159"/>
                  </a:lnTo>
                  <a:lnTo>
                    <a:pt x="5034478" y="337159"/>
                  </a:lnTo>
                  <a:lnTo>
                    <a:pt x="5034596" y="337159"/>
                  </a:lnTo>
                  <a:lnTo>
                    <a:pt x="5034713" y="337159"/>
                  </a:lnTo>
                  <a:lnTo>
                    <a:pt x="5034831" y="337159"/>
                  </a:lnTo>
                  <a:lnTo>
                    <a:pt x="5034831" y="336729"/>
                  </a:lnTo>
                  <a:lnTo>
                    <a:pt x="5034949" y="336729"/>
                  </a:lnTo>
                  <a:lnTo>
                    <a:pt x="5035066" y="336729"/>
                  </a:lnTo>
                  <a:lnTo>
                    <a:pt x="5035184" y="336729"/>
                  </a:lnTo>
                  <a:lnTo>
                    <a:pt x="5035301" y="336729"/>
                  </a:lnTo>
                  <a:lnTo>
                    <a:pt x="5035419" y="336729"/>
                  </a:lnTo>
                  <a:lnTo>
                    <a:pt x="5035537" y="336729"/>
                  </a:lnTo>
                  <a:lnTo>
                    <a:pt x="5035654" y="336729"/>
                  </a:lnTo>
                  <a:lnTo>
                    <a:pt x="5035654" y="336298"/>
                  </a:lnTo>
                  <a:lnTo>
                    <a:pt x="5035772" y="336298"/>
                  </a:lnTo>
                  <a:lnTo>
                    <a:pt x="5035889" y="336298"/>
                  </a:lnTo>
                  <a:lnTo>
                    <a:pt x="5036007" y="336298"/>
                  </a:lnTo>
                  <a:lnTo>
                    <a:pt x="5036125" y="336298"/>
                  </a:lnTo>
                  <a:lnTo>
                    <a:pt x="5036242" y="336298"/>
                  </a:lnTo>
                  <a:lnTo>
                    <a:pt x="5036242" y="335868"/>
                  </a:lnTo>
                  <a:lnTo>
                    <a:pt x="5036242" y="335437"/>
                  </a:lnTo>
                  <a:lnTo>
                    <a:pt x="5036360" y="335437"/>
                  </a:lnTo>
                  <a:lnTo>
                    <a:pt x="5036478" y="335437"/>
                  </a:lnTo>
                  <a:lnTo>
                    <a:pt x="5036595" y="335437"/>
                  </a:lnTo>
                  <a:lnTo>
                    <a:pt x="5036713" y="335437"/>
                  </a:lnTo>
                  <a:lnTo>
                    <a:pt x="5036830" y="335437"/>
                  </a:lnTo>
                  <a:lnTo>
                    <a:pt x="5036948" y="335437"/>
                  </a:lnTo>
                  <a:lnTo>
                    <a:pt x="5037066" y="335437"/>
                  </a:lnTo>
                  <a:lnTo>
                    <a:pt x="5037183" y="335437"/>
                  </a:lnTo>
                  <a:lnTo>
                    <a:pt x="5037301" y="335437"/>
                  </a:lnTo>
                  <a:lnTo>
                    <a:pt x="5037418" y="335437"/>
                  </a:lnTo>
                  <a:lnTo>
                    <a:pt x="5037536" y="335437"/>
                  </a:lnTo>
                  <a:lnTo>
                    <a:pt x="5037654" y="335437"/>
                  </a:lnTo>
                  <a:lnTo>
                    <a:pt x="5037771" y="335437"/>
                  </a:lnTo>
                  <a:lnTo>
                    <a:pt x="5037889" y="335437"/>
                  </a:lnTo>
                  <a:lnTo>
                    <a:pt x="5038007" y="335437"/>
                  </a:lnTo>
                  <a:lnTo>
                    <a:pt x="5038124" y="335437"/>
                  </a:lnTo>
                  <a:lnTo>
                    <a:pt x="5038242" y="335437"/>
                  </a:lnTo>
                  <a:lnTo>
                    <a:pt x="5038359" y="335437"/>
                  </a:lnTo>
                  <a:lnTo>
                    <a:pt x="5038477" y="335437"/>
                  </a:lnTo>
                  <a:lnTo>
                    <a:pt x="5038595" y="335437"/>
                  </a:lnTo>
                  <a:lnTo>
                    <a:pt x="5038712" y="335437"/>
                  </a:lnTo>
                  <a:lnTo>
                    <a:pt x="5038830" y="335437"/>
                  </a:lnTo>
                  <a:lnTo>
                    <a:pt x="5038947" y="335437"/>
                  </a:lnTo>
                  <a:lnTo>
                    <a:pt x="5039065" y="335437"/>
                  </a:lnTo>
                  <a:lnTo>
                    <a:pt x="5039065" y="335006"/>
                  </a:lnTo>
                  <a:lnTo>
                    <a:pt x="5039183" y="335006"/>
                  </a:lnTo>
                  <a:lnTo>
                    <a:pt x="5039300" y="335006"/>
                  </a:lnTo>
                  <a:lnTo>
                    <a:pt x="5039418" y="335006"/>
                  </a:lnTo>
                  <a:lnTo>
                    <a:pt x="5039536" y="335006"/>
                  </a:lnTo>
                  <a:lnTo>
                    <a:pt x="5039536" y="334576"/>
                  </a:lnTo>
                  <a:lnTo>
                    <a:pt x="5039653" y="334576"/>
                  </a:lnTo>
                  <a:lnTo>
                    <a:pt x="5039771" y="334576"/>
                  </a:lnTo>
                  <a:lnTo>
                    <a:pt x="5039888" y="334576"/>
                  </a:lnTo>
                  <a:lnTo>
                    <a:pt x="5040006" y="334576"/>
                  </a:lnTo>
                  <a:lnTo>
                    <a:pt x="5040006" y="334145"/>
                  </a:lnTo>
                  <a:lnTo>
                    <a:pt x="5040124" y="334145"/>
                  </a:lnTo>
                  <a:lnTo>
                    <a:pt x="5040241" y="334145"/>
                  </a:lnTo>
                  <a:lnTo>
                    <a:pt x="5040359" y="334145"/>
                  </a:lnTo>
                  <a:lnTo>
                    <a:pt x="5040359" y="333715"/>
                  </a:lnTo>
                  <a:lnTo>
                    <a:pt x="5040359" y="333284"/>
                  </a:lnTo>
                  <a:lnTo>
                    <a:pt x="5040476" y="333284"/>
                  </a:lnTo>
                  <a:lnTo>
                    <a:pt x="5040476" y="332853"/>
                  </a:lnTo>
                  <a:lnTo>
                    <a:pt x="5040594" y="332853"/>
                  </a:lnTo>
                  <a:lnTo>
                    <a:pt x="5040712" y="332853"/>
                  </a:lnTo>
                  <a:lnTo>
                    <a:pt x="5040829" y="332853"/>
                  </a:lnTo>
                  <a:lnTo>
                    <a:pt x="5040947" y="332853"/>
                  </a:lnTo>
                  <a:lnTo>
                    <a:pt x="5041065" y="332853"/>
                  </a:lnTo>
                  <a:lnTo>
                    <a:pt x="5041065" y="332423"/>
                  </a:lnTo>
                  <a:lnTo>
                    <a:pt x="5041182" y="332423"/>
                  </a:lnTo>
                  <a:lnTo>
                    <a:pt x="5041300" y="332423"/>
                  </a:lnTo>
                  <a:lnTo>
                    <a:pt x="5041417" y="332423"/>
                  </a:lnTo>
                  <a:lnTo>
                    <a:pt x="5041535" y="332423"/>
                  </a:lnTo>
                  <a:lnTo>
                    <a:pt x="5041535" y="331992"/>
                  </a:lnTo>
                  <a:lnTo>
                    <a:pt x="5041653" y="331992"/>
                  </a:lnTo>
                  <a:lnTo>
                    <a:pt x="5041770" y="331992"/>
                  </a:lnTo>
                  <a:lnTo>
                    <a:pt x="5041888" y="331992"/>
                  </a:lnTo>
                  <a:lnTo>
                    <a:pt x="5042005" y="331992"/>
                  </a:lnTo>
                  <a:lnTo>
                    <a:pt x="5042123" y="331992"/>
                  </a:lnTo>
                  <a:lnTo>
                    <a:pt x="5042241" y="331992"/>
                  </a:lnTo>
                  <a:lnTo>
                    <a:pt x="5042358" y="331992"/>
                  </a:lnTo>
                  <a:lnTo>
                    <a:pt x="5042476" y="331992"/>
                  </a:lnTo>
                  <a:lnTo>
                    <a:pt x="5042593" y="331992"/>
                  </a:lnTo>
                  <a:lnTo>
                    <a:pt x="5042711" y="331992"/>
                  </a:lnTo>
                  <a:lnTo>
                    <a:pt x="5042829" y="331992"/>
                  </a:lnTo>
                  <a:lnTo>
                    <a:pt x="5042946" y="331992"/>
                  </a:lnTo>
                  <a:lnTo>
                    <a:pt x="5043064" y="331992"/>
                  </a:lnTo>
                  <a:lnTo>
                    <a:pt x="5043182" y="331992"/>
                  </a:lnTo>
                  <a:lnTo>
                    <a:pt x="5043299" y="331992"/>
                  </a:lnTo>
                  <a:lnTo>
                    <a:pt x="5043417" y="331992"/>
                  </a:lnTo>
                  <a:lnTo>
                    <a:pt x="5043417" y="331562"/>
                  </a:lnTo>
                  <a:lnTo>
                    <a:pt x="5043534" y="331562"/>
                  </a:lnTo>
                  <a:lnTo>
                    <a:pt x="5043652" y="331562"/>
                  </a:lnTo>
                  <a:lnTo>
                    <a:pt x="5043652" y="331131"/>
                  </a:lnTo>
                  <a:lnTo>
                    <a:pt x="5043770" y="331131"/>
                  </a:lnTo>
                  <a:lnTo>
                    <a:pt x="5043887" y="331131"/>
                  </a:lnTo>
                  <a:lnTo>
                    <a:pt x="5044005" y="331131"/>
                  </a:lnTo>
                  <a:lnTo>
                    <a:pt x="5044122" y="331131"/>
                  </a:lnTo>
                  <a:lnTo>
                    <a:pt x="5044122" y="330700"/>
                  </a:lnTo>
                  <a:lnTo>
                    <a:pt x="5044240" y="330700"/>
                  </a:lnTo>
                  <a:lnTo>
                    <a:pt x="5044358" y="330700"/>
                  </a:lnTo>
                  <a:lnTo>
                    <a:pt x="5044475" y="330700"/>
                  </a:lnTo>
                  <a:lnTo>
                    <a:pt x="5044593" y="330700"/>
                  </a:lnTo>
                  <a:lnTo>
                    <a:pt x="5044711" y="330700"/>
                  </a:lnTo>
                  <a:lnTo>
                    <a:pt x="5044828" y="330700"/>
                  </a:lnTo>
                  <a:lnTo>
                    <a:pt x="5044946" y="330700"/>
                  </a:lnTo>
                  <a:lnTo>
                    <a:pt x="5045063" y="330700"/>
                  </a:lnTo>
                  <a:lnTo>
                    <a:pt x="5045181" y="330700"/>
                  </a:lnTo>
                  <a:lnTo>
                    <a:pt x="5045181" y="330270"/>
                  </a:lnTo>
                  <a:lnTo>
                    <a:pt x="5045299" y="330270"/>
                  </a:lnTo>
                  <a:lnTo>
                    <a:pt x="5045416" y="330270"/>
                  </a:lnTo>
                  <a:lnTo>
                    <a:pt x="5045534" y="330270"/>
                  </a:lnTo>
                  <a:lnTo>
                    <a:pt x="5045534" y="329839"/>
                  </a:lnTo>
                  <a:lnTo>
                    <a:pt x="5045651" y="329839"/>
                  </a:lnTo>
                  <a:lnTo>
                    <a:pt x="5045769" y="329839"/>
                  </a:lnTo>
                  <a:lnTo>
                    <a:pt x="5045769" y="329409"/>
                  </a:lnTo>
                  <a:lnTo>
                    <a:pt x="5045887" y="329409"/>
                  </a:lnTo>
                  <a:lnTo>
                    <a:pt x="5046004" y="329409"/>
                  </a:lnTo>
                  <a:lnTo>
                    <a:pt x="5046004" y="328978"/>
                  </a:lnTo>
                  <a:lnTo>
                    <a:pt x="5046122" y="328978"/>
                  </a:lnTo>
                  <a:lnTo>
                    <a:pt x="5046240" y="328978"/>
                  </a:lnTo>
                  <a:lnTo>
                    <a:pt x="5046357" y="328978"/>
                  </a:lnTo>
                  <a:lnTo>
                    <a:pt x="5046475" y="328978"/>
                  </a:lnTo>
                  <a:lnTo>
                    <a:pt x="5046592" y="328978"/>
                  </a:lnTo>
                  <a:lnTo>
                    <a:pt x="5046710" y="328978"/>
                  </a:lnTo>
                  <a:lnTo>
                    <a:pt x="5046828" y="328978"/>
                  </a:lnTo>
                  <a:lnTo>
                    <a:pt x="5046945" y="328978"/>
                  </a:lnTo>
                  <a:lnTo>
                    <a:pt x="5047063" y="328978"/>
                  </a:lnTo>
                  <a:lnTo>
                    <a:pt x="5047180" y="328978"/>
                  </a:lnTo>
                  <a:lnTo>
                    <a:pt x="5047180" y="328547"/>
                  </a:lnTo>
                  <a:lnTo>
                    <a:pt x="5047298" y="328547"/>
                  </a:lnTo>
                  <a:lnTo>
                    <a:pt x="5047416" y="328547"/>
                  </a:lnTo>
                  <a:lnTo>
                    <a:pt x="5047533" y="328547"/>
                  </a:lnTo>
                  <a:lnTo>
                    <a:pt x="5047651" y="328547"/>
                  </a:lnTo>
                  <a:lnTo>
                    <a:pt x="5047769" y="328547"/>
                  </a:lnTo>
                  <a:lnTo>
                    <a:pt x="5047886" y="328547"/>
                  </a:lnTo>
                  <a:lnTo>
                    <a:pt x="5048004" y="328547"/>
                  </a:lnTo>
                  <a:lnTo>
                    <a:pt x="5048121" y="328547"/>
                  </a:lnTo>
                  <a:lnTo>
                    <a:pt x="5048239" y="328547"/>
                  </a:lnTo>
                  <a:lnTo>
                    <a:pt x="5048357" y="328547"/>
                  </a:lnTo>
                  <a:lnTo>
                    <a:pt x="5048474" y="328547"/>
                  </a:lnTo>
                  <a:lnTo>
                    <a:pt x="5048592" y="328547"/>
                  </a:lnTo>
                  <a:lnTo>
                    <a:pt x="5048709" y="328547"/>
                  </a:lnTo>
                  <a:lnTo>
                    <a:pt x="5048827" y="328547"/>
                  </a:lnTo>
                  <a:lnTo>
                    <a:pt x="5048945" y="328547"/>
                  </a:lnTo>
                  <a:lnTo>
                    <a:pt x="5049062" y="328547"/>
                  </a:lnTo>
                  <a:lnTo>
                    <a:pt x="5049180" y="328547"/>
                  </a:lnTo>
                  <a:lnTo>
                    <a:pt x="5049298" y="328547"/>
                  </a:lnTo>
                  <a:lnTo>
                    <a:pt x="5049415" y="328547"/>
                  </a:lnTo>
                  <a:lnTo>
                    <a:pt x="5049533" y="328547"/>
                  </a:lnTo>
                  <a:lnTo>
                    <a:pt x="5049650" y="328547"/>
                  </a:lnTo>
                  <a:lnTo>
                    <a:pt x="5049768" y="328547"/>
                  </a:lnTo>
                  <a:lnTo>
                    <a:pt x="5049886" y="328547"/>
                  </a:lnTo>
                  <a:lnTo>
                    <a:pt x="5050003" y="328547"/>
                  </a:lnTo>
                  <a:lnTo>
                    <a:pt x="5050003" y="328117"/>
                  </a:lnTo>
                  <a:lnTo>
                    <a:pt x="5050121" y="328117"/>
                  </a:lnTo>
                  <a:lnTo>
                    <a:pt x="5050238" y="328117"/>
                  </a:lnTo>
                  <a:lnTo>
                    <a:pt x="5050238" y="327686"/>
                  </a:lnTo>
                  <a:lnTo>
                    <a:pt x="5050238" y="327256"/>
                  </a:lnTo>
                  <a:lnTo>
                    <a:pt x="5050356" y="327256"/>
                  </a:lnTo>
                  <a:lnTo>
                    <a:pt x="5050474" y="327256"/>
                  </a:lnTo>
                  <a:lnTo>
                    <a:pt x="5050591" y="327256"/>
                  </a:lnTo>
                  <a:lnTo>
                    <a:pt x="5050709" y="327256"/>
                  </a:lnTo>
                  <a:lnTo>
                    <a:pt x="5050826" y="327256"/>
                  </a:lnTo>
                  <a:lnTo>
                    <a:pt x="5050944" y="327256"/>
                  </a:lnTo>
                  <a:lnTo>
                    <a:pt x="5051062" y="327256"/>
                  </a:lnTo>
                  <a:lnTo>
                    <a:pt x="5051179" y="327256"/>
                  </a:lnTo>
                  <a:lnTo>
                    <a:pt x="5051297" y="327256"/>
                  </a:lnTo>
                  <a:lnTo>
                    <a:pt x="5051415" y="327256"/>
                  </a:lnTo>
                  <a:lnTo>
                    <a:pt x="5051532" y="327256"/>
                  </a:lnTo>
                  <a:lnTo>
                    <a:pt x="5051650" y="327256"/>
                  </a:lnTo>
                  <a:lnTo>
                    <a:pt x="5051767" y="327256"/>
                  </a:lnTo>
                  <a:lnTo>
                    <a:pt x="5051885" y="327256"/>
                  </a:lnTo>
                  <a:lnTo>
                    <a:pt x="5052003" y="327256"/>
                  </a:lnTo>
                  <a:lnTo>
                    <a:pt x="5052120" y="327256"/>
                  </a:lnTo>
                  <a:lnTo>
                    <a:pt x="5052238" y="327256"/>
                  </a:lnTo>
                  <a:lnTo>
                    <a:pt x="5052355" y="327256"/>
                  </a:lnTo>
                  <a:lnTo>
                    <a:pt x="5052473" y="327256"/>
                  </a:lnTo>
                  <a:lnTo>
                    <a:pt x="5052591" y="327256"/>
                  </a:lnTo>
                  <a:lnTo>
                    <a:pt x="5052708" y="327256"/>
                  </a:lnTo>
                  <a:lnTo>
                    <a:pt x="5052826" y="327256"/>
                  </a:lnTo>
                  <a:lnTo>
                    <a:pt x="5052944" y="327256"/>
                  </a:lnTo>
                  <a:lnTo>
                    <a:pt x="5053061" y="327256"/>
                  </a:lnTo>
                  <a:lnTo>
                    <a:pt x="5053179" y="327256"/>
                  </a:lnTo>
                  <a:lnTo>
                    <a:pt x="5053296" y="327256"/>
                  </a:lnTo>
                  <a:lnTo>
                    <a:pt x="5053414" y="327256"/>
                  </a:lnTo>
                  <a:lnTo>
                    <a:pt x="5053532" y="327256"/>
                  </a:lnTo>
                  <a:lnTo>
                    <a:pt x="5053532" y="326825"/>
                  </a:lnTo>
                  <a:lnTo>
                    <a:pt x="5053649" y="326825"/>
                  </a:lnTo>
                  <a:lnTo>
                    <a:pt x="5053767" y="326825"/>
                  </a:lnTo>
                  <a:lnTo>
                    <a:pt x="5053884" y="326825"/>
                  </a:lnTo>
                  <a:lnTo>
                    <a:pt x="5054002" y="326825"/>
                  </a:lnTo>
                  <a:lnTo>
                    <a:pt x="5054120" y="326825"/>
                  </a:lnTo>
                  <a:lnTo>
                    <a:pt x="5054237" y="326825"/>
                  </a:lnTo>
                  <a:lnTo>
                    <a:pt x="5054355" y="326825"/>
                  </a:lnTo>
                  <a:lnTo>
                    <a:pt x="5054473" y="326825"/>
                  </a:lnTo>
                  <a:lnTo>
                    <a:pt x="5054590" y="326825"/>
                  </a:lnTo>
                  <a:lnTo>
                    <a:pt x="5054708" y="326825"/>
                  </a:lnTo>
                  <a:lnTo>
                    <a:pt x="5054825" y="326825"/>
                  </a:lnTo>
                  <a:lnTo>
                    <a:pt x="5054943" y="326825"/>
                  </a:lnTo>
                  <a:lnTo>
                    <a:pt x="5055061" y="326825"/>
                  </a:lnTo>
                  <a:lnTo>
                    <a:pt x="5055178" y="326825"/>
                  </a:lnTo>
                  <a:lnTo>
                    <a:pt x="5055178" y="326394"/>
                  </a:lnTo>
                  <a:lnTo>
                    <a:pt x="5055296" y="326394"/>
                  </a:lnTo>
                  <a:lnTo>
                    <a:pt x="5055413" y="326394"/>
                  </a:lnTo>
                  <a:lnTo>
                    <a:pt x="5055531" y="326394"/>
                  </a:lnTo>
                  <a:lnTo>
                    <a:pt x="5055649" y="326394"/>
                  </a:lnTo>
                  <a:lnTo>
                    <a:pt x="5055766" y="326394"/>
                  </a:lnTo>
                  <a:lnTo>
                    <a:pt x="5055884" y="326394"/>
                  </a:lnTo>
                  <a:lnTo>
                    <a:pt x="5056002" y="326394"/>
                  </a:lnTo>
                  <a:lnTo>
                    <a:pt x="5056119" y="326394"/>
                  </a:lnTo>
                  <a:lnTo>
                    <a:pt x="5056237" y="326394"/>
                  </a:lnTo>
                  <a:lnTo>
                    <a:pt x="5056354" y="326394"/>
                  </a:lnTo>
                  <a:lnTo>
                    <a:pt x="5056472" y="326394"/>
                  </a:lnTo>
                  <a:lnTo>
                    <a:pt x="5056590" y="326394"/>
                  </a:lnTo>
                  <a:lnTo>
                    <a:pt x="5056707" y="326394"/>
                  </a:lnTo>
                  <a:lnTo>
                    <a:pt x="5056825" y="326394"/>
                  </a:lnTo>
                  <a:lnTo>
                    <a:pt x="5056942" y="326394"/>
                  </a:lnTo>
                  <a:lnTo>
                    <a:pt x="5057060" y="326394"/>
                  </a:lnTo>
                  <a:lnTo>
                    <a:pt x="5057060" y="325964"/>
                  </a:lnTo>
                  <a:lnTo>
                    <a:pt x="5057178" y="325964"/>
                  </a:lnTo>
                  <a:lnTo>
                    <a:pt x="5057295" y="325964"/>
                  </a:lnTo>
                  <a:lnTo>
                    <a:pt x="5057413" y="325964"/>
                  </a:lnTo>
                  <a:lnTo>
                    <a:pt x="5057531" y="325964"/>
                  </a:lnTo>
                  <a:lnTo>
                    <a:pt x="5057648" y="325964"/>
                  </a:lnTo>
                  <a:lnTo>
                    <a:pt x="5057766" y="325964"/>
                  </a:lnTo>
                  <a:lnTo>
                    <a:pt x="5057883" y="325964"/>
                  </a:lnTo>
                  <a:lnTo>
                    <a:pt x="5058001" y="325964"/>
                  </a:lnTo>
                  <a:lnTo>
                    <a:pt x="5058001" y="325533"/>
                  </a:lnTo>
                  <a:lnTo>
                    <a:pt x="5058119" y="325533"/>
                  </a:lnTo>
                  <a:lnTo>
                    <a:pt x="5058236" y="325533"/>
                  </a:lnTo>
                  <a:lnTo>
                    <a:pt x="5058236" y="325103"/>
                  </a:lnTo>
                  <a:lnTo>
                    <a:pt x="5058354" y="325103"/>
                  </a:lnTo>
                  <a:lnTo>
                    <a:pt x="5058471" y="325103"/>
                  </a:lnTo>
                  <a:lnTo>
                    <a:pt x="5058589" y="325103"/>
                  </a:lnTo>
                  <a:lnTo>
                    <a:pt x="5058589" y="324672"/>
                  </a:lnTo>
                  <a:lnTo>
                    <a:pt x="5058707" y="324672"/>
                  </a:lnTo>
                  <a:lnTo>
                    <a:pt x="5058824" y="324672"/>
                  </a:lnTo>
                  <a:lnTo>
                    <a:pt x="5058942" y="324672"/>
                  </a:lnTo>
                  <a:lnTo>
                    <a:pt x="5059059" y="324672"/>
                  </a:lnTo>
                  <a:lnTo>
                    <a:pt x="5059059" y="324241"/>
                  </a:lnTo>
                  <a:lnTo>
                    <a:pt x="5059177" y="324241"/>
                  </a:lnTo>
                  <a:lnTo>
                    <a:pt x="5059295" y="324241"/>
                  </a:lnTo>
                  <a:lnTo>
                    <a:pt x="5059412" y="324241"/>
                  </a:lnTo>
                  <a:lnTo>
                    <a:pt x="5059530" y="324241"/>
                  </a:lnTo>
                  <a:lnTo>
                    <a:pt x="5059648" y="324241"/>
                  </a:lnTo>
                  <a:lnTo>
                    <a:pt x="5059765" y="324241"/>
                  </a:lnTo>
                  <a:lnTo>
                    <a:pt x="5059883" y="324241"/>
                  </a:lnTo>
                  <a:lnTo>
                    <a:pt x="5060000" y="324241"/>
                  </a:lnTo>
                  <a:lnTo>
                    <a:pt x="5060118" y="324241"/>
                  </a:lnTo>
                  <a:lnTo>
                    <a:pt x="5060236" y="324241"/>
                  </a:lnTo>
                  <a:lnTo>
                    <a:pt x="5060353" y="324241"/>
                  </a:lnTo>
                  <a:lnTo>
                    <a:pt x="5060471" y="324241"/>
                  </a:lnTo>
                  <a:lnTo>
                    <a:pt x="5060588" y="324241"/>
                  </a:lnTo>
                  <a:lnTo>
                    <a:pt x="5060706" y="324241"/>
                  </a:lnTo>
                  <a:lnTo>
                    <a:pt x="5060824" y="324241"/>
                  </a:lnTo>
                  <a:lnTo>
                    <a:pt x="5060941" y="324241"/>
                  </a:lnTo>
                  <a:lnTo>
                    <a:pt x="5061059" y="324241"/>
                  </a:lnTo>
                  <a:lnTo>
                    <a:pt x="5061177" y="324241"/>
                  </a:lnTo>
                  <a:lnTo>
                    <a:pt x="5061294" y="324241"/>
                  </a:lnTo>
                  <a:lnTo>
                    <a:pt x="5061412" y="324241"/>
                  </a:lnTo>
                  <a:lnTo>
                    <a:pt x="5061529" y="324241"/>
                  </a:lnTo>
                  <a:lnTo>
                    <a:pt x="5061647" y="324241"/>
                  </a:lnTo>
                  <a:lnTo>
                    <a:pt x="5061765" y="324241"/>
                  </a:lnTo>
                  <a:lnTo>
                    <a:pt x="5061882" y="324241"/>
                  </a:lnTo>
                  <a:lnTo>
                    <a:pt x="5061882" y="323811"/>
                  </a:lnTo>
                  <a:lnTo>
                    <a:pt x="5062000" y="323811"/>
                  </a:lnTo>
                  <a:lnTo>
                    <a:pt x="5062117" y="323811"/>
                  </a:lnTo>
                  <a:lnTo>
                    <a:pt x="5062117" y="323380"/>
                  </a:lnTo>
                  <a:lnTo>
                    <a:pt x="5062235" y="323380"/>
                  </a:lnTo>
                  <a:lnTo>
                    <a:pt x="5062353" y="323380"/>
                  </a:lnTo>
                  <a:lnTo>
                    <a:pt x="5062470" y="323380"/>
                  </a:lnTo>
                  <a:lnTo>
                    <a:pt x="5062588" y="323380"/>
                  </a:lnTo>
                  <a:lnTo>
                    <a:pt x="5062706" y="323380"/>
                  </a:lnTo>
                  <a:lnTo>
                    <a:pt x="5062706" y="322950"/>
                  </a:lnTo>
                  <a:lnTo>
                    <a:pt x="5062706" y="322519"/>
                  </a:lnTo>
                  <a:lnTo>
                    <a:pt x="5062823" y="322519"/>
                  </a:lnTo>
                  <a:lnTo>
                    <a:pt x="5062941" y="322519"/>
                  </a:lnTo>
                  <a:lnTo>
                    <a:pt x="5063058" y="322519"/>
                  </a:lnTo>
                  <a:lnTo>
                    <a:pt x="5063176" y="322519"/>
                  </a:lnTo>
                  <a:lnTo>
                    <a:pt x="5063294" y="322519"/>
                  </a:lnTo>
                  <a:lnTo>
                    <a:pt x="5063411" y="322519"/>
                  </a:lnTo>
                  <a:lnTo>
                    <a:pt x="5063529" y="322519"/>
                  </a:lnTo>
                  <a:lnTo>
                    <a:pt x="5063646" y="322519"/>
                  </a:lnTo>
                  <a:lnTo>
                    <a:pt x="5063764" y="322519"/>
                  </a:lnTo>
                  <a:lnTo>
                    <a:pt x="5063882" y="322519"/>
                  </a:lnTo>
                  <a:lnTo>
                    <a:pt x="5063999" y="322519"/>
                  </a:lnTo>
                  <a:lnTo>
                    <a:pt x="5063999" y="322088"/>
                  </a:lnTo>
                  <a:lnTo>
                    <a:pt x="5063999" y="321658"/>
                  </a:lnTo>
                  <a:lnTo>
                    <a:pt x="5064117" y="321658"/>
                  </a:lnTo>
                  <a:lnTo>
                    <a:pt x="5064235" y="321658"/>
                  </a:lnTo>
                  <a:lnTo>
                    <a:pt x="5064352" y="321658"/>
                  </a:lnTo>
                  <a:lnTo>
                    <a:pt x="5064470" y="321658"/>
                  </a:lnTo>
                  <a:lnTo>
                    <a:pt x="5064587" y="321658"/>
                  </a:lnTo>
                  <a:lnTo>
                    <a:pt x="5064705" y="321658"/>
                  </a:lnTo>
                  <a:lnTo>
                    <a:pt x="5064823" y="321658"/>
                  </a:lnTo>
                  <a:lnTo>
                    <a:pt x="5064823" y="321227"/>
                  </a:lnTo>
                  <a:lnTo>
                    <a:pt x="5064940" y="321227"/>
                  </a:lnTo>
                  <a:lnTo>
                    <a:pt x="5065058" y="321227"/>
                  </a:lnTo>
                  <a:lnTo>
                    <a:pt x="5065175" y="321227"/>
                  </a:lnTo>
                  <a:lnTo>
                    <a:pt x="5065293" y="321227"/>
                  </a:lnTo>
                  <a:lnTo>
                    <a:pt x="5065411" y="321227"/>
                  </a:lnTo>
                  <a:lnTo>
                    <a:pt x="5065528" y="321227"/>
                  </a:lnTo>
                  <a:lnTo>
                    <a:pt x="5065528" y="320797"/>
                  </a:lnTo>
                  <a:lnTo>
                    <a:pt x="5065646" y="320797"/>
                  </a:lnTo>
                  <a:lnTo>
                    <a:pt x="5065764" y="320797"/>
                  </a:lnTo>
                  <a:lnTo>
                    <a:pt x="5065881" y="320797"/>
                  </a:lnTo>
                  <a:lnTo>
                    <a:pt x="5065999" y="320797"/>
                  </a:lnTo>
                  <a:lnTo>
                    <a:pt x="5066116" y="320797"/>
                  </a:lnTo>
                  <a:lnTo>
                    <a:pt x="5066234" y="320797"/>
                  </a:lnTo>
                  <a:lnTo>
                    <a:pt x="5066352" y="320797"/>
                  </a:lnTo>
                  <a:lnTo>
                    <a:pt x="5066469" y="320797"/>
                  </a:lnTo>
                  <a:lnTo>
                    <a:pt x="5066587" y="320797"/>
                  </a:lnTo>
                  <a:lnTo>
                    <a:pt x="5066704" y="320797"/>
                  </a:lnTo>
                  <a:lnTo>
                    <a:pt x="5066822" y="320797"/>
                  </a:lnTo>
                  <a:lnTo>
                    <a:pt x="5066940" y="320797"/>
                  </a:lnTo>
                  <a:lnTo>
                    <a:pt x="5067057" y="320797"/>
                  </a:lnTo>
                  <a:lnTo>
                    <a:pt x="5067175" y="320797"/>
                  </a:lnTo>
                  <a:lnTo>
                    <a:pt x="5067292" y="320797"/>
                  </a:lnTo>
                  <a:lnTo>
                    <a:pt x="5067410" y="320797"/>
                  </a:lnTo>
                  <a:lnTo>
                    <a:pt x="5067528" y="320797"/>
                  </a:lnTo>
                  <a:lnTo>
                    <a:pt x="5067645" y="320797"/>
                  </a:lnTo>
                  <a:lnTo>
                    <a:pt x="5067763" y="320797"/>
                  </a:lnTo>
                  <a:lnTo>
                    <a:pt x="5067881" y="320797"/>
                  </a:lnTo>
                  <a:lnTo>
                    <a:pt x="5067998" y="320797"/>
                  </a:lnTo>
                  <a:lnTo>
                    <a:pt x="5068116" y="320797"/>
                  </a:lnTo>
                  <a:lnTo>
                    <a:pt x="5068233" y="320797"/>
                  </a:lnTo>
                  <a:lnTo>
                    <a:pt x="5068351" y="320797"/>
                  </a:lnTo>
                  <a:lnTo>
                    <a:pt x="5068469" y="320797"/>
                  </a:lnTo>
                  <a:lnTo>
                    <a:pt x="5068586" y="320797"/>
                  </a:lnTo>
                  <a:lnTo>
                    <a:pt x="5068704" y="320797"/>
                  </a:lnTo>
                  <a:lnTo>
                    <a:pt x="5068821" y="320797"/>
                  </a:lnTo>
                  <a:lnTo>
                    <a:pt x="5068939" y="320797"/>
                  </a:lnTo>
                  <a:lnTo>
                    <a:pt x="5069057" y="320797"/>
                  </a:lnTo>
                  <a:lnTo>
                    <a:pt x="5069174" y="320797"/>
                  </a:lnTo>
                  <a:lnTo>
                    <a:pt x="5069292" y="320797"/>
                  </a:lnTo>
                  <a:lnTo>
                    <a:pt x="5069410" y="320797"/>
                  </a:lnTo>
                  <a:lnTo>
                    <a:pt x="5069527" y="320797"/>
                  </a:lnTo>
                  <a:lnTo>
                    <a:pt x="5069645" y="320797"/>
                  </a:lnTo>
                  <a:lnTo>
                    <a:pt x="5069762" y="320797"/>
                  </a:lnTo>
                  <a:lnTo>
                    <a:pt x="5069880" y="320797"/>
                  </a:lnTo>
                  <a:lnTo>
                    <a:pt x="5069998" y="320797"/>
                  </a:lnTo>
                  <a:lnTo>
                    <a:pt x="5070115" y="320797"/>
                  </a:lnTo>
                  <a:lnTo>
                    <a:pt x="5070233" y="320797"/>
                  </a:lnTo>
                  <a:lnTo>
                    <a:pt x="5070350" y="320797"/>
                  </a:lnTo>
                  <a:lnTo>
                    <a:pt x="5070468" y="320797"/>
                  </a:lnTo>
                  <a:lnTo>
                    <a:pt x="5070586" y="320797"/>
                  </a:lnTo>
                  <a:lnTo>
                    <a:pt x="5070703" y="320797"/>
                  </a:lnTo>
                  <a:lnTo>
                    <a:pt x="5070821" y="320797"/>
                  </a:lnTo>
                  <a:lnTo>
                    <a:pt x="5070939" y="320797"/>
                  </a:lnTo>
                  <a:lnTo>
                    <a:pt x="5071056" y="320797"/>
                  </a:lnTo>
                  <a:lnTo>
                    <a:pt x="5071174" y="320797"/>
                  </a:lnTo>
                  <a:lnTo>
                    <a:pt x="5071291" y="320797"/>
                  </a:lnTo>
                  <a:lnTo>
                    <a:pt x="5071409" y="320797"/>
                  </a:lnTo>
                  <a:lnTo>
                    <a:pt x="5071527" y="320797"/>
                  </a:lnTo>
                  <a:lnTo>
                    <a:pt x="5071644" y="320797"/>
                  </a:lnTo>
                  <a:lnTo>
                    <a:pt x="5071762" y="320797"/>
                  </a:lnTo>
                  <a:lnTo>
                    <a:pt x="5071879" y="320797"/>
                  </a:lnTo>
                  <a:lnTo>
                    <a:pt x="5071997" y="320797"/>
                  </a:lnTo>
                  <a:lnTo>
                    <a:pt x="5072115" y="320797"/>
                  </a:lnTo>
                  <a:lnTo>
                    <a:pt x="5072115" y="320366"/>
                  </a:lnTo>
                  <a:lnTo>
                    <a:pt x="5072232" y="320366"/>
                  </a:lnTo>
                  <a:lnTo>
                    <a:pt x="5072232" y="319935"/>
                  </a:lnTo>
                  <a:lnTo>
                    <a:pt x="5072350" y="319935"/>
                  </a:lnTo>
                  <a:lnTo>
                    <a:pt x="5072468" y="319935"/>
                  </a:lnTo>
                  <a:lnTo>
                    <a:pt x="5072585" y="319935"/>
                  </a:lnTo>
                  <a:lnTo>
                    <a:pt x="5072703" y="319935"/>
                  </a:lnTo>
                  <a:lnTo>
                    <a:pt x="5072820" y="319935"/>
                  </a:lnTo>
                  <a:lnTo>
                    <a:pt x="5072938" y="319935"/>
                  </a:lnTo>
                  <a:lnTo>
                    <a:pt x="5073056" y="319935"/>
                  </a:lnTo>
                  <a:lnTo>
                    <a:pt x="5073173" y="319935"/>
                  </a:lnTo>
                  <a:lnTo>
                    <a:pt x="5073291" y="319935"/>
                  </a:lnTo>
                  <a:lnTo>
                    <a:pt x="5073408" y="319935"/>
                  </a:lnTo>
                  <a:lnTo>
                    <a:pt x="5073526" y="319935"/>
                  </a:lnTo>
                  <a:lnTo>
                    <a:pt x="5073526" y="319505"/>
                  </a:lnTo>
                  <a:lnTo>
                    <a:pt x="5073644" y="319505"/>
                  </a:lnTo>
                  <a:lnTo>
                    <a:pt x="5073761" y="319505"/>
                  </a:lnTo>
                  <a:lnTo>
                    <a:pt x="5073879" y="319505"/>
                  </a:lnTo>
                  <a:lnTo>
                    <a:pt x="5073997" y="319505"/>
                  </a:lnTo>
                  <a:lnTo>
                    <a:pt x="5074114" y="319505"/>
                  </a:lnTo>
                  <a:lnTo>
                    <a:pt x="5074232" y="319505"/>
                  </a:lnTo>
                  <a:lnTo>
                    <a:pt x="5074349" y="319505"/>
                  </a:lnTo>
                  <a:lnTo>
                    <a:pt x="5074467" y="319505"/>
                  </a:lnTo>
                  <a:lnTo>
                    <a:pt x="5074585" y="319505"/>
                  </a:lnTo>
                  <a:lnTo>
                    <a:pt x="5074702" y="319505"/>
                  </a:lnTo>
                  <a:lnTo>
                    <a:pt x="5074820" y="319505"/>
                  </a:lnTo>
                  <a:lnTo>
                    <a:pt x="5074937" y="319505"/>
                  </a:lnTo>
                  <a:lnTo>
                    <a:pt x="5075055" y="319505"/>
                  </a:lnTo>
                  <a:lnTo>
                    <a:pt x="5075173" y="319505"/>
                  </a:lnTo>
                  <a:lnTo>
                    <a:pt x="5075290" y="319505"/>
                  </a:lnTo>
                  <a:lnTo>
                    <a:pt x="5075408" y="319505"/>
                  </a:lnTo>
                  <a:lnTo>
                    <a:pt x="5075525" y="319505"/>
                  </a:lnTo>
                  <a:lnTo>
                    <a:pt x="5075643" y="319505"/>
                  </a:lnTo>
                  <a:lnTo>
                    <a:pt x="5075761" y="319505"/>
                  </a:lnTo>
                  <a:lnTo>
                    <a:pt x="5075878" y="319505"/>
                  </a:lnTo>
                  <a:lnTo>
                    <a:pt x="5075996" y="319505"/>
                  </a:lnTo>
                  <a:lnTo>
                    <a:pt x="5076114" y="319505"/>
                  </a:lnTo>
                  <a:lnTo>
                    <a:pt x="5076231" y="319505"/>
                  </a:lnTo>
                  <a:lnTo>
                    <a:pt x="5076231" y="319074"/>
                  </a:lnTo>
                  <a:lnTo>
                    <a:pt x="5076349" y="319074"/>
                  </a:lnTo>
                  <a:lnTo>
                    <a:pt x="5076466" y="319074"/>
                  </a:lnTo>
                  <a:lnTo>
                    <a:pt x="5076584" y="319074"/>
                  </a:lnTo>
                  <a:lnTo>
                    <a:pt x="5076702" y="319074"/>
                  </a:lnTo>
                  <a:lnTo>
                    <a:pt x="5076819" y="319074"/>
                  </a:lnTo>
                  <a:lnTo>
                    <a:pt x="5076937" y="319074"/>
                  </a:lnTo>
                  <a:lnTo>
                    <a:pt x="5077054" y="319074"/>
                  </a:lnTo>
                  <a:lnTo>
                    <a:pt x="5077172" y="319074"/>
                  </a:lnTo>
                  <a:lnTo>
                    <a:pt x="5077290" y="319074"/>
                  </a:lnTo>
                  <a:lnTo>
                    <a:pt x="5077407" y="319074"/>
                  </a:lnTo>
                  <a:lnTo>
                    <a:pt x="5077525" y="319074"/>
                  </a:lnTo>
                  <a:lnTo>
                    <a:pt x="5077643" y="319074"/>
                  </a:lnTo>
                  <a:lnTo>
                    <a:pt x="5077760" y="319074"/>
                  </a:lnTo>
                  <a:lnTo>
                    <a:pt x="5077878" y="319074"/>
                  </a:lnTo>
                  <a:lnTo>
                    <a:pt x="5077995" y="319074"/>
                  </a:lnTo>
                  <a:lnTo>
                    <a:pt x="5078113" y="319074"/>
                  </a:lnTo>
                  <a:lnTo>
                    <a:pt x="5078231" y="319074"/>
                  </a:lnTo>
                  <a:lnTo>
                    <a:pt x="5078348" y="319074"/>
                  </a:lnTo>
                  <a:lnTo>
                    <a:pt x="5078466" y="319074"/>
                  </a:lnTo>
                  <a:lnTo>
                    <a:pt x="5078583" y="319074"/>
                  </a:lnTo>
                  <a:lnTo>
                    <a:pt x="5078701" y="319074"/>
                  </a:lnTo>
                  <a:lnTo>
                    <a:pt x="5078819" y="319074"/>
                  </a:lnTo>
                  <a:lnTo>
                    <a:pt x="5078936" y="319074"/>
                  </a:lnTo>
                  <a:lnTo>
                    <a:pt x="5079054" y="319074"/>
                  </a:lnTo>
                  <a:lnTo>
                    <a:pt x="5079172" y="319074"/>
                  </a:lnTo>
                  <a:lnTo>
                    <a:pt x="5079172" y="318644"/>
                  </a:lnTo>
                  <a:lnTo>
                    <a:pt x="5079289" y="318644"/>
                  </a:lnTo>
                  <a:lnTo>
                    <a:pt x="5079407" y="318644"/>
                  </a:lnTo>
                  <a:lnTo>
                    <a:pt x="5079524" y="318644"/>
                  </a:lnTo>
                  <a:lnTo>
                    <a:pt x="5079524" y="318213"/>
                  </a:lnTo>
                  <a:lnTo>
                    <a:pt x="5079642" y="318213"/>
                  </a:lnTo>
                  <a:lnTo>
                    <a:pt x="5079760" y="318213"/>
                  </a:lnTo>
                  <a:lnTo>
                    <a:pt x="5079877" y="318213"/>
                  </a:lnTo>
                  <a:lnTo>
                    <a:pt x="5079995" y="318213"/>
                  </a:lnTo>
                  <a:lnTo>
                    <a:pt x="5079995" y="317782"/>
                  </a:lnTo>
                  <a:lnTo>
                    <a:pt x="5079995" y="317352"/>
                  </a:lnTo>
                  <a:lnTo>
                    <a:pt x="5080112" y="317352"/>
                  </a:lnTo>
                  <a:lnTo>
                    <a:pt x="5080230" y="317352"/>
                  </a:lnTo>
                  <a:lnTo>
                    <a:pt x="5080348" y="317352"/>
                  </a:lnTo>
                  <a:lnTo>
                    <a:pt x="5080465" y="317352"/>
                  </a:lnTo>
                  <a:lnTo>
                    <a:pt x="5080583" y="317352"/>
                  </a:lnTo>
                  <a:lnTo>
                    <a:pt x="5080701" y="317352"/>
                  </a:lnTo>
                  <a:lnTo>
                    <a:pt x="5080818" y="317352"/>
                  </a:lnTo>
                  <a:lnTo>
                    <a:pt x="5080936" y="317352"/>
                  </a:lnTo>
                  <a:lnTo>
                    <a:pt x="5081053" y="317352"/>
                  </a:lnTo>
                  <a:lnTo>
                    <a:pt x="5081171" y="317352"/>
                  </a:lnTo>
                  <a:lnTo>
                    <a:pt x="5081289" y="317352"/>
                  </a:lnTo>
                  <a:lnTo>
                    <a:pt x="5081289" y="316921"/>
                  </a:lnTo>
                  <a:lnTo>
                    <a:pt x="5081289" y="316491"/>
                  </a:lnTo>
                  <a:lnTo>
                    <a:pt x="5081406" y="316491"/>
                  </a:lnTo>
                  <a:lnTo>
                    <a:pt x="5081524" y="316491"/>
                  </a:lnTo>
                  <a:lnTo>
                    <a:pt x="5081641" y="316491"/>
                  </a:lnTo>
                  <a:lnTo>
                    <a:pt x="5081759" y="316491"/>
                  </a:lnTo>
                  <a:lnTo>
                    <a:pt x="5081877" y="316491"/>
                  </a:lnTo>
                  <a:lnTo>
                    <a:pt x="5081994" y="316491"/>
                  </a:lnTo>
                  <a:lnTo>
                    <a:pt x="5082112" y="316491"/>
                  </a:lnTo>
                  <a:lnTo>
                    <a:pt x="5082112" y="316060"/>
                  </a:lnTo>
                  <a:lnTo>
                    <a:pt x="5082230" y="316060"/>
                  </a:lnTo>
                  <a:lnTo>
                    <a:pt x="5082347" y="316060"/>
                  </a:lnTo>
                  <a:lnTo>
                    <a:pt x="5082465" y="316060"/>
                  </a:lnTo>
                  <a:lnTo>
                    <a:pt x="5082582" y="316060"/>
                  </a:lnTo>
                  <a:lnTo>
                    <a:pt x="5082700" y="316060"/>
                  </a:lnTo>
                  <a:lnTo>
                    <a:pt x="5082818" y="316060"/>
                  </a:lnTo>
                  <a:lnTo>
                    <a:pt x="5082935" y="316060"/>
                  </a:lnTo>
                  <a:lnTo>
                    <a:pt x="5083053" y="316060"/>
                  </a:lnTo>
                  <a:lnTo>
                    <a:pt x="5083170" y="316060"/>
                  </a:lnTo>
                  <a:lnTo>
                    <a:pt x="5083288" y="316060"/>
                  </a:lnTo>
                  <a:lnTo>
                    <a:pt x="5083406" y="316060"/>
                  </a:lnTo>
                  <a:lnTo>
                    <a:pt x="5083523" y="316060"/>
                  </a:lnTo>
                  <a:lnTo>
                    <a:pt x="5083641" y="316060"/>
                  </a:lnTo>
                  <a:lnTo>
                    <a:pt x="5083758" y="316060"/>
                  </a:lnTo>
                  <a:lnTo>
                    <a:pt x="5083876" y="316060"/>
                  </a:lnTo>
                  <a:lnTo>
                    <a:pt x="5083994" y="316060"/>
                  </a:lnTo>
                  <a:lnTo>
                    <a:pt x="5084111" y="316060"/>
                  </a:lnTo>
                  <a:lnTo>
                    <a:pt x="5084229" y="316060"/>
                  </a:lnTo>
                  <a:lnTo>
                    <a:pt x="5084347" y="316060"/>
                  </a:lnTo>
                  <a:lnTo>
                    <a:pt x="5084464" y="316060"/>
                  </a:lnTo>
                  <a:lnTo>
                    <a:pt x="5084582" y="316060"/>
                  </a:lnTo>
                  <a:lnTo>
                    <a:pt x="5084699" y="316060"/>
                  </a:lnTo>
                  <a:lnTo>
                    <a:pt x="5084817" y="316060"/>
                  </a:lnTo>
                  <a:lnTo>
                    <a:pt x="5084935" y="316060"/>
                  </a:lnTo>
                  <a:lnTo>
                    <a:pt x="5085052" y="316060"/>
                  </a:lnTo>
                  <a:lnTo>
                    <a:pt x="5085170" y="316060"/>
                  </a:lnTo>
                  <a:lnTo>
                    <a:pt x="5085287" y="316060"/>
                  </a:lnTo>
                  <a:lnTo>
                    <a:pt x="5085405" y="316060"/>
                  </a:lnTo>
                  <a:lnTo>
                    <a:pt x="5085405" y="315629"/>
                  </a:lnTo>
                  <a:lnTo>
                    <a:pt x="5085523" y="315629"/>
                  </a:lnTo>
                  <a:lnTo>
                    <a:pt x="5085640" y="315629"/>
                  </a:lnTo>
                  <a:lnTo>
                    <a:pt x="5085758" y="315629"/>
                  </a:lnTo>
                  <a:lnTo>
                    <a:pt x="5085876" y="315629"/>
                  </a:lnTo>
                  <a:lnTo>
                    <a:pt x="5085993" y="315629"/>
                  </a:lnTo>
                  <a:lnTo>
                    <a:pt x="5086111" y="315629"/>
                  </a:lnTo>
                  <a:lnTo>
                    <a:pt x="5086228" y="315629"/>
                  </a:lnTo>
                  <a:lnTo>
                    <a:pt x="5086346" y="315629"/>
                  </a:lnTo>
                  <a:lnTo>
                    <a:pt x="5086464" y="315629"/>
                  </a:lnTo>
                  <a:lnTo>
                    <a:pt x="5086581" y="315629"/>
                  </a:lnTo>
                  <a:lnTo>
                    <a:pt x="5086581" y="315199"/>
                  </a:lnTo>
                  <a:lnTo>
                    <a:pt x="5086699" y="315199"/>
                  </a:lnTo>
                  <a:lnTo>
                    <a:pt x="5086816" y="315199"/>
                  </a:lnTo>
                  <a:lnTo>
                    <a:pt x="5086816" y="314768"/>
                  </a:lnTo>
                  <a:lnTo>
                    <a:pt x="5086934" y="314768"/>
                  </a:lnTo>
                  <a:lnTo>
                    <a:pt x="5087052" y="314768"/>
                  </a:lnTo>
                  <a:lnTo>
                    <a:pt x="5087169" y="314768"/>
                  </a:lnTo>
                  <a:lnTo>
                    <a:pt x="5087287" y="314768"/>
                  </a:lnTo>
                  <a:lnTo>
                    <a:pt x="5087405" y="314768"/>
                  </a:lnTo>
                  <a:lnTo>
                    <a:pt x="5087522" y="314768"/>
                  </a:lnTo>
                  <a:lnTo>
                    <a:pt x="5087640" y="314768"/>
                  </a:lnTo>
                  <a:lnTo>
                    <a:pt x="5087757" y="314768"/>
                  </a:lnTo>
                  <a:lnTo>
                    <a:pt x="5087875" y="314768"/>
                  </a:lnTo>
                  <a:lnTo>
                    <a:pt x="5087993" y="314768"/>
                  </a:lnTo>
                  <a:lnTo>
                    <a:pt x="5088110" y="314768"/>
                  </a:lnTo>
                  <a:lnTo>
                    <a:pt x="5088228" y="314768"/>
                  </a:lnTo>
                  <a:lnTo>
                    <a:pt x="5088345" y="314768"/>
                  </a:lnTo>
                  <a:lnTo>
                    <a:pt x="5088463" y="314768"/>
                  </a:lnTo>
                  <a:lnTo>
                    <a:pt x="5088581" y="314768"/>
                  </a:lnTo>
                  <a:lnTo>
                    <a:pt x="5088698" y="314768"/>
                  </a:lnTo>
                  <a:lnTo>
                    <a:pt x="5088816" y="314768"/>
                  </a:lnTo>
                  <a:lnTo>
                    <a:pt x="5088816" y="314338"/>
                  </a:lnTo>
                  <a:lnTo>
                    <a:pt x="5088934" y="314338"/>
                  </a:lnTo>
                  <a:lnTo>
                    <a:pt x="5089051" y="314338"/>
                  </a:lnTo>
                  <a:lnTo>
                    <a:pt x="5089169" y="314338"/>
                  </a:lnTo>
                  <a:lnTo>
                    <a:pt x="5089286" y="314338"/>
                  </a:lnTo>
                  <a:lnTo>
                    <a:pt x="5089404" y="314338"/>
                  </a:lnTo>
                  <a:lnTo>
                    <a:pt x="5089522" y="314338"/>
                  </a:lnTo>
                  <a:lnTo>
                    <a:pt x="5089639" y="314338"/>
                  </a:lnTo>
                  <a:lnTo>
                    <a:pt x="5089757" y="314338"/>
                  </a:lnTo>
                  <a:lnTo>
                    <a:pt x="5089874" y="314338"/>
                  </a:lnTo>
                  <a:lnTo>
                    <a:pt x="5089992" y="314338"/>
                  </a:lnTo>
                  <a:lnTo>
                    <a:pt x="5090110" y="314338"/>
                  </a:lnTo>
                  <a:lnTo>
                    <a:pt x="5090227" y="314338"/>
                  </a:lnTo>
                  <a:lnTo>
                    <a:pt x="5090345" y="314338"/>
                  </a:lnTo>
                  <a:lnTo>
                    <a:pt x="5090462" y="314338"/>
                  </a:lnTo>
                  <a:lnTo>
                    <a:pt x="5090580" y="314338"/>
                  </a:lnTo>
                  <a:lnTo>
                    <a:pt x="5090698" y="314338"/>
                  </a:lnTo>
                  <a:lnTo>
                    <a:pt x="5090815" y="314338"/>
                  </a:lnTo>
                  <a:lnTo>
                    <a:pt x="5090933" y="314338"/>
                  </a:lnTo>
                  <a:lnTo>
                    <a:pt x="5091051" y="314338"/>
                  </a:lnTo>
                  <a:lnTo>
                    <a:pt x="5091168" y="314338"/>
                  </a:lnTo>
                  <a:lnTo>
                    <a:pt x="5091286" y="314338"/>
                  </a:lnTo>
                  <a:lnTo>
                    <a:pt x="5091403" y="314338"/>
                  </a:lnTo>
                  <a:lnTo>
                    <a:pt x="5091521" y="314338"/>
                  </a:lnTo>
                  <a:lnTo>
                    <a:pt x="5091639" y="314338"/>
                  </a:lnTo>
                  <a:lnTo>
                    <a:pt x="5091756" y="314338"/>
                  </a:lnTo>
                  <a:lnTo>
                    <a:pt x="5091874" y="314338"/>
                  </a:lnTo>
                  <a:lnTo>
                    <a:pt x="5091991" y="314338"/>
                  </a:lnTo>
                  <a:lnTo>
                    <a:pt x="5092109" y="314338"/>
                  </a:lnTo>
                  <a:lnTo>
                    <a:pt x="5092227" y="314338"/>
                  </a:lnTo>
                  <a:lnTo>
                    <a:pt x="5092344" y="314338"/>
                  </a:lnTo>
                  <a:lnTo>
                    <a:pt x="5092462" y="314338"/>
                  </a:lnTo>
                  <a:lnTo>
                    <a:pt x="5092580" y="314338"/>
                  </a:lnTo>
                  <a:lnTo>
                    <a:pt x="5092697" y="314338"/>
                  </a:lnTo>
                  <a:lnTo>
                    <a:pt x="5092815" y="314338"/>
                  </a:lnTo>
                  <a:lnTo>
                    <a:pt x="5092932" y="314338"/>
                  </a:lnTo>
                  <a:lnTo>
                    <a:pt x="5093050" y="314338"/>
                  </a:lnTo>
                  <a:lnTo>
                    <a:pt x="5093168" y="314338"/>
                  </a:lnTo>
                  <a:lnTo>
                    <a:pt x="5093285" y="314338"/>
                  </a:lnTo>
                  <a:lnTo>
                    <a:pt x="5093403" y="314338"/>
                  </a:lnTo>
                  <a:lnTo>
                    <a:pt x="5093520" y="314338"/>
                  </a:lnTo>
                  <a:lnTo>
                    <a:pt x="5093638" y="314338"/>
                  </a:lnTo>
                  <a:lnTo>
                    <a:pt x="5093638" y="313907"/>
                  </a:lnTo>
                  <a:lnTo>
                    <a:pt x="5093756" y="313907"/>
                  </a:lnTo>
                  <a:lnTo>
                    <a:pt x="5093873" y="313907"/>
                  </a:lnTo>
                  <a:lnTo>
                    <a:pt x="5093991" y="313907"/>
                  </a:lnTo>
                  <a:lnTo>
                    <a:pt x="5094109" y="313907"/>
                  </a:lnTo>
                  <a:lnTo>
                    <a:pt x="5094226" y="313907"/>
                  </a:lnTo>
                  <a:lnTo>
                    <a:pt x="5094344" y="313907"/>
                  </a:lnTo>
                  <a:lnTo>
                    <a:pt x="5094461" y="313907"/>
                  </a:lnTo>
                  <a:lnTo>
                    <a:pt x="5094579" y="313907"/>
                  </a:lnTo>
                  <a:lnTo>
                    <a:pt x="5094697" y="313907"/>
                  </a:lnTo>
                  <a:lnTo>
                    <a:pt x="5094814" y="313907"/>
                  </a:lnTo>
                  <a:lnTo>
                    <a:pt x="5094932" y="313907"/>
                  </a:lnTo>
                  <a:lnTo>
                    <a:pt x="5095049" y="313907"/>
                  </a:lnTo>
                  <a:lnTo>
                    <a:pt x="5095167" y="313907"/>
                  </a:lnTo>
                  <a:lnTo>
                    <a:pt x="5095167" y="313476"/>
                  </a:lnTo>
                  <a:lnTo>
                    <a:pt x="5095285" y="313476"/>
                  </a:lnTo>
                  <a:lnTo>
                    <a:pt x="5095402" y="313476"/>
                  </a:lnTo>
                  <a:lnTo>
                    <a:pt x="5095520" y="313476"/>
                  </a:lnTo>
                  <a:lnTo>
                    <a:pt x="5095638" y="313476"/>
                  </a:lnTo>
                  <a:lnTo>
                    <a:pt x="5095755" y="313476"/>
                  </a:lnTo>
                  <a:lnTo>
                    <a:pt x="5095873" y="313476"/>
                  </a:lnTo>
                  <a:lnTo>
                    <a:pt x="5095990" y="313476"/>
                  </a:lnTo>
                  <a:lnTo>
                    <a:pt x="5096108" y="313476"/>
                  </a:lnTo>
                  <a:lnTo>
                    <a:pt x="5096226" y="313476"/>
                  </a:lnTo>
                  <a:lnTo>
                    <a:pt x="5096343" y="313476"/>
                  </a:lnTo>
                  <a:lnTo>
                    <a:pt x="5096461" y="313476"/>
                  </a:lnTo>
                  <a:lnTo>
                    <a:pt x="5096461" y="313046"/>
                  </a:lnTo>
                  <a:lnTo>
                    <a:pt x="5096578" y="313046"/>
                  </a:lnTo>
                  <a:lnTo>
                    <a:pt x="5096696" y="313046"/>
                  </a:lnTo>
                  <a:lnTo>
                    <a:pt x="5096814" y="313046"/>
                  </a:lnTo>
                  <a:lnTo>
                    <a:pt x="5096931" y="313046"/>
                  </a:lnTo>
                  <a:lnTo>
                    <a:pt x="5097049" y="313046"/>
                  </a:lnTo>
                  <a:lnTo>
                    <a:pt x="5097167" y="313046"/>
                  </a:lnTo>
                  <a:lnTo>
                    <a:pt x="5097284" y="313046"/>
                  </a:lnTo>
                  <a:lnTo>
                    <a:pt x="5097402" y="313046"/>
                  </a:lnTo>
                  <a:lnTo>
                    <a:pt x="5097519" y="313046"/>
                  </a:lnTo>
                  <a:lnTo>
                    <a:pt x="5097519" y="312615"/>
                  </a:lnTo>
                  <a:lnTo>
                    <a:pt x="5097519" y="312185"/>
                  </a:lnTo>
                  <a:lnTo>
                    <a:pt x="5097637" y="312185"/>
                  </a:lnTo>
                  <a:lnTo>
                    <a:pt x="5097755" y="312185"/>
                  </a:lnTo>
                  <a:lnTo>
                    <a:pt x="5097872" y="312185"/>
                  </a:lnTo>
                  <a:lnTo>
                    <a:pt x="5097990" y="312185"/>
                  </a:lnTo>
                  <a:lnTo>
                    <a:pt x="5098107" y="312185"/>
                  </a:lnTo>
                  <a:lnTo>
                    <a:pt x="5098225" y="312185"/>
                  </a:lnTo>
                  <a:lnTo>
                    <a:pt x="5098343" y="312185"/>
                  </a:lnTo>
                  <a:lnTo>
                    <a:pt x="5098460" y="312185"/>
                  </a:lnTo>
                  <a:lnTo>
                    <a:pt x="5098460" y="311754"/>
                  </a:lnTo>
                  <a:lnTo>
                    <a:pt x="5098578" y="311754"/>
                  </a:lnTo>
                  <a:lnTo>
                    <a:pt x="5098695" y="311754"/>
                  </a:lnTo>
                  <a:lnTo>
                    <a:pt x="5098813" y="311754"/>
                  </a:lnTo>
                  <a:lnTo>
                    <a:pt x="5098931" y="311754"/>
                  </a:lnTo>
                  <a:lnTo>
                    <a:pt x="5099048" y="311754"/>
                  </a:lnTo>
                  <a:lnTo>
                    <a:pt x="5099166" y="311754"/>
                  </a:lnTo>
                  <a:lnTo>
                    <a:pt x="5099284" y="311754"/>
                  </a:lnTo>
                  <a:lnTo>
                    <a:pt x="5099401" y="311754"/>
                  </a:lnTo>
                  <a:lnTo>
                    <a:pt x="5099519" y="311754"/>
                  </a:lnTo>
                  <a:lnTo>
                    <a:pt x="5099636" y="311754"/>
                  </a:lnTo>
                  <a:lnTo>
                    <a:pt x="5099754" y="311754"/>
                  </a:lnTo>
                  <a:lnTo>
                    <a:pt x="5099872" y="311754"/>
                  </a:lnTo>
                  <a:lnTo>
                    <a:pt x="5099989" y="311754"/>
                  </a:lnTo>
                  <a:lnTo>
                    <a:pt x="5100107" y="311754"/>
                  </a:lnTo>
                  <a:lnTo>
                    <a:pt x="5100224" y="311754"/>
                  </a:lnTo>
                  <a:lnTo>
                    <a:pt x="5100342" y="311754"/>
                  </a:lnTo>
                  <a:lnTo>
                    <a:pt x="5100460" y="311754"/>
                  </a:lnTo>
                  <a:lnTo>
                    <a:pt x="5100460" y="311323"/>
                  </a:lnTo>
                  <a:lnTo>
                    <a:pt x="5100577" y="311323"/>
                  </a:lnTo>
                  <a:lnTo>
                    <a:pt x="5100695" y="311323"/>
                  </a:lnTo>
                  <a:lnTo>
                    <a:pt x="5100813" y="311323"/>
                  </a:lnTo>
                  <a:lnTo>
                    <a:pt x="5100930" y="311323"/>
                  </a:lnTo>
                  <a:lnTo>
                    <a:pt x="5101048" y="311323"/>
                  </a:lnTo>
                  <a:lnTo>
                    <a:pt x="5101048" y="310893"/>
                  </a:lnTo>
                  <a:lnTo>
                    <a:pt x="5101165" y="310893"/>
                  </a:lnTo>
                  <a:lnTo>
                    <a:pt x="5101283" y="310893"/>
                  </a:lnTo>
                  <a:lnTo>
                    <a:pt x="5101283" y="310462"/>
                  </a:lnTo>
                  <a:lnTo>
                    <a:pt x="5101401" y="310462"/>
                  </a:lnTo>
                  <a:lnTo>
                    <a:pt x="5101518" y="310462"/>
                  </a:lnTo>
                  <a:lnTo>
                    <a:pt x="5101636" y="310462"/>
                  </a:lnTo>
                  <a:lnTo>
                    <a:pt x="5101753" y="310462"/>
                  </a:lnTo>
                  <a:lnTo>
                    <a:pt x="5101871" y="310462"/>
                  </a:lnTo>
                  <a:lnTo>
                    <a:pt x="5101989" y="310462"/>
                  </a:lnTo>
                  <a:lnTo>
                    <a:pt x="5102106" y="310462"/>
                  </a:lnTo>
                  <a:lnTo>
                    <a:pt x="5102106" y="310032"/>
                  </a:lnTo>
                  <a:lnTo>
                    <a:pt x="5102224" y="310032"/>
                  </a:lnTo>
                  <a:lnTo>
                    <a:pt x="5102342" y="310032"/>
                  </a:lnTo>
                  <a:lnTo>
                    <a:pt x="5102459" y="310032"/>
                  </a:lnTo>
                  <a:lnTo>
                    <a:pt x="5102577" y="310032"/>
                  </a:lnTo>
                  <a:lnTo>
                    <a:pt x="5102694" y="310032"/>
                  </a:lnTo>
                  <a:lnTo>
                    <a:pt x="5102694" y="309601"/>
                  </a:lnTo>
                  <a:lnTo>
                    <a:pt x="5102812" y="309601"/>
                  </a:lnTo>
                  <a:lnTo>
                    <a:pt x="5102930" y="309601"/>
                  </a:lnTo>
                  <a:lnTo>
                    <a:pt x="5103047" y="309601"/>
                  </a:lnTo>
                  <a:lnTo>
                    <a:pt x="5103165" y="309601"/>
                  </a:lnTo>
                  <a:lnTo>
                    <a:pt x="5103282" y="309601"/>
                  </a:lnTo>
                  <a:lnTo>
                    <a:pt x="5103400" y="309601"/>
                  </a:lnTo>
                  <a:lnTo>
                    <a:pt x="5103400" y="309170"/>
                  </a:lnTo>
                  <a:lnTo>
                    <a:pt x="5103518" y="309170"/>
                  </a:lnTo>
                  <a:lnTo>
                    <a:pt x="5103635" y="309170"/>
                  </a:lnTo>
                  <a:lnTo>
                    <a:pt x="5103753" y="309170"/>
                  </a:lnTo>
                  <a:lnTo>
                    <a:pt x="5103753" y="308740"/>
                  </a:lnTo>
                  <a:lnTo>
                    <a:pt x="5103871" y="308740"/>
                  </a:lnTo>
                  <a:lnTo>
                    <a:pt x="5103988" y="308740"/>
                  </a:lnTo>
                  <a:lnTo>
                    <a:pt x="5104106" y="308740"/>
                  </a:lnTo>
                  <a:lnTo>
                    <a:pt x="5104223" y="308740"/>
                  </a:lnTo>
                  <a:lnTo>
                    <a:pt x="5104341" y="308740"/>
                  </a:lnTo>
                  <a:lnTo>
                    <a:pt x="5104459" y="308740"/>
                  </a:lnTo>
                  <a:lnTo>
                    <a:pt x="5104576" y="308740"/>
                  </a:lnTo>
                  <a:lnTo>
                    <a:pt x="5104694" y="308740"/>
                  </a:lnTo>
                  <a:lnTo>
                    <a:pt x="5104811" y="308740"/>
                  </a:lnTo>
                  <a:lnTo>
                    <a:pt x="5104929" y="308740"/>
                  </a:lnTo>
                  <a:lnTo>
                    <a:pt x="5105047" y="308740"/>
                  </a:lnTo>
                  <a:lnTo>
                    <a:pt x="5105164" y="308740"/>
                  </a:lnTo>
                  <a:lnTo>
                    <a:pt x="5105282" y="308740"/>
                  </a:lnTo>
                  <a:lnTo>
                    <a:pt x="5105400" y="308740"/>
                  </a:lnTo>
                  <a:lnTo>
                    <a:pt x="5105517" y="308740"/>
                  </a:lnTo>
                  <a:lnTo>
                    <a:pt x="5105635" y="308740"/>
                  </a:lnTo>
                  <a:lnTo>
                    <a:pt x="5105752" y="308740"/>
                  </a:lnTo>
                  <a:lnTo>
                    <a:pt x="5105870" y="308740"/>
                  </a:lnTo>
                  <a:lnTo>
                    <a:pt x="5105988" y="308740"/>
                  </a:lnTo>
                  <a:lnTo>
                    <a:pt x="5106105" y="308740"/>
                  </a:lnTo>
                  <a:lnTo>
                    <a:pt x="5106223" y="308740"/>
                  </a:lnTo>
                  <a:lnTo>
                    <a:pt x="5106340" y="308740"/>
                  </a:lnTo>
                  <a:lnTo>
                    <a:pt x="5106458" y="308740"/>
                  </a:lnTo>
                  <a:lnTo>
                    <a:pt x="5106576" y="308740"/>
                  </a:lnTo>
                  <a:lnTo>
                    <a:pt x="5106693" y="308740"/>
                  </a:lnTo>
                  <a:lnTo>
                    <a:pt x="5106811" y="308740"/>
                  </a:lnTo>
                  <a:lnTo>
                    <a:pt x="5106928" y="308740"/>
                  </a:lnTo>
                  <a:lnTo>
                    <a:pt x="5107046" y="308740"/>
                  </a:lnTo>
                  <a:lnTo>
                    <a:pt x="5107164" y="308740"/>
                  </a:lnTo>
                  <a:lnTo>
                    <a:pt x="5107281" y="308740"/>
                  </a:lnTo>
                  <a:lnTo>
                    <a:pt x="5107399" y="308740"/>
                  </a:lnTo>
                  <a:lnTo>
                    <a:pt x="5107517" y="308740"/>
                  </a:lnTo>
                  <a:lnTo>
                    <a:pt x="5107634" y="308740"/>
                  </a:lnTo>
                  <a:lnTo>
                    <a:pt x="5107752" y="308740"/>
                  </a:lnTo>
                  <a:lnTo>
                    <a:pt x="5107869" y="308740"/>
                  </a:lnTo>
                  <a:lnTo>
                    <a:pt x="5107987" y="308740"/>
                  </a:lnTo>
                  <a:lnTo>
                    <a:pt x="5108105" y="308740"/>
                  </a:lnTo>
                  <a:lnTo>
                    <a:pt x="5108222" y="308740"/>
                  </a:lnTo>
                  <a:lnTo>
                    <a:pt x="5108340" y="308740"/>
                  </a:lnTo>
                  <a:lnTo>
                    <a:pt x="5108457" y="308740"/>
                  </a:lnTo>
                  <a:lnTo>
                    <a:pt x="5108575" y="308740"/>
                  </a:lnTo>
                  <a:lnTo>
                    <a:pt x="5108693" y="308740"/>
                  </a:lnTo>
                  <a:lnTo>
                    <a:pt x="5108810" y="308740"/>
                  </a:lnTo>
                  <a:lnTo>
                    <a:pt x="5108928" y="308740"/>
                  </a:lnTo>
                  <a:lnTo>
                    <a:pt x="5108928" y="308309"/>
                  </a:lnTo>
                  <a:lnTo>
                    <a:pt x="5109046" y="308309"/>
                  </a:lnTo>
                  <a:lnTo>
                    <a:pt x="5109163" y="308309"/>
                  </a:lnTo>
                  <a:lnTo>
                    <a:pt x="5109281" y="308309"/>
                  </a:lnTo>
                  <a:lnTo>
                    <a:pt x="5109398" y="308309"/>
                  </a:lnTo>
                  <a:lnTo>
                    <a:pt x="5109398" y="307879"/>
                  </a:lnTo>
                  <a:lnTo>
                    <a:pt x="5109516" y="307879"/>
                  </a:lnTo>
                  <a:lnTo>
                    <a:pt x="5109634" y="307879"/>
                  </a:lnTo>
                  <a:lnTo>
                    <a:pt x="5109751" y="307879"/>
                  </a:lnTo>
                  <a:lnTo>
                    <a:pt x="5109869" y="307879"/>
                  </a:lnTo>
                  <a:lnTo>
                    <a:pt x="5109869" y="307448"/>
                  </a:lnTo>
                  <a:lnTo>
                    <a:pt x="5109869" y="307017"/>
                  </a:lnTo>
                  <a:lnTo>
                    <a:pt x="5109869" y="306587"/>
                  </a:lnTo>
                  <a:lnTo>
                    <a:pt x="5109986" y="306587"/>
                  </a:lnTo>
                  <a:lnTo>
                    <a:pt x="5109986" y="306156"/>
                  </a:lnTo>
                  <a:lnTo>
                    <a:pt x="5110104" y="306156"/>
                  </a:lnTo>
                  <a:lnTo>
                    <a:pt x="5110222" y="306156"/>
                  </a:lnTo>
                  <a:lnTo>
                    <a:pt x="5110339" y="306156"/>
                  </a:lnTo>
                  <a:lnTo>
                    <a:pt x="5110339" y="305726"/>
                  </a:lnTo>
                  <a:lnTo>
                    <a:pt x="5110457" y="305726"/>
                  </a:lnTo>
                  <a:lnTo>
                    <a:pt x="5110575" y="305726"/>
                  </a:lnTo>
                  <a:lnTo>
                    <a:pt x="5110692" y="305726"/>
                  </a:lnTo>
                  <a:lnTo>
                    <a:pt x="5110810" y="305726"/>
                  </a:lnTo>
                  <a:lnTo>
                    <a:pt x="5110927" y="305726"/>
                  </a:lnTo>
                  <a:lnTo>
                    <a:pt x="5111045" y="305726"/>
                  </a:lnTo>
                  <a:lnTo>
                    <a:pt x="5111163" y="305726"/>
                  </a:lnTo>
                  <a:lnTo>
                    <a:pt x="5111280" y="305726"/>
                  </a:lnTo>
                  <a:lnTo>
                    <a:pt x="5111398" y="305726"/>
                  </a:lnTo>
                  <a:lnTo>
                    <a:pt x="5111398" y="305295"/>
                  </a:lnTo>
                  <a:lnTo>
                    <a:pt x="5111515" y="305295"/>
                  </a:lnTo>
                  <a:lnTo>
                    <a:pt x="5111633" y="305295"/>
                  </a:lnTo>
                  <a:lnTo>
                    <a:pt x="5111751" y="305295"/>
                  </a:lnTo>
                  <a:lnTo>
                    <a:pt x="5111751" y="304864"/>
                  </a:lnTo>
                  <a:lnTo>
                    <a:pt x="5111868" y="304864"/>
                  </a:lnTo>
                  <a:lnTo>
                    <a:pt x="5111986" y="304864"/>
                  </a:lnTo>
                  <a:lnTo>
                    <a:pt x="5111986" y="304434"/>
                  </a:lnTo>
                  <a:lnTo>
                    <a:pt x="5112104" y="304434"/>
                  </a:lnTo>
                  <a:lnTo>
                    <a:pt x="5112221" y="304434"/>
                  </a:lnTo>
                  <a:lnTo>
                    <a:pt x="5112339" y="304434"/>
                  </a:lnTo>
                  <a:lnTo>
                    <a:pt x="5112456" y="304434"/>
                  </a:lnTo>
                  <a:lnTo>
                    <a:pt x="5112574" y="304434"/>
                  </a:lnTo>
                  <a:lnTo>
                    <a:pt x="5112692" y="304434"/>
                  </a:lnTo>
                  <a:lnTo>
                    <a:pt x="5112809" y="304434"/>
                  </a:lnTo>
                  <a:lnTo>
                    <a:pt x="5112927" y="304434"/>
                  </a:lnTo>
                  <a:lnTo>
                    <a:pt x="5113044" y="304434"/>
                  </a:lnTo>
                  <a:lnTo>
                    <a:pt x="5113162" y="304434"/>
                  </a:lnTo>
                  <a:lnTo>
                    <a:pt x="5113280" y="304434"/>
                  </a:lnTo>
                  <a:lnTo>
                    <a:pt x="5113397" y="304434"/>
                  </a:lnTo>
                  <a:lnTo>
                    <a:pt x="5113515" y="304434"/>
                  </a:lnTo>
                  <a:lnTo>
                    <a:pt x="5113633" y="304434"/>
                  </a:lnTo>
                  <a:lnTo>
                    <a:pt x="5113750" y="304434"/>
                  </a:lnTo>
                  <a:lnTo>
                    <a:pt x="5113868" y="304434"/>
                  </a:lnTo>
                  <a:lnTo>
                    <a:pt x="5113985" y="304434"/>
                  </a:lnTo>
                  <a:lnTo>
                    <a:pt x="5114103" y="304434"/>
                  </a:lnTo>
                  <a:lnTo>
                    <a:pt x="5114221" y="304434"/>
                  </a:lnTo>
                  <a:lnTo>
                    <a:pt x="5114338" y="304434"/>
                  </a:lnTo>
                  <a:lnTo>
                    <a:pt x="5114456" y="304434"/>
                  </a:lnTo>
                  <a:lnTo>
                    <a:pt x="5114573" y="304434"/>
                  </a:lnTo>
                  <a:lnTo>
                    <a:pt x="5114691" y="304434"/>
                  </a:lnTo>
                  <a:lnTo>
                    <a:pt x="5114809" y="304434"/>
                  </a:lnTo>
                  <a:lnTo>
                    <a:pt x="5114926" y="304434"/>
                  </a:lnTo>
                  <a:lnTo>
                    <a:pt x="5114926" y="304003"/>
                  </a:lnTo>
                  <a:lnTo>
                    <a:pt x="5115044" y="304003"/>
                  </a:lnTo>
                  <a:lnTo>
                    <a:pt x="5115161" y="304003"/>
                  </a:lnTo>
                  <a:lnTo>
                    <a:pt x="5115161" y="303573"/>
                  </a:lnTo>
                  <a:lnTo>
                    <a:pt x="5115279" y="303573"/>
                  </a:lnTo>
                  <a:lnTo>
                    <a:pt x="5115397" y="303573"/>
                  </a:lnTo>
                  <a:lnTo>
                    <a:pt x="5115514" y="303573"/>
                  </a:lnTo>
                  <a:lnTo>
                    <a:pt x="5115632" y="303573"/>
                  </a:lnTo>
                  <a:lnTo>
                    <a:pt x="5115750" y="303573"/>
                  </a:lnTo>
                  <a:lnTo>
                    <a:pt x="5115867" y="303573"/>
                  </a:lnTo>
                  <a:lnTo>
                    <a:pt x="5115985" y="303573"/>
                  </a:lnTo>
                  <a:lnTo>
                    <a:pt x="5116102" y="303573"/>
                  </a:lnTo>
                  <a:lnTo>
                    <a:pt x="5116220" y="303573"/>
                  </a:lnTo>
                  <a:lnTo>
                    <a:pt x="5116338" y="303573"/>
                  </a:lnTo>
                  <a:lnTo>
                    <a:pt x="5116455" y="303573"/>
                  </a:lnTo>
                  <a:lnTo>
                    <a:pt x="5116573" y="303573"/>
                  </a:lnTo>
                  <a:lnTo>
                    <a:pt x="5116690" y="303573"/>
                  </a:lnTo>
                  <a:lnTo>
                    <a:pt x="5116808" y="303573"/>
                  </a:lnTo>
                  <a:lnTo>
                    <a:pt x="5116926" y="303573"/>
                  </a:lnTo>
                  <a:lnTo>
                    <a:pt x="5117043" y="303573"/>
                  </a:lnTo>
                  <a:lnTo>
                    <a:pt x="5117043" y="303142"/>
                  </a:lnTo>
                  <a:lnTo>
                    <a:pt x="5117161" y="303142"/>
                  </a:lnTo>
                  <a:lnTo>
                    <a:pt x="5117279" y="303142"/>
                  </a:lnTo>
                  <a:lnTo>
                    <a:pt x="5117396" y="303142"/>
                  </a:lnTo>
                  <a:lnTo>
                    <a:pt x="5117396" y="302711"/>
                  </a:lnTo>
                  <a:lnTo>
                    <a:pt x="5117514" y="302711"/>
                  </a:lnTo>
                  <a:lnTo>
                    <a:pt x="5117631" y="302711"/>
                  </a:lnTo>
                  <a:lnTo>
                    <a:pt x="5117749" y="302711"/>
                  </a:lnTo>
                  <a:lnTo>
                    <a:pt x="5117867" y="302711"/>
                  </a:lnTo>
                  <a:lnTo>
                    <a:pt x="5117984" y="302711"/>
                  </a:lnTo>
                  <a:lnTo>
                    <a:pt x="5118102" y="302711"/>
                  </a:lnTo>
                  <a:lnTo>
                    <a:pt x="5118219" y="302711"/>
                  </a:lnTo>
                  <a:lnTo>
                    <a:pt x="5118337" y="302711"/>
                  </a:lnTo>
                  <a:lnTo>
                    <a:pt x="5118455" y="302711"/>
                  </a:lnTo>
                  <a:lnTo>
                    <a:pt x="5118572" y="302711"/>
                  </a:lnTo>
                  <a:lnTo>
                    <a:pt x="5118690" y="302711"/>
                  </a:lnTo>
                  <a:lnTo>
                    <a:pt x="5118808" y="302711"/>
                  </a:lnTo>
                  <a:lnTo>
                    <a:pt x="5118925" y="302711"/>
                  </a:lnTo>
                  <a:lnTo>
                    <a:pt x="5119043" y="302711"/>
                  </a:lnTo>
                  <a:lnTo>
                    <a:pt x="5119160" y="302711"/>
                  </a:lnTo>
                  <a:lnTo>
                    <a:pt x="5119278" y="302711"/>
                  </a:lnTo>
                  <a:lnTo>
                    <a:pt x="5119278" y="302281"/>
                  </a:lnTo>
                  <a:lnTo>
                    <a:pt x="5119396" y="302281"/>
                  </a:lnTo>
                  <a:lnTo>
                    <a:pt x="5119513" y="302281"/>
                  </a:lnTo>
                  <a:lnTo>
                    <a:pt x="5119631" y="302281"/>
                  </a:lnTo>
                  <a:lnTo>
                    <a:pt x="5119748" y="302281"/>
                  </a:lnTo>
                  <a:lnTo>
                    <a:pt x="5119866" y="302281"/>
                  </a:lnTo>
                  <a:lnTo>
                    <a:pt x="5119984" y="302281"/>
                  </a:lnTo>
                  <a:lnTo>
                    <a:pt x="5120101" y="302281"/>
                  </a:lnTo>
                  <a:lnTo>
                    <a:pt x="5120219" y="302281"/>
                  </a:lnTo>
                  <a:lnTo>
                    <a:pt x="5120337" y="302281"/>
                  </a:lnTo>
                  <a:lnTo>
                    <a:pt x="5120337" y="301850"/>
                  </a:lnTo>
                  <a:lnTo>
                    <a:pt x="5120454" y="301850"/>
                  </a:lnTo>
                  <a:lnTo>
                    <a:pt x="5120572" y="301850"/>
                  </a:lnTo>
                  <a:lnTo>
                    <a:pt x="5120689" y="301850"/>
                  </a:lnTo>
                  <a:lnTo>
                    <a:pt x="5120807" y="301850"/>
                  </a:lnTo>
                  <a:lnTo>
                    <a:pt x="5120925" y="301850"/>
                  </a:lnTo>
                  <a:lnTo>
                    <a:pt x="5121042" y="301850"/>
                  </a:lnTo>
                  <a:lnTo>
                    <a:pt x="5121160" y="301850"/>
                  </a:lnTo>
                  <a:lnTo>
                    <a:pt x="5121277" y="301850"/>
                  </a:lnTo>
                  <a:lnTo>
                    <a:pt x="5121395" y="301850"/>
                  </a:lnTo>
                  <a:lnTo>
                    <a:pt x="5121513" y="301850"/>
                  </a:lnTo>
                  <a:lnTo>
                    <a:pt x="5121630" y="301850"/>
                  </a:lnTo>
                  <a:lnTo>
                    <a:pt x="5121630" y="301420"/>
                  </a:lnTo>
                  <a:lnTo>
                    <a:pt x="5121748" y="301420"/>
                  </a:lnTo>
                  <a:lnTo>
                    <a:pt x="5121866" y="301420"/>
                  </a:lnTo>
                  <a:lnTo>
                    <a:pt x="5121983" y="301420"/>
                  </a:lnTo>
                  <a:lnTo>
                    <a:pt x="5122101" y="301420"/>
                  </a:lnTo>
                  <a:lnTo>
                    <a:pt x="5122218" y="301420"/>
                  </a:lnTo>
                  <a:lnTo>
                    <a:pt x="5122336" y="301420"/>
                  </a:lnTo>
                  <a:lnTo>
                    <a:pt x="5122454" y="301420"/>
                  </a:lnTo>
                  <a:lnTo>
                    <a:pt x="5122571" y="301420"/>
                  </a:lnTo>
                  <a:lnTo>
                    <a:pt x="5122689" y="301420"/>
                  </a:lnTo>
                  <a:lnTo>
                    <a:pt x="5122806" y="301420"/>
                  </a:lnTo>
                  <a:lnTo>
                    <a:pt x="5122924" y="301420"/>
                  </a:lnTo>
                  <a:lnTo>
                    <a:pt x="5123042" y="301420"/>
                  </a:lnTo>
                  <a:lnTo>
                    <a:pt x="5123159" y="301420"/>
                  </a:lnTo>
                  <a:lnTo>
                    <a:pt x="5123277" y="301420"/>
                  </a:lnTo>
                  <a:lnTo>
                    <a:pt x="5123394" y="301420"/>
                  </a:lnTo>
                  <a:lnTo>
                    <a:pt x="5123512" y="301420"/>
                  </a:lnTo>
                  <a:lnTo>
                    <a:pt x="5123630" y="301420"/>
                  </a:lnTo>
                  <a:lnTo>
                    <a:pt x="5123747" y="301420"/>
                  </a:lnTo>
                  <a:lnTo>
                    <a:pt x="5123865" y="301420"/>
                  </a:lnTo>
                  <a:lnTo>
                    <a:pt x="5123983" y="301420"/>
                  </a:lnTo>
                  <a:lnTo>
                    <a:pt x="5123983" y="300989"/>
                  </a:lnTo>
                  <a:lnTo>
                    <a:pt x="5124100" y="300989"/>
                  </a:lnTo>
                  <a:lnTo>
                    <a:pt x="5124218" y="300989"/>
                  </a:lnTo>
                  <a:lnTo>
                    <a:pt x="5124335" y="300989"/>
                  </a:lnTo>
                  <a:lnTo>
                    <a:pt x="5124453" y="300989"/>
                  </a:lnTo>
                  <a:lnTo>
                    <a:pt x="5124571" y="300989"/>
                  </a:lnTo>
                  <a:lnTo>
                    <a:pt x="5124688" y="300989"/>
                  </a:lnTo>
                  <a:lnTo>
                    <a:pt x="5124806" y="300989"/>
                  </a:lnTo>
                  <a:lnTo>
                    <a:pt x="5124923" y="300989"/>
                  </a:lnTo>
                  <a:lnTo>
                    <a:pt x="5125041" y="300989"/>
                  </a:lnTo>
                  <a:lnTo>
                    <a:pt x="5125159" y="300989"/>
                  </a:lnTo>
                  <a:lnTo>
                    <a:pt x="5125276" y="300989"/>
                  </a:lnTo>
                  <a:lnTo>
                    <a:pt x="5125394" y="300989"/>
                  </a:lnTo>
                  <a:lnTo>
                    <a:pt x="5125512" y="300989"/>
                  </a:lnTo>
                  <a:lnTo>
                    <a:pt x="5125629" y="300989"/>
                  </a:lnTo>
                  <a:lnTo>
                    <a:pt x="5125747" y="300989"/>
                  </a:lnTo>
                  <a:lnTo>
                    <a:pt x="5125747" y="300558"/>
                  </a:lnTo>
                  <a:lnTo>
                    <a:pt x="5125864" y="300558"/>
                  </a:lnTo>
                  <a:lnTo>
                    <a:pt x="5125864" y="300128"/>
                  </a:lnTo>
                  <a:lnTo>
                    <a:pt x="5125982" y="300128"/>
                  </a:lnTo>
                  <a:lnTo>
                    <a:pt x="5126100" y="300128"/>
                  </a:lnTo>
                  <a:lnTo>
                    <a:pt x="5126217" y="300128"/>
                  </a:lnTo>
                  <a:lnTo>
                    <a:pt x="5126335" y="300128"/>
                  </a:lnTo>
                  <a:lnTo>
                    <a:pt x="5126335" y="299697"/>
                  </a:lnTo>
                  <a:lnTo>
                    <a:pt x="5126452" y="299697"/>
                  </a:lnTo>
                  <a:lnTo>
                    <a:pt x="5126570" y="299697"/>
                  </a:lnTo>
                  <a:lnTo>
                    <a:pt x="5126570" y="299267"/>
                  </a:lnTo>
                  <a:lnTo>
                    <a:pt x="5126688" y="299267"/>
                  </a:lnTo>
                  <a:lnTo>
                    <a:pt x="5126805" y="299267"/>
                  </a:lnTo>
                  <a:lnTo>
                    <a:pt x="5126923" y="299267"/>
                  </a:lnTo>
                  <a:lnTo>
                    <a:pt x="5126923" y="298836"/>
                  </a:lnTo>
                  <a:lnTo>
                    <a:pt x="5127041" y="298836"/>
                  </a:lnTo>
                  <a:lnTo>
                    <a:pt x="5127158" y="298836"/>
                  </a:lnTo>
                  <a:lnTo>
                    <a:pt x="5127276" y="298836"/>
                  </a:lnTo>
                  <a:lnTo>
                    <a:pt x="5127276" y="298405"/>
                  </a:lnTo>
                  <a:lnTo>
                    <a:pt x="5127393" y="298405"/>
                  </a:lnTo>
                  <a:lnTo>
                    <a:pt x="5127511" y="298405"/>
                  </a:lnTo>
                  <a:lnTo>
                    <a:pt x="5127629" y="298405"/>
                  </a:lnTo>
                  <a:lnTo>
                    <a:pt x="5127746" y="298405"/>
                  </a:lnTo>
                  <a:lnTo>
                    <a:pt x="5127864" y="298405"/>
                  </a:lnTo>
                  <a:lnTo>
                    <a:pt x="5127981" y="298405"/>
                  </a:lnTo>
                  <a:lnTo>
                    <a:pt x="5128099" y="298405"/>
                  </a:lnTo>
                  <a:lnTo>
                    <a:pt x="5128217" y="298405"/>
                  </a:lnTo>
                  <a:lnTo>
                    <a:pt x="5128334" y="298405"/>
                  </a:lnTo>
                  <a:lnTo>
                    <a:pt x="5128452" y="298405"/>
                  </a:lnTo>
                  <a:lnTo>
                    <a:pt x="5128570" y="298405"/>
                  </a:lnTo>
                  <a:lnTo>
                    <a:pt x="5128687" y="298405"/>
                  </a:lnTo>
                  <a:lnTo>
                    <a:pt x="5128805" y="298405"/>
                  </a:lnTo>
                  <a:lnTo>
                    <a:pt x="5128922" y="298405"/>
                  </a:lnTo>
                  <a:lnTo>
                    <a:pt x="5129040" y="298405"/>
                  </a:lnTo>
                  <a:lnTo>
                    <a:pt x="5129158" y="298405"/>
                  </a:lnTo>
                  <a:lnTo>
                    <a:pt x="5129275" y="298405"/>
                  </a:lnTo>
                  <a:lnTo>
                    <a:pt x="5129393" y="298405"/>
                  </a:lnTo>
                  <a:lnTo>
                    <a:pt x="5129510" y="298405"/>
                  </a:lnTo>
                  <a:lnTo>
                    <a:pt x="5129628" y="298405"/>
                  </a:lnTo>
                  <a:lnTo>
                    <a:pt x="5129746" y="298405"/>
                  </a:lnTo>
                  <a:lnTo>
                    <a:pt x="5129863" y="298405"/>
                  </a:lnTo>
                  <a:lnTo>
                    <a:pt x="5129981" y="298405"/>
                  </a:lnTo>
                  <a:lnTo>
                    <a:pt x="5130099" y="298405"/>
                  </a:lnTo>
                  <a:lnTo>
                    <a:pt x="5130216" y="298405"/>
                  </a:lnTo>
                  <a:lnTo>
                    <a:pt x="5130334" y="298405"/>
                  </a:lnTo>
                  <a:lnTo>
                    <a:pt x="5130451" y="298405"/>
                  </a:lnTo>
                  <a:lnTo>
                    <a:pt x="5130569" y="298405"/>
                  </a:lnTo>
                  <a:lnTo>
                    <a:pt x="5130687" y="298405"/>
                  </a:lnTo>
                  <a:lnTo>
                    <a:pt x="5130804" y="298405"/>
                  </a:lnTo>
                  <a:lnTo>
                    <a:pt x="5130922" y="298405"/>
                  </a:lnTo>
                  <a:lnTo>
                    <a:pt x="5131039" y="298405"/>
                  </a:lnTo>
                  <a:lnTo>
                    <a:pt x="5131039" y="297975"/>
                  </a:lnTo>
                  <a:lnTo>
                    <a:pt x="5131157" y="297975"/>
                  </a:lnTo>
                  <a:lnTo>
                    <a:pt x="5131275" y="297975"/>
                  </a:lnTo>
                  <a:lnTo>
                    <a:pt x="5131392" y="297975"/>
                  </a:lnTo>
                  <a:lnTo>
                    <a:pt x="5131510" y="297975"/>
                  </a:lnTo>
                  <a:lnTo>
                    <a:pt x="5131510" y="297544"/>
                  </a:lnTo>
                  <a:lnTo>
                    <a:pt x="5131627" y="297544"/>
                  </a:lnTo>
                  <a:lnTo>
                    <a:pt x="5131745" y="297544"/>
                  </a:lnTo>
                  <a:lnTo>
                    <a:pt x="5131863" y="297544"/>
                  </a:lnTo>
                  <a:lnTo>
                    <a:pt x="5131980" y="297544"/>
                  </a:lnTo>
                  <a:lnTo>
                    <a:pt x="5132098" y="297544"/>
                  </a:lnTo>
                  <a:lnTo>
                    <a:pt x="5132216" y="297544"/>
                  </a:lnTo>
                  <a:lnTo>
                    <a:pt x="5132333" y="297544"/>
                  </a:lnTo>
                  <a:lnTo>
                    <a:pt x="5132451" y="297544"/>
                  </a:lnTo>
                  <a:lnTo>
                    <a:pt x="5132568" y="297544"/>
                  </a:lnTo>
                  <a:lnTo>
                    <a:pt x="5132686" y="297544"/>
                  </a:lnTo>
                  <a:lnTo>
                    <a:pt x="5132804" y="297544"/>
                  </a:lnTo>
                  <a:lnTo>
                    <a:pt x="5132921" y="297544"/>
                  </a:lnTo>
                  <a:lnTo>
                    <a:pt x="5133039" y="297544"/>
                  </a:lnTo>
                  <a:lnTo>
                    <a:pt x="5133156" y="297544"/>
                  </a:lnTo>
                  <a:lnTo>
                    <a:pt x="5133274" y="297544"/>
                  </a:lnTo>
                  <a:lnTo>
                    <a:pt x="5133392" y="297544"/>
                  </a:lnTo>
                  <a:lnTo>
                    <a:pt x="5133509" y="297544"/>
                  </a:lnTo>
                  <a:lnTo>
                    <a:pt x="5133627" y="297544"/>
                  </a:lnTo>
                  <a:lnTo>
                    <a:pt x="5133745" y="297544"/>
                  </a:lnTo>
                  <a:lnTo>
                    <a:pt x="5133862" y="297544"/>
                  </a:lnTo>
                  <a:lnTo>
                    <a:pt x="5133980" y="297544"/>
                  </a:lnTo>
                  <a:lnTo>
                    <a:pt x="5134097" y="297544"/>
                  </a:lnTo>
                  <a:lnTo>
                    <a:pt x="5134215" y="297544"/>
                  </a:lnTo>
                  <a:lnTo>
                    <a:pt x="5134333" y="297544"/>
                  </a:lnTo>
                  <a:lnTo>
                    <a:pt x="5134450" y="297544"/>
                  </a:lnTo>
                  <a:lnTo>
                    <a:pt x="5134568" y="297544"/>
                  </a:lnTo>
                  <a:lnTo>
                    <a:pt x="5134685" y="297544"/>
                  </a:lnTo>
                  <a:lnTo>
                    <a:pt x="5134803" y="297544"/>
                  </a:lnTo>
                  <a:lnTo>
                    <a:pt x="5134803" y="297114"/>
                  </a:lnTo>
                  <a:lnTo>
                    <a:pt x="5134921" y="297114"/>
                  </a:lnTo>
                  <a:lnTo>
                    <a:pt x="5135038" y="297114"/>
                  </a:lnTo>
                  <a:lnTo>
                    <a:pt x="5135156" y="297114"/>
                  </a:lnTo>
                  <a:lnTo>
                    <a:pt x="5135274" y="297114"/>
                  </a:lnTo>
                  <a:lnTo>
                    <a:pt x="5135391" y="297114"/>
                  </a:lnTo>
                  <a:lnTo>
                    <a:pt x="5135509" y="297114"/>
                  </a:lnTo>
                  <a:lnTo>
                    <a:pt x="5135626" y="297114"/>
                  </a:lnTo>
                  <a:lnTo>
                    <a:pt x="5135744" y="297114"/>
                  </a:lnTo>
                  <a:lnTo>
                    <a:pt x="5135862" y="297114"/>
                  </a:lnTo>
                  <a:lnTo>
                    <a:pt x="5135979" y="297114"/>
                  </a:lnTo>
                  <a:lnTo>
                    <a:pt x="5135979" y="296683"/>
                  </a:lnTo>
                  <a:lnTo>
                    <a:pt x="5136097" y="296683"/>
                  </a:lnTo>
                  <a:lnTo>
                    <a:pt x="5136214" y="296683"/>
                  </a:lnTo>
                  <a:lnTo>
                    <a:pt x="5136332" y="296683"/>
                  </a:lnTo>
                  <a:lnTo>
                    <a:pt x="5136450" y="296683"/>
                  </a:lnTo>
                  <a:lnTo>
                    <a:pt x="5136567" y="296683"/>
                  </a:lnTo>
                  <a:lnTo>
                    <a:pt x="5136685" y="296683"/>
                  </a:lnTo>
                  <a:lnTo>
                    <a:pt x="5136803" y="296683"/>
                  </a:lnTo>
                  <a:lnTo>
                    <a:pt x="5136920" y="296683"/>
                  </a:lnTo>
                  <a:lnTo>
                    <a:pt x="5137038" y="296683"/>
                  </a:lnTo>
                  <a:lnTo>
                    <a:pt x="5137155" y="296683"/>
                  </a:lnTo>
                  <a:lnTo>
                    <a:pt x="5137273" y="296683"/>
                  </a:lnTo>
                  <a:lnTo>
                    <a:pt x="5137391" y="296683"/>
                  </a:lnTo>
                  <a:lnTo>
                    <a:pt x="5137508" y="296683"/>
                  </a:lnTo>
                  <a:lnTo>
                    <a:pt x="5137626" y="296683"/>
                  </a:lnTo>
                  <a:lnTo>
                    <a:pt x="5137743" y="296683"/>
                  </a:lnTo>
                  <a:lnTo>
                    <a:pt x="5137861" y="296683"/>
                  </a:lnTo>
                  <a:lnTo>
                    <a:pt x="5137979" y="296683"/>
                  </a:lnTo>
                  <a:lnTo>
                    <a:pt x="5138096" y="296683"/>
                  </a:lnTo>
                  <a:lnTo>
                    <a:pt x="5138096" y="296252"/>
                  </a:lnTo>
                  <a:lnTo>
                    <a:pt x="5138214" y="296252"/>
                  </a:lnTo>
                  <a:lnTo>
                    <a:pt x="5138332" y="296252"/>
                  </a:lnTo>
                  <a:lnTo>
                    <a:pt x="5138449" y="296252"/>
                  </a:lnTo>
                  <a:lnTo>
                    <a:pt x="5138567" y="296252"/>
                  </a:lnTo>
                  <a:lnTo>
                    <a:pt x="5138684" y="296252"/>
                  </a:lnTo>
                  <a:lnTo>
                    <a:pt x="5138684" y="295822"/>
                  </a:lnTo>
                  <a:lnTo>
                    <a:pt x="5138802" y="295822"/>
                  </a:lnTo>
                  <a:lnTo>
                    <a:pt x="5138802" y="295391"/>
                  </a:lnTo>
                  <a:lnTo>
                    <a:pt x="5138920" y="295391"/>
                  </a:lnTo>
                  <a:lnTo>
                    <a:pt x="5139037" y="295391"/>
                  </a:lnTo>
                  <a:lnTo>
                    <a:pt x="5139155" y="295391"/>
                  </a:lnTo>
                  <a:lnTo>
                    <a:pt x="5139272" y="295391"/>
                  </a:lnTo>
                  <a:lnTo>
                    <a:pt x="5139390" y="295391"/>
                  </a:lnTo>
                  <a:lnTo>
                    <a:pt x="5139508" y="295391"/>
                  </a:lnTo>
                  <a:lnTo>
                    <a:pt x="5139625" y="295391"/>
                  </a:lnTo>
                  <a:lnTo>
                    <a:pt x="5139625" y="294961"/>
                  </a:lnTo>
                  <a:lnTo>
                    <a:pt x="5139743" y="294961"/>
                  </a:lnTo>
                  <a:lnTo>
                    <a:pt x="5139743" y="294530"/>
                  </a:lnTo>
                  <a:lnTo>
                    <a:pt x="5139860" y="294530"/>
                  </a:lnTo>
                  <a:lnTo>
                    <a:pt x="5139978" y="294530"/>
                  </a:lnTo>
                  <a:lnTo>
                    <a:pt x="5140096" y="294530"/>
                  </a:lnTo>
                  <a:lnTo>
                    <a:pt x="5140213" y="294530"/>
                  </a:lnTo>
                  <a:lnTo>
                    <a:pt x="5140331" y="294530"/>
                  </a:lnTo>
                  <a:lnTo>
                    <a:pt x="5140449" y="294530"/>
                  </a:lnTo>
                  <a:lnTo>
                    <a:pt x="5140566" y="294530"/>
                  </a:lnTo>
                  <a:lnTo>
                    <a:pt x="5140684" y="294530"/>
                  </a:lnTo>
                  <a:lnTo>
                    <a:pt x="5140684" y="294099"/>
                  </a:lnTo>
                  <a:lnTo>
                    <a:pt x="5140801" y="294099"/>
                  </a:lnTo>
                  <a:lnTo>
                    <a:pt x="5140919" y="294099"/>
                  </a:lnTo>
                  <a:lnTo>
                    <a:pt x="5141037" y="294099"/>
                  </a:lnTo>
                  <a:lnTo>
                    <a:pt x="5141154" y="294099"/>
                  </a:lnTo>
                  <a:lnTo>
                    <a:pt x="5141272" y="294099"/>
                  </a:lnTo>
                  <a:lnTo>
                    <a:pt x="5141389" y="294099"/>
                  </a:lnTo>
                  <a:lnTo>
                    <a:pt x="5141507" y="294099"/>
                  </a:lnTo>
                  <a:lnTo>
                    <a:pt x="5141625" y="294099"/>
                  </a:lnTo>
                  <a:lnTo>
                    <a:pt x="5141742" y="294099"/>
                  </a:lnTo>
                  <a:lnTo>
                    <a:pt x="5141860" y="294099"/>
                  </a:lnTo>
                  <a:lnTo>
                    <a:pt x="5141978" y="294099"/>
                  </a:lnTo>
                  <a:lnTo>
                    <a:pt x="5142095" y="294099"/>
                  </a:lnTo>
                  <a:lnTo>
                    <a:pt x="5142213" y="294099"/>
                  </a:lnTo>
                  <a:lnTo>
                    <a:pt x="5142330" y="294099"/>
                  </a:lnTo>
                  <a:lnTo>
                    <a:pt x="5142448" y="294099"/>
                  </a:lnTo>
                  <a:lnTo>
                    <a:pt x="5142566" y="294099"/>
                  </a:lnTo>
                  <a:lnTo>
                    <a:pt x="5142683" y="294099"/>
                  </a:lnTo>
                  <a:lnTo>
                    <a:pt x="5142801" y="294099"/>
                  </a:lnTo>
                  <a:lnTo>
                    <a:pt x="5142918" y="294099"/>
                  </a:lnTo>
                  <a:lnTo>
                    <a:pt x="5143036" y="294099"/>
                  </a:lnTo>
                  <a:lnTo>
                    <a:pt x="5143154" y="294099"/>
                  </a:lnTo>
                  <a:lnTo>
                    <a:pt x="5143271" y="294099"/>
                  </a:lnTo>
                  <a:lnTo>
                    <a:pt x="5143389" y="294099"/>
                  </a:lnTo>
                  <a:lnTo>
                    <a:pt x="5143389" y="293669"/>
                  </a:lnTo>
                  <a:lnTo>
                    <a:pt x="5143507" y="293669"/>
                  </a:lnTo>
                  <a:lnTo>
                    <a:pt x="5143624" y="293669"/>
                  </a:lnTo>
                  <a:lnTo>
                    <a:pt x="5143742" y="293669"/>
                  </a:lnTo>
                  <a:lnTo>
                    <a:pt x="5143859" y="293669"/>
                  </a:lnTo>
                  <a:lnTo>
                    <a:pt x="5143977" y="293669"/>
                  </a:lnTo>
                  <a:lnTo>
                    <a:pt x="5144095" y="293669"/>
                  </a:lnTo>
                  <a:lnTo>
                    <a:pt x="5144212" y="293669"/>
                  </a:lnTo>
                  <a:lnTo>
                    <a:pt x="5144212" y="293238"/>
                  </a:lnTo>
                  <a:lnTo>
                    <a:pt x="5144330" y="293238"/>
                  </a:lnTo>
                  <a:lnTo>
                    <a:pt x="5144447" y="293238"/>
                  </a:lnTo>
                  <a:lnTo>
                    <a:pt x="5144565" y="293238"/>
                  </a:lnTo>
                  <a:lnTo>
                    <a:pt x="5144683" y="293238"/>
                  </a:lnTo>
                  <a:lnTo>
                    <a:pt x="5144800" y="293238"/>
                  </a:lnTo>
                  <a:lnTo>
                    <a:pt x="5144918" y="293238"/>
                  </a:lnTo>
                  <a:lnTo>
                    <a:pt x="5145036" y="293238"/>
                  </a:lnTo>
                  <a:lnTo>
                    <a:pt x="5145153" y="293238"/>
                  </a:lnTo>
                  <a:lnTo>
                    <a:pt x="5145271" y="293238"/>
                  </a:lnTo>
                  <a:lnTo>
                    <a:pt x="5145388" y="293238"/>
                  </a:lnTo>
                  <a:lnTo>
                    <a:pt x="5145506" y="293238"/>
                  </a:lnTo>
                  <a:lnTo>
                    <a:pt x="5145624" y="293238"/>
                  </a:lnTo>
                  <a:lnTo>
                    <a:pt x="5145624" y="292808"/>
                  </a:lnTo>
                  <a:lnTo>
                    <a:pt x="5145741" y="292808"/>
                  </a:lnTo>
                  <a:lnTo>
                    <a:pt x="5145859" y="292808"/>
                  </a:lnTo>
                  <a:lnTo>
                    <a:pt x="5145976" y="292808"/>
                  </a:lnTo>
                  <a:lnTo>
                    <a:pt x="5146094" y="292808"/>
                  </a:lnTo>
                  <a:lnTo>
                    <a:pt x="5146212" y="292808"/>
                  </a:lnTo>
                  <a:lnTo>
                    <a:pt x="5146329" y="292808"/>
                  </a:lnTo>
                  <a:lnTo>
                    <a:pt x="5146447" y="292808"/>
                  </a:lnTo>
                  <a:lnTo>
                    <a:pt x="5146565" y="292808"/>
                  </a:lnTo>
                  <a:lnTo>
                    <a:pt x="5146565" y="292377"/>
                  </a:lnTo>
                  <a:lnTo>
                    <a:pt x="5146682" y="292377"/>
                  </a:lnTo>
                  <a:lnTo>
                    <a:pt x="5146800" y="292377"/>
                  </a:lnTo>
                  <a:lnTo>
                    <a:pt x="5146917" y="292377"/>
                  </a:lnTo>
                  <a:lnTo>
                    <a:pt x="5147035" y="292377"/>
                  </a:lnTo>
                  <a:lnTo>
                    <a:pt x="5147153" y="292377"/>
                  </a:lnTo>
                  <a:lnTo>
                    <a:pt x="5147270" y="292377"/>
                  </a:lnTo>
                  <a:lnTo>
                    <a:pt x="5147388" y="292377"/>
                  </a:lnTo>
                  <a:lnTo>
                    <a:pt x="5147505" y="292377"/>
                  </a:lnTo>
                  <a:lnTo>
                    <a:pt x="5147623" y="292377"/>
                  </a:lnTo>
                  <a:lnTo>
                    <a:pt x="5147741" y="292377"/>
                  </a:lnTo>
                  <a:lnTo>
                    <a:pt x="5147858" y="292377"/>
                  </a:lnTo>
                  <a:lnTo>
                    <a:pt x="5147858" y="291946"/>
                  </a:lnTo>
                  <a:lnTo>
                    <a:pt x="5147976" y="291946"/>
                  </a:lnTo>
                  <a:lnTo>
                    <a:pt x="5148093" y="291946"/>
                  </a:lnTo>
                  <a:lnTo>
                    <a:pt x="5148211" y="291946"/>
                  </a:lnTo>
                  <a:lnTo>
                    <a:pt x="5148329" y="291946"/>
                  </a:lnTo>
                  <a:lnTo>
                    <a:pt x="5148446" y="291946"/>
                  </a:lnTo>
                  <a:lnTo>
                    <a:pt x="5148564" y="291946"/>
                  </a:lnTo>
                  <a:lnTo>
                    <a:pt x="5148682" y="291946"/>
                  </a:lnTo>
                  <a:lnTo>
                    <a:pt x="5148799" y="291946"/>
                  </a:lnTo>
                  <a:lnTo>
                    <a:pt x="5148799" y="291516"/>
                  </a:lnTo>
                  <a:lnTo>
                    <a:pt x="5148917" y="291516"/>
                  </a:lnTo>
                  <a:lnTo>
                    <a:pt x="5149034" y="291516"/>
                  </a:lnTo>
                  <a:lnTo>
                    <a:pt x="5149152" y="291516"/>
                  </a:lnTo>
                  <a:lnTo>
                    <a:pt x="5149152" y="291085"/>
                  </a:lnTo>
                  <a:lnTo>
                    <a:pt x="5149270" y="291085"/>
                  </a:lnTo>
                  <a:lnTo>
                    <a:pt x="5149387" y="291085"/>
                  </a:lnTo>
                  <a:lnTo>
                    <a:pt x="5149505" y="291085"/>
                  </a:lnTo>
                  <a:lnTo>
                    <a:pt x="5149622" y="291085"/>
                  </a:lnTo>
                  <a:lnTo>
                    <a:pt x="5149740" y="291085"/>
                  </a:lnTo>
                  <a:lnTo>
                    <a:pt x="5149858" y="291085"/>
                  </a:lnTo>
                  <a:lnTo>
                    <a:pt x="5149975" y="291085"/>
                  </a:lnTo>
                  <a:lnTo>
                    <a:pt x="5150093" y="291085"/>
                  </a:lnTo>
                  <a:lnTo>
                    <a:pt x="5150211" y="291085"/>
                  </a:lnTo>
                  <a:lnTo>
                    <a:pt x="5150328" y="291085"/>
                  </a:lnTo>
                  <a:lnTo>
                    <a:pt x="5150446" y="291085"/>
                  </a:lnTo>
                  <a:lnTo>
                    <a:pt x="5150563" y="291085"/>
                  </a:lnTo>
                  <a:lnTo>
                    <a:pt x="5150681" y="291085"/>
                  </a:lnTo>
                  <a:lnTo>
                    <a:pt x="5150799" y="291085"/>
                  </a:lnTo>
                  <a:lnTo>
                    <a:pt x="5150916" y="291085"/>
                  </a:lnTo>
                  <a:lnTo>
                    <a:pt x="5151034" y="291085"/>
                  </a:lnTo>
                  <a:lnTo>
                    <a:pt x="5151151" y="291085"/>
                  </a:lnTo>
                  <a:lnTo>
                    <a:pt x="5151269" y="291085"/>
                  </a:lnTo>
                  <a:lnTo>
                    <a:pt x="5151387" y="291085"/>
                  </a:lnTo>
                  <a:lnTo>
                    <a:pt x="5151504" y="291085"/>
                  </a:lnTo>
                  <a:lnTo>
                    <a:pt x="5151622" y="291085"/>
                  </a:lnTo>
                  <a:lnTo>
                    <a:pt x="5151740" y="291085"/>
                  </a:lnTo>
                  <a:lnTo>
                    <a:pt x="5151740" y="290655"/>
                  </a:lnTo>
                  <a:lnTo>
                    <a:pt x="5151857" y="290655"/>
                  </a:lnTo>
                  <a:lnTo>
                    <a:pt x="5151857" y="290224"/>
                  </a:lnTo>
                  <a:lnTo>
                    <a:pt x="5151975" y="290224"/>
                  </a:lnTo>
                  <a:lnTo>
                    <a:pt x="5152092" y="290224"/>
                  </a:lnTo>
                  <a:lnTo>
                    <a:pt x="5152210" y="290224"/>
                  </a:lnTo>
                  <a:lnTo>
                    <a:pt x="5152210" y="289793"/>
                  </a:lnTo>
                  <a:lnTo>
                    <a:pt x="5152328" y="289793"/>
                  </a:lnTo>
                  <a:lnTo>
                    <a:pt x="5152445" y="289793"/>
                  </a:lnTo>
                  <a:lnTo>
                    <a:pt x="5152445" y="289363"/>
                  </a:lnTo>
                  <a:lnTo>
                    <a:pt x="5152563" y="289363"/>
                  </a:lnTo>
                  <a:lnTo>
                    <a:pt x="5152680" y="289363"/>
                  </a:lnTo>
                  <a:lnTo>
                    <a:pt x="5152798" y="289363"/>
                  </a:lnTo>
                  <a:lnTo>
                    <a:pt x="5152916" y="289363"/>
                  </a:lnTo>
                  <a:lnTo>
                    <a:pt x="5153033" y="289363"/>
                  </a:lnTo>
                  <a:lnTo>
                    <a:pt x="5153151" y="289363"/>
                  </a:lnTo>
                  <a:lnTo>
                    <a:pt x="5153269" y="289363"/>
                  </a:lnTo>
                  <a:lnTo>
                    <a:pt x="5153386" y="289363"/>
                  </a:lnTo>
                  <a:lnTo>
                    <a:pt x="5153504" y="289363"/>
                  </a:lnTo>
                  <a:lnTo>
                    <a:pt x="5153621" y="289363"/>
                  </a:lnTo>
                  <a:lnTo>
                    <a:pt x="5153739" y="289363"/>
                  </a:lnTo>
                  <a:lnTo>
                    <a:pt x="5153857" y="289363"/>
                  </a:lnTo>
                  <a:lnTo>
                    <a:pt x="5153974" y="289363"/>
                  </a:lnTo>
                  <a:lnTo>
                    <a:pt x="5154092" y="289363"/>
                  </a:lnTo>
                  <a:lnTo>
                    <a:pt x="5154209" y="289363"/>
                  </a:lnTo>
                  <a:lnTo>
                    <a:pt x="5154327" y="289363"/>
                  </a:lnTo>
                  <a:lnTo>
                    <a:pt x="5154327" y="288932"/>
                  </a:lnTo>
                  <a:lnTo>
                    <a:pt x="5154445" y="288932"/>
                  </a:lnTo>
                  <a:lnTo>
                    <a:pt x="5154562" y="288932"/>
                  </a:lnTo>
                  <a:lnTo>
                    <a:pt x="5154680" y="288932"/>
                  </a:lnTo>
                  <a:lnTo>
                    <a:pt x="5154798" y="288932"/>
                  </a:lnTo>
                  <a:lnTo>
                    <a:pt x="5154915" y="288932"/>
                  </a:lnTo>
                  <a:lnTo>
                    <a:pt x="5155033" y="288932"/>
                  </a:lnTo>
                  <a:lnTo>
                    <a:pt x="5155150" y="288932"/>
                  </a:lnTo>
                  <a:lnTo>
                    <a:pt x="5155268" y="288932"/>
                  </a:lnTo>
                  <a:lnTo>
                    <a:pt x="5155386" y="288932"/>
                  </a:lnTo>
                  <a:lnTo>
                    <a:pt x="5155386" y="288502"/>
                  </a:lnTo>
                  <a:lnTo>
                    <a:pt x="5155503" y="288502"/>
                  </a:lnTo>
                  <a:lnTo>
                    <a:pt x="5155621" y="288502"/>
                  </a:lnTo>
                  <a:lnTo>
                    <a:pt x="5155738" y="288502"/>
                  </a:lnTo>
                  <a:lnTo>
                    <a:pt x="5155856" y="288502"/>
                  </a:lnTo>
                  <a:lnTo>
                    <a:pt x="5155974" y="288502"/>
                  </a:lnTo>
                  <a:lnTo>
                    <a:pt x="5155974" y="288071"/>
                  </a:lnTo>
                  <a:lnTo>
                    <a:pt x="5156091" y="288071"/>
                  </a:lnTo>
                  <a:lnTo>
                    <a:pt x="5156209" y="288071"/>
                  </a:lnTo>
                  <a:lnTo>
                    <a:pt x="5156326" y="288071"/>
                  </a:lnTo>
                  <a:lnTo>
                    <a:pt x="5156444" y="288071"/>
                  </a:lnTo>
                  <a:lnTo>
                    <a:pt x="5156562" y="288071"/>
                  </a:lnTo>
                  <a:lnTo>
                    <a:pt x="5156679" y="288071"/>
                  </a:lnTo>
                  <a:lnTo>
                    <a:pt x="5156797" y="288071"/>
                  </a:lnTo>
                  <a:lnTo>
                    <a:pt x="5156797" y="287640"/>
                  </a:lnTo>
                  <a:lnTo>
                    <a:pt x="5156797" y="287210"/>
                  </a:lnTo>
                  <a:lnTo>
                    <a:pt x="5156915" y="287210"/>
                  </a:lnTo>
                  <a:lnTo>
                    <a:pt x="5157032" y="287210"/>
                  </a:lnTo>
                  <a:lnTo>
                    <a:pt x="5157150" y="287210"/>
                  </a:lnTo>
                  <a:lnTo>
                    <a:pt x="5157267" y="287210"/>
                  </a:lnTo>
                  <a:lnTo>
                    <a:pt x="5157267" y="286779"/>
                  </a:lnTo>
                  <a:lnTo>
                    <a:pt x="5157385" y="286779"/>
                  </a:lnTo>
                  <a:lnTo>
                    <a:pt x="5157503" y="286779"/>
                  </a:lnTo>
                  <a:lnTo>
                    <a:pt x="5157503" y="286349"/>
                  </a:lnTo>
                  <a:lnTo>
                    <a:pt x="5157620" y="286349"/>
                  </a:lnTo>
                  <a:lnTo>
                    <a:pt x="5157738" y="286349"/>
                  </a:lnTo>
                  <a:lnTo>
                    <a:pt x="5157855" y="286349"/>
                  </a:lnTo>
                  <a:lnTo>
                    <a:pt x="5157973" y="286349"/>
                  </a:lnTo>
                  <a:lnTo>
                    <a:pt x="5158091" y="286349"/>
                  </a:lnTo>
                  <a:lnTo>
                    <a:pt x="5158208" y="286349"/>
                  </a:lnTo>
                  <a:lnTo>
                    <a:pt x="5158326" y="286349"/>
                  </a:lnTo>
                  <a:lnTo>
                    <a:pt x="5158444" y="286349"/>
                  </a:lnTo>
                  <a:lnTo>
                    <a:pt x="5158561" y="286349"/>
                  </a:lnTo>
                  <a:lnTo>
                    <a:pt x="5158679" y="286349"/>
                  </a:lnTo>
                  <a:lnTo>
                    <a:pt x="5158796" y="286349"/>
                  </a:lnTo>
                  <a:lnTo>
                    <a:pt x="5158914" y="286349"/>
                  </a:lnTo>
                  <a:lnTo>
                    <a:pt x="5158914" y="285918"/>
                  </a:lnTo>
                  <a:lnTo>
                    <a:pt x="5159032" y="285918"/>
                  </a:lnTo>
                  <a:lnTo>
                    <a:pt x="5159149" y="285918"/>
                  </a:lnTo>
                  <a:lnTo>
                    <a:pt x="5159267" y="285918"/>
                  </a:lnTo>
                  <a:lnTo>
                    <a:pt x="5159384" y="285918"/>
                  </a:lnTo>
                  <a:lnTo>
                    <a:pt x="5159502" y="285918"/>
                  </a:lnTo>
                  <a:lnTo>
                    <a:pt x="5159620" y="285918"/>
                  </a:lnTo>
                  <a:lnTo>
                    <a:pt x="5159737" y="285918"/>
                  </a:lnTo>
                  <a:lnTo>
                    <a:pt x="5159855" y="285918"/>
                  </a:lnTo>
                  <a:lnTo>
                    <a:pt x="5159973" y="285918"/>
                  </a:lnTo>
                  <a:lnTo>
                    <a:pt x="5160090" y="285918"/>
                  </a:lnTo>
                  <a:lnTo>
                    <a:pt x="5160208" y="285918"/>
                  </a:lnTo>
                  <a:lnTo>
                    <a:pt x="5160325" y="285918"/>
                  </a:lnTo>
                  <a:lnTo>
                    <a:pt x="5160443" y="285918"/>
                  </a:lnTo>
                  <a:lnTo>
                    <a:pt x="5160561" y="285918"/>
                  </a:lnTo>
                  <a:lnTo>
                    <a:pt x="5160678" y="285918"/>
                  </a:lnTo>
                  <a:lnTo>
                    <a:pt x="5160796" y="285918"/>
                  </a:lnTo>
                  <a:lnTo>
                    <a:pt x="5160913" y="285918"/>
                  </a:lnTo>
                  <a:lnTo>
                    <a:pt x="5160913" y="285487"/>
                  </a:lnTo>
                  <a:lnTo>
                    <a:pt x="5161031" y="285487"/>
                  </a:lnTo>
                  <a:lnTo>
                    <a:pt x="5161149" y="285487"/>
                  </a:lnTo>
                  <a:lnTo>
                    <a:pt x="5161266" y="285487"/>
                  </a:lnTo>
                  <a:lnTo>
                    <a:pt x="5161384" y="285487"/>
                  </a:lnTo>
                  <a:lnTo>
                    <a:pt x="5161502" y="285487"/>
                  </a:lnTo>
                  <a:lnTo>
                    <a:pt x="5161619" y="285487"/>
                  </a:lnTo>
                  <a:lnTo>
                    <a:pt x="5161737" y="285487"/>
                  </a:lnTo>
                  <a:lnTo>
                    <a:pt x="5161854" y="285487"/>
                  </a:lnTo>
                  <a:lnTo>
                    <a:pt x="5161854" y="285057"/>
                  </a:lnTo>
                  <a:lnTo>
                    <a:pt x="5161972" y="285057"/>
                  </a:lnTo>
                  <a:lnTo>
                    <a:pt x="5162090" y="285057"/>
                  </a:lnTo>
                  <a:lnTo>
                    <a:pt x="5162207" y="285057"/>
                  </a:lnTo>
                  <a:lnTo>
                    <a:pt x="5162325" y="285057"/>
                  </a:lnTo>
                  <a:lnTo>
                    <a:pt x="5162442" y="285057"/>
                  </a:lnTo>
                  <a:lnTo>
                    <a:pt x="5162560" y="285057"/>
                  </a:lnTo>
                  <a:lnTo>
                    <a:pt x="5162678" y="285057"/>
                  </a:lnTo>
                  <a:lnTo>
                    <a:pt x="5162795" y="285057"/>
                  </a:lnTo>
                  <a:lnTo>
                    <a:pt x="5162913" y="285057"/>
                  </a:lnTo>
                  <a:lnTo>
                    <a:pt x="5163031" y="285057"/>
                  </a:lnTo>
                  <a:lnTo>
                    <a:pt x="5163148" y="285057"/>
                  </a:lnTo>
                  <a:lnTo>
                    <a:pt x="5163266" y="285057"/>
                  </a:lnTo>
                  <a:lnTo>
                    <a:pt x="5163383" y="285057"/>
                  </a:lnTo>
                  <a:lnTo>
                    <a:pt x="5163501" y="285057"/>
                  </a:lnTo>
                  <a:lnTo>
                    <a:pt x="5163619" y="285057"/>
                  </a:lnTo>
                  <a:lnTo>
                    <a:pt x="5163736" y="285057"/>
                  </a:lnTo>
                  <a:lnTo>
                    <a:pt x="5163854" y="285057"/>
                  </a:lnTo>
                  <a:lnTo>
                    <a:pt x="5163971" y="285057"/>
                  </a:lnTo>
                  <a:lnTo>
                    <a:pt x="5164089" y="285057"/>
                  </a:lnTo>
                  <a:lnTo>
                    <a:pt x="5164207" y="285057"/>
                  </a:lnTo>
                  <a:lnTo>
                    <a:pt x="5164324" y="285057"/>
                  </a:lnTo>
                  <a:lnTo>
                    <a:pt x="5164324" y="284626"/>
                  </a:lnTo>
                  <a:lnTo>
                    <a:pt x="5164442" y="284626"/>
                  </a:lnTo>
                  <a:lnTo>
                    <a:pt x="5164559" y="284626"/>
                  </a:lnTo>
                  <a:lnTo>
                    <a:pt x="5164677" y="284626"/>
                  </a:lnTo>
                  <a:lnTo>
                    <a:pt x="5164795" y="284626"/>
                  </a:lnTo>
                  <a:lnTo>
                    <a:pt x="5164912" y="284626"/>
                  </a:lnTo>
                  <a:lnTo>
                    <a:pt x="5165030" y="284626"/>
                  </a:lnTo>
                  <a:lnTo>
                    <a:pt x="5165148" y="284626"/>
                  </a:lnTo>
                  <a:lnTo>
                    <a:pt x="5165265" y="284626"/>
                  </a:lnTo>
                  <a:lnTo>
                    <a:pt x="5165383" y="284626"/>
                  </a:lnTo>
                  <a:lnTo>
                    <a:pt x="5165500" y="284626"/>
                  </a:lnTo>
                  <a:lnTo>
                    <a:pt x="5165618" y="284626"/>
                  </a:lnTo>
                  <a:lnTo>
                    <a:pt x="5165736" y="284626"/>
                  </a:lnTo>
                  <a:lnTo>
                    <a:pt x="5165853" y="284626"/>
                  </a:lnTo>
                  <a:lnTo>
                    <a:pt x="5165971" y="284626"/>
                  </a:lnTo>
                  <a:lnTo>
                    <a:pt x="5166088" y="284626"/>
                  </a:lnTo>
                  <a:lnTo>
                    <a:pt x="5166206" y="284626"/>
                  </a:lnTo>
                  <a:lnTo>
                    <a:pt x="5166206" y="284196"/>
                  </a:lnTo>
                  <a:lnTo>
                    <a:pt x="5166324" y="284196"/>
                  </a:lnTo>
                  <a:lnTo>
                    <a:pt x="5166441" y="284196"/>
                  </a:lnTo>
                  <a:lnTo>
                    <a:pt x="5166559" y="284196"/>
                  </a:lnTo>
                  <a:lnTo>
                    <a:pt x="5166677" y="284196"/>
                  </a:lnTo>
                  <a:lnTo>
                    <a:pt x="5166794" y="284196"/>
                  </a:lnTo>
                  <a:lnTo>
                    <a:pt x="5166912" y="284196"/>
                  </a:lnTo>
                  <a:lnTo>
                    <a:pt x="5167029" y="284196"/>
                  </a:lnTo>
                  <a:lnTo>
                    <a:pt x="5167147" y="284196"/>
                  </a:lnTo>
                  <a:lnTo>
                    <a:pt x="5167265" y="284196"/>
                  </a:lnTo>
                  <a:lnTo>
                    <a:pt x="5167382" y="284196"/>
                  </a:lnTo>
                  <a:lnTo>
                    <a:pt x="5167500" y="284196"/>
                  </a:lnTo>
                  <a:lnTo>
                    <a:pt x="5167617" y="284196"/>
                  </a:lnTo>
                  <a:lnTo>
                    <a:pt x="5167735" y="284196"/>
                  </a:lnTo>
                  <a:lnTo>
                    <a:pt x="5167853" y="284196"/>
                  </a:lnTo>
                  <a:lnTo>
                    <a:pt x="5167970" y="284196"/>
                  </a:lnTo>
                  <a:lnTo>
                    <a:pt x="5168088" y="284196"/>
                  </a:lnTo>
                  <a:lnTo>
                    <a:pt x="5168206" y="284196"/>
                  </a:lnTo>
                  <a:lnTo>
                    <a:pt x="5168323" y="284196"/>
                  </a:lnTo>
                  <a:lnTo>
                    <a:pt x="5168441" y="284196"/>
                  </a:lnTo>
                  <a:lnTo>
                    <a:pt x="5168558" y="284196"/>
                  </a:lnTo>
                  <a:lnTo>
                    <a:pt x="5168676" y="284196"/>
                  </a:lnTo>
                  <a:lnTo>
                    <a:pt x="5168794" y="284196"/>
                  </a:lnTo>
                  <a:lnTo>
                    <a:pt x="5168911" y="284196"/>
                  </a:lnTo>
                  <a:lnTo>
                    <a:pt x="5169029" y="284196"/>
                  </a:lnTo>
                  <a:lnTo>
                    <a:pt x="5169146" y="284196"/>
                  </a:lnTo>
                  <a:lnTo>
                    <a:pt x="5169264" y="284196"/>
                  </a:lnTo>
                  <a:lnTo>
                    <a:pt x="5169264" y="283765"/>
                  </a:lnTo>
                  <a:lnTo>
                    <a:pt x="5169382" y="283765"/>
                  </a:lnTo>
                  <a:lnTo>
                    <a:pt x="5169499" y="283765"/>
                  </a:lnTo>
                  <a:lnTo>
                    <a:pt x="5169617" y="283765"/>
                  </a:lnTo>
                  <a:lnTo>
                    <a:pt x="5169735" y="283765"/>
                  </a:lnTo>
                  <a:lnTo>
                    <a:pt x="5169852" y="283765"/>
                  </a:lnTo>
                  <a:lnTo>
                    <a:pt x="5169970" y="283765"/>
                  </a:lnTo>
                  <a:lnTo>
                    <a:pt x="5170087" y="283765"/>
                  </a:lnTo>
                  <a:lnTo>
                    <a:pt x="5170205" y="283765"/>
                  </a:lnTo>
                  <a:lnTo>
                    <a:pt x="5170323" y="283765"/>
                  </a:lnTo>
                  <a:lnTo>
                    <a:pt x="5170440" y="283765"/>
                  </a:lnTo>
                  <a:lnTo>
                    <a:pt x="5170558" y="283765"/>
                  </a:lnTo>
                  <a:lnTo>
                    <a:pt x="5170675" y="283765"/>
                  </a:lnTo>
                  <a:lnTo>
                    <a:pt x="5170793" y="283765"/>
                  </a:lnTo>
                  <a:lnTo>
                    <a:pt x="5170911" y="283765"/>
                  </a:lnTo>
                  <a:lnTo>
                    <a:pt x="5171028" y="283765"/>
                  </a:lnTo>
                  <a:lnTo>
                    <a:pt x="5171146" y="283765"/>
                  </a:lnTo>
                  <a:lnTo>
                    <a:pt x="5171263" y="283765"/>
                  </a:lnTo>
                  <a:lnTo>
                    <a:pt x="5171381" y="283765"/>
                  </a:lnTo>
                  <a:lnTo>
                    <a:pt x="5171499" y="283765"/>
                  </a:lnTo>
                  <a:lnTo>
                    <a:pt x="5171616" y="283765"/>
                  </a:lnTo>
                  <a:lnTo>
                    <a:pt x="5171734" y="283765"/>
                  </a:lnTo>
                  <a:lnTo>
                    <a:pt x="5171852" y="283765"/>
                  </a:lnTo>
                  <a:lnTo>
                    <a:pt x="5171969" y="283765"/>
                  </a:lnTo>
                  <a:lnTo>
                    <a:pt x="5172087" y="283765"/>
                  </a:lnTo>
                  <a:lnTo>
                    <a:pt x="5172204" y="283765"/>
                  </a:lnTo>
                  <a:lnTo>
                    <a:pt x="5172322" y="283765"/>
                  </a:lnTo>
                  <a:lnTo>
                    <a:pt x="5172440" y="283765"/>
                  </a:lnTo>
                  <a:lnTo>
                    <a:pt x="5172557" y="283765"/>
                  </a:lnTo>
                  <a:lnTo>
                    <a:pt x="5172675" y="283765"/>
                  </a:lnTo>
                  <a:lnTo>
                    <a:pt x="5172792" y="283765"/>
                  </a:lnTo>
                  <a:lnTo>
                    <a:pt x="5172910" y="283765"/>
                  </a:lnTo>
                  <a:lnTo>
                    <a:pt x="5172910" y="283334"/>
                  </a:lnTo>
                  <a:lnTo>
                    <a:pt x="5173028" y="283334"/>
                  </a:lnTo>
                  <a:lnTo>
                    <a:pt x="5173145" y="283334"/>
                  </a:lnTo>
                  <a:lnTo>
                    <a:pt x="5173263" y="283334"/>
                  </a:lnTo>
                  <a:lnTo>
                    <a:pt x="5173381" y="283334"/>
                  </a:lnTo>
                  <a:lnTo>
                    <a:pt x="5173498" y="283334"/>
                  </a:lnTo>
                  <a:lnTo>
                    <a:pt x="5173616" y="283334"/>
                  </a:lnTo>
                  <a:lnTo>
                    <a:pt x="5173733" y="283334"/>
                  </a:lnTo>
                  <a:lnTo>
                    <a:pt x="5173851" y="283334"/>
                  </a:lnTo>
                  <a:lnTo>
                    <a:pt x="5173969" y="283334"/>
                  </a:lnTo>
                  <a:lnTo>
                    <a:pt x="5174086" y="283334"/>
                  </a:lnTo>
                  <a:lnTo>
                    <a:pt x="5174204" y="283334"/>
                  </a:lnTo>
                  <a:lnTo>
                    <a:pt x="5174321" y="283334"/>
                  </a:lnTo>
                  <a:lnTo>
                    <a:pt x="5174439" y="283334"/>
                  </a:lnTo>
                  <a:lnTo>
                    <a:pt x="5174557" y="283334"/>
                  </a:lnTo>
                  <a:lnTo>
                    <a:pt x="5174674" y="283334"/>
                  </a:lnTo>
                  <a:lnTo>
                    <a:pt x="5174792" y="283334"/>
                  </a:lnTo>
                  <a:lnTo>
                    <a:pt x="5174910" y="283334"/>
                  </a:lnTo>
                  <a:lnTo>
                    <a:pt x="5175027" y="283334"/>
                  </a:lnTo>
                  <a:lnTo>
                    <a:pt x="5175145" y="283334"/>
                  </a:lnTo>
                  <a:lnTo>
                    <a:pt x="5175145" y="282904"/>
                  </a:lnTo>
                  <a:lnTo>
                    <a:pt x="5175262" y="282904"/>
                  </a:lnTo>
                  <a:lnTo>
                    <a:pt x="5175380" y="282904"/>
                  </a:lnTo>
                  <a:lnTo>
                    <a:pt x="5175498" y="282904"/>
                  </a:lnTo>
                  <a:lnTo>
                    <a:pt x="5175615" y="282904"/>
                  </a:lnTo>
                  <a:lnTo>
                    <a:pt x="5175733" y="282904"/>
                  </a:lnTo>
                  <a:lnTo>
                    <a:pt x="5175850" y="282904"/>
                  </a:lnTo>
                  <a:lnTo>
                    <a:pt x="5175968" y="282904"/>
                  </a:lnTo>
                  <a:lnTo>
                    <a:pt x="5176086" y="282904"/>
                  </a:lnTo>
                  <a:lnTo>
                    <a:pt x="5176203" y="282904"/>
                  </a:lnTo>
                  <a:lnTo>
                    <a:pt x="5176321" y="282904"/>
                  </a:lnTo>
                  <a:lnTo>
                    <a:pt x="5176439" y="282904"/>
                  </a:lnTo>
                  <a:lnTo>
                    <a:pt x="5176556" y="282904"/>
                  </a:lnTo>
                  <a:lnTo>
                    <a:pt x="5176556" y="282473"/>
                  </a:lnTo>
                  <a:lnTo>
                    <a:pt x="5176674" y="282473"/>
                  </a:lnTo>
                  <a:lnTo>
                    <a:pt x="5176674" y="282043"/>
                  </a:lnTo>
                  <a:lnTo>
                    <a:pt x="5176791" y="282043"/>
                  </a:lnTo>
                  <a:lnTo>
                    <a:pt x="5176909" y="282043"/>
                  </a:lnTo>
                  <a:lnTo>
                    <a:pt x="5177027" y="282043"/>
                  </a:lnTo>
                  <a:lnTo>
                    <a:pt x="5177144" y="282043"/>
                  </a:lnTo>
                  <a:lnTo>
                    <a:pt x="5177262" y="282043"/>
                  </a:lnTo>
                  <a:lnTo>
                    <a:pt x="5177379" y="282043"/>
                  </a:lnTo>
                  <a:lnTo>
                    <a:pt x="5177379" y="281612"/>
                  </a:lnTo>
                  <a:lnTo>
                    <a:pt x="5177497" y="281612"/>
                  </a:lnTo>
                  <a:lnTo>
                    <a:pt x="5177615" y="281612"/>
                  </a:lnTo>
                  <a:lnTo>
                    <a:pt x="5177732" y="281612"/>
                  </a:lnTo>
                  <a:lnTo>
                    <a:pt x="5177850" y="281612"/>
                  </a:lnTo>
                  <a:lnTo>
                    <a:pt x="5177968" y="281612"/>
                  </a:lnTo>
                  <a:lnTo>
                    <a:pt x="5178085" y="281612"/>
                  </a:lnTo>
                  <a:lnTo>
                    <a:pt x="5178085" y="281181"/>
                  </a:lnTo>
                  <a:lnTo>
                    <a:pt x="5178203" y="281181"/>
                  </a:lnTo>
                  <a:lnTo>
                    <a:pt x="5178320" y="281181"/>
                  </a:lnTo>
                  <a:lnTo>
                    <a:pt x="5178438" y="281181"/>
                  </a:lnTo>
                  <a:lnTo>
                    <a:pt x="5178556" y="281181"/>
                  </a:lnTo>
                  <a:lnTo>
                    <a:pt x="5178556" y="280751"/>
                  </a:lnTo>
                  <a:lnTo>
                    <a:pt x="5178673" y="280751"/>
                  </a:lnTo>
                  <a:lnTo>
                    <a:pt x="5178673" y="280320"/>
                  </a:lnTo>
                  <a:lnTo>
                    <a:pt x="5178791" y="280320"/>
                  </a:lnTo>
                  <a:lnTo>
                    <a:pt x="5178908" y="280320"/>
                  </a:lnTo>
                  <a:lnTo>
                    <a:pt x="5179026" y="280320"/>
                  </a:lnTo>
                  <a:lnTo>
                    <a:pt x="5179144" y="280320"/>
                  </a:lnTo>
                  <a:lnTo>
                    <a:pt x="5179261" y="280320"/>
                  </a:lnTo>
                  <a:lnTo>
                    <a:pt x="5179379" y="280320"/>
                  </a:lnTo>
                  <a:lnTo>
                    <a:pt x="5179496" y="280320"/>
                  </a:lnTo>
                  <a:lnTo>
                    <a:pt x="5179614" y="280320"/>
                  </a:lnTo>
                  <a:lnTo>
                    <a:pt x="5179732" y="280320"/>
                  </a:lnTo>
                  <a:lnTo>
                    <a:pt x="5179849" y="280320"/>
                  </a:lnTo>
                  <a:lnTo>
                    <a:pt x="5179967" y="280320"/>
                  </a:lnTo>
                  <a:lnTo>
                    <a:pt x="5180085" y="280320"/>
                  </a:lnTo>
                  <a:lnTo>
                    <a:pt x="5180202" y="280320"/>
                  </a:lnTo>
                  <a:lnTo>
                    <a:pt x="5180320" y="280320"/>
                  </a:lnTo>
                  <a:lnTo>
                    <a:pt x="5180437" y="280320"/>
                  </a:lnTo>
                  <a:lnTo>
                    <a:pt x="5180555" y="280320"/>
                  </a:lnTo>
                  <a:lnTo>
                    <a:pt x="5180673" y="280320"/>
                  </a:lnTo>
                  <a:lnTo>
                    <a:pt x="5180790" y="280320"/>
                  </a:lnTo>
                  <a:lnTo>
                    <a:pt x="5180908" y="280320"/>
                  </a:lnTo>
                  <a:lnTo>
                    <a:pt x="5180908" y="279890"/>
                  </a:lnTo>
                  <a:lnTo>
                    <a:pt x="5181025" y="279890"/>
                  </a:lnTo>
                  <a:lnTo>
                    <a:pt x="5181143" y="279890"/>
                  </a:lnTo>
                  <a:lnTo>
                    <a:pt x="5181143" y="279459"/>
                  </a:lnTo>
                  <a:lnTo>
                    <a:pt x="5181261" y="279459"/>
                  </a:lnTo>
                  <a:lnTo>
                    <a:pt x="5181378" y="279459"/>
                  </a:lnTo>
                  <a:lnTo>
                    <a:pt x="5181496" y="279459"/>
                  </a:lnTo>
                  <a:lnTo>
                    <a:pt x="5181614" y="279459"/>
                  </a:lnTo>
                  <a:lnTo>
                    <a:pt x="5181731" y="279459"/>
                  </a:lnTo>
                  <a:lnTo>
                    <a:pt x="5181849" y="279459"/>
                  </a:lnTo>
                  <a:lnTo>
                    <a:pt x="5181966" y="279459"/>
                  </a:lnTo>
                  <a:lnTo>
                    <a:pt x="5182084" y="279459"/>
                  </a:lnTo>
                  <a:lnTo>
                    <a:pt x="5182202" y="279459"/>
                  </a:lnTo>
                  <a:lnTo>
                    <a:pt x="5182319" y="279459"/>
                  </a:lnTo>
                  <a:lnTo>
                    <a:pt x="5182437" y="279459"/>
                  </a:lnTo>
                  <a:lnTo>
                    <a:pt x="5182554" y="279459"/>
                  </a:lnTo>
                  <a:lnTo>
                    <a:pt x="5182672" y="279459"/>
                  </a:lnTo>
                  <a:lnTo>
                    <a:pt x="5182790" y="279459"/>
                  </a:lnTo>
                  <a:lnTo>
                    <a:pt x="5182907" y="279459"/>
                  </a:lnTo>
                  <a:lnTo>
                    <a:pt x="5183025" y="279459"/>
                  </a:lnTo>
                  <a:lnTo>
                    <a:pt x="5183025" y="279028"/>
                  </a:lnTo>
                  <a:lnTo>
                    <a:pt x="5183143" y="279028"/>
                  </a:lnTo>
                  <a:lnTo>
                    <a:pt x="5183260" y="279028"/>
                  </a:lnTo>
                  <a:lnTo>
                    <a:pt x="5183378" y="279028"/>
                  </a:lnTo>
                  <a:lnTo>
                    <a:pt x="5183495" y="279028"/>
                  </a:lnTo>
                  <a:lnTo>
                    <a:pt x="5183613" y="279028"/>
                  </a:lnTo>
                  <a:lnTo>
                    <a:pt x="5183731" y="279028"/>
                  </a:lnTo>
                  <a:lnTo>
                    <a:pt x="5183848" y="279028"/>
                  </a:lnTo>
                  <a:lnTo>
                    <a:pt x="5183966" y="279028"/>
                  </a:lnTo>
                  <a:lnTo>
                    <a:pt x="5184083" y="279028"/>
                  </a:lnTo>
                  <a:lnTo>
                    <a:pt x="5184201" y="279028"/>
                  </a:lnTo>
                  <a:lnTo>
                    <a:pt x="5184319" y="279028"/>
                  </a:lnTo>
                  <a:lnTo>
                    <a:pt x="5184436" y="279028"/>
                  </a:lnTo>
                  <a:lnTo>
                    <a:pt x="5184554" y="279028"/>
                  </a:lnTo>
                  <a:lnTo>
                    <a:pt x="5184672" y="279028"/>
                  </a:lnTo>
                  <a:lnTo>
                    <a:pt x="5184789" y="279028"/>
                  </a:lnTo>
                  <a:lnTo>
                    <a:pt x="5184907" y="279028"/>
                  </a:lnTo>
                  <a:lnTo>
                    <a:pt x="5185024" y="279028"/>
                  </a:lnTo>
                  <a:lnTo>
                    <a:pt x="5185142" y="279028"/>
                  </a:lnTo>
                  <a:lnTo>
                    <a:pt x="5185142" y="278598"/>
                  </a:lnTo>
                  <a:lnTo>
                    <a:pt x="5185260" y="278598"/>
                  </a:lnTo>
                  <a:lnTo>
                    <a:pt x="5185377" y="278598"/>
                  </a:lnTo>
                  <a:lnTo>
                    <a:pt x="5185377" y="278167"/>
                  </a:lnTo>
                  <a:lnTo>
                    <a:pt x="5185495" y="278167"/>
                  </a:lnTo>
                  <a:lnTo>
                    <a:pt x="5185612" y="278167"/>
                  </a:lnTo>
                  <a:lnTo>
                    <a:pt x="5185730" y="278167"/>
                  </a:lnTo>
                  <a:lnTo>
                    <a:pt x="5185848" y="278167"/>
                  </a:lnTo>
                  <a:lnTo>
                    <a:pt x="5185848" y="277737"/>
                  </a:lnTo>
                  <a:lnTo>
                    <a:pt x="5185965" y="277737"/>
                  </a:lnTo>
                  <a:lnTo>
                    <a:pt x="5186083" y="277737"/>
                  </a:lnTo>
                  <a:lnTo>
                    <a:pt x="5186201" y="277737"/>
                  </a:lnTo>
                  <a:lnTo>
                    <a:pt x="5186318" y="277737"/>
                  </a:lnTo>
                  <a:lnTo>
                    <a:pt x="5186436" y="277737"/>
                  </a:lnTo>
                  <a:lnTo>
                    <a:pt x="5186553" y="277737"/>
                  </a:lnTo>
                  <a:lnTo>
                    <a:pt x="5186553" y="277306"/>
                  </a:lnTo>
                  <a:lnTo>
                    <a:pt x="5186671" y="277306"/>
                  </a:lnTo>
                  <a:lnTo>
                    <a:pt x="5186789" y="277306"/>
                  </a:lnTo>
                  <a:lnTo>
                    <a:pt x="5186906" y="277306"/>
                  </a:lnTo>
                  <a:lnTo>
                    <a:pt x="5187024" y="277306"/>
                  </a:lnTo>
                  <a:lnTo>
                    <a:pt x="5187141" y="277306"/>
                  </a:lnTo>
                  <a:lnTo>
                    <a:pt x="5187259" y="277306"/>
                  </a:lnTo>
                  <a:lnTo>
                    <a:pt x="5187377" y="277306"/>
                  </a:lnTo>
                  <a:lnTo>
                    <a:pt x="5187377" y="276875"/>
                  </a:lnTo>
                  <a:lnTo>
                    <a:pt x="5187494" y="276875"/>
                  </a:lnTo>
                  <a:lnTo>
                    <a:pt x="5187494" y="276445"/>
                  </a:lnTo>
                  <a:lnTo>
                    <a:pt x="5187612" y="276445"/>
                  </a:lnTo>
                  <a:lnTo>
                    <a:pt x="5187729" y="276445"/>
                  </a:lnTo>
                  <a:lnTo>
                    <a:pt x="5187847" y="276445"/>
                  </a:lnTo>
                  <a:lnTo>
                    <a:pt x="5187965" y="276445"/>
                  </a:lnTo>
                  <a:lnTo>
                    <a:pt x="5188082" y="276445"/>
                  </a:lnTo>
                  <a:lnTo>
                    <a:pt x="5188200" y="276445"/>
                  </a:lnTo>
                  <a:lnTo>
                    <a:pt x="5188318" y="276445"/>
                  </a:lnTo>
                  <a:lnTo>
                    <a:pt x="5188435" y="276445"/>
                  </a:lnTo>
                  <a:lnTo>
                    <a:pt x="5188553" y="276445"/>
                  </a:lnTo>
                  <a:lnTo>
                    <a:pt x="5188670" y="276445"/>
                  </a:lnTo>
                  <a:lnTo>
                    <a:pt x="5188788" y="276445"/>
                  </a:lnTo>
                  <a:lnTo>
                    <a:pt x="5188788" y="276014"/>
                  </a:lnTo>
                  <a:lnTo>
                    <a:pt x="5188906" y="276014"/>
                  </a:lnTo>
                  <a:lnTo>
                    <a:pt x="5189023" y="276014"/>
                  </a:lnTo>
                  <a:lnTo>
                    <a:pt x="5189141" y="276014"/>
                  </a:lnTo>
                  <a:lnTo>
                    <a:pt x="5189258" y="276014"/>
                  </a:lnTo>
                  <a:lnTo>
                    <a:pt x="5189376" y="276014"/>
                  </a:lnTo>
                  <a:lnTo>
                    <a:pt x="5189376" y="275584"/>
                  </a:lnTo>
                  <a:lnTo>
                    <a:pt x="5189494" y="275584"/>
                  </a:lnTo>
                  <a:lnTo>
                    <a:pt x="5189611" y="275584"/>
                  </a:lnTo>
                  <a:lnTo>
                    <a:pt x="5189729" y="275584"/>
                  </a:lnTo>
                  <a:lnTo>
                    <a:pt x="5189847" y="275584"/>
                  </a:lnTo>
                  <a:lnTo>
                    <a:pt x="5189964" y="275584"/>
                  </a:lnTo>
                  <a:lnTo>
                    <a:pt x="5190082" y="275584"/>
                  </a:lnTo>
                  <a:lnTo>
                    <a:pt x="5190199" y="275584"/>
                  </a:lnTo>
                  <a:lnTo>
                    <a:pt x="5190317" y="275584"/>
                  </a:lnTo>
                  <a:lnTo>
                    <a:pt x="5190317" y="275153"/>
                  </a:lnTo>
                  <a:lnTo>
                    <a:pt x="5190435" y="275153"/>
                  </a:lnTo>
                  <a:lnTo>
                    <a:pt x="5190552" y="275153"/>
                  </a:lnTo>
                  <a:lnTo>
                    <a:pt x="5190670" y="275153"/>
                  </a:lnTo>
                  <a:lnTo>
                    <a:pt x="5190787" y="275153"/>
                  </a:lnTo>
                  <a:lnTo>
                    <a:pt x="5190905" y="275153"/>
                  </a:lnTo>
                  <a:lnTo>
                    <a:pt x="5191023" y="275153"/>
                  </a:lnTo>
                  <a:lnTo>
                    <a:pt x="5191140" y="275153"/>
                  </a:lnTo>
                  <a:lnTo>
                    <a:pt x="5191258" y="275153"/>
                  </a:lnTo>
                  <a:lnTo>
                    <a:pt x="5191376" y="275153"/>
                  </a:lnTo>
                  <a:lnTo>
                    <a:pt x="5191493" y="275153"/>
                  </a:lnTo>
                  <a:lnTo>
                    <a:pt x="5191611" y="275153"/>
                  </a:lnTo>
                  <a:lnTo>
                    <a:pt x="5191728" y="275153"/>
                  </a:lnTo>
                  <a:lnTo>
                    <a:pt x="5191846" y="275153"/>
                  </a:lnTo>
                  <a:lnTo>
                    <a:pt x="5191964" y="275153"/>
                  </a:lnTo>
                  <a:lnTo>
                    <a:pt x="5192081" y="275153"/>
                  </a:lnTo>
                  <a:lnTo>
                    <a:pt x="5192081" y="274722"/>
                  </a:lnTo>
                  <a:lnTo>
                    <a:pt x="5192081" y="274292"/>
                  </a:lnTo>
                  <a:lnTo>
                    <a:pt x="5192199" y="274292"/>
                  </a:lnTo>
                  <a:lnTo>
                    <a:pt x="5192316" y="274292"/>
                  </a:lnTo>
                  <a:lnTo>
                    <a:pt x="5192434" y="274292"/>
                  </a:lnTo>
                  <a:lnTo>
                    <a:pt x="5192552" y="274292"/>
                  </a:lnTo>
                  <a:lnTo>
                    <a:pt x="5192669" y="274292"/>
                  </a:lnTo>
                  <a:lnTo>
                    <a:pt x="5192787" y="274292"/>
                  </a:lnTo>
                  <a:lnTo>
                    <a:pt x="5192905" y="274292"/>
                  </a:lnTo>
                  <a:lnTo>
                    <a:pt x="5192905" y="273861"/>
                  </a:lnTo>
                  <a:lnTo>
                    <a:pt x="5193022" y="273861"/>
                  </a:lnTo>
                  <a:lnTo>
                    <a:pt x="5193140" y="273861"/>
                  </a:lnTo>
                  <a:lnTo>
                    <a:pt x="5193257" y="273861"/>
                  </a:lnTo>
                  <a:lnTo>
                    <a:pt x="5193375" y="273861"/>
                  </a:lnTo>
                  <a:lnTo>
                    <a:pt x="5193493" y="273861"/>
                  </a:lnTo>
                  <a:lnTo>
                    <a:pt x="5193610" y="273861"/>
                  </a:lnTo>
                  <a:lnTo>
                    <a:pt x="5193728" y="273861"/>
                  </a:lnTo>
                  <a:lnTo>
                    <a:pt x="5193845" y="273861"/>
                  </a:lnTo>
                  <a:lnTo>
                    <a:pt x="5193963" y="273861"/>
                  </a:lnTo>
                  <a:lnTo>
                    <a:pt x="5194081" y="273861"/>
                  </a:lnTo>
                  <a:lnTo>
                    <a:pt x="5194081" y="273431"/>
                  </a:lnTo>
                  <a:lnTo>
                    <a:pt x="5194198" y="273431"/>
                  </a:lnTo>
                  <a:lnTo>
                    <a:pt x="5194316" y="273431"/>
                  </a:lnTo>
                  <a:lnTo>
                    <a:pt x="5194434" y="273431"/>
                  </a:lnTo>
                  <a:lnTo>
                    <a:pt x="5194551" y="273431"/>
                  </a:lnTo>
                  <a:lnTo>
                    <a:pt x="5194669" y="273431"/>
                  </a:lnTo>
                  <a:lnTo>
                    <a:pt x="5194786" y="273431"/>
                  </a:lnTo>
                  <a:lnTo>
                    <a:pt x="5194904" y="273431"/>
                  </a:lnTo>
                  <a:lnTo>
                    <a:pt x="5195022" y="273431"/>
                  </a:lnTo>
                  <a:lnTo>
                    <a:pt x="5195139" y="273431"/>
                  </a:lnTo>
                  <a:lnTo>
                    <a:pt x="5195257" y="273431"/>
                  </a:lnTo>
                  <a:lnTo>
                    <a:pt x="5195374" y="273431"/>
                  </a:lnTo>
                  <a:lnTo>
                    <a:pt x="5195374" y="273000"/>
                  </a:lnTo>
                  <a:lnTo>
                    <a:pt x="5195492" y="273000"/>
                  </a:lnTo>
                  <a:lnTo>
                    <a:pt x="5195610" y="273000"/>
                  </a:lnTo>
                  <a:lnTo>
                    <a:pt x="5195727" y="273000"/>
                  </a:lnTo>
                  <a:lnTo>
                    <a:pt x="5195845" y="273000"/>
                  </a:lnTo>
                  <a:lnTo>
                    <a:pt x="5195962" y="273000"/>
                  </a:lnTo>
                  <a:lnTo>
                    <a:pt x="5196080" y="273000"/>
                  </a:lnTo>
                  <a:lnTo>
                    <a:pt x="5196198" y="273000"/>
                  </a:lnTo>
                  <a:lnTo>
                    <a:pt x="5196315" y="273000"/>
                  </a:lnTo>
                  <a:lnTo>
                    <a:pt x="5196315" y="272569"/>
                  </a:lnTo>
                  <a:lnTo>
                    <a:pt x="5196433" y="272569"/>
                  </a:lnTo>
                  <a:lnTo>
                    <a:pt x="5196433" y="272139"/>
                  </a:lnTo>
                  <a:lnTo>
                    <a:pt x="5196551" y="272139"/>
                  </a:lnTo>
                  <a:lnTo>
                    <a:pt x="5196668" y="272139"/>
                  </a:lnTo>
                  <a:lnTo>
                    <a:pt x="5196786" y="272139"/>
                  </a:lnTo>
                  <a:lnTo>
                    <a:pt x="5196903" y="272139"/>
                  </a:lnTo>
                  <a:lnTo>
                    <a:pt x="5196903" y="271708"/>
                  </a:lnTo>
                  <a:lnTo>
                    <a:pt x="5197021" y="271708"/>
                  </a:lnTo>
                  <a:lnTo>
                    <a:pt x="5197139" y="271708"/>
                  </a:lnTo>
                  <a:lnTo>
                    <a:pt x="5197256" y="271708"/>
                  </a:lnTo>
                  <a:lnTo>
                    <a:pt x="5197374" y="271708"/>
                  </a:lnTo>
                  <a:lnTo>
                    <a:pt x="5197491" y="271708"/>
                  </a:lnTo>
                  <a:lnTo>
                    <a:pt x="5197491" y="271278"/>
                  </a:lnTo>
                  <a:lnTo>
                    <a:pt x="5197609" y="271278"/>
                  </a:lnTo>
                  <a:lnTo>
                    <a:pt x="5197727" y="271278"/>
                  </a:lnTo>
                  <a:lnTo>
                    <a:pt x="5197727" y="270847"/>
                  </a:lnTo>
                  <a:lnTo>
                    <a:pt x="5197844" y="270847"/>
                  </a:lnTo>
                  <a:lnTo>
                    <a:pt x="5197962" y="270847"/>
                  </a:lnTo>
                  <a:lnTo>
                    <a:pt x="5198080" y="270847"/>
                  </a:lnTo>
                  <a:lnTo>
                    <a:pt x="5198197" y="270847"/>
                  </a:lnTo>
                  <a:lnTo>
                    <a:pt x="5198315" y="270847"/>
                  </a:lnTo>
                  <a:lnTo>
                    <a:pt x="5198432" y="270847"/>
                  </a:lnTo>
                  <a:lnTo>
                    <a:pt x="5198550" y="270847"/>
                  </a:lnTo>
                  <a:lnTo>
                    <a:pt x="5198668" y="270847"/>
                  </a:lnTo>
                  <a:lnTo>
                    <a:pt x="5198785" y="270847"/>
                  </a:lnTo>
                  <a:lnTo>
                    <a:pt x="5198903" y="270847"/>
                  </a:lnTo>
                  <a:lnTo>
                    <a:pt x="5199020" y="270847"/>
                  </a:lnTo>
                  <a:lnTo>
                    <a:pt x="5199138" y="270847"/>
                  </a:lnTo>
                  <a:lnTo>
                    <a:pt x="5199256" y="270847"/>
                  </a:lnTo>
                  <a:lnTo>
                    <a:pt x="5199373" y="270847"/>
                  </a:lnTo>
                  <a:lnTo>
                    <a:pt x="5199491" y="270847"/>
                  </a:lnTo>
                  <a:lnTo>
                    <a:pt x="5199609" y="270847"/>
                  </a:lnTo>
                  <a:lnTo>
                    <a:pt x="5199609" y="270416"/>
                  </a:lnTo>
                  <a:lnTo>
                    <a:pt x="5199726" y="270416"/>
                  </a:lnTo>
                  <a:lnTo>
                    <a:pt x="5199844" y="270416"/>
                  </a:lnTo>
                  <a:lnTo>
                    <a:pt x="5199961" y="270416"/>
                  </a:lnTo>
                  <a:lnTo>
                    <a:pt x="5200079" y="270416"/>
                  </a:lnTo>
                  <a:lnTo>
                    <a:pt x="5200079" y="269986"/>
                  </a:lnTo>
                  <a:lnTo>
                    <a:pt x="5200197" y="269986"/>
                  </a:lnTo>
                  <a:lnTo>
                    <a:pt x="5200314" y="269986"/>
                  </a:lnTo>
                  <a:lnTo>
                    <a:pt x="5200314" y="269555"/>
                  </a:lnTo>
                  <a:lnTo>
                    <a:pt x="5200432" y="269555"/>
                  </a:lnTo>
                  <a:lnTo>
                    <a:pt x="5200549" y="269555"/>
                  </a:lnTo>
                  <a:lnTo>
                    <a:pt x="5200549" y="269125"/>
                  </a:lnTo>
                  <a:lnTo>
                    <a:pt x="5200667" y="269125"/>
                  </a:lnTo>
                  <a:lnTo>
                    <a:pt x="5200785" y="269125"/>
                  </a:lnTo>
                  <a:lnTo>
                    <a:pt x="5200902" y="269125"/>
                  </a:lnTo>
                  <a:lnTo>
                    <a:pt x="5201020" y="269125"/>
                  </a:lnTo>
                  <a:lnTo>
                    <a:pt x="5201138" y="269125"/>
                  </a:lnTo>
                  <a:lnTo>
                    <a:pt x="5201138" y="268694"/>
                  </a:lnTo>
                  <a:lnTo>
                    <a:pt x="5201255" y="268694"/>
                  </a:lnTo>
                  <a:lnTo>
                    <a:pt x="5201373" y="268694"/>
                  </a:lnTo>
                  <a:lnTo>
                    <a:pt x="5201373" y="268263"/>
                  </a:lnTo>
                  <a:lnTo>
                    <a:pt x="5201490" y="268263"/>
                  </a:lnTo>
                  <a:lnTo>
                    <a:pt x="5201608" y="268263"/>
                  </a:lnTo>
                  <a:lnTo>
                    <a:pt x="5201726" y="268263"/>
                  </a:lnTo>
                  <a:lnTo>
                    <a:pt x="5201843" y="268263"/>
                  </a:lnTo>
                  <a:lnTo>
                    <a:pt x="5201961" y="268263"/>
                  </a:lnTo>
                  <a:lnTo>
                    <a:pt x="5202078" y="268263"/>
                  </a:lnTo>
                  <a:lnTo>
                    <a:pt x="5202078" y="267833"/>
                  </a:lnTo>
                  <a:lnTo>
                    <a:pt x="5202196" y="267833"/>
                  </a:lnTo>
                  <a:lnTo>
                    <a:pt x="5202314" y="267833"/>
                  </a:lnTo>
                  <a:lnTo>
                    <a:pt x="5202431" y="267833"/>
                  </a:lnTo>
                  <a:lnTo>
                    <a:pt x="5202431" y="267402"/>
                  </a:lnTo>
                  <a:lnTo>
                    <a:pt x="5202549" y="267402"/>
                  </a:lnTo>
                  <a:lnTo>
                    <a:pt x="5202667" y="267402"/>
                  </a:lnTo>
                  <a:lnTo>
                    <a:pt x="5202784" y="267402"/>
                  </a:lnTo>
                  <a:lnTo>
                    <a:pt x="5202902" y="267402"/>
                  </a:lnTo>
                  <a:lnTo>
                    <a:pt x="5203019" y="267402"/>
                  </a:lnTo>
                  <a:lnTo>
                    <a:pt x="5203137" y="267402"/>
                  </a:lnTo>
                  <a:lnTo>
                    <a:pt x="5203255" y="267402"/>
                  </a:lnTo>
                  <a:lnTo>
                    <a:pt x="5203372" y="267402"/>
                  </a:lnTo>
                  <a:lnTo>
                    <a:pt x="5203490" y="267402"/>
                  </a:lnTo>
                  <a:lnTo>
                    <a:pt x="5203607" y="267402"/>
                  </a:lnTo>
                  <a:lnTo>
                    <a:pt x="5203725" y="267402"/>
                  </a:lnTo>
                  <a:lnTo>
                    <a:pt x="5203843" y="267402"/>
                  </a:lnTo>
                  <a:lnTo>
                    <a:pt x="5203960" y="267402"/>
                  </a:lnTo>
                  <a:lnTo>
                    <a:pt x="5204078" y="267402"/>
                  </a:lnTo>
                  <a:lnTo>
                    <a:pt x="5204195" y="267402"/>
                  </a:lnTo>
                  <a:lnTo>
                    <a:pt x="5204313" y="267402"/>
                  </a:lnTo>
                  <a:lnTo>
                    <a:pt x="5204431" y="267402"/>
                  </a:lnTo>
                  <a:lnTo>
                    <a:pt x="5204431" y="266972"/>
                  </a:lnTo>
                  <a:lnTo>
                    <a:pt x="5204431" y="266541"/>
                  </a:lnTo>
                  <a:lnTo>
                    <a:pt x="5204548" y="266541"/>
                  </a:lnTo>
                  <a:lnTo>
                    <a:pt x="5204666" y="266541"/>
                  </a:lnTo>
                  <a:lnTo>
                    <a:pt x="5204784" y="266541"/>
                  </a:lnTo>
                  <a:lnTo>
                    <a:pt x="5204901" y="266541"/>
                  </a:lnTo>
                  <a:lnTo>
                    <a:pt x="5205019" y="266541"/>
                  </a:lnTo>
                  <a:lnTo>
                    <a:pt x="5205136" y="266541"/>
                  </a:lnTo>
                  <a:lnTo>
                    <a:pt x="5205254" y="266541"/>
                  </a:lnTo>
                  <a:lnTo>
                    <a:pt x="5205254" y="266110"/>
                  </a:lnTo>
                  <a:lnTo>
                    <a:pt x="5205254" y="265680"/>
                  </a:lnTo>
                  <a:lnTo>
                    <a:pt x="5205372" y="265680"/>
                  </a:lnTo>
                  <a:lnTo>
                    <a:pt x="5205489" y="265680"/>
                  </a:lnTo>
                  <a:lnTo>
                    <a:pt x="5205607" y="265680"/>
                  </a:lnTo>
                  <a:lnTo>
                    <a:pt x="5205724" y="265680"/>
                  </a:lnTo>
                  <a:lnTo>
                    <a:pt x="5205842" y="265680"/>
                  </a:lnTo>
                  <a:lnTo>
                    <a:pt x="5205960" y="265680"/>
                  </a:lnTo>
                  <a:lnTo>
                    <a:pt x="5206077" y="265680"/>
                  </a:lnTo>
                  <a:lnTo>
                    <a:pt x="5206077" y="265249"/>
                  </a:lnTo>
                  <a:lnTo>
                    <a:pt x="5206195" y="265249"/>
                  </a:lnTo>
                  <a:lnTo>
                    <a:pt x="5206313" y="265249"/>
                  </a:lnTo>
                  <a:lnTo>
                    <a:pt x="5206430" y="265249"/>
                  </a:lnTo>
                  <a:lnTo>
                    <a:pt x="5206548" y="265249"/>
                  </a:lnTo>
                  <a:lnTo>
                    <a:pt x="5206665" y="265249"/>
                  </a:lnTo>
                  <a:lnTo>
                    <a:pt x="5206783" y="265249"/>
                  </a:lnTo>
                  <a:lnTo>
                    <a:pt x="5206901" y="265249"/>
                  </a:lnTo>
                  <a:lnTo>
                    <a:pt x="5207018" y="265249"/>
                  </a:lnTo>
                  <a:lnTo>
                    <a:pt x="5207136" y="265249"/>
                  </a:lnTo>
                  <a:lnTo>
                    <a:pt x="5207253" y="265249"/>
                  </a:lnTo>
                  <a:lnTo>
                    <a:pt x="5207371" y="265249"/>
                  </a:lnTo>
                  <a:lnTo>
                    <a:pt x="5207489" y="265249"/>
                  </a:lnTo>
                  <a:lnTo>
                    <a:pt x="5207606" y="265249"/>
                  </a:lnTo>
                  <a:lnTo>
                    <a:pt x="5207724" y="265249"/>
                  </a:lnTo>
                  <a:lnTo>
                    <a:pt x="5207842" y="265249"/>
                  </a:lnTo>
                  <a:lnTo>
                    <a:pt x="5207959" y="265249"/>
                  </a:lnTo>
                  <a:lnTo>
                    <a:pt x="5208077" y="265249"/>
                  </a:lnTo>
                  <a:lnTo>
                    <a:pt x="5208194" y="265249"/>
                  </a:lnTo>
                  <a:lnTo>
                    <a:pt x="5208312" y="265249"/>
                  </a:lnTo>
                  <a:lnTo>
                    <a:pt x="5208430" y="265249"/>
                  </a:lnTo>
                  <a:lnTo>
                    <a:pt x="5208547" y="265249"/>
                  </a:lnTo>
                  <a:lnTo>
                    <a:pt x="5208665" y="265249"/>
                  </a:lnTo>
                  <a:lnTo>
                    <a:pt x="5208782" y="265249"/>
                  </a:lnTo>
                  <a:lnTo>
                    <a:pt x="5208900" y="265249"/>
                  </a:lnTo>
                  <a:lnTo>
                    <a:pt x="5209018" y="265249"/>
                  </a:lnTo>
                  <a:lnTo>
                    <a:pt x="5209135" y="265249"/>
                  </a:lnTo>
                  <a:lnTo>
                    <a:pt x="5209253" y="265249"/>
                  </a:lnTo>
                  <a:lnTo>
                    <a:pt x="5209371" y="265249"/>
                  </a:lnTo>
                  <a:lnTo>
                    <a:pt x="5209488" y="265249"/>
                  </a:lnTo>
                  <a:lnTo>
                    <a:pt x="5209488" y="264819"/>
                  </a:lnTo>
                  <a:lnTo>
                    <a:pt x="5209606" y="264819"/>
                  </a:lnTo>
                  <a:lnTo>
                    <a:pt x="5209723" y="264819"/>
                  </a:lnTo>
                  <a:lnTo>
                    <a:pt x="5209723" y="264388"/>
                  </a:lnTo>
                  <a:lnTo>
                    <a:pt x="5209841" y="264388"/>
                  </a:lnTo>
                  <a:lnTo>
                    <a:pt x="5209959" y="264388"/>
                  </a:lnTo>
                  <a:lnTo>
                    <a:pt x="5209959" y="263957"/>
                  </a:lnTo>
                  <a:lnTo>
                    <a:pt x="5210076" y="263957"/>
                  </a:lnTo>
                  <a:lnTo>
                    <a:pt x="5210194" y="263957"/>
                  </a:lnTo>
                  <a:lnTo>
                    <a:pt x="5210311" y="263957"/>
                  </a:lnTo>
                  <a:lnTo>
                    <a:pt x="5210429" y="263957"/>
                  </a:lnTo>
                  <a:lnTo>
                    <a:pt x="5210547" y="263957"/>
                  </a:lnTo>
                  <a:lnTo>
                    <a:pt x="5210664" y="263957"/>
                  </a:lnTo>
                  <a:lnTo>
                    <a:pt x="5210782" y="263957"/>
                  </a:lnTo>
                  <a:lnTo>
                    <a:pt x="5210900" y="263957"/>
                  </a:lnTo>
                  <a:lnTo>
                    <a:pt x="5211017" y="263957"/>
                  </a:lnTo>
                  <a:lnTo>
                    <a:pt x="5211135" y="263957"/>
                  </a:lnTo>
                  <a:lnTo>
                    <a:pt x="5211252" y="263957"/>
                  </a:lnTo>
                  <a:lnTo>
                    <a:pt x="5211370" y="263957"/>
                  </a:lnTo>
                  <a:lnTo>
                    <a:pt x="5211488" y="263957"/>
                  </a:lnTo>
                  <a:lnTo>
                    <a:pt x="5211605" y="263957"/>
                  </a:lnTo>
                  <a:lnTo>
                    <a:pt x="5211723" y="263957"/>
                  </a:lnTo>
                  <a:lnTo>
                    <a:pt x="5211840" y="263957"/>
                  </a:lnTo>
                  <a:lnTo>
                    <a:pt x="5211958" y="263957"/>
                  </a:lnTo>
                  <a:lnTo>
                    <a:pt x="5211958" y="263527"/>
                  </a:lnTo>
                  <a:lnTo>
                    <a:pt x="5212076" y="263527"/>
                  </a:lnTo>
                  <a:lnTo>
                    <a:pt x="5212193" y="263527"/>
                  </a:lnTo>
                  <a:lnTo>
                    <a:pt x="5212311" y="263527"/>
                  </a:lnTo>
                  <a:lnTo>
                    <a:pt x="5212428" y="263527"/>
                  </a:lnTo>
                  <a:lnTo>
                    <a:pt x="5212546" y="263527"/>
                  </a:lnTo>
                  <a:lnTo>
                    <a:pt x="5212664" y="263527"/>
                  </a:lnTo>
                  <a:lnTo>
                    <a:pt x="5212781" y="263527"/>
                  </a:lnTo>
                  <a:lnTo>
                    <a:pt x="5212899" y="263527"/>
                  </a:lnTo>
                  <a:lnTo>
                    <a:pt x="5213017" y="263527"/>
                  </a:lnTo>
                  <a:lnTo>
                    <a:pt x="5213134" y="263527"/>
                  </a:lnTo>
                  <a:lnTo>
                    <a:pt x="5213252" y="263527"/>
                  </a:lnTo>
                  <a:lnTo>
                    <a:pt x="5213369" y="263527"/>
                  </a:lnTo>
                  <a:lnTo>
                    <a:pt x="5213487" y="263527"/>
                  </a:lnTo>
                  <a:lnTo>
                    <a:pt x="5213605" y="263527"/>
                  </a:lnTo>
                  <a:lnTo>
                    <a:pt x="5213722" y="263527"/>
                  </a:lnTo>
                  <a:lnTo>
                    <a:pt x="5213840" y="263527"/>
                  </a:lnTo>
                  <a:lnTo>
                    <a:pt x="5213957" y="263527"/>
                  </a:lnTo>
                  <a:lnTo>
                    <a:pt x="5214075" y="263527"/>
                  </a:lnTo>
                  <a:lnTo>
                    <a:pt x="5214193" y="263527"/>
                  </a:lnTo>
                  <a:lnTo>
                    <a:pt x="5214310" y="263527"/>
                  </a:lnTo>
                  <a:lnTo>
                    <a:pt x="5214428" y="263527"/>
                  </a:lnTo>
                  <a:lnTo>
                    <a:pt x="5214546" y="263527"/>
                  </a:lnTo>
                  <a:lnTo>
                    <a:pt x="5214663" y="263527"/>
                  </a:lnTo>
                  <a:lnTo>
                    <a:pt x="5214781" y="263527"/>
                  </a:lnTo>
                  <a:lnTo>
                    <a:pt x="5214898" y="263527"/>
                  </a:lnTo>
                  <a:lnTo>
                    <a:pt x="5215016" y="263527"/>
                  </a:lnTo>
                  <a:lnTo>
                    <a:pt x="5215134" y="263527"/>
                  </a:lnTo>
                  <a:lnTo>
                    <a:pt x="5215251" y="263527"/>
                  </a:lnTo>
                  <a:lnTo>
                    <a:pt x="5215369" y="263527"/>
                  </a:lnTo>
                  <a:lnTo>
                    <a:pt x="5215486" y="263527"/>
                  </a:lnTo>
                  <a:lnTo>
                    <a:pt x="5215486" y="263096"/>
                  </a:lnTo>
                  <a:lnTo>
                    <a:pt x="5215604" y="263096"/>
                  </a:lnTo>
                  <a:lnTo>
                    <a:pt x="5215604" y="262666"/>
                  </a:lnTo>
                  <a:lnTo>
                    <a:pt x="5215722" y="262666"/>
                  </a:lnTo>
                  <a:lnTo>
                    <a:pt x="5215839" y="262666"/>
                  </a:lnTo>
                  <a:lnTo>
                    <a:pt x="5215957" y="262666"/>
                  </a:lnTo>
                  <a:lnTo>
                    <a:pt x="5216075" y="262666"/>
                  </a:lnTo>
                  <a:lnTo>
                    <a:pt x="5216192" y="262666"/>
                  </a:lnTo>
                  <a:lnTo>
                    <a:pt x="5216310" y="262666"/>
                  </a:lnTo>
                  <a:lnTo>
                    <a:pt x="5216427" y="262666"/>
                  </a:lnTo>
                  <a:lnTo>
                    <a:pt x="5216545" y="262666"/>
                  </a:lnTo>
                  <a:lnTo>
                    <a:pt x="5216663" y="262666"/>
                  </a:lnTo>
                  <a:lnTo>
                    <a:pt x="5216780" y="262666"/>
                  </a:lnTo>
                  <a:lnTo>
                    <a:pt x="5216780" y="262235"/>
                  </a:lnTo>
                  <a:lnTo>
                    <a:pt x="5216898" y="262235"/>
                  </a:lnTo>
                  <a:lnTo>
                    <a:pt x="5217015" y="262235"/>
                  </a:lnTo>
                  <a:lnTo>
                    <a:pt x="5217133" y="262235"/>
                  </a:lnTo>
                  <a:lnTo>
                    <a:pt x="5217251" y="262235"/>
                  </a:lnTo>
                  <a:lnTo>
                    <a:pt x="5217368" y="262235"/>
                  </a:lnTo>
                  <a:lnTo>
                    <a:pt x="5217486" y="262235"/>
                  </a:lnTo>
                  <a:lnTo>
                    <a:pt x="5217604" y="262235"/>
                  </a:lnTo>
                  <a:lnTo>
                    <a:pt x="5217721" y="262235"/>
                  </a:lnTo>
                  <a:lnTo>
                    <a:pt x="5217839" y="262235"/>
                  </a:lnTo>
                  <a:lnTo>
                    <a:pt x="5217956" y="262235"/>
                  </a:lnTo>
                  <a:lnTo>
                    <a:pt x="5218074" y="262235"/>
                  </a:lnTo>
                  <a:lnTo>
                    <a:pt x="5218192" y="262235"/>
                  </a:lnTo>
                  <a:lnTo>
                    <a:pt x="5218309" y="262235"/>
                  </a:lnTo>
                  <a:lnTo>
                    <a:pt x="5218427" y="262235"/>
                  </a:lnTo>
                  <a:lnTo>
                    <a:pt x="5218544" y="262235"/>
                  </a:lnTo>
                  <a:lnTo>
                    <a:pt x="5218662" y="262235"/>
                  </a:lnTo>
                  <a:lnTo>
                    <a:pt x="5218780" y="262235"/>
                  </a:lnTo>
                  <a:lnTo>
                    <a:pt x="5218897" y="262235"/>
                  </a:lnTo>
                  <a:lnTo>
                    <a:pt x="5219015" y="262235"/>
                  </a:lnTo>
                  <a:lnTo>
                    <a:pt x="5219133" y="262235"/>
                  </a:lnTo>
                  <a:lnTo>
                    <a:pt x="5219250" y="262235"/>
                  </a:lnTo>
                  <a:lnTo>
                    <a:pt x="5219368" y="262235"/>
                  </a:lnTo>
                  <a:lnTo>
                    <a:pt x="5219485" y="262235"/>
                  </a:lnTo>
                  <a:lnTo>
                    <a:pt x="5219603" y="262235"/>
                  </a:lnTo>
                  <a:lnTo>
                    <a:pt x="5219721" y="262235"/>
                  </a:lnTo>
                  <a:lnTo>
                    <a:pt x="5219838" y="262235"/>
                  </a:lnTo>
                  <a:lnTo>
                    <a:pt x="5219956" y="262235"/>
                  </a:lnTo>
                  <a:lnTo>
                    <a:pt x="5220073" y="262235"/>
                  </a:lnTo>
                  <a:lnTo>
                    <a:pt x="5220073" y="261804"/>
                  </a:lnTo>
                  <a:lnTo>
                    <a:pt x="5220191" y="261804"/>
                  </a:lnTo>
                  <a:lnTo>
                    <a:pt x="5220309" y="261804"/>
                  </a:lnTo>
                  <a:lnTo>
                    <a:pt x="5220426" y="261804"/>
                  </a:lnTo>
                  <a:lnTo>
                    <a:pt x="5220544" y="261804"/>
                  </a:lnTo>
                  <a:lnTo>
                    <a:pt x="5220661" y="261804"/>
                  </a:lnTo>
                  <a:lnTo>
                    <a:pt x="5220779" y="261804"/>
                  </a:lnTo>
                  <a:lnTo>
                    <a:pt x="5220779" y="261374"/>
                  </a:lnTo>
                  <a:lnTo>
                    <a:pt x="5220897" y="261374"/>
                  </a:lnTo>
                  <a:lnTo>
                    <a:pt x="5220897" y="260943"/>
                  </a:lnTo>
                  <a:lnTo>
                    <a:pt x="5221014" y="260943"/>
                  </a:lnTo>
                  <a:lnTo>
                    <a:pt x="5221132" y="260943"/>
                  </a:lnTo>
                  <a:lnTo>
                    <a:pt x="5221250" y="260943"/>
                  </a:lnTo>
                  <a:lnTo>
                    <a:pt x="5221367" y="260943"/>
                  </a:lnTo>
                  <a:lnTo>
                    <a:pt x="5221485" y="260943"/>
                  </a:lnTo>
                  <a:lnTo>
                    <a:pt x="5221602" y="260943"/>
                  </a:lnTo>
                  <a:lnTo>
                    <a:pt x="5221602" y="260513"/>
                  </a:lnTo>
                  <a:lnTo>
                    <a:pt x="5221720" y="260513"/>
                  </a:lnTo>
                  <a:lnTo>
                    <a:pt x="5221838" y="260513"/>
                  </a:lnTo>
                  <a:lnTo>
                    <a:pt x="5221955" y="260513"/>
                  </a:lnTo>
                  <a:lnTo>
                    <a:pt x="5222073" y="260513"/>
                  </a:lnTo>
                  <a:lnTo>
                    <a:pt x="5222190" y="260513"/>
                  </a:lnTo>
                  <a:lnTo>
                    <a:pt x="5222308" y="260513"/>
                  </a:lnTo>
                  <a:lnTo>
                    <a:pt x="5222426" y="260513"/>
                  </a:lnTo>
                  <a:lnTo>
                    <a:pt x="5222543" y="260513"/>
                  </a:lnTo>
                  <a:lnTo>
                    <a:pt x="5222661" y="260513"/>
                  </a:lnTo>
                  <a:lnTo>
                    <a:pt x="5222779" y="260513"/>
                  </a:lnTo>
                  <a:lnTo>
                    <a:pt x="5222779" y="260082"/>
                  </a:lnTo>
                  <a:lnTo>
                    <a:pt x="5222896" y="260082"/>
                  </a:lnTo>
                  <a:lnTo>
                    <a:pt x="5223014" y="260082"/>
                  </a:lnTo>
                  <a:lnTo>
                    <a:pt x="5223014" y="259651"/>
                  </a:lnTo>
                  <a:lnTo>
                    <a:pt x="5223131" y="259651"/>
                  </a:lnTo>
                  <a:lnTo>
                    <a:pt x="5223249" y="259651"/>
                  </a:lnTo>
                  <a:lnTo>
                    <a:pt x="5223367" y="259651"/>
                  </a:lnTo>
                  <a:lnTo>
                    <a:pt x="5223484" y="259651"/>
                  </a:lnTo>
                  <a:lnTo>
                    <a:pt x="5223602" y="259651"/>
                  </a:lnTo>
                  <a:lnTo>
                    <a:pt x="5223719" y="259651"/>
                  </a:lnTo>
                  <a:lnTo>
                    <a:pt x="5223837" y="259651"/>
                  </a:lnTo>
                  <a:lnTo>
                    <a:pt x="5223955" y="259651"/>
                  </a:lnTo>
                  <a:lnTo>
                    <a:pt x="5224072" y="259651"/>
                  </a:lnTo>
                  <a:lnTo>
                    <a:pt x="5224190" y="259651"/>
                  </a:lnTo>
                  <a:lnTo>
                    <a:pt x="5224308" y="259651"/>
                  </a:lnTo>
                  <a:lnTo>
                    <a:pt x="5224425" y="259651"/>
                  </a:lnTo>
                  <a:lnTo>
                    <a:pt x="5224543" y="259651"/>
                  </a:lnTo>
                  <a:lnTo>
                    <a:pt x="5224543" y="259221"/>
                  </a:lnTo>
                  <a:lnTo>
                    <a:pt x="5224660" y="259221"/>
                  </a:lnTo>
                  <a:lnTo>
                    <a:pt x="5224778" y="259221"/>
                  </a:lnTo>
                  <a:lnTo>
                    <a:pt x="5224896" y="259221"/>
                  </a:lnTo>
                  <a:lnTo>
                    <a:pt x="5225013" y="259221"/>
                  </a:lnTo>
                  <a:lnTo>
                    <a:pt x="5225131" y="259221"/>
                  </a:lnTo>
                  <a:lnTo>
                    <a:pt x="5225248" y="259221"/>
                  </a:lnTo>
                  <a:lnTo>
                    <a:pt x="5225366" y="259221"/>
                  </a:lnTo>
                  <a:lnTo>
                    <a:pt x="5225484" y="259221"/>
                  </a:lnTo>
                  <a:lnTo>
                    <a:pt x="5225601" y="259221"/>
                  </a:lnTo>
                  <a:lnTo>
                    <a:pt x="5225719" y="259221"/>
                  </a:lnTo>
                  <a:lnTo>
                    <a:pt x="5225837" y="259221"/>
                  </a:lnTo>
                  <a:lnTo>
                    <a:pt x="5225954" y="259221"/>
                  </a:lnTo>
                  <a:lnTo>
                    <a:pt x="5226072" y="259221"/>
                  </a:lnTo>
                  <a:lnTo>
                    <a:pt x="5226189" y="259221"/>
                  </a:lnTo>
                  <a:lnTo>
                    <a:pt x="5226307" y="259221"/>
                  </a:lnTo>
                  <a:lnTo>
                    <a:pt x="5226425" y="259221"/>
                  </a:lnTo>
                  <a:lnTo>
                    <a:pt x="5226542" y="259221"/>
                  </a:lnTo>
                  <a:lnTo>
                    <a:pt x="5226542" y="258790"/>
                  </a:lnTo>
                  <a:lnTo>
                    <a:pt x="5226660" y="258790"/>
                  </a:lnTo>
                  <a:lnTo>
                    <a:pt x="5226660" y="258360"/>
                  </a:lnTo>
                  <a:lnTo>
                    <a:pt x="5226777" y="258360"/>
                  </a:lnTo>
                  <a:lnTo>
                    <a:pt x="5226895" y="258360"/>
                  </a:lnTo>
                  <a:lnTo>
                    <a:pt x="5227013" y="258360"/>
                  </a:lnTo>
                  <a:lnTo>
                    <a:pt x="5227130" y="258360"/>
                  </a:lnTo>
                  <a:lnTo>
                    <a:pt x="5227130" y="257929"/>
                  </a:lnTo>
                  <a:lnTo>
                    <a:pt x="5227130" y="257498"/>
                  </a:lnTo>
                  <a:lnTo>
                    <a:pt x="5227248" y="257498"/>
                  </a:lnTo>
                  <a:lnTo>
                    <a:pt x="5227366" y="257498"/>
                  </a:lnTo>
                  <a:lnTo>
                    <a:pt x="5227483" y="257498"/>
                  </a:lnTo>
                  <a:lnTo>
                    <a:pt x="5227601" y="257498"/>
                  </a:lnTo>
                  <a:lnTo>
                    <a:pt x="5227718" y="257498"/>
                  </a:lnTo>
                  <a:lnTo>
                    <a:pt x="5227836" y="257498"/>
                  </a:lnTo>
                  <a:lnTo>
                    <a:pt x="5227954" y="257498"/>
                  </a:lnTo>
                  <a:lnTo>
                    <a:pt x="5228071" y="257498"/>
                  </a:lnTo>
                  <a:lnTo>
                    <a:pt x="5228189" y="257498"/>
                  </a:lnTo>
                  <a:lnTo>
                    <a:pt x="5228306" y="257498"/>
                  </a:lnTo>
                  <a:lnTo>
                    <a:pt x="5228424" y="257498"/>
                  </a:lnTo>
                  <a:lnTo>
                    <a:pt x="5228542" y="257498"/>
                  </a:lnTo>
                  <a:lnTo>
                    <a:pt x="5228659" y="257498"/>
                  </a:lnTo>
                  <a:lnTo>
                    <a:pt x="5228659" y="257068"/>
                  </a:lnTo>
                  <a:lnTo>
                    <a:pt x="5228777" y="257068"/>
                  </a:lnTo>
                  <a:lnTo>
                    <a:pt x="5228894" y="257068"/>
                  </a:lnTo>
                  <a:lnTo>
                    <a:pt x="5229012" y="257068"/>
                  </a:lnTo>
                  <a:lnTo>
                    <a:pt x="5229130" y="257068"/>
                  </a:lnTo>
                  <a:lnTo>
                    <a:pt x="5229247" y="257068"/>
                  </a:lnTo>
                  <a:lnTo>
                    <a:pt x="5229365" y="257068"/>
                  </a:lnTo>
                  <a:lnTo>
                    <a:pt x="5229483" y="257068"/>
                  </a:lnTo>
                  <a:lnTo>
                    <a:pt x="5229600" y="257068"/>
                  </a:lnTo>
                  <a:lnTo>
                    <a:pt x="5229718" y="257068"/>
                  </a:lnTo>
                  <a:lnTo>
                    <a:pt x="5229835" y="257068"/>
                  </a:lnTo>
                  <a:lnTo>
                    <a:pt x="5229953" y="257068"/>
                  </a:lnTo>
                  <a:lnTo>
                    <a:pt x="5230071" y="257068"/>
                  </a:lnTo>
                  <a:lnTo>
                    <a:pt x="5230188" y="257068"/>
                  </a:lnTo>
                  <a:lnTo>
                    <a:pt x="5230306" y="257068"/>
                  </a:lnTo>
                  <a:lnTo>
                    <a:pt x="5230423" y="257068"/>
                  </a:lnTo>
                  <a:lnTo>
                    <a:pt x="5230541" y="257068"/>
                  </a:lnTo>
                  <a:lnTo>
                    <a:pt x="5230659" y="257068"/>
                  </a:lnTo>
                  <a:lnTo>
                    <a:pt x="5230776" y="257068"/>
                  </a:lnTo>
                  <a:lnTo>
                    <a:pt x="5230894" y="257068"/>
                  </a:lnTo>
                  <a:lnTo>
                    <a:pt x="5231012" y="257068"/>
                  </a:lnTo>
                  <a:lnTo>
                    <a:pt x="5231129" y="257068"/>
                  </a:lnTo>
                  <a:lnTo>
                    <a:pt x="5231247" y="257068"/>
                  </a:lnTo>
                  <a:lnTo>
                    <a:pt x="5231364" y="257068"/>
                  </a:lnTo>
                  <a:lnTo>
                    <a:pt x="5231364" y="256637"/>
                  </a:lnTo>
                  <a:lnTo>
                    <a:pt x="5231482" y="256637"/>
                  </a:lnTo>
                  <a:lnTo>
                    <a:pt x="5231600" y="256637"/>
                  </a:lnTo>
                  <a:lnTo>
                    <a:pt x="5231600" y="256207"/>
                  </a:lnTo>
                  <a:lnTo>
                    <a:pt x="5231717" y="256207"/>
                  </a:lnTo>
                  <a:lnTo>
                    <a:pt x="5231835" y="256207"/>
                  </a:lnTo>
                  <a:lnTo>
                    <a:pt x="5231952" y="256207"/>
                  </a:lnTo>
                  <a:lnTo>
                    <a:pt x="5232070" y="256207"/>
                  </a:lnTo>
                  <a:lnTo>
                    <a:pt x="5232188" y="256207"/>
                  </a:lnTo>
                  <a:lnTo>
                    <a:pt x="5232305" y="256207"/>
                  </a:lnTo>
                  <a:lnTo>
                    <a:pt x="5232423" y="256207"/>
                  </a:lnTo>
                  <a:lnTo>
                    <a:pt x="5232541" y="256207"/>
                  </a:lnTo>
                  <a:lnTo>
                    <a:pt x="5232658" y="256207"/>
                  </a:lnTo>
                  <a:lnTo>
                    <a:pt x="5232776" y="256207"/>
                  </a:lnTo>
                  <a:lnTo>
                    <a:pt x="5232893" y="256207"/>
                  </a:lnTo>
                  <a:lnTo>
                    <a:pt x="5233011" y="256207"/>
                  </a:lnTo>
                  <a:lnTo>
                    <a:pt x="5233011" y="255776"/>
                  </a:lnTo>
                  <a:lnTo>
                    <a:pt x="5233129" y="255776"/>
                  </a:lnTo>
                  <a:lnTo>
                    <a:pt x="5233246" y="255776"/>
                  </a:lnTo>
                  <a:lnTo>
                    <a:pt x="5233364" y="255776"/>
                  </a:lnTo>
                  <a:lnTo>
                    <a:pt x="5233481" y="255776"/>
                  </a:lnTo>
                  <a:lnTo>
                    <a:pt x="5233599" y="255776"/>
                  </a:lnTo>
                  <a:lnTo>
                    <a:pt x="5233717" y="255776"/>
                  </a:lnTo>
                  <a:lnTo>
                    <a:pt x="5233834" y="255776"/>
                  </a:lnTo>
                  <a:lnTo>
                    <a:pt x="5233952" y="255776"/>
                  </a:lnTo>
                  <a:lnTo>
                    <a:pt x="5234070" y="255776"/>
                  </a:lnTo>
                  <a:lnTo>
                    <a:pt x="5234187" y="255776"/>
                  </a:lnTo>
                  <a:lnTo>
                    <a:pt x="5234187" y="255345"/>
                  </a:lnTo>
                  <a:lnTo>
                    <a:pt x="5234305" y="255345"/>
                  </a:lnTo>
                  <a:lnTo>
                    <a:pt x="5234422" y="255345"/>
                  </a:lnTo>
                  <a:lnTo>
                    <a:pt x="5234540" y="255345"/>
                  </a:lnTo>
                  <a:lnTo>
                    <a:pt x="5234658" y="255345"/>
                  </a:lnTo>
                  <a:lnTo>
                    <a:pt x="5234658" y="254915"/>
                  </a:lnTo>
                  <a:lnTo>
                    <a:pt x="5234775" y="254915"/>
                  </a:lnTo>
                  <a:lnTo>
                    <a:pt x="5234893" y="254915"/>
                  </a:lnTo>
                  <a:lnTo>
                    <a:pt x="5235010" y="254915"/>
                  </a:lnTo>
                  <a:lnTo>
                    <a:pt x="5235128" y="254915"/>
                  </a:lnTo>
                  <a:lnTo>
                    <a:pt x="5235128" y="254484"/>
                  </a:lnTo>
                  <a:lnTo>
                    <a:pt x="5235246" y="254484"/>
                  </a:lnTo>
                  <a:lnTo>
                    <a:pt x="5235363" y="254484"/>
                  </a:lnTo>
                  <a:lnTo>
                    <a:pt x="5235481" y="254484"/>
                  </a:lnTo>
                  <a:lnTo>
                    <a:pt x="5235599" y="254484"/>
                  </a:lnTo>
                  <a:lnTo>
                    <a:pt x="5235716" y="254484"/>
                  </a:lnTo>
                  <a:lnTo>
                    <a:pt x="5235834" y="254484"/>
                  </a:lnTo>
                  <a:lnTo>
                    <a:pt x="5235951" y="254484"/>
                  </a:lnTo>
                  <a:lnTo>
                    <a:pt x="5236069" y="254484"/>
                  </a:lnTo>
                  <a:lnTo>
                    <a:pt x="5236187" y="254484"/>
                  </a:lnTo>
                  <a:lnTo>
                    <a:pt x="5236304" y="254484"/>
                  </a:lnTo>
                  <a:lnTo>
                    <a:pt x="5236422" y="254484"/>
                  </a:lnTo>
                  <a:lnTo>
                    <a:pt x="5236422" y="254054"/>
                  </a:lnTo>
                  <a:lnTo>
                    <a:pt x="5236422" y="253623"/>
                  </a:lnTo>
                  <a:lnTo>
                    <a:pt x="5236539" y="253623"/>
                  </a:lnTo>
                  <a:lnTo>
                    <a:pt x="5236657" y="253623"/>
                  </a:lnTo>
                  <a:lnTo>
                    <a:pt x="5236775" y="253623"/>
                  </a:lnTo>
                  <a:lnTo>
                    <a:pt x="5236892" y="253623"/>
                  </a:lnTo>
                  <a:lnTo>
                    <a:pt x="5237010" y="253623"/>
                  </a:lnTo>
                  <a:lnTo>
                    <a:pt x="5237127" y="253623"/>
                  </a:lnTo>
                  <a:lnTo>
                    <a:pt x="5237245" y="253623"/>
                  </a:lnTo>
                  <a:lnTo>
                    <a:pt x="5237363" y="253623"/>
                  </a:lnTo>
                  <a:lnTo>
                    <a:pt x="5237480" y="253623"/>
                  </a:lnTo>
                  <a:lnTo>
                    <a:pt x="5237480" y="253192"/>
                  </a:lnTo>
                  <a:lnTo>
                    <a:pt x="5237598" y="253192"/>
                  </a:lnTo>
                  <a:lnTo>
                    <a:pt x="5237716" y="253192"/>
                  </a:lnTo>
                  <a:lnTo>
                    <a:pt x="5237833" y="253192"/>
                  </a:lnTo>
                  <a:lnTo>
                    <a:pt x="5237951" y="253192"/>
                  </a:lnTo>
                  <a:lnTo>
                    <a:pt x="5238068" y="253192"/>
                  </a:lnTo>
                  <a:lnTo>
                    <a:pt x="5238186" y="253192"/>
                  </a:lnTo>
                  <a:lnTo>
                    <a:pt x="5238304" y="253192"/>
                  </a:lnTo>
                  <a:lnTo>
                    <a:pt x="5238421" y="253192"/>
                  </a:lnTo>
                  <a:lnTo>
                    <a:pt x="5238539" y="253192"/>
                  </a:lnTo>
                  <a:lnTo>
                    <a:pt x="5238539" y="252762"/>
                  </a:lnTo>
                  <a:lnTo>
                    <a:pt x="5238656" y="252762"/>
                  </a:lnTo>
                  <a:lnTo>
                    <a:pt x="5238774" y="252762"/>
                  </a:lnTo>
                  <a:lnTo>
                    <a:pt x="5238892" y="252762"/>
                  </a:lnTo>
                  <a:lnTo>
                    <a:pt x="5239009" y="252762"/>
                  </a:lnTo>
                  <a:lnTo>
                    <a:pt x="5239127" y="252762"/>
                  </a:lnTo>
                  <a:lnTo>
                    <a:pt x="5239245" y="252762"/>
                  </a:lnTo>
                  <a:lnTo>
                    <a:pt x="5239362" y="252762"/>
                  </a:lnTo>
                  <a:lnTo>
                    <a:pt x="5239480" y="252762"/>
                  </a:lnTo>
                  <a:lnTo>
                    <a:pt x="5239597" y="252762"/>
                  </a:lnTo>
                  <a:lnTo>
                    <a:pt x="5239597" y="252331"/>
                  </a:lnTo>
                  <a:lnTo>
                    <a:pt x="5239715" y="252331"/>
                  </a:lnTo>
                  <a:lnTo>
                    <a:pt x="5239833" y="252331"/>
                  </a:lnTo>
                  <a:lnTo>
                    <a:pt x="5239950" y="252331"/>
                  </a:lnTo>
                  <a:lnTo>
                    <a:pt x="5240068" y="252331"/>
                  </a:lnTo>
                  <a:lnTo>
                    <a:pt x="5240185" y="252331"/>
                  </a:lnTo>
                  <a:lnTo>
                    <a:pt x="5240303" y="252331"/>
                  </a:lnTo>
                  <a:lnTo>
                    <a:pt x="5240421" y="252331"/>
                  </a:lnTo>
                  <a:lnTo>
                    <a:pt x="5240538" y="252331"/>
                  </a:lnTo>
                  <a:lnTo>
                    <a:pt x="5240656" y="252331"/>
                  </a:lnTo>
                  <a:lnTo>
                    <a:pt x="5240774" y="252331"/>
                  </a:lnTo>
                  <a:lnTo>
                    <a:pt x="5240774" y="251901"/>
                  </a:lnTo>
                  <a:lnTo>
                    <a:pt x="5240891" y="251901"/>
                  </a:lnTo>
                  <a:lnTo>
                    <a:pt x="5241009" y="251901"/>
                  </a:lnTo>
                  <a:lnTo>
                    <a:pt x="5241126" y="251901"/>
                  </a:lnTo>
                  <a:lnTo>
                    <a:pt x="5241244" y="251901"/>
                  </a:lnTo>
                  <a:lnTo>
                    <a:pt x="5241362" y="251901"/>
                  </a:lnTo>
                  <a:lnTo>
                    <a:pt x="5241362" y="251470"/>
                  </a:lnTo>
                  <a:lnTo>
                    <a:pt x="5241479" y="251470"/>
                  </a:lnTo>
                  <a:lnTo>
                    <a:pt x="5241597" y="251470"/>
                  </a:lnTo>
                  <a:lnTo>
                    <a:pt x="5241714" y="251470"/>
                  </a:lnTo>
                  <a:lnTo>
                    <a:pt x="5241832" y="251470"/>
                  </a:lnTo>
                  <a:lnTo>
                    <a:pt x="5241950" y="251470"/>
                  </a:lnTo>
                  <a:lnTo>
                    <a:pt x="5241950" y="251039"/>
                  </a:lnTo>
                  <a:lnTo>
                    <a:pt x="5242067" y="251039"/>
                  </a:lnTo>
                  <a:lnTo>
                    <a:pt x="5242185" y="251039"/>
                  </a:lnTo>
                  <a:lnTo>
                    <a:pt x="5242303" y="251039"/>
                  </a:lnTo>
                  <a:lnTo>
                    <a:pt x="5242303" y="250609"/>
                  </a:lnTo>
                  <a:lnTo>
                    <a:pt x="5242420" y="250609"/>
                  </a:lnTo>
                  <a:lnTo>
                    <a:pt x="5242538" y="250609"/>
                  </a:lnTo>
                  <a:lnTo>
                    <a:pt x="5242655" y="250609"/>
                  </a:lnTo>
                  <a:lnTo>
                    <a:pt x="5242773" y="250609"/>
                  </a:lnTo>
                  <a:lnTo>
                    <a:pt x="5242891" y="250609"/>
                  </a:lnTo>
                  <a:lnTo>
                    <a:pt x="5243008" y="250609"/>
                  </a:lnTo>
                  <a:lnTo>
                    <a:pt x="5243126" y="250609"/>
                  </a:lnTo>
                  <a:lnTo>
                    <a:pt x="5243126" y="250178"/>
                  </a:lnTo>
                  <a:lnTo>
                    <a:pt x="5243243" y="250178"/>
                  </a:lnTo>
                  <a:lnTo>
                    <a:pt x="5243361" y="250178"/>
                  </a:lnTo>
                  <a:lnTo>
                    <a:pt x="5243479" y="250178"/>
                  </a:lnTo>
                  <a:lnTo>
                    <a:pt x="5243596" y="250178"/>
                  </a:lnTo>
                  <a:lnTo>
                    <a:pt x="5243714" y="250178"/>
                  </a:lnTo>
                  <a:lnTo>
                    <a:pt x="5243832" y="250178"/>
                  </a:lnTo>
                  <a:lnTo>
                    <a:pt x="5243949" y="250178"/>
                  </a:lnTo>
                  <a:lnTo>
                    <a:pt x="5244067" y="250178"/>
                  </a:lnTo>
                  <a:lnTo>
                    <a:pt x="5244184" y="250178"/>
                  </a:lnTo>
                  <a:lnTo>
                    <a:pt x="5244302" y="250178"/>
                  </a:lnTo>
                  <a:lnTo>
                    <a:pt x="5244420" y="250178"/>
                  </a:lnTo>
                  <a:lnTo>
                    <a:pt x="5244537" y="250178"/>
                  </a:lnTo>
                  <a:lnTo>
                    <a:pt x="5244655" y="250178"/>
                  </a:lnTo>
                  <a:lnTo>
                    <a:pt x="5244772" y="250178"/>
                  </a:lnTo>
                  <a:lnTo>
                    <a:pt x="5244890" y="250178"/>
                  </a:lnTo>
                  <a:lnTo>
                    <a:pt x="5245008" y="250178"/>
                  </a:lnTo>
                  <a:lnTo>
                    <a:pt x="5245008" y="249748"/>
                  </a:lnTo>
                  <a:lnTo>
                    <a:pt x="5245125" y="249748"/>
                  </a:lnTo>
                  <a:lnTo>
                    <a:pt x="5245243" y="249748"/>
                  </a:lnTo>
                  <a:lnTo>
                    <a:pt x="5245360" y="249748"/>
                  </a:lnTo>
                  <a:lnTo>
                    <a:pt x="5245478" y="249748"/>
                  </a:lnTo>
                  <a:lnTo>
                    <a:pt x="5245596" y="249748"/>
                  </a:lnTo>
                  <a:lnTo>
                    <a:pt x="5245713" y="249748"/>
                  </a:lnTo>
                  <a:lnTo>
                    <a:pt x="5245713" y="249317"/>
                  </a:lnTo>
                  <a:lnTo>
                    <a:pt x="5245831" y="249317"/>
                  </a:lnTo>
                  <a:lnTo>
                    <a:pt x="5245949" y="249317"/>
                  </a:lnTo>
                  <a:lnTo>
                    <a:pt x="5246066" y="249317"/>
                  </a:lnTo>
                  <a:lnTo>
                    <a:pt x="5246184" y="249317"/>
                  </a:lnTo>
                  <a:lnTo>
                    <a:pt x="5246184" y="248886"/>
                  </a:lnTo>
                  <a:lnTo>
                    <a:pt x="5246301" y="248886"/>
                  </a:lnTo>
                  <a:lnTo>
                    <a:pt x="5246419" y="248886"/>
                  </a:lnTo>
                  <a:lnTo>
                    <a:pt x="5246537" y="248886"/>
                  </a:lnTo>
                  <a:lnTo>
                    <a:pt x="5246654" y="248886"/>
                  </a:lnTo>
                  <a:lnTo>
                    <a:pt x="5246772" y="248886"/>
                  </a:lnTo>
                  <a:lnTo>
                    <a:pt x="5246889" y="248886"/>
                  </a:lnTo>
                  <a:lnTo>
                    <a:pt x="5247007" y="248886"/>
                  </a:lnTo>
                  <a:lnTo>
                    <a:pt x="5247125" y="248886"/>
                  </a:lnTo>
                  <a:lnTo>
                    <a:pt x="5247242" y="248886"/>
                  </a:lnTo>
                  <a:lnTo>
                    <a:pt x="5247360" y="248886"/>
                  </a:lnTo>
                  <a:lnTo>
                    <a:pt x="5247478" y="248886"/>
                  </a:lnTo>
                  <a:lnTo>
                    <a:pt x="5247595" y="248886"/>
                  </a:lnTo>
                  <a:lnTo>
                    <a:pt x="5247713" y="248886"/>
                  </a:lnTo>
                  <a:lnTo>
                    <a:pt x="5247830" y="248886"/>
                  </a:lnTo>
                  <a:lnTo>
                    <a:pt x="5247948" y="248886"/>
                  </a:lnTo>
                  <a:lnTo>
                    <a:pt x="5248066" y="248886"/>
                  </a:lnTo>
                  <a:lnTo>
                    <a:pt x="5248183" y="248886"/>
                  </a:lnTo>
                  <a:lnTo>
                    <a:pt x="5248301" y="248886"/>
                  </a:lnTo>
                  <a:lnTo>
                    <a:pt x="5248418" y="248886"/>
                  </a:lnTo>
                  <a:lnTo>
                    <a:pt x="5248536" y="248886"/>
                  </a:lnTo>
                  <a:lnTo>
                    <a:pt x="5248654" y="248886"/>
                  </a:lnTo>
                  <a:lnTo>
                    <a:pt x="5248771" y="248886"/>
                  </a:lnTo>
                  <a:lnTo>
                    <a:pt x="5248889" y="248886"/>
                  </a:lnTo>
                  <a:lnTo>
                    <a:pt x="5249007" y="248886"/>
                  </a:lnTo>
                  <a:lnTo>
                    <a:pt x="5249124" y="248886"/>
                  </a:lnTo>
                  <a:lnTo>
                    <a:pt x="5249242" y="248886"/>
                  </a:lnTo>
                  <a:lnTo>
                    <a:pt x="5249242" y="248456"/>
                  </a:lnTo>
                  <a:lnTo>
                    <a:pt x="5249359" y="248456"/>
                  </a:lnTo>
                  <a:lnTo>
                    <a:pt x="5249477" y="248456"/>
                  </a:lnTo>
                  <a:lnTo>
                    <a:pt x="5249477" y="248025"/>
                  </a:lnTo>
                  <a:lnTo>
                    <a:pt x="5249595" y="248025"/>
                  </a:lnTo>
                  <a:lnTo>
                    <a:pt x="5249712" y="248025"/>
                  </a:lnTo>
                  <a:lnTo>
                    <a:pt x="5249830" y="248025"/>
                  </a:lnTo>
                  <a:lnTo>
                    <a:pt x="5249947" y="248025"/>
                  </a:lnTo>
                  <a:lnTo>
                    <a:pt x="5250065" y="248025"/>
                  </a:lnTo>
                  <a:lnTo>
                    <a:pt x="5250183" y="248025"/>
                  </a:lnTo>
                  <a:lnTo>
                    <a:pt x="5250300" y="248025"/>
                  </a:lnTo>
                  <a:lnTo>
                    <a:pt x="5250418" y="248025"/>
                  </a:lnTo>
                  <a:lnTo>
                    <a:pt x="5250536" y="248025"/>
                  </a:lnTo>
                  <a:lnTo>
                    <a:pt x="5250653" y="248025"/>
                  </a:lnTo>
                  <a:lnTo>
                    <a:pt x="5250653" y="247595"/>
                  </a:lnTo>
                  <a:lnTo>
                    <a:pt x="5250771" y="247595"/>
                  </a:lnTo>
                  <a:lnTo>
                    <a:pt x="5250888" y="247595"/>
                  </a:lnTo>
                  <a:lnTo>
                    <a:pt x="5251006" y="247595"/>
                  </a:lnTo>
                  <a:lnTo>
                    <a:pt x="5251124" y="247595"/>
                  </a:lnTo>
                  <a:lnTo>
                    <a:pt x="5251241" y="247595"/>
                  </a:lnTo>
                  <a:lnTo>
                    <a:pt x="5251359" y="247595"/>
                  </a:lnTo>
                  <a:lnTo>
                    <a:pt x="5251476" y="247595"/>
                  </a:lnTo>
                  <a:lnTo>
                    <a:pt x="5251594" y="247595"/>
                  </a:lnTo>
                  <a:lnTo>
                    <a:pt x="5251712" y="247595"/>
                  </a:lnTo>
                  <a:lnTo>
                    <a:pt x="5251829" y="247595"/>
                  </a:lnTo>
                  <a:lnTo>
                    <a:pt x="5251947" y="247595"/>
                  </a:lnTo>
                  <a:lnTo>
                    <a:pt x="5252064" y="247595"/>
                  </a:lnTo>
                  <a:lnTo>
                    <a:pt x="5252182" y="247595"/>
                  </a:lnTo>
                  <a:lnTo>
                    <a:pt x="5252300" y="247595"/>
                  </a:lnTo>
                  <a:lnTo>
                    <a:pt x="5252417" y="247595"/>
                  </a:lnTo>
                  <a:lnTo>
                    <a:pt x="5252535" y="247595"/>
                  </a:lnTo>
                  <a:lnTo>
                    <a:pt x="5252653" y="247595"/>
                  </a:lnTo>
                  <a:lnTo>
                    <a:pt x="5252770" y="247595"/>
                  </a:lnTo>
                  <a:lnTo>
                    <a:pt x="5252888" y="247595"/>
                  </a:lnTo>
                  <a:lnTo>
                    <a:pt x="5253005" y="247595"/>
                  </a:lnTo>
                  <a:lnTo>
                    <a:pt x="5253123" y="247595"/>
                  </a:lnTo>
                  <a:lnTo>
                    <a:pt x="5253241" y="247595"/>
                  </a:lnTo>
                  <a:lnTo>
                    <a:pt x="5253358" y="247595"/>
                  </a:lnTo>
                  <a:lnTo>
                    <a:pt x="5253476" y="247595"/>
                  </a:lnTo>
                  <a:lnTo>
                    <a:pt x="5253593" y="247595"/>
                  </a:lnTo>
                  <a:lnTo>
                    <a:pt x="5253711" y="247595"/>
                  </a:lnTo>
                  <a:lnTo>
                    <a:pt x="5253829" y="247595"/>
                  </a:lnTo>
                  <a:lnTo>
                    <a:pt x="5253946" y="247595"/>
                  </a:lnTo>
                  <a:lnTo>
                    <a:pt x="5254064" y="247595"/>
                  </a:lnTo>
                  <a:lnTo>
                    <a:pt x="5254182" y="247595"/>
                  </a:lnTo>
                  <a:lnTo>
                    <a:pt x="5254299" y="247595"/>
                  </a:lnTo>
                  <a:lnTo>
                    <a:pt x="5254417" y="247595"/>
                  </a:lnTo>
                  <a:lnTo>
                    <a:pt x="5254534" y="247595"/>
                  </a:lnTo>
                  <a:lnTo>
                    <a:pt x="5254652" y="247595"/>
                  </a:lnTo>
                  <a:lnTo>
                    <a:pt x="5254770" y="247595"/>
                  </a:lnTo>
                  <a:lnTo>
                    <a:pt x="5254887" y="247595"/>
                  </a:lnTo>
                  <a:lnTo>
                    <a:pt x="5255005" y="247595"/>
                  </a:lnTo>
                  <a:lnTo>
                    <a:pt x="5255122" y="247595"/>
                  </a:lnTo>
                  <a:lnTo>
                    <a:pt x="5255240" y="247595"/>
                  </a:lnTo>
                  <a:lnTo>
                    <a:pt x="5255240" y="247164"/>
                  </a:lnTo>
                  <a:lnTo>
                    <a:pt x="5255358" y="247164"/>
                  </a:lnTo>
                  <a:lnTo>
                    <a:pt x="5255475" y="247164"/>
                  </a:lnTo>
                  <a:lnTo>
                    <a:pt x="5255593" y="247164"/>
                  </a:lnTo>
                  <a:lnTo>
                    <a:pt x="5255711" y="247164"/>
                  </a:lnTo>
                  <a:lnTo>
                    <a:pt x="5255828" y="247164"/>
                  </a:lnTo>
                  <a:lnTo>
                    <a:pt x="5255946" y="247164"/>
                  </a:lnTo>
                  <a:lnTo>
                    <a:pt x="5256063" y="247164"/>
                  </a:lnTo>
                  <a:lnTo>
                    <a:pt x="5256181" y="247164"/>
                  </a:lnTo>
                  <a:lnTo>
                    <a:pt x="5256299" y="247164"/>
                  </a:lnTo>
                  <a:lnTo>
                    <a:pt x="5256416" y="247164"/>
                  </a:lnTo>
                  <a:lnTo>
                    <a:pt x="5256416" y="246733"/>
                  </a:lnTo>
                  <a:lnTo>
                    <a:pt x="5256534" y="246733"/>
                  </a:lnTo>
                  <a:lnTo>
                    <a:pt x="5256651" y="246733"/>
                  </a:lnTo>
                  <a:lnTo>
                    <a:pt x="5256769" y="246733"/>
                  </a:lnTo>
                  <a:lnTo>
                    <a:pt x="5256887" y="246733"/>
                  </a:lnTo>
                  <a:lnTo>
                    <a:pt x="5257004" y="246733"/>
                  </a:lnTo>
                  <a:lnTo>
                    <a:pt x="5257122" y="246733"/>
                  </a:lnTo>
                  <a:lnTo>
                    <a:pt x="5257122" y="246303"/>
                  </a:lnTo>
                  <a:lnTo>
                    <a:pt x="5257240" y="246303"/>
                  </a:lnTo>
                  <a:lnTo>
                    <a:pt x="5257357" y="246303"/>
                  </a:lnTo>
                  <a:lnTo>
                    <a:pt x="5257475" y="246303"/>
                  </a:lnTo>
                  <a:lnTo>
                    <a:pt x="5257592" y="246303"/>
                  </a:lnTo>
                  <a:lnTo>
                    <a:pt x="5257710" y="246303"/>
                  </a:lnTo>
                  <a:lnTo>
                    <a:pt x="5257828" y="246303"/>
                  </a:lnTo>
                  <a:lnTo>
                    <a:pt x="5257945" y="246303"/>
                  </a:lnTo>
                  <a:lnTo>
                    <a:pt x="5258063" y="246303"/>
                  </a:lnTo>
                  <a:lnTo>
                    <a:pt x="5258180" y="246303"/>
                  </a:lnTo>
                  <a:lnTo>
                    <a:pt x="5258298" y="246303"/>
                  </a:lnTo>
                  <a:lnTo>
                    <a:pt x="5258416" y="246303"/>
                  </a:lnTo>
                  <a:lnTo>
                    <a:pt x="5258416" y="245872"/>
                  </a:lnTo>
                  <a:lnTo>
                    <a:pt x="5258533" y="245872"/>
                  </a:lnTo>
                  <a:lnTo>
                    <a:pt x="5258533" y="245442"/>
                  </a:lnTo>
                  <a:lnTo>
                    <a:pt x="5258651" y="245442"/>
                  </a:lnTo>
                  <a:lnTo>
                    <a:pt x="5258769" y="245442"/>
                  </a:lnTo>
                  <a:lnTo>
                    <a:pt x="5258886" y="245442"/>
                  </a:lnTo>
                  <a:lnTo>
                    <a:pt x="5259004" y="245442"/>
                  </a:lnTo>
                  <a:lnTo>
                    <a:pt x="5259121" y="245442"/>
                  </a:lnTo>
                  <a:lnTo>
                    <a:pt x="5259239" y="245442"/>
                  </a:lnTo>
                  <a:lnTo>
                    <a:pt x="5259357" y="245442"/>
                  </a:lnTo>
                  <a:lnTo>
                    <a:pt x="5259474" y="245442"/>
                  </a:lnTo>
                  <a:lnTo>
                    <a:pt x="5259592" y="245442"/>
                  </a:lnTo>
                  <a:lnTo>
                    <a:pt x="5259709" y="245442"/>
                  </a:lnTo>
                  <a:lnTo>
                    <a:pt x="5259709" y="245011"/>
                  </a:lnTo>
                  <a:lnTo>
                    <a:pt x="5259827" y="245011"/>
                  </a:lnTo>
                  <a:lnTo>
                    <a:pt x="5259945" y="245011"/>
                  </a:lnTo>
                  <a:lnTo>
                    <a:pt x="5260062" y="245011"/>
                  </a:lnTo>
                  <a:lnTo>
                    <a:pt x="5260180" y="245011"/>
                  </a:lnTo>
                  <a:lnTo>
                    <a:pt x="5260297" y="245011"/>
                  </a:lnTo>
                  <a:lnTo>
                    <a:pt x="5260415" y="245011"/>
                  </a:lnTo>
                  <a:lnTo>
                    <a:pt x="5260533" y="245011"/>
                  </a:lnTo>
                  <a:lnTo>
                    <a:pt x="5260650" y="245011"/>
                  </a:lnTo>
                  <a:lnTo>
                    <a:pt x="5260768" y="245011"/>
                  </a:lnTo>
                  <a:lnTo>
                    <a:pt x="5260886" y="245011"/>
                  </a:lnTo>
                  <a:lnTo>
                    <a:pt x="5261003" y="245011"/>
                  </a:lnTo>
                  <a:lnTo>
                    <a:pt x="5261121" y="245011"/>
                  </a:lnTo>
                  <a:lnTo>
                    <a:pt x="5261238" y="245011"/>
                  </a:lnTo>
                  <a:lnTo>
                    <a:pt x="5261238" y="244580"/>
                  </a:lnTo>
                  <a:lnTo>
                    <a:pt x="5261356" y="244580"/>
                  </a:lnTo>
                  <a:lnTo>
                    <a:pt x="5261474" y="244580"/>
                  </a:lnTo>
                  <a:lnTo>
                    <a:pt x="5261591" y="244580"/>
                  </a:lnTo>
                  <a:lnTo>
                    <a:pt x="5261709" y="244580"/>
                  </a:lnTo>
                  <a:lnTo>
                    <a:pt x="5261826" y="244580"/>
                  </a:lnTo>
                  <a:lnTo>
                    <a:pt x="5261944" y="244580"/>
                  </a:lnTo>
                  <a:lnTo>
                    <a:pt x="5262062" y="244580"/>
                  </a:lnTo>
                  <a:lnTo>
                    <a:pt x="5262179" y="244580"/>
                  </a:lnTo>
                  <a:lnTo>
                    <a:pt x="5262297" y="244580"/>
                  </a:lnTo>
                  <a:lnTo>
                    <a:pt x="5262415" y="244580"/>
                  </a:lnTo>
                  <a:lnTo>
                    <a:pt x="5262532" y="244580"/>
                  </a:lnTo>
                  <a:lnTo>
                    <a:pt x="5262650" y="244580"/>
                  </a:lnTo>
                  <a:lnTo>
                    <a:pt x="5262767" y="244580"/>
                  </a:lnTo>
                  <a:lnTo>
                    <a:pt x="5262885" y="244580"/>
                  </a:lnTo>
                  <a:lnTo>
                    <a:pt x="5263003" y="244580"/>
                  </a:lnTo>
                  <a:lnTo>
                    <a:pt x="5263120" y="244580"/>
                  </a:lnTo>
                  <a:lnTo>
                    <a:pt x="5263238" y="244580"/>
                  </a:lnTo>
                  <a:lnTo>
                    <a:pt x="5263355" y="244580"/>
                  </a:lnTo>
                  <a:lnTo>
                    <a:pt x="5263473" y="244580"/>
                  </a:lnTo>
                  <a:lnTo>
                    <a:pt x="5263591" y="244580"/>
                  </a:lnTo>
                  <a:lnTo>
                    <a:pt x="5263708" y="244580"/>
                  </a:lnTo>
                  <a:lnTo>
                    <a:pt x="5263826" y="244580"/>
                  </a:lnTo>
                  <a:lnTo>
                    <a:pt x="5263944" y="244580"/>
                  </a:lnTo>
                  <a:lnTo>
                    <a:pt x="5264061" y="244580"/>
                  </a:lnTo>
                  <a:lnTo>
                    <a:pt x="5264179" y="244580"/>
                  </a:lnTo>
                  <a:lnTo>
                    <a:pt x="5264296" y="244580"/>
                  </a:lnTo>
                  <a:lnTo>
                    <a:pt x="5264414" y="244580"/>
                  </a:lnTo>
                  <a:lnTo>
                    <a:pt x="5264532" y="244580"/>
                  </a:lnTo>
                  <a:lnTo>
                    <a:pt x="5264649" y="244580"/>
                  </a:lnTo>
                  <a:lnTo>
                    <a:pt x="5264767" y="244580"/>
                  </a:lnTo>
                  <a:lnTo>
                    <a:pt x="5264767" y="244150"/>
                  </a:lnTo>
                  <a:lnTo>
                    <a:pt x="5264884" y="244150"/>
                  </a:lnTo>
                  <a:lnTo>
                    <a:pt x="5265002" y="244150"/>
                  </a:lnTo>
                  <a:lnTo>
                    <a:pt x="5265120" y="244150"/>
                  </a:lnTo>
                  <a:lnTo>
                    <a:pt x="5265237" y="244150"/>
                  </a:lnTo>
                  <a:lnTo>
                    <a:pt x="5265355" y="244150"/>
                  </a:lnTo>
                  <a:lnTo>
                    <a:pt x="5265473" y="244150"/>
                  </a:lnTo>
                  <a:lnTo>
                    <a:pt x="5265473" y="243719"/>
                  </a:lnTo>
                  <a:lnTo>
                    <a:pt x="5265590" y="243719"/>
                  </a:lnTo>
                  <a:lnTo>
                    <a:pt x="5265708" y="243719"/>
                  </a:lnTo>
                  <a:lnTo>
                    <a:pt x="5265825" y="243719"/>
                  </a:lnTo>
                  <a:lnTo>
                    <a:pt x="5265943" y="243719"/>
                  </a:lnTo>
                  <a:lnTo>
                    <a:pt x="5266061" y="243719"/>
                  </a:lnTo>
                  <a:lnTo>
                    <a:pt x="5266178" y="243719"/>
                  </a:lnTo>
                  <a:lnTo>
                    <a:pt x="5266296" y="243719"/>
                  </a:lnTo>
                  <a:lnTo>
                    <a:pt x="5266413" y="243719"/>
                  </a:lnTo>
                  <a:lnTo>
                    <a:pt x="5266531" y="243719"/>
                  </a:lnTo>
                  <a:lnTo>
                    <a:pt x="5266649" y="243719"/>
                  </a:lnTo>
                  <a:lnTo>
                    <a:pt x="5266766" y="243719"/>
                  </a:lnTo>
                  <a:lnTo>
                    <a:pt x="5266884" y="243719"/>
                  </a:lnTo>
                  <a:lnTo>
                    <a:pt x="5267002" y="243719"/>
                  </a:lnTo>
                  <a:lnTo>
                    <a:pt x="5267119" y="243719"/>
                  </a:lnTo>
                  <a:lnTo>
                    <a:pt x="5267237" y="243719"/>
                  </a:lnTo>
                  <a:lnTo>
                    <a:pt x="5267354" y="243719"/>
                  </a:lnTo>
                  <a:lnTo>
                    <a:pt x="5267472" y="243719"/>
                  </a:lnTo>
                  <a:lnTo>
                    <a:pt x="5267590" y="243719"/>
                  </a:lnTo>
                  <a:lnTo>
                    <a:pt x="5267707" y="243719"/>
                  </a:lnTo>
                  <a:lnTo>
                    <a:pt x="5267825" y="243719"/>
                  </a:lnTo>
                  <a:lnTo>
                    <a:pt x="5267942" y="243719"/>
                  </a:lnTo>
                  <a:lnTo>
                    <a:pt x="5268060" y="243719"/>
                  </a:lnTo>
                  <a:lnTo>
                    <a:pt x="5268178" y="243719"/>
                  </a:lnTo>
                  <a:lnTo>
                    <a:pt x="5268295" y="243719"/>
                  </a:lnTo>
                  <a:lnTo>
                    <a:pt x="5268413" y="243719"/>
                  </a:lnTo>
                  <a:lnTo>
                    <a:pt x="5268530" y="243719"/>
                  </a:lnTo>
                  <a:lnTo>
                    <a:pt x="5268648" y="243719"/>
                  </a:lnTo>
                  <a:lnTo>
                    <a:pt x="5268766" y="243719"/>
                  </a:lnTo>
                  <a:lnTo>
                    <a:pt x="5268766" y="243289"/>
                  </a:lnTo>
                  <a:lnTo>
                    <a:pt x="5268883" y="243289"/>
                  </a:lnTo>
                  <a:lnTo>
                    <a:pt x="5269001" y="243289"/>
                  </a:lnTo>
                  <a:lnTo>
                    <a:pt x="5269119" y="243289"/>
                  </a:lnTo>
                  <a:lnTo>
                    <a:pt x="5269236" y="243289"/>
                  </a:lnTo>
                  <a:lnTo>
                    <a:pt x="5269354" y="243289"/>
                  </a:lnTo>
                  <a:lnTo>
                    <a:pt x="5269471" y="243289"/>
                  </a:lnTo>
                  <a:lnTo>
                    <a:pt x="5269589" y="243289"/>
                  </a:lnTo>
                  <a:lnTo>
                    <a:pt x="5269589" y="242858"/>
                  </a:lnTo>
                  <a:lnTo>
                    <a:pt x="5269707" y="242858"/>
                  </a:lnTo>
                  <a:lnTo>
                    <a:pt x="5269707" y="242427"/>
                  </a:lnTo>
                  <a:lnTo>
                    <a:pt x="5269824" y="242427"/>
                  </a:lnTo>
                  <a:lnTo>
                    <a:pt x="5269942" y="242427"/>
                  </a:lnTo>
                  <a:lnTo>
                    <a:pt x="5270059" y="242427"/>
                  </a:lnTo>
                  <a:lnTo>
                    <a:pt x="5270177" y="242427"/>
                  </a:lnTo>
                  <a:lnTo>
                    <a:pt x="5270295" y="242427"/>
                  </a:lnTo>
                  <a:lnTo>
                    <a:pt x="5270412" y="242427"/>
                  </a:lnTo>
                  <a:lnTo>
                    <a:pt x="5270530" y="242427"/>
                  </a:lnTo>
                  <a:lnTo>
                    <a:pt x="5270648" y="242427"/>
                  </a:lnTo>
                  <a:lnTo>
                    <a:pt x="5270765" y="242427"/>
                  </a:lnTo>
                  <a:lnTo>
                    <a:pt x="5270765" y="241997"/>
                  </a:lnTo>
                  <a:lnTo>
                    <a:pt x="5270883" y="241997"/>
                  </a:lnTo>
                  <a:lnTo>
                    <a:pt x="5271000" y="241997"/>
                  </a:lnTo>
                  <a:lnTo>
                    <a:pt x="5271118" y="241997"/>
                  </a:lnTo>
                  <a:lnTo>
                    <a:pt x="5271236" y="241997"/>
                  </a:lnTo>
                  <a:lnTo>
                    <a:pt x="5271353" y="241997"/>
                  </a:lnTo>
                  <a:lnTo>
                    <a:pt x="5271471" y="241997"/>
                  </a:lnTo>
                  <a:lnTo>
                    <a:pt x="5271588" y="241997"/>
                  </a:lnTo>
                  <a:lnTo>
                    <a:pt x="5271706" y="241997"/>
                  </a:lnTo>
                  <a:lnTo>
                    <a:pt x="5271824" y="241997"/>
                  </a:lnTo>
                  <a:lnTo>
                    <a:pt x="5271941" y="241997"/>
                  </a:lnTo>
                  <a:lnTo>
                    <a:pt x="5272059" y="241997"/>
                  </a:lnTo>
                  <a:lnTo>
                    <a:pt x="5272177" y="241997"/>
                  </a:lnTo>
                  <a:lnTo>
                    <a:pt x="5272294" y="241997"/>
                  </a:lnTo>
                  <a:lnTo>
                    <a:pt x="5272412" y="241997"/>
                  </a:lnTo>
                  <a:lnTo>
                    <a:pt x="5272529" y="241997"/>
                  </a:lnTo>
                  <a:lnTo>
                    <a:pt x="5272647" y="241997"/>
                  </a:lnTo>
                  <a:lnTo>
                    <a:pt x="5272647" y="241566"/>
                  </a:lnTo>
                  <a:lnTo>
                    <a:pt x="5272765" y="241566"/>
                  </a:lnTo>
                  <a:lnTo>
                    <a:pt x="5272882" y="241566"/>
                  </a:lnTo>
                  <a:lnTo>
                    <a:pt x="5273000" y="241566"/>
                  </a:lnTo>
                  <a:lnTo>
                    <a:pt x="5273117" y="241566"/>
                  </a:lnTo>
                  <a:lnTo>
                    <a:pt x="5273235" y="241566"/>
                  </a:lnTo>
                  <a:lnTo>
                    <a:pt x="5273353" y="241566"/>
                  </a:lnTo>
                  <a:lnTo>
                    <a:pt x="5273470" y="241566"/>
                  </a:lnTo>
                  <a:lnTo>
                    <a:pt x="5273588" y="241566"/>
                  </a:lnTo>
                  <a:lnTo>
                    <a:pt x="5273706" y="241566"/>
                  </a:lnTo>
                  <a:lnTo>
                    <a:pt x="5273823" y="241566"/>
                  </a:lnTo>
                  <a:lnTo>
                    <a:pt x="5273941" y="241566"/>
                  </a:lnTo>
                  <a:lnTo>
                    <a:pt x="5274058" y="241566"/>
                  </a:lnTo>
                  <a:lnTo>
                    <a:pt x="5274176" y="241566"/>
                  </a:lnTo>
                  <a:lnTo>
                    <a:pt x="5274294" y="241566"/>
                  </a:lnTo>
                  <a:lnTo>
                    <a:pt x="5274411" y="241566"/>
                  </a:lnTo>
                  <a:lnTo>
                    <a:pt x="5274529" y="241566"/>
                  </a:lnTo>
                  <a:lnTo>
                    <a:pt x="5274646" y="241566"/>
                  </a:lnTo>
                  <a:lnTo>
                    <a:pt x="5274764" y="241566"/>
                  </a:lnTo>
                  <a:lnTo>
                    <a:pt x="5274764" y="241136"/>
                  </a:lnTo>
                  <a:lnTo>
                    <a:pt x="5274882" y="241136"/>
                  </a:lnTo>
                  <a:lnTo>
                    <a:pt x="5274999" y="241136"/>
                  </a:lnTo>
                  <a:lnTo>
                    <a:pt x="5274999" y="240705"/>
                  </a:lnTo>
                  <a:lnTo>
                    <a:pt x="5274999" y="240274"/>
                  </a:lnTo>
                  <a:lnTo>
                    <a:pt x="5274999" y="239844"/>
                  </a:lnTo>
                  <a:lnTo>
                    <a:pt x="5275117" y="239844"/>
                  </a:lnTo>
                  <a:lnTo>
                    <a:pt x="5275235" y="239844"/>
                  </a:lnTo>
                  <a:lnTo>
                    <a:pt x="5275235" y="239413"/>
                  </a:lnTo>
                  <a:lnTo>
                    <a:pt x="5275235" y="238983"/>
                  </a:lnTo>
                  <a:lnTo>
                    <a:pt x="5275352" y="238983"/>
                  </a:lnTo>
                  <a:lnTo>
                    <a:pt x="5275470" y="238983"/>
                  </a:lnTo>
                  <a:lnTo>
                    <a:pt x="5275587" y="238983"/>
                  </a:lnTo>
                  <a:lnTo>
                    <a:pt x="5275705" y="238983"/>
                  </a:lnTo>
                  <a:lnTo>
                    <a:pt x="5275823" y="238983"/>
                  </a:lnTo>
                  <a:lnTo>
                    <a:pt x="5275940" y="238983"/>
                  </a:lnTo>
                  <a:lnTo>
                    <a:pt x="5275940" y="238552"/>
                  </a:lnTo>
                  <a:lnTo>
                    <a:pt x="5276058" y="238552"/>
                  </a:lnTo>
                  <a:lnTo>
                    <a:pt x="5276175" y="238552"/>
                  </a:lnTo>
                  <a:lnTo>
                    <a:pt x="5276293" y="238552"/>
                  </a:lnTo>
                  <a:lnTo>
                    <a:pt x="5276411" y="238552"/>
                  </a:lnTo>
                  <a:lnTo>
                    <a:pt x="5276528" y="238552"/>
                  </a:lnTo>
                  <a:lnTo>
                    <a:pt x="5276646" y="238552"/>
                  </a:lnTo>
                  <a:lnTo>
                    <a:pt x="5276763" y="238552"/>
                  </a:lnTo>
                  <a:lnTo>
                    <a:pt x="5276881" y="238552"/>
                  </a:lnTo>
                  <a:lnTo>
                    <a:pt x="5276999" y="238552"/>
                  </a:lnTo>
                  <a:lnTo>
                    <a:pt x="5277116" y="238552"/>
                  </a:lnTo>
                  <a:lnTo>
                    <a:pt x="5277234" y="238552"/>
                  </a:lnTo>
                  <a:lnTo>
                    <a:pt x="5277352" y="238552"/>
                  </a:lnTo>
                  <a:lnTo>
                    <a:pt x="5277469" y="238552"/>
                  </a:lnTo>
                  <a:lnTo>
                    <a:pt x="5277587" y="238552"/>
                  </a:lnTo>
                  <a:lnTo>
                    <a:pt x="5277704" y="238552"/>
                  </a:lnTo>
                  <a:lnTo>
                    <a:pt x="5277704" y="238121"/>
                  </a:lnTo>
                  <a:lnTo>
                    <a:pt x="5277822" y="238121"/>
                  </a:lnTo>
                  <a:lnTo>
                    <a:pt x="5277940" y="238121"/>
                  </a:lnTo>
                  <a:lnTo>
                    <a:pt x="5278057" y="238121"/>
                  </a:lnTo>
                  <a:lnTo>
                    <a:pt x="5278175" y="238121"/>
                  </a:lnTo>
                  <a:lnTo>
                    <a:pt x="5278175" y="237691"/>
                  </a:lnTo>
                  <a:lnTo>
                    <a:pt x="5278292" y="237691"/>
                  </a:lnTo>
                  <a:lnTo>
                    <a:pt x="5278410" y="237691"/>
                  </a:lnTo>
                  <a:lnTo>
                    <a:pt x="5278528" y="237691"/>
                  </a:lnTo>
                  <a:lnTo>
                    <a:pt x="5278645" y="237691"/>
                  </a:lnTo>
                  <a:lnTo>
                    <a:pt x="5278763" y="237691"/>
                  </a:lnTo>
                  <a:lnTo>
                    <a:pt x="5278881" y="237691"/>
                  </a:lnTo>
                  <a:lnTo>
                    <a:pt x="5278998" y="237691"/>
                  </a:lnTo>
                  <a:lnTo>
                    <a:pt x="5279116" y="237691"/>
                  </a:lnTo>
                  <a:lnTo>
                    <a:pt x="5279233" y="237691"/>
                  </a:lnTo>
                  <a:lnTo>
                    <a:pt x="5279351" y="237691"/>
                  </a:lnTo>
                  <a:lnTo>
                    <a:pt x="5279469" y="237691"/>
                  </a:lnTo>
                  <a:lnTo>
                    <a:pt x="5279586" y="237691"/>
                  </a:lnTo>
                  <a:lnTo>
                    <a:pt x="5279704" y="237691"/>
                  </a:lnTo>
                  <a:lnTo>
                    <a:pt x="5279821" y="237691"/>
                  </a:lnTo>
                  <a:lnTo>
                    <a:pt x="5279939" y="237691"/>
                  </a:lnTo>
                  <a:lnTo>
                    <a:pt x="5280057" y="237691"/>
                  </a:lnTo>
                  <a:lnTo>
                    <a:pt x="5280174" y="237691"/>
                  </a:lnTo>
                  <a:lnTo>
                    <a:pt x="5280292" y="237691"/>
                  </a:lnTo>
                  <a:lnTo>
                    <a:pt x="5280410" y="237691"/>
                  </a:lnTo>
                  <a:lnTo>
                    <a:pt x="5280410" y="237260"/>
                  </a:lnTo>
                  <a:lnTo>
                    <a:pt x="5280527" y="237260"/>
                  </a:lnTo>
                  <a:lnTo>
                    <a:pt x="5280645" y="237260"/>
                  </a:lnTo>
                  <a:lnTo>
                    <a:pt x="5280762" y="237260"/>
                  </a:lnTo>
                  <a:lnTo>
                    <a:pt x="5280880" y="237260"/>
                  </a:lnTo>
                  <a:lnTo>
                    <a:pt x="5280998" y="237260"/>
                  </a:lnTo>
                  <a:lnTo>
                    <a:pt x="5281115" y="237260"/>
                  </a:lnTo>
                  <a:lnTo>
                    <a:pt x="5281233" y="237260"/>
                  </a:lnTo>
                  <a:lnTo>
                    <a:pt x="5281350" y="237260"/>
                  </a:lnTo>
                  <a:lnTo>
                    <a:pt x="5281468" y="237260"/>
                  </a:lnTo>
                  <a:lnTo>
                    <a:pt x="5281586" y="237260"/>
                  </a:lnTo>
                  <a:lnTo>
                    <a:pt x="5281586" y="236830"/>
                  </a:lnTo>
                  <a:lnTo>
                    <a:pt x="5281703" y="236830"/>
                  </a:lnTo>
                  <a:lnTo>
                    <a:pt x="5281703" y="236399"/>
                  </a:lnTo>
                  <a:lnTo>
                    <a:pt x="5281821" y="236399"/>
                  </a:lnTo>
                  <a:lnTo>
                    <a:pt x="5281939" y="236399"/>
                  </a:lnTo>
                  <a:lnTo>
                    <a:pt x="5282056" y="236399"/>
                  </a:lnTo>
                  <a:lnTo>
                    <a:pt x="5282174" y="236399"/>
                  </a:lnTo>
                  <a:lnTo>
                    <a:pt x="5282291" y="236399"/>
                  </a:lnTo>
                  <a:lnTo>
                    <a:pt x="5282409" y="236399"/>
                  </a:lnTo>
                  <a:lnTo>
                    <a:pt x="5282527" y="236399"/>
                  </a:lnTo>
                  <a:lnTo>
                    <a:pt x="5282527" y="235968"/>
                  </a:lnTo>
                  <a:lnTo>
                    <a:pt x="5282644" y="235968"/>
                  </a:lnTo>
                  <a:lnTo>
                    <a:pt x="5282762" y="235968"/>
                  </a:lnTo>
                  <a:lnTo>
                    <a:pt x="5282762" y="235538"/>
                  </a:lnTo>
                  <a:lnTo>
                    <a:pt x="5282879" y="235538"/>
                  </a:lnTo>
                  <a:lnTo>
                    <a:pt x="5282997" y="235538"/>
                  </a:lnTo>
                  <a:lnTo>
                    <a:pt x="5283115" y="235538"/>
                  </a:lnTo>
                  <a:lnTo>
                    <a:pt x="5283232" y="235538"/>
                  </a:lnTo>
                  <a:lnTo>
                    <a:pt x="5283350" y="235538"/>
                  </a:lnTo>
                  <a:lnTo>
                    <a:pt x="5283468" y="235538"/>
                  </a:lnTo>
                  <a:lnTo>
                    <a:pt x="5283585" y="235538"/>
                  </a:lnTo>
                  <a:lnTo>
                    <a:pt x="5283703" y="235538"/>
                  </a:lnTo>
                  <a:lnTo>
                    <a:pt x="5283820" y="235538"/>
                  </a:lnTo>
                  <a:lnTo>
                    <a:pt x="5283820" y="235107"/>
                  </a:lnTo>
                  <a:lnTo>
                    <a:pt x="5283938" y="235107"/>
                  </a:lnTo>
                  <a:lnTo>
                    <a:pt x="5284056" y="235107"/>
                  </a:lnTo>
                  <a:lnTo>
                    <a:pt x="5284173" y="235107"/>
                  </a:lnTo>
                  <a:lnTo>
                    <a:pt x="5284291" y="235107"/>
                  </a:lnTo>
                  <a:lnTo>
                    <a:pt x="5284408" y="235107"/>
                  </a:lnTo>
                  <a:lnTo>
                    <a:pt x="5284526" y="235107"/>
                  </a:lnTo>
                  <a:lnTo>
                    <a:pt x="5284644" y="235107"/>
                  </a:lnTo>
                  <a:lnTo>
                    <a:pt x="5284761" y="235107"/>
                  </a:lnTo>
                  <a:lnTo>
                    <a:pt x="5284879" y="235107"/>
                  </a:lnTo>
                  <a:lnTo>
                    <a:pt x="5284996" y="235107"/>
                  </a:lnTo>
                  <a:lnTo>
                    <a:pt x="5285114" y="235107"/>
                  </a:lnTo>
                  <a:lnTo>
                    <a:pt x="5285232" y="235107"/>
                  </a:lnTo>
                  <a:lnTo>
                    <a:pt x="5285349" y="235107"/>
                  </a:lnTo>
                  <a:lnTo>
                    <a:pt x="5285467" y="235107"/>
                  </a:lnTo>
                  <a:lnTo>
                    <a:pt x="5285585" y="235107"/>
                  </a:lnTo>
                  <a:lnTo>
                    <a:pt x="5285702" y="235107"/>
                  </a:lnTo>
                  <a:lnTo>
                    <a:pt x="5285820" y="235107"/>
                  </a:lnTo>
                  <a:lnTo>
                    <a:pt x="5285937" y="235107"/>
                  </a:lnTo>
                  <a:lnTo>
                    <a:pt x="5286055" y="235107"/>
                  </a:lnTo>
                  <a:lnTo>
                    <a:pt x="5286173" y="235107"/>
                  </a:lnTo>
                  <a:lnTo>
                    <a:pt x="5286290" y="235107"/>
                  </a:lnTo>
                  <a:lnTo>
                    <a:pt x="5286408" y="235107"/>
                  </a:lnTo>
                  <a:lnTo>
                    <a:pt x="5286525" y="235107"/>
                  </a:lnTo>
                  <a:lnTo>
                    <a:pt x="5286643" y="235107"/>
                  </a:lnTo>
                  <a:lnTo>
                    <a:pt x="5286761" y="235107"/>
                  </a:lnTo>
                  <a:lnTo>
                    <a:pt x="5286878" y="235107"/>
                  </a:lnTo>
                  <a:lnTo>
                    <a:pt x="5286996" y="235107"/>
                  </a:lnTo>
                  <a:lnTo>
                    <a:pt x="5287114" y="235107"/>
                  </a:lnTo>
                  <a:lnTo>
                    <a:pt x="5287114" y="234677"/>
                  </a:lnTo>
                  <a:lnTo>
                    <a:pt x="5287231" y="234677"/>
                  </a:lnTo>
                  <a:lnTo>
                    <a:pt x="5287349" y="234677"/>
                  </a:lnTo>
                  <a:lnTo>
                    <a:pt x="5287466" y="234677"/>
                  </a:lnTo>
                  <a:lnTo>
                    <a:pt x="5287584" y="234677"/>
                  </a:lnTo>
                  <a:lnTo>
                    <a:pt x="5287702" y="234677"/>
                  </a:lnTo>
                  <a:lnTo>
                    <a:pt x="5287702" y="234246"/>
                  </a:lnTo>
                  <a:lnTo>
                    <a:pt x="5287819" y="234246"/>
                  </a:lnTo>
                  <a:lnTo>
                    <a:pt x="5287937" y="234246"/>
                  </a:lnTo>
                  <a:lnTo>
                    <a:pt x="5288054" y="234246"/>
                  </a:lnTo>
                  <a:lnTo>
                    <a:pt x="5288172" y="234246"/>
                  </a:lnTo>
                  <a:lnTo>
                    <a:pt x="5288290" y="234246"/>
                  </a:lnTo>
                  <a:lnTo>
                    <a:pt x="5288407" y="234246"/>
                  </a:lnTo>
                  <a:lnTo>
                    <a:pt x="5288525" y="234246"/>
                  </a:lnTo>
                  <a:lnTo>
                    <a:pt x="5288643" y="234246"/>
                  </a:lnTo>
                  <a:lnTo>
                    <a:pt x="5288760" y="234246"/>
                  </a:lnTo>
                  <a:lnTo>
                    <a:pt x="5288878" y="234246"/>
                  </a:lnTo>
                  <a:lnTo>
                    <a:pt x="5288995" y="234246"/>
                  </a:lnTo>
                  <a:lnTo>
                    <a:pt x="5289113" y="234246"/>
                  </a:lnTo>
                  <a:lnTo>
                    <a:pt x="5289231" y="234246"/>
                  </a:lnTo>
                  <a:lnTo>
                    <a:pt x="5289348" y="234246"/>
                  </a:lnTo>
                  <a:lnTo>
                    <a:pt x="5289466" y="234246"/>
                  </a:lnTo>
                  <a:lnTo>
                    <a:pt x="5289466" y="233815"/>
                  </a:lnTo>
                  <a:lnTo>
                    <a:pt x="5289583" y="233815"/>
                  </a:lnTo>
                  <a:lnTo>
                    <a:pt x="5289701" y="233815"/>
                  </a:lnTo>
                  <a:lnTo>
                    <a:pt x="5289701" y="233385"/>
                  </a:lnTo>
                  <a:lnTo>
                    <a:pt x="5289819" y="233385"/>
                  </a:lnTo>
                  <a:lnTo>
                    <a:pt x="5289936" y="233385"/>
                  </a:lnTo>
                  <a:lnTo>
                    <a:pt x="5290054" y="233385"/>
                  </a:lnTo>
                  <a:lnTo>
                    <a:pt x="5290172" y="233385"/>
                  </a:lnTo>
                  <a:lnTo>
                    <a:pt x="5290289" y="233385"/>
                  </a:lnTo>
                  <a:lnTo>
                    <a:pt x="5290407" y="233385"/>
                  </a:lnTo>
                  <a:lnTo>
                    <a:pt x="5290407" y="232954"/>
                  </a:lnTo>
                  <a:lnTo>
                    <a:pt x="5290524" y="232954"/>
                  </a:lnTo>
                  <a:lnTo>
                    <a:pt x="5290642" y="232954"/>
                  </a:lnTo>
                  <a:lnTo>
                    <a:pt x="5290760" y="232954"/>
                  </a:lnTo>
                  <a:lnTo>
                    <a:pt x="5290877" y="232954"/>
                  </a:lnTo>
                  <a:lnTo>
                    <a:pt x="5290995" y="232954"/>
                  </a:lnTo>
                  <a:lnTo>
                    <a:pt x="5291112" y="232954"/>
                  </a:lnTo>
                  <a:lnTo>
                    <a:pt x="5291230" y="232954"/>
                  </a:lnTo>
                  <a:lnTo>
                    <a:pt x="5291348" y="232954"/>
                  </a:lnTo>
                  <a:lnTo>
                    <a:pt x="5291465" y="232954"/>
                  </a:lnTo>
                  <a:lnTo>
                    <a:pt x="5291583" y="232954"/>
                  </a:lnTo>
                  <a:lnTo>
                    <a:pt x="5291701" y="232954"/>
                  </a:lnTo>
                  <a:lnTo>
                    <a:pt x="5291818" y="232954"/>
                  </a:lnTo>
                  <a:lnTo>
                    <a:pt x="5291936" y="232954"/>
                  </a:lnTo>
                  <a:lnTo>
                    <a:pt x="5292053" y="232954"/>
                  </a:lnTo>
                  <a:lnTo>
                    <a:pt x="5292171" y="232954"/>
                  </a:lnTo>
                  <a:lnTo>
                    <a:pt x="5292289" y="232954"/>
                  </a:lnTo>
                  <a:lnTo>
                    <a:pt x="5292406" y="232954"/>
                  </a:lnTo>
                  <a:lnTo>
                    <a:pt x="5292524" y="232954"/>
                  </a:lnTo>
                  <a:lnTo>
                    <a:pt x="5292641" y="232954"/>
                  </a:lnTo>
                  <a:lnTo>
                    <a:pt x="5292759" y="232954"/>
                  </a:lnTo>
                  <a:lnTo>
                    <a:pt x="5292877" y="232954"/>
                  </a:lnTo>
                  <a:lnTo>
                    <a:pt x="5292994" y="232954"/>
                  </a:lnTo>
                  <a:lnTo>
                    <a:pt x="5293112" y="232954"/>
                  </a:lnTo>
                  <a:lnTo>
                    <a:pt x="5293229" y="232954"/>
                  </a:lnTo>
                  <a:lnTo>
                    <a:pt x="5293347" y="232954"/>
                  </a:lnTo>
                  <a:lnTo>
                    <a:pt x="5293465" y="232954"/>
                  </a:lnTo>
                  <a:lnTo>
                    <a:pt x="5293465" y="232524"/>
                  </a:lnTo>
                  <a:lnTo>
                    <a:pt x="5293582" y="232524"/>
                  </a:lnTo>
                  <a:lnTo>
                    <a:pt x="5293700" y="232524"/>
                  </a:lnTo>
                  <a:lnTo>
                    <a:pt x="5293818" y="232524"/>
                  </a:lnTo>
                  <a:lnTo>
                    <a:pt x="5293935" y="232524"/>
                  </a:lnTo>
                  <a:lnTo>
                    <a:pt x="5294053" y="232524"/>
                  </a:lnTo>
                  <a:lnTo>
                    <a:pt x="5294170" y="232524"/>
                  </a:lnTo>
                  <a:lnTo>
                    <a:pt x="5294170" y="232093"/>
                  </a:lnTo>
                  <a:lnTo>
                    <a:pt x="5294288" y="232093"/>
                  </a:lnTo>
                  <a:lnTo>
                    <a:pt x="5294406" y="232093"/>
                  </a:lnTo>
                  <a:lnTo>
                    <a:pt x="5294523" y="232093"/>
                  </a:lnTo>
                  <a:lnTo>
                    <a:pt x="5294523" y="231662"/>
                  </a:lnTo>
                  <a:lnTo>
                    <a:pt x="5294641" y="231662"/>
                  </a:lnTo>
                  <a:lnTo>
                    <a:pt x="5294758" y="231662"/>
                  </a:lnTo>
                  <a:lnTo>
                    <a:pt x="5294876" y="231662"/>
                  </a:lnTo>
                  <a:lnTo>
                    <a:pt x="5294994" y="231662"/>
                  </a:lnTo>
                  <a:lnTo>
                    <a:pt x="5295111" y="231662"/>
                  </a:lnTo>
                  <a:lnTo>
                    <a:pt x="5295229" y="231662"/>
                  </a:lnTo>
                  <a:lnTo>
                    <a:pt x="5295347" y="231662"/>
                  </a:lnTo>
                  <a:lnTo>
                    <a:pt x="5295464" y="231662"/>
                  </a:lnTo>
                  <a:lnTo>
                    <a:pt x="5295582" y="231662"/>
                  </a:lnTo>
                  <a:lnTo>
                    <a:pt x="5295582" y="231232"/>
                  </a:lnTo>
                  <a:lnTo>
                    <a:pt x="5295699" y="231232"/>
                  </a:lnTo>
                  <a:lnTo>
                    <a:pt x="5295817" y="231232"/>
                  </a:lnTo>
                  <a:lnTo>
                    <a:pt x="5295935" y="231232"/>
                  </a:lnTo>
                  <a:lnTo>
                    <a:pt x="5296052" y="231232"/>
                  </a:lnTo>
                  <a:lnTo>
                    <a:pt x="5296170" y="231232"/>
                  </a:lnTo>
                  <a:lnTo>
                    <a:pt x="5296287" y="231232"/>
                  </a:lnTo>
                  <a:lnTo>
                    <a:pt x="5296405" y="231232"/>
                  </a:lnTo>
                  <a:lnTo>
                    <a:pt x="5296523" y="231232"/>
                  </a:lnTo>
                  <a:lnTo>
                    <a:pt x="5296640" y="231232"/>
                  </a:lnTo>
                  <a:lnTo>
                    <a:pt x="5296758" y="231232"/>
                  </a:lnTo>
                  <a:lnTo>
                    <a:pt x="5296876" y="231232"/>
                  </a:lnTo>
                  <a:lnTo>
                    <a:pt x="5296993" y="231232"/>
                  </a:lnTo>
                  <a:lnTo>
                    <a:pt x="5297111" y="231232"/>
                  </a:lnTo>
                  <a:lnTo>
                    <a:pt x="5297228" y="231232"/>
                  </a:lnTo>
                  <a:lnTo>
                    <a:pt x="5297228" y="230801"/>
                  </a:lnTo>
                  <a:lnTo>
                    <a:pt x="5297346" y="230801"/>
                  </a:lnTo>
                  <a:lnTo>
                    <a:pt x="5297464" y="230801"/>
                  </a:lnTo>
                  <a:lnTo>
                    <a:pt x="5297581" y="230801"/>
                  </a:lnTo>
                  <a:lnTo>
                    <a:pt x="5297699" y="230801"/>
                  </a:lnTo>
                  <a:lnTo>
                    <a:pt x="5297816" y="230801"/>
                  </a:lnTo>
                  <a:lnTo>
                    <a:pt x="5297934" y="230801"/>
                  </a:lnTo>
                  <a:lnTo>
                    <a:pt x="5298052" y="230801"/>
                  </a:lnTo>
                  <a:lnTo>
                    <a:pt x="5298169" y="230801"/>
                  </a:lnTo>
                  <a:lnTo>
                    <a:pt x="5298287" y="230801"/>
                  </a:lnTo>
                  <a:lnTo>
                    <a:pt x="5298405" y="230801"/>
                  </a:lnTo>
                  <a:lnTo>
                    <a:pt x="5298522" y="230801"/>
                  </a:lnTo>
                  <a:lnTo>
                    <a:pt x="5298640" y="230801"/>
                  </a:lnTo>
                  <a:lnTo>
                    <a:pt x="5298640" y="230371"/>
                  </a:lnTo>
                  <a:lnTo>
                    <a:pt x="5298757" y="230371"/>
                  </a:lnTo>
                  <a:lnTo>
                    <a:pt x="5298875" y="230371"/>
                  </a:lnTo>
                  <a:lnTo>
                    <a:pt x="5298993" y="230371"/>
                  </a:lnTo>
                  <a:lnTo>
                    <a:pt x="5299110" y="230371"/>
                  </a:lnTo>
                  <a:lnTo>
                    <a:pt x="5299228" y="230371"/>
                  </a:lnTo>
                  <a:lnTo>
                    <a:pt x="5299345" y="230371"/>
                  </a:lnTo>
                  <a:lnTo>
                    <a:pt x="5299463" y="230371"/>
                  </a:lnTo>
                  <a:lnTo>
                    <a:pt x="5299581" y="230371"/>
                  </a:lnTo>
                  <a:lnTo>
                    <a:pt x="5299698" y="230371"/>
                  </a:lnTo>
                  <a:lnTo>
                    <a:pt x="5299816" y="230371"/>
                  </a:lnTo>
                  <a:lnTo>
                    <a:pt x="5299934" y="230371"/>
                  </a:lnTo>
                  <a:lnTo>
                    <a:pt x="5300051" y="230371"/>
                  </a:lnTo>
                  <a:lnTo>
                    <a:pt x="5300051" y="229940"/>
                  </a:lnTo>
                  <a:lnTo>
                    <a:pt x="5300169" y="229940"/>
                  </a:lnTo>
                  <a:lnTo>
                    <a:pt x="5300286" y="229940"/>
                  </a:lnTo>
                  <a:lnTo>
                    <a:pt x="5300404" y="229940"/>
                  </a:lnTo>
                  <a:lnTo>
                    <a:pt x="5300522" y="229940"/>
                  </a:lnTo>
                  <a:lnTo>
                    <a:pt x="5300522" y="229509"/>
                  </a:lnTo>
                  <a:lnTo>
                    <a:pt x="5300639" y="229509"/>
                  </a:lnTo>
                  <a:lnTo>
                    <a:pt x="5300757" y="229509"/>
                  </a:lnTo>
                  <a:lnTo>
                    <a:pt x="5300874" y="229509"/>
                  </a:lnTo>
                  <a:lnTo>
                    <a:pt x="5300992" y="229509"/>
                  </a:lnTo>
                  <a:lnTo>
                    <a:pt x="5301110" y="229509"/>
                  </a:lnTo>
                  <a:lnTo>
                    <a:pt x="5301227" y="229509"/>
                  </a:lnTo>
                  <a:lnTo>
                    <a:pt x="5301345" y="229509"/>
                  </a:lnTo>
                  <a:lnTo>
                    <a:pt x="5301462" y="229509"/>
                  </a:lnTo>
                  <a:lnTo>
                    <a:pt x="5301580" y="229509"/>
                  </a:lnTo>
                  <a:lnTo>
                    <a:pt x="5301698" y="229509"/>
                  </a:lnTo>
                  <a:lnTo>
                    <a:pt x="5301815" y="229509"/>
                  </a:lnTo>
                  <a:lnTo>
                    <a:pt x="5301933" y="229509"/>
                  </a:lnTo>
                  <a:lnTo>
                    <a:pt x="5302051" y="229509"/>
                  </a:lnTo>
                  <a:lnTo>
                    <a:pt x="5302168" y="229509"/>
                  </a:lnTo>
                  <a:lnTo>
                    <a:pt x="5302286" y="229509"/>
                  </a:lnTo>
                  <a:lnTo>
                    <a:pt x="5302403" y="229509"/>
                  </a:lnTo>
                  <a:lnTo>
                    <a:pt x="5302521" y="229509"/>
                  </a:lnTo>
                  <a:lnTo>
                    <a:pt x="5302639" y="229509"/>
                  </a:lnTo>
                  <a:lnTo>
                    <a:pt x="5302756" y="229509"/>
                  </a:lnTo>
                  <a:lnTo>
                    <a:pt x="5302874" y="229509"/>
                  </a:lnTo>
                  <a:lnTo>
                    <a:pt x="5302991" y="229509"/>
                  </a:lnTo>
                  <a:lnTo>
                    <a:pt x="5303109" y="229509"/>
                  </a:lnTo>
                  <a:lnTo>
                    <a:pt x="5303227" y="229509"/>
                  </a:lnTo>
                  <a:lnTo>
                    <a:pt x="5303344" y="229509"/>
                  </a:lnTo>
                  <a:lnTo>
                    <a:pt x="5303462" y="229509"/>
                  </a:lnTo>
                  <a:lnTo>
                    <a:pt x="5303580" y="229509"/>
                  </a:lnTo>
                  <a:lnTo>
                    <a:pt x="5303697" y="229509"/>
                  </a:lnTo>
                  <a:lnTo>
                    <a:pt x="5303697" y="229079"/>
                  </a:lnTo>
                  <a:lnTo>
                    <a:pt x="5303815" y="229079"/>
                  </a:lnTo>
                  <a:lnTo>
                    <a:pt x="5303932" y="229079"/>
                  </a:lnTo>
                  <a:lnTo>
                    <a:pt x="5304050" y="229079"/>
                  </a:lnTo>
                  <a:lnTo>
                    <a:pt x="5304168" y="229079"/>
                  </a:lnTo>
                  <a:lnTo>
                    <a:pt x="5304285" y="229079"/>
                  </a:lnTo>
                  <a:lnTo>
                    <a:pt x="5304403" y="229079"/>
                  </a:lnTo>
                  <a:lnTo>
                    <a:pt x="5304520" y="229079"/>
                  </a:lnTo>
                  <a:lnTo>
                    <a:pt x="5304638" y="229079"/>
                  </a:lnTo>
                  <a:lnTo>
                    <a:pt x="5304756" y="229079"/>
                  </a:lnTo>
                  <a:lnTo>
                    <a:pt x="5304873" y="229079"/>
                  </a:lnTo>
                  <a:lnTo>
                    <a:pt x="5304991" y="229079"/>
                  </a:lnTo>
                  <a:lnTo>
                    <a:pt x="5305109" y="229079"/>
                  </a:lnTo>
                  <a:lnTo>
                    <a:pt x="5305226" y="229079"/>
                  </a:lnTo>
                  <a:lnTo>
                    <a:pt x="5305344" y="229079"/>
                  </a:lnTo>
                  <a:lnTo>
                    <a:pt x="5305461" y="229079"/>
                  </a:lnTo>
                  <a:lnTo>
                    <a:pt x="5305579" y="229079"/>
                  </a:lnTo>
                  <a:lnTo>
                    <a:pt x="5305697" y="229079"/>
                  </a:lnTo>
                  <a:lnTo>
                    <a:pt x="5305814" y="229079"/>
                  </a:lnTo>
                  <a:lnTo>
                    <a:pt x="5305932" y="229079"/>
                  </a:lnTo>
                  <a:lnTo>
                    <a:pt x="5306049" y="229079"/>
                  </a:lnTo>
                  <a:lnTo>
                    <a:pt x="5306167" y="229079"/>
                  </a:lnTo>
                  <a:lnTo>
                    <a:pt x="5306285" y="229079"/>
                  </a:lnTo>
                  <a:lnTo>
                    <a:pt x="5306285" y="228648"/>
                  </a:lnTo>
                  <a:lnTo>
                    <a:pt x="5306402" y="228648"/>
                  </a:lnTo>
                  <a:lnTo>
                    <a:pt x="5306520" y="228648"/>
                  </a:lnTo>
                  <a:lnTo>
                    <a:pt x="5306638" y="228648"/>
                  </a:lnTo>
                  <a:lnTo>
                    <a:pt x="5306755" y="228648"/>
                  </a:lnTo>
                  <a:lnTo>
                    <a:pt x="5306873" y="228648"/>
                  </a:lnTo>
                  <a:lnTo>
                    <a:pt x="5306990" y="228648"/>
                  </a:lnTo>
                  <a:lnTo>
                    <a:pt x="5307108" y="228648"/>
                  </a:lnTo>
                  <a:lnTo>
                    <a:pt x="5307226" y="228648"/>
                  </a:lnTo>
                  <a:lnTo>
                    <a:pt x="5307343" y="228648"/>
                  </a:lnTo>
                  <a:lnTo>
                    <a:pt x="5307461" y="228648"/>
                  </a:lnTo>
                  <a:lnTo>
                    <a:pt x="5307578" y="228648"/>
                  </a:lnTo>
                  <a:lnTo>
                    <a:pt x="5307696" y="228648"/>
                  </a:lnTo>
                  <a:lnTo>
                    <a:pt x="5307814" y="228648"/>
                  </a:lnTo>
                  <a:lnTo>
                    <a:pt x="5307931" y="228648"/>
                  </a:lnTo>
                  <a:lnTo>
                    <a:pt x="5308049" y="228648"/>
                  </a:lnTo>
                  <a:lnTo>
                    <a:pt x="5308049" y="228218"/>
                  </a:lnTo>
                  <a:lnTo>
                    <a:pt x="5308167" y="228218"/>
                  </a:lnTo>
                  <a:lnTo>
                    <a:pt x="5308284" y="228218"/>
                  </a:lnTo>
                  <a:lnTo>
                    <a:pt x="5308284" y="227787"/>
                  </a:lnTo>
                  <a:lnTo>
                    <a:pt x="5308402" y="227787"/>
                  </a:lnTo>
                  <a:lnTo>
                    <a:pt x="5308402" y="227356"/>
                  </a:lnTo>
                  <a:lnTo>
                    <a:pt x="5308519" y="227356"/>
                  </a:lnTo>
                  <a:lnTo>
                    <a:pt x="5308637" y="227356"/>
                  </a:lnTo>
                  <a:lnTo>
                    <a:pt x="5308755" y="227356"/>
                  </a:lnTo>
                  <a:lnTo>
                    <a:pt x="5308872" y="227356"/>
                  </a:lnTo>
                  <a:lnTo>
                    <a:pt x="5308990" y="227356"/>
                  </a:lnTo>
                  <a:lnTo>
                    <a:pt x="5309107" y="227356"/>
                  </a:lnTo>
                  <a:lnTo>
                    <a:pt x="5309225" y="227356"/>
                  </a:lnTo>
                  <a:lnTo>
                    <a:pt x="5309343" y="227356"/>
                  </a:lnTo>
                  <a:lnTo>
                    <a:pt x="5309460" y="227356"/>
                  </a:lnTo>
                  <a:lnTo>
                    <a:pt x="5309578" y="227356"/>
                  </a:lnTo>
                  <a:lnTo>
                    <a:pt x="5309695" y="227356"/>
                  </a:lnTo>
                  <a:lnTo>
                    <a:pt x="5309813" y="227356"/>
                  </a:lnTo>
                  <a:lnTo>
                    <a:pt x="5309931" y="227356"/>
                  </a:lnTo>
                  <a:lnTo>
                    <a:pt x="5310048" y="227356"/>
                  </a:lnTo>
                  <a:lnTo>
                    <a:pt x="5310048" y="226926"/>
                  </a:lnTo>
                  <a:lnTo>
                    <a:pt x="5310166" y="226926"/>
                  </a:lnTo>
                  <a:lnTo>
                    <a:pt x="5310166" y="226495"/>
                  </a:lnTo>
                  <a:lnTo>
                    <a:pt x="5310284" y="226495"/>
                  </a:lnTo>
                  <a:lnTo>
                    <a:pt x="5310401" y="226495"/>
                  </a:lnTo>
                  <a:lnTo>
                    <a:pt x="5310519" y="226495"/>
                  </a:lnTo>
                  <a:lnTo>
                    <a:pt x="5310636" y="226495"/>
                  </a:lnTo>
                  <a:lnTo>
                    <a:pt x="5310754" y="226495"/>
                  </a:lnTo>
                  <a:lnTo>
                    <a:pt x="5310872" y="226495"/>
                  </a:lnTo>
                  <a:lnTo>
                    <a:pt x="5310989" y="226495"/>
                  </a:lnTo>
                  <a:lnTo>
                    <a:pt x="5311107" y="226495"/>
                  </a:lnTo>
                  <a:lnTo>
                    <a:pt x="5311224" y="226495"/>
                  </a:lnTo>
                  <a:lnTo>
                    <a:pt x="5311342" y="226495"/>
                  </a:lnTo>
                  <a:lnTo>
                    <a:pt x="5311460" y="226495"/>
                  </a:lnTo>
                  <a:lnTo>
                    <a:pt x="5311577" y="226495"/>
                  </a:lnTo>
                  <a:lnTo>
                    <a:pt x="5311695" y="226495"/>
                  </a:lnTo>
                  <a:lnTo>
                    <a:pt x="5311813" y="226495"/>
                  </a:lnTo>
                  <a:lnTo>
                    <a:pt x="5311813" y="226065"/>
                  </a:lnTo>
                  <a:lnTo>
                    <a:pt x="5311930" y="226065"/>
                  </a:lnTo>
                  <a:lnTo>
                    <a:pt x="5312048" y="226065"/>
                  </a:lnTo>
                  <a:lnTo>
                    <a:pt x="5312165" y="226065"/>
                  </a:lnTo>
                  <a:lnTo>
                    <a:pt x="5312283" y="226065"/>
                  </a:lnTo>
                  <a:lnTo>
                    <a:pt x="5312401" y="226065"/>
                  </a:lnTo>
                  <a:lnTo>
                    <a:pt x="5312518" y="226065"/>
                  </a:lnTo>
                  <a:lnTo>
                    <a:pt x="5312636" y="226065"/>
                  </a:lnTo>
                  <a:lnTo>
                    <a:pt x="5312753" y="226065"/>
                  </a:lnTo>
                  <a:lnTo>
                    <a:pt x="5312871" y="226065"/>
                  </a:lnTo>
                  <a:lnTo>
                    <a:pt x="5312989" y="226065"/>
                  </a:lnTo>
                  <a:lnTo>
                    <a:pt x="5313106" y="226065"/>
                  </a:lnTo>
                  <a:lnTo>
                    <a:pt x="5313106" y="225634"/>
                  </a:lnTo>
                  <a:lnTo>
                    <a:pt x="5313224" y="225634"/>
                  </a:lnTo>
                  <a:lnTo>
                    <a:pt x="5313342" y="225634"/>
                  </a:lnTo>
                  <a:lnTo>
                    <a:pt x="5313459" y="225634"/>
                  </a:lnTo>
                  <a:lnTo>
                    <a:pt x="5313577" y="225634"/>
                  </a:lnTo>
                  <a:lnTo>
                    <a:pt x="5313694" y="225634"/>
                  </a:lnTo>
                  <a:lnTo>
                    <a:pt x="5313812" y="225634"/>
                  </a:lnTo>
                  <a:lnTo>
                    <a:pt x="5313930" y="225634"/>
                  </a:lnTo>
                  <a:lnTo>
                    <a:pt x="5314047" y="225634"/>
                  </a:lnTo>
                  <a:lnTo>
                    <a:pt x="5314165" y="225634"/>
                  </a:lnTo>
                  <a:lnTo>
                    <a:pt x="5314282" y="225634"/>
                  </a:lnTo>
                  <a:lnTo>
                    <a:pt x="5314282" y="225203"/>
                  </a:lnTo>
                  <a:lnTo>
                    <a:pt x="5314400" y="225203"/>
                  </a:lnTo>
                  <a:lnTo>
                    <a:pt x="5314518" y="225203"/>
                  </a:lnTo>
                  <a:lnTo>
                    <a:pt x="5314635" y="225203"/>
                  </a:lnTo>
                  <a:lnTo>
                    <a:pt x="5314753" y="225203"/>
                  </a:lnTo>
                  <a:lnTo>
                    <a:pt x="5314871" y="225203"/>
                  </a:lnTo>
                  <a:lnTo>
                    <a:pt x="5314988" y="225203"/>
                  </a:lnTo>
                  <a:lnTo>
                    <a:pt x="5315106" y="225203"/>
                  </a:lnTo>
                  <a:lnTo>
                    <a:pt x="5315223" y="225203"/>
                  </a:lnTo>
                  <a:lnTo>
                    <a:pt x="5315341" y="225203"/>
                  </a:lnTo>
                  <a:lnTo>
                    <a:pt x="5315459" y="225203"/>
                  </a:lnTo>
                  <a:lnTo>
                    <a:pt x="5315576" y="225203"/>
                  </a:lnTo>
                  <a:lnTo>
                    <a:pt x="5315576" y="224773"/>
                  </a:lnTo>
                  <a:lnTo>
                    <a:pt x="5315694" y="224773"/>
                  </a:lnTo>
                  <a:lnTo>
                    <a:pt x="5315811" y="224773"/>
                  </a:lnTo>
                  <a:lnTo>
                    <a:pt x="5315929" y="224773"/>
                  </a:lnTo>
                  <a:lnTo>
                    <a:pt x="5315929" y="224342"/>
                  </a:lnTo>
                  <a:lnTo>
                    <a:pt x="5316047" y="224342"/>
                  </a:lnTo>
                  <a:lnTo>
                    <a:pt x="5316164" y="224342"/>
                  </a:lnTo>
                  <a:lnTo>
                    <a:pt x="5316282" y="224342"/>
                  </a:lnTo>
                  <a:lnTo>
                    <a:pt x="5316400" y="224342"/>
                  </a:lnTo>
                  <a:lnTo>
                    <a:pt x="5316517" y="224342"/>
                  </a:lnTo>
                  <a:lnTo>
                    <a:pt x="5316635" y="224342"/>
                  </a:lnTo>
                  <a:lnTo>
                    <a:pt x="5316752" y="224342"/>
                  </a:lnTo>
                  <a:lnTo>
                    <a:pt x="5316870" y="224342"/>
                  </a:lnTo>
                  <a:lnTo>
                    <a:pt x="5316988" y="224342"/>
                  </a:lnTo>
                  <a:lnTo>
                    <a:pt x="5317105" y="224342"/>
                  </a:lnTo>
                  <a:lnTo>
                    <a:pt x="5317223" y="224342"/>
                  </a:lnTo>
                  <a:lnTo>
                    <a:pt x="5317340" y="224342"/>
                  </a:lnTo>
                  <a:lnTo>
                    <a:pt x="5317458" y="224342"/>
                  </a:lnTo>
                  <a:lnTo>
                    <a:pt x="5317576" y="224342"/>
                  </a:lnTo>
                  <a:lnTo>
                    <a:pt x="5317693" y="224342"/>
                  </a:lnTo>
                  <a:lnTo>
                    <a:pt x="5317811" y="224342"/>
                  </a:lnTo>
                  <a:lnTo>
                    <a:pt x="5317928" y="224342"/>
                  </a:lnTo>
                  <a:lnTo>
                    <a:pt x="5318046" y="224342"/>
                  </a:lnTo>
                  <a:lnTo>
                    <a:pt x="5318164" y="224342"/>
                  </a:lnTo>
                  <a:lnTo>
                    <a:pt x="5318281" y="224342"/>
                  </a:lnTo>
                  <a:lnTo>
                    <a:pt x="5318399" y="224342"/>
                  </a:lnTo>
                  <a:lnTo>
                    <a:pt x="5318517" y="224342"/>
                  </a:lnTo>
                  <a:lnTo>
                    <a:pt x="5318634" y="224342"/>
                  </a:lnTo>
                  <a:lnTo>
                    <a:pt x="5318752" y="224342"/>
                  </a:lnTo>
                  <a:lnTo>
                    <a:pt x="5318869" y="224342"/>
                  </a:lnTo>
                  <a:lnTo>
                    <a:pt x="5318987" y="224342"/>
                  </a:lnTo>
                  <a:lnTo>
                    <a:pt x="5319105" y="224342"/>
                  </a:lnTo>
                  <a:lnTo>
                    <a:pt x="5319222" y="224342"/>
                  </a:lnTo>
                  <a:lnTo>
                    <a:pt x="5319340" y="224342"/>
                  </a:lnTo>
                  <a:lnTo>
                    <a:pt x="5319457" y="224342"/>
                  </a:lnTo>
                  <a:lnTo>
                    <a:pt x="5319575" y="224342"/>
                  </a:lnTo>
                  <a:lnTo>
                    <a:pt x="5319575" y="223912"/>
                  </a:lnTo>
                  <a:lnTo>
                    <a:pt x="5319693" y="223912"/>
                  </a:lnTo>
                  <a:lnTo>
                    <a:pt x="5319810" y="223912"/>
                  </a:lnTo>
                  <a:lnTo>
                    <a:pt x="5319928" y="223912"/>
                  </a:lnTo>
                  <a:lnTo>
                    <a:pt x="5320046" y="223912"/>
                  </a:lnTo>
                  <a:lnTo>
                    <a:pt x="5320163" y="223912"/>
                  </a:lnTo>
                  <a:lnTo>
                    <a:pt x="5320281" y="223912"/>
                  </a:lnTo>
                  <a:lnTo>
                    <a:pt x="5320398" y="223912"/>
                  </a:lnTo>
                  <a:lnTo>
                    <a:pt x="5320516" y="223912"/>
                  </a:lnTo>
                  <a:lnTo>
                    <a:pt x="5320634" y="223912"/>
                  </a:lnTo>
                  <a:lnTo>
                    <a:pt x="5320751" y="223912"/>
                  </a:lnTo>
                  <a:lnTo>
                    <a:pt x="5320869" y="223912"/>
                  </a:lnTo>
                  <a:lnTo>
                    <a:pt x="5320986" y="223912"/>
                  </a:lnTo>
                  <a:lnTo>
                    <a:pt x="5321104" y="223912"/>
                  </a:lnTo>
                  <a:lnTo>
                    <a:pt x="5321222" y="223912"/>
                  </a:lnTo>
                  <a:lnTo>
                    <a:pt x="5321339" y="223912"/>
                  </a:lnTo>
                  <a:lnTo>
                    <a:pt x="5321457" y="223912"/>
                  </a:lnTo>
                  <a:lnTo>
                    <a:pt x="5321575" y="223912"/>
                  </a:lnTo>
                  <a:lnTo>
                    <a:pt x="5321692" y="223912"/>
                  </a:lnTo>
                  <a:lnTo>
                    <a:pt x="5321810" y="223912"/>
                  </a:lnTo>
                  <a:lnTo>
                    <a:pt x="5321927" y="223912"/>
                  </a:lnTo>
                  <a:lnTo>
                    <a:pt x="5322045" y="223912"/>
                  </a:lnTo>
                  <a:lnTo>
                    <a:pt x="5322163" y="223912"/>
                  </a:lnTo>
                  <a:lnTo>
                    <a:pt x="5322280" y="223912"/>
                  </a:lnTo>
                  <a:lnTo>
                    <a:pt x="5322398" y="223912"/>
                  </a:lnTo>
                  <a:lnTo>
                    <a:pt x="5322515" y="223912"/>
                  </a:lnTo>
                  <a:lnTo>
                    <a:pt x="5322633" y="223912"/>
                  </a:lnTo>
                  <a:lnTo>
                    <a:pt x="5322751" y="223912"/>
                  </a:lnTo>
                  <a:lnTo>
                    <a:pt x="5322868" y="223912"/>
                  </a:lnTo>
                  <a:lnTo>
                    <a:pt x="5322986" y="223912"/>
                  </a:lnTo>
                  <a:lnTo>
                    <a:pt x="5323104" y="223912"/>
                  </a:lnTo>
                  <a:lnTo>
                    <a:pt x="5323221" y="223912"/>
                  </a:lnTo>
                  <a:lnTo>
                    <a:pt x="5323221" y="223481"/>
                  </a:lnTo>
                  <a:lnTo>
                    <a:pt x="5323339" y="223481"/>
                  </a:lnTo>
                  <a:lnTo>
                    <a:pt x="5323339" y="223050"/>
                  </a:lnTo>
                  <a:lnTo>
                    <a:pt x="5323456" y="223050"/>
                  </a:lnTo>
                  <a:lnTo>
                    <a:pt x="5323574" y="223050"/>
                  </a:lnTo>
                  <a:lnTo>
                    <a:pt x="5323692" y="223050"/>
                  </a:lnTo>
                  <a:lnTo>
                    <a:pt x="5323809" y="223050"/>
                  </a:lnTo>
                  <a:lnTo>
                    <a:pt x="5323927" y="223050"/>
                  </a:lnTo>
                  <a:lnTo>
                    <a:pt x="5324044" y="223050"/>
                  </a:lnTo>
                  <a:lnTo>
                    <a:pt x="5324162" y="223050"/>
                  </a:lnTo>
                  <a:lnTo>
                    <a:pt x="5324280" y="223050"/>
                  </a:lnTo>
                  <a:lnTo>
                    <a:pt x="5324397" y="223050"/>
                  </a:lnTo>
                  <a:lnTo>
                    <a:pt x="5324515" y="223050"/>
                  </a:lnTo>
                  <a:lnTo>
                    <a:pt x="5324633" y="223050"/>
                  </a:lnTo>
                  <a:lnTo>
                    <a:pt x="5324750" y="223050"/>
                  </a:lnTo>
                  <a:lnTo>
                    <a:pt x="5324868" y="223050"/>
                  </a:lnTo>
                  <a:lnTo>
                    <a:pt x="5324985" y="223050"/>
                  </a:lnTo>
                  <a:lnTo>
                    <a:pt x="5325103" y="223050"/>
                  </a:lnTo>
                  <a:lnTo>
                    <a:pt x="5325221" y="223050"/>
                  </a:lnTo>
                  <a:lnTo>
                    <a:pt x="5325338" y="223050"/>
                  </a:lnTo>
                  <a:lnTo>
                    <a:pt x="5325456" y="223050"/>
                  </a:lnTo>
                  <a:lnTo>
                    <a:pt x="5325573" y="223050"/>
                  </a:lnTo>
                  <a:lnTo>
                    <a:pt x="5325691" y="223050"/>
                  </a:lnTo>
                  <a:lnTo>
                    <a:pt x="5325809" y="223050"/>
                  </a:lnTo>
                  <a:lnTo>
                    <a:pt x="5325926" y="223050"/>
                  </a:lnTo>
                  <a:lnTo>
                    <a:pt x="5326044" y="223050"/>
                  </a:lnTo>
                  <a:lnTo>
                    <a:pt x="5326161" y="223050"/>
                  </a:lnTo>
                  <a:lnTo>
                    <a:pt x="5326279" y="223050"/>
                  </a:lnTo>
                  <a:lnTo>
                    <a:pt x="5326279" y="222620"/>
                  </a:lnTo>
                  <a:lnTo>
                    <a:pt x="5326397" y="222620"/>
                  </a:lnTo>
                  <a:lnTo>
                    <a:pt x="5326514" y="222620"/>
                  </a:lnTo>
                  <a:lnTo>
                    <a:pt x="5326632" y="222620"/>
                  </a:lnTo>
                  <a:lnTo>
                    <a:pt x="5326750" y="222620"/>
                  </a:lnTo>
                  <a:lnTo>
                    <a:pt x="5326867" y="222620"/>
                  </a:lnTo>
                  <a:lnTo>
                    <a:pt x="5326985" y="222620"/>
                  </a:lnTo>
                  <a:lnTo>
                    <a:pt x="5327102" y="222620"/>
                  </a:lnTo>
                  <a:lnTo>
                    <a:pt x="5327220" y="222620"/>
                  </a:lnTo>
                  <a:lnTo>
                    <a:pt x="5327338" y="222620"/>
                  </a:lnTo>
                  <a:lnTo>
                    <a:pt x="5327455" y="222620"/>
                  </a:lnTo>
                  <a:lnTo>
                    <a:pt x="5327455" y="222189"/>
                  </a:lnTo>
                  <a:lnTo>
                    <a:pt x="5327573" y="222189"/>
                  </a:lnTo>
                  <a:lnTo>
                    <a:pt x="5327690" y="222189"/>
                  </a:lnTo>
                  <a:lnTo>
                    <a:pt x="5327808" y="222189"/>
                  </a:lnTo>
                  <a:lnTo>
                    <a:pt x="5327926" y="222189"/>
                  </a:lnTo>
                  <a:lnTo>
                    <a:pt x="5327926" y="221759"/>
                  </a:lnTo>
                  <a:lnTo>
                    <a:pt x="5328043" y="221759"/>
                  </a:lnTo>
                  <a:lnTo>
                    <a:pt x="5328161" y="221759"/>
                  </a:lnTo>
                  <a:lnTo>
                    <a:pt x="5328279" y="221759"/>
                  </a:lnTo>
                  <a:lnTo>
                    <a:pt x="5328279" y="221328"/>
                  </a:lnTo>
                  <a:lnTo>
                    <a:pt x="5328396" y="221328"/>
                  </a:lnTo>
                  <a:lnTo>
                    <a:pt x="5328514" y="221328"/>
                  </a:lnTo>
                  <a:lnTo>
                    <a:pt x="5328631" y="221328"/>
                  </a:lnTo>
                  <a:lnTo>
                    <a:pt x="5328749" y="221328"/>
                  </a:lnTo>
                  <a:lnTo>
                    <a:pt x="5328867" y="221328"/>
                  </a:lnTo>
                  <a:lnTo>
                    <a:pt x="5328984" y="221328"/>
                  </a:lnTo>
                  <a:lnTo>
                    <a:pt x="5329102" y="221328"/>
                  </a:lnTo>
                  <a:lnTo>
                    <a:pt x="5329219" y="221328"/>
                  </a:lnTo>
                  <a:lnTo>
                    <a:pt x="5329337" y="221328"/>
                  </a:lnTo>
                  <a:lnTo>
                    <a:pt x="5329455" y="221328"/>
                  </a:lnTo>
                  <a:lnTo>
                    <a:pt x="5329572" y="221328"/>
                  </a:lnTo>
                  <a:lnTo>
                    <a:pt x="5329690" y="221328"/>
                  </a:lnTo>
                  <a:lnTo>
                    <a:pt x="5329808" y="221328"/>
                  </a:lnTo>
                  <a:lnTo>
                    <a:pt x="5329925" y="221328"/>
                  </a:lnTo>
                  <a:lnTo>
                    <a:pt x="5330043" y="221328"/>
                  </a:lnTo>
                  <a:lnTo>
                    <a:pt x="5330160" y="221328"/>
                  </a:lnTo>
                  <a:lnTo>
                    <a:pt x="5330278" y="221328"/>
                  </a:lnTo>
                  <a:lnTo>
                    <a:pt x="5330396" y="221328"/>
                  </a:lnTo>
                  <a:lnTo>
                    <a:pt x="5330396" y="220897"/>
                  </a:lnTo>
                  <a:lnTo>
                    <a:pt x="5330513" y="220897"/>
                  </a:lnTo>
                  <a:lnTo>
                    <a:pt x="5330631" y="220897"/>
                  </a:lnTo>
                  <a:lnTo>
                    <a:pt x="5330748" y="220897"/>
                  </a:lnTo>
                  <a:lnTo>
                    <a:pt x="5330866" y="220897"/>
                  </a:lnTo>
                  <a:lnTo>
                    <a:pt x="5330984" y="220897"/>
                  </a:lnTo>
                  <a:lnTo>
                    <a:pt x="5331101" y="220897"/>
                  </a:lnTo>
                  <a:lnTo>
                    <a:pt x="5331219" y="220897"/>
                  </a:lnTo>
                  <a:lnTo>
                    <a:pt x="5331337" y="220897"/>
                  </a:lnTo>
                  <a:lnTo>
                    <a:pt x="5331454" y="220897"/>
                  </a:lnTo>
                  <a:lnTo>
                    <a:pt x="5331572" y="220897"/>
                  </a:lnTo>
                  <a:lnTo>
                    <a:pt x="5331689" y="220897"/>
                  </a:lnTo>
                  <a:lnTo>
                    <a:pt x="5331807" y="220897"/>
                  </a:lnTo>
                  <a:lnTo>
                    <a:pt x="5331925" y="220897"/>
                  </a:lnTo>
                  <a:lnTo>
                    <a:pt x="5332042" y="220897"/>
                  </a:lnTo>
                  <a:lnTo>
                    <a:pt x="5332160" y="220897"/>
                  </a:lnTo>
                  <a:lnTo>
                    <a:pt x="5332277" y="220897"/>
                  </a:lnTo>
                  <a:lnTo>
                    <a:pt x="5332395" y="220897"/>
                  </a:lnTo>
                  <a:lnTo>
                    <a:pt x="5332513" y="220897"/>
                  </a:lnTo>
                  <a:lnTo>
                    <a:pt x="5332630" y="220897"/>
                  </a:lnTo>
                  <a:lnTo>
                    <a:pt x="5332748" y="220897"/>
                  </a:lnTo>
                  <a:lnTo>
                    <a:pt x="5332865" y="220897"/>
                  </a:lnTo>
                  <a:lnTo>
                    <a:pt x="5332983" y="220897"/>
                  </a:lnTo>
                  <a:lnTo>
                    <a:pt x="5333101" y="220897"/>
                  </a:lnTo>
                  <a:lnTo>
                    <a:pt x="5333218" y="220897"/>
                  </a:lnTo>
                  <a:lnTo>
                    <a:pt x="5333336" y="220897"/>
                  </a:lnTo>
                  <a:lnTo>
                    <a:pt x="5333454" y="220897"/>
                  </a:lnTo>
                  <a:lnTo>
                    <a:pt x="5333571" y="220897"/>
                  </a:lnTo>
                  <a:lnTo>
                    <a:pt x="5333689" y="220897"/>
                  </a:lnTo>
                  <a:lnTo>
                    <a:pt x="5333806" y="220897"/>
                  </a:lnTo>
                  <a:lnTo>
                    <a:pt x="5333924" y="220897"/>
                  </a:lnTo>
                  <a:lnTo>
                    <a:pt x="5334042" y="220897"/>
                  </a:lnTo>
                  <a:lnTo>
                    <a:pt x="5334159" y="220897"/>
                  </a:lnTo>
                  <a:lnTo>
                    <a:pt x="5334277" y="220897"/>
                  </a:lnTo>
                  <a:lnTo>
                    <a:pt x="5334394" y="220897"/>
                  </a:lnTo>
                  <a:lnTo>
                    <a:pt x="5334512" y="220897"/>
                  </a:lnTo>
                  <a:lnTo>
                    <a:pt x="5334630" y="220897"/>
                  </a:lnTo>
                  <a:lnTo>
                    <a:pt x="5334747" y="220897"/>
                  </a:lnTo>
                  <a:lnTo>
                    <a:pt x="5334865" y="220897"/>
                  </a:lnTo>
                  <a:lnTo>
                    <a:pt x="5334983" y="220897"/>
                  </a:lnTo>
                  <a:lnTo>
                    <a:pt x="5335100" y="220897"/>
                  </a:lnTo>
                  <a:lnTo>
                    <a:pt x="5335218" y="220897"/>
                  </a:lnTo>
                  <a:lnTo>
                    <a:pt x="5335335" y="220897"/>
                  </a:lnTo>
                  <a:lnTo>
                    <a:pt x="5335453" y="220897"/>
                  </a:lnTo>
                  <a:lnTo>
                    <a:pt x="5335571" y="220897"/>
                  </a:lnTo>
                  <a:lnTo>
                    <a:pt x="5335688" y="220897"/>
                  </a:lnTo>
                  <a:lnTo>
                    <a:pt x="5335806" y="220897"/>
                  </a:lnTo>
                  <a:lnTo>
                    <a:pt x="5335923" y="220897"/>
                  </a:lnTo>
                  <a:lnTo>
                    <a:pt x="5336041" y="220897"/>
                  </a:lnTo>
                  <a:lnTo>
                    <a:pt x="5336159" y="220897"/>
                  </a:lnTo>
                  <a:lnTo>
                    <a:pt x="5336276" y="220897"/>
                  </a:lnTo>
                  <a:lnTo>
                    <a:pt x="5336394" y="220897"/>
                  </a:lnTo>
                  <a:lnTo>
                    <a:pt x="5336394" y="220467"/>
                  </a:lnTo>
                  <a:lnTo>
                    <a:pt x="5336512" y="220467"/>
                  </a:lnTo>
                  <a:lnTo>
                    <a:pt x="5336629" y="220467"/>
                  </a:lnTo>
                  <a:lnTo>
                    <a:pt x="5336747" y="220467"/>
                  </a:lnTo>
                  <a:lnTo>
                    <a:pt x="5336864" y="220467"/>
                  </a:lnTo>
                  <a:lnTo>
                    <a:pt x="5336982" y="220467"/>
                  </a:lnTo>
                  <a:lnTo>
                    <a:pt x="5336982" y="220036"/>
                  </a:lnTo>
                  <a:lnTo>
                    <a:pt x="5337100" y="220036"/>
                  </a:lnTo>
                  <a:lnTo>
                    <a:pt x="5337217" y="220036"/>
                  </a:lnTo>
                  <a:lnTo>
                    <a:pt x="5337335" y="220036"/>
                  </a:lnTo>
                  <a:lnTo>
                    <a:pt x="5337452" y="220036"/>
                  </a:lnTo>
                  <a:lnTo>
                    <a:pt x="5337570" y="220036"/>
                  </a:lnTo>
                  <a:lnTo>
                    <a:pt x="5337688" y="220036"/>
                  </a:lnTo>
                  <a:lnTo>
                    <a:pt x="5337805" y="220036"/>
                  </a:lnTo>
                  <a:lnTo>
                    <a:pt x="5337923" y="220036"/>
                  </a:lnTo>
                  <a:lnTo>
                    <a:pt x="5338041" y="220036"/>
                  </a:lnTo>
                  <a:lnTo>
                    <a:pt x="5338158" y="220036"/>
                  </a:lnTo>
                  <a:lnTo>
                    <a:pt x="5338276" y="220036"/>
                  </a:lnTo>
                  <a:lnTo>
                    <a:pt x="5338393" y="220036"/>
                  </a:lnTo>
                  <a:lnTo>
                    <a:pt x="5338511" y="220036"/>
                  </a:lnTo>
                  <a:lnTo>
                    <a:pt x="5338629" y="220036"/>
                  </a:lnTo>
                  <a:lnTo>
                    <a:pt x="5338746" y="220036"/>
                  </a:lnTo>
                  <a:lnTo>
                    <a:pt x="5338864" y="220036"/>
                  </a:lnTo>
                  <a:lnTo>
                    <a:pt x="5338981" y="220036"/>
                  </a:lnTo>
                  <a:lnTo>
                    <a:pt x="5339099" y="220036"/>
                  </a:lnTo>
                  <a:lnTo>
                    <a:pt x="5339217" y="220036"/>
                  </a:lnTo>
                  <a:lnTo>
                    <a:pt x="5339334" y="220036"/>
                  </a:lnTo>
                  <a:lnTo>
                    <a:pt x="5339452" y="220036"/>
                  </a:lnTo>
                  <a:lnTo>
                    <a:pt x="5339570" y="220036"/>
                  </a:lnTo>
                  <a:lnTo>
                    <a:pt x="5339687" y="220036"/>
                  </a:lnTo>
                  <a:lnTo>
                    <a:pt x="5339805" y="220036"/>
                  </a:lnTo>
                  <a:lnTo>
                    <a:pt x="5339922" y="220036"/>
                  </a:lnTo>
                  <a:lnTo>
                    <a:pt x="5340040" y="220036"/>
                  </a:lnTo>
                  <a:lnTo>
                    <a:pt x="5340158" y="220036"/>
                  </a:lnTo>
                  <a:lnTo>
                    <a:pt x="5340158" y="219606"/>
                  </a:lnTo>
                  <a:lnTo>
                    <a:pt x="5340275" y="219606"/>
                  </a:lnTo>
                  <a:lnTo>
                    <a:pt x="5340393" y="219606"/>
                  </a:lnTo>
                  <a:lnTo>
                    <a:pt x="5340510" y="219606"/>
                  </a:lnTo>
                  <a:lnTo>
                    <a:pt x="5340628" y="219606"/>
                  </a:lnTo>
                  <a:lnTo>
                    <a:pt x="5340746" y="219606"/>
                  </a:lnTo>
                  <a:lnTo>
                    <a:pt x="5340746" y="219175"/>
                  </a:lnTo>
                  <a:lnTo>
                    <a:pt x="5340863" y="219175"/>
                  </a:lnTo>
                  <a:lnTo>
                    <a:pt x="5340981" y="219175"/>
                  </a:lnTo>
                  <a:lnTo>
                    <a:pt x="5340981" y="218744"/>
                  </a:lnTo>
                  <a:lnTo>
                    <a:pt x="5341098" y="218744"/>
                  </a:lnTo>
                  <a:lnTo>
                    <a:pt x="5341216" y="218744"/>
                  </a:lnTo>
                  <a:lnTo>
                    <a:pt x="5341216" y="218314"/>
                  </a:lnTo>
                  <a:lnTo>
                    <a:pt x="5341334" y="218314"/>
                  </a:lnTo>
                  <a:lnTo>
                    <a:pt x="5341451" y="218314"/>
                  </a:lnTo>
                  <a:lnTo>
                    <a:pt x="5341569" y="218314"/>
                  </a:lnTo>
                  <a:lnTo>
                    <a:pt x="5341687" y="218314"/>
                  </a:lnTo>
                  <a:lnTo>
                    <a:pt x="5341804" y="218314"/>
                  </a:lnTo>
                  <a:lnTo>
                    <a:pt x="5341922" y="218314"/>
                  </a:lnTo>
                  <a:lnTo>
                    <a:pt x="5342039" y="218314"/>
                  </a:lnTo>
                  <a:lnTo>
                    <a:pt x="5342157" y="218314"/>
                  </a:lnTo>
                  <a:lnTo>
                    <a:pt x="5342275" y="218314"/>
                  </a:lnTo>
                  <a:lnTo>
                    <a:pt x="5342392" y="218314"/>
                  </a:lnTo>
                  <a:lnTo>
                    <a:pt x="5342510" y="218314"/>
                  </a:lnTo>
                  <a:lnTo>
                    <a:pt x="5342627" y="218314"/>
                  </a:lnTo>
                  <a:lnTo>
                    <a:pt x="5342745" y="218314"/>
                  </a:lnTo>
                  <a:lnTo>
                    <a:pt x="5342863" y="218314"/>
                  </a:lnTo>
                  <a:lnTo>
                    <a:pt x="5342980" y="218314"/>
                  </a:lnTo>
                  <a:lnTo>
                    <a:pt x="5343098" y="218314"/>
                  </a:lnTo>
                  <a:lnTo>
                    <a:pt x="5343216" y="218314"/>
                  </a:lnTo>
                  <a:lnTo>
                    <a:pt x="5343333" y="218314"/>
                  </a:lnTo>
                  <a:lnTo>
                    <a:pt x="5343451" y="218314"/>
                  </a:lnTo>
                  <a:lnTo>
                    <a:pt x="5343568" y="218314"/>
                  </a:lnTo>
                  <a:lnTo>
                    <a:pt x="5343686" y="218314"/>
                  </a:lnTo>
                  <a:lnTo>
                    <a:pt x="5343804" y="218314"/>
                  </a:lnTo>
                  <a:lnTo>
                    <a:pt x="5343921" y="218314"/>
                  </a:lnTo>
                  <a:lnTo>
                    <a:pt x="5344039" y="218314"/>
                  </a:lnTo>
                  <a:lnTo>
                    <a:pt x="5344156" y="218314"/>
                  </a:lnTo>
                  <a:lnTo>
                    <a:pt x="5344274" y="218314"/>
                  </a:lnTo>
                  <a:lnTo>
                    <a:pt x="5344392" y="218314"/>
                  </a:lnTo>
                  <a:lnTo>
                    <a:pt x="5344509" y="218314"/>
                  </a:lnTo>
                  <a:lnTo>
                    <a:pt x="5344627" y="218314"/>
                  </a:lnTo>
                  <a:lnTo>
                    <a:pt x="5344745" y="218314"/>
                  </a:lnTo>
                  <a:lnTo>
                    <a:pt x="5344862" y="218314"/>
                  </a:lnTo>
                  <a:lnTo>
                    <a:pt x="5344980" y="218314"/>
                  </a:lnTo>
                  <a:lnTo>
                    <a:pt x="5345097" y="218314"/>
                  </a:lnTo>
                  <a:lnTo>
                    <a:pt x="5345215" y="218314"/>
                  </a:lnTo>
                  <a:lnTo>
                    <a:pt x="5345333" y="218314"/>
                  </a:lnTo>
                  <a:lnTo>
                    <a:pt x="5345450" y="218314"/>
                  </a:lnTo>
                  <a:lnTo>
                    <a:pt x="5345568" y="218314"/>
                  </a:lnTo>
                  <a:lnTo>
                    <a:pt x="5345685" y="218314"/>
                  </a:lnTo>
                  <a:lnTo>
                    <a:pt x="5345803" y="218314"/>
                  </a:lnTo>
                  <a:lnTo>
                    <a:pt x="5345921" y="218314"/>
                  </a:lnTo>
                  <a:lnTo>
                    <a:pt x="5346038" y="218314"/>
                  </a:lnTo>
                  <a:lnTo>
                    <a:pt x="5346156" y="218314"/>
                  </a:lnTo>
                  <a:lnTo>
                    <a:pt x="5346156" y="217883"/>
                  </a:lnTo>
                  <a:lnTo>
                    <a:pt x="5346274" y="217883"/>
                  </a:lnTo>
                  <a:lnTo>
                    <a:pt x="5346391" y="217883"/>
                  </a:lnTo>
                  <a:lnTo>
                    <a:pt x="5346509" y="217883"/>
                  </a:lnTo>
                  <a:lnTo>
                    <a:pt x="5346626" y="217883"/>
                  </a:lnTo>
                  <a:lnTo>
                    <a:pt x="5346744" y="217883"/>
                  </a:lnTo>
                  <a:lnTo>
                    <a:pt x="5346862" y="217883"/>
                  </a:lnTo>
                  <a:lnTo>
                    <a:pt x="5346979" y="217883"/>
                  </a:lnTo>
                  <a:lnTo>
                    <a:pt x="5347097" y="217883"/>
                  </a:lnTo>
                  <a:lnTo>
                    <a:pt x="5347214" y="217883"/>
                  </a:lnTo>
                  <a:lnTo>
                    <a:pt x="5347332" y="217883"/>
                  </a:lnTo>
                  <a:lnTo>
                    <a:pt x="5347450" y="217883"/>
                  </a:lnTo>
                  <a:lnTo>
                    <a:pt x="5347567" y="217883"/>
                  </a:lnTo>
                  <a:lnTo>
                    <a:pt x="5347685" y="217883"/>
                  </a:lnTo>
                  <a:lnTo>
                    <a:pt x="5347803" y="217883"/>
                  </a:lnTo>
                  <a:lnTo>
                    <a:pt x="5347920" y="217883"/>
                  </a:lnTo>
                  <a:lnTo>
                    <a:pt x="5348038" y="217883"/>
                  </a:lnTo>
                  <a:lnTo>
                    <a:pt x="5348155" y="217883"/>
                  </a:lnTo>
                  <a:lnTo>
                    <a:pt x="5348273" y="217883"/>
                  </a:lnTo>
                  <a:lnTo>
                    <a:pt x="5348391" y="217883"/>
                  </a:lnTo>
                  <a:lnTo>
                    <a:pt x="5348508" y="217883"/>
                  </a:lnTo>
                  <a:lnTo>
                    <a:pt x="5348626" y="217883"/>
                  </a:lnTo>
                  <a:lnTo>
                    <a:pt x="5348743" y="217883"/>
                  </a:lnTo>
                  <a:lnTo>
                    <a:pt x="5348861" y="217883"/>
                  </a:lnTo>
                  <a:lnTo>
                    <a:pt x="5348979" y="217883"/>
                  </a:lnTo>
                  <a:lnTo>
                    <a:pt x="5349096" y="217883"/>
                  </a:lnTo>
                  <a:lnTo>
                    <a:pt x="5349214" y="217883"/>
                  </a:lnTo>
                  <a:lnTo>
                    <a:pt x="5349331" y="217883"/>
                  </a:lnTo>
                  <a:lnTo>
                    <a:pt x="5349449" y="217883"/>
                  </a:lnTo>
                  <a:lnTo>
                    <a:pt x="5349567" y="217883"/>
                  </a:lnTo>
                  <a:lnTo>
                    <a:pt x="5349684" y="217883"/>
                  </a:lnTo>
                  <a:lnTo>
                    <a:pt x="5349802" y="217883"/>
                  </a:lnTo>
                  <a:lnTo>
                    <a:pt x="5349920" y="217883"/>
                  </a:lnTo>
                  <a:lnTo>
                    <a:pt x="5350037" y="217883"/>
                  </a:lnTo>
                  <a:lnTo>
                    <a:pt x="5350155" y="217883"/>
                  </a:lnTo>
                  <a:lnTo>
                    <a:pt x="5350155" y="217453"/>
                  </a:lnTo>
                  <a:lnTo>
                    <a:pt x="5350272" y="217453"/>
                  </a:lnTo>
                  <a:lnTo>
                    <a:pt x="5350390" y="217453"/>
                  </a:lnTo>
                  <a:lnTo>
                    <a:pt x="5350508" y="217453"/>
                  </a:lnTo>
                  <a:lnTo>
                    <a:pt x="5350625" y="217453"/>
                  </a:lnTo>
                  <a:lnTo>
                    <a:pt x="5350743" y="217453"/>
                  </a:lnTo>
                  <a:lnTo>
                    <a:pt x="5350860" y="217453"/>
                  </a:lnTo>
                  <a:lnTo>
                    <a:pt x="5350978" y="217453"/>
                  </a:lnTo>
                  <a:lnTo>
                    <a:pt x="5351096" y="217453"/>
                  </a:lnTo>
                  <a:lnTo>
                    <a:pt x="5351096" y="217022"/>
                  </a:lnTo>
                  <a:lnTo>
                    <a:pt x="5351213" y="217022"/>
                  </a:lnTo>
                  <a:lnTo>
                    <a:pt x="5351331" y="217022"/>
                  </a:lnTo>
                  <a:lnTo>
                    <a:pt x="5351449" y="217022"/>
                  </a:lnTo>
                  <a:lnTo>
                    <a:pt x="5351566" y="217022"/>
                  </a:lnTo>
                  <a:lnTo>
                    <a:pt x="5351684" y="217022"/>
                  </a:lnTo>
                  <a:lnTo>
                    <a:pt x="5351801" y="217022"/>
                  </a:lnTo>
                  <a:lnTo>
                    <a:pt x="5351919" y="217022"/>
                  </a:lnTo>
                  <a:lnTo>
                    <a:pt x="5352037" y="217022"/>
                  </a:lnTo>
                  <a:lnTo>
                    <a:pt x="5352154" y="217022"/>
                  </a:lnTo>
                  <a:lnTo>
                    <a:pt x="5352272" y="217022"/>
                  </a:lnTo>
                  <a:lnTo>
                    <a:pt x="5352389" y="217022"/>
                  </a:lnTo>
                  <a:lnTo>
                    <a:pt x="5352507" y="217022"/>
                  </a:lnTo>
                  <a:lnTo>
                    <a:pt x="5352625" y="217022"/>
                  </a:lnTo>
                  <a:lnTo>
                    <a:pt x="5352742" y="217022"/>
                  </a:lnTo>
                  <a:lnTo>
                    <a:pt x="5352860" y="217022"/>
                  </a:lnTo>
                  <a:lnTo>
                    <a:pt x="5352978" y="217022"/>
                  </a:lnTo>
                  <a:lnTo>
                    <a:pt x="5353095" y="217022"/>
                  </a:lnTo>
                  <a:lnTo>
                    <a:pt x="5353095" y="216591"/>
                  </a:lnTo>
                  <a:lnTo>
                    <a:pt x="5353213" y="216591"/>
                  </a:lnTo>
                  <a:lnTo>
                    <a:pt x="5353330" y="216591"/>
                  </a:lnTo>
                  <a:lnTo>
                    <a:pt x="5353448" y="216591"/>
                  </a:lnTo>
                  <a:lnTo>
                    <a:pt x="5353566" y="216591"/>
                  </a:lnTo>
                  <a:lnTo>
                    <a:pt x="5353683" y="216591"/>
                  </a:lnTo>
                  <a:lnTo>
                    <a:pt x="5353801" y="216591"/>
                  </a:lnTo>
                  <a:lnTo>
                    <a:pt x="5353918" y="216591"/>
                  </a:lnTo>
                  <a:lnTo>
                    <a:pt x="5354036" y="216591"/>
                  </a:lnTo>
                  <a:lnTo>
                    <a:pt x="5354154" y="216591"/>
                  </a:lnTo>
                  <a:lnTo>
                    <a:pt x="5354154" y="216161"/>
                  </a:lnTo>
                  <a:lnTo>
                    <a:pt x="5354271" y="216161"/>
                  </a:lnTo>
                  <a:lnTo>
                    <a:pt x="5354389" y="216161"/>
                  </a:lnTo>
                  <a:lnTo>
                    <a:pt x="5354507" y="216161"/>
                  </a:lnTo>
                  <a:lnTo>
                    <a:pt x="5354624" y="216161"/>
                  </a:lnTo>
                  <a:lnTo>
                    <a:pt x="5354742" y="216161"/>
                  </a:lnTo>
                  <a:lnTo>
                    <a:pt x="5354859" y="216161"/>
                  </a:lnTo>
                  <a:lnTo>
                    <a:pt x="5354977" y="216161"/>
                  </a:lnTo>
                  <a:lnTo>
                    <a:pt x="5355095" y="216161"/>
                  </a:lnTo>
                  <a:lnTo>
                    <a:pt x="5355212" y="216161"/>
                  </a:lnTo>
                  <a:lnTo>
                    <a:pt x="5355330" y="216161"/>
                  </a:lnTo>
                  <a:lnTo>
                    <a:pt x="5355447" y="216161"/>
                  </a:lnTo>
                  <a:lnTo>
                    <a:pt x="5355565" y="216161"/>
                  </a:lnTo>
                  <a:lnTo>
                    <a:pt x="5355683" y="216161"/>
                  </a:lnTo>
                  <a:lnTo>
                    <a:pt x="5355683" y="215730"/>
                  </a:lnTo>
                  <a:lnTo>
                    <a:pt x="5355800" y="215730"/>
                  </a:lnTo>
                  <a:lnTo>
                    <a:pt x="5355918" y="215730"/>
                  </a:lnTo>
                  <a:lnTo>
                    <a:pt x="5356036" y="215730"/>
                  </a:lnTo>
                  <a:lnTo>
                    <a:pt x="5356153" y="215730"/>
                  </a:lnTo>
                  <a:lnTo>
                    <a:pt x="5356271" y="215730"/>
                  </a:lnTo>
                  <a:lnTo>
                    <a:pt x="5356388" y="215730"/>
                  </a:lnTo>
                  <a:lnTo>
                    <a:pt x="5356506" y="215730"/>
                  </a:lnTo>
                  <a:lnTo>
                    <a:pt x="5356624" y="215730"/>
                  </a:lnTo>
                  <a:lnTo>
                    <a:pt x="5356741" y="215730"/>
                  </a:lnTo>
                  <a:lnTo>
                    <a:pt x="5356859" y="215730"/>
                  </a:lnTo>
                  <a:lnTo>
                    <a:pt x="5356976" y="215730"/>
                  </a:lnTo>
                  <a:lnTo>
                    <a:pt x="5357094" y="215730"/>
                  </a:lnTo>
                  <a:lnTo>
                    <a:pt x="5357212" y="215730"/>
                  </a:lnTo>
                  <a:lnTo>
                    <a:pt x="5357329" y="215730"/>
                  </a:lnTo>
                  <a:lnTo>
                    <a:pt x="5357447" y="215730"/>
                  </a:lnTo>
                  <a:lnTo>
                    <a:pt x="5357447" y="215300"/>
                  </a:lnTo>
                  <a:lnTo>
                    <a:pt x="5357564" y="215300"/>
                  </a:lnTo>
                  <a:lnTo>
                    <a:pt x="5357682" y="215300"/>
                  </a:lnTo>
                  <a:lnTo>
                    <a:pt x="5357800" y="215300"/>
                  </a:lnTo>
                  <a:lnTo>
                    <a:pt x="5357917" y="215300"/>
                  </a:lnTo>
                  <a:lnTo>
                    <a:pt x="5358035" y="215300"/>
                  </a:lnTo>
                  <a:lnTo>
                    <a:pt x="5358153" y="215300"/>
                  </a:lnTo>
                  <a:lnTo>
                    <a:pt x="5358270" y="215300"/>
                  </a:lnTo>
                  <a:lnTo>
                    <a:pt x="5358388" y="215300"/>
                  </a:lnTo>
                  <a:lnTo>
                    <a:pt x="5358505" y="215300"/>
                  </a:lnTo>
                  <a:lnTo>
                    <a:pt x="5358623" y="215300"/>
                  </a:lnTo>
                  <a:lnTo>
                    <a:pt x="5358741" y="215300"/>
                  </a:lnTo>
                  <a:lnTo>
                    <a:pt x="5358858" y="215300"/>
                  </a:lnTo>
                  <a:lnTo>
                    <a:pt x="5358976" y="215300"/>
                  </a:lnTo>
                  <a:lnTo>
                    <a:pt x="5359093" y="215300"/>
                  </a:lnTo>
                  <a:lnTo>
                    <a:pt x="5359211" y="215300"/>
                  </a:lnTo>
                  <a:lnTo>
                    <a:pt x="5359329" y="215300"/>
                  </a:lnTo>
                  <a:lnTo>
                    <a:pt x="5359446" y="215300"/>
                  </a:lnTo>
                  <a:lnTo>
                    <a:pt x="5359564" y="215300"/>
                  </a:lnTo>
                  <a:lnTo>
                    <a:pt x="5359682" y="215300"/>
                  </a:lnTo>
                  <a:lnTo>
                    <a:pt x="5359799" y="215300"/>
                  </a:lnTo>
                  <a:lnTo>
                    <a:pt x="5359799" y="214869"/>
                  </a:lnTo>
                  <a:lnTo>
                    <a:pt x="5359917" y="214869"/>
                  </a:lnTo>
                  <a:lnTo>
                    <a:pt x="5360034" y="214869"/>
                  </a:lnTo>
                  <a:lnTo>
                    <a:pt x="5360152" y="214869"/>
                  </a:lnTo>
                  <a:lnTo>
                    <a:pt x="5360270" y="214869"/>
                  </a:lnTo>
                  <a:lnTo>
                    <a:pt x="5360387" y="214869"/>
                  </a:lnTo>
                  <a:lnTo>
                    <a:pt x="5360505" y="214869"/>
                  </a:lnTo>
                  <a:lnTo>
                    <a:pt x="5360505" y="214438"/>
                  </a:lnTo>
                  <a:lnTo>
                    <a:pt x="5360622" y="214438"/>
                  </a:lnTo>
                  <a:lnTo>
                    <a:pt x="5360740" y="214438"/>
                  </a:lnTo>
                  <a:lnTo>
                    <a:pt x="5360858" y="214438"/>
                  </a:lnTo>
                  <a:lnTo>
                    <a:pt x="5360975" y="214438"/>
                  </a:lnTo>
                  <a:lnTo>
                    <a:pt x="5361093" y="214438"/>
                  </a:lnTo>
                  <a:lnTo>
                    <a:pt x="5361093" y="214008"/>
                  </a:lnTo>
                  <a:lnTo>
                    <a:pt x="5361211" y="214008"/>
                  </a:lnTo>
                  <a:lnTo>
                    <a:pt x="5361328" y="214008"/>
                  </a:lnTo>
                  <a:lnTo>
                    <a:pt x="5361446" y="214008"/>
                  </a:lnTo>
                  <a:lnTo>
                    <a:pt x="5361563" y="214008"/>
                  </a:lnTo>
                  <a:lnTo>
                    <a:pt x="5361681" y="214008"/>
                  </a:lnTo>
                  <a:lnTo>
                    <a:pt x="5361681" y="213577"/>
                  </a:lnTo>
                  <a:lnTo>
                    <a:pt x="5361799" y="213577"/>
                  </a:lnTo>
                  <a:lnTo>
                    <a:pt x="5361916" y="213577"/>
                  </a:lnTo>
                  <a:lnTo>
                    <a:pt x="5362034" y="213577"/>
                  </a:lnTo>
                  <a:lnTo>
                    <a:pt x="5362151" y="213577"/>
                  </a:lnTo>
                  <a:lnTo>
                    <a:pt x="5362269" y="213577"/>
                  </a:lnTo>
                  <a:lnTo>
                    <a:pt x="5362269" y="213147"/>
                  </a:lnTo>
                  <a:lnTo>
                    <a:pt x="5362387" y="213147"/>
                  </a:lnTo>
                  <a:lnTo>
                    <a:pt x="5362504" y="213147"/>
                  </a:lnTo>
                  <a:lnTo>
                    <a:pt x="5362622" y="213147"/>
                  </a:lnTo>
                  <a:lnTo>
                    <a:pt x="5362740" y="213147"/>
                  </a:lnTo>
                  <a:lnTo>
                    <a:pt x="5362857" y="213147"/>
                  </a:lnTo>
                  <a:lnTo>
                    <a:pt x="5362975" y="213147"/>
                  </a:lnTo>
                  <a:lnTo>
                    <a:pt x="5363092" y="213147"/>
                  </a:lnTo>
                  <a:lnTo>
                    <a:pt x="5363210" y="213147"/>
                  </a:lnTo>
                  <a:lnTo>
                    <a:pt x="5363328" y="213147"/>
                  </a:lnTo>
                  <a:lnTo>
                    <a:pt x="5363445" y="213147"/>
                  </a:lnTo>
                  <a:lnTo>
                    <a:pt x="5363563" y="213147"/>
                  </a:lnTo>
                  <a:lnTo>
                    <a:pt x="5363680" y="213147"/>
                  </a:lnTo>
                  <a:lnTo>
                    <a:pt x="5363798" y="213147"/>
                  </a:lnTo>
                  <a:lnTo>
                    <a:pt x="5363916" y="213147"/>
                  </a:lnTo>
                  <a:lnTo>
                    <a:pt x="5364033" y="213147"/>
                  </a:lnTo>
                  <a:lnTo>
                    <a:pt x="5364151" y="213147"/>
                  </a:lnTo>
                  <a:lnTo>
                    <a:pt x="5364269" y="213147"/>
                  </a:lnTo>
                  <a:lnTo>
                    <a:pt x="5364386" y="213147"/>
                  </a:lnTo>
                  <a:lnTo>
                    <a:pt x="5364504" y="213147"/>
                  </a:lnTo>
                  <a:lnTo>
                    <a:pt x="5364621" y="213147"/>
                  </a:lnTo>
                  <a:lnTo>
                    <a:pt x="5364739" y="213147"/>
                  </a:lnTo>
                  <a:lnTo>
                    <a:pt x="5364857" y="213147"/>
                  </a:lnTo>
                  <a:lnTo>
                    <a:pt x="5364857" y="212716"/>
                  </a:lnTo>
                  <a:lnTo>
                    <a:pt x="5364974" y="212716"/>
                  </a:lnTo>
                  <a:lnTo>
                    <a:pt x="5365092" y="212716"/>
                  </a:lnTo>
                  <a:lnTo>
                    <a:pt x="5365209" y="212716"/>
                  </a:lnTo>
                  <a:lnTo>
                    <a:pt x="5365327" y="212716"/>
                  </a:lnTo>
                  <a:lnTo>
                    <a:pt x="5365445" y="212716"/>
                  </a:lnTo>
                  <a:lnTo>
                    <a:pt x="5365562" y="212716"/>
                  </a:lnTo>
                  <a:lnTo>
                    <a:pt x="5365680" y="212716"/>
                  </a:lnTo>
                  <a:lnTo>
                    <a:pt x="5365797" y="212716"/>
                  </a:lnTo>
                  <a:lnTo>
                    <a:pt x="5365915" y="212716"/>
                  </a:lnTo>
                  <a:lnTo>
                    <a:pt x="5366033" y="212716"/>
                  </a:lnTo>
                  <a:lnTo>
                    <a:pt x="5366150" y="212716"/>
                  </a:lnTo>
                  <a:lnTo>
                    <a:pt x="5366268" y="212716"/>
                  </a:lnTo>
                  <a:lnTo>
                    <a:pt x="5366386" y="212716"/>
                  </a:lnTo>
                  <a:lnTo>
                    <a:pt x="5366503" y="212716"/>
                  </a:lnTo>
                  <a:lnTo>
                    <a:pt x="5366621" y="212716"/>
                  </a:lnTo>
                  <a:lnTo>
                    <a:pt x="5366738" y="212716"/>
                  </a:lnTo>
                  <a:lnTo>
                    <a:pt x="5366856" y="212716"/>
                  </a:lnTo>
                  <a:lnTo>
                    <a:pt x="5366974" y="212716"/>
                  </a:lnTo>
                  <a:lnTo>
                    <a:pt x="5367091" y="212716"/>
                  </a:lnTo>
                  <a:lnTo>
                    <a:pt x="5367209" y="212716"/>
                  </a:lnTo>
                  <a:lnTo>
                    <a:pt x="5367209" y="212285"/>
                  </a:lnTo>
                  <a:lnTo>
                    <a:pt x="5367326" y="212285"/>
                  </a:lnTo>
                  <a:lnTo>
                    <a:pt x="5367444" y="212285"/>
                  </a:lnTo>
                  <a:lnTo>
                    <a:pt x="5367444" y="211855"/>
                  </a:lnTo>
                  <a:lnTo>
                    <a:pt x="5367562" y="211855"/>
                  </a:lnTo>
                  <a:lnTo>
                    <a:pt x="5367679" y="211855"/>
                  </a:lnTo>
                  <a:lnTo>
                    <a:pt x="5367797" y="211855"/>
                  </a:lnTo>
                  <a:lnTo>
                    <a:pt x="5367915" y="211855"/>
                  </a:lnTo>
                  <a:lnTo>
                    <a:pt x="5368032" y="211855"/>
                  </a:lnTo>
                  <a:lnTo>
                    <a:pt x="5368150" y="211855"/>
                  </a:lnTo>
                  <a:lnTo>
                    <a:pt x="5368150" y="211424"/>
                  </a:lnTo>
                  <a:lnTo>
                    <a:pt x="5368267" y="211424"/>
                  </a:lnTo>
                  <a:lnTo>
                    <a:pt x="5368385" y="211424"/>
                  </a:lnTo>
                  <a:lnTo>
                    <a:pt x="5368503" y="211424"/>
                  </a:lnTo>
                  <a:lnTo>
                    <a:pt x="5368620" y="211424"/>
                  </a:lnTo>
                  <a:lnTo>
                    <a:pt x="5368738" y="211424"/>
                  </a:lnTo>
                  <a:lnTo>
                    <a:pt x="5368855" y="211424"/>
                  </a:lnTo>
                  <a:lnTo>
                    <a:pt x="5368855" y="210994"/>
                  </a:lnTo>
                  <a:lnTo>
                    <a:pt x="5368973" y="210994"/>
                  </a:lnTo>
                  <a:lnTo>
                    <a:pt x="5369091" y="210994"/>
                  </a:lnTo>
                  <a:lnTo>
                    <a:pt x="5369208" y="210994"/>
                  </a:lnTo>
                  <a:lnTo>
                    <a:pt x="5369326" y="210994"/>
                  </a:lnTo>
                  <a:lnTo>
                    <a:pt x="5369444" y="210994"/>
                  </a:lnTo>
                  <a:lnTo>
                    <a:pt x="5369561" y="210994"/>
                  </a:lnTo>
                  <a:lnTo>
                    <a:pt x="5369679" y="210994"/>
                  </a:lnTo>
                  <a:lnTo>
                    <a:pt x="5369796" y="210994"/>
                  </a:lnTo>
                  <a:lnTo>
                    <a:pt x="5369914" y="210994"/>
                  </a:lnTo>
                  <a:lnTo>
                    <a:pt x="5370032" y="210994"/>
                  </a:lnTo>
                  <a:lnTo>
                    <a:pt x="5370149" y="210994"/>
                  </a:lnTo>
                  <a:lnTo>
                    <a:pt x="5370267" y="210994"/>
                  </a:lnTo>
                  <a:lnTo>
                    <a:pt x="5370384" y="210994"/>
                  </a:lnTo>
                  <a:lnTo>
                    <a:pt x="5370502" y="210994"/>
                  </a:lnTo>
                  <a:lnTo>
                    <a:pt x="5370620" y="210994"/>
                  </a:lnTo>
                  <a:lnTo>
                    <a:pt x="5370737" y="210994"/>
                  </a:lnTo>
                  <a:lnTo>
                    <a:pt x="5370737" y="210563"/>
                  </a:lnTo>
                  <a:lnTo>
                    <a:pt x="5370855" y="210563"/>
                  </a:lnTo>
                  <a:lnTo>
                    <a:pt x="5370973" y="210563"/>
                  </a:lnTo>
                  <a:lnTo>
                    <a:pt x="5371090" y="210563"/>
                  </a:lnTo>
                  <a:lnTo>
                    <a:pt x="5371208" y="210563"/>
                  </a:lnTo>
                  <a:lnTo>
                    <a:pt x="5371325" y="210563"/>
                  </a:lnTo>
                  <a:lnTo>
                    <a:pt x="5371443" y="210563"/>
                  </a:lnTo>
                  <a:lnTo>
                    <a:pt x="5371561" y="210563"/>
                  </a:lnTo>
                  <a:lnTo>
                    <a:pt x="5371678" y="210563"/>
                  </a:lnTo>
                  <a:lnTo>
                    <a:pt x="5371796" y="210563"/>
                  </a:lnTo>
                  <a:lnTo>
                    <a:pt x="5371796" y="210132"/>
                  </a:lnTo>
                  <a:lnTo>
                    <a:pt x="5371913" y="210132"/>
                  </a:lnTo>
                  <a:lnTo>
                    <a:pt x="5372031" y="210132"/>
                  </a:lnTo>
                  <a:lnTo>
                    <a:pt x="5372149" y="210132"/>
                  </a:lnTo>
                  <a:lnTo>
                    <a:pt x="5372266" y="210132"/>
                  </a:lnTo>
                  <a:lnTo>
                    <a:pt x="5372384" y="210132"/>
                  </a:lnTo>
                  <a:lnTo>
                    <a:pt x="5372502" y="210132"/>
                  </a:lnTo>
                  <a:lnTo>
                    <a:pt x="5372619" y="210132"/>
                  </a:lnTo>
                  <a:lnTo>
                    <a:pt x="5372737" y="210132"/>
                  </a:lnTo>
                  <a:lnTo>
                    <a:pt x="5372854" y="210132"/>
                  </a:lnTo>
                  <a:lnTo>
                    <a:pt x="5372972" y="210132"/>
                  </a:lnTo>
                  <a:lnTo>
                    <a:pt x="5373090" y="210132"/>
                  </a:lnTo>
                  <a:lnTo>
                    <a:pt x="5373207" y="210132"/>
                  </a:lnTo>
                  <a:lnTo>
                    <a:pt x="5373325" y="210132"/>
                  </a:lnTo>
                  <a:lnTo>
                    <a:pt x="5373442" y="210132"/>
                  </a:lnTo>
                  <a:lnTo>
                    <a:pt x="5373560" y="210132"/>
                  </a:lnTo>
                  <a:lnTo>
                    <a:pt x="5373678" y="210132"/>
                  </a:lnTo>
                  <a:lnTo>
                    <a:pt x="5373678" y="209702"/>
                  </a:lnTo>
                  <a:lnTo>
                    <a:pt x="5373795" y="209702"/>
                  </a:lnTo>
                  <a:lnTo>
                    <a:pt x="5373795" y="209271"/>
                  </a:lnTo>
                  <a:lnTo>
                    <a:pt x="5373913" y="209271"/>
                  </a:lnTo>
                  <a:lnTo>
                    <a:pt x="5374030" y="209271"/>
                  </a:lnTo>
                  <a:lnTo>
                    <a:pt x="5374148" y="209271"/>
                  </a:lnTo>
                  <a:lnTo>
                    <a:pt x="5374266" y="209271"/>
                  </a:lnTo>
                  <a:lnTo>
                    <a:pt x="5374383" y="209271"/>
                  </a:lnTo>
                  <a:lnTo>
                    <a:pt x="5374501" y="209271"/>
                  </a:lnTo>
                  <a:lnTo>
                    <a:pt x="5374619" y="209271"/>
                  </a:lnTo>
                  <a:lnTo>
                    <a:pt x="5374736" y="209271"/>
                  </a:lnTo>
                  <a:lnTo>
                    <a:pt x="5374854" y="209271"/>
                  </a:lnTo>
                  <a:lnTo>
                    <a:pt x="5374971" y="209271"/>
                  </a:lnTo>
                  <a:lnTo>
                    <a:pt x="5375089" y="209271"/>
                  </a:lnTo>
                  <a:lnTo>
                    <a:pt x="5375089" y="208841"/>
                  </a:lnTo>
                  <a:lnTo>
                    <a:pt x="5375207" y="208841"/>
                  </a:lnTo>
                  <a:lnTo>
                    <a:pt x="5375324" y="208841"/>
                  </a:lnTo>
                  <a:lnTo>
                    <a:pt x="5375442" y="208841"/>
                  </a:lnTo>
                  <a:lnTo>
                    <a:pt x="5375559" y="208841"/>
                  </a:lnTo>
                  <a:lnTo>
                    <a:pt x="5375677" y="208841"/>
                  </a:lnTo>
                  <a:lnTo>
                    <a:pt x="5375795" y="208841"/>
                  </a:lnTo>
                  <a:lnTo>
                    <a:pt x="5375912" y="208841"/>
                  </a:lnTo>
                  <a:lnTo>
                    <a:pt x="5376030" y="208841"/>
                  </a:lnTo>
                  <a:lnTo>
                    <a:pt x="5376148" y="208841"/>
                  </a:lnTo>
                  <a:lnTo>
                    <a:pt x="5376265" y="208841"/>
                  </a:lnTo>
                  <a:lnTo>
                    <a:pt x="5376383" y="208841"/>
                  </a:lnTo>
                  <a:lnTo>
                    <a:pt x="5376383" y="208410"/>
                  </a:lnTo>
                  <a:lnTo>
                    <a:pt x="5376500" y="208410"/>
                  </a:lnTo>
                  <a:lnTo>
                    <a:pt x="5376500" y="207979"/>
                  </a:lnTo>
                  <a:lnTo>
                    <a:pt x="5376618" y="207979"/>
                  </a:lnTo>
                  <a:lnTo>
                    <a:pt x="5376618" y="207549"/>
                  </a:lnTo>
                  <a:lnTo>
                    <a:pt x="5376736" y="207549"/>
                  </a:lnTo>
                  <a:lnTo>
                    <a:pt x="5376853" y="207549"/>
                  </a:lnTo>
                  <a:lnTo>
                    <a:pt x="5376971" y="207549"/>
                  </a:lnTo>
                  <a:lnTo>
                    <a:pt x="5377088" y="207549"/>
                  </a:lnTo>
                  <a:lnTo>
                    <a:pt x="5377206" y="207549"/>
                  </a:lnTo>
                  <a:lnTo>
                    <a:pt x="5377324" y="207549"/>
                  </a:lnTo>
                  <a:lnTo>
                    <a:pt x="5377441" y="207549"/>
                  </a:lnTo>
                  <a:lnTo>
                    <a:pt x="5377559" y="207549"/>
                  </a:lnTo>
                  <a:lnTo>
                    <a:pt x="5377677" y="207549"/>
                  </a:lnTo>
                  <a:lnTo>
                    <a:pt x="5377794" y="207549"/>
                  </a:lnTo>
                  <a:lnTo>
                    <a:pt x="5377912" y="207549"/>
                  </a:lnTo>
                  <a:lnTo>
                    <a:pt x="5378029" y="207549"/>
                  </a:lnTo>
                  <a:lnTo>
                    <a:pt x="5378147" y="207549"/>
                  </a:lnTo>
                  <a:lnTo>
                    <a:pt x="5378265" y="207549"/>
                  </a:lnTo>
                  <a:lnTo>
                    <a:pt x="5378382" y="207549"/>
                  </a:lnTo>
                  <a:lnTo>
                    <a:pt x="5378500" y="207549"/>
                  </a:lnTo>
                  <a:lnTo>
                    <a:pt x="5378617" y="207549"/>
                  </a:lnTo>
                  <a:lnTo>
                    <a:pt x="5378735" y="207549"/>
                  </a:lnTo>
                  <a:lnTo>
                    <a:pt x="5378853" y="207549"/>
                  </a:lnTo>
                  <a:lnTo>
                    <a:pt x="5378970" y="207549"/>
                  </a:lnTo>
                  <a:lnTo>
                    <a:pt x="5379088" y="207549"/>
                  </a:lnTo>
                  <a:lnTo>
                    <a:pt x="5379206" y="207549"/>
                  </a:lnTo>
                  <a:lnTo>
                    <a:pt x="5379323" y="207549"/>
                  </a:lnTo>
                  <a:lnTo>
                    <a:pt x="5379441" y="207549"/>
                  </a:lnTo>
                  <a:lnTo>
                    <a:pt x="5379558" y="207549"/>
                  </a:lnTo>
                  <a:lnTo>
                    <a:pt x="5379676" y="207549"/>
                  </a:lnTo>
                  <a:lnTo>
                    <a:pt x="5379794" y="207549"/>
                  </a:lnTo>
                  <a:lnTo>
                    <a:pt x="5379911" y="207549"/>
                  </a:lnTo>
                  <a:lnTo>
                    <a:pt x="5380029" y="207549"/>
                  </a:lnTo>
                  <a:lnTo>
                    <a:pt x="5380029" y="207118"/>
                  </a:lnTo>
                  <a:lnTo>
                    <a:pt x="5380146" y="207118"/>
                  </a:lnTo>
                  <a:lnTo>
                    <a:pt x="5380264" y="207118"/>
                  </a:lnTo>
                  <a:lnTo>
                    <a:pt x="5380382" y="207118"/>
                  </a:lnTo>
                  <a:lnTo>
                    <a:pt x="5380499" y="207118"/>
                  </a:lnTo>
                  <a:lnTo>
                    <a:pt x="5380617" y="207118"/>
                  </a:lnTo>
                  <a:lnTo>
                    <a:pt x="5380735" y="207118"/>
                  </a:lnTo>
                  <a:lnTo>
                    <a:pt x="5380852" y="207118"/>
                  </a:lnTo>
                  <a:lnTo>
                    <a:pt x="5380970" y="207118"/>
                  </a:lnTo>
                  <a:lnTo>
                    <a:pt x="5381087" y="207118"/>
                  </a:lnTo>
                  <a:lnTo>
                    <a:pt x="5381205" y="207118"/>
                  </a:lnTo>
                  <a:lnTo>
                    <a:pt x="5381323" y="207118"/>
                  </a:lnTo>
                  <a:lnTo>
                    <a:pt x="5381440" y="207118"/>
                  </a:lnTo>
                  <a:lnTo>
                    <a:pt x="5381440" y="206688"/>
                  </a:lnTo>
                  <a:lnTo>
                    <a:pt x="5381558" y="206688"/>
                  </a:lnTo>
                  <a:lnTo>
                    <a:pt x="5381558" y="206257"/>
                  </a:lnTo>
                  <a:lnTo>
                    <a:pt x="5381675" y="206257"/>
                  </a:lnTo>
                  <a:lnTo>
                    <a:pt x="5381793" y="206257"/>
                  </a:lnTo>
                  <a:lnTo>
                    <a:pt x="5381911" y="206257"/>
                  </a:lnTo>
                  <a:lnTo>
                    <a:pt x="5382028" y="206257"/>
                  </a:lnTo>
                  <a:lnTo>
                    <a:pt x="5382146" y="206257"/>
                  </a:lnTo>
                  <a:lnTo>
                    <a:pt x="5382263" y="206257"/>
                  </a:lnTo>
                  <a:lnTo>
                    <a:pt x="5382381" y="206257"/>
                  </a:lnTo>
                  <a:lnTo>
                    <a:pt x="5382499" y="206257"/>
                  </a:lnTo>
                  <a:lnTo>
                    <a:pt x="5382616" y="206257"/>
                  </a:lnTo>
                  <a:lnTo>
                    <a:pt x="5382734" y="206257"/>
                  </a:lnTo>
                  <a:lnTo>
                    <a:pt x="5382852" y="206257"/>
                  </a:lnTo>
                  <a:lnTo>
                    <a:pt x="5382969" y="206257"/>
                  </a:lnTo>
                  <a:lnTo>
                    <a:pt x="5383087" y="206257"/>
                  </a:lnTo>
                  <a:lnTo>
                    <a:pt x="5383204" y="206257"/>
                  </a:lnTo>
                  <a:lnTo>
                    <a:pt x="5383204" y="205826"/>
                  </a:lnTo>
                  <a:lnTo>
                    <a:pt x="5383322" y="205826"/>
                  </a:lnTo>
                  <a:lnTo>
                    <a:pt x="5383440" y="205826"/>
                  </a:lnTo>
                  <a:lnTo>
                    <a:pt x="5383557" y="205826"/>
                  </a:lnTo>
                  <a:lnTo>
                    <a:pt x="5383675" y="205826"/>
                  </a:lnTo>
                  <a:lnTo>
                    <a:pt x="5383792" y="205826"/>
                  </a:lnTo>
                  <a:lnTo>
                    <a:pt x="5383910" y="205826"/>
                  </a:lnTo>
                  <a:lnTo>
                    <a:pt x="5384028" y="205826"/>
                  </a:lnTo>
                  <a:lnTo>
                    <a:pt x="5384145" y="205826"/>
                  </a:lnTo>
                  <a:lnTo>
                    <a:pt x="5384263" y="205826"/>
                  </a:lnTo>
                  <a:lnTo>
                    <a:pt x="5384381" y="205826"/>
                  </a:lnTo>
                  <a:lnTo>
                    <a:pt x="5384498" y="205826"/>
                  </a:lnTo>
                  <a:lnTo>
                    <a:pt x="5384616" y="205826"/>
                  </a:lnTo>
                  <a:lnTo>
                    <a:pt x="5384733" y="205826"/>
                  </a:lnTo>
                  <a:lnTo>
                    <a:pt x="5384851" y="205826"/>
                  </a:lnTo>
                  <a:lnTo>
                    <a:pt x="5384851" y="205396"/>
                  </a:lnTo>
                  <a:lnTo>
                    <a:pt x="5384969" y="205396"/>
                  </a:lnTo>
                  <a:lnTo>
                    <a:pt x="5385086" y="205396"/>
                  </a:lnTo>
                  <a:lnTo>
                    <a:pt x="5385204" y="205396"/>
                  </a:lnTo>
                  <a:lnTo>
                    <a:pt x="5385321" y="205396"/>
                  </a:lnTo>
                  <a:lnTo>
                    <a:pt x="5385439" y="205396"/>
                  </a:lnTo>
                  <a:lnTo>
                    <a:pt x="5385557" y="205396"/>
                  </a:lnTo>
                  <a:lnTo>
                    <a:pt x="5385674" y="205396"/>
                  </a:lnTo>
                  <a:lnTo>
                    <a:pt x="5385792" y="205396"/>
                  </a:lnTo>
                  <a:lnTo>
                    <a:pt x="5385910" y="205396"/>
                  </a:lnTo>
                  <a:lnTo>
                    <a:pt x="5386027" y="205396"/>
                  </a:lnTo>
                  <a:lnTo>
                    <a:pt x="5386145" y="205396"/>
                  </a:lnTo>
                  <a:lnTo>
                    <a:pt x="5386145" y="204965"/>
                  </a:lnTo>
                  <a:lnTo>
                    <a:pt x="5386262" y="204965"/>
                  </a:lnTo>
                  <a:lnTo>
                    <a:pt x="5386380" y="204965"/>
                  </a:lnTo>
                  <a:lnTo>
                    <a:pt x="5386498" y="204965"/>
                  </a:lnTo>
                  <a:lnTo>
                    <a:pt x="5386615" y="204965"/>
                  </a:lnTo>
                  <a:lnTo>
                    <a:pt x="5386733" y="204965"/>
                  </a:lnTo>
                  <a:lnTo>
                    <a:pt x="5386850" y="204965"/>
                  </a:lnTo>
                  <a:lnTo>
                    <a:pt x="5386968" y="204965"/>
                  </a:lnTo>
                  <a:lnTo>
                    <a:pt x="5387086" y="204965"/>
                  </a:lnTo>
                  <a:lnTo>
                    <a:pt x="5387203" y="204965"/>
                  </a:lnTo>
                  <a:lnTo>
                    <a:pt x="5387321" y="204965"/>
                  </a:lnTo>
                  <a:lnTo>
                    <a:pt x="5387439" y="204965"/>
                  </a:lnTo>
                  <a:lnTo>
                    <a:pt x="5387556" y="204965"/>
                  </a:lnTo>
                  <a:lnTo>
                    <a:pt x="5387674" y="204965"/>
                  </a:lnTo>
                  <a:lnTo>
                    <a:pt x="5387791" y="204965"/>
                  </a:lnTo>
                  <a:lnTo>
                    <a:pt x="5387909" y="204965"/>
                  </a:lnTo>
                  <a:lnTo>
                    <a:pt x="5388027" y="204965"/>
                  </a:lnTo>
                  <a:lnTo>
                    <a:pt x="5388144" y="204965"/>
                  </a:lnTo>
                  <a:lnTo>
                    <a:pt x="5388262" y="204965"/>
                  </a:lnTo>
                  <a:lnTo>
                    <a:pt x="5388379" y="204965"/>
                  </a:lnTo>
                  <a:lnTo>
                    <a:pt x="5388497" y="204965"/>
                  </a:lnTo>
                  <a:lnTo>
                    <a:pt x="5388615" y="204965"/>
                  </a:lnTo>
                  <a:lnTo>
                    <a:pt x="5388732" y="204965"/>
                  </a:lnTo>
                  <a:lnTo>
                    <a:pt x="5388850" y="204965"/>
                  </a:lnTo>
                  <a:lnTo>
                    <a:pt x="5388968" y="204965"/>
                  </a:lnTo>
                  <a:lnTo>
                    <a:pt x="5389085" y="204965"/>
                  </a:lnTo>
                  <a:lnTo>
                    <a:pt x="5389203" y="204965"/>
                  </a:lnTo>
                  <a:lnTo>
                    <a:pt x="5389320" y="204965"/>
                  </a:lnTo>
                  <a:lnTo>
                    <a:pt x="5389438" y="204965"/>
                  </a:lnTo>
                  <a:lnTo>
                    <a:pt x="5389556" y="204965"/>
                  </a:lnTo>
                  <a:lnTo>
                    <a:pt x="5389673" y="204965"/>
                  </a:lnTo>
                  <a:lnTo>
                    <a:pt x="5389791" y="204965"/>
                  </a:lnTo>
                  <a:lnTo>
                    <a:pt x="5389908" y="204965"/>
                  </a:lnTo>
                  <a:lnTo>
                    <a:pt x="5390026" y="204965"/>
                  </a:lnTo>
                  <a:lnTo>
                    <a:pt x="5390144" y="204965"/>
                  </a:lnTo>
                  <a:lnTo>
                    <a:pt x="5390261" y="204965"/>
                  </a:lnTo>
                  <a:lnTo>
                    <a:pt x="5390379" y="204965"/>
                  </a:lnTo>
                  <a:lnTo>
                    <a:pt x="5390496" y="204965"/>
                  </a:lnTo>
                  <a:lnTo>
                    <a:pt x="5390614" y="204965"/>
                  </a:lnTo>
                  <a:lnTo>
                    <a:pt x="5390732" y="204965"/>
                  </a:lnTo>
                  <a:lnTo>
                    <a:pt x="5390849" y="204965"/>
                  </a:lnTo>
                  <a:lnTo>
                    <a:pt x="5390967" y="204965"/>
                  </a:lnTo>
                  <a:lnTo>
                    <a:pt x="5391085" y="204965"/>
                  </a:lnTo>
                  <a:lnTo>
                    <a:pt x="5391202" y="204965"/>
                  </a:lnTo>
                  <a:lnTo>
                    <a:pt x="5391320" y="204965"/>
                  </a:lnTo>
                  <a:lnTo>
                    <a:pt x="5391437" y="204965"/>
                  </a:lnTo>
                  <a:lnTo>
                    <a:pt x="5391437" y="204535"/>
                  </a:lnTo>
                  <a:lnTo>
                    <a:pt x="5391555" y="204535"/>
                  </a:lnTo>
                  <a:lnTo>
                    <a:pt x="5391673" y="204535"/>
                  </a:lnTo>
                  <a:lnTo>
                    <a:pt x="5391790" y="204535"/>
                  </a:lnTo>
                  <a:lnTo>
                    <a:pt x="5391908" y="204535"/>
                  </a:lnTo>
                  <a:lnTo>
                    <a:pt x="5392025" y="204535"/>
                  </a:lnTo>
                  <a:lnTo>
                    <a:pt x="5392143" y="204535"/>
                  </a:lnTo>
                  <a:lnTo>
                    <a:pt x="5392261" y="204535"/>
                  </a:lnTo>
                  <a:lnTo>
                    <a:pt x="5392378" y="204535"/>
                  </a:lnTo>
                  <a:lnTo>
                    <a:pt x="5392496" y="204535"/>
                  </a:lnTo>
                  <a:lnTo>
                    <a:pt x="5392614" y="204535"/>
                  </a:lnTo>
                  <a:lnTo>
                    <a:pt x="5392731" y="204535"/>
                  </a:lnTo>
                  <a:lnTo>
                    <a:pt x="5392849" y="204535"/>
                  </a:lnTo>
                  <a:lnTo>
                    <a:pt x="5392966" y="204535"/>
                  </a:lnTo>
                  <a:lnTo>
                    <a:pt x="5393084" y="204535"/>
                  </a:lnTo>
                  <a:lnTo>
                    <a:pt x="5393084" y="204104"/>
                  </a:lnTo>
                  <a:lnTo>
                    <a:pt x="5393202" y="204104"/>
                  </a:lnTo>
                  <a:lnTo>
                    <a:pt x="5393319" y="204104"/>
                  </a:lnTo>
                  <a:lnTo>
                    <a:pt x="5393437" y="204104"/>
                  </a:lnTo>
                  <a:lnTo>
                    <a:pt x="5393554" y="204104"/>
                  </a:lnTo>
                  <a:lnTo>
                    <a:pt x="5393672" y="204104"/>
                  </a:lnTo>
                  <a:lnTo>
                    <a:pt x="5393790" y="204104"/>
                  </a:lnTo>
                  <a:lnTo>
                    <a:pt x="5393907" y="204104"/>
                  </a:lnTo>
                  <a:lnTo>
                    <a:pt x="5394025" y="204104"/>
                  </a:lnTo>
                  <a:lnTo>
                    <a:pt x="5394143" y="204104"/>
                  </a:lnTo>
                  <a:lnTo>
                    <a:pt x="5394260" y="204104"/>
                  </a:lnTo>
                  <a:lnTo>
                    <a:pt x="5394260" y="203673"/>
                  </a:lnTo>
                  <a:lnTo>
                    <a:pt x="5394260" y="203243"/>
                  </a:lnTo>
                  <a:lnTo>
                    <a:pt x="5394378" y="203243"/>
                  </a:lnTo>
                  <a:lnTo>
                    <a:pt x="5394495" y="203243"/>
                  </a:lnTo>
                  <a:lnTo>
                    <a:pt x="5394495" y="202812"/>
                  </a:lnTo>
                  <a:lnTo>
                    <a:pt x="5394613" y="202812"/>
                  </a:lnTo>
                  <a:lnTo>
                    <a:pt x="5394731" y="202812"/>
                  </a:lnTo>
                  <a:lnTo>
                    <a:pt x="5394848" y="202812"/>
                  </a:lnTo>
                  <a:lnTo>
                    <a:pt x="5394966" y="202812"/>
                  </a:lnTo>
                  <a:lnTo>
                    <a:pt x="5395083" y="202812"/>
                  </a:lnTo>
                  <a:lnTo>
                    <a:pt x="5395201" y="202812"/>
                  </a:lnTo>
                  <a:lnTo>
                    <a:pt x="5395319" y="202812"/>
                  </a:lnTo>
                  <a:lnTo>
                    <a:pt x="5395436" y="202812"/>
                  </a:lnTo>
                  <a:lnTo>
                    <a:pt x="5395436" y="202382"/>
                  </a:lnTo>
                  <a:lnTo>
                    <a:pt x="5395554" y="202382"/>
                  </a:lnTo>
                  <a:lnTo>
                    <a:pt x="5395672" y="202382"/>
                  </a:lnTo>
                  <a:lnTo>
                    <a:pt x="5395789" y="202382"/>
                  </a:lnTo>
                  <a:lnTo>
                    <a:pt x="5395907" y="202382"/>
                  </a:lnTo>
                  <a:lnTo>
                    <a:pt x="5396024" y="202382"/>
                  </a:lnTo>
                  <a:lnTo>
                    <a:pt x="5396142" y="202382"/>
                  </a:lnTo>
                  <a:lnTo>
                    <a:pt x="5396260" y="202382"/>
                  </a:lnTo>
                  <a:lnTo>
                    <a:pt x="5396377" y="202382"/>
                  </a:lnTo>
                  <a:lnTo>
                    <a:pt x="5396495" y="202382"/>
                  </a:lnTo>
                  <a:lnTo>
                    <a:pt x="5396612" y="202382"/>
                  </a:lnTo>
                  <a:lnTo>
                    <a:pt x="5396730" y="202382"/>
                  </a:lnTo>
                  <a:lnTo>
                    <a:pt x="5396848" y="202382"/>
                  </a:lnTo>
                  <a:lnTo>
                    <a:pt x="5396965" y="202382"/>
                  </a:lnTo>
                  <a:lnTo>
                    <a:pt x="5396965" y="201951"/>
                  </a:lnTo>
                  <a:lnTo>
                    <a:pt x="5397083" y="201951"/>
                  </a:lnTo>
                  <a:lnTo>
                    <a:pt x="5397201" y="201951"/>
                  </a:lnTo>
                  <a:lnTo>
                    <a:pt x="5397318" y="201951"/>
                  </a:lnTo>
                  <a:lnTo>
                    <a:pt x="5397436" y="201951"/>
                  </a:lnTo>
                  <a:lnTo>
                    <a:pt x="5397436" y="201520"/>
                  </a:lnTo>
                  <a:lnTo>
                    <a:pt x="5397553" y="201520"/>
                  </a:lnTo>
                  <a:lnTo>
                    <a:pt x="5397671" y="201520"/>
                  </a:lnTo>
                  <a:lnTo>
                    <a:pt x="5397789" y="201520"/>
                  </a:lnTo>
                  <a:lnTo>
                    <a:pt x="5397906" y="201520"/>
                  </a:lnTo>
                  <a:lnTo>
                    <a:pt x="5398024" y="201520"/>
                  </a:lnTo>
                  <a:lnTo>
                    <a:pt x="5398141" y="201520"/>
                  </a:lnTo>
                  <a:lnTo>
                    <a:pt x="5398259" y="201520"/>
                  </a:lnTo>
                  <a:lnTo>
                    <a:pt x="5398377" y="201520"/>
                  </a:lnTo>
                  <a:lnTo>
                    <a:pt x="5398494" y="201520"/>
                  </a:lnTo>
                  <a:lnTo>
                    <a:pt x="5398612" y="201520"/>
                  </a:lnTo>
                  <a:lnTo>
                    <a:pt x="5398729" y="201520"/>
                  </a:lnTo>
                  <a:lnTo>
                    <a:pt x="5398847" y="201520"/>
                  </a:lnTo>
                  <a:lnTo>
                    <a:pt x="5398965" y="201520"/>
                  </a:lnTo>
                  <a:lnTo>
                    <a:pt x="5399082" y="201520"/>
                  </a:lnTo>
                  <a:lnTo>
                    <a:pt x="5399200" y="201520"/>
                  </a:lnTo>
                  <a:lnTo>
                    <a:pt x="5399318" y="201520"/>
                  </a:lnTo>
                  <a:lnTo>
                    <a:pt x="5399435" y="201520"/>
                  </a:lnTo>
                  <a:lnTo>
                    <a:pt x="5399553" y="201520"/>
                  </a:lnTo>
                  <a:lnTo>
                    <a:pt x="5399670" y="201520"/>
                  </a:lnTo>
                  <a:lnTo>
                    <a:pt x="5399788" y="201520"/>
                  </a:lnTo>
                  <a:lnTo>
                    <a:pt x="5399906" y="201520"/>
                  </a:lnTo>
                  <a:lnTo>
                    <a:pt x="5400023" y="201520"/>
                  </a:lnTo>
                  <a:lnTo>
                    <a:pt x="5400141" y="201520"/>
                  </a:lnTo>
                  <a:lnTo>
                    <a:pt x="5400141" y="201090"/>
                  </a:lnTo>
                  <a:lnTo>
                    <a:pt x="5400258" y="201090"/>
                  </a:lnTo>
                  <a:lnTo>
                    <a:pt x="5400376" y="201090"/>
                  </a:lnTo>
                  <a:lnTo>
                    <a:pt x="5400494" y="201090"/>
                  </a:lnTo>
                  <a:lnTo>
                    <a:pt x="5400611" y="201090"/>
                  </a:lnTo>
                  <a:lnTo>
                    <a:pt x="5400729" y="201090"/>
                  </a:lnTo>
                  <a:lnTo>
                    <a:pt x="5400847" y="201090"/>
                  </a:lnTo>
                  <a:lnTo>
                    <a:pt x="5400964" y="201090"/>
                  </a:lnTo>
                  <a:lnTo>
                    <a:pt x="5401082" y="201090"/>
                  </a:lnTo>
                  <a:lnTo>
                    <a:pt x="5401082" y="200659"/>
                  </a:lnTo>
                  <a:lnTo>
                    <a:pt x="5401199" y="200659"/>
                  </a:lnTo>
                  <a:lnTo>
                    <a:pt x="5401317" y="200659"/>
                  </a:lnTo>
                  <a:lnTo>
                    <a:pt x="5401435" y="200659"/>
                  </a:lnTo>
                  <a:lnTo>
                    <a:pt x="5401552" y="200659"/>
                  </a:lnTo>
                  <a:lnTo>
                    <a:pt x="5401552" y="200229"/>
                  </a:lnTo>
                  <a:lnTo>
                    <a:pt x="5401670" y="200229"/>
                  </a:lnTo>
                  <a:lnTo>
                    <a:pt x="5401787" y="200229"/>
                  </a:lnTo>
                  <a:lnTo>
                    <a:pt x="5401905" y="200229"/>
                  </a:lnTo>
                  <a:lnTo>
                    <a:pt x="5402023" y="200229"/>
                  </a:lnTo>
                  <a:lnTo>
                    <a:pt x="5402140" y="200229"/>
                  </a:lnTo>
                  <a:lnTo>
                    <a:pt x="5402258" y="200229"/>
                  </a:lnTo>
                  <a:lnTo>
                    <a:pt x="5402376" y="200229"/>
                  </a:lnTo>
                  <a:lnTo>
                    <a:pt x="5402493" y="200229"/>
                  </a:lnTo>
                  <a:lnTo>
                    <a:pt x="5402611" y="200229"/>
                  </a:lnTo>
                  <a:lnTo>
                    <a:pt x="5402728" y="200229"/>
                  </a:lnTo>
                  <a:lnTo>
                    <a:pt x="5402846" y="200229"/>
                  </a:lnTo>
                  <a:lnTo>
                    <a:pt x="5402964" y="200229"/>
                  </a:lnTo>
                  <a:lnTo>
                    <a:pt x="5403081" y="200229"/>
                  </a:lnTo>
                  <a:lnTo>
                    <a:pt x="5403199" y="200229"/>
                  </a:lnTo>
                  <a:lnTo>
                    <a:pt x="5403316" y="200229"/>
                  </a:lnTo>
                  <a:lnTo>
                    <a:pt x="5403434" y="200229"/>
                  </a:lnTo>
                  <a:lnTo>
                    <a:pt x="5403552" y="200229"/>
                  </a:lnTo>
                  <a:lnTo>
                    <a:pt x="5403669" y="200229"/>
                  </a:lnTo>
                  <a:lnTo>
                    <a:pt x="5403787" y="200229"/>
                  </a:lnTo>
                  <a:lnTo>
                    <a:pt x="5403787" y="199798"/>
                  </a:lnTo>
                  <a:lnTo>
                    <a:pt x="5403905" y="199798"/>
                  </a:lnTo>
                  <a:lnTo>
                    <a:pt x="5403905" y="199367"/>
                  </a:lnTo>
                  <a:lnTo>
                    <a:pt x="5404022" y="199367"/>
                  </a:lnTo>
                  <a:lnTo>
                    <a:pt x="5404140" y="199367"/>
                  </a:lnTo>
                  <a:lnTo>
                    <a:pt x="5404257" y="199367"/>
                  </a:lnTo>
                  <a:lnTo>
                    <a:pt x="5404375" y="199367"/>
                  </a:lnTo>
                  <a:lnTo>
                    <a:pt x="5404493" y="199367"/>
                  </a:lnTo>
                  <a:lnTo>
                    <a:pt x="5404610" y="199367"/>
                  </a:lnTo>
                  <a:lnTo>
                    <a:pt x="5404728" y="199367"/>
                  </a:lnTo>
                  <a:lnTo>
                    <a:pt x="5404845" y="199367"/>
                  </a:lnTo>
                  <a:lnTo>
                    <a:pt x="5404963" y="199367"/>
                  </a:lnTo>
                  <a:lnTo>
                    <a:pt x="5405081" y="199367"/>
                  </a:lnTo>
                  <a:lnTo>
                    <a:pt x="5405198" y="199367"/>
                  </a:lnTo>
                  <a:lnTo>
                    <a:pt x="5405316" y="199367"/>
                  </a:lnTo>
                  <a:lnTo>
                    <a:pt x="5405434" y="199367"/>
                  </a:lnTo>
                  <a:lnTo>
                    <a:pt x="5405551" y="199367"/>
                  </a:lnTo>
                  <a:lnTo>
                    <a:pt x="5405669" y="199367"/>
                  </a:lnTo>
                  <a:lnTo>
                    <a:pt x="5405786" y="199367"/>
                  </a:lnTo>
                  <a:lnTo>
                    <a:pt x="5405904" y="199367"/>
                  </a:lnTo>
                  <a:lnTo>
                    <a:pt x="5406022" y="199367"/>
                  </a:lnTo>
                  <a:lnTo>
                    <a:pt x="5406022" y="198937"/>
                  </a:lnTo>
                  <a:lnTo>
                    <a:pt x="5406139" y="198937"/>
                  </a:lnTo>
                  <a:lnTo>
                    <a:pt x="5406257" y="198937"/>
                  </a:lnTo>
                  <a:lnTo>
                    <a:pt x="5406374" y="198937"/>
                  </a:lnTo>
                  <a:lnTo>
                    <a:pt x="5406492" y="198937"/>
                  </a:lnTo>
                  <a:lnTo>
                    <a:pt x="5406610" y="198937"/>
                  </a:lnTo>
                  <a:lnTo>
                    <a:pt x="5406727" y="198937"/>
                  </a:lnTo>
                  <a:lnTo>
                    <a:pt x="5406845" y="198937"/>
                  </a:lnTo>
                  <a:lnTo>
                    <a:pt x="5406962" y="198937"/>
                  </a:lnTo>
                  <a:lnTo>
                    <a:pt x="5407080" y="198937"/>
                  </a:lnTo>
                  <a:lnTo>
                    <a:pt x="5407080" y="198506"/>
                  </a:lnTo>
                  <a:lnTo>
                    <a:pt x="5407198" y="198506"/>
                  </a:lnTo>
                  <a:lnTo>
                    <a:pt x="5407315" y="198506"/>
                  </a:lnTo>
                  <a:lnTo>
                    <a:pt x="5407433" y="198506"/>
                  </a:lnTo>
                  <a:lnTo>
                    <a:pt x="5407551" y="198506"/>
                  </a:lnTo>
                  <a:lnTo>
                    <a:pt x="5407668" y="198506"/>
                  </a:lnTo>
                  <a:lnTo>
                    <a:pt x="5407786" y="198506"/>
                  </a:lnTo>
                  <a:lnTo>
                    <a:pt x="5407903" y="198506"/>
                  </a:lnTo>
                  <a:lnTo>
                    <a:pt x="5408021" y="198506"/>
                  </a:lnTo>
                  <a:lnTo>
                    <a:pt x="5408139" y="198506"/>
                  </a:lnTo>
                  <a:lnTo>
                    <a:pt x="5408256" y="198506"/>
                  </a:lnTo>
                  <a:lnTo>
                    <a:pt x="5408374" y="198506"/>
                  </a:lnTo>
                  <a:lnTo>
                    <a:pt x="5408491" y="198506"/>
                  </a:lnTo>
                  <a:lnTo>
                    <a:pt x="5408609" y="198506"/>
                  </a:lnTo>
                  <a:lnTo>
                    <a:pt x="5408727" y="198506"/>
                  </a:lnTo>
                  <a:lnTo>
                    <a:pt x="5408844" y="198506"/>
                  </a:lnTo>
                  <a:lnTo>
                    <a:pt x="5408844" y="198076"/>
                  </a:lnTo>
                  <a:lnTo>
                    <a:pt x="5408962" y="198076"/>
                  </a:lnTo>
                  <a:lnTo>
                    <a:pt x="5409080" y="198076"/>
                  </a:lnTo>
                  <a:lnTo>
                    <a:pt x="5409080" y="197645"/>
                  </a:lnTo>
                  <a:lnTo>
                    <a:pt x="5409197" y="197645"/>
                  </a:lnTo>
                  <a:lnTo>
                    <a:pt x="5409197" y="197214"/>
                  </a:lnTo>
                  <a:lnTo>
                    <a:pt x="5409197" y="196784"/>
                  </a:lnTo>
                  <a:lnTo>
                    <a:pt x="5409315" y="196784"/>
                  </a:lnTo>
                  <a:lnTo>
                    <a:pt x="5409432" y="196784"/>
                  </a:lnTo>
                  <a:lnTo>
                    <a:pt x="5409550" y="196784"/>
                  </a:lnTo>
                  <a:lnTo>
                    <a:pt x="5409668" y="196784"/>
                  </a:lnTo>
                  <a:lnTo>
                    <a:pt x="5409785" y="196784"/>
                  </a:lnTo>
                  <a:lnTo>
                    <a:pt x="5409903" y="196784"/>
                  </a:lnTo>
                  <a:lnTo>
                    <a:pt x="5410020" y="196784"/>
                  </a:lnTo>
                  <a:lnTo>
                    <a:pt x="5410138" y="196784"/>
                  </a:lnTo>
                  <a:lnTo>
                    <a:pt x="5410256" y="196784"/>
                  </a:lnTo>
                  <a:lnTo>
                    <a:pt x="5410373" y="196784"/>
                  </a:lnTo>
                  <a:lnTo>
                    <a:pt x="5410491" y="196784"/>
                  </a:lnTo>
                  <a:lnTo>
                    <a:pt x="5410609" y="196784"/>
                  </a:lnTo>
                  <a:lnTo>
                    <a:pt x="5410726" y="196784"/>
                  </a:lnTo>
                  <a:lnTo>
                    <a:pt x="5410844" y="196784"/>
                  </a:lnTo>
                  <a:lnTo>
                    <a:pt x="5410961" y="196784"/>
                  </a:lnTo>
                  <a:lnTo>
                    <a:pt x="5411079" y="196784"/>
                  </a:lnTo>
                  <a:lnTo>
                    <a:pt x="5411197" y="196784"/>
                  </a:lnTo>
                  <a:lnTo>
                    <a:pt x="5411314" y="196784"/>
                  </a:lnTo>
                  <a:lnTo>
                    <a:pt x="5411432" y="196784"/>
                  </a:lnTo>
                  <a:lnTo>
                    <a:pt x="5411432" y="196353"/>
                  </a:lnTo>
                  <a:lnTo>
                    <a:pt x="5411432" y="195923"/>
                  </a:lnTo>
                  <a:lnTo>
                    <a:pt x="5411549" y="195923"/>
                  </a:lnTo>
                  <a:lnTo>
                    <a:pt x="5411667" y="195923"/>
                  </a:lnTo>
                  <a:lnTo>
                    <a:pt x="5411785" y="195923"/>
                  </a:lnTo>
                  <a:lnTo>
                    <a:pt x="5411902" y="195923"/>
                  </a:lnTo>
                  <a:lnTo>
                    <a:pt x="5412020" y="195923"/>
                  </a:lnTo>
                  <a:lnTo>
                    <a:pt x="5412138" y="195923"/>
                  </a:lnTo>
                  <a:lnTo>
                    <a:pt x="5412255" y="195923"/>
                  </a:lnTo>
                  <a:lnTo>
                    <a:pt x="5412373" y="195923"/>
                  </a:lnTo>
                  <a:lnTo>
                    <a:pt x="5412490" y="195923"/>
                  </a:lnTo>
                  <a:lnTo>
                    <a:pt x="5412608" y="195923"/>
                  </a:lnTo>
                  <a:lnTo>
                    <a:pt x="5412726" y="195923"/>
                  </a:lnTo>
                  <a:lnTo>
                    <a:pt x="5412843" y="195923"/>
                  </a:lnTo>
                  <a:lnTo>
                    <a:pt x="5412961" y="195923"/>
                  </a:lnTo>
                  <a:lnTo>
                    <a:pt x="5413078" y="195923"/>
                  </a:lnTo>
                  <a:lnTo>
                    <a:pt x="5413196" y="195923"/>
                  </a:lnTo>
                  <a:lnTo>
                    <a:pt x="5413314" y="195923"/>
                  </a:lnTo>
                  <a:lnTo>
                    <a:pt x="5413431" y="195923"/>
                  </a:lnTo>
                  <a:lnTo>
                    <a:pt x="5413549" y="195923"/>
                  </a:lnTo>
                  <a:lnTo>
                    <a:pt x="5413666" y="195923"/>
                  </a:lnTo>
                  <a:lnTo>
                    <a:pt x="5413784" y="195923"/>
                  </a:lnTo>
                  <a:lnTo>
                    <a:pt x="5413902" y="195923"/>
                  </a:lnTo>
                  <a:lnTo>
                    <a:pt x="5414019" y="195923"/>
                  </a:lnTo>
                  <a:lnTo>
                    <a:pt x="5414137" y="195923"/>
                  </a:lnTo>
                  <a:lnTo>
                    <a:pt x="5414255" y="195923"/>
                  </a:lnTo>
                  <a:lnTo>
                    <a:pt x="5414372" y="195923"/>
                  </a:lnTo>
                  <a:lnTo>
                    <a:pt x="5414490" y="195923"/>
                  </a:lnTo>
                  <a:lnTo>
                    <a:pt x="5414607" y="195923"/>
                  </a:lnTo>
                  <a:lnTo>
                    <a:pt x="5414725" y="195923"/>
                  </a:lnTo>
                  <a:lnTo>
                    <a:pt x="5414843" y="195923"/>
                  </a:lnTo>
                  <a:lnTo>
                    <a:pt x="5414960" y="195923"/>
                  </a:lnTo>
                  <a:lnTo>
                    <a:pt x="5415078" y="195923"/>
                  </a:lnTo>
                  <a:lnTo>
                    <a:pt x="5415195" y="195923"/>
                  </a:lnTo>
                  <a:lnTo>
                    <a:pt x="5415195" y="195492"/>
                  </a:lnTo>
                  <a:lnTo>
                    <a:pt x="5415313" y="195492"/>
                  </a:lnTo>
                  <a:lnTo>
                    <a:pt x="5415431" y="195492"/>
                  </a:lnTo>
                  <a:lnTo>
                    <a:pt x="5415431" y="195061"/>
                  </a:lnTo>
                  <a:lnTo>
                    <a:pt x="5415548" y="195061"/>
                  </a:lnTo>
                  <a:lnTo>
                    <a:pt x="5415666" y="195061"/>
                  </a:lnTo>
                  <a:lnTo>
                    <a:pt x="5415784" y="195061"/>
                  </a:lnTo>
                  <a:lnTo>
                    <a:pt x="5415901" y="195061"/>
                  </a:lnTo>
                  <a:lnTo>
                    <a:pt x="5416019" y="195061"/>
                  </a:lnTo>
                  <a:lnTo>
                    <a:pt x="5416136" y="195061"/>
                  </a:lnTo>
                  <a:lnTo>
                    <a:pt x="5416254" y="195061"/>
                  </a:lnTo>
                  <a:lnTo>
                    <a:pt x="5416372" y="195061"/>
                  </a:lnTo>
                  <a:lnTo>
                    <a:pt x="5416489" y="195061"/>
                  </a:lnTo>
                  <a:lnTo>
                    <a:pt x="5416607" y="195061"/>
                  </a:lnTo>
                  <a:lnTo>
                    <a:pt x="5416724" y="195061"/>
                  </a:lnTo>
                  <a:lnTo>
                    <a:pt x="5416842" y="195061"/>
                  </a:lnTo>
                  <a:lnTo>
                    <a:pt x="5416960" y="195061"/>
                  </a:lnTo>
                  <a:lnTo>
                    <a:pt x="5417077" y="195061"/>
                  </a:lnTo>
                  <a:lnTo>
                    <a:pt x="5417195" y="195061"/>
                  </a:lnTo>
                  <a:lnTo>
                    <a:pt x="5417313" y="195061"/>
                  </a:lnTo>
                  <a:lnTo>
                    <a:pt x="5417430" y="195061"/>
                  </a:lnTo>
                  <a:lnTo>
                    <a:pt x="5417548" y="195061"/>
                  </a:lnTo>
                  <a:lnTo>
                    <a:pt x="5417665" y="195061"/>
                  </a:lnTo>
                  <a:lnTo>
                    <a:pt x="5417783" y="195061"/>
                  </a:lnTo>
                  <a:lnTo>
                    <a:pt x="5417901" y="195061"/>
                  </a:lnTo>
                  <a:lnTo>
                    <a:pt x="5418018" y="195061"/>
                  </a:lnTo>
                  <a:lnTo>
                    <a:pt x="5418136" y="195061"/>
                  </a:lnTo>
                  <a:lnTo>
                    <a:pt x="5418253" y="195061"/>
                  </a:lnTo>
                  <a:lnTo>
                    <a:pt x="5418371" y="195061"/>
                  </a:lnTo>
                  <a:lnTo>
                    <a:pt x="5418489" y="195061"/>
                  </a:lnTo>
                  <a:lnTo>
                    <a:pt x="5418606" y="195061"/>
                  </a:lnTo>
                  <a:lnTo>
                    <a:pt x="5418724" y="195061"/>
                  </a:lnTo>
                  <a:lnTo>
                    <a:pt x="5418842" y="195061"/>
                  </a:lnTo>
                  <a:lnTo>
                    <a:pt x="5418959" y="195061"/>
                  </a:lnTo>
                  <a:lnTo>
                    <a:pt x="5419077" y="195061"/>
                  </a:lnTo>
                  <a:lnTo>
                    <a:pt x="5419194" y="195061"/>
                  </a:lnTo>
                  <a:lnTo>
                    <a:pt x="5419312" y="195061"/>
                  </a:lnTo>
                  <a:lnTo>
                    <a:pt x="5419430" y="195061"/>
                  </a:lnTo>
                  <a:lnTo>
                    <a:pt x="5419547" y="195061"/>
                  </a:lnTo>
                  <a:lnTo>
                    <a:pt x="5419665" y="195061"/>
                  </a:lnTo>
                  <a:lnTo>
                    <a:pt x="5419782" y="195061"/>
                  </a:lnTo>
                  <a:lnTo>
                    <a:pt x="5419900" y="195061"/>
                  </a:lnTo>
                  <a:lnTo>
                    <a:pt x="5420018" y="195061"/>
                  </a:lnTo>
                  <a:lnTo>
                    <a:pt x="5420135" y="195061"/>
                  </a:lnTo>
                  <a:lnTo>
                    <a:pt x="5420253" y="195061"/>
                  </a:lnTo>
                  <a:lnTo>
                    <a:pt x="5420371" y="195061"/>
                  </a:lnTo>
                  <a:lnTo>
                    <a:pt x="5420488" y="195061"/>
                  </a:lnTo>
                  <a:lnTo>
                    <a:pt x="5420606" y="195061"/>
                  </a:lnTo>
                  <a:lnTo>
                    <a:pt x="5420723" y="195061"/>
                  </a:lnTo>
                  <a:lnTo>
                    <a:pt x="5420841" y="195061"/>
                  </a:lnTo>
                  <a:lnTo>
                    <a:pt x="5420841" y="194631"/>
                  </a:lnTo>
                  <a:lnTo>
                    <a:pt x="5420959" y="194631"/>
                  </a:lnTo>
                  <a:lnTo>
                    <a:pt x="5421076" y="194631"/>
                  </a:lnTo>
                  <a:lnTo>
                    <a:pt x="5421194" y="194631"/>
                  </a:lnTo>
                  <a:lnTo>
                    <a:pt x="5421311" y="194631"/>
                  </a:lnTo>
                  <a:lnTo>
                    <a:pt x="5421429" y="194631"/>
                  </a:lnTo>
                  <a:lnTo>
                    <a:pt x="5421547" y="194631"/>
                  </a:lnTo>
                  <a:lnTo>
                    <a:pt x="5421664" y="194631"/>
                  </a:lnTo>
                  <a:lnTo>
                    <a:pt x="5421782" y="194631"/>
                  </a:lnTo>
                  <a:lnTo>
                    <a:pt x="5421899" y="194631"/>
                  </a:lnTo>
                  <a:lnTo>
                    <a:pt x="5422017" y="194631"/>
                  </a:lnTo>
                  <a:lnTo>
                    <a:pt x="5422017" y="194200"/>
                  </a:lnTo>
                  <a:lnTo>
                    <a:pt x="5422017" y="193770"/>
                  </a:lnTo>
                  <a:lnTo>
                    <a:pt x="5422135" y="193770"/>
                  </a:lnTo>
                  <a:lnTo>
                    <a:pt x="5422252" y="193770"/>
                  </a:lnTo>
                  <a:lnTo>
                    <a:pt x="5422370" y="193770"/>
                  </a:lnTo>
                  <a:lnTo>
                    <a:pt x="5422488" y="193770"/>
                  </a:lnTo>
                  <a:lnTo>
                    <a:pt x="5422605" y="193770"/>
                  </a:lnTo>
                  <a:lnTo>
                    <a:pt x="5422723" y="193770"/>
                  </a:lnTo>
                  <a:lnTo>
                    <a:pt x="5422840" y="193770"/>
                  </a:lnTo>
                  <a:lnTo>
                    <a:pt x="5422958" y="193770"/>
                  </a:lnTo>
                  <a:lnTo>
                    <a:pt x="5423076" y="193770"/>
                  </a:lnTo>
                  <a:lnTo>
                    <a:pt x="5423193" y="193770"/>
                  </a:lnTo>
                  <a:lnTo>
                    <a:pt x="5423193" y="193339"/>
                  </a:lnTo>
                  <a:lnTo>
                    <a:pt x="5423311" y="193339"/>
                  </a:lnTo>
                  <a:lnTo>
                    <a:pt x="5423428" y="193339"/>
                  </a:lnTo>
                  <a:lnTo>
                    <a:pt x="5423546" y="193339"/>
                  </a:lnTo>
                  <a:lnTo>
                    <a:pt x="5423664" y="193339"/>
                  </a:lnTo>
                  <a:lnTo>
                    <a:pt x="5423781" y="193339"/>
                  </a:lnTo>
                  <a:lnTo>
                    <a:pt x="5423899" y="193339"/>
                  </a:lnTo>
                  <a:lnTo>
                    <a:pt x="5424017" y="193339"/>
                  </a:lnTo>
                  <a:lnTo>
                    <a:pt x="5424134" y="193339"/>
                  </a:lnTo>
                  <a:lnTo>
                    <a:pt x="5424252" y="193339"/>
                  </a:lnTo>
                  <a:lnTo>
                    <a:pt x="5424369" y="193339"/>
                  </a:lnTo>
                  <a:lnTo>
                    <a:pt x="5424487" y="193339"/>
                  </a:lnTo>
                  <a:lnTo>
                    <a:pt x="5424605" y="193339"/>
                  </a:lnTo>
                  <a:lnTo>
                    <a:pt x="5424605" y="192908"/>
                  </a:lnTo>
                  <a:lnTo>
                    <a:pt x="5424722" y="192908"/>
                  </a:lnTo>
                  <a:lnTo>
                    <a:pt x="5424840" y="192908"/>
                  </a:lnTo>
                  <a:lnTo>
                    <a:pt x="5424957" y="192908"/>
                  </a:lnTo>
                  <a:lnTo>
                    <a:pt x="5425075" y="192908"/>
                  </a:lnTo>
                  <a:lnTo>
                    <a:pt x="5425193" y="192908"/>
                  </a:lnTo>
                  <a:lnTo>
                    <a:pt x="5425310" y="192908"/>
                  </a:lnTo>
                  <a:lnTo>
                    <a:pt x="5425428" y="192908"/>
                  </a:lnTo>
                  <a:lnTo>
                    <a:pt x="5425546" y="192908"/>
                  </a:lnTo>
                  <a:lnTo>
                    <a:pt x="5425663" y="192908"/>
                  </a:lnTo>
                  <a:lnTo>
                    <a:pt x="5425781" y="192908"/>
                  </a:lnTo>
                  <a:lnTo>
                    <a:pt x="5425898" y="192908"/>
                  </a:lnTo>
                  <a:lnTo>
                    <a:pt x="5426016" y="192908"/>
                  </a:lnTo>
                  <a:lnTo>
                    <a:pt x="5426134" y="192908"/>
                  </a:lnTo>
                  <a:lnTo>
                    <a:pt x="5426251" y="192908"/>
                  </a:lnTo>
                  <a:lnTo>
                    <a:pt x="5426369" y="192908"/>
                  </a:lnTo>
                  <a:lnTo>
                    <a:pt x="5426486" y="192908"/>
                  </a:lnTo>
                  <a:lnTo>
                    <a:pt x="5426604" y="192908"/>
                  </a:lnTo>
                  <a:lnTo>
                    <a:pt x="5426722" y="192908"/>
                  </a:lnTo>
                  <a:lnTo>
                    <a:pt x="5426839" y="192908"/>
                  </a:lnTo>
                  <a:lnTo>
                    <a:pt x="5426957" y="192908"/>
                  </a:lnTo>
                  <a:lnTo>
                    <a:pt x="5427075" y="192908"/>
                  </a:lnTo>
                  <a:lnTo>
                    <a:pt x="5427075" y="192478"/>
                  </a:lnTo>
                  <a:lnTo>
                    <a:pt x="5427192" y="192478"/>
                  </a:lnTo>
                  <a:lnTo>
                    <a:pt x="5427310" y="192478"/>
                  </a:lnTo>
                  <a:lnTo>
                    <a:pt x="5427427" y="192478"/>
                  </a:lnTo>
                  <a:lnTo>
                    <a:pt x="5427545" y="192478"/>
                  </a:lnTo>
                  <a:lnTo>
                    <a:pt x="5427663" y="192478"/>
                  </a:lnTo>
                  <a:lnTo>
                    <a:pt x="5427780" y="192478"/>
                  </a:lnTo>
                  <a:lnTo>
                    <a:pt x="5427898" y="192478"/>
                  </a:lnTo>
                  <a:lnTo>
                    <a:pt x="5428015" y="192478"/>
                  </a:lnTo>
                  <a:lnTo>
                    <a:pt x="5428133" y="192478"/>
                  </a:lnTo>
                  <a:lnTo>
                    <a:pt x="5428251" y="192478"/>
                  </a:lnTo>
                  <a:lnTo>
                    <a:pt x="5428368" y="192478"/>
                  </a:lnTo>
                  <a:lnTo>
                    <a:pt x="5428486" y="192478"/>
                  </a:lnTo>
                  <a:lnTo>
                    <a:pt x="5428604" y="192478"/>
                  </a:lnTo>
                  <a:lnTo>
                    <a:pt x="5428604" y="192047"/>
                  </a:lnTo>
                  <a:lnTo>
                    <a:pt x="5428721" y="192047"/>
                  </a:lnTo>
                  <a:lnTo>
                    <a:pt x="5428839" y="192047"/>
                  </a:lnTo>
                  <a:lnTo>
                    <a:pt x="5428839" y="191617"/>
                  </a:lnTo>
                  <a:lnTo>
                    <a:pt x="5428956" y="191617"/>
                  </a:lnTo>
                  <a:lnTo>
                    <a:pt x="5429074" y="191617"/>
                  </a:lnTo>
                  <a:lnTo>
                    <a:pt x="5429192" y="191617"/>
                  </a:lnTo>
                  <a:lnTo>
                    <a:pt x="5429309" y="191617"/>
                  </a:lnTo>
                  <a:lnTo>
                    <a:pt x="5429427" y="191617"/>
                  </a:lnTo>
                  <a:lnTo>
                    <a:pt x="5429544" y="191617"/>
                  </a:lnTo>
                  <a:lnTo>
                    <a:pt x="5429662" y="191617"/>
                  </a:lnTo>
                  <a:lnTo>
                    <a:pt x="5429780" y="191617"/>
                  </a:lnTo>
                  <a:lnTo>
                    <a:pt x="5429780" y="191186"/>
                  </a:lnTo>
                  <a:lnTo>
                    <a:pt x="5429897" y="191186"/>
                  </a:lnTo>
                  <a:lnTo>
                    <a:pt x="5430015" y="191186"/>
                  </a:lnTo>
                  <a:lnTo>
                    <a:pt x="5430132" y="191186"/>
                  </a:lnTo>
                  <a:lnTo>
                    <a:pt x="5430250" y="191186"/>
                  </a:lnTo>
                  <a:lnTo>
                    <a:pt x="5430368" y="191186"/>
                  </a:lnTo>
                  <a:lnTo>
                    <a:pt x="5430485" y="191186"/>
                  </a:lnTo>
                  <a:lnTo>
                    <a:pt x="5430603" y="191186"/>
                  </a:lnTo>
                  <a:lnTo>
                    <a:pt x="5430721" y="191186"/>
                  </a:lnTo>
                  <a:lnTo>
                    <a:pt x="5430838" y="191186"/>
                  </a:lnTo>
                  <a:lnTo>
                    <a:pt x="5430956" y="191186"/>
                  </a:lnTo>
                  <a:lnTo>
                    <a:pt x="5431073" y="191186"/>
                  </a:lnTo>
                  <a:lnTo>
                    <a:pt x="5431191" y="191186"/>
                  </a:lnTo>
                  <a:lnTo>
                    <a:pt x="5431309" y="191186"/>
                  </a:lnTo>
                  <a:lnTo>
                    <a:pt x="5431426" y="191186"/>
                  </a:lnTo>
                  <a:lnTo>
                    <a:pt x="5431544" y="191186"/>
                  </a:lnTo>
                  <a:lnTo>
                    <a:pt x="5431661" y="191186"/>
                  </a:lnTo>
                  <a:lnTo>
                    <a:pt x="5431779" y="191186"/>
                  </a:lnTo>
                  <a:lnTo>
                    <a:pt x="5431897" y="191186"/>
                  </a:lnTo>
                  <a:lnTo>
                    <a:pt x="5432014" y="191186"/>
                  </a:lnTo>
                  <a:lnTo>
                    <a:pt x="5432132" y="191186"/>
                  </a:lnTo>
                  <a:lnTo>
                    <a:pt x="5432250" y="191186"/>
                  </a:lnTo>
                  <a:lnTo>
                    <a:pt x="5432367" y="191186"/>
                  </a:lnTo>
                  <a:lnTo>
                    <a:pt x="5432485" y="191186"/>
                  </a:lnTo>
                  <a:lnTo>
                    <a:pt x="5432602" y="191186"/>
                  </a:lnTo>
                  <a:lnTo>
                    <a:pt x="5432720" y="191186"/>
                  </a:lnTo>
                  <a:lnTo>
                    <a:pt x="5432838" y="191186"/>
                  </a:lnTo>
                  <a:lnTo>
                    <a:pt x="5432955" y="191186"/>
                  </a:lnTo>
                  <a:lnTo>
                    <a:pt x="5433073" y="191186"/>
                  </a:lnTo>
                  <a:lnTo>
                    <a:pt x="5433190" y="191186"/>
                  </a:lnTo>
                  <a:lnTo>
                    <a:pt x="5433308" y="191186"/>
                  </a:lnTo>
                  <a:lnTo>
                    <a:pt x="5433426" y="191186"/>
                  </a:lnTo>
                  <a:lnTo>
                    <a:pt x="5433543" y="191186"/>
                  </a:lnTo>
                  <a:lnTo>
                    <a:pt x="5433661" y="191186"/>
                  </a:lnTo>
                  <a:lnTo>
                    <a:pt x="5433779" y="191186"/>
                  </a:lnTo>
                  <a:lnTo>
                    <a:pt x="5433896" y="191186"/>
                  </a:lnTo>
                  <a:lnTo>
                    <a:pt x="5434014" y="191186"/>
                  </a:lnTo>
                  <a:lnTo>
                    <a:pt x="5434014" y="190755"/>
                  </a:lnTo>
                  <a:lnTo>
                    <a:pt x="5434131" y="190755"/>
                  </a:lnTo>
                  <a:lnTo>
                    <a:pt x="5434249" y="190755"/>
                  </a:lnTo>
                  <a:lnTo>
                    <a:pt x="5434367" y="190755"/>
                  </a:lnTo>
                  <a:lnTo>
                    <a:pt x="5434484" y="190755"/>
                  </a:lnTo>
                  <a:lnTo>
                    <a:pt x="5434602" y="190755"/>
                  </a:lnTo>
                  <a:lnTo>
                    <a:pt x="5434719" y="190755"/>
                  </a:lnTo>
                  <a:lnTo>
                    <a:pt x="5434719" y="190325"/>
                  </a:lnTo>
                  <a:lnTo>
                    <a:pt x="5434837" y="190325"/>
                  </a:lnTo>
                  <a:lnTo>
                    <a:pt x="5434955" y="190325"/>
                  </a:lnTo>
                  <a:lnTo>
                    <a:pt x="5435072" y="190325"/>
                  </a:lnTo>
                  <a:lnTo>
                    <a:pt x="5435190" y="190325"/>
                  </a:lnTo>
                  <a:lnTo>
                    <a:pt x="5435308" y="190325"/>
                  </a:lnTo>
                  <a:lnTo>
                    <a:pt x="5435425" y="190325"/>
                  </a:lnTo>
                  <a:lnTo>
                    <a:pt x="5435543" y="190325"/>
                  </a:lnTo>
                  <a:lnTo>
                    <a:pt x="5435660" y="190325"/>
                  </a:lnTo>
                  <a:lnTo>
                    <a:pt x="5435778" y="190325"/>
                  </a:lnTo>
                  <a:lnTo>
                    <a:pt x="5435896" y="190325"/>
                  </a:lnTo>
                  <a:lnTo>
                    <a:pt x="5435896" y="189894"/>
                  </a:lnTo>
                  <a:lnTo>
                    <a:pt x="5435896" y="189464"/>
                  </a:lnTo>
                  <a:lnTo>
                    <a:pt x="5436013" y="189464"/>
                  </a:lnTo>
                  <a:lnTo>
                    <a:pt x="5436131" y="189464"/>
                  </a:lnTo>
                  <a:lnTo>
                    <a:pt x="5436248" y="189464"/>
                  </a:lnTo>
                  <a:lnTo>
                    <a:pt x="5436366" y="189464"/>
                  </a:lnTo>
                  <a:lnTo>
                    <a:pt x="5436484" y="189464"/>
                  </a:lnTo>
                  <a:lnTo>
                    <a:pt x="5436601" y="189464"/>
                  </a:lnTo>
                  <a:lnTo>
                    <a:pt x="5436719" y="189464"/>
                  </a:lnTo>
                  <a:lnTo>
                    <a:pt x="5436719" y="189033"/>
                  </a:lnTo>
                  <a:lnTo>
                    <a:pt x="5436837" y="189033"/>
                  </a:lnTo>
                  <a:lnTo>
                    <a:pt x="5436954" y="189033"/>
                  </a:lnTo>
                  <a:lnTo>
                    <a:pt x="5437072" y="189033"/>
                  </a:lnTo>
                  <a:lnTo>
                    <a:pt x="5437189" y="189033"/>
                  </a:lnTo>
                  <a:lnTo>
                    <a:pt x="5437307" y="189033"/>
                  </a:lnTo>
                  <a:lnTo>
                    <a:pt x="5437425" y="189033"/>
                  </a:lnTo>
                  <a:lnTo>
                    <a:pt x="5437542" y="189033"/>
                  </a:lnTo>
                  <a:lnTo>
                    <a:pt x="5437660" y="189033"/>
                  </a:lnTo>
                  <a:lnTo>
                    <a:pt x="5437777" y="189033"/>
                  </a:lnTo>
                  <a:lnTo>
                    <a:pt x="5437895" y="189033"/>
                  </a:lnTo>
                  <a:lnTo>
                    <a:pt x="5438013" y="189033"/>
                  </a:lnTo>
                  <a:lnTo>
                    <a:pt x="5438130" y="189033"/>
                  </a:lnTo>
                  <a:lnTo>
                    <a:pt x="5438248" y="189033"/>
                  </a:lnTo>
                  <a:lnTo>
                    <a:pt x="5438365" y="189033"/>
                  </a:lnTo>
                  <a:lnTo>
                    <a:pt x="5438483" y="189033"/>
                  </a:lnTo>
                  <a:lnTo>
                    <a:pt x="5438601" y="189033"/>
                  </a:lnTo>
                  <a:lnTo>
                    <a:pt x="5438718" y="189033"/>
                  </a:lnTo>
                  <a:lnTo>
                    <a:pt x="5438836" y="189033"/>
                  </a:lnTo>
                  <a:lnTo>
                    <a:pt x="5438954" y="189033"/>
                  </a:lnTo>
                  <a:lnTo>
                    <a:pt x="5439071" y="189033"/>
                  </a:lnTo>
                  <a:lnTo>
                    <a:pt x="5439071" y="188602"/>
                  </a:lnTo>
                  <a:lnTo>
                    <a:pt x="5439189" y="188602"/>
                  </a:lnTo>
                  <a:lnTo>
                    <a:pt x="5439306" y="188602"/>
                  </a:lnTo>
                  <a:lnTo>
                    <a:pt x="5439424" y="188602"/>
                  </a:lnTo>
                  <a:lnTo>
                    <a:pt x="5439424" y="188172"/>
                  </a:lnTo>
                  <a:lnTo>
                    <a:pt x="5439542" y="188172"/>
                  </a:lnTo>
                  <a:lnTo>
                    <a:pt x="5439659" y="188172"/>
                  </a:lnTo>
                  <a:lnTo>
                    <a:pt x="5439777" y="188172"/>
                  </a:lnTo>
                  <a:lnTo>
                    <a:pt x="5439777" y="187741"/>
                  </a:lnTo>
                  <a:lnTo>
                    <a:pt x="5439894" y="187741"/>
                  </a:lnTo>
                  <a:lnTo>
                    <a:pt x="5439894" y="187311"/>
                  </a:lnTo>
                  <a:lnTo>
                    <a:pt x="5440012" y="187311"/>
                  </a:lnTo>
                  <a:lnTo>
                    <a:pt x="5440130" y="187311"/>
                  </a:lnTo>
                  <a:lnTo>
                    <a:pt x="5440247" y="187311"/>
                  </a:lnTo>
                  <a:lnTo>
                    <a:pt x="5440365" y="187311"/>
                  </a:lnTo>
                  <a:lnTo>
                    <a:pt x="5440483" y="187311"/>
                  </a:lnTo>
                  <a:lnTo>
                    <a:pt x="5440600" y="187311"/>
                  </a:lnTo>
                  <a:lnTo>
                    <a:pt x="5440718" y="187311"/>
                  </a:lnTo>
                  <a:lnTo>
                    <a:pt x="5440718" y="186880"/>
                  </a:lnTo>
                  <a:lnTo>
                    <a:pt x="5440835" y="186880"/>
                  </a:lnTo>
                  <a:lnTo>
                    <a:pt x="5440835" y="186449"/>
                  </a:lnTo>
                  <a:lnTo>
                    <a:pt x="5440953" y="186449"/>
                  </a:lnTo>
                  <a:lnTo>
                    <a:pt x="5441071" y="186449"/>
                  </a:lnTo>
                  <a:lnTo>
                    <a:pt x="5441188" y="186449"/>
                  </a:lnTo>
                  <a:lnTo>
                    <a:pt x="5441306" y="186449"/>
                  </a:lnTo>
                  <a:lnTo>
                    <a:pt x="5441423" y="186449"/>
                  </a:lnTo>
                  <a:lnTo>
                    <a:pt x="5441541" y="186449"/>
                  </a:lnTo>
                  <a:lnTo>
                    <a:pt x="5441659" y="186449"/>
                  </a:lnTo>
                  <a:lnTo>
                    <a:pt x="5441659" y="186019"/>
                  </a:lnTo>
                  <a:lnTo>
                    <a:pt x="5441776" y="186019"/>
                  </a:lnTo>
                  <a:lnTo>
                    <a:pt x="5441894" y="186019"/>
                  </a:lnTo>
                  <a:lnTo>
                    <a:pt x="5442012" y="186019"/>
                  </a:lnTo>
                  <a:lnTo>
                    <a:pt x="5442129" y="186019"/>
                  </a:lnTo>
                  <a:lnTo>
                    <a:pt x="5442247" y="186019"/>
                  </a:lnTo>
                  <a:lnTo>
                    <a:pt x="5442364" y="186019"/>
                  </a:lnTo>
                  <a:lnTo>
                    <a:pt x="5442482" y="186019"/>
                  </a:lnTo>
                  <a:lnTo>
                    <a:pt x="5442600" y="186019"/>
                  </a:lnTo>
                  <a:lnTo>
                    <a:pt x="5442717" y="186019"/>
                  </a:lnTo>
                  <a:lnTo>
                    <a:pt x="5442835" y="186019"/>
                  </a:lnTo>
                  <a:lnTo>
                    <a:pt x="5442952" y="186019"/>
                  </a:lnTo>
                  <a:lnTo>
                    <a:pt x="5443070" y="186019"/>
                  </a:lnTo>
                  <a:lnTo>
                    <a:pt x="5443188" y="186019"/>
                  </a:lnTo>
                  <a:lnTo>
                    <a:pt x="5443305" y="186019"/>
                  </a:lnTo>
                  <a:lnTo>
                    <a:pt x="5443423" y="186019"/>
                  </a:lnTo>
                  <a:lnTo>
                    <a:pt x="5443541" y="186019"/>
                  </a:lnTo>
                  <a:lnTo>
                    <a:pt x="5443658" y="186019"/>
                  </a:lnTo>
                  <a:lnTo>
                    <a:pt x="5443776" y="186019"/>
                  </a:lnTo>
                  <a:lnTo>
                    <a:pt x="5443893" y="186019"/>
                  </a:lnTo>
                  <a:lnTo>
                    <a:pt x="5444011" y="186019"/>
                  </a:lnTo>
                  <a:lnTo>
                    <a:pt x="5444129" y="186019"/>
                  </a:lnTo>
                  <a:lnTo>
                    <a:pt x="5444246" y="186019"/>
                  </a:lnTo>
                  <a:lnTo>
                    <a:pt x="5444364" y="186019"/>
                  </a:lnTo>
                  <a:lnTo>
                    <a:pt x="5444481" y="186019"/>
                  </a:lnTo>
                  <a:lnTo>
                    <a:pt x="5444599" y="186019"/>
                  </a:lnTo>
                  <a:lnTo>
                    <a:pt x="5444717" y="186019"/>
                  </a:lnTo>
                  <a:lnTo>
                    <a:pt x="5444834" y="186019"/>
                  </a:lnTo>
                  <a:lnTo>
                    <a:pt x="5444952" y="186019"/>
                  </a:lnTo>
                  <a:lnTo>
                    <a:pt x="5445070" y="186019"/>
                  </a:lnTo>
                  <a:lnTo>
                    <a:pt x="5445187" y="186019"/>
                  </a:lnTo>
                  <a:lnTo>
                    <a:pt x="5445305" y="186019"/>
                  </a:lnTo>
                  <a:lnTo>
                    <a:pt x="5445422" y="186019"/>
                  </a:lnTo>
                  <a:lnTo>
                    <a:pt x="5445540" y="186019"/>
                  </a:lnTo>
                  <a:lnTo>
                    <a:pt x="5445658" y="186019"/>
                  </a:lnTo>
                  <a:lnTo>
                    <a:pt x="5445775" y="186019"/>
                  </a:lnTo>
                  <a:lnTo>
                    <a:pt x="5445893" y="186019"/>
                  </a:lnTo>
                  <a:lnTo>
                    <a:pt x="5446010" y="186019"/>
                  </a:lnTo>
                  <a:lnTo>
                    <a:pt x="5446010" y="185588"/>
                  </a:lnTo>
                  <a:lnTo>
                    <a:pt x="5446128" y="185588"/>
                  </a:lnTo>
                  <a:lnTo>
                    <a:pt x="5446246" y="185588"/>
                  </a:lnTo>
                  <a:lnTo>
                    <a:pt x="5446363" y="185588"/>
                  </a:lnTo>
                  <a:lnTo>
                    <a:pt x="5446481" y="185588"/>
                  </a:lnTo>
                  <a:lnTo>
                    <a:pt x="5446598" y="185588"/>
                  </a:lnTo>
                  <a:lnTo>
                    <a:pt x="5446716" y="185588"/>
                  </a:lnTo>
                  <a:lnTo>
                    <a:pt x="5446834" y="185588"/>
                  </a:lnTo>
                  <a:lnTo>
                    <a:pt x="5446951" y="185588"/>
                  </a:lnTo>
                  <a:lnTo>
                    <a:pt x="5447069" y="185588"/>
                  </a:lnTo>
                  <a:lnTo>
                    <a:pt x="5447187" y="185588"/>
                  </a:lnTo>
                  <a:lnTo>
                    <a:pt x="5447304" y="185588"/>
                  </a:lnTo>
                  <a:lnTo>
                    <a:pt x="5447422" y="185588"/>
                  </a:lnTo>
                  <a:lnTo>
                    <a:pt x="5447539" y="185588"/>
                  </a:lnTo>
                  <a:lnTo>
                    <a:pt x="5447657" y="185588"/>
                  </a:lnTo>
                  <a:lnTo>
                    <a:pt x="5447775" y="185588"/>
                  </a:lnTo>
                  <a:lnTo>
                    <a:pt x="5447892" y="185588"/>
                  </a:lnTo>
                  <a:lnTo>
                    <a:pt x="5448010" y="185588"/>
                  </a:lnTo>
                  <a:lnTo>
                    <a:pt x="5448127" y="185588"/>
                  </a:lnTo>
                  <a:lnTo>
                    <a:pt x="5448245" y="185588"/>
                  </a:lnTo>
                  <a:lnTo>
                    <a:pt x="5448363" y="185588"/>
                  </a:lnTo>
                  <a:lnTo>
                    <a:pt x="5448480" y="185588"/>
                  </a:lnTo>
                  <a:lnTo>
                    <a:pt x="5448480" y="185158"/>
                  </a:lnTo>
                  <a:lnTo>
                    <a:pt x="5448598" y="185158"/>
                  </a:lnTo>
                  <a:lnTo>
                    <a:pt x="5448716" y="185158"/>
                  </a:lnTo>
                  <a:lnTo>
                    <a:pt x="5448833" y="185158"/>
                  </a:lnTo>
                  <a:lnTo>
                    <a:pt x="5448951" y="185158"/>
                  </a:lnTo>
                  <a:lnTo>
                    <a:pt x="5449068" y="185158"/>
                  </a:lnTo>
                  <a:lnTo>
                    <a:pt x="5449068" y="184727"/>
                  </a:lnTo>
                  <a:lnTo>
                    <a:pt x="5449186" y="184727"/>
                  </a:lnTo>
                  <a:lnTo>
                    <a:pt x="5449304" y="184727"/>
                  </a:lnTo>
                  <a:lnTo>
                    <a:pt x="5449304" y="184296"/>
                  </a:lnTo>
                  <a:lnTo>
                    <a:pt x="5449421" y="184296"/>
                  </a:lnTo>
                  <a:lnTo>
                    <a:pt x="5449539" y="184296"/>
                  </a:lnTo>
                  <a:lnTo>
                    <a:pt x="5449656" y="184296"/>
                  </a:lnTo>
                  <a:lnTo>
                    <a:pt x="5449774" y="184296"/>
                  </a:lnTo>
                  <a:lnTo>
                    <a:pt x="5449892" y="184296"/>
                  </a:lnTo>
                  <a:lnTo>
                    <a:pt x="5450009" y="184296"/>
                  </a:lnTo>
                  <a:lnTo>
                    <a:pt x="5450127" y="184296"/>
                  </a:lnTo>
                  <a:lnTo>
                    <a:pt x="5450245" y="184296"/>
                  </a:lnTo>
                  <a:lnTo>
                    <a:pt x="5450362" y="184296"/>
                  </a:lnTo>
                  <a:lnTo>
                    <a:pt x="5450480" y="184296"/>
                  </a:lnTo>
                  <a:lnTo>
                    <a:pt x="5450597" y="184296"/>
                  </a:lnTo>
                  <a:lnTo>
                    <a:pt x="5450715" y="184296"/>
                  </a:lnTo>
                  <a:lnTo>
                    <a:pt x="5450833" y="184296"/>
                  </a:lnTo>
                  <a:lnTo>
                    <a:pt x="5450950" y="184296"/>
                  </a:lnTo>
                  <a:lnTo>
                    <a:pt x="5451068" y="184296"/>
                  </a:lnTo>
                  <a:lnTo>
                    <a:pt x="5451068" y="183866"/>
                  </a:lnTo>
                  <a:lnTo>
                    <a:pt x="5451185" y="183866"/>
                  </a:lnTo>
                  <a:lnTo>
                    <a:pt x="5451303" y="183866"/>
                  </a:lnTo>
                  <a:lnTo>
                    <a:pt x="5451421" y="183866"/>
                  </a:lnTo>
                  <a:lnTo>
                    <a:pt x="5451538" y="183866"/>
                  </a:lnTo>
                  <a:lnTo>
                    <a:pt x="5451656" y="183866"/>
                  </a:lnTo>
                  <a:lnTo>
                    <a:pt x="5451774" y="183866"/>
                  </a:lnTo>
                  <a:lnTo>
                    <a:pt x="5451891" y="183866"/>
                  </a:lnTo>
                  <a:lnTo>
                    <a:pt x="5452009" y="183866"/>
                  </a:lnTo>
                  <a:lnTo>
                    <a:pt x="5452126" y="183866"/>
                  </a:lnTo>
                  <a:lnTo>
                    <a:pt x="5452244" y="183866"/>
                  </a:lnTo>
                  <a:lnTo>
                    <a:pt x="5452362" y="183866"/>
                  </a:lnTo>
                  <a:lnTo>
                    <a:pt x="5452479" y="183866"/>
                  </a:lnTo>
                  <a:lnTo>
                    <a:pt x="5452597" y="183866"/>
                  </a:lnTo>
                  <a:lnTo>
                    <a:pt x="5452714" y="183866"/>
                  </a:lnTo>
                  <a:lnTo>
                    <a:pt x="5452832" y="183866"/>
                  </a:lnTo>
                  <a:lnTo>
                    <a:pt x="5452950" y="183866"/>
                  </a:lnTo>
                  <a:lnTo>
                    <a:pt x="5453067" y="183866"/>
                  </a:lnTo>
                  <a:lnTo>
                    <a:pt x="5453185" y="183866"/>
                  </a:lnTo>
                  <a:lnTo>
                    <a:pt x="5453303" y="183866"/>
                  </a:lnTo>
                  <a:lnTo>
                    <a:pt x="5453420" y="183866"/>
                  </a:lnTo>
                  <a:lnTo>
                    <a:pt x="5453538" y="183866"/>
                  </a:lnTo>
                  <a:lnTo>
                    <a:pt x="5453655" y="183866"/>
                  </a:lnTo>
                  <a:lnTo>
                    <a:pt x="5453773" y="183866"/>
                  </a:lnTo>
                  <a:lnTo>
                    <a:pt x="5453891" y="183866"/>
                  </a:lnTo>
                  <a:lnTo>
                    <a:pt x="5454008" y="183866"/>
                  </a:lnTo>
                  <a:lnTo>
                    <a:pt x="5454126" y="183866"/>
                  </a:lnTo>
                  <a:lnTo>
                    <a:pt x="5454243" y="183866"/>
                  </a:lnTo>
                  <a:lnTo>
                    <a:pt x="5454361" y="183866"/>
                  </a:lnTo>
                  <a:lnTo>
                    <a:pt x="5454479" y="183866"/>
                  </a:lnTo>
                  <a:lnTo>
                    <a:pt x="5454596" y="183866"/>
                  </a:lnTo>
                  <a:lnTo>
                    <a:pt x="5454714" y="183866"/>
                  </a:lnTo>
                  <a:lnTo>
                    <a:pt x="5454831" y="183866"/>
                  </a:lnTo>
                  <a:lnTo>
                    <a:pt x="5454949" y="183866"/>
                  </a:lnTo>
                  <a:lnTo>
                    <a:pt x="5455067" y="183866"/>
                  </a:lnTo>
                  <a:lnTo>
                    <a:pt x="5455184" y="183866"/>
                  </a:lnTo>
                  <a:lnTo>
                    <a:pt x="5455302" y="183866"/>
                  </a:lnTo>
                  <a:lnTo>
                    <a:pt x="5455420" y="183866"/>
                  </a:lnTo>
                  <a:lnTo>
                    <a:pt x="5455537" y="183866"/>
                  </a:lnTo>
                  <a:lnTo>
                    <a:pt x="5455655" y="183866"/>
                  </a:lnTo>
                  <a:lnTo>
                    <a:pt x="5455772" y="183866"/>
                  </a:lnTo>
                  <a:lnTo>
                    <a:pt x="5455890" y="183866"/>
                  </a:lnTo>
                  <a:lnTo>
                    <a:pt x="5455890" y="183435"/>
                  </a:lnTo>
                  <a:lnTo>
                    <a:pt x="5456008" y="183435"/>
                  </a:lnTo>
                  <a:lnTo>
                    <a:pt x="5456125" y="183435"/>
                  </a:lnTo>
                  <a:lnTo>
                    <a:pt x="5456243" y="183435"/>
                  </a:lnTo>
                  <a:lnTo>
                    <a:pt x="5456360" y="183435"/>
                  </a:lnTo>
                  <a:lnTo>
                    <a:pt x="5456478" y="183435"/>
                  </a:lnTo>
                  <a:lnTo>
                    <a:pt x="5456596" y="183435"/>
                  </a:lnTo>
                  <a:lnTo>
                    <a:pt x="5456713" y="183435"/>
                  </a:lnTo>
                  <a:lnTo>
                    <a:pt x="5456831" y="183435"/>
                  </a:lnTo>
                  <a:lnTo>
                    <a:pt x="5456949" y="183435"/>
                  </a:lnTo>
                  <a:lnTo>
                    <a:pt x="5457066" y="183435"/>
                  </a:lnTo>
                  <a:lnTo>
                    <a:pt x="5457184" y="183435"/>
                  </a:lnTo>
                  <a:lnTo>
                    <a:pt x="5457301" y="183435"/>
                  </a:lnTo>
                  <a:lnTo>
                    <a:pt x="5457419" y="183435"/>
                  </a:lnTo>
                  <a:lnTo>
                    <a:pt x="5457537" y="183435"/>
                  </a:lnTo>
                  <a:lnTo>
                    <a:pt x="5457654" y="183435"/>
                  </a:lnTo>
                  <a:lnTo>
                    <a:pt x="5457772" y="183435"/>
                  </a:lnTo>
                  <a:lnTo>
                    <a:pt x="5457889" y="183435"/>
                  </a:lnTo>
                  <a:lnTo>
                    <a:pt x="5458007" y="183435"/>
                  </a:lnTo>
                  <a:lnTo>
                    <a:pt x="5458125" y="183435"/>
                  </a:lnTo>
                  <a:lnTo>
                    <a:pt x="5458242" y="183435"/>
                  </a:lnTo>
                  <a:lnTo>
                    <a:pt x="5458360" y="183435"/>
                  </a:lnTo>
                  <a:lnTo>
                    <a:pt x="5458478" y="183435"/>
                  </a:lnTo>
                  <a:lnTo>
                    <a:pt x="5458595" y="183435"/>
                  </a:lnTo>
                  <a:lnTo>
                    <a:pt x="5458713" y="183435"/>
                  </a:lnTo>
                  <a:lnTo>
                    <a:pt x="5458713" y="183005"/>
                  </a:lnTo>
                  <a:lnTo>
                    <a:pt x="5458830" y="183005"/>
                  </a:lnTo>
                  <a:lnTo>
                    <a:pt x="5458948" y="183005"/>
                  </a:lnTo>
                  <a:lnTo>
                    <a:pt x="5459066" y="183005"/>
                  </a:lnTo>
                  <a:lnTo>
                    <a:pt x="5459066" y="182574"/>
                  </a:lnTo>
                  <a:lnTo>
                    <a:pt x="5459183" y="182574"/>
                  </a:lnTo>
                  <a:lnTo>
                    <a:pt x="5459301" y="182574"/>
                  </a:lnTo>
                  <a:lnTo>
                    <a:pt x="5459418" y="182574"/>
                  </a:lnTo>
                  <a:lnTo>
                    <a:pt x="5459536" y="182574"/>
                  </a:lnTo>
                  <a:lnTo>
                    <a:pt x="5459654" y="182574"/>
                  </a:lnTo>
                  <a:lnTo>
                    <a:pt x="5459771" y="182574"/>
                  </a:lnTo>
                  <a:lnTo>
                    <a:pt x="5459889" y="182574"/>
                  </a:lnTo>
                  <a:lnTo>
                    <a:pt x="5460007" y="182574"/>
                  </a:lnTo>
                  <a:lnTo>
                    <a:pt x="5460124" y="182574"/>
                  </a:lnTo>
                  <a:lnTo>
                    <a:pt x="5460242" y="182574"/>
                  </a:lnTo>
                  <a:lnTo>
                    <a:pt x="5460359" y="182574"/>
                  </a:lnTo>
                  <a:lnTo>
                    <a:pt x="5460477" y="182574"/>
                  </a:lnTo>
                  <a:lnTo>
                    <a:pt x="5460595" y="182574"/>
                  </a:lnTo>
                  <a:lnTo>
                    <a:pt x="5460712" y="182574"/>
                  </a:lnTo>
                  <a:lnTo>
                    <a:pt x="5460830" y="182574"/>
                  </a:lnTo>
                  <a:lnTo>
                    <a:pt x="5460947" y="182574"/>
                  </a:lnTo>
                  <a:lnTo>
                    <a:pt x="5461065" y="182574"/>
                  </a:lnTo>
                  <a:lnTo>
                    <a:pt x="5461183" y="182574"/>
                  </a:lnTo>
                  <a:lnTo>
                    <a:pt x="5461183" y="182143"/>
                  </a:lnTo>
                  <a:lnTo>
                    <a:pt x="5461300" y="182143"/>
                  </a:lnTo>
                  <a:lnTo>
                    <a:pt x="5461418" y="182143"/>
                  </a:lnTo>
                  <a:lnTo>
                    <a:pt x="5461536" y="182143"/>
                  </a:lnTo>
                  <a:lnTo>
                    <a:pt x="5461653" y="182143"/>
                  </a:lnTo>
                  <a:lnTo>
                    <a:pt x="5461653" y="181713"/>
                  </a:lnTo>
                  <a:lnTo>
                    <a:pt x="5461771" y="181713"/>
                  </a:lnTo>
                  <a:lnTo>
                    <a:pt x="5461888" y="181713"/>
                  </a:lnTo>
                  <a:lnTo>
                    <a:pt x="5462006" y="181713"/>
                  </a:lnTo>
                  <a:lnTo>
                    <a:pt x="5462124" y="181713"/>
                  </a:lnTo>
                  <a:lnTo>
                    <a:pt x="5462241" y="181713"/>
                  </a:lnTo>
                  <a:lnTo>
                    <a:pt x="5462359" y="181713"/>
                  </a:lnTo>
                  <a:lnTo>
                    <a:pt x="5462476" y="181713"/>
                  </a:lnTo>
                  <a:lnTo>
                    <a:pt x="5462594" y="181713"/>
                  </a:lnTo>
                  <a:lnTo>
                    <a:pt x="5462712" y="181713"/>
                  </a:lnTo>
                  <a:lnTo>
                    <a:pt x="5462829" y="181713"/>
                  </a:lnTo>
                  <a:lnTo>
                    <a:pt x="5462947" y="181713"/>
                  </a:lnTo>
                  <a:lnTo>
                    <a:pt x="5463064" y="181713"/>
                  </a:lnTo>
                  <a:lnTo>
                    <a:pt x="5463064" y="181282"/>
                  </a:lnTo>
                  <a:lnTo>
                    <a:pt x="5463182" y="181282"/>
                  </a:lnTo>
                  <a:lnTo>
                    <a:pt x="5463300" y="181282"/>
                  </a:lnTo>
                  <a:lnTo>
                    <a:pt x="5463417" y="181282"/>
                  </a:lnTo>
                  <a:lnTo>
                    <a:pt x="5463535" y="181282"/>
                  </a:lnTo>
                  <a:lnTo>
                    <a:pt x="5463653" y="181282"/>
                  </a:lnTo>
                  <a:lnTo>
                    <a:pt x="5463770" y="181282"/>
                  </a:lnTo>
                  <a:lnTo>
                    <a:pt x="5463888" y="181282"/>
                  </a:lnTo>
                  <a:lnTo>
                    <a:pt x="5463888" y="180852"/>
                  </a:lnTo>
                  <a:lnTo>
                    <a:pt x="5464005" y="180852"/>
                  </a:lnTo>
                  <a:lnTo>
                    <a:pt x="5464005" y="180421"/>
                  </a:lnTo>
                  <a:lnTo>
                    <a:pt x="5464123" y="180421"/>
                  </a:lnTo>
                  <a:lnTo>
                    <a:pt x="5464241" y="180421"/>
                  </a:lnTo>
                  <a:lnTo>
                    <a:pt x="5464358" y="180421"/>
                  </a:lnTo>
                  <a:lnTo>
                    <a:pt x="5464476" y="180421"/>
                  </a:lnTo>
                  <a:lnTo>
                    <a:pt x="5464593" y="180421"/>
                  </a:lnTo>
                  <a:lnTo>
                    <a:pt x="5464711" y="180421"/>
                  </a:lnTo>
                  <a:lnTo>
                    <a:pt x="5464829" y="180421"/>
                  </a:lnTo>
                  <a:lnTo>
                    <a:pt x="5464946" y="180421"/>
                  </a:lnTo>
                  <a:lnTo>
                    <a:pt x="5465064" y="180421"/>
                  </a:lnTo>
                  <a:lnTo>
                    <a:pt x="5465182" y="180421"/>
                  </a:lnTo>
                  <a:lnTo>
                    <a:pt x="5465299" y="180421"/>
                  </a:lnTo>
                  <a:lnTo>
                    <a:pt x="5465417" y="180421"/>
                  </a:lnTo>
                  <a:lnTo>
                    <a:pt x="5465534" y="180421"/>
                  </a:lnTo>
                  <a:lnTo>
                    <a:pt x="5465652" y="180421"/>
                  </a:lnTo>
                  <a:lnTo>
                    <a:pt x="5465770" y="180421"/>
                  </a:lnTo>
                  <a:lnTo>
                    <a:pt x="5465887" y="180421"/>
                  </a:lnTo>
                  <a:lnTo>
                    <a:pt x="5466005" y="180421"/>
                  </a:lnTo>
                  <a:lnTo>
                    <a:pt x="5466122" y="180421"/>
                  </a:lnTo>
                  <a:lnTo>
                    <a:pt x="5466240" y="180421"/>
                  </a:lnTo>
                  <a:lnTo>
                    <a:pt x="5466358" y="180421"/>
                  </a:lnTo>
                  <a:lnTo>
                    <a:pt x="5466475" y="180421"/>
                  </a:lnTo>
                  <a:lnTo>
                    <a:pt x="5466593" y="180421"/>
                  </a:lnTo>
                  <a:lnTo>
                    <a:pt x="5466711" y="180421"/>
                  </a:lnTo>
                  <a:lnTo>
                    <a:pt x="5466828" y="180421"/>
                  </a:lnTo>
                  <a:lnTo>
                    <a:pt x="5466946" y="180421"/>
                  </a:lnTo>
                  <a:lnTo>
                    <a:pt x="5467063" y="180421"/>
                  </a:lnTo>
                  <a:lnTo>
                    <a:pt x="5467181" y="180421"/>
                  </a:lnTo>
                  <a:lnTo>
                    <a:pt x="5467299" y="180421"/>
                  </a:lnTo>
                  <a:lnTo>
                    <a:pt x="5467416" y="180421"/>
                  </a:lnTo>
                  <a:lnTo>
                    <a:pt x="5467534" y="180421"/>
                  </a:lnTo>
                  <a:lnTo>
                    <a:pt x="5467651" y="180421"/>
                  </a:lnTo>
                  <a:lnTo>
                    <a:pt x="5467769" y="180421"/>
                  </a:lnTo>
                  <a:lnTo>
                    <a:pt x="5467887" y="180421"/>
                  </a:lnTo>
                  <a:lnTo>
                    <a:pt x="5468004" y="180421"/>
                  </a:lnTo>
                  <a:lnTo>
                    <a:pt x="5468122" y="180421"/>
                  </a:lnTo>
                  <a:lnTo>
                    <a:pt x="5468240" y="180421"/>
                  </a:lnTo>
                  <a:lnTo>
                    <a:pt x="5468357" y="180421"/>
                  </a:lnTo>
                  <a:lnTo>
                    <a:pt x="5468475" y="180421"/>
                  </a:lnTo>
                  <a:lnTo>
                    <a:pt x="5468475" y="179990"/>
                  </a:lnTo>
                  <a:lnTo>
                    <a:pt x="5468592" y="179990"/>
                  </a:lnTo>
                  <a:lnTo>
                    <a:pt x="5468710" y="179990"/>
                  </a:lnTo>
                  <a:lnTo>
                    <a:pt x="5468828" y="179990"/>
                  </a:lnTo>
                  <a:lnTo>
                    <a:pt x="5468945" y="179990"/>
                  </a:lnTo>
                  <a:lnTo>
                    <a:pt x="5469063" y="179990"/>
                  </a:lnTo>
                  <a:lnTo>
                    <a:pt x="5469180" y="179990"/>
                  </a:lnTo>
                  <a:lnTo>
                    <a:pt x="5469298" y="179990"/>
                  </a:lnTo>
                  <a:lnTo>
                    <a:pt x="5469416" y="179990"/>
                  </a:lnTo>
                  <a:lnTo>
                    <a:pt x="5469533" y="179990"/>
                  </a:lnTo>
                  <a:lnTo>
                    <a:pt x="5469651" y="179990"/>
                  </a:lnTo>
                  <a:lnTo>
                    <a:pt x="5469769" y="179990"/>
                  </a:lnTo>
                  <a:lnTo>
                    <a:pt x="5469769" y="179560"/>
                  </a:lnTo>
                  <a:lnTo>
                    <a:pt x="5469886" y="179560"/>
                  </a:lnTo>
                  <a:lnTo>
                    <a:pt x="5470004" y="179560"/>
                  </a:lnTo>
                  <a:lnTo>
                    <a:pt x="5470121" y="179560"/>
                  </a:lnTo>
                  <a:lnTo>
                    <a:pt x="5470239" y="179560"/>
                  </a:lnTo>
                  <a:lnTo>
                    <a:pt x="5470239" y="179129"/>
                  </a:lnTo>
                  <a:lnTo>
                    <a:pt x="5470357" y="179129"/>
                  </a:lnTo>
                  <a:lnTo>
                    <a:pt x="5470474" y="179129"/>
                  </a:lnTo>
                  <a:lnTo>
                    <a:pt x="5470592" y="179129"/>
                  </a:lnTo>
                  <a:lnTo>
                    <a:pt x="5470709" y="179129"/>
                  </a:lnTo>
                  <a:lnTo>
                    <a:pt x="5470827" y="179129"/>
                  </a:lnTo>
                  <a:lnTo>
                    <a:pt x="5470945" y="179129"/>
                  </a:lnTo>
                  <a:lnTo>
                    <a:pt x="5471062" y="179129"/>
                  </a:lnTo>
                  <a:lnTo>
                    <a:pt x="5471180" y="179129"/>
                  </a:lnTo>
                  <a:lnTo>
                    <a:pt x="5471297" y="179129"/>
                  </a:lnTo>
                  <a:lnTo>
                    <a:pt x="5471415" y="179129"/>
                  </a:lnTo>
                  <a:lnTo>
                    <a:pt x="5471533" y="179129"/>
                  </a:lnTo>
                  <a:lnTo>
                    <a:pt x="5471650" y="179129"/>
                  </a:lnTo>
                  <a:lnTo>
                    <a:pt x="5471768" y="179129"/>
                  </a:lnTo>
                  <a:lnTo>
                    <a:pt x="5471886" y="179129"/>
                  </a:lnTo>
                  <a:lnTo>
                    <a:pt x="5472003" y="179129"/>
                  </a:lnTo>
                  <a:lnTo>
                    <a:pt x="5472121" y="179129"/>
                  </a:lnTo>
                  <a:lnTo>
                    <a:pt x="5472238" y="179129"/>
                  </a:lnTo>
                  <a:lnTo>
                    <a:pt x="5472356" y="179129"/>
                  </a:lnTo>
                  <a:lnTo>
                    <a:pt x="5472474" y="179129"/>
                  </a:lnTo>
                  <a:lnTo>
                    <a:pt x="5472591" y="179129"/>
                  </a:lnTo>
                  <a:lnTo>
                    <a:pt x="5472709" y="179129"/>
                  </a:lnTo>
                  <a:lnTo>
                    <a:pt x="5472826" y="179129"/>
                  </a:lnTo>
                  <a:lnTo>
                    <a:pt x="5472944" y="179129"/>
                  </a:lnTo>
                  <a:lnTo>
                    <a:pt x="5473062" y="179129"/>
                  </a:lnTo>
                  <a:lnTo>
                    <a:pt x="5473179" y="179129"/>
                  </a:lnTo>
                  <a:lnTo>
                    <a:pt x="5473179" y="178699"/>
                  </a:lnTo>
                  <a:lnTo>
                    <a:pt x="5473297" y="178699"/>
                  </a:lnTo>
                  <a:lnTo>
                    <a:pt x="5473415" y="178699"/>
                  </a:lnTo>
                  <a:lnTo>
                    <a:pt x="5473532" y="178699"/>
                  </a:lnTo>
                  <a:lnTo>
                    <a:pt x="5473650" y="178699"/>
                  </a:lnTo>
                  <a:lnTo>
                    <a:pt x="5473767" y="178699"/>
                  </a:lnTo>
                  <a:lnTo>
                    <a:pt x="5473885" y="178699"/>
                  </a:lnTo>
                  <a:lnTo>
                    <a:pt x="5474003" y="178699"/>
                  </a:lnTo>
                  <a:lnTo>
                    <a:pt x="5474120" y="178699"/>
                  </a:lnTo>
                  <a:lnTo>
                    <a:pt x="5474238" y="178699"/>
                  </a:lnTo>
                  <a:lnTo>
                    <a:pt x="5474355" y="178699"/>
                  </a:lnTo>
                  <a:lnTo>
                    <a:pt x="5474473" y="178699"/>
                  </a:lnTo>
                  <a:lnTo>
                    <a:pt x="5474591" y="178699"/>
                  </a:lnTo>
                  <a:lnTo>
                    <a:pt x="5474708" y="178699"/>
                  </a:lnTo>
                  <a:lnTo>
                    <a:pt x="5474826" y="178699"/>
                  </a:lnTo>
                  <a:lnTo>
                    <a:pt x="5474944" y="178699"/>
                  </a:lnTo>
                  <a:lnTo>
                    <a:pt x="5474944" y="178268"/>
                  </a:lnTo>
                  <a:lnTo>
                    <a:pt x="5475061" y="178268"/>
                  </a:lnTo>
                  <a:lnTo>
                    <a:pt x="5475179" y="178268"/>
                  </a:lnTo>
                  <a:lnTo>
                    <a:pt x="5475296" y="178268"/>
                  </a:lnTo>
                  <a:lnTo>
                    <a:pt x="5475414" y="178268"/>
                  </a:lnTo>
                  <a:lnTo>
                    <a:pt x="5475532" y="178268"/>
                  </a:lnTo>
                  <a:lnTo>
                    <a:pt x="5475649" y="178268"/>
                  </a:lnTo>
                  <a:lnTo>
                    <a:pt x="5475767" y="178268"/>
                  </a:lnTo>
                  <a:lnTo>
                    <a:pt x="5475884" y="178268"/>
                  </a:lnTo>
                  <a:lnTo>
                    <a:pt x="5476002" y="178268"/>
                  </a:lnTo>
                  <a:lnTo>
                    <a:pt x="5476120" y="178268"/>
                  </a:lnTo>
                  <a:lnTo>
                    <a:pt x="5476237" y="178268"/>
                  </a:lnTo>
                  <a:lnTo>
                    <a:pt x="5476237" y="177837"/>
                  </a:lnTo>
                  <a:lnTo>
                    <a:pt x="5476355" y="177837"/>
                  </a:lnTo>
                  <a:lnTo>
                    <a:pt x="5476473" y="177837"/>
                  </a:lnTo>
                  <a:lnTo>
                    <a:pt x="5476590" y="177837"/>
                  </a:lnTo>
                  <a:lnTo>
                    <a:pt x="5476708" y="177837"/>
                  </a:lnTo>
                  <a:lnTo>
                    <a:pt x="5476825" y="177837"/>
                  </a:lnTo>
                  <a:lnTo>
                    <a:pt x="5476943" y="177837"/>
                  </a:lnTo>
                  <a:lnTo>
                    <a:pt x="5477061" y="177837"/>
                  </a:lnTo>
                  <a:lnTo>
                    <a:pt x="5477178" y="177837"/>
                  </a:lnTo>
                  <a:lnTo>
                    <a:pt x="5477296" y="177837"/>
                  </a:lnTo>
                  <a:lnTo>
                    <a:pt x="5477413" y="177837"/>
                  </a:lnTo>
                  <a:lnTo>
                    <a:pt x="5477531" y="177837"/>
                  </a:lnTo>
                  <a:lnTo>
                    <a:pt x="5477649" y="177837"/>
                  </a:lnTo>
                  <a:lnTo>
                    <a:pt x="5477766" y="177837"/>
                  </a:lnTo>
                  <a:lnTo>
                    <a:pt x="5477884" y="177837"/>
                  </a:lnTo>
                  <a:lnTo>
                    <a:pt x="5478002" y="177837"/>
                  </a:lnTo>
                  <a:lnTo>
                    <a:pt x="5478002" y="177407"/>
                  </a:lnTo>
                  <a:lnTo>
                    <a:pt x="5478119" y="177407"/>
                  </a:lnTo>
                  <a:lnTo>
                    <a:pt x="5478237" y="177407"/>
                  </a:lnTo>
                  <a:lnTo>
                    <a:pt x="5478354" y="177407"/>
                  </a:lnTo>
                  <a:lnTo>
                    <a:pt x="5478472" y="177407"/>
                  </a:lnTo>
                  <a:lnTo>
                    <a:pt x="5478590" y="177407"/>
                  </a:lnTo>
                  <a:lnTo>
                    <a:pt x="5478707" y="177407"/>
                  </a:lnTo>
                  <a:lnTo>
                    <a:pt x="5478825" y="177407"/>
                  </a:lnTo>
                  <a:lnTo>
                    <a:pt x="5478942" y="177407"/>
                  </a:lnTo>
                  <a:lnTo>
                    <a:pt x="5479060" y="177407"/>
                  </a:lnTo>
                  <a:lnTo>
                    <a:pt x="5479178" y="177407"/>
                  </a:lnTo>
                  <a:lnTo>
                    <a:pt x="5479295" y="177407"/>
                  </a:lnTo>
                  <a:lnTo>
                    <a:pt x="5479413" y="177407"/>
                  </a:lnTo>
                  <a:lnTo>
                    <a:pt x="5479530" y="177407"/>
                  </a:lnTo>
                  <a:lnTo>
                    <a:pt x="5479648" y="177407"/>
                  </a:lnTo>
                  <a:lnTo>
                    <a:pt x="5479766" y="177407"/>
                  </a:lnTo>
                  <a:lnTo>
                    <a:pt x="5479883" y="177407"/>
                  </a:lnTo>
                  <a:lnTo>
                    <a:pt x="5480001" y="177407"/>
                  </a:lnTo>
                  <a:lnTo>
                    <a:pt x="5480001" y="176976"/>
                  </a:lnTo>
                  <a:lnTo>
                    <a:pt x="5480119" y="176976"/>
                  </a:lnTo>
                  <a:lnTo>
                    <a:pt x="5480236" y="176976"/>
                  </a:lnTo>
                  <a:lnTo>
                    <a:pt x="5480354" y="176976"/>
                  </a:lnTo>
                  <a:lnTo>
                    <a:pt x="5480471" y="176976"/>
                  </a:lnTo>
                  <a:lnTo>
                    <a:pt x="5480589" y="176976"/>
                  </a:lnTo>
                  <a:lnTo>
                    <a:pt x="5480589" y="176546"/>
                  </a:lnTo>
                  <a:lnTo>
                    <a:pt x="5480707" y="176546"/>
                  </a:lnTo>
                  <a:lnTo>
                    <a:pt x="5480824" y="176546"/>
                  </a:lnTo>
                  <a:lnTo>
                    <a:pt x="5480942" y="176546"/>
                  </a:lnTo>
                  <a:lnTo>
                    <a:pt x="5481059" y="176546"/>
                  </a:lnTo>
                  <a:lnTo>
                    <a:pt x="5481177" y="176546"/>
                  </a:lnTo>
                  <a:lnTo>
                    <a:pt x="5481295" y="176546"/>
                  </a:lnTo>
                  <a:lnTo>
                    <a:pt x="5481412" y="176546"/>
                  </a:lnTo>
                  <a:lnTo>
                    <a:pt x="5481530" y="176546"/>
                  </a:lnTo>
                  <a:lnTo>
                    <a:pt x="5481648" y="176546"/>
                  </a:lnTo>
                  <a:lnTo>
                    <a:pt x="5481765" y="176546"/>
                  </a:lnTo>
                  <a:lnTo>
                    <a:pt x="5481883" y="176546"/>
                  </a:lnTo>
                  <a:lnTo>
                    <a:pt x="5482000" y="176546"/>
                  </a:lnTo>
                  <a:lnTo>
                    <a:pt x="5482000" y="176115"/>
                  </a:lnTo>
                  <a:lnTo>
                    <a:pt x="5482118" y="176115"/>
                  </a:lnTo>
                  <a:lnTo>
                    <a:pt x="5482236" y="176115"/>
                  </a:lnTo>
                  <a:lnTo>
                    <a:pt x="5482353" y="176115"/>
                  </a:lnTo>
                  <a:lnTo>
                    <a:pt x="5482471" y="176115"/>
                  </a:lnTo>
                  <a:lnTo>
                    <a:pt x="5482588" y="176115"/>
                  </a:lnTo>
                  <a:lnTo>
                    <a:pt x="5482706" y="176115"/>
                  </a:lnTo>
                  <a:lnTo>
                    <a:pt x="5482824" y="176115"/>
                  </a:lnTo>
                  <a:lnTo>
                    <a:pt x="5482941" y="176115"/>
                  </a:lnTo>
                  <a:lnTo>
                    <a:pt x="5483059" y="176115"/>
                  </a:lnTo>
                  <a:lnTo>
                    <a:pt x="5483177" y="176115"/>
                  </a:lnTo>
                  <a:lnTo>
                    <a:pt x="5483294" y="176115"/>
                  </a:lnTo>
                  <a:lnTo>
                    <a:pt x="5483412" y="176115"/>
                  </a:lnTo>
                  <a:lnTo>
                    <a:pt x="5483529" y="176115"/>
                  </a:lnTo>
                  <a:lnTo>
                    <a:pt x="5483647" y="176115"/>
                  </a:lnTo>
                  <a:lnTo>
                    <a:pt x="5483765" y="176115"/>
                  </a:lnTo>
                  <a:lnTo>
                    <a:pt x="5483882" y="176115"/>
                  </a:lnTo>
                  <a:lnTo>
                    <a:pt x="5484000" y="176115"/>
                  </a:lnTo>
                  <a:lnTo>
                    <a:pt x="5484117" y="176115"/>
                  </a:lnTo>
                  <a:lnTo>
                    <a:pt x="5484117" y="175684"/>
                  </a:lnTo>
                  <a:lnTo>
                    <a:pt x="5484235" y="175684"/>
                  </a:lnTo>
                  <a:lnTo>
                    <a:pt x="5484353" y="175684"/>
                  </a:lnTo>
                  <a:lnTo>
                    <a:pt x="5484470" y="175684"/>
                  </a:lnTo>
                  <a:lnTo>
                    <a:pt x="5484588" y="175684"/>
                  </a:lnTo>
                  <a:lnTo>
                    <a:pt x="5484706" y="175684"/>
                  </a:lnTo>
                  <a:lnTo>
                    <a:pt x="5484823" y="175684"/>
                  </a:lnTo>
                  <a:lnTo>
                    <a:pt x="5484941" y="175684"/>
                  </a:lnTo>
                  <a:lnTo>
                    <a:pt x="5485058" y="175684"/>
                  </a:lnTo>
                  <a:lnTo>
                    <a:pt x="5485176" y="175684"/>
                  </a:lnTo>
                  <a:lnTo>
                    <a:pt x="5485294" y="175684"/>
                  </a:lnTo>
                  <a:lnTo>
                    <a:pt x="5485411" y="175684"/>
                  </a:lnTo>
                  <a:lnTo>
                    <a:pt x="5485529" y="175684"/>
                  </a:lnTo>
                  <a:lnTo>
                    <a:pt x="5485646" y="175684"/>
                  </a:lnTo>
                  <a:lnTo>
                    <a:pt x="5485764" y="175684"/>
                  </a:lnTo>
                  <a:lnTo>
                    <a:pt x="5485882" y="175684"/>
                  </a:lnTo>
                  <a:lnTo>
                    <a:pt x="5485999" y="175684"/>
                  </a:lnTo>
                  <a:lnTo>
                    <a:pt x="5486117" y="175684"/>
                  </a:lnTo>
                  <a:lnTo>
                    <a:pt x="5486235" y="175684"/>
                  </a:lnTo>
                  <a:lnTo>
                    <a:pt x="5486352" y="175684"/>
                  </a:lnTo>
                  <a:lnTo>
                    <a:pt x="5486470" y="175684"/>
                  </a:lnTo>
                  <a:lnTo>
                    <a:pt x="5486587" y="175684"/>
                  </a:lnTo>
                  <a:lnTo>
                    <a:pt x="5486705" y="175684"/>
                  </a:lnTo>
                  <a:lnTo>
                    <a:pt x="5486823" y="175684"/>
                  </a:lnTo>
                  <a:lnTo>
                    <a:pt x="5486823" y="175254"/>
                  </a:lnTo>
                  <a:lnTo>
                    <a:pt x="5486940" y="175254"/>
                  </a:lnTo>
                  <a:lnTo>
                    <a:pt x="5487058" y="175254"/>
                  </a:lnTo>
                  <a:lnTo>
                    <a:pt x="5487058" y="174823"/>
                  </a:lnTo>
                  <a:lnTo>
                    <a:pt x="5487175" y="174823"/>
                  </a:lnTo>
                  <a:lnTo>
                    <a:pt x="5487293" y="174823"/>
                  </a:lnTo>
                  <a:lnTo>
                    <a:pt x="5487411" y="174823"/>
                  </a:lnTo>
                  <a:lnTo>
                    <a:pt x="5487528" y="174823"/>
                  </a:lnTo>
                  <a:lnTo>
                    <a:pt x="5487646" y="174823"/>
                  </a:lnTo>
                  <a:lnTo>
                    <a:pt x="5487763" y="174823"/>
                  </a:lnTo>
                  <a:lnTo>
                    <a:pt x="5487881" y="174823"/>
                  </a:lnTo>
                  <a:lnTo>
                    <a:pt x="5487999" y="174823"/>
                  </a:lnTo>
                  <a:lnTo>
                    <a:pt x="5488116" y="174823"/>
                  </a:lnTo>
                  <a:lnTo>
                    <a:pt x="5488234" y="174823"/>
                  </a:lnTo>
                  <a:lnTo>
                    <a:pt x="5488352" y="174823"/>
                  </a:lnTo>
                  <a:lnTo>
                    <a:pt x="5488469" y="174823"/>
                  </a:lnTo>
                  <a:lnTo>
                    <a:pt x="5488587" y="174823"/>
                  </a:lnTo>
                  <a:lnTo>
                    <a:pt x="5488704" y="174823"/>
                  </a:lnTo>
                  <a:lnTo>
                    <a:pt x="5488822" y="174823"/>
                  </a:lnTo>
                  <a:lnTo>
                    <a:pt x="5488822" y="174393"/>
                  </a:lnTo>
                  <a:lnTo>
                    <a:pt x="5488822" y="173962"/>
                  </a:lnTo>
                  <a:lnTo>
                    <a:pt x="5488940" y="173962"/>
                  </a:lnTo>
                  <a:lnTo>
                    <a:pt x="5489057" y="173962"/>
                  </a:lnTo>
                  <a:lnTo>
                    <a:pt x="5489175" y="173962"/>
                  </a:lnTo>
                  <a:lnTo>
                    <a:pt x="5489292" y="173962"/>
                  </a:lnTo>
                  <a:lnTo>
                    <a:pt x="5489410" y="173962"/>
                  </a:lnTo>
                  <a:lnTo>
                    <a:pt x="5489528" y="173962"/>
                  </a:lnTo>
                  <a:lnTo>
                    <a:pt x="5489645" y="173962"/>
                  </a:lnTo>
                  <a:lnTo>
                    <a:pt x="5489763" y="173962"/>
                  </a:lnTo>
                  <a:lnTo>
                    <a:pt x="5489881" y="173962"/>
                  </a:lnTo>
                  <a:lnTo>
                    <a:pt x="5489881" y="173531"/>
                  </a:lnTo>
                  <a:lnTo>
                    <a:pt x="5489998" y="173531"/>
                  </a:lnTo>
                  <a:lnTo>
                    <a:pt x="5489998" y="173101"/>
                  </a:lnTo>
                  <a:lnTo>
                    <a:pt x="5490116" y="173101"/>
                  </a:lnTo>
                  <a:lnTo>
                    <a:pt x="5490233" y="173101"/>
                  </a:lnTo>
                  <a:lnTo>
                    <a:pt x="5490351" y="173101"/>
                  </a:lnTo>
                  <a:lnTo>
                    <a:pt x="5490469" y="173101"/>
                  </a:lnTo>
                  <a:lnTo>
                    <a:pt x="5490586" y="173101"/>
                  </a:lnTo>
                  <a:lnTo>
                    <a:pt x="5490704" y="173101"/>
                  </a:lnTo>
                  <a:lnTo>
                    <a:pt x="5490821" y="173101"/>
                  </a:lnTo>
                  <a:lnTo>
                    <a:pt x="5490939" y="173101"/>
                  </a:lnTo>
                  <a:lnTo>
                    <a:pt x="5491057" y="173101"/>
                  </a:lnTo>
                  <a:lnTo>
                    <a:pt x="5491174" y="173101"/>
                  </a:lnTo>
                  <a:lnTo>
                    <a:pt x="5491292" y="173101"/>
                  </a:lnTo>
                  <a:lnTo>
                    <a:pt x="5491410" y="173101"/>
                  </a:lnTo>
                  <a:lnTo>
                    <a:pt x="5491527" y="173101"/>
                  </a:lnTo>
                  <a:lnTo>
                    <a:pt x="5491645" y="173101"/>
                  </a:lnTo>
                  <a:lnTo>
                    <a:pt x="5491762" y="173101"/>
                  </a:lnTo>
                  <a:lnTo>
                    <a:pt x="5491880" y="173101"/>
                  </a:lnTo>
                  <a:lnTo>
                    <a:pt x="5491998" y="173101"/>
                  </a:lnTo>
                  <a:lnTo>
                    <a:pt x="5492115" y="173101"/>
                  </a:lnTo>
                  <a:lnTo>
                    <a:pt x="5492233" y="173101"/>
                  </a:lnTo>
                  <a:lnTo>
                    <a:pt x="5492350" y="173101"/>
                  </a:lnTo>
                  <a:lnTo>
                    <a:pt x="5492468" y="173101"/>
                  </a:lnTo>
                  <a:lnTo>
                    <a:pt x="5492586" y="173101"/>
                  </a:lnTo>
                  <a:lnTo>
                    <a:pt x="5492703" y="173101"/>
                  </a:lnTo>
                  <a:lnTo>
                    <a:pt x="5492821" y="173101"/>
                  </a:lnTo>
                  <a:lnTo>
                    <a:pt x="5492939" y="173101"/>
                  </a:lnTo>
                  <a:lnTo>
                    <a:pt x="5493056" y="173101"/>
                  </a:lnTo>
                  <a:lnTo>
                    <a:pt x="5493174" y="173101"/>
                  </a:lnTo>
                  <a:lnTo>
                    <a:pt x="5493291" y="173101"/>
                  </a:lnTo>
                  <a:lnTo>
                    <a:pt x="5493409" y="173101"/>
                  </a:lnTo>
                  <a:lnTo>
                    <a:pt x="5493527" y="173101"/>
                  </a:lnTo>
                  <a:lnTo>
                    <a:pt x="5493644" y="173101"/>
                  </a:lnTo>
                  <a:lnTo>
                    <a:pt x="5493762" y="173101"/>
                  </a:lnTo>
                  <a:lnTo>
                    <a:pt x="5493879" y="173101"/>
                  </a:lnTo>
                  <a:lnTo>
                    <a:pt x="5493997" y="173101"/>
                  </a:lnTo>
                  <a:lnTo>
                    <a:pt x="5494115" y="173101"/>
                  </a:lnTo>
                  <a:lnTo>
                    <a:pt x="5494232" y="173101"/>
                  </a:lnTo>
                  <a:lnTo>
                    <a:pt x="5494350" y="173101"/>
                  </a:lnTo>
                  <a:lnTo>
                    <a:pt x="5494467" y="173101"/>
                  </a:lnTo>
                  <a:lnTo>
                    <a:pt x="5494585" y="173101"/>
                  </a:lnTo>
                  <a:lnTo>
                    <a:pt x="5494703" y="173101"/>
                  </a:lnTo>
                  <a:lnTo>
                    <a:pt x="5494820" y="173101"/>
                  </a:lnTo>
                  <a:lnTo>
                    <a:pt x="5494938" y="173101"/>
                  </a:lnTo>
                  <a:lnTo>
                    <a:pt x="5495056" y="173101"/>
                  </a:lnTo>
                  <a:lnTo>
                    <a:pt x="5495173" y="173101"/>
                  </a:lnTo>
                  <a:lnTo>
                    <a:pt x="5495291" y="173101"/>
                  </a:lnTo>
                  <a:lnTo>
                    <a:pt x="5495408" y="173101"/>
                  </a:lnTo>
                  <a:lnTo>
                    <a:pt x="5495526" y="173101"/>
                  </a:lnTo>
                  <a:lnTo>
                    <a:pt x="5495526" y="172670"/>
                  </a:lnTo>
                  <a:lnTo>
                    <a:pt x="5495644" y="172670"/>
                  </a:lnTo>
                  <a:lnTo>
                    <a:pt x="5495761" y="172670"/>
                  </a:lnTo>
                  <a:lnTo>
                    <a:pt x="5495879" y="172670"/>
                  </a:lnTo>
                  <a:lnTo>
                    <a:pt x="5495996" y="172670"/>
                  </a:lnTo>
                  <a:lnTo>
                    <a:pt x="5496114" y="172670"/>
                  </a:lnTo>
                  <a:lnTo>
                    <a:pt x="5496232" y="172670"/>
                  </a:lnTo>
                  <a:lnTo>
                    <a:pt x="5496349" y="172670"/>
                  </a:lnTo>
                  <a:lnTo>
                    <a:pt x="5496467" y="172670"/>
                  </a:lnTo>
                  <a:lnTo>
                    <a:pt x="5496585" y="172670"/>
                  </a:lnTo>
                  <a:lnTo>
                    <a:pt x="5496702" y="172670"/>
                  </a:lnTo>
                  <a:lnTo>
                    <a:pt x="5496702" y="172240"/>
                  </a:lnTo>
                  <a:lnTo>
                    <a:pt x="5496820" y="172240"/>
                  </a:lnTo>
                  <a:lnTo>
                    <a:pt x="5496820" y="171809"/>
                  </a:lnTo>
                  <a:lnTo>
                    <a:pt x="5496937" y="171809"/>
                  </a:lnTo>
                  <a:lnTo>
                    <a:pt x="5496937" y="171378"/>
                  </a:lnTo>
                  <a:lnTo>
                    <a:pt x="5497055" y="171378"/>
                  </a:lnTo>
                  <a:lnTo>
                    <a:pt x="5497173" y="171378"/>
                  </a:lnTo>
                  <a:lnTo>
                    <a:pt x="5497290" y="171378"/>
                  </a:lnTo>
                  <a:lnTo>
                    <a:pt x="5497408" y="171378"/>
                  </a:lnTo>
                  <a:lnTo>
                    <a:pt x="5497525" y="171378"/>
                  </a:lnTo>
                  <a:lnTo>
                    <a:pt x="5497643" y="171378"/>
                  </a:lnTo>
                  <a:lnTo>
                    <a:pt x="5497761" y="171378"/>
                  </a:lnTo>
                  <a:lnTo>
                    <a:pt x="5497878" y="171378"/>
                  </a:lnTo>
                  <a:lnTo>
                    <a:pt x="5497996" y="171378"/>
                  </a:lnTo>
                  <a:lnTo>
                    <a:pt x="5498114" y="171378"/>
                  </a:lnTo>
                  <a:lnTo>
                    <a:pt x="5498231" y="171378"/>
                  </a:lnTo>
                  <a:lnTo>
                    <a:pt x="5498349" y="171378"/>
                  </a:lnTo>
                  <a:lnTo>
                    <a:pt x="5498466" y="171378"/>
                  </a:lnTo>
                  <a:lnTo>
                    <a:pt x="5498584" y="171378"/>
                  </a:lnTo>
                  <a:lnTo>
                    <a:pt x="5498702" y="171378"/>
                  </a:lnTo>
                  <a:lnTo>
                    <a:pt x="5498819" y="171378"/>
                  </a:lnTo>
                  <a:lnTo>
                    <a:pt x="5498937" y="171378"/>
                  </a:lnTo>
                  <a:lnTo>
                    <a:pt x="5499054" y="171378"/>
                  </a:lnTo>
                  <a:lnTo>
                    <a:pt x="5499172" y="171378"/>
                  </a:lnTo>
                  <a:lnTo>
                    <a:pt x="5499290" y="171378"/>
                  </a:lnTo>
                  <a:lnTo>
                    <a:pt x="5499290" y="170948"/>
                  </a:lnTo>
                  <a:lnTo>
                    <a:pt x="5499407" y="170948"/>
                  </a:lnTo>
                  <a:lnTo>
                    <a:pt x="5499525" y="170948"/>
                  </a:lnTo>
                  <a:lnTo>
                    <a:pt x="5499643" y="170948"/>
                  </a:lnTo>
                  <a:lnTo>
                    <a:pt x="5499760" y="170948"/>
                  </a:lnTo>
                  <a:lnTo>
                    <a:pt x="5499878" y="170948"/>
                  </a:lnTo>
                  <a:lnTo>
                    <a:pt x="5499995" y="170948"/>
                  </a:lnTo>
                  <a:lnTo>
                    <a:pt x="5500113" y="170948"/>
                  </a:lnTo>
                  <a:lnTo>
                    <a:pt x="5500231" y="170948"/>
                  </a:lnTo>
                  <a:lnTo>
                    <a:pt x="5500348" y="170948"/>
                  </a:lnTo>
                  <a:lnTo>
                    <a:pt x="5500348" y="170517"/>
                  </a:lnTo>
                  <a:lnTo>
                    <a:pt x="5500466" y="170517"/>
                  </a:lnTo>
                  <a:lnTo>
                    <a:pt x="5500583" y="170517"/>
                  </a:lnTo>
                  <a:lnTo>
                    <a:pt x="5500701" y="170517"/>
                  </a:lnTo>
                  <a:lnTo>
                    <a:pt x="5500819" y="170517"/>
                  </a:lnTo>
                  <a:lnTo>
                    <a:pt x="5500936" y="170517"/>
                  </a:lnTo>
                  <a:lnTo>
                    <a:pt x="5501054" y="170517"/>
                  </a:lnTo>
                  <a:lnTo>
                    <a:pt x="5501172" y="170517"/>
                  </a:lnTo>
                  <a:lnTo>
                    <a:pt x="5501172" y="170087"/>
                  </a:lnTo>
                  <a:lnTo>
                    <a:pt x="5501289" y="170087"/>
                  </a:lnTo>
                  <a:lnTo>
                    <a:pt x="5501407" y="170087"/>
                  </a:lnTo>
                  <a:lnTo>
                    <a:pt x="5501407" y="169656"/>
                  </a:lnTo>
                  <a:lnTo>
                    <a:pt x="5501524" y="169656"/>
                  </a:lnTo>
                  <a:lnTo>
                    <a:pt x="5501642" y="169656"/>
                  </a:lnTo>
                  <a:lnTo>
                    <a:pt x="5501760" y="169656"/>
                  </a:lnTo>
                  <a:lnTo>
                    <a:pt x="5501877" y="169656"/>
                  </a:lnTo>
                  <a:lnTo>
                    <a:pt x="5501995" y="169656"/>
                  </a:lnTo>
                  <a:lnTo>
                    <a:pt x="5502112" y="169656"/>
                  </a:lnTo>
                  <a:lnTo>
                    <a:pt x="5502230" y="169656"/>
                  </a:lnTo>
                  <a:lnTo>
                    <a:pt x="5502348" y="169656"/>
                  </a:lnTo>
                  <a:lnTo>
                    <a:pt x="5502465" y="169656"/>
                  </a:lnTo>
                  <a:lnTo>
                    <a:pt x="5502583" y="169656"/>
                  </a:lnTo>
                  <a:lnTo>
                    <a:pt x="5502700" y="169656"/>
                  </a:lnTo>
                  <a:lnTo>
                    <a:pt x="5502818" y="169656"/>
                  </a:lnTo>
                  <a:lnTo>
                    <a:pt x="5502936" y="169656"/>
                  </a:lnTo>
                  <a:lnTo>
                    <a:pt x="5503053" y="169656"/>
                  </a:lnTo>
                  <a:lnTo>
                    <a:pt x="5503171" y="169656"/>
                  </a:lnTo>
                  <a:lnTo>
                    <a:pt x="5503289" y="169656"/>
                  </a:lnTo>
                  <a:lnTo>
                    <a:pt x="5503406" y="169656"/>
                  </a:lnTo>
                  <a:lnTo>
                    <a:pt x="5503524" y="169656"/>
                  </a:lnTo>
                  <a:lnTo>
                    <a:pt x="5503641" y="169656"/>
                  </a:lnTo>
                  <a:lnTo>
                    <a:pt x="5503759" y="169656"/>
                  </a:lnTo>
                  <a:lnTo>
                    <a:pt x="5503877" y="169656"/>
                  </a:lnTo>
                  <a:lnTo>
                    <a:pt x="5503994" y="169656"/>
                  </a:lnTo>
                  <a:lnTo>
                    <a:pt x="5504112" y="169656"/>
                  </a:lnTo>
                  <a:lnTo>
                    <a:pt x="5504229" y="169656"/>
                  </a:lnTo>
                  <a:lnTo>
                    <a:pt x="5504347" y="169656"/>
                  </a:lnTo>
                  <a:lnTo>
                    <a:pt x="5504465" y="169656"/>
                  </a:lnTo>
                  <a:lnTo>
                    <a:pt x="5504582" y="169656"/>
                  </a:lnTo>
                  <a:lnTo>
                    <a:pt x="5504700" y="169656"/>
                  </a:lnTo>
                  <a:lnTo>
                    <a:pt x="5504818" y="169656"/>
                  </a:lnTo>
                  <a:lnTo>
                    <a:pt x="5504935" y="169656"/>
                  </a:lnTo>
                  <a:lnTo>
                    <a:pt x="5505053" y="169656"/>
                  </a:lnTo>
                  <a:lnTo>
                    <a:pt x="5505170" y="169656"/>
                  </a:lnTo>
                  <a:lnTo>
                    <a:pt x="5505288" y="169656"/>
                  </a:lnTo>
                  <a:lnTo>
                    <a:pt x="5505406" y="169656"/>
                  </a:lnTo>
                  <a:lnTo>
                    <a:pt x="5505523" y="169656"/>
                  </a:lnTo>
                  <a:lnTo>
                    <a:pt x="5505641" y="169656"/>
                  </a:lnTo>
                  <a:lnTo>
                    <a:pt x="5505758" y="169656"/>
                  </a:lnTo>
                  <a:lnTo>
                    <a:pt x="5505876" y="169656"/>
                  </a:lnTo>
                  <a:lnTo>
                    <a:pt x="5505876" y="169225"/>
                  </a:lnTo>
                  <a:lnTo>
                    <a:pt x="5505994" y="169225"/>
                  </a:lnTo>
                  <a:lnTo>
                    <a:pt x="5506111" y="169225"/>
                  </a:lnTo>
                  <a:lnTo>
                    <a:pt x="5506229" y="169225"/>
                  </a:lnTo>
                  <a:lnTo>
                    <a:pt x="5506347" y="169225"/>
                  </a:lnTo>
                  <a:lnTo>
                    <a:pt x="5506464" y="169225"/>
                  </a:lnTo>
                  <a:lnTo>
                    <a:pt x="5506582" y="169225"/>
                  </a:lnTo>
                  <a:lnTo>
                    <a:pt x="5506582" y="168795"/>
                  </a:lnTo>
                  <a:lnTo>
                    <a:pt x="5506699" y="168795"/>
                  </a:lnTo>
                  <a:lnTo>
                    <a:pt x="5506699" y="168364"/>
                  </a:lnTo>
                  <a:lnTo>
                    <a:pt x="5506699" y="167934"/>
                  </a:lnTo>
                  <a:lnTo>
                    <a:pt x="5506817" y="167934"/>
                  </a:lnTo>
                  <a:lnTo>
                    <a:pt x="5506935" y="167934"/>
                  </a:lnTo>
                  <a:lnTo>
                    <a:pt x="5507052" y="167934"/>
                  </a:lnTo>
                  <a:lnTo>
                    <a:pt x="5507170" y="167934"/>
                  </a:lnTo>
                  <a:lnTo>
                    <a:pt x="5507287" y="167934"/>
                  </a:lnTo>
                  <a:lnTo>
                    <a:pt x="5507405" y="167934"/>
                  </a:lnTo>
                  <a:lnTo>
                    <a:pt x="5507523" y="167934"/>
                  </a:lnTo>
                  <a:lnTo>
                    <a:pt x="5507640" y="167934"/>
                  </a:lnTo>
                  <a:lnTo>
                    <a:pt x="5507758" y="167934"/>
                  </a:lnTo>
                  <a:lnTo>
                    <a:pt x="5507876" y="167934"/>
                  </a:lnTo>
                  <a:lnTo>
                    <a:pt x="5507993" y="167934"/>
                  </a:lnTo>
                  <a:lnTo>
                    <a:pt x="5508111" y="167934"/>
                  </a:lnTo>
                  <a:lnTo>
                    <a:pt x="5508228" y="167934"/>
                  </a:lnTo>
                  <a:lnTo>
                    <a:pt x="5508346" y="167934"/>
                  </a:lnTo>
                  <a:lnTo>
                    <a:pt x="5508346" y="167503"/>
                  </a:lnTo>
                  <a:lnTo>
                    <a:pt x="5508464" y="167503"/>
                  </a:lnTo>
                  <a:lnTo>
                    <a:pt x="5508581" y="167503"/>
                  </a:lnTo>
                  <a:lnTo>
                    <a:pt x="5508699" y="167503"/>
                  </a:lnTo>
                  <a:lnTo>
                    <a:pt x="5508816" y="167503"/>
                  </a:lnTo>
                  <a:lnTo>
                    <a:pt x="5508934" y="167503"/>
                  </a:lnTo>
                  <a:lnTo>
                    <a:pt x="5509052" y="167503"/>
                  </a:lnTo>
                  <a:lnTo>
                    <a:pt x="5509169" y="167503"/>
                  </a:lnTo>
                  <a:lnTo>
                    <a:pt x="5509287" y="167503"/>
                  </a:lnTo>
                  <a:lnTo>
                    <a:pt x="5509405" y="167503"/>
                  </a:lnTo>
                  <a:lnTo>
                    <a:pt x="5509522" y="167503"/>
                  </a:lnTo>
                  <a:lnTo>
                    <a:pt x="5509640" y="167503"/>
                  </a:lnTo>
                  <a:lnTo>
                    <a:pt x="5509757" y="167503"/>
                  </a:lnTo>
                  <a:lnTo>
                    <a:pt x="5509875" y="167503"/>
                  </a:lnTo>
                  <a:lnTo>
                    <a:pt x="5509993" y="167503"/>
                  </a:lnTo>
                  <a:lnTo>
                    <a:pt x="5510110" y="167503"/>
                  </a:lnTo>
                  <a:lnTo>
                    <a:pt x="5510228" y="167503"/>
                  </a:lnTo>
                  <a:lnTo>
                    <a:pt x="5510228" y="167072"/>
                  </a:lnTo>
                  <a:lnTo>
                    <a:pt x="5510345" y="167072"/>
                  </a:lnTo>
                  <a:lnTo>
                    <a:pt x="5510463" y="167072"/>
                  </a:lnTo>
                  <a:lnTo>
                    <a:pt x="5510581" y="167072"/>
                  </a:lnTo>
                  <a:lnTo>
                    <a:pt x="5510698" y="167072"/>
                  </a:lnTo>
                  <a:lnTo>
                    <a:pt x="5510698" y="166642"/>
                  </a:lnTo>
                  <a:lnTo>
                    <a:pt x="5510816" y="166642"/>
                  </a:lnTo>
                  <a:lnTo>
                    <a:pt x="5510933" y="166642"/>
                  </a:lnTo>
                  <a:lnTo>
                    <a:pt x="5511051" y="166642"/>
                  </a:lnTo>
                  <a:lnTo>
                    <a:pt x="5511169" y="166642"/>
                  </a:lnTo>
                  <a:lnTo>
                    <a:pt x="5511286" y="166642"/>
                  </a:lnTo>
                  <a:lnTo>
                    <a:pt x="5511404" y="166642"/>
                  </a:lnTo>
                  <a:lnTo>
                    <a:pt x="5511522" y="166642"/>
                  </a:lnTo>
                  <a:lnTo>
                    <a:pt x="5511639" y="166642"/>
                  </a:lnTo>
                  <a:lnTo>
                    <a:pt x="5511757" y="166642"/>
                  </a:lnTo>
                  <a:lnTo>
                    <a:pt x="5511874" y="166642"/>
                  </a:lnTo>
                  <a:lnTo>
                    <a:pt x="5511992" y="166642"/>
                  </a:lnTo>
                  <a:lnTo>
                    <a:pt x="5512110" y="166642"/>
                  </a:lnTo>
                  <a:lnTo>
                    <a:pt x="5512227" y="166642"/>
                  </a:lnTo>
                  <a:lnTo>
                    <a:pt x="5512345" y="166642"/>
                  </a:lnTo>
                  <a:lnTo>
                    <a:pt x="5512345" y="166211"/>
                  </a:lnTo>
                  <a:lnTo>
                    <a:pt x="5512462" y="166211"/>
                  </a:lnTo>
                  <a:lnTo>
                    <a:pt x="5512580" y="166211"/>
                  </a:lnTo>
                  <a:lnTo>
                    <a:pt x="5512698" y="166211"/>
                  </a:lnTo>
                  <a:lnTo>
                    <a:pt x="5512815" y="166211"/>
                  </a:lnTo>
                  <a:lnTo>
                    <a:pt x="5512815" y="165781"/>
                  </a:lnTo>
                  <a:lnTo>
                    <a:pt x="5512933" y="165781"/>
                  </a:lnTo>
                  <a:lnTo>
                    <a:pt x="5513051" y="165781"/>
                  </a:lnTo>
                  <a:lnTo>
                    <a:pt x="5513168" y="165781"/>
                  </a:lnTo>
                  <a:lnTo>
                    <a:pt x="5513286" y="165781"/>
                  </a:lnTo>
                  <a:lnTo>
                    <a:pt x="5513403" y="165781"/>
                  </a:lnTo>
                  <a:lnTo>
                    <a:pt x="5513521" y="165781"/>
                  </a:lnTo>
                  <a:lnTo>
                    <a:pt x="5513521" y="165350"/>
                  </a:lnTo>
                  <a:lnTo>
                    <a:pt x="5513639" y="165350"/>
                  </a:lnTo>
                  <a:lnTo>
                    <a:pt x="5513756" y="165350"/>
                  </a:lnTo>
                  <a:lnTo>
                    <a:pt x="5513874" y="165350"/>
                  </a:lnTo>
                  <a:lnTo>
                    <a:pt x="5513991" y="165350"/>
                  </a:lnTo>
                  <a:lnTo>
                    <a:pt x="5514109" y="165350"/>
                  </a:lnTo>
                  <a:lnTo>
                    <a:pt x="5514227" y="165350"/>
                  </a:lnTo>
                  <a:lnTo>
                    <a:pt x="5514227" y="164919"/>
                  </a:lnTo>
                  <a:lnTo>
                    <a:pt x="5514344" y="164919"/>
                  </a:lnTo>
                  <a:lnTo>
                    <a:pt x="5514462" y="164919"/>
                  </a:lnTo>
                  <a:lnTo>
                    <a:pt x="5514580" y="164919"/>
                  </a:lnTo>
                  <a:lnTo>
                    <a:pt x="5514697" y="164919"/>
                  </a:lnTo>
                  <a:lnTo>
                    <a:pt x="5514815" y="164919"/>
                  </a:lnTo>
                  <a:lnTo>
                    <a:pt x="5514932" y="164919"/>
                  </a:lnTo>
                  <a:lnTo>
                    <a:pt x="5515050" y="164919"/>
                  </a:lnTo>
                  <a:lnTo>
                    <a:pt x="5515168" y="164919"/>
                  </a:lnTo>
                  <a:lnTo>
                    <a:pt x="5515285" y="164919"/>
                  </a:lnTo>
                  <a:lnTo>
                    <a:pt x="5515403" y="164919"/>
                  </a:lnTo>
                  <a:lnTo>
                    <a:pt x="5515520" y="164919"/>
                  </a:lnTo>
                  <a:lnTo>
                    <a:pt x="5515638" y="164919"/>
                  </a:lnTo>
                  <a:lnTo>
                    <a:pt x="5515756" y="164919"/>
                  </a:lnTo>
                  <a:lnTo>
                    <a:pt x="5515873" y="164919"/>
                  </a:lnTo>
                  <a:lnTo>
                    <a:pt x="5515991" y="164919"/>
                  </a:lnTo>
                  <a:lnTo>
                    <a:pt x="5516109" y="164919"/>
                  </a:lnTo>
                  <a:lnTo>
                    <a:pt x="5516109" y="164489"/>
                  </a:lnTo>
                  <a:lnTo>
                    <a:pt x="5516226" y="164489"/>
                  </a:lnTo>
                  <a:lnTo>
                    <a:pt x="5516344" y="164489"/>
                  </a:lnTo>
                  <a:lnTo>
                    <a:pt x="5516461" y="164489"/>
                  </a:lnTo>
                  <a:lnTo>
                    <a:pt x="5516579" y="164489"/>
                  </a:lnTo>
                  <a:lnTo>
                    <a:pt x="5516697" y="164489"/>
                  </a:lnTo>
                  <a:lnTo>
                    <a:pt x="5516814" y="164489"/>
                  </a:lnTo>
                  <a:lnTo>
                    <a:pt x="5516932" y="164489"/>
                  </a:lnTo>
                  <a:lnTo>
                    <a:pt x="5517049" y="164489"/>
                  </a:lnTo>
                  <a:lnTo>
                    <a:pt x="5517167" y="164489"/>
                  </a:lnTo>
                  <a:lnTo>
                    <a:pt x="5517285" y="164489"/>
                  </a:lnTo>
                  <a:lnTo>
                    <a:pt x="5517402" y="164489"/>
                  </a:lnTo>
                  <a:lnTo>
                    <a:pt x="5517520" y="164489"/>
                  </a:lnTo>
                  <a:lnTo>
                    <a:pt x="5517520" y="164058"/>
                  </a:lnTo>
                  <a:lnTo>
                    <a:pt x="5517638" y="164058"/>
                  </a:lnTo>
                  <a:lnTo>
                    <a:pt x="5517755" y="164058"/>
                  </a:lnTo>
                  <a:lnTo>
                    <a:pt x="5517873" y="164058"/>
                  </a:lnTo>
                  <a:lnTo>
                    <a:pt x="5517990" y="164058"/>
                  </a:lnTo>
                  <a:lnTo>
                    <a:pt x="5518108" y="164058"/>
                  </a:lnTo>
                  <a:lnTo>
                    <a:pt x="5518108" y="163628"/>
                  </a:lnTo>
                  <a:lnTo>
                    <a:pt x="5518226" y="163628"/>
                  </a:lnTo>
                  <a:lnTo>
                    <a:pt x="5518343" y="163628"/>
                  </a:lnTo>
                  <a:lnTo>
                    <a:pt x="5518343" y="163197"/>
                  </a:lnTo>
                  <a:lnTo>
                    <a:pt x="5518461" y="163197"/>
                  </a:lnTo>
                  <a:lnTo>
                    <a:pt x="5518578" y="163197"/>
                  </a:lnTo>
                  <a:lnTo>
                    <a:pt x="5518696" y="163197"/>
                  </a:lnTo>
                  <a:lnTo>
                    <a:pt x="5518814" y="163197"/>
                  </a:lnTo>
                  <a:lnTo>
                    <a:pt x="5518931" y="163197"/>
                  </a:lnTo>
                  <a:lnTo>
                    <a:pt x="5519049" y="163197"/>
                  </a:lnTo>
                  <a:lnTo>
                    <a:pt x="5519166" y="163197"/>
                  </a:lnTo>
                  <a:lnTo>
                    <a:pt x="5519284" y="163197"/>
                  </a:lnTo>
                  <a:lnTo>
                    <a:pt x="5519402" y="163197"/>
                  </a:lnTo>
                  <a:lnTo>
                    <a:pt x="5519402" y="162766"/>
                  </a:lnTo>
                  <a:lnTo>
                    <a:pt x="5519519" y="162766"/>
                  </a:lnTo>
                  <a:lnTo>
                    <a:pt x="5519637" y="162766"/>
                  </a:lnTo>
                  <a:lnTo>
                    <a:pt x="5519755" y="162766"/>
                  </a:lnTo>
                  <a:lnTo>
                    <a:pt x="5519872" y="162766"/>
                  </a:lnTo>
                  <a:lnTo>
                    <a:pt x="5519990" y="162766"/>
                  </a:lnTo>
                  <a:lnTo>
                    <a:pt x="5520107" y="162766"/>
                  </a:lnTo>
                  <a:lnTo>
                    <a:pt x="5520225" y="162766"/>
                  </a:lnTo>
                  <a:lnTo>
                    <a:pt x="5520343" y="162766"/>
                  </a:lnTo>
                  <a:lnTo>
                    <a:pt x="5520460" y="162766"/>
                  </a:lnTo>
                  <a:lnTo>
                    <a:pt x="5520578" y="162766"/>
                  </a:lnTo>
                  <a:lnTo>
                    <a:pt x="5520695" y="162766"/>
                  </a:lnTo>
                  <a:lnTo>
                    <a:pt x="5520813" y="162766"/>
                  </a:lnTo>
                  <a:lnTo>
                    <a:pt x="5520931" y="162766"/>
                  </a:lnTo>
                  <a:lnTo>
                    <a:pt x="5521048" y="162766"/>
                  </a:lnTo>
                  <a:lnTo>
                    <a:pt x="5521166" y="162766"/>
                  </a:lnTo>
                  <a:lnTo>
                    <a:pt x="5521284" y="162766"/>
                  </a:lnTo>
                  <a:lnTo>
                    <a:pt x="5521401" y="162766"/>
                  </a:lnTo>
                  <a:lnTo>
                    <a:pt x="5521519" y="162766"/>
                  </a:lnTo>
                  <a:lnTo>
                    <a:pt x="5521636" y="162766"/>
                  </a:lnTo>
                  <a:lnTo>
                    <a:pt x="5521754" y="162766"/>
                  </a:lnTo>
                  <a:lnTo>
                    <a:pt x="5521754" y="162336"/>
                  </a:lnTo>
                  <a:lnTo>
                    <a:pt x="5521872" y="162336"/>
                  </a:lnTo>
                  <a:lnTo>
                    <a:pt x="5521989" y="162336"/>
                  </a:lnTo>
                  <a:lnTo>
                    <a:pt x="5522107" y="162336"/>
                  </a:lnTo>
                  <a:lnTo>
                    <a:pt x="5522224" y="162336"/>
                  </a:lnTo>
                  <a:lnTo>
                    <a:pt x="5522342" y="162336"/>
                  </a:lnTo>
                  <a:lnTo>
                    <a:pt x="5522460" y="162336"/>
                  </a:lnTo>
                  <a:lnTo>
                    <a:pt x="5522577" y="162336"/>
                  </a:lnTo>
                  <a:lnTo>
                    <a:pt x="5522695" y="162336"/>
                  </a:lnTo>
                  <a:lnTo>
                    <a:pt x="5522813" y="162336"/>
                  </a:lnTo>
                  <a:lnTo>
                    <a:pt x="5522930" y="162336"/>
                  </a:lnTo>
                  <a:lnTo>
                    <a:pt x="5523048" y="162336"/>
                  </a:lnTo>
                  <a:lnTo>
                    <a:pt x="5523165" y="162336"/>
                  </a:lnTo>
                  <a:lnTo>
                    <a:pt x="5523283" y="162336"/>
                  </a:lnTo>
                  <a:lnTo>
                    <a:pt x="5523401" y="162336"/>
                  </a:lnTo>
                  <a:lnTo>
                    <a:pt x="5523518" y="162336"/>
                  </a:lnTo>
                  <a:lnTo>
                    <a:pt x="5523636" y="162336"/>
                  </a:lnTo>
                  <a:lnTo>
                    <a:pt x="5523753" y="162336"/>
                  </a:lnTo>
                  <a:lnTo>
                    <a:pt x="5523871" y="162336"/>
                  </a:lnTo>
                  <a:lnTo>
                    <a:pt x="5523989" y="162336"/>
                  </a:lnTo>
                  <a:lnTo>
                    <a:pt x="5524106" y="162336"/>
                  </a:lnTo>
                  <a:lnTo>
                    <a:pt x="5524224" y="162336"/>
                  </a:lnTo>
                  <a:lnTo>
                    <a:pt x="5524342" y="162336"/>
                  </a:lnTo>
                  <a:lnTo>
                    <a:pt x="5524459" y="162336"/>
                  </a:lnTo>
                  <a:lnTo>
                    <a:pt x="5524577" y="162336"/>
                  </a:lnTo>
                  <a:lnTo>
                    <a:pt x="5524694" y="162336"/>
                  </a:lnTo>
                  <a:lnTo>
                    <a:pt x="5524812" y="162336"/>
                  </a:lnTo>
                  <a:lnTo>
                    <a:pt x="5524930" y="162336"/>
                  </a:lnTo>
                  <a:lnTo>
                    <a:pt x="5524930" y="161905"/>
                  </a:lnTo>
                  <a:lnTo>
                    <a:pt x="5525047" y="161905"/>
                  </a:lnTo>
                  <a:lnTo>
                    <a:pt x="5525165" y="161905"/>
                  </a:lnTo>
                  <a:lnTo>
                    <a:pt x="5525282" y="161905"/>
                  </a:lnTo>
                  <a:lnTo>
                    <a:pt x="5525400" y="161905"/>
                  </a:lnTo>
                  <a:lnTo>
                    <a:pt x="5525518" y="161905"/>
                  </a:lnTo>
                  <a:lnTo>
                    <a:pt x="5525635" y="161905"/>
                  </a:lnTo>
                  <a:lnTo>
                    <a:pt x="5525753" y="161905"/>
                  </a:lnTo>
                  <a:lnTo>
                    <a:pt x="5525871" y="161905"/>
                  </a:lnTo>
                  <a:lnTo>
                    <a:pt x="5525988" y="161905"/>
                  </a:lnTo>
                  <a:lnTo>
                    <a:pt x="5526106" y="161905"/>
                  </a:lnTo>
                  <a:lnTo>
                    <a:pt x="5526223" y="161905"/>
                  </a:lnTo>
                  <a:lnTo>
                    <a:pt x="5526341" y="161905"/>
                  </a:lnTo>
                  <a:lnTo>
                    <a:pt x="5526341" y="161475"/>
                  </a:lnTo>
                  <a:lnTo>
                    <a:pt x="5526459" y="161475"/>
                  </a:lnTo>
                  <a:lnTo>
                    <a:pt x="5526576" y="161475"/>
                  </a:lnTo>
                  <a:lnTo>
                    <a:pt x="5526694" y="161475"/>
                  </a:lnTo>
                  <a:lnTo>
                    <a:pt x="5526811" y="161475"/>
                  </a:lnTo>
                  <a:lnTo>
                    <a:pt x="5526929" y="161475"/>
                  </a:lnTo>
                  <a:lnTo>
                    <a:pt x="5527047" y="161475"/>
                  </a:lnTo>
                  <a:lnTo>
                    <a:pt x="5527164" y="161475"/>
                  </a:lnTo>
                  <a:lnTo>
                    <a:pt x="5527282" y="161475"/>
                  </a:lnTo>
                  <a:lnTo>
                    <a:pt x="5527399" y="161475"/>
                  </a:lnTo>
                  <a:lnTo>
                    <a:pt x="5527517" y="161475"/>
                  </a:lnTo>
                  <a:lnTo>
                    <a:pt x="5527517" y="161044"/>
                  </a:lnTo>
                  <a:lnTo>
                    <a:pt x="5527635" y="161044"/>
                  </a:lnTo>
                  <a:lnTo>
                    <a:pt x="5527752" y="161044"/>
                  </a:lnTo>
                  <a:lnTo>
                    <a:pt x="5527870" y="161044"/>
                  </a:lnTo>
                  <a:lnTo>
                    <a:pt x="5527988" y="161044"/>
                  </a:lnTo>
                  <a:lnTo>
                    <a:pt x="5528105" y="161044"/>
                  </a:lnTo>
                  <a:lnTo>
                    <a:pt x="5528223" y="161044"/>
                  </a:lnTo>
                  <a:lnTo>
                    <a:pt x="5528340" y="161044"/>
                  </a:lnTo>
                  <a:lnTo>
                    <a:pt x="5528458" y="161044"/>
                  </a:lnTo>
                  <a:lnTo>
                    <a:pt x="5528576" y="161044"/>
                  </a:lnTo>
                  <a:lnTo>
                    <a:pt x="5528693" y="161044"/>
                  </a:lnTo>
                  <a:lnTo>
                    <a:pt x="5528811" y="161044"/>
                  </a:lnTo>
                  <a:lnTo>
                    <a:pt x="5528928" y="161044"/>
                  </a:lnTo>
                  <a:lnTo>
                    <a:pt x="5529046" y="161044"/>
                  </a:lnTo>
                  <a:lnTo>
                    <a:pt x="5529164" y="161044"/>
                  </a:lnTo>
                  <a:lnTo>
                    <a:pt x="5529281" y="161044"/>
                  </a:lnTo>
                  <a:lnTo>
                    <a:pt x="5529399" y="161044"/>
                  </a:lnTo>
                  <a:lnTo>
                    <a:pt x="5529517" y="161044"/>
                  </a:lnTo>
                  <a:lnTo>
                    <a:pt x="5529634" y="161044"/>
                  </a:lnTo>
                  <a:lnTo>
                    <a:pt x="5529752" y="161044"/>
                  </a:lnTo>
                  <a:lnTo>
                    <a:pt x="5529869" y="161044"/>
                  </a:lnTo>
                  <a:lnTo>
                    <a:pt x="5529987" y="161044"/>
                  </a:lnTo>
                  <a:lnTo>
                    <a:pt x="5530105" y="161044"/>
                  </a:lnTo>
                  <a:lnTo>
                    <a:pt x="5530222" y="161044"/>
                  </a:lnTo>
                  <a:lnTo>
                    <a:pt x="5530340" y="161044"/>
                  </a:lnTo>
                  <a:lnTo>
                    <a:pt x="5530457" y="161044"/>
                  </a:lnTo>
                  <a:lnTo>
                    <a:pt x="5530575" y="161044"/>
                  </a:lnTo>
                  <a:lnTo>
                    <a:pt x="5530693" y="161044"/>
                  </a:lnTo>
                  <a:lnTo>
                    <a:pt x="5530810" y="161044"/>
                  </a:lnTo>
                  <a:lnTo>
                    <a:pt x="5530928" y="161044"/>
                  </a:lnTo>
                  <a:lnTo>
                    <a:pt x="5530928" y="160613"/>
                  </a:lnTo>
                  <a:lnTo>
                    <a:pt x="5531046" y="160613"/>
                  </a:lnTo>
                  <a:lnTo>
                    <a:pt x="5531163" y="160613"/>
                  </a:lnTo>
                  <a:lnTo>
                    <a:pt x="5531281" y="160613"/>
                  </a:lnTo>
                  <a:lnTo>
                    <a:pt x="5531398" y="160613"/>
                  </a:lnTo>
                  <a:lnTo>
                    <a:pt x="5531516" y="160613"/>
                  </a:lnTo>
                  <a:lnTo>
                    <a:pt x="5531634" y="160613"/>
                  </a:lnTo>
                  <a:lnTo>
                    <a:pt x="5531634" y="160183"/>
                  </a:lnTo>
                  <a:lnTo>
                    <a:pt x="5531751" y="160183"/>
                  </a:lnTo>
                  <a:lnTo>
                    <a:pt x="5531869" y="160183"/>
                  </a:lnTo>
                  <a:lnTo>
                    <a:pt x="5531986" y="160183"/>
                  </a:lnTo>
                  <a:lnTo>
                    <a:pt x="5532104" y="160183"/>
                  </a:lnTo>
                  <a:lnTo>
                    <a:pt x="5532222" y="160183"/>
                  </a:lnTo>
                  <a:lnTo>
                    <a:pt x="5532339" y="160183"/>
                  </a:lnTo>
                  <a:lnTo>
                    <a:pt x="5532457" y="160183"/>
                  </a:lnTo>
                  <a:lnTo>
                    <a:pt x="5532575" y="160183"/>
                  </a:lnTo>
                  <a:lnTo>
                    <a:pt x="5532692" y="160183"/>
                  </a:lnTo>
                  <a:lnTo>
                    <a:pt x="5532810" y="160183"/>
                  </a:lnTo>
                  <a:lnTo>
                    <a:pt x="5532927" y="160183"/>
                  </a:lnTo>
                  <a:lnTo>
                    <a:pt x="5533045" y="160183"/>
                  </a:lnTo>
                  <a:lnTo>
                    <a:pt x="5533163" y="160183"/>
                  </a:lnTo>
                  <a:lnTo>
                    <a:pt x="5533280" y="160183"/>
                  </a:lnTo>
                  <a:lnTo>
                    <a:pt x="5533398" y="160183"/>
                  </a:lnTo>
                  <a:lnTo>
                    <a:pt x="5533515" y="160183"/>
                  </a:lnTo>
                  <a:lnTo>
                    <a:pt x="5533633" y="160183"/>
                  </a:lnTo>
                  <a:lnTo>
                    <a:pt x="5533633" y="159752"/>
                  </a:lnTo>
                  <a:lnTo>
                    <a:pt x="5533751" y="159752"/>
                  </a:lnTo>
                  <a:lnTo>
                    <a:pt x="5533868" y="159752"/>
                  </a:lnTo>
                  <a:lnTo>
                    <a:pt x="5533986" y="159752"/>
                  </a:lnTo>
                  <a:lnTo>
                    <a:pt x="5534104" y="159752"/>
                  </a:lnTo>
                  <a:lnTo>
                    <a:pt x="5534221" y="159752"/>
                  </a:lnTo>
                  <a:lnTo>
                    <a:pt x="5534339" y="159752"/>
                  </a:lnTo>
                  <a:lnTo>
                    <a:pt x="5534456" y="159752"/>
                  </a:lnTo>
                  <a:lnTo>
                    <a:pt x="5534574" y="159752"/>
                  </a:lnTo>
                  <a:lnTo>
                    <a:pt x="5534692" y="159752"/>
                  </a:lnTo>
                  <a:lnTo>
                    <a:pt x="5534809" y="159752"/>
                  </a:lnTo>
                  <a:lnTo>
                    <a:pt x="5534927" y="159752"/>
                  </a:lnTo>
                  <a:lnTo>
                    <a:pt x="5535044" y="159752"/>
                  </a:lnTo>
                  <a:lnTo>
                    <a:pt x="5535162" y="159752"/>
                  </a:lnTo>
                  <a:lnTo>
                    <a:pt x="5535280" y="159752"/>
                  </a:lnTo>
                  <a:lnTo>
                    <a:pt x="5535397" y="159752"/>
                  </a:lnTo>
                  <a:lnTo>
                    <a:pt x="5535515" y="159752"/>
                  </a:lnTo>
                  <a:lnTo>
                    <a:pt x="5535632" y="159752"/>
                  </a:lnTo>
                  <a:lnTo>
                    <a:pt x="5535750" y="159752"/>
                  </a:lnTo>
                  <a:lnTo>
                    <a:pt x="5535868" y="159752"/>
                  </a:lnTo>
                  <a:lnTo>
                    <a:pt x="5535985" y="159752"/>
                  </a:lnTo>
                  <a:lnTo>
                    <a:pt x="5536103" y="159752"/>
                  </a:lnTo>
                  <a:lnTo>
                    <a:pt x="5536221" y="159752"/>
                  </a:lnTo>
                  <a:lnTo>
                    <a:pt x="5536338" y="159752"/>
                  </a:lnTo>
                  <a:lnTo>
                    <a:pt x="5536456" y="159752"/>
                  </a:lnTo>
                  <a:lnTo>
                    <a:pt x="5536573" y="159752"/>
                  </a:lnTo>
                  <a:lnTo>
                    <a:pt x="5536691" y="159752"/>
                  </a:lnTo>
                  <a:lnTo>
                    <a:pt x="5536809" y="159752"/>
                  </a:lnTo>
                  <a:lnTo>
                    <a:pt x="5536926" y="159752"/>
                  </a:lnTo>
                  <a:lnTo>
                    <a:pt x="5537044" y="159752"/>
                  </a:lnTo>
                  <a:lnTo>
                    <a:pt x="5537161" y="159752"/>
                  </a:lnTo>
                  <a:lnTo>
                    <a:pt x="5537279" y="159752"/>
                  </a:lnTo>
                  <a:lnTo>
                    <a:pt x="5537397" y="159752"/>
                  </a:lnTo>
                  <a:lnTo>
                    <a:pt x="5537514" y="159752"/>
                  </a:lnTo>
                  <a:lnTo>
                    <a:pt x="5537632" y="159752"/>
                  </a:lnTo>
                  <a:lnTo>
                    <a:pt x="5537632" y="159322"/>
                  </a:lnTo>
                  <a:lnTo>
                    <a:pt x="5537750" y="159322"/>
                  </a:lnTo>
                  <a:lnTo>
                    <a:pt x="5537867" y="159322"/>
                  </a:lnTo>
                  <a:lnTo>
                    <a:pt x="5537985" y="159322"/>
                  </a:lnTo>
                  <a:lnTo>
                    <a:pt x="5538102" y="159322"/>
                  </a:lnTo>
                  <a:lnTo>
                    <a:pt x="5538220" y="159322"/>
                  </a:lnTo>
                  <a:lnTo>
                    <a:pt x="5538338" y="159322"/>
                  </a:lnTo>
                  <a:lnTo>
                    <a:pt x="5538455" y="159322"/>
                  </a:lnTo>
                  <a:lnTo>
                    <a:pt x="5538573" y="159322"/>
                  </a:lnTo>
                  <a:lnTo>
                    <a:pt x="5538690" y="159322"/>
                  </a:lnTo>
                  <a:lnTo>
                    <a:pt x="5538808" y="159322"/>
                  </a:lnTo>
                  <a:lnTo>
                    <a:pt x="5538926" y="159322"/>
                  </a:lnTo>
                  <a:lnTo>
                    <a:pt x="5539043" y="159322"/>
                  </a:lnTo>
                  <a:lnTo>
                    <a:pt x="5539161" y="159322"/>
                  </a:lnTo>
                  <a:lnTo>
                    <a:pt x="5539279" y="159322"/>
                  </a:lnTo>
                  <a:lnTo>
                    <a:pt x="5539279" y="158891"/>
                  </a:lnTo>
                  <a:lnTo>
                    <a:pt x="5539396" y="158891"/>
                  </a:lnTo>
                  <a:lnTo>
                    <a:pt x="5539514" y="158891"/>
                  </a:lnTo>
                  <a:lnTo>
                    <a:pt x="5539631" y="158891"/>
                  </a:lnTo>
                  <a:lnTo>
                    <a:pt x="5539749" y="158891"/>
                  </a:lnTo>
                  <a:lnTo>
                    <a:pt x="5539867" y="158891"/>
                  </a:lnTo>
                  <a:lnTo>
                    <a:pt x="5539984" y="158891"/>
                  </a:lnTo>
                  <a:lnTo>
                    <a:pt x="5539984" y="158460"/>
                  </a:lnTo>
                  <a:lnTo>
                    <a:pt x="5540102" y="158460"/>
                  </a:lnTo>
                  <a:lnTo>
                    <a:pt x="5540219" y="158460"/>
                  </a:lnTo>
                  <a:lnTo>
                    <a:pt x="5540337" y="158460"/>
                  </a:lnTo>
                  <a:lnTo>
                    <a:pt x="5540455" y="158460"/>
                  </a:lnTo>
                  <a:lnTo>
                    <a:pt x="5540572" y="158460"/>
                  </a:lnTo>
                  <a:lnTo>
                    <a:pt x="5540690" y="158460"/>
                  </a:lnTo>
                  <a:lnTo>
                    <a:pt x="5540808" y="158460"/>
                  </a:lnTo>
                  <a:lnTo>
                    <a:pt x="5540808" y="158030"/>
                  </a:lnTo>
                  <a:lnTo>
                    <a:pt x="5540925" y="158030"/>
                  </a:lnTo>
                  <a:lnTo>
                    <a:pt x="5541043" y="158030"/>
                  </a:lnTo>
                  <a:lnTo>
                    <a:pt x="5541160" y="158030"/>
                  </a:lnTo>
                  <a:lnTo>
                    <a:pt x="5541278" y="158030"/>
                  </a:lnTo>
                  <a:lnTo>
                    <a:pt x="5541278" y="157599"/>
                  </a:lnTo>
                  <a:lnTo>
                    <a:pt x="5541396" y="157599"/>
                  </a:lnTo>
                  <a:lnTo>
                    <a:pt x="5541513" y="157599"/>
                  </a:lnTo>
                  <a:lnTo>
                    <a:pt x="5541631" y="157599"/>
                  </a:lnTo>
                  <a:lnTo>
                    <a:pt x="5541748" y="157599"/>
                  </a:lnTo>
                  <a:lnTo>
                    <a:pt x="5541866" y="157599"/>
                  </a:lnTo>
                  <a:lnTo>
                    <a:pt x="5541984" y="157599"/>
                  </a:lnTo>
                  <a:lnTo>
                    <a:pt x="5542101" y="157599"/>
                  </a:lnTo>
                  <a:lnTo>
                    <a:pt x="5542219" y="157599"/>
                  </a:lnTo>
                  <a:lnTo>
                    <a:pt x="5542337" y="157599"/>
                  </a:lnTo>
                  <a:lnTo>
                    <a:pt x="5542454" y="157599"/>
                  </a:lnTo>
                  <a:lnTo>
                    <a:pt x="5542572" y="157599"/>
                  </a:lnTo>
                  <a:lnTo>
                    <a:pt x="5542689" y="157599"/>
                  </a:lnTo>
                  <a:lnTo>
                    <a:pt x="5542807" y="157599"/>
                  </a:lnTo>
                  <a:lnTo>
                    <a:pt x="5542807" y="157169"/>
                  </a:lnTo>
                  <a:lnTo>
                    <a:pt x="5542925" y="157169"/>
                  </a:lnTo>
                  <a:lnTo>
                    <a:pt x="5543042" y="157169"/>
                  </a:lnTo>
                  <a:lnTo>
                    <a:pt x="5543160" y="157169"/>
                  </a:lnTo>
                  <a:lnTo>
                    <a:pt x="5543277" y="157169"/>
                  </a:lnTo>
                  <a:lnTo>
                    <a:pt x="5543395" y="157169"/>
                  </a:lnTo>
                  <a:lnTo>
                    <a:pt x="5543513" y="157169"/>
                  </a:lnTo>
                  <a:lnTo>
                    <a:pt x="5543630" y="157169"/>
                  </a:lnTo>
                  <a:lnTo>
                    <a:pt x="5543748" y="157169"/>
                  </a:lnTo>
                  <a:lnTo>
                    <a:pt x="5543865" y="157169"/>
                  </a:lnTo>
                  <a:lnTo>
                    <a:pt x="5543983" y="157169"/>
                  </a:lnTo>
                  <a:lnTo>
                    <a:pt x="5544101" y="157169"/>
                  </a:lnTo>
                  <a:lnTo>
                    <a:pt x="5544218" y="157169"/>
                  </a:lnTo>
                  <a:lnTo>
                    <a:pt x="5544336" y="157169"/>
                  </a:lnTo>
                  <a:lnTo>
                    <a:pt x="5544454" y="157169"/>
                  </a:lnTo>
                  <a:lnTo>
                    <a:pt x="5544571" y="157169"/>
                  </a:lnTo>
                  <a:lnTo>
                    <a:pt x="5544689" y="157169"/>
                  </a:lnTo>
                  <a:lnTo>
                    <a:pt x="5544806" y="157169"/>
                  </a:lnTo>
                  <a:lnTo>
                    <a:pt x="5544924" y="157169"/>
                  </a:lnTo>
                  <a:lnTo>
                    <a:pt x="5545042" y="157169"/>
                  </a:lnTo>
                  <a:lnTo>
                    <a:pt x="5545159" y="157169"/>
                  </a:lnTo>
                  <a:lnTo>
                    <a:pt x="5545277" y="157169"/>
                  </a:lnTo>
                  <a:lnTo>
                    <a:pt x="5545394" y="157169"/>
                  </a:lnTo>
                  <a:lnTo>
                    <a:pt x="5545512" y="157169"/>
                  </a:lnTo>
                  <a:lnTo>
                    <a:pt x="5545630" y="157169"/>
                  </a:lnTo>
                  <a:lnTo>
                    <a:pt x="5545747" y="157169"/>
                  </a:lnTo>
                  <a:lnTo>
                    <a:pt x="5545865" y="157169"/>
                  </a:lnTo>
                  <a:lnTo>
                    <a:pt x="5545983" y="157169"/>
                  </a:lnTo>
                  <a:lnTo>
                    <a:pt x="5546100" y="157169"/>
                  </a:lnTo>
                  <a:lnTo>
                    <a:pt x="5546218" y="157169"/>
                  </a:lnTo>
                  <a:lnTo>
                    <a:pt x="5546335" y="157169"/>
                  </a:lnTo>
                  <a:lnTo>
                    <a:pt x="5546335" y="156738"/>
                  </a:lnTo>
                  <a:lnTo>
                    <a:pt x="5546453" y="156738"/>
                  </a:lnTo>
                  <a:lnTo>
                    <a:pt x="5546571" y="156738"/>
                  </a:lnTo>
                  <a:lnTo>
                    <a:pt x="5546688" y="156738"/>
                  </a:lnTo>
                  <a:lnTo>
                    <a:pt x="5546806" y="156738"/>
                  </a:lnTo>
                  <a:lnTo>
                    <a:pt x="5546923" y="156738"/>
                  </a:lnTo>
                  <a:lnTo>
                    <a:pt x="5547041" y="156738"/>
                  </a:lnTo>
                  <a:lnTo>
                    <a:pt x="5547159" y="156738"/>
                  </a:lnTo>
                  <a:lnTo>
                    <a:pt x="5547276" y="156738"/>
                  </a:lnTo>
                  <a:lnTo>
                    <a:pt x="5547394" y="156738"/>
                  </a:lnTo>
                  <a:lnTo>
                    <a:pt x="5547512" y="156738"/>
                  </a:lnTo>
                  <a:lnTo>
                    <a:pt x="5547629" y="156738"/>
                  </a:lnTo>
                  <a:lnTo>
                    <a:pt x="5547747" y="156738"/>
                  </a:lnTo>
                  <a:lnTo>
                    <a:pt x="5547864" y="156738"/>
                  </a:lnTo>
                  <a:lnTo>
                    <a:pt x="5547982" y="156738"/>
                  </a:lnTo>
                  <a:lnTo>
                    <a:pt x="5548100" y="156738"/>
                  </a:lnTo>
                  <a:lnTo>
                    <a:pt x="5548217" y="156738"/>
                  </a:lnTo>
                  <a:lnTo>
                    <a:pt x="5548335" y="156738"/>
                  </a:lnTo>
                  <a:lnTo>
                    <a:pt x="5548452" y="156738"/>
                  </a:lnTo>
                  <a:lnTo>
                    <a:pt x="5548570" y="156738"/>
                  </a:lnTo>
                  <a:lnTo>
                    <a:pt x="5548570" y="156307"/>
                  </a:lnTo>
                  <a:lnTo>
                    <a:pt x="5548688" y="156307"/>
                  </a:lnTo>
                  <a:lnTo>
                    <a:pt x="5548805" y="156307"/>
                  </a:lnTo>
                  <a:lnTo>
                    <a:pt x="5548923" y="156307"/>
                  </a:lnTo>
                  <a:lnTo>
                    <a:pt x="5549041" y="156307"/>
                  </a:lnTo>
                  <a:lnTo>
                    <a:pt x="5549158" y="156307"/>
                  </a:lnTo>
                  <a:lnTo>
                    <a:pt x="5549276" y="156307"/>
                  </a:lnTo>
                  <a:lnTo>
                    <a:pt x="5549393" y="156307"/>
                  </a:lnTo>
                  <a:lnTo>
                    <a:pt x="5549511" y="156307"/>
                  </a:lnTo>
                  <a:lnTo>
                    <a:pt x="5549629" y="156307"/>
                  </a:lnTo>
                  <a:lnTo>
                    <a:pt x="5549746" y="156307"/>
                  </a:lnTo>
                  <a:lnTo>
                    <a:pt x="5549864" y="156307"/>
                  </a:lnTo>
                  <a:lnTo>
                    <a:pt x="5549981" y="156307"/>
                  </a:lnTo>
                  <a:lnTo>
                    <a:pt x="5550099" y="156307"/>
                  </a:lnTo>
                  <a:lnTo>
                    <a:pt x="5550217" y="156307"/>
                  </a:lnTo>
                  <a:lnTo>
                    <a:pt x="5550334" y="156307"/>
                  </a:lnTo>
                  <a:lnTo>
                    <a:pt x="5550452" y="156307"/>
                  </a:lnTo>
                  <a:lnTo>
                    <a:pt x="5550452" y="155877"/>
                  </a:lnTo>
                  <a:lnTo>
                    <a:pt x="5550570" y="155877"/>
                  </a:lnTo>
                  <a:lnTo>
                    <a:pt x="5550687" y="155877"/>
                  </a:lnTo>
                  <a:lnTo>
                    <a:pt x="5550805" y="155877"/>
                  </a:lnTo>
                  <a:lnTo>
                    <a:pt x="5550922" y="155877"/>
                  </a:lnTo>
                  <a:lnTo>
                    <a:pt x="5551040" y="155877"/>
                  </a:lnTo>
                  <a:lnTo>
                    <a:pt x="5551158" y="155877"/>
                  </a:lnTo>
                  <a:lnTo>
                    <a:pt x="5551275" y="155877"/>
                  </a:lnTo>
                  <a:lnTo>
                    <a:pt x="5551393" y="155877"/>
                  </a:lnTo>
                  <a:lnTo>
                    <a:pt x="5551510" y="155877"/>
                  </a:lnTo>
                  <a:lnTo>
                    <a:pt x="5551628" y="155877"/>
                  </a:lnTo>
                  <a:lnTo>
                    <a:pt x="5551746" y="155877"/>
                  </a:lnTo>
                  <a:lnTo>
                    <a:pt x="5551746" y="155446"/>
                  </a:lnTo>
                  <a:lnTo>
                    <a:pt x="5551863" y="155446"/>
                  </a:lnTo>
                  <a:lnTo>
                    <a:pt x="5551981" y="155446"/>
                  </a:lnTo>
                  <a:lnTo>
                    <a:pt x="5552098" y="155446"/>
                  </a:lnTo>
                  <a:lnTo>
                    <a:pt x="5552098" y="155016"/>
                  </a:lnTo>
                  <a:lnTo>
                    <a:pt x="5552216" y="155016"/>
                  </a:lnTo>
                  <a:lnTo>
                    <a:pt x="5552334" y="155016"/>
                  </a:lnTo>
                  <a:lnTo>
                    <a:pt x="5552451" y="155016"/>
                  </a:lnTo>
                  <a:lnTo>
                    <a:pt x="5552569" y="155016"/>
                  </a:lnTo>
                  <a:lnTo>
                    <a:pt x="5552687" y="155016"/>
                  </a:lnTo>
                  <a:lnTo>
                    <a:pt x="5552804" y="155016"/>
                  </a:lnTo>
                  <a:lnTo>
                    <a:pt x="5552804" y="154585"/>
                  </a:lnTo>
                  <a:lnTo>
                    <a:pt x="5552922" y="154585"/>
                  </a:lnTo>
                  <a:lnTo>
                    <a:pt x="5553039" y="154585"/>
                  </a:lnTo>
                  <a:lnTo>
                    <a:pt x="5553157" y="154585"/>
                  </a:lnTo>
                  <a:lnTo>
                    <a:pt x="5553157" y="154154"/>
                  </a:lnTo>
                  <a:lnTo>
                    <a:pt x="5553275" y="154154"/>
                  </a:lnTo>
                  <a:lnTo>
                    <a:pt x="5553392" y="154154"/>
                  </a:lnTo>
                  <a:lnTo>
                    <a:pt x="5553510" y="154154"/>
                  </a:lnTo>
                  <a:lnTo>
                    <a:pt x="5553627" y="154154"/>
                  </a:lnTo>
                  <a:lnTo>
                    <a:pt x="5553745" y="154154"/>
                  </a:lnTo>
                  <a:lnTo>
                    <a:pt x="5553863" y="154154"/>
                  </a:lnTo>
                  <a:lnTo>
                    <a:pt x="5553980" y="154154"/>
                  </a:lnTo>
                  <a:lnTo>
                    <a:pt x="5554098" y="154154"/>
                  </a:lnTo>
                  <a:lnTo>
                    <a:pt x="5554216" y="154154"/>
                  </a:lnTo>
                  <a:lnTo>
                    <a:pt x="5554333" y="154154"/>
                  </a:lnTo>
                  <a:lnTo>
                    <a:pt x="5554451" y="154154"/>
                  </a:lnTo>
                  <a:lnTo>
                    <a:pt x="5554568" y="154154"/>
                  </a:lnTo>
                  <a:lnTo>
                    <a:pt x="5554686" y="154154"/>
                  </a:lnTo>
                  <a:lnTo>
                    <a:pt x="5554804" y="154154"/>
                  </a:lnTo>
                  <a:lnTo>
                    <a:pt x="5554921" y="154154"/>
                  </a:lnTo>
                  <a:lnTo>
                    <a:pt x="5555039" y="154154"/>
                  </a:lnTo>
                  <a:lnTo>
                    <a:pt x="5555039" y="153724"/>
                  </a:lnTo>
                  <a:lnTo>
                    <a:pt x="5555039" y="153293"/>
                  </a:lnTo>
                  <a:lnTo>
                    <a:pt x="5555156" y="153293"/>
                  </a:lnTo>
                  <a:lnTo>
                    <a:pt x="5555274" y="153293"/>
                  </a:lnTo>
                  <a:lnTo>
                    <a:pt x="5555392" y="153293"/>
                  </a:lnTo>
                  <a:lnTo>
                    <a:pt x="5555509" y="153293"/>
                  </a:lnTo>
                  <a:lnTo>
                    <a:pt x="5555627" y="153293"/>
                  </a:lnTo>
                  <a:lnTo>
                    <a:pt x="5555745" y="153293"/>
                  </a:lnTo>
                  <a:lnTo>
                    <a:pt x="5555862" y="153293"/>
                  </a:lnTo>
                  <a:lnTo>
                    <a:pt x="5555980" y="153293"/>
                  </a:lnTo>
                  <a:lnTo>
                    <a:pt x="5556097" y="153293"/>
                  </a:lnTo>
                  <a:lnTo>
                    <a:pt x="5556215" y="153293"/>
                  </a:lnTo>
                  <a:lnTo>
                    <a:pt x="5556333" y="153293"/>
                  </a:lnTo>
                  <a:lnTo>
                    <a:pt x="5556450" y="153293"/>
                  </a:lnTo>
                  <a:lnTo>
                    <a:pt x="5556568" y="153293"/>
                  </a:lnTo>
                  <a:lnTo>
                    <a:pt x="5556685" y="153293"/>
                  </a:lnTo>
                  <a:lnTo>
                    <a:pt x="5556803" y="153293"/>
                  </a:lnTo>
                  <a:lnTo>
                    <a:pt x="5556921" y="153293"/>
                  </a:lnTo>
                  <a:lnTo>
                    <a:pt x="5557038" y="153293"/>
                  </a:lnTo>
                  <a:lnTo>
                    <a:pt x="5557156" y="153293"/>
                  </a:lnTo>
                  <a:lnTo>
                    <a:pt x="5557274" y="153293"/>
                  </a:lnTo>
                  <a:lnTo>
                    <a:pt x="5557391" y="153293"/>
                  </a:lnTo>
                  <a:lnTo>
                    <a:pt x="5557391" y="152863"/>
                  </a:lnTo>
                  <a:lnTo>
                    <a:pt x="5557509" y="152863"/>
                  </a:lnTo>
                  <a:lnTo>
                    <a:pt x="5557626" y="152863"/>
                  </a:lnTo>
                  <a:lnTo>
                    <a:pt x="5557744" y="152863"/>
                  </a:lnTo>
                  <a:lnTo>
                    <a:pt x="5557862" y="152863"/>
                  </a:lnTo>
                  <a:lnTo>
                    <a:pt x="5557979" y="152863"/>
                  </a:lnTo>
                  <a:lnTo>
                    <a:pt x="5558097" y="152863"/>
                  </a:lnTo>
                  <a:lnTo>
                    <a:pt x="5558214" y="152863"/>
                  </a:lnTo>
                  <a:lnTo>
                    <a:pt x="5558332" y="152863"/>
                  </a:lnTo>
                  <a:lnTo>
                    <a:pt x="5558332" y="152432"/>
                  </a:lnTo>
                  <a:lnTo>
                    <a:pt x="5558450" y="152432"/>
                  </a:lnTo>
                  <a:lnTo>
                    <a:pt x="5558567" y="152432"/>
                  </a:lnTo>
                  <a:lnTo>
                    <a:pt x="5558685" y="152432"/>
                  </a:lnTo>
                  <a:lnTo>
                    <a:pt x="5558803" y="152432"/>
                  </a:lnTo>
                  <a:lnTo>
                    <a:pt x="5558920" y="152432"/>
                  </a:lnTo>
                  <a:lnTo>
                    <a:pt x="5559038" y="152432"/>
                  </a:lnTo>
                  <a:lnTo>
                    <a:pt x="5559155" y="152432"/>
                  </a:lnTo>
                  <a:lnTo>
                    <a:pt x="5559273" y="152432"/>
                  </a:lnTo>
                  <a:lnTo>
                    <a:pt x="5559391" y="152432"/>
                  </a:lnTo>
                  <a:lnTo>
                    <a:pt x="5559508" y="152432"/>
                  </a:lnTo>
                  <a:lnTo>
                    <a:pt x="5559508" y="152001"/>
                  </a:lnTo>
                  <a:lnTo>
                    <a:pt x="5559626" y="152001"/>
                  </a:lnTo>
                  <a:lnTo>
                    <a:pt x="5559743" y="152001"/>
                  </a:lnTo>
                  <a:lnTo>
                    <a:pt x="5559861" y="152001"/>
                  </a:lnTo>
                  <a:lnTo>
                    <a:pt x="5559979" y="152001"/>
                  </a:lnTo>
                  <a:lnTo>
                    <a:pt x="5560096" y="152001"/>
                  </a:lnTo>
                  <a:lnTo>
                    <a:pt x="5560214" y="152001"/>
                  </a:lnTo>
                  <a:lnTo>
                    <a:pt x="5560214" y="151571"/>
                  </a:lnTo>
                  <a:lnTo>
                    <a:pt x="5560331" y="151571"/>
                  </a:lnTo>
                  <a:lnTo>
                    <a:pt x="5560449" y="151571"/>
                  </a:lnTo>
                  <a:lnTo>
                    <a:pt x="5560567" y="151571"/>
                  </a:lnTo>
                  <a:lnTo>
                    <a:pt x="5560684" y="151571"/>
                  </a:lnTo>
                  <a:lnTo>
                    <a:pt x="5560802" y="151571"/>
                  </a:lnTo>
                  <a:lnTo>
                    <a:pt x="5560920" y="151571"/>
                  </a:lnTo>
                  <a:lnTo>
                    <a:pt x="5561037" y="151571"/>
                  </a:lnTo>
                  <a:lnTo>
                    <a:pt x="5561155" y="151571"/>
                  </a:lnTo>
                  <a:lnTo>
                    <a:pt x="5561272" y="151571"/>
                  </a:lnTo>
                  <a:lnTo>
                    <a:pt x="5561390" y="151571"/>
                  </a:lnTo>
                  <a:lnTo>
                    <a:pt x="5561508" y="151571"/>
                  </a:lnTo>
                  <a:lnTo>
                    <a:pt x="5561625" y="151571"/>
                  </a:lnTo>
                  <a:lnTo>
                    <a:pt x="5561743" y="151571"/>
                  </a:lnTo>
                  <a:lnTo>
                    <a:pt x="5561860" y="151571"/>
                  </a:lnTo>
                  <a:lnTo>
                    <a:pt x="5561978" y="151571"/>
                  </a:lnTo>
                  <a:lnTo>
                    <a:pt x="5562096" y="151571"/>
                  </a:lnTo>
                  <a:lnTo>
                    <a:pt x="5562213" y="151571"/>
                  </a:lnTo>
                  <a:lnTo>
                    <a:pt x="5562331" y="151571"/>
                  </a:lnTo>
                  <a:lnTo>
                    <a:pt x="5562449" y="151571"/>
                  </a:lnTo>
                  <a:lnTo>
                    <a:pt x="5562566" y="151571"/>
                  </a:lnTo>
                  <a:lnTo>
                    <a:pt x="5562684" y="151571"/>
                  </a:lnTo>
                  <a:lnTo>
                    <a:pt x="5562801" y="151571"/>
                  </a:lnTo>
                  <a:lnTo>
                    <a:pt x="5562919" y="151571"/>
                  </a:lnTo>
                  <a:lnTo>
                    <a:pt x="5563037" y="151571"/>
                  </a:lnTo>
                  <a:lnTo>
                    <a:pt x="5563154" y="151571"/>
                  </a:lnTo>
                  <a:lnTo>
                    <a:pt x="5563272" y="151571"/>
                  </a:lnTo>
                  <a:lnTo>
                    <a:pt x="5563389" y="151571"/>
                  </a:lnTo>
                  <a:lnTo>
                    <a:pt x="5563507" y="151571"/>
                  </a:lnTo>
                  <a:lnTo>
                    <a:pt x="5563625" y="151571"/>
                  </a:lnTo>
                  <a:lnTo>
                    <a:pt x="5563742" y="151571"/>
                  </a:lnTo>
                  <a:lnTo>
                    <a:pt x="5563860" y="151571"/>
                  </a:lnTo>
                  <a:lnTo>
                    <a:pt x="5563978" y="151571"/>
                  </a:lnTo>
                  <a:lnTo>
                    <a:pt x="5564095" y="151571"/>
                  </a:lnTo>
                  <a:lnTo>
                    <a:pt x="5564213" y="151571"/>
                  </a:lnTo>
                  <a:lnTo>
                    <a:pt x="5564213" y="151140"/>
                  </a:lnTo>
                  <a:lnTo>
                    <a:pt x="5564330" y="151140"/>
                  </a:lnTo>
                  <a:lnTo>
                    <a:pt x="5564448" y="151140"/>
                  </a:lnTo>
                  <a:lnTo>
                    <a:pt x="5564566" y="151140"/>
                  </a:lnTo>
                  <a:lnTo>
                    <a:pt x="5564683" y="151140"/>
                  </a:lnTo>
                  <a:lnTo>
                    <a:pt x="5564801" y="151140"/>
                  </a:lnTo>
                  <a:lnTo>
                    <a:pt x="5564918" y="151140"/>
                  </a:lnTo>
                  <a:lnTo>
                    <a:pt x="5565036" y="151140"/>
                  </a:lnTo>
                  <a:lnTo>
                    <a:pt x="5565036" y="150710"/>
                  </a:lnTo>
                  <a:lnTo>
                    <a:pt x="5565154" y="150710"/>
                  </a:lnTo>
                  <a:lnTo>
                    <a:pt x="5565271" y="150710"/>
                  </a:lnTo>
                  <a:lnTo>
                    <a:pt x="5565271" y="150279"/>
                  </a:lnTo>
                  <a:lnTo>
                    <a:pt x="5565389" y="150279"/>
                  </a:lnTo>
                  <a:lnTo>
                    <a:pt x="5565507" y="150279"/>
                  </a:lnTo>
                  <a:lnTo>
                    <a:pt x="5565624" y="150279"/>
                  </a:lnTo>
                  <a:lnTo>
                    <a:pt x="5565742" y="150279"/>
                  </a:lnTo>
                  <a:lnTo>
                    <a:pt x="5565859" y="150279"/>
                  </a:lnTo>
                  <a:lnTo>
                    <a:pt x="5565977" y="150279"/>
                  </a:lnTo>
                  <a:lnTo>
                    <a:pt x="5566095" y="150279"/>
                  </a:lnTo>
                  <a:lnTo>
                    <a:pt x="5566212" y="150279"/>
                  </a:lnTo>
                  <a:lnTo>
                    <a:pt x="5566330" y="150279"/>
                  </a:lnTo>
                  <a:lnTo>
                    <a:pt x="5566447" y="150279"/>
                  </a:lnTo>
                  <a:lnTo>
                    <a:pt x="5566447" y="149848"/>
                  </a:lnTo>
                  <a:lnTo>
                    <a:pt x="5566565" y="149848"/>
                  </a:lnTo>
                  <a:lnTo>
                    <a:pt x="5566565" y="149418"/>
                  </a:lnTo>
                  <a:lnTo>
                    <a:pt x="5566683" y="149418"/>
                  </a:lnTo>
                  <a:lnTo>
                    <a:pt x="5566800" y="149418"/>
                  </a:lnTo>
                  <a:lnTo>
                    <a:pt x="5566918" y="149418"/>
                  </a:lnTo>
                  <a:lnTo>
                    <a:pt x="5567036" y="149418"/>
                  </a:lnTo>
                  <a:lnTo>
                    <a:pt x="5567153" y="149418"/>
                  </a:lnTo>
                  <a:lnTo>
                    <a:pt x="5567271" y="149418"/>
                  </a:lnTo>
                  <a:lnTo>
                    <a:pt x="5567388" y="149418"/>
                  </a:lnTo>
                  <a:lnTo>
                    <a:pt x="5567506" y="149418"/>
                  </a:lnTo>
                  <a:lnTo>
                    <a:pt x="5567624" y="149418"/>
                  </a:lnTo>
                  <a:lnTo>
                    <a:pt x="5567741" y="149418"/>
                  </a:lnTo>
                  <a:lnTo>
                    <a:pt x="5567859" y="149418"/>
                  </a:lnTo>
                  <a:lnTo>
                    <a:pt x="5567976" y="149418"/>
                  </a:lnTo>
                  <a:lnTo>
                    <a:pt x="5568094" y="149418"/>
                  </a:lnTo>
                  <a:lnTo>
                    <a:pt x="5568212" y="149418"/>
                  </a:lnTo>
                  <a:lnTo>
                    <a:pt x="5568329" y="149418"/>
                  </a:lnTo>
                  <a:lnTo>
                    <a:pt x="5568447" y="149418"/>
                  </a:lnTo>
                  <a:lnTo>
                    <a:pt x="5568447" y="148987"/>
                  </a:lnTo>
                  <a:lnTo>
                    <a:pt x="5568564" y="148987"/>
                  </a:lnTo>
                  <a:lnTo>
                    <a:pt x="5568682" y="148987"/>
                  </a:lnTo>
                  <a:lnTo>
                    <a:pt x="5568800" y="148987"/>
                  </a:lnTo>
                  <a:lnTo>
                    <a:pt x="5568917" y="148987"/>
                  </a:lnTo>
                  <a:lnTo>
                    <a:pt x="5569035" y="148987"/>
                  </a:lnTo>
                  <a:lnTo>
                    <a:pt x="5569153" y="148987"/>
                  </a:lnTo>
                  <a:lnTo>
                    <a:pt x="5569270" y="148987"/>
                  </a:lnTo>
                  <a:lnTo>
                    <a:pt x="5569388" y="148987"/>
                  </a:lnTo>
                  <a:lnTo>
                    <a:pt x="5569505" y="148987"/>
                  </a:lnTo>
                  <a:lnTo>
                    <a:pt x="5569623" y="148987"/>
                  </a:lnTo>
                  <a:lnTo>
                    <a:pt x="5569741" y="148987"/>
                  </a:lnTo>
                  <a:lnTo>
                    <a:pt x="5569858" y="148987"/>
                  </a:lnTo>
                  <a:lnTo>
                    <a:pt x="5569976" y="148987"/>
                  </a:lnTo>
                  <a:lnTo>
                    <a:pt x="5570093" y="148987"/>
                  </a:lnTo>
                  <a:lnTo>
                    <a:pt x="5570211" y="148987"/>
                  </a:lnTo>
                  <a:lnTo>
                    <a:pt x="5570329" y="148987"/>
                  </a:lnTo>
                  <a:lnTo>
                    <a:pt x="5570446" y="148987"/>
                  </a:lnTo>
                  <a:lnTo>
                    <a:pt x="5570564" y="148987"/>
                  </a:lnTo>
                  <a:lnTo>
                    <a:pt x="5570682" y="148987"/>
                  </a:lnTo>
                  <a:lnTo>
                    <a:pt x="5570799" y="148987"/>
                  </a:lnTo>
                  <a:lnTo>
                    <a:pt x="5570917" y="148987"/>
                  </a:lnTo>
                  <a:lnTo>
                    <a:pt x="5571034" y="148987"/>
                  </a:lnTo>
                  <a:lnTo>
                    <a:pt x="5571152" y="148987"/>
                  </a:lnTo>
                  <a:lnTo>
                    <a:pt x="5571270" y="148987"/>
                  </a:lnTo>
                  <a:lnTo>
                    <a:pt x="5571387" y="148987"/>
                  </a:lnTo>
                  <a:lnTo>
                    <a:pt x="5571505" y="148987"/>
                  </a:lnTo>
                  <a:lnTo>
                    <a:pt x="5571622" y="148987"/>
                  </a:lnTo>
                  <a:lnTo>
                    <a:pt x="5571740" y="148987"/>
                  </a:lnTo>
                  <a:lnTo>
                    <a:pt x="5571858" y="148987"/>
                  </a:lnTo>
                  <a:lnTo>
                    <a:pt x="5571975" y="148987"/>
                  </a:lnTo>
                  <a:lnTo>
                    <a:pt x="5572093" y="148987"/>
                  </a:lnTo>
                  <a:lnTo>
                    <a:pt x="5572211" y="148987"/>
                  </a:lnTo>
                  <a:lnTo>
                    <a:pt x="5572328" y="148987"/>
                  </a:lnTo>
                  <a:lnTo>
                    <a:pt x="5572446" y="148987"/>
                  </a:lnTo>
                  <a:lnTo>
                    <a:pt x="5572563" y="148987"/>
                  </a:lnTo>
                  <a:lnTo>
                    <a:pt x="5572681" y="148987"/>
                  </a:lnTo>
                  <a:lnTo>
                    <a:pt x="5572799" y="148987"/>
                  </a:lnTo>
                  <a:lnTo>
                    <a:pt x="5572916" y="148987"/>
                  </a:lnTo>
                  <a:lnTo>
                    <a:pt x="5573034" y="148987"/>
                  </a:lnTo>
                  <a:lnTo>
                    <a:pt x="5573151" y="148987"/>
                  </a:lnTo>
                  <a:lnTo>
                    <a:pt x="5573269" y="148987"/>
                  </a:lnTo>
                  <a:lnTo>
                    <a:pt x="5573387" y="148987"/>
                  </a:lnTo>
                  <a:lnTo>
                    <a:pt x="5573504" y="148987"/>
                  </a:lnTo>
                  <a:lnTo>
                    <a:pt x="5573622" y="148987"/>
                  </a:lnTo>
                  <a:lnTo>
                    <a:pt x="5573622" y="148557"/>
                  </a:lnTo>
                  <a:lnTo>
                    <a:pt x="5573740" y="148557"/>
                  </a:lnTo>
                  <a:lnTo>
                    <a:pt x="5573857" y="148557"/>
                  </a:lnTo>
                  <a:lnTo>
                    <a:pt x="5573975" y="148557"/>
                  </a:lnTo>
                  <a:lnTo>
                    <a:pt x="5574092" y="148557"/>
                  </a:lnTo>
                  <a:lnTo>
                    <a:pt x="5574210" y="148557"/>
                  </a:lnTo>
                  <a:lnTo>
                    <a:pt x="5574328" y="148557"/>
                  </a:lnTo>
                  <a:lnTo>
                    <a:pt x="5574445" y="148557"/>
                  </a:lnTo>
                  <a:lnTo>
                    <a:pt x="5574563" y="148557"/>
                  </a:lnTo>
                  <a:lnTo>
                    <a:pt x="5574680" y="148557"/>
                  </a:lnTo>
                  <a:lnTo>
                    <a:pt x="5574798" y="148557"/>
                  </a:lnTo>
                  <a:lnTo>
                    <a:pt x="5574916" y="148557"/>
                  </a:lnTo>
                  <a:lnTo>
                    <a:pt x="5575033" y="148557"/>
                  </a:lnTo>
                  <a:lnTo>
                    <a:pt x="5575151" y="148557"/>
                  </a:lnTo>
                  <a:lnTo>
                    <a:pt x="5575268" y="148557"/>
                  </a:lnTo>
                  <a:lnTo>
                    <a:pt x="5575386" y="148557"/>
                  </a:lnTo>
                  <a:lnTo>
                    <a:pt x="5575504" y="148557"/>
                  </a:lnTo>
                  <a:lnTo>
                    <a:pt x="5575621" y="148557"/>
                  </a:lnTo>
                  <a:lnTo>
                    <a:pt x="5575739" y="148557"/>
                  </a:lnTo>
                  <a:lnTo>
                    <a:pt x="5575857" y="148557"/>
                  </a:lnTo>
                  <a:lnTo>
                    <a:pt x="5575974" y="148557"/>
                  </a:lnTo>
                  <a:lnTo>
                    <a:pt x="5576092" y="148557"/>
                  </a:lnTo>
                  <a:lnTo>
                    <a:pt x="5576209" y="148557"/>
                  </a:lnTo>
                  <a:lnTo>
                    <a:pt x="5576327" y="148557"/>
                  </a:lnTo>
                  <a:lnTo>
                    <a:pt x="5576445" y="148557"/>
                  </a:lnTo>
                  <a:lnTo>
                    <a:pt x="5576562" y="148557"/>
                  </a:lnTo>
                  <a:lnTo>
                    <a:pt x="5576680" y="148557"/>
                  </a:lnTo>
                  <a:lnTo>
                    <a:pt x="5576797" y="148557"/>
                  </a:lnTo>
                  <a:lnTo>
                    <a:pt x="5576915" y="148557"/>
                  </a:lnTo>
                  <a:lnTo>
                    <a:pt x="5577033" y="148557"/>
                  </a:lnTo>
                  <a:lnTo>
                    <a:pt x="5577150" y="148557"/>
                  </a:lnTo>
                  <a:lnTo>
                    <a:pt x="5577268" y="148557"/>
                  </a:lnTo>
                  <a:lnTo>
                    <a:pt x="5577386" y="148557"/>
                  </a:lnTo>
                  <a:lnTo>
                    <a:pt x="5577503" y="148557"/>
                  </a:lnTo>
                  <a:lnTo>
                    <a:pt x="5577621" y="148557"/>
                  </a:lnTo>
                  <a:lnTo>
                    <a:pt x="5577738" y="148557"/>
                  </a:lnTo>
                  <a:lnTo>
                    <a:pt x="5577856" y="148557"/>
                  </a:lnTo>
                  <a:lnTo>
                    <a:pt x="5577974" y="148557"/>
                  </a:lnTo>
                  <a:lnTo>
                    <a:pt x="5578091" y="148557"/>
                  </a:lnTo>
                  <a:lnTo>
                    <a:pt x="5578209" y="148557"/>
                  </a:lnTo>
                  <a:lnTo>
                    <a:pt x="5578326" y="148557"/>
                  </a:lnTo>
                  <a:lnTo>
                    <a:pt x="5578444" y="148557"/>
                  </a:lnTo>
                  <a:lnTo>
                    <a:pt x="5578562" y="148557"/>
                  </a:lnTo>
                  <a:lnTo>
                    <a:pt x="5578679" y="148557"/>
                  </a:lnTo>
                  <a:lnTo>
                    <a:pt x="5578797" y="148557"/>
                  </a:lnTo>
                  <a:lnTo>
                    <a:pt x="5578915" y="148557"/>
                  </a:lnTo>
                  <a:lnTo>
                    <a:pt x="5579032" y="148557"/>
                  </a:lnTo>
                  <a:lnTo>
                    <a:pt x="5579150" y="148557"/>
                  </a:lnTo>
                  <a:lnTo>
                    <a:pt x="5579267" y="148557"/>
                  </a:lnTo>
                  <a:lnTo>
                    <a:pt x="5579385" y="148557"/>
                  </a:lnTo>
                  <a:lnTo>
                    <a:pt x="5579503" y="148557"/>
                  </a:lnTo>
                  <a:lnTo>
                    <a:pt x="5579620" y="148557"/>
                  </a:lnTo>
                  <a:lnTo>
                    <a:pt x="5579738" y="148557"/>
                  </a:lnTo>
                  <a:lnTo>
                    <a:pt x="5579855" y="148557"/>
                  </a:lnTo>
                  <a:lnTo>
                    <a:pt x="5579973" y="148557"/>
                  </a:lnTo>
                  <a:lnTo>
                    <a:pt x="5580091" y="148557"/>
                  </a:lnTo>
                  <a:lnTo>
                    <a:pt x="5580208" y="148557"/>
                  </a:lnTo>
                  <a:lnTo>
                    <a:pt x="5580326" y="148557"/>
                  </a:lnTo>
                  <a:lnTo>
                    <a:pt x="5580444" y="148557"/>
                  </a:lnTo>
                  <a:lnTo>
                    <a:pt x="5580561" y="148557"/>
                  </a:lnTo>
                  <a:lnTo>
                    <a:pt x="5580679" y="148557"/>
                  </a:lnTo>
                  <a:lnTo>
                    <a:pt x="5580796" y="148557"/>
                  </a:lnTo>
                  <a:lnTo>
                    <a:pt x="5580914" y="148557"/>
                  </a:lnTo>
                  <a:lnTo>
                    <a:pt x="5581032" y="148557"/>
                  </a:lnTo>
                  <a:lnTo>
                    <a:pt x="5581149" y="148557"/>
                  </a:lnTo>
                  <a:lnTo>
                    <a:pt x="5581267" y="148557"/>
                  </a:lnTo>
                  <a:lnTo>
                    <a:pt x="5581384" y="148557"/>
                  </a:lnTo>
                  <a:lnTo>
                    <a:pt x="5581502" y="148557"/>
                  </a:lnTo>
                  <a:lnTo>
                    <a:pt x="5581620" y="148557"/>
                  </a:lnTo>
                  <a:lnTo>
                    <a:pt x="5581737" y="148557"/>
                  </a:lnTo>
                  <a:lnTo>
                    <a:pt x="5581855" y="148557"/>
                  </a:lnTo>
                  <a:lnTo>
                    <a:pt x="5581973" y="148557"/>
                  </a:lnTo>
                  <a:lnTo>
                    <a:pt x="5582090" y="148557"/>
                  </a:lnTo>
                  <a:lnTo>
                    <a:pt x="5582208" y="148557"/>
                  </a:lnTo>
                  <a:lnTo>
                    <a:pt x="5582325" y="148557"/>
                  </a:lnTo>
                  <a:lnTo>
                    <a:pt x="5582443" y="148557"/>
                  </a:lnTo>
                  <a:lnTo>
                    <a:pt x="5582561" y="148557"/>
                  </a:lnTo>
                  <a:lnTo>
                    <a:pt x="5582678" y="148557"/>
                  </a:lnTo>
                  <a:lnTo>
                    <a:pt x="5582796" y="148557"/>
                  </a:lnTo>
                  <a:lnTo>
                    <a:pt x="5582913" y="148557"/>
                  </a:lnTo>
                  <a:lnTo>
                    <a:pt x="5583031" y="148557"/>
                  </a:lnTo>
                  <a:lnTo>
                    <a:pt x="5583149" y="148557"/>
                  </a:lnTo>
                  <a:lnTo>
                    <a:pt x="5583266" y="148557"/>
                  </a:lnTo>
                  <a:lnTo>
                    <a:pt x="5583384" y="148557"/>
                  </a:lnTo>
                  <a:lnTo>
                    <a:pt x="5583501" y="148557"/>
                  </a:lnTo>
                  <a:lnTo>
                    <a:pt x="5583619" y="148557"/>
                  </a:lnTo>
                  <a:lnTo>
                    <a:pt x="5583737" y="148557"/>
                  </a:lnTo>
                  <a:lnTo>
                    <a:pt x="5583854" y="148557"/>
                  </a:lnTo>
                  <a:lnTo>
                    <a:pt x="5583972" y="148557"/>
                  </a:lnTo>
                  <a:lnTo>
                    <a:pt x="5584090" y="148557"/>
                  </a:lnTo>
                  <a:lnTo>
                    <a:pt x="5584207" y="148557"/>
                  </a:lnTo>
                  <a:lnTo>
                    <a:pt x="5584325" y="148557"/>
                  </a:lnTo>
                  <a:lnTo>
                    <a:pt x="5584442" y="148557"/>
                  </a:lnTo>
                  <a:lnTo>
                    <a:pt x="5584560" y="148557"/>
                  </a:lnTo>
                  <a:lnTo>
                    <a:pt x="5584678" y="148557"/>
                  </a:lnTo>
                  <a:lnTo>
                    <a:pt x="5584795" y="148557"/>
                  </a:lnTo>
                  <a:lnTo>
                    <a:pt x="5584913" y="148557"/>
                  </a:lnTo>
                  <a:lnTo>
                    <a:pt x="5585030" y="148557"/>
                  </a:lnTo>
                  <a:lnTo>
                    <a:pt x="5585148" y="148557"/>
                  </a:lnTo>
                  <a:lnTo>
                    <a:pt x="5585266" y="148557"/>
                  </a:lnTo>
                  <a:lnTo>
                    <a:pt x="5585383" y="148557"/>
                  </a:lnTo>
                  <a:lnTo>
                    <a:pt x="5585501" y="148557"/>
                  </a:lnTo>
                  <a:lnTo>
                    <a:pt x="5585619" y="148557"/>
                  </a:lnTo>
                  <a:lnTo>
                    <a:pt x="5585736" y="148557"/>
                  </a:lnTo>
                  <a:lnTo>
                    <a:pt x="5585854" y="148557"/>
                  </a:lnTo>
                  <a:lnTo>
                    <a:pt x="5585971" y="148557"/>
                  </a:lnTo>
                  <a:lnTo>
                    <a:pt x="5586089" y="148557"/>
                  </a:lnTo>
                  <a:lnTo>
                    <a:pt x="5586207" y="148557"/>
                  </a:lnTo>
                  <a:lnTo>
                    <a:pt x="5586324" y="148557"/>
                  </a:lnTo>
                  <a:lnTo>
                    <a:pt x="5586324" y="148126"/>
                  </a:lnTo>
                  <a:lnTo>
                    <a:pt x="5586442" y="148126"/>
                  </a:lnTo>
                  <a:lnTo>
                    <a:pt x="5586559" y="148126"/>
                  </a:lnTo>
                  <a:lnTo>
                    <a:pt x="5586677" y="148126"/>
                  </a:lnTo>
                  <a:lnTo>
                    <a:pt x="5586795" y="148126"/>
                  </a:lnTo>
                  <a:lnTo>
                    <a:pt x="5586912" y="148126"/>
                  </a:lnTo>
                  <a:lnTo>
                    <a:pt x="5586912" y="147695"/>
                  </a:lnTo>
                  <a:lnTo>
                    <a:pt x="5587030" y="147695"/>
                  </a:lnTo>
                  <a:lnTo>
                    <a:pt x="5587148" y="147695"/>
                  </a:lnTo>
                  <a:lnTo>
                    <a:pt x="5587265" y="147695"/>
                  </a:lnTo>
                  <a:lnTo>
                    <a:pt x="5587383" y="147695"/>
                  </a:lnTo>
                  <a:lnTo>
                    <a:pt x="5587500" y="147695"/>
                  </a:lnTo>
                  <a:lnTo>
                    <a:pt x="5587618" y="147695"/>
                  </a:lnTo>
                  <a:lnTo>
                    <a:pt x="5587736" y="147695"/>
                  </a:lnTo>
                  <a:lnTo>
                    <a:pt x="5587853" y="147695"/>
                  </a:lnTo>
                  <a:lnTo>
                    <a:pt x="5587971" y="147695"/>
                  </a:lnTo>
                  <a:lnTo>
                    <a:pt x="5588088" y="147695"/>
                  </a:lnTo>
                  <a:lnTo>
                    <a:pt x="5588206" y="147695"/>
                  </a:lnTo>
                  <a:lnTo>
                    <a:pt x="5588324" y="147695"/>
                  </a:lnTo>
                  <a:lnTo>
                    <a:pt x="5588441" y="147695"/>
                  </a:lnTo>
                  <a:lnTo>
                    <a:pt x="5588559" y="147695"/>
                  </a:lnTo>
                  <a:lnTo>
                    <a:pt x="5588677" y="147695"/>
                  </a:lnTo>
                  <a:lnTo>
                    <a:pt x="5588794" y="147695"/>
                  </a:lnTo>
                  <a:lnTo>
                    <a:pt x="5588912" y="147695"/>
                  </a:lnTo>
                  <a:lnTo>
                    <a:pt x="5589029" y="147695"/>
                  </a:lnTo>
                  <a:lnTo>
                    <a:pt x="5589147" y="147695"/>
                  </a:lnTo>
                  <a:lnTo>
                    <a:pt x="5589147" y="147265"/>
                  </a:lnTo>
                  <a:lnTo>
                    <a:pt x="5589265" y="147265"/>
                  </a:lnTo>
                  <a:lnTo>
                    <a:pt x="5589382" y="147265"/>
                  </a:lnTo>
                  <a:lnTo>
                    <a:pt x="5589500" y="147265"/>
                  </a:lnTo>
                  <a:lnTo>
                    <a:pt x="5589617" y="147265"/>
                  </a:lnTo>
                  <a:lnTo>
                    <a:pt x="5589735" y="147265"/>
                  </a:lnTo>
                  <a:lnTo>
                    <a:pt x="5589853" y="147265"/>
                  </a:lnTo>
                  <a:lnTo>
                    <a:pt x="5589853" y="146834"/>
                  </a:lnTo>
                  <a:lnTo>
                    <a:pt x="5589970" y="146834"/>
                  </a:lnTo>
                  <a:lnTo>
                    <a:pt x="5590088" y="146834"/>
                  </a:lnTo>
                  <a:lnTo>
                    <a:pt x="5590206" y="146834"/>
                  </a:lnTo>
                  <a:lnTo>
                    <a:pt x="5590323" y="146834"/>
                  </a:lnTo>
                  <a:lnTo>
                    <a:pt x="5590441" y="146834"/>
                  </a:lnTo>
                  <a:lnTo>
                    <a:pt x="5590558" y="146834"/>
                  </a:lnTo>
                  <a:lnTo>
                    <a:pt x="5590676" y="146834"/>
                  </a:lnTo>
                  <a:lnTo>
                    <a:pt x="5590794" y="146834"/>
                  </a:lnTo>
                  <a:lnTo>
                    <a:pt x="5590911" y="146834"/>
                  </a:lnTo>
                  <a:lnTo>
                    <a:pt x="5591029" y="146834"/>
                  </a:lnTo>
                  <a:lnTo>
                    <a:pt x="5591146" y="146834"/>
                  </a:lnTo>
                  <a:lnTo>
                    <a:pt x="5591264" y="146834"/>
                  </a:lnTo>
                  <a:lnTo>
                    <a:pt x="5591382" y="146834"/>
                  </a:lnTo>
                  <a:lnTo>
                    <a:pt x="5591499" y="146834"/>
                  </a:lnTo>
                  <a:lnTo>
                    <a:pt x="5591617" y="146834"/>
                  </a:lnTo>
                  <a:lnTo>
                    <a:pt x="5591617" y="146404"/>
                  </a:lnTo>
                  <a:lnTo>
                    <a:pt x="5591734" y="146404"/>
                  </a:lnTo>
                  <a:lnTo>
                    <a:pt x="5591852" y="146404"/>
                  </a:lnTo>
                  <a:lnTo>
                    <a:pt x="5591852" y="145973"/>
                  </a:lnTo>
                  <a:lnTo>
                    <a:pt x="5591852" y="145542"/>
                  </a:lnTo>
                  <a:lnTo>
                    <a:pt x="5591970" y="145542"/>
                  </a:lnTo>
                  <a:lnTo>
                    <a:pt x="5592087" y="145542"/>
                  </a:lnTo>
                  <a:lnTo>
                    <a:pt x="5592205" y="145542"/>
                  </a:lnTo>
                  <a:lnTo>
                    <a:pt x="5592323" y="145542"/>
                  </a:lnTo>
                  <a:lnTo>
                    <a:pt x="5592440" y="145542"/>
                  </a:lnTo>
                  <a:lnTo>
                    <a:pt x="5592558" y="145542"/>
                  </a:lnTo>
                  <a:lnTo>
                    <a:pt x="5592675" y="145542"/>
                  </a:lnTo>
                  <a:lnTo>
                    <a:pt x="5592793" y="145542"/>
                  </a:lnTo>
                  <a:lnTo>
                    <a:pt x="5592911" y="145542"/>
                  </a:lnTo>
                  <a:lnTo>
                    <a:pt x="5593028" y="145542"/>
                  </a:lnTo>
                  <a:lnTo>
                    <a:pt x="5593146" y="145542"/>
                  </a:lnTo>
                  <a:lnTo>
                    <a:pt x="5593263" y="145542"/>
                  </a:lnTo>
                  <a:lnTo>
                    <a:pt x="5593263" y="145112"/>
                  </a:lnTo>
                  <a:lnTo>
                    <a:pt x="5593381" y="145112"/>
                  </a:lnTo>
                  <a:lnTo>
                    <a:pt x="5593499" y="145112"/>
                  </a:lnTo>
                  <a:lnTo>
                    <a:pt x="5593616" y="145112"/>
                  </a:lnTo>
                  <a:lnTo>
                    <a:pt x="5593734" y="145112"/>
                  </a:lnTo>
                  <a:lnTo>
                    <a:pt x="5593852" y="145112"/>
                  </a:lnTo>
                  <a:lnTo>
                    <a:pt x="5593969" y="145112"/>
                  </a:lnTo>
                  <a:lnTo>
                    <a:pt x="5593969" y="144681"/>
                  </a:lnTo>
                  <a:lnTo>
                    <a:pt x="5594087" y="144681"/>
                  </a:lnTo>
                  <a:lnTo>
                    <a:pt x="5594087" y="144251"/>
                  </a:lnTo>
                  <a:lnTo>
                    <a:pt x="5594204" y="144251"/>
                  </a:lnTo>
                  <a:lnTo>
                    <a:pt x="5594322" y="144251"/>
                  </a:lnTo>
                  <a:lnTo>
                    <a:pt x="5594440" y="144251"/>
                  </a:lnTo>
                  <a:lnTo>
                    <a:pt x="5594557" y="144251"/>
                  </a:lnTo>
                  <a:lnTo>
                    <a:pt x="5594675" y="144251"/>
                  </a:lnTo>
                  <a:lnTo>
                    <a:pt x="5594792" y="144251"/>
                  </a:lnTo>
                  <a:lnTo>
                    <a:pt x="5594910" y="144251"/>
                  </a:lnTo>
                  <a:lnTo>
                    <a:pt x="5595028" y="144251"/>
                  </a:lnTo>
                  <a:lnTo>
                    <a:pt x="5595145" y="144251"/>
                  </a:lnTo>
                  <a:lnTo>
                    <a:pt x="5595263" y="144251"/>
                  </a:lnTo>
                  <a:lnTo>
                    <a:pt x="5595381" y="144251"/>
                  </a:lnTo>
                  <a:lnTo>
                    <a:pt x="5595498" y="144251"/>
                  </a:lnTo>
                  <a:lnTo>
                    <a:pt x="5595616" y="144251"/>
                  </a:lnTo>
                  <a:lnTo>
                    <a:pt x="5595733" y="144251"/>
                  </a:lnTo>
                  <a:lnTo>
                    <a:pt x="5595851" y="144251"/>
                  </a:lnTo>
                  <a:lnTo>
                    <a:pt x="5595969" y="144251"/>
                  </a:lnTo>
                  <a:lnTo>
                    <a:pt x="5595969" y="143820"/>
                  </a:lnTo>
                  <a:lnTo>
                    <a:pt x="5595969" y="143389"/>
                  </a:lnTo>
                  <a:lnTo>
                    <a:pt x="5596086" y="143389"/>
                  </a:lnTo>
                  <a:lnTo>
                    <a:pt x="5596204" y="143389"/>
                  </a:lnTo>
                  <a:lnTo>
                    <a:pt x="5596204" y="142959"/>
                  </a:lnTo>
                  <a:lnTo>
                    <a:pt x="5596321" y="142959"/>
                  </a:lnTo>
                  <a:lnTo>
                    <a:pt x="5596321" y="142528"/>
                  </a:lnTo>
                  <a:lnTo>
                    <a:pt x="5596439" y="142528"/>
                  </a:lnTo>
                  <a:lnTo>
                    <a:pt x="5596557" y="142528"/>
                  </a:lnTo>
                  <a:lnTo>
                    <a:pt x="5596674" y="142528"/>
                  </a:lnTo>
                  <a:lnTo>
                    <a:pt x="5596792" y="142528"/>
                  </a:lnTo>
                  <a:lnTo>
                    <a:pt x="5596910" y="142528"/>
                  </a:lnTo>
                  <a:lnTo>
                    <a:pt x="5597027" y="142528"/>
                  </a:lnTo>
                  <a:lnTo>
                    <a:pt x="5597145" y="142528"/>
                  </a:lnTo>
                  <a:lnTo>
                    <a:pt x="5597262" y="142528"/>
                  </a:lnTo>
                  <a:lnTo>
                    <a:pt x="5597262" y="142098"/>
                  </a:lnTo>
                  <a:lnTo>
                    <a:pt x="5597380" y="142098"/>
                  </a:lnTo>
                  <a:lnTo>
                    <a:pt x="5597498" y="142098"/>
                  </a:lnTo>
                  <a:lnTo>
                    <a:pt x="5597615" y="142098"/>
                  </a:lnTo>
                  <a:lnTo>
                    <a:pt x="5597733" y="142098"/>
                  </a:lnTo>
                  <a:lnTo>
                    <a:pt x="5597850" y="142098"/>
                  </a:lnTo>
                  <a:lnTo>
                    <a:pt x="5597968" y="142098"/>
                  </a:lnTo>
                  <a:lnTo>
                    <a:pt x="5598086" y="142098"/>
                  </a:lnTo>
                  <a:lnTo>
                    <a:pt x="5598203" y="142098"/>
                  </a:lnTo>
                  <a:lnTo>
                    <a:pt x="5598321" y="142098"/>
                  </a:lnTo>
                  <a:lnTo>
                    <a:pt x="5598439" y="142098"/>
                  </a:lnTo>
                  <a:lnTo>
                    <a:pt x="5598556" y="142098"/>
                  </a:lnTo>
                  <a:lnTo>
                    <a:pt x="5598674" y="142098"/>
                  </a:lnTo>
                  <a:lnTo>
                    <a:pt x="5598791" y="142098"/>
                  </a:lnTo>
                  <a:lnTo>
                    <a:pt x="5598909" y="142098"/>
                  </a:lnTo>
                  <a:lnTo>
                    <a:pt x="5599027" y="142098"/>
                  </a:lnTo>
                  <a:lnTo>
                    <a:pt x="5599144" y="142098"/>
                  </a:lnTo>
                  <a:lnTo>
                    <a:pt x="5599144" y="141667"/>
                  </a:lnTo>
                  <a:lnTo>
                    <a:pt x="5599262" y="141667"/>
                  </a:lnTo>
                  <a:lnTo>
                    <a:pt x="5599379" y="141667"/>
                  </a:lnTo>
                  <a:lnTo>
                    <a:pt x="5599497" y="141667"/>
                  </a:lnTo>
                  <a:lnTo>
                    <a:pt x="5599615" y="141667"/>
                  </a:lnTo>
                  <a:lnTo>
                    <a:pt x="5599732" y="141667"/>
                  </a:lnTo>
                  <a:lnTo>
                    <a:pt x="5599850" y="141667"/>
                  </a:lnTo>
                  <a:lnTo>
                    <a:pt x="5599967" y="141667"/>
                  </a:lnTo>
                  <a:lnTo>
                    <a:pt x="5600085" y="141667"/>
                  </a:lnTo>
                  <a:lnTo>
                    <a:pt x="5600203" y="141667"/>
                  </a:lnTo>
                  <a:lnTo>
                    <a:pt x="5600320" y="141667"/>
                  </a:lnTo>
                  <a:lnTo>
                    <a:pt x="5600438" y="141667"/>
                  </a:lnTo>
                  <a:lnTo>
                    <a:pt x="5600556" y="141667"/>
                  </a:lnTo>
                  <a:lnTo>
                    <a:pt x="5600673" y="141667"/>
                  </a:lnTo>
                  <a:lnTo>
                    <a:pt x="5600791" y="141667"/>
                  </a:lnTo>
                  <a:lnTo>
                    <a:pt x="5600908" y="141667"/>
                  </a:lnTo>
                  <a:lnTo>
                    <a:pt x="5601026" y="141667"/>
                  </a:lnTo>
                  <a:lnTo>
                    <a:pt x="5601144" y="141667"/>
                  </a:lnTo>
                  <a:lnTo>
                    <a:pt x="5601261" y="141667"/>
                  </a:lnTo>
                  <a:lnTo>
                    <a:pt x="5601379" y="141667"/>
                  </a:lnTo>
                  <a:lnTo>
                    <a:pt x="5601496" y="141667"/>
                  </a:lnTo>
                  <a:lnTo>
                    <a:pt x="5601614" y="141667"/>
                  </a:lnTo>
                  <a:lnTo>
                    <a:pt x="5601614" y="141236"/>
                  </a:lnTo>
                  <a:lnTo>
                    <a:pt x="5601732" y="141236"/>
                  </a:lnTo>
                  <a:lnTo>
                    <a:pt x="5601849" y="141236"/>
                  </a:lnTo>
                  <a:lnTo>
                    <a:pt x="5601967" y="141236"/>
                  </a:lnTo>
                  <a:lnTo>
                    <a:pt x="5602085" y="141236"/>
                  </a:lnTo>
                  <a:lnTo>
                    <a:pt x="5602085" y="140806"/>
                  </a:lnTo>
                  <a:lnTo>
                    <a:pt x="5602202" y="140806"/>
                  </a:lnTo>
                  <a:lnTo>
                    <a:pt x="5602320" y="140806"/>
                  </a:lnTo>
                  <a:lnTo>
                    <a:pt x="5602437" y="140806"/>
                  </a:lnTo>
                  <a:lnTo>
                    <a:pt x="5602555" y="140806"/>
                  </a:lnTo>
                  <a:lnTo>
                    <a:pt x="5602673" y="140806"/>
                  </a:lnTo>
                  <a:lnTo>
                    <a:pt x="5602790" y="140806"/>
                  </a:lnTo>
                  <a:lnTo>
                    <a:pt x="5602908" y="140806"/>
                  </a:lnTo>
                  <a:lnTo>
                    <a:pt x="5603025" y="140806"/>
                  </a:lnTo>
                  <a:lnTo>
                    <a:pt x="5603143" y="140806"/>
                  </a:lnTo>
                  <a:lnTo>
                    <a:pt x="5603261" y="140806"/>
                  </a:lnTo>
                  <a:lnTo>
                    <a:pt x="5603378" y="140806"/>
                  </a:lnTo>
                  <a:lnTo>
                    <a:pt x="5603496" y="140806"/>
                  </a:lnTo>
                  <a:lnTo>
                    <a:pt x="5603614" y="140806"/>
                  </a:lnTo>
                  <a:lnTo>
                    <a:pt x="5603731" y="140806"/>
                  </a:lnTo>
                  <a:lnTo>
                    <a:pt x="5603849" y="140806"/>
                  </a:lnTo>
                  <a:lnTo>
                    <a:pt x="5603966" y="140806"/>
                  </a:lnTo>
                  <a:lnTo>
                    <a:pt x="5604084" y="140806"/>
                  </a:lnTo>
                  <a:lnTo>
                    <a:pt x="5604202" y="140806"/>
                  </a:lnTo>
                  <a:lnTo>
                    <a:pt x="5604202" y="140375"/>
                  </a:lnTo>
                  <a:lnTo>
                    <a:pt x="5604319" y="140375"/>
                  </a:lnTo>
                  <a:lnTo>
                    <a:pt x="5604437" y="140375"/>
                  </a:lnTo>
                  <a:lnTo>
                    <a:pt x="5604554" y="140375"/>
                  </a:lnTo>
                  <a:lnTo>
                    <a:pt x="5604672" y="140375"/>
                  </a:lnTo>
                  <a:lnTo>
                    <a:pt x="5604790" y="140375"/>
                  </a:lnTo>
                  <a:lnTo>
                    <a:pt x="5604907" y="140375"/>
                  </a:lnTo>
                  <a:lnTo>
                    <a:pt x="5605025" y="140375"/>
                  </a:lnTo>
                  <a:lnTo>
                    <a:pt x="5605143" y="140375"/>
                  </a:lnTo>
                  <a:lnTo>
                    <a:pt x="5605260" y="140375"/>
                  </a:lnTo>
                  <a:lnTo>
                    <a:pt x="5605378" y="140375"/>
                  </a:lnTo>
                  <a:lnTo>
                    <a:pt x="5605495" y="140375"/>
                  </a:lnTo>
                  <a:lnTo>
                    <a:pt x="5605613" y="140375"/>
                  </a:lnTo>
                  <a:lnTo>
                    <a:pt x="5605731" y="140375"/>
                  </a:lnTo>
                  <a:lnTo>
                    <a:pt x="5605848" y="140375"/>
                  </a:lnTo>
                  <a:lnTo>
                    <a:pt x="5605966" y="140375"/>
                  </a:lnTo>
                  <a:lnTo>
                    <a:pt x="5606083" y="140375"/>
                  </a:lnTo>
                  <a:lnTo>
                    <a:pt x="5606201" y="140375"/>
                  </a:lnTo>
                  <a:lnTo>
                    <a:pt x="5606319" y="140375"/>
                  </a:lnTo>
                  <a:lnTo>
                    <a:pt x="5606436" y="140375"/>
                  </a:lnTo>
                  <a:lnTo>
                    <a:pt x="5606554" y="140375"/>
                  </a:lnTo>
                  <a:lnTo>
                    <a:pt x="5606672" y="140375"/>
                  </a:lnTo>
                  <a:lnTo>
                    <a:pt x="5606789" y="140375"/>
                  </a:lnTo>
                  <a:lnTo>
                    <a:pt x="5606789" y="139945"/>
                  </a:lnTo>
                  <a:lnTo>
                    <a:pt x="5606907" y="139945"/>
                  </a:lnTo>
                  <a:lnTo>
                    <a:pt x="5607024" y="139945"/>
                  </a:lnTo>
                  <a:lnTo>
                    <a:pt x="5607142" y="139945"/>
                  </a:lnTo>
                  <a:lnTo>
                    <a:pt x="5607260" y="139945"/>
                  </a:lnTo>
                  <a:lnTo>
                    <a:pt x="5607260" y="139514"/>
                  </a:lnTo>
                  <a:lnTo>
                    <a:pt x="5607377" y="139514"/>
                  </a:lnTo>
                  <a:lnTo>
                    <a:pt x="5607495" y="139514"/>
                  </a:lnTo>
                  <a:lnTo>
                    <a:pt x="5607612" y="139514"/>
                  </a:lnTo>
                  <a:lnTo>
                    <a:pt x="5607730" y="139514"/>
                  </a:lnTo>
                  <a:lnTo>
                    <a:pt x="5607848" y="139514"/>
                  </a:lnTo>
                  <a:lnTo>
                    <a:pt x="5607965" y="139514"/>
                  </a:lnTo>
                  <a:lnTo>
                    <a:pt x="5608083" y="139514"/>
                  </a:lnTo>
                  <a:lnTo>
                    <a:pt x="5608200" y="139514"/>
                  </a:lnTo>
                  <a:lnTo>
                    <a:pt x="5608318" y="139514"/>
                  </a:lnTo>
                  <a:lnTo>
                    <a:pt x="5608436" y="139514"/>
                  </a:lnTo>
                  <a:lnTo>
                    <a:pt x="5608553" y="139514"/>
                  </a:lnTo>
                  <a:lnTo>
                    <a:pt x="5608671" y="139514"/>
                  </a:lnTo>
                  <a:lnTo>
                    <a:pt x="5608789" y="139514"/>
                  </a:lnTo>
                  <a:lnTo>
                    <a:pt x="5608906" y="139514"/>
                  </a:lnTo>
                  <a:lnTo>
                    <a:pt x="5609024" y="139514"/>
                  </a:lnTo>
                  <a:lnTo>
                    <a:pt x="5609141" y="139514"/>
                  </a:lnTo>
                  <a:lnTo>
                    <a:pt x="5609259" y="139514"/>
                  </a:lnTo>
                  <a:lnTo>
                    <a:pt x="5609377" y="139514"/>
                  </a:lnTo>
                  <a:lnTo>
                    <a:pt x="5609494" y="139514"/>
                  </a:lnTo>
                  <a:lnTo>
                    <a:pt x="5609494" y="139083"/>
                  </a:lnTo>
                  <a:lnTo>
                    <a:pt x="5609612" y="139083"/>
                  </a:lnTo>
                  <a:lnTo>
                    <a:pt x="5609729" y="139083"/>
                  </a:lnTo>
                  <a:lnTo>
                    <a:pt x="5609847" y="139083"/>
                  </a:lnTo>
                  <a:lnTo>
                    <a:pt x="5609847" y="138653"/>
                  </a:lnTo>
                  <a:lnTo>
                    <a:pt x="5609965" y="138653"/>
                  </a:lnTo>
                  <a:lnTo>
                    <a:pt x="5610082" y="138653"/>
                  </a:lnTo>
                  <a:lnTo>
                    <a:pt x="5610200" y="138653"/>
                  </a:lnTo>
                  <a:lnTo>
                    <a:pt x="5610318" y="138653"/>
                  </a:lnTo>
                  <a:lnTo>
                    <a:pt x="5610318" y="138222"/>
                  </a:lnTo>
                  <a:lnTo>
                    <a:pt x="5610435" y="138222"/>
                  </a:lnTo>
                  <a:lnTo>
                    <a:pt x="5610553" y="138222"/>
                  </a:lnTo>
                  <a:lnTo>
                    <a:pt x="5610670" y="138222"/>
                  </a:lnTo>
                  <a:lnTo>
                    <a:pt x="5610788" y="138222"/>
                  </a:lnTo>
                  <a:lnTo>
                    <a:pt x="5610906" y="138222"/>
                  </a:lnTo>
                  <a:lnTo>
                    <a:pt x="5611023" y="138222"/>
                  </a:lnTo>
                  <a:lnTo>
                    <a:pt x="5611141" y="138222"/>
                  </a:lnTo>
                  <a:lnTo>
                    <a:pt x="5611258" y="138222"/>
                  </a:lnTo>
                  <a:lnTo>
                    <a:pt x="5611376" y="138222"/>
                  </a:lnTo>
                  <a:lnTo>
                    <a:pt x="5611494" y="138222"/>
                  </a:lnTo>
                  <a:lnTo>
                    <a:pt x="5611611" y="138222"/>
                  </a:lnTo>
                  <a:lnTo>
                    <a:pt x="5611729" y="138222"/>
                  </a:lnTo>
                  <a:lnTo>
                    <a:pt x="5611847" y="138222"/>
                  </a:lnTo>
                  <a:lnTo>
                    <a:pt x="5611964" y="138222"/>
                  </a:lnTo>
                  <a:lnTo>
                    <a:pt x="5612082" y="138222"/>
                  </a:lnTo>
                  <a:lnTo>
                    <a:pt x="5612199" y="138222"/>
                  </a:lnTo>
                  <a:lnTo>
                    <a:pt x="5612317" y="138222"/>
                  </a:lnTo>
                  <a:lnTo>
                    <a:pt x="5612435" y="138222"/>
                  </a:lnTo>
                  <a:lnTo>
                    <a:pt x="5612552" y="138222"/>
                  </a:lnTo>
                  <a:lnTo>
                    <a:pt x="5612670" y="138222"/>
                  </a:lnTo>
                  <a:lnTo>
                    <a:pt x="5612670" y="137792"/>
                  </a:lnTo>
                  <a:lnTo>
                    <a:pt x="5612787" y="137792"/>
                  </a:lnTo>
                  <a:lnTo>
                    <a:pt x="5612905" y="137792"/>
                  </a:lnTo>
                  <a:lnTo>
                    <a:pt x="5613023" y="137792"/>
                  </a:lnTo>
                  <a:lnTo>
                    <a:pt x="5613140" y="137792"/>
                  </a:lnTo>
                  <a:lnTo>
                    <a:pt x="5613258" y="137792"/>
                  </a:lnTo>
                  <a:lnTo>
                    <a:pt x="5613376" y="137792"/>
                  </a:lnTo>
                  <a:lnTo>
                    <a:pt x="5613493" y="137792"/>
                  </a:lnTo>
                  <a:lnTo>
                    <a:pt x="5613611" y="137792"/>
                  </a:lnTo>
                  <a:lnTo>
                    <a:pt x="5613728" y="137792"/>
                  </a:lnTo>
                  <a:lnTo>
                    <a:pt x="5613846" y="137792"/>
                  </a:lnTo>
                  <a:lnTo>
                    <a:pt x="5613846" y="137361"/>
                  </a:lnTo>
                  <a:lnTo>
                    <a:pt x="5613964" y="137361"/>
                  </a:lnTo>
                  <a:lnTo>
                    <a:pt x="5614081" y="137361"/>
                  </a:lnTo>
                  <a:lnTo>
                    <a:pt x="5614081" y="136930"/>
                  </a:lnTo>
                  <a:lnTo>
                    <a:pt x="5614199" y="136930"/>
                  </a:lnTo>
                  <a:lnTo>
                    <a:pt x="5614316" y="136930"/>
                  </a:lnTo>
                  <a:lnTo>
                    <a:pt x="5614434" y="136930"/>
                  </a:lnTo>
                  <a:lnTo>
                    <a:pt x="5614552" y="136930"/>
                  </a:lnTo>
                  <a:lnTo>
                    <a:pt x="5614669" y="136930"/>
                  </a:lnTo>
                  <a:lnTo>
                    <a:pt x="5614787" y="136930"/>
                  </a:lnTo>
                  <a:lnTo>
                    <a:pt x="5614905" y="136930"/>
                  </a:lnTo>
                  <a:lnTo>
                    <a:pt x="5615022" y="136930"/>
                  </a:lnTo>
                  <a:lnTo>
                    <a:pt x="5615140" y="136930"/>
                  </a:lnTo>
                  <a:lnTo>
                    <a:pt x="5615257" y="136930"/>
                  </a:lnTo>
                  <a:lnTo>
                    <a:pt x="5615375" y="136930"/>
                  </a:lnTo>
                  <a:lnTo>
                    <a:pt x="5615493" y="136930"/>
                  </a:lnTo>
                  <a:lnTo>
                    <a:pt x="5615610" y="136930"/>
                  </a:lnTo>
                  <a:lnTo>
                    <a:pt x="5615728" y="136930"/>
                  </a:lnTo>
                  <a:lnTo>
                    <a:pt x="5615845" y="136930"/>
                  </a:lnTo>
                  <a:lnTo>
                    <a:pt x="5615963" y="136930"/>
                  </a:lnTo>
                  <a:lnTo>
                    <a:pt x="5615963" y="136500"/>
                  </a:lnTo>
                  <a:lnTo>
                    <a:pt x="5616081" y="136500"/>
                  </a:lnTo>
                  <a:lnTo>
                    <a:pt x="5616198" y="136500"/>
                  </a:lnTo>
                  <a:lnTo>
                    <a:pt x="5616316" y="136500"/>
                  </a:lnTo>
                  <a:lnTo>
                    <a:pt x="5616433" y="136500"/>
                  </a:lnTo>
                  <a:lnTo>
                    <a:pt x="5616551" y="136500"/>
                  </a:lnTo>
                  <a:lnTo>
                    <a:pt x="5616669" y="136500"/>
                  </a:lnTo>
                  <a:lnTo>
                    <a:pt x="5616786" y="136500"/>
                  </a:lnTo>
                  <a:lnTo>
                    <a:pt x="5616904" y="136500"/>
                  </a:lnTo>
                  <a:lnTo>
                    <a:pt x="5617022" y="136500"/>
                  </a:lnTo>
                  <a:lnTo>
                    <a:pt x="5617139" y="136500"/>
                  </a:lnTo>
                  <a:lnTo>
                    <a:pt x="5617257" y="136500"/>
                  </a:lnTo>
                  <a:lnTo>
                    <a:pt x="5617374" y="136500"/>
                  </a:lnTo>
                  <a:lnTo>
                    <a:pt x="5617492" y="136500"/>
                  </a:lnTo>
                  <a:lnTo>
                    <a:pt x="5617610" y="136500"/>
                  </a:lnTo>
                  <a:lnTo>
                    <a:pt x="5617727" y="136500"/>
                  </a:lnTo>
                  <a:lnTo>
                    <a:pt x="5617845" y="136500"/>
                  </a:lnTo>
                  <a:lnTo>
                    <a:pt x="5617962" y="136500"/>
                  </a:lnTo>
                  <a:lnTo>
                    <a:pt x="5618080" y="136500"/>
                  </a:lnTo>
                  <a:lnTo>
                    <a:pt x="5618198" y="136500"/>
                  </a:lnTo>
                  <a:lnTo>
                    <a:pt x="5618315" y="136500"/>
                  </a:lnTo>
                  <a:lnTo>
                    <a:pt x="5618433" y="136500"/>
                  </a:lnTo>
                  <a:lnTo>
                    <a:pt x="5618551" y="136500"/>
                  </a:lnTo>
                  <a:lnTo>
                    <a:pt x="5618551" y="136069"/>
                  </a:lnTo>
                  <a:lnTo>
                    <a:pt x="5618668" y="136069"/>
                  </a:lnTo>
                  <a:lnTo>
                    <a:pt x="5618786" y="136069"/>
                  </a:lnTo>
                  <a:lnTo>
                    <a:pt x="5618903" y="136069"/>
                  </a:lnTo>
                  <a:lnTo>
                    <a:pt x="5619021" y="136069"/>
                  </a:lnTo>
                  <a:lnTo>
                    <a:pt x="5619139" y="136069"/>
                  </a:lnTo>
                  <a:lnTo>
                    <a:pt x="5619256" y="136069"/>
                  </a:lnTo>
                  <a:lnTo>
                    <a:pt x="5619374" y="136069"/>
                  </a:lnTo>
                  <a:lnTo>
                    <a:pt x="5619491" y="136069"/>
                  </a:lnTo>
                  <a:lnTo>
                    <a:pt x="5619609" y="136069"/>
                  </a:lnTo>
                  <a:lnTo>
                    <a:pt x="5619727" y="136069"/>
                  </a:lnTo>
                  <a:lnTo>
                    <a:pt x="5619844" y="136069"/>
                  </a:lnTo>
                  <a:lnTo>
                    <a:pt x="5619962" y="136069"/>
                  </a:lnTo>
                  <a:lnTo>
                    <a:pt x="5620080" y="136069"/>
                  </a:lnTo>
                  <a:lnTo>
                    <a:pt x="5620197" y="136069"/>
                  </a:lnTo>
                  <a:lnTo>
                    <a:pt x="5620315" y="136069"/>
                  </a:lnTo>
                  <a:lnTo>
                    <a:pt x="5620432" y="136069"/>
                  </a:lnTo>
                  <a:lnTo>
                    <a:pt x="5620432" y="135639"/>
                  </a:lnTo>
                  <a:lnTo>
                    <a:pt x="5620550" y="135639"/>
                  </a:lnTo>
                  <a:lnTo>
                    <a:pt x="5620668" y="135639"/>
                  </a:lnTo>
                  <a:lnTo>
                    <a:pt x="5620785" y="135639"/>
                  </a:lnTo>
                  <a:lnTo>
                    <a:pt x="5620903" y="135639"/>
                  </a:lnTo>
                  <a:lnTo>
                    <a:pt x="5621020" y="135639"/>
                  </a:lnTo>
                  <a:lnTo>
                    <a:pt x="5621138" y="135639"/>
                  </a:lnTo>
                  <a:lnTo>
                    <a:pt x="5621256" y="135639"/>
                  </a:lnTo>
                  <a:lnTo>
                    <a:pt x="5621373" y="135639"/>
                  </a:lnTo>
                  <a:lnTo>
                    <a:pt x="5621491" y="135639"/>
                  </a:lnTo>
                  <a:lnTo>
                    <a:pt x="5621609" y="135639"/>
                  </a:lnTo>
                  <a:lnTo>
                    <a:pt x="5621726" y="135639"/>
                  </a:lnTo>
                  <a:lnTo>
                    <a:pt x="5621844" y="135639"/>
                  </a:lnTo>
                  <a:lnTo>
                    <a:pt x="5621961" y="135639"/>
                  </a:lnTo>
                  <a:lnTo>
                    <a:pt x="5622079" y="135639"/>
                  </a:lnTo>
                  <a:lnTo>
                    <a:pt x="5622197" y="135639"/>
                  </a:lnTo>
                  <a:lnTo>
                    <a:pt x="5622314" y="135639"/>
                  </a:lnTo>
                  <a:lnTo>
                    <a:pt x="5622432" y="135639"/>
                  </a:lnTo>
                  <a:lnTo>
                    <a:pt x="5622549" y="135639"/>
                  </a:lnTo>
                  <a:lnTo>
                    <a:pt x="5622667" y="135639"/>
                  </a:lnTo>
                  <a:lnTo>
                    <a:pt x="5622785" y="135639"/>
                  </a:lnTo>
                  <a:lnTo>
                    <a:pt x="5622902" y="135639"/>
                  </a:lnTo>
                  <a:lnTo>
                    <a:pt x="5623020" y="135639"/>
                  </a:lnTo>
                  <a:lnTo>
                    <a:pt x="5623138" y="135639"/>
                  </a:lnTo>
                  <a:lnTo>
                    <a:pt x="5623255" y="135639"/>
                  </a:lnTo>
                  <a:lnTo>
                    <a:pt x="5623373" y="135639"/>
                  </a:lnTo>
                  <a:lnTo>
                    <a:pt x="5623490" y="135639"/>
                  </a:lnTo>
                  <a:lnTo>
                    <a:pt x="5623608" y="135639"/>
                  </a:lnTo>
                  <a:lnTo>
                    <a:pt x="5623726" y="135639"/>
                  </a:lnTo>
                  <a:lnTo>
                    <a:pt x="5623843" y="135639"/>
                  </a:lnTo>
                  <a:lnTo>
                    <a:pt x="5623961" y="135639"/>
                  </a:lnTo>
                  <a:lnTo>
                    <a:pt x="5624078" y="135639"/>
                  </a:lnTo>
                  <a:lnTo>
                    <a:pt x="5624196" y="135639"/>
                  </a:lnTo>
                  <a:lnTo>
                    <a:pt x="5624314" y="135639"/>
                  </a:lnTo>
                  <a:lnTo>
                    <a:pt x="5624431" y="135639"/>
                  </a:lnTo>
                  <a:lnTo>
                    <a:pt x="5624549" y="135639"/>
                  </a:lnTo>
                  <a:lnTo>
                    <a:pt x="5624666" y="135639"/>
                  </a:lnTo>
                  <a:lnTo>
                    <a:pt x="5624666" y="135208"/>
                  </a:lnTo>
                  <a:lnTo>
                    <a:pt x="5624784" y="135208"/>
                  </a:lnTo>
                  <a:lnTo>
                    <a:pt x="5624784" y="134777"/>
                  </a:lnTo>
                  <a:lnTo>
                    <a:pt x="5624902" y="134777"/>
                  </a:lnTo>
                  <a:lnTo>
                    <a:pt x="5625019" y="134777"/>
                  </a:lnTo>
                  <a:lnTo>
                    <a:pt x="5625137" y="134777"/>
                  </a:lnTo>
                  <a:lnTo>
                    <a:pt x="5625255" y="134777"/>
                  </a:lnTo>
                  <a:lnTo>
                    <a:pt x="5625372" y="134777"/>
                  </a:lnTo>
                  <a:lnTo>
                    <a:pt x="5625490" y="134777"/>
                  </a:lnTo>
                  <a:lnTo>
                    <a:pt x="5625607" y="134777"/>
                  </a:lnTo>
                  <a:lnTo>
                    <a:pt x="5625725" y="134777"/>
                  </a:lnTo>
                  <a:lnTo>
                    <a:pt x="5625843" y="134777"/>
                  </a:lnTo>
                  <a:lnTo>
                    <a:pt x="5625960" y="134777"/>
                  </a:lnTo>
                  <a:lnTo>
                    <a:pt x="5625960" y="134347"/>
                  </a:lnTo>
                  <a:lnTo>
                    <a:pt x="5626078" y="134347"/>
                  </a:lnTo>
                  <a:lnTo>
                    <a:pt x="5626195" y="134347"/>
                  </a:lnTo>
                  <a:lnTo>
                    <a:pt x="5626313" y="134347"/>
                  </a:lnTo>
                  <a:lnTo>
                    <a:pt x="5626431" y="134347"/>
                  </a:lnTo>
                  <a:lnTo>
                    <a:pt x="5626548" y="134347"/>
                  </a:lnTo>
                  <a:lnTo>
                    <a:pt x="5626548" y="133916"/>
                  </a:lnTo>
                  <a:lnTo>
                    <a:pt x="5626666" y="133916"/>
                  </a:lnTo>
                  <a:lnTo>
                    <a:pt x="5626784" y="133916"/>
                  </a:lnTo>
                  <a:lnTo>
                    <a:pt x="5626901" y="133916"/>
                  </a:lnTo>
                  <a:lnTo>
                    <a:pt x="5627019" y="133916"/>
                  </a:lnTo>
                  <a:lnTo>
                    <a:pt x="5627136" y="133916"/>
                  </a:lnTo>
                  <a:lnTo>
                    <a:pt x="5627254" y="133916"/>
                  </a:lnTo>
                  <a:lnTo>
                    <a:pt x="5627372" y="133916"/>
                  </a:lnTo>
                  <a:lnTo>
                    <a:pt x="5627489" y="133916"/>
                  </a:lnTo>
                  <a:lnTo>
                    <a:pt x="5627489" y="133486"/>
                  </a:lnTo>
                  <a:lnTo>
                    <a:pt x="5627607" y="133486"/>
                  </a:lnTo>
                  <a:lnTo>
                    <a:pt x="5627724" y="133486"/>
                  </a:lnTo>
                  <a:lnTo>
                    <a:pt x="5627842" y="133486"/>
                  </a:lnTo>
                  <a:lnTo>
                    <a:pt x="5627960" y="133486"/>
                  </a:lnTo>
                  <a:lnTo>
                    <a:pt x="5628077" y="133486"/>
                  </a:lnTo>
                  <a:lnTo>
                    <a:pt x="5628195" y="133486"/>
                  </a:lnTo>
                  <a:lnTo>
                    <a:pt x="5628313" y="133486"/>
                  </a:lnTo>
                  <a:lnTo>
                    <a:pt x="5628430" y="133486"/>
                  </a:lnTo>
                  <a:lnTo>
                    <a:pt x="5628548" y="133486"/>
                  </a:lnTo>
                  <a:lnTo>
                    <a:pt x="5628665" y="133486"/>
                  </a:lnTo>
                  <a:lnTo>
                    <a:pt x="5628783" y="133486"/>
                  </a:lnTo>
                  <a:lnTo>
                    <a:pt x="5628901" y="133486"/>
                  </a:lnTo>
                  <a:lnTo>
                    <a:pt x="5629018" y="133486"/>
                  </a:lnTo>
                  <a:lnTo>
                    <a:pt x="5629136" y="133486"/>
                  </a:lnTo>
                  <a:lnTo>
                    <a:pt x="5629253" y="133486"/>
                  </a:lnTo>
                  <a:lnTo>
                    <a:pt x="5629371" y="133486"/>
                  </a:lnTo>
                  <a:lnTo>
                    <a:pt x="5629489" y="133486"/>
                  </a:lnTo>
                  <a:lnTo>
                    <a:pt x="5629606" y="133486"/>
                  </a:lnTo>
                  <a:lnTo>
                    <a:pt x="5629724" y="133486"/>
                  </a:lnTo>
                  <a:lnTo>
                    <a:pt x="5629842" y="133486"/>
                  </a:lnTo>
                  <a:lnTo>
                    <a:pt x="5629959" y="133486"/>
                  </a:lnTo>
                  <a:lnTo>
                    <a:pt x="5630077" y="133486"/>
                  </a:lnTo>
                  <a:lnTo>
                    <a:pt x="5630194" y="133486"/>
                  </a:lnTo>
                  <a:lnTo>
                    <a:pt x="5630312" y="133486"/>
                  </a:lnTo>
                  <a:lnTo>
                    <a:pt x="5630430" y="133486"/>
                  </a:lnTo>
                  <a:lnTo>
                    <a:pt x="5630547" y="133486"/>
                  </a:lnTo>
                  <a:lnTo>
                    <a:pt x="5630665" y="133486"/>
                  </a:lnTo>
                  <a:lnTo>
                    <a:pt x="5630782" y="133486"/>
                  </a:lnTo>
                  <a:lnTo>
                    <a:pt x="5630900" y="133486"/>
                  </a:lnTo>
                  <a:lnTo>
                    <a:pt x="5631018" y="133486"/>
                  </a:lnTo>
                  <a:lnTo>
                    <a:pt x="5631018" y="133055"/>
                  </a:lnTo>
                  <a:lnTo>
                    <a:pt x="5631135" y="133055"/>
                  </a:lnTo>
                  <a:lnTo>
                    <a:pt x="5631253" y="133055"/>
                  </a:lnTo>
                  <a:lnTo>
                    <a:pt x="5631371" y="133055"/>
                  </a:lnTo>
                  <a:lnTo>
                    <a:pt x="5631488" y="133055"/>
                  </a:lnTo>
                  <a:lnTo>
                    <a:pt x="5631606" y="133055"/>
                  </a:lnTo>
                  <a:lnTo>
                    <a:pt x="5631723" y="133055"/>
                  </a:lnTo>
                  <a:lnTo>
                    <a:pt x="5631841" y="133055"/>
                  </a:lnTo>
                  <a:lnTo>
                    <a:pt x="5631959" y="133055"/>
                  </a:lnTo>
                  <a:lnTo>
                    <a:pt x="5632076" y="133055"/>
                  </a:lnTo>
                  <a:lnTo>
                    <a:pt x="5632194" y="133055"/>
                  </a:lnTo>
                  <a:lnTo>
                    <a:pt x="5632311" y="133055"/>
                  </a:lnTo>
                  <a:lnTo>
                    <a:pt x="5632429" y="133055"/>
                  </a:lnTo>
                  <a:lnTo>
                    <a:pt x="5632547" y="133055"/>
                  </a:lnTo>
                  <a:lnTo>
                    <a:pt x="5632664" y="133055"/>
                  </a:lnTo>
                  <a:lnTo>
                    <a:pt x="5632782" y="133055"/>
                  </a:lnTo>
                  <a:lnTo>
                    <a:pt x="5632899" y="133055"/>
                  </a:lnTo>
                  <a:lnTo>
                    <a:pt x="5633017" y="133055"/>
                  </a:lnTo>
                  <a:lnTo>
                    <a:pt x="5633135" y="133055"/>
                  </a:lnTo>
                  <a:lnTo>
                    <a:pt x="5633252" y="133055"/>
                  </a:lnTo>
                  <a:lnTo>
                    <a:pt x="5633370" y="133055"/>
                  </a:lnTo>
                  <a:lnTo>
                    <a:pt x="5633488" y="133055"/>
                  </a:lnTo>
                  <a:lnTo>
                    <a:pt x="5633605" y="133055"/>
                  </a:lnTo>
                  <a:lnTo>
                    <a:pt x="5633723" y="133055"/>
                  </a:lnTo>
                  <a:lnTo>
                    <a:pt x="5633840" y="133055"/>
                  </a:lnTo>
                  <a:lnTo>
                    <a:pt x="5633958" y="133055"/>
                  </a:lnTo>
                  <a:lnTo>
                    <a:pt x="5634076" y="133055"/>
                  </a:lnTo>
                  <a:lnTo>
                    <a:pt x="5634193" y="133055"/>
                  </a:lnTo>
                  <a:lnTo>
                    <a:pt x="5634311" y="133055"/>
                  </a:lnTo>
                  <a:lnTo>
                    <a:pt x="5634428" y="133055"/>
                  </a:lnTo>
                  <a:lnTo>
                    <a:pt x="5634546" y="133055"/>
                  </a:lnTo>
                  <a:lnTo>
                    <a:pt x="5634664" y="133055"/>
                  </a:lnTo>
                  <a:lnTo>
                    <a:pt x="5634781" y="133055"/>
                  </a:lnTo>
                  <a:lnTo>
                    <a:pt x="5634899" y="133055"/>
                  </a:lnTo>
                  <a:lnTo>
                    <a:pt x="5635017" y="133055"/>
                  </a:lnTo>
                  <a:lnTo>
                    <a:pt x="5635134" y="133055"/>
                  </a:lnTo>
                  <a:lnTo>
                    <a:pt x="5635252" y="133055"/>
                  </a:lnTo>
                  <a:lnTo>
                    <a:pt x="5635369" y="133055"/>
                  </a:lnTo>
                  <a:lnTo>
                    <a:pt x="5635487" y="133055"/>
                  </a:lnTo>
                  <a:lnTo>
                    <a:pt x="5635605" y="133055"/>
                  </a:lnTo>
                  <a:lnTo>
                    <a:pt x="5635722" y="133055"/>
                  </a:lnTo>
                  <a:lnTo>
                    <a:pt x="5635840" y="133055"/>
                  </a:lnTo>
                  <a:lnTo>
                    <a:pt x="5635957" y="133055"/>
                  </a:lnTo>
                  <a:lnTo>
                    <a:pt x="5636075" y="133055"/>
                  </a:lnTo>
                  <a:lnTo>
                    <a:pt x="5636193" y="133055"/>
                  </a:lnTo>
                  <a:lnTo>
                    <a:pt x="5636193" y="132624"/>
                  </a:lnTo>
                  <a:lnTo>
                    <a:pt x="5636310" y="132624"/>
                  </a:lnTo>
                  <a:lnTo>
                    <a:pt x="5636428" y="132624"/>
                  </a:lnTo>
                  <a:lnTo>
                    <a:pt x="5636546" y="132624"/>
                  </a:lnTo>
                  <a:lnTo>
                    <a:pt x="5636663" y="132624"/>
                  </a:lnTo>
                  <a:lnTo>
                    <a:pt x="5636663" y="132194"/>
                  </a:lnTo>
                  <a:lnTo>
                    <a:pt x="5636781" y="132194"/>
                  </a:lnTo>
                  <a:lnTo>
                    <a:pt x="5636898" y="132194"/>
                  </a:lnTo>
                  <a:lnTo>
                    <a:pt x="5637016" y="132194"/>
                  </a:lnTo>
                  <a:lnTo>
                    <a:pt x="5637134" y="132194"/>
                  </a:lnTo>
                  <a:lnTo>
                    <a:pt x="5637251" y="132194"/>
                  </a:lnTo>
                  <a:lnTo>
                    <a:pt x="5637369" y="132194"/>
                  </a:lnTo>
                  <a:lnTo>
                    <a:pt x="5637486" y="132194"/>
                  </a:lnTo>
                  <a:lnTo>
                    <a:pt x="5637604" y="132194"/>
                  </a:lnTo>
                  <a:lnTo>
                    <a:pt x="5637604" y="131763"/>
                  </a:lnTo>
                  <a:lnTo>
                    <a:pt x="5637722" y="131763"/>
                  </a:lnTo>
                  <a:lnTo>
                    <a:pt x="5637839" y="131763"/>
                  </a:lnTo>
                  <a:lnTo>
                    <a:pt x="5637957" y="131763"/>
                  </a:lnTo>
                  <a:lnTo>
                    <a:pt x="5637957" y="131333"/>
                  </a:lnTo>
                  <a:lnTo>
                    <a:pt x="5638075" y="131333"/>
                  </a:lnTo>
                  <a:lnTo>
                    <a:pt x="5638192" y="131333"/>
                  </a:lnTo>
                  <a:lnTo>
                    <a:pt x="5638310" y="131333"/>
                  </a:lnTo>
                  <a:lnTo>
                    <a:pt x="5638427" y="131333"/>
                  </a:lnTo>
                  <a:lnTo>
                    <a:pt x="5638545" y="131333"/>
                  </a:lnTo>
                  <a:lnTo>
                    <a:pt x="5638663" y="131333"/>
                  </a:lnTo>
                  <a:lnTo>
                    <a:pt x="5638780" y="131333"/>
                  </a:lnTo>
                  <a:lnTo>
                    <a:pt x="5638898" y="131333"/>
                  </a:lnTo>
                  <a:lnTo>
                    <a:pt x="5638898" y="130902"/>
                  </a:lnTo>
                  <a:lnTo>
                    <a:pt x="5639015" y="130902"/>
                  </a:lnTo>
                  <a:lnTo>
                    <a:pt x="5639133" y="130902"/>
                  </a:lnTo>
                  <a:lnTo>
                    <a:pt x="5639133" y="130471"/>
                  </a:lnTo>
                  <a:lnTo>
                    <a:pt x="5639251" y="130471"/>
                  </a:lnTo>
                  <a:lnTo>
                    <a:pt x="5639368" y="130471"/>
                  </a:lnTo>
                  <a:lnTo>
                    <a:pt x="5639486" y="130471"/>
                  </a:lnTo>
                  <a:lnTo>
                    <a:pt x="5639604" y="130471"/>
                  </a:lnTo>
                  <a:lnTo>
                    <a:pt x="5639721" y="130471"/>
                  </a:lnTo>
                  <a:lnTo>
                    <a:pt x="5639839" y="130471"/>
                  </a:lnTo>
                  <a:lnTo>
                    <a:pt x="5639956" y="130471"/>
                  </a:lnTo>
                  <a:lnTo>
                    <a:pt x="5640074" y="130471"/>
                  </a:lnTo>
                  <a:lnTo>
                    <a:pt x="5640192" y="130471"/>
                  </a:lnTo>
                  <a:lnTo>
                    <a:pt x="5640309" y="130471"/>
                  </a:lnTo>
                  <a:lnTo>
                    <a:pt x="5640309" y="130041"/>
                  </a:lnTo>
                  <a:lnTo>
                    <a:pt x="5640427" y="130041"/>
                  </a:lnTo>
                  <a:lnTo>
                    <a:pt x="5640544" y="130041"/>
                  </a:lnTo>
                  <a:lnTo>
                    <a:pt x="5640662" y="130041"/>
                  </a:lnTo>
                  <a:lnTo>
                    <a:pt x="5640780" y="130041"/>
                  </a:lnTo>
                  <a:lnTo>
                    <a:pt x="5640897" y="130041"/>
                  </a:lnTo>
                  <a:lnTo>
                    <a:pt x="5641015" y="130041"/>
                  </a:lnTo>
                  <a:lnTo>
                    <a:pt x="5641132" y="130041"/>
                  </a:lnTo>
                  <a:lnTo>
                    <a:pt x="5641132" y="129610"/>
                  </a:lnTo>
                  <a:lnTo>
                    <a:pt x="5641250" y="129610"/>
                  </a:lnTo>
                  <a:lnTo>
                    <a:pt x="5641368" y="129610"/>
                  </a:lnTo>
                  <a:lnTo>
                    <a:pt x="5641485" y="129610"/>
                  </a:lnTo>
                  <a:lnTo>
                    <a:pt x="5641603" y="129610"/>
                  </a:lnTo>
                  <a:lnTo>
                    <a:pt x="5641721" y="129610"/>
                  </a:lnTo>
                  <a:lnTo>
                    <a:pt x="5641838" y="129610"/>
                  </a:lnTo>
                  <a:lnTo>
                    <a:pt x="5641956" y="129610"/>
                  </a:lnTo>
                  <a:lnTo>
                    <a:pt x="5642073" y="129610"/>
                  </a:lnTo>
                  <a:lnTo>
                    <a:pt x="5642191" y="129610"/>
                  </a:lnTo>
                  <a:lnTo>
                    <a:pt x="5642309" y="129610"/>
                  </a:lnTo>
                  <a:lnTo>
                    <a:pt x="5642426" y="129610"/>
                  </a:lnTo>
                  <a:lnTo>
                    <a:pt x="5642544" y="129610"/>
                  </a:lnTo>
                  <a:lnTo>
                    <a:pt x="5642661" y="129610"/>
                  </a:lnTo>
                  <a:lnTo>
                    <a:pt x="5642779" y="129610"/>
                  </a:lnTo>
                  <a:lnTo>
                    <a:pt x="5642897" y="129610"/>
                  </a:lnTo>
                  <a:lnTo>
                    <a:pt x="5643014" y="129610"/>
                  </a:lnTo>
                  <a:lnTo>
                    <a:pt x="5643132" y="129610"/>
                  </a:lnTo>
                  <a:lnTo>
                    <a:pt x="5643250" y="129610"/>
                  </a:lnTo>
                  <a:lnTo>
                    <a:pt x="5643367" y="129610"/>
                  </a:lnTo>
                  <a:lnTo>
                    <a:pt x="5643485" y="129610"/>
                  </a:lnTo>
                  <a:lnTo>
                    <a:pt x="5643602" y="129610"/>
                  </a:lnTo>
                  <a:lnTo>
                    <a:pt x="5643720" y="129610"/>
                  </a:lnTo>
                  <a:lnTo>
                    <a:pt x="5643838" y="129610"/>
                  </a:lnTo>
                  <a:lnTo>
                    <a:pt x="5643955" y="129610"/>
                  </a:lnTo>
                  <a:lnTo>
                    <a:pt x="5644073" y="129610"/>
                  </a:lnTo>
                  <a:lnTo>
                    <a:pt x="5644073" y="129180"/>
                  </a:lnTo>
                  <a:lnTo>
                    <a:pt x="5644190" y="129180"/>
                  </a:lnTo>
                  <a:lnTo>
                    <a:pt x="5644308" y="129180"/>
                  </a:lnTo>
                  <a:lnTo>
                    <a:pt x="5644426" y="129180"/>
                  </a:lnTo>
                  <a:lnTo>
                    <a:pt x="5644543" y="129180"/>
                  </a:lnTo>
                  <a:lnTo>
                    <a:pt x="5644661" y="129180"/>
                  </a:lnTo>
                  <a:lnTo>
                    <a:pt x="5644779" y="129180"/>
                  </a:lnTo>
                  <a:lnTo>
                    <a:pt x="5644896" y="129180"/>
                  </a:lnTo>
                  <a:lnTo>
                    <a:pt x="5645014" y="129180"/>
                  </a:lnTo>
                  <a:lnTo>
                    <a:pt x="5645131" y="129180"/>
                  </a:lnTo>
                  <a:lnTo>
                    <a:pt x="5645249" y="129180"/>
                  </a:lnTo>
                  <a:lnTo>
                    <a:pt x="5645367" y="129180"/>
                  </a:lnTo>
                  <a:lnTo>
                    <a:pt x="5645484" y="129180"/>
                  </a:lnTo>
                  <a:lnTo>
                    <a:pt x="5645484" y="128749"/>
                  </a:lnTo>
                  <a:lnTo>
                    <a:pt x="5645602" y="128749"/>
                  </a:lnTo>
                  <a:lnTo>
                    <a:pt x="5645719" y="128749"/>
                  </a:lnTo>
                  <a:lnTo>
                    <a:pt x="5645837" y="128749"/>
                  </a:lnTo>
                  <a:lnTo>
                    <a:pt x="5645955" y="128749"/>
                  </a:lnTo>
                  <a:lnTo>
                    <a:pt x="5646072" y="128749"/>
                  </a:lnTo>
                  <a:lnTo>
                    <a:pt x="5646190" y="128749"/>
                  </a:lnTo>
                  <a:lnTo>
                    <a:pt x="5646308" y="128749"/>
                  </a:lnTo>
                  <a:lnTo>
                    <a:pt x="5646425" y="128749"/>
                  </a:lnTo>
                  <a:lnTo>
                    <a:pt x="5646543" y="128749"/>
                  </a:lnTo>
                  <a:lnTo>
                    <a:pt x="5646660" y="128749"/>
                  </a:lnTo>
                  <a:lnTo>
                    <a:pt x="5646778" y="128749"/>
                  </a:lnTo>
                  <a:lnTo>
                    <a:pt x="5646896" y="128749"/>
                  </a:lnTo>
                  <a:lnTo>
                    <a:pt x="5647013" y="128749"/>
                  </a:lnTo>
                  <a:lnTo>
                    <a:pt x="5647131" y="128749"/>
                  </a:lnTo>
                  <a:lnTo>
                    <a:pt x="5647248" y="128749"/>
                  </a:lnTo>
                  <a:lnTo>
                    <a:pt x="5647366" y="128749"/>
                  </a:lnTo>
                  <a:lnTo>
                    <a:pt x="5647484" y="128749"/>
                  </a:lnTo>
                  <a:lnTo>
                    <a:pt x="5647601" y="128749"/>
                  </a:lnTo>
                  <a:lnTo>
                    <a:pt x="5647719" y="128749"/>
                  </a:lnTo>
                  <a:lnTo>
                    <a:pt x="5647837" y="128749"/>
                  </a:lnTo>
                  <a:lnTo>
                    <a:pt x="5647954" y="128749"/>
                  </a:lnTo>
                  <a:lnTo>
                    <a:pt x="5648072" y="128749"/>
                  </a:lnTo>
                  <a:lnTo>
                    <a:pt x="5648189" y="128749"/>
                  </a:lnTo>
                  <a:lnTo>
                    <a:pt x="5648307" y="128749"/>
                  </a:lnTo>
                  <a:lnTo>
                    <a:pt x="5648425" y="128749"/>
                  </a:lnTo>
                  <a:lnTo>
                    <a:pt x="5648542" y="128749"/>
                  </a:lnTo>
                  <a:lnTo>
                    <a:pt x="5648660" y="128749"/>
                  </a:lnTo>
                  <a:lnTo>
                    <a:pt x="5648777" y="128749"/>
                  </a:lnTo>
                  <a:lnTo>
                    <a:pt x="5648895" y="128749"/>
                  </a:lnTo>
                  <a:lnTo>
                    <a:pt x="5649013" y="128749"/>
                  </a:lnTo>
                  <a:lnTo>
                    <a:pt x="5649130" y="128749"/>
                  </a:lnTo>
                  <a:lnTo>
                    <a:pt x="5649248" y="128749"/>
                  </a:lnTo>
                  <a:lnTo>
                    <a:pt x="5649365" y="128749"/>
                  </a:lnTo>
                  <a:lnTo>
                    <a:pt x="5649483" y="128749"/>
                  </a:lnTo>
                  <a:lnTo>
                    <a:pt x="5649601" y="128749"/>
                  </a:lnTo>
                  <a:lnTo>
                    <a:pt x="5649718" y="128749"/>
                  </a:lnTo>
                  <a:lnTo>
                    <a:pt x="5649836" y="128749"/>
                  </a:lnTo>
                  <a:lnTo>
                    <a:pt x="5649954" y="128749"/>
                  </a:lnTo>
                  <a:lnTo>
                    <a:pt x="5650071" y="128749"/>
                  </a:lnTo>
                  <a:lnTo>
                    <a:pt x="5650189" y="128749"/>
                  </a:lnTo>
                  <a:lnTo>
                    <a:pt x="5650306" y="128749"/>
                  </a:lnTo>
                  <a:lnTo>
                    <a:pt x="5650424" y="128749"/>
                  </a:lnTo>
                  <a:lnTo>
                    <a:pt x="5650424" y="128318"/>
                  </a:lnTo>
                  <a:lnTo>
                    <a:pt x="5650542" y="128318"/>
                  </a:lnTo>
                  <a:lnTo>
                    <a:pt x="5650659" y="128318"/>
                  </a:lnTo>
                  <a:lnTo>
                    <a:pt x="5650777" y="128318"/>
                  </a:lnTo>
                  <a:lnTo>
                    <a:pt x="5650777" y="127888"/>
                  </a:lnTo>
                  <a:lnTo>
                    <a:pt x="5650894" y="127888"/>
                  </a:lnTo>
                  <a:lnTo>
                    <a:pt x="5651012" y="127888"/>
                  </a:lnTo>
                  <a:lnTo>
                    <a:pt x="5651130" y="127888"/>
                  </a:lnTo>
                  <a:lnTo>
                    <a:pt x="5651247" y="127888"/>
                  </a:lnTo>
                  <a:lnTo>
                    <a:pt x="5651365" y="127888"/>
                  </a:lnTo>
                  <a:lnTo>
                    <a:pt x="5651483" y="127888"/>
                  </a:lnTo>
                  <a:lnTo>
                    <a:pt x="5651600" y="127888"/>
                  </a:lnTo>
                  <a:lnTo>
                    <a:pt x="5651718" y="127888"/>
                  </a:lnTo>
                  <a:lnTo>
                    <a:pt x="5651718" y="127457"/>
                  </a:lnTo>
                  <a:lnTo>
                    <a:pt x="5651835" y="127457"/>
                  </a:lnTo>
                  <a:lnTo>
                    <a:pt x="5651953" y="127457"/>
                  </a:lnTo>
                  <a:lnTo>
                    <a:pt x="5652071" y="127457"/>
                  </a:lnTo>
                  <a:lnTo>
                    <a:pt x="5652188" y="127457"/>
                  </a:lnTo>
                  <a:lnTo>
                    <a:pt x="5652306" y="127457"/>
                  </a:lnTo>
                  <a:lnTo>
                    <a:pt x="5652423" y="127457"/>
                  </a:lnTo>
                  <a:lnTo>
                    <a:pt x="5652541" y="127457"/>
                  </a:lnTo>
                  <a:lnTo>
                    <a:pt x="5652659" y="127457"/>
                  </a:lnTo>
                  <a:lnTo>
                    <a:pt x="5652776" y="127457"/>
                  </a:lnTo>
                  <a:lnTo>
                    <a:pt x="5652894" y="127457"/>
                  </a:lnTo>
                  <a:lnTo>
                    <a:pt x="5653012" y="127457"/>
                  </a:lnTo>
                  <a:lnTo>
                    <a:pt x="5653129" y="127457"/>
                  </a:lnTo>
                  <a:lnTo>
                    <a:pt x="5653247" y="127457"/>
                  </a:lnTo>
                  <a:lnTo>
                    <a:pt x="5653364" y="127457"/>
                  </a:lnTo>
                  <a:lnTo>
                    <a:pt x="5653482" y="127457"/>
                  </a:lnTo>
                  <a:lnTo>
                    <a:pt x="5653482" y="127027"/>
                  </a:lnTo>
                  <a:lnTo>
                    <a:pt x="5653600" y="127027"/>
                  </a:lnTo>
                  <a:lnTo>
                    <a:pt x="5653717" y="127027"/>
                  </a:lnTo>
                  <a:lnTo>
                    <a:pt x="5653835" y="127027"/>
                  </a:lnTo>
                  <a:lnTo>
                    <a:pt x="5653952" y="127027"/>
                  </a:lnTo>
                  <a:lnTo>
                    <a:pt x="5654070" y="127027"/>
                  </a:lnTo>
                  <a:lnTo>
                    <a:pt x="5654188" y="127027"/>
                  </a:lnTo>
                  <a:lnTo>
                    <a:pt x="5654305" y="127027"/>
                  </a:lnTo>
                  <a:lnTo>
                    <a:pt x="5654423" y="127027"/>
                  </a:lnTo>
                  <a:lnTo>
                    <a:pt x="5654541" y="127027"/>
                  </a:lnTo>
                  <a:lnTo>
                    <a:pt x="5654658" y="127027"/>
                  </a:lnTo>
                  <a:lnTo>
                    <a:pt x="5654776" y="127027"/>
                  </a:lnTo>
                  <a:lnTo>
                    <a:pt x="5654893" y="127027"/>
                  </a:lnTo>
                  <a:lnTo>
                    <a:pt x="5655011" y="127027"/>
                  </a:lnTo>
                  <a:lnTo>
                    <a:pt x="5655129" y="127027"/>
                  </a:lnTo>
                  <a:lnTo>
                    <a:pt x="5655246" y="127027"/>
                  </a:lnTo>
                  <a:lnTo>
                    <a:pt x="5655364" y="127027"/>
                  </a:lnTo>
                  <a:lnTo>
                    <a:pt x="5655481" y="127027"/>
                  </a:lnTo>
                  <a:lnTo>
                    <a:pt x="5655481" y="126596"/>
                  </a:lnTo>
                  <a:lnTo>
                    <a:pt x="5655599" y="126596"/>
                  </a:lnTo>
                  <a:lnTo>
                    <a:pt x="5655717" y="126596"/>
                  </a:lnTo>
                  <a:lnTo>
                    <a:pt x="5655834" y="126596"/>
                  </a:lnTo>
                  <a:lnTo>
                    <a:pt x="5655952" y="126596"/>
                  </a:lnTo>
                  <a:lnTo>
                    <a:pt x="5656069" y="126596"/>
                  </a:lnTo>
                  <a:lnTo>
                    <a:pt x="5656187" y="126596"/>
                  </a:lnTo>
                  <a:lnTo>
                    <a:pt x="5656305" y="126596"/>
                  </a:lnTo>
                  <a:lnTo>
                    <a:pt x="5656422" y="126596"/>
                  </a:lnTo>
                  <a:lnTo>
                    <a:pt x="5656540" y="126596"/>
                  </a:lnTo>
                  <a:lnTo>
                    <a:pt x="5656658" y="126596"/>
                  </a:lnTo>
                  <a:lnTo>
                    <a:pt x="5656775" y="126596"/>
                  </a:lnTo>
                  <a:lnTo>
                    <a:pt x="5656893" y="126596"/>
                  </a:lnTo>
                  <a:lnTo>
                    <a:pt x="5657010" y="126596"/>
                  </a:lnTo>
                  <a:lnTo>
                    <a:pt x="5657128" y="126596"/>
                  </a:lnTo>
                  <a:lnTo>
                    <a:pt x="5657246" y="126596"/>
                  </a:lnTo>
                  <a:lnTo>
                    <a:pt x="5657363" y="126596"/>
                  </a:lnTo>
                  <a:lnTo>
                    <a:pt x="5657481" y="126596"/>
                  </a:lnTo>
                  <a:lnTo>
                    <a:pt x="5657598" y="126596"/>
                  </a:lnTo>
                  <a:lnTo>
                    <a:pt x="5657716" y="126596"/>
                  </a:lnTo>
                  <a:lnTo>
                    <a:pt x="5657834" y="126596"/>
                  </a:lnTo>
                  <a:lnTo>
                    <a:pt x="5657951" y="126596"/>
                  </a:lnTo>
                  <a:lnTo>
                    <a:pt x="5658069" y="126596"/>
                  </a:lnTo>
                  <a:lnTo>
                    <a:pt x="5658187" y="126596"/>
                  </a:lnTo>
                  <a:lnTo>
                    <a:pt x="5658304" y="126596"/>
                  </a:lnTo>
                  <a:lnTo>
                    <a:pt x="5658422" y="126596"/>
                  </a:lnTo>
                  <a:lnTo>
                    <a:pt x="5658422" y="126165"/>
                  </a:lnTo>
                  <a:lnTo>
                    <a:pt x="5658539" y="126165"/>
                  </a:lnTo>
                  <a:lnTo>
                    <a:pt x="5658657" y="126165"/>
                  </a:lnTo>
                  <a:lnTo>
                    <a:pt x="5658775" y="126165"/>
                  </a:lnTo>
                  <a:lnTo>
                    <a:pt x="5658892" y="126165"/>
                  </a:lnTo>
                  <a:lnTo>
                    <a:pt x="5659010" y="126165"/>
                  </a:lnTo>
                  <a:lnTo>
                    <a:pt x="5659127" y="126165"/>
                  </a:lnTo>
                  <a:lnTo>
                    <a:pt x="5659245" y="126165"/>
                  </a:lnTo>
                  <a:lnTo>
                    <a:pt x="5659363" y="126165"/>
                  </a:lnTo>
                  <a:lnTo>
                    <a:pt x="5659480" y="126165"/>
                  </a:lnTo>
                  <a:lnTo>
                    <a:pt x="5659598" y="126165"/>
                  </a:lnTo>
                  <a:lnTo>
                    <a:pt x="5659716" y="126165"/>
                  </a:lnTo>
                  <a:lnTo>
                    <a:pt x="5659833" y="126165"/>
                  </a:lnTo>
                  <a:lnTo>
                    <a:pt x="5659951" y="126165"/>
                  </a:lnTo>
                  <a:lnTo>
                    <a:pt x="5660068" y="126165"/>
                  </a:lnTo>
                  <a:lnTo>
                    <a:pt x="5660186" y="126165"/>
                  </a:lnTo>
                  <a:lnTo>
                    <a:pt x="5660304" y="126165"/>
                  </a:lnTo>
                  <a:lnTo>
                    <a:pt x="5660421" y="126165"/>
                  </a:lnTo>
                  <a:lnTo>
                    <a:pt x="5660421" y="125735"/>
                  </a:lnTo>
                  <a:lnTo>
                    <a:pt x="5660539" y="125735"/>
                  </a:lnTo>
                  <a:lnTo>
                    <a:pt x="5660539" y="125304"/>
                  </a:lnTo>
                  <a:lnTo>
                    <a:pt x="5660656" y="125304"/>
                  </a:lnTo>
                  <a:lnTo>
                    <a:pt x="5660774" y="125304"/>
                  </a:lnTo>
                  <a:lnTo>
                    <a:pt x="5660892" y="125304"/>
                  </a:lnTo>
                  <a:lnTo>
                    <a:pt x="5660892" y="124874"/>
                  </a:lnTo>
                  <a:lnTo>
                    <a:pt x="5661009" y="124874"/>
                  </a:lnTo>
                  <a:lnTo>
                    <a:pt x="5661127" y="124874"/>
                  </a:lnTo>
                  <a:lnTo>
                    <a:pt x="5661245" y="124874"/>
                  </a:lnTo>
                  <a:lnTo>
                    <a:pt x="5661362" y="124874"/>
                  </a:lnTo>
                  <a:lnTo>
                    <a:pt x="5661480" y="124874"/>
                  </a:lnTo>
                  <a:lnTo>
                    <a:pt x="5661597" y="124874"/>
                  </a:lnTo>
                  <a:lnTo>
                    <a:pt x="5661715" y="124874"/>
                  </a:lnTo>
                  <a:lnTo>
                    <a:pt x="5661833" y="124874"/>
                  </a:lnTo>
                  <a:lnTo>
                    <a:pt x="5661950" y="124874"/>
                  </a:lnTo>
                  <a:lnTo>
                    <a:pt x="5662068" y="124874"/>
                  </a:lnTo>
                  <a:lnTo>
                    <a:pt x="5662185" y="124874"/>
                  </a:lnTo>
                  <a:lnTo>
                    <a:pt x="5662303" y="124874"/>
                  </a:lnTo>
                  <a:lnTo>
                    <a:pt x="5662421" y="124874"/>
                  </a:lnTo>
                  <a:lnTo>
                    <a:pt x="5662538" y="124874"/>
                  </a:lnTo>
                  <a:lnTo>
                    <a:pt x="5662656" y="124874"/>
                  </a:lnTo>
                  <a:lnTo>
                    <a:pt x="5662774" y="124874"/>
                  </a:lnTo>
                  <a:lnTo>
                    <a:pt x="5662891" y="124874"/>
                  </a:lnTo>
                  <a:lnTo>
                    <a:pt x="5663009" y="124874"/>
                  </a:lnTo>
                  <a:lnTo>
                    <a:pt x="5663126" y="124874"/>
                  </a:lnTo>
                  <a:lnTo>
                    <a:pt x="5663244" y="124874"/>
                  </a:lnTo>
                  <a:lnTo>
                    <a:pt x="5663362" y="124874"/>
                  </a:lnTo>
                  <a:lnTo>
                    <a:pt x="5663479" y="124874"/>
                  </a:lnTo>
                  <a:lnTo>
                    <a:pt x="5663597" y="124874"/>
                  </a:lnTo>
                  <a:lnTo>
                    <a:pt x="5663714" y="124874"/>
                  </a:lnTo>
                  <a:lnTo>
                    <a:pt x="5663832" y="124874"/>
                  </a:lnTo>
                  <a:lnTo>
                    <a:pt x="5663950" y="124874"/>
                  </a:lnTo>
                  <a:lnTo>
                    <a:pt x="5664067" y="124874"/>
                  </a:lnTo>
                  <a:lnTo>
                    <a:pt x="5664185" y="124874"/>
                  </a:lnTo>
                  <a:lnTo>
                    <a:pt x="5664302" y="124874"/>
                  </a:lnTo>
                  <a:lnTo>
                    <a:pt x="5664302" y="124443"/>
                  </a:lnTo>
                  <a:lnTo>
                    <a:pt x="5664420" y="124443"/>
                  </a:lnTo>
                  <a:lnTo>
                    <a:pt x="5664538" y="124443"/>
                  </a:lnTo>
                  <a:lnTo>
                    <a:pt x="5664655" y="124443"/>
                  </a:lnTo>
                  <a:lnTo>
                    <a:pt x="5664773" y="124443"/>
                  </a:lnTo>
                  <a:lnTo>
                    <a:pt x="5664891" y="124443"/>
                  </a:lnTo>
                  <a:lnTo>
                    <a:pt x="5665008" y="124443"/>
                  </a:lnTo>
                  <a:lnTo>
                    <a:pt x="5665126" y="124443"/>
                  </a:lnTo>
                  <a:lnTo>
                    <a:pt x="5665243" y="124443"/>
                  </a:lnTo>
                  <a:lnTo>
                    <a:pt x="5665361" y="124443"/>
                  </a:lnTo>
                  <a:lnTo>
                    <a:pt x="5665479" y="124443"/>
                  </a:lnTo>
                  <a:lnTo>
                    <a:pt x="5665596" y="124443"/>
                  </a:lnTo>
                  <a:lnTo>
                    <a:pt x="5665714" y="124443"/>
                  </a:lnTo>
                  <a:lnTo>
                    <a:pt x="5665831" y="124443"/>
                  </a:lnTo>
                  <a:lnTo>
                    <a:pt x="5665949" y="124443"/>
                  </a:lnTo>
                  <a:lnTo>
                    <a:pt x="5666067" y="124443"/>
                  </a:lnTo>
                  <a:lnTo>
                    <a:pt x="5666184" y="124443"/>
                  </a:lnTo>
                  <a:lnTo>
                    <a:pt x="5666184" y="124012"/>
                  </a:lnTo>
                  <a:lnTo>
                    <a:pt x="5666302" y="124012"/>
                  </a:lnTo>
                  <a:lnTo>
                    <a:pt x="5666420" y="124012"/>
                  </a:lnTo>
                  <a:lnTo>
                    <a:pt x="5666537" y="124012"/>
                  </a:lnTo>
                  <a:lnTo>
                    <a:pt x="5666655" y="124012"/>
                  </a:lnTo>
                  <a:lnTo>
                    <a:pt x="5666772" y="124012"/>
                  </a:lnTo>
                  <a:lnTo>
                    <a:pt x="5666890" y="124012"/>
                  </a:lnTo>
                  <a:lnTo>
                    <a:pt x="5667008" y="124012"/>
                  </a:lnTo>
                  <a:lnTo>
                    <a:pt x="5667125" y="124012"/>
                  </a:lnTo>
                  <a:lnTo>
                    <a:pt x="5667243" y="124012"/>
                  </a:lnTo>
                  <a:lnTo>
                    <a:pt x="5667360" y="124012"/>
                  </a:lnTo>
                  <a:lnTo>
                    <a:pt x="5667478" y="124012"/>
                  </a:lnTo>
                  <a:lnTo>
                    <a:pt x="5667596" y="124012"/>
                  </a:lnTo>
                  <a:lnTo>
                    <a:pt x="5667713" y="124012"/>
                  </a:lnTo>
                  <a:lnTo>
                    <a:pt x="5667713" y="123582"/>
                  </a:lnTo>
                  <a:lnTo>
                    <a:pt x="5667831" y="123582"/>
                  </a:lnTo>
                  <a:lnTo>
                    <a:pt x="5667949" y="123582"/>
                  </a:lnTo>
                  <a:lnTo>
                    <a:pt x="5668066" y="123582"/>
                  </a:lnTo>
                  <a:lnTo>
                    <a:pt x="5668066" y="123151"/>
                  </a:lnTo>
                  <a:lnTo>
                    <a:pt x="5668184" y="123151"/>
                  </a:lnTo>
                  <a:lnTo>
                    <a:pt x="5668301" y="123151"/>
                  </a:lnTo>
                  <a:lnTo>
                    <a:pt x="5668419" y="123151"/>
                  </a:lnTo>
                  <a:lnTo>
                    <a:pt x="5668537" y="123151"/>
                  </a:lnTo>
                  <a:lnTo>
                    <a:pt x="5668654" y="123151"/>
                  </a:lnTo>
                  <a:lnTo>
                    <a:pt x="5668772" y="123151"/>
                  </a:lnTo>
                  <a:lnTo>
                    <a:pt x="5668889" y="123151"/>
                  </a:lnTo>
                  <a:lnTo>
                    <a:pt x="5669007" y="123151"/>
                  </a:lnTo>
                  <a:lnTo>
                    <a:pt x="5669125" y="123151"/>
                  </a:lnTo>
                  <a:lnTo>
                    <a:pt x="5669242" y="123151"/>
                  </a:lnTo>
                  <a:lnTo>
                    <a:pt x="5669360" y="123151"/>
                  </a:lnTo>
                  <a:lnTo>
                    <a:pt x="5669478" y="123151"/>
                  </a:lnTo>
                  <a:lnTo>
                    <a:pt x="5669595" y="123151"/>
                  </a:lnTo>
                  <a:lnTo>
                    <a:pt x="5669713" y="123151"/>
                  </a:lnTo>
                  <a:lnTo>
                    <a:pt x="5669830" y="123151"/>
                  </a:lnTo>
                  <a:lnTo>
                    <a:pt x="5669948" y="123151"/>
                  </a:lnTo>
                  <a:lnTo>
                    <a:pt x="5670066" y="123151"/>
                  </a:lnTo>
                  <a:lnTo>
                    <a:pt x="5670183" y="123151"/>
                  </a:lnTo>
                  <a:lnTo>
                    <a:pt x="5670301" y="123151"/>
                  </a:lnTo>
                  <a:lnTo>
                    <a:pt x="5670418" y="123151"/>
                  </a:lnTo>
                  <a:lnTo>
                    <a:pt x="5670536" y="123151"/>
                  </a:lnTo>
                  <a:lnTo>
                    <a:pt x="5670654" y="123151"/>
                  </a:lnTo>
                  <a:lnTo>
                    <a:pt x="5670771" y="123151"/>
                  </a:lnTo>
                  <a:lnTo>
                    <a:pt x="5670889" y="123151"/>
                  </a:lnTo>
                  <a:lnTo>
                    <a:pt x="5671007" y="123151"/>
                  </a:lnTo>
                  <a:lnTo>
                    <a:pt x="5671124" y="123151"/>
                  </a:lnTo>
                  <a:lnTo>
                    <a:pt x="5671242" y="123151"/>
                  </a:lnTo>
                  <a:lnTo>
                    <a:pt x="5671359" y="123151"/>
                  </a:lnTo>
                  <a:lnTo>
                    <a:pt x="5671477" y="123151"/>
                  </a:lnTo>
                  <a:lnTo>
                    <a:pt x="5671477" y="122721"/>
                  </a:lnTo>
                  <a:lnTo>
                    <a:pt x="5671595" y="122721"/>
                  </a:lnTo>
                  <a:lnTo>
                    <a:pt x="5671712" y="122721"/>
                  </a:lnTo>
                  <a:lnTo>
                    <a:pt x="5671830" y="122721"/>
                  </a:lnTo>
                  <a:lnTo>
                    <a:pt x="5671947" y="122721"/>
                  </a:lnTo>
                  <a:lnTo>
                    <a:pt x="5672065" y="122721"/>
                  </a:lnTo>
                  <a:lnTo>
                    <a:pt x="5672183" y="122721"/>
                  </a:lnTo>
                  <a:lnTo>
                    <a:pt x="5672300" y="122721"/>
                  </a:lnTo>
                  <a:lnTo>
                    <a:pt x="5672418" y="122721"/>
                  </a:lnTo>
                  <a:lnTo>
                    <a:pt x="5672535" y="122721"/>
                  </a:lnTo>
                  <a:lnTo>
                    <a:pt x="5672653" y="122721"/>
                  </a:lnTo>
                  <a:lnTo>
                    <a:pt x="5672771" y="122721"/>
                  </a:lnTo>
                  <a:lnTo>
                    <a:pt x="5672888" y="122721"/>
                  </a:lnTo>
                  <a:lnTo>
                    <a:pt x="5673006" y="122721"/>
                  </a:lnTo>
                  <a:lnTo>
                    <a:pt x="5673124" y="122721"/>
                  </a:lnTo>
                  <a:lnTo>
                    <a:pt x="5673241" y="122721"/>
                  </a:lnTo>
                  <a:lnTo>
                    <a:pt x="5673359" y="122721"/>
                  </a:lnTo>
                  <a:lnTo>
                    <a:pt x="5673476" y="122721"/>
                  </a:lnTo>
                  <a:lnTo>
                    <a:pt x="5673594" y="122721"/>
                  </a:lnTo>
                  <a:lnTo>
                    <a:pt x="5673712" y="122721"/>
                  </a:lnTo>
                  <a:lnTo>
                    <a:pt x="5673829" y="122721"/>
                  </a:lnTo>
                  <a:lnTo>
                    <a:pt x="5673947" y="122721"/>
                  </a:lnTo>
                  <a:lnTo>
                    <a:pt x="5674064" y="122721"/>
                  </a:lnTo>
                  <a:lnTo>
                    <a:pt x="5674182" y="122721"/>
                  </a:lnTo>
                  <a:lnTo>
                    <a:pt x="5674300" y="122721"/>
                  </a:lnTo>
                  <a:lnTo>
                    <a:pt x="5674417" y="122721"/>
                  </a:lnTo>
                  <a:lnTo>
                    <a:pt x="5674535" y="122721"/>
                  </a:lnTo>
                  <a:lnTo>
                    <a:pt x="5674535" y="122290"/>
                  </a:lnTo>
                  <a:lnTo>
                    <a:pt x="5674653" y="122290"/>
                  </a:lnTo>
                  <a:lnTo>
                    <a:pt x="5674770" y="122290"/>
                  </a:lnTo>
                  <a:lnTo>
                    <a:pt x="5674888" y="122290"/>
                  </a:lnTo>
                  <a:lnTo>
                    <a:pt x="5675005" y="122290"/>
                  </a:lnTo>
                  <a:lnTo>
                    <a:pt x="5675123" y="122290"/>
                  </a:lnTo>
                  <a:lnTo>
                    <a:pt x="5675241" y="122290"/>
                  </a:lnTo>
                  <a:lnTo>
                    <a:pt x="5675358" y="122290"/>
                  </a:lnTo>
                  <a:lnTo>
                    <a:pt x="5675476" y="122290"/>
                  </a:lnTo>
                  <a:lnTo>
                    <a:pt x="5675593" y="122290"/>
                  </a:lnTo>
                  <a:lnTo>
                    <a:pt x="5675711" y="122290"/>
                  </a:lnTo>
                  <a:lnTo>
                    <a:pt x="5675829" y="122290"/>
                  </a:lnTo>
                  <a:lnTo>
                    <a:pt x="5675946" y="122290"/>
                  </a:lnTo>
                  <a:lnTo>
                    <a:pt x="5676064" y="122290"/>
                  </a:lnTo>
                  <a:lnTo>
                    <a:pt x="5676182" y="122290"/>
                  </a:lnTo>
                  <a:lnTo>
                    <a:pt x="5676299" y="122290"/>
                  </a:lnTo>
                  <a:lnTo>
                    <a:pt x="5676417" y="122290"/>
                  </a:lnTo>
                  <a:lnTo>
                    <a:pt x="5676534" y="122290"/>
                  </a:lnTo>
                  <a:lnTo>
                    <a:pt x="5676652" y="122290"/>
                  </a:lnTo>
                  <a:lnTo>
                    <a:pt x="5676770" y="122290"/>
                  </a:lnTo>
                  <a:lnTo>
                    <a:pt x="5676887" y="122290"/>
                  </a:lnTo>
                  <a:lnTo>
                    <a:pt x="5677005" y="122290"/>
                  </a:lnTo>
                  <a:lnTo>
                    <a:pt x="5677122" y="122290"/>
                  </a:lnTo>
                  <a:lnTo>
                    <a:pt x="5677240" y="122290"/>
                  </a:lnTo>
                  <a:lnTo>
                    <a:pt x="5677358" y="122290"/>
                  </a:lnTo>
                  <a:lnTo>
                    <a:pt x="5677475" y="122290"/>
                  </a:lnTo>
                  <a:lnTo>
                    <a:pt x="5677593" y="122290"/>
                  </a:lnTo>
                  <a:lnTo>
                    <a:pt x="5677711" y="122290"/>
                  </a:lnTo>
                  <a:lnTo>
                    <a:pt x="5677828" y="122290"/>
                  </a:lnTo>
                  <a:lnTo>
                    <a:pt x="5677946" y="122290"/>
                  </a:lnTo>
                  <a:lnTo>
                    <a:pt x="5678063" y="122290"/>
                  </a:lnTo>
                  <a:lnTo>
                    <a:pt x="5678181" y="122290"/>
                  </a:lnTo>
                  <a:lnTo>
                    <a:pt x="5678299" y="122290"/>
                  </a:lnTo>
                  <a:lnTo>
                    <a:pt x="5678416" y="122290"/>
                  </a:lnTo>
                  <a:lnTo>
                    <a:pt x="5678534" y="122290"/>
                  </a:lnTo>
                  <a:lnTo>
                    <a:pt x="5678651" y="122290"/>
                  </a:lnTo>
                  <a:lnTo>
                    <a:pt x="5678769" y="122290"/>
                  </a:lnTo>
                  <a:lnTo>
                    <a:pt x="5678887" y="122290"/>
                  </a:lnTo>
                  <a:lnTo>
                    <a:pt x="5679004" y="122290"/>
                  </a:lnTo>
                  <a:lnTo>
                    <a:pt x="5679122" y="122290"/>
                  </a:lnTo>
                  <a:lnTo>
                    <a:pt x="5679240" y="122290"/>
                  </a:lnTo>
                  <a:lnTo>
                    <a:pt x="5679357" y="122290"/>
                  </a:lnTo>
                  <a:lnTo>
                    <a:pt x="5679475" y="122290"/>
                  </a:lnTo>
                  <a:lnTo>
                    <a:pt x="5679592" y="122290"/>
                  </a:lnTo>
                  <a:lnTo>
                    <a:pt x="5679710" y="122290"/>
                  </a:lnTo>
                  <a:lnTo>
                    <a:pt x="5679828" y="122290"/>
                  </a:lnTo>
                  <a:lnTo>
                    <a:pt x="5679945" y="122290"/>
                  </a:lnTo>
                  <a:lnTo>
                    <a:pt x="5680063" y="122290"/>
                  </a:lnTo>
                  <a:lnTo>
                    <a:pt x="5680180" y="122290"/>
                  </a:lnTo>
                  <a:lnTo>
                    <a:pt x="5680298" y="122290"/>
                  </a:lnTo>
                  <a:lnTo>
                    <a:pt x="5680298" y="121859"/>
                  </a:lnTo>
                  <a:lnTo>
                    <a:pt x="5680416" y="121859"/>
                  </a:lnTo>
                  <a:lnTo>
                    <a:pt x="5680533" y="121859"/>
                  </a:lnTo>
                  <a:lnTo>
                    <a:pt x="5680651" y="121859"/>
                  </a:lnTo>
                  <a:lnTo>
                    <a:pt x="5680768" y="121859"/>
                  </a:lnTo>
                  <a:lnTo>
                    <a:pt x="5680886" y="121859"/>
                  </a:lnTo>
                  <a:lnTo>
                    <a:pt x="5681004" y="121859"/>
                  </a:lnTo>
                  <a:lnTo>
                    <a:pt x="5681121" y="121859"/>
                  </a:lnTo>
                  <a:lnTo>
                    <a:pt x="5681239" y="121859"/>
                  </a:lnTo>
                  <a:lnTo>
                    <a:pt x="5681357" y="121859"/>
                  </a:lnTo>
                  <a:lnTo>
                    <a:pt x="5681474" y="121859"/>
                  </a:lnTo>
                  <a:lnTo>
                    <a:pt x="5681592" y="121859"/>
                  </a:lnTo>
                  <a:lnTo>
                    <a:pt x="5681709" y="121859"/>
                  </a:lnTo>
                  <a:lnTo>
                    <a:pt x="5681827" y="121859"/>
                  </a:lnTo>
                  <a:lnTo>
                    <a:pt x="5681945" y="121859"/>
                  </a:lnTo>
                  <a:lnTo>
                    <a:pt x="5681945" y="121429"/>
                  </a:lnTo>
                  <a:lnTo>
                    <a:pt x="5682062" y="121429"/>
                  </a:lnTo>
                  <a:lnTo>
                    <a:pt x="5682180" y="121429"/>
                  </a:lnTo>
                  <a:lnTo>
                    <a:pt x="5682297" y="121429"/>
                  </a:lnTo>
                  <a:lnTo>
                    <a:pt x="5682415" y="121429"/>
                  </a:lnTo>
                  <a:lnTo>
                    <a:pt x="5682533" y="121429"/>
                  </a:lnTo>
                  <a:lnTo>
                    <a:pt x="5682650" y="121429"/>
                  </a:lnTo>
                  <a:lnTo>
                    <a:pt x="5682768" y="121429"/>
                  </a:lnTo>
                  <a:lnTo>
                    <a:pt x="5682886" y="121429"/>
                  </a:lnTo>
                  <a:lnTo>
                    <a:pt x="5683003" y="121429"/>
                  </a:lnTo>
                  <a:lnTo>
                    <a:pt x="5683121" y="121429"/>
                  </a:lnTo>
                  <a:lnTo>
                    <a:pt x="5683238" y="121429"/>
                  </a:lnTo>
                  <a:lnTo>
                    <a:pt x="5683356" y="121429"/>
                  </a:lnTo>
                  <a:lnTo>
                    <a:pt x="5683474" y="121429"/>
                  </a:lnTo>
                  <a:lnTo>
                    <a:pt x="5683591" y="121429"/>
                  </a:lnTo>
                  <a:lnTo>
                    <a:pt x="5683709" y="121429"/>
                  </a:lnTo>
                  <a:lnTo>
                    <a:pt x="5683709" y="120998"/>
                  </a:lnTo>
                  <a:lnTo>
                    <a:pt x="5683826" y="120998"/>
                  </a:lnTo>
                  <a:lnTo>
                    <a:pt x="5683944" y="120998"/>
                  </a:lnTo>
                  <a:lnTo>
                    <a:pt x="5684062" y="120998"/>
                  </a:lnTo>
                  <a:lnTo>
                    <a:pt x="5684179" y="120998"/>
                  </a:lnTo>
                  <a:lnTo>
                    <a:pt x="5684297" y="120998"/>
                  </a:lnTo>
                  <a:lnTo>
                    <a:pt x="5684415" y="120998"/>
                  </a:lnTo>
                  <a:lnTo>
                    <a:pt x="5684532" y="120998"/>
                  </a:lnTo>
                  <a:lnTo>
                    <a:pt x="5684650" y="120998"/>
                  </a:lnTo>
                  <a:lnTo>
                    <a:pt x="5684767" y="120998"/>
                  </a:lnTo>
                  <a:lnTo>
                    <a:pt x="5684885" y="120998"/>
                  </a:lnTo>
                  <a:lnTo>
                    <a:pt x="5685003" y="120998"/>
                  </a:lnTo>
                  <a:lnTo>
                    <a:pt x="5685120" y="120998"/>
                  </a:lnTo>
                  <a:lnTo>
                    <a:pt x="5685238" y="120998"/>
                  </a:lnTo>
                  <a:lnTo>
                    <a:pt x="5685355" y="120998"/>
                  </a:lnTo>
                  <a:lnTo>
                    <a:pt x="5685473" y="120998"/>
                  </a:lnTo>
                  <a:lnTo>
                    <a:pt x="5685591" y="120998"/>
                  </a:lnTo>
                  <a:lnTo>
                    <a:pt x="5685708" y="120998"/>
                  </a:lnTo>
                  <a:lnTo>
                    <a:pt x="5685826" y="120998"/>
                  </a:lnTo>
                  <a:lnTo>
                    <a:pt x="5685944" y="120998"/>
                  </a:lnTo>
                  <a:lnTo>
                    <a:pt x="5686061" y="120998"/>
                  </a:lnTo>
                  <a:lnTo>
                    <a:pt x="5686179" y="120998"/>
                  </a:lnTo>
                  <a:lnTo>
                    <a:pt x="5686296" y="120998"/>
                  </a:lnTo>
                  <a:lnTo>
                    <a:pt x="5686414" y="120998"/>
                  </a:lnTo>
                  <a:lnTo>
                    <a:pt x="5686532" y="120998"/>
                  </a:lnTo>
                  <a:lnTo>
                    <a:pt x="5686649" y="120998"/>
                  </a:lnTo>
                  <a:lnTo>
                    <a:pt x="5686767" y="120998"/>
                  </a:lnTo>
                  <a:lnTo>
                    <a:pt x="5686767" y="120568"/>
                  </a:lnTo>
                  <a:lnTo>
                    <a:pt x="5686884" y="120568"/>
                  </a:lnTo>
                  <a:lnTo>
                    <a:pt x="5687002" y="120568"/>
                  </a:lnTo>
                  <a:lnTo>
                    <a:pt x="5687120" y="120568"/>
                  </a:lnTo>
                  <a:lnTo>
                    <a:pt x="5687237" y="120568"/>
                  </a:lnTo>
                  <a:lnTo>
                    <a:pt x="5687237" y="120137"/>
                  </a:lnTo>
                  <a:lnTo>
                    <a:pt x="5687355" y="120137"/>
                  </a:lnTo>
                  <a:lnTo>
                    <a:pt x="5687355" y="119706"/>
                  </a:lnTo>
                  <a:lnTo>
                    <a:pt x="5687473" y="119706"/>
                  </a:lnTo>
                  <a:lnTo>
                    <a:pt x="5687590" y="119706"/>
                  </a:lnTo>
                  <a:lnTo>
                    <a:pt x="5687708" y="119706"/>
                  </a:lnTo>
                  <a:lnTo>
                    <a:pt x="5687825" y="119706"/>
                  </a:lnTo>
                  <a:lnTo>
                    <a:pt x="5687943" y="119706"/>
                  </a:lnTo>
                  <a:lnTo>
                    <a:pt x="5688061" y="119706"/>
                  </a:lnTo>
                  <a:lnTo>
                    <a:pt x="5688178" y="119706"/>
                  </a:lnTo>
                  <a:lnTo>
                    <a:pt x="5688296" y="119706"/>
                  </a:lnTo>
                  <a:lnTo>
                    <a:pt x="5688413" y="119706"/>
                  </a:lnTo>
                  <a:lnTo>
                    <a:pt x="5688531" y="119706"/>
                  </a:lnTo>
                  <a:lnTo>
                    <a:pt x="5688531" y="119276"/>
                  </a:lnTo>
                  <a:lnTo>
                    <a:pt x="5688649" y="119276"/>
                  </a:lnTo>
                  <a:lnTo>
                    <a:pt x="5688766" y="119276"/>
                  </a:lnTo>
                  <a:lnTo>
                    <a:pt x="5688884" y="119276"/>
                  </a:lnTo>
                  <a:lnTo>
                    <a:pt x="5689001" y="119276"/>
                  </a:lnTo>
                  <a:lnTo>
                    <a:pt x="5689119" y="119276"/>
                  </a:lnTo>
                  <a:lnTo>
                    <a:pt x="5689237" y="119276"/>
                  </a:lnTo>
                  <a:lnTo>
                    <a:pt x="5689354" y="119276"/>
                  </a:lnTo>
                  <a:lnTo>
                    <a:pt x="5689472" y="119276"/>
                  </a:lnTo>
                  <a:lnTo>
                    <a:pt x="5689590" y="119276"/>
                  </a:lnTo>
                  <a:lnTo>
                    <a:pt x="5689707" y="119276"/>
                  </a:lnTo>
                  <a:lnTo>
                    <a:pt x="5689707" y="118845"/>
                  </a:lnTo>
                  <a:lnTo>
                    <a:pt x="5689825" y="118845"/>
                  </a:lnTo>
                  <a:lnTo>
                    <a:pt x="5689942" y="118845"/>
                  </a:lnTo>
                  <a:lnTo>
                    <a:pt x="5690060" y="118845"/>
                  </a:lnTo>
                  <a:lnTo>
                    <a:pt x="5690178" y="118845"/>
                  </a:lnTo>
                  <a:lnTo>
                    <a:pt x="5690295" y="118845"/>
                  </a:lnTo>
                  <a:lnTo>
                    <a:pt x="5690413" y="118845"/>
                  </a:lnTo>
                  <a:lnTo>
                    <a:pt x="5690530" y="118845"/>
                  </a:lnTo>
                  <a:lnTo>
                    <a:pt x="5690648" y="118845"/>
                  </a:lnTo>
                  <a:lnTo>
                    <a:pt x="5690766" y="118845"/>
                  </a:lnTo>
                  <a:lnTo>
                    <a:pt x="5690883" y="118845"/>
                  </a:lnTo>
                  <a:lnTo>
                    <a:pt x="5691001" y="118845"/>
                  </a:lnTo>
                  <a:lnTo>
                    <a:pt x="5691119" y="118845"/>
                  </a:lnTo>
                  <a:lnTo>
                    <a:pt x="5691119" y="118415"/>
                  </a:lnTo>
                  <a:lnTo>
                    <a:pt x="5691236" y="118415"/>
                  </a:lnTo>
                  <a:lnTo>
                    <a:pt x="5691354" y="118415"/>
                  </a:lnTo>
                  <a:lnTo>
                    <a:pt x="5691471" y="118415"/>
                  </a:lnTo>
                  <a:lnTo>
                    <a:pt x="5691589" y="118415"/>
                  </a:lnTo>
                  <a:lnTo>
                    <a:pt x="5691707" y="118415"/>
                  </a:lnTo>
                  <a:lnTo>
                    <a:pt x="5691824" y="118415"/>
                  </a:lnTo>
                  <a:lnTo>
                    <a:pt x="5691942" y="118415"/>
                  </a:lnTo>
                  <a:lnTo>
                    <a:pt x="5691942" y="117984"/>
                  </a:lnTo>
                  <a:lnTo>
                    <a:pt x="5692059" y="117984"/>
                  </a:lnTo>
                  <a:lnTo>
                    <a:pt x="5692177" y="117984"/>
                  </a:lnTo>
                  <a:lnTo>
                    <a:pt x="5692295" y="117984"/>
                  </a:lnTo>
                  <a:lnTo>
                    <a:pt x="5692412" y="117984"/>
                  </a:lnTo>
                  <a:lnTo>
                    <a:pt x="5692530" y="117984"/>
                  </a:lnTo>
                  <a:lnTo>
                    <a:pt x="5692648" y="117984"/>
                  </a:lnTo>
                  <a:lnTo>
                    <a:pt x="5692765" y="117984"/>
                  </a:lnTo>
                  <a:lnTo>
                    <a:pt x="5692883" y="117984"/>
                  </a:lnTo>
                  <a:lnTo>
                    <a:pt x="5693000" y="117984"/>
                  </a:lnTo>
                  <a:lnTo>
                    <a:pt x="5693118" y="117984"/>
                  </a:lnTo>
                  <a:lnTo>
                    <a:pt x="5693236" y="117984"/>
                  </a:lnTo>
                  <a:lnTo>
                    <a:pt x="5693353" y="117984"/>
                  </a:lnTo>
                  <a:lnTo>
                    <a:pt x="5693471" y="117984"/>
                  </a:lnTo>
                  <a:lnTo>
                    <a:pt x="5693588" y="117984"/>
                  </a:lnTo>
                  <a:lnTo>
                    <a:pt x="5693706" y="117984"/>
                  </a:lnTo>
                  <a:lnTo>
                    <a:pt x="5693824" y="117984"/>
                  </a:lnTo>
                  <a:lnTo>
                    <a:pt x="5693941" y="117984"/>
                  </a:lnTo>
                  <a:lnTo>
                    <a:pt x="5694059" y="117984"/>
                  </a:lnTo>
                  <a:lnTo>
                    <a:pt x="5694177" y="117984"/>
                  </a:lnTo>
                  <a:lnTo>
                    <a:pt x="5694294" y="117984"/>
                  </a:lnTo>
                  <a:lnTo>
                    <a:pt x="5694412" y="117984"/>
                  </a:lnTo>
                  <a:lnTo>
                    <a:pt x="5694529" y="117984"/>
                  </a:lnTo>
                  <a:lnTo>
                    <a:pt x="5694647" y="117984"/>
                  </a:lnTo>
                  <a:lnTo>
                    <a:pt x="5694765" y="117984"/>
                  </a:lnTo>
                  <a:lnTo>
                    <a:pt x="5694765" y="117553"/>
                  </a:lnTo>
                  <a:lnTo>
                    <a:pt x="5694882" y="117553"/>
                  </a:lnTo>
                  <a:lnTo>
                    <a:pt x="5695000" y="117553"/>
                  </a:lnTo>
                  <a:lnTo>
                    <a:pt x="5695117" y="117553"/>
                  </a:lnTo>
                  <a:lnTo>
                    <a:pt x="5695235" y="117553"/>
                  </a:lnTo>
                  <a:lnTo>
                    <a:pt x="5695353" y="117553"/>
                  </a:lnTo>
                  <a:lnTo>
                    <a:pt x="5695470" y="117553"/>
                  </a:lnTo>
                  <a:lnTo>
                    <a:pt x="5695588" y="117553"/>
                  </a:lnTo>
                  <a:lnTo>
                    <a:pt x="5695706" y="117553"/>
                  </a:lnTo>
                  <a:lnTo>
                    <a:pt x="5695706" y="117123"/>
                  </a:lnTo>
                  <a:lnTo>
                    <a:pt x="5695823" y="117123"/>
                  </a:lnTo>
                  <a:lnTo>
                    <a:pt x="5695941" y="117123"/>
                  </a:lnTo>
                  <a:lnTo>
                    <a:pt x="5696058" y="117123"/>
                  </a:lnTo>
                  <a:lnTo>
                    <a:pt x="5696176" y="117123"/>
                  </a:lnTo>
                  <a:lnTo>
                    <a:pt x="5696294" y="117123"/>
                  </a:lnTo>
                  <a:lnTo>
                    <a:pt x="5696411" y="117123"/>
                  </a:lnTo>
                  <a:lnTo>
                    <a:pt x="5696529" y="117123"/>
                  </a:lnTo>
                  <a:lnTo>
                    <a:pt x="5696646" y="117123"/>
                  </a:lnTo>
                  <a:lnTo>
                    <a:pt x="5696764" y="117123"/>
                  </a:lnTo>
                  <a:lnTo>
                    <a:pt x="5696882" y="117123"/>
                  </a:lnTo>
                  <a:lnTo>
                    <a:pt x="5696882" y="116692"/>
                  </a:lnTo>
                  <a:lnTo>
                    <a:pt x="5696999" y="116692"/>
                  </a:lnTo>
                  <a:lnTo>
                    <a:pt x="5697117" y="116692"/>
                  </a:lnTo>
                  <a:lnTo>
                    <a:pt x="5697234" y="116692"/>
                  </a:lnTo>
                  <a:lnTo>
                    <a:pt x="5697352" y="116692"/>
                  </a:lnTo>
                  <a:lnTo>
                    <a:pt x="5697470" y="116692"/>
                  </a:lnTo>
                  <a:lnTo>
                    <a:pt x="5697587" y="116692"/>
                  </a:lnTo>
                  <a:lnTo>
                    <a:pt x="5697705" y="116692"/>
                  </a:lnTo>
                  <a:lnTo>
                    <a:pt x="5697823" y="116692"/>
                  </a:lnTo>
                  <a:lnTo>
                    <a:pt x="5697940" y="116692"/>
                  </a:lnTo>
                  <a:lnTo>
                    <a:pt x="5698058" y="116692"/>
                  </a:lnTo>
                  <a:lnTo>
                    <a:pt x="5698175" y="116692"/>
                  </a:lnTo>
                  <a:lnTo>
                    <a:pt x="5698293" y="116692"/>
                  </a:lnTo>
                  <a:lnTo>
                    <a:pt x="5698411" y="116692"/>
                  </a:lnTo>
                  <a:lnTo>
                    <a:pt x="5698528" y="116692"/>
                  </a:lnTo>
                  <a:lnTo>
                    <a:pt x="5698646" y="116692"/>
                  </a:lnTo>
                  <a:lnTo>
                    <a:pt x="5698646" y="116262"/>
                  </a:lnTo>
                  <a:lnTo>
                    <a:pt x="5698763" y="116262"/>
                  </a:lnTo>
                  <a:lnTo>
                    <a:pt x="5698881" y="116262"/>
                  </a:lnTo>
                  <a:lnTo>
                    <a:pt x="5698999" y="116262"/>
                  </a:lnTo>
                  <a:lnTo>
                    <a:pt x="5699116" y="116262"/>
                  </a:lnTo>
                  <a:lnTo>
                    <a:pt x="5699234" y="116262"/>
                  </a:lnTo>
                  <a:lnTo>
                    <a:pt x="5699352" y="116262"/>
                  </a:lnTo>
                  <a:lnTo>
                    <a:pt x="5699469" y="116262"/>
                  </a:lnTo>
                  <a:lnTo>
                    <a:pt x="5699587" y="116262"/>
                  </a:lnTo>
                  <a:lnTo>
                    <a:pt x="5699704" y="116262"/>
                  </a:lnTo>
                  <a:lnTo>
                    <a:pt x="5699822" y="116262"/>
                  </a:lnTo>
                  <a:lnTo>
                    <a:pt x="5699940" y="116262"/>
                  </a:lnTo>
                  <a:lnTo>
                    <a:pt x="5700057" y="116262"/>
                  </a:lnTo>
                  <a:lnTo>
                    <a:pt x="5700175" y="116262"/>
                  </a:lnTo>
                  <a:lnTo>
                    <a:pt x="5700292" y="116262"/>
                  </a:lnTo>
                  <a:lnTo>
                    <a:pt x="5700410" y="116262"/>
                  </a:lnTo>
                  <a:lnTo>
                    <a:pt x="5700528" y="116262"/>
                  </a:lnTo>
                  <a:lnTo>
                    <a:pt x="5700645" y="116262"/>
                  </a:lnTo>
                  <a:lnTo>
                    <a:pt x="5700763" y="116262"/>
                  </a:lnTo>
                  <a:lnTo>
                    <a:pt x="5700881" y="116262"/>
                  </a:lnTo>
                  <a:lnTo>
                    <a:pt x="5700998" y="116262"/>
                  </a:lnTo>
                  <a:lnTo>
                    <a:pt x="5701116" y="116262"/>
                  </a:lnTo>
                  <a:lnTo>
                    <a:pt x="5701233" y="116262"/>
                  </a:lnTo>
                  <a:lnTo>
                    <a:pt x="5701351" y="116262"/>
                  </a:lnTo>
                  <a:lnTo>
                    <a:pt x="5701469" y="116262"/>
                  </a:lnTo>
                  <a:lnTo>
                    <a:pt x="5701586" y="116262"/>
                  </a:lnTo>
                  <a:lnTo>
                    <a:pt x="5701704" y="116262"/>
                  </a:lnTo>
                  <a:lnTo>
                    <a:pt x="5701821" y="116262"/>
                  </a:lnTo>
                  <a:lnTo>
                    <a:pt x="5701939" y="116262"/>
                  </a:lnTo>
                  <a:lnTo>
                    <a:pt x="5702057" y="116262"/>
                  </a:lnTo>
                  <a:lnTo>
                    <a:pt x="5702174" y="116262"/>
                  </a:lnTo>
                  <a:lnTo>
                    <a:pt x="5702292" y="116262"/>
                  </a:lnTo>
                  <a:lnTo>
                    <a:pt x="5702410" y="116262"/>
                  </a:lnTo>
                  <a:lnTo>
                    <a:pt x="5702527" y="116262"/>
                  </a:lnTo>
                  <a:lnTo>
                    <a:pt x="5702645" y="116262"/>
                  </a:lnTo>
                  <a:lnTo>
                    <a:pt x="5702762" y="116262"/>
                  </a:lnTo>
                  <a:lnTo>
                    <a:pt x="5702880" y="116262"/>
                  </a:lnTo>
                  <a:lnTo>
                    <a:pt x="5702998" y="116262"/>
                  </a:lnTo>
                  <a:lnTo>
                    <a:pt x="5703115" y="116262"/>
                  </a:lnTo>
                  <a:lnTo>
                    <a:pt x="5703233" y="116262"/>
                  </a:lnTo>
                  <a:lnTo>
                    <a:pt x="5703350" y="116262"/>
                  </a:lnTo>
                  <a:lnTo>
                    <a:pt x="5703350" y="115831"/>
                  </a:lnTo>
                  <a:lnTo>
                    <a:pt x="5703468" y="115831"/>
                  </a:lnTo>
                  <a:lnTo>
                    <a:pt x="5703586" y="115831"/>
                  </a:lnTo>
                  <a:lnTo>
                    <a:pt x="5703703" y="115831"/>
                  </a:lnTo>
                  <a:lnTo>
                    <a:pt x="5703821" y="115831"/>
                  </a:lnTo>
                  <a:lnTo>
                    <a:pt x="5703939" y="115831"/>
                  </a:lnTo>
                  <a:lnTo>
                    <a:pt x="5704056" y="115831"/>
                  </a:lnTo>
                  <a:lnTo>
                    <a:pt x="5704174" y="115831"/>
                  </a:lnTo>
                  <a:lnTo>
                    <a:pt x="5704174" y="115400"/>
                  </a:lnTo>
                  <a:lnTo>
                    <a:pt x="5704291" y="115400"/>
                  </a:lnTo>
                  <a:lnTo>
                    <a:pt x="5704291" y="114970"/>
                  </a:lnTo>
                  <a:lnTo>
                    <a:pt x="5704409" y="114970"/>
                  </a:lnTo>
                  <a:lnTo>
                    <a:pt x="5704527" y="114970"/>
                  </a:lnTo>
                  <a:lnTo>
                    <a:pt x="5704644" y="114970"/>
                  </a:lnTo>
                  <a:lnTo>
                    <a:pt x="5704762" y="114970"/>
                  </a:lnTo>
                  <a:lnTo>
                    <a:pt x="5704879" y="114970"/>
                  </a:lnTo>
                  <a:lnTo>
                    <a:pt x="5704997" y="114970"/>
                  </a:lnTo>
                  <a:lnTo>
                    <a:pt x="5705115" y="114970"/>
                  </a:lnTo>
                  <a:lnTo>
                    <a:pt x="5705232" y="114970"/>
                  </a:lnTo>
                  <a:lnTo>
                    <a:pt x="5705232" y="114539"/>
                  </a:lnTo>
                  <a:lnTo>
                    <a:pt x="5705350" y="114539"/>
                  </a:lnTo>
                  <a:lnTo>
                    <a:pt x="5705467" y="114539"/>
                  </a:lnTo>
                  <a:lnTo>
                    <a:pt x="5705585" y="114539"/>
                  </a:lnTo>
                  <a:lnTo>
                    <a:pt x="5705703" y="114539"/>
                  </a:lnTo>
                  <a:lnTo>
                    <a:pt x="5705820" y="114539"/>
                  </a:lnTo>
                  <a:lnTo>
                    <a:pt x="5705938" y="114539"/>
                  </a:lnTo>
                  <a:lnTo>
                    <a:pt x="5706056" y="114539"/>
                  </a:lnTo>
                  <a:lnTo>
                    <a:pt x="5706173" y="114539"/>
                  </a:lnTo>
                  <a:lnTo>
                    <a:pt x="5706291" y="114539"/>
                  </a:lnTo>
                  <a:lnTo>
                    <a:pt x="5706408" y="114539"/>
                  </a:lnTo>
                  <a:lnTo>
                    <a:pt x="5706526" y="114539"/>
                  </a:lnTo>
                  <a:lnTo>
                    <a:pt x="5706644" y="114539"/>
                  </a:lnTo>
                  <a:lnTo>
                    <a:pt x="5706761" y="114539"/>
                  </a:lnTo>
                  <a:lnTo>
                    <a:pt x="5706879" y="114539"/>
                  </a:lnTo>
                  <a:lnTo>
                    <a:pt x="5706996" y="114539"/>
                  </a:lnTo>
                  <a:lnTo>
                    <a:pt x="5707114" y="114539"/>
                  </a:lnTo>
                  <a:lnTo>
                    <a:pt x="5707232" y="114539"/>
                  </a:lnTo>
                  <a:lnTo>
                    <a:pt x="5707349" y="114539"/>
                  </a:lnTo>
                  <a:lnTo>
                    <a:pt x="5707349" y="114109"/>
                  </a:lnTo>
                  <a:lnTo>
                    <a:pt x="5707467" y="114109"/>
                  </a:lnTo>
                  <a:lnTo>
                    <a:pt x="5707585" y="114109"/>
                  </a:lnTo>
                  <a:lnTo>
                    <a:pt x="5707702" y="114109"/>
                  </a:lnTo>
                  <a:lnTo>
                    <a:pt x="5707820" y="114109"/>
                  </a:lnTo>
                  <a:lnTo>
                    <a:pt x="5707937" y="114109"/>
                  </a:lnTo>
                  <a:lnTo>
                    <a:pt x="5708055" y="114109"/>
                  </a:lnTo>
                  <a:lnTo>
                    <a:pt x="5708173" y="114109"/>
                  </a:lnTo>
                  <a:lnTo>
                    <a:pt x="5708290" y="114109"/>
                  </a:lnTo>
                  <a:lnTo>
                    <a:pt x="5708408" y="114109"/>
                  </a:lnTo>
                  <a:lnTo>
                    <a:pt x="5708525" y="114109"/>
                  </a:lnTo>
                  <a:lnTo>
                    <a:pt x="5708643" y="114109"/>
                  </a:lnTo>
                  <a:lnTo>
                    <a:pt x="5708761" y="114109"/>
                  </a:lnTo>
                  <a:lnTo>
                    <a:pt x="5708878" y="114109"/>
                  </a:lnTo>
                  <a:lnTo>
                    <a:pt x="5708878" y="113678"/>
                  </a:lnTo>
                  <a:lnTo>
                    <a:pt x="5708996" y="113678"/>
                  </a:lnTo>
                  <a:lnTo>
                    <a:pt x="5709114" y="113678"/>
                  </a:lnTo>
                  <a:lnTo>
                    <a:pt x="5709231" y="113678"/>
                  </a:lnTo>
                  <a:lnTo>
                    <a:pt x="5709349" y="113678"/>
                  </a:lnTo>
                  <a:lnTo>
                    <a:pt x="5709466" y="113678"/>
                  </a:lnTo>
                  <a:lnTo>
                    <a:pt x="5709584" y="113678"/>
                  </a:lnTo>
                  <a:lnTo>
                    <a:pt x="5709702" y="113678"/>
                  </a:lnTo>
                  <a:lnTo>
                    <a:pt x="5709819" y="113678"/>
                  </a:lnTo>
                  <a:lnTo>
                    <a:pt x="5709937" y="113678"/>
                  </a:lnTo>
                  <a:lnTo>
                    <a:pt x="5710054" y="113678"/>
                  </a:lnTo>
                  <a:lnTo>
                    <a:pt x="5710172" y="113678"/>
                  </a:lnTo>
                  <a:lnTo>
                    <a:pt x="5710290" y="113678"/>
                  </a:lnTo>
                  <a:lnTo>
                    <a:pt x="5710407" y="113678"/>
                  </a:lnTo>
                  <a:lnTo>
                    <a:pt x="5710525" y="113678"/>
                  </a:lnTo>
                  <a:lnTo>
                    <a:pt x="5710643" y="113678"/>
                  </a:lnTo>
                  <a:lnTo>
                    <a:pt x="5710760" y="113678"/>
                  </a:lnTo>
                  <a:lnTo>
                    <a:pt x="5710878" y="113678"/>
                  </a:lnTo>
                  <a:lnTo>
                    <a:pt x="5710995" y="113678"/>
                  </a:lnTo>
                  <a:lnTo>
                    <a:pt x="5711113" y="113678"/>
                  </a:lnTo>
                  <a:lnTo>
                    <a:pt x="5711231" y="113678"/>
                  </a:lnTo>
                  <a:lnTo>
                    <a:pt x="5711231" y="113247"/>
                  </a:lnTo>
                  <a:lnTo>
                    <a:pt x="5711348" y="113247"/>
                  </a:lnTo>
                  <a:lnTo>
                    <a:pt x="5711466" y="113247"/>
                  </a:lnTo>
                  <a:lnTo>
                    <a:pt x="5711583" y="113247"/>
                  </a:lnTo>
                  <a:lnTo>
                    <a:pt x="5711701" y="113247"/>
                  </a:lnTo>
                  <a:lnTo>
                    <a:pt x="5711819" y="113247"/>
                  </a:lnTo>
                  <a:lnTo>
                    <a:pt x="5711936" y="113247"/>
                  </a:lnTo>
                  <a:lnTo>
                    <a:pt x="5712054" y="113247"/>
                  </a:lnTo>
                  <a:lnTo>
                    <a:pt x="5712172" y="113247"/>
                  </a:lnTo>
                  <a:lnTo>
                    <a:pt x="5712289" y="113247"/>
                  </a:lnTo>
                  <a:lnTo>
                    <a:pt x="5712407" y="113247"/>
                  </a:lnTo>
                  <a:lnTo>
                    <a:pt x="5712524" y="113247"/>
                  </a:lnTo>
                  <a:lnTo>
                    <a:pt x="5712642" y="113247"/>
                  </a:lnTo>
                  <a:lnTo>
                    <a:pt x="5712760" y="113247"/>
                  </a:lnTo>
                  <a:lnTo>
                    <a:pt x="5712877" y="113247"/>
                  </a:lnTo>
                  <a:lnTo>
                    <a:pt x="5712995" y="113247"/>
                  </a:lnTo>
                  <a:lnTo>
                    <a:pt x="5713112" y="113247"/>
                  </a:lnTo>
                  <a:lnTo>
                    <a:pt x="5713230" y="113247"/>
                  </a:lnTo>
                  <a:lnTo>
                    <a:pt x="5713348" y="113247"/>
                  </a:lnTo>
                  <a:lnTo>
                    <a:pt x="5713465" y="113247"/>
                  </a:lnTo>
                  <a:lnTo>
                    <a:pt x="5713583" y="113247"/>
                  </a:lnTo>
                  <a:lnTo>
                    <a:pt x="5713700" y="113247"/>
                  </a:lnTo>
                  <a:lnTo>
                    <a:pt x="5713818" y="113247"/>
                  </a:lnTo>
                  <a:lnTo>
                    <a:pt x="5713936" y="113247"/>
                  </a:lnTo>
                  <a:lnTo>
                    <a:pt x="5714053" y="113247"/>
                  </a:lnTo>
                  <a:lnTo>
                    <a:pt x="5714171" y="113247"/>
                  </a:lnTo>
                  <a:lnTo>
                    <a:pt x="5714289" y="113247"/>
                  </a:lnTo>
                  <a:lnTo>
                    <a:pt x="5714406" y="113247"/>
                  </a:lnTo>
                  <a:lnTo>
                    <a:pt x="5714406" y="112817"/>
                  </a:lnTo>
                  <a:lnTo>
                    <a:pt x="5714524" y="112817"/>
                  </a:lnTo>
                  <a:lnTo>
                    <a:pt x="5714641" y="112817"/>
                  </a:lnTo>
                  <a:lnTo>
                    <a:pt x="5714759" y="112817"/>
                  </a:lnTo>
                  <a:lnTo>
                    <a:pt x="5714877" y="112817"/>
                  </a:lnTo>
                  <a:lnTo>
                    <a:pt x="5714994" y="112817"/>
                  </a:lnTo>
                  <a:lnTo>
                    <a:pt x="5715112" y="112817"/>
                  </a:lnTo>
                  <a:lnTo>
                    <a:pt x="5715229" y="112817"/>
                  </a:lnTo>
                  <a:lnTo>
                    <a:pt x="5715347" y="112817"/>
                  </a:lnTo>
                  <a:lnTo>
                    <a:pt x="5715465" y="112817"/>
                  </a:lnTo>
                  <a:lnTo>
                    <a:pt x="5715582" y="112817"/>
                  </a:lnTo>
                  <a:lnTo>
                    <a:pt x="5715700" y="112817"/>
                  </a:lnTo>
                  <a:lnTo>
                    <a:pt x="5715700" y="112386"/>
                  </a:lnTo>
                  <a:lnTo>
                    <a:pt x="5715818" y="112386"/>
                  </a:lnTo>
                  <a:lnTo>
                    <a:pt x="5715935" y="112386"/>
                  </a:lnTo>
                  <a:lnTo>
                    <a:pt x="5716053" y="112386"/>
                  </a:lnTo>
                  <a:lnTo>
                    <a:pt x="5716170" y="112386"/>
                  </a:lnTo>
                  <a:lnTo>
                    <a:pt x="5716288" y="112386"/>
                  </a:lnTo>
                  <a:lnTo>
                    <a:pt x="5716406" y="112386"/>
                  </a:lnTo>
                  <a:lnTo>
                    <a:pt x="5716406" y="111956"/>
                  </a:lnTo>
                  <a:lnTo>
                    <a:pt x="5716523" y="111956"/>
                  </a:lnTo>
                  <a:lnTo>
                    <a:pt x="5716641" y="111956"/>
                  </a:lnTo>
                  <a:lnTo>
                    <a:pt x="5716758" y="111956"/>
                  </a:lnTo>
                  <a:lnTo>
                    <a:pt x="5716876" y="111956"/>
                  </a:lnTo>
                  <a:lnTo>
                    <a:pt x="5716994" y="111956"/>
                  </a:lnTo>
                  <a:lnTo>
                    <a:pt x="5717111" y="111956"/>
                  </a:lnTo>
                  <a:lnTo>
                    <a:pt x="5717229" y="111956"/>
                  </a:lnTo>
                  <a:lnTo>
                    <a:pt x="5717347" y="111956"/>
                  </a:lnTo>
                  <a:lnTo>
                    <a:pt x="5717464" y="111956"/>
                  </a:lnTo>
                  <a:lnTo>
                    <a:pt x="5717582" y="111956"/>
                  </a:lnTo>
                  <a:lnTo>
                    <a:pt x="5717699" y="111956"/>
                  </a:lnTo>
                  <a:lnTo>
                    <a:pt x="5717817" y="111956"/>
                  </a:lnTo>
                  <a:lnTo>
                    <a:pt x="5717935" y="111956"/>
                  </a:lnTo>
                  <a:lnTo>
                    <a:pt x="5718052" y="111956"/>
                  </a:lnTo>
                  <a:lnTo>
                    <a:pt x="5718170" y="111956"/>
                  </a:lnTo>
                  <a:lnTo>
                    <a:pt x="5718287" y="111956"/>
                  </a:lnTo>
                  <a:lnTo>
                    <a:pt x="5718405" y="111956"/>
                  </a:lnTo>
                  <a:lnTo>
                    <a:pt x="5718405" y="111525"/>
                  </a:lnTo>
                  <a:lnTo>
                    <a:pt x="5718523" y="111525"/>
                  </a:lnTo>
                  <a:lnTo>
                    <a:pt x="5718640" y="111525"/>
                  </a:lnTo>
                  <a:lnTo>
                    <a:pt x="5718758" y="111525"/>
                  </a:lnTo>
                  <a:lnTo>
                    <a:pt x="5718876" y="111525"/>
                  </a:lnTo>
                  <a:lnTo>
                    <a:pt x="5718993" y="111525"/>
                  </a:lnTo>
                  <a:lnTo>
                    <a:pt x="5719111" y="111525"/>
                  </a:lnTo>
                  <a:lnTo>
                    <a:pt x="5719228" y="111525"/>
                  </a:lnTo>
                  <a:lnTo>
                    <a:pt x="5719346" y="111525"/>
                  </a:lnTo>
                  <a:lnTo>
                    <a:pt x="5719464" y="111525"/>
                  </a:lnTo>
                  <a:lnTo>
                    <a:pt x="5719581" y="111525"/>
                  </a:lnTo>
                  <a:lnTo>
                    <a:pt x="5719699" y="111525"/>
                  </a:lnTo>
                  <a:lnTo>
                    <a:pt x="5719816" y="111525"/>
                  </a:lnTo>
                  <a:lnTo>
                    <a:pt x="5719934" y="111525"/>
                  </a:lnTo>
                  <a:lnTo>
                    <a:pt x="5719934" y="111094"/>
                  </a:lnTo>
                  <a:lnTo>
                    <a:pt x="5720052" y="111094"/>
                  </a:lnTo>
                  <a:lnTo>
                    <a:pt x="5720169" y="111094"/>
                  </a:lnTo>
                  <a:lnTo>
                    <a:pt x="5720287" y="111094"/>
                  </a:lnTo>
                  <a:lnTo>
                    <a:pt x="5720405" y="111094"/>
                  </a:lnTo>
                  <a:lnTo>
                    <a:pt x="5720522" y="111094"/>
                  </a:lnTo>
                  <a:lnTo>
                    <a:pt x="5720640" y="111094"/>
                  </a:lnTo>
                  <a:lnTo>
                    <a:pt x="5720757" y="111094"/>
                  </a:lnTo>
                  <a:lnTo>
                    <a:pt x="5720875" y="111094"/>
                  </a:lnTo>
                  <a:lnTo>
                    <a:pt x="5720993" y="111094"/>
                  </a:lnTo>
                  <a:lnTo>
                    <a:pt x="5721110" y="111094"/>
                  </a:lnTo>
                  <a:lnTo>
                    <a:pt x="5721228" y="111094"/>
                  </a:lnTo>
                  <a:lnTo>
                    <a:pt x="5721345" y="111094"/>
                  </a:lnTo>
                  <a:lnTo>
                    <a:pt x="5721463" y="111094"/>
                  </a:lnTo>
                  <a:lnTo>
                    <a:pt x="5721581" y="111094"/>
                  </a:lnTo>
                  <a:lnTo>
                    <a:pt x="5721698" y="111094"/>
                  </a:lnTo>
                  <a:lnTo>
                    <a:pt x="5721816" y="111094"/>
                  </a:lnTo>
                  <a:lnTo>
                    <a:pt x="5721933" y="111094"/>
                  </a:lnTo>
                  <a:lnTo>
                    <a:pt x="5722051" y="111094"/>
                  </a:lnTo>
                  <a:lnTo>
                    <a:pt x="5722169" y="111094"/>
                  </a:lnTo>
                  <a:lnTo>
                    <a:pt x="5722286" y="111094"/>
                  </a:lnTo>
                  <a:lnTo>
                    <a:pt x="5722404" y="111094"/>
                  </a:lnTo>
                  <a:lnTo>
                    <a:pt x="5722522" y="111094"/>
                  </a:lnTo>
                  <a:lnTo>
                    <a:pt x="5722639" y="111094"/>
                  </a:lnTo>
                  <a:lnTo>
                    <a:pt x="5722639" y="110664"/>
                  </a:lnTo>
                  <a:lnTo>
                    <a:pt x="5722757" y="110664"/>
                  </a:lnTo>
                  <a:lnTo>
                    <a:pt x="5722874" y="110664"/>
                  </a:lnTo>
                  <a:lnTo>
                    <a:pt x="5722992" y="110664"/>
                  </a:lnTo>
                  <a:lnTo>
                    <a:pt x="5723110" y="110664"/>
                  </a:lnTo>
                  <a:lnTo>
                    <a:pt x="5723227" y="110664"/>
                  </a:lnTo>
                  <a:lnTo>
                    <a:pt x="5723345" y="110664"/>
                  </a:lnTo>
                  <a:lnTo>
                    <a:pt x="5723462" y="110664"/>
                  </a:lnTo>
                  <a:lnTo>
                    <a:pt x="5723580" y="110664"/>
                  </a:lnTo>
                  <a:lnTo>
                    <a:pt x="5723698" y="110664"/>
                  </a:lnTo>
                  <a:lnTo>
                    <a:pt x="5723815" y="110664"/>
                  </a:lnTo>
                  <a:lnTo>
                    <a:pt x="5723933" y="110664"/>
                  </a:lnTo>
                  <a:lnTo>
                    <a:pt x="5724051" y="110664"/>
                  </a:lnTo>
                  <a:lnTo>
                    <a:pt x="5724168" y="110664"/>
                  </a:lnTo>
                  <a:lnTo>
                    <a:pt x="5724286" y="110664"/>
                  </a:lnTo>
                  <a:lnTo>
                    <a:pt x="5724403" y="110664"/>
                  </a:lnTo>
                  <a:lnTo>
                    <a:pt x="5724521" y="110664"/>
                  </a:lnTo>
                  <a:lnTo>
                    <a:pt x="5724639" y="110664"/>
                  </a:lnTo>
                  <a:lnTo>
                    <a:pt x="5724756" y="110664"/>
                  </a:lnTo>
                  <a:lnTo>
                    <a:pt x="5724874" y="110664"/>
                  </a:lnTo>
                  <a:lnTo>
                    <a:pt x="5724991" y="110664"/>
                  </a:lnTo>
                  <a:lnTo>
                    <a:pt x="5725109" y="110664"/>
                  </a:lnTo>
                  <a:lnTo>
                    <a:pt x="5725227" y="110664"/>
                  </a:lnTo>
                  <a:lnTo>
                    <a:pt x="5725344" y="110664"/>
                  </a:lnTo>
                  <a:lnTo>
                    <a:pt x="5725462" y="110664"/>
                  </a:lnTo>
                  <a:lnTo>
                    <a:pt x="5725580" y="110664"/>
                  </a:lnTo>
                  <a:lnTo>
                    <a:pt x="5725697" y="110664"/>
                  </a:lnTo>
                  <a:lnTo>
                    <a:pt x="5725815" y="110664"/>
                  </a:lnTo>
                  <a:lnTo>
                    <a:pt x="5725932" y="110664"/>
                  </a:lnTo>
                  <a:lnTo>
                    <a:pt x="5725932" y="110233"/>
                  </a:lnTo>
                  <a:lnTo>
                    <a:pt x="5726050" y="110233"/>
                  </a:lnTo>
                  <a:lnTo>
                    <a:pt x="5726168" y="110233"/>
                  </a:lnTo>
                  <a:lnTo>
                    <a:pt x="5726285" y="110233"/>
                  </a:lnTo>
                  <a:lnTo>
                    <a:pt x="5726403" y="110233"/>
                  </a:lnTo>
                  <a:lnTo>
                    <a:pt x="5726520" y="110233"/>
                  </a:lnTo>
                  <a:lnTo>
                    <a:pt x="5726638" y="110233"/>
                  </a:lnTo>
                  <a:lnTo>
                    <a:pt x="5726756" y="110233"/>
                  </a:lnTo>
                  <a:lnTo>
                    <a:pt x="5726873" y="110233"/>
                  </a:lnTo>
                  <a:lnTo>
                    <a:pt x="5726991" y="110233"/>
                  </a:lnTo>
                  <a:lnTo>
                    <a:pt x="5727109" y="110233"/>
                  </a:lnTo>
                  <a:lnTo>
                    <a:pt x="5727226" y="110233"/>
                  </a:lnTo>
                  <a:lnTo>
                    <a:pt x="5727344" y="110233"/>
                  </a:lnTo>
                  <a:lnTo>
                    <a:pt x="5727461" y="110233"/>
                  </a:lnTo>
                  <a:lnTo>
                    <a:pt x="5727579" y="110233"/>
                  </a:lnTo>
                  <a:lnTo>
                    <a:pt x="5727697" y="110233"/>
                  </a:lnTo>
                  <a:lnTo>
                    <a:pt x="5727814" y="110233"/>
                  </a:lnTo>
                  <a:lnTo>
                    <a:pt x="5727932" y="110233"/>
                  </a:lnTo>
                  <a:lnTo>
                    <a:pt x="5728049" y="110233"/>
                  </a:lnTo>
                  <a:lnTo>
                    <a:pt x="5728167" y="110233"/>
                  </a:lnTo>
                  <a:lnTo>
                    <a:pt x="5728285" y="110233"/>
                  </a:lnTo>
                  <a:lnTo>
                    <a:pt x="5728402" y="110233"/>
                  </a:lnTo>
                  <a:lnTo>
                    <a:pt x="5728520" y="110233"/>
                  </a:lnTo>
                  <a:lnTo>
                    <a:pt x="5728638" y="110233"/>
                  </a:lnTo>
                  <a:lnTo>
                    <a:pt x="5728755" y="110233"/>
                  </a:lnTo>
                  <a:lnTo>
                    <a:pt x="5728873" y="110233"/>
                  </a:lnTo>
                  <a:lnTo>
                    <a:pt x="5728990" y="110233"/>
                  </a:lnTo>
                  <a:lnTo>
                    <a:pt x="5729108" y="110233"/>
                  </a:lnTo>
                  <a:lnTo>
                    <a:pt x="5729226" y="110233"/>
                  </a:lnTo>
                  <a:lnTo>
                    <a:pt x="5729343" y="110233"/>
                  </a:lnTo>
                  <a:lnTo>
                    <a:pt x="5729461" y="110233"/>
                  </a:lnTo>
                  <a:lnTo>
                    <a:pt x="5729578" y="110233"/>
                  </a:lnTo>
                  <a:lnTo>
                    <a:pt x="5729696" y="110233"/>
                  </a:lnTo>
                  <a:lnTo>
                    <a:pt x="5729814" y="110233"/>
                  </a:lnTo>
                  <a:lnTo>
                    <a:pt x="5729931" y="110233"/>
                  </a:lnTo>
                  <a:lnTo>
                    <a:pt x="5730049" y="110233"/>
                  </a:lnTo>
                  <a:lnTo>
                    <a:pt x="5730049" y="109803"/>
                  </a:lnTo>
                  <a:lnTo>
                    <a:pt x="5730049" y="109372"/>
                  </a:lnTo>
                  <a:lnTo>
                    <a:pt x="5730049" y="108941"/>
                  </a:lnTo>
                  <a:lnTo>
                    <a:pt x="5730166" y="108941"/>
                  </a:lnTo>
                  <a:lnTo>
                    <a:pt x="5730284" y="108941"/>
                  </a:lnTo>
                  <a:lnTo>
                    <a:pt x="5730402" y="108941"/>
                  </a:lnTo>
                  <a:lnTo>
                    <a:pt x="5730519" y="108941"/>
                  </a:lnTo>
                  <a:lnTo>
                    <a:pt x="5730637" y="108941"/>
                  </a:lnTo>
                  <a:lnTo>
                    <a:pt x="5730755" y="108941"/>
                  </a:lnTo>
                  <a:lnTo>
                    <a:pt x="5730872" y="108941"/>
                  </a:lnTo>
                  <a:lnTo>
                    <a:pt x="5730990" y="108941"/>
                  </a:lnTo>
                  <a:lnTo>
                    <a:pt x="5730990" y="108511"/>
                  </a:lnTo>
                  <a:lnTo>
                    <a:pt x="5731107" y="108511"/>
                  </a:lnTo>
                  <a:lnTo>
                    <a:pt x="5731225" y="108511"/>
                  </a:lnTo>
                  <a:lnTo>
                    <a:pt x="5731343" y="108511"/>
                  </a:lnTo>
                  <a:lnTo>
                    <a:pt x="5731460" y="108511"/>
                  </a:lnTo>
                  <a:lnTo>
                    <a:pt x="5731578" y="108511"/>
                  </a:lnTo>
                  <a:lnTo>
                    <a:pt x="5731695" y="108511"/>
                  </a:lnTo>
                  <a:lnTo>
                    <a:pt x="5731813" y="108511"/>
                  </a:lnTo>
                  <a:lnTo>
                    <a:pt x="5731931" y="108511"/>
                  </a:lnTo>
                  <a:lnTo>
                    <a:pt x="5732048" y="108511"/>
                  </a:lnTo>
                  <a:lnTo>
                    <a:pt x="5732166" y="108511"/>
                  </a:lnTo>
                  <a:lnTo>
                    <a:pt x="5732284" y="108511"/>
                  </a:lnTo>
                  <a:lnTo>
                    <a:pt x="5732401" y="108511"/>
                  </a:lnTo>
                  <a:lnTo>
                    <a:pt x="5732519" y="108511"/>
                  </a:lnTo>
                  <a:lnTo>
                    <a:pt x="5732636" y="108511"/>
                  </a:lnTo>
                  <a:lnTo>
                    <a:pt x="5732754" y="108511"/>
                  </a:lnTo>
                  <a:lnTo>
                    <a:pt x="5732872" y="108511"/>
                  </a:lnTo>
                  <a:lnTo>
                    <a:pt x="5732989" y="108511"/>
                  </a:lnTo>
                  <a:lnTo>
                    <a:pt x="5733107" y="108511"/>
                  </a:lnTo>
                  <a:lnTo>
                    <a:pt x="5733224" y="108511"/>
                  </a:lnTo>
                  <a:lnTo>
                    <a:pt x="5733342" y="108511"/>
                  </a:lnTo>
                  <a:lnTo>
                    <a:pt x="5733460" y="108511"/>
                  </a:lnTo>
                  <a:lnTo>
                    <a:pt x="5733577" y="108511"/>
                  </a:lnTo>
                  <a:lnTo>
                    <a:pt x="5733695" y="108511"/>
                  </a:lnTo>
                  <a:lnTo>
                    <a:pt x="5733813" y="108511"/>
                  </a:lnTo>
                  <a:lnTo>
                    <a:pt x="5733930" y="108511"/>
                  </a:lnTo>
                  <a:lnTo>
                    <a:pt x="5734048" y="108511"/>
                  </a:lnTo>
                  <a:lnTo>
                    <a:pt x="5734165" y="108511"/>
                  </a:lnTo>
                  <a:lnTo>
                    <a:pt x="5734283" y="108511"/>
                  </a:lnTo>
                  <a:lnTo>
                    <a:pt x="5734401" y="108511"/>
                  </a:lnTo>
                  <a:lnTo>
                    <a:pt x="5734518" y="108511"/>
                  </a:lnTo>
                  <a:lnTo>
                    <a:pt x="5734636" y="108511"/>
                  </a:lnTo>
                  <a:lnTo>
                    <a:pt x="5734753" y="108511"/>
                  </a:lnTo>
                  <a:lnTo>
                    <a:pt x="5734871" y="108511"/>
                  </a:lnTo>
                  <a:lnTo>
                    <a:pt x="5734989" y="108511"/>
                  </a:lnTo>
                  <a:lnTo>
                    <a:pt x="5735106" y="108511"/>
                  </a:lnTo>
                  <a:lnTo>
                    <a:pt x="5735224" y="108511"/>
                  </a:lnTo>
                  <a:lnTo>
                    <a:pt x="5735342" y="108511"/>
                  </a:lnTo>
                  <a:lnTo>
                    <a:pt x="5735459" y="108511"/>
                  </a:lnTo>
                  <a:lnTo>
                    <a:pt x="5735577" y="108511"/>
                  </a:lnTo>
                  <a:lnTo>
                    <a:pt x="5735694" y="108511"/>
                  </a:lnTo>
                  <a:lnTo>
                    <a:pt x="5735812" y="108511"/>
                  </a:lnTo>
                  <a:lnTo>
                    <a:pt x="5735930" y="108511"/>
                  </a:lnTo>
                  <a:lnTo>
                    <a:pt x="5736047" y="108511"/>
                  </a:lnTo>
                  <a:lnTo>
                    <a:pt x="5736165" y="108511"/>
                  </a:lnTo>
                  <a:lnTo>
                    <a:pt x="5736282" y="108511"/>
                  </a:lnTo>
                  <a:lnTo>
                    <a:pt x="5736400" y="108511"/>
                  </a:lnTo>
                  <a:lnTo>
                    <a:pt x="5736400" y="108080"/>
                  </a:lnTo>
                  <a:lnTo>
                    <a:pt x="5736518" y="108080"/>
                  </a:lnTo>
                  <a:lnTo>
                    <a:pt x="5736635" y="108080"/>
                  </a:lnTo>
                  <a:lnTo>
                    <a:pt x="5736753" y="108080"/>
                  </a:lnTo>
                  <a:lnTo>
                    <a:pt x="5736870" y="108080"/>
                  </a:lnTo>
                  <a:lnTo>
                    <a:pt x="5736988" y="108080"/>
                  </a:lnTo>
                  <a:lnTo>
                    <a:pt x="5737106" y="108080"/>
                  </a:lnTo>
                  <a:lnTo>
                    <a:pt x="5737223" y="108080"/>
                  </a:lnTo>
                  <a:lnTo>
                    <a:pt x="5737341" y="108080"/>
                  </a:lnTo>
                  <a:lnTo>
                    <a:pt x="5737459" y="108080"/>
                  </a:lnTo>
                  <a:lnTo>
                    <a:pt x="5737576" y="108080"/>
                  </a:lnTo>
                  <a:lnTo>
                    <a:pt x="5737694" y="108080"/>
                  </a:lnTo>
                  <a:lnTo>
                    <a:pt x="5737811" y="108080"/>
                  </a:lnTo>
                  <a:lnTo>
                    <a:pt x="5737929" y="108080"/>
                  </a:lnTo>
                  <a:lnTo>
                    <a:pt x="5738047" y="108080"/>
                  </a:lnTo>
                  <a:lnTo>
                    <a:pt x="5738164" y="108080"/>
                  </a:lnTo>
                  <a:lnTo>
                    <a:pt x="5738282" y="108080"/>
                  </a:lnTo>
                  <a:lnTo>
                    <a:pt x="5738399" y="108080"/>
                  </a:lnTo>
                  <a:lnTo>
                    <a:pt x="5738517" y="108080"/>
                  </a:lnTo>
                  <a:lnTo>
                    <a:pt x="5738635" y="108080"/>
                  </a:lnTo>
                  <a:lnTo>
                    <a:pt x="5738752" y="108080"/>
                  </a:lnTo>
                  <a:lnTo>
                    <a:pt x="5738870" y="108080"/>
                  </a:lnTo>
                  <a:lnTo>
                    <a:pt x="5738988" y="108080"/>
                  </a:lnTo>
                  <a:lnTo>
                    <a:pt x="5739105" y="108080"/>
                  </a:lnTo>
                  <a:lnTo>
                    <a:pt x="5739223" y="108080"/>
                  </a:lnTo>
                  <a:lnTo>
                    <a:pt x="5739340" y="108080"/>
                  </a:lnTo>
                  <a:lnTo>
                    <a:pt x="5739458" y="108080"/>
                  </a:lnTo>
                  <a:lnTo>
                    <a:pt x="5739576" y="108080"/>
                  </a:lnTo>
                  <a:lnTo>
                    <a:pt x="5739693" y="108080"/>
                  </a:lnTo>
                  <a:lnTo>
                    <a:pt x="5739811" y="108080"/>
                  </a:lnTo>
                  <a:lnTo>
                    <a:pt x="5739928" y="108080"/>
                  </a:lnTo>
                  <a:lnTo>
                    <a:pt x="5740046" y="108080"/>
                  </a:lnTo>
                  <a:lnTo>
                    <a:pt x="5740164" y="108080"/>
                  </a:lnTo>
                  <a:lnTo>
                    <a:pt x="5740281" y="108080"/>
                  </a:lnTo>
                  <a:lnTo>
                    <a:pt x="5740399" y="108080"/>
                  </a:lnTo>
                  <a:lnTo>
                    <a:pt x="5740517" y="108080"/>
                  </a:lnTo>
                  <a:lnTo>
                    <a:pt x="5740634" y="108080"/>
                  </a:lnTo>
                  <a:lnTo>
                    <a:pt x="5740634" y="107650"/>
                  </a:lnTo>
                  <a:lnTo>
                    <a:pt x="5740752" y="107650"/>
                  </a:lnTo>
                  <a:lnTo>
                    <a:pt x="5740869" y="107650"/>
                  </a:lnTo>
                  <a:lnTo>
                    <a:pt x="5740987" y="107650"/>
                  </a:lnTo>
                  <a:lnTo>
                    <a:pt x="5741105" y="107650"/>
                  </a:lnTo>
                  <a:lnTo>
                    <a:pt x="5741222" y="107650"/>
                  </a:lnTo>
                  <a:lnTo>
                    <a:pt x="5741340" y="107650"/>
                  </a:lnTo>
                  <a:lnTo>
                    <a:pt x="5741457" y="107650"/>
                  </a:lnTo>
                  <a:lnTo>
                    <a:pt x="5741575" y="107650"/>
                  </a:lnTo>
                  <a:lnTo>
                    <a:pt x="5741693" y="107650"/>
                  </a:lnTo>
                  <a:lnTo>
                    <a:pt x="5741810" y="107650"/>
                  </a:lnTo>
                  <a:lnTo>
                    <a:pt x="5741810" y="107219"/>
                  </a:lnTo>
                  <a:lnTo>
                    <a:pt x="5741810" y="106788"/>
                  </a:lnTo>
                  <a:lnTo>
                    <a:pt x="5741928" y="106788"/>
                  </a:lnTo>
                  <a:lnTo>
                    <a:pt x="5742046" y="106788"/>
                  </a:lnTo>
                  <a:lnTo>
                    <a:pt x="5742163" y="106788"/>
                  </a:lnTo>
                  <a:lnTo>
                    <a:pt x="5742281" y="106788"/>
                  </a:lnTo>
                  <a:lnTo>
                    <a:pt x="5742398" y="106788"/>
                  </a:lnTo>
                  <a:lnTo>
                    <a:pt x="5742516" y="106788"/>
                  </a:lnTo>
                  <a:lnTo>
                    <a:pt x="5742634" y="106788"/>
                  </a:lnTo>
                  <a:lnTo>
                    <a:pt x="5742751" y="106788"/>
                  </a:lnTo>
                  <a:lnTo>
                    <a:pt x="5742869" y="106788"/>
                  </a:lnTo>
                  <a:lnTo>
                    <a:pt x="5742986" y="106788"/>
                  </a:lnTo>
                  <a:lnTo>
                    <a:pt x="5743104" y="106788"/>
                  </a:lnTo>
                  <a:lnTo>
                    <a:pt x="5743222" y="106788"/>
                  </a:lnTo>
                  <a:lnTo>
                    <a:pt x="5743339" y="106788"/>
                  </a:lnTo>
                  <a:lnTo>
                    <a:pt x="5743457" y="106788"/>
                  </a:lnTo>
                  <a:lnTo>
                    <a:pt x="5743575" y="106788"/>
                  </a:lnTo>
                  <a:lnTo>
                    <a:pt x="5743692" y="106788"/>
                  </a:lnTo>
                  <a:lnTo>
                    <a:pt x="5743810" y="106788"/>
                  </a:lnTo>
                  <a:lnTo>
                    <a:pt x="5743927" y="106788"/>
                  </a:lnTo>
                  <a:lnTo>
                    <a:pt x="5744045" y="106788"/>
                  </a:lnTo>
                  <a:lnTo>
                    <a:pt x="5744163" y="106788"/>
                  </a:lnTo>
                  <a:lnTo>
                    <a:pt x="5744280" y="106788"/>
                  </a:lnTo>
                  <a:lnTo>
                    <a:pt x="5744398" y="106788"/>
                  </a:lnTo>
                  <a:lnTo>
                    <a:pt x="5744515" y="106788"/>
                  </a:lnTo>
                  <a:lnTo>
                    <a:pt x="5744633" y="106788"/>
                  </a:lnTo>
                  <a:lnTo>
                    <a:pt x="5744751" y="106788"/>
                  </a:lnTo>
                  <a:lnTo>
                    <a:pt x="5744868" y="106788"/>
                  </a:lnTo>
                  <a:lnTo>
                    <a:pt x="5744986" y="106788"/>
                  </a:lnTo>
                  <a:lnTo>
                    <a:pt x="5745103" y="106788"/>
                  </a:lnTo>
                  <a:lnTo>
                    <a:pt x="5745221" y="106788"/>
                  </a:lnTo>
                  <a:lnTo>
                    <a:pt x="5745339" y="106788"/>
                  </a:lnTo>
                  <a:lnTo>
                    <a:pt x="5745456" y="106788"/>
                  </a:lnTo>
                  <a:lnTo>
                    <a:pt x="5745574" y="106788"/>
                  </a:lnTo>
                  <a:lnTo>
                    <a:pt x="5745692" y="106788"/>
                  </a:lnTo>
                  <a:lnTo>
                    <a:pt x="5745809" y="106788"/>
                  </a:lnTo>
                  <a:lnTo>
                    <a:pt x="5745927" y="106788"/>
                  </a:lnTo>
                  <a:lnTo>
                    <a:pt x="5746044" y="106788"/>
                  </a:lnTo>
                  <a:lnTo>
                    <a:pt x="5746162" y="106788"/>
                  </a:lnTo>
                  <a:lnTo>
                    <a:pt x="5746280" y="106788"/>
                  </a:lnTo>
                  <a:lnTo>
                    <a:pt x="5746397" y="106788"/>
                  </a:lnTo>
                  <a:lnTo>
                    <a:pt x="5746515" y="106788"/>
                  </a:lnTo>
                  <a:lnTo>
                    <a:pt x="5746632" y="106788"/>
                  </a:lnTo>
                  <a:lnTo>
                    <a:pt x="5746750" y="106788"/>
                  </a:lnTo>
                  <a:lnTo>
                    <a:pt x="5746868" y="106788"/>
                  </a:lnTo>
                  <a:lnTo>
                    <a:pt x="5746985" y="106788"/>
                  </a:lnTo>
                  <a:lnTo>
                    <a:pt x="5747103" y="106788"/>
                  </a:lnTo>
                  <a:lnTo>
                    <a:pt x="5747221" y="106788"/>
                  </a:lnTo>
                  <a:lnTo>
                    <a:pt x="5747338" y="106788"/>
                  </a:lnTo>
                  <a:lnTo>
                    <a:pt x="5747456" y="106788"/>
                  </a:lnTo>
                  <a:lnTo>
                    <a:pt x="5747573" y="106788"/>
                  </a:lnTo>
                  <a:lnTo>
                    <a:pt x="5747691" y="106788"/>
                  </a:lnTo>
                  <a:lnTo>
                    <a:pt x="5747809" y="106788"/>
                  </a:lnTo>
                  <a:lnTo>
                    <a:pt x="5747926" y="106788"/>
                  </a:lnTo>
                  <a:lnTo>
                    <a:pt x="5748044" y="106788"/>
                  </a:lnTo>
                  <a:lnTo>
                    <a:pt x="5748161" y="106788"/>
                  </a:lnTo>
                  <a:lnTo>
                    <a:pt x="5748279" y="106788"/>
                  </a:lnTo>
                  <a:lnTo>
                    <a:pt x="5748397" y="106788"/>
                  </a:lnTo>
                  <a:lnTo>
                    <a:pt x="5748514" y="106788"/>
                  </a:lnTo>
                  <a:lnTo>
                    <a:pt x="5748632" y="106788"/>
                  </a:lnTo>
                  <a:lnTo>
                    <a:pt x="5748750" y="106788"/>
                  </a:lnTo>
                  <a:lnTo>
                    <a:pt x="5748867" y="106788"/>
                  </a:lnTo>
                  <a:lnTo>
                    <a:pt x="5748985" y="106788"/>
                  </a:lnTo>
                  <a:lnTo>
                    <a:pt x="5749102" y="106788"/>
                  </a:lnTo>
                  <a:lnTo>
                    <a:pt x="5749220" y="106788"/>
                  </a:lnTo>
                  <a:lnTo>
                    <a:pt x="5749338" y="106788"/>
                  </a:lnTo>
                  <a:lnTo>
                    <a:pt x="5749455" y="106788"/>
                  </a:lnTo>
                  <a:lnTo>
                    <a:pt x="5749573" y="106788"/>
                  </a:lnTo>
                  <a:lnTo>
                    <a:pt x="5749690" y="106788"/>
                  </a:lnTo>
                  <a:lnTo>
                    <a:pt x="5749808" y="106788"/>
                  </a:lnTo>
                  <a:lnTo>
                    <a:pt x="5749926" y="106788"/>
                  </a:lnTo>
                  <a:lnTo>
                    <a:pt x="5749926" y="106358"/>
                  </a:lnTo>
                  <a:lnTo>
                    <a:pt x="5750043" y="106358"/>
                  </a:lnTo>
                  <a:lnTo>
                    <a:pt x="5750043" y="105927"/>
                  </a:lnTo>
                  <a:lnTo>
                    <a:pt x="5750161" y="105927"/>
                  </a:lnTo>
                  <a:lnTo>
                    <a:pt x="5750279" y="105927"/>
                  </a:lnTo>
                  <a:lnTo>
                    <a:pt x="5750396" y="105927"/>
                  </a:lnTo>
                  <a:lnTo>
                    <a:pt x="5750396" y="105497"/>
                  </a:lnTo>
                  <a:lnTo>
                    <a:pt x="5750514" y="105497"/>
                  </a:lnTo>
                  <a:lnTo>
                    <a:pt x="5750631" y="105497"/>
                  </a:lnTo>
                  <a:lnTo>
                    <a:pt x="5750749" y="105497"/>
                  </a:lnTo>
                  <a:lnTo>
                    <a:pt x="5750867" y="105497"/>
                  </a:lnTo>
                  <a:lnTo>
                    <a:pt x="5750984" y="105497"/>
                  </a:lnTo>
                  <a:lnTo>
                    <a:pt x="5751102" y="105497"/>
                  </a:lnTo>
                  <a:lnTo>
                    <a:pt x="5751219" y="105497"/>
                  </a:lnTo>
                  <a:lnTo>
                    <a:pt x="5751337" y="105497"/>
                  </a:lnTo>
                  <a:lnTo>
                    <a:pt x="5751455" y="105497"/>
                  </a:lnTo>
                  <a:lnTo>
                    <a:pt x="5751572" y="105497"/>
                  </a:lnTo>
                  <a:lnTo>
                    <a:pt x="5751690" y="105497"/>
                  </a:lnTo>
                  <a:lnTo>
                    <a:pt x="5751808" y="105497"/>
                  </a:lnTo>
                  <a:lnTo>
                    <a:pt x="5751925" y="105497"/>
                  </a:lnTo>
                  <a:lnTo>
                    <a:pt x="5752043" y="105497"/>
                  </a:lnTo>
                  <a:lnTo>
                    <a:pt x="5752160" y="105497"/>
                  </a:lnTo>
                  <a:lnTo>
                    <a:pt x="5752278" y="105497"/>
                  </a:lnTo>
                  <a:lnTo>
                    <a:pt x="5752396" y="105497"/>
                  </a:lnTo>
                  <a:lnTo>
                    <a:pt x="5752513" y="105497"/>
                  </a:lnTo>
                  <a:lnTo>
                    <a:pt x="5752513" y="105066"/>
                  </a:lnTo>
                  <a:lnTo>
                    <a:pt x="5752631" y="105066"/>
                  </a:lnTo>
                  <a:lnTo>
                    <a:pt x="5752748" y="105066"/>
                  </a:lnTo>
                  <a:lnTo>
                    <a:pt x="5752866" y="105066"/>
                  </a:lnTo>
                  <a:lnTo>
                    <a:pt x="5752984" y="105066"/>
                  </a:lnTo>
                  <a:lnTo>
                    <a:pt x="5753101" y="105066"/>
                  </a:lnTo>
                  <a:lnTo>
                    <a:pt x="5753219" y="105066"/>
                  </a:lnTo>
                  <a:lnTo>
                    <a:pt x="5753336" y="105066"/>
                  </a:lnTo>
                  <a:lnTo>
                    <a:pt x="5753454" y="105066"/>
                  </a:lnTo>
                  <a:lnTo>
                    <a:pt x="5753454" y="104635"/>
                  </a:lnTo>
                  <a:lnTo>
                    <a:pt x="5753572" y="104635"/>
                  </a:lnTo>
                  <a:lnTo>
                    <a:pt x="5753689" y="104635"/>
                  </a:lnTo>
                  <a:lnTo>
                    <a:pt x="5753807" y="104635"/>
                  </a:lnTo>
                  <a:lnTo>
                    <a:pt x="5753925" y="104635"/>
                  </a:lnTo>
                  <a:lnTo>
                    <a:pt x="5753925" y="104205"/>
                  </a:lnTo>
                  <a:lnTo>
                    <a:pt x="5754042" y="104205"/>
                  </a:lnTo>
                  <a:lnTo>
                    <a:pt x="5754042" y="103774"/>
                  </a:lnTo>
                  <a:lnTo>
                    <a:pt x="5754160" y="103774"/>
                  </a:lnTo>
                  <a:lnTo>
                    <a:pt x="5754277" y="103774"/>
                  </a:lnTo>
                  <a:lnTo>
                    <a:pt x="5754395" y="103774"/>
                  </a:lnTo>
                  <a:lnTo>
                    <a:pt x="5754513" y="103774"/>
                  </a:lnTo>
                  <a:lnTo>
                    <a:pt x="5754630" y="103774"/>
                  </a:lnTo>
                  <a:lnTo>
                    <a:pt x="5754748" y="103774"/>
                  </a:lnTo>
                  <a:lnTo>
                    <a:pt x="5754865" y="103774"/>
                  </a:lnTo>
                  <a:lnTo>
                    <a:pt x="5754983" y="103774"/>
                  </a:lnTo>
                  <a:lnTo>
                    <a:pt x="5755101" y="103774"/>
                  </a:lnTo>
                  <a:lnTo>
                    <a:pt x="5755218" y="103774"/>
                  </a:lnTo>
                  <a:lnTo>
                    <a:pt x="5755336" y="103774"/>
                  </a:lnTo>
                  <a:lnTo>
                    <a:pt x="5755336" y="103344"/>
                  </a:lnTo>
                  <a:lnTo>
                    <a:pt x="5755454" y="103344"/>
                  </a:lnTo>
                  <a:lnTo>
                    <a:pt x="5755571" y="103344"/>
                  </a:lnTo>
                  <a:lnTo>
                    <a:pt x="5755689" y="103344"/>
                  </a:lnTo>
                  <a:lnTo>
                    <a:pt x="5755806" y="103344"/>
                  </a:lnTo>
                  <a:lnTo>
                    <a:pt x="5755924" y="103344"/>
                  </a:lnTo>
                  <a:lnTo>
                    <a:pt x="5756042" y="103344"/>
                  </a:lnTo>
                  <a:lnTo>
                    <a:pt x="5756042" y="102913"/>
                  </a:lnTo>
                  <a:lnTo>
                    <a:pt x="5756159" y="102913"/>
                  </a:lnTo>
                  <a:lnTo>
                    <a:pt x="5756277" y="102913"/>
                  </a:lnTo>
                  <a:lnTo>
                    <a:pt x="5756394" y="102913"/>
                  </a:lnTo>
                  <a:lnTo>
                    <a:pt x="5756512" y="102913"/>
                  </a:lnTo>
                  <a:lnTo>
                    <a:pt x="5756630" y="102913"/>
                  </a:lnTo>
                  <a:lnTo>
                    <a:pt x="5756747" y="102913"/>
                  </a:lnTo>
                  <a:lnTo>
                    <a:pt x="5756865" y="102913"/>
                  </a:lnTo>
                  <a:lnTo>
                    <a:pt x="5756983" y="102913"/>
                  </a:lnTo>
                  <a:lnTo>
                    <a:pt x="5757100" y="102913"/>
                  </a:lnTo>
                  <a:lnTo>
                    <a:pt x="5757218" y="102913"/>
                  </a:lnTo>
                  <a:lnTo>
                    <a:pt x="5757335" y="102913"/>
                  </a:lnTo>
                  <a:lnTo>
                    <a:pt x="5757453" y="102913"/>
                  </a:lnTo>
                  <a:lnTo>
                    <a:pt x="5757571" y="102913"/>
                  </a:lnTo>
                  <a:lnTo>
                    <a:pt x="5757688" y="102913"/>
                  </a:lnTo>
                  <a:lnTo>
                    <a:pt x="5757806" y="102913"/>
                  </a:lnTo>
                  <a:lnTo>
                    <a:pt x="5757923" y="102913"/>
                  </a:lnTo>
                  <a:lnTo>
                    <a:pt x="5758041" y="102913"/>
                  </a:lnTo>
                  <a:lnTo>
                    <a:pt x="5758159" y="102913"/>
                  </a:lnTo>
                  <a:lnTo>
                    <a:pt x="5758276" y="102913"/>
                  </a:lnTo>
                  <a:lnTo>
                    <a:pt x="5758394" y="102913"/>
                  </a:lnTo>
                  <a:lnTo>
                    <a:pt x="5758512" y="102913"/>
                  </a:lnTo>
                  <a:lnTo>
                    <a:pt x="5758629" y="102913"/>
                  </a:lnTo>
                  <a:lnTo>
                    <a:pt x="5758629" y="102482"/>
                  </a:lnTo>
                  <a:lnTo>
                    <a:pt x="5758747" y="102482"/>
                  </a:lnTo>
                  <a:lnTo>
                    <a:pt x="5758864" y="102482"/>
                  </a:lnTo>
                  <a:lnTo>
                    <a:pt x="5758982" y="102482"/>
                  </a:lnTo>
                  <a:lnTo>
                    <a:pt x="5759100" y="102482"/>
                  </a:lnTo>
                  <a:lnTo>
                    <a:pt x="5759217" y="102482"/>
                  </a:lnTo>
                  <a:lnTo>
                    <a:pt x="5759335" y="102482"/>
                  </a:lnTo>
                  <a:lnTo>
                    <a:pt x="5759452" y="102482"/>
                  </a:lnTo>
                  <a:lnTo>
                    <a:pt x="5759570" y="102482"/>
                  </a:lnTo>
                  <a:lnTo>
                    <a:pt x="5759688" y="102482"/>
                  </a:lnTo>
                  <a:lnTo>
                    <a:pt x="5759805" y="102482"/>
                  </a:lnTo>
                  <a:lnTo>
                    <a:pt x="5759923" y="102482"/>
                  </a:lnTo>
                  <a:lnTo>
                    <a:pt x="5760041" y="102482"/>
                  </a:lnTo>
                  <a:lnTo>
                    <a:pt x="5760158" y="102482"/>
                  </a:lnTo>
                  <a:lnTo>
                    <a:pt x="5760276" y="102482"/>
                  </a:lnTo>
                  <a:lnTo>
                    <a:pt x="5760393" y="102482"/>
                  </a:lnTo>
                  <a:lnTo>
                    <a:pt x="5760511" y="102482"/>
                  </a:lnTo>
                  <a:lnTo>
                    <a:pt x="5760629" y="102482"/>
                  </a:lnTo>
                  <a:lnTo>
                    <a:pt x="5760746" y="102482"/>
                  </a:lnTo>
                  <a:lnTo>
                    <a:pt x="5760864" y="102482"/>
                  </a:lnTo>
                  <a:lnTo>
                    <a:pt x="5760981" y="102482"/>
                  </a:lnTo>
                  <a:lnTo>
                    <a:pt x="5761099" y="102482"/>
                  </a:lnTo>
                  <a:lnTo>
                    <a:pt x="5761217" y="102482"/>
                  </a:lnTo>
                  <a:lnTo>
                    <a:pt x="5761334" y="102482"/>
                  </a:lnTo>
                  <a:lnTo>
                    <a:pt x="5761452" y="102482"/>
                  </a:lnTo>
                  <a:lnTo>
                    <a:pt x="5761569" y="102482"/>
                  </a:lnTo>
                  <a:lnTo>
                    <a:pt x="5761687" y="102482"/>
                  </a:lnTo>
                  <a:lnTo>
                    <a:pt x="5761687" y="102052"/>
                  </a:lnTo>
                  <a:lnTo>
                    <a:pt x="5761805" y="102052"/>
                  </a:lnTo>
                  <a:lnTo>
                    <a:pt x="5761922" y="102052"/>
                  </a:lnTo>
                  <a:lnTo>
                    <a:pt x="5762040" y="102052"/>
                  </a:lnTo>
                  <a:lnTo>
                    <a:pt x="5762040" y="101621"/>
                  </a:lnTo>
                  <a:lnTo>
                    <a:pt x="5762158" y="101621"/>
                  </a:lnTo>
                  <a:lnTo>
                    <a:pt x="5762275" y="101621"/>
                  </a:lnTo>
                  <a:lnTo>
                    <a:pt x="5762393" y="101621"/>
                  </a:lnTo>
                  <a:lnTo>
                    <a:pt x="5762510" y="101621"/>
                  </a:lnTo>
                  <a:lnTo>
                    <a:pt x="5762628" y="101621"/>
                  </a:lnTo>
                  <a:lnTo>
                    <a:pt x="5762746" y="101621"/>
                  </a:lnTo>
                  <a:lnTo>
                    <a:pt x="5762863" y="101621"/>
                  </a:lnTo>
                  <a:lnTo>
                    <a:pt x="5762981" y="101621"/>
                  </a:lnTo>
                  <a:lnTo>
                    <a:pt x="5763098" y="101621"/>
                  </a:lnTo>
                  <a:lnTo>
                    <a:pt x="5763216" y="101621"/>
                  </a:lnTo>
                  <a:lnTo>
                    <a:pt x="5763334" y="101621"/>
                  </a:lnTo>
                  <a:lnTo>
                    <a:pt x="5763451" y="101621"/>
                  </a:lnTo>
                  <a:lnTo>
                    <a:pt x="5763569" y="101621"/>
                  </a:lnTo>
                  <a:lnTo>
                    <a:pt x="5763687" y="101621"/>
                  </a:lnTo>
                  <a:lnTo>
                    <a:pt x="5763804" y="101621"/>
                  </a:lnTo>
                  <a:lnTo>
                    <a:pt x="5763922" y="101621"/>
                  </a:lnTo>
                  <a:lnTo>
                    <a:pt x="5764039" y="101621"/>
                  </a:lnTo>
                  <a:lnTo>
                    <a:pt x="5764157" y="101621"/>
                  </a:lnTo>
                  <a:lnTo>
                    <a:pt x="5764275" y="101621"/>
                  </a:lnTo>
                  <a:lnTo>
                    <a:pt x="5764392" y="101621"/>
                  </a:lnTo>
                  <a:lnTo>
                    <a:pt x="5764510" y="101621"/>
                  </a:lnTo>
                  <a:lnTo>
                    <a:pt x="5764627" y="101621"/>
                  </a:lnTo>
                  <a:lnTo>
                    <a:pt x="5764745" y="101621"/>
                  </a:lnTo>
                  <a:lnTo>
                    <a:pt x="5764863" y="101621"/>
                  </a:lnTo>
                  <a:lnTo>
                    <a:pt x="5764980" y="101621"/>
                  </a:lnTo>
                  <a:lnTo>
                    <a:pt x="5765098" y="101621"/>
                  </a:lnTo>
                  <a:lnTo>
                    <a:pt x="5765216" y="101621"/>
                  </a:lnTo>
                  <a:lnTo>
                    <a:pt x="5765333" y="101621"/>
                  </a:lnTo>
                  <a:lnTo>
                    <a:pt x="5765451" y="101621"/>
                  </a:lnTo>
                  <a:lnTo>
                    <a:pt x="5765568" y="101621"/>
                  </a:lnTo>
                  <a:lnTo>
                    <a:pt x="5765686" y="101621"/>
                  </a:lnTo>
                  <a:lnTo>
                    <a:pt x="5765804" y="101621"/>
                  </a:lnTo>
                  <a:lnTo>
                    <a:pt x="5765921" y="101621"/>
                  </a:lnTo>
                  <a:lnTo>
                    <a:pt x="5765921" y="101191"/>
                  </a:lnTo>
                  <a:lnTo>
                    <a:pt x="5766039" y="101191"/>
                  </a:lnTo>
                  <a:lnTo>
                    <a:pt x="5766156" y="101191"/>
                  </a:lnTo>
                  <a:lnTo>
                    <a:pt x="5766274" y="101191"/>
                  </a:lnTo>
                  <a:lnTo>
                    <a:pt x="5766392" y="101191"/>
                  </a:lnTo>
                  <a:lnTo>
                    <a:pt x="5766509" y="101191"/>
                  </a:lnTo>
                  <a:lnTo>
                    <a:pt x="5766627" y="101191"/>
                  </a:lnTo>
                  <a:lnTo>
                    <a:pt x="5766745" y="101191"/>
                  </a:lnTo>
                  <a:lnTo>
                    <a:pt x="5766862" y="101191"/>
                  </a:lnTo>
                  <a:lnTo>
                    <a:pt x="5766980" y="101191"/>
                  </a:lnTo>
                  <a:lnTo>
                    <a:pt x="5767097" y="101191"/>
                  </a:lnTo>
                  <a:lnTo>
                    <a:pt x="5767215" y="101191"/>
                  </a:lnTo>
                  <a:lnTo>
                    <a:pt x="5767333" y="101191"/>
                  </a:lnTo>
                  <a:lnTo>
                    <a:pt x="5767450" y="101191"/>
                  </a:lnTo>
                  <a:lnTo>
                    <a:pt x="5767568" y="101191"/>
                  </a:lnTo>
                  <a:lnTo>
                    <a:pt x="5767685" y="101191"/>
                  </a:lnTo>
                  <a:lnTo>
                    <a:pt x="5767803" y="101191"/>
                  </a:lnTo>
                  <a:lnTo>
                    <a:pt x="5767921" y="101191"/>
                  </a:lnTo>
                  <a:lnTo>
                    <a:pt x="5768038" y="101191"/>
                  </a:lnTo>
                  <a:lnTo>
                    <a:pt x="5768156" y="101191"/>
                  </a:lnTo>
                  <a:lnTo>
                    <a:pt x="5768274" y="101191"/>
                  </a:lnTo>
                  <a:lnTo>
                    <a:pt x="5768391" y="101191"/>
                  </a:lnTo>
                  <a:lnTo>
                    <a:pt x="5768509" y="101191"/>
                  </a:lnTo>
                  <a:lnTo>
                    <a:pt x="5768626" y="101191"/>
                  </a:lnTo>
                  <a:lnTo>
                    <a:pt x="5768744" y="101191"/>
                  </a:lnTo>
                  <a:lnTo>
                    <a:pt x="5768862" y="101191"/>
                  </a:lnTo>
                  <a:lnTo>
                    <a:pt x="5768979" y="101191"/>
                  </a:lnTo>
                  <a:lnTo>
                    <a:pt x="5769097" y="101191"/>
                  </a:lnTo>
                  <a:lnTo>
                    <a:pt x="5769214" y="101191"/>
                  </a:lnTo>
                  <a:lnTo>
                    <a:pt x="5769332" y="101191"/>
                  </a:lnTo>
                  <a:lnTo>
                    <a:pt x="5769450" y="101191"/>
                  </a:lnTo>
                  <a:lnTo>
                    <a:pt x="5769567" y="101191"/>
                  </a:lnTo>
                  <a:lnTo>
                    <a:pt x="5769685" y="101191"/>
                  </a:lnTo>
                  <a:lnTo>
                    <a:pt x="5769802" y="101191"/>
                  </a:lnTo>
                  <a:lnTo>
                    <a:pt x="5769920" y="101191"/>
                  </a:lnTo>
                  <a:lnTo>
                    <a:pt x="5770038" y="101191"/>
                  </a:lnTo>
                  <a:lnTo>
                    <a:pt x="5770155" y="101191"/>
                  </a:lnTo>
                  <a:lnTo>
                    <a:pt x="5770273" y="101191"/>
                  </a:lnTo>
                  <a:lnTo>
                    <a:pt x="5770391" y="101191"/>
                  </a:lnTo>
                  <a:lnTo>
                    <a:pt x="5770508" y="101191"/>
                  </a:lnTo>
                  <a:lnTo>
                    <a:pt x="5770626" y="101191"/>
                  </a:lnTo>
                  <a:lnTo>
                    <a:pt x="5770743" y="101191"/>
                  </a:lnTo>
                  <a:lnTo>
                    <a:pt x="5770861" y="101191"/>
                  </a:lnTo>
                  <a:lnTo>
                    <a:pt x="5770979" y="101191"/>
                  </a:lnTo>
                  <a:lnTo>
                    <a:pt x="5771096" y="101191"/>
                  </a:lnTo>
                  <a:lnTo>
                    <a:pt x="5771214" y="101191"/>
                  </a:lnTo>
                  <a:lnTo>
                    <a:pt x="5771331" y="101191"/>
                  </a:lnTo>
                  <a:lnTo>
                    <a:pt x="5771449" y="101191"/>
                  </a:lnTo>
                  <a:lnTo>
                    <a:pt x="5771567" y="101191"/>
                  </a:lnTo>
                  <a:lnTo>
                    <a:pt x="5771684" y="101191"/>
                  </a:lnTo>
                  <a:lnTo>
                    <a:pt x="5771802" y="101191"/>
                  </a:lnTo>
                  <a:lnTo>
                    <a:pt x="5771920" y="101191"/>
                  </a:lnTo>
                  <a:lnTo>
                    <a:pt x="5772037" y="101191"/>
                  </a:lnTo>
                  <a:lnTo>
                    <a:pt x="5772155" y="101191"/>
                  </a:lnTo>
                  <a:lnTo>
                    <a:pt x="5772272" y="101191"/>
                  </a:lnTo>
                  <a:lnTo>
                    <a:pt x="5772390" y="101191"/>
                  </a:lnTo>
                  <a:lnTo>
                    <a:pt x="5772508" y="101191"/>
                  </a:lnTo>
                  <a:lnTo>
                    <a:pt x="5772625" y="101191"/>
                  </a:lnTo>
                  <a:lnTo>
                    <a:pt x="5772743" y="101191"/>
                  </a:lnTo>
                  <a:lnTo>
                    <a:pt x="5772860" y="101191"/>
                  </a:lnTo>
                  <a:lnTo>
                    <a:pt x="5772978" y="101191"/>
                  </a:lnTo>
                  <a:lnTo>
                    <a:pt x="5773096" y="101191"/>
                  </a:lnTo>
                  <a:lnTo>
                    <a:pt x="5773213" y="101191"/>
                  </a:lnTo>
                  <a:lnTo>
                    <a:pt x="5773331" y="101191"/>
                  </a:lnTo>
                  <a:lnTo>
                    <a:pt x="5773449" y="101191"/>
                  </a:lnTo>
                  <a:lnTo>
                    <a:pt x="5773566" y="101191"/>
                  </a:lnTo>
                  <a:lnTo>
                    <a:pt x="5773684" y="101191"/>
                  </a:lnTo>
                  <a:lnTo>
                    <a:pt x="5773801" y="101191"/>
                  </a:lnTo>
                  <a:lnTo>
                    <a:pt x="5773919" y="101191"/>
                  </a:lnTo>
                  <a:lnTo>
                    <a:pt x="5774037" y="101191"/>
                  </a:lnTo>
                  <a:lnTo>
                    <a:pt x="5774037" y="100760"/>
                  </a:lnTo>
                  <a:lnTo>
                    <a:pt x="5774154" y="100760"/>
                  </a:lnTo>
                  <a:lnTo>
                    <a:pt x="5774272" y="100760"/>
                  </a:lnTo>
                  <a:lnTo>
                    <a:pt x="5774389" y="100760"/>
                  </a:lnTo>
                  <a:lnTo>
                    <a:pt x="5774507" y="100760"/>
                  </a:lnTo>
                  <a:lnTo>
                    <a:pt x="5774625" y="100760"/>
                  </a:lnTo>
                  <a:lnTo>
                    <a:pt x="5774742" y="100760"/>
                  </a:lnTo>
                  <a:lnTo>
                    <a:pt x="5774860" y="100760"/>
                  </a:lnTo>
                  <a:lnTo>
                    <a:pt x="5774978" y="100760"/>
                  </a:lnTo>
                  <a:lnTo>
                    <a:pt x="5775095" y="100760"/>
                  </a:lnTo>
                  <a:lnTo>
                    <a:pt x="5775213" y="100760"/>
                  </a:lnTo>
                  <a:lnTo>
                    <a:pt x="5775330" y="100760"/>
                  </a:lnTo>
                  <a:lnTo>
                    <a:pt x="5775448" y="100760"/>
                  </a:lnTo>
                  <a:lnTo>
                    <a:pt x="5775566" y="100760"/>
                  </a:lnTo>
                  <a:lnTo>
                    <a:pt x="5775683" y="100760"/>
                  </a:lnTo>
                  <a:lnTo>
                    <a:pt x="5775801" y="100760"/>
                  </a:lnTo>
                  <a:lnTo>
                    <a:pt x="5775918" y="100760"/>
                  </a:lnTo>
                  <a:lnTo>
                    <a:pt x="5776036" y="100760"/>
                  </a:lnTo>
                  <a:lnTo>
                    <a:pt x="5776154" y="100760"/>
                  </a:lnTo>
                  <a:lnTo>
                    <a:pt x="5776271" y="100760"/>
                  </a:lnTo>
                  <a:lnTo>
                    <a:pt x="5776389" y="100760"/>
                  </a:lnTo>
                  <a:lnTo>
                    <a:pt x="5776507" y="100760"/>
                  </a:lnTo>
                  <a:lnTo>
                    <a:pt x="5776624" y="100760"/>
                  </a:lnTo>
                  <a:lnTo>
                    <a:pt x="5776742" y="100760"/>
                  </a:lnTo>
                  <a:lnTo>
                    <a:pt x="5776859" y="100760"/>
                  </a:lnTo>
                  <a:lnTo>
                    <a:pt x="5776977" y="100760"/>
                  </a:lnTo>
                  <a:lnTo>
                    <a:pt x="5777095" y="100760"/>
                  </a:lnTo>
                  <a:lnTo>
                    <a:pt x="5777212" y="100760"/>
                  </a:lnTo>
                  <a:lnTo>
                    <a:pt x="5777330" y="100760"/>
                  </a:lnTo>
                  <a:lnTo>
                    <a:pt x="5777447" y="100760"/>
                  </a:lnTo>
                  <a:lnTo>
                    <a:pt x="5777565" y="100760"/>
                  </a:lnTo>
                  <a:lnTo>
                    <a:pt x="5777683" y="100760"/>
                  </a:lnTo>
                  <a:lnTo>
                    <a:pt x="5777800" y="100760"/>
                  </a:lnTo>
                  <a:lnTo>
                    <a:pt x="5777800" y="100329"/>
                  </a:lnTo>
                  <a:lnTo>
                    <a:pt x="5777918" y="100329"/>
                  </a:lnTo>
                  <a:lnTo>
                    <a:pt x="5777918" y="99899"/>
                  </a:lnTo>
                  <a:lnTo>
                    <a:pt x="5778035" y="99899"/>
                  </a:lnTo>
                  <a:lnTo>
                    <a:pt x="5778153" y="99899"/>
                  </a:lnTo>
                  <a:lnTo>
                    <a:pt x="5778271" y="99899"/>
                  </a:lnTo>
                  <a:lnTo>
                    <a:pt x="5778388" y="99899"/>
                  </a:lnTo>
                  <a:lnTo>
                    <a:pt x="5778506" y="99899"/>
                  </a:lnTo>
                  <a:lnTo>
                    <a:pt x="5778624" y="99899"/>
                  </a:lnTo>
                  <a:lnTo>
                    <a:pt x="5778741" y="99899"/>
                  </a:lnTo>
                  <a:lnTo>
                    <a:pt x="5778859" y="99899"/>
                  </a:lnTo>
                  <a:lnTo>
                    <a:pt x="5778859" y="99468"/>
                  </a:lnTo>
                  <a:lnTo>
                    <a:pt x="5778976" y="99468"/>
                  </a:lnTo>
                  <a:lnTo>
                    <a:pt x="5779094" y="99468"/>
                  </a:lnTo>
                  <a:lnTo>
                    <a:pt x="5779212" y="99468"/>
                  </a:lnTo>
                  <a:lnTo>
                    <a:pt x="5779329" y="99468"/>
                  </a:lnTo>
                  <a:lnTo>
                    <a:pt x="5779447" y="99468"/>
                  </a:lnTo>
                  <a:lnTo>
                    <a:pt x="5779564" y="99468"/>
                  </a:lnTo>
                  <a:lnTo>
                    <a:pt x="5779682" y="99468"/>
                  </a:lnTo>
                  <a:lnTo>
                    <a:pt x="5779800" y="99468"/>
                  </a:lnTo>
                  <a:lnTo>
                    <a:pt x="5779917" y="99468"/>
                  </a:lnTo>
                  <a:lnTo>
                    <a:pt x="5780035" y="99468"/>
                  </a:lnTo>
                  <a:lnTo>
                    <a:pt x="5780035" y="99038"/>
                  </a:lnTo>
                  <a:lnTo>
                    <a:pt x="5780153" y="99038"/>
                  </a:lnTo>
                  <a:lnTo>
                    <a:pt x="5780270" y="99038"/>
                  </a:lnTo>
                  <a:lnTo>
                    <a:pt x="5780388" y="99038"/>
                  </a:lnTo>
                  <a:lnTo>
                    <a:pt x="5780505" y="99038"/>
                  </a:lnTo>
                  <a:lnTo>
                    <a:pt x="5780623" y="99038"/>
                  </a:lnTo>
                  <a:lnTo>
                    <a:pt x="5780741" y="99038"/>
                  </a:lnTo>
                  <a:lnTo>
                    <a:pt x="5780858" y="99038"/>
                  </a:lnTo>
                  <a:lnTo>
                    <a:pt x="5780976" y="99038"/>
                  </a:lnTo>
                  <a:lnTo>
                    <a:pt x="5781093" y="99038"/>
                  </a:lnTo>
                  <a:lnTo>
                    <a:pt x="5781093" y="98607"/>
                  </a:lnTo>
                  <a:lnTo>
                    <a:pt x="5781211" y="98607"/>
                  </a:lnTo>
                  <a:lnTo>
                    <a:pt x="5781329" y="98607"/>
                  </a:lnTo>
                  <a:lnTo>
                    <a:pt x="5781446" y="98607"/>
                  </a:lnTo>
                  <a:lnTo>
                    <a:pt x="5781564" y="98607"/>
                  </a:lnTo>
                  <a:lnTo>
                    <a:pt x="5781682" y="98607"/>
                  </a:lnTo>
                  <a:lnTo>
                    <a:pt x="5781799" y="98607"/>
                  </a:lnTo>
                  <a:lnTo>
                    <a:pt x="5781917" y="98607"/>
                  </a:lnTo>
                  <a:lnTo>
                    <a:pt x="5782034" y="98607"/>
                  </a:lnTo>
                  <a:lnTo>
                    <a:pt x="5782152" y="98607"/>
                  </a:lnTo>
                  <a:lnTo>
                    <a:pt x="5782152" y="98176"/>
                  </a:lnTo>
                  <a:lnTo>
                    <a:pt x="5782270" y="98176"/>
                  </a:lnTo>
                  <a:lnTo>
                    <a:pt x="5782387" y="98176"/>
                  </a:lnTo>
                  <a:lnTo>
                    <a:pt x="5782505" y="98176"/>
                  </a:lnTo>
                  <a:lnTo>
                    <a:pt x="5782622" y="98176"/>
                  </a:lnTo>
                  <a:lnTo>
                    <a:pt x="5782740" y="98176"/>
                  </a:lnTo>
                  <a:lnTo>
                    <a:pt x="5782858" y="98176"/>
                  </a:lnTo>
                  <a:lnTo>
                    <a:pt x="5782975" y="98176"/>
                  </a:lnTo>
                  <a:lnTo>
                    <a:pt x="5783093" y="98176"/>
                  </a:lnTo>
                  <a:lnTo>
                    <a:pt x="5783093" y="97746"/>
                  </a:lnTo>
                  <a:lnTo>
                    <a:pt x="5783211" y="97746"/>
                  </a:lnTo>
                  <a:lnTo>
                    <a:pt x="5783328" y="97746"/>
                  </a:lnTo>
                  <a:lnTo>
                    <a:pt x="5783446" y="97746"/>
                  </a:lnTo>
                  <a:lnTo>
                    <a:pt x="5783563" y="97746"/>
                  </a:lnTo>
                  <a:lnTo>
                    <a:pt x="5783681" y="97746"/>
                  </a:lnTo>
                  <a:lnTo>
                    <a:pt x="5783799" y="97746"/>
                  </a:lnTo>
                  <a:lnTo>
                    <a:pt x="5783916" y="97746"/>
                  </a:lnTo>
                  <a:lnTo>
                    <a:pt x="5783916" y="97315"/>
                  </a:lnTo>
                  <a:lnTo>
                    <a:pt x="5784034" y="97315"/>
                  </a:lnTo>
                  <a:lnTo>
                    <a:pt x="5784151" y="97315"/>
                  </a:lnTo>
                  <a:lnTo>
                    <a:pt x="5784269" y="97315"/>
                  </a:lnTo>
                  <a:lnTo>
                    <a:pt x="5784387" y="97315"/>
                  </a:lnTo>
                  <a:lnTo>
                    <a:pt x="5784504" y="97315"/>
                  </a:lnTo>
                  <a:lnTo>
                    <a:pt x="5784504" y="96885"/>
                  </a:lnTo>
                  <a:lnTo>
                    <a:pt x="5784622" y="96885"/>
                  </a:lnTo>
                  <a:lnTo>
                    <a:pt x="5784740" y="96885"/>
                  </a:lnTo>
                  <a:lnTo>
                    <a:pt x="5784857" y="96885"/>
                  </a:lnTo>
                  <a:lnTo>
                    <a:pt x="5784975" y="96885"/>
                  </a:lnTo>
                  <a:lnTo>
                    <a:pt x="5785092" y="96885"/>
                  </a:lnTo>
                  <a:lnTo>
                    <a:pt x="5785210" y="96885"/>
                  </a:lnTo>
                  <a:lnTo>
                    <a:pt x="5785328" y="96885"/>
                  </a:lnTo>
                  <a:lnTo>
                    <a:pt x="5785445" y="96885"/>
                  </a:lnTo>
                  <a:lnTo>
                    <a:pt x="5785563" y="96885"/>
                  </a:lnTo>
                  <a:lnTo>
                    <a:pt x="5785680" y="96885"/>
                  </a:lnTo>
                  <a:lnTo>
                    <a:pt x="5785798" y="96885"/>
                  </a:lnTo>
                  <a:lnTo>
                    <a:pt x="5785916" y="96885"/>
                  </a:lnTo>
                  <a:lnTo>
                    <a:pt x="5785916" y="96454"/>
                  </a:lnTo>
                  <a:lnTo>
                    <a:pt x="5786033" y="96454"/>
                  </a:lnTo>
                  <a:lnTo>
                    <a:pt x="5786151" y="96454"/>
                  </a:lnTo>
                  <a:lnTo>
                    <a:pt x="5786268" y="96454"/>
                  </a:lnTo>
                  <a:lnTo>
                    <a:pt x="5786386" y="96454"/>
                  </a:lnTo>
                  <a:lnTo>
                    <a:pt x="5786504" y="96454"/>
                  </a:lnTo>
                  <a:lnTo>
                    <a:pt x="5786621" y="96454"/>
                  </a:lnTo>
                  <a:lnTo>
                    <a:pt x="5786739" y="96454"/>
                  </a:lnTo>
                  <a:lnTo>
                    <a:pt x="5786857" y="96454"/>
                  </a:lnTo>
                  <a:lnTo>
                    <a:pt x="5786974" y="96454"/>
                  </a:lnTo>
                  <a:lnTo>
                    <a:pt x="5787092" y="96454"/>
                  </a:lnTo>
                  <a:lnTo>
                    <a:pt x="5787092" y="96023"/>
                  </a:lnTo>
                  <a:lnTo>
                    <a:pt x="5787209" y="96023"/>
                  </a:lnTo>
                  <a:lnTo>
                    <a:pt x="5787327" y="96023"/>
                  </a:lnTo>
                  <a:lnTo>
                    <a:pt x="5787445" y="96023"/>
                  </a:lnTo>
                  <a:lnTo>
                    <a:pt x="5787562" y="96023"/>
                  </a:lnTo>
                  <a:lnTo>
                    <a:pt x="5787680" y="96023"/>
                  </a:lnTo>
                  <a:lnTo>
                    <a:pt x="5787797" y="96023"/>
                  </a:lnTo>
                  <a:lnTo>
                    <a:pt x="5787915" y="96023"/>
                  </a:lnTo>
                  <a:lnTo>
                    <a:pt x="5788033" y="96023"/>
                  </a:lnTo>
                  <a:lnTo>
                    <a:pt x="5788150" y="96023"/>
                  </a:lnTo>
                  <a:lnTo>
                    <a:pt x="5788268" y="96023"/>
                  </a:lnTo>
                  <a:lnTo>
                    <a:pt x="5788268" y="95593"/>
                  </a:lnTo>
                  <a:lnTo>
                    <a:pt x="5788386" y="95593"/>
                  </a:lnTo>
                  <a:lnTo>
                    <a:pt x="5788503" y="95593"/>
                  </a:lnTo>
                  <a:lnTo>
                    <a:pt x="5788621" y="95593"/>
                  </a:lnTo>
                  <a:lnTo>
                    <a:pt x="5788738" y="95593"/>
                  </a:lnTo>
                  <a:lnTo>
                    <a:pt x="5788856" y="95593"/>
                  </a:lnTo>
                  <a:lnTo>
                    <a:pt x="5788974" y="95593"/>
                  </a:lnTo>
                  <a:lnTo>
                    <a:pt x="5789091" y="95593"/>
                  </a:lnTo>
                  <a:lnTo>
                    <a:pt x="5789209" y="95593"/>
                  </a:lnTo>
                  <a:lnTo>
                    <a:pt x="5789326" y="95593"/>
                  </a:lnTo>
                  <a:lnTo>
                    <a:pt x="5789444" y="95593"/>
                  </a:lnTo>
                  <a:lnTo>
                    <a:pt x="5789562" y="95593"/>
                  </a:lnTo>
                  <a:lnTo>
                    <a:pt x="5789679" y="95593"/>
                  </a:lnTo>
                  <a:lnTo>
                    <a:pt x="5789797" y="95593"/>
                  </a:lnTo>
                  <a:lnTo>
                    <a:pt x="5789915" y="95593"/>
                  </a:lnTo>
                  <a:lnTo>
                    <a:pt x="5790032" y="95593"/>
                  </a:lnTo>
                  <a:lnTo>
                    <a:pt x="5790032" y="95162"/>
                  </a:lnTo>
                  <a:lnTo>
                    <a:pt x="5790150" y="95162"/>
                  </a:lnTo>
                  <a:lnTo>
                    <a:pt x="5790267" y="95162"/>
                  </a:lnTo>
                  <a:lnTo>
                    <a:pt x="5790385" y="95162"/>
                  </a:lnTo>
                  <a:lnTo>
                    <a:pt x="5790503" y="95162"/>
                  </a:lnTo>
                  <a:lnTo>
                    <a:pt x="5790620" y="95162"/>
                  </a:lnTo>
                  <a:lnTo>
                    <a:pt x="5790738" y="95162"/>
                  </a:lnTo>
                  <a:lnTo>
                    <a:pt x="5790855" y="95162"/>
                  </a:lnTo>
                  <a:lnTo>
                    <a:pt x="5790973" y="95162"/>
                  </a:lnTo>
                  <a:lnTo>
                    <a:pt x="5791091" y="95162"/>
                  </a:lnTo>
                  <a:lnTo>
                    <a:pt x="5791208" y="95162"/>
                  </a:lnTo>
                  <a:lnTo>
                    <a:pt x="5791326" y="95162"/>
                  </a:lnTo>
                  <a:lnTo>
                    <a:pt x="5791444" y="95162"/>
                  </a:lnTo>
                  <a:lnTo>
                    <a:pt x="5791561" y="95162"/>
                  </a:lnTo>
                  <a:lnTo>
                    <a:pt x="5791679" y="95162"/>
                  </a:lnTo>
                  <a:lnTo>
                    <a:pt x="5791796" y="95162"/>
                  </a:lnTo>
                  <a:lnTo>
                    <a:pt x="5791914" y="95162"/>
                  </a:lnTo>
                  <a:lnTo>
                    <a:pt x="5792032" y="95162"/>
                  </a:lnTo>
                  <a:lnTo>
                    <a:pt x="5792149" y="95162"/>
                  </a:lnTo>
                  <a:lnTo>
                    <a:pt x="5792267" y="95162"/>
                  </a:lnTo>
                  <a:lnTo>
                    <a:pt x="5792384" y="95162"/>
                  </a:lnTo>
                  <a:lnTo>
                    <a:pt x="5792502" y="95162"/>
                  </a:lnTo>
                  <a:lnTo>
                    <a:pt x="5792620" y="95162"/>
                  </a:lnTo>
                  <a:lnTo>
                    <a:pt x="5792737" y="95162"/>
                  </a:lnTo>
                  <a:lnTo>
                    <a:pt x="5792855" y="95162"/>
                  </a:lnTo>
                  <a:lnTo>
                    <a:pt x="5792973" y="95162"/>
                  </a:lnTo>
                  <a:lnTo>
                    <a:pt x="5793090" y="95162"/>
                  </a:lnTo>
                  <a:lnTo>
                    <a:pt x="5793208" y="95162"/>
                  </a:lnTo>
                  <a:lnTo>
                    <a:pt x="5793325" y="95162"/>
                  </a:lnTo>
                  <a:lnTo>
                    <a:pt x="5793443" y="95162"/>
                  </a:lnTo>
                  <a:lnTo>
                    <a:pt x="5793561" y="95162"/>
                  </a:lnTo>
                  <a:lnTo>
                    <a:pt x="5793678" y="95162"/>
                  </a:lnTo>
                  <a:lnTo>
                    <a:pt x="5793796" y="95162"/>
                  </a:lnTo>
                  <a:lnTo>
                    <a:pt x="5793913" y="95162"/>
                  </a:lnTo>
                  <a:lnTo>
                    <a:pt x="5794031" y="95162"/>
                  </a:lnTo>
                  <a:lnTo>
                    <a:pt x="5794149" y="95162"/>
                  </a:lnTo>
                  <a:lnTo>
                    <a:pt x="5794266" y="95162"/>
                  </a:lnTo>
                  <a:lnTo>
                    <a:pt x="5794384" y="95162"/>
                  </a:lnTo>
                  <a:lnTo>
                    <a:pt x="5794501" y="95162"/>
                  </a:lnTo>
                  <a:lnTo>
                    <a:pt x="5794619" y="95162"/>
                  </a:lnTo>
                  <a:lnTo>
                    <a:pt x="5794737" y="95162"/>
                  </a:lnTo>
                  <a:lnTo>
                    <a:pt x="5794854" y="95162"/>
                  </a:lnTo>
                  <a:lnTo>
                    <a:pt x="5794972" y="95162"/>
                  </a:lnTo>
                  <a:lnTo>
                    <a:pt x="5795090" y="95162"/>
                  </a:lnTo>
                  <a:lnTo>
                    <a:pt x="5795207" y="95162"/>
                  </a:lnTo>
                  <a:lnTo>
                    <a:pt x="5795325" y="95162"/>
                  </a:lnTo>
                  <a:lnTo>
                    <a:pt x="5795325" y="94732"/>
                  </a:lnTo>
                  <a:lnTo>
                    <a:pt x="5795442" y="94732"/>
                  </a:lnTo>
                  <a:lnTo>
                    <a:pt x="5795560" y="94732"/>
                  </a:lnTo>
                  <a:lnTo>
                    <a:pt x="5795678" y="94732"/>
                  </a:lnTo>
                  <a:lnTo>
                    <a:pt x="5795795" y="94732"/>
                  </a:lnTo>
                  <a:lnTo>
                    <a:pt x="5795913" y="94732"/>
                  </a:lnTo>
                  <a:lnTo>
                    <a:pt x="5796030" y="94732"/>
                  </a:lnTo>
                  <a:lnTo>
                    <a:pt x="5796148" y="94732"/>
                  </a:lnTo>
                  <a:lnTo>
                    <a:pt x="5796266" y="94732"/>
                  </a:lnTo>
                  <a:lnTo>
                    <a:pt x="5796383" y="94732"/>
                  </a:lnTo>
                  <a:lnTo>
                    <a:pt x="5796501" y="94732"/>
                  </a:lnTo>
                  <a:lnTo>
                    <a:pt x="5796619" y="94732"/>
                  </a:lnTo>
                  <a:lnTo>
                    <a:pt x="5796619" y="94301"/>
                  </a:lnTo>
                  <a:lnTo>
                    <a:pt x="5796736" y="94301"/>
                  </a:lnTo>
                  <a:lnTo>
                    <a:pt x="5796854" y="94301"/>
                  </a:lnTo>
                  <a:lnTo>
                    <a:pt x="5796971" y="94301"/>
                  </a:lnTo>
                  <a:lnTo>
                    <a:pt x="5797089" y="94301"/>
                  </a:lnTo>
                  <a:lnTo>
                    <a:pt x="5797207" y="94301"/>
                  </a:lnTo>
                  <a:lnTo>
                    <a:pt x="5797324" y="94301"/>
                  </a:lnTo>
                  <a:lnTo>
                    <a:pt x="5797442" y="94301"/>
                  </a:lnTo>
                  <a:lnTo>
                    <a:pt x="5797559" y="94301"/>
                  </a:lnTo>
                  <a:lnTo>
                    <a:pt x="5797677" y="94301"/>
                  </a:lnTo>
                  <a:lnTo>
                    <a:pt x="5797795" y="94301"/>
                  </a:lnTo>
                  <a:lnTo>
                    <a:pt x="5797912" y="94301"/>
                  </a:lnTo>
                  <a:lnTo>
                    <a:pt x="5798030" y="94301"/>
                  </a:lnTo>
                  <a:lnTo>
                    <a:pt x="5798148" y="94301"/>
                  </a:lnTo>
                  <a:lnTo>
                    <a:pt x="5798265" y="94301"/>
                  </a:lnTo>
                  <a:lnTo>
                    <a:pt x="5798265" y="93870"/>
                  </a:lnTo>
                  <a:lnTo>
                    <a:pt x="5798383" y="93870"/>
                  </a:lnTo>
                  <a:lnTo>
                    <a:pt x="5798500" y="93870"/>
                  </a:lnTo>
                  <a:lnTo>
                    <a:pt x="5798618" y="93870"/>
                  </a:lnTo>
                  <a:lnTo>
                    <a:pt x="5798736" y="93870"/>
                  </a:lnTo>
                  <a:lnTo>
                    <a:pt x="5798853" y="93870"/>
                  </a:lnTo>
                  <a:lnTo>
                    <a:pt x="5798971" y="93870"/>
                  </a:lnTo>
                  <a:lnTo>
                    <a:pt x="5799088" y="93870"/>
                  </a:lnTo>
                  <a:lnTo>
                    <a:pt x="5799206" y="93870"/>
                  </a:lnTo>
                  <a:lnTo>
                    <a:pt x="5799324" y="93870"/>
                  </a:lnTo>
                  <a:lnTo>
                    <a:pt x="5799441" y="93870"/>
                  </a:lnTo>
                  <a:lnTo>
                    <a:pt x="5799559" y="93870"/>
                  </a:lnTo>
                  <a:lnTo>
                    <a:pt x="5799677" y="93870"/>
                  </a:lnTo>
                  <a:lnTo>
                    <a:pt x="5799794" y="93870"/>
                  </a:lnTo>
                  <a:lnTo>
                    <a:pt x="5799912" y="93870"/>
                  </a:lnTo>
                  <a:lnTo>
                    <a:pt x="5800029" y="93870"/>
                  </a:lnTo>
                  <a:lnTo>
                    <a:pt x="5800029" y="93440"/>
                  </a:lnTo>
                  <a:lnTo>
                    <a:pt x="5800147" y="93440"/>
                  </a:lnTo>
                  <a:lnTo>
                    <a:pt x="5800147" y="93009"/>
                  </a:lnTo>
                  <a:lnTo>
                    <a:pt x="5800265" y="93009"/>
                  </a:lnTo>
                  <a:lnTo>
                    <a:pt x="5800382" y="93009"/>
                  </a:lnTo>
                  <a:lnTo>
                    <a:pt x="5800500" y="93009"/>
                  </a:lnTo>
                  <a:lnTo>
                    <a:pt x="5800617" y="93009"/>
                  </a:lnTo>
                  <a:lnTo>
                    <a:pt x="5800735" y="93009"/>
                  </a:lnTo>
                  <a:lnTo>
                    <a:pt x="5800853" y="93009"/>
                  </a:lnTo>
                  <a:lnTo>
                    <a:pt x="5800970" y="93009"/>
                  </a:lnTo>
                  <a:lnTo>
                    <a:pt x="5801088" y="93009"/>
                  </a:lnTo>
                  <a:lnTo>
                    <a:pt x="5801206" y="93009"/>
                  </a:lnTo>
                  <a:lnTo>
                    <a:pt x="5801323" y="93009"/>
                  </a:lnTo>
                  <a:lnTo>
                    <a:pt x="5801441" y="93009"/>
                  </a:lnTo>
                  <a:lnTo>
                    <a:pt x="5801558" y="93009"/>
                  </a:lnTo>
                  <a:lnTo>
                    <a:pt x="5801676" y="93009"/>
                  </a:lnTo>
                  <a:lnTo>
                    <a:pt x="5801794" y="93009"/>
                  </a:lnTo>
                  <a:lnTo>
                    <a:pt x="5801911" y="93009"/>
                  </a:lnTo>
                  <a:lnTo>
                    <a:pt x="5802029" y="93009"/>
                  </a:lnTo>
                  <a:lnTo>
                    <a:pt x="5802146" y="93009"/>
                  </a:lnTo>
                  <a:lnTo>
                    <a:pt x="5802264" y="93009"/>
                  </a:lnTo>
                  <a:lnTo>
                    <a:pt x="5802382" y="93009"/>
                  </a:lnTo>
                  <a:lnTo>
                    <a:pt x="5802499" y="93009"/>
                  </a:lnTo>
                  <a:lnTo>
                    <a:pt x="5802617" y="93009"/>
                  </a:lnTo>
                  <a:lnTo>
                    <a:pt x="5802734" y="93009"/>
                  </a:lnTo>
                  <a:lnTo>
                    <a:pt x="5802852" y="93009"/>
                  </a:lnTo>
                  <a:lnTo>
                    <a:pt x="5802970" y="93009"/>
                  </a:lnTo>
                  <a:lnTo>
                    <a:pt x="5803087" y="93009"/>
                  </a:lnTo>
                  <a:lnTo>
                    <a:pt x="5803205" y="93009"/>
                  </a:lnTo>
                  <a:lnTo>
                    <a:pt x="5803323" y="93009"/>
                  </a:lnTo>
                  <a:lnTo>
                    <a:pt x="5803440" y="93009"/>
                  </a:lnTo>
                  <a:lnTo>
                    <a:pt x="5803558" y="93009"/>
                  </a:lnTo>
                  <a:lnTo>
                    <a:pt x="5803675" y="93009"/>
                  </a:lnTo>
                  <a:lnTo>
                    <a:pt x="5803793" y="93009"/>
                  </a:lnTo>
                  <a:lnTo>
                    <a:pt x="5803911" y="93009"/>
                  </a:lnTo>
                  <a:lnTo>
                    <a:pt x="5804028" y="93009"/>
                  </a:lnTo>
                  <a:lnTo>
                    <a:pt x="5804146" y="93009"/>
                  </a:lnTo>
                  <a:lnTo>
                    <a:pt x="5804263" y="93009"/>
                  </a:lnTo>
                  <a:lnTo>
                    <a:pt x="5804381" y="93009"/>
                  </a:lnTo>
                  <a:lnTo>
                    <a:pt x="5804381" y="92579"/>
                  </a:lnTo>
                  <a:lnTo>
                    <a:pt x="5804499" y="92579"/>
                  </a:lnTo>
                  <a:lnTo>
                    <a:pt x="5804499" y="92148"/>
                  </a:lnTo>
                  <a:lnTo>
                    <a:pt x="5804616" y="92148"/>
                  </a:lnTo>
                  <a:lnTo>
                    <a:pt x="5804734" y="92148"/>
                  </a:lnTo>
                  <a:lnTo>
                    <a:pt x="5804852" y="92148"/>
                  </a:lnTo>
                  <a:lnTo>
                    <a:pt x="5804969" y="92148"/>
                  </a:lnTo>
                  <a:lnTo>
                    <a:pt x="5805087" y="92148"/>
                  </a:lnTo>
                  <a:lnTo>
                    <a:pt x="5805087" y="91717"/>
                  </a:lnTo>
                  <a:lnTo>
                    <a:pt x="5805204" y="91717"/>
                  </a:lnTo>
                  <a:lnTo>
                    <a:pt x="5805322" y="91717"/>
                  </a:lnTo>
                  <a:lnTo>
                    <a:pt x="5805322" y="91287"/>
                  </a:lnTo>
                  <a:lnTo>
                    <a:pt x="5805440" y="91287"/>
                  </a:lnTo>
                  <a:lnTo>
                    <a:pt x="5805557" y="91287"/>
                  </a:lnTo>
                  <a:lnTo>
                    <a:pt x="5805675" y="91287"/>
                  </a:lnTo>
                  <a:lnTo>
                    <a:pt x="5805792" y="91287"/>
                  </a:lnTo>
                  <a:lnTo>
                    <a:pt x="5805910" y="91287"/>
                  </a:lnTo>
                  <a:lnTo>
                    <a:pt x="5806028" y="91287"/>
                  </a:lnTo>
                  <a:lnTo>
                    <a:pt x="5806145" y="91287"/>
                  </a:lnTo>
                  <a:lnTo>
                    <a:pt x="5806263" y="91287"/>
                  </a:lnTo>
                  <a:lnTo>
                    <a:pt x="5806381" y="91287"/>
                  </a:lnTo>
                  <a:lnTo>
                    <a:pt x="5806498" y="91287"/>
                  </a:lnTo>
                  <a:lnTo>
                    <a:pt x="5806616" y="91287"/>
                  </a:lnTo>
                  <a:lnTo>
                    <a:pt x="5806733" y="91287"/>
                  </a:lnTo>
                  <a:lnTo>
                    <a:pt x="5806851" y="91287"/>
                  </a:lnTo>
                  <a:lnTo>
                    <a:pt x="5806851" y="90856"/>
                  </a:lnTo>
                  <a:lnTo>
                    <a:pt x="5806969" y="90856"/>
                  </a:lnTo>
                  <a:lnTo>
                    <a:pt x="5807086" y="90856"/>
                  </a:lnTo>
                  <a:lnTo>
                    <a:pt x="5807204" y="90856"/>
                  </a:lnTo>
                  <a:lnTo>
                    <a:pt x="5807321" y="90856"/>
                  </a:lnTo>
                  <a:lnTo>
                    <a:pt x="5807439" y="90856"/>
                  </a:lnTo>
                  <a:lnTo>
                    <a:pt x="5807557" y="90856"/>
                  </a:lnTo>
                  <a:lnTo>
                    <a:pt x="5807674" y="90856"/>
                  </a:lnTo>
                  <a:lnTo>
                    <a:pt x="5807792" y="90856"/>
                  </a:lnTo>
                  <a:lnTo>
                    <a:pt x="5807910" y="90856"/>
                  </a:lnTo>
                  <a:lnTo>
                    <a:pt x="5808027" y="90856"/>
                  </a:lnTo>
                  <a:lnTo>
                    <a:pt x="5808145" y="90856"/>
                  </a:lnTo>
                  <a:lnTo>
                    <a:pt x="5808262" y="90856"/>
                  </a:lnTo>
                  <a:lnTo>
                    <a:pt x="5808380" y="90856"/>
                  </a:lnTo>
                  <a:lnTo>
                    <a:pt x="5808498" y="90856"/>
                  </a:lnTo>
                  <a:lnTo>
                    <a:pt x="5808615" y="90856"/>
                  </a:lnTo>
                  <a:lnTo>
                    <a:pt x="5808733" y="90856"/>
                  </a:lnTo>
                  <a:lnTo>
                    <a:pt x="5808850" y="90856"/>
                  </a:lnTo>
                  <a:lnTo>
                    <a:pt x="5808968" y="90856"/>
                  </a:lnTo>
                  <a:lnTo>
                    <a:pt x="5809086" y="90856"/>
                  </a:lnTo>
                  <a:lnTo>
                    <a:pt x="5809203" y="90856"/>
                  </a:lnTo>
                  <a:lnTo>
                    <a:pt x="5809321" y="90856"/>
                  </a:lnTo>
                  <a:lnTo>
                    <a:pt x="5809439" y="90856"/>
                  </a:lnTo>
                  <a:lnTo>
                    <a:pt x="5809556" y="90856"/>
                  </a:lnTo>
                  <a:lnTo>
                    <a:pt x="5809674" y="90856"/>
                  </a:lnTo>
                  <a:lnTo>
                    <a:pt x="5809791" y="90856"/>
                  </a:lnTo>
                  <a:lnTo>
                    <a:pt x="5809909" y="90856"/>
                  </a:lnTo>
                  <a:lnTo>
                    <a:pt x="5810027" y="90856"/>
                  </a:lnTo>
                  <a:lnTo>
                    <a:pt x="5810144" y="90856"/>
                  </a:lnTo>
                  <a:lnTo>
                    <a:pt x="5810262" y="90856"/>
                  </a:lnTo>
                  <a:lnTo>
                    <a:pt x="5810379" y="90856"/>
                  </a:lnTo>
                  <a:lnTo>
                    <a:pt x="5810497" y="90856"/>
                  </a:lnTo>
                  <a:lnTo>
                    <a:pt x="5810615" y="90856"/>
                  </a:lnTo>
                  <a:lnTo>
                    <a:pt x="5810732" y="90856"/>
                  </a:lnTo>
                  <a:lnTo>
                    <a:pt x="5810850" y="90856"/>
                  </a:lnTo>
                  <a:lnTo>
                    <a:pt x="5810967" y="90856"/>
                  </a:lnTo>
                  <a:lnTo>
                    <a:pt x="5811085" y="90856"/>
                  </a:lnTo>
                  <a:lnTo>
                    <a:pt x="5811203" y="90856"/>
                  </a:lnTo>
                  <a:lnTo>
                    <a:pt x="5811320" y="90856"/>
                  </a:lnTo>
                  <a:lnTo>
                    <a:pt x="5811438" y="90856"/>
                  </a:lnTo>
                  <a:lnTo>
                    <a:pt x="5811556" y="90856"/>
                  </a:lnTo>
                  <a:lnTo>
                    <a:pt x="5811673" y="90856"/>
                  </a:lnTo>
                  <a:lnTo>
                    <a:pt x="5811791" y="90856"/>
                  </a:lnTo>
                  <a:lnTo>
                    <a:pt x="5811908" y="90856"/>
                  </a:lnTo>
                  <a:lnTo>
                    <a:pt x="5812026" y="90856"/>
                  </a:lnTo>
                  <a:lnTo>
                    <a:pt x="5812144" y="90856"/>
                  </a:lnTo>
                  <a:lnTo>
                    <a:pt x="5812261" y="90856"/>
                  </a:lnTo>
                  <a:lnTo>
                    <a:pt x="5812379" y="90856"/>
                  </a:lnTo>
                  <a:lnTo>
                    <a:pt x="5812496" y="90856"/>
                  </a:lnTo>
                  <a:lnTo>
                    <a:pt x="5812614" y="90856"/>
                  </a:lnTo>
                  <a:lnTo>
                    <a:pt x="5812732" y="90856"/>
                  </a:lnTo>
                  <a:lnTo>
                    <a:pt x="5812849" y="90856"/>
                  </a:lnTo>
                  <a:lnTo>
                    <a:pt x="5812967" y="90856"/>
                  </a:lnTo>
                  <a:lnTo>
                    <a:pt x="5813085" y="90856"/>
                  </a:lnTo>
                  <a:lnTo>
                    <a:pt x="5813202" y="90856"/>
                  </a:lnTo>
                  <a:lnTo>
                    <a:pt x="5813320" y="90856"/>
                  </a:lnTo>
                  <a:lnTo>
                    <a:pt x="5813320" y="90426"/>
                  </a:lnTo>
                  <a:lnTo>
                    <a:pt x="5813437" y="90426"/>
                  </a:lnTo>
                  <a:lnTo>
                    <a:pt x="5813555" y="90426"/>
                  </a:lnTo>
                  <a:lnTo>
                    <a:pt x="5813673" y="90426"/>
                  </a:lnTo>
                  <a:lnTo>
                    <a:pt x="5813790" y="90426"/>
                  </a:lnTo>
                  <a:lnTo>
                    <a:pt x="5813908" y="90426"/>
                  </a:lnTo>
                  <a:lnTo>
                    <a:pt x="5814025" y="90426"/>
                  </a:lnTo>
                  <a:lnTo>
                    <a:pt x="5814143" y="90426"/>
                  </a:lnTo>
                  <a:lnTo>
                    <a:pt x="5814261" y="90426"/>
                  </a:lnTo>
                  <a:lnTo>
                    <a:pt x="5814378" y="90426"/>
                  </a:lnTo>
                  <a:lnTo>
                    <a:pt x="5814496" y="90426"/>
                  </a:lnTo>
                  <a:lnTo>
                    <a:pt x="5814614" y="90426"/>
                  </a:lnTo>
                  <a:lnTo>
                    <a:pt x="5814731" y="90426"/>
                  </a:lnTo>
                  <a:lnTo>
                    <a:pt x="5814849" y="90426"/>
                  </a:lnTo>
                  <a:lnTo>
                    <a:pt x="5814966" y="90426"/>
                  </a:lnTo>
                  <a:lnTo>
                    <a:pt x="5815084" y="90426"/>
                  </a:lnTo>
                  <a:lnTo>
                    <a:pt x="5815202" y="90426"/>
                  </a:lnTo>
                  <a:lnTo>
                    <a:pt x="5815202" y="89995"/>
                  </a:lnTo>
                  <a:lnTo>
                    <a:pt x="5815319" y="89995"/>
                  </a:lnTo>
                  <a:lnTo>
                    <a:pt x="5815437" y="89995"/>
                  </a:lnTo>
                  <a:lnTo>
                    <a:pt x="5815554" y="89995"/>
                  </a:lnTo>
                  <a:lnTo>
                    <a:pt x="5815672" y="89995"/>
                  </a:lnTo>
                  <a:lnTo>
                    <a:pt x="5815790" y="89995"/>
                  </a:lnTo>
                  <a:lnTo>
                    <a:pt x="5815907" y="89995"/>
                  </a:lnTo>
                  <a:lnTo>
                    <a:pt x="5816025" y="89995"/>
                  </a:lnTo>
                  <a:lnTo>
                    <a:pt x="5816143" y="89995"/>
                  </a:lnTo>
                  <a:lnTo>
                    <a:pt x="5816260" y="89995"/>
                  </a:lnTo>
                  <a:lnTo>
                    <a:pt x="5816378" y="89995"/>
                  </a:lnTo>
                  <a:lnTo>
                    <a:pt x="5816495" y="89995"/>
                  </a:lnTo>
                  <a:lnTo>
                    <a:pt x="5816613" y="89995"/>
                  </a:lnTo>
                  <a:lnTo>
                    <a:pt x="5816613" y="89564"/>
                  </a:lnTo>
                  <a:lnTo>
                    <a:pt x="5816731" y="89564"/>
                  </a:lnTo>
                  <a:lnTo>
                    <a:pt x="5816848" y="89564"/>
                  </a:lnTo>
                  <a:lnTo>
                    <a:pt x="5816966" y="89564"/>
                  </a:lnTo>
                  <a:lnTo>
                    <a:pt x="5817083" y="89564"/>
                  </a:lnTo>
                  <a:lnTo>
                    <a:pt x="5817201" y="89564"/>
                  </a:lnTo>
                  <a:lnTo>
                    <a:pt x="5817319" y="89564"/>
                  </a:lnTo>
                  <a:lnTo>
                    <a:pt x="5817436" y="89564"/>
                  </a:lnTo>
                  <a:lnTo>
                    <a:pt x="5817554" y="89564"/>
                  </a:lnTo>
                  <a:lnTo>
                    <a:pt x="5817671" y="89564"/>
                  </a:lnTo>
                  <a:lnTo>
                    <a:pt x="5817789" y="89564"/>
                  </a:lnTo>
                  <a:lnTo>
                    <a:pt x="5817907" y="89564"/>
                  </a:lnTo>
                  <a:lnTo>
                    <a:pt x="5818024" y="89564"/>
                  </a:lnTo>
                  <a:lnTo>
                    <a:pt x="5818142" y="89564"/>
                  </a:lnTo>
                  <a:lnTo>
                    <a:pt x="5818260" y="89564"/>
                  </a:lnTo>
                  <a:lnTo>
                    <a:pt x="5818377" y="89564"/>
                  </a:lnTo>
                  <a:lnTo>
                    <a:pt x="5818495" y="89564"/>
                  </a:lnTo>
                  <a:lnTo>
                    <a:pt x="5818612" y="89564"/>
                  </a:lnTo>
                  <a:lnTo>
                    <a:pt x="5818730" y="89564"/>
                  </a:lnTo>
                  <a:lnTo>
                    <a:pt x="5818848" y="89564"/>
                  </a:lnTo>
                  <a:lnTo>
                    <a:pt x="5818965" y="89564"/>
                  </a:lnTo>
                  <a:lnTo>
                    <a:pt x="5818965" y="89134"/>
                  </a:lnTo>
                  <a:lnTo>
                    <a:pt x="5819083" y="89134"/>
                  </a:lnTo>
                  <a:lnTo>
                    <a:pt x="5819200" y="89134"/>
                  </a:lnTo>
                  <a:lnTo>
                    <a:pt x="5819318" y="89134"/>
                  </a:lnTo>
                  <a:lnTo>
                    <a:pt x="5819436" y="89134"/>
                  </a:lnTo>
                  <a:lnTo>
                    <a:pt x="5819553" y="89134"/>
                  </a:lnTo>
                  <a:lnTo>
                    <a:pt x="5819671" y="89134"/>
                  </a:lnTo>
                  <a:lnTo>
                    <a:pt x="5819789" y="89134"/>
                  </a:lnTo>
                  <a:lnTo>
                    <a:pt x="5819906" y="89134"/>
                  </a:lnTo>
                  <a:lnTo>
                    <a:pt x="5820024" y="89134"/>
                  </a:lnTo>
                  <a:lnTo>
                    <a:pt x="5820141" y="89134"/>
                  </a:lnTo>
                  <a:lnTo>
                    <a:pt x="5820259" y="89134"/>
                  </a:lnTo>
                  <a:lnTo>
                    <a:pt x="5820377" y="89134"/>
                  </a:lnTo>
                  <a:lnTo>
                    <a:pt x="5820494" y="89134"/>
                  </a:lnTo>
                  <a:lnTo>
                    <a:pt x="5820612" y="89134"/>
                  </a:lnTo>
                  <a:lnTo>
                    <a:pt x="5820729" y="89134"/>
                  </a:lnTo>
                  <a:lnTo>
                    <a:pt x="5820847" y="89134"/>
                  </a:lnTo>
                  <a:lnTo>
                    <a:pt x="5820965" y="89134"/>
                  </a:lnTo>
                  <a:lnTo>
                    <a:pt x="5821082" y="89134"/>
                  </a:lnTo>
                  <a:lnTo>
                    <a:pt x="5821200" y="89134"/>
                  </a:lnTo>
                  <a:lnTo>
                    <a:pt x="5821318" y="89134"/>
                  </a:lnTo>
                  <a:lnTo>
                    <a:pt x="5821435" y="89134"/>
                  </a:lnTo>
                  <a:lnTo>
                    <a:pt x="5821553" y="89134"/>
                  </a:lnTo>
                  <a:lnTo>
                    <a:pt x="5821670" y="89134"/>
                  </a:lnTo>
                  <a:lnTo>
                    <a:pt x="5821788" y="89134"/>
                  </a:lnTo>
                  <a:lnTo>
                    <a:pt x="5821788" y="88703"/>
                  </a:lnTo>
                  <a:lnTo>
                    <a:pt x="5821906" y="88703"/>
                  </a:lnTo>
                  <a:lnTo>
                    <a:pt x="5822023" y="88703"/>
                  </a:lnTo>
                  <a:lnTo>
                    <a:pt x="5822141" y="88703"/>
                  </a:lnTo>
                  <a:lnTo>
                    <a:pt x="5822258" y="88703"/>
                  </a:lnTo>
                  <a:lnTo>
                    <a:pt x="5822376" y="88703"/>
                  </a:lnTo>
                  <a:lnTo>
                    <a:pt x="5822494" y="88703"/>
                  </a:lnTo>
                  <a:lnTo>
                    <a:pt x="5822611" y="88703"/>
                  </a:lnTo>
                  <a:lnTo>
                    <a:pt x="5822729" y="88703"/>
                  </a:lnTo>
                  <a:lnTo>
                    <a:pt x="5822847" y="88703"/>
                  </a:lnTo>
                  <a:lnTo>
                    <a:pt x="5822847" y="88273"/>
                  </a:lnTo>
                  <a:lnTo>
                    <a:pt x="5822964" y="88273"/>
                  </a:lnTo>
                  <a:lnTo>
                    <a:pt x="5823082" y="88273"/>
                  </a:lnTo>
                  <a:lnTo>
                    <a:pt x="5823199" y="88273"/>
                  </a:lnTo>
                  <a:lnTo>
                    <a:pt x="5823317" y="88273"/>
                  </a:lnTo>
                  <a:lnTo>
                    <a:pt x="5823435" y="88273"/>
                  </a:lnTo>
                  <a:lnTo>
                    <a:pt x="5823552" y="88273"/>
                  </a:lnTo>
                  <a:lnTo>
                    <a:pt x="5823670" y="88273"/>
                  </a:lnTo>
                  <a:lnTo>
                    <a:pt x="5823787" y="88273"/>
                  </a:lnTo>
                  <a:lnTo>
                    <a:pt x="5823905" y="88273"/>
                  </a:lnTo>
                  <a:lnTo>
                    <a:pt x="5824023" y="88273"/>
                  </a:lnTo>
                  <a:lnTo>
                    <a:pt x="5824140" y="88273"/>
                  </a:lnTo>
                  <a:lnTo>
                    <a:pt x="5824258" y="88273"/>
                  </a:lnTo>
                  <a:lnTo>
                    <a:pt x="5824376" y="88273"/>
                  </a:lnTo>
                  <a:lnTo>
                    <a:pt x="5824493" y="88273"/>
                  </a:lnTo>
                  <a:lnTo>
                    <a:pt x="5824611" y="88273"/>
                  </a:lnTo>
                  <a:lnTo>
                    <a:pt x="5824728" y="88273"/>
                  </a:lnTo>
                  <a:lnTo>
                    <a:pt x="5824846" y="88273"/>
                  </a:lnTo>
                  <a:lnTo>
                    <a:pt x="5824846" y="87842"/>
                  </a:lnTo>
                  <a:lnTo>
                    <a:pt x="5824964" y="87842"/>
                  </a:lnTo>
                  <a:lnTo>
                    <a:pt x="5825081" y="87842"/>
                  </a:lnTo>
                  <a:lnTo>
                    <a:pt x="5825199" y="87842"/>
                  </a:lnTo>
                  <a:lnTo>
                    <a:pt x="5825316" y="87842"/>
                  </a:lnTo>
                  <a:lnTo>
                    <a:pt x="5825434" y="87842"/>
                  </a:lnTo>
                  <a:lnTo>
                    <a:pt x="5825552" y="87842"/>
                  </a:lnTo>
                  <a:lnTo>
                    <a:pt x="5825669" y="87842"/>
                  </a:lnTo>
                  <a:lnTo>
                    <a:pt x="5825787" y="87842"/>
                  </a:lnTo>
                  <a:lnTo>
                    <a:pt x="5825904" y="87842"/>
                  </a:lnTo>
                  <a:lnTo>
                    <a:pt x="5826022" y="87842"/>
                  </a:lnTo>
                  <a:lnTo>
                    <a:pt x="5826140" y="87842"/>
                  </a:lnTo>
                  <a:lnTo>
                    <a:pt x="5826257" y="87842"/>
                  </a:lnTo>
                  <a:lnTo>
                    <a:pt x="5826375" y="87842"/>
                  </a:lnTo>
                  <a:lnTo>
                    <a:pt x="5826375" y="87411"/>
                  </a:lnTo>
                  <a:lnTo>
                    <a:pt x="5826493" y="87411"/>
                  </a:lnTo>
                  <a:lnTo>
                    <a:pt x="5826610" y="87411"/>
                  </a:lnTo>
                  <a:lnTo>
                    <a:pt x="5826728" y="87411"/>
                  </a:lnTo>
                  <a:lnTo>
                    <a:pt x="5826728" y="86981"/>
                  </a:lnTo>
                  <a:lnTo>
                    <a:pt x="5826845" y="86981"/>
                  </a:lnTo>
                  <a:lnTo>
                    <a:pt x="5826963" y="86981"/>
                  </a:lnTo>
                  <a:lnTo>
                    <a:pt x="5827081" y="86981"/>
                  </a:lnTo>
                  <a:lnTo>
                    <a:pt x="5827198" y="86981"/>
                  </a:lnTo>
                  <a:lnTo>
                    <a:pt x="5827316" y="86981"/>
                  </a:lnTo>
                  <a:lnTo>
                    <a:pt x="5827433" y="86981"/>
                  </a:lnTo>
                  <a:lnTo>
                    <a:pt x="5827551" y="86981"/>
                  </a:lnTo>
                  <a:lnTo>
                    <a:pt x="5827669" y="86981"/>
                  </a:lnTo>
                  <a:lnTo>
                    <a:pt x="5827786" y="86981"/>
                  </a:lnTo>
                  <a:lnTo>
                    <a:pt x="5827904" y="86981"/>
                  </a:lnTo>
                  <a:lnTo>
                    <a:pt x="5828022" y="86981"/>
                  </a:lnTo>
                  <a:lnTo>
                    <a:pt x="5828139" y="86981"/>
                  </a:lnTo>
                  <a:lnTo>
                    <a:pt x="5828257" y="86981"/>
                  </a:lnTo>
                  <a:lnTo>
                    <a:pt x="5828374" y="86981"/>
                  </a:lnTo>
                  <a:lnTo>
                    <a:pt x="5828492" y="86981"/>
                  </a:lnTo>
                  <a:lnTo>
                    <a:pt x="5828610" y="86981"/>
                  </a:lnTo>
                  <a:lnTo>
                    <a:pt x="5828610" y="86550"/>
                  </a:lnTo>
                  <a:lnTo>
                    <a:pt x="5828727" y="86550"/>
                  </a:lnTo>
                  <a:lnTo>
                    <a:pt x="5828845" y="86550"/>
                  </a:lnTo>
                  <a:lnTo>
                    <a:pt x="5828962" y="86550"/>
                  </a:lnTo>
                  <a:lnTo>
                    <a:pt x="5829080" y="86550"/>
                  </a:lnTo>
                  <a:lnTo>
                    <a:pt x="5829198" y="86550"/>
                  </a:lnTo>
                  <a:lnTo>
                    <a:pt x="5829315" y="86550"/>
                  </a:lnTo>
                  <a:lnTo>
                    <a:pt x="5829433" y="86550"/>
                  </a:lnTo>
                  <a:lnTo>
                    <a:pt x="5829551" y="86550"/>
                  </a:lnTo>
                  <a:lnTo>
                    <a:pt x="5829668" y="86550"/>
                  </a:lnTo>
                  <a:lnTo>
                    <a:pt x="5829786" y="86550"/>
                  </a:lnTo>
                  <a:lnTo>
                    <a:pt x="5829903" y="86550"/>
                  </a:lnTo>
                  <a:lnTo>
                    <a:pt x="5830021" y="86550"/>
                  </a:lnTo>
                  <a:lnTo>
                    <a:pt x="5830139" y="86550"/>
                  </a:lnTo>
                  <a:lnTo>
                    <a:pt x="5830256" y="86550"/>
                  </a:lnTo>
                  <a:lnTo>
                    <a:pt x="5830374" y="86550"/>
                  </a:lnTo>
                  <a:lnTo>
                    <a:pt x="5830491" y="86550"/>
                  </a:lnTo>
                  <a:lnTo>
                    <a:pt x="5830609" y="86550"/>
                  </a:lnTo>
                  <a:lnTo>
                    <a:pt x="5830727" y="86550"/>
                  </a:lnTo>
                  <a:lnTo>
                    <a:pt x="5830844" y="86550"/>
                  </a:lnTo>
                  <a:lnTo>
                    <a:pt x="5830962" y="86550"/>
                  </a:lnTo>
                  <a:lnTo>
                    <a:pt x="5831080" y="86550"/>
                  </a:lnTo>
                  <a:lnTo>
                    <a:pt x="5831197" y="86550"/>
                  </a:lnTo>
                  <a:lnTo>
                    <a:pt x="5831315" y="86550"/>
                  </a:lnTo>
                  <a:lnTo>
                    <a:pt x="5831432" y="86550"/>
                  </a:lnTo>
                  <a:lnTo>
                    <a:pt x="5831432" y="86120"/>
                  </a:lnTo>
                  <a:lnTo>
                    <a:pt x="5831550" y="86120"/>
                  </a:lnTo>
                  <a:lnTo>
                    <a:pt x="5831668" y="86120"/>
                  </a:lnTo>
                  <a:lnTo>
                    <a:pt x="5831785" y="86120"/>
                  </a:lnTo>
                  <a:lnTo>
                    <a:pt x="5831903" y="86120"/>
                  </a:lnTo>
                  <a:lnTo>
                    <a:pt x="5832020" y="86120"/>
                  </a:lnTo>
                  <a:lnTo>
                    <a:pt x="5832138" y="86120"/>
                  </a:lnTo>
                  <a:lnTo>
                    <a:pt x="5832256" y="86120"/>
                  </a:lnTo>
                  <a:lnTo>
                    <a:pt x="5832373" y="86120"/>
                  </a:lnTo>
                  <a:lnTo>
                    <a:pt x="5832491" y="86120"/>
                  </a:lnTo>
                  <a:lnTo>
                    <a:pt x="5832609" y="86120"/>
                  </a:lnTo>
                  <a:lnTo>
                    <a:pt x="5832726" y="86120"/>
                  </a:lnTo>
                  <a:lnTo>
                    <a:pt x="5832844" y="86120"/>
                  </a:lnTo>
                  <a:lnTo>
                    <a:pt x="5832844" y="85689"/>
                  </a:lnTo>
                  <a:lnTo>
                    <a:pt x="5832961" y="85689"/>
                  </a:lnTo>
                  <a:lnTo>
                    <a:pt x="5833079" y="85689"/>
                  </a:lnTo>
                  <a:lnTo>
                    <a:pt x="5833197" y="85689"/>
                  </a:lnTo>
                  <a:lnTo>
                    <a:pt x="5833197" y="85258"/>
                  </a:lnTo>
                  <a:lnTo>
                    <a:pt x="5833314" y="85258"/>
                  </a:lnTo>
                  <a:lnTo>
                    <a:pt x="5833432" y="85258"/>
                  </a:lnTo>
                  <a:lnTo>
                    <a:pt x="5833549" y="85258"/>
                  </a:lnTo>
                  <a:lnTo>
                    <a:pt x="5833667" y="85258"/>
                  </a:lnTo>
                  <a:lnTo>
                    <a:pt x="5833785" y="85258"/>
                  </a:lnTo>
                  <a:lnTo>
                    <a:pt x="5833902" y="85258"/>
                  </a:lnTo>
                  <a:lnTo>
                    <a:pt x="5834020" y="85258"/>
                  </a:lnTo>
                  <a:lnTo>
                    <a:pt x="5834137" y="85258"/>
                  </a:lnTo>
                  <a:lnTo>
                    <a:pt x="5834255" y="85258"/>
                  </a:lnTo>
                  <a:lnTo>
                    <a:pt x="5834373" y="85258"/>
                  </a:lnTo>
                  <a:lnTo>
                    <a:pt x="5834490" y="85258"/>
                  </a:lnTo>
                  <a:lnTo>
                    <a:pt x="5834608" y="85258"/>
                  </a:lnTo>
                  <a:lnTo>
                    <a:pt x="5834726" y="85258"/>
                  </a:lnTo>
                  <a:lnTo>
                    <a:pt x="5834843" y="85258"/>
                  </a:lnTo>
                  <a:lnTo>
                    <a:pt x="5834961" y="85258"/>
                  </a:lnTo>
                  <a:lnTo>
                    <a:pt x="5835078" y="85258"/>
                  </a:lnTo>
                  <a:lnTo>
                    <a:pt x="5835196" y="85258"/>
                  </a:lnTo>
                  <a:lnTo>
                    <a:pt x="5835314" y="85258"/>
                  </a:lnTo>
                  <a:lnTo>
                    <a:pt x="5835431" y="85258"/>
                  </a:lnTo>
                  <a:lnTo>
                    <a:pt x="5835549" y="85258"/>
                  </a:lnTo>
                  <a:lnTo>
                    <a:pt x="5835666" y="85258"/>
                  </a:lnTo>
                  <a:lnTo>
                    <a:pt x="5835784" y="85258"/>
                  </a:lnTo>
                  <a:lnTo>
                    <a:pt x="5835902" y="85258"/>
                  </a:lnTo>
                  <a:lnTo>
                    <a:pt x="5836019" y="85258"/>
                  </a:lnTo>
                  <a:lnTo>
                    <a:pt x="5836137" y="85258"/>
                  </a:lnTo>
                  <a:lnTo>
                    <a:pt x="5836255" y="85258"/>
                  </a:lnTo>
                  <a:lnTo>
                    <a:pt x="5836372" y="85258"/>
                  </a:lnTo>
                  <a:lnTo>
                    <a:pt x="5836490" y="85258"/>
                  </a:lnTo>
                  <a:lnTo>
                    <a:pt x="5836607" y="85258"/>
                  </a:lnTo>
                  <a:lnTo>
                    <a:pt x="5836725" y="85258"/>
                  </a:lnTo>
                  <a:lnTo>
                    <a:pt x="5836843" y="85258"/>
                  </a:lnTo>
                  <a:lnTo>
                    <a:pt x="5836960" y="85258"/>
                  </a:lnTo>
                  <a:lnTo>
                    <a:pt x="5837078" y="85258"/>
                  </a:lnTo>
                  <a:lnTo>
                    <a:pt x="5837195" y="85258"/>
                  </a:lnTo>
                  <a:lnTo>
                    <a:pt x="5837313" y="85258"/>
                  </a:lnTo>
                  <a:lnTo>
                    <a:pt x="5837431" y="85258"/>
                  </a:lnTo>
                  <a:lnTo>
                    <a:pt x="5837548" y="85258"/>
                  </a:lnTo>
                  <a:lnTo>
                    <a:pt x="5837666" y="85258"/>
                  </a:lnTo>
                  <a:lnTo>
                    <a:pt x="5837784" y="85258"/>
                  </a:lnTo>
                  <a:lnTo>
                    <a:pt x="5837901" y="85258"/>
                  </a:lnTo>
                  <a:lnTo>
                    <a:pt x="5838019" y="85258"/>
                  </a:lnTo>
                  <a:lnTo>
                    <a:pt x="5838136" y="85258"/>
                  </a:lnTo>
                  <a:lnTo>
                    <a:pt x="5838254" y="85258"/>
                  </a:lnTo>
                  <a:lnTo>
                    <a:pt x="5838372" y="85258"/>
                  </a:lnTo>
                  <a:lnTo>
                    <a:pt x="5838489" y="85258"/>
                  </a:lnTo>
                  <a:lnTo>
                    <a:pt x="5838607" y="85258"/>
                  </a:lnTo>
                  <a:lnTo>
                    <a:pt x="5838724" y="85258"/>
                  </a:lnTo>
                  <a:lnTo>
                    <a:pt x="5838842" y="85258"/>
                  </a:lnTo>
                  <a:lnTo>
                    <a:pt x="5838960" y="85258"/>
                  </a:lnTo>
                  <a:lnTo>
                    <a:pt x="5839077" y="85258"/>
                  </a:lnTo>
                  <a:lnTo>
                    <a:pt x="5839195" y="85258"/>
                  </a:lnTo>
                  <a:lnTo>
                    <a:pt x="5839195" y="84828"/>
                  </a:lnTo>
                  <a:lnTo>
                    <a:pt x="5839313" y="84828"/>
                  </a:lnTo>
                  <a:lnTo>
                    <a:pt x="5839430" y="84828"/>
                  </a:lnTo>
                  <a:lnTo>
                    <a:pt x="5839548" y="84828"/>
                  </a:lnTo>
                  <a:lnTo>
                    <a:pt x="5839665" y="84828"/>
                  </a:lnTo>
                  <a:lnTo>
                    <a:pt x="5839783" y="84828"/>
                  </a:lnTo>
                  <a:lnTo>
                    <a:pt x="5839901" y="84828"/>
                  </a:lnTo>
                  <a:lnTo>
                    <a:pt x="5840018" y="84828"/>
                  </a:lnTo>
                  <a:lnTo>
                    <a:pt x="5840136" y="84828"/>
                  </a:lnTo>
                  <a:lnTo>
                    <a:pt x="5840253" y="84828"/>
                  </a:lnTo>
                  <a:lnTo>
                    <a:pt x="5840371" y="84828"/>
                  </a:lnTo>
                  <a:lnTo>
                    <a:pt x="5840489" y="84828"/>
                  </a:lnTo>
                  <a:lnTo>
                    <a:pt x="5840606" y="84828"/>
                  </a:lnTo>
                  <a:lnTo>
                    <a:pt x="5840724" y="84828"/>
                  </a:lnTo>
                  <a:lnTo>
                    <a:pt x="5840842" y="84828"/>
                  </a:lnTo>
                  <a:lnTo>
                    <a:pt x="5840959" y="84828"/>
                  </a:lnTo>
                  <a:lnTo>
                    <a:pt x="5841077" y="84828"/>
                  </a:lnTo>
                  <a:lnTo>
                    <a:pt x="5841194" y="84828"/>
                  </a:lnTo>
                  <a:lnTo>
                    <a:pt x="5841312" y="84828"/>
                  </a:lnTo>
                  <a:lnTo>
                    <a:pt x="5841430" y="84828"/>
                  </a:lnTo>
                  <a:lnTo>
                    <a:pt x="5841547" y="84828"/>
                  </a:lnTo>
                  <a:lnTo>
                    <a:pt x="5841665" y="84828"/>
                  </a:lnTo>
                  <a:lnTo>
                    <a:pt x="5841782" y="84828"/>
                  </a:lnTo>
                  <a:lnTo>
                    <a:pt x="5841900" y="84828"/>
                  </a:lnTo>
                  <a:lnTo>
                    <a:pt x="5842018" y="84828"/>
                  </a:lnTo>
                  <a:lnTo>
                    <a:pt x="5842135" y="84828"/>
                  </a:lnTo>
                  <a:lnTo>
                    <a:pt x="5842253" y="84828"/>
                  </a:lnTo>
                  <a:lnTo>
                    <a:pt x="5842370" y="84828"/>
                  </a:lnTo>
                  <a:lnTo>
                    <a:pt x="5842488" y="84828"/>
                  </a:lnTo>
                  <a:lnTo>
                    <a:pt x="5842606" y="84828"/>
                  </a:lnTo>
                  <a:lnTo>
                    <a:pt x="5842723" y="84828"/>
                  </a:lnTo>
                  <a:lnTo>
                    <a:pt x="5842841" y="84828"/>
                  </a:lnTo>
                  <a:lnTo>
                    <a:pt x="5842959" y="84828"/>
                  </a:lnTo>
                  <a:lnTo>
                    <a:pt x="5843076" y="84828"/>
                  </a:lnTo>
                  <a:lnTo>
                    <a:pt x="5843194" y="84828"/>
                  </a:lnTo>
                  <a:lnTo>
                    <a:pt x="5843311" y="84828"/>
                  </a:lnTo>
                  <a:lnTo>
                    <a:pt x="5843429" y="84828"/>
                  </a:lnTo>
                  <a:lnTo>
                    <a:pt x="5843547" y="84828"/>
                  </a:lnTo>
                  <a:lnTo>
                    <a:pt x="5843664" y="84828"/>
                  </a:lnTo>
                  <a:lnTo>
                    <a:pt x="5843782" y="84828"/>
                  </a:lnTo>
                  <a:lnTo>
                    <a:pt x="5843899" y="84828"/>
                  </a:lnTo>
                  <a:lnTo>
                    <a:pt x="5844017" y="84828"/>
                  </a:lnTo>
                  <a:lnTo>
                    <a:pt x="5844135" y="84828"/>
                  </a:lnTo>
                  <a:lnTo>
                    <a:pt x="5844252" y="84828"/>
                  </a:lnTo>
                  <a:lnTo>
                    <a:pt x="5844370" y="84828"/>
                  </a:lnTo>
                  <a:lnTo>
                    <a:pt x="5844488" y="84828"/>
                  </a:lnTo>
                  <a:lnTo>
                    <a:pt x="5844605" y="84828"/>
                  </a:lnTo>
                  <a:lnTo>
                    <a:pt x="5844723" y="84828"/>
                  </a:lnTo>
                  <a:lnTo>
                    <a:pt x="5844723" y="84397"/>
                  </a:lnTo>
                  <a:lnTo>
                    <a:pt x="5844840" y="84397"/>
                  </a:lnTo>
                  <a:lnTo>
                    <a:pt x="5844958" y="84397"/>
                  </a:lnTo>
                  <a:lnTo>
                    <a:pt x="5845076" y="84397"/>
                  </a:lnTo>
                  <a:lnTo>
                    <a:pt x="5845193" y="84397"/>
                  </a:lnTo>
                  <a:lnTo>
                    <a:pt x="5845311" y="84397"/>
                  </a:lnTo>
                  <a:lnTo>
                    <a:pt x="5845428" y="84397"/>
                  </a:lnTo>
                  <a:lnTo>
                    <a:pt x="5845546" y="84397"/>
                  </a:lnTo>
                  <a:lnTo>
                    <a:pt x="5845664" y="84397"/>
                  </a:lnTo>
                  <a:lnTo>
                    <a:pt x="5845781" y="84397"/>
                  </a:lnTo>
                  <a:lnTo>
                    <a:pt x="5845899" y="84397"/>
                  </a:lnTo>
                  <a:lnTo>
                    <a:pt x="5846017" y="84397"/>
                  </a:lnTo>
                  <a:lnTo>
                    <a:pt x="5846134" y="84397"/>
                  </a:lnTo>
                  <a:lnTo>
                    <a:pt x="5846252" y="84397"/>
                  </a:lnTo>
                  <a:lnTo>
                    <a:pt x="5846369" y="84397"/>
                  </a:lnTo>
                  <a:lnTo>
                    <a:pt x="5846487" y="84397"/>
                  </a:lnTo>
                  <a:lnTo>
                    <a:pt x="5846605" y="84397"/>
                  </a:lnTo>
                  <a:lnTo>
                    <a:pt x="5846722" y="84397"/>
                  </a:lnTo>
                  <a:lnTo>
                    <a:pt x="5846840" y="84397"/>
                  </a:lnTo>
                  <a:lnTo>
                    <a:pt x="5846957" y="84397"/>
                  </a:lnTo>
                  <a:lnTo>
                    <a:pt x="5847075" y="84397"/>
                  </a:lnTo>
                  <a:lnTo>
                    <a:pt x="5847193" y="84397"/>
                  </a:lnTo>
                  <a:lnTo>
                    <a:pt x="5847310" y="84397"/>
                  </a:lnTo>
                  <a:lnTo>
                    <a:pt x="5847428" y="84397"/>
                  </a:lnTo>
                  <a:lnTo>
                    <a:pt x="5847546" y="84397"/>
                  </a:lnTo>
                  <a:lnTo>
                    <a:pt x="5847663" y="84397"/>
                  </a:lnTo>
                  <a:lnTo>
                    <a:pt x="5847781" y="84397"/>
                  </a:lnTo>
                  <a:lnTo>
                    <a:pt x="5847898" y="84397"/>
                  </a:lnTo>
                  <a:lnTo>
                    <a:pt x="5848016" y="84397"/>
                  </a:lnTo>
                  <a:lnTo>
                    <a:pt x="5848134" y="84397"/>
                  </a:lnTo>
                  <a:lnTo>
                    <a:pt x="5848251" y="84397"/>
                  </a:lnTo>
                  <a:lnTo>
                    <a:pt x="5848369" y="84397"/>
                  </a:lnTo>
                  <a:lnTo>
                    <a:pt x="5848486" y="84397"/>
                  </a:lnTo>
                  <a:lnTo>
                    <a:pt x="5848604" y="84397"/>
                  </a:lnTo>
                  <a:lnTo>
                    <a:pt x="5848722" y="84397"/>
                  </a:lnTo>
                  <a:lnTo>
                    <a:pt x="5848839" y="84397"/>
                  </a:lnTo>
                  <a:lnTo>
                    <a:pt x="5848957" y="84397"/>
                  </a:lnTo>
                  <a:lnTo>
                    <a:pt x="5849075" y="84397"/>
                  </a:lnTo>
                  <a:lnTo>
                    <a:pt x="5849192" y="84397"/>
                  </a:lnTo>
                  <a:lnTo>
                    <a:pt x="5849310" y="84397"/>
                  </a:lnTo>
                  <a:lnTo>
                    <a:pt x="5849427" y="84397"/>
                  </a:lnTo>
                  <a:lnTo>
                    <a:pt x="5849545" y="84397"/>
                  </a:lnTo>
                  <a:lnTo>
                    <a:pt x="5849663" y="84397"/>
                  </a:lnTo>
                  <a:lnTo>
                    <a:pt x="5849780" y="84397"/>
                  </a:lnTo>
                  <a:lnTo>
                    <a:pt x="5849898" y="84397"/>
                  </a:lnTo>
                  <a:lnTo>
                    <a:pt x="5850015" y="84397"/>
                  </a:lnTo>
                  <a:lnTo>
                    <a:pt x="5850133" y="84397"/>
                  </a:lnTo>
                  <a:lnTo>
                    <a:pt x="5850251" y="84397"/>
                  </a:lnTo>
                  <a:lnTo>
                    <a:pt x="5850368" y="84397"/>
                  </a:lnTo>
                  <a:lnTo>
                    <a:pt x="5850486" y="84397"/>
                  </a:lnTo>
                  <a:lnTo>
                    <a:pt x="5850603" y="84397"/>
                  </a:lnTo>
                  <a:lnTo>
                    <a:pt x="5850721" y="84397"/>
                  </a:lnTo>
                  <a:lnTo>
                    <a:pt x="5850839" y="84397"/>
                  </a:lnTo>
                  <a:lnTo>
                    <a:pt x="5850956" y="84397"/>
                  </a:lnTo>
                  <a:lnTo>
                    <a:pt x="5851074" y="84397"/>
                  </a:lnTo>
                  <a:lnTo>
                    <a:pt x="5851192" y="84397"/>
                  </a:lnTo>
                  <a:lnTo>
                    <a:pt x="5851309" y="84397"/>
                  </a:lnTo>
                  <a:lnTo>
                    <a:pt x="5851427" y="84397"/>
                  </a:lnTo>
                  <a:lnTo>
                    <a:pt x="5851544" y="84397"/>
                  </a:lnTo>
                  <a:lnTo>
                    <a:pt x="5851662" y="84397"/>
                  </a:lnTo>
                  <a:lnTo>
                    <a:pt x="5851780" y="84397"/>
                  </a:lnTo>
                  <a:lnTo>
                    <a:pt x="5851897" y="84397"/>
                  </a:lnTo>
                  <a:lnTo>
                    <a:pt x="5852015" y="84397"/>
                  </a:lnTo>
                  <a:lnTo>
                    <a:pt x="5852132" y="84397"/>
                  </a:lnTo>
                  <a:lnTo>
                    <a:pt x="5852250" y="84397"/>
                  </a:lnTo>
                  <a:lnTo>
                    <a:pt x="5852368" y="84397"/>
                  </a:lnTo>
                  <a:lnTo>
                    <a:pt x="5852485" y="84397"/>
                  </a:lnTo>
                  <a:lnTo>
                    <a:pt x="5852603" y="84397"/>
                  </a:lnTo>
                  <a:lnTo>
                    <a:pt x="5852721" y="84397"/>
                  </a:lnTo>
                  <a:lnTo>
                    <a:pt x="5852838" y="84397"/>
                  </a:lnTo>
                  <a:lnTo>
                    <a:pt x="5852956" y="84397"/>
                  </a:lnTo>
                  <a:lnTo>
                    <a:pt x="5852956" y="83967"/>
                  </a:lnTo>
                  <a:lnTo>
                    <a:pt x="5853073" y="83967"/>
                  </a:lnTo>
                  <a:lnTo>
                    <a:pt x="5853191" y="83967"/>
                  </a:lnTo>
                  <a:lnTo>
                    <a:pt x="5853309" y="83967"/>
                  </a:lnTo>
                  <a:lnTo>
                    <a:pt x="5853426" y="83967"/>
                  </a:lnTo>
                  <a:lnTo>
                    <a:pt x="5853544" y="83967"/>
                  </a:lnTo>
                  <a:lnTo>
                    <a:pt x="5853661" y="83967"/>
                  </a:lnTo>
                  <a:lnTo>
                    <a:pt x="5853779" y="83967"/>
                  </a:lnTo>
                  <a:lnTo>
                    <a:pt x="5853897" y="83967"/>
                  </a:lnTo>
                  <a:lnTo>
                    <a:pt x="5854014" y="83967"/>
                  </a:lnTo>
                  <a:lnTo>
                    <a:pt x="5854132" y="83967"/>
                  </a:lnTo>
                  <a:lnTo>
                    <a:pt x="5854250" y="83967"/>
                  </a:lnTo>
                  <a:lnTo>
                    <a:pt x="5854367" y="83967"/>
                  </a:lnTo>
                  <a:lnTo>
                    <a:pt x="5854485" y="83967"/>
                  </a:lnTo>
                  <a:lnTo>
                    <a:pt x="5854602" y="83967"/>
                  </a:lnTo>
                  <a:lnTo>
                    <a:pt x="5854720" y="83967"/>
                  </a:lnTo>
                  <a:lnTo>
                    <a:pt x="5854838" y="83967"/>
                  </a:lnTo>
                  <a:lnTo>
                    <a:pt x="5854955" y="83967"/>
                  </a:lnTo>
                  <a:lnTo>
                    <a:pt x="5854955" y="83536"/>
                  </a:lnTo>
                  <a:lnTo>
                    <a:pt x="5855073" y="83536"/>
                  </a:lnTo>
                  <a:lnTo>
                    <a:pt x="5855190" y="83536"/>
                  </a:lnTo>
                  <a:lnTo>
                    <a:pt x="5855308" y="83536"/>
                  </a:lnTo>
                  <a:lnTo>
                    <a:pt x="5855426" y="83536"/>
                  </a:lnTo>
                  <a:lnTo>
                    <a:pt x="5855543" y="83536"/>
                  </a:lnTo>
                  <a:lnTo>
                    <a:pt x="5855661" y="83536"/>
                  </a:lnTo>
                  <a:lnTo>
                    <a:pt x="5855779" y="83536"/>
                  </a:lnTo>
                  <a:lnTo>
                    <a:pt x="5855896" y="83536"/>
                  </a:lnTo>
                  <a:lnTo>
                    <a:pt x="5856014" y="83536"/>
                  </a:lnTo>
                  <a:lnTo>
                    <a:pt x="5856014" y="83105"/>
                  </a:lnTo>
                  <a:lnTo>
                    <a:pt x="5856131" y="83105"/>
                  </a:lnTo>
                  <a:lnTo>
                    <a:pt x="5856249" y="83105"/>
                  </a:lnTo>
                  <a:lnTo>
                    <a:pt x="5856367" y="83105"/>
                  </a:lnTo>
                  <a:lnTo>
                    <a:pt x="5856484" y="83105"/>
                  </a:lnTo>
                  <a:lnTo>
                    <a:pt x="5856602" y="83105"/>
                  </a:lnTo>
                  <a:lnTo>
                    <a:pt x="5856719" y="83105"/>
                  </a:lnTo>
                  <a:lnTo>
                    <a:pt x="5856837" y="83105"/>
                  </a:lnTo>
                  <a:lnTo>
                    <a:pt x="5856955" y="83105"/>
                  </a:lnTo>
                  <a:lnTo>
                    <a:pt x="5857072" y="83105"/>
                  </a:lnTo>
                  <a:lnTo>
                    <a:pt x="5857190" y="83105"/>
                  </a:lnTo>
                  <a:lnTo>
                    <a:pt x="5857308" y="83105"/>
                  </a:lnTo>
                  <a:lnTo>
                    <a:pt x="5857425" y="83105"/>
                  </a:lnTo>
                  <a:lnTo>
                    <a:pt x="5857543" y="83105"/>
                  </a:lnTo>
                  <a:lnTo>
                    <a:pt x="5857660" y="83105"/>
                  </a:lnTo>
                  <a:lnTo>
                    <a:pt x="5857778" y="83105"/>
                  </a:lnTo>
                  <a:lnTo>
                    <a:pt x="5857896" y="83105"/>
                  </a:lnTo>
                  <a:lnTo>
                    <a:pt x="5858013" y="83105"/>
                  </a:lnTo>
                  <a:lnTo>
                    <a:pt x="5858131" y="83105"/>
                  </a:lnTo>
                  <a:lnTo>
                    <a:pt x="5858248" y="83105"/>
                  </a:lnTo>
                  <a:lnTo>
                    <a:pt x="5858366" y="83105"/>
                  </a:lnTo>
                  <a:lnTo>
                    <a:pt x="5858484" y="83105"/>
                  </a:lnTo>
                  <a:lnTo>
                    <a:pt x="5858601" y="83105"/>
                  </a:lnTo>
                  <a:lnTo>
                    <a:pt x="5858719" y="83105"/>
                  </a:lnTo>
                  <a:lnTo>
                    <a:pt x="5858836" y="83105"/>
                  </a:lnTo>
                  <a:lnTo>
                    <a:pt x="5858954" y="83105"/>
                  </a:lnTo>
                  <a:lnTo>
                    <a:pt x="5859072" y="83105"/>
                  </a:lnTo>
                  <a:lnTo>
                    <a:pt x="5859189" y="83105"/>
                  </a:lnTo>
                  <a:lnTo>
                    <a:pt x="5859307" y="83105"/>
                  </a:lnTo>
                  <a:lnTo>
                    <a:pt x="5859425" y="83105"/>
                  </a:lnTo>
                  <a:lnTo>
                    <a:pt x="5859542" y="83105"/>
                  </a:lnTo>
                  <a:lnTo>
                    <a:pt x="5859660" y="83105"/>
                  </a:lnTo>
                  <a:lnTo>
                    <a:pt x="5859777" y="83105"/>
                  </a:lnTo>
                  <a:lnTo>
                    <a:pt x="5859895" y="83105"/>
                  </a:lnTo>
                  <a:lnTo>
                    <a:pt x="5860013" y="83105"/>
                  </a:lnTo>
                  <a:lnTo>
                    <a:pt x="5860130" y="83105"/>
                  </a:lnTo>
                  <a:lnTo>
                    <a:pt x="5860248" y="83105"/>
                  </a:lnTo>
                  <a:lnTo>
                    <a:pt x="5860365" y="83105"/>
                  </a:lnTo>
                  <a:lnTo>
                    <a:pt x="5860483" y="83105"/>
                  </a:lnTo>
                  <a:lnTo>
                    <a:pt x="5860601" y="83105"/>
                  </a:lnTo>
                  <a:lnTo>
                    <a:pt x="5860601" y="82675"/>
                  </a:lnTo>
                  <a:lnTo>
                    <a:pt x="5860718" y="82675"/>
                  </a:lnTo>
                  <a:lnTo>
                    <a:pt x="5860836" y="82675"/>
                  </a:lnTo>
                  <a:lnTo>
                    <a:pt x="5860954" y="82675"/>
                  </a:lnTo>
                  <a:lnTo>
                    <a:pt x="5861071" y="82675"/>
                  </a:lnTo>
                  <a:lnTo>
                    <a:pt x="5861189" y="82675"/>
                  </a:lnTo>
                  <a:lnTo>
                    <a:pt x="5861306" y="82675"/>
                  </a:lnTo>
                  <a:lnTo>
                    <a:pt x="5861424" y="82675"/>
                  </a:lnTo>
                  <a:lnTo>
                    <a:pt x="5861424" y="82244"/>
                  </a:lnTo>
                  <a:lnTo>
                    <a:pt x="5861542" y="82244"/>
                  </a:lnTo>
                  <a:lnTo>
                    <a:pt x="5861659" y="82244"/>
                  </a:lnTo>
                  <a:lnTo>
                    <a:pt x="5861777" y="82244"/>
                  </a:lnTo>
                  <a:lnTo>
                    <a:pt x="5861894" y="82244"/>
                  </a:lnTo>
                  <a:lnTo>
                    <a:pt x="5862012" y="82244"/>
                  </a:lnTo>
                  <a:lnTo>
                    <a:pt x="5862130" y="82244"/>
                  </a:lnTo>
                  <a:lnTo>
                    <a:pt x="5862247" y="82244"/>
                  </a:lnTo>
                  <a:lnTo>
                    <a:pt x="5862365" y="82244"/>
                  </a:lnTo>
                  <a:lnTo>
                    <a:pt x="5862483" y="82244"/>
                  </a:lnTo>
                  <a:lnTo>
                    <a:pt x="5862600" y="82244"/>
                  </a:lnTo>
                  <a:lnTo>
                    <a:pt x="5862718" y="82244"/>
                  </a:lnTo>
                  <a:lnTo>
                    <a:pt x="5862835" y="82244"/>
                  </a:lnTo>
                  <a:lnTo>
                    <a:pt x="5862953" y="82244"/>
                  </a:lnTo>
                  <a:lnTo>
                    <a:pt x="5863071" y="82244"/>
                  </a:lnTo>
                  <a:lnTo>
                    <a:pt x="5863188" y="82244"/>
                  </a:lnTo>
                  <a:lnTo>
                    <a:pt x="5863306" y="82244"/>
                  </a:lnTo>
                  <a:lnTo>
                    <a:pt x="5863423" y="82244"/>
                  </a:lnTo>
                  <a:lnTo>
                    <a:pt x="5863541" y="82244"/>
                  </a:lnTo>
                  <a:lnTo>
                    <a:pt x="5863659" y="82244"/>
                  </a:lnTo>
                  <a:lnTo>
                    <a:pt x="5863776" y="82244"/>
                  </a:lnTo>
                  <a:lnTo>
                    <a:pt x="5863894" y="82244"/>
                  </a:lnTo>
                  <a:lnTo>
                    <a:pt x="5864012" y="82244"/>
                  </a:lnTo>
                  <a:lnTo>
                    <a:pt x="5864129" y="82244"/>
                  </a:lnTo>
                  <a:lnTo>
                    <a:pt x="5864129" y="81814"/>
                  </a:lnTo>
                  <a:lnTo>
                    <a:pt x="5864247" y="81814"/>
                  </a:lnTo>
                  <a:lnTo>
                    <a:pt x="5864364" y="81814"/>
                  </a:lnTo>
                  <a:lnTo>
                    <a:pt x="5864482" y="81814"/>
                  </a:lnTo>
                  <a:lnTo>
                    <a:pt x="5864600" y="81814"/>
                  </a:lnTo>
                  <a:lnTo>
                    <a:pt x="5864717" y="81814"/>
                  </a:lnTo>
                  <a:lnTo>
                    <a:pt x="5864835" y="81814"/>
                  </a:lnTo>
                  <a:lnTo>
                    <a:pt x="5864952" y="81814"/>
                  </a:lnTo>
                  <a:lnTo>
                    <a:pt x="5865070" y="81814"/>
                  </a:lnTo>
                  <a:lnTo>
                    <a:pt x="5865188" y="81814"/>
                  </a:lnTo>
                  <a:lnTo>
                    <a:pt x="5865305" y="81814"/>
                  </a:lnTo>
                  <a:lnTo>
                    <a:pt x="5865423" y="81814"/>
                  </a:lnTo>
                  <a:lnTo>
                    <a:pt x="5865541" y="81814"/>
                  </a:lnTo>
                  <a:lnTo>
                    <a:pt x="5865658" y="81814"/>
                  </a:lnTo>
                  <a:lnTo>
                    <a:pt x="5865776" y="81814"/>
                  </a:lnTo>
                  <a:lnTo>
                    <a:pt x="5865893" y="81814"/>
                  </a:lnTo>
                  <a:lnTo>
                    <a:pt x="5866011" y="81814"/>
                  </a:lnTo>
                  <a:lnTo>
                    <a:pt x="5866129" y="81814"/>
                  </a:lnTo>
                  <a:lnTo>
                    <a:pt x="5866246" y="81814"/>
                  </a:lnTo>
                  <a:lnTo>
                    <a:pt x="5866364" y="81814"/>
                  </a:lnTo>
                  <a:lnTo>
                    <a:pt x="5866481" y="81814"/>
                  </a:lnTo>
                  <a:lnTo>
                    <a:pt x="5866599" y="81814"/>
                  </a:lnTo>
                  <a:lnTo>
                    <a:pt x="5866599" y="81383"/>
                  </a:lnTo>
                  <a:lnTo>
                    <a:pt x="5866717" y="81383"/>
                  </a:lnTo>
                  <a:lnTo>
                    <a:pt x="5866834" y="81383"/>
                  </a:lnTo>
                  <a:lnTo>
                    <a:pt x="5866952" y="81383"/>
                  </a:lnTo>
                  <a:lnTo>
                    <a:pt x="5867069" y="81383"/>
                  </a:lnTo>
                  <a:lnTo>
                    <a:pt x="5867187" y="81383"/>
                  </a:lnTo>
                  <a:lnTo>
                    <a:pt x="5867305" y="81383"/>
                  </a:lnTo>
                  <a:lnTo>
                    <a:pt x="5867422" y="81383"/>
                  </a:lnTo>
                  <a:lnTo>
                    <a:pt x="5867540" y="81383"/>
                  </a:lnTo>
                  <a:lnTo>
                    <a:pt x="5867658" y="81383"/>
                  </a:lnTo>
                  <a:lnTo>
                    <a:pt x="5867775" y="81383"/>
                  </a:lnTo>
                  <a:lnTo>
                    <a:pt x="5867893" y="81383"/>
                  </a:lnTo>
                  <a:lnTo>
                    <a:pt x="5868010" y="81383"/>
                  </a:lnTo>
                  <a:lnTo>
                    <a:pt x="5868128" y="81383"/>
                  </a:lnTo>
                  <a:lnTo>
                    <a:pt x="5868246" y="81383"/>
                  </a:lnTo>
                  <a:lnTo>
                    <a:pt x="5868363" y="81383"/>
                  </a:lnTo>
                  <a:lnTo>
                    <a:pt x="5868363" y="80952"/>
                  </a:lnTo>
                  <a:lnTo>
                    <a:pt x="5868363" y="80522"/>
                  </a:lnTo>
                  <a:lnTo>
                    <a:pt x="5868481" y="80522"/>
                  </a:lnTo>
                  <a:lnTo>
                    <a:pt x="5868598" y="80522"/>
                  </a:lnTo>
                  <a:lnTo>
                    <a:pt x="5868716" y="80522"/>
                  </a:lnTo>
                  <a:lnTo>
                    <a:pt x="5868834" y="80522"/>
                  </a:lnTo>
                  <a:lnTo>
                    <a:pt x="5868951" y="80522"/>
                  </a:lnTo>
                  <a:lnTo>
                    <a:pt x="5869069" y="80522"/>
                  </a:lnTo>
                  <a:lnTo>
                    <a:pt x="5869187" y="80522"/>
                  </a:lnTo>
                  <a:lnTo>
                    <a:pt x="5869304" y="80522"/>
                  </a:lnTo>
                  <a:lnTo>
                    <a:pt x="5869422" y="80522"/>
                  </a:lnTo>
                  <a:lnTo>
                    <a:pt x="5869422" y="80091"/>
                  </a:lnTo>
                  <a:lnTo>
                    <a:pt x="5869539" y="80091"/>
                  </a:lnTo>
                  <a:lnTo>
                    <a:pt x="5869657" y="80091"/>
                  </a:lnTo>
                  <a:lnTo>
                    <a:pt x="5869775" y="80091"/>
                  </a:lnTo>
                  <a:lnTo>
                    <a:pt x="5869892" y="80091"/>
                  </a:lnTo>
                  <a:lnTo>
                    <a:pt x="5870010" y="80091"/>
                  </a:lnTo>
                  <a:lnTo>
                    <a:pt x="5870127" y="80091"/>
                  </a:lnTo>
                  <a:lnTo>
                    <a:pt x="5870245" y="80091"/>
                  </a:lnTo>
                  <a:lnTo>
                    <a:pt x="5870363" y="80091"/>
                  </a:lnTo>
                  <a:lnTo>
                    <a:pt x="5870480" y="80091"/>
                  </a:lnTo>
                  <a:lnTo>
                    <a:pt x="5870598" y="80091"/>
                  </a:lnTo>
                  <a:lnTo>
                    <a:pt x="5870716" y="80091"/>
                  </a:lnTo>
                  <a:lnTo>
                    <a:pt x="5870833" y="80091"/>
                  </a:lnTo>
                  <a:lnTo>
                    <a:pt x="5870951" y="80091"/>
                  </a:lnTo>
                  <a:lnTo>
                    <a:pt x="5871068" y="80091"/>
                  </a:lnTo>
                  <a:lnTo>
                    <a:pt x="5871186" y="80091"/>
                  </a:lnTo>
                  <a:lnTo>
                    <a:pt x="5871304" y="80091"/>
                  </a:lnTo>
                  <a:lnTo>
                    <a:pt x="5871421" y="80091"/>
                  </a:lnTo>
                  <a:lnTo>
                    <a:pt x="5871539" y="80091"/>
                  </a:lnTo>
                  <a:lnTo>
                    <a:pt x="5871656" y="80091"/>
                  </a:lnTo>
                  <a:lnTo>
                    <a:pt x="5871774" y="80091"/>
                  </a:lnTo>
                  <a:lnTo>
                    <a:pt x="5871892" y="80091"/>
                  </a:lnTo>
                  <a:lnTo>
                    <a:pt x="5872009" y="80091"/>
                  </a:lnTo>
                  <a:lnTo>
                    <a:pt x="5872127" y="80091"/>
                  </a:lnTo>
                  <a:lnTo>
                    <a:pt x="5872245" y="80091"/>
                  </a:lnTo>
                  <a:lnTo>
                    <a:pt x="5872362" y="80091"/>
                  </a:lnTo>
                  <a:lnTo>
                    <a:pt x="5872480" y="80091"/>
                  </a:lnTo>
                  <a:lnTo>
                    <a:pt x="5872597" y="80091"/>
                  </a:lnTo>
                  <a:lnTo>
                    <a:pt x="5872715" y="80091"/>
                  </a:lnTo>
                  <a:lnTo>
                    <a:pt x="5872833" y="80091"/>
                  </a:lnTo>
                  <a:lnTo>
                    <a:pt x="5872950" y="80091"/>
                  </a:lnTo>
                  <a:lnTo>
                    <a:pt x="5873068" y="80091"/>
                  </a:lnTo>
                  <a:lnTo>
                    <a:pt x="5873185" y="80091"/>
                  </a:lnTo>
                  <a:lnTo>
                    <a:pt x="5873303" y="80091"/>
                  </a:lnTo>
                  <a:lnTo>
                    <a:pt x="5873421" y="80091"/>
                  </a:lnTo>
                  <a:lnTo>
                    <a:pt x="5873538" y="80091"/>
                  </a:lnTo>
                  <a:lnTo>
                    <a:pt x="5873656" y="80091"/>
                  </a:lnTo>
                  <a:lnTo>
                    <a:pt x="5873774" y="80091"/>
                  </a:lnTo>
                  <a:lnTo>
                    <a:pt x="5873891" y="80091"/>
                  </a:lnTo>
                  <a:lnTo>
                    <a:pt x="5874009" y="80091"/>
                  </a:lnTo>
                  <a:lnTo>
                    <a:pt x="5874126" y="80091"/>
                  </a:lnTo>
                  <a:lnTo>
                    <a:pt x="5874244" y="80091"/>
                  </a:lnTo>
                  <a:lnTo>
                    <a:pt x="5874362" y="80091"/>
                  </a:lnTo>
                  <a:lnTo>
                    <a:pt x="5874479" y="80091"/>
                  </a:lnTo>
                  <a:lnTo>
                    <a:pt x="5874597" y="80091"/>
                  </a:lnTo>
                  <a:lnTo>
                    <a:pt x="5874714" y="80091"/>
                  </a:lnTo>
                  <a:lnTo>
                    <a:pt x="5874832" y="80091"/>
                  </a:lnTo>
                  <a:lnTo>
                    <a:pt x="5874950" y="80091"/>
                  </a:lnTo>
                  <a:lnTo>
                    <a:pt x="5875067" y="80091"/>
                  </a:lnTo>
                  <a:lnTo>
                    <a:pt x="5875185" y="80091"/>
                  </a:lnTo>
                  <a:lnTo>
                    <a:pt x="5875302" y="80091"/>
                  </a:lnTo>
                  <a:lnTo>
                    <a:pt x="5875420" y="80091"/>
                  </a:lnTo>
                  <a:lnTo>
                    <a:pt x="5875538" y="80091"/>
                  </a:lnTo>
                  <a:lnTo>
                    <a:pt x="5875655" y="80091"/>
                  </a:lnTo>
                  <a:lnTo>
                    <a:pt x="5875773" y="80091"/>
                  </a:lnTo>
                  <a:lnTo>
                    <a:pt x="5875891" y="80091"/>
                  </a:lnTo>
                  <a:lnTo>
                    <a:pt x="5876008" y="80091"/>
                  </a:lnTo>
                  <a:lnTo>
                    <a:pt x="5876126" y="80091"/>
                  </a:lnTo>
                  <a:lnTo>
                    <a:pt x="5876243" y="80091"/>
                  </a:lnTo>
                  <a:lnTo>
                    <a:pt x="5876361" y="80091"/>
                  </a:lnTo>
                  <a:lnTo>
                    <a:pt x="5876479" y="80091"/>
                  </a:lnTo>
                  <a:lnTo>
                    <a:pt x="5876596" y="80091"/>
                  </a:lnTo>
                  <a:lnTo>
                    <a:pt x="5876714" y="80091"/>
                  </a:lnTo>
                  <a:lnTo>
                    <a:pt x="5876831" y="80091"/>
                  </a:lnTo>
                  <a:lnTo>
                    <a:pt x="5876949" y="80091"/>
                  </a:lnTo>
                  <a:lnTo>
                    <a:pt x="5876949" y="79661"/>
                  </a:lnTo>
                  <a:lnTo>
                    <a:pt x="5877067" y="79661"/>
                  </a:lnTo>
                  <a:lnTo>
                    <a:pt x="5877184" y="79661"/>
                  </a:lnTo>
                  <a:lnTo>
                    <a:pt x="5877302" y="79661"/>
                  </a:lnTo>
                  <a:lnTo>
                    <a:pt x="5877302" y="79230"/>
                  </a:lnTo>
                  <a:lnTo>
                    <a:pt x="5877420" y="79230"/>
                  </a:lnTo>
                  <a:lnTo>
                    <a:pt x="5877537" y="79230"/>
                  </a:lnTo>
                  <a:lnTo>
                    <a:pt x="5877655" y="79230"/>
                  </a:lnTo>
                  <a:lnTo>
                    <a:pt x="5877772" y="79230"/>
                  </a:lnTo>
                  <a:lnTo>
                    <a:pt x="5877890" y="79230"/>
                  </a:lnTo>
                  <a:lnTo>
                    <a:pt x="5878008" y="79230"/>
                  </a:lnTo>
                  <a:lnTo>
                    <a:pt x="5878125" y="79230"/>
                  </a:lnTo>
                  <a:lnTo>
                    <a:pt x="5878243" y="79230"/>
                  </a:lnTo>
                  <a:lnTo>
                    <a:pt x="5878360" y="79230"/>
                  </a:lnTo>
                  <a:lnTo>
                    <a:pt x="5878478" y="79230"/>
                  </a:lnTo>
                  <a:lnTo>
                    <a:pt x="5878596" y="79230"/>
                  </a:lnTo>
                  <a:lnTo>
                    <a:pt x="5878713" y="79230"/>
                  </a:lnTo>
                  <a:lnTo>
                    <a:pt x="5878831" y="79230"/>
                  </a:lnTo>
                  <a:lnTo>
                    <a:pt x="5878831" y="78799"/>
                  </a:lnTo>
                  <a:lnTo>
                    <a:pt x="5878949" y="78799"/>
                  </a:lnTo>
                  <a:lnTo>
                    <a:pt x="5879066" y="78799"/>
                  </a:lnTo>
                  <a:lnTo>
                    <a:pt x="5879184" y="78799"/>
                  </a:lnTo>
                  <a:lnTo>
                    <a:pt x="5879301" y="78799"/>
                  </a:lnTo>
                  <a:lnTo>
                    <a:pt x="5879419" y="78799"/>
                  </a:lnTo>
                  <a:lnTo>
                    <a:pt x="5879537" y="78799"/>
                  </a:lnTo>
                  <a:lnTo>
                    <a:pt x="5879654" y="78799"/>
                  </a:lnTo>
                  <a:lnTo>
                    <a:pt x="5879772" y="78799"/>
                  </a:lnTo>
                  <a:lnTo>
                    <a:pt x="5879889" y="78799"/>
                  </a:lnTo>
                  <a:lnTo>
                    <a:pt x="5880007" y="78799"/>
                  </a:lnTo>
                  <a:lnTo>
                    <a:pt x="5880125" y="78799"/>
                  </a:lnTo>
                  <a:lnTo>
                    <a:pt x="5880242" y="78799"/>
                  </a:lnTo>
                  <a:lnTo>
                    <a:pt x="5880360" y="78799"/>
                  </a:lnTo>
                  <a:lnTo>
                    <a:pt x="5880478" y="78799"/>
                  </a:lnTo>
                  <a:lnTo>
                    <a:pt x="5880595" y="78799"/>
                  </a:lnTo>
                  <a:lnTo>
                    <a:pt x="5880713" y="78799"/>
                  </a:lnTo>
                  <a:lnTo>
                    <a:pt x="5880830" y="78799"/>
                  </a:lnTo>
                  <a:lnTo>
                    <a:pt x="5880948" y="78799"/>
                  </a:lnTo>
                  <a:lnTo>
                    <a:pt x="5881066" y="78799"/>
                  </a:lnTo>
                  <a:lnTo>
                    <a:pt x="5881183" y="78799"/>
                  </a:lnTo>
                  <a:lnTo>
                    <a:pt x="5881301" y="78799"/>
                  </a:lnTo>
                  <a:lnTo>
                    <a:pt x="5881418" y="78799"/>
                  </a:lnTo>
                  <a:lnTo>
                    <a:pt x="5881536" y="78799"/>
                  </a:lnTo>
                  <a:lnTo>
                    <a:pt x="5881654" y="78799"/>
                  </a:lnTo>
                  <a:lnTo>
                    <a:pt x="5881771" y="78799"/>
                  </a:lnTo>
                  <a:lnTo>
                    <a:pt x="5881889" y="78799"/>
                  </a:lnTo>
                  <a:lnTo>
                    <a:pt x="5882007" y="78799"/>
                  </a:lnTo>
                  <a:lnTo>
                    <a:pt x="5882124" y="78799"/>
                  </a:lnTo>
                  <a:lnTo>
                    <a:pt x="5882242" y="78799"/>
                  </a:lnTo>
                  <a:lnTo>
                    <a:pt x="5882359" y="78799"/>
                  </a:lnTo>
                  <a:lnTo>
                    <a:pt x="5882477" y="78799"/>
                  </a:lnTo>
                  <a:lnTo>
                    <a:pt x="5882595" y="78799"/>
                  </a:lnTo>
                  <a:lnTo>
                    <a:pt x="5882712" y="78799"/>
                  </a:lnTo>
                  <a:lnTo>
                    <a:pt x="5882830" y="78799"/>
                  </a:lnTo>
                  <a:lnTo>
                    <a:pt x="5882947" y="78799"/>
                  </a:lnTo>
                  <a:lnTo>
                    <a:pt x="5883065" y="78799"/>
                  </a:lnTo>
                  <a:lnTo>
                    <a:pt x="5883183" y="78799"/>
                  </a:lnTo>
                  <a:lnTo>
                    <a:pt x="5883300" y="78799"/>
                  </a:lnTo>
                  <a:lnTo>
                    <a:pt x="5883418" y="78799"/>
                  </a:lnTo>
                  <a:lnTo>
                    <a:pt x="5883535" y="78799"/>
                  </a:lnTo>
                  <a:lnTo>
                    <a:pt x="5883653" y="78799"/>
                  </a:lnTo>
                  <a:lnTo>
                    <a:pt x="5883771" y="78799"/>
                  </a:lnTo>
                  <a:lnTo>
                    <a:pt x="5883888" y="78799"/>
                  </a:lnTo>
                  <a:lnTo>
                    <a:pt x="5884006" y="78799"/>
                  </a:lnTo>
                  <a:lnTo>
                    <a:pt x="5884124" y="78799"/>
                  </a:lnTo>
                  <a:lnTo>
                    <a:pt x="5884241" y="78799"/>
                  </a:lnTo>
                  <a:lnTo>
                    <a:pt x="5884241" y="78369"/>
                  </a:lnTo>
                  <a:lnTo>
                    <a:pt x="5884359" y="78369"/>
                  </a:lnTo>
                  <a:lnTo>
                    <a:pt x="5884476" y="78369"/>
                  </a:lnTo>
                  <a:lnTo>
                    <a:pt x="5884594" y="78369"/>
                  </a:lnTo>
                  <a:lnTo>
                    <a:pt x="5884594" y="77938"/>
                  </a:lnTo>
                  <a:lnTo>
                    <a:pt x="5884712" y="77938"/>
                  </a:lnTo>
                  <a:lnTo>
                    <a:pt x="5884829" y="77938"/>
                  </a:lnTo>
                  <a:lnTo>
                    <a:pt x="5884947" y="77938"/>
                  </a:lnTo>
                  <a:lnTo>
                    <a:pt x="5885064" y="77938"/>
                  </a:lnTo>
                  <a:lnTo>
                    <a:pt x="5885182" y="77938"/>
                  </a:lnTo>
                  <a:lnTo>
                    <a:pt x="5885300" y="77938"/>
                  </a:lnTo>
                  <a:lnTo>
                    <a:pt x="5885417" y="77938"/>
                  </a:lnTo>
                  <a:lnTo>
                    <a:pt x="5885535" y="77938"/>
                  </a:lnTo>
                  <a:lnTo>
                    <a:pt x="5885653" y="77938"/>
                  </a:lnTo>
                  <a:lnTo>
                    <a:pt x="5885770" y="77938"/>
                  </a:lnTo>
                  <a:lnTo>
                    <a:pt x="5885888" y="77938"/>
                  </a:lnTo>
                  <a:lnTo>
                    <a:pt x="5886005" y="77938"/>
                  </a:lnTo>
                  <a:lnTo>
                    <a:pt x="5886123" y="77938"/>
                  </a:lnTo>
                  <a:lnTo>
                    <a:pt x="5886241" y="77938"/>
                  </a:lnTo>
                  <a:lnTo>
                    <a:pt x="5886358" y="77938"/>
                  </a:lnTo>
                  <a:lnTo>
                    <a:pt x="5886476" y="77938"/>
                  </a:lnTo>
                  <a:lnTo>
                    <a:pt x="5886593" y="77938"/>
                  </a:lnTo>
                  <a:lnTo>
                    <a:pt x="5886711" y="77938"/>
                  </a:lnTo>
                  <a:lnTo>
                    <a:pt x="5886829" y="77938"/>
                  </a:lnTo>
                  <a:lnTo>
                    <a:pt x="5886946" y="77938"/>
                  </a:lnTo>
                  <a:lnTo>
                    <a:pt x="5887064" y="77938"/>
                  </a:lnTo>
                  <a:lnTo>
                    <a:pt x="5887182" y="77938"/>
                  </a:lnTo>
                  <a:lnTo>
                    <a:pt x="5887299" y="77938"/>
                  </a:lnTo>
                  <a:lnTo>
                    <a:pt x="5887417" y="77938"/>
                  </a:lnTo>
                  <a:lnTo>
                    <a:pt x="5887534" y="77938"/>
                  </a:lnTo>
                  <a:lnTo>
                    <a:pt x="5887652" y="77938"/>
                  </a:lnTo>
                  <a:lnTo>
                    <a:pt x="5887770" y="77938"/>
                  </a:lnTo>
                  <a:lnTo>
                    <a:pt x="5887887" y="77938"/>
                  </a:lnTo>
                  <a:lnTo>
                    <a:pt x="5888005" y="77938"/>
                  </a:lnTo>
                  <a:lnTo>
                    <a:pt x="5888122" y="77938"/>
                  </a:lnTo>
                  <a:lnTo>
                    <a:pt x="5888240" y="77938"/>
                  </a:lnTo>
                  <a:lnTo>
                    <a:pt x="5888358" y="77938"/>
                  </a:lnTo>
                  <a:lnTo>
                    <a:pt x="5888475" y="77938"/>
                  </a:lnTo>
                  <a:lnTo>
                    <a:pt x="5888593" y="77938"/>
                  </a:lnTo>
                  <a:lnTo>
                    <a:pt x="5888711" y="77938"/>
                  </a:lnTo>
                  <a:lnTo>
                    <a:pt x="5888828" y="77938"/>
                  </a:lnTo>
                  <a:lnTo>
                    <a:pt x="5888946" y="77938"/>
                  </a:lnTo>
                  <a:lnTo>
                    <a:pt x="5889063" y="77938"/>
                  </a:lnTo>
                  <a:lnTo>
                    <a:pt x="5889181" y="77938"/>
                  </a:lnTo>
                  <a:lnTo>
                    <a:pt x="5889299" y="77938"/>
                  </a:lnTo>
                  <a:lnTo>
                    <a:pt x="5889416" y="77938"/>
                  </a:lnTo>
                  <a:lnTo>
                    <a:pt x="5889534" y="77938"/>
                  </a:lnTo>
                  <a:lnTo>
                    <a:pt x="5889651" y="77938"/>
                  </a:lnTo>
                  <a:lnTo>
                    <a:pt x="5889769" y="77938"/>
                  </a:lnTo>
                  <a:lnTo>
                    <a:pt x="5889887" y="77938"/>
                  </a:lnTo>
                  <a:lnTo>
                    <a:pt x="5890004" y="77938"/>
                  </a:lnTo>
                  <a:lnTo>
                    <a:pt x="5890122" y="77938"/>
                  </a:lnTo>
                  <a:lnTo>
                    <a:pt x="5890240" y="77938"/>
                  </a:lnTo>
                  <a:lnTo>
                    <a:pt x="5890357" y="77938"/>
                  </a:lnTo>
                  <a:lnTo>
                    <a:pt x="5890475" y="77938"/>
                  </a:lnTo>
                  <a:lnTo>
                    <a:pt x="5890592" y="77938"/>
                  </a:lnTo>
                  <a:lnTo>
                    <a:pt x="5890710" y="77938"/>
                  </a:lnTo>
                  <a:lnTo>
                    <a:pt x="5890828" y="77938"/>
                  </a:lnTo>
                  <a:lnTo>
                    <a:pt x="5890945" y="77938"/>
                  </a:lnTo>
                  <a:lnTo>
                    <a:pt x="5891063" y="77938"/>
                  </a:lnTo>
                  <a:lnTo>
                    <a:pt x="5891180" y="77938"/>
                  </a:lnTo>
                  <a:lnTo>
                    <a:pt x="5891298" y="77938"/>
                  </a:lnTo>
                  <a:lnTo>
                    <a:pt x="5891416" y="77938"/>
                  </a:lnTo>
                  <a:lnTo>
                    <a:pt x="5891533" y="77938"/>
                  </a:lnTo>
                  <a:lnTo>
                    <a:pt x="5891651" y="77938"/>
                  </a:lnTo>
                  <a:lnTo>
                    <a:pt x="5891768" y="77938"/>
                  </a:lnTo>
                  <a:lnTo>
                    <a:pt x="5891886" y="77938"/>
                  </a:lnTo>
                  <a:lnTo>
                    <a:pt x="5892004" y="77938"/>
                  </a:lnTo>
                  <a:lnTo>
                    <a:pt x="5892121" y="77938"/>
                  </a:lnTo>
                  <a:lnTo>
                    <a:pt x="5892239" y="77938"/>
                  </a:lnTo>
                  <a:lnTo>
                    <a:pt x="5892357" y="77938"/>
                  </a:lnTo>
                  <a:lnTo>
                    <a:pt x="5892474" y="77938"/>
                  </a:lnTo>
                  <a:lnTo>
                    <a:pt x="5892592" y="77938"/>
                  </a:lnTo>
                  <a:lnTo>
                    <a:pt x="5892709" y="77938"/>
                  </a:lnTo>
                  <a:lnTo>
                    <a:pt x="5892827" y="77938"/>
                  </a:lnTo>
                  <a:lnTo>
                    <a:pt x="5892945" y="77938"/>
                  </a:lnTo>
                  <a:lnTo>
                    <a:pt x="5893062" y="77938"/>
                  </a:lnTo>
                  <a:lnTo>
                    <a:pt x="5893180" y="77938"/>
                  </a:lnTo>
                  <a:lnTo>
                    <a:pt x="5893297" y="77938"/>
                  </a:lnTo>
                  <a:lnTo>
                    <a:pt x="5893415" y="77938"/>
                  </a:lnTo>
                  <a:lnTo>
                    <a:pt x="5893533" y="77938"/>
                  </a:lnTo>
                  <a:lnTo>
                    <a:pt x="5893650" y="77938"/>
                  </a:lnTo>
                  <a:lnTo>
                    <a:pt x="5893768" y="77938"/>
                  </a:lnTo>
                  <a:lnTo>
                    <a:pt x="5893886" y="77938"/>
                  </a:lnTo>
                  <a:lnTo>
                    <a:pt x="5894003" y="77938"/>
                  </a:lnTo>
                  <a:lnTo>
                    <a:pt x="5894121" y="77938"/>
                  </a:lnTo>
                  <a:lnTo>
                    <a:pt x="5894238" y="77938"/>
                  </a:lnTo>
                  <a:lnTo>
                    <a:pt x="5894356" y="77938"/>
                  </a:lnTo>
                  <a:lnTo>
                    <a:pt x="5894474" y="77938"/>
                  </a:lnTo>
                  <a:lnTo>
                    <a:pt x="5894591" y="77938"/>
                  </a:lnTo>
                  <a:lnTo>
                    <a:pt x="5894709" y="77938"/>
                  </a:lnTo>
                  <a:lnTo>
                    <a:pt x="5894709" y="77508"/>
                  </a:lnTo>
                  <a:lnTo>
                    <a:pt x="5894826" y="77508"/>
                  </a:lnTo>
                  <a:lnTo>
                    <a:pt x="5894826" y="77077"/>
                  </a:lnTo>
                  <a:lnTo>
                    <a:pt x="5894944" y="77077"/>
                  </a:lnTo>
                  <a:lnTo>
                    <a:pt x="5895062" y="77077"/>
                  </a:lnTo>
                  <a:lnTo>
                    <a:pt x="5895179" y="77077"/>
                  </a:lnTo>
                  <a:lnTo>
                    <a:pt x="5895297" y="77077"/>
                  </a:lnTo>
                  <a:lnTo>
                    <a:pt x="5895415" y="77077"/>
                  </a:lnTo>
                  <a:lnTo>
                    <a:pt x="5895532" y="77077"/>
                  </a:lnTo>
                  <a:lnTo>
                    <a:pt x="5895650" y="77077"/>
                  </a:lnTo>
                  <a:lnTo>
                    <a:pt x="5895767" y="77077"/>
                  </a:lnTo>
                  <a:lnTo>
                    <a:pt x="5895885" y="77077"/>
                  </a:lnTo>
                  <a:lnTo>
                    <a:pt x="5896003" y="77077"/>
                  </a:lnTo>
                  <a:lnTo>
                    <a:pt x="5896120" y="77077"/>
                  </a:lnTo>
                  <a:lnTo>
                    <a:pt x="5896238" y="77077"/>
                  </a:lnTo>
                  <a:lnTo>
                    <a:pt x="5896355" y="77077"/>
                  </a:lnTo>
                  <a:lnTo>
                    <a:pt x="5896473" y="77077"/>
                  </a:lnTo>
                  <a:lnTo>
                    <a:pt x="5896591" y="77077"/>
                  </a:lnTo>
                  <a:lnTo>
                    <a:pt x="5896708" y="77077"/>
                  </a:lnTo>
                  <a:lnTo>
                    <a:pt x="5896826" y="77077"/>
                  </a:lnTo>
                  <a:lnTo>
                    <a:pt x="5896944" y="77077"/>
                  </a:lnTo>
                  <a:lnTo>
                    <a:pt x="5897061" y="77077"/>
                  </a:lnTo>
                  <a:lnTo>
                    <a:pt x="5897179" y="77077"/>
                  </a:lnTo>
                  <a:lnTo>
                    <a:pt x="5897296" y="77077"/>
                  </a:lnTo>
                  <a:lnTo>
                    <a:pt x="5897414" y="77077"/>
                  </a:lnTo>
                  <a:lnTo>
                    <a:pt x="5897532" y="77077"/>
                  </a:lnTo>
                  <a:lnTo>
                    <a:pt x="5897649" y="77077"/>
                  </a:lnTo>
                  <a:lnTo>
                    <a:pt x="5897767" y="77077"/>
                  </a:lnTo>
                  <a:lnTo>
                    <a:pt x="5897884" y="77077"/>
                  </a:lnTo>
                  <a:lnTo>
                    <a:pt x="5898002" y="77077"/>
                  </a:lnTo>
                  <a:lnTo>
                    <a:pt x="5898120" y="77077"/>
                  </a:lnTo>
                  <a:lnTo>
                    <a:pt x="5898237" y="77077"/>
                  </a:lnTo>
                  <a:lnTo>
                    <a:pt x="5898355" y="77077"/>
                  </a:lnTo>
                  <a:lnTo>
                    <a:pt x="5898472" y="77077"/>
                  </a:lnTo>
                  <a:lnTo>
                    <a:pt x="5898590" y="77077"/>
                  </a:lnTo>
                  <a:lnTo>
                    <a:pt x="5898708" y="77077"/>
                  </a:lnTo>
                  <a:lnTo>
                    <a:pt x="5898708" y="76646"/>
                  </a:lnTo>
                  <a:lnTo>
                    <a:pt x="5898825" y="76646"/>
                  </a:lnTo>
                  <a:lnTo>
                    <a:pt x="5898943" y="76646"/>
                  </a:lnTo>
                  <a:lnTo>
                    <a:pt x="5898943" y="76216"/>
                  </a:lnTo>
                  <a:lnTo>
                    <a:pt x="5899061" y="76216"/>
                  </a:lnTo>
                  <a:lnTo>
                    <a:pt x="5899178" y="76216"/>
                  </a:lnTo>
                  <a:lnTo>
                    <a:pt x="5899178" y="75785"/>
                  </a:lnTo>
                  <a:lnTo>
                    <a:pt x="5899296" y="75785"/>
                  </a:lnTo>
                  <a:lnTo>
                    <a:pt x="5899413" y="75785"/>
                  </a:lnTo>
                  <a:lnTo>
                    <a:pt x="5899531" y="75785"/>
                  </a:lnTo>
                  <a:lnTo>
                    <a:pt x="5899649" y="75785"/>
                  </a:lnTo>
                  <a:lnTo>
                    <a:pt x="5899766" y="75785"/>
                  </a:lnTo>
                  <a:lnTo>
                    <a:pt x="5899884" y="75785"/>
                  </a:lnTo>
                  <a:lnTo>
                    <a:pt x="5899884" y="75355"/>
                  </a:lnTo>
                  <a:lnTo>
                    <a:pt x="5900001" y="75355"/>
                  </a:lnTo>
                  <a:lnTo>
                    <a:pt x="5900119" y="75355"/>
                  </a:lnTo>
                  <a:lnTo>
                    <a:pt x="5900237" y="75355"/>
                  </a:lnTo>
                  <a:lnTo>
                    <a:pt x="5900354" y="75355"/>
                  </a:lnTo>
                  <a:lnTo>
                    <a:pt x="5900354" y="74924"/>
                  </a:lnTo>
                  <a:lnTo>
                    <a:pt x="5900472" y="74924"/>
                  </a:lnTo>
                  <a:lnTo>
                    <a:pt x="5900472" y="74493"/>
                  </a:lnTo>
                  <a:lnTo>
                    <a:pt x="5900590" y="74493"/>
                  </a:lnTo>
                  <a:lnTo>
                    <a:pt x="5900707" y="74493"/>
                  </a:lnTo>
                  <a:lnTo>
                    <a:pt x="5900825" y="74493"/>
                  </a:lnTo>
                  <a:lnTo>
                    <a:pt x="5900942" y="74493"/>
                  </a:lnTo>
                  <a:lnTo>
                    <a:pt x="5901060" y="74493"/>
                  </a:lnTo>
                  <a:lnTo>
                    <a:pt x="5901178" y="74493"/>
                  </a:lnTo>
                  <a:lnTo>
                    <a:pt x="5901295" y="74493"/>
                  </a:lnTo>
                  <a:lnTo>
                    <a:pt x="5901413" y="74493"/>
                  </a:lnTo>
                  <a:lnTo>
                    <a:pt x="5901530" y="74493"/>
                  </a:lnTo>
                  <a:lnTo>
                    <a:pt x="5901648" y="74493"/>
                  </a:lnTo>
                  <a:lnTo>
                    <a:pt x="5901766" y="74493"/>
                  </a:lnTo>
                  <a:lnTo>
                    <a:pt x="5901766" y="74063"/>
                  </a:lnTo>
                  <a:lnTo>
                    <a:pt x="5901883" y="74063"/>
                  </a:lnTo>
                  <a:lnTo>
                    <a:pt x="5902001" y="74063"/>
                  </a:lnTo>
                  <a:lnTo>
                    <a:pt x="5902119" y="74063"/>
                  </a:lnTo>
                  <a:lnTo>
                    <a:pt x="5902236" y="74063"/>
                  </a:lnTo>
                  <a:lnTo>
                    <a:pt x="5902354" y="74063"/>
                  </a:lnTo>
                  <a:lnTo>
                    <a:pt x="5902471" y="74063"/>
                  </a:lnTo>
                  <a:lnTo>
                    <a:pt x="5902589" y="74063"/>
                  </a:lnTo>
                  <a:lnTo>
                    <a:pt x="5902707" y="74063"/>
                  </a:lnTo>
                  <a:lnTo>
                    <a:pt x="5902824" y="74063"/>
                  </a:lnTo>
                  <a:lnTo>
                    <a:pt x="5902942" y="74063"/>
                  </a:lnTo>
                  <a:lnTo>
                    <a:pt x="5903059" y="74063"/>
                  </a:lnTo>
                  <a:lnTo>
                    <a:pt x="5903177" y="74063"/>
                  </a:lnTo>
                  <a:lnTo>
                    <a:pt x="5903295" y="74063"/>
                  </a:lnTo>
                  <a:lnTo>
                    <a:pt x="5903412" y="74063"/>
                  </a:lnTo>
                  <a:lnTo>
                    <a:pt x="5903530" y="74063"/>
                  </a:lnTo>
                  <a:lnTo>
                    <a:pt x="5903648" y="74063"/>
                  </a:lnTo>
                  <a:lnTo>
                    <a:pt x="5903765" y="74063"/>
                  </a:lnTo>
                  <a:lnTo>
                    <a:pt x="5903883" y="74063"/>
                  </a:lnTo>
                  <a:lnTo>
                    <a:pt x="5904000" y="74063"/>
                  </a:lnTo>
                  <a:lnTo>
                    <a:pt x="5904118" y="74063"/>
                  </a:lnTo>
                  <a:lnTo>
                    <a:pt x="5904236" y="74063"/>
                  </a:lnTo>
                  <a:lnTo>
                    <a:pt x="5904353" y="74063"/>
                  </a:lnTo>
                  <a:lnTo>
                    <a:pt x="5904471" y="74063"/>
                  </a:lnTo>
                  <a:lnTo>
                    <a:pt x="5904588" y="74063"/>
                  </a:lnTo>
                  <a:lnTo>
                    <a:pt x="5904706" y="74063"/>
                  </a:lnTo>
                  <a:lnTo>
                    <a:pt x="5904824" y="74063"/>
                  </a:lnTo>
                  <a:lnTo>
                    <a:pt x="5904941" y="74063"/>
                  </a:lnTo>
                  <a:lnTo>
                    <a:pt x="5905059" y="74063"/>
                  </a:lnTo>
                  <a:lnTo>
                    <a:pt x="5905177" y="74063"/>
                  </a:lnTo>
                  <a:lnTo>
                    <a:pt x="5905294" y="74063"/>
                  </a:lnTo>
                  <a:lnTo>
                    <a:pt x="5905412" y="74063"/>
                  </a:lnTo>
                  <a:lnTo>
                    <a:pt x="5905529" y="74063"/>
                  </a:lnTo>
                  <a:lnTo>
                    <a:pt x="5905647" y="74063"/>
                  </a:lnTo>
                  <a:lnTo>
                    <a:pt x="5905765" y="74063"/>
                  </a:lnTo>
                  <a:lnTo>
                    <a:pt x="5905882" y="74063"/>
                  </a:lnTo>
                  <a:lnTo>
                    <a:pt x="5906000" y="74063"/>
                  </a:lnTo>
                  <a:lnTo>
                    <a:pt x="5906117" y="74063"/>
                  </a:lnTo>
                  <a:lnTo>
                    <a:pt x="5906235" y="74063"/>
                  </a:lnTo>
                  <a:lnTo>
                    <a:pt x="5906353" y="74063"/>
                  </a:lnTo>
                  <a:lnTo>
                    <a:pt x="5906470" y="74063"/>
                  </a:lnTo>
                  <a:lnTo>
                    <a:pt x="5906588" y="74063"/>
                  </a:lnTo>
                  <a:lnTo>
                    <a:pt x="5906705" y="74063"/>
                  </a:lnTo>
                  <a:lnTo>
                    <a:pt x="5906823" y="74063"/>
                  </a:lnTo>
                  <a:lnTo>
                    <a:pt x="5906941" y="74063"/>
                  </a:lnTo>
                  <a:lnTo>
                    <a:pt x="5907058" y="74063"/>
                  </a:lnTo>
                  <a:lnTo>
                    <a:pt x="5907176" y="74063"/>
                  </a:lnTo>
                  <a:lnTo>
                    <a:pt x="5907294" y="74063"/>
                  </a:lnTo>
                  <a:lnTo>
                    <a:pt x="5907411" y="74063"/>
                  </a:lnTo>
                  <a:lnTo>
                    <a:pt x="5907529" y="74063"/>
                  </a:lnTo>
                  <a:lnTo>
                    <a:pt x="5907529" y="73632"/>
                  </a:lnTo>
                  <a:lnTo>
                    <a:pt x="5907646" y="73632"/>
                  </a:lnTo>
                  <a:lnTo>
                    <a:pt x="5907764" y="73632"/>
                  </a:lnTo>
                  <a:lnTo>
                    <a:pt x="5907882" y="73632"/>
                  </a:lnTo>
                  <a:lnTo>
                    <a:pt x="5907999" y="73632"/>
                  </a:lnTo>
                  <a:lnTo>
                    <a:pt x="5908117" y="73632"/>
                  </a:lnTo>
                  <a:lnTo>
                    <a:pt x="5908234" y="73632"/>
                  </a:lnTo>
                  <a:lnTo>
                    <a:pt x="5908352" y="73632"/>
                  </a:lnTo>
                  <a:lnTo>
                    <a:pt x="5908470" y="73632"/>
                  </a:lnTo>
                  <a:lnTo>
                    <a:pt x="5908587" y="73632"/>
                  </a:lnTo>
                  <a:lnTo>
                    <a:pt x="5908705" y="73632"/>
                  </a:lnTo>
                  <a:lnTo>
                    <a:pt x="5908705" y="73202"/>
                  </a:lnTo>
                  <a:lnTo>
                    <a:pt x="5908823" y="73202"/>
                  </a:lnTo>
                  <a:lnTo>
                    <a:pt x="5908940" y="73202"/>
                  </a:lnTo>
                  <a:lnTo>
                    <a:pt x="5909058" y="73202"/>
                  </a:lnTo>
                  <a:lnTo>
                    <a:pt x="5909175" y="73202"/>
                  </a:lnTo>
                  <a:lnTo>
                    <a:pt x="5909293" y="73202"/>
                  </a:lnTo>
                  <a:lnTo>
                    <a:pt x="5909411" y="73202"/>
                  </a:lnTo>
                  <a:lnTo>
                    <a:pt x="5909528" y="73202"/>
                  </a:lnTo>
                  <a:lnTo>
                    <a:pt x="5909528" y="72771"/>
                  </a:lnTo>
                  <a:lnTo>
                    <a:pt x="5909646" y="72771"/>
                  </a:lnTo>
                  <a:lnTo>
                    <a:pt x="5909763" y="72771"/>
                  </a:lnTo>
                  <a:lnTo>
                    <a:pt x="5909763" y="72340"/>
                  </a:lnTo>
                  <a:lnTo>
                    <a:pt x="5909881" y="72340"/>
                  </a:lnTo>
                  <a:lnTo>
                    <a:pt x="5909999" y="72340"/>
                  </a:lnTo>
                  <a:lnTo>
                    <a:pt x="5910116" y="72340"/>
                  </a:lnTo>
                  <a:lnTo>
                    <a:pt x="5910234" y="72340"/>
                  </a:lnTo>
                  <a:lnTo>
                    <a:pt x="5910352" y="72340"/>
                  </a:lnTo>
                  <a:lnTo>
                    <a:pt x="5910469" y="72340"/>
                  </a:lnTo>
                  <a:lnTo>
                    <a:pt x="5910587" y="72340"/>
                  </a:lnTo>
                  <a:lnTo>
                    <a:pt x="5910704" y="72340"/>
                  </a:lnTo>
                  <a:lnTo>
                    <a:pt x="5910822" y="72340"/>
                  </a:lnTo>
                  <a:lnTo>
                    <a:pt x="5910940" y="72340"/>
                  </a:lnTo>
                  <a:lnTo>
                    <a:pt x="5911057" y="72340"/>
                  </a:lnTo>
                  <a:lnTo>
                    <a:pt x="5911175" y="72340"/>
                  </a:lnTo>
                  <a:lnTo>
                    <a:pt x="5911292" y="72340"/>
                  </a:lnTo>
                  <a:lnTo>
                    <a:pt x="5911410" y="72340"/>
                  </a:lnTo>
                  <a:lnTo>
                    <a:pt x="5911528" y="72340"/>
                  </a:lnTo>
                  <a:lnTo>
                    <a:pt x="5911645" y="72340"/>
                  </a:lnTo>
                  <a:lnTo>
                    <a:pt x="5911763" y="72340"/>
                  </a:lnTo>
                  <a:lnTo>
                    <a:pt x="5911881" y="72340"/>
                  </a:lnTo>
                  <a:lnTo>
                    <a:pt x="5911998" y="72340"/>
                  </a:lnTo>
                  <a:lnTo>
                    <a:pt x="5912116" y="72340"/>
                  </a:lnTo>
                  <a:lnTo>
                    <a:pt x="5912233" y="72340"/>
                  </a:lnTo>
                  <a:lnTo>
                    <a:pt x="5912351" y="72340"/>
                  </a:lnTo>
                  <a:lnTo>
                    <a:pt x="5912469" y="72340"/>
                  </a:lnTo>
                  <a:lnTo>
                    <a:pt x="5912586" y="72340"/>
                  </a:lnTo>
                  <a:lnTo>
                    <a:pt x="5912704" y="72340"/>
                  </a:lnTo>
                  <a:lnTo>
                    <a:pt x="5912821" y="72340"/>
                  </a:lnTo>
                  <a:lnTo>
                    <a:pt x="5912939" y="72340"/>
                  </a:lnTo>
                  <a:lnTo>
                    <a:pt x="5913057" y="72340"/>
                  </a:lnTo>
                  <a:lnTo>
                    <a:pt x="5913174" y="72340"/>
                  </a:lnTo>
                  <a:lnTo>
                    <a:pt x="5913292" y="72340"/>
                  </a:lnTo>
                  <a:lnTo>
                    <a:pt x="5913410" y="72340"/>
                  </a:lnTo>
                  <a:lnTo>
                    <a:pt x="5913527" y="72340"/>
                  </a:lnTo>
                  <a:lnTo>
                    <a:pt x="5913645" y="72340"/>
                  </a:lnTo>
                  <a:lnTo>
                    <a:pt x="5913762" y="72340"/>
                  </a:lnTo>
                  <a:lnTo>
                    <a:pt x="5913880" y="72340"/>
                  </a:lnTo>
                  <a:lnTo>
                    <a:pt x="5913998" y="72340"/>
                  </a:lnTo>
                  <a:lnTo>
                    <a:pt x="5914115" y="72340"/>
                  </a:lnTo>
                  <a:lnTo>
                    <a:pt x="5914233" y="72340"/>
                  </a:lnTo>
                  <a:lnTo>
                    <a:pt x="5914350" y="72340"/>
                  </a:lnTo>
                  <a:lnTo>
                    <a:pt x="5914468" y="72340"/>
                  </a:lnTo>
                  <a:lnTo>
                    <a:pt x="5914586" y="72340"/>
                  </a:lnTo>
                  <a:lnTo>
                    <a:pt x="5914703" y="72340"/>
                  </a:lnTo>
                  <a:lnTo>
                    <a:pt x="5914821" y="72340"/>
                  </a:lnTo>
                  <a:lnTo>
                    <a:pt x="5914938" y="72340"/>
                  </a:lnTo>
                  <a:lnTo>
                    <a:pt x="5915056" y="72340"/>
                  </a:lnTo>
                  <a:lnTo>
                    <a:pt x="5915174" y="72340"/>
                  </a:lnTo>
                  <a:lnTo>
                    <a:pt x="5915291" y="72340"/>
                  </a:lnTo>
                  <a:lnTo>
                    <a:pt x="5915409" y="72340"/>
                  </a:lnTo>
                  <a:lnTo>
                    <a:pt x="5915527" y="72340"/>
                  </a:lnTo>
                  <a:lnTo>
                    <a:pt x="5915644" y="72340"/>
                  </a:lnTo>
                  <a:lnTo>
                    <a:pt x="5915762" y="72340"/>
                  </a:lnTo>
                  <a:lnTo>
                    <a:pt x="5915879" y="72340"/>
                  </a:lnTo>
                  <a:lnTo>
                    <a:pt x="5915997" y="72340"/>
                  </a:lnTo>
                  <a:lnTo>
                    <a:pt x="5916115" y="72340"/>
                  </a:lnTo>
                  <a:lnTo>
                    <a:pt x="5916232" y="72340"/>
                  </a:lnTo>
                  <a:lnTo>
                    <a:pt x="5916350" y="72340"/>
                  </a:lnTo>
                  <a:lnTo>
                    <a:pt x="5916350" y="71910"/>
                  </a:lnTo>
                  <a:lnTo>
                    <a:pt x="5916467" y="71910"/>
                  </a:lnTo>
                  <a:lnTo>
                    <a:pt x="5916585" y="71910"/>
                  </a:lnTo>
                  <a:lnTo>
                    <a:pt x="5916703" y="71910"/>
                  </a:lnTo>
                  <a:lnTo>
                    <a:pt x="5916820" y="71910"/>
                  </a:lnTo>
                  <a:lnTo>
                    <a:pt x="5916820" y="71479"/>
                  </a:lnTo>
                  <a:lnTo>
                    <a:pt x="5916938" y="71479"/>
                  </a:lnTo>
                  <a:lnTo>
                    <a:pt x="5917056" y="71479"/>
                  </a:lnTo>
                  <a:lnTo>
                    <a:pt x="5917056" y="71049"/>
                  </a:lnTo>
                  <a:lnTo>
                    <a:pt x="5917173" y="71049"/>
                  </a:lnTo>
                  <a:lnTo>
                    <a:pt x="5917291" y="71049"/>
                  </a:lnTo>
                  <a:lnTo>
                    <a:pt x="5917408" y="71049"/>
                  </a:lnTo>
                  <a:lnTo>
                    <a:pt x="5917526" y="71049"/>
                  </a:lnTo>
                  <a:lnTo>
                    <a:pt x="5917644" y="71049"/>
                  </a:lnTo>
                  <a:lnTo>
                    <a:pt x="5917761" y="71049"/>
                  </a:lnTo>
                  <a:lnTo>
                    <a:pt x="5917879" y="71049"/>
                  </a:lnTo>
                  <a:lnTo>
                    <a:pt x="5917996" y="71049"/>
                  </a:lnTo>
                  <a:lnTo>
                    <a:pt x="5918114" y="71049"/>
                  </a:lnTo>
                  <a:lnTo>
                    <a:pt x="5918232" y="71049"/>
                  </a:lnTo>
                  <a:lnTo>
                    <a:pt x="5918349" y="71049"/>
                  </a:lnTo>
                  <a:lnTo>
                    <a:pt x="5918467" y="71049"/>
                  </a:lnTo>
                  <a:lnTo>
                    <a:pt x="5918585" y="71049"/>
                  </a:lnTo>
                  <a:lnTo>
                    <a:pt x="5918702" y="71049"/>
                  </a:lnTo>
                  <a:lnTo>
                    <a:pt x="5918702" y="70618"/>
                  </a:lnTo>
                  <a:lnTo>
                    <a:pt x="5918820" y="70618"/>
                  </a:lnTo>
                  <a:lnTo>
                    <a:pt x="5918937" y="70618"/>
                  </a:lnTo>
                  <a:lnTo>
                    <a:pt x="5919055" y="70618"/>
                  </a:lnTo>
                  <a:lnTo>
                    <a:pt x="5919173" y="70618"/>
                  </a:lnTo>
                  <a:lnTo>
                    <a:pt x="5919290" y="70618"/>
                  </a:lnTo>
                  <a:lnTo>
                    <a:pt x="5919290" y="70187"/>
                  </a:lnTo>
                  <a:lnTo>
                    <a:pt x="5919408" y="70187"/>
                  </a:lnTo>
                  <a:lnTo>
                    <a:pt x="5919525" y="70187"/>
                  </a:lnTo>
                  <a:lnTo>
                    <a:pt x="5919643" y="70187"/>
                  </a:lnTo>
                  <a:lnTo>
                    <a:pt x="5919761" y="70187"/>
                  </a:lnTo>
                  <a:lnTo>
                    <a:pt x="5919878" y="70187"/>
                  </a:lnTo>
                  <a:lnTo>
                    <a:pt x="5919996" y="70187"/>
                  </a:lnTo>
                  <a:lnTo>
                    <a:pt x="5920114" y="70187"/>
                  </a:lnTo>
                  <a:lnTo>
                    <a:pt x="5920231" y="70187"/>
                  </a:lnTo>
                  <a:lnTo>
                    <a:pt x="5920349" y="70187"/>
                  </a:lnTo>
                  <a:lnTo>
                    <a:pt x="5920466" y="70187"/>
                  </a:lnTo>
                  <a:lnTo>
                    <a:pt x="5920584" y="70187"/>
                  </a:lnTo>
                  <a:lnTo>
                    <a:pt x="5920702" y="70187"/>
                  </a:lnTo>
                  <a:lnTo>
                    <a:pt x="5920819" y="70187"/>
                  </a:lnTo>
                  <a:lnTo>
                    <a:pt x="5920937" y="70187"/>
                  </a:lnTo>
                  <a:lnTo>
                    <a:pt x="5921054" y="70187"/>
                  </a:lnTo>
                  <a:lnTo>
                    <a:pt x="5921172" y="70187"/>
                  </a:lnTo>
                  <a:lnTo>
                    <a:pt x="5921290" y="70187"/>
                  </a:lnTo>
                  <a:lnTo>
                    <a:pt x="5921407" y="70187"/>
                  </a:lnTo>
                  <a:lnTo>
                    <a:pt x="5921525" y="70187"/>
                  </a:lnTo>
                  <a:lnTo>
                    <a:pt x="5921643" y="70187"/>
                  </a:lnTo>
                  <a:lnTo>
                    <a:pt x="5921760" y="70187"/>
                  </a:lnTo>
                  <a:lnTo>
                    <a:pt x="5921878" y="70187"/>
                  </a:lnTo>
                  <a:lnTo>
                    <a:pt x="5921995" y="70187"/>
                  </a:lnTo>
                  <a:lnTo>
                    <a:pt x="5922113" y="70187"/>
                  </a:lnTo>
                  <a:lnTo>
                    <a:pt x="5922231" y="70187"/>
                  </a:lnTo>
                  <a:lnTo>
                    <a:pt x="5922348" y="70187"/>
                  </a:lnTo>
                  <a:lnTo>
                    <a:pt x="5922466" y="70187"/>
                  </a:lnTo>
                  <a:lnTo>
                    <a:pt x="5922583" y="70187"/>
                  </a:lnTo>
                  <a:lnTo>
                    <a:pt x="5922701" y="70187"/>
                  </a:lnTo>
                  <a:lnTo>
                    <a:pt x="5922819" y="70187"/>
                  </a:lnTo>
                  <a:lnTo>
                    <a:pt x="5922936" y="70187"/>
                  </a:lnTo>
                  <a:lnTo>
                    <a:pt x="5923054" y="70187"/>
                  </a:lnTo>
                  <a:lnTo>
                    <a:pt x="5923054" y="69757"/>
                  </a:lnTo>
                  <a:lnTo>
                    <a:pt x="5923171" y="69757"/>
                  </a:lnTo>
                  <a:lnTo>
                    <a:pt x="5923289" y="69757"/>
                  </a:lnTo>
                  <a:lnTo>
                    <a:pt x="5923407" y="69757"/>
                  </a:lnTo>
                  <a:lnTo>
                    <a:pt x="5923524" y="69757"/>
                  </a:lnTo>
                  <a:lnTo>
                    <a:pt x="5923642" y="69757"/>
                  </a:lnTo>
                  <a:lnTo>
                    <a:pt x="5923760" y="69757"/>
                  </a:lnTo>
                  <a:lnTo>
                    <a:pt x="5923877" y="69757"/>
                  </a:lnTo>
                  <a:lnTo>
                    <a:pt x="5923995" y="69757"/>
                  </a:lnTo>
                  <a:lnTo>
                    <a:pt x="5924112" y="69757"/>
                  </a:lnTo>
                  <a:lnTo>
                    <a:pt x="5924230" y="69757"/>
                  </a:lnTo>
                  <a:lnTo>
                    <a:pt x="5924348" y="69757"/>
                  </a:lnTo>
                  <a:lnTo>
                    <a:pt x="5924465" y="69757"/>
                  </a:lnTo>
                  <a:lnTo>
                    <a:pt x="5924583" y="69757"/>
                  </a:lnTo>
                  <a:lnTo>
                    <a:pt x="5924700" y="69757"/>
                  </a:lnTo>
                  <a:lnTo>
                    <a:pt x="5924818" y="69757"/>
                  </a:lnTo>
                  <a:lnTo>
                    <a:pt x="5924936" y="69757"/>
                  </a:lnTo>
                  <a:lnTo>
                    <a:pt x="5925053" y="69757"/>
                  </a:lnTo>
                  <a:lnTo>
                    <a:pt x="5925053" y="69326"/>
                  </a:lnTo>
                  <a:lnTo>
                    <a:pt x="5925171" y="69326"/>
                  </a:lnTo>
                  <a:lnTo>
                    <a:pt x="5925289" y="69326"/>
                  </a:lnTo>
                  <a:lnTo>
                    <a:pt x="5925406" y="69326"/>
                  </a:lnTo>
                  <a:lnTo>
                    <a:pt x="5925406" y="68896"/>
                  </a:lnTo>
                  <a:lnTo>
                    <a:pt x="5925524" y="68896"/>
                  </a:lnTo>
                  <a:lnTo>
                    <a:pt x="5925641" y="68896"/>
                  </a:lnTo>
                  <a:lnTo>
                    <a:pt x="5925759" y="68896"/>
                  </a:lnTo>
                  <a:lnTo>
                    <a:pt x="5925877" y="68896"/>
                  </a:lnTo>
                  <a:lnTo>
                    <a:pt x="5925994" y="68896"/>
                  </a:lnTo>
                  <a:lnTo>
                    <a:pt x="5926112" y="68896"/>
                  </a:lnTo>
                  <a:lnTo>
                    <a:pt x="5926229" y="68896"/>
                  </a:lnTo>
                  <a:lnTo>
                    <a:pt x="5926229" y="68465"/>
                  </a:lnTo>
                  <a:lnTo>
                    <a:pt x="5926347" y="68465"/>
                  </a:lnTo>
                  <a:lnTo>
                    <a:pt x="5926465" y="68465"/>
                  </a:lnTo>
                  <a:lnTo>
                    <a:pt x="5926582" y="68465"/>
                  </a:lnTo>
                  <a:lnTo>
                    <a:pt x="5926700" y="68465"/>
                  </a:lnTo>
                  <a:lnTo>
                    <a:pt x="5926818" y="68465"/>
                  </a:lnTo>
                  <a:lnTo>
                    <a:pt x="5926935" y="68465"/>
                  </a:lnTo>
                  <a:lnTo>
                    <a:pt x="5927053" y="68465"/>
                  </a:lnTo>
                  <a:lnTo>
                    <a:pt x="5927170" y="68465"/>
                  </a:lnTo>
                  <a:lnTo>
                    <a:pt x="5927288" y="68465"/>
                  </a:lnTo>
                  <a:lnTo>
                    <a:pt x="5927406" y="68465"/>
                  </a:lnTo>
                  <a:lnTo>
                    <a:pt x="5927523" y="68465"/>
                  </a:lnTo>
                  <a:lnTo>
                    <a:pt x="5927641" y="68465"/>
                  </a:lnTo>
                  <a:lnTo>
                    <a:pt x="5927758" y="68465"/>
                  </a:lnTo>
                  <a:lnTo>
                    <a:pt x="5927876" y="68465"/>
                  </a:lnTo>
                  <a:lnTo>
                    <a:pt x="5927994" y="68465"/>
                  </a:lnTo>
                  <a:lnTo>
                    <a:pt x="5928111" y="68465"/>
                  </a:lnTo>
                  <a:lnTo>
                    <a:pt x="5928229" y="68465"/>
                  </a:lnTo>
                  <a:lnTo>
                    <a:pt x="5928347" y="68465"/>
                  </a:lnTo>
                  <a:lnTo>
                    <a:pt x="5928464" y="68465"/>
                  </a:lnTo>
                  <a:lnTo>
                    <a:pt x="5928582" y="68465"/>
                  </a:lnTo>
                  <a:lnTo>
                    <a:pt x="5928582" y="68034"/>
                  </a:lnTo>
                  <a:lnTo>
                    <a:pt x="5928699" y="68034"/>
                  </a:lnTo>
                  <a:lnTo>
                    <a:pt x="5928817" y="68034"/>
                  </a:lnTo>
                  <a:lnTo>
                    <a:pt x="5928935" y="68034"/>
                  </a:lnTo>
                  <a:lnTo>
                    <a:pt x="5929052" y="68034"/>
                  </a:lnTo>
                  <a:lnTo>
                    <a:pt x="5929170" y="68034"/>
                  </a:lnTo>
                  <a:lnTo>
                    <a:pt x="5929287" y="68034"/>
                  </a:lnTo>
                  <a:lnTo>
                    <a:pt x="5929405" y="68034"/>
                  </a:lnTo>
                  <a:lnTo>
                    <a:pt x="5929523" y="68034"/>
                  </a:lnTo>
                  <a:lnTo>
                    <a:pt x="5929640" y="68034"/>
                  </a:lnTo>
                  <a:lnTo>
                    <a:pt x="5929758" y="68034"/>
                  </a:lnTo>
                  <a:lnTo>
                    <a:pt x="5929876" y="68034"/>
                  </a:lnTo>
                  <a:lnTo>
                    <a:pt x="5929993" y="68034"/>
                  </a:lnTo>
                  <a:lnTo>
                    <a:pt x="5930111" y="68034"/>
                  </a:lnTo>
                  <a:lnTo>
                    <a:pt x="5930228" y="68034"/>
                  </a:lnTo>
                  <a:lnTo>
                    <a:pt x="5930346" y="68034"/>
                  </a:lnTo>
                  <a:lnTo>
                    <a:pt x="5930464" y="68034"/>
                  </a:lnTo>
                  <a:lnTo>
                    <a:pt x="5930464" y="67604"/>
                  </a:lnTo>
                  <a:lnTo>
                    <a:pt x="5930581" y="67604"/>
                  </a:lnTo>
                  <a:lnTo>
                    <a:pt x="5930699" y="67604"/>
                  </a:lnTo>
                  <a:lnTo>
                    <a:pt x="5930816" y="67604"/>
                  </a:lnTo>
                  <a:lnTo>
                    <a:pt x="5930934" y="67604"/>
                  </a:lnTo>
                  <a:lnTo>
                    <a:pt x="5931052" y="67604"/>
                  </a:lnTo>
                  <a:lnTo>
                    <a:pt x="5931169" y="67604"/>
                  </a:lnTo>
                  <a:lnTo>
                    <a:pt x="5931287" y="67604"/>
                  </a:lnTo>
                  <a:lnTo>
                    <a:pt x="5931404" y="67604"/>
                  </a:lnTo>
                  <a:lnTo>
                    <a:pt x="5931522" y="67604"/>
                  </a:lnTo>
                  <a:lnTo>
                    <a:pt x="5931640" y="67604"/>
                  </a:lnTo>
                  <a:lnTo>
                    <a:pt x="5931757" y="67604"/>
                  </a:lnTo>
                  <a:lnTo>
                    <a:pt x="5931875" y="67604"/>
                  </a:lnTo>
                  <a:lnTo>
                    <a:pt x="5931993" y="67604"/>
                  </a:lnTo>
                  <a:lnTo>
                    <a:pt x="5932110" y="67604"/>
                  </a:lnTo>
                  <a:lnTo>
                    <a:pt x="5932228" y="67604"/>
                  </a:lnTo>
                  <a:lnTo>
                    <a:pt x="5932345" y="67604"/>
                  </a:lnTo>
                  <a:lnTo>
                    <a:pt x="5932463" y="67604"/>
                  </a:lnTo>
                  <a:lnTo>
                    <a:pt x="5932581" y="67604"/>
                  </a:lnTo>
                  <a:lnTo>
                    <a:pt x="5932698" y="67604"/>
                  </a:lnTo>
                  <a:lnTo>
                    <a:pt x="5932816" y="67604"/>
                  </a:lnTo>
                  <a:lnTo>
                    <a:pt x="5932933" y="67604"/>
                  </a:lnTo>
                  <a:lnTo>
                    <a:pt x="5933051" y="67604"/>
                  </a:lnTo>
                  <a:lnTo>
                    <a:pt x="5933169" y="67604"/>
                  </a:lnTo>
                  <a:lnTo>
                    <a:pt x="5933286" y="67604"/>
                  </a:lnTo>
                  <a:lnTo>
                    <a:pt x="5933404" y="67604"/>
                  </a:lnTo>
                  <a:lnTo>
                    <a:pt x="5933522" y="67604"/>
                  </a:lnTo>
                  <a:lnTo>
                    <a:pt x="5933639" y="67604"/>
                  </a:lnTo>
                  <a:lnTo>
                    <a:pt x="5933757" y="67604"/>
                  </a:lnTo>
                  <a:lnTo>
                    <a:pt x="5933874" y="67604"/>
                  </a:lnTo>
                  <a:lnTo>
                    <a:pt x="5933992" y="67604"/>
                  </a:lnTo>
                  <a:lnTo>
                    <a:pt x="5934110" y="67604"/>
                  </a:lnTo>
                  <a:lnTo>
                    <a:pt x="5934227" y="67604"/>
                  </a:lnTo>
                  <a:lnTo>
                    <a:pt x="5934345" y="67604"/>
                  </a:lnTo>
                  <a:lnTo>
                    <a:pt x="5934462" y="67604"/>
                  </a:lnTo>
                  <a:lnTo>
                    <a:pt x="5934580" y="67604"/>
                  </a:lnTo>
                  <a:lnTo>
                    <a:pt x="5934698" y="67604"/>
                  </a:lnTo>
                  <a:lnTo>
                    <a:pt x="5934815" y="67604"/>
                  </a:lnTo>
                  <a:lnTo>
                    <a:pt x="5934933" y="67604"/>
                  </a:lnTo>
                  <a:lnTo>
                    <a:pt x="5934933" y="67173"/>
                  </a:lnTo>
                  <a:lnTo>
                    <a:pt x="5935051" y="67173"/>
                  </a:lnTo>
                  <a:lnTo>
                    <a:pt x="5935168" y="67173"/>
                  </a:lnTo>
                  <a:lnTo>
                    <a:pt x="5935286" y="67173"/>
                  </a:lnTo>
                  <a:lnTo>
                    <a:pt x="5935403" y="67173"/>
                  </a:lnTo>
                  <a:lnTo>
                    <a:pt x="5935521" y="67173"/>
                  </a:lnTo>
                  <a:lnTo>
                    <a:pt x="5935639" y="67173"/>
                  </a:lnTo>
                  <a:lnTo>
                    <a:pt x="5935756" y="67173"/>
                  </a:lnTo>
                  <a:lnTo>
                    <a:pt x="5935874" y="67173"/>
                  </a:lnTo>
                  <a:lnTo>
                    <a:pt x="5935874" y="66743"/>
                  </a:lnTo>
                  <a:lnTo>
                    <a:pt x="5935991" y="66743"/>
                  </a:lnTo>
                  <a:lnTo>
                    <a:pt x="5936109" y="66743"/>
                  </a:lnTo>
                  <a:lnTo>
                    <a:pt x="5936227" y="66743"/>
                  </a:lnTo>
                  <a:lnTo>
                    <a:pt x="5936344" y="66743"/>
                  </a:lnTo>
                  <a:lnTo>
                    <a:pt x="5936462" y="66743"/>
                  </a:lnTo>
                  <a:lnTo>
                    <a:pt x="5936580" y="66743"/>
                  </a:lnTo>
                  <a:lnTo>
                    <a:pt x="5936697" y="66743"/>
                  </a:lnTo>
                  <a:lnTo>
                    <a:pt x="5936815" y="66743"/>
                  </a:lnTo>
                  <a:lnTo>
                    <a:pt x="5936932" y="66743"/>
                  </a:lnTo>
                  <a:lnTo>
                    <a:pt x="5937050" y="66743"/>
                  </a:lnTo>
                  <a:lnTo>
                    <a:pt x="5937168" y="66743"/>
                  </a:lnTo>
                  <a:lnTo>
                    <a:pt x="5937285" y="66743"/>
                  </a:lnTo>
                  <a:lnTo>
                    <a:pt x="5937403" y="66743"/>
                  </a:lnTo>
                  <a:lnTo>
                    <a:pt x="5937520" y="66743"/>
                  </a:lnTo>
                  <a:lnTo>
                    <a:pt x="5937638" y="66743"/>
                  </a:lnTo>
                  <a:lnTo>
                    <a:pt x="5937756" y="66743"/>
                  </a:lnTo>
                  <a:lnTo>
                    <a:pt x="5937873" y="66743"/>
                  </a:lnTo>
                  <a:lnTo>
                    <a:pt x="5937991" y="66743"/>
                  </a:lnTo>
                  <a:lnTo>
                    <a:pt x="5938109" y="66743"/>
                  </a:lnTo>
                  <a:lnTo>
                    <a:pt x="5938226" y="66743"/>
                  </a:lnTo>
                  <a:lnTo>
                    <a:pt x="5938344" y="66743"/>
                  </a:lnTo>
                  <a:lnTo>
                    <a:pt x="5938461" y="66743"/>
                  </a:lnTo>
                  <a:lnTo>
                    <a:pt x="5938579" y="66743"/>
                  </a:lnTo>
                  <a:lnTo>
                    <a:pt x="5938579" y="66312"/>
                  </a:lnTo>
                  <a:lnTo>
                    <a:pt x="5938697" y="66312"/>
                  </a:lnTo>
                  <a:lnTo>
                    <a:pt x="5938814" y="66312"/>
                  </a:lnTo>
                  <a:lnTo>
                    <a:pt x="5938932" y="66312"/>
                  </a:lnTo>
                  <a:lnTo>
                    <a:pt x="5939049" y="66312"/>
                  </a:lnTo>
                  <a:lnTo>
                    <a:pt x="5939167" y="66312"/>
                  </a:lnTo>
                  <a:lnTo>
                    <a:pt x="5939285" y="66312"/>
                  </a:lnTo>
                  <a:lnTo>
                    <a:pt x="5939285" y="65881"/>
                  </a:lnTo>
                  <a:lnTo>
                    <a:pt x="5939402" y="65881"/>
                  </a:lnTo>
                  <a:lnTo>
                    <a:pt x="5939402" y="65451"/>
                  </a:lnTo>
                  <a:lnTo>
                    <a:pt x="5939520" y="65451"/>
                  </a:lnTo>
                  <a:lnTo>
                    <a:pt x="5939637" y="65451"/>
                  </a:lnTo>
                  <a:lnTo>
                    <a:pt x="5939637" y="65020"/>
                  </a:lnTo>
                  <a:lnTo>
                    <a:pt x="5939755" y="65020"/>
                  </a:lnTo>
                  <a:lnTo>
                    <a:pt x="5939873" y="65020"/>
                  </a:lnTo>
                  <a:lnTo>
                    <a:pt x="5939990" y="65020"/>
                  </a:lnTo>
                  <a:lnTo>
                    <a:pt x="5940108" y="65020"/>
                  </a:lnTo>
                  <a:lnTo>
                    <a:pt x="5940226" y="65020"/>
                  </a:lnTo>
                  <a:lnTo>
                    <a:pt x="5940343" y="65020"/>
                  </a:lnTo>
                  <a:lnTo>
                    <a:pt x="5940461" y="65020"/>
                  </a:lnTo>
                  <a:lnTo>
                    <a:pt x="5940578" y="65020"/>
                  </a:lnTo>
                  <a:lnTo>
                    <a:pt x="5940696" y="65020"/>
                  </a:lnTo>
                  <a:lnTo>
                    <a:pt x="5940814" y="65020"/>
                  </a:lnTo>
                  <a:lnTo>
                    <a:pt x="5940931" y="65020"/>
                  </a:lnTo>
                  <a:lnTo>
                    <a:pt x="5941049" y="65020"/>
                  </a:lnTo>
                  <a:lnTo>
                    <a:pt x="5941166" y="65020"/>
                  </a:lnTo>
                  <a:lnTo>
                    <a:pt x="5941284" y="65020"/>
                  </a:lnTo>
                  <a:lnTo>
                    <a:pt x="5941402" y="65020"/>
                  </a:lnTo>
                  <a:lnTo>
                    <a:pt x="5941519" y="65020"/>
                  </a:lnTo>
                  <a:lnTo>
                    <a:pt x="5941637" y="65020"/>
                  </a:lnTo>
                  <a:lnTo>
                    <a:pt x="5941637" y="64590"/>
                  </a:lnTo>
                  <a:lnTo>
                    <a:pt x="5941755" y="64590"/>
                  </a:lnTo>
                  <a:lnTo>
                    <a:pt x="5941872" y="64590"/>
                  </a:lnTo>
                  <a:lnTo>
                    <a:pt x="5941990" y="64590"/>
                  </a:lnTo>
                  <a:lnTo>
                    <a:pt x="5942107" y="64590"/>
                  </a:lnTo>
                  <a:lnTo>
                    <a:pt x="5942225" y="64590"/>
                  </a:lnTo>
                  <a:lnTo>
                    <a:pt x="5942343" y="64590"/>
                  </a:lnTo>
                  <a:lnTo>
                    <a:pt x="5942460" y="64590"/>
                  </a:lnTo>
                  <a:lnTo>
                    <a:pt x="5942578" y="64590"/>
                  </a:lnTo>
                  <a:lnTo>
                    <a:pt x="5942695" y="64590"/>
                  </a:lnTo>
                  <a:lnTo>
                    <a:pt x="5942813" y="64590"/>
                  </a:lnTo>
                  <a:lnTo>
                    <a:pt x="5942931" y="64590"/>
                  </a:lnTo>
                  <a:lnTo>
                    <a:pt x="5943048" y="64590"/>
                  </a:lnTo>
                  <a:lnTo>
                    <a:pt x="5943166" y="64590"/>
                  </a:lnTo>
                  <a:lnTo>
                    <a:pt x="5943284" y="64590"/>
                  </a:lnTo>
                  <a:lnTo>
                    <a:pt x="5943401" y="64590"/>
                  </a:lnTo>
                  <a:lnTo>
                    <a:pt x="5943519" y="64590"/>
                  </a:lnTo>
                  <a:lnTo>
                    <a:pt x="5943636" y="64590"/>
                  </a:lnTo>
                  <a:lnTo>
                    <a:pt x="5943754" y="64590"/>
                  </a:lnTo>
                  <a:lnTo>
                    <a:pt x="5943872" y="64590"/>
                  </a:lnTo>
                  <a:lnTo>
                    <a:pt x="5943989" y="64590"/>
                  </a:lnTo>
                  <a:lnTo>
                    <a:pt x="5944107" y="64590"/>
                  </a:lnTo>
                  <a:lnTo>
                    <a:pt x="5944107" y="64159"/>
                  </a:lnTo>
                  <a:lnTo>
                    <a:pt x="5944224" y="64159"/>
                  </a:lnTo>
                  <a:lnTo>
                    <a:pt x="5944342" y="64159"/>
                  </a:lnTo>
                  <a:lnTo>
                    <a:pt x="5944460" y="64159"/>
                  </a:lnTo>
                  <a:lnTo>
                    <a:pt x="5944577" y="64159"/>
                  </a:lnTo>
                  <a:lnTo>
                    <a:pt x="5944695" y="64159"/>
                  </a:lnTo>
                  <a:lnTo>
                    <a:pt x="5944813" y="64159"/>
                  </a:lnTo>
                  <a:lnTo>
                    <a:pt x="5944930" y="64159"/>
                  </a:lnTo>
                  <a:lnTo>
                    <a:pt x="5945048" y="64159"/>
                  </a:lnTo>
                  <a:lnTo>
                    <a:pt x="5945165" y="64159"/>
                  </a:lnTo>
                  <a:lnTo>
                    <a:pt x="5945283" y="64159"/>
                  </a:lnTo>
                  <a:lnTo>
                    <a:pt x="5945401" y="64159"/>
                  </a:lnTo>
                  <a:lnTo>
                    <a:pt x="5945518" y="64159"/>
                  </a:lnTo>
                  <a:lnTo>
                    <a:pt x="5945636" y="64159"/>
                  </a:lnTo>
                  <a:lnTo>
                    <a:pt x="5945753" y="64159"/>
                  </a:lnTo>
                  <a:lnTo>
                    <a:pt x="5945871" y="64159"/>
                  </a:lnTo>
                  <a:lnTo>
                    <a:pt x="5945989" y="64159"/>
                  </a:lnTo>
                  <a:lnTo>
                    <a:pt x="5946106" y="64159"/>
                  </a:lnTo>
                  <a:lnTo>
                    <a:pt x="5946224" y="64159"/>
                  </a:lnTo>
                  <a:lnTo>
                    <a:pt x="5946342" y="64159"/>
                  </a:lnTo>
                  <a:lnTo>
                    <a:pt x="5946459" y="64159"/>
                  </a:lnTo>
                  <a:lnTo>
                    <a:pt x="5946577" y="64159"/>
                  </a:lnTo>
                  <a:lnTo>
                    <a:pt x="5946694" y="64159"/>
                  </a:lnTo>
                  <a:lnTo>
                    <a:pt x="5946812" y="64159"/>
                  </a:lnTo>
                  <a:lnTo>
                    <a:pt x="5946930" y="64159"/>
                  </a:lnTo>
                  <a:lnTo>
                    <a:pt x="5947047" y="64159"/>
                  </a:lnTo>
                  <a:lnTo>
                    <a:pt x="5947047" y="63728"/>
                  </a:lnTo>
                  <a:lnTo>
                    <a:pt x="5947165" y="63728"/>
                  </a:lnTo>
                  <a:lnTo>
                    <a:pt x="5947282" y="63728"/>
                  </a:lnTo>
                  <a:lnTo>
                    <a:pt x="5947400" y="63728"/>
                  </a:lnTo>
                  <a:lnTo>
                    <a:pt x="5947518" y="63728"/>
                  </a:lnTo>
                  <a:lnTo>
                    <a:pt x="5947635" y="63728"/>
                  </a:lnTo>
                  <a:lnTo>
                    <a:pt x="5947753" y="63728"/>
                  </a:lnTo>
                  <a:lnTo>
                    <a:pt x="5947870" y="63728"/>
                  </a:lnTo>
                  <a:lnTo>
                    <a:pt x="5947988" y="63728"/>
                  </a:lnTo>
                  <a:lnTo>
                    <a:pt x="5948106" y="63728"/>
                  </a:lnTo>
                  <a:lnTo>
                    <a:pt x="5948223" y="63728"/>
                  </a:lnTo>
                  <a:lnTo>
                    <a:pt x="5948341" y="63728"/>
                  </a:lnTo>
                  <a:lnTo>
                    <a:pt x="5948459" y="63728"/>
                  </a:lnTo>
                  <a:lnTo>
                    <a:pt x="5948576" y="63728"/>
                  </a:lnTo>
                  <a:lnTo>
                    <a:pt x="5948694" y="63728"/>
                  </a:lnTo>
                  <a:lnTo>
                    <a:pt x="5948811" y="63728"/>
                  </a:lnTo>
                  <a:lnTo>
                    <a:pt x="5948929" y="63728"/>
                  </a:lnTo>
                  <a:lnTo>
                    <a:pt x="5949047" y="63728"/>
                  </a:lnTo>
                  <a:lnTo>
                    <a:pt x="5949164" y="63728"/>
                  </a:lnTo>
                  <a:lnTo>
                    <a:pt x="5949282" y="63728"/>
                  </a:lnTo>
                  <a:lnTo>
                    <a:pt x="5949399" y="63728"/>
                  </a:lnTo>
                  <a:lnTo>
                    <a:pt x="5949517" y="63728"/>
                  </a:lnTo>
                  <a:lnTo>
                    <a:pt x="5949635" y="63728"/>
                  </a:lnTo>
                  <a:lnTo>
                    <a:pt x="5949752" y="63728"/>
                  </a:lnTo>
                  <a:lnTo>
                    <a:pt x="5949870" y="63728"/>
                  </a:lnTo>
                  <a:lnTo>
                    <a:pt x="5949988" y="63728"/>
                  </a:lnTo>
                  <a:lnTo>
                    <a:pt x="5950105" y="63728"/>
                  </a:lnTo>
                  <a:lnTo>
                    <a:pt x="5950223" y="63728"/>
                  </a:lnTo>
                  <a:lnTo>
                    <a:pt x="5950223" y="63298"/>
                  </a:lnTo>
                  <a:lnTo>
                    <a:pt x="5950223" y="62867"/>
                  </a:lnTo>
                  <a:lnTo>
                    <a:pt x="5950340" y="62867"/>
                  </a:lnTo>
                  <a:lnTo>
                    <a:pt x="5950458" y="62867"/>
                  </a:lnTo>
                  <a:lnTo>
                    <a:pt x="5950576" y="62867"/>
                  </a:lnTo>
                  <a:lnTo>
                    <a:pt x="5950693" y="62867"/>
                  </a:lnTo>
                  <a:lnTo>
                    <a:pt x="5950811" y="62867"/>
                  </a:lnTo>
                  <a:lnTo>
                    <a:pt x="5950928" y="62867"/>
                  </a:lnTo>
                  <a:lnTo>
                    <a:pt x="5950928" y="62437"/>
                  </a:lnTo>
                  <a:lnTo>
                    <a:pt x="5951046" y="62437"/>
                  </a:lnTo>
                  <a:lnTo>
                    <a:pt x="5951164" y="62437"/>
                  </a:lnTo>
                  <a:lnTo>
                    <a:pt x="5951281" y="62437"/>
                  </a:lnTo>
                  <a:lnTo>
                    <a:pt x="5951399" y="62437"/>
                  </a:lnTo>
                  <a:lnTo>
                    <a:pt x="5951517" y="62437"/>
                  </a:lnTo>
                  <a:lnTo>
                    <a:pt x="5951634" y="62437"/>
                  </a:lnTo>
                  <a:lnTo>
                    <a:pt x="5951752" y="62437"/>
                  </a:lnTo>
                  <a:lnTo>
                    <a:pt x="5951869" y="62437"/>
                  </a:lnTo>
                  <a:lnTo>
                    <a:pt x="5951987" y="62437"/>
                  </a:lnTo>
                  <a:lnTo>
                    <a:pt x="5952105" y="62437"/>
                  </a:lnTo>
                  <a:lnTo>
                    <a:pt x="5952222" y="62437"/>
                  </a:lnTo>
                  <a:lnTo>
                    <a:pt x="5952340" y="62437"/>
                  </a:lnTo>
                  <a:lnTo>
                    <a:pt x="5952457" y="62437"/>
                  </a:lnTo>
                  <a:lnTo>
                    <a:pt x="5952575" y="62437"/>
                  </a:lnTo>
                  <a:lnTo>
                    <a:pt x="5952693" y="62437"/>
                  </a:lnTo>
                  <a:lnTo>
                    <a:pt x="5952693" y="62006"/>
                  </a:lnTo>
                  <a:lnTo>
                    <a:pt x="5952810" y="62006"/>
                  </a:lnTo>
                  <a:lnTo>
                    <a:pt x="5952928" y="62006"/>
                  </a:lnTo>
                  <a:lnTo>
                    <a:pt x="5953046" y="62006"/>
                  </a:lnTo>
                  <a:lnTo>
                    <a:pt x="5953163" y="62006"/>
                  </a:lnTo>
                  <a:lnTo>
                    <a:pt x="5953281" y="62006"/>
                  </a:lnTo>
                  <a:lnTo>
                    <a:pt x="5953398" y="62006"/>
                  </a:lnTo>
                  <a:lnTo>
                    <a:pt x="5953516" y="62006"/>
                  </a:lnTo>
                  <a:lnTo>
                    <a:pt x="5953634" y="62006"/>
                  </a:lnTo>
                  <a:lnTo>
                    <a:pt x="5953751" y="62006"/>
                  </a:lnTo>
                  <a:lnTo>
                    <a:pt x="5953869" y="62006"/>
                  </a:lnTo>
                  <a:lnTo>
                    <a:pt x="5953986" y="62006"/>
                  </a:lnTo>
                  <a:lnTo>
                    <a:pt x="5954104" y="62006"/>
                  </a:lnTo>
                  <a:lnTo>
                    <a:pt x="5954222" y="62006"/>
                  </a:lnTo>
                  <a:lnTo>
                    <a:pt x="5954339" y="62006"/>
                  </a:lnTo>
                  <a:lnTo>
                    <a:pt x="5954457" y="62006"/>
                  </a:lnTo>
                  <a:lnTo>
                    <a:pt x="5954575" y="62006"/>
                  </a:lnTo>
                  <a:lnTo>
                    <a:pt x="5954692" y="62006"/>
                  </a:lnTo>
                  <a:lnTo>
                    <a:pt x="5954810" y="62006"/>
                  </a:lnTo>
                  <a:lnTo>
                    <a:pt x="5954927" y="62006"/>
                  </a:lnTo>
                  <a:lnTo>
                    <a:pt x="5955045" y="62006"/>
                  </a:lnTo>
                  <a:lnTo>
                    <a:pt x="5955163" y="62006"/>
                  </a:lnTo>
                  <a:lnTo>
                    <a:pt x="5955280" y="62006"/>
                  </a:lnTo>
                  <a:lnTo>
                    <a:pt x="5955398" y="62006"/>
                  </a:lnTo>
                  <a:lnTo>
                    <a:pt x="5955515" y="62006"/>
                  </a:lnTo>
                  <a:lnTo>
                    <a:pt x="5955633" y="62006"/>
                  </a:lnTo>
                  <a:lnTo>
                    <a:pt x="5955751" y="62006"/>
                  </a:lnTo>
                  <a:lnTo>
                    <a:pt x="5955868" y="62006"/>
                  </a:lnTo>
                  <a:lnTo>
                    <a:pt x="5955986" y="62006"/>
                  </a:lnTo>
                  <a:lnTo>
                    <a:pt x="5956103" y="62006"/>
                  </a:lnTo>
                  <a:lnTo>
                    <a:pt x="5956221" y="62006"/>
                  </a:lnTo>
                  <a:lnTo>
                    <a:pt x="5956339" y="62006"/>
                  </a:lnTo>
                  <a:lnTo>
                    <a:pt x="5956456" y="62006"/>
                  </a:lnTo>
                  <a:lnTo>
                    <a:pt x="5956574" y="62006"/>
                  </a:lnTo>
                  <a:lnTo>
                    <a:pt x="5956692" y="62006"/>
                  </a:lnTo>
                  <a:lnTo>
                    <a:pt x="5956692" y="61575"/>
                  </a:lnTo>
                  <a:lnTo>
                    <a:pt x="5956809" y="61575"/>
                  </a:lnTo>
                  <a:lnTo>
                    <a:pt x="5956927" y="61575"/>
                  </a:lnTo>
                  <a:lnTo>
                    <a:pt x="5957044" y="61575"/>
                  </a:lnTo>
                  <a:lnTo>
                    <a:pt x="5957044" y="61145"/>
                  </a:lnTo>
                  <a:lnTo>
                    <a:pt x="5957162" y="61145"/>
                  </a:lnTo>
                  <a:lnTo>
                    <a:pt x="5957280" y="61145"/>
                  </a:lnTo>
                  <a:lnTo>
                    <a:pt x="5957397" y="61145"/>
                  </a:lnTo>
                  <a:lnTo>
                    <a:pt x="5957515" y="61145"/>
                  </a:lnTo>
                  <a:lnTo>
                    <a:pt x="5957632" y="61145"/>
                  </a:lnTo>
                  <a:lnTo>
                    <a:pt x="5957750" y="61145"/>
                  </a:lnTo>
                  <a:lnTo>
                    <a:pt x="5957868" y="61145"/>
                  </a:lnTo>
                  <a:lnTo>
                    <a:pt x="5957985" y="61145"/>
                  </a:lnTo>
                  <a:lnTo>
                    <a:pt x="5958103" y="61145"/>
                  </a:lnTo>
                  <a:lnTo>
                    <a:pt x="5958221" y="61145"/>
                  </a:lnTo>
                  <a:lnTo>
                    <a:pt x="5958338" y="61145"/>
                  </a:lnTo>
                  <a:lnTo>
                    <a:pt x="5958456" y="61145"/>
                  </a:lnTo>
                  <a:lnTo>
                    <a:pt x="5958573" y="61145"/>
                  </a:lnTo>
                  <a:lnTo>
                    <a:pt x="5958691" y="61145"/>
                  </a:lnTo>
                  <a:lnTo>
                    <a:pt x="5958809" y="61145"/>
                  </a:lnTo>
                  <a:lnTo>
                    <a:pt x="5958926" y="61145"/>
                  </a:lnTo>
                  <a:lnTo>
                    <a:pt x="5959044" y="61145"/>
                  </a:lnTo>
                  <a:lnTo>
                    <a:pt x="5959161" y="61145"/>
                  </a:lnTo>
                  <a:lnTo>
                    <a:pt x="5959279" y="61145"/>
                  </a:lnTo>
                  <a:lnTo>
                    <a:pt x="5959397" y="61145"/>
                  </a:lnTo>
                  <a:lnTo>
                    <a:pt x="5959514" y="61145"/>
                  </a:lnTo>
                  <a:lnTo>
                    <a:pt x="5959632" y="61145"/>
                  </a:lnTo>
                  <a:lnTo>
                    <a:pt x="5959750" y="61145"/>
                  </a:lnTo>
                  <a:lnTo>
                    <a:pt x="5959867" y="61145"/>
                  </a:lnTo>
                  <a:lnTo>
                    <a:pt x="5959985" y="61145"/>
                  </a:lnTo>
                  <a:lnTo>
                    <a:pt x="5960102" y="61145"/>
                  </a:lnTo>
                  <a:lnTo>
                    <a:pt x="5960220" y="61145"/>
                  </a:lnTo>
                  <a:lnTo>
                    <a:pt x="5960338" y="61145"/>
                  </a:lnTo>
                  <a:lnTo>
                    <a:pt x="5960455" y="61145"/>
                  </a:lnTo>
                  <a:lnTo>
                    <a:pt x="5960573" y="61145"/>
                  </a:lnTo>
                  <a:lnTo>
                    <a:pt x="5960573" y="60714"/>
                  </a:lnTo>
                  <a:lnTo>
                    <a:pt x="5960690" y="60714"/>
                  </a:lnTo>
                  <a:lnTo>
                    <a:pt x="5960808" y="60714"/>
                  </a:lnTo>
                  <a:lnTo>
                    <a:pt x="5960926" y="60714"/>
                  </a:lnTo>
                  <a:lnTo>
                    <a:pt x="5961043" y="60714"/>
                  </a:lnTo>
                  <a:lnTo>
                    <a:pt x="5961161" y="60714"/>
                  </a:lnTo>
                  <a:lnTo>
                    <a:pt x="5961279" y="60714"/>
                  </a:lnTo>
                  <a:lnTo>
                    <a:pt x="5961396" y="60714"/>
                  </a:lnTo>
                  <a:lnTo>
                    <a:pt x="5961514" y="60714"/>
                  </a:lnTo>
                  <a:lnTo>
                    <a:pt x="5961631" y="60714"/>
                  </a:lnTo>
                  <a:lnTo>
                    <a:pt x="5961749" y="60714"/>
                  </a:lnTo>
                  <a:lnTo>
                    <a:pt x="5961867" y="60714"/>
                  </a:lnTo>
                  <a:lnTo>
                    <a:pt x="5961984" y="60714"/>
                  </a:lnTo>
                  <a:lnTo>
                    <a:pt x="5962102" y="60714"/>
                  </a:lnTo>
                  <a:lnTo>
                    <a:pt x="5962102" y="60284"/>
                  </a:lnTo>
                  <a:lnTo>
                    <a:pt x="5962219" y="60284"/>
                  </a:lnTo>
                  <a:lnTo>
                    <a:pt x="5962337" y="60284"/>
                  </a:lnTo>
                  <a:lnTo>
                    <a:pt x="5962455" y="60284"/>
                  </a:lnTo>
                  <a:lnTo>
                    <a:pt x="5962572" y="60284"/>
                  </a:lnTo>
                  <a:lnTo>
                    <a:pt x="5962690" y="60284"/>
                  </a:lnTo>
                  <a:lnTo>
                    <a:pt x="5962808" y="60284"/>
                  </a:lnTo>
                  <a:lnTo>
                    <a:pt x="5962925" y="60284"/>
                  </a:lnTo>
                  <a:lnTo>
                    <a:pt x="5963043" y="60284"/>
                  </a:lnTo>
                  <a:lnTo>
                    <a:pt x="5963160" y="60284"/>
                  </a:lnTo>
                  <a:lnTo>
                    <a:pt x="5963278" y="60284"/>
                  </a:lnTo>
                  <a:lnTo>
                    <a:pt x="5963396" y="60284"/>
                  </a:lnTo>
                  <a:lnTo>
                    <a:pt x="5963513" y="60284"/>
                  </a:lnTo>
                  <a:lnTo>
                    <a:pt x="5963631" y="60284"/>
                  </a:lnTo>
                  <a:lnTo>
                    <a:pt x="5963748" y="60284"/>
                  </a:lnTo>
                  <a:lnTo>
                    <a:pt x="5963866" y="60284"/>
                  </a:lnTo>
                  <a:lnTo>
                    <a:pt x="5963984" y="60284"/>
                  </a:lnTo>
                  <a:lnTo>
                    <a:pt x="5964101" y="60284"/>
                  </a:lnTo>
                  <a:lnTo>
                    <a:pt x="5964219" y="60284"/>
                  </a:lnTo>
                  <a:lnTo>
                    <a:pt x="5964336" y="60284"/>
                  </a:lnTo>
                  <a:lnTo>
                    <a:pt x="5964336" y="59853"/>
                  </a:lnTo>
                  <a:lnTo>
                    <a:pt x="5964454" y="59853"/>
                  </a:lnTo>
                  <a:lnTo>
                    <a:pt x="5964572" y="59853"/>
                  </a:lnTo>
                  <a:lnTo>
                    <a:pt x="5964689" y="59853"/>
                  </a:lnTo>
                  <a:lnTo>
                    <a:pt x="5964807" y="59853"/>
                  </a:lnTo>
                  <a:lnTo>
                    <a:pt x="5964925" y="59853"/>
                  </a:lnTo>
                  <a:lnTo>
                    <a:pt x="5965042" y="59853"/>
                  </a:lnTo>
                  <a:lnTo>
                    <a:pt x="5965160" y="59853"/>
                  </a:lnTo>
                  <a:lnTo>
                    <a:pt x="5965277" y="59853"/>
                  </a:lnTo>
                  <a:lnTo>
                    <a:pt x="5965395" y="59853"/>
                  </a:lnTo>
                  <a:lnTo>
                    <a:pt x="5965513" y="59853"/>
                  </a:lnTo>
                  <a:lnTo>
                    <a:pt x="5965630" y="59853"/>
                  </a:lnTo>
                  <a:lnTo>
                    <a:pt x="5965748" y="59853"/>
                  </a:lnTo>
                  <a:lnTo>
                    <a:pt x="5965865" y="59853"/>
                  </a:lnTo>
                  <a:lnTo>
                    <a:pt x="5965983" y="59853"/>
                  </a:lnTo>
                  <a:lnTo>
                    <a:pt x="5966101" y="59853"/>
                  </a:lnTo>
                  <a:lnTo>
                    <a:pt x="5966218" y="59853"/>
                  </a:lnTo>
                  <a:lnTo>
                    <a:pt x="5966336" y="59853"/>
                  </a:lnTo>
                  <a:lnTo>
                    <a:pt x="5966336" y="59422"/>
                  </a:lnTo>
                  <a:lnTo>
                    <a:pt x="5966454" y="59422"/>
                  </a:lnTo>
                  <a:lnTo>
                    <a:pt x="5966571" y="59422"/>
                  </a:lnTo>
                  <a:lnTo>
                    <a:pt x="5966571" y="58992"/>
                  </a:lnTo>
                  <a:lnTo>
                    <a:pt x="5966689" y="58992"/>
                  </a:lnTo>
                  <a:lnTo>
                    <a:pt x="5966806" y="58992"/>
                  </a:lnTo>
                  <a:lnTo>
                    <a:pt x="5966924" y="58992"/>
                  </a:lnTo>
                  <a:lnTo>
                    <a:pt x="5967042" y="58992"/>
                  </a:lnTo>
                  <a:lnTo>
                    <a:pt x="5967042" y="58561"/>
                  </a:lnTo>
                  <a:lnTo>
                    <a:pt x="5967159" y="58561"/>
                  </a:lnTo>
                  <a:lnTo>
                    <a:pt x="5967277" y="58561"/>
                  </a:lnTo>
                  <a:lnTo>
                    <a:pt x="5967394" y="58561"/>
                  </a:lnTo>
                  <a:lnTo>
                    <a:pt x="5967512" y="58561"/>
                  </a:lnTo>
                  <a:lnTo>
                    <a:pt x="5967630" y="58561"/>
                  </a:lnTo>
                  <a:lnTo>
                    <a:pt x="5967747" y="58561"/>
                  </a:lnTo>
                  <a:lnTo>
                    <a:pt x="5967865" y="58561"/>
                  </a:lnTo>
                  <a:lnTo>
                    <a:pt x="5967983" y="58561"/>
                  </a:lnTo>
                  <a:lnTo>
                    <a:pt x="5968100" y="58561"/>
                  </a:lnTo>
                  <a:lnTo>
                    <a:pt x="5968218" y="58561"/>
                  </a:lnTo>
                  <a:lnTo>
                    <a:pt x="5968335" y="58561"/>
                  </a:lnTo>
                  <a:lnTo>
                    <a:pt x="5968453" y="58561"/>
                  </a:lnTo>
                  <a:lnTo>
                    <a:pt x="5968571" y="58561"/>
                  </a:lnTo>
                  <a:lnTo>
                    <a:pt x="5968688" y="58561"/>
                  </a:lnTo>
                  <a:lnTo>
                    <a:pt x="5968806" y="58561"/>
                  </a:lnTo>
                  <a:lnTo>
                    <a:pt x="5968923" y="58561"/>
                  </a:lnTo>
                  <a:lnTo>
                    <a:pt x="5969041" y="58561"/>
                  </a:lnTo>
                  <a:lnTo>
                    <a:pt x="5969159" y="58561"/>
                  </a:lnTo>
                  <a:lnTo>
                    <a:pt x="5969276" y="58561"/>
                  </a:lnTo>
                  <a:lnTo>
                    <a:pt x="5969394" y="58561"/>
                  </a:lnTo>
                  <a:lnTo>
                    <a:pt x="5969512" y="58561"/>
                  </a:lnTo>
                  <a:lnTo>
                    <a:pt x="5969629" y="58561"/>
                  </a:lnTo>
                  <a:lnTo>
                    <a:pt x="5969747" y="58561"/>
                  </a:lnTo>
                  <a:lnTo>
                    <a:pt x="5969864" y="58561"/>
                  </a:lnTo>
                  <a:lnTo>
                    <a:pt x="5969982" y="58561"/>
                  </a:lnTo>
                  <a:lnTo>
                    <a:pt x="5970100" y="58561"/>
                  </a:lnTo>
                  <a:lnTo>
                    <a:pt x="5970217" y="58561"/>
                  </a:lnTo>
                  <a:lnTo>
                    <a:pt x="5970335" y="58561"/>
                  </a:lnTo>
                  <a:lnTo>
                    <a:pt x="5970452" y="58561"/>
                  </a:lnTo>
                  <a:lnTo>
                    <a:pt x="5970570" y="58561"/>
                  </a:lnTo>
                  <a:lnTo>
                    <a:pt x="5970570" y="58131"/>
                  </a:lnTo>
                  <a:lnTo>
                    <a:pt x="5970688" y="58131"/>
                  </a:lnTo>
                  <a:lnTo>
                    <a:pt x="5970805" y="58131"/>
                  </a:lnTo>
                  <a:lnTo>
                    <a:pt x="5970805" y="57700"/>
                  </a:lnTo>
                  <a:lnTo>
                    <a:pt x="5970805" y="57269"/>
                  </a:lnTo>
                  <a:lnTo>
                    <a:pt x="5970923" y="57269"/>
                  </a:lnTo>
                  <a:lnTo>
                    <a:pt x="5971040" y="57269"/>
                  </a:lnTo>
                  <a:lnTo>
                    <a:pt x="5971158" y="57269"/>
                  </a:lnTo>
                  <a:lnTo>
                    <a:pt x="5971276" y="57269"/>
                  </a:lnTo>
                  <a:lnTo>
                    <a:pt x="5971393" y="57269"/>
                  </a:lnTo>
                  <a:lnTo>
                    <a:pt x="5971511" y="57269"/>
                  </a:lnTo>
                  <a:lnTo>
                    <a:pt x="5971629" y="57269"/>
                  </a:lnTo>
                  <a:lnTo>
                    <a:pt x="5971746" y="57269"/>
                  </a:lnTo>
                  <a:lnTo>
                    <a:pt x="5971864" y="57269"/>
                  </a:lnTo>
                  <a:lnTo>
                    <a:pt x="5971981" y="57269"/>
                  </a:lnTo>
                  <a:lnTo>
                    <a:pt x="5972099" y="57269"/>
                  </a:lnTo>
                  <a:lnTo>
                    <a:pt x="5972217" y="57269"/>
                  </a:lnTo>
                  <a:lnTo>
                    <a:pt x="5972334" y="57269"/>
                  </a:lnTo>
                  <a:lnTo>
                    <a:pt x="5972452" y="57269"/>
                  </a:lnTo>
                  <a:lnTo>
                    <a:pt x="5972569" y="57269"/>
                  </a:lnTo>
                  <a:lnTo>
                    <a:pt x="5972687" y="57269"/>
                  </a:lnTo>
                  <a:lnTo>
                    <a:pt x="5972805" y="57269"/>
                  </a:lnTo>
                  <a:lnTo>
                    <a:pt x="5972922" y="57269"/>
                  </a:lnTo>
                  <a:lnTo>
                    <a:pt x="5973040" y="57269"/>
                  </a:lnTo>
                  <a:lnTo>
                    <a:pt x="5973158" y="57269"/>
                  </a:lnTo>
                  <a:lnTo>
                    <a:pt x="5973275" y="57269"/>
                  </a:lnTo>
                  <a:lnTo>
                    <a:pt x="5973393" y="57269"/>
                  </a:lnTo>
                  <a:lnTo>
                    <a:pt x="5973510" y="57269"/>
                  </a:lnTo>
                  <a:lnTo>
                    <a:pt x="5973628" y="57269"/>
                  </a:lnTo>
                  <a:lnTo>
                    <a:pt x="5973746" y="57269"/>
                  </a:lnTo>
                  <a:lnTo>
                    <a:pt x="5973863" y="57269"/>
                  </a:lnTo>
                  <a:lnTo>
                    <a:pt x="5973981" y="57269"/>
                  </a:lnTo>
                  <a:lnTo>
                    <a:pt x="5974098" y="57269"/>
                  </a:lnTo>
                  <a:lnTo>
                    <a:pt x="5974216" y="57269"/>
                  </a:lnTo>
                  <a:lnTo>
                    <a:pt x="5974334" y="57269"/>
                  </a:lnTo>
                  <a:lnTo>
                    <a:pt x="5974451" y="57269"/>
                  </a:lnTo>
                  <a:lnTo>
                    <a:pt x="5974569" y="57269"/>
                  </a:lnTo>
                  <a:lnTo>
                    <a:pt x="5974687" y="57269"/>
                  </a:lnTo>
                  <a:lnTo>
                    <a:pt x="5974804" y="57269"/>
                  </a:lnTo>
                  <a:lnTo>
                    <a:pt x="5974922" y="57269"/>
                  </a:lnTo>
                  <a:lnTo>
                    <a:pt x="5975039" y="57269"/>
                  </a:lnTo>
                  <a:lnTo>
                    <a:pt x="5975157" y="57269"/>
                  </a:lnTo>
                  <a:lnTo>
                    <a:pt x="5975275" y="57269"/>
                  </a:lnTo>
                  <a:lnTo>
                    <a:pt x="5975392" y="57269"/>
                  </a:lnTo>
                  <a:lnTo>
                    <a:pt x="5975510" y="57269"/>
                  </a:lnTo>
                  <a:lnTo>
                    <a:pt x="5975627" y="57269"/>
                  </a:lnTo>
                  <a:lnTo>
                    <a:pt x="5975745" y="57269"/>
                  </a:lnTo>
                  <a:lnTo>
                    <a:pt x="5975863" y="57269"/>
                  </a:lnTo>
                  <a:lnTo>
                    <a:pt x="5975980" y="57269"/>
                  </a:lnTo>
                  <a:lnTo>
                    <a:pt x="5976098" y="57269"/>
                  </a:lnTo>
                  <a:lnTo>
                    <a:pt x="5976216" y="57269"/>
                  </a:lnTo>
                  <a:lnTo>
                    <a:pt x="5976333" y="57269"/>
                  </a:lnTo>
                  <a:lnTo>
                    <a:pt x="5976451" y="57269"/>
                  </a:lnTo>
                  <a:lnTo>
                    <a:pt x="5976568" y="57269"/>
                  </a:lnTo>
                  <a:lnTo>
                    <a:pt x="5976686" y="57269"/>
                  </a:lnTo>
                  <a:lnTo>
                    <a:pt x="5976804" y="57269"/>
                  </a:lnTo>
                  <a:lnTo>
                    <a:pt x="5976921" y="57269"/>
                  </a:lnTo>
                  <a:lnTo>
                    <a:pt x="5977039" y="57269"/>
                  </a:lnTo>
                  <a:lnTo>
                    <a:pt x="5977156" y="57269"/>
                  </a:lnTo>
                  <a:lnTo>
                    <a:pt x="5977274" y="57269"/>
                  </a:lnTo>
                  <a:lnTo>
                    <a:pt x="5977392" y="57269"/>
                  </a:lnTo>
                  <a:lnTo>
                    <a:pt x="5977392" y="56839"/>
                  </a:lnTo>
                  <a:lnTo>
                    <a:pt x="5977509" y="56839"/>
                  </a:lnTo>
                  <a:lnTo>
                    <a:pt x="5977627" y="56839"/>
                  </a:lnTo>
                  <a:lnTo>
                    <a:pt x="5977745" y="56839"/>
                  </a:lnTo>
                  <a:lnTo>
                    <a:pt x="5977862" y="56839"/>
                  </a:lnTo>
                  <a:lnTo>
                    <a:pt x="5977980" y="56839"/>
                  </a:lnTo>
                  <a:lnTo>
                    <a:pt x="5978097" y="56839"/>
                  </a:lnTo>
                  <a:lnTo>
                    <a:pt x="5978215" y="56839"/>
                  </a:lnTo>
                  <a:lnTo>
                    <a:pt x="5978333" y="56839"/>
                  </a:lnTo>
                  <a:lnTo>
                    <a:pt x="5978450" y="56839"/>
                  </a:lnTo>
                  <a:lnTo>
                    <a:pt x="5978568" y="56839"/>
                  </a:lnTo>
                  <a:lnTo>
                    <a:pt x="5978685" y="56839"/>
                  </a:lnTo>
                  <a:lnTo>
                    <a:pt x="5978803" y="56839"/>
                  </a:lnTo>
                  <a:lnTo>
                    <a:pt x="5978921" y="56839"/>
                  </a:lnTo>
                  <a:lnTo>
                    <a:pt x="5979038" y="56839"/>
                  </a:lnTo>
                  <a:lnTo>
                    <a:pt x="5979038" y="56408"/>
                  </a:lnTo>
                  <a:lnTo>
                    <a:pt x="5979156" y="56408"/>
                  </a:lnTo>
                  <a:lnTo>
                    <a:pt x="5979273" y="56408"/>
                  </a:lnTo>
                  <a:lnTo>
                    <a:pt x="5979391" y="56408"/>
                  </a:lnTo>
                  <a:lnTo>
                    <a:pt x="5979509" y="56408"/>
                  </a:lnTo>
                  <a:lnTo>
                    <a:pt x="5979626" y="56408"/>
                  </a:lnTo>
                  <a:lnTo>
                    <a:pt x="5979744" y="56408"/>
                  </a:lnTo>
                  <a:lnTo>
                    <a:pt x="5979862" y="56408"/>
                  </a:lnTo>
                  <a:lnTo>
                    <a:pt x="5979979" y="56408"/>
                  </a:lnTo>
                  <a:lnTo>
                    <a:pt x="5980097" y="56408"/>
                  </a:lnTo>
                  <a:lnTo>
                    <a:pt x="5980214" y="56408"/>
                  </a:lnTo>
                  <a:lnTo>
                    <a:pt x="5980332" y="56408"/>
                  </a:lnTo>
                  <a:lnTo>
                    <a:pt x="5980332" y="55978"/>
                  </a:lnTo>
                  <a:lnTo>
                    <a:pt x="5980450" y="55978"/>
                  </a:lnTo>
                  <a:lnTo>
                    <a:pt x="5980567" y="55978"/>
                  </a:lnTo>
                  <a:lnTo>
                    <a:pt x="5980685" y="55978"/>
                  </a:lnTo>
                  <a:lnTo>
                    <a:pt x="5980802" y="55978"/>
                  </a:lnTo>
                  <a:lnTo>
                    <a:pt x="5980920" y="55978"/>
                  </a:lnTo>
                  <a:lnTo>
                    <a:pt x="5981038" y="55978"/>
                  </a:lnTo>
                  <a:lnTo>
                    <a:pt x="5981155" y="55978"/>
                  </a:lnTo>
                  <a:lnTo>
                    <a:pt x="5981273" y="55978"/>
                  </a:lnTo>
                  <a:lnTo>
                    <a:pt x="5981391" y="55978"/>
                  </a:lnTo>
                  <a:lnTo>
                    <a:pt x="5981508" y="55978"/>
                  </a:lnTo>
                  <a:lnTo>
                    <a:pt x="5981626" y="55978"/>
                  </a:lnTo>
                  <a:lnTo>
                    <a:pt x="5981743" y="55978"/>
                  </a:lnTo>
                  <a:lnTo>
                    <a:pt x="5981861" y="55978"/>
                  </a:lnTo>
                  <a:lnTo>
                    <a:pt x="5981979" y="55978"/>
                  </a:lnTo>
                  <a:lnTo>
                    <a:pt x="5982096" y="55978"/>
                  </a:lnTo>
                  <a:lnTo>
                    <a:pt x="5982096" y="55547"/>
                  </a:lnTo>
                  <a:lnTo>
                    <a:pt x="5982214" y="55547"/>
                  </a:lnTo>
                  <a:lnTo>
                    <a:pt x="5982331" y="55547"/>
                  </a:lnTo>
                  <a:lnTo>
                    <a:pt x="5982449" y="55547"/>
                  </a:lnTo>
                  <a:lnTo>
                    <a:pt x="5982567" y="55547"/>
                  </a:lnTo>
                  <a:lnTo>
                    <a:pt x="5982684" y="55547"/>
                  </a:lnTo>
                  <a:lnTo>
                    <a:pt x="5982802" y="55547"/>
                  </a:lnTo>
                  <a:lnTo>
                    <a:pt x="5982920" y="55547"/>
                  </a:lnTo>
                  <a:lnTo>
                    <a:pt x="5983037" y="55547"/>
                  </a:lnTo>
                  <a:lnTo>
                    <a:pt x="5983155" y="55547"/>
                  </a:lnTo>
                  <a:lnTo>
                    <a:pt x="5983272" y="55547"/>
                  </a:lnTo>
                  <a:lnTo>
                    <a:pt x="5983390" y="55547"/>
                  </a:lnTo>
                  <a:lnTo>
                    <a:pt x="5983508" y="55547"/>
                  </a:lnTo>
                  <a:lnTo>
                    <a:pt x="5983625" y="55547"/>
                  </a:lnTo>
                  <a:lnTo>
                    <a:pt x="5983743" y="55547"/>
                  </a:lnTo>
                  <a:lnTo>
                    <a:pt x="5983860" y="55547"/>
                  </a:lnTo>
                  <a:lnTo>
                    <a:pt x="5983978" y="55547"/>
                  </a:lnTo>
                  <a:lnTo>
                    <a:pt x="5984096" y="55547"/>
                  </a:lnTo>
                  <a:lnTo>
                    <a:pt x="5984213" y="55547"/>
                  </a:lnTo>
                  <a:lnTo>
                    <a:pt x="5984331" y="55547"/>
                  </a:lnTo>
                  <a:lnTo>
                    <a:pt x="5984449" y="55547"/>
                  </a:lnTo>
                  <a:lnTo>
                    <a:pt x="5984566" y="55547"/>
                  </a:lnTo>
                  <a:lnTo>
                    <a:pt x="5984684" y="55547"/>
                  </a:lnTo>
                  <a:lnTo>
                    <a:pt x="5984801" y="55547"/>
                  </a:lnTo>
                  <a:lnTo>
                    <a:pt x="5984919" y="55547"/>
                  </a:lnTo>
                  <a:lnTo>
                    <a:pt x="5985037" y="55547"/>
                  </a:lnTo>
                  <a:lnTo>
                    <a:pt x="5985154" y="55547"/>
                  </a:lnTo>
                  <a:lnTo>
                    <a:pt x="5985272" y="55547"/>
                  </a:lnTo>
                  <a:lnTo>
                    <a:pt x="5985389" y="55547"/>
                  </a:lnTo>
                  <a:lnTo>
                    <a:pt x="5985507" y="55547"/>
                  </a:lnTo>
                  <a:lnTo>
                    <a:pt x="5985625" y="55547"/>
                  </a:lnTo>
                  <a:lnTo>
                    <a:pt x="5985742" y="55547"/>
                  </a:lnTo>
                  <a:lnTo>
                    <a:pt x="5985860" y="55547"/>
                  </a:lnTo>
                  <a:lnTo>
                    <a:pt x="5985978" y="55547"/>
                  </a:lnTo>
                  <a:lnTo>
                    <a:pt x="5986095" y="55547"/>
                  </a:lnTo>
                  <a:lnTo>
                    <a:pt x="5986213" y="55547"/>
                  </a:lnTo>
                  <a:lnTo>
                    <a:pt x="5986213" y="55116"/>
                  </a:lnTo>
                  <a:lnTo>
                    <a:pt x="5986330" y="55116"/>
                  </a:lnTo>
                  <a:lnTo>
                    <a:pt x="5986448" y="55116"/>
                  </a:lnTo>
                  <a:lnTo>
                    <a:pt x="5986566" y="55116"/>
                  </a:lnTo>
                  <a:lnTo>
                    <a:pt x="5986683" y="55116"/>
                  </a:lnTo>
                  <a:lnTo>
                    <a:pt x="5986801" y="55116"/>
                  </a:lnTo>
                  <a:lnTo>
                    <a:pt x="5986918" y="55116"/>
                  </a:lnTo>
                  <a:lnTo>
                    <a:pt x="5987036" y="55116"/>
                  </a:lnTo>
                  <a:lnTo>
                    <a:pt x="5987154" y="55116"/>
                  </a:lnTo>
                  <a:lnTo>
                    <a:pt x="5987271" y="55116"/>
                  </a:lnTo>
                  <a:lnTo>
                    <a:pt x="5987389" y="55116"/>
                  </a:lnTo>
                  <a:lnTo>
                    <a:pt x="5987506" y="55116"/>
                  </a:lnTo>
                  <a:lnTo>
                    <a:pt x="5987624" y="55116"/>
                  </a:lnTo>
                  <a:lnTo>
                    <a:pt x="5987742" y="55116"/>
                  </a:lnTo>
                  <a:lnTo>
                    <a:pt x="5987742" y="54686"/>
                  </a:lnTo>
                  <a:lnTo>
                    <a:pt x="5987859" y="54686"/>
                  </a:lnTo>
                  <a:lnTo>
                    <a:pt x="5987977" y="54686"/>
                  </a:lnTo>
                  <a:lnTo>
                    <a:pt x="5988095" y="54686"/>
                  </a:lnTo>
                  <a:lnTo>
                    <a:pt x="5988212" y="54686"/>
                  </a:lnTo>
                  <a:lnTo>
                    <a:pt x="5988330" y="54686"/>
                  </a:lnTo>
                  <a:lnTo>
                    <a:pt x="5988447" y="54686"/>
                  </a:lnTo>
                  <a:lnTo>
                    <a:pt x="5988565" y="54686"/>
                  </a:lnTo>
                  <a:lnTo>
                    <a:pt x="5988683" y="54686"/>
                  </a:lnTo>
                  <a:lnTo>
                    <a:pt x="5988800" y="54686"/>
                  </a:lnTo>
                  <a:lnTo>
                    <a:pt x="5988918" y="54686"/>
                  </a:lnTo>
                  <a:lnTo>
                    <a:pt x="5989035" y="54686"/>
                  </a:lnTo>
                  <a:lnTo>
                    <a:pt x="5989153" y="54686"/>
                  </a:lnTo>
                  <a:lnTo>
                    <a:pt x="5989271" y="54686"/>
                  </a:lnTo>
                  <a:lnTo>
                    <a:pt x="5989388" y="54686"/>
                  </a:lnTo>
                  <a:lnTo>
                    <a:pt x="5989506" y="54686"/>
                  </a:lnTo>
                  <a:lnTo>
                    <a:pt x="5989624" y="54686"/>
                  </a:lnTo>
                  <a:lnTo>
                    <a:pt x="5989741" y="54686"/>
                  </a:lnTo>
                  <a:lnTo>
                    <a:pt x="5989859" y="54686"/>
                  </a:lnTo>
                  <a:lnTo>
                    <a:pt x="5989859" y="54255"/>
                  </a:lnTo>
                  <a:lnTo>
                    <a:pt x="5989976" y="54255"/>
                  </a:lnTo>
                  <a:lnTo>
                    <a:pt x="5990094" y="54255"/>
                  </a:lnTo>
                  <a:lnTo>
                    <a:pt x="5990212" y="54255"/>
                  </a:lnTo>
                  <a:lnTo>
                    <a:pt x="5990329" y="54255"/>
                  </a:lnTo>
                  <a:lnTo>
                    <a:pt x="5990447" y="54255"/>
                  </a:lnTo>
                  <a:lnTo>
                    <a:pt x="5990564" y="54255"/>
                  </a:lnTo>
                  <a:lnTo>
                    <a:pt x="5990682" y="54255"/>
                  </a:lnTo>
                  <a:lnTo>
                    <a:pt x="5990800" y="54255"/>
                  </a:lnTo>
                  <a:lnTo>
                    <a:pt x="5990917" y="54255"/>
                  </a:lnTo>
                  <a:lnTo>
                    <a:pt x="5991035" y="54255"/>
                  </a:lnTo>
                  <a:lnTo>
                    <a:pt x="5991035" y="53825"/>
                  </a:lnTo>
                  <a:lnTo>
                    <a:pt x="5991153" y="53825"/>
                  </a:lnTo>
                  <a:lnTo>
                    <a:pt x="5991153" y="53394"/>
                  </a:lnTo>
                  <a:lnTo>
                    <a:pt x="5991270" y="53394"/>
                  </a:lnTo>
                  <a:lnTo>
                    <a:pt x="5991388" y="53394"/>
                  </a:lnTo>
                  <a:lnTo>
                    <a:pt x="5991505" y="53394"/>
                  </a:lnTo>
                  <a:lnTo>
                    <a:pt x="5991623" y="53394"/>
                  </a:lnTo>
                  <a:lnTo>
                    <a:pt x="5991741" y="53394"/>
                  </a:lnTo>
                  <a:lnTo>
                    <a:pt x="5991858" y="53394"/>
                  </a:lnTo>
                  <a:lnTo>
                    <a:pt x="5991976" y="53394"/>
                  </a:lnTo>
                  <a:lnTo>
                    <a:pt x="5992093" y="53394"/>
                  </a:lnTo>
                  <a:lnTo>
                    <a:pt x="5992211" y="53394"/>
                  </a:lnTo>
                  <a:lnTo>
                    <a:pt x="5992329" y="53394"/>
                  </a:lnTo>
                  <a:lnTo>
                    <a:pt x="5992446" y="53394"/>
                  </a:lnTo>
                  <a:lnTo>
                    <a:pt x="5992564" y="53394"/>
                  </a:lnTo>
                  <a:lnTo>
                    <a:pt x="5992682" y="53394"/>
                  </a:lnTo>
                  <a:lnTo>
                    <a:pt x="5992799" y="53394"/>
                  </a:lnTo>
                  <a:lnTo>
                    <a:pt x="5992917" y="53394"/>
                  </a:lnTo>
                  <a:lnTo>
                    <a:pt x="5993034" y="53394"/>
                  </a:lnTo>
                  <a:lnTo>
                    <a:pt x="5993152" y="53394"/>
                  </a:lnTo>
                  <a:lnTo>
                    <a:pt x="5993270" y="53394"/>
                  </a:lnTo>
                  <a:lnTo>
                    <a:pt x="5993387" y="53394"/>
                  </a:lnTo>
                  <a:lnTo>
                    <a:pt x="5993505" y="53394"/>
                  </a:lnTo>
                  <a:lnTo>
                    <a:pt x="5993622" y="53394"/>
                  </a:lnTo>
                  <a:lnTo>
                    <a:pt x="5993740" y="53394"/>
                  </a:lnTo>
                  <a:lnTo>
                    <a:pt x="5993858" y="53394"/>
                  </a:lnTo>
                  <a:lnTo>
                    <a:pt x="5993975" y="53394"/>
                  </a:lnTo>
                  <a:lnTo>
                    <a:pt x="5994093" y="53394"/>
                  </a:lnTo>
                  <a:lnTo>
                    <a:pt x="5994211" y="53394"/>
                  </a:lnTo>
                  <a:lnTo>
                    <a:pt x="5994328" y="53394"/>
                  </a:lnTo>
                  <a:lnTo>
                    <a:pt x="5994446" y="53394"/>
                  </a:lnTo>
                  <a:lnTo>
                    <a:pt x="5994563" y="53394"/>
                  </a:lnTo>
                  <a:lnTo>
                    <a:pt x="5994681" y="53394"/>
                  </a:lnTo>
                  <a:lnTo>
                    <a:pt x="5994799" y="53394"/>
                  </a:lnTo>
                  <a:lnTo>
                    <a:pt x="5994916" y="53394"/>
                  </a:lnTo>
                  <a:lnTo>
                    <a:pt x="5995034" y="53394"/>
                  </a:lnTo>
                  <a:lnTo>
                    <a:pt x="5995034" y="52963"/>
                  </a:lnTo>
                  <a:lnTo>
                    <a:pt x="5995034" y="52533"/>
                  </a:lnTo>
                  <a:lnTo>
                    <a:pt x="5995151" y="52533"/>
                  </a:lnTo>
                  <a:lnTo>
                    <a:pt x="5995269" y="52533"/>
                  </a:lnTo>
                  <a:lnTo>
                    <a:pt x="5995387" y="52533"/>
                  </a:lnTo>
                  <a:lnTo>
                    <a:pt x="5995504" y="52533"/>
                  </a:lnTo>
                  <a:lnTo>
                    <a:pt x="5995622" y="52533"/>
                  </a:lnTo>
                  <a:lnTo>
                    <a:pt x="5995739" y="52533"/>
                  </a:lnTo>
                  <a:lnTo>
                    <a:pt x="5995857" y="52533"/>
                  </a:lnTo>
                  <a:lnTo>
                    <a:pt x="5995975" y="52533"/>
                  </a:lnTo>
                  <a:lnTo>
                    <a:pt x="5996092" y="52533"/>
                  </a:lnTo>
                  <a:lnTo>
                    <a:pt x="5996210" y="52533"/>
                  </a:lnTo>
                  <a:lnTo>
                    <a:pt x="5996328" y="52533"/>
                  </a:lnTo>
                  <a:lnTo>
                    <a:pt x="5996445" y="52533"/>
                  </a:lnTo>
                  <a:lnTo>
                    <a:pt x="5996563" y="52533"/>
                  </a:lnTo>
                  <a:lnTo>
                    <a:pt x="5996680" y="52533"/>
                  </a:lnTo>
                  <a:lnTo>
                    <a:pt x="5996798" y="52533"/>
                  </a:lnTo>
                  <a:lnTo>
                    <a:pt x="5996916" y="52533"/>
                  </a:lnTo>
                  <a:lnTo>
                    <a:pt x="5996916" y="52102"/>
                  </a:lnTo>
                  <a:lnTo>
                    <a:pt x="5997033" y="52102"/>
                  </a:lnTo>
                  <a:lnTo>
                    <a:pt x="5997151" y="52102"/>
                  </a:lnTo>
                  <a:lnTo>
                    <a:pt x="5997268" y="52102"/>
                  </a:lnTo>
                  <a:lnTo>
                    <a:pt x="5997386" y="52102"/>
                  </a:lnTo>
                  <a:lnTo>
                    <a:pt x="5997504" y="52102"/>
                  </a:lnTo>
                  <a:lnTo>
                    <a:pt x="5997621" y="52102"/>
                  </a:lnTo>
                  <a:lnTo>
                    <a:pt x="5997621" y="51672"/>
                  </a:lnTo>
                  <a:lnTo>
                    <a:pt x="5997739" y="51672"/>
                  </a:lnTo>
                  <a:lnTo>
                    <a:pt x="5997857" y="51672"/>
                  </a:lnTo>
                  <a:lnTo>
                    <a:pt x="5997974" y="51672"/>
                  </a:lnTo>
                  <a:lnTo>
                    <a:pt x="5998092" y="51672"/>
                  </a:lnTo>
                  <a:lnTo>
                    <a:pt x="5998209" y="51672"/>
                  </a:lnTo>
                  <a:lnTo>
                    <a:pt x="5998327" y="51672"/>
                  </a:lnTo>
                  <a:lnTo>
                    <a:pt x="5998445" y="51672"/>
                  </a:lnTo>
                  <a:lnTo>
                    <a:pt x="5998562" y="51672"/>
                  </a:lnTo>
                  <a:lnTo>
                    <a:pt x="5998680" y="51672"/>
                  </a:lnTo>
                  <a:lnTo>
                    <a:pt x="5998797" y="51672"/>
                  </a:lnTo>
                  <a:lnTo>
                    <a:pt x="5998915" y="51672"/>
                  </a:lnTo>
                  <a:lnTo>
                    <a:pt x="5999033" y="51672"/>
                  </a:lnTo>
                  <a:lnTo>
                    <a:pt x="5999150" y="51672"/>
                  </a:lnTo>
                  <a:lnTo>
                    <a:pt x="5999268" y="51672"/>
                  </a:lnTo>
                  <a:lnTo>
                    <a:pt x="5999268" y="51241"/>
                  </a:lnTo>
                  <a:lnTo>
                    <a:pt x="5999386" y="51241"/>
                  </a:lnTo>
                  <a:lnTo>
                    <a:pt x="5999386" y="50810"/>
                  </a:lnTo>
                  <a:lnTo>
                    <a:pt x="5999503" y="50810"/>
                  </a:lnTo>
                  <a:lnTo>
                    <a:pt x="5999621" y="50810"/>
                  </a:lnTo>
                  <a:lnTo>
                    <a:pt x="5999738" y="50810"/>
                  </a:lnTo>
                  <a:lnTo>
                    <a:pt x="5999856" y="50810"/>
                  </a:lnTo>
                  <a:lnTo>
                    <a:pt x="5999974" y="50810"/>
                  </a:lnTo>
                  <a:lnTo>
                    <a:pt x="6000091" y="50810"/>
                  </a:lnTo>
                  <a:lnTo>
                    <a:pt x="6000209" y="50810"/>
                  </a:lnTo>
                  <a:lnTo>
                    <a:pt x="6000326" y="50810"/>
                  </a:lnTo>
                  <a:lnTo>
                    <a:pt x="6000444" y="50810"/>
                  </a:lnTo>
                  <a:lnTo>
                    <a:pt x="6000562" y="50810"/>
                  </a:lnTo>
                  <a:lnTo>
                    <a:pt x="6000679" y="50810"/>
                  </a:lnTo>
                  <a:lnTo>
                    <a:pt x="6000797" y="50810"/>
                  </a:lnTo>
                  <a:lnTo>
                    <a:pt x="6000915" y="50810"/>
                  </a:lnTo>
                  <a:lnTo>
                    <a:pt x="6001032" y="50810"/>
                  </a:lnTo>
                  <a:lnTo>
                    <a:pt x="6001150" y="50810"/>
                  </a:lnTo>
                  <a:lnTo>
                    <a:pt x="6001267" y="50810"/>
                  </a:lnTo>
                  <a:lnTo>
                    <a:pt x="6001385" y="50810"/>
                  </a:lnTo>
                  <a:lnTo>
                    <a:pt x="6001503" y="50810"/>
                  </a:lnTo>
                  <a:lnTo>
                    <a:pt x="6001620" y="50810"/>
                  </a:lnTo>
                  <a:lnTo>
                    <a:pt x="6001738" y="50810"/>
                  </a:lnTo>
                  <a:lnTo>
                    <a:pt x="6001855" y="50810"/>
                  </a:lnTo>
                  <a:lnTo>
                    <a:pt x="6001973" y="50810"/>
                  </a:lnTo>
                  <a:lnTo>
                    <a:pt x="6002091" y="50810"/>
                  </a:lnTo>
                  <a:lnTo>
                    <a:pt x="6002208" y="50810"/>
                  </a:lnTo>
                  <a:lnTo>
                    <a:pt x="6002326" y="50810"/>
                  </a:lnTo>
                  <a:lnTo>
                    <a:pt x="6002444" y="50810"/>
                  </a:lnTo>
                  <a:lnTo>
                    <a:pt x="6002561" y="50810"/>
                  </a:lnTo>
                  <a:lnTo>
                    <a:pt x="6002679" y="50810"/>
                  </a:lnTo>
                  <a:lnTo>
                    <a:pt x="6002796" y="50810"/>
                  </a:lnTo>
                  <a:lnTo>
                    <a:pt x="6002914" y="50810"/>
                  </a:lnTo>
                  <a:lnTo>
                    <a:pt x="6002914" y="50380"/>
                  </a:lnTo>
                  <a:lnTo>
                    <a:pt x="6003032" y="50380"/>
                  </a:lnTo>
                  <a:lnTo>
                    <a:pt x="6003149" y="50380"/>
                  </a:lnTo>
                  <a:lnTo>
                    <a:pt x="6003267" y="50380"/>
                  </a:lnTo>
                  <a:lnTo>
                    <a:pt x="6003384" y="50380"/>
                  </a:lnTo>
                  <a:lnTo>
                    <a:pt x="6003502" y="50380"/>
                  </a:lnTo>
                  <a:lnTo>
                    <a:pt x="6003620" y="50380"/>
                  </a:lnTo>
                  <a:lnTo>
                    <a:pt x="6003737" y="50380"/>
                  </a:lnTo>
                  <a:lnTo>
                    <a:pt x="6003855" y="50380"/>
                  </a:lnTo>
                  <a:lnTo>
                    <a:pt x="6003972" y="50380"/>
                  </a:lnTo>
                  <a:lnTo>
                    <a:pt x="6004090" y="50380"/>
                  </a:lnTo>
                  <a:lnTo>
                    <a:pt x="6004208" y="50380"/>
                  </a:lnTo>
                  <a:lnTo>
                    <a:pt x="6004325" y="50380"/>
                  </a:lnTo>
                  <a:lnTo>
                    <a:pt x="6004443" y="50380"/>
                  </a:lnTo>
                  <a:lnTo>
                    <a:pt x="6004561" y="50380"/>
                  </a:lnTo>
                  <a:lnTo>
                    <a:pt x="6004678" y="50380"/>
                  </a:lnTo>
                  <a:lnTo>
                    <a:pt x="6004796" y="50380"/>
                  </a:lnTo>
                  <a:lnTo>
                    <a:pt x="6004913" y="50380"/>
                  </a:lnTo>
                  <a:lnTo>
                    <a:pt x="6005031" y="50380"/>
                  </a:lnTo>
                  <a:lnTo>
                    <a:pt x="6005149" y="50380"/>
                  </a:lnTo>
                  <a:lnTo>
                    <a:pt x="6005266" y="50380"/>
                  </a:lnTo>
                  <a:lnTo>
                    <a:pt x="6005384" y="50380"/>
                  </a:lnTo>
                  <a:lnTo>
                    <a:pt x="6005501" y="50380"/>
                  </a:lnTo>
                  <a:lnTo>
                    <a:pt x="6005619" y="50380"/>
                  </a:lnTo>
                  <a:lnTo>
                    <a:pt x="6005737" y="50380"/>
                  </a:lnTo>
                  <a:lnTo>
                    <a:pt x="6005854" y="50380"/>
                  </a:lnTo>
                  <a:lnTo>
                    <a:pt x="6005972" y="50380"/>
                  </a:lnTo>
                  <a:lnTo>
                    <a:pt x="6006090" y="50380"/>
                  </a:lnTo>
                  <a:lnTo>
                    <a:pt x="6006207" y="50380"/>
                  </a:lnTo>
                  <a:lnTo>
                    <a:pt x="6006325" y="50380"/>
                  </a:lnTo>
                  <a:lnTo>
                    <a:pt x="6006442" y="50380"/>
                  </a:lnTo>
                  <a:lnTo>
                    <a:pt x="6006560" y="50380"/>
                  </a:lnTo>
                  <a:lnTo>
                    <a:pt x="6006678" y="50380"/>
                  </a:lnTo>
                  <a:lnTo>
                    <a:pt x="6006795" y="50380"/>
                  </a:lnTo>
                  <a:lnTo>
                    <a:pt x="6006913" y="50380"/>
                  </a:lnTo>
                  <a:lnTo>
                    <a:pt x="6007030" y="50380"/>
                  </a:lnTo>
                  <a:lnTo>
                    <a:pt x="6007148" y="50380"/>
                  </a:lnTo>
                  <a:lnTo>
                    <a:pt x="6007266" y="50380"/>
                  </a:lnTo>
                  <a:lnTo>
                    <a:pt x="6007383" y="50380"/>
                  </a:lnTo>
                  <a:lnTo>
                    <a:pt x="6007501" y="50380"/>
                  </a:lnTo>
                  <a:lnTo>
                    <a:pt x="6007619" y="50380"/>
                  </a:lnTo>
                  <a:lnTo>
                    <a:pt x="6007736" y="50380"/>
                  </a:lnTo>
                  <a:lnTo>
                    <a:pt x="6007854" y="50380"/>
                  </a:lnTo>
                  <a:lnTo>
                    <a:pt x="6007971" y="50380"/>
                  </a:lnTo>
                  <a:lnTo>
                    <a:pt x="6008089" y="50380"/>
                  </a:lnTo>
                  <a:lnTo>
                    <a:pt x="6008207" y="50380"/>
                  </a:lnTo>
                  <a:lnTo>
                    <a:pt x="6008324" y="50380"/>
                  </a:lnTo>
                  <a:lnTo>
                    <a:pt x="6008442" y="50380"/>
                  </a:lnTo>
                  <a:lnTo>
                    <a:pt x="6008559" y="50380"/>
                  </a:lnTo>
                  <a:lnTo>
                    <a:pt x="6008677" y="50380"/>
                  </a:lnTo>
                  <a:lnTo>
                    <a:pt x="6008795" y="50380"/>
                  </a:lnTo>
                  <a:lnTo>
                    <a:pt x="6008912" y="50380"/>
                  </a:lnTo>
                  <a:lnTo>
                    <a:pt x="6009030" y="50380"/>
                  </a:lnTo>
                  <a:lnTo>
                    <a:pt x="6009148" y="50380"/>
                  </a:lnTo>
                  <a:lnTo>
                    <a:pt x="6009265" y="50380"/>
                  </a:lnTo>
                  <a:lnTo>
                    <a:pt x="6009383" y="50380"/>
                  </a:lnTo>
                  <a:lnTo>
                    <a:pt x="6009500" y="50380"/>
                  </a:lnTo>
                  <a:lnTo>
                    <a:pt x="6009618" y="50380"/>
                  </a:lnTo>
                  <a:lnTo>
                    <a:pt x="6009736" y="50380"/>
                  </a:lnTo>
                  <a:lnTo>
                    <a:pt x="6009853" y="50380"/>
                  </a:lnTo>
                  <a:lnTo>
                    <a:pt x="6009971" y="50380"/>
                  </a:lnTo>
                  <a:lnTo>
                    <a:pt x="6010088" y="50380"/>
                  </a:lnTo>
                  <a:lnTo>
                    <a:pt x="6010088" y="49949"/>
                  </a:lnTo>
                  <a:lnTo>
                    <a:pt x="6010206" y="49949"/>
                  </a:lnTo>
                  <a:lnTo>
                    <a:pt x="6010324" y="49949"/>
                  </a:lnTo>
                  <a:lnTo>
                    <a:pt x="6010441" y="49949"/>
                  </a:lnTo>
                  <a:lnTo>
                    <a:pt x="6010559" y="49949"/>
                  </a:lnTo>
                  <a:lnTo>
                    <a:pt x="6010677" y="49949"/>
                  </a:lnTo>
                  <a:lnTo>
                    <a:pt x="6010794" y="49949"/>
                  </a:lnTo>
                  <a:lnTo>
                    <a:pt x="6010912" y="49949"/>
                  </a:lnTo>
                  <a:lnTo>
                    <a:pt x="6011029" y="49949"/>
                  </a:lnTo>
                  <a:lnTo>
                    <a:pt x="6011147" y="49949"/>
                  </a:lnTo>
                  <a:lnTo>
                    <a:pt x="6011265" y="49949"/>
                  </a:lnTo>
                  <a:lnTo>
                    <a:pt x="6011382" y="49949"/>
                  </a:lnTo>
                  <a:lnTo>
                    <a:pt x="6011500" y="49949"/>
                  </a:lnTo>
                  <a:lnTo>
                    <a:pt x="6011617" y="49949"/>
                  </a:lnTo>
                  <a:lnTo>
                    <a:pt x="6011735" y="49949"/>
                  </a:lnTo>
                  <a:lnTo>
                    <a:pt x="6011853" y="49949"/>
                  </a:lnTo>
                  <a:lnTo>
                    <a:pt x="6011853" y="49519"/>
                  </a:lnTo>
                  <a:lnTo>
                    <a:pt x="6011970" y="49519"/>
                  </a:lnTo>
                  <a:lnTo>
                    <a:pt x="6012088" y="49519"/>
                  </a:lnTo>
                  <a:lnTo>
                    <a:pt x="6012205" y="49519"/>
                  </a:lnTo>
                  <a:lnTo>
                    <a:pt x="6012323" y="49519"/>
                  </a:lnTo>
                  <a:lnTo>
                    <a:pt x="6012441" y="49519"/>
                  </a:lnTo>
                  <a:lnTo>
                    <a:pt x="6012558" y="49519"/>
                  </a:lnTo>
                  <a:lnTo>
                    <a:pt x="6012676" y="49519"/>
                  </a:lnTo>
                  <a:lnTo>
                    <a:pt x="6012794" y="49519"/>
                  </a:lnTo>
                  <a:lnTo>
                    <a:pt x="6012911" y="49519"/>
                  </a:lnTo>
                  <a:lnTo>
                    <a:pt x="6013029" y="49519"/>
                  </a:lnTo>
                  <a:lnTo>
                    <a:pt x="6013146" y="49519"/>
                  </a:lnTo>
                  <a:lnTo>
                    <a:pt x="6013264" y="49519"/>
                  </a:lnTo>
                  <a:lnTo>
                    <a:pt x="6013382" y="49519"/>
                  </a:lnTo>
                  <a:lnTo>
                    <a:pt x="6013499" y="49519"/>
                  </a:lnTo>
                  <a:lnTo>
                    <a:pt x="6013617" y="49519"/>
                  </a:lnTo>
                  <a:lnTo>
                    <a:pt x="6013734" y="49519"/>
                  </a:lnTo>
                  <a:lnTo>
                    <a:pt x="6013852" y="49519"/>
                  </a:lnTo>
                  <a:lnTo>
                    <a:pt x="6013970" y="49519"/>
                  </a:lnTo>
                  <a:lnTo>
                    <a:pt x="6014087" y="49519"/>
                  </a:lnTo>
                  <a:lnTo>
                    <a:pt x="6014087" y="49088"/>
                  </a:lnTo>
                  <a:lnTo>
                    <a:pt x="6014205" y="49088"/>
                  </a:lnTo>
                  <a:lnTo>
                    <a:pt x="6014323" y="49088"/>
                  </a:lnTo>
                  <a:lnTo>
                    <a:pt x="6014440" y="49088"/>
                  </a:lnTo>
                  <a:lnTo>
                    <a:pt x="6014558" y="49088"/>
                  </a:lnTo>
                  <a:lnTo>
                    <a:pt x="6014675" y="49088"/>
                  </a:lnTo>
                  <a:lnTo>
                    <a:pt x="6014793" y="49088"/>
                  </a:lnTo>
                  <a:lnTo>
                    <a:pt x="6014911" y="49088"/>
                  </a:lnTo>
                  <a:lnTo>
                    <a:pt x="6015028" y="49088"/>
                  </a:lnTo>
                  <a:lnTo>
                    <a:pt x="6015146" y="49088"/>
                  </a:lnTo>
                  <a:lnTo>
                    <a:pt x="6015263" y="49088"/>
                  </a:lnTo>
                  <a:lnTo>
                    <a:pt x="6015381" y="49088"/>
                  </a:lnTo>
                  <a:lnTo>
                    <a:pt x="6015499" y="49088"/>
                  </a:lnTo>
                  <a:lnTo>
                    <a:pt x="6015616" y="49088"/>
                  </a:lnTo>
                  <a:lnTo>
                    <a:pt x="6015734" y="49088"/>
                  </a:lnTo>
                  <a:lnTo>
                    <a:pt x="6015852" y="49088"/>
                  </a:lnTo>
                  <a:lnTo>
                    <a:pt x="6015969" y="49088"/>
                  </a:lnTo>
                  <a:lnTo>
                    <a:pt x="6016087" y="49088"/>
                  </a:lnTo>
                  <a:lnTo>
                    <a:pt x="6016204" y="49088"/>
                  </a:lnTo>
                  <a:lnTo>
                    <a:pt x="6016322" y="49088"/>
                  </a:lnTo>
                  <a:lnTo>
                    <a:pt x="6016440" y="49088"/>
                  </a:lnTo>
                  <a:lnTo>
                    <a:pt x="6016557" y="49088"/>
                  </a:lnTo>
                  <a:lnTo>
                    <a:pt x="6016675" y="49088"/>
                  </a:lnTo>
                  <a:lnTo>
                    <a:pt x="6016792" y="49088"/>
                  </a:lnTo>
                  <a:lnTo>
                    <a:pt x="6016910" y="49088"/>
                  </a:lnTo>
                  <a:lnTo>
                    <a:pt x="6017028" y="49088"/>
                  </a:lnTo>
                  <a:lnTo>
                    <a:pt x="6017145" y="49088"/>
                  </a:lnTo>
                  <a:lnTo>
                    <a:pt x="6017263" y="49088"/>
                  </a:lnTo>
                  <a:lnTo>
                    <a:pt x="6017381" y="49088"/>
                  </a:lnTo>
                  <a:lnTo>
                    <a:pt x="6017498" y="49088"/>
                  </a:lnTo>
                  <a:lnTo>
                    <a:pt x="6017616" y="49088"/>
                  </a:lnTo>
                  <a:lnTo>
                    <a:pt x="6017733" y="49088"/>
                  </a:lnTo>
                  <a:lnTo>
                    <a:pt x="6017851" y="49088"/>
                  </a:lnTo>
                  <a:lnTo>
                    <a:pt x="6017969" y="49088"/>
                  </a:lnTo>
                  <a:lnTo>
                    <a:pt x="6018086" y="49088"/>
                  </a:lnTo>
                  <a:lnTo>
                    <a:pt x="6018204" y="49088"/>
                  </a:lnTo>
                  <a:lnTo>
                    <a:pt x="6018321" y="49088"/>
                  </a:lnTo>
                  <a:lnTo>
                    <a:pt x="6018439" y="49088"/>
                  </a:lnTo>
                  <a:lnTo>
                    <a:pt x="6018557" y="49088"/>
                  </a:lnTo>
                  <a:lnTo>
                    <a:pt x="6018674" y="49088"/>
                  </a:lnTo>
                  <a:lnTo>
                    <a:pt x="6018792" y="49088"/>
                  </a:lnTo>
                  <a:lnTo>
                    <a:pt x="6018910" y="49088"/>
                  </a:lnTo>
                  <a:lnTo>
                    <a:pt x="6019027" y="49088"/>
                  </a:lnTo>
                  <a:lnTo>
                    <a:pt x="6019145" y="49088"/>
                  </a:lnTo>
                  <a:lnTo>
                    <a:pt x="6019262" y="49088"/>
                  </a:lnTo>
                  <a:lnTo>
                    <a:pt x="6019380" y="49088"/>
                  </a:lnTo>
                  <a:lnTo>
                    <a:pt x="6019498" y="49088"/>
                  </a:lnTo>
                  <a:lnTo>
                    <a:pt x="6019615" y="49088"/>
                  </a:lnTo>
                  <a:lnTo>
                    <a:pt x="6019733" y="49088"/>
                  </a:lnTo>
                  <a:lnTo>
                    <a:pt x="6019850" y="49088"/>
                  </a:lnTo>
                  <a:lnTo>
                    <a:pt x="6019968" y="49088"/>
                  </a:lnTo>
                  <a:lnTo>
                    <a:pt x="6020086" y="49088"/>
                  </a:lnTo>
                  <a:lnTo>
                    <a:pt x="6020203" y="49088"/>
                  </a:lnTo>
                  <a:lnTo>
                    <a:pt x="6020321" y="49088"/>
                  </a:lnTo>
                  <a:lnTo>
                    <a:pt x="6020438" y="49088"/>
                  </a:lnTo>
                  <a:lnTo>
                    <a:pt x="6020556" y="49088"/>
                  </a:lnTo>
                  <a:lnTo>
                    <a:pt x="6020556" y="48657"/>
                  </a:lnTo>
                  <a:lnTo>
                    <a:pt x="6020556" y="48227"/>
                  </a:lnTo>
                  <a:lnTo>
                    <a:pt x="6020674" y="48227"/>
                  </a:lnTo>
                  <a:lnTo>
                    <a:pt x="6020791" y="48227"/>
                  </a:lnTo>
                  <a:lnTo>
                    <a:pt x="6020791" y="47796"/>
                  </a:lnTo>
                  <a:lnTo>
                    <a:pt x="6020909" y="47796"/>
                  </a:lnTo>
                  <a:lnTo>
                    <a:pt x="6021027" y="47796"/>
                  </a:lnTo>
                  <a:lnTo>
                    <a:pt x="6021144" y="47796"/>
                  </a:lnTo>
                  <a:lnTo>
                    <a:pt x="6021262" y="47796"/>
                  </a:lnTo>
                  <a:lnTo>
                    <a:pt x="6021379" y="47796"/>
                  </a:lnTo>
                  <a:lnTo>
                    <a:pt x="6021497" y="47796"/>
                  </a:lnTo>
                  <a:lnTo>
                    <a:pt x="6021615" y="47796"/>
                  </a:lnTo>
                  <a:lnTo>
                    <a:pt x="6021732" y="47796"/>
                  </a:lnTo>
                  <a:lnTo>
                    <a:pt x="6021850" y="47796"/>
                  </a:lnTo>
                  <a:lnTo>
                    <a:pt x="6021967" y="47796"/>
                  </a:lnTo>
                  <a:lnTo>
                    <a:pt x="6022085" y="47796"/>
                  </a:lnTo>
                  <a:lnTo>
                    <a:pt x="6022203" y="47796"/>
                  </a:lnTo>
                  <a:lnTo>
                    <a:pt x="6022320" y="47796"/>
                  </a:lnTo>
                  <a:lnTo>
                    <a:pt x="6022438" y="47796"/>
                  </a:lnTo>
                  <a:lnTo>
                    <a:pt x="6022556" y="47796"/>
                  </a:lnTo>
                  <a:lnTo>
                    <a:pt x="6022673" y="47796"/>
                  </a:lnTo>
                  <a:lnTo>
                    <a:pt x="6022791" y="47796"/>
                  </a:lnTo>
                  <a:lnTo>
                    <a:pt x="6022908" y="47796"/>
                  </a:lnTo>
                  <a:lnTo>
                    <a:pt x="6023026" y="47796"/>
                  </a:lnTo>
                  <a:lnTo>
                    <a:pt x="6023144" y="47796"/>
                  </a:lnTo>
                  <a:lnTo>
                    <a:pt x="6023261" y="47796"/>
                  </a:lnTo>
                  <a:lnTo>
                    <a:pt x="6023379" y="47796"/>
                  </a:lnTo>
                  <a:lnTo>
                    <a:pt x="6023496" y="47796"/>
                  </a:lnTo>
                  <a:lnTo>
                    <a:pt x="6023614" y="47796"/>
                  </a:lnTo>
                  <a:lnTo>
                    <a:pt x="6023732" y="47796"/>
                  </a:lnTo>
                  <a:lnTo>
                    <a:pt x="6023849" y="47796"/>
                  </a:lnTo>
                  <a:lnTo>
                    <a:pt x="6023967" y="47796"/>
                  </a:lnTo>
                  <a:lnTo>
                    <a:pt x="6024085" y="47796"/>
                  </a:lnTo>
                  <a:lnTo>
                    <a:pt x="6024202" y="47796"/>
                  </a:lnTo>
                  <a:lnTo>
                    <a:pt x="6024320" y="47796"/>
                  </a:lnTo>
                  <a:lnTo>
                    <a:pt x="6024437" y="47796"/>
                  </a:lnTo>
                  <a:lnTo>
                    <a:pt x="6024555" y="47796"/>
                  </a:lnTo>
                  <a:lnTo>
                    <a:pt x="6024673" y="47796"/>
                  </a:lnTo>
                  <a:lnTo>
                    <a:pt x="6024790" y="47796"/>
                  </a:lnTo>
                  <a:lnTo>
                    <a:pt x="6024908" y="47796"/>
                  </a:lnTo>
                  <a:lnTo>
                    <a:pt x="6025025" y="47796"/>
                  </a:lnTo>
                  <a:lnTo>
                    <a:pt x="6025143" y="47796"/>
                  </a:lnTo>
                  <a:lnTo>
                    <a:pt x="6025261" y="47796"/>
                  </a:lnTo>
                  <a:lnTo>
                    <a:pt x="6025378" y="47796"/>
                  </a:lnTo>
                  <a:lnTo>
                    <a:pt x="6025378" y="47366"/>
                  </a:lnTo>
                  <a:lnTo>
                    <a:pt x="6025496" y="47366"/>
                  </a:lnTo>
                  <a:lnTo>
                    <a:pt x="6025614" y="47366"/>
                  </a:lnTo>
                  <a:lnTo>
                    <a:pt x="6025731" y="47366"/>
                  </a:lnTo>
                  <a:lnTo>
                    <a:pt x="6025731" y="46935"/>
                  </a:lnTo>
                  <a:lnTo>
                    <a:pt x="6025849" y="46935"/>
                  </a:lnTo>
                  <a:lnTo>
                    <a:pt x="6025966" y="46935"/>
                  </a:lnTo>
                  <a:lnTo>
                    <a:pt x="6026084" y="46935"/>
                  </a:lnTo>
                  <a:lnTo>
                    <a:pt x="6026202" y="46935"/>
                  </a:lnTo>
                  <a:lnTo>
                    <a:pt x="6026202" y="46504"/>
                  </a:lnTo>
                  <a:lnTo>
                    <a:pt x="6026319" y="46504"/>
                  </a:lnTo>
                  <a:lnTo>
                    <a:pt x="6026437" y="46504"/>
                  </a:lnTo>
                  <a:lnTo>
                    <a:pt x="6026554" y="46504"/>
                  </a:lnTo>
                  <a:lnTo>
                    <a:pt x="6026672" y="46504"/>
                  </a:lnTo>
                  <a:lnTo>
                    <a:pt x="6026790" y="46504"/>
                  </a:lnTo>
                  <a:lnTo>
                    <a:pt x="6026907" y="46504"/>
                  </a:lnTo>
                  <a:lnTo>
                    <a:pt x="6027025" y="46504"/>
                  </a:lnTo>
                  <a:lnTo>
                    <a:pt x="6027143" y="46504"/>
                  </a:lnTo>
                  <a:lnTo>
                    <a:pt x="6027260" y="46504"/>
                  </a:lnTo>
                  <a:lnTo>
                    <a:pt x="6027378" y="46504"/>
                  </a:lnTo>
                  <a:lnTo>
                    <a:pt x="6027495" y="46504"/>
                  </a:lnTo>
                  <a:lnTo>
                    <a:pt x="6027613" y="46504"/>
                  </a:lnTo>
                  <a:lnTo>
                    <a:pt x="6027731" y="46504"/>
                  </a:lnTo>
                  <a:lnTo>
                    <a:pt x="6027848" y="46504"/>
                  </a:lnTo>
                  <a:lnTo>
                    <a:pt x="6027848" y="46074"/>
                  </a:lnTo>
                  <a:lnTo>
                    <a:pt x="6027966" y="46074"/>
                  </a:lnTo>
                  <a:lnTo>
                    <a:pt x="6027966" y="45643"/>
                  </a:lnTo>
                  <a:lnTo>
                    <a:pt x="6028083" y="45643"/>
                  </a:lnTo>
                  <a:lnTo>
                    <a:pt x="6028201" y="45643"/>
                  </a:lnTo>
                  <a:lnTo>
                    <a:pt x="6028319" y="45643"/>
                  </a:lnTo>
                  <a:lnTo>
                    <a:pt x="6028436" y="45643"/>
                  </a:lnTo>
                  <a:lnTo>
                    <a:pt x="6028554" y="45643"/>
                  </a:lnTo>
                  <a:lnTo>
                    <a:pt x="6028671" y="45643"/>
                  </a:lnTo>
                  <a:lnTo>
                    <a:pt x="6028789" y="45643"/>
                  </a:lnTo>
                  <a:lnTo>
                    <a:pt x="6028907" y="45643"/>
                  </a:lnTo>
                  <a:lnTo>
                    <a:pt x="6029024" y="45643"/>
                  </a:lnTo>
                  <a:lnTo>
                    <a:pt x="6029142" y="45643"/>
                  </a:lnTo>
                  <a:lnTo>
                    <a:pt x="6029260" y="45643"/>
                  </a:lnTo>
                  <a:lnTo>
                    <a:pt x="6029377" y="45643"/>
                  </a:lnTo>
                  <a:lnTo>
                    <a:pt x="6029495" y="45643"/>
                  </a:lnTo>
                  <a:lnTo>
                    <a:pt x="6029612" y="45643"/>
                  </a:lnTo>
                  <a:lnTo>
                    <a:pt x="6029730" y="45643"/>
                  </a:lnTo>
                  <a:lnTo>
                    <a:pt x="6029848" y="45643"/>
                  </a:lnTo>
                  <a:lnTo>
                    <a:pt x="6029965" y="45643"/>
                  </a:lnTo>
                  <a:lnTo>
                    <a:pt x="6030083" y="45643"/>
                  </a:lnTo>
                  <a:lnTo>
                    <a:pt x="6030200" y="45643"/>
                  </a:lnTo>
                  <a:lnTo>
                    <a:pt x="6030318" y="45643"/>
                  </a:lnTo>
                  <a:lnTo>
                    <a:pt x="6030436" y="45643"/>
                  </a:lnTo>
                  <a:lnTo>
                    <a:pt x="6030553" y="45643"/>
                  </a:lnTo>
                  <a:lnTo>
                    <a:pt x="6030671" y="45643"/>
                  </a:lnTo>
                  <a:lnTo>
                    <a:pt x="6030789" y="45643"/>
                  </a:lnTo>
                  <a:lnTo>
                    <a:pt x="6030906" y="45643"/>
                  </a:lnTo>
                  <a:lnTo>
                    <a:pt x="6031024" y="45643"/>
                  </a:lnTo>
                  <a:lnTo>
                    <a:pt x="6031141" y="45643"/>
                  </a:lnTo>
                  <a:lnTo>
                    <a:pt x="6031259" y="45643"/>
                  </a:lnTo>
                  <a:lnTo>
                    <a:pt x="6031377" y="45643"/>
                  </a:lnTo>
                  <a:lnTo>
                    <a:pt x="6031494" y="45643"/>
                  </a:lnTo>
                  <a:lnTo>
                    <a:pt x="6031612" y="45643"/>
                  </a:lnTo>
                  <a:lnTo>
                    <a:pt x="6031729" y="45643"/>
                  </a:lnTo>
                  <a:lnTo>
                    <a:pt x="6031847" y="45643"/>
                  </a:lnTo>
                  <a:lnTo>
                    <a:pt x="6031965" y="45643"/>
                  </a:lnTo>
                  <a:lnTo>
                    <a:pt x="6032082" y="45643"/>
                  </a:lnTo>
                  <a:lnTo>
                    <a:pt x="6032200" y="45643"/>
                  </a:lnTo>
                  <a:lnTo>
                    <a:pt x="6032318" y="45643"/>
                  </a:lnTo>
                  <a:lnTo>
                    <a:pt x="6032318" y="45213"/>
                  </a:lnTo>
                  <a:lnTo>
                    <a:pt x="6032435" y="45213"/>
                  </a:lnTo>
                  <a:lnTo>
                    <a:pt x="6032553" y="45213"/>
                  </a:lnTo>
                  <a:lnTo>
                    <a:pt x="6032670" y="45213"/>
                  </a:lnTo>
                  <a:lnTo>
                    <a:pt x="6032788" y="45213"/>
                  </a:lnTo>
                  <a:lnTo>
                    <a:pt x="6032906" y="45213"/>
                  </a:lnTo>
                  <a:lnTo>
                    <a:pt x="6033023" y="45213"/>
                  </a:lnTo>
                  <a:lnTo>
                    <a:pt x="6033141" y="45213"/>
                  </a:lnTo>
                  <a:lnTo>
                    <a:pt x="6033258" y="45213"/>
                  </a:lnTo>
                  <a:lnTo>
                    <a:pt x="6033376" y="45213"/>
                  </a:lnTo>
                  <a:lnTo>
                    <a:pt x="6033494" y="45213"/>
                  </a:lnTo>
                  <a:lnTo>
                    <a:pt x="6033611" y="45213"/>
                  </a:lnTo>
                  <a:lnTo>
                    <a:pt x="6033729" y="45213"/>
                  </a:lnTo>
                  <a:lnTo>
                    <a:pt x="6033847" y="45213"/>
                  </a:lnTo>
                  <a:lnTo>
                    <a:pt x="6033964" y="45213"/>
                  </a:lnTo>
                  <a:lnTo>
                    <a:pt x="6034082" y="45213"/>
                  </a:lnTo>
                  <a:lnTo>
                    <a:pt x="6034199" y="45213"/>
                  </a:lnTo>
                  <a:lnTo>
                    <a:pt x="6034317" y="45213"/>
                  </a:lnTo>
                  <a:lnTo>
                    <a:pt x="6034435" y="45213"/>
                  </a:lnTo>
                  <a:lnTo>
                    <a:pt x="6034552" y="45213"/>
                  </a:lnTo>
                  <a:lnTo>
                    <a:pt x="6034670" y="45213"/>
                  </a:lnTo>
                  <a:lnTo>
                    <a:pt x="6034787" y="45213"/>
                  </a:lnTo>
                  <a:lnTo>
                    <a:pt x="6034905" y="45213"/>
                  </a:lnTo>
                  <a:lnTo>
                    <a:pt x="6035023" y="45213"/>
                  </a:lnTo>
                  <a:lnTo>
                    <a:pt x="6035140" y="45213"/>
                  </a:lnTo>
                  <a:lnTo>
                    <a:pt x="6035258" y="45213"/>
                  </a:lnTo>
                  <a:lnTo>
                    <a:pt x="6035376" y="45213"/>
                  </a:lnTo>
                  <a:lnTo>
                    <a:pt x="6035493" y="45213"/>
                  </a:lnTo>
                  <a:lnTo>
                    <a:pt x="6035611" y="45213"/>
                  </a:lnTo>
                  <a:lnTo>
                    <a:pt x="6035728" y="45213"/>
                  </a:lnTo>
                  <a:lnTo>
                    <a:pt x="6035846" y="45213"/>
                  </a:lnTo>
                  <a:lnTo>
                    <a:pt x="6035964" y="45213"/>
                  </a:lnTo>
                  <a:lnTo>
                    <a:pt x="6036081" y="45213"/>
                  </a:lnTo>
                  <a:lnTo>
                    <a:pt x="6036199" y="45213"/>
                  </a:lnTo>
                  <a:lnTo>
                    <a:pt x="6036316" y="45213"/>
                  </a:lnTo>
                  <a:lnTo>
                    <a:pt x="6036434" y="45213"/>
                  </a:lnTo>
                  <a:lnTo>
                    <a:pt x="6036552" y="45213"/>
                  </a:lnTo>
                  <a:lnTo>
                    <a:pt x="6036669" y="45213"/>
                  </a:lnTo>
                  <a:lnTo>
                    <a:pt x="6036787" y="45213"/>
                  </a:lnTo>
                  <a:lnTo>
                    <a:pt x="6036904" y="45213"/>
                  </a:lnTo>
                  <a:lnTo>
                    <a:pt x="6037022" y="45213"/>
                  </a:lnTo>
                  <a:lnTo>
                    <a:pt x="6037140" y="45213"/>
                  </a:lnTo>
                  <a:lnTo>
                    <a:pt x="6037257" y="45213"/>
                  </a:lnTo>
                  <a:lnTo>
                    <a:pt x="6037375" y="45213"/>
                  </a:lnTo>
                  <a:lnTo>
                    <a:pt x="6037493" y="45213"/>
                  </a:lnTo>
                  <a:lnTo>
                    <a:pt x="6037610" y="45213"/>
                  </a:lnTo>
                  <a:lnTo>
                    <a:pt x="6037728" y="45213"/>
                  </a:lnTo>
                  <a:lnTo>
                    <a:pt x="6037845" y="45213"/>
                  </a:lnTo>
                  <a:lnTo>
                    <a:pt x="6037963" y="45213"/>
                  </a:lnTo>
                  <a:lnTo>
                    <a:pt x="6037963" y="44782"/>
                  </a:lnTo>
                  <a:lnTo>
                    <a:pt x="6038081" y="44782"/>
                  </a:lnTo>
                  <a:lnTo>
                    <a:pt x="6038198" y="44782"/>
                  </a:lnTo>
                  <a:lnTo>
                    <a:pt x="6038316" y="44782"/>
                  </a:lnTo>
                  <a:lnTo>
                    <a:pt x="6038433" y="44782"/>
                  </a:lnTo>
                  <a:lnTo>
                    <a:pt x="6038551" y="44782"/>
                  </a:lnTo>
                  <a:lnTo>
                    <a:pt x="6038669" y="44782"/>
                  </a:lnTo>
                  <a:lnTo>
                    <a:pt x="6038786" y="44782"/>
                  </a:lnTo>
                  <a:lnTo>
                    <a:pt x="6038904" y="44782"/>
                  </a:lnTo>
                  <a:lnTo>
                    <a:pt x="6039022" y="44782"/>
                  </a:lnTo>
                  <a:lnTo>
                    <a:pt x="6039139" y="44782"/>
                  </a:lnTo>
                  <a:lnTo>
                    <a:pt x="6039257" y="44782"/>
                  </a:lnTo>
                  <a:lnTo>
                    <a:pt x="6039374" y="44782"/>
                  </a:lnTo>
                  <a:lnTo>
                    <a:pt x="6039492" y="44782"/>
                  </a:lnTo>
                  <a:lnTo>
                    <a:pt x="6039610" y="44782"/>
                  </a:lnTo>
                  <a:lnTo>
                    <a:pt x="6039727" y="44782"/>
                  </a:lnTo>
                  <a:lnTo>
                    <a:pt x="6039845" y="44782"/>
                  </a:lnTo>
                  <a:lnTo>
                    <a:pt x="6039962" y="44782"/>
                  </a:lnTo>
                  <a:lnTo>
                    <a:pt x="6040080" y="44782"/>
                  </a:lnTo>
                  <a:lnTo>
                    <a:pt x="6040198" y="44782"/>
                  </a:lnTo>
                  <a:lnTo>
                    <a:pt x="6040315" y="44782"/>
                  </a:lnTo>
                  <a:lnTo>
                    <a:pt x="6040433" y="44782"/>
                  </a:lnTo>
                  <a:lnTo>
                    <a:pt x="6040551" y="44782"/>
                  </a:lnTo>
                  <a:lnTo>
                    <a:pt x="6040668" y="44782"/>
                  </a:lnTo>
                  <a:lnTo>
                    <a:pt x="6040786" y="44782"/>
                  </a:lnTo>
                  <a:lnTo>
                    <a:pt x="6040903" y="44782"/>
                  </a:lnTo>
                  <a:lnTo>
                    <a:pt x="6041021" y="44782"/>
                  </a:lnTo>
                  <a:lnTo>
                    <a:pt x="6041139" y="44782"/>
                  </a:lnTo>
                  <a:lnTo>
                    <a:pt x="6041256" y="44782"/>
                  </a:lnTo>
                  <a:lnTo>
                    <a:pt x="6041374" y="44782"/>
                  </a:lnTo>
                  <a:lnTo>
                    <a:pt x="6041491" y="44782"/>
                  </a:lnTo>
                  <a:lnTo>
                    <a:pt x="6041609" y="44782"/>
                  </a:lnTo>
                  <a:lnTo>
                    <a:pt x="6041727" y="44782"/>
                  </a:lnTo>
                  <a:lnTo>
                    <a:pt x="6041844" y="44782"/>
                  </a:lnTo>
                  <a:lnTo>
                    <a:pt x="6041962" y="44782"/>
                  </a:lnTo>
                  <a:lnTo>
                    <a:pt x="6042080" y="44782"/>
                  </a:lnTo>
                  <a:lnTo>
                    <a:pt x="6042197" y="44782"/>
                  </a:lnTo>
                  <a:lnTo>
                    <a:pt x="6042315" y="44782"/>
                  </a:lnTo>
                  <a:lnTo>
                    <a:pt x="6042432" y="44782"/>
                  </a:lnTo>
                  <a:lnTo>
                    <a:pt x="6042550" y="44782"/>
                  </a:lnTo>
                  <a:lnTo>
                    <a:pt x="6042668" y="44782"/>
                  </a:lnTo>
                  <a:lnTo>
                    <a:pt x="6042785" y="44782"/>
                  </a:lnTo>
                  <a:lnTo>
                    <a:pt x="6042903" y="44782"/>
                  </a:lnTo>
                  <a:lnTo>
                    <a:pt x="6042903" y="44351"/>
                  </a:lnTo>
                  <a:lnTo>
                    <a:pt x="6043020" y="44351"/>
                  </a:lnTo>
                  <a:lnTo>
                    <a:pt x="6043138" y="44351"/>
                  </a:lnTo>
                  <a:lnTo>
                    <a:pt x="6043256" y="44351"/>
                  </a:lnTo>
                  <a:lnTo>
                    <a:pt x="6043373" y="44351"/>
                  </a:lnTo>
                  <a:lnTo>
                    <a:pt x="6043491" y="44351"/>
                  </a:lnTo>
                  <a:lnTo>
                    <a:pt x="6043609" y="44351"/>
                  </a:lnTo>
                  <a:lnTo>
                    <a:pt x="6043726" y="44351"/>
                  </a:lnTo>
                  <a:lnTo>
                    <a:pt x="6043844" y="44351"/>
                  </a:lnTo>
                  <a:lnTo>
                    <a:pt x="6043961" y="44351"/>
                  </a:lnTo>
                  <a:lnTo>
                    <a:pt x="6044079" y="44351"/>
                  </a:lnTo>
                  <a:lnTo>
                    <a:pt x="6044197" y="44351"/>
                  </a:lnTo>
                  <a:lnTo>
                    <a:pt x="6044314" y="44351"/>
                  </a:lnTo>
                  <a:lnTo>
                    <a:pt x="6044432" y="44351"/>
                  </a:lnTo>
                  <a:lnTo>
                    <a:pt x="6044549" y="44351"/>
                  </a:lnTo>
                  <a:lnTo>
                    <a:pt x="6044667" y="44351"/>
                  </a:lnTo>
                  <a:lnTo>
                    <a:pt x="6044785" y="44351"/>
                  </a:lnTo>
                  <a:lnTo>
                    <a:pt x="6044785" y="43921"/>
                  </a:lnTo>
                  <a:lnTo>
                    <a:pt x="6044902" y="43921"/>
                  </a:lnTo>
                  <a:lnTo>
                    <a:pt x="6045020" y="43921"/>
                  </a:lnTo>
                  <a:lnTo>
                    <a:pt x="6045137" y="43921"/>
                  </a:lnTo>
                  <a:lnTo>
                    <a:pt x="6045255" y="43921"/>
                  </a:lnTo>
                  <a:lnTo>
                    <a:pt x="6045373" y="43921"/>
                  </a:lnTo>
                  <a:lnTo>
                    <a:pt x="6045490" y="43921"/>
                  </a:lnTo>
                  <a:lnTo>
                    <a:pt x="6045608" y="43921"/>
                  </a:lnTo>
                  <a:lnTo>
                    <a:pt x="6045726" y="43921"/>
                  </a:lnTo>
                  <a:lnTo>
                    <a:pt x="6045843" y="43921"/>
                  </a:lnTo>
                  <a:lnTo>
                    <a:pt x="6045843" y="43490"/>
                  </a:lnTo>
                  <a:lnTo>
                    <a:pt x="6045961" y="43490"/>
                  </a:lnTo>
                  <a:lnTo>
                    <a:pt x="6046078" y="43490"/>
                  </a:lnTo>
                  <a:lnTo>
                    <a:pt x="6046196" y="43490"/>
                  </a:lnTo>
                  <a:lnTo>
                    <a:pt x="6046314" y="43490"/>
                  </a:lnTo>
                  <a:lnTo>
                    <a:pt x="6046431" y="43490"/>
                  </a:lnTo>
                  <a:lnTo>
                    <a:pt x="6046549" y="43490"/>
                  </a:lnTo>
                  <a:lnTo>
                    <a:pt x="6046666" y="43490"/>
                  </a:lnTo>
                  <a:lnTo>
                    <a:pt x="6046784" y="43490"/>
                  </a:lnTo>
                  <a:lnTo>
                    <a:pt x="6046902" y="43490"/>
                  </a:lnTo>
                  <a:lnTo>
                    <a:pt x="6047019" y="43490"/>
                  </a:lnTo>
                  <a:lnTo>
                    <a:pt x="6047137" y="43490"/>
                  </a:lnTo>
                  <a:lnTo>
                    <a:pt x="6047255" y="43490"/>
                  </a:lnTo>
                  <a:lnTo>
                    <a:pt x="6047372" y="43490"/>
                  </a:lnTo>
                  <a:lnTo>
                    <a:pt x="6047490" y="43490"/>
                  </a:lnTo>
                  <a:lnTo>
                    <a:pt x="6047607" y="43490"/>
                  </a:lnTo>
                  <a:lnTo>
                    <a:pt x="6047725" y="43490"/>
                  </a:lnTo>
                  <a:lnTo>
                    <a:pt x="6047843" y="43490"/>
                  </a:lnTo>
                  <a:lnTo>
                    <a:pt x="6047960" y="43490"/>
                  </a:lnTo>
                  <a:lnTo>
                    <a:pt x="6048078" y="43490"/>
                  </a:lnTo>
                  <a:lnTo>
                    <a:pt x="6048195" y="43490"/>
                  </a:lnTo>
                  <a:lnTo>
                    <a:pt x="6048313" y="43490"/>
                  </a:lnTo>
                  <a:lnTo>
                    <a:pt x="6048431" y="43490"/>
                  </a:lnTo>
                  <a:lnTo>
                    <a:pt x="6048431" y="43060"/>
                  </a:lnTo>
                  <a:lnTo>
                    <a:pt x="6048548" y="43060"/>
                  </a:lnTo>
                  <a:lnTo>
                    <a:pt x="6048666" y="43060"/>
                  </a:lnTo>
                  <a:lnTo>
                    <a:pt x="6048784" y="43060"/>
                  </a:lnTo>
                  <a:lnTo>
                    <a:pt x="6048901" y="43060"/>
                  </a:lnTo>
                  <a:lnTo>
                    <a:pt x="6049019" y="43060"/>
                  </a:lnTo>
                  <a:lnTo>
                    <a:pt x="6049136" y="43060"/>
                  </a:lnTo>
                  <a:lnTo>
                    <a:pt x="6049254" y="43060"/>
                  </a:lnTo>
                  <a:lnTo>
                    <a:pt x="6049372" y="43060"/>
                  </a:lnTo>
                  <a:lnTo>
                    <a:pt x="6049489" y="43060"/>
                  </a:lnTo>
                  <a:lnTo>
                    <a:pt x="6049607" y="43060"/>
                  </a:lnTo>
                  <a:lnTo>
                    <a:pt x="6049724" y="43060"/>
                  </a:lnTo>
                  <a:lnTo>
                    <a:pt x="6049842" y="43060"/>
                  </a:lnTo>
                  <a:lnTo>
                    <a:pt x="6049960" y="43060"/>
                  </a:lnTo>
                  <a:lnTo>
                    <a:pt x="6050077" y="43060"/>
                  </a:lnTo>
                  <a:lnTo>
                    <a:pt x="6050195" y="43060"/>
                  </a:lnTo>
                  <a:lnTo>
                    <a:pt x="6050195" y="42629"/>
                  </a:lnTo>
                  <a:lnTo>
                    <a:pt x="6050313" y="42629"/>
                  </a:lnTo>
                  <a:lnTo>
                    <a:pt x="6050430" y="42629"/>
                  </a:lnTo>
                  <a:lnTo>
                    <a:pt x="6050430" y="42198"/>
                  </a:lnTo>
                  <a:lnTo>
                    <a:pt x="6050548" y="42198"/>
                  </a:lnTo>
                  <a:lnTo>
                    <a:pt x="6050665" y="42198"/>
                  </a:lnTo>
                  <a:lnTo>
                    <a:pt x="6050783" y="42198"/>
                  </a:lnTo>
                  <a:lnTo>
                    <a:pt x="6050901" y="42198"/>
                  </a:lnTo>
                  <a:lnTo>
                    <a:pt x="6051018" y="42198"/>
                  </a:lnTo>
                  <a:lnTo>
                    <a:pt x="6051136" y="42198"/>
                  </a:lnTo>
                  <a:lnTo>
                    <a:pt x="6051253" y="42198"/>
                  </a:lnTo>
                  <a:lnTo>
                    <a:pt x="6051253" y="41768"/>
                  </a:lnTo>
                  <a:lnTo>
                    <a:pt x="6051371" y="41768"/>
                  </a:lnTo>
                  <a:lnTo>
                    <a:pt x="6051489" y="41768"/>
                  </a:lnTo>
                  <a:lnTo>
                    <a:pt x="6051606" y="41768"/>
                  </a:lnTo>
                  <a:lnTo>
                    <a:pt x="6051724" y="41768"/>
                  </a:lnTo>
                  <a:lnTo>
                    <a:pt x="6051841" y="41768"/>
                  </a:lnTo>
                  <a:lnTo>
                    <a:pt x="6051959" y="41768"/>
                  </a:lnTo>
                  <a:lnTo>
                    <a:pt x="6052077" y="41768"/>
                  </a:lnTo>
                  <a:lnTo>
                    <a:pt x="6052194" y="41768"/>
                  </a:lnTo>
                  <a:lnTo>
                    <a:pt x="6052312" y="41768"/>
                  </a:lnTo>
                  <a:lnTo>
                    <a:pt x="6052430" y="41768"/>
                  </a:lnTo>
                  <a:lnTo>
                    <a:pt x="6052547" y="41768"/>
                  </a:lnTo>
                  <a:lnTo>
                    <a:pt x="6052665" y="41768"/>
                  </a:lnTo>
                  <a:lnTo>
                    <a:pt x="6052782" y="41768"/>
                  </a:lnTo>
                  <a:lnTo>
                    <a:pt x="6052900" y="41768"/>
                  </a:lnTo>
                  <a:lnTo>
                    <a:pt x="6053018" y="41768"/>
                  </a:lnTo>
                  <a:lnTo>
                    <a:pt x="6053135" y="41768"/>
                  </a:lnTo>
                  <a:lnTo>
                    <a:pt x="6053253" y="41768"/>
                  </a:lnTo>
                  <a:lnTo>
                    <a:pt x="6053370" y="41768"/>
                  </a:lnTo>
                  <a:lnTo>
                    <a:pt x="6053488" y="41768"/>
                  </a:lnTo>
                  <a:lnTo>
                    <a:pt x="6053606" y="41768"/>
                  </a:lnTo>
                  <a:lnTo>
                    <a:pt x="6053723" y="41768"/>
                  </a:lnTo>
                  <a:lnTo>
                    <a:pt x="6053841" y="41768"/>
                  </a:lnTo>
                  <a:lnTo>
                    <a:pt x="6053959" y="41768"/>
                  </a:lnTo>
                  <a:lnTo>
                    <a:pt x="6054076" y="41768"/>
                  </a:lnTo>
                  <a:lnTo>
                    <a:pt x="6054194" y="41768"/>
                  </a:lnTo>
                  <a:lnTo>
                    <a:pt x="6054311" y="41768"/>
                  </a:lnTo>
                  <a:lnTo>
                    <a:pt x="6054429" y="41768"/>
                  </a:lnTo>
                  <a:lnTo>
                    <a:pt x="6054547" y="41768"/>
                  </a:lnTo>
                  <a:lnTo>
                    <a:pt x="6054664" y="41768"/>
                  </a:lnTo>
                  <a:lnTo>
                    <a:pt x="6054782" y="41768"/>
                  </a:lnTo>
                  <a:lnTo>
                    <a:pt x="6054899" y="41768"/>
                  </a:lnTo>
                  <a:lnTo>
                    <a:pt x="6055017" y="41768"/>
                  </a:lnTo>
                  <a:lnTo>
                    <a:pt x="6055135" y="41768"/>
                  </a:lnTo>
                  <a:lnTo>
                    <a:pt x="6055252" y="41768"/>
                  </a:lnTo>
                  <a:lnTo>
                    <a:pt x="6055370" y="41768"/>
                  </a:lnTo>
                  <a:lnTo>
                    <a:pt x="6055488" y="41768"/>
                  </a:lnTo>
                  <a:lnTo>
                    <a:pt x="6055605" y="41768"/>
                  </a:lnTo>
                  <a:lnTo>
                    <a:pt x="6055723" y="41768"/>
                  </a:lnTo>
                  <a:lnTo>
                    <a:pt x="6055840" y="41768"/>
                  </a:lnTo>
                  <a:lnTo>
                    <a:pt x="6055958" y="41768"/>
                  </a:lnTo>
                  <a:lnTo>
                    <a:pt x="6055958" y="41337"/>
                  </a:lnTo>
                  <a:lnTo>
                    <a:pt x="6056076" y="41337"/>
                  </a:lnTo>
                  <a:lnTo>
                    <a:pt x="6056193" y="41337"/>
                  </a:lnTo>
                  <a:lnTo>
                    <a:pt x="6056311" y="41337"/>
                  </a:lnTo>
                  <a:lnTo>
                    <a:pt x="6056428" y="41337"/>
                  </a:lnTo>
                  <a:lnTo>
                    <a:pt x="6056546" y="41337"/>
                  </a:lnTo>
                  <a:lnTo>
                    <a:pt x="6056664" y="41337"/>
                  </a:lnTo>
                  <a:lnTo>
                    <a:pt x="6056781" y="41337"/>
                  </a:lnTo>
                  <a:lnTo>
                    <a:pt x="6056899" y="41337"/>
                  </a:lnTo>
                  <a:lnTo>
                    <a:pt x="6057017" y="41337"/>
                  </a:lnTo>
                  <a:lnTo>
                    <a:pt x="6057134" y="41337"/>
                  </a:lnTo>
                  <a:lnTo>
                    <a:pt x="6057252" y="41337"/>
                  </a:lnTo>
                  <a:lnTo>
                    <a:pt x="6057369" y="41337"/>
                  </a:lnTo>
                  <a:lnTo>
                    <a:pt x="6057487" y="41337"/>
                  </a:lnTo>
                  <a:lnTo>
                    <a:pt x="6057605" y="41337"/>
                  </a:lnTo>
                  <a:lnTo>
                    <a:pt x="6057722" y="41337"/>
                  </a:lnTo>
                  <a:lnTo>
                    <a:pt x="6057840" y="41337"/>
                  </a:lnTo>
                  <a:lnTo>
                    <a:pt x="6057957" y="41337"/>
                  </a:lnTo>
                  <a:lnTo>
                    <a:pt x="6058075" y="41337"/>
                  </a:lnTo>
                  <a:lnTo>
                    <a:pt x="6058193" y="41337"/>
                  </a:lnTo>
                  <a:lnTo>
                    <a:pt x="6058310" y="41337"/>
                  </a:lnTo>
                  <a:lnTo>
                    <a:pt x="6058428" y="41337"/>
                  </a:lnTo>
                  <a:lnTo>
                    <a:pt x="6058546" y="41337"/>
                  </a:lnTo>
                  <a:lnTo>
                    <a:pt x="6058663" y="41337"/>
                  </a:lnTo>
                  <a:lnTo>
                    <a:pt x="6058781" y="41337"/>
                  </a:lnTo>
                  <a:lnTo>
                    <a:pt x="6058898" y="41337"/>
                  </a:lnTo>
                  <a:lnTo>
                    <a:pt x="6059016" y="41337"/>
                  </a:lnTo>
                  <a:lnTo>
                    <a:pt x="6059134" y="41337"/>
                  </a:lnTo>
                  <a:lnTo>
                    <a:pt x="6059251" y="41337"/>
                  </a:lnTo>
                  <a:lnTo>
                    <a:pt x="6059369" y="41337"/>
                  </a:lnTo>
                  <a:lnTo>
                    <a:pt x="6059486" y="41337"/>
                  </a:lnTo>
                  <a:lnTo>
                    <a:pt x="6059604" y="41337"/>
                  </a:lnTo>
                  <a:lnTo>
                    <a:pt x="6059722" y="41337"/>
                  </a:lnTo>
                  <a:lnTo>
                    <a:pt x="6059839" y="41337"/>
                  </a:lnTo>
                  <a:lnTo>
                    <a:pt x="6059957" y="41337"/>
                  </a:lnTo>
                  <a:lnTo>
                    <a:pt x="6059957" y="40907"/>
                  </a:lnTo>
                  <a:lnTo>
                    <a:pt x="6059957" y="40476"/>
                  </a:lnTo>
                  <a:lnTo>
                    <a:pt x="6060074" y="40476"/>
                  </a:lnTo>
                  <a:lnTo>
                    <a:pt x="6060192" y="40476"/>
                  </a:lnTo>
                  <a:lnTo>
                    <a:pt x="6060310" y="40476"/>
                  </a:lnTo>
                  <a:lnTo>
                    <a:pt x="6060427" y="40476"/>
                  </a:lnTo>
                  <a:lnTo>
                    <a:pt x="6060545" y="40476"/>
                  </a:lnTo>
                  <a:lnTo>
                    <a:pt x="6060663" y="40476"/>
                  </a:lnTo>
                  <a:lnTo>
                    <a:pt x="6060780" y="40476"/>
                  </a:lnTo>
                  <a:lnTo>
                    <a:pt x="6060898" y="40476"/>
                  </a:lnTo>
                  <a:lnTo>
                    <a:pt x="6061015" y="40476"/>
                  </a:lnTo>
                  <a:lnTo>
                    <a:pt x="6061133" y="40476"/>
                  </a:lnTo>
                  <a:lnTo>
                    <a:pt x="6061133" y="40045"/>
                  </a:lnTo>
                  <a:lnTo>
                    <a:pt x="6061251" y="40045"/>
                  </a:lnTo>
                  <a:lnTo>
                    <a:pt x="6061368" y="40045"/>
                  </a:lnTo>
                  <a:lnTo>
                    <a:pt x="6061486" y="40045"/>
                  </a:lnTo>
                  <a:lnTo>
                    <a:pt x="6061603" y="40045"/>
                  </a:lnTo>
                  <a:lnTo>
                    <a:pt x="6061721" y="40045"/>
                  </a:lnTo>
                  <a:lnTo>
                    <a:pt x="6061839" y="40045"/>
                  </a:lnTo>
                  <a:lnTo>
                    <a:pt x="6061956" y="40045"/>
                  </a:lnTo>
                  <a:lnTo>
                    <a:pt x="6062074" y="40045"/>
                  </a:lnTo>
                  <a:lnTo>
                    <a:pt x="6062192" y="40045"/>
                  </a:lnTo>
                  <a:lnTo>
                    <a:pt x="6062309" y="40045"/>
                  </a:lnTo>
                  <a:lnTo>
                    <a:pt x="6062427" y="40045"/>
                  </a:lnTo>
                  <a:lnTo>
                    <a:pt x="6062544" y="40045"/>
                  </a:lnTo>
                  <a:lnTo>
                    <a:pt x="6062662" y="40045"/>
                  </a:lnTo>
                  <a:lnTo>
                    <a:pt x="6062780" y="40045"/>
                  </a:lnTo>
                  <a:lnTo>
                    <a:pt x="6062897" y="40045"/>
                  </a:lnTo>
                  <a:lnTo>
                    <a:pt x="6063015" y="40045"/>
                  </a:lnTo>
                  <a:lnTo>
                    <a:pt x="6063015" y="39615"/>
                  </a:lnTo>
                  <a:lnTo>
                    <a:pt x="6063132" y="39615"/>
                  </a:lnTo>
                  <a:lnTo>
                    <a:pt x="6063250" y="39615"/>
                  </a:lnTo>
                  <a:lnTo>
                    <a:pt x="6063368" y="39615"/>
                  </a:lnTo>
                  <a:lnTo>
                    <a:pt x="6063485" y="39615"/>
                  </a:lnTo>
                  <a:lnTo>
                    <a:pt x="6063603" y="39615"/>
                  </a:lnTo>
                  <a:lnTo>
                    <a:pt x="6063721" y="39615"/>
                  </a:lnTo>
                  <a:lnTo>
                    <a:pt x="6063838" y="39615"/>
                  </a:lnTo>
                  <a:lnTo>
                    <a:pt x="6063956" y="39615"/>
                  </a:lnTo>
                  <a:lnTo>
                    <a:pt x="6064073" y="39615"/>
                  </a:lnTo>
                  <a:lnTo>
                    <a:pt x="6064191" y="39615"/>
                  </a:lnTo>
                  <a:lnTo>
                    <a:pt x="6064309" y="39615"/>
                  </a:lnTo>
                  <a:lnTo>
                    <a:pt x="6064426" y="39615"/>
                  </a:lnTo>
                  <a:lnTo>
                    <a:pt x="6064544" y="39615"/>
                  </a:lnTo>
                  <a:lnTo>
                    <a:pt x="6064661" y="39615"/>
                  </a:lnTo>
                  <a:lnTo>
                    <a:pt x="6064779" y="39615"/>
                  </a:lnTo>
                  <a:lnTo>
                    <a:pt x="6064897" y="39615"/>
                  </a:lnTo>
                  <a:lnTo>
                    <a:pt x="6065014" y="39615"/>
                  </a:lnTo>
                  <a:lnTo>
                    <a:pt x="6065132" y="39615"/>
                  </a:lnTo>
                  <a:lnTo>
                    <a:pt x="6065250" y="39615"/>
                  </a:lnTo>
                  <a:lnTo>
                    <a:pt x="6065367" y="39615"/>
                  </a:lnTo>
                  <a:lnTo>
                    <a:pt x="6065485" y="39615"/>
                  </a:lnTo>
                  <a:lnTo>
                    <a:pt x="6065602" y="39615"/>
                  </a:lnTo>
                  <a:lnTo>
                    <a:pt x="6065720" y="39615"/>
                  </a:lnTo>
                  <a:lnTo>
                    <a:pt x="6065838" y="39615"/>
                  </a:lnTo>
                  <a:lnTo>
                    <a:pt x="6065955" y="39615"/>
                  </a:lnTo>
                  <a:lnTo>
                    <a:pt x="6066073" y="39615"/>
                  </a:lnTo>
                  <a:lnTo>
                    <a:pt x="6066190" y="39615"/>
                  </a:lnTo>
                  <a:lnTo>
                    <a:pt x="6066308" y="39615"/>
                  </a:lnTo>
                  <a:lnTo>
                    <a:pt x="6066426" y="39615"/>
                  </a:lnTo>
                  <a:lnTo>
                    <a:pt x="6066543" y="39615"/>
                  </a:lnTo>
                  <a:lnTo>
                    <a:pt x="6066661" y="39615"/>
                  </a:lnTo>
                  <a:lnTo>
                    <a:pt x="6066779" y="39615"/>
                  </a:lnTo>
                  <a:lnTo>
                    <a:pt x="6066896" y="39615"/>
                  </a:lnTo>
                  <a:lnTo>
                    <a:pt x="6067014" y="39615"/>
                  </a:lnTo>
                  <a:lnTo>
                    <a:pt x="6067131" y="39615"/>
                  </a:lnTo>
                  <a:lnTo>
                    <a:pt x="6067249" y="39615"/>
                  </a:lnTo>
                  <a:lnTo>
                    <a:pt x="6067249" y="39184"/>
                  </a:lnTo>
                  <a:lnTo>
                    <a:pt x="6067367" y="39184"/>
                  </a:lnTo>
                  <a:lnTo>
                    <a:pt x="6067484" y="39184"/>
                  </a:lnTo>
                  <a:lnTo>
                    <a:pt x="6067602" y="39184"/>
                  </a:lnTo>
                  <a:lnTo>
                    <a:pt x="6067719" y="39184"/>
                  </a:lnTo>
                  <a:lnTo>
                    <a:pt x="6067837" y="39184"/>
                  </a:lnTo>
                  <a:lnTo>
                    <a:pt x="6067955" y="39184"/>
                  </a:lnTo>
                  <a:lnTo>
                    <a:pt x="6068072" y="39184"/>
                  </a:lnTo>
                  <a:lnTo>
                    <a:pt x="6068190" y="39184"/>
                  </a:lnTo>
                  <a:lnTo>
                    <a:pt x="6068307" y="39184"/>
                  </a:lnTo>
                  <a:lnTo>
                    <a:pt x="6068425" y="39184"/>
                  </a:lnTo>
                  <a:lnTo>
                    <a:pt x="6068543" y="39184"/>
                  </a:lnTo>
                  <a:lnTo>
                    <a:pt x="6068660" y="39184"/>
                  </a:lnTo>
                  <a:lnTo>
                    <a:pt x="6068778" y="39184"/>
                  </a:lnTo>
                  <a:lnTo>
                    <a:pt x="6068896" y="39184"/>
                  </a:lnTo>
                  <a:lnTo>
                    <a:pt x="6069013" y="39184"/>
                  </a:lnTo>
                  <a:lnTo>
                    <a:pt x="6069131" y="39184"/>
                  </a:lnTo>
                  <a:lnTo>
                    <a:pt x="6069248" y="39184"/>
                  </a:lnTo>
                  <a:lnTo>
                    <a:pt x="6069366" y="39184"/>
                  </a:lnTo>
                  <a:lnTo>
                    <a:pt x="6069484" y="39184"/>
                  </a:lnTo>
                  <a:lnTo>
                    <a:pt x="6069601" y="39184"/>
                  </a:lnTo>
                  <a:lnTo>
                    <a:pt x="6069719" y="39184"/>
                  </a:lnTo>
                  <a:lnTo>
                    <a:pt x="6069836" y="39184"/>
                  </a:lnTo>
                  <a:lnTo>
                    <a:pt x="6069954" y="39184"/>
                  </a:lnTo>
                  <a:lnTo>
                    <a:pt x="6070072" y="39184"/>
                  </a:lnTo>
                  <a:lnTo>
                    <a:pt x="6070189" y="39184"/>
                  </a:lnTo>
                  <a:lnTo>
                    <a:pt x="6070307" y="39184"/>
                  </a:lnTo>
                  <a:lnTo>
                    <a:pt x="6070425" y="39184"/>
                  </a:lnTo>
                  <a:lnTo>
                    <a:pt x="6070542" y="39184"/>
                  </a:lnTo>
                  <a:lnTo>
                    <a:pt x="6070542" y="38754"/>
                  </a:lnTo>
                  <a:lnTo>
                    <a:pt x="6070660" y="38754"/>
                  </a:lnTo>
                  <a:lnTo>
                    <a:pt x="6070777" y="38754"/>
                  </a:lnTo>
                  <a:lnTo>
                    <a:pt x="6070895" y="38754"/>
                  </a:lnTo>
                  <a:lnTo>
                    <a:pt x="6070895" y="38323"/>
                  </a:lnTo>
                  <a:lnTo>
                    <a:pt x="6071013" y="38323"/>
                  </a:lnTo>
                  <a:lnTo>
                    <a:pt x="6071130" y="38323"/>
                  </a:lnTo>
                  <a:lnTo>
                    <a:pt x="6071248" y="38323"/>
                  </a:lnTo>
                  <a:lnTo>
                    <a:pt x="6071365" y="38323"/>
                  </a:lnTo>
                  <a:lnTo>
                    <a:pt x="6071483" y="38323"/>
                  </a:lnTo>
                  <a:lnTo>
                    <a:pt x="6071601" y="38323"/>
                  </a:lnTo>
                  <a:lnTo>
                    <a:pt x="6071718" y="38323"/>
                  </a:lnTo>
                  <a:lnTo>
                    <a:pt x="6071836" y="38323"/>
                  </a:lnTo>
                  <a:lnTo>
                    <a:pt x="6071954" y="38323"/>
                  </a:lnTo>
                  <a:lnTo>
                    <a:pt x="6072071" y="38323"/>
                  </a:lnTo>
                  <a:lnTo>
                    <a:pt x="6072189" y="38323"/>
                  </a:lnTo>
                  <a:lnTo>
                    <a:pt x="6072189" y="37892"/>
                  </a:lnTo>
                  <a:lnTo>
                    <a:pt x="6072306" y="37892"/>
                  </a:lnTo>
                  <a:lnTo>
                    <a:pt x="6072424" y="37892"/>
                  </a:lnTo>
                  <a:lnTo>
                    <a:pt x="6072542" y="37892"/>
                  </a:lnTo>
                  <a:lnTo>
                    <a:pt x="6072659" y="37892"/>
                  </a:lnTo>
                  <a:lnTo>
                    <a:pt x="6072777" y="37892"/>
                  </a:lnTo>
                  <a:lnTo>
                    <a:pt x="6072894" y="37892"/>
                  </a:lnTo>
                  <a:lnTo>
                    <a:pt x="6073012" y="37892"/>
                  </a:lnTo>
                  <a:lnTo>
                    <a:pt x="6073130" y="37892"/>
                  </a:lnTo>
                  <a:lnTo>
                    <a:pt x="6073247" y="37892"/>
                  </a:lnTo>
                  <a:lnTo>
                    <a:pt x="6073365" y="37892"/>
                  </a:lnTo>
                  <a:lnTo>
                    <a:pt x="6073483" y="37892"/>
                  </a:lnTo>
                  <a:lnTo>
                    <a:pt x="6073600" y="37892"/>
                  </a:lnTo>
                  <a:lnTo>
                    <a:pt x="6073718" y="37892"/>
                  </a:lnTo>
                  <a:lnTo>
                    <a:pt x="6073835" y="37892"/>
                  </a:lnTo>
                  <a:lnTo>
                    <a:pt x="6073953" y="37892"/>
                  </a:lnTo>
                  <a:lnTo>
                    <a:pt x="6074071" y="37892"/>
                  </a:lnTo>
                  <a:lnTo>
                    <a:pt x="6074188" y="37892"/>
                  </a:lnTo>
                  <a:lnTo>
                    <a:pt x="6074306" y="37892"/>
                  </a:lnTo>
                  <a:lnTo>
                    <a:pt x="6074423" y="37892"/>
                  </a:lnTo>
                  <a:lnTo>
                    <a:pt x="6074541" y="37892"/>
                  </a:lnTo>
                  <a:lnTo>
                    <a:pt x="6074659" y="37892"/>
                  </a:lnTo>
                  <a:lnTo>
                    <a:pt x="6074776" y="37892"/>
                  </a:lnTo>
                  <a:lnTo>
                    <a:pt x="6074894" y="37892"/>
                  </a:lnTo>
                  <a:lnTo>
                    <a:pt x="6075012" y="37892"/>
                  </a:lnTo>
                  <a:lnTo>
                    <a:pt x="6075129" y="37892"/>
                  </a:lnTo>
                  <a:lnTo>
                    <a:pt x="6075247" y="37892"/>
                  </a:lnTo>
                  <a:lnTo>
                    <a:pt x="6075364" y="37892"/>
                  </a:lnTo>
                  <a:lnTo>
                    <a:pt x="6075482" y="37892"/>
                  </a:lnTo>
                  <a:lnTo>
                    <a:pt x="6075600" y="37892"/>
                  </a:lnTo>
                  <a:lnTo>
                    <a:pt x="6075717" y="37892"/>
                  </a:lnTo>
                  <a:lnTo>
                    <a:pt x="6075835" y="37892"/>
                  </a:lnTo>
                  <a:lnTo>
                    <a:pt x="6075952" y="37892"/>
                  </a:lnTo>
                  <a:lnTo>
                    <a:pt x="6076070" y="37892"/>
                  </a:lnTo>
                  <a:lnTo>
                    <a:pt x="6076188" y="37892"/>
                  </a:lnTo>
                  <a:lnTo>
                    <a:pt x="6076305" y="37892"/>
                  </a:lnTo>
                  <a:lnTo>
                    <a:pt x="6076423" y="37892"/>
                  </a:lnTo>
                  <a:lnTo>
                    <a:pt x="6076540" y="37892"/>
                  </a:lnTo>
                  <a:lnTo>
                    <a:pt x="6076658" y="37892"/>
                  </a:lnTo>
                  <a:lnTo>
                    <a:pt x="6076776" y="37892"/>
                  </a:lnTo>
                  <a:lnTo>
                    <a:pt x="6076893" y="37892"/>
                  </a:lnTo>
                  <a:lnTo>
                    <a:pt x="6077011" y="37892"/>
                  </a:lnTo>
                  <a:lnTo>
                    <a:pt x="6077129" y="37892"/>
                  </a:lnTo>
                  <a:lnTo>
                    <a:pt x="6077246" y="37892"/>
                  </a:lnTo>
                  <a:lnTo>
                    <a:pt x="6077364" y="37892"/>
                  </a:lnTo>
                  <a:lnTo>
                    <a:pt x="6077481" y="37892"/>
                  </a:lnTo>
                  <a:lnTo>
                    <a:pt x="6077599" y="37892"/>
                  </a:lnTo>
                  <a:lnTo>
                    <a:pt x="6077717" y="37892"/>
                  </a:lnTo>
                  <a:lnTo>
                    <a:pt x="6077834" y="37892"/>
                  </a:lnTo>
                  <a:lnTo>
                    <a:pt x="6077952" y="37892"/>
                  </a:lnTo>
                  <a:lnTo>
                    <a:pt x="6078069" y="37892"/>
                  </a:lnTo>
                  <a:lnTo>
                    <a:pt x="6078187" y="37892"/>
                  </a:lnTo>
                  <a:lnTo>
                    <a:pt x="6078305" y="37892"/>
                  </a:lnTo>
                  <a:lnTo>
                    <a:pt x="6078422" y="37892"/>
                  </a:lnTo>
                  <a:lnTo>
                    <a:pt x="6078540" y="37892"/>
                  </a:lnTo>
                  <a:lnTo>
                    <a:pt x="6078658" y="37892"/>
                  </a:lnTo>
                  <a:lnTo>
                    <a:pt x="6078775" y="37892"/>
                  </a:lnTo>
                  <a:lnTo>
                    <a:pt x="6078893" y="37892"/>
                  </a:lnTo>
                  <a:lnTo>
                    <a:pt x="6079010" y="37892"/>
                  </a:lnTo>
                  <a:lnTo>
                    <a:pt x="6079128" y="37892"/>
                  </a:lnTo>
                  <a:lnTo>
                    <a:pt x="6079246" y="37892"/>
                  </a:lnTo>
                  <a:lnTo>
                    <a:pt x="6079363" y="37892"/>
                  </a:lnTo>
                  <a:lnTo>
                    <a:pt x="6079481" y="37892"/>
                  </a:lnTo>
                  <a:lnTo>
                    <a:pt x="6079598" y="37892"/>
                  </a:lnTo>
                  <a:lnTo>
                    <a:pt x="6079716" y="37892"/>
                  </a:lnTo>
                  <a:lnTo>
                    <a:pt x="6079834" y="37892"/>
                  </a:lnTo>
                  <a:lnTo>
                    <a:pt x="6079951" y="37892"/>
                  </a:lnTo>
                  <a:lnTo>
                    <a:pt x="6080069" y="37892"/>
                  </a:lnTo>
                  <a:lnTo>
                    <a:pt x="6080187" y="37892"/>
                  </a:lnTo>
                  <a:lnTo>
                    <a:pt x="6080304" y="37892"/>
                  </a:lnTo>
                  <a:lnTo>
                    <a:pt x="6080422" y="37892"/>
                  </a:lnTo>
                  <a:lnTo>
                    <a:pt x="6080539" y="37892"/>
                  </a:lnTo>
                  <a:lnTo>
                    <a:pt x="6080657" y="37892"/>
                  </a:lnTo>
                  <a:lnTo>
                    <a:pt x="6080775" y="37892"/>
                  </a:lnTo>
                  <a:lnTo>
                    <a:pt x="6080892" y="37892"/>
                  </a:lnTo>
                  <a:lnTo>
                    <a:pt x="6081010" y="37892"/>
                  </a:lnTo>
                  <a:lnTo>
                    <a:pt x="6081127" y="37892"/>
                  </a:lnTo>
                  <a:lnTo>
                    <a:pt x="6081245" y="37892"/>
                  </a:lnTo>
                  <a:lnTo>
                    <a:pt x="6081363" y="37892"/>
                  </a:lnTo>
                  <a:lnTo>
                    <a:pt x="6081363" y="37462"/>
                  </a:lnTo>
                  <a:lnTo>
                    <a:pt x="6081480" y="37462"/>
                  </a:lnTo>
                  <a:lnTo>
                    <a:pt x="6081598" y="37462"/>
                  </a:lnTo>
                  <a:lnTo>
                    <a:pt x="6081716" y="37462"/>
                  </a:lnTo>
                  <a:lnTo>
                    <a:pt x="6081833" y="37462"/>
                  </a:lnTo>
                  <a:lnTo>
                    <a:pt x="6081833" y="37031"/>
                  </a:lnTo>
                  <a:lnTo>
                    <a:pt x="6081951" y="37031"/>
                  </a:lnTo>
                  <a:lnTo>
                    <a:pt x="6082068" y="37031"/>
                  </a:lnTo>
                  <a:lnTo>
                    <a:pt x="6082186" y="37031"/>
                  </a:lnTo>
                  <a:lnTo>
                    <a:pt x="6082304" y="37031"/>
                  </a:lnTo>
                  <a:lnTo>
                    <a:pt x="6082421" y="37031"/>
                  </a:lnTo>
                  <a:lnTo>
                    <a:pt x="6082539" y="37031"/>
                  </a:lnTo>
                  <a:lnTo>
                    <a:pt x="6082656" y="37031"/>
                  </a:lnTo>
                  <a:lnTo>
                    <a:pt x="6082774" y="37031"/>
                  </a:lnTo>
                  <a:lnTo>
                    <a:pt x="6082892" y="37031"/>
                  </a:lnTo>
                  <a:lnTo>
                    <a:pt x="6083009" y="37031"/>
                  </a:lnTo>
                  <a:lnTo>
                    <a:pt x="6083127" y="37031"/>
                  </a:lnTo>
                  <a:lnTo>
                    <a:pt x="6083245" y="37031"/>
                  </a:lnTo>
                  <a:lnTo>
                    <a:pt x="6083362" y="37031"/>
                  </a:lnTo>
                  <a:lnTo>
                    <a:pt x="6083480" y="37031"/>
                  </a:lnTo>
                  <a:lnTo>
                    <a:pt x="6083480" y="36601"/>
                  </a:lnTo>
                  <a:lnTo>
                    <a:pt x="6083597" y="36601"/>
                  </a:lnTo>
                  <a:lnTo>
                    <a:pt x="6083715" y="36601"/>
                  </a:lnTo>
                  <a:lnTo>
                    <a:pt x="6083833" y="36601"/>
                  </a:lnTo>
                  <a:lnTo>
                    <a:pt x="6083950" y="36601"/>
                  </a:lnTo>
                  <a:lnTo>
                    <a:pt x="6084068" y="36601"/>
                  </a:lnTo>
                  <a:lnTo>
                    <a:pt x="6084185" y="36601"/>
                  </a:lnTo>
                  <a:lnTo>
                    <a:pt x="6084303" y="36601"/>
                  </a:lnTo>
                  <a:lnTo>
                    <a:pt x="6084421" y="36601"/>
                  </a:lnTo>
                  <a:lnTo>
                    <a:pt x="6084538" y="36601"/>
                  </a:lnTo>
                  <a:lnTo>
                    <a:pt x="6084656" y="36601"/>
                  </a:lnTo>
                  <a:lnTo>
                    <a:pt x="6084773" y="36601"/>
                  </a:lnTo>
                  <a:lnTo>
                    <a:pt x="6084891" y="36601"/>
                  </a:lnTo>
                  <a:lnTo>
                    <a:pt x="6085009" y="36601"/>
                  </a:lnTo>
                  <a:lnTo>
                    <a:pt x="6085126" y="36601"/>
                  </a:lnTo>
                  <a:lnTo>
                    <a:pt x="6085244" y="36601"/>
                  </a:lnTo>
                  <a:lnTo>
                    <a:pt x="6085362" y="36601"/>
                  </a:lnTo>
                  <a:lnTo>
                    <a:pt x="6085479" y="36601"/>
                  </a:lnTo>
                  <a:lnTo>
                    <a:pt x="6085597" y="36601"/>
                  </a:lnTo>
                  <a:lnTo>
                    <a:pt x="6085714" y="36601"/>
                  </a:lnTo>
                  <a:lnTo>
                    <a:pt x="6085832" y="36601"/>
                  </a:lnTo>
                  <a:lnTo>
                    <a:pt x="6085950" y="36601"/>
                  </a:lnTo>
                  <a:lnTo>
                    <a:pt x="6086067" y="36601"/>
                  </a:lnTo>
                  <a:lnTo>
                    <a:pt x="6086185" y="36601"/>
                  </a:lnTo>
                  <a:lnTo>
                    <a:pt x="6086302" y="36601"/>
                  </a:lnTo>
                  <a:lnTo>
                    <a:pt x="6086420" y="36601"/>
                  </a:lnTo>
                  <a:lnTo>
                    <a:pt x="6086420" y="36170"/>
                  </a:lnTo>
                  <a:lnTo>
                    <a:pt x="6086538" y="36170"/>
                  </a:lnTo>
                  <a:lnTo>
                    <a:pt x="6086655" y="36170"/>
                  </a:lnTo>
                  <a:lnTo>
                    <a:pt x="6086773" y="36170"/>
                  </a:lnTo>
                  <a:lnTo>
                    <a:pt x="6086891" y="36170"/>
                  </a:lnTo>
                  <a:lnTo>
                    <a:pt x="6086891" y="35739"/>
                  </a:lnTo>
                  <a:lnTo>
                    <a:pt x="6087008" y="35739"/>
                  </a:lnTo>
                  <a:lnTo>
                    <a:pt x="6087126" y="35739"/>
                  </a:lnTo>
                  <a:lnTo>
                    <a:pt x="6087243" y="35739"/>
                  </a:lnTo>
                  <a:lnTo>
                    <a:pt x="6087361" y="35739"/>
                  </a:lnTo>
                  <a:lnTo>
                    <a:pt x="6087479" y="35739"/>
                  </a:lnTo>
                  <a:lnTo>
                    <a:pt x="6087596" y="35739"/>
                  </a:lnTo>
                  <a:lnTo>
                    <a:pt x="6087714" y="35739"/>
                  </a:lnTo>
                  <a:lnTo>
                    <a:pt x="6087831" y="35739"/>
                  </a:lnTo>
                  <a:lnTo>
                    <a:pt x="6087949" y="35739"/>
                  </a:lnTo>
                  <a:lnTo>
                    <a:pt x="6088067" y="35739"/>
                  </a:lnTo>
                  <a:lnTo>
                    <a:pt x="6088184" y="35739"/>
                  </a:lnTo>
                  <a:lnTo>
                    <a:pt x="6088302" y="35739"/>
                  </a:lnTo>
                  <a:lnTo>
                    <a:pt x="6088420" y="35739"/>
                  </a:lnTo>
                  <a:lnTo>
                    <a:pt x="6088537" y="35739"/>
                  </a:lnTo>
                  <a:lnTo>
                    <a:pt x="6088655" y="35739"/>
                  </a:lnTo>
                  <a:lnTo>
                    <a:pt x="6088772" y="35739"/>
                  </a:lnTo>
                  <a:lnTo>
                    <a:pt x="6088890" y="35739"/>
                  </a:lnTo>
                  <a:lnTo>
                    <a:pt x="6089008" y="35739"/>
                  </a:lnTo>
                  <a:lnTo>
                    <a:pt x="6089125" y="35739"/>
                  </a:lnTo>
                  <a:lnTo>
                    <a:pt x="6089243" y="35739"/>
                  </a:lnTo>
                  <a:lnTo>
                    <a:pt x="6089360" y="35739"/>
                  </a:lnTo>
                  <a:lnTo>
                    <a:pt x="6089478" y="35739"/>
                  </a:lnTo>
                  <a:lnTo>
                    <a:pt x="6089478" y="35309"/>
                  </a:lnTo>
                  <a:lnTo>
                    <a:pt x="6089596" y="35309"/>
                  </a:lnTo>
                  <a:lnTo>
                    <a:pt x="6089713" y="35309"/>
                  </a:lnTo>
                  <a:lnTo>
                    <a:pt x="6089831" y="35309"/>
                  </a:lnTo>
                  <a:lnTo>
                    <a:pt x="6089949" y="35309"/>
                  </a:lnTo>
                  <a:lnTo>
                    <a:pt x="6090066" y="35309"/>
                  </a:lnTo>
                  <a:lnTo>
                    <a:pt x="6090184" y="35309"/>
                  </a:lnTo>
                  <a:lnTo>
                    <a:pt x="6090301" y="35309"/>
                  </a:lnTo>
                  <a:lnTo>
                    <a:pt x="6090419" y="35309"/>
                  </a:lnTo>
                  <a:lnTo>
                    <a:pt x="6090537" y="35309"/>
                  </a:lnTo>
                  <a:lnTo>
                    <a:pt x="6090654" y="35309"/>
                  </a:lnTo>
                  <a:lnTo>
                    <a:pt x="6090772" y="35309"/>
                  </a:lnTo>
                  <a:lnTo>
                    <a:pt x="6090889" y="35309"/>
                  </a:lnTo>
                  <a:lnTo>
                    <a:pt x="6091007" y="35309"/>
                  </a:lnTo>
                  <a:lnTo>
                    <a:pt x="6091007" y="34878"/>
                  </a:lnTo>
                  <a:lnTo>
                    <a:pt x="6091125" y="34878"/>
                  </a:lnTo>
                  <a:lnTo>
                    <a:pt x="6091242" y="34878"/>
                  </a:lnTo>
                  <a:lnTo>
                    <a:pt x="6091360" y="34878"/>
                  </a:lnTo>
                  <a:lnTo>
                    <a:pt x="6091478" y="34878"/>
                  </a:lnTo>
                  <a:lnTo>
                    <a:pt x="6091595" y="34878"/>
                  </a:lnTo>
                  <a:lnTo>
                    <a:pt x="6091713" y="34878"/>
                  </a:lnTo>
                  <a:lnTo>
                    <a:pt x="6091830" y="34878"/>
                  </a:lnTo>
                  <a:lnTo>
                    <a:pt x="6091948" y="34878"/>
                  </a:lnTo>
                  <a:lnTo>
                    <a:pt x="6092066" y="34878"/>
                  </a:lnTo>
                  <a:lnTo>
                    <a:pt x="6092183" y="34878"/>
                  </a:lnTo>
                  <a:lnTo>
                    <a:pt x="6092301" y="34878"/>
                  </a:lnTo>
                  <a:lnTo>
                    <a:pt x="6092418" y="34878"/>
                  </a:lnTo>
                  <a:lnTo>
                    <a:pt x="6092536" y="34878"/>
                  </a:lnTo>
                  <a:lnTo>
                    <a:pt x="6092654" y="34878"/>
                  </a:lnTo>
                  <a:lnTo>
                    <a:pt x="6092654" y="34448"/>
                  </a:lnTo>
                  <a:lnTo>
                    <a:pt x="6092771" y="34448"/>
                  </a:lnTo>
                  <a:lnTo>
                    <a:pt x="6092889" y="34448"/>
                  </a:lnTo>
                  <a:lnTo>
                    <a:pt x="6093006" y="34448"/>
                  </a:lnTo>
                  <a:lnTo>
                    <a:pt x="6093124" y="34448"/>
                  </a:lnTo>
                  <a:lnTo>
                    <a:pt x="6093242" y="34448"/>
                  </a:lnTo>
                  <a:lnTo>
                    <a:pt x="6093359" y="34448"/>
                  </a:lnTo>
                  <a:lnTo>
                    <a:pt x="6093477" y="34448"/>
                  </a:lnTo>
                  <a:lnTo>
                    <a:pt x="6093595" y="34448"/>
                  </a:lnTo>
                  <a:lnTo>
                    <a:pt x="6093712" y="34448"/>
                  </a:lnTo>
                  <a:lnTo>
                    <a:pt x="6093712" y="34017"/>
                  </a:lnTo>
                  <a:lnTo>
                    <a:pt x="6093830" y="34017"/>
                  </a:lnTo>
                  <a:lnTo>
                    <a:pt x="6093947" y="34017"/>
                  </a:lnTo>
                  <a:lnTo>
                    <a:pt x="6094065" y="34017"/>
                  </a:lnTo>
                  <a:lnTo>
                    <a:pt x="6094183" y="34017"/>
                  </a:lnTo>
                  <a:lnTo>
                    <a:pt x="6094183" y="33586"/>
                  </a:lnTo>
                  <a:lnTo>
                    <a:pt x="6094300" y="33586"/>
                  </a:lnTo>
                  <a:lnTo>
                    <a:pt x="6094418" y="33586"/>
                  </a:lnTo>
                  <a:lnTo>
                    <a:pt x="6094535" y="33586"/>
                  </a:lnTo>
                  <a:lnTo>
                    <a:pt x="6094653" y="33586"/>
                  </a:lnTo>
                  <a:lnTo>
                    <a:pt x="6094771" y="33586"/>
                  </a:lnTo>
                  <a:lnTo>
                    <a:pt x="6094888" y="33586"/>
                  </a:lnTo>
                  <a:lnTo>
                    <a:pt x="6095006" y="33586"/>
                  </a:lnTo>
                  <a:lnTo>
                    <a:pt x="6095124" y="33586"/>
                  </a:lnTo>
                  <a:lnTo>
                    <a:pt x="6095241" y="33586"/>
                  </a:lnTo>
                  <a:lnTo>
                    <a:pt x="6095359" y="33586"/>
                  </a:lnTo>
                  <a:lnTo>
                    <a:pt x="6095476" y="33586"/>
                  </a:lnTo>
                  <a:lnTo>
                    <a:pt x="6095594" y="33586"/>
                  </a:lnTo>
                  <a:lnTo>
                    <a:pt x="6095712" y="33586"/>
                  </a:lnTo>
                  <a:lnTo>
                    <a:pt x="6095829" y="33586"/>
                  </a:lnTo>
                  <a:lnTo>
                    <a:pt x="6095947" y="33586"/>
                  </a:lnTo>
                  <a:lnTo>
                    <a:pt x="6096064" y="33586"/>
                  </a:lnTo>
                  <a:lnTo>
                    <a:pt x="6096182" y="33586"/>
                  </a:lnTo>
                  <a:lnTo>
                    <a:pt x="6096300" y="33586"/>
                  </a:lnTo>
                  <a:lnTo>
                    <a:pt x="6096417" y="33586"/>
                  </a:lnTo>
                  <a:lnTo>
                    <a:pt x="6096535" y="33586"/>
                  </a:lnTo>
                  <a:lnTo>
                    <a:pt x="6096653" y="33586"/>
                  </a:lnTo>
                  <a:lnTo>
                    <a:pt x="6096770" y="33586"/>
                  </a:lnTo>
                  <a:lnTo>
                    <a:pt x="6096888" y="33586"/>
                  </a:lnTo>
                  <a:lnTo>
                    <a:pt x="6097005" y="33586"/>
                  </a:lnTo>
                  <a:lnTo>
                    <a:pt x="6097123" y="33586"/>
                  </a:lnTo>
                  <a:lnTo>
                    <a:pt x="6097241" y="33586"/>
                  </a:lnTo>
                  <a:lnTo>
                    <a:pt x="6097358" y="33586"/>
                  </a:lnTo>
                  <a:lnTo>
                    <a:pt x="6097476" y="33586"/>
                  </a:lnTo>
                  <a:lnTo>
                    <a:pt x="6097593" y="33586"/>
                  </a:lnTo>
                  <a:lnTo>
                    <a:pt x="6097711" y="33586"/>
                  </a:lnTo>
                  <a:lnTo>
                    <a:pt x="6097829" y="33586"/>
                  </a:lnTo>
                  <a:lnTo>
                    <a:pt x="6097946" y="33586"/>
                  </a:lnTo>
                  <a:lnTo>
                    <a:pt x="6098064" y="33586"/>
                  </a:lnTo>
                  <a:lnTo>
                    <a:pt x="6098182" y="33586"/>
                  </a:lnTo>
                  <a:lnTo>
                    <a:pt x="6098299" y="33586"/>
                  </a:lnTo>
                  <a:lnTo>
                    <a:pt x="6098417" y="33586"/>
                  </a:lnTo>
                  <a:lnTo>
                    <a:pt x="6098534" y="33586"/>
                  </a:lnTo>
                  <a:lnTo>
                    <a:pt x="6098652" y="33586"/>
                  </a:lnTo>
                  <a:lnTo>
                    <a:pt x="6098770" y="33586"/>
                  </a:lnTo>
                  <a:lnTo>
                    <a:pt x="6098887" y="33586"/>
                  </a:lnTo>
                  <a:lnTo>
                    <a:pt x="6099005" y="33586"/>
                  </a:lnTo>
                  <a:lnTo>
                    <a:pt x="6099122" y="33586"/>
                  </a:lnTo>
                  <a:lnTo>
                    <a:pt x="6099240" y="33586"/>
                  </a:lnTo>
                  <a:lnTo>
                    <a:pt x="6099358" y="33586"/>
                  </a:lnTo>
                  <a:lnTo>
                    <a:pt x="6099475" y="33586"/>
                  </a:lnTo>
                  <a:lnTo>
                    <a:pt x="6099593" y="33586"/>
                  </a:lnTo>
                  <a:lnTo>
                    <a:pt x="6099711" y="33586"/>
                  </a:lnTo>
                  <a:lnTo>
                    <a:pt x="6099828" y="33586"/>
                  </a:lnTo>
                  <a:lnTo>
                    <a:pt x="6099946" y="33586"/>
                  </a:lnTo>
                  <a:lnTo>
                    <a:pt x="6100063" y="33586"/>
                  </a:lnTo>
                  <a:lnTo>
                    <a:pt x="6100181" y="33586"/>
                  </a:lnTo>
                  <a:lnTo>
                    <a:pt x="6100299" y="33586"/>
                  </a:lnTo>
                  <a:lnTo>
                    <a:pt x="6100416" y="33586"/>
                  </a:lnTo>
                  <a:lnTo>
                    <a:pt x="6100534" y="33586"/>
                  </a:lnTo>
                  <a:lnTo>
                    <a:pt x="6100651" y="33586"/>
                  </a:lnTo>
                  <a:lnTo>
                    <a:pt x="6100769" y="33586"/>
                  </a:lnTo>
                  <a:lnTo>
                    <a:pt x="6100887" y="33586"/>
                  </a:lnTo>
                  <a:lnTo>
                    <a:pt x="6101004" y="33586"/>
                  </a:lnTo>
                  <a:lnTo>
                    <a:pt x="6101122" y="33586"/>
                  </a:lnTo>
                  <a:lnTo>
                    <a:pt x="6101239" y="33586"/>
                  </a:lnTo>
                  <a:lnTo>
                    <a:pt x="6101357" y="33586"/>
                  </a:lnTo>
                  <a:lnTo>
                    <a:pt x="6101475" y="33586"/>
                  </a:lnTo>
                  <a:lnTo>
                    <a:pt x="6101592" y="33586"/>
                  </a:lnTo>
                  <a:lnTo>
                    <a:pt x="6101710" y="33586"/>
                  </a:lnTo>
                  <a:lnTo>
                    <a:pt x="6101828" y="33586"/>
                  </a:lnTo>
                  <a:lnTo>
                    <a:pt x="6101945" y="33586"/>
                  </a:lnTo>
                  <a:lnTo>
                    <a:pt x="6102063" y="33586"/>
                  </a:lnTo>
                  <a:lnTo>
                    <a:pt x="6102180" y="33586"/>
                  </a:lnTo>
                  <a:lnTo>
                    <a:pt x="6102298" y="33586"/>
                  </a:lnTo>
                  <a:lnTo>
                    <a:pt x="6102416" y="33586"/>
                  </a:lnTo>
                  <a:lnTo>
                    <a:pt x="6102533" y="33586"/>
                  </a:lnTo>
                  <a:lnTo>
                    <a:pt x="6102651" y="33586"/>
                  </a:lnTo>
                  <a:lnTo>
                    <a:pt x="6102768" y="33586"/>
                  </a:lnTo>
                  <a:lnTo>
                    <a:pt x="6102886" y="33586"/>
                  </a:lnTo>
                  <a:lnTo>
                    <a:pt x="6103004" y="33586"/>
                  </a:lnTo>
                  <a:lnTo>
                    <a:pt x="6103121" y="33586"/>
                  </a:lnTo>
                  <a:lnTo>
                    <a:pt x="6103239" y="33586"/>
                  </a:lnTo>
                  <a:lnTo>
                    <a:pt x="6103357" y="33586"/>
                  </a:lnTo>
                  <a:lnTo>
                    <a:pt x="6103474" y="33586"/>
                  </a:lnTo>
                  <a:lnTo>
                    <a:pt x="6103592" y="33586"/>
                  </a:lnTo>
                  <a:lnTo>
                    <a:pt x="6103709" y="33586"/>
                  </a:lnTo>
                  <a:lnTo>
                    <a:pt x="6103827" y="33586"/>
                  </a:lnTo>
                  <a:lnTo>
                    <a:pt x="6103945" y="33586"/>
                  </a:lnTo>
                  <a:lnTo>
                    <a:pt x="6104062" y="33586"/>
                  </a:lnTo>
                  <a:lnTo>
                    <a:pt x="6104180" y="33586"/>
                  </a:lnTo>
                  <a:lnTo>
                    <a:pt x="6104297" y="33586"/>
                  </a:lnTo>
                  <a:lnTo>
                    <a:pt x="6104415" y="33586"/>
                  </a:lnTo>
                  <a:lnTo>
                    <a:pt x="6104533" y="33586"/>
                  </a:lnTo>
                  <a:lnTo>
                    <a:pt x="6104650" y="33586"/>
                  </a:lnTo>
                  <a:lnTo>
                    <a:pt x="6104768" y="33586"/>
                  </a:lnTo>
                  <a:lnTo>
                    <a:pt x="6104886" y="33586"/>
                  </a:lnTo>
                  <a:lnTo>
                    <a:pt x="6105003" y="33586"/>
                  </a:lnTo>
                  <a:lnTo>
                    <a:pt x="6105121" y="33586"/>
                  </a:lnTo>
                  <a:lnTo>
                    <a:pt x="6105238" y="33586"/>
                  </a:lnTo>
                  <a:lnTo>
                    <a:pt x="6105356" y="33586"/>
                  </a:lnTo>
                  <a:lnTo>
                    <a:pt x="6105474" y="33586"/>
                  </a:lnTo>
                  <a:lnTo>
                    <a:pt x="6105591" y="33586"/>
                  </a:lnTo>
                  <a:lnTo>
                    <a:pt x="6105709" y="33586"/>
                  </a:lnTo>
                  <a:lnTo>
                    <a:pt x="6105826" y="33586"/>
                  </a:lnTo>
                  <a:lnTo>
                    <a:pt x="6105944" y="33586"/>
                  </a:lnTo>
                  <a:lnTo>
                    <a:pt x="6106062" y="33586"/>
                  </a:lnTo>
                  <a:lnTo>
                    <a:pt x="6106179" y="33586"/>
                  </a:lnTo>
                  <a:lnTo>
                    <a:pt x="6106297" y="33586"/>
                  </a:lnTo>
                  <a:lnTo>
                    <a:pt x="6106415" y="33586"/>
                  </a:lnTo>
                  <a:lnTo>
                    <a:pt x="6106532" y="33586"/>
                  </a:lnTo>
                  <a:lnTo>
                    <a:pt x="6106650" y="33586"/>
                  </a:lnTo>
                  <a:lnTo>
                    <a:pt x="6106767" y="33586"/>
                  </a:lnTo>
                  <a:lnTo>
                    <a:pt x="6106885" y="33586"/>
                  </a:lnTo>
                  <a:lnTo>
                    <a:pt x="6107003" y="33586"/>
                  </a:lnTo>
                  <a:lnTo>
                    <a:pt x="6107003" y="33156"/>
                  </a:lnTo>
                  <a:lnTo>
                    <a:pt x="6107120" y="33156"/>
                  </a:lnTo>
                  <a:lnTo>
                    <a:pt x="6107238" y="33156"/>
                  </a:lnTo>
                  <a:lnTo>
                    <a:pt x="6107355" y="33156"/>
                  </a:lnTo>
                  <a:lnTo>
                    <a:pt x="6107473" y="33156"/>
                  </a:lnTo>
                  <a:lnTo>
                    <a:pt x="6107591" y="33156"/>
                  </a:lnTo>
                  <a:lnTo>
                    <a:pt x="6107708" y="33156"/>
                  </a:lnTo>
                  <a:lnTo>
                    <a:pt x="6107826" y="33156"/>
                  </a:lnTo>
                  <a:lnTo>
                    <a:pt x="6107944" y="33156"/>
                  </a:lnTo>
                  <a:lnTo>
                    <a:pt x="6108061" y="33156"/>
                  </a:lnTo>
                  <a:lnTo>
                    <a:pt x="6108179" y="33156"/>
                  </a:lnTo>
                  <a:lnTo>
                    <a:pt x="6108296" y="33156"/>
                  </a:lnTo>
                  <a:lnTo>
                    <a:pt x="6108414" y="33156"/>
                  </a:lnTo>
                  <a:lnTo>
                    <a:pt x="6108532" y="33156"/>
                  </a:lnTo>
                  <a:lnTo>
                    <a:pt x="6108649" y="33156"/>
                  </a:lnTo>
                  <a:lnTo>
                    <a:pt x="6108767" y="33156"/>
                  </a:lnTo>
                  <a:lnTo>
                    <a:pt x="6108884" y="33156"/>
                  </a:lnTo>
                  <a:lnTo>
                    <a:pt x="6109002" y="33156"/>
                  </a:lnTo>
                  <a:lnTo>
                    <a:pt x="6109120" y="33156"/>
                  </a:lnTo>
                  <a:lnTo>
                    <a:pt x="6109237" y="33156"/>
                  </a:lnTo>
                  <a:lnTo>
                    <a:pt x="6109355" y="33156"/>
                  </a:lnTo>
                  <a:lnTo>
                    <a:pt x="6109472" y="33156"/>
                  </a:lnTo>
                  <a:lnTo>
                    <a:pt x="6109590" y="33156"/>
                  </a:lnTo>
                  <a:lnTo>
                    <a:pt x="6109708" y="33156"/>
                  </a:lnTo>
                  <a:lnTo>
                    <a:pt x="6109825" y="33156"/>
                  </a:lnTo>
                  <a:lnTo>
                    <a:pt x="6109825" y="32725"/>
                  </a:lnTo>
                  <a:lnTo>
                    <a:pt x="6109943" y="32725"/>
                  </a:lnTo>
                  <a:lnTo>
                    <a:pt x="6110061" y="32725"/>
                  </a:lnTo>
                  <a:lnTo>
                    <a:pt x="6110178" y="32725"/>
                  </a:lnTo>
                  <a:lnTo>
                    <a:pt x="6110296" y="32725"/>
                  </a:lnTo>
                  <a:lnTo>
                    <a:pt x="6110296" y="32295"/>
                  </a:lnTo>
                  <a:lnTo>
                    <a:pt x="6110413" y="32295"/>
                  </a:lnTo>
                  <a:lnTo>
                    <a:pt x="6110531" y="32295"/>
                  </a:lnTo>
                  <a:lnTo>
                    <a:pt x="6110649" y="32295"/>
                  </a:lnTo>
                  <a:lnTo>
                    <a:pt x="6110766" y="32295"/>
                  </a:lnTo>
                  <a:lnTo>
                    <a:pt x="6110884" y="32295"/>
                  </a:lnTo>
                  <a:lnTo>
                    <a:pt x="6111001" y="32295"/>
                  </a:lnTo>
                  <a:lnTo>
                    <a:pt x="6111119" y="32295"/>
                  </a:lnTo>
                  <a:lnTo>
                    <a:pt x="6111237" y="32295"/>
                  </a:lnTo>
                  <a:lnTo>
                    <a:pt x="6111354" y="32295"/>
                  </a:lnTo>
                  <a:lnTo>
                    <a:pt x="6111472" y="32295"/>
                  </a:lnTo>
                  <a:lnTo>
                    <a:pt x="6111590" y="32295"/>
                  </a:lnTo>
                  <a:lnTo>
                    <a:pt x="6111707" y="32295"/>
                  </a:lnTo>
                  <a:lnTo>
                    <a:pt x="6111825" y="32295"/>
                  </a:lnTo>
                  <a:lnTo>
                    <a:pt x="6111942" y="32295"/>
                  </a:lnTo>
                  <a:lnTo>
                    <a:pt x="6112060" y="32295"/>
                  </a:lnTo>
                  <a:lnTo>
                    <a:pt x="6112178" y="32295"/>
                  </a:lnTo>
                  <a:lnTo>
                    <a:pt x="6112295" y="32295"/>
                  </a:lnTo>
                  <a:lnTo>
                    <a:pt x="6112413" y="32295"/>
                  </a:lnTo>
                  <a:lnTo>
                    <a:pt x="6112530" y="32295"/>
                  </a:lnTo>
                  <a:lnTo>
                    <a:pt x="6112648" y="32295"/>
                  </a:lnTo>
                  <a:lnTo>
                    <a:pt x="6112766" y="32295"/>
                  </a:lnTo>
                  <a:lnTo>
                    <a:pt x="6112883" y="32295"/>
                  </a:lnTo>
                  <a:lnTo>
                    <a:pt x="6113001" y="32295"/>
                  </a:lnTo>
                  <a:lnTo>
                    <a:pt x="6113119" y="32295"/>
                  </a:lnTo>
                  <a:lnTo>
                    <a:pt x="6113236" y="32295"/>
                  </a:lnTo>
                  <a:lnTo>
                    <a:pt x="6113354" y="32295"/>
                  </a:lnTo>
                  <a:lnTo>
                    <a:pt x="6113471" y="32295"/>
                  </a:lnTo>
                  <a:lnTo>
                    <a:pt x="6113589" y="32295"/>
                  </a:lnTo>
                  <a:lnTo>
                    <a:pt x="6113707" y="32295"/>
                  </a:lnTo>
                  <a:lnTo>
                    <a:pt x="6113824" y="32295"/>
                  </a:lnTo>
                  <a:lnTo>
                    <a:pt x="6113942" y="32295"/>
                  </a:lnTo>
                  <a:lnTo>
                    <a:pt x="6114059" y="32295"/>
                  </a:lnTo>
                  <a:lnTo>
                    <a:pt x="6114177" y="32295"/>
                  </a:lnTo>
                  <a:lnTo>
                    <a:pt x="6114295" y="32295"/>
                  </a:lnTo>
                  <a:lnTo>
                    <a:pt x="6114412" y="32295"/>
                  </a:lnTo>
                  <a:lnTo>
                    <a:pt x="6114530" y="32295"/>
                  </a:lnTo>
                  <a:lnTo>
                    <a:pt x="6114648" y="32295"/>
                  </a:lnTo>
                  <a:lnTo>
                    <a:pt x="6114765" y="32295"/>
                  </a:lnTo>
                  <a:lnTo>
                    <a:pt x="6114883" y="32295"/>
                  </a:lnTo>
                  <a:lnTo>
                    <a:pt x="6115000" y="32295"/>
                  </a:lnTo>
                  <a:lnTo>
                    <a:pt x="6115118" y="32295"/>
                  </a:lnTo>
                  <a:lnTo>
                    <a:pt x="6115236" y="32295"/>
                  </a:lnTo>
                  <a:lnTo>
                    <a:pt x="6115353" y="32295"/>
                  </a:lnTo>
                  <a:lnTo>
                    <a:pt x="6115471" y="32295"/>
                  </a:lnTo>
                  <a:lnTo>
                    <a:pt x="6115588" y="32295"/>
                  </a:lnTo>
                  <a:lnTo>
                    <a:pt x="6115706" y="32295"/>
                  </a:lnTo>
                  <a:lnTo>
                    <a:pt x="6115824" y="32295"/>
                  </a:lnTo>
                  <a:lnTo>
                    <a:pt x="6115941" y="32295"/>
                  </a:lnTo>
                  <a:lnTo>
                    <a:pt x="6116059" y="32295"/>
                  </a:lnTo>
                  <a:lnTo>
                    <a:pt x="6116177" y="32295"/>
                  </a:lnTo>
                  <a:lnTo>
                    <a:pt x="6116294" y="32295"/>
                  </a:lnTo>
                  <a:lnTo>
                    <a:pt x="6116412" y="32295"/>
                  </a:lnTo>
                  <a:lnTo>
                    <a:pt x="6116529" y="32295"/>
                  </a:lnTo>
                  <a:lnTo>
                    <a:pt x="6116647" y="32295"/>
                  </a:lnTo>
                  <a:lnTo>
                    <a:pt x="6116765" y="32295"/>
                  </a:lnTo>
                  <a:lnTo>
                    <a:pt x="6116882" y="32295"/>
                  </a:lnTo>
                  <a:lnTo>
                    <a:pt x="6117000" y="32295"/>
                  </a:lnTo>
                  <a:lnTo>
                    <a:pt x="6117117" y="32295"/>
                  </a:lnTo>
                  <a:lnTo>
                    <a:pt x="6117235" y="32295"/>
                  </a:lnTo>
                  <a:lnTo>
                    <a:pt x="6117353" y="32295"/>
                  </a:lnTo>
                  <a:lnTo>
                    <a:pt x="6117470" y="32295"/>
                  </a:lnTo>
                  <a:lnTo>
                    <a:pt x="6117588" y="32295"/>
                  </a:lnTo>
                  <a:lnTo>
                    <a:pt x="6117705" y="32295"/>
                  </a:lnTo>
                  <a:lnTo>
                    <a:pt x="6117823" y="32295"/>
                  </a:lnTo>
                  <a:lnTo>
                    <a:pt x="6117941" y="32295"/>
                  </a:lnTo>
                  <a:lnTo>
                    <a:pt x="6118058" y="32295"/>
                  </a:lnTo>
                  <a:lnTo>
                    <a:pt x="6118176" y="32295"/>
                  </a:lnTo>
                  <a:lnTo>
                    <a:pt x="6118294" y="32295"/>
                  </a:lnTo>
                  <a:lnTo>
                    <a:pt x="6118411" y="32295"/>
                  </a:lnTo>
                  <a:lnTo>
                    <a:pt x="6118529" y="32295"/>
                  </a:lnTo>
                  <a:lnTo>
                    <a:pt x="6118646" y="32295"/>
                  </a:lnTo>
                  <a:lnTo>
                    <a:pt x="6118764" y="32295"/>
                  </a:lnTo>
                  <a:lnTo>
                    <a:pt x="6118882" y="32295"/>
                  </a:lnTo>
                  <a:lnTo>
                    <a:pt x="6118999" y="32295"/>
                  </a:lnTo>
                  <a:lnTo>
                    <a:pt x="6119117" y="32295"/>
                  </a:lnTo>
                  <a:lnTo>
                    <a:pt x="6119234" y="32295"/>
                  </a:lnTo>
                  <a:lnTo>
                    <a:pt x="6119352" y="32295"/>
                  </a:lnTo>
                  <a:lnTo>
                    <a:pt x="6119470" y="32295"/>
                  </a:lnTo>
                  <a:lnTo>
                    <a:pt x="6119587" y="32295"/>
                  </a:lnTo>
                  <a:lnTo>
                    <a:pt x="6119705" y="32295"/>
                  </a:lnTo>
                  <a:lnTo>
                    <a:pt x="6119823" y="32295"/>
                  </a:lnTo>
                  <a:lnTo>
                    <a:pt x="6119940" y="32295"/>
                  </a:lnTo>
                  <a:lnTo>
                    <a:pt x="6120058" y="32295"/>
                  </a:lnTo>
                  <a:lnTo>
                    <a:pt x="6120175" y="32295"/>
                  </a:lnTo>
                  <a:lnTo>
                    <a:pt x="6120293" y="32295"/>
                  </a:lnTo>
                  <a:lnTo>
                    <a:pt x="6120411" y="32295"/>
                  </a:lnTo>
                  <a:lnTo>
                    <a:pt x="6120528" y="32295"/>
                  </a:lnTo>
                  <a:lnTo>
                    <a:pt x="6120646" y="32295"/>
                  </a:lnTo>
                  <a:lnTo>
                    <a:pt x="6120763" y="32295"/>
                  </a:lnTo>
                  <a:lnTo>
                    <a:pt x="6120881" y="32295"/>
                  </a:lnTo>
                  <a:lnTo>
                    <a:pt x="6120999" y="32295"/>
                  </a:lnTo>
                  <a:lnTo>
                    <a:pt x="6120999" y="31864"/>
                  </a:lnTo>
                  <a:lnTo>
                    <a:pt x="6121116" y="31864"/>
                  </a:lnTo>
                  <a:lnTo>
                    <a:pt x="6121234" y="31864"/>
                  </a:lnTo>
                  <a:lnTo>
                    <a:pt x="6121352" y="31864"/>
                  </a:lnTo>
                  <a:lnTo>
                    <a:pt x="6121469" y="31864"/>
                  </a:lnTo>
                  <a:lnTo>
                    <a:pt x="6121587" y="31864"/>
                  </a:lnTo>
                  <a:lnTo>
                    <a:pt x="6121704" y="31864"/>
                  </a:lnTo>
                  <a:lnTo>
                    <a:pt x="6121822" y="31864"/>
                  </a:lnTo>
                  <a:lnTo>
                    <a:pt x="6121940" y="31864"/>
                  </a:lnTo>
                  <a:lnTo>
                    <a:pt x="6122057" y="31864"/>
                  </a:lnTo>
                  <a:lnTo>
                    <a:pt x="6122175" y="31864"/>
                  </a:lnTo>
                  <a:lnTo>
                    <a:pt x="6122292" y="31864"/>
                  </a:lnTo>
                  <a:lnTo>
                    <a:pt x="6122410" y="31864"/>
                  </a:lnTo>
                  <a:lnTo>
                    <a:pt x="6122528" y="31864"/>
                  </a:lnTo>
                  <a:lnTo>
                    <a:pt x="6122645" y="31864"/>
                  </a:lnTo>
                  <a:lnTo>
                    <a:pt x="6122763" y="31864"/>
                  </a:lnTo>
                  <a:lnTo>
                    <a:pt x="6122881" y="31864"/>
                  </a:lnTo>
                  <a:lnTo>
                    <a:pt x="6122998" y="31864"/>
                  </a:lnTo>
                  <a:lnTo>
                    <a:pt x="6123116" y="31864"/>
                  </a:lnTo>
                  <a:lnTo>
                    <a:pt x="6123233" y="31864"/>
                  </a:lnTo>
                  <a:lnTo>
                    <a:pt x="6123351" y="31864"/>
                  </a:lnTo>
                  <a:lnTo>
                    <a:pt x="6123469" y="31864"/>
                  </a:lnTo>
                  <a:lnTo>
                    <a:pt x="6123586" y="31864"/>
                  </a:lnTo>
                  <a:lnTo>
                    <a:pt x="6123704" y="31864"/>
                  </a:lnTo>
                  <a:lnTo>
                    <a:pt x="6123821" y="31864"/>
                  </a:lnTo>
                  <a:lnTo>
                    <a:pt x="6123939" y="31864"/>
                  </a:lnTo>
                  <a:lnTo>
                    <a:pt x="6124057" y="31864"/>
                  </a:lnTo>
                  <a:lnTo>
                    <a:pt x="6124174" y="31864"/>
                  </a:lnTo>
                  <a:lnTo>
                    <a:pt x="6124292" y="31864"/>
                  </a:lnTo>
                  <a:lnTo>
                    <a:pt x="6124410" y="31864"/>
                  </a:lnTo>
                  <a:lnTo>
                    <a:pt x="6124527" y="31864"/>
                  </a:lnTo>
                  <a:lnTo>
                    <a:pt x="6124645" y="31864"/>
                  </a:lnTo>
                  <a:lnTo>
                    <a:pt x="6124762" y="31864"/>
                  </a:lnTo>
                  <a:lnTo>
                    <a:pt x="6124880" y="31864"/>
                  </a:lnTo>
                  <a:lnTo>
                    <a:pt x="6124998" y="31864"/>
                  </a:lnTo>
                  <a:lnTo>
                    <a:pt x="6125115" y="31864"/>
                  </a:lnTo>
                  <a:lnTo>
                    <a:pt x="6125233" y="31864"/>
                  </a:lnTo>
                  <a:lnTo>
                    <a:pt x="6125350" y="31864"/>
                  </a:lnTo>
                  <a:lnTo>
                    <a:pt x="6125468" y="31864"/>
                  </a:lnTo>
                  <a:lnTo>
                    <a:pt x="6125586" y="31864"/>
                  </a:lnTo>
                  <a:lnTo>
                    <a:pt x="6125703" y="31864"/>
                  </a:lnTo>
                  <a:lnTo>
                    <a:pt x="6125821" y="31864"/>
                  </a:lnTo>
                  <a:lnTo>
                    <a:pt x="6125938" y="31864"/>
                  </a:lnTo>
                  <a:lnTo>
                    <a:pt x="6126056" y="31864"/>
                  </a:lnTo>
                  <a:lnTo>
                    <a:pt x="6126174" y="31864"/>
                  </a:lnTo>
                  <a:lnTo>
                    <a:pt x="6126291" y="31864"/>
                  </a:lnTo>
                  <a:lnTo>
                    <a:pt x="6126409" y="31864"/>
                  </a:lnTo>
                  <a:lnTo>
                    <a:pt x="6126527" y="31864"/>
                  </a:lnTo>
                  <a:lnTo>
                    <a:pt x="6126644" y="31864"/>
                  </a:lnTo>
                  <a:lnTo>
                    <a:pt x="6126762" y="31864"/>
                  </a:lnTo>
                  <a:lnTo>
                    <a:pt x="6126879" y="31864"/>
                  </a:lnTo>
                  <a:lnTo>
                    <a:pt x="6126997" y="31864"/>
                  </a:lnTo>
                  <a:lnTo>
                    <a:pt x="6127115" y="31864"/>
                  </a:lnTo>
                  <a:lnTo>
                    <a:pt x="6127232" y="31864"/>
                  </a:lnTo>
                  <a:lnTo>
                    <a:pt x="6127350" y="31864"/>
                  </a:lnTo>
                  <a:lnTo>
                    <a:pt x="6127467" y="31864"/>
                  </a:lnTo>
                  <a:lnTo>
                    <a:pt x="6127585" y="31864"/>
                  </a:lnTo>
                  <a:lnTo>
                    <a:pt x="6127703" y="31864"/>
                  </a:lnTo>
                  <a:lnTo>
                    <a:pt x="6127820" y="31864"/>
                  </a:lnTo>
                  <a:lnTo>
                    <a:pt x="6127938" y="31864"/>
                  </a:lnTo>
                  <a:lnTo>
                    <a:pt x="6128056" y="31864"/>
                  </a:lnTo>
                  <a:lnTo>
                    <a:pt x="6128173" y="31864"/>
                  </a:lnTo>
                  <a:lnTo>
                    <a:pt x="6128291" y="31864"/>
                  </a:lnTo>
                  <a:lnTo>
                    <a:pt x="6128408" y="31864"/>
                  </a:lnTo>
                  <a:lnTo>
                    <a:pt x="6128526" y="31864"/>
                  </a:lnTo>
                  <a:lnTo>
                    <a:pt x="6128644" y="31864"/>
                  </a:lnTo>
                  <a:lnTo>
                    <a:pt x="6128761" y="31864"/>
                  </a:lnTo>
                  <a:lnTo>
                    <a:pt x="6128879" y="31864"/>
                  </a:lnTo>
                  <a:lnTo>
                    <a:pt x="6128879" y="31433"/>
                  </a:lnTo>
                  <a:lnTo>
                    <a:pt x="6128996" y="31433"/>
                  </a:lnTo>
                  <a:lnTo>
                    <a:pt x="6129114" y="31433"/>
                  </a:lnTo>
                  <a:lnTo>
                    <a:pt x="6129232" y="31433"/>
                  </a:lnTo>
                  <a:lnTo>
                    <a:pt x="6129349" y="31433"/>
                  </a:lnTo>
                  <a:lnTo>
                    <a:pt x="6129467" y="31433"/>
                  </a:lnTo>
                  <a:lnTo>
                    <a:pt x="6129585" y="31433"/>
                  </a:lnTo>
                  <a:lnTo>
                    <a:pt x="6129702" y="31433"/>
                  </a:lnTo>
                  <a:lnTo>
                    <a:pt x="6129820" y="31433"/>
                  </a:lnTo>
                  <a:lnTo>
                    <a:pt x="6129937" y="31433"/>
                  </a:lnTo>
                  <a:lnTo>
                    <a:pt x="6130055" y="31433"/>
                  </a:lnTo>
                  <a:lnTo>
                    <a:pt x="6130173" y="31433"/>
                  </a:lnTo>
                  <a:lnTo>
                    <a:pt x="6130290" y="31433"/>
                  </a:lnTo>
                  <a:lnTo>
                    <a:pt x="6130408" y="31433"/>
                  </a:lnTo>
                  <a:lnTo>
                    <a:pt x="6130525" y="31433"/>
                  </a:lnTo>
                  <a:lnTo>
                    <a:pt x="6130643" y="31433"/>
                  </a:lnTo>
                  <a:lnTo>
                    <a:pt x="6130761" y="31433"/>
                  </a:lnTo>
                  <a:lnTo>
                    <a:pt x="6130878" y="31433"/>
                  </a:lnTo>
                  <a:lnTo>
                    <a:pt x="6130996" y="31433"/>
                  </a:lnTo>
                  <a:lnTo>
                    <a:pt x="6130996" y="31003"/>
                  </a:lnTo>
                  <a:lnTo>
                    <a:pt x="6131114" y="31003"/>
                  </a:lnTo>
                  <a:lnTo>
                    <a:pt x="6131231" y="31003"/>
                  </a:lnTo>
                  <a:lnTo>
                    <a:pt x="6131349" y="31003"/>
                  </a:lnTo>
                  <a:lnTo>
                    <a:pt x="6131466" y="31003"/>
                  </a:lnTo>
                  <a:lnTo>
                    <a:pt x="6131584" y="31003"/>
                  </a:lnTo>
                  <a:lnTo>
                    <a:pt x="6131702" y="31003"/>
                  </a:lnTo>
                  <a:lnTo>
                    <a:pt x="6131819" y="31003"/>
                  </a:lnTo>
                  <a:lnTo>
                    <a:pt x="6131937" y="31003"/>
                  </a:lnTo>
                  <a:lnTo>
                    <a:pt x="6132054" y="31003"/>
                  </a:lnTo>
                  <a:lnTo>
                    <a:pt x="6132172" y="31003"/>
                  </a:lnTo>
                  <a:lnTo>
                    <a:pt x="6132172" y="30572"/>
                  </a:lnTo>
                  <a:lnTo>
                    <a:pt x="6132290" y="30572"/>
                  </a:lnTo>
                  <a:lnTo>
                    <a:pt x="6132407" y="30572"/>
                  </a:lnTo>
                  <a:lnTo>
                    <a:pt x="6132525" y="30572"/>
                  </a:lnTo>
                  <a:lnTo>
                    <a:pt x="6132642" y="30572"/>
                  </a:lnTo>
                  <a:lnTo>
                    <a:pt x="6132642" y="30142"/>
                  </a:lnTo>
                  <a:lnTo>
                    <a:pt x="6132760" y="30142"/>
                  </a:lnTo>
                  <a:lnTo>
                    <a:pt x="6132878" y="30142"/>
                  </a:lnTo>
                  <a:lnTo>
                    <a:pt x="6132995" y="30142"/>
                  </a:lnTo>
                  <a:lnTo>
                    <a:pt x="6133113" y="30142"/>
                  </a:lnTo>
                  <a:lnTo>
                    <a:pt x="6133231" y="30142"/>
                  </a:lnTo>
                  <a:lnTo>
                    <a:pt x="6133348" y="30142"/>
                  </a:lnTo>
                  <a:lnTo>
                    <a:pt x="6133466" y="30142"/>
                  </a:lnTo>
                  <a:lnTo>
                    <a:pt x="6133583" y="30142"/>
                  </a:lnTo>
                  <a:lnTo>
                    <a:pt x="6133583" y="29711"/>
                  </a:lnTo>
                  <a:lnTo>
                    <a:pt x="6133701" y="29711"/>
                  </a:lnTo>
                  <a:lnTo>
                    <a:pt x="6133819" y="29711"/>
                  </a:lnTo>
                  <a:lnTo>
                    <a:pt x="6133936" y="29711"/>
                  </a:lnTo>
                  <a:lnTo>
                    <a:pt x="6134054" y="29711"/>
                  </a:lnTo>
                  <a:lnTo>
                    <a:pt x="6134171" y="29711"/>
                  </a:lnTo>
                  <a:lnTo>
                    <a:pt x="6134289" y="29711"/>
                  </a:lnTo>
                  <a:lnTo>
                    <a:pt x="6134407" y="29711"/>
                  </a:lnTo>
                  <a:lnTo>
                    <a:pt x="6134524" y="29711"/>
                  </a:lnTo>
                  <a:lnTo>
                    <a:pt x="6134642" y="29711"/>
                  </a:lnTo>
                  <a:lnTo>
                    <a:pt x="6134760" y="29711"/>
                  </a:lnTo>
                  <a:lnTo>
                    <a:pt x="6134877" y="29711"/>
                  </a:lnTo>
                  <a:lnTo>
                    <a:pt x="6134995" y="29711"/>
                  </a:lnTo>
                  <a:lnTo>
                    <a:pt x="6135112" y="29711"/>
                  </a:lnTo>
                  <a:lnTo>
                    <a:pt x="6135230" y="29711"/>
                  </a:lnTo>
                  <a:lnTo>
                    <a:pt x="6135348" y="29711"/>
                  </a:lnTo>
                  <a:lnTo>
                    <a:pt x="6135465" y="29711"/>
                  </a:lnTo>
                  <a:lnTo>
                    <a:pt x="6135583" y="29711"/>
                  </a:lnTo>
                  <a:lnTo>
                    <a:pt x="6135700" y="29711"/>
                  </a:lnTo>
                  <a:lnTo>
                    <a:pt x="6135818" y="29711"/>
                  </a:lnTo>
                  <a:lnTo>
                    <a:pt x="6135936" y="29711"/>
                  </a:lnTo>
                  <a:lnTo>
                    <a:pt x="6136053" y="29711"/>
                  </a:lnTo>
                  <a:lnTo>
                    <a:pt x="6136171" y="29711"/>
                  </a:lnTo>
                  <a:lnTo>
                    <a:pt x="6136289" y="29711"/>
                  </a:lnTo>
                  <a:lnTo>
                    <a:pt x="6136406" y="29711"/>
                  </a:lnTo>
                  <a:lnTo>
                    <a:pt x="6136524" y="29711"/>
                  </a:lnTo>
                  <a:lnTo>
                    <a:pt x="6136641" y="29711"/>
                  </a:lnTo>
                  <a:lnTo>
                    <a:pt x="6136759" y="29711"/>
                  </a:lnTo>
                  <a:lnTo>
                    <a:pt x="6136877" y="29711"/>
                  </a:lnTo>
                  <a:lnTo>
                    <a:pt x="6136994" y="29711"/>
                  </a:lnTo>
                  <a:lnTo>
                    <a:pt x="6137112" y="29711"/>
                  </a:lnTo>
                  <a:lnTo>
                    <a:pt x="6137229" y="29711"/>
                  </a:lnTo>
                  <a:lnTo>
                    <a:pt x="6137347" y="29711"/>
                  </a:lnTo>
                  <a:lnTo>
                    <a:pt x="6137465" y="29711"/>
                  </a:lnTo>
                  <a:lnTo>
                    <a:pt x="6137582" y="29711"/>
                  </a:lnTo>
                  <a:lnTo>
                    <a:pt x="6137700" y="29711"/>
                  </a:lnTo>
                  <a:lnTo>
                    <a:pt x="6137818" y="29711"/>
                  </a:lnTo>
                  <a:lnTo>
                    <a:pt x="6137935" y="29711"/>
                  </a:lnTo>
                  <a:lnTo>
                    <a:pt x="6138053" y="29711"/>
                  </a:lnTo>
                  <a:lnTo>
                    <a:pt x="6138170" y="29711"/>
                  </a:lnTo>
                  <a:lnTo>
                    <a:pt x="6138288" y="29711"/>
                  </a:lnTo>
                  <a:lnTo>
                    <a:pt x="6138406" y="29711"/>
                  </a:lnTo>
                  <a:lnTo>
                    <a:pt x="6138523" y="29711"/>
                  </a:lnTo>
                  <a:lnTo>
                    <a:pt x="6138641" y="29711"/>
                  </a:lnTo>
                  <a:lnTo>
                    <a:pt x="6138758" y="29711"/>
                  </a:lnTo>
                  <a:lnTo>
                    <a:pt x="6138876" y="29711"/>
                  </a:lnTo>
                  <a:lnTo>
                    <a:pt x="6138994" y="29711"/>
                  </a:lnTo>
                  <a:lnTo>
                    <a:pt x="6139111" y="29711"/>
                  </a:lnTo>
                  <a:lnTo>
                    <a:pt x="6139229" y="29711"/>
                  </a:lnTo>
                  <a:lnTo>
                    <a:pt x="6139347" y="29711"/>
                  </a:lnTo>
                  <a:lnTo>
                    <a:pt x="6139347" y="29280"/>
                  </a:lnTo>
                  <a:lnTo>
                    <a:pt x="6139464" y="29280"/>
                  </a:lnTo>
                  <a:lnTo>
                    <a:pt x="6139582" y="29280"/>
                  </a:lnTo>
                  <a:lnTo>
                    <a:pt x="6139699" y="29280"/>
                  </a:lnTo>
                  <a:lnTo>
                    <a:pt x="6139817" y="29280"/>
                  </a:lnTo>
                  <a:lnTo>
                    <a:pt x="6139935" y="29280"/>
                  </a:lnTo>
                  <a:lnTo>
                    <a:pt x="6140052" y="29280"/>
                  </a:lnTo>
                  <a:lnTo>
                    <a:pt x="6140170" y="29280"/>
                  </a:lnTo>
                  <a:lnTo>
                    <a:pt x="6140287" y="29280"/>
                  </a:lnTo>
                  <a:lnTo>
                    <a:pt x="6140405" y="29280"/>
                  </a:lnTo>
                  <a:lnTo>
                    <a:pt x="6140523" y="29280"/>
                  </a:lnTo>
                  <a:lnTo>
                    <a:pt x="6140640" y="29280"/>
                  </a:lnTo>
                  <a:lnTo>
                    <a:pt x="6140640" y="28850"/>
                  </a:lnTo>
                  <a:lnTo>
                    <a:pt x="6140758" y="28850"/>
                  </a:lnTo>
                  <a:lnTo>
                    <a:pt x="6140875" y="28850"/>
                  </a:lnTo>
                  <a:lnTo>
                    <a:pt x="6140993" y="28850"/>
                  </a:lnTo>
                  <a:lnTo>
                    <a:pt x="6141111" y="28850"/>
                  </a:lnTo>
                  <a:lnTo>
                    <a:pt x="6141228" y="28850"/>
                  </a:lnTo>
                  <a:lnTo>
                    <a:pt x="6141346" y="28850"/>
                  </a:lnTo>
                  <a:lnTo>
                    <a:pt x="6141464" y="28850"/>
                  </a:lnTo>
                  <a:lnTo>
                    <a:pt x="6141581" y="28850"/>
                  </a:lnTo>
                  <a:lnTo>
                    <a:pt x="6141699" y="28850"/>
                  </a:lnTo>
                  <a:lnTo>
                    <a:pt x="6141816" y="28850"/>
                  </a:lnTo>
                  <a:lnTo>
                    <a:pt x="6141934" y="28850"/>
                  </a:lnTo>
                  <a:lnTo>
                    <a:pt x="6142052" y="28850"/>
                  </a:lnTo>
                  <a:lnTo>
                    <a:pt x="6142169" y="28850"/>
                  </a:lnTo>
                  <a:lnTo>
                    <a:pt x="6142287" y="28850"/>
                  </a:lnTo>
                  <a:lnTo>
                    <a:pt x="6142404" y="28850"/>
                  </a:lnTo>
                  <a:lnTo>
                    <a:pt x="6142522" y="28850"/>
                  </a:lnTo>
                  <a:lnTo>
                    <a:pt x="6142640" y="28850"/>
                  </a:lnTo>
                  <a:lnTo>
                    <a:pt x="6142757" y="28850"/>
                  </a:lnTo>
                  <a:lnTo>
                    <a:pt x="6142875" y="28850"/>
                  </a:lnTo>
                  <a:lnTo>
                    <a:pt x="6142993" y="28850"/>
                  </a:lnTo>
                  <a:lnTo>
                    <a:pt x="6143110" y="28850"/>
                  </a:lnTo>
                  <a:lnTo>
                    <a:pt x="6143228" y="28850"/>
                  </a:lnTo>
                  <a:lnTo>
                    <a:pt x="6143345" y="28850"/>
                  </a:lnTo>
                  <a:lnTo>
                    <a:pt x="6143463" y="28850"/>
                  </a:lnTo>
                  <a:lnTo>
                    <a:pt x="6143581" y="28850"/>
                  </a:lnTo>
                  <a:lnTo>
                    <a:pt x="6143698" y="28850"/>
                  </a:lnTo>
                  <a:lnTo>
                    <a:pt x="6143816" y="28850"/>
                  </a:lnTo>
                  <a:lnTo>
                    <a:pt x="6143933" y="28850"/>
                  </a:lnTo>
                  <a:lnTo>
                    <a:pt x="6144051" y="28850"/>
                  </a:lnTo>
                  <a:lnTo>
                    <a:pt x="6144169" y="28850"/>
                  </a:lnTo>
                  <a:lnTo>
                    <a:pt x="6144286" y="28850"/>
                  </a:lnTo>
                  <a:lnTo>
                    <a:pt x="6144404" y="28850"/>
                  </a:lnTo>
                  <a:lnTo>
                    <a:pt x="6144522" y="28850"/>
                  </a:lnTo>
                  <a:lnTo>
                    <a:pt x="6144639" y="28850"/>
                  </a:lnTo>
                  <a:lnTo>
                    <a:pt x="6144757" y="28850"/>
                  </a:lnTo>
                  <a:lnTo>
                    <a:pt x="6144874" y="28850"/>
                  </a:lnTo>
                  <a:lnTo>
                    <a:pt x="6144992" y="28850"/>
                  </a:lnTo>
                  <a:lnTo>
                    <a:pt x="6145110" y="28850"/>
                  </a:lnTo>
                  <a:lnTo>
                    <a:pt x="6145227" y="28850"/>
                  </a:lnTo>
                  <a:lnTo>
                    <a:pt x="6145345" y="28850"/>
                  </a:lnTo>
                  <a:lnTo>
                    <a:pt x="6145462" y="28850"/>
                  </a:lnTo>
                  <a:lnTo>
                    <a:pt x="6145580" y="28850"/>
                  </a:lnTo>
                  <a:lnTo>
                    <a:pt x="6145698" y="28850"/>
                  </a:lnTo>
                  <a:lnTo>
                    <a:pt x="6145815" y="28850"/>
                  </a:lnTo>
                  <a:lnTo>
                    <a:pt x="6145933" y="28850"/>
                  </a:lnTo>
                  <a:lnTo>
                    <a:pt x="6146051" y="28850"/>
                  </a:lnTo>
                  <a:lnTo>
                    <a:pt x="6146168" y="28850"/>
                  </a:lnTo>
                  <a:lnTo>
                    <a:pt x="6146286" y="28850"/>
                  </a:lnTo>
                  <a:lnTo>
                    <a:pt x="6146403" y="28850"/>
                  </a:lnTo>
                  <a:lnTo>
                    <a:pt x="6146521" y="28850"/>
                  </a:lnTo>
                  <a:lnTo>
                    <a:pt x="6146639" y="28850"/>
                  </a:lnTo>
                  <a:lnTo>
                    <a:pt x="6146756" y="28850"/>
                  </a:lnTo>
                  <a:lnTo>
                    <a:pt x="6146874" y="28850"/>
                  </a:lnTo>
                  <a:lnTo>
                    <a:pt x="6146991" y="28850"/>
                  </a:lnTo>
                  <a:lnTo>
                    <a:pt x="6147109" y="28850"/>
                  </a:lnTo>
                  <a:lnTo>
                    <a:pt x="6147227" y="28850"/>
                  </a:lnTo>
                  <a:lnTo>
                    <a:pt x="6147344" y="28850"/>
                  </a:lnTo>
                  <a:lnTo>
                    <a:pt x="6147462" y="28850"/>
                  </a:lnTo>
                  <a:lnTo>
                    <a:pt x="6147580" y="28850"/>
                  </a:lnTo>
                  <a:lnTo>
                    <a:pt x="6147697" y="28850"/>
                  </a:lnTo>
                  <a:lnTo>
                    <a:pt x="6147815" y="28850"/>
                  </a:lnTo>
                  <a:lnTo>
                    <a:pt x="6147932" y="28850"/>
                  </a:lnTo>
                  <a:lnTo>
                    <a:pt x="6148050" y="28850"/>
                  </a:lnTo>
                  <a:lnTo>
                    <a:pt x="6148168" y="28850"/>
                  </a:lnTo>
                  <a:lnTo>
                    <a:pt x="6148285" y="28850"/>
                  </a:lnTo>
                  <a:lnTo>
                    <a:pt x="6148403" y="28850"/>
                  </a:lnTo>
                  <a:lnTo>
                    <a:pt x="6148520" y="28850"/>
                  </a:lnTo>
                  <a:lnTo>
                    <a:pt x="6148638" y="28850"/>
                  </a:lnTo>
                  <a:lnTo>
                    <a:pt x="6148756" y="28850"/>
                  </a:lnTo>
                  <a:lnTo>
                    <a:pt x="6148873" y="28850"/>
                  </a:lnTo>
                  <a:lnTo>
                    <a:pt x="6148991" y="28850"/>
                  </a:lnTo>
                  <a:lnTo>
                    <a:pt x="6149108" y="28850"/>
                  </a:lnTo>
                  <a:lnTo>
                    <a:pt x="6149226" y="28850"/>
                  </a:lnTo>
                  <a:lnTo>
                    <a:pt x="6149226" y="28419"/>
                  </a:lnTo>
                  <a:lnTo>
                    <a:pt x="6149344" y="28419"/>
                  </a:lnTo>
                  <a:lnTo>
                    <a:pt x="6149461" y="28419"/>
                  </a:lnTo>
                  <a:lnTo>
                    <a:pt x="6149579" y="28419"/>
                  </a:lnTo>
                  <a:lnTo>
                    <a:pt x="6149697" y="28419"/>
                  </a:lnTo>
                  <a:lnTo>
                    <a:pt x="6149814" y="28419"/>
                  </a:lnTo>
                  <a:lnTo>
                    <a:pt x="6149932" y="28419"/>
                  </a:lnTo>
                  <a:lnTo>
                    <a:pt x="6150049" y="28419"/>
                  </a:lnTo>
                  <a:lnTo>
                    <a:pt x="6150167" y="28419"/>
                  </a:lnTo>
                  <a:lnTo>
                    <a:pt x="6150285" y="28419"/>
                  </a:lnTo>
                  <a:lnTo>
                    <a:pt x="6150402" y="28419"/>
                  </a:lnTo>
                  <a:lnTo>
                    <a:pt x="6150520" y="28419"/>
                  </a:lnTo>
                  <a:lnTo>
                    <a:pt x="6150637" y="28419"/>
                  </a:lnTo>
                  <a:lnTo>
                    <a:pt x="6150755" y="28419"/>
                  </a:lnTo>
                  <a:lnTo>
                    <a:pt x="6150873" y="28419"/>
                  </a:lnTo>
                  <a:lnTo>
                    <a:pt x="6150990" y="28419"/>
                  </a:lnTo>
                  <a:lnTo>
                    <a:pt x="6151108" y="28419"/>
                  </a:lnTo>
                  <a:lnTo>
                    <a:pt x="6151108" y="27989"/>
                  </a:lnTo>
                  <a:lnTo>
                    <a:pt x="6151226" y="27989"/>
                  </a:lnTo>
                  <a:lnTo>
                    <a:pt x="6151343" y="27989"/>
                  </a:lnTo>
                  <a:lnTo>
                    <a:pt x="6151461" y="27989"/>
                  </a:lnTo>
                  <a:lnTo>
                    <a:pt x="6151578" y="27989"/>
                  </a:lnTo>
                  <a:lnTo>
                    <a:pt x="6151578" y="27558"/>
                  </a:lnTo>
                  <a:lnTo>
                    <a:pt x="6151578" y="27127"/>
                  </a:lnTo>
                  <a:lnTo>
                    <a:pt x="6151696" y="27127"/>
                  </a:lnTo>
                  <a:lnTo>
                    <a:pt x="6151814" y="27127"/>
                  </a:lnTo>
                  <a:lnTo>
                    <a:pt x="6151931" y="27127"/>
                  </a:lnTo>
                  <a:lnTo>
                    <a:pt x="6152049" y="27127"/>
                  </a:lnTo>
                  <a:lnTo>
                    <a:pt x="6152166" y="27127"/>
                  </a:lnTo>
                  <a:lnTo>
                    <a:pt x="6152284" y="27127"/>
                  </a:lnTo>
                  <a:lnTo>
                    <a:pt x="6152402" y="27127"/>
                  </a:lnTo>
                  <a:lnTo>
                    <a:pt x="6152519" y="27127"/>
                  </a:lnTo>
                  <a:lnTo>
                    <a:pt x="6152637" y="27127"/>
                  </a:lnTo>
                  <a:lnTo>
                    <a:pt x="6152755" y="27127"/>
                  </a:lnTo>
                  <a:lnTo>
                    <a:pt x="6152872" y="27127"/>
                  </a:lnTo>
                  <a:lnTo>
                    <a:pt x="6152990" y="27127"/>
                  </a:lnTo>
                  <a:lnTo>
                    <a:pt x="6153107" y="27127"/>
                  </a:lnTo>
                  <a:lnTo>
                    <a:pt x="6153225" y="27127"/>
                  </a:lnTo>
                  <a:lnTo>
                    <a:pt x="6153343" y="27127"/>
                  </a:lnTo>
                  <a:lnTo>
                    <a:pt x="6153460" y="27127"/>
                  </a:lnTo>
                  <a:lnTo>
                    <a:pt x="6153578" y="27127"/>
                  </a:lnTo>
                  <a:lnTo>
                    <a:pt x="6153695" y="27127"/>
                  </a:lnTo>
                  <a:lnTo>
                    <a:pt x="6153813" y="27127"/>
                  </a:lnTo>
                  <a:lnTo>
                    <a:pt x="6153931" y="27127"/>
                  </a:lnTo>
                  <a:lnTo>
                    <a:pt x="6154048" y="27127"/>
                  </a:lnTo>
                  <a:lnTo>
                    <a:pt x="6154166" y="27127"/>
                  </a:lnTo>
                  <a:lnTo>
                    <a:pt x="6154284" y="27127"/>
                  </a:lnTo>
                  <a:lnTo>
                    <a:pt x="6154401" y="27127"/>
                  </a:lnTo>
                  <a:lnTo>
                    <a:pt x="6154519" y="27127"/>
                  </a:lnTo>
                  <a:lnTo>
                    <a:pt x="6154636" y="27127"/>
                  </a:lnTo>
                  <a:lnTo>
                    <a:pt x="6154754" y="27127"/>
                  </a:lnTo>
                  <a:lnTo>
                    <a:pt x="6154872" y="27127"/>
                  </a:lnTo>
                  <a:lnTo>
                    <a:pt x="6154989" y="27127"/>
                  </a:lnTo>
                  <a:lnTo>
                    <a:pt x="6155107" y="27127"/>
                  </a:lnTo>
                  <a:lnTo>
                    <a:pt x="6155224" y="27127"/>
                  </a:lnTo>
                  <a:lnTo>
                    <a:pt x="6155342" y="27127"/>
                  </a:lnTo>
                  <a:lnTo>
                    <a:pt x="6155460" y="27127"/>
                  </a:lnTo>
                  <a:lnTo>
                    <a:pt x="6155577" y="27127"/>
                  </a:lnTo>
                  <a:lnTo>
                    <a:pt x="6155695" y="27127"/>
                  </a:lnTo>
                  <a:lnTo>
                    <a:pt x="6155813" y="27127"/>
                  </a:lnTo>
                  <a:lnTo>
                    <a:pt x="6155930" y="27127"/>
                  </a:lnTo>
                  <a:lnTo>
                    <a:pt x="6155930" y="26697"/>
                  </a:lnTo>
                  <a:lnTo>
                    <a:pt x="6156048" y="26697"/>
                  </a:lnTo>
                  <a:lnTo>
                    <a:pt x="6156165" y="26697"/>
                  </a:lnTo>
                  <a:lnTo>
                    <a:pt x="6156283" y="26697"/>
                  </a:lnTo>
                  <a:lnTo>
                    <a:pt x="6156401" y="26697"/>
                  </a:lnTo>
                  <a:lnTo>
                    <a:pt x="6156518" y="26697"/>
                  </a:lnTo>
                  <a:lnTo>
                    <a:pt x="6156636" y="26697"/>
                  </a:lnTo>
                  <a:lnTo>
                    <a:pt x="6156753" y="26697"/>
                  </a:lnTo>
                  <a:lnTo>
                    <a:pt x="6156871" y="26697"/>
                  </a:lnTo>
                  <a:lnTo>
                    <a:pt x="6156989" y="26697"/>
                  </a:lnTo>
                  <a:lnTo>
                    <a:pt x="6157106" y="26697"/>
                  </a:lnTo>
                  <a:lnTo>
                    <a:pt x="6157224" y="26697"/>
                  </a:lnTo>
                  <a:lnTo>
                    <a:pt x="6157341" y="26697"/>
                  </a:lnTo>
                  <a:lnTo>
                    <a:pt x="6157459" y="26697"/>
                  </a:lnTo>
                  <a:lnTo>
                    <a:pt x="6157577" y="26697"/>
                  </a:lnTo>
                  <a:lnTo>
                    <a:pt x="6157694" y="26697"/>
                  </a:lnTo>
                  <a:lnTo>
                    <a:pt x="6157812" y="26697"/>
                  </a:lnTo>
                  <a:lnTo>
                    <a:pt x="6157930" y="26697"/>
                  </a:lnTo>
                  <a:lnTo>
                    <a:pt x="6158047" y="26697"/>
                  </a:lnTo>
                  <a:lnTo>
                    <a:pt x="6158165" y="26697"/>
                  </a:lnTo>
                  <a:lnTo>
                    <a:pt x="6158282" y="26697"/>
                  </a:lnTo>
                  <a:lnTo>
                    <a:pt x="6158400" y="26697"/>
                  </a:lnTo>
                  <a:lnTo>
                    <a:pt x="6158518" y="26697"/>
                  </a:lnTo>
                  <a:lnTo>
                    <a:pt x="6158635" y="26697"/>
                  </a:lnTo>
                  <a:lnTo>
                    <a:pt x="6158753" y="26697"/>
                  </a:lnTo>
                  <a:lnTo>
                    <a:pt x="6158870" y="26697"/>
                  </a:lnTo>
                  <a:lnTo>
                    <a:pt x="6158988" y="26697"/>
                  </a:lnTo>
                  <a:lnTo>
                    <a:pt x="6159106" y="26697"/>
                  </a:lnTo>
                  <a:lnTo>
                    <a:pt x="6159223" y="26697"/>
                  </a:lnTo>
                  <a:lnTo>
                    <a:pt x="6159341" y="26697"/>
                  </a:lnTo>
                  <a:lnTo>
                    <a:pt x="6159459" y="26697"/>
                  </a:lnTo>
                  <a:lnTo>
                    <a:pt x="6159576" y="26697"/>
                  </a:lnTo>
                  <a:lnTo>
                    <a:pt x="6159694" y="26697"/>
                  </a:lnTo>
                  <a:lnTo>
                    <a:pt x="6159811" y="26697"/>
                  </a:lnTo>
                  <a:lnTo>
                    <a:pt x="6159929" y="26697"/>
                  </a:lnTo>
                  <a:lnTo>
                    <a:pt x="6160047" y="26697"/>
                  </a:lnTo>
                  <a:lnTo>
                    <a:pt x="6160164" y="26697"/>
                  </a:lnTo>
                  <a:lnTo>
                    <a:pt x="6160282" y="26697"/>
                  </a:lnTo>
                  <a:lnTo>
                    <a:pt x="6160399" y="26697"/>
                  </a:lnTo>
                  <a:lnTo>
                    <a:pt x="6160517" y="26697"/>
                  </a:lnTo>
                  <a:lnTo>
                    <a:pt x="6160635" y="26697"/>
                  </a:lnTo>
                  <a:lnTo>
                    <a:pt x="6160752" y="26697"/>
                  </a:lnTo>
                  <a:lnTo>
                    <a:pt x="6160870" y="26697"/>
                  </a:lnTo>
                  <a:lnTo>
                    <a:pt x="6160988" y="26697"/>
                  </a:lnTo>
                  <a:lnTo>
                    <a:pt x="6161105" y="26697"/>
                  </a:lnTo>
                  <a:lnTo>
                    <a:pt x="6161105" y="26266"/>
                  </a:lnTo>
                  <a:lnTo>
                    <a:pt x="6161223" y="26266"/>
                  </a:lnTo>
                  <a:lnTo>
                    <a:pt x="6161340" y="26266"/>
                  </a:lnTo>
                  <a:lnTo>
                    <a:pt x="6161458" y="26266"/>
                  </a:lnTo>
                  <a:lnTo>
                    <a:pt x="6161576" y="26266"/>
                  </a:lnTo>
                  <a:lnTo>
                    <a:pt x="6161693" y="26266"/>
                  </a:lnTo>
                  <a:lnTo>
                    <a:pt x="6161811" y="26266"/>
                  </a:lnTo>
                  <a:lnTo>
                    <a:pt x="6161928" y="26266"/>
                  </a:lnTo>
                  <a:lnTo>
                    <a:pt x="6162046" y="26266"/>
                  </a:lnTo>
                  <a:lnTo>
                    <a:pt x="6162164" y="26266"/>
                  </a:lnTo>
                  <a:lnTo>
                    <a:pt x="6162281" y="26266"/>
                  </a:lnTo>
                  <a:lnTo>
                    <a:pt x="6162399" y="26266"/>
                  </a:lnTo>
                  <a:lnTo>
                    <a:pt x="6162517" y="26266"/>
                  </a:lnTo>
                  <a:lnTo>
                    <a:pt x="6162634" y="26266"/>
                  </a:lnTo>
                  <a:lnTo>
                    <a:pt x="6162752" y="26266"/>
                  </a:lnTo>
                  <a:lnTo>
                    <a:pt x="6162869" y="26266"/>
                  </a:lnTo>
                  <a:lnTo>
                    <a:pt x="6162987" y="26266"/>
                  </a:lnTo>
                  <a:lnTo>
                    <a:pt x="6163105" y="26266"/>
                  </a:lnTo>
                  <a:lnTo>
                    <a:pt x="6163222" y="26266"/>
                  </a:lnTo>
                  <a:lnTo>
                    <a:pt x="6163340" y="26266"/>
                  </a:lnTo>
                  <a:lnTo>
                    <a:pt x="6163457" y="26266"/>
                  </a:lnTo>
                  <a:lnTo>
                    <a:pt x="6163575" y="26266"/>
                  </a:lnTo>
                  <a:lnTo>
                    <a:pt x="6163693" y="26266"/>
                  </a:lnTo>
                  <a:lnTo>
                    <a:pt x="6163810" y="26266"/>
                  </a:lnTo>
                  <a:lnTo>
                    <a:pt x="6163928" y="26266"/>
                  </a:lnTo>
                  <a:lnTo>
                    <a:pt x="6164046" y="26266"/>
                  </a:lnTo>
                  <a:lnTo>
                    <a:pt x="6164046" y="25836"/>
                  </a:lnTo>
                  <a:lnTo>
                    <a:pt x="6164163" y="25836"/>
                  </a:lnTo>
                  <a:lnTo>
                    <a:pt x="6164281" y="25836"/>
                  </a:lnTo>
                  <a:lnTo>
                    <a:pt x="6164398" y="25836"/>
                  </a:lnTo>
                  <a:lnTo>
                    <a:pt x="6164516" y="25836"/>
                  </a:lnTo>
                  <a:lnTo>
                    <a:pt x="6164634" y="25836"/>
                  </a:lnTo>
                  <a:lnTo>
                    <a:pt x="6164751" y="25836"/>
                  </a:lnTo>
                  <a:lnTo>
                    <a:pt x="6164869" y="25836"/>
                  </a:lnTo>
                  <a:lnTo>
                    <a:pt x="6164986" y="25836"/>
                  </a:lnTo>
                  <a:lnTo>
                    <a:pt x="6165104" y="25836"/>
                  </a:lnTo>
                  <a:lnTo>
                    <a:pt x="6165222" y="25836"/>
                  </a:lnTo>
                  <a:lnTo>
                    <a:pt x="6165339" y="25836"/>
                  </a:lnTo>
                  <a:lnTo>
                    <a:pt x="6165457" y="25836"/>
                  </a:lnTo>
                  <a:lnTo>
                    <a:pt x="6165574" y="25836"/>
                  </a:lnTo>
                  <a:lnTo>
                    <a:pt x="6165692" y="25836"/>
                  </a:lnTo>
                  <a:lnTo>
                    <a:pt x="6165810" y="25836"/>
                  </a:lnTo>
                  <a:lnTo>
                    <a:pt x="6165927" y="25836"/>
                  </a:lnTo>
                  <a:lnTo>
                    <a:pt x="6166045" y="25836"/>
                  </a:lnTo>
                  <a:lnTo>
                    <a:pt x="6166163" y="25836"/>
                  </a:lnTo>
                  <a:lnTo>
                    <a:pt x="6166280" y="25836"/>
                  </a:lnTo>
                  <a:lnTo>
                    <a:pt x="6166398" y="25836"/>
                  </a:lnTo>
                  <a:lnTo>
                    <a:pt x="6166515" y="25836"/>
                  </a:lnTo>
                  <a:lnTo>
                    <a:pt x="6166633" y="25836"/>
                  </a:lnTo>
                  <a:lnTo>
                    <a:pt x="6166633" y="25405"/>
                  </a:lnTo>
                  <a:lnTo>
                    <a:pt x="6166751" y="25405"/>
                  </a:lnTo>
                  <a:lnTo>
                    <a:pt x="6166868" y="25405"/>
                  </a:lnTo>
                  <a:lnTo>
                    <a:pt x="6166986" y="25405"/>
                  </a:lnTo>
                  <a:lnTo>
                    <a:pt x="6167103" y="25405"/>
                  </a:lnTo>
                  <a:lnTo>
                    <a:pt x="6167221" y="25405"/>
                  </a:lnTo>
                  <a:lnTo>
                    <a:pt x="6167339" y="25405"/>
                  </a:lnTo>
                  <a:lnTo>
                    <a:pt x="6167456" y="25405"/>
                  </a:lnTo>
                  <a:lnTo>
                    <a:pt x="6167574" y="25405"/>
                  </a:lnTo>
                  <a:lnTo>
                    <a:pt x="6167692" y="25405"/>
                  </a:lnTo>
                  <a:lnTo>
                    <a:pt x="6167809" y="25405"/>
                  </a:lnTo>
                  <a:lnTo>
                    <a:pt x="6167927" y="25405"/>
                  </a:lnTo>
                  <a:lnTo>
                    <a:pt x="6168044" y="25405"/>
                  </a:lnTo>
                  <a:lnTo>
                    <a:pt x="6168162" y="25405"/>
                  </a:lnTo>
                  <a:lnTo>
                    <a:pt x="6168280" y="25405"/>
                  </a:lnTo>
                  <a:lnTo>
                    <a:pt x="6168397" y="25405"/>
                  </a:lnTo>
                  <a:lnTo>
                    <a:pt x="6168515" y="25405"/>
                  </a:lnTo>
                  <a:lnTo>
                    <a:pt x="6168632" y="25405"/>
                  </a:lnTo>
                  <a:lnTo>
                    <a:pt x="6168750" y="25405"/>
                  </a:lnTo>
                  <a:lnTo>
                    <a:pt x="6168868" y="25405"/>
                  </a:lnTo>
                  <a:lnTo>
                    <a:pt x="6168868" y="24974"/>
                  </a:lnTo>
                  <a:lnTo>
                    <a:pt x="6168985" y="24974"/>
                  </a:lnTo>
                  <a:lnTo>
                    <a:pt x="6169103" y="24974"/>
                  </a:lnTo>
                  <a:lnTo>
                    <a:pt x="6169221" y="24974"/>
                  </a:lnTo>
                  <a:lnTo>
                    <a:pt x="6169338" y="24974"/>
                  </a:lnTo>
                  <a:lnTo>
                    <a:pt x="6169456" y="24974"/>
                  </a:lnTo>
                  <a:lnTo>
                    <a:pt x="6169573" y="24974"/>
                  </a:lnTo>
                  <a:lnTo>
                    <a:pt x="6169691" y="24974"/>
                  </a:lnTo>
                  <a:lnTo>
                    <a:pt x="6169809" y="24974"/>
                  </a:lnTo>
                  <a:lnTo>
                    <a:pt x="6169926" y="24974"/>
                  </a:lnTo>
                  <a:lnTo>
                    <a:pt x="6170044" y="24974"/>
                  </a:lnTo>
                  <a:lnTo>
                    <a:pt x="6170161" y="24974"/>
                  </a:lnTo>
                  <a:lnTo>
                    <a:pt x="6170279" y="24974"/>
                  </a:lnTo>
                  <a:lnTo>
                    <a:pt x="6170397" y="24974"/>
                  </a:lnTo>
                  <a:lnTo>
                    <a:pt x="6170514" y="24974"/>
                  </a:lnTo>
                  <a:lnTo>
                    <a:pt x="6170632" y="24974"/>
                  </a:lnTo>
                  <a:lnTo>
                    <a:pt x="6170750" y="24974"/>
                  </a:lnTo>
                  <a:lnTo>
                    <a:pt x="6170867" y="24974"/>
                  </a:lnTo>
                  <a:lnTo>
                    <a:pt x="6170985" y="24974"/>
                  </a:lnTo>
                  <a:lnTo>
                    <a:pt x="6171102" y="24974"/>
                  </a:lnTo>
                  <a:lnTo>
                    <a:pt x="6171220" y="24974"/>
                  </a:lnTo>
                  <a:lnTo>
                    <a:pt x="6171338" y="24974"/>
                  </a:lnTo>
                  <a:lnTo>
                    <a:pt x="6171455" y="24974"/>
                  </a:lnTo>
                  <a:lnTo>
                    <a:pt x="6171573" y="24974"/>
                  </a:lnTo>
                  <a:lnTo>
                    <a:pt x="6171690" y="24974"/>
                  </a:lnTo>
                  <a:lnTo>
                    <a:pt x="6171808" y="24974"/>
                  </a:lnTo>
                  <a:lnTo>
                    <a:pt x="6171926" y="24974"/>
                  </a:lnTo>
                  <a:lnTo>
                    <a:pt x="6172043" y="24974"/>
                  </a:lnTo>
                  <a:lnTo>
                    <a:pt x="6172161" y="24974"/>
                  </a:lnTo>
                  <a:lnTo>
                    <a:pt x="6172279" y="24974"/>
                  </a:lnTo>
                  <a:lnTo>
                    <a:pt x="6172396" y="24974"/>
                  </a:lnTo>
                  <a:lnTo>
                    <a:pt x="6172514" y="24974"/>
                  </a:lnTo>
                  <a:lnTo>
                    <a:pt x="6172631" y="24974"/>
                  </a:lnTo>
                  <a:lnTo>
                    <a:pt x="6172749" y="24974"/>
                  </a:lnTo>
                  <a:lnTo>
                    <a:pt x="6172867" y="24974"/>
                  </a:lnTo>
                  <a:lnTo>
                    <a:pt x="6172984" y="24974"/>
                  </a:lnTo>
                  <a:lnTo>
                    <a:pt x="6173102" y="24974"/>
                  </a:lnTo>
                  <a:lnTo>
                    <a:pt x="6173102" y="24544"/>
                  </a:lnTo>
                  <a:lnTo>
                    <a:pt x="6173219" y="24544"/>
                  </a:lnTo>
                  <a:lnTo>
                    <a:pt x="6173337" y="24544"/>
                  </a:lnTo>
                  <a:lnTo>
                    <a:pt x="6173337" y="24113"/>
                  </a:lnTo>
                  <a:lnTo>
                    <a:pt x="6173455" y="24113"/>
                  </a:lnTo>
                  <a:lnTo>
                    <a:pt x="6173572" y="24113"/>
                  </a:lnTo>
                  <a:lnTo>
                    <a:pt x="6173690" y="24113"/>
                  </a:lnTo>
                  <a:lnTo>
                    <a:pt x="6173807" y="24113"/>
                  </a:lnTo>
                  <a:lnTo>
                    <a:pt x="6173925" y="24113"/>
                  </a:lnTo>
                  <a:lnTo>
                    <a:pt x="6174043" y="24113"/>
                  </a:lnTo>
                  <a:lnTo>
                    <a:pt x="6174160" y="24113"/>
                  </a:lnTo>
                  <a:lnTo>
                    <a:pt x="6174278" y="24113"/>
                  </a:lnTo>
                  <a:lnTo>
                    <a:pt x="6174396" y="24113"/>
                  </a:lnTo>
                  <a:lnTo>
                    <a:pt x="6174513" y="24113"/>
                  </a:lnTo>
                  <a:lnTo>
                    <a:pt x="6174631" y="24113"/>
                  </a:lnTo>
                  <a:lnTo>
                    <a:pt x="6174748" y="24113"/>
                  </a:lnTo>
                  <a:lnTo>
                    <a:pt x="6174866" y="24113"/>
                  </a:lnTo>
                  <a:lnTo>
                    <a:pt x="6174984" y="24113"/>
                  </a:lnTo>
                  <a:lnTo>
                    <a:pt x="6175101" y="24113"/>
                  </a:lnTo>
                  <a:lnTo>
                    <a:pt x="6175219" y="24113"/>
                  </a:lnTo>
                  <a:lnTo>
                    <a:pt x="6175336" y="24113"/>
                  </a:lnTo>
                  <a:lnTo>
                    <a:pt x="6175454" y="24113"/>
                  </a:lnTo>
                  <a:lnTo>
                    <a:pt x="6175572" y="24113"/>
                  </a:lnTo>
                  <a:lnTo>
                    <a:pt x="6175689" y="24113"/>
                  </a:lnTo>
                  <a:lnTo>
                    <a:pt x="6175807" y="24113"/>
                  </a:lnTo>
                  <a:lnTo>
                    <a:pt x="6175925" y="24113"/>
                  </a:lnTo>
                  <a:lnTo>
                    <a:pt x="6176042" y="24113"/>
                  </a:lnTo>
                  <a:lnTo>
                    <a:pt x="6176160" y="24113"/>
                  </a:lnTo>
                  <a:lnTo>
                    <a:pt x="6176160" y="23683"/>
                  </a:lnTo>
                  <a:lnTo>
                    <a:pt x="6176277" y="23683"/>
                  </a:lnTo>
                  <a:lnTo>
                    <a:pt x="6176395" y="23683"/>
                  </a:lnTo>
                  <a:lnTo>
                    <a:pt x="6176513" y="23683"/>
                  </a:lnTo>
                  <a:lnTo>
                    <a:pt x="6176630" y="23683"/>
                  </a:lnTo>
                  <a:lnTo>
                    <a:pt x="6176748" y="23683"/>
                  </a:lnTo>
                  <a:lnTo>
                    <a:pt x="6176865" y="23683"/>
                  </a:lnTo>
                  <a:lnTo>
                    <a:pt x="6176983" y="23683"/>
                  </a:lnTo>
                  <a:lnTo>
                    <a:pt x="6177101" y="23683"/>
                  </a:lnTo>
                  <a:lnTo>
                    <a:pt x="6177218" y="23683"/>
                  </a:lnTo>
                  <a:lnTo>
                    <a:pt x="6177336" y="23683"/>
                  </a:lnTo>
                  <a:lnTo>
                    <a:pt x="6177454" y="23683"/>
                  </a:lnTo>
                  <a:lnTo>
                    <a:pt x="6177571" y="23683"/>
                  </a:lnTo>
                  <a:lnTo>
                    <a:pt x="6177689" y="23683"/>
                  </a:lnTo>
                  <a:lnTo>
                    <a:pt x="6177806" y="23683"/>
                  </a:lnTo>
                  <a:lnTo>
                    <a:pt x="6177924" y="23683"/>
                  </a:lnTo>
                  <a:lnTo>
                    <a:pt x="6178042" y="23683"/>
                  </a:lnTo>
                  <a:lnTo>
                    <a:pt x="6178159" y="23683"/>
                  </a:lnTo>
                  <a:lnTo>
                    <a:pt x="6178277" y="23683"/>
                  </a:lnTo>
                  <a:lnTo>
                    <a:pt x="6178394" y="23683"/>
                  </a:lnTo>
                  <a:lnTo>
                    <a:pt x="6178512" y="23683"/>
                  </a:lnTo>
                  <a:lnTo>
                    <a:pt x="6178630" y="23683"/>
                  </a:lnTo>
                  <a:lnTo>
                    <a:pt x="6178747" y="23683"/>
                  </a:lnTo>
                  <a:lnTo>
                    <a:pt x="6178865" y="23683"/>
                  </a:lnTo>
                  <a:lnTo>
                    <a:pt x="6178983" y="23683"/>
                  </a:lnTo>
                  <a:lnTo>
                    <a:pt x="6179100" y="23683"/>
                  </a:lnTo>
                  <a:lnTo>
                    <a:pt x="6179218" y="23683"/>
                  </a:lnTo>
                  <a:lnTo>
                    <a:pt x="6179335" y="23683"/>
                  </a:lnTo>
                  <a:lnTo>
                    <a:pt x="6179453" y="23683"/>
                  </a:lnTo>
                  <a:lnTo>
                    <a:pt x="6179571" y="23683"/>
                  </a:lnTo>
                  <a:lnTo>
                    <a:pt x="6179688" y="23683"/>
                  </a:lnTo>
                  <a:lnTo>
                    <a:pt x="6179806" y="23683"/>
                  </a:lnTo>
                  <a:lnTo>
                    <a:pt x="6179923" y="23683"/>
                  </a:lnTo>
                  <a:lnTo>
                    <a:pt x="6180041" y="23683"/>
                  </a:lnTo>
                  <a:lnTo>
                    <a:pt x="6180041" y="23252"/>
                  </a:lnTo>
                  <a:lnTo>
                    <a:pt x="6180159" y="23252"/>
                  </a:lnTo>
                  <a:lnTo>
                    <a:pt x="6180276" y="23252"/>
                  </a:lnTo>
                  <a:lnTo>
                    <a:pt x="6180394" y="23252"/>
                  </a:lnTo>
                  <a:lnTo>
                    <a:pt x="6180512" y="23252"/>
                  </a:lnTo>
                  <a:lnTo>
                    <a:pt x="6180629" y="23252"/>
                  </a:lnTo>
                  <a:lnTo>
                    <a:pt x="6180747" y="23252"/>
                  </a:lnTo>
                  <a:lnTo>
                    <a:pt x="6180864" y="23252"/>
                  </a:lnTo>
                  <a:lnTo>
                    <a:pt x="6180982" y="23252"/>
                  </a:lnTo>
                  <a:lnTo>
                    <a:pt x="6181100" y="23252"/>
                  </a:lnTo>
                  <a:lnTo>
                    <a:pt x="6181217" y="23252"/>
                  </a:lnTo>
                  <a:lnTo>
                    <a:pt x="6181335" y="23252"/>
                  </a:lnTo>
                  <a:lnTo>
                    <a:pt x="6181452" y="23252"/>
                  </a:lnTo>
                  <a:lnTo>
                    <a:pt x="6181570" y="23252"/>
                  </a:lnTo>
                  <a:lnTo>
                    <a:pt x="6181688" y="23252"/>
                  </a:lnTo>
                  <a:lnTo>
                    <a:pt x="6181805" y="23252"/>
                  </a:lnTo>
                  <a:lnTo>
                    <a:pt x="6181923" y="23252"/>
                  </a:lnTo>
                  <a:lnTo>
                    <a:pt x="6182040" y="23252"/>
                  </a:lnTo>
                  <a:lnTo>
                    <a:pt x="6182158" y="23252"/>
                  </a:lnTo>
                  <a:lnTo>
                    <a:pt x="6182276" y="23252"/>
                  </a:lnTo>
                  <a:lnTo>
                    <a:pt x="6182393" y="23252"/>
                  </a:lnTo>
                  <a:lnTo>
                    <a:pt x="6182511" y="23252"/>
                  </a:lnTo>
                  <a:lnTo>
                    <a:pt x="6182629" y="23252"/>
                  </a:lnTo>
                  <a:lnTo>
                    <a:pt x="6182746" y="23252"/>
                  </a:lnTo>
                  <a:lnTo>
                    <a:pt x="6182864" y="23252"/>
                  </a:lnTo>
                  <a:lnTo>
                    <a:pt x="6182981" y="23252"/>
                  </a:lnTo>
                  <a:lnTo>
                    <a:pt x="6183099" y="23252"/>
                  </a:lnTo>
                  <a:lnTo>
                    <a:pt x="6183217" y="23252"/>
                  </a:lnTo>
                  <a:lnTo>
                    <a:pt x="6183334" y="23252"/>
                  </a:lnTo>
                  <a:lnTo>
                    <a:pt x="6183452" y="23252"/>
                  </a:lnTo>
                  <a:lnTo>
                    <a:pt x="6183569" y="23252"/>
                  </a:lnTo>
                  <a:lnTo>
                    <a:pt x="6183687" y="23252"/>
                  </a:lnTo>
                  <a:lnTo>
                    <a:pt x="6183805" y="23252"/>
                  </a:lnTo>
                  <a:lnTo>
                    <a:pt x="6183922" y="23252"/>
                  </a:lnTo>
                  <a:lnTo>
                    <a:pt x="6184040" y="23252"/>
                  </a:lnTo>
                  <a:lnTo>
                    <a:pt x="6184158" y="23252"/>
                  </a:lnTo>
                  <a:lnTo>
                    <a:pt x="6184275" y="23252"/>
                  </a:lnTo>
                  <a:lnTo>
                    <a:pt x="6184393" y="23252"/>
                  </a:lnTo>
                  <a:lnTo>
                    <a:pt x="6184510" y="23252"/>
                  </a:lnTo>
                  <a:lnTo>
                    <a:pt x="6184628" y="23252"/>
                  </a:lnTo>
                  <a:lnTo>
                    <a:pt x="6184746" y="23252"/>
                  </a:lnTo>
                  <a:lnTo>
                    <a:pt x="6184863" y="23252"/>
                  </a:lnTo>
                  <a:lnTo>
                    <a:pt x="6184981" y="23252"/>
                  </a:lnTo>
                  <a:lnTo>
                    <a:pt x="6185098" y="23252"/>
                  </a:lnTo>
                  <a:lnTo>
                    <a:pt x="6185216" y="23252"/>
                  </a:lnTo>
                  <a:lnTo>
                    <a:pt x="6185334" y="23252"/>
                  </a:lnTo>
                  <a:lnTo>
                    <a:pt x="6185451" y="23252"/>
                  </a:lnTo>
                  <a:lnTo>
                    <a:pt x="6185451" y="22821"/>
                  </a:lnTo>
                  <a:lnTo>
                    <a:pt x="6185569" y="22821"/>
                  </a:lnTo>
                  <a:lnTo>
                    <a:pt x="6185687" y="22821"/>
                  </a:lnTo>
                  <a:lnTo>
                    <a:pt x="6185687" y="22391"/>
                  </a:lnTo>
                  <a:lnTo>
                    <a:pt x="6185804" y="22391"/>
                  </a:lnTo>
                  <a:lnTo>
                    <a:pt x="6185922" y="22391"/>
                  </a:lnTo>
                  <a:lnTo>
                    <a:pt x="6186039" y="22391"/>
                  </a:lnTo>
                  <a:lnTo>
                    <a:pt x="6186157" y="22391"/>
                  </a:lnTo>
                  <a:lnTo>
                    <a:pt x="6186275" y="22391"/>
                  </a:lnTo>
                  <a:lnTo>
                    <a:pt x="6186392" y="22391"/>
                  </a:lnTo>
                  <a:lnTo>
                    <a:pt x="6186510" y="22391"/>
                  </a:lnTo>
                  <a:lnTo>
                    <a:pt x="6186627" y="22391"/>
                  </a:lnTo>
                  <a:lnTo>
                    <a:pt x="6186745" y="22391"/>
                  </a:lnTo>
                  <a:lnTo>
                    <a:pt x="6186745" y="21960"/>
                  </a:lnTo>
                  <a:lnTo>
                    <a:pt x="6186863" y="21960"/>
                  </a:lnTo>
                  <a:lnTo>
                    <a:pt x="6186980" y="21960"/>
                  </a:lnTo>
                  <a:lnTo>
                    <a:pt x="6187098" y="21960"/>
                  </a:lnTo>
                  <a:lnTo>
                    <a:pt x="6187216" y="21960"/>
                  </a:lnTo>
                  <a:lnTo>
                    <a:pt x="6187333" y="21960"/>
                  </a:lnTo>
                  <a:lnTo>
                    <a:pt x="6187451" y="21960"/>
                  </a:lnTo>
                  <a:lnTo>
                    <a:pt x="6187568" y="21960"/>
                  </a:lnTo>
                  <a:lnTo>
                    <a:pt x="6187686" y="21960"/>
                  </a:lnTo>
                  <a:lnTo>
                    <a:pt x="6187804" y="21960"/>
                  </a:lnTo>
                  <a:lnTo>
                    <a:pt x="6187921" y="21960"/>
                  </a:lnTo>
                  <a:lnTo>
                    <a:pt x="6188039" y="21960"/>
                  </a:lnTo>
                  <a:lnTo>
                    <a:pt x="6188156" y="21960"/>
                  </a:lnTo>
                  <a:lnTo>
                    <a:pt x="6188274" y="21960"/>
                  </a:lnTo>
                  <a:lnTo>
                    <a:pt x="6188392" y="21960"/>
                  </a:lnTo>
                  <a:lnTo>
                    <a:pt x="6188509" y="21960"/>
                  </a:lnTo>
                  <a:lnTo>
                    <a:pt x="6188627" y="21960"/>
                  </a:lnTo>
                  <a:lnTo>
                    <a:pt x="6188745" y="21960"/>
                  </a:lnTo>
                  <a:lnTo>
                    <a:pt x="6188862" y="21960"/>
                  </a:lnTo>
                  <a:lnTo>
                    <a:pt x="6188980" y="21960"/>
                  </a:lnTo>
                  <a:lnTo>
                    <a:pt x="6189097" y="21960"/>
                  </a:lnTo>
                  <a:lnTo>
                    <a:pt x="6189215" y="21960"/>
                  </a:lnTo>
                  <a:lnTo>
                    <a:pt x="6189333" y="21960"/>
                  </a:lnTo>
                  <a:lnTo>
                    <a:pt x="6189450" y="21960"/>
                  </a:lnTo>
                  <a:lnTo>
                    <a:pt x="6189568" y="21960"/>
                  </a:lnTo>
                  <a:lnTo>
                    <a:pt x="6189685" y="21960"/>
                  </a:lnTo>
                  <a:lnTo>
                    <a:pt x="6189803" y="21960"/>
                  </a:lnTo>
                  <a:lnTo>
                    <a:pt x="6189921" y="21960"/>
                  </a:lnTo>
                  <a:lnTo>
                    <a:pt x="6190038" y="21960"/>
                  </a:lnTo>
                  <a:lnTo>
                    <a:pt x="6190156" y="21960"/>
                  </a:lnTo>
                  <a:lnTo>
                    <a:pt x="6190273" y="21960"/>
                  </a:lnTo>
                  <a:lnTo>
                    <a:pt x="6190391" y="21960"/>
                  </a:lnTo>
                  <a:lnTo>
                    <a:pt x="6190509" y="21960"/>
                  </a:lnTo>
                  <a:lnTo>
                    <a:pt x="6190626" y="21960"/>
                  </a:lnTo>
                  <a:lnTo>
                    <a:pt x="6190744" y="21960"/>
                  </a:lnTo>
                  <a:lnTo>
                    <a:pt x="6190862" y="21960"/>
                  </a:lnTo>
                  <a:lnTo>
                    <a:pt x="6190979" y="21960"/>
                  </a:lnTo>
                  <a:lnTo>
                    <a:pt x="6191097" y="21960"/>
                  </a:lnTo>
                  <a:lnTo>
                    <a:pt x="6191214" y="21960"/>
                  </a:lnTo>
                  <a:lnTo>
                    <a:pt x="6191332" y="21960"/>
                  </a:lnTo>
                  <a:lnTo>
                    <a:pt x="6191450" y="21960"/>
                  </a:lnTo>
                  <a:lnTo>
                    <a:pt x="6191567" y="21960"/>
                  </a:lnTo>
                  <a:lnTo>
                    <a:pt x="6191685" y="21960"/>
                  </a:lnTo>
                  <a:lnTo>
                    <a:pt x="6191802" y="21960"/>
                  </a:lnTo>
                  <a:lnTo>
                    <a:pt x="6191920" y="21960"/>
                  </a:lnTo>
                  <a:lnTo>
                    <a:pt x="6192038" y="21960"/>
                  </a:lnTo>
                  <a:lnTo>
                    <a:pt x="6192155" y="21960"/>
                  </a:lnTo>
                  <a:lnTo>
                    <a:pt x="6192273" y="21960"/>
                  </a:lnTo>
                  <a:lnTo>
                    <a:pt x="6192391" y="21960"/>
                  </a:lnTo>
                  <a:lnTo>
                    <a:pt x="6192508" y="21960"/>
                  </a:lnTo>
                  <a:lnTo>
                    <a:pt x="6192626" y="21960"/>
                  </a:lnTo>
                  <a:lnTo>
                    <a:pt x="6192743" y="21960"/>
                  </a:lnTo>
                  <a:lnTo>
                    <a:pt x="6192861" y="21960"/>
                  </a:lnTo>
                  <a:lnTo>
                    <a:pt x="6192861" y="21530"/>
                  </a:lnTo>
                  <a:lnTo>
                    <a:pt x="6192979" y="21530"/>
                  </a:lnTo>
                  <a:lnTo>
                    <a:pt x="6193096" y="21530"/>
                  </a:lnTo>
                  <a:lnTo>
                    <a:pt x="6193214" y="21530"/>
                  </a:lnTo>
                  <a:lnTo>
                    <a:pt x="6193331" y="21530"/>
                  </a:lnTo>
                  <a:lnTo>
                    <a:pt x="6193449" y="21530"/>
                  </a:lnTo>
                  <a:lnTo>
                    <a:pt x="6193567" y="21530"/>
                  </a:lnTo>
                  <a:lnTo>
                    <a:pt x="6193684" y="21530"/>
                  </a:lnTo>
                  <a:lnTo>
                    <a:pt x="6193802" y="21530"/>
                  </a:lnTo>
                  <a:lnTo>
                    <a:pt x="6193920" y="21530"/>
                  </a:lnTo>
                  <a:lnTo>
                    <a:pt x="6194037" y="21530"/>
                  </a:lnTo>
                  <a:lnTo>
                    <a:pt x="6194155" y="21530"/>
                  </a:lnTo>
                  <a:lnTo>
                    <a:pt x="6194272" y="21530"/>
                  </a:lnTo>
                  <a:lnTo>
                    <a:pt x="6194390" y="21530"/>
                  </a:lnTo>
                  <a:lnTo>
                    <a:pt x="6194508" y="21530"/>
                  </a:lnTo>
                  <a:lnTo>
                    <a:pt x="6194625" y="21530"/>
                  </a:lnTo>
                  <a:lnTo>
                    <a:pt x="6194743" y="21530"/>
                  </a:lnTo>
                  <a:lnTo>
                    <a:pt x="6194860" y="21530"/>
                  </a:lnTo>
                  <a:lnTo>
                    <a:pt x="6194978" y="21530"/>
                  </a:lnTo>
                  <a:lnTo>
                    <a:pt x="6195096" y="21530"/>
                  </a:lnTo>
                  <a:lnTo>
                    <a:pt x="6195213" y="21530"/>
                  </a:lnTo>
                  <a:lnTo>
                    <a:pt x="6195331" y="21530"/>
                  </a:lnTo>
                  <a:lnTo>
                    <a:pt x="6195449" y="21530"/>
                  </a:lnTo>
                  <a:lnTo>
                    <a:pt x="6195566" y="21530"/>
                  </a:lnTo>
                  <a:lnTo>
                    <a:pt x="6195684" y="21530"/>
                  </a:lnTo>
                  <a:lnTo>
                    <a:pt x="6195801" y="21530"/>
                  </a:lnTo>
                  <a:lnTo>
                    <a:pt x="6195919" y="21530"/>
                  </a:lnTo>
                  <a:lnTo>
                    <a:pt x="6196037" y="21530"/>
                  </a:lnTo>
                  <a:lnTo>
                    <a:pt x="6196154" y="21530"/>
                  </a:lnTo>
                  <a:lnTo>
                    <a:pt x="6196272" y="21530"/>
                  </a:lnTo>
                  <a:lnTo>
                    <a:pt x="6196389" y="21530"/>
                  </a:lnTo>
                  <a:lnTo>
                    <a:pt x="6196507" y="21530"/>
                  </a:lnTo>
                  <a:lnTo>
                    <a:pt x="6196625" y="21530"/>
                  </a:lnTo>
                  <a:lnTo>
                    <a:pt x="6196742" y="21530"/>
                  </a:lnTo>
                  <a:lnTo>
                    <a:pt x="6196860" y="21530"/>
                  </a:lnTo>
                  <a:lnTo>
                    <a:pt x="6196978" y="21530"/>
                  </a:lnTo>
                  <a:lnTo>
                    <a:pt x="6197095" y="21530"/>
                  </a:lnTo>
                  <a:lnTo>
                    <a:pt x="6197213" y="21530"/>
                  </a:lnTo>
                  <a:lnTo>
                    <a:pt x="6197330" y="21530"/>
                  </a:lnTo>
                  <a:lnTo>
                    <a:pt x="6197448" y="21530"/>
                  </a:lnTo>
                  <a:lnTo>
                    <a:pt x="6197566" y="21530"/>
                  </a:lnTo>
                  <a:lnTo>
                    <a:pt x="6197683" y="21530"/>
                  </a:lnTo>
                  <a:lnTo>
                    <a:pt x="6197801" y="21530"/>
                  </a:lnTo>
                  <a:lnTo>
                    <a:pt x="6197918" y="21530"/>
                  </a:lnTo>
                  <a:lnTo>
                    <a:pt x="6198036" y="21530"/>
                  </a:lnTo>
                  <a:lnTo>
                    <a:pt x="6198154" y="21530"/>
                  </a:lnTo>
                  <a:lnTo>
                    <a:pt x="6198271" y="21530"/>
                  </a:lnTo>
                  <a:lnTo>
                    <a:pt x="6198389" y="21530"/>
                  </a:lnTo>
                  <a:lnTo>
                    <a:pt x="6198506" y="21530"/>
                  </a:lnTo>
                  <a:lnTo>
                    <a:pt x="6198624" y="21530"/>
                  </a:lnTo>
                  <a:lnTo>
                    <a:pt x="6198742" y="21530"/>
                  </a:lnTo>
                  <a:lnTo>
                    <a:pt x="6198859" y="21530"/>
                  </a:lnTo>
                  <a:lnTo>
                    <a:pt x="6198977" y="21530"/>
                  </a:lnTo>
                  <a:lnTo>
                    <a:pt x="6199095" y="21530"/>
                  </a:lnTo>
                  <a:lnTo>
                    <a:pt x="6199212" y="21530"/>
                  </a:lnTo>
                  <a:lnTo>
                    <a:pt x="6199330" y="21530"/>
                  </a:lnTo>
                  <a:lnTo>
                    <a:pt x="6199447" y="21530"/>
                  </a:lnTo>
                  <a:lnTo>
                    <a:pt x="6199565" y="21530"/>
                  </a:lnTo>
                  <a:lnTo>
                    <a:pt x="6199683" y="21530"/>
                  </a:lnTo>
                  <a:lnTo>
                    <a:pt x="6199800" y="21530"/>
                  </a:lnTo>
                  <a:lnTo>
                    <a:pt x="6199918" y="21530"/>
                  </a:lnTo>
                  <a:lnTo>
                    <a:pt x="6200035" y="21530"/>
                  </a:lnTo>
                  <a:lnTo>
                    <a:pt x="6200153" y="21530"/>
                  </a:lnTo>
                  <a:lnTo>
                    <a:pt x="6200271" y="21530"/>
                  </a:lnTo>
                  <a:lnTo>
                    <a:pt x="6200388" y="21530"/>
                  </a:lnTo>
                  <a:lnTo>
                    <a:pt x="6200506" y="21530"/>
                  </a:lnTo>
                  <a:lnTo>
                    <a:pt x="6200624" y="21530"/>
                  </a:lnTo>
                  <a:lnTo>
                    <a:pt x="6200624" y="21099"/>
                  </a:lnTo>
                  <a:lnTo>
                    <a:pt x="6200741" y="21099"/>
                  </a:lnTo>
                  <a:lnTo>
                    <a:pt x="6200859" y="21099"/>
                  </a:lnTo>
                  <a:lnTo>
                    <a:pt x="6200976" y="21099"/>
                  </a:lnTo>
                  <a:lnTo>
                    <a:pt x="6201094" y="21099"/>
                  </a:lnTo>
                  <a:lnTo>
                    <a:pt x="6201212" y="21099"/>
                  </a:lnTo>
                  <a:lnTo>
                    <a:pt x="6201329" y="21099"/>
                  </a:lnTo>
                  <a:lnTo>
                    <a:pt x="6201447" y="21099"/>
                  </a:lnTo>
                  <a:lnTo>
                    <a:pt x="6201564" y="21099"/>
                  </a:lnTo>
                  <a:lnTo>
                    <a:pt x="6201682" y="21099"/>
                  </a:lnTo>
                  <a:lnTo>
                    <a:pt x="6201800" y="21099"/>
                  </a:lnTo>
                  <a:lnTo>
                    <a:pt x="6201917" y="21099"/>
                  </a:lnTo>
                  <a:lnTo>
                    <a:pt x="6202035" y="21099"/>
                  </a:lnTo>
                  <a:lnTo>
                    <a:pt x="6202035" y="20668"/>
                  </a:lnTo>
                  <a:lnTo>
                    <a:pt x="6202035" y="20238"/>
                  </a:lnTo>
                  <a:lnTo>
                    <a:pt x="6202153" y="20238"/>
                  </a:lnTo>
                  <a:lnTo>
                    <a:pt x="6202270" y="20238"/>
                  </a:lnTo>
                  <a:lnTo>
                    <a:pt x="6202388" y="20238"/>
                  </a:lnTo>
                  <a:lnTo>
                    <a:pt x="6202505" y="20238"/>
                  </a:lnTo>
                  <a:lnTo>
                    <a:pt x="6202623" y="20238"/>
                  </a:lnTo>
                  <a:lnTo>
                    <a:pt x="6202741" y="20238"/>
                  </a:lnTo>
                  <a:lnTo>
                    <a:pt x="6202858" y="20238"/>
                  </a:lnTo>
                  <a:lnTo>
                    <a:pt x="6202976" y="20238"/>
                  </a:lnTo>
                  <a:lnTo>
                    <a:pt x="6203093" y="20238"/>
                  </a:lnTo>
                  <a:lnTo>
                    <a:pt x="6203211" y="20238"/>
                  </a:lnTo>
                  <a:lnTo>
                    <a:pt x="6203329" y="20238"/>
                  </a:lnTo>
                  <a:lnTo>
                    <a:pt x="6203446" y="20238"/>
                  </a:lnTo>
                  <a:lnTo>
                    <a:pt x="6203564" y="20238"/>
                  </a:lnTo>
                  <a:lnTo>
                    <a:pt x="6203682" y="20238"/>
                  </a:lnTo>
                  <a:lnTo>
                    <a:pt x="6203799" y="20238"/>
                  </a:lnTo>
                  <a:lnTo>
                    <a:pt x="6203917" y="20238"/>
                  </a:lnTo>
                  <a:lnTo>
                    <a:pt x="6204034" y="20238"/>
                  </a:lnTo>
                  <a:lnTo>
                    <a:pt x="6204152" y="20238"/>
                  </a:lnTo>
                  <a:lnTo>
                    <a:pt x="6204270" y="20238"/>
                  </a:lnTo>
                  <a:lnTo>
                    <a:pt x="6204387" y="20238"/>
                  </a:lnTo>
                  <a:lnTo>
                    <a:pt x="6204505" y="20238"/>
                  </a:lnTo>
                  <a:lnTo>
                    <a:pt x="6204622" y="20238"/>
                  </a:lnTo>
                  <a:lnTo>
                    <a:pt x="6204740" y="20238"/>
                  </a:lnTo>
                  <a:lnTo>
                    <a:pt x="6204858" y="20238"/>
                  </a:lnTo>
                  <a:lnTo>
                    <a:pt x="6204975" y="20238"/>
                  </a:lnTo>
                  <a:lnTo>
                    <a:pt x="6205093" y="20238"/>
                  </a:lnTo>
                  <a:lnTo>
                    <a:pt x="6205211" y="20238"/>
                  </a:lnTo>
                  <a:lnTo>
                    <a:pt x="6205328" y="20238"/>
                  </a:lnTo>
                  <a:lnTo>
                    <a:pt x="6205446" y="20238"/>
                  </a:lnTo>
                  <a:lnTo>
                    <a:pt x="6205563" y="20238"/>
                  </a:lnTo>
                  <a:lnTo>
                    <a:pt x="6205681" y="20238"/>
                  </a:lnTo>
                  <a:lnTo>
                    <a:pt x="6205799" y="20238"/>
                  </a:lnTo>
                  <a:lnTo>
                    <a:pt x="6205916" y="20238"/>
                  </a:lnTo>
                  <a:lnTo>
                    <a:pt x="6206034" y="20238"/>
                  </a:lnTo>
                  <a:lnTo>
                    <a:pt x="6206151" y="20238"/>
                  </a:lnTo>
                  <a:lnTo>
                    <a:pt x="6206269" y="20238"/>
                  </a:lnTo>
                  <a:lnTo>
                    <a:pt x="6206387" y="20238"/>
                  </a:lnTo>
                  <a:lnTo>
                    <a:pt x="6206504" y="20238"/>
                  </a:lnTo>
                  <a:lnTo>
                    <a:pt x="6206622" y="20238"/>
                  </a:lnTo>
                  <a:lnTo>
                    <a:pt x="6206739" y="20238"/>
                  </a:lnTo>
                  <a:lnTo>
                    <a:pt x="6206857" y="20238"/>
                  </a:lnTo>
                  <a:lnTo>
                    <a:pt x="6206975" y="20238"/>
                  </a:lnTo>
                  <a:lnTo>
                    <a:pt x="6207092" y="20238"/>
                  </a:lnTo>
                  <a:lnTo>
                    <a:pt x="6207210" y="20238"/>
                  </a:lnTo>
                  <a:lnTo>
                    <a:pt x="6207328" y="20238"/>
                  </a:lnTo>
                  <a:lnTo>
                    <a:pt x="6207445" y="20238"/>
                  </a:lnTo>
                  <a:lnTo>
                    <a:pt x="6207563" y="20238"/>
                  </a:lnTo>
                  <a:lnTo>
                    <a:pt x="6207680" y="20238"/>
                  </a:lnTo>
                  <a:lnTo>
                    <a:pt x="6207798" y="20238"/>
                  </a:lnTo>
                  <a:lnTo>
                    <a:pt x="6207916" y="20238"/>
                  </a:lnTo>
                  <a:lnTo>
                    <a:pt x="6208033" y="20238"/>
                  </a:lnTo>
                  <a:lnTo>
                    <a:pt x="6208151" y="20238"/>
                  </a:lnTo>
                  <a:lnTo>
                    <a:pt x="6208268" y="20238"/>
                  </a:lnTo>
                  <a:lnTo>
                    <a:pt x="6208268" y="19807"/>
                  </a:lnTo>
                  <a:lnTo>
                    <a:pt x="6208386" y="19807"/>
                  </a:lnTo>
                  <a:lnTo>
                    <a:pt x="6208386" y="19377"/>
                  </a:lnTo>
                  <a:lnTo>
                    <a:pt x="6208504" y="19377"/>
                  </a:lnTo>
                  <a:lnTo>
                    <a:pt x="6208621" y="19377"/>
                  </a:lnTo>
                  <a:lnTo>
                    <a:pt x="6208739" y="19377"/>
                  </a:lnTo>
                  <a:lnTo>
                    <a:pt x="6208857" y="19377"/>
                  </a:lnTo>
                  <a:lnTo>
                    <a:pt x="6208974" y="19377"/>
                  </a:lnTo>
                  <a:lnTo>
                    <a:pt x="6209092" y="19377"/>
                  </a:lnTo>
                  <a:lnTo>
                    <a:pt x="6209209" y="19377"/>
                  </a:lnTo>
                  <a:lnTo>
                    <a:pt x="6209327" y="19377"/>
                  </a:lnTo>
                  <a:lnTo>
                    <a:pt x="6209445" y="19377"/>
                  </a:lnTo>
                  <a:lnTo>
                    <a:pt x="6209562" y="19377"/>
                  </a:lnTo>
                  <a:lnTo>
                    <a:pt x="6209680" y="19377"/>
                  </a:lnTo>
                  <a:lnTo>
                    <a:pt x="6209797" y="19377"/>
                  </a:lnTo>
                  <a:lnTo>
                    <a:pt x="6209915" y="19377"/>
                  </a:lnTo>
                  <a:lnTo>
                    <a:pt x="6210033" y="19377"/>
                  </a:lnTo>
                  <a:lnTo>
                    <a:pt x="6210150" y="19377"/>
                  </a:lnTo>
                  <a:lnTo>
                    <a:pt x="6210268" y="19377"/>
                  </a:lnTo>
                  <a:lnTo>
                    <a:pt x="6210386" y="19377"/>
                  </a:lnTo>
                  <a:lnTo>
                    <a:pt x="6210503" y="19377"/>
                  </a:lnTo>
                  <a:lnTo>
                    <a:pt x="6210621" y="19377"/>
                  </a:lnTo>
                  <a:lnTo>
                    <a:pt x="6210738" y="19377"/>
                  </a:lnTo>
                  <a:lnTo>
                    <a:pt x="6210856" y="19377"/>
                  </a:lnTo>
                  <a:lnTo>
                    <a:pt x="6210974" y="19377"/>
                  </a:lnTo>
                  <a:lnTo>
                    <a:pt x="6211091" y="19377"/>
                  </a:lnTo>
                  <a:lnTo>
                    <a:pt x="6211209" y="19377"/>
                  </a:lnTo>
                  <a:lnTo>
                    <a:pt x="6211326" y="19377"/>
                  </a:lnTo>
                  <a:lnTo>
                    <a:pt x="6211444" y="19377"/>
                  </a:lnTo>
                  <a:lnTo>
                    <a:pt x="6211562" y="19377"/>
                  </a:lnTo>
                  <a:lnTo>
                    <a:pt x="6211679" y="19377"/>
                  </a:lnTo>
                  <a:lnTo>
                    <a:pt x="6211797" y="19377"/>
                  </a:lnTo>
                  <a:lnTo>
                    <a:pt x="6211915" y="19377"/>
                  </a:lnTo>
                  <a:lnTo>
                    <a:pt x="6212032" y="19377"/>
                  </a:lnTo>
                  <a:lnTo>
                    <a:pt x="6212150" y="19377"/>
                  </a:lnTo>
                  <a:lnTo>
                    <a:pt x="6212267" y="19377"/>
                  </a:lnTo>
                  <a:lnTo>
                    <a:pt x="6212385" y="19377"/>
                  </a:lnTo>
                  <a:lnTo>
                    <a:pt x="6212503" y="19377"/>
                  </a:lnTo>
                  <a:lnTo>
                    <a:pt x="6212503" y="18946"/>
                  </a:lnTo>
                  <a:lnTo>
                    <a:pt x="6212503" y="18515"/>
                  </a:lnTo>
                  <a:lnTo>
                    <a:pt x="6212620" y="18515"/>
                  </a:lnTo>
                  <a:lnTo>
                    <a:pt x="6212738" y="18515"/>
                  </a:lnTo>
                  <a:lnTo>
                    <a:pt x="6212855" y="18515"/>
                  </a:lnTo>
                  <a:lnTo>
                    <a:pt x="6212973" y="18515"/>
                  </a:lnTo>
                  <a:lnTo>
                    <a:pt x="6213091" y="18515"/>
                  </a:lnTo>
                  <a:lnTo>
                    <a:pt x="6213208" y="18515"/>
                  </a:lnTo>
                  <a:lnTo>
                    <a:pt x="6213326" y="18515"/>
                  </a:lnTo>
                  <a:lnTo>
                    <a:pt x="6213443" y="18515"/>
                  </a:lnTo>
                  <a:lnTo>
                    <a:pt x="6213561" y="18515"/>
                  </a:lnTo>
                  <a:lnTo>
                    <a:pt x="6213679" y="18515"/>
                  </a:lnTo>
                  <a:lnTo>
                    <a:pt x="6213796" y="18515"/>
                  </a:lnTo>
                  <a:lnTo>
                    <a:pt x="6213914" y="18515"/>
                  </a:lnTo>
                  <a:lnTo>
                    <a:pt x="6214032" y="18515"/>
                  </a:lnTo>
                  <a:lnTo>
                    <a:pt x="6214149" y="18515"/>
                  </a:lnTo>
                  <a:lnTo>
                    <a:pt x="6214267" y="18515"/>
                  </a:lnTo>
                  <a:lnTo>
                    <a:pt x="6214384" y="18515"/>
                  </a:lnTo>
                  <a:lnTo>
                    <a:pt x="6214502" y="18515"/>
                  </a:lnTo>
                  <a:lnTo>
                    <a:pt x="6214620" y="18515"/>
                  </a:lnTo>
                  <a:lnTo>
                    <a:pt x="6214737" y="18515"/>
                  </a:lnTo>
                  <a:lnTo>
                    <a:pt x="6214737" y="18085"/>
                  </a:lnTo>
                  <a:lnTo>
                    <a:pt x="6214855" y="18085"/>
                  </a:lnTo>
                  <a:lnTo>
                    <a:pt x="6214972" y="18085"/>
                  </a:lnTo>
                  <a:lnTo>
                    <a:pt x="6215090" y="18085"/>
                  </a:lnTo>
                  <a:lnTo>
                    <a:pt x="6215208" y="18085"/>
                  </a:lnTo>
                  <a:lnTo>
                    <a:pt x="6215325" y="18085"/>
                  </a:lnTo>
                  <a:lnTo>
                    <a:pt x="6215443" y="18085"/>
                  </a:lnTo>
                  <a:lnTo>
                    <a:pt x="6215561" y="18085"/>
                  </a:lnTo>
                  <a:lnTo>
                    <a:pt x="6215678" y="18085"/>
                  </a:lnTo>
                  <a:lnTo>
                    <a:pt x="6215796" y="18085"/>
                  </a:lnTo>
                  <a:lnTo>
                    <a:pt x="6215913" y="18085"/>
                  </a:lnTo>
                  <a:lnTo>
                    <a:pt x="6215913" y="17654"/>
                  </a:lnTo>
                  <a:lnTo>
                    <a:pt x="6216031" y="17654"/>
                  </a:lnTo>
                  <a:lnTo>
                    <a:pt x="6216149" y="17654"/>
                  </a:lnTo>
                  <a:lnTo>
                    <a:pt x="6216266" y="17654"/>
                  </a:lnTo>
                  <a:lnTo>
                    <a:pt x="6216384" y="17654"/>
                  </a:lnTo>
                  <a:lnTo>
                    <a:pt x="6216501" y="17654"/>
                  </a:lnTo>
                  <a:lnTo>
                    <a:pt x="6216619" y="17654"/>
                  </a:lnTo>
                  <a:lnTo>
                    <a:pt x="6216737" y="17654"/>
                  </a:lnTo>
                  <a:lnTo>
                    <a:pt x="6216854" y="17654"/>
                  </a:lnTo>
                  <a:lnTo>
                    <a:pt x="6216972" y="17654"/>
                  </a:lnTo>
                  <a:lnTo>
                    <a:pt x="6217090" y="17654"/>
                  </a:lnTo>
                  <a:lnTo>
                    <a:pt x="6217207" y="17654"/>
                  </a:lnTo>
                  <a:lnTo>
                    <a:pt x="6217325" y="17654"/>
                  </a:lnTo>
                  <a:lnTo>
                    <a:pt x="6217442" y="17654"/>
                  </a:lnTo>
                  <a:lnTo>
                    <a:pt x="6217560" y="17654"/>
                  </a:lnTo>
                  <a:lnTo>
                    <a:pt x="6217678" y="17654"/>
                  </a:lnTo>
                  <a:lnTo>
                    <a:pt x="6217795" y="17654"/>
                  </a:lnTo>
                  <a:lnTo>
                    <a:pt x="6217913" y="17654"/>
                  </a:lnTo>
                  <a:lnTo>
                    <a:pt x="6218030" y="17654"/>
                  </a:lnTo>
                  <a:lnTo>
                    <a:pt x="6218148" y="17654"/>
                  </a:lnTo>
                  <a:lnTo>
                    <a:pt x="6218266" y="17654"/>
                  </a:lnTo>
                  <a:lnTo>
                    <a:pt x="6218383" y="17654"/>
                  </a:lnTo>
                  <a:lnTo>
                    <a:pt x="6218501" y="17654"/>
                  </a:lnTo>
                  <a:lnTo>
                    <a:pt x="6218619" y="17654"/>
                  </a:lnTo>
                  <a:lnTo>
                    <a:pt x="6218736" y="17654"/>
                  </a:lnTo>
                  <a:lnTo>
                    <a:pt x="6218854" y="17654"/>
                  </a:lnTo>
                  <a:lnTo>
                    <a:pt x="6218971" y="17654"/>
                  </a:lnTo>
                  <a:lnTo>
                    <a:pt x="6219089" y="17654"/>
                  </a:lnTo>
                  <a:lnTo>
                    <a:pt x="6219207" y="17654"/>
                  </a:lnTo>
                  <a:lnTo>
                    <a:pt x="6219324" y="17654"/>
                  </a:lnTo>
                  <a:lnTo>
                    <a:pt x="6219442" y="17654"/>
                  </a:lnTo>
                  <a:lnTo>
                    <a:pt x="6219559" y="17654"/>
                  </a:lnTo>
                  <a:lnTo>
                    <a:pt x="6219677" y="17654"/>
                  </a:lnTo>
                  <a:lnTo>
                    <a:pt x="6219795" y="17654"/>
                  </a:lnTo>
                  <a:lnTo>
                    <a:pt x="6219912" y="17654"/>
                  </a:lnTo>
                  <a:lnTo>
                    <a:pt x="6220030" y="17654"/>
                  </a:lnTo>
                  <a:lnTo>
                    <a:pt x="6220148" y="17654"/>
                  </a:lnTo>
                  <a:lnTo>
                    <a:pt x="6220265" y="17654"/>
                  </a:lnTo>
                  <a:lnTo>
                    <a:pt x="6220383" y="17654"/>
                  </a:lnTo>
                  <a:lnTo>
                    <a:pt x="6220500" y="17654"/>
                  </a:lnTo>
                  <a:lnTo>
                    <a:pt x="6220618" y="17654"/>
                  </a:lnTo>
                  <a:lnTo>
                    <a:pt x="6220736" y="17654"/>
                  </a:lnTo>
                  <a:lnTo>
                    <a:pt x="6220853" y="17654"/>
                  </a:lnTo>
                  <a:lnTo>
                    <a:pt x="6220971" y="17654"/>
                  </a:lnTo>
                  <a:lnTo>
                    <a:pt x="6221088" y="17654"/>
                  </a:lnTo>
                  <a:lnTo>
                    <a:pt x="6221206" y="17654"/>
                  </a:lnTo>
                  <a:lnTo>
                    <a:pt x="6221324" y="17654"/>
                  </a:lnTo>
                  <a:lnTo>
                    <a:pt x="6221441" y="17654"/>
                  </a:lnTo>
                  <a:lnTo>
                    <a:pt x="6221559" y="17654"/>
                  </a:lnTo>
                  <a:lnTo>
                    <a:pt x="6221676" y="17654"/>
                  </a:lnTo>
                  <a:lnTo>
                    <a:pt x="6221794" y="17654"/>
                  </a:lnTo>
                  <a:lnTo>
                    <a:pt x="6221912" y="17654"/>
                  </a:lnTo>
                  <a:lnTo>
                    <a:pt x="6222029" y="17654"/>
                  </a:lnTo>
                  <a:lnTo>
                    <a:pt x="6222147" y="17654"/>
                  </a:lnTo>
                  <a:lnTo>
                    <a:pt x="6222265" y="17654"/>
                  </a:lnTo>
                  <a:lnTo>
                    <a:pt x="6222382" y="17654"/>
                  </a:lnTo>
                  <a:lnTo>
                    <a:pt x="6222500" y="17654"/>
                  </a:lnTo>
                  <a:lnTo>
                    <a:pt x="6222617" y="17654"/>
                  </a:lnTo>
                  <a:lnTo>
                    <a:pt x="6222735" y="17654"/>
                  </a:lnTo>
                  <a:lnTo>
                    <a:pt x="6222853" y="17654"/>
                  </a:lnTo>
                  <a:lnTo>
                    <a:pt x="6222970" y="17654"/>
                  </a:lnTo>
                  <a:lnTo>
                    <a:pt x="6223088" y="17654"/>
                  </a:lnTo>
                  <a:lnTo>
                    <a:pt x="6223205" y="17654"/>
                  </a:lnTo>
                  <a:lnTo>
                    <a:pt x="6223323" y="17654"/>
                  </a:lnTo>
                  <a:lnTo>
                    <a:pt x="6223441" y="17654"/>
                  </a:lnTo>
                  <a:lnTo>
                    <a:pt x="6223558" y="17654"/>
                  </a:lnTo>
                  <a:lnTo>
                    <a:pt x="6223676" y="17654"/>
                  </a:lnTo>
                  <a:lnTo>
                    <a:pt x="6223794" y="17654"/>
                  </a:lnTo>
                  <a:lnTo>
                    <a:pt x="6223911" y="17654"/>
                  </a:lnTo>
                  <a:lnTo>
                    <a:pt x="6224029" y="17654"/>
                  </a:lnTo>
                  <a:lnTo>
                    <a:pt x="6224146" y="17654"/>
                  </a:lnTo>
                  <a:lnTo>
                    <a:pt x="6224264" y="17654"/>
                  </a:lnTo>
                  <a:lnTo>
                    <a:pt x="6224382" y="17654"/>
                  </a:lnTo>
                  <a:lnTo>
                    <a:pt x="6224382" y="17224"/>
                  </a:lnTo>
                  <a:lnTo>
                    <a:pt x="6224499" y="17224"/>
                  </a:lnTo>
                  <a:lnTo>
                    <a:pt x="6224617" y="17224"/>
                  </a:lnTo>
                  <a:lnTo>
                    <a:pt x="6224734" y="17224"/>
                  </a:lnTo>
                  <a:lnTo>
                    <a:pt x="6224852" y="17224"/>
                  </a:lnTo>
                  <a:lnTo>
                    <a:pt x="6224970" y="17224"/>
                  </a:lnTo>
                  <a:lnTo>
                    <a:pt x="6225087" y="17224"/>
                  </a:lnTo>
                  <a:lnTo>
                    <a:pt x="6225205" y="17224"/>
                  </a:lnTo>
                  <a:lnTo>
                    <a:pt x="6225323" y="17224"/>
                  </a:lnTo>
                  <a:lnTo>
                    <a:pt x="6225440" y="17224"/>
                  </a:lnTo>
                  <a:lnTo>
                    <a:pt x="6225558" y="17224"/>
                  </a:lnTo>
                  <a:lnTo>
                    <a:pt x="6225675" y="17224"/>
                  </a:lnTo>
                  <a:lnTo>
                    <a:pt x="6225793" y="17224"/>
                  </a:lnTo>
                  <a:lnTo>
                    <a:pt x="6225911" y="17224"/>
                  </a:lnTo>
                  <a:lnTo>
                    <a:pt x="6226028" y="17224"/>
                  </a:lnTo>
                  <a:lnTo>
                    <a:pt x="6226146" y="17224"/>
                  </a:lnTo>
                  <a:lnTo>
                    <a:pt x="6226263" y="17224"/>
                  </a:lnTo>
                  <a:lnTo>
                    <a:pt x="6226381" y="17224"/>
                  </a:lnTo>
                  <a:lnTo>
                    <a:pt x="6226499" y="17224"/>
                  </a:lnTo>
                  <a:lnTo>
                    <a:pt x="6226616" y="17224"/>
                  </a:lnTo>
                  <a:lnTo>
                    <a:pt x="6226734" y="17224"/>
                  </a:lnTo>
                  <a:lnTo>
                    <a:pt x="6226852" y="17224"/>
                  </a:lnTo>
                  <a:lnTo>
                    <a:pt x="6226969" y="17224"/>
                  </a:lnTo>
                  <a:lnTo>
                    <a:pt x="6227087" y="17224"/>
                  </a:lnTo>
                  <a:lnTo>
                    <a:pt x="6227204" y="17224"/>
                  </a:lnTo>
                  <a:lnTo>
                    <a:pt x="6227322" y="17224"/>
                  </a:lnTo>
                  <a:lnTo>
                    <a:pt x="6227440" y="17224"/>
                  </a:lnTo>
                  <a:lnTo>
                    <a:pt x="6227557" y="17224"/>
                  </a:lnTo>
                  <a:lnTo>
                    <a:pt x="6227557" y="16793"/>
                  </a:lnTo>
                  <a:lnTo>
                    <a:pt x="6227675" y="16793"/>
                  </a:lnTo>
                  <a:lnTo>
                    <a:pt x="6227792" y="16793"/>
                  </a:lnTo>
                  <a:lnTo>
                    <a:pt x="6227910" y="16793"/>
                  </a:lnTo>
                  <a:lnTo>
                    <a:pt x="6228028" y="16793"/>
                  </a:lnTo>
                  <a:lnTo>
                    <a:pt x="6228145" y="16793"/>
                  </a:lnTo>
                  <a:lnTo>
                    <a:pt x="6228263" y="16793"/>
                  </a:lnTo>
                  <a:lnTo>
                    <a:pt x="6228381" y="16793"/>
                  </a:lnTo>
                  <a:lnTo>
                    <a:pt x="6228498" y="16793"/>
                  </a:lnTo>
                  <a:lnTo>
                    <a:pt x="6228616" y="16793"/>
                  </a:lnTo>
                  <a:lnTo>
                    <a:pt x="6228733" y="16793"/>
                  </a:lnTo>
                  <a:lnTo>
                    <a:pt x="6228851" y="16793"/>
                  </a:lnTo>
                  <a:lnTo>
                    <a:pt x="6228969" y="16793"/>
                  </a:lnTo>
                  <a:lnTo>
                    <a:pt x="6229086" y="16793"/>
                  </a:lnTo>
                  <a:lnTo>
                    <a:pt x="6229204" y="16793"/>
                  </a:lnTo>
                  <a:lnTo>
                    <a:pt x="6229321" y="16793"/>
                  </a:lnTo>
                  <a:lnTo>
                    <a:pt x="6229439" y="16793"/>
                  </a:lnTo>
                  <a:lnTo>
                    <a:pt x="6229557" y="16793"/>
                  </a:lnTo>
                  <a:lnTo>
                    <a:pt x="6229674" y="16793"/>
                  </a:lnTo>
                  <a:lnTo>
                    <a:pt x="6229674" y="16362"/>
                  </a:lnTo>
                  <a:lnTo>
                    <a:pt x="6229792" y="16362"/>
                  </a:lnTo>
                  <a:lnTo>
                    <a:pt x="6229909" y="16362"/>
                  </a:lnTo>
                  <a:lnTo>
                    <a:pt x="6230027" y="16362"/>
                  </a:lnTo>
                  <a:lnTo>
                    <a:pt x="6230145" y="16362"/>
                  </a:lnTo>
                  <a:lnTo>
                    <a:pt x="6230262" y="16362"/>
                  </a:lnTo>
                  <a:lnTo>
                    <a:pt x="6230380" y="16362"/>
                  </a:lnTo>
                  <a:lnTo>
                    <a:pt x="6230498" y="16362"/>
                  </a:lnTo>
                  <a:lnTo>
                    <a:pt x="6230615" y="16362"/>
                  </a:lnTo>
                  <a:lnTo>
                    <a:pt x="6230733" y="16362"/>
                  </a:lnTo>
                  <a:lnTo>
                    <a:pt x="6230850" y="16362"/>
                  </a:lnTo>
                  <a:lnTo>
                    <a:pt x="6230968" y="16362"/>
                  </a:lnTo>
                  <a:lnTo>
                    <a:pt x="6231086" y="16362"/>
                  </a:lnTo>
                  <a:lnTo>
                    <a:pt x="6231203" y="16362"/>
                  </a:lnTo>
                  <a:lnTo>
                    <a:pt x="6231321" y="16362"/>
                  </a:lnTo>
                  <a:lnTo>
                    <a:pt x="6231438" y="16362"/>
                  </a:lnTo>
                  <a:lnTo>
                    <a:pt x="6231556" y="16362"/>
                  </a:lnTo>
                  <a:lnTo>
                    <a:pt x="6231674" y="16362"/>
                  </a:lnTo>
                  <a:lnTo>
                    <a:pt x="6231791" y="16362"/>
                  </a:lnTo>
                  <a:lnTo>
                    <a:pt x="6231909" y="16362"/>
                  </a:lnTo>
                  <a:lnTo>
                    <a:pt x="6232027" y="16362"/>
                  </a:lnTo>
                  <a:lnTo>
                    <a:pt x="6232144" y="16362"/>
                  </a:lnTo>
                  <a:lnTo>
                    <a:pt x="6232262" y="16362"/>
                  </a:lnTo>
                  <a:lnTo>
                    <a:pt x="6232379" y="16362"/>
                  </a:lnTo>
                  <a:lnTo>
                    <a:pt x="6232497" y="16362"/>
                  </a:lnTo>
                  <a:lnTo>
                    <a:pt x="6232615" y="16362"/>
                  </a:lnTo>
                  <a:lnTo>
                    <a:pt x="6232732" y="16362"/>
                  </a:lnTo>
                  <a:lnTo>
                    <a:pt x="6232850" y="16362"/>
                  </a:lnTo>
                  <a:lnTo>
                    <a:pt x="6232967" y="16362"/>
                  </a:lnTo>
                  <a:lnTo>
                    <a:pt x="6233085" y="16362"/>
                  </a:lnTo>
                  <a:lnTo>
                    <a:pt x="6233203" y="16362"/>
                  </a:lnTo>
                  <a:lnTo>
                    <a:pt x="6233320" y="16362"/>
                  </a:lnTo>
                  <a:lnTo>
                    <a:pt x="6233438" y="16362"/>
                  </a:lnTo>
                  <a:lnTo>
                    <a:pt x="6233556" y="16362"/>
                  </a:lnTo>
                  <a:lnTo>
                    <a:pt x="6233673" y="16362"/>
                  </a:lnTo>
                  <a:lnTo>
                    <a:pt x="6233791" y="16362"/>
                  </a:lnTo>
                  <a:lnTo>
                    <a:pt x="6233908" y="16362"/>
                  </a:lnTo>
                  <a:lnTo>
                    <a:pt x="6234026" y="16362"/>
                  </a:lnTo>
                  <a:lnTo>
                    <a:pt x="6234144" y="16362"/>
                  </a:lnTo>
                  <a:lnTo>
                    <a:pt x="6234261" y="16362"/>
                  </a:lnTo>
                  <a:lnTo>
                    <a:pt x="6234379" y="16362"/>
                  </a:lnTo>
                  <a:lnTo>
                    <a:pt x="6234496" y="16362"/>
                  </a:lnTo>
                  <a:lnTo>
                    <a:pt x="6234614" y="16362"/>
                  </a:lnTo>
                  <a:lnTo>
                    <a:pt x="6234732" y="16362"/>
                  </a:lnTo>
                  <a:lnTo>
                    <a:pt x="6234849" y="16362"/>
                  </a:lnTo>
                  <a:lnTo>
                    <a:pt x="6234967" y="16362"/>
                  </a:lnTo>
                  <a:lnTo>
                    <a:pt x="6235085" y="16362"/>
                  </a:lnTo>
                  <a:lnTo>
                    <a:pt x="6235202" y="16362"/>
                  </a:lnTo>
                  <a:lnTo>
                    <a:pt x="6235320" y="16362"/>
                  </a:lnTo>
                  <a:lnTo>
                    <a:pt x="6235437" y="16362"/>
                  </a:lnTo>
                  <a:lnTo>
                    <a:pt x="6235555" y="16362"/>
                  </a:lnTo>
                  <a:lnTo>
                    <a:pt x="6235673" y="16362"/>
                  </a:lnTo>
                  <a:lnTo>
                    <a:pt x="6235790" y="16362"/>
                  </a:lnTo>
                  <a:lnTo>
                    <a:pt x="6235908" y="16362"/>
                  </a:lnTo>
                  <a:lnTo>
                    <a:pt x="6236025" y="16362"/>
                  </a:lnTo>
                  <a:lnTo>
                    <a:pt x="6236143" y="16362"/>
                  </a:lnTo>
                  <a:lnTo>
                    <a:pt x="6236261" y="16362"/>
                  </a:lnTo>
                  <a:lnTo>
                    <a:pt x="6236378" y="16362"/>
                  </a:lnTo>
                  <a:lnTo>
                    <a:pt x="6236496" y="16362"/>
                  </a:lnTo>
                  <a:lnTo>
                    <a:pt x="6236614" y="16362"/>
                  </a:lnTo>
                  <a:lnTo>
                    <a:pt x="6236731" y="16362"/>
                  </a:lnTo>
                  <a:lnTo>
                    <a:pt x="6236849" y="16362"/>
                  </a:lnTo>
                  <a:lnTo>
                    <a:pt x="6236966" y="16362"/>
                  </a:lnTo>
                  <a:lnTo>
                    <a:pt x="6237084" y="16362"/>
                  </a:lnTo>
                  <a:lnTo>
                    <a:pt x="6237202" y="16362"/>
                  </a:lnTo>
                  <a:lnTo>
                    <a:pt x="6237319" y="16362"/>
                  </a:lnTo>
                  <a:lnTo>
                    <a:pt x="6237437" y="16362"/>
                  </a:lnTo>
                  <a:lnTo>
                    <a:pt x="6237554" y="16362"/>
                  </a:lnTo>
                  <a:lnTo>
                    <a:pt x="6237672" y="16362"/>
                  </a:lnTo>
                  <a:lnTo>
                    <a:pt x="6237790" y="16362"/>
                  </a:lnTo>
                  <a:lnTo>
                    <a:pt x="6237790" y="15932"/>
                  </a:lnTo>
                  <a:lnTo>
                    <a:pt x="6237907" y="15932"/>
                  </a:lnTo>
                  <a:lnTo>
                    <a:pt x="6238025" y="15932"/>
                  </a:lnTo>
                  <a:lnTo>
                    <a:pt x="6238142" y="15932"/>
                  </a:lnTo>
                  <a:lnTo>
                    <a:pt x="6238260" y="15932"/>
                  </a:lnTo>
                  <a:lnTo>
                    <a:pt x="6238260" y="15501"/>
                  </a:lnTo>
                  <a:lnTo>
                    <a:pt x="6238378" y="15501"/>
                  </a:lnTo>
                  <a:lnTo>
                    <a:pt x="6238495" y="15501"/>
                  </a:lnTo>
                  <a:lnTo>
                    <a:pt x="6238613" y="15501"/>
                  </a:lnTo>
                  <a:lnTo>
                    <a:pt x="6238731" y="15501"/>
                  </a:lnTo>
                  <a:lnTo>
                    <a:pt x="6238848" y="15501"/>
                  </a:lnTo>
                  <a:lnTo>
                    <a:pt x="6238966" y="15501"/>
                  </a:lnTo>
                  <a:lnTo>
                    <a:pt x="6239083" y="15501"/>
                  </a:lnTo>
                  <a:lnTo>
                    <a:pt x="6239201" y="15501"/>
                  </a:lnTo>
                  <a:lnTo>
                    <a:pt x="6239319" y="15501"/>
                  </a:lnTo>
                  <a:lnTo>
                    <a:pt x="6239436" y="15501"/>
                  </a:lnTo>
                  <a:lnTo>
                    <a:pt x="6239554" y="15501"/>
                  </a:lnTo>
                  <a:lnTo>
                    <a:pt x="6239671" y="15501"/>
                  </a:lnTo>
                  <a:lnTo>
                    <a:pt x="6239789" y="15501"/>
                  </a:lnTo>
                  <a:lnTo>
                    <a:pt x="6239907" y="15501"/>
                  </a:lnTo>
                  <a:lnTo>
                    <a:pt x="6240024" y="15501"/>
                  </a:lnTo>
                  <a:lnTo>
                    <a:pt x="6240142" y="15501"/>
                  </a:lnTo>
                  <a:lnTo>
                    <a:pt x="6240260" y="15501"/>
                  </a:lnTo>
                  <a:lnTo>
                    <a:pt x="6240260" y="15071"/>
                  </a:lnTo>
                  <a:lnTo>
                    <a:pt x="6240377" y="15071"/>
                  </a:lnTo>
                  <a:lnTo>
                    <a:pt x="6240495" y="15071"/>
                  </a:lnTo>
                  <a:lnTo>
                    <a:pt x="6240495" y="14640"/>
                  </a:lnTo>
                  <a:lnTo>
                    <a:pt x="6240612" y="14640"/>
                  </a:lnTo>
                  <a:lnTo>
                    <a:pt x="6240730" y="14640"/>
                  </a:lnTo>
                  <a:lnTo>
                    <a:pt x="6240848" y="14640"/>
                  </a:lnTo>
                  <a:lnTo>
                    <a:pt x="6240965" y="14640"/>
                  </a:lnTo>
                  <a:lnTo>
                    <a:pt x="6241083" y="14640"/>
                  </a:lnTo>
                  <a:lnTo>
                    <a:pt x="6241200" y="14640"/>
                  </a:lnTo>
                  <a:lnTo>
                    <a:pt x="6241318" y="14640"/>
                  </a:lnTo>
                  <a:lnTo>
                    <a:pt x="6241436" y="14640"/>
                  </a:lnTo>
                  <a:lnTo>
                    <a:pt x="6241553" y="14640"/>
                  </a:lnTo>
                  <a:lnTo>
                    <a:pt x="6241671" y="14640"/>
                  </a:lnTo>
                  <a:lnTo>
                    <a:pt x="6241789" y="14640"/>
                  </a:lnTo>
                  <a:lnTo>
                    <a:pt x="6241906" y="14640"/>
                  </a:lnTo>
                  <a:lnTo>
                    <a:pt x="6242024" y="14640"/>
                  </a:lnTo>
                  <a:lnTo>
                    <a:pt x="6242141" y="14640"/>
                  </a:lnTo>
                  <a:lnTo>
                    <a:pt x="6242259" y="14640"/>
                  </a:lnTo>
                  <a:lnTo>
                    <a:pt x="6242377" y="14640"/>
                  </a:lnTo>
                  <a:lnTo>
                    <a:pt x="6242494" y="14640"/>
                  </a:lnTo>
                  <a:lnTo>
                    <a:pt x="6242612" y="14640"/>
                  </a:lnTo>
                  <a:lnTo>
                    <a:pt x="6242729" y="14640"/>
                  </a:lnTo>
                  <a:lnTo>
                    <a:pt x="6242847" y="14640"/>
                  </a:lnTo>
                  <a:lnTo>
                    <a:pt x="6242965" y="14640"/>
                  </a:lnTo>
                  <a:lnTo>
                    <a:pt x="6243082" y="14640"/>
                  </a:lnTo>
                  <a:lnTo>
                    <a:pt x="6243200" y="14640"/>
                  </a:lnTo>
                  <a:lnTo>
                    <a:pt x="6243318" y="14640"/>
                  </a:lnTo>
                  <a:lnTo>
                    <a:pt x="6243435" y="14640"/>
                  </a:lnTo>
                  <a:lnTo>
                    <a:pt x="6243553" y="14640"/>
                  </a:lnTo>
                  <a:lnTo>
                    <a:pt x="6243670" y="14640"/>
                  </a:lnTo>
                  <a:lnTo>
                    <a:pt x="6243788" y="14640"/>
                  </a:lnTo>
                  <a:lnTo>
                    <a:pt x="6243906" y="14640"/>
                  </a:lnTo>
                  <a:lnTo>
                    <a:pt x="6244023" y="14640"/>
                  </a:lnTo>
                  <a:lnTo>
                    <a:pt x="6244141" y="14640"/>
                  </a:lnTo>
                  <a:lnTo>
                    <a:pt x="6244258" y="14640"/>
                  </a:lnTo>
                  <a:lnTo>
                    <a:pt x="6244376" y="14640"/>
                  </a:lnTo>
                  <a:lnTo>
                    <a:pt x="6244494" y="14640"/>
                  </a:lnTo>
                  <a:lnTo>
                    <a:pt x="6244611" y="14640"/>
                  </a:lnTo>
                  <a:lnTo>
                    <a:pt x="6244729" y="14640"/>
                  </a:lnTo>
                  <a:lnTo>
                    <a:pt x="6244847" y="14640"/>
                  </a:lnTo>
                  <a:lnTo>
                    <a:pt x="6244847" y="14209"/>
                  </a:lnTo>
                  <a:lnTo>
                    <a:pt x="6244964" y="14209"/>
                  </a:lnTo>
                  <a:lnTo>
                    <a:pt x="6245082" y="14209"/>
                  </a:lnTo>
                  <a:lnTo>
                    <a:pt x="6245199" y="14209"/>
                  </a:lnTo>
                  <a:lnTo>
                    <a:pt x="6245199" y="13779"/>
                  </a:lnTo>
                  <a:lnTo>
                    <a:pt x="6245317" y="13779"/>
                  </a:lnTo>
                  <a:lnTo>
                    <a:pt x="6245435" y="13779"/>
                  </a:lnTo>
                  <a:lnTo>
                    <a:pt x="6245552" y="13779"/>
                  </a:lnTo>
                  <a:lnTo>
                    <a:pt x="6245670" y="13779"/>
                  </a:lnTo>
                  <a:lnTo>
                    <a:pt x="6245787" y="13779"/>
                  </a:lnTo>
                  <a:lnTo>
                    <a:pt x="6245905" y="13779"/>
                  </a:lnTo>
                  <a:lnTo>
                    <a:pt x="6246023" y="13779"/>
                  </a:lnTo>
                  <a:lnTo>
                    <a:pt x="6246140" y="13779"/>
                  </a:lnTo>
                  <a:lnTo>
                    <a:pt x="6246258" y="13779"/>
                  </a:lnTo>
                  <a:lnTo>
                    <a:pt x="6246375" y="13779"/>
                  </a:lnTo>
                  <a:lnTo>
                    <a:pt x="6246493" y="13779"/>
                  </a:lnTo>
                  <a:lnTo>
                    <a:pt x="6246611" y="13779"/>
                  </a:lnTo>
                  <a:lnTo>
                    <a:pt x="6246728" y="13779"/>
                  </a:lnTo>
                  <a:lnTo>
                    <a:pt x="6246846" y="13779"/>
                  </a:lnTo>
                  <a:lnTo>
                    <a:pt x="6246964" y="13779"/>
                  </a:lnTo>
                  <a:lnTo>
                    <a:pt x="6247081" y="13779"/>
                  </a:lnTo>
                  <a:lnTo>
                    <a:pt x="6247199" y="13779"/>
                  </a:lnTo>
                  <a:lnTo>
                    <a:pt x="6247316" y="13779"/>
                  </a:lnTo>
                  <a:lnTo>
                    <a:pt x="6247434" y="13779"/>
                  </a:lnTo>
                  <a:lnTo>
                    <a:pt x="6247552" y="13779"/>
                  </a:lnTo>
                  <a:lnTo>
                    <a:pt x="6247669" y="13779"/>
                  </a:lnTo>
                  <a:lnTo>
                    <a:pt x="6247787" y="13779"/>
                  </a:lnTo>
                  <a:lnTo>
                    <a:pt x="6247904" y="13779"/>
                  </a:lnTo>
                  <a:lnTo>
                    <a:pt x="6248022" y="13779"/>
                  </a:lnTo>
                  <a:lnTo>
                    <a:pt x="6248140" y="13779"/>
                  </a:lnTo>
                  <a:lnTo>
                    <a:pt x="6248257" y="13779"/>
                  </a:lnTo>
                  <a:lnTo>
                    <a:pt x="6248375" y="13779"/>
                  </a:lnTo>
                  <a:lnTo>
                    <a:pt x="6248493" y="13779"/>
                  </a:lnTo>
                  <a:lnTo>
                    <a:pt x="6248610" y="13779"/>
                  </a:lnTo>
                  <a:lnTo>
                    <a:pt x="6248728" y="13779"/>
                  </a:lnTo>
                  <a:lnTo>
                    <a:pt x="6248845" y="13779"/>
                  </a:lnTo>
                  <a:lnTo>
                    <a:pt x="6248963" y="13779"/>
                  </a:lnTo>
                  <a:lnTo>
                    <a:pt x="6249081" y="13779"/>
                  </a:lnTo>
                  <a:lnTo>
                    <a:pt x="6249198" y="13779"/>
                  </a:lnTo>
                  <a:lnTo>
                    <a:pt x="6249316" y="13779"/>
                  </a:lnTo>
                  <a:lnTo>
                    <a:pt x="6249433" y="13779"/>
                  </a:lnTo>
                  <a:lnTo>
                    <a:pt x="6249551" y="13779"/>
                  </a:lnTo>
                  <a:lnTo>
                    <a:pt x="6249669" y="13779"/>
                  </a:lnTo>
                  <a:lnTo>
                    <a:pt x="6249786" y="13779"/>
                  </a:lnTo>
                  <a:lnTo>
                    <a:pt x="6249904" y="13779"/>
                  </a:lnTo>
                  <a:lnTo>
                    <a:pt x="6250022" y="13779"/>
                  </a:lnTo>
                  <a:lnTo>
                    <a:pt x="6250139" y="13779"/>
                  </a:lnTo>
                  <a:lnTo>
                    <a:pt x="6250257" y="13779"/>
                  </a:lnTo>
                  <a:lnTo>
                    <a:pt x="6250257" y="13348"/>
                  </a:lnTo>
                  <a:lnTo>
                    <a:pt x="6250374" y="13348"/>
                  </a:lnTo>
                  <a:lnTo>
                    <a:pt x="6250492" y="13348"/>
                  </a:lnTo>
                  <a:lnTo>
                    <a:pt x="6250610" y="13348"/>
                  </a:lnTo>
                  <a:lnTo>
                    <a:pt x="6250727" y="13348"/>
                  </a:lnTo>
                  <a:lnTo>
                    <a:pt x="6250845" y="13348"/>
                  </a:lnTo>
                  <a:lnTo>
                    <a:pt x="6250962" y="13348"/>
                  </a:lnTo>
                  <a:lnTo>
                    <a:pt x="6251080" y="13348"/>
                  </a:lnTo>
                  <a:lnTo>
                    <a:pt x="6251198" y="13348"/>
                  </a:lnTo>
                  <a:lnTo>
                    <a:pt x="6251315" y="13348"/>
                  </a:lnTo>
                  <a:lnTo>
                    <a:pt x="6251433" y="13348"/>
                  </a:lnTo>
                  <a:lnTo>
                    <a:pt x="6251551" y="13348"/>
                  </a:lnTo>
                  <a:lnTo>
                    <a:pt x="6251668" y="13348"/>
                  </a:lnTo>
                  <a:lnTo>
                    <a:pt x="6251786" y="13348"/>
                  </a:lnTo>
                  <a:lnTo>
                    <a:pt x="6251903" y="13348"/>
                  </a:lnTo>
                  <a:lnTo>
                    <a:pt x="6252021" y="13348"/>
                  </a:lnTo>
                  <a:lnTo>
                    <a:pt x="6252139" y="13348"/>
                  </a:lnTo>
                  <a:lnTo>
                    <a:pt x="6252256" y="13348"/>
                  </a:lnTo>
                  <a:lnTo>
                    <a:pt x="6252374" y="13348"/>
                  </a:lnTo>
                  <a:lnTo>
                    <a:pt x="6252491" y="13348"/>
                  </a:lnTo>
                  <a:lnTo>
                    <a:pt x="6252609" y="13348"/>
                  </a:lnTo>
                  <a:lnTo>
                    <a:pt x="6252727" y="13348"/>
                  </a:lnTo>
                  <a:lnTo>
                    <a:pt x="6252844" y="13348"/>
                  </a:lnTo>
                  <a:lnTo>
                    <a:pt x="6252962" y="13348"/>
                  </a:lnTo>
                  <a:lnTo>
                    <a:pt x="6252962" y="12918"/>
                  </a:lnTo>
                  <a:lnTo>
                    <a:pt x="6253080" y="12918"/>
                  </a:lnTo>
                  <a:lnTo>
                    <a:pt x="6253197" y="12918"/>
                  </a:lnTo>
                  <a:lnTo>
                    <a:pt x="6253315" y="12918"/>
                  </a:lnTo>
                  <a:lnTo>
                    <a:pt x="6253432" y="12918"/>
                  </a:lnTo>
                  <a:lnTo>
                    <a:pt x="6253550" y="12918"/>
                  </a:lnTo>
                  <a:lnTo>
                    <a:pt x="6253668" y="12918"/>
                  </a:lnTo>
                  <a:lnTo>
                    <a:pt x="6253785" y="12918"/>
                  </a:lnTo>
                  <a:lnTo>
                    <a:pt x="6253903" y="12918"/>
                  </a:lnTo>
                  <a:lnTo>
                    <a:pt x="6254020" y="12918"/>
                  </a:lnTo>
                  <a:lnTo>
                    <a:pt x="6254138" y="12918"/>
                  </a:lnTo>
                  <a:lnTo>
                    <a:pt x="6254256" y="12918"/>
                  </a:lnTo>
                  <a:lnTo>
                    <a:pt x="6254373" y="12918"/>
                  </a:lnTo>
                  <a:lnTo>
                    <a:pt x="6254491" y="12918"/>
                  </a:lnTo>
                  <a:lnTo>
                    <a:pt x="6254608" y="12918"/>
                  </a:lnTo>
                  <a:lnTo>
                    <a:pt x="6254726" y="12918"/>
                  </a:lnTo>
                  <a:lnTo>
                    <a:pt x="6254844" y="12918"/>
                  </a:lnTo>
                  <a:lnTo>
                    <a:pt x="6254961" y="12918"/>
                  </a:lnTo>
                  <a:lnTo>
                    <a:pt x="6255079" y="12918"/>
                  </a:lnTo>
                  <a:lnTo>
                    <a:pt x="6255197" y="12918"/>
                  </a:lnTo>
                  <a:lnTo>
                    <a:pt x="6255314" y="12918"/>
                  </a:lnTo>
                  <a:lnTo>
                    <a:pt x="6255432" y="12918"/>
                  </a:lnTo>
                  <a:lnTo>
                    <a:pt x="6255549" y="12918"/>
                  </a:lnTo>
                  <a:lnTo>
                    <a:pt x="6255667" y="12918"/>
                  </a:lnTo>
                  <a:lnTo>
                    <a:pt x="6255785" y="12918"/>
                  </a:lnTo>
                  <a:lnTo>
                    <a:pt x="6255902" y="12918"/>
                  </a:lnTo>
                  <a:lnTo>
                    <a:pt x="6256020" y="12918"/>
                  </a:lnTo>
                  <a:lnTo>
                    <a:pt x="6256137" y="12918"/>
                  </a:lnTo>
                  <a:lnTo>
                    <a:pt x="6256255" y="12918"/>
                  </a:lnTo>
                  <a:lnTo>
                    <a:pt x="6256373" y="12918"/>
                  </a:lnTo>
                  <a:lnTo>
                    <a:pt x="6256490" y="12918"/>
                  </a:lnTo>
                  <a:lnTo>
                    <a:pt x="6256608" y="12918"/>
                  </a:lnTo>
                  <a:lnTo>
                    <a:pt x="6256726" y="12918"/>
                  </a:lnTo>
                  <a:lnTo>
                    <a:pt x="6256843" y="12918"/>
                  </a:lnTo>
                  <a:lnTo>
                    <a:pt x="6256961" y="12918"/>
                  </a:lnTo>
                  <a:lnTo>
                    <a:pt x="6257078" y="12918"/>
                  </a:lnTo>
                  <a:lnTo>
                    <a:pt x="6257196" y="12918"/>
                  </a:lnTo>
                  <a:lnTo>
                    <a:pt x="6257314" y="12918"/>
                  </a:lnTo>
                  <a:lnTo>
                    <a:pt x="6257431" y="12918"/>
                  </a:lnTo>
                  <a:lnTo>
                    <a:pt x="6257431" y="12487"/>
                  </a:lnTo>
                  <a:lnTo>
                    <a:pt x="6257549" y="12487"/>
                  </a:lnTo>
                  <a:lnTo>
                    <a:pt x="6257666" y="12487"/>
                  </a:lnTo>
                  <a:lnTo>
                    <a:pt x="6257784" y="12487"/>
                  </a:lnTo>
                  <a:lnTo>
                    <a:pt x="6257902" y="12487"/>
                  </a:lnTo>
                  <a:lnTo>
                    <a:pt x="6258019" y="12487"/>
                  </a:lnTo>
                  <a:lnTo>
                    <a:pt x="6258137" y="12487"/>
                  </a:lnTo>
                  <a:lnTo>
                    <a:pt x="6258255" y="12487"/>
                  </a:lnTo>
                  <a:lnTo>
                    <a:pt x="6258372" y="12487"/>
                  </a:lnTo>
                  <a:lnTo>
                    <a:pt x="6258490" y="12487"/>
                  </a:lnTo>
                  <a:lnTo>
                    <a:pt x="6258607" y="12487"/>
                  </a:lnTo>
                  <a:lnTo>
                    <a:pt x="6258725" y="12487"/>
                  </a:lnTo>
                  <a:lnTo>
                    <a:pt x="6258843" y="12487"/>
                  </a:lnTo>
                  <a:lnTo>
                    <a:pt x="6258960" y="12487"/>
                  </a:lnTo>
                  <a:lnTo>
                    <a:pt x="6259078" y="12487"/>
                  </a:lnTo>
                  <a:lnTo>
                    <a:pt x="6259195" y="12487"/>
                  </a:lnTo>
                  <a:lnTo>
                    <a:pt x="6259195" y="12056"/>
                  </a:lnTo>
                  <a:lnTo>
                    <a:pt x="6259313" y="12056"/>
                  </a:lnTo>
                  <a:lnTo>
                    <a:pt x="6259431" y="12056"/>
                  </a:lnTo>
                  <a:lnTo>
                    <a:pt x="6259548" y="12056"/>
                  </a:lnTo>
                  <a:lnTo>
                    <a:pt x="6259666" y="12056"/>
                  </a:lnTo>
                  <a:lnTo>
                    <a:pt x="6259784" y="12056"/>
                  </a:lnTo>
                  <a:lnTo>
                    <a:pt x="6259901" y="12056"/>
                  </a:lnTo>
                  <a:lnTo>
                    <a:pt x="6260019" y="12056"/>
                  </a:lnTo>
                  <a:lnTo>
                    <a:pt x="6260136" y="12056"/>
                  </a:lnTo>
                  <a:lnTo>
                    <a:pt x="6260254" y="12056"/>
                  </a:lnTo>
                  <a:lnTo>
                    <a:pt x="6260372" y="12056"/>
                  </a:lnTo>
                  <a:lnTo>
                    <a:pt x="6260489" y="12056"/>
                  </a:lnTo>
                  <a:lnTo>
                    <a:pt x="6260607" y="12056"/>
                  </a:lnTo>
                  <a:lnTo>
                    <a:pt x="6260724" y="12056"/>
                  </a:lnTo>
                  <a:lnTo>
                    <a:pt x="6260842" y="12056"/>
                  </a:lnTo>
                  <a:lnTo>
                    <a:pt x="6260960" y="12056"/>
                  </a:lnTo>
                  <a:lnTo>
                    <a:pt x="6261077" y="12056"/>
                  </a:lnTo>
                  <a:lnTo>
                    <a:pt x="6261195" y="12056"/>
                  </a:lnTo>
                  <a:lnTo>
                    <a:pt x="6261313" y="12056"/>
                  </a:lnTo>
                  <a:lnTo>
                    <a:pt x="6261430" y="12056"/>
                  </a:lnTo>
                  <a:lnTo>
                    <a:pt x="6261548" y="12056"/>
                  </a:lnTo>
                  <a:lnTo>
                    <a:pt x="6261665" y="12056"/>
                  </a:lnTo>
                  <a:lnTo>
                    <a:pt x="6261783" y="12056"/>
                  </a:lnTo>
                  <a:lnTo>
                    <a:pt x="6261901" y="12056"/>
                  </a:lnTo>
                  <a:lnTo>
                    <a:pt x="6262018" y="12056"/>
                  </a:lnTo>
                  <a:lnTo>
                    <a:pt x="6262136" y="12056"/>
                  </a:lnTo>
                  <a:lnTo>
                    <a:pt x="6262253" y="12056"/>
                  </a:lnTo>
                  <a:lnTo>
                    <a:pt x="6262371" y="12056"/>
                  </a:lnTo>
                  <a:lnTo>
                    <a:pt x="6262489" y="12056"/>
                  </a:lnTo>
                  <a:lnTo>
                    <a:pt x="6262606" y="12056"/>
                  </a:lnTo>
                  <a:lnTo>
                    <a:pt x="6262724" y="12056"/>
                  </a:lnTo>
                  <a:lnTo>
                    <a:pt x="6262841" y="12056"/>
                  </a:lnTo>
                  <a:lnTo>
                    <a:pt x="6262959" y="12056"/>
                  </a:lnTo>
                  <a:lnTo>
                    <a:pt x="6263077" y="12056"/>
                  </a:lnTo>
                  <a:lnTo>
                    <a:pt x="6263194" y="12056"/>
                  </a:lnTo>
                  <a:lnTo>
                    <a:pt x="6263312" y="12056"/>
                  </a:lnTo>
                  <a:lnTo>
                    <a:pt x="6263430" y="12056"/>
                  </a:lnTo>
                  <a:lnTo>
                    <a:pt x="6263547" y="12056"/>
                  </a:lnTo>
                  <a:lnTo>
                    <a:pt x="6263665" y="12056"/>
                  </a:lnTo>
                  <a:lnTo>
                    <a:pt x="6263782" y="12056"/>
                  </a:lnTo>
                  <a:lnTo>
                    <a:pt x="6263900" y="12056"/>
                  </a:lnTo>
                  <a:lnTo>
                    <a:pt x="6264018" y="12056"/>
                  </a:lnTo>
                  <a:lnTo>
                    <a:pt x="6264135" y="12056"/>
                  </a:lnTo>
                  <a:lnTo>
                    <a:pt x="6264253" y="12056"/>
                  </a:lnTo>
                  <a:lnTo>
                    <a:pt x="6264370" y="12056"/>
                  </a:lnTo>
                  <a:lnTo>
                    <a:pt x="6264488" y="12056"/>
                  </a:lnTo>
                  <a:lnTo>
                    <a:pt x="6264606" y="12056"/>
                  </a:lnTo>
                  <a:lnTo>
                    <a:pt x="6264723" y="12056"/>
                  </a:lnTo>
                  <a:lnTo>
                    <a:pt x="6264841" y="12056"/>
                  </a:lnTo>
                  <a:lnTo>
                    <a:pt x="6264841" y="11626"/>
                  </a:lnTo>
                  <a:lnTo>
                    <a:pt x="6264841" y="11195"/>
                  </a:lnTo>
                  <a:lnTo>
                    <a:pt x="6264959" y="11195"/>
                  </a:lnTo>
                  <a:lnTo>
                    <a:pt x="6265076" y="11195"/>
                  </a:lnTo>
                  <a:lnTo>
                    <a:pt x="6265194" y="11195"/>
                  </a:lnTo>
                  <a:lnTo>
                    <a:pt x="6265311" y="11195"/>
                  </a:lnTo>
                  <a:lnTo>
                    <a:pt x="6265429" y="11195"/>
                  </a:lnTo>
                  <a:lnTo>
                    <a:pt x="6265547" y="11195"/>
                  </a:lnTo>
                  <a:lnTo>
                    <a:pt x="6265664" y="11195"/>
                  </a:lnTo>
                  <a:lnTo>
                    <a:pt x="6265782" y="11195"/>
                  </a:lnTo>
                  <a:lnTo>
                    <a:pt x="6265899" y="11195"/>
                  </a:lnTo>
                  <a:lnTo>
                    <a:pt x="6266017" y="11195"/>
                  </a:lnTo>
                  <a:lnTo>
                    <a:pt x="6266135" y="11195"/>
                  </a:lnTo>
                  <a:lnTo>
                    <a:pt x="6266252" y="11195"/>
                  </a:lnTo>
                  <a:lnTo>
                    <a:pt x="6266370" y="11195"/>
                  </a:lnTo>
                  <a:lnTo>
                    <a:pt x="6266488" y="11195"/>
                  </a:lnTo>
                  <a:lnTo>
                    <a:pt x="6266605" y="11195"/>
                  </a:lnTo>
                  <a:lnTo>
                    <a:pt x="6266723" y="11195"/>
                  </a:lnTo>
                  <a:lnTo>
                    <a:pt x="6266840" y="11195"/>
                  </a:lnTo>
                  <a:lnTo>
                    <a:pt x="6266958" y="11195"/>
                  </a:lnTo>
                  <a:lnTo>
                    <a:pt x="6267076" y="11195"/>
                  </a:lnTo>
                  <a:lnTo>
                    <a:pt x="6267193" y="11195"/>
                  </a:lnTo>
                  <a:lnTo>
                    <a:pt x="6267311" y="11195"/>
                  </a:lnTo>
                  <a:lnTo>
                    <a:pt x="6267428" y="11195"/>
                  </a:lnTo>
                  <a:lnTo>
                    <a:pt x="6267546" y="11195"/>
                  </a:lnTo>
                  <a:lnTo>
                    <a:pt x="6267664" y="11195"/>
                  </a:lnTo>
                  <a:lnTo>
                    <a:pt x="6267781" y="11195"/>
                  </a:lnTo>
                  <a:lnTo>
                    <a:pt x="6267899" y="11195"/>
                  </a:lnTo>
                  <a:lnTo>
                    <a:pt x="6268017" y="11195"/>
                  </a:lnTo>
                  <a:lnTo>
                    <a:pt x="6268134" y="11195"/>
                  </a:lnTo>
                  <a:lnTo>
                    <a:pt x="6268252" y="11195"/>
                  </a:lnTo>
                  <a:lnTo>
                    <a:pt x="6268369" y="11195"/>
                  </a:lnTo>
                  <a:lnTo>
                    <a:pt x="6268487" y="11195"/>
                  </a:lnTo>
                  <a:lnTo>
                    <a:pt x="6268605" y="11195"/>
                  </a:lnTo>
                  <a:lnTo>
                    <a:pt x="6268605" y="10765"/>
                  </a:lnTo>
                  <a:lnTo>
                    <a:pt x="6268722" y="10765"/>
                  </a:lnTo>
                  <a:lnTo>
                    <a:pt x="6268722" y="10334"/>
                  </a:lnTo>
                  <a:lnTo>
                    <a:pt x="6268840" y="10334"/>
                  </a:lnTo>
                  <a:lnTo>
                    <a:pt x="6268957" y="10334"/>
                  </a:lnTo>
                  <a:lnTo>
                    <a:pt x="6269075" y="10334"/>
                  </a:lnTo>
                  <a:lnTo>
                    <a:pt x="6269193" y="10334"/>
                  </a:lnTo>
                  <a:lnTo>
                    <a:pt x="6269310" y="10334"/>
                  </a:lnTo>
                  <a:lnTo>
                    <a:pt x="6269428" y="10334"/>
                  </a:lnTo>
                  <a:lnTo>
                    <a:pt x="6269546" y="10334"/>
                  </a:lnTo>
                  <a:lnTo>
                    <a:pt x="6269663" y="10334"/>
                  </a:lnTo>
                  <a:lnTo>
                    <a:pt x="6269781" y="10334"/>
                  </a:lnTo>
                  <a:lnTo>
                    <a:pt x="6269898" y="10334"/>
                  </a:lnTo>
                  <a:lnTo>
                    <a:pt x="6270016" y="10334"/>
                  </a:lnTo>
                  <a:lnTo>
                    <a:pt x="6270134" y="10334"/>
                  </a:lnTo>
                  <a:lnTo>
                    <a:pt x="6270251" y="10334"/>
                  </a:lnTo>
                  <a:lnTo>
                    <a:pt x="6270369" y="10334"/>
                  </a:lnTo>
                  <a:lnTo>
                    <a:pt x="6270486" y="10334"/>
                  </a:lnTo>
                  <a:lnTo>
                    <a:pt x="6270604" y="10334"/>
                  </a:lnTo>
                  <a:lnTo>
                    <a:pt x="6270722" y="10334"/>
                  </a:lnTo>
                  <a:lnTo>
                    <a:pt x="6270722" y="9903"/>
                  </a:lnTo>
                  <a:lnTo>
                    <a:pt x="6270722" y="9473"/>
                  </a:lnTo>
                  <a:lnTo>
                    <a:pt x="6270839" y="9473"/>
                  </a:lnTo>
                  <a:lnTo>
                    <a:pt x="6270957" y="9473"/>
                  </a:lnTo>
                  <a:lnTo>
                    <a:pt x="6271074" y="9473"/>
                  </a:lnTo>
                  <a:lnTo>
                    <a:pt x="6271192" y="9473"/>
                  </a:lnTo>
                  <a:lnTo>
                    <a:pt x="6271192" y="9042"/>
                  </a:lnTo>
                  <a:lnTo>
                    <a:pt x="6271310" y="9042"/>
                  </a:lnTo>
                  <a:lnTo>
                    <a:pt x="6271427" y="9042"/>
                  </a:lnTo>
                  <a:lnTo>
                    <a:pt x="6271545" y="9042"/>
                  </a:lnTo>
                  <a:lnTo>
                    <a:pt x="6271663" y="9042"/>
                  </a:lnTo>
                  <a:lnTo>
                    <a:pt x="6271780" y="9042"/>
                  </a:lnTo>
                  <a:lnTo>
                    <a:pt x="6271780" y="8612"/>
                  </a:lnTo>
                  <a:lnTo>
                    <a:pt x="6271898" y="8612"/>
                  </a:lnTo>
                  <a:lnTo>
                    <a:pt x="6272015" y="8612"/>
                  </a:lnTo>
                  <a:lnTo>
                    <a:pt x="6272133" y="8612"/>
                  </a:lnTo>
                  <a:lnTo>
                    <a:pt x="6272251" y="8612"/>
                  </a:lnTo>
                  <a:lnTo>
                    <a:pt x="6272368" y="8612"/>
                  </a:lnTo>
                  <a:lnTo>
                    <a:pt x="6272486" y="8612"/>
                  </a:lnTo>
                  <a:lnTo>
                    <a:pt x="6272603" y="8612"/>
                  </a:lnTo>
                  <a:lnTo>
                    <a:pt x="6272721" y="8612"/>
                  </a:lnTo>
                  <a:lnTo>
                    <a:pt x="6272839" y="8612"/>
                  </a:lnTo>
                  <a:lnTo>
                    <a:pt x="6272956" y="8612"/>
                  </a:lnTo>
                  <a:lnTo>
                    <a:pt x="6273074" y="8612"/>
                  </a:lnTo>
                  <a:lnTo>
                    <a:pt x="6273192" y="8612"/>
                  </a:lnTo>
                  <a:lnTo>
                    <a:pt x="6273309" y="8612"/>
                  </a:lnTo>
                  <a:lnTo>
                    <a:pt x="6273427" y="8612"/>
                  </a:lnTo>
                  <a:lnTo>
                    <a:pt x="6273544" y="8612"/>
                  </a:lnTo>
                  <a:lnTo>
                    <a:pt x="6273662" y="8612"/>
                  </a:lnTo>
                  <a:lnTo>
                    <a:pt x="6273780" y="8612"/>
                  </a:lnTo>
                  <a:lnTo>
                    <a:pt x="6273897" y="8612"/>
                  </a:lnTo>
                  <a:lnTo>
                    <a:pt x="6274015" y="8612"/>
                  </a:lnTo>
                  <a:lnTo>
                    <a:pt x="6274132" y="8612"/>
                  </a:lnTo>
                  <a:lnTo>
                    <a:pt x="6274250" y="8612"/>
                  </a:lnTo>
                  <a:lnTo>
                    <a:pt x="6274368" y="8612"/>
                  </a:lnTo>
                  <a:lnTo>
                    <a:pt x="6274485" y="8612"/>
                  </a:lnTo>
                  <a:lnTo>
                    <a:pt x="6274603" y="8612"/>
                  </a:lnTo>
                  <a:lnTo>
                    <a:pt x="6274721" y="8612"/>
                  </a:lnTo>
                  <a:lnTo>
                    <a:pt x="6274838" y="8612"/>
                  </a:lnTo>
                  <a:lnTo>
                    <a:pt x="6274956" y="8612"/>
                  </a:lnTo>
                  <a:lnTo>
                    <a:pt x="6275073" y="8612"/>
                  </a:lnTo>
                  <a:lnTo>
                    <a:pt x="6275191" y="8612"/>
                  </a:lnTo>
                  <a:lnTo>
                    <a:pt x="6275309" y="8612"/>
                  </a:lnTo>
                  <a:lnTo>
                    <a:pt x="6275426" y="8612"/>
                  </a:lnTo>
                  <a:lnTo>
                    <a:pt x="6275544" y="8612"/>
                  </a:lnTo>
                  <a:lnTo>
                    <a:pt x="6275661" y="8612"/>
                  </a:lnTo>
                  <a:lnTo>
                    <a:pt x="6275779" y="8612"/>
                  </a:lnTo>
                  <a:lnTo>
                    <a:pt x="6275897" y="8612"/>
                  </a:lnTo>
                  <a:lnTo>
                    <a:pt x="6276014" y="8612"/>
                  </a:lnTo>
                  <a:lnTo>
                    <a:pt x="6276132" y="8612"/>
                  </a:lnTo>
                  <a:lnTo>
                    <a:pt x="6276250" y="8612"/>
                  </a:lnTo>
                  <a:lnTo>
                    <a:pt x="6276250" y="8181"/>
                  </a:lnTo>
                  <a:lnTo>
                    <a:pt x="6276367" y="8181"/>
                  </a:lnTo>
                  <a:lnTo>
                    <a:pt x="6276485" y="8181"/>
                  </a:lnTo>
                  <a:lnTo>
                    <a:pt x="6276602" y="8181"/>
                  </a:lnTo>
                  <a:lnTo>
                    <a:pt x="6276720" y="8181"/>
                  </a:lnTo>
                  <a:lnTo>
                    <a:pt x="6276838" y="8181"/>
                  </a:lnTo>
                  <a:lnTo>
                    <a:pt x="6276955" y="8181"/>
                  </a:lnTo>
                  <a:lnTo>
                    <a:pt x="6277073" y="8181"/>
                  </a:lnTo>
                  <a:lnTo>
                    <a:pt x="6277190" y="8181"/>
                  </a:lnTo>
                  <a:lnTo>
                    <a:pt x="6277308" y="8181"/>
                  </a:lnTo>
                  <a:lnTo>
                    <a:pt x="6277426" y="8181"/>
                  </a:lnTo>
                  <a:lnTo>
                    <a:pt x="6277543" y="8181"/>
                  </a:lnTo>
                  <a:lnTo>
                    <a:pt x="6277661" y="8181"/>
                  </a:lnTo>
                  <a:lnTo>
                    <a:pt x="6277661" y="7750"/>
                  </a:lnTo>
                  <a:lnTo>
                    <a:pt x="6277779" y="7750"/>
                  </a:lnTo>
                  <a:lnTo>
                    <a:pt x="6277896" y="7750"/>
                  </a:lnTo>
                  <a:lnTo>
                    <a:pt x="6278014" y="7750"/>
                  </a:lnTo>
                  <a:lnTo>
                    <a:pt x="6278131" y="7750"/>
                  </a:lnTo>
                  <a:lnTo>
                    <a:pt x="6278249" y="7750"/>
                  </a:lnTo>
                  <a:lnTo>
                    <a:pt x="6278367" y="7750"/>
                  </a:lnTo>
                  <a:lnTo>
                    <a:pt x="6278484" y="7750"/>
                  </a:lnTo>
                  <a:lnTo>
                    <a:pt x="6278602" y="7750"/>
                  </a:lnTo>
                  <a:lnTo>
                    <a:pt x="6278719" y="7750"/>
                  </a:lnTo>
                  <a:lnTo>
                    <a:pt x="6278837" y="7750"/>
                  </a:lnTo>
                  <a:lnTo>
                    <a:pt x="6278955" y="7750"/>
                  </a:lnTo>
                  <a:lnTo>
                    <a:pt x="6279072" y="7750"/>
                  </a:lnTo>
                  <a:lnTo>
                    <a:pt x="6279190" y="7750"/>
                  </a:lnTo>
                  <a:lnTo>
                    <a:pt x="6279307" y="7750"/>
                  </a:lnTo>
                  <a:lnTo>
                    <a:pt x="6279425" y="7750"/>
                  </a:lnTo>
                  <a:lnTo>
                    <a:pt x="6279543" y="7750"/>
                  </a:lnTo>
                  <a:lnTo>
                    <a:pt x="6279660" y="7750"/>
                  </a:lnTo>
                  <a:lnTo>
                    <a:pt x="6279778" y="7750"/>
                  </a:lnTo>
                  <a:lnTo>
                    <a:pt x="6279896" y="7750"/>
                  </a:lnTo>
                  <a:lnTo>
                    <a:pt x="6280013" y="7750"/>
                  </a:lnTo>
                  <a:lnTo>
                    <a:pt x="6280131" y="7750"/>
                  </a:lnTo>
                  <a:lnTo>
                    <a:pt x="6280248" y="7750"/>
                  </a:lnTo>
                  <a:lnTo>
                    <a:pt x="6280366" y="7750"/>
                  </a:lnTo>
                  <a:lnTo>
                    <a:pt x="6280484" y="7750"/>
                  </a:lnTo>
                  <a:lnTo>
                    <a:pt x="6280601" y="7750"/>
                  </a:lnTo>
                  <a:lnTo>
                    <a:pt x="6280719" y="7750"/>
                  </a:lnTo>
                  <a:lnTo>
                    <a:pt x="6280836" y="7750"/>
                  </a:lnTo>
                  <a:lnTo>
                    <a:pt x="6280954" y="7750"/>
                  </a:lnTo>
                  <a:lnTo>
                    <a:pt x="6281072" y="7750"/>
                  </a:lnTo>
                  <a:lnTo>
                    <a:pt x="6281189" y="7750"/>
                  </a:lnTo>
                  <a:lnTo>
                    <a:pt x="6281307" y="7750"/>
                  </a:lnTo>
                  <a:lnTo>
                    <a:pt x="6281425" y="7750"/>
                  </a:lnTo>
                  <a:lnTo>
                    <a:pt x="6281542" y="7750"/>
                  </a:lnTo>
                  <a:lnTo>
                    <a:pt x="6281660" y="7750"/>
                  </a:lnTo>
                  <a:lnTo>
                    <a:pt x="6281777" y="7750"/>
                  </a:lnTo>
                  <a:lnTo>
                    <a:pt x="6281895" y="7750"/>
                  </a:lnTo>
                  <a:lnTo>
                    <a:pt x="6282013" y="7750"/>
                  </a:lnTo>
                  <a:lnTo>
                    <a:pt x="6282130" y="7750"/>
                  </a:lnTo>
                  <a:lnTo>
                    <a:pt x="6282248" y="7750"/>
                  </a:lnTo>
                  <a:lnTo>
                    <a:pt x="6282365" y="7750"/>
                  </a:lnTo>
                  <a:lnTo>
                    <a:pt x="6282483" y="7750"/>
                  </a:lnTo>
                  <a:lnTo>
                    <a:pt x="6282601" y="7750"/>
                  </a:lnTo>
                  <a:lnTo>
                    <a:pt x="6282718" y="7750"/>
                  </a:lnTo>
                  <a:lnTo>
                    <a:pt x="6282836" y="7750"/>
                  </a:lnTo>
                  <a:lnTo>
                    <a:pt x="6282954" y="7750"/>
                  </a:lnTo>
                  <a:lnTo>
                    <a:pt x="6283071" y="7750"/>
                  </a:lnTo>
                  <a:lnTo>
                    <a:pt x="6283189" y="7750"/>
                  </a:lnTo>
                  <a:lnTo>
                    <a:pt x="6283306" y="7750"/>
                  </a:lnTo>
                  <a:lnTo>
                    <a:pt x="6283424" y="7750"/>
                  </a:lnTo>
                  <a:lnTo>
                    <a:pt x="6283542" y="7750"/>
                  </a:lnTo>
                  <a:lnTo>
                    <a:pt x="6283659" y="7750"/>
                  </a:lnTo>
                  <a:lnTo>
                    <a:pt x="6283777" y="7750"/>
                  </a:lnTo>
                  <a:lnTo>
                    <a:pt x="6283894" y="7750"/>
                  </a:lnTo>
                  <a:lnTo>
                    <a:pt x="6284012" y="7750"/>
                  </a:lnTo>
                  <a:lnTo>
                    <a:pt x="6284130" y="7750"/>
                  </a:lnTo>
                  <a:lnTo>
                    <a:pt x="6284247" y="7750"/>
                  </a:lnTo>
                  <a:lnTo>
                    <a:pt x="6284365" y="7750"/>
                  </a:lnTo>
                  <a:lnTo>
                    <a:pt x="6284483" y="7750"/>
                  </a:lnTo>
                  <a:lnTo>
                    <a:pt x="6284600" y="7750"/>
                  </a:lnTo>
                  <a:lnTo>
                    <a:pt x="6284600" y="7320"/>
                  </a:lnTo>
                  <a:lnTo>
                    <a:pt x="6284718" y="7320"/>
                  </a:lnTo>
                  <a:lnTo>
                    <a:pt x="6284835" y="7320"/>
                  </a:lnTo>
                  <a:lnTo>
                    <a:pt x="6284953" y="7320"/>
                  </a:lnTo>
                  <a:lnTo>
                    <a:pt x="6285071" y="7320"/>
                  </a:lnTo>
                  <a:lnTo>
                    <a:pt x="6285071" y="6889"/>
                  </a:lnTo>
                  <a:lnTo>
                    <a:pt x="6285071" y="6459"/>
                  </a:lnTo>
                  <a:lnTo>
                    <a:pt x="6285188" y="6459"/>
                  </a:lnTo>
                  <a:lnTo>
                    <a:pt x="6285306" y="6459"/>
                  </a:lnTo>
                  <a:lnTo>
                    <a:pt x="6285423" y="6459"/>
                  </a:lnTo>
                  <a:lnTo>
                    <a:pt x="6285541" y="6459"/>
                  </a:lnTo>
                  <a:lnTo>
                    <a:pt x="6285659" y="6459"/>
                  </a:lnTo>
                  <a:lnTo>
                    <a:pt x="6285776" y="6459"/>
                  </a:lnTo>
                  <a:lnTo>
                    <a:pt x="6285894" y="6459"/>
                  </a:lnTo>
                  <a:lnTo>
                    <a:pt x="6286012" y="6459"/>
                  </a:lnTo>
                  <a:lnTo>
                    <a:pt x="6286129" y="6459"/>
                  </a:lnTo>
                  <a:lnTo>
                    <a:pt x="6286247" y="6459"/>
                  </a:lnTo>
                  <a:lnTo>
                    <a:pt x="6286364" y="6459"/>
                  </a:lnTo>
                  <a:lnTo>
                    <a:pt x="6286482" y="6459"/>
                  </a:lnTo>
                  <a:lnTo>
                    <a:pt x="6286600" y="6459"/>
                  </a:lnTo>
                  <a:lnTo>
                    <a:pt x="6286717" y="6459"/>
                  </a:lnTo>
                  <a:lnTo>
                    <a:pt x="6286835" y="6459"/>
                  </a:lnTo>
                  <a:lnTo>
                    <a:pt x="6286952" y="6459"/>
                  </a:lnTo>
                  <a:lnTo>
                    <a:pt x="6287070" y="6459"/>
                  </a:lnTo>
                  <a:lnTo>
                    <a:pt x="6287188" y="6459"/>
                  </a:lnTo>
                  <a:lnTo>
                    <a:pt x="6287305" y="6459"/>
                  </a:lnTo>
                  <a:lnTo>
                    <a:pt x="6287423" y="6459"/>
                  </a:lnTo>
                  <a:lnTo>
                    <a:pt x="6287540" y="6459"/>
                  </a:lnTo>
                  <a:lnTo>
                    <a:pt x="6287658" y="6459"/>
                  </a:lnTo>
                  <a:lnTo>
                    <a:pt x="6287776" y="6459"/>
                  </a:lnTo>
                  <a:lnTo>
                    <a:pt x="6287893" y="6459"/>
                  </a:lnTo>
                  <a:lnTo>
                    <a:pt x="6288011" y="6459"/>
                  </a:lnTo>
                  <a:lnTo>
                    <a:pt x="6288129" y="6459"/>
                  </a:lnTo>
                  <a:lnTo>
                    <a:pt x="6288246" y="6459"/>
                  </a:lnTo>
                  <a:lnTo>
                    <a:pt x="6288364" y="6459"/>
                  </a:lnTo>
                  <a:lnTo>
                    <a:pt x="6288481" y="6459"/>
                  </a:lnTo>
                  <a:lnTo>
                    <a:pt x="6288599" y="6459"/>
                  </a:lnTo>
                  <a:lnTo>
                    <a:pt x="6288717" y="6459"/>
                  </a:lnTo>
                  <a:lnTo>
                    <a:pt x="6288834" y="6459"/>
                  </a:lnTo>
                  <a:lnTo>
                    <a:pt x="6288952" y="6459"/>
                  </a:lnTo>
                  <a:lnTo>
                    <a:pt x="6289069" y="6459"/>
                  </a:lnTo>
                  <a:lnTo>
                    <a:pt x="6289187" y="6459"/>
                  </a:lnTo>
                  <a:lnTo>
                    <a:pt x="6289305" y="6459"/>
                  </a:lnTo>
                  <a:lnTo>
                    <a:pt x="6289422" y="6459"/>
                  </a:lnTo>
                  <a:lnTo>
                    <a:pt x="6289540" y="6459"/>
                  </a:lnTo>
                  <a:lnTo>
                    <a:pt x="6289658" y="6459"/>
                  </a:lnTo>
                  <a:lnTo>
                    <a:pt x="6289775" y="6459"/>
                  </a:lnTo>
                  <a:lnTo>
                    <a:pt x="6289893" y="6459"/>
                  </a:lnTo>
                  <a:lnTo>
                    <a:pt x="6290010" y="6459"/>
                  </a:lnTo>
                  <a:lnTo>
                    <a:pt x="6290128" y="6459"/>
                  </a:lnTo>
                  <a:lnTo>
                    <a:pt x="6290246" y="6459"/>
                  </a:lnTo>
                  <a:lnTo>
                    <a:pt x="6290363" y="6459"/>
                  </a:lnTo>
                  <a:lnTo>
                    <a:pt x="6290481" y="6459"/>
                  </a:lnTo>
                  <a:lnTo>
                    <a:pt x="6290598" y="6459"/>
                  </a:lnTo>
                  <a:lnTo>
                    <a:pt x="6290716" y="6459"/>
                  </a:lnTo>
                  <a:lnTo>
                    <a:pt x="6290834" y="6459"/>
                  </a:lnTo>
                  <a:lnTo>
                    <a:pt x="6290951" y="6459"/>
                  </a:lnTo>
                  <a:lnTo>
                    <a:pt x="6291069" y="6459"/>
                  </a:lnTo>
                  <a:lnTo>
                    <a:pt x="6291187" y="6459"/>
                  </a:lnTo>
                  <a:lnTo>
                    <a:pt x="6291304" y="6459"/>
                  </a:lnTo>
                  <a:lnTo>
                    <a:pt x="6291422" y="6459"/>
                  </a:lnTo>
                  <a:lnTo>
                    <a:pt x="6291539" y="6459"/>
                  </a:lnTo>
                  <a:lnTo>
                    <a:pt x="6291657" y="6459"/>
                  </a:lnTo>
                  <a:lnTo>
                    <a:pt x="6291775" y="6459"/>
                  </a:lnTo>
                  <a:lnTo>
                    <a:pt x="6291892" y="6459"/>
                  </a:lnTo>
                  <a:lnTo>
                    <a:pt x="6292010" y="6459"/>
                  </a:lnTo>
                  <a:lnTo>
                    <a:pt x="6292127" y="6459"/>
                  </a:lnTo>
                  <a:lnTo>
                    <a:pt x="6292245" y="6459"/>
                  </a:lnTo>
                  <a:lnTo>
                    <a:pt x="6292363" y="6459"/>
                  </a:lnTo>
                  <a:lnTo>
                    <a:pt x="6292480" y="6459"/>
                  </a:lnTo>
                  <a:lnTo>
                    <a:pt x="6292598" y="6459"/>
                  </a:lnTo>
                  <a:lnTo>
                    <a:pt x="6292716" y="6459"/>
                  </a:lnTo>
                  <a:lnTo>
                    <a:pt x="6292833" y="6459"/>
                  </a:lnTo>
                  <a:lnTo>
                    <a:pt x="6292951" y="6459"/>
                  </a:lnTo>
                  <a:lnTo>
                    <a:pt x="6293068" y="6459"/>
                  </a:lnTo>
                  <a:lnTo>
                    <a:pt x="6293186" y="6459"/>
                  </a:lnTo>
                  <a:lnTo>
                    <a:pt x="6293304" y="6459"/>
                  </a:lnTo>
                  <a:lnTo>
                    <a:pt x="6293421" y="6459"/>
                  </a:lnTo>
                  <a:lnTo>
                    <a:pt x="6293539" y="6459"/>
                  </a:lnTo>
                  <a:lnTo>
                    <a:pt x="6293656" y="6459"/>
                  </a:lnTo>
                  <a:lnTo>
                    <a:pt x="6293774" y="6459"/>
                  </a:lnTo>
                  <a:lnTo>
                    <a:pt x="6293892" y="6459"/>
                  </a:lnTo>
                  <a:lnTo>
                    <a:pt x="6294009" y="6459"/>
                  </a:lnTo>
                  <a:lnTo>
                    <a:pt x="6294127" y="6459"/>
                  </a:lnTo>
                  <a:lnTo>
                    <a:pt x="6294244" y="6459"/>
                  </a:lnTo>
                  <a:lnTo>
                    <a:pt x="6294362" y="6459"/>
                  </a:lnTo>
                  <a:lnTo>
                    <a:pt x="6294480" y="6459"/>
                  </a:lnTo>
                  <a:lnTo>
                    <a:pt x="6294597" y="6459"/>
                  </a:lnTo>
                  <a:lnTo>
                    <a:pt x="6294715" y="6459"/>
                  </a:lnTo>
                  <a:lnTo>
                    <a:pt x="6294833" y="6459"/>
                  </a:lnTo>
                  <a:lnTo>
                    <a:pt x="6294950" y="6459"/>
                  </a:lnTo>
                  <a:lnTo>
                    <a:pt x="6295068" y="6459"/>
                  </a:lnTo>
                  <a:lnTo>
                    <a:pt x="6295185" y="6459"/>
                  </a:lnTo>
                  <a:lnTo>
                    <a:pt x="6295303" y="6459"/>
                  </a:lnTo>
                  <a:lnTo>
                    <a:pt x="6295421" y="6459"/>
                  </a:lnTo>
                  <a:lnTo>
                    <a:pt x="6295538" y="6459"/>
                  </a:lnTo>
                  <a:lnTo>
                    <a:pt x="6295656" y="6459"/>
                  </a:lnTo>
                  <a:lnTo>
                    <a:pt x="6295773" y="6459"/>
                  </a:lnTo>
                  <a:lnTo>
                    <a:pt x="6295891" y="6459"/>
                  </a:lnTo>
                  <a:lnTo>
                    <a:pt x="6296009" y="6459"/>
                  </a:lnTo>
                  <a:lnTo>
                    <a:pt x="6296126" y="6459"/>
                  </a:lnTo>
                  <a:lnTo>
                    <a:pt x="6296244" y="6459"/>
                  </a:lnTo>
                  <a:lnTo>
                    <a:pt x="6296362" y="6459"/>
                  </a:lnTo>
                  <a:lnTo>
                    <a:pt x="6296479" y="6459"/>
                  </a:lnTo>
                  <a:lnTo>
                    <a:pt x="6296597" y="6459"/>
                  </a:lnTo>
                  <a:lnTo>
                    <a:pt x="6296714" y="6459"/>
                  </a:lnTo>
                  <a:lnTo>
                    <a:pt x="6296832" y="6459"/>
                  </a:lnTo>
                  <a:lnTo>
                    <a:pt x="6296950" y="6459"/>
                  </a:lnTo>
                  <a:lnTo>
                    <a:pt x="6297067" y="6459"/>
                  </a:lnTo>
                  <a:lnTo>
                    <a:pt x="6297185" y="6459"/>
                  </a:lnTo>
                  <a:lnTo>
                    <a:pt x="6297302" y="6459"/>
                  </a:lnTo>
                  <a:lnTo>
                    <a:pt x="6297420" y="6459"/>
                  </a:lnTo>
                  <a:lnTo>
                    <a:pt x="6297538" y="6459"/>
                  </a:lnTo>
                  <a:lnTo>
                    <a:pt x="6297655" y="6459"/>
                  </a:lnTo>
                  <a:lnTo>
                    <a:pt x="6297773" y="6459"/>
                  </a:lnTo>
                  <a:lnTo>
                    <a:pt x="6297891" y="6459"/>
                  </a:lnTo>
                  <a:lnTo>
                    <a:pt x="6298008" y="6459"/>
                  </a:lnTo>
                  <a:lnTo>
                    <a:pt x="6298126" y="6459"/>
                  </a:lnTo>
                  <a:lnTo>
                    <a:pt x="6298243" y="6459"/>
                  </a:lnTo>
                  <a:lnTo>
                    <a:pt x="6298361" y="6459"/>
                  </a:lnTo>
                  <a:lnTo>
                    <a:pt x="6298479" y="6459"/>
                  </a:lnTo>
                  <a:lnTo>
                    <a:pt x="6298596" y="6459"/>
                  </a:lnTo>
                  <a:lnTo>
                    <a:pt x="6298714" y="6459"/>
                  </a:lnTo>
                  <a:lnTo>
                    <a:pt x="6298831" y="6459"/>
                  </a:lnTo>
                  <a:lnTo>
                    <a:pt x="6298949" y="6459"/>
                  </a:lnTo>
                  <a:lnTo>
                    <a:pt x="6299067" y="6459"/>
                  </a:lnTo>
                  <a:lnTo>
                    <a:pt x="6299184" y="6459"/>
                  </a:lnTo>
                  <a:lnTo>
                    <a:pt x="6299302" y="6459"/>
                  </a:lnTo>
                  <a:lnTo>
                    <a:pt x="6299420" y="6459"/>
                  </a:lnTo>
                  <a:lnTo>
                    <a:pt x="6299537" y="6459"/>
                  </a:lnTo>
                  <a:lnTo>
                    <a:pt x="6299655" y="6459"/>
                  </a:lnTo>
                  <a:lnTo>
                    <a:pt x="6299772" y="6459"/>
                  </a:lnTo>
                  <a:lnTo>
                    <a:pt x="6299890" y="6459"/>
                  </a:lnTo>
                  <a:lnTo>
                    <a:pt x="6300008" y="6459"/>
                  </a:lnTo>
                  <a:lnTo>
                    <a:pt x="6300125" y="6459"/>
                  </a:lnTo>
                  <a:lnTo>
                    <a:pt x="6300243" y="6459"/>
                  </a:lnTo>
                  <a:lnTo>
                    <a:pt x="6300243" y="6028"/>
                  </a:lnTo>
                  <a:lnTo>
                    <a:pt x="6300360" y="6028"/>
                  </a:lnTo>
                  <a:lnTo>
                    <a:pt x="6300478" y="6028"/>
                  </a:lnTo>
                  <a:lnTo>
                    <a:pt x="6300596" y="6028"/>
                  </a:lnTo>
                  <a:lnTo>
                    <a:pt x="6300713" y="6028"/>
                  </a:lnTo>
                  <a:lnTo>
                    <a:pt x="6300831" y="6028"/>
                  </a:lnTo>
                  <a:lnTo>
                    <a:pt x="6300949" y="6028"/>
                  </a:lnTo>
                  <a:lnTo>
                    <a:pt x="6301066" y="6028"/>
                  </a:lnTo>
                  <a:lnTo>
                    <a:pt x="6301184" y="6028"/>
                  </a:lnTo>
                  <a:lnTo>
                    <a:pt x="6301301" y="6028"/>
                  </a:lnTo>
                  <a:lnTo>
                    <a:pt x="6301419" y="6028"/>
                  </a:lnTo>
                  <a:lnTo>
                    <a:pt x="6301537" y="6028"/>
                  </a:lnTo>
                  <a:lnTo>
                    <a:pt x="6301654" y="6028"/>
                  </a:lnTo>
                  <a:lnTo>
                    <a:pt x="6301772" y="6028"/>
                  </a:lnTo>
                  <a:lnTo>
                    <a:pt x="6301889" y="6028"/>
                  </a:lnTo>
                  <a:lnTo>
                    <a:pt x="6302007" y="6028"/>
                  </a:lnTo>
                  <a:lnTo>
                    <a:pt x="6302125" y="6028"/>
                  </a:lnTo>
                  <a:lnTo>
                    <a:pt x="6302242" y="6028"/>
                  </a:lnTo>
                  <a:lnTo>
                    <a:pt x="6302360" y="6028"/>
                  </a:lnTo>
                  <a:lnTo>
                    <a:pt x="6302477" y="6028"/>
                  </a:lnTo>
                  <a:lnTo>
                    <a:pt x="6302595" y="6028"/>
                  </a:lnTo>
                  <a:lnTo>
                    <a:pt x="6302713" y="6028"/>
                  </a:lnTo>
                  <a:lnTo>
                    <a:pt x="6302830" y="6028"/>
                  </a:lnTo>
                  <a:lnTo>
                    <a:pt x="6302948" y="6028"/>
                  </a:lnTo>
                  <a:lnTo>
                    <a:pt x="6303066" y="6028"/>
                  </a:lnTo>
                  <a:lnTo>
                    <a:pt x="6303183" y="6028"/>
                  </a:lnTo>
                  <a:lnTo>
                    <a:pt x="6303301" y="6028"/>
                  </a:lnTo>
                  <a:lnTo>
                    <a:pt x="6303418" y="6028"/>
                  </a:lnTo>
                  <a:lnTo>
                    <a:pt x="6303536" y="6028"/>
                  </a:lnTo>
                  <a:lnTo>
                    <a:pt x="6303654" y="6028"/>
                  </a:lnTo>
                  <a:lnTo>
                    <a:pt x="6303771" y="6028"/>
                  </a:lnTo>
                  <a:lnTo>
                    <a:pt x="6303889" y="6028"/>
                  </a:lnTo>
                  <a:lnTo>
                    <a:pt x="6304006" y="6028"/>
                  </a:lnTo>
                  <a:lnTo>
                    <a:pt x="6304124" y="6028"/>
                  </a:lnTo>
                  <a:lnTo>
                    <a:pt x="6304242" y="6028"/>
                  </a:lnTo>
                  <a:lnTo>
                    <a:pt x="6304359" y="6028"/>
                  </a:lnTo>
                  <a:lnTo>
                    <a:pt x="6304477" y="6028"/>
                  </a:lnTo>
                  <a:lnTo>
                    <a:pt x="6304595" y="6028"/>
                  </a:lnTo>
                  <a:lnTo>
                    <a:pt x="6304712" y="6028"/>
                  </a:lnTo>
                  <a:lnTo>
                    <a:pt x="6304830" y="6028"/>
                  </a:lnTo>
                  <a:lnTo>
                    <a:pt x="6304947" y="6028"/>
                  </a:lnTo>
                  <a:lnTo>
                    <a:pt x="6305065" y="6028"/>
                  </a:lnTo>
                  <a:lnTo>
                    <a:pt x="6305183" y="6028"/>
                  </a:lnTo>
                  <a:lnTo>
                    <a:pt x="6305300" y="6028"/>
                  </a:lnTo>
                  <a:lnTo>
                    <a:pt x="6305418" y="6028"/>
                  </a:lnTo>
                  <a:lnTo>
                    <a:pt x="6305535" y="6028"/>
                  </a:lnTo>
                  <a:lnTo>
                    <a:pt x="6305653" y="6028"/>
                  </a:lnTo>
                  <a:lnTo>
                    <a:pt x="6305771" y="6028"/>
                  </a:lnTo>
                  <a:lnTo>
                    <a:pt x="6305888" y="6028"/>
                  </a:lnTo>
                  <a:lnTo>
                    <a:pt x="6306006" y="6028"/>
                  </a:lnTo>
                  <a:lnTo>
                    <a:pt x="6306124" y="6028"/>
                  </a:lnTo>
                  <a:lnTo>
                    <a:pt x="6306241" y="6028"/>
                  </a:lnTo>
                  <a:lnTo>
                    <a:pt x="6306359" y="6028"/>
                  </a:lnTo>
                  <a:lnTo>
                    <a:pt x="6306476" y="6028"/>
                  </a:lnTo>
                  <a:lnTo>
                    <a:pt x="6306594" y="6028"/>
                  </a:lnTo>
                  <a:lnTo>
                    <a:pt x="6306712" y="6028"/>
                  </a:lnTo>
                  <a:lnTo>
                    <a:pt x="6306829" y="6028"/>
                  </a:lnTo>
                  <a:lnTo>
                    <a:pt x="6306947" y="6028"/>
                  </a:lnTo>
                  <a:lnTo>
                    <a:pt x="6307064" y="6028"/>
                  </a:lnTo>
                  <a:lnTo>
                    <a:pt x="6307182" y="6028"/>
                  </a:lnTo>
                  <a:lnTo>
                    <a:pt x="6307300" y="6028"/>
                  </a:lnTo>
                  <a:lnTo>
                    <a:pt x="6307417" y="6028"/>
                  </a:lnTo>
                  <a:lnTo>
                    <a:pt x="6307535" y="6028"/>
                  </a:lnTo>
                  <a:lnTo>
                    <a:pt x="6307653" y="6028"/>
                  </a:lnTo>
                  <a:lnTo>
                    <a:pt x="6307770" y="6028"/>
                  </a:lnTo>
                  <a:lnTo>
                    <a:pt x="6307888" y="6028"/>
                  </a:lnTo>
                  <a:lnTo>
                    <a:pt x="6308005" y="6028"/>
                  </a:lnTo>
                  <a:lnTo>
                    <a:pt x="6308123" y="6028"/>
                  </a:lnTo>
                  <a:lnTo>
                    <a:pt x="6308241" y="6028"/>
                  </a:lnTo>
                  <a:lnTo>
                    <a:pt x="6308358" y="6028"/>
                  </a:lnTo>
                  <a:lnTo>
                    <a:pt x="6308476" y="6028"/>
                  </a:lnTo>
                  <a:lnTo>
                    <a:pt x="6308593" y="6028"/>
                  </a:lnTo>
                  <a:lnTo>
                    <a:pt x="6308711" y="6028"/>
                  </a:lnTo>
                  <a:lnTo>
                    <a:pt x="6308829" y="6028"/>
                  </a:lnTo>
                  <a:lnTo>
                    <a:pt x="6308946" y="6028"/>
                  </a:lnTo>
                  <a:lnTo>
                    <a:pt x="6309064" y="6028"/>
                  </a:lnTo>
                  <a:lnTo>
                    <a:pt x="6309182" y="6028"/>
                  </a:lnTo>
                  <a:lnTo>
                    <a:pt x="6309299" y="6028"/>
                  </a:lnTo>
                  <a:lnTo>
                    <a:pt x="6309417" y="6028"/>
                  </a:lnTo>
                  <a:lnTo>
                    <a:pt x="6309534" y="6028"/>
                  </a:lnTo>
                  <a:lnTo>
                    <a:pt x="6309652" y="6028"/>
                  </a:lnTo>
                  <a:lnTo>
                    <a:pt x="6309770" y="6028"/>
                  </a:lnTo>
                  <a:lnTo>
                    <a:pt x="6309887" y="6028"/>
                  </a:lnTo>
                  <a:lnTo>
                    <a:pt x="6310005" y="6028"/>
                  </a:lnTo>
                  <a:lnTo>
                    <a:pt x="6310122" y="6028"/>
                  </a:lnTo>
                  <a:lnTo>
                    <a:pt x="6310240" y="6028"/>
                  </a:lnTo>
                  <a:lnTo>
                    <a:pt x="6310358" y="6028"/>
                  </a:lnTo>
                  <a:lnTo>
                    <a:pt x="6310475" y="6028"/>
                  </a:lnTo>
                  <a:lnTo>
                    <a:pt x="6310593" y="6028"/>
                  </a:lnTo>
                  <a:lnTo>
                    <a:pt x="6310710" y="6028"/>
                  </a:lnTo>
                  <a:lnTo>
                    <a:pt x="6310828" y="6028"/>
                  </a:lnTo>
                  <a:lnTo>
                    <a:pt x="6310946" y="6028"/>
                  </a:lnTo>
                  <a:lnTo>
                    <a:pt x="6311063" y="6028"/>
                  </a:lnTo>
                  <a:lnTo>
                    <a:pt x="6311181" y="6028"/>
                  </a:lnTo>
                  <a:lnTo>
                    <a:pt x="6311299" y="6028"/>
                  </a:lnTo>
                  <a:lnTo>
                    <a:pt x="6311416" y="6028"/>
                  </a:lnTo>
                  <a:lnTo>
                    <a:pt x="6311534" y="6028"/>
                  </a:lnTo>
                  <a:lnTo>
                    <a:pt x="6311651" y="6028"/>
                  </a:lnTo>
                  <a:lnTo>
                    <a:pt x="6311769" y="6028"/>
                  </a:lnTo>
                  <a:lnTo>
                    <a:pt x="6311887" y="6028"/>
                  </a:lnTo>
                  <a:lnTo>
                    <a:pt x="6312004" y="6028"/>
                  </a:lnTo>
                  <a:lnTo>
                    <a:pt x="6312122" y="6028"/>
                  </a:lnTo>
                  <a:lnTo>
                    <a:pt x="6312239" y="6028"/>
                  </a:lnTo>
                  <a:lnTo>
                    <a:pt x="6312357" y="6028"/>
                  </a:lnTo>
                  <a:lnTo>
                    <a:pt x="6312357" y="5597"/>
                  </a:lnTo>
                  <a:lnTo>
                    <a:pt x="6312475" y="5597"/>
                  </a:lnTo>
                  <a:lnTo>
                    <a:pt x="6312592" y="5597"/>
                  </a:lnTo>
                  <a:lnTo>
                    <a:pt x="6312592" y="5167"/>
                  </a:lnTo>
                  <a:lnTo>
                    <a:pt x="6312710" y="5167"/>
                  </a:lnTo>
                  <a:lnTo>
                    <a:pt x="6312828" y="5167"/>
                  </a:lnTo>
                  <a:lnTo>
                    <a:pt x="6312945" y="5167"/>
                  </a:lnTo>
                  <a:lnTo>
                    <a:pt x="6313063" y="5167"/>
                  </a:lnTo>
                  <a:lnTo>
                    <a:pt x="6313180" y="5167"/>
                  </a:lnTo>
                  <a:lnTo>
                    <a:pt x="6313298" y="5167"/>
                  </a:lnTo>
                  <a:lnTo>
                    <a:pt x="6313416" y="5167"/>
                  </a:lnTo>
                  <a:lnTo>
                    <a:pt x="6313533" y="5167"/>
                  </a:lnTo>
                  <a:lnTo>
                    <a:pt x="6313651" y="5167"/>
                  </a:lnTo>
                  <a:lnTo>
                    <a:pt x="6313768" y="5167"/>
                  </a:lnTo>
                  <a:lnTo>
                    <a:pt x="6313768" y="4736"/>
                  </a:lnTo>
                  <a:lnTo>
                    <a:pt x="6313768" y="4306"/>
                  </a:lnTo>
                  <a:lnTo>
                    <a:pt x="6313886" y="4306"/>
                  </a:lnTo>
                  <a:lnTo>
                    <a:pt x="6313886" y="3875"/>
                  </a:lnTo>
                  <a:lnTo>
                    <a:pt x="6314004" y="3875"/>
                  </a:lnTo>
                  <a:lnTo>
                    <a:pt x="6314121" y="3875"/>
                  </a:lnTo>
                  <a:lnTo>
                    <a:pt x="6314239" y="3875"/>
                  </a:lnTo>
                  <a:lnTo>
                    <a:pt x="6314357" y="3875"/>
                  </a:lnTo>
                  <a:lnTo>
                    <a:pt x="6314474" y="3875"/>
                  </a:lnTo>
                  <a:lnTo>
                    <a:pt x="6314592" y="3875"/>
                  </a:lnTo>
                  <a:lnTo>
                    <a:pt x="6314709" y="3875"/>
                  </a:lnTo>
                  <a:lnTo>
                    <a:pt x="6314827" y="3875"/>
                  </a:lnTo>
                  <a:lnTo>
                    <a:pt x="6314945" y="3875"/>
                  </a:lnTo>
                  <a:lnTo>
                    <a:pt x="6315062" y="3875"/>
                  </a:lnTo>
                  <a:lnTo>
                    <a:pt x="6315180" y="3875"/>
                  </a:lnTo>
                  <a:lnTo>
                    <a:pt x="6315297" y="3875"/>
                  </a:lnTo>
                  <a:lnTo>
                    <a:pt x="6315415" y="3875"/>
                  </a:lnTo>
                  <a:lnTo>
                    <a:pt x="6315533" y="3875"/>
                  </a:lnTo>
                  <a:lnTo>
                    <a:pt x="6315650" y="3875"/>
                  </a:lnTo>
                  <a:lnTo>
                    <a:pt x="6315768" y="3875"/>
                  </a:lnTo>
                  <a:lnTo>
                    <a:pt x="6315886" y="3875"/>
                  </a:lnTo>
                  <a:lnTo>
                    <a:pt x="6316003" y="3875"/>
                  </a:lnTo>
                  <a:lnTo>
                    <a:pt x="6316121" y="3875"/>
                  </a:lnTo>
                  <a:lnTo>
                    <a:pt x="6316238" y="3875"/>
                  </a:lnTo>
                  <a:lnTo>
                    <a:pt x="6316356" y="3875"/>
                  </a:lnTo>
                  <a:lnTo>
                    <a:pt x="6316474" y="3875"/>
                  </a:lnTo>
                  <a:lnTo>
                    <a:pt x="6316591" y="3875"/>
                  </a:lnTo>
                  <a:lnTo>
                    <a:pt x="6316709" y="3875"/>
                  </a:lnTo>
                  <a:lnTo>
                    <a:pt x="6316826" y="3875"/>
                  </a:lnTo>
                  <a:lnTo>
                    <a:pt x="6316944" y="3875"/>
                  </a:lnTo>
                  <a:lnTo>
                    <a:pt x="6317062" y="3875"/>
                  </a:lnTo>
                  <a:lnTo>
                    <a:pt x="6317179" y="3875"/>
                  </a:lnTo>
                  <a:lnTo>
                    <a:pt x="6317297" y="3875"/>
                  </a:lnTo>
                  <a:lnTo>
                    <a:pt x="6317415" y="3875"/>
                  </a:lnTo>
                  <a:lnTo>
                    <a:pt x="6317532" y="3875"/>
                  </a:lnTo>
                  <a:lnTo>
                    <a:pt x="6317650" y="3875"/>
                  </a:lnTo>
                  <a:lnTo>
                    <a:pt x="6317767" y="3875"/>
                  </a:lnTo>
                  <a:lnTo>
                    <a:pt x="6317885" y="3875"/>
                  </a:lnTo>
                  <a:lnTo>
                    <a:pt x="6318003" y="3875"/>
                  </a:lnTo>
                  <a:lnTo>
                    <a:pt x="6318120" y="3875"/>
                  </a:lnTo>
                  <a:lnTo>
                    <a:pt x="6318238" y="3875"/>
                  </a:lnTo>
                  <a:lnTo>
                    <a:pt x="6318355" y="3875"/>
                  </a:lnTo>
                  <a:lnTo>
                    <a:pt x="6318473" y="3875"/>
                  </a:lnTo>
                  <a:lnTo>
                    <a:pt x="6318591" y="3875"/>
                  </a:lnTo>
                  <a:lnTo>
                    <a:pt x="6318708" y="3875"/>
                  </a:lnTo>
                  <a:lnTo>
                    <a:pt x="6318826" y="3875"/>
                  </a:lnTo>
                  <a:lnTo>
                    <a:pt x="6318943" y="3875"/>
                  </a:lnTo>
                  <a:lnTo>
                    <a:pt x="6319061" y="3875"/>
                  </a:lnTo>
                  <a:lnTo>
                    <a:pt x="6319179" y="3875"/>
                  </a:lnTo>
                  <a:lnTo>
                    <a:pt x="6319296" y="3875"/>
                  </a:lnTo>
                  <a:lnTo>
                    <a:pt x="6319414" y="3875"/>
                  </a:lnTo>
                  <a:lnTo>
                    <a:pt x="6319532" y="3875"/>
                  </a:lnTo>
                  <a:lnTo>
                    <a:pt x="6319649" y="3875"/>
                  </a:lnTo>
                  <a:lnTo>
                    <a:pt x="6319767" y="3875"/>
                  </a:lnTo>
                  <a:lnTo>
                    <a:pt x="6319884" y="3875"/>
                  </a:lnTo>
                  <a:lnTo>
                    <a:pt x="6320002" y="3875"/>
                  </a:lnTo>
                  <a:lnTo>
                    <a:pt x="6320120" y="3875"/>
                  </a:lnTo>
                  <a:lnTo>
                    <a:pt x="6320237" y="3875"/>
                  </a:lnTo>
                  <a:lnTo>
                    <a:pt x="6320355" y="3875"/>
                  </a:lnTo>
                  <a:lnTo>
                    <a:pt x="6320472" y="3875"/>
                  </a:lnTo>
                  <a:lnTo>
                    <a:pt x="6320590" y="3875"/>
                  </a:lnTo>
                  <a:lnTo>
                    <a:pt x="6320708" y="3875"/>
                  </a:lnTo>
                  <a:lnTo>
                    <a:pt x="6320825" y="3875"/>
                  </a:lnTo>
                  <a:lnTo>
                    <a:pt x="6320943" y="3875"/>
                  </a:lnTo>
                  <a:lnTo>
                    <a:pt x="6320943" y="3444"/>
                  </a:lnTo>
                  <a:lnTo>
                    <a:pt x="6321061" y="3444"/>
                  </a:lnTo>
                  <a:lnTo>
                    <a:pt x="6321178" y="3444"/>
                  </a:lnTo>
                  <a:lnTo>
                    <a:pt x="6321178" y="3014"/>
                  </a:lnTo>
                  <a:lnTo>
                    <a:pt x="6321296" y="3014"/>
                  </a:lnTo>
                  <a:lnTo>
                    <a:pt x="6321413" y="3014"/>
                  </a:lnTo>
                  <a:lnTo>
                    <a:pt x="6321531" y="3014"/>
                  </a:lnTo>
                  <a:lnTo>
                    <a:pt x="6321649" y="3014"/>
                  </a:lnTo>
                  <a:lnTo>
                    <a:pt x="6321766" y="3014"/>
                  </a:lnTo>
                  <a:lnTo>
                    <a:pt x="6321884" y="3014"/>
                  </a:lnTo>
                  <a:lnTo>
                    <a:pt x="6322001" y="3014"/>
                  </a:lnTo>
                  <a:lnTo>
                    <a:pt x="6322119" y="3014"/>
                  </a:lnTo>
                  <a:lnTo>
                    <a:pt x="6322237" y="3014"/>
                  </a:lnTo>
                  <a:lnTo>
                    <a:pt x="6322354" y="3014"/>
                  </a:lnTo>
                  <a:lnTo>
                    <a:pt x="6322472" y="3014"/>
                  </a:lnTo>
                  <a:lnTo>
                    <a:pt x="6322590" y="3014"/>
                  </a:lnTo>
                  <a:lnTo>
                    <a:pt x="6322707" y="3014"/>
                  </a:lnTo>
                  <a:lnTo>
                    <a:pt x="6322825" y="3014"/>
                  </a:lnTo>
                  <a:lnTo>
                    <a:pt x="6322942" y="3014"/>
                  </a:lnTo>
                  <a:lnTo>
                    <a:pt x="6323060" y="3014"/>
                  </a:lnTo>
                  <a:lnTo>
                    <a:pt x="6323178" y="3014"/>
                  </a:lnTo>
                  <a:lnTo>
                    <a:pt x="6323295" y="3014"/>
                  </a:lnTo>
                  <a:lnTo>
                    <a:pt x="6323413" y="3014"/>
                  </a:lnTo>
                  <a:lnTo>
                    <a:pt x="6323530" y="3014"/>
                  </a:lnTo>
                  <a:lnTo>
                    <a:pt x="6323648" y="3014"/>
                  </a:lnTo>
                  <a:lnTo>
                    <a:pt x="6323766" y="3014"/>
                  </a:lnTo>
                  <a:lnTo>
                    <a:pt x="6323883" y="3014"/>
                  </a:lnTo>
                  <a:lnTo>
                    <a:pt x="6324001" y="3014"/>
                  </a:lnTo>
                  <a:lnTo>
                    <a:pt x="6324119" y="3014"/>
                  </a:lnTo>
                  <a:lnTo>
                    <a:pt x="6324236" y="3014"/>
                  </a:lnTo>
                  <a:lnTo>
                    <a:pt x="6324354" y="3014"/>
                  </a:lnTo>
                  <a:lnTo>
                    <a:pt x="6324471" y="3014"/>
                  </a:lnTo>
                  <a:lnTo>
                    <a:pt x="6324589" y="3014"/>
                  </a:lnTo>
                  <a:lnTo>
                    <a:pt x="6324707" y="3014"/>
                  </a:lnTo>
                  <a:lnTo>
                    <a:pt x="6324824" y="3014"/>
                  </a:lnTo>
                  <a:lnTo>
                    <a:pt x="6324942" y="3014"/>
                  </a:lnTo>
                  <a:lnTo>
                    <a:pt x="6325059" y="3014"/>
                  </a:lnTo>
                  <a:lnTo>
                    <a:pt x="6325177" y="3014"/>
                  </a:lnTo>
                  <a:lnTo>
                    <a:pt x="6325295" y="3014"/>
                  </a:lnTo>
                  <a:lnTo>
                    <a:pt x="6325412" y="3014"/>
                  </a:lnTo>
                  <a:lnTo>
                    <a:pt x="6325530" y="3014"/>
                  </a:lnTo>
                  <a:lnTo>
                    <a:pt x="6325648" y="3014"/>
                  </a:lnTo>
                  <a:lnTo>
                    <a:pt x="6325765" y="3014"/>
                  </a:lnTo>
                  <a:lnTo>
                    <a:pt x="6325883" y="3014"/>
                  </a:lnTo>
                  <a:lnTo>
                    <a:pt x="6326000" y="3014"/>
                  </a:lnTo>
                  <a:lnTo>
                    <a:pt x="6326000" y="2583"/>
                  </a:lnTo>
                  <a:lnTo>
                    <a:pt x="6326118" y="2583"/>
                  </a:lnTo>
                  <a:lnTo>
                    <a:pt x="6326236" y="2583"/>
                  </a:lnTo>
                  <a:lnTo>
                    <a:pt x="6326353" y="2583"/>
                  </a:lnTo>
                  <a:lnTo>
                    <a:pt x="6326471" y="2583"/>
                  </a:lnTo>
                  <a:lnTo>
                    <a:pt x="6326588" y="2583"/>
                  </a:lnTo>
                  <a:lnTo>
                    <a:pt x="6326706" y="2583"/>
                  </a:lnTo>
                  <a:lnTo>
                    <a:pt x="6326824" y="2583"/>
                  </a:lnTo>
                  <a:lnTo>
                    <a:pt x="6326941" y="2583"/>
                  </a:lnTo>
                  <a:lnTo>
                    <a:pt x="6327059" y="2583"/>
                  </a:lnTo>
                  <a:lnTo>
                    <a:pt x="6327176" y="2583"/>
                  </a:lnTo>
                  <a:lnTo>
                    <a:pt x="6327294" y="2583"/>
                  </a:lnTo>
                  <a:lnTo>
                    <a:pt x="6327412" y="2583"/>
                  </a:lnTo>
                  <a:lnTo>
                    <a:pt x="6327529" y="2583"/>
                  </a:lnTo>
                  <a:lnTo>
                    <a:pt x="6327647" y="2583"/>
                  </a:lnTo>
                  <a:lnTo>
                    <a:pt x="6327765" y="2583"/>
                  </a:lnTo>
                  <a:lnTo>
                    <a:pt x="6327882" y="2583"/>
                  </a:lnTo>
                  <a:lnTo>
                    <a:pt x="6328000" y="2583"/>
                  </a:lnTo>
                  <a:lnTo>
                    <a:pt x="6328117" y="2583"/>
                  </a:lnTo>
                  <a:lnTo>
                    <a:pt x="6328235" y="2583"/>
                  </a:lnTo>
                  <a:lnTo>
                    <a:pt x="6328353" y="2583"/>
                  </a:lnTo>
                  <a:lnTo>
                    <a:pt x="6328470" y="2583"/>
                  </a:lnTo>
                  <a:lnTo>
                    <a:pt x="6328588" y="2583"/>
                  </a:lnTo>
                  <a:lnTo>
                    <a:pt x="6328705" y="2583"/>
                  </a:lnTo>
                  <a:lnTo>
                    <a:pt x="6328823" y="2583"/>
                  </a:lnTo>
                  <a:lnTo>
                    <a:pt x="6328941" y="2583"/>
                  </a:lnTo>
                  <a:lnTo>
                    <a:pt x="6329058" y="2583"/>
                  </a:lnTo>
                  <a:lnTo>
                    <a:pt x="6329176" y="2583"/>
                  </a:lnTo>
                  <a:lnTo>
                    <a:pt x="6329294" y="2583"/>
                  </a:lnTo>
                  <a:lnTo>
                    <a:pt x="6329411" y="2583"/>
                  </a:lnTo>
                  <a:lnTo>
                    <a:pt x="6329529" y="2583"/>
                  </a:lnTo>
                  <a:lnTo>
                    <a:pt x="6329646" y="2583"/>
                  </a:lnTo>
                  <a:lnTo>
                    <a:pt x="6329764" y="2583"/>
                  </a:lnTo>
                  <a:lnTo>
                    <a:pt x="6329882" y="2583"/>
                  </a:lnTo>
                  <a:lnTo>
                    <a:pt x="6329999" y="2583"/>
                  </a:lnTo>
                  <a:lnTo>
                    <a:pt x="6330117" y="2583"/>
                  </a:lnTo>
                  <a:lnTo>
                    <a:pt x="6330234" y="2583"/>
                  </a:lnTo>
                  <a:lnTo>
                    <a:pt x="6330352" y="2583"/>
                  </a:lnTo>
                  <a:lnTo>
                    <a:pt x="6330470" y="2583"/>
                  </a:lnTo>
                  <a:lnTo>
                    <a:pt x="6330587" y="2583"/>
                  </a:lnTo>
                  <a:lnTo>
                    <a:pt x="6330705" y="2583"/>
                  </a:lnTo>
                  <a:lnTo>
                    <a:pt x="6330823" y="2583"/>
                  </a:lnTo>
                  <a:lnTo>
                    <a:pt x="6330940" y="2583"/>
                  </a:lnTo>
                  <a:lnTo>
                    <a:pt x="6331058" y="2583"/>
                  </a:lnTo>
                  <a:lnTo>
                    <a:pt x="6331175" y="2583"/>
                  </a:lnTo>
                  <a:lnTo>
                    <a:pt x="6331293" y="2583"/>
                  </a:lnTo>
                  <a:lnTo>
                    <a:pt x="6331411" y="2583"/>
                  </a:lnTo>
                  <a:lnTo>
                    <a:pt x="6331528" y="2583"/>
                  </a:lnTo>
                  <a:lnTo>
                    <a:pt x="6331646" y="2583"/>
                  </a:lnTo>
                  <a:lnTo>
                    <a:pt x="6331763" y="2583"/>
                  </a:lnTo>
                  <a:lnTo>
                    <a:pt x="6331881" y="2583"/>
                  </a:lnTo>
                  <a:lnTo>
                    <a:pt x="6331999" y="2583"/>
                  </a:lnTo>
                  <a:lnTo>
                    <a:pt x="6332116" y="2583"/>
                  </a:lnTo>
                  <a:lnTo>
                    <a:pt x="6332234" y="2583"/>
                  </a:lnTo>
                  <a:lnTo>
                    <a:pt x="6332352" y="2583"/>
                  </a:lnTo>
                  <a:lnTo>
                    <a:pt x="6332469" y="2583"/>
                  </a:lnTo>
                  <a:lnTo>
                    <a:pt x="6332587" y="2583"/>
                  </a:lnTo>
                  <a:lnTo>
                    <a:pt x="6332704" y="2583"/>
                  </a:lnTo>
                  <a:lnTo>
                    <a:pt x="6332822" y="2583"/>
                  </a:lnTo>
                  <a:lnTo>
                    <a:pt x="6332940" y="2583"/>
                  </a:lnTo>
                  <a:lnTo>
                    <a:pt x="6333057" y="2583"/>
                  </a:lnTo>
                  <a:lnTo>
                    <a:pt x="6333175" y="2583"/>
                  </a:lnTo>
                  <a:lnTo>
                    <a:pt x="6333292" y="2583"/>
                  </a:lnTo>
                  <a:lnTo>
                    <a:pt x="6333410" y="2583"/>
                  </a:lnTo>
                  <a:lnTo>
                    <a:pt x="6333528" y="2583"/>
                  </a:lnTo>
                  <a:lnTo>
                    <a:pt x="6333645" y="2583"/>
                  </a:lnTo>
                  <a:lnTo>
                    <a:pt x="6333763" y="2583"/>
                  </a:lnTo>
                  <a:lnTo>
                    <a:pt x="6333881" y="2583"/>
                  </a:lnTo>
                  <a:lnTo>
                    <a:pt x="6333998" y="2583"/>
                  </a:lnTo>
                  <a:lnTo>
                    <a:pt x="6334116" y="2583"/>
                  </a:lnTo>
                  <a:lnTo>
                    <a:pt x="6334233" y="2583"/>
                  </a:lnTo>
                  <a:lnTo>
                    <a:pt x="6334351" y="2583"/>
                  </a:lnTo>
                  <a:lnTo>
                    <a:pt x="6334469" y="2583"/>
                  </a:lnTo>
                  <a:lnTo>
                    <a:pt x="6334586" y="2583"/>
                  </a:lnTo>
                  <a:lnTo>
                    <a:pt x="6334704" y="2583"/>
                  </a:lnTo>
                  <a:lnTo>
                    <a:pt x="6334821" y="2583"/>
                  </a:lnTo>
                  <a:lnTo>
                    <a:pt x="6334939" y="2583"/>
                  </a:lnTo>
                  <a:lnTo>
                    <a:pt x="6335057" y="2583"/>
                  </a:lnTo>
                  <a:lnTo>
                    <a:pt x="6335174" y="2583"/>
                  </a:lnTo>
                  <a:lnTo>
                    <a:pt x="6335292" y="2583"/>
                  </a:lnTo>
                  <a:lnTo>
                    <a:pt x="6335409" y="2583"/>
                  </a:lnTo>
                  <a:lnTo>
                    <a:pt x="6335527" y="2583"/>
                  </a:lnTo>
                  <a:lnTo>
                    <a:pt x="6335645" y="2583"/>
                  </a:lnTo>
                  <a:lnTo>
                    <a:pt x="6335762" y="2583"/>
                  </a:lnTo>
                  <a:lnTo>
                    <a:pt x="6335880" y="2583"/>
                  </a:lnTo>
                  <a:lnTo>
                    <a:pt x="6335880" y="2153"/>
                  </a:lnTo>
                  <a:lnTo>
                    <a:pt x="6335998" y="2153"/>
                  </a:lnTo>
                  <a:lnTo>
                    <a:pt x="6335998" y="1722"/>
                  </a:lnTo>
                  <a:lnTo>
                    <a:pt x="6336115" y="1722"/>
                  </a:lnTo>
                  <a:lnTo>
                    <a:pt x="6336233" y="1722"/>
                  </a:lnTo>
                  <a:lnTo>
                    <a:pt x="6336350" y="1722"/>
                  </a:lnTo>
                  <a:lnTo>
                    <a:pt x="6336468" y="1722"/>
                  </a:lnTo>
                  <a:lnTo>
                    <a:pt x="6336586" y="1722"/>
                  </a:lnTo>
                  <a:lnTo>
                    <a:pt x="6336703" y="1722"/>
                  </a:lnTo>
                  <a:lnTo>
                    <a:pt x="6336821" y="1722"/>
                  </a:lnTo>
                  <a:lnTo>
                    <a:pt x="6336938" y="1722"/>
                  </a:lnTo>
                  <a:lnTo>
                    <a:pt x="6337056" y="1722"/>
                  </a:lnTo>
                  <a:lnTo>
                    <a:pt x="6337174" y="1722"/>
                  </a:lnTo>
                  <a:lnTo>
                    <a:pt x="6337291" y="1722"/>
                  </a:lnTo>
                  <a:lnTo>
                    <a:pt x="6337409" y="1722"/>
                  </a:lnTo>
                  <a:lnTo>
                    <a:pt x="6337527" y="1722"/>
                  </a:lnTo>
                  <a:lnTo>
                    <a:pt x="6337644" y="1722"/>
                  </a:lnTo>
                  <a:lnTo>
                    <a:pt x="6337762" y="1722"/>
                  </a:lnTo>
                  <a:lnTo>
                    <a:pt x="6337879" y="1722"/>
                  </a:lnTo>
                  <a:lnTo>
                    <a:pt x="6337997" y="1722"/>
                  </a:lnTo>
                  <a:lnTo>
                    <a:pt x="6338115" y="1722"/>
                  </a:lnTo>
                  <a:lnTo>
                    <a:pt x="6338232" y="1722"/>
                  </a:lnTo>
                  <a:lnTo>
                    <a:pt x="6338350" y="1722"/>
                  </a:lnTo>
                  <a:lnTo>
                    <a:pt x="6338467" y="1722"/>
                  </a:lnTo>
                  <a:lnTo>
                    <a:pt x="6338585" y="1722"/>
                  </a:lnTo>
                  <a:lnTo>
                    <a:pt x="6338703" y="1722"/>
                  </a:lnTo>
                  <a:lnTo>
                    <a:pt x="6338703" y="1291"/>
                  </a:lnTo>
                  <a:lnTo>
                    <a:pt x="6338820" y="1291"/>
                  </a:lnTo>
                  <a:lnTo>
                    <a:pt x="6338938" y="1291"/>
                  </a:lnTo>
                  <a:lnTo>
                    <a:pt x="6339056" y="1291"/>
                  </a:lnTo>
                  <a:lnTo>
                    <a:pt x="6339173" y="1291"/>
                  </a:lnTo>
                  <a:lnTo>
                    <a:pt x="6339291" y="1291"/>
                  </a:lnTo>
                  <a:lnTo>
                    <a:pt x="6339408" y="1291"/>
                  </a:lnTo>
                  <a:lnTo>
                    <a:pt x="6339526" y="1291"/>
                  </a:lnTo>
                  <a:lnTo>
                    <a:pt x="6339644" y="1291"/>
                  </a:lnTo>
                  <a:lnTo>
                    <a:pt x="6339761" y="1291"/>
                  </a:lnTo>
                  <a:lnTo>
                    <a:pt x="6339761" y="861"/>
                  </a:lnTo>
                  <a:lnTo>
                    <a:pt x="6339879" y="861"/>
                  </a:lnTo>
                  <a:lnTo>
                    <a:pt x="6339996" y="861"/>
                  </a:lnTo>
                  <a:lnTo>
                    <a:pt x="6339996" y="430"/>
                  </a:lnTo>
                  <a:lnTo>
                    <a:pt x="6340114" y="430"/>
                  </a:lnTo>
                  <a:lnTo>
                    <a:pt x="6340232" y="430"/>
                  </a:lnTo>
                  <a:lnTo>
                    <a:pt x="6340349" y="430"/>
                  </a:lnTo>
                  <a:lnTo>
                    <a:pt x="6340349" y="0"/>
                  </a:lnTo>
                  <a:lnTo>
                    <a:pt x="6340349" y="0"/>
                  </a:lnTo>
                  <a:lnTo>
                    <a:pt x="6340467" y="0"/>
                  </a:lnTo>
                  <a:lnTo>
                    <a:pt x="6340585" y="0"/>
                  </a:lnTo>
                  <a:lnTo>
                    <a:pt x="6340585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652822" y="641017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1652822" y="69589"/>
              <a:ext cx="6340585" cy="6340585"/>
            </a:xfrm>
            <a:prstGeom prst="rect">
              <a:avLst/>
            </a:prstGeom>
            <a:ln w="1626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1341475" y="6363128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0.00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341475" y="4777981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1341475" y="3192835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0.50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341475" y="1607689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0.75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341475" y="22543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1.00</a:t>
              </a:r>
            </a:p>
          </p:txBody>
        </p:sp>
        <p:sp>
          <p:nvSpPr>
            <p:cNvPr id="35" name="pl35"/>
            <p:cNvSpPr/>
            <p:nvPr/>
          </p:nvSpPr>
          <p:spPr>
            <a:xfrm>
              <a:off x="1618027" y="641017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618027" y="482502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618027" y="323988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618027" y="165473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618027" y="6958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1652822" y="64101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3237968" y="64101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4823114" y="64101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6408261" y="64101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7993407" y="64101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1528463" y="6472804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113610" y="6472804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0.25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98756" y="6472804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83902" y="6472804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0.75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869048" y="6472804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1.00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4334459" y="6632322"/>
              <a:ext cx="977310" cy="1176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1 - specificity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829181" y="3181039"/>
              <a:ext cx="760506" cy="1176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Sensitivity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5694299" y="4633556"/>
              <a:ext cx="2061981" cy="101700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763888" y="470314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5785834" y="481287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763888" y="4922601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785834" y="5032329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5763888" y="5142057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5785834" y="525178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5763888" y="5361513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5785834" y="5471241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tx61"/>
            <p:cNvSpPr/>
            <p:nvPr/>
          </p:nvSpPr>
          <p:spPr>
            <a:xfrm>
              <a:off x="6052933" y="4762398"/>
              <a:ext cx="1235720" cy="1009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TyG (AUC = 0.642)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6052933" y="4981854"/>
              <a:ext cx="1633758" cy="1009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TyG-ABSI (AUC = 0.718)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6052933" y="5201310"/>
              <a:ext cx="1206825" cy="1009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AIP (AUC = 0.613)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6052933" y="5420766"/>
              <a:ext cx="1576517" cy="1009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METS-IR (AUC = 0.673)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081003" y="0"/>
              <a:ext cx="6981992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1652822" y="69589"/>
              <a:ext cx="6340585" cy="634058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652822" y="5617600"/>
              <a:ext cx="6340585" cy="0"/>
            </a:xfrm>
            <a:custGeom>
              <a:avLst/>
              <a:pathLst>
                <a:path w="6340585" h="0">
                  <a:moveTo>
                    <a:pt x="0" y="0"/>
                  </a:moveTo>
                  <a:lnTo>
                    <a:pt x="6340585" y="0"/>
                  </a:lnTo>
                  <a:lnTo>
                    <a:pt x="6340585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652822" y="4032454"/>
              <a:ext cx="6340585" cy="0"/>
            </a:xfrm>
            <a:custGeom>
              <a:avLst/>
              <a:pathLst>
                <a:path w="6340585" h="0">
                  <a:moveTo>
                    <a:pt x="0" y="0"/>
                  </a:moveTo>
                  <a:lnTo>
                    <a:pt x="6340585" y="0"/>
                  </a:lnTo>
                  <a:lnTo>
                    <a:pt x="6340585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2822" y="2447308"/>
              <a:ext cx="6340585" cy="0"/>
            </a:xfrm>
            <a:custGeom>
              <a:avLst/>
              <a:pathLst>
                <a:path w="6340585" h="0">
                  <a:moveTo>
                    <a:pt x="0" y="0"/>
                  </a:moveTo>
                  <a:lnTo>
                    <a:pt x="6340585" y="0"/>
                  </a:lnTo>
                  <a:lnTo>
                    <a:pt x="6340585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52822" y="862162"/>
              <a:ext cx="6340585" cy="0"/>
            </a:xfrm>
            <a:custGeom>
              <a:avLst/>
              <a:pathLst>
                <a:path w="6340585" h="0">
                  <a:moveTo>
                    <a:pt x="0" y="0"/>
                  </a:moveTo>
                  <a:lnTo>
                    <a:pt x="6340585" y="0"/>
                  </a:lnTo>
                  <a:lnTo>
                    <a:pt x="6340585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445395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30541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615687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200834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652822" y="6410174"/>
              <a:ext cx="6340585" cy="0"/>
            </a:xfrm>
            <a:custGeom>
              <a:avLst/>
              <a:pathLst>
                <a:path w="6340585" h="0">
                  <a:moveTo>
                    <a:pt x="0" y="0"/>
                  </a:moveTo>
                  <a:lnTo>
                    <a:pt x="6340585" y="0"/>
                  </a:lnTo>
                  <a:lnTo>
                    <a:pt x="6340585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652822" y="4825027"/>
              <a:ext cx="6340585" cy="0"/>
            </a:xfrm>
            <a:custGeom>
              <a:avLst/>
              <a:pathLst>
                <a:path w="6340585" h="0">
                  <a:moveTo>
                    <a:pt x="0" y="0"/>
                  </a:moveTo>
                  <a:lnTo>
                    <a:pt x="6340585" y="0"/>
                  </a:lnTo>
                  <a:lnTo>
                    <a:pt x="6340585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52822" y="3239881"/>
              <a:ext cx="6340585" cy="0"/>
            </a:xfrm>
            <a:custGeom>
              <a:avLst/>
              <a:pathLst>
                <a:path w="6340585" h="0">
                  <a:moveTo>
                    <a:pt x="0" y="0"/>
                  </a:moveTo>
                  <a:lnTo>
                    <a:pt x="6340585" y="0"/>
                  </a:lnTo>
                  <a:lnTo>
                    <a:pt x="6340585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52822" y="1654735"/>
              <a:ext cx="6340585" cy="0"/>
            </a:xfrm>
            <a:custGeom>
              <a:avLst/>
              <a:pathLst>
                <a:path w="6340585" h="0">
                  <a:moveTo>
                    <a:pt x="0" y="0"/>
                  </a:moveTo>
                  <a:lnTo>
                    <a:pt x="6340585" y="0"/>
                  </a:lnTo>
                  <a:lnTo>
                    <a:pt x="6340585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652822" y="69589"/>
              <a:ext cx="6340585" cy="0"/>
            </a:xfrm>
            <a:custGeom>
              <a:avLst/>
              <a:pathLst>
                <a:path w="6340585" h="0">
                  <a:moveTo>
                    <a:pt x="0" y="0"/>
                  </a:moveTo>
                  <a:lnTo>
                    <a:pt x="6340585" y="0"/>
                  </a:lnTo>
                  <a:lnTo>
                    <a:pt x="6340585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652822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237968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823114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408261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993407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652822" y="69589"/>
              <a:ext cx="6340585" cy="6340585"/>
            </a:xfrm>
            <a:custGeom>
              <a:avLst/>
              <a:pathLst>
                <a:path w="6340585" h="6340585">
                  <a:moveTo>
                    <a:pt x="0" y="6340585"/>
                  </a:moveTo>
                  <a:lnTo>
                    <a:pt x="108" y="6340585"/>
                  </a:lnTo>
                  <a:lnTo>
                    <a:pt x="216" y="6340585"/>
                  </a:lnTo>
                  <a:lnTo>
                    <a:pt x="325" y="6340585"/>
                  </a:lnTo>
                  <a:lnTo>
                    <a:pt x="325" y="6339961"/>
                  </a:lnTo>
                  <a:lnTo>
                    <a:pt x="433" y="6339961"/>
                  </a:lnTo>
                  <a:lnTo>
                    <a:pt x="542" y="6339961"/>
                  </a:lnTo>
                  <a:lnTo>
                    <a:pt x="650" y="6339961"/>
                  </a:lnTo>
                  <a:lnTo>
                    <a:pt x="759" y="6339961"/>
                  </a:lnTo>
                  <a:lnTo>
                    <a:pt x="759" y="6339337"/>
                  </a:lnTo>
                  <a:lnTo>
                    <a:pt x="867" y="6339337"/>
                  </a:lnTo>
                  <a:lnTo>
                    <a:pt x="976" y="6339337"/>
                  </a:lnTo>
                  <a:lnTo>
                    <a:pt x="1084" y="6339337"/>
                  </a:lnTo>
                  <a:lnTo>
                    <a:pt x="1084" y="6338714"/>
                  </a:lnTo>
                  <a:lnTo>
                    <a:pt x="1192" y="6338714"/>
                  </a:lnTo>
                  <a:lnTo>
                    <a:pt x="1301" y="6338714"/>
                  </a:lnTo>
                  <a:lnTo>
                    <a:pt x="1409" y="6338714"/>
                  </a:lnTo>
                  <a:lnTo>
                    <a:pt x="1409" y="6338090"/>
                  </a:lnTo>
                  <a:lnTo>
                    <a:pt x="1518" y="6338090"/>
                  </a:lnTo>
                  <a:lnTo>
                    <a:pt x="1626" y="6338090"/>
                  </a:lnTo>
                  <a:lnTo>
                    <a:pt x="1735" y="6338090"/>
                  </a:lnTo>
                  <a:lnTo>
                    <a:pt x="1843" y="6338090"/>
                  </a:lnTo>
                  <a:lnTo>
                    <a:pt x="1952" y="6338090"/>
                  </a:lnTo>
                  <a:lnTo>
                    <a:pt x="2060" y="6338090"/>
                  </a:lnTo>
                  <a:lnTo>
                    <a:pt x="2168" y="6338090"/>
                  </a:lnTo>
                  <a:lnTo>
                    <a:pt x="2168" y="6337467"/>
                  </a:lnTo>
                  <a:lnTo>
                    <a:pt x="2168" y="6336843"/>
                  </a:lnTo>
                  <a:lnTo>
                    <a:pt x="2277" y="6336843"/>
                  </a:lnTo>
                  <a:lnTo>
                    <a:pt x="2277" y="6336219"/>
                  </a:lnTo>
                  <a:lnTo>
                    <a:pt x="2385" y="6336219"/>
                  </a:lnTo>
                  <a:lnTo>
                    <a:pt x="2494" y="6336219"/>
                  </a:lnTo>
                  <a:lnTo>
                    <a:pt x="2494" y="6335596"/>
                  </a:lnTo>
                  <a:lnTo>
                    <a:pt x="2602" y="6335596"/>
                  </a:lnTo>
                  <a:lnTo>
                    <a:pt x="2711" y="6335596"/>
                  </a:lnTo>
                  <a:lnTo>
                    <a:pt x="2819" y="6335596"/>
                  </a:lnTo>
                  <a:lnTo>
                    <a:pt x="2928" y="6335596"/>
                  </a:lnTo>
                  <a:lnTo>
                    <a:pt x="2928" y="6334972"/>
                  </a:lnTo>
                  <a:lnTo>
                    <a:pt x="3036" y="6334972"/>
                  </a:lnTo>
                  <a:lnTo>
                    <a:pt x="3144" y="6334972"/>
                  </a:lnTo>
                  <a:lnTo>
                    <a:pt x="3253" y="6334972"/>
                  </a:lnTo>
                  <a:lnTo>
                    <a:pt x="3361" y="6334972"/>
                  </a:lnTo>
                  <a:lnTo>
                    <a:pt x="3470" y="6334972"/>
                  </a:lnTo>
                  <a:lnTo>
                    <a:pt x="3578" y="6334972"/>
                  </a:lnTo>
                  <a:lnTo>
                    <a:pt x="3687" y="6334972"/>
                  </a:lnTo>
                  <a:lnTo>
                    <a:pt x="3687" y="6334349"/>
                  </a:lnTo>
                  <a:lnTo>
                    <a:pt x="3795" y="6334349"/>
                  </a:lnTo>
                  <a:lnTo>
                    <a:pt x="3904" y="6334349"/>
                  </a:lnTo>
                  <a:lnTo>
                    <a:pt x="4012" y="6334349"/>
                  </a:lnTo>
                  <a:lnTo>
                    <a:pt x="4120" y="6334349"/>
                  </a:lnTo>
                  <a:lnTo>
                    <a:pt x="4229" y="6334349"/>
                  </a:lnTo>
                  <a:lnTo>
                    <a:pt x="4337" y="6334349"/>
                  </a:lnTo>
                  <a:lnTo>
                    <a:pt x="4446" y="6334349"/>
                  </a:lnTo>
                  <a:lnTo>
                    <a:pt x="4554" y="6334349"/>
                  </a:lnTo>
                  <a:lnTo>
                    <a:pt x="4663" y="6334349"/>
                  </a:lnTo>
                  <a:lnTo>
                    <a:pt x="4771" y="6334349"/>
                  </a:lnTo>
                  <a:lnTo>
                    <a:pt x="4880" y="6334349"/>
                  </a:lnTo>
                  <a:lnTo>
                    <a:pt x="4988" y="6334349"/>
                  </a:lnTo>
                  <a:lnTo>
                    <a:pt x="5097" y="6334349"/>
                  </a:lnTo>
                  <a:lnTo>
                    <a:pt x="5205" y="6334349"/>
                  </a:lnTo>
                  <a:lnTo>
                    <a:pt x="5205" y="6333725"/>
                  </a:lnTo>
                  <a:lnTo>
                    <a:pt x="5313" y="6333725"/>
                  </a:lnTo>
                  <a:lnTo>
                    <a:pt x="5422" y="6333725"/>
                  </a:lnTo>
                  <a:lnTo>
                    <a:pt x="5422" y="6333102"/>
                  </a:lnTo>
                  <a:lnTo>
                    <a:pt x="5422" y="6332478"/>
                  </a:lnTo>
                  <a:lnTo>
                    <a:pt x="5530" y="6332478"/>
                  </a:lnTo>
                  <a:lnTo>
                    <a:pt x="5530" y="6331854"/>
                  </a:lnTo>
                  <a:lnTo>
                    <a:pt x="5639" y="6331854"/>
                  </a:lnTo>
                  <a:lnTo>
                    <a:pt x="5639" y="6331231"/>
                  </a:lnTo>
                  <a:lnTo>
                    <a:pt x="5639" y="6330607"/>
                  </a:lnTo>
                  <a:lnTo>
                    <a:pt x="5747" y="6330607"/>
                  </a:lnTo>
                  <a:lnTo>
                    <a:pt x="5856" y="6330607"/>
                  </a:lnTo>
                  <a:lnTo>
                    <a:pt x="5856" y="6329984"/>
                  </a:lnTo>
                  <a:lnTo>
                    <a:pt x="5964" y="6329984"/>
                  </a:lnTo>
                  <a:lnTo>
                    <a:pt x="6073" y="6329984"/>
                  </a:lnTo>
                  <a:lnTo>
                    <a:pt x="6181" y="6329984"/>
                  </a:lnTo>
                  <a:lnTo>
                    <a:pt x="6289" y="6329984"/>
                  </a:lnTo>
                  <a:lnTo>
                    <a:pt x="6289" y="6329360"/>
                  </a:lnTo>
                  <a:lnTo>
                    <a:pt x="6398" y="6329360"/>
                  </a:lnTo>
                  <a:lnTo>
                    <a:pt x="6506" y="6329360"/>
                  </a:lnTo>
                  <a:lnTo>
                    <a:pt x="6506" y="6328736"/>
                  </a:lnTo>
                  <a:lnTo>
                    <a:pt x="6615" y="6328736"/>
                  </a:lnTo>
                  <a:lnTo>
                    <a:pt x="6723" y="6328736"/>
                  </a:lnTo>
                  <a:lnTo>
                    <a:pt x="6832" y="6328736"/>
                  </a:lnTo>
                  <a:lnTo>
                    <a:pt x="6940" y="6328736"/>
                  </a:lnTo>
                  <a:lnTo>
                    <a:pt x="7049" y="6328736"/>
                  </a:lnTo>
                  <a:lnTo>
                    <a:pt x="7157" y="6328736"/>
                  </a:lnTo>
                  <a:lnTo>
                    <a:pt x="7157" y="6328113"/>
                  </a:lnTo>
                  <a:lnTo>
                    <a:pt x="7157" y="6327489"/>
                  </a:lnTo>
                  <a:lnTo>
                    <a:pt x="7265" y="6327489"/>
                  </a:lnTo>
                  <a:lnTo>
                    <a:pt x="7374" y="6327489"/>
                  </a:lnTo>
                  <a:lnTo>
                    <a:pt x="7482" y="6327489"/>
                  </a:lnTo>
                  <a:lnTo>
                    <a:pt x="7482" y="6326866"/>
                  </a:lnTo>
                  <a:lnTo>
                    <a:pt x="7482" y="6326242"/>
                  </a:lnTo>
                  <a:lnTo>
                    <a:pt x="7482" y="6325619"/>
                  </a:lnTo>
                  <a:lnTo>
                    <a:pt x="7591" y="6325619"/>
                  </a:lnTo>
                  <a:lnTo>
                    <a:pt x="7591" y="6324995"/>
                  </a:lnTo>
                  <a:lnTo>
                    <a:pt x="7699" y="6324995"/>
                  </a:lnTo>
                  <a:lnTo>
                    <a:pt x="7808" y="6324995"/>
                  </a:lnTo>
                  <a:lnTo>
                    <a:pt x="7916" y="6324995"/>
                  </a:lnTo>
                  <a:lnTo>
                    <a:pt x="8025" y="6324995"/>
                  </a:lnTo>
                  <a:lnTo>
                    <a:pt x="8133" y="6324995"/>
                  </a:lnTo>
                  <a:lnTo>
                    <a:pt x="8241" y="6324995"/>
                  </a:lnTo>
                  <a:lnTo>
                    <a:pt x="8350" y="6324995"/>
                  </a:lnTo>
                  <a:lnTo>
                    <a:pt x="8458" y="6324995"/>
                  </a:lnTo>
                  <a:lnTo>
                    <a:pt x="8567" y="6324995"/>
                  </a:lnTo>
                  <a:lnTo>
                    <a:pt x="8675" y="6324995"/>
                  </a:lnTo>
                  <a:lnTo>
                    <a:pt x="8784" y="6324995"/>
                  </a:lnTo>
                  <a:lnTo>
                    <a:pt x="8784" y="6324371"/>
                  </a:lnTo>
                  <a:lnTo>
                    <a:pt x="8892" y="6324371"/>
                  </a:lnTo>
                  <a:lnTo>
                    <a:pt x="8892" y="6323748"/>
                  </a:lnTo>
                  <a:lnTo>
                    <a:pt x="9001" y="6323748"/>
                  </a:lnTo>
                  <a:lnTo>
                    <a:pt x="9109" y="6323748"/>
                  </a:lnTo>
                  <a:lnTo>
                    <a:pt x="9218" y="6323748"/>
                  </a:lnTo>
                  <a:lnTo>
                    <a:pt x="9326" y="6323748"/>
                  </a:lnTo>
                  <a:lnTo>
                    <a:pt x="9434" y="6323748"/>
                  </a:lnTo>
                  <a:lnTo>
                    <a:pt x="9543" y="6323748"/>
                  </a:lnTo>
                  <a:lnTo>
                    <a:pt x="9543" y="6323124"/>
                  </a:lnTo>
                  <a:lnTo>
                    <a:pt x="9543" y="6322501"/>
                  </a:lnTo>
                  <a:lnTo>
                    <a:pt x="9651" y="6322501"/>
                  </a:lnTo>
                  <a:lnTo>
                    <a:pt x="9760" y="6322501"/>
                  </a:lnTo>
                  <a:lnTo>
                    <a:pt x="9868" y="6322501"/>
                  </a:lnTo>
                  <a:lnTo>
                    <a:pt x="9977" y="6322501"/>
                  </a:lnTo>
                  <a:lnTo>
                    <a:pt x="9977" y="6321877"/>
                  </a:lnTo>
                  <a:lnTo>
                    <a:pt x="10085" y="6321877"/>
                  </a:lnTo>
                  <a:lnTo>
                    <a:pt x="10194" y="6321877"/>
                  </a:lnTo>
                  <a:lnTo>
                    <a:pt x="10302" y="6321877"/>
                  </a:lnTo>
                  <a:lnTo>
                    <a:pt x="10410" y="6321877"/>
                  </a:lnTo>
                  <a:lnTo>
                    <a:pt x="10410" y="6321253"/>
                  </a:lnTo>
                  <a:lnTo>
                    <a:pt x="10519" y="6321253"/>
                  </a:lnTo>
                  <a:lnTo>
                    <a:pt x="10519" y="6320630"/>
                  </a:lnTo>
                  <a:lnTo>
                    <a:pt x="10627" y="6320630"/>
                  </a:lnTo>
                  <a:lnTo>
                    <a:pt x="10736" y="6320630"/>
                  </a:lnTo>
                  <a:lnTo>
                    <a:pt x="10844" y="6320630"/>
                  </a:lnTo>
                  <a:lnTo>
                    <a:pt x="10953" y="6320630"/>
                  </a:lnTo>
                  <a:lnTo>
                    <a:pt x="11061" y="6320630"/>
                  </a:lnTo>
                  <a:lnTo>
                    <a:pt x="11170" y="6320630"/>
                  </a:lnTo>
                  <a:lnTo>
                    <a:pt x="11278" y="6320630"/>
                  </a:lnTo>
                  <a:lnTo>
                    <a:pt x="11386" y="6320630"/>
                  </a:lnTo>
                  <a:lnTo>
                    <a:pt x="11495" y="6320630"/>
                  </a:lnTo>
                  <a:lnTo>
                    <a:pt x="11603" y="6320630"/>
                  </a:lnTo>
                  <a:lnTo>
                    <a:pt x="11603" y="6320006"/>
                  </a:lnTo>
                  <a:lnTo>
                    <a:pt x="11712" y="6320006"/>
                  </a:lnTo>
                  <a:lnTo>
                    <a:pt x="11820" y="6320006"/>
                  </a:lnTo>
                  <a:lnTo>
                    <a:pt x="11929" y="6320006"/>
                  </a:lnTo>
                  <a:lnTo>
                    <a:pt x="11929" y="6319383"/>
                  </a:lnTo>
                  <a:lnTo>
                    <a:pt x="11929" y="6318759"/>
                  </a:lnTo>
                  <a:lnTo>
                    <a:pt x="12037" y="6318759"/>
                  </a:lnTo>
                  <a:lnTo>
                    <a:pt x="12037" y="6318136"/>
                  </a:lnTo>
                  <a:lnTo>
                    <a:pt x="12146" y="6318136"/>
                  </a:lnTo>
                  <a:lnTo>
                    <a:pt x="12254" y="6318136"/>
                  </a:lnTo>
                  <a:lnTo>
                    <a:pt x="12362" y="6318136"/>
                  </a:lnTo>
                  <a:lnTo>
                    <a:pt x="12471" y="6318136"/>
                  </a:lnTo>
                  <a:lnTo>
                    <a:pt x="12579" y="6318136"/>
                  </a:lnTo>
                  <a:lnTo>
                    <a:pt x="12688" y="6318136"/>
                  </a:lnTo>
                  <a:lnTo>
                    <a:pt x="12796" y="6318136"/>
                  </a:lnTo>
                  <a:lnTo>
                    <a:pt x="12796" y="6317512"/>
                  </a:lnTo>
                  <a:lnTo>
                    <a:pt x="12905" y="6317512"/>
                  </a:lnTo>
                  <a:lnTo>
                    <a:pt x="13013" y="6317512"/>
                  </a:lnTo>
                  <a:lnTo>
                    <a:pt x="13122" y="6317512"/>
                  </a:lnTo>
                  <a:lnTo>
                    <a:pt x="13230" y="6317512"/>
                  </a:lnTo>
                  <a:lnTo>
                    <a:pt x="13339" y="6317512"/>
                  </a:lnTo>
                  <a:lnTo>
                    <a:pt x="13447" y="6317512"/>
                  </a:lnTo>
                  <a:lnTo>
                    <a:pt x="13555" y="6317512"/>
                  </a:lnTo>
                  <a:lnTo>
                    <a:pt x="13555" y="6316888"/>
                  </a:lnTo>
                  <a:lnTo>
                    <a:pt x="13555" y="6316265"/>
                  </a:lnTo>
                  <a:lnTo>
                    <a:pt x="13664" y="6316265"/>
                  </a:lnTo>
                  <a:lnTo>
                    <a:pt x="13664" y="6315641"/>
                  </a:lnTo>
                  <a:lnTo>
                    <a:pt x="13772" y="6315641"/>
                  </a:lnTo>
                  <a:lnTo>
                    <a:pt x="13881" y="6315641"/>
                  </a:lnTo>
                  <a:lnTo>
                    <a:pt x="13989" y="6315641"/>
                  </a:lnTo>
                  <a:lnTo>
                    <a:pt x="14098" y="6315641"/>
                  </a:lnTo>
                  <a:lnTo>
                    <a:pt x="14206" y="6315641"/>
                  </a:lnTo>
                  <a:lnTo>
                    <a:pt x="14315" y="6315641"/>
                  </a:lnTo>
                  <a:lnTo>
                    <a:pt x="14423" y="6315641"/>
                  </a:lnTo>
                  <a:lnTo>
                    <a:pt x="14531" y="6315641"/>
                  </a:lnTo>
                  <a:lnTo>
                    <a:pt x="14640" y="6315641"/>
                  </a:lnTo>
                  <a:lnTo>
                    <a:pt x="14748" y="6315641"/>
                  </a:lnTo>
                  <a:lnTo>
                    <a:pt x="14748" y="6315018"/>
                  </a:lnTo>
                  <a:lnTo>
                    <a:pt x="14857" y="6315018"/>
                  </a:lnTo>
                  <a:lnTo>
                    <a:pt x="14965" y="6315018"/>
                  </a:lnTo>
                  <a:lnTo>
                    <a:pt x="15074" y="6315018"/>
                  </a:lnTo>
                  <a:lnTo>
                    <a:pt x="15182" y="6315018"/>
                  </a:lnTo>
                  <a:lnTo>
                    <a:pt x="15291" y="6315018"/>
                  </a:lnTo>
                  <a:lnTo>
                    <a:pt x="15399" y="6315018"/>
                  </a:lnTo>
                  <a:lnTo>
                    <a:pt x="15507" y="6315018"/>
                  </a:lnTo>
                  <a:lnTo>
                    <a:pt x="15616" y="6315018"/>
                  </a:lnTo>
                  <a:lnTo>
                    <a:pt x="15724" y="6315018"/>
                  </a:lnTo>
                  <a:lnTo>
                    <a:pt x="15833" y="6315018"/>
                  </a:lnTo>
                  <a:lnTo>
                    <a:pt x="15941" y="6315018"/>
                  </a:lnTo>
                  <a:lnTo>
                    <a:pt x="15941" y="6314394"/>
                  </a:lnTo>
                  <a:lnTo>
                    <a:pt x="16050" y="6314394"/>
                  </a:lnTo>
                  <a:lnTo>
                    <a:pt x="16050" y="6313770"/>
                  </a:lnTo>
                  <a:lnTo>
                    <a:pt x="16050" y="6313147"/>
                  </a:lnTo>
                  <a:lnTo>
                    <a:pt x="16158" y="6313147"/>
                  </a:lnTo>
                  <a:lnTo>
                    <a:pt x="16267" y="6313147"/>
                  </a:lnTo>
                  <a:lnTo>
                    <a:pt x="16267" y="6312523"/>
                  </a:lnTo>
                  <a:lnTo>
                    <a:pt x="16375" y="6312523"/>
                  </a:lnTo>
                  <a:lnTo>
                    <a:pt x="16483" y="6312523"/>
                  </a:lnTo>
                  <a:lnTo>
                    <a:pt x="16592" y="6312523"/>
                  </a:lnTo>
                  <a:lnTo>
                    <a:pt x="16592" y="6311900"/>
                  </a:lnTo>
                  <a:lnTo>
                    <a:pt x="16592" y="6311276"/>
                  </a:lnTo>
                  <a:lnTo>
                    <a:pt x="16592" y="6310653"/>
                  </a:lnTo>
                  <a:lnTo>
                    <a:pt x="16700" y="6310653"/>
                  </a:lnTo>
                  <a:lnTo>
                    <a:pt x="16809" y="6310653"/>
                  </a:lnTo>
                  <a:lnTo>
                    <a:pt x="16917" y="6310653"/>
                  </a:lnTo>
                  <a:lnTo>
                    <a:pt x="16917" y="6310029"/>
                  </a:lnTo>
                  <a:lnTo>
                    <a:pt x="17026" y="6310029"/>
                  </a:lnTo>
                  <a:lnTo>
                    <a:pt x="17134" y="6309405"/>
                  </a:lnTo>
                  <a:lnTo>
                    <a:pt x="17243" y="6309405"/>
                  </a:lnTo>
                  <a:lnTo>
                    <a:pt x="17351" y="6309405"/>
                  </a:lnTo>
                  <a:lnTo>
                    <a:pt x="17460" y="6309405"/>
                  </a:lnTo>
                  <a:lnTo>
                    <a:pt x="17568" y="6309405"/>
                  </a:lnTo>
                  <a:lnTo>
                    <a:pt x="17568" y="6308782"/>
                  </a:lnTo>
                  <a:lnTo>
                    <a:pt x="17676" y="6308782"/>
                  </a:lnTo>
                  <a:lnTo>
                    <a:pt x="17785" y="6308782"/>
                  </a:lnTo>
                  <a:lnTo>
                    <a:pt x="17785" y="6308158"/>
                  </a:lnTo>
                  <a:lnTo>
                    <a:pt x="17893" y="6308158"/>
                  </a:lnTo>
                  <a:lnTo>
                    <a:pt x="18002" y="6308158"/>
                  </a:lnTo>
                  <a:lnTo>
                    <a:pt x="18110" y="6308158"/>
                  </a:lnTo>
                  <a:lnTo>
                    <a:pt x="18219" y="6308158"/>
                  </a:lnTo>
                  <a:lnTo>
                    <a:pt x="18327" y="6307535"/>
                  </a:lnTo>
                  <a:lnTo>
                    <a:pt x="18436" y="6307535"/>
                  </a:lnTo>
                  <a:lnTo>
                    <a:pt x="18544" y="6307535"/>
                  </a:lnTo>
                  <a:lnTo>
                    <a:pt x="18652" y="6307535"/>
                  </a:lnTo>
                  <a:lnTo>
                    <a:pt x="18652" y="6306287"/>
                  </a:lnTo>
                  <a:lnTo>
                    <a:pt x="18652" y="6305664"/>
                  </a:lnTo>
                  <a:lnTo>
                    <a:pt x="18761" y="6305664"/>
                  </a:lnTo>
                  <a:lnTo>
                    <a:pt x="18869" y="6305664"/>
                  </a:lnTo>
                  <a:lnTo>
                    <a:pt x="18978" y="6305664"/>
                  </a:lnTo>
                  <a:lnTo>
                    <a:pt x="19086" y="6305664"/>
                  </a:lnTo>
                  <a:lnTo>
                    <a:pt x="19086" y="6305040"/>
                  </a:lnTo>
                  <a:lnTo>
                    <a:pt x="19086" y="6304417"/>
                  </a:lnTo>
                  <a:lnTo>
                    <a:pt x="19086" y="6303793"/>
                  </a:lnTo>
                  <a:lnTo>
                    <a:pt x="19195" y="6303793"/>
                  </a:lnTo>
                  <a:lnTo>
                    <a:pt x="19195" y="6303170"/>
                  </a:lnTo>
                  <a:lnTo>
                    <a:pt x="19303" y="6303170"/>
                  </a:lnTo>
                  <a:lnTo>
                    <a:pt x="19412" y="6303170"/>
                  </a:lnTo>
                  <a:lnTo>
                    <a:pt x="19520" y="6303170"/>
                  </a:lnTo>
                  <a:lnTo>
                    <a:pt x="19628" y="6303170"/>
                  </a:lnTo>
                  <a:lnTo>
                    <a:pt x="19628" y="6302546"/>
                  </a:lnTo>
                  <a:lnTo>
                    <a:pt x="19737" y="6302546"/>
                  </a:lnTo>
                  <a:lnTo>
                    <a:pt x="19845" y="6302546"/>
                  </a:lnTo>
                  <a:lnTo>
                    <a:pt x="19954" y="6302546"/>
                  </a:lnTo>
                  <a:lnTo>
                    <a:pt x="20062" y="6302546"/>
                  </a:lnTo>
                  <a:lnTo>
                    <a:pt x="20171" y="6302546"/>
                  </a:lnTo>
                  <a:lnTo>
                    <a:pt x="20279" y="6302546"/>
                  </a:lnTo>
                  <a:lnTo>
                    <a:pt x="20279" y="6301922"/>
                  </a:lnTo>
                  <a:lnTo>
                    <a:pt x="20388" y="6301922"/>
                  </a:lnTo>
                  <a:lnTo>
                    <a:pt x="20388" y="6301299"/>
                  </a:lnTo>
                  <a:lnTo>
                    <a:pt x="20388" y="6300675"/>
                  </a:lnTo>
                  <a:lnTo>
                    <a:pt x="20388" y="6300052"/>
                  </a:lnTo>
                  <a:lnTo>
                    <a:pt x="20496" y="6300052"/>
                  </a:lnTo>
                  <a:lnTo>
                    <a:pt x="20604" y="6300052"/>
                  </a:lnTo>
                  <a:lnTo>
                    <a:pt x="20713" y="6300052"/>
                  </a:lnTo>
                  <a:lnTo>
                    <a:pt x="20821" y="6300052"/>
                  </a:lnTo>
                  <a:lnTo>
                    <a:pt x="20930" y="6300052"/>
                  </a:lnTo>
                  <a:lnTo>
                    <a:pt x="21038" y="6299428"/>
                  </a:lnTo>
                  <a:lnTo>
                    <a:pt x="21147" y="6299428"/>
                  </a:lnTo>
                  <a:lnTo>
                    <a:pt x="21147" y="6298805"/>
                  </a:lnTo>
                  <a:lnTo>
                    <a:pt x="21255" y="6298805"/>
                  </a:lnTo>
                  <a:lnTo>
                    <a:pt x="21255" y="6298181"/>
                  </a:lnTo>
                  <a:lnTo>
                    <a:pt x="21364" y="6298181"/>
                  </a:lnTo>
                  <a:lnTo>
                    <a:pt x="21364" y="6297557"/>
                  </a:lnTo>
                  <a:lnTo>
                    <a:pt x="21364" y="6296934"/>
                  </a:lnTo>
                  <a:lnTo>
                    <a:pt x="21472" y="6296934"/>
                  </a:lnTo>
                  <a:lnTo>
                    <a:pt x="21581" y="6296934"/>
                  </a:lnTo>
                  <a:lnTo>
                    <a:pt x="21581" y="6296310"/>
                  </a:lnTo>
                  <a:lnTo>
                    <a:pt x="21689" y="6296310"/>
                  </a:lnTo>
                  <a:lnTo>
                    <a:pt x="21797" y="6296310"/>
                  </a:lnTo>
                  <a:lnTo>
                    <a:pt x="21906" y="6296310"/>
                  </a:lnTo>
                  <a:lnTo>
                    <a:pt x="22014" y="6296310"/>
                  </a:lnTo>
                  <a:lnTo>
                    <a:pt x="22123" y="6296310"/>
                  </a:lnTo>
                  <a:lnTo>
                    <a:pt x="22123" y="6295687"/>
                  </a:lnTo>
                  <a:lnTo>
                    <a:pt x="22231" y="6295687"/>
                  </a:lnTo>
                  <a:lnTo>
                    <a:pt x="22340" y="6295687"/>
                  </a:lnTo>
                  <a:lnTo>
                    <a:pt x="22448" y="6295687"/>
                  </a:lnTo>
                  <a:lnTo>
                    <a:pt x="22557" y="6295687"/>
                  </a:lnTo>
                  <a:lnTo>
                    <a:pt x="22665" y="6295687"/>
                  </a:lnTo>
                  <a:lnTo>
                    <a:pt x="22773" y="6295687"/>
                  </a:lnTo>
                  <a:lnTo>
                    <a:pt x="22882" y="6295687"/>
                  </a:lnTo>
                  <a:lnTo>
                    <a:pt x="22990" y="6295687"/>
                  </a:lnTo>
                  <a:lnTo>
                    <a:pt x="23099" y="6295687"/>
                  </a:lnTo>
                  <a:lnTo>
                    <a:pt x="23207" y="6295687"/>
                  </a:lnTo>
                  <a:lnTo>
                    <a:pt x="23316" y="6295687"/>
                  </a:lnTo>
                  <a:lnTo>
                    <a:pt x="23424" y="6295687"/>
                  </a:lnTo>
                  <a:lnTo>
                    <a:pt x="23424" y="6295063"/>
                  </a:lnTo>
                  <a:lnTo>
                    <a:pt x="23533" y="6295063"/>
                  </a:lnTo>
                  <a:lnTo>
                    <a:pt x="23641" y="6295063"/>
                  </a:lnTo>
                  <a:lnTo>
                    <a:pt x="23749" y="6295063"/>
                  </a:lnTo>
                  <a:lnTo>
                    <a:pt x="23749" y="6294439"/>
                  </a:lnTo>
                  <a:lnTo>
                    <a:pt x="23749" y="6293816"/>
                  </a:lnTo>
                  <a:lnTo>
                    <a:pt x="23749" y="6293192"/>
                  </a:lnTo>
                  <a:lnTo>
                    <a:pt x="23749" y="6292569"/>
                  </a:lnTo>
                  <a:lnTo>
                    <a:pt x="23749" y="6291945"/>
                  </a:lnTo>
                  <a:lnTo>
                    <a:pt x="23749" y="6291322"/>
                  </a:lnTo>
                  <a:lnTo>
                    <a:pt x="23858" y="6291322"/>
                  </a:lnTo>
                  <a:lnTo>
                    <a:pt x="23966" y="6291322"/>
                  </a:lnTo>
                  <a:lnTo>
                    <a:pt x="24075" y="6291322"/>
                  </a:lnTo>
                  <a:lnTo>
                    <a:pt x="24183" y="6290698"/>
                  </a:lnTo>
                  <a:lnTo>
                    <a:pt x="24400" y="6290698"/>
                  </a:lnTo>
                  <a:lnTo>
                    <a:pt x="24400" y="6290074"/>
                  </a:lnTo>
                  <a:lnTo>
                    <a:pt x="24509" y="6290074"/>
                  </a:lnTo>
                  <a:lnTo>
                    <a:pt x="24617" y="6290074"/>
                  </a:lnTo>
                  <a:lnTo>
                    <a:pt x="24725" y="6290074"/>
                  </a:lnTo>
                  <a:lnTo>
                    <a:pt x="24834" y="6290074"/>
                  </a:lnTo>
                  <a:lnTo>
                    <a:pt x="24942" y="6290074"/>
                  </a:lnTo>
                  <a:lnTo>
                    <a:pt x="25051" y="6290074"/>
                  </a:lnTo>
                  <a:lnTo>
                    <a:pt x="25159" y="6290074"/>
                  </a:lnTo>
                  <a:lnTo>
                    <a:pt x="25268" y="6290074"/>
                  </a:lnTo>
                  <a:lnTo>
                    <a:pt x="25268" y="6289451"/>
                  </a:lnTo>
                  <a:lnTo>
                    <a:pt x="25376" y="6289451"/>
                  </a:lnTo>
                  <a:lnTo>
                    <a:pt x="25485" y="6289451"/>
                  </a:lnTo>
                  <a:lnTo>
                    <a:pt x="25593" y="6289451"/>
                  </a:lnTo>
                  <a:lnTo>
                    <a:pt x="25593" y="6288827"/>
                  </a:lnTo>
                  <a:lnTo>
                    <a:pt x="25593" y="6288204"/>
                  </a:lnTo>
                  <a:lnTo>
                    <a:pt x="25593" y="6287580"/>
                  </a:lnTo>
                  <a:lnTo>
                    <a:pt x="25701" y="6287580"/>
                  </a:lnTo>
                  <a:lnTo>
                    <a:pt x="25810" y="6287580"/>
                  </a:lnTo>
                  <a:lnTo>
                    <a:pt x="25810" y="6286956"/>
                  </a:lnTo>
                  <a:lnTo>
                    <a:pt x="25918" y="6286956"/>
                  </a:lnTo>
                  <a:lnTo>
                    <a:pt x="26027" y="6286956"/>
                  </a:lnTo>
                  <a:lnTo>
                    <a:pt x="26135" y="6286956"/>
                  </a:lnTo>
                  <a:lnTo>
                    <a:pt x="26135" y="6286333"/>
                  </a:lnTo>
                  <a:lnTo>
                    <a:pt x="26244" y="6286333"/>
                  </a:lnTo>
                  <a:lnTo>
                    <a:pt x="26352" y="6286333"/>
                  </a:lnTo>
                  <a:lnTo>
                    <a:pt x="26352" y="6285709"/>
                  </a:lnTo>
                  <a:lnTo>
                    <a:pt x="26461" y="6285709"/>
                  </a:lnTo>
                  <a:lnTo>
                    <a:pt x="26569" y="6285709"/>
                  </a:lnTo>
                  <a:lnTo>
                    <a:pt x="26678" y="6285709"/>
                  </a:lnTo>
                  <a:lnTo>
                    <a:pt x="26786" y="6285709"/>
                  </a:lnTo>
                  <a:lnTo>
                    <a:pt x="26894" y="6285709"/>
                  </a:lnTo>
                  <a:lnTo>
                    <a:pt x="27003" y="6285709"/>
                  </a:lnTo>
                  <a:lnTo>
                    <a:pt x="27003" y="6285086"/>
                  </a:lnTo>
                  <a:lnTo>
                    <a:pt x="27111" y="6285086"/>
                  </a:lnTo>
                  <a:lnTo>
                    <a:pt x="27220" y="6285086"/>
                  </a:lnTo>
                  <a:lnTo>
                    <a:pt x="27328" y="6285086"/>
                  </a:lnTo>
                  <a:lnTo>
                    <a:pt x="27328" y="6284462"/>
                  </a:lnTo>
                  <a:lnTo>
                    <a:pt x="27437" y="6284462"/>
                  </a:lnTo>
                  <a:lnTo>
                    <a:pt x="27437" y="6283839"/>
                  </a:lnTo>
                  <a:lnTo>
                    <a:pt x="27545" y="6283839"/>
                  </a:lnTo>
                  <a:lnTo>
                    <a:pt x="27654" y="6283839"/>
                  </a:lnTo>
                  <a:lnTo>
                    <a:pt x="27762" y="6283839"/>
                  </a:lnTo>
                  <a:lnTo>
                    <a:pt x="27870" y="6283839"/>
                  </a:lnTo>
                  <a:lnTo>
                    <a:pt x="27979" y="6283839"/>
                  </a:lnTo>
                  <a:lnTo>
                    <a:pt x="27979" y="6283215"/>
                  </a:lnTo>
                  <a:lnTo>
                    <a:pt x="27979" y="6282591"/>
                  </a:lnTo>
                  <a:lnTo>
                    <a:pt x="27979" y="6281968"/>
                  </a:lnTo>
                  <a:lnTo>
                    <a:pt x="27979" y="6281344"/>
                  </a:lnTo>
                  <a:lnTo>
                    <a:pt x="28087" y="6281344"/>
                  </a:lnTo>
                  <a:lnTo>
                    <a:pt x="28196" y="6281344"/>
                  </a:lnTo>
                  <a:lnTo>
                    <a:pt x="28304" y="6281344"/>
                  </a:lnTo>
                  <a:lnTo>
                    <a:pt x="28304" y="6280721"/>
                  </a:lnTo>
                  <a:lnTo>
                    <a:pt x="28413" y="6280721"/>
                  </a:lnTo>
                  <a:lnTo>
                    <a:pt x="28521" y="6280721"/>
                  </a:lnTo>
                  <a:lnTo>
                    <a:pt x="28630" y="6280721"/>
                  </a:lnTo>
                  <a:lnTo>
                    <a:pt x="28738" y="6280721"/>
                  </a:lnTo>
                  <a:lnTo>
                    <a:pt x="28846" y="6280721"/>
                  </a:lnTo>
                  <a:lnTo>
                    <a:pt x="28955" y="6280721"/>
                  </a:lnTo>
                  <a:lnTo>
                    <a:pt x="29063" y="6280721"/>
                  </a:lnTo>
                  <a:lnTo>
                    <a:pt x="29172" y="6280721"/>
                  </a:lnTo>
                  <a:lnTo>
                    <a:pt x="29280" y="6280721"/>
                  </a:lnTo>
                  <a:lnTo>
                    <a:pt x="29280" y="6280097"/>
                  </a:lnTo>
                  <a:lnTo>
                    <a:pt x="29389" y="6280097"/>
                  </a:lnTo>
                  <a:lnTo>
                    <a:pt x="29497" y="6280097"/>
                  </a:lnTo>
                  <a:lnTo>
                    <a:pt x="29606" y="6280097"/>
                  </a:lnTo>
                  <a:lnTo>
                    <a:pt x="29606" y="6279473"/>
                  </a:lnTo>
                  <a:lnTo>
                    <a:pt x="29714" y="6279473"/>
                  </a:lnTo>
                  <a:lnTo>
                    <a:pt x="29822" y="6279473"/>
                  </a:lnTo>
                  <a:lnTo>
                    <a:pt x="29931" y="6279473"/>
                  </a:lnTo>
                  <a:lnTo>
                    <a:pt x="30039" y="6279473"/>
                  </a:lnTo>
                  <a:lnTo>
                    <a:pt x="30039" y="6278850"/>
                  </a:lnTo>
                  <a:lnTo>
                    <a:pt x="30148" y="6278850"/>
                  </a:lnTo>
                  <a:lnTo>
                    <a:pt x="30256" y="6278850"/>
                  </a:lnTo>
                  <a:lnTo>
                    <a:pt x="30365" y="6278850"/>
                  </a:lnTo>
                  <a:lnTo>
                    <a:pt x="30473" y="6278850"/>
                  </a:lnTo>
                  <a:lnTo>
                    <a:pt x="30582" y="6278850"/>
                  </a:lnTo>
                  <a:lnTo>
                    <a:pt x="30690" y="6278850"/>
                  </a:lnTo>
                  <a:lnTo>
                    <a:pt x="30799" y="6278850"/>
                  </a:lnTo>
                  <a:lnTo>
                    <a:pt x="30907" y="6278850"/>
                  </a:lnTo>
                  <a:lnTo>
                    <a:pt x="30907" y="6278226"/>
                  </a:lnTo>
                  <a:lnTo>
                    <a:pt x="30907" y="6277603"/>
                  </a:lnTo>
                  <a:lnTo>
                    <a:pt x="31015" y="6277603"/>
                  </a:lnTo>
                  <a:lnTo>
                    <a:pt x="31124" y="6277603"/>
                  </a:lnTo>
                  <a:lnTo>
                    <a:pt x="31232" y="6277603"/>
                  </a:lnTo>
                  <a:lnTo>
                    <a:pt x="31232" y="6276979"/>
                  </a:lnTo>
                  <a:lnTo>
                    <a:pt x="31232" y="6276356"/>
                  </a:lnTo>
                  <a:lnTo>
                    <a:pt x="31232" y="6275732"/>
                  </a:lnTo>
                  <a:lnTo>
                    <a:pt x="31232" y="6275108"/>
                  </a:lnTo>
                  <a:lnTo>
                    <a:pt x="31341" y="6275108"/>
                  </a:lnTo>
                  <a:lnTo>
                    <a:pt x="31449" y="6275108"/>
                  </a:lnTo>
                  <a:lnTo>
                    <a:pt x="31449" y="6274485"/>
                  </a:lnTo>
                  <a:lnTo>
                    <a:pt x="31558" y="6274485"/>
                  </a:lnTo>
                  <a:lnTo>
                    <a:pt x="31666" y="6274485"/>
                  </a:lnTo>
                  <a:lnTo>
                    <a:pt x="31666" y="6273861"/>
                  </a:lnTo>
                  <a:lnTo>
                    <a:pt x="31666" y="6273238"/>
                  </a:lnTo>
                  <a:lnTo>
                    <a:pt x="31775" y="6273238"/>
                  </a:lnTo>
                  <a:lnTo>
                    <a:pt x="31883" y="6273238"/>
                  </a:lnTo>
                  <a:lnTo>
                    <a:pt x="31883" y="6272614"/>
                  </a:lnTo>
                  <a:lnTo>
                    <a:pt x="31991" y="6272614"/>
                  </a:lnTo>
                  <a:lnTo>
                    <a:pt x="32100" y="6272614"/>
                  </a:lnTo>
                  <a:lnTo>
                    <a:pt x="32208" y="6272614"/>
                  </a:lnTo>
                  <a:lnTo>
                    <a:pt x="32317" y="6272614"/>
                  </a:lnTo>
                  <a:lnTo>
                    <a:pt x="32425" y="6272614"/>
                  </a:lnTo>
                  <a:lnTo>
                    <a:pt x="32425" y="6271990"/>
                  </a:lnTo>
                  <a:lnTo>
                    <a:pt x="32534" y="6271990"/>
                  </a:lnTo>
                  <a:lnTo>
                    <a:pt x="32642" y="6271990"/>
                  </a:lnTo>
                  <a:lnTo>
                    <a:pt x="32751" y="6271990"/>
                  </a:lnTo>
                  <a:lnTo>
                    <a:pt x="32859" y="6271990"/>
                  </a:lnTo>
                  <a:lnTo>
                    <a:pt x="32859" y="6271367"/>
                  </a:lnTo>
                  <a:lnTo>
                    <a:pt x="32967" y="6271367"/>
                  </a:lnTo>
                  <a:lnTo>
                    <a:pt x="33076" y="6271367"/>
                  </a:lnTo>
                  <a:lnTo>
                    <a:pt x="33184" y="6271367"/>
                  </a:lnTo>
                  <a:lnTo>
                    <a:pt x="33184" y="6270743"/>
                  </a:lnTo>
                  <a:lnTo>
                    <a:pt x="33184" y="6270120"/>
                  </a:lnTo>
                  <a:lnTo>
                    <a:pt x="33293" y="6270120"/>
                  </a:lnTo>
                  <a:lnTo>
                    <a:pt x="33510" y="6270120"/>
                  </a:lnTo>
                  <a:lnTo>
                    <a:pt x="33618" y="6270120"/>
                  </a:lnTo>
                  <a:lnTo>
                    <a:pt x="33618" y="6269496"/>
                  </a:lnTo>
                  <a:lnTo>
                    <a:pt x="33835" y="6269496"/>
                  </a:lnTo>
                  <a:lnTo>
                    <a:pt x="33943" y="6269496"/>
                  </a:lnTo>
                  <a:lnTo>
                    <a:pt x="34052" y="6269496"/>
                  </a:lnTo>
                  <a:lnTo>
                    <a:pt x="34052" y="6268873"/>
                  </a:lnTo>
                  <a:lnTo>
                    <a:pt x="34160" y="6268873"/>
                  </a:lnTo>
                  <a:lnTo>
                    <a:pt x="34269" y="6268873"/>
                  </a:lnTo>
                  <a:lnTo>
                    <a:pt x="34377" y="6268873"/>
                  </a:lnTo>
                  <a:lnTo>
                    <a:pt x="34486" y="6268873"/>
                  </a:lnTo>
                  <a:lnTo>
                    <a:pt x="34486" y="6268249"/>
                  </a:lnTo>
                  <a:lnTo>
                    <a:pt x="34594" y="6268249"/>
                  </a:lnTo>
                  <a:lnTo>
                    <a:pt x="34703" y="6268249"/>
                  </a:lnTo>
                  <a:lnTo>
                    <a:pt x="34703" y="6267625"/>
                  </a:lnTo>
                  <a:lnTo>
                    <a:pt x="34811" y="6267625"/>
                  </a:lnTo>
                  <a:lnTo>
                    <a:pt x="34920" y="6267625"/>
                  </a:lnTo>
                  <a:lnTo>
                    <a:pt x="35028" y="6267625"/>
                  </a:lnTo>
                  <a:lnTo>
                    <a:pt x="35136" y="6267625"/>
                  </a:lnTo>
                  <a:lnTo>
                    <a:pt x="35245" y="6267002"/>
                  </a:lnTo>
                  <a:lnTo>
                    <a:pt x="35245" y="6266378"/>
                  </a:lnTo>
                  <a:lnTo>
                    <a:pt x="35353" y="6266378"/>
                  </a:lnTo>
                  <a:lnTo>
                    <a:pt x="35462" y="6266378"/>
                  </a:lnTo>
                  <a:lnTo>
                    <a:pt x="35462" y="6265755"/>
                  </a:lnTo>
                  <a:lnTo>
                    <a:pt x="35570" y="6265755"/>
                  </a:lnTo>
                  <a:lnTo>
                    <a:pt x="35679" y="6265755"/>
                  </a:lnTo>
                  <a:lnTo>
                    <a:pt x="35787" y="6265755"/>
                  </a:lnTo>
                  <a:lnTo>
                    <a:pt x="35896" y="6265755"/>
                  </a:lnTo>
                  <a:lnTo>
                    <a:pt x="36004" y="6265755"/>
                  </a:lnTo>
                  <a:lnTo>
                    <a:pt x="36112" y="6265755"/>
                  </a:lnTo>
                  <a:lnTo>
                    <a:pt x="36221" y="6265755"/>
                  </a:lnTo>
                  <a:lnTo>
                    <a:pt x="36329" y="6265755"/>
                  </a:lnTo>
                  <a:lnTo>
                    <a:pt x="36438" y="6265755"/>
                  </a:lnTo>
                  <a:lnTo>
                    <a:pt x="36546" y="6265755"/>
                  </a:lnTo>
                  <a:lnTo>
                    <a:pt x="36655" y="6265755"/>
                  </a:lnTo>
                  <a:lnTo>
                    <a:pt x="36655" y="6265131"/>
                  </a:lnTo>
                  <a:lnTo>
                    <a:pt x="36763" y="6265131"/>
                  </a:lnTo>
                  <a:lnTo>
                    <a:pt x="36872" y="6265131"/>
                  </a:lnTo>
                  <a:lnTo>
                    <a:pt x="36980" y="6265131"/>
                  </a:lnTo>
                  <a:lnTo>
                    <a:pt x="36980" y="6264507"/>
                  </a:lnTo>
                  <a:lnTo>
                    <a:pt x="37088" y="6264507"/>
                  </a:lnTo>
                  <a:lnTo>
                    <a:pt x="37197" y="6264507"/>
                  </a:lnTo>
                  <a:lnTo>
                    <a:pt x="37305" y="6264507"/>
                  </a:lnTo>
                  <a:lnTo>
                    <a:pt x="37414" y="6264507"/>
                  </a:lnTo>
                  <a:lnTo>
                    <a:pt x="37522" y="6264507"/>
                  </a:lnTo>
                  <a:lnTo>
                    <a:pt x="37631" y="6264507"/>
                  </a:lnTo>
                  <a:lnTo>
                    <a:pt x="37739" y="6264507"/>
                  </a:lnTo>
                  <a:lnTo>
                    <a:pt x="37848" y="6264507"/>
                  </a:lnTo>
                  <a:lnTo>
                    <a:pt x="37956" y="6264507"/>
                  </a:lnTo>
                  <a:lnTo>
                    <a:pt x="38064" y="6264507"/>
                  </a:lnTo>
                  <a:lnTo>
                    <a:pt x="38173" y="6264507"/>
                  </a:lnTo>
                  <a:lnTo>
                    <a:pt x="38173" y="6263884"/>
                  </a:lnTo>
                  <a:lnTo>
                    <a:pt x="38281" y="6263884"/>
                  </a:lnTo>
                  <a:lnTo>
                    <a:pt x="38390" y="6263884"/>
                  </a:lnTo>
                  <a:lnTo>
                    <a:pt x="38498" y="6263884"/>
                  </a:lnTo>
                  <a:lnTo>
                    <a:pt x="38607" y="6263884"/>
                  </a:lnTo>
                  <a:lnTo>
                    <a:pt x="38715" y="6263884"/>
                  </a:lnTo>
                  <a:lnTo>
                    <a:pt x="38824" y="6263884"/>
                  </a:lnTo>
                  <a:lnTo>
                    <a:pt x="38824" y="6263260"/>
                  </a:lnTo>
                  <a:lnTo>
                    <a:pt x="38824" y="6262013"/>
                  </a:lnTo>
                  <a:lnTo>
                    <a:pt x="38824" y="6261390"/>
                  </a:lnTo>
                  <a:lnTo>
                    <a:pt x="38932" y="6261390"/>
                  </a:lnTo>
                  <a:lnTo>
                    <a:pt x="38932" y="6260766"/>
                  </a:lnTo>
                  <a:lnTo>
                    <a:pt x="38932" y="6260142"/>
                  </a:lnTo>
                  <a:lnTo>
                    <a:pt x="39041" y="6260142"/>
                  </a:lnTo>
                  <a:lnTo>
                    <a:pt x="39149" y="6260142"/>
                  </a:lnTo>
                  <a:lnTo>
                    <a:pt x="39257" y="6260142"/>
                  </a:lnTo>
                  <a:lnTo>
                    <a:pt x="39366" y="6260142"/>
                  </a:lnTo>
                  <a:lnTo>
                    <a:pt x="39474" y="6260142"/>
                  </a:lnTo>
                  <a:lnTo>
                    <a:pt x="39474" y="6259519"/>
                  </a:lnTo>
                  <a:lnTo>
                    <a:pt x="39583" y="6259519"/>
                  </a:lnTo>
                  <a:lnTo>
                    <a:pt x="39583" y="6258895"/>
                  </a:lnTo>
                  <a:lnTo>
                    <a:pt x="39691" y="6258895"/>
                  </a:lnTo>
                  <a:lnTo>
                    <a:pt x="39800" y="6258895"/>
                  </a:lnTo>
                  <a:lnTo>
                    <a:pt x="39908" y="6258895"/>
                  </a:lnTo>
                  <a:lnTo>
                    <a:pt x="40017" y="6258895"/>
                  </a:lnTo>
                  <a:lnTo>
                    <a:pt x="40125" y="6258895"/>
                  </a:lnTo>
                  <a:lnTo>
                    <a:pt x="40125" y="6258272"/>
                  </a:lnTo>
                  <a:lnTo>
                    <a:pt x="40233" y="6258272"/>
                  </a:lnTo>
                  <a:lnTo>
                    <a:pt x="40342" y="6258272"/>
                  </a:lnTo>
                  <a:lnTo>
                    <a:pt x="40450" y="6257648"/>
                  </a:lnTo>
                  <a:lnTo>
                    <a:pt x="40667" y="6257648"/>
                  </a:lnTo>
                  <a:lnTo>
                    <a:pt x="40776" y="6257648"/>
                  </a:lnTo>
                  <a:lnTo>
                    <a:pt x="40884" y="6257648"/>
                  </a:lnTo>
                  <a:lnTo>
                    <a:pt x="40884" y="6257024"/>
                  </a:lnTo>
                  <a:lnTo>
                    <a:pt x="40884" y="6256401"/>
                  </a:lnTo>
                  <a:lnTo>
                    <a:pt x="40884" y="6255777"/>
                  </a:lnTo>
                  <a:lnTo>
                    <a:pt x="40993" y="6255777"/>
                  </a:lnTo>
                  <a:lnTo>
                    <a:pt x="41209" y="6255777"/>
                  </a:lnTo>
                  <a:lnTo>
                    <a:pt x="41318" y="6255777"/>
                  </a:lnTo>
                  <a:lnTo>
                    <a:pt x="41426" y="6255777"/>
                  </a:lnTo>
                  <a:lnTo>
                    <a:pt x="41535" y="6255777"/>
                  </a:lnTo>
                  <a:lnTo>
                    <a:pt x="41643" y="6255777"/>
                  </a:lnTo>
                  <a:lnTo>
                    <a:pt x="41643" y="6255154"/>
                  </a:lnTo>
                  <a:lnTo>
                    <a:pt x="41752" y="6255154"/>
                  </a:lnTo>
                  <a:lnTo>
                    <a:pt x="41860" y="6255154"/>
                  </a:lnTo>
                  <a:lnTo>
                    <a:pt x="41969" y="6255154"/>
                  </a:lnTo>
                  <a:lnTo>
                    <a:pt x="41969" y="6254530"/>
                  </a:lnTo>
                  <a:lnTo>
                    <a:pt x="42077" y="6254530"/>
                  </a:lnTo>
                  <a:lnTo>
                    <a:pt x="42077" y="6253907"/>
                  </a:lnTo>
                  <a:lnTo>
                    <a:pt x="42185" y="6253907"/>
                  </a:lnTo>
                  <a:lnTo>
                    <a:pt x="42294" y="6253907"/>
                  </a:lnTo>
                  <a:lnTo>
                    <a:pt x="42402" y="6253907"/>
                  </a:lnTo>
                  <a:lnTo>
                    <a:pt x="42511" y="6253907"/>
                  </a:lnTo>
                  <a:lnTo>
                    <a:pt x="42511" y="6253283"/>
                  </a:lnTo>
                  <a:lnTo>
                    <a:pt x="42619" y="6253283"/>
                  </a:lnTo>
                  <a:lnTo>
                    <a:pt x="42728" y="6253283"/>
                  </a:lnTo>
                  <a:lnTo>
                    <a:pt x="42945" y="6253283"/>
                  </a:lnTo>
                  <a:lnTo>
                    <a:pt x="43162" y="6253283"/>
                  </a:lnTo>
                  <a:lnTo>
                    <a:pt x="43270" y="6253283"/>
                  </a:lnTo>
                  <a:lnTo>
                    <a:pt x="43378" y="6253283"/>
                  </a:lnTo>
                  <a:lnTo>
                    <a:pt x="43487" y="6253283"/>
                  </a:lnTo>
                  <a:lnTo>
                    <a:pt x="43487" y="6252659"/>
                  </a:lnTo>
                  <a:lnTo>
                    <a:pt x="43487" y="6252036"/>
                  </a:lnTo>
                  <a:lnTo>
                    <a:pt x="43595" y="6252036"/>
                  </a:lnTo>
                  <a:lnTo>
                    <a:pt x="43704" y="6252036"/>
                  </a:lnTo>
                  <a:lnTo>
                    <a:pt x="43812" y="6252036"/>
                  </a:lnTo>
                  <a:lnTo>
                    <a:pt x="43921" y="6252036"/>
                  </a:lnTo>
                  <a:lnTo>
                    <a:pt x="43921" y="6251412"/>
                  </a:lnTo>
                  <a:lnTo>
                    <a:pt x="43921" y="6250789"/>
                  </a:lnTo>
                  <a:lnTo>
                    <a:pt x="44029" y="6250789"/>
                  </a:lnTo>
                  <a:lnTo>
                    <a:pt x="44029" y="6250165"/>
                  </a:lnTo>
                  <a:lnTo>
                    <a:pt x="44138" y="6250165"/>
                  </a:lnTo>
                  <a:lnTo>
                    <a:pt x="44246" y="6250165"/>
                  </a:lnTo>
                  <a:lnTo>
                    <a:pt x="44354" y="6250165"/>
                  </a:lnTo>
                  <a:lnTo>
                    <a:pt x="44463" y="6250165"/>
                  </a:lnTo>
                  <a:lnTo>
                    <a:pt x="44463" y="6249542"/>
                  </a:lnTo>
                  <a:lnTo>
                    <a:pt x="44571" y="6249542"/>
                  </a:lnTo>
                  <a:lnTo>
                    <a:pt x="44680" y="6249542"/>
                  </a:lnTo>
                  <a:lnTo>
                    <a:pt x="44788" y="6249542"/>
                  </a:lnTo>
                  <a:lnTo>
                    <a:pt x="44897" y="6249542"/>
                  </a:lnTo>
                  <a:lnTo>
                    <a:pt x="45114" y="6249542"/>
                  </a:lnTo>
                  <a:lnTo>
                    <a:pt x="45222" y="6249542"/>
                  </a:lnTo>
                  <a:lnTo>
                    <a:pt x="45330" y="6249542"/>
                  </a:lnTo>
                  <a:lnTo>
                    <a:pt x="45439" y="6249542"/>
                  </a:lnTo>
                  <a:lnTo>
                    <a:pt x="45439" y="6248918"/>
                  </a:lnTo>
                  <a:lnTo>
                    <a:pt x="45547" y="6248918"/>
                  </a:lnTo>
                  <a:lnTo>
                    <a:pt x="45764" y="6248918"/>
                  </a:lnTo>
                  <a:lnTo>
                    <a:pt x="45873" y="6248294"/>
                  </a:lnTo>
                  <a:lnTo>
                    <a:pt x="45873" y="6247671"/>
                  </a:lnTo>
                  <a:lnTo>
                    <a:pt x="45981" y="6247671"/>
                  </a:lnTo>
                  <a:lnTo>
                    <a:pt x="46090" y="6247671"/>
                  </a:lnTo>
                  <a:lnTo>
                    <a:pt x="46198" y="6247671"/>
                  </a:lnTo>
                  <a:lnTo>
                    <a:pt x="46306" y="6247671"/>
                  </a:lnTo>
                  <a:lnTo>
                    <a:pt x="46415" y="6247671"/>
                  </a:lnTo>
                  <a:lnTo>
                    <a:pt x="46523" y="6247671"/>
                  </a:lnTo>
                  <a:lnTo>
                    <a:pt x="46523" y="6247047"/>
                  </a:lnTo>
                  <a:lnTo>
                    <a:pt x="46632" y="6247047"/>
                  </a:lnTo>
                  <a:lnTo>
                    <a:pt x="46632" y="6246424"/>
                  </a:lnTo>
                  <a:lnTo>
                    <a:pt x="46740" y="6246424"/>
                  </a:lnTo>
                  <a:lnTo>
                    <a:pt x="46849" y="6246424"/>
                  </a:lnTo>
                  <a:lnTo>
                    <a:pt x="46957" y="6246424"/>
                  </a:lnTo>
                  <a:lnTo>
                    <a:pt x="47066" y="6246424"/>
                  </a:lnTo>
                  <a:lnTo>
                    <a:pt x="47174" y="6246424"/>
                  </a:lnTo>
                  <a:lnTo>
                    <a:pt x="47282" y="6246424"/>
                  </a:lnTo>
                  <a:lnTo>
                    <a:pt x="47391" y="6246424"/>
                  </a:lnTo>
                  <a:lnTo>
                    <a:pt x="47391" y="6245800"/>
                  </a:lnTo>
                  <a:lnTo>
                    <a:pt x="47499" y="6245800"/>
                  </a:lnTo>
                  <a:lnTo>
                    <a:pt x="47608" y="6245800"/>
                  </a:lnTo>
                  <a:lnTo>
                    <a:pt x="47716" y="6245800"/>
                  </a:lnTo>
                  <a:lnTo>
                    <a:pt x="47716" y="6245176"/>
                  </a:lnTo>
                  <a:lnTo>
                    <a:pt x="47825" y="6245176"/>
                  </a:lnTo>
                  <a:lnTo>
                    <a:pt x="47825" y="6244553"/>
                  </a:lnTo>
                  <a:lnTo>
                    <a:pt x="47933" y="6244553"/>
                  </a:lnTo>
                  <a:lnTo>
                    <a:pt x="48042" y="6244553"/>
                  </a:lnTo>
                  <a:lnTo>
                    <a:pt x="48042" y="6243929"/>
                  </a:lnTo>
                  <a:lnTo>
                    <a:pt x="48042" y="6243306"/>
                  </a:lnTo>
                  <a:lnTo>
                    <a:pt x="48150" y="6243306"/>
                  </a:lnTo>
                  <a:lnTo>
                    <a:pt x="48259" y="6243306"/>
                  </a:lnTo>
                  <a:lnTo>
                    <a:pt x="48367" y="6243306"/>
                  </a:lnTo>
                  <a:lnTo>
                    <a:pt x="48475" y="6243306"/>
                  </a:lnTo>
                  <a:lnTo>
                    <a:pt x="48692" y="6243306"/>
                  </a:lnTo>
                  <a:lnTo>
                    <a:pt x="48692" y="6242682"/>
                  </a:lnTo>
                  <a:lnTo>
                    <a:pt x="48692" y="6242059"/>
                  </a:lnTo>
                  <a:lnTo>
                    <a:pt x="48801" y="6242059"/>
                  </a:lnTo>
                  <a:lnTo>
                    <a:pt x="48909" y="6242059"/>
                  </a:lnTo>
                  <a:lnTo>
                    <a:pt x="48909" y="6241435"/>
                  </a:lnTo>
                  <a:lnTo>
                    <a:pt x="49018" y="6241435"/>
                  </a:lnTo>
                  <a:lnTo>
                    <a:pt x="49126" y="6241435"/>
                  </a:lnTo>
                  <a:lnTo>
                    <a:pt x="49126" y="6240811"/>
                  </a:lnTo>
                  <a:lnTo>
                    <a:pt x="49235" y="6240811"/>
                  </a:lnTo>
                  <a:lnTo>
                    <a:pt x="49343" y="6240811"/>
                  </a:lnTo>
                  <a:lnTo>
                    <a:pt x="49451" y="6240811"/>
                  </a:lnTo>
                  <a:lnTo>
                    <a:pt x="49560" y="6240811"/>
                  </a:lnTo>
                  <a:lnTo>
                    <a:pt x="49668" y="6240811"/>
                  </a:lnTo>
                  <a:lnTo>
                    <a:pt x="49777" y="6240811"/>
                  </a:lnTo>
                  <a:lnTo>
                    <a:pt x="49885" y="6240811"/>
                  </a:lnTo>
                  <a:lnTo>
                    <a:pt x="49885" y="6240188"/>
                  </a:lnTo>
                  <a:lnTo>
                    <a:pt x="49994" y="6240188"/>
                  </a:lnTo>
                  <a:lnTo>
                    <a:pt x="50102" y="6240188"/>
                  </a:lnTo>
                  <a:lnTo>
                    <a:pt x="50211" y="6240188"/>
                  </a:lnTo>
                  <a:lnTo>
                    <a:pt x="50319" y="6240188"/>
                  </a:lnTo>
                  <a:lnTo>
                    <a:pt x="50427" y="6240188"/>
                  </a:lnTo>
                  <a:lnTo>
                    <a:pt x="50536" y="6240188"/>
                  </a:lnTo>
                  <a:lnTo>
                    <a:pt x="50644" y="6240188"/>
                  </a:lnTo>
                  <a:lnTo>
                    <a:pt x="50753" y="6240188"/>
                  </a:lnTo>
                  <a:lnTo>
                    <a:pt x="50861" y="6240188"/>
                  </a:lnTo>
                  <a:lnTo>
                    <a:pt x="50970" y="6240188"/>
                  </a:lnTo>
                  <a:lnTo>
                    <a:pt x="50970" y="6239564"/>
                  </a:lnTo>
                  <a:lnTo>
                    <a:pt x="51078" y="6239564"/>
                  </a:lnTo>
                  <a:lnTo>
                    <a:pt x="51078" y="6238941"/>
                  </a:lnTo>
                  <a:lnTo>
                    <a:pt x="51187" y="6238941"/>
                  </a:lnTo>
                  <a:lnTo>
                    <a:pt x="51187" y="6238317"/>
                  </a:lnTo>
                  <a:lnTo>
                    <a:pt x="51295" y="6238317"/>
                  </a:lnTo>
                  <a:lnTo>
                    <a:pt x="51295" y="6237693"/>
                  </a:lnTo>
                  <a:lnTo>
                    <a:pt x="51403" y="6237693"/>
                  </a:lnTo>
                  <a:lnTo>
                    <a:pt x="51512" y="6237693"/>
                  </a:lnTo>
                  <a:lnTo>
                    <a:pt x="51620" y="6237693"/>
                  </a:lnTo>
                  <a:lnTo>
                    <a:pt x="51729" y="6237693"/>
                  </a:lnTo>
                  <a:lnTo>
                    <a:pt x="51837" y="6237693"/>
                  </a:lnTo>
                  <a:lnTo>
                    <a:pt x="51946" y="6237693"/>
                  </a:lnTo>
                  <a:lnTo>
                    <a:pt x="52054" y="6237693"/>
                  </a:lnTo>
                  <a:lnTo>
                    <a:pt x="52054" y="6237070"/>
                  </a:lnTo>
                  <a:lnTo>
                    <a:pt x="52163" y="6237070"/>
                  </a:lnTo>
                  <a:lnTo>
                    <a:pt x="52271" y="6237070"/>
                  </a:lnTo>
                  <a:lnTo>
                    <a:pt x="52380" y="6237070"/>
                  </a:lnTo>
                  <a:lnTo>
                    <a:pt x="52488" y="6237070"/>
                  </a:lnTo>
                  <a:lnTo>
                    <a:pt x="52488" y="6236446"/>
                  </a:lnTo>
                  <a:lnTo>
                    <a:pt x="52488" y="6235823"/>
                  </a:lnTo>
                  <a:lnTo>
                    <a:pt x="52596" y="6235823"/>
                  </a:lnTo>
                  <a:lnTo>
                    <a:pt x="52705" y="6235823"/>
                  </a:lnTo>
                  <a:lnTo>
                    <a:pt x="52705" y="6235199"/>
                  </a:lnTo>
                  <a:lnTo>
                    <a:pt x="52705" y="6234576"/>
                  </a:lnTo>
                  <a:lnTo>
                    <a:pt x="52705" y="6233952"/>
                  </a:lnTo>
                  <a:lnTo>
                    <a:pt x="52813" y="6233952"/>
                  </a:lnTo>
                  <a:lnTo>
                    <a:pt x="52922" y="6233952"/>
                  </a:lnTo>
                  <a:lnTo>
                    <a:pt x="53030" y="6233952"/>
                  </a:lnTo>
                  <a:lnTo>
                    <a:pt x="53139" y="6233952"/>
                  </a:lnTo>
                  <a:lnTo>
                    <a:pt x="53247" y="6233952"/>
                  </a:lnTo>
                  <a:lnTo>
                    <a:pt x="53356" y="6233952"/>
                  </a:lnTo>
                  <a:lnTo>
                    <a:pt x="53356" y="6233328"/>
                  </a:lnTo>
                  <a:lnTo>
                    <a:pt x="53464" y="6233328"/>
                  </a:lnTo>
                  <a:lnTo>
                    <a:pt x="53572" y="6233328"/>
                  </a:lnTo>
                  <a:lnTo>
                    <a:pt x="53681" y="6233328"/>
                  </a:lnTo>
                  <a:lnTo>
                    <a:pt x="53789" y="6233328"/>
                  </a:lnTo>
                  <a:lnTo>
                    <a:pt x="53898" y="6233328"/>
                  </a:lnTo>
                  <a:lnTo>
                    <a:pt x="54006" y="6233328"/>
                  </a:lnTo>
                  <a:lnTo>
                    <a:pt x="54006" y="6232705"/>
                  </a:lnTo>
                  <a:lnTo>
                    <a:pt x="54115" y="6232705"/>
                  </a:lnTo>
                  <a:lnTo>
                    <a:pt x="54223" y="6232705"/>
                  </a:lnTo>
                  <a:lnTo>
                    <a:pt x="54332" y="6232705"/>
                  </a:lnTo>
                  <a:lnTo>
                    <a:pt x="54440" y="6232705"/>
                  </a:lnTo>
                  <a:lnTo>
                    <a:pt x="54440" y="6232081"/>
                  </a:lnTo>
                  <a:lnTo>
                    <a:pt x="54548" y="6232081"/>
                  </a:lnTo>
                  <a:lnTo>
                    <a:pt x="54657" y="6232081"/>
                  </a:lnTo>
                  <a:lnTo>
                    <a:pt x="54765" y="6232081"/>
                  </a:lnTo>
                  <a:lnTo>
                    <a:pt x="54874" y="6232081"/>
                  </a:lnTo>
                  <a:lnTo>
                    <a:pt x="54982" y="6232081"/>
                  </a:lnTo>
                  <a:lnTo>
                    <a:pt x="55091" y="6232081"/>
                  </a:lnTo>
                  <a:lnTo>
                    <a:pt x="55091" y="6231458"/>
                  </a:lnTo>
                  <a:lnTo>
                    <a:pt x="55199" y="6231458"/>
                  </a:lnTo>
                  <a:lnTo>
                    <a:pt x="55199" y="6230834"/>
                  </a:lnTo>
                  <a:lnTo>
                    <a:pt x="55416" y="6230834"/>
                  </a:lnTo>
                  <a:lnTo>
                    <a:pt x="55524" y="6230834"/>
                  </a:lnTo>
                  <a:lnTo>
                    <a:pt x="55633" y="6230834"/>
                  </a:lnTo>
                  <a:lnTo>
                    <a:pt x="55741" y="6230834"/>
                  </a:lnTo>
                  <a:lnTo>
                    <a:pt x="55850" y="6230834"/>
                  </a:lnTo>
                  <a:lnTo>
                    <a:pt x="55958" y="6230834"/>
                  </a:lnTo>
                  <a:lnTo>
                    <a:pt x="56067" y="6230834"/>
                  </a:lnTo>
                  <a:lnTo>
                    <a:pt x="56175" y="6230834"/>
                  </a:lnTo>
                  <a:lnTo>
                    <a:pt x="56284" y="6230210"/>
                  </a:lnTo>
                  <a:lnTo>
                    <a:pt x="56392" y="6230210"/>
                  </a:lnTo>
                  <a:lnTo>
                    <a:pt x="56501" y="6229587"/>
                  </a:lnTo>
                  <a:lnTo>
                    <a:pt x="56609" y="6229587"/>
                  </a:lnTo>
                  <a:lnTo>
                    <a:pt x="56717" y="6229587"/>
                  </a:lnTo>
                  <a:lnTo>
                    <a:pt x="56826" y="6229587"/>
                  </a:lnTo>
                  <a:lnTo>
                    <a:pt x="56934" y="6229587"/>
                  </a:lnTo>
                  <a:lnTo>
                    <a:pt x="57043" y="6229587"/>
                  </a:lnTo>
                  <a:lnTo>
                    <a:pt x="57043" y="6228963"/>
                  </a:lnTo>
                  <a:lnTo>
                    <a:pt x="57151" y="6228963"/>
                  </a:lnTo>
                  <a:lnTo>
                    <a:pt x="57260" y="6228963"/>
                  </a:lnTo>
                  <a:lnTo>
                    <a:pt x="57260" y="6228340"/>
                  </a:lnTo>
                  <a:lnTo>
                    <a:pt x="57368" y="6228340"/>
                  </a:lnTo>
                  <a:lnTo>
                    <a:pt x="57477" y="6228340"/>
                  </a:lnTo>
                  <a:lnTo>
                    <a:pt x="57585" y="6228340"/>
                  </a:lnTo>
                  <a:lnTo>
                    <a:pt x="57585" y="6227716"/>
                  </a:lnTo>
                  <a:lnTo>
                    <a:pt x="57693" y="6227716"/>
                  </a:lnTo>
                  <a:lnTo>
                    <a:pt x="57802" y="6227716"/>
                  </a:lnTo>
                  <a:lnTo>
                    <a:pt x="57910" y="6227716"/>
                  </a:lnTo>
                  <a:lnTo>
                    <a:pt x="58019" y="6227093"/>
                  </a:lnTo>
                  <a:lnTo>
                    <a:pt x="58127" y="6227093"/>
                  </a:lnTo>
                  <a:lnTo>
                    <a:pt x="58236" y="6227093"/>
                  </a:lnTo>
                  <a:lnTo>
                    <a:pt x="58344" y="6227093"/>
                  </a:lnTo>
                  <a:lnTo>
                    <a:pt x="58453" y="6226469"/>
                  </a:lnTo>
                  <a:lnTo>
                    <a:pt x="58561" y="6226469"/>
                  </a:lnTo>
                  <a:lnTo>
                    <a:pt x="58669" y="6226469"/>
                  </a:lnTo>
                  <a:lnTo>
                    <a:pt x="58778" y="6226469"/>
                  </a:lnTo>
                  <a:lnTo>
                    <a:pt x="58886" y="6226469"/>
                  </a:lnTo>
                  <a:lnTo>
                    <a:pt x="58886" y="6225845"/>
                  </a:lnTo>
                  <a:lnTo>
                    <a:pt x="58886" y="6225222"/>
                  </a:lnTo>
                  <a:lnTo>
                    <a:pt x="58995" y="6225222"/>
                  </a:lnTo>
                  <a:lnTo>
                    <a:pt x="58995" y="6224598"/>
                  </a:lnTo>
                  <a:lnTo>
                    <a:pt x="58995" y="6223975"/>
                  </a:lnTo>
                  <a:lnTo>
                    <a:pt x="59103" y="6223975"/>
                  </a:lnTo>
                  <a:lnTo>
                    <a:pt x="59212" y="6223975"/>
                  </a:lnTo>
                  <a:lnTo>
                    <a:pt x="59320" y="6223975"/>
                  </a:lnTo>
                  <a:lnTo>
                    <a:pt x="59429" y="6223975"/>
                  </a:lnTo>
                  <a:lnTo>
                    <a:pt x="59537" y="6223975"/>
                  </a:lnTo>
                  <a:lnTo>
                    <a:pt x="59645" y="6223975"/>
                  </a:lnTo>
                  <a:lnTo>
                    <a:pt x="59645" y="6223351"/>
                  </a:lnTo>
                  <a:lnTo>
                    <a:pt x="59645" y="6222727"/>
                  </a:lnTo>
                  <a:lnTo>
                    <a:pt x="59754" y="6222727"/>
                  </a:lnTo>
                  <a:lnTo>
                    <a:pt x="59754" y="6222104"/>
                  </a:lnTo>
                  <a:lnTo>
                    <a:pt x="59754" y="6221480"/>
                  </a:lnTo>
                  <a:lnTo>
                    <a:pt x="59862" y="6221480"/>
                  </a:lnTo>
                  <a:lnTo>
                    <a:pt x="60079" y="6221480"/>
                  </a:lnTo>
                  <a:lnTo>
                    <a:pt x="60188" y="6221480"/>
                  </a:lnTo>
                  <a:lnTo>
                    <a:pt x="60296" y="6221480"/>
                  </a:lnTo>
                  <a:lnTo>
                    <a:pt x="60405" y="6221480"/>
                  </a:lnTo>
                  <a:lnTo>
                    <a:pt x="60513" y="6221480"/>
                  </a:lnTo>
                  <a:lnTo>
                    <a:pt x="60622" y="6221480"/>
                  </a:lnTo>
                  <a:lnTo>
                    <a:pt x="60730" y="6221480"/>
                  </a:lnTo>
                  <a:lnTo>
                    <a:pt x="60838" y="6221480"/>
                  </a:lnTo>
                  <a:lnTo>
                    <a:pt x="60947" y="6221480"/>
                  </a:lnTo>
                  <a:lnTo>
                    <a:pt x="61055" y="6221480"/>
                  </a:lnTo>
                  <a:lnTo>
                    <a:pt x="61164" y="6221480"/>
                  </a:lnTo>
                  <a:lnTo>
                    <a:pt x="61164" y="6220857"/>
                  </a:lnTo>
                  <a:lnTo>
                    <a:pt x="61381" y="6220857"/>
                  </a:lnTo>
                  <a:lnTo>
                    <a:pt x="61489" y="6220857"/>
                  </a:lnTo>
                  <a:lnTo>
                    <a:pt x="61598" y="6220857"/>
                  </a:lnTo>
                  <a:lnTo>
                    <a:pt x="61706" y="6220857"/>
                  </a:lnTo>
                  <a:lnTo>
                    <a:pt x="61814" y="6220857"/>
                  </a:lnTo>
                  <a:lnTo>
                    <a:pt x="61923" y="6220857"/>
                  </a:lnTo>
                  <a:lnTo>
                    <a:pt x="61923" y="6220233"/>
                  </a:lnTo>
                  <a:lnTo>
                    <a:pt x="61923" y="6219610"/>
                  </a:lnTo>
                  <a:lnTo>
                    <a:pt x="62140" y="6219610"/>
                  </a:lnTo>
                  <a:lnTo>
                    <a:pt x="62140" y="6218986"/>
                  </a:lnTo>
                  <a:lnTo>
                    <a:pt x="62248" y="6218986"/>
                  </a:lnTo>
                  <a:lnTo>
                    <a:pt x="62357" y="6218986"/>
                  </a:lnTo>
                  <a:lnTo>
                    <a:pt x="62465" y="6218986"/>
                  </a:lnTo>
                  <a:lnTo>
                    <a:pt x="62574" y="6218986"/>
                  </a:lnTo>
                  <a:lnTo>
                    <a:pt x="62682" y="6218986"/>
                  </a:lnTo>
                  <a:lnTo>
                    <a:pt x="62682" y="6218362"/>
                  </a:lnTo>
                  <a:lnTo>
                    <a:pt x="62790" y="6218362"/>
                  </a:lnTo>
                  <a:lnTo>
                    <a:pt x="62790" y="6217739"/>
                  </a:lnTo>
                  <a:lnTo>
                    <a:pt x="62899" y="6217739"/>
                  </a:lnTo>
                  <a:lnTo>
                    <a:pt x="63007" y="6217115"/>
                  </a:lnTo>
                  <a:lnTo>
                    <a:pt x="63116" y="6217115"/>
                  </a:lnTo>
                  <a:lnTo>
                    <a:pt x="63333" y="6217115"/>
                  </a:lnTo>
                  <a:lnTo>
                    <a:pt x="63441" y="6217115"/>
                  </a:lnTo>
                  <a:lnTo>
                    <a:pt x="63550" y="6217115"/>
                  </a:lnTo>
                  <a:lnTo>
                    <a:pt x="63658" y="6217115"/>
                  </a:lnTo>
                  <a:lnTo>
                    <a:pt x="63875" y="6217115"/>
                  </a:lnTo>
                  <a:lnTo>
                    <a:pt x="63983" y="6217115"/>
                  </a:lnTo>
                  <a:lnTo>
                    <a:pt x="64092" y="6217115"/>
                  </a:lnTo>
                  <a:lnTo>
                    <a:pt x="64200" y="6217115"/>
                  </a:lnTo>
                  <a:lnTo>
                    <a:pt x="64309" y="6217115"/>
                  </a:lnTo>
                  <a:lnTo>
                    <a:pt x="64417" y="6217115"/>
                  </a:lnTo>
                  <a:lnTo>
                    <a:pt x="64417" y="6216492"/>
                  </a:lnTo>
                  <a:lnTo>
                    <a:pt x="64526" y="6216492"/>
                  </a:lnTo>
                  <a:lnTo>
                    <a:pt x="64634" y="6215868"/>
                  </a:lnTo>
                  <a:lnTo>
                    <a:pt x="64743" y="6215868"/>
                  </a:lnTo>
                  <a:lnTo>
                    <a:pt x="64959" y="6215868"/>
                  </a:lnTo>
                  <a:lnTo>
                    <a:pt x="64959" y="6215244"/>
                  </a:lnTo>
                  <a:lnTo>
                    <a:pt x="65068" y="6215244"/>
                  </a:lnTo>
                  <a:lnTo>
                    <a:pt x="65176" y="6215244"/>
                  </a:lnTo>
                  <a:lnTo>
                    <a:pt x="65176" y="6214621"/>
                  </a:lnTo>
                  <a:lnTo>
                    <a:pt x="65285" y="6214621"/>
                  </a:lnTo>
                  <a:lnTo>
                    <a:pt x="65285" y="6213997"/>
                  </a:lnTo>
                  <a:lnTo>
                    <a:pt x="65285" y="6213374"/>
                  </a:lnTo>
                  <a:lnTo>
                    <a:pt x="65393" y="6213374"/>
                  </a:lnTo>
                  <a:lnTo>
                    <a:pt x="65393" y="6212750"/>
                  </a:lnTo>
                  <a:lnTo>
                    <a:pt x="65502" y="6212750"/>
                  </a:lnTo>
                  <a:lnTo>
                    <a:pt x="65502" y="6212127"/>
                  </a:lnTo>
                  <a:lnTo>
                    <a:pt x="65610" y="6212127"/>
                  </a:lnTo>
                  <a:lnTo>
                    <a:pt x="65719" y="6212127"/>
                  </a:lnTo>
                  <a:lnTo>
                    <a:pt x="65827" y="6212127"/>
                  </a:lnTo>
                  <a:lnTo>
                    <a:pt x="65935" y="6212127"/>
                  </a:lnTo>
                  <a:lnTo>
                    <a:pt x="66044" y="6212127"/>
                  </a:lnTo>
                  <a:lnTo>
                    <a:pt x="66152" y="6212127"/>
                  </a:lnTo>
                  <a:lnTo>
                    <a:pt x="66152" y="6211503"/>
                  </a:lnTo>
                  <a:lnTo>
                    <a:pt x="66261" y="6211503"/>
                  </a:lnTo>
                  <a:lnTo>
                    <a:pt x="66369" y="6211503"/>
                  </a:lnTo>
                  <a:lnTo>
                    <a:pt x="66478" y="6211503"/>
                  </a:lnTo>
                  <a:lnTo>
                    <a:pt x="66586" y="6211503"/>
                  </a:lnTo>
                  <a:lnTo>
                    <a:pt x="66586" y="6210256"/>
                  </a:lnTo>
                  <a:lnTo>
                    <a:pt x="66695" y="6210256"/>
                  </a:lnTo>
                  <a:lnTo>
                    <a:pt x="66803" y="6210256"/>
                  </a:lnTo>
                  <a:lnTo>
                    <a:pt x="66911" y="6210256"/>
                  </a:lnTo>
                  <a:lnTo>
                    <a:pt x="67020" y="6210256"/>
                  </a:lnTo>
                  <a:lnTo>
                    <a:pt x="67020" y="6209632"/>
                  </a:lnTo>
                  <a:lnTo>
                    <a:pt x="67020" y="6209009"/>
                  </a:lnTo>
                  <a:lnTo>
                    <a:pt x="67128" y="6209009"/>
                  </a:lnTo>
                  <a:lnTo>
                    <a:pt x="67237" y="6209009"/>
                  </a:lnTo>
                  <a:lnTo>
                    <a:pt x="67345" y="6209009"/>
                  </a:lnTo>
                  <a:lnTo>
                    <a:pt x="67454" y="6209009"/>
                  </a:lnTo>
                  <a:lnTo>
                    <a:pt x="67454" y="6208385"/>
                  </a:lnTo>
                  <a:lnTo>
                    <a:pt x="67454" y="6207761"/>
                  </a:lnTo>
                  <a:lnTo>
                    <a:pt x="67562" y="6207761"/>
                  </a:lnTo>
                  <a:lnTo>
                    <a:pt x="67671" y="6207761"/>
                  </a:lnTo>
                  <a:lnTo>
                    <a:pt x="67671" y="6207138"/>
                  </a:lnTo>
                  <a:lnTo>
                    <a:pt x="67671" y="6206514"/>
                  </a:lnTo>
                  <a:lnTo>
                    <a:pt x="67779" y="6206514"/>
                  </a:lnTo>
                  <a:lnTo>
                    <a:pt x="67887" y="6206514"/>
                  </a:lnTo>
                  <a:lnTo>
                    <a:pt x="67887" y="6205891"/>
                  </a:lnTo>
                  <a:lnTo>
                    <a:pt x="67996" y="6205891"/>
                  </a:lnTo>
                  <a:lnTo>
                    <a:pt x="68104" y="6205891"/>
                  </a:lnTo>
                  <a:lnTo>
                    <a:pt x="68104" y="6205267"/>
                  </a:lnTo>
                  <a:lnTo>
                    <a:pt x="68213" y="6205267"/>
                  </a:lnTo>
                  <a:lnTo>
                    <a:pt x="68321" y="6205267"/>
                  </a:lnTo>
                  <a:lnTo>
                    <a:pt x="68321" y="6204644"/>
                  </a:lnTo>
                  <a:lnTo>
                    <a:pt x="68430" y="6204644"/>
                  </a:lnTo>
                  <a:lnTo>
                    <a:pt x="68538" y="6204644"/>
                  </a:lnTo>
                  <a:lnTo>
                    <a:pt x="68538" y="6204020"/>
                  </a:lnTo>
                  <a:lnTo>
                    <a:pt x="68647" y="6204020"/>
                  </a:lnTo>
                  <a:lnTo>
                    <a:pt x="68647" y="6203396"/>
                  </a:lnTo>
                  <a:lnTo>
                    <a:pt x="68755" y="6203396"/>
                  </a:lnTo>
                  <a:lnTo>
                    <a:pt x="68863" y="6203396"/>
                  </a:lnTo>
                  <a:lnTo>
                    <a:pt x="68972" y="6203396"/>
                  </a:lnTo>
                  <a:lnTo>
                    <a:pt x="68972" y="6202773"/>
                  </a:lnTo>
                  <a:lnTo>
                    <a:pt x="68972" y="6202149"/>
                  </a:lnTo>
                  <a:lnTo>
                    <a:pt x="69080" y="6202149"/>
                  </a:lnTo>
                  <a:lnTo>
                    <a:pt x="69189" y="6202149"/>
                  </a:lnTo>
                  <a:lnTo>
                    <a:pt x="69297" y="6202149"/>
                  </a:lnTo>
                  <a:lnTo>
                    <a:pt x="69297" y="6201526"/>
                  </a:lnTo>
                  <a:lnTo>
                    <a:pt x="69406" y="6201526"/>
                  </a:lnTo>
                  <a:lnTo>
                    <a:pt x="69623" y="6201526"/>
                  </a:lnTo>
                  <a:lnTo>
                    <a:pt x="69731" y="6201526"/>
                  </a:lnTo>
                  <a:lnTo>
                    <a:pt x="69840" y="6201526"/>
                  </a:lnTo>
                  <a:lnTo>
                    <a:pt x="69840" y="6200902"/>
                  </a:lnTo>
                  <a:lnTo>
                    <a:pt x="69840" y="6200278"/>
                  </a:lnTo>
                  <a:lnTo>
                    <a:pt x="69948" y="6199655"/>
                  </a:lnTo>
                  <a:lnTo>
                    <a:pt x="70056" y="6199655"/>
                  </a:lnTo>
                  <a:lnTo>
                    <a:pt x="70273" y="6199655"/>
                  </a:lnTo>
                  <a:lnTo>
                    <a:pt x="70382" y="6199655"/>
                  </a:lnTo>
                  <a:lnTo>
                    <a:pt x="70382" y="6199031"/>
                  </a:lnTo>
                  <a:lnTo>
                    <a:pt x="70382" y="6198408"/>
                  </a:lnTo>
                  <a:lnTo>
                    <a:pt x="70490" y="6198408"/>
                  </a:lnTo>
                  <a:lnTo>
                    <a:pt x="70599" y="6198408"/>
                  </a:lnTo>
                  <a:lnTo>
                    <a:pt x="70707" y="6198408"/>
                  </a:lnTo>
                  <a:lnTo>
                    <a:pt x="70816" y="6198408"/>
                  </a:lnTo>
                  <a:lnTo>
                    <a:pt x="70924" y="6198408"/>
                  </a:lnTo>
                  <a:lnTo>
                    <a:pt x="70924" y="6197784"/>
                  </a:lnTo>
                  <a:lnTo>
                    <a:pt x="71032" y="6197784"/>
                  </a:lnTo>
                  <a:lnTo>
                    <a:pt x="71141" y="6197784"/>
                  </a:lnTo>
                  <a:lnTo>
                    <a:pt x="71141" y="6197161"/>
                  </a:lnTo>
                  <a:lnTo>
                    <a:pt x="71249" y="6197161"/>
                  </a:lnTo>
                  <a:lnTo>
                    <a:pt x="71358" y="6197161"/>
                  </a:lnTo>
                  <a:lnTo>
                    <a:pt x="71466" y="6197161"/>
                  </a:lnTo>
                  <a:lnTo>
                    <a:pt x="71466" y="6196537"/>
                  </a:lnTo>
                  <a:lnTo>
                    <a:pt x="71575" y="6196537"/>
                  </a:lnTo>
                  <a:lnTo>
                    <a:pt x="71683" y="6196537"/>
                  </a:lnTo>
                  <a:lnTo>
                    <a:pt x="71683" y="6195913"/>
                  </a:lnTo>
                  <a:lnTo>
                    <a:pt x="71683" y="6195290"/>
                  </a:lnTo>
                  <a:lnTo>
                    <a:pt x="71792" y="6195290"/>
                  </a:lnTo>
                  <a:lnTo>
                    <a:pt x="71792" y="6194666"/>
                  </a:lnTo>
                  <a:lnTo>
                    <a:pt x="71792" y="6194043"/>
                  </a:lnTo>
                  <a:lnTo>
                    <a:pt x="71900" y="6194043"/>
                  </a:lnTo>
                  <a:lnTo>
                    <a:pt x="72008" y="6194043"/>
                  </a:lnTo>
                  <a:lnTo>
                    <a:pt x="72225" y="6194043"/>
                  </a:lnTo>
                  <a:lnTo>
                    <a:pt x="72442" y="6194043"/>
                  </a:lnTo>
                  <a:lnTo>
                    <a:pt x="72551" y="6194043"/>
                  </a:lnTo>
                  <a:lnTo>
                    <a:pt x="72659" y="6194043"/>
                  </a:lnTo>
                  <a:lnTo>
                    <a:pt x="72659" y="6193419"/>
                  </a:lnTo>
                  <a:lnTo>
                    <a:pt x="72659" y="6192796"/>
                  </a:lnTo>
                  <a:lnTo>
                    <a:pt x="72768" y="6192796"/>
                  </a:lnTo>
                  <a:lnTo>
                    <a:pt x="72876" y="6192796"/>
                  </a:lnTo>
                  <a:lnTo>
                    <a:pt x="73093" y="6192796"/>
                  </a:lnTo>
                  <a:lnTo>
                    <a:pt x="73093" y="6192172"/>
                  </a:lnTo>
                  <a:lnTo>
                    <a:pt x="73201" y="6192172"/>
                  </a:lnTo>
                  <a:lnTo>
                    <a:pt x="73310" y="6192172"/>
                  </a:lnTo>
                  <a:lnTo>
                    <a:pt x="73418" y="6192172"/>
                  </a:lnTo>
                  <a:lnTo>
                    <a:pt x="73418" y="6191548"/>
                  </a:lnTo>
                  <a:lnTo>
                    <a:pt x="73418" y="6190925"/>
                  </a:lnTo>
                  <a:lnTo>
                    <a:pt x="73527" y="6190925"/>
                  </a:lnTo>
                  <a:lnTo>
                    <a:pt x="73635" y="6190925"/>
                  </a:lnTo>
                  <a:lnTo>
                    <a:pt x="73744" y="6190925"/>
                  </a:lnTo>
                  <a:lnTo>
                    <a:pt x="73852" y="6190925"/>
                  </a:lnTo>
                  <a:lnTo>
                    <a:pt x="73961" y="6190925"/>
                  </a:lnTo>
                  <a:lnTo>
                    <a:pt x="74069" y="6190925"/>
                  </a:lnTo>
                  <a:lnTo>
                    <a:pt x="74069" y="6190301"/>
                  </a:lnTo>
                  <a:lnTo>
                    <a:pt x="74177" y="6190301"/>
                  </a:lnTo>
                  <a:lnTo>
                    <a:pt x="74286" y="6190301"/>
                  </a:lnTo>
                  <a:lnTo>
                    <a:pt x="74394" y="6190301"/>
                  </a:lnTo>
                  <a:lnTo>
                    <a:pt x="74394" y="6189678"/>
                  </a:lnTo>
                  <a:lnTo>
                    <a:pt x="74503" y="6189678"/>
                  </a:lnTo>
                  <a:lnTo>
                    <a:pt x="74611" y="6189678"/>
                  </a:lnTo>
                  <a:lnTo>
                    <a:pt x="74720" y="6189678"/>
                  </a:lnTo>
                  <a:lnTo>
                    <a:pt x="74720" y="6189054"/>
                  </a:lnTo>
                  <a:lnTo>
                    <a:pt x="74720" y="6188430"/>
                  </a:lnTo>
                  <a:lnTo>
                    <a:pt x="74937" y="6188430"/>
                  </a:lnTo>
                  <a:lnTo>
                    <a:pt x="75045" y="6188430"/>
                  </a:lnTo>
                  <a:lnTo>
                    <a:pt x="75153" y="6188430"/>
                  </a:lnTo>
                  <a:lnTo>
                    <a:pt x="75262" y="6188430"/>
                  </a:lnTo>
                  <a:lnTo>
                    <a:pt x="75370" y="6187807"/>
                  </a:lnTo>
                  <a:lnTo>
                    <a:pt x="75479" y="6187807"/>
                  </a:lnTo>
                  <a:lnTo>
                    <a:pt x="75587" y="6187807"/>
                  </a:lnTo>
                  <a:lnTo>
                    <a:pt x="75587" y="6187183"/>
                  </a:lnTo>
                  <a:lnTo>
                    <a:pt x="75696" y="6187183"/>
                  </a:lnTo>
                  <a:lnTo>
                    <a:pt x="75804" y="6187183"/>
                  </a:lnTo>
                  <a:lnTo>
                    <a:pt x="75913" y="6187183"/>
                  </a:lnTo>
                  <a:lnTo>
                    <a:pt x="76021" y="6187183"/>
                  </a:lnTo>
                  <a:lnTo>
                    <a:pt x="76129" y="6187183"/>
                  </a:lnTo>
                  <a:lnTo>
                    <a:pt x="76238" y="6187183"/>
                  </a:lnTo>
                  <a:lnTo>
                    <a:pt x="76346" y="6186560"/>
                  </a:lnTo>
                  <a:lnTo>
                    <a:pt x="76455" y="6186560"/>
                  </a:lnTo>
                  <a:lnTo>
                    <a:pt x="76563" y="6186560"/>
                  </a:lnTo>
                  <a:lnTo>
                    <a:pt x="76672" y="6186560"/>
                  </a:lnTo>
                  <a:lnTo>
                    <a:pt x="76780" y="6186560"/>
                  </a:lnTo>
                  <a:lnTo>
                    <a:pt x="76889" y="6186560"/>
                  </a:lnTo>
                  <a:lnTo>
                    <a:pt x="76997" y="6186560"/>
                  </a:lnTo>
                  <a:lnTo>
                    <a:pt x="77322" y="6186560"/>
                  </a:lnTo>
                  <a:lnTo>
                    <a:pt x="77322" y="6185936"/>
                  </a:lnTo>
                  <a:lnTo>
                    <a:pt x="77431" y="6185313"/>
                  </a:lnTo>
                  <a:lnTo>
                    <a:pt x="77539" y="6185313"/>
                  </a:lnTo>
                  <a:lnTo>
                    <a:pt x="77539" y="6184689"/>
                  </a:lnTo>
                  <a:lnTo>
                    <a:pt x="77539" y="6184065"/>
                  </a:lnTo>
                  <a:lnTo>
                    <a:pt x="77648" y="6184065"/>
                  </a:lnTo>
                  <a:lnTo>
                    <a:pt x="77756" y="6184065"/>
                  </a:lnTo>
                  <a:lnTo>
                    <a:pt x="77865" y="6184065"/>
                  </a:lnTo>
                  <a:lnTo>
                    <a:pt x="78082" y="6184065"/>
                  </a:lnTo>
                  <a:lnTo>
                    <a:pt x="78190" y="6184065"/>
                  </a:lnTo>
                  <a:lnTo>
                    <a:pt x="78190" y="6183442"/>
                  </a:lnTo>
                  <a:lnTo>
                    <a:pt x="78298" y="6183442"/>
                  </a:lnTo>
                  <a:lnTo>
                    <a:pt x="78298" y="6182818"/>
                  </a:lnTo>
                  <a:lnTo>
                    <a:pt x="78407" y="6182818"/>
                  </a:lnTo>
                  <a:lnTo>
                    <a:pt x="78515" y="6182818"/>
                  </a:lnTo>
                  <a:lnTo>
                    <a:pt x="78624" y="6182818"/>
                  </a:lnTo>
                  <a:lnTo>
                    <a:pt x="78624" y="6182195"/>
                  </a:lnTo>
                  <a:lnTo>
                    <a:pt x="78732" y="6182195"/>
                  </a:lnTo>
                  <a:lnTo>
                    <a:pt x="78841" y="6182195"/>
                  </a:lnTo>
                  <a:lnTo>
                    <a:pt x="78949" y="6182195"/>
                  </a:lnTo>
                  <a:lnTo>
                    <a:pt x="78949" y="6181571"/>
                  </a:lnTo>
                  <a:lnTo>
                    <a:pt x="79058" y="6181571"/>
                  </a:lnTo>
                  <a:lnTo>
                    <a:pt x="79166" y="6181571"/>
                  </a:lnTo>
                  <a:lnTo>
                    <a:pt x="79166" y="6180947"/>
                  </a:lnTo>
                  <a:lnTo>
                    <a:pt x="79166" y="6180324"/>
                  </a:lnTo>
                  <a:lnTo>
                    <a:pt x="79274" y="6180324"/>
                  </a:lnTo>
                  <a:lnTo>
                    <a:pt x="79383" y="6180324"/>
                  </a:lnTo>
                  <a:lnTo>
                    <a:pt x="79491" y="6180324"/>
                  </a:lnTo>
                  <a:lnTo>
                    <a:pt x="79600" y="6180324"/>
                  </a:lnTo>
                  <a:lnTo>
                    <a:pt x="79600" y="6179700"/>
                  </a:lnTo>
                  <a:lnTo>
                    <a:pt x="79708" y="6179700"/>
                  </a:lnTo>
                  <a:lnTo>
                    <a:pt x="79817" y="6179700"/>
                  </a:lnTo>
                  <a:lnTo>
                    <a:pt x="79925" y="6179700"/>
                  </a:lnTo>
                  <a:lnTo>
                    <a:pt x="80034" y="6179077"/>
                  </a:lnTo>
                  <a:lnTo>
                    <a:pt x="80142" y="6179077"/>
                  </a:lnTo>
                  <a:lnTo>
                    <a:pt x="80250" y="6179077"/>
                  </a:lnTo>
                  <a:lnTo>
                    <a:pt x="80250" y="6178453"/>
                  </a:lnTo>
                  <a:lnTo>
                    <a:pt x="80359" y="6178453"/>
                  </a:lnTo>
                  <a:lnTo>
                    <a:pt x="80467" y="6178453"/>
                  </a:lnTo>
                  <a:lnTo>
                    <a:pt x="80576" y="6178453"/>
                  </a:lnTo>
                  <a:lnTo>
                    <a:pt x="80684" y="6178453"/>
                  </a:lnTo>
                  <a:lnTo>
                    <a:pt x="80793" y="6178453"/>
                  </a:lnTo>
                  <a:lnTo>
                    <a:pt x="80793" y="6177830"/>
                  </a:lnTo>
                  <a:lnTo>
                    <a:pt x="80793" y="6177206"/>
                  </a:lnTo>
                  <a:lnTo>
                    <a:pt x="81010" y="6177206"/>
                  </a:lnTo>
                  <a:lnTo>
                    <a:pt x="81226" y="6177206"/>
                  </a:lnTo>
                  <a:lnTo>
                    <a:pt x="81335" y="6177206"/>
                  </a:lnTo>
                  <a:lnTo>
                    <a:pt x="81443" y="6177206"/>
                  </a:lnTo>
                  <a:lnTo>
                    <a:pt x="81552" y="6177206"/>
                  </a:lnTo>
                  <a:lnTo>
                    <a:pt x="81769" y="6177206"/>
                  </a:lnTo>
                  <a:lnTo>
                    <a:pt x="81877" y="6177206"/>
                  </a:lnTo>
                  <a:lnTo>
                    <a:pt x="81986" y="6177206"/>
                  </a:lnTo>
                  <a:lnTo>
                    <a:pt x="81986" y="6176582"/>
                  </a:lnTo>
                  <a:lnTo>
                    <a:pt x="82094" y="6176582"/>
                  </a:lnTo>
                  <a:lnTo>
                    <a:pt x="82094" y="6175959"/>
                  </a:lnTo>
                  <a:lnTo>
                    <a:pt x="82203" y="6175959"/>
                  </a:lnTo>
                  <a:lnTo>
                    <a:pt x="82311" y="6175959"/>
                  </a:lnTo>
                  <a:lnTo>
                    <a:pt x="82419" y="6175959"/>
                  </a:lnTo>
                  <a:lnTo>
                    <a:pt x="82528" y="6175959"/>
                  </a:lnTo>
                  <a:lnTo>
                    <a:pt x="82528" y="6175335"/>
                  </a:lnTo>
                  <a:lnTo>
                    <a:pt x="82636" y="6175335"/>
                  </a:lnTo>
                  <a:lnTo>
                    <a:pt x="82636" y="6174712"/>
                  </a:lnTo>
                  <a:lnTo>
                    <a:pt x="82745" y="6174712"/>
                  </a:lnTo>
                  <a:lnTo>
                    <a:pt x="82853" y="6174712"/>
                  </a:lnTo>
                  <a:lnTo>
                    <a:pt x="82962" y="6174712"/>
                  </a:lnTo>
                  <a:lnTo>
                    <a:pt x="82962" y="6174088"/>
                  </a:lnTo>
                  <a:lnTo>
                    <a:pt x="83070" y="6174088"/>
                  </a:lnTo>
                  <a:lnTo>
                    <a:pt x="83179" y="6174088"/>
                  </a:lnTo>
                  <a:lnTo>
                    <a:pt x="83287" y="6174088"/>
                  </a:lnTo>
                  <a:lnTo>
                    <a:pt x="83395" y="6174088"/>
                  </a:lnTo>
                  <a:lnTo>
                    <a:pt x="83504" y="6174088"/>
                  </a:lnTo>
                  <a:lnTo>
                    <a:pt x="83612" y="6174088"/>
                  </a:lnTo>
                  <a:lnTo>
                    <a:pt x="83721" y="6174088"/>
                  </a:lnTo>
                  <a:lnTo>
                    <a:pt x="83829" y="6174088"/>
                  </a:lnTo>
                  <a:lnTo>
                    <a:pt x="83938" y="6174088"/>
                  </a:lnTo>
                  <a:lnTo>
                    <a:pt x="83938" y="6173464"/>
                  </a:lnTo>
                  <a:lnTo>
                    <a:pt x="84155" y="6173464"/>
                  </a:lnTo>
                  <a:lnTo>
                    <a:pt x="84263" y="6173464"/>
                  </a:lnTo>
                  <a:lnTo>
                    <a:pt x="84371" y="6173464"/>
                  </a:lnTo>
                  <a:lnTo>
                    <a:pt x="84480" y="6173464"/>
                  </a:lnTo>
                  <a:lnTo>
                    <a:pt x="84588" y="6173464"/>
                  </a:lnTo>
                  <a:lnTo>
                    <a:pt x="84588" y="6172841"/>
                  </a:lnTo>
                  <a:lnTo>
                    <a:pt x="84588" y="6172217"/>
                  </a:lnTo>
                  <a:lnTo>
                    <a:pt x="84697" y="6172217"/>
                  </a:lnTo>
                  <a:lnTo>
                    <a:pt x="84697" y="6171594"/>
                  </a:lnTo>
                  <a:lnTo>
                    <a:pt x="84805" y="6171594"/>
                  </a:lnTo>
                  <a:lnTo>
                    <a:pt x="84805" y="6170970"/>
                  </a:lnTo>
                  <a:lnTo>
                    <a:pt x="84914" y="6170970"/>
                  </a:lnTo>
                  <a:lnTo>
                    <a:pt x="85022" y="6170970"/>
                  </a:lnTo>
                  <a:lnTo>
                    <a:pt x="85131" y="6170970"/>
                  </a:lnTo>
                  <a:lnTo>
                    <a:pt x="85131" y="6170347"/>
                  </a:lnTo>
                  <a:lnTo>
                    <a:pt x="85239" y="6170347"/>
                  </a:lnTo>
                  <a:lnTo>
                    <a:pt x="85347" y="6170347"/>
                  </a:lnTo>
                  <a:lnTo>
                    <a:pt x="85456" y="6170347"/>
                  </a:lnTo>
                  <a:lnTo>
                    <a:pt x="85564" y="6170347"/>
                  </a:lnTo>
                  <a:lnTo>
                    <a:pt x="85564" y="6169723"/>
                  </a:lnTo>
                  <a:lnTo>
                    <a:pt x="85564" y="6169099"/>
                  </a:lnTo>
                  <a:lnTo>
                    <a:pt x="85673" y="6169099"/>
                  </a:lnTo>
                  <a:lnTo>
                    <a:pt x="85781" y="6168476"/>
                  </a:lnTo>
                  <a:lnTo>
                    <a:pt x="85781" y="6167852"/>
                  </a:lnTo>
                  <a:lnTo>
                    <a:pt x="85998" y="6167852"/>
                  </a:lnTo>
                  <a:lnTo>
                    <a:pt x="86215" y="6167852"/>
                  </a:lnTo>
                  <a:lnTo>
                    <a:pt x="86215" y="6167229"/>
                  </a:lnTo>
                  <a:lnTo>
                    <a:pt x="86324" y="6167229"/>
                  </a:lnTo>
                  <a:lnTo>
                    <a:pt x="86432" y="6167229"/>
                  </a:lnTo>
                  <a:lnTo>
                    <a:pt x="86432" y="6166605"/>
                  </a:lnTo>
                  <a:lnTo>
                    <a:pt x="86540" y="6166605"/>
                  </a:lnTo>
                  <a:lnTo>
                    <a:pt x="86540" y="6165358"/>
                  </a:lnTo>
                  <a:lnTo>
                    <a:pt x="86649" y="6165358"/>
                  </a:lnTo>
                  <a:lnTo>
                    <a:pt x="86757" y="6164734"/>
                  </a:lnTo>
                  <a:lnTo>
                    <a:pt x="86866" y="6164734"/>
                  </a:lnTo>
                  <a:lnTo>
                    <a:pt x="86974" y="6164734"/>
                  </a:lnTo>
                  <a:lnTo>
                    <a:pt x="87083" y="6164734"/>
                  </a:lnTo>
                  <a:lnTo>
                    <a:pt x="87191" y="6164734"/>
                  </a:lnTo>
                  <a:lnTo>
                    <a:pt x="87300" y="6164734"/>
                  </a:lnTo>
                  <a:lnTo>
                    <a:pt x="87408" y="6164734"/>
                  </a:lnTo>
                  <a:lnTo>
                    <a:pt x="87516" y="6164734"/>
                  </a:lnTo>
                  <a:lnTo>
                    <a:pt x="87733" y="6164734"/>
                  </a:lnTo>
                  <a:lnTo>
                    <a:pt x="87842" y="6164734"/>
                  </a:lnTo>
                  <a:lnTo>
                    <a:pt x="87950" y="6164734"/>
                  </a:lnTo>
                  <a:lnTo>
                    <a:pt x="88059" y="6164734"/>
                  </a:lnTo>
                  <a:lnTo>
                    <a:pt x="88167" y="6164734"/>
                  </a:lnTo>
                  <a:lnTo>
                    <a:pt x="88167" y="6164111"/>
                  </a:lnTo>
                  <a:lnTo>
                    <a:pt x="88276" y="6164111"/>
                  </a:lnTo>
                  <a:lnTo>
                    <a:pt x="88384" y="6164111"/>
                  </a:lnTo>
                  <a:lnTo>
                    <a:pt x="88384" y="6163487"/>
                  </a:lnTo>
                  <a:lnTo>
                    <a:pt x="88384" y="6162864"/>
                  </a:lnTo>
                  <a:lnTo>
                    <a:pt x="88492" y="6162864"/>
                  </a:lnTo>
                  <a:lnTo>
                    <a:pt x="88492" y="6162240"/>
                  </a:lnTo>
                  <a:lnTo>
                    <a:pt x="88492" y="6161616"/>
                  </a:lnTo>
                  <a:lnTo>
                    <a:pt x="88601" y="6161616"/>
                  </a:lnTo>
                  <a:lnTo>
                    <a:pt x="88709" y="6161616"/>
                  </a:lnTo>
                  <a:lnTo>
                    <a:pt x="89035" y="6161616"/>
                  </a:lnTo>
                  <a:lnTo>
                    <a:pt x="89252" y="6161616"/>
                  </a:lnTo>
                  <a:lnTo>
                    <a:pt x="89360" y="6161616"/>
                  </a:lnTo>
                  <a:lnTo>
                    <a:pt x="89468" y="6161616"/>
                  </a:lnTo>
                  <a:lnTo>
                    <a:pt x="89577" y="6160993"/>
                  </a:lnTo>
                  <a:lnTo>
                    <a:pt x="89685" y="6160993"/>
                  </a:lnTo>
                  <a:lnTo>
                    <a:pt x="89794" y="6160993"/>
                  </a:lnTo>
                  <a:lnTo>
                    <a:pt x="89902" y="6160993"/>
                  </a:lnTo>
                  <a:lnTo>
                    <a:pt x="90011" y="6160993"/>
                  </a:lnTo>
                  <a:lnTo>
                    <a:pt x="90011" y="6160369"/>
                  </a:lnTo>
                  <a:lnTo>
                    <a:pt x="90119" y="6160369"/>
                  </a:lnTo>
                  <a:lnTo>
                    <a:pt x="90228" y="6160369"/>
                  </a:lnTo>
                  <a:lnTo>
                    <a:pt x="90336" y="6159746"/>
                  </a:lnTo>
                  <a:lnTo>
                    <a:pt x="90336" y="6159122"/>
                  </a:lnTo>
                  <a:lnTo>
                    <a:pt x="90445" y="6159122"/>
                  </a:lnTo>
                  <a:lnTo>
                    <a:pt x="90553" y="6159122"/>
                  </a:lnTo>
                  <a:lnTo>
                    <a:pt x="90553" y="6157875"/>
                  </a:lnTo>
                  <a:lnTo>
                    <a:pt x="90661" y="6157875"/>
                  </a:lnTo>
                  <a:lnTo>
                    <a:pt x="90770" y="6157875"/>
                  </a:lnTo>
                  <a:lnTo>
                    <a:pt x="90878" y="6157875"/>
                  </a:lnTo>
                  <a:lnTo>
                    <a:pt x="90987" y="6157875"/>
                  </a:lnTo>
                  <a:lnTo>
                    <a:pt x="91204" y="6157875"/>
                  </a:lnTo>
                  <a:lnTo>
                    <a:pt x="91312" y="6157875"/>
                  </a:lnTo>
                  <a:lnTo>
                    <a:pt x="91421" y="6157875"/>
                  </a:lnTo>
                  <a:lnTo>
                    <a:pt x="91529" y="6157875"/>
                  </a:lnTo>
                  <a:lnTo>
                    <a:pt x="91637" y="6157875"/>
                  </a:lnTo>
                  <a:lnTo>
                    <a:pt x="91746" y="6157875"/>
                  </a:lnTo>
                  <a:lnTo>
                    <a:pt x="91854" y="6157875"/>
                  </a:lnTo>
                  <a:lnTo>
                    <a:pt x="91963" y="6157875"/>
                  </a:lnTo>
                  <a:lnTo>
                    <a:pt x="92071" y="6157875"/>
                  </a:lnTo>
                  <a:lnTo>
                    <a:pt x="92180" y="6157875"/>
                  </a:lnTo>
                  <a:lnTo>
                    <a:pt x="92288" y="6156628"/>
                  </a:lnTo>
                  <a:lnTo>
                    <a:pt x="92397" y="6156628"/>
                  </a:lnTo>
                  <a:lnTo>
                    <a:pt x="92397" y="6156004"/>
                  </a:lnTo>
                  <a:lnTo>
                    <a:pt x="92505" y="6156004"/>
                  </a:lnTo>
                  <a:lnTo>
                    <a:pt x="92613" y="6155381"/>
                  </a:lnTo>
                  <a:lnTo>
                    <a:pt x="92613" y="6154757"/>
                  </a:lnTo>
                  <a:lnTo>
                    <a:pt x="92722" y="6154757"/>
                  </a:lnTo>
                  <a:lnTo>
                    <a:pt x="92830" y="6154757"/>
                  </a:lnTo>
                  <a:lnTo>
                    <a:pt x="92939" y="6154757"/>
                  </a:lnTo>
                  <a:lnTo>
                    <a:pt x="92939" y="6154133"/>
                  </a:lnTo>
                  <a:lnTo>
                    <a:pt x="92939" y="6153510"/>
                  </a:lnTo>
                  <a:lnTo>
                    <a:pt x="92939" y="6152886"/>
                  </a:lnTo>
                  <a:lnTo>
                    <a:pt x="93047" y="6152886"/>
                  </a:lnTo>
                  <a:lnTo>
                    <a:pt x="93156" y="6152886"/>
                  </a:lnTo>
                  <a:lnTo>
                    <a:pt x="93156" y="6152263"/>
                  </a:lnTo>
                  <a:lnTo>
                    <a:pt x="93264" y="6152263"/>
                  </a:lnTo>
                  <a:lnTo>
                    <a:pt x="93373" y="6152263"/>
                  </a:lnTo>
                  <a:lnTo>
                    <a:pt x="93481" y="6152263"/>
                  </a:lnTo>
                  <a:lnTo>
                    <a:pt x="93589" y="6152263"/>
                  </a:lnTo>
                  <a:lnTo>
                    <a:pt x="93698" y="6152263"/>
                  </a:lnTo>
                  <a:lnTo>
                    <a:pt x="93915" y="6151015"/>
                  </a:lnTo>
                  <a:lnTo>
                    <a:pt x="93915" y="6150392"/>
                  </a:lnTo>
                  <a:lnTo>
                    <a:pt x="94023" y="6150392"/>
                  </a:lnTo>
                  <a:lnTo>
                    <a:pt x="94132" y="6150392"/>
                  </a:lnTo>
                  <a:lnTo>
                    <a:pt x="94132" y="6149768"/>
                  </a:lnTo>
                  <a:lnTo>
                    <a:pt x="94132" y="6149145"/>
                  </a:lnTo>
                  <a:lnTo>
                    <a:pt x="94240" y="6149145"/>
                  </a:lnTo>
                  <a:lnTo>
                    <a:pt x="94349" y="6149145"/>
                  </a:lnTo>
                  <a:lnTo>
                    <a:pt x="94349" y="6148521"/>
                  </a:lnTo>
                  <a:lnTo>
                    <a:pt x="94457" y="6148521"/>
                  </a:lnTo>
                  <a:lnTo>
                    <a:pt x="94565" y="6148521"/>
                  </a:lnTo>
                  <a:lnTo>
                    <a:pt x="94674" y="6148521"/>
                  </a:lnTo>
                  <a:lnTo>
                    <a:pt x="94782" y="6148521"/>
                  </a:lnTo>
                  <a:lnTo>
                    <a:pt x="94782" y="6147898"/>
                  </a:lnTo>
                  <a:lnTo>
                    <a:pt x="94782" y="6147274"/>
                  </a:lnTo>
                  <a:lnTo>
                    <a:pt x="94891" y="6147274"/>
                  </a:lnTo>
                  <a:lnTo>
                    <a:pt x="94999" y="6147274"/>
                  </a:lnTo>
                  <a:lnTo>
                    <a:pt x="94999" y="6146650"/>
                  </a:lnTo>
                  <a:lnTo>
                    <a:pt x="95108" y="6146650"/>
                  </a:lnTo>
                  <a:lnTo>
                    <a:pt x="95108" y="6146027"/>
                  </a:lnTo>
                  <a:lnTo>
                    <a:pt x="95216" y="6146027"/>
                  </a:lnTo>
                  <a:lnTo>
                    <a:pt x="95325" y="6146027"/>
                  </a:lnTo>
                  <a:lnTo>
                    <a:pt x="95433" y="6146027"/>
                  </a:lnTo>
                  <a:lnTo>
                    <a:pt x="95542" y="6145403"/>
                  </a:lnTo>
                  <a:lnTo>
                    <a:pt x="95758" y="6145403"/>
                  </a:lnTo>
                  <a:lnTo>
                    <a:pt x="95867" y="6145403"/>
                  </a:lnTo>
                  <a:lnTo>
                    <a:pt x="95975" y="6145403"/>
                  </a:lnTo>
                  <a:lnTo>
                    <a:pt x="96084" y="6145403"/>
                  </a:lnTo>
                  <a:lnTo>
                    <a:pt x="96192" y="6145403"/>
                  </a:lnTo>
                  <a:lnTo>
                    <a:pt x="96301" y="6145403"/>
                  </a:lnTo>
                  <a:lnTo>
                    <a:pt x="96301" y="6144780"/>
                  </a:lnTo>
                  <a:lnTo>
                    <a:pt x="96409" y="6144780"/>
                  </a:lnTo>
                  <a:lnTo>
                    <a:pt x="96518" y="6144780"/>
                  </a:lnTo>
                  <a:lnTo>
                    <a:pt x="96626" y="6144780"/>
                  </a:lnTo>
                  <a:lnTo>
                    <a:pt x="96734" y="6144780"/>
                  </a:lnTo>
                  <a:lnTo>
                    <a:pt x="96734" y="6144156"/>
                  </a:lnTo>
                  <a:lnTo>
                    <a:pt x="96843" y="6144156"/>
                  </a:lnTo>
                  <a:lnTo>
                    <a:pt x="96843" y="6142909"/>
                  </a:lnTo>
                  <a:lnTo>
                    <a:pt x="96951" y="6142909"/>
                  </a:lnTo>
                  <a:lnTo>
                    <a:pt x="97060" y="6142909"/>
                  </a:lnTo>
                  <a:lnTo>
                    <a:pt x="97168" y="6142909"/>
                  </a:lnTo>
                  <a:lnTo>
                    <a:pt x="97277" y="6142909"/>
                  </a:lnTo>
                  <a:lnTo>
                    <a:pt x="97385" y="6142909"/>
                  </a:lnTo>
                  <a:lnTo>
                    <a:pt x="97494" y="6142909"/>
                  </a:lnTo>
                  <a:lnTo>
                    <a:pt x="97494" y="6142285"/>
                  </a:lnTo>
                  <a:lnTo>
                    <a:pt x="97602" y="6142285"/>
                  </a:lnTo>
                  <a:lnTo>
                    <a:pt x="97710" y="6142285"/>
                  </a:lnTo>
                  <a:lnTo>
                    <a:pt x="97819" y="6142285"/>
                  </a:lnTo>
                  <a:lnTo>
                    <a:pt x="97927" y="6142285"/>
                  </a:lnTo>
                  <a:lnTo>
                    <a:pt x="97927" y="6141662"/>
                  </a:lnTo>
                  <a:lnTo>
                    <a:pt x="98036" y="6141662"/>
                  </a:lnTo>
                  <a:lnTo>
                    <a:pt x="98036" y="6141038"/>
                  </a:lnTo>
                  <a:lnTo>
                    <a:pt x="98144" y="6141038"/>
                  </a:lnTo>
                  <a:lnTo>
                    <a:pt x="98253" y="6141038"/>
                  </a:lnTo>
                  <a:lnTo>
                    <a:pt x="98361" y="6141038"/>
                  </a:lnTo>
                  <a:lnTo>
                    <a:pt x="98361" y="6140415"/>
                  </a:lnTo>
                  <a:lnTo>
                    <a:pt x="98578" y="6140415"/>
                  </a:lnTo>
                  <a:lnTo>
                    <a:pt x="98686" y="6140415"/>
                  </a:lnTo>
                  <a:lnTo>
                    <a:pt x="98795" y="6140415"/>
                  </a:lnTo>
                  <a:lnTo>
                    <a:pt x="98903" y="6140415"/>
                  </a:lnTo>
                  <a:lnTo>
                    <a:pt x="98903" y="6139791"/>
                  </a:lnTo>
                  <a:lnTo>
                    <a:pt x="99012" y="6139791"/>
                  </a:lnTo>
                  <a:lnTo>
                    <a:pt x="99012" y="6139167"/>
                  </a:lnTo>
                  <a:lnTo>
                    <a:pt x="99120" y="6139167"/>
                  </a:lnTo>
                  <a:lnTo>
                    <a:pt x="99337" y="6139167"/>
                  </a:lnTo>
                  <a:lnTo>
                    <a:pt x="99446" y="6139167"/>
                  </a:lnTo>
                  <a:lnTo>
                    <a:pt x="99554" y="6139167"/>
                  </a:lnTo>
                  <a:lnTo>
                    <a:pt x="99663" y="6139167"/>
                  </a:lnTo>
                  <a:lnTo>
                    <a:pt x="99771" y="6139167"/>
                  </a:lnTo>
                  <a:lnTo>
                    <a:pt x="99879" y="6139167"/>
                  </a:lnTo>
                  <a:lnTo>
                    <a:pt x="99988" y="6139167"/>
                  </a:lnTo>
                  <a:lnTo>
                    <a:pt x="100096" y="6139167"/>
                  </a:lnTo>
                  <a:lnTo>
                    <a:pt x="100096" y="6138544"/>
                  </a:lnTo>
                  <a:lnTo>
                    <a:pt x="100205" y="6138544"/>
                  </a:lnTo>
                  <a:lnTo>
                    <a:pt x="100313" y="6138544"/>
                  </a:lnTo>
                  <a:lnTo>
                    <a:pt x="100422" y="6138544"/>
                  </a:lnTo>
                  <a:lnTo>
                    <a:pt x="100639" y="6138544"/>
                  </a:lnTo>
                  <a:lnTo>
                    <a:pt x="100747" y="6138544"/>
                  </a:lnTo>
                  <a:lnTo>
                    <a:pt x="100855" y="6137920"/>
                  </a:lnTo>
                  <a:lnTo>
                    <a:pt x="100964" y="6137920"/>
                  </a:lnTo>
                  <a:lnTo>
                    <a:pt x="100964" y="6137297"/>
                  </a:lnTo>
                  <a:lnTo>
                    <a:pt x="101072" y="6137297"/>
                  </a:lnTo>
                  <a:lnTo>
                    <a:pt x="101181" y="6137297"/>
                  </a:lnTo>
                  <a:lnTo>
                    <a:pt x="101289" y="6137297"/>
                  </a:lnTo>
                  <a:lnTo>
                    <a:pt x="101398" y="6137297"/>
                  </a:lnTo>
                  <a:lnTo>
                    <a:pt x="101506" y="6137297"/>
                  </a:lnTo>
                  <a:lnTo>
                    <a:pt x="101615" y="6137297"/>
                  </a:lnTo>
                  <a:lnTo>
                    <a:pt x="101615" y="6136673"/>
                  </a:lnTo>
                  <a:lnTo>
                    <a:pt x="101723" y="6136673"/>
                  </a:lnTo>
                  <a:lnTo>
                    <a:pt x="101831" y="6136673"/>
                  </a:lnTo>
                  <a:lnTo>
                    <a:pt x="101940" y="6136673"/>
                  </a:lnTo>
                  <a:lnTo>
                    <a:pt x="101940" y="6136050"/>
                  </a:lnTo>
                  <a:lnTo>
                    <a:pt x="101940" y="6135426"/>
                  </a:lnTo>
                  <a:lnTo>
                    <a:pt x="102048" y="6135426"/>
                  </a:lnTo>
                  <a:lnTo>
                    <a:pt x="102157" y="6135426"/>
                  </a:lnTo>
                  <a:lnTo>
                    <a:pt x="102265" y="6135426"/>
                  </a:lnTo>
                  <a:lnTo>
                    <a:pt x="102374" y="6135426"/>
                  </a:lnTo>
                  <a:lnTo>
                    <a:pt x="102591" y="6135426"/>
                  </a:lnTo>
                  <a:lnTo>
                    <a:pt x="102807" y="6135426"/>
                  </a:lnTo>
                  <a:lnTo>
                    <a:pt x="102916" y="6135426"/>
                  </a:lnTo>
                  <a:lnTo>
                    <a:pt x="103024" y="6135426"/>
                  </a:lnTo>
                  <a:lnTo>
                    <a:pt x="103024" y="6134802"/>
                  </a:lnTo>
                  <a:lnTo>
                    <a:pt x="103133" y="6134802"/>
                  </a:lnTo>
                  <a:lnTo>
                    <a:pt x="103241" y="6134802"/>
                  </a:lnTo>
                  <a:lnTo>
                    <a:pt x="103241" y="6134179"/>
                  </a:lnTo>
                  <a:lnTo>
                    <a:pt x="103350" y="6134179"/>
                  </a:lnTo>
                  <a:lnTo>
                    <a:pt x="103567" y="6134179"/>
                  </a:lnTo>
                  <a:lnTo>
                    <a:pt x="103567" y="6133555"/>
                  </a:lnTo>
                  <a:lnTo>
                    <a:pt x="103675" y="6133555"/>
                  </a:lnTo>
                  <a:lnTo>
                    <a:pt x="103784" y="6133555"/>
                  </a:lnTo>
                  <a:lnTo>
                    <a:pt x="103784" y="6132932"/>
                  </a:lnTo>
                  <a:lnTo>
                    <a:pt x="103784" y="6132308"/>
                  </a:lnTo>
                  <a:lnTo>
                    <a:pt x="104000" y="6132308"/>
                  </a:lnTo>
                  <a:lnTo>
                    <a:pt x="104109" y="6132308"/>
                  </a:lnTo>
                  <a:lnTo>
                    <a:pt x="104217" y="6132308"/>
                  </a:lnTo>
                  <a:lnTo>
                    <a:pt x="104326" y="6132308"/>
                  </a:lnTo>
                  <a:lnTo>
                    <a:pt x="104434" y="6132308"/>
                  </a:lnTo>
                  <a:lnTo>
                    <a:pt x="104543" y="6132308"/>
                  </a:lnTo>
                  <a:lnTo>
                    <a:pt x="104651" y="6132308"/>
                  </a:lnTo>
                  <a:lnTo>
                    <a:pt x="104760" y="6132308"/>
                  </a:lnTo>
                  <a:lnTo>
                    <a:pt x="104868" y="6132308"/>
                  </a:lnTo>
                  <a:lnTo>
                    <a:pt x="105085" y="6132308"/>
                  </a:lnTo>
                  <a:lnTo>
                    <a:pt x="105193" y="6132308"/>
                  </a:lnTo>
                  <a:lnTo>
                    <a:pt x="105302" y="6132308"/>
                  </a:lnTo>
                  <a:lnTo>
                    <a:pt x="105410" y="6132308"/>
                  </a:lnTo>
                  <a:lnTo>
                    <a:pt x="105519" y="6132308"/>
                  </a:lnTo>
                  <a:lnTo>
                    <a:pt x="105627" y="6132308"/>
                  </a:lnTo>
                  <a:lnTo>
                    <a:pt x="105736" y="6132308"/>
                  </a:lnTo>
                  <a:lnTo>
                    <a:pt x="105736" y="6131684"/>
                  </a:lnTo>
                  <a:lnTo>
                    <a:pt x="105844" y="6131684"/>
                  </a:lnTo>
                  <a:lnTo>
                    <a:pt x="105952" y="6130437"/>
                  </a:lnTo>
                  <a:lnTo>
                    <a:pt x="105952" y="6129814"/>
                  </a:lnTo>
                  <a:lnTo>
                    <a:pt x="106061" y="6129814"/>
                  </a:lnTo>
                  <a:lnTo>
                    <a:pt x="106169" y="6129814"/>
                  </a:lnTo>
                  <a:lnTo>
                    <a:pt x="106278" y="6129814"/>
                  </a:lnTo>
                  <a:lnTo>
                    <a:pt x="106386" y="6129814"/>
                  </a:lnTo>
                  <a:lnTo>
                    <a:pt x="106495" y="6129814"/>
                  </a:lnTo>
                  <a:lnTo>
                    <a:pt x="106603" y="6129814"/>
                  </a:lnTo>
                  <a:lnTo>
                    <a:pt x="106712" y="6129814"/>
                  </a:lnTo>
                  <a:lnTo>
                    <a:pt x="106820" y="6129814"/>
                  </a:lnTo>
                  <a:lnTo>
                    <a:pt x="106928" y="6129814"/>
                  </a:lnTo>
                  <a:lnTo>
                    <a:pt x="107037" y="6129814"/>
                  </a:lnTo>
                  <a:lnTo>
                    <a:pt x="107145" y="6129814"/>
                  </a:lnTo>
                  <a:lnTo>
                    <a:pt x="107254" y="6129814"/>
                  </a:lnTo>
                  <a:lnTo>
                    <a:pt x="107362" y="6129814"/>
                  </a:lnTo>
                  <a:lnTo>
                    <a:pt x="107471" y="6129190"/>
                  </a:lnTo>
                  <a:lnTo>
                    <a:pt x="107579" y="6129190"/>
                  </a:lnTo>
                  <a:lnTo>
                    <a:pt x="107579" y="6128567"/>
                  </a:lnTo>
                  <a:lnTo>
                    <a:pt x="107688" y="6128567"/>
                  </a:lnTo>
                  <a:lnTo>
                    <a:pt x="107796" y="6128567"/>
                  </a:lnTo>
                  <a:lnTo>
                    <a:pt x="107796" y="6127943"/>
                  </a:lnTo>
                  <a:lnTo>
                    <a:pt x="107796" y="6127319"/>
                  </a:lnTo>
                  <a:lnTo>
                    <a:pt x="107796" y="6126696"/>
                  </a:lnTo>
                  <a:lnTo>
                    <a:pt x="107796" y="6126072"/>
                  </a:lnTo>
                  <a:lnTo>
                    <a:pt x="107905" y="6126072"/>
                  </a:lnTo>
                  <a:lnTo>
                    <a:pt x="108013" y="6126072"/>
                  </a:lnTo>
                  <a:lnTo>
                    <a:pt x="108121" y="6126072"/>
                  </a:lnTo>
                  <a:lnTo>
                    <a:pt x="108121" y="6124825"/>
                  </a:lnTo>
                  <a:lnTo>
                    <a:pt x="108121" y="6124201"/>
                  </a:lnTo>
                  <a:lnTo>
                    <a:pt x="108121" y="6123578"/>
                  </a:lnTo>
                  <a:lnTo>
                    <a:pt x="108121" y="6122954"/>
                  </a:lnTo>
                  <a:lnTo>
                    <a:pt x="108230" y="6122954"/>
                  </a:lnTo>
                  <a:lnTo>
                    <a:pt x="108338" y="6122954"/>
                  </a:lnTo>
                  <a:lnTo>
                    <a:pt x="108447" y="6122954"/>
                  </a:lnTo>
                  <a:lnTo>
                    <a:pt x="108664" y="6122954"/>
                  </a:lnTo>
                  <a:lnTo>
                    <a:pt x="108772" y="6122954"/>
                  </a:lnTo>
                  <a:lnTo>
                    <a:pt x="108772" y="6122331"/>
                  </a:lnTo>
                  <a:lnTo>
                    <a:pt x="108881" y="6122331"/>
                  </a:lnTo>
                  <a:lnTo>
                    <a:pt x="108989" y="6122331"/>
                  </a:lnTo>
                  <a:lnTo>
                    <a:pt x="109097" y="6122331"/>
                  </a:lnTo>
                  <a:lnTo>
                    <a:pt x="109206" y="6122331"/>
                  </a:lnTo>
                  <a:lnTo>
                    <a:pt x="109314" y="6122331"/>
                  </a:lnTo>
                  <a:lnTo>
                    <a:pt x="109423" y="6122331"/>
                  </a:lnTo>
                  <a:lnTo>
                    <a:pt x="109531" y="6122331"/>
                  </a:lnTo>
                  <a:lnTo>
                    <a:pt x="109531" y="6121707"/>
                  </a:lnTo>
                  <a:lnTo>
                    <a:pt x="109640" y="6121707"/>
                  </a:lnTo>
                  <a:lnTo>
                    <a:pt x="109748" y="6121707"/>
                  </a:lnTo>
                  <a:lnTo>
                    <a:pt x="109857" y="6121707"/>
                  </a:lnTo>
                  <a:lnTo>
                    <a:pt x="109857" y="6121084"/>
                  </a:lnTo>
                  <a:lnTo>
                    <a:pt x="109857" y="6120460"/>
                  </a:lnTo>
                  <a:lnTo>
                    <a:pt x="109965" y="6120460"/>
                  </a:lnTo>
                  <a:lnTo>
                    <a:pt x="110073" y="6120460"/>
                  </a:lnTo>
                  <a:lnTo>
                    <a:pt x="110182" y="6120460"/>
                  </a:lnTo>
                  <a:lnTo>
                    <a:pt x="110182" y="6119836"/>
                  </a:lnTo>
                  <a:lnTo>
                    <a:pt x="110290" y="6119836"/>
                  </a:lnTo>
                  <a:lnTo>
                    <a:pt x="110399" y="6119213"/>
                  </a:lnTo>
                  <a:lnTo>
                    <a:pt x="110399" y="6118589"/>
                  </a:lnTo>
                  <a:lnTo>
                    <a:pt x="110507" y="6118589"/>
                  </a:lnTo>
                  <a:lnTo>
                    <a:pt x="110616" y="6118589"/>
                  </a:lnTo>
                  <a:lnTo>
                    <a:pt x="110724" y="6118589"/>
                  </a:lnTo>
                  <a:lnTo>
                    <a:pt x="110833" y="6118589"/>
                  </a:lnTo>
                  <a:lnTo>
                    <a:pt x="110941" y="6118589"/>
                  </a:lnTo>
                  <a:lnTo>
                    <a:pt x="111049" y="6118589"/>
                  </a:lnTo>
                  <a:lnTo>
                    <a:pt x="111049" y="6117966"/>
                  </a:lnTo>
                  <a:lnTo>
                    <a:pt x="111158" y="6117966"/>
                  </a:lnTo>
                  <a:lnTo>
                    <a:pt x="111266" y="6117342"/>
                  </a:lnTo>
                  <a:lnTo>
                    <a:pt x="111375" y="6117342"/>
                  </a:lnTo>
                  <a:lnTo>
                    <a:pt x="111375" y="6116718"/>
                  </a:lnTo>
                  <a:lnTo>
                    <a:pt x="111483" y="6116718"/>
                  </a:lnTo>
                  <a:lnTo>
                    <a:pt x="111592" y="6116718"/>
                  </a:lnTo>
                  <a:lnTo>
                    <a:pt x="111809" y="6116718"/>
                  </a:lnTo>
                  <a:lnTo>
                    <a:pt x="111809" y="6116095"/>
                  </a:lnTo>
                  <a:lnTo>
                    <a:pt x="111809" y="6115471"/>
                  </a:lnTo>
                  <a:lnTo>
                    <a:pt x="111917" y="6115471"/>
                  </a:lnTo>
                  <a:lnTo>
                    <a:pt x="112026" y="6115471"/>
                  </a:lnTo>
                  <a:lnTo>
                    <a:pt x="112134" y="6115471"/>
                  </a:lnTo>
                  <a:lnTo>
                    <a:pt x="112242" y="6115471"/>
                  </a:lnTo>
                  <a:lnTo>
                    <a:pt x="112242" y="6114848"/>
                  </a:lnTo>
                  <a:lnTo>
                    <a:pt x="112242" y="6114224"/>
                  </a:lnTo>
                  <a:lnTo>
                    <a:pt x="112351" y="6114224"/>
                  </a:lnTo>
                  <a:lnTo>
                    <a:pt x="112459" y="6114224"/>
                  </a:lnTo>
                  <a:lnTo>
                    <a:pt x="112785" y="6114224"/>
                  </a:lnTo>
                  <a:lnTo>
                    <a:pt x="112893" y="6114224"/>
                  </a:lnTo>
                  <a:lnTo>
                    <a:pt x="113002" y="6114224"/>
                  </a:lnTo>
                  <a:lnTo>
                    <a:pt x="113218" y="6114224"/>
                  </a:lnTo>
                  <a:lnTo>
                    <a:pt x="113218" y="6113601"/>
                  </a:lnTo>
                  <a:lnTo>
                    <a:pt x="113327" y="6113601"/>
                  </a:lnTo>
                  <a:lnTo>
                    <a:pt x="113544" y="6113601"/>
                  </a:lnTo>
                  <a:lnTo>
                    <a:pt x="113652" y="6113601"/>
                  </a:lnTo>
                  <a:lnTo>
                    <a:pt x="113761" y="6113601"/>
                  </a:lnTo>
                  <a:lnTo>
                    <a:pt x="113978" y="6113601"/>
                  </a:lnTo>
                  <a:lnTo>
                    <a:pt x="114086" y="6113601"/>
                  </a:lnTo>
                  <a:lnTo>
                    <a:pt x="114194" y="6113601"/>
                  </a:lnTo>
                  <a:lnTo>
                    <a:pt x="114194" y="6112977"/>
                  </a:lnTo>
                  <a:lnTo>
                    <a:pt x="114303" y="6112977"/>
                  </a:lnTo>
                  <a:lnTo>
                    <a:pt x="114411" y="6112977"/>
                  </a:lnTo>
                  <a:lnTo>
                    <a:pt x="114520" y="6112977"/>
                  </a:lnTo>
                  <a:lnTo>
                    <a:pt x="114628" y="6112977"/>
                  </a:lnTo>
                  <a:lnTo>
                    <a:pt x="114737" y="6112977"/>
                  </a:lnTo>
                  <a:lnTo>
                    <a:pt x="114845" y="6112977"/>
                  </a:lnTo>
                  <a:lnTo>
                    <a:pt x="114954" y="6112977"/>
                  </a:lnTo>
                  <a:lnTo>
                    <a:pt x="115062" y="6112977"/>
                  </a:lnTo>
                  <a:lnTo>
                    <a:pt x="115062" y="6112353"/>
                  </a:lnTo>
                  <a:lnTo>
                    <a:pt x="115170" y="6112353"/>
                  </a:lnTo>
                  <a:lnTo>
                    <a:pt x="115170" y="6111730"/>
                  </a:lnTo>
                  <a:lnTo>
                    <a:pt x="115279" y="6111730"/>
                  </a:lnTo>
                  <a:lnTo>
                    <a:pt x="115496" y="6111730"/>
                  </a:lnTo>
                  <a:lnTo>
                    <a:pt x="115604" y="6111730"/>
                  </a:lnTo>
                  <a:lnTo>
                    <a:pt x="115713" y="6111730"/>
                  </a:lnTo>
                  <a:lnTo>
                    <a:pt x="115821" y="6111730"/>
                  </a:lnTo>
                  <a:lnTo>
                    <a:pt x="115930" y="6111730"/>
                  </a:lnTo>
                  <a:lnTo>
                    <a:pt x="116038" y="6111106"/>
                  </a:lnTo>
                  <a:lnTo>
                    <a:pt x="116146" y="6111106"/>
                  </a:lnTo>
                  <a:lnTo>
                    <a:pt x="116255" y="6111106"/>
                  </a:lnTo>
                  <a:lnTo>
                    <a:pt x="116363" y="6111106"/>
                  </a:lnTo>
                  <a:lnTo>
                    <a:pt x="116472" y="6111106"/>
                  </a:lnTo>
                  <a:lnTo>
                    <a:pt x="116580" y="6111106"/>
                  </a:lnTo>
                  <a:lnTo>
                    <a:pt x="116689" y="6111106"/>
                  </a:lnTo>
                  <a:lnTo>
                    <a:pt x="116797" y="6111106"/>
                  </a:lnTo>
                  <a:lnTo>
                    <a:pt x="117014" y="6111106"/>
                  </a:lnTo>
                  <a:lnTo>
                    <a:pt x="117014" y="6110483"/>
                  </a:lnTo>
                  <a:lnTo>
                    <a:pt x="117123" y="6110483"/>
                  </a:lnTo>
                  <a:lnTo>
                    <a:pt x="117231" y="6110483"/>
                  </a:lnTo>
                  <a:lnTo>
                    <a:pt x="117448" y="6110483"/>
                  </a:lnTo>
                  <a:lnTo>
                    <a:pt x="117665" y="6110483"/>
                  </a:lnTo>
                  <a:lnTo>
                    <a:pt x="117773" y="6109859"/>
                  </a:lnTo>
                  <a:lnTo>
                    <a:pt x="117882" y="6109859"/>
                  </a:lnTo>
                  <a:lnTo>
                    <a:pt x="117990" y="6109859"/>
                  </a:lnTo>
                  <a:lnTo>
                    <a:pt x="118099" y="6109859"/>
                  </a:lnTo>
                  <a:lnTo>
                    <a:pt x="118207" y="6109859"/>
                  </a:lnTo>
                  <a:lnTo>
                    <a:pt x="118207" y="6109235"/>
                  </a:lnTo>
                  <a:lnTo>
                    <a:pt x="118315" y="6109235"/>
                  </a:lnTo>
                  <a:lnTo>
                    <a:pt x="118424" y="6109235"/>
                  </a:lnTo>
                  <a:lnTo>
                    <a:pt x="118532" y="6109235"/>
                  </a:lnTo>
                  <a:lnTo>
                    <a:pt x="118532" y="6108612"/>
                  </a:lnTo>
                  <a:lnTo>
                    <a:pt x="118532" y="6107988"/>
                  </a:lnTo>
                  <a:lnTo>
                    <a:pt x="118641" y="6107988"/>
                  </a:lnTo>
                  <a:lnTo>
                    <a:pt x="118641" y="6107365"/>
                  </a:lnTo>
                  <a:lnTo>
                    <a:pt x="118749" y="6107365"/>
                  </a:lnTo>
                  <a:lnTo>
                    <a:pt x="118858" y="6107365"/>
                  </a:lnTo>
                  <a:lnTo>
                    <a:pt x="118858" y="6106741"/>
                  </a:lnTo>
                  <a:lnTo>
                    <a:pt x="119075" y="6106741"/>
                  </a:lnTo>
                  <a:lnTo>
                    <a:pt x="119183" y="6106741"/>
                  </a:lnTo>
                  <a:lnTo>
                    <a:pt x="119291" y="6106741"/>
                  </a:lnTo>
                  <a:lnTo>
                    <a:pt x="119508" y="6106741"/>
                  </a:lnTo>
                  <a:lnTo>
                    <a:pt x="119617" y="6106741"/>
                  </a:lnTo>
                  <a:lnTo>
                    <a:pt x="119725" y="6106741"/>
                  </a:lnTo>
                  <a:lnTo>
                    <a:pt x="119725" y="6106118"/>
                  </a:lnTo>
                  <a:lnTo>
                    <a:pt x="119834" y="6106118"/>
                  </a:lnTo>
                  <a:lnTo>
                    <a:pt x="119942" y="6106118"/>
                  </a:lnTo>
                  <a:lnTo>
                    <a:pt x="119942" y="6105494"/>
                  </a:lnTo>
                  <a:lnTo>
                    <a:pt x="120051" y="6104870"/>
                  </a:lnTo>
                  <a:lnTo>
                    <a:pt x="120159" y="6104870"/>
                  </a:lnTo>
                  <a:lnTo>
                    <a:pt x="120267" y="6104870"/>
                  </a:lnTo>
                  <a:lnTo>
                    <a:pt x="120267" y="6104247"/>
                  </a:lnTo>
                  <a:lnTo>
                    <a:pt x="120376" y="6104247"/>
                  </a:lnTo>
                  <a:lnTo>
                    <a:pt x="120376" y="6103623"/>
                  </a:lnTo>
                  <a:lnTo>
                    <a:pt x="120484" y="6103623"/>
                  </a:lnTo>
                  <a:lnTo>
                    <a:pt x="120484" y="6103000"/>
                  </a:lnTo>
                  <a:lnTo>
                    <a:pt x="120484" y="6102376"/>
                  </a:lnTo>
                  <a:lnTo>
                    <a:pt x="120593" y="6102376"/>
                  </a:lnTo>
                  <a:lnTo>
                    <a:pt x="120701" y="6102376"/>
                  </a:lnTo>
                  <a:lnTo>
                    <a:pt x="120810" y="6102376"/>
                  </a:lnTo>
                  <a:lnTo>
                    <a:pt x="120918" y="6102376"/>
                  </a:lnTo>
                  <a:lnTo>
                    <a:pt x="121135" y="6102376"/>
                  </a:lnTo>
                  <a:lnTo>
                    <a:pt x="121352" y="6102376"/>
                  </a:lnTo>
                  <a:lnTo>
                    <a:pt x="121460" y="6102376"/>
                  </a:lnTo>
                  <a:lnTo>
                    <a:pt x="121569" y="6102376"/>
                  </a:lnTo>
                  <a:lnTo>
                    <a:pt x="121677" y="6101752"/>
                  </a:lnTo>
                  <a:lnTo>
                    <a:pt x="121677" y="6101129"/>
                  </a:lnTo>
                  <a:lnTo>
                    <a:pt x="121677" y="6100505"/>
                  </a:lnTo>
                  <a:lnTo>
                    <a:pt x="121786" y="6100505"/>
                  </a:lnTo>
                  <a:lnTo>
                    <a:pt x="121894" y="6100505"/>
                  </a:lnTo>
                  <a:lnTo>
                    <a:pt x="122003" y="6100505"/>
                  </a:lnTo>
                  <a:lnTo>
                    <a:pt x="122111" y="6100505"/>
                  </a:lnTo>
                  <a:lnTo>
                    <a:pt x="122220" y="6099882"/>
                  </a:lnTo>
                  <a:lnTo>
                    <a:pt x="122328" y="6099882"/>
                  </a:lnTo>
                  <a:lnTo>
                    <a:pt x="122436" y="6099882"/>
                  </a:lnTo>
                  <a:lnTo>
                    <a:pt x="122545" y="6099882"/>
                  </a:lnTo>
                  <a:lnTo>
                    <a:pt x="122545" y="6099258"/>
                  </a:lnTo>
                  <a:lnTo>
                    <a:pt x="122653" y="6099258"/>
                  </a:lnTo>
                  <a:lnTo>
                    <a:pt x="122653" y="6098635"/>
                  </a:lnTo>
                  <a:lnTo>
                    <a:pt x="122762" y="6098635"/>
                  </a:lnTo>
                  <a:lnTo>
                    <a:pt x="122870" y="6098635"/>
                  </a:lnTo>
                  <a:lnTo>
                    <a:pt x="122979" y="6098635"/>
                  </a:lnTo>
                  <a:lnTo>
                    <a:pt x="122979" y="6097387"/>
                  </a:lnTo>
                  <a:lnTo>
                    <a:pt x="123196" y="6097387"/>
                  </a:lnTo>
                  <a:lnTo>
                    <a:pt x="123304" y="6097387"/>
                  </a:lnTo>
                  <a:lnTo>
                    <a:pt x="123412" y="6097387"/>
                  </a:lnTo>
                  <a:lnTo>
                    <a:pt x="123521" y="6097387"/>
                  </a:lnTo>
                  <a:lnTo>
                    <a:pt x="123629" y="6097387"/>
                  </a:lnTo>
                  <a:lnTo>
                    <a:pt x="123738" y="6097387"/>
                  </a:lnTo>
                  <a:lnTo>
                    <a:pt x="123846" y="6097387"/>
                  </a:lnTo>
                  <a:lnTo>
                    <a:pt x="123955" y="6097387"/>
                  </a:lnTo>
                  <a:lnTo>
                    <a:pt x="124063" y="6097387"/>
                  </a:lnTo>
                  <a:lnTo>
                    <a:pt x="124172" y="6097387"/>
                  </a:lnTo>
                  <a:lnTo>
                    <a:pt x="124172" y="6096764"/>
                  </a:lnTo>
                  <a:lnTo>
                    <a:pt x="124172" y="6096140"/>
                  </a:lnTo>
                  <a:lnTo>
                    <a:pt x="124280" y="6096140"/>
                  </a:lnTo>
                  <a:lnTo>
                    <a:pt x="124388" y="6096140"/>
                  </a:lnTo>
                  <a:lnTo>
                    <a:pt x="124497" y="6096140"/>
                  </a:lnTo>
                  <a:lnTo>
                    <a:pt x="124605" y="6096140"/>
                  </a:lnTo>
                  <a:lnTo>
                    <a:pt x="124714" y="6096140"/>
                  </a:lnTo>
                  <a:lnTo>
                    <a:pt x="124822" y="6096140"/>
                  </a:lnTo>
                  <a:lnTo>
                    <a:pt x="124822" y="6095517"/>
                  </a:lnTo>
                  <a:lnTo>
                    <a:pt x="124931" y="6095517"/>
                  </a:lnTo>
                  <a:lnTo>
                    <a:pt x="125039" y="6095517"/>
                  </a:lnTo>
                  <a:lnTo>
                    <a:pt x="125148" y="6095517"/>
                  </a:lnTo>
                  <a:lnTo>
                    <a:pt x="125256" y="6095517"/>
                  </a:lnTo>
                  <a:lnTo>
                    <a:pt x="125365" y="6095517"/>
                  </a:lnTo>
                  <a:lnTo>
                    <a:pt x="125473" y="6095517"/>
                  </a:lnTo>
                  <a:lnTo>
                    <a:pt x="125581" y="6095517"/>
                  </a:lnTo>
                  <a:lnTo>
                    <a:pt x="125798" y="6095517"/>
                  </a:lnTo>
                  <a:lnTo>
                    <a:pt x="125907" y="6095517"/>
                  </a:lnTo>
                  <a:lnTo>
                    <a:pt x="125907" y="6094893"/>
                  </a:lnTo>
                  <a:lnTo>
                    <a:pt x="126015" y="6094893"/>
                  </a:lnTo>
                  <a:lnTo>
                    <a:pt x="126124" y="6093646"/>
                  </a:lnTo>
                  <a:lnTo>
                    <a:pt x="126232" y="6093646"/>
                  </a:lnTo>
                  <a:lnTo>
                    <a:pt x="126449" y="6093646"/>
                  </a:lnTo>
                  <a:lnTo>
                    <a:pt x="126557" y="6093646"/>
                  </a:lnTo>
                  <a:lnTo>
                    <a:pt x="126666" y="6093646"/>
                  </a:lnTo>
                  <a:lnTo>
                    <a:pt x="126774" y="6093646"/>
                  </a:lnTo>
                  <a:lnTo>
                    <a:pt x="126883" y="6093646"/>
                  </a:lnTo>
                  <a:lnTo>
                    <a:pt x="126991" y="6093646"/>
                  </a:lnTo>
                  <a:lnTo>
                    <a:pt x="127100" y="6093646"/>
                  </a:lnTo>
                  <a:lnTo>
                    <a:pt x="127100" y="6093022"/>
                  </a:lnTo>
                  <a:lnTo>
                    <a:pt x="127100" y="6092399"/>
                  </a:lnTo>
                  <a:lnTo>
                    <a:pt x="127100" y="6091775"/>
                  </a:lnTo>
                  <a:lnTo>
                    <a:pt x="127208" y="6091775"/>
                  </a:lnTo>
                  <a:lnTo>
                    <a:pt x="127425" y="6091775"/>
                  </a:lnTo>
                  <a:lnTo>
                    <a:pt x="127533" y="6091775"/>
                  </a:lnTo>
                  <a:lnTo>
                    <a:pt x="127642" y="6091775"/>
                  </a:lnTo>
                  <a:lnTo>
                    <a:pt x="127750" y="6091775"/>
                  </a:lnTo>
                  <a:lnTo>
                    <a:pt x="127859" y="6091775"/>
                  </a:lnTo>
                  <a:lnTo>
                    <a:pt x="128076" y="6091775"/>
                  </a:lnTo>
                  <a:lnTo>
                    <a:pt x="128076" y="6091152"/>
                  </a:lnTo>
                  <a:lnTo>
                    <a:pt x="128184" y="6091152"/>
                  </a:lnTo>
                  <a:lnTo>
                    <a:pt x="128401" y="6091152"/>
                  </a:lnTo>
                  <a:lnTo>
                    <a:pt x="128509" y="6091152"/>
                  </a:lnTo>
                  <a:lnTo>
                    <a:pt x="128618" y="6091152"/>
                  </a:lnTo>
                  <a:lnTo>
                    <a:pt x="128618" y="6090528"/>
                  </a:lnTo>
                  <a:lnTo>
                    <a:pt x="128618" y="6089904"/>
                  </a:lnTo>
                  <a:lnTo>
                    <a:pt x="128726" y="6089904"/>
                  </a:lnTo>
                  <a:lnTo>
                    <a:pt x="128943" y="6089904"/>
                  </a:lnTo>
                  <a:lnTo>
                    <a:pt x="129052" y="6089904"/>
                  </a:lnTo>
                  <a:lnTo>
                    <a:pt x="129160" y="6089904"/>
                  </a:lnTo>
                  <a:lnTo>
                    <a:pt x="129269" y="6089904"/>
                  </a:lnTo>
                  <a:lnTo>
                    <a:pt x="129269" y="6089281"/>
                  </a:lnTo>
                  <a:lnTo>
                    <a:pt x="129377" y="6089281"/>
                  </a:lnTo>
                  <a:lnTo>
                    <a:pt x="129377" y="6088657"/>
                  </a:lnTo>
                  <a:lnTo>
                    <a:pt x="129486" y="6088657"/>
                  </a:lnTo>
                  <a:lnTo>
                    <a:pt x="129594" y="6088657"/>
                  </a:lnTo>
                  <a:lnTo>
                    <a:pt x="129702" y="6088657"/>
                  </a:lnTo>
                  <a:lnTo>
                    <a:pt x="129811" y="6088657"/>
                  </a:lnTo>
                  <a:lnTo>
                    <a:pt x="129811" y="6088034"/>
                  </a:lnTo>
                  <a:lnTo>
                    <a:pt x="129811" y="6087410"/>
                  </a:lnTo>
                  <a:lnTo>
                    <a:pt x="129919" y="6087410"/>
                  </a:lnTo>
                  <a:lnTo>
                    <a:pt x="129919" y="6086787"/>
                  </a:lnTo>
                  <a:lnTo>
                    <a:pt x="130028" y="6086787"/>
                  </a:lnTo>
                  <a:lnTo>
                    <a:pt x="130136" y="6086787"/>
                  </a:lnTo>
                  <a:lnTo>
                    <a:pt x="130245" y="6086787"/>
                  </a:lnTo>
                  <a:lnTo>
                    <a:pt x="130353" y="6086787"/>
                  </a:lnTo>
                  <a:lnTo>
                    <a:pt x="130462" y="6086787"/>
                  </a:lnTo>
                  <a:lnTo>
                    <a:pt x="130570" y="6086787"/>
                  </a:lnTo>
                  <a:lnTo>
                    <a:pt x="130787" y="6086787"/>
                  </a:lnTo>
                  <a:lnTo>
                    <a:pt x="130895" y="6086787"/>
                  </a:lnTo>
                  <a:lnTo>
                    <a:pt x="131004" y="6086787"/>
                  </a:lnTo>
                  <a:lnTo>
                    <a:pt x="131221" y="6086787"/>
                  </a:lnTo>
                  <a:lnTo>
                    <a:pt x="131221" y="6086163"/>
                  </a:lnTo>
                  <a:lnTo>
                    <a:pt x="131329" y="6085539"/>
                  </a:lnTo>
                  <a:lnTo>
                    <a:pt x="131438" y="6085539"/>
                  </a:lnTo>
                  <a:lnTo>
                    <a:pt x="131546" y="6085539"/>
                  </a:lnTo>
                  <a:lnTo>
                    <a:pt x="131654" y="6085539"/>
                  </a:lnTo>
                  <a:lnTo>
                    <a:pt x="131654" y="6084916"/>
                  </a:lnTo>
                  <a:lnTo>
                    <a:pt x="131763" y="6084916"/>
                  </a:lnTo>
                  <a:lnTo>
                    <a:pt x="131871" y="6084916"/>
                  </a:lnTo>
                  <a:lnTo>
                    <a:pt x="131980" y="6084916"/>
                  </a:lnTo>
                  <a:lnTo>
                    <a:pt x="132088" y="6084916"/>
                  </a:lnTo>
                  <a:lnTo>
                    <a:pt x="132197" y="6084916"/>
                  </a:lnTo>
                  <a:lnTo>
                    <a:pt x="132414" y="6084916"/>
                  </a:lnTo>
                  <a:lnTo>
                    <a:pt x="132414" y="6084292"/>
                  </a:lnTo>
                  <a:lnTo>
                    <a:pt x="132522" y="6084292"/>
                  </a:lnTo>
                  <a:lnTo>
                    <a:pt x="132630" y="6084292"/>
                  </a:lnTo>
                  <a:lnTo>
                    <a:pt x="132739" y="6084292"/>
                  </a:lnTo>
                  <a:lnTo>
                    <a:pt x="132847" y="6084292"/>
                  </a:lnTo>
                  <a:lnTo>
                    <a:pt x="132847" y="6083669"/>
                  </a:lnTo>
                  <a:lnTo>
                    <a:pt x="132956" y="6083669"/>
                  </a:lnTo>
                  <a:lnTo>
                    <a:pt x="132956" y="6083045"/>
                  </a:lnTo>
                  <a:lnTo>
                    <a:pt x="133064" y="6083045"/>
                  </a:lnTo>
                  <a:lnTo>
                    <a:pt x="133173" y="6083045"/>
                  </a:lnTo>
                  <a:lnTo>
                    <a:pt x="133281" y="6083045"/>
                  </a:lnTo>
                  <a:lnTo>
                    <a:pt x="133390" y="6083045"/>
                  </a:lnTo>
                  <a:lnTo>
                    <a:pt x="133498" y="6083045"/>
                  </a:lnTo>
                  <a:lnTo>
                    <a:pt x="133498" y="6082421"/>
                  </a:lnTo>
                  <a:lnTo>
                    <a:pt x="133607" y="6081798"/>
                  </a:lnTo>
                  <a:lnTo>
                    <a:pt x="133715" y="6081798"/>
                  </a:lnTo>
                  <a:lnTo>
                    <a:pt x="133823" y="6081798"/>
                  </a:lnTo>
                  <a:lnTo>
                    <a:pt x="134040" y="6081798"/>
                  </a:lnTo>
                  <a:lnTo>
                    <a:pt x="134040" y="6081174"/>
                  </a:lnTo>
                  <a:lnTo>
                    <a:pt x="134257" y="6081174"/>
                  </a:lnTo>
                  <a:lnTo>
                    <a:pt x="134366" y="6081174"/>
                  </a:lnTo>
                  <a:lnTo>
                    <a:pt x="134474" y="6081174"/>
                  </a:lnTo>
                  <a:lnTo>
                    <a:pt x="134691" y="6081174"/>
                  </a:lnTo>
                  <a:lnTo>
                    <a:pt x="134691" y="6080551"/>
                  </a:lnTo>
                  <a:lnTo>
                    <a:pt x="134799" y="6080551"/>
                  </a:lnTo>
                  <a:lnTo>
                    <a:pt x="134908" y="6080551"/>
                  </a:lnTo>
                  <a:lnTo>
                    <a:pt x="135016" y="6080551"/>
                  </a:lnTo>
                  <a:lnTo>
                    <a:pt x="135125" y="6080551"/>
                  </a:lnTo>
                  <a:lnTo>
                    <a:pt x="135233" y="6080551"/>
                  </a:lnTo>
                  <a:lnTo>
                    <a:pt x="135233" y="6079927"/>
                  </a:lnTo>
                  <a:lnTo>
                    <a:pt x="135342" y="6079927"/>
                  </a:lnTo>
                  <a:lnTo>
                    <a:pt x="135342" y="6079304"/>
                  </a:lnTo>
                  <a:lnTo>
                    <a:pt x="135450" y="6078680"/>
                  </a:lnTo>
                  <a:lnTo>
                    <a:pt x="135559" y="6078680"/>
                  </a:lnTo>
                  <a:lnTo>
                    <a:pt x="135775" y="6078680"/>
                  </a:lnTo>
                  <a:lnTo>
                    <a:pt x="135884" y="6078680"/>
                  </a:lnTo>
                  <a:lnTo>
                    <a:pt x="135884" y="6078056"/>
                  </a:lnTo>
                  <a:lnTo>
                    <a:pt x="135992" y="6078056"/>
                  </a:lnTo>
                  <a:lnTo>
                    <a:pt x="136101" y="6078056"/>
                  </a:lnTo>
                  <a:lnTo>
                    <a:pt x="136209" y="6078056"/>
                  </a:lnTo>
                  <a:lnTo>
                    <a:pt x="136318" y="6078056"/>
                  </a:lnTo>
                  <a:lnTo>
                    <a:pt x="136426" y="6078056"/>
                  </a:lnTo>
                  <a:lnTo>
                    <a:pt x="136535" y="6078056"/>
                  </a:lnTo>
                  <a:lnTo>
                    <a:pt x="136643" y="6078056"/>
                  </a:lnTo>
                  <a:lnTo>
                    <a:pt x="136643" y="6077433"/>
                  </a:lnTo>
                  <a:lnTo>
                    <a:pt x="136860" y="6077433"/>
                  </a:lnTo>
                  <a:lnTo>
                    <a:pt x="136968" y="6077433"/>
                  </a:lnTo>
                  <a:lnTo>
                    <a:pt x="137077" y="6077433"/>
                  </a:lnTo>
                  <a:lnTo>
                    <a:pt x="137185" y="6077433"/>
                  </a:lnTo>
                  <a:lnTo>
                    <a:pt x="137294" y="6077433"/>
                  </a:lnTo>
                  <a:lnTo>
                    <a:pt x="137294" y="6076809"/>
                  </a:lnTo>
                  <a:lnTo>
                    <a:pt x="137402" y="6076809"/>
                  </a:lnTo>
                  <a:lnTo>
                    <a:pt x="137511" y="6076809"/>
                  </a:lnTo>
                  <a:lnTo>
                    <a:pt x="137619" y="6076809"/>
                  </a:lnTo>
                  <a:lnTo>
                    <a:pt x="137619" y="6076186"/>
                  </a:lnTo>
                  <a:lnTo>
                    <a:pt x="137727" y="6076186"/>
                  </a:lnTo>
                  <a:lnTo>
                    <a:pt x="137836" y="6076186"/>
                  </a:lnTo>
                  <a:lnTo>
                    <a:pt x="137836" y="6075562"/>
                  </a:lnTo>
                  <a:lnTo>
                    <a:pt x="138053" y="6075562"/>
                  </a:lnTo>
                  <a:lnTo>
                    <a:pt x="138161" y="6074938"/>
                  </a:lnTo>
                  <a:lnTo>
                    <a:pt x="138270" y="6074938"/>
                  </a:lnTo>
                  <a:lnTo>
                    <a:pt x="138270" y="6074315"/>
                  </a:lnTo>
                  <a:lnTo>
                    <a:pt x="138270" y="6073691"/>
                  </a:lnTo>
                  <a:lnTo>
                    <a:pt x="138378" y="6073691"/>
                  </a:lnTo>
                  <a:lnTo>
                    <a:pt x="138487" y="6073691"/>
                  </a:lnTo>
                  <a:lnTo>
                    <a:pt x="138595" y="6073691"/>
                  </a:lnTo>
                  <a:lnTo>
                    <a:pt x="138595" y="6073068"/>
                  </a:lnTo>
                  <a:lnTo>
                    <a:pt x="138704" y="6073068"/>
                  </a:lnTo>
                  <a:lnTo>
                    <a:pt x="138920" y="6073068"/>
                  </a:lnTo>
                  <a:lnTo>
                    <a:pt x="139137" y="6073068"/>
                  </a:lnTo>
                  <a:lnTo>
                    <a:pt x="139246" y="6073068"/>
                  </a:lnTo>
                  <a:lnTo>
                    <a:pt x="139246" y="6072444"/>
                  </a:lnTo>
                  <a:lnTo>
                    <a:pt x="139354" y="6072444"/>
                  </a:lnTo>
                  <a:lnTo>
                    <a:pt x="139463" y="6072444"/>
                  </a:lnTo>
                  <a:lnTo>
                    <a:pt x="139571" y="6072444"/>
                  </a:lnTo>
                  <a:lnTo>
                    <a:pt x="139680" y="6072444"/>
                  </a:lnTo>
                  <a:lnTo>
                    <a:pt x="139788" y="6072444"/>
                  </a:lnTo>
                  <a:lnTo>
                    <a:pt x="139896" y="6072444"/>
                  </a:lnTo>
                  <a:lnTo>
                    <a:pt x="139896" y="6071821"/>
                  </a:lnTo>
                  <a:lnTo>
                    <a:pt x="140005" y="6071197"/>
                  </a:lnTo>
                  <a:lnTo>
                    <a:pt x="140113" y="6071197"/>
                  </a:lnTo>
                  <a:lnTo>
                    <a:pt x="140222" y="6071197"/>
                  </a:lnTo>
                  <a:lnTo>
                    <a:pt x="140330" y="6071197"/>
                  </a:lnTo>
                  <a:lnTo>
                    <a:pt x="140656" y="6070573"/>
                  </a:lnTo>
                  <a:lnTo>
                    <a:pt x="140656" y="6069950"/>
                  </a:lnTo>
                  <a:lnTo>
                    <a:pt x="140764" y="6069950"/>
                  </a:lnTo>
                  <a:lnTo>
                    <a:pt x="140764" y="6069326"/>
                  </a:lnTo>
                  <a:lnTo>
                    <a:pt x="140981" y="6069326"/>
                  </a:lnTo>
                  <a:lnTo>
                    <a:pt x="141089" y="6069326"/>
                  </a:lnTo>
                  <a:lnTo>
                    <a:pt x="141198" y="6069326"/>
                  </a:lnTo>
                  <a:lnTo>
                    <a:pt x="141198" y="6068703"/>
                  </a:lnTo>
                  <a:lnTo>
                    <a:pt x="141306" y="6068703"/>
                  </a:lnTo>
                  <a:lnTo>
                    <a:pt x="141523" y="6068703"/>
                  </a:lnTo>
                  <a:lnTo>
                    <a:pt x="141632" y="6068703"/>
                  </a:lnTo>
                  <a:lnTo>
                    <a:pt x="141740" y="6068703"/>
                  </a:lnTo>
                  <a:lnTo>
                    <a:pt x="141740" y="6068079"/>
                  </a:lnTo>
                  <a:lnTo>
                    <a:pt x="141848" y="6068079"/>
                  </a:lnTo>
                  <a:lnTo>
                    <a:pt x="141957" y="6068079"/>
                  </a:lnTo>
                  <a:lnTo>
                    <a:pt x="142065" y="6068079"/>
                  </a:lnTo>
                  <a:lnTo>
                    <a:pt x="142282" y="6068079"/>
                  </a:lnTo>
                  <a:lnTo>
                    <a:pt x="142391" y="6068079"/>
                  </a:lnTo>
                  <a:lnTo>
                    <a:pt x="142499" y="6068079"/>
                  </a:lnTo>
                  <a:lnTo>
                    <a:pt x="142608" y="6068079"/>
                  </a:lnTo>
                  <a:lnTo>
                    <a:pt x="142716" y="6068079"/>
                  </a:lnTo>
                  <a:lnTo>
                    <a:pt x="142825" y="6068079"/>
                  </a:lnTo>
                  <a:lnTo>
                    <a:pt x="142933" y="6068079"/>
                  </a:lnTo>
                  <a:lnTo>
                    <a:pt x="143041" y="6068079"/>
                  </a:lnTo>
                  <a:lnTo>
                    <a:pt x="143258" y="6068079"/>
                  </a:lnTo>
                  <a:lnTo>
                    <a:pt x="143367" y="6068079"/>
                  </a:lnTo>
                  <a:lnTo>
                    <a:pt x="143475" y="6068079"/>
                  </a:lnTo>
                  <a:lnTo>
                    <a:pt x="143584" y="6068079"/>
                  </a:lnTo>
                  <a:lnTo>
                    <a:pt x="143692" y="6068079"/>
                  </a:lnTo>
                  <a:lnTo>
                    <a:pt x="143692" y="6067455"/>
                  </a:lnTo>
                  <a:lnTo>
                    <a:pt x="143692" y="6066832"/>
                  </a:lnTo>
                  <a:lnTo>
                    <a:pt x="143801" y="6066832"/>
                  </a:lnTo>
                  <a:lnTo>
                    <a:pt x="143909" y="6066832"/>
                  </a:lnTo>
                  <a:lnTo>
                    <a:pt x="143909" y="6066208"/>
                  </a:lnTo>
                  <a:lnTo>
                    <a:pt x="144017" y="6066208"/>
                  </a:lnTo>
                  <a:lnTo>
                    <a:pt x="144343" y="6066208"/>
                  </a:lnTo>
                  <a:lnTo>
                    <a:pt x="144560" y="6066208"/>
                  </a:lnTo>
                  <a:lnTo>
                    <a:pt x="144560" y="6065585"/>
                  </a:lnTo>
                  <a:lnTo>
                    <a:pt x="144668" y="6064961"/>
                  </a:lnTo>
                  <a:lnTo>
                    <a:pt x="144668" y="6064338"/>
                  </a:lnTo>
                  <a:lnTo>
                    <a:pt x="144777" y="6064338"/>
                  </a:lnTo>
                  <a:lnTo>
                    <a:pt x="144993" y="6064338"/>
                  </a:lnTo>
                  <a:lnTo>
                    <a:pt x="144993" y="6063714"/>
                  </a:lnTo>
                  <a:lnTo>
                    <a:pt x="145102" y="6063714"/>
                  </a:lnTo>
                  <a:lnTo>
                    <a:pt x="145210" y="6063714"/>
                  </a:lnTo>
                  <a:lnTo>
                    <a:pt x="145319" y="6063714"/>
                  </a:lnTo>
                  <a:lnTo>
                    <a:pt x="145427" y="6063714"/>
                  </a:lnTo>
                  <a:lnTo>
                    <a:pt x="145644" y="6063714"/>
                  </a:lnTo>
                  <a:lnTo>
                    <a:pt x="145753" y="6063090"/>
                  </a:lnTo>
                  <a:lnTo>
                    <a:pt x="145861" y="6063090"/>
                  </a:lnTo>
                  <a:lnTo>
                    <a:pt x="145969" y="6063090"/>
                  </a:lnTo>
                  <a:lnTo>
                    <a:pt x="145969" y="6062467"/>
                  </a:lnTo>
                  <a:lnTo>
                    <a:pt x="146186" y="6062467"/>
                  </a:lnTo>
                  <a:lnTo>
                    <a:pt x="146295" y="6062467"/>
                  </a:lnTo>
                  <a:lnTo>
                    <a:pt x="146403" y="6062467"/>
                  </a:lnTo>
                  <a:lnTo>
                    <a:pt x="146620" y="6062467"/>
                  </a:lnTo>
                  <a:lnTo>
                    <a:pt x="146620" y="6061843"/>
                  </a:lnTo>
                  <a:lnTo>
                    <a:pt x="146620" y="6061220"/>
                  </a:lnTo>
                  <a:lnTo>
                    <a:pt x="146729" y="6061220"/>
                  </a:lnTo>
                  <a:lnTo>
                    <a:pt x="146946" y="6061220"/>
                  </a:lnTo>
                  <a:lnTo>
                    <a:pt x="147054" y="6061220"/>
                  </a:lnTo>
                  <a:lnTo>
                    <a:pt x="147054" y="6059972"/>
                  </a:lnTo>
                  <a:lnTo>
                    <a:pt x="147054" y="6059349"/>
                  </a:lnTo>
                  <a:lnTo>
                    <a:pt x="147054" y="6058725"/>
                  </a:lnTo>
                  <a:lnTo>
                    <a:pt x="147162" y="6058725"/>
                  </a:lnTo>
                  <a:lnTo>
                    <a:pt x="147271" y="6058725"/>
                  </a:lnTo>
                  <a:lnTo>
                    <a:pt x="147596" y="6058725"/>
                  </a:lnTo>
                  <a:lnTo>
                    <a:pt x="147705" y="6058102"/>
                  </a:lnTo>
                  <a:lnTo>
                    <a:pt x="147813" y="6058102"/>
                  </a:lnTo>
                  <a:lnTo>
                    <a:pt x="147813" y="6057478"/>
                  </a:lnTo>
                  <a:lnTo>
                    <a:pt x="147922" y="6057478"/>
                  </a:lnTo>
                  <a:lnTo>
                    <a:pt x="148030" y="6057478"/>
                  </a:lnTo>
                  <a:lnTo>
                    <a:pt x="148030" y="6056855"/>
                  </a:lnTo>
                  <a:lnTo>
                    <a:pt x="148138" y="6056855"/>
                  </a:lnTo>
                  <a:lnTo>
                    <a:pt x="148247" y="6056855"/>
                  </a:lnTo>
                  <a:lnTo>
                    <a:pt x="148355" y="6056855"/>
                  </a:lnTo>
                  <a:lnTo>
                    <a:pt x="148464" y="6056855"/>
                  </a:lnTo>
                  <a:lnTo>
                    <a:pt x="148572" y="6056855"/>
                  </a:lnTo>
                  <a:lnTo>
                    <a:pt x="148572" y="6056231"/>
                  </a:lnTo>
                  <a:lnTo>
                    <a:pt x="148681" y="6056231"/>
                  </a:lnTo>
                  <a:lnTo>
                    <a:pt x="148789" y="6056231"/>
                  </a:lnTo>
                  <a:lnTo>
                    <a:pt x="148898" y="6056231"/>
                  </a:lnTo>
                  <a:lnTo>
                    <a:pt x="149006" y="6056231"/>
                  </a:lnTo>
                  <a:lnTo>
                    <a:pt x="149006" y="6055607"/>
                  </a:lnTo>
                  <a:lnTo>
                    <a:pt x="149006" y="6054984"/>
                  </a:lnTo>
                  <a:lnTo>
                    <a:pt x="149114" y="6054984"/>
                  </a:lnTo>
                  <a:lnTo>
                    <a:pt x="149223" y="6054984"/>
                  </a:lnTo>
                  <a:lnTo>
                    <a:pt x="149331" y="6054984"/>
                  </a:lnTo>
                  <a:lnTo>
                    <a:pt x="149440" y="6054984"/>
                  </a:lnTo>
                  <a:lnTo>
                    <a:pt x="149548" y="6054984"/>
                  </a:lnTo>
                  <a:lnTo>
                    <a:pt x="149657" y="6054984"/>
                  </a:lnTo>
                  <a:lnTo>
                    <a:pt x="149657" y="6054360"/>
                  </a:lnTo>
                  <a:lnTo>
                    <a:pt x="149765" y="6054360"/>
                  </a:lnTo>
                  <a:lnTo>
                    <a:pt x="149874" y="6054360"/>
                  </a:lnTo>
                  <a:lnTo>
                    <a:pt x="149982" y="6054360"/>
                  </a:lnTo>
                  <a:lnTo>
                    <a:pt x="150090" y="6054360"/>
                  </a:lnTo>
                  <a:lnTo>
                    <a:pt x="150199" y="6054360"/>
                  </a:lnTo>
                  <a:lnTo>
                    <a:pt x="150307" y="6054360"/>
                  </a:lnTo>
                  <a:lnTo>
                    <a:pt x="150416" y="6054360"/>
                  </a:lnTo>
                  <a:lnTo>
                    <a:pt x="150524" y="6054360"/>
                  </a:lnTo>
                  <a:lnTo>
                    <a:pt x="150633" y="6054360"/>
                  </a:lnTo>
                  <a:lnTo>
                    <a:pt x="150741" y="6054360"/>
                  </a:lnTo>
                  <a:lnTo>
                    <a:pt x="150741" y="6053737"/>
                  </a:lnTo>
                  <a:lnTo>
                    <a:pt x="150850" y="6053737"/>
                  </a:lnTo>
                  <a:lnTo>
                    <a:pt x="150958" y="6053737"/>
                  </a:lnTo>
                  <a:lnTo>
                    <a:pt x="151067" y="6053737"/>
                  </a:lnTo>
                  <a:lnTo>
                    <a:pt x="151067" y="6053113"/>
                  </a:lnTo>
                  <a:lnTo>
                    <a:pt x="151283" y="6053113"/>
                  </a:lnTo>
                  <a:lnTo>
                    <a:pt x="151283" y="6052489"/>
                  </a:lnTo>
                  <a:lnTo>
                    <a:pt x="151500" y="6052489"/>
                  </a:lnTo>
                  <a:lnTo>
                    <a:pt x="151826" y="6052489"/>
                  </a:lnTo>
                  <a:lnTo>
                    <a:pt x="152043" y="6051866"/>
                  </a:lnTo>
                  <a:lnTo>
                    <a:pt x="152151" y="6051866"/>
                  </a:lnTo>
                  <a:lnTo>
                    <a:pt x="152259" y="6051866"/>
                  </a:lnTo>
                  <a:lnTo>
                    <a:pt x="152476" y="6051866"/>
                  </a:lnTo>
                  <a:lnTo>
                    <a:pt x="152476" y="6051242"/>
                  </a:lnTo>
                  <a:lnTo>
                    <a:pt x="152693" y="6050619"/>
                  </a:lnTo>
                  <a:lnTo>
                    <a:pt x="152802" y="6050619"/>
                  </a:lnTo>
                  <a:lnTo>
                    <a:pt x="152910" y="6050619"/>
                  </a:lnTo>
                  <a:lnTo>
                    <a:pt x="153019" y="6049995"/>
                  </a:lnTo>
                  <a:lnTo>
                    <a:pt x="153127" y="6049372"/>
                  </a:lnTo>
                  <a:lnTo>
                    <a:pt x="153127" y="6048748"/>
                  </a:lnTo>
                  <a:lnTo>
                    <a:pt x="153235" y="6048748"/>
                  </a:lnTo>
                  <a:lnTo>
                    <a:pt x="153344" y="6048748"/>
                  </a:lnTo>
                  <a:lnTo>
                    <a:pt x="153561" y="6048748"/>
                  </a:lnTo>
                  <a:lnTo>
                    <a:pt x="153669" y="6048748"/>
                  </a:lnTo>
                  <a:lnTo>
                    <a:pt x="153778" y="6048748"/>
                  </a:lnTo>
                  <a:lnTo>
                    <a:pt x="154103" y="6048748"/>
                  </a:lnTo>
                  <a:lnTo>
                    <a:pt x="154211" y="6048748"/>
                  </a:lnTo>
                  <a:lnTo>
                    <a:pt x="154320" y="6048748"/>
                  </a:lnTo>
                  <a:lnTo>
                    <a:pt x="154320" y="6048124"/>
                  </a:lnTo>
                  <a:lnTo>
                    <a:pt x="154320" y="6047501"/>
                  </a:lnTo>
                  <a:lnTo>
                    <a:pt x="154428" y="6047501"/>
                  </a:lnTo>
                  <a:lnTo>
                    <a:pt x="154537" y="6046877"/>
                  </a:lnTo>
                  <a:lnTo>
                    <a:pt x="154862" y="6046877"/>
                  </a:lnTo>
                  <a:lnTo>
                    <a:pt x="154862" y="6046254"/>
                  </a:lnTo>
                  <a:lnTo>
                    <a:pt x="154862" y="6045630"/>
                  </a:lnTo>
                  <a:lnTo>
                    <a:pt x="154971" y="6045630"/>
                  </a:lnTo>
                  <a:lnTo>
                    <a:pt x="155079" y="6045630"/>
                  </a:lnTo>
                  <a:lnTo>
                    <a:pt x="155188" y="6045630"/>
                  </a:lnTo>
                  <a:lnTo>
                    <a:pt x="155296" y="6045630"/>
                  </a:lnTo>
                  <a:lnTo>
                    <a:pt x="155404" y="6045630"/>
                  </a:lnTo>
                  <a:lnTo>
                    <a:pt x="155513" y="6045630"/>
                  </a:lnTo>
                  <a:lnTo>
                    <a:pt x="155621" y="6045630"/>
                  </a:lnTo>
                  <a:lnTo>
                    <a:pt x="155838" y="6045630"/>
                  </a:lnTo>
                  <a:lnTo>
                    <a:pt x="156055" y="6045630"/>
                  </a:lnTo>
                  <a:lnTo>
                    <a:pt x="156055" y="6045007"/>
                  </a:lnTo>
                  <a:lnTo>
                    <a:pt x="156055" y="6044383"/>
                  </a:lnTo>
                  <a:lnTo>
                    <a:pt x="156164" y="6044383"/>
                  </a:lnTo>
                  <a:lnTo>
                    <a:pt x="156272" y="6044383"/>
                  </a:lnTo>
                  <a:lnTo>
                    <a:pt x="156272" y="6043759"/>
                  </a:lnTo>
                  <a:lnTo>
                    <a:pt x="156380" y="6043759"/>
                  </a:lnTo>
                  <a:lnTo>
                    <a:pt x="156380" y="6043136"/>
                  </a:lnTo>
                  <a:lnTo>
                    <a:pt x="156489" y="6043136"/>
                  </a:lnTo>
                  <a:lnTo>
                    <a:pt x="156706" y="6043136"/>
                  </a:lnTo>
                  <a:lnTo>
                    <a:pt x="156814" y="6043136"/>
                  </a:lnTo>
                  <a:lnTo>
                    <a:pt x="156814" y="6042512"/>
                  </a:lnTo>
                  <a:lnTo>
                    <a:pt x="156923" y="6042512"/>
                  </a:lnTo>
                  <a:lnTo>
                    <a:pt x="156923" y="6041889"/>
                  </a:lnTo>
                  <a:lnTo>
                    <a:pt x="156923" y="6041265"/>
                  </a:lnTo>
                  <a:lnTo>
                    <a:pt x="156923" y="6040641"/>
                  </a:lnTo>
                  <a:lnTo>
                    <a:pt x="157031" y="6040641"/>
                  </a:lnTo>
                  <a:lnTo>
                    <a:pt x="157031" y="6040018"/>
                  </a:lnTo>
                  <a:lnTo>
                    <a:pt x="157140" y="6040018"/>
                  </a:lnTo>
                  <a:lnTo>
                    <a:pt x="157248" y="6040018"/>
                  </a:lnTo>
                  <a:lnTo>
                    <a:pt x="157248" y="6039394"/>
                  </a:lnTo>
                  <a:lnTo>
                    <a:pt x="157356" y="6039394"/>
                  </a:lnTo>
                  <a:lnTo>
                    <a:pt x="157465" y="6039394"/>
                  </a:lnTo>
                  <a:lnTo>
                    <a:pt x="157573" y="6039394"/>
                  </a:lnTo>
                  <a:lnTo>
                    <a:pt x="157682" y="6039394"/>
                  </a:lnTo>
                  <a:lnTo>
                    <a:pt x="157682" y="6038771"/>
                  </a:lnTo>
                  <a:lnTo>
                    <a:pt x="157682" y="6038147"/>
                  </a:lnTo>
                  <a:lnTo>
                    <a:pt x="157790" y="6038147"/>
                  </a:lnTo>
                  <a:lnTo>
                    <a:pt x="157899" y="6038147"/>
                  </a:lnTo>
                  <a:lnTo>
                    <a:pt x="158007" y="6038147"/>
                  </a:lnTo>
                  <a:lnTo>
                    <a:pt x="158116" y="6037524"/>
                  </a:lnTo>
                  <a:lnTo>
                    <a:pt x="158224" y="6036900"/>
                  </a:lnTo>
                  <a:lnTo>
                    <a:pt x="158332" y="6036276"/>
                  </a:lnTo>
                  <a:lnTo>
                    <a:pt x="158332" y="6035653"/>
                  </a:lnTo>
                  <a:lnTo>
                    <a:pt x="158441" y="6035653"/>
                  </a:lnTo>
                  <a:lnTo>
                    <a:pt x="158658" y="6035653"/>
                  </a:lnTo>
                  <a:lnTo>
                    <a:pt x="158766" y="6035653"/>
                  </a:lnTo>
                  <a:lnTo>
                    <a:pt x="158875" y="6035653"/>
                  </a:lnTo>
                  <a:lnTo>
                    <a:pt x="158983" y="6035029"/>
                  </a:lnTo>
                  <a:lnTo>
                    <a:pt x="158983" y="6034406"/>
                  </a:lnTo>
                  <a:lnTo>
                    <a:pt x="159092" y="6034406"/>
                  </a:lnTo>
                  <a:lnTo>
                    <a:pt x="159092" y="6033782"/>
                  </a:lnTo>
                  <a:lnTo>
                    <a:pt x="159200" y="6033782"/>
                  </a:lnTo>
                  <a:lnTo>
                    <a:pt x="159309" y="6033782"/>
                  </a:lnTo>
                  <a:lnTo>
                    <a:pt x="159309" y="6033158"/>
                  </a:lnTo>
                  <a:lnTo>
                    <a:pt x="159417" y="6033158"/>
                  </a:lnTo>
                  <a:lnTo>
                    <a:pt x="159525" y="6033158"/>
                  </a:lnTo>
                  <a:lnTo>
                    <a:pt x="159634" y="6033158"/>
                  </a:lnTo>
                  <a:lnTo>
                    <a:pt x="159742" y="6033158"/>
                  </a:lnTo>
                  <a:lnTo>
                    <a:pt x="159851" y="6031911"/>
                  </a:lnTo>
                  <a:lnTo>
                    <a:pt x="159959" y="6031911"/>
                  </a:lnTo>
                  <a:lnTo>
                    <a:pt x="160068" y="6031911"/>
                  </a:lnTo>
                  <a:lnTo>
                    <a:pt x="160176" y="6031911"/>
                  </a:lnTo>
                  <a:lnTo>
                    <a:pt x="160176" y="6031288"/>
                  </a:lnTo>
                  <a:lnTo>
                    <a:pt x="160393" y="6031288"/>
                  </a:lnTo>
                  <a:lnTo>
                    <a:pt x="160393" y="6030664"/>
                  </a:lnTo>
                  <a:lnTo>
                    <a:pt x="160501" y="6030664"/>
                  </a:lnTo>
                  <a:lnTo>
                    <a:pt x="160610" y="6030664"/>
                  </a:lnTo>
                  <a:lnTo>
                    <a:pt x="160718" y="6030664"/>
                  </a:lnTo>
                  <a:lnTo>
                    <a:pt x="160827" y="6030664"/>
                  </a:lnTo>
                  <a:lnTo>
                    <a:pt x="160935" y="6030664"/>
                  </a:lnTo>
                  <a:lnTo>
                    <a:pt x="161044" y="6030664"/>
                  </a:lnTo>
                  <a:lnTo>
                    <a:pt x="161044" y="6030041"/>
                  </a:lnTo>
                  <a:lnTo>
                    <a:pt x="161152" y="6030041"/>
                  </a:lnTo>
                  <a:lnTo>
                    <a:pt x="161152" y="6029417"/>
                  </a:lnTo>
                  <a:lnTo>
                    <a:pt x="161261" y="6029417"/>
                  </a:lnTo>
                  <a:lnTo>
                    <a:pt x="161369" y="6029417"/>
                  </a:lnTo>
                  <a:lnTo>
                    <a:pt x="161477" y="6029417"/>
                  </a:lnTo>
                  <a:lnTo>
                    <a:pt x="161477" y="6028793"/>
                  </a:lnTo>
                  <a:lnTo>
                    <a:pt x="161803" y="6028793"/>
                  </a:lnTo>
                  <a:lnTo>
                    <a:pt x="162020" y="6028793"/>
                  </a:lnTo>
                  <a:lnTo>
                    <a:pt x="162128" y="6028793"/>
                  </a:lnTo>
                  <a:lnTo>
                    <a:pt x="162237" y="6028793"/>
                  </a:lnTo>
                  <a:lnTo>
                    <a:pt x="162345" y="6028793"/>
                  </a:lnTo>
                  <a:lnTo>
                    <a:pt x="162345" y="6028170"/>
                  </a:lnTo>
                  <a:lnTo>
                    <a:pt x="162345" y="6027546"/>
                  </a:lnTo>
                  <a:lnTo>
                    <a:pt x="162453" y="6027546"/>
                  </a:lnTo>
                  <a:lnTo>
                    <a:pt x="162562" y="6027546"/>
                  </a:lnTo>
                  <a:lnTo>
                    <a:pt x="162670" y="6027546"/>
                  </a:lnTo>
                  <a:lnTo>
                    <a:pt x="162779" y="6027546"/>
                  </a:lnTo>
                  <a:lnTo>
                    <a:pt x="162887" y="6027546"/>
                  </a:lnTo>
                  <a:lnTo>
                    <a:pt x="162887" y="6026923"/>
                  </a:lnTo>
                  <a:lnTo>
                    <a:pt x="162887" y="6026299"/>
                  </a:lnTo>
                  <a:lnTo>
                    <a:pt x="162996" y="6026299"/>
                  </a:lnTo>
                  <a:lnTo>
                    <a:pt x="163104" y="6026299"/>
                  </a:lnTo>
                  <a:lnTo>
                    <a:pt x="163213" y="6026299"/>
                  </a:lnTo>
                  <a:lnTo>
                    <a:pt x="163321" y="6026299"/>
                  </a:lnTo>
                  <a:lnTo>
                    <a:pt x="163538" y="6026299"/>
                  </a:lnTo>
                  <a:lnTo>
                    <a:pt x="163538" y="6025675"/>
                  </a:lnTo>
                  <a:lnTo>
                    <a:pt x="163646" y="6025675"/>
                  </a:lnTo>
                  <a:lnTo>
                    <a:pt x="163755" y="6025675"/>
                  </a:lnTo>
                  <a:lnTo>
                    <a:pt x="163863" y="6025675"/>
                  </a:lnTo>
                  <a:lnTo>
                    <a:pt x="163972" y="6025675"/>
                  </a:lnTo>
                  <a:lnTo>
                    <a:pt x="164080" y="6025675"/>
                  </a:lnTo>
                  <a:lnTo>
                    <a:pt x="164189" y="6025675"/>
                  </a:lnTo>
                  <a:lnTo>
                    <a:pt x="164297" y="6025675"/>
                  </a:lnTo>
                  <a:lnTo>
                    <a:pt x="164514" y="6025675"/>
                  </a:lnTo>
                  <a:lnTo>
                    <a:pt x="164731" y="6024428"/>
                  </a:lnTo>
                  <a:lnTo>
                    <a:pt x="164839" y="6024428"/>
                  </a:lnTo>
                  <a:lnTo>
                    <a:pt x="164948" y="6024428"/>
                  </a:lnTo>
                  <a:lnTo>
                    <a:pt x="165056" y="6024428"/>
                  </a:lnTo>
                  <a:lnTo>
                    <a:pt x="165165" y="6023805"/>
                  </a:lnTo>
                  <a:lnTo>
                    <a:pt x="165273" y="6023805"/>
                  </a:lnTo>
                  <a:lnTo>
                    <a:pt x="165598" y="6023805"/>
                  </a:lnTo>
                  <a:lnTo>
                    <a:pt x="165707" y="6023805"/>
                  </a:lnTo>
                  <a:lnTo>
                    <a:pt x="165707" y="6023181"/>
                  </a:lnTo>
                  <a:lnTo>
                    <a:pt x="165707" y="6022558"/>
                  </a:lnTo>
                  <a:lnTo>
                    <a:pt x="165815" y="6022558"/>
                  </a:lnTo>
                  <a:lnTo>
                    <a:pt x="165815" y="6021934"/>
                  </a:lnTo>
                  <a:lnTo>
                    <a:pt x="165815" y="6021310"/>
                  </a:lnTo>
                  <a:lnTo>
                    <a:pt x="165924" y="6021310"/>
                  </a:lnTo>
                  <a:lnTo>
                    <a:pt x="166032" y="6021310"/>
                  </a:lnTo>
                  <a:lnTo>
                    <a:pt x="166249" y="6021310"/>
                  </a:lnTo>
                  <a:lnTo>
                    <a:pt x="166249" y="6020687"/>
                  </a:lnTo>
                  <a:lnTo>
                    <a:pt x="166358" y="6020687"/>
                  </a:lnTo>
                  <a:lnTo>
                    <a:pt x="166466" y="6020687"/>
                  </a:lnTo>
                  <a:lnTo>
                    <a:pt x="166574" y="6020687"/>
                  </a:lnTo>
                  <a:lnTo>
                    <a:pt x="166683" y="6020687"/>
                  </a:lnTo>
                  <a:lnTo>
                    <a:pt x="166900" y="6020687"/>
                  </a:lnTo>
                  <a:lnTo>
                    <a:pt x="166900" y="6020063"/>
                  </a:lnTo>
                  <a:lnTo>
                    <a:pt x="166900" y="6019440"/>
                  </a:lnTo>
                  <a:lnTo>
                    <a:pt x="167008" y="6019440"/>
                  </a:lnTo>
                  <a:lnTo>
                    <a:pt x="167225" y="6018816"/>
                  </a:lnTo>
                  <a:lnTo>
                    <a:pt x="167334" y="6018816"/>
                  </a:lnTo>
                  <a:lnTo>
                    <a:pt x="167550" y="6018816"/>
                  </a:lnTo>
                  <a:lnTo>
                    <a:pt x="167767" y="6018192"/>
                  </a:lnTo>
                  <a:lnTo>
                    <a:pt x="167876" y="6018192"/>
                  </a:lnTo>
                  <a:lnTo>
                    <a:pt x="167984" y="6018192"/>
                  </a:lnTo>
                  <a:lnTo>
                    <a:pt x="168093" y="6018192"/>
                  </a:lnTo>
                  <a:lnTo>
                    <a:pt x="168201" y="6018192"/>
                  </a:lnTo>
                  <a:lnTo>
                    <a:pt x="168310" y="6018192"/>
                  </a:lnTo>
                  <a:lnTo>
                    <a:pt x="168418" y="6018192"/>
                  </a:lnTo>
                  <a:lnTo>
                    <a:pt x="168527" y="6018192"/>
                  </a:lnTo>
                  <a:lnTo>
                    <a:pt x="168635" y="6018192"/>
                  </a:lnTo>
                  <a:lnTo>
                    <a:pt x="168743" y="6018192"/>
                  </a:lnTo>
                  <a:lnTo>
                    <a:pt x="168852" y="6018192"/>
                  </a:lnTo>
                  <a:lnTo>
                    <a:pt x="168960" y="6017569"/>
                  </a:lnTo>
                  <a:lnTo>
                    <a:pt x="169069" y="6017569"/>
                  </a:lnTo>
                  <a:lnTo>
                    <a:pt x="169177" y="6017569"/>
                  </a:lnTo>
                  <a:lnTo>
                    <a:pt x="169286" y="6017569"/>
                  </a:lnTo>
                  <a:lnTo>
                    <a:pt x="169503" y="6017569"/>
                  </a:lnTo>
                  <a:lnTo>
                    <a:pt x="169503" y="6016945"/>
                  </a:lnTo>
                  <a:lnTo>
                    <a:pt x="169828" y="6016945"/>
                  </a:lnTo>
                  <a:lnTo>
                    <a:pt x="169936" y="6016945"/>
                  </a:lnTo>
                  <a:lnTo>
                    <a:pt x="170045" y="6015698"/>
                  </a:lnTo>
                  <a:lnTo>
                    <a:pt x="170262" y="6014451"/>
                  </a:lnTo>
                  <a:lnTo>
                    <a:pt x="170370" y="6014451"/>
                  </a:lnTo>
                  <a:lnTo>
                    <a:pt x="170479" y="6014451"/>
                  </a:lnTo>
                  <a:lnTo>
                    <a:pt x="170587" y="6014451"/>
                  </a:lnTo>
                  <a:lnTo>
                    <a:pt x="170695" y="6014451"/>
                  </a:lnTo>
                  <a:lnTo>
                    <a:pt x="170804" y="6014451"/>
                  </a:lnTo>
                  <a:lnTo>
                    <a:pt x="170912" y="6014451"/>
                  </a:lnTo>
                  <a:lnTo>
                    <a:pt x="171021" y="6014451"/>
                  </a:lnTo>
                  <a:lnTo>
                    <a:pt x="171021" y="6013827"/>
                  </a:lnTo>
                  <a:lnTo>
                    <a:pt x="171129" y="6013827"/>
                  </a:lnTo>
                  <a:lnTo>
                    <a:pt x="171238" y="6013827"/>
                  </a:lnTo>
                  <a:lnTo>
                    <a:pt x="171346" y="6013827"/>
                  </a:lnTo>
                  <a:lnTo>
                    <a:pt x="171455" y="6013827"/>
                  </a:lnTo>
                  <a:lnTo>
                    <a:pt x="171563" y="6013827"/>
                  </a:lnTo>
                  <a:lnTo>
                    <a:pt x="171780" y="6013827"/>
                  </a:lnTo>
                  <a:lnTo>
                    <a:pt x="171888" y="6013827"/>
                  </a:lnTo>
                  <a:lnTo>
                    <a:pt x="171888" y="6013204"/>
                  </a:lnTo>
                  <a:lnTo>
                    <a:pt x="171997" y="6013204"/>
                  </a:lnTo>
                  <a:lnTo>
                    <a:pt x="172105" y="6013204"/>
                  </a:lnTo>
                  <a:lnTo>
                    <a:pt x="172214" y="6013204"/>
                  </a:lnTo>
                  <a:lnTo>
                    <a:pt x="172214" y="6011957"/>
                  </a:lnTo>
                  <a:lnTo>
                    <a:pt x="172214" y="6011333"/>
                  </a:lnTo>
                  <a:lnTo>
                    <a:pt x="172214" y="6010709"/>
                  </a:lnTo>
                  <a:lnTo>
                    <a:pt x="172214" y="6010086"/>
                  </a:lnTo>
                  <a:lnTo>
                    <a:pt x="172322" y="6010086"/>
                  </a:lnTo>
                  <a:lnTo>
                    <a:pt x="172431" y="6010086"/>
                  </a:lnTo>
                  <a:lnTo>
                    <a:pt x="172431" y="6009462"/>
                  </a:lnTo>
                  <a:lnTo>
                    <a:pt x="172539" y="6009462"/>
                  </a:lnTo>
                  <a:lnTo>
                    <a:pt x="172539" y="6008839"/>
                  </a:lnTo>
                  <a:lnTo>
                    <a:pt x="172648" y="6008839"/>
                  </a:lnTo>
                  <a:lnTo>
                    <a:pt x="172756" y="6008839"/>
                  </a:lnTo>
                  <a:lnTo>
                    <a:pt x="172973" y="6008839"/>
                  </a:lnTo>
                  <a:lnTo>
                    <a:pt x="172973" y="6008215"/>
                  </a:lnTo>
                  <a:lnTo>
                    <a:pt x="173081" y="6008215"/>
                  </a:lnTo>
                  <a:lnTo>
                    <a:pt x="173190" y="6008215"/>
                  </a:lnTo>
                  <a:lnTo>
                    <a:pt x="173298" y="6008215"/>
                  </a:lnTo>
                  <a:lnTo>
                    <a:pt x="173407" y="6008215"/>
                  </a:lnTo>
                  <a:lnTo>
                    <a:pt x="173515" y="6008215"/>
                  </a:lnTo>
                  <a:lnTo>
                    <a:pt x="173624" y="6008215"/>
                  </a:lnTo>
                  <a:lnTo>
                    <a:pt x="173732" y="6008215"/>
                  </a:lnTo>
                  <a:lnTo>
                    <a:pt x="173840" y="6008215"/>
                  </a:lnTo>
                  <a:lnTo>
                    <a:pt x="173949" y="6008215"/>
                  </a:lnTo>
                  <a:lnTo>
                    <a:pt x="174057" y="6008215"/>
                  </a:lnTo>
                  <a:lnTo>
                    <a:pt x="174057" y="6007592"/>
                  </a:lnTo>
                  <a:lnTo>
                    <a:pt x="174057" y="6006344"/>
                  </a:lnTo>
                  <a:lnTo>
                    <a:pt x="174166" y="6006344"/>
                  </a:lnTo>
                  <a:lnTo>
                    <a:pt x="174274" y="6006344"/>
                  </a:lnTo>
                  <a:lnTo>
                    <a:pt x="174600" y="6006344"/>
                  </a:lnTo>
                  <a:lnTo>
                    <a:pt x="174708" y="6005721"/>
                  </a:lnTo>
                  <a:lnTo>
                    <a:pt x="174816" y="6005721"/>
                  </a:lnTo>
                  <a:lnTo>
                    <a:pt x="174925" y="6005721"/>
                  </a:lnTo>
                  <a:lnTo>
                    <a:pt x="174925" y="6005097"/>
                  </a:lnTo>
                  <a:lnTo>
                    <a:pt x="175142" y="6005097"/>
                  </a:lnTo>
                  <a:lnTo>
                    <a:pt x="175359" y="6005097"/>
                  </a:lnTo>
                  <a:lnTo>
                    <a:pt x="175467" y="6005097"/>
                  </a:lnTo>
                  <a:lnTo>
                    <a:pt x="175576" y="6004474"/>
                  </a:lnTo>
                  <a:lnTo>
                    <a:pt x="175684" y="6004474"/>
                  </a:lnTo>
                  <a:lnTo>
                    <a:pt x="175684" y="6003850"/>
                  </a:lnTo>
                  <a:lnTo>
                    <a:pt x="175684" y="6003226"/>
                  </a:lnTo>
                  <a:lnTo>
                    <a:pt x="175792" y="6003226"/>
                  </a:lnTo>
                  <a:lnTo>
                    <a:pt x="176118" y="6003226"/>
                  </a:lnTo>
                  <a:lnTo>
                    <a:pt x="176226" y="6003226"/>
                  </a:lnTo>
                  <a:lnTo>
                    <a:pt x="176226" y="6002603"/>
                  </a:lnTo>
                  <a:lnTo>
                    <a:pt x="176226" y="6001979"/>
                  </a:lnTo>
                  <a:lnTo>
                    <a:pt x="176335" y="6001979"/>
                  </a:lnTo>
                  <a:lnTo>
                    <a:pt x="176443" y="6001979"/>
                  </a:lnTo>
                  <a:lnTo>
                    <a:pt x="176660" y="6001979"/>
                  </a:lnTo>
                  <a:lnTo>
                    <a:pt x="176769" y="6001979"/>
                  </a:lnTo>
                  <a:lnTo>
                    <a:pt x="176877" y="6001979"/>
                  </a:lnTo>
                  <a:lnTo>
                    <a:pt x="176985" y="6001979"/>
                  </a:lnTo>
                  <a:lnTo>
                    <a:pt x="176985" y="6001356"/>
                  </a:lnTo>
                  <a:lnTo>
                    <a:pt x="176985" y="6000732"/>
                  </a:lnTo>
                  <a:lnTo>
                    <a:pt x="177094" y="6000732"/>
                  </a:lnTo>
                  <a:lnTo>
                    <a:pt x="177202" y="6000732"/>
                  </a:lnTo>
                  <a:lnTo>
                    <a:pt x="177419" y="6000732"/>
                  </a:lnTo>
                  <a:lnTo>
                    <a:pt x="177528" y="6000109"/>
                  </a:lnTo>
                  <a:lnTo>
                    <a:pt x="177636" y="6000109"/>
                  </a:lnTo>
                  <a:lnTo>
                    <a:pt x="177745" y="6000109"/>
                  </a:lnTo>
                  <a:lnTo>
                    <a:pt x="177853" y="6000109"/>
                  </a:lnTo>
                  <a:lnTo>
                    <a:pt x="177961" y="6000109"/>
                  </a:lnTo>
                  <a:lnTo>
                    <a:pt x="178070" y="6000109"/>
                  </a:lnTo>
                  <a:lnTo>
                    <a:pt x="178178" y="6000109"/>
                  </a:lnTo>
                  <a:lnTo>
                    <a:pt x="178287" y="6000109"/>
                  </a:lnTo>
                  <a:lnTo>
                    <a:pt x="178395" y="6000109"/>
                  </a:lnTo>
                  <a:lnTo>
                    <a:pt x="178504" y="6000109"/>
                  </a:lnTo>
                  <a:lnTo>
                    <a:pt x="178829" y="6000109"/>
                  </a:lnTo>
                  <a:lnTo>
                    <a:pt x="178829" y="5999485"/>
                  </a:lnTo>
                  <a:lnTo>
                    <a:pt x="178829" y="5998861"/>
                  </a:lnTo>
                  <a:lnTo>
                    <a:pt x="178937" y="5998861"/>
                  </a:lnTo>
                  <a:lnTo>
                    <a:pt x="178937" y="5998238"/>
                  </a:lnTo>
                  <a:lnTo>
                    <a:pt x="178937" y="5997614"/>
                  </a:lnTo>
                  <a:lnTo>
                    <a:pt x="179046" y="5997614"/>
                  </a:lnTo>
                  <a:lnTo>
                    <a:pt x="179263" y="5997614"/>
                  </a:lnTo>
                  <a:lnTo>
                    <a:pt x="179371" y="5997614"/>
                  </a:lnTo>
                  <a:lnTo>
                    <a:pt x="179480" y="5997614"/>
                  </a:lnTo>
                  <a:lnTo>
                    <a:pt x="179588" y="5997614"/>
                  </a:lnTo>
                  <a:lnTo>
                    <a:pt x="179697" y="5997614"/>
                  </a:lnTo>
                  <a:lnTo>
                    <a:pt x="179805" y="5997614"/>
                  </a:lnTo>
                  <a:lnTo>
                    <a:pt x="179913" y="5996991"/>
                  </a:lnTo>
                  <a:lnTo>
                    <a:pt x="180022" y="5996991"/>
                  </a:lnTo>
                  <a:lnTo>
                    <a:pt x="180022" y="5996367"/>
                  </a:lnTo>
                  <a:lnTo>
                    <a:pt x="180347" y="5996367"/>
                  </a:lnTo>
                  <a:lnTo>
                    <a:pt x="180456" y="5996367"/>
                  </a:lnTo>
                  <a:lnTo>
                    <a:pt x="180564" y="5996367"/>
                  </a:lnTo>
                  <a:lnTo>
                    <a:pt x="180673" y="5996367"/>
                  </a:lnTo>
                  <a:lnTo>
                    <a:pt x="180890" y="5996367"/>
                  </a:lnTo>
                  <a:lnTo>
                    <a:pt x="180998" y="5996367"/>
                  </a:lnTo>
                  <a:lnTo>
                    <a:pt x="180998" y="5995743"/>
                  </a:lnTo>
                  <a:lnTo>
                    <a:pt x="181106" y="5995743"/>
                  </a:lnTo>
                  <a:lnTo>
                    <a:pt x="181215" y="5995743"/>
                  </a:lnTo>
                  <a:lnTo>
                    <a:pt x="181323" y="5993873"/>
                  </a:lnTo>
                  <a:lnTo>
                    <a:pt x="181432" y="5993873"/>
                  </a:lnTo>
                  <a:lnTo>
                    <a:pt x="181540" y="5993873"/>
                  </a:lnTo>
                  <a:lnTo>
                    <a:pt x="181649" y="5993873"/>
                  </a:lnTo>
                  <a:lnTo>
                    <a:pt x="181866" y="5993873"/>
                  </a:lnTo>
                  <a:lnTo>
                    <a:pt x="181866" y="5993249"/>
                  </a:lnTo>
                  <a:lnTo>
                    <a:pt x="181974" y="5993249"/>
                  </a:lnTo>
                  <a:lnTo>
                    <a:pt x="182082" y="5993249"/>
                  </a:lnTo>
                  <a:lnTo>
                    <a:pt x="182082" y="5992626"/>
                  </a:lnTo>
                  <a:lnTo>
                    <a:pt x="182191" y="5992002"/>
                  </a:lnTo>
                  <a:lnTo>
                    <a:pt x="182191" y="5991378"/>
                  </a:lnTo>
                  <a:lnTo>
                    <a:pt x="182191" y="5990755"/>
                  </a:lnTo>
                  <a:lnTo>
                    <a:pt x="182299" y="5990755"/>
                  </a:lnTo>
                  <a:lnTo>
                    <a:pt x="182408" y="5990131"/>
                  </a:lnTo>
                  <a:lnTo>
                    <a:pt x="182516" y="5989508"/>
                  </a:lnTo>
                  <a:lnTo>
                    <a:pt x="182625" y="5989508"/>
                  </a:lnTo>
                  <a:lnTo>
                    <a:pt x="182733" y="5989508"/>
                  </a:lnTo>
                  <a:lnTo>
                    <a:pt x="182842" y="5989508"/>
                  </a:lnTo>
                  <a:lnTo>
                    <a:pt x="182950" y="5989508"/>
                  </a:lnTo>
                  <a:lnTo>
                    <a:pt x="183058" y="5989508"/>
                  </a:lnTo>
                  <a:lnTo>
                    <a:pt x="183167" y="5989508"/>
                  </a:lnTo>
                  <a:lnTo>
                    <a:pt x="183384" y="5988884"/>
                  </a:lnTo>
                  <a:lnTo>
                    <a:pt x="183492" y="5988884"/>
                  </a:lnTo>
                  <a:lnTo>
                    <a:pt x="183601" y="5988884"/>
                  </a:lnTo>
                  <a:lnTo>
                    <a:pt x="183818" y="5988884"/>
                  </a:lnTo>
                  <a:lnTo>
                    <a:pt x="183926" y="5988884"/>
                  </a:lnTo>
                  <a:lnTo>
                    <a:pt x="183926" y="5988261"/>
                  </a:lnTo>
                  <a:lnTo>
                    <a:pt x="183926" y="5987637"/>
                  </a:lnTo>
                  <a:lnTo>
                    <a:pt x="184034" y="5987637"/>
                  </a:lnTo>
                  <a:lnTo>
                    <a:pt x="184143" y="5987637"/>
                  </a:lnTo>
                  <a:lnTo>
                    <a:pt x="184143" y="5987013"/>
                  </a:lnTo>
                  <a:lnTo>
                    <a:pt x="184251" y="5987013"/>
                  </a:lnTo>
                  <a:lnTo>
                    <a:pt x="184251" y="5986390"/>
                  </a:lnTo>
                  <a:lnTo>
                    <a:pt x="184360" y="5986390"/>
                  </a:lnTo>
                  <a:lnTo>
                    <a:pt x="184468" y="5986390"/>
                  </a:lnTo>
                  <a:lnTo>
                    <a:pt x="184577" y="5986390"/>
                  </a:lnTo>
                  <a:lnTo>
                    <a:pt x="184685" y="5986390"/>
                  </a:lnTo>
                  <a:lnTo>
                    <a:pt x="184794" y="5986390"/>
                  </a:lnTo>
                  <a:lnTo>
                    <a:pt x="184902" y="5986390"/>
                  </a:lnTo>
                  <a:lnTo>
                    <a:pt x="184902" y="5985766"/>
                  </a:lnTo>
                  <a:lnTo>
                    <a:pt x="184902" y="5985143"/>
                  </a:lnTo>
                  <a:lnTo>
                    <a:pt x="185010" y="5985143"/>
                  </a:lnTo>
                  <a:lnTo>
                    <a:pt x="185119" y="5985143"/>
                  </a:lnTo>
                  <a:lnTo>
                    <a:pt x="185336" y="5985143"/>
                  </a:lnTo>
                  <a:lnTo>
                    <a:pt x="185444" y="5985143"/>
                  </a:lnTo>
                  <a:lnTo>
                    <a:pt x="185661" y="5985143"/>
                  </a:lnTo>
                  <a:lnTo>
                    <a:pt x="185770" y="5985143"/>
                  </a:lnTo>
                  <a:lnTo>
                    <a:pt x="185878" y="5985143"/>
                  </a:lnTo>
                  <a:lnTo>
                    <a:pt x="185878" y="5984519"/>
                  </a:lnTo>
                  <a:lnTo>
                    <a:pt x="186095" y="5984519"/>
                  </a:lnTo>
                  <a:lnTo>
                    <a:pt x="186203" y="5984519"/>
                  </a:lnTo>
                  <a:lnTo>
                    <a:pt x="186312" y="5984519"/>
                  </a:lnTo>
                  <a:lnTo>
                    <a:pt x="186420" y="5983895"/>
                  </a:lnTo>
                  <a:lnTo>
                    <a:pt x="186529" y="5983895"/>
                  </a:lnTo>
                  <a:lnTo>
                    <a:pt x="186529" y="5983272"/>
                  </a:lnTo>
                  <a:lnTo>
                    <a:pt x="186637" y="5982648"/>
                  </a:lnTo>
                  <a:lnTo>
                    <a:pt x="186746" y="5982648"/>
                  </a:lnTo>
                  <a:lnTo>
                    <a:pt x="186746" y="5982025"/>
                  </a:lnTo>
                  <a:lnTo>
                    <a:pt x="186854" y="5982025"/>
                  </a:lnTo>
                  <a:lnTo>
                    <a:pt x="186963" y="5982025"/>
                  </a:lnTo>
                  <a:lnTo>
                    <a:pt x="187071" y="5982025"/>
                  </a:lnTo>
                  <a:lnTo>
                    <a:pt x="187179" y="5982025"/>
                  </a:lnTo>
                  <a:lnTo>
                    <a:pt x="187288" y="5981401"/>
                  </a:lnTo>
                  <a:lnTo>
                    <a:pt x="187396" y="5981401"/>
                  </a:lnTo>
                  <a:lnTo>
                    <a:pt x="187505" y="5981401"/>
                  </a:lnTo>
                  <a:lnTo>
                    <a:pt x="187613" y="5981401"/>
                  </a:lnTo>
                  <a:lnTo>
                    <a:pt x="187613" y="5980778"/>
                  </a:lnTo>
                  <a:lnTo>
                    <a:pt x="187722" y="5980778"/>
                  </a:lnTo>
                  <a:lnTo>
                    <a:pt x="187830" y="5980778"/>
                  </a:lnTo>
                  <a:lnTo>
                    <a:pt x="187939" y="5980778"/>
                  </a:lnTo>
                  <a:lnTo>
                    <a:pt x="188155" y="5980154"/>
                  </a:lnTo>
                  <a:lnTo>
                    <a:pt x="188264" y="5980154"/>
                  </a:lnTo>
                  <a:lnTo>
                    <a:pt x="188372" y="5980154"/>
                  </a:lnTo>
                  <a:lnTo>
                    <a:pt x="188372" y="5979530"/>
                  </a:lnTo>
                  <a:lnTo>
                    <a:pt x="188481" y="5979530"/>
                  </a:lnTo>
                  <a:lnTo>
                    <a:pt x="188589" y="5979530"/>
                  </a:lnTo>
                  <a:lnTo>
                    <a:pt x="188698" y="5979530"/>
                  </a:lnTo>
                  <a:lnTo>
                    <a:pt x="188698" y="5978907"/>
                  </a:lnTo>
                  <a:lnTo>
                    <a:pt x="188806" y="5978907"/>
                  </a:lnTo>
                  <a:lnTo>
                    <a:pt x="188915" y="5978907"/>
                  </a:lnTo>
                  <a:lnTo>
                    <a:pt x="189023" y="5978283"/>
                  </a:lnTo>
                  <a:lnTo>
                    <a:pt x="189131" y="5978283"/>
                  </a:lnTo>
                  <a:lnTo>
                    <a:pt x="189131" y="5977660"/>
                  </a:lnTo>
                  <a:lnTo>
                    <a:pt x="189240" y="5977660"/>
                  </a:lnTo>
                  <a:lnTo>
                    <a:pt x="189240" y="5977036"/>
                  </a:lnTo>
                  <a:lnTo>
                    <a:pt x="189348" y="5977036"/>
                  </a:lnTo>
                  <a:lnTo>
                    <a:pt x="189348" y="5976412"/>
                  </a:lnTo>
                  <a:lnTo>
                    <a:pt x="189457" y="5976412"/>
                  </a:lnTo>
                  <a:lnTo>
                    <a:pt x="189565" y="5976412"/>
                  </a:lnTo>
                  <a:lnTo>
                    <a:pt x="189674" y="5976412"/>
                  </a:lnTo>
                  <a:lnTo>
                    <a:pt x="189782" y="5976412"/>
                  </a:lnTo>
                  <a:lnTo>
                    <a:pt x="189891" y="5976412"/>
                  </a:lnTo>
                  <a:lnTo>
                    <a:pt x="189891" y="5975789"/>
                  </a:lnTo>
                  <a:lnTo>
                    <a:pt x="189999" y="5975789"/>
                  </a:lnTo>
                  <a:lnTo>
                    <a:pt x="190108" y="5975789"/>
                  </a:lnTo>
                  <a:lnTo>
                    <a:pt x="190216" y="5975789"/>
                  </a:lnTo>
                  <a:lnTo>
                    <a:pt x="190433" y="5975789"/>
                  </a:lnTo>
                  <a:lnTo>
                    <a:pt x="190650" y="5975789"/>
                  </a:lnTo>
                  <a:lnTo>
                    <a:pt x="190758" y="5975789"/>
                  </a:lnTo>
                  <a:lnTo>
                    <a:pt x="190867" y="5975789"/>
                  </a:lnTo>
                  <a:lnTo>
                    <a:pt x="190975" y="5975789"/>
                  </a:lnTo>
                  <a:lnTo>
                    <a:pt x="191084" y="5975165"/>
                  </a:lnTo>
                  <a:lnTo>
                    <a:pt x="191192" y="5975165"/>
                  </a:lnTo>
                  <a:lnTo>
                    <a:pt x="191300" y="5975165"/>
                  </a:lnTo>
                  <a:lnTo>
                    <a:pt x="191409" y="5975165"/>
                  </a:lnTo>
                  <a:lnTo>
                    <a:pt x="191517" y="5975165"/>
                  </a:lnTo>
                  <a:lnTo>
                    <a:pt x="191626" y="5975165"/>
                  </a:lnTo>
                  <a:lnTo>
                    <a:pt x="191626" y="5973918"/>
                  </a:lnTo>
                  <a:lnTo>
                    <a:pt x="191626" y="5973295"/>
                  </a:lnTo>
                  <a:lnTo>
                    <a:pt x="191734" y="5973295"/>
                  </a:lnTo>
                  <a:lnTo>
                    <a:pt x="191843" y="5973295"/>
                  </a:lnTo>
                  <a:lnTo>
                    <a:pt x="191951" y="5972671"/>
                  </a:lnTo>
                  <a:lnTo>
                    <a:pt x="192060" y="5972671"/>
                  </a:lnTo>
                  <a:lnTo>
                    <a:pt x="192168" y="5972671"/>
                  </a:lnTo>
                  <a:lnTo>
                    <a:pt x="192276" y="5972671"/>
                  </a:lnTo>
                  <a:lnTo>
                    <a:pt x="192276" y="5972047"/>
                  </a:lnTo>
                  <a:lnTo>
                    <a:pt x="192602" y="5972047"/>
                  </a:lnTo>
                  <a:lnTo>
                    <a:pt x="192710" y="5972047"/>
                  </a:lnTo>
                  <a:lnTo>
                    <a:pt x="192819" y="5971424"/>
                  </a:lnTo>
                  <a:lnTo>
                    <a:pt x="192927" y="5971424"/>
                  </a:lnTo>
                  <a:lnTo>
                    <a:pt x="193036" y="5971424"/>
                  </a:lnTo>
                  <a:lnTo>
                    <a:pt x="193144" y="5971424"/>
                  </a:lnTo>
                  <a:lnTo>
                    <a:pt x="193252" y="5971424"/>
                  </a:lnTo>
                  <a:lnTo>
                    <a:pt x="193361" y="5971424"/>
                  </a:lnTo>
                  <a:lnTo>
                    <a:pt x="193361" y="5970800"/>
                  </a:lnTo>
                  <a:lnTo>
                    <a:pt x="193469" y="5970800"/>
                  </a:lnTo>
                  <a:lnTo>
                    <a:pt x="193469" y="5970177"/>
                  </a:lnTo>
                  <a:lnTo>
                    <a:pt x="193686" y="5970177"/>
                  </a:lnTo>
                  <a:lnTo>
                    <a:pt x="193795" y="5969553"/>
                  </a:lnTo>
                  <a:lnTo>
                    <a:pt x="193903" y="5969553"/>
                  </a:lnTo>
                  <a:lnTo>
                    <a:pt x="194012" y="5969553"/>
                  </a:lnTo>
                  <a:lnTo>
                    <a:pt x="194012" y="5968929"/>
                  </a:lnTo>
                  <a:lnTo>
                    <a:pt x="194120" y="5968929"/>
                  </a:lnTo>
                  <a:lnTo>
                    <a:pt x="194229" y="5968306"/>
                  </a:lnTo>
                  <a:lnTo>
                    <a:pt x="194445" y="5968306"/>
                  </a:lnTo>
                  <a:lnTo>
                    <a:pt x="194445" y="5967682"/>
                  </a:lnTo>
                  <a:lnTo>
                    <a:pt x="194554" y="5967682"/>
                  </a:lnTo>
                  <a:lnTo>
                    <a:pt x="194662" y="5967682"/>
                  </a:lnTo>
                  <a:lnTo>
                    <a:pt x="194662" y="5967059"/>
                  </a:lnTo>
                  <a:lnTo>
                    <a:pt x="194662" y="5966435"/>
                  </a:lnTo>
                  <a:lnTo>
                    <a:pt x="194771" y="5966435"/>
                  </a:lnTo>
                  <a:lnTo>
                    <a:pt x="195096" y="5965812"/>
                  </a:lnTo>
                  <a:lnTo>
                    <a:pt x="195205" y="5965812"/>
                  </a:lnTo>
                  <a:lnTo>
                    <a:pt x="195313" y="5965812"/>
                  </a:lnTo>
                  <a:lnTo>
                    <a:pt x="195421" y="5965812"/>
                  </a:lnTo>
                  <a:lnTo>
                    <a:pt x="195421" y="5965188"/>
                  </a:lnTo>
                  <a:lnTo>
                    <a:pt x="195530" y="5964564"/>
                  </a:lnTo>
                  <a:lnTo>
                    <a:pt x="195855" y="5964564"/>
                  </a:lnTo>
                  <a:lnTo>
                    <a:pt x="195964" y="5964564"/>
                  </a:lnTo>
                  <a:lnTo>
                    <a:pt x="196072" y="5964564"/>
                  </a:lnTo>
                  <a:lnTo>
                    <a:pt x="196072" y="5963941"/>
                  </a:lnTo>
                  <a:lnTo>
                    <a:pt x="196072" y="5963317"/>
                  </a:lnTo>
                  <a:lnTo>
                    <a:pt x="196181" y="5963317"/>
                  </a:lnTo>
                  <a:lnTo>
                    <a:pt x="196289" y="5962694"/>
                  </a:lnTo>
                  <a:lnTo>
                    <a:pt x="196289" y="5962070"/>
                  </a:lnTo>
                  <a:lnTo>
                    <a:pt x="196289" y="5961446"/>
                  </a:lnTo>
                  <a:lnTo>
                    <a:pt x="196397" y="5961446"/>
                  </a:lnTo>
                  <a:lnTo>
                    <a:pt x="196614" y="5961446"/>
                  </a:lnTo>
                  <a:lnTo>
                    <a:pt x="196723" y="5961446"/>
                  </a:lnTo>
                  <a:lnTo>
                    <a:pt x="196723" y="5960823"/>
                  </a:lnTo>
                  <a:lnTo>
                    <a:pt x="196831" y="5960823"/>
                  </a:lnTo>
                  <a:lnTo>
                    <a:pt x="196940" y="5960823"/>
                  </a:lnTo>
                  <a:lnTo>
                    <a:pt x="197157" y="5960823"/>
                  </a:lnTo>
                  <a:lnTo>
                    <a:pt x="197157" y="5960199"/>
                  </a:lnTo>
                  <a:lnTo>
                    <a:pt x="197265" y="5959576"/>
                  </a:lnTo>
                  <a:lnTo>
                    <a:pt x="197373" y="5959576"/>
                  </a:lnTo>
                  <a:lnTo>
                    <a:pt x="197590" y="5959576"/>
                  </a:lnTo>
                  <a:lnTo>
                    <a:pt x="197699" y="5959576"/>
                  </a:lnTo>
                  <a:lnTo>
                    <a:pt x="197807" y="5959576"/>
                  </a:lnTo>
                  <a:lnTo>
                    <a:pt x="197916" y="5959576"/>
                  </a:lnTo>
                  <a:lnTo>
                    <a:pt x="198024" y="5959576"/>
                  </a:lnTo>
                  <a:lnTo>
                    <a:pt x="198133" y="5959576"/>
                  </a:lnTo>
                  <a:lnTo>
                    <a:pt x="198241" y="5959576"/>
                  </a:lnTo>
                  <a:lnTo>
                    <a:pt x="198350" y="5959576"/>
                  </a:lnTo>
                  <a:lnTo>
                    <a:pt x="198458" y="5959576"/>
                  </a:lnTo>
                  <a:lnTo>
                    <a:pt x="198566" y="5959576"/>
                  </a:lnTo>
                  <a:lnTo>
                    <a:pt x="198675" y="5959576"/>
                  </a:lnTo>
                  <a:lnTo>
                    <a:pt x="198783" y="5959576"/>
                  </a:lnTo>
                  <a:lnTo>
                    <a:pt x="198892" y="5959576"/>
                  </a:lnTo>
                  <a:lnTo>
                    <a:pt x="198892" y="5958952"/>
                  </a:lnTo>
                  <a:lnTo>
                    <a:pt x="198892" y="5958329"/>
                  </a:lnTo>
                  <a:lnTo>
                    <a:pt x="199109" y="5958329"/>
                  </a:lnTo>
                  <a:lnTo>
                    <a:pt x="199217" y="5958329"/>
                  </a:lnTo>
                  <a:lnTo>
                    <a:pt x="199434" y="5958329"/>
                  </a:lnTo>
                  <a:lnTo>
                    <a:pt x="199542" y="5958329"/>
                  </a:lnTo>
                  <a:lnTo>
                    <a:pt x="199651" y="5958329"/>
                  </a:lnTo>
                  <a:lnTo>
                    <a:pt x="199759" y="5958329"/>
                  </a:lnTo>
                  <a:lnTo>
                    <a:pt x="199759" y="5957705"/>
                  </a:lnTo>
                  <a:lnTo>
                    <a:pt x="199868" y="5957705"/>
                  </a:lnTo>
                  <a:lnTo>
                    <a:pt x="200085" y="5957705"/>
                  </a:lnTo>
                  <a:lnTo>
                    <a:pt x="200193" y="5957705"/>
                  </a:lnTo>
                  <a:lnTo>
                    <a:pt x="200302" y="5957081"/>
                  </a:lnTo>
                  <a:lnTo>
                    <a:pt x="200302" y="5956458"/>
                  </a:lnTo>
                  <a:lnTo>
                    <a:pt x="200302" y="5955834"/>
                  </a:lnTo>
                  <a:lnTo>
                    <a:pt x="200410" y="5955834"/>
                  </a:lnTo>
                  <a:lnTo>
                    <a:pt x="200627" y="5955834"/>
                  </a:lnTo>
                  <a:lnTo>
                    <a:pt x="200627" y="5955211"/>
                  </a:lnTo>
                  <a:lnTo>
                    <a:pt x="200735" y="5954587"/>
                  </a:lnTo>
                  <a:lnTo>
                    <a:pt x="200952" y="5954587"/>
                  </a:lnTo>
                  <a:lnTo>
                    <a:pt x="201061" y="5954587"/>
                  </a:lnTo>
                  <a:lnTo>
                    <a:pt x="201169" y="5954587"/>
                  </a:lnTo>
                  <a:lnTo>
                    <a:pt x="201386" y="5954587"/>
                  </a:lnTo>
                  <a:lnTo>
                    <a:pt x="201494" y="5954587"/>
                  </a:lnTo>
                  <a:lnTo>
                    <a:pt x="201820" y="5953963"/>
                  </a:lnTo>
                  <a:lnTo>
                    <a:pt x="201928" y="5953963"/>
                  </a:lnTo>
                  <a:lnTo>
                    <a:pt x="202254" y="5953340"/>
                  </a:lnTo>
                  <a:lnTo>
                    <a:pt x="202254" y="5952716"/>
                  </a:lnTo>
                  <a:lnTo>
                    <a:pt x="202362" y="5952716"/>
                  </a:lnTo>
                  <a:lnTo>
                    <a:pt x="202471" y="5952716"/>
                  </a:lnTo>
                  <a:lnTo>
                    <a:pt x="202579" y="5952716"/>
                  </a:lnTo>
                  <a:lnTo>
                    <a:pt x="202904" y="5952716"/>
                  </a:lnTo>
                  <a:lnTo>
                    <a:pt x="202904" y="5952093"/>
                  </a:lnTo>
                  <a:lnTo>
                    <a:pt x="203121" y="5952093"/>
                  </a:lnTo>
                  <a:lnTo>
                    <a:pt x="203230" y="5952093"/>
                  </a:lnTo>
                  <a:lnTo>
                    <a:pt x="203447" y="5952093"/>
                  </a:lnTo>
                  <a:lnTo>
                    <a:pt x="203555" y="5952093"/>
                  </a:lnTo>
                  <a:lnTo>
                    <a:pt x="203663" y="5952093"/>
                  </a:lnTo>
                  <a:lnTo>
                    <a:pt x="203772" y="5952093"/>
                  </a:lnTo>
                  <a:lnTo>
                    <a:pt x="203880" y="5952093"/>
                  </a:lnTo>
                  <a:lnTo>
                    <a:pt x="203989" y="5952093"/>
                  </a:lnTo>
                  <a:lnTo>
                    <a:pt x="203989" y="5951469"/>
                  </a:lnTo>
                  <a:lnTo>
                    <a:pt x="204097" y="5950846"/>
                  </a:lnTo>
                  <a:lnTo>
                    <a:pt x="204206" y="5950846"/>
                  </a:lnTo>
                  <a:lnTo>
                    <a:pt x="204206" y="5950222"/>
                  </a:lnTo>
                  <a:lnTo>
                    <a:pt x="204314" y="5950222"/>
                  </a:lnTo>
                  <a:lnTo>
                    <a:pt x="204531" y="5950222"/>
                  </a:lnTo>
                  <a:lnTo>
                    <a:pt x="204639" y="5950222"/>
                  </a:lnTo>
                  <a:lnTo>
                    <a:pt x="204748" y="5950222"/>
                  </a:lnTo>
                  <a:lnTo>
                    <a:pt x="204856" y="5950222"/>
                  </a:lnTo>
                  <a:lnTo>
                    <a:pt x="204965" y="5950222"/>
                  </a:lnTo>
                  <a:lnTo>
                    <a:pt x="205073" y="5950222"/>
                  </a:lnTo>
                  <a:lnTo>
                    <a:pt x="205182" y="5950222"/>
                  </a:lnTo>
                  <a:lnTo>
                    <a:pt x="205290" y="5950222"/>
                  </a:lnTo>
                  <a:lnTo>
                    <a:pt x="205399" y="5950222"/>
                  </a:lnTo>
                  <a:lnTo>
                    <a:pt x="205507" y="5950222"/>
                  </a:lnTo>
                  <a:lnTo>
                    <a:pt x="205615" y="5950222"/>
                  </a:lnTo>
                  <a:lnTo>
                    <a:pt x="205724" y="5950222"/>
                  </a:lnTo>
                  <a:lnTo>
                    <a:pt x="205832" y="5950222"/>
                  </a:lnTo>
                  <a:lnTo>
                    <a:pt x="205941" y="5950222"/>
                  </a:lnTo>
                  <a:lnTo>
                    <a:pt x="205941" y="5949598"/>
                  </a:lnTo>
                  <a:lnTo>
                    <a:pt x="206049" y="5949598"/>
                  </a:lnTo>
                  <a:lnTo>
                    <a:pt x="206049" y="5948975"/>
                  </a:lnTo>
                  <a:lnTo>
                    <a:pt x="206158" y="5948975"/>
                  </a:lnTo>
                  <a:lnTo>
                    <a:pt x="206266" y="5948975"/>
                  </a:lnTo>
                  <a:lnTo>
                    <a:pt x="206375" y="5948975"/>
                  </a:lnTo>
                  <a:lnTo>
                    <a:pt x="206483" y="5948975"/>
                  </a:lnTo>
                  <a:lnTo>
                    <a:pt x="206591" y="5948975"/>
                  </a:lnTo>
                  <a:lnTo>
                    <a:pt x="206700" y="5948975"/>
                  </a:lnTo>
                  <a:lnTo>
                    <a:pt x="207025" y="5948351"/>
                  </a:lnTo>
                  <a:lnTo>
                    <a:pt x="207025" y="5947728"/>
                  </a:lnTo>
                  <a:lnTo>
                    <a:pt x="207025" y="5947104"/>
                  </a:lnTo>
                  <a:lnTo>
                    <a:pt x="207134" y="5947104"/>
                  </a:lnTo>
                  <a:lnTo>
                    <a:pt x="207242" y="5947104"/>
                  </a:lnTo>
                  <a:lnTo>
                    <a:pt x="207242" y="5946480"/>
                  </a:lnTo>
                  <a:lnTo>
                    <a:pt x="207351" y="5946480"/>
                  </a:lnTo>
                  <a:lnTo>
                    <a:pt x="207459" y="5946480"/>
                  </a:lnTo>
                  <a:lnTo>
                    <a:pt x="207568" y="5946480"/>
                  </a:lnTo>
                  <a:lnTo>
                    <a:pt x="207676" y="5945857"/>
                  </a:lnTo>
                  <a:lnTo>
                    <a:pt x="207784" y="5945857"/>
                  </a:lnTo>
                  <a:lnTo>
                    <a:pt x="207893" y="5944610"/>
                  </a:lnTo>
                  <a:lnTo>
                    <a:pt x="208001" y="5944610"/>
                  </a:lnTo>
                  <a:lnTo>
                    <a:pt x="208110" y="5944610"/>
                  </a:lnTo>
                  <a:lnTo>
                    <a:pt x="208218" y="5944610"/>
                  </a:lnTo>
                  <a:lnTo>
                    <a:pt x="208435" y="5944610"/>
                  </a:lnTo>
                  <a:lnTo>
                    <a:pt x="208435" y="5943986"/>
                  </a:lnTo>
                  <a:lnTo>
                    <a:pt x="208544" y="5943986"/>
                  </a:lnTo>
                  <a:lnTo>
                    <a:pt x="208652" y="5943986"/>
                  </a:lnTo>
                  <a:lnTo>
                    <a:pt x="208652" y="5943363"/>
                  </a:lnTo>
                  <a:lnTo>
                    <a:pt x="208869" y="5943363"/>
                  </a:lnTo>
                  <a:lnTo>
                    <a:pt x="208977" y="5943363"/>
                  </a:lnTo>
                  <a:lnTo>
                    <a:pt x="208977" y="5942739"/>
                  </a:lnTo>
                  <a:lnTo>
                    <a:pt x="209086" y="5942739"/>
                  </a:lnTo>
                  <a:lnTo>
                    <a:pt x="209194" y="5942739"/>
                  </a:lnTo>
                  <a:lnTo>
                    <a:pt x="209303" y="5942115"/>
                  </a:lnTo>
                  <a:lnTo>
                    <a:pt x="209411" y="5942115"/>
                  </a:lnTo>
                  <a:lnTo>
                    <a:pt x="209520" y="5942115"/>
                  </a:lnTo>
                  <a:lnTo>
                    <a:pt x="209736" y="5942115"/>
                  </a:lnTo>
                  <a:lnTo>
                    <a:pt x="209953" y="5942115"/>
                  </a:lnTo>
                  <a:lnTo>
                    <a:pt x="210062" y="5942115"/>
                  </a:lnTo>
                  <a:lnTo>
                    <a:pt x="210170" y="5942115"/>
                  </a:lnTo>
                  <a:lnTo>
                    <a:pt x="210279" y="5942115"/>
                  </a:lnTo>
                  <a:lnTo>
                    <a:pt x="210279" y="5941492"/>
                  </a:lnTo>
                  <a:lnTo>
                    <a:pt x="210279" y="5940868"/>
                  </a:lnTo>
                  <a:lnTo>
                    <a:pt x="210279" y="5940245"/>
                  </a:lnTo>
                  <a:lnTo>
                    <a:pt x="210387" y="5940245"/>
                  </a:lnTo>
                  <a:lnTo>
                    <a:pt x="210712" y="5939621"/>
                  </a:lnTo>
                  <a:lnTo>
                    <a:pt x="210821" y="5939621"/>
                  </a:lnTo>
                  <a:lnTo>
                    <a:pt x="211038" y="5939621"/>
                  </a:lnTo>
                  <a:lnTo>
                    <a:pt x="211146" y="5939621"/>
                  </a:lnTo>
                  <a:lnTo>
                    <a:pt x="211255" y="5939621"/>
                  </a:lnTo>
                  <a:lnTo>
                    <a:pt x="211363" y="5939621"/>
                  </a:lnTo>
                  <a:lnTo>
                    <a:pt x="211580" y="5939621"/>
                  </a:lnTo>
                  <a:lnTo>
                    <a:pt x="211689" y="5939621"/>
                  </a:lnTo>
                  <a:lnTo>
                    <a:pt x="211797" y="5939621"/>
                  </a:lnTo>
                  <a:lnTo>
                    <a:pt x="211905" y="5939621"/>
                  </a:lnTo>
                  <a:lnTo>
                    <a:pt x="212122" y="5939621"/>
                  </a:lnTo>
                  <a:lnTo>
                    <a:pt x="212231" y="5939621"/>
                  </a:lnTo>
                  <a:lnTo>
                    <a:pt x="212339" y="5939621"/>
                  </a:lnTo>
                  <a:lnTo>
                    <a:pt x="212556" y="5939621"/>
                  </a:lnTo>
                  <a:lnTo>
                    <a:pt x="212773" y="5939621"/>
                  </a:lnTo>
                  <a:lnTo>
                    <a:pt x="212881" y="5939621"/>
                  </a:lnTo>
                  <a:lnTo>
                    <a:pt x="213098" y="5939621"/>
                  </a:lnTo>
                  <a:lnTo>
                    <a:pt x="213207" y="5939621"/>
                  </a:lnTo>
                  <a:lnTo>
                    <a:pt x="213315" y="5939621"/>
                  </a:lnTo>
                  <a:lnTo>
                    <a:pt x="213424" y="5939621"/>
                  </a:lnTo>
                  <a:lnTo>
                    <a:pt x="213532" y="5939621"/>
                  </a:lnTo>
                  <a:lnTo>
                    <a:pt x="213641" y="5939621"/>
                  </a:lnTo>
                  <a:lnTo>
                    <a:pt x="213857" y="5939621"/>
                  </a:lnTo>
                  <a:lnTo>
                    <a:pt x="214074" y="5939621"/>
                  </a:lnTo>
                  <a:lnTo>
                    <a:pt x="214183" y="5939621"/>
                  </a:lnTo>
                  <a:lnTo>
                    <a:pt x="214291" y="5939621"/>
                  </a:lnTo>
                  <a:lnTo>
                    <a:pt x="214508" y="5938998"/>
                  </a:lnTo>
                  <a:lnTo>
                    <a:pt x="214617" y="5938998"/>
                  </a:lnTo>
                  <a:lnTo>
                    <a:pt x="214725" y="5938998"/>
                  </a:lnTo>
                  <a:lnTo>
                    <a:pt x="214942" y="5938998"/>
                  </a:lnTo>
                  <a:lnTo>
                    <a:pt x="215050" y="5938998"/>
                  </a:lnTo>
                  <a:lnTo>
                    <a:pt x="215050" y="5938374"/>
                  </a:lnTo>
                  <a:lnTo>
                    <a:pt x="215050" y="5937750"/>
                  </a:lnTo>
                  <a:lnTo>
                    <a:pt x="215267" y="5937750"/>
                  </a:lnTo>
                  <a:lnTo>
                    <a:pt x="215484" y="5937750"/>
                  </a:lnTo>
                  <a:lnTo>
                    <a:pt x="215484" y="5937127"/>
                  </a:lnTo>
                  <a:lnTo>
                    <a:pt x="215701" y="5936503"/>
                  </a:lnTo>
                  <a:lnTo>
                    <a:pt x="215810" y="5936503"/>
                  </a:lnTo>
                  <a:lnTo>
                    <a:pt x="215810" y="5935880"/>
                  </a:lnTo>
                  <a:lnTo>
                    <a:pt x="215810" y="5935256"/>
                  </a:lnTo>
                  <a:lnTo>
                    <a:pt x="215918" y="5934632"/>
                  </a:lnTo>
                  <a:lnTo>
                    <a:pt x="216026" y="5934632"/>
                  </a:lnTo>
                  <a:lnTo>
                    <a:pt x="216135" y="5934632"/>
                  </a:lnTo>
                  <a:lnTo>
                    <a:pt x="216243" y="5934632"/>
                  </a:lnTo>
                  <a:lnTo>
                    <a:pt x="216352" y="5934632"/>
                  </a:lnTo>
                  <a:lnTo>
                    <a:pt x="216460" y="5934632"/>
                  </a:lnTo>
                  <a:lnTo>
                    <a:pt x="216569" y="5934632"/>
                  </a:lnTo>
                  <a:lnTo>
                    <a:pt x="216677" y="5934632"/>
                  </a:lnTo>
                  <a:lnTo>
                    <a:pt x="216786" y="5933385"/>
                  </a:lnTo>
                  <a:lnTo>
                    <a:pt x="216786" y="5932762"/>
                  </a:lnTo>
                  <a:lnTo>
                    <a:pt x="216894" y="5932762"/>
                  </a:lnTo>
                  <a:lnTo>
                    <a:pt x="217002" y="5932762"/>
                  </a:lnTo>
                  <a:lnTo>
                    <a:pt x="217219" y="5932138"/>
                  </a:lnTo>
                  <a:lnTo>
                    <a:pt x="217219" y="5931515"/>
                  </a:lnTo>
                  <a:lnTo>
                    <a:pt x="217219" y="5930891"/>
                  </a:lnTo>
                  <a:lnTo>
                    <a:pt x="217328" y="5930891"/>
                  </a:lnTo>
                  <a:lnTo>
                    <a:pt x="217436" y="5930267"/>
                  </a:lnTo>
                  <a:lnTo>
                    <a:pt x="217545" y="5930267"/>
                  </a:lnTo>
                  <a:lnTo>
                    <a:pt x="217653" y="5930267"/>
                  </a:lnTo>
                  <a:lnTo>
                    <a:pt x="217762" y="5930267"/>
                  </a:lnTo>
                  <a:lnTo>
                    <a:pt x="217870" y="5930267"/>
                  </a:lnTo>
                  <a:lnTo>
                    <a:pt x="217978" y="5930267"/>
                  </a:lnTo>
                  <a:lnTo>
                    <a:pt x="218195" y="5930267"/>
                  </a:lnTo>
                  <a:lnTo>
                    <a:pt x="218195" y="5929644"/>
                  </a:lnTo>
                  <a:lnTo>
                    <a:pt x="218304" y="5929644"/>
                  </a:lnTo>
                  <a:lnTo>
                    <a:pt x="218304" y="5929020"/>
                  </a:lnTo>
                  <a:lnTo>
                    <a:pt x="218412" y="5927773"/>
                  </a:lnTo>
                  <a:lnTo>
                    <a:pt x="218412" y="5927149"/>
                  </a:lnTo>
                  <a:lnTo>
                    <a:pt x="218521" y="5927149"/>
                  </a:lnTo>
                  <a:lnTo>
                    <a:pt x="218629" y="5927149"/>
                  </a:lnTo>
                  <a:lnTo>
                    <a:pt x="218738" y="5927149"/>
                  </a:lnTo>
                  <a:lnTo>
                    <a:pt x="218846" y="5927149"/>
                  </a:lnTo>
                  <a:lnTo>
                    <a:pt x="218954" y="5927149"/>
                  </a:lnTo>
                  <a:lnTo>
                    <a:pt x="219388" y="5926526"/>
                  </a:lnTo>
                  <a:lnTo>
                    <a:pt x="219497" y="5926526"/>
                  </a:lnTo>
                  <a:lnTo>
                    <a:pt x="219497" y="5925902"/>
                  </a:lnTo>
                  <a:lnTo>
                    <a:pt x="219605" y="5925902"/>
                  </a:lnTo>
                  <a:lnTo>
                    <a:pt x="219714" y="5925279"/>
                  </a:lnTo>
                  <a:lnTo>
                    <a:pt x="219822" y="5925279"/>
                  </a:lnTo>
                  <a:lnTo>
                    <a:pt x="219931" y="5925279"/>
                  </a:lnTo>
                  <a:lnTo>
                    <a:pt x="220039" y="5925279"/>
                  </a:lnTo>
                  <a:lnTo>
                    <a:pt x="220256" y="5925279"/>
                  </a:lnTo>
                  <a:lnTo>
                    <a:pt x="220364" y="5925279"/>
                  </a:lnTo>
                  <a:lnTo>
                    <a:pt x="220364" y="5924655"/>
                  </a:lnTo>
                  <a:lnTo>
                    <a:pt x="220364" y="5924032"/>
                  </a:lnTo>
                  <a:lnTo>
                    <a:pt x="220473" y="5924032"/>
                  </a:lnTo>
                  <a:lnTo>
                    <a:pt x="220581" y="5923408"/>
                  </a:lnTo>
                  <a:lnTo>
                    <a:pt x="220690" y="5923408"/>
                  </a:lnTo>
                  <a:lnTo>
                    <a:pt x="220798" y="5923408"/>
                  </a:lnTo>
                  <a:lnTo>
                    <a:pt x="220907" y="5923408"/>
                  </a:lnTo>
                  <a:lnTo>
                    <a:pt x="221015" y="5923408"/>
                  </a:lnTo>
                  <a:lnTo>
                    <a:pt x="221015" y="5922784"/>
                  </a:lnTo>
                  <a:lnTo>
                    <a:pt x="221123" y="5922784"/>
                  </a:lnTo>
                  <a:lnTo>
                    <a:pt x="221340" y="5922784"/>
                  </a:lnTo>
                  <a:lnTo>
                    <a:pt x="221340" y="5922161"/>
                  </a:lnTo>
                  <a:lnTo>
                    <a:pt x="221774" y="5922161"/>
                  </a:lnTo>
                  <a:lnTo>
                    <a:pt x="221883" y="5922161"/>
                  </a:lnTo>
                  <a:lnTo>
                    <a:pt x="221991" y="5921537"/>
                  </a:lnTo>
                  <a:lnTo>
                    <a:pt x="222099" y="5921537"/>
                  </a:lnTo>
                  <a:lnTo>
                    <a:pt x="222425" y="5921537"/>
                  </a:lnTo>
                  <a:lnTo>
                    <a:pt x="222533" y="5921537"/>
                  </a:lnTo>
                  <a:lnTo>
                    <a:pt x="222533" y="5920914"/>
                  </a:lnTo>
                  <a:lnTo>
                    <a:pt x="222642" y="5920914"/>
                  </a:lnTo>
                  <a:lnTo>
                    <a:pt x="222642" y="5920290"/>
                  </a:lnTo>
                  <a:lnTo>
                    <a:pt x="222967" y="5919043"/>
                  </a:lnTo>
                  <a:lnTo>
                    <a:pt x="222967" y="5918419"/>
                  </a:lnTo>
                  <a:lnTo>
                    <a:pt x="223075" y="5918419"/>
                  </a:lnTo>
                  <a:lnTo>
                    <a:pt x="223184" y="5918419"/>
                  </a:lnTo>
                  <a:lnTo>
                    <a:pt x="223509" y="5918419"/>
                  </a:lnTo>
                  <a:lnTo>
                    <a:pt x="223726" y="5918419"/>
                  </a:lnTo>
                  <a:lnTo>
                    <a:pt x="223726" y="5917796"/>
                  </a:lnTo>
                  <a:lnTo>
                    <a:pt x="223835" y="5917796"/>
                  </a:lnTo>
                  <a:lnTo>
                    <a:pt x="223943" y="5917796"/>
                  </a:lnTo>
                  <a:lnTo>
                    <a:pt x="224160" y="5917796"/>
                  </a:lnTo>
                  <a:lnTo>
                    <a:pt x="224268" y="5917796"/>
                  </a:lnTo>
                  <a:lnTo>
                    <a:pt x="224377" y="5917796"/>
                  </a:lnTo>
                  <a:lnTo>
                    <a:pt x="224485" y="5917172"/>
                  </a:lnTo>
                  <a:lnTo>
                    <a:pt x="224594" y="5916549"/>
                  </a:lnTo>
                  <a:lnTo>
                    <a:pt x="224702" y="5916549"/>
                  </a:lnTo>
                  <a:lnTo>
                    <a:pt x="224811" y="5916549"/>
                  </a:lnTo>
                  <a:lnTo>
                    <a:pt x="224811" y="5915925"/>
                  </a:lnTo>
                  <a:lnTo>
                    <a:pt x="224919" y="5915925"/>
                  </a:lnTo>
                  <a:lnTo>
                    <a:pt x="225028" y="5915925"/>
                  </a:lnTo>
                  <a:lnTo>
                    <a:pt x="225244" y="5915925"/>
                  </a:lnTo>
                  <a:lnTo>
                    <a:pt x="225461" y="5915925"/>
                  </a:lnTo>
                  <a:lnTo>
                    <a:pt x="225570" y="5915301"/>
                  </a:lnTo>
                  <a:lnTo>
                    <a:pt x="225787" y="5915301"/>
                  </a:lnTo>
                  <a:lnTo>
                    <a:pt x="225895" y="5915301"/>
                  </a:lnTo>
                  <a:lnTo>
                    <a:pt x="226004" y="5914678"/>
                  </a:lnTo>
                  <a:lnTo>
                    <a:pt x="226112" y="5914678"/>
                  </a:lnTo>
                  <a:lnTo>
                    <a:pt x="226112" y="5914054"/>
                  </a:lnTo>
                  <a:lnTo>
                    <a:pt x="226112" y="5913431"/>
                  </a:lnTo>
                  <a:lnTo>
                    <a:pt x="226329" y="5913431"/>
                  </a:lnTo>
                  <a:lnTo>
                    <a:pt x="226546" y="5913431"/>
                  </a:lnTo>
                  <a:lnTo>
                    <a:pt x="226546" y="5912807"/>
                  </a:lnTo>
                  <a:lnTo>
                    <a:pt x="226654" y="5912807"/>
                  </a:lnTo>
                  <a:lnTo>
                    <a:pt x="226654" y="5912183"/>
                  </a:lnTo>
                  <a:lnTo>
                    <a:pt x="226871" y="5911560"/>
                  </a:lnTo>
                  <a:lnTo>
                    <a:pt x="226980" y="5911560"/>
                  </a:lnTo>
                  <a:lnTo>
                    <a:pt x="227196" y="5910936"/>
                  </a:lnTo>
                  <a:lnTo>
                    <a:pt x="227305" y="5910936"/>
                  </a:lnTo>
                  <a:lnTo>
                    <a:pt x="227413" y="5910936"/>
                  </a:lnTo>
                  <a:lnTo>
                    <a:pt x="227413" y="5910313"/>
                  </a:lnTo>
                  <a:lnTo>
                    <a:pt x="227413" y="5909689"/>
                  </a:lnTo>
                  <a:lnTo>
                    <a:pt x="227522" y="5909689"/>
                  </a:lnTo>
                  <a:lnTo>
                    <a:pt x="227630" y="5909689"/>
                  </a:lnTo>
                  <a:lnTo>
                    <a:pt x="228064" y="5909689"/>
                  </a:lnTo>
                  <a:lnTo>
                    <a:pt x="228173" y="5909689"/>
                  </a:lnTo>
                  <a:lnTo>
                    <a:pt x="228281" y="5909689"/>
                  </a:lnTo>
                  <a:lnTo>
                    <a:pt x="228281" y="5909066"/>
                  </a:lnTo>
                  <a:lnTo>
                    <a:pt x="228389" y="5909066"/>
                  </a:lnTo>
                  <a:lnTo>
                    <a:pt x="228606" y="5909066"/>
                  </a:lnTo>
                  <a:lnTo>
                    <a:pt x="228715" y="5909066"/>
                  </a:lnTo>
                  <a:lnTo>
                    <a:pt x="228715" y="5907818"/>
                  </a:lnTo>
                  <a:lnTo>
                    <a:pt x="228715" y="5907195"/>
                  </a:lnTo>
                  <a:lnTo>
                    <a:pt x="228823" y="5907195"/>
                  </a:lnTo>
                  <a:lnTo>
                    <a:pt x="228823" y="5905324"/>
                  </a:lnTo>
                  <a:lnTo>
                    <a:pt x="228932" y="5905324"/>
                  </a:lnTo>
                  <a:lnTo>
                    <a:pt x="229257" y="5904700"/>
                  </a:lnTo>
                  <a:lnTo>
                    <a:pt x="229365" y="5904700"/>
                  </a:lnTo>
                  <a:lnTo>
                    <a:pt x="229474" y="5904700"/>
                  </a:lnTo>
                  <a:lnTo>
                    <a:pt x="229691" y="5903453"/>
                  </a:lnTo>
                  <a:lnTo>
                    <a:pt x="229799" y="5903453"/>
                  </a:lnTo>
                  <a:lnTo>
                    <a:pt x="229799" y="5902830"/>
                  </a:lnTo>
                  <a:lnTo>
                    <a:pt x="230016" y="5902830"/>
                  </a:lnTo>
                  <a:lnTo>
                    <a:pt x="230125" y="5902830"/>
                  </a:lnTo>
                  <a:lnTo>
                    <a:pt x="230450" y="5902830"/>
                  </a:lnTo>
                  <a:lnTo>
                    <a:pt x="230558" y="5902830"/>
                  </a:lnTo>
                  <a:lnTo>
                    <a:pt x="230667" y="5902830"/>
                  </a:lnTo>
                  <a:lnTo>
                    <a:pt x="230775" y="5902830"/>
                  </a:lnTo>
                  <a:lnTo>
                    <a:pt x="230884" y="5902830"/>
                  </a:lnTo>
                  <a:lnTo>
                    <a:pt x="230884" y="5902206"/>
                  </a:lnTo>
                  <a:lnTo>
                    <a:pt x="231101" y="5902206"/>
                  </a:lnTo>
                  <a:lnTo>
                    <a:pt x="231209" y="5902206"/>
                  </a:lnTo>
                  <a:lnTo>
                    <a:pt x="231317" y="5902206"/>
                  </a:lnTo>
                  <a:lnTo>
                    <a:pt x="231317" y="5901583"/>
                  </a:lnTo>
                  <a:lnTo>
                    <a:pt x="231317" y="5900959"/>
                  </a:lnTo>
                  <a:lnTo>
                    <a:pt x="231426" y="5900959"/>
                  </a:lnTo>
                  <a:lnTo>
                    <a:pt x="231534" y="5900959"/>
                  </a:lnTo>
                  <a:lnTo>
                    <a:pt x="231534" y="5900335"/>
                  </a:lnTo>
                  <a:lnTo>
                    <a:pt x="231643" y="5900335"/>
                  </a:lnTo>
                  <a:lnTo>
                    <a:pt x="231751" y="5900335"/>
                  </a:lnTo>
                  <a:lnTo>
                    <a:pt x="231968" y="5900335"/>
                  </a:lnTo>
                  <a:lnTo>
                    <a:pt x="232077" y="5900335"/>
                  </a:lnTo>
                  <a:lnTo>
                    <a:pt x="232185" y="5900335"/>
                  </a:lnTo>
                  <a:lnTo>
                    <a:pt x="232402" y="5900335"/>
                  </a:lnTo>
                  <a:lnTo>
                    <a:pt x="232510" y="5899712"/>
                  </a:lnTo>
                  <a:lnTo>
                    <a:pt x="232619" y="5899712"/>
                  </a:lnTo>
                  <a:lnTo>
                    <a:pt x="232836" y="5899712"/>
                  </a:lnTo>
                  <a:lnTo>
                    <a:pt x="233161" y="5899712"/>
                  </a:lnTo>
                  <a:lnTo>
                    <a:pt x="233270" y="5899712"/>
                  </a:lnTo>
                  <a:lnTo>
                    <a:pt x="233378" y="5899712"/>
                  </a:lnTo>
                  <a:lnTo>
                    <a:pt x="233378" y="5899088"/>
                  </a:lnTo>
                  <a:lnTo>
                    <a:pt x="233486" y="5899088"/>
                  </a:lnTo>
                  <a:lnTo>
                    <a:pt x="233595" y="5899088"/>
                  </a:lnTo>
                  <a:lnTo>
                    <a:pt x="233703" y="5899088"/>
                  </a:lnTo>
                  <a:lnTo>
                    <a:pt x="233812" y="5899088"/>
                  </a:lnTo>
                  <a:lnTo>
                    <a:pt x="233920" y="5899088"/>
                  </a:lnTo>
                  <a:lnTo>
                    <a:pt x="234029" y="5899088"/>
                  </a:lnTo>
                  <a:lnTo>
                    <a:pt x="234137" y="5899088"/>
                  </a:lnTo>
                  <a:lnTo>
                    <a:pt x="234354" y="5899088"/>
                  </a:lnTo>
                  <a:lnTo>
                    <a:pt x="234462" y="5899088"/>
                  </a:lnTo>
                  <a:lnTo>
                    <a:pt x="234571" y="5899088"/>
                  </a:lnTo>
                  <a:lnTo>
                    <a:pt x="234679" y="5899088"/>
                  </a:lnTo>
                  <a:lnTo>
                    <a:pt x="234679" y="5898465"/>
                  </a:lnTo>
                  <a:lnTo>
                    <a:pt x="234896" y="5898465"/>
                  </a:lnTo>
                  <a:lnTo>
                    <a:pt x="235005" y="5898465"/>
                  </a:lnTo>
                  <a:lnTo>
                    <a:pt x="235330" y="5898465"/>
                  </a:lnTo>
                  <a:lnTo>
                    <a:pt x="235438" y="5897841"/>
                  </a:lnTo>
                  <a:lnTo>
                    <a:pt x="235655" y="5897841"/>
                  </a:lnTo>
                  <a:lnTo>
                    <a:pt x="235764" y="5897841"/>
                  </a:lnTo>
                  <a:lnTo>
                    <a:pt x="235872" y="5897841"/>
                  </a:lnTo>
                  <a:lnTo>
                    <a:pt x="236089" y="5897841"/>
                  </a:lnTo>
                  <a:lnTo>
                    <a:pt x="236198" y="5897217"/>
                  </a:lnTo>
                  <a:lnTo>
                    <a:pt x="236414" y="5896594"/>
                  </a:lnTo>
                  <a:lnTo>
                    <a:pt x="236523" y="5896594"/>
                  </a:lnTo>
                  <a:lnTo>
                    <a:pt x="236631" y="5896594"/>
                  </a:lnTo>
                  <a:lnTo>
                    <a:pt x="236740" y="5896594"/>
                  </a:lnTo>
                  <a:lnTo>
                    <a:pt x="237174" y="5896594"/>
                  </a:lnTo>
                  <a:lnTo>
                    <a:pt x="237282" y="5896594"/>
                  </a:lnTo>
                  <a:lnTo>
                    <a:pt x="237391" y="5896594"/>
                  </a:lnTo>
                  <a:lnTo>
                    <a:pt x="237499" y="5896594"/>
                  </a:lnTo>
                  <a:lnTo>
                    <a:pt x="237607" y="5896594"/>
                  </a:lnTo>
                  <a:lnTo>
                    <a:pt x="237716" y="5896594"/>
                  </a:lnTo>
                  <a:lnTo>
                    <a:pt x="237933" y="5896594"/>
                  </a:lnTo>
                  <a:lnTo>
                    <a:pt x="237933" y="5895970"/>
                  </a:lnTo>
                  <a:lnTo>
                    <a:pt x="238150" y="5895970"/>
                  </a:lnTo>
                  <a:lnTo>
                    <a:pt x="238150" y="5895347"/>
                  </a:lnTo>
                  <a:lnTo>
                    <a:pt x="238258" y="5895347"/>
                  </a:lnTo>
                  <a:lnTo>
                    <a:pt x="238367" y="5895347"/>
                  </a:lnTo>
                  <a:lnTo>
                    <a:pt x="238475" y="5895347"/>
                  </a:lnTo>
                  <a:lnTo>
                    <a:pt x="238583" y="5895347"/>
                  </a:lnTo>
                  <a:lnTo>
                    <a:pt x="238800" y="5895347"/>
                  </a:lnTo>
                  <a:lnTo>
                    <a:pt x="238909" y="5894723"/>
                  </a:lnTo>
                  <a:lnTo>
                    <a:pt x="239017" y="5894723"/>
                  </a:lnTo>
                  <a:lnTo>
                    <a:pt x="239234" y="5894723"/>
                  </a:lnTo>
                  <a:lnTo>
                    <a:pt x="239343" y="5894723"/>
                  </a:lnTo>
                  <a:lnTo>
                    <a:pt x="239343" y="5894100"/>
                  </a:lnTo>
                  <a:lnTo>
                    <a:pt x="239776" y="5894100"/>
                  </a:lnTo>
                  <a:lnTo>
                    <a:pt x="239993" y="5894100"/>
                  </a:lnTo>
                  <a:lnTo>
                    <a:pt x="240102" y="5894100"/>
                  </a:lnTo>
                  <a:lnTo>
                    <a:pt x="240210" y="5893476"/>
                  </a:lnTo>
                  <a:lnTo>
                    <a:pt x="240319" y="5893476"/>
                  </a:lnTo>
                  <a:lnTo>
                    <a:pt x="240427" y="5893476"/>
                  </a:lnTo>
                  <a:lnTo>
                    <a:pt x="240427" y="5892852"/>
                  </a:lnTo>
                  <a:lnTo>
                    <a:pt x="240535" y="5892852"/>
                  </a:lnTo>
                  <a:lnTo>
                    <a:pt x="240644" y="5892852"/>
                  </a:lnTo>
                  <a:lnTo>
                    <a:pt x="240969" y="5892852"/>
                  </a:lnTo>
                  <a:lnTo>
                    <a:pt x="241078" y="5892852"/>
                  </a:lnTo>
                  <a:lnTo>
                    <a:pt x="241078" y="5892229"/>
                  </a:lnTo>
                  <a:lnTo>
                    <a:pt x="241186" y="5892229"/>
                  </a:lnTo>
                  <a:lnTo>
                    <a:pt x="241403" y="5892229"/>
                  </a:lnTo>
                  <a:lnTo>
                    <a:pt x="241512" y="5892229"/>
                  </a:lnTo>
                  <a:lnTo>
                    <a:pt x="241512" y="5891605"/>
                  </a:lnTo>
                  <a:lnTo>
                    <a:pt x="241620" y="5891605"/>
                  </a:lnTo>
                  <a:lnTo>
                    <a:pt x="241728" y="5891605"/>
                  </a:lnTo>
                  <a:lnTo>
                    <a:pt x="241945" y="5891605"/>
                  </a:lnTo>
                  <a:lnTo>
                    <a:pt x="242054" y="5891605"/>
                  </a:lnTo>
                  <a:lnTo>
                    <a:pt x="242271" y="5891605"/>
                  </a:lnTo>
                  <a:lnTo>
                    <a:pt x="242379" y="5891605"/>
                  </a:lnTo>
                  <a:lnTo>
                    <a:pt x="242596" y="5890982"/>
                  </a:lnTo>
                  <a:lnTo>
                    <a:pt x="242596" y="5890358"/>
                  </a:lnTo>
                  <a:lnTo>
                    <a:pt x="242704" y="5890358"/>
                  </a:lnTo>
                  <a:lnTo>
                    <a:pt x="242813" y="5889735"/>
                  </a:lnTo>
                  <a:lnTo>
                    <a:pt x="242813" y="5889111"/>
                  </a:lnTo>
                  <a:lnTo>
                    <a:pt x="242921" y="5889111"/>
                  </a:lnTo>
                  <a:lnTo>
                    <a:pt x="243138" y="5888487"/>
                  </a:lnTo>
                  <a:lnTo>
                    <a:pt x="243247" y="5888487"/>
                  </a:lnTo>
                  <a:lnTo>
                    <a:pt x="243572" y="5887864"/>
                  </a:lnTo>
                  <a:lnTo>
                    <a:pt x="243680" y="5887864"/>
                  </a:lnTo>
                  <a:lnTo>
                    <a:pt x="243789" y="5887864"/>
                  </a:lnTo>
                  <a:lnTo>
                    <a:pt x="244006" y="5887240"/>
                  </a:lnTo>
                  <a:lnTo>
                    <a:pt x="244223" y="5886617"/>
                  </a:lnTo>
                  <a:lnTo>
                    <a:pt x="244331" y="5886617"/>
                  </a:lnTo>
                  <a:lnTo>
                    <a:pt x="244548" y="5885993"/>
                  </a:lnTo>
                  <a:lnTo>
                    <a:pt x="244656" y="5885993"/>
                  </a:lnTo>
                  <a:lnTo>
                    <a:pt x="244873" y="5885993"/>
                  </a:lnTo>
                  <a:lnTo>
                    <a:pt x="245090" y="5885993"/>
                  </a:lnTo>
                  <a:lnTo>
                    <a:pt x="245199" y="5885993"/>
                  </a:lnTo>
                  <a:lnTo>
                    <a:pt x="245199" y="5885369"/>
                  </a:lnTo>
                  <a:lnTo>
                    <a:pt x="245416" y="5885369"/>
                  </a:lnTo>
                  <a:lnTo>
                    <a:pt x="245524" y="5885369"/>
                  </a:lnTo>
                  <a:lnTo>
                    <a:pt x="245633" y="5885369"/>
                  </a:lnTo>
                  <a:lnTo>
                    <a:pt x="245849" y="5885369"/>
                  </a:lnTo>
                  <a:lnTo>
                    <a:pt x="245958" y="5884746"/>
                  </a:lnTo>
                  <a:lnTo>
                    <a:pt x="246066" y="5884746"/>
                  </a:lnTo>
                  <a:lnTo>
                    <a:pt x="246283" y="5884122"/>
                  </a:lnTo>
                  <a:lnTo>
                    <a:pt x="246392" y="5884122"/>
                  </a:lnTo>
                  <a:lnTo>
                    <a:pt x="246609" y="5884122"/>
                  </a:lnTo>
                  <a:lnTo>
                    <a:pt x="246717" y="5884122"/>
                  </a:lnTo>
                  <a:lnTo>
                    <a:pt x="247042" y="5884122"/>
                  </a:lnTo>
                  <a:lnTo>
                    <a:pt x="247151" y="5884122"/>
                  </a:lnTo>
                  <a:lnTo>
                    <a:pt x="247259" y="5884122"/>
                  </a:lnTo>
                  <a:lnTo>
                    <a:pt x="247259" y="5883499"/>
                  </a:lnTo>
                  <a:lnTo>
                    <a:pt x="247368" y="5883499"/>
                  </a:lnTo>
                  <a:lnTo>
                    <a:pt x="247693" y="5883499"/>
                  </a:lnTo>
                  <a:lnTo>
                    <a:pt x="247910" y="5883499"/>
                  </a:lnTo>
                  <a:lnTo>
                    <a:pt x="247910" y="5882252"/>
                  </a:lnTo>
                  <a:lnTo>
                    <a:pt x="248018" y="5882252"/>
                  </a:lnTo>
                  <a:lnTo>
                    <a:pt x="248018" y="5881628"/>
                  </a:lnTo>
                  <a:lnTo>
                    <a:pt x="248018" y="5881004"/>
                  </a:lnTo>
                  <a:lnTo>
                    <a:pt x="248127" y="5881004"/>
                  </a:lnTo>
                  <a:lnTo>
                    <a:pt x="248344" y="5880381"/>
                  </a:lnTo>
                  <a:lnTo>
                    <a:pt x="248452" y="5880381"/>
                  </a:lnTo>
                  <a:lnTo>
                    <a:pt x="248669" y="5879757"/>
                  </a:lnTo>
                  <a:lnTo>
                    <a:pt x="248886" y="5879757"/>
                  </a:lnTo>
                  <a:lnTo>
                    <a:pt x="248994" y="5879757"/>
                  </a:lnTo>
                  <a:lnTo>
                    <a:pt x="249103" y="5879757"/>
                  </a:lnTo>
                  <a:lnTo>
                    <a:pt x="249211" y="5879757"/>
                  </a:lnTo>
                  <a:lnTo>
                    <a:pt x="249320" y="5879757"/>
                  </a:lnTo>
                  <a:lnTo>
                    <a:pt x="249537" y="5879757"/>
                  </a:lnTo>
                  <a:lnTo>
                    <a:pt x="249537" y="5879134"/>
                  </a:lnTo>
                  <a:lnTo>
                    <a:pt x="249645" y="5879134"/>
                  </a:lnTo>
                  <a:lnTo>
                    <a:pt x="249645" y="5878510"/>
                  </a:lnTo>
                  <a:lnTo>
                    <a:pt x="249645" y="5877886"/>
                  </a:lnTo>
                  <a:lnTo>
                    <a:pt x="249754" y="5877886"/>
                  </a:lnTo>
                  <a:lnTo>
                    <a:pt x="249862" y="5877886"/>
                  </a:lnTo>
                  <a:lnTo>
                    <a:pt x="250079" y="5877886"/>
                  </a:lnTo>
                  <a:lnTo>
                    <a:pt x="250296" y="5877263"/>
                  </a:lnTo>
                  <a:lnTo>
                    <a:pt x="250404" y="5876639"/>
                  </a:lnTo>
                  <a:lnTo>
                    <a:pt x="250513" y="5876639"/>
                  </a:lnTo>
                  <a:lnTo>
                    <a:pt x="250621" y="5876639"/>
                  </a:lnTo>
                  <a:lnTo>
                    <a:pt x="250730" y="5876639"/>
                  </a:lnTo>
                  <a:lnTo>
                    <a:pt x="250838" y="5876639"/>
                  </a:lnTo>
                  <a:lnTo>
                    <a:pt x="250946" y="5876639"/>
                  </a:lnTo>
                  <a:lnTo>
                    <a:pt x="251055" y="5876639"/>
                  </a:lnTo>
                  <a:lnTo>
                    <a:pt x="251272" y="5876639"/>
                  </a:lnTo>
                  <a:lnTo>
                    <a:pt x="251489" y="5876016"/>
                  </a:lnTo>
                  <a:lnTo>
                    <a:pt x="251597" y="5876016"/>
                  </a:lnTo>
                  <a:lnTo>
                    <a:pt x="252031" y="5876016"/>
                  </a:lnTo>
                  <a:lnTo>
                    <a:pt x="252248" y="5874769"/>
                  </a:lnTo>
                  <a:lnTo>
                    <a:pt x="252248" y="5874145"/>
                  </a:lnTo>
                  <a:lnTo>
                    <a:pt x="252356" y="5874145"/>
                  </a:lnTo>
                  <a:lnTo>
                    <a:pt x="252356" y="5873521"/>
                  </a:lnTo>
                  <a:lnTo>
                    <a:pt x="252465" y="5873521"/>
                  </a:lnTo>
                  <a:lnTo>
                    <a:pt x="252573" y="5873521"/>
                  </a:lnTo>
                  <a:lnTo>
                    <a:pt x="252790" y="5873521"/>
                  </a:lnTo>
                  <a:lnTo>
                    <a:pt x="252790" y="5872898"/>
                  </a:lnTo>
                  <a:lnTo>
                    <a:pt x="252898" y="5872898"/>
                  </a:lnTo>
                  <a:lnTo>
                    <a:pt x="253115" y="5872898"/>
                  </a:lnTo>
                  <a:lnTo>
                    <a:pt x="253115" y="5872274"/>
                  </a:lnTo>
                  <a:lnTo>
                    <a:pt x="253224" y="5872274"/>
                  </a:lnTo>
                  <a:lnTo>
                    <a:pt x="253332" y="5872274"/>
                  </a:lnTo>
                  <a:lnTo>
                    <a:pt x="253441" y="5872274"/>
                  </a:lnTo>
                  <a:lnTo>
                    <a:pt x="253441" y="5871651"/>
                  </a:lnTo>
                  <a:lnTo>
                    <a:pt x="253549" y="5871651"/>
                  </a:lnTo>
                  <a:lnTo>
                    <a:pt x="253766" y="5871651"/>
                  </a:lnTo>
                  <a:lnTo>
                    <a:pt x="253874" y="5871651"/>
                  </a:lnTo>
                  <a:lnTo>
                    <a:pt x="253983" y="5871651"/>
                  </a:lnTo>
                  <a:lnTo>
                    <a:pt x="254091" y="5871651"/>
                  </a:lnTo>
                  <a:lnTo>
                    <a:pt x="254200" y="5871651"/>
                  </a:lnTo>
                  <a:lnTo>
                    <a:pt x="254200" y="5871027"/>
                  </a:lnTo>
                  <a:lnTo>
                    <a:pt x="254308" y="5871027"/>
                  </a:lnTo>
                  <a:lnTo>
                    <a:pt x="254417" y="5871027"/>
                  </a:lnTo>
                  <a:lnTo>
                    <a:pt x="254525" y="5871027"/>
                  </a:lnTo>
                  <a:lnTo>
                    <a:pt x="254525" y="5870403"/>
                  </a:lnTo>
                  <a:lnTo>
                    <a:pt x="254634" y="5870403"/>
                  </a:lnTo>
                  <a:lnTo>
                    <a:pt x="254742" y="5870403"/>
                  </a:lnTo>
                  <a:lnTo>
                    <a:pt x="254851" y="5870403"/>
                  </a:lnTo>
                  <a:lnTo>
                    <a:pt x="254959" y="5870403"/>
                  </a:lnTo>
                  <a:lnTo>
                    <a:pt x="254959" y="5869780"/>
                  </a:lnTo>
                  <a:lnTo>
                    <a:pt x="255176" y="5869780"/>
                  </a:lnTo>
                  <a:lnTo>
                    <a:pt x="255176" y="5869156"/>
                  </a:lnTo>
                  <a:lnTo>
                    <a:pt x="255284" y="5869156"/>
                  </a:lnTo>
                  <a:lnTo>
                    <a:pt x="255284" y="5868533"/>
                  </a:lnTo>
                  <a:lnTo>
                    <a:pt x="255393" y="5868533"/>
                  </a:lnTo>
                  <a:lnTo>
                    <a:pt x="255501" y="5868533"/>
                  </a:lnTo>
                  <a:lnTo>
                    <a:pt x="255501" y="5867909"/>
                  </a:lnTo>
                  <a:lnTo>
                    <a:pt x="255501" y="5867286"/>
                  </a:lnTo>
                  <a:lnTo>
                    <a:pt x="255610" y="5867286"/>
                  </a:lnTo>
                  <a:lnTo>
                    <a:pt x="255718" y="5867286"/>
                  </a:lnTo>
                  <a:lnTo>
                    <a:pt x="255827" y="5866038"/>
                  </a:lnTo>
                  <a:lnTo>
                    <a:pt x="255935" y="5866038"/>
                  </a:lnTo>
                  <a:lnTo>
                    <a:pt x="256043" y="5866038"/>
                  </a:lnTo>
                  <a:lnTo>
                    <a:pt x="256152" y="5866038"/>
                  </a:lnTo>
                  <a:lnTo>
                    <a:pt x="256260" y="5866038"/>
                  </a:lnTo>
                  <a:lnTo>
                    <a:pt x="256369" y="5866038"/>
                  </a:lnTo>
                  <a:lnTo>
                    <a:pt x="256477" y="5866038"/>
                  </a:lnTo>
                  <a:lnTo>
                    <a:pt x="256586" y="5866038"/>
                  </a:lnTo>
                  <a:lnTo>
                    <a:pt x="256694" y="5866038"/>
                  </a:lnTo>
                  <a:lnTo>
                    <a:pt x="257019" y="5866038"/>
                  </a:lnTo>
                  <a:lnTo>
                    <a:pt x="257019" y="5865415"/>
                  </a:lnTo>
                  <a:lnTo>
                    <a:pt x="257236" y="5864791"/>
                  </a:lnTo>
                  <a:lnTo>
                    <a:pt x="257453" y="5864168"/>
                  </a:lnTo>
                  <a:lnTo>
                    <a:pt x="257562" y="5863544"/>
                  </a:lnTo>
                  <a:lnTo>
                    <a:pt x="257670" y="5863544"/>
                  </a:lnTo>
                  <a:lnTo>
                    <a:pt x="257779" y="5863544"/>
                  </a:lnTo>
                  <a:lnTo>
                    <a:pt x="257887" y="5863544"/>
                  </a:lnTo>
                  <a:lnTo>
                    <a:pt x="257995" y="5863544"/>
                  </a:lnTo>
                  <a:lnTo>
                    <a:pt x="258104" y="5863544"/>
                  </a:lnTo>
                  <a:lnTo>
                    <a:pt x="258212" y="5863544"/>
                  </a:lnTo>
                  <a:lnTo>
                    <a:pt x="258321" y="5863544"/>
                  </a:lnTo>
                  <a:lnTo>
                    <a:pt x="258538" y="5863544"/>
                  </a:lnTo>
                  <a:lnTo>
                    <a:pt x="258646" y="5863544"/>
                  </a:lnTo>
                  <a:lnTo>
                    <a:pt x="258755" y="5863544"/>
                  </a:lnTo>
                  <a:lnTo>
                    <a:pt x="258755" y="5862920"/>
                  </a:lnTo>
                  <a:lnTo>
                    <a:pt x="258863" y="5862920"/>
                  </a:lnTo>
                  <a:lnTo>
                    <a:pt x="258972" y="5862920"/>
                  </a:lnTo>
                  <a:lnTo>
                    <a:pt x="259188" y="5862297"/>
                  </a:lnTo>
                  <a:lnTo>
                    <a:pt x="259405" y="5862297"/>
                  </a:lnTo>
                  <a:lnTo>
                    <a:pt x="259514" y="5861673"/>
                  </a:lnTo>
                  <a:lnTo>
                    <a:pt x="259514" y="5861050"/>
                  </a:lnTo>
                  <a:lnTo>
                    <a:pt x="259622" y="5861050"/>
                  </a:lnTo>
                  <a:lnTo>
                    <a:pt x="259622" y="5860426"/>
                  </a:lnTo>
                  <a:lnTo>
                    <a:pt x="259731" y="5860426"/>
                  </a:lnTo>
                  <a:lnTo>
                    <a:pt x="259839" y="5860426"/>
                  </a:lnTo>
                  <a:lnTo>
                    <a:pt x="259839" y="5859803"/>
                  </a:lnTo>
                  <a:lnTo>
                    <a:pt x="259948" y="5859803"/>
                  </a:lnTo>
                  <a:lnTo>
                    <a:pt x="260056" y="5859803"/>
                  </a:lnTo>
                  <a:lnTo>
                    <a:pt x="260164" y="5859179"/>
                  </a:lnTo>
                  <a:lnTo>
                    <a:pt x="260273" y="5859179"/>
                  </a:lnTo>
                  <a:lnTo>
                    <a:pt x="260381" y="5859179"/>
                  </a:lnTo>
                  <a:lnTo>
                    <a:pt x="260490" y="5858555"/>
                  </a:lnTo>
                  <a:lnTo>
                    <a:pt x="260598" y="5858555"/>
                  </a:lnTo>
                  <a:lnTo>
                    <a:pt x="260924" y="5858555"/>
                  </a:lnTo>
                  <a:lnTo>
                    <a:pt x="261032" y="5857932"/>
                  </a:lnTo>
                  <a:lnTo>
                    <a:pt x="261032" y="5857308"/>
                  </a:lnTo>
                  <a:lnTo>
                    <a:pt x="261249" y="5857308"/>
                  </a:lnTo>
                  <a:lnTo>
                    <a:pt x="261357" y="5857308"/>
                  </a:lnTo>
                  <a:lnTo>
                    <a:pt x="261466" y="5857308"/>
                  </a:lnTo>
                  <a:lnTo>
                    <a:pt x="261574" y="5857308"/>
                  </a:lnTo>
                  <a:lnTo>
                    <a:pt x="261683" y="5857308"/>
                  </a:lnTo>
                  <a:lnTo>
                    <a:pt x="261683" y="5856685"/>
                  </a:lnTo>
                  <a:lnTo>
                    <a:pt x="261791" y="5856685"/>
                  </a:lnTo>
                  <a:lnTo>
                    <a:pt x="261900" y="5856685"/>
                  </a:lnTo>
                  <a:lnTo>
                    <a:pt x="261900" y="5856061"/>
                  </a:lnTo>
                  <a:lnTo>
                    <a:pt x="262008" y="5855437"/>
                  </a:lnTo>
                  <a:lnTo>
                    <a:pt x="262225" y="5855437"/>
                  </a:lnTo>
                  <a:lnTo>
                    <a:pt x="262442" y="5855437"/>
                  </a:lnTo>
                  <a:lnTo>
                    <a:pt x="262442" y="5854814"/>
                  </a:lnTo>
                  <a:lnTo>
                    <a:pt x="262767" y="5854814"/>
                  </a:lnTo>
                  <a:lnTo>
                    <a:pt x="262876" y="5854814"/>
                  </a:lnTo>
                  <a:lnTo>
                    <a:pt x="262876" y="5854190"/>
                  </a:lnTo>
                  <a:lnTo>
                    <a:pt x="263093" y="5854190"/>
                  </a:lnTo>
                  <a:lnTo>
                    <a:pt x="263201" y="5854190"/>
                  </a:lnTo>
                  <a:lnTo>
                    <a:pt x="263526" y="5854190"/>
                  </a:lnTo>
                  <a:lnTo>
                    <a:pt x="263635" y="5854190"/>
                  </a:lnTo>
                  <a:lnTo>
                    <a:pt x="263743" y="5853567"/>
                  </a:lnTo>
                  <a:lnTo>
                    <a:pt x="263960" y="5853567"/>
                  </a:lnTo>
                  <a:lnTo>
                    <a:pt x="263960" y="5852943"/>
                  </a:lnTo>
                  <a:lnTo>
                    <a:pt x="264069" y="5852943"/>
                  </a:lnTo>
                  <a:lnTo>
                    <a:pt x="264177" y="5851696"/>
                  </a:lnTo>
                  <a:lnTo>
                    <a:pt x="264502" y="5851696"/>
                  </a:lnTo>
                  <a:lnTo>
                    <a:pt x="264719" y="5851696"/>
                  </a:lnTo>
                  <a:lnTo>
                    <a:pt x="264828" y="5851696"/>
                  </a:lnTo>
                  <a:lnTo>
                    <a:pt x="264936" y="5851696"/>
                  </a:lnTo>
                  <a:lnTo>
                    <a:pt x="265045" y="5851072"/>
                  </a:lnTo>
                  <a:lnTo>
                    <a:pt x="265045" y="5850449"/>
                  </a:lnTo>
                  <a:lnTo>
                    <a:pt x="265370" y="5850449"/>
                  </a:lnTo>
                  <a:lnTo>
                    <a:pt x="265478" y="5850449"/>
                  </a:lnTo>
                  <a:lnTo>
                    <a:pt x="265695" y="5849825"/>
                  </a:lnTo>
                  <a:lnTo>
                    <a:pt x="265804" y="5849825"/>
                  </a:lnTo>
                  <a:lnTo>
                    <a:pt x="265912" y="5849825"/>
                  </a:lnTo>
                  <a:lnTo>
                    <a:pt x="266129" y="5849825"/>
                  </a:lnTo>
                  <a:lnTo>
                    <a:pt x="266237" y="5849202"/>
                  </a:lnTo>
                  <a:lnTo>
                    <a:pt x="266237" y="5848578"/>
                  </a:lnTo>
                  <a:lnTo>
                    <a:pt x="266237" y="5847954"/>
                  </a:lnTo>
                  <a:lnTo>
                    <a:pt x="266454" y="5847954"/>
                  </a:lnTo>
                  <a:lnTo>
                    <a:pt x="266563" y="5847954"/>
                  </a:lnTo>
                  <a:lnTo>
                    <a:pt x="266671" y="5847331"/>
                  </a:lnTo>
                  <a:lnTo>
                    <a:pt x="266780" y="5847331"/>
                  </a:lnTo>
                  <a:lnTo>
                    <a:pt x="266997" y="5846084"/>
                  </a:lnTo>
                  <a:lnTo>
                    <a:pt x="266997" y="5845460"/>
                  </a:lnTo>
                  <a:lnTo>
                    <a:pt x="267214" y="5845460"/>
                  </a:lnTo>
                  <a:lnTo>
                    <a:pt x="267322" y="5844837"/>
                  </a:lnTo>
                  <a:lnTo>
                    <a:pt x="267539" y="5844837"/>
                  </a:lnTo>
                  <a:lnTo>
                    <a:pt x="267647" y="5844213"/>
                  </a:lnTo>
                  <a:lnTo>
                    <a:pt x="267647" y="5843589"/>
                  </a:lnTo>
                  <a:lnTo>
                    <a:pt x="267756" y="5843589"/>
                  </a:lnTo>
                  <a:lnTo>
                    <a:pt x="267864" y="5843589"/>
                  </a:lnTo>
                  <a:lnTo>
                    <a:pt x="268298" y="5843589"/>
                  </a:lnTo>
                  <a:lnTo>
                    <a:pt x="268298" y="5842966"/>
                  </a:lnTo>
                  <a:lnTo>
                    <a:pt x="268406" y="5842966"/>
                  </a:lnTo>
                  <a:lnTo>
                    <a:pt x="268623" y="5842966"/>
                  </a:lnTo>
                  <a:lnTo>
                    <a:pt x="268732" y="5842966"/>
                  </a:lnTo>
                  <a:lnTo>
                    <a:pt x="268840" y="5842966"/>
                  </a:lnTo>
                  <a:lnTo>
                    <a:pt x="269057" y="5842966"/>
                  </a:lnTo>
                  <a:lnTo>
                    <a:pt x="269057" y="5842342"/>
                  </a:lnTo>
                  <a:lnTo>
                    <a:pt x="269166" y="5841095"/>
                  </a:lnTo>
                  <a:lnTo>
                    <a:pt x="269166" y="5840472"/>
                  </a:lnTo>
                  <a:lnTo>
                    <a:pt x="269166" y="5839848"/>
                  </a:lnTo>
                  <a:lnTo>
                    <a:pt x="269274" y="5839848"/>
                  </a:lnTo>
                  <a:lnTo>
                    <a:pt x="269382" y="5839848"/>
                  </a:lnTo>
                  <a:lnTo>
                    <a:pt x="269599" y="5839848"/>
                  </a:lnTo>
                  <a:lnTo>
                    <a:pt x="269708" y="5839848"/>
                  </a:lnTo>
                  <a:lnTo>
                    <a:pt x="269816" y="5838601"/>
                  </a:lnTo>
                  <a:lnTo>
                    <a:pt x="269925" y="5838601"/>
                  </a:lnTo>
                  <a:lnTo>
                    <a:pt x="270033" y="5837977"/>
                  </a:lnTo>
                  <a:lnTo>
                    <a:pt x="270033" y="5837354"/>
                  </a:lnTo>
                  <a:lnTo>
                    <a:pt x="270250" y="5837354"/>
                  </a:lnTo>
                  <a:lnTo>
                    <a:pt x="270250" y="5836730"/>
                  </a:lnTo>
                  <a:lnTo>
                    <a:pt x="270250" y="5835483"/>
                  </a:lnTo>
                  <a:lnTo>
                    <a:pt x="270467" y="5834859"/>
                  </a:lnTo>
                  <a:lnTo>
                    <a:pt x="270467" y="5833612"/>
                  </a:lnTo>
                  <a:lnTo>
                    <a:pt x="270467" y="5832989"/>
                  </a:lnTo>
                  <a:lnTo>
                    <a:pt x="270575" y="5832989"/>
                  </a:lnTo>
                  <a:lnTo>
                    <a:pt x="270684" y="5832989"/>
                  </a:lnTo>
                  <a:lnTo>
                    <a:pt x="270792" y="5832989"/>
                  </a:lnTo>
                  <a:lnTo>
                    <a:pt x="270901" y="5832989"/>
                  </a:lnTo>
                  <a:lnTo>
                    <a:pt x="270901" y="5832365"/>
                  </a:lnTo>
                  <a:lnTo>
                    <a:pt x="271009" y="5832365"/>
                  </a:lnTo>
                  <a:lnTo>
                    <a:pt x="271118" y="5832365"/>
                  </a:lnTo>
                  <a:lnTo>
                    <a:pt x="271226" y="5832365"/>
                  </a:lnTo>
                  <a:lnTo>
                    <a:pt x="271551" y="5831118"/>
                  </a:lnTo>
                  <a:lnTo>
                    <a:pt x="271768" y="5831118"/>
                  </a:lnTo>
                  <a:lnTo>
                    <a:pt x="271877" y="5831118"/>
                  </a:lnTo>
                  <a:lnTo>
                    <a:pt x="271877" y="5830494"/>
                  </a:lnTo>
                  <a:lnTo>
                    <a:pt x="271877" y="5829871"/>
                  </a:lnTo>
                  <a:lnTo>
                    <a:pt x="271985" y="5829871"/>
                  </a:lnTo>
                  <a:lnTo>
                    <a:pt x="272094" y="5829871"/>
                  </a:lnTo>
                  <a:lnTo>
                    <a:pt x="272311" y="5829871"/>
                  </a:lnTo>
                  <a:lnTo>
                    <a:pt x="272419" y="5829871"/>
                  </a:lnTo>
                  <a:lnTo>
                    <a:pt x="272853" y="5829871"/>
                  </a:lnTo>
                  <a:lnTo>
                    <a:pt x="272961" y="5829871"/>
                  </a:lnTo>
                  <a:lnTo>
                    <a:pt x="273178" y="5829247"/>
                  </a:lnTo>
                  <a:lnTo>
                    <a:pt x="273395" y="5829247"/>
                  </a:lnTo>
                  <a:lnTo>
                    <a:pt x="273503" y="5829247"/>
                  </a:lnTo>
                  <a:lnTo>
                    <a:pt x="273720" y="5829247"/>
                  </a:lnTo>
                  <a:lnTo>
                    <a:pt x="273720" y="5828623"/>
                  </a:lnTo>
                  <a:lnTo>
                    <a:pt x="273720" y="5828000"/>
                  </a:lnTo>
                  <a:lnTo>
                    <a:pt x="273829" y="5827376"/>
                  </a:lnTo>
                  <a:lnTo>
                    <a:pt x="273829" y="5826753"/>
                  </a:lnTo>
                  <a:lnTo>
                    <a:pt x="274046" y="5826129"/>
                  </a:lnTo>
                  <a:lnTo>
                    <a:pt x="274154" y="5826129"/>
                  </a:lnTo>
                  <a:lnTo>
                    <a:pt x="274263" y="5826129"/>
                  </a:lnTo>
                  <a:lnTo>
                    <a:pt x="274371" y="5826129"/>
                  </a:lnTo>
                  <a:lnTo>
                    <a:pt x="274479" y="5826129"/>
                  </a:lnTo>
                  <a:lnTo>
                    <a:pt x="274588" y="5825506"/>
                  </a:lnTo>
                  <a:lnTo>
                    <a:pt x="274588" y="5824882"/>
                  </a:lnTo>
                  <a:lnTo>
                    <a:pt x="274805" y="5824882"/>
                  </a:lnTo>
                  <a:lnTo>
                    <a:pt x="274913" y="5824882"/>
                  </a:lnTo>
                  <a:lnTo>
                    <a:pt x="275022" y="5824882"/>
                  </a:lnTo>
                  <a:lnTo>
                    <a:pt x="275130" y="5824882"/>
                  </a:lnTo>
                  <a:lnTo>
                    <a:pt x="275239" y="5824258"/>
                  </a:lnTo>
                  <a:lnTo>
                    <a:pt x="275455" y="5823635"/>
                  </a:lnTo>
                  <a:lnTo>
                    <a:pt x="275564" y="5823011"/>
                  </a:lnTo>
                  <a:lnTo>
                    <a:pt x="275889" y="5823011"/>
                  </a:lnTo>
                  <a:lnTo>
                    <a:pt x="275998" y="5822388"/>
                  </a:lnTo>
                  <a:lnTo>
                    <a:pt x="276106" y="5821764"/>
                  </a:lnTo>
                  <a:lnTo>
                    <a:pt x="276323" y="5821140"/>
                  </a:lnTo>
                  <a:lnTo>
                    <a:pt x="276432" y="5820517"/>
                  </a:lnTo>
                  <a:lnTo>
                    <a:pt x="276648" y="5820517"/>
                  </a:lnTo>
                  <a:lnTo>
                    <a:pt x="276648" y="5819893"/>
                  </a:lnTo>
                  <a:lnTo>
                    <a:pt x="276865" y="5819893"/>
                  </a:lnTo>
                  <a:lnTo>
                    <a:pt x="277191" y="5819893"/>
                  </a:lnTo>
                  <a:lnTo>
                    <a:pt x="277516" y="5819893"/>
                  </a:lnTo>
                  <a:lnTo>
                    <a:pt x="277624" y="5819893"/>
                  </a:lnTo>
                  <a:lnTo>
                    <a:pt x="277733" y="5819893"/>
                  </a:lnTo>
                  <a:lnTo>
                    <a:pt x="277841" y="5819893"/>
                  </a:lnTo>
                  <a:lnTo>
                    <a:pt x="277950" y="5819893"/>
                  </a:lnTo>
                  <a:lnTo>
                    <a:pt x="277950" y="5819270"/>
                  </a:lnTo>
                  <a:lnTo>
                    <a:pt x="278058" y="5819270"/>
                  </a:lnTo>
                  <a:lnTo>
                    <a:pt x="278275" y="5819270"/>
                  </a:lnTo>
                  <a:lnTo>
                    <a:pt x="278384" y="5819270"/>
                  </a:lnTo>
                  <a:lnTo>
                    <a:pt x="278384" y="5818646"/>
                  </a:lnTo>
                  <a:lnTo>
                    <a:pt x="278600" y="5818646"/>
                  </a:lnTo>
                  <a:lnTo>
                    <a:pt x="278709" y="5818646"/>
                  </a:lnTo>
                  <a:lnTo>
                    <a:pt x="279251" y="5818646"/>
                  </a:lnTo>
                  <a:lnTo>
                    <a:pt x="279251" y="5818023"/>
                  </a:lnTo>
                  <a:lnTo>
                    <a:pt x="279360" y="5818023"/>
                  </a:lnTo>
                  <a:lnTo>
                    <a:pt x="279360" y="5817399"/>
                  </a:lnTo>
                  <a:lnTo>
                    <a:pt x="279468" y="5816775"/>
                  </a:lnTo>
                  <a:lnTo>
                    <a:pt x="279576" y="5816152"/>
                  </a:lnTo>
                  <a:lnTo>
                    <a:pt x="279685" y="5816152"/>
                  </a:lnTo>
                  <a:lnTo>
                    <a:pt x="279793" y="5816152"/>
                  </a:lnTo>
                  <a:lnTo>
                    <a:pt x="279902" y="5816152"/>
                  </a:lnTo>
                  <a:lnTo>
                    <a:pt x="279902" y="5815528"/>
                  </a:lnTo>
                  <a:lnTo>
                    <a:pt x="280227" y="5815528"/>
                  </a:lnTo>
                  <a:lnTo>
                    <a:pt x="280336" y="5815528"/>
                  </a:lnTo>
                  <a:lnTo>
                    <a:pt x="280444" y="5815528"/>
                  </a:lnTo>
                  <a:lnTo>
                    <a:pt x="280553" y="5815528"/>
                  </a:lnTo>
                  <a:lnTo>
                    <a:pt x="280661" y="5815528"/>
                  </a:lnTo>
                  <a:lnTo>
                    <a:pt x="280769" y="5815528"/>
                  </a:lnTo>
                  <a:lnTo>
                    <a:pt x="280986" y="5815528"/>
                  </a:lnTo>
                  <a:lnTo>
                    <a:pt x="281203" y="5815528"/>
                  </a:lnTo>
                  <a:lnTo>
                    <a:pt x="281203" y="5814905"/>
                  </a:lnTo>
                  <a:lnTo>
                    <a:pt x="281312" y="5814905"/>
                  </a:lnTo>
                  <a:lnTo>
                    <a:pt x="281637" y="5814905"/>
                  </a:lnTo>
                  <a:lnTo>
                    <a:pt x="281637" y="5814281"/>
                  </a:lnTo>
                  <a:lnTo>
                    <a:pt x="281637" y="5813657"/>
                  </a:lnTo>
                  <a:lnTo>
                    <a:pt x="281745" y="5813657"/>
                  </a:lnTo>
                  <a:lnTo>
                    <a:pt x="281745" y="5813034"/>
                  </a:lnTo>
                  <a:lnTo>
                    <a:pt x="281854" y="5813034"/>
                  </a:lnTo>
                  <a:lnTo>
                    <a:pt x="282179" y="5813034"/>
                  </a:lnTo>
                  <a:lnTo>
                    <a:pt x="282396" y="5813034"/>
                  </a:lnTo>
                  <a:lnTo>
                    <a:pt x="282613" y="5813034"/>
                  </a:lnTo>
                  <a:lnTo>
                    <a:pt x="282721" y="5812410"/>
                  </a:lnTo>
                  <a:lnTo>
                    <a:pt x="282721" y="5810540"/>
                  </a:lnTo>
                  <a:lnTo>
                    <a:pt x="282830" y="5809916"/>
                  </a:lnTo>
                  <a:lnTo>
                    <a:pt x="282938" y="5809916"/>
                  </a:lnTo>
                  <a:lnTo>
                    <a:pt x="283047" y="5809916"/>
                  </a:lnTo>
                  <a:lnTo>
                    <a:pt x="283697" y="5809916"/>
                  </a:lnTo>
                  <a:lnTo>
                    <a:pt x="283914" y="5809916"/>
                  </a:lnTo>
                  <a:lnTo>
                    <a:pt x="283914" y="5809292"/>
                  </a:lnTo>
                  <a:lnTo>
                    <a:pt x="284023" y="5809292"/>
                  </a:lnTo>
                  <a:lnTo>
                    <a:pt x="284131" y="5809292"/>
                  </a:lnTo>
                  <a:lnTo>
                    <a:pt x="284240" y="5809292"/>
                  </a:lnTo>
                  <a:lnTo>
                    <a:pt x="284348" y="5809292"/>
                  </a:lnTo>
                  <a:lnTo>
                    <a:pt x="284457" y="5809292"/>
                  </a:lnTo>
                  <a:lnTo>
                    <a:pt x="284674" y="5809292"/>
                  </a:lnTo>
                  <a:lnTo>
                    <a:pt x="284782" y="5809292"/>
                  </a:lnTo>
                  <a:lnTo>
                    <a:pt x="284782" y="5808669"/>
                  </a:lnTo>
                  <a:lnTo>
                    <a:pt x="284890" y="5808669"/>
                  </a:lnTo>
                  <a:lnTo>
                    <a:pt x="284999" y="5808669"/>
                  </a:lnTo>
                  <a:lnTo>
                    <a:pt x="285324" y="5808669"/>
                  </a:lnTo>
                  <a:lnTo>
                    <a:pt x="285433" y="5808669"/>
                  </a:lnTo>
                  <a:lnTo>
                    <a:pt x="285433" y="5808045"/>
                  </a:lnTo>
                  <a:lnTo>
                    <a:pt x="285541" y="5807422"/>
                  </a:lnTo>
                  <a:lnTo>
                    <a:pt x="285541" y="5806798"/>
                  </a:lnTo>
                  <a:lnTo>
                    <a:pt x="285541" y="5806174"/>
                  </a:lnTo>
                  <a:lnTo>
                    <a:pt x="285650" y="5806174"/>
                  </a:lnTo>
                  <a:lnTo>
                    <a:pt x="285866" y="5806174"/>
                  </a:lnTo>
                  <a:lnTo>
                    <a:pt x="285975" y="5805551"/>
                  </a:lnTo>
                  <a:lnTo>
                    <a:pt x="286083" y="5805551"/>
                  </a:lnTo>
                  <a:lnTo>
                    <a:pt x="286192" y="5805551"/>
                  </a:lnTo>
                  <a:lnTo>
                    <a:pt x="286300" y="5805551"/>
                  </a:lnTo>
                  <a:lnTo>
                    <a:pt x="286517" y="5804927"/>
                  </a:lnTo>
                  <a:lnTo>
                    <a:pt x="286517" y="5804304"/>
                  </a:lnTo>
                  <a:lnTo>
                    <a:pt x="286626" y="5804304"/>
                  </a:lnTo>
                  <a:lnTo>
                    <a:pt x="286734" y="5804304"/>
                  </a:lnTo>
                  <a:lnTo>
                    <a:pt x="286842" y="5804304"/>
                  </a:lnTo>
                  <a:lnTo>
                    <a:pt x="286842" y="5803680"/>
                  </a:lnTo>
                  <a:lnTo>
                    <a:pt x="286951" y="5803680"/>
                  </a:lnTo>
                  <a:lnTo>
                    <a:pt x="287059" y="5803680"/>
                  </a:lnTo>
                  <a:lnTo>
                    <a:pt x="287276" y="5803680"/>
                  </a:lnTo>
                  <a:lnTo>
                    <a:pt x="287276" y="5803057"/>
                  </a:lnTo>
                  <a:lnTo>
                    <a:pt x="287385" y="5803057"/>
                  </a:lnTo>
                  <a:lnTo>
                    <a:pt x="287818" y="5803057"/>
                  </a:lnTo>
                  <a:lnTo>
                    <a:pt x="287927" y="5803057"/>
                  </a:lnTo>
                  <a:lnTo>
                    <a:pt x="288035" y="5803057"/>
                  </a:lnTo>
                  <a:lnTo>
                    <a:pt x="288144" y="5803057"/>
                  </a:lnTo>
                  <a:lnTo>
                    <a:pt x="288361" y="5803057"/>
                  </a:lnTo>
                  <a:lnTo>
                    <a:pt x="288469" y="5803057"/>
                  </a:lnTo>
                  <a:lnTo>
                    <a:pt x="288578" y="5803057"/>
                  </a:lnTo>
                  <a:lnTo>
                    <a:pt x="288795" y="5803057"/>
                  </a:lnTo>
                  <a:lnTo>
                    <a:pt x="288903" y="5803057"/>
                  </a:lnTo>
                  <a:lnTo>
                    <a:pt x="288903" y="5802433"/>
                  </a:lnTo>
                  <a:lnTo>
                    <a:pt x="289011" y="5802433"/>
                  </a:lnTo>
                  <a:lnTo>
                    <a:pt x="289120" y="5802433"/>
                  </a:lnTo>
                  <a:lnTo>
                    <a:pt x="289228" y="5802433"/>
                  </a:lnTo>
                  <a:lnTo>
                    <a:pt x="289228" y="5801809"/>
                  </a:lnTo>
                  <a:lnTo>
                    <a:pt x="289445" y="5801809"/>
                  </a:lnTo>
                  <a:lnTo>
                    <a:pt x="289554" y="5801809"/>
                  </a:lnTo>
                  <a:lnTo>
                    <a:pt x="289554" y="5801186"/>
                  </a:lnTo>
                  <a:lnTo>
                    <a:pt x="289662" y="5799315"/>
                  </a:lnTo>
                  <a:lnTo>
                    <a:pt x="289879" y="5799315"/>
                  </a:lnTo>
                  <a:lnTo>
                    <a:pt x="289987" y="5799315"/>
                  </a:lnTo>
                  <a:lnTo>
                    <a:pt x="290096" y="5799315"/>
                  </a:lnTo>
                  <a:lnTo>
                    <a:pt x="290204" y="5799315"/>
                  </a:lnTo>
                  <a:lnTo>
                    <a:pt x="290313" y="5799315"/>
                  </a:lnTo>
                  <a:lnTo>
                    <a:pt x="290421" y="5799315"/>
                  </a:lnTo>
                  <a:lnTo>
                    <a:pt x="290530" y="5799315"/>
                  </a:lnTo>
                  <a:lnTo>
                    <a:pt x="290638" y="5799315"/>
                  </a:lnTo>
                  <a:lnTo>
                    <a:pt x="290855" y="5799315"/>
                  </a:lnTo>
                  <a:lnTo>
                    <a:pt x="290855" y="5798691"/>
                  </a:lnTo>
                  <a:lnTo>
                    <a:pt x="290963" y="5797444"/>
                  </a:lnTo>
                  <a:lnTo>
                    <a:pt x="290963" y="5796821"/>
                  </a:lnTo>
                  <a:lnTo>
                    <a:pt x="291072" y="5796821"/>
                  </a:lnTo>
                  <a:lnTo>
                    <a:pt x="291180" y="5796821"/>
                  </a:lnTo>
                  <a:lnTo>
                    <a:pt x="291289" y="5796821"/>
                  </a:lnTo>
                  <a:lnTo>
                    <a:pt x="291397" y="5796821"/>
                  </a:lnTo>
                  <a:lnTo>
                    <a:pt x="291614" y="5796821"/>
                  </a:lnTo>
                  <a:lnTo>
                    <a:pt x="291723" y="5796821"/>
                  </a:lnTo>
                  <a:lnTo>
                    <a:pt x="292156" y="5796821"/>
                  </a:lnTo>
                  <a:lnTo>
                    <a:pt x="292265" y="5796197"/>
                  </a:lnTo>
                  <a:lnTo>
                    <a:pt x="292373" y="5796197"/>
                  </a:lnTo>
                  <a:lnTo>
                    <a:pt x="292482" y="5796197"/>
                  </a:lnTo>
                  <a:lnTo>
                    <a:pt x="292807" y="5796197"/>
                  </a:lnTo>
                  <a:lnTo>
                    <a:pt x="293024" y="5796197"/>
                  </a:lnTo>
                  <a:lnTo>
                    <a:pt x="293132" y="5796197"/>
                  </a:lnTo>
                  <a:lnTo>
                    <a:pt x="293241" y="5794950"/>
                  </a:lnTo>
                  <a:lnTo>
                    <a:pt x="293349" y="5794326"/>
                  </a:lnTo>
                  <a:lnTo>
                    <a:pt x="293458" y="5794326"/>
                  </a:lnTo>
                  <a:lnTo>
                    <a:pt x="293566" y="5794326"/>
                  </a:lnTo>
                  <a:lnTo>
                    <a:pt x="293783" y="5794326"/>
                  </a:lnTo>
                  <a:lnTo>
                    <a:pt x="293892" y="5794326"/>
                  </a:lnTo>
                  <a:lnTo>
                    <a:pt x="294108" y="5794326"/>
                  </a:lnTo>
                  <a:lnTo>
                    <a:pt x="294217" y="5793079"/>
                  </a:lnTo>
                  <a:lnTo>
                    <a:pt x="294542" y="5793079"/>
                  </a:lnTo>
                  <a:lnTo>
                    <a:pt x="294759" y="5793079"/>
                  </a:lnTo>
                  <a:lnTo>
                    <a:pt x="294976" y="5793079"/>
                  </a:lnTo>
                  <a:lnTo>
                    <a:pt x="295301" y="5792456"/>
                  </a:lnTo>
                  <a:lnTo>
                    <a:pt x="295410" y="5792456"/>
                  </a:lnTo>
                  <a:lnTo>
                    <a:pt x="295518" y="5792456"/>
                  </a:lnTo>
                  <a:lnTo>
                    <a:pt x="295627" y="5792456"/>
                  </a:lnTo>
                  <a:lnTo>
                    <a:pt x="295735" y="5792456"/>
                  </a:lnTo>
                  <a:lnTo>
                    <a:pt x="295735" y="5791208"/>
                  </a:lnTo>
                  <a:lnTo>
                    <a:pt x="295735" y="5790585"/>
                  </a:lnTo>
                  <a:lnTo>
                    <a:pt x="295844" y="5790585"/>
                  </a:lnTo>
                  <a:lnTo>
                    <a:pt x="295952" y="5790585"/>
                  </a:lnTo>
                  <a:lnTo>
                    <a:pt x="296060" y="5790585"/>
                  </a:lnTo>
                  <a:lnTo>
                    <a:pt x="296060" y="5789961"/>
                  </a:lnTo>
                  <a:lnTo>
                    <a:pt x="296277" y="5789961"/>
                  </a:lnTo>
                  <a:lnTo>
                    <a:pt x="296277" y="5789338"/>
                  </a:lnTo>
                  <a:lnTo>
                    <a:pt x="296386" y="5789338"/>
                  </a:lnTo>
                  <a:lnTo>
                    <a:pt x="296711" y="5789338"/>
                  </a:lnTo>
                  <a:lnTo>
                    <a:pt x="296820" y="5789338"/>
                  </a:lnTo>
                  <a:lnTo>
                    <a:pt x="296928" y="5788714"/>
                  </a:lnTo>
                  <a:lnTo>
                    <a:pt x="297037" y="5788091"/>
                  </a:lnTo>
                  <a:lnTo>
                    <a:pt x="297037" y="5787467"/>
                  </a:lnTo>
                  <a:lnTo>
                    <a:pt x="297145" y="5787467"/>
                  </a:lnTo>
                  <a:lnTo>
                    <a:pt x="297253" y="5787467"/>
                  </a:lnTo>
                  <a:lnTo>
                    <a:pt x="297362" y="5787467"/>
                  </a:lnTo>
                  <a:lnTo>
                    <a:pt x="297362" y="5786843"/>
                  </a:lnTo>
                  <a:lnTo>
                    <a:pt x="297470" y="5786843"/>
                  </a:lnTo>
                  <a:lnTo>
                    <a:pt x="297470" y="5785596"/>
                  </a:lnTo>
                  <a:lnTo>
                    <a:pt x="297687" y="5785596"/>
                  </a:lnTo>
                  <a:lnTo>
                    <a:pt x="297687" y="5784973"/>
                  </a:lnTo>
                  <a:lnTo>
                    <a:pt x="297904" y="5784973"/>
                  </a:lnTo>
                  <a:lnTo>
                    <a:pt x="298013" y="5784349"/>
                  </a:lnTo>
                  <a:lnTo>
                    <a:pt x="298446" y="5783726"/>
                  </a:lnTo>
                  <a:lnTo>
                    <a:pt x="298555" y="5783102"/>
                  </a:lnTo>
                  <a:lnTo>
                    <a:pt x="298772" y="5783102"/>
                  </a:lnTo>
                  <a:lnTo>
                    <a:pt x="298880" y="5783102"/>
                  </a:lnTo>
                  <a:lnTo>
                    <a:pt x="299314" y="5783102"/>
                  </a:lnTo>
                  <a:lnTo>
                    <a:pt x="299314" y="5782478"/>
                  </a:lnTo>
                  <a:lnTo>
                    <a:pt x="299639" y="5782478"/>
                  </a:lnTo>
                  <a:lnTo>
                    <a:pt x="299639" y="5781855"/>
                  </a:lnTo>
                  <a:lnTo>
                    <a:pt x="299965" y="5781855"/>
                  </a:lnTo>
                  <a:lnTo>
                    <a:pt x="300073" y="5781855"/>
                  </a:lnTo>
                  <a:lnTo>
                    <a:pt x="300181" y="5781855"/>
                  </a:lnTo>
                  <a:lnTo>
                    <a:pt x="300290" y="5781855"/>
                  </a:lnTo>
                  <a:lnTo>
                    <a:pt x="300398" y="5781855"/>
                  </a:lnTo>
                  <a:lnTo>
                    <a:pt x="300615" y="5781855"/>
                  </a:lnTo>
                  <a:lnTo>
                    <a:pt x="300724" y="5781855"/>
                  </a:lnTo>
                  <a:lnTo>
                    <a:pt x="300832" y="5781855"/>
                  </a:lnTo>
                  <a:lnTo>
                    <a:pt x="300941" y="5781855"/>
                  </a:lnTo>
                  <a:lnTo>
                    <a:pt x="301049" y="5781855"/>
                  </a:lnTo>
                  <a:lnTo>
                    <a:pt x="301157" y="5781231"/>
                  </a:lnTo>
                  <a:lnTo>
                    <a:pt x="301266" y="5780608"/>
                  </a:lnTo>
                  <a:lnTo>
                    <a:pt x="301374" y="5780608"/>
                  </a:lnTo>
                  <a:lnTo>
                    <a:pt x="301591" y="5780608"/>
                  </a:lnTo>
                  <a:lnTo>
                    <a:pt x="301700" y="5780608"/>
                  </a:lnTo>
                  <a:lnTo>
                    <a:pt x="301808" y="5780608"/>
                  </a:lnTo>
                  <a:lnTo>
                    <a:pt x="301917" y="5779360"/>
                  </a:lnTo>
                  <a:lnTo>
                    <a:pt x="301917" y="5778737"/>
                  </a:lnTo>
                  <a:lnTo>
                    <a:pt x="301917" y="5778113"/>
                  </a:lnTo>
                  <a:lnTo>
                    <a:pt x="301917" y="5777490"/>
                  </a:lnTo>
                  <a:lnTo>
                    <a:pt x="302134" y="5777490"/>
                  </a:lnTo>
                  <a:lnTo>
                    <a:pt x="302350" y="5777490"/>
                  </a:lnTo>
                  <a:lnTo>
                    <a:pt x="302350" y="5776866"/>
                  </a:lnTo>
                  <a:lnTo>
                    <a:pt x="302459" y="5776866"/>
                  </a:lnTo>
                  <a:lnTo>
                    <a:pt x="302567" y="5776243"/>
                  </a:lnTo>
                  <a:lnTo>
                    <a:pt x="302676" y="5776243"/>
                  </a:lnTo>
                  <a:lnTo>
                    <a:pt x="302784" y="5776243"/>
                  </a:lnTo>
                  <a:lnTo>
                    <a:pt x="303001" y="5776243"/>
                  </a:lnTo>
                  <a:lnTo>
                    <a:pt x="303110" y="5775619"/>
                  </a:lnTo>
                  <a:lnTo>
                    <a:pt x="303218" y="5775619"/>
                  </a:lnTo>
                  <a:lnTo>
                    <a:pt x="303435" y="5774995"/>
                  </a:lnTo>
                  <a:lnTo>
                    <a:pt x="303543" y="5774995"/>
                  </a:lnTo>
                  <a:lnTo>
                    <a:pt x="303543" y="5773748"/>
                  </a:lnTo>
                  <a:lnTo>
                    <a:pt x="303652" y="5773748"/>
                  </a:lnTo>
                  <a:lnTo>
                    <a:pt x="303760" y="5773748"/>
                  </a:lnTo>
                  <a:lnTo>
                    <a:pt x="303869" y="5773748"/>
                  </a:lnTo>
                  <a:lnTo>
                    <a:pt x="303977" y="5773748"/>
                  </a:lnTo>
                  <a:lnTo>
                    <a:pt x="304194" y="5773748"/>
                  </a:lnTo>
                  <a:lnTo>
                    <a:pt x="304302" y="5773125"/>
                  </a:lnTo>
                  <a:lnTo>
                    <a:pt x="304411" y="5773125"/>
                  </a:lnTo>
                  <a:lnTo>
                    <a:pt x="304411" y="5772501"/>
                  </a:lnTo>
                  <a:lnTo>
                    <a:pt x="304411" y="5771877"/>
                  </a:lnTo>
                  <a:lnTo>
                    <a:pt x="304736" y="5771254"/>
                  </a:lnTo>
                  <a:lnTo>
                    <a:pt x="304953" y="5771254"/>
                  </a:lnTo>
                  <a:lnTo>
                    <a:pt x="305062" y="5771254"/>
                  </a:lnTo>
                  <a:lnTo>
                    <a:pt x="305170" y="5771254"/>
                  </a:lnTo>
                  <a:lnTo>
                    <a:pt x="305387" y="5771254"/>
                  </a:lnTo>
                  <a:lnTo>
                    <a:pt x="305387" y="5770630"/>
                  </a:lnTo>
                  <a:lnTo>
                    <a:pt x="305495" y="5770630"/>
                  </a:lnTo>
                  <a:lnTo>
                    <a:pt x="305604" y="5770630"/>
                  </a:lnTo>
                  <a:lnTo>
                    <a:pt x="305712" y="5770630"/>
                  </a:lnTo>
                  <a:lnTo>
                    <a:pt x="305821" y="5770007"/>
                  </a:lnTo>
                  <a:lnTo>
                    <a:pt x="306146" y="5770007"/>
                  </a:lnTo>
                  <a:lnTo>
                    <a:pt x="306255" y="5770007"/>
                  </a:lnTo>
                  <a:lnTo>
                    <a:pt x="306363" y="5769383"/>
                  </a:lnTo>
                  <a:lnTo>
                    <a:pt x="306471" y="5768760"/>
                  </a:lnTo>
                  <a:lnTo>
                    <a:pt x="306688" y="5768136"/>
                  </a:lnTo>
                  <a:lnTo>
                    <a:pt x="306905" y="5768136"/>
                  </a:lnTo>
                  <a:lnTo>
                    <a:pt x="307014" y="5768136"/>
                  </a:lnTo>
                  <a:lnTo>
                    <a:pt x="307122" y="5767512"/>
                  </a:lnTo>
                  <a:lnTo>
                    <a:pt x="307231" y="5767512"/>
                  </a:lnTo>
                  <a:lnTo>
                    <a:pt x="307447" y="5766265"/>
                  </a:lnTo>
                  <a:lnTo>
                    <a:pt x="307556" y="5766265"/>
                  </a:lnTo>
                  <a:lnTo>
                    <a:pt x="307773" y="5765642"/>
                  </a:lnTo>
                  <a:lnTo>
                    <a:pt x="307990" y="5765642"/>
                  </a:lnTo>
                  <a:lnTo>
                    <a:pt x="308207" y="5765642"/>
                  </a:lnTo>
                  <a:lnTo>
                    <a:pt x="308315" y="5765642"/>
                  </a:lnTo>
                  <a:lnTo>
                    <a:pt x="308532" y="5765018"/>
                  </a:lnTo>
                  <a:lnTo>
                    <a:pt x="308749" y="5765018"/>
                  </a:lnTo>
                  <a:lnTo>
                    <a:pt x="308749" y="5764394"/>
                  </a:lnTo>
                  <a:lnTo>
                    <a:pt x="308749" y="5763771"/>
                  </a:lnTo>
                  <a:lnTo>
                    <a:pt x="308966" y="5763771"/>
                  </a:lnTo>
                  <a:lnTo>
                    <a:pt x="309074" y="5763147"/>
                  </a:lnTo>
                  <a:lnTo>
                    <a:pt x="309183" y="5762524"/>
                  </a:lnTo>
                  <a:lnTo>
                    <a:pt x="309291" y="5762524"/>
                  </a:lnTo>
                  <a:lnTo>
                    <a:pt x="309508" y="5762524"/>
                  </a:lnTo>
                  <a:lnTo>
                    <a:pt x="309508" y="5761900"/>
                  </a:lnTo>
                  <a:lnTo>
                    <a:pt x="309616" y="5761900"/>
                  </a:lnTo>
                  <a:lnTo>
                    <a:pt x="309725" y="5761900"/>
                  </a:lnTo>
                  <a:lnTo>
                    <a:pt x="309833" y="5761900"/>
                  </a:lnTo>
                  <a:lnTo>
                    <a:pt x="309942" y="5761900"/>
                  </a:lnTo>
                  <a:lnTo>
                    <a:pt x="310050" y="5761900"/>
                  </a:lnTo>
                  <a:lnTo>
                    <a:pt x="310159" y="5761900"/>
                  </a:lnTo>
                  <a:lnTo>
                    <a:pt x="310267" y="5761900"/>
                  </a:lnTo>
                  <a:lnTo>
                    <a:pt x="310267" y="5761277"/>
                  </a:lnTo>
                  <a:lnTo>
                    <a:pt x="310376" y="5761277"/>
                  </a:lnTo>
                  <a:lnTo>
                    <a:pt x="310484" y="5760653"/>
                  </a:lnTo>
                  <a:lnTo>
                    <a:pt x="310484" y="5760029"/>
                  </a:lnTo>
                  <a:lnTo>
                    <a:pt x="310701" y="5759406"/>
                  </a:lnTo>
                  <a:lnTo>
                    <a:pt x="310809" y="5759406"/>
                  </a:lnTo>
                  <a:lnTo>
                    <a:pt x="310809" y="5758782"/>
                  </a:lnTo>
                  <a:lnTo>
                    <a:pt x="310918" y="5758782"/>
                  </a:lnTo>
                  <a:lnTo>
                    <a:pt x="311026" y="5758159"/>
                  </a:lnTo>
                  <a:lnTo>
                    <a:pt x="311135" y="5757535"/>
                  </a:lnTo>
                  <a:lnTo>
                    <a:pt x="311135" y="5756911"/>
                  </a:lnTo>
                  <a:lnTo>
                    <a:pt x="311460" y="5756911"/>
                  </a:lnTo>
                  <a:lnTo>
                    <a:pt x="311568" y="5756911"/>
                  </a:lnTo>
                  <a:lnTo>
                    <a:pt x="311894" y="5756288"/>
                  </a:lnTo>
                  <a:lnTo>
                    <a:pt x="311894" y="5755664"/>
                  </a:lnTo>
                  <a:lnTo>
                    <a:pt x="312002" y="5753794"/>
                  </a:lnTo>
                  <a:lnTo>
                    <a:pt x="312002" y="5753170"/>
                  </a:lnTo>
                  <a:lnTo>
                    <a:pt x="312111" y="5753170"/>
                  </a:lnTo>
                  <a:lnTo>
                    <a:pt x="312219" y="5753170"/>
                  </a:lnTo>
                  <a:lnTo>
                    <a:pt x="312328" y="5752546"/>
                  </a:lnTo>
                  <a:lnTo>
                    <a:pt x="312436" y="5752546"/>
                  </a:lnTo>
                  <a:lnTo>
                    <a:pt x="312544" y="5752546"/>
                  </a:lnTo>
                  <a:lnTo>
                    <a:pt x="312653" y="5752546"/>
                  </a:lnTo>
                  <a:lnTo>
                    <a:pt x="312761" y="5752546"/>
                  </a:lnTo>
                  <a:lnTo>
                    <a:pt x="312978" y="5751923"/>
                  </a:lnTo>
                  <a:lnTo>
                    <a:pt x="312978" y="5751299"/>
                  </a:lnTo>
                  <a:lnTo>
                    <a:pt x="313304" y="5750052"/>
                  </a:lnTo>
                  <a:lnTo>
                    <a:pt x="313629" y="5750052"/>
                  </a:lnTo>
                  <a:lnTo>
                    <a:pt x="313629" y="5749428"/>
                  </a:lnTo>
                  <a:lnTo>
                    <a:pt x="313737" y="5748805"/>
                  </a:lnTo>
                  <a:lnTo>
                    <a:pt x="313846" y="5748181"/>
                  </a:lnTo>
                  <a:lnTo>
                    <a:pt x="313954" y="5748181"/>
                  </a:lnTo>
                  <a:lnTo>
                    <a:pt x="314171" y="5747558"/>
                  </a:lnTo>
                  <a:lnTo>
                    <a:pt x="314280" y="5747558"/>
                  </a:lnTo>
                  <a:lnTo>
                    <a:pt x="314497" y="5747558"/>
                  </a:lnTo>
                  <a:lnTo>
                    <a:pt x="314605" y="5747558"/>
                  </a:lnTo>
                  <a:lnTo>
                    <a:pt x="314713" y="5747558"/>
                  </a:lnTo>
                  <a:lnTo>
                    <a:pt x="314822" y="5747558"/>
                  </a:lnTo>
                  <a:lnTo>
                    <a:pt x="314930" y="5746311"/>
                  </a:lnTo>
                  <a:lnTo>
                    <a:pt x="315147" y="5746311"/>
                  </a:lnTo>
                  <a:lnTo>
                    <a:pt x="315147" y="5745687"/>
                  </a:lnTo>
                  <a:lnTo>
                    <a:pt x="315256" y="5745687"/>
                  </a:lnTo>
                  <a:lnTo>
                    <a:pt x="315473" y="5745063"/>
                  </a:lnTo>
                  <a:lnTo>
                    <a:pt x="315473" y="5744440"/>
                  </a:lnTo>
                  <a:lnTo>
                    <a:pt x="315689" y="5744440"/>
                  </a:lnTo>
                  <a:lnTo>
                    <a:pt x="315798" y="5744440"/>
                  </a:lnTo>
                  <a:lnTo>
                    <a:pt x="315906" y="5744440"/>
                  </a:lnTo>
                  <a:lnTo>
                    <a:pt x="316015" y="5744440"/>
                  </a:lnTo>
                  <a:lnTo>
                    <a:pt x="316015" y="5743816"/>
                  </a:lnTo>
                  <a:lnTo>
                    <a:pt x="316123" y="5743816"/>
                  </a:lnTo>
                  <a:lnTo>
                    <a:pt x="316232" y="5743816"/>
                  </a:lnTo>
                  <a:lnTo>
                    <a:pt x="316340" y="5743816"/>
                  </a:lnTo>
                  <a:lnTo>
                    <a:pt x="316557" y="5743816"/>
                  </a:lnTo>
                  <a:lnTo>
                    <a:pt x="316774" y="5743193"/>
                  </a:lnTo>
                  <a:lnTo>
                    <a:pt x="317316" y="5742569"/>
                  </a:lnTo>
                  <a:lnTo>
                    <a:pt x="317533" y="5741945"/>
                  </a:lnTo>
                  <a:lnTo>
                    <a:pt x="317641" y="5741322"/>
                  </a:lnTo>
                  <a:lnTo>
                    <a:pt x="317641" y="5740698"/>
                  </a:lnTo>
                  <a:lnTo>
                    <a:pt x="317750" y="5740698"/>
                  </a:lnTo>
                  <a:lnTo>
                    <a:pt x="317967" y="5740075"/>
                  </a:lnTo>
                  <a:lnTo>
                    <a:pt x="318184" y="5740075"/>
                  </a:lnTo>
                  <a:lnTo>
                    <a:pt x="318292" y="5740075"/>
                  </a:lnTo>
                  <a:lnTo>
                    <a:pt x="318509" y="5739451"/>
                  </a:lnTo>
                  <a:lnTo>
                    <a:pt x="318618" y="5739451"/>
                  </a:lnTo>
                  <a:lnTo>
                    <a:pt x="319051" y="5738828"/>
                  </a:lnTo>
                  <a:lnTo>
                    <a:pt x="319160" y="5738828"/>
                  </a:lnTo>
                  <a:lnTo>
                    <a:pt x="319594" y="5738828"/>
                  </a:lnTo>
                  <a:lnTo>
                    <a:pt x="319702" y="5738828"/>
                  </a:lnTo>
                  <a:lnTo>
                    <a:pt x="319810" y="5738828"/>
                  </a:lnTo>
                  <a:lnTo>
                    <a:pt x="319810" y="5737580"/>
                  </a:lnTo>
                  <a:lnTo>
                    <a:pt x="319810" y="5736957"/>
                  </a:lnTo>
                  <a:lnTo>
                    <a:pt x="319919" y="5736333"/>
                  </a:lnTo>
                  <a:lnTo>
                    <a:pt x="320027" y="5736333"/>
                  </a:lnTo>
                  <a:lnTo>
                    <a:pt x="320136" y="5736333"/>
                  </a:lnTo>
                  <a:lnTo>
                    <a:pt x="320244" y="5735710"/>
                  </a:lnTo>
                  <a:lnTo>
                    <a:pt x="320353" y="5735710"/>
                  </a:lnTo>
                  <a:lnTo>
                    <a:pt x="320461" y="5734463"/>
                  </a:lnTo>
                  <a:lnTo>
                    <a:pt x="320570" y="5734463"/>
                  </a:lnTo>
                  <a:lnTo>
                    <a:pt x="320678" y="5733839"/>
                  </a:lnTo>
                  <a:lnTo>
                    <a:pt x="320895" y="5733839"/>
                  </a:lnTo>
                  <a:lnTo>
                    <a:pt x="321112" y="5733839"/>
                  </a:lnTo>
                  <a:lnTo>
                    <a:pt x="321654" y="5733839"/>
                  </a:lnTo>
                  <a:lnTo>
                    <a:pt x="321762" y="5733839"/>
                  </a:lnTo>
                  <a:lnTo>
                    <a:pt x="321979" y="5733839"/>
                  </a:lnTo>
                  <a:lnTo>
                    <a:pt x="321979" y="5732592"/>
                  </a:lnTo>
                  <a:lnTo>
                    <a:pt x="322413" y="5732592"/>
                  </a:lnTo>
                  <a:lnTo>
                    <a:pt x="322630" y="5732592"/>
                  </a:lnTo>
                  <a:lnTo>
                    <a:pt x="322847" y="5731345"/>
                  </a:lnTo>
                  <a:lnTo>
                    <a:pt x="322955" y="5731345"/>
                  </a:lnTo>
                  <a:lnTo>
                    <a:pt x="322955" y="5730721"/>
                  </a:lnTo>
                  <a:lnTo>
                    <a:pt x="323389" y="5730097"/>
                  </a:lnTo>
                  <a:lnTo>
                    <a:pt x="323498" y="5730097"/>
                  </a:lnTo>
                  <a:lnTo>
                    <a:pt x="323606" y="5729474"/>
                  </a:lnTo>
                  <a:lnTo>
                    <a:pt x="323606" y="5728850"/>
                  </a:lnTo>
                  <a:lnTo>
                    <a:pt x="323715" y="5728850"/>
                  </a:lnTo>
                  <a:lnTo>
                    <a:pt x="323823" y="5728850"/>
                  </a:lnTo>
                  <a:lnTo>
                    <a:pt x="323931" y="5728850"/>
                  </a:lnTo>
                  <a:lnTo>
                    <a:pt x="324474" y="5728850"/>
                  </a:lnTo>
                  <a:lnTo>
                    <a:pt x="324582" y="5728850"/>
                  </a:lnTo>
                  <a:lnTo>
                    <a:pt x="324582" y="5728227"/>
                  </a:lnTo>
                  <a:lnTo>
                    <a:pt x="324799" y="5727603"/>
                  </a:lnTo>
                  <a:lnTo>
                    <a:pt x="324907" y="5727603"/>
                  </a:lnTo>
                  <a:lnTo>
                    <a:pt x="325016" y="5727603"/>
                  </a:lnTo>
                  <a:lnTo>
                    <a:pt x="325124" y="5727603"/>
                  </a:lnTo>
                  <a:lnTo>
                    <a:pt x="325233" y="5726980"/>
                  </a:lnTo>
                  <a:lnTo>
                    <a:pt x="325341" y="5726980"/>
                  </a:lnTo>
                  <a:lnTo>
                    <a:pt x="325558" y="5726356"/>
                  </a:lnTo>
                  <a:lnTo>
                    <a:pt x="325558" y="5725732"/>
                  </a:lnTo>
                  <a:lnTo>
                    <a:pt x="325775" y="5725732"/>
                  </a:lnTo>
                  <a:lnTo>
                    <a:pt x="325992" y="5725732"/>
                  </a:lnTo>
                  <a:lnTo>
                    <a:pt x="326100" y="5725732"/>
                  </a:lnTo>
                  <a:lnTo>
                    <a:pt x="326100" y="5725109"/>
                  </a:lnTo>
                  <a:lnTo>
                    <a:pt x="326317" y="5725109"/>
                  </a:lnTo>
                  <a:lnTo>
                    <a:pt x="326426" y="5725109"/>
                  </a:lnTo>
                  <a:lnTo>
                    <a:pt x="326534" y="5725109"/>
                  </a:lnTo>
                  <a:lnTo>
                    <a:pt x="326643" y="5725109"/>
                  </a:lnTo>
                  <a:lnTo>
                    <a:pt x="326643" y="5724485"/>
                  </a:lnTo>
                  <a:lnTo>
                    <a:pt x="326751" y="5724485"/>
                  </a:lnTo>
                  <a:lnTo>
                    <a:pt x="326859" y="5723862"/>
                  </a:lnTo>
                  <a:lnTo>
                    <a:pt x="326968" y="5723862"/>
                  </a:lnTo>
                  <a:lnTo>
                    <a:pt x="327185" y="5723862"/>
                  </a:lnTo>
                  <a:lnTo>
                    <a:pt x="327185" y="5723238"/>
                  </a:lnTo>
                  <a:lnTo>
                    <a:pt x="327293" y="5722614"/>
                  </a:lnTo>
                  <a:lnTo>
                    <a:pt x="327510" y="5721991"/>
                  </a:lnTo>
                  <a:lnTo>
                    <a:pt x="327619" y="5721991"/>
                  </a:lnTo>
                  <a:lnTo>
                    <a:pt x="327619" y="5721367"/>
                  </a:lnTo>
                  <a:lnTo>
                    <a:pt x="327727" y="5720744"/>
                  </a:lnTo>
                  <a:lnTo>
                    <a:pt x="327727" y="5719497"/>
                  </a:lnTo>
                  <a:lnTo>
                    <a:pt x="327836" y="5719497"/>
                  </a:lnTo>
                  <a:lnTo>
                    <a:pt x="327944" y="5719497"/>
                  </a:lnTo>
                  <a:lnTo>
                    <a:pt x="327944" y="5718873"/>
                  </a:lnTo>
                  <a:lnTo>
                    <a:pt x="328052" y="5718873"/>
                  </a:lnTo>
                  <a:lnTo>
                    <a:pt x="328269" y="5718873"/>
                  </a:lnTo>
                  <a:lnTo>
                    <a:pt x="328486" y="5718873"/>
                  </a:lnTo>
                  <a:lnTo>
                    <a:pt x="328595" y="5718873"/>
                  </a:lnTo>
                  <a:lnTo>
                    <a:pt x="328812" y="5718249"/>
                  </a:lnTo>
                  <a:lnTo>
                    <a:pt x="329137" y="5717626"/>
                  </a:lnTo>
                  <a:lnTo>
                    <a:pt x="329245" y="5717002"/>
                  </a:lnTo>
                  <a:lnTo>
                    <a:pt x="329354" y="5717002"/>
                  </a:lnTo>
                  <a:lnTo>
                    <a:pt x="329462" y="5717002"/>
                  </a:lnTo>
                  <a:lnTo>
                    <a:pt x="329571" y="5717002"/>
                  </a:lnTo>
                  <a:lnTo>
                    <a:pt x="329788" y="5716379"/>
                  </a:lnTo>
                  <a:lnTo>
                    <a:pt x="329896" y="5716379"/>
                  </a:lnTo>
                  <a:lnTo>
                    <a:pt x="330004" y="5716379"/>
                  </a:lnTo>
                  <a:lnTo>
                    <a:pt x="330113" y="5716379"/>
                  </a:lnTo>
                  <a:lnTo>
                    <a:pt x="330330" y="5716379"/>
                  </a:lnTo>
                  <a:lnTo>
                    <a:pt x="330438" y="5716379"/>
                  </a:lnTo>
                  <a:lnTo>
                    <a:pt x="330547" y="5716379"/>
                  </a:lnTo>
                  <a:lnTo>
                    <a:pt x="330655" y="5716379"/>
                  </a:lnTo>
                  <a:lnTo>
                    <a:pt x="331089" y="5715755"/>
                  </a:lnTo>
                  <a:lnTo>
                    <a:pt x="331197" y="5715755"/>
                  </a:lnTo>
                  <a:lnTo>
                    <a:pt x="331306" y="5715755"/>
                  </a:lnTo>
                  <a:lnTo>
                    <a:pt x="331414" y="5715755"/>
                  </a:lnTo>
                  <a:lnTo>
                    <a:pt x="331523" y="5715755"/>
                  </a:lnTo>
                  <a:lnTo>
                    <a:pt x="331523" y="5715131"/>
                  </a:lnTo>
                  <a:lnTo>
                    <a:pt x="331631" y="5715131"/>
                  </a:lnTo>
                  <a:lnTo>
                    <a:pt x="331957" y="5715131"/>
                  </a:lnTo>
                  <a:lnTo>
                    <a:pt x="332282" y="5715131"/>
                  </a:lnTo>
                  <a:lnTo>
                    <a:pt x="332390" y="5715131"/>
                  </a:lnTo>
                  <a:lnTo>
                    <a:pt x="332390" y="5714508"/>
                  </a:lnTo>
                  <a:lnTo>
                    <a:pt x="332499" y="5714508"/>
                  </a:lnTo>
                  <a:lnTo>
                    <a:pt x="332607" y="5714508"/>
                  </a:lnTo>
                  <a:lnTo>
                    <a:pt x="332716" y="5713261"/>
                  </a:lnTo>
                  <a:lnTo>
                    <a:pt x="332824" y="5713261"/>
                  </a:lnTo>
                  <a:lnTo>
                    <a:pt x="332824" y="5712637"/>
                  </a:lnTo>
                  <a:lnTo>
                    <a:pt x="333149" y="5712014"/>
                  </a:lnTo>
                  <a:lnTo>
                    <a:pt x="333258" y="5712014"/>
                  </a:lnTo>
                  <a:lnTo>
                    <a:pt x="333366" y="5712014"/>
                  </a:lnTo>
                  <a:lnTo>
                    <a:pt x="333366" y="5711390"/>
                  </a:lnTo>
                  <a:lnTo>
                    <a:pt x="333475" y="5711390"/>
                  </a:lnTo>
                  <a:lnTo>
                    <a:pt x="333583" y="5711390"/>
                  </a:lnTo>
                  <a:lnTo>
                    <a:pt x="333583" y="5710766"/>
                  </a:lnTo>
                  <a:lnTo>
                    <a:pt x="333800" y="5710766"/>
                  </a:lnTo>
                  <a:lnTo>
                    <a:pt x="333909" y="5710766"/>
                  </a:lnTo>
                  <a:lnTo>
                    <a:pt x="334017" y="5710143"/>
                  </a:lnTo>
                  <a:lnTo>
                    <a:pt x="334234" y="5710143"/>
                  </a:lnTo>
                  <a:lnTo>
                    <a:pt x="334234" y="5709519"/>
                  </a:lnTo>
                  <a:lnTo>
                    <a:pt x="334342" y="5709519"/>
                  </a:lnTo>
                  <a:lnTo>
                    <a:pt x="334668" y="5709519"/>
                  </a:lnTo>
                  <a:lnTo>
                    <a:pt x="334776" y="5709519"/>
                  </a:lnTo>
                  <a:lnTo>
                    <a:pt x="334993" y="5708896"/>
                  </a:lnTo>
                  <a:lnTo>
                    <a:pt x="335101" y="5708896"/>
                  </a:lnTo>
                  <a:lnTo>
                    <a:pt x="335318" y="5708896"/>
                  </a:lnTo>
                  <a:lnTo>
                    <a:pt x="335427" y="5708272"/>
                  </a:lnTo>
                  <a:lnTo>
                    <a:pt x="335752" y="5708272"/>
                  </a:lnTo>
                  <a:lnTo>
                    <a:pt x="335861" y="5708272"/>
                  </a:lnTo>
                  <a:lnTo>
                    <a:pt x="336078" y="5708272"/>
                  </a:lnTo>
                  <a:lnTo>
                    <a:pt x="336186" y="5707025"/>
                  </a:lnTo>
                  <a:lnTo>
                    <a:pt x="336294" y="5706401"/>
                  </a:lnTo>
                  <a:lnTo>
                    <a:pt x="336403" y="5706401"/>
                  </a:lnTo>
                  <a:lnTo>
                    <a:pt x="336511" y="5706401"/>
                  </a:lnTo>
                  <a:lnTo>
                    <a:pt x="336620" y="5706401"/>
                  </a:lnTo>
                  <a:lnTo>
                    <a:pt x="336728" y="5706401"/>
                  </a:lnTo>
                  <a:lnTo>
                    <a:pt x="336837" y="5706401"/>
                  </a:lnTo>
                  <a:lnTo>
                    <a:pt x="336945" y="5706401"/>
                  </a:lnTo>
                  <a:lnTo>
                    <a:pt x="337487" y="5706401"/>
                  </a:lnTo>
                  <a:lnTo>
                    <a:pt x="337596" y="5706401"/>
                  </a:lnTo>
                  <a:lnTo>
                    <a:pt x="337596" y="5705778"/>
                  </a:lnTo>
                  <a:lnTo>
                    <a:pt x="337704" y="5705778"/>
                  </a:lnTo>
                  <a:lnTo>
                    <a:pt x="337813" y="5705778"/>
                  </a:lnTo>
                  <a:lnTo>
                    <a:pt x="337813" y="5705154"/>
                  </a:lnTo>
                  <a:lnTo>
                    <a:pt x="337921" y="5705154"/>
                  </a:lnTo>
                  <a:lnTo>
                    <a:pt x="338030" y="5704531"/>
                  </a:lnTo>
                  <a:lnTo>
                    <a:pt x="338138" y="5704531"/>
                  </a:lnTo>
                  <a:lnTo>
                    <a:pt x="338246" y="5704531"/>
                  </a:lnTo>
                  <a:lnTo>
                    <a:pt x="338355" y="5704531"/>
                  </a:lnTo>
                  <a:lnTo>
                    <a:pt x="338463" y="5704531"/>
                  </a:lnTo>
                  <a:lnTo>
                    <a:pt x="338572" y="5704531"/>
                  </a:lnTo>
                  <a:lnTo>
                    <a:pt x="338680" y="5704531"/>
                  </a:lnTo>
                  <a:lnTo>
                    <a:pt x="338897" y="5703907"/>
                  </a:lnTo>
                  <a:lnTo>
                    <a:pt x="339006" y="5703907"/>
                  </a:lnTo>
                  <a:lnTo>
                    <a:pt x="339222" y="5703907"/>
                  </a:lnTo>
                  <a:lnTo>
                    <a:pt x="339331" y="5703907"/>
                  </a:lnTo>
                  <a:lnTo>
                    <a:pt x="339656" y="5703907"/>
                  </a:lnTo>
                  <a:lnTo>
                    <a:pt x="339873" y="5703907"/>
                  </a:lnTo>
                  <a:lnTo>
                    <a:pt x="339982" y="5703907"/>
                  </a:lnTo>
                  <a:lnTo>
                    <a:pt x="340199" y="5703907"/>
                  </a:lnTo>
                  <a:lnTo>
                    <a:pt x="340307" y="5703907"/>
                  </a:lnTo>
                  <a:lnTo>
                    <a:pt x="340632" y="5703907"/>
                  </a:lnTo>
                  <a:lnTo>
                    <a:pt x="340849" y="5703907"/>
                  </a:lnTo>
                  <a:lnTo>
                    <a:pt x="340849" y="5703283"/>
                  </a:lnTo>
                  <a:lnTo>
                    <a:pt x="340849" y="5702660"/>
                  </a:lnTo>
                  <a:lnTo>
                    <a:pt x="341175" y="5702036"/>
                  </a:lnTo>
                  <a:lnTo>
                    <a:pt x="341283" y="5702036"/>
                  </a:lnTo>
                  <a:lnTo>
                    <a:pt x="341391" y="5702036"/>
                  </a:lnTo>
                  <a:lnTo>
                    <a:pt x="341391" y="5701413"/>
                  </a:lnTo>
                  <a:lnTo>
                    <a:pt x="341500" y="5701413"/>
                  </a:lnTo>
                  <a:lnTo>
                    <a:pt x="341608" y="5700789"/>
                  </a:lnTo>
                  <a:lnTo>
                    <a:pt x="341717" y="5700789"/>
                  </a:lnTo>
                  <a:lnTo>
                    <a:pt x="342151" y="5700789"/>
                  </a:lnTo>
                  <a:lnTo>
                    <a:pt x="342259" y="5700789"/>
                  </a:lnTo>
                  <a:lnTo>
                    <a:pt x="342259" y="5700165"/>
                  </a:lnTo>
                  <a:lnTo>
                    <a:pt x="342476" y="5699542"/>
                  </a:lnTo>
                  <a:lnTo>
                    <a:pt x="342693" y="5699542"/>
                  </a:lnTo>
                  <a:lnTo>
                    <a:pt x="342910" y="5699542"/>
                  </a:lnTo>
                  <a:lnTo>
                    <a:pt x="343127" y="5699542"/>
                  </a:lnTo>
                  <a:lnTo>
                    <a:pt x="343560" y="5698918"/>
                  </a:lnTo>
                  <a:lnTo>
                    <a:pt x="343560" y="5698295"/>
                  </a:lnTo>
                  <a:lnTo>
                    <a:pt x="343886" y="5698295"/>
                  </a:lnTo>
                  <a:lnTo>
                    <a:pt x="344103" y="5698295"/>
                  </a:lnTo>
                  <a:lnTo>
                    <a:pt x="344319" y="5698295"/>
                  </a:lnTo>
                  <a:lnTo>
                    <a:pt x="344428" y="5697671"/>
                  </a:lnTo>
                  <a:lnTo>
                    <a:pt x="344428" y="5696424"/>
                  </a:lnTo>
                  <a:lnTo>
                    <a:pt x="344645" y="5695800"/>
                  </a:lnTo>
                  <a:lnTo>
                    <a:pt x="344753" y="5695800"/>
                  </a:lnTo>
                  <a:lnTo>
                    <a:pt x="344753" y="5695177"/>
                  </a:lnTo>
                  <a:lnTo>
                    <a:pt x="344970" y="5695177"/>
                  </a:lnTo>
                  <a:lnTo>
                    <a:pt x="345079" y="5695177"/>
                  </a:lnTo>
                  <a:lnTo>
                    <a:pt x="345187" y="5695177"/>
                  </a:lnTo>
                  <a:lnTo>
                    <a:pt x="345296" y="5694553"/>
                  </a:lnTo>
                  <a:lnTo>
                    <a:pt x="345296" y="5693930"/>
                  </a:lnTo>
                  <a:lnTo>
                    <a:pt x="345512" y="5692682"/>
                  </a:lnTo>
                  <a:lnTo>
                    <a:pt x="345621" y="5692059"/>
                  </a:lnTo>
                  <a:lnTo>
                    <a:pt x="345838" y="5690188"/>
                  </a:lnTo>
                  <a:lnTo>
                    <a:pt x="345946" y="5690188"/>
                  </a:lnTo>
                  <a:lnTo>
                    <a:pt x="346163" y="5690188"/>
                  </a:lnTo>
                  <a:lnTo>
                    <a:pt x="346380" y="5690188"/>
                  </a:lnTo>
                  <a:lnTo>
                    <a:pt x="346597" y="5689565"/>
                  </a:lnTo>
                  <a:lnTo>
                    <a:pt x="346705" y="5689565"/>
                  </a:lnTo>
                  <a:lnTo>
                    <a:pt x="346922" y="5689565"/>
                  </a:lnTo>
                  <a:lnTo>
                    <a:pt x="347031" y="5689565"/>
                  </a:lnTo>
                  <a:lnTo>
                    <a:pt x="347031" y="5688941"/>
                  </a:lnTo>
                  <a:lnTo>
                    <a:pt x="347248" y="5688941"/>
                  </a:lnTo>
                  <a:lnTo>
                    <a:pt x="347356" y="5688941"/>
                  </a:lnTo>
                  <a:lnTo>
                    <a:pt x="347464" y="5688941"/>
                  </a:lnTo>
                  <a:lnTo>
                    <a:pt x="347573" y="5688941"/>
                  </a:lnTo>
                  <a:lnTo>
                    <a:pt x="347898" y="5688941"/>
                  </a:lnTo>
                  <a:lnTo>
                    <a:pt x="348115" y="5688317"/>
                  </a:lnTo>
                  <a:lnTo>
                    <a:pt x="348224" y="5688317"/>
                  </a:lnTo>
                  <a:lnTo>
                    <a:pt x="348332" y="5688317"/>
                  </a:lnTo>
                  <a:lnTo>
                    <a:pt x="348549" y="5688317"/>
                  </a:lnTo>
                  <a:lnTo>
                    <a:pt x="348657" y="5687070"/>
                  </a:lnTo>
                  <a:lnTo>
                    <a:pt x="348983" y="5687070"/>
                  </a:lnTo>
                  <a:lnTo>
                    <a:pt x="349200" y="5686447"/>
                  </a:lnTo>
                  <a:lnTo>
                    <a:pt x="349417" y="5686447"/>
                  </a:lnTo>
                  <a:lnTo>
                    <a:pt x="349525" y="5686447"/>
                  </a:lnTo>
                  <a:lnTo>
                    <a:pt x="349633" y="5686447"/>
                  </a:lnTo>
                  <a:lnTo>
                    <a:pt x="349850" y="5686447"/>
                  </a:lnTo>
                  <a:lnTo>
                    <a:pt x="349959" y="5686447"/>
                  </a:lnTo>
                  <a:lnTo>
                    <a:pt x="350067" y="5686447"/>
                  </a:lnTo>
                  <a:lnTo>
                    <a:pt x="350284" y="5686447"/>
                  </a:lnTo>
                  <a:lnTo>
                    <a:pt x="350501" y="5686447"/>
                  </a:lnTo>
                  <a:lnTo>
                    <a:pt x="350826" y="5685200"/>
                  </a:lnTo>
                  <a:lnTo>
                    <a:pt x="350935" y="5685200"/>
                  </a:lnTo>
                  <a:lnTo>
                    <a:pt x="350935" y="5684576"/>
                  </a:lnTo>
                  <a:lnTo>
                    <a:pt x="351043" y="5684576"/>
                  </a:lnTo>
                  <a:lnTo>
                    <a:pt x="351152" y="5684576"/>
                  </a:lnTo>
                  <a:lnTo>
                    <a:pt x="351369" y="5684576"/>
                  </a:lnTo>
                  <a:lnTo>
                    <a:pt x="351477" y="5684576"/>
                  </a:lnTo>
                  <a:lnTo>
                    <a:pt x="351585" y="5683952"/>
                  </a:lnTo>
                  <a:lnTo>
                    <a:pt x="351802" y="5683952"/>
                  </a:lnTo>
                  <a:lnTo>
                    <a:pt x="351911" y="5683952"/>
                  </a:lnTo>
                  <a:lnTo>
                    <a:pt x="351911" y="5683329"/>
                  </a:lnTo>
                  <a:lnTo>
                    <a:pt x="352019" y="5682705"/>
                  </a:lnTo>
                  <a:lnTo>
                    <a:pt x="352128" y="5682705"/>
                  </a:lnTo>
                  <a:lnTo>
                    <a:pt x="352345" y="5682705"/>
                  </a:lnTo>
                  <a:lnTo>
                    <a:pt x="352345" y="5682082"/>
                  </a:lnTo>
                  <a:lnTo>
                    <a:pt x="352453" y="5682082"/>
                  </a:lnTo>
                  <a:lnTo>
                    <a:pt x="352561" y="5682082"/>
                  </a:lnTo>
                  <a:lnTo>
                    <a:pt x="352561" y="5681458"/>
                  </a:lnTo>
                  <a:lnTo>
                    <a:pt x="352670" y="5681458"/>
                  </a:lnTo>
                  <a:lnTo>
                    <a:pt x="352778" y="5681458"/>
                  </a:lnTo>
                  <a:lnTo>
                    <a:pt x="352887" y="5681458"/>
                  </a:lnTo>
                  <a:lnTo>
                    <a:pt x="352995" y="5681458"/>
                  </a:lnTo>
                  <a:lnTo>
                    <a:pt x="353212" y="5681458"/>
                  </a:lnTo>
                  <a:lnTo>
                    <a:pt x="353212" y="5680834"/>
                  </a:lnTo>
                  <a:lnTo>
                    <a:pt x="353321" y="5680834"/>
                  </a:lnTo>
                  <a:lnTo>
                    <a:pt x="353429" y="5680834"/>
                  </a:lnTo>
                  <a:lnTo>
                    <a:pt x="353538" y="5680211"/>
                  </a:lnTo>
                  <a:lnTo>
                    <a:pt x="353646" y="5680211"/>
                  </a:lnTo>
                  <a:lnTo>
                    <a:pt x="353863" y="5679587"/>
                  </a:lnTo>
                  <a:lnTo>
                    <a:pt x="353863" y="5678964"/>
                  </a:lnTo>
                  <a:lnTo>
                    <a:pt x="353971" y="5678964"/>
                  </a:lnTo>
                  <a:lnTo>
                    <a:pt x="354514" y="5678964"/>
                  </a:lnTo>
                  <a:lnTo>
                    <a:pt x="354622" y="5678964"/>
                  </a:lnTo>
                  <a:lnTo>
                    <a:pt x="354839" y="5678964"/>
                  </a:lnTo>
                  <a:lnTo>
                    <a:pt x="355056" y="5678964"/>
                  </a:lnTo>
                  <a:lnTo>
                    <a:pt x="355164" y="5678964"/>
                  </a:lnTo>
                  <a:lnTo>
                    <a:pt x="355164" y="5678340"/>
                  </a:lnTo>
                  <a:lnTo>
                    <a:pt x="355273" y="5678340"/>
                  </a:lnTo>
                  <a:lnTo>
                    <a:pt x="355490" y="5678340"/>
                  </a:lnTo>
                  <a:lnTo>
                    <a:pt x="355598" y="5678340"/>
                  </a:lnTo>
                  <a:lnTo>
                    <a:pt x="355706" y="5678340"/>
                  </a:lnTo>
                  <a:lnTo>
                    <a:pt x="355815" y="5678340"/>
                  </a:lnTo>
                  <a:lnTo>
                    <a:pt x="355923" y="5678340"/>
                  </a:lnTo>
                  <a:lnTo>
                    <a:pt x="356032" y="5678340"/>
                  </a:lnTo>
                  <a:lnTo>
                    <a:pt x="356249" y="5678340"/>
                  </a:lnTo>
                  <a:lnTo>
                    <a:pt x="356357" y="5678340"/>
                  </a:lnTo>
                  <a:lnTo>
                    <a:pt x="356466" y="5678340"/>
                  </a:lnTo>
                  <a:lnTo>
                    <a:pt x="356682" y="5678340"/>
                  </a:lnTo>
                  <a:lnTo>
                    <a:pt x="356682" y="5677717"/>
                  </a:lnTo>
                  <a:lnTo>
                    <a:pt x="356791" y="5677717"/>
                  </a:lnTo>
                  <a:lnTo>
                    <a:pt x="356791" y="5677093"/>
                  </a:lnTo>
                  <a:lnTo>
                    <a:pt x="357116" y="5677093"/>
                  </a:lnTo>
                  <a:lnTo>
                    <a:pt x="357225" y="5677093"/>
                  </a:lnTo>
                  <a:lnTo>
                    <a:pt x="357225" y="5676469"/>
                  </a:lnTo>
                  <a:lnTo>
                    <a:pt x="357442" y="5675846"/>
                  </a:lnTo>
                  <a:lnTo>
                    <a:pt x="357550" y="5674599"/>
                  </a:lnTo>
                  <a:lnTo>
                    <a:pt x="357659" y="5674599"/>
                  </a:lnTo>
                  <a:lnTo>
                    <a:pt x="357875" y="5673975"/>
                  </a:lnTo>
                  <a:lnTo>
                    <a:pt x="357984" y="5673975"/>
                  </a:lnTo>
                  <a:lnTo>
                    <a:pt x="358309" y="5672728"/>
                  </a:lnTo>
                  <a:lnTo>
                    <a:pt x="358418" y="5672728"/>
                  </a:lnTo>
                  <a:lnTo>
                    <a:pt x="358635" y="5672728"/>
                  </a:lnTo>
                  <a:lnTo>
                    <a:pt x="358743" y="5672728"/>
                  </a:lnTo>
                  <a:lnTo>
                    <a:pt x="358851" y="5672728"/>
                  </a:lnTo>
                  <a:lnTo>
                    <a:pt x="358960" y="5672728"/>
                  </a:lnTo>
                  <a:lnTo>
                    <a:pt x="359068" y="5672728"/>
                  </a:lnTo>
                  <a:lnTo>
                    <a:pt x="359177" y="5672728"/>
                  </a:lnTo>
                  <a:lnTo>
                    <a:pt x="359285" y="5672728"/>
                  </a:lnTo>
                  <a:lnTo>
                    <a:pt x="359502" y="5672728"/>
                  </a:lnTo>
                  <a:lnTo>
                    <a:pt x="359611" y="5672728"/>
                  </a:lnTo>
                  <a:lnTo>
                    <a:pt x="359611" y="5672104"/>
                  </a:lnTo>
                  <a:lnTo>
                    <a:pt x="359611" y="5671481"/>
                  </a:lnTo>
                  <a:lnTo>
                    <a:pt x="359719" y="5671481"/>
                  </a:lnTo>
                  <a:lnTo>
                    <a:pt x="359827" y="5671481"/>
                  </a:lnTo>
                  <a:lnTo>
                    <a:pt x="359936" y="5671481"/>
                  </a:lnTo>
                  <a:lnTo>
                    <a:pt x="360044" y="5671481"/>
                  </a:lnTo>
                  <a:lnTo>
                    <a:pt x="360261" y="5671481"/>
                  </a:lnTo>
                  <a:lnTo>
                    <a:pt x="360587" y="5671481"/>
                  </a:lnTo>
                  <a:lnTo>
                    <a:pt x="360912" y="5670857"/>
                  </a:lnTo>
                  <a:lnTo>
                    <a:pt x="361129" y="5670857"/>
                  </a:lnTo>
                  <a:lnTo>
                    <a:pt x="361346" y="5669610"/>
                  </a:lnTo>
                  <a:lnTo>
                    <a:pt x="361346" y="5668986"/>
                  </a:lnTo>
                  <a:lnTo>
                    <a:pt x="361454" y="5667739"/>
                  </a:lnTo>
                  <a:lnTo>
                    <a:pt x="361780" y="5667739"/>
                  </a:lnTo>
                  <a:lnTo>
                    <a:pt x="361888" y="5667739"/>
                  </a:lnTo>
                  <a:lnTo>
                    <a:pt x="362105" y="5667116"/>
                  </a:lnTo>
                  <a:lnTo>
                    <a:pt x="362213" y="5667116"/>
                  </a:lnTo>
                  <a:lnTo>
                    <a:pt x="362322" y="5667116"/>
                  </a:lnTo>
                  <a:lnTo>
                    <a:pt x="362430" y="5667116"/>
                  </a:lnTo>
                  <a:lnTo>
                    <a:pt x="362430" y="5666492"/>
                  </a:lnTo>
                  <a:lnTo>
                    <a:pt x="362539" y="5666492"/>
                  </a:lnTo>
                  <a:lnTo>
                    <a:pt x="363298" y="5666492"/>
                  </a:lnTo>
                  <a:lnTo>
                    <a:pt x="363623" y="5666492"/>
                  </a:lnTo>
                  <a:lnTo>
                    <a:pt x="363840" y="5666492"/>
                  </a:lnTo>
                  <a:lnTo>
                    <a:pt x="364057" y="5666492"/>
                  </a:lnTo>
                  <a:lnTo>
                    <a:pt x="364274" y="5666492"/>
                  </a:lnTo>
                  <a:lnTo>
                    <a:pt x="364274" y="5665868"/>
                  </a:lnTo>
                  <a:lnTo>
                    <a:pt x="364491" y="5665868"/>
                  </a:lnTo>
                  <a:lnTo>
                    <a:pt x="364599" y="5665868"/>
                  </a:lnTo>
                  <a:lnTo>
                    <a:pt x="364708" y="5665868"/>
                  </a:lnTo>
                  <a:lnTo>
                    <a:pt x="364816" y="5665868"/>
                  </a:lnTo>
                  <a:lnTo>
                    <a:pt x="365141" y="5665868"/>
                  </a:lnTo>
                  <a:lnTo>
                    <a:pt x="365358" y="5664621"/>
                  </a:lnTo>
                  <a:lnTo>
                    <a:pt x="365467" y="5664621"/>
                  </a:lnTo>
                  <a:lnTo>
                    <a:pt x="365575" y="5664621"/>
                  </a:lnTo>
                  <a:lnTo>
                    <a:pt x="365684" y="5664621"/>
                  </a:lnTo>
                  <a:lnTo>
                    <a:pt x="365901" y="5663998"/>
                  </a:lnTo>
                  <a:lnTo>
                    <a:pt x="366117" y="5663998"/>
                  </a:lnTo>
                  <a:lnTo>
                    <a:pt x="366117" y="5663374"/>
                  </a:lnTo>
                  <a:lnTo>
                    <a:pt x="366334" y="5663374"/>
                  </a:lnTo>
                  <a:lnTo>
                    <a:pt x="366443" y="5663374"/>
                  </a:lnTo>
                  <a:lnTo>
                    <a:pt x="366551" y="5663374"/>
                  </a:lnTo>
                  <a:lnTo>
                    <a:pt x="366660" y="5663374"/>
                  </a:lnTo>
                  <a:lnTo>
                    <a:pt x="366660" y="5662751"/>
                  </a:lnTo>
                  <a:lnTo>
                    <a:pt x="366768" y="5662127"/>
                  </a:lnTo>
                  <a:lnTo>
                    <a:pt x="366768" y="5660880"/>
                  </a:lnTo>
                  <a:lnTo>
                    <a:pt x="366877" y="5660880"/>
                  </a:lnTo>
                  <a:lnTo>
                    <a:pt x="367093" y="5660880"/>
                  </a:lnTo>
                  <a:lnTo>
                    <a:pt x="367202" y="5660880"/>
                  </a:lnTo>
                  <a:lnTo>
                    <a:pt x="367310" y="5660880"/>
                  </a:lnTo>
                  <a:lnTo>
                    <a:pt x="367636" y="5660880"/>
                  </a:lnTo>
                  <a:lnTo>
                    <a:pt x="367961" y="5660256"/>
                  </a:lnTo>
                  <a:lnTo>
                    <a:pt x="368178" y="5660256"/>
                  </a:lnTo>
                  <a:lnTo>
                    <a:pt x="368395" y="5660256"/>
                  </a:lnTo>
                  <a:lnTo>
                    <a:pt x="368720" y="5660256"/>
                  </a:lnTo>
                  <a:lnTo>
                    <a:pt x="368829" y="5660256"/>
                  </a:lnTo>
                  <a:lnTo>
                    <a:pt x="368937" y="5660256"/>
                  </a:lnTo>
                  <a:lnTo>
                    <a:pt x="369045" y="5660256"/>
                  </a:lnTo>
                  <a:lnTo>
                    <a:pt x="369262" y="5660256"/>
                  </a:lnTo>
                  <a:lnTo>
                    <a:pt x="369371" y="5660256"/>
                  </a:lnTo>
                  <a:lnTo>
                    <a:pt x="369588" y="5660256"/>
                  </a:lnTo>
                  <a:lnTo>
                    <a:pt x="369696" y="5659633"/>
                  </a:lnTo>
                  <a:lnTo>
                    <a:pt x="370021" y="5659009"/>
                  </a:lnTo>
                  <a:lnTo>
                    <a:pt x="370130" y="5659009"/>
                  </a:lnTo>
                  <a:lnTo>
                    <a:pt x="370347" y="5658385"/>
                  </a:lnTo>
                  <a:lnTo>
                    <a:pt x="370455" y="5658385"/>
                  </a:lnTo>
                  <a:lnTo>
                    <a:pt x="370672" y="5658385"/>
                  </a:lnTo>
                  <a:lnTo>
                    <a:pt x="370889" y="5658385"/>
                  </a:lnTo>
                  <a:lnTo>
                    <a:pt x="371106" y="5657138"/>
                  </a:lnTo>
                  <a:lnTo>
                    <a:pt x="371431" y="5656515"/>
                  </a:lnTo>
                  <a:lnTo>
                    <a:pt x="371540" y="5655891"/>
                  </a:lnTo>
                  <a:lnTo>
                    <a:pt x="371540" y="5655268"/>
                  </a:lnTo>
                  <a:lnTo>
                    <a:pt x="371865" y="5655268"/>
                  </a:lnTo>
                  <a:lnTo>
                    <a:pt x="372190" y="5655268"/>
                  </a:lnTo>
                  <a:lnTo>
                    <a:pt x="372516" y="5655268"/>
                  </a:lnTo>
                  <a:lnTo>
                    <a:pt x="372624" y="5654644"/>
                  </a:lnTo>
                  <a:lnTo>
                    <a:pt x="372733" y="5653397"/>
                  </a:lnTo>
                  <a:lnTo>
                    <a:pt x="372841" y="5653397"/>
                  </a:lnTo>
                  <a:lnTo>
                    <a:pt x="372841" y="5652773"/>
                  </a:lnTo>
                  <a:lnTo>
                    <a:pt x="373058" y="5652150"/>
                  </a:lnTo>
                  <a:lnTo>
                    <a:pt x="373275" y="5652150"/>
                  </a:lnTo>
                  <a:lnTo>
                    <a:pt x="373275" y="5651526"/>
                  </a:lnTo>
                  <a:lnTo>
                    <a:pt x="373709" y="5651526"/>
                  </a:lnTo>
                  <a:lnTo>
                    <a:pt x="373926" y="5651526"/>
                  </a:lnTo>
                  <a:lnTo>
                    <a:pt x="374142" y="5651526"/>
                  </a:lnTo>
                  <a:lnTo>
                    <a:pt x="374251" y="5650902"/>
                  </a:lnTo>
                  <a:lnTo>
                    <a:pt x="374468" y="5650902"/>
                  </a:lnTo>
                  <a:lnTo>
                    <a:pt x="374468" y="5650279"/>
                  </a:lnTo>
                  <a:lnTo>
                    <a:pt x="374576" y="5650279"/>
                  </a:lnTo>
                  <a:lnTo>
                    <a:pt x="374793" y="5649655"/>
                  </a:lnTo>
                  <a:lnTo>
                    <a:pt x="375227" y="5649655"/>
                  </a:lnTo>
                  <a:lnTo>
                    <a:pt x="375335" y="5649655"/>
                  </a:lnTo>
                  <a:lnTo>
                    <a:pt x="375769" y="5649655"/>
                  </a:lnTo>
                  <a:lnTo>
                    <a:pt x="375878" y="5649655"/>
                  </a:lnTo>
                  <a:lnTo>
                    <a:pt x="375986" y="5649655"/>
                  </a:lnTo>
                  <a:lnTo>
                    <a:pt x="376203" y="5649032"/>
                  </a:lnTo>
                  <a:lnTo>
                    <a:pt x="376311" y="5649032"/>
                  </a:lnTo>
                  <a:lnTo>
                    <a:pt x="376528" y="5649032"/>
                  </a:lnTo>
                  <a:lnTo>
                    <a:pt x="376745" y="5649032"/>
                  </a:lnTo>
                  <a:lnTo>
                    <a:pt x="377613" y="5649032"/>
                  </a:lnTo>
                  <a:lnTo>
                    <a:pt x="377721" y="5649032"/>
                  </a:lnTo>
                  <a:lnTo>
                    <a:pt x="377721" y="5647161"/>
                  </a:lnTo>
                  <a:lnTo>
                    <a:pt x="377721" y="5646537"/>
                  </a:lnTo>
                  <a:lnTo>
                    <a:pt x="377830" y="5646537"/>
                  </a:lnTo>
                  <a:lnTo>
                    <a:pt x="377938" y="5646537"/>
                  </a:lnTo>
                  <a:lnTo>
                    <a:pt x="377938" y="5645914"/>
                  </a:lnTo>
                  <a:lnTo>
                    <a:pt x="378047" y="5645914"/>
                  </a:lnTo>
                  <a:lnTo>
                    <a:pt x="378263" y="5645914"/>
                  </a:lnTo>
                  <a:lnTo>
                    <a:pt x="378480" y="5645914"/>
                  </a:lnTo>
                  <a:lnTo>
                    <a:pt x="378806" y="5645914"/>
                  </a:lnTo>
                  <a:lnTo>
                    <a:pt x="378914" y="5645914"/>
                  </a:lnTo>
                  <a:lnTo>
                    <a:pt x="379131" y="5645290"/>
                  </a:lnTo>
                  <a:lnTo>
                    <a:pt x="379456" y="5645290"/>
                  </a:lnTo>
                  <a:lnTo>
                    <a:pt x="379565" y="5644667"/>
                  </a:lnTo>
                  <a:lnTo>
                    <a:pt x="379890" y="5644043"/>
                  </a:lnTo>
                  <a:lnTo>
                    <a:pt x="380107" y="5643419"/>
                  </a:lnTo>
                  <a:lnTo>
                    <a:pt x="380216" y="5643419"/>
                  </a:lnTo>
                  <a:lnTo>
                    <a:pt x="380216" y="5642796"/>
                  </a:lnTo>
                  <a:lnTo>
                    <a:pt x="380324" y="5642796"/>
                  </a:lnTo>
                  <a:lnTo>
                    <a:pt x="380649" y="5642796"/>
                  </a:lnTo>
                  <a:lnTo>
                    <a:pt x="380758" y="5642796"/>
                  </a:lnTo>
                  <a:lnTo>
                    <a:pt x="380866" y="5642796"/>
                  </a:lnTo>
                  <a:lnTo>
                    <a:pt x="380975" y="5642796"/>
                  </a:lnTo>
                  <a:lnTo>
                    <a:pt x="381083" y="5642796"/>
                  </a:lnTo>
                  <a:lnTo>
                    <a:pt x="381517" y="5642796"/>
                  </a:lnTo>
                  <a:lnTo>
                    <a:pt x="381625" y="5642796"/>
                  </a:lnTo>
                  <a:lnTo>
                    <a:pt x="381842" y="5642796"/>
                  </a:lnTo>
                  <a:lnTo>
                    <a:pt x="381951" y="5642796"/>
                  </a:lnTo>
                  <a:lnTo>
                    <a:pt x="382059" y="5642172"/>
                  </a:lnTo>
                  <a:lnTo>
                    <a:pt x="382168" y="5642172"/>
                  </a:lnTo>
                  <a:lnTo>
                    <a:pt x="382710" y="5641549"/>
                  </a:lnTo>
                  <a:lnTo>
                    <a:pt x="383252" y="5641549"/>
                  </a:lnTo>
                  <a:lnTo>
                    <a:pt x="383361" y="5641549"/>
                  </a:lnTo>
                  <a:lnTo>
                    <a:pt x="383469" y="5641549"/>
                  </a:lnTo>
                  <a:lnTo>
                    <a:pt x="383577" y="5640925"/>
                  </a:lnTo>
                  <a:lnTo>
                    <a:pt x="384120" y="5640925"/>
                  </a:lnTo>
                  <a:lnTo>
                    <a:pt x="384337" y="5640925"/>
                  </a:lnTo>
                  <a:lnTo>
                    <a:pt x="384337" y="5640302"/>
                  </a:lnTo>
                  <a:lnTo>
                    <a:pt x="384445" y="5639678"/>
                  </a:lnTo>
                  <a:lnTo>
                    <a:pt x="384445" y="5639054"/>
                  </a:lnTo>
                  <a:lnTo>
                    <a:pt x="384553" y="5638431"/>
                  </a:lnTo>
                  <a:lnTo>
                    <a:pt x="384662" y="5638431"/>
                  </a:lnTo>
                  <a:lnTo>
                    <a:pt x="384770" y="5637807"/>
                  </a:lnTo>
                  <a:lnTo>
                    <a:pt x="384879" y="5637184"/>
                  </a:lnTo>
                  <a:lnTo>
                    <a:pt x="385096" y="5636560"/>
                  </a:lnTo>
                  <a:lnTo>
                    <a:pt x="385096" y="5635936"/>
                  </a:lnTo>
                  <a:lnTo>
                    <a:pt x="385313" y="5635936"/>
                  </a:lnTo>
                  <a:lnTo>
                    <a:pt x="385421" y="5635936"/>
                  </a:lnTo>
                  <a:lnTo>
                    <a:pt x="385963" y="5635313"/>
                  </a:lnTo>
                  <a:lnTo>
                    <a:pt x="386072" y="5635313"/>
                  </a:lnTo>
                  <a:lnTo>
                    <a:pt x="386397" y="5635313"/>
                  </a:lnTo>
                  <a:lnTo>
                    <a:pt x="386397" y="5634689"/>
                  </a:lnTo>
                  <a:lnTo>
                    <a:pt x="386397" y="5634066"/>
                  </a:lnTo>
                  <a:lnTo>
                    <a:pt x="386397" y="5633442"/>
                  </a:lnTo>
                  <a:lnTo>
                    <a:pt x="386505" y="5633442"/>
                  </a:lnTo>
                  <a:lnTo>
                    <a:pt x="386614" y="5633442"/>
                  </a:lnTo>
                  <a:lnTo>
                    <a:pt x="386722" y="5633442"/>
                  </a:lnTo>
                  <a:lnTo>
                    <a:pt x="386831" y="5632819"/>
                  </a:lnTo>
                  <a:lnTo>
                    <a:pt x="386831" y="5632195"/>
                  </a:lnTo>
                  <a:lnTo>
                    <a:pt x="387265" y="5632195"/>
                  </a:lnTo>
                  <a:lnTo>
                    <a:pt x="387265" y="5631571"/>
                  </a:lnTo>
                  <a:lnTo>
                    <a:pt x="387590" y="5631571"/>
                  </a:lnTo>
                  <a:lnTo>
                    <a:pt x="387698" y="5631571"/>
                  </a:lnTo>
                  <a:lnTo>
                    <a:pt x="387807" y="5631571"/>
                  </a:lnTo>
                  <a:lnTo>
                    <a:pt x="387915" y="5631571"/>
                  </a:lnTo>
                  <a:lnTo>
                    <a:pt x="388024" y="5631571"/>
                  </a:lnTo>
                  <a:lnTo>
                    <a:pt x="388132" y="5630948"/>
                  </a:lnTo>
                  <a:lnTo>
                    <a:pt x="388132" y="5630324"/>
                  </a:lnTo>
                  <a:lnTo>
                    <a:pt x="388566" y="5630324"/>
                  </a:lnTo>
                  <a:lnTo>
                    <a:pt x="388566" y="5629701"/>
                  </a:lnTo>
                  <a:lnTo>
                    <a:pt x="388674" y="5629701"/>
                  </a:lnTo>
                  <a:lnTo>
                    <a:pt x="388783" y="5629701"/>
                  </a:lnTo>
                  <a:lnTo>
                    <a:pt x="388891" y="5629701"/>
                  </a:lnTo>
                  <a:lnTo>
                    <a:pt x="389000" y="5629701"/>
                  </a:lnTo>
                  <a:lnTo>
                    <a:pt x="389108" y="5629701"/>
                  </a:lnTo>
                  <a:lnTo>
                    <a:pt x="389325" y="5629701"/>
                  </a:lnTo>
                  <a:lnTo>
                    <a:pt x="389434" y="5627830"/>
                  </a:lnTo>
                  <a:lnTo>
                    <a:pt x="389867" y="5627830"/>
                  </a:lnTo>
                  <a:lnTo>
                    <a:pt x="390084" y="5627830"/>
                  </a:lnTo>
                  <a:lnTo>
                    <a:pt x="390193" y="5627830"/>
                  </a:lnTo>
                  <a:lnTo>
                    <a:pt x="390301" y="5627830"/>
                  </a:lnTo>
                  <a:lnTo>
                    <a:pt x="390301" y="5627206"/>
                  </a:lnTo>
                  <a:lnTo>
                    <a:pt x="390410" y="5627206"/>
                  </a:lnTo>
                  <a:lnTo>
                    <a:pt x="390410" y="5626583"/>
                  </a:lnTo>
                  <a:lnTo>
                    <a:pt x="390626" y="5626583"/>
                  </a:lnTo>
                  <a:lnTo>
                    <a:pt x="390843" y="5626583"/>
                  </a:lnTo>
                  <a:lnTo>
                    <a:pt x="391386" y="5625336"/>
                  </a:lnTo>
                  <a:lnTo>
                    <a:pt x="391386" y="5624712"/>
                  </a:lnTo>
                  <a:lnTo>
                    <a:pt x="391494" y="5624712"/>
                  </a:lnTo>
                  <a:lnTo>
                    <a:pt x="391711" y="5624712"/>
                  </a:lnTo>
                  <a:lnTo>
                    <a:pt x="391928" y="5624712"/>
                  </a:lnTo>
                  <a:lnTo>
                    <a:pt x="392036" y="5624712"/>
                  </a:lnTo>
                  <a:lnTo>
                    <a:pt x="392362" y="5624712"/>
                  </a:lnTo>
                  <a:lnTo>
                    <a:pt x="392795" y="5624712"/>
                  </a:lnTo>
                  <a:lnTo>
                    <a:pt x="392904" y="5624712"/>
                  </a:lnTo>
                  <a:lnTo>
                    <a:pt x="393121" y="5624712"/>
                  </a:lnTo>
                  <a:lnTo>
                    <a:pt x="393229" y="5624088"/>
                  </a:lnTo>
                  <a:lnTo>
                    <a:pt x="393446" y="5624088"/>
                  </a:lnTo>
                  <a:lnTo>
                    <a:pt x="393446" y="5623465"/>
                  </a:lnTo>
                  <a:lnTo>
                    <a:pt x="393446" y="5622841"/>
                  </a:lnTo>
                  <a:lnTo>
                    <a:pt x="393555" y="5622841"/>
                  </a:lnTo>
                  <a:lnTo>
                    <a:pt x="393663" y="5622841"/>
                  </a:lnTo>
                  <a:lnTo>
                    <a:pt x="393771" y="5622218"/>
                  </a:lnTo>
                  <a:lnTo>
                    <a:pt x="394097" y="5622218"/>
                  </a:lnTo>
                  <a:lnTo>
                    <a:pt x="394314" y="5621594"/>
                  </a:lnTo>
                  <a:lnTo>
                    <a:pt x="394422" y="5621594"/>
                  </a:lnTo>
                  <a:lnTo>
                    <a:pt x="394531" y="5620971"/>
                  </a:lnTo>
                  <a:lnTo>
                    <a:pt x="394639" y="5620971"/>
                  </a:lnTo>
                  <a:lnTo>
                    <a:pt x="394639" y="5620347"/>
                  </a:lnTo>
                  <a:lnTo>
                    <a:pt x="394856" y="5620347"/>
                  </a:lnTo>
                  <a:lnTo>
                    <a:pt x="394964" y="5620347"/>
                  </a:lnTo>
                  <a:lnTo>
                    <a:pt x="395181" y="5620347"/>
                  </a:lnTo>
                  <a:lnTo>
                    <a:pt x="395290" y="5620347"/>
                  </a:lnTo>
                  <a:lnTo>
                    <a:pt x="395398" y="5619723"/>
                  </a:lnTo>
                  <a:lnTo>
                    <a:pt x="395507" y="5619100"/>
                  </a:lnTo>
                  <a:lnTo>
                    <a:pt x="395615" y="5618476"/>
                  </a:lnTo>
                  <a:lnTo>
                    <a:pt x="395723" y="5618476"/>
                  </a:lnTo>
                  <a:lnTo>
                    <a:pt x="395832" y="5618476"/>
                  </a:lnTo>
                  <a:lnTo>
                    <a:pt x="395940" y="5617229"/>
                  </a:lnTo>
                  <a:lnTo>
                    <a:pt x="396049" y="5617229"/>
                  </a:lnTo>
                  <a:lnTo>
                    <a:pt x="396266" y="5617229"/>
                  </a:lnTo>
                  <a:lnTo>
                    <a:pt x="396374" y="5617229"/>
                  </a:lnTo>
                  <a:lnTo>
                    <a:pt x="396700" y="5616605"/>
                  </a:lnTo>
                  <a:lnTo>
                    <a:pt x="396808" y="5615982"/>
                  </a:lnTo>
                  <a:lnTo>
                    <a:pt x="397025" y="5615982"/>
                  </a:lnTo>
                  <a:lnTo>
                    <a:pt x="397133" y="5615982"/>
                  </a:lnTo>
                  <a:lnTo>
                    <a:pt x="397350" y="5615358"/>
                  </a:lnTo>
                  <a:lnTo>
                    <a:pt x="397350" y="5614111"/>
                  </a:lnTo>
                  <a:lnTo>
                    <a:pt x="397459" y="5614111"/>
                  </a:lnTo>
                  <a:lnTo>
                    <a:pt x="397567" y="5614111"/>
                  </a:lnTo>
                  <a:lnTo>
                    <a:pt x="397567" y="5613488"/>
                  </a:lnTo>
                  <a:lnTo>
                    <a:pt x="397784" y="5613488"/>
                  </a:lnTo>
                  <a:lnTo>
                    <a:pt x="397892" y="5613488"/>
                  </a:lnTo>
                  <a:lnTo>
                    <a:pt x="398001" y="5613488"/>
                  </a:lnTo>
                  <a:lnTo>
                    <a:pt x="398218" y="5613488"/>
                  </a:lnTo>
                  <a:lnTo>
                    <a:pt x="398326" y="5612864"/>
                  </a:lnTo>
                  <a:lnTo>
                    <a:pt x="398435" y="5612864"/>
                  </a:lnTo>
                  <a:lnTo>
                    <a:pt x="398543" y="5612864"/>
                  </a:lnTo>
                  <a:lnTo>
                    <a:pt x="398868" y="5612240"/>
                  </a:lnTo>
                  <a:lnTo>
                    <a:pt x="399302" y="5612240"/>
                  </a:lnTo>
                  <a:lnTo>
                    <a:pt x="399411" y="5612240"/>
                  </a:lnTo>
                  <a:lnTo>
                    <a:pt x="399519" y="5612240"/>
                  </a:lnTo>
                  <a:lnTo>
                    <a:pt x="399953" y="5610993"/>
                  </a:lnTo>
                  <a:lnTo>
                    <a:pt x="399953" y="5610370"/>
                  </a:lnTo>
                  <a:lnTo>
                    <a:pt x="400061" y="5609746"/>
                  </a:lnTo>
                  <a:lnTo>
                    <a:pt x="400604" y="5608499"/>
                  </a:lnTo>
                  <a:lnTo>
                    <a:pt x="400712" y="5608499"/>
                  </a:lnTo>
                  <a:lnTo>
                    <a:pt x="400821" y="5608499"/>
                  </a:lnTo>
                  <a:lnTo>
                    <a:pt x="400929" y="5607875"/>
                  </a:lnTo>
                  <a:lnTo>
                    <a:pt x="400929" y="5607252"/>
                  </a:lnTo>
                  <a:lnTo>
                    <a:pt x="401037" y="5607252"/>
                  </a:lnTo>
                  <a:lnTo>
                    <a:pt x="401688" y="5606628"/>
                  </a:lnTo>
                  <a:lnTo>
                    <a:pt x="401688" y="5606005"/>
                  </a:lnTo>
                  <a:lnTo>
                    <a:pt x="401797" y="5606005"/>
                  </a:lnTo>
                  <a:lnTo>
                    <a:pt x="401797" y="5605381"/>
                  </a:lnTo>
                  <a:lnTo>
                    <a:pt x="401905" y="5605381"/>
                  </a:lnTo>
                  <a:lnTo>
                    <a:pt x="402013" y="5605381"/>
                  </a:lnTo>
                  <a:lnTo>
                    <a:pt x="402664" y="5604134"/>
                  </a:lnTo>
                  <a:lnTo>
                    <a:pt x="402881" y="5604134"/>
                  </a:lnTo>
                  <a:lnTo>
                    <a:pt x="403098" y="5603510"/>
                  </a:lnTo>
                  <a:lnTo>
                    <a:pt x="403098" y="5602887"/>
                  </a:lnTo>
                  <a:lnTo>
                    <a:pt x="403532" y="5602887"/>
                  </a:lnTo>
                  <a:lnTo>
                    <a:pt x="403749" y="5602887"/>
                  </a:lnTo>
                  <a:lnTo>
                    <a:pt x="403857" y="5602887"/>
                  </a:lnTo>
                  <a:lnTo>
                    <a:pt x="403965" y="5602263"/>
                  </a:lnTo>
                  <a:lnTo>
                    <a:pt x="404182" y="5602263"/>
                  </a:lnTo>
                  <a:lnTo>
                    <a:pt x="404291" y="5602263"/>
                  </a:lnTo>
                  <a:lnTo>
                    <a:pt x="404399" y="5602263"/>
                  </a:lnTo>
                  <a:lnTo>
                    <a:pt x="404725" y="5601639"/>
                  </a:lnTo>
                  <a:lnTo>
                    <a:pt x="404833" y="5601639"/>
                  </a:lnTo>
                  <a:lnTo>
                    <a:pt x="404942" y="5601639"/>
                  </a:lnTo>
                  <a:lnTo>
                    <a:pt x="405050" y="5601016"/>
                  </a:lnTo>
                  <a:lnTo>
                    <a:pt x="405267" y="5601016"/>
                  </a:lnTo>
                  <a:lnTo>
                    <a:pt x="405375" y="5601016"/>
                  </a:lnTo>
                  <a:lnTo>
                    <a:pt x="405484" y="5601016"/>
                  </a:lnTo>
                  <a:lnTo>
                    <a:pt x="405809" y="5601016"/>
                  </a:lnTo>
                  <a:lnTo>
                    <a:pt x="405918" y="5601016"/>
                  </a:lnTo>
                  <a:lnTo>
                    <a:pt x="406026" y="5601016"/>
                  </a:lnTo>
                  <a:lnTo>
                    <a:pt x="406134" y="5601016"/>
                  </a:lnTo>
                  <a:lnTo>
                    <a:pt x="406243" y="5601016"/>
                  </a:lnTo>
                  <a:lnTo>
                    <a:pt x="406460" y="5601016"/>
                  </a:lnTo>
                  <a:lnTo>
                    <a:pt x="406568" y="5601016"/>
                  </a:lnTo>
                  <a:lnTo>
                    <a:pt x="407002" y="5601016"/>
                  </a:lnTo>
                  <a:lnTo>
                    <a:pt x="407219" y="5600392"/>
                  </a:lnTo>
                  <a:lnTo>
                    <a:pt x="407219" y="5599769"/>
                  </a:lnTo>
                  <a:lnTo>
                    <a:pt x="407219" y="5599145"/>
                  </a:lnTo>
                  <a:lnTo>
                    <a:pt x="407327" y="5598522"/>
                  </a:lnTo>
                  <a:lnTo>
                    <a:pt x="407436" y="5598522"/>
                  </a:lnTo>
                  <a:lnTo>
                    <a:pt x="407544" y="5597898"/>
                  </a:lnTo>
                  <a:lnTo>
                    <a:pt x="407653" y="5597898"/>
                  </a:lnTo>
                  <a:lnTo>
                    <a:pt x="408086" y="5597898"/>
                  </a:lnTo>
                  <a:lnTo>
                    <a:pt x="408195" y="5597274"/>
                  </a:lnTo>
                  <a:lnTo>
                    <a:pt x="408520" y="5597274"/>
                  </a:lnTo>
                  <a:lnTo>
                    <a:pt x="408629" y="5597274"/>
                  </a:lnTo>
                  <a:lnTo>
                    <a:pt x="408954" y="5597274"/>
                  </a:lnTo>
                  <a:lnTo>
                    <a:pt x="409063" y="5597274"/>
                  </a:lnTo>
                  <a:lnTo>
                    <a:pt x="409171" y="5597274"/>
                  </a:lnTo>
                  <a:lnTo>
                    <a:pt x="409279" y="5597274"/>
                  </a:lnTo>
                  <a:lnTo>
                    <a:pt x="409279" y="5596651"/>
                  </a:lnTo>
                  <a:lnTo>
                    <a:pt x="409388" y="5596027"/>
                  </a:lnTo>
                  <a:lnTo>
                    <a:pt x="409388" y="5595404"/>
                  </a:lnTo>
                  <a:lnTo>
                    <a:pt x="409388" y="5594780"/>
                  </a:lnTo>
                  <a:lnTo>
                    <a:pt x="409496" y="5594780"/>
                  </a:lnTo>
                  <a:lnTo>
                    <a:pt x="409605" y="5594156"/>
                  </a:lnTo>
                  <a:lnTo>
                    <a:pt x="409822" y="5594156"/>
                  </a:lnTo>
                  <a:lnTo>
                    <a:pt x="409930" y="5593533"/>
                  </a:lnTo>
                  <a:lnTo>
                    <a:pt x="410147" y="5592909"/>
                  </a:lnTo>
                  <a:lnTo>
                    <a:pt x="410581" y="5592286"/>
                  </a:lnTo>
                  <a:lnTo>
                    <a:pt x="410798" y="5591662"/>
                  </a:lnTo>
                  <a:lnTo>
                    <a:pt x="411123" y="5591662"/>
                  </a:lnTo>
                  <a:lnTo>
                    <a:pt x="411340" y="5591662"/>
                  </a:lnTo>
                  <a:lnTo>
                    <a:pt x="411665" y="5591662"/>
                  </a:lnTo>
                  <a:lnTo>
                    <a:pt x="411882" y="5591662"/>
                  </a:lnTo>
                  <a:lnTo>
                    <a:pt x="411991" y="5591662"/>
                  </a:lnTo>
                  <a:lnTo>
                    <a:pt x="411991" y="5591039"/>
                  </a:lnTo>
                  <a:lnTo>
                    <a:pt x="411991" y="5590415"/>
                  </a:lnTo>
                  <a:lnTo>
                    <a:pt x="412316" y="5590415"/>
                  </a:lnTo>
                  <a:lnTo>
                    <a:pt x="412424" y="5590415"/>
                  </a:lnTo>
                  <a:lnTo>
                    <a:pt x="412533" y="5590415"/>
                  </a:lnTo>
                  <a:lnTo>
                    <a:pt x="412967" y="5590415"/>
                  </a:lnTo>
                  <a:lnTo>
                    <a:pt x="413075" y="5590415"/>
                  </a:lnTo>
                  <a:lnTo>
                    <a:pt x="413075" y="5589791"/>
                  </a:lnTo>
                  <a:lnTo>
                    <a:pt x="413075" y="5589168"/>
                  </a:lnTo>
                  <a:lnTo>
                    <a:pt x="413400" y="5588544"/>
                  </a:lnTo>
                  <a:lnTo>
                    <a:pt x="413943" y="5588544"/>
                  </a:lnTo>
                  <a:lnTo>
                    <a:pt x="414051" y="5588544"/>
                  </a:lnTo>
                  <a:lnTo>
                    <a:pt x="414051" y="5587921"/>
                  </a:lnTo>
                  <a:lnTo>
                    <a:pt x="414485" y="5587921"/>
                  </a:lnTo>
                  <a:lnTo>
                    <a:pt x="414810" y="5587921"/>
                  </a:lnTo>
                  <a:lnTo>
                    <a:pt x="414919" y="5587921"/>
                  </a:lnTo>
                  <a:lnTo>
                    <a:pt x="415136" y="5587921"/>
                  </a:lnTo>
                  <a:lnTo>
                    <a:pt x="415244" y="5587921"/>
                  </a:lnTo>
                  <a:lnTo>
                    <a:pt x="415461" y="5587297"/>
                  </a:lnTo>
                  <a:lnTo>
                    <a:pt x="415569" y="5587297"/>
                  </a:lnTo>
                  <a:lnTo>
                    <a:pt x="415786" y="5586673"/>
                  </a:lnTo>
                  <a:lnTo>
                    <a:pt x="416003" y="5586673"/>
                  </a:lnTo>
                  <a:lnTo>
                    <a:pt x="416112" y="5586673"/>
                  </a:lnTo>
                  <a:lnTo>
                    <a:pt x="416220" y="5586673"/>
                  </a:lnTo>
                  <a:lnTo>
                    <a:pt x="416979" y="5586673"/>
                  </a:lnTo>
                  <a:lnTo>
                    <a:pt x="416979" y="5586050"/>
                  </a:lnTo>
                  <a:lnTo>
                    <a:pt x="417088" y="5586050"/>
                  </a:lnTo>
                  <a:lnTo>
                    <a:pt x="417196" y="5585426"/>
                  </a:lnTo>
                  <a:lnTo>
                    <a:pt x="417413" y="5585426"/>
                  </a:lnTo>
                  <a:lnTo>
                    <a:pt x="417630" y="5584803"/>
                  </a:lnTo>
                  <a:lnTo>
                    <a:pt x="417738" y="5584803"/>
                  </a:lnTo>
                  <a:lnTo>
                    <a:pt x="417847" y="5584803"/>
                  </a:lnTo>
                  <a:lnTo>
                    <a:pt x="417955" y="5584803"/>
                  </a:lnTo>
                  <a:lnTo>
                    <a:pt x="418389" y="5584803"/>
                  </a:lnTo>
                  <a:lnTo>
                    <a:pt x="418389" y="5584179"/>
                  </a:lnTo>
                  <a:lnTo>
                    <a:pt x="418497" y="5583556"/>
                  </a:lnTo>
                  <a:lnTo>
                    <a:pt x="418714" y="5583556"/>
                  </a:lnTo>
                  <a:lnTo>
                    <a:pt x="418823" y="5583556"/>
                  </a:lnTo>
                  <a:lnTo>
                    <a:pt x="419365" y="5582932"/>
                  </a:lnTo>
                  <a:lnTo>
                    <a:pt x="419582" y="5582932"/>
                  </a:lnTo>
                  <a:lnTo>
                    <a:pt x="420016" y="5582932"/>
                  </a:lnTo>
                  <a:lnTo>
                    <a:pt x="420124" y="5582932"/>
                  </a:lnTo>
                  <a:lnTo>
                    <a:pt x="420341" y="5582308"/>
                  </a:lnTo>
                  <a:lnTo>
                    <a:pt x="420775" y="5582308"/>
                  </a:lnTo>
                  <a:lnTo>
                    <a:pt x="420775" y="5581685"/>
                  </a:lnTo>
                  <a:lnTo>
                    <a:pt x="420883" y="5581685"/>
                  </a:lnTo>
                  <a:lnTo>
                    <a:pt x="421100" y="5581685"/>
                  </a:lnTo>
                  <a:lnTo>
                    <a:pt x="421425" y="5581061"/>
                  </a:lnTo>
                  <a:lnTo>
                    <a:pt x="421534" y="5581061"/>
                  </a:lnTo>
                  <a:lnTo>
                    <a:pt x="421642" y="5581061"/>
                  </a:lnTo>
                  <a:lnTo>
                    <a:pt x="421751" y="5581061"/>
                  </a:lnTo>
                  <a:lnTo>
                    <a:pt x="421751" y="5580438"/>
                  </a:lnTo>
                  <a:lnTo>
                    <a:pt x="422185" y="5580438"/>
                  </a:lnTo>
                  <a:lnTo>
                    <a:pt x="422293" y="5580438"/>
                  </a:lnTo>
                  <a:lnTo>
                    <a:pt x="422402" y="5580438"/>
                  </a:lnTo>
                  <a:lnTo>
                    <a:pt x="422510" y="5580438"/>
                  </a:lnTo>
                  <a:lnTo>
                    <a:pt x="422510" y="5579814"/>
                  </a:lnTo>
                  <a:lnTo>
                    <a:pt x="422835" y="5579814"/>
                  </a:lnTo>
                  <a:lnTo>
                    <a:pt x="422944" y="5579814"/>
                  </a:lnTo>
                  <a:lnTo>
                    <a:pt x="423161" y="5579191"/>
                  </a:lnTo>
                  <a:lnTo>
                    <a:pt x="423269" y="5578567"/>
                  </a:lnTo>
                  <a:lnTo>
                    <a:pt x="423269" y="5577943"/>
                  </a:lnTo>
                  <a:lnTo>
                    <a:pt x="423594" y="5577943"/>
                  </a:lnTo>
                  <a:lnTo>
                    <a:pt x="423703" y="5577943"/>
                  </a:lnTo>
                  <a:lnTo>
                    <a:pt x="423811" y="5577943"/>
                  </a:lnTo>
                  <a:lnTo>
                    <a:pt x="423811" y="5577320"/>
                  </a:lnTo>
                  <a:lnTo>
                    <a:pt x="423920" y="5577320"/>
                  </a:lnTo>
                  <a:lnTo>
                    <a:pt x="424028" y="5577320"/>
                  </a:lnTo>
                  <a:lnTo>
                    <a:pt x="424245" y="5577320"/>
                  </a:lnTo>
                  <a:lnTo>
                    <a:pt x="424570" y="5577320"/>
                  </a:lnTo>
                  <a:lnTo>
                    <a:pt x="424570" y="5576696"/>
                  </a:lnTo>
                  <a:lnTo>
                    <a:pt x="424787" y="5576696"/>
                  </a:lnTo>
                  <a:lnTo>
                    <a:pt x="424896" y="5576696"/>
                  </a:lnTo>
                  <a:lnTo>
                    <a:pt x="425113" y="5576073"/>
                  </a:lnTo>
                  <a:lnTo>
                    <a:pt x="425330" y="5576073"/>
                  </a:lnTo>
                  <a:lnTo>
                    <a:pt x="425546" y="5576073"/>
                  </a:lnTo>
                  <a:lnTo>
                    <a:pt x="425763" y="5576073"/>
                  </a:lnTo>
                  <a:lnTo>
                    <a:pt x="426089" y="5576073"/>
                  </a:lnTo>
                  <a:lnTo>
                    <a:pt x="426414" y="5576073"/>
                  </a:lnTo>
                  <a:lnTo>
                    <a:pt x="426523" y="5576073"/>
                  </a:lnTo>
                  <a:lnTo>
                    <a:pt x="426848" y="5576073"/>
                  </a:lnTo>
                  <a:lnTo>
                    <a:pt x="426956" y="5576073"/>
                  </a:lnTo>
                  <a:lnTo>
                    <a:pt x="427065" y="5576073"/>
                  </a:lnTo>
                  <a:lnTo>
                    <a:pt x="427173" y="5576073"/>
                  </a:lnTo>
                  <a:lnTo>
                    <a:pt x="427282" y="5576073"/>
                  </a:lnTo>
                  <a:lnTo>
                    <a:pt x="427390" y="5576073"/>
                  </a:lnTo>
                  <a:lnTo>
                    <a:pt x="427390" y="5575449"/>
                  </a:lnTo>
                  <a:lnTo>
                    <a:pt x="427607" y="5575449"/>
                  </a:lnTo>
                  <a:lnTo>
                    <a:pt x="427715" y="5575449"/>
                  </a:lnTo>
                  <a:lnTo>
                    <a:pt x="427715" y="5574825"/>
                  </a:lnTo>
                  <a:lnTo>
                    <a:pt x="427824" y="5574825"/>
                  </a:lnTo>
                  <a:lnTo>
                    <a:pt x="428041" y="5574825"/>
                  </a:lnTo>
                  <a:lnTo>
                    <a:pt x="428149" y="5574825"/>
                  </a:lnTo>
                  <a:lnTo>
                    <a:pt x="428475" y="5574202"/>
                  </a:lnTo>
                  <a:lnTo>
                    <a:pt x="428691" y="5573578"/>
                  </a:lnTo>
                  <a:lnTo>
                    <a:pt x="428908" y="5572331"/>
                  </a:lnTo>
                  <a:lnTo>
                    <a:pt x="428908" y="5571708"/>
                  </a:lnTo>
                  <a:lnTo>
                    <a:pt x="429017" y="5571708"/>
                  </a:lnTo>
                  <a:lnTo>
                    <a:pt x="429125" y="5571084"/>
                  </a:lnTo>
                  <a:lnTo>
                    <a:pt x="429234" y="5570460"/>
                  </a:lnTo>
                  <a:lnTo>
                    <a:pt x="429342" y="5569837"/>
                  </a:lnTo>
                  <a:lnTo>
                    <a:pt x="429451" y="5569837"/>
                  </a:lnTo>
                  <a:lnTo>
                    <a:pt x="429667" y="5568590"/>
                  </a:lnTo>
                  <a:lnTo>
                    <a:pt x="429993" y="5568590"/>
                  </a:lnTo>
                  <a:lnTo>
                    <a:pt x="430210" y="5568590"/>
                  </a:lnTo>
                  <a:lnTo>
                    <a:pt x="430318" y="5568590"/>
                  </a:lnTo>
                  <a:lnTo>
                    <a:pt x="430535" y="5567966"/>
                  </a:lnTo>
                  <a:lnTo>
                    <a:pt x="430969" y="5567342"/>
                  </a:lnTo>
                  <a:lnTo>
                    <a:pt x="431186" y="5566719"/>
                  </a:lnTo>
                  <a:lnTo>
                    <a:pt x="431294" y="5566719"/>
                  </a:lnTo>
                  <a:lnTo>
                    <a:pt x="431403" y="5566719"/>
                  </a:lnTo>
                  <a:lnTo>
                    <a:pt x="431836" y="5566095"/>
                  </a:lnTo>
                  <a:lnTo>
                    <a:pt x="432053" y="5565472"/>
                  </a:lnTo>
                  <a:lnTo>
                    <a:pt x="432270" y="5565472"/>
                  </a:lnTo>
                  <a:lnTo>
                    <a:pt x="432921" y="5564225"/>
                  </a:lnTo>
                  <a:lnTo>
                    <a:pt x="433029" y="5564225"/>
                  </a:lnTo>
                  <a:lnTo>
                    <a:pt x="433138" y="5562977"/>
                  </a:lnTo>
                  <a:lnTo>
                    <a:pt x="433246" y="5562354"/>
                  </a:lnTo>
                  <a:lnTo>
                    <a:pt x="433355" y="5562354"/>
                  </a:lnTo>
                  <a:lnTo>
                    <a:pt x="433572" y="5562354"/>
                  </a:lnTo>
                  <a:lnTo>
                    <a:pt x="434005" y="5561730"/>
                  </a:lnTo>
                  <a:lnTo>
                    <a:pt x="434114" y="5561107"/>
                  </a:lnTo>
                  <a:lnTo>
                    <a:pt x="434331" y="5561107"/>
                  </a:lnTo>
                  <a:lnTo>
                    <a:pt x="434439" y="5559859"/>
                  </a:lnTo>
                  <a:lnTo>
                    <a:pt x="434656" y="5559859"/>
                  </a:lnTo>
                  <a:lnTo>
                    <a:pt x="434873" y="5559859"/>
                  </a:lnTo>
                  <a:lnTo>
                    <a:pt x="435198" y="5559859"/>
                  </a:lnTo>
                  <a:lnTo>
                    <a:pt x="435307" y="5559859"/>
                  </a:lnTo>
                  <a:lnTo>
                    <a:pt x="435415" y="5559859"/>
                  </a:lnTo>
                  <a:lnTo>
                    <a:pt x="435415" y="5559236"/>
                  </a:lnTo>
                  <a:lnTo>
                    <a:pt x="435632" y="5559236"/>
                  </a:lnTo>
                  <a:lnTo>
                    <a:pt x="435849" y="5559236"/>
                  </a:lnTo>
                  <a:lnTo>
                    <a:pt x="436283" y="5559236"/>
                  </a:lnTo>
                  <a:lnTo>
                    <a:pt x="436500" y="5558612"/>
                  </a:lnTo>
                  <a:lnTo>
                    <a:pt x="436500" y="5557989"/>
                  </a:lnTo>
                  <a:lnTo>
                    <a:pt x="436933" y="5557365"/>
                  </a:lnTo>
                  <a:lnTo>
                    <a:pt x="436933" y="5556742"/>
                  </a:lnTo>
                  <a:lnTo>
                    <a:pt x="437042" y="5556118"/>
                  </a:lnTo>
                  <a:lnTo>
                    <a:pt x="437150" y="5555494"/>
                  </a:lnTo>
                  <a:lnTo>
                    <a:pt x="437259" y="5555494"/>
                  </a:lnTo>
                  <a:lnTo>
                    <a:pt x="437476" y="5554871"/>
                  </a:lnTo>
                  <a:lnTo>
                    <a:pt x="437801" y="5554871"/>
                  </a:lnTo>
                  <a:lnTo>
                    <a:pt x="437909" y="5554247"/>
                  </a:lnTo>
                  <a:lnTo>
                    <a:pt x="438018" y="5553624"/>
                  </a:lnTo>
                  <a:lnTo>
                    <a:pt x="438235" y="5553624"/>
                  </a:lnTo>
                  <a:lnTo>
                    <a:pt x="438343" y="5553624"/>
                  </a:lnTo>
                  <a:lnTo>
                    <a:pt x="438452" y="5553624"/>
                  </a:lnTo>
                  <a:lnTo>
                    <a:pt x="438560" y="5553624"/>
                  </a:lnTo>
                  <a:lnTo>
                    <a:pt x="438885" y="5553000"/>
                  </a:lnTo>
                  <a:lnTo>
                    <a:pt x="438994" y="5553000"/>
                  </a:lnTo>
                  <a:lnTo>
                    <a:pt x="439428" y="5551753"/>
                  </a:lnTo>
                  <a:lnTo>
                    <a:pt x="439862" y="5551129"/>
                  </a:lnTo>
                  <a:lnTo>
                    <a:pt x="439970" y="5551129"/>
                  </a:lnTo>
                  <a:lnTo>
                    <a:pt x="440078" y="5550506"/>
                  </a:lnTo>
                  <a:lnTo>
                    <a:pt x="440512" y="5549882"/>
                  </a:lnTo>
                  <a:lnTo>
                    <a:pt x="440512" y="5549259"/>
                  </a:lnTo>
                  <a:lnTo>
                    <a:pt x="440729" y="5549259"/>
                  </a:lnTo>
                  <a:lnTo>
                    <a:pt x="440946" y="5549259"/>
                  </a:lnTo>
                  <a:lnTo>
                    <a:pt x="441054" y="5549259"/>
                  </a:lnTo>
                  <a:lnTo>
                    <a:pt x="441054" y="5548635"/>
                  </a:lnTo>
                  <a:lnTo>
                    <a:pt x="441163" y="5548635"/>
                  </a:lnTo>
                  <a:lnTo>
                    <a:pt x="441271" y="5548635"/>
                  </a:lnTo>
                  <a:lnTo>
                    <a:pt x="441380" y="5548635"/>
                  </a:lnTo>
                  <a:lnTo>
                    <a:pt x="441380" y="5548011"/>
                  </a:lnTo>
                  <a:lnTo>
                    <a:pt x="441597" y="5548011"/>
                  </a:lnTo>
                  <a:lnTo>
                    <a:pt x="441705" y="5548011"/>
                  </a:lnTo>
                  <a:lnTo>
                    <a:pt x="441814" y="5548011"/>
                  </a:lnTo>
                  <a:lnTo>
                    <a:pt x="441814" y="5547388"/>
                  </a:lnTo>
                  <a:lnTo>
                    <a:pt x="442030" y="5547388"/>
                  </a:lnTo>
                  <a:lnTo>
                    <a:pt x="442139" y="5547388"/>
                  </a:lnTo>
                  <a:lnTo>
                    <a:pt x="442247" y="5547388"/>
                  </a:lnTo>
                  <a:lnTo>
                    <a:pt x="442356" y="5547388"/>
                  </a:lnTo>
                  <a:lnTo>
                    <a:pt x="442464" y="5547388"/>
                  </a:lnTo>
                  <a:lnTo>
                    <a:pt x="442681" y="5547388"/>
                  </a:lnTo>
                  <a:lnTo>
                    <a:pt x="443006" y="5547388"/>
                  </a:lnTo>
                  <a:lnTo>
                    <a:pt x="443115" y="5547388"/>
                  </a:lnTo>
                  <a:lnTo>
                    <a:pt x="443223" y="5547388"/>
                  </a:lnTo>
                  <a:lnTo>
                    <a:pt x="443332" y="5547388"/>
                  </a:lnTo>
                  <a:lnTo>
                    <a:pt x="443332" y="5546764"/>
                  </a:lnTo>
                  <a:lnTo>
                    <a:pt x="443657" y="5546764"/>
                  </a:lnTo>
                  <a:lnTo>
                    <a:pt x="443766" y="5546141"/>
                  </a:lnTo>
                  <a:lnTo>
                    <a:pt x="443874" y="5546141"/>
                  </a:lnTo>
                  <a:lnTo>
                    <a:pt x="444199" y="5544893"/>
                  </a:lnTo>
                  <a:lnTo>
                    <a:pt x="444850" y="5544270"/>
                  </a:lnTo>
                  <a:lnTo>
                    <a:pt x="444959" y="5544270"/>
                  </a:lnTo>
                  <a:lnTo>
                    <a:pt x="445175" y="5544270"/>
                  </a:lnTo>
                  <a:lnTo>
                    <a:pt x="445501" y="5544270"/>
                  </a:lnTo>
                  <a:lnTo>
                    <a:pt x="445609" y="5543646"/>
                  </a:lnTo>
                  <a:lnTo>
                    <a:pt x="445718" y="5543646"/>
                  </a:lnTo>
                  <a:lnTo>
                    <a:pt x="445718" y="5543023"/>
                  </a:lnTo>
                  <a:lnTo>
                    <a:pt x="446151" y="5543023"/>
                  </a:lnTo>
                  <a:lnTo>
                    <a:pt x="446911" y="5542399"/>
                  </a:lnTo>
                  <a:lnTo>
                    <a:pt x="447019" y="5541776"/>
                  </a:lnTo>
                  <a:lnTo>
                    <a:pt x="447236" y="5541776"/>
                  </a:lnTo>
                  <a:lnTo>
                    <a:pt x="447453" y="5541776"/>
                  </a:lnTo>
                  <a:lnTo>
                    <a:pt x="447561" y="5540528"/>
                  </a:lnTo>
                  <a:lnTo>
                    <a:pt x="447670" y="5539905"/>
                  </a:lnTo>
                  <a:lnTo>
                    <a:pt x="447887" y="5539281"/>
                  </a:lnTo>
                  <a:lnTo>
                    <a:pt x="447995" y="5539281"/>
                  </a:lnTo>
                  <a:lnTo>
                    <a:pt x="448104" y="5539281"/>
                  </a:lnTo>
                  <a:lnTo>
                    <a:pt x="448104" y="5538658"/>
                  </a:lnTo>
                  <a:lnTo>
                    <a:pt x="448429" y="5537410"/>
                  </a:lnTo>
                  <a:lnTo>
                    <a:pt x="448754" y="5536787"/>
                  </a:lnTo>
                  <a:lnTo>
                    <a:pt x="448863" y="5536787"/>
                  </a:lnTo>
                  <a:lnTo>
                    <a:pt x="449080" y="5536787"/>
                  </a:lnTo>
                  <a:lnTo>
                    <a:pt x="449405" y="5536163"/>
                  </a:lnTo>
                  <a:lnTo>
                    <a:pt x="449405" y="5534293"/>
                  </a:lnTo>
                  <a:lnTo>
                    <a:pt x="449513" y="5533669"/>
                  </a:lnTo>
                  <a:lnTo>
                    <a:pt x="449730" y="5533669"/>
                  </a:lnTo>
                  <a:lnTo>
                    <a:pt x="449730" y="5533045"/>
                  </a:lnTo>
                  <a:lnTo>
                    <a:pt x="449839" y="5533045"/>
                  </a:lnTo>
                  <a:lnTo>
                    <a:pt x="450056" y="5533045"/>
                  </a:lnTo>
                  <a:lnTo>
                    <a:pt x="450164" y="5533045"/>
                  </a:lnTo>
                  <a:lnTo>
                    <a:pt x="450272" y="5533045"/>
                  </a:lnTo>
                  <a:lnTo>
                    <a:pt x="450381" y="5532422"/>
                  </a:lnTo>
                  <a:lnTo>
                    <a:pt x="450489" y="5532422"/>
                  </a:lnTo>
                  <a:lnTo>
                    <a:pt x="450598" y="5532422"/>
                  </a:lnTo>
                  <a:lnTo>
                    <a:pt x="450706" y="5531798"/>
                  </a:lnTo>
                  <a:lnTo>
                    <a:pt x="450706" y="5530551"/>
                  </a:lnTo>
                  <a:lnTo>
                    <a:pt x="450815" y="5530551"/>
                  </a:lnTo>
                  <a:lnTo>
                    <a:pt x="451032" y="5530551"/>
                  </a:lnTo>
                  <a:lnTo>
                    <a:pt x="451140" y="5530551"/>
                  </a:lnTo>
                  <a:lnTo>
                    <a:pt x="451248" y="5530551"/>
                  </a:lnTo>
                  <a:lnTo>
                    <a:pt x="451465" y="5530551"/>
                  </a:lnTo>
                  <a:lnTo>
                    <a:pt x="451574" y="5530551"/>
                  </a:lnTo>
                  <a:lnTo>
                    <a:pt x="451899" y="5529928"/>
                  </a:lnTo>
                  <a:lnTo>
                    <a:pt x="452116" y="5529928"/>
                  </a:lnTo>
                  <a:lnTo>
                    <a:pt x="452116" y="5529304"/>
                  </a:lnTo>
                  <a:lnTo>
                    <a:pt x="452333" y="5529304"/>
                  </a:lnTo>
                  <a:lnTo>
                    <a:pt x="452441" y="5529304"/>
                  </a:lnTo>
                  <a:lnTo>
                    <a:pt x="452550" y="5529304"/>
                  </a:lnTo>
                  <a:lnTo>
                    <a:pt x="452658" y="5529304"/>
                  </a:lnTo>
                  <a:lnTo>
                    <a:pt x="452875" y="5529304"/>
                  </a:lnTo>
                  <a:lnTo>
                    <a:pt x="453851" y="5528057"/>
                  </a:lnTo>
                  <a:lnTo>
                    <a:pt x="453960" y="5528057"/>
                  </a:lnTo>
                  <a:lnTo>
                    <a:pt x="454068" y="5527433"/>
                  </a:lnTo>
                  <a:lnTo>
                    <a:pt x="454177" y="5527433"/>
                  </a:lnTo>
                  <a:lnTo>
                    <a:pt x="454393" y="5526810"/>
                  </a:lnTo>
                  <a:lnTo>
                    <a:pt x="454610" y="5526810"/>
                  </a:lnTo>
                  <a:lnTo>
                    <a:pt x="454719" y="5526810"/>
                  </a:lnTo>
                  <a:lnTo>
                    <a:pt x="454827" y="5526186"/>
                  </a:lnTo>
                  <a:lnTo>
                    <a:pt x="454936" y="5526186"/>
                  </a:lnTo>
                  <a:lnTo>
                    <a:pt x="455044" y="5526186"/>
                  </a:lnTo>
                  <a:lnTo>
                    <a:pt x="455044" y="5525562"/>
                  </a:lnTo>
                  <a:lnTo>
                    <a:pt x="455369" y="5525562"/>
                  </a:lnTo>
                  <a:lnTo>
                    <a:pt x="455586" y="5525562"/>
                  </a:lnTo>
                  <a:lnTo>
                    <a:pt x="455912" y="5524315"/>
                  </a:lnTo>
                  <a:lnTo>
                    <a:pt x="456020" y="5524315"/>
                  </a:lnTo>
                  <a:lnTo>
                    <a:pt x="456346" y="5523692"/>
                  </a:lnTo>
                  <a:lnTo>
                    <a:pt x="456888" y="5523692"/>
                  </a:lnTo>
                  <a:lnTo>
                    <a:pt x="457105" y="5523692"/>
                  </a:lnTo>
                  <a:lnTo>
                    <a:pt x="457213" y="5523692"/>
                  </a:lnTo>
                  <a:lnTo>
                    <a:pt x="457538" y="5523068"/>
                  </a:lnTo>
                  <a:lnTo>
                    <a:pt x="457647" y="5523068"/>
                  </a:lnTo>
                  <a:lnTo>
                    <a:pt x="457864" y="5522445"/>
                  </a:lnTo>
                  <a:lnTo>
                    <a:pt x="457972" y="5522445"/>
                  </a:lnTo>
                  <a:lnTo>
                    <a:pt x="458189" y="5522445"/>
                  </a:lnTo>
                  <a:lnTo>
                    <a:pt x="458298" y="5522445"/>
                  </a:lnTo>
                  <a:lnTo>
                    <a:pt x="458406" y="5522445"/>
                  </a:lnTo>
                  <a:lnTo>
                    <a:pt x="458948" y="5522445"/>
                  </a:lnTo>
                  <a:lnTo>
                    <a:pt x="459057" y="5522445"/>
                  </a:lnTo>
                  <a:lnTo>
                    <a:pt x="459165" y="5521821"/>
                  </a:lnTo>
                  <a:lnTo>
                    <a:pt x="459274" y="5521197"/>
                  </a:lnTo>
                  <a:lnTo>
                    <a:pt x="459490" y="5521197"/>
                  </a:lnTo>
                  <a:lnTo>
                    <a:pt x="459490" y="5520574"/>
                  </a:lnTo>
                  <a:lnTo>
                    <a:pt x="459599" y="5520574"/>
                  </a:lnTo>
                  <a:lnTo>
                    <a:pt x="459707" y="5520574"/>
                  </a:lnTo>
                  <a:lnTo>
                    <a:pt x="459816" y="5520574"/>
                  </a:lnTo>
                  <a:lnTo>
                    <a:pt x="460033" y="5520574"/>
                  </a:lnTo>
                  <a:lnTo>
                    <a:pt x="460358" y="5520574"/>
                  </a:lnTo>
                  <a:lnTo>
                    <a:pt x="460466" y="5519327"/>
                  </a:lnTo>
                  <a:lnTo>
                    <a:pt x="460575" y="5519327"/>
                  </a:lnTo>
                  <a:lnTo>
                    <a:pt x="460683" y="5519327"/>
                  </a:lnTo>
                  <a:lnTo>
                    <a:pt x="461551" y="5519327"/>
                  </a:lnTo>
                  <a:lnTo>
                    <a:pt x="461768" y="5519327"/>
                  </a:lnTo>
                  <a:lnTo>
                    <a:pt x="461876" y="5518703"/>
                  </a:lnTo>
                  <a:lnTo>
                    <a:pt x="462202" y="5517456"/>
                  </a:lnTo>
                  <a:lnTo>
                    <a:pt x="462310" y="5517456"/>
                  </a:lnTo>
                  <a:lnTo>
                    <a:pt x="462419" y="5517456"/>
                  </a:lnTo>
                  <a:lnTo>
                    <a:pt x="462635" y="5517456"/>
                  </a:lnTo>
                  <a:lnTo>
                    <a:pt x="462852" y="5517456"/>
                  </a:lnTo>
                  <a:lnTo>
                    <a:pt x="463286" y="5516209"/>
                  </a:lnTo>
                  <a:lnTo>
                    <a:pt x="463395" y="5516209"/>
                  </a:lnTo>
                  <a:lnTo>
                    <a:pt x="463503" y="5516209"/>
                  </a:lnTo>
                  <a:lnTo>
                    <a:pt x="463611" y="5516209"/>
                  </a:lnTo>
                  <a:lnTo>
                    <a:pt x="463720" y="5516209"/>
                  </a:lnTo>
                  <a:lnTo>
                    <a:pt x="463937" y="5515585"/>
                  </a:lnTo>
                  <a:lnTo>
                    <a:pt x="464045" y="5515585"/>
                  </a:lnTo>
                  <a:lnTo>
                    <a:pt x="464262" y="5515585"/>
                  </a:lnTo>
                  <a:lnTo>
                    <a:pt x="464262" y="5514962"/>
                  </a:lnTo>
                  <a:lnTo>
                    <a:pt x="464371" y="5514962"/>
                  </a:lnTo>
                  <a:lnTo>
                    <a:pt x="464479" y="5514962"/>
                  </a:lnTo>
                  <a:lnTo>
                    <a:pt x="464479" y="5514338"/>
                  </a:lnTo>
                  <a:lnTo>
                    <a:pt x="464479" y="5513714"/>
                  </a:lnTo>
                  <a:lnTo>
                    <a:pt x="464804" y="5513091"/>
                  </a:lnTo>
                  <a:lnTo>
                    <a:pt x="464913" y="5513091"/>
                  </a:lnTo>
                  <a:lnTo>
                    <a:pt x="465130" y="5513091"/>
                  </a:lnTo>
                  <a:lnTo>
                    <a:pt x="465238" y="5513091"/>
                  </a:lnTo>
                  <a:lnTo>
                    <a:pt x="465238" y="5511220"/>
                  </a:lnTo>
                  <a:lnTo>
                    <a:pt x="465455" y="5511220"/>
                  </a:lnTo>
                  <a:lnTo>
                    <a:pt x="465564" y="5510596"/>
                  </a:lnTo>
                  <a:lnTo>
                    <a:pt x="465564" y="5509973"/>
                  </a:lnTo>
                  <a:lnTo>
                    <a:pt x="465672" y="5509973"/>
                  </a:lnTo>
                  <a:lnTo>
                    <a:pt x="465780" y="5509973"/>
                  </a:lnTo>
                  <a:lnTo>
                    <a:pt x="465889" y="5509973"/>
                  </a:lnTo>
                  <a:lnTo>
                    <a:pt x="465997" y="5509973"/>
                  </a:lnTo>
                  <a:lnTo>
                    <a:pt x="466214" y="5509349"/>
                  </a:lnTo>
                  <a:lnTo>
                    <a:pt x="466214" y="5508102"/>
                  </a:lnTo>
                  <a:lnTo>
                    <a:pt x="466648" y="5508102"/>
                  </a:lnTo>
                  <a:lnTo>
                    <a:pt x="466973" y="5508102"/>
                  </a:lnTo>
                  <a:lnTo>
                    <a:pt x="466973" y="5507479"/>
                  </a:lnTo>
                  <a:lnTo>
                    <a:pt x="467082" y="5506231"/>
                  </a:lnTo>
                  <a:lnTo>
                    <a:pt x="467190" y="5506231"/>
                  </a:lnTo>
                  <a:lnTo>
                    <a:pt x="467190" y="5505608"/>
                  </a:lnTo>
                  <a:lnTo>
                    <a:pt x="467407" y="5505608"/>
                  </a:lnTo>
                  <a:lnTo>
                    <a:pt x="467516" y="5505608"/>
                  </a:lnTo>
                  <a:lnTo>
                    <a:pt x="467624" y="5505608"/>
                  </a:lnTo>
                  <a:lnTo>
                    <a:pt x="467732" y="5505608"/>
                  </a:lnTo>
                  <a:lnTo>
                    <a:pt x="467732" y="5504984"/>
                  </a:lnTo>
                  <a:lnTo>
                    <a:pt x="468166" y="5504361"/>
                  </a:lnTo>
                  <a:lnTo>
                    <a:pt x="468275" y="5504361"/>
                  </a:lnTo>
                  <a:lnTo>
                    <a:pt x="468600" y="5503737"/>
                  </a:lnTo>
                  <a:lnTo>
                    <a:pt x="468708" y="5503737"/>
                  </a:lnTo>
                  <a:lnTo>
                    <a:pt x="469034" y="5502490"/>
                  </a:lnTo>
                  <a:lnTo>
                    <a:pt x="469034" y="5501866"/>
                  </a:lnTo>
                  <a:lnTo>
                    <a:pt x="469142" y="5501866"/>
                  </a:lnTo>
                  <a:lnTo>
                    <a:pt x="469251" y="5501243"/>
                  </a:lnTo>
                  <a:lnTo>
                    <a:pt x="469251" y="5500619"/>
                  </a:lnTo>
                  <a:lnTo>
                    <a:pt x="469359" y="5499372"/>
                  </a:lnTo>
                  <a:lnTo>
                    <a:pt x="469685" y="5498125"/>
                  </a:lnTo>
                  <a:lnTo>
                    <a:pt x="469901" y="5498125"/>
                  </a:lnTo>
                  <a:lnTo>
                    <a:pt x="470010" y="5496878"/>
                  </a:lnTo>
                  <a:lnTo>
                    <a:pt x="470118" y="5496878"/>
                  </a:lnTo>
                  <a:lnTo>
                    <a:pt x="470552" y="5495007"/>
                  </a:lnTo>
                  <a:lnTo>
                    <a:pt x="470661" y="5495007"/>
                  </a:lnTo>
                  <a:lnTo>
                    <a:pt x="470877" y="5495007"/>
                  </a:lnTo>
                  <a:lnTo>
                    <a:pt x="471420" y="5494383"/>
                  </a:lnTo>
                  <a:lnTo>
                    <a:pt x="471637" y="5494383"/>
                  </a:lnTo>
                  <a:lnTo>
                    <a:pt x="471745" y="5494383"/>
                  </a:lnTo>
                  <a:lnTo>
                    <a:pt x="471853" y="5493760"/>
                  </a:lnTo>
                  <a:lnTo>
                    <a:pt x="471962" y="5493136"/>
                  </a:lnTo>
                  <a:lnTo>
                    <a:pt x="471962" y="5492513"/>
                  </a:lnTo>
                  <a:lnTo>
                    <a:pt x="472070" y="5492513"/>
                  </a:lnTo>
                  <a:lnTo>
                    <a:pt x="472179" y="5492513"/>
                  </a:lnTo>
                  <a:lnTo>
                    <a:pt x="472287" y="5492513"/>
                  </a:lnTo>
                  <a:lnTo>
                    <a:pt x="472396" y="5492513"/>
                  </a:lnTo>
                  <a:lnTo>
                    <a:pt x="472613" y="5492513"/>
                  </a:lnTo>
                  <a:lnTo>
                    <a:pt x="472829" y="5492513"/>
                  </a:lnTo>
                  <a:lnTo>
                    <a:pt x="472938" y="5491265"/>
                  </a:lnTo>
                  <a:lnTo>
                    <a:pt x="473046" y="5491265"/>
                  </a:lnTo>
                  <a:lnTo>
                    <a:pt x="473263" y="5490642"/>
                  </a:lnTo>
                  <a:lnTo>
                    <a:pt x="473372" y="5490642"/>
                  </a:lnTo>
                  <a:lnTo>
                    <a:pt x="473480" y="5490642"/>
                  </a:lnTo>
                  <a:lnTo>
                    <a:pt x="473697" y="5490018"/>
                  </a:lnTo>
                  <a:lnTo>
                    <a:pt x="474239" y="5489395"/>
                  </a:lnTo>
                  <a:lnTo>
                    <a:pt x="474239" y="5488771"/>
                  </a:lnTo>
                  <a:lnTo>
                    <a:pt x="474348" y="5488771"/>
                  </a:lnTo>
                  <a:lnTo>
                    <a:pt x="474673" y="5488771"/>
                  </a:lnTo>
                  <a:lnTo>
                    <a:pt x="475215" y="5488771"/>
                  </a:lnTo>
                  <a:lnTo>
                    <a:pt x="475432" y="5488771"/>
                  </a:lnTo>
                  <a:lnTo>
                    <a:pt x="475649" y="5488771"/>
                  </a:lnTo>
                  <a:lnTo>
                    <a:pt x="475866" y="5488771"/>
                  </a:lnTo>
                  <a:lnTo>
                    <a:pt x="475974" y="5488147"/>
                  </a:lnTo>
                  <a:lnTo>
                    <a:pt x="476300" y="5487524"/>
                  </a:lnTo>
                  <a:lnTo>
                    <a:pt x="476408" y="5487524"/>
                  </a:lnTo>
                  <a:lnTo>
                    <a:pt x="476734" y="5486900"/>
                  </a:lnTo>
                  <a:lnTo>
                    <a:pt x="477059" y="5486277"/>
                  </a:lnTo>
                  <a:lnTo>
                    <a:pt x="477276" y="5485653"/>
                  </a:lnTo>
                  <a:lnTo>
                    <a:pt x="477384" y="5485653"/>
                  </a:lnTo>
                  <a:lnTo>
                    <a:pt x="477601" y="5485653"/>
                  </a:lnTo>
                  <a:lnTo>
                    <a:pt x="477710" y="5485030"/>
                  </a:lnTo>
                  <a:lnTo>
                    <a:pt x="477927" y="5485030"/>
                  </a:lnTo>
                  <a:lnTo>
                    <a:pt x="478035" y="5485030"/>
                  </a:lnTo>
                  <a:lnTo>
                    <a:pt x="478252" y="5484406"/>
                  </a:lnTo>
                  <a:lnTo>
                    <a:pt x="478360" y="5483782"/>
                  </a:lnTo>
                  <a:lnTo>
                    <a:pt x="478469" y="5483782"/>
                  </a:lnTo>
                  <a:lnTo>
                    <a:pt x="478577" y="5483782"/>
                  </a:lnTo>
                  <a:lnTo>
                    <a:pt x="478686" y="5483782"/>
                  </a:lnTo>
                  <a:lnTo>
                    <a:pt x="478686" y="5483159"/>
                  </a:lnTo>
                  <a:lnTo>
                    <a:pt x="479011" y="5483159"/>
                  </a:lnTo>
                  <a:lnTo>
                    <a:pt x="479228" y="5481912"/>
                  </a:lnTo>
                  <a:lnTo>
                    <a:pt x="479228" y="5481288"/>
                  </a:lnTo>
                  <a:lnTo>
                    <a:pt x="479336" y="5479417"/>
                  </a:lnTo>
                  <a:lnTo>
                    <a:pt x="479445" y="5478794"/>
                  </a:lnTo>
                  <a:lnTo>
                    <a:pt x="479879" y="5477547"/>
                  </a:lnTo>
                  <a:lnTo>
                    <a:pt x="479879" y="5476923"/>
                  </a:lnTo>
                  <a:lnTo>
                    <a:pt x="479987" y="5476923"/>
                  </a:lnTo>
                  <a:lnTo>
                    <a:pt x="480312" y="5476923"/>
                  </a:lnTo>
                  <a:lnTo>
                    <a:pt x="480421" y="5476923"/>
                  </a:lnTo>
                  <a:lnTo>
                    <a:pt x="480638" y="5476299"/>
                  </a:lnTo>
                  <a:lnTo>
                    <a:pt x="480855" y="5476299"/>
                  </a:lnTo>
                  <a:lnTo>
                    <a:pt x="481180" y="5476299"/>
                  </a:lnTo>
                  <a:lnTo>
                    <a:pt x="481505" y="5476299"/>
                  </a:lnTo>
                  <a:lnTo>
                    <a:pt x="481939" y="5476299"/>
                  </a:lnTo>
                  <a:lnTo>
                    <a:pt x="481939" y="5475676"/>
                  </a:lnTo>
                  <a:lnTo>
                    <a:pt x="482047" y="5475676"/>
                  </a:lnTo>
                  <a:lnTo>
                    <a:pt x="482373" y="5475676"/>
                  </a:lnTo>
                  <a:lnTo>
                    <a:pt x="482481" y="5475676"/>
                  </a:lnTo>
                  <a:lnTo>
                    <a:pt x="482698" y="5475052"/>
                  </a:lnTo>
                  <a:lnTo>
                    <a:pt x="482807" y="5475052"/>
                  </a:lnTo>
                  <a:lnTo>
                    <a:pt x="482915" y="5475052"/>
                  </a:lnTo>
                  <a:lnTo>
                    <a:pt x="483240" y="5474429"/>
                  </a:lnTo>
                  <a:lnTo>
                    <a:pt x="483349" y="5474429"/>
                  </a:lnTo>
                  <a:lnTo>
                    <a:pt x="483349" y="5473805"/>
                  </a:lnTo>
                  <a:lnTo>
                    <a:pt x="483457" y="5473805"/>
                  </a:lnTo>
                  <a:lnTo>
                    <a:pt x="483566" y="5473805"/>
                  </a:lnTo>
                  <a:lnTo>
                    <a:pt x="483783" y="5473805"/>
                  </a:lnTo>
                  <a:lnTo>
                    <a:pt x="483891" y="5473805"/>
                  </a:lnTo>
                  <a:lnTo>
                    <a:pt x="484216" y="5473805"/>
                  </a:lnTo>
                  <a:lnTo>
                    <a:pt x="484325" y="5473182"/>
                  </a:lnTo>
                  <a:lnTo>
                    <a:pt x="484650" y="5473182"/>
                  </a:lnTo>
                  <a:lnTo>
                    <a:pt x="484976" y="5473182"/>
                  </a:lnTo>
                  <a:lnTo>
                    <a:pt x="485192" y="5473182"/>
                  </a:lnTo>
                  <a:lnTo>
                    <a:pt x="485301" y="5473182"/>
                  </a:lnTo>
                  <a:lnTo>
                    <a:pt x="485409" y="5473182"/>
                  </a:lnTo>
                  <a:lnTo>
                    <a:pt x="485518" y="5473182"/>
                  </a:lnTo>
                  <a:lnTo>
                    <a:pt x="485626" y="5473182"/>
                  </a:lnTo>
                  <a:lnTo>
                    <a:pt x="486060" y="5472558"/>
                  </a:lnTo>
                  <a:lnTo>
                    <a:pt x="486277" y="5471934"/>
                  </a:lnTo>
                  <a:lnTo>
                    <a:pt x="486494" y="5471934"/>
                  </a:lnTo>
                  <a:lnTo>
                    <a:pt x="486711" y="5471934"/>
                  </a:lnTo>
                  <a:lnTo>
                    <a:pt x="486928" y="5471934"/>
                  </a:lnTo>
                  <a:lnTo>
                    <a:pt x="486928" y="5470687"/>
                  </a:lnTo>
                  <a:lnTo>
                    <a:pt x="486928" y="5470064"/>
                  </a:lnTo>
                  <a:lnTo>
                    <a:pt x="487036" y="5470064"/>
                  </a:lnTo>
                  <a:lnTo>
                    <a:pt x="487036" y="5469440"/>
                  </a:lnTo>
                  <a:lnTo>
                    <a:pt x="487145" y="5469440"/>
                  </a:lnTo>
                  <a:lnTo>
                    <a:pt x="487361" y="5469440"/>
                  </a:lnTo>
                  <a:lnTo>
                    <a:pt x="487470" y="5469440"/>
                  </a:lnTo>
                  <a:lnTo>
                    <a:pt x="487470" y="5468193"/>
                  </a:lnTo>
                  <a:lnTo>
                    <a:pt x="487687" y="5467569"/>
                  </a:lnTo>
                  <a:lnTo>
                    <a:pt x="487687" y="5466946"/>
                  </a:lnTo>
                  <a:lnTo>
                    <a:pt x="488337" y="5465699"/>
                  </a:lnTo>
                  <a:lnTo>
                    <a:pt x="488663" y="5465075"/>
                  </a:lnTo>
                  <a:lnTo>
                    <a:pt x="488988" y="5465075"/>
                  </a:lnTo>
                  <a:lnTo>
                    <a:pt x="489097" y="5464451"/>
                  </a:lnTo>
                  <a:lnTo>
                    <a:pt x="489205" y="5463828"/>
                  </a:lnTo>
                  <a:lnTo>
                    <a:pt x="489422" y="5463204"/>
                  </a:lnTo>
                  <a:lnTo>
                    <a:pt x="489422" y="5462581"/>
                  </a:lnTo>
                  <a:lnTo>
                    <a:pt x="489530" y="5462581"/>
                  </a:lnTo>
                  <a:lnTo>
                    <a:pt x="489530" y="5461957"/>
                  </a:lnTo>
                  <a:lnTo>
                    <a:pt x="489639" y="5461333"/>
                  </a:lnTo>
                  <a:lnTo>
                    <a:pt x="489747" y="5461333"/>
                  </a:lnTo>
                  <a:lnTo>
                    <a:pt x="489964" y="5460710"/>
                  </a:lnTo>
                  <a:lnTo>
                    <a:pt x="490181" y="5460710"/>
                  </a:lnTo>
                  <a:lnTo>
                    <a:pt x="490289" y="5460086"/>
                  </a:lnTo>
                  <a:lnTo>
                    <a:pt x="490398" y="5459463"/>
                  </a:lnTo>
                  <a:lnTo>
                    <a:pt x="490506" y="5458839"/>
                  </a:lnTo>
                  <a:lnTo>
                    <a:pt x="490615" y="5458839"/>
                  </a:lnTo>
                  <a:lnTo>
                    <a:pt x="490723" y="5458839"/>
                  </a:lnTo>
                  <a:lnTo>
                    <a:pt x="490940" y="5457592"/>
                  </a:lnTo>
                  <a:lnTo>
                    <a:pt x="491049" y="5457592"/>
                  </a:lnTo>
                  <a:lnTo>
                    <a:pt x="491266" y="5457592"/>
                  </a:lnTo>
                  <a:lnTo>
                    <a:pt x="491374" y="5457592"/>
                  </a:lnTo>
                  <a:lnTo>
                    <a:pt x="491482" y="5456968"/>
                  </a:lnTo>
                  <a:lnTo>
                    <a:pt x="491591" y="5456968"/>
                  </a:lnTo>
                  <a:lnTo>
                    <a:pt x="491591" y="5456345"/>
                  </a:lnTo>
                  <a:lnTo>
                    <a:pt x="491699" y="5456345"/>
                  </a:lnTo>
                  <a:lnTo>
                    <a:pt x="491916" y="5455721"/>
                  </a:lnTo>
                  <a:lnTo>
                    <a:pt x="492025" y="5455098"/>
                  </a:lnTo>
                  <a:lnTo>
                    <a:pt x="492133" y="5455098"/>
                  </a:lnTo>
                  <a:lnTo>
                    <a:pt x="492242" y="5455098"/>
                  </a:lnTo>
                  <a:lnTo>
                    <a:pt x="492350" y="5455098"/>
                  </a:lnTo>
                  <a:lnTo>
                    <a:pt x="492350" y="5454474"/>
                  </a:lnTo>
                  <a:lnTo>
                    <a:pt x="492350" y="5453850"/>
                  </a:lnTo>
                  <a:lnTo>
                    <a:pt x="492675" y="5453227"/>
                  </a:lnTo>
                  <a:lnTo>
                    <a:pt x="492784" y="5452603"/>
                  </a:lnTo>
                  <a:lnTo>
                    <a:pt x="492892" y="5452603"/>
                  </a:lnTo>
                  <a:lnTo>
                    <a:pt x="492892" y="5451356"/>
                  </a:lnTo>
                  <a:lnTo>
                    <a:pt x="493001" y="5451356"/>
                  </a:lnTo>
                  <a:lnTo>
                    <a:pt x="493001" y="5450733"/>
                  </a:lnTo>
                  <a:lnTo>
                    <a:pt x="493218" y="5450733"/>
                  </a:lnTo>
                  <a:lnTo>
                    <a:pt x="493326" y="5449485"/>
                  </a:lnTo>
                  <a:lnTo>
                    <a:pt x="493543" y="5448862"/>
                  </a:lnTo>
                  <a:lnTo>
                    <a:pt x="493651" y="5448238"/>
                  </a:lnTo>
                  <a:lnTo>
                    <a:pt x="494194" y="5448238"/>
                  </a:lnTo>
                  <a:lnTo>
                    <a:pt x="494302" y="5447615"/>
                  </a:lnTo>
                  <a:lnTo>
                    <a:pt x="494519" y="5447615"/>
                  </a:lnTo>
                  <a:lnTo>
                    <a:pt x="494736" y="5446991"/>
                  </a:lnTo>
                  <a:lnTo>
                    <a:pt x="495170" y="5446991"/>
                  </a:lnTo>
                  <a:lnTo>
                    <a:pt x="495495" y="5446367"/>
                  </a:lnTo>
                  <a:lnTo>
                    <a:pt x="495603" y="5445744"/>
                  </a:lnTo>
                  <a:lnTo>
                    <a:pt x="495603" y="5444497"/>
                  </a:lnTo>
                  <a:lnTo>
                    <a:pt x="495820" y="5444497"/>
                  </a:lnTo>
                  <a:lnTo>
                    <a:pt x="495929" y="5444497"/>
                  </a:lnTo>
                  <a:lnTo>
                    <a:pt x="496254" y="5444497"/>
                  </a:lnTo>
                  <a:lnTo>
                    <a:pt x="496688" y="5444497"/>
                  </a:lnTo>
                  <a:lnTo>
                    <a:pt x="496796" y="5444497"/>
                  </a:lnTo>
                  <a:lnTo>
                    <a:pt x="496796" y="5443873"/>
                  </a:lnTo>
                  <a:lnTo>
                    <a:pt x="496905" y="5443873"/>
                  </a:lnTo>
                  <a:lnTo>
                    <a:pt x="497013" y="5443873"/>
                  </a:lnTo>
                  <a:lnTo>
                    <a:pt x="497122" y="5443250"/>
                  </a:lnTo>
                  <a:lnTo>
                    <a:pt x="497339" y="5443250"/>
                  </a:lnTo>
                  <a:lnTo>
                    <a:pt x="497664" y="5442626"/>
                  </a:lnTo>
                  <a:lnTo>
                    <a:pt x="497881" y="5442626"/>
                  </a:lnTo>
                  <a:lnTo>
                    <a:pt x="498098" y="5441379"/>
                  </a:lnTo>
                  <a:lnTo>
                    <a:pt x="498206" y="5441379"/>
                  </a:lnTo>
                  <a:lnTo>
                    <a:pt x="498423" y="5441379"/>
                  </a:lnTo>
                  <a:lnTo>
                    <a:pt x="498531" y="5441379"/>
                  </a:lnTo>
                  <a:lnTo>
                    <a:pt x="498640" y="5440755"/>
                  </a:lnTo>
                  <a:lnTo>
                    <a:pt x="498857" y="5440755"/>
                  </a:lnTo>
                  <a:lnTo>
                    <a:pt x="499074" y="5440132"/>
                  </a:lnTo>
                  <a:lnTo>
                    <a:pt x="499182" y="5439508"/>
                  </a:lnTo>
                  <a:lnTo>
                    <a:pt x="499399" y="5438884"/>
                  </a:lnTo>
                  <a:lnTo>
                    <a:pt x="499508" y="5438884"/>
                  </a:lnTo>
                  <a:lnTo>
                    <a:pt x="499616" y="5438884"/>
                  </a:lnTo>
                  <a:lnTo>
                    <a:pt x="499833" y="5438261"/>
                  </a:lnTo>
                  <a:lnTo>
                    <a:pt x="499941" y="5438261"/>
                  </a:lnTo>
                  <a:lnTo>
                    <a:pt x="500158" y="5437637"/>
                  </a:lnTo>
                  <a:lnTo>
                    <a:pt x="500158" y="5437014"/>
                  </a:lnTo>
                  <a:lnTo>
                    <a:pt x="500267" y="5437014"/>
                  </a:lnTo>
                  <a:lnTo>
                    <a:pt x="500375" y="5437014"/>
                  </a:lnTo>
                  <a:lnTo>
                    <a:pt x="500375" y="5435767"/>
                  </a:lnTo>
                  <a:lnTo>
                    <a:pt x="500592" y="5435767"/>
                  </a:lnTo>
                  <a:lnTo>
                    <a:pt x="500700" y="5435143"/>
                  </a:lnTo>
                  <a:lnTo>
                    <a:pt x="500917" y="5435143"/>
                  </a:lnTo>
                  <a:lnTo>
                    <a:pt x="501026" y="5435143"/>
                  </a:lnTo>
                  <a:lnTo>
                    <a:pt x="501134" y="5434519"/>
                  </a:lnTo>
                  <a:lnTo>
                    <a:pt x="501243" y="5433896"/>
                  </a:lnTo>
                  <a:lnTo>
                    <a:pt x="501460" y="5433272"/>
                  </a:lnTo>
                  <a:lnTo>
                    <a:pt x="501676" y="5432649"/>
                  </a:lnTo>
                  <a:lnTo>
                    <a:pt x="501785" y="5432649"/>
                  </a:lnTo>
                  <a:lnTo>
                    <a:pt x="502436" y="5432649"/>
                  </a:lnTo>
                  <a:lnTo>
                    <a:pt x="502761" y="5432649"/>
                  </a:lnTo>
                  <a:lnTo>
                    <a:pt x="503303" y="5432025"/>
                  </a:lnTo>
                  <a:lnTo>
                    <a:pt x="503520" y="5432025"/>
                  </a:lnTo>
                  <a:lnTo>
                    <a:pt x="503629" y="5430778"/>
                  </a:lnTo>
                  <a:lnTo>
                    <a:pt x="503629" y="5430154"/>
                  </a:lnTo>
                  <a:lnTo>
                    <a:pt x="503737" y="5430154"/>
                  </a:lnTo>
                  <a:lnTo>
                    <a:pt x="503954" y="5429531"/>
                  </a:lnTo>
                  <a:lnTo>
                    <a:pt x="504605" y="5428907"/>
                  </a:lnTo>
                  <a:lnTo>
                    <a:pt x="504605" y="5428284"/>
                  </a:lnTo>
                  <a:lnTo>
                    <a:pt x="504713" y="5427036"/>
                  </a:lnTo>
                  <a:lnTo>
                    <a:pt x="504930" y="5425789"/>
                  </a:lnTo>
                  <a:lnTo>
                    <a:pt x="505364" y="5425789"/>
                  </a:lnTo>
                  <a:lnTo>
                    <a:pt x="505472" y="5425789"/>
                  </a:lnTo>
                  <a:lnTo>
                    <a:pt x="505581" y="5425166"/>
                  </a:lnTo>
                  <a:lnTo>
                    <a:pt x="505689" y="5425166"/>
                  </a:lnTo>
                  <a:lnTo>
                    <a:pt x="505797" y="5424542"/>
                  </a:lnTo>
                  <a:lnTo>
                    <a:pt x="506123" y="5423295"/>
                  </a:lnTo>
                  <a:lnTo>
                    <a:pt x="506231" y="5423295"/>
                  </a:lnTo>
                  <a:lnTo>
                    <a:pt x="506231" y="5422671"/>
                  </a:lnTo>
                  <a:lnTo>
                    <a:pt x="506340" y="5422671"/>
                  </a:lnTo>
                  <a:lnTo>
                    <a:pt x="506665" y="5422671"/>
                  </a:lnTo>
                  <a:lnTo>
                    <a:pt x="506773" y="5422671"/>
                  </a:lnTo>
                  <a:lnTo>
                    <a:pt x="507858" y="5421424"/>
                  </a:lnTo>
                  <a:lnTo>
                    <a:pt x="507966" y="5421424"/>
                  </a:lnTo>
                  <a:lnTo>
                    <a:pt x="508075" y="5421424"/>
                  </a:lnTo>
                  <a:lnTo>
                    <a:pt x="508292" y="5421424"/>
                  </a:lnTo>
                  <a:lnTo>
                    <a:pt x="508400" y="5421424"/>
                  </a:lnTo>
                  <a:lnTo>
                    <a:pt x="508509" y="5421424"/>
                  </a:lnTo>
                  <a:lnTo>
                    <a:pt x="508617" y="5421424"/>
                  </a:lnTo>
                  <a:lnTo>
                    <a:pt x="508726" y="5421424"/>
                  </a:lnTo>
                  <a:lnTo>
                    <a:pt x="508834" y="5421424"/>
                  </a:lnTo>
                  <a:lnTo>
                    <a:pt x="508942" y="5421424"/>
                  </a:lnTo>
                  <a:lnTo>
                    <a:pt x="509051" y="5421424"/>
                  </a:lnTo>
                  <a:lnTo>
                    <a:pt x="509268" y="5420801"/>
                  </a:lnTo>
                  <a:lnTo>
                    <a:pt x="509376" y="5420801"/>
                  </a:lnTo>
                  <a:lnTo>
                    <a:pt x="509485" y="5420801"/>
                  </a:lnTo>
                  <a:lnTo>
                    <a:pt x="509810" y="5420177"/>
                  </a:lnTo>
                  <a:lnTo>
                    <a:pt x="510027" y="5420177"/>
                  </a:lnTo>
                  <a:lnTo>
                    <a:pt x="510027" y="5419553"/>
                  </a:lnTo>
                  <a:lnTo>
                    <a:pt x="510244" y="5419553"/>
                  </a:lnTo>
                  <a:lnTo>
                    <a:pt x="510569" y="5419553"/>
                  </a:lnTo>
                  <a:lnTo>
                    <a:pt x="510678" y="5419553"/>
                  </a:lnTo>
                  <a:lnTo>
                    <a:pt x="511220" y="5419553"/>
                  </a:lnTo>
                  <a:lnTo>
                    <a:pt x="511437" y="5419553"/>
                  </a:lnTo>
                  <a:lnTo>
                    <a:pt x="511437" y="5418930"/>
                  </a:lnTo>
                  <a:lnTo>
                    <a:pt x="511979" y="5418306"/>
                  </a:lnTo>
                  <a:lnTo>
                    <a:pt x="512196" y="5418306"/>
                  </a:lnTo>
                  <a:lnTo>
                    <a:pt x="512304" y="5418306"/>
                  </a:lnTo>
                  <a:lnTo>
                    <a:pt x="512304" y="5417059"/>
                  </a:lnTo>
                  <a:lnTo>
                    <a:pt x="512413" y="5416436"/>
                  </a:lnTo>
                  <a:lnTo>
                    <a:pt x="512413" y="5415188"/>
                  </a:lnTo>
                  <a:lnTo>
                    <a:pt x="512521" y="5415188"/>
                  </a:lnTo>
                  <a:lnTo>
                    <a:pt x="512738" y="5415188"/>
                  </a:lnTo>
                  <a:lnTo>
                    <a:pt x="512847" y="5414565"/>
                  </a:lnTo>
                  <a:lnTo>
                    <a:pt x="513172" y="5414565"/>
                  </a:lnTo>
                  <a:lnTo>
                    <a:pt x="513280" y="5414565"/>
                  </a:lnTo>
                  <a:lnTo>
                    <a:pt x="513280" y="5413941"/>
                  </a:lnTo>
                  <a:lnTo>
                    <a:pt x="513389" y="5413941"/>
                  </a:lnTo>
                  <a:lnTo>
                    <a:pt x="513497" y="5413941"/>
                  </a:lnTo>
                  <a:lnTo>
                    <a:pt x="513606" y="5412694"/>
                  </a:lnTo>
                  <a:lnTo>
                    <a:pt x="513823" y="5412694"/>
                  </a:lnTo>
                  <a:lnTo>
                    <a:pt x="513931" y="5412694"/>
                  </a:lnTo>
                  <a:lnTo>
                    <a:pt x="514039" y="5412694"/>
                  </a:lnTo>
                  <a:lnTo>
                    <a:pt x="514365" y="5412694"/>
                  </a:lnTo>
                  <a:lnTo>
                    <a:pt x="514473" y="5412694"/>
                  </a:lnTo>
                  <a:lnTo>
                    <a:pt x="514907" y="5412070"/>
                  </a:lnTo>
                  <a:lnTo>
                    <a:pt x="515015" y="5412070"/>
                  </a:lnTo>
                  <a:lnTo>
                    <a:pt x="515232" y="5412070"/>
                  </a:lnTo>
                  <a:lnTo>
                    <a:pt x="515449" y="5412070"/>
                  </a:lnTo>
                  <a:lnTo>
                    <a:pt x="515666" y="5412070"/>
                  </a:lnTo>
                  <a:lnTo>
                    <a:pt x="516100" y="5412070"/>
                  </a:lnTo>
                  <a:lnTo>
                    <a:pt x="516100" y="5411447"/>
                  </a:lnTo>
                  <a:lnTo>
                    <a:pt x="516100" y="5410823"/>
                  </a:lnTo>
                  <a:lnTo>
                    <a:pt x="516208" y="5410200"/>
                  </a:lnTo>
                  <a:lnTo>
                    <a:pt x="516425" y="5408953"/>
                  </a:lnTo>
                  <a:lnTo>
                    <a:pt x="516751" y="5408953"/>
                  </a:lnTo>
                  <a:lnTo>
                    <a:pt x="517184" y="5408953"/>
                  </a:lnTo>
                  <a:lnTo>
                    <a:pt x="517184" y="5408329"/>
                  </a:lnTo>
                  <a:lnTo>
                    <a:pt x="517401" y="5407082"/>
                  </a:lnTo>
                  <a:lnTo>
                    <a:pt x="517510" y="5407082"/>
                  </a:lnTo>
                  <a:lnTo>
                    <a:pt x="517835" y="5406458"/>
                  </a:lnTo>
                  <a:lnTo>
                    <a:pt x="517944" y="5406458"/>
                  </a:lnTo>
                  <a:lnTo>
                    <a:pt x="518052" y="5406458"/>
                  </a:lnTo>
                  <a:lnTo>
                    <a:pt x="518052" y="5405835"/>
                  </a:lnTo>
                  <a:lnTo>
                    <a:pt x="518160" y="5405211"/>
                  </a:lnTo>
                  <a:lnTo>
                    <a:pt x="518269" y="5404587"/>
                  </a:lnTo>
                  <a:lnTo>
                    <a:pt x="518269" y="5403964"/>
                  </a:lnTo>
                  <a:lnTo>
                    <a:pt x="518486" y="5403964"/>
                  </a:lnTo>
                  <a:lnTo>
                    <a:pt x="518594" y="5403964"/>
                  </a:lnTo>
                  <a:lnTo>
                    <a:pt x="518594" y="5403340"/>
                  </a:lnTo>
                  <a:lnTo>
                    <a:pt x="519136" y="5402717"/>
                  </a:lnTo>
                  <a:lnTo>
                    <a:pt x="519245" y="5402717"/>
                  </a:lnTo>
                  <a:lnTo>
                    <a:pt x="519787" y="5402093"/>
                  </a:lnTo>
                  <a:lnTo>
                    <a:pt x="520221" y="5400846"/>
                  </a:lnTo>
                  <a:lnTo>
                    <a:pt x="520221" y="5400222"/>
                  </a:lnTo>
                  <a:lnTo>
                    <a:pt x="520329" y="5400222"/>
                  </a:lnTo>
                  <a:lnTo>
                    <a:pt x="520546" y="5400222"/>
                  </a:lnTo>
                  <a:lnTo>
                    <a:pt x="520980" y="5400222"/>
                  </a:lnTo>
                  <a:lnTo>
                    <a:pt x="521197" y="5400222"/>
                  </a:lnTo>
                  <a:lnTo>
                    <a:pt x="521522" y="5399599"/>
                  </a:lnTo>
                  <a:lnTo>
                    <a:pt x="521522" y="5398975"/>
                  </a:lnTo>
                  <a:lnTo>
                    <a:pt x="521522" y="5398352"/>
                  </a:lnTo>
                  <a:lnTo>
                    <a:pt x="521631" y="5398352"/>
                  </a:lnTo>
                  <a:lnTo>
                    <a:pt x="521631" y="5397728"/>
                  </a:lnTo>
                  <a:lnTo>
                    <a:pt x="521739" y="5397728"/>
                  </a:lnTo>
                  <a:lnTo>
                    <a:pt x="521848" y="5397728"/>
                  </a:lnTo>
                  <a:lnTo>
                    <a:pt x="521956" y="5397728"/>
                  </a:lnTo>
                  <a:lnTo>
                    <a:pt x="522173" y="5397728"/>
                  </a:lnTo>
                  <a:lnTo>
                    <a:pt x="522390" y="5396481"/>
                  </a:lnTo>
                  <a:lnTo>
                    <a:pt x="522498" y="5395234"/>
                  </a:lnTo>
                  <a:lnTo>
                    <a:pt x="522715" y="5393987"/>
                  </a:lnTo>
                  <a:lnTo>
                    <a:pt x="522715" y="5392739"/>
                  </a:lnTo>
                  <a:lnTo>
                    <a:pt x="522932" y="5392116"/>
                  </a:lnTo>
                  <a:lnTo>
                    <a:pt x="523041" y="5392116"/>
                  </a:lnTo>
                  <a:lnTo>
                    <a:pt x="523041" y="5391492"/>
                  </a:lnTo>
                  <a:lnTo>
                    <a:pt x="523149" y="5390869"/>
                  </a:lnTo>
                  <a:lnTo>
                    <a:pt x="523257" y="5390869"/>
                  </a:lnTo>
                  <a:lnTo>
                    <a:pt x="523366" y="5390869"/>
                  </a:lnTo>
                  <a:lnTo>
                    <a:pt x="523474" y="5390869"/>
                  </a:lnTo>
                  <a:lnTo>
                    <a:pt x="523691" y="5390869"/>
                  </a:lnTo>
                  <a:lnTo>
                    <a:pt x="523691" y="5390245"/>
                  </a:lnTo>
                  <a:lnTo>
                    <a:pt x="524125" y="5388998"/>
                  </a:lnTo>
                  <a:lnTo>
                    <a:pt x="524559" y="5388374"/>
                  </a:lnTo>
                  <a:lnTo>
                    <a:pt x="524559" y="5387751"/>
                  </a:lnTo>
                  <a:lnTo>
                    <a:pt x="524667" y="5387751"/>
                  </a:lnTo>
                  <a:lnTo>
                    <a:pt x="524776" y="5387751"/>
                  </a:lnTo>
                  <a:lnTo>
                    <a:pt x="524993" y="5387751"/>
                  </a:lnTo>
                  <a:lnTo>
                    <a:pt x="524993" y="5387127"/>
                  </a:lnTo>
                  <a:lnTo>
                    <a:pt x="525318" y="5387127"/>
                  </a:lnTo>
                  <a:lnTo>
                    <a:pt x="525643" y="5386504"/>
                  </a:lnTo>
                  <a:lnTo>
                    <a:pt x="525752" y="5384633"/>
                  </a:lnTo>
                  <a:lnTo>
                    <a:pt x="525860" y="5384009"/>
                  </a:lnTo>
                  <a:lnTo>
                    <a:pt x="525969" y="5383386"/>
                  </a:lnTo>
                  <a:lnTo>
                    <a:pt x="526186" y="5383386"/>
                  </a:lnTo>
                  <a:lnTo>
                    <a:pt x="526402" y="5383386"/>
                  </a:lnTo>
                  <a:lnTo>
                    <a:pt x="526511" y="5383386"/>
                  </a:lnTo>
                  <a:lnTo>
                    <a:pt x="526619" y="5383386"/>
                  </a:lnTo>
                  <a:lnTo>
                    <a:pt x="526728" y="5383386"/>
                  </a:lnTo>
                  <a:lnTo>
                    <a:pt x="527162" y="5382138"/>
                  </a:lnTo>
                  <a:lnTo>
                    <a:pt x="527270" y="5381515"/>
                  </a:lnTo>
                  <a:lnTo>
                    <a:pt x="527487" y="5380268"/>
                  </a:lnTo>
                  <a:lnTo>
                    <a:pt x="527595" y="5379644"/>
                  </a:lnTo>
                  <a:lnTo>
                    <a:pt x="527812" y="5379644"/>
                  </a:lnTo>
                  <a:lnTo>
                    <a:pt x="528029" y="5379644"/>
                  </a:lnTo>
                  <a:lnTo>
                    <a:pt x="528246" y="5378397"/>
                  </a:lnTo>
                  <a:lnTo>
                    <a:pt x="528463" y="5378397"/>
                  </a:lnTo>
                  <a:lnTo>
                    <a:pt x="528571" y="5378397"/>
                  </a:lnTo>
                  <a:lnTo>
                    <a:pt x="528680" y="5378397"/>
                  </a:lnTo>
                  <a:lnTo>
                    <a:pt x="528788" y="5378397"/>
                  </a:lnTo>
                  <a:lnTo>
                    <a:pt x="528788" y="5377773"/>
                  </a:lnTo>
                  <a:lnTo>
                    <a:pt x="529439" y="5377773"/>
                  </a:lnTo>
                  <a:lnTo>
                    <a:pt x="529656" y="5377150"/>
                  </a:lnTo>
                  <a:lnTo>
                    <a:pt x="529873" y="5376526"/>
                  </a:lnTo>
                  <a:lnTo>
                    <a:pt x="530198" y="5375903"/>
                  </a:lnTo>
                  <a:lnTo>
                    <a:pt x="530307" y="5375903"/>
                  </a:lnTo>
                  <a:lnTo>
                    <a:pt x="530523" y="5375903"/>
                  </a:lnTo>
                  <a:lnTo>
                    <a:pt x="530523" y="5374656"/>
                  </a:lnTo>
                  <a:lnTo>
                    <a:pt x="530957" y="5374032"/>
                  </a:lnTo>
                  <a:lnTo>
                    <a:pt x="531283" y="5374032"/>
                  </a:lnTo>
                  <a:lnTo>
                    <a:pt x="531499" y="5374032"/>
                  </a:lnTo>
                  <a:lnTo>
                    <a:pt x="532042" y="5374032"/>
                  </a:lnTo>
                  <a:lnTo>
                    <a:pt x="532042" y="5373408"/>
                  </a:lnTo>
                  <a:lnTo>
                    <a:pt x="532042" y="5372785"/>
                  </a:lnTo>
                  <a:lnTo>
                    <a:pt x="532042" y="5372161"/>
                  </a:lnTo>
                  <a:lnTo>
                    <a:pt x="532150" y="5372161"/>
                  </a:lnTo>
                  <a:lnTo>
                    <a:pt x="532150" y="5371538"/>
                  </a:lnTo>
                  <a:lnTo>
                    <a:pt x="532584" y="5371538"/>
                  </a:lnTo>
                  <a:lnTo>
                    <a:pt x="532692" y="5371538"/>
                  </a:lnTo>
                  <a:lnTo>
                    <a:pt x="532801" y="5371538"/>
                  </a:lnTo>
                  <a:lnTo>
                    <a:pt x="533343" y="5370914"/>
                  </a:lnTo>
                  <a:lnTo>
                    <a:pt x="533668" y="5370290"/>
                  </a:lnTo>
                  <a:lnTo>
                    <a:pt x="533777" y="5370290"/>
                  </a:lnTo>
                  <a:lnTo>
                    <a:pt x="533885" y="5369667"/>
                  </a:lnTo>
                  <a:lnTo>
                    <a:pt x="533994" y="5369667"/>
                  </a:lnTo>
                  <a:lnTo>
                    <a:pt x="534102" y="5369667"/>
                  </a:lnTo>
                  <a:lnTo>
                    <a:pt x="534211" y="5369667"/>
                  </a:lnTo>
                  <a:lnTo>
                    <a:pt x="534319" y="5369667"/>
                  </a:lnTo>
                  <a:lnTo>
                    <a:pt x="534428" y="5369667"/>
                  </a:lnTo>
                  <a:lnTo>
                    <a:pt x="534644" y="5369667"/>
                  </a:lnTo>
                  <a:lnTo>
                    <a:pt x="534753" y="5369043"/>
                  </a:lnTo>
                  <a:lnTo>
                    <a:pt x="534861" y="5369043"/>
                  </a:lnTo>
                  <a:lnTo>
                    <a:pt x="534970" y="5369043"/>
                  </a:lnTo>
                  <a:lnTo>
                    <a:pt x="534970" y="5368420"/>
                  </a:lnTo>
                  <a:lnTo>
                    <a:pt x="535078" y="5368420"/>
                  </a:lnTo>
                  <a:lnTo>
                    <a:pt x="535187" y="5368420"/>
                  </a:lnTo>
                  <a:lnTo>
                    <a:pt x="535295" y="5367796"/>
                  </a:lnTo>
                  <a:lnTo>
                    <a:pt x="535295" y="5367173"/>
                  </a:lnTo>
                  <a:lnTo>
                    <a:pt x="535620" y="5366549"/>
                  </a:lnTo>
                  <a:lnTo>
                    <a:pt x="535946" y="5366549"/>
                  </a:lnTo>
                  <a:lnTo>
                    <a:pt x="536163" y="5366549"/>
                  </a:lnTo>
                  <a:lnTo>
                    <a:pt x="536163" y="5365925"/>
                  </a:lnTo>
                  <a:lnTo>
                    <a:pt x="536271" y="5365302"/>
                  </a:lnTo>
                  <a:lnTo>
                    <a:pt x="536271" y="5364678"/>
                  </a:lnTo>
                  <a:lnTo>
                    <a:pt x="536380" y="5364678"/>
                  </a:lnTo>
                  <a:lnTo>
                    <a:pt x="536488" y="5364678"/>
                  </a:lnTo>
                  <a:lnTo>
                    <a:pt x="536705" y="5364678"/>
                  </a:lnTo>
                  <a:lnTo>
                    <a:pt x="536813" y="5364678"/>
                  </a:lnTo>
                  <a:lnTo>
                    <a:pt x="537139" y="5364678"/>
                  </a:lnTo>
                  <a:lnTo>
                    <a:pt x="537247" y="5364678"/>
                  </a:lnTo>
                  <a:lnTo>
                    <a:pt x="537356" y="5364678"/>
                  </a:lnTo>
                  <a:lnTo>
                    <a:pt x="537464" y="5364678"/>
                  </a:lnTo>
                  <a:lnTo>
                    <a:pt x="537572" y="5364678"/>
                  </a:lnTo>
                  <a:lnTo>
                    <a:pt x="538006" y="5364678"/>
                  </a:lnTo>
                  <a:lnTo>
                    <a:pt x="538115" y="5364678"/>
                  </a:lnTo>
                  <a:lnTo>
                    <a:pt x="538332" y="5363431"/>
                  </a:lnTo>
                  <a:lnTo>
                    <a:pt x="538440" y="5363431"/>
                  </a:lnTo>
                  <a:lnTo>
                    <a:pt x="538549" y="5363431"/>
                  </a:lnTo>
                  <a:lnTo>
                    <a:pt x="538657" y="5363431"/>
                  </a:lnTo>
                  <a:lnTo>
                    <a:pt x="539199" y="5363431"/>
                  </a:lnTo>
                  <a:lnTo>
                    <a:pt x="539416" y="5362807"/>
                  </a:lnTo>
                  <a:lnTo>
                    <a:pt x="539525" y="5362184"/>
                  </a:lnTo>
                  <a:lnTo>
                    <a:pt x="539633" y="5361560"/>
                  </a:lnTo>
                  <a:lnTo>
                    <a:pt x="539633" y="5360937"/>
                  </a:lnTo>
                  <a:lnTo>
                    <a:pt x="539850" y="5360937"/>
                  </a:lnTo>
                  <a:lnTo>
                    <a:pt x="540284" y="5360937"/>
                  </a:lnTo>
                  <a:lnTo>
                    <a:pt x="541151" y="5359066"/>
                  </a:lnTo>
                  <a:lnTo>
                    <a:pt x="541260" y="5359066"/>
                  </a:lnTo>
                  <a:lnTo>
                    <a:pt x="541368" y="5359066"/>
                  </a:lnTo>
                  <a:lnTo>
                    <a:pt x="541585" y="5357819"/>
                  </a:lnTo>
                  <a:lnTo>
                    <a:pt x="541585" y="5357195"/>
                  </a:lnTo>
                  <a:lnTo>
                    <a:pt x="541693" y="5356572"/>
                  </a:lnTo>
                  <a:lnTo>
                    <a:pt x="541693" y="5355948"/>
                  </a:lnTo>
                  <a:lnTo>
                    <a:pt x="541802" y="5355948"/>
                  </a:lnTo>
                  <a:lnTo>
                    <a:pt x="542019" y="5355324"/>
                  </a:lnTo>
                  <a:lnTo>
                    <a:pt x="542778" y="5354701"/>
                  </a:lnTo>
                  <a:lnTo>
                    <a:pt x="542995" y="5354701"/>
                  </a:lnTo>
                  <a:lnTo>
                    <a:pt x="543212" y="5354077"/>
                  </a:lnTo>
                  <a:lnTo>
                    <a:pt x="543320" y="5354077"/>
                  </a:lnTo>
                  <a:lnTo>
                    <a:pt x="543537" y="5354077"/>
                  </a:lnTo>
                  <a:lnTo>
                    <a:pt x="543754" y="5352830"/>
                  </a:lnTo>
                  <a:lnTo>
                    <a:pt x="544188" y="5352207"/>
                  </a:lnTo>
                  <a:lnTo>
                    <a:pt x="544513" y="5352207"/>
                  </a:lnTo>
                  <a:lnTo>
                    <a:pt x="544622" y="5350959"/>
                  </a:lnTo>
                  <a:lnTo>
                    <a:pt x="544730" y="5350959"/>
                  </a:lnTo>
                  <a:lnTo>
                    <a:pt x="544838" y="5350959"/>
                  </a:lnTo>
                  <a:lnTo>
                    <a:pt x="544947" y="5350959"/>
                  </a:lnTo>
                  <a:lnTo>
                    <a:pt x="545164" y="5350959"/>
                  </a:lnTo>
                  <a:lnTo>
                    <a:pt x="545272" y="5349712"/>
                  </a:lnTo>
                  <a:lnTo>
                    <a:pt x="545706" y="5349712"/>
                  </a:lnTo>
                  <a:lnTo>
                    <a:pt x="545706" y="5349089"/>
                  </a:lnTo>
                  <a:lnTo>
                    <a:pt x="546031" y="5349089"/>
                  </a:lnTo>
                  <a:lnTo>
                    <a:pt x="546140" y="5349089"/>
                  </a:lnTo>
                  <a:lnTo>
                    <a:pt x="546357" y="5349089"/>
                  </a:lnTo>
                  <a:lnTo>
                    <a:pt x="546465" y="5349089"/>
                  </a:lnTo>
                  <a:lnTo>
                    <a:pt x="546682" y="5349089"/>
                  </a:lnTo>
                  <a:lnTo>
                    <a:pt x="547116" y="5349089"/>
                  </a:lnTo>
                  <a:lnTo>
                    <a:pt x="547333" y="5348465"/>
                  </a:lnTo>
                  <a:lnTo>
                    <a:pt x="547658" y="5348465"/>
                  </a:lnTo>
                  <a:lnTo>
                    <a:pt x="547875" y="5347218"/>
                  </a:lnTo>
                  <a:lnTo>
                    <a:pt x="548092" y="5346594"/>
                  </a:lnTo>
                  <a:lnTo>
                    <a:pt x="548417" y="5345971"/>
                  </a:lnTo>
                  <a:lnTo>
                    <a:pt x="548634" y="5345347"/>
                  </a:lnTo>
                  <a:lnTo>
                    <a:pt x="548743" y="5345347"/>
                  </a:lnTo>
                  <a:lnTo>
                    <a:pt x="549176" y="5345347"/>
                  </a:lnTo>
                  <a:lnTo>
                    <a:pt x="549285" y="5345347"/>
                  </a:lnTo>
                  <a:lnTo>
                    <a:pt x="549393" y="5345347"/>
                  </a:lnTo>
                  <a:lnTo>
                    <a:pt x="549502" y="5345347"/>
                  </a:lnTo>
                  <a:lnTo>
                    <a:pt x="549610" y="5345347"/>
                  </a:lnTo>
                  <a:lnTo>
                    <a:pt x="549827" y="5345347"/>
                  </a:lnTo>
                  <a:lnTo>
                    <a:pt x="549935" y="5345347"/>
                  </a:lnTo>
                  <a:lnTo>
                    <a:pt x="550152" y="5345347"/>
                  </a:lnTo>
                  <a:lnTo>
                    <a:pt x="550261" y="5344724"/>
                  </a:lnTo>
                  <a:lnTo>
                    <a:pt x="550695" y="5344100"/>
                  </a:lnTo>
                  <a:lnTo>
                    <a:pt x="550803" y="5344100"/>
                  </a:lnTo>
                  <a:lnTo>
                    <a:pt x="551020" y="5344100"/>
                  </a:lnTo>
                  <a:lnTo>
                    <a:pt x="551128" y="5344100"/>
                  </a:lnTo>
                  <a:lnTo>
                    <a:pt x="551237" y="5344100"/>
                  </a:lnTo>
                  <a:lnTo>
                    <a:pt x="551454" y="5343476"/>
                  </a:lnTo>
                  <a:lnTo>
                    <a:pt x="551562" y="5343476"/>
                  </a:lnTo>
                  <a:lnTo>
                    <a:pt x="551996" y="5343476"/>
                  </a:lnTo>
                  <a:lnTo>
                    <a:pt x="552104" y="5343476"/>
                  </a:lnTo>
                  <a:lnTo>
                    <a:pt x="552321" y="5343476"/>
                  </a:lnTo>
                  <a:lnTo>
                    <a:pt x="552647" y="5342853"/>
                  </a:lnTo>
                  <a:lnTo>
                    <a:pt x="552755" y="5342853"/>
                  </a:lnTo>
                  <a:lnTo>
                    <a:pt x="552972" y="5342229"/>
                  </a:lnTo>
                  <a:lnTo>
                    <a:pt x="553080" y="5342229"/>
                  </a:lnTo>
                  <a:lnTo>
                    <a:pt x="553297" y="5342229"/>
                  </a:lnTo>
                  <a:lnTo>
                    <a:pt x="553514" y="5340982"/>
                  </a:lnTo>
                  <a:lnTo>
                    <a:pt x="553731" y="5340982"/>
                  </a:lnTo>
                  <a:lnTo>
                    <a:pt x="554273" y="5340358"/>
                  </a:lnTo>
                  <a:lnTo>
                    <a:pt x="554382" y="5340358"/>
                  </a:lnTo>
                  <a:lnTo>
                    <a:pt x="554490" y="5339735"/>
                  </a:lnTo>
                  <a:lnTo>
                    <a:pt x="555249" y="5338488"/>
                  </a:lnTo>
                  <a:lnTo>
                    <a:pt x="555358" y="5338488"/>
                  </a:lnTo>
                  <a:lnTo>
                    <a:pt x="555575" y="5337864"/>
                  </a:lnTo>
                  <a:lnTo>
                    <a:pt x="555683" y="5337864"/>
                  </a:lnTo>
                  <a:lnTo>
                    <a:pt x="555792" y="5337864"/>
                  </a:lnTo>
                  <a:lnTo>
                    <a:pt x="556117" y="5337241"/>
                  </a:lnTo>
                  <a:lnTo>
                    <a:pt x="556551" y="5337241"/>
                  </a:lnTo>
                  <a:lnTo>
                    <a:pt x="556876" y="5337241"/>
                  </a:lnTo>
                  <a:lnTo>
                    <a:pt x="556985" y="5337241"/>
                  </a:lnTo>
                  <a:lnTo>
                    <a:pt x="558069" y="5336617"/>
                  </a:lnTo>
                  <a:lnTo>
                    <a:pt x="558177" y="5336617"/>
                  </a:lnTo>
                  <a:lnTo>
                    <a:pt x="558503" y="5335370"/>
                  </a:lnTo>
                  <a:lnTo>
                    <a:pt x="558828" y="5335370"/>
                  </a:lnTo>
                  <a:lnTo>
                    <a:pt x="558937" y="5335370"/>
                  </a:lnTo>
                  <a:lnTo>
                    <a:pt x="559045" y="5335370"/>
                  </a:lnTo>
                  <a:lnTo>
                    <a:pt x="559153" y="5335370"/>
                  </a:lnTo>
                  <a:lnTo>
                    <a:pt x="559370" y="5334123"/>
                  </a:lnTo>
                  <a:lnTo>
                    <a:pt x="559479" y="5333499"/>
                  </a:lnTo>
                  <a:lnTo>
                    <a:pt x="559587" y="5332875"/>
                  </a:lnTo>
                  <a:lnTo>
                    <a:pt x="560021" y="5331005"/>
                  </a:lnTo>
                  <a:lnTo>
                    <a:pt x="560130" y="5331005"/>
                  </a:lnTo>
                  <a:lnTo>
                    <a:pt x="560889" y="5330381"/>
                  </a:lnTo>
                  <a:lnTo>
                    <a:pt x="561214" y="5330381"/>
                  </a:lnTo>
                  <a:lnTo>
                    <a:pt x="561322" y="5330381"/>
                  </a:lnTo>
                  <a:lnTo>
                    <a:pt x="561756" y="5330381"/>
                  </a:lnTo>
                  <a:lnTo>
                    <a:pt x="562082" y="5329758"/>
                  </a:lnTo>
                  <a:lnTo>
                    <a:pt x="562190" y="5329758"/>
                  </a:lnTo>
                  <a:lnTo>
                    <a:pt x="562190" y="5329134"/>
                  </a:lnTo>
                  <a:lnTo>
                    <a:pt x="562298" y="5329134"/>
                  </a:lnTo>
                  <a:lnTo>
                    <a:pt x="562732" y="5327263"/>
                  </a:lnTo>
                  <a:lnTo>
                    <a:pt x="562841" y="5327263"/>
                  </a:lnTo>
                  <a:lnTo>
                    <a:pt x="562949" y="5327263"/>
                  </a:lnTo>
                  <a:lnTo>
                    <a:pt x="563166" y="5326640"/>
                  </a:lnTo>
                  <a:lnTo>
                    <a:pt x="563274" y="5326640"/>
                  </a:lnTo>
                  <a:lnTo>
                    <a:pt x="563600" y="5326640"/>
                  </a:lnTo>
                  <a:lnTo>
                    <a:pt x="563708" y="5326640"/>
                  </a:lnTo>
                  <a:lnTo>
                    <a:pt x="563817" y="5326016"/>
                  </a:lnTo>
                  <a:lnTo>
                    <a:pt x="564142" y="5326016"/>
                  </a:lnTo>
                  <a:lnTo>
                    <a:pt x="564251" y="5324769"/>
                  </a:lnTo>
                  <a:lnTo>
                    <a:pt x="564359" y="5324769"/>
                  </a:lnTo>
                  <a:lnTo>
                    <a:pt x="564576" y="5324769"/>
                  </a:lnTo>
                  <a:lnTo>
                    <a:pt x="565227" y="5322275"/>
                  </a:lnTo>
                  <a:lnTo>
                    <a:pt x="565335" y="5322275"/>
                  </a:lnTo>
                  <a:lnTo>
                    <a:pt x="565552" y="5321651"/>
                  </a:lnTo>
                  <a:lnTo>
                    <a:pt x="565660" y="5321651"/>
                  </a:lnTo>
                  <a:lnTo>
                    <a:pt x="565986" y="5321027"/>
                  </a:lnTo>
                  <a:lnTo>
                    <a:pt x="566094" y="5319157"/>
                  </a:lnTo>
                  <a:lnTo>
                    <a:pt x="566203" y="5319157"/>
                  </a:lnTo>
                  <a:lnTo>
                    <a:pt x="566311" y="5319157"/>
                  </a:lnTo>
                  <a:lnTo>
                    <a:pt x="566528" y="5319157"/>
                  </a:lnTo>
                  <a:lnTo>
                    <a:pt x="566745" y="5318533"/>
                  </a:lnTo>
                  <a:lnTo>
                    <a:pt x="566962" y="5318533"/>
                  </a:lnTo>
                  <a:lnTo>
                    <a:pt x="567179" y="5318533"/>
                  </a:lnTo>
                  <a:lnTo>
                    <a:pt x="567287" y="5317286"/>
                  </a:lnTo>
                  <a:lnTo>
                    <a:pt x="567395" y="5317286"/>
                  </a:lnTo>
                  <a:lnTo>
                    <a:pt x="567612" y="5317286"/>
                  </a:lnTo>
                  <a:lnTo>
                    <a:pt x="567721" y="5317286"/>
                  </a:lnTo>
                  <a:lnTo>
                    <a:pt x="568155" y="5317286"/>
                  </a:lnTo>
                  <a:lnTo>
                    <a:pt x="568372" y="5317286"/>
                  </a:lnTo>
                  <a:lnTo>
                    <a:pt x="568588" y="5316039"/>
                  </a:lnTo>
                  <a:lnTo>
                    <a:pt x="568697" y="5316039"/>
                  </a:lnTo>
                  <a:lnTo>
                    <a:pt x="569239" y="5316039"/>
                  </a:lnTo>
                  <a:lnTo>
                    <a:pt x="569564" y="5316039"/>
                  </a:lnTo>
                  <a:lnTo>
                    <a:pt x="570107" y="5314168"/>
                  </a:lnTo>
                  <a:lnTo>
                    <a:pt x="570540" y="5314168"/>
                  </a:lnTo>
                  <a:lnTo>
                    <a:pt x="570649" y="5314168"/>
                  </a:lnTo>
                  <a:lnTo>
                    <a:pt x="570757" y="5313544"/>
                  </a:lnTo>
                  <a:lnTo>
                    <a:pt x="570974" y="5312297"/>
                  </a:lnTo>
                  <a:lnTo>
                    <a:pt x="571300" y="5312297"/>
                  </a:lnTo>
                  <a:lnTo>
                    <a:pt x="571733" y="5312297"/>
                  </a:lnTo>
                  <a:lnTo>
                    <a:pt x="572059" y="5311674"/>
                  </a:lnTo>
                  <a:lnTo>
                    <a:pt x="572276" y="5311050"/>
                  </a:lnTo>
                  <a:lnTo>
                    <a:pt x="572709" y="5309803"/>
                  </a:lnTo>
                  <a:lnTo>
                    <a:pt x="572818" y="5309803"/>
                  </a:lnTo>
                  <a:lnTo>
                    <a:pt x="572926" y="5309803"/>
                  </a:lnTo>
                  <a:lnTo>
                    <a:pt x="573143" y="5309803"/>
                  </a:lnTo>
                  <a:lnTo>
                    <a:pt x="573252" y="5309803"/>
                  </a:lnTo>
                  <a:lnTo>
                    <a:pt x="573360" y="5309179"/>
                  </a:lnTo>
                  <a:lnTo>
                    <a:pt x="573469" y="5309179"/>
                  </a:lnTo>
                  <a:lnTo>
                    <a:pt x="573577" y="5309179"/>
                  </a:lnTo>
                  <a:lnTo>
                    <a:pt x="574336" y="5309179"/>
                  </a:lnTo>
                  <a:lnTo>
                    <a:pt x="574336" y="5308556"/>
                  </a:lnTo>
                  <a:lnTo>
                    <a:pt x="574661" y="5308556"/>
                  </a:lnTo>
                  <a:lnTo>
                    <a:pt x="574878" y="5307309"/>
                  </a:lnTo>
                  <a:lnTo>
                    <a:pt x="575204" y="5307309"/>
                  </a:lnTo>
                  <a:lnTo>
                    <a:pt x="575529" y="5307309"/>
                  </a:lnTo>
                  <a:lnTo>
                    <a:pt x="575854" y="5307309"/>
                  </a:lnTo>
                  <a:lnTo>
                    <a:pt x="575963" y="5307309"/>
                  </a:lnTo>
                  <a:lnTo>
                    <a:pt x="576180" y="5306685"/>
                  </a:lnTo>
                  <a:lnTo>
                    <a:pt x="576505" y="5306061"/>
                  </a:lnTo>
                  <a:lnTo>
                    <a:pt x="576613" y="5306061"/>
                  </a:lnTo>
                  <a:lnTo>
                    <a:pt x="576722" y="5306061"/>
                  </a:lnTo>
                  <a:lnTo>
                    <a:pt x="577047" y="5306061"/>
                  </a:lnTo>
                  <a:lnTo>
                    <a:pt x="577264" y="5304191"/>
                  </a:lnTo>
                  <a:lnTo>
                    <a:pt x="577373" y="5303567"/>
                  </a:lnTo>
                  <a:lnTo>
                    <a:pt x="578023" y="5303567"/>
                  </a:lnTo>
                  <a:lnTo>
                    <a:pt x="578132" y="5303567"/>
                  </a:lnTo>
                  <a:lnTo>
                    <a:pt x="578349" y="5303567"/>
                  </a:lnTo>
                  <a:lnTo>
                    <a:pt x="578566" y="5303567"/>
                  </a:lnTo>
                  <a:lnTo>
                    <a:pt x="578782" y="5302944"/>
                  </a:lnTo>
                  <a:lnTo>
                    <a:pt x="578891" y="5302320"/>
                  </a:lnTo>
                  <a:lnTo>
                    <a:pt x="579216" y="5302320"/>
                  </a:lnTo>
                  <a:lnTo>
                    <a:pt x="579325" y="5302320"/>
                  </a:lnTo>
                  <a:lnTo>
                    <a:pt x="579650" y="5302320"/>
                  </a:lnTo>
                  <a:lnTo>
                    <a:pt x="579975" y="5302320"/>
                  </a:lnTo>
                  <a:lnTo>
                    <a:pt x="579975" y="5301696"/>
                  </a:lnTo>
                  <a:lnTo>
                    <a:pt x="580192" y="5301073"/>
                  </a:lnTo>
                  <a:lnTo>
                    <a:pt x="580409" y="5301073"/>
                  </a:lnTo>
                  <a:lnTo>
                    <a:pt x="580518" y="5301073"/>
                  </a:lnTo>
                  <a:lnTo>
                    <a:pt x="581060" y="5301073"/>
                  </a:lnTo>
                  <a:lnTo>
                    <a:pt x="581168" y="5301073"/>
                  </a:lnTo>
                  <a:lnTo>
                    <a:pt x="581385" y="5301073"/>
                  </a:lnTo>
                  <a:lnTo>
                    <a:pt x="581711" y="5301073"/>
                  </a:lnTo>
                  <a:lnTo>
                    <a:pt x="581819" y="5301073"/>
                  </a:lnTo>
                  <a:lnTo>
                    <a:pt x="582144" y="5301073"/>
                  </a:lnTo>
                  <a:lnTo>
                    <a:pt x="582361" y="5300449"/>
                  </a:lnTo>
                  <a:lnTo>
                    <a:pt x="582470" y="5300449"/>
                  </a:lnTo>
                  <a:lnTo>
                    <a:pt x="582578" y="5300449"/>
                  </a:lnTo>
                  <a:lnTo>
                    <a:pt x="582903" y="5299826"/>
                  </a:lnTo>
                  <a:lnTo>
                    <a:pt x="583120" y="5299826"/>
                  </a:lnTo>
                  <a:lnTo>
                    <a:pt x="583337" y="5299826"/>
                  </a:lnTo>
                  <a:lnTo>
                    <a:pt x="583663" y="5298578"/>
                  </a:lnTo>
                  <a:lnTo>
                    <a:pt x="583879" y="5298578"/>
                  </a:lnTo>
                  <a:lnTo>
                    <a:pt x="583988" y="5298578"/>
                  </a:lnTo>
                  <a:lnTo>
                    <a:pt x="584096" y="5297955"/>
                  </a:lnTo>
                  <a:lnTo>
                    <a:pt x="584205" y="5297331"/>
                  </a:lnTo>
                  <a:lnTo>
                    <a:pt x="584530" y="5297331"/>
                  </a:lnTo>
                  <a:lnTo>
                    <a:pt x="585181" y="5297331"/>
                  </a:lnTo>
                  <a:lnTo>
                    <a:pt x="585289" y="5297331"/>
                  </a:lnTo>
                  <a:lnTo>
                    <a:pt x="585398" y="5297331"/>
                  </a:lnTo>
                  <a:lnTo>
                    <a:pt x="585506" y="5296708"/>
                  </a:lnTo>
                  <a:lnTo>
                    <a:pt x="585615" y="5296708"/>
                  </a:lnTo>
                  <a:lnTo>
                    <a:pt x="586265" y="5296084"/>
                  </a:lnTo>
                  <a:lnTo>
                    <a:pt x="586482" y="5295461"/>
                  </a:lnTo>
                  <a:lnTo>
                    <a:pt x="587024" y="5294837"/>
                  </a:lnTo>
                  <a:lnTo>
                    <a:pt x="587241" y="5294213"/>
                  </a:lnTo>
                  <a:lnTo>
                    <a:pt x="587458" y="5294213"/>
                  </a:lnTo>
                  <a:lnTo>
                    <a:pt x="587567" y="5294213"/>
                  </a:lnTo>
                  <a:lnTo>
                    <a:pt x="587675" y="5293590"/>
                  </a:lnTo>
                  <a:lnTo>
                    <a:pt x="587892" y="5291719"/>
                  </a:lnTo>
                  <a:lnTo>
                    <a:pt x="587892" y="5291095"/>
                  </a:lnTo>
                  <a:lnTo>
                    <a:pt x="588000" y="5291095"/>
                  </a:lnTo>
                  <a:lnTo>
                    <a:pt x="588434" y="5289848"/>
                  </a:lnTo>
                  <a:lnTo>
                    <a:pt x="588976" y="5288601"/>
                  </a:lnTo>
                  <a:lnTo>
                    <a:pt x="588976" y="5287978"/>
                  </a:lnTo>
                  <a:lnTo>
                    <a:pt x="589410" y="5287978"/>
                  </a:lnTo>
                  <a:lnTo>
                    <a:pt x="589736" y="5286730"/>
                  </a:lnTo>
                  <a:lnTo>
                    <a:pt x="589844" y="5286730"/>
                  </a:lnTo>
                  <a:lnTo>
                    <a:pt x="590169" y="5285483"/>
                  </a:lnTo>
                  <a:lnTo>
                    <a:pt x="590712" y="5285483"/>
                  </a:lnTo>
                  <a:lnTo>
                    <a:pt x="590820" y="5284860"/>
                  </a:lnTo>
                  <a:lnTo>
                    <a:pt x="590929" y="5284860"/>
                  </a:lnTo>
                  <a:lnTo>
                    <a:pt x="591037" y="5284860"/>
                  </a:lnTo>
                  <a:lnTo>
                    <a:pt x="591145" y="5284860"/>
                  </a:lnTo>
                  <a:lnTo>
                    <a:pt x="591471" y="5284236"/>
                  </a:lnTo>
                  <a:lnTo>
                    <a:pt x="591579" y="5282365"/>
                  </a:lnTo>
                  <a:lnTo>
                    <a:pt x="591688" y="5282365"/>
                  </a:lnTo>
                  <a:lnTo>
                    <a:pt x="591905" y="5282365"/>
                  </a:lnTo>
                  <a:lnTo>
                    <a:pt x="592121" y="5282365"/>
                  </a:lnTo>
                  <a:lnTo>
                    <a:pt x="592230" y="5282365"/>
                  </a:lnTo>
                  <a:lnTo>
                    <a:pt x="592338" y="5282365"/>
                  </a:lnTo>
                  <a:lnTo>
                    <a:pt x="592447" y="5281118"/>
                  </a:lnTo>
                  <a:lnTo>
                    <a:pt x="592664" y="5279871"/>
                  </a:lnTo>
                  <a:lnTo>
                    <a:pt x="592664" y="5279247"/>
                  </a:lnTo>
                  <a:lnTo>
                    <a:pt x="592989" y="5279247"/>
                  </a:lnTo>
                  <a:lnTo>
                    <a:pt x="593097" y="5279247"/>
                  </a:lnTo>
                  <a:lnTo>
                    <a:pt x="593206" y="5279247"/>
                  </a:lnTo>
                  <a:lnTo>
                    <a:pt x="593423" y="5279247"/>
                  </a:lnTo>
                  <a:lnTo>
                    <a:pt x="593423" y="5278624"/>
                  </a:lnTo>
                  <a:lnTo>
                    <a:pt x="593531" y="5278624"/>
                  </a:lnTo>
                  <a:lnTo>
                    <a:pt x="593531" y="5278000"/>
                  </a:lnTo>
                  <a:lnTo>
                    <a:pt x="593640" y="5278000"/>
                  </a:lnTo>
                  <a:lnTo>
                    <a:pt x="593748" y="5278000"/>
                  </a:lnTo>
                  <a:lnTo>
                    <a:pt x="593748" y="5276753"/>
                  </a:lnTo>
                  <a:lnTo>
                    <a:pt x="593748" y="5276130"/>
                  </a:lnTo>
                  <a:lnTo>
                    <a:pt x="594074" y="5275506"/>
                  </a:lnTo>
                  <a:lnTo>
                    <a:pt x="594182" y="5274882"/>
                  </a:lnTo>
                  <a:lnTo>
                    <a:pt x="594182" y="5274259"/>
                  </a:lnTo>
                  <a:lnTo>
                    <a:pt x="594290" y="5274259"/>
                  </a:lnTo>
                  <a:lnTo>
                    <a:pt x="594399" y="5274259"/>
                  </a:lnTo>
                  <a:lnTo>
                    <a:pt x="594616" y="5273635"/>
                  </a:lnTo>
                  <a:lnTo>
                    <a:pt x="594724" y="5273635"/>
                  </a:lnTo>
                  <a:lnTo>
                    <a:pt x="594833" y="5273635"/>
                  </a:lnTo>
                  <a:lnTo>
                    <a:pt x="594941" y="5273012"/>
                  </a:lnTo>
                  <a:lnTo>
                    <a:pt x="595158" y="5273012"/>
                  </a:lnTo>
                  <a:lnTo>
                    <a:pt x="595266" y="5273012"/>
                  </a:lnTo>
                  <a:lnTo>
                    <a:pt x="595375" y="5273012"/>
                  </a:lnTo>
                  <a:lnTo>
                    <a:pt x="595483" y="5273012"/>
                  </a:lnTo>
                  <a:lnTo>
                    <a:pt x="595592" y="5273012"/>
                  </a:lnTo>
                  <a:lnTo>
                    <a:pt x="595700" y="5272388"/>
                  </a:lnTo>
                  <a:lnTo>
                    <a:pt x="595917" y="5272388"/>
                  </a:lnTo>
                  <a:lnTo>
                    <a:pt x="596242" y="5272388"/>
                  </a:lnTo>
                  <a:lnTo>
                    <a:pt x="596459" y="5272388"/>
                  </a:lnTo>
                  <a:lnTo>
                    <a:pt x="596676" y="5272388"/>
                  </a:lnTo>
                  <a:lnTo>
                    <a:pt x="596676" y="5271141"/>
                  </a:lnTo>
                  <a:lnTo>
                    <a:pt x="596785" y="5271141"/>
                  </a:lnTo>
                  <a:lnTo>
                    <a:pt x="596785" y="5269894"/>
                  </a:lnTo>
                  <a:lnTo>
                    <a:pt x="596893" y="5269894"/>
                  </a:lnTo>
                  <a:lnTo>
                    <a:pt x="596893" y="5269270"/>
                  </a:lnTo>
                  <a:lnTo>
                    <a:pt x="597110" y="5268647"/>
                  </a:lnTo>
                  <a:lnTo>
                    <a:pt x="597327" y="5268647"/>
                  </a:lnTo>
                  <a:lnTo>
                    <a:pt x="597435" y="5268647"/>
                  </a:lnTo>
                  <a:lnTo>
                    <a:pt x="597544" y="5268647"/>
                  </a:lnTo>
                  <a:lnTo>
                    <a:pt x="597978" y="5267399"/>
                  </a:lnTo>
                  <a:lnTo>
                    <a:pt x="598737" y="5266152"/>
                  </a:lnTo>
                  <a:lnTo>
                    <a:pt x="598845" y="5266152"/>
                  </a:lnTo>
                  <a:lnTo>
                    <a:pt x="598845" y="5265529"/>
                  </a:lnTo>
                  <a:lnTo>
                    <a:pt x="598954" y="5264905"/>
                  </a:lnTo>
                  <a:lnTo>
                    <a:pt x="599279" y="5263658"/>
                  </a:lnTo>
                  <a:lnTo>
                    <a:pt x="599387" y="5263658"/>
                  </a:lnTo>
                  <a:lnTo>
                    <a:pt x="599713" y="5263658"/>
                  </a:lnTo>
                  <a:lnTo>
                    <a:pt x="599821" y="5262411"/>
                  </a:lnTo>
                  <a:lnTo>
                    <a:pt x="600147" y="5262411"/>
                  </a:lnTo>
                  <a:lnTo>
                    <a:pt x="600255" y="5262411"/>
                  </a:lnTo>
                  <a:lnTo>
                    <a:pt x="600363" y="5261787"/>
                  </a:lnTo>
                  <a:lnTo>
                    <a:pt x="600580" y="5261787"/>
                  </a:lnTo>
                  <a:lnTo>
                    <a:pt x="600689" y="5261164"/>
                  </a:lnTo>
                  <a:lnTo>
                    <a:pt x="600689" y="5260540"/>
                  </a:lnTo>
                  <a:lnTo>
                    <a:pt x="600797" y="5260540"/>
                  </a:lnTo>
                  <a:lnTo>
                    <a:pt x="601014" y="5259916"/>
                  </a:lnTo>
                  <a:lnTo>
                    <a:pt x="601014" y="5259293"/>
                  </a:lnTo>
                  <a:lnTo>
                    <a:pt x="601339" y="5258669"/>
                  </a:lnTo>
                  <a:lnTo>
                    <a:pt x="601339" y="5257422"/>
                  </a:lnTo>
                  <a:lnTo>
                    <a:pt x="601990" y="5256798"/>
                  </a:lnTo>
                  <a:lnTo>
                    <a:pt x="602099" y="5256798"/>
                  </a:lnTo>
                  <a:lnTo>
                    <a:pt x="602207" y="5256798"/>
                  </a:lnTo>
                  <a:lnTo>
                    <a:pt x="602641" y="5254928"/>
                  </a:lnTo>
                  <a:lnTo>
                    <a:pt x="602749" y="5254928"/>
                  </a:lnTo>
                  <a:lnTo>
                    <a:pt x="602966" y="5254928"/>
                  </a:lnTo>
                  <a:lnTo>
                    <a:pt x="602966" y="5254304"/>
                  </a:lnTo>
                  <a:lnTo>
                    <a:pt x="603183" y="5253681"/>
                  </a:lnTo>
                  <a:lnTo>
                    <a:pt x="603400" y="5253057"/>
                  </a:lnTo>
                  <a:lnTo>
                    <a:pt x="603508" y="5252433"/>
                  </a:lnTo>
                  <a:lnTo>
                    <a:pt x="603725" y="5252433"/>
                  </a:lnTo>
                  <a:lnTo>
                    <a:pt x="603834" y="5251810"/>
                  </a:lnTo>
                  <a:lnTo>
                    <a:pt x="603942" y="5251186"/>
                  </a:lnTo>
                  <a:lnTo>
                    <a:pt x="604159" y="5251186"/>
                  </a:lnTo>
                  <a:lnTo>
                    <a:pt x="604701" y="5251186"/>
                  </a:lnTo>
                  <a:lnTo>
                    <a:pt x="604918" y="5249315"/>
                  </a:lnTo>
                  <a:lnTo>
                    <a:pt x="605027" y="5249315"/>
                  </a:lnTo>
                  <a:lnTo>
                    <a:pt x="605352" y="5249315"/>
                  </a:lnTo>
                  <a:lnTo>
                    <a:pt x="605677" y="5249315"/>
                  </a:lnTo>
                  <a:lnTo>
                    <a:pt x="606003" y="5248692"/>
                  </a:lnTo>
                  <a:lnTo>
                    <a:pt x="606111" y="5248692"/>
                  </a:lnTo>
                  <a:lnTo>
                    <a:pt x="606220" y="5248692"/>
                  </a:lnTo>
                  <a:lnTo>
                    <a:pt x="606220" y="5248068"/>
                  </a:lnTo>
                  <a:lnTo>
                    <a:pt x="606328" y="5248068"/>
                  </a:lnTo>
                  <a:lnTo>
                    <a:pt x="606653" y="5248068"/>
                  </a:lnTo>
                  <a:lnTo>
                    <a:pt x="606762" y="5248068"/>
                  </a:lnTo>
                  <a:lnTo>
                    <a:pt x="607087" y="5248068"/>
                  </a:lnTo>
                  <a:lnTo>
                    <a:pt x="607196" y="5248068"/>
                  </a:lnTo>
                  <a:lnTo>
                    <a:pt x="607304" y="5248068"/>
                  </a:lnTo>
                  <a:lnTo>
                    <a:pt x="607521" y="5248068"/>
                  </a:lnTo>
                  <a:lnTo>
                    <a:pt x="607738" y="5246821"/>
                  </a:lnTo>
                  <a:lnTo>
                    <a:pt x="607738" y="5246198"/>
                  </a:lnTo>
                  <a:lnTo>
                    <a:pt x="607846" y="5246198"/>
                  </a:lnTo>
                  <a:lnTo>
                    <a:pt x="608172" y="5246198"/>
                  </a:lnTo>
                  <a:lnTo>
                    <a:pt x="608280" y="5245574"/>
                  </a:lnTo>
                  <a:lnTo>
                    <a:pt x="608389" y="5244950"/>
                  </a:lnTo>
                  <a:lnTo>
                    <a:pt x="608605" y="5244327"/>
                  </a:lnTo>
                  <a:lnTo>
                    <a:pt x="608822" y="5244327"/>
                  </a:lnTo>
                  <a:lnTo>
                    <a:pt x="608931" y="5244327"/>
                  </a:lnTo>
                  <a:lnTo>
                    <a:pt x="609039" y="5244327"/>
                  </a:lnTo>
                  <a:lnTo>
                    <a:pt x="609365" y="5244327"/>
                  </a:lnTo>
                  <a:lnTo>
                    <a:pt x="609798" y="5244327"/>
                  </a:lnTo>
                  <a:lnTo>
                    <a:pt x="609907" y="5243703"/>
                  </a:lnTo>
                  <a:lnTo>
                    <a:pt x="610015" y="5243703"/>
                  </a:lnTo>
                  <a:lnTo>
                    <a:pt x="610015" y="5242456"/>
                  </a:lnTo>
                  <a:lnTo>
                    <a:pt x="610232" y="5242456"/>
                  </a:lnTo>
                  <a:lnTo>
                    <a:pt x="610449" y="5242456"/>
                  </a:lnTo>
                  <a:lnTo>
                    <a:pt x="610557" y="5242456"/>
                  </a:lnTo>
                  <a:lnTo>
                    <a:pt x="610666" y="5242456"/>
                  </a:lnTo>
                  <a:lnTo>
                    <a:pt x="610774" y="5242456"/>
                  </a:lnTo>
                  <a:lnTo>
                    <a:pt x="610883" y="5242456"/>
                  </a:lnTo>
                  <a:lnTo>
                    <a:pt x="610883" y="5241832"/>
                  </a:lnTo>
                  <a:lnTo>
                    <a:pt x="610991" y="5241832"/>
                  </a:lnTo>
                  <a:lnTo>
                    <a:pt x="611425" y="5241832"/>
                  </a:lnTo>
                  <a:lnTo>
                    <a:pt x="611534" y="5241832"/>
                  </a:lnTo>
                  <a:lnTo>
                    <a:pt x="611642" y="5241832"/>
                  </a:lnTo>
                  <a:lnTo>
                    <a:pt x="611967" y="5241832"/>
                  </a:lnTo>
                  <a:lnTo>
                    <a:pt x="612076" y="5241832"/>
                  </a:lnTo>
                  <a:lnTo>
                    <a:pt x="612184" y="5241832"/>
                  </a:lnTo>
                  <a:lnTo>
                    <a:pt x="612618" y="5241832"/>
                  </a:lnTo>
                  <a:lnTo>
                    <a:pt x="613486" y="5240585"/>
                  </a:lnTo>
                  <a:lnTo>
                    <a:pt x="613486" y="5239962"/>
                  </a:lnTo>
                  <a:lnTo>
                    <a:pt x="613919" y="5239338"/>
                  </a:lnTo>
                  <a:lnTo>
                    <a:pt x="614136" y="5239338"/>
                  </a:lnTo>
                  <a:lnTo>
                    <a:pt x="614136" y="5238715"/>
                  </a:lnTo>
                  <a:lnTo>
                    <a:pt x="614678" y="5238091"/>
                  </a:lnTo>
                  <a:lnTo>
                    <a:pt x="614895" y="5238091"/>
                  </a:lnTo>
                  <a:lnTo>
                    <a:pt x="615221" y="5238091"/>
                  </a:lnTo>
                  <a:lnTo>
                    <a:pt x="615221" y="5236844"/>
                  </a:lnTo>
                  <a:lnTo>
                    <a:pt x="615329" y="5236844"/>
                  </a:lnTo>
                  <a:lnTo>
                    <a:pt x="615546" y="5236844"/>
                  </a:lnTo>
                  <a:lnTo>
                    <a:pt x="615980" y="5234973"/>
                  </a:lnTo>
                  <a:lnTo>
                    <a:pt x="616414" y="5234973"/>
                  </a:lnTo>
                  <a:lnTo>
                    <a:pt x="616739" y="5234973"/>
                  </a:lnTo>
                  <a:lnTo>
                    <a:pt x="616847" y="5234349"/>
                  </a:lnTo>
                  <a:lnTo>
                    <a:pt x="617281" y="5233726"/>
                  </a:lnTo>
                  <a:lnTo>
                    <a:pt x="617607" y="5233726"/>
                  </a:lnTo>
                  <a:lnTo>
                    <a:pt x="617607" y="5233102"/>
                  </a:lnTo>
                  <a:lnTo>
                    <a:pt x="617823" y="5233102"/>
                  </a:lnTo>
                  <a:lnTo>
                    <a:pt x="618149" y="5233102"/>
                  </a:lnTo>
                  <a:lnTo>
                    <a:pt x="618691" y="5233102"/>
                  </a:lnTo>
                  <a:lnTo>
                    <a:pt x="618908" y="5231855"/>
                  </a:lnTo>
                  <a:lnTo>
                    <a:pt x="619559" y="5231855"/>
                  </a:lnTo>
                  <a:lnTo>
                    <a:pt x="619667" y="5231855"/>
                  </a:lnTo>
                  <a:lnTo>
                    <a:pt x="619775" y="5231855"/>
                  </a:lnTo>
                  <a:lnTo>
                    <a:pt x="620535" y="5229361"/>
                  </a:lnTo>
                  <a:lnTo>
                    <a:pt x="620643" y="5228737"/>
                  </a:lnTo>
                  <a:lnTo>
                    <a:pt x="620860" y="5228737"/>
                  </a:lnTo>
                  <a:lnTo>
                    <a:pt x="620968" y="5228737"/>
                  </a:lnTo>
                  <a:lnTo>
                    <a:pt x="621294" y="5228737"/>
                  </a:lnTo>
                  <a:lnTo>
                    <a:pt x="621511" y="5228737"/>
                  </a:lnTo>
                  <a:lnTo>
                    <a:pt x="621728" y="5226866"/>
                  </a:lnTo>
                  <a:lnTo>
                    <a:pt x="621944" y="5226866"/>
                  </a:lnTo>
                  <a:lnTo>
                    <a:pt x="622053" y="5226866"/>
                  </a:lnTo>
                  <a:lnTo>
                    <a:pt x="622270" y="5226866"/>
                  </a:lnTo>
                  <a:lnTo>
                    <a:pt x="622812" y="5225619"/>
                  </a:lnTo>
                  <a:lnTo>
                    <a:pt x="623137" y="5224996"/>
                  </a:lnTo>
                  <a:lnTo>
                    <a:pt x="623246" y="5224996"/>
                  </a:lnTo>
                  <a:lnTo>
                    <a:pt x="623354" y="5224372"/>
                  </a:lnTo>
                  <a:lnTo>
                    <a:pt x="623788" y="5223749"/>
                  </a:lnTo>
                  <a:lnTo>
                    <a:pt x="624005" y="5222501"/>
                  </a:lnTo>
                  <a:lnTo>
                    <a:pt x="624113" y="5222501"/>
                  </a:lnTo>
                  <a:lnTo>
                    <a:pt x="624113" y="5221878"/>
                  </a:lnTo>
                  <a:lnTo>
                    <a:pt x="624330" y="5221878"/>
                  </a:lnTo>
                  <a:lnTo>
                    <a:pt x="624439" y="5221878"/>
                  </a:lnTo>
                  <a:lnTo>
                    <a:pt x="624656" y="5221878"/>
                  </a:lnTo>
                  <a:lnTo>
                    <a:pt x="624764" y="5221878"/>
                  </a:lnTo>
                  <a:lnTo>
                    <a:pt x="624873" y="5221254"/>
                  </a:lnTo>
                  <a:lnTo>
                    <a:pt x="625523" y="5220631"/>
                  </a:lnTo>
                  <a:lnTo>
                    <a:pt x="625632" y="5220631"/>
                  </a:lnTo>
                  <a:lnTo>
                    <a:pt x="625740" y="5220631"/>
                  </a:lnTo>
                  <a:lnTo>
                    <a:pt x="626282" y="5220631"/>
                  </a:lnTo>
                  <a:lnTo>
                    <a:pt x="626608" y="5220007"/>
                  </a:lnTo>
                  <a:lnTo>
                    <a:pt x="626716" y="5220007"/>
                  </a:lnTo>
                  <a:lnTo>
                    <a:pt x="626825" y="5220007"/>
                  </a:lnTo>
                  <a:lnTo>
                    <a:pt x="627584" y="5220007"/>
                  </a:lnTo>
                  <a:lnTo>
                    <a:pt x="627801" y="5218760"/>
                  </a:lnTo>
                  <a:lnTo>
                    <a:pt x="628017" y="5218136"/>
                  </a:lnTo>
                  <a:lnTo>
                    <a:pt x="628126" y="5217513"/>
                  </a:lnTo>
                  <a:lnTo>
                    <a:pt x="628343" y="5216266"/>
                  </a:lnTo>
                  <a:lnTo>
                    <a:pt x="628451" y="5216266"/>
                  </a:lnTo>
                  <a:lnTo>
                    <a:pt x="628560" y="5215018"/>
                  </a:lnTo>
                  <a:lnTo>
                    <a:pt x="628885" y="5215018"/>
                  </a:lnTo>
                  <a:lnTo>
                    <a:pt x="628994" y="5215018"/>
                  </a:lnTo>
                  <a:lnTo>
                    <a:pt x="629210" y="5215018"/>
                  </a:lnTo>
                  <a:lnTo>
                    <a:pt x="629319" y="5215018"/>
                  </a:lnTo>
                  <a:lnTo>
                    <a:pt x="629427" y="5215018"/>
                  </a:lnTo>
                  <a:lnTo>
                    <a:pt x="629536" y="5215018"/>
                  </a:lnTo>
                  <a:lnTo>
                    <a:pt x="629861" y="5215018"/>
                  </a:lnTo>
                  <a:lnTo>
                    <a:pt x="630186" y="5214395"/>
                  </a:lnTo>
                  <a:lnTo>
                    <a:pt x="630946" y="5214395"/>
                  </a:lnTo>
                  <a:lnTo>
                    <a:pt x="631379" y="5213771"/>
                  </a:lnTo>
                  <a:lnTo>
                    <a:pt x="631596" y="5213148"/>
                  </a:lnTo>
                  <a:lnTo>
                    <a:pt x="631705" y="5213148"/>
                  </a:lnTo>
                  <a:lnTo>
                    <a:pt x="631813" y="5213148"/>
                  </a:lnTo>
                  <a:lnTo>
                    <a:pt x="632355" y="5211901"/>
                  </a:lnTo>
                  <a:lnTo>
                    <a:pt x="632464" y="5210653"/>
                  </a:lnTo>
                  <a:lnTo>
                    <a:pt x="632572" y="5210030"/>
                  </a:lnTo>
                  <a:lnTo>
                    <a:pt x="632898" y="5210030"/>
                  </a:lnTo>
                  <a:lnTo>
                    <a:pt x="633115" y="5208159"/>
                  </a:lnTo>
                  <a:lnTo>
                    <a:pt x="633223" y="5208159"/>
                  </a:lnTo>
                  <a:lnTo>
                    <a:pt x="633765" y="5207535"/>
                  </a:lnTo>
                  <a:lnTo>
                    <a:pt x="634091" y="5207535"/>
                  </a:lnTo>
                  <a:lnTo>
                    <a:pt x="634416" y="5207535"/>
                  </a:lnTo>
                  <a:lnTo>
                    <a:pt x="634524" y="5207535"/>
                  </a:lnTo>
                  <a:lnTo>
                    <a:pt x="634850" y="5207535"/>
                  </a:lnTo>
                  <a:lnTo>
                    <a:pt x="635067" y="5206288"/>
                  </a:lnTo>
                  <a:lnTo>
                    <a:pt x="635717" y="5205665"/>
                  </a:lnTo>
                  <a:lnTo>
                    <a:pt x="636151" y="5205041"/>
                  </a:lnTo>
                  <a:lnTo>
                    <a:pt x="636476" y="5204418"/>
                  </a:lnTo>
                  <a:lnTo>
                    <a:pt x="636585" y="5204418"/>
                  </a:lnTo>
                  <a:lnTo>
                    <a:pt x="636910" y="5204418"/>
                  </a:lnTo>
                  <a:lnTo>
                    <a:pt x="637886" y="5202547"/>
                  </a:lnTo>
                  <a:lnTo>
                    <a:pt x="638320" y="5201923"/>
                  </a:lnTo>
                  <a:lnTo>
                    <a:pt x="638537" y="5201923"/>
                  </a:lnTo>
                  <a:lnTo>
                    <a:pt x="638971" y="5201923"/>
                  </a:lnTo>
                  <a:lnTo>
                    <a:pt x="639079" y="5201300"/>
                  </a:lnTo>
                  <a:lnTo>
                    <a:pt x="639188" y="5201300"/>
                  </a:lnTo>
                  <a:lnTo>
                    <a:pt x="639621" y="5200676"/>
                  </a:lnTo>
                  <a:lnTo>
                    <a:pt x="639730" y="5200052"/>
                  </a:lnTo>
                  <a:lnTo>
                    <a:pt x="639838" y="5200052"/>
                  </a:lnTo>
                  <a:lnTo>
                    <a:pt x="639947" y="5200052"/>
                  </a:lnTo>
                  <a:lnTo>
                    <a:pt x="640164" y="5200052"/>
                  </a:lnTo>
                  <a:lnTo>
                    <a:pt x="640272" y="5200052"/>
                  </a:lnTo>
                  <a:lnTo>
                    <a:pt x="640597" y="5200052"/>
                  </a:lnTo>
                  <a:lnTo>
                    <a:pt x="640923" y="5200052"/>
                  </a:lnTo>
                  <a:lnTo>
                    <a:pt x="641031" y="5200052"/>
                  </a:lnTo>
                  <a:lnTo>
                    <a:pt x="641248" y="5200052"/>
                  </a:lnTo>
                  <a:lnTo>
                    <a:pt x="641573" y="5199429"/>
                  </a:lnTo>
                  <a:lnTo>
                    <a:pt x="641899" y="5199429"/>
                  </a:lnTo>
                  <a:lnTo>
                    <a:pt x="642116" y="5199429"/>
                  </a:lnTo>
                  <a:lnTo>
                    <a:pt x="642224" y="5199429"/>
                  </a:lnTo>
                  <a:lnTo>
                    <a:pt x="642333" y="5199429"/>
                  </a:lnTo>
                  <a:lnTo>
                    <a:pt x="642658" y="5199429"/>
                  </a:lnTo>
                  <a:lnTo>
                    <a:pt x="642766" y="5198805"/>
                  </a:lnTo>
                  <a:lnTo>
                    <a:pt x="642875" y="5198805"/>
                  </a:lnTo>
                  <a:lnTo>
                    <a:pt x="642983" y="5198805"/>
                  </a:lnTo>
                  <a:lnTo>
                    <a:pt x="643092" y="5198805"/>
                  </a:lnTo>
                  <a:lnTo>
                    <a:pt x="643309" y="5198182"/>
                  </a:lnTo>
                  <a:lnTo>
                    <a:pt x="643417" y="5198182"/>
                  </a:lnTo>
                  <a:lnTo>
                    <a:pt x="643525" y="5198182"/>
                  </a:lnTo>
                  <a:lnTo>
                    <a:pt x="643851" y="5198182"/>
                  </a:lnTo>
                  <a:lnTo>
                    <a:pt x="643959" y="5197558"/>
                  </a:lnTo>
                  <a:lnTo>
                    <a:pt x="644068" y="5196935"/>
                  </a:lnTo>
                  <a:lnTo>
                    <a:pt x="644176" y="5196935"/>
                  </a:lnTo>
                  <a:lnTo>
                    <a:pt x="644285" y="5196311"/>
                  </a:lnTo>
                  <a:lnTo>
                    <a:pt x="644718" y="5195687"/>
                  </a:lnTo>
                  <a:lnTo>
                    <a:pt x="645044" y="5195687"/>
                  </a:lnTo>
                  <a:lnTo>
                    <a:pt x="645044" y="5195064"/>
                  </a:lnTo>
                  <a:lnTo>
                    <a:pt x="645152" y="5194440"/>
                  </a:lnTo>
                  <a:lnTo>
                    <a:pt x="645477" y="5193817"/>
                  </a:lnTo>
                  <a:lnTo>
                    <a:pt x="645586" y="5193817"/>
                  </a:lnTo>
                  <a:lnTo>
                    <a:pt x="645586" y="5193193"/>
                  </a:lnTo>
                  <a:lnTo>
                    <a:pt x="645694" y="5193193"/>
                  </a:lnTo>
                  <a:lnTo>
                    <a:pt x="645911" y="5193193"/>
                  </a:lnTo>
                  <a:lnTo>
                    <a:pt x="646237" y="5191946"/>
                  </a:lnTo>
                  <a:lnTo>
                    <a:pt x="646345" y="5191946"/>
                  </a:lnTo>
                  <a:lnTo>
                    <a:pt x="647104" y="5190699"/>
                  </a:lnTo>
                  <a:lnTo>
                    <a:pt x="647430" y="5190699"/>
                  </a:lnTo>
                  <a:lnTo>
                    <a:pt x="647646" y="5190699"/>
                  </a:lnTo>
                  <a:lnTo>
                    <a:pt x="648189" y="5190699"/>
                  </a:lnTo>
                  <a:lnTo>
                    <a:pt x="648297" y="5190699"/>
                  </a:lnTo>
                  <a:lnTo>
                    <a:pt x="648839" y="5190699"/>
                  </a:lnTo>
                  <a:lnTo>
                    <a:pt x="649165" y="5190699"/>
                  </a:lnTo>
                  <a:lnTo>
                    <a:pt x="649707" y="5190699"/>
                  </a:lnTo>
                  <a:lnTo>
                    <a:pt x="649815" y="5190699"/>
                  </a:lnTo>
                  <a:lnTo>
                    <a:pt x="649815" y="5189452"/>
                  </a:lnTo>
                  <a:lnTo>
                    <a:pt x="649924" y="5189452"/>
                  </a:lnTo>
                  <a:lnTo>
                    <a:pt x="650032" y="5189452"/>
                  </a:lnTo>
                  <a:lnTo>
                    <a:pt x="650466" y="5189452"/>
                  </a:lnTo>
                  <a:lnTo>
                    <a:pt x="650683" y="5189452"/>
                  </a:lnTo>
                  <a:lnTo>
                    <a:pt x="651551" y="5189452"/>
                  </a:lnTo>
                  <a:lnTo>
                    <a:pt x="651659" y="5189452"/>
                  </a:lnTo>
                  <a:lnTo>
                    <a:pt x="651876" y="5189452"/>
                  </a:lnTo>
                  <a:lnTo>
                    <a:pt x="651984" y="5189452"/>
                  </a:lnTo>
                  <a:lnTo>
                    <a:pt x="652527" y="5188828"/>
                  </a:lnTo>
                  <a:lnTo>
                    <a:pt x="652743" y="5188828"/>
                  </a:lnTo>
                  <a:lnTo>
                    <a:pt x="653177" y="5188828"/>
                  </a:lnTo>
                  <a:lnTo>
                    <a:pt x="653394" y="5188828"/>
                  </a:lnTo>
                  <a:lnTo>
                    <a:pt x="653719" y="5188204"/>
                  </a:lnTo>
                  <a:lnTo>
                    <a:pt x="653936" y="5187581"/>
                  </a:lnTo>
                  <a:lnTo>
                    <a:pt x="654262" y="5186957"/>
                  </a:lnTo>
                  <a:lnTo>
                    <a:pt x="654262" y="5186334"/>
                  </a:lnTo>
                  <a:lnTo>
                    <a:pt x="654370" y="5186334"/>
                  </a:lnTo>
                  <a:lnTo>
                    <a:pt x="654587" y="5186334"/>
                  </a:lnTo>
                  <a:lnTo>
                    <a:pt x="654587" y="5185710"/>
                  </a:lnTo>
                  <a:lnTo>
                    <a:pt x="655021" y="5185710"/>
                  </a:lnTo>
                  <a:lnTo>
                    <a:pt x="655346" y="5185710"/>
                  </a:lnTo>
                  <a:lnTo>
                    <a:pt x="655672" y="5185086"/>
                  </a:lnTo>
                  <a:lnTo>
                    <a:pt x="655997" y="5184463"/>
                  </a:lnTo>
                  <a:lnTo>
                    <a:pt x="656105" y="5184463"/>
                  </a:lnTo>
                  <a:lnTo>
                    <a:pt x="656214" y="5184463"/>
                  </a:lnTo>
                  <a:lnTo>
                    <a:pt x="656214" y="5183839"/>
                  </a:lnTo>
                  <a:lnTo>
                    <a:pt x="656214" y="5183216"/>
                  </a:lnTo>
                  <a:lnTo>
                    <a:pt x="656648" y="5183216"/>
                  </a:lnTo>
                  <a:lnTo>
                    <a:pt x="656648" y="5182592"/>
                  </a:lnTo>
                  <a:lnTo>
                    <a:pt x="656864" y="5180098"/>
                  </a:lnTo>
                  <a:lnTo>
                    <a:pt x="657298" y="5178851"/>
                  </a:lnTo>
                  <a:lnTo>
                    <a:pt x="657624" y="5178851"/>
                  </a:lnTo>
                  <a:lnTo>
                    <a:pt x="657624" y="5178227"/>
                  </a:lnTo>
                  <a:lnTo>
                    <a:pt x="657949" y="5178227"/>
                  </a:lnTo>
                  <a:lnTo>
                    <a:pt x="658166" y="5178227"/>
                  </a:lnTo>
                  <a:lnTo>
                    <a:pt x="658274" y="5178227"/>
                  </a:lnTo>
                  <a:lnTo>
                    <a:pt x="658274" y="5177603"/>
                  </a:lnTo>
                  <a:lnTo>
                    <a:pt x="658491" y="5177603"/>
                  </a:lnTo>
                  <a:lnTo>
                    <a:pt x="658600" y="5176980"/>
                  </a:lnTo>
                  <a:lnTo>
                    <a:pt x="658708" y="5176356"/>
                  </a:lnTo>
                  <a:lnTo>
                    <a:pt x="658817" y="5176356"/>
                  </a:lnTo>
                  <a:lnTo>
                    <a:pt x="659142" y="5176356"/>
                  </a:lnTo>
                  <a:lnTo>
                    <a:pt x="659684" y="5176356"/>
                  </a:lnTo>
                  <a:lnTo>
                    <a:pt x="659793" y="5176356"/>
                  </a:lnTo>
                  <a:lnTo>
                    <a:pt x="659901" y="5176356"/>
                  </a:lnTo>
                  <a:lnTo>
                    <a:pt x="660118" y="5176356"/>
                  </a:lnTo>
                  <a:lnTo>
                    <a:pt x="660118" y="5175733"/>
                  </a:lnTo>
                  <a:lnTo>
                    <a:pt x="660226" y="5175733"/>
                  </a:lnTo>
                  <a:lnTo>
                    <a:pt x="660335" y="5175733"/>
                  </a:lnTo>
                  <a:lnTo>
                    <a:pt x="661094" y="5173862"/>
                  </a:lnTo>
                  <a:lnTo>
                    <a:pt x="661094" y="5173238"/>
                  </a:lnTo>
                  <a:lnTo>
                    <a:pt x="661202" y="5173238"/>
                  </a:lnTo>
                  <a:lnTo>
                    <a:pt x="661745" y="5172615"/>
                  </a:lnTo>
                  <a:lnTo>
                    <a:pt x="662070" y="5171368"/>
                  </a:lnTo>
                  <a:lnTo>
                    <a:pt x="662178" y="5170744"/>
                  </a:lnTo>
                  <a:lnTo>
                    <a:pt x="663371" y="5170121"/>
                  </a:lnTo>
                  <a:lnTo>
                    <a:pt x="663371" y="5169497"/>
                  </a:lnTo>
                  <a:lnTo>
                    <a:pt x="663588" y="5168250"/>
                  </a:lnTo>
                  <a:lnTo>
                    <a:pt x="663914" y="5167003"/>
                  </a:lnTo>
                  <a:lnTo>
                    <a:pt x="664022" y="5167003"/>
                  </a:lnTo>
                  <a:lnTo>
                    <a:pt x="664130" y="5167003"/>
                  </a:lnTo>
                  <a:lnTo>
                    <a:pt x="664239" y="5167003"/>
                  </a:lnTo>
                  <a:lnTo>
                    <a:pt x="664347" y="5167003"/>
                  </a:lnTo>
                  <a:lnTo>
                    <a:pt x="664564" y="5165755"/>
                  </a:lnTo>
                  <a:lnTo>
                    <a:pt x="664673" y="5165755"/>
                  </a:lnTo>
                  <a:lnTo>
                    <a:pt x="664890" y="5165755"/>
                  </a:lnTo>
                  <a:lnTo>
                    <a:pt x="664998" y="5164508"/>
                  </a:lnTo>
                  <a:lnTo>
                    <a:pt x="665215" y="5164508"/>
                  </a:lnTo>
                  <a:lnTo>
                    <a:pt x="665432" y="5164508"/>
                  </a:lnTo>
                  <a:lnTo>
                    <a:pt x="665540" y="5164508"/>
                  </a:lnTo>
                  <a:lnTo>
                    <a:pt x="665649" y="5163885"/>
                  </a:lnTo>
                  <a:lnTo>
                    <a:pt x="665974" y="5163261"/>
                  </a:lnTo>
                  <a:lnTo>
                    <a:pt x="665974" y="5162638"/>
                  </a:lnTo>
                  <a:lnTo>
                    <a:pt x="666082" y="5162014"/>
                  </a:lnTo>
                  <a:lnTo>
                    <a:pt x="666408" y="5162014"/>
                  </a:lnTo>
                  <a:lnTo>
                    <a:pt x="666733" y="5162014"/>
                  </a:lnTo>
                  <a:lnTo>
                    <a:pt x="666733" y="5161390"/>
                  </a:lnTo>
                  <a:lnTo>
                    <a:pt x="666842" y="5160767"/>
                  </a:lnTo>
                  <a:lnTo>
                    <a:pt x="667058" y="5160143"/>
                  </a:lnTo>
                  <a:lnTo>
                    <a:pt x="667167" y="5159520"/>
                  </a:lnTo>
                  <a:lnTo>
                    <a:pt x="667384" y="5158896"/>
                  </a:lnTo>
                  <a:lnTo>
                    <a:pt x="667709" y="5158272"/>
                  </a:lnTo>
                  <a:lnTo>
                    <a:pt x="667818" y="5158272"/>
                  </a:lnTo>
                  <a:lnTo>
                    <a:pt x="668035" y="5157649"/>
                  </a:lnTo>
                  <a:lnTo>
                    <a:pt x="668360" y="5156402"/>
                  </a:lnTo>
                  <a:lnTo>
                    <a:pt x="668468" y="5156402"/>
                  </a:lnTo>
                  <a:lnTo>
                    <a:pt x="668685" y="5155778"/>
                  </a:lnTo>
                  <a:lnTo>
                    <a:pt x="668794" y="5155778"/>
                  </a:lnTo>
                  <a:lnTo>
                    <a:pt x="669119" y="5153907"/>
                  </a:lnTo>
                  <a:lnTo>
                    <a:pt x="669227" y="5153284"/>
                  </a:lnTo>
                  <a:lnTo>
                    <a:pt x="669661" y="5150166"/>
                  </a:lnTo>
                  <a:lnTo>
                    <a:pt x="669878" y="5150166"/>
                  </a:lnTo>
                  <a:lnTo>
                    <a:pt x="669987" y="5148919"/>
                  </a:lnTo>
                  <a:lnTo>
                    <a:pt x="670095" y="5148295"/>
                  </a:lnTo>
                  <a:lnTo>
                    <a:pt x="670203" y="5148295"/>
                  </a:lnTo>
                  <a:lnTo>
                    <a:pt x="670420" y="5147048"/>
                  </a:lnTo>
                  <a:lnTo>
                    <a:pt x="670637" y="5147048"/>
                  </a:lnTo>
                  <a:lnTo>
                    <a:pt x="671288" y="5146424"/>
                  </a:lnTo>
                  <a:lnTo>
                    <a:pt x="671396" y="5145177"/>
                  </a:lnTo>
                  <a:lnTo>
                    <a:pt x="671722" y="5145177"/>
                  </a:lnTo>
                  <a:lnTo>
                    <a:pt x="671830" y="5144554"/>
                  </a:lnTo>
                  <a:lnTo>
                    <a:pt x="672698" y="5144554"/>
                  </a:lnTo>
                  <a:lnTo>
                    <a:pt x="672806" y="5144554"/>
                  </a:lnTo>
                  <a:lnTo>
                    <a:pt x="672915" y="5144554"/>
                  </a:lnTo>
                  <a:lnTo>
                    <a:pt x="673240" y="5143930"/>
                  </a:lnTo>
                  <a:lnTo>
                    <a:pt x="673457" y="5143930"/>
                  </a:lnTo>
                  <a:lnTo>
                    <a:pt x="673565" y="5143930"/>
                  </a:lnTo>
                  <a:lnTo>
                    <a:pt x="673674" y="5143306"/>
                  </a:lnTo>
                  <a:lnTo>
                    <a:pt x="674108" y="5142059"/>
                  </a:lnTo>
                  <a:lnTo>
                    <a:pt x="674324" y="5142059"/>
                  </a:lnTo>
                  <a:lnTo>
                    <a:pt x="674433" y="5142059"/>
                  </a:lnTo>
                  <a:lnTo>
                    <a:pt x="674867" y="5140812"/>
                  </a:lnTo>
                  <a:lnTo>
                    <a:pt x="675300" y="5139565"/>
                  </a:lnTo>
                  <a:lnTo>
                    <a:pt x="675734" y="5139565"/>
                  </a:lnTo>
                  <a:lnTo>
                    <a:pt x="675843" y="5138941"/>
                  </a:lnTo>
                  <a:lnTo>
                    <a:pt x="675951" y="5138941"/>
                  </a:lnTo>
                  <a:lnTo>
                    <a:pt x="676493" y="5137071"/>
                  </a:lnTo>
                  <a:lnTo>
                    <a:pt x="676819" y="5135823"/>
                  </a:lnTo>
                  <a:lnTo>
                    <a:pt x="676927" y="5135823"/>
                  </a:lnTo>
                  <a:lnTo>
                    <a:pt x="677253" y="5135823"/>
                  </a:lnTo>
                  <a:lnTo>
                    <a:pt x="677361" y="5135823"/>
                  </a:lnTo>
                  <a:lnTo>
                    <a:pt x="677903" y="5134576"/>
                  </a:lnTo>
                  <a:lnTo>
                    <a:pt x="678229" y="5133329"/>
                  </a:lnTo>
                  <a:lnTo>
                    <a:pt x="678337" y="5133329"/>
                  </a:lnTo>
                  <a:lnTo>
                    <a:pt x="678554" y="5132706"/>
                  </a:lnTo>
                  <a:lnTo>
                    <a:pt x="678662" y="5132082"/>
                  </a:lnTo>
                  <a:lnTo>
                    <a:pt x="678988" y="5132082"/>
                  </a:lnTo>
                  <a:lnTo>
                    <a:pt x="679530" y="5132082"/>
                  </a:lnTo>
                  <a:lnTo>
                    <a:pt x="679747" y="5131458"/>
                  </a:lnTo>
                  <a:lnTo>
                    <a:pt x="680072" y="5131458"/>
                  </a:lnTo>
                  <a:lnTo>
                    <a:pt x="680289" y="5131458"/>
                  </a:lnTo>
                  <a:lnTo>
                    <a:pt x="680940" y="5130835"/>
                  </a:lnTo>
                  <a:lnTo>
                    <a:pt x="681265" y="5129588"/>
                  </a:lnTo>
                  <a:lnTo>
                    <a:pt x="681374" y="5129588"/>
                  </a:lnTo>
                  <a:lnTo>
                    <a:pt x="681590" y="5129588"/>
                  </a:lnTo>
                  <a:lnTo>
                    <a:pt x="682024" y="5128964"/>
                  </a:lnTo>
                  <a:lnTo>
                    <a:pt x="682458" y="5128964"/>
                  </a:lnTo>
                  <a:lnTo>
                    <a:pt x="682783" y="5127717"/>
                  </a:lnTo>
                  <a:lnTo>
                    <a:pt x="683000" y="5127717"/>
                  </a:lnTo>
                  <a:lnTo>
                    <a:pt x="683434" y="5126470"/>
                  </a:lnTo>
                  <a:lnTo>
                    <a:pt x="683542" y="5126470"/>
                  </a:lnTo>
                  <a:lnTo>
                    <a:pt x="683759" y="5125223"/>
                  </a:lnTo>
                  <a:lnTo>
                    <a:pt x="683868" y="5124599"/>
                  </a:lnTo>
                  <a:lnTo>
                    <a:pt x="684193" y="5123352"/>
                  </a:lnTo>
                  <a:lnTo>
                    <a:pt x="684302" y="5122728"/>
                  </a:lnTo>
                  <a:lnTo>
                    <a:pt x="684410" y="5122728"/>
                  </a:lnTo>
                  <a:lnTo>
                    <a:pt x="684410" y="5121481"/>
                  </a:lnTo>
                  <a:lnTo>
                    <a:pt x="684844" y="5120858"/>
                  </a:lnTo>
                  <a:lnTo>
                    <a:pt x="684952" y="5120858"/>
                  </a:lnTo>
                  <a:lnTo>
                    <a:pt x="685061" y="5119610"/>
                  </a:lnTo>
                  <a:lnTo>
                    <a:pt x="685386" y="5119610"/>
                  </a:lnTo>
                  <a:lnTo>
                    <a:pt x="685495" y="5118363"/>
                  </a:lnTo>
                  <a:lnTo>
                    <a:pt x="685495" y="5117740"/>
                  </a:lnTo>
                  <a:lnTo>
                    <a:pt x="685711" y="5116492"/>
                  </a:lnTo>
                  <a:lnTo>
                    <a:pt x="685820" y="5116492"/>
                  </a:lnTo>
                  <a:lnTo>
                    <a:pt x="686037" y="5115869"/>
                  </a:lnTo>
                  <a:lnTo>
                    <a:pt x="686471" y="5115869"/>
                  </a:lnTo>
                  <a:lnTo>
                    <a:pt x="686796" y="5114622"/>
                  </a:lnTo>
                  <a:lnTo>
                    <a:pt x="687447" y="5113998"/>
                  </a:lnTo>
                  <a:lnTo>
                    <a:pt x="687555" y="5113998"/>
                  </a:lnTo>
                  <a:lnTo>
                    <a:pt x="687663" y="5113998"/>
                  </a:lnTo>
                  <a:lnTo>
                    <a:pt x="687880" y="5113375"/>
                  </a:lnTo>
                  <a:lnTo>
                    <a:pt x="688314" y="5112751"/>
                  </a:lnTo>
                  <a:lnTo>
                    <a:pt x="688531" y="5112751"/>
                  </a:lnTo>
                  <a:lnTo>
                    <a:pt x="688639" y="5112751"/>
                  </a:lnTo>
                  <a:lnTo>
                    <a:pt x="688856" y="5112751"/>
                  </a:lnTo>
                  <a:lnTo>
                    <a:pt x="688965" y="5112751"/>
                  </a:lnTo>
                  <a:lnTo>
                    <a:pt x="689290" y="5112751"/>
                  </a:lnTo>
                  <a:lnTo>
                    <a:pt x="689399" y="5112127"/>
                  </a:lnTo>
                  <a:lnTo>
                    <a:pt x="689507" y="5112127"/>
                  </a:lnTo>
                  <a:lnTo>
                    <a:pt x="689616" y="5112127"/>
                  </a:lnTo>
                  <a:lnTo>
                    <a:pt x="689832" y="5112127"/>
                  </a:lnTo>
                  <a:lnTo>
                    <a:pt x="690375" y="5111504"/>
                  </a:lnTo>
                  <a:lnTo>
                    <a:pt x="690808" y="5111504"/>
                  </a:lnTo>
                  <a:lnTo>
                    <a:pt x="690917" y="5111504"/>
                  </a:lnTo>
                  <a:lnTo>
                    <a:pt x="691134" y="5110880"/>
                  </a:lnTo>
                  <a:lnTo>
                    <a:pt x="691134" y="5110257"/>
                  </a:lnTo>
                  <a:lnTo>
                    <a:pt x="691568" y="5109633"/>
                  </a:lnTo>
                  <a:lnTo>
                    <a:pt x="692327" y="5109009"/>
                  </a:lnTo>
                  <a:lnTo>
                    <a:pt x="692544" y="5108386"/>
                  </a:lnTo>
                  <a:lnTo>
                    <a:pt x="692869" y="5108386"/>
                  </a:lnTo>
                  <a:lnTo>
                    <a:pt x="692977" y="5108386"/>
                  </a:lnTo>
                  <a:lnTo>
                    <a:pt x="693086" y="5107762"/>
                  </a:lnTo>
                  <a:lnTo>
                    <a:pt x="693194" y="5107762"/>
                  </a:lnTo>
                  <a:lnTo>
                    <a:pt x="693520" y="5107139"/>
                  </a:lnTo>
                  <a:lnTo>
                    <a:pt x="693953" y="5107139"/>
                  </a:lnTo>
                  <a:lnTo>
                    <a:pt x="694062" y="5107139"/>
                  </a:lnTo>
                  <a:lnTo>
                    <a:pt x="694929" y="5105268"/>
                  </a:lnTo>
                  <a:lnTo>
                    <a:pt x="695038" y="5104644"/>
                  </a:lnTo>
                  <a:lnTo>
                    <a:pt x="695580" y="5104021"/>
                  </a:lnTo>
                  <a:lnTo>
                    <a:pt x="695905" y="5104021"/>
                  </a:lnTo>
                  <a:lnTo>
                    <a:pt x="696339" y="5103397"/>
                  </a:lnTo>
                  <a:lnTo>
                    <a:pt x="696556" y="5103397"/>
                  </a:lnTo>
                  <a:lnTo>
                    <a:pt x="696990" y="5103397"/>
                  </a:lnTo>
                  <a:lnTo>
                    <a:pt x="697098" y="5103397"/>
                  </a:lnTo>
                  <a:lnTo>
                    <a:pt x="697532" y="5103397"/>
                  </a:lnTo>
                  <a:lnTo>
                    <a:pt x="697641" y="5103397"/>
                  </a:lnTo>
                  <a:lnTo>
                    <a:pt x="697858" y="5102774"/>
                  </a:lnTo>
                  <a:lnTo>
                    <a:pt x="698291" y="5102774"/>
                  </a:lnTo>
                  <a:lnTo>
                    <a:pt x="698508" y="5102774"/>
                  </a:lnTo>
                  <a:lnTo>
                    <a:pt x="698617" y="5101526"/>
                  </a:lnTo>
                  <a:lnTo>
                    <a:pt x="699159" y="5100903"/>
                  </a:lnTo>
                  <a:lnTo>
                    <a:pt x="699267" y="5100903"/>
                  </a:lnTo>
                  <a:lnTo>
                    <a:pt x="699376" y="5100903"/>
                  </a:lnTo>
                  <a:lnTo>
                    <a:pt x="699701" y="5100279"/>
                  </a:lnTo>
                  <a:lnTo>
                    <a:pt x="699810" y="5100279"/>
                  </a:lnTo>
                  <a:lnTo>
                    <a:pt x="700243" y="5099032"/>
                  </a:lnTo>
                  <a:lnTo>
                    <a:pt x="700460" y="5099032"/>
                  </a:lnTo>
                  <a:lnTo>
                    <a:pt x="700569" y="5098409"/>
                  </a:lnTo>
                  <a:lnTo>
                    <a:pt x="700677" y="5098409"/>
                  </a:lnTo>
                  <a:lnTo>
                    <a:pt x="700677" y="5097785"/>
                  </a:lnTo>
                  <a:lnTo>
                    <a:pt x="701002" y="5097785"/>
                  </a:lnTo>
                  <a:lnTo>
                    <a:pt x="701219" y="5097785"/>
                  </a:lnTo>
                  <a:lnTo>
                    <a:pt x="701762" y="5097785"/>
                  </a:lnTo>
                  <a:lnTo>
                    <a:pt x="701979" y="5097161"/>
                  </a:lnTo>
                  <a:lnTo>
                    <a:pt x="702195" y="5097161"/>
                  </a:lnTo>
                  <a:lnTo>
                    <a:pt x="702412" y="5096538"/>
                  </a:lnTo>
                  <a:lnTo>
                    <a:pt x="702412" y="5095914"/>
                  </a:lnTo>
                  <a:lnTo>
                    <a:pt x="702521" y="5095914"/>
                  </a:lnTo>
                  <a:lnTo>
                    <a:pt x="702846" y="5095914"/>
                  </a:lnTo>
                  <a:lnTo>
                    <a:pt x="703063" y="5095914"/>
                  </a:lnTo>
                  <a:lnTo>
                    <a:pt x="703714" y="5095914"/>
                  </a:lnTo>
                  <a:lnTo>
                    <a:pt x="703931" y="5095291"/>
                  </a:lnTo>
                  <a:lnTo>
                    <a:pt x="704039" y="5095291"/>
                  </a:lnTo>
                  <a:lnTo>
                    <a:pt x="704364" y="5094043"/>
                  </a:lnTo>
                  <a:lnTo>
                    <a:pt x="704907" y="5093420"/>
                  </a:lnTo>
                  <a:lnTo>
                    <a:pt x="705015" y="5093420"/>
                  </a:lnTo>
                  <a:lnTo>
                    <a:pt x="705449" y="5093420"/>
                  </a:lnTo>
                  <a:lnTo>
                    <a:pt x="705991" y="5091549"/>
                  </a:lnTo>
                  <a:lnTo>
                    <a:pt x="706208" y="5090302"/>
                  </a:lnTo>
                  <a:lnTo>
                    <a:pt x="706425" y="5090302"/>
                  </a:lnTo>
                  <a:lnTo>
                    <a:pt x="706533" y="5089678"/>
                  </a:lnTo>
                  <a:lnTo>
                    <a:pt x="706642" y="5089678"/>
                  </a:lnTo>
                  <a:lnTo>
                    <a:pt x="706859" y="5089678"/>
                  </a:lnTo>
                  <a:lnTo>
                    <a:pt x="706967" y="5089678"/>
                  </a:lnTo>
                  <a:lnTo>
                    <a:pt x="707401" y="5089055"/>
                  </a:lnTo>
                  <a:lnTo>
                    <a:pt x="707726" y="5089055"/>
                  </a:lnTo>
                  <a:lnTo>
                    <a:pt x="707835" y="5088431"/>
                  </a:lnTo>
                  <a:lnTo>
                    <a:pt x="707943" y="5088431"/>
                  </a:lnTo>
                  <a:lnTo>
                    <a:pt x="708160" y="5087184"/>
                  </a:lnTo>
                  <a:lnTo>
                    <a:pt x="708485" y="5086560"/>
                  </a:lnTo>
                  <a:lnTo>
                    <a:pt x="708702" y="5085313"/>
                  </a:lnTo>
                  <a:lnTo>
                    <a:pt x="709028" y="5085313"/>
                  </a:lnTo>
                  <a:lnTo>
                    <a:pt x="709678" y="5085313"/>
                  </a:lnTo>
                  <a:lnTo>
                    <a:pt x="709787" y="5085313"/>
                  </a:lnTo>
                  <a:lnTo>
                    <a:pt x="710112" y="5085313"/>
                  </a:lnTo>
                  <a:lnTo>
                    <a:pt x="710221" y="5084690"/>
                  </a:lnTo>
                  <a:lnTo>
                    <a:pt x="710546" y="5084690"/>
                  </a:lnTo>
                  <a:lnTo>
                    <a:pt x="711522" y="5083443"/>
                  </a:lnTo>
                  <a:lnTo>
                    <a:pt x="711630" y="5083443"/>
                  </a:lnTo>
                  <a:lnTo>
                    <a:pt x="711847" y="5082819"/>
                  </a:lnTo>
                  <a:lnTo>
                    <a:pt x="711956" y="5081572"/>
                  </a:lnTo>
                  <a:lnTo>
                    <a:pt x="712064" y="5081572"/>
                  </a:lnTo>
                  <a:lnTo>
                    <a:pt x="712173" y="5081572"/>
                  </a:lnTo>
                  <a:lnTo>
                    <a:pt x="712498" y="5081572"/>
                  </a:lnTo>
                  <a:lnTo>
                    <a:pt x="712823" y="5081572"/>
                  </a:lnTo>
                  <a:lnTo>
                    <a:pt x="712932" y="5081572"/>
                  </a:lnTo>
                  <a:lnTo>
                    <a:pt x="713149" y="5080325"/>
                  </a:lnTo>
                  <a:lnTo>
                    <a:pt x="713149" y="5079701"/>
                  </a:lnTo>
                  <a:lnTo>
                    <a:pt x="713582" y="5079701"/>
                  </a:lnTo>
                  <a:lnTo>
                    <a:pt x="713908" y="5079701"/>
                  </a:lnTo>
                  <a:lnTo>
                    <a:pt x="714341" y="5079701"/>
                  </a:lnTo>
                  <a:lnTo>
                    <a:pt x="714558" y="5079701"/>
                  </a:lnTo>
                  <a:lnTo>
                    <a:pt x="714884" y="5079701"/>
                  </a:lnTo>
                  <a:lnTo>
                    <a:pt x="714992" y="5079077"/>
                  </a:lnTo>
                  <a:lnTo>
                    <a:pt x="715101" y="5079077"/>
                  </a:lnTo>
                  <a:lnTo>
                    <a:pt x="715209" y="5077830"/>
                  </a:lnTo>
                  <a:lnTo>
                    <a:pt x="715318" y="5077207"/>
                  </a:lnTo>
                  <a:lnTo>
                    <a:pt x="715426" y="5076583"/>
                  </a:lnTo>
                  <a:lnTo>
                    <a:pt x="715860" y="5076583"/>
                  </a:lnTo>
                  <a:lnTo>
                    <a:pt x="716402" y="5075336"/>
                  </a:lnTo>
                  <a:lnTo>
                    <a:pt x="716510" y="5075336"/>
                  </a:lnTo>
                  <a:lnTo>
                    <a:pt x="716727" y="5075336"/>
                  </a:lnTo>
                  <a:lnTo>
                    <a:pt x="717378" y="5074712"/>
                  </a:lnTo>
                  <a:lnTo>
                    <a:pt x="717920" y="5074712"/>
                  </a:lnTo>
                  <a:lnTo>
                    <a:pt x="718137" y="5074712"/>
                  </a:lnTo>
                  <a:lnTo>
                    <a:pt x="718246" y="5074712"/>
                  </a:lnTo>
                  <a:lnTo>
                    <a:pt x="718571" y="5074712"/>
                  </a:lnTo>
                  <a:lnTo>
                    <a:pt x="718788" y="5074712"/>
                  </a:lnTo>
                  <a:lnTo>
                    <a:pt x="718896" y="5074712"/>
                  </a:lnTo>
                  <a:lnTo>
                    <a:pt x="718896" y="5074089"/>
                  </a:lnTo>
                  <a:lnTo>
                    <a:pt x="719439" y="5072842"/>
                  </a:lnTo>
                  <a:lnTo>
                    <a:pt x="719981" y="5072842"/>
                  </a:lnTo>
                  <a:lnTo>
                    <a:pt x="720198" y="5072218"/>
                  </a:lnTo>
                  <a:lnTo>
                    <a:pt x="720306" y="5072218"/>
                  </a:lnTo>
                  <a:lnTo>
                    <a:pt x="720523" y="5071595"/>
                  </a:lnTo>
                  <a:lnTo>
                    <a:pt x="721065" y="5070971"/>
                  </a:lnTo>
                  <a:lnTo>
                    <a:pt x="721174" y="5070971"/>
                  </a:lnTo>
                  <a:lnTo>
                    <a:pt x="721824" y="5070971"/>
                  </a:lnTo>
                  <a:lnTo>
                    <a:pt x="721933" y="5070971"/>
                  </a:lnTo>
                  <a:lnTo>
                    <a:pt x="722041" y="5070971"/>
                  </a:lnTo>
                  <a:lnTo>
                    <a:pt x="722367" y="5070971"/>
                  </a:lnTo>
                  <a:lnTo>
                    <a:pt x="722583" y="5070347"/>
                  </a:lnTo>
                  <a:lnTo>
                    <a:pt x="722583" y="5069724"/>
                  </a:lnTo>
                  <a:lnTo>
                    <a:pt x="722909" y="5069724"/>
                  </a:lnTo>
                  <a:lnTo>
                    <a:pt x="723234" y="5069100"/>
                  </a:lnTo>
                  <a:lnTo>
                    <a:pt x="723343" y="5069100"/>
                  </a:lnTo>
                  <a:lnTo>
                    <a:pt x="723560" y="5069100"/>
                  </a:lnTo>
                  <a:lnTo>
                    <a:pt x="723885" y="5069100"/>
                  </a:lnTo>
                  <a:lnTo>
                    <a:pt x="724319" y="5069100"/>
                  </a:lnTo>
                  <a:lnTo>
                    <a:pt x="724319" y="5068477"/>
                  </a:lnTo>
                  <a:lnTo>
                    <a:pt x="724861" y="5068477"/>
                  </a:lnTo>
                  <a:lnTo>
                    <a:pt x="725078" y="5067853"/>
                  </a:lnTo>
                  <a:lnTo>
                    <a:pt x="725620" y="5067229"/>
                  </a:lnTo>
                  <a:lnTo>
                    <a:pt x="725728" y="5067229"/>
                  </a:lnTo>
                  <a:lnTo>
                    <a:pt x="725837" y="5067229"/>
                  </a:lnTo>
                  <a:lnTo>
                    <a:pt x="726054" y="5067229"/>
                  </a:lnTo>
                  <a:lnTo>
                    <a:pt x="726488" y="5067229"/>
                  </a:lnTo>
                  <a:lnTo>
                    <a:pt x="726488" y="5066606"/>
                  </a:lnTo>
                  <a:lnTo>
                    <a:pt x="726813" y="5066606"/>
                  </a:lnTo>
                  <a:lnTo>
                    <a:pt x="726921" y="5065982"/>
                  </a:lnTo>
                  <a:lnTo>
                    <a:pt x="727138" y="5065982"/>
                  </a:lnTo>
                  <a:lnTo>
                    <a:pt x="727355" y="5065982"/>
                  </a:lnTo>
                  <a:lnTo>
                    <a:pt x="727789" y="5065982"/>
                  </a:lnTo>
                  <a:lnTo>
                    <a:pt x="727897" y="5065982"/>
                  </a:lnTo>
                  <a:lnTo>
                    <a:pt x="728331" y="5065982"/>
                  </a:lnTo>
                  <a:lnTo>
                    <a:pt x="728548" y="5065982"/>
                  </a:lnTo>
                  <a:lnTo>
                    <a:pt x="729090" y="5065982"/>
                  </a:lnTo>
                  <a:lnTo>
                    <a:pt x="729090" y="5065359"/>
                  </a:lnTo>
                  <a:lnTo>
                    <a:pt x="729199" y="5065359"/>
                  </a:lnTo>
                  <a:lnTo>
                    <a:pt x="729307" y="5065359"/>
                  </a:lnTo>
                  <a:lnTo>
                    <a:pt x="729524" y="5064735"/>
                  </a:lnTo>
                  <a:lnTo>
                    <a:pt x="729633" y="5064735"/>
                  </a:lnTo>
                  <a:lnTo>
                    <a:pt x="729958" y="5063488"/>
                  </a:lnTo>
                  <a:lnTo>
                    <a:pt x="730283" y="5063488"/>
                  </a:lnTo>
                  <a:lnTo>
                    <a:pt x="730500" y="5062864"/>
                  </a:lnTo>
                  <a:lnTo>
                    <a:pt x="730609" y="5062864"/>
                  </a:lnTo>
                  <a:lnTo>
                    <a:pt x="730934" y="5062864"/>
                  </a:lnTo>
                  <a:lnTo>
                    <a:pt x="730934" y="5061617"/>
                  </a:lnTo>
                  <a:lnTo>
                    <a:pt x="731259" y="5061617"/>
                  </a:lnTo>
                  <a:lnTo>
                    <a:pt x="732127" y="5061617"/>
                  </a:lnTo>
                  <a:lnTo>
                    <a:pt x="732235" y="5060994"/>
                  </a:lnTo>
                  <a:lnTo>
                    <a:pt x="732452" y="5060370"/>
                  </a:lnTo>
                  <a:lnTo>
                    <a:pt x="732561" y="5060370"/>
                  </a:lnTo>
                  <a:lnTo>
                    <a:pt x="732886" y="5057876"/>
                  </a:lnTo>
                  <a:lnTo>
                    <a:pt x="733103" y="5057876"/>
                  </a:lnTo>
                  <a:lnTo>
                    <a:pt x="733211" y="5057876"/>
                  </a:lnTo>
                  <a:lnTo>
                    <a:pt x="733645" y="5057876"/>
                  </a:lnTo>
                  <a:lnTo>
                    <a:pt x="734187" y="5057252"/>
                  </a:lnTo>
                  <a:lnTo>
                    <a:pt x="734296" y="5057252"/>
                  </a:lnTo>
                  <a:lnTo>
                    <a:pt x="734404" y="5057252"/>
                  </a:lnTo>
                  <a:lnTo>
                    <a:pt x="734838" y="5057252"/>
                  </a:lnTo>
                  <a:lnTo>
                    <a:pt x="734946" y="5057252"/>
                  </a:lnTo>
                  <a:lnTo>
                    <a:pt x="735163" y="5057252"/>
                  </a:lnTo>
                  <a:lnTo>
                    <a:pt x="735597" y="5057252"/>
                  </a:lnTo>
                  <a:lnTo>
                    <a:pt x="735706" y="5057252"/>
                  </a:lnTo>
                  <a:lnTo>
                    <a:pt x="736139" y="5057252"/>
                  </a:lnTo>
                  <a:lnTo>
                    <a:pt x="736465" y="5057252"/>
                  </a:lnTo>
                  <a:lnTo>
                    <a:pt x="736465" y="5056629"/>
                  </a:lnTo>
                  <a:lnTo>
                    <a:pt x="736573" y="5056629"/>
                  </a:lnTo>
                  <a:lnTo>
                    <a:pt x="736790" y="5056629"/>
                  </a:lnTo>
                  <a:lnTo>
                    <a:pt x="737224" y="5056005"/>
                  </a:lnTo>
                  <a:lnTo>
                    <a:pt x="737332" y="5056005"/>
                  </a:lnTo>
                  <a:lnTo>
                    <a:pt x="737549" y="5056005"/>
                  </a:lnTo>
                  <a:lnTo>
                    <a:pt x="737983" y="5055381"/>
                  </a:lnTo>
                  <a:lnTo>
                    <a:pt x="738525" y="5055381"/>
                  </a:lnTo>
                  <a:lnTo>
                    <a:pt x="739067" y="5053511"/>
                  </a:lnTo>
                  <a:lnTo>
                    <a:pt x="739176" y="5052263"/>
                  </a:lnTo>
                  <a:lnTo>
                    <a:pt x="739393" y="5051640"/>
                  </a:lnTo>
                  <a:lnTo>
                    <a:pt x="739501" y="5051016"/>
                  </a:lnTo>
                  <a:lnTo>
                    <a:pt x="739610" y="5051016"/>
                  </a:lnTo>
                  <a:lnTo>
                    <a:pt x="739718" y="5051016"/>
                  </a:lnTo>
                  <a:lnTo>
                    <a:pt x="739935" y="5051016"/>
                  </a:lnTo>
                  <a:lnTo>
                    <a:pt x="740043" y="5051016"/>
                  </a:lnTo>
                  <a:lnTo>
                    <a:pt x="740477" y="5051016"/>
                  </a:lnTo>
                  <a:lnTo>
                    <a:pt x="740477" y="5050393"/>
                  </a:lnTo>
                  <a:lnTo>
                    <a:pt x="740586" y="5050393"/>
                  </a:lnTo>
                  <a:lnTo>
                    <a:pt x="741128" y="5049769"/>
                  </a:lnTo>
                  <a:lnTo>
                    <a:pt x="741453" y="5049769"/>
                  </a:lnTo>
                  <a:lnTo>
                    <a:pt x="741779" y="5049769"/>
                  </a:lnTo>
                  <a:lnTo>
                    <a:pt x="741996" y="5049146"/>
                  </a:lnTo>
                  <a:lnTo>
                    <a:pt x="742104" y="5049146"/>
                  </a:lnTo>
                  <a:lnTo>
                    <a:pt x="742212" y="5048522"/>
                  </a:lnTo>
                  <a:lnTo>
                    <a:pt x="742646" y="5047275"/>
                  </a:lnTo>
                  <a:lnTo>
                    <a:pt x="742755" y="5046028"/>
                  </a:lnTo>
                  <a:lnTo>
                    <a:pt x="742755" y="5044780"/>
                  </a:lnTo>
                  <a:lnTo>
                    <a:pt x="742972" y="5044780"/>
                  </a:lnTo>
                  <a:lnTo>
                    <a:pt x="743080" y="5044157"/>
                  </a:lnTo>
                  <a:lnTo>
                    <a:pt x="743297" y="5043533"/>
                  </a:lnTo>
                  <a:lnTo>
                    <a:pt x="743514" y="5042910"/>
                  </a:lnTo>
                  <a:lnTo>
                    <a:pt x="743622" y="5042286"/>
                  </a:lnTo>
                  <a:lnTo>
                    <a:pt x="743839" y="5042286"/>
                  </a:lnTo>
                  <a:lnTo>
                    <a:pt x="744273" y="5042286"/>
                  </a:lnTo>
                  <a:lnTo>
                    <a:pt x="745032" y="5041663"/>
                  </a:lnTo>
                  <a:lnTo>
                    <a:pt x="745141" y="5041663"/>
                  </a:lnTo>
                  <a:lnTo>
                    <a:pt x="745357" y="5039792"/>
                  </a:lnTo>
                  <a:lnTo>
                    <a:pt x="745357" y="5038545"/>
                  </a:lnTo>
                  <a:lnTo>
                    <a:pt x="745683" y="5038545"/>
                  </a:lnTo>
                  <a:lnTo>
                    <a:pt x="745791" y="5037921"/>
                  </a:lnTo>
                  <a:lnTo>
                    <a:pt x="746442" y="5037921"/>
                  </a:lnTo>
                  <a:lnTo>
                    <a:pt x="746550" y="5036674"/>
                  </a:lnTo>
                  <a:lnTo>
                    <a:pt x="746659" y="5036050"/>
                  </a:lnTo>
                  <a:lnTo>
                    <a:pt x="746984" y="5036050"/>
                  </a:lnTo>
                  <a:lnTo>
                    <a:pt x="747526" y="5034803"/>
                  </a:lnTo>
                  <a:lnTo>
                    <a:pt x="747635" y="5034803"/>
                  </a:lnTo>
                  <a:lnTo>
                    <a:pt x="747852" y="5034803"/>
                  </a:lnTo>
                  <a:lnTo>
                    <a:pt x="748285" y="5034803"/>
                  </a:lnTo>
                  <a:lnTo>
                    <a:pt x="749153" y="5033556"/>
                  </a:lnTo>
                  <a:lnTo>
                    <a:pt x="749370" y="5033556"/>
                  </a:lnTo>
                  <a:lnTo>
                    <a:pt x="749912" y="5033556"/>
                  </a:lnTo>
                  <a:lnTo>
                    <a:pt x="750238" y="5031685"/>
                  </a:lnTo>
                  <a:lnTo>
                    <a:pt x="750346" y="5031685"/>
                  </a:lnTo>
                  <a:lnTo>
                    <a:pt x="750997" y="5030438"/>
                  </a:lnTo>
                  <a:lnTo>
                    <a:pt x="751105" y="5030438"/>
                  </a:lnTo>
                  <a:lnTo>
                    <a:pt x="751322" y="5030438"/>
                  </a:lnTo>
                  <a:lnTo>
                    <a:pt x="751647" y="5030438"/>
                  </a:lnTo>
                  <a:lnTo>
                    <a:pt x="752081" y="5030438"/>
                  </a:lnTo>
                  <a:lnTo>
                    <a:pt x="753599" y="5029191"/>
                  </a:lnTo>
                  <a:lnTo>
                    <a:pt x="753599" y="5028567"/>
                  </a:lnTo>
                  <a:lnTo>
                    <a:pt x="753708" y="5028567"/>
                  </a:lnTo>
                  <a:lnTo>
                    <a:pt x="753816" y="5028567"/>
                  </a:lnTo>
                  <a:lnTo>
                    <a:pt x="754033" y="5028567"/>
                  </a:lnTo>
                  <a:lnTo>
                    <a:pt x="754467" y="5028567"/>
                  </a:lnTo>
                  <a:lnTo>
                    <a:pt x="754575" y="5028567"/>
                  </a:lnTo>
                  <a:lnTo>
                    <a:pt x="755009" y="5028567"/>
                  </a:lnTo>
                  <a:lnTo>
                    <a:pt x="755009" y="5027944"/>
                  </a:lnTo>
                  <a:lnTo>
                    <a:pt x="755009" y="5027320"/>
                  </a:lnTo>
                  <a:lnTo>
                    <a:pt x="755009" y="5026697"/>
                  </a:lnTo>
                  <a:lnTo>
                    <a:pt x="755660" y="5025449"/>
                  </a:lnTo>
                  <a:lnTo>
                    <a:pt x="755985" y="5025449"/>
                  </a:lnTo>
                  <a:lnTo>
                    <a:pt x="756744" y="5025449"/>
                  </a:lnTo>
                  <a:lnTo>
                    <a:pt x="756853" y="5025449"/>
                  </a:lnTo>
                  <a:lnTo>
                    <a:pt x="756961" y="5024826"/>
                  </a:lnTo>
                  <a:lnTo>
                    <a:pt x="757178" y="5024826"/>
                  </a:lnTo>
                  <a:lnTo>
                    <a:pt x="757503" y="5024202"/>
                  </a:lnTo>
                  <a:lnTo>
                    <a:pt x="757503" y="5022955"/>
                  </a:lnTo>
                  <a:lnTo>
                    <a:pt x="757720" y="5022331"/>
                  </a:lnTo>
                  <a:lnTo>
                    <a:pt x="757829" y="5022331"/>
                  </a:lnTo>
                  <a:lnTo>
                    <a:pt x="758371" y="5022331"/>
                  </a:lnTo>
                  <a:lnTo>
                    <a:pt x="758371" y="5021708"/>
                  </a:lnTo>
                  <a:lnTo>
                    <a:pt x="758480" y="5021708"/>
                  </a:lnTo>
                  <a:lnTo>
                    <a:pt x="759239" y="5021084"/>
                  </a:lnTo>
                  <a:lnTo>
                    <a:pt x="759347" y="5021084"/>
                  </a:lnTo>
                  <a:lnTo>
                    <a:pt x="759347" y="5020461"/>
                  </a:lnTo>
                  <a:lnTo>
                    <a:pt x="759456" y="5020461"/>
                  </a:lnTo>
                  <a:lnTo>
                    <a:pt x="760432" y="5019837"/>
                  </a:lnTo>
                  <a:lnTo>
                    <a:pt x="760648" y="5019214"/>
                  </a:lnTo>
                  <a:lnTo>
                    <a:pt x="760865" y="5019214"/>
                  </a:lnTo>
                  <a:lnTo>
                    <a:pt x="760974" y="5019214"/>
                  </a:lnTo>
                  <a:lnTo>
                    <a:pt x="761082" y="5019214"/>
                  </a:lnTo>
                  <a:lnTo>
                    <a:pt x="761191" y="5018590"/>
                  </a:lnTo>
                  <a:lnTo>
                    <a:pt x="761299" y="5017966"/>
                  </a:lnTo>
                  <a:lnTo>
                    <a:pt x="762058" y="5017343"/>
                  </a:lnTo>
                  <a:lnTo>
                    <a:pt x="762817" y="5016719"/>
                  </a:lnTo>
                  <a:lnTo>
                    <a:pt x="762817" y="5016096"/>
                  </a:lnTo>
                  <a:lnTo>
                    <a:pt x="763034" y="5016096"/>
                  </a:lnTo>
                  <a:lnTo>
                    <a:pt x="763468" y="5016096"/>
                  </a:lnTo>
                  <a:lnTo>
                    <a:pt x="763685" y="5015472"/>
                  </a:lnTo>
                  <a:lnTo>
                    <a:pt x="763793" y="5015472"/>
                  </a:lnTo>
                  <a:lnTo>
                    <a:pt x="764661" y="5015472"/>
                  </a:lnTo>
                  <a:lnTo>
                    <a:pt x="765095" y="5015472"/>
                  </a:lnTo>
                  <a:lnTo>
                    <a:pt x="765745" y="5015472"/>
                  </a:lnTo>
                  <a:lnTo>
                    <a:pt x="765854" y="5015472"/>
                  </a:lnTo>
                  <a:lnTo>
                    <a:pt x="765962" y="5015472"/>
                  </a:lnTo>
                  <a:lnTo>
                    <a:pt x="766071" y="5014225"/>
                  </a:lnTo>
                  <a:lnTo>
                    <a:pt x="766396" y="5014225"/>
                  </a:lnTo>
                  <a:lnTo>
                    <a:pt x="766613" y="5014225"/>
                  </a:lnTo>
                  <a:lnTo>
                    <a:pt x="766722" y="5014225"/>
                  </a:lnTo>
                  <a:lnTo>
                    <a:pt x="766830" y="5014225"/>
                  </a:lnTo>
                  <a:lnTo>
                    <a:pt x="767155" y="5013601"/>
                  </a:lnTo>
                  <a:lnTo>
                    <a:pt x="767264" y="5013601"/>
                  </a:lnTo>
                  <a:lnTo>
                    <a:pt x="767372" y="5013601"/>
                  </a:lnTo>
                  <a:lnTo>
                    <a:pt x="767589" y="5013601"/>
                  </a:lnTo>
                  <a:lnTo>
                    <a:pt x="767698" y="5013601"/>
                  </a:lnTo>
                  <a:lnTo>
                    <a:pt x="767914" y="5013601"/>
                  </a:lnTo>
                  <a:lnTo>
                    <a:pt x="768023" y="5012354"/>
                  </a:lnTo>
                  <a:lnTo>
                    <a:pt x="768131" y="5012354"/>
                  </a:lnTo>
                  <a:lnTo>
                    <a:pt x="768131" y="5011731"/>
                  </a:lnTo>
                  <a:lnTo>
                    <a:pt x="768565" y="5010483"/>
                  </a:lnTo>
                  <a:lnTo>
                    <a:pt x="768999" y="5009860"/>
                  </a:lnTo>
                  <a:lnTo>
                    <a:pt x="769650" y="5009236"/>
                  </a:lnTo>
                  <a:lnTo>
                    <a:pt x="770083" y="5007989"/>
                  </a:lnTo>
                  <a:lnTo>
                    <a:pt x="770409" y="5007989"/>
                  </a:lnTo>
                  <a:lnTo>
                    <a:pt x="770951" y="5007366"/>
                  </a:lnTo>
                  <a:lnTo>
                    <a:pt x="771276" y="5007366"/>
                  </a:lnTo>
                  <a:lnTo>
                    <a:pt x="771385" y="5007366"/>
                  </a:lnTo>
                  <a:lnTo>
                    <a:pt x="771385" y="5006742"/>
                  </a:lnTo>
                  <a:lnTo>
                    <a:pt x="771819" y="5006118"/>
                  </a:lnTo>
                  <a:lnTo>
                    <a:pt x="772252" y="5005495"/>
                  </a:lnTo>
                  <a:lnTo>
                    <a:pt x="772578" y="5004248"/>
                  </a:lnTo>
                  <a:lnTo>
                    <a:pt x="772686" y="5004248"/>
                  </a:lnTo>
                  <a:lnTo>
                    <a:pt x="773011" y="5004248"/>
                  </a:lnTo>
                  <a:lnTo>
                    <a:pt x="773228" y="5003000"/>
                  </a:lnTo>
                  <a:lnTo>
                    <a:pt x="773445" y="5003000"/>
                  </a:lnTo>
                  <a:lnTo>
                    <a:pt x="773554" y="5003000"/>
                  </a:lnTo>
                  <a:lnTo>
                    <a:pt x="773987" y="5003000"/>
                  </a:lnTo>
                  <a:lnTo>
                    <a:pt x="773987" y="5001753"/>
                  </a:lnTo>
                  <a:lnTo>
                    <a:pt x="774204" y="5001130"/>
                  </a:lnTo>
                  <a:lnTo>
                    <a:pt x="774530" y="5001130"/>
                  </a:lnTo>
                  <a:lnTo>
                    <a:pt x="774855" y="5001130"/>
                  </a:lnTo>
                  <a:lnTo>
                    <a:pt x="775723" y="5001130"/>
                  </a:lnTo>
                  <a:lnTo>
                    <a:pt x="776156" y="5001130"/>
                  </a:lnTo>
                  <a:lnTo>
                    <a:pt x="776265" y="5001130"/>
                  </a:lnTo>
                  <a:lnTo>
                    <a:pt x="776373" y="5001130"/>
                  </a:lnTo>
                  <a:lnTo>
                    <a:pt x="776916" y="5001130"/>
                  </a:lnTo>
                  <a:lnTo>
                    <a:pt x="777132" y="5001130"/>
                  </a:lnTo>
                  <a:lnTo>
                    <a:pt x="777241" y="5000506"/>
                  </a:lnTo>
                  <a:lnTo>
                    <a:pt x="777349" y="4999883"/>
                  </a:lnTo>
                  <a:lnTo>
                    <a:pt x="777458" y="4999883"/>
                  </a:lnTo>
                  <a:lnTo>
                    <a:pt x="777783" y="4999883"/>
                  </a:lnTo>
                  <a:lnTo>
                    <a:pt x="778000" y="4999883"/>
                  </a:lnTo>
                  <a:lnTo>
                    <a:pt x="778976" y="4995517"/>
                  </a:lnTo>
                  <a:lnTo>
                    <a:pt x="779301" y="4995517"/>
                  </a:lnTo>
                  <a:lnTo>
                    <a:pt x="779627" y="4993647"/>
                  </a:lnTo>
                  <a:lnTo>
                    <a:pt x="779844" y="4993647"/>
                  </a:lnTo>
                  <a:lnTo>
                    <a:pt x="780277" y="4993647"/>
                  </a:lnTo>
                  <a:lnTo>
                    <a:pt x="780494" y="4993647"/>
                  </a:lnTo>
                  <a:lnTo>
                    <a:pt x="780711" y="4993647"/>
                  </a:lnTo>
                  <a:lnTo>
                    <a:pt x="780928" y="4993647"/>
                  </a:lnTo>
                  <a:lnTo>
                    <a:pt x="781687" y="4992400"/>
                  </a:lnTo>
                  <a:lnTo>
                    <a:pt x="781904" y="4992400"/>
                  </a:lnTo>
                  <a:lnTo>
                    <a:pt x="781904" y="4991776"/>
                  </a:lnTo>
                  <a:lnTo>
                    <a:pt x="782338" y="4991152"/>
                  </a:lnTo>
                  <a:lnTo>
                    <a:pt x="782772" y="4989905"/>
                  </a:lnTo>
                  <a:lnTo>
                    <a:pt x="782772" y="4989282"/>
                  </a:lnTo>
                  <a:lnTo>
                    <a:pt x="782989" y="4989282"/>
                  </a:lnTo>
                  <a:lnTo>
                    <a:pt x="783639" y="4989282"/>
                  </a:lnTo>
                  <a:lnTo>
                    <a:pt x="783748" y="4989282"/>
                  </a:lnTo>
                  <a:lnTo>
                    <a:pt x="783856" y="4989282"/>
                  </a:lnTo>
                  <a:lnTo>
                    <a:pt x="784724" y="4988034"/>
                  </a:lnTo>
                  <a:lnTo>
                    <a:pt x="784941" y="4987411"/>
                  </a:lnTo>
                  <a:lnTo>
                    <a:pt x="785049" y="4987411"/>
                  </a:lnTo>
                  <a:lnTo>
                    <a:pt x="785266" y="4985540"/>
                  </a:lnTo>
                  <a:lnTo>
                    <a:pt x="785374" y="4984293"/>
                  </a:lnTo>
                  <a:lnTo>
                    <a:pt x="786242" y="4983046"/>
                  </a:lnTo>
                  <a:lnTo>
                    <a:pt x="786893" y="4982422"/>
                  </a:lnTo>
                  <a:lnTo>
                    <a:pt x="787218" y="4982422"/>
                  </a:lnTo>
                  <a:lnTo>
                    <a:pt x="787218" y="4981799"/>
                  </a:lnTo>
                  <a:lnTo>
                    <a:pt x="787326" y="4981175"/>
                  </a:lnTo>
                  <a:lnTo>
                    <a:pt x="787652" y="4980551"/>
                  </a:lnTo>
                  <a:lnTo>
                    <a:pt x="787760" y="4980551"/>
                  </a:lnTo>
                  <a:lnTo>
                    <a:pt x="787869" y="4980551"/>
                  </a:lnTo>
                  <a:lnTo>
                    <a:pt x="788411" y="4980551"/>
                  </a:lnTo>
                  <a:lnTo>
                    <a:pt x="789170" y="4980551"/>
                  </a:lnTo>
                  <a:lnTo>
                    <a:pt x="789387" y="4979928"/>
                  </a:lnTo>
                  <a:lnTo>
                    <a:pt x="789604" y="4979304"/>
                  </a:lnTo>
                  <a:lnTo>
                    <a:pt x="789604" y="4978681"/>
                  </a:lnTo>
                  <a:lnTo>
                    <a:pt x="789712" y="4978057"/>
                  </a:lnTo>
                  <a:lnTo>
                    <a:pt x="789821" y="4977434"/>
                  </a:lnTo>
                  <a:lnTo>
                    <a:pt x="790255" y="4977434"/>
                  </a:lnTo>
                  <a:lnTo>
                    <a:pt x="790363" y="4976810"/>
                  </a:lnTo>
                  <a:lnTo>
                    <a:pt x="790471" y="4976810"/>
                  </a:lnTo>
                  <a:lnTo>
                    <a:pt x="790580" y="4976810"/>
                  </a:lnTo>
                  <a:lnTo>
                    <a:pt x="791122" y="4976186"/>
                  </a:lnTo>
                  <a:lnTo>
                    <a:pt x="791339" y="4975563"/>
                  </a:lnTo>
                  <a:lnTo>
                    <a:pt x="791881" y="4974316"/>
                  </a:lnTo>
                  <a:lnTo>
                    <a:pt x="792207" y="4974316"/>
                  </a:lnTo>
                  <a:lnTo>
                    <a:pt x="792424" y="4974316"/>
                  </a:lnTo>
                  <a:lnTo>
                    <a:pt x="792640" y="4973068"/>
                  </a:lnTo>
                  <a:lnTo>
                    <a:pt x="792966" y="4973068"/>
                  </a:lnTo>
                  <a:lnTo>
                    <a:pt x="792966" y="4972445"/>
                  </a:lnTo>
                  <a:lnTo>
                    <a:pt x="793183" y="4972445"/>
                  </a:lnTo>
                  <a:lnTo>
                    <a:pt x="793833" y="4971821"/>
                  </a:lnTo>
                  <a:lnTo>
                    <a:pt x="793942" y="4971821"/>
                  </a:lnTo>
                  <a:lnTo>
                    <a:pt x="795026" y="4971198"/>
                  </a:lnTo>
                  <a:lnTo>
                    <a:pt x="795352" y="4971198"/>
                  </a:lnTo>
                  <a:lnTo>
                    <a:pt x="795677" y="4971198"/>
                  </a:lnTo>
                  <a:lnTo>
                    <a:pt x="795677" y="4970574"/>
                  </a:lnTo>
                  <a:lnTo>
                    <a:pt x="795677" y="4969951"/>
                  </a:lnTo>
                  <a:lnTo>
                    <a:pt x="796328" y="4968703"/>
                  </a:lnTo>
                  <a:lnTo>
                    <a:pt x="796545" y="4968080"/>
                  </a:lnTo>
                  <a:lnTo>
                    <a:pt x="796761" y="4966209"/>
                  </a:lnTo>
                  <a:lnTo>
                    <a:pt x="796978" y="4966209"/>
                  </a:lnTo>
                  <a:lnTo>
                    <a:pt x="797629" y="4966209"/>
                  </a:lnTo>
                  <a:lnTo>
                    <a:pt x="798497" y="4964962"/>
                  </a:lnTo>
                  <a:lnTo>
                    <a:pt x="798605" y="4964338"/>
                  </a:lnTo>
                  <a:lnTo>
                    <a:pt x="798930" y="4963715"/>
                  </a:lnTo>
                  <a:lnTo>
                    <a:pt x="799039" y="4963091"/>
                  </a:lnTo>
                  <a:lnTo>
                    <a:pt x="800232" y="4961844"/>
                  </a:lnTo>
                  <a:lnTo>
                    <a:pt x="800340" y="4961844"/>
                  </a:lnTo>
                  <a:lnTo>
                    <a:pt x="800557" y="4961220"/>
                  </a:lnTo>
                  <a:lnTo>
                    <a:pt x="800774" y="4961220"/>
                  </a:lnTo>
                  <a:lnTo>
                    <a:pt x="800882" y="4961220"/>
                  </a:lnTo>
                  <a:lnTo>
                    <a:pt x="800991" y="4961220"/>
                  </a:lnTo>
                  <a:lnTo>
                    <a:pt x="801858" y="4959973"/>
                  </a:lnTo>
                  <a:lnTo>
                    <a:pt x="802075" y="4959350"/>
                  </a:lnTo>
                  <a:lnTo>
                    <a:pt x="802834" y="4959350"/>
                  </a:lnTo>
                  <a:lnTo>
                    <a:pt x="802943" y="4959350"/>
                  </a:lnTo>
                  <a:lnTo>
                    <a:pt x="803051" y="4959350"/>
                  </a:lnTo>
                  <a:lnTo>
                    <a:pt x="803810" y="4958726"/>
                  </a:lnTo>
                  <a:lnTo>
                    <a:pt x="804461" y="4956232"/>
                  </a:lnTo>
                  <a:lnTo>
                    <a:pt x="804786" y="4955608"/>
                  </a:lnTo>
                  <a:lnTo>
                    <a:pt x="804895" y="4955608"/>
                  </a:lnTo>
                  <a:lnTo>
                    <a:pt x="805220" y="4954985"/>
                  </a:lnTo>
                  <a:lnTo>
                    <a:pt x="805546" y="4954985"/>
                  </a:lnTo>
                  <a:lnTo>
                    <a:pt x="805979" y="4953737"/>
                  </a:lnTo>
                  <a:lnTo>
                    <a:pt x="806413" y="4953114"/>
                  </a:lnTo>
                  <a:lnTo>
                    <a:pt x="806522" y="4953114"/>
                  </a:lnTo>
                  <a:lnTo>
                    <a:pt x="806955" y="4953114"/>
                  </a:lnTo>
                  <a:lnTo>
                    <a:pt x="807389" y="4952490"/>
                  </a:lnTo>
                  <a:lnTo>
                    <a:pt x="807389" y="4951867"/>
                  </a:lnTo>
                  <a:lnTo>
                    <a:pt x="807715" y="4951867"/>
                  </a:lnTo>
                  <a:lnTo>
                    <a:pt x="807823" y="4951243"/>
                  </a:lnTo>
                  <a:lnTo>
                    <a:pt x="808148" y="4951243"/>
                  </a:lnTo>
                  <a:lnTo>
                    <a:pt x="808365" y="4951243"/>
                  </a:lnTo>
                  <a:lnTo>
                    <a:pt x="808474" y="4951243"/>
                  </a:lnTo>
                  <a:lnTo>
                    <a:pt x="808582" y="4951243"/>
                  </a:lnTo>
                  <a:lnTo>
                    <a:pt x="808691" y="4950620"/>
                  </a:lnTo>
                  <a:lnTo>
                    <a:pt x="809341" y="4948749"/>
                  </a:lnTo>
                  <a:lnTo>
                    <a:pt x="809884" y="4947502"/>
                  </a:lnTo>
                  <a:lnTo>
                    <a:pt x="810100" y="4947502"/>
                  </a:lnTo>
                  <a:lnTo>
                    <a:pt x="810209" y="4946878"/>
                  </a:lnTo>
                  <a:lnTo>
                    <a:pt x="810426" y="4946254"/>
                  </a:lnTo>
                  <a:lnTo>
                    <a:pt x="810643" y="4946254"/>
                  </a:lnTo>
                  <a:lnTo>
                    <a:pt x="810751" y="4946254"/>
                  </a:lnTo>
                  <a:lnTo>
                    <a:pt x="811076" y="4945631"/>
                  </a:lnTo>
                  <a:lnTo>
                    <a:pt x="811293" y="4945631"/>
                  </a:lnTo>
                  <a:lnTo>
                    <a:pt x="811510" y="4945631"/>
                  </a:lnTo>
                  <a:lnTo>
                    <a:pt x="811619" y="4945007"/>
                  </a:lnTo>
                  <a:lnTo>
                    <a:pt x="811727" y="4944384"/>
                  </a:lnTo>
                  <a:lnTo>
                    <a:pt x="811944" y="4943760"/>
                  </a:lnTo>
                  <a:lnTo>
                    <a:pt x="812378" y="4943137"/>
                  </a:lnTo>
                  <a:lnTo>
                    <a:pt x="812595" y="4943137"/>
                  </a:lnTo>
                  <a:lnTo>
                    <a:pt x="812595" y="4942513"/>
                  </a:lnTo>
                  <a:lnTo>
                    <a:pt x="813028" y="4941889"/>
                  </a:lnTo>
                  <a:lnTo>
                    <a:pt x="813137" y="4941889"/>
                  </a:lnTo>
                  <a:lnTo>
                    <a:pt x="813245" y="4941889"/>
                  </a:lnTo>
                  <a:lnTo>
                    <a:pt x="813462" y="4941889"/>
                  </a:lnTo>
                  <a:lnTo>
                    <a:pt x="814221" y="4941266"/>
                  </a:lnTo>
                  <a:lnTo>
                    <a:pt x="814872" y="4939395"/>
                  </a:lnTo>
                  <a:lnTo>
                    <a:pt x="814981" y="4938771"/>
                  </a:lnTo>
                  <a:lnTo>
                    <a:pt x="816282" y="4937524"/>
                  </a:lnTo>
                  <a:lnTo>
                    <a:pt x="816390" y="4937524"/>
                  </a:lnTo>
                  <a:lnTo>
                    <a:pt x="816607" y="4936901"/>
                  </a:lnTo>
                  <a:lnTo>
                    <a:pt x="816824" y="4935654"/>
                  </a:lnTo>
                  <a:lnTo>
                    <a:pt x="817041" y="4935030"/>
                  </a:lnTo>
                  <a:lnTo>
                    <a:pt x="817258" y="4935030"/>
                  </a:lnTo>
                  <a:lnTo>
                    <a:pt x="817583" y="4935030"/>
                  </a:lnTo>
                  <a:lnTo>
                    <a:pt x="818126" y="4934406"/>
                  </a:lnTo>
                  <a:lnTo>
                    <a:pt x="818451" y="4933159"/>
                  </a:lnTo>
                  <a:lnTo>
                    <a:pt x="818885" y="4932536"/>
                  </a:lnTo>
                  <a:lnTo>
                    <a:pt x="818993" y="4932536"/>
                  </a:lnTo>
                  <a:lnTo>
                    <a:pt x="819644" y="4931288"/>
                  </a:lnTo>
                  <a:lnTo>
                    <a:pt x="819752" y="4931288"/>
                  </a:lnTo>
                  <a:lnTo>
                    <a:pt x="820403" y="4930665"/>
                  </a:lnTo>
                  <a:lnTo>
                    <a:pt x="820945" y="4930041"/>
                  </a:lnTo>
                  <a:lnTo>
                    <a:pt x="821270" y="4928794"/>
                  </a:lnTo>
                  <a:lnTo>
                    <a:pt x="821379" y="4928794"/>
                  </a:lnTo>
                  <a:lnTo>
                    <a:pt x="821487" y="4928794"/>
                  </a:lnTo>
                  <a:lnTo>
                    <a:pt x="821596" y="4928794"/>
                  </a:lnTo>
                  <a:lnTo>
                    <a:pt x="821921" y="4928794"/>
                  </a:lnTo>
                  <a:lnTo>
                    <a:pt x="822680" y="4928171"/>
                  </a:lnTo>
                  <a:lnTo>
                    <a:pt x="822789" y="4928171"/>
                  </a:lnTo>
                  <a:lnTo>
                    <a:pt x="823114" y="4927547"/>
                  </a:lnTo>
                  <a:lnTo>
                    <a:pt x="823114" y="4926923"/>
                  </a:lnTo>
                  <a:lnTo>
                    <a:pt x="823548" y="4926923"/>
                  </a:lnTo>
                  <a:lnTo>
                    <a:pt x="823656" y="4926923"/>
                  </a:lnTo>
                  <a:lnTo>
                    <a:pt x="823656" y="4926300"/>
                  </a:lnTo>
                  <a:lnTo>
                    <a:pt x="823982" y="4926300"/>
                  </a:lnTo>
                  <a:lnTo>
                    <a:pt x="824307" y="4926300"/>
                  </a:lnTo>
                  <a:lnTo>
                    <a:pt x="824741" y="4925053"/>
                  </a:lnTo>
                  <a:lnTo>
                    <a:pt x="825283" y="4925053"/>
                  </a:lnTo>
                  <a:lnTo>
                    <a:pt x="825283" y="4924429"/>
                  </a:lnTo>
                  <a:lnTo>
                    <a:pt x="825391" y="4924429"/>
                  </a:lnTo>
                  <a:lnTo>
                    <a:pt x="825500" y="4924429"/>
                  </a:lnTo>
                  <a:lnTo>
                    <a:pt x="825500" y="4923182"/>
                  </a:lnTo>
                  <a:lnTo>
                    <a:pt x="826151" y="4923182"/>
                  </a:lnTo>
                  <a:lnTo>
                    <a:pt x="826584" y="4923182"/>
                  </a:lnTo>
                  <a:lnTo>
                    <a:pt x="827018" y="4922558"/>
                  </a:lnTo>
                  <a:lnTo>
                    <a:pt x="827777" y="4921935"/>
                  </a:lnTo>
                  <a:lnTo>
                    <a:pt x="827886" y="4921935"/>
                  </a:lnTo>
                  <a:lnTo>
                    <a:pt x="828320" y="4921935"/>
                  </a:lnTo>
                  <a:lnTo>
                    <a:pt x="828862" y="4921311"/>
                  </a:lnTo>
                  <a:lnTo>
                    <a:pt x="828970" y="4921311"/>
                  </a:lnTo>
                  <a:lnTo>
                    <a:pt x="829187" y="4919440"/>
                  </a:lnTo>
                  <a:lnTo>
                    <a:pt x="829296" y="4919440"/>
                  </a:lnTo>
                  <a:lnTo>
                    <a:pt x="829621" y="4919440"/>
                  </a:lnTo>
                  <a:lnTo>
                    <a:pt x="829729" y="4919440"/>
                  </a:lnTo>
                  <a:lnTo>
                    <a:pt x="830272" y="4918193"/>
                  </a:lnTo>
                  <a:lnTo>
                    <a:pt x="830488" y="4917570"/>
                  </a:lnTo>
                  <a:lnTo>
                    <a:pt x="830705" y="4916946"/>
                  </a:lnTo>
                  <a:lnTo>
                    <a:pt x="830922" y="4916946"/>
                  </a:lnTo>
                  <a:lnTo>
                    <a:pt x="831139" y="4916946"/>
                  </a:lnTo>
                  <a:lnTo>
                    <a:pt x="831790" y="4916946"/>
                  </a:lnTo>
                  <a:lnTo>
                    <a:pt x="832224" y="4916946"/>
                  </a:lnTo>
                  <a:lnTo>
                    <a:pt x="832766" y="4916946"/>
                  </a:lnTo>
                  <a:lnTo>
                    <a:pt x="832983" y="4916323"/>
                  </a:lnTo>
                  <a:lnTo>
                    <a:pt x="833525" y="4916323"/>
                  </a:lnTo>
                  <a:lnTo>
                    <a:pt x="833850" y="4916323"/>
                  </a:lnTo>
                  <a:lnTo>
                    <a:pt x="834718" y="4915699"/>
                  </a:lnTo>
                  <a:lnTo>
                    <a:pt x="834826" y="4915699"/>
                  </a:lnTo>
                  <a:lnTo>
                    <a:pt x="834935" y="4915699"/>
                  </a:lnTo>
                  <a:lnTo>
                    <a:pt x="835477" y="4914452"/>
                  </a:lnTo>
                  <a:lnTo>
                    <a:pt x="835477" y="4913828"/>
                  </a:lnTo>
                  <a:lnTo>
                    <a:pt x="835802" y="4913828"/>
                  </a:lnTo>
                  <a:lnTo>
                    <a:pt x="835911" y="4913205"/>
                  </a:lnTo>
                  <a:lnTo>
                    <a:pt x="836670" y="4913205"/>
                  </a:lnTo>
                  <a:lnTo>
                    <a:pt x="836995" y="4912581"/>
                  </a:lnTo>
                  <a:lnTo>
                    <a:pt x="837646" y="4912581"/>
                  </a:lnTo>
                  <a:lnTo>
                    <a:pt x="837863" y="4912581"/>
                  </a:lnTo>
                  <a:lnTo>
                    <a:pt x="837863" y="4911957"/>
                  </a:lnTo>
                  <a:lnTo>
                    <a:pt x="837971" y="4911334"/>
                  </a:lnTo>
                  <a:lnTo>
                    <a:pt x="838730" y="4908840"/>
                  </a:lnTo>
                  <a:lnTo>
                    <a:pt x="838839" y="4908840"/>
                  </a:lnTo>
                  <a:lnTo>
                    <a:pt x="839381" y="4908840"/>
                  </a:lnTo>
                  <a:lnTo>
                    <a:pt x="839490" y="4908840"/>
                  </a:lnTo>
                  <a:lnTo>
                    <a:pt x="839598" y="4908216"/>
                  </a:lnTo>
                  <a:lnTo>
                    <a:pt x="839707" y="4908216"/>
                  </a:lnTo>
                  <a:lnTo>
                    <a:pt x="840032" y="4907592"/>
                  </a:lnTo>
                  <a:lnTo>
                    <a:pt x="840032" y="4906969"/>
                  </a:lnTo>
                  <a:lnTo>
                    <a:pt x="840140" y="4906969"/>
                  </a:lnTo>
                  <a:lnTo>
                    <a:pt x="840357" y="4906345"/>
                  </a:lnTo>
                  <a:lnTo>
                    <a:pt x="840466" y="4906345"/>
                  </a:lnTo>
                  <a:lnTo>
                    <a:pt x="840574" y="4906345"/>
                  </a:lnTo>
                  <a:lnTo>
                    <a:pt x="840791" y="4906345"/>
                  </a:lnTo>
                  <a:lnTo>
                    <a:pt x="841550" y="4905098"/>
                  </a:lnTo>
                  <a:lnTo>
                    <a:pt x="841550" y="4904474"/>
                  </a:lnTo>
                  <a:lnTo>
                    <a:pt x="841984" y="4904474"/>
                  </a:lnTo>
                  <a:lnTo>
                    <a:pt x="842526" y="4903851"/>
                  </a:lnTo>
                  <a:lnTo>
                    <a:pt x="842851" y="4903227"/>
                  </a:lnTo>
                  <a:lnTo>
                    <a:pt x="843177" y="4902604"/>
                  </a:lnTo>
                  <a:lnTo>
                    <a:pt x="843285" y="4902604"/>
                  </a:lnTo>
                  <a:lnTo>
                    <a:pt x="843611" y="4902604"/>
                  </a:lnTo>
                  <a:lnTo>
                    <a:pt x="843828" y="4902604"/>
                  </a:lnTo>
                  <a:lnTo>
                    <a:pt x="844370" y="4902604"/>
                  </a:lnTo>
                  <a:lnTo>
                    <a:pt x="844695" y="4902604"/>
                  </a:lnTo>
                  <a:lnTo>
                    <a:pt x="844804" y="4902604"/>
                  </a:lnTo>
                  <a:lnTo>
                    <a:pt x="844912" y="4901980"/>
                  </a:lnTo>
                  <a:lnTo>
                    <a:pt x="845671" y="4901980"/>
                  </a:lnTo>
                  <a:lnTo>
                    <a:pt x="845888" y="4901980"/>
                  </a:lnTo>
                  <a:lnTo>
                    <a:pt x="846105" y="4901980"/>
                  </a:lnTo>
                  <a:lnTo>
                    <a:pt x="846430" y="4898862"/>
                  </a:lnTo>
                  <a:lnTo>
                    <a:pt x="846864" y="4898862"/>
                  </a:lnTo>
                  <a:lnTo>
                    <a:pt x="847081" y="4897615"/>
                  </a:lnTo>
                  <a:lnTo>
                    <a:pt x="847189" y="4897615"/>
                  </a:lnTo>
                  <a:lnTo>
                    <a:pt x="847298" y="4896991"/>
                  </a:lnTo>
                  <a:lnTo>
                    <a:pt x="847732" y="4896991"/>
                  </a:lnTo>
                  <a:lnTo>
                    <a:pt x="847840" y="4896991"/>
                  </a:lnTo>
                  <a:lnTo>
                    <a:pt x="847949" y="4896991"/>
                  </a:lnTo>
                  <a:lnTo>
                    <a:pt x="848057" y="4896991"/>
                  </a:lnTo>
                  <a:lnTo>
                    <a:pt x="848382" y="4896368"/>
                  </a:lnTo>
                  <a:lnTo>
                    <a:pt x="848925" y="4894497"/>
                  </a:lnTo>
                  <a:lnTo>
                    <a:pt x="848925" y="4893874"/>
                  </a:lnTo>
                  <a:lnTo>
                    <a:pt x="848925" y="4893250"/>
                  </a:lnTo>
                  <a:lnTo>
                    <a:pt x="849575" y="4892626"/>
                  </a:lnTo>
                  <a:lnTo>
                    <a:pt x="849684" y="4892003"/>
                  </a:lnTo>
                  <a:lnTo>
                    <a:pt x="849901" y="4892003"/>
                  </a:lnTo>
                  <a:lnTo>
                    <a:pt x="850443" y="4890132"/>
                  </a:lnTo>
                  <a:lnTo>
                    <a:pt x="850551" y="4890132"/>
                  </a:lnTo>
                  <a:lnTo>
                    <a:pt x="851527" y="4888261"/>
                  </a:lnTo>
                  <a:lnTo>
                    <a:pt x="851636" y="4888261"/>
                  </a:lnTo>
                  <a:lnTo>
                    <a:pt x="851744" y="4888261"/>
                  </a:lnTo>
                  <a:lnTo>
                    <a:pt x="852178" y="4887638"/>
                  </a:lnTo>
                  <a:lnTo>
                    <a:pt x="852286" y="4887638"/>
                  </a:lnTo>
                  <a:lnTo>
                    <a:pt x="852503" y="4885767"/>
                  </a:lnTo>
                  <a:lnTo>
                    <a:pt x="852612" y="4885143"/>
                  </a:lnTo>
                  <a:lnTo>
                    <a:pt x="853046" y="4884520"/>
                  </a:lnTo>
                  <a:lnTo>
                    <a:pt x="853479" y="4882025"/>
                  </a:lnTo>
                  <a:lnTo>
                    <a:pt x="854238" y="4882025"/>
                  </a:lnTo>
                  <a:lnTo>
                    <a:pt x="854347" y="4882025"/>
                  </a:lnTo>
                  <a:lnTo>
                    <a:pt x="854564" y="4882025"/>
                  </a:lnTo>
                  <a:lnTo>
                    <a:pt x="854781" y="4882025"/>
                  </a:lnTo>
                  <a:lnTo>
                    <a:pt x="854889" y="4881402"/>
                  </a:lnTo>
                  <a:lnTo>
                    <a:pt x="854998" y="4880778"/>
                  </a:lnTo>
                  <a:lnTo>
                    <a:pt x="855214" y="4880155"/>
                  </a:lnTo>
                  <a:lnTo>
                    <a:pt x="855214" y="4879531"/>
                  </a:lnTo>
                  <a:lnTo>
                    <a:pt x="855540" y="4878284"/>
                  </a:lnTo>
                  <a:lnTo>
                    <a:pt x="855757" y="4877037"/>
                  </a:lnTo>
                  <a:lnTo>
                    <a:pt x="855757" y="4875790"/>
                  </a:lnTo>
                  <a:lnTo>
                    <a:pt x="856082" y="4875790"/>
                  </a:lnTo>
                  <a:lnTo>
                    <a:pt x="856082" y="4874542"/>
                  </a:lnTo>
                  <a:lnTo>
                    <a:pt x="856516" y="4874542"/>
                  </a:lnTo>
                  <a:lnTo>
                    <a:pt x="856624" y="4874542"/>
                  </a:lnTo>
                  <a:lnTo>
                    <a:pt x="856733" y="4874542"/>
                  </a:lnTo>
                  <a:lnTo>
                    <a:pt x="857383" y="4873919"/>
                  </a:lnTo>
                  <a:lnTo>
                    <a:pt x="857600" y="4872672"/>
                  </a:lnTo>
                  <a:lnTo>
                    <a:pt x="858034" y="4872048"/>
                  </a:lnTo>
                  <a:lnTo>
                    <a:pt x="858143" y="4872048"/>
                  </a:lnTo>
                  <a:lnTo>
                    <a:pt x="858359" y="4872048"/>
                  </a:lnTo>
                  <a:lnTo>
                    <a:pt x="859119" y="4871425"/>
                  </a:lnTo>
                  <a:lnTo>
                    <a:pt x="859335" y="4870801"/>
                  </a:lnTo>
                  <a:lnTo>
                    <a:pt x="859661" y="4870801"/>
                  </a:lnTo>
                  <a:lnTo>
                    <a:pt x="859878" y="4870801"/>
                  </a:lnTo>
                  <a:lnTo>
                    <a:pt x="859878" y="4869554"/>
                  </a:lnTo>
                  <a:lnTo>
                    <a:pt x="860203" y="4868930"/>
                  </a:lnTo>
                  <a:lnTo>
                    <a:pt x="860420" y="4868930"/>
                  </a:lnTo>
                  <a:lnTo>
                    <a:pt x="860637" y="4868307"/>
                  </a:lnTo>
                  <a:lnTo>
                    <a:pt x="861288" y="4867683"/>
                  </a:lnTo>
                  <a:lnTo>
                    <a:pt x="861830" y="4867060"/>
                  </a:lnTo>
                  <a:lnTo>
                    <a:pt x="862155" y="4867060"/>
                  </a:lnTo>
                  <a:lnTo>
                    <a:pt x="862264" y="4867060"/>
                  </a:lnTo>
                  <a:lnTo>
                    <a:pt x="862589" y="4867060"/>
                  </a:lnTo>
                  <a:lnTo>
                    <a:pt x="862589" y="4866436"/>
                  </a:lnTo>
                  <a:lnTo>
                    <a:pt x="863023" y="4865812"/>
                  </a:lnTo>
                  <a:lnTo>
                    <a:pt x="863348" y="4865812"/>
                  </a:lnTo>
                  <a:lnTo>
                    <a:pt x="863565" y="4865189"/>
                  </a:lnTo>
                  <a:lnTo>
                    <a:pt x="863673" y="4865189"/>
                  </a:lnTo>
                  <a:lnTo>
                    <a:pt x="863782" y="4865189"/>
                  </a:lnTo>
                  <a:lnTo>
                    <a:pt x="864107" y="4864565"/>
                  </a:lnTo>
                  <a:lnTo>
                    <a:pt x="865083" y="4863942"/>
                  </a:lnTo>
                  <a:lnTo>
                    <a:pt x="865083" y="4863318"/>
                  </a:lnTo>
                  <a:lnTo>
                    <a:pt x="865300" y="4862071"/>
                  </a:lnTo>
                  <a:lnTo>
                    <a:pt x="865517" y="4861447"/>
                  </a:lnTo>
                  <a:lnTo>
                    <a:pt x="865951" y="4861447"/>
                  </a:lnTo>
                  <a:lnTo>
                    <a:pt x="866168" y="4861447"/>
                  </a:lnTo>
                  <a:lnTo>
                    <a:pt x="866601" y="4860824"/>
                  </a:lnTo>
                  <a:lnTo>
                    <a:pt x="867035" y="4860200"/>
                  </a:lnTo>
                  <a:lnTo>
                    <a:pt x="867577" y="4860200"/>
                  </a:lnTo>
                  <a:lnTo>
                    <a:pt x="868120" y="4860200"/>
                  </a:lnTo>
                  <a:lnTo>
                    <a:pt x="868879" y="4858953"/>
                  </a:lnTo>
                  <a:lnTo>
                    <a:pt x="868879" y="4858329"/>
                  </a:lnTo>
                  <a:lnTo>
                    <a:pt x="868987" y="4858329"/>
                  </a:lnTo>
                  <a:lnTo>
                    <a:pt x="869421" y="4858329"/>
                  </a:lnTo>
                  <a:lnTo>
                    <a:pt x="870180" y="4857082"/>
                  </a:lnTo>
                  <a:lnTo>
                    <a:pt x="870397" y="4856459"/>
                  </a:lnTo>
                  <a:lnTo>
                    <a:pt x="870831" y="4855211"/>
                  </a:lnTo>
                  <a:lnTo>
                    <a:pt x="871807" y="4855211"/>
                  </a:lnTo>
                  <a:lnTo>
                    <a:pt x="871807" y="4854588"/>
                  </a:lnTo>
                  <a:lnTo>
                    <a:pt x="871915" y="4853964"/>
                  </a:lnTo>
                  <a:lnTo>
                    <a:pt x="872024" y="4853341"/>
                  </a:lnTo>
                  <a:lnTo>
                    <a:pt x="872132" y="4853341"/>
                  </a:lnTo>
                  <a:lnTo>
                    <a:pt x="872566" y="4853341"/>
                  </a:lnTo>
                  <a:lnTo>
                    <a:pt x="872891" y="4853341"/>
                  </a:lnTo>
                  <a:lnTo>
                    <a:pt x="873108" y="4852094"/>
                  </a:lnTo>
                  <a:lnTo>
                    <a:pt x="873434" y="4852094"/>
                  </a:lnTo>
                  <a:lnTo>
                    <a:pt x="873759" y="4852094"/>
                  </a:lnTo>
                  <a:lnTo>
                    <a:pt x="873976" y="4852094"/>
                  </a:lnTo>
                  <a:lnTo>
                    <a:pt x="874084" y="4851470"/>
                  </a:lnTo>
                  <a:lnTo>
                    <a:pt x="874735" y="4850846"/>
                  </a:lnTo>
                  <a:lnTo>
                    <a:pt x="874843" y="4850846"/>
                  </a:lnTo>
                  <a:lnTo>
                    <a:pt x="875060" y="4850846"/>
                  </a:lnTo>
                  <a:lnTo>
                    <a:pt x="875169" y="4850846"/>
                  </a:lnTo>
                  <a:lnTo>
                    <a:pt x="875494" y="4850846"/>
                  </a:lnTo>
                  <a:lnTo>
                    <a:pt x="875711" y="4850846"/>
                  </a:lnTo>
                  <a:lnTo>
                    <a:pt x="876145" y="4850223"/>
                  </a:lnTo>
                  <a:lnTo>
                    <a:pt x="876253" y="4850223"/>
                  </a:lnTo>
                  <a:lnTo>
                    <a:pt x="876470" y="4847728"/>
                  </a:lnTo>
                  <a:lnTo>
                    <a:pt x="876904" y="4847728"/>
                  </a:lnTo>
                  <a:lnTo>
                    <a:pt x="877229" y="4847728"/>
                  </a:lnTo>
                  <a:lnTo>
                    <a:pt x="878097" y="4846481"/>
                  </a:lnTo>
                  <a:lnTo>
                    <a:pt x="878205" y="4845858"/>
                  </a:lnTo>
                  <a:lnTo>
                    <a:pt x="878422" y="4845234"/>
                  </a:lnTo>
                  <a:lnTo>
                    <a:pt x="879073" y="4845234"/>
                  </a:lnTo>
                  <a:lnTo>
                    <a:pt x="879073" y="4844611"/>
                  </a:lnTo>
                  <a:lnTo>
                    <a:pt x="879398" y="4844611"/>
                  </a:lnTo>
                  <a:lnTo>
                    <a:pt x="880157" y="4842116"/>
                  </a:lnTo>
                  <a:lnTo>
                    <a:pt x="880266" y="4841493"/>
                  </a:lnTo>
                  <a:lnTo>
                    <a:pt x="880374" y="4841493"/>
                  </a:lnTo>
                  <a:lnTo>
                    <a:pt x="880483" y="4841493"/>
                  </a:lnTo>
                  <a:lnTo>
                    <a:pt x="881242" y="4839622"/>
                  </a:lnTo>
                  <a:lnTo>
                    <a:pt x="881350" y="4839622"/>
                  </a:lnTo>
                  <a:lnTo>
                    <a:pt x="881459" y="4837128"/>
                  </a:lnTo>
                  <a:lnTo>
                    <a:pt x="881892" y="4836504"/>
                  </a:lnTo>
                  <a:lnTo>
                    <a:pt x="882218" y="4835880"/>
                  </a:lnTo>
                  <a:lnTo>
                    <a:pt x="882435" y="4834633"/>
                  </a:lnTo>
                  <a:lnTo>
                    <a:pt x="882543" y="4834010"/>
                  </a:lnTo>
                  <a:lnTo>
                    <a:pt x="882652" y="4834010"/>
                  </a:lnTo>
                  <a:lnTo>
                    <a:pt x="882760" y="4834010"/>
                  </a:lnTo>
                  <a:lnTo>
                    <a:pt x="883085" y="4833386"/>
                  </a:lnTo>
                  <a:lnTo>
                    <a:pt x="883411" y="4830892"/>
                  </a:lnTo>
                  <a:lnTo>
                    <a:pt x="883519" y="4830892"/>
                  </a:lnTo>
                  <a:lnTo>
                    <a:pt x="883628" y="4830268"/>
                  </a:lnTo>
                  <a:lnTo>
                    <a:pt x="883953" y="4830268"/>
                  </a:lnTo>
                  <a:lnTo>
                    <a:pt x="884061" y="4830268"/>
                  </a:lnTo>
                  <a:lnTo>
                    <a:pt x="884170" y="4830268"/>
                  </a:lnTo>
                  <a:lnTo>
                    <a:pt x="884387" y="4829645"/>
                  </a:lnTo>
                  <a:lnTo>
                    <a:pt x="884712" y="4829645"/>
                  </a:lnTo>
                  <a:lnTo>
                    <a:pt x="884821" y="4829645"/>
                  </a:lnTo>
                  <a:lnTo>
                    <a:pt x="885146" y="4828397"/>
                  </a:lnTo>
                  <a:lnTo>
                    <a:pt x="886122" y="4828397"/>
                  </a:lnTo>
                  <a:lnTo>
                    <a:pt x="886339" y="4827150"/>
                  </a:lnTo>
                  <a:lnTo>
                    <a:pt x="887532" y="4826527"/>
                  </a:lnTo>
                  <a:lnTo>
                    <a:pt x="888833" y="4825903"/>
                  </a:lnTo>
                  <a:lnTo>
                    <a:pt x="889050" y="4825903"/>
                  </a:lnTo>
                  <a:lnTo>
                    <a:pt x="889158" y="4824656"/>
                  </a:lnTo>
                  <a:lnTo>
                    <a:pt x="889592" y="4824032"/>
                  </a:lnTo>
                  <a:lnTo>
                    <a:pt x="889701" y="4823409"/>
                  </a:lnTo>
                  <a:lnTo>
                    <a:pt x="889809" y="4823409"/>
                  </a:lnTo>
                  <a:lnTo>
                    <a:pt x="890460" y="4820914"/>
                  </a:lnTo>
                  <a:lnTo>
                    <a:pt x="890568" y="4820914"/>
                  </a:lnTo>
                  <a:lnTo>
                    <a:pt x="890568" y="4820291"/>
                  </a:lnTo>
                  <a:lnTo>
                    <a:pt x="891002" y="4819667"/>
                  </a:lnTo>
                  <a:lnTo>
                    <a:pt x="891219" y="4818420"/>
                  </a:lnTo>
                  <a:lnTo>
                    <a:pt x="891978" y="4816549"/>
                  </a:lnTo>
                  <a:lnTo>
                    <a:pt x="892195" y="4815302"/>
                  </a:lnTo>
                  <a:lnTo>
                    <a:pt x="892629" y="4814679"/>
                  </a:lnTo>
                  <a:lnTo>
                    <a:pt x="892954" y="4814679"/>
                  </a:lnTo>
                  <a:lnTo>
                    <a:pt x="893171" y="4813431"/>
                  </a:lnTo>
                  <a:lnTo>
                    <a:pt x="893388" y="4813431"/>
                  </a:lnTo>
                  <a:lnTo>
                    <a:pt x="894147" y="4812184"/>
                  </a:lnTo>
                  <a:lnTo>
                    <a:pt x="894255" y="4812184"/>
                  </a:lnTo>
                  <a:lnTo>
                    <a:pt x="894472" y="4811561"/>
                  </a:lnTo>
                  <a:lnTo>
                    <a:pt x="894689" y="4810937"/>
                  </a:lnTo>
                  <a:lnTo>
                    <a:pt x="895665" y="4810937"/>
                  </a:lnTo>
                  <a:lnTo>
                    <a:pt x="895882" y="4810937"/>
                  </a:lnTo>
                  <a:lnTo>
                    <a:pt x="896208" y="4810937"/>
                  </a:lnTo>
                  <a:lnTo>
                    <a:pt x="896533" y="4810314"/>
                  </a:lnTo>
                  <a:lnTo>
                    <a:pt x="896967" y="4808443"/>
                  </a:lnTo>
                  <a:lnTo>
                    <a:pt x="897400" y="4808443"/>
                  </a:lnTo>
                  <a:lnTo>
                    <a:pt x="897617" y="4807819"/>
                  </a:lnTo>
                  <a:lnTo>
                    <a:pt x="897834" y="4806572"/>
                  </a:lnTo>
                  <a:lnTo>
                    <a:pt x="898376" y="4806572"/>
                  </a:lnTo>
                  <a:lnTo>
                    <a:pt x="898810" y="4806572"/>
                  </a:lnTo>
                  <a:lnTo>
                    <a:pt x="899244" y="4806572"/>
                  </a:lnTo>
                  <a:lnTo>
                    <a:pt x="899569" y="4806572"/>
                  </a:lnTo>
                  <a:lnTo>
                    <a:pt x="900329" y="4806572"/>
                  </a:lnTo>
                  <a:lnTo>
                    <a:pt x="900329" y="4805325"/>
                  </a:lnTo>
                  <a:lnTo>
                    <a:pt x="901305" y="4804701"/>
                  </a:lnTo>
                  <a:lnTo>
                    <a:pt x="901630" y="4804701"/>
                  </a:lnTo>
                  <a:lnTo>
                    <a:pt x="901847" y="4804701"/>
                  </a:lnTo>
                  <a:lnTo>
                    <a:pt x="902281" y="4804701"/>
                  </a:lnTo>
                  <a:lnTo>
                    <a:pt x="902606" y="4802831"/>
                  </a:lnTo>
                  <a:lnTo>
                    <a:pt x="902823" y="4802831"/>
                  </a:lnTo>
                  <a:lnTo>
                    <a:pt x="902931" y="4802207"/>
                  </a:lnTo>
                  <a:lnTo>
                    <a:pt x="904124" y="4801583"/>
                  </a:lnTo>
                  <a:lnTo>
                    <a:pt x="904124" y="4800960"/>
                  </a:lnTo>
                  <a:lnTo>
                    <a:pt x="904450" y="4800336"/>
                  </a:lnTo>
                  <a:lnTo>
                    <a:pt x="904558" y="4799713"/>
                  </a:lnTo>
                  <a:lnTo>
                    <a:pt x="904883" y="4799713"/>
                  </a:lnTo>
                  <a:lnTo>
                    <a:pt x="904992" y="4799089"/>
                  </a:lnTo>
                  <a:lnTo>
                    <a:pt x="905100" y="4798465"/>
                  </a:lnTo>
                  <a:lnTo>
                    <a:pt x="905209" y="4798465"/>
                  </a:lnTo>
                  <a:lnTo>
                    <a:pt x="905426" y="4798465"/>
                  </a:lnTo>
                  <a:lnTo>
                    <a:pt x="905534" y="4797842"/>
                  </a:lnTo>
                  <a:lnTo>
                    <a:pt x="905642" y="4797842"/>
                  </a:lnTo>
                  <a:lnTo>
                    <a:pt x="905751" y="4797218"/>
                  </a:lnTo>
                  <a:lnTo>
                    <a:pt x="905751" y="4796595"/>
                  </a:lnTo>
                  <a:lnTo>
                    <a:pt x="905859" y="4796595"/>
                  </a:lnTo>
                  <a:lnTo>
                    <a:pt x="906402" y="4796595"/>
                  </a:lnTo>
                  <a:lnTo>
                    <a:pt x="906618" y="4796595"/>
                  </a:lnTo>
                  <a:lnTo>
                    <a:pt x="906835" y="4796595"/>
                  </a:lnTo>
                  <a:lnTo>
                    <a:pt x="907594" y="4795348"/>
                  </a:lnTo>
                  <a:lnTo>
                    <a:pt x="908028" y="4795348"/>
                  </a:lnTo>
                  <a:lnTo>
                    <a:pt x="909004" y="4794724"/>
                  </a:lnTo>
                  <a:lnTo>
                    <a:pt x="909004" y="4794100"/>
                  </a:lnTo>
                  <a:lnTo>
                    <a:pt x="910197" y="4792230"/>
                  </a:lnTo>
                  <a:lnTo>
                    <a:pt x="910197" y="4790982"/>
                  </a:lnTo>
                  <a:lnTo>
                    <a:pt x="910306" y="4790982"/>
                  </a:lnTo>
                  <a:lnTo>
                    <a:pt x="910739" y="4790359"/>
                  </a:lnTo>
                  <a:lnTo>
                    <a:pt x="910848" y="4789735"/>
                  </a:lnTo>
                  <a:lnTo>
                    <a:pt x="911065" y="4789735"/>
                  </a:lnTo>
                  <a:lnTo>
                    <a:pt x="911607" y="4787865"/>
                  </a:lnTo>
                  <a:lnTo>
                    <a:pt x="911715" y="4787241"/>
                  </a:lnTo>
                  <a:lnTo>
                    <a:pt x="911824" y="4787241"/>
                  </a:lnTo>
                  <a:lnTo>
                    <a:pt x="912149" y="4786617"/>
                  </a:lnTo>
                  <a:lnTo>
                    <a:pt x="912366" y="4785370"/>
                  </a:lnTo>
                  <a:lnTo>
                    <a:pt x="912800" y="4784123"/>
                  </a:lnTo>
                  <a:lnTo>
                    <a:pt x="912908" y="4784123"/>
                  </a:lnTo>
                  <a:lnTo>
                    <a:pt x="913234" y="4784123"/>
                  </a:lnTo>
                  <a:lnTo>
                    <a:pt x="913559" y="4783499"/>
                  </a:lnTo>
                  <a:lnTo>
                    <a:pt x="913776" y="4782252"/>
                  </a:lnTo>
                  <a:lnTo>
                    <a:pt x="913884" y="4782252"/>
                  </a:lnTo>
                  <a:lnTo>
                    <a:pt x="913993" y="4782252"/>
                  </a:lnTo>
                  <a:lnTo>
                    <a:pt x="914860" y="4781629"/>
                  </a:lnTo>
                  <a:lnTo>
                    <a:pt x="915511" y="4781629"/>
                  </a:lnTo>
                  <a:lnTo>
                    <a:pt x="915511" y="4781005"/>
                  </a:lnTo>
                  <a:lnTo>
                    <a:pt x="915945" y="4779758"/>
                  </a:lnTo>
                  <a:lnTo>
                    <a:pt x="916053" y="4779758"/>
                  </a:lnTo>
                  <a:lnTo>
                    <a:pt x="916596" y="4777887"/>
                  </a:lnTo>
                  <a:lnTo>
                    <a:pt x="916704" y="4777887"/>
                  </a:lnTo>
                  <a:lnTo>
                    <a:pt x="916921" y="4777887"/>
                  </a:lnTo>
                  <a:lnTo>
                    <a:pt x="917138" y="4776016"/>
                  </a:lnTo>
                  <a:lnTo>
                    <a:pt x="917355" y="4776016"/>
                  </a:lnTo>
                  <a:lnTo>
                    <a:pt x="917572" y="4774146"/>
                  </a:lnTo>
                  <a:lnTo>
                    <a:pt x="917897" y="4773522"/>
                  </a:lnTo>
                  <a:lnTo>
                    <a:pt x="918005" y="4773522"/>
                  </a:lnTo>
                  <a:lnTo>
                    <a:pt x="918331" y="4773522"/>
                  </a:lnTo>
                  <a:lnTo>
                    <a:pt x="918765" y="4773522"/>
                  </a:lnTo>
                  <a:lnTo>
                    <a:pt x="919090" y="4772899"/>
                  </a:lnTo>
                  <a:lnTo>
                    <a:pt x="919632" y="4769781"/>
                  </a:lnTo>
                  <a:lnTo>
                    <a:pt x="920391" y="4769781"/>
                  </a:lnTo>
                  <a:lnTo>
                    <a:pt x="920500" y="4769781"/>
                  </a:lnTo>
                  <a:lnTo>
                    <a:pt x="920933" y="4769781"/>
                  </a:lnTo>
                  <a:lnTo>
                    <a:pt x="921367" y="4769781"/>
                  </a:lnTo>
                  <a:lnTo>
                    <a:pt x="921584" y="4769781"/>
                  </a:lnTo>
                  <a:lnTo>
                    <a:pt x="921910" y="4769781"/>
                  </a:lnTo>
                  <a:lnTo>
                    <a:pt x="922235" y="4769781"/>
                  </a:lnTo>
                  <a:lnTo>
                    <a:pt x="922777" y="4769781"/>
                  </a:lnTo>
                  <a:lnTo>
                    <a:pt x="922886" y="4769781"/>
                  </a:lnTo>
                  <a:lnTo>
                    <a:pt x="923319" y="4769781"/>
                  </a:lnTo>
                  <a:lnTo>
                    <a:pt x="923536" y="4769781"/>
                  </a:lnTo>
                  <a:lnTo>
                    <a:pt x="923862" y="4768533"/>
                  </a:lnTo>
                  <a:lnTo>
                    <a:pt x="923970" y="4768533"/>
                  </a:lnTo>
                  <a:lnTo>
                    <a:pt x="924187" y="4767910"/>
                  </a:lnTo>
                  <a:lnTo>
                    <a:pt x="924404" y="4766663"/>
                  </a:lnTo>
                  <a:lnTo>
                    <a:pt x="924838" y="4766039"/>
                  </a:lnTo>
                  <a:lnTo>
                    <a:pt x="925163" y="4766039"/>
                  </a:lnTo>
                  <a:lnTo>
                    <a:pt x="925271" y="4766039"/>
                  </a:lnTo>
                  <a:lnTo>
                    <a:pt x="925488" y="4766039"/>
                  </a:lnTo>
                  <a:lnTo>
                    <a:pt x="925597" y="4766039"/>
                  </a:lnTo>
                  <a:lnTo>
                    <a:pt x="925814" y="4765416"/>
                  </a:lnTo>
                  <a:lnTo>
                    <a:pt x="926247" y="4764792"/>
                  </a:lnTo>
                  <a:lnTo>
                    <a:pt x="926356" y="4764168"/>
                  </a:lnTo>
                  <a:lnTo>
                    <a:pt x="926790" y="4763545"/>
                  </a:lnTo>
                  <a:lnTo>
                    <a:pt x="927332" y="4763545"/>
                  </a:lnTo>
                  <a:lnTo>
                    <a:pt x="928199" y="4762921"/>
                  </a:lnTo>
                  <a:lnTo>
                    <a:pt x="928959" y="4761051"/>
                  </a:lnTo>
                  <a:lnTo>
                    <a:pt x="928959" y="4760427"/>
                  </a:lnTo>
                  <a:lnTo>
                    <a:pt x="930043" y="4760427"/>
                  </a:lnTo>
                  <a:lnTo>
                    <a:pt x="930477" y="4759803"/>
                  </a:lnTo>
                  <a:lnTo>
                    <a:pt x="930585" y="4759180"/>
                  </a:lnTo>
                  <a:lnTo>
                    <a:pt x="930694" y="4757933"/>
                  </a:lnTo>
                  <a:lnTo>
                    <a:pt x="931561" y="4756062"/>
                  </a:lnTo>
                  <a:lnTo>
                    <a:pt x="931670" y="4756062"/>
                  </a:lnTo>
                  <a:lnTo>
                    <a:pt x="931778" y="4756062"/>
                  </a:lnTo>
                  <a:lnTo>
                    <a:pt x="932104" y="4756062"/>
                  </a:lnTo>
                  <a:lnTo>
                    <a:pt x="934056" y="4752944"/>
                  </a:lnTo>
                  <a:lnTo>
                    <a:pt x="934164" y="4752944"/>
                  </a:lnTo>
                  <a:lnTo>
                    <a:pt x="934273" y="4752944"/>
                  </a:lnTo>
                  <a:lnTo>
                    <a:pt x="934273" y="4752320"/>
                  </a:lnTo>
                  <a:lnTo>
                    <a:pt x="934489" y="4751697"/>
                  </a:lnTo>
                  <a:lnTo>
                    <a:pt x="934598" y="4751697"/>
                  </a:lnTo>
                  <a:lnTo>
                    <a:pt x="935465" y="4751073"/>
                  </a:lnTo>
                  <a:lnTo>
                    <a:pt x="935465" y="4750450"/>
                  </a:lnTo>
                  <a:lnTo>
                    <a:pt x="935574" y="4750450"/>
                  </a:lnTo>
                  <a:lnTo>
                    <a:pt x="935574" y="4749826"/>
                  </a:lnTo>
                  <a:lnTo>
                    <a:pt x="935899" y="4748579"/>
                  </a:lnTo>
                  <a:lnTo>
                    <a:pt x="936658" y="4748579"/>
                  </a:lnTo>
                  <a:lnTo>
                    <a:pt x="936875" y="4746708"/>
                  </a:lnTo>
                  <a:lnTo>
                    <a:pt x="936875" y="4746085"/>
                  </a:lnTo>
                  <a:lnTo>
                    <a:pt x="937526" y="4746085"/>
                  </a:lnTo>
                  <a:lnTo>
                    <a:pt x="937743" y="4745461"/>
                  </a:lnTo>
                  <a:lnTo>
                    <a:pt x="938068" y="4744837"/>
                  </a:lnTo>
                  <a:lnTo>
                    <a:pt x="938394" y="4744214"/>
                  </a:lnTo>
                  <a:lnTo>
                    <a:pt x="938827" y="4743590"/>
                  </a:lnTo>
                  <a:lnTo>
                    <a:pt x="938936" y="4743590"/>
                  </a:lnTo>
                  <a:lnTo>
                    <a:pt x="939153" y="4742967"/>
                  </a:lnTo>
                  <a:lnTo>
                    <a:pt x="939478" y="4742967"/>
                  </a:lnTo>
                  <a:lnTo>
                    <a:pt x="940129" y="4742967"/>
                  </a:lnTo>
                  <a:lnTo>
                    <a:pt x="940888" y="4739849"/>
                  </a:lnTo>
                  <a:lnTo>
                    <a:pt x="941105" y="4739849"/>
                  </a:lnTo>
                  <a:lnTo>
                    <a:pt x="941213" y="4739225"/>
                  </a:lnTo>
                  <a:lnTo>
                    <a:pt x="941430" y="4739225"/>
                  </a:lnTo>
                  <a:lnTo>
                    <a:pt x="941755" y="4739225"/>
                  </a:lnTo>
                  <a:lnTo>
                    <a:pt x="941972" y="4739225"/>
                  </a:lnTo>
                  <a:lnTo>
                    <a:pt x="942081" y="4739225"/>
                  </a:lnTo>
                  <a:lnTo>
                    <a:pt x="942081" y="4738602"/>
                  </a:lnTo>
                  <a:lnTo>
                    <a:pt x="942081" y="4737354"/>
                  </a:lnTo>
                  <a:lnTo>
                    <a:pt x="942298" y="4737354"/>
                  </a:lnTo>
                  <a:lnTo>
                    <a:pt x="942840" y="4736107"/>
                  </a:lnTo>
                  <a:lnTo>
                    <a:pt x="943057" y="4736107"/>
                  </a:lnTo>
                  <a:lnTo>
                    <a:pt x="943382" y="4734860"/>
                  </a:lnTo>
                  <a:lnTo>
                    <a:pt x="943707" y="4734236"/>
                  </a:lnTo>
                  <a:lnTo>
                    <a:pt x="943816" y="4734236"/>
                  </a:lnTo>
                  <a:lnTo>
                    <a:pt x="944033" y="4733613"/>
                  </a:lnTo>
                  <a:lnTo>
                    <a:pt x="944358" y="4733613"/>
                  </a:lnTo>
                  <a:lnTo>
                    <a:pt x="944575" y="4732989"/>
                  </a:lnTo>
                  <a:lnTo>
                    <a:pt x="944900" y="4732366"/>
                  </a:lnTo>
                  <a:lnTo>
                    <a:pt x="945551" y="4732366"/>
                  </a:lnTo>
                  <a:lnTo>
                    <a:pt x="945985" y="4732366"/>
                  </a:lnTo>
                  <a:lnTo>
                    <a:pt x="946852" y="4731742"/>
                  </a:lnTo>
                  <a:lnTo>
                    <a:pt x="946961" y="4731119"/>
                  </a:lnTo>
                  <a:lnTo>
                    <a:pt x="947503" y="4729871"/>
                  </a:lnTo>
                  <a:lnTo>
                    <a:pt x="947828" y="4728001"/>
                  </a:lnTo>
                  <a:lnTo>
                    <a:pt x="948045" y="4727377"/>
                  </a:lnTo>
                  <a:lnTo>
                    <a:pt x="948262" y="4727377"/>
                  </a:lnTo>
                  <a:lnTo>
                    <a:pt x="948479" y="4727377"/>
                  </a:lnTo>
                  <a:lnTo>
                    <a:pt x="948588" y="4726753"/>
                  </a:lnTo>
                  <a:lnTo>
                    <a:pt x="949455" y="4725506"/>
                  </a:lnTo>
                  <a:lnTo>
                    <a:pt x="949889" y="4724883"/>
                  </a:lnTo>
                  <a:lnTo>
                    <a:pt x="950865" y="4722388"/>
                  </a:lnTo>
                  <a:lnTo>
                    <a:pt x="951407" y="4722388"/>
                  </a:lnTo>
                  <a:lnTo>
                    <a:pt x="952166" y="4722388"/>
                  </a:lnTo>
                  <a:lnTo>
                    <a:pt x="952383" y="4722388"/>
                  </a:lnTo>
                  <a:lnTo>
                    <a:pt x="952492" y="4722388"/>
                  </a:lnTo>
                  <a:lnTo>
                    <a:pt x="954010" y="4721765"/>
                  </a:lnTo>
                  <a:lnTo>
                    <a:pt x="954010" y="4721141"/>
                  </a:lnTo>
                  <a:lnTo>
                    <a:pt x="954444" y="4721141"/>
                  </a:lnTo>
                  <a:lnTo>
                    <a:pt x="954769" y="4721141"/>
                  </a:lnTo>
                  <a:lnTo>
                    <a:pt x="955962" y="4720518"/>
                  </a:lnTo>
                  <a:lnTo>
                    <a:pt x="956179" y="4719270"/>
                  </a:lnTo>
                  <a:lnTo>
                    <a:pt x="956287" y="4718647"/>
                  </a:lnTo>
                  <a:lnTo>
                    <a:pt x="956613" y="4717400"/>
                  </a:lnTo>
                  <a:lnTo>
                    <a:pt x="956721" y="4717400"/>
                  </a:lnTo>
                  <a:lnTo>
                    <a:pt x="956938" y="4717400"/>
                  </a:lnTo>
                  <a:lnTo>
                    <a:pt x="957372" y="4715529"/>
                  </a:lnTo>
                  <a:lnTo>
                    <a:pt x="957480" y="4715529"/>
                  </a:lnTo>
                  <a:lnTo>
                    <a:pt x="957697" y="4715529"/>
                  </a:lnTo>
                  <a:lnTo>
                    <a:pt x="958022" y="4714905"/>
                  </a:lnTo>
                  <a:lnTo>
                    <a:pt x="958131" y="4714905"/>
                  </a:lnTo>
                  <a:lnTo>
                    <a:pt x="958456" y="4714282"/>
                  </a:lnTo>
                  <a:lnTo>
                    <a:pt x="958782" y="4713658"/>
                  </a:lnTo>
                  <a:lnTo>
                    <a:pt x="959215" y="4713658"/>
                  </a:lnTo>
                  <a:lnTo>
                    <a:pt x="959758" y="4713658"/>
                  </a:lnTo>
                  <a:lnTo>
                    <a:pt x="960191" y="4713658"/>
                  </a:lnTo>
                  <a:lnTo>
                    <a:pt x="960300" y="4713658"/>
                  </a:lnTo>
                  <a:lnTo>
                    <a:pt x="960408" y="4713658"/>
                  </a:lnTo>
                  <a:lnTo>
                    <a:pt x="960734" y="4713658"/>
                  </a:lnTo>
                  <a:lnTo>
                    <a:pt x="961927" y="4711788"/>
                  </a:lnTo>
                  <a:lnTo>
                    <a:pt x="962469" y="4711788"/>
                  </a:lnTo>
                  <a:lnTo>
                    <a:pt x="962577" y="4711788"/>
                  </a:lnTo>
                  <a:lnTo>
                    <a:pt x="963119" y="4711164"/>
                  </a:lnTo>
                  <a:lnTo>
                    <a:pt x="963662" y="4711164"/>
                  </a:lnTo>
                  <a:lnTo>
                    <a:pt x="963770" y="4711164"/>
                  </a:lnTo>
                  <a:lnTo>
                    <a:pt x="963879" y="4711164"/>
                  </a:lnTo>
                  <a:lnTo>
                    <a:pt x="964529" y="4708670"/>
                  </a:lnTo>
                  <a:lnTo>
                    <a:pt x="965072" y="4708670"/>
                  </a:lnTo>
                  <a:lnTo>
                    <a:pt x="965397" y="4707422"/>
                  </a:lnTo>
                  <a:lnTo>
                    <a:pt x="965505" y="4707422"/>
                  </a:lnTo>
                  <a:lnTo>
                    <a:pt x="966048" y="4707422"/>
                  </a:lnTo>
                  <a:lnTo>
                    <a:pt x="966264" y="4707422"/>
                  </a:lnTo>
                  <a:lnTo>
                    <a:pt x="966590" y="4706799"/>
                  </a:lnTo>
                  <a:lnTo>
                    <a:pt x="967024" y="4706799"/>
                  </a:lnTo>
                  <a:lnTo>
                    <a:pt x="967349" y="4705552"/>
                  </a:lnTo>
                  <a:lnTo>
                    <a:pt x="967674" y="4704928"/>
                  </a:lnTo>
                  <a:lnTo>
                    <a:pt x="967891" y="4704305"/>
                  </a:lnTo>
                  <a:lnTo>
                    <a:pt x="968542" y="4704305"/>
                  </a:lnTo>
                  <a:lnTo>
                    <a:pt x="968867" y="4704305"/>
                  </a:lnTo>
                  <a:lnTo>
                    <a:pt x="969626" y="4704305"/>
                  </a:lnTo>
                  <a:lnTo>
                    <a:pt x="969735" y="4703681"/>
                  </a:lnTo>
                  <a:lnTo>
                    <a:pt x="969952" y="4703057"/>
                  </a:lnTo>
                  <a:lnTo>
                    <a:pt x="969952" y="4702434"/>
                  </a:lnTo>
                  <a:lnTo>
                    <a:pt x="970060" y="4702434"/>
                  </a:lnTo>
                  <a:lnTo>
                    <a:pt x="970385" y="4701810"/>
                  </a:lnTo>
                  <a:lnTo>
                    <a:pt x="970385" y="4701187"/>
                  </a:lnTo>
                  <a:lnTo>
                    <a:pt x="972337" y="4698692"/>
                  </a:lnTo>
                  <a:lnTo>
                    <a:pt x="972880" y="4698069"/>
                  </a:lnTo>
                  <a:lnTo>
                    <a:pt x="972880" y="4696822"/>
                  </a:lnTo>
                  <a:lnTo>
                    <a:pt x="973639" y="4695574"/>
                  </a:lnTo>
                  <a:lnTo>
                    <a:pt x="973856" y="4695574"/>
                  </a:lnTo>
                  <a:lnTo>
                    <a:pt x="973964" y="4695574"/>
                  </a:lnTo>
                  <a:lnTo>
                    <a:pt x="974832" y="4695574"/>
                  </a:lnTo>
                  <a:lnTo>
                    <a:pt x="975482" y="4694327"/>
                  </a:lnTo>
                  <a:lnTo>
                    <a:pt x="975591" y="4693080"/>
                  </a:lnTo>
                  <a:lnTo>
                    <a:pt x="975699" y="4693080"/>
                  </a:lnTo>
                  <a:lnTo>
                    <a:pt x="975808" y="4693080"/>
                  </a:lnTo>
                  <a:lnTo>
                    <a:pt x="976133" y="4691209"/>
                  </a:lnTo>
                  <a:lnTo>
                    <a:pt x="976458" y="4691209"/>
                  </a:lnTo>
                  <a:lnTo>
                    <a:pt x="976567" y="4690586"/>
                  </a:lnTo>
                  <a:lnTo>
                    <a:pt x="976675" y="4690586"/>
                  </a:lnTo>
                  <a:lnTo>
                    <a:pt x="976675" y="4689962"/>
                  </a:lnTo>
                  <a:lnTo>
                    <a:pt x="977651" y="4688715"/>
                  </a:lnTo>
                  <a:lnTo>
                    <a:pt x="977868" y="4688715"/>
                  </a:lnTo>
                  <a:lnTo>
                    <a:pt x="977977" y="4688715"/>
                  </a:lnTo>
                  <a:lnTo>
                    <a:pt x="978085" y="4688715"/>
                  </a:lnTo>
                  <a:lnTo>
                    <a:pt x="978194" y="4688715"/>
                  </a:lnTo>
                  <a:lnTo>
                    <a:pt x="978302" y="4688715"/>
                  </a:lnTo>
                  <a:lnTo>
                    <a:pt x="978519" y="4688091"/>
                  </a:lnTo>
                  <a:lnTo>
                    <a:pt x="979170" y="4688091"/>
                  </a:lnTo>
                  <a:lnTo>
                    <a:pt x="979712" y="4688091"/>
                  </a:lnTo>
                  <a:lnTo>
                    <a:pt x="979929" y="4687468"/>
                  </a:lnTo>
                  <a:lnTo>
                    <a:pt x="980037" y="4687468"/>
                  </a:lnTo>
                  <a:lnTo>
                    <a:pt x="980146" y="4687468"/>
                  </a:lnTo>
                  <a:lnTo>
                    <a:pt x="980471" y="4685597"/>
                  </a:lnTo>
                  <a:lnTo>
                    <a:pt x="980796" y="4684973"/>
                  </a:lnTo>
                  <a:lnTo>
                    <a:pt x="981013" y="4684350"/>
                  </a:lnTo>
                  <a:lnTo>
                    <a:pt x="981664" y="4684350"/>
                  </a:lnTo>
                  <a:lnTo>
                    <a:pt x="981881" y="4684350"/>
                  </a:lnTo>
                  <a:lnTo>
                    <a:pt x="982206" y="4684350"/>
                  </a:lnTo>
                  <a:lnTo>
                    <a:pt x="982532" y="4683726"/>
                  </a:lnTo>
                  <a:lnTo>
                    <a:pt x="982640" y="4683103"/>
                  </a:lnTo>
                  <a:lnTo>
                    <a:pt x="982748" y="4683103"/>
                  </a:lnTo>
                  <a:lnTo>
                    <a:pt x="982965" y="4683103"/>
                  </a:lnTo>
                  <a:lnTo>
                    <a:pt x="983399" y="4682479"/>
                  </a:lnTo>
                  <a:lnTo>
                    <a:pt x="984050" y="4682479"/>
                  </a:lnTo>
                  <a:lnTo>
                    <a:pt x="984158" y="4682479"/>
                  </a:lnTo>
                  <a:lnTo>
                    <a:pt x="984267" y="4682479"/>
                  </a:lnTo>
                  <a:lnTo>
                    <a:pt x="984484" y="4682479"/>
                  </a:lnTo>
                  <a:lnTo>
                    <a:pt x="984917" y="4681856"/>
                  </a:lnTo>
                  <a:lnTo>
                    <a:pt x="985026" y="4680608"/>
                  </a:lnTo>
                  <a:lnTo>
                    <a:pt x="986002" y="4679985"/>
                  </a:lnTo>
                  <a:lnTo>
                    <a:pt x="986110" y="4679985"/>
                  </a:lnTo>
                  <a:lnTo>
                    <a:pt x="986219" y="4679985"/>
                  </a:lnTo>
                  <a:lnTo>
                    <a:pt x="986544" y="4679985"/>
                  </a:lnTo>
                  <a:lnTo>
                    <a:pt x="986761" y="4679985"/>
                  </a:lnTo>
                  <a:lnTo>
                    <a:pt x="987195" y="4678738"/>
                  </a:lnTo>
                  <a:lnTo>
                    <a:pt x="987520" y="4678114"/>
                  </a:lnTo>
                  <a:lnTo>
                    <a:pt x="987737" y="4677490"/>
                  </a:lnTo>
                  <a:lnTo>
                    <a:pt x="989038" y="4676243"/>
                  </a:lnTo>
                  <a:lnTo>
                    <a:pt x="989364" y="4676243"/>
                  </a:lnTo>
                  <a:lnTo>
                    <a:pt x="989689" y="4675620"/>
                  </a:lnTo>
                  <a:lnTo>
                    <a:pt x="989797" y="4675620"/>
                  </a:lnTo>
                  <a:lnTo>
                    <a:pt x="990340" y="4674996"/>
                  </a:lnTo>
                  <a:lnTo>
                    <a:pt x="991424" y="4673749"/>
                  </a:lnTo>
                  <a:lnTo>
                    <a:pt x="991533" y="4673125"/>
                  </a:lnTo>
                  <a:lnTo>
                    <a:pt x="991858" y="4673125"/>
                  </a:lnTo>
                  <a:lnTo>
                    <a:pt x="992942" y="4671878"/>
                  </a:lnTo>
                  <a:lnTo>
                    <a:pt x="992942" y="4671255"/>
                  </a:lnTo>
                  <a:lnTo>
                    <a:pt x="993376" y="4671255"/>
                  </a:lnTo>
                  <a:lnTo>
                    <a:pt x="994461" y="4670007"/>
                  </a:lnTo>
                  <a:lnTo>
                    <a:pt x="994569" y="4669384"/>
                  </a:lnTo>
                  <a:lnTo>
                    <a:pt x="995111" y="4668760"/>
                  </a:lnTo>
                  <a:lnTo>
                    <a:pt x="995437" y="4668137"/>
                  </a:lnTo>
                  <a:lnTo>
                    <a:pt x="996413" y="4667513"/>
                  </a:lnTo>
                  <a:lnTo>
                    <a:pt x="997063" y="4667513"/>
                  </a:lnTo>
                  <a:lnTo>
                    <a:pt x="997172" y="4667513"/>
                  </a:lnTo>
                  <a:lnTo>
                    <a:pt x="997606" y="4667513"/>
                  </a:lnTo>
                  <a:lnTo>
                    <a:pt x="997606" y="4666266"/>
                  </a:lnTo>
                  <a:lnTo>
                    <a:pt x="998256" y="4666266"/>
                  </a:lnTo>
                  <a:lnTo>
                    <a:pt x="998365" y="4665642"/>
                  </a:lnTo>
                  <a:lnTo>
                    <a:pt x="998582" y="4664395"/>
                  </a:lnTo>
                  <a:lnTo>
                    <a:pt x="998907" y="4664395"/>
                  </a:lnTo>
                  <a:lnTo>
                    <a:pt x="999016" y="4663148"/>
                  </a:lnTo>
                  <a:lnTo>
                    <a:pt x="999449" y="4660654"/>
                  </a:lnTo>
                  <a:lnTo>
                    <a:pt x="1000100" y="4658159"/>
                  </a:lnTo>
                  <a:lnTo>
                    <a:pt x="1000208" y="4657536"/>
                  </a:lnTo>
                  <a:lnTo>
                    <a:pt x="1000317" y="4657536"/>
                  </a:lnTo>
                  <a:lnTo>
                    <a:pt x="1000425" y="4656289"/>
                  </a:lnTo>
                  <a:lnTo>
                    <a:pt x="1000534" y="4654418"/>
                  </a:lnTo>
                  <a:lnTo>
                    <a:pt x="1000642" y="4654418"/>
                  </a:lnTo>
                  <a:lnTo>
                    <a:pt x="1000859" y="4654418"/>
                  </a:lnTo>
                  <a:lnTo>
                    <a:pt x="1000968" y="4654418"/>
                  </a:lnTo>
                  <a:lnTo>
                    <a:pt x="1001727" y="4653794"/>
                  </a:lnTo>
                  <a:lnTo>
                    <a:pt x="1001944" y="4653794"/>
                  </a:lnTo>
                  <a:lnTo>
                    <a:pt x="1002377" y="4652547"/>
                  </a:lnTo>
                  <a:lnTo>
                    <a:pt x="1003137" y="4652547"/>
                  </a:lnTo>
                  <a:lnTo>
                    <a:pt x="1003462" y="4652547"/>
                  </a:lnTo>
                  <a:lnTo>
                    <a:pt x="1004004" y="4652547"/>
                  </a:lnTo>
                  <a:lnTo>
                    <a:pt x="1004438" y="4651300"/>
                  </a:lnTo>
                  <a:lnTo>
                    <a:pt x="1004655" y="4651300"/>
                  </a:lnTo>
                  <a:lnTo>
                    <a:pt x="1005414" y="4650676"/>
                  </a:lnTo>
                  <a:lnTo>
                    <a:pt x="1005956" y="4650676"/>
                  </a:lnTo>
                  <a:lnTo>
                    <a:pt x="1006281" y="4650676"/>
                  </a:lnTo>
                  <a:lnTo>
                    <a:pt x="1006281" y="4649429"/>
                  </a:lnTo>
                  <a:lnTo>
                    <a:pt x="1006281" y="4648806"/>
                  </a:lnTo>
                  <a:lnTo>
                    <a:pt x="1007041" y="4648806"/>
                  </a:lnTo>
                  <a:lnTo>
                    <a:pt x="1007258" y="4648806"/>
                  </a:lnTo>
                  <a:lnTo>
                    <a:pt x="1007258" y="4647559"/>
                  </a:lnTo>
                  <a:lnTo>
                    <a:pt x="1007691" y="4646311"/>
                  </a:lnTo>
                  <a:lnTo>
                    <a:pt x="1007800" y="4646311"/>
                  </a:lnTo>
                  <a:lnTo>
                    <a:pt x="1008234" y="4645064"/>
                  </a:lnTo>
                  <a:lnTo>
                    <a:pt x="1008667" y="4645064"/>
                  </a:lnTo>
                  <a:lnTo>
                    <a:pt x="1008884" y="4645064"/>
                  </a:lnTo>
                  <a:lnTo>
                    <a:pt x="1009210" y="4645064"/>
                  </a:lnTo>
                  <a:lnTo>
                    <a:pt x="1009426" y="4645064"/>
                  </a:lnTo>
                  <a:lnTo>
                    <a:pt x="1009752" y="4645064"/>
                  </a:lnTo>
                  <a:lnTo>
                    <a:pt x="1009860" y="4645064"/>
                  </a:lnTo>
                  <a:lnTo>
                    <a:pt x="1009969" y="4644441"/>
                  </a:lnTo>
                  <a:lnTo>
                    <a:pt x="1010077" y="4643193"/>
                  </a:lnTo>
                  <a:lnTo>
                    <a:pt x="1010294" y="4640699"/>
                  </a:lnTo>
                  <a:lnTo>
                    <a:pt x="1010402" y="4640076"/>
                  </a:lnTo>
                  <a:lnTo>
                    <a:pt x="1010619" y="4640076"/>
                  </a:lnTo>
                  <a:lnTo>
                    <a:pt x="1011487" y="4638828"/>
                  </a:lnTo>
                  <a:lnTo>
                    <a:pt x="1012355" y="4637581"/>
                  </a:lnTo>
                  <a:lnTo>
                    <a:pt x="1012680" y="4636958"/>
                  </a:lnTo>
                  <a:lnTo>
                    <a:pt x="1013873" y="4635710"/>
                  </a:lnTo>
                  <a:lnTo>
                    <a:pt x="1014307" y="4634463"/>
                  </a:lnTo>
                  <a:lnTo>
                    <a:pt x="1015716" y="4633216"/>
                  </a:lnTo>
                  <a:lnTo>
                    <a:pt x="1015825" y="4633216"/>
                  </a:lnTo>
                  <a:lnTo>
                    <a:pt x="1016476" y="4632593"/>
                  </a:lnTo>
                  <a:lnTo>
                    <a:pt x="1017126" y="4631969"/>
                  </a:lnTo>
                  <a:lnTo>
                    <a:pt x="1017343" y="4631969"/>
                  </a:lnTo>
                  <a:lnTo>
                    <a:pt x="1017452" y="4631969"/>
                  </a:lnTo>
                  <a:lnTo>
                    <a:pt x="1017668" y="4631969"/>
                  </a:lnTo>
                  <a:lnTo>
                    <a:pt x="1017668" y="4631345"/>
                  </a:lnTo>
                  <a:lnTo>
                    <a:pt x="1018536" y="4628851"/>
                  </a:lnTo>
                  <a:lnTo>
                    <a:pt x="1020054" y="4627604"/>
                  </a:lnTo>
                  <a:lnTo>
                    <a:pt x="1020163" y="4627604"/>
                  </a:lnTo>
                  <a:lnTo>
                    <a:pt x="1020597" y="4627604"/>
                  </a:lnTo>
                  <a:lnTo>
                    <a:pt x="1021356" y="4626980"/>
                  </a:lnTo>
                  <a:lnTo>
                    <a:pt x="1021681" y="4626980"/>
                  </a:lnTo>
                  <a:lnTo>
                    <a:pt x="1021898" y="4626980"/>
                  </a:lnTo>
                  <a:lnTo>
                    <a:pt x="1021898" y="4626357"/>
                  </a:lnTo>
                  <a:lnTo>
                    <a:pt x="1022006" y="4626357"/>
                  </a:lnTo>
                  <a:lnTo>
                    <a:pt x="1022982" y="4625733"/>
                  </a:lnTo>
                  <a:lnTo>
                    <a:pt x="1023416" y="4625733"/>
                  </a:lnTo>
                  <a:lnTo>
                    <a:pt x="1023525" y="4624486"/>
                  </a:lnTo>
                  <a:lnTo>
                    <a:pt x="1023633" y="4623239"/>
                  </a:lnTo>
                  <a:lnTo>
                    <a:pt x="1023958" y="4621992"/>
                  </a:lnTo>
                  <a:lnTo>
                    <a:pt x="1024284" y="4618874"/>
                  </a:lnTo>
                  <a:lnTo>
                    <a:pt x="1024826" y="4617627"/>
                  </a:lnTo>
                  <a:lnTo>
                    <a:pt x="1024934" y="4616379"/>
                  </a:lnTo>
                  <a:lnTo>
                    <a:pt x="1025368" y="4616379"/>
                  </a:lnTo>
                  <a:lnTo>
                    <a:pt x="1025694" y="4616379"/>
                  </a:lnTo>
                  <a:lnTo>
                    <a:pt x="1026019" y="4616379"/>
                  </a:lnTo>
                  <a:lnTo>
                    <a:pt x="1026670" y="4615132"/>
                  </a:lnTo>
                  <a:lnTo>
                    <a:pt x="1026886" y="4614509"/>
                  </a:lnTo>
                  <a:lnTo>
                    <a:pt x="1027320" y="4613885"/>
                  </a:lnTo>
                  <a:lnTo>
                    <a:pt x="1027320" y="4613261"/>
                  </a:lnTo>
                  <a:lnTo>
                    <a:pt x="1027646" y="4612638"/>
                  </a:lnTo>
                  <a:lnTo>
                    <a:pt x="1028079" y="4612014"/>
                  </a:lnTo>
                  <a:lnTo>
                    <a:pt x="1028296" y="4611391"/>
                  </a:lnTo>
                  <a:lnTo>
                    <a:pt x="1028405" y="4611391"/>
                  </a:lnTo>
                  <a:lnTo>
                    <a:pt x="1028730" y="4611391"/>
                  </a:lnTo>
                  <a:lnTo>
                    <a:pt x="1028839" y="4610767"/>
                  </a:lnTo>
                  <a:lnTo>
                    <a:pt x="1029489" y="4610144"/>
                  </a:lnTo>
                  <a:lnTo>
                    <a:pt x="1030140" y="4609520"/>
                  </a:lnTo>
                  <a:lnTo>
                    <a:pt x="1030465" y="4609520"/>
                  </a:lnTo>
                  <a:lnTo>
                    <a:pt x="1030899" y="4609520"/>
                  </a:lnTo>
                  <a:lnTo>
                    <a:pt x="1031333" y="4608273"/>
                  </a:lnTo>
                  <a:lnTo>
                    <a:pt x="1031333" y="4607649"/>
                  </a:lnTo>
                  <a:lnTo>
                    <a:pt x="1031441" y="4607649"/>
                  </a:lnTo>
                  <a:lnTo>
                    <a:pt x="1031875" y="4607026"/>
                  </a:lnTo>
                  <a:lnTo>
                    <a:pt x="1031983" y="4606402"/>
                  </a:lnTo>
                  <a:lnTo>
                    <a:pt x="1033610" y="4605779"/>
                  </a:lnTo>
                  <a:lnTo>
                    <a:pt x="1033719" y="4605155"/>
                  </a:lnTo>
                  <a:lnTo>
                    <a:pt x="1033827" y="4605155"/>
                  </a:lnTo>
                  <a:lnTo>
                    <a:pt x="1033936" y="4605155"/>
                  </a:lnTo>
                  <a:lnTo>
                    <a:pt x="1034261" y="4603908"/>
                  </a:lnTo>
                  <a:lnTo>
                    <a:pt x="1035128" y="4603908"/>
                  </a:lnTo>
                  <a:lnTo>
                    <a:pt x="1035128" y="4603284"/>
                  </a:lnTo>
                  <a:lnTo>
                    <a:pt x="1036430" y="4601413"/>
                  </a:lnTo>
                  <a:lnTo>
                    <a:pt x="1036538" y="4601413"/>
                  </a:lnTo>
                  <a:lnTo>
                    <a:pt x="1036972" y="4601413"/>
                  </a:lnTo>
                  <a:lnTo>
                    <a:pt x="1037080" y="4601413"/>
                  </a:lnTo>
                  <a:lnTo>
                    <a:pt x="1037297" y="4600790"/>
                  </a:lnTo>
                  <a:lnTo>
                    <a:pt x="1037406" y="4599543"/>
                  </a:lnTo>
                  <a:lnTo>
                    <a:pt x="1037514" y="4598919"/>
                  </a:lnTo>
                  <a:lnTo>
                    <a:pt x="1037731" y="4598919"/>
                  </a:lnTo>
                  <a:lnTo>
                    <a:pt x="1038165" y="4598919"/>
                  </a:lnTo>
                  <a:lnTo>
                    <a:pt x="1038273" y="4598919"/>
                  </a:lnTo>
                  <a:lnTo>
                    <a:pt x="1038490" y="4598296"/>
                  </a:lnTo>
                  <a:lnTo>
                    <a:pt x="1038924" y="4598296"/>
                  </a:lnTo>
                  <a:lnTo>
                    <a:pt x="1039033" y="4597672"/>
                  </a:lnTo>
                  <a:lnTo>
                    <a:pt x="1039358" y="4597672"/>
                  </a:lnTo>
                  <a:lnTo>
                    <a:pt x="1040442" y="4597672"/>
                  </a:lnTo>
                  <a:lnTo>
                    <a:pt x="1040659" y="4597672"/>
                  </a:lnTo>
                  <a:lnTo>
                    <a:pt x="1040985" y="4597048"/>
                  </a:lnTo>
                  <a:lnTo>
                    <a:pt x="1041418" y="4595178"/>
                  </a:lnTo>
                  <a:lnTo>
                    <a:pt x="1041527" y="4593930"/>
                  </a:lnTo>
                  <a:lnTo>
                    <a:pt x="1041744" y="4593307"/>
                  </a:lnTo>
                  <a:lnTo>
                    <a:pt x="1042178" y="4593307"/>
                  </a:lnTo>
                  <a:lnTo>
                    <a:pt x="1042286" y="4592683"/>
                  </a:lnTo>
                  <a:lnTo>
                    <a:pt x="1042394" y="4592683"/>
                  </a:lnTo>
                  <a:lnTo>
                    <a:pt x="1042611" y="4592060"/>
                  </a:lnTo>
                  <a:lnTo>
                    <a:pt x="1043045" y="4592060"/>
                  </a:lnTo>
                  <a:lnTo>
                    <a:pt x="1044238" y="4591436"/>
                  </a:lnTo>
                  <a:lnTo>
                    <a:pt x="1044889" y="4591436"/>
                  </a:lnTo>
                  <a:lnTo>
                    <a:pt x="1045214" y="4590189"/>
                  </a:lnTo>
                  <a:lnTo>
                    <a:pt x="1045322" y="4590189"/>
                  </a:lnTo>
                  <a:lnTo>
                    <a:pt x="1045539" y="4588942"/>
                  </a:lnTo>
                  <a:lnTo>
                    <a:pt x="1046082" y="4588942"/>
                  </a:lnTo>
                  <a:lnTo>
                    <a:pt x="1046299" y="4588318"/>
                  </a:lnTo>
                  <a:lnTo>
                    <a:pt x="1046732" y="4588318"/>
                  </a:lnTo>
                  <a:lnTo>
                    <a:pt x="1047166" y="4587071"/>
                  </a:lnTo>
                  <a:lnTo>
                    <a:pt x="1047491" y="4586447"/>
                  </a:lnTo>
                  <a:lnTo>
                    <a:pt x="1047600" y="4585824"/>
                  </a:lnTo>
                  <a:lnTo>
                    <a:pt x="1048034" y="4585200"/>
                  </a:lnTo>
                  <a:lnTo>
                    <a:pt x="1048467" y="4585200"/>
                  </a:lnTo>
                  <a:lnTo>
                    <a:pt x="1049443" y="4585200"/>
                  </a:lnTo>
                  <a:lnTo>
                    <a:pt x="1049769" y="4583953"/>
                  </a:lnTo>
                  <a:lnTo>
                    <a:pt x="1050094" y="4583953"/>
                  </a:lnTo>
                  <a:lnTo>
                    <a:pt x="1050203" y="4583953"/>
                  </a:lnTo>
                  <a:lnTo>
                    <a:pt x="1050420" y="4583330"/>
                  </a:lnTo>
                  <a:lnTo>
                    <a:pt x="1050528" y="4583330"/>
                  </a:lnTo>
                  <a:lnTo>
                    <a:pt x="1050636" y="4582706"/>
                  </a:lnTo>
                  <a:lnTo>
                    <a:pt x="1050636" y="4581459"/>
                  </a:lnTo>
                  <a:lnTo>
                    <a:pt x="1050853" y="4581459"/>
                  </a:lnTo>
                  <a:lnTo>
                    <a:pt x="1050853" y="4580835"/>
                  </a:lnTo>
                  <a:lnTo>
                    <a:pt x="1051721" y="4580835"/>
                  </a:lnTo>
                  <a:lnTo>
                    <a:pt x="1052155" y="4580212"/>
                  </a:lnTo>
                  <a:lnTo>
                    <a:pt x="1052372" y="4580212"/>
                  </a:lnTo>
                  <a:lnTo>
                    <a:pt x="1052914" y="4579588"/>
                  </a:lnTo>
                  <a:lnTo>
                    <a:pt x="1053022" y="4579588"/>
                  </a:lnTo>
                  <a:lnTo>
                    <a:pt x="1053131" y="4579588"/>
                  </a:lnTo>
                  <a:lnTo>
                    <a:pt x="1053348" y="4579588"/>
                  </a:lnTo>
                  <a:lnTo>
                    <a:pt x="1053890" y="4578341"/>
                  </a:lnTo>
                  <a:lnTo>
                    <a:pt x="1053998" y="4577094"/>
                  </a:lnTo>
                  <a:lnTo>
                    <a:pt x="1053998" y="4576470"/>
                  </a:lnTo>
                  <a:lnTo>
                    <a:pt x="1053998" y="4574599"/>
                  </a:lnTo>
                  <a:lnTo>
                    <a:pt x="1054432" y="4574599"/>
                  </a:lnTo>
                  <a:lnTo>
                    <a:pt x="1054541" y="4573976"/>
                  </a:lnTo>
                  <a:lnTo>
                    <a:pt x="1055408" y="4572729"/>
                  </a:lnTo>
                  <a:lnTo>
                    <a:pt x="1057252" y="4570858"/>
                  </a:lnTo>
                  <a:lnTo>
                    <a:pt x="1057469" y="4570858"/>
                  </a:lnTo>
                  <a:lnTo>
                    <a:pt x="1057577" y="4570234"/>
                  </a:lnTo>
                  <a:lnTo>
                    <a:pt x="1057902" y="4570234"/>
                  </a:lnTo>
                  <a:lnTo>
                    <a:pt x="1058553" y="4569611"/>
                  </a:lnTo>
                  <a:lnTo>
                    <a:pt x="1058770" y="4569611"/>
                  </a:lnTo>
                  <a:lnTo>
                    <a:pt x="1058987" y="4569611"/>
                  </a:lnTo>
                  <a:lnTo>
                    <a:pt x="1059312" y="4569611"/>
                  </a:lnTo>
                  <a:lnTo>
                    <a:pt x="1059421" y="4569611"/>
                  </a:lnTo>
                  <a:lnTo>
                    <a:pt x="1060071" y="4568987"/>
                  </a:lnTo>
                  <a:lnTo>
                    <a:pt x="1060288" y="4568987"/>
                  </a:lnTo>
                  <a:lnTo>
                    <a:pt x="1060614" y="4568987"/>
                  </a:lnTo>
                  <a:lnTo>
                    <a:pt x="1060939" y="4568987"/>
                  </a:lnTo>
                  <a:lnTo>
                    <a:pt x="1061806" y="4568364"/>
                  </a:lnTo>
                  <a:lnTo>
                    <a:pt x="1062132" y="4567116"/>
                  </a:lnTo>
                  <a:lnTo>
                    <a:pt x="1062132" y="4566493"/>
                  </a:lnTo>
                  <a:lnTo>
                    <a:pt x="1062240" y="4566493"/>
                  </a:lnTo>
                  <a:lnTo>
                    <a:pt x="1062457" y="4565869"/>
                  </a:lnTo>
                  <a:lnTo>
                    <a:pt x="1062782" y="4565869"/>
                  </a:lnTo>
                  <a:lnTo>
                    <a:pt x="1062999" y="4565246"/>
                  </a:lnTo>
                  <a:lnTo>
                    <a:pt x="1063759" y="4564622"/>
                  </a:lnTo>
                  <a:lnTo>
                    <a:pt x="1063867" y="4564622"/>
                  </a:lnTo>
                  <a:lnTo>
                    <a:pt x="1063975" y="4564622"/>
                  </a:lnTo>
                  <a:lnTo>
                    <a:pt x="1064192" y="4564622"/>
                  </a:lnTo>
                  <a:lnTo>
                    <a:pt x="1064735" y="4563998"/>
                  </a:lnTo>
                  <a:lnTo>
                    <a:pt x="1065060" y="4563375"/>
                  </a:lnTo>
                  <a:lnTo>
                    <a:pt x="1065168" y="4562751"/>
                  </a:lnTo>
                  <a:lnTo>
                    <a:pt x="1066144" y="4561504"/>
                  </a:lnTo>
                  <a:lnTo>
                    <a:pt x="1066795" y="4560881"/>
                  </a:lnTo>
                  <a:lnTo>
                    <a:pt x="1067337" y="4560257"/>
                  </a:lnTo>
                  <a:lnTo>
                    <a:pt x="1067771" y="4559010"/>
                  </a:lnTo>
                  <a:lnTo>
                    <a:pt x="1067988" y="4559010"/>
                  </a:lnTo>
                  <a:lnTo>
                    <a:pt x="1068639" y="4558386"/>
                  </a:lnTo>
                  <a:lnTo>
                    <a:pt x="1068856" y="4558386"/>
                  </a:lnTo>
                  <a:lnTo>
                    <a:pt x="1068856" y="4557763"/>
                  </a:lnTo>
                  <a:lnTo>
                    <a:pt x="1069289" y="4556516"/>
                  </a:lnTo>
                  <a:lnTo>
                    <a:pt x="1069398" y="4556516"/>
                  </a:lnTo>
                  <a:lnTo>
                    <a:pt x="1070482" y="4555268"/>
                  </a:lnTo>
                  <a:lnTo>
                    <a:pt x="1071350" y="4555268"/>
                  </a:lnTo>
                  <a:lnTo>
                    <a:pt x="1071892" y="4555268"/>
                  </a:lnTo>
                  <a:lnTo>
                    <a:pt x="1072001" y="4554645"/>
                  </a:lnTo>
                  <a:lnTo>
                    <a:pt x="1072109" y="4554645"/>
                  </a:lnTo>
                  <a:lnTo>
                    <a:pt x="1072217" y="4554645"/>
                  </a:lnTo>
                  <a:lnTo>
                    <a:pt x="1073085" y="4553398"/>
                  </a:lnTo>
                  <a:lnTo>
                    <a:pt x="1073302" y="4552150"/>
                  </a:lnTo>
                  <a:lnTo>
                    <a:pt x="1073302" y="4551527"/>
                  </a:lnTo>
                  <a:lnTo>
                    <a:pt x="1073302" y="4550903"/>
                  </a:lnTo>
                  <a:lnTo>
                    <a:pt x="1073410" y="4550280"/>
                  </a:lnTo>
                  <a:lnTo>
                    <a:pt x="1074278" y="4549656"/>
                  </a:lnTo>
                  <a:lnTo>
                    <a:pt x="1074712" y="4548409"/>
                  </a:lnTo>
                  <a:lnTo>
                    <a:pt x="1074712" y="4547785"/>
                  </a:lnTo>
                  <a:lnTo>
                    <a:pt x="1075037" y="4547785"/>
                  </a:lnTo>
                  <a:lnTo>
                    <a:pt x="1075254" y="4546538"/>
                  </a:lnTo>
                  <a:lnTo>
                    <a:pt x="1075796" y="4545915"/>
                  </a:lnTo>
                  <a:lnTo>
                    <a:pt x="1076013" y="4545915"/>
                  </a:lnTo>
                  <a:lnTo>
                    <a:pt x="1076230" y="4545915"/>
                  </a:lnTo>
                  <a:lnTo>
                    <a:pt x="1076338" y="4545915"/>
                  </a:lnTo>
                  <a:lnTo>
                    <a:pt x="1076555" y="4545915"/>
                  </a:lnTo>
                  <a:lnTo>
                    <a:pt x="1076772" y="4545915"/>
                  </a:lnTo>
                  <a:lnTo>
                    <a:pt x="1077423" y="4544667"/>
                  </a:lnTo>
                  <a:lnTo>
                    <a:pt x="1077748" y="4544044"/>
                  </a:lnTo>
                  <a:lnTo>
                    <a:pt x="1077857" y="4544044"/>
                  </a:lnTo>
                  <a:lnTo>
                    <a:pt x="1078507" y="4544044"/>
                  </a:lnTo>
                  <a:lnTo>
                    <a:pt x="1079375" y="4543420"/>
                  </a:lnTo>
                  <a:lnTo>
                    <a:pt x="1081327" y="4540926"/>
                  </a:lnTo>
                  <a:lnTo>
                    <a:pt x="1081435" y="4540926"/>
                  </a:lnTo>
                  <a:lnTo>
                    <a:pt x="1082195" y="4539679"/>
                  </a:lnTo>
                  <a:lnTo>
                    <a:pt x="1082303" y="4539679"/>
                  </a:lnTo>
                  <a:lnTo>
                    <a:pt x="1082520" y="4539679"/>
                  </a:lnTo>
                  <a:lnTo>
                    <a:pt x="1082845" y="4537808"/>
                  </a:lnTo>
                  <a:lnTo>
                    <a:pt x="1082954" y="4537808"/>
                  </a:lnTo>
                  <a:lnTo>
                    <a:pt x="1083713" y="4535314"/>
                  </a:lnTo>
                  <a:lnTo>
                    <a:pt x="1084038" y="4535314"/>
                  </a:lnTo>
                  <a:lnTo>
                    <a:pt x="1084255" y="4535314"/>
                  </a:lnTo>
                  <a:lnTo>
                    <a:pt x="1084255" y="4534690"/>
                  </a:lnTo>
                  <a:lnTo>
                    <a:pt x="1085123" y="4532819"/>
                  </a:lnTo>
                  <a:lnTo>
                    <a:pt x="1085556" y="4532196"/>
                  </a:lnTo>
                  <a:lnTo>
                    <a:pt x="1085882" y="4532196"/>
                  </a:lnTo>
                  <a:lnTo>
                    <a:pt x="1085990" y="4532196"/>
                  </a:lnTo>
                  <a:lnTo>
                    <a:pt x="1086207" y="4532196"/>
                  </a:lnTo>
                  <a:lnTo>
                    <a:pt x="1086316" y="4532196"/>
                  </a:lnTo>
                  <a:lnTo>
                    <a:pt x="1086316" y="4531572"/>
                  </a:lnTo>
                  <a:lnTo>
                    <a:pt x="1086858" y="4531572"/>
                  </a:lnTo>
                  <a:lnTo>
                    <a:pt x="1087292" y="4531572"/>
                  </a:lnTo>
                  <a:lnTo>
                    <a:pt x="1087725" y="4531572"/>
                  </a:lnTo>
                  <a:lnTo>
                    <a:pt x="1087834" y="4531572"/>
                  </a:lnTo>
                  <a:lnTo>
                    <a:pt x="1087942" y="4530949"/>
                  </a:lnTo>
                  <a:lnTo>
                    <a:pt x="1088159" y="4530949"/>
                  </a:lnTo>
                  <a:lnTo>
                    <a:pt x="1088484" y="4530325"/>
                  </a:lnTo>
                  <a:lnTo>
                    <a:pt x="1088593" y="4530325"/>
                  </a:lnTo>
                  <a:lnTo>
                    <a:pt x="1088810" y="4530325"/>
                  </a:lnTo>
                  <a:lnTo>
                    <a:pt x="1091196" y="4528454"/>
                  </a:lnTo>
                  <a:lnTo>
                    <a:pt x="1091846" y="4527207"/>
                  </a:lnTo>
                  <a:lnTo>
                    <a:pt x="1092172" y="4527207"/>
                  </a:lnTo>
                  <a:lnTo>
                    <a:pt x="1092605" y="4527207"/>
                  </a:lnTo>
                  <a:lnTo>
                    <a:pt x="1093039" y="4526584"/>
                  </a:lnTo>
                  <a:lnTo>
                    <a:pt x="1093256" y="4524713"/>
                  </a:lnTo>
                  <a:lnTo>
                    <a:pt x="1093365" y="4524713"/>
                  </a:lnTo>
                  <a:lnTo>
                    <a:pt x="1094232" y="4523466"/>
                  </a:lnTo>
                  <a:lnTo>
                    <a:pt x="1094558" y="4522218"/>
                  </a:lnTo>
                  <a:lnTo>
                    <a:pt x="1094558" y="4521595"/>
                  </a:lnTo>
                  <a:lnTo>
                    <a:pt x="1095534" y="4520348"/>
                  </a:lnTo>
                  <a:lnTo>
                    <a:pt x="1096076" y="4520348"/>
                  </a:lnTo>
                  <a:lnTo>
                    <a:pt x="1096401" y="4518477"/>
                  </a:lnTo>
                  <a:lnTo>
                    <a:pt x="1096510" y="4518477"/>
                  </a:lnTo>
                  <a:lnTo>
                    <a:pt x="1097160" y="4517853"/>
                  </a:lnTo>
                  <a:lnTo>
                    <a:pt x="1097377" y="4517230"/>
                  </a:lnTo>
                  <a:lnTo>
                    <a:pt x="1097377" y="4516606"/>
                  </a:lnTo>
                  <a:lnTo>
                    <a:pt x="1098136" y="4514112"/>
                  </a:lnTo>
                  <a:lnTo>
                    <a:pt x="1098353" y="4512865"/>
                  </a:lnTo>
                  <a:lnTo>
                    <a:pt x="1098787" y="4512865"/>
                  </a:lnTo>
                  <a:lnTo>
                    <a:pt x="1099112" y="4511618"/>
                  </a:lnTo>
                  <a:lnTo>
                    <a:pt x="1099329" y="4511618"/>
                  </a:lnTo>
                  <a:lnTo>
                    <a:pt x="1099438" y="4511618"/>
                  </a:lnTo>
                  <a:lnTo>
                    <a:pt x="1099980" y="4510994"/>
                  </a:lnTo>
                  <a:lnTo>
                    <a:pt x="1100088" y="4510994"/>
                  </a:lnTo>
                  <a:lnTo>
                    <a:pt x="1100305" y="4510370"/>
                  </a:lnTo>
                  <a:lnTo>
                    <a:pt x="1100305" y="4509747"/>
                  </a:lnTo>
                  <a:lnTo>
                    <a:pt x="1100414" y="4509747"/>
                  </a:lnTo>
                  <a:lnTo>
                    <a:pt x="1100847" y="4509747"/>
                  </a:lnTo>
                  <a:lnTo>
                    <a:pt x="1100956" y="4509747"/>
                  </a:lnTo>
                  <a:lnTo>
                    <a:pt x="1102040" y="4509747"/>
                  </a:lnTo>
                  <a:lnTo>
                    <a:pt x="1103559" y="4508500"/>
                  </a:lnTo>
                  <a:lnTo>
                    <a:pt x="1103992" y="4507253"/>
                  </a:lnTo>
                  <a:lnTo>
                    <a:pt x="1104209" y="4506629"/>
                  </a:lnTo>
                  <a:lnTo>
                    <a:pt x="1104318" y="4506005"/>
                  </a:lnTo>
                  <a:lnTo>
                    <a:pt x="1104426" y="4505382"/>
                  </a:lnTo>
                  <a:lnTo>
                    <a:pt x="1105294" y="4502887"/>
                  </a:lnTo>
                  <a:lnTo>
                    <a:pt x="1105728" y="4502264"/>
                  </a:lnTo>
                  <a:lnTo>
                    <a:pt x="1105728" y="4501640"/>
                  </a:lnTo>
                  <a:lnTo>
                    <a:pt x="1106053" y="4501640"/>
                  </a:lnTo>
                  <a:lnTo>
                    <a:pt x="1107246" y="4499146"/>
                  </a:lnTo>
                  <a:lnTo>
                    <a:pt x="1107680" y="4497275"/>
                  </a:lnTo>
                  <a:lnTo>
                    <a:pt x="1108113" y="4497275"/>
                  </a:lnTo>
                  <a:lnTo>
                    <a:pt x="1108439" y="4496652"/>
                  </a:lnTo>
                  <a:lnTo>
                    <a:pt x="1109849" y="4494157"/>
                  </a:lnTo>
                  <a:lnTo>
                    <a:pt x="1110825" y="4492287"/>
                  </a:lnTo>
                  <a:lnTo>
                    <a:pt x="1110933" y="4491039"/>
                  </a:lnTo>
                  <a:lnTo>
                    <a:pt x="1111150" y="4489792"/>
                  </a:lnTo>
                  <a:lnTo>
                    <a:pt x="1112343" y="4487921"/>
                  </a:lnTo>
                  <a:lnTo>
                    <a:pt x="1112560" y="4486674"/>
                  </a:lnTo>
                  <a:lnTo>
                    <a:pt x="1112777" y="4486051"/>
                  </a:lnTo>
                  <a:lnTo>
                    <a:pt x="1112994" y="4486051"/>
                  </a:lnTo>
                  <a:lnTo>
                    <a:pt x="1113210" y="4486051"/>
                  </a:lnTo>
                  <a:lnTo>
                    <a:pt x="1113210" y="4485427"/>
                  </a:lnTo>
                  <a:lnTo>
                    <a:pt x="1113753" y="4483556"/>
                  </a:lnTo>
                  <a:lnTo>
                    <a:pt x="1114186" y="4483556"/>
                  </a:lnTo>
                  <a:lnTo>
                    <a:pt x="1114620" y="4482309"/>
                  </a:lnTo>
                  <a:lnTo>
                    <a:pt x="1114837" y="4481686"/>
                  </a:lnTo>
                  <a:lnTo>
                    <a:pt x="1114946" y="4480438"/>
                  </a:lnTo>
                  <a:lnTo>
                    <a:pt x="1115488" y="4480438"/>
                  </a:lnTo>
                  <a:lnTo>
                    <a:pt x="1115813" y="4479815"/>
                  </a:lnTo>
                  <a:lnTo>
                    <a:pt x="1116030" y="4479815"/>
                  </a:lnTo>
                  <a:lnTo>
                    <a:pt x="1116681" y="4479815"/>
                  </a:lnTo>
                  <a:lnTo>
                    <a:pt x="1117331" y="4479191"/>
                  </a:lnTo>
                  <a:lnTo>
                    <a:pt x="1117657" y="4478568"/>
                  </a:lnTo>
                  <a:lnTo>
                    <a:pt x="1118091" y="4478568"/>
                  </a:lnTo>
                  <a:lnTo>
                    <a:pt x="1119067" y="4477944"/>
                  </a:lnTo>
                  <a:lnTo>
                    <a:pt x="1120151" y="4476697"/>
                  </a:lnTo>
                  <a:lnTo>
                    <a:pt x="1120693" y="4476697"/>
                  </a:lnTo>
                  <a:lnTo>
                    <a:pt x="1121127" y="4476073"/>
                  </a:lnTo>
                  <a:lnTo>
                    <a:pt x="1121561" y="4474826"/>
                  </a:lnTo>
                  <a:lnTo>
                    <a:pt x="1121669" y="4474826"/>
                  </a:lnTo>
                  <a:lnTo>
                    <a:pt x="1121778" y="4474826"/>
                  </a:lnTo>
                  <a:lnTo>
                    <a:pt x="1122862" y="4474203"/>
                  </a:lnTo>
                  <a:lnTo>
                    <a:pt x="1122971" y="4474203"/>
                  </a:lnTo>
                  <a:lnTo>
                    <a:pt x="1123188" y="4474203"/>
                  </a:lnTo>
                  <a:lnTo>
                    <a:pt x="1123621" y="4472955"/>
                  </a:lnTo>
                  <a:lnTo>
                    <a:pt x="1124923" y="4467967"/>
                  </a:lnTo>
                  <a:lnTo>
                    <a:pt x="1125031" y="4467343"/>
                  </a:lnTo>
                  <a:lnTo>
                    <a:pt x="1125357" y="4467343"/>
                  </a:lnTo>
                  <a:lnTo>
                    <a:pt x="1125465" y="4466720"/>
                  </a:lnTo>
                  <a:lnTo>
                    <a:pt x="1126007" y="4466096"/>
                  </a:lnTo>
                  <a:lnTo>
                    <a:pt x="1126116" y="4465472"/>
                  </a:lnTo>
                  <a:lnTo>
                    <a:pt x="1127417" y="4465472"/>
                  </a:lnTo>
                  <a:lnTo>
                    <a:pt x="1127525" y="4464849"/>
                  </a:lnTo>
                  <a:lnTo>
                    <a:pt x="1127959" y="4464225"/>
                  </a:lnTo>
                  <a:lnTo>
                    <a:pt x="1128610" y="4464225"/>
                  </a:lnTo>
                  <a:lnTo>
                    <a:pt x="1129261" y="4463602"/>
                  </a:lnTo>
                  <a:lnTo>
                    <a:pt x="1129911" y="4463602"/>
                  </a:lnTo>
                  <a:lnTo>
                    <a:pt x="1130670" y="4461731"/>
                  </a:lnTo>
                  <a:lnTo>
                    <a:pt x="1130996" y="4461107"/>
                  </a:lnTo>
                  <a:lnTo>
                    <a:pt x="1132406" y="4461107"/>
                  </a:lnTo>
                  <a:lnTo>
                    <a:pt x="1133056" y="4460484"/>
                  </a:lnTo>
                  <a:lnTo>
                    <a:pt x="1133165" y="4460484"/>
                  </a:lnTo>
                  <a:lnTo>
                    <a:pt x="1133273" y="4459860"/>
                  </a:lnTo>
                  <a:lnTo>
                    <a:pt x="1133382" y="4459860"/>
                  </a:lnTo>
                  <a:lnTo>
                    <a:pt x="1133599" y="4459860"/>
                  </a:lnTo>
                  <a:lnTo>
                    <a:pt x="1134791" y="4457366"/>
                  </a:lnTo>
                  <a:lnTo>
                    <a:pt x="1135551" y="4456742"/>
                  </a:lnTo>
                  <a:lnTo>
                    <a:pt x="1136201" y="4454872"/>
                  </a:lnTo>
                  <a:lnTo>
                    <a:pt x="1136960" y="4453624"/>
                  </a:lnTo>
                  <a:lnTo>
                    <a:pt x="1137394" y="4453001"/>
                  </a:lnTo>
                  <a:lnTo>
                    <a:pt x="1137828" y="4452377"/>
                  </a:lnTo>
                  <a:lnTo>
                    <a:pt x="1138804" y="4451130"/>
                  </a:lnTo>
                  <a:lnTo>
                    <a:pt x="1139888" y="4451130"/>
                  </a:lnTo>
                  <a:lnTo>
                    <a:pt x="1139997" y="4449883"/>
                  </a:lnTo>
                  <a:lnTo>
                    <a:pt x="1140105" y="4449259"/>
                  </a:lnTo>
                  <a:lnTo>
                    <a:pt x="1141190" y="4448012"/>
                  </a:lnTo>
                  <a:lnTo>
                    <a:pt x="1141190" y="4447389"/>
                  </a:lnTo>
                  <a:lnTo>
                    <a:pt x="1141407" y="4447389"/>
                  </a:lnTo>
                  <a:lnTo>
                    <a:pt x="1141624" y="4446765"/>
                  </a:lnTo>
                  <a:lnTo>
                    <a:pt x="1141732" y="4446765"/>
                  </a:lnTo>
                  <a:lnTo>
                    <a:pt x="1141841" y="4446765"/>
                  </a:lnTo>
                  <a:lnTo>
                    <a:pt x="1141949" y="4446765"/>
                  </a:lnTo>
                  <a:lnTo>
                    <a:pt x="1142600" y="4446141"/>
                  </a:lnTo>
                  <a:lnTo>
                    <a:pt x="1143250" y="4445518"/>
                  </a:lnTo>
                  <a:lnTo>
                    <a:pt x="1143793" y="4444894"/>
                  </a:lnTo>
                  <a:lnTo>
                    <a:pt x="1144335" y="4443647"/>
                  </a:lnTo>
                  <a:lnTo>
                    <a:pt x="1145636" y="4443024"/>
                  </a:lnTo>
                  <a:lnTo>
                    <a:pt x="1145745" y="4443024"/>
                  </a:lnTo>
                  <a:lnTo>
                    <a:pt x="1146612" y="4443024"/>
                  </a:lnTo>
                  <a:lnTo>
                    <a:pt x="1147263" y="4443024"/>
                  </a:lnTo>
                  <a:lnTo>
                    <a:pt x="1147588" y="4442400"/>
                  </a:lnTo>
                  <a:lnTo>
                    <a:pt x="1148564" y="4441776"/>
                  </a:lnTo>
                  <a:lnTo>
                    <a:pt x="1148781" y="4441776"/>
                  </a:lnTo>
                  <a:lnTo>
                    <a:pt x="1149106" y="4441776"/>
                  </a:lnTo>
                  <a:lnTo>
                    <a:pt x="1149106" y="4440529"/>
                  </a:lnTo>
                  <a:lnTo>
                    <a:pt x="1150191" y="4439282"/>
                  </a:lnTo>
                  <a:lnTo>
                    <a:pt x="1150625" y="4438658"/>
                  </a:lnTo>
                  <a:lnTo>
                    <a:pt x="1150842" y="4438035"/>
                  </a:lnTo>
                  <a:lnTo>
                    <a:pt x="1150950" y="4438035"/>
                  </a:lnTo>
                  <a:lnTo>
                    <a:pt x="1151167" y="4437411"/>
                  </a:lnTo>
                  <a:lnTo>
                    <a:pt x="1151384" y="4437411"/>
                  </a:lnTo>
                  <a:lnTo>
                    <a:pt x="1151492" y="4437411"/>
                  </a:lnTo>
                  <a:lnTo>
                    <a:pt x="1151818" y="4437411"/>
                  </a:lnTo>
                  <a:lnTo>
                    <a:pt x="1152143" y="4437411"/>
                  </a:lnTo>
                  <a:lnTo>
                    <a:pt x="1152251" y="4437411"/>
                  </a:lnTo>
                  <a:lnTo>
                    <a:pt x="1152360" y="4437411"/>
                  </a:lnTo>
                  <a:lnTo>
                    <a:pt x="1153661" y="4435541"/>
                  </a:lnTo>
                  <a:lnTo>
                    <a:pt x="1153770" y="4435541"/>
                  </a:lnTo>
                  <a:lnTo>
                    <a:pt x="1154204" y="4435541"/>
                  </a:lnTo>
                  <a:lnTo>
                    <a:pt x="1154420" y="4435541"/>
                  </a:lnTo>
                  <a:lnTo>
                    <a:pt x="1154637" y="4432423"/>
                  </a:lnTo>
                  <a:lnTo>
                    <a:pt x="1154746" y="4431799"/>
                  </a:lnTo>
                  <a:lnTo>
                    <a:pt x="1155071" y="4431799"/>
                  </a:lnTo>
                  <a:lnTo>
                    <a:pt x="1156047" y="4431175"/>
                  </a:lnTo>
                  <a:lnTo>
                    <a:pt x="1156481" y="4429305"/>
                  </a:lnTo>
                  <a:lnTo>
                    <a:pt x="1157023" y="4429305"/>
                  </a:lnTo>
                  <a:lnTo>
                    <a:pt x="1157240" y="4428681"/>
                  </a:lnTo>
                  <a:lnTo>
                    <a:pt x="1157999" y="4424940"/>
                  </a:lnTo>
                  <a:lnTo>
                    <a:pt x="1158108" y="4424940"/>
                  </a:lnTo>
                  <a:lnTo>
                    <a:pt x="1158325" y="4424316"/>
                  </a:lnTo>
                  <a:lnTo>
                    <a:pt x="1158433" y="4423692"/>
                  </a:lnTo>
                  <a:lnTo>
                    <a:pt x="1159843" y="4423069"/>
                  </a:lnTo>
                  <a:lnTo>
                    <a:pt x="1159951" y="4422445"/>
                  </a:lnTo>
                  <a:lnTo>
                    <a:pt x="1160060" y="4421822"/>
                  </a:lnTo>
                  <a:lnTo>
                    <a:pt x="1160168" y="4420575"/>
                  </a:lnTo>
                  <a:lnTo>
                    <a:pt x="1160493" y="4419951"/>
                  </a:lnTo>
                  <a:lnTo>
                    <a:pt x="1161469" y="4418704"/>
                  </a:lnTo>
                  <a:lnTo>
                    <a:pt x="1162120" y="4418704"/>
                  </a:lnTo>
                  <a:lnTo>
                    <a:pt x="1162229" y="4418080"/>
                  </a:lnTo>
                  <a:lnTo>
                    <a:pt x="1162554" y="4417457"/>
                  </a:lnTo>
                  <a:lnTo>
                    <a:pt x="1163205" y="4416209"/>
                  </a:lnTo>
                  <a:lnTo>
                    <a:pt x="1163313" y="4415586"/>
                  </a:lnTo>
                  <a:lnTo>
                    <a:pt x="1163422" y="4415586"/>
                  </a:lnTo>
                  <a:lnTo>
                    <a:pt x="1163638" y="4414339"/>
                  </a:lnTo>
                  <a:lnTo>
                    <a:pt x="1163964" y="4414339"/>
                  </a:lnTo>
                  <a:lnTo>
                    <a:pt x="1164181" y="4413715"/>
                  </a:lnTo>
                  <a:lnTo>
                    <a:pt x="1164181" y="4413092"/>
                  </a:lnTo>
                  <a:lnTo>
                    <a:pt x="1165048" y="4411844"/>
                  </a:lnTo>
                  <a:lnTo>
                    <a:pt x="1165265" y="4410597"/>
                  </a:lnTo>
                  <a:lnTo>
                    <a:pt x="1165590" y="4410597"/>
                  </a:lnTo>
                  <a:lnTo>
                    <a:pt x="1165916" y="4409974"/>
                  </a:lnTo>
                  <a:lnTo>
                    <a:pt x="1166783" y="4408726"/>
                  </a:lnTo>
                  <a:lnTo>
                    <a:pt x="1167326" y="4408726"/>
                  </a:lnTo>
                  <a:lnTo>
                    <a:pt x="1167759" y="4408726"/>
                  </a:lnTo>
                  <a:lnTo>
                    <a:pt x="1168302" y="4408103"/>
                  </a:lnTo>
                  <a:lnTo>
                    <a:pt x="1168735" y="4407479"/>
                  </a:lnTo>
                  <a:lnTo>
                    <a:pt x="1169603" y="4406856"/>
                  </a:lnTo>
                  <a:lnTo>
                    <a:pt x="1170037" y="4406232"/>
                  </a:lnTo>
                  <a:lnTo>
                    <a:pt x="1170362" y="4405609"/>
                  </a:lnTo>
                  <a:lnTo>
                    <a:pt x="1170579" y="4404361"/>
                  </a:lnTo>
                  <a:lnTo>
                    <a:pt x="1170687" y="4404361"/>
                  </a:lnTo>
                  <a:lnTo>
                    <a:pt x="1171013" y="4403738"/>
                  </a:lnTo>
                  <a:lnTo>
                    <a:pt x="1171447" y="4401867"/>
                  </a:lnTo>
                  <a:lnTo>
                    <a:pt x="1171880" y="4401867"/>
                  </a:lnTo>
                  <a:lnTo>
                    <a:pt x="1171989" y="4401244"/>
                  </a:lnTo>
                  <a:lnTo>
                    <a:pt x="1172314" y="4398749"/>
                  </a:lnTo>
                  <a:lnTo>
                    <a:pt x="1173507" y="4397502"/>
                  </a:lnTo>
                  <a:lnTo>
                    <a:pt x="1174049" y="4397502"/>
                  </a:lnTo>
                  <a:lnTo>
                    <a:pt x="1174266" y="4397502"/>
                  </a:lnTo>
                  <a:lnTo>
                    <a:pt x="1175242" y="4397502"/>
                  </a:lnTo>
                  <a:lnTo>
                    <a:pt x="1175351" y="4396878"/>
                  </a:lnTo>
                  <a:lnTo>
                    <a:pt x="1175459" y="4396878"/>
                  </a:lnTo>
                  <a:lnTo>
                    <a:pt x="1176110" y="4396878"/>
                  </a:lnTo>
                  <a:lnTo>
                    <a:pt x="1176327" y="4396878"/>
                  </a:lnTo>
                  <a:lnTo>
                    <a:pt x="1176652" y="4395631"/>
                  </a:lnTo>
                  <a:lnTo>
                    <a:pt x="1176761" y="4395631"/>
                  </a:lnTo>
                  <a:lnTo>
                    <a:pt x="1176869" y="4395631"/>
                  </a:lnTo>
                  <a:lnTo>
                    <a:pt x="1177194" y="4393761"/>
                  </a:lnTo>
                  <a:lnTo>
                    <a:pt x="1177411" y="4392513"/>
                  </a:lnTo>
                  <a:lnTo>
                    <a:pt x="1178062" y="4392513"/>
                  </a:lnTo>
                  <a:lnTo>
                    <a:pt x="1178604" y="4392513"/>
                  </a:lnTo>
                  <a:lnTo>
                    <a:pt x="1179797" y="4391266"/>
                  </a:lnTo>
                  <a:lnTo>
                    <a:pt x="1180990" y="4391266"/>
                  </a:lnTo>
                  <a:lnTo>
                    <a:pt x="1181315" y="4391266"/>
                  </a:lnTo>
                  <a:lnTo>
                    <a:pt x="1181749" y="4389395"/>
                  </a:lnTo>
                  <a:lnTo>
                    <a:pt x="1181858" y="4389395"/>
                  </a:lnTo>
                  <a:lnTo>
                    <a:pt x="1182725" y="4387525"/>
                  </a:lnTo>
                  <a:lnTo>
                    <a:pt x="1182834" y="4386278"/>
                  </a:lnTo>
                  <a:lnTo>
                    <a:pt x="1183267" y="4385030"/>
                  </a:lnTo>
                  <a:lnTo>
                    <a:pt x="1183593" y="4385030"/>
                  </a:lnTo>
                  <a:lnTo>
                    <a:pt x="1184894" y="4381912"/>
                  </a:lnTo>
                  <a:lnTo>
                    <a:pt x="1185111" y="4381912"/>
                  </a:lnTo>
                  <a:lnTo>
                    <a:pt x="1185111" y="4381289"/>
                  </a:lnTo>
                  <a:lnTo>
                    <a:pt x="1185545" y="4381289"/>
                  </a:lnTo>
                  <a:lnTo>
                    <a:pt x="1187063" y="4379418"/>
                  </a:lnTo>
                  <a:lnTo>
                    <a:pt x="1187171" y="4377547"/>
                  </a:lnTo>
                  <a:lnTo>
                    <a:pt x="1187388" y="4377547"/>
                  </a:lnTo>
                  <a:lnTo>
                    <a:pt x="1187605" y="4377547"/>
                  </a:lnTo>
                  <a:lnTo>
                    <a:pt x="1187605" y="4375677"/>
                  </a:lnTo>
                  <a:lnTo>
                    <a:pt x="1188148" y="4375677"/>
                  </a:lnTo>
                  <a:lnTo>
                    <a:pt x="1188798" y="4375677"/>
                  </a:lnTo>
                  <a:lnTo>
                    <a:pt x="1189340" y="4375053"/>
                  </a:lnTo>
                  <a:lnTo>
                    <a:pt x="1189340" y="4374429"/>
                  </a:lnTo>
                  <a:lnTo>
                    <a:pt x="1189449" y="4373806"/>
                  </a:lnTo>
                  <a:lnTo>
                    <a:pt x="1189774" y="4373182"/>
                  </a:lnTo>
                  <a:lnTo>
                    <a:pt x="1189774" y="4371935"/>
                  </a:lnTo>
                  <a:lnTo>
                    <a:pt x="1190316" y="4369441"/>
                  </a:lnTo>
                  <a:lnTo>
                    <a:pt x="1190859" y="4368817"/>
                  </a:lnTo>
                  <a:lnTo>
                    <a:pt x="1191618" y="4365699"/>
                  </a:lnTo>
                  <a:lnTo>
                    <a:pt x="1192052" y="4365076"/>
                  </a:lnTo>
                  <a:lnTo>
                    <a:pt x="1192160" y="4365076"/>
                  </a:lnTo>
                  <a:lnTo>
                    <a:pt x="1192702" y="4363205"/>
                  </a:lnTo>
                  <a:lnTo>
                    <a:pt x="1193353" y="4361958"/>
                  </a:lnTo>
                  <a:lnTo>
                    <a:pt x="1193570" y="4361958"/>
                  </a:lnTo>
                  <a:lnTo>
                    <a:pt x="1193895" y="4361334"/>
                  </a:lnTo>
                  <a:lnTo>
                    <a:pt x="1194004" y="4361334"/>
                  </a:lnTo>
                  <a:lnTo>
                    <a:pt x="1194112" y="4360711"/>
                  </a:lnTo>
                  <a:lnTo>
                    <a:pt x="1194654" y="4360711"/>
                  </a:lnTo>
                  <a:lnTo>
                    <a:pt x="1195305" y="4359463"/>
                  </a:lnTo>
                  <a:lnTo>
                    <a:pt x="1195847" y="4358840"/>
                  </a:lnTo>
                  <a:lnTo>
                    <a:pt x="1195956" y="4358840"/>
                  </a:lnTo>
                  <a:lnTo>
                    <a:pt x="1196064" y="4357593"/>
                  </a:lnTo>
                  <a:lnTo>
                    <a:pt x="1196281" y="4356969"/>
                  </a:lnTo>
                  <a:lnTo>
                    <a:pt x="1196932" y="4356969"/>
                  </a:lnTo>
                  <a:lnTo>
                    <a:pt x="1197149" y="4356969"/>
                  </a:lnTo>
                  <a:lnTo>
                    <a:pt x="1197366" y="4356346"/>
                  </a:lnTo>
                  <a:lnTo>
                    <a:pt x="1197366" y="4355722"/>
                  </a:lnTo>
                  <a:lnTo>
                    <a:pt x="1197691" y="4355722"/>
                  </a:lnTo>
                  <a:lnTo>
                    <a:pt x="1198016" y="4355722"/>
                  </a:lnTo>
                  <a:lnTo>
                    <a:pt x="1198450" y="4355098"/>
                  </a:lnTo>
                  <a:lnTo>
                    <a:pt x="1198558" y="4354475"/>
                  </a:lnTo>
                  <a:lnTo>
                    <a:pt x="1199101" y="4351981"/>
                  </a:lnTo>
                  <a:lnTo>
                    <a:pt x="1199426" y="4350733"/>
                  </a:lnTo>
                  <a:lnTo>
                    <a:pt x="1199643" y="4350110"/>
                  </a:lnTo>
                  <a:lnTo>
                    <a:pt x="1199968" y="4349486"/>
                  </a:lnTo>
                  <a:lnTo>
                    <a:pt x="1200619" y="4348863"/>
                  </a:lnTo>
                  <a:lnTo>
                    <a:pt x="1201595" y="4346992"/>
                  </a:lnTo>
                  <a:lnTo>
                    <a:pt x="1203005" y="4346368"/>
                  </a:lnTo>
                  <a:lnTo>
                    <a:pt x="1203222" y="4345121"/>
                  </a:lnTo>
                  <a:lnTo>
                    <a:pt x="1204523" y="4343874"/>
                  </a:lnTo>
                  <a:lnTo>
                    <a:pt x="1205065" y="4343874"/>
                  </a:lnTo>
                  <a:lnTo>
                    <a:pt x="1205174" y="4343250"/>
                  </a:lnTo>
                  <a:lnTo>
                    <a:pt x="1205282" y="4343250"/>
                  </a:lnTo>
                  <a:lnTo>
                    <a:pt x="1205933" y="4342003"/>
                  </a:lnTo>
                  <a:lnTo>
                    <a:pt x="1206258" y="4341380"/>
                  </a:lnTo>
                  <a:lnTo>
                    <a:pt x="1206367" y="4340132"/>
                  </a:lnTo>
                  <a:lnTo>
                    <a:pt x="1206584" y="4339509"/>
                  </a:lnTo>
                  <a:lnTo>
                    <a:pt x="1208102" y="4335767"/>
                  </a:lnTo>
                  <a:lnTo>
                    <a:pt x="1208210" y="4335767"/>
                  </a:lnTo>
                  <a:lnTo>
                    <a:pt x="1208319" y="4335144"/>
                  </a:lnTo>
                  <a:lnTo>
                    <a:pt x="1208536" y="4335144"/>
                  </a:lnTo>
                  <a:lnTo>
                    <a:pt x="1208861" y="4335144"/>
                  </a:lnTo>
                  <a:lnTo>
                    <a:pt x="1209186" y="4334520"/>
                  </a:lnTo>
                  <a:lnTo>
                    <a:pt x="1209403" y="4333897"/>
                  </a:lnTo>
                  <a:lnTo>
                    <a:pt x="1209837" y="4332649"/>
                  </a:lnTo>
                  <a:lnTo>
                    <a:pt x="1209945" y="4332649"/>
                  </a:lnTo>
                  <a:lnTo>
                    <a:pt x="1210162" y="4331402"/>
                  </a:lnTo>
                  <a:lnTo>
                    <a:pt x="1210379" y="4331402"/>
                  </a:lnTo>
                  <a:lnTo>
                    <a:pt x="1211355" y="4329532"/>
                  </a:lnTo>
                  <a:lnTo>
                    <a:pt x="1211464" y="4329532"/>
                  </a:lnTo>
                  <a:lnTo>
                    <a:pt x="1212114" y="4328284"/>
                  </a:lnTo>
                  <a:lnTo>
                    <a:pt x="1212223" y="4328284"/>
                  </a:lnTo>
                  <a:lnTo>
                    <a:pt x="1212657" y="4328284"/>
                  </a:lnTo>
                  <a:lnTo>
                    <a:pt x="1213416" y="4328284"/>
                  </a:lnTo>
                  <a:lnTo>
                    <a:pt x="1214392" y="4326414"/>
                  </a:lnTo>
                  <a:lnTo>
                    <a:pt x="1214717" y="4325166"/>
                  </a:lnTo>
                  <a:lnTo>
                    <a:pt x="1215476" y="4325166"/>
                  </a:lnTo>
                  <a:lnTo>
                    <a:pt x="1215910" y="4322672"/>
                  </a:lnTo>
                  <a:lnTo>
                    <a:pt x="1216344" y="4322672"/>
                  </a:lnTo>
                  <a:lnTo>
                    <a:pt x="1216886" y="4322672"/>
                  </a:lnTo>
                  <a:lnTo>
                    <a:pt x="1216994" y="4322672"/>
                  </a:lnTo>
                  <a:lnTo>
                    <a:pt x="1217537" y="4320801"/>
                  </a:lnTo>
                  <a:lnTo>
                    <a:pt x="1218621" y="4319554"/>
                  </a:lnTo>
                  <a:lnTo>
                    <a:pt x="1218838" y="4319554"/>
                  </a:lnTo>
                  <a:lnTo>
                    <a:pt x="1218838" y="4318931"/>
                  </a:lnTo>
                  <a:lnTo>
                    <a:pt x="1218947" y="4318307"/>
                  </a:lnTo>
                  <a:lnTo>
                    <a:pt x="1218947" y="4317683"/>
                  </a:lnTo>
                  <a:lnTo>
                    <a:pt x="1219380" y="4317683"/>
                  </a:lnTo>
                  <a:lnTo>
                    <a:pt x="1219489" y="4317683"/>
                  </a:lnTo>
                  <a:lnTo>
                    <a:pt x="1220139" y="4316436"/>
                  </a:lnTo>
                  <a:lnTo>
                    <a:pt x="1220682" y="4314566"/>
                  </a:lnTo>
                  <a:lnTo>
                    <a:pt x="1220899" y="4313942"/>
                  </a:lnTo>
                  <a:lnTo>
                    <a:pt x="1221007" y="4312695"/>
                  </a:lnTo>
                  <a:lnTo>
                    <a:pt x="1221549" y="4311448"/>
                  </a:lnTo>
                  <a:lnTo>
                    <a:pt x="1222200" y="4311448"/>
                  </a:lnTo>
                  <a:lnTo>
                    <a:pt x="1223501" y="4310824"/>
                  </a:lnTo>
                  <a:lnTo>
                    <a:pt x="1223718" y="4310200"/>
                  </a:lnTo>
                  <a:lnTo>
                    <a:pt x="1223718" y="4309577"/>
                  </a:lnTo>
                  <a:lnTo>
                    <a:pt x="1223718" y="4308953"/>
                  </a:lnTo>
                  <a:lnTo>
                    <a:pt x="1223827" y="4308953"/>
                  </a:lnTo>
                  <a:lnTo>
                    <a:pt x="1225020" y="4308953"/>
                  </a:lnTo>
                  <a:lnTo>
                    <a:pt x="1225453" y="4308953"/>
                  </a:lnTo>
                  <a:lnTo>
                    <a:pt x="1225779" y="4308953"/>
                  </a:lnTo>
                  <a:lnTo>
                    <a:pt x="1225887" y="4308330"/>
                  </a:lnTo>
                  <a:lnTo>
                    <a:pt x="1226538" y="4308330"/>
                  </a:lnTo>
                  <a:lnTo>
                    <a:pt x="1228056" y="4305835"/>
                  </a:lnTo>
                  <a:lnTo>
                    <a:pt x="1228165" y="4305835"/>
                  </a:lnTo>
                  <a:lnTo>
                    <a:pt x="1229357" y="4304588"/>
                  </a:lnTo>
                  <a:lnTo>
                    <a:pt x="1229683" y="4304588"/>
                  </a:lnTo>
                  <a:lnTo>
                    <a:pt x="1230225" y="4303965"/>
                  </a:lnTo>
                  <a:lnTo>
                    <a:pt x="1230333" y="4303341"/>
                  </a:lnTo>
                  <a:lnTo>
                    <a:pt x="1231310" y="4300847"/>
                  </a:lnTo>
                  <a:lnTo>
                    <a:pt x="1231526" y="4300847"/>
                  </a:lnTo>
                  <a:lnTo>
                    <a:pt x="1231852" y="4300847"/>
                  </a:lnTo>
                  <a:lnTo>
                    <a:pt x="1232177" y="4300847"/>
                  </a:lnTo>
                  <a:lnTo>
                    <a:pt x="1234021" y="4295858"/>
                  </a:lnTo>
                  <a:lnTo>
                    <a:pt x="1234346" y="4293364"/>
                  </a:lnTo>
                  <a:lnTo>
                    <a:pt x="1234780" y="4293364"/>
                  </a:lnTo>
                  <a:lnTo>
                    <a:pt x="1234780" y="4292740"/>
                  </a:lnTo>
                  <a:lnTo>
                    <a:pt x="1235756" y="4292117"/>
                  </a:lnTo>
                  <a:lnTo>
                    <a:pt x="1236515" y="4291493"/>
                  </a:lnTo>
                  <a:lnTo>
                    <a:pt x="1236840" y="4291493"/>
                  </a:lnTo>
                  <a:lnTo>
                    <a:pt x="1237274" y="4290869"/>
                  </a:lnTo>
                  <a:lnTo>
                    <a:pt x="1237599" y="4290246"/>
                  </a:lnTo>
                  <a:lnTo>
                    <a:pt x="1238684" y="4288375"/>
                  </a:lnTo>
                  <a:lnTo>
                    <a:pt x="1239118" y="4286504"/>
                  </a:lnTo>
                  <a:lnTo>
                    <a:pt x="1239226" y="4285881"/>
                  </a:lnTo>
                  <a:lnTo>
                    <a:pt x="1239335" y="4283386"/>
                  </a:lnTo>
                  <a:lnTo>
                    <a:pt x="1239551" y="4283386"/>
                  </a:lnTo>
                  <a:lnTo>
                    <a:pt x="1239660" y="4283386"/>
                  </a:lnTo>
                  <a:lnTo>
                    <a:pt x="1240636" y="4282139"/>
                  </a:lnTo>
                  <a:lnTo>
                    <a:pt x="1241287" y="4279645"/>
                  </a:lnTo>
                  <a:lnTo>
                    <a:pt x="1241287" y="4279021"/>
                  </a:lnTo>
                  <a:lnTo>
                    <a:pt x="1241720" y="4278398"/>
                  </a:lnTo>
                  <a:lnTo>
                    <a:pt x="1242480" y="4277774"/>
                  </a:lnTo>
                  <a:lnTo>
                    <a:pt x="1242913" y="4277774"/>
                  </a:lnTo>
                  <a:lnTo>
                    <a:pt x="1243347" y="4277151"/>
                  </a:lnTo>
                  <a:lnTo>
                    <a:pt x="1243672" y="4277151"/>
                  </a:lnTo>
                  <a:lnTo>
                    <a:pt x="1244757" y="4277151"/>
                  </a:lnTo>
                  <a:lnTo>
                    <a:pt x="1245082" y="4275903"/>
                  </a:lnTo>
                  <a:lnTo>
                    <a:pt x="1245191" y="4275280"/>
                  </a:lnTo>
                  <a:lnTo>
                    <a:pt x="1245625" y="4274033"/>
                  </a:lnTo>
                  <a:lnTo>
                    <a:pt x="1246275" y="4271538"/>
                  </a:lnTo>
                  <a:lnTo>
                    <a:pt x="1246384" y="4271538"/>
                  </a:lnTo>
                  <a:lnTo>
                    <a:pt x="1246817" y="4269044"/>
                  </a:lnTo>
                  <a:lnTo>
                    <a:pt x="1247034" y="4268420"/>
                  </a:lnTo>
                  <a:lnTo>
                    <a:pt x="1247360" y="4267797"/>
                  </a:lnTo>
                  <a:lnTo>
                    <a:pt x="1247360" y="4267173"/>
                  </a:lnTo>
                  <a:lnTo>
                    <a:pt x="1247685" y="4267173"/>
                  </a:lnTo>
                  <a:lnTo>
                    <a:pt x="1248336" y="4267173"/>
                  </a:lnTo>
                  <a:lnTo>
                    <a:pt x="1248444" y="4265926"/>
                  </a:lnTo>
                  <a:lnTo>
                    <a:pt x="1248878" y="4265303"/>
                  </a:lnTo>
                  <a:lnTo>
                    <a:pt x="1249095" y="4264055"/>
                  </a:lnTo>
                  <a:lnTo>
                    <a:pt x="1249312" y="4264055"/>
                  </a:lnTo>
                  <a:lnTo>
                    <a:pt x="1249420" y="4263432"/>
                  </a:lnTo>
                  <a:lnTo>
                    <a:pt x="1249529" y="4263432"/>
                  </a:lnTo>
                  <a:lnTo>
                    <a:pt x="1249854" y="4263432"/>
                  </a:lnTo>
                  <a:lnTo>
                    <a:pt x="1250830" y="4263432"/>
                  </a:lnTo>
                  <a:lnTo>
                    <a:pt x="1251047" y="4262185"/>
                  </a:lnTo>
                  <a:lnTo>
                    <a:pt x="1251481" y="4260937"/>
                  </a:lnTo>
                  <a:lnTo>
                    <a:pt x="1251806" y="4259690"/>
                  </a:lnTo>
                  <a:lnTo>
                    <a:pt x="1252348" y="4257196"/>
                  </a:lnTo>
                  <a:lnTo>
                    <a:pt x="1252565" y="4257196"/>
                  </a:lnTo>
                  <a:lnTo>
                    <a:pt x="1253758" y="4255949"/>
                  </a:lnTo>
                  <a:lnTo>
                    <a:pt x="1255276" y="4254702"/>
                  </a:lnTo>
                  <a:lnTo>
                    <a:pt x="1256144" y="4254078"/>
                  </a:lnTo>
                  <a:lnTo>
                    <a:pt x="1257662" y="4251584"/>
                  </a:lnTo>
                  <a:lnTo>
                    <a:pt x="1257988" y="4250960"/>
                  </a:lnTo>
                  <a:lnTo>
                    <a:pt x="1258204" y="4249713"/>
                  </a:lnTo>
                  <a:lnTo>
                    <a:pt x="1258855" y="4248466"/>
                  </a:lnTo>
                  <a:lnTo>
                    <a:pt x="1258855" y="4247219"/>
                  </a:lnTo>
                  <a:lnTo>
                    <a:pt x="1260048" y="4245348"/>
                  </a:lnTo>
                  <a:lnTo>
                    <a:pt x="1260482" y="4243477"/>
                  </a:lnTo>
                  <a:lnTo>
                    <a:pt x="1260916" y="4243477"/>
                  </a:lnTo>
                  <a:lnTo>
                    <a:pt x="1261241" y="4243477"/>
                  </a:lnTo>
                  <a:lnTo>
                    <a:pt x="1261349" y="4242854"/>
                  </a:lnTo>
                  <a:lnTo>
                    <a:pt x="1261675" y="4240359"/>
                  </a:lnTo>
                  <a:lnTo>
                    <a:pt x="1261675" y="4239736"/>
                  </a:lnTo>
                  <a:lnTo>
                    <a:pt x="1261783" y="4239736"/>
                  </a:lnTo>
                  <a:lnTo>
                    <a:pt x="1262542" y="4235994"/>
                  </a:lnTo>
                  <a:lnTo>
                    <a:pt x="1262651" y="4235371"/>
                  </a:lnTo>
                  <a:lnTo>
                    <a:pt x="1262868" y="4235371"/>
                  </a:lnTo>
                  <a:lnTo>
                    <a:pt x="1263085" y="4234747"/>
                  </a:lnTo>
                  <a:lnTo>
                    <a:pt x="1263410" y="4234123"/>
                  </a:lnTo>
                  <a:lnTo>
                    <a:pt x="1263518" y="4233500"/>
                  </a:lnTo>
                  <a:lnTo>
                    <a:pt x="1265362" y="4232253"/>
                  </a:lnTo>
                  <a:lnTo>
                    <a:pt x="1265362" y="4231006"/>
                  </a:lnTo>
                  <a:lnTo>
                    <a:pt x="1265470" y="4231006"/>
                  </a:lnTo>
                  <a:lnTo>
                    <a:pt x="1265904" y="4231006"/>
                  </a:lnTo>
                  <a:lnTo>
                    <a:pt x="1266663" y="4231006"/>
                  </a:lnTo>
                  <a:lnTo>
                    <a:pt x="1267422" y="4229758"/>
                  </a:lnTo>
                  <a:lnTo>
                    <a:pt x="1268290" y="4227888"/>
                  </a:lnTo>
                  <a:lnTo>
                    <a:pt x="1268724" y="4227888"/>
                  </a:lnTo>
                  <a:lnTo>
                    <a:pt x="1269266" y="4227264"/>
                  </a:lnTo>
                  <a:lnTo>
                    <a:pt x="1269374" y="4226640"/>
                  </a:lnTo>
                  <a:lnTo>
                    <a:pt x="1269808" y="4226640"/>
                  </a:lnTo>
                  <a:lnTo>
                    <a:pt x="1269917" y="4226640"/>
                  </a:lnTo>
                  <a:lnTo>
                    <a:pt x="1270025" y="4226640"/>
                  </a:lnTo>
                  <a:lnTo>
                    <a:pt x="1270676" y="4226017"/>
                  </a:lnTo>
                  <a:lnTo>
                    <a:pt x="1271110" y="4226017"/>
                  </a:lnTo>
                  <a:lnTo>
                    <a:pt x="1271543" y="4224770"/>
                  </a:lnTo>
                  <a:lnTo>
                    <a:pt x="1271652" y="4224770"/>
                  </a:lnTo>
                  <a:lnTo>
                    <a:pt x="1272303" y="4224770"/>
                  </a:lnTo>
                  <a:lnTo>
                    <a:pt x="1272519" y="4224146"/>
                  </a:lnTo>
                  <a:lnTo>
                    <a:pt x="1272845" y="4224146"/>
                  </a:lnTo>
                  <a:lnTo>
                    <a:pt x="1273279" y="4223523"/>
                  </a:lnTo>
                  <a:lnTo>
                    <a:pt x="1273495" y="4222899"/>
                  </a:lnTo>
                  <a:lnTo>
                    <a:pt x="1274255" y="4222275"/>
                  </a:lnTo>
                  <a:lnTo>
                    <a:pt x="1274472" y="4222275"/>
                  </a:lnTo>
                  <a:lnTo>
                    <a:pt x="1274472" y="4221652"/>
                  </a:lnTo>
                  <a:lnTo>
                    <a:pt x="1274905" y="4221652"/>
                  </a:lnTo>
                  <a:lnTo>
                    <a:pt x="1275881" y="4220405"/>
                  </a:lnTo>
                  <a:lnTo>
                    <a:pt x="1276098" y="4219781"/>
                  </a:lnTo>
                  <a:lnTo>
                    <a:pt x="1276207" y="4219781"/>
                  </a:lnTo>
                  <a:lnTo>
                    <a:pt x="1276532" y="4219157"/>
                  </a:lnTo>
                  <a:lnTo>
                    <a:pt x="1276640" y="4218534"/>
                  </a:lnTo>
                  <a:lnTo>
                    <a:pt x="1276749" y="4218534"/>
                  </a:lnTo>
                  <a:lnTo>
                    <a:pt x="1276966" y="4216663"/>
                  </a:lnTo>
                  <a:lnTo>
                    <a:pt x="1277400" y="4216663"/>
                  </a:lnTo>
                  <a:lnTo>
                    <a:pt x="1278159" y="4216040"/>
                  </a:lnTo>
                  <a:lnTo>
                    <a:pt x="1278159" y="4215416"/>
                  </a:lnTo>
                  <a:lnTo>
                    <a:pt x="1279460" y="4215416"/>
                  </a:lnTo>
                  <a:lnTo>
                    <a:pt x="1279894" y="4215416"/>
                  </a:lnTo>
                  <a:lnTo>
                    <a:pt x="1280545" y="4214792"/>
                  </a:lnTo>
                  <a:lnTo>
                    <a:pt x="1280653" y="4214792"/>
                  </a:lnTo>
                  <a:lnTo>
                    <a:pt x="1281954" y="4211051"/>
                  </a:lnTo>
                  <a:lnTo>
                    <a:pt x="1282714" y="4209180"/>
                  </a:lnTo>
                  <a:lnTo>
                    <a:pt x="1282930" y="4209180"/>
                  </a:lnTo>
                  <a:lnTo>
                    <a:pt x="1283473" y="4209180"/>
                  </a:lnTo>
                  <a:lnTo>
                    <a:pt x="1283906" y="4209180"/>
                  </a:lnTo>
                  <a:lnTo>
                    <a:pt x="1285208" y="4207933"/>
                  </a:lnTo>
                  <a:lnTo>
                    <a:pt x="1285750" y="4207309"/>
                  </a:lnTo>
                  <a:lnTo>
                    <a:pt x="1285858" y="4207309"/>
                  </a:lnTo>
                  <a:lnTo>
                    <a:pt x="1286509" y="4206686"/>
                  </a:lnTo>
                  <a:lnTo>
                    <a:pt x="1286726" y="4205439"/>
                  </a:lnTo>
                  <a:lnTo>
                    <a:pt x="1288678" y="4204191"/>
                  </a:lnTo>
                  <a:lnTo>
                    <a:pt x="1289003" y="4203568"/>
                  </a:lnTo>
                  <a:lnTo>
                    <a:pt x="1289112" y="4203568"/>
                  </a:lnTo>
                  <a:lnTo>
                    <a:pt x="1289112" y="4202944"/>
                  </a:lnTo>
                  <a:lnTo>
                    <a:pt x="1289437" y="4202944"/>
                  </a:lnTo>
                  <a:lnTo>
                    <a:pt x="1290305" y="4200450"/>
                  </a:lnTo>
                  <a:lnTo>
                    <a:pt x="1290522" y="4199826"/>
                  </a:lnTo>
                  <a:lnTo>
                    <a:pt x="1291281" y="4199203"/>
                  </a:lnTo>
                  <a:lnTo>
                    <a:pt x="1291715" y="4199203"/>
                  </a:lnTo>
                  <a:lnTo>
                    <a:pt x="1292257" y="4197332"/>
                  </a:lnTo>
                  <a:lnTo>
                    <a:pt x="1292691" y="4197332"/>
                  </a:lnTo>
                  <a:lnTo>
                    <a:pt x="1293016" y="4196709"/>
                  </a:lnTo>
                  <a:lnTo>
                    <a:pt x="1293341" y="4195461"/>
                  </a:lnTo>
                  <a:lnTo>
                    <a:pt x="1294209" y="4195461"/>
                  </a:lnTo>
                  <a:lnTo>
                    <a:pt x="1295510" y="4194838"/>
                  </a:lnTo>
                  <a:lnTo>
                    <a:pt x="1296269" y="4194214"/>
                  </a:lnTo>
                  <a:lnTo>
                    <a:pt x="1296486" y="4194214"/>
                  </a:lnTo>
                  <a:lnTo>
                    <a:pt x="1296920" y="4192967"/>
                  </a:lnTo>
                  <a:lnTo>
                    <a:pt x="1297029" y="4192343"/>
                  </a:lnTo>
                  <a:lnTo>
                    <a:pt x="1297354" y="4192343"/>
                  </a:lnTo>
                  <a:lnTo>
                    <a:pt x="1297788" y="4192343"/>
                  </a:lnTo>
                  <a:lnTo>
                    <a:pt x="1298655" y="4191096"/>
                  </a:lnTo>
                  <a:lnTo>
                    <a:pt x="1299306" y="4189849"/>
                  </a:lnTo>
                  <a:lnTo>
                    <a:pt x="1299957" y="4189226"/>
                  </a:lnTo>
                  <a:lnTo>
                    <a:pt x="1300174" y="4189226"/>
                  </a:lnTo>
                  <a:lnTo>
                    <a:pt x="1300282" y="4189226"/>
                  </a:lnTo>
                  <a:lnTo>
                    <a:pt x="1301041" y="4186731"/>
                  </a:lnTo>
                  <a:lnTo>
                    <a:pt x="1301150" y="4185484"/>
                  </a:lnTo>
                  <a:lnTo>
                    <a:pt x="1301258" y="4185484"/>
                  </a:lnTo>
                  <a:lnTo>
                    <a:pt x="1301800" y="4184860"/>
                  </a:lnTo>
                  <a:lnTo>
                    <a:pt x="1302017" y="4184237"/>
                  </a:lnTo>
                  <a:lnTo>
                    <a:pt x="1302017" y="4183613"/>
                  </a:lnTo>
                  <a:lnTo>
                    <a:pt x="1302126" y="4183613"/>
                  </a:lnTo>
                  <a:lnTo>
                    <a:pt x="1302342" y="4183613"/>
                  </a:lnTo>
                  <a:lnTo>
                    <a:pt x="1303318" y="4180495"/>
                  </a:lnTo>
                  <a:lnTo>
                    <a:pt x="1303535" y="4180495"/>
                  </a:lnTo>
                  <a:lnTo>
                    <a:pt x="1303969" y="4179248"/>
                  </a:lnTo>
                  <a:lnTo>
                    <a:pt x="1304078" y="4178625"/>
                  </a:lnTo>
                  <a:lnTo>
                    <a:pt x="1304511" y="4178625"/>
                  </a:lnTo>
                  <a:lnTo>
                    <a:pt x="1305487" y="4178001"/>
                  </a:lnTo>
                  <a:lnTo>
                    <a:pt x="1305704" y="4177377"/>
                  </a:lnTo>
                  <a:lnTo>
                    <a:pt x="1306897" y="4176130"/>
                  </a:lnTo>
                  <a:lnTo>
                    <a:pt x="1307006" y="4174260"/>
                  </a:lnTo>
                  <a:lnTo>
                    <a:pt x="1308849" y="4173636"/>
                  </a:lnTo>
                  <a:lnTo>
                    <a:pt x="1310151" y="4170518"/>
                  </a:lnTo>
                  <a:lnTo>
                    <a:pt x="1310693" y="4169271"/>
                  </a:lnTo>
                  <a:lnTo>
                    <a:pt x="1310910" y="4168647"/>
                  </a:lnTo>
                  <a:lnTo>
                    <a:pt x="1311018" y="4168647"/>
                  </a:lnTo>
                  <a:lnTo>
                    <a:pt x="1312428" y="4168024"/>
                  </a:lnTo>
                  <a:lnTo>
                    <a:pt x="1312536" y="4166777"/>
                  </a:lnTo>
                  <a:lnTo>
                    <a:pt x="1312862" y="4166777"/>
                  </a:lnTo>
                  <a:lnTo>
                    <a:pt x="1313838" y="4166153"/>
                  </a:lnTo>
                  <a:lnTo>
                    <a:pt x="1314705" y="4164906"/>
                  </a:lnTo>
                  <a:lnTo>
                    <a:pt x="1315356" y="4164906"/>
                  </a:lnTo>
                  <a:lnTo>
                    <a:pt x="1315465" y="4164906"/>
                  </a:lnTo>
                  <a:lnTo>
                    <a:pt x="1315573" y="4164906"/>
                  </a:lnTo>
                  <a:lnTo>
                    <a:pt x="1315681" y="4164906"/>
                  </a:lnTo>
                  <a:lnTo>
                    <a:pt x="1316224" y="4164906"/>
                  </a:lnTo>
                  <a:lnTo>
                    <a:pt x="1317417" y="4164282"/>
                  </a:lnTo>
                  <a:lnTo>
                    <a:pt x="1317634" y="4163659"/>
                  </a:lnTo>
                  <a:lnTo>
                    <a:pt x="1317742" y="4163035"/>
                  </a:lnTo>
                  <a:lnTo>
                    <a:pt x="1318176" y="4162411"/>
                  </a:lnTo>
                  <a:lnTo>
                    <a:pt x="1318284" y="4162411"/>
                  </a:lnTo>
                  <a:lnTo>
                    <a:pt x="1319369" y="4159917"/>
                  </a:lnTo>
                  <a:lnTo>
                    <a:pt x="1319477" y="4158046"/>
                  </a:lnTo>
                  <a:lnTo>
                    <a:pt x="1320236" y="4157423"/>
                  </a:lnTo>
                  <a:lnTo>
                    <a:pt x="1320453" y="4157423"/>
                  </a:lnTo>
                  <a:lnTo>
                    <a:pt x="1320562" y="4157423"/>
                  </a:lnTo>
                  <a:lnTo>
                    <a:pt x="1321538" y="4157423"/>
                  </a:lnTo>
                  <a:lnTo>
                    <a:pt x="1321646" y="4156799"/>
                  </a:lnTo>
                  <a:lnTo>
                    <a:pt x="1322297" y="4156176"/>
                  </a:lnTo>
                  <a:lnTo>
                    <a:pt x="1322514" y="4154928"/>
                  </a:lnTo>
                  <a:lnTo>
                    <a:pt x="1323598" y="4153681"/>
                  </a:lnTo>
                  <a:lnTo>
                    <a:pt x="1324140" y="4153058"/>
                  </a:lnTo>
                  <a:lnTo>
                    <a:pt x="1324574" y="4153058"/>
                  </a:lnTo>
                  <a:lnTo>
                    <a:pt x="1325659" y="4152434"/>
                  </a:lnTo>
                  <a:lnTo>
                    <a:pt x="1325984" y="4152434"/>
                  </a:lnTo>
                  <a:lnTo>
                    <a:pt x="1326743" y="4151187"/>
                  </a:lnTo>
                  <a:lnTo>
                    <a:pt x="1327394" y="4149940"/>
                  </a:lnTo>
                  <a:lnTo>
                    <a:pt x="1327611" y="4149316"/>
                  </a:lnTo>
                  <a:lnTo>
                    <a:pt x="1327828" y="4148069"/>
                  </a:lnTo>
                  <a:lnTo>
                    <a:pt x="1328478" y="4148069"/>
                  </a:lnTo>
                  <a:lnTo>
                    <a:pt x="1328587" y="4147446"/>
                  </a:lnTo>
                  <a:lnTo>
                    <a:pt x="1329020" y="4146198"/>
                  </a:lnTo>
                  <a:lnTo>
                    <a:pt x="1329129" y="4145575"/>
                  </a:lnTo>
                  <a:lnTo>
                    <a:pt x="1330539" y="4144328"/>
                  </a:lnTo>
                  <a:lnTo>
                    <a:pt x="1330864" y="4144328"/>
                  </a:lnTo>
                  <a:lnTo>
                    <a:pt x="1331298" y="4143704"/>
                  </a:lnTo>
                  <a:lnTo>
                    <a:pt x="1331623" y="4143704"/>
                  </a:lnTo>
                  <a:lnTo>
                    <a:pt x="1332165" y="4143704"/>
                  </a:lnTo>
                  <a:lnTo>
                    <a:pt x="1332925" y="4143080"/>
                  </a:lnTo>
                  <a:lnTo>
                    <a:pt x="1333575" y="4143080"/>
                  </a:lnTo>
                  <a:lnTo>
                    <a:pt x="1333575" y="4141833"/>
                  </a:lnTo>
                  <a:lnTo>
                    <a:pt x="1333901" y="4141833"/>
                  </a:lnTo>
                  <a:lnTo>
                    <a:pt x="1334551" y="4140586"/>
                  </a:lnTo>
                  <a:lnTo>
                    <a:pt x="1334877" y="4139963"/>
                  </a:lnTo>
                  <a:lnTo>
                    <a:pt x="1335853" y="4139339"/>
                  </a:lnTo>
                  <a:lnTo>
                    <a:pt x="1336937" y="4137468"/>
                  </a:lnTo>
                  <a:lnTo>
                    <a:pt x="1337913" y="4137468"/>
                  </a:lnTo>
                  <a:lnTo>
                    <a:pt x="1339540" y="4136845"/>
                  </a:lnTo>
                  <a:lnTo>
                    <a:pt x="1340733" y="4136845"/>
                  </a:lnTo>
                  <a:lnTo>
                    <a:pt x="1340841" y="4136845"/>
                  </a:lnTo>
                  <a:lnTo>
                    <a:pt x="1341058" y="4135597"/>
                  </a:lnTo>
                  <a:lnTo>
                    <a:pt x="1341709" y="4135597"/>
                  </a:lnTo>
                  <a:lnTo>
                    <a:pt x="1342359" y="4134974"/>
                  </a:lnTo>
                  <a:lnTo>
                    <a:pt x="1343769" y="4133103"/>
                  </a:lnTo>
                  <a:lnTo>
                    <a:pt x="1344528" y="4132480"/>
                  </a:lnTo>
                  <a:lnTo>
                    <a:pt x="1344528" y="4131856"/>
                  </a:lnTo>
                  <a:lnTo>
                    <a:pt x="1344637" y="4131232"/>
                  </a:lnTo>
                  <a:lnTo>
                    <a:pt x="1345830" y="4129362"/>
                  </a:lnTo>
                  <a:lnTo>
                    <a:pt x="1346264" y="4128738"/>
                  </a:lnTo>
                  <a:lnTo>
                    <a:pt x="1346589" y="4128738"/>
                  </a:lnTo>
                  <a:lnTo>
                    <a:pt x="1346589" y="4128114"/>
                  </a:lnTo>
                  <a:lnTo>
                    <a:pt x="1347131" y="4127491"/>
                  </a:lnTo>
                  <a:lnTo>
                    <a:pt x="1347131" y="4126867"/>
                  </a:lnTo>
                  <a:lnTo>
                    <a:pt x="1348216" y="4124373"/>
                  </a:lnTo>
                  <a:lnTo>
                    <a:pt x="1348541" y="4124373"/>
                  </a:lnTo>
                  <a:lnTo>
                    <a:pt x="1348649" y="4124373"/>
                  </a:lnTo>
                  <a:lnTo>
                    <a:pt x="1349083" y="4124373"/>
                  </a:lnTo>
                  <a:lnTo>
                    <a:pt x="1349734" y="4124373"/>
                  </a:lnTo>
                  <a:lnTo>
                    <a:pt x="1349951" y="4123749"/>
                  </a:lnTo>
                  <a:lnTo>
                    <a:pt x="1350710" y="4123126"/>
                  </a:lnTo>
                  <a:lnTo>
                    <a:pt x="1350927" y="4121879"/>
                  </a:lnTo>
                  <a:lnTo>
                    <a:pt x="1351361" y="4121255"/>
                  </a:lnTo>
                  <a:lnTo>
                    <a:pt x="1351469" y="4121255"/>
                  </a:lnTo>
                  <a:lnTo>
                    <a:pt x="1352228" y="4119384"/>
                  </a:lnTo>
                  <a:lnTo>
                    <a:pt x="1352228" y="4118761"/>
                  </a:lnTo>
                  <a:lnTo>
                    <a:pt x="1353096" y="4117514"/>
                  </a:lnTo>
                  <a:lnTo>
                    <a:pt x="1353855" y="4116890"/>
                  </a:lnTo>
                  <a:lnTo>
                    <a:pt x="1354180" y="4116266"/>
                  </a:lnTo>
                  <a:lnTo>
                    <a:pt x="1355807" y="4114396"/>
                  </a:lnTo>
                  <a:lnTo>
                    <a:pt x="1355915" y="4114396"/>
                  </a:lnTo>
                  <a:lnTo>
                    <a:pt x="1356458" y="4113148"/>
                  </a:lnTo>
                  <a:lnTo>
                    <a:pt x="1357000" y="4112525"/>
                  </a:lnTo>
                  <a:lnTo>
                    <a:pt x="1357000" y="4111278"/>
                  </a:lnTo>
                  <a:lnTo>
                    <a:pt x="1357325" y="4111278"/>
                  </a:lnTo>
                  <a:lnTo>
                    <a:pt x="1358193" y="4111278"/>
                  </a:lnTo>
                  <a:lnTo>
                    <a:pt x="1358410" y="4111278"/>
                  </a:lnTo>
                  <a:lnTo>
                    <a:pt x="1358843" y="4110654"/>
                  </a:lnTo>
                  <a:lnTo>
                    <a:pt x="1360145" y="4106913"/>
                  </a:lnTo>
                  <a:lnTo>
                    <a:pt x="1360470" y="4106913"/>
                  </a:lnTo>
                  <a:lnTo>
                    <a:pt x="1360904" y="4106913"/>
                  </a:lnTo>
                  <a:lnTo>
                    <a:pt x="1361338" y="4106913"/>
                  </a:lnTo>
                  <a:lnTo>
                    <a:pt x="1361663" y="4106913"/>
                  </a:lnTo>
                  <a:lnTo>
                    <a:pt x="1362639" y="4106289"/>
                  </a:lnTo>
                  <a:lnTo>
                    <a:pt x="1362748" y="4105665"/>
                  </a:lnTo>
                  <a:lnTo>
                    <a:pt x="1363290" y="4104418"/>
                  </a:lnTo>
                  <a:lnTo>
                    <a:pt x="1363398" y="4104418"/>
                  </a:lnTo>
                  <a:lnTo>
                    <a:pt x="1364157" y="4103795"/>
                  </a:lnTo>
                  <a:lnTo>
                    <a:pt x="1364266" y="4103795"/>
                  </a:lnTo>
                  <a:lnTo>
                    <a:pt x="1364591" y="4103171"/>
                  </a:lnTo>
                  <a:lnTo>
                    <a:pt x="1365133" y="4101924"/>
                  </a:lnTo>
                  <a:lnTo>
                    <a:pt x="1365350" y="4101300"/>
                  </a:lnTo>
                  <a:lnTo>
                    <a:pt x="1365567" y="4100677"/>
                  </a:lnTo>
                  <a:lnTo>
                    <a:pt x="1365893" y="4100053"/>
                  </a:lnTo>
                  <a:lnTo>
                    <a:pt x="1366109" y="4100053"/>
                  </a:lnTo>
                  <a:lnTo>
                    <a:pt x="1368061" y="4098806"/>
                  </a:lnTo>
                  <a:lnTo>
                    <a:pt x="1370230" y="4096312"/>
                  </a:lnTo>
                  <a:lnTo>
                    <a:pt x="1371315" y="4094441"/>
                  </a:lnTo>
                  <a:lnTo>
                    <a:pt x="1372182" y="4094441"/>
                  </a:lnTo>
                  <a:lnTo>
                    <a:pt x="1372508" y="4093194"/>
                  </a:lnTo>
                  <a:lnTo>
                    <a:pt x="1372942" y="4092570"/>
                  </a:lnTo>
                  <a:lnTo>
                    <a:pt x="1373918" y="4091323"/>
                  </a:lnTo>
                  <a:lnTo>
                    <a:pt x="1374026" y="4091323"/>
                  </a:lnTo>
                  <a:lnTo>
                    <a:pt x="1374135" y="4091323"/>
                  </a:lnTo>
                  <a:lnTo>
                    <a:pt x="1374243" y="4091323"/>
                  </a:lnTo>
                  <a:lnTo>
                    <a:pt x="1375219" y="4090076"/>
                  </a:lnTo>
                  <a:lnTo>
                    <a:pt x="1375653" y="4088205"/>
                  </a:lnTo>
                  <a:lnTo>
                    <a:pt x="1375978" y="4086958"/>
                  </a:lnTo>
                  <a:lnTo>
                    <a:pt x="1376412" y="4085711"/>
                  </a:lnTo>
                  <a:lnTo>
                    <a:pt x="1376846" y="4085711"/>
                  </a:lnTo>
                  <a:lnTo>
                    <a:pt x="1376846" y="4085087"/>
                  </a:lnTo>
                  <a:lnTo>
                    <a:pt x="1377388" y="4083840"/>
                  </a:lnTo>
                  <a:lnTo>
                    <a:pt x="1378581" y="4083217"/>
                  </a:lnTo>
                  <a:lnTo>
                    <a:pt x="1378689" y="4081969"/>
                  </a:lnTo>
                  <a:lnTo>
                    <a:pt x="1378906" y="4081346"/>
                  </a:lnTo>
                  <a:lnTo>
                    <a:pt x="1379123" y="4081346"/>
                  </a:lnTo>
                  <a:lnTo>
                    <a:pt x="1379774" y="4080722"/>
                  </a:lnTo>
                  <a:lnTo>
                    <a:pt x="1380750" y="4080722"/>
                  </a:lnTo>
                  <a:lnTo>
                    <a:pt x="1381617" y="4080099"/>
                  </a:lnTo>
                  <a:lnTo>
                    <a:pt x="1382051" y="4080099"/>
                  </a:lnTo>
                  <a:lnTo>
                    <a:pt x="1382485" y="4080099"/>
                  </a:lnTo>
                  <a:lnTo>
                    <a:pt x="1383244" y="4079475"/>
                  </a:lnTo>
                  <a:lnTo>
                    <a:pt x="1383569" y="4078851"/>
                  </a:lnTo>
                  <a:lnTo>
                    <a:pt x="1383895" y="4076981"/>
                  </a:lnTo>
                  <a:lnTo>
                    <a:pt x="1384220" y="4076357"/>
                  </a:lnTo>
                  <a:lnTo>
                    <a:pt x="1384220" y="4075734"/>
                  </a:lnTo>
                  <a:lnTo>
                    <a:pt x="1384979" y="4073863"/>
                  </a:lnTo>
                  <a:lnTo>
                    <a:pt x="1385955" y="4072616"/>
                  </a:lnTo>
                  <a:lnTo>
                    <a:pt x="1386064" y="4072616"/>
                  </a:lnTo>
                  <a:lnTo>
                    <a:pt x="1387257" y="4067627"/>
                  </a:lnTo>
                  <a:lnTo>
                    <a:pt x="1387365" y="4067003"/>
                  </a:lnTo>
                  <a:lnTo>
                    <a:pt x="1388450" y="4064509"/>
                  </a:lnTo>
                  <a:lnTo>
                    <a:pt x="1388666" y="4064509"/>
                  </a:lnTo>
                  <a:lnTo>
                    <a:pt x="1388775" y="4063885"/>
                  </a:lnTo>
                  <a:lnTo>
                    <a:pt x="1389100" y="4063885"/>
                  </a:lnTo>
                  <a:lnTo>
                    <a:pt x="1389317" y="4063885"/>
                  </a:lnTo>
                  <a:lnTo>
                    <a:pt x="1390185" y="4062638"/>
                  </a:lnTo>
                  <a:lnTo>
                    <a:pt x="1390293" y="4061391"/>
                  </a:lnTo>
                  <a:lnTo>
                    <a:pt x="1390727" y="4061391"/>
                  </a:lnTo>
                  <a:lnTo>
                    <a:pt x="1390944" y="4061391"/>
                  </a:lnTo>
                  <a:lnTo>
                    <a:pt x="1391595" y="4060768"/>
                  </a:lnTo>
                  <a:lnTo>
                    <a:pt x="1391595" y="4059520"/>
                  </a:lnTo>
                  <a:lnTo>
                    <a:pt x="1391920" y="4058273"/>
                  </a:lnTo>
                  <a:lnTo>
                    <a:pt x="1392354" y="4058273"/>
                  </a:lnTo>
                  <a:lnTo>
                    <a:pt x="1392571" y="4057650"/>
                  </a:lnTo>
                  <a:lnTo>
                    <a:pt x="1392679" y="4056402"/>
                  </a:lnTo>
                  <a:lnTo>
                    <a:pt x="1393004" y="4055779"/>
                  </a:lnTo>
                  <a:lnTo>
                    <a:pt x="1393113" y="4055779"/>
                  </a:lnTo>
                  <a:lnTo>
                    <a:pt x="1393438" y="4055155"/>
                  </a:lnTo>
                  <a:lnTo>
                    <a:pt x="1394089" y="4055155"/>
                  </a:lnTo>
                  <a:lnTo>
                    <a:pt x="1394848" y="4054532"/>
                  </a:lnTo>
                  <a:lnTo>
                    <a:pt x="1395716" y="4050790"/>
                  </a:lnTo>
                  <a:lnTo>
                    <a:pt x="1397342" y="4048919"/>
                  </a:lnTo>
                  <a:lnTo>
                    <a:pt x="1397451" y="4048919"/>
                  </a:lnTo>
                  <a:lnTo>
                    <a:pt x="1398101" y="4047672"/>
                  </a:lnTo>
                  <a:lnTo>
                    <a:pt x="1398210" y="4047049"/>
                  </a:lnTo>
                  <a:lnTo>
                    <a:pt x="1398535" y="4047049"/>
                  </a:lnTo>
                  <a:lnTo>
                    <a:pt x="1399294" y="4045802"/>
                  </a:lnTo>
                  <a:lnTo>
                    <a:pt x="1399620" y="4045178"/>
                  </a:lnTo>
                  <a:lnTo>
                    <a:pt x="1400379" y="4043931"/>
                  </a:lnTo>
                  <a:lnTo>
                    <a:pt x="1401572" y="4042060"/>
                  </a:lnTo>
                  <a:lnTo>
                    <a:pt x="1401897" y="4042060"/>
                  </a:lnTo>
                  <a:lnTo>
                    <a:pt x="1402114" y="4041437"/>
                  </a:lnTo>
                  <a:lnTo>
                    <a:pt x="1402873" y="4040813"/>
                  </a:lnTo>
                  <a:lnTo>
                    <a:pt x="1403090" y="4040189"/>
                  </a:lnTo>
                  <a:lnTo>
                    <a:pt x="1403307" y="4039566"/>
                  </a:lnTo>
                  <a:lnTo>
                    <a:pt x="1404283" y="4038319"/>
                  </a:lnTo>
                  <a:lnTo>
                    <a:pt x="1404500" y="4038319"/>
                  </a:lnTo>
                  <a:lnTo>
                    <a:pt x="1404717" y="4037695"/>
                  </a:lnTo>
                  <a:lnTo>
                    <a:pt x="1404934" y="4036448"/>
                  </a:lnTo>
                  <a:lnTo>
                    <a:pt x="1405476" y="4036448"/>
                  </a:lnTo>
                  <a:lnTo>
                    <a:pt x="1405801" y="4036448"/>
                  </a:lnTo>
                  <a:lnTo>
                    <a:pt x="1406018" y="4036448"/>
                  </a:lnTo>
                  <a:lnTo>
                    <a:pt x="1406452" y="4035824"/>
                  </a:lnTo>
                  <a:lnTo>
                    <a:pt x="1406777" y="4035824"/>
                  </a:lnTo>
                  <a:lnTo>
                    <a:pt x="1407102" y="4035824"/>
                  </a:lnTo>
                  <a:lnTo>
                    <a:pt x="1407428" y="4035201"/>
                  </a:lnTo>
                  <a:lnTo>
                    <a:pt x="1407862" y="4035201"/>
                  </a:lnTo>
                  <a:lnTo>
                    <a:pt x="1408621" y="4034577"/>
                  </a:lnTo>
                  <a:lnTo>
                    <a:pt x="1408946" y="4034577"/>
                  </a:lnTo>
                  <a:lnTo>
                    <a:pt x="1410031" y="4033330"/>
                  </a:lnTo>
                  <a:lnTo>
                    <a:pt x="1410790" y="4031459"/>
                  </a:lnTo>
                  <a:lnTo>
                    <a:pt x="1411657" y="4030212"/>
                  </a:lnTo>
                  <a:lnTo>
                    <a:pt x="1412200" y="4028965"/>
                  </a:lnTo>
                  <a:lnTo>
                    <a:pt x="1412416" y="4028341"/>
                  </a:lnTo>
                  <a:lnTo>
                    <a:pt x="1413718" y="4027094"/>
                  </a:lnTo>
                  <a:lnTo>
                    <a:pt x="1413935" y="4027094"/>
                  </a:lnTo>
                  <a:lnTo>
                    <a:pt x="1414585" y="4026471"/>
                  </a:lnTo>
                  <a:lnTo>
                    <a:pt x="1414694" y="4026471"/>
                  </a:lnTo>
                  <a:lnTo>
                    <a:pt x="1414911" y="4026471"/>
                  </a:lnTo>
                  <a:lnTo>
                    <a:pt x="1415887" y="4024600"/>
                  </a:lnTo>
                  <a:lnTo>
                    <a:pt x="1416321" y="4024600"/>
                  </a:lnTo>
                  <a:lnTo>
                    <a:pt x="1416863" y="4024600"/>
                  </a:lnTo>
                  <a:lnTo>
                    <a:pt x="1417297" y="4024600"/>
                  </a:lnTo>
                  <a:lnTo>
                    <a:pt x="1418056" y="4022729"/>
                  </a:lnTo>
                  <a:lnTo>
                    <a:pt x="1419357" y="4019611"/>
                  </a:lnTo>
                  <a:lnTo>
                    <a:pt x="1419574" y="4019611"/>
                  </a:lnTo>
                  <a:lnTo>
                    <a:pt x="1419791" y="4018988"/>
                  </a:lnTo>
                  <a:lnTo>
                    <a:pt x="1420550" y="4018364"/>
                  </a:lnTo>
                  <a:lnTo>
                    <a:pt x="1420984" y="4017740"/>
                  </a:lnTo>
                  <a:lnTo>
                    <a:pt x="1421309" y="4016493"/>
                  </a:lnTo>
                  <a:lnTo>
                    <a:pt x="1421418" y="4016493"/>
                  </a:lnTo>
                  <a:lnTo>
                    <a:pt x="1423478" y="4015870"/>
                  </a:lnTo>
                  <a:lnTo>
                    <a:pt x="1423803" y="4015246"/>
                  </a:lnTo>
                  <a:lnTo>
                    <a:pt x="1425322" y="4013375"/>
                  </a:lnTo>
                  <a:lnTo>
                    <a:pt x="1425972" y="4013375"/>
                  </a:lnTo>
                  <a:lnTo>
                    <a:pt x="1426298" y="4012752"/>
                  </a:lnTo>
                  <a:lnTo>
                    <a:pt x="1427816" y="4010881"/>
                  </a:lnTo>
                  <a:lnTo>
                    <a:pt x="1428900" y="4010257"/>
                  </a:lnTo>
                  <a:lnTo>
                    <a:pt x="1429551" y="4009634"/>
                  </a:lnTo>
                  <a:lnTo>
                    <a:pt x="1429768" y="4009010"/>
                  </a:lnTo>
                  <a:lnTo>
                    <a:pt x="1431612" y="4009010"/>
                  </a:lnTo>
                  <a:lnTo>
                    <a:pt x="1432045" y="4009010"/>
                  </a:lnTo>
                  <a:lnTo>
                    <a:pt x="1432371" y="4009010"/>
                  </a:lnTo>
                  <a:lnTo>
                    <a:pt x="1432479" y="4008387"/>
                  </a:lnTo>
                  <a:lnTo>
                    <a:pt x="1433021" y="4008387"/>
                  </a:lnTo>
                  <a:lnTo>
                    <a:pt x="1433455" y="4007139"/>
                  </a:lnTo>
                  <a:lnTo>
                    <a:pt x="1433564" y="4007139"/>
                  </a:lnTo>
                  <a:lnTo>
                    <a:pt x="1434106" y="4007139"/>
                  </a:lnTo>
                  <a:lnTo>
                    <a:pt x="1434540" y="4007139"/>
                  </a:lnTo>
                  <a:lnTo>
                    <a:pt x="1435624" y="4005269"/>
                  </a:lnTo>
                  <a:lnTo>
                    <a:pt x="1435624" y="4004645"/>
                  </a:lnTo>
                  <a:lnTo>
                    <a:pt x="1435841" y="4004022"/>
                  </a:lnTo>
                  <a:lnTo>
                    <a:pt x="1436166" y="4004022"/>
                  </a:lnTo>
                  <a:lnTo>
                    <a:pt x="1436492" y="4003398"/>
                  </a:lnTo>
                  <a:lnTo>
                    <a:pt x="1436492" y="4001527"/>
                  </a:lnTo>
                  <a:lnTo>
                    <a:pt x="1437251" y="4000280"/>
                  </a:lnTo>
                  <a:lnTo>
                    <a:pt x="1438010" y="3999033"/>
                  </a:lnTo>
                  <a:lnTo>
                    <a:pt x="1438444" y="3997786"/>
                  </a:lnTo>
                  <a:lnTo>
                    <a:pt x="1438769" y="3996539"/>
                  </a:lnTo>
                  <a:lnTo>
                    <a:pt x="1439311" y="3995915"/>
                  </a:lnTo>
                  <a:lnTo>
                    <a:pt x="1440179" y="3994668"/>
                  </a:lnTo>
                  <a:lnTo>
                    <a:pt x="1441046" y="3994668"/>
                  </a:lnTo>
                  <a:lnTo>
                    <a:pt x="1441263" y="3994668"/>
                  </a:lnTo>
                  <a:lnTo>
                    <a:pt x="1442673" y="3994044"/>
                  </a:lnTo>
                  <a:lnTo>
                    <a:pt x="1443866" y="3992797"/>
                  </a:lnTo>
                  <a:lnTo>
                    <a:pt x="1443866" y="3992174"/>
                  </a:lnTo>
                  <a:lnTo>
                    <a:pt x="1444517" y="3991550"/>
                  </a:lnTo>
                  <a:lnTo>
                    <a:pt x="1445167" y="3991550"/>
                  </a:lnTo>
                  <a:lnTo>
                    <a:pt x="1445601" y="3991550"/>
                  </a:lnTo>
                  <a:lnTo>
                    <a:pt x="1446794" y="3989679"/>
                  </a:lnTo>
                  <a:lnTo>
                    <a:pt x="1447336" y="3989679"/>
                  </a:lnTo>
                  <a:lnTo>
                    <a:pt x="1447553" y="3989679"/>
                  </a:lnTo>
                  <a:lnTo>
                    <a:pt x="1447662" y="3989679"/>
                  </a:lnTo>
                  <a:lnTo>
                    <a:pt x="1448421" y="3989056"/>
                  </a:lnTo>
                  <a:lnTo>
                    <a:pt x="1448746" y="3989056"/>
                  </a:lnTo>
                  <a:lnTo>
                    <a:pt x="1448746" y="3988432"/>
                  </a:lnTo>
                  <a:lnTo>
                    <a:pt x="1449072" y="3987185"/>
                  </a:lnTo>
                  <a:lnTo>
                    <a:pt x="1449939" y="3984691"/>
                  </a:lnTo>
                  <a:lnTo>
                    <a:pt x="1450048" y="3984691"/>
                  </a:lnTo>
                  <a:lnTo>
                    <a:pt x="1451132" y="3980325"/>
                  </a:lnTo>
                  <a:lnTo>
                    <a:pt x="1451566" y="3980325"/>
                  </a:lnTo>
                  <a:lnTo>
                    <a:pt x="1451674" y="3979078"/>
                  </a:lnTo>
                  <a:lnTo>
                    <a:pt x="1452000" y="3978455"/>
                  </a:lnTo>
                  <a:lnTo>
                    <a:pt x="1452108" y="3978455"/>
                  </a:lnTo>
                  <a:lnTo>
                    <a:pt x="1452217" y="3978455"/>
                  </a:lnTo>
                  <a:lnTo>
                    <a:pt x="1454060" y="3975337"/>
                  </a:lnTo>
                  <a:lnTo>
                    <a:pt x="1455036" y="3974090"/>
                  </a:lnTo>
                  <a:lnTo>
                    <a:pt x="1455687" y="3973466"/>
                  </a:lnTo>
                  <a:lnTo>
                    <a:pt x="1455795" y="3972842"/>
                  </a:lnTo>
                  <a:lnTo>
                    <a:pt x="1456771" y="3972842"/>
                  </a:lnTo>
                  <a:lnTo>
                    <a:pt x="1457097" y="3972219"/>
                  </a:lnTo>
                  <a:lnTo>
                    <a:pt x="1457205" y="3972219"/>
                  </a:lnTo>
                  <a:lnTo>
                    <a:pt x="1457422" y="3972219"/>
                  </a:lnTo>
                  <a:lnTo>
                    <a:pt x="1458615" y="3971595"/>
                  </a:lnTo>
                  <a:lnTo>
                    <a:pt x="1458615" y="3969725"/>
                  </a:lnTo>
                  <a:lnTo>
                    <a:pt x="1459591" y="3967854"/>
                  </a:lnTo>
                  <a:lnTo>
                    <a:pt x="1460350" y="3967230"/>
                  </a:lnTo>
                  <a:lnTo>
                    <a:pt x="1460567" y="3967230"/>
                  </a:lnTo>
                  <a:lnTo>
                    <a:pt x="1461326" y="3966607"/>
                  </a:lnTo>
                  <a:lnTo>
                    <a:pt x="1461435" y="3965359"/>
                  </a:lnTo>
                  <a:lnTo>
                    <a:pt x="1461868" y="3964736"/>
                  </a:lnTo>
                  <a:lnTo>
                    <a:pt x="1461977" y="3964736"/>
                  </a:lnTo>
                  <a:lnTo>
                    <a:pt x="1462627" y="3964112"/>
                  </a:lnTo>
                  <a:lnTo>
                    <a:pt x="1462844" y="3963489"/>
                  </a:lnTo>
                  <a:lnTo>
                    <a:pt x="1463604" y="3963489"/>
                  </a:lnTo>
                  <a:lnTo>
                    <a:pt x="1463929" y="3962865"/>
                  </a:lnTo>
                  <a:lnTo>
                    <a:pt x="1465664" y="3960994"/>
                  </a:lnTo>
                  <a:lnTo>
                    <a:pt x="1465772" y="3960994"/>
                  </a:lnTo>
                  <a:lnTo>
                    <a:pt x="1465989" y="3959747"/>
                  </a:lnTo>
                  <a:lnTo>
                    <a:pt x="1466315" y="3959124"/>
                  </a:lnTo>
                  <a:lnTo>
                    <a:pt x="1466532" y="3959124"/>
                  </a:lnTo>
                  <a:lnTo>
                    <a:pt x="1467291" y="3957876"/>
                  </a:lnTo>
                  <a:lnTo>
                    <a:pt x="1467508" y="3957253"/>
                  </a:lnTo>
                  <a:lnTo>
                    <a:pt x="1467941" y="3956006"/>
                  </a:lnTo>
                  <a:lnTo>
                    <a:pt x="1468701" y="3956006"/>
                  </a:lnTo>
                  <a:lnTo>
                    <a:pt x="1469460" y="3955382"/>
                  </a:lnTo>
                  <a:lnTo>
                    <a:pt x="1470219" y="3954759"/>
                  </a:lnTo>
                  <a:lnTo>
                    <a:pt x="1470978" y="3954135"/>
                  </a:lnTo>
                  <a:lnTo>
                    <a:pt x="1471954" y="3954135"/>
                  </a:lnTo>
                  <a:lnTo>
                    <a:pt x="1473689" y="3952888"/>
                  </a:lnTo>
                  <a:lnTo>
                    <a:pt x="1474340" y="3952888"/>
                  </a:lnTo>
                  <a:lnTo>
                    <a:pt x="1474557" y="3952888"/>
                  </a:lnTo>
                  <a:lnTo>
                    <a:pt x="1474990" y="3952888"/>
                  </a:lnTo>
                  <a:lnTo>
                    <a:pt x="1475099" y="3952264"/>
                  </a:lnTo>
                  <a:lnTo>
                    <a:pt x="1475533" y="3952264"/>
                  </a:lnTo>
                  <a:lnTo>
                    <a:pt x="1476183" y="3952264"/>
                  </a:lnTo>
                  <a:lnTo>
                    <a:pt x="1477702" y="3949770"/>
                  </a:lnTo>
                  <a:lnTo>
                    <a:pt x="1478461" y="3948523"/>
                  </a:lnTo>
                  <a:lnTo>
                    <a:pt x="1479328" y="3947899"/>
                  </a:lnTo>
                  <a:lnTo>
                    <a:pt x="1479762" y="3947276"/>
                  </a:lnTo>
                  <a:lnTo>
                    <a:pt x="1480304" y="3946028"/>
                  </a:lnTo>
                  <a:lnTo>
                    <a:pt x="1480413" y="3946028"/>
                  </a:lnTo>
                  <a:lnTo>
                    <a:pt x="1480738" y="3945405"/>
                  </a:lnTo>
                  <a:lnTo>
                    <a:pt x="1481172" y="3944158"/>
                  </a:lnTo>
                  <a:lnTo>
                    <a:pt x="1481280" y="3942911"/>
                  </a:lnTo>
                  <a:lnTo>
                    <a:pt x="1481714" y="3942911"/>
                  </a:lnTo>
                  <a:lnTo>
                    <a:pt x="1482148" y="3942911"/>
                  </a:lnTo>
                  <a:lnTo>
                    <a:pt x="1482582" y="3942911"/>
                  </a:lnTo>
                  <a:lnTo>
                    <a:pt x="1483232" y="3942911"/>
                  </a:lnTo>
                  <a:lnTo>
                    <a:pt x="1483449" y="3941663"/>
                  </a:lnTo>
                  <a:lnTo>
                    <a:pt x="1483883" y="3941663"/>
                  </a:lnTo>
                  <a:lnTo>
                    <a:pt x="1484751" y="3941040"/>
                  </a:lnTo>
                  <a:lnTo>
                    <a:pt x="1485293" y="3941040"/>
                  </a:lnTo>
                  <a:lnTo>
                    <a:pt x="1487462" y="3936051"/>
                  </a:lnTo>
                  <a:lnTo>
                    <a:pt x="1488329" y="3935428"/>
                  </a:lnTo>
                  <a:lnTo>
                    <a:pt x="1489522" y="3932310"/>
                  </a:lnTo>
                  <a:lnTo>
                    <a:pt x="1489631" y="3931686"/>
                  </a:lnTo>
                  <a:lnTo>
                    <a:pt x="1490390" y="3931686"/>
                  </a:lnTo>
                  <a:lnTo>
                    <a:pt x="1490498" y="3931062"/>
                  </a:lnTo>
                  <a:lnTo>
                    <a:pt x="1491583" y="3928568"/>
                  </a:lnTo>
                  <a:lnTo>
                    <a:pt x="1492884" y="3927321"/>
                  </a:lnTo>
                  <a:lnTo>
                    <a:pt x="1493210" y="3926074"/>
                  </a:lnTo>
                  <a:lnTo>
                    <a:pt x="1493535" y="3924827"/>
                  </a:lnTo>
                  <a:lnTo>
                    <a:pt x="1493860" y="3924827"/>
                  </a:lnTo>
                  <a:lnTo>
                    <a:pt x="1494403" y="3924827"/>
                  </a:lnTo>
                  <a:lnTo>
                    <a:pt x="1495379" y="3924827"/>
                  </a:lnTo>
                  <a:lnTo>
                    <a:pt x="1495487" y="3924203"/>
                  </a:lnTo>
                  <a:lnTo>
                    <a:pt x="1495921" y="3924203"/>
                  </a:lnTo>
                  <a:lnTo>
                    <a:pt x="1497547" y="3921085"/>
                  </a:lnTo>
                  <a:lnTo>
                    <a:pt x="1497981" y="3920462"/>
                  </a:lnTo>
                  <a:lnTo>
                    <a:pt x="1498307" y="3919214"/>
                  </a:lnTo>
                  <a:lnTo>
                    <a:pt x="1498415" y="3918591"/>
                  </a:lnTo>
                  <a:lnTo>
                    <a:pt x="1498415" y="3917967"/>
                  </a:lnTo>
                  <a:lnTo>
                    <a:pt x="1498849" y="3916720"/>
                  </a:lnTo>
                  <a:lnTo>
                    <a:pt x="1499391" y="3914849"/>
                  </a:lnTo>
                  <a:lnTo>
                    <a:pt x="1499825" y="3914849"/>
                  </a:lnTo>
                  <a:lnTo>
                    <a:pt x="1500259" y="3914226"/>
                  </a:lnTo>
                  <a:lnTo>
                    <a:pt x="1501018" y="3911731"/>
                  </a:lnTo>
                  <a:lnTo>
                    <a:pt x="1501560" y="3911731"/>
                  </a:lnTo>
                  <a:lnTo>
                    <a:pt x="1502536" y="3911731"/>
                  </a:lnTo>
                  <a:lnTo>
                    <a:pt x="1502861" y="3911731"/>
                  </a:lnTo>
                  <a:lnTo>
                    <a:pt x="1503295" y="3911108"/>
                  </a:lnTo>
                  <a:lnTo>
                    <a:pt x="1503512" y="3911108"/>
                  </a:lnTo>
                  <a:lnTo>
                    <a:pt x="1505247" y="3911108"/>
                  </a:lnTo>
                  <a:lnTo>
                    <a:pt x="1505681" y="3910484"/>
                  </a:lnTo>
                  <a:lnTo>
                    <a:pt x="1506440" y="3909861"/>
                  </a:lnTo>
                  <a:lnTo>
                    <a:pt x="1506766" y="3908613"/>
                  </a:lnTo>
                  <a:lnTo>
                    <a:pt x="1507525" y="3906743"/>
                  </a:lnTo>
                  <a:lnTo>
                    <a:pt x="1508392" y="3905496"/>
                  </a:lnTo>
                  <a:lnTo>
                    <a:pt x="1508501" y="3905496"/>
                  </a:lnTo>
                  <a:lnTo>
                    <a:pt x="1508826" y="3905496"/>
                  </a:lnTo>
                  <a:lnTo>
                    <a:pt x="1509802" y="3904872"/>
                  </a:lnTo>
                  <a:lnTo>
                    <a:pt x="1511429" y="3901754"/>
                  </a:lnTo>
                  <a:lnTo>
                    <a:pt x="1511537" y="3901130"/>
                  </a:lnTo>
                  <a:lnTo>
                    <a:pt x="1511754" y="3900507"/>
                  </a:lnTo>
                  <a:lnTo>
                    <a:pt x="1511863" y="3899883"/>
                  </a:lnTo>
                  <a:lnTo>
                    <a:pt x="1512079" y="3899883"/>
                  </a:lnTo>
                  <a:lnTo>
                    <a:pt x="1513489" y="3899260"/>
                  </a:lnTo>
                  <a:lnTo>
                    <a:pt x="1514682" y="3898636"/>
                  </a:lnTo>
                  <a:lnTo>
                    <a:pt x="1514791" y="3898636"/>
                  </a:lnTo>
                  <a:lnTo>
                    <a:pt x="1515333" y="3896765"/>
                  </a:lnTo>
                  <a:lnTo>
                    <a:pt x="1515658" y="3896765"/>
                  </a:lnTo>
                  <a:lnTo>
                    <a:pt x="1515767" y="3896765"/>
                  </a:lnTo>
                  <a:lnTo>
                    <a:pt x="1516200" y="3896142"/>
                  </a:lnTo>
                  <a:lnTo>
                    <a:pt x="1516634" y="3894895"/>
                  </a:lnTo>
                  <a:lnTo>
                    <a:pt x="1516851" y="3894895"/>
                  </a:lnTo>
                  <a:lnTo>
                    <a:pt x="1521081" y="3890530"/>
                  </a:lnTo>
                  <a:lnTo>
                    <a:pt x="1521514" y="3889906"/>
                  </a:lnTo>
                  <a:lnTo>
                    <a:pt x="1522707" y="3889906"/>
                  </a:lnTo>
                  <a:lnTo>
                    <a:pt x="1522924" y="3888035"/>
                  </a:lnTo>
                  <a:lnTo>
                    <a:pt x="1523033" y="3888035"/>
                  </a:lnTo>
                  <a:lnTo>
                    <a:pt x="1523141" y="3888035"/>
                  </a:lnTo>
                  <a:lnTo>
                    <a:pt x="1524334" y="3888035"/>
                  </a:lnTo>
                  <a:lnTo>
                    <a:pt x="1524551" y="3888035"/>
                  </a:lnTo>
                  <a:lnTo>
                    <a:pt x="1524768" y="3888035"/>
                  </a:lnTo>
                  <a:lnTo>
                    <a:pt x="1525310" y="3884294"/>
                  </a:lnTo>
                  <a:lnTo>
                    <a:pt x="1527479" y="3881176"/>
                  </a:lnTo>
                  <a:lnTo>
                    <a:pt x="1527913" y="3879929"/>
                  </a:lnTo>
                  <a:lnTo>
                    <a:pt x="1528238" y="3878682"/>
                  </a:lnTo>
                  <a:lnTo>
                    <a:pt x="1529214" y="3877434"/>
                  </a:lnTo>
                  <a:lnTo>
                    <a:pt x="1529648" y="3876811"/>
                  </a:lnTo>
                  <a:lnTo>
                    <a:pt x="1530407" y="3876811"/>
                  </a:lnTo>
                  <a:lnTo>
                    <a:pt x="1531925" y="3874316"/>
                  </a:lnTo>
                  <a:lnTo>
                    <a:pt x="1532468" y="3873069"/>
                  </a:lnTo>
                  <a:lnTo>
                    <a:pt x="1532901" y="3871822"/>
                  </a:lnTo>
                  <a:lnTo>
                    <a:pt x="1533660" y="3871822"/>
                  </a:lnTo>
                  <a:lnTo>
                    <a:pt x="1533769" y="3870575"/>
                  </a:lnTo>
                  <a:lnTo>
                    <a:pt x="1534203" y="3869328"/>
                  </a:lnTo>
                  <a:lnTo>
                    <a:pt x="1534636" y="3868704"/>
                  </a:lnTo>
                  <a:lnTo>
                    <a:pt x="1534962" y="3868081"/>
                  </a:lnTo>
                  <a:lnTo>
                    <a:pt x="1535287" y="3868081"/>
                  </a:lnTo>
                  <a:lnTo>
                    <a:pt x="1535504" y="3867457"/>
                  </a:lnTo>
                  <a:lnTo>
                    <a:pt x="1536372" y="3866210"/>
                  </a:lnTo>
                  <a:lnTo>
                    <a:pt x="1536589" y="3864963"/>
                  </a:lnTo>
                  <a:lnTo>
                    <a:pt x="1537131" y="3864339"/>
                  </a:lnTo>
                  <a:lnTo>
                    <a:pt x="1538107" y="3863092"/>
                  </a:lnTo>
                  <a:lnTo>
                    <a:pt x="1538432" y="3862468"/>
                  </a:lnTo>
                  <a:lnTo>
                    <a:pt x="1538974" y="3861845"/>
                  </a:lnTo>
                  <a:lnTo>
                    <a:pt x="1539950" y="3861221"/>
                  </a:lnTo>
                  <a:lnTo>
                    <a:pt x="1540709" y="3859350"/>
                  </a:lnTo>
                  <a:lnTo>
                    <a:pt x="1540926" y="3857480"/>
                  </a:lnTo>
                  <a:lnTo>
                    <a:pt x="1541252" y="3856856"/>
                  </a:lnTo>
                  <a:lnTo>
                    <a:pt x="1541360" y="3856856"/>
                  </a:lnTo>
                  <a:lnTo>
                    <a:pt x="1541794" y="3856856"/>
                  </a:lnTo>
                  <a:lnTo>
                    <a:pt x="1542662" y="3856233"/>
                  </a:lnTo>
                  <a:lnTo>
                    <a:pt x="1542987" y="3856233"/>
                  </a:lnTo>
                  <a:lnTo>
                    <a:pt x="1543854" y="3853738"/>
                  </a:lnTo>
                  <a:lnTo>
                    <a:pt x="1544071" y="3852491"/>
                  </a:lnTo>
                  <a:lnTo>
                    <a:pt x="1544397" y="3851867"/>
                  </a:lnTo>
                  <a:lnTo>
                    <a:pt x="1544939" y="3849997"/>
                  </a:lnTo>
                  <a:lnTo>
                    <a:pt x="1545373" y="3848750"/>
                  </a:lnTo>
                  <a:lnTo>
                    <a:pt x="1545915" y="3848126"/>
                  </a:lnTo>
                  <a:lnTo>
                    <a:pt x="1546132" y="3847502"/>
                  </a:lnTo>
                  <a:lnTo>
                    <a:pt x="1546240" y="3847502"/>
                  </a:lnTo>
                  <a:lnTo>
                    <a:pt x="1546457" y="3847502"/>
                  </a:lnTo>
                  <a:lnTo>
                    <a:pt x="1547542" y="3846255"/>
                  </a:lnTo>
                  <a:lnTo>
                    <a:pt x="1547867" y="3846255"/>
                  </a:lnTo>
                  <a:lnTo>
                    <a:pt x="1548951" y="3845632"/>
                  </a:lnTo>
                  <a:lnTo>
                    <a:pt x="1550036" y="3845008"/>
                  </a:lnTo>
                  <a:lnTo>
                    <a:pt x="1550253" y="3845008"/>
                  </a:lnTo>
                  <a:lnTo>
                    <a:pt x="1551229" y="3843761"/>
                  </a:lnTo>
                  <a:lnTo>
                    <a:pt x="1551446" y="3843761"/>
                  </a:lnTo>
                  <a:lnTo>
                    <a:pt x="1552313" y="3843761"/>
                  </a:lnTo>
                  <a:lnTo>
                    <a:pt x="1553832" y="3842514"/>
                  </a:lnTo>
                  <a:lnTo>
                    <a:pt x="1554157" y="3840643"/>
                  </a:lnTo>
                  <a:lnTo>
                    <a:pt x="1554916" y="3840643"/>
                  </a:lnTo>
                  <a:lnTo>
                    <a:pt x="1555567" y="3840643"/>
                  </a:lnTo>
                  <a:lnTo>
                    <a:pt x="1556109" y="3840019"/>
                  </a:lnTo>
                  <a:lnTo>
                    <a:pt x="1557193" y="3838149"/>
                  </a:lnTo>
                  <a:lnTo>
                    <a:pt x="1558386" y="3836278"/>
                  </a:lnTo>
                  <a:lnTo>
                    <a:pt x="1558495" y="3835654"/>
                  </a:lnTo>
                  <a:lnTo>
                    <a:pt x="1558712" y="3835031"/>
                  </a:lnTo>
                  <a:lnTo>
                    <a:pt x="1558929" y="3835031"/>
                  </a:lnTo>
                  <a:lnTo>
                    <a:pt x="1559688" y="3835031"/>
                  </a:lnTo>
                  <a:lnTo>
                    <a:pt x="1559796" y="3834407"/>
                  </a:lnTo>
                  <a:lnTo>
                    <a:pt x="1559905" y="3833784"/>
                  </a:lnTo>
                  <a:lnTo>
                    <a:pt x="1560230" y="3833784"/>
                  </a:lnTo>
                  <a:lnTo>
                    <a:pt x="1561640" y="3833784"/>
                  </a:lnTo>
                  <a:lnTo>
                    <a:pt x="1562941" y="3830042"/>
                  </a:lnTo>
                  <a:lnTo>
                    <a:pt x="1563267" y="3826924"/>
                  </a:lnTo>
                  <a:lnTo>
                    <a:pt x="1563809" y="3826924"/>
                  </a:lnTo>
                  <a:lnTo>
                    <a:pt x="1564134" y="3826301"/>
                  </a:lnTo>
                  <a:lnTo>
                    <a:pt x="1565544" y="3825677"/>
                  </a:lnTo>
                  <a:lnTo>
                    <a:pt x="1566195" y="3823806"/>
                  </a:lnTo>
                  <a:lnTo>
                    <a:pt x="1566628" y="3823806"/>
                  </a:lnTo>
                  <a:lnTo>
                    <a:pt x="1567171" y="3822559"/>
                  </a:lnTo>
                  <a:lnTo>
                    <a:pt x="1567713" y="3821936"/>
                  </a:lnTo>
                  <a:lnTo>
                    <a:pt x="1568038" y="3820688"/>
                  </a:lnTo>
                  <a:lnTo>
                    <a:pt x="1568255" y="3820065"/>
                  </a:lnTo>
                  <a:lnTo>
                    <a:pt x="1568472" y="3819441"/>
                  </a:lnTo>
                  <a:lnTo>
                    <a:pt x="1568580" y="3819441"/>
                  </a:lnTo>
                  <a:lnTo>
                    <a:pt x="1570099" y="3819441"/>
                  </a:lnTo>
                  <a:lnTo>
                    <a:pt x="1570207" y="3818818"/>
                  </a:lnTo>
                  <a:lnTo>
                    <a:pt x="1570966" y="3817570"/>
                  </a:lnTo>
                  <a:lnTo>
                    <a:pt x="1571183" y="3817570"/>
                  </a:lnTo>
                  <a:lnTo>
                    <a:pt x="1572376" y="3815700"/>
                  </a:lnTo>
                  <a:lnTo>
                    <a:pt x="1572918" y="3815700"/>
                  </a:lnTo>
                  <a:lnTo>
                    <a:pt x="1573569" y="3815700"/>
                  </a:lnTo>
                  <a:lnTo>
                    <a:pt x="1573894" y="3815700"/>
                  </a:lnTo>
                  <a:lnTo>
                    <a:pt x="1574762" y="3813829"/>
                  </a:lnTo>
                  <a:lnTo>
                    <a:pt x="1575521" y="3813829"/>
                  </a:lnTo>
                  <a:lnTo>
                    <a:pt x="1575846" y="3813829"/>
                  </a:lnTo>
                  <a:lnTo>
                    <a:pt x="1575955" y="3813829"/>
                  </a:lnTo>
                  <a:lnTo>
                    <a:pt x="1576063" y="3813829"/>
                  </a:lnTo>
                  <a:lnTo>
                    <a:pt x="1576931" y="3813205"/>
                  </a:lnTo>
                  <a:lnTo>
                    <a:pt x="1576931" y="3811335"/>
                  </a:lnTo>
                  <a:lnTo>
                    <a:pt x="1577798" y="3808840"/>
                  </a:lnTo>
                  <a:lnTo>
                    <a:pt x="1578449" y="3807593"/>
                  </a:lnTo>
                  <a:lnTo>
                    <a:pt x="1579317" y="3804475"/>
                  </a:lnTo>
                  <a:lnTo>
                    <a:pt x="1579642" y="3804475"/>
                  </a:lnTo>
                  <a:lnTo>
                    <a:pt x="1580076" y="3804475"/>
                  </a:lnTo>
                  <a:lnTo>
                    <a:pt x="1580184" y="3803852"/>
                  </a:lnTo>
                  <a:lnTo>
                    <a:pt x="1580510" y="3802604"/>
                  </a:lnTo>
                  <a:lnTo>
                    <a:pt x="1581052" y="3800734"/>
                  </a:lnTo>
                  <a:lnTo>
                    <a:pt x="1582028" y="3798863"/>
                  </a:lnTo>
                  <a:lnTo>
                    <a:pt x="1582895" y="3796992"/>
                  </a:lnTo>
                  <a:lnTo>
                    <a:pt x="1583112" y="3796369"/>
                  </a:lnTo>
                  <a:lnTo>
                    <a:pt x="1584414" y="3795121"/>
                  </a:lnTo>
                  <a:lnTo>
                    <a:pt x="1584848" y="3793251"/>
                  </a:lnTo>
                  <a:lnTo>
                    <a:pt x="1585498" y="3792627"/>
                  </a:lnTo>
                  <a:lnTo>
                    <a:pt x="1585715" y="3792627"/>
                  </a:lnTo>
                  <a:lnTo>
                    <a:pt x="1586908" y="3791380"/>
                  </a:lnTo>
                  <a:lnTo>
                    <a:pt x="1587342" y="3790756"/>
                  </a:lnTo>
                  <a:lnTo>
                    <a:pt x="1588643" y="3790133"/>
                  </a:lnTo>
                  <a:lnTo>
                    <a:pt x="1588860" y="3786391"/>
                  </a:lnTo>
                  <a:lnTo>
                    <a:pt x="1589402" y="3786391"/>
                  </a:lnTo>
                  <a:lnTo>
                    <a:pt x="1590921" y="3784521"/>
                  </a:lnTo>
                  <a:lnTo>
                    <a:pt x="1591137" y="3784521"/>
                  </a:lnTo>
                  <a:lnTo>
                    <a:pt x="1592330" y="3782026"/>
                  </a:lnTo>
                  <a:lnTo>
                    <a:pt x="1592873" y="3780779"/>
                  </a:lnTo>
                  <a:lnTo>
                    <a:pt x="1593198" y="3780779"/>
                  </a:lnTo>
                  <a:lnTo>
                    <a:pt x="1593632" y="3780156"/>
                  </a:lnTo>
                  <a:lnTo>
                    <a:pt x="1594825" y="3780156"/>
                  </a:lnTo>
                  <a:lnTo>
                    <a:pt x="1595584" y="3780156"/>
                  </a:lnTo>
                  <a:lnTo>
                    <a:pt x="1595801" y="3779532"/>
                  </a:lnTo>
                  <a:lnTo>
                    <a:pt x="1596451" y="3779532"/>
                  </a:lnTo>
                  <a:lnTo>
                    <a:pt x="1596668" y="3779532"/>
                  </a:lnTo>
                  <a:lnTo>
                    <a:pt x="1598295" y="3778285"/>
                  </a:lnTo>
                  <a:lnTo>
                    <a:pt x="1598512" y="3777661"/>
                  </a:lnTo>
                  <a:lnTo>
                    <a:pt x="1599379" y="3776414"/>
                  </a:lnTo>
                  <a:lnTo>
                    <a:pt x="1599813" y="3776414"/>
                  </a:lnTo>
                  <a:lnTo>
                    <a:pt x="1600139" y="3776414"/>
                  </a:lnTo>
                  <a:lnTo>
                    <a:pt x="1601874" y="3773296"/>
                  </a:lnTo>
                  <a:lnTo>
                    <a:pt x="1602308" y="3772673"/>
                  </a:lnTo>
                  <a:lnTo>
                    <a:pt x="1602416" y="3772049"/>
                  </a:lnTo>
                  <a:lnTo>
                    <a:pt x="1603067" y="3771425"/>
                  </a:lnTo>
                  <a:lnTo>
                    <a:pt x="1603284" y="3770802"/>
                  </a:lnTo>
                  <a:lnTo>
                    <a:pt x="1603392" y="3770178"/>
                  </a:lnTo>
                  <a:lnTo>
                    <a:pt x="1603934" y="3770178"/>
                  </a:lnTo>
                  <a:lnTo>
                    <a:pt x="1604151" y="3770178"/>
                  </a:lnTo>
                  <a:lnTo>
                    <a:pt x="1604260" y="3769555"/>
                  </a:lnTo>
                  <a:lnTo>
                    <a:pt x="1604368" y="3768931"/>
                  </a:lnTo>
                  <a:lnTo>
                    <a:pt x="1604585" y="3767060"/>
                  </a:lnTo>
                  <a:lnTo>
                    <a:pt x="1604910" y="3767060"/>
                  </a:lnTo>
                  <a:lnTo>
                    <a:pt x="1605127" y="3767060"/>
                  </a:lnTo>
                  <a:lnTo>
                    <a:pt x="1606103" y="3763942"/>
                  </a:lnTo>
                  <a:lnTo>
                    <a:pt x="1606320" y="3762695"/>
                  </a:lnTo>
                  <a:lnTo>
                    <a:pt x="1607079" y="3760824"/>
                  </a:lnTo>
                  <a:lnTo>
                    <a:pt x="1608489" y="3758954"/>
                  </a:lnTo>
                  <a:lnTo>
                    <a:pt x="1608706" y="3758954"/>
                  </a:lnTo>
                  <a:lnTo>
                    <a:pt x="1608706" y="3758330"/>
                  </a:lnTo>
                  <a:lnTo>
                    <a:pt x="1608814" y="3758330"/>
                  </a:lnTo>
                  <a:lnTo>
                    <a:pt x="1609248" y="3757707"/>
                  </a:lnTo>
                  <a:lnTo>
                    <a:pt x="1609465" y="3757707"/>
                  </a:lnTo>
                  <a:lnTo>
                    <a:pt x="1610116" y="3757707"/>
                  </a:lnTo>
                  <a:lnTo>
                    <a:pt x="1610875" y="3756459"/>
                  </a:lnTo>
                  <a:lnTo>
                    <a:pt x="1611742" y="3753965"/>
                  </a:lnTo>
                  <a:lnTo>
                    <a:pt x="1612610" y="3753965"/>
                  </a:lnTo>
                  <a:lnTo>
                    <a:pt x="1612718" y="3752718"/>
                  </a:lnTo>
                  <a:lnTo>
                    <a:pt x="1614128" y="3751471"/>
                  </a:lnTo>
                  <a:lnTo>
                    <a:pt x="1615321" y="3750224"/>
                  </a:lnTo>
                  <a:lnTo>
                    <a:pt x="1615430" y="3750224"/>
                  </a:lnTo>
                  <a:lnTo>
                    <a:pt x="1618141" y="3747106"/>
                  </a:lnTo>
                  <a:lnTo>
                    <a:pt x="1619225" y="3746482"/>
                  </a:lnTo>
                  <a:lnTo>
                    <a:pt x="1619334" y="3745858"/>
                  </a:lnTo>
                  <a:lnTo>
                    <a:pt x="1621394" y="3743988"/>
                  </a:lnTo>
                  <a:lnTo>
                    <a:pt x="1621611" y="3743988"/>
                  </a:lnTo>
                  <a:lnTo>
                    <a:pt x="1621720" y="3743364"/>
                  </a:lnTo>
                  <a:lnTo>
                    <a:pt x="1621828" y="3743364"/>
                  </a:lnTo>
                  <a:lnTo>
                    <a:pt x="1622479" y="3742741"/>
                  </a:lnTo>
                  <a:lnTo>
                    <a:pt x="1623997" y="3740246"/>
                  </a:lnTo>
                  <a:lnTo>
                    <a:pt x="1624322" y="3738999"/>
                  </a:lnTo>
                  <a:lnTo>
                    <a:pt x="1624539" y="3738999"/>
                  </a:lnTo>
                  <a:lnTo>
                    <a:pt x="1625949" y="3738376"/>
                  </a:lnTo>
                  <a:lnTo>
                    <a:pt x="1626708" y="3738376"/>
                  </a:lnTo>
                  <a:lnTo>
                    <a:pt x="1627034" y="3738376"/>
                  </a:lnTo>
                  <a:lnTo>
                    <a:pt x="1627250" y="3738376"/>
                  </a:lnTo>
                  <a:lnTo>
                    <a:pt x="1627684" y="3736505"/>
                  </a:lnTo>
                  <a:lnTo>
                    <a:pt x="1628335" y="3735881"/>
                  </a:lnTo>
                  <a:lnTo>
                    <a:pt x="1628443" y="3735258"/>
                  </a:lnTo>
                  <a:lnTo>
                    <a:pt x="1628660" y="3734634"/>
                  </a:lnTo>
                  <a:lnTo>
                    <a:pt x="1629094" y="3734634"/>
                  </a:lnTo>
                  <a:lnTo>
                    <a:pt x="1630395" y="3730893"/>
                  </a:lnTo>
                  <a:lnTo>
                    <a:pt x="1631371" y="3730893"/>
                  </a:lnTo>
                  <a:lnTo>
                    <a:pt x="1632131" y="3729645"/>
                  </a:lnTo>
                  <a:lnTo>
                    <a:pt x="1632564" y="3729022"/>
                  </a:lnTo>
                  <a:lnTo>
                    <a:pt x="1633540" y="3729022"/>
                  </a:lnTo>
                  <a:lnTo>
                    <a:pt x="1633757" y="3729022"/>
                  </a:lnTo>
                  <a:lnTo>
                    <a:pt x="1635059" y="3727151"/>
                  </a:lnTo>
                  <a:lnTo>
                    <a:pt x="1635275" y="3726527"/>
                  </a:lnTo>
                  <a:lnTo>
                    <a:pt x="1635818" y="3726527"/>
                  </a:lnTo>
                  <a:lnTo>
                    <a:pt x="1637228" y="3724657"/>
                  </a:lnTo>
                  <a:lnTo>
                    <a:pt x="1638095" y="3722786"/>
                  </a:lnTo>
                  <a:lnTo>
                    <a:pt x="1638529" y="3720292"/>
                  </a:lnTo>
                  <a:lnTo>
                    <a:pt x="1638746" y="3720292"/>
                  </a:lnTo>
                  <a:lnTo>
                    <a:pt x="1638854" y="3719044"/>
                  </a:lnTo>
                  <a:lnTo>
                    <a:pt x="1639396" y="3718421"/>
                  </a:lnTo>
                  <a:lnTo>
                    <a:pt x="1639613" y="3717797"/>
                  </a:lnTo>
                  <a:lnTo>
                    <a:pt x="1640047" y="3717797"/>
                  </a:lnTo>
                  <a:lnTo>
                    <a:pt x="1641240" y="3714679"/>
                  </a:lnTo>
                  <a:lnTo>
                    <a:pt x="1641349" y="3714679"/>
                  </a:lnTo>
                  <a:lnTo>
                    <a:pt x="1642108" y="3714056"/>
                  </a:lnTo>
                  <a:lnTo>
                    <a:pt x="1642216" y="3714056"/>
                  </a:lnTo>
                  <a:lnTo>
                    <a:pt x="1642650" y="3712185"/>
                  </a:lnTo>
                  <a:lnTo>
                    <a:pt x="1642975" y="3712185"/>
                  </a:lnTo>
                  <a:lnTo>
                    <a:pt x="1643192" y="3710938"/>
                  </a:lnTo>
                  <a:lnTo>
                    <a:pt x="1644060" y="3710314"/>
                  </a:lnTo>
                  <a:lnTo>
                    <a:pt x="1645144" y="3708444"/>
                  </a:lnTo>
                  <a:lnTo>
                    <a:pt x="1645253" y="3706573"/>
                  </a:lnTo>
                  <a:lnTo>
                    <a:pt x="1646229" y="3705949"/>
                  </a:lnTo>
                  <a:lnTo>
                    <a:pt x="1646446" y="3705949"/>
                  </a:lnTo>
                  <a:lnTo>
                    <a:pt x="1647530" y="3705326"/>
                  </a:lnTo>
                  <a:lnTo>
                    <a:pt x="1647964" y="3704702"/>
                  </a:lnTo>
                  <a:lnTo>
                    <a:pt x="1648831" y="3704078"/>
                  </a:lnTo>
                  <a:lnTo>
                    <a:pt x="1649591" y="3704078"/>
                  </a:lnTo>
                  <a:lnTo>
                    <a:pt x="1649699" y="3704078"/>
                  </a:lnTo>
                  <a:lnTo>
                    <a:pt x="1649807" y="3703455"/>
                  </a:lnTo>
                  <a:lnTo>
                    <a:pt x="1649916" y="3703455"/>
                  </a:lnTo>
                  <a:lnTo>
                    <a:pt x="1652627" y="3700961"/>
                  </a:lnTo>
                  <a:lnTo>
                    <a:pt x="1652844" y="3700961"/>
                  </a:lnTo>
                  <a:lnTo>
                    <a:pt x="1654037" y="3699713"/>
                  </a:lnTo>
                  <a:lnTo>
                    <a:pt x="1655230" y="3699713"/>
                  </a:lnTo>
                  <a:lnTo>
                    <a:pt x="1655555" y="3698466"/>
                  </a:lnTo>
                  <a:lnTo>
                    <a:pt x="1655772" y="3697219"/>
                  </a:lnTo>
                  <a:lnTo>
                    <a:pt x="1656423" y="3694725"/>
                  </a:lnTo>
                  <a:lnTo>
                    <a:pt x="1656531" y="3694101"/>
                  </a:lnTo>
                  <a:lnTo>
                    <a:pt x="1657399" y="3690983"/>
                  </a:lnTo>
                  <a:lnTo>
                    <a:pt x="1658483" y="3690360"/>
                  </a:lnTo>
                  <a:lnTo>
                    <a:pt x="1658917" y="3690360"/>
                  </a:lnTo>
                  <a:lnTo>
                    <a:pt x="1659242" y="3690360"/>
                  </a:lnTo>
                  <a:lnTo>
                    <a:pt x="1660110" y="3687865"/>
                  </a:lnTo>
                  <a:lnTo>
                    <a:pt x="1660327" y="3687242"/>
                  </a:lnTo>
                  <a:lnTo>
                    <a:pt x="1661086" y="3685371"/>
                  </a:lnTo>
                  <a:lnTo>
                    <a:pt x="1661303" y="3684124"/>
                  </a:lnTo>
                  <a:lnTo>
                    <a:pt x="1661737" y="3683500"/>
                  </a:lnTo>
                  <a:lnTo>
                    <a:pt x="1662170" y="3683500"/>
                  </a:lnTo>
                  <a:lnTo>
                    <a:pt x="1662496" y="3683500"/>
                  </a:lnTo>
                  <a:lnTo>
                    <a:pt x="1662930" y="3682877"/>
                  </a:lnTo>
                  <a:lnTo>
                    <a:pt x="1664231" y="3681006"/>
                  </a:lnTo>
                  <a:lnTo>
                    <a:pt x="1664339" y="3679759"/>
                  </a:lnTo>
                  <a:lnTo>
                    <a:pt x="1664990" y="3678512"/>
                  </a:lnTo>
                  <a:lnTo>
                    <a:pt x="1665966" y="3677888"/>
                  </a:lnTo>
                  <a:lnTo>
                    <a:pt x="1666508" y="3677264"/>
                  </a:lnTo>
                  <a:lnTo>
                    <a:pt x="1666617" y="3676641"/>
                  </a:lnTo>
                  <a:lnTo>
                    <a:pt x="1667376" y="3676017"/>
                  </a:lnTo>
                  <a:lnTo>
                    <a:pt x="1668569" y="3676017"/>
                  </a:lnTo>
                  <a:lnTo>
                    <a:pt x="1668786" y="3676017"/>
                  </a:lnTo>
                  <a:lnTo>
                    <a:pt x="1670087" y="3675394"/>
                  </a:lnTo>
                  <a:lnTo>
                    <a:pt x="1670629" y="3674770"/>
                  </a:lnTo>
                  <a:lnTo>
                    <a:pt x="1671388" y="3674147"/>
                  </a:lnTo>
                  <a:lnTo>
                    <a:pt x="1671497" y="3673523"/>
                  </a:lnTo>
                  <a:lnTo>
                    <a:pt x="1671605" y="3672899"/>
                  </a:lnTo>
                  <a:lnTo>
                    <a:pt x="1671822" y="3671029"/>
                  </a:lnTo>
                  <a:lnTo>
                    <a:pt x="1673232" y="3669781"/>
                  </a:lnTo>
                  <a:lnTo>
                    <a:pt x="1673449" y="3669781"/>
                  </a:lnTo>
                  <a:lnTo>
                    <a:pt x="1674859" y="3667287"/>
                  </a:lnTo>
                  <a:lnTo>
                    <a:pt x="1675184" y="3667287"/>
                  </a:lnTo>
                  <a:lnTo>
                    <a:pt x="1675618" y="3664793"/>
                  </a:lnTo>
                  <a:lnTo>
                    <a:pt x="1675726" y="3664793"/>
                  </a:lnTo>
                  <a:lnTo>
                    <a:pt x="1676052" y="3664793"/>
                  </a:lnTo>
                  <a:lnTo>
                    <a:pt x="1678329" y="3662922"/>
                  </a:lnTo>
                  <a:lnTo>
                    <a:pt x="1678980" y="3661675"/>
                  </a:lnTo>
                  <a:lnTo>
                    <a:pt x="1680390" y="3661051"/>
                  </a:lnTo>
                  <a:lnTo>
                    <a:pt x="1681040" y="3659181"/>
                  </a:lnTo>
                  <a:lnTo>
                    <a:pt x="1681691" y="3659181"/>
                  </a:lnTo>
                  <a:lnTo>
                    <a:pt x="1681908" y="3658557"/>
                  </a:lnTo>
                  <a:lnTo>
                    <a:pt x="1682450" y="3657933"/>
                  </a:lnTo>
                  <a:lnTo>
                    <a:pt x="1683209" y="3657310"/>
                  </a:lnTo>
                  <a:lnTo>
                    <a:pt x="1684619" y="3655439"/>
                  </a:lnTo>
                  <a:lnTo>
                    <a:pt x="1685595" y="3654815"/>
                  </a:lnTo>
                  <a:lnTo>
                    <a:pt x="1686246" y="3654815"/>
                  </a:lnTo>
                  <a:lnTo>
                    <a:pt x="1687330" y="3654192"/>
                  </a:lnTo>
                  <a:lnTo>
                    <a:pt x="1687656" y="3654192"/>
                  </a:lnTo>
                  <a:lnTo>
                    <a:pt x="1687981" y="3653568"/>
                  </a:lnTo>
                  <a:lnTo>
                    <a:pt x="1688089" y="3653568"/>
                  </a:lnTo>
                  <a:lnTo>
                    <a:pt x="1688198" y="3653568"/>
                  </a:lnTo>
                  <a:lnTo>
                    <a:pt x="1689282" y="3652321"/>
                  </a:lnTo>
                  <a:lnTo>
                    <a:pt x="1689716" y="3651698"/>
                  </a:lnTo>
                  <a:lnTo>
                    <a:pt x="1690909" y="3649203"/>
                  </a:lnTo>
                  <a:lnTo>
                    <a:pt x="1691234" y="3649203"/>
                  </a:lnTo>
                  <a:lnTo>
                    <a:pt x="1692319" y="3645462"/>
                  </a:lnTo>
                  <a:lnTo>
                    <a:pt x="1692644" y="3645462"/>
                  </a:lnTo>
                  <a:lnTo>
                    <a:pt x="1693295" y="3642967"/>
                  </a:lnTo>
                  <a:lnTo>
                    <a:pt x="1693837" y="3642967"/>
                  </a:lnTo>
                  <a:lnTo>
                    <a:pt x="1693945" y="3642344"/>
                  </a:lnTo>
                  <a:lnTo>
                    <a:pt x="1694054" y="3641720"/>
                  </a:lnTo>
                  <a:lnTo>
                    <a:pt x="1695464" y="3640473"/>
                  </a:lnTo>
                  <a:lnTo>
                    <a:pt x="1696006" y="3640473"/>
                  </a:lnTo>
                  <a:lnTo>
                    <a:pt x="1696223" y="3639849"/>
                  </a:lnTo>
                  <a:lnTo>
                    <a:pt x="1696548" y="3639226"/>
                  </a:lnTo>
                  <a:lnTo>
                    <a:pt x="1696657" y="3637979"/>
                  </a:lnTo>
                  <a:lnTo>
                    <a:pt x="1697416" y="3637979"/>
                  </a:lnTo>
                  <a:lnTo>
                    <a:pt x="1698175" y="3636732"/>
                  </a:lnTo>
                  <a:lnTo>
                    <a:pt x="1698500" y="3636108"/>
                  </a:lnTo>
                  <a:lnTo>
                    <a:pt x="1699585" y="3635484"/>
                  </a:lnTo>
                  <a:lnTo>
                    <a:pt x="1699693" y="3635484"/>
                  </a:lnTo>
                  <a:lnTo>
                    <a:pt x="1700018" y="3634861"/>
                  </a:lnTo>
                  <a:lnTo>
                    <a:pt x="1700127" y="3634861"/>
                  </a:lnTo>
                  <a:lnTo>
                    <a:pt x="1700886" y="3634237"/>
                  </a:lnTo>
                  <a:lnTo>
                    <a:pt x="1701754" y="3632367"/>
                  </a:lnTo>
                  <a:lnTo>
                    <a:pt x="1701862" y="3631743"/>
                  </a:lnTo>
                  <a:lnTo>
                    <a:pt x="1702621" y="3631119"/>
                  </a:lnTo>
                  <a:lnTo>
                    <a:pt x="1703163" y="3631119"/>
                  </a:lnTo>
                  <a:lnTo>
                    <a:pt x="1703380" y="3630496"/>
                  </a:lnTo>
                  <a:lnTo>
                    <a:pt x="1703706" y="3629249"/>
                  </a:lnTo>
                  <a:lnTo>
                    <a:pt x="1703923" y="3628625"/>
                  </a:lnTo>
                  <a:lnTo>
                    <a:pt x="1705007" y="3628625"/>
                  </a:lnTo>
                  <a:lnTo>
                    <a:pt x="1705766" y="3628001"/>
                  </a:lnTo>
                  <a:lnTo>
                    <a:pt x="1705983" y="3628001"/>
                  </a:lnTo>
                  <a:lnTo>
                    <a:pt x="1706200" y="3628001"/>
                  </a:lnTo>
                  <a:lnTo>
                    <a:pt x="1707284" y="3626754"/>
                  </a:lnTo>
                  <a:lnTo>
                    <a:pt x="1708477" y="3626754"/>
                  </a:lnTo>
                  <a:lnTo>
                    <a:pt x="1709020" y="3626754"/>
                  </a:lnTo>
                  <a:lnTo>
                    <a:pt x="1709237" y="3623636"/>
                  </a:lnTo>
                  <a:lnTo>
                    <a:pt x="1709996" y="3623013"/>
                  </a:lnTo>
                  <a:lnTo>
                    <a:pt x="1710646" y="3623013"/>
                  </a:lnTo>
                  <a:lnTo>
                    <a:pt x="1710863" y="3623013"/>
                  </a:lnTo>
                  <a:lnTo>
                    <a:pt x="1711080" y="3623013"/>
                  </a:lnTo>
                  <a:lnTo>
                    <a:pt x="1712707" y="3622389"/>
                  </a:lnTo>
                  <a:lnTo>
                    <a:pt x="1713683" y="3622389"/>
                  </a:lnTo>
                  <a:lnTo>
                    <a:pt x="1715093" y="3618648"/>
                  </a:lnTo>
                  <a:lnTo>
                    <a:pt x="1716286" y="3618648"/>
                  </a:lnTo>
                  <a:lnTo>
                    <a:pt x="1716828" y="3615530"/>
                  </a:lnTo>
                  <a:lnTo>
                    <a:pt x="1716936" y="3614283"/>
                  </a:lnTo>
                  <a:lnTo>
                    <a:pt x="1717370" y="3613035"/>
                  </a:lnTo>
                  <a:lnTo>
                    <a:pt x="1717479" y="3611788"/>
                  </a:lnTo>
                  <a:lnTo>
                    <a:pt x="1719214" y="3609918"/>
                  </a:lnTo>
                  <a:lnTo>
                    <a:pt x="1719431" y="3609294"/>
                  </a:lnTo>
                  <a:lnTo>
                    <a:pt x="1719756" y="3607423"/>
                  </a:lnTo>
                  <a:lnTo>
                    <a:pt x="1720732" y="3607423"/>
                  </a:lnTo>
                  <a:lnTo>
                    <a:pt x="1720949" y="3605552"/>
                  </a:lnTo>
                  <a:lnTo>
                    <a:pt x="1721816" y="3604305"/>
                  </a:lnTo>
                  <a:lnTo>
                    <a:pt x="1722359" y="3601811"/>
                  </a:lnTo>
                  <a:lnTo>
                    <a:pt x="1723118" y="3601187"/>
                  </a:lnTo>
                  <a:lnTo>
                    <a:pt x="1723552" y="3601187"/>
                  </a:lnTo>
                  <a:lnTo>
                    <a:pt x="1723985" y="3600564"/>
                  </a:lnTo>
                  <a:lnTo>
                    <a:pt x="1724202" y="3599317"/>
                  </a:lnTo>
                  <a:lnTo>
                    <a:pt x="1724636" y="3598069"/>
                  </a:lnTo>
                  <a:lnTo>
                    <a:pt x="1725178" y="3597446"/>
                  </a:lnTo>
                  <a:lnTo>
                    <a:pt x="1726480" y="3594952"/>
                  </a:lnTo>
                  <a:lnTo>
                    <a:pt x="1727022" y="3593704"/>
                  </a:lnTo>
                  <a:lnTo>
                    <a:pt x="1727130" y="3593704"/>
                  </a:lnTo>
                  <a:lnTo>
                    <a:pt x="1727564" y="3592457"/>
                  </a:lnTo>
                  <a:lnTo>
                    <a:pt x="1727889" y="3592457"/>
                  </a:lnTo>
                  <a:lnTo>
                    <a:pt x="1728323" y="3592457"/>
                  </a:lnTo>
                  <a:lnTo>
                    <a:pt x="1730384" y="3589339"/>
                  </a:lnTo>
                  <a:lnTo>
                    <a:pt x="1730492" y="3589339"/>
                  </a:lnTo>
                  <a:lnTo>
                    <a:pt x="1731034" y="3588716"/>
                  </a:lnTo>
                  <a:lnTo>
                    <a:pt x="1731902" y="3586845"/>
                  </a:lnTo>
                  <a:lnTo>
                    <a:pt x="1732010" y="3586845"/>
                  </a:lnTo>
                  <a:lnTo>
                    <a:pt x="1732119" y="3586221"/>
                  </a:lnTo>
                  <a:lnTo>
                    <a:pt x="1733854" y="3579362"/>
                  </a:lnTo>
                  <a:lnTo>
                    <a:pt x="1734505" y="3577491"/>
                  </a:lnTo>
                  <a:lnTo>
                    <a:pt x="1734722" y="3577491"/>
                  </a:lnTo>
                  <a:lnTo>
                    <a:pt x="1734939" y="3577491"/>
                  </a:lnTo>
                  <a:lnTo>
                    <a:pt x="1735589" y="3576244"/>
                  </a:lnTo>
                  <a:lnTo>
                    <a:pt x="1735698" y="3576244"/>
                  </a:lnTo>
                  <a:lnTo>
                    <a:pt x="1736999" y="3573750"/>
                  </a:lnTo>
                  <a:lnTo>
                    <a:pt x="1737216" y="3573750"/>
                  </a:lnTo>
                  <a:lnTo>
                    <a:pt x="1737975" y="3571879"/>
                  </a:lnTo>
                  <a:lnTo>
                    <a:pt x="1738843" y="3570632"/>
                  </a:lnTo>
                  <a:lnTo>
                    <a:pt x="1739710" y="3570632"/>
                  </a:lnTo>
                  <a:lnTo>
                    <a:pt x="1740144" y="3570008"/>
                  </a:lnTo>
                  <a:lnTo>
                    <a:pt x="1740144" y="3568138"/>
                  </a:lnTo>
                  <a:lnTo>
                    <a:pt x="1740578" y="3568138"/>
                  </a:lnTo>
                  <a:lnTo>
                    <a:pt x="1740795" y="3568138"/>
                  </a:lnTo>
                  <a:lnTo>
                    <a:pt x="1740795" y="3566890"/>
                  </a:lnTo>
                  <a:lnTo>
                    <a:pt x="1742204" y="3566890"/>
                  </a:lnTo>
                  <a:lnTo>
                    <a:pt x="1743181" y="3564396"/>
                  </a:lnTo>
                  <a:lnTo>
                    <a:pt x="1743723" y="3563149"/>
                  </a:lnTo>
                  <a:lnTo>
                    <a:pt x="1744157" y="3563149"/>
                  </a:lnTo>
                  <a:lnTo>
                    <a:pt x="1745458" y="3563149"/>
                  </a:lnTo>
                  <a:lnTo>
                    <a:pt x="1746109" y="3562525"/>
                  </a:lnTo>
                  <a:lnTo>
                    <a:pt x="1746976" y="3561278"/>
                  </a:lnTo>
                  <a:lnTo>
                    <a:pt x="1747301" y="3559407"/>
                  </a:lnTo>
                  <a:lnTo>
                    <a:pt x="1747518" y="3559407"/>
                  </a:lnTo>
                  <a:lnTo>
                    <a:pt x="1747627" y="3559407"/>
                  </a:lnTo>
                  <a:lnTo>
                    <a:pt x="1748711" y="3557537"/>
                  </a:lnTo>
                  <a:lnTo>
                    <a:pt x="1749254" y="3556289"/>
                  </a:lnTo>
                  <a:lnTo>
                    <a:pt x="1749904" y="3556289"/>
                  </a:lnTo>
                  <a:lnTo>
                    <a:pt x="1750121" y="3555042"/>
                  </a:lnTo>
                  <a:lnTo>
                    <a:pt x="1752073" y="3553795"/>
                  </a:lnTo>
                  <a:lnTo>
                    <a:pt x="1752615" y="3553795"/>
                  </a:lnTo>
                  <a:lnTo>
                    <a:pt x="1753917" y="3550677"/>
                  </a:lnTo>
                  <a:lnTo>
                    <a:pt x="1754242" y="3549430"/>
                  </a:lnTo>
                  <a:lnTo>
                    <a:pt x="1755001" y="3548183"/>
                  </a:lnTo>
                  <a:lnTo>
                    <a:pt x="1757387" y="3543818"/>
                  </a:lnTo>
                  <a:lnTo>
                    <a:pt x="1758038" y="3542571"/>
                  </a:lnTo>
                  <a:lnTo>
                    <a:pt x="1758255" y="3541947"/>
                  </a:lnTo>
                  <a:lnTo>
                    <a:pt x="1759773" y="3541323"/>
                  </a:lnTo>
                  <a:lnTo>
                    <a:pt x="1760098" y="3538829"/>
                  </a:lnTo>
                  <a:lnTo>
                    <a:pt x="1760207" y="3538829"/>
                  </a:lnTo>
                  <a:lnTo>
                    <a:pt x="1761074" y="3538206"/>
                  </a:lnTo>
                  <a:lnTo>
                    <a:pt x="1762376" y="3536958"/>
                  </a:lnTo>
                  <a:lnTo>
                    <a:pt x="1763026" y="3536958"/>
                  </a:lnTo>
                  <a:lnTo>
                    <a:pt x="1763460" y="3536958"/>
                  </a:lnTo>
                  <a:lnTo>
                    <a:pt x="1763460" y="3535711"/>
                  </a:lnTo>
                  <a:lnTo>
                    <a:pt x="1763894" y="3535711"/>
                  </a:lnTo>
                  <a:lnTo>
                    <a:pt x="1764436" y="3535711"/>
                  </a:lnTo>
                  <a:lnTo>
                    <a:pt x="1764870" y="3534464"/>
                  </a:lnTo>
                  <a:lnTo>
                    <a:pt x="1766063" y="3532593"/>
                  </a:lnTo>
                  <a:lnTo>
                    <a:pt x="1766280" y="3532593"/>
                  </a:lnTo>
                  <a:lnTo>
                    <a:pt x="1766605" y="3531346"/>
                  </a:lnTo>
                  <a:lnTo>
                    <a:pt x="1767581" y="3528852"/>
                  </a:lnTo>
                  <a:lnTo>
                    <a:pt x="1768340" y="3528852"/>
                  </a:lnTo>
                  <a:lnTo>
                    <a:pt x="1768774" y="3528852"/>
                  </a:lnTo>
                  <a:lnTo>
                    <a:pt x="1769425" y="3526981"/>
                  </a:lnTo>
                  <a:lnTo>
                    <a:pt x="1769533" y="3526981"/>
                  </a:lnTo>
                  <a:lnTo>
                    <a:pt x="1769859" y="3525110"/>
                  </a:lnTo>
                  <a:lnTo>
                    <a:pt x="1770509" y="3523863"/>
                  </a:lnTo>
                  <a:lnTo>
                    <a:pt x="1773329" y="3521992"/>
                  </a:lnTo>
                  <a:lnTo>
                    <a:pt x="1774088" y="3521369"/>
                  </a:lnTo>
                  <a:lnTo>
                    <a:pt x="1774305" y="3521369"/>
                  </a:lnTo>
                  <a:lnTo>
                    <a:pt x="1774630" y="3521369"/>
                  </a:lnTo>
                  <a:lnTo>
                    <a:pt x="1775823" y="3521369"/>
                  </a:lnTo>
                  <a:lnTo>
                    <a:pt x="1776257" y="3521369"/>
                  </a:lnTo>
                  <a:lnTo>
                    <a:pt x="1776908" y="3520745"/>
                  </a:lnTo>
                  <a:lnTo>
                    <a:pt x="1777558" y="3520745"/>
                  </a:lnTo>
                  <a:lnTo>
                    <a:pt x="1777667" y="3520745"/>
                  </a:lnTo>
                  <a:lnTo>
                    <a:pt x="1778101" y="3520745"/>
                  </a:lnTo>
                  <a:lnTo>
                    <a:pt x="1778968" y="3520122"/>
                  </a:lnTo>
                  <a:lnTo>
                    <a:pt x="1780378" y="3519498"/>
                  </a:lnTo>
                  <a:lnTo>
                    <a:pt x="1780595" y="3517627"/>
                  </a:lnTo>
                  <a:lnTo>
                    <a:pt x="1781462" y="3516380"/>
                  </a:lnTo>
                  <a:lnTo>
                    <a:pt x="1781896" y="3515133"/>
                  </a:lnTo>
                  <a:lnTo>
                    <a:pt x="1782330" y="3513886"/>
                  </a:lnTo>
                  <a:lnTo>
                    <a:pt x="1782655" y="3513262"/>
                  </a:lnTo>
                  <a:lnTo>
                    <a:pt x="1783631" y="3513262"/>
                  </a:lnTo>
                  <a:lnTo>
                    <a:pt x="1784390" y="3512639"/>
                  </a:lnTo>
                  <a:lnTo>
                    <a:pt x="1785150" y="3512639"/>
                  </a:lnTo>
                  <a:lnTo>
                    <a:pt x="1785475" y="3512639"/>
                  </a:lnTo>
                  <a:lnTo>
                    <a:pt x="1785475" y="3512015"/>
                  </a:lnTo>
                  <a:lnTo>
                    <a:pt x="1786017" y="3509521"/>
                  </a:lnTo>
                  <a:lnTo>
                    <a:pt x="1786451" y="3509521"/>
                  </a:lnTo>
                  <a:lnTo>
                    <a:pt x="1786993" y="3509521"/>
                  </a:lnTo>
                  <a:lnTo>
                    <a:pt x="1787644" y="3508274"/>
                  </a:lnTo>
                  <a:lnTo>
                    <a:pt x="1787752" y="3507026"/>
                  </a:lnTo>
                  <a:lnTo>
                    <a:pt x="1788620" y="3505779"/>
                  </a:lnTo>
                  <a:lnTo>
                    <a:pt x="1791006" y="3501414"/>
                  </a:lnTo>
                  <a:lnTo>
                    <a:pt x="1791548" y="3501414"/>
                  </a:lnTo>
                  <a:lnTo>
                    <a:pt x="1791765" y="3500791"/>
                  </a:lnTo>
                  <a:lnTo>
                    <a:pt x="1791982" y="3499543"/>
                  </a:lnTo>
                  <a:lnTo>
                    <a:pt x="1792416" y="3498920"/>
                  </a:lnTo>
                  <a:lnTo>
                    <a:pt x="1792524" y="3498296"/>
                  </a:lnTo>
                  <a:lnTo>
                    <a:pt x="1792849" y="3497673"/>
                  </a:lnTo>
                  <a:lnTo>
                    <a:pt x="1795127" y="3496426"/>
                  </a:lnTo>
                  <a:lnTo>
                    <a:pt x="1795886" y="3496426"/>
                  </a:lnTo>
                  <a:lnTo>
                    <a:pt x="1796428" y="3495178"/>
                  </a:lnTo>
                  <a:lnTo>
                    <a:pt x="1796537" y="3495178"/>
                  </a:lnTo>
                  <a:lnTo>
                    <a:pt x="1797296" y="3495178"/>
                  </a:lnTo>
                  <a:lnTo>
                    <a:pt x="1797838" y="3495178"/>
                  </a:lnTo>
                  <a:lnTo>
                    <a:pt x="1798272" y="3495178"/>
                  </a:lnTo>
                  <a:lnTo>
                    <a:pt x="1799248" y="3492060"/>
                  </a:lnTo>
                  <a:lnTo>
                    <a:pt x="1800115" y="3489566"/>
                  </a:lnTo>
                  <a:lnTo>
                    <a:pt x="1801850" y="3486448"/>
                  </a:lnTo>
                  <a:lnTo>
                    <a:pt x="1801959" y="3485825"/>
                  </a:lnTo>
                  <a:lnTo>
                    <a:pt x="1802067" y="3485825"/>
                  </a:lnTo>
                  <a:lnTo>
                    <a:pt x="1803369" y="3484577"/>
                  </a:lnTo>
                  <a:lnTo>
                    <a:pt x="1803911" y="3482707"/>
                  </a:lnTo>
                  <a:lnTo>
                    <a:pt x="1804345" y="3481460"/>
                  </a:lnTo>
                  <a:lnTo>
                    <a:pt x="1804562" y="3481460"/>
                  </a:lnTo>
                  <a:lnTo>
                    <a:pt x="1804670" y="3481460"/>
                  </a:lnTo>
                  <a:lnTo>
                    <a:pt x="1804887" y="3480836"/>
                  </a:lnTo>
                  <a:lnTo>
                    <a:pt x="1805755" y="3480212"/>
                  </a:lnTo>
                  <a:lnTo>
                    <a:pt x="1805971" y="3480212"/>
                  </a:lnTo>
                  <a:lnTo>
                    <a:pt x="1806514" y="3479589"/>
                  </a:lnTo>
                  <a:lnTo>
                    <a:pt x="1806947" y="3477718"/>
                  </a:lnTo>
                  <a:lnTo>
                    <a:pt x="1807490" y="3476471"/>
                  </a:lnTo>
                  <a:lnTo>
                    <a:pt x="1808900" y="3472106"/>
                  </a:lnTo>
                  <a:lnTo>
                    <a:pt x="1809116" y="3471482"/>
                  </a:lnTo>
                  <a:lnTo>
                    <a:pt x="1809550" y="3470859"/>
                  </a:lnTo>
                  <a:lnTo>
                    <a:pt x="1810852" y="3469612"/>
                  </a:lnTo>
                  <a:lnTo>
                    <a:pt x="1810960" y="3469612"/>
                  </a:lnTo>
                  <a:lnTo>
                    <a:pt x="1811502" y="3467741"/>
                  </a:lnTo>
                  <a:lnTo>
                    <a:pt x="1811719" y="3467741"/>
                  </a:lnTo>
                  <a:lnTo>
                    <a:pt x="1813346" y="3465246"/>
                  </a:lnTo>
                  <a:lnTo>
                    <a:pt x="1813563" y="3464623"/>
                  </a:lnTo>
                  <a:lnTo>
                    <a:pt x="1813563" y="3463376"/>
                  </a:lnTo>
                  <a:lnTo>
                    <a:pt x="1815081" y="3463376"/>
                  </a:lnTo>
                  <a:lnTo>
                    <a:pt x="1815406" y="3463376"/>
                  </a:lnTo>
                  <a:lnTo>
                    <a:pt x="1816274" y="3462752"/>
                  </a:lnTo>
                  <a:lnTo>
                    <a:pt x="1817467" y="3462129"/>
                  </a:lnTo>
                  <a:lnTo>
                    <a:pt x="1818768" y="3461505"/>
                  </a:lnTo>
                  <a:lnTo>
                    <a:pt x="1820829" y="3459634"/>
                  </a:lnTo>
                  <a:lnTo>
                    <a:pt x="1821588" y="3456516"/>
                  </a:lnTo>
                  <a:lnTo>
                    <a:pt x="1822022" y="3455893"/>
                  </a:lnTo>
                  <a:lnTo>
                    <a:pt x="1822130" y="3455893"/>
                  </a:lnTo>
                  <a:lnTo>
                    <a:pt x="1823106" y="3454022"/>
                  </a:lnTo>
                  <a:lnTo>
                    <a:pt x="1823757" y="3454022"/>
                  </a:lnTo>
                  <a:lnTo>
                    <a:pt x="1824191" y="3453398"/>
                  </a:lnTo>
                  <a:lnTo>
                    <a:pt x="1824516" y="3452151"/>
                  </a:lnTo>
                  <a:lnTo>
                    <a:pt x="1825167" y="3451528"/>
                  </a:lnTo>
                  <a:lnTo>
                    <a:pt x="1825600" y="3450280"/>
                  </a:lnTo>
                  <a:lnTo>
                    <a:pt x="1826576" y="3449657"/>
                  </a:lnTo>
                  <a:lnTo>
                    <a:pt x="1827227" y="3449033"/>
                  </a:lnTo>
                  <a:lnTo>
                    <a:pt x="1827552" y="3447786"/>
                  </a:lnTo>
                  <a:lnTo>
                    <a:pt x="1828854" y="3445915"/>
                  </a:lnTo>
                  <a:lnTo>
                    <a:pt x="1829288" y="3445915"/>
                  </a:lnTo>
                  <a:lnTo>
                    <a:pt x="1829721" y="3445915"/>
                  </a:lnTo>
                  <a:lnTo>
                    <a:pt x="1830589" y="3445915"/>
                  </a:lnTo>
                  <a:lnTo>
                    <a:pt x="1831131" y="3445915"/>
                  </a:lnTo>
                  <a:lnTo>
                    <a:pt x="1831999" y="3445915"/>
                  </a:lnTo>
                  <a:lnTo>
                    <a:pt x="1832324" y="3445915"/>
                  </a:lnTo>
                  <a:lnTo>
                    <a:pt x="1833300" y="3445292"/>
                  </a:lnTo>
                  <a:lnTo>
                    <a:pt x="1833517" y="3445292"/>
                  </a:lnTo>
                  <a:lnTo>
                    <a:pt x="1834168" y="3444668"/>
                  </a:lnTo>
                  <a:lnTo>
                    <a:pt x="1834710" y="3444045"/>
                  </a:lnTo>
                  <a:lnTo>
                    <a:pt x="1834927" y="3443421"/>
                  </a:lnTo>
                  <a:lnTo>
                    <a:pt x="1835469" y="3440927"/>
                  </a:lnTo>
                  <a:lnTo>
                    <a:pt x="1837096" y="3440927"/>
                  </a:lnTo>
                  <a:lnTo>
                    <a:pt x="1837313" y="3440303"/>
                  </a:lnTo>
                  <a:lnTo>
                    <a:pt x="1837421" y="3439056"/>
                  </a:lnTo>
                  <a:lnTo>
                    <a:pt x="1837530" y="3437809"/>
                  </a:lnTo>
                  <a:lnTo>
                    <a:pt x="1838723" y="3435938"/>
                  </a:lnTo>
                  <a:lnTo>
                    <a:pt x="1839373" y="3434067"/>
                  </a:lnTo>
                  <a:lnTo>
                    <a:pt x="1839373" y="3433444"/>
                  </a:lnTo>
                  <a:lnTo>
                    <a:pt x="1840349" y="3432820"/>
                  </a:lnTo>
                  <a:lnTo>
                    <a:pt x="1840891" y="3431573"/>
                  </a:lnTo>
                  <a:lnTo>
                    <a:pt x="1841325" y="3430949"/>
                  </a:lnTo>
                  <a:lnTo>
                    <a:pt x="1841434" y="3430949"/>
                  </a:lnTo>
                  <a:lnTo>
                    <a:pt x="1841542" y="3430949"/>
                  </a:lnTo>
                  <a:lnTo>
                    <a:pt x="1842410" y="3428455"/>
                  </a:lnTo>
                  <a:lnTo>
                    <a:pt x="1843386" y="3426584"/>
                  </a:lnTo>
                  <a:lnTo>
                    <a:pt x="1844362" y="3425961"/>
                  </a:lnTo>
                  <a:lnTo>
                    <a:pt x="1844470" y="3425337"/>
                  </a:lnTo>
                  <a:lnTo>
                    <a:pt x="1844687" y="3420972"/>
                  </a:lnTo>
                  <a:lnTo>
                    <a:pt x="1844687" y="3419725"/>
                  </a:lnTo>
                  <a:lnTo>
                    <a:pt x="1847615" y="3415360"/>
                  </a:lnTo>
                  <a:lnTo>
                    <a:pt x="1848049" y="3415360"/>
                  </a:lnTo>
                  <a:lnTo>
                    <a:pt x="1848591" y="3414736"/>
                  </a:lnTo>
                  <a:lnTo>
                    <a:pt x="1849242" y="3414113"/>
                  </a:lnTo>
                  <a:lnTo>
                    <a:pt x="1850001" y="3414113"/>
                  </a:lnTo>
                  <a:lnTo>
                    <a:pt x="1851736" y="3412242"/>
                  </a:lnTo>
                  <a:lnTo>
                    <a:pt x="1851845" y="3409748"/>
                  </a:lnTo>
                  <a:lnTo>
                    <a:pt x="1852062" y="3409748"/>
                  </a:lnTo>
                  <a:lnTo>
                    <a:pt x="1852604" y="3409748"/>
                  </a:lnTo>
                  <a:lnTo>
                    <a:pt x="1852712" y="3409748"/>
                  </a:lnTo>
                  <a:lnTo>
                    <a:pt x="1853797" y="3409748"/>
                  </a:lnTo>
                  <a:lnTo>
                    <a:pt x="1855423" y="3407253"/>
                  </a:lnTo>
                  <a:lnTo>
                    <a:pt x="1856508" y="3406006"/>
                  </a:lnTo>
                  <a:lnTo>
                    <a:pt x="1858026" y="3404759"/>
                  </a:lnTo>
                  <a:lnTo>
                    <a:pt x="1858568" y="3403512"/>
                  </a:lnTo>
                  <a:lnTo>
                    <a:pt x="1858894" y="3401641"/>
                  </a:lnTo>
                  <a:lnTo>
                    <a:pt x="1859870" y="3400394"/>
                  </a:lnTo>
                  <a:lnTo>
                    <a:pt x="1860087" y="3400394"/>
                  </a:lnTo>
                  <a:lnTo>
                    <a:pt x="1860629" y="3398523"/>
                  </a:lnTo>
                  <a:lnTo>
                    <a:pt x="1860737" y="3398523"/>
                  </a:lnTo>
                  <a:lnTo>
                    <a:pt x="1862798" y="3392911"/>
                  </a:lnTo>
                  <a:lnTo>
                    <a:pt x="1863340" y="3392287"/>
                  </a:lnTo>
                  <a:lnTo>
                    <a:pt x="1863557" y="3392287"/>
                  </a:lnTo>
                  <a:lnTo>
                    <a:pt x="1863774" y="3392287"/>
                  </a:lnTo>
                  <a:lnTo>
                    <a:pt x="1863882" y="3391664"/>
                  </a:lnTo>
                  <a:lnTo>
                    <a:pt x="1864425" y="3391664"/>
                  </a:lnTo>
                  <a:lnTo>
                    <a:pt x="1864641" y="3391664"/>
                  </a:lnTo>
                  <a:lnTo>
                    <a:pt x="1864967" y="3391040"/>
                  </a:lnTo>
                  <a:lnTo>
                    <a:pt x="1865401" y="3390417"/>
                  </a:lnTo>
                  <a:lnTo>
                    <a:pt x="1866377" y="3388546"/>
                  </a:lnTo>
                  <a:lnTo>
                    <a:pt x="1867569" y="3386675"/>
                  </a:lnTo>
                  <a:lnTo>
                    <a:pt x="1869738" y="3383557"/>
                  </a:lnTo>
                  <a:lnTo>
                    <a:pt x="1869955" y="3383557"/>
                  </a:lnTo>
                  <a:lnTo>
                    <a:pt x="1870389" y="3382934"/>
                  </a:lnTo>
                  <a:lnTo>
                    <a:pt x="1871040" y="3382310"/>
                  </a:lnTo>
                  <a:lnTo>
                    <a:pt x="1871690" y="3382310"/>
                  </a:lnTo>
                  <a:lnTo>
                    <a:pt x="1872450" y="3382310"/>
                  </a:lnTo>
                  <a:lnTo>
                    <a:pt x="1874293" y="3380439"/>
                  </a:lnTo>
                  <a:lnTo>
                    <a:pt x="1874944" y="3379192"/>
                  </a:lnTo>
                  <a:lnTo>
                    <a:pt x="1875052" y="3377945"/>
                  </a:lnTo>
                  <a:lnTo>
                    <a:pt x="1875595" y="3375451"/>
                  </a:lnTo>
                  <a:lnTo>
                    <a:pt x="1875703" y="3375451"/>
                  </a:lnTo>
                  <a:lnTo>
                    <a:pt x="1876462" y="3374827"/>
                  </a:lnTo>
                  <a:lnTo>
                    <a:pt x="1877872" y="3372956"/>
                  </a:lnTo>
                  <a:lnTo>
                    <a:pt x="1878523" y="3372956"/>
                  </a:lnTo>
                  <a:lnTo>
                    <a:pt x="1879282" y="3372333"/>
                  </a:lnTo>
                  <a:lnTo>
                    <a:pt x="1881342" y="3371709"/>
                  </a:lnTo>
                  <a:lnTo>
                    <a:pt x="1881342" y="3371086"/>
                  </a:lnTo>
                  <a:lnTo>
                    <a:pt x="1882210" y="3369838"/>
                  </a:lnTo>
                  <a:lnTo>
                    <a:pt x="1883077" y="3368591"/>
                  </a:lnTo>
                  <a:lnTo>
                    <a:pt x="1885680" y="3367344"/>
                  </a:lnTo>
                  <a:lnTo>
                    <a:pt x="1886548" y="3366720"/>
                  </a:lnTo>
                  <a:lnTo>
                    <a:pt x="1887415" y="3366097"/>
                  </a:lnTo>
                  <a:lnTo>
                    <a:pt x="1887632" y="3364226"/>
                  </a:lnTo>
                  <a:lnTo>
                    <a:pt x="1888174" y="3364226"/>
                  </a:lnTo>
                  <a:lnTo>
                    <a:pt x="1889259" y="3361108"/>
                  </a:lnTo>
                  <a:lnTo>
                    <a:pt x="1889367" y="3361108"/>
                  </a:lnTo>
                  <a:lnTo>
                    <a:pt x="1890669" y="3358614"/>
                  </a:lnTo>
                  <a:lnTo>
                    <a:pt x="1893380" y="3357367"/>
                  </a:lnTo>
                  <a:lnTo>
                    <a:pt x="1894031" y="3356743"/>
                  </a:lnTo>
                  <a:lnTo>
                    <a:pt x="1894356" y="3356120"/>
                  </a:lnTo>
                  <a:lnTo>
                    <a:pt x="1895224" y="3356120"/>
                  </a:lnTo>
                  <a:lnTo>
                    <a:pt x="1895440" y="3356120"/>
                  </a:lnTo>
                  <a:lnTo>
                    <a:pt x="1895766" y="3354872"/>
                  </a:lnTo>
                  <a:lnTo>
                    <a:pt x="1896200" y="3354872"/>
                  </a:lnTo>
                  <a:lnTo>
                    <a:pt x="1897067" y="3353625"/>
                  </a:lnTo>
                  <a:lnTo>
                    <a:pt x="1897826" y="3353625"/>
                  </a:lnTo>
                  <a:lnTo>
                    <a:pt x="1897935" y="3353002"/>
                  </a:lnTo>
                  <a:lnTo>
                    <a:pt x="1898911" y="3351131"/>
                  </a:lnTo>
                  <a:lnTo>
                    <a:pt x="1899561" y="3350507"/>
                  </a:lnTo>
                  <a:lnTo>
                    <a:pt x="1899887" y="3350507"/>
                  </a:lnTo>
                  <a:lnTo>
                    <a:pt x="1900104" y="3350507"/>
                  </a:lnTo>
                  <a:lnTo>
                    <a:pt x="1900429" y="3349884"/>
                  </a:lnTo>
                  <a:lnTo>
                    <a:pt x="1900971" y="3346766"/>
                  </a:lnTo>
                  <a:lnTo>
                    <a:pt x="1902381" y="3346142"/>
                  </a:lnTo>
                  <a:lnTo>
                    <a:pt x="1903574" y="3346142"/>
                  </a:lnTo>
                  <a:lnTo>
                    <a:pt x="1903682" y="3346142"/>
                  </a:lnTo>
                  <a:lnTo>
                    <a:pt x="1903899" y="3345519"/>
                  </a:lnTo>
                  <a:lnTo>
                    <a:pt x="1907587" y="3339906"/>
                  </a:lnTo>
                  <a:lnTo>
                    <a:pt x="1908237" y="3339906"/>
                  </a:lnTo>
                  <a:lnTo>
                    <a:pt x="1909539" y="3339283"/>
                  </a:lnTo>
                  <a:lnTo>
                    <a:pt x="1910189" y="3338659"/>
                  </a:lnTo>
                  <a:lnTo>
                    <a:pt x="1910406" y="3338036"/>
                  </a:lnTo>
                  <a:lnTo>
                    <a:pt x="1910731" y="3338036"/>
                  </a:lnTo>
                  <a:lnTo>
                    <a:pt x="1911165" y="3338036"/>
                  </a:lnTo>
                  <a:lnTo>
                    <a:pt x="1911491" y="3338036"/>
                  </a:lnTo>
                  <a:lnTo>
                    <a:pt x="1912467" y="3338036"/>
                  </a:lnTo>
                  <a:lnTo>
                    <a:pt x="1912792" y="3338036"/>
                  </a:lnTo>
                  <a:lnTo>
                    <a:pt x="1913985" y="3336165"/>
                  </a:lnTo>
                  <a:lnTo>
                    <a:pt x="1914093" y="3336165"/>
                  </a:lnTo>
                  <a:lnTo>
                    <a:pt x="1914202" y="3336165"/>
                  </a:lnTo>
                  <a:lnTo>
                    <a:pt x="1915829" y="3334918"/>
                  </a:lnTo>
                  <a:lnTo>
                    <a:pt x="1917130" y="3333047"/>
                  </a:lnTo>
                  <a:lnTo>
                    <a:pt x="1917997" y="3331800"/>
                  </a:lnTo>
                  <a:lnTo>
                    <a:pt x="1918648" y="3331800"/>
                  </a:lnTo>
                  <a:lnTo>
                    <a:pt x="1919082" y="3328682"/>
                  </a:lnTo>
                  <a:lnTo>
                    <a:pt x="1919407" y="3328058"/>
                  </a:lnTo>
                  <a:lnTo>
                    <a:pt x="1919841" y="3328058"/>
                  </a:lnTo>
                  <a:lnTo>
                    <a:pt x="1921468" y="3323693"/>
                  </a:lnTo>
                  <a:lnTo>
                    <a:pt x="1922118" y="3323693"/>
                  </a:lnTo>
                  <a:lnTo>
                    <a:pt x="1922552" y="3322446"/>
                  </a:lnTo>
                  <a:lnTo>
                    <a:pt x="1922878" y="3321823"/>
                  </a:lnTo>
                  <a:lnTo>
                    <a:pt x="1923311" y="3321823"/>
                  </a:lnTo>
                  <a:lnTo>
                    <a:pt x="1923528" y="3321823"/>
                  </a:lnTo>
                  <a:lnTo>
                    <a:pt x="1925155" y="3319952"/>
                  </a:lnTo>
                  <a:lnTo>
                    <a:pt x="1926239" y="3318705"/>
                  </a:lnTo>
                  <a:lnTo>
                    <a:pt x="1927107" y="3318081"/>
                  </a:lnTo>
                  <a:lnTo>
                    <a:pt x="1928734" y="3315587"/>
                  </a:lnTo>
                  <a:lnTo>
                    <a:pt x="1929818" y="3313092"/>
                  </a:lnTo>
                  <a:lnTo>
                    <a:pt x="1930144" y="3312469"/>
                  </a:lnTo>
                  <a:lnTo>
                    <a:pt x="1930469" y="3311222"/>
                  </a:lnTo>
                  <a:lnTo>
                    <a:pt x="1930903" y="3309974"/>
                  </a:lnTo>
                  <a:lnTo>
                    <a:pt x="1931120" y="3309974"/>
                  </a:lnTo>
                  <a:lnTo>
                    <a:pt x="1931445" y="3308727"/>
                  </a:lnTo>
                  <a:lnTo>
                    <a:pt x="1932421" y="3307480"/>
                  </a:lnTo>
                  <a:lnTo>
                    <a:pt x="1933397" y="3306857"/>
                  </a:lnTo>
                  <a:lnTo>
                    <a:pt x="1933397" y="3304986"/>
                  </a:lnTo>
                  <a:lnTo>
                    <a:pt x="1935891" y="3301868"/>
                  </a:lnTo>
                  <a:lnTo>
                    <a:pt x="1936000" y="3301868"/>
                  </a:lnTo>
                  <a:lnTo>
                    <a:pt x="1937301" y="3301244"/>
                  </a:lnTo>
                  <a:lnTo>
                    <a:pt x="1937952" y="3300621"/>
                  </a:lnTo>
                  <a:lnTo>
                    <a:pt x="1938602" y="3296879"/>
                  </a:lnTo>
                  <a:lnTo>
                    <a:pt x="1939578" y="3295632"/>
                  </a:lnTo>
                  <a:lnTo>
                    <a:pt x="1940554" y="3293761"/>
                  </a:lnTo>
                  <a:lnTo>
                    <a:pt x="1941422" y="3292514"/>
                  </a:lnTo>
                  <a:lnTo>
                    <a:pt x="1941747" y="3292514"/>
                  </a:lnTo>
                  <a:lnTo>
                    <a:pt x="1942507" y="3292514"/>
                  </a:lnTo>
                  <a:lnTo>
                    <a:pt x="1942615" y="3292514"/>
                  </a:lnTo>
                  <a:lnTo>
                    <a:pt x="1942832" y="3291891"/>
                  </a:lnTo>
                  <a:lnTo>
                    <a:pt x="1943808" y="3291267"/>
                  </a:lnTo>
                  <a:lnTo>
                    <a:pt x="1943916" y="3290643"/>
                  </a:lnTo>
                  <a:lnTo>
                    <a:pt x="1944675" y="3289396"/>
                  </a:lnTo>
                  <a:lnTo>
                    <a:pt x="1945543" y="3289396"/>
                  </a:lnTo>
                  <a:lnTo>
                    <a:pt x="1947387" y="3286902"/>
                  </a:lnTo>
                  <a:lnTo>
                    <a:pt x="1947820" y="3285655"/>
                  </a:lnTo>
                  <a:lnTo>
                    <a:pt x="1949122" y="3284408"/>
                  </a:lnTo>
                  <a:lnTo>
                    <a:pt x="1949556" y="3283160"/>
                  </a:lnTo>
                  <a:lnTo>
                    <a:pt x="1950532" y="3281290"/>
                  </a:lnTo>
                  <a:lnTo>
                    <a:pt x="1950857" y="3280042"/>
                  </a:lnTo>
                  <a:lnTo>
                    <a:pt x="1951291" y="3279419"/>
                  </a:lnTo>
                  <a:lnTo>
                    <a:pt x="1952158" y="3278795"/>
                  </a:lnTo>
                  <a:lnTo>
                    <a:pt x="1952592" y="3278795"/>
                  </a:lnTo>
                  <a:lnTo>
                    <a:pt x="1952701" y="3276925"/>
                  </a:lnTo>
                  <a:lnTo>
                    <a:pt x="1954002" y="3275054"/>
                  </a:lnTo>
                  <a:lnTo>
                    <a:pt x="1955412" y="3272560"/>
                  </a:lnTo>
                  <a:lnTo>
                    <a:pt x="1956279" y="3271312"/>
                  </a:lnTo>
                  <a:lnTo>
                    <a:pt x="1957798" y="3269442"/>
                  </a:lnTo>
                  <a:lnTo>
                    <a:pt x="1958774" y="3269442"/>
                  </a:lnTo>
                  <a:lnTo>
                    <a:pt x="1958991" y="3269442"/>
                  </a:lnTo>
                  <a:lnTo>
                    <a:pt x="1959424" y="3268194"/>
                  </a:lnTo>
                  <a:lnTo>
                    <a:pt x="1960400" y="3266324"/>
                  </a:lnTo>
                  <a:lnTo>
                    <a:pt x="1961376" y="3265700"/>
                  </a:lnTo>
                  <a:lnTo>
                    <a:pt x="1963328" y="3263829"/>
                  </a:lnTo>
                  <a:lnTo>
                    <a:pt x="1963762" y="3263829"/>
                  </a:lnTo>
                  <a:lnTo>
                    <a:pt x="1964847" y="3263829"/>
                  </a:lnTo>
                  <a:lnTo>
                    <a:pt x="1966148" y="3263206"/>
                  </a:lnTo>
                  <a:lnTo>
                    <a:pt x="1966473" y="3263206"/>
                  </a:lnTo>
                  <a:lnTo>
                    <a:pt x="1966907" y="3262582"/>
                  </a:lnTo>
                  <a:lnTo>
                    <a:pt x="1967449" y="3261959"/>
                  </a:lnTo>
                  <a:lnTo>
                    <a:pt x="1967992" y="3261959"/>
                  </a:lnTo>
                  <a:lnTo>
                    <a:pt x="1968968" y="3260711"/>
                  </a:lnTo>
                  <a:lnTo>
                    <a:pt x="1970161" y="3260088"/>
                  </a:lnTo>
                  <a:lnTo>
                    <a:pt x="1971570" y="3258217"/>
                  </a:lnTo>
                  <a:lnTo>
                    <a:pt x="1972330" y="3258217"/>
                  </a:lnTo>
                  <a:lnTo>
                    <a:pt x="1972330" y="3256346"/>
                  </a:lnTo>
                  <a:lnTo>
                    <a:pt x="1972872" y="3254476"/>
                  </a:lnTo>
                  <a:lnTo>
                    <a:pt x="1973631" y="3250734"/>
                  </a:lnTo>
                  <a:lnTo>
                    <a:pt x="1974282" y="3250111"/>
                  </a:lnTo>
                  <a:lnTo>
                    <a:pt x="1974282" y="3249487"/>
                  </a:lnTo>
                  <a:lnTo>
                    <a:pt x="1975149" y="3248240"/>
                  </a:lnTo>
                  <a:lnTo>
                    <a:pt x="1976342" y="3247616"/>
                  </a:lnTo>
                  <a:lnTo>
                    <a:pt x="1976667" y="3246993"/>
                  </a:lnTo>
                  <a:lnTo>
                    <a:pt x="1977427" y="3243875"/>
                  </a:lnTo>
                  <a:lnTo>
                    <a:pt x="1979812" y="3243251"/>
                  </a:lnTo>
                  <a:lnTo>
                    <a:pt x="1980355" y="3242004"/>
                  </a:lnTo>
                  <a:lnTo>
                    <a:pt x="1980463" y="3242004"/>
                  </a:lnTo>
                  <a:lnTo>
                    <a:pt x="1981114" y="3238886"/>
                  </a:lnTo>
                  <a:lnTo>
                    <a:pt x="1981331" y="3237639"/>
                  </a:lnTo>
                  <a:lnTo>
                    <a:pt x="1982415" y="3237639"/>
                  </a:lnTo>
                  <a:lnTo>
                    <a:pt x="1984909" y="3235145"/>
                  </a:lnTo>
                  <a:lnTo>
                    <a:pt x="1985777" y="3235145"/>
                  </a:lnTo>
                  <a:lnTo>
                    <a:pt x="1986211" y="3235145"/>
                  </a:lnTo>
                  <a:lnTo>
                    <a:pt x="1986428" y="3235145"/>
                  </a:lnTo>
                  <a:lnTo>
                    <a:pt x="1986536" y="3235145"/>
                  </a:lnTo>
                  <a:lnTo>
                    <a:pt x="1986645" y="3235145"/>
                  </a:lnTo>
                  <a:lnTo>
                    <a:pt x="1987295" y="3235145"/>
                  </a:lnTo>
                  <a:lnTo>
                    <a:pt x="1989464" y="3228285"/>
                  </a:lnTo>
                  <a:lnTo>
                    <a:pt x="1989681" y="3228285"/>
                  </a:lnTo>
                  <a:lnTo>
                    <a:pt x="1990440" y="3228285"/>
                  </a:lnTo>
                  <a:lnTo>
                    <a:pt x="1991850" y="3225167"/>
                  </a:lnTo>
                  <a:lnTo>
                    <a:pt x="1993477" y="3224544"/>
                  </a:lnTo>
                  <a:lnTo>
                    <a:pt x="1994453" y="3222673"/>
                  </a:lnTo>
                  <a:lnTo>
                    <a:pt x="1994778" y="3219555"/>
                  </a:lnTo>
                  <a:lnTo>
                    <a:pt x="1994887" y="3218931"/>
                  </a:lnTo>
                  <a:lnTo>
                    <a:pt x="1996079" y="3217684"/>
                  </a:lnTo>
                  <a:lnTo>
                    <a:pt x="1999333" y="3215190"/>
                  </a:lnTo>
                  <a:lnTo>
                    <a:pt x="2000200" y="3215190"/>
                  </a:lnTo>
                  <a:lnTo>
                    <a:pt x="2000309" y="3213943"/>
                  </a:lnTo>
                  <a:lnTo>
                    <a:pt x="2000634" y="3212696"/>
                  </a:lnTo>
                  <a:lnTo>
                    <a:pt x="2000851" y="3212072"/>
                  </a:lnTo>
                  <a:lnTo>
                    <a:pt x="2000960" y="3212072"/>
                  </a:lnTo>
                  <a:lnTo>
                    <a:pt x="2001502" y="3212072"/>
                  </a:lnTo>
                  <a:lnTo>
                    <a:pt x="2002044" y="3212072"/>
                  </a:lnTo>
                  <a:lnTo>
                    <a:pt x="2003779" y="3210825"/>
                  </a:lnTo>
                  <a:lnTo>
                    <a:pt x="2005840" y="3208331"/>
                  </a:lnTo>
                  <a:lnTo>
                    <a:pt x="2006382" y="3207083"/>
                  </a:lnTo>
                  <a:lnTo>
                    <a:pt x="2006707" y="3203965"/>
                  </a:lnTo>
                  <a:lnTo>
                    <a:pt x="2007683" y="3203342"/>
                  </a:lnTo>
                  <a:lnTo>
                    <a:pt x="2007900" y="3202718"/>
                  </a:lnTo>
                  <a:lnTo>
                    <a:pt x="2008442" y="3202095"/>
                  </a:lnTo>
                  <a:lnTo>
                    <a:pt x="2008876" y="3201471"/>
                  </a:lnTo>
                  <a:lnTo>
                    <a:pt x="2009418" y="3200848"/>
                  </a:lnTo>
                  <a:lnTo>
                    <a:pt x="2010178" y="3198353"/>
                  </a:lnTo>
                  <a:lnTo>
                    <a:pt x="2011371" y="3197730"/>
                  </a:lnTo>
                  <a:lnTo>
                    <a:pt x="2011696" y="3197106"/>
                  </a:lnTo>
                  <a:lnTo>
                    <a:pt x="2012563" y="3197106"/>
                  </a:lnTo>
                  <a:lnTo>
                    <a:pt x="2013756" y="3197106"/>
                  </a:lnTo>
                  <a:lnTo>
                    <a:pt x="2014516" y="3196482"/>
                  </a:lnTo>
                  <a:lnTo>
                    <a:pt x="2016251" y="3195859"/>
                  </a:lnTo>
                  <a:lnTo>
                    <a:pt x="2017010" y="3194612"/>
                  </a:lnTo>
                  <a:lnTo>
                    <a:pt x="2018637" y="3194612"/>
                  </a:lnTo>
                  <a:lnTo>
                    <a:pt x="2019179" y="3194612"/>
                  </a:lnTo>
                  <a:lnTo>
                    <a:pt x="2019504" y="3193988"/>
                  </a:lnTo>
                  <a:lnTo>
                    <a:pt x="2019829" y="3193988"/>
                  </a:lnTo>
                  <a:lnTo>
                    <a:pt x="2020046" y="3193988"/>
                  </a:lnTo>
                  <a:lnTo>
                    <a:pt x="2021348" y="3191494"/>
                  </a:lnTo>
                  <a:lnTo>
                    <a:pt x="2021781" y="3191494"/>
                  </a:lnTo>
                  <a:lnTo>
                    <a:pt x="2022757" y="3190870"/>
                  </a:lnTo>
                  <a:lnTo>
                    <a:pt x="2023842" y="3188376"/>
                  </a:lnTo>
                  <a:lnTo>
                    <a:pt x="2024059" y="3188376"/>
                  </a:lnTo>
                  <a:lnTo>
                    <a:pt x="2024818" y="3187752"/>
                  </a:lnTo>
                  <a:lnTo>
                    <a:pt x="2026228" y="3187129"/>
                  </a:lnTo>
                  <a:lnTo>
                    <a:pt x="2026336" y="3187129"/>
                  </a:lnTo>
                  <a:lnTo>
                    <a:pt x="2026987" y="3187129"/>
                  </a:lnTo>
                  <a:lnTo>
                    <a:pt x="2028071" y="3186505"/>
                  </a:lnTo>
                  <a:lnTo>
                    <a:pt x="2028180" y="3185258"/>
                  </a:lnTo>
                  <a:lnTo>
                    <a:pt x="2028831" y="3182140"/>
                  </a:lnTo>
                  <a:lnTo>
                    <a:pt x="2029264" y="3182140"/>
                  </a:lnTo>
                  <a:lnTo>
                    <a:pt x="2029915" y="3180893"/>
                  </a:lnTo>
                  <a:lnTo>
                    <a:pt x="2030132" y="3180893"/>
                  </a:lnTo>
                  <a:lnTo>
                    <a:pt x="2031325" y="3179646"/>
                  </a:lnTo>
                  <a:lnTo>
                    <a:pt x="2032518" y="3175904"/>
                  </a:lnTo>
                  <a:lnTo>
                    <a:pt x="2033385" y="3174657"/>
                  </a:lnTo>
                  <a:lnTo>
                    <a:pt x="2034144" y="3174657"/>
                  </a:lnTo>
                  <a:lnTo>
                    <a:pt x="2034253" y="3174034"/>
                  </a:lnTo>
                  <a:lnTo>
                    <a:pt x="2035988" y="3167798"/>
                  </a:lnTo>
                  <a:lnTo>
                    <a:pt x="2036639" y="3164680"/>
                  </a:lnTo>
                  <a:lnTo>
                    <a:pt x="2037181" y="3163433"/>
                  </a:lnTo>
                  <a:lnTo>
                    <a:pt x="2038808" y="3162809"/>
                  </a:lnTo>
                  <a:lnTo>
                    <a:pt x="2039458" y="3161562"/>
                  </a:lnTo>
                  <a:lnTo>
                    <a:pt x="2040001" y="3160938"/>
                  </a:lnTo>
                  <a:lnTo>
                    <a:pt x="2040868" y="3159691"/>
                  </a:lnTo>
                  <a:lnTo>
                    <a:pt x="2041953" y="3158444"/>
                  </a:lnTo>
                  <a:lnTo>
                    <a:pt x="2042061" y="3158444"/>
                  </a:lnTo>
                  <a:lnTo>
                    <a:pt x="2042386" y="3157820"/>
                  </a:lnTo>
                  <a:lnTo>
                    <a:pt x="2043362" y="3156573"/>
                  </a:lnTo>
                  <a:lnTo>
                    <a:pt x="2044230" y="3154079"/>
                  </a:lnTo>
                  <a:lnTo>
                    <a:pt x="2045531" y="3153455"/>
                  </a:lnTo>
                  <a:lnTo>
                    <a:pt x="2047158" y="3152208"/>
                  </a:lnTo>
                  <a:lnTo>
                    <a:pt x="2047917" y="3151585"/>
                  </a:lnTo>
                  <a:lnTo>
                    <a:pt x="2048459" y="3151585"/>
                  </a:lnTo>
                  <a:lnTo>
                    <a:pt x="2051496" y="3149714"/>
                  </a:lnTo>
                  <a:lnTo>
                    <a:pt x="2051930" y="3149090"/>
                  </a:lnTo>
                  <a:lnTo>
                    <a:pt x="2052580" y="3148467"/>
                  </a:lnTo>
                  <a:lnTo>
                    <a:pt x="2055292" y="3146596"/>
                  </a:lnTo>
                  <a:lnTo>
                    <a:pt x="2055509" y="3145349"/>
                  </a:lnTo>
                  <a:lnTo>
                    <a:pt x="2056593" y="3143478"/>
                  </a:lnTo>
                  <a:lnTo>
                    <a:pt x="2057135" y="3142231"/>
                  </a:lnTo>
                  <a:lnTo>
                    <a:pt x="2057678" y="3140984"/>
                  </a:lnTo>
                  <a:lnTo>
                    <a:pt x="2058220" y="3139736"/>
                  </a:lnTo>
                  <a:lnTo>
                    <a:pt x="2058545" y="3139113"/>
                  </a:lnTo>
                  <a:lnTo>
                    <a:pt x="2060172" y="3139113"/>
                  </a:lnTo>
                  <a:lnTo>
                    <a:pt x="2060714" y="3137242"/>
                  </a:lnTo>
                  <a:lnTo>
                    <a:pt x="2060822" y="3137242"/>
                  </a:lnTo>
                  <a:lnTo>
                    <a:pt x="2060931" y="3137242"/>
                  </a:lnTo>
                  <a:lnTo>
                    <a:pt x="2063534" y="3135371"/>
                  </a:lnTo>
                  <a:lnTo>
                    <a:pt x="2063642" y="3135371"/>
                  </a:lnTo>
                  <a:lnTo>
                    <a:pt x="2064618" y="3134124"/>
                  </a:lnTo>
                  <a:lnTo>
                    <a:pt x="2064727" y="3134124"/>
                  </a:lnTo>
                  <a:lnTo>
                    <a:pt x="2065486" y="3132877"/>
                  </a:lnTo>
                  <a:lnTo>
                    <a:pt x="2065919" y="3132253"/>
                  </a:lnTo>
                  <a:lnTo>
                    <a:pt x="2066245" y="3132253"/>
                  </a:lnTo>
                  <a:lnTo>
                    <a:pt x="2066787" y="3131630"/>
                  </a:lnTo>
                  <a:lnTo>
                    <a:pt x="2067546" y="3130383"/>
                  </a:lnTo>
                  <a:lnTo>
                    <a:pt x="2067980" y="3129759"/>
                  </a:lnTo>
                  <a:lnTo>
                    <a:pt x="2068739" y="3129136"/>
                  </a:lnTo>
                  <a:lnTo>
                    <a:pt x="2070149" y="3127888"/>
                  </a:lnTo>
                  <a:lnTo>
                    <a:pt x="2070583" y="3126018"/>
                  </a:lnTo>
                  <a:lnTo>
                    <a:pt x="2072101" y="3126018"/>
                  </a:lnTo>
                  <a:lnTo>
                    <a:pt x="2073619" y="3124771"/>
                  </a:lnTo>
                  <a:lnTo>
                    <a:pt x="2074270" y="3123523"/>
                  </a:lnTo>
                  <a:lnTo>
                    <a:pt x="2074921" y="3122276"/>
                  </a:lnTo>
                  <a:lnTo>
                    <a:pt x="2075138" y="3122276"/>
                  </a:lnTo>
                  <a:lnTo>
                    <a:pt x="2076222" y="3121653"/>
                  </a:lnTo>
                  <a:lnTo>
                    <a:pt x="2077198" y="3121029"/>
                  </a:lnTo>
                  <a:lnTo>
                    <a:pt x="2078391" y="3119158"/>
                  </a:lnTo>
                  <a:lnTo>
                    <a:pt x="2079692" y="3116664"/>
                  </a:lnTo>
                  <a:lnTo>
                    <a:pt x="2080560" y="3116040"/>
                  </a:lnTo>
                  <a:lnTo>
                    <a:pt x="2080668" y="3116040"/>
                  </a:lnTo>
                  <a:lnTo>
                    <a:pt x="2080777" y="3115417"/>
                  </a:lnTo>
                  <a:lnTo>
                    <a:pt x="2080994" y="3114793"/>
                  </a:lnTo>
                  <a:lnTo>
                    <a:pt x="2080994" y="3114170"/>
                  </a:lnTo>
                  <a:lnTo>
                    <a:pt x="2082187" y="3113546"/>
                  </a:lnTo>
                  <a:lnTo>
                    <a:pt x="2082946" y="3111675"/>
                  </a:lnTo>
                  <a:lnTo>
                    <a:pt x="2084789" y="3109805"/>
                  </a:lnTo>
                  <a:lnTo>
                    <a:pt x="2085332" y="3107934"/>
                  </a:lnTo>
                  <a:lnTo>
                    <a:pt x="2087175" y="3104192"/>
                  </a:lnTo>
                  <a:lnTo>
                    <a:pt x="2087826" y="3101698"/>
                  </a:lnTo>
                  <a:lnTo>
                    <a:pt x="2088585" y="3100451"/>
                  </a:lnTo>
                  <a:lnTo>
                    <a:pt x="2090103" y="3099204"/>
                  </a:lnTo>
                  <a:lnTo>
                    <a:pt x="2091188" y="3098580"/>
                  </a:lnTo>
                  <a:lnTo>
                    <a:pt x="2091947" y="3097333"/>
                  </a:lnTo>
                  <a:lnTo>
                    <a:pt x="2092598" y="3096709"/>
                  </a:lnTo>
                  <a:lnTo>
                    <a:pt x="2092814" y="3095462"/>
                  </a:lnTo>
                  <a:lnTo>
                    <a:pt x="2093682" y="3094215"/>
                  </a:lnTo>
                  <a:lnTo>
                    <a:pt x="2094441" y="3090473"/>
                  </a:lnTo>
                  <a:lnTo>
                    <a:pt x="2094550" y="3090473"/>
                  </a:lnTo>
                  <a:lnTo>
                    <a:pt x="2095526" y="3088603"/>
                  </a:lnTo>
                  <a:lnTo>
                    <a:pt x="2096610" y="3087979"/>
                  </a:lnTo>
                  <a:lnTo>
                    <a:pt x="2098996" y="3083614"/>
                  </a:lnTo>
                  <a:lnTo>
                    <a:pt x="2099321" y="3083614"/>
                  </a:lnTo>
                  <a:lnTo>
                    <a:pt x="2101382" y="3082990"/>
                  </a:lnTo>
                  <a:lnTo>
                    <a:pt x="2101599" y="3082990"/>
                  </a:lnTo>
                  <a:lnTo>
                    <a:pt x="2102575" y="3080496"/>
                  </a:lnTo>
                  <a:lnTo>
                    <a:pt x="2102683" y="3080496"/>
                  </a:lnTo>
                  <a:lnTo>
                    <a:pt x="2103984" y="3079873"/>
                  </a:lnTo>
                  <a:lnTo>
                    <a:pt x="2104744" y="3079873"/>
                  </a:lnTo>
                  <a:lnTo>
                    <a:pt x="2105069" y="3078625"/>
                  </a:lnTo>
                  <a:lnTo>
                    <a:pt x="2105177" y="3078625"/>
                  </a:lnTo>
                  <a:lnTo>
                    <a:pt x="2106262" y="3077378"/>
                  </a:lnTo>
                  <a:lnTo>
                    <a:pt x="2108865" y="3073637"/>
                  </a:lnTo>
                  <a:lnTo>
                    <a:pt x="2109190" y="3073013"/>
                  </a:lnTo>
                  <a:lnTo>
                    <a:pt x="2110600" y="3073013"/>
                  </a:lnTo>
                  <a:lnTo>
                    <a:pt x="2111467" y="3072390"/>
                  </a:lnTo>
                  <a:lnTo>
                    <a:pt x="2113636" y="3071766"/>
                  </a:lnTo>
                  <a:lnTo>
                    <a:pt x="2115046" y="3071766"/>
                  </a:lnTo>
                  <a:lnTo>
                    <a:pt x="2115371" y="3071142"/>
                  </a:lnTo>
                  <a:lnTo>
                    <a:pt x="2116022" y="3070519"/>
                  </a:lnTo>
                  <a:lnTo>
                    <a:pt x="2116564" y="3068648"/>
                  </a:lnTo>
                  <a:lnTo>
                    <a:pt x="2116673" y="3068648"/>
                  </a:lnTo>
                  <a:lnTo>
                    <a:pt x="2116890" y="3068025"/>
                  </a:lnTo>
                  <a:lnTo>
                    <a:pt x="2117540" y="3067401"/>
                  </a:lnTo>
                  <a:lnTo>
                    <a:pt x="2117757" y="3066777"/>
                  </a:lnTo>
                  <a:lnTo>
                    <a:pt x="2118950" y="3064907"/>
                  </a:lnTo>
                  <a:lnTo>
                    <a:pt x="2120252" y="3063036"/>
                  </a:lnTo>
                  <a:lnTo>
                    <a:pt x="2120794" y="3061789"/>
                  </a:lnTo>
                  <a:lnTo>
                    <a:pt x="2121770" y="3060542"/>
                  </a:lnTo>
                  <a:lnTo>
                    <a:pt x="2122529" y="3059918"/>
                  </a:lnTo>
                  <a:lnTo>
                    <a:pt x="2126325" y="3053682"/>
                  </a:lnTo>
                  <a:lnTo>
                    <a:pt x="2126975" y="3053682"/>
                  </a:lnTo>
                  <a:lnTo>
                    <a:pt x="2127843" y="3052435"/>
                  </a:lnTo>
                  <a:lnTo>
                    <a:pt x="2127951" y="3052435"/>
                  </a:lnTo>
                  <a:lnTo>
                    <a:pt x="2128168" y="3052435"/>
                  </a:lnTo>
                  <a:lnTo>
                    <a:pt x="2128819" y="3050564"/>
                  </a:lnTo>
                  <a:lnTo>
                    <a:pt x="2130771" y="3045576"/>
                  </a:lnTo>
                  <a:lnTo>
                    <a:pt x="2131855" y="3044952"/>
                  </a:lnTo>
                  <a:lnTo>
                    <a:pt x="2132615" y="3044328"/>
                  </a:lnTo>
                  <a:lnTo>
                    <a:pt x="2133591" y="3043705"/>
                  </a:lnTo>
                  <a:lnTo>
                    <a:pt x="2135868" y="3042458"/>
                  </a:lnTo>
                  <a:lnTo>
                    <a:pt x="2138145" y="3042458"/>
                  </a:lnTo>
                  <a:lnTo>
                    <a:pt x="2139013" y="3042458"/>
                  </a:lnTo>
                  <a:lnTo>
                    <a:pt x="2139230" y="3041834"/>
                  </a:lnTo>
                  <a:lnTo>
                    <a:pt x="2140423" y="3040587"/>
                  </a:lnTo>
                  <a:lnTo>
                    <a:pt x="2142266" y="3036845"/>
                  </a:lnTo>
                  <a:lnTo>
                    <a:pt x="2142483" y="3035598"/>
                  </a:lnTo>
                  <a:lnTo>
                    <a:pt x="2143242" y="3033727"/>
                  </a:lnTo>
                  <a:lnTo>
                    <a:pt x="2144761" y="3031233"/>
                  </a:lnTo>
                  <a:lnTo>
                    <a:pt x="2144869" y="3031233"/>
                  </a:lnTo>
                  <a:lnTo>
                    <a:pt x="2146930" y="3031233"/>
                  </a:lnTo>
                  <a:lnTo>
                    <a:pt x="2147906" y="3031233"/>
                  </a:lnTo>
                  <a:lnTo>
                    <a:pt x="2149099" y="3029362"/>
                  </a:lnTo>
                  <a:lnTo>
                    <a:pt x="2149424" y="3029362"/>
                  </a:lnTo>
                  <a:lnTo>
                    <a:pt x="2152027" y="3025621"/>
                  </a:lnTo>
                  <a:lnTo>
                    <a:pt x="2152460" y="3025621"/>
                  </a:lnTo>
                  <a:lnTo>
                    <a:pt x="2153979" y="3023750"/>
                  </a:lnTo>
                  <a:lnTo>
                    <a:pt x="2154412" y="3020632"/>
                  </a:lnTo>
                  <a:lnTo>
                    <a:pt x="2154521" y="3020632"/>
                  </a:lnTo>
                  <a:lnTo>
                    <a:pt x="2156581" y="3018138"/>
                  </a:lnTo>
                  <a:lnTo>
                    <a:pt x="2157557" y="3017514"/>
                  </a:lnTo>
                  <a:lnTo>
                    <a:pt x="2158317" y="3016267"/>
                  </a:lnTo>
                  <a:lnTo>
                    <a:pt x="2159293" y="3015020"/>
                  </a:lnTo>
                  <a:lnTo>
                    <a:pt x="2159943" y="3013773"/>
                  </a:lnTo>
                  <a:lnTo>
                    <a:pt x="2161353" y="3012526"/>
                  </a:lnTo>
                  <a:lnTo>
                    <a:pt x="2162112" y="3011902"/>
                  </a:lnTo>
                  <a:lnTo>
                    <a:pt x="2162763" y="3010655"/>
                  </a:lnTo>
                  <a:lnTo>
                    <a:pt x="2163630" y="3010031"/>
                  </a:lnTo>
                  <a:lnTo>
                    <a:pt x="2164498" y="3007537"/>
                  </a:lnTo>
                  <a:lnTo>
                    <a:pt x="2165474" y="3005666"/>
                  </a:lnTo>
                  <a:lnTo>
                    <a:pt x="2166450" y="3003796"/>
                  </a:lnTo>
                  <a:lnTo>
                    <a:pt x="2166884" y="3003796"/>
                  </a:lnTo>
                  <a:lnTo>
                    <a:pt x="2167643" y="3000678"/>
                  </a:lnTo>
                  <a:lnTo>
                    <a:pt x="2167643" y="3000054"/>
                  </a:lnTo>
                  <a:lnTo>
                    <a:pt x="2167860" y="3000054"/>
                  </a:lnTo>
                  <a:lnTo>
                    <a:pt x="2168402" y="2999430"/>
                  </a:lnTo>
                  <a:lnTo>
                    <a:pt x="2168619" y="2999430"/>
                  </a:lnTo>
                  <a:lnTo>
                    <a:pt x="2169161" y="2996936"/>
                  </a:lnTo>
                  <a:lnTo>
                    <a:pt x="2169704" y="2995689"/>
                  </a:lnTo>
                  <a:lnTo>
                    <a:pt x="2170680" y="2993818"/>
                  </a:lnTo>
                  <a:lnTo>
                    <a:pt x="2171656" y="2992571"/>
                  </a:lnTo>
                  <a:lnTo>
                    <a:pt x="2171764" y="2992571"/>
                  </a:lnTo>
                  <a:lnTo>
                    <a:pt x="2172306" y="2991947"/>
                  </a:lnTo>
                  <a:lnTo>
                    <a:pt x="2172848" y="2990700"/>
                  </a:lnTo>
                  <a:lnTo>
                    <a:pt x="2173499" y="2990077"/>
                  </a:lnTo>
                  <a:lnTo>
                    <a:pt x="2173608" y="2990077"/>
                  </a:lnTo>
                  <a:lnTo>
                    <a:pt x="2175668" y="2986335"/>
                  </a:lnTo>
                  <a:lnTo>
                    <a:pt x="2176210" y="2985712"/>
                  </a:lnTo>
                  <a:lnTo>
                    <a:pt x="2177186" y="2985088"/>
                  </a:lnTo>
                  <a:lnTo>
                    <a:pt x="2178162" y="2984464"/>
                  </a:lnTo>
                  <a:lnTo>
                    <a:pt x="2179030" y="2983217"/>
                  </a:lnTo>
                  <a:lnTo>
                    <a:pt x="2179898" y="2982594"/>
                  </a:lnTo>
                  <a:lnTo>
                    <a:pt x="2180765" y="2981347"/>
                  </a:lnTo>
                  <a:lnTo>
                    <a:pt x="2182717" y="2980099"/>
                  </a:lnTo>
                  <a:lnTo>
                    <a:pt x="2182717" y="2979476"/>
                  </a:lnTo>
                  <a:lnTo>
                    <a:pt x="2183151" y="2978852"/>
                  </a:lnTo>
                  <a:lnTo>
                    <a:pt x="2184344" y="2976981"/>
                  </a:lnTo>
                  <a:lnTo>
                    <a:pt x="2185103" y="2976358"/>
                  </a:lnTo>
                  <a:lnTo>
                    <a:pt x="2185645" y="2976358"/>
                  </a:lnTo>
                  <a:lnTo>
                    <a:pt x="2186404" y="2976358"/>
                  </a:lnTo>
                  <a:lnTo>
                    <a:pt x="2187164" y="2975111"/>
                  </a:lnTo>
                  <a:lnTo>
                    <a:pt x="2187380" y="2975111"/>
                  </a:lnTo>
                  <a:lnTo>
                    <a:pt x="2187489" y="2975111"/>
                  </a:lnTo>
                  <a:lnTo>
                    <a:pt x="2188899" y="2972616"/>
                  </a:lnTo>
                  <a:lnTo>
                    <a:pt x="2189549" y="2970122"/>
                  </a:lnTo>
                  <a:lnTo>
                    <a:pt x="2190092" y="2969499"/>
                  </a:lnTo>
                  <a:lnTo>
                    <a:pt x="2191285" y="2967628"/>
                  </a:lnTo>
                  <a:lnTo>
                    <a:pt x="2191393" y="2967628"/>
                  </a:lnTo>
                  <a:lnTo>
                    <a:pt x="2192803" y="2967628"/>
                  </a:lnTo>
                  <a:lnTo>
                    <a:pt x="2193562" y="2966381"/>
                  </a:lnTo>
                  <a:lnTo>
                    <a:pt x="2194538" y="2962639"/>
                  </a:lnTo>
                  <a:lnTo>
                    <a:pt x="2194755" y="2962016"/>
                  </a:lnTo>
                  <a:lnTo>
                    <a:pt x="2198767" y="2957650"/>
                  </a:lnTo>
                  <a:lnTo>
                    <a:pt x="2198767" y="2957027"/>
                  </a:lnTo>
                  <a:lnTo>
                    <a:pt x="2199743" y="2955780"/>
                  </a:lnTo>
                  <a:lnTo>
                    <a:pt x="2200069" y="2955156"/>
                  </a:lnTo>
                  <a:lnTo>
                    <a:pt x="2200286" y="2955156"/>
                  </a:lnTo>
                  <a:lnTo>
                    <a:pt x="2200828" y="2954533"/>
                  </a:lnTo>
                  <a:lnTo>
                    <a:pt x="2201153" y="2953285"/>
                  </a:lnTo>
                  <a:lnTo>
                    <a:pt x="2202563" y="2952662"/>
                  </a:lnTo>
                  <a:lnTo>
                    <a:pt x="2204624" y="2948920"/>
                  </a:lnTo>
                  <a:lnTo>
                    <a:pt x="2205274" y="2947673"/>
                  </a:lnTo>
                  <a:lnTo>
                    <a:pt x="2207118" y="2944555"/>
                  </a:lnTo>
                  <a:lnTo>
                    <a:pt x="2207443" y="2944555"/>
                  </a:lnTo>
                  <a:lnTo>
                    <a:pt x="2208311" y="2943932"/>
                  </a:lnTo>
                  <a:lnTo>
                    <a:pt x="2209178" y="2943308"/>
                  </a:lnTo>
                  <a:lnTo>
                    <a:pt x="2210263" y="2943308"/>
                  </a:lnTo>
                  <a:lnTo>
                    <a:pt x="2210480" y="2942684"/>
                  </a:lnTo>
                  <a:lnTo>
                    <a:pt x="2210480" y="2942061"/>
                  </a:lnTo>
                  <a:lnTo>
                    <a:pt x="2211347" y="2939567"/>
                  </a:lnTo>
                  <a:lnTo>
                    <a:pt x="2211889" y="2937696"/>
                  </a:lnTo>
                  <a:lnTo>
                    <a:pt x="2212323" y="2937696"/>
                  </a:lnTo>
                  <a:lnTo>
                    <a:pt x="2213191" y="2936449"/>
                  </a:lnTo>
                  <a:lnTo>
                    <a:pt x="2213625" y="2936449"/>
                  </a:lnTo>
                  <a:lnTo>
                    <a:pt x="2215143" y="2935825"/>
                  </a:lnTo>
                  <a:lnTo>
                    <a:pt x="2216878" y="2934578"/>
                  </a:lnTo>
                  <a:lnTo>
                    <a:pt x="2220240" y="2926471"/>
                  </a:lnTo>
                  <a:lnTo>
                    <a:pt x="2221541" y="2924601"/>
                  </a:lnTo>
                  <a:lnTo>
                    <a:pt x="2223710" y="2923353"/>
                  </a:lnTo>
                  <a:lnTo>
                    <a:pt x="2224686" y="2923353"/>
                  </a:lnTo>
                  <a:lnTo>
                    <a:pt x="2225771" y="2923353"/>
                  </a:lnTo>
                  <a:lnTo>
                    <a:pt x="2226530" y="2921483"/>
                  </a:lnTo>
                  <a:lnTo>
                    <a:pt x="2226964" y="2919612"/>
                  </a:lnTo>
                  <a:lnTo>
                    <a:pt x="2227072" y="2919612"/>
                  </a:lnTo>
                  <a:lnTo>
                    <a:pt x="2227181" y="2919612"/>
                  </a:lnTo>
                  <a:lnTo>
                    <a:pt x="2228157" y="2919612"/>
                  </a:lnTo>
                  <a:lnTo>
                    <a:pt x="2228807" y="2918988"/>
                  </a:lnTo>
                  <a:lnTo>
                    <a:pt x="2229892" y="2917741"/>
                  </a:lnTo>
                  <a:lnTo>
                    <a:pt x="2231085" y="2916494"/>
                  </a:lnTo>
                  <a:lnTo>
                    <a:pt x="2232603" y="2913376"/>
                  </a:lnTo>
                  <a:lnTo>
                    <a:pt x="2233904" y="2912753"/>
                  </a:lnTo>
                  <a:lnTo>
                    <a:pt x="2234230" y="2912129"/>
                  </a:lnTo>
                  <a:lnTo>
                    <a:pt x="2235856" y="2908387"/>
                  </a:lnTo>
                  <a:lnTo>
                    <a:pt x="2236615" y="2908387"/>
                  </a:lnTo>
                  <a:lnTo>
                    <a:pt x="2237266" y="2908387"/>
                  </a:lnTo>
                  <a:lnTo>
                    <a:pt x="2237375" y="2908387"/>
                  </a:lnTo>
                  <a:lnTo>
                    <a:pt x="2237483" y="2908387"/>
                  </a:lnTo>
                  <a:lnTo>
                    <a:pt x="2238351" y="2907140"/>
                  </a:lnTo>
                  <a:lnTo>
                    <a:pt x="2238459" y="2907140"/>
                  </a:lnTo>
                  <a:lnTo>
                    <a:pt x="2239544" y="2906517"/>
                  </a:lnTo>
                  <a:lnTo>
                    <a:pt x="2240086" y="2905893"/>
                  </a:lnTo>
                  <a:lnTo>
                    <a:pt x="2240520" y="2904646"/>
                  </a:lnTo>
                  <a:lnTo>
                    <a:pt x="2242472" y="2904022"/>
                  </a:lnTo>
                  <a:lnTo>
                    <a:pt x="2243122" y="2901528"/>
                  </a:lnTo>
                  <a:lnTo>
                    <a:pt x="2244315" y="2900281"/>
                  </a:lnTo>
                  <a:lnTo>
                    <a:pt x="2244749" y="2899034"/>
                  </a:lnTo>
                  <a:lnTo>
                    <a:pt x="2246050" y="2897163"/>
                  </a:lnTo>
                  <a:lnTo>
                    <a:pt x="2247243" y="2895292"/>
                  </a:lnTo>
                  <a:lnTo>
                    <a:pt x="2248219" y="2894045"/>
                  </a:lnTo>
                  <a:lnTo>
                    <a:pt x="2248978" y="2893421"/>
                  </a:lnTo>
                  <a:lnTo>
                    <a:pt x="2249087" y="2893421"/>
                  </a:lnTo>
                  <a:lnTo>
                    <a:pt x="2249304" y="2893421"/>
                  </a:lnTo>
                  <a:lnTo>
                    <a:pt x="2251690" y="2888433"/>
                  </a:lnTo>
                  <a:lnTo>
                    <a:pt x="2252666" y="2886562"/>
                  </a:lnTo>
                  <a:lnTo>
                    <a:pt x="2253533" y="2886562"/>
                  </a:lnTo>
                  <a:lnTo>
                    <a:pt x="2254943" y="2885938"/>
                  </a:lnTo>
                  <a:lnTo>
                    <a:pt x="2255160" y="2885938"/>
                  </a:lnTo>
                  <a:lnTo>
                    <a:pt x="2256028" y="2883444"/>
                  </a:lnTo>
                  <a:lnTo>
                    <a:pt x="2257004" y="2882197"/>
                  </a:lnTo>
                  <a:lnTo>
                    <a:pt x="2257871" y="2880950"/>
                  </a:lnTo>
                  <a:lnTo>
                    <a:pt x="2257871" y="2880326"/>
                  </a:lnTo>
                  <a:lnTo>
                    <a:pt x="2258413" y="2879703"/>
                  </a:lnTo>
                  <a:lnTo>
                    <a:pt x="2259823" y="2879703"/>
                  </a:lnTo>
                  <a:lnTo>
                    <a:pt x="2261125" y="2879079"/>
                  </a:lnTo>
                  <a:lnTo>
                    <a:pt x="2261992" y="2878455"/>
                  </a:lnTo>
                  <a:lnTo>
                    <a:pt x="2262317" y="2877832"/>
                  </a:lnTo>
                  <a:lnTo>
                    <a:pt x="2263293" y="2876585"/>
                  </a:lnTo>
                  <a:lnTo>
                    <a:pt x="2263944" y="2874090"/>
                  </a:lnTo>
                  <a:lnTo>
                    <a:pt x="2264595" y="2874090"/>
                  </a:lnTo>
                  <a:lnTo>
                    <a:pt x="2265137" y="2871596"/>
                  </a:lnTo>
                  <a:lnTo>
                    <a:pt x="2268065" y="2867231"/>
                  </a:lnTo>
                  <a:lnTo>
                    <a:pt x="2269692" y="2864737"/>
                  </a:lnTo>
                  <a:lnTo>
                    <a:pt x="2270234" y="2864737"/>
                  </a:lnTo>
                  <a:lnTo>
                    <a:pt x="2270559" y="2864737"/>
                  </a:lnTo>
                  <a:lnTo>
                    <a:pt x="2273271" y="2863490"/>
                  </a:lnTo>
                  <a:lnTo>
                    <a:pt x="2273379" y="2863490"/>
                  </a:lnTo>
                  <a:lnTo>
                    <a:pt x="2274138" y="2862866"/>
                  </a:lnTo>
                  <a:lnTo>
                    <a:pt x="2275223" y="2862242"/>
                  </a:lnTo>
                  <a:lnTo>
                    <a:pt x="2275331" y="2862242"/>
                  </a:lnTo>
                  <a:lnTo>
                    <a:pt x="2275440" y="2861619"/>
                  </a:lnTo>
                  <a:lnTo>
                    <a:pt x="2276524" y="2859748"/>
                  </a:lnTo>
                  <a:lnTo>
                    <a:pt x="2276524" y="2859124"/>
                  </a:lnTo>
                  <a:lnTo>
                    <a:pt x="2278042" y="2857254"/>
                  </a:lnTo>
                  <a:lnTo>
                    <a:pt x="2278259" y="2857254"/>
                  </a:lnTo>
                  <a:lnTo>
                    <a:pt x="2280970" y="2855383"/>
                  </a:lnTo>
                  <a:lnTo>
                    <a:pt x="2281946" y="2853512"/>
                  </a:lnTo>
                  <a:lnTo>
                    <a:pt x="2282597" y="2851018"/>
                  </a:lnTo>
                  <a:lnTo>
                    <a:pt x="2284007" y="2849771"/>
                  </a:lnTo>
                  <a:lnTo>
                    <a:pt x="2284332" y="2849771"/>
                  </a:lnTo>
                  <a:lnTo>
                    <a:pt x="2284874" y="2847276"/>
                  </a:lnTo>
                  <a:lnTo>
                    <a:pt x="2285634" y="2844782"/>
                  </a:lnTo>
                  <a:lnTo>
                    <a:pt x="2287477" y="2843535"/>
                  </a:lnTo>
                  <a:lnTo>
                    <a:pt x="2289538" y="2841664"/>
                  </a:lnTo>
                  <a:lnTo>
                    <a:pt x="2290405" y="2841664"/>
                  </a:lnTo>
                  <a:lnTo>
                    <a:pt x="2291273" y="2841664"/>
                  </a:lnTo>
                  <a:lnTo>
                    <a:pt x="2292683" y="2840417"/>
                  </a:lnTo>
                  <a:lnTo>
                    <a:pt x="2293116" y="2840417"/>
                  </a:lnTo>
                  <a:lnTo>
                    <a:pt x="2293442" y="2839793"/>
                  </a:lnTo>
                  <a:lnTo>
                    <a:pt x="2294201" y="2839170"/>
                  </a:lnTo>
                  <a:lnTo>
                    <a:pt x="2294960" y="2837923"/>
                  </a:lnTo>
                  <a:lnTo>
                    <a:pt x="2297671" y="2836675"/>
                  </a:lnTo>
                  <a:lnTo>
                    <a:pt x="2298864" y="2834805"/>
                  </a:lnTo>
                  <a:lnTo>
                    <a:pt x="2298973" y="2834181"/>
                  </a:lnTo>
                  <a:lnTo>
                    <a:pt x="2300274" y="2832310"/>
                  </a:lnTo>
                  <a:lnTo>
                    <a:pt x="2300816" y="2830440"/>
                  </a:lnTo>
                  <a:lnTo>
                    <a:pt x="2301142" y="2829816"/>
                  </a:lnTo>
                  <a:lnTo>
                    <a:pt x="2302443" y="2827322"/>
                  </a:lnTo>
                  <a:lnTo>
                    <a:pt x="2302985" y="2827322"/>
                  </a:lnTo>
                  <a:lnTo>
                    <a:pt x="2303744" y="2826075"/>
                  </a:lnTo>
                  <a:lnTo>
                    <a:pt x="2304287" y="2824204"/>
                  </a:lnTo>
                  <a:lnTo>
                    <a:pt x="2306347" y="2822333"/>
                  </a:lnTo>
                  <a:lnTo>
                    <a:pt x="2306781" y="2822333"/>
                  </a:lnTo>
                  <a:lnTo>
                    <a:pt x="2307974" y="2822333"/>
                  </a:lnTo>
                  <a:lnTo>
                    <a:pt x="2309709" y="2819215"/>
                  </a:lnTo>
                  <a:lnTo>
                    <a:pt x="2311010" y="2819215"/>
                  </a:lnTo>
                  <a:lnTo>
                    <a:pt x="2311444" y="2818592"/>
                  </a:lnTo>
                  <a:lnTo>
                    <a:pt x="2311878" y="2817968"/>
                  </a:lnTo>
                  <a:lnTo>
                    <a:pt x="2313396" y="2817344"/>
                  </a:lnTo>
                  <a:lnTo>
                    <a:pt x="2315240" y="2815474"/>
                  </a:lnTo>
                  <a:lnTo>
                    <a:pt x="2316324" y="2813603"/>
                  </a:lnTo>
                  <a:lnTo>
                    <a:pt x="2316541" y="2813603"/>
                  </a:lnTo>
                  <a:lnTo>
                    <a:pt x="2316650" y="2813603"/>
                  </a:lnTo>
                  <a:lnTo>
                    <a:pt x="2320011" y="2810485"/>
                  </a:lnTo>
                  <a:lnTo>
                    <a:pt x="2322289" y="2809861"/>
                  </a:lnTo>
                  <a:lnTo>
                    <a:pt x="2322831" y="2809861"/>
                  </a:lnTo>
                  <a:lnTo>
                    <a:pt x="2323048" y="2809238"/>
                  </a:lnTo>
                  <a:lnTo>
                    <a:pt x="2324458" y="2809238"/>
                  </a:lnTo>
                  <a:lnTo>
                    <a:pt x="2325325" y="2807991"/>
                  </a:lnTo>
                  <a:lnTo>
                    <a:pt x="2326952" y="2806120"/>
                  </a:lnTo>
                  <a:lnTo>
                    <a:pt x="2327277" y="2806120"/>
                  </a:lnTo>
                  <a:lnTo>
                    <a:pt x="2328253" y="2806120"/>
                  </a:lnTo>
                  <a:lnTo>
                    <a:pt x="2329338" y="2805496"/>
                  </a:lnTo>
                  <a:lnTo>
                    <a:pt x="2329880" y="2804873"/>
                  </a:lnTo>
                  <a:lnTo>
                    <a:pt x="2330531" y="2798637"/>
                  </a:lnTo>
                  <a:lnTo>
                    <a:pt x="2331398" y="2798637"/>
                  </a:lnTo>
                  <a:lnTo>
                    <a:pt x="2332808" y="2796143"/>
                  </a:lnTo>
                  <a:lnTo>
                    <a:pt x="2333567" y="2792401"/>
                  </a:lnTo>
                  <a:lnTo>
                    <a:pt x="2335302" y="2791778"/>
                  </a:lnTo>
                  <a:lnTo>
                    <a:pt x="2336170" y="2790530"/>
                  </a:lnTo>
                  <a:lnTo>
                    <a:pt x="2336387" y="2788036"/>
                  </a:lnTo>
                  <a:lnTo>
                    <a:pt x="2337255" y="2787412"/>
                  </a:lnTo>
                  <a:lnTo>
                    <a:pt x="2338773" y="2785542"/>
                  </a:lnTo>
                  <a:lnTo>
                    <a:pt x="2340725" y="2784295"/>
                  </a:lnTo>
                  <a:lnTo>
                    <a:pt x="2342135" y="2779929"/>
                  </a:lnTo>
                  <a:lnTo>
                    <a:pt x="2343111" y="2779929"/>
                  </a:lnTo>
                  <a:lnTo>
                    <a:pt x="2343219" y="2777435"/>
                  </a:lnTo>
                  <a:lnTo>
                    <a:pt x="2344629" y="2776188"/>
                  </a:lnTo>
                  <a:lnTo>
                    <a:pt x="2345171" y="2775564"/>
                  </a:lnTo>
                  <a:lnTo>
                    <a:pt x="2345930" y="2773694"/>
                  </a:lnTo>
                  <a:lnTo>
                    <a:pt x="2346906" y="2772446"/>
                  </a:lnTo>
                  <a:lnTo>
                    <a:pt x="2347991" y="2769952"/>
                  </a:lnTo>
                  <a:lnTo>
                    <a:pt x="2350051" y="2768705"/>
                  </a:lnTo>
                  <a:lnTo>
                    <a:pt x="2350485" y="2766834"/>
                  </a:lnTo>
                  <a:lnTo>
                    <a:pt x="2351244" y="2766211"/>
                  </a:lnTo>
                  <a:lnTo>
                    <a:pt x="2352979" y="2763093"/>
                  </a:lnTo>
                  <a:lnTo>
                    <a:pt x="2354172" y="2761846"/>
                  </a:lnTo>
                  <a:lnTo>
                    <a:pt x="2355040" y="2759975"/>
                  </a:lnTo>
                  <a:lnTo>
                    <a:pt x="2355257" y="2759351"/>
                  </a:lnTo>
                  <a:lnTo>
                    <a:pt x="2356450" y="2759351"/>
                  </a:lnTo>
                  <a:lnTo>
                    <a:pt x="2356992" y="2758104"/>
                  </a:lnTo>
                  <a:lnTo>
                    <a:pt x="2358510" y="2754363"/>
                  </a:lnTo>
                  <a:lnTo>
                    <a:pt x="2359052" y="2754363"/>
                  </a:lnTo>
                  <a:lnTo>
                    <a:pt x="2361438" y="2751868"/>
                  </a:lnTo>
                  <a:lnTo>
                    <a:pt x="2362848" y="2751245"/>
                  </a:lnTo>
                  <a:lnTo>
                    <a:pt x="2363499" y="2750621"/>
                  </a:lnTo>
                  <a:lnTo>
                    <a:pt x="2365342" y="2748127"/>
                  </a:lnTo>
                  <a:lnTo>
                    <a:pt x="2365451" y="2748127"/>
                  </a:lnTo>
                  <a:lnTo>
                    <a:pt x="2365559" y="2748127"/>
                  </a:lnTo>
                  <a:lnTo>
                    <a:pt x="2366427" y="2746880"/>
                  </a:lnTo>
                  <a:lnTo>
                    <a:pt x="2367511" y="2746880"/>
                  </a:lnTo>
                  <a:lnTo>
                    <a:pt x="2368813" y="2745009"/>
                  </a:lnTo>
                  <a:lnTo>
                    <a:pt x="2369246" y="2745009"/>
                  </a:lnTo>
                  <a:lnTo>
                    <a:pt x="2369355" y="2745009"/>
                  </a:lnTo>
                  <a:lnTo>
                    <a:pt x="2370765" y="2744385"/>
                  </a:lnTo>
                  <a:lnTo>
                    <a:pt x="2372066" y="2741891"/>
                  </a:lnTo>
                  <a:lnTo>
                    <a:pt x="2372717" y="2741891"/>
                  </a:lnTo>
                  <a:lnTo>
                    <a:pt x="2373693" y="2740020"/>
                  </a:lnTo>
                  <a:lnTo>
                    <a:pt x="2375428" y="2738773"/>
                  </a:lnTo>
                  <a:lnTo>
                    <a:pt x="2376621" y="2738773"/>
                  </a:lnTo>
                  <a:lnTo>
                    <a:pt x="2377488" y="2737526"/>
                  </a:lnTo>
                  <a:lnTo>
                    <a:pt x="2377597" y="2737526"/>
                  </a:lnTo>
                  <a:lnTo>
                    <a:pt x="2378031" y="2737526"/>
                  </a:lnTo>
                  <a:lnTo>
                    <a:pt x="2378681" y="2737526"/>
                  </a:lnTo>
                  <a:lnTo>
                    <a:pt x="2379115" y="2736902"/>
                  </a:lnTo>
                  <a:lnTo>
                    <a:pt x="2380525" y="2733784"/>
                  </a:lnTo>
                  <a:lnTo>
                    <a:pt x="2381718" y="2733161"/>
                  </a:lnTo>
                  <a:lnTo>
                    <a:pt x="2382585" y="2731290"/>
                  </a:lnTo>
                  <a:lnTo>
                    <a:pt x="2383778" y="2731290"/>
                  </a:lnTo>
                  <a:lnTo>
                    <a:pt x="2386056" y="2729419"/>
                  </a:lnTo>
                  <a:lnTo>
                    <a:pt x="2386381" y="2729419"/>
                  </a:lnTo>
                  <a:lnTo>
                    <a:pt x="2387032" y="2729419"/>
                  </a:lnTo>
                  <a:lnTo>
                    <a:pt x="2389201" y="2726925"/>
                  </a:lnTo>
                  <a:lnTo>
                    <a:pt x="2390177" y="2725678"/>
                  </a:lnTo>
                  <a:lnTo>
                    <a:pt x="2391478" y="2723183"/>
                  </a:lnTo>
                  <a:lnTo>
                    <a:pt x="2392346" y="2721313"/>
                  </a:lnTo>
                  <a:lnTo>
                    <a:pt x="2392996" y="2720689"/>
                  </a:lnTo>
                  <a:lnTo>
                    <a:pt x="2393972" y="2718818"/>
                  </a:lnTo>
                  <a:lnTo>
                    <a:pt x="2395274" y="2717571"/>
                  </a:lnTo>
                  <a:lnTo>
                    <a:pt x="2395924" y="2715077"/>
                  </a:lnTo>
                  <a:lnTo>
                    <a:pt x="2396467" y="2714453"/>
                  </a:lnTo>
                  <a:lnTo>
                    <a:pt x="2399178" y="2710712"/>
                  </a:lnTo>
                  <a:lnTo>
                    <a:pt x="2400154" y="2710088"/>
                  </a:lnTo>
                  <a:lnTo>
                    <a:pt x="2402648" y="2706970"/>
                  </a:lnTo>
                  <a:lnTo>
                    <a:pt x="2403624" y="2703229"/>
                  </a:lnTo>
                  <a:lnTo>
                    <a:pt x="2404058" y="2701982"/>
                  </a:lnTo>
                  <a:lnTo>
                    <a:pt x="2404383" y="2701982"/>
                  </a:lnTo>
                  <a:lnTo>
                    <a:pt x="2405359" y="2701982"/>
                  </a:lnTo>
                  <a:lnTo>
                    <a:pt x="2406661" y="2700735"/>
                  </a:lnTo>
                  <a:lnTo>
                    <a:pt x="2407637" y="2700111"/>
                  </a:lnTo>
                  <a:lnTo>
                    <a:pt x="2407745" y="2700111"/>
                  </a:lnTo>
                  <a:lnTo>
                    <a:pt x="2408721" y="2697617"/>
                  </a:lnTo>
                  <a:lnTo>
                    <a:pt x="2408830" y="2697617"/>
                  </a:lnTo>
                  <a:lnTo>
                    <a:pt x="2409263" y="2696993"/>
                  </a:lnTo>
                  <a:lnTo>
                    <a:pt x="2410023" y="2695746"/>
                  </a:lnTo>
                  <a:lnTo>
                    <a:pt x="2410023" y="2695122"/>
                  </a:lnTo>
                  <a:lnTo>
                    <a:pt x="2411432" y="2693875"/>
                  </a:lnTo>
                  <a:lnTo>
                    <a:pt x="2412842" y="2692628"/>
                  </a:lnTo>
                  <a:lnTo>
                    <a:pt x="2414252" y="2691381"/>
                  </a:lnTo>
                  <a:lnTo>
                    <a:pt x="2414469" y="2691381"/>
                  </a:lnTo>
                  <a:lnTo>
                    <a:pt x="2416746" y="2690757"/>
                  </a:lnTo>
                  <a:lnTo>
                    <a:pt x="2418915" y="2688263"/>
                  </a:lnTo>
                  <a:lnTo>
                    <a:pt x="2419132" y="2687639"/>
                  </a:lnTo>
                  <a:lnTo>
                    <a:pt x="2419458" y="2687639"/>
                  </a:lnTo>
                  <a:lnTo>
                    <a:pt x="2424446" y="2677038"/>
                  </a:lnTo>
                  <a:lnTo>
                    <a:pt x="2424988" y="2676415"/>
                  </a:lnTo>
                  <a:lnTo>
                    <a:pt x="2426832" y="2675791"/>
                  </a:lnTo>
                  <a:lnTo>
                    <a:pt x="2427591" y="2674544"/>
                  </a:lnTo>
                  <a:lnTo>
                    <a:pt x="2427700" y="2674544"/>
                  </a:lnTo>
                  <a:lnTo>
                    <a:pt x="2429760" y="2673920"/>
                  </a:lnTo>
                  <a:lnTo>
                    <a:pt x="2430953" y="2672050"/>
                  </a:lnTo>
                  <a:lnTo>
                    <a:pt x="2430953" y="2671426"/>
                  </a:lnTo>
                  <a:lnTo>
                    <a:pt x="2432146" y="2669555"/>
                  </a:lnTo>
                  <a:lnTo>
                    <a:pt x="2433013" y="2668308"/>
                  </a:lnTo>
                  <a:lnTo>
                    <a:pt x="2433339" y="2668308"/>
                  </a:lnTo>
                  <a:lnTo>
                    <a:pt x="2434423" y="2667685"/>
                  </a:lnTo>
                  <a:lnTo>
                    <a:pt x="2435616" y="2665190"/>
                  </a:lnTo>
                  <a:lnTo>
                    <a:pt x="2436050" y="2664567"/>
                  </a:lnTo>
                  <a:lnTo>
                    <a:pt x="2437026" y="2663943"/>
                  </a:lnTo>
                  <a:lnTo>
                    <a:pt x="2438544" y="2661449"/>
                  </a:lnTo>
                  <a:lnTo>
                    <a:pt x="2439846" y="2658955"/>
                  </a:lnTo>
                  <a:lnTo>
                    <a:pt x="2440822" y="2655837"/>
                  </a:lnTo>
                  <a:lnTo>
                    <a:pt x="2441039" y="2655213"/>
                  </a:lnTo>
                  <a:lnTo>
                    <a:pt x="2441906" y="2653342"/>
                  </a:lnTo>
                  <a:lnTo>
                    <a:pt x="2442557" y="2652719"/>
                  </a:lnTo>
                  <a:lnTo>
                    <a:pt x="2443858" y="2647730"/>
                  </a:lnTo>
                  <a:lnTo>
                    <a:pt x="2446136" y="2643989"/>
                  </a:lnTo>
                  <a:lnTo>
                    <a:pt x="2447654" y="2639623"/>
                  </a:lnTo>
                  <a:lnTo>
                    <a:pt x="2448413" y="2638376"/>
                  </a:lnTo>
                  <a:lnTo>
                    <a:pt x="2449931" y="2638376"/>
                  </a:lnTo>
                  <a:lnTo>
                    <a:pt x="2450148" y="2637753"/>
                  </a:lnTo>
                  <a:lnTo>
                    <a:pt x="2451124" y="2637129"/>
                  </a:lnTo>
                  <a:lnTo>
                    <a:pt x="2453293" y="2635258"/>
                  </a:lnTo>
                  <a:lnTo>
                    <a:pt x="2454811" y="2634635"/>
                  </a:lnTo>
                  <a:lnTo>
                    <a:pt x="2454920" y="2634635"/>
                  </a:lnTo>
                  <a:lnTo>
                    <a:pt x="2455896" y="2632140"/>
                  </a:lnTo>
                  <a:lnTo>
                    <a:pt x="2456438" y="2630893"/>
                  </a:lnTo>
                  <a:lnTo>
                    <a:pt x="2456763" y="2629646"/>
                  </a:lnTo>
                  <a:lnTo>
                    <a:pt x="2457414" y="2627152"/>
                  </a:lnTo>
                  <a:lnTo>
                    <a:pt x="2458390" y="2627152"/>
                  </a:lnTo>
                  <a:lnTo>
                    <a:pt x="2460667" y="2624657"/>
                  </a:lnTo>
                  <a:lnTo>
                    <a:pt x="2461427" y="2621540"/>
                  </a:lnTo>
                  <a:lnTo>
                    <a:pt x="2462620" y="2620292"/>
                  </a:lnTo>
                  <a:lnTo>
                    <a:pt x="2463812" y="2618422"/>
                  </a:lnTo>
                  <a:lnTo>
                    <a:pt x="2464680" y="2614680"/>
                  </a:lnTo>
                  <a:lnTo>
                    <a:pt x="2465656" y="2613433"/>
                  </a:lnTo>
                  <a:lnTo>
                    <a:pt x="2466198" y="2612809"/>
                  </a:lnTo>
                  <a:lnTo>
                    <a:pt x="2467608" y="2610939"/>
                  </a:lnTo>
                  <a:lnTo>
                    <a:pt x="2467717" y="2610939"/>
                  </a:lnTo>
                  <a:lnTo>
                    <a:pt x="2469560" y="2608444"/>
                  </a:lnTo>
                  <a:lnTo>
                    <a:pt x="2470102" y="2607821"/>
                  </a:lnTo>
                  <a:lnTo>
                    <a:pt x="2471512" y="2606574"/>
                  </a:lnTo>
                  <a:lnTo>
                    <a:pt x="2473030" y="2601585"/>
                  </a:lnTo>
                  <a:lnTo>
                    <a:pt x="2473139" y="2601585"/>
                  </a:lnTo>
                  <a:lnTo>
                    <a:pt x="2474549" y="2600338"/>
                  </a:lnTo>
                  <a:lnTo>
                    <a:pt x="2475850" y="2600338"/>
                  </a:lnTo>
                  <a:lnTo>
                    <a:pt x="2476392" y="2600338"/>
                  </a:lnTo>
                  <a:lnTo>
                    <a:pt x="2479212" y="2597843"/>
                  </a:lnTo>
                  <a:lnTo>
                    <a:pt x="2480080" y="2597220"/>
                  </a:lnTo>
                  <a:lnTo>
                    <a:pt x="2480513" y="2597220"/>
                  </a:lnTo>
                  <a:lnTo>
                    <a:pt x="2481706" y="2597220"/>
                  </a:lnTo>
                  <a:lnTo>
                    <a:pt x="2483550" y="2597220"/>
                  </a:lnTo>
                  <a:lnTo>
                    <a:pt x="2484309" y="2594102"/>
                  </a:lnTo>
                  <a:lnTo>
                    <a:pt x="2484743" y="2593478"/>
                  </a:lnTo>
                  <a:lnTo>
                    <a:pt x="2485610" y="2591608"/>
                  </a:lnTo>
                  <a:lnTo>
                    <a:pt x="2486153" y="2590984"/>
                  </a:lnTo>
                  <a:lnTo>
                    <a:pt x="2487129" y="2588490"/>
                  </a:lnTo>
                  <a:lnTo>
                    <a:pt x="2488322" y="2587866"/>
                  </a:lnTo>
                  <a:lnTo>
                    <a:pt x="2489623" y="2586619"/>
                  </a:lnTo>
                  <a:lnTo>
                    <a:pt x="2490816" y="2586619"/>
                  </a:lnTo>
                  <a:lnTo>
                    <a:pt x="2492226" y="2584125"/>
                  </a:lnTo>
                  <a:lnTo>
                    <a:pt x="2493419" y="2581630"/>
                  </a:lnTo>
                  <a:lnTo>
                    <a:pt x="2495913" y="2579760"/>
                  </a:lnTo>
                  <a:lnTo>
                    <a:pt x="2496455" y="2578512"/>
                  </a:lnTo>
                  <a:lnTo>
                    <a:pt x="2497106" y="2577265"/>
                  </a:lnTo>
                  <a:lnTo>
                    <a:pt x="2497756" y="2575394"/>
                  </a:lnTo>
                  <a:lnTo>
                    <a:pt x="2498949" y="2572277"/>
                  </a:lnTo>
                  <a:lnTo>
                    <a:pt x="2499708" y="2569159"/>
                  </a:lnTo>
                  <a:lnTo>
                    <a:pt x="2501010" y="2567911"/>
                  </a:lnTo>
                  <a:lnTo>
                    <a:pt x="2501552" y="2567288"/>
                  </a:lnTo>
                  <a:lnTo>
                    <a:pt x="2501661" y="2567288"/>
                  </a:lnTo>
                  <a:lnTo>
                    <a:pt x="2504805" y="2564170"/>
                  </a:lnTo>
                  <a:lnTo>
                    <a:pt x="2505998" y="2563546"/>
                  </a:lnTo>
                  <a:lnTo>
                    <a:pt x="2506107" y="2563546"/>
                  </a:lnTo>
                  <a:lnTo>
                    <a:pt x="2509143" y="2562299"/>
                  </a:lnTo>
                  <a:lnTo>
                    <a:pt x="2509252" y="2562299"/>
                  </a:lnTo>
                  <a:lnTo>
                    <a:pt x="2511204" y="2561052"/>
                  </a:lnTo>
                  <a:lnTo>
                    <a:pt x="2513156" y="2559805"/>
                  </a:lnTo>
                  <a:lnTo>
                    <a:pt x="2514240" y="2558558"/>
                  </a:lnTo>
                  <a:lnTo>
                    <a:pt x="2514349" y="2558558"/>
                  </a:lnTo>
                  <a:lnTo>
                    <a:pt x="2516626" y="2557311"/>
                  </a:lnTo>
                  <a:lnTo>
                    <a:pt x="2516735" y="2557311"/>
                  </a:lnTo>
                  <a:lnTo>
                    <a:pt x="2517602" y="2557311"/>
                  </a:lnTo>
                  <a:lnTo>
                    <a:pt x="2519446" y="2557311"/>
                  </a:lnTo>
                  <a:lnTo>
                    <a:pt x="2520422" y="2556687"/>
                  </a:lnTo>
                  <a:lnTo>
                    <a:pt x="2521506" y="2555440"/>
                  </a:lnTo>
                  <a:lnTo>
                    <a:pt x="2522266" y="2554193"/>
                  </a:lnTo>
                  <a:lnTo>
                    <a:pt x="2523784" y="2553569"/>
                  </a:lnTo>
                  <a:lnTo>
                    <a:pt x="2525194" y="2552946"/>
                  </a:lnTo>
                  <a:lnTo>
                    <a:pt x="2526061" y="2549828"/>
                  </a:lnTo>
                  <a:lnTo>
                    <a:pt x="2526278" y="2549828"/>
                  </a:lnTo>
                  <a:lnTo>
                    <a:pt x="2526712" y="2546710"/>
                  </a:lnTo>
                  <a:lnTo>
                    <a:pt x="2527905" y="2545463"/>
                  </a:lnTo>
                  <a:lnTo>
                    <a:pt x="2529531" y="2544215"/>
                  </a:lnTo>
                  <a:lnTo>
                    <a:pt x="2530291" y="2543592"/>
                  </a:lnTo>
                  <a:lnTo>
                    <a:pt x="2531700" y="2542345"/>
                  </a:lnTo>
                  <a:lnTo>
                    <a:pt x="2532026" y="2542345"/>
                  </a:lnTo>
                  <a:lnTo>
                    <a:pt x="2533219" y="2541721"/>
                  </a:lnTo>
                  <a:lnTo>
                    <a:pt x="2535605" y="2541097"/>
                  </a:lnTo>
                  <a:lnTo>
                    <a:pt x="2536581" y="2539850"/>
                  </a:lnTo>
                  <a:lnTo>
                    <a:pt x="2537123" y="2537980"/>
                  </a:lnTo>
                  <a:lnTo>
                    <a:pt x="2539509" y="2536732"/>
                  </a:lnTo>
                  <a:lnTo>
                    <a:pt x="2541244" y="2535485"/>
                  </a:lnTo>
                  <a:lnTo>
                    <a:pt x="2541569" y="2534238"/>
                  </a:lnTo>
                  <a:lnTo>
                    <a:pt x="2541569" y="2533614"/>
                  </a:lnTo>
                  <a:lnTo>
                    <a:pt x="2542003" y="2533614"/>
                  </a:lnTo>
                  <a:lnTo>
                    <a:pt x="2544389" y="2530497"/>
                  </a:lnTo>
                  <a:lnTo>
                    <a:pt x="2547100" y="2529873"/>
                  </a:lnTo>
                  <a:lnTo>
                    <a:pt x="2549377" y="2527379"/>
                  </a:lnTo>
                  <a:lnTo>
                    <a:pt x="2551004" y="2526755"/>
                  </a:lnTo>
                  <a:lnTo>
                    <a:pt x="2551655" y="2526755"/>
                  </a:lnTo>
                  <a:lnTo>
                    <a:pt x="2552197" y="2526755"/>
                  </a:lnTo>
                  <a:lnTo>
                    <a:pt x="2552305" y="2526755"/>
                  </a:lnTo>
                  <a:lnTo>
                    <a:pt x="2554366" y="2526755"/>
                  </a:lnTo>
                  <a:lnTo>
                    <a:pt x="2557077" y="2524261"/>
                  </a:lnTo>
                  <a:lnTo>
                    <a:pt x="2557186" y="2524261"/>
                  </a:lnTo>
                  <a:lnTo>
                    <a:pt x="2557511" y="2523637"/>
                  </a:lnTo>
                  <a:lnTo>
                    <a:pt x="2557619" y="2523014"/>
                  </a:lnTo>
                  <a:lnTo>
                    <a:pt x="2559138" y="2521766"/>
                  </a:lnTo>
                  <a:lnTo>
                    <a:pt x="2559897" y="2521143"/>
                  </a:lnTo>
                  <a:lnTo>
                    <a:pt x="2560873" y="2519896"/>
                  </a:lnTo>
                  <a:lnTo>
                    <a:pt x="2564018" y="2516778"/>
                  </a:lnTo>
                  <a:lnTo>
                    <a:pt x="2566078" y="2515531"/>
                  </a:lnTo>
                  <a:lnTo>
                    <a:pt x="2566620" y="2514283"/>
                  </a:lnTo>
                  <a:lnTo>
                    <a:pt x="2567705" y="2513660"/>
                  </a:lnTo>
                  <a:lnTo>
                    <a:pt x="2569765" y="2510542"/>
                  </a:lnTo>
                  <a:lnTo>
                    <a:pt x="2571826" y="2506177"/>
                  </a:lnTo>
                  <a:lnTo>
                    <a:pt x="2572043" y="2505553"/>
                  </a:lnTo>
                  <a:lnTo>
                    <a:pt x="2572585" y="2505553"/>
                  </a:lnTo>
                  <a:lnTo>
                    <a:pt x="2573886" y="2504306"/>
                  </a:lnTo>
                  <a:lnTo>
                    <a:pt x="2577248" y="2500565"/>
                  </a:lnTo>
                  <a:lnTo>
                    <a:pt x="2577465" y="2500565"/>
                  </a:lnTo>
                  <a:lnTo>
                    <a:pt x="2578767" y="2499941"/>
                  </a:lnTo>
                  <a:lnTo>
                    <a:pt x="2579092" y="2499941"/>
                  </a:lnTo>
                  <a:lnTo>
                    <a:pt x="2579634" y="2498070"/>
                  </a:lnTo>
                  <a:lnTo>
                    <a:pt x="2580610" y="2498070"/>
                  </a:lnTo>
                  <a:lnTo>
                    <a:pt x="2580719" y="2497447"/>
                  </a:lnTo>
                  <a:lnTo>
                    <a:pt x="2582020" y="2496200"/>
                  </a:lnTo>
                  <a:lnTo>
                    <a:pt x="2582128" y="2496200"/>
                  </a:lnTo>
                  <a:lnTo>
                    <a:pt x="2584080" y="2494329"/>
                  </a:lnTo>
                  <a:lnTo>
                    <a:pt x="2585273" y="2493705"/>
                  </a:lnTo>
                  <a:lnTo>
                    <a:pt x="2585707" y="2493082"/>
                  </a:lnTo>
                  <a:lnTo>
                    <a:pt x="2587334" y="2488093"/>
                  </a:lnTo>
                  <a:lnTo>
                    <a:pt x="2587768" y="2487469"/>
                  </a:lnTo>
                  <a:lnTo>
                    <a:pt x="2590045" y="2486222"/>
                  </a:lnTo>
                  <a:lnTo>
                    <a:pt x="2591672" y="2485599"/>
                  </a:lnTo>
                  <a:lnTo>
                    <a:pt x="2593190" y="2482481"/>
                  </a:lnTo>
                  <a:lnTo>
                    <a:pt x="2594058" y="2480610"/>
                  </a:lnTo>
                  <a:lnTo>
                    <a:pt x="2599046" y="2472503"/>
                  </a:lnTo>
                  <a:lnTo>
                    <a:pt x="2600131" y="2470633"/>
                  </a:lnTo>
                  <a:lnTo>
                    <a:pt x="2601215" y="2468762"/>
                  </a:lnTo>
                  <a:lnTo>
                    <a:pt x="2602950" y="2465020"/>
                  </a:lnTo>
                  <a:lnTo>
                    <a:pt x="2603059" y="2465020"/>
                  </a:lnTo>
                  <a:lnTo>
                    <a:pt x="2603276" y="2465020"/>
                  </a:lnTo>
                  <a:lnTo>
                    <a:pt x="2604902" y="2461902"/>
                  </a:lnTo>
                  <a:lnTo>
                    <a:pt x="2604902" y="2461279"/>
                  </a:lnTo>
                  <a:lnTo>
                    <a:pt x="2606529" y="2458785"/>
                  </a:lnTo>
                  <a:lnTo>
                    <a:pt x="2606746" y="2458785"/>
                  </a:lnTo>
                  <a:lnTo>
                    <a:pt x="2608156" y="2456914"/>
                  </a:lnTo>
                  <a:lnTo>
                    <a:pt x="2609240" y="2455667"/>
                  </a:lnTo>
                  <a:lnTo>
                    <a:pt x="2611626" y="2451925"/>
                  </a:lnTo>
                  <a:lnTo>
                    <a:pt x="2612819" y="2451925"/>
                  </a:lnTo>
                  <a:lnTo>
                    <a:pt x="2614012" y="2450678"/>
                  </a:lnTo>
                  <a:lnTo>
                    <a:pt x="2614229" y="2450054"/>
                  </a:lnTo>
                  <a:lnTo>
                    <a:pt x="2614554" y="2448807"/>
                  </a:lnTo>
                  <a:lnTo>
                    <a:pt x="2616506" y="2445066"/>
                  </a:lnTo>
                  <a:lnTo>
                    <a:pt x="2617808" y="2443195"/>
                  </a:lnTo>
                  <a:lnTo>
                    <a:pt x="2619760" y="2441948"/>
                  </a:lnTo>
                  <a:lnTo>
                    <a:pt x="2620844" y="2439454"/>
                  </a:lnTo>
                  <a:lnTo>
                    <a:pt x="2621929" y="2438830"/>
                  </a:lnTo>
                  <a:lnTo>
                    <a:pt x="2623230" y="2436959"/>
                  </a:lnTo>
                  <a:lnTo>
                    <a:pt x="2623555" y="2436336"/>
                  </a:lnTo>
                  <a:lnTo>
                    <a:pt x="2624314" y="2435088"/>
                  </a:lnTo>
                  <a:lnTo>
                    <a:pt x="2626050" y="2433218"/>
                  </a:lnTo>
                  <a:lnTo>
                    <a:pt x="2627676" y="2431347"/>
                  </a:lnTo>
                  <a:lnTo>
                    <a:pt x="2629194" y="2430723"/>
                  </a:lnTo>
                  <a:lnTo>
                    <a:pt x="2629411" y="2430100"/>
                  </a:lnTo>
                  <a:lnTo>
                    <a:pt x="2630496" y="2426358"/>
                  </a:lnTo>
                  <a:lnTo>
                    <a:pt x="2631797" y="2423864"/>
                  </a:lnTo>
                  <a:lnTo>
                    <a:pt x="2632231" y="2423240"/>
                  </a:lnTo>
                  <a:lnTo>
                    <a:pt x="2635159" y="2421370"/>
                  </a:lnTo>
                  <a:lnTo>
                    <a:pt x="2636244" y="2419499"/>
                  </a:lnTo>
                  <a:lnTo>
                    <a:pt x="2637653" y="2418875"/>
                  </a:lnTo>
                  <a:lnTo>
                    <a:pt x="2638521" y="2418252"/>
                  </a:lnTo>
                  <a:lnTo>
                    <a:pt x="2641232" y="2416381"/>
                  </a:lnTo>
                  <a:lnTo>
                    <a:pt x="2641449" y="2416381"/>
                  </a:lnTo>
                  <a:lnTo>
                    <a:pt x="2644269" y="2415757"/>
                  </a:lnTo>
                  <a:lnTo>
                    <a:pt x="2646221" y="2414510"/>
                  </a:lnTo>
                  <a:lnTo>
                    <a:pt x="2647739" y="2412639"/>
                  </a:lnTo>
                  <a:lnTo>
                    <a:pt x="2648173" y="2412016"/>
                  </a:lnTo>
                  <a:lnTo>
                    <a:pt x="2649474" y="2410769"/>
                  </a:lnTo>
                  <a:lnTo>
                    <a:pt x="2650884" y="2410769"/>
                  </a:lnTo>
                  <a:lnTo>
                    <a:pt x="2652185" y="2410769"/>
                  </a:lnTo>
                  <a:lnTo>
                    <a:pt x="2654571" y="2408898"/>
                  </a:lnTo>
                  <a:lnTo>
                    <a:pt x="2655764" y="2408274"/>
                  </a:lnTo>
                  <a:lnTo>
                    <a:pt x="2655981" y="2408274"/>
                  </a:lnTo>
                  <a:lnTo>
                    <a:pt x="2656740" y="2408274"/>
                  </a:lnTo>
                  <a:lnTo>
                    <a:pt x="2658475" y="2405780"/>
                  </a:lnTo>
                  <a:lnTo>
                    <a:pt x="2658584" y="2405780"/>
                  </a:lnTo>
                  <a:lnTo>
                    <a:pt x="2658692" y="2405780"/>
                  </a:lnTo>
                  <a:lnTo>
                    <a:pt x="2661295" y="2402662"/>
                  </a:lnTo>
                  <a:lnTo>
                    <a:pt x="2663030" y="2400791"/>
                  </a:lnTo>
                  <a:lnTo>
                    <a:pt x="2663247" y="2400791"/>
                  </a:lnTo>
                  <a:lnTo>
                    <a:pt x="2663572" y="2400791"/>
                  </a:lnTo>
                  <a:lnTo>
                    <a:pt x="2663789" y="2400791"/>
                  </a:lnTo>
                  <a:lnTo>
                    <a:pt x="2666392" y="2398921"/>
                  </a:lnTo>
                  <a:lnTo>
                    <a:pt x="2667043" y="2398921"/>
                  </a:lnTo>
                  <a:lnTo>
                    <a:pt x="2668452" y="2397674"/>
                  </a:lnTo>
                  <a:lnTo>
                    <a:pt x="2669212" y="2397050"/>
                  </a:lnTo>
                  <a:lnTo>
                    <a:pt x="2670730" y="2395803"/>
                  </a:lnTo>
                  <a:lnTo>
                    <a:pt x="2671706" y="2395803"/>
                  </a:lnTo>
                  <a:lnTo>
                    <a:pt x="2672573" y="2393308"/>
                  </a:lnTo>
                  <a:lnTo>
                    <a:pt x="2673224" y="2393308"/>
                  </a:lnTo>
                  <a:lnTo>
                    <a:pt x="2673333" y="2393308"/>
                  </a:lnTo>
                  <a:lnTo>
                    <a:pt x="2674851" y="2392061"/>
                  </a:lnTo>
                  <a:lnTo>
                    <a:pt x="2676477" y="2391438"/>
                  </a:lnTo>
                  <a:lnTo>
                    <a:pt x="2677887" y="2389567"/>
                  </a:lnTo>
                  <a:lnTo>
                    <a:pt x="2679731" y="2385825"/>
                  </a:lnTo>
                  <a:lnTo>
                    <a:pt x="2681358" y="2383331"/>
                  </a:lnTo>
                  <a:lnTo>
                    <a:pt x="2681791" y="2383331"/>
                  </a:lnTo>
                  <a:lnTo>
                    <a:pt x="2681900" y="2383331"/>
                  </a:lnTo>
                  <a:lnTo>
                    <a:pt x="2682551" y="2383331"/>
                  </a:lnTo>
                  <a:lnTo>
                    <a:pt x="2684177" y="2382084"/>
                  </a:lnTo>
                  <a:lnTo>
                    <a:pt x="2687322" y="2377095"/>
                  </a:lnTo>
                  <a:lnTo>
                    <a:pt x="2687648" y="2377095"/>
                  </a:lnTo>
                  <a:lnTo>
                    <a:pt x="2688840" y="2375225"/>
                  </a:lnTo>
                  <a:lnTo>
                    <a:pt x="2690793" y="2374601"/>
                  </a:lnTo>
                  <a:lnTo>
                    <a:pt x="2691985" y="2371483"/>
                  </a:lnTo>
                  <a:lnTo>
                    <a:pt x="2692311" y="2371483"/>
                  </a:lnTo>
                  <a:lnTo>
                    <a:pt x="2693937" y="2368989"/>
                  </a:lnTo>
                  <a:lnTo>
                    <a:pt x="2694914" y="2368365"/>
                  </a:lnTo>
                  <a:lnTo>
                    <a:pt x="2696432" y="2367742"/>
                  </a:lnTo>
                  <a:lnTo>
                    <a:pt x="2699360" y="2362753"/>
                  </a:lnTo>
                  <a:lnTo>
                    <a:pt x="2699468" y="2362753"/>
                  </a:lnTo>
                  <a:lnTo>
                    <a:pt x="2700444" y="2362753"/>
                  </a:lnTo>
                  <a:lnTo>
                    <a:pt x="2701529" y="2362753"/>
                  </a:lnTo>
                  <a:lnTo>
                    <a:pt x="2703047" y="2362129"/>
                  </a:lnTo>
                  <a:lnTo>
                    <a:pt x="2704023" y="2362129"/>
                  </a:lnTo>
                  <a:lnTo>
                    <a:pt x="2705650" y="2355894"/>
                  </a:lnTo>
                  <a:lnTo>
                    <a:pt x="2707927" y="2355270"/>
                  </a:lnTo>
                  <a:lnTo>
                    <a:pt x="2709662" y="2354023"/>
                  </a:lnTo>
                  <a:lnTo>
                    <a:pt x="2711072" y="2351528"/>
                  </a:lnTo>
                  <a:lnTo>
                    <a:pt x="2711614" y="2350281"/>
                  </a:lnTo>
                  <a:lnTo>
                    <a:pt x="2712374" y="2349034"/>
                  </a:lnTo>
                  <a:lnTo>
                    <a:pt x="2714542" y="2346540"/>
                  </a:lnTo>
                  <a:lnTo>
                    <a:pt x="2716495" y="2345293"/>
                  </a:lnTo>
                  <a:lnTo>
                    <a:pt x="2718013" y="2344669"/>
                  </a:lnTo>
                  <a:lnTo>
                    <a:pt x="2718447" y="2344045"/>
                  </a:lnTo>
                  <a:lnTo>
                    <a:pt x="2718772" y="2344045"/>
                  </a:lnTo>
                  <a:lnTo>
                    <a:pt x="2720290" y="2342798"/>
                  </a:lnTo>
                  <a:lnTo>
                    <a:pt x="2722568" y="2339680"/>
                  </a:lnTo>
                  <a:lnTo>
                    <a:pt x="2723760" y="2338433"/>
                  </a:lnTo>
                  <a:lnTo>
                    <a:pt x="2724953" y="2337810"/>
                  </a:lnTo>
                  <a:lnTo>
                    <a:pt x="2726472" y="2336562"/>
                  </a:lnTo>
                  <a:lnTo>
                    <a:pt x="2727990" y="2334692"/>
                  </a:lnTo>
                  <a:lnTo>
                    <a:pt x="2728207" y="2334692"/>
                  </a:lnTo>
                  <a:lnTo>
                    <a:pt x="2728641" y="2334068"/>
                  </a:lnTo>
                  <a:lnTo>
                    <a:pt x="2728641" y="2333445"/>
                  </a:lnTo>
                  <a:lnTo>
                    <a:pt x="2728641" y="2332821"/>
                  </a:lnTo>
                  <a:lnTo>
                    <a:pt x="2730050" y="2329079"/>
                  </a:lnTo>
                  <a:lnTo>
                    <a:pt x="2730918" y="2327209"/>
                  </a:lnTo>
                  <a:lnTo>
                    <a:pt x="2732328" y="2325962"/>
                  </a:lnTo>
                  <a:lnTo>
                    <a:pt x="2732436" y="2325962"/>
                  </a:lnTo>
                  <a:lnTo>
                    <a:pt x="2734497" y="2324714"/>
                  </a:lnTo>
                  <a:lnTo>
                    <a:pt x="2735364" y="2323467"/>
                  </a:lnTo>
                  <a:lnTo>
                    <a:pt x="2738401" y="2316608"/>
                  </a:lnTo>
                  <a:lnTo>
                    <a:pt x="2739594" y="2315361"/>
                  </a:lnTo>
                  <a:lnTo>
                    <a:pt x="2742088" y="2315361"/>
                  </a:lnTo>
                  <a:lnTo>
                    <a:pt x="2743064" y="2315361"/>
                  </a:lnTo>
                  <a:lnTo>
                    <a:pt x="2744365" y="2314113"/>
                  </a:lnTo>
                  <a:lnTo>
                    <a:pt x="2744691" y="2313490"/>
                  </a:lnTo>
                  <a:lnTo>
                    <a:pt x="2746751" y="2310372"/>
                  </a:lnTo>
                  <a:lnTo>
                    <a:pt x="2746860" y="2310372"/>
                  </a:lnTo>
                  <a:lnTo>
                    <a:pt x="2748053" y="2307254"/>
                  </a:lnTo>
                  <a:lnTo>
                    <a:pt x="2751631" y="2306007"/>
                  </a:lnTo>
                  <a:lnTo>
                    <a:pt x="2753258" y="2304136"/>
                  </a:lnTo>
                  <a:lnTo>
                    <a:pt x="2754559" y="2304136"/>
                  </a:lnTo>
                  <a:lnTo>
                    <a:pt x="2755861" y="2299771"/>
                  </a:lnTo>
                  <a:lnTo>
                    <a:pt x="2756945" y="2297900"/>
                  </a:lnTo>
                  <a:lnTo>
                    <a:pt x="2757704" y="2297900"/>
                  </a:lnTo>
                  <a:lnTo>
                    <a:pt x="2758030" y="2297900"/>
                  </a:lnTo>
                  <a:lnTo>
                    <a:pt x="2760307" y="2296030"/>
                  </a:lnTo>
                  <a:lnTo>
                    <a:pt x="2762042" y="2291041"/>
                  </a:lnTo>
                  <a:lnTo>
                    <a:pt x="2763886" y="2290417"/>
                  </a:lnTo>
                  <a:lnTo>
                    <a:pt x="2764320" y="2290417"/>
                  </a:lnTo>
                  <a:lnTo>
                    <a:pt x="2765946" y="2289170"/>
                  </a:lnTo>
                  <a:lnTo>
                    <a:pt x="2766163" y="2288547"/>
                  </a:lnTo>
                  <a:lnTo>
                    <a:pt x="2767899" y="2286052"/>
                  </a:lnTo>
                  <a:lnTo>
                    <a:pt x="2769634" y="2283558"/>
                  </a:lnTo>
                  <a:lnTo>
                    <a:pt x="2771911" y="2281687"/>
                  </a:lnTo>
                  <a:lnTo>
                    <a:pt x="2773755" y="2279816"/>
                  </a:lnTo>
                  <a:lnTo>
                    <a:pt x="2774731" y="2279193"/>
                  </a:lnTo>
                  <a:lnTo>
                    <a:pt x="2776357" y="2277946"/>
                  </a:lnTo>
                  <a:lnTo>
                    <a:pt x="2778418" y="2276699"/>
                  </a:lnTo>
                  <a:lnTo>
                    <a:pt x="2780045" y="2274204"/>
                  </a:lnTo>
                  <a:lnTo>
                    <a:pt x="2781454" y="2270463"/>
                  </a:lnTo>
                  <a:lnTo>
                    <a:pt x="2781671" y="2270463"/>
                  </a:lnTo>
                  <a:lnTo>
                    <a:pt x="2786009" y="2264227"/>
                  </a:lnTo>
                  <a:lnTo>
                    <a:pt x="2786660" y="2264227"/>
                  </a:lnTo>
                  <a:lnTo>
                    <a:pt x="2786877" y="2264227"/>
                  </a:lnTo>
                  <a:lnTo>
                    <a:pt x="2788395" y="2262356"/>
                  </a:lnTo>
                  <a:lnTo>
                    <a:pt x="2789263" y="2262356"/>
                  </a:lnTo>
                  <a:lnTo>
                    <a:pt x="2791323" y="2258615"/>
                  </a:lnTo>
                  <a:lnTo>
                    <a:pt x="2793058" y="2256120"/>
                  </a:lnTo>
                  <a:lnTo>
                    <a:pt x="2793817" y="2255497"/>
                  </a:lnTo>
                  <a:lnTo>
                    <a:pt x="2795661" y="2254873"/>
                  </a:lnTo>
                  <a:lnTo>
                    <a:pt x="2797179" y="2251755"/>
                  </a:lnTo>
                  <a:lnTo>
                    <a:pt x="2798914" y="2249885"/>
                  </a:lnTo>
                  <a:lnTo>
                    <a:pt x="2801626" y="2248014"/>
                  </a:lnTo>
                  <a:lnTo>
                    <a:pt x="2802059" y="2248014"/>
                  </a:lnTo>
                  <a:lnTo>
                    <a:pt x="2802493" y="2248014"/>
                  </a:lnTo>
                  <a:lnTo>
                    <a:pt x="2802927" y="2248014"/>
                  </a:lnTo>
                  <a:lnTo>
                    <a:pt x="2804011" y="2245519"/>
                  </a:lnTo>
                  <a:lnTo>
                    <a:pt x="2805747" y="2243025"/>
                  </a:lnTo>
                  <a:lnTo>
                    <a:pt x="2806940" y="2241778"/>
                  </a:lnTo>
                  <a:lnTo>
                    <a:pt x="2807048" y="2241778"/>
                  </a:lnTo>
                  <a:lnTo>
                    <a:pt x="2807373" y="2241778"/>
                  </a:lnTo>
                  <a:lnTo>
                    <a:pt x="2809108" y="2239284"/>
                  </a:lnTo>
                  <a:lnTo>
                    <a:pt x="2810627" y="2237413"/>
                  </a:lnTo>
                  <a:lnTo>
                    <a:pt x="2814097" y="2232424"/>
                  </a:lnTo>
                  <a:lnTo>
                    <a:pt x="2814639" y="2232424"/>
                  </a:lnTo>
                  <a:lnTo>
                    <a:pt x="2816700" y="2230553"/>
                  </a:lnTo>
                  <a:lnTo>
                    <a:pt x="2817893" y="2229306"/>
                  </a:lnTo>
                  <a:lnTo>
                    <a:pt x="2818977" y="2228683"/>
                  </a:lnTo>
                  <a:lnTo>
                    <a:pt x="2821688" y="2226188"/>
                  </a:lnTo>
                  <a:lnTo>
                    <a:pt x="2823966" y="2223694"/>
                  </a:lnTo>
                  <a:lnTo>
                    <a:pt x="2824183" y="2223694"/>
                  </a:lnTo>
                  <a:lnTo>
                    <a:pt x="2826352" y="2221200"/>
                  </a:lnTo>
                  <a:lnTo>
                    <a:pt x="2827544" y="2219953"/>
                  </a:lnTo>
                  <a:lnTo>
                    <a:pt x="2829713" y="2218082"/>
                  </a:lnTo>
                  <a:lnTo>
                    <a:pt x="2831665" y="2214340"/>
                  </a:lnTo>
                  <a:lnTo>
                    <a:pt x="2831882" y="2213093"/>
                  </a:lnTo>
                  <a:lnTo>
                    <a:pt x="2831882" y="2211222"/>
                  </a:lnTo>
                  <a:lnTo>
                    <a:pt x="2832750" y="2211222"/>
                  </a:lnTo>
                  <a:lnTo>
                    <a:pt x="2833184" y="2209975"/>
                  </a:lnTo>
                  <a:lnTo>
                    <a:pt x="2833292" y="2209975"/>
                  </a:lnTo>
                  <a:lnTo>
                    <a:pt x="2834810" y="2208728"/>
                  </a:lnTo>
                  <a:lnTo>
                    <a:pt x="2834919" y="2208728"/>
                  </a:lnTo>
                  <a:lnTo>
                    <a:pt x="2836329" y="2207481"/>
                  </a:lnTo>
                  <a:lnTo>
                    <a:pt x="2837847" y="2206857"/>
                  </a:lnTo>
                  <a:lnTo>
                    <a:pt x="2840341" y="2205610"/>
                  </a:lnTo>
                  <a:lnTo>
                    <a:pt x="2840450" y="2205610"/>
                  </a:lnTo>
                  <a:lnTo>
                    <a:pt x="2841426" y="2203739"/>
                  </a:lnTo>
                  <a:lnTo>
                    <a:pt x="2842076" y="2203116"/>
                  </a:lnTo>
                  <a:lnTo>
                    <a:pt x="2843595" y="2202492"/>
                  </a:lnTo>
                  <a:lnTo>
                    <a:pt x="2845981" y="2200622"/>
                  </a:lnTo>
                  <a:lnTo>
                    <a:pt x="2847282" y="2197504"/>
                  </a:lnTo>
                  <a:lnTo>
                    <a:pt x="2847716" y="2197504"/>
                  </a:lnTo>
                  <a:lnTo>
                    <a:pt x="2848583" y="2196880"/>
                  </a:lnTo>
                  <a:lnTo>
                    <a:pt x="2850102" y="2195009"/>
                  </a:lnTo>
                  <a:lnTo>
                    <a:pt x="2851728" y="2193139"/>
                  </a:lnTo>
                  <a:lnTo>
                    <a:pt x="2853463" y="2189397"/>
                  </a:lnTo>
                  <a:lnTo>
                    <a:pt x="2854982" y="2185032"/>
                  </a:lnTo>
                  <a:lnTo>
                    <a:pt x="2857151" y="2185032"/>
                  </a:lnTo>
                  <a:lnTo>
                    <a:pt x="2859103" y="2183161"/>
                  </a:lnTo>
                  <a:lnTo>
                    <a:pt x="2859320" y="2183161"/>
                  </a:lnTo>
                  <a:lnTo>
                    <a:pt x="2859428" y="2183161"/>
                  </a:lnTo>
                  <a:lnTo>
                    <a:pt x="2861488" y="2179420"/>
                  </a:lnTo>
                  <a:lnTo>
                    <a:pt x="2861597" y="2179420"/>
                  </a:lnTo>
                  <a:lnTo>
                    <a:pt x="2862790" y="2178173"/>
                  </a:lnTo>
                  <a:lnTo>
                    <a:pt x="2864308" y="2178173"/>
                  </a:lnTo>
                  <a:lnTo>
                    <a:pt x="2864525" y="2177549"/>
                  </a:lnTo>
                  <a:lnTo>
                    <a:pt x="2865826" y="2174431"/>
                  </a:lnTo>
                  <a:lnTo>
                    <a:pt x="2866043" y="2174431"/>
                  </a:lnTo>
                  <a:lnTo>
                    <a:pt x="2866152" y="2174431"/>
                  </a:lnTo>
                  <a:lnTo>
                    <a:pt x="2869947" y="2169442"/>
                  </a:lnTo>
                  <a:lnTo>
                    <a:pt x="2872008" y="2167572"/>
                  </a:lnTo>
                  <a:lnTo>
                    <a:pt x="2874502" y="2165077"/>
                  </a:lnTo>
                  <a:lnTo>
                    <a:pt x="2875153" y="2164454"/>
                  </a:lnTo>
                  <a:lnTo>
                    <a:pt x="2876671" y="2164454"/>
                  </a:lnTo>
                  <a:lnTo>
                    <a:pt x="2878840" y="2161336"/>
                  </a:lnTo>
                  <a:lnTo>
                    <a:pt x="2881226" y="2158841"/>
                  </a:lnTo>
                  <a:lnTo>
                    <a:pt x="2881985" y="2158218"/>
                  </a:lnTo>
                  <a:lnTo>
                    <a:pt x="2884371" y="2155100"/>
                  </a:lnTo>
                  <a:lnTo>
                    <a:pt x="2884588" y="2154476"/>
                  </a:lnTo>
                  <a:lnTo>
                    <a:pt x="2884913" y="2154476"/>
                  </a:lnTo>
                  <a:lnTo>
                    <a:pt x="2886757" y="2152606"/>
                  </a:lnTo>
                  <a:lnTo>
                    <a:pt x="2888600" y="2150735"/>
                  </a:lnTo>
                  <a:lnTo>
                    <a:pt x="2890661" y="2148864"/>
                  </a:lnTo>
                  <a:lnTo>
                    <a:pt x="2893480" y="2145123"/>
                  </a:lnTo>
                  <a:lnTo>
                    <a:pt x="2893914" y="2144499"/>
                  </a:lnTo>
                  <a:lnTo>
                    <a:pt x="2896192" y="2143252"/>
                  </a:lnTo>
                  <a:lnTo>
                    <a:pt x="2897276" y="2143252"/>
                  </a:lnTo>
                  <a:lnTo>
                    <a:pt x="2898903" y="2140134"/>
                  </a:lnTo>
                  <a:lnTo>
                    <a:pt x="2900096" y="2137640"/>
                  </a:lnTo>
                  <a:lnTo>
                    <a:pt x="2900421" y="2136393"/>
                  </a:lnTo>
                  <a:lnTo>
                    <a:pt x="2902590" y="2135145"/>
                  </a:lnTo>
                  <a:lnTo>
                    <a:pt x="2903891" y="2133898"/>
                  </a:lnTo>
                  <a:lnTo>
                    <a:pt x="2906060" y="2132027"/>
                  </a:lnTo>
                  <a:lnTo>
                    <a:pt x="2907470" y="2130157"/>
                  </a:lnTo>
                  <a:lnTo>
                    <a:pt x="2907795" y="2130157"/>
                  </a:lnTo>
                  <a:lnTo>
                    <a:pt x="2908771" y="2130157"/>
                  </a:lnTo>
                  <a:lnTo>
                    <a:pt x="2908880" y="2130157"/>
                  </a:lnTo>
                  <a:lnTo>
                    <a:pt x="2910290" y="2128910"/>
                  </a:lnTo>
                  <a:lnTo>
                    <a:pt x="2910507" y="2128910"/>
                  </a:lnTo>
                  <a:lnTo>
                    <a:pt x="2913760" y="2124544"/>
                  </a:lnTo>
                  <a:lnTo>
                    <a:pt x="2913760" y="2123921"/>
                  </a:lnTo>
                  <a:lnTo>
                    <a:pt x="2913869" y="2123921"/>
                  </a:lnTo>
                  <a:lnTo>
                    <a:pt x="2915821" y="2121427"/>
                  </a:lnTo>
                  <a:lnTo>
                    <a:pt x="2915929" y="2121427"/>
                  </a:lnTo>
                  <a:lnTo>
                    <a:pt x="2918206" y="2118932"/>
                  </a:lnTo>
                  <a:lnTo>
                    <a:pt x="2919182" y="2118932"/>
                  </a:lnTo>
                  <a:lnTo>
                    <a:pt x="2920809" y="2117685"/>
                  </a:lnTo>
                  <a:lnTo>
                    <a:pt x="2920918" y="2117685"/>
                  </a:lnTo>
                  <a:lnTo>
                    <a:pt x="2921894" y="2117061"/>
                  </a:lnTo>
                  <a:lnTo>
                    <a:pt x="2922436" y="2115191"/>
                  </a:lnTo>
                  <a:lnTo>
                    <a:pt x="2925147" y="2114567"/>
                  </a:lnTo>
                  <a:lnTo>
                    <a:pt x="2927424" y="2110202"/>
                  </a:lnTo>
                  <a:lnTo>
                    <a:pt x="2929376" y="2108955"/>
                  </a:lnTo>
                  <a:lnTo>
                    <a:pt x="2930569" y="2107708"/>
                  </a:lnTo>
                  <a:lnTo>
                    <a:pt x="2932847" y="2104590"/>
                  </a:lnTo>
                  <a:lnTo>
                    <a:pt x="2932847" y="2103966"/>
                  </a:lnTo>
                  <a:lnTo>
                    <a:pt x="2934473" y="2102095"/>
                  </a:lnTo>
                  <a:lnTo>
                    <a:pt x="2936426" y="2100225"/>
                  </a:lnTo>
                  <a:lnTo>
                    <a:pt x="2937076" y="2098978"/>
                  </a:lnTo>
                  <a:lnTo>
                    <a:pt x="2939570" y="2098354"/>
                  </a:lnTo>
                  <a:lnTo>
                    <a:pt x="2940438" y="2097730"/>
                  </a:lnTo>
                  <a:lnTo>
                    <a:pt x="2943041" y="2092118"/>
                  </a:lnTo>
                  <a:lnTo>
                    <a:pt x="2943149" y="2092118"/>
                  </a:lnTo>
                  <a:lnTo>
                    <a:pt x="2943258" y="2091495"/>
                  </a:lnTo>
                  <a:lnTo>
                    <a:pt x="2944884" y="2089624"/>
                  </a:lnTo>
                  <a:lnTo>
                    <a:pt x="2945860" y="2089000"/>
                  </a:lnTo>
                  <a:lnTo>
                    <a:pt x="2947704" y="2087753"/>
                  </a:lnTo>
                  <a:lnTo>
                    <a:pt x="2947704" y="2087130"/>
                  </a:lnTo>
                  <a:lnTo>
                    <a:pt x="2949765" y="2085259"/>
                  </a:lnTo>
                  <a:lnTo>
                    <a:pt x="2949873" y="2084635"/>
                  </a:lnTo>
                  <a:lnTo>
                    <a:pt x="2951717" y="2084012"/>
                  </a:lnTo>
                  <a:lnTo>
                    <a:pt x="2953886" y="2081517"/>
                  </a:lnTo>
                  <a:lnTo>
                    <a:pt x="2954970" y="2080894"/>
                  </a:lnTo>
                  <a:lnTo>
                    <a:pt x="2956597" y="2080270"/>
                  </a:lnTo>
                  <a:lnTo>
                    <a:pt x="2956814" y="2080270"/>
                  </a:lnTo>
                  <a:lnTo>
                    <a:pt x="2956922" y="2080270"/>
                  </a:lnTo>
                  <a:lnTo>
                    <a:pt x="2958766" y="2079647"/>
                  </a:lnTo>
                  <a:lnTo>
                    <a:pt x="2960935" y="2079023"/>
                  </a:lnTo>
                  <a:lnTo>
                    <a:pt x="2963429" y="2077152"/>
                  </a:lnTo>
                  <a:lnTo>
                    <a:pt x="2968634" y="2074658"/>
                  </a:lnTo>
                  <a:lnTo>
                    <a:pt x="2968634" y="2074034"/>
                  </a:lnTo>
                  <a:lnTo>
                    <a:pt x="2969827" y="2073411"/>
                  </a:lnTo>
                  <a:lnTo>
                    <a:pt x="2971129" y="2070916"/>
                  </a:lnTo>
                  <a:lnTo>
                    <a:pt x="2971237" y="2070916"/>
                  </a:lnTo>
                  <a:lnTo>
                    <a:pt x="2971346" y="2070293"/>
                  </a:lnTo>
                  <a:lnTo>
                    <a:pt x="2972322" y="2069669"/>
                  </a:lnTo>
                  <a:lnTo>
                    <a:pt x="2974816" y="2069669"/>
                  </a:lnTo>
                  <a:lnTo>
                    <a:pt x="2977744" y="2069046"/>
                  </a:lnTo>
                  <a:lnTo>
                    <a:pt x="2977852" y="2069046"/>
                  </a:lnTo>
                  <a:lnTo>
                    <a:pt x="2980347" y="2065928"/>
                  </a:lnTo>
                  <a:lnTo>
                    <a:pt x="2980780" y="2065928"/>
                  </a:lnTo>
                  <a:lnTo>
                    <a:pt x="2982299" y="2062186"/>
                  </a:lnTo>
                  <a:lnTo>
                    <a:pt x="2986311" y="2057821"/>
                  </a:lnTo>
                  <a:lnTo>
                    <a:pt x="2987070" y="2057821"/>
                  </a:lnTo>
                  <a:lnTo>
                    <a:pt x="2987721" y="2057821"/>
                  </a:lnTo>
                  <a:lnTo>
                    <a:pt x="2988806" y="2055950"/>
                  </a:lnTo>
                  <a:lnTo>
                    <a:pt x="2989022" y="2055950"/>
                  </a:lnTo>
                  <a:lnTo>
                    <a:pt x="2990866" y="2055327"/>
                  </a:lnTo>
                  <a:lnTo>
                    <a:pt x="2992059" y="2054080"/>
                  </a:lnTo>
                  <a:lnTo>
                    <a:pt x="2993577" y="2050962"/>
                  </a:lnTo>
                  <a:lnTo>
                    <a:pt x="2993577" y="2050338"/>
                  </a:lnTo>
                  <a:lnTo>
                    <a:pt x="2993794" y="2049715"/>
                  </a:lnTo>
                  <a:lnTo>
                    <a:pt x="2996288" y="2047220"/>
                  </a:lnTo>
                  <a:lnTo>
                    <a:pt x="2997156" y="2046597"/>
                  </a:lnTo>
                  <a:lnTo>
                    <a:pt x="2999000" y="2045350"/>
                  </a:lnTo>
                  <a:lnTo>
                    <a:pt x="2999216" y="2044102"/>
                  </a:lnTo>
                  <a:lnTo>
                    <a:pt x="2999650" y="2042232"/>
                  </a:lnTo>
                  <a:lnTo>
                    <a:pt x="3002687" y="2037867"/>
                  </a:lnTo>
                  <a:lnTo>
                    <a:pt x="3004314" y="2034749"/>
                  </a:lnTo>
                  <a:lnTo>
                    <a:pt x="3007350" y="2029136"/>
                  </a:lnTo>
                  <a:lnTo>
                    <a:pt x="3007675" y="2029136"/>
                  </a:lnTo>
                  <a:lnTo>
                    <a:pt x="3010278" y="2027266"/>
                  </a:lnTo>
                  <a:lnTo>
                    <a:pt x="3010387" y="2026642"/>
                  </a:lnTo>
                  <a:lnTo>
                    <a:pt x="3012122" y="2024771"/>
                  </a:lnTo>
                  <a:lnTo>
                    <a:pt x="3013965" y="2021030"/>
                  </a:lnTo>
                  <a:lnTo>
                    <a:pt x="3015917" y="2021030"/>
                  </a:lnTo>
                  <a:lnTo>
                    <a:pt x="3016460" y="2019783"/>
                  </a:lnTo>
                  <a:lnTo>
                    <a:pt x="3018629" y="2016665"/>
                  </a:lnTo>
                  <a:lnTo>
                    <a:pt x="3019713" y="2015418"/>
                  </a:lnTo>
                  <a:lnTo>
                    <a:pt x="3020364" y="2014794"/>
                  </a:lnTo>
                  <a:lnTo>
                    <a:pt x="3020581" y="2014794"/>
                  </a:lnTo>
                  <a:lnTo>
                    <a:pt x="3022424" y="2009805"/>
                  </a:lnTo>
                  <a:lnTo>
                    <a:pt x="3022533" y="2009805"/>
                  </a:lnTo>
                  <a:lnTo>
                    <a:pt x="3024268" y="2009182"/>
                  </a:lnTo>
                  <a:lnTo>
                    <a:pt x="3024268" y="2007935"/>
                  </a:lnTo>
                  <a:lnTo>
                    <a:pt x="3025786" y="2006687"/>
                  </a:lnTo>
                  <a:lnTo>
                    <a:pt x="3025895" y="2006687"/>
                  </a:lnTo>
                  <a:lnTo>
                    <a:pt x="3026220" y="2006064"/>
                  </a:lnTo>
                  <a:lnTo>
                    <a:pt x="3028823" y="2004193"/>
                  </a:lnTo>
                  <a:lnTo>
                    <a:pt x="3029039" y="2003569"/>
                  </a:lnTo>
                  <a:lnTo>
                    <a:pt x="3029473" y="2002322"/>
                  </a:lnTo>
                  <a:lnTo>
                    <a:pt x="3032293" y="2001075"/>
                  </a:lnTo>
                  <a:lnTo>
                    <a:pt x="3033594" y="2001075"/>
                  </a:lnTo>
                  <a:lnTo>
                    <a:pt x="3033811" y="2001075"/>
                  </a:lnTo>
                  <a:lnTo>
                    <a:pt x="3035438" y="1999828"/>
                  </a:lnTo>
                  <a:lnTo>
                    <a:pt x="3037065" y="1998581"/>
                  </a:lnTo>
                  <a:lnTo>
                    <a:pt x="3038800" y="1993592"/>
                  </a:lnTo>
                  <a:lnTo>
                    <a:pt x="3041511" y="1989227"/>
                  </a:lnTo>
                  <a:lnTo>
                    <a:pt x="3043463" y="1989227"/>
                  </a:lnTo>
                  <a:lnTo>
                    <a:pt x="3045632" y="1987980"/>
                  </a:lnTo>
                  <a:lnTo>
                    <a:pt x="3045957" y="1987980"/>
                  </a:lnTo>
                  <a:lnTo>
                    <a:pt x="3046283" y="1987356"/>
                  </a:lnTo>
                  <a:lnTo>
                    <a:pt x="3050837" y="1983615"/>
                  </a:lnTo>
                  <a:lnTo>
                    <a:pt x="3050837" y="1982991"/>
                  </a:lnTo>
                  <a:lnTo>
                    <a:pt x="3053765" y="1980497"/>
                  </a:lnTo>
                  <a:lnTo>
                    <a:pt x="3054091" y="1980497"/>
                  </a:lnTo>
                  <a:lnTo>
                    <a:pt x="3055717" y="1978626"/>
                  </a:lnTo>
                  <a:lnTo>
                    <a:pt x="3057561" y="1976755"/>
                  </a:lnTo>
                  <a:lnTo>
                    <a:pt x="3059405" y="1976755"/>
                  </a:lnTo>
                  <a:lnTo>
                    <a:pt x="3061357" y="1973014"/>
                  </a:lnTo>
                  <a:lnTo>
                    <a:pt x="3062116" y="1972390"/>
                  </a:lnTo>
                  <a:lnTo>
                    <a:pt x="3062441" y="1971767"/>
                  </a:lnTo>
                  <a:lnTo>
                    <a:pt x="3063851" y="1971143"/>
                  </a:lnTo>
                  <a:lnTo>
                    <a:pt x="3065044" y="1969896"/>
                  </a:lnTo>
                  <a:lnTo>
                    <a:pt x="3067647" y="1967402"/>
                  </a:lnTo>
                  <a:lnTo>
                    <a:pt x="3067755" y="1967402"/>
                  </a:lnTo>
                  <a:lnTo>
                    <a:pt x="3069707" y="1963037"/>
                  </a:lnTo>
                  <a:lnTo>
                    <a:pt x="3071225" y="1963037"/>
                  </a:lnTo>
                  <a:lnTo>
                    <a:pt x="3071985" y="1962413"/>
                  </a:lnTo>
                  <a:lnTo>
                    <a:pt x="3072201" y="1962413"/>
                  </a:lnTo>
                  <a:lnTo>
                    <a:pt x="3073394" y="1962413"/>
                  </a:lnTo>
                  <a:lnTo>
                    <a:pt x="3075997" y="1958672"/>
                  </a:lnTo>
                  <a:lnTo>
                    <a:pt x="3079576" y="1955554"/>
                  </a:lnTo>
                  <a:lnTo>
                    <a:pt x="3081636" y="1953683"/>
                  </a:lnTo>
                  <a:lnTo>
                    <a:pt x="3083480" y="1951812"/>
                  </a:lnTo>
                  <a:lnTo>
                    <a:pt x="3085866" y="1946824"/>
                  </a:lnTo>
                  <a:lnTo>
                    <a:pt x="3087167" y="1945576"/>
                  </a:lnTo>
                  <a:lnTo>
                    <a:pt x="3089661" y="1939964"/>
                  </a:lnTo>
                  <a:lnTo>
                    <a:pt x="3091288" y="1939341"/>
                  </a:lnTo>
                  <a:lnTo>
                    <a:pt x="3091397" y="1939341"/>
                  </a:lnTo>
                  <a:lnTo>
                    <a:pt x="3093023" y="1937470"/>
                  </a:lnTo>
                  <a:lnTo>
                    <a:pt x="3093457" y="1937470"/>
                  </a:lnTo>
                  <a:lnTo>
                    <a:pt x="3094325" y="1936846"/>
                  </a:lnTo>
                  <a:lnTo>
                    <a:pt x="3094433" y="1936223"/>
                  </a:lnTo>
                  <a:lnTo>
                    <a:pt x="3094759" y="1936223"/>
                  </a:lnTo>
                  <a:lnTo>
                    <a:pt x="3097361" y="1936223"/>
                  </a:lnTo>
                  <a:lnTo>
                    <a:pt x="3098012" y="1935599"/>
                  </a:lnTo>
                  <a:lnTo>
                    <a:pt x="3099639" y="1934975"/>
                  </a:lnTo>
                  <a:lnTo>
                    <a:pt x="3099747" y="1934352"/>
                  </a:lnTo>
                  <a:lnTo>
                    <a:pt x="3102133" y="1929987"/>
                  </a:lnTo>
                  <a:lnTo>
                    <a:pt x="3102350" y="1929987"/>
                  </a:lnTo>
                  <a:lnTo>
                    <a:pt x="3103000" y="1929987"/>
                  </a:lnTo>
                  <a:lnTo>
                    <a:pt x="3103434" y="1929987"/>
                  </a:lnTo>
                  <a:lnTo>
                    <a:pt x="3105820" y="1928740"/>
                  </a:lnTo>
                  <a:lnTo>
                    <a:pt x="3107881" y="1928116"/>
                  </a:lnTo>
                  <a:lnTo>
                    <a:pt x="3108098" y="1928116"/>
                  </a:lnTo>
                  <a:lnTo>
                    <a:pt x="3108640" y="1927492"/>
                  </a:lnTo>
                  <a:lnTo>
                    <a:pt x="3109074" y="1927492"/>
                  </a:lnTo>
                  <a:lnTo>
                    <a:pt x="3114387" y="1921257"/>
                  </a:lnTo>
                  <a:lnTo>
                    <a:pt x="3117316" y="1920009"/>
                  </a:lnTo>
                  <a:lnTo>
                    <a:pt x="3120027" y="1918139"/>
                  </a:lnTo>
                  <a:lnTo>
                    <a:pt x="3121653" y="1915644"/>
                  </a:lnTo>
                  <a:lnTo>
                    <a:pt x="3123931" y="1913150"/>
                  </a:lnTo>
                  <a:lnTo>
                    <a:pt x="3124690" y="1913150"/>
                  </a:lnTo>
                  <a:lnTo>
                    <a:pt x="3127293" y="1911279"/>
                  </a:lnTo>
                  <a:lnTo>
                    <a:pt x="3129462" y="1910656"/>
                  </a:lnTo>
                  <a:lnTo>
                    <a:pt x="3131305" y="1910656"/>
                  </a:lnTo>
                  <a:lnTo>
                    <a:pt x="3131522" y="1910032"/>
                  </a:lnTo>
                  <a:lnTo>
                    <a:pt x="3133908" y="1906914"/>
                  </a:lnTo>
                  <a:lnTo>
                    <a:pt x="3134125" y="1906914"/>
                  </a:lnTo>
                  <a:lnTo>
                    <a:pt x="3134992" y="1905667"/>
                  </a:lnTo>
                  <a:lnTo>
                    <a:pt x="3137161" y="1902549"/>
                  </a:lnTo>
                  <a:lnTo>
                    <a:pt x="3139330" y="1900678"/>
                  </a:lnTo>
                  <a:lnTo>
                    <a:pt x="3139439" y="1900678"/>
                  </a:lnTo>
                  <a:lnTo>
                    <a:pt x="3139547" y="1900678"/>
                  </a:lnTo>
                  <a:lnTo>
                    <a:pt x="3142150" y="1898808"/>
                  </a:lnTo>
                  <a:lnTo>
                    <a:pt x="3142258" y="1898808"/>
                  </a:lnTo>
                  <a:lnTo>
                    <a:pt x="3143018" y="1897560"/>
                  </a:lnTo>
                  <a:lnTo>
                    <a:pt x="3143018" y="1896937"/>
                  </a:lnTo>
                  <a:lnTo>
                    <a:pt x="3144644" y="1896313"/>
                  </a:lnTo>
                  <a:lnTo>
                    <a:pt x="3147464" y="1893195"/>
                  </a:lnTo>
                  <a:lnTo>
                    <a:pt x="3147572" y="1892572"/>
                  </a:lnTo>
                  <a:lnTo>
                    <a:pt x="3150067" y="1890078"/>
                  </a:lnTo>
                  <a:lnTo>
                    <a:pt x="3151368" y="1887583"/>
                  </a:lnTo>
                  <a:lnTo>
                    <a:pt x="3153428" y="1885089"/>
                  </a:lnTo>
                  <a:lnTo>
                    <a:pt x="3156140" y="1882595"/>
                  </a:lnTo>
                  <a:lnTo>
                    <a:pt x="3158309" y="1880724"/>
                  </a:lnTo>
                  <a:lnTo>
                    <a:pt x="3158634" y="1880100"/>
                  </a:lnTo>
                  <a:lnTo>
                    <a:pt x="3159610" y="1879477"/>
                  </a:lnTo>
                  <a:lnTo>
                    <a:pt x="3161996" y="1876982"/>
                  </a:lnTo>
                  <a:lnTo>
                    <a:pt x="3163297" y="1873864"/>
                  </a:lnTo>
                  <a:lnTo>
                    <a:pt x="3165900" y="1871994"/>
                  </a:lnTo>
                  <a:lnTo>
                    <a:pt x="3165900" y="1871370"/>
                  </a:lnTo>
                  <a:lnTo>
                    <a:pt x="3166008" y="1871370"/>
                  </a:lnTo>
                  <a:lnTo>
                    <a:pt x="3168611" y="1870746"/>
                  </a:lnTo>
                  <a:lnTo>
                    <a:pt x="3169262" y="1870746"/>
                  </a:lnTo>
                  <a:lnTo>
                    <a:pt x="3170997" y="1867629"/>
                  </a:lnTo>
                  <a:lnTo>
                    <a:pt x="3173817" y="1865134"/>
                  </a:lnTo>
                  <a:lnTo>
                    <a:pt x="3174142" y="1864511"/>
                  </a:lnTo>
                  <a:lnTo>
                    <a:pt x="3174793" y="1862640"/>
                  </a:lnTo>
                  <a:lnTo>
                    <a:pt x="3177395" y="1862640"/>
                  </a:lnTo>
                  <a:lnTo>
                    <a:pt x="3177504" y="1861393"/>
                  </a:lnTo>
                  <a:lnTo>
                    <a:pt x="3180540" y="1858275"/>
                  </a:lnTo>
                  <a:lnTo>
                    <a:pt x="3183468" y="1857651"/>
                  </a:lnTo>
                  <a:lnTo>
                    <a:pt x="3183577" y="1857028"/>
                  </a:lnTo>
                  <a:lnTo>
                    <a:pt x="3183577" y="1856404"/>
                  </a:lnTo>
                  <a:lnTo>
                    <a:pt x="3184119" y="1855780"/>
                  </a:lnTo>
                  <a:lnTo>
                    <a:pt x="3184119" y="1855157"/>
                  </a:lnTo>
                  <a:lnTo>
                    <a:pt x="3187372" y="1852663"/>
                  </a:lnTo>
                  <a:lnTo>
                    <a:pt x="3188240" y="1852663"/>
                  </a:lnTo>
                  <a:lnTo>
                    <a:pt x="3188348" y="1850792"/>
                  </a:lnTo>
                  <a:lnTo>
                    <a:pt x="3189216" y="1850168"/>
                  </a:lnTo>
                  <a:lnTo>
                    <a:pt x="3192253" y="1846427"/>
                  </a:lnTo>
                  <a:lnTo>
                    <a:pt x="3193771" y="1845180"/>
                  </a:lnTo>
                  <a:lnTo>
                    <a:pt x="3196157" y="1842062"/>
                  </a:lnTo>
                  <a:lnTo>
                    <a:pt x="3198543" y="1840815"/>
                  </a:lnTo>
                  <a:lnTo>
                    <a:pt x="3198868" y="1840815"/>
                  </a:lnTo>
                  <a:lnTo>
                    <a:pt x="3202447" y="1838320"/>
                  </a:lnTo>
                  <a:lnTo>
                    <a:pt x="3204290" y="1837697"/>
                  </a:lnTo>
                  <a:lnTo>
                    <a:pt x="3206568" y="1835202"/>
                  </a:lnTo>
                  <a:lnTo>
                    <a:pt x="3207218" y="1835202"/>
                  </a:lnTo>
                  <a:lnTo>
                    <a:pt x="3210689" y="1832708"/>
                  </a:lnTo>
                  <a:lnTo>
                    <a:pt x="3214484" y="1828966"/>
                  </a:lnTo>
                  <a:lnTo>
                    <a:pt x="3215460" y="1828343"/>
                  </a:lnTo>
                  <a:lnTo>
                    <a:pt x="3215677" y="1828343"/>
                  </a:lnTo>
                  <a:lnTo>
                    <a:pt x="3215786" y="1828343"/>
                  </a:lnTo>
                  <a:lnTo>
                    <a:pt x="3215786" y="1827096"/>
                  </a:lnTo>
                  <a:lnTo>
                    <a:pt x="3218497" y="1825225"/>
                  </a:lnTo>
                  <a:lnTo>
                    <a:pt x="3218931" y="1825225"/>
                  </a:lnTo>
                  <a:lnTo>
                    <a:pt x="3219147" y="1823978"/>
                  </a:lnTo>
                  <a:lnTo>
                    <a:pt x="3220449" y="1822731"/>
                  </a:lnTo>
                  <a:lnTo>
                    <a:pt x="3223160" y="1820860"/>
                  </a:lnTo>
                  <a:lnTo>
                    <a:pt x="3223919" y="1820860"/>
                  </a:lnTo>
                  <a:lnTo>
                    <a:pt x="3224245" y="1820860"/>
                  </a:lnTo>
                  <a:lnTo>
                    <a:pt x="3224245" y="1818989"/>
                  </a:lnTo>
                  <a:lnTo>
                    <a:pt x="3227064" y="1818366"/>
                  </a:lnTo>
                  <a:lnTo>
                    <a:pt x="3228149" y="1818366"/>
                  </a:lnTo>
                  <a:lnTo>
                    <a:pt x="3229450" y="1815248"/>
                  </a:lnTo>
                  <a:lnTo>
                    <a:pt x="3232053" y="1811506"/>
                  </a:lnTo>
                  <a:lnTo>
                    <a:pt x="3236174" y="1809012"/>
                  </a:lnTo>
                  <a:lnTo>
                    <a:pt x="3238993" y="1805894"/>
                  </a:lnTo>
                  <a:lnTo>
                    <a:pt x="3239752" y="1805270"/>
                  </a:lnTo>
                  <a:lnTo>
                    <a:pt x="3241488" y="1801529"/>
                  </a:lnTo>
                  <a:lnTo>
                    <a:pt x="3241596" y="1801529"/>
                  </a:lnTo>
                  <a:lnTo>
                    <a:pt x="3244958" y="1798411"/>
                  </a:lnTo>
                  <a:lnTo>
                    <a:pt x="3245066" y="1798411"/>
                  </a:lnTo>
                  <a:lnTo>
                    <a:pt x="3247669" y="1797787"/>
                  </a:lnTo>
                  <a:lnTo>
                    <a:pt x="3249079" y="1796540"/>
                  </a:lnTo>
                  <a:lnTo>
                    <a:pt x="3250814" y="1794046"/>
                  </a:lnTo>
                  <a:lnTo>
                    <a:pt x="3252115" y="1790304"/>
                  </a:lnTo>
                  <a:lnTo>
                    <a:pt x="3252549" y="1789681"/>
                  </a:lnTo>
                  <a:lnTo>
                    <a:pt x="3253525" y="1789057"/>
                  </a:lnTo>
                  <a:lnTo>
                    <a:pt x="3255477" y="1787186"/>
                  </a:lnTo>
                  <a:lnTo>
                    <a:pt x="3255477" y="1786563"/>
                  </a:lnTo>
                  <a:lnTo>
                    <a:pt x="3256453" y="1786563"/>
                  </a:lnTo>
                  <a:lnTo>
                    <a:pt x="3257429" y="1786563"/>
                  </a:lnTo>
                  <a:lnTo>
                    <a:pt x="3259707" y="1785939"/>
                  </a:lnTo>
                  <a:lnTo>
                    <a:pt x="3259924" y="1785316"/>
                  </a:lnTo>
                  <a:lnTo>
                    <a:pt x="3261659" y="1781574"/>
                  </a:lnTo>
                  <a:lnTo>
                    <a:pt x="3264478" y="1780327"/>
                  </a:lnTo>
                  <a:lnTo>
                    <a:pt x="3265346" y="1779703"/>
                  </a:lnTo>
                  <a:lnTo>
                    <a:pt x="3266105" y="1779703"/>
                  </a:lnTo>
                  <a:lnTo>
                    <a:pt x="3269901" y="1776586"/>
                  </a:lnTo>
                  <a:lnTo>
                    <a:pt x="3275215" y="1772844"/>
                  </a:lnTo>
                  <a:lnTo>
                    <a:pt x="3278360" y="1769103"/>
                  </a:lnTo>
                  <a:lnTo>
                    <a:pt x="3278468" y="1769103"/>
                  </a:lnTo>
                  <a:lnTo>
                    <a:pt x="3281396" y="1765361"/>
                  </a:lnTo>
                  <a:lnTo>
                    <a:pt x="3283131" y="1764114"/>
                  </a:lnTo>
                  <a:lnTo>
                    <a:pt x="3283240" y="1764114"/>
                  </a:lnTo>
                  <a:lnTo>
                    <a:pt x="3284975" y="1761620"/>
                  </a:lnTo>
                  <a:lnTo>
                    <a:pt x="3285843" y="1761620"/>
                  </a:lnTo>
                  <a:lnTo>
                    <a:pt x="3286276" y="1760996"/>
                  </a:lnTo>
                  <a:lnTo>
                    <a:pt x="3286493" y="1760372"/>
                  </a:lnTo>
                  <a:lnTo>
                    <a:pt x="3288879" y="1757254"/>
                  </a:lnTo>
                  <a:lnTo>
                    <a:pt x="3288988" y="1756631"/>
                  </a:lnTo>
                  <a:lnTo>
                    <a:pt x="3290614" y="1753513"/>
                  </a:lnTo>
                  <a:lnTo>
                    <a:pt x="3291482" y="1752889"/>
                  </a:lnTo>
                  <a:lnTo>
                    <a:pt x="3293325" y="1750395"/>
                  </a:lnTo>
                  <a:lnTo>
                    <a:pt x="3293325" y="1749771"/>
                  </a:lnTo>
                  <a:lnTo>
                    <a:pt x="3295061" y="1748524"/>
                  </a:lnTo>
                  <a:lnTo>
                    <a:pt x="3295169" y="1748524"/>
                  </a:lnTo>
                  <a:lnTo>
                    <a:pt x="3295277" y="1747901"/>
                  </a:lnTo>
                  <a:lnTo>
                    <a:pt x="3295494" y="1747277"/>
                  </a:lnTo>
                  <a:lnTo>
                    <a:pt x="3295820" y="1747277"/>
                  </a:lnTo>
                  <a:lnTo>
                    <a:pt x="3297121" y="1745406"/>
                  </a:lnTo>
                  <a:lnTo>
                    <a:pt x="3300049" y="1742288"/>
                  </a:lnTo>
                  <a:lnTo>
                    <a:pt x="3300158" y="1742288"/>
                  </a:lnTo>
                  <a:lnTo>
                    <a:pt x="3300808" y="1742288"/>
                  </a:lnTo>
                  <a:lnTo>
                    <a:pt x="3301025" y="1742288"/>
                  </a:lnTo>
                  <a:lnTo>
                    <a:pt x="3301134" y="1742288"/>
                  </a:lnTo>
                  <a:lnTo>
                    <a:pt x="3303519" y="1739794"/>
                  </a:lnTo>
                  <a:lnTo>
                    <a:pt x="3305038" y="1737923"/>
                  </a:lnTo>
                  <a:lnTo>
                    <a:pt x="3308074" y="1734182"/>
                  </a:lnTo>
                  <a:lnTo>
                    <a:pt x="3310785" y="1729193"/>
                  </a:lnTo>
                  <a:lnTo>
                    <a:pt x="3311545" y="1729193"/>
                  </a:lnTo>
                  <a:lnTo>
                    <a:pt x="3313713" y="1727323"/>
                  </a:lnTo>
                  <a:lnTo>
                    <a:pt x="3313822" y="1727323"/>
                  </a:lnTo>
                  <a:lnTo>
                    <a:pt x="3316208" y="1724205"/>
                  </a:lnTo>
                  <a:lnTo>
                    <a:pt x="3316425" y="1723581"/>
                  </a:lnTo>
                  <a:lnTo>
                    <a:pt x="3320112" y="1720463"/>
                  </a:lnTo>
                  <a:lnTo>
                    <a:pt x="3322823" y="1716722"/>
                  </a:lnTo>
                  <a:lnTo>
                    <a:pt x="3322823" y="1716098"/>
                  </a:lnTo>
                  <a:lnTo>
                    <a:pt x="3324016" y="1714851"/>
                  </a:lnTo>
                  <a:lnTo>
                    <a:pt x="3325317" y="1713604"/>
                  </a:lnTo>
                  <a:lnTo>
                    <a:pt x="3327378" y="1711109"/>
                  </a:lnTo>
                  <a:lnTo>
                    <a:pt x="3329872" y="1706744"/>
                  </a:lnTo>
                  <a:lnTo>
                    <a:pt x="3331499" y="1705497"/>
                  </a:lnTo>
                  <a:lnTo>
                    <a:pt x="3332800" y="1704874"/>
                  </a:lnTo>
                  <a:lnTo>
                    <a:pt x="3334210" y="1702379"/>
                  </a:lnTo>
                  <a:lnTo>
                    <a:pt x="3334318" y="1702379"/>
                  </a:lnTo>
                  <a:lnTo>
                    <a:pt x="3336813" y="1701132"/>
                  </a:lnTo>
                  <a:lnTo>
                    <a:pt x="3337897" y="1699885"/>
                  </a:lnTo>
                  <a:lnTo>
                    <a:pt x="3338765" y="1699261"/>
                  </a:lnTo>
                  <a:lnTo>
                    <a:pt x="3338982" y="1699261"/>
                  </a:lnTo>
                  <a:lnTo>
                    <a:pt x="3338982" y="1698638"/>
                  </a:lnTo>
                  <a:lnTo>
                    <a:pt x="3339524" y="1698638"/>
                  </a:lnTo>
                  <a:lnTo>
                    <a:pt x="3342560" y="1694896"/>
                  </a:lnTo>
                  <a:lnTo>
                    <a:pt x="3346681" y="1691778"/>
                  </a:lnTo>
                  <a:lnTo>
                    <a:pt x="3348091" y="1691778"/>
                  </a:lnTo>
                  <a:lnTo>
                    <a:pt x="3350911" y="1688037"/>
                  </a:lnTo>
                  <a:lnTo>
                    <a:pt x="3350911" y="1687413"/>
                  </a:lnTo>
                  <a:lnTo>
                    <a:pt x="3353947" y="1684919"/>
                  </a:lnTo>
                  <a:lnTo>
                    <a:pt x="3354381" y="1684295"/>
                  </a:lnTo>
                  <a:lnTo>
                    <a:pt x="3357418" y="1681801"/>
                  </a:lnTo>
                  <a:lnTo>
                    <a:pt x="3359044" y="1681177"/>
                  </a:lnTo>
                  <a:lnTo>
                    <a:pt x="3361864" y="1677436"/>
                  </a:lnTo>
                  <a:lnTo>
                    <a:pt x="3362081" y="1676189"/>
                  </a:lnTo>
                  <a:lnTo>
                    <a:pt x="3362298" y="1674318"/>
                  </a:lnTo>
                  <a:lnTo>
                    <a:pt x="3362406" y="1674318"/>
                  </a:lnTo>
                  <a:lnTo>
                    <a:pt x="3364358" y="1669953"/>
                  </a:lnTo>
                  <a:lnTo>
                    <a:pt x="3365117" y="1669953"/>
                  </a:lnTo>
                  <a:lnTo>
                    <a:pt x="3365985" y="1668706"/>
                  </a:lnTo>
                  <a:lnTo>
                    <a:pt x="3368262" y="1666211"/>
                  </a:lnTo>
                  <a:lnTo>
                    <a:pt x="3368371" y="1666211"/>
                  </a:lnTo>
                  <a:lnTo>
                    <a:pt x="3368479" y="1666211"/>
                  </a:lnTo>
                  <a:lnTo>
                    <a:pt x="3372167" y="1661846"/>
                  </a:lnTo>
                  <a:lnTo>
                    <a:pt x="3372926" y="1661846"/>
                  </a:lnTo>
                  <a:lnTo>
                    <a:pt x="3373143" y="1661223"/>
                  </a:lnTo>
                  <a:lnTo>
                    <a:pt x="3373685" y="1661223"/>
                  </a:lnTo>
                  <a:lnTo>
                    <a:pt x="3376504" y="1659352"/>
                  </a:lnTo>
                  <a:lnTo>
                    <a:pt x="3378999" y="1657481"/>
                  </a:lnTo>
                  <a:lnTo>
                    <a:pt x="3382035" y="1654987"/>
                  </a:lnTo>
                  <a:lnTo>
                    <a:pt x="3382903" y="1654363"/>
                  </a:lnTo>
                  <a:lnTo>
                    <a:pt x="3385831" y="1649375"/>
                  </a:lnTo>
                  <a:lnTo>
                    <a:pt x="3390060" y="1646257"/>
                  </a:lnTo>
                  <a:lnTo>
                    <a:pt x="3390494" y="1645010"/>
                  </a:lnTo>
                  <a:lnTo>
                    <a:pt x="3392555" y="1644386"/>
                  </a:lnTo>
                  <a:lnTo>
                    <a:pt x="3395374" y="1641892"/>
                  </a:lnTo>
                  <a:lnTo>
                    <a:pt x="3395591" y="1641892"/>
                  </a:lnTo>
                  <a:lnTo>
                    <a:pt x="3398845" y="1639397"/>
                  </a:lnTo>
                  <a:lnTo>
                    <a:pt x="3399712" y="1638150"/>
                  </a:lnTo>
                  <a:lnTo>
                    <a:pt x="3404701" y="1632538"/>
                  </a:lnTo>
                  <a:lnTo>
                    <a:pt x="3404809" y="1632538"/>
                  </a:lnTo>
                  <a:lnTo>
                    <a:pt x="3404918" y="1631914"/>
                  </a:lnTo>
                  <a:lnTo>
                    <a:pt x="3405135" y="1631291"/>
                  </a:lnTo>
                  <a:lnTo>
                    <a:pt x="3405351" y="1631291"/>
                  </a:lnTo>
                  <a:lnTo>
                    <a:pt x="3407303" y="1629420"/>
                  </a:lnTo>
                  <a:lnTo>
                    <a:pt x="3407737" y="1629420"/>
                  </a:lnTo>
                  <a:lnTo>
                    <a:pt x="3407954" y="1628797"/>
                  </a:lnTo>
                  <a:lnTo>
                    <a:pt x="3409581" y="1628173"/>
                  </a:lnTo>
                  <a:lnTo>
                    <a:pt x="3410340" y="1627549"/>
                  </a:lnTo>
                  <a:lnTo>
                    <a:pt x="3412509" y="1625055"/>
                  </a:lnTo>
                  <a:lnTo>
                    <a:pt x="3412726" y="1624431"/>
                  </a:lnTo>
                  <a:lnTo>
                    <a:pt x="3414353" y="1623184"/>
                  </a:lnTo>
                  <a:lnTo>
                    <a:pt x="3415654" y="1621937"/>
                  </a:lnTo>
                  <a:lnTo>
                    <a:pt x="3416196" y="1621314"/>
                  </a:lnTo>
                  <a:lnTo>
                    <a:pt x="3421944" y="1618196"/>
                  </a:lnTo>
                  <a:lnTo>
                    <a:pt x="3425739" y="1615701"/>
                  </a:lnTo>
                  <a:lnTo>
                    <a:pt x="3428342" y="1615078"/>
                  </a:lnTo>
                  <a:lnTo>
                    <a:pt x="3431921" y="1611336"/>
                  </a:lnTo>
                  <a:lnTo>
                    <a:pt x="3432029" y="1611336"/>
                  </a:lnTo>
                  <a:lnTo>
                    <a:pt x="3436259" y="1605100"/>
                  </a:lnTo>
                  <a:lnTo>
                    <a:pt x="3437343" y="1604477"/>
                  </a:lnTo>
                  <a:lnTo>
                    <a:pt x="3441031" y="1600735"/>
                  </a:lnTo>
                  <a:lnTo>
                    <a:pt x="3443416" y="1598865"/>
                  </a:lnTo>
                  <a:lnTo>
                    <a:pt x="3447863" y="1596370"/>
                  </a:lnTo>
                  <a:lnTo>
                    <a:pt x="3447971" y="1595747"/>
                  </a:lnTo>
                  <a:lnTo>
                    <a:pt x="3448188" y="1595123"/>
                  </a:lnTo>
                  <a:lnTo>
                    <a:pt x="3448839" y="1594499"/>
                  </a:lnTo>
                  <a:lnTo>
                    <a:pt x="3451116" y="1593876"/>
                  </a:lnTo>
                  <a:lnTo>
                    <a:pt x="3451225" y="1593876"/>
                  </a:lnTo>
                  <a:lnTo>
                    <a:pt x="3453068" y="1592005"/>
                  </a:lnTo>
                  <a:lnTo>
                    <a:pt x="3455671" y="1591382"/>
                  </a:lnTo>
                  <a:lnTo>
                    <a:pt x="3455888" y="1591382"/>
                  </a:lnTo>
                  <a:lnTo>
                    <a:pt x="3459033" y="1590758"/>
                  </a:lnTo>
                  <a:lnTo>
                    <a:pt x="3460226" y="1590134"/>
                  </a:lnTo>
                  <a:lnTo>
                    <a:pt x="3460876" y="1590134"/>
                  </a:lnTo>
                  <a:lnTo>
                    <a:pt x="3463154" y="1587640"/>
                  </a:lnTo>
                  <a:lnTo>
                    <a:pt x="3463262" y="1587640"/>
                  </a:lnTo>
                  <a:lnTo>
                    <a:pt x="3465323" y="1586393"/>
                  </a:lnTo>
                  <a:lnTo>
                    <a:pt x="3469118" y="1580157"/>
                  </a:lnTo>
                  <a:lnTo>
                    <a:pt x="3472372" y="1578910"/>
                  </a:lnTo>
                  <a:lnTo>
                    <a:pt x="3473782" y="1578286"/>
                  </a:lnTo>
                  <a:lnTo>
                    <a:pt x="3476493" y="1575168"/>
                  </a:lnTo>
                  <a:lnTo>
                    <a:pt x="3478228" y="1571427"/>
                  </a:lnTo>
                  <a:lnTo>
                    <a:pt x="3482349" y="1567685"/>
                  </a:lnTo>
                  <a:lnTo>
                    <a:pt x="3482783" y="1567685"/>
                  </a:lnTo>
                  <a:lnTo>
                    <a:pt x="3486470" y="1562697"/>
                  </a:lnTo>
                  <a:lnTo>
                    <a:pt x="3487012" y="1562697"/>
                  </a:lnTo>
                  <a:lnTo>
                    <a:pt x="3487012" y="1562073"/>
                  </a:lnTo>
                  <a:lnTo>
                    <a:pt x="3490374" y="1559579"/>
                  </a:lnTo>
                  <a:lnTo>
                    <a:pt x="3492435" y="1558955"/>
                  </a:lnTo>
                  <a:lnTo>
                    <a:pt x="3492543" y="1558955"/>
                  </a:lnTo>
                  <a:lnTo>
                    <a:pt x="3492543" y="1558332"/>
                  </a:lnTo>
                  <a:lnTo>
                    <a:pt x="3496230" y="1553343"/>
                  </a:lnTo>
                  <a:lnTo>
                    <a:pt x="3496556" y="1552719"/>
                  </a:lnTo>
                  <a:lnTo>
                    <a:pt x="3496881" y="1552719"/>
                  </a:lnTo>
                  <a:lnTo>
                    <a:pt x="3497748" y="1551472"/>
                  </a:lnTo>
                  <a:lnTo>
                    <a:pt x="3501002" y="1546484"/>
                  </a:lnTo>
                  <a:lnTo>
                    <a:pt x="3501761" y="1543989"/>
                  </a:lnTo>
                  <a:lnTo>
                    <a:pt x="3501978" y="1543989"/>
                  </a:lnTo>
                  <a:lnTo>
                    <a:pt x="3502086" y="1543989"/>
                  </a:lnTo>
                  <a:lnTo>
                    <a:pt x="3502195" y="1543989"/>
                  </a:lnTo>
                  <a:lnTo>
                    <a:pt x="3505014" y="1542742"/>
                  </a:lnTo>
                  <a:lnTo>
                    <a:pt x="3505990" y="1542742"/>
                  </a:lnTo>
                  <a:lnTo>
                    <a:pt x="3506424" y="1542119"/>
                  </a:lnTo>
                  <a:lnTo>
                    <a:pt x="3511087" y="1540871"/>
                  </a:lnTo>
                  <a:lnTo>
                    <a:pt x="3517161" y="1536506"/>
                  </a:lnTo>
                  <a:lnTo>
                    <a:pt x="3517377" y="1536506"/>
                  </a:lnTo>
                  <a:lnTo>
                    <a:pt x="3519546" y="1534636"/>
                  </a:lnTo>
                  <a:lnTo>
                    <a:pt x="3522474" y="1532765"/>
                  </a:lnTo>
                  <a:lnTo>
                    <a:pt x="3525836" y="1529023"/>
                  </a:lnTo>
                  <a:lnTo>
                    <a:pt x="3529957" y="1524035"/>
                  </a:lnTo>
                  <a:lnTo>
                    <a:pt x="3529957" y="1523411"/>
                  </a:lnTo>
                  <a:lnTo>
                    <a:pt x="3530066" y="1523411"/>
                  </a:lnTo>
                  <a:lnTo>
                    <a:pt x="3532235" y="1521540"/>
                  </a:lnTo>
                  <a:lnTo>
                    <a:pt x="3535054" y="1517799"/>
                  </a:lnTo>
                  <a:lnTo>
                    <a:pt x="3535271" y="1517175"/>
                  </a:lnTo>
                  <a:lnTo>
                    <a:pt x="3535813" y="1515305"/>
                  </a:lnTo>
                  <a:lnTo>
                    <a:pt x="3538091" y="1513434"/>
                  </a:lnTo>
                  <a:lnTo>
                    <a:pt x="3539284" y="1511563"/>
                  </a:lnTo>
                  <a:lnTo>
                    <a:pt x="3540694" y="1511563"/>
                  </a:lnTo>
                  <a:lnTo>
                    <a:pt x="3540910" y="1511563"/>
                  </a:lnTo>
                  <a:lnTo>
                    <a:pt x="3542537" y="1510316"/>
                  </a:lnTo>
                  <a:lnTo>
                    <a:pt x="3544489" y="1507822"/>
                  </a:lnTo>
                  <a:lnTo>
                    <a:pt x="3546550" y="1506574"/>
                  </a:lnTo>
                  <a:lnTo>
                    <a:pt x="3547092" y="1505327"/>
                  </a:lnTo>
                  <a:lnTo>
                    <a:pt x="3547743" y="1502209"/>
                  </a:lnTo>
                  <a:lnTo>
                    <a:pt x="3548176" y="1500339"/>
                  </a:lnTo>
                  <a:lnTo>
                    <a:pt x="3548285" y="1499715"/>
                  </a:lnTo>
                  <a:lnTo>
                    <a:pt x="3551105" y="1497844"/>
                  </a:lnTo>
                  <a:lnTo>
                    <a:pt x="3553273" y="1497221"/>
                  </a:lnTo>
                  <a:lnTo>
                    <a:pt x="3557503" y="1492856"/>
                  </a:lnTo>
                  <a:lnTo>
                    <a:pt x="3557611" y="1492856"/>
                  </a:lnTo>
                  <a:lnTo>
                    <a:pt x="3562925" y="1489738"/>
                  </a:lnTo>
                  <a:lnTo>
                    <a:pt x="3563576" y="1489114"/>
                  </a:lnTo>
                  <a:lnTo>
                    <a:pt x="3567155" y="1486620"/>
                  </a:lnTo>
                  <a:lnTo>
                    <a:pt x="3571709" y="1481008"/>
                  </a:lnTo>
                  <a:lnTo>
                    <a:pt x="3571926" y="1481008"/>
                  </a:lnTo>
                  <a:lnTo>
                    <a:pt x="3572360" y="1479760"/>
                  </a:lnTo>
                  <a:lnTo>
                    <a:pt x="3575939" y="1477266"/>
                  </a:lnTo>
                  <a:lnTo>
                    <a:pt x="3576047" y="1477266"/>
                  </a:lnTo>
                  <a:lnTo>
                    <a:pt x="3576264" y="1477266"/>
                  </a:lnTo>
                  <a:lnTo>
                    <a:pt x="3580277" y="1474148"/>
                  </a:lnTo>
                  <a:lnTo>
                    <a:pt x="3581036" y="1472901"/>
                  </a:lnTo>
                  <a:lnTo>
                    <a:pt x="3583313" y="1469783"/>
                  </a:lnTo>
                  <a:lnTo>
                    <a:pt x="3583422" y="1469783"/>
                  </a:lnTo>
                  <a:lnTo>
                    <a:pt x="3583639" y="1469159"/>
                  </a:lnTo>
                  <a:lnTo>
                    <a:pt x="3583964" y="1467912"/>
                  </a:lnTo>
                  <a:lnTo>
                    <a:pt x="3584398" y="1467912"/>
                  </a:lnTo>
                  <a:lnTo>
                    <a:pt x="3585808" y="1467289"/>
                  </a:lnTo>
                  <a:lnTo>
                    <a:pt x="3588410" y="1461676"/>
                  </a:lnTo>
                  <a:lnTo>
                    <a:pt x="3588844" y="1461676"/>
                  </a:lnTo>
                  <a:lnTo>
                    <a:pt x="3588953" y="1461676"/>
                  </a:lnTo>
                  <a:lnTo>
                    <a:pt x="3589169" y="1461676"/>
                  </a:lnTo>
                  <a:lnTo>
                    <a:pt x="3591338" y="1460429"/>
                  </a:lnTo>
                  <a:lnTo>
                    <a:pt x="3591447" y="1460429"/>
                  </a:lnTo>
                  <a:lnTo>
                    <a:pt x="3592531" y="1458559"/>
                  </a:lnTo>
                  <a:lnTo>
                    <a:pt x="3596652" y="1455441"/>
                  </a:lnTo>
                  <a:lnTo>
                    <a:pt x="3600665" y="1453570"/>
                  </a:lnTo>
                  <a:lnTo>
                    <a:pt x="3607497" y="1449828"/>
                  </a:lnTo>
                  <a:lnTo>
                    <a:pt x="3607606" y="1449828"/>
                  </a:lnTo>
                  <a:lnTo>
                    <a:pt x="3610750" y="1447334"/>
                  </a:lnTo>
                  <a:lnTo>
                    <a:pt x="3610859" y="1447334"/>
                  </a:lnTo>
                  <a:lnTo>
                    <a:pt x="3614112" y="1444216"/>
                  </a:lnTo>
                  <a:lnTo>
                    <a:pt x="3614546" y="1444216"/>
                  </a:lnTo>
                  <a:lnTo>
                    <a:pt x="3615414" y="1443593"/>
                  </a:lnTo>
                  <a:lnTo>
                    <a:pt x="3618450" y="1440475"/>
                  </a:lnTo>
                  <a:lnTo>
                    <a:pt x="3618776" y="1440475"/>
                  </a:lnTo>
                  <a:lnTo>
                    <a:pt x="3618884" y="1439851"/>
                  </a:lnTo>
                  <a:lnTo>
                    <a:pt x="3619209" y="1439851"/>
                  </a:lnTo>
                  <a:lnTo>
                    <a:pt x="3621812" y="1436733"/>
                  </a:lnTo>
                  <a:lnTo>
                    <a:pt x="3622137" y="1436110"/>
                  </a:lnTo>
                  <a:lnTo>
                    <a:pt x="3622788" y="1434239"/>
                  </a:lnTo>
                  <a:lnTo>
                    <a:pt x="3623656" y="1434239"/>
                  </a:lnTo>
                  <a:lnTo>
                    <a:pt x="3625825" y="1432368"/>
                  </a:lnTo>
                  <a:lnTo>
                    <a:pt x="3625933" y="1431121"/>
                  </a:lnTo>
                  <a:lnTo>
                    <a:pt x="3625933" y="1430497"/>
                  </a:lnTo>
                  <a:lnTo>
                    <a:pt x="3628861" y="1429250"/>
                  </a:lnTo>
                  <a:lnTo>
                    <a:pt x="3629837" y="1428627"/>
                  </a:lnTo>
                  <a:lnTo>
                    <a:pt x="3630163" y="1428627"/>
                  </a:lnTo>
                  <a:lnTo>
                    <a:pt x="3630379" y="1428627"/>
                  </a:lnTo>
                  <a:lnTo>
                    <a:pt x="3631030" y="1428003"/>
                  </a:lnTo>
                  <a:lnTo>
                    <a:pt x="3633416" y="1426756"/>
                  </a:lnTo>
                  <a:lnTo>
                    <a:pt x="3635368" y="1426132"/>
                  </a:lnTo>
                  <a:lnTo>
                    <a:pt x="3640140" y="1423638"/>
                  </a:lnTo>
                  <a:lnTo>
                    <a:pt x="3640140" y="1423014"/>
                  </a:lnTo>
                  <a:lnTo>
                    <a:pt x="3644803" y="1421144"/>
                  </a:lnTo>
                  <a:lnTo>
                    <a:pt x="3649900" y="1416155"/>
                  </a:lnTo>
                  <a:lnTo>
                    <a:pt x="3650008" y="1416155"/>
                  </a:lnTo>
                  <a:lnTo>
                    <a:pt x="3650117" y="1416155"/>
                  </a:lnTo>
                  <a:lnTo>
                    <a:pt x="3652394" y="1413037"/>
                  </a:lnTo>
                  <a:lnTo>
                    <a:pt x="3654455" y="1411790"/>
                  </a:lnTo>
                  <a:lnTo>
                    <a:pt x="3654563" y="1411790"/>
                  </a:lnTo>
                  <a:lnTo>
                    <a:pt x="3655214" y="1411166"/>
                  </a:lnTo>
                  <a:lnTo>
                    <a:pt x="3659335" y="1410543"/>
                  </a:lnTo>
                  <a:lnTo>
                    <a:pt x="3659660" y="1409919"/>
                  </a:lnTo>
                  <a:lnTo>
                    <a:pt x="3662480" y="1406801"/>
                  </a:lnTo>
                  <a:lnTo>
                    <a:pt x="3662914" y="1404930"/>
                  </a:lnTo>
                  <a:lnTo>
                    <a:pt x="3664649" y="1402436"/>
                  </a:lnTo>
                  <a:lnTo>
                    <a:pt x="3664649" y="1401189"/>
                  </a:lnTo>
                  <a:lnTo>
                    <a:pt x="3667360" y="1399942"/>
                  </a:lnTo>
                  <a:lnTo>
                    <a:pt x="3667577" y="1399942"/>
                  </a:lnTo>
                  <a:lnTo>
                    <a:pt x="3667685" y="1399942"/>
                  </a:lnTo>
                  <a:lnTo>
                    <a:pt x="3668661" y="1398695"/>
                  </a:lnTo>
                  <a:lnTo>
                    <a:pt x="3671806" y="1397447"/>
                  </a:lnTo>
                  <a:lnTo>
                    <a:pt x="3671806" y="1396824"/>
                  </a:lnTo>
                  <a:lnTo>
                    <a:pt x="3672674" y="1395577"/>
                  </a:lnTo>
                  <a:lnTo>
                    <a:pt x="3672674" y="1394953"/>
                  </a:lnTo>
                  <a:lnTo>
                    <a:pt x="3673975" y="1391835"/>
                  </a:lnTo>
                  <a:lnTo>
                    <a:pt x="3674626" y="1391212"/>
                  </a:lnTo>
                  <a:lnTo>
                    <a:pt x="3679181" y="1386847"/>
                  </a:lnTo>
                  <a:lnTo>
                    <a:pt x="3679289" y="1386847"/>
                  </a:lnTo>
                  <a:lnTo>
                    <a:pt x="3683410" y="1384352"/>
                  </a:lnTo>
                  <a:lnTo>
                    <a:pt x="3688290" y="1379364"/>
                  </a:lnTo>
                  <a:lnTo>
                    <a:pt x="3690785" y="1377493"/>
                  </a:lnTo>
                  <a:lnTo>
                    <a:pt x="3691435" y="1377493"/>
                  </a:lnTo>
                  <a:lnTo>
                    <a:pt x="3695231" y="1376869"/>
                  </a:lnTo>
                  <a:lnTo>
                    <a:pt x="3695882" y="1376246"/>
                  </a:lnTo>
                  <a:lnTo>
                    <a:pt x="3695882" y="1375622"/>
                  </a:lnTo>
                  <a:lnTo>
                    <a:pt x="3698810" y="1374999"/>
                  </a:lnTo>
                  <a:lnTo>
                    <a:pt x="3699894" y="1374375"/>
                  </a:lnTo>
                  <a:lnTo>
                    <a:pt x="3701629" y="1373751"/>
                  </a:lnTo>
                  <a:lnTo>
                    <a:pt x="3705425" y="1372504"/>
                  </a:lnTo>
                  <a:lnTo>
                    <a:pt x="3705533" y="1372504"/>
                  </a:lnTo>
                  <a:lnTo>
                    <a:pt x="3708353" y="1370633"/>
                  </a:lnTo>
                  <a:lnTo>
                    <a:pt x="3708895" y="1370633"/>
                  </a:lnTo>
                  <a:lnTo>
                    <a:pt x="3709004" y="1370633"/>
                  </a:lnTo>
                  <a:lnTo>
                    <a:pt x="3709004" y="1370010"/>
                  </a:lnTo>
                  <a:lnTo>
                    <a:pt x="3711390" y="1368763"/>
                  </a:lnTo>
                  <a:lnTo>
                    <a:pt x="3711606" y="1367516"/>
                  </a:lnTo>
                  <a:lnTo>
                    <a:pt x="3714643" y="1366268"/>
                  </a:lnTo>
                  <a:lnTo>
                    <a:pt x="3714860" y="1366268"/>
                  </a:lnTo>
                  <a:lnTo>
                    <a:pt x="3714968" y="1365645"/>
                  </a:lnTo>
                  <a:lnTo>
                    <a:pt x="3717354" y="1363774"/>
                  </a:lnTo>
                  <a:lnTo>
                    <a:pt x="3718222" y="1363150"/>
                  </a:lnTo>
                  <a:lnTo>
                    <a:pt x="3718764" y="1363150"/>
                  </a:lnTo>
                  <a:lnTo>
                    <a:pt x="3719632" y="1362527"/>
                  </a:lnTo>
                  <a:lnTo>
                    <a:pt x="3719848" y="1362527"/>
                  </a:lnTo>
                  <a:lnTo>
                    <a:pt x="3721475" y="1361903"/>
                  </a:lnTo>
                  <a:lnTo>
                    <a:pt x="3723210" y="1358785"/>
                  </a:lnTo>
                  <a:lnTo>
                    <a:pt x="3727440" y="1357538"/>
                  </a:lnTo>
                  <a:lnTo>
                    <a:pt x="3731127" y="1353173"/>
                  </a:lnTo>
                  <a:lnTo>
                    <a:pt x="3735899" y="1346937"/>
                  </a:lnTo>
                  <a:lnTo>
                    <a:pt x="3736766" y="1346314"/>
                  </a:lnTo>
                  <a:lnTo>
                    <a:pt x="3736875" y="1346314"/>
                  </a:lnTo>
                  <a:lnTo>
                    <a:pt x="3737092" y="1346314"/>
                  </a:lnTo>
                  <a:lnTo>
                    <a:pt x="3740562" y="1344443"/>
                  </a:lnTo>
                  <a:lnTo>
                    <a:pt x="3742189" y="1342572"/>
                  </a:lnTo>
                  <a:lnTo>
                    <a:pt x="3742297" y="1341325"/>
                  </a:lnTo>
                  <a:lnTo>
                    <a:pt x="3745442" y="1338207"/>
                  </a:lnTo>
                  <a:lnTo>
                    <a:pt x="3745550" y="1338207"/>
                  </a:lnTo>
                  <a:lnTo>
                    <a:pt x="3746743" y="1337584"/>
                  </a:lnTo>
                  <a:lnTo>
                    <a:pt x="3746852" y="1337584"/>
                  </a:lnTo>
                  <a:lnTo>
                    <a:pt x="3749238" y="1335089"/>
                  </a:lnTo>
                  <a:lnTo>
                    <a:pt x="3750864" y="1333218"/>
                  </a:lnTo>
                  <a:lnTo>
                    <a:pt x="3750973" y="1333218"/>
                  </a:lnTo>
                  <a:lnTo>
                    <a:pt x="3754009" y="1330101"/>
                  </a:lnTo>
                  <a:lnTo>
                    <a:pt x="3757697" y="1326983"/>
                  </a:lnTo>
                  <a:lnTo>
                    <a:pt x="3758022" y="1325736"/>
                  </a:lnTo>
                  <a:lnTo>
                    <a:pt x="3758564" y="1325736"/>
                  </a:lnTo>
                  <a:lnTo>
                    <a:pt x="3761167" y="1322618"/>
                  </a:lnTo>
                  <a:lnTo>
                    <a:pt x="3761384" y="1322618"/>
                  </a:lnTo>
                  <a:lnTo>
                    <a:pt x="3761384" y="1321994"/>
                  </a:lnTo>
                  <a:lnTo>
                    <a:pt x="3761818" y="1321994"/>
                  </a:lnTo>
                  <a:lnTo>
                    <a:pt x="3762251" y="1321370"/>
                  </a:lnTo>
                  <a:lnTo>
                    <a:pt x="3766915" y="1320123"/>
                  </a:lnTo>
                  <a:lnTo>
                    <a:pt x="3771361" y="1318253"/>
                  </a:lnTo>
                  <a:lnTo>
                    <a:pt x="3776783" y="1315135"/>
                  </a:lnTo>
                  <a:lnTo>
                    <a:pt x="3778844" y="1313887"/>
                  </a:lnTo>
                  <a:lnTo>
                    <a:pt x="3779169" y="1313264"/>
                  </a:lnTo>
                  <a:lnTo>
                    <a:pt x="3783832" y="1307028"/>
                  </a:lnTo>
                  <a:lnTo>
                    <a:pt x="3787411" y="1303287"/>
                  </a:lnTo>
                  <a:lnTo>
                    <a:pt x="3787519" y="1302663"/>
                  </a:lnTo>
                  <a:lnTo>
                    <a:pt x="3788712" y="1301416"/>
                  </a:lnTo>
                  <a:lnTo>
                    <a:pt x="3790231" y="1300169"/>
                  </a:lnTo>
                  <a:lnTo>
                    <a:pt x="3793593" y="1296427"/>
                  </a:lnTo>
                  <a:lnTo>
                    <a:pt x="3793701" y="1296427"/>
                  </a:lnTo>
                  <a:lnTo>
                    <a:pt x="3796629" y="1295804"/>
                  </a:lnTo>
                  <a:lnTo>
                    <a:pt x="3796954" y="1293933"/>
                  </a:lnTo>
                  <a:lnTo>
                    <a:pt x="3797388" y="1291438"/>
                  </a:lnTo>
                  <a:lnTo>
                    <a:pt x="3798906" y="1289568"/>
                  </a:lnTo>
                  <a:lnTo>
                    <a:pt x="3799015" y="1289568"/>
                  </a:lnTo>
                  <a:lnTo>
                    <a:pt x="3801184" y="1288944"/>
                  </a:lnTo>
                  <a:lnTo>
                    <a:pt x="3801401" y="1288944"/>
                  </a:lnTo>
                  <a:lnTo>
                    <a:pt x="3801509" y="1288944"/>
                  </a:lnTo>
                  <a:lnTo>
                    <a:pt x="3803244" y="1288944"/>
                  </a:lnTo>
                  <a:lnTo>
                    <a:pt x="3803244" y="1288321"/>
                  </a:lnTo>
                  <a:lnTo>
                    <a:pt x="3804112" y="1287697"/>
                  </a:lnTo>
                  <a:lnTo>
                    <a:pt x="3804329" y="1287697"/>
                  </a:lnTo>
                  <a:lnTo>
                    <a:pt x="3804654" y="1287697"/>
                  </a:lnTo>
                  <a:lnTo>
                    <a:pt x="3806932" y="1287073"/>
                  </a:lnTo>
                  <a:lnTo>
                    <a:pt x="3807799" y="1285826"/>
                  </a:lnTo>
                  <a:lnTo>
                    <a:pt x="3812896" y="1281461"/>
                  </a:lnTo>
                  <a:lnTo>
                    <a:pt x="3816150" y="1277720"/>
                  </a:lnTo>
                  <a:lnTo>
                    <a:pt x="3820487" y="1276473"/>
                  </a:lnTo>
                  <a:lnTo>
                    <a:pt x="3820921" y="1276473"/>
                  </a:lnTo>
                  <a:lnTo>
                    <a:pt x="3823849" y="1274602"/>
                  </a:lnTo>
                  <a:lnTo>
                    <a:pt x="3825801" y="1272731"/>
                  </a:lnTo>
                  <a:lnTo>
                    <a:pt x="3826018" y="1272731"/>
                  </a:lnTo>
                  <a:lnTo>
                    <a:pt x="3829705" y="1270237"/>
                  </a:lnTo>
                  <a:lnTo>
                    <a:pt x="3829705" y="1269613"/>
                  </a:lnTo>
                  <a:lnTo>
                    <a:pt x="3830139" y="1268990"/>
                  </a:lnTo>
                  <a:lnTo>
                    <a:pt x="3830465" y="1268990"/>
                  </a:lnTo>
                  <a:lnTo>
                    <a:pt x="3830573" y="1268990"/>
                  </a:lnTo>
                  <a:lnTo>
                    <a:pt x="3833610" y="1267119"/>
                  </a:lnTo>
                  <a:lnTo>
                    <a:pt x="3835019" y="1265248"/>
                  </a:lnTo>
                  <a:lnTo>
                    <a:pt x="3835887" y="1264624"/>
                  </a:lnTo>
                  <a:lnTo>
                    <a:pt x="3835995" y="1264624"/>
                  </a:lnTo>
                  <a:lnTo>
                    <a:pt x="3836104" y="1264624"/>
                  </a:lnTo>
                  <a:lnTo>
                    <a:pt x="3838598" y="1263377"/>
                  </a:lnTo>
                  <a:lnTo>
                    <a:pt x="3838707" y="1263377"/>
                  </a:lnTo>
                  <a:lnTo>
                    <a:pt x="3840876" y="1259012"/>
                  </a:lnTo>
                  <a:lnTo>
                    <a:pt x="3841418" y="1257141"/>
                  </a:lnTo>
                  <a:lnTo>
                    <a:pt x="3841852" y="1256518"/>
                  </a:lnTo>
                  <a:lnTo>
                    <a:pt x="3842719" y="1255271"/>
                  </a:lnTo>
                  <a:lnTo>
                    <a:pt x="3845539" y="1253400"/>
                  </a:lnTo>
                  <a:lnTo>
                    <a:pt x="3851286" y="1248411"/>
                  </a:lnTo>
                  <a:lnTo>
                    <a:pt x="3855299" y="1245293"/>
                  </a:lnTo>
                  <a:lnTo>
                    <a:pt x="3858986" y="1239681"/>
                  </a:lnTo>
                  <a:lnTo>
                    <a:pt x="3860504" y="1239681"/>
                  </a:lnTo>
                  <a:lnTo>
                    <a:pt x="3865602" y="1235940"/>
                  </a:lnTo>
                  <a:lnTo>
                    <a:pt x="3865710" y="1235940"/>
                  </a:lnTo>
                  <a:lnTo>
                    <a:pt x="3866252" y="1235316"/>
                  </a:lnTo>
                  <a:lnTo>
                    <a:pt x="3866361" y="1234069"/>
                  </a:lnTo>
                  <a:lnTo>
                    <a:pt x="3869614" y="1233445"/>
                  </a:lnTo>
                  <a:lnTo>
                    <a:pt x="3869939" y="1232822"/>
                  </a:lnTo>
                  <a:lnTo>
                    <a:pt x="3870590" y="1232198"/>
                  </a:lnTo>
                  <a:lnTo>
                    <a:pt x="3876012" y="1226586"/>
                  </a:lnTo>
                  <a:lnTo>
                    <a:pt x="3876229" y="1226586"/>
                  </a:lnTo>
                  <a:lnTo>
                    <a:pt x="3880025" y="1225962"/>
                  </a:lnTo>
                  <a:lnTo>
                    <a:pt x="3880133" y="1225339"/>
                  </a:lnTo>
                  <a:lnTo>
                    <a:pt x="3880350" y="1224715"/>
                  </a:lnTo>
                  <a:lnTo>
                    <a:pt x="3881109" y="1223468"/>
                  </a:lnTo>
                  <a:lnTo>
                    <a:pt x="3881218" y="1223468"/>
                  </a:lnTo>
                  <a:lnTo>
                    <a:pt x="3883604" y="1220974"/>
                  </a:lnTo>
                  <a:lnTo>
                    <a:pt x="3884471" y="1220974"/>
                  </a:lnTo>
                  <a:lnTo>
                    <a:pt x="3884580" y="1220974"/>
                  </a:lnTo>
                  <a:lnTo>
                    <a:pt x="3884797" y="1220974"/>
                  </a:lnTo>
                  <a:lnTo>
                    <a:pt x="3886206" y="1217232"/>
                  </a:lnTo>
                  <a:lnTo>
                    <a:pt x="3887291" y="1216609"/>
                  </a:lnTo>
                  <a:lnTo>
                    <a:pt x="3887508" y="1216609"/>
                  </a:lnTo>
                  <a:lnTo>
                    <a:pt x="3887942" y="1215985"/>
                  </a:lnTo>
                  <a:lnTo>
                    <a:pt x="3892713" y="1209749"/>
                  </a:lnTo>
                  <a:lnTo>
                    <a:pt x="3896943" y="1207255"/>
                  </a:lnTo>
                  <a:lnTo>
                    <a:pt x="3901281" y="1204137"/>
                  </a:lnTo>
                  <a:lnTo>
                    <a:pt x="3901389" y="1204137"/>
                  </a:lnTo>
                  <a:lnTo>
                    <a:pt x="3901498" y="1203513"/>
                  </a:lnTo>
                  <a:lnTo>
                    <a:pt x="3905293" y="1202266"/>
                  </a:lnTo>
                  <a:lnTo>
                    <a:pt x="3906269" y="1201643"/>
                  </a:lnTo>
                  <a:lnTo>
                    <a:pt x="3910065" y="1201019"/>
                  </a:lnTo>
                  <a:lnTo>
                    <a:pt x="3910282" y="1201019"/>
                  </a:lnTo>
                  <a:lnTo>
                    <a:pt x="3911366" y="1199148"/>
                  </a:lnTo>
                  <a:lnTo>
                    <a:pt x="3913969" y="1196654"/>
                  </a:lnTo>
                  <a:lnTo>
                    <a:pt x="3914294" y="1194783"/>
                  </a:lnTo>
                  <a:lnTo>
                    <a:pt x="3917982" y="1192912"/>
                  </a:lnTo>
                  <a:lnTo>
                    <a:pt x="3917982" y="1191665"/>
                  </a:lnTo>
                  <a:lnTo>
                    <a:pt x="3919066" y="1190418"/>
                  </a:lnTo>
                  <a:lnTo>
                    <a:pt x="3919825" y="1190418"/>
                  </a:lnTo>
                  <a:lnTo>
                    <a:pt x="3919934" y="1190418"/>
                  </a:lnTo>
                  <a:lnTo>
                    <a:pt x="3921994" y="1188547"/>
                  </a:lnTo>
                  <a:lnTo>
                    <a:pt x="3922103" y="1188547"/>
                  </a:lnTo>
                  <a:lnTo>
                    <a:pt x="3922103" y="1187924"/>
                  </a:lnTo>
                  <a:lnTo>
                    <a:pt x="3922211" y="1187924"/>
                  </a:lnTo>
                  <a:lnTo>
                    <a:pt x="3922319" y="1187924"/>
                  </a:lnTo>
                  <a:lnTo>
                    <a:pt x="3925573" y="1187300"/>
                  </a:lnTo>
                  <a:lnTo>
                    <a:pt x="3926874" y="1185429"/>
                  </a:lnTo>
                  <a:lnTo>
                    <a:pt x="3927091" y="1185429"/>
                  </a:lnTo>
                  <a:lnTo>
                    <a:pt x="3927742" y="1185429"/>
                  </a:lnTo>
                  <a:lnTo>
                    <a:pt x="3927850" y="1185429"/>
                  </a:lnTo>
                  <a:lnTo>
                    <a:pt x="3928176" y="1185429"/>
                  </a:lnTo>
                  <a:lnTo>
                    <a:pt x="3930778" y="1181688"/>
                  </a:lnTo>
                  <a:lnTo>
                    <a:pt x="3935984" y="1179194"/>
                  </a:lnTo>
                  <a:lnTo>
                    <a:pt x="3941298" y="1176076"/>
                  </a:lnTo>
                  <a:lnTo>
                    <a:pt x="3946286" y="1172958"/>
                  </a:lnTo>
                  <a:lnTo>
                    <a:pt x="3946286" y="1172334"/>
                  </a:lnTo>
                  <a:lnTo>
                    <a:pt x="3948347" y="1170464"/>
                  </a:lnTo>
                  <a:lnTo>
                    <a:pt x="3952034" y="1165475"/>
                  </a:lnTo>
                  <a:lnTo>
                    <a:pt x="3952142" y="1165475"/>
                  </a:lnTo>
                  <a:lnTo>
                    <a:pt x="3952685" y="1164228"/>
                  </a:lnTo>
                  <a:lnTo>
                    <a:pt x="3952793" y="1164228"/>
                  </a:lnTo>
                  <a:lnTo>
                    <a:pt x="3956047" y="1159239"/>
                  </a:lnTo>
                  <a:lnTo>
                    <a:pt x="3959842" y="1157368"/>
                  </a:lnTo>
                  <a:lnTo>
                    <a:pt x="3960601" y="1156121"/>
                  </a:lnTo>
                  <a:lnTo>
                    <a:pt x="3963421" y="1154250"/>
                  </a:lnTo>
                  <a:lnTo>
                    <a:pt x="3963746" y="1153003"/>
                  </a:lnTo>
                  <a:lnTo>
                    <a:pt x="3965915" y="1150509"/>
                  </a:lnTo>
                  <a:lnTo>
                    <a:pt x="3968084" y="1149885"/>
                  </a:lnTo>
                  <a:lnTo>
                    <a:pt x="3968301" y="1149885"/>
                  </a:lnTo>
                  <a:lnTo>
                    <a:pt x="3968626" y="1149885"/>
                  </a:lnTo>
                  <a:lnTo>
                    <a:pt x="3968735" y="1149885"/>
                  </a:lnTo>
                  <a:lnTo>
                    <a:pt x="3970362" y="1146144"/>
                  </a:lnTo>
                  <a:lnTo>
                    <a:pt x="3970470" y="1145520"/>
                  </a:lnTo>
                  <a:lnTo>
                    <a:pt x="3970904" y="1144273"/>
                  </a:lnTo>
                  <a:lnTo>
                    <a:pt x="3971554" y="1142402"/>
                  </a:lnTo>
                  <a:lnTo>
                    <a:pt x="3971663" y="1141155"/>
                  </a:lnTo>
                  <a:lnTo>
                    <a:pt x="3974374" y="1138661"/>
                  </a:lnTo>
                  <a:lnTo>
                    <a:pt x="3982291" y="1131178"/>
                  </a:lnTo>
                  <a:lnTo>
                    <a:pt x="3982941" y="1130554"/>
                  </a:lnTo>
                  <a:lnTo>
                    <a:pt x="3986737" y="1128683"/>
                  </a:lnTo>
                  <a:lnTo>
                    <a:pt x="3990750" y="1126813"/>
                  </a:lnTo>
                  <a:lnTo>
                    <a:pt x="3990967" y="1126189"/>
                  </a:lnTo>
                  <a:lnTo>
                    <a:pt x="3990967" y="1125566"/>
                  </a:lnTo>
                  <a:lnTo>
                    <a:pt x="3995088" y="1123071"/>
                  </a:lnTo>
                  <a:lnTo>
                    <a:pt x="3995955" y="1123071"/>
                  </a:lnTo>
                  <a:lnTo>
                    <a:pt x="3997256" y="1123071"/>
                  </a:lnTo>
                  <a:lnTo>
                    <a:pt x="3997365" y="1123071"/>
                  </a:lnTo>
                  <a:lnTo>
                    <a:pt x="4001052" y="1118083"/>
                  </a:lnTo>
                  <a:lnTo>
                    <a:pt x="4005498" y="1117459"/>
                  </a:lnTo>
                  <a:lnTo>
                    <a:pt x="4005932" y="1117459"/>
                  </a:lnTo>
                  <a:lnTo>
                    <a:pt x="4006258" y="1116212"/>
                  </a:lnTo>
                  <a:lnTo>
                    <a:pt x="4007451" y="1116212"/>
                  </a:lnTo>
                  <a:lnTo>
                    <a:pt x="4008318" y="1114965"/>
                  </a:lnTo>
                  <a:lnTo>
                    <a:pt x="4010162" y="1112470"/>
                  </a:lnTo>
                  <a:lnTo>
                    <a:pt x="4010487" y="1111847"/>
                  </a:lnTo>
                  <a:lnTo>
                    <a:pt x="4010595" y="1111223"/>
                  </a:lnTo>
                  <a:lnTo>
                    <a:pt x="4013632" y="1110600"/>
                  </a:lnTo>
                  <a:lnTo>
                    <a:pt x="4014608" y="1108729"/>
                  </a:lnTo>
                  <a:lnTo>
                    <a:pt x="4015042" y="1108729"/>
                  </a:lnTo>
                  <a:lnTo>
                    <a:pt x="4015150" y="1108105"/>
                  </a:lnTo>
                  <a:lnTo>
                    <a:pt x="4016018" y="1106858"/>
                  </a:lnTo>
                  <a:lnTo>
                    <a:pt x="4018404" y="1103740"/>
                  </a:lnTo>
                  <a:lnTo>
                    <a:pt x="4018621" y="1103740"/>
                  </a:lnTo>
                  <a:lnTo>
                    <a:pt x="4023392" y="1102493"/>
                  </a:lnTo>
                  <a:lnTo>
                    <a:pt x="4028164" y="1101869"/>
                  </a:lnTo>
                  <a:lnTo>
                    <a:pt x="4028923" y="1101246"/>
                  </a:lnTo>
                  <a:lnTo>
                    <a:pt x="4033153" y="1100622"/>
                  </a:lnTo>
                  <a:lnTo>
                    <a:pt x="4035321" y="1098128"/>
                  </a:lnTo>
                  <a:lnTo>
                    <a:pt x="4039117" y="1096881"/>
                  </a:lnTo>
                  <a:lnTo>
                    <a:pt x="4043130" y="1093139"/>
                  </a:lnTo>
                  <a:lnTo>
                    <a:pt x="4043455" y="1092516"/>
                  </a:lnTo>
                  <a:lnTo>
                    <a:pt x="4043672" y="1091892"/>
                  </a:lnTo>
                  <a:lnTo>
                    <a:pt x="4043672" y="1091269"/>
                  </a:lnTo>
                  <a:lnTo>
                    <a:pt x="4043780" y="1091269"/>
                  </a:lnTo>
                  <a:lnTo>
                    <a:pt x="4046925" y="1090645"/>
                  </a:lnTo>
                  <a:lnTo>
                    <a:pt x="4049636" y="1088151"/>
                  </a:lnTo>
                  <a:lnTo>
                    <a:pt x="4049636" y="1087527"/>
                  </a:lnTo>
                  <a:lnTo>
                    <a:pt x="4049745" y="1086280"/>
                  </a:lnTo>
                  <a:lnTo>
                    <a:pt x="4051805" y="1084409"/>
                  </a:lnTo>
                  <a:lnTo>
                    <a:pt x="4051914" y="1083786"/>
                  </a:lnTo>
                  <a:lnTo>
                    <a:pt x="4053432" y="1081291"/>
                  </a:lnTo>
                  <a:lnTo>
                    <a:pt x="4055710" y="1078173"/>
                  </a:lnTo>
                  <a:lnTo>
                    <a:pt x="4055818" y="1077550"/>
                  </a:lnTo>
                  <a:lnTo>
                    <a:pt x="4056469" y="1075055"/>
                  </a:lnTo>
                  <a:lnTo>
                    <a:pt x="4059288" y="1071938"/>
                  </a:lnTo>
                  <a:lnTo>
                    <a:pt x="4060481" y="1068196"/>
                  </a:lnTo>
                  <a:lnTo>
                    <a:pt x="4060590" y="1068196"/>
                  </a:lnTo>
                  <a:lnTo>
                    <a:pt x="4060698" y="1068196"/>
                  </a:lnTo>
                  <a:lnTo>
                    <a:pt x="4062867" y="1068196"/>
                  </a:lnTo>
                  <a:lnTo>
                    <a:pt x="4067422" y="1066949"/>
                  </a:lnTo>
                  <a:lnTo>
                    <a:pt x="4069699" y="1066325"/>
                  </a:lnTo>
                  <a:lnTo>
                    <a:pt x="4074471" y="1064455"/>
                  </a:lnTo>
                  <a:lnTo>
                    <a:pt x="4075122" y="1064455"/>
                  </a:lnTo>
                  <a:lnTo>
                    <a:pt x="4075664" y="1063831"/>
                  </a:lnTo>
                  <a:lnTo>
                    <a:pt x="4079351" y="1059466"/>
                  </a:lnTo>
                  <a:lnTo>
                    <a:pt x="4079351" y="1058842"/>
                  </a:lnTo>
                  <a:lnTo>
                    <a:pt x="4082279" y="1057595"/>
                  </a:lnTo>
                  <a:lnTo>
                    <a:pt x="4083797" y="1056348"/>
                  </a:lnTo>
                  <a:lnTo>
                    <a:pt x="4085749" y="1054477"/>
                  </a:lnTo>
                  <a:lnTo>
                    <a:pt x="4088135" y="1053230"/>
                  </a:lnTo>
                  <a:lnTo>
                    <a:pt x="4090955" y="1051983"/>
                  </a:lnTo>
                  <a:lnTo>
                    <a:pt x="4091172" y="1051359"/>
                  </a:lnTo>
                  <a:lnTo>
                    <a:pt x="4091497" y="1050736"/>
                  </a:lnTo>
                  <a:lnTo>
                    <a:pt x="4093232" y="1048865"/>
                  </a:lnTo>
                  <a:lnTo>
                    <a:pt x="4093775" y="1046371"/>
                  </a:lnTo>
                  <a:lnTo>
                    <a:pt x="4096919" y="1045747"/>
                  </a:lnTo>
                  <a:lnTo>
                    <a:pt x="4097245" y="1045747"/>
                  </a:lnTo>
                  <a:lnTo>
                    <a:pt x="4097353" y="1045123"/>
                  </a:lnTo>
                  <a:lnTo>
                    <a:pt x="4099414" y="1044500"/>
                  </a:lnTo>
                  <a:lnTo>
                    <a:pt x="4100173" y="1043876"/>
                  </a:lnTo>
                  <a:lnTo>
                    <a:pt x="4100390" y="1043876"/>
                  </a:lnTo>
                  <a:lnTo>
                    <a:pt x="4101040" y="1042006"/>
                  </a:lnTo>
                  <a:lnTo>
                    <a:pt x="4101474" y="1040135"/>
                  </a:lnTo>
                  <a:lnTo>
                    <a:pt x="4103209" y="1038888"/>
                  </a:lnTo>
                  <a:lnTo>
                    <a:pt x="4103643" y="1038264"/>
                  </a:lnTo>
                  <a:lnTo>
                    <a:pt x="4108415" y="1036393"/>
                  </a:lnTo>
                  <a:lnTo>
                    <a:pt x="4112753" y="1035770"/>
                  </a:lnTo>
                  <a:lnTo>
                    <a:pt x="4117524" y="1032652"/>
                  </a:lnTo>
                  <a:lnTo>
                    <a:pt x="4122838" y="1027663"/>
                  </a:lnTo>
                  <a:lnTo>
                    <a:pt x="4123272" y="1027663"/>
                  </a:lnTo>
                  <a:lnTo>
                    <a:pt x="4126309" y="1027040"/>
                  </a:lnTo>
                  <a:lnTo>
                    <a:pt x="4127176" y="1026416"/>
                  </a:lnTo>
                  <a:lnTo>
                    <a:pt x="4127393" y="1026416"/>
                  </a:lnTo>
                  <a:lnTo>
                    <a:pt x="4130538" y="1026416"/>
                  </a:lnTo>
                  <a:lnTo>
                    <a:pt x="4132165" y="1022675"/>
                  </a:lnTo>
                  <a:lnTo>
                    <a:pt x="4133141" y="1022675"/>
                  </a:lnTo>
                  <a:lnTo>
                    <a:pt x="4133249" y="1022675"/>
                  </a:lnTo>
                  <a:lnTo>
                    <a:pt x="4134117" y="1022675"/>
                  </a:lnTo>
                  <a:lnTo>
                    <a:pt x="4136720" y="1020804"/>
                  </a:lnTo>
                  <a:lnTo>
                    <a:pt x="4136720" y="1020180"/>
                  </a:lnTo>
                  <a:lnTo>
                    <a:pt x="4141925" y="1015815"/>
                  </a:lnTo>
                  <a:lnTo>
                    <a:pt x="4141925" y="1015192"/>
                  </a:lnTo>
                  <a:lnTo>
                    <a:pt x="4142142" y="1015192"/>
                  </a:lnTo>
                  <a:lnTo>
                    <a:pt x="4142793" y="1012697"/>
                  </a:lnTo>
                  <a:lnTo>
                    <a:pt x="4143335" y="1012074"/>
                  </a:lnTo>
                  <a:lnTo>
                    <a:pt x="4146155" y="1010826"/>
                  </a:lnTo>
                  <a:lnTo>
                    <a:pt x="4147022" y="1008332"/>
                  </a:lnTo>
                  <a:lnTo>
                    <a:pt x="4147131" y="1008332"/>
                  </a:lnTo>
                  <a:lnTo>
                    <a:pt x="4149516" y="1007709"/>
                  </a:lnTo>
                  <a:lnTo>
                    <a:pt x="4153637" y="1005838"/>
                  </a:lnTo>
                  <a:lnTo>
                    <a:pt x="4155373" y="1003967"/>
                  </a:lnTo>
                  <a:lnTo>
                    <a:pt x="4158409" y="1003343"/>
                  </a:lnTo>
                  <a:lnTo>
                    <a:pt x="4158518" y="1003343"/>
                  </a:lnTo>
                  <a:lnTo>
                    <a:pt x="4162747" y="1003343"/>
                  </a:lnTo>
                  <a:lnTo>
                    <a:pt x="4167193" y="1001473"/>
                  </a:lnTo>
                  <a:lnTo>
                    <a:pt x="4167519" y="1000226"/>
                  </a:lnTo>
                  <a:lnTo>
                    <a:pt x="4167627" y="1000226"/>
                  </a:lnTo>
                  <a:lnTo>
                    <a:pt x="4169254" y="998355"/>
                  </a:lnTo>
                  <a:lnTo>
                    <a:pt x="4171097" y="995237"/>
                  </a:lnTo>
                  <a:lnTo>
                    <a:pt x="4174568" y="992743"/>
                  </a:lnTo>
                  <a:lnTo>
                    <a:pt x="4174785" y="992743"/>
                  </a:lnTo>
                  <a:lnTo>
                    <a:pt x="4177930" y="992119"/>
                  </a:lnTo>
                  <a:lnTo>
                    <a:pt x="4178255" y="992119"/>
                  </a:lnTo>
                  <a:lnTo>
                    <a:pt x="4179990" y="989625"/>
                  </a:lnTo>
                  <a:lnTo>
                    <a:pt x="4180207" y="989625"/>
                  </a:lnTo>
                  <a:lnTo>
                    <a:pt x="4184111" y="989625"/>
                  </a:lnTo>
                  <a:lnTo>
                    <a:pt x="4184653" y="989001"/>
                  </a:lnTo>
                  <a:lnTo>
                    <a:pt x="4184762" y="989001"/>
                  </a:lnTo>
                  <a:lnTo>
                    <a:pt x="4187256" y="987754"/>
                  </a:lnTo>
                  <a:lnTo>
                    <a:pt x="4187690" y="987130"/>
                  </a:lnTo>
                  <a:lnTo>
                    <a:pt x="4188124" y="987130"/>
                  </a:lnTo>
                  <a:lnTo>
                    <a:pt x="4188232" y="987130"/>
                  </a:lnTo>
                  <a:lnTo>
                    <a:pt x="4189208" y="986507"/>
                  </a:lnTo>
                  <a:lnTo>
                    <a:pt x="4189425" y="985260"/>
                  </a:lnTo>
                  <a:lnTo>
                    <a:pt x="4189533" y="984012"/>
                  </a:lnTo>
                  <a:lnTo>
                    <a:pt x="4193221" y="981518"/>
                  </a:lnTo>
                  <a:lnTo>
                    <a:pt x="4196040" y="979024"/>
                  </a:lnTo>
                  <a:lnTo>
                    <a:pt x="4200378" y="977777"/>
                  </a:lnTo>
                  <a:lnTo>
                    <a:pt x="4203523" y="975282"/>
                  </a:lnTo>
                  <a:lnTo>
                    <a:pt x="4203632" y="974659"/>
                  </a:lnTo>
                  <a:lnTo>
                    <a:pt x="4205475" y="974035"/>
                  </a:lnTo>
                  <a:lnTo>
                    <a:pt x="4209813" y="973412"/>
                  </a:lnTo>
                  <a:lnTo>
                    <a:pt x="4212741" y="972164"/>
                  </a:lnTo>
                  <a:lnTo>
                    <a:pt x="4212850" y="972164"/>
                  </a:lnTo>
                  <a:lnTo>
                    <a:pt x="4216320" y="972164"/>
                  </a:lnTo>
                  <a:lnTo>
                    <a:pt x="4216754" y="972164"/>
                  </a:lnTo>
                  <a:lnTo>
                    <a:pt x="4217513" y="970917"/>
                  </a:lnTo>
                  <a:lnTo>
                    <a:pt x="4221851" y="968423"/>
                  </a:lnTo>
                  <a:lnTo>
                    <a:pt x="4224453" y="965929"/>
                  </a:lnTo>
                  <a:lnTo>
                    <a:pt x="4225755" y="965305"/>
                  </a:lnTo>
                  <a:lnTo>
                    <a:pt x="4228358" y="962187"/>
                  </a:lnTo>
                  <a:lnTo>
                    <a:pt x="4228574" y="962187"/>
                  </a:lnTo>
                  <a:lnTo>
                    <a:pt x="4228683" y="962187"/>
                  </a:lnTo>
                  <a:lnTo>
                    <a:pt x="4228791" y="962187"/>
                  </a:lnTo>
                  <a:lnTo>
                    <a:pt x="4231069" y="961563"/>
                  </a:lnTo>
                  <a:lnTo>
                    <a:pt x="4232045" y="959693"/>
                  </a:lnTo>
                  <a:lnTo>
                    <a:pt x="4232695" y="959693"/>
                  </a:lnTo>
                  <a:lnTo>
                    <a:pt x="4232912" y="958446"/>
                  </a:lnTo>
                  <a:lnTo>
                    <a:pt x="4233888" y="956575"/>
                  </a:lnTo>
                  <a:lnTo>
                    <a:pt x="4234214" y="955328"/>
                  </a:lnTo>
                  <a:lnTo>
                    <a:pt x="4238118" y="953457"/>
                  </a:lnTo>
                  <a:lnTo>
                    <a:pt x="4239419" y="952210"/>
                  </a:lnTo>
                  <a:lnTo>
                    <a:pt x="4239419" y="951586"/>
                  </a:lnTo>
                  <a:lnTo>
                    <a:pt x="4241371" y="950339"/>
                  </a:lnTo>
                  <a:lnTo>
                    <a:pt x="4245275" y="950339"/>
                  </a:lnTo>
                  <a:lnTo>
                    <a:pt x="4251023" y="946597"/>
                  </a:lnTo>
                  <a:lnTo>
                    <a:pt x="4254927" y="944727"/>
                  </a:lnTo>
                  <a:lnTo>
                    <a:pt x="4255795" y="943480"/>
                  </a:lnTo>
                  <a:lnTo>
                    <a:pt x="4256012" y="941609"/>
                  </a:lnTo>
                  <a:lnTo>
                    <a:pt x="4258614" y="938491"/>
                  </a:lnTo>
                  <a:lnTo>
                    <a:pt x="4258831" y="938491"/>
                  </a:lnTo>
                  <a:lnTo>
                    <a:pt x="4260458" y="935373"/>
                  </a:lnTo>
                  <a:lnTo>
                    <a:pt x="4262193" y="933502"/>
                  </a:lnTo>
                  <a:lnTo>
                    <a:pt x="4266314" y="931008"/>
                  </a:lnTo>
                  <a:lnTo>
                    <a:pt x="4266748" y="930384"/>
                  </a:lnTo>
                  <a:lnTo>
                    <a:pt x="4266748" y="929761"/>
                  </a:lnTo>
                  <a:lnTo>
                    <a:pt x="4270327" y="927266"/>
                  </a:lnTo>
                  <a:lnTo>
                    <a:pt x="4272387" y="925396"/>
                  </a:lnTo>
                  <a:lnTo>
                    <a:pt x="4274773" y="922901"/>
                  </a:lnTo>
                  <a:lnTo>
                    <a:pt x="4274990" y="922901"/>
                  </a:lnTo>
                  <a:lnTo>
                    <a:pt x="4276400" y="921031"/>
                  </a:lnTo>
                  <a:lnTo>
                    <a:pt x="4276617" y="920407"/>
                  </a:lnTo>
                  <a:lnTo>
                    <a:pt x="4279328" y="919160"/>
                  </a:lnTo>
                  <a:lnTo>
                    <a:pt x="4281388" y="917913"/>
                  </a:lnTo>
                  <a:lnTo>
                    <a:pt x="4281497" y="916666"/>
                  </a:lnTo>
                  <a:lnTo>
                    <a:pt x="4281930" y="916666"/>
                  </a:lnTo>
                  <a:lnTo>
                    <a:pt x="4284099" y="915418"/>
                  </a:lnTo>
                  <a:lnTo>
                    <a:pt x="4284533" y="912924"/>
                  </a:lnTo>
                  <a:lnTo>
                    <a:pt x="4285509" y="912300"/>
                  </a:lnTo>
                  <a:lnTo>
                    <a:pt x="4288220" y="911053"/>
                  </a:lnTo>
                  <a:lnTo>
                    <a:pt x="4291040" y="909183"/>
                  </a:lnTo>
                  <a:lnTo>
                    <a:pt x="4294402" y="909183"/>
                  </a:lnTo>
                  <a:lnTo>
                    <a:pt x="4294619" y="908559"/>
                  </a:lnTo>
                  <a:lnTo>
                    <a:pt x="4295812" y="907312"/>
                  </a:lnTo>
                  <a:lnTo>
                    <a:pt x="4298957" y="906688"/>
                  </a:lnTo>
                  <a:lnTo>
                    <a:pt x="4300583" y="906065"/>
                  </a:lnTo>
                  <a:lnTo>
                    <a:pt x="4304488" y="904817"/>
                  </a:lnTo>
                  <a:lnTo>
                    <a:pt x="4308175" y="902947"/>
                  </a:lnTo>
                  <a:lnTo>
                    <a:pt x="4308392" y="902323"/>
                  </a:lnTo>
                  <a:lnTo>
                    <a:pt x="4310344" y="901076"/>
                  </a:lnTo>
                  <a:lnTo>
                    <a:pt x="4311103" y="899829"/>
                  </a:lnTo>
                  <a:lnTo>
                    <a:pt x="4314356" y="897334"/>
                  </a:lnTo>
                  <a:lnTo>
                    <a:pt x="4314465" y="896087"/>
                  </a:lnTo>
                  <a:lnTo>
                    <a:pt x="4314682" y="896087"/>
                  </a:lnTo>
                  <a:lnTo>
                    <a:pt x="4314790" y="895464"/>
                  </a:lnTo>
                  <a:lnTo>
                    <a:pt x="4316959" y="894840"/>
                  </a:lnTo>
                  <a:lnTo>
                    <a:pt x="4318911" y="894217"/>
                  </a:lnTo>
                  <a:lnTo>
                    <a:pt x="4319019" y="894217"/>
                  </a:lnTo>
                  <a:lnTo>
                    <a:pt x="4319670" y="894217"/>
                  </a:lnTo>
                  <a:lnTo>
                    <a:pt x="4320429" y="893593"/>
                  </a:lnTo>
                  <a:lnTo>
                    <a:pt x="4323574" y="890475"/>
                  </a:lnTo>
                  <a:lnTo>
                    <a:pt x="4324008" y="890475"/>
                  </a:lnTo>
                  <a:lnTo>
                    <a:pt x="4324225" y="890475"/>
                  </a:lnTo>
                  <a:lnTo>
                    <a:pt x="4325418" y="889851"/>
                  </a:lnTo>
                  <a:lnTo>
                    <a:pt x="4328021" y="888604"/>
                  </a:lnTo>
                  <a:lnTo>
                    <a:pt x="4332250" y="886734"/>
                  </a:lnTo>
                  <a:lnTo>
                    <a:pt x="4334961" y="885486"/>
                  </a:lnTo>
                  <a:lnTo>
                    <a:pt x="4338323" y="883616"/>
                  </a:lnTo>
                  <a:lnTo>
                    <a:pt x="4342227" y="883616"/>
                  </a:lnTo>
                  <a:lnTo>
                    <a:pt x="4342552" y="883616"/>
                  </a:lnTo>
                  <a:lnTo>
                    <a:pt x="4343529" y="882992"/>
                  </a:lnTo>
                  <a:lnTo>
                    <a:pt x="4347650" y="882368"/>
                  </a:lnTo>
                  <a:lnTo>
                    <a:pt x="4348083" y="881121"/>
                  </a:lnTo>
                  <a:lnTo>
                    <a:pt x="4353614" y="878003"/>
                  </a:lnTo>
                  <a:lnTo>
                    <a:pt x="4353723" y="877380"/>
                  </a:lnTo>
                  <a:lnTo>
                    <a:pt x="4354048" y="876756"/>
                  </a:lnTo>
                  <a:lnTo>
                    <a:pt x="4354265" y="876756"/>
                  </a:lnTo>
                  <a:lnTo>
                    <a:pt x="4358386" y="875509"/>
                  </a:lnTo>
                  <a:lnTo>
                    <a:pt x="4358494" y="874262"/>
                  </a:lnTo>
                  <a:lnTo>
                    <a:pt x="4360338" y="871768"/>
                  </a:lnTo>
                  <a:lnTo>
                    <a:pt x="4364025" y="869897"/>
                  </a:lnTo>
                  <a:lnTo>
                    <a:pt x="4364567" y="868650"/>
                  </a:lnTo>
                  <a:lnTo>
                    <a:pt x="4364784" y="868650"/>
                  </a:lnTo>
                  <a:lnTo>
                    <a:pt x="4365218" y="868650"/>
                  </a:lnTo>
                  <a:lnTo>
                    <a:pt x="4368905" y="866779"/>
                  </a:lnTo>
                  <a:lnTo>
                    <a:pt x="4370207" y="864908"/>
                  </a:lnTo>
                  <a:lnTo>
                    <a:pt x="4370532" y="863037"/>
                  </a:lnTo>
                  <a:lnTo>
                    <a:pt x="4372918" y="863037"/>
                  </a:lnTo>
                  <a:lnTo>
                    <a:pt x="4378015" y="861167"/>
                  </a:lnTo>
                  <a:lnTo>
                    <a:pt x="4378123" y="861167"/>
                  </a:lnTo>
                  <a:lnTo>
                    <a:pt x="4381485" y="859296"/>
                  </a:lnTo>
                  <a:lnTo>
                    <a:pt x="4381594" y="859296"/>
                  </a:lnTo>
                  <a:lnTo>
                    <a:pt x="4385172" y="856802"/>
                  </a:lnTo>
                  <a:lnTo>
                    <a:pt x="4389944" y="854931"/>
                  </a:lnTo>
                  <a:lnTo>
                    <a:pt x="4392438" y="853684"/>
                  </a:lnTo>
                  <a:lnTo>
                    <a:pt x="4392655" y="853684"/>
                  </a:lnTo>
                  <a:lnTo>
                    <a:pt x="4395909" y="851813"/>
                  </a:lnTo>
                  <a:lnTo>
                    <a:pt x="4398620" y="849319"/>
                  </a:lnTo>
                  <a:lnTo>
                    <a:pt x="4399270" y="848695"/>
                  </a:lnTo>
                  <a:lnTo>
                    <a:pt x="4402198" y="846824"/>
                  </a:lnTo>
                  <a:lnTo>
                    <a:pt x="4402741" y="844954"/>
                  </a:lnTo>
                  <a:lnTo>
                    <a:pt x="4404151" y="843706"/>
                  </a:lnTo>
                  <a:lnTo>
                    <a:pt x="4406428" y="841836"/>
                  </a:lnTo>
                  <a:lnTo>
                    <a:pt x="4406536" y="841836"/>
                  </a:lnTo>
                  <a:lnTo>
                    <a:pt x="4406970" y="841212"/>
                  </a:lnTo>
                  <a:lnTo>
                    <a:pt x="4410549" y="839965"/>
                  </a:lnTo>
                  <a:lnTo>
                    <a:pt x="4412826" y="837471"/>
                  </a:lnTo>
                  <a:lnTo>
                    <a:pt x="4413043" y="836223"/>
                  </a:lnTo>
                  <a:lnTo>
                    <a:pt x="4414019" y="834976"/>
                  </a:lnTo>
                  <a:lnTo>
                    <a:pt x="4414995" y="834353"/>
                  </a:lnTo>
                  <a:lnTo>
                    <a:pt x="4417923" y="830611"/>
                  </a:lnTo>
                  <a:lnTo>
                    <a:pt x="4418249" y="830611"/>
                  </a:lnTo>
                  <a:lnTo>
                    <a:pt x="4421936" y="827493"/>
                  </a:lnTo>
                  <a:lnTo>
                    <a:pt x="4425948" y="824999"/>
                  </a:lnTo>
                  <a:lnTo>
                    <a:pt x="4428768" y="824375"/>
                  </a:lnTo>
                  <a:lnTo>
                    <a:pt x="4430829" y="823128"/>
                  </a:lnTo>
                  <a:lnTo>
                    <a:pt x="4433431" y="821881"/>
                  </a:lnTo>
                  <a:lnTo>
                    <a:pt x="4436685" y="820634"/>
                  </a:lnTo>
                  <a:lnTo>
                    <a:pt x="4437552" y="818763"/>
                  </a:lnTo>
                  <a:lnTo>
                    <a:pt x="4437986" y="818140"/>
                  </a:lnTo>
                  <a:lnTo>
                    <a:pt x="4441023" y="816892"/>
                  </a:lnTo>
                  <a:lnTo>
                    <a:pt x="4443083" y="815645"/>
                  </a:lnTo>
                  <a:lnTo>
                    <a:pt x="4445035" y="815645"/>
                  </a:lnTo>
                  <a:lnTo>
                    <a:pt x="4445144" y="815645"/>
                  </a:lnTo>
                  <a:lnTo>
                    <a:pt x="4449156" y="813774"/>
                  </a:lnTo>
                  <a:lnTo>
                    <a:pt x="4449265" y="813774"/>
                  </a:lnTo>
                  <a:lnTo>
                    <a:pt x="4449373" y="813774"/>
                  </a:lnTo>
                  <a:lnTo>
                    <a:pt x="4451217" y="811280"/>
                  </a:lnTo>
                  <a:lnTo>
                    <a:pt x="4454036" y="810033"/>
                  </a:lnTo>
                  <a:lnTo>
                    <a:pt x="4454036" y="809409"/>
                  </a:lnTo>
                  <a:lnTo>
                    <a:pt x="4454578" y="807539"/>
                  </a:lnTo>
                  <a:lnTo>
                    <a:pt x="4455663" y="802550"/>
                  </a:lnTo>
                  <a:lnTo>
                    <a:pt x="4456314" y="802550"/>
                  </a:lnTo>
                  <a:lnTo>
                    <a:pt x="4456639" y="802550"/>
                  </a:lnTo>
                  <a:lnTo>
                    <a:pt x="4459676" y="801303"/>
                  </a:lnTo>
                  <a:lnTo>
                    <a:pt x="4459784" y="801303"/>
                  </a:lnTo>
                  <a:lnTo>
                    <a:pt x="4461844" y="798808"/>
                  </a:lnTo>
                  <a:lnTo>
                    <a:pt x="4462061" y="798185"/>
                  </a:lnTo>
                  <a:lnTo>
                    <a:pt x="4464773" y="796314"/>
                  </a:lnTo>
                  <a:lnTo>
                    <a:pt x="4468026" y="795067"/>
                  </a:lnTo>
                  <a:lnTo>
                    <a:pt x="4471822" y="792573"/>
                  </a:lnTo>
                  <a:lnTo>
                    <a:pt x="4472364" y="791325"/>
                  </a:lnTo>
                  <a:lnTo>
                    <a:pt x="4473231" y="790702"/>
                  </a:lnTo>
                  <a:lnTo>
                    <a:pt x="4476376" y="789455"/>
                  </a:lnTo>
                  <a:lnTo>
                    <a:pt x="4478654" y="788831"/>
                  </a:lnTo>
                  <a:lnTo>
                    <a:pt x="4479738" y="788831"/>
                  </a:lnTo>
                  <a:lnTo>
                    <a:pt x="4482341" y="787584"/>
                  </a:lnTo>
                  <a:lnTo>
                    <a:pt x="4482883" y="786960"/>
                  </a:lnTo>
                  <a:lnTo>
                    <a:pt x="4483100" y="784466"/>
                  </a:lnTo>
                  <a:lnTo>
                    <a:pt x="4485161" y="783219"/>
                  </a:lnTo>
                  <a:lnTo>
                    <a:pt x="4485269" y="783219"/>
                  </a:lnTo>
                  <a:lnTo>
                    <a:pt x="4485269" y="782595"/>
                  </a:lnTo>
                  <a:lnTo>
                    <a:pt x="4487980" y="780725"/>
                  </a:lnTo>
                  <a:lnTo>
                    <a:pt x="4488739" y="778230"/>
                  </a:lnTo>
                  <a:lnTo>
                    <a:pt x="4490691" y="775736"/>
                  </a:lnTo>
                  <a:lnTo>
                    <a:pt x="4495355" y="771994"/>
                  </a:lnTo>
                  <a:lnTo>
                    <a:pt x="4498066" y="771371"/>
                  </a:lnTo>
                  <a:lnTo>
                    <a:pt x="4500560" y="770124"/>
                  </a:lnTo>
                  <a:lnTo>
                    <a:pt x="4500777" y="770124"/>
                  </a:lnTo>
                  <a:lnTo>
                    <a:pt x="4501319" y="768876"/>
                  </a:lnTo>
                  <a:lnTo>
                    <a:pt x="4505115" y="764511"/>
                  </a:lnTo>
                  <a:lnTo>
                    <a:pt x="4505440" y="763888"/>
                  </a:lnTo>
                  <a:lnTo>
                    <a:pt x="4505982" y="762017"/>
                  </a:lnTo>
                  <a:lnTo>
                    <a:pt x="4506850" y="761394"/>
                  </a:lnTo>
                  <a:lnTo>
                    <a:pt x="4509019" y="761394"/>
                  </a:lnTo>
                  <a:lnTo>
                    <a:pt x="4511947" y="759523"/>
                  </a:lnTo>
                  <a:lnTo>
                    <a:pt x="4514767" y="758899"/>
                  </a:lnTo>
                  <a:lnTo>
                    <a:pt x="4517912" y="758276"/>
                  </a:lnTo>
                  <a:lnTo>
                    <a:pt x="4519864" y="755158"/>
                  </a:lnTo>
                  <a:lnTo>
                    <a:pt x="4519864" y="754534"/>
                  </a:lnTo>
                  <a:lnTo>
                    <a:pt x="4521599" y="752663"/>
                  </a:lnTo>
                  <a:lnTo>
                    <a:pt x="4522141" y="751416"/>
                  </a:lnTo>
                  <a:lnTo>
                    <a:pt x="4522358" y="750793"/>
                  </a:lnTo>
                  <a:lnTo>
                    <a:pt x="4525178" y="748298"/>
                  </a:lnTo>
                  <a:lnTo>
                    <a:pt x="4526804" y="745804"/>
                  </a:lnTo>
                  <a:lnTo>
                    <a:pt x="4528756" y="745180"/>
                  </a:lnTo>
                  <a:lnTo>
                    <a:pt x="4531359" y="743933"/>
                  </a:lnTo>
                  <a:lnTo>
                    <a:pt x="4531468" y="743933"/>
                  </a:lnTo>
                  <a:lnTo>
                    <a:pt x="4531793" y="743310"/>
                  </a:lnTo>
                  <a:lnTo>
                    <a:pt x="4532010" y="743310"/>
                  </a:lnTo>
                  <a:lnTo>
                    <a:pt x="4537758" y="740192"/>
                  </a:lnTo>
                  <a:lnTo>
                    <a:pt x="4538625" y="740192"/>
                  </a:lnTo>
                  <a:lnTo>
                    <a:pt x="4538842" y="740192"/>
                  </a:lnTo>
                  <a:lnTo>
                    <a:pt x="4540035" y="738945"/>
                  </a:lnTo>
                  <a:lnTo>
                    <a:pt x="4543831" y="735203"/>
                  </a:lnTo>
                  <a:lnTo>
                    <a:pt x="4544047" y="733956"/>
                  </a:lnTo>
                  <a:lnTo>
                    <a:pt x="4545566" y="732709"/>
                  </a:lnTo>
                  <a:lnTo>
                    <a:pt x="4548385" y="730214"/>
                  </a:lnTo>
                  <a:lnTo>
                    <a:pt x="4551530" y="728967"/>
                  </a:lnTo>
                  <a:lnTo>
                    <a:pt x="4554567" y="728344"/>
                  </a:lnTo>
                  <a:lnTo>
                    <a:pt x="4558254" y="723979"/>
                  </a:lnTo>
                  <a:lnTo>
                    <a:pt x="4558471" y="723979"/>
                  </a:lnTo>
                  <a:lnTo>
                    <a:pt x="4560640" y="722108"/>
                  </a:lnTo>
                  <a:lnTo>
                    <a:pt x="4562809" y="720861"/>
                  </a:lnTo>
                  <a:lnTo>
                    <a:pt x="4565737" y="718990"/>
                  </a:lnTo>
                  <a:lnTo>
                    <a:pt x="4568448" y="717119"/>
                  </a:lnTo>
                  <a:lnTo>
                    <a:pt x="4568557" y="716496"/>
                  </a:lnTo>
                  <a:lnTo>
                    <a:pt x="4568990" y="715872"/>
                  </a:lnTo>
                  <a:lnTo>
                    <a:pt x="4569099" y="714625"/>
                  </a:lnTo>
                  <a:lnTo>
                    <a:pt x="4569533" y="714625"/>
                  </a:lnTo>
                  <a:lnTo>
                    <a:pt x="4573437" y="712131"/>
                  </a:lnTo>
                  <a:lnTo>
                    <a:pt x="4573762" y="711507"/>
                  </a:lnTo>
                  <a:lnTo>
                    <a:pt x="4575280" y="711507"/>
                  </a:lnTo>
                  <a:lnTo>
                    <a:pt x="4576582" y="709636"/>
                  </a:lnTo>
                  <a:lnTo>
                    <a:pt x="4580594" y="707765"/>
                  </a:lnTo>
                  <a:lnTo>
                    <a:pt x="4582112" y="707142"/>
                  </a:lnTo>
                  <a:lnTo>
                    <a:pt x="4582655" y="705271"/>
                  </a:lnTo>
                  <a:lnTo>
                    <a:pt x="4583088" y="703400"/>
                  </a:lnTo>
                  <a:lnTo>
                    <a:pt x="4585474" y="703400"/>
                  </a:lnTo>
                  <a:lnTo>
                    <a:pt x="4587860" y="702777"/>
                  </a:lnTo>
                  <a:lnTo>
                    <a:pt x="4587969" y="702777"/>
                  </a:lnTo>
                  <a:lnTo>
                    <a:pt x="4590788" y="702153"/>
                  </a:lnTo>
                  <a:lnTo>
                    <a:pt x="4592090" y="699659"/>
                  </a:lnTo>
                  <a:lnTo>
                    <a:pt x="4592198" y="699659"/>
                  </a:lnTo>
                  <a:lnTo>
                    <a:pt x="4592198" y="699035"/>
                  </a:lnTo>
                  <a:lnTo>
                    <a:pt x="4592523" y="699035"/>
                  </a:lnTo>
                  <a:lnTo>
                    <a:pt x="4593499" y="699035"/>
                  </a:lnTo>
                  <a:lnTo>
                    <a:pt x="4596753" y="697788"/>
                  </a:lnTo>
                  <a:lnTo>
                    <a:pt x="4601850" y="694670"/>
                  </a:lnTo>
                  <a:lnTo>
                    <a:pt x="4604778" y="693423"/>
                  </a:lnTo>
                  <a:lnTo>
                    <a:pt x="4607489" y="692799"/>
                  </a:lnTo>
                  <a:lnTo>
                    <a:pt x="4607598" y="692799"/>
                  </a:lnTo>
                  <a:lnTo>
                    <a:pt x="4607706" y="692799"/>
                  </a:lnTo>
                  <a:lnTo>
                    <a:pt x="4610634" y="691552"/>
                  </a:lnTo>
                  <a:lnTo>
                    <a:pt x="4612152" y="690929"/>
                  </a:lnTo>
                  <a:lnTo>
                    <a:pt x="4615840" y="690929"/>
                  </a:lnTo>
                  <a:lnTo>
                    <a:pt x="4618768" y="688434"/>
                  </a:lnTo>
                  <a:lnTo>
                    <a:pt x="4619852" y="687187"/>
                  </a:lnTo>
                  <a:lnTo>
                    <a:pt x="4622455" y="685940"/>
                  </a:lnTo>
                  <a:lnTo>
                    <a:pt x="4624949" y="683446"/>
                  </a:lnTo>
                  <a:lnTo>
                    <a:pt x="4625383" y="682199"/>
                  </a:lnTo>
                  <a:lnTo>
                    <a:pt x="4627335" y="682199"/>
                  </a:lnTo>
                  <a:lnTo>
                    <a:pt x="4629395" y="681575"/>
                  </a:lnTo>
                  <a:lnTo>
                    <a:pt x="4629504" y="681575"/>
                  </a:lnTo>
                  <a:lnTo>
                    <a:pt x="4629721" y="680951"/>
                  </a:lnTo>
                  <a:lnTo>
                    <a:pt x="4629829" y="680951"/>
                  </a:lnTo>
                  <a:lnTo>
                    <a:pt x="4629938" y="680951"/>
                  </a:lnTo>
                  <a:lnTo>
                    <a:pt x="4631131" y="679704"/>
                  </a:lnTo>
                  <a:lnTo>
                    <a:pt x="4632432" y="678457"/>
                  </a:lnTo>
                  <a:lnTo>
                    <a:pt x="4636987" y="677210"/>
                  </a:lnTo>
                  <a:lnTo>
                    <a:pt x="4637312" y="675963"/>
                  </a:lnTo>
                  <a:lnTo>
                    <a:pt x="4639915" y="675339"/>
                  </a:lnTo>
                  <a:lnTo>
                    <a:pt x="4640023" y="675339"/>
                  </a:lnTo>
                  <a:lnTo>
                    <a:pt x="4642409" y="672845"/>
                  </a:lnTo>
                  <a:lnTo>
                    <a:pt x="4644144" y="672845"/>
                  </a:lnTo>
                  <a:lnTo>
                    <a:pt x="4646205" y="670974"/>
                  </a:lnTo>
                  <a:lnTo>
                    <a:pt x="4648265" y="669727"/>
                  </a:lnTo>
                  <a:lnTo>
                    <a:pt x="4648482" y="667233"/>
                  </a:lnTo>
                  <a:lnTo>
                    <a:pt x="4649458" y="666609"/>
                  </a:lnTo>
                  <a:lnTo>
                    <a:pt x="4651952" y="665362"/>
                  </a:lnTo>
                  <a:lnTo>
                    <a:pt x="4652061" y="665362"/>
                  </a:lnTo>
                  <a:lnTo>
                    <a:pt x="4652169" y="665362"/>
                  </a:lnTo>
                  <a:lnTo>
                    <a:pt x="4657050" y="662868"/>
                  </a:lnTo>
                  <a:lnTo>
                    <a:pt x="4658893" y="661620"/>
                  </a:lnTo>
                  <a:lnTo>
                    <a:pt x="4659218" y="661620"/>
                  </a:lnTo>
                  <a:lnTo>
                    <a:pt x="4662255" y="659126"/>
                  </a:lnTo>
                  <a:lnTo>
                    <a:pt x="4662363" y="659126"/>
                  </a:lnTo>
                  <a:lnTo>
                    <a:pt x="4665183" y="657255"/>
                  </a:lnTo>
                  <a:lnTo>
                    <a:pt x="4669955" y="652890"/>
                  </a:lnTo>
                  <a:lnTo>
                    <a:pt x="4671473" y="651643"/>
                  </a:lnTo>
                  <a:lnTo>
                    <a:pt x="4672341" y="649772"/>
                  </a:lnTo>
                  <a:lnTo>
                    <a:pt x="4672883" y="649772"/>
                  </a:lnTo>
                  <a:lnTo>
                    <a:pt x="4675052" y="647902"/>
                  </a:lnTo>
                  <a:lnTo>
                    <a:pt x="4676678" y="647278"/>
                  </a:lnTo>
                  <a:lnTo>
                    <a:pt x="4676787" y="647278"/>
                  </a:lnTo>
                  <a:lnTo>
                    <a:pt x="4677329" y="646654"/>
                  </a:lnTo>
                  <a:lnTo>
                    <a:pt x="4681125" y="644784"/>
                  </a:lnTo>
                  <a:lnTo>
                    <a:pt x="4682535" y="640419"/>
                  </a:lnTo>
                  <a:lnTo>
                    <a:pt x="4682968" y="639171"/>
                  </a:lnTo>
                  <a:lnTo>
                    <a:pt x="4684270" y="638548"/>
                  </a:lnTo>
                  <a:lnTo>
                    <a:pt x="4685896" y="637924"/>
                  </a:lnTo>
                  <a:lnTo>
                    <a:pt x="4687198" y="637924"/>
                  </a:lnTo>
                  <a:lnTo>
                    <a:pt x="4689367" y="635430"/>
                  </a:lnTo>
                  <a:lnTo>
                    <a:pt x="4689475" y="635430"/>
                  </a:lnTo>
                  <a:lnTo>
                    <a:pt x="4695657" y="630441"/>
                  </a:lnTo>
                  <a:lnTo>
                    <a:pt x="4695657" y="629818"/>
                  </a:lnTo>
                  <a:lnTo>
                    <a:pt x="4695765" y="629818"/>
                  </a:lnTo>
                  <a:lnTo>
                    <a:pt x="4697826" y="629194"/>
                  </a:lnTo>
                  <a:lnTo>
                    <a:pt x="4698151" y="629194"/>
                  </a:lnTo>
                  <a:lnTo>
                    <a:pt x="4700320" y="627323"/>
                  </a:lnTo>
                  <a:lnTo>
                    <a:pt x="4701513" y="625453"/>
                  </a:lnTo>
                  <a:lnTo>
                    <a:pt x="4704658" y="624205"/>
                  </a:lnTo>
                  <a:lnTo>
                    <a:pt x="4707911" y="621087"/>
                  </a:lnTo>
                  <a:lnTo>
                    <a:pt x="4708453" y="621087"/>
                  </a:lnTo>
                  <a:lnTo>
                    <a:pt x="4710948" y="621087"/>
                  </a:lnTo>
                  <a:lnTo>
                    <a:pt x="4711056" y="621087"/>
                  </a:lnTo>
                  <a:lnTo>
                    <a:pt x="4714201" y="619840"/>
                  </a:lnTo>
                  <a:lnTo>
                    <a:pt x="4718105" y="618593"/>
                  </a:lnTo>
                  <a:lnTo>
                    <a:pt x="4719515" y="617970"/>
                  </a:lnTo>
                  <a:lnTo>
                    <a:pt x="4720816" y="617346"/>
                  </a:lnTo>
                  <a:lnTo>
                    <a:pt x="4721033" y="617346"/>
                  </a:lnTo>
                  <a:lnTo>
                    <a:pt x="4723311" y="615475"/>
                  </a:lnTo>
                  <a:lnTo>
                    <a:pt x="4723528" y="614852"/>
                  </a:lnTo>
                  <a:lnTo>
                    <a:pt x="4723745" y="614228"/>
                  </a:lnTo>
                  <a:lnTo>
                    <a:pt x="4724287" y="612981"/>
                  </a:lnTo>
                  <a:lnTo>
                    <a:pt x="4726239" y="611734"/>
                  </a:lnTo>
                  <a:lnTo>
                    <a:pt x="4732203" y="609863"/>
                  </a:lnTo>
                  <a:lnTo>
                    <a:pt x="4735348" y="607992"/>
                  </a:lnTo>
                  <a:lnTo>
                    <a:pt x="4737300" y="607369"/>
                  </a:lnTo>
                  <a:lnTo>
                    <a:pt x="4739361" y="605498"/>
                  </a:lnTo>
                  <a:lnTo>
                    <a:pt x="4739795" y="604874"/>
                  </a:lnTo>
                  <a:lnTo>
                    <a:pt x="4740445" y="604251"/>
                  </a:lnTo>
                  <a:lnTo>
                    <a:pt x="4742723" y="601756"/>
                  </a:lnTo>
                  <a:lnTo>
                    <a:pt x="4746844" y="598639"/>
                  </a:lnTo>
                  <a:lnTo>
                    <a:pt x="4749555" y="598015"/>
                  </a:lnTo>
                  <a:lnTo>
                    <a:pt x="4749772" y="598015"/>
                  </a:lnTo>
                  <a:lnTo>
                    <a:pt x="4752592" y="596768"/>
                  </a:lnTo>
                  <a:lnTo>
                    <a:pt x="4754327" y="594897"/>
                  </a:lnTo>
                  <a:lnTo>
                    <a:pt x="4755303" y="593650"/>
                  </a:lnTo>
                  <a:lnTo>
                    <a:pt x="4757255" y="592403"/>
                  </a:lnTo>
                  <a:lnTo>
                    <a:pt x="4757797" y="591156"/>
                  </a:lnTo>
                  <a:lnTo>
                    <a:pt x="4758881" y="591156"/>
                  </a:lnTo>
                  <a:lnTo>
                    <a:pt x="4762786" y="590532"/>
                  </a:lnTo>
                  <a:lnTo>
                    <a:pt x="4762786" y="589908"/>
                  </a:lnTo>
                  <a:lnTo>
                    <a:pt x="4763219" y="589285"/>
                  </a:lnTo>
                  <a:lnTo>
                    <a:pt x="4767015" y="588038"/>
                  </a:lnTo>
                  <a:lnTo>
                    <a:pt x="4768750" y="586790"/>
                  </a:lnTo>
                  <a:lnTo>
                    <a:pt x="4769292" y="586790"/>
                  </a:lnTo>
                  <a:lnTo>
                    <a:pt x="4771461" y="586790"/>
                  </a:lnTo>
                  <a:lnTo>
                    <a:pt x="4773197" y="584920"/>
                  </a:lnTo>
                  <a:lnTo>
                    <a:pt x="4774823" y="584920"/>
                  </a:lnTo>
                  <a:lnTo>
                    <a:pt x="4776558" y="584920"/>
                  </a:lnTo>
                  <a:lnTo>
                    <a:pt x="4778402" y="584296"/>
                  </a:lnTo>
                  <a:lnTo>
                    <a:pt x="4780354" y="584296"/>
                  </a:lnTo>
                  <a:lnTo>
                    <a:pt x="4784258" y="583049"/>
                  </a:lnTo>
                  <a:lnTo>
                    <a:pt x="4784583" y="583049"/>
                  </a:lnTo>
                  <a:lnTo>
                    <a:pt x="4786319" y="581802"/>
                  </a:lnTo>
                  <a:lnTo>
                    <a:pt x="4786644" y="581178"/>
                  </a:lnTo>
                  <a:lnTo>
                    <a:pt x="4789572" y="581178"/>
                  </a:lnTo>
                  <a:lnTo>
                    <a:pt x="4789897" y="579931"/>
                  </a:lnTo>
                  <a:lnTo>
                    <a:pt x="4793910" y="578060"/>
                  </a:lnTo>
                  <a:lnTo>
                    <a:pt x="4796621" y="577437"/>
                  </a:lnTo>
                  <a:lnTo>
                    <a:pt x="4799224" y="576813"/>
                  </a:lnTo>
                  <a:lnTo>
                    <a:pt x="4800417" y="576813"/>
                  </a:lnTo>
                  <a:lnTo>
                    <a:pt x="4801176" y="575566"/>
                  </a:lnTo>
                  <a:lnTo>
                    <a:pt x="4804104" y="574942"/>
                  </a:lnTo>
                  <a:lnTo>
                    <a:pt x="4807683" y="574319"/>
                  </a:lnTo>
                  <a:lnTo>
                    <a:pt x="4807791" y="574319"/>
                  </a:lnTo>
                  <a:lnTo>
                    <a:pt x="4808117" y="573695"/>
                  </a:lnTo>
                  <a:lnTo>
                    <a:pt x="4813973" y="569954"/>
                  </a:lnTo>
                  <a:lnTo>
                    <a:pt x="4813973" y="569330"/>
                  </a:lnTo>
                  <a:lnTo>
                    <a:pt x="4814081" y="568707"/>
                  </a:lnTo>
                  <a:lnTo>
                    <a:pt x="4814298" y="568083"/>
                  </a:lnTo>
                  <a:lnTo>
                    <a:pt x="4817443" y="566212"/>
                  </a:lnTo>
                  <a:lnTo>
                    <a:pt x="4817551" y="566212"/>
                  </a:lnTo>
                  <a:lnTo>
                    <a:pt x="4818636" y="565589"/>
                  </a:lnTo>
                  <a:lnTo>
                    <a:pt x="4820154" y="564341"/>
                  </a:lnTo>
                  <a:lnTo>
                    <a:pt x="4821672" y="564341"/>
                  </a:lnTo>
                  <a:lnTo>
                    <a:pt x="4823299" y="564341"/>
                  </a:lnTo>
                  <a:lnTo>
                    <a:pt x="4823516" y="562471"/>
                  </a:lnTo>
                  <a:lnTo>
                    <a:pt x="4824709" y="561847"/>
                  </a:lnTo>
                  <a:lnTo>
                    <a:pt x="4824926" y="561847"/>
                  </a:lnTo>
                  <a:lnTo>
                    <a:pt x="4826986" y="561224"/>
                  </a:lnTo>
                  <a:lnTo>
                    <a:pt x="4833276" y="556235"/>
                  </a:lnTo>
                  <a:lnTo>
                    <a:pt x="4835337" y="553741"/>
                  </a:lnTo>
                  <a:lnTo>
                    <a:pt x="4835554" y="553741"/>
                  </a:lnTo>
                  <a:lnTo>
                    <a:pt x="4837723" y="553117"/>
                  </a:lnTo>
                  <a:lnTo>
                    <a:pt x="4838373" y="553117"/>
                  </a:lnTo>
                  <a:lnTo>
                    <a:pt x="4842386" y="552493"/>
                  </a:lnTo>
                  <a:lnTo>
                    <a:pt x="4844121" y="551870"/>
                  </a:lnTo>
                  <a:lnTo>
                    <a:pt x="4844229" y="551870"/>
                  </a:lnTo>
                  <a:lnTo>
                    <a:pt x="4845422" y="549999"/>
                  </a:lnTo>
                  <a:lnTo>
                    <a:pt x="4847591" y="549376"/>
                  </a:lnTo>
                  <a:lnTo>
                    <a:pt x="4849977" y="547505"/>
                  </a:lnTo>
                  <a:lnTo>
                    <a:pt x="4850845" y="546258"/>
                  </a:lnTo>
                  <a:lnTo>
                    <a:pt x="4853990" y="545010"/>
                  </a:lnTo>
                  <a:lnTo>
                    <a:pt x="4854315" y="545010"/>
                  </a:lnTo>
                  <a:lnTo>
                    <a:pt x="4858002" y="544387"/>
                  </a:lnTo>
                  <a:lnTo>
                    <a:pt x="4858436" y="544387"/>
                  </a:lnTo>
                  <a:lnTo>
                    <a:pt x="4863533" y="542516"/>
                  </a:lnTo>
                  <a:lnTo>
                    <a:pt x="4865485" y="542516"/>
                  </a:lnTo>
                  <a:lnTo>
                    <a:pt x="4867546" y="541269"/>
                  </a:lnTo>
                  <a:lnTo>
                    <a:pt x="4870365" y="538775"/>
                  </a:lnTo>
                  <a:lnTo>
                    <a:pt x="4873510" y="538151"/>
                  </a:lnTo>
                  <a:lnTo>
                    <a:pt x="4874703" y="538151"/>
                  </a:lnTo>
                  <a:lnTo>
                    <a:pt x="4876004" y="538151"/>
                  </a:lnTo>
                  <a:lnTo>
                    <a:pt x="4877523" y="538151"/>
                  </a:lnTo>
                  <a:lnTo>
                    <a:pt x="4877631" y="538151"/>
                  </a:lnTo>
                  <a:lnTo>
                    <a:pt x="4877631" y="536904"/>
                  </a:lnTo>
                  <a:lnTo>
                    <a:pt x="4880451" y="536280"/>
                  </a:lnTo>
                  <a:lnTo>
                    <a:pt x="4881861" y="534410"/>
                  </a:lnTo>
                  <a:lnTo>
                    <a:pt x="4882511" y="534410"/>
                  </a:lnTo>
                  <a:lnTo>
                    <a:pt x="4885439" y="533786"/>
                  </a:lnTo>
                  <a:lnTo>
                    <a:pt x="4888259" y="531292"/>
                  </a:lnTo>
                  <a:lnTo>
                    <a:pt x="4889560" y="530044"/>
                  </a:lnTo>
                  <a:lnTo>
                    <a:pt x="4889886" y="528797"/>
                  </a:lnTo>
                  <a:lnTo>
                    <a:pt x="4891838" y="528174"/>
                  </a:lnTo>
                  <a:lnTo>
                    <a:pt x="4895308" y="528174"/>
                  </a:lnTo>
                  <a:lnTo>
                    <a:pt x="4895633" y="526927"/>
                  </a:lnTo>
                  <a:lnTo>
                    <a:pt x="4898453" y="526303"/>
                  </a:lnTo>
                  <a:lnTo>
                    <a:pt x="4900514" y="524432"/>
                  </a:lnTo>
                  <a:lnTo>
                    <a:pt x="4902032" y="523809"/>
                  </a:lnTo>
                  <a:lnTo>
                    <a:pt x="4902140" y="523809"/>
                  </a:lnTo>
                  <a:lnTo>
                    <a:pt x="4904309" y="521938"/>
                  </a:lnTo>
                  <a:lnTo>
                    <a:pt x="4904960" y="521938"/>
                  </a:lnTo>
                  <a:lnTo>
                    <a:pt x="4906044" y="521314"/>
                  </a:lnTo>
                  <a:lnTo>
                    <a:pt x="4911141" y="519444"/>
                  </a:lnTo>
                  <a:lnTo>
                    <a:pt x="4912768" y="517573"/>
                  </a:lnTo>
                  <a:lnTo>
                    <a:pt x="4914503" y="516326"/>
                  </a:lnTo>
                  <a:lnTo>
                    <a:pt x="4915479" y="515078"/>
                  </a:lnTo>
                  <a:lnTo>
                    <a:pt x="4917540" y="513208"/>
                  </a:lnTo>
                  <a:lnTo>
                    <a:pt x="4919166" y="513208"/>
                  </a:lnTo>
                  <a:lnTo>
                    <a:pt x="4921986" y="512584"/>
                  </a:lnTo>
                  <a:lnTo>
                    <a:pt x="4924806" y="508219"/>
                  </a:lnTo>
                  <a:lnTo>
                    <a:pt x="4925240" y="508219"/>
                  </a:lnTo>
                  <a:lnTo>
                    <a:pt x="4927083" y="505725"/>
                  </a:lnTo>
                  <a:lnTo>
                    <a:pt x="4934783" y="503230"/>
                  </a:lnTo>
                  <a:lnTo>
                    <a:pt x="4934891" y="503230"/>
                  </a:lnTo>
                  <a:lnTo>
                    <a:pt x="4936626" y="502607"/>
                  </a:lnTo>
                  <a:lnTo>
                    <a:pt x="4938904" y="499489"/>
                  </a:lnTo>
                  <a:lnTo>
                    <a:pt x="4941615" y="498242"/>
                  </a:lnTo>
                  <a:lnTo>
                    <a:pt x="4941940" y="498242"/>
                  </a:lnTo>
                  <a:lnTo>
                    <a:pt x="4942266" y="498242"/>
                  </a:lnTo>
                  <a:lnTo>
                    <a:pt x="4942483" y="496995"/>
                  </a:lnTo>
                  <a:lnTo>
                    <a:pt x="4944218" y="496371"/>
                  </a:lnTo>
                  <a:lnTo>
                    <a:pt x="4944652" y="495747"/>
                  </a:lnTo>
                  <a:lnTo>
                    <a:pt x="4947471" y="494500"/>
                  </a:lnTo>
                  <a:lnTo>
                    <a:pt x="4947580" y="494500"/>
                  </a:lnTo>
                  <a:lnTo>
                    <a:pt x="4947797" y="494500"/>
                  </a:lnTo>
                  <a:lnTo>
                    <a:pt x="4951701" y="493877"/>
                  </a:lnTo>
                  <a:lnTo>
                    <a:pt x="4951809" y="493877"/>
                  </a:lnTo>
                  <a:lnTo>
                    <a:pt x="4952568" y="493877"/>
                  </a:lnTo>
                  <a:lnTo>
                    <a:pt x="4956255" y="492006"/>
                  </a:lnTo>
                  <a:lnTo>
                    <a:pt x="4956472" y="492006"/>
                  </a:lnTo>
                  <a:lnTo>
                    <a:pt x="4957774" y="490135"/>
                  </a:lnTo>
                  <a:lnTo>
                    <a:pt x="4959400" y="488888"/>
                  </a:lnTo>
                  <a:lnTo>
                    <a:pt x="4963305" y="486394"/>
                  </a:lnTo>
                  <a:lnTo>
                    <a:pt x="4964714" y="485770"/>
                  </a:lnTo>
                  <a:lnTo>
                    <a:pt x="4965582" y="484523"/>
                  </a:lnTo>
                  <a:lnTo>
                    <a:pt x="4966666" y="484523"/>
                  </a:lnTo>
                  <a:lnTo>
                    <a:pt x="4969486" y="483276"/>
                  </a:lnTo>
                  <a:lnTo>
                    <a:pt x="4969811" y="482029"/>
                  </a:lnTo>
                  <a:lnTo>
                    <a:pt x="4974258" y="477664"/>
                  </a:lnTo>
                  <a:lnTo>
                    <a:pt x="4976210" y="476416"/>
                  </a:lnTo>
                  <a:lnTo>
                    <a:pt x="4976752" y="475169"/>
                  </a:lnTo>
                  <a:lnTo>
                    <a:pt x="4978162" y="474546"/>
                  </a:lnTo>
                  <a:lnTo>
                    <a:pt x="4980873" y="473298"/>
                  </a:lnTo>
                  <a:lnTo>
                    <a:pt x="4981524" y="473298"/>
                  </a:lnTo>
                  <a:lnTo>
                    <a:pt x="4984343" y="472051"/>
                  </a:lnTo>
                  <a:lnTo>
                    <a:pt x="4984452" y="472051"/>
                  </a:lnTo>
                  <a:lnTo>
                    <a:pt x="4986512" y="471428"/>
                  </a:lnTo>
                  <a:lnTo>
                    <a:pt x="4987163" y="470804"/>
                  </a:lnTo>
                  <a:lnTo>
                    <a:pt x="4989007" y="468933"/>
                  </a:lnTo>
                  <a:lnTo>
                    <a:pt x="4990091" y="468310"/>
                  </a:lnTo>
                  <a:lnTo>
                    <a:pt x="4994320" y="466439"/>
                  </a:lnTo>
                  <a:lnTo>
                    <a:pt x="4994971" y="465815"/>
                  </a:lnTo>
                  <a:lnTo>
                    <a:pt x="4997791" y="465192"/>
                  </a:lnTo>
                  <a:lnTo>
                    <a:pt x="5000285" y="463945"/>
                  </a:lnTo>
                  <a:lnTo>
                    <a:pt x="5000393" y="463945"/>
                  </a:lnTo>
                  <a:lnTo>
                    <a:pt x="5001695" y="463321"/>
                  </a:lnTo>
                  <a:lnTo>
                    <a:pt x="5001912" y="462698"/>
                  </a:lnTo>
                  <a:lnTo>
                    <a:pt x="5002996" y="462698"/>
                  </a:lnTo>
                  <a:lnTo>
                    <a:pt x="5005382" y="459580"/>
                  </a:lnTo>
                  <a:lnTo>
                    <a:pt x="5008635" y="458333"/>
                  </a:lnTo>
                  <a:lnTo>
                    <a:pt x="5011347" y="457709"/>
                  </a:lnTo>
                  <a:lnTo>
                    <a:pt x="5012540" y="457085"/>
                  </a:lnTo>
                  <a:lnTo>
                    <a:pt x="5014383" y="456462"/>
                  </a:lnTo>
                  <a:lnTo>
                    <a:pt x="5014925" y="455215"/>
                  </a:lnTo>
                  <a:lnTo>
                    <a:pt x="5014925" y="454591"/>
                  </a:lnTo>
                  <a:lnTo>
                    <a:pt x="5016552" y="452720"/>
                  </a:lnTo>
                  <a:lnTo>
                    <a:pt x="5019263" y="451473"/>
                  </a:lnTo>
                  <a:lnTo>
                    <a:pt x="5020131" y="450226"/>
                  </a:lnTo>
                  <a:lnTo>
                    <a:pt x="5024360" y="447732"/>
                  </a:lnTo>
                  <a:lnTo>
                    <a:pt x="5026529" y="446484"/>
                  </a:lnTo>
                  <a:lnTo>
                    <a:pt x="5031735" y="443990"/>
                  </a:lnTo>
                  <a:lnTo>
                    <a:pt x="5031952" y="443990"/>
                  </a:lnTo>
                  <a:lnTo>
                    <a:pt x="5034554" y="442119"/>
                  </a:lnTo>
                  <a:lnTo>
                    <a:pt x="5034988" y="441496"/>
                  </a:lnTo>
                  <a:lnTo>
                    <a:pt x="5035747" y="440249"/>
                  </a:lnTo>
                  <a:lnTo>
                    <a:pt x="5036723" y="440249"/>
                  </a:lnTo>
                  <a:lnTo>
                    <a:pt x="5038242" y="436507"/>
                  </a:lnTo>
                  <a:lnTo>
                    <a:pt x="5039109" y="435884"/>
                  </a:lnTo>
                  <a:lnTo>
                    <a:pt x="5041170" y="434636"/>
                  </a:lnTo>
                  <a:lnTo>
                    <a:pt x="5044857" y="432766"/>
                  </a:lnTo>
                  <a:lnTo>
                    <a:pt x="5047243" y="430895"/>
                  </a:lnTo>
                  <a:lnTo>
                    <a:pt x="5048869" y="430271"/>
                  </a:lnTo>
                  <a:lnTo>
                    <a:pt x="5048978" y="430271"/>
                  </a:lnTo>
                  <a:lnTo>
                    <a:pt x="5050279" y="430271"/>
                  </a:lnTo>
                  <a:lnTo>
                    <a:pt x="5051689" y="429024"/>
                  </a:lnTo>
                  <a:lnTo>
                    <a:pt x="5054183" y="428401"/>
                  </a:lnTo>
                  <a:lnTo>
                    <a:pt x="5055702" y="427777"/>
                  </a:lnTo>
                  <a:lnTo>
                    <a:pt x="5057871" y="427153"/>
                  </a:lnTo>
                  <a:lnTo>
                    <a:pt x="5057979" y="427153"/>
                  </a:lnTo>
                  <a:lnTo>
                    <a:pt x="5059823" y="424659"/>
                  </a:lnTo>
                  <a:lnTo>
                    <a:pt x="5060365" y="424659"/>
                  </a:lnTo>
                  <a:lnTo>
                    <a:pt x="5060690" y="424659"/>
                  </a:lnTo>
                  <a:lnTo>
                    <a:pt x="5060799" y="424035"/>
                  </a:lnTo>
                  <a:lnTo>
                    <a:pt x="5064594" y="423412"/>
                  </a:lnTo>
                  <a:lnTo>
                    <a:pt x="5064703" y="423412"/>
                  </a:lnTo>
                  <a:lnTo>
                    <a:pt x="5068065" y="421541"/>
                  </a:lnTo>
                  <a:lnTo>
                    <a:pt x="5068281" y="420294"/>
                  </a:lnTo>
                  <a:lnTo>
                    <a:pt x="5070342" y="419670"/>
                  </a:lnTo>
                  <a:lnTo>
                    <a:pt x="5072294" y="418423"/>
                  </a:lnTo>
                  <a:lnTo>
                    <a:pt x="5073053" y="417176"/>
                  </a:lnTo>
                  <a:lnTo>
                    <a:pt x="5074463" y="415929"/>
                  </a:lnTo>
                  <a:lnTo>
                    <a:pt x="5075005" y="415929"/>
                  </a:lnTo>
                  <a:lnTo>
                    <a:pt x="5078259" y="415305"/>
                  </a:lnTo>
                  <a:lnTo>
                    <a:pt x="5080102" y="415305"/>
                  </a:lnTo>
                  <a:lnTo>
                    <a:pt x="5080753" y="414682"/>
                  </a:lnTo>
                  <a:lnTo>
                    <a:pt x="5082271" y="414058"/>
                  </a:lnTo>
                  <a:lnTo>
                    <a:pt x="5083030" y="414058"/>
                  </a:lnTo>
                  <a:lnTo>
                    <a:pt x="5084874" y="414058"/>
                  </a:lnTo>
                  <a:lnTo>
                    <a:pt x="5085416" y="412811"/>
                  </a:lnTo>
                  <a:lnTo>
                    <a:pt x="5087151" y="412187"/>
                  </a:lnTo>
                  <a:lnTo>
                    <a:pt x="5089754" y="411564"/>
                  </a:lnTo>
                  <a:lnTo>
                    <a:pt x="5093116" y="408446"/>
                  </a:lnTo>
                  <a:lnTo>
                    <a:pt x="5095285" y="407822"/>
                  </a:lnTo>
                  <a:lnTo>
                    <a:pt x="5096803" y="407822"/>
                  </a:lnTo>
                  <a:lnTo>
                    <a:pt x="5097671" y="407822"/>
                  </a:lnTo>
                  <a:lnTo>
                    <a:pt x="5099080" y="407822"/>
                  </a:lnTo>
                  <a:lnTo>
                    <a:pt x="5102442" y="406575"/>
                  </a:lnTo>
                  <a:lnTo>
                    <a:pt x="5103635" y="406575"/>
                  </a:lnTo>
                  <a:lnTo>
                    <a:pt x="5107539" y="405952"/>
                  </a:lnTo>
                  <a:lnTo>
                    <a:pt x="5109383" y="405952"/>
                  </a:lnTo>
                  <a:lnTo>
                    <a:pt x="5111660" y="405952"/>
                  </a:lnTo>
                  <a:lnTo>
                    <a:pt x="5113612" y="405952"/>
                  </a:lnTo>
                  <a:lnTo>
                    <a:pt x="5115998" y="404704"/>
                  </a:lnTo>
                  <a:lnTo>
                    <a:pt x="5116432" y="404704"/>
                  </a:lnTo>
                  <a:lnTo>
                    <a:pt x="5117083" y="404704"/>
                  </a:lnTo>
                  <a:lnTo>
                    <a:pt x="5117408" y="404704"/>
                  </a:lnTo>
                  <a:lnTo>
                    <a:pt x="5118059" y="404081"/>
                  </a:lnTo>
                  <a:lnTo>
                    <a:pt x="5119035" y="403457"/>
                  </a:lnTo>
                  <a:lnTo>
                    <a:pt x="5119360" y="402210"/>
                  </a:lnTo>
                  <a:lnTo>
                    <a:pt x="5119469" y="402210"/>
                  </a:lnTo>
                  <a:lnTo>
                    <a:pt x="5122722" y="401587"/>
                  </a:lnTo>
                  <a:lnTo>
                    <a:pt x="5124891" y="401587"/>
                  </a:lnTo>
                  <a:lnTo>
                    <a:pt x="5130422" y="398469"/>
                  </a:lnTo>
                  <a:lnTo>
                    <a:pt x="5131181" y="397221"/>
                  </a:lnTo>
                  <a:lnTo>
                    <a:pt x="5132591" y="397221"/>
                  </a:lnTo>
                  <a:lnTo>
                    <a:pt x="5136061" y="395974"/>
                  </a:lnTo>
                  <a:lnTo>
                    <a:pt x="5136929" y="395974"/>
                  </a:lnTo>
                  <a:lnTo>
                    <a:pt x="5139640" y="393480"/>
                  </a:lnTo>
                  <a:lnTo>
                    <a:pt x="5141917" y="393480"/>
                  </a:lnTo>
                  <a:lnTo>
                    <a:pt x="5143869" y="392233"/>
                  </a:lnTo>
                  <a:lnTo>
                    <a:pt x="5144411" y="390986"/>
                  </a:lnTo>
                  <a:lnTo>
                    <a:pt x="5145496" y="389115"/>
                  </a:lnTo>
                  <a:lnTo>
                    <a:pt x="5148966" y="388491"/>
                  </a:lnTo>
                  <a:lnTo>
                    <a:pt x="5152762" y="385997"/>
                  </a:lnTo>
                  <a:lnTo>
                    <a:pt x="5155148" y="385373"/>
                  </a:lnTo>
                  <a:lnTo>
                    <a:pt x="5158184" y="384126"/>
                  </a:lnTo>
                  <a:lnTo>
                    <a:pt x="5158293" y="384126"/>
                  </a:lnTo>
                  <a:lnTo>
                    <a:pt x="5158943" y="382879"/>
                  </a:lnTo>
                  <a:lnTo>
                    <a:pt x="5161329" y="382255"/>
                  </a:lnTo>
                  <a:lnTo>
                    <a:pt x="5163498" y="382255"/>
                  </a:lnTo>
                  <a:lnTo>
                    <a:pt x="5164366" y="382255"/>
                  </a:lnTo>
                  <a:lnTo>
                    <a:pt x="5165233" y="381632"/>
                  </a:lnTo>
                  <a:lnTo>
                    <a:pt x="5166968" y="380385"/>
                  </a:lnTo>
                  <a:lnTo>
                    <a:pt x="5167836" y="380385"/>
                  </a:lnTo>
                  <a:lnTo>
                    <a:pt x="5171089" y="379761"/>
                  </a:lnTo>
                  <a:lnTo>
                    <a:pt x="5173692" y="379138"/>
                  </a:lnTo>
                  <a:lnTo>
                    <a:pt x="5173909" y="378514"/>
                  </a:lnTo>
                  <a:lnTo>
                    <a:pt x="5178030" y="376020"/>
                  </a:lnTo>
                  <a:lnTo>
                    <a:pt x="5178247" y="376020"/>
                  </a:lnTo>
                  <a:lnTo>
                    <a:pt x="5178464" y="376020"/>
                  </a:lnTo>
                  <a:lnTo>
                    <a:pt x="5179223" y="374149"/>
                  </a:lnTo>
                  <a:lnTo>
                    <a:pt x="5179331" y="374149"/>
                  </a:lnTo>
                  <a:lnTo>
                    <a:pt x="5180416" y="373525"/>
                  </a:lnTo>
                  <a:lnTo>
                    <a:pt x="5181283" y="371655"/>
                  </a:lnTo>
                  <a:lnTo>
                    <a:pt x="5183995" y="371031"/>
                  </a:lnTo>
                  <a:lnTo>
                    <a:pt x="5185621" y="371031"/>
                  </a:lnTo>
                  <a:lnTo>
                    <a:pt x="5186706" y="370407"/>
                  </a:lnTo>
                  <a:lnTo>
                    <a:pt x="5189200" y="369784"/>
                  </a:lnTo>
                  <a:lnTo>
                    <a:pt x="5191911" y="368537"/>
                  </a:lnTo>
                  <a:lnTo>
                    <a:pt x="5194406" y="367913"/>
                  </a:lnTo>
                  <a:lnTo>
                    <a:pt x="5196032" y="367913"/>
                  </a:lnTo>
                  <a:lnTo>
                    <a:pt x="5197876" y="366666"/>
                  </a:lnTo>
                  <a:lnTo>
                    <a:pt x="5198201" y="366666"/>
                  </a:lnTo>
                  <a:lnTo>
                    <a:pt x="5198310" y="366666"/>
                  </a:lnTo>
                  <a:lnTo>
                    <a:pt x="5198743" y="366666"/>
                  </a:lnTo>
                  <a:lnTo>
                    <a:pt x="5198852" y="366666"/>
                  </a:lnTo>
                  <a:lnTo>
                    <a:pt x="5200479" y="366042"/>
                  </a:lnTo>
                  <a:lnTo>
                    <a:pt x="5202431" y="364795"/>
                  </a:lnTo>
                  <a:lnTo>
                    <a:pt x="5204600" y="364795"/>
                  </a:lnTo>
                  <a:lnTo>
                    <a:pt x="5204925" y="364795"/>
                  </a:lnTo>
                  <a:lnTo>
                    <a:pt x="5208287" y="364172"/>
                  </a:lnTo>
                  <a:lnTo>
                    <a:pt x="5211106" y="363548"/>
                  </a:lnTo>
                  <a:lnTo>
                    <a:pt x="5213167" y="362301"/>
                  </a:lnTo>
                  <a:lnTo>
                    <a:pt x="5215444" y="362301"/>
                  </a:lnTo>
                  <a:lnTo>
                    <a:pt x="5216746" y="362301"/>
                  </a:lnTo>
                  <a:lnTo>
                    <a:pt x="5217939" y="361677"/>
                  </a:lnTo>
                  <a:lnTo>
                    <a:pt x="5223469" y="359183"/>
                  </a:lnTo>
                  <a:lnTo>
                    <a:pt x="5225422" y="359183"/>
                  </a:lnTo>
                  <a:lnTo>
                    <a:pt x="5230519" y="356689"/>
                  </a:lnTo>
                  <a:lnTo>
                    <a:pt x="5230735" y="356689"/>
                  </a:lnTo>
                  <a:lnTo>
                    <a:pt x="5231061" y="356065"/>
                  </a:lnTo>
                  <a:lnTo>
                    <a:pt x="5231495" y="355441"/>
                  </a:lnTo>
                  <a:lnTo>
                    <a:pt x="5233555" y="354818"/>
                  </a:lnTo>
                  <a:lnTo>
                    <a:pt x="5233880" y="354818"/>
                  </a:lnTo>
                  <a:lnTo>
                    <a:pt x="5235182" y="354818"/>
                  </a:lnTo>
                  <a:lnTo>
                    <a:pt x="5238327" y="353571"/>
                  </a:lnTo>
                  <a:lnTo>
                    <a:pt x="5238652" y="353571"/>
                  </a:lnTo>
                  <a:lnTo>
                    <a:pt x="5239303" y="353571"/>
                  </a:lnTo>
                  <a:lnTo>
                    <a:pt x="5241797" y="351700"/>
                  </a:lnTo>
                  <a:lnTo>
                    <a:pt x="5248738" y="351700"/>
                  </a:lnTo>
                  <a:lnTo>
                    <a:pt x="5249280" y="351700"/>
                  </a:lnTo>
                  <a:lnTo>
                    <a:pt x="5249388" y="351700"/>
                  </a:lnTo>
                  <a:lnTo>
                    <a:pt x="5250039" y="351076"/>
                  </a:lnTo>
                  <a:lnTo>
                    <a:pt x="5251774" y="349206"/>
                  </a:lnTo>
                  <a:lnTo>
                    <a:pt x="5254268" y="349206"/>
                  </a:lnTo>
                  <a:lnTo>
                    <a:pt x="5258173" y="347335"/>
                  </a:lnTo>
                  <a:lnTo>
                    <a:pt x="5260884" y="346711"/>
                  </a:lnTo>
                  <a:lnTo>
                    <a:pt x="5261860" y="346088"/>
                  </a:lnTo>
                  <a:lnTo>
                    <a:pt x="5263920" y="346088"/>
                  </a:lnTo>
                  <a:lnTo>
                    <a:pt x="5266198" y="345464"/>
                  </a:lnTo>
                  <a:lnTo>
                    <a:pt x="5269234" y="345464"/>
                  </a:lnTo>
                  <a:lnTo>
                    <a:pt x="5270319" y="344217"/>
                  </a:lnTo>
                  <a:lnTo>
                    <a:pt x="5270427" y="344217"/>
                  </a:lnTo>
                  <a:lnTo>
                    <a:pt x="5271512" y="344217"/>
                  </a:lnTo>
                  <a:lnTo>
                    <a:pt x="5275199" y="344217"/>
                  </a:lnTo>
                  <a:lnTo>
                    <a:pt x="5276826" y="343593"/>
                  </a:lnTo>
                  <a:lnTo>
                    <a:pt x="5278669" y="342970"/>
                  </a:lnTo>
                  <a:lnTo>
                    <a:pt x="5281489" y="342346"/>
                  </a:lnTo>
                  <a:lnTo>
                    <a:pt x="5283332" y="340475"/>
                  </a:lnTo>
                  <a:lnTo>
                    <a:pt x="5283549" y="340475"/>
                  </a:lnTo>
                  <a:lnTo>
                    <a:pt x="5285501" y="339852"/>
                  </a:lnTo>
                  <a:lnTo>
                    <a:pt x="5285827" y="339852"/>
                  </a:lnTo>
                  <a:lnTo>
                    <a:pt x="5291900" y="336734"/>
                  </a:lnTo>
                  <a:lnTo>
                    <a:pt x="5292550" y="335487"/>
                  </a:lnTo>
                  <a:lnTo>
                    <a:pt x="5292876" y="335487"/>
                  </a:lnTo>
                  <a:lnTo>
                    <a:pt x="5296021" y="332992"/>
                  </a:lnTo>
                  <a:lnTo>
                    <a:pt x="5296780" y="332369"/>
                  </a:lnTo>
                  <a:lnTo>
                    <a:pt x="5298949" y="331122"/>
                  </a:lnTo>
                  <a:lnTo>
                    <a:pt x="5299274" y="331122"/>
                  </a:lnTo>
                  <a:lnTo>
                    <a:pt x="5299599" y="331122"/>
                  </a:lnTo>
                  <a:lnTo>
                    <a:pt x="5301009" y="329875"/>
                  </a:lnTo>
                  <a:lnTo>
                    <a:pt x="5304696" y="328627"/>
                  </a:lnTo>
                  <a:lnTo>
                    <a:pt x="5304805" y="328004"/>
                  </a:lnTo>
                  <a:lnTo>
                    <a:pt x="5306974" y="326757"/>
                  </a:lnTo>
                  <a:lnTo>
                    <a:pt x="5309468" y="326133"/>
                  </a:lnTo>
                  <a:lnTo>
                    <a:pt x="5312179" y="325509"/>
                  </a:lnTo>
                  <a:lnTo>
                    <a:pt x="5313698" y="325509"/>
                  </a:lnTo>
                  <a:lnTo>
                    <a:pt x="5313914" y="325509"/>
                  </a:lnTo>
                  <a:lnTo>
                    <a:pt x="5316409" y="324886"/>
                  </a:lnTo>
                  <a:lnTo>
                    <a:pt x="5318361" y="323015"/>
                  </a:lnTo>
                  <a:lnTo>
                    <a:pt x="5320313" y="322392"/>
                  </a:lnTo>
                  <a:lnTo>
                    <a:pt x="5320530" y="321768"/>
                  </a:lnTo>
                  <a:lnTo>
                    <a:pt x="5321289" y="321768"/>
                  </a:lnTo>
                  <a:lnTo>
                    <a:pt x="5321397" y="321768"/>
                  </a:lnTo>
                  <a:lnTo>
                    <a:pt x="5321940" y="321768"/>
                  </a:lnTo>
                  <a:lnTo>
                    <a:pt x="5326603" y="319897"/>
                  </a:lnTo>
                  <a:lnTo>
                    <a:pt x="5326711" y="319897"/>
                  </a:lnTo>
                  <a:lnTo>
                    <a:pt x="5328229" y="319897"/>
                  </a:lnTo>
                  <a:lnTo>
                    <a:pt x="5333869" y="318026"/>
                  </a:lnTo>
                  <a:lnTo>
                    <a:pt x="5337014" y="317403"/>
                  </a:lnTo>
                  <a:lnTo>
                    <a:pt x="5337556" y="317403"/>
                  </a:lnTo>
                  <a:lnTo>
                    <a:pt x="5341785" y="314909"/>
                  </a:lnTo>
                  <a:lnTo>
                    <a:pt x="5341894" y="314909"/>
                  </a:lnTo>
                  <a:lnTo>
                    <a:pt x="5342219" y="314285"/>
                  </a:lnTo>
                  <a:lnTo>
                    <a:pt x="5344063" y="314285"/>
                  </a:lnTo>
                  <a:lnTo>
                    <a:pt x="5347425" y="313038"/>
                  </a:lnTo>
                  <a:lnTo>
                    <a:pt x="5348075" y="313038"/>
                  </a:lnTo>
                  <a:lnTo>
                    <a:pt x="5350461" y="311791"/>
                  </a:lnTo>
                  <a:lnTo>
                    <a:pt x="5351112" y="311791"/>
                  </a:lnTo>
                  <a:lnTo>
                    <a:pt x="5353498" y="311791"/>
                  </a:lnTo>
                  <a:lnTo>
                    <a:pt x="5353606" y="311167"/>
                  </a:lnTo>
                  <a:lnTo>
                    <a:pt x="5354040" y="310543"/>
                  </a:lnTo>
                  <a:lnTo>
                    <a:pt x="5354040" y="309920"/>
                  </a:lnTo>
                  <a:lnTo>
                    <a:pt x="5355775" y="309920"/>
                  </a:lnTo>
                  <a:lnTo>
                    <a:pt x="5358269" y="309296"/>
                  </a:lnTo>
                  <a:lnTo>
                    <a:pt x="5361631" y="309296"/>
                  </a:lnTo>
                  <a:lnTo>
                    <a:pt x="5363150" y="308673"/>
                  </a:lnTo>
                  <a:lnTo>
                    <a:pt x="5365318" y="307426"/>
                  </a:lnTo>
                  <a:lnTo>
                    <a:pt x="5366403" y="306178"/>
                  </a:lnTo>
                  <a:lnTo>
                    <a:pt x="5366511" y="306178"/>
                  </a:lnTo>
                  <a:lnTo>
                    <a:pt x="5367054" y="306178"/>
                  </a:lnTo>
                  <a:lnTo>
                    <a:pt x="5367162" y="305555"/>
                  </a:lnTo>
                  <a:lnTo>
                    <a:pt x="5369223" y="304931"/>
                  </a:lnTo>
                  <a:lnTo>
                    <a:pt x="5369331" y="304931"/>
                  </a:lnTo>
                  <a:lnTo>
                    <a:pt x="5371825" y="304931"/>
                  </a:lnTo>
                  <a:lnTo>
                    <a:pt x="5371934" y="304931"/>
                  </a:lnTo>
                  <a:lnTo>
                    <a:pt x="5375296" y="304308"/>
                  </a:lnTo>
                  <a:lnTo>
                    <a:pt x="5377356" y="303061"/>
                  </a:lnTo>
                  <a:lnTo>
                    <a:pt x="5379417" y="302437"/>
                  </a:lnTo>
                  <a:lnTo>
                    <a:pt x="5381694" y="301190"/>
                  </a:lnTo>
                  <a:lnTo>
                    <a:pt x="5382778" y="301190"/>
                  </a:lnTo>
                  <a:lnTo>
                    <a:pt x="5383429" y="300566"/>
                  </a:lnTo>
                  <a:lnTo>
                    <a:pt x="5387659" y="300566"/>
                  </a:lnTo>
                  <a:lnTo>
                    <a:pt x="5387767" y="300566"/>
                  </a:lnTo>
                  <a:lnTo>
                    <a:pt x="5387875" y="300566"/>
                  </a:lnTo>
                  <a:lnTo>
                    <a:pt x="5393949" y="297448"/>
                  </a:lnTo>
                  <a:lnTo>
                    <a:pt x="5396334" y="296825"/>
                  </a:lnTo>
                  <a:lnTo>
                    <a:pt x="5398395" y="296201"/>
                  </a:lnTo>
                  <a:lnTo>
                    <a:pt x="5399371" y="296201"/>
                  </a:lnTo>
                  <a:lnTo>
                    <a:pt x="5401540" y="294954"/>
                  </a:lnTo>
                  <a:lnTo>
                    <a:pt x="5401648" y="294954"/>
                  </a:lnTo>
                  <a:lnTo>
                    <a:pt x="5401974" y="294954"/>
                  </a:lnTo>
                  <a:lnTo>
                    <a:pt x="5402733" y="294954"/>
                  </a:lnTo>
                  <a:lnTo>
                    <a:pt x="5403383" y="294954"/>
                  </a:lnTo>
                  <a:lnTo>
                    <a:pt x="5405661" y="294330"/>
                  </a:lnTo>
                  <a:lnTo>
                    <a:pt x="5405986" y="294330"/>
                  </a:lnTo>
                  <a:lnTo>
                    <a:pt x="5407938" y="293083"/>
                  </a:lnTo>
                  <a:lnTo>
                    <a:pt x="5408589" y="293083"/>
                  </a:lnTo>
                  <a:lnTo>
                    <a:pt x="5411300" y="293083"/>
                  </a:lnTo>
                  <a:lnTo>
                    <a:pt x="5414337" y="291212"/>
                  </a:lnTo>
                  <a:lnTo>
                    <a:pt x="5414554" y="291212"/>
                  </a:lnTo>
                  <a:lnTo>
                    <a:pt x="5415421" y="291212"/>
                  </a:lnTo>
                  <a:lnTo>
                    <a:pt x="5415963" y="290589"/>
                  </a:lnTo>
                  <a:lnTo>
                    <a:pt x="5416289" y="289965"/>
                  </a:lnTo>
                  <a:lnTo>
                    <a:pt x="5418024" y="288718"/>
                  </a:lnTo>
                  <a:lnTo>
                    <a:pt x="5418674" y="288095"/>
                  </a:lnTo>
                  <a:lnTo>
                    <a:pt x="5419976" y="288095"/>
                  </a:lnTo>
                  <a:lnTo>
                    <a:pt x="5424314" y="285600"/>
                  </a:lnTo>
                  <a:lnTo>
                    <a:pt x="5424531" y="284977"/>
                  </a:lnTo>
                  <a:lnTo>
                    <a:pt x="5425073" y="284977"/>
                  </a:lnTo>
                  <a:lnTo>
                    <a:pt x="5429953" y="284353"/>
                  </a:lnTo>
                  <a:lnTo>
                    <a:pt x="5430495" y="283729"/>
                  </a:lnTo>
                  <a:lnTo>
                    <a:pt x="5432447" y="283729"/>
                  </a:lnTo>
                  <a:lnTo>
                    <a:pt x="5432447" y="283106"/>
                  </a:lnTo>
                  <a:lnTo>
                    <a:pt x="5433966" y="280612"/>
                  </a:lnTo>
                  <a:lnTo>
                    <a:pt x="5436135" y="278117"/>
                  </a:lnTo>
                  <a:lnTo>
                    <a:pt x="5438737" y="274999"/>
                  </a:lnTo>
                  <a:lnTo>
                    <a:pt x="5440906" y="274999"/>
                  </a:lnTo>
                  <a:lnTo>
                    <a:pt x="5444919" y="273752"/>
                  </a:lnTo>
                  <a:lnTo>
                    <a:pt x="5445136" y="273752"/>
                  </a:lnTo>
                  <a:lnTo>
                    <a:pt x="5445353" y="273752"/>
                  </a:lnTo>
                  <a:lnTo>
                    <a:pt x="5447738" y="272505"/>
                  </a:lnTo>
                  <a:lnTo>
                    <a:pt x="5448064" y="272505"/>
                  </a:lnTo>
                  <a:lnTo>
                    <a:pt x="5448931" y="272505"/>
                  </a:lnTo>
                  <a:lnTo>
                    <a:pt x="5452076" y="271258"/>
                  </a:lnTo>
                  <a:lnTo>
                    <a:pt x="5454245" y="270011"/>
                  </a:lnTo>
                  <a:lnTo>
                    <a:pt x="5454679" y="270011"/>
                  </a:lnTo>
                  <a:lnTo>
                    <a:pt x="5457499" y="269387"/>
                  </a:lnTo>
                  <a:lnTo>
                    <a:pt x="5458366" y="269387"/>
                  </a:lnTo>
                  <a:lnTo>
                    <a:pt x="5459017" y="268763"/>
                  </a:lnTo>
                  <a:lnTo>
                    <a:pt x="5460644" y="268140"/>
                  </a:lnTo>
                  <a:lnTo>
                    <a:pt x="5461945" y="268140"/>
                  </a:lnTo>
                  <a:lnTo>
                    <a:pt x="5462379" y="268140"/>
                  </a:lnTo>
                  <a:lnTo>
                    <a:pt x="5463463" y="267516"/>
                  </a:lnTo>
                  <a:lnTo>
                    <a:pt x="5463897" y="267516"/>
                  </a:lnTo>
                  <a:lnTo>
                    <a:pt x="5465090" y="266893"/>
                  </a:lnTo>
                  <a:lnTo>
                    <a:pt x="5468452" y="266893"/>
                  </a:lnTo>
                  <a:lnTo>
                    <a:pt x="5472573" y="265022"/>
                  </a:lnTo>
                  <a:lnTo>
                    <a:pt x="5474850" y="263775"/>
                  </a:lnTo>
                  <a:lnTo>
                    <a:pt x="5475176" y="263151"/>
                  </a:lnTo>
                  <a:lnTo>
                    <a:pt x="5476260" y="263151"/>
                  </a:lnTo>
                  <a:lnTo>
                    <a:pt x="5478537" y="263151"/>
                  </a:lnTo>
                  <a:lnTo>
                    <a:pt x="5478754" y="263151"/>
                  </a:lnTo>
                  <a:lnTo>
                    <a:pt x="5478863" y="263151"/>
                  </a:lnTo>
                  <a:lnTo>
                    <a:pt x="5479080" y="262528"/>
                  </a:lnTo>
                  <a:lnTo>
                    <a:pt x="5480815" y="261904"/>
                  </a:lnTo>
                  <a:lnTo>
                    <a:pt x="5481791" y="260657"/>
                  </a:lnTo>
                  <a:lnTo>
                    <a:pt x="5486237" y="255045"/>
                  </a:lnTo>
                  <a:lnTo>
                    <a:pt x="5489924" y="253798"/>
                  </a:lnTo>
                  <a:lnTo>
                    <a:pt x="5490358" y="253798"/>
                  </a:lnTo>
                  <a:lnTo>
                    <a:pt x="5492093" y="253174"/>
                  </a:lnTo>
                  <a:lnTo>
                    <a:pt x="5493937" y="253174"/>
                  </a:lnTo>
                  <a:lnTo>
                    <a:pt x="5494371" y="253174"/>
                  </a:lnTo>
                  <a:lnTo>
                    <a:pt x="5494371" y="252550"/>
                  </a:lnTo>
                  <a:lnTo>
                    <a:pt x="5495347" y="251927"/>
                  </a:lnTo>
                  <a:lnTo>
                    <a:pt x="5497407" y="251927"/>
                  </a:lnTo>
                  <a:lnTo>
                    <a:pt x="5501203" y="250680"/>
                  </a:lnTo>
                  <a:lnTo>
                    <a:pt x="5502396" y="250056"/>
                  </a:lnTo>
                  <a:lnTo>
                    <a:pt x="5504239" y="250056"/>
                  </a:lnTo>
                  <a:lnTo>
                    <a:pt x="5505866" y="249432"/>
                  </a:lnTo>
                  <a:lnTo>
                    <a:pt x="5506300" y="249432"/>
                  </a:lnTo>
                  <a:lnTo>
                    <a:pt x="5507276" y="248809"/>
                  </a:lnTo>
                  <a:lnTo>
                    <a:pt x="5508252" y="248809"/>
                  </a:lnTo>
                  <a:lnTo>
                    <a:pt x="5508903" y="248185"/>
                  </a:lnTo>
                  <a:lnTo>
                    <a:pt x="5511397" y="246938"/>
                  </a:lnTo>
                  <a:lnTo>
                    <a:pt x="5512373" y="245691"/>
                  </a:lnTo>
                  <a:lnTo>
                    <a:pt x="5512590" y="245691"/>
                  </a:lnTo>
                  <a:lnTo>
                    <a:pt x="5519314" y="243197"/>
                  </a:lnTo>
                  <a:lnTo>
                    <a:pt x="5519639" y="243197"/>
                  </a:lnTo>
                  <a:lnTo>
                    <a:pt x="5520506" y="243197"/>
                  </a:lnTo>
                  <a:lnTo>
                    <a:pt x="5520615" y="243197"/>
                  </a:lnTo>
                  <a:lnTo>
                    <a:pt x="5520615" y="241949"/>
                  </a:lnTo>
                  <a:lnTo>
                    <a:pt x="5520940" y="241949"/>
                  </a:lnTo>
                  <a:lnTo>
                    <a:pt x="5521157" y="241949"/>
                  </a:lnTo>
                  <a:lnTo>
                    <a:pt x="5524302" y="240702"/>
                  </a:lnTo>
                  <a:lnTo>
                    <a:pt x="5527122" y="239455"/>
                  </a:lnTo>
                  <a:lnTo>
                    <a:pt x="5529074" y="239455"/>
                  </a:lnTo>
                  <a:lnTo>
                    <a:pt x="5529182" y="238208"/>
                  </a:lnTo>
                  <a:lnTo>
                    <a:pt x="5531785" y="237584"/>
                  </a:lnTo>
                  <a:lnTo>
                    <a:pt x="5532978" y="236337"/>
                  </a:lnTo>
                  <a:lnTo>
                    <a:pt x="5533412" y="235714"/>
                  </a:lnTo>
                  <a:lnTo>
                    <a:pt x="5534496" y="232596"/>
                  </a:lnTo>
                  <a:lnTo>
                    <a:pt x="5534821" y="232596"/>
                  </a:lnTo>
                  <a:lnTo>
                    <a:pt x="5537533" y="231349"/>
                  </a:lnTo>
                  <a:lnTo>
                    <a:pt x="5540244" y="229478"/>
                  </a:lnTo>
                  <a:lnTo>
                    <a:pt x="5542304" y="227607"/>
                  </a:lnTo>
                  <a:lnTo>
                    <a:pt x="5543497" y="227607"/>
                  </a:lnTo>
                  <a:lnTo>
                    <a:pt x="5545449" y="225736"/>
                  </a:lnTo>
                  <a:lnTo>
                    <a:pt x="5545992" y="225736"/>
                  </a:lnTo>
                  <a:lnTo>
                    <a:pt x="5546100" y="225736"/>
                  </a:lnTo>
                  <a:lnTo>
                    <a:pt x="5546208" y="225736"/>
                  </a:lnTo>
                  <a:lnTo>
                    <a:pt x="5549028" y="225113"/>
                  </a:lnTo>
                  <a:lnTo>
                    <a:pt x="5549245" y="225113"/>
                  </a:lnTo>
                  <a:lnTo>
                    <a:pt x="5550763" y="225113"/>
                  </a:lnTo>
                  <a:lnTo>
                    <a:pt x="5553583" y="223242"/>
                  </a:lnTo>
                  <a:lnTo>
                    <a:pt x="5553800" y="223242"/>
                  </a:lnTo>
                  <a:lnTo>
                    <a:pt x="5556945" y="223242"/>
                  </a:lnTo>
                  <a:lnTo>
                    <a:pt x="5560090" y="221371"/>
                  </a:lnTo>
                  <a:lnTo>
                    <a:pt x="5560957" y="221371"/>
                  </a:lnTo>
                  <a:lnTo>
                    <a:pt x="5561716" y="221371"/>
                  </a:lnTo>
                  <a:lnTo>
                    <a:pt x="5561825" y="221371"/>
                  </a:lnTo>
                  <a:lnTo>
                    <a:pt x="5562259" y="220124"/>
                  </a:lnTo>
                  <a:lnTo>
                    <a:pt x="5563018" y="220124"/>
                  </a:lnTo>
                  <a:lnTo>
                    <a:pt x="5565946" y="220124"/>
                  </a:lnTo>
                  <a:lnTo>
                    <a:pt x="5566163" y="220124"/>
                  </a:lnTo>
                  <a:lnTo>
                    <a:pt x="5567464" y="220124"/>
                  </a:lnTo>
                  <a:lnTo>
                    <a:pt x="5569633" y="218877"/>
                  </a:lnTo>
                  <a:lnTo>
                    <a:pt x="5572127" y="218877"/>
                  </a:lnTo>
                  <a:lnTo>
                    <a:pt x="5572344" y="218877"/>
                  </a:lnTo>
                  <a:lnTo>
                    <a:pt x="5573754" y="218877"/>
                  </a:lnTo>
                  <a:lnTo>
                    <a:pt x="5576791" y="217006"/>
                  </a:lnTo>
                  <a:lnTo>
                    <a:pt x="5576899" y="216383"/>
                  </a:lnTo>
                  <a:lnTo>
                    <a:pt x="5579610" y="216383"/>
                  </a:lnTo>
                  <a:lnTo>
                    <a:pt x="5581128" y="216383"/>
                  </a:lnTo>
                  <a:lnTo>
                    <a:pt x="5582213" y="216383"/>
                  </a:lnTo>
                  <a:lnTo>
                    <a:pt x="5583948" y="215759"/>
                  </a:lnTo>
                  <a:lnTo>
                    <a:pt x="5585249" y="215759"/>
                  </a:lnTo>
                  <a:lnTo>
                    <a:pt x="5587310" y="214512"/>
                  </a:lnTo>
                  <a:lnTo>
                    <a:pt x="5587418" y="214512"/>
                  </a:lnTo>
                  <a:lnTo>
                    <a:pt x="5588937" y="213265"/>
                  </a:lnTo>
                  <a:lnTo>
                    <a:pt x="5589262" y="213265"/>
                  </a:lnTo>
                  <a:lnTo>
                    <a:pt x="5590780" y="213265"/>
                  </a:lnTo>
                  <a:lnTo>
                    <a:pt x="5590889" y="213265"/>
                  </a:lnTo>
                  <a:lnTo>
                    <a:pt x="5593491" y="211394"/>
                  </a:lnTo>
                  <a:lnTo>
                    <a:pt x="5593600" y="211394"/>
                  </a:lnTo>
                  <a:lnTo>
                    <a:pt x="5597396" y="210770"/>
                  </a:lnTo>
                  <a:lnTo>
                    <a:pt x="5597612" y="210770"/>
                  </a:lnTo>
                  <a:lnTo>
                    <a:pt x="5601517" y="210147"/>
                  </a:lnTo>
                  <a:lnTo>
                    <a:pt x="5601625" y="210147"/>
                  </a:lnTo>
                  <a:lnTo>
                    <a:pt x="5603143" y="209523"/>
                  </a:lnTo>
                  <a:lnTo>
                    <a:pt x="5604770" y="209523"/>
                  </a:lnTo>
                  <a:lnTo>
                    <a:pt x="5605746" y="209523"/>
                  </a:lnTo>
                  <a:lnTo>
                    <a:pt x="5608999" y="206405"/>
                  </a:lnTo>
                  <a:lnTo>
                    <a:pt x="5609108" y="205782"/>
                  </a:lnTo>
                  <a:lnTo>
                    <a:pt x="5611819" y="204535"/>
                  </a:lnTo>
                  <a:lnTo>
                    <a:pt x="5613880" y="203911"/>
                  </a:lnTo>
                  <a:lnTo>
                    <a:pt x="5616808" y="202664"/>
                  </a:lnTo>
                  <a:lnTo>
                    <a:pt x="5617133" y="202664"/>
                  </a:lnTo>
                  <a:lnTo>
                    <a:pt x="5617241" y="202664"/>
                  </a:lnTo>
                  <a:lnTo>
                    <a:pt x="5619627" y="202040"/>
                  </a:lnTo>
                  <a:lnTo>
                    <a:pt x="5619953" y="202040"/>
                  </a:lnTo>
                  <a:lnTo>
                    <a:pt x="5620169" y="202040"/>
                  </a:lnTo>
                  <a:lnTo>
                    <a:pt x="5622338" y="201417"/>
                  </a:lnTo>
                  <a:lnTo>
                    <a:pt x="5622447" y="200793"/>
                  </a:lnTo>
                  <a:lnTo>
                    <a:pt x="5624182" y="200793"/>
                  </a:lnTo>
                  <a:lnTo>
                    <a:pt x="5624399" y="200793"/>
                  </a:lnTo>
                  <a:lnTo>
                    <a:pt x="5626893" y="200169"/>
                  </a:lnTo>
                  <a:lnTo>
                    <a:pt x="5628195" y="198922"/>
                  </a:lnTo>
                  <a:lnTo>
                    <a:pt x="5631448" y="196428"/>
                  </a:lnTo>
                  <a:lnTo>
                    <a:pt x="5634268" y="195804"/>
                  </a:lnTo>
                  <a:lnTo>
                    <a:pt x="5637087" y="193934"/>
                  </a:lnTo>
                  <a:lnTo>
                    <a:pt x="5639473" y="193934"/>
                  </a:lnTo>
                  <a:lnTo>
                    <a:pt x="5642618" y="192063"/>
                  </a:lnTo>
                  <a:lnTo>
                    <a:pt x="5644679" y="192063"/>
                  </a:lnTo>
                  <a:lnTo>
                    <a:pt x="5645112" y="192063"/>
                  </a:lnTo>
                  <a:lnTo>
                    <a:pt x="5645112" y="191439"/>
                  </a:lnTo>
                  <a:lnTo>
                    <a:pt x="5647715" y="191439"/>
                  </a:lnTo>
                  <a:lnTo>
                    <a:pt x="5649992" y="191439"/>
                  </a:lnTo>
                  <a:lnTo>
                    <a:pt x="5650209" y="191439"/>
                  </a:lnTo>
                  <a:lnTo>
                    <a:pt x="5650318" y="190192"/>
                  </a:lnTo>
                  <a:lnTo>
                    <a:pt x="5652378" y="189569"/>
                  </a:lnTo>
                  <a:lnTo>
                    <a:pt x="5653463" y="189569"/>
                  </a:lnTo>
                  <a:lnTo>
                    <a:pt x="5657150" y="188321"/>
                  </a:lnTo>
                  <a:lnTo>
                    <a:pt x="5658994" y="188321"/>
                  </a:lnTo>
                  <a:lnTo>
                    <a:pt x="5659427" y="187698"/>
                  </a:lnTo>
                  <a:lnTo>
                    <a:pt x="5659644" y="187698"/>
                  </a:lnTo>
                  <a:lnTo>
                    <a:pt x="5661705" y="187074"/>
                  </a:lnTo>
                  <a:lnTo>
                    <a:pt x="5662681" y="187074"/>
                  </a:lnTo>
                  <a:lnTo>
                    <a:pt x="5662898" y="187074"/>
                  </a:lnTo>
                  <a:lnTo>
                    <a:pt x="5665284" y="187074"/>
                  </a:lnTo>
                  <a:lnTo>
                    <a:pt x="5666043" y="187074"/>
                  </a:lnTo>
                  <a:lnTo>
                    <a:pt x="5668537" y="186451"/>
                  </a:lnTo>
                  <a:lnTo>
                    <a:pt x="5669513" y="185827"/>
                  </a:lnTo>
                  <a:lnTo>
                    <a:pt x="5671140" y="185827"/>
                  </a:lnTo>
                  <a:lnTo>
                    <a:pt x="5673526" y="185827"/>
                  </a:lnTo>
                  <a:lnTo>
                    <a:pt x="5674176" y="185827"/>
                  </a:lnTo>
                  <a:lnTo>
                    <a:pt x="5674393" y="185827"/>
                  </a:lnTo>
                  <a:lnTo>
                    <a:pt x="5678948" y="183333"/>
                  </a:lnTo>
                  <a:lnTo>
                    <a:pt x="5680575" y="180215"/>
                  </a:lnTo>
                  <a:lnTo>
                    <a:pt x="5683828" y="179591"/>
                  </a:lnTo>
                  <a:lnTo>
                    <a:pt x="5683936" y="179591"/>
                  </a:lnTo>
                  <a:lnTo>
                    <a:pt x="5686756" y="178344"/>
                  </a:lnTo>
                  <a:lnTo>
                    <a:pt x="5686865" y="178344"/>
                  </a:lnTo>
                  <a:lnTo>
                    <a:pt x="5686973" y="178344"/>
                  </a:lnTo>
                  <a:lnTo>
                    <a:pt x="5687081" y="178344"/>
                  </a:lnTo>
                  <a:lnTo>
                    <a:pt x="5691528" y="178344"/>
                  </a:lnTo>
                  <a:lnTo>
                    <a:pt x="5694239" y="176473"/>
                  </a:lnTo>
                  <a:lnTo>
                    <a:pt x="5695757" y="175226"/>
                  </a:lnTo>
                  <a:lnTo>
                    <a:pt x="5698794" y="175226"/>
                  </a:lnTo>
                  <a:lnTo>
                    <a:pt x="5699011" y="175226"/>
                  </a:lnTo>
                  <a:lnTo>
                    <a:pt x="5699661" y="175226"/>
                  </a:lnTo>
                  <a:lnTo>
                    <a:pt x="5700637" y="173979"/>
                  </a:lnTo>
                  <a:lnTo>
                    <a:pt x="5701180" y="173355"/>
                  </a:lnTo>
                  <a:lnTo>
                    <a:pt x="5701722" y="173355"/>
                  </a:lnTo>
                  <a:lnTo>
                    <a:pt x="5703999" y="172732"/>
                  </a:lnTo>
                  <a:lnTo>
                    <a:pt x="5706168" y="172732"/>
                  </a:lnTo>
                  <a:lnTo>
                    <a:pt x="5706602" y="172732"/>
                  </a:lnTo>
                  <a:lnTo>
                    <a:pt x="5708879" y="172108"/>
                  </a:lnTo>
                  <a:lnTo>
                    <a:pt x="5710398" y="172108"/>
                  </a:lnTo>
                  <a:lnTo>
                    <a:pt x="5711157" y="171485"/>
                  </a:lnTo>
                  <a:lnTo>
                    <a:pt x="5711699" y="171485"/>
                  </a:lnTo>
                  <a:lnTo>
                    <a:pt x="5712133" y="171485"/>
                  </a:lnTo>
                  <a:lnTo>
                    <a:pt x="5712241" y="171485"/>
                  </a:lnTo>
                  <a:lnTo>
                    <a:pt x="5715603" y="170237"/>
                  </a:lnTo>
                  <a:lnTo>
                    <a:pt x="5719290" y="168990"/>
                  </a:lnTo>
                  <a:lnTo>
                    <a:pt x="5720049" y="168367"/>
                  </a:lnTo>
                  <a:lnTo>
                    <a:pt x="5722110" y="167743"/>
                  </a:lnTo>
                  <a:lnTo>
                    <a:pt x="5723520" y="165872"/>
                  </a:lnTo>
                  <a:lnTo>
                    <a:pt x="5726773" y="165872"/>
                  </a:lnTo>
                  <a:lnTo>
                    <a:pt x="5727532" y="165872"/>
                  </a:lnTo>
                  <a:lnTo>
                    <a:pt x="5727641" y="165872"/>
                  </a:lnTo>
                  <a:lnTo>
                    <a:pt x="5730677" y="163378"/>
                  </a:lnTo>
                  <a:lnTo>
                    <a:pt x="5730786" y="163378"/>
                  </a:lnTo>
                  <a:lnTo>
                    <a:pt x="5731003" y="163378"/>
                  </a:lnTo>
                  <a:lnTo>
                    <a:pt x="5733172" y="162131"/>
                  </a:lnTo>
                  <a:lnTo>
                    <a:pt x="5738702" y="162131"/>
                  </a:lnTo>
                  <a:lnTo>
                    <a:pt x="5739787" y="162131"/>
                  </a:lnTo>
                  <a:lnTo>
                    <a:pt x="5739895" y="162131"/>
                  </a:lnTo>
                  <a:lnTo>
                    <a:pt x="5742390" y="162131"/>
                  </a:lnTo>
                  <a:lnTo>
                    <a:pt x="5743799" y="162131"/>
                  </a:lnTo>
                  <a:lnTo>
                    <a:pt x="5746185" y="162131"/>
                  </a:lnTo>
                  <a:lnTo>
                    <a:pt x="5747161" y="161507"/>
                  </a:lnTo>
                  <a:lnTo>
                    <a:pt x="5749547" y="160884"/>
                  </a:lnTo>
                  <a:lnTo>
                    <a:pt x="5751716" y="159013"/>
                  </a:lnTo>
                  <a:lnTo>
                    <a:pt x="5751824" y="159013"/>
                  </a:lnTo>
                  <a:lnTo>
                    <a:pt x="5752150" y="157766"/>
                  </a:lnTo>
                  <a:lnTo>
                    <a:pt x="5752258" y="157766"/>
                  </a:lnTo>
                  <a:lnTo>
                    <a:pt x="5755186" y="157142"/>
                  </a:lnTo>
                  <a:lnTo>
                    <a:pt x="5755512" y="157142"/>
                  </a:lnTo>
                  <a:lnTo>
                    <a:pt x="5755729" y="157142"/>
                  </a:lnTo>
                  <a:lnTo>
                    <a:pt x="5756162" y="157142"/>
                  </a:lnTo>
                  <a:lnTo>
                    <a:pt x="5759307" y="157142"/>
                  </a:lnTo>
                  <a:lnTo>
                    <a:pt x="5763211" y="157142"/>
                  </a:lnTo>
                  <a:lnTo>
                    <a:pt x="5763320" y="155895"/>
                  </a:lnTo>
                  <a:lnTo>
                    <a:pt x="5766465" y="154024"/>
                  </a:lnTo>
                  <a:lnTo>
                    <a:pt x="5766465" y="152777"/>
                  </a:lnTo>
                  <a:lnTo>
                    <a:pt x="5766682" y="151530"/>
                  </a:lnTo>
                  <a:lnTo>
                    <a:pt x="5766899" y="151530"/>
                  </a:lnTo>
                  <a:lnTo>
                    <a:pt x="5769718" y="150906"/>
                  </a:lnTo>
                  <a:lnTo>
                    <a:pt x="5771236" y="150906"/>
                  </a:lnTo>
                  <a:lnTo>
                    <a:pt x="5773080" y="150906"/>
                  </a:lnTo>
                  <a:lnTo>
                    <a:pt x="5775791" y="150906"/>
                  </a:lnTo>
                  <a:lnTo>
                    <a:pt x="5776442" y="150906"/>
                  </a:lnTo>
                  <a:lnTo>
                    <a:pt x="5779153" y="147789"/>
                  </a:lnTo>
                  <a:lnTo>
                    <a:pt x="5781756" y="147789"/>
                  </a:lnTo>
                  <a:lnTo>
                    <a:pt x="5782190" y="147165"/>
                  </a:lnTo>
                  <a:lnTo>
                    <a:pt x="5783274" y="145918"/>
                  </a:lnTo>
                  <a:lnTo>
                    <a:pt x="5785009" y="145294"/>
                  </a:lnTo>
                  <a:lnTo>
                    <a:pt x="5788696" y="144671"/>
                  </a:lnTo>
                  <a:lnTo>
                    <a:pt x="5788696" y="144047"/>
                  </a:lnTo>
                  <a:lnTo>
                    <a:pt x="5789022" y="144047"/>
                  </a:lnTo>
                  <a:lnTo>
                    <a:pt x="5789998" y="143423"/>
                  </a:lnTo>
                  <a:lnTo>
                    <a:pt x="5791516" y="143423"/>
                  </a:lnTo>
                  <a:lnTo>
                    <a:pt x="5792709" y="143423"/>
                  </a:lnTo>
                  <a:lnTo>
                    <a:pt x="5794661" y="143423"/>
                  </a:lnTo>
                  <a:lnTo>
                    <a:pt x="5796830" y="142800"/>
                  </a:lnTo>
                  <a:lnTo>
                    <a:pt x="5797047" y="142800"/>
                  </a:lnTo>
                  <a:lnTo>
                    <a:pt x="5799324" y="142800"/>
                  </a:lnTo>
                  <a:lnTo>
                    <a:pt x="5801819" y="142176"/>
                  </a:lnTo>
                  <a:lnTo>
                    <a:pt x="5802144" y="142176"/>
                  </a:lnTo>
                  <a:lnTo>
                    <a:pt x="5803337" y="140929"/>
                  </a:lnTo>
                  <a:lnTo>
                    <a:pt x="5803662" y="140306"/>
                  </a:lnTo>
                  <a:lnTo>
                    <a:pt x="5806265" y="140306"/>
                  </a:lnTo>
                  <a:lnTo>
                    <a:pt x="5806373" y="140306"/>
                  </a:lnTo>
                  <a:lnTo>
                    <a:pt x="5808325" y="139682"/>
                  </a:lnTo>
                  <a:lnTo>
                    <a:pt x="5808868" y="139682"/>
                  </a:lnTo>
                  <a:lnTo>
                    <a:pt x="5809844" y="139682"/>
                  </a:lnTo>
                  <a:lnTo>
                    <a:pt x="5812772" y="139682"/>
                  </a:lnTo>
                  <a:lnTo>
                    <a:pt x="5814398" y="139682"/>
                  </a:lnTo>
                  <a:lnTo>
                    <a:pt x="5817110" y="139058"/>
                  </a:lnTo>
                  <a:lnTo>
                    <a:pt x="5819604" y="137811"/>
                  </a:lnTo>
                  <a:lnTo>
                    <a:pt x="5819929" y="137811"/>
                  </a:lnTo>
                  <a:lnTo>
                    <a:pt x="5819929" y="137188"/>
                  </a:lnTo>
                  <a:lnTo>
                    <a:pt x="5824159" y="135317"/>
                  </a:lnTo>
                  <a:lnTo>
                    <a:pt x="5825569" y="135317"/>
                  </a:lnTo>
                  <a:lnTo>
                    <a:pt x="5825894" y="135317"/>
                  </a:lnTo>
                  <a:lnTo>
                    <a:pt x="5826436" y="135317"/>
                  </a:lnTo>
                  <a:lnTo>
                    <a:pt x="5828280" y="134070"/>
                  </a:lnTo>
                  <a:lnTo>
                    <a:pt x="5828388" y="134070"/>
                  </a:lnTo>
                  <a:lnTo>
                    <a:pt x="5829798" y="134070"/>
                  </a:lnTo>
                  <a:lnTo>
                    <a:pt x="5831425" y="134070"/>
                  </a:lnTo>
                  <a:lnTo>
                    <a:pt x="5833160" y="134070"/>
                  </a:lnTo>
                  <a:lnTo>
                    <a:pt x="5837606" y="132823"/>
                  </a:lnTo>
                  <a:lnTo>
                    <a:pt x="5837823" y="132823"/>
                  </a:lnTo>
                  <a:lnTo>
                    <a:pt x="5838799" y="132823"/>
                  </a:lnTo>
                  <a:lnTo>
                    <a:pt x="5840968" y="132199"/>
                  </a:lnTo>
                  <a:lnTo>
                    <a:pt x="5841077" y="132199"/>
                  </a:lnTo>
                  <a:lnTo>
                    <a:pt x="5841510" y="132199"/>
                  </a:lnTo>
                  <a:lnTo>
                    <a:pt x="5841619" y="132199"/>
                  </a:lnTo>
                  <a:lnTo>
                    <a:pt x="5844221" y="131575"/>
                  </a:lnTo>
                  <a:lnTo>
                    <a:pt x="5845740" y="131575"/>
                  </a:lnTo>
                  <a:lnTo>
                    <a:pt x="5846499" y="131575"/>
                  </a:lnTo>
                  <a:lnTo>
                    <a:pt x="5847041" y="130952"/>
                  </a:lnTo>
                  <a:lnTo>
                    <a:pt x="5847041" y="130328"/>
                  </a:lnTo>
                  <a:lnTo>
                    <a:pt x="5848885" y="129081"/>
                  </a:lnTo>
                  <a:lnTo>
                    <a:pt x="5849102" y="129081"/>
                  </a:lnTo>
                  <a:lnTo>
                    <a:pt x="5849210" y="129081"/>
                  </a:lnTo>
                  <a:lnTo>
                    <a:pt x="5849644" y="129081"/>
                  </a:lnTo>
                  <a:lnTo>
                    <a:pt x="5853006" y="128457"/>
                  </a:lnTo>
                  <a:lnTo>
                    <a:pt x="5857127" y="127210"/>
                  </a:lnTo>
                  <a:lnTo>
                    <a:pt x="5857994" y="125963"/>
                  </a:lnTo>
                  <a:lnTo>
                    <a:pt x="5861790" y="124092"/>
                  </a:lnTo>
                  <a:lnTo>
                    <a:pt x="5862224" y="124092"/>
                  </a:lnTo>
                  <a:lnTo>
                    <a:pt x="5862441" y="123469"/>
                  </a:lnTo>
                  <a:lnTo>
                    <a:pt x="5864610" y="122222"/>
                  </a:lnTo>
                  <a:lnTo>
                    <a:pt x="5864718" y="122222"/>
                  </a:lnTo>
                  <a:lnTo>
                    <a:pt x="5866779" y="122222"/>
                  </a:lnTo>
                  <a:lnTo>
                    <a:pt x="5866995" y="122222"/>
                  </a:lnTo>
                  <a:lnTo>
                    <a:pt x="5867646" y="121598"/>
                  </a:lnTo>
                  <a:lnTo>
                    <a:pt x="5869273" y="120351"/>
                  </a:lnTo>
                  <a:lnTo>
                    <a:pt x="5869381" y="120351"/>
                  </a:lnTo>
                  <a:lnTo>
                    <a:pt x="5870574" y="119104"/>
                  </a:lnTo>
                  <a:lnTo>
                    <a:pt x="5871876" y="119104"/>
                  </a:lnTo>
                  <a:lnTo>
                    <a:pt x="5872960" y="118480"/>
                  </a:lnTo>
                  <a:lnTo>
                    <a:pt x="5875780" y="118480"/>
                  </a:lnTo>
                  <a:lnTo>
                    <a:pt x="5876322" y="117857"/>
                  </a:lnTo>
                  <a:lnTo>
                    <a:pt x="5876973" y="117857"/>
                  </a:lnTo>
                  <a:lnTo>
                    <a:pt x="5878057" y="116609"/>
                  </a:lnTo>
                  <a:lnTo>
                    <a:pt x="5880009" y="115986"/>
                  </a:lnTo>
                  <a:lnTo>
                    <a:pt x="5880334" y="115986"/>
                  </a:lnTo>
                  <a:lnTo>
                    <a:pt x="5881202" y="115986"/>
                  </a:lnTo>
                  <a:lnTo>
                    <a:pt x="5881310" y="115986"/>
                  </a:lnTo>
                  <a:lnTo>
                    <a:pt x="5883479" y="114739"/>
                  </a:lnTo>
                  <a:lnTo>
                    <a:pt x="5883588" y="114115"/>
                  </a:lnTo>
                  <a:lnTo>
                    <a:pt x="5885431" y="114115"/>
                  </a:lnTo>
                  <a:lnTo>
                    <a:pt x="5885757" y="113491"/>
                  </a:lnTo>
                  <a:lnTo>
                    <a:pt x="5886082" y="113491"/>
                  </a:lnTo>
                  <a:lnTo>
                    <a:pt x="5887167" y="112868"/>
                  </a:lnTo>
                  <a:lnTo>
                    <a:pt x="5889010" y="112244"/>
                  </a:lnTo>
                  <a:lnTo>
                    <a:pt x="5892806" y="110997"/>
                  </a:lnTo>
                  <a:lnTo>
                    <a:pt x="5895842" y="109750"/>
                  </a:lnTo>
                  <a:lnTo>
                    <a:pt x="5895951" y="109750"/>
                  </a:lnTo>
                  <a:lnTo>
                    <a:pt x="5896059" y="109750"/>
                  </a:lnTo>
                  <a:lnTo>
                    <a:pt x="5899096" y="109750"/>
                  </a:lnTo>
                  <a:lnTo>
                    <a:pt x="5900289" y="107879"/>
                  </a:lnTo>
                  <a:lnTo>
                    <a:pt x="5903325" y="105385"/>
                  </a:lnTo>
                  <a:lnTo>
                    <a:pt x="5904301" y="105385"/>
                  </a:lnTo>
                  <a:lnTo>
                    <a:pt x="5906796" y="104761"/>
                  </a:lnTo>
                  <a:lnTo>
                    <a:pt x="5908314" y="104761"/>
                  </a:lnTo>
                  <a:lnTo>
                    <a:pt x="5910374" y="102891"/>
                  </a:lnTo>
                  <a:lnTo>
                    <a:pt x="5911676" y="101643"/>
                  </a:lnTo>
                  <a:lnTo>
                    <a:pt x="5912326" y="100396"/>
                  </a:lnTo>
                  <a:lnTo>
                    <a:pt x="5915580" y="100396"/>
                  </a:lnTo>
                  <a:lnTo>
                    <a:pt x="5915797" y="99773"/>
                  </a:lnTo>
                  <a:lnTo>
                    <a:pt x="5917857" y="99773"/>
                  </a:lnTo>
                  <a:lnTo>
                    <a:pt x="5918074" y="99773"/>
                  </a:lnTo>
                  <a:lnTo>
                    <a:pt x="5919484" y="99773"/>
                  </a:lnTo>
                  <a:lnTo>
                    <a:pt x="5920351" y="99149"/>
                  </a:lnTo>
                  <a:lnTo>
                    <a:pt x="5921870" y="99149"/>
                  </a:lnTo>
                  <a:lnTo>
                    <a:pt x="5921978" y="99149"/>
                  </a:lnTo>
                  <a:lnTo>
                    <a:pt x="5922195" y="99149"/>
                  </a:lnTo>
                  <a:lnTo>
                    <a:pt x="5926750" y="97902"/>
                  </a:lnTo>
                  <a:lnTo>
                    <a:pt x="5930329" y="96655"/>
                  </a:lnTo>
                  <a:lnTo>
                    <a:pt x="5930979" y="96031"/>
                  </a:lnTo>
                  <a:lnTo>
                    <a:pt x="5932389" y="96031"/>
                  </a:lnTo>
                  <a:lnTo>
                    <a:pt x="5932389" y="95408"/>
                  </a:lnTo>
                  <a:lnTo>
                    <a:pt x="5935859" y="95408"/>
                  </a:lnTo>
                  <a:lnTo>
                    <a:pt x="5935968" y="95408"/>
                  </a:lnTo>
                  <a:lnTo>
                    <a:pt x="5936185" y="95408"/>
                  </a:lnTo>
                  <a:lnTo>
                    <a:pt x="5936402" y="95408"/>
                  </a:lnTo>
                  <a:lnTo>
                    <a:pt x="5938679" y="94784"/>
                  </a:lnTo>
                  <a:lnTo>
                    <a:pt x="5939221" y="94784"/>
                  </a:lnTo>
                  <a:lnTo>
                    <a:pt x="5939980" y="94784"/>
                  </a:lnTo>
                  <a:lnTo>
                    <a:pt x="5940956" y="94160"/>
                  </a:lnTo>
                  <a:lnTo>
                    <a:pt x="5943776" y="91666"/>
                  </a:lnTo>
                  <a:lnTo>
                    <a:pt x="5946053" y="91043"/>
                  </a:lnTo>
                  <a:lnTo>
                    <a:pt x="5947789" y="91043"/>
                  </a:lnTo>
                  <a:lnTo>
                    <a:pt x="5949524" y="89795"/>
                  </a:lnTo>
                  <a:lnTo>
                    <a:pt x="5949632" y="89795"/>
                  </a:lnTo>
                  <a:lnTo>
                    <a:pt x="5949741" y="89795"/>
                  </a:lnTo>
                  <a:lnTo>
                    <a:pt x="5950500" y="89795"/>
                  </a:lnTo>
                  <a:lnTo>
                    <a:pt x="5950934" y="89172"/>
                  </a:lnTo>
                  <a:lnTo>
                    <a:pt x="5955488" y="87925"/>
                  </a:lnTo>
                  <a:lnTo>
                    <a:pt x="5956681" y="87925"/>
                  </a:lnTo>
                  <a:lnTo>
                    <a:pt x="5956790" y="87925"/>
                  </a:lnTo>
                  <a:lnTo>
                    <a:pt x="5958416" y="87925"/>
                  </a:lnTo>
                  <a:lnTo>
                    <a:pt x="5958525" y="87925"/>
                  </a:lnTo>
                  <a:lnTo>
                    <a:pt x="5958633" y="87925"/>
                  </a:lnTo>
                  <a:lnTo>
                    <a:pt x="5959826" y="87301"/>
                  </a:lnTo>
                  <a:lnTo>
                    <a:pt x="5963839" y="85430"/>
                  </a:lnTo>
                  <a:lnTo>
                    <a:pt x="5967092" y="84183"/>
                  </a:lnTo>
                  <a:lnTo>
                    <a:pt x="5967309" y="84183"/>
                  </a:lnTo>
                  <a:lnTo>
                    <a:pt x="5970346" y="82936"/>
                  </a:lnTo>
                  <a:lnTo>
                    <a:pt x="5970563" y="82312"/>
                  </a:lnTo>
                  <a:lnTo>
                    <a:pt x="5973707" y="80442"/>
                  </a:lnTo>
                  <a:lnTo>
                    <a:pt x="5974467" y="79818"/>
                  </a:lnTo>
                  <a:lnTo>
                    <a:pt x="5975009" y="79818"/>
                  </a:lnTo>
                  <a:lnTo>
                    <a:pt x="5975117" y="79194"/>
                  </a:lnTo>
                  <a:lnTo>
                    <a:pt x="5975117" y="78571"/>
                  </a:lnTo>
                  <a:lnTo>
                    <a:pt x="5976961" y="77947"/>
                  </a:lnTo>
                  <a:lnTo>
                    <a:pt x="5977069" y="77947"/>
                  </a:lnTo>
                  <a:lnTo>
                    <a:pt x="5978588" y="77324"/>
                  </a:lnTo>
                  <a:lnTo>
                    <a:pt x="5980106" y="76700"/>
                  </a:lnTo>
                  <a:lnTo>
                    <a:pt x="5982166" y="76077"/>
                  </a:lnTo>
                  <a:lnTo>
                    <a:pt x="5984227" y="75453"/>
                  </a:lnTo>
                  <a:lnTo>
                    <a:pt x="5985203" y="75453"/>
                  </a:lnTo>
                  <a:lnTo>
                    <a:pt x="5985637" y="75453"/>
                  </a:lnTo>
                  <a:lnTo>
                    <a:pt x="5988782" y="75453"/>
                  </a:lnTo>
                  <a:lnTo>
                    <a:pt x="5989866" y="75453"/>
                  </a:lnTo>
                  <a:lnTo>
                    <a:pt x="5991710" y="74829"/>
                  </a:lnTo>
                  <a:lnTo>
                    <a:pt x="5992469" y="74829"/>
                  </a:lnTo>
                  <a:lnTo>
                    <a:pt x="5992686" y="74206"/>
                  </a:lnTo>
                  <a:lnTo>
                    <a:pt x="5992794" y="74206"/>
                  </a:lnTo>
                  <a:lnTo>
                    <a:pt x="5992903" y="73582"/>
                  </a:lnTo>
                  <a:lnTo>
                    <a:pt x="5993879" y="73582"/>
                  </a:lnTo>
                  <a:lnTo>
                    <a:pt x="5998217" y="70464"/>
                  </a:lnTo>
                  <a:lnTo>
                    <a:pt x="5998325" y="70464"/>
                  </a:lnTo>
                  <a:lnTo>
                    <a:pt x="6001145" y="70464"/>
                  </a:lnTo>
                  <a:lnTo>
                    <a:pt x="6001578" y="70464"/>
                  </a:lnTo>
                  <a:lnTo>
                    <a:pt x="6002338" y="70464"/>
                  </a:lnTo>
                  <a:lnTo>
                    <a:pt x="6005374" y="69217"/>
                  </a:lnTo>
                  <a:lnTo>
                    <a:pt x="6005483" y="69217"/>
                  </a:lnTo>
                  <a:lnTo>
                    <a:pt x="6005699" y="69217"/>
                  </a:lnTo>
                  <a:lnTo>
                    <a:pt x="6007977" y="68594"/>
                  </a:lnTo>
                  <a:lnTo>
                    <a:pt x="6008519" y="67970"/>
                  </a:lnTo>
                  <a:lnTo>
                    <a:pt x="6008628" y="67970"/>
                  </a:lnTo>
                  <a:lnTo>
                    <a:pt x="6008953" y="67970"/>
                  </a:lnTo>
                  <a:lnTo>
                    <a:pt x="6010580" y="67970"/>
                  </a:lnTo>
                  <a:lnTo>
                    <a:pt x="6012423" y="67970"/>
                  </a:lnTo>
                  <a:lnTo>
                    <a:pt x="6014701" y="67346"/>
                  </a:lnTo>
                  <a:lnTo>
                    <a:pt x="6015568" y="66723"/>
                  </a:lnTo>
                  <a:lnTo>
                    <a:pt x="6017629" y="66099"/>
                  </a:lnTo>
                  <a:lnTo>
                    <a:pt x="6018605" y="64852"/>
                  </a:lnTo>
                  <a:lnTo>
                    <a:pt x="6020340" y="64852"/>
                  </a:lnTo>
                  <a:lnTo>
                    <a:pt x="6021533" y="64852"/>
                  </a:lnTo>
                  <a:lnTo>
                    <a:pt x="6022183" y="64852"/>
                  </a:lnTo>
                  <a:lnTo>
                    <a:pt x="6024027" y="64228"/>
                  </a:lnTo>
                  <a:lnTo>
                    <a:pt x="6024135" y="64228"/>
                  </a:lnTo>
                  <a:lnTo>
                    <a:pt x="6024461" y="64228"/>
                  </a:lnTo>
                  <a:lnTo>
                    <a:pt x="6025545" y="63605"/>
                  </a:lnTo>
                  <a:lnTo>
                    <a:pt x="6025545" y="62981"/>
                  </a:lnTo>
                  <a:lnTo>
                    <a:pt x="6027172" y="62981"/>
                  </a:lnTo>
                  <a:lnTo>
                    <a:pt x="6027931" y="62981"/>
                  </a:lnTo>
                  <a:lnTo>
                    <a:pt x="6030859" y="62358"/>
                  </a:lnTo>
                  <a:lnTo>
                    <a:pt x="6031185" y="62358"/>
                  </a:lnTo>
                  <a:lnTo>
                    <a:pt x="6034004" y="62358"/>
                  </a:lnTo>
                  <a:lnTo>
                    <a:pt x="6034330" y="62358"/>
                  </a:lnTo>
                  <a:lnTo>
                    <a:pt x="6037041" y="61734"/>
                  </a:lnTo>
                  <a:lnTo>
                    <a:pt x="6037041" y="61111"/>
                  </a:lnTo>
                  <a:lnTo>
                    <a:pt x="6037258" y="61111"/>
                  </a:lnTo>
                  <a:lnTo>
                    <a:pt x="6038017" y="61111"/>
                  </a:lnTo>
                  <a:lnTo>
                    <a:pt x="6039969" y="61111"/>
                  </a:lnTo>
                  <a:lnTo>
                    <a:pt x="6040186" y="61111"/>
                  </a:lnTo>
                  <a:lnTo>
                    <a:pt x="6042138" y="61111"/>
                  </a:lnTo>
                  <a:lnTo>
                    <a:pt x="6042897" y="60487"/>
                  </a:lnTo>
                  <a:lnTo>
                    <a:pt x="6045391" y="60487"/>
                  </a:lnTo>
                  <a:lnTo>
                    <a:pt x="6047343" y="59863"/>
                  </a:lnTo>
                  <a:lnTo>
                    <a:pt x="6048970" y="59240"/>
                  </a:lnTo>
                  <a:lnTo>
                    <a:pt x="6049078" y="59240"/>
                  </a:lnTo>
                  <a:lnTo>
                    <a:pt x="6049187" y="59240"/>
                  </a:lnTo>
                  <a:lnTo>
                    <a:pt x="6049837" y="59240"/>
                  </a:lnTo>
                  <a:lnTo>
                    <a:pt x="6050054" y="58616"/>
                  </a:lnTo>
                  <a:lnTo>
                    <a:pt x="6051356" y="58616"/>
                  </a:lnTo>
                  <a:lnTo>
                    <a:pt x="6052874" y="58616"/>
                  </a:lnTo>
                  <a:lnTo>
                    <a:pt x="6053742" y="58616"/>
                  </a:lnTo>
                  <a:lnTo>
                    <a:pt x="6057320" y="58616"/>
                  </a:lnTo>
                  <a:lnTo>
                    <a:pt x="6058079" y="58616"/>
                  </a:lnTo>
                  <a:lnTo>
                    <a:pt x="6060791" y="58616"/>
                  </a:lnTo>
                  <a:lnTo>
                    <a:pt x="6061550" y="57993"/>
                  </a:lnTo>
                  <a:lnTo>
                    <a:pt x="6062200" y="57993"/>
                  </a:lnTo>
                  <a:lnTo>
                    <a:pt x="6064912" y="57369"/>
                  </a:lnTo>
                  <a:lnTo>
                    <a:pt x="6065237" y="57369"/>
                  </a:lnTo>
                  <a:lnTo>
                    <a:pt x="6066647" y="55498"/>
                  </a:lnTo>
                  <a:lnTo>
                    <a:pt x="6066972" y="55498"/>
                  </a:lnTo>
                  <a:lnTo>
                    <a:pt x="6068165" y="55498"/>
                  </a:lnTo>
                  <a:lnTo>
                    <a:pt x="6069358" y="54875"/>
                  </a:lnTo>
                  <a:lnTo>
                    <a:pt x="6070442" y="54875"/>
                  </a:lnTo>
                  <a:lnTo>
                    <a:pt x="6071961" y="54875"/>
                  </a:lnTo>
                  <a:lnTo>
                    <a:pt x="6072069" y="54875"/>
                  </a:lnTo>
                  <a:lnTo>
                    <a:pt x="6072828" y="54875"/>
                  </a:lnTo>
                  <a:lnTo>
                    <a:pt x="6074021" y="54875"/>
                  </a:lnTo>
                  <a:lnTo>
                    <a:pt x="6074889" y="54875"/>
                  </a:lnTo>
                  <a:lnTo>
                    <a:pt x="6075865" y="54875"/>
                  </a:lnTo>
                  <a:lnTo>
                    <a:pt x="6075973" y="54875"/>
                  </a:lnTo>
                  <a:lnTo>
                    <a:pt x="6077817" y="53004"/>
                  </a:lnTo>
                  <a:lnTo>
                    <a:pt x="6078468" y="52380"/>
                  </a:lnTo>
                  <a:lnTo>
                    <a:pt x="6078684" y="52380"/>
                  </a:lnTo>
                  <a:lnTo>
                    <a:pt x="6078793" y="52380"/>
                  </a:lnTo>
                  <a:lnTo>
                    <a:pt x="6079227" y="51757"/>
                  </a:lnTo>
                  <a:lnTo>
                    <a:pt x="6079769" y="51757"/>
                  </a:lnTo>
                  <a:lnTo>
                    <a:pt x="6081721" y="51757"/>
                  </a:lnTo>
                  <a:lnTo>
                    <a:pt x="6084757" y="51133"/>
                  </a:lnTo>
                  <a:lnTo>
                    <a:pt x="6087686" y="50510"/>
                  </a:lnTo>
                  <a:lnTo>
                    <a:pt x="6088119" y="50510"/>
                  </a:lnTo>
                  <a:lnTo>
                    <a:pt x="6089854" y="50510"/>
                  </a:lnTo>
                  <a:lnTo>
                    <a:pt x="6090288" y="49886"/>
                  </a:lnTo>
                  <a:lnTo>
                    <a:pt x="6090397" y="49886"/>
                  </a:lnTo>
                  <a:lnTo>
                    <a:pt x="6091373" y="49886"/>
                  </a:lnTo>
                  <a:lnTo>
                    <a:pt x="6091807" y="49886"/>
                  </a:lnTo>
                  <a:lnTo>
                    <a:pt x="6091915" y="49886"/>
                  </a:lnTo>
                  <a:lnTo>
                    <a:pt x="6093108" y="49886"/>
                  </a:lnTo>
                  <a:lnTo>
                    <a:pt x="6094518" y="48639"/>
                  </a:lnTo>
                  <a:lnTo>
                    <a:pt x="6095711" y="46768"/>
                  </a:lnTo>
                  <a:lnTo>
                    <a:pt x="6096036" y="46768"/>
                  </a:lnTo>
                  <a:lnTo>
                    <a:pt x="6097663" y="46145"/>
                  </a:lnTo>
                  <a:lnTo>
                    <a:pt x="6098096" y="46145"/>
                  </a:lnTo>
                  <a:lnTo>
                    <a:pt x="6099289" y="46145"/>
                  </a:lnTo>
                  <a:lnTo>
                    <a:pt x="6100374" y="46145"/>
                  </a:lnTo>
                  <a:lnTo>
                    <a:pt x="6100482" y="46145"/>
                  </a:lnTo>
                  <a:lnTo>
                    <a:pt x="6100482" y="45521"/>
                  </a:lnTo>
                  <a:lnTo>
                    <a:pt x="6101675" y="45521"/>
                  </a:lnTo>
                  <a:lnTo>
                    <a:pt x="6102434" y="45521"/>
                  </a:lnTo>
                  <a:lnTo>
                    <a:pt x="6102977" y="44897"/>
                  </a:lnTo>
                  <a:lnTo>
                    <a:pt x="6103410" y="44897"/>
                  </a:lnTo>
                  <a:lnTo>
                    <a:pt x="6106013" y="43650"/>
                  </a:lnTo>
                  <a:lnTo>
                    <a:pt x="6106338" y="43650"/>
                  </a:lnTo>
                  <a:lnTo>
                    <a:pt x="6109050" y="42403"/>
                  </a:lnTo>
                  <a:lnTo>
                    <a:pt x="6109158" y="41780"/>
                  </a:lnTo>
                  <a:lnTo>
                    <a:pt x="6112412" y="41780"/>
                  </a:lnTo>
                  <a:lnTo>
                    <a:pt x="6112520" y="41780"/>
                  </a:lnTo>
                  <a:lnTo>
                    <a:pt x="6112737" y="41780"/>
                  </a:lnTo>
                  <a:lnTo>
                    <a:pt x="6114580" y="41156"/>
                  </a:lnTo>
                  <a:lnTo>
                    <a:pt x="6114689" y="41156"/>
                  </a:lnTo>
                  <a:lnTo>
                    <a:pt x="6114797" y="41156"/>
                  </a:lnTo>
                  <a:lnTo>
                    <a:pt x="6115773" y="39909"/>
                  </a:lnTo>
                  <a:lnTo>
                    <a:pt x="6116858" y="39285"/>
                  </a:lnTo>
                  <a:lnTo>
                    <a:pt x="6118376" y="39285"/>
                  </a:lnTo>
                  <a:lnTo>
                    <a:pt x="6119677" y="39285"/>
                  </a:lnTo>
                  <a:lnTo>
                    <a:pt x="6121846" y="39285"/>
                  </a:lnTo>
                  <a:lnTo>
                    <a:pt x="6123798" y="39285"/>
                  </a:lnTo>
                  <a:lnTo>
                    <a:pt x="6124775" y="39285"/>
                  </a:lnTo>
                  <a:lnTo>
                    <a:pt x="6125425" y="39285"/>
                  </a:lnTo>
                  <a:lnTo>
                    <a:pt x="6125751" y="39285"/>
                  </a:lnTo>
                  <a:lnTo>
                    <a:pt x="6127160" y="39285"/>
                  </a:lnTo>
                  <a:lnTo>
                    <a:pt x="6128245" y="38662"/>
                  </a:lnTo>
                  <a:lnTo>
                    <a:pt x="6128679" y="38662"/>
                  </a:lnTo>
                  <a:lnTo>
                    <a:pt x="6128895" y="38662"/>
                  </a:lnTo>
                  <a:lnTo>
                    <a:pt x="6129438" y="38662"/>
                  </a:lnTo>
                  <a:lnTo>
                    <a:pt x="6130848" y="38038"/>
                  </a:lnTo>
                  <a:lnTo>
                    <a:pt x="6133667" y="37414"/>
                  </a:lnTo>
                  <a:lnTo>
                    <a:pt x="6133884" y="37414"/>
                  </a:lnTo>
                  <a:lnTo>
                    <a:pt x="6135945" y="37414"/>
                  </a:lnTo>
                  <a:lnTo>
                    <a:pt x="6136487" y="36791"/>
                  </a:lnTo>
                  <a:lnTo>
                    <a:pt x="6138005" y="36167"/>
                  </a:lnTo>
                  <a:lnTo>
                    <a:pt x="6138114" y="36167"/>
                  </a:lnTo>
                  <a:lnTo>
                    <a:pt x="6138656" y="36167"/>
                  </a:lnTo>
                  <a:lnTo>
                    <a:pt x="6138764" y="36167"/>
                  </a:lnTo>
                  <a:lnTo>
                    <a:pt x="6139957" y="36167"/>
                  </a:lnTo>
                  <a:lnTo>
                    <a:pt x="6140282" y="35544"/>
                  </a:lnTo>
                  <a:lnTo>
                    <a:pt x="6142343" y="35544"/>
                  </a:lnTo>
                  <a:lnTo>
                    <a:pt x="6144403" y="35544"/>
                  </a:lnTo>
                  <a:lnTo>
                    <a:pt x="6145271" y="35544"/>
                  </a:lnTo>
                  <a:lnTo>
                    <a:pt x="6146139" y="34297"/>
                  </a:lnTo>
                  <a:lnTo>
                    <a:pt x="6147115" y="33673"/>
                  </a:lnTo>
                  <a:lnTo>
                    <a:pt x="6147874" y="33673"/>
                  </a:lnTo>
                  <a:lnTo>
                    <a:pt x="6149826" y="33673"/>
                  </a:lnTo>
                  <a:lnTo>
                    <a:pt x="6150151" y="33673"/>
                  </a:lnTo>
                  <a:lnTo>
                    <a:pt x="6150910" y="33049"/>
                  </a:lnTo>
                  <a:lnTo>
                    <a:pt x="6152103" y="33049"/>
                  </a:lnTo>
                  <a:lnTo>
                    <a:pt x="6152754" y="32426"/>
                  </a:lnTo>
                  <a:lnTo>
                    <a:pt x="6152862" y="32426"/>
                  </a:lnTo>
                  <a:lnTo>
                    <a:pt x="6156007" y="30555"/>
                  </a:lnTo>
                  <a:lnTo>
                    <a:pt x="6157309" y="30555"/>
                  </a:lnTo>
                  <a:lnTo>
                    <a:pt x="6160454" y="30555"/>
                  </a:lnTo>
                  <a:lnTo>
                    <a:pt x="6162514" y="30555"/>
                  </a:lnTo>
                  <a:lnTo>
                    <a:pt x="6162623" y="30555"/>
                  </a:lnTo>
                  <a:lnTo>
                    <a:pt x="6162839" y="30555"/>
                  </a:lnTo>
                  <a:lnTo>
                    <a:pt x="6165008" y="29931"/>
                  </a:lnTo>
                  <a:lnTo>
                    <a:pt x="6166310" y="29931"/>
                  </a:lnTo>
                  <a:lnTo>
                    <a:pt x="6167286" y="29931"/>
                  </a:lnTo>
                  <a:lnTo>
                    <a:pt x="6167828" y="29931"/>
                  </a:lnTo>
                  <a:lnTo>
                    <a:pt x="6169672" y="29931"/>
                  </a:lnTo>
                  <a:lnTo>
                    <a:pt x="6170214" y="29931"/>
                  </a:lnTo>
                  <a:lnTo>
                    <a:pt x="6170539" y="29308"/>
                  </a:lnTo>
                  <a:lnTo>
                    <a:pt x="6171298" y="29308"/>
                  </a:lnTo>
                  <a:lnTo>
                    <a:pt x="6172817" y="29308"/>
                  </a:lnTo>
                  <a:lnTo>
                    <a:pt x="6173684" y="29308"/>
                  </a:lnTo>
                  <a:lnTo>
                    <a:pt x="6174986" y="29308"/>
                  </a:lnTo>
                  <a:lnTo>
                    <a:pt x="6175094" y="29308"/>
                  </a:lnTo>
                  <a:lnTo>
                    <a:pt x="6175419" y="29308"/>
                  </a:lnTo>
                  <a:lnTo>
                    <a:pt x="6177046" y="28684"/>
                  </a:lnTo>
                  <a:lnTo>
                    <a:pt x="6177371" y="28684"/>
                  </a:lnTo>
                  <a:lnTo>
                    <a:pt x="6178131" y="28684"/>
                  </a:lnTo>
                  <a:lnTo>
                    <a:pt x="6179866" y="28684"/>
                  </a:lnTo>
                  <a:lnTo>
                    <a:pt x="6181384" y="28684"/>
                  </a:lnTo>
                  <a:lnTo>
                    <a:pt x="6181926" y="28061"/>
                  </a:lnTo>
                  <a:lnTo>
                    <a:pt x="6183553" y="27437"/>
                  </a:lnTo>
                  <a:lnTo>
                    <a:pt x="6183661" y="27437"/>
                  </a:lnTo>
                  <a:lnTo>
                    <a:pt x="6184204" y="26814"/>
                  </a:lnTo>
                  <a:lnTo>
                    <a:pt x="6185180" y="26190"/>
                  </a:lnTo>
                  <a:lnTo>
                    <a:pt x="6185397" y="26190"/>
                  </a:lnTo>
                  <a:lnTo>
                    <a:pt x="6186589" y="26190"/>
                  </a:lnTo>
                  <a:lnTo>
                    <a:pt x="6187349" y="26190"/>
                  </a:lnTo>
                  <a:lnTo>
                    <a:pt x="6187457" y="26190"/>
                  </a:lnTo>
                  <a:lnTo>
                    <a:pt x="6188650" y="26190"/>
                  </a:lnTo>
                  <a:lnTo>
                    <a:pt x="6188975" y="26190"/>
                  </a:lnTo>
                  <a:lnTo>
                    <a:pt x="6189192" y="26190"/>
                  </a:lnTo>
                  <a:lnTo>
                    <a:pt x="6190602" y="26190"/>
                  </a:lnTo>
                  <a:lnTo>
                    <a:pt x="6190927" y="26190"/>
                  </a:lnTo>
                  <a:lnTo>
                    <a:pt x="6191036" y="26190"/>
                  </a:lnTo>
                  <a:lnTo>
                    <a:pt x="6191903" y="26190"/>
                  </a:lnTo>
                  <a:lnTo>
                    <a:pt x="6192446" y="26190"/>
                  </a:lnTo>
                  <a:lnTo>
                    <a:pt x="6192554" y="26190"/>
                  </a:lnTo>
                  <a:lnTo>
                    <a:pt x="6192662" y="26190"/>
                  </a:lnTo>
                  <a:lnTo>
                    <a:pt x="6194723" y="26190"/>
                  </a:lnTo>
                  <a:lnTo>
                    <a:pt x="6197543" y="24943"/>
                  </a:lnTo>
                  <a:lnTo>
                    <a:pt x="6198519" y="24319"/>
                  </a:lnTo>
                  <a:lnTo>
                    <a:pt x="6198627" y="24319"/>
                  </a:lnTo>
                  <a:lnTo>
                    <a:pt x="6198736" y="24319"/>
                  </a:lnTo>
                  <a:lnTo>
                    <a:pt x="6199278" y="24319"/>
                  </a:lnTo>
                  <a:lnTo>
                    <a:pt x="6200145" y="24319"/>
                  </a:lnTo>
                  <a:lnTo>
                    <a:pt x="6200688" y="24319"/>
                  </a:lnTo>
                  <a:lnTo>
                    <a:pt x="6200796" y="24319"/>
                  </a:lnTo>
                  <a:lnTo>
                    <a:pt x="6202965" y="24319"/>
                  </a:lnTo>
                  <a:lnTo>
                    <a:pt x="6203724" y="24319"/>
                  </a:lnTo>
                  <a:lnTo>
                    <a:pt x="6204700" y="24319"/>
                  </a:lnTo>
                  <a:lnTo>
                    <a:pt x="6205351" y="24319"/>
                  </a:lnTo>
                  <a:lnTo>
                    <a:pt x="6205459" y="24319"/>
                  </a:lnTo>
                  <a:lnTo>
                    <a:pt x="6206978" y="23696"/>
                  </a:lnTo>
                  <a:lnTo>
                    <a:pt x="6207086" y="23696"/>
                  </a:lnTo>
                  <a:lnTo>
                    <a:pt x="6207194" y="23696"/>
                  </a:lnTo>
                  <a:lnTo>
                    <a:pt x="6207737" y="22448"/>
                  </a:lnTo>
                  <a:lnTo>
                    <a:pt x="6208496" y="22448"/>
                  </a:lnTo>
                  <a:lnTo>
                    <a:pt x="6208604" y="22448"/>
                  </a:lnTo>
                  <a:lnTo>
                    <a:pt x="6208713" y="22448"/>
                  </a:lnTo>
                  <a:lnTo>
                    <a:pt x="6209906" y="21825"/>
                  </a:lnTo>
                  <a:lnTo>
                    <a:pt x="6210014" y="21201"/>
                  </a:lnTo>
                  <a:lnTo>
                    <a:pt x="6210882" y="21201"/>
                  </a:lnTo>
                  <a:lnTo>
                    <a:pt x="6212400" y="21201"/>
                  </a:lnTo>
                  <a:lnTo>
                    <a:pt x="6212508" y="21201"/>
                  </a:lnTo>
                  <a:lnTo>
                    <a:pt x="6213701" y="21201"/>
                  </a:lnTo>
                  <a:lnTo>
                    <a:pt x="6214352" y="21201"/>
                  </a:lnTo>
                  <a:lnTo>
                    <a:pt x="6216087" y="21201"/>
                  </a:lnTo>
                  <a:lnTo>
                    <a:pt x="6217714" y="19954"/>
                  </a:lnTo>
                  <a:lnTo>
                    <a:pt x="6218364" y="19954"/>
                  </a:lnTo>
                  <a:lnTo>
                    <a:pt x="6219015" y="19331"/>
                  </a:lnTo>
                  <a:lnTo>
                    <a:pt x="6219666" y="19331"/>
                  </a:lnTo>
                  <a:lnTo>
                    <a:pt x="6219991" y="19331"/>
                  </a:lnTo>
                  <a:lnTo>
                    <a:pt x="6220967" y="18707"/>
                  </a:lnTo>
                  <a:lnTo>
                    <a:pt x="6221726" y="18707"/>
                  </a:lnTo>
                  <a:lnTo>
                    <a:pt x="6222377" y="17460"/>
                  </a:lnTo>
                  <a:lnTo>
                    <a:pt x="6222594" y="17460"/>
                  </a:lnTo>
                  <a:lnTo>
                    <a:pt x="6222919" y="17460"/>
                  </a:lnTo>
                  <a:lnTo>
                    <a:pt x="6223028" y="17460"/>
                  </a:lnTo>
                  <a:lnTo>
                    <a:pt x="6224546" y="16836"/>
                  </a:lnTo>
                  <a:lnTo>
                    <a:pt x="6224654" y="16836"/>
                  </a:lnTo>
                  <a:lnTo>
                    <a:pt x="6224763" y="16836"/>
                  </a:lnTo>
                  <a:lnTo>
                    <a:pt x="6225630" y="16836"/>
                  </a:lnTo>
                  <a:lnTo>
                    <a:pt x="6226498" y="16836"/>
                  </a:lnTo>
                  <a:lnTo>
                    <a:pt x="6227366" y="16836"/>
                  </a:lnTo>
                  <a:lnTo>
                    <a:pt x="6228775" y="16836"/>
                  </a:lnTo>
                  <a:lnTo>
                    <a:pt x="6229101" y="16213"/>
                  </a:lnTo>
                  <a:lnTo>
                    <a:pt x="6229751" y="16213"/>
                  </a:lnTo>
                  <a:lnTo>
                    <a:pt x="6229860" y="16213"/>
                  </a:lnTo>
                  <a:lnTo>
                    <a:pt x="6231053" y="15589"/>
                  </a:lnTo>
                  <a:lnTo>
                    <a:pt x="6231703" y="15589"/>
                  </a:lnTo>
                  <a:lnTo>
                    <a:pt x="6232680" y="15589"/>
                  </a:lnTo>
                  <a:lnTo>
                    <a:pt x="6234415" y="15589"/>
                  </a:lnTo>
                  <a:lnTo>
                    <a:pt x="6235499" y="15589"/>
                  </a:lnTo>
                  <a:lnTo>
                    <a:pt x="6235608" y="15589"/>
                  </a:lnTo>
                  <a:lnTo>
                    <a:pt x="6235716" y="15589"/>
                  </a:lnTo>
                  <a:lnTo>
                    <a:pt x="6235933" y="14965"/>
                  </a:lnTo>
                  <a:lnTo>
                    <a:pt x="6236150" y="14965"/>
                  </a:lnTo>
                  <a:lnTo>
                    <a:pt x="6237126" y="14342"/>
                  </a:lnTo>
                  <a:lnTo>
                    <a:pt x="6238644" y="14342"/>
                  </a:lnTo>
                  <a:lnTo>
                    <a:pt x="6238753" y="14342"/>
                  </a:lnTo>
                  <a:lnTo>
                    <a:pt x="6240162" y="14342"/>
                  </a:lnTo>
                  <a:lnTo>
                    <a:pt x="6240813" y="14342"/>
                  </a:lnTo>
                  <a:lnTo>
                    <a:pt x="6241355" y="14342"/>
                  </a:lnTo>
                  <a:lnTo>
                    <a:pt x="6241681" y="14342"/>
                  </a:lnTo>
                  <a:lnTo>
                    <a:pt x="6242223" y="14342"/>
                  </a:lnTo>
                  <a:lnTo>
                    <a:pt x="6242982" y="13718"/>
                  </a:lnTo>
                  <a:lnTo>
                    <a:pt x="6242982" y="13095"/>
                  </a:lnTo>
                  <a:lnTo>
                    <a:pt x="6244283" y="13095"/>
                  </a:lnTo>
                  <a:lnTo>
                    <a:pt x="6245151" y="13095"/>
                  </a:lnTo>
                  <a:lnTo>
                    <a:pt x="6246019" y="13095"/>
                  </a:lnTo>
                  <a:lnTo>
                    <a:pt x="6246235" y="13095"/>
                  </a:lnTo>
                  <a:lnTo>
                    <a:pt x="6246344" y="13095"/>
                  </a:lnTo>
                  <a:lnTo>
                    <a:pt x="6246669" y="12471"/>
                  </a:lnTo>
                  <a:lnTo>
                    <a:pt x="6246995" y="12471"/>
                  </a:lnTo>
                  <a:lnTo>
                    <a:pt x="6247320" y="12471"/>
                  </a:lnTo>
                  <a:lnTo>
                    <a:pt x="6247537" y="12471"/>
                  </a:lnTo>
                  <a:lnTo>
                    <a:pt x="6248404" y="12471"/>
                  </a:lnTo>
                  <a:lnTo>
                    <a:pt x="6249055" y="12471"/>
                  </a:lnTo>
                  <a:lnTo>
                    <a:pt x="6249163" y="12471"/>
                  </a:lnTo>
                  <a:lnTo>
                    <a:pt x="6249489" y="11848"/>
                  </a:lnTo>
                  <a:lnTo>
                    <a:pt x="6250356" y="11224"/>
                  </a:lnTo>
                  <a:lnTo>
                    <a:pt x="6251441" y="10600"/>
                  </a:lnTo>
                  <a:lnTo>
                    <a:pt x="6252417" y="10600"/>
                  </a:lnTo>
                  <a:lnTo>
                    <a:pt x="6253176" y="10600"/>
                  </a:lnTo>
                  <a:lnTo>
                    <a:pt x="6253935" y="10600"/>
                  </a:lnTo>
                  <a:lnTo>
                    <a:pt x="6254369" y="9977"/>
                  </a:lnTo>
                  <a:lnTo>
                    <a:pt x="6254586" y="9353"/>
                  </a:lnTo>
                  <a:lnTo>
                    <a:pt x="6255237" y="8730"/>
                  </a:lnTo>
                  <a:lnTo>
                    <a:pt x="6256321" y="8730"/>
                  </a:lnTo>
                  <a:lnTo>
                    <a:pt x="6256755" y="8730"/>
                  </a:lnTo>
                  <a:lnTo>
                    <a:pt x="6256863" y="8730"/>
                  </a:lnTo>
                  <a:lnTo>
                    <a:pt x="6257405" y="8730"/>
                  </a:lnTo>
                  <a:lnTo>
                    <a:pt x="6257622" y="8730"/>
                  </a:lnTo>
                  <a:lnTo>
                    <a:pt x="6258924" y="8730"/>
                  </a:lnTo>
                  <a:lnTo>
                    <a:pt x="6259466" y="8730"/>
                  </a:lnTo>
                  <a:lnTo>
                    <a:pt x="6260225" y="8730"/>
                  </a:lnTo>
                  <a:lnTo>
                    <a:pt x="6260550" y="8730"/>
                  </a:lnTo>
                  <a:lnTo>
                    <a:pt x="6261093" y="8730"/>
                  </a:lnTo>
                  <a:lnTo>
                    <a:pt x="6261310" y="8730"/>
                  </a:lnTo>
                  <a:lnTo>
                    <a:pt x="6261743" y="8730"/>
                  </a:lnTo>
                  <a:lnTo>
                    <a:pt x="6262177" y="8730"/>
                  </a:lnTo>
                  <a:lnTo>
                    <a:pt x="6262503" y="8730"/>
                  </a:lnTo>
                  <a:lnTo>
                    <a:pt x="6263153" y="8730"/>
                  </a:lnTo>
                  <a:lnTo>
                    <a:pt x="6263479" y="8730"/>
                  </a:lnTo>
                  <a:lnTo>
                    <a:pt x="6264129" y="8730"/>
                  </a:lnTo>
                  <a:lnTo>
                    <a:pt x="6264888" y="8730"/>
                  </a:lnTo>
                  <a:lnTo>
                    <a:pt x="6265864" y="8730"/>
                  </a:lnTo>
                  <a:lnTo>
                    <a:pt x="6266949" y="8106"/>
                  </a:lnTo>
                  <a:lnTo>
                    <a:pt x="6267925" y="8106"/>
                  </a:lnTo>
                  <a:lnTo>
                    <a:pt x="6268033" y="8106"/>
                  </a:lnTo>
                  <a:lnTo>
                    <a:pt x="6268901" y="8106"/>
                  </a:lnTo>
                  <a:lnTo>
                    <a:pt x="6269226" y="8106"/>
                  </a:lnTo>
                  <a:lnTo>
                    <a:pt x="6269660" y="8106"/>
                  </a:lnTo>
                  <a:lnTo>
                    <a:pt x="6270311" y="8106"/>
                  </a:lnTo>
                  <a:lnTo>
                    <a:pt x="6270961" y="8106"/>
                  </a:lnTo>
                  <a:lnTo>
                    <a:pt x="6271070" y="8106"/>
                  </a:lnTo>
                  <a:lnTo>
                    <a:pt x="6271721" y="8106"/>
                  </a:lnTo>
                  <a:lnTo>
                    <a:pt x="6271829" y="8106"/>
                  </a:lnTo>
                  <a:lnTo>
                    <a:pt x="6272588" y="8106"/>
                  </a:lnTo>
                  <a:lnTo>
                    <a:pt x="6273239" y="8106"/>
                  </a:lnTo>
                  <a:lnTo>
                    <a:pt x="6273889" y="8106"/>
                  </a:lnTo>
                  <a:lnTo>
                    <a:pt x="6274323" y="8106"/>
                  </a:lnTo>
                  <a:lnTo>
                    <a:pt x="6274540" y="8106"/>
                  </a:lnTo>
                  <a:lnTo>
                    <a:pt x="6274974" y="8106"/>
                  </a:lnTo>
                  <a:lnTo>
                    <a:pt x="6275082" y="8106"/>
                  </a:lnTo>
                  <a:lnTo>
                    <a:pt x="6275625" y="7482"/>
                  </a:lnTo>
                  <a:lnTo>
                    <a:pt x="6276058" y="7482"/>
                  </a:lnTo>
                  <a:lnTo>
                    <a:pt x="6276601" y="7482"/>
                  </a:lnTo>
                  <a:lnTo>
                    <a:pt x="6277468" y="7482"/>
                  </a:lnTo>
                  <a:lnTo>
                    <a:pt x="6277902" y="7482"/>
                  </a:lnTo>
                  <a:lnTo>
                    <a:pt x="6278553" y="7482"/>
                  </a:lnTo>
                  <a:lnTo>
                    <a:pt x="6279420" y="7482"/>
                  </a:lnTo>
                  <a:lnTo>
                    <a:pt x="6279529" y="6859"/>
                  </a:lnTo>
                  <a:lnTo>
                    <a:pt x="6279854" y="6859"/>
                  </a:lnTo>
                  <a:lnTo>
                    <a:pt x="6281264" y="6859"/>
                  </a:lnTo>
                  <a:lnTo>
                    <a:pt x="6281372" y="6859"/>
                  </a:lnTo>
                  <a:lnTo>
                    <a:pt x="6282023" y="6859"/>
                  </a:lnTo>
                  <a:lnTo>
                    <a:pt x="6282782" y="6859"/>
                  </a:lnTo>
                  <a:lnTo>
                    <a:pt x="6283324" y="6859"/>
                  </a:lnTo>
                  <a:lnTo>
                    <a:pt x="6283758" y="6859"/>
                  </a:lnTo>
                  <a:lnTo>
                    <a:pt x="6284517" y="6859"/>
                  </a:lnTo>
                  <a:lnTo>
                    <a:pt x="6285168" y="6859"/>
                  </a:lnTo>
                  <a:lnTo>
                    <a:pt x="6285276" y="6859"/>
                  </a:lnTo>
                  <a:lnTo>
                    <a:pt x="6285493" y="6859"/>
                  </a:lnTo>
                  <a:lnTo>
                    <a:pt x="6285927" y="5612"/>
                  </a:lnTo>
                  <a:lnTo>
                    <a:pt x="6286144" y="5612"/>
                  </a:lnTo>
                  <a:lnTo>
                    <a:pt x="6286686" y="5612"/>
                  </a:lnTo>
                  <a:lnTo>
                    <a:pt x="6287445" y="5612"/>
                  </a:lnTo>
                  <a:lnTo>
                    <a:pt x="6287988" y="5612"/>
                  </a:lnTo>
                  <a:lnTo>
                    <a:pt x="6289506" y="5612"/>
                  </a:lnTo>
                  <a:lnTo>
                    <a:pt x="6289614" y="5612"/>
                  </a:lnTo>
                  <a:lnTo>
                    <a:pt x="6290373" y="5612"/>
                  </a:lnTo>
                  <a:lnTo>
                    <a:pt x="6291458" y="5612"/>
                  </a:lnTo>
                  <a:lnTo>
                    <a:pt x="6292000" y="5612"/>
                  </a:lnTo>
                  <a:lnTo>
                    <a:pt x="6293085" y="4988"/>
                  </a:lnTo>
                  <a:lnTo>
                    <a:pt x="6293302" y="4988"/>
                  </a:lnTo>
                  <a:lnTo>
                    <a:pt x="6294278" y="4988"/>
                  </a:lnTo>
                  <a:lnTo>
                    <a:pt x="6294386" y="4988"/>
                  </a:lnTo>
                  <a:lnTo>
                    <a:pt x="6294820" y="4988"/>
                  </a:lnTo>
                  <a:lnTo>
                    <a:pt x="6295362" y="4988"/>
                  </a:lnTo>
                  <a:lnTo>
                    <a:pt x="6295687" y="4988"/>
                  </a:lnTo>
                  <a:lnTo>
                    <a:pt x="6296338" y="4988"/>
                  </a:lnTo>
                  <a:lnTo>
                    <a:pt x="6297206" y="4988"/>
                  </a:lnTo>
                  <a:lnTo>
                    <a:pt x="6297531" y="4988"/>
                  </a:lnTo>
                  <a:lnTo>
                    <a:pt x="6298073" y="4988"/>
                  </a:lnTo>
                  <a:lnTo>
                    <a:pt x="6298724" y="4988"/>
                  </a:lnTo>
                  <a:lnTo>
                    <a:pt x="6298832" y="4988"/>
                  </a:lnTo>
                  <a:lnTo>
                    <a:pt x="6299158" y="4365"/>
                  </a:lnTo>
                  <a:lnTo>
                    <a:pt x="6299700" y="4365"/>
                  </a:lnTo>
                  <a:lnTo>
                    <a:pt x="6299808" y="4365"/>
                  </a:lnTo>
                  <a:lnTo>
                    <a:pt x="6300134" y="4365"/>
                  </a:lnTo>
                  <a:lnTo>
                    <a:pt x="6300676" y="4365"/>
                  </a:lnTo>
                  <a:lnTo>
                    <a:pt x="6301001" y="4365"/>
                  </a:lnTo>
                  <a:lnTo>
                    <a:pt x="6301869" y="4365"/>
                  </a:lnTo>
                  <a:lnTo>
                    <a:pt x="6301977" y="4365"/>
                  </a:lnTo>
                  <a:lnTo>
                    <a:pt x="6302411" y="4365"/>
                  </a:lnTo>
                  <a:lnTo>
                    <a:pt x="6302628" y="4365"/>
                  </a:lnTo>
                  <a:lnTo>
                    <a:pt x="6302845" y="3741"/>
                  </a:lnTo>
                  <a:lnTo>
                    <a:pt x="6302953" y="3741"/>
                  </a:lnTo>
                  <a:lnTo>
                    <a:pt x="6303170" y="3741"/>
                  </a:lnTo>
                  <a:lnTo>
                    <a:pt x="6303604" y="3741"/>
                  </a:lnTo>
                  <a:lnTo>
                    <a:pt x="6303821" y="3741"/>
                  </a:lnTo>
                  <a:lnTo>
                    <a:pt x="6303929" y="3741"/>
                  </a:lnTo>
                  <a:lnTo>
                    <a:pt x="6304146" y="3741"/>
                  </a:lnTo>
                  <a:lnTo>
                    <a:pt x="6304255" y="3741"/>
                  </a:lnTo>
                  <a:lnTo>
                    <a:pt x="6304363" y="3741"/>
                  </a:lnTo>
                  <a:lnTo>
                    <a:pt x="6304797" y="3117"/>
                  </a:lnTo>
                  <a:lnTo>
                    <a:pt x="6305773" y="3117"/>
                  </a:lnTo>
                  <a:lnTo>
                    <a:pt x="6305881" y="3117"/>
                  </a:lnTo>
                  <a:lnTo>
                    <a:pt x="6306098" y="3117"/>
                  </a:lnTo>
                  <a:lnTo>
                    <a:pt x="6306315" y="3117"/>
                  </a:lnTo>
                  <a:lnTo>
                    <a:pt x="6306424" y="3117"/>
                  </a:lnTo>
                  <a:lnTo>
                    <a:pt x="6306966" y="3117"/>
                  </a:lnTo>
                  <a:lnTo>
                    <a:pt x="6307725" y="3117"/>
                  </a:lnTo>
                  <a:lnTo>
                    <a:pt x="6308593" y="3117"/>
                  </a:lnTo>
                  <a:lnTo>
                    <a:pt x="6308701" y="3117"/>
                  </a:lnTo>
                  <a:lnTo>
                    <a:pt x="6308918" y="3117"/>
                  </a:lnTo>
                  <a:lnTo>
                    <a:pt x="6309026" y="3117"/>
                  </a:lnTo>
                  <a:lnTo>
                    <a:pt x="6309460" y="3117"/>
                  </a:lnTo>
                  <a:lnTo>
                    <a:pt x="6309786" y="3117"/>
                  </a:lnTo>
                  <a:lnTo>
                    <a:pt x="6310436" y="3117"/>
                  </a:lnTo>
                  <a:lnTo>
                    <a:pt x="6310762" y="3117"/>
                  </a:lnTo>
                  <a:lnTo>
                    <a:pt x="6310870" y="3117"/>
                  </a:lnTo>
                  <a:lnTo>
                    <a:pt x="6310978" y="3117"/>
                  </a:lnTo>
                  <a:lnTo>
                    <a:pt x="6311521" y="3117"/>
                  </a:lnTo>
                  <a:lnTo>
                    <a:pt x="6312171" y="3117"/>
                  </a:lnTo>
                  <a:lnTo>
                    <a:pt x="6312280" y="3117"/>
                  </a:lnTo>
                  <a:lnTo>
                    <a:pt x="6312388" y="3117"/>
                  </a:lnTo>
                  <a:lnTo>
                    <a:pt x="6312822" y="3117"/>
                  </a:lnTo>
                  <a:lnTo>
                    <a:pt x="6312930" y="3117"/>
                  </a:lnTo>
                  <a:lnTo>
                    <a:pt x="6313147" y="3117"/>
                  </a:lnTo>
                  <a:lnTo>
                    <a:pt x="6314232" y="3117"/>
                  </a:lnTo>
                  <a:lnTo>
                    <a:pt x="6315208" y="3117"/>
                  </a:lnTo>
                  <a:lnTo>
                    <a:pt x="6315425" y="3117"/>
                  </a:lnTo>
                  <a:lnTo>
                    <a:pt x="6315533" y="3117"/>
                  </a:lnTo>
                  <a:lnTo>
                    <a:pt x="6315642" y="3117"/>
                  </a:lnTo>
                  <a:lnTo>
                    <a:pt x="6315750" y="3117"/>
                  </a:lnTo>
                  <a:lnTo>
                    <a:pt x="6316184" y="3117"/>
                  </a:lnTo>
                  <a:lnTo>
                    <a:pt x="6316943" y="3117"/>
                  </a:lnTo>
                  <a:lnTo>
                    <a:pt x="6317051" y="3117"/>
                  </a:lnTo>
                  <a:lnTo>
                    <a:pt x="6317377" y="3117"/>
                  </a:lnTo>
                  <a:lnTo>
                    <a:pt x="6317702" y="3117"/>
                  </a:lnTo>
                  <a:lnTo>
                    <a:pt x="6318027" y="3117"/>
                  </a:lnTo>
                  <a:lnTo>
                    <a:pt x="6318244" y="3117"/>
                  </a:lnTo>
                  <a:lnTo>
                    <a:pt x="6318353" y="3117"/>
                  </a:lnTo>
                  <a:lnTo>
                    <a:pt x="6318895" y="2494"/>
                  </a:lnTo>
                  <a:lnTo>
                    <a:pt x="6319004" y="2494"/>
                  </a:lnTo>
                  <a:lnTo>
                    <a:pt x="6319329" y="2494"/>
                  </a:lnTo>
                  <a:lnTo>
                    <a:pt x="6319437" y="2494"/>
                  </a:lnTo>
                  <a:lnTo>
                    <a:pt x="6319546" y="2494"/>
                  </a:lnTo>
                  <a:lnTo>
                    <a:pt x="6319871" y="1870"/>
                  </a:lnTo>
                  <a:lnTo>
                    <a:pt x="6320196" y="1870"/>
                  </a:lnTo>
                  <a:lnTo>
                    <a:pt x="6320522" y="1870"/>
                  </a:lnTo>
                  <a:lnTo>
                    <a:pt x="6320630" y="1870"/>
                  </a:lnTo>
                  <a:lnTo>
                    <a:pt x="6320847" y="1247"/>
                  </a:lnTo>
                  <a:lnTo>
                    <a:pt x="6320956" y="1247"/>
                  </a:lnTo>
                  <a:lnTo>
                    <a:pt x="6321064" y="1247"/>
                  </a:lnTo>
                  <a:lnTo>
                    <a:pt x="6321715" y="1247"/>
                  </a:lnTo>
                  <a:lnTo>
                    <a:pt x="6321823" y="1247"/>
                  </a:lnTo>
                  <a:lnTo>
                    <a:pt x="6322040" y="1247"/>
                  </a:lnTo>
                  <a:lnTo>
                    <a:pt x="6322582" y="1247"/>
                  </a:lnTo>
                  <a:lnTo>
                    <a:pt x="6322908" y="1247"/>
                  </a:lnTo>
                  <a:lnTo>
                    <a:pt x="6323341" y="1247"/>
                  </a:lnTo>
                  <a:lnTo>
                    <a:pt x="6323450" y="1247"/>
                  </a:lnTo>
                  <a:lnTo>
                    <a:pt x="6323558" y="1247"/>
                  </a:lnTo>
                  <a:lnTo>
                    <a:pt x="6323667" y="1247"/>
                  </a:lnTo>
                  <a:lnTo>
                    <a:pt x="6323992" y="1247"/>
                  </a:lnTo>
                  <a:lnTo>
                    <a:pt x="6324101" y="1247"/>
                  </a:lnTo>
                  <a:lnTo>
                    <a:pt x="6324751" y="1247"/>
                  </a:lnTo>
                  <a:lnTo>
                    <a:pt x="6324860" y="1247"/>
                  </a:lnTo>
                  <a:lnTo>
                    <a:pt x="6325293" y="1247"/>
                  </a:lnTo>
                  <a:lnTo>
                    <a:pt x="6325510" y="1247"/>
                  </a:lnTo>
                  <a:lnTo>
                    <a:pt x="6325727" y="1247"/>
                  </a:lnTo>
                  <a:lnTo>
                    <a:pt x="6325944" y="1247"/>
                  </a:lnTo>
                  <a:lnTo>
                    <a:pt x="6326053" y="1247"/>
                  </a:lnTo>
                  <a:lnTo>
                    <a:pt x="6326161" y="1247"/>
                  </a:lnTo>
                  <a:lnTo>
                    <a:pt x="6326378" y="1247"/>
                  </a:lnTo>
                  <a:lnTo>
                    <a:pt x="6327029" y="1247"/>
                  </a:lnTo>
                  <a:lnTo>
                    <a:pt x="6327137" y="1247"/>
                  </a:lnTo>
                  <a:lnTo>
                    <a:pt x="6327246" y="1247"/>
                  </a:lnTo>
                  <a:lnTo>
                    <a:pt x="6327246" y="623"/>
                  </a:lnTo>
                  <a:lnTo>
                    <a:pt x="6327354" y="623"/>
                  </a:lnTo>
                  <a:lnTo>
                    <a:pt x="6327462" y="623"/>
                  </a:lnTo>
                  <a:lnTo>
                    <a:pt x="6327788" y="623"/>
                  </a:lnTo>
                  <a:lnTo>
                    <a:pt x="6328113" y="623"/>
                  </a:lnTo>
                  <a:lnTo>
                    <a:pt x="6328222" y="623"/>
                  </a:lnTo>
                  <a:lnTo>
                    <a:pt x="6328438" y="623"/>
                  </a:lnTo>
                  <a:lnTo>
                    <a:pt x="6328655" y="623"/>
                  </a:lnTo>
                  <a:lnTo>
                    <a:pt x="6329198" y="623"/>
                  </a:lnTo>
                  <a:lnTo>
                    <a:pt x="6329306" y="623"/>
                  </a:lnTo>
                  <a:lnTo>
                    <a:pt x="6329631" y="623"/>
                  </a:lnTo>
                  <a:lnTo>
                    <a:pt x="6329740" y="623"/>
                  </a:lnTo>
                  <a:lnTo>
                    <a:pt x="6329848" y="623"/>
                  </a:lnTo>
                  <a:lnTo>
                    <a:pt x="6329957" y="623"/>
                  </a:lnTo>
                  <a:lnTo>
                    <a:pt x="6330174" y="623"/>
                  </a:lnTo>
                  <a:lnTo>
                    <a:pt x="6330282" y="623"/>
                  </a:lnTo>
                  <a:lnTo>
                    <a:pt x="6330390" y="623"/>
                  </a:lnTo>
                  <a:lnTo>
                    <a:pt x="6330499" y="623"/>
                  </a:lnTo>
                  <a:lnTo>
                    <a:pt x="6330716" y="623"/>
                  </a:lnTo>
                  <a:lnTo>
                    <a:pt x="6330824" y="623"/>
                  </a:lnTo>
                  <a:lnTo>
                    <a:pt x="6331041" y="623"/>
                  </a:lnTo>
                  <a:lnTo>
                    <a:pt x="6331150" y="0"/>
                  </a:lnTo>
                  <a:lnTo>
                    <a:pt x="6331150" y="0"/>
                  </a:lnTo>
                  <a:lnTo>
                    <a:pt x="6331800" y="0"/>
                  </a:lnTo>
                  <a:lnTo>
                    <a:pt x="6331909" y="0"/>
                  </a:lnTo>
                  <a:lnTo>
                    <a:pt x="6332234" y="0"/>
                  </a:lnTo>
                  <a:lnTo>
                    <a:pt x="6332559" y="0"/>
                  </a:lnTo>
                  <a:lnTo>
                    <a:pt x="6332668" y="0"/>
                  </a:lnTo>
                  <a:lnTo>
                    <a:pt x="6332776" y="0"/>
                  </a:lnTo>
                  <a:lnTo>
                    <a:pt x="6332885" y="0"/>
                  </a:lnTo>
                  <a:lnTo>
                    <a:pt x="6333319" y="0"/>
                  </a:lnTo>
                  <a:lnTo>
                    <a:pt x="6333644" y="0"/>
                  </a:lnTo>
                  <a:lnTo>
                    <a:pt x="6333752" y="0"/>
                  </a:lnTo>
                  <a:lnTo>
                    <a:pt x="6333861" y="0"/>
                  </a:lnTo>
                  <a:lnTo>
                    <a:pt x="6334078" y="0"/>
                  </a:lnTo>
                  <a:lnTo>
                    <a:pt x="6334620" y="0"/>
                  </a:lnTo>
                  <a:lnTo>
                    <a:pt x="6334728" y="0"/>
                  </a:lnTo>
                  <a:lnTo>
                    <a:pt x="6334945" y="0"/>
                  </a:lnTo>
                  <a:lnTo>
                    <a:pt x="6335054" y="0"/>
                  </a:lnTo>
                  <a:lnTo>
                    <a:pt x="6335271" y="0"/>
                  </a:lnTo>
                  <a:lnTo>
                    <a:pt x="6335379" y="0"/>
                  </a:lnTo>
                  <a:lnTo>
                    <a:pt x="6335813" y="0"/>
                  </a:lnTo>
                  <a:lnTo>
                    <a:pt x="6335921" y="0"/>
                  </a:lnTo>
                  <a:lnTo>
                    <a:pt x="6336030" y="0"/>
                  </a:lnTo>
                  <a:lnTo>
                    <a:pt x="6336138" y="0"/>
                  </a:lnTo>
                  <a:lnTo>
                    <a:pt x="6336464" y="0"/>
                  </a:lnTo>
                  <a:lnTo>
                    <a:pt x="6336572" y="0"/>
                  </a:lnTo>
                  <a:lnTo>
                    <a:pt x="6336680" y="0"/>
                  </a:lnTo>
                  <a:lnTo>
                    <a:pt x="6336789" y="0"/>
                  </a:lnTo>
                  <a:lnTo>
                    <a:pt x="6336897" y="0"/>
                  </a:lnTo>
                  <a:lnTo>
                    <a:pt x="6337006" y="0"/>
                  </a:lnTo>
                  <a:lnTo>
                    <a:pt x="6337114" y="0"/>
                  </a:lnTo>
                  <a:lnTo>
                    <a:pt x="6337331" y="0"/>
                  </a:lnTo>
                  <a:lnTo>
                    <a:pt x="6337440" y="0"/>
                  </a:lnTo>
                  <a:lnTo>
                    <a:pt x="6337548" y="0"/>
                  </a:lnTo>
                  <a:lnTo>
                    <a:pt x="6337656" y="0"/>
                  </a:lnTo>
                  <a:lnTo>
                    <a:pt x="6337765" y="0"/>
                  </a:lnTo>
                  <a:lnTo>
                    <a:pt x="6337873" y="0"/>
                  </a:lnTo>
                  <a:lnTo>
                    <a:pt x="6338090" y="0"/>
                  </a:lnTo>
                  <a:lnTo>
                    <a:pt x="6338199" y="0"/>
                  </a:lnTo>
                  <a:lnTo>
                    <a:pt x="6338416" y="0"/>
                  </a:lnTo>
                  <a:lnTo>
                    <a:pt x="6338524" y="0"/>
                  </a:lnTo>
                  <a:lnTo>
                    <a:pt x="6338632" y="0"/>
                  </a:lnTo>
                  <a:lnTo>
                    <a:pt x="6338741" y="0"/>
                  </a:lnTo>
                  <a:lnTo>
                    <a:pt x="6338958" y="0"/>
                  </a:lnTo>
                  <a:lnTo>
                    <a:pt x="6339066" y="0"/>
                  </a:lnTo>
                  <a:lnTo>
                    <a:pt x="6339175" y="0"/>
                  </a:lnTo>
                  <a:lnTo>
                    <a:pt x="6339283" y="0"/>
                  </a:lnTo>
                  <a:lnTo>
                    <a:pt x="6339392" y="0"/>
                  </a:lnTo>
                  <a:lnTo>
                    <a:pt x="6339500" y="0"/>
                  </a:lnTo>
                  <a:lnTo>
                    <a:pt x="6339608" y="0"/>
                  </a:lnTo>
                  <a:lnTo>
                    <a:pt x="6339717" y="0"/>
                  </a:lnTo>
                  <a:lnTo>
                    <a:pt x="6339825" y="0"/>
                  </a:lnTo>
                  <a:lnTo>
                    <a:pt x="6339934" y="0"/>
                  </a:lnTo>
                  <a:lnTo>
                    <a:pt x="6340042" y="0"/>
                  </a:lnTo>
                  <a:lnTo>
                    <a:pt x="6340151" y="0"/>
                  </a:lnTo>
                  <a:lnTo>
                    <a:pt x="6340259" y="0"/>
                  </a:lnTo>
                  <a:lnTo>
                    <a:pt x="6340368" y="0"/>
                  </a:lnTo>
                  <a:lnTo>
                    <a:pt x="6340476" y="0"/>
                  </a:lnTo>
                  <a:lnTo>
                    <a:pt x="6340585" y="0"/>
                  </a:lnTo>
                  <a:lnTo>
                    <a:pt x="6340585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652822" y="69589"/>
              <a:ext cx="6340585" cy="6340585"/>
            </a:xfrm>
            <a:custGeom>
              <a:avLst/>
              <a:pathLst>
                <a:path w="6340585" h="6340585">
                  <a:moveTo>
                    <a:pt x="0" y="6340585"/>
                  </a:moveTo>
                  <a:lnTo>
                    <a:pt x="108" y="6340585"/>
                  </a:lnTo>
                  <a:lnTo>
                    <a:pt x="216" y="6340585"/>
                  </a:lnTo>
                  <a:lnTo>
                    <a:pt x="216" y="6339961"/>
                  </a:lnTo>
                  <a:lnTo>
                    <a:pt x="325" y="6339961"/>
                  </a:lnTo>
                  <a:lnTo>
                    <a:pt x="433" y="6339961"/>
                  </a:lnTo>
                  <a:lnTo>
                    <a:pt x="542" y="6339961"/>
                  </a:lnTo>
                  <a:lnTo>
                    <a:pt x="650" y="6339961"/>
                  </a:lnTo>
                  <a:lnTo>
                    <a:pt x="650" y="6339337"/>
                  </a:lnTo>
                  <a:lnTo>
                    <a:pt x="650" y="6338714"/>
                  </a:lnTo>
                  <a:lnTo>
                    <a:pt x="759" y="6338714"/>
                  </a:lnTo>
                  <a:lnTo>
                    <a:pt x="867" y="6338714"/>
                  </a:lnTo>
                  <a:lnTo>
                    <a:pt x="867" y="6338090"/>
                  </a:lnTo>
                  <a:lnTo>
                    <a:pt x="867" y="6337467"/>
                  </a:lnTo>
                  <a:lnTo>
                    <a:pt x="976" y="6337467"/>
                  </a:lnTo>
                  <a:lnTo>
                    <a:pt x="1084" y="6337467"/>
                  </a:lnTo>
                  <a:lnTo>
                    <a:pt x="1084" y="6336843"/>
                  </a:lnTo>
                  <a:lnTo>
                    <a:pt x="1084" y="6336219"/>
                  </a:lnTo>
                  <a:lnTo>
                    <a:pt x="1192" y="6336219"/>
                  </a:lnTo>
                  <a:lnTo>
                    <a:pt x="1301" y="6336219"/>
                  </a:lnTo>
                  <a:lnTo>
                    <a:pt x="1409" y="6336219"/>
                  </a:lnTo>
                  <a:lnTo>
                    <a:pt x="1518" y="6336219"/>
                  </a:lnTo>
                  <a:lnTo>
                    <a:pt x="1626" y="6336219"/>
                  </a:lnTo>
                  <a:lnTo>
                    <a:pt x="1735" y="6336219"/>
                  </a:lnTo>
                  <a:lnTo>
                    <a:pt x="1843" y="6336219"/>
                  </a:lnTo>
                  <a:lnTo>
                    <a:pt x="1952" y="6336219"/>
                  </a:lnTo>
                  <a:lnTo>
                    <a:pt x="2060" y="6336219"/>
                  </a:lnTo>
                  <a:lnTo>
                    <a:pt x="2060" y="6335596"/>
                  </a:lnTo>
                  <a:lnTo>
                    <a:pt x="2168" y="6335596"/>
                  </a:lnTo>
                  <a:lnTo>
                    <a:pt x="2277" y="6335596"/>
                  </a:lnTo>
                  <a:lnTo>
                    <a:pt x="2385" y="6335596"/>
                  </a:lnTo>
                  <a:lnTo>
                    <a:pt x="2385" y="6334972"/>
                  </a:lnTo>
                  <a:lnTo>
                    <a:pt x="2385" y="6334349"/>
                  </a:lnTo>
                  <a:lnTo>
                    <a:pt x="2385" y="6333725"/>
                  </a:lnTo>
                  <a:lnTo>
                    <a:pt x="2385" y="6333102"/>
                  </a:lnTo>
                  <a:lnTo>
                    <a:pt x="2494" y="6333102"/>
                  </a:lnTo>
                  <a:lnTo>
                    <a:pt x="2494" y="6332478"/>
                  </a:lnTo>
                  <a:lnTo>
                    <a:pt x="2602" y="6332478"/>
                  </a:lnTo>
                  <a:lnTo>
                    <a:pt x="2711" y="6332478"/>
                  </a:lnTo>
                  <a:lnTo>
                    <a:pt x="2819" y="6332478"/>
                  </a:lnTo>
                  <a:lnTo>
                    <a:pt x="2819" y="6331854"/>
                  </a:lnTo>
                  <a:lnTo>
                    <a:pt x="2819" y="6331231"/>
                  </a:lnTo>
                  <a:lnTo>
                    <a:pt x="2928" y="6331231"/>
                  </a:lnTo>
                  <a:lnTo>
                    <a:pt x="2928" y="6330607"/>
                  </a:lnTo>
                  <a:lnTo>
                    <a:pt x="3036" y="6330607"/>
                  </a:lnTo>
                  <a:lnTo>
                    <a:pt x="3144" y="6330607"/>
                  </a:lnTo>
                  <a:lnTo>
                    <a:pt x="3253" y="6330607"/>
                  </a:lnTo>
                  <a:lnTo>
                    <a:pt x="3253" y="6329984"/>
                  </a:lnTo>
                  <a:lnTo>
                    <a:pt x="3361" y="6329984"/>
                  </a:lnTo>
                  <a:lnTo>
                    <a:pt x="3470" y="6329984"/>
                  </a:lnTo>
                  <a:lnTo>
                    <a:pt x="3578" y="6329984"/>
                  </a:lnTo>
                  <a:lnTo>
                    <a:pt x="3687" y="6329984"/>
                  </a:lnTo>
                  <a:lnTo>
                    <a:pt x="3795" y="6329984"/>
                  </a:lnTo>
                  <a:lnTo>
                    <a:pt x="3795" y="6329360"/>
                  </a:lnTo>
                  <a:lnTo>
                    <a:pt x="3904" y="6329360"/>
                  </a:lnTo>
                  <a:lnTo>
                    <a:pt x="3904" y="6328736"/>
                  </a:lnTo>
                  <a:lnTo>
                    <a:pt x="4012" y="6328736"/>
                  </a:lnTo>
                  <a:lnTo>
                    <a:pt x="4120" y="6328736"/>
                  </a:lnTo>
                  <a:lnTo>
                    <a:pt x="4229" y="6328736"/>
                  </a:lnTo>
                  <a:lnTo>
                    <a:pt x="4337" y="6328736"/>
                  </a:lnTo>
                  <a:lnTo>
                    <a:pt x="4446" y="6328736"/>
                  </a:lnTo>
                  <a:lnTo>
                    <a:pt x="4554" y="6328736"/>
                  </a:lnTo>
                  <a:lnTo>
                    <a:pt x="4663" y="6328736"/>
                  </a:lnTo>
                  <a:lnTo>
                    <a:pt x="4663" y="6328113"/>
                  </a:lnTo>
                  <a:lnTo>
                    <a:pt x="4771" y="6328113"/>
                  </a:lnTo>
                  <a:lnTo>
                    <a:pt x="4880" y="6328113"/>
                  </a:lnTo>
                  <a:lnTo>
                    <a:pt x="4988" y="6328113"/>
                  </a:lnTo>
                  <a:lnTo>
                    <a:pt x="5097" y="6328113"/>
                  </a:lnTo>
                  <a:lnTo>
                    <a:pt x="5097" y="6327489"/>
                  </a:lnTo>
                  <a:lnTo>
                    <a:pt x="5097" y="6326866"/>
                  </a:lnTo>
                  <a:lnTo>
                    <a:pt x="5205" y="6326866"/>
                  </a:lnTo>
                  <a:lnTo>
                    <a:pt x="5205" y="6326242"/>
                  </a:lnTo>
                  <a:lnTo>
                    <a:pt x="5205" y="6325619"/>
                  </a:lnTo>
                  <a:lnTo>
                    <a:pt x="5205" y="6324995"/>
                  </a:lnTo>
                  <a:lnTo>
                    <a:pt x="5313" y="6324995"/>
                  </a:lnTo>
                  <a:lnTo>
                    <a:pt x="5422" y="6324995"/>
                  </a:lnTo>
                  <a:lnTo>
                    <a:pt x="5530" y="6324995"/>
                  </a:lnTo>
                  <a:lnTo>
                    <a:pt x="5639" y="6324995"/>
                  </a:lnTo>
                  <a:lnTo>
                    <a:pt x="5747" y="6324995"/>
                  </a:lnTo>
                  <a:lnTo>
                    <a:pt x="5747" y="6324371"/>
                  </a:lnTo>
                  <a:lnTo>
                    <a:pt x="5856" y="6324371"/>
                  </a:lnTo>
                  <a:lnTo>
                    <a:pt x="5964" y="6324371"/>
                  </a:lnTo>
                  <a:lnTo>
                    <a:pt x="6073" y="6324371"/>
                  </a:lnTo>
                  <a:lnTo>
                    <a:pt x="6181" y="6324371"/>
                  </a:lnTo>
                  <a:lnTo>
                    <a:pt x="6181" y="6323748"/>
                  </a:lnTo>
                  <a:lnTo>
                    <a:pt x="6289" y="6323748"/>
                  </a:lnTo>
                  <a:lnTo>
                    <a:pt x="6289" y="6323124"/>
                  </a:lnTo>
                  <a:lnTo>
                    <a:pt x="6398" y="6323124"/>
                  </a:lnTo>
                  <a:lnTo>
                    <a:pt x="6398" y="6322501"/>
                  </a:lnTo>
                  <a:lnTo>
                    <a:pt x="6506" y="6322501"/>
                  </a:lnTo>
                  <a:lnTo>
                    <a:pt x="6506" y="6321877"/>
                  </a:lnTo>
                  <a:lnTo>
                    <a:pt x="6615" y="6321877"/>
                  </a:lnTo>
                  <a:lnTo>
                    <a:pt x="6615" y="6321253"/>
                  </a:lnTo>
                  <a:lnTo>
                    <a:pt x="6615" y="6320630"/>
                  </a:lnTo>
                  <a:lnTo>
                    <a:pt x="6723" y="6320630"/>
                  </a:lnTo>
                  <a:lnTo>
                    <a:pt x="6723" y="6320006"/>
                  </a:lnTo>
                  <a:lnTo>
                    <a:pt x="6723" y="6319383"/>
                  </a:lnTo>
                  <a:lnTo>
                    <a:pt x="6832" y="6319383"/>
                  </a:lnTo>
                  <a:lnTo>
                    <a:pt x="6940" y="6319383"/>
                  </a:lnTo>
                  <a:lnTo>
                    <a:pt x="7049" y="6319383"/>
                  </a:lnTo>
                  <a:lnTo>
                    <a:pt x="7049" y="6318759"/>
                  </a:lnTo>
                  <a:lnTo>
                    <a:pt x="7157" y="6318759"/>
                  </a:lnTo>
                  <a:lnTo>
                    <a:pt x="7157" y="6318136"/>
                  </a:lnTo>
                  <a:lnTo>
                    <a:pt x="7265" y="6318136"/>
                  </a:lnTo>
                  <a:lnTo>
                    <a:pt x="7374" y="6318136"/>
                  </a:lnTo>
                  <a:lnTo>
                    <a:pt x="7482" y="6318136"/>
                  </a:lnTo>
                  <a:lnTo>
                    <a:pt x="7591" y="6318136"/>
                  </a:lnTo>
                  <a:lnTo>
                    <a:pt x="7699" y="6318136"/>
                  </a:lnTo>
                  <a:lnTo>
                    <a:pt x="7808" y="6318136"/>
                  </a:lnTo>
                  <a:lnTo>
                    <a:pt x="7916" y="6318136"/>
                  </a:lnTo>
                  <a:lnTo>
                    <a:pt x="7916" y="6317512"/>
                  </a:lnTo>
                  <a:lnTo>
                    <a:pt x="8025" y="6317512"/>
                  </a:lnTo>
                  <a:lnTo>
                    <a:pt x="8133" y="6317512"/>
                  </a:lnTo>
                  <a:lnTo>
                    <a:pt x="8133" y="6316888"/>
                  </a:lnTo>
                  <a:lnTo>
                    <a:pt x="8133" y="6316265"/>
                  </a:lnTo>
                  <a:lnTo>
                    <a:pt x="8241" y="6316265"/>
                  </a:lnTo>
                  <a:lnTo>
                    <a:pt x="8241" y="6315641"/>
                  </a:lnTo>
                  <a:lnTo>
                    <a:pt x="8350" y="6315641"/>
                  </a:lnTo>
                  <a:lnTo>
                    <a:pt x="8458" y="6315641"/>
                  </a:lnTo>
                  <a:lnTo>
                    <a:pt x="8567" y="6315641"/>
                  </a:lnTo>
                  <a:lnTo>
                    <a:pt x="8675" y="6315641"/>
                  </a:lnTo>
                  <a:lnTo>
                    <a:pt x="8784" y="6315641"/>
                  </a:lnTo>
                  <a:lnTo>
                    <a:pt x="8892" y="6315641"/>
                  </a:lnTo>
                  <a:lnTo>
                    <a:pt x="9001" y="6315641"/>
                  </a:lnTo>
                  <a:lnTo>
                    <a:pt x="9109" y="6315641"/>
                  </a:lnTo>
                  <a:lnTo>
                    <a:pt x="9218" y="6315641"/>
                  </a:lnTo>
                  <a:lnTo>
                    <a:pt x="9218" y="6315018"/>
                  </a:lnTo>
                  <a:lnTo>
                    <a:pt x="9218" y="6314394"/>
                  </a:lnTo>
                  <a:lnTo>
                    <a:pt x="9326" y="6314394"/>
                  </a:lnTo>
                  <a:lnTo>
                    <a:pt x="9434" y="6314394"/>
                  </a:lnTo>
                  <a:lnTo>
                    <a:pt x="9543" y="6314394"/>
                  </a:lnTo>
                  <a:lnTo>
                    <a:pt x="9543" y="6313770"/>
                  </a:lnTo>
                  <a:lnTo>
                    <a:pt x="9651" y="6313770"/>
                  </a:lnTo>
                  <a:lnTo>
                    <a:pt x="9760" y="6313770"/>
                  </a:lnTo>
                  <a:lnTo>
                    <a:pt x="9868" y="6313770"/>
                  </a:lnTo>
                  <a:lnTo>
                    <a:pt x="9977" y="6313770"/>
                  </a:lnTo>
                  <a:lnTo>
                    <a:pt x="10085" y="6313770"/>
                  </a:lnTo>
                  <a:lnTo>
                    <a:pt x="10194" y="6313770"/>
                  </a:lnTo>
                  <a:lnTo>
                    <a:pt x="10302" y="6313770"/>
                  </a:lnTo>
                  <a:lnTo>
                    <a:pt x="10410" y="6313770"/>
                  </a:lnTo>
                  <a:lnTo>
                    <a:pt x="10519" y="6313770"/>
                  </a:lnTo>
                  <a:lnTo>
                    <a:pt x="10519" y="6313147"/>
                  </a:lnTo>
                  <a:lnTo>
                    <a:pt x="10627" y="6313147"/>
                  </a:lnTo>
                  <a:lnTo>
                    <a:pt x="10736" y="6313147"/>
                  </a:lnTo>
                  <a:lnTo>
                    <a:pt x="10844" y="6313147"/>
                  </a:lnTo>
                  <a:lnTo>
                    <a:pt x="10844" y="6312523"/>
                  </a:lnTo>
                  <a:lnTo>
                    <a:pt x="10953" y="6312523"/>
                  </a:lnTo>
                  <a:lnTo>
                    <a:pt x="11061" y="6312523"/>
                  </a:lnTo>
                  <a:lnTo>
                    <a:pt x="11170" y="6312523"/>
                  </a:lnTo>
                  <a:lnTo>
                    <a:pt x="11278" y="6312523"/>
                  </a:lnTo>
                  <a:lnTo>
                    <a:pt x="11386" y="6312523"/>
                  </a:lnTo>
                  <a:lnTo>
                    <a:pt x="11386" y="6311900"/>
                  </a:lnTo>
                  <a:lnTo>
                    <a:pt x="11386" y="6311276"/>
                  </a:lnTo>
                  <a:lnTo>
                    <a:pt x="11386" y="6310653"/>
                  </a:lnTo>
                  <a:lnTo>
                    <a:pt x="11386" y="6310029"/>
                  </a:lnTo>
                  <a:lnTo>
                    <a:pt x="11495" y="6310029"/>
                  </a:lnTo>
                  <a:lnTo>
                    <a:pt x="11495" y="6309405"/>
                  </a:lnTo>
                  <a:lnTo>
                    <a:pt x="11603" y="6309405"/>
                  </a:lnTo>
                  <a:lnTo>
                    <a:pt x="11712" y="6309405"/>
                  </a:lnTo>
                  <a:lnTo>
                    <a:pt x="11820" y="6309405"/>
                  </a:lnTo>
                  <a:lnTo>
                    <a:pt x="11929" y="6309405"/>
                  </a:lnTo>
                  <a:lnTo>
                    <a:pt x="12037" y="6309405"/>
                  </a:lnTo>
                  <a:lnTo>
                    <a:pt x="12146" y="6309405"/>
                  </a:lnTo>
                  <a:lnTo>
                    <a:pt x="12146" y="6308782"/>
                  </a:lnTo>
                  <a:lnTo>
                    <a:pt x="12146" y="6308158"/>
                  </a:lnTo>
                  <a:lnTo>
                    <a:pt x="12146" y="6307535"/>
                  </a:lnTo>
                  <a:lnTo>
                    <a:pt x="12254" y="6307535"/>
                  </a:lnTo>
                  <a:lnTo>
                    <a:pt x="12254" y="6306911"/>
                  </a:lnTo>
                  <a:lnTo>
                    <a:pt x="12362" y="6306911"/>
                  </a:lnTo>
                  <a:lnTo>
                    <a:pt x="12471" y="6306911"/>
                  </a:lnTo>
                  <a:lnTo>
                    <a:pt x="12579" y="6306911"/>
                  </a:lnTo>
                  <a:lnTo>
                    <a:pt x="12688" y="6306911"/>
                  </a:lnTo>
                  <a:lnTo>
                    <a:pt x="12796" y="6306911"/>
                  </a:lnTo>
                  <a:lnTo>
                    <a:pt x="12796" y="6306287"/>
                  </a:lnTo>
                  <a:lnTo>
                    <a:pt x="12796" y="6305664"/>
                  </a:lnTo>
                  <a:lnTo>
                    <a:pt x="12905" y="6305664"/>
                  </a:lnTo>
                  <a:lnTo>
                    <a:pt x="13013" y="6305664"/>
                  </a:lnTo>
                  <a:lnTo>
                    <a:pt x="13122" y="6305664"/>
                  </a:lnTo>
                  <a:lnTo>
                    <a:pt x="13122" y="6305040"/>
                  </a:lnTo>
                  <a:lnTo>
                    <a:pt x="13122" y="6304417"/>
                  </a:lnTo>
                  <a:lnTo>
                    <a:pt x="13230" y="6304417"/>
                  </a:lnTo>
                  <a:lnTo>
                    <a:pt x="13230" y="6303793"/>
                  </a:lnTo>
                  <a:lnTo>
                    <a:pt x="13339" y="6303793"/>
                  </a:lnTo>
                  <a:lnTo>
                    <a:pt x="13447" y="6303793"/>
                  </a:lnTo>
                  <a:lnTo>
                    <a:pt x="13555" y="6303793"/>
                  </a:lnTo>
                  <a:lnTo>
                    <a:pt x="13555" y="6303170"/>
                  </a:lnTo>
                  <a:lnTo>
                    <a:pt x="13555" y="6302546"/>
                  </a:lnTo>
                  <a:lnTo>
                    <a:pt x="13664" y="6302546"/>
                  </a:lnTo>
                  <a:lnTo>
                    <a:pt x="13772" y="6302546"/>
                  </a:lnTo>
                  <a:lnTo>
                    <a:pt x="13881" y="6302546"/>
                  </a:lnTo>
                  <a:lnTo>
                    <a:pt x="13989" y="6302546"/>
                  </a:lnTo>
                  <a:lnTo>
                    <a:pt x="14098" y="6302546"/>
                  </a:lnTo>
                  <a:lnTo>
                    <a:pt x="14098" y="6301922"/>
                  </a:lnTo>
                  <a:lnTo>
                    <a:pt x="14206" y="6301922"/>
                  </a:lnTo>
                  <a:lnTo>
                    <a:pt x="14315" y="6301922"/>
                  </a:lnTo>
                  <a:lnTo>
                    <a:pt x="14423" y="6301922"/>
                  </a:lnTo>
                  <a:lnTo>
                    <a:pt x="14531" y="6301922"/>
                  </a:lnTo>
                  <a:lnTo>
                    <a:pt x="14640" y="6301922"/>
                  </a:lnTo>
                  <a:lnTo>
                    <a:pt x="14640" y="6301299"/>
                  </a:lnTo>
                  <a:lnTo>
                    <a:pt x="14748" y="6301299"/>
                  </a:lnTo>
                  <a:lnTo>
                    <a:pt x="14748" y="6300675"/>
                  </a:lnTo>
                  <a:lnTo>
                    <a:pt x="14857" y="6300675"/>
                  </a:lnTo>
                  <a:lnTo>
                    <a:pt x="14965" y="6300675"/>
                  </a:lnTo>
                  <a:lnTo>
                    <a:pt x="15074" y="6300675"/>
                  </a:lnTo>
                  <a:lnTo>
                    <a:pt x="15182" y="6300675"/>
                  </a:lnTo>
                  <a:lnTo>
                    <a:pt x="15291" y="6300675"/>
                  </a:lnTo>
                  <a:lnTo>
                    <a:pt x="15399" y="6300675"/>
                  </a:lnTo>
                  <a:lnTo>
                    <a:pt x="15507" y="6300675"/>
                  </a:lnTo>
                  <a:lnTo>
                    <a:pt x="15507" y="6300052"/>
                  </a:lnTo>
                  <a:lnTo>
                    <a:pt x="15616" y="6300052"/>
                  </a:lnTo>
                  <a:lnTo>
                    <a:pt x="15724" y="6300052"/>
                  </a:lnTo>
                  <a:lnTo>
                    <a:pt x="15724" y="6299428"/>
                  </a:lnTo>
                  <a:lnTo>
                    <a:pt x="15833" y="6299428"/>
                  </a:lnTo>
                  <a:lnTo>
                    <a:pt x="15941" y="6299428"/>
                  </a:lnTo>
                  <a:lnTo>
                    <a:pt x="15941" y="6298805"/>
                  </a:lnTo>
                  <a:lnTo>
                    <a:pt x="16050" y="6298805"/>
                  </a:lnTo>
                  <a:lnTo>
                    <a:pt x="16158" y="6298805"/>
                  </a:lnTo>
                  <a:lnTo>
                    <a:pt x="16158" y="6298181"/>
                  </a:lnTo>
                  <a:lnTo>
                    <a:pt x="16267" y="6298181"/>
                  </a:lnTo>
                  <a:lnTo>
                    <a:pt x="16375" y="6298181"/>
                  </a:lnTo>
                  <a:lnTo>
                    <a:pt x="16483" y="6298181"/>
                  </a:lnTo>
                  <a:lnTo>
                    <a:pt x="16483" y="6297557"/>
                  </a:lnTo>
                  <a:lnTo>
                    <a:pt x="16592" y="6297557"/>
                  </a:lnTo>
                  <a:lnTo>
                    <a:pt x="16700" y="6297557"/>
                  </a:lnTo>
                  <a:lnTo>
                    <a:pt x="16809" y="6297557"/>
                  </a:lnTo>
                  <a:lnTo>
                    <a:pt x="16917" y="6297557"/>
                  </a:lnTo>
                  <a:lnTo>
                    <a:pt x="17026" y="6297557"/>
                  </a:lnTo>
                  <a:lnTo>
                    <a:pt x="17134" y="6297557"/>
                  </a:lnTo>
                  <a:lnTo>
                    <a:pt x="17243" y="6297557"/>
                  </a:lnTo>
                  <a:lnTo>
                    <a:pt x="17243" y="6296934"/>
                  </a:lnTo>
                  <a:lnTo>
                    <a:pt x="17351" y="6296934"/>
                  </a:lnTo>
                  <a:lnTo>
                    <a:pt x="17460" y="6296934"/>
                  </a:lnTo>
                  <a:lnTo>
                    <a:pt x="17568" y="6296934"/>
                  </a:lnTo>
                  <a:lnTo>
                    <a:pt x="17568" y="6296310"/>
                  </a:lnTo>
                  <a:lnTo>
                    <a:pt x="17568" y="6295687"/>
                  </a:lnTo>
                  <a:lnTo>
                    <a:pt x="17676" y="6295687"/>
                  </a:lnTo>
                  <a:lnTo>
                    <a:pt x="17785" y="6295687"/>
                  </a:lnTo>
                  <a:lnTo>
                    <a:pt x="17785" y="6295063"/>
                  </a:lnTo>
                  <a:lnTo>
                    <a:pt x="17785" y="6294439"/>
                  </a:lnTo>
                  <a:lnTo>
                    <a:pt x="17785" y="6293816"/>
                  </a:lnTo>
                  <a:lnTo>
                    <a:pt x="17893" y="6293816"/>
                  </a:lnTo>
                  <a:lnTo>
                    <a:pt x="18002" y="6293816"/>
                  </a:lnTo>
                  <a:lnTo>
                    <a:pt x="18110" y="6293816"/>
                  </a:lnTo>
                  <a:lnTo>
                    <a:pt x="18110" y="6293192"/>
                  </a:lnTo>
                  <a:lnTo>
                    <a:pt x="18219" y="6293192"/>
                  </a:lnTo>
                  <a:lnTo>
                    <a:pt x="18219" y="6292569"/>
                  </a:lnTo>
                  <a:lnTo>
                    <a:pt x="18327" y="6292569"/>
                  </a:lnTo>
                  <a:lnTo>
                    <a:pt x="18327" y="6291945"/>
                  </a:lnTo>
                  <a:lnTo>
                    <a:pt x="18436" y="6291945"/>
                  </a:lnTo>
                  <a:lnTo>
                    <a:pt x="18544" y="6291945"/>
                  </a:lnTo>
                  <a:lnTo>
                    <a:pt x="18652" y="6291945"/>
                  </a:lnTo>
                  <a:lnTo>
                    <a:pt x="18761" y="6291945"/>
                  </a:lnTo>
                  <a:lnTo>
                    <a:pt x="18761" y="6291322"/>
                  </a:lnTo>
                  <a:lnTo>
                    <a:pt x="18869" y="6291322"/>
                  </a:lnTo>
                  <a:lnTo>
                    <a:pt x="18978" y="6291322"/>
                  </a:lnTo>
                  <a:lnTo>
                    <a:pt x="19086" y="6291322"/>
                  </a:lnTo>
                  <a:lnTo>
                    <a:pt x="19195" y="6291322"/>
                  </a:lnTo>
                  <a:lnTo>
                    <a:pt x="19303" y="6291322"/>
                  </a:lnTo>
                  <a:lnTo>
                    <a:pt x="19412" y="6291322"/>
                  </a:lnTo>
                  <a:lnTo>
                    <a:pt x="19520" y="6291322"/>
                  </a:lnTo>
                  <a:lnTo>
                    <a:pt x="19628" y="6291322"/>
                  </a:lnTo>
                  <a:lnTo>
                    <a:pt x="19628" y="6290698"/>
                  </a:lnTo>
                  <a:lnTo>
                    <a:pt x="19737" y="6290698"/>
                  </a:lnTo>
                  <a:lnTo>
                    <a:pt x="19845" y="6290698"/>
                  </a:lnTo>
                  <a:lnTo>
                    <a:pt x="19845" y="6290074"/>
                  </a:lnTo>
                  <a:lnTo>
                    <a:pt x="19954" y="6290074"/>
                  </a:lnTo>
                  <a:lnTo>
                    <a:pt x="20062" y="6290074"/>
                  </a:lnTo>
                  <a:lnTo>
                    <a:pt x="20171" y="6290074"/>
                  </a:lnTo>
                  <a:lnTo>
                    <a:pt x="20279" y="6290074"/>
                  </a:lnTo>
                  <a:lnTo>
                    <a:pt x="20388" y="6290074"/>
                  </a:lnTo>
                  <a:lnTo>
                    <a:pt x="20496" y="6290074"/>
                  </a:lnTo>
                  <a:lnTo>
                    <a:pt x="20604" y="6290074"/>
                  </a:lnTo>
                  <a:lnTo>
                    <a:pt x="20604" y="6289451"/>
                  </a:lnTo>
                  <a:lnTo>
                    <a:pt x="20713" y="6289451"/>
                  </a:lnTo>
                  <a:lnTo>
                    <a:pt x="20713" y="6288827"/>
                  </a:lnTo>
                  <a:lnTo>
                    <a:pt x="20821" y="6288827"/>
                  </a:lnTo>
                  <a:lnTo>
                    <a:pt x="20930" y="6288827"/>
                  </a:lnTo>
                  <a:lnTo>
                    <a:pt x="21038" y="6288827"/>
                  </a:lnTo>
                  <a:lnTo>
                    <a:pt x="21147" y="6288827"/>
                  </a:lnTo>
                  <a:lnTo>
                    <a:pt x="21255" y="6288827"/>
                  </a:lnTo>
                  <a:lnTo>
                    <a:pt x="21364" y="6288827"/>
                  </a:lnTo>
                  <a:lnTo>
                    <a:pt x="21472" y="6288827"/>
                  </a:lnTo>
                  <a:lnTo>
                    <a:pt x="21472" y="6288204"/>
                  </a:lnTo>
                  <a:lnTo>
                    <a:pt x="21472" y="6287580"/>
                  </a:lnTo>
                  <a:lnTo>
                    <a:pt x="21581" y="6287580"/>
                  </a:lnTo>
                  <a:lnTo>
                    <a:pt x="21581" y="6286956"/>
                  </a:lnTo>
                  <a:lnTo>
                    <a:pt x="21689" y="6286956"/>
                  </a:lnTo>
                  <a:lnTo>
                    <a:pt x="21797" y="6286956"/>
                  </a:lnTo>
                  <a:lnTo>
                    <a:pt x="21797" y="6286333"/>
                  </a:lnTo>
                  <a:lnTo>
                    <a:pt x="21797" y="6285709"/>
                  </a:lnTo>
                  <a:lnTo>
                    <a:pt x="21906" y="6285709"/>
                  </a:lnTo>
                  <a:lnTo>
                    <a:pt x="22014" y="6285709"/>
                  </a:lnTo>
                  <a:lnTo>
                    <a:pt x="22014" y="6285086"/>
                  </a:lnTo>
                  <a:lnTo>
                    <a:pt x="22123" y="6285086"/>
                  </a:lnTo>
                  <a:lnTo>
                    <a:pt x="22123" y="6284462"/>
                  </a:lnTo>
                  <a:lnTo>
                    <a:pt x="22231" y="6284462"/>
                  </a:lnTo>
                  <a:lnTo>
                    <a:pt x="22340" y="6284462"/>
                  </a:lnTo>
                  <a:lnTo>
                    <a:pt x="22340" y="6283839"/>
                  </a:lnTo>
                  <a:lnTo>
                    <a:pt x="22340" y="6283215"/>
                  </a:lnTo>
                  <a:lnTo>
                    <a:pt x="22448" y="6283215"/>
                  </a:lnTo>
                  <a:lnTo>
                    <a:pt x="22557" y="6283215"/>
                  </a:lnTo>
                  <a:lnTo>
                    <a:pt x="22557" y="6282591"/>
                  </a:lnTo>
                  <a:lnTo>
                    <a:pt x="22665" y="6282591"/>
                  </a:lnTo>
                  <a:lnTo>
                    <a:pt x="22773" y="6282591"/>
                  </a:lnTo>
                  <a:lnTo>
                    <a:pt x="22773" y="6281968"/>
                  </a:lnTo>
                  <a:lnTo>
                    <a:pt x="22882" y="6281968"/>
                  </a:lnTo>
                  <a:lnTo>
                    <a:pt x="22990" y="6281968"/>
                  </a:lnTo>
                  <a:lnTo>
                    <a:pt x="22990" y="6281344"/>
                  </a:lnTo>
                  <a:lnTo>
                    <a:pt x="23099" y="6281344"/>
                  </a:lnTo>
                  <a:lnTo>
                    <a:pt x="23207" y="6281344"/>
                  </a:lnTo>
                  <a:lnTo>
                    <a:pt x="23316" y="6281344"/>
                  </a:lnTo>
                  <a:lnTo>
                    <a:pt x="23424" y="6281344"/>
                  </a:lnTo>
                  <a:lnTo>
                    <a:pt x="23533" y="6281344"/>
                  </a:lnTo>
                  <a:lnTo>
                    <a:pt x="23641" y="6281344"/>
                  </a:lnTo>
                  <a:lnTo>
                    <a:pt x="23749" y="6281344"/>
                  </a:lnTo>
                  <a:lnTo>
                    <a:pt x="23749" y="6280721"/>
                  </a:lnTo>
                  <a:lnTo>
                    <a:pt x="23858" y="6280721"/>
                  </a:lnTo>
                  <a:lnTo>
                    <a:pt x="23966" y="6280721"/>
                  </a:lnTo>
                  <a:lnTo>
                    <a:pt x="23966" y="6280097"/>
                  </a:lnTo>
                  <a:lnTo>
                    <a:pt x="24075" y="6280097"/>
                  </a:lnTo>
                  <a:lnTo>
                    <a:pt x="24183" y="6280097"/>
                  </a:lnTo>
                  <a:lnTo>
                    <a:pt x="24183" y="6279473"/>
                  </a:lnTo>
                  <a:lnTo>
                    <a:pt x="24292" y="6279473"/>
                  </a:lnTo>
                  <a:lnTo>
                    <a:pt x="24400" y="6279473"/>
                  </a:lnTo>
                  <a:lnTo>
                    <a:pt x="24400" y="6278850"/>
                  </a:lnTo>
                  <a:lnTo>
                    <a:pt x="24509" y="6278850"/>
                  </a:lnTo>
                  <a:lnTo>
                    <a:pt x="24617" y="6278850"/>
                  </a:lnTo>
                  <a:lnTo>
                    <a:pt x="24725" y="6278850"/>
                  </a:lnTo>
                  <a:lnTo>
                    <a:pt x="24834" y="6278850"/>
                  </a:lnTo>
                  <a:lnTo>
                    <a:pt x="24942" y="6278850"/>
                  </a:lnTo>
                  <a:lnTo>
                    <a:pt x="25051" y="6278850"/>
                  </a:lnTo>
                  <a:lnTo>
                    <a:pt x="25159" y="6278850"/>
                  </a:lnTo>
                  <a:lnTo>
                    <a:pt x="25268" y="6278850"/>
                  </a:lnTo>
                  <a:lnTo>
                    <a:pt x="25268" y="6278226"/>
                  </a:lnTo>
                  <a:lnTo>
                    <a:pt x="25376" y="6278226"/>
                  </a:lnTo>
                  <a:lnTo>
                    <a:pt x="25376" y="6277603"/>
                  </a:lnTo>
                  <a:lnTo>
                    <a:pt x="25485" y="6277603"/>
                  </a:lnTo>
                  <a:lnTo>
                    <a:pt x="25593" y="6277603"/>
                  </a:lnTo>
                  <a:lnTo>
                    <a:pt x="25701" y="6277603"/>
                  </a:lnTo>
                  <a:lnTo>
                    <a:pt x="25810" y="6277603"/>
                  </a:lnTo>
                  <a:lnTo>
                    <a:pt x="25810" y="6276979"/>
                  </a:lnTo>
                  <a:lnTo>
                    <a:pt x="25810" y="6276356"/>
                  </a:lnTo>
                  <a:lnTo>
                    <a:pt x="25918" y="6276356"/>
                  </a:lnTo>
                  <a:lnTo>
                    <a:pt x="26027" y="6276356"/>
                  </a:lnTo>
                  <a:lnTo>
                    <a:pt x="26135" y="6276356"/>
                  </a:lnTo>
                  <a:lnTo>
                    <a:pt x="26244" y="6276356"/>
                  </a:lnTo>
                  <a:lnTo>
                    <a:pt x="26244" y="6275732"/>
                  </a:lnTo>
                  <a:lnTo>
                    <a:pt x="26244" y="6275108"/>
                  </a:lnTo>
                  <a:lnTo>
                    <a:pt x="26244" y="6274485"/>
                  </a:lnTo>
                  <a:lnTo>
                    <a:pt x="26352" y="6274485"/>
                  </a:lnTo>
                  <a:lnTo>
                    <a:pt x="26461" y="6274485"/>
                  </a:lnTo>
                  <a:lnTo>
                    <a:pt x="26461" y="6273861"/>
                  </a:lnTo>
                  <a:lnTo>
                    <a:pt x="26461" y="6273238"/>
                  </a:lnTo>
                  <a:lnTo>
                    <a:pt x="26461" y="6272614"/>
                  </a:lnTo>
                  <a:lnTo>
                    <a:pt x="26569" y="6272614"/>
                  </a:lnTo>
                  <a:lnTo>
                    <a:pt x="26678" y="6272614"/>
                  </a:lnTo>
                  <a:lnTo>
                    <a:pt x="26678" y="6271990"/>
                  </a:lnTo>
                  <a:lnTo>
                    <a:pt x="26786" y="6271990"/>
                  </a:lnTo>
                  <a:lnTo>
                    <a:pt x="26894" y="6271990"/>
                  </a:lnTo>
                  <a:lnTo>
                    <a:pt x="27003" y="6271990"/>
                  </a:lnTo>
                  <a:lnTo>
                    <a:pt x="27111" y="6271990"/>
                  </a:lnTo>
                  <a:lnTo>
                    <a:pt x="27220" y="6271990"/>
                  </a:lnTo>
                  <a:lnTo>
                    <a:pt x="27220" y="6271367"/>
                  </a:lnTo>
                  <a:lnTo>
                    <a:pt x="27328" y="6271367"/>
                  </a:lnTo>
                  <a:lnTo>
                    <a:pt x="27437" y="6271367"/>
                  </a:lnTo>
                  <a:lnTo>
                    <a:pt x="27545" y="6271367"/>
                  </a:lnTo>
                  <a:lnTo>
                    <a:pt x="27654" y="6271367"/>
                  </a:lnTo>
                  <a:lnTo>
                    <a:pt x="27762" y="6271367"/>
                  </a:lnTo>
                  <a:lnTo>
                    <a:pt x="27762" y="6270743"/>
                  </a:lnTo>
                  <a:lnTo>
                    <a:pt x="27870" y="6270743"/>
                  </a:lnTo>
                  <a:lnTo>
                    <a:pt x="27979" y="6270743"/>
                  </a:lnTo>
                  <a:lnTo>
                    <a:pt x="28087" y="6270743"/>
                  </a:lnTo>
                  <a:lnTo>
                    <a:pt x="28196" y="6270743"/>
                  </a:lnTo>
                  <a:lnTo>
                    <a:pt x="28304" y="6270743"/>
                  </a:lnTo>
                  <a:lnTo>
                    <a:pt x="28304" y="6270120"/>
                  </a:lnTo>
                  <a:lnTo>
                    <a:pt x="28304" y="6269496"/>
                  </a:lnTo>
                  <a:lnTo>
                    <a:pt x="28413" y="6269496"/>
                  </a:lnTo>
                  <a:lnTo>
                    <a:pt x="28521" y="6269496"/>
                  </a:lnTo>
                  <a:lnTo>
                    <a:pt x="28521" y="6268873"/>
                  </a:lnTo>
                  <a:lnTo>
                    <a:pt x="28521" y="6268249"/>
                  </a:lnTo>
                  <a:lnTo>
                    <a:pt x="28521" y="6267625"/>
                  </a:lnTo>
                  <a:lnTo>
                    <a:pt x="28521" y="6267002"/>
                  </a:lnTo>
                  <a:lnTo>
                    <a:pt x="28630" y="6267002"/>
                  </a:lnTo>
                  <a:lnTo>
                    <a:pt x="28738" y="6267002"/>
                  </a:lnTo>
                  <a:lnTo>
                    <a:pt x="28846" y="6267002"/>
                  </a:lnTo>
                  <a:lnTo>
                    <a:pt x="28955" y="6267002"/>
                  </a:lnTo>
                  <a:lnTo>
                    <a:pt x="28955" y="6266378"/>
                  </a:lnTo>
                  <a:lnTo>
                    <a:pt x="29063" y="6266378"/>
                  </a:lnTo>
                  <a:lnTo>
                    <a:pt x="29172" y="6266378"/>
                  </a:lnTo>
                  <a:lnTo>
                    <a:pt x="29172" y="6265755"/>
                  </a:lnTo>
                  <a:lnTo>
                    <a:pt x="29172" y="6265131"/>
                  </a:lnTo>
                  <a:lnTo>
                    <a:pt x="29172" y="6264507"/>
                  </a:lnTo>
                  <a:lnTo>
                    <a:pt x="29280" y="6264507"/>
                  </a:lnTo>
                  <a:lnTo>
                    <a:pt x="29389" y="6264507"/>
                  </a:lnTo>
                  <a:lnTo>
                    <a:pt x="29497" y="6264507"/>
                  </a:lnTo>
                  <a:lnTo>
                    <a:pt x="29497" y="6263884"/>
                  </a:lnTo>
                  <a:lnTo>
                    <a:pt x="29606" y="6263884"/>
                  </a:lnTo>
                  <a:lnTo>
                    <a:pt x="29606" y="6263260"/>
                  </a:lnTo>
                  <a:lnTo>
                    <a:pt x="29606" y="6262637"/>
                  </a:lnTo>
                  <a:lnTo>
                    <a:pt x="29606" y="6262013"/>
                  </a:lnTo>
                  <a:lnTo>
                    <a:pt x="29714" y="6262013"/>
                  </a:lnTo>
                  <a:lnTo>
                    <a:pt x="29822" y="6262013"/>
                  </a:lnTo>
                  <a:lnTo>
                    <a:pt x="29822" y="6261390"/>
                  </a:lnTo>
                  <a:lnTo>
                    <a:pt x="29822" y="6260766"/>
                  </a:lnTo>
                  <a:lnTo>
                    <a:pt x="29931" y="6260766"/>
                  </a:lnTo>
                  <a:lnTo>
                    <a:pt x="30039" y="6260766"/>
                  </a:lnTo>
                  <a:lnTo>
                    <a:pt x="30148" y="6260766"/>
                  </a:lnTo>
                  <a:lnTo>
                    <a:pt x="30148" y="6260142"/>
                  </a:lnTo>
                  <a:lnTo>
                    <a:pt x="30256" y="6260142"/>
                  </a:lnTo>
                  <a:lnTo>
                    <a:pt x="30256" y="6259519"/>
                  </a:lnTo>
                  <a:lnTo>
                    <a:pt x="30365" y="6259519"/>
                  </a:lnTo>
                  <a:lnTo>
                    <a:pt x="30473" y="6259519"/>
                  </a:lnTo>
                  <a:lnTo>
                    <a:pt x="30582" y="6259519"/>
                  </a:lnTo>
                  <a:lnTo>
                    <a:pt x="30582" y="6258895"/>
                  </a:lnTo>
                  <a:lnTo>
                    <a:pt x="30690" y="6258895"/>
                  </a:lnTo>
                  <a:lnTo>
                    <a:pt x="30799" y="6258895"/>
                  </a:lnTo>
                  <a:lnTo>
                    <a:pt x="30799" y="6258272"/>
                  </a:lnTo>
                  <a:lnTo>
                    <a:pt x="30907" y="6258272"/>
                  </a:lnTo>
                  <a:lnTo>
                    <a:pt x="30907" y="6257648"/>
                  </a:lnTo>
                  <a:lnTo>
                    <a:pt x="30907" y="6257024"/>
                  </a:lnTo>
                  <a:lnTo>
                    <a:pt x="31015" y="6257024"/>
                  </a:lnTo>
                  <a:lnTo>
                    <a:pt x="31124" y="6257024"/>
                  </a:lnTo>
                  <a:lnTo>
                    <a:pt x="31124" y="6256401"/>
                  </a:lnTo>
                  <a:lnTo>
                    <a:pt x="31232" y="6256401"/>
                  </a:lnTo>
                  <a:lnTo>
                    <a:pt x="31341" y="6256401"/>
                  </a:lnTo>
                  <a:lnTo>
                    <a:pt x="31449" y="6256401"/>
                  </a:lnTo>
                  <a:lnTo>
                    <a:pt x="31449" y="6255777"/>
                  </a:lnTo>
                  <a:lnTo>
                    <a:pt x="31558" y="6255777"/>
                  </a:lnTo>
                  <a:lnTo>
                    <a:pt x="31666" y="6255777"/>
                  </a:lnTo>
                  <a:lnTo>
                    <a:pt x="31666" y="6255154"/>
                  </a:lnTo>
                  <a:lnTo>
                    <a:pt x="31666" y="6254530"/>
                  </a:lnTo>
                  <a:lnTo>
                    <a:pt x="31775" y="6254530"/>
                  </a:lnTo>
                  <a:lnTo>
                    <a:pt x="31883" y="6254530"/>
                  </a:lnTo>
                  <a:lnTo>
                    <a:pt x="31991" y="6254530"/>
                  </a:lnTo>
                  <a:lnTo>
                    <a:pt x="31991" y="6253907"/>
                  </a:lnTo>
                  <a:lnTo>
                    <a:pt x="31991" y="6253283"/>
                  </a:lnTo>
                  <a:lnTo>
                    <a:pt x="31991" y="6252659"/>
                  </a:lnTo>
                  <a:lnTo>
                    <a:pt x="31991" y="6252036"/>
                  </a:lnTo>
                  <a:lnTo>
                    <a:pt x="32100" y="6252036"/>
                  </a:lnTo>
                  <a:lnTo>
                    <a:pt x="32208" y="6252036"/>
                  </a:lnTo>
                  <a:lnTo>
                    <a:pt x="32208" y="6251412"/>
                  </a:lnTo>
                  <a:lnTo>
                    <a:pt x="32317" y="6251412"/>
                  </a:lnTo>
                  <a:lnTo>
                    <a:pt x="32317" y="6250789"/>
                  </a:lnTo>
                  <a:lnTo>
                    <a:pt x="32317" y="6250165"/>
                  </a:lnTo>
                  <a:lnTo>
                    <a:pt x="32317" y="6249542"/>
                  </a:lnTo>
                  <a:lnTo>
                    <a:pt x="32425" y="6249542"/>
                  </a:lnTo>
                  <a:lnTo>
                    <a:pt x="32534" y="6249542"/>
                  </a:lnTo>
                  <a:lnTo>
                    <a:pt x="32534" y="6248918"/>
                  </a:lnTo>
                  <a:lnTo>
                    <a:pt x="32534" y="6248294"/>
                  </a:lnTo>
                  <a:lnTo>
                    <a:pt x="32642" y="6248294"/>
                  </a:lnTo>
                  <a:lnTo>
                    <a:pt x="32751" y="6248294"/>
                  </a:lnTo>
                  <a:lnTo>
                    <a:pt x="32859" y="6248294"/>
                  </a:lnTo>
                  <a:lnTo>
                    <a:pt x="32859" y="6247671"/>
                  </a:lnTo>
                  <a:lnTo>
                    <a:pt x="32967" y="6247671"/>
                  </a:lnTo>
                  <a:lnTo>
                    <a:pt x="32967" y="6247047"/>
                  </a:lnTo>
                  <a:lnTo>
                    <a:pt x="33076" y="6247047"/>
                  </a:lnTo>
                  <a:lnTo>
                    <a:pt x="33184" y="6247047"/>
                  </a:lnTo>
                  <a:lnTo>
                    <a:pt x="33293" y="6247047"/>
                  </a:lnTo>
                  <a:lnTo>
                    <a:pt x="33401" y="6247047"/>
                  </a:lnTo>
                  <a:lnTo>
                    <a:pt x="33401" y="6246424"/>
                  </a:lnTo>
                  <a:lnTo>
                    <a:pt x="33401" y="6245800"/>
                  </a:lnTo>
                  <a:lnTo>
                    <a:pt x="33510" y="6245800"/>
                  </a:lnTo>
                  <a:lnTo>
                    <a:pt x="33618" y="6245800"/>
                  </a:lnTo>
                  <a:lnTo>
                    <a:pt x="33727" y="6245800"/>
                  </a:lnTo>
                  <a:lnTo>
                    <a:pt x="33727" y="6245176"/>
                  </a:lnTo>
                  <a:lnTo>
                    <a:pt x="33835" y="6245176"/>
                  </a:lnTo>
                  <a:lnTo>
                    <a:pt x="33943" y="6245176"/>
                  </a:lnTo>
                  <a:lnTo>
                    <a:pt x="34052" y="6245176"/>
                  </a:lnTo>
                  <a:lnTo>
                    <a:pt x="34160" y="6245176"/>
                  </a:lnTo>
                  <a:lnTo>
                    <a:pt x="34269" y="6245176"/>
                  </a:lnTo>
                  <a:lnTo>
                    <a:pt x="34269" y="6244553"/>
                  </a:lnTo>
                  <a:lnTo>
                    <a:pt x="34377" y="6244553"/>
                  </a:lnTo>
                  <a:lnTo>
                    <a:pt x="34486" y="6244553"/>
                  </a:lnTo>
                  <a:lnTo>
                    <a:pt x="34594" y="6244553"/>
                  </a:lnTo>
                  <a:lnTo>
                    <a:pt x="34703" y="6244553"/>
                  </a:lnTo>
                  <a:lnTo>
                    <a:pt x="34811" y="6244553"/>
                  </a:lnTo>
                  <a:lnTo>
                    <a:pt x="34920" y="6244553"/>
                  </a:lnTo>
                  <a:lnTo>
                    <a:pt x="35028" y="6244553"/>
                  </a:lnTo>
                  <a:lnTo>
                    <a:pt x="35028" y="6243929"/>
                  </a:lnTo>
                  <a:lnTo>
                    <a:pt x="35136" y="6243929"/>
                  </a:lnTo>
                  <a:lnTo>
                    <a:pt x="35245" y="6243929"/>
                  </a:lnTo>
                  <a:lnTo>
                    <a:pt x="35353" y="6243929"/>
                  </a:lnTo>
                  <a:lnTo>
                    <a:pt x="35462" y="6243929"/>
                  </a:lnTo>
                  <a:lnTo>
                    <a:pt x="35570" y="6243929"/>
                  </a:lnTo>
                  <a:lnTo>
                    <a:pt x="35679" y="6243929"/>
                  </a:lnTo>
                  <a:lnTo>
                    <a:pt x="35787" y="6243929"/>
                  </a:lnTo>
                  <a:lnTo>
                    <a:pt x="35896" y="6243929"/>
                  </a:lnTo>
                  <a:lnTo>
                    <a:pt x="36004" y="6243929"/>
                  </a:lnTo>
                  <a:lnTo>
                    <a:pt x="36112" y="6243929"/>
                  </a:lnTo>
                  <a:lnTo>
                    <a:pt x="36221" y="6243929"/>
                  </a:lnTo>
                  <a:lnTo>
                    <a:pt x="36221" y="6243306"/>
                  </a:lnTo>
                  <a:lnTo>
                    <a:pt x="36329" y="6243306"/>
                  </a:lnTo>
                  <a:lnTo>
                    <a:pt x="36438" y="6243306"/>
                  </a:lnTo>
                  <a:lnTo>
                    <a:pt x="36546" y="6243306"/>
                  </a:lnTo>
                  <a:lnTo>
                    <a:pt x="36655" y="6243306"/>
                  </a:lnTo>
                  <a:lnTo>
                    <a:pt x="36763" y="6243306"/>
                  </a:lnTo>
                  <a:lnTo>
                    <a:pt x="36872" y="6243306"/>
                  </a:lnTo>
                  <a:lnTo>
                    <a:pt x="36872" y="6242682"/>
                  </a:lnTo>
                  <a:lnTo>
                    <a:pt x="36872" y="6242059"/>
                  </a:lnTo>
                  <a:lnTo>
                    <a:pt x="36980" y="6242059"/>
                  </a:lnTo>
                  <a:lnTo>
                    <a:pt x="36980" y="6241435"/>
                  </a:lnTo>
                  <a:lnTo>
                    <a:pt x="37088" y="6241435"/>
                  </a:lnTo>
                  <a:lnTo>
                    <a:pt x="37197" y="6241435"/>
                  </a:lnTo>
                  <a:lnTo>
                    <a:pt x="37305" y="6241435"/>
                  </a:lnTo>
                  <a:lnTo>
                    <a:pt x="37414" y="6241435"/>
                  </a:lnTo>
                  <a:lnTo>
                    <a:pt x="37522" y="6241435"/>
                  </a:lnTo>
                  <a:lnTo>
                    <a:pt x="37631" y="6241435"/>
                  </a:lnTo>
                  <a:lnTo>
                    <a:pt x="37739" y="6241435"/>
                  </a:lnTo>
                  <a:lnTo>
                    <a:pt x="37848" y="6241435"/>
                  </a:lnTo>
                  <a:lnTo>
                    <a:pt x="37956" y="6241435"/>
                  </a:lnTo>
                  <a:lnTo>
                    <a:pt x="38064" y="6241435"/>
                  </a:lnTo>
                  <a:lnTo>
                    <a:pt x="38173" y="6241435"/>
                  </a:lnTo>
                  <a:lnTo>
                    <a:pt x="38281" y="6241435"/>
                  </a:lnTo>
                  <a:lnTo>
                    <a:pt x="38281" y="6240811"/>
                  </a:lnTo>
                  <a:lnTo>
                    <a:pt x="38390" y="6240811"/>
                  </a:lnTo>
                  <a:lnTo>
                    <a:pt x="38498" y="6240811"/>
                  </a:lnTo>
                  <a:lnTo>
                    <a:pt x="38498" y="6240188"/>
                  </a:lnTo>
                  <a:lnTo>
                    <a:pt x="38607" y="6240188"/>
                  </a:lnTo>
                  <a:lnTo>
                    <a:pt x="38607" y="6239564"/>
                  </a:lnTo>
                  <a:lnTo>
                    <a:pt x="38715" y="6239564"/>
                  </a:lnTo>
                  <a:lnTo>
                    <a:pt x="38824" y="6239564"/>
                  </a:lnTo>
                  <a:lnTo>
                    <a:pt x="38932" y="6239564"/>
                  </a:lnTo>
                  <a:lnTo>
                    <a:pt x="38932" y="6238941"/>
                  </a:lnTo>
                  <a:lnTo>
                    <a:pt x="39041" y="6238941"/>
                  </a:lnTo>
                  <a:lnTo>
                    <a:pt x="39041" y="6238317"/>
                  </a:lnTo>
                  <a:lnTo>
                    <a:pt x="39149" y="6238317"/>
                  </a:lnTo>
                  <a:lnTo>
                    <a:pt x="39149" y="6237693"/>
                  </a:lnTo>
                  <a:lnTo>
                    <a:pt x="39257" y="6237693"/>
                  </a:lnTo>
                  <a:lnTo>
                    <a:pt x="39366" y="6237693"/>
                  </a:lnTo>
                  <a:lnTo>
                    <a:pt x="39474" y="6237693"/>
                  </a:lnTo>
                  <a:lnTo>
                    <a:pt x="39583" y="6237693"/>
                  </a:lnTo>
                  <a:lnTo>
                    <a:pt x="39583" y="6237070"/>
                  </a:lnTo>
                  <a:lnTo>
                    <a:pt x="39583" y="6236446"/>
                  </a:lnTo>
                  <a:lnTo>
                    <a:pt x="39583" y="6235823"/>
                  </a:lnTo>
                  <a:lnTo>
                    <a:pt x="39691" y="6235823"/>
                  </a:lnTo>
                  <a:lnTo>
                    <a:pt x="39800" y="6235823"/>
                  </a:lnTo>
                  <a:lnTo>
                    <a:pt x="39800" y="6235199"/>
                  </a:lnTo>
                  <a:lnTo>
                    <a:pt x="39800" y="6234576"/>
                  </a:lnTo>
                  <a:lnTo>
                    <a:pt x="39908" y="6234576"/>
                  </a:lnTo>
                  <a:lnTo>
                    <a:pt x="40017" y="6234576"/>
                  </a:lnTo>
                  <a:lnTo>
                    <a:pt x="40125" y="6234576"/>
                  </a:lnTo>
                  <a:lnTo>
                    <a:pt x="40233" y="6234576"/>
                  </a:lnTo>
                  <a:lnTo>
                    <a:pt x="40342" y="6234576"/>
                  </a:lnTo>
                  <a:lnTo>
                    <a:pt x="40450" y="6234576"/>
                  </a:lnTo>
                  <a:lnTo>
                    <a:pt x="40559" y="6234576"/>
                  </a:lnTo>
                  <a:lnTo>
                    <a:pt x="40667" y="6234576"/>
                  </a:lnTo>
                  <a:lnTo>
                    <a:pt x="40667" y="6233952"/>
                  </a:lnTo>
                  <a:lnTo>
                    <a:pt x="40667" y="6233328"/>
                  </a:lnTo>
                  <a:lnTo>
                    <a:pt x="40776" y="6233328"/>
                  </a:lnTo>
                  <a:lnTo>
                    <a:pt x="40776" y="6232705"/>
                  </a:lnTo>
                  <a:lnTo>
                    <a:pt x="40884" y="6232705"/>
                  </a:lnTo>
                  <a:lnTo>
                    <a:pt x="40993" y="6232705"/>
                  </a:lnTo>
                  <a:lnTo>
                    <a:pt x="41101" y="6232705"/>
                  </a:lnTo>
                  <a:lnTo>
                    <a:pt x="41209" y="6232705"/>
                  </a:lnTo>
                  <a:lnTo>
                    <a:pt x="41318" y="6232705"/>
                  </a:lnTo>
                  <a:lnTo>
                    <a:pt x="41318" y="6232081"/>
                  </a:lnTo>
                  <a:lnTo>
                    <a:pt x="41426" y="6232081"/>
                  </a:lnTo>
                  <a:lnTo>
                    <a:pt x="41426" y="6231458"/>
                  </a:lnTo>
                  <a:lnTo>
                    <a:pt x="41426" y="6230834"/>
                  </a:lnTo>
                  <a:lnTo>
                    <a:pt x="41535" y="6230834"/>
                  </a:lnTo>
                  <a:lnTo>
                    <a:pt x="41643" y="6230834"/>
                  </a:lnTo>
                  <a:lnTo>
                    <a:pt x="41752" y="6230834"/>
                  </a:lnTo>
                  <a:lnTo>
                    <a:pt x="41860" y="6230834"/>
                  </a:lnTo>
                  <a:lnTo>
                    <a:pt x="41969" y="6230834"/>
                  </a:lnTo>
                  <a:lnTo>
                    <a:pt x="41969" y="6230210"/>
                  </a:lnTo>
                  <a:lnTo>
                    <a:pt x="42077" y="6230210"/>
                  </a:lnTo>
                  <a:lnTo>
                    <a:pt x="42185" y="6230210"/>
                  </a:lnTo>
                  <a:lnTo>
                    <a:pt x="42185" y="6229587"/>
                  </a:lnTo>
                  <a:lnTo>
                    <a:pt x="42185" y="6228963"/>
                  </a:lnTo>
                  <a:lnTo>
                    <a:pt x="42294" y="6228963"/>
                  </a:lnTo>
                  <a:lnTo>
                    <a:pt x="42294" y="6228340"/>
                  </a:lnTo>
                  <a:lnTo>
                    <a:pt x="42402" y="6228340"/>
                  </a:lnTo>
                  <a:lnTo>
                    <a:pt x="42402" y="6227716"/>
                  </a:lnTo>
                  <a:lnTo>
                    <a:pt x="42511" y="6227716"/>
                  </a:lnTo>
                  <a:lnTo>
                    <a:pt x="42619" y="6227716"/>
                  </a:lnTo>
                  <a:lnTo>
                    <a:pt x="42728" y="6227716"/>
                  </a:lnTo>
                  <a:lnTo>
                    <a:pt x="42836" y="6227716"/>
                  </a:lnTo>
                  <a:lnTo>
                    <a:pt x="42945" y="6227716"/>
                  </a:lnTo>
                  <a:lnTo>
                    <a:pt x="43053" y="6227716"/>
                  </a:lnTo>
                  <a:lnTo>
                    <a:pt x="43162" y="6227716"/>
                  </a:lnTo>
                  <a:lnTo>
                    <a:pt x="43270" y="6227716"/>
                  </a:lnTo>
                  <a:lnTo>
                    <a:pt x="43378" y="6227716"/>
                  </a:lnTo>
                  <a:lnTo>
                    <a:pt x="43487" y="6227716"/>
                  </a:lnTo>
                  <a:lnTo>
                    <a:pt x="43595" y="6227716"/>
                  </a:lnTo>
                  <a:lnTo>
                    <a:pt x="43704" y="6227716"/>
                  </a:lnTo>
                  <a:lnTo>
                    <a:pt x="43812" y="6227716"/>
                  </a:lnTo>
                  <a:lnTo>
                    <a:pt x="43812" y="6227093"/>
                  </a:lnTo>
                  <a:lnTo>
                    <a:pt x="43812" y="6226469"/>
                  </a:lnTo>
                  <a:lnTo>
                    <a:pt x="43812" y="6225845"/>
                  </a:lnTo>
                  <a:lnTo>
                    <a:pt x="43921" y="6225845"/>
                  </a:lnTo>
                  <a:lnTo>
                    <a:pt x="44029" y="6225845"/>
                  </a:lnTo>
                  <a:lnTo>
                    <a:pt x="44138" y="6225845"/>
                  </a:lnTo>
                  <a:lnTo>
                    <a:pt x="44138" y="6225222"/>
                  </a:lnTo>
                  <a:lnTo>
                    <a:pt x="44246" y="6225222"/>
                  </a:lnTo>
                  <a:lnTo>
                    <a:pt x="44354" y="6225222"/>
                  </a:lnTo>
                  <a:lnTo>
                    <a:pt x="44463" y="6225222"/>
                  </a:lnTo>
                  <a:lnTo>
                    <a:pt x="44463" y="6224598"/>
                  </a:lnTo>
                  <a:lnTo>
                    <a:pt x="44571" y="6224598"/>
                  </a:lnTo>
                  <a:lnTo>
                    <a:pt x="44680" y="6224598"/>
                  </a:lnTo>
                  <a:lnTo>
                    <a:pt x="44788" y="6224598"/>
                  </a:lnTo>
                  <a:lnTo>
                    <a:pt x="44897" y="6224598"/>
                  </a:lnTo>
                  <a:lnTo>
                    <a:pt x="45005" y="6224598"/>
                  </a:lnTo>
                  <a:lnTo>
                    <a:pt x="45005" y="6223975"/>
                  </a:lnTo>
                  <a:lnTo>
                    <a:pt x="45114" y="6223975"/>
                  </a:lnTo>
                  <a:lnTo>
                    <a:pt x="45222" y="6223975"/>
                  </a:lnTo>
                  <a:lnTo>
                    <a:pt x="45330" y="6223975"/>
                  </a:lnTo>
                  <a:lnTo>
                    <a:pt x="45439" y="6223975"/>
                  </a:lnTo>
                  <a:lnTo>
                    <a:pt x="45547" y="6223975"/>
                  </a:lnTo>
                  <a:lnTo>
                    <a:pt x="45656" y="6223975"/>
                  </a:lnTo>
                  <a:lnTo>
                    <a:pt x="45764" y="6223975"/>
                  </a:lnTo>
                  <a:lnTo>
                    <a:pt x="45873" y="6223975"/>
                  </a:lnTo>
                  <a:lnTo>
                    <a:pt x="45981" y="6223975"/>
                  </a:lnTo>
                  <a:lnTo>
                    <a:pt x="46090" y="6223975"/>
                  </a:lnTo>
                  <a:lnTo>
                    <a:pt x="46198" y="6223975"/>
                  </a:lnTo>
                  <a:lnTo>
                    <a:pt x="46306" y="6223975"/>
                  </a:lnTo>
                  <a:lnTo>
                    <a:pt x="46306" y="6223351"/>
                  </a:lnTo>
                  <a:lnTo>
                    <a:pt x="46415" y="6223351"/>
                  </a:lnTo>
                  <a:lnTo>
                    <a:pt x="46415" y="6222727"/>
                  </a:lnTo>
                  <a:lnTo>
                    <a:pt x="46523" y="6222727"/>
                  </a:lnTo>
                  <a:lnTo>
                    <a:pt x="46632" y="6222727"/>
                  </a:lnTo>
                  <a:lnTo>
                    <a:pt x="46740" y="6222727"/>
                  </a:lnTo>
                  <a:lnTo>
                    <a:pt x="46849" y="6222727"/>
                  </a:lnTo>
                  <a:lnTo>
                    <a:pt x="46957" y="6222727"/>
                  </a:lnTo>
                  <a:lnTo>
                    <a:pt x="47066" y="6222727"/>
                  </a:lnTo>
                  <a:lnTo>
                    <a:pt x="47174" y="6222727"/>
                  </a:lnTo>
                  <a:lnTo>
                    <a:pt x="47282" y="6222727"/>
                  </a:lnTo>
                  <a:lnTo>
                    <a:pt x="47282" y="6222104"/>
                  </a:lnTo>
                  <a:lnTo>
                    <a:pt x="47391" y="6222104"/>
                  </a:lnTo>
                  <a:lnTo>
                    <a:pt x="47499" y="6222104"/>
                  </a:lnTo>
                  <a:lnTo>
                    <a:pt x="47608" y="6222104"/>
                  </a:lnTo>
                  <a:lnTo>
                    <a:pt x="47716" y="6222104"/>
                  </a:lnTo>
                  <a:lnTo>
                    <a:pt x="47825" y="6222104"/>
                  </a:lnTo>
                  <a:lnTo>
                    <a:pt x="47933" y="6222104"/>
                  </a:lnTo>
                  <a:lnTo>
                    <a:pt x="48042" y="6222104"/>
                  </a:lnTo>
                  <a:lnTo>
                    <a:pt x="48042" y="6221480"/>
                  </a:lnTo>
                  <a:lnTo>
                    <a:pt x="48042" y="6220857"/>
                  </a:lnTo>
                  <a:lnTo>
                    <a:pt x="48150" y="6220857"/>
                  </a:lnTo>
                  <a:lnTo>
                    <a:pt x="48259" y="6220857"/>
                  </a:lnTo>
                  <a:lnTo>
                    <a:pt x="48367" y="6220857"/>
                  </a:lnTo>
                  <a:lnTo>
                    <a:pt x="48475" y="6220857"/>
                  </a:lnTo>
                  <a:lnTo>
                    <a:pt x="48584" y="6220857"/>
                  </a:lnTo>
                  <a:lnTo>
                    <a:pt x="48692" y="6220857"/>
                  </a:lnTo>
                  <a:lnTo>
                    <a:pt x="48801" y="6220857"/>
                  </a:lnTo>
                  <a:lnTo>
                    <a:pt x="48801" y="6220233"/>
                  </a:lnTo>
                  <a:lnTo>
                    <a:pt x="48909" y="6220233"/>
                  </a:lnTo>
                  <a:lnTo>
                    <a:pt x="49018" y="6220233"/>
                  </a:lnTo>
                  <a:lnTo>
                    <a:pt x="49126" y="6220233"/>
                  </a:lnTo>
                  <a:lnTo>
                    <a:pt x="49235" y="6220233"/>
                  </a:lnTo>
                  <a:lnTo>
                    <a:pt x="49343" y="6220233"/>
                  </a:lnTo>
                  <a:lnTo>
                    <a:pt x="49451" y="6220233"/>
                  </a:lnTo>
                  <a:lnTo>
                    <a:pt x="49560" y="6220233"/>
                  </a:lnTo>
                  <a:lnTo>
                    <a:pt x="49668" y="6220233"/>
                  </a:lnTo>
                  <a:lnTo>
                    <a:pt x="49668" y="6219610"/>
                  </a:lnTo>
                  <a:lnTo>
                    <a:pt x="49777" y="6219610"/>
                  </a:lnTo>
                  <a:lnTo>
                    <a:pt x="49885" y="6219610"/>
                  </a:lnTo>
                  <a:lnTo>
                    <a:pt x="49994" y="6219610"/>
                  </a:lnTo>
                  <a:lnTo>
                    <a:pt x="50102" y="6219610"/>
                  </a:lnTo>
                  <a:lnTo>
                    <a:pt x="50211" y="6219610"/>
                  </a:lnTo>
                  <a:lnTo>
                    <a:pt x="50319" y="6219610"/>
                  </a:lnTo>
                  <a:lnTo>
                    <a:pt x="50427" y="6219610"/>
                  </a:lnTo>
                  <a:lnTo>
                    <a:pt x="50427" y="6218986"/>
                  </a:lnTo>
                  <a:lnTo>
                    <a:pt x="50536" y="6218986"/>
                  </a:lnTo>
                  <a:lnTo>
                    <a:pt x="50536" y="6218362"/>
                  </a:lnTo>
                  <a:lnTo>
                    <a:pt x="50644" y="6218362"/>
                  </a:lnTo>
                  <a:lnTo>
                    <a:pt x="50644" y="6217739"/>
                  </a:lnTo>
                  <a:lnTo>
                    <a:pt x="50753" y="6217739"/>
                  </a:lnTo>
                  <a:lnTo>
                    <a:pt x="50753" y="6217115"/>
                  </a:lnTo>
                  <a:lnTo>
                    <a:pt x="50861" y="6217115"/>
                  </a:lnTo>
                  <a:lnTo>
                    <a:pt x="50970" y="6217115"/>
                  </a:lnTo>
                  <a:lnTo>
                    <a:pt x="51078" y="6217115"/>
                  </a:lnTo>
                  <a:lnTo>
                    <a:pt x="51187" y="6217115"/>
                  </a:lnTo>
                  <a:lnTo>
                    <a:pt x="51295" y="6217115"/>
                  </a:lnTo>
                  <a:lnTo>
                    <a:pt x="51403" y="6217115"/>
                  </a:lnTo>
                  <a:lnTo>
                    <a:pt x="51512" y="6217115"/>
                  </a:lnTo>
                  <a:lnTo>
                    <a:pt x="51512" y="6216492"/>
                  </a:lnTo>
                  <a:lnTo>
                    <a:pt x="51620" y="6216492"/>
                  </a:lnTo>
                  <a:lnTo>
                    <a:pt x="51729" y="6216492"/>
                  </a:lnTo>
                  <a:lnTo>
                    <a:pt x="51729" y="6215868"/>
                  </a:lnTo>
                  <a:lnTo>
                    <a:pt x="51837" y="6215868"/>
                  </a:lnTo>
                  <a:lnTo>
                    <a:pt x="51837" y="6215244"/>
                  </a:lnTo>
                  <a:lnTo>
                    <a:pt x="51946" y="6215244"/>
                  </a:lnTo>
                  <a:lnTo>
                    <a:pt x="52054" y="6215244"/>
                  </a:lnTo>
                  <a:lnTo>
                    <a:pt x="52163" y="6215244"/>
                  </a:lnTo>
                  <a:lnTo>
                    <a:pt x="52271" y="6215244"/>
                  </a:lnTo>
                  <a:lnTo>
                    <a:pt x="52271" y="6214621"/>
                  </a:lnTo>
                  <a:lnTo>
                    <a:pt x="52271" y="6213997"/>
                  </a:lnTo>
                  <a:lnTo>
                    <a:pt x="52271" y="6213374"/>
                  </a:lnTo>
                  <a:lnTo>
                    <a:pt x="52380" y="6213374"/>
                  </a:lnTo>
                  <a:lnTo>
                    <a:pt x="52488" y="6213374"/>
                  </a:lnTo>
                  <a:lnTo>
                    <a:pt x="52488" y="6212750"/>
                  </a:lnTo>
                  <a:lnTo>
                    <a:pt x="52488" y="6212127"/>
                  </a:lnTo>
                  <a:lnTo>
                    <a:pt x="52488" y="6211503"/>
                  </a:lnTo>
                  <a:lnTo>
                    <a:pt x="52596" y="6211503"/>
                  </a:lnTo>
                  <a:lnTo>
                    <a:pt x="52705" y="6211503"/>
                  </a:lnTo>
                  <a:lnTo>
                    <a:pt x="52813" y="6211503"/>
                  </a:lnTo>
                  <a:lnTo>
                    <a:pt x="52813" y="6210879"/>
                  </a:lnTo>
                  <a:lnTo>
                    <a:pt x="52922" y="6210879"/>
                  </a:lnTo>
                  <a:lnTo>
                    <a:pt x="53030" y="6210879"/>
                  </a:lnTo>
                  <a:lnTo>
                    <a:pt x="53139" y="6210879"/>
                  </a:lnTo>
                  <a:lnTo>
                    <a:pt x="53247" y="6210879"/>
                  </a:lnTo>
                  <a:lnTo>
                    <a:pt x="53356" y="6210879"/>
                  </a:lnTo>
                  <a:lnTo>
                    <a:pt x="53464" y="6210879"/>
                  </a:lnTo>
                  <a:lnTo>
                    <a:pt x="53464" y="6210256"/>
                  </a:lnTo>
                  <a:lnTo>
                    <a:pt x="53464" y="6209632"/>
                  </a:lnTo>
                  <a:lnTo>
                    <a:pt x="53572" y="6209632"/>
                  </a:lnTo>
                  <a:lnTo>
                    <a:pt x="53681" y="6209632"/>
                  </a:lnTo>
                  <a:lnTo>
                    <a:pt x="53789" y="6209632"/>
                  </a:lnTo>
                  <a:lnTo>
                    <a:pt x="53898" y="6209632"/>
                  </a:lnTo>
                  <a:lnTo>
                    <a:pt x="54006" y="6209632"/>
                  </a:lnTo>
                  <a:lnTo>
                    <a:pt x="54115" y="6209632"/>
                  </a:lnTo>
                  <a:lnTo>
                    <a:pt x="54223" y="6209632"/>
                  </a:lnTo>
                  <a:lnTo>
                    <a:pt x="54332" y="6209632"/>
                  </a:lnTo>
                  <a:lnTo>
                    <a:pt x="54332" y="6209009"/>
                  </a:lnTo>
                  <a:lnTo>
                    <a:pt x="54332" y="6208385"/>
                  </a:lnTo>
                  <a:lnTo>
                    <a:pt x="54440" y="6208385"/>
                  </a:lnTo>
                  <a:lnTo>
                    <a:pt x="54440" y="6207761"/>
                  </a:lnTo>
                  <a:lnTo>
                    <a:pt x="54440" y="6207138"/>
                  </a:lnTo>
                  <a:lnTo>
                    <a:pt x="54548" y="6207138"/>
                  </a:lnTo>
                  <a:lnTo>
                    <a:pt x="54657" y="6207138"/>
                  </a:lnTo>
                  <a:lnTo>
                    <a:pt x="54657" y="6206514"/>
                  </a:lnTo>
                  <a:lnTo>
                    <a:pt x="54765" y="6206514"/>
                  </a:lnTo>
                  <a:lnTo>
                    <a:pt x="54874" y="6206514"/>
                  </a:lnTo>
                  <a:lnTo>
                    <a:pt x="54874" y="6205891"/>
                  </a:lnTo>
                  <a:lnTo>
                    <a:pt x="54982" y="6205891"/>
                  </a:lnTo>
                  <a:lnTo>
                    <a:pt x="55091" y="6205891"/>
                  </a:lnTo>
                  <a:lnTo>
                    <a:pt x="55199" y="6205891"/>
                  </a:lnTo>
                  <a:lnTo>
                    <a:pt x="55308" y="6205891"/>
                  </a:lnTo>
                  <a:lnTo>
                    <a:pt x="55416" y="6205891"/>
                  </a:lnTo>
                  <a:lnTo>
                    <a:pt x="55524" y="6205891"/>
                  </a:lnTo>
                  <a:lnTo>
                    <a:pt x="55633" y="6205891"/>
                  </a:lnTo>
                  <a:lnTo>
                    <a:pt x="55633" y="6205267"/>
                  </a:lnTo>
                  <a:lnTo>
                    <a:pt x="55741" y="6205267"/>
                  </a:lnTo>
                  <a:lnTo>
                    <a:pt x="55741" y="6204644"/>
                  </a:lnTo>
                  <a:lnTo>
                    <a:pt x="55741" y="6204020"/>
                  </a:lnTo>
                  <a:lnTo>
                    <a:pt x="55850" y="6204020"/>
                  </a:lnTo>
                  <a:lnTo>
                    <a:pt x="55850" y="6203396"/>
                  </a:lnTo>
                  <a:lnTo>
                    <a:pt x="55958" y="6203396"/>
                  </a:lnTo>
                  <a:lnTo>
                    <a:pt x="55958" y="6202773"/>
                  </a:lnTo>
                  <a:lnTo>
                    <a:pt x="56067" y="6202773"/>
                  </a:lnTo>
                  <a:lnTo>
                    <a:pt x="56175" y="6202773"/>
                  </a:lnTo>
                  <a:lnTo>
                    <a:pt x="56175" y="6202149"/>
                  </a:lnTo>
                  <a:lnTo>
                    <a:pt x="56284" y="6202149"/>
                  </a:lnTo>
                  <a:lnTo>
                    <a:pt x="56284" y="6201526"/>
                  </a:lnTo>
                  <a:lnTo>
                    <a:pt x="56284" y="6200902"/>
                  </a:lnTo>
                  <a:lnTo>
                    <a:pt x="56284" y="6200278"/>
                  </a:lnTo>
                  <a:lnTo>
                    <a:pt x="56392" y="6200278"/>
                  </a:lnTo>
                  <a:lnTo>
                    <a:pt x="56501" y="6200278"/>
                  </a:lnTo>
                  <a:lnTo>
                    <a:pt x="56609" y="6200278"/>
                  </a:lnTo>
                  <a:lnTo>
                    <a:pt x="56717" y="6200278"/>
                  </a:lnTo>
                  <a:lnTo>
                    <a:pt x="56717" y="6199655"/>
                  </a:lnTo>
                  <a:lnTo>
                    <a:pt x="56717" y="6199031"/>
                  </a:lnTo>
                  <a:lnTo>
                    <a:pt x="56826" y="6199031"/>
                  </a:lnTo>
                  <a:lnTo>
                    <a:pt x="56934" y="6199031"/>
                  </a:lnTo>
                  <a:lnTo>
                    <a:pt x="56934" y="6198408"/>
                  </a:lnTo>
                  <a:lnTo>
                    <a:pt x="56934" y="6197784"/>
                  </a:lnTo>
                  <a:lnTo>
                    <a:pt x="57043" y="6197784"/>
                  </a:lnTo>
                  <a:lnTo>
                    <a:pt x="57151" y="6197784"/>
                  </a:lnTo>
                  <a:lnTo>
                    <a:pt x="57260" y="6197784"/>
                  </a:lnTo>
                  <a:lnTo>
                    <a:pt x="57368" y="6197784"/>
                  </a:lnTo>
                  <a:lnTo>
                    <a:pt x="57477" y="6197784"/>
                  </a:lnTo>
                  <a:lnTo>
                    <a:pt x="57585" y="6197784"/>
                  </a:lnTo>
                  <a:lnTo>
                    <a:pt x="57585" y="6197161"/>
                  </a:lnTo>
                  <a:lnTo>
                    <a:pt x="57693" y="6197161"/>
                  </a:lnTo>
                  <a:lnTo>
                    <a:pt x="57802" y="6197161"/>
                  </a:lnTo>
                  <a:lnTo>
                    <a:pt x="57910" y="6197161"/>
                  </a:lnTo>
                  <a:lnTo>
                    <a:pt x="58019" y="6197161"/>
                  </a:lnTo>
                  <a:lnTo>
                    <a:pt x="58127" y="6197161"/>
                  </a:lnTo>
                  <a:lnTo>
                    <a:pt x="58236" y="6197161"/>
                  </a:lnTo>
                  <a:lnTo>
                    <a:pt x="58344" y="6197161"/>
                  </a:lnTo>
                  <a:lnTo>
                    <a:pt x="58453" y="6197161"/>
                  </a:lnTo>
                  <a:lnTo>
                    <a:pt x="58561" y="6197161"/>
                  </a:lnTo>
                  <a:lnTo>
                    <a:pt x="58561" y="6196537"/>
                  </a:lnTo>
                  <a:lnTo>
                    <a:pt x="58669" y="6196537"/>
                  </a:lnTo>
                  <a:lnTo>
                    <a:pt x="58778" y="6196537"/>
                  </a:lnTo>
                  <a:lnTo>
                    <a:pt x="58886" y="6196537"/>
                  </a:lnTo>
                  <a:lnTo>
                    <a:pt x="58886" y="6195913"/>
                  </a:lnTo>
                  <a:lnTo>
                    <a:pt x="58886" y="6195290"/>
                  </a:lnTo>
                  <a:lnTo>
                    <a:pt x="58995" y="6195290"/>
                  </a:lnTo>
                  <a:lnTo>
                    <a:pt x="59103" y="6195290"/>
                  </a:lnTo>
                  <a:lnTo>
                    <a:pt x="59212" y="6195290"/>
                  </a:lnTo>
                  <a:lnTo>
                    <a:pt x="59320" y="6195290"/>
                  </a:lnTo>
                  <a:lnTo>
                    <a:pt x="59429" y="6195290"/>
                  </a:lnTo>
                  <a:lnTo>
                    <a:pt x="59537" y="6195290"/>
                  </a:lnTo>
                  <a:lnTo>
                    <a:pt x="59645" y="6195290"/>
                  </a:lnTo>
                  <a:lnTo>
                    <a:pt x="59645" y="6194666"/>
                  </a:lnTo>
                  <a:lnTo>
                    <a:pt x="59645" y="6194043"/>
                  </a:lnTo>
                  <a:lnTo>
                    <a:pt x="59754" y="6194043"/>
                  </a:lnTo>
                  <a:lnTo>
                    <a:pt x="59862" y="6194043"/>
                  </a:lnTo>
                  <a:lnTo>
                    <a:pt x="59971" y="6194043"/>
                  </a:lnTo>
                  <a:lnTo>
                    <a:pt x="60079" y="6194043"/>
                  </a:lnTo>
                  <a:lnTo>
                    <a:pt x="60188" y="6194043"/>
                  </a:lnTo>
                  <a:lnTo>
                    <a:pt x="60296" y="6194043"/>
                  </a:lnTo>
                  <a:lnTo>
                    <a:pt x="60405" y="6194043"/>
                  </a:lnTo>
                  <a:lnTo>
                    <a:pt x="60513" y="6194043"/>
                  </a:lnTo>
                  <a:lnTo>
                    <a:pt x="60513" y="6193419"/>
                  </a:lnTo>
                  <a:lnTo>
                    <a:pt x="60622" y="6193419"/>
                  </a:lnTo>
                  <a:lnTo>
                    <a:pt x="60622" y="6192796"/>
                  </a:lnTo>
                  <a:lnTo>
                    <a:pt x="60730" y="6192796"/>
                  </a:lnTo>
                  <a:lnTo>
                    <a:pt x="60838" y="6192796"/>
                  </a:lnTo>
                  <a:lnTo>
                    <a:pt x="60838" y="6192172"/>
                  </a:lnTo>
                  <a:lnTo>
                    <a:pt x="60947" y="6192172"/>
                  </a:lnTo>
                  <a:lnTo>
                    <a:pt x="60947" y="6191548"/>
                  </a:lnTo>
                  <a:lnTo>
                    <a:pt x="60947" y="6190925"/>
                  </a:lnTo>
                  <a:lnTo>
                    <a:pt x="61055" y="6190925"/>
                  </a:lnTo>
                  <a:lnTo>
                    <a:pt x="61164" y="6190925"/>
                  </a:lnTo>
                  <a:lnTo>
                    <a:pt x="61272" y="6190925"/>
                  </a:lnTo>
                  <a:lnTo>
                    <a:pt x="61381" y="6190925"/>
                  </a:lnTo>
                  <a:lnTo>
                    <a:pt x="61489" y="6190925"/>
                  </a:lnTo>
                  <a:lnTo>
                    <a:pt x="61598" y="6190925"/>
                  </a:lnTo>
                  <a:lnTo>
                    <a:pt x="61598" y="6190301"/>
                  </a:lnTo>
                  <a:lnTo>
                    <a:pt x="61598" y="6189678"/>
                  </a:lnTo>
                  <a:lnTo>
                    <a:pt x="61706" y="6189678"/>
                  </a:lnTo>
                  <a:lnTo>
                    <a:pt x="61814" y="6189678"/>
                  </a:lnTo>
                  <a:lnTo>
                    <a:pt x="61923" y="6189678"/>
                  </a:lnTo>
                  <a:lnTo>
                    <a:pt x="62031" y="6189678"/>
                  </a:lnTo>
                  <a:lnTo>
                    <a:pt x="62031" y="6189054"/>
                  </a:lnTo>
                  <a:lnTo>
                    <a:pt x="62140" y="6189054"/>
                  </a:lnTo>
                  <a:lnTo>
                    <a:pt x="62140" y="6188430"/>
                  </a:lnTo>
                  <a:lnTo>
                    <a:pt x="62248" y="6188430"/>
                  </a:lnTo>
                  <a:lnTo>
                    <a:pt x="62357" y="6188430"/>
                  </a:lnTo>
                  <a:lnTo>
                    <a:pt x="62465" y="6188430"/>
                  </a:lnTo>
                  <a:lnTo>
                    <a:pt x="62574" y="6188430"/>
                  </a:lnTo>
                  <a:lnTo>
                    <a:pt x="62682" y="6188430"/>
                  </a:lnTo>
                  <a:lnTo>
                    <a:pt x="62682" y="6187807"/>
                  </a:lnTo>
                  <a:lnTo>
                    <a:pt x="62790" y="6187807"/>
                  </a:lnTo>
                  <a:lnTo>
                    <a:pt x="62899" y="6187807"/>
                  </a:lnTo>
                  <a:lnTo>
                    <a:pt x="62899" y="6187183"/>
                  </a:lnTo>
                  <a:lnTo>
                    <a:pt x="63007" y="6187183"/>
                  </a:lnTo>
                  <a:lnTo>
                    <a:pt x="63116" y="6187183"/>
                  </a:lnTo>
                  <a:lnTo>
                    <a:pt x="63224" y="6187183"/>
                  </a:lnTo>
                  <a:lnTo>
                    <a:pt x="63333" y="6187183"/>
                  </a:lnTo>
                  <a:lnTo>
                    <a:pt x="63333" y="6186560"/>
                  </a:lnTo>
                  <a:lnTo>
                    <a:pt x="63441" y="6186560"/>
                  </a:lnTo>
                  <a:lnTo>
                    <a:pt x="63441" y="6185936"/>
                  </a:lnTo>
                  <a:lnTo>
                    <a:pt x="63550" y="6185936"/>
                  </a:lnTo>
                  <a:lnTo>
                    <a:pt x="63550" y="6185313"/>
                  </a:lnTo>
                  <a:lnTo>
                    <a:pt x="63658" y="6185313"/>
                  </a:lnTo>
                  <a:lnTo>
                    <a:pt x="63766" y="6185313"/>
                  </a:lnTo>
                  <a:lnTo>
                    <a:pt x="63875" y="6185313"/>
                  </a:lnTo>
                  <a:lnTo>
                    <a:pt x="63983" y="6185313"/>
                  </a:lnTo>
                  <a:lnTo>
                    <a:pt x="63983" y="6184689"/>
                  </a:lnTo>
                  <a:lnTo>
                    <a:pt x="63983" y="6184065"/>
                  </a:lnTo>
                  <a:lnTo>
                    <a:pt x="64092" y="6184065"/>
                  </a:lnTo>
                  <a:lnTo>
                    <a:pt x="64092" y="6183442"/>
                  </a:lnTo>
                  <a:lnTo>
                    <a:pt x="64200" y="6183442"/>
                  </a:lnTo>
                  <a:lnTo>
                    <a:pt x="64200" y="6182818"/>
                  </a:lnTo>
                  <a:lnTo>
                    <a:pt x="64200" y="6182195"/>
                  </a:lnTo>
                  <a:lnTo>
                    <a:pt x="64309" y="6182195"/>
                  </a:lnTo>
                  <a:lnTo>
                    <a:pt x="64309" y="6181571"/>
                  </a:lnTo>
                  <a:lnTo>
                    <a:pt x="64417" y="6181571"/>
                  </a:lnTo>
                  <a:lnTo>
                    <a:pt x="64526" y="6181571"/>
                  </a:lnTo>
                  <a:lnTo>
                    <a:pt x="64634" y="6181571"/>
                  </a:lnTo>
                  <a:lnTo>
                    <a:pt x="64634" y="6180947"/>
                  </a:lnTo>
                  <a:lnTo>
                    <a:pt x="64634" y="6180324"/>
                  </a:lnTo>
                  <a:lnTo>
                    <a:pt x="64743" y="6180324"/>
                  </a:lnTo>
                  <a:lnTo>
                    <a:pt x="64743" y="6179700"/>
                  </a:lnTo>
                  <a:lnTo>
                    <a:pt x="64851" y="6179700"/>
                  </a:lnTo>
                  <a:lnTo>
                    <a:pt x="64959" y="6179700"/>
                  </a:lnTo>
                  <a:lnTo>
                    <a:pt x="64959" y="6179077"/>
                  </a:lnTo>
                  <a:lnTo>
                    <a:pt x="65068" y="6179077"/>
                  </a:lnTo>
                  <a:lnTo>
                    <a:pt x="65176" y="6179077"/>
                  </a:lnTo>
                  <a:lnTo>
                    <a:pt x="65285" y="6179077"/>
                  </a:lnTo>
                  <a:lnTo>
                    <a:pt x="65393" y="6179077"/>
                  </a:lnTo>
                  <a:lnTo>
                    <a:pt x="65502" y="6179077"/>
                  </a:lnTo>
                  <a:lnTo>
                    <a:pt x="65610" y="6179077"/>
                  </a:lnTo>
                  <a:lnTo>
                    <a:pt x="65719" y="6179077"/>
                  </a:lnTo>
                  <a:lnTo>
                    <a:pt x="65827" y="6179077"/>
                  </a:lnTo>
                  <a:lnTo>
                    <a:pt x="65935" y="6179077"/>
                  </a:lnTo>
                  <a:lnTo>
                    <a:pt x="65935" y="6178453"/>
                  </a:lnTo>
                  <a:lnTo>
                    <a:pt x="65935" y="6177830"/>
                  </a:lnTo>
                  <a:lnTo>
                    <a:pt x="66044" y="6177830"/>
                  </a:lnTo>
                  <a:lnTo>
                    <a:pt x="66152" y="6177830"/>
                  </a:lnTo>
                  <a:lnTo>
                    <a:pt x="66261" y="6177830"/>
                  </a:lnTo>
                  <a:lnTo>
                    <a:pt x="66261" y="6177206"/>
                  </a:lnTo>
                  <a:lnTo>
                    <a:pt x="66261" y="6176582"/>
                  </a:lnTo>
                  <a:lnTo>
                    <a:pt x="66369" y="6176582"/>
                  </a:lnTo>
                  <a:lnTo>
                    <a:pt x="66478" y="6176582"/>
                  </a:lnTo>
                  <a:lnTo>
                    <a:pt x="66478" y="6175959"/>
                  </a:lnTo>
                  <a:lnTo>
                    <a:pt x="66586" y="6175959"/>
                  </a:lnTo>
                  <a:lnTo>
                    <a:pt x="66586" y="6175335"/>
                  </a:lnTo>
                  <a:lnTo>
                    <a:pt x="66586" y="6174712"/>
                  </a:lnTo>
                  <a:lnTo>
                    <a:pt x="66695" y="6174712"/>
                  </a:lnTo>
                  <a:lnTo>
                    <a:pt x="66803" y="6174712"/>
                  </a:lnTo>
                  <a:lnTo>
                    <a:pt x="66911" y="6174712"/>
                  </a:lnTo>
                  <a:lnTo>
                    <a:pt x="66911" y="6174088"/>
                  </a:lnTo>
                  <a:lnTo>
                    <a:pt x="66911" y="6173464"/>
                  </a:lnTo>
                  <a:lnTo>
                    <a:pt x="67020" y="6173464"/>
                  </a:lnTo>
                  <a:lnTo>
                    <a:pt x="67128" y="6173464"/>
                  </a:lnTo>
                  <a:lnTo>
                    <a:pt x="67237" y="6173464"/>
                  </a:lnTo>
                  <a:lnTo>
                    <a:pt x="67237" y="6172841"/>
                  </a:lnTo>
                  <a:lnTo>
                    <a:pt x="67345" y="6172841"/>
                  </a:lnTo>
                  <a:lnTo>
                    <a:pt x="67454" y="6172841"/>
                  </a:lnTo>
                  <a:lnTo>
                    <a:pt x="67562" y="6172841"/>
                  </a:lnTo>
                  <a:lnTo>
                    <a:pt x="67671" y="6172841"/>
                  </a:lnTo>
                  <a:lnTo>
                    <a:pt x="67779" y="6172841"/>
                  </a:lnTo>
                  <a:lnTo>
                    <a:pt x="67779" y="6172217"/>
                  </a:lnTo>
                  <a:lnTo>
                    <a:pt x="67887" y="6172217"/>
                  </a:lnTo>
                  <a:lnTo>
                    <a:pt x="67996" y="6172217"/>
                  </a:lnTo>
                  <a:lnTo>
                    <a:pt x="67996" y="6171594"/>
                  </a:lnTo>
                  <a:lnTo>
                    <a:pt x="68104" y="6171594"/>
                  </a:lnTo>
                  <a:lnTo>
                    <a:pt x="68104" y="6170970"/>
                  </a:lnTo>
                  <a:lnTo>
                    <a:pt x="68104" y="6170347"/>
                  </a:lnTo>
                  <a:lnTo>
                    <a:pt x="68213" y="6170347"/>
                  </a:lnTo>
                  <a:lnTo>
                    <a:pt x="68321" y="6170347"/>
                  </a:lnTo>
                  <a:lnTo>
                    <a:pt x="68321" y="6169723"/>
                  </a:lnTo>
                  <a:lnTo>
                    <a:pt x="68430" y="6169723"/>
                  </a:lnTo>
                  <a:lnTo>
                    <a:pt x="68538" y="6169723"/>
                  </a:lnTo>
                  <a:lnTo>
                    <a:pt x="68647" y="6169723"/>
                  </a:lnTo>
                  <a:lnTo>
                    <a:pt x="68755" y="6169723"/>
                  </a:lnTo>
                  <a:lnTo>
                    <a:pt x="68755" y="6169099"/>
                  </a:lnTo>
                  <a:lnTo>
                    <a:pt x="68863" y="6169099"/>
                  </a:lnTo>
                  <a:lnTo>
                    <a:pt x="68863" y="6168476"/>
                  </a:lnTo>
                  <a:lnTo>
                    <a:pt x="68863" y="6167852"/>
                  </a:lnTo>
                  <a:lnTo>
                    <a:pt x="68972" y="6167852"/>
                  </a:lnTo>
                  <a:lnTo>
                    <a:pt x="69080" y="6167852"/>
                  </a:lnTo>
                  <a:lnTo>
                    <a:pt x="69080" y="6167229"/>
                  </a:lnTo>
                  <a:lnTo>
                    <a:pt x="69080" y="6166605"/>
                  </a:lnTo>
                  <a:lnTo>
                    <a:pt x="69189" y="6166605"/>
                  </a:lnTo>
                  <a:lnTo>
                    <a:pt x="69189" y="6165981"/>
                  </a:lnTo>
                  <a:lnTo>
                    <a:pt x="69297" y="6165981"/>
                  </a:lnTo>
                  <a:lnTo>
                    <a:pt x="69406" y="6165981"/>
                  </a:lnTo>
                  <a:lnTo>
                    <a:pt x="69514" y="6165981"/>
                  </a:lnTo>
                  <a:lnTo>
                    <a:pt x="69623" y="6165981"/>
                  </a:lnTo>
                  <a:lnTo>
                    <a:pt x="69731" y="6165981"/>
                  </a:lnTo>
                  <a:lnTo>
                    <a:pt x="69731" y="6165358"/>
                  </a:lnTo>
                  <a:lnTo>
                    <a:pt x="69840" y="6165358"/>
                  </a:lnTo>
                  <a:lnTo>
                    <a:pt x="69948" y="6165358"/>
                  </a:lnTo>
                  <a:lnTo>
                    <a:pt x="70056" y="6165358"/>
                  </a:lnTo>
                  <a:lnTo>
                    <a:pt x="70056" y="6164734"/>
                  </a:lnTo>
                  <a:lnTo>
                    <a:pt x="70165" y="6164734"/>
                  </a:lnTo>
                  <a:lnTo>
                    <a:pt x="70273" y="6164734"/>
                  </a:lnTo>
                  <a:lnTo>
                    <a:pt x="70382" y="6164734"/>
                  </a:lnTo>
                  <a:lnTo>
                    <a:pt x="70382" y="6164111"/>
                  </a:lnTo>
                  <a:lnTo>
                    <a:pt x="70490" y="6164111"/>
                  </a:lnTo>
                  <a:lnTo>
                    <a:pt x="70599" y="6164111"/>
                  </a:lnTo>
                  <a:lnTo>
                    <a:pt x="70599" y="6163487"/>
                  </a:lnTo>
                  <a:lnTo>
                    <a:pt x="70707" y="6163487"/>
                  </a:lnTo>
                  <a:lnTo>
                    <a:pt x="70816" y="6163487"/>
                  </a:lnTo>
                  <a:lnTo>
                    <a:pt x="70924" y="6163487"/>
                  </a:lnTo>
                  <a:lnTo>
                    <a:pt x="71032" y="6163487"/>
                  </a:lnTo>
                  <a:lnTo>
                    <a:pt x="71141" y="6163487"/>
                  </a:lnTo>
                  <a:lnTo>
                    <a:pt x="71249" y="6163487"/>
                  </a:lnTo>
                  <a:lnTo>
                    <a:pt x="71358" y="6163487"/>
                  </a:lnTo>
                  <a:lnTo>
                    <a:pt x="71466" y="6163487"/>
                  </a:lnTo>
                  <a:lnTo>
                    <a:pt x="71575" y="6163487"/>
                  </a:lnTo>
                  <a:lnTo>
                    <a:pt x="71683" y="6163487"/>
                  </a:lnTo>
                  <a:lnTo>
                    <a:pt x="71792" y="6163487"/>
                  </a:lnTo>
                  <a:lnTo>
                    <a:pt x="71900" y="6163487"/>
                  </a:lnTo>
                  <a:lnTo>
                    <a:pt x="72008" y="6163487"/>
                  </a:lnTo>
                  <a:lnTo>
                    <a:pt x="72117" y="6163487"/>
                  </a:lnTo>
                  <a:lnTo>
                    <a:pt x="72225" y="6163487"/>
                  </a:lnTo>
                  <a:lnTo>
                    <a:pt x="72334" y="6163487"/>
                  </a:lnTo>
                  <a:lnTo>
                    <a:pt x="72442" y="6163487"/>
                  </a:lnTo>
                  <a:lnTo>
                    <a:pt x="72551" y="6163487"/>
                  </a:lnTo>
                  <a:lnTo>
                    <a:pt x="72659" y="6163487"/>
                  </a:lnTo>
                  <a:lnTo>
                    <a:pt x="72768" y="6163487"/>
                  </a:lnTo>
                  <a:lnTo>
                    <a:pt x="72768" y="6162864"/>
                  </a:lnTo>
                  <a:lnTo>
                    <a:pt x="72876" y="6162864"/>
                  </a:lnTo>
                  <a:lnTo>
                    <a:pt x="72876" y="6162240"/>
                  </a:lnTo>
                  <a:lnTo>
                    <a:pt x="72984" y="6162240"/>
                  </a:lnTo>
                  <a:lnTo>
                    <a:pt x="72984" y="6161616"/>
                  </a:lnTo>
                  <a:lnTo>
                    <a:pt x="73093" y="6161616"/>
                  </a:lnTo>
                  <a:lnTo>
                    <a:pt x="73201" y="6161616"/>
                  </a:lnTo>
                  <a:lnTo>
                    <a:pt x="73310" y="6161616"/>
                  </a:lnTo>
                  <a:lnTo>
                    <a:pt x="73418" y="6161616"/>
                  </a:lnTo>
                  <a:lnTo>
                    <a:pt x="73418" y="6160993"/>
                  </a:lnTo>
                  <a:lnTo>
                    <a:pt x="73527" y="6160993"/>
                  </a:lnTo>
                  <a:lnTo>
                    <a:pt x="73635" y="6160993"/>
                  </a:lnTo>
                  <a:lnTo>
                    <a:pt x="73635" y="6160369"/>
                  </a:lnTo>
                  <a:lnTo>
                    <a:pt x="73744" y="6160369"/>
                  </a:lnTo>
                  <a:lnTo>
                    <a:pt x="73852" y="6160369"/>
                  </a:lnTo>
                  <a:lnTo>
                    <a:pt x="73961" y="6160369"/>
                  </a:lnTo>
                  <a:lnTo>
                    <a:pt x="73961" y="6159746"/>
                  </a:lnTo>
                  <a:lnTo>
                    <a:pt x="74069" y="6159746"/>
                  </a:lnTo>
                  <a:lnTo>
                    <a:pt x="74177" y="6159746"/>
                  </a:lnTo>
                  <a:lnTo>
                    <a:pt x="74286" y="6159746"/>
                  </a:lnTo>
                  <a:lnTo>
                    <a:pt x="74394" y="6159746"/>
                  </a:lnTo>
                  <a:lnTo>
                    <a:pt x="74503" y="6159746"/>
                  </a:lnTo>
                  <a:lnTo>
                    <a:pt x="74611" y="6159746"/>
                  </a:lnTo>
                  <a:lnTo>
                    <a:pt x="74720" y="6159746"/>
                  </a:lnTo>
                  <a:lnTo>
                    <a:pt x="74720" y="6159122"/>
                  </a:lnTo>
                  <a:lnTo>
                    <a:pt x="74828" y="6159122"/>
                  </a:lnTo>
                  <a:lnTo>
                    <a:pt x="74937" y="6159122"/>
                  </a:lnTo>
                  <a:lnTo>
                    <a:pt x="75045" y="6159122"/>
                  </a:lnTo>
                  <a:lnTo>
                    <a:pt x="75045" y="6158498"/>
                  </a:lnTo>
                  <a:lnTo>
                    <a:pt x="75153" y="6158498"/>
                  </a:lnTo>
                  <a:lnTo>
                    <a:pt x="75262" y="6158498"/>
                  </a:lnTo>
                  <a:lnTo>
                    <a:pt x="75370" y="6158498"/>
                  </a:lnTo>
                  <a:lnTo>
                    <a:pt x="75479" y="6158498"/>
                  </a:lnTo>
                  <a:lnTo>
                    <a:pt x="75479" y="6157875"/>
                  </a:lnTo>
                  <a:lnTo>
                    <a:pt x="75587" y="6157875"/>
                  </a:lnTo>
                  <a:lnTo>
                    <a:pt x="75696" y="6157875"/>
                  </a:lnTo>
                  <a:lnTo>
                    <a:pt x="75804" y="6157875"/>
                  </a:lnTo>
                  <a:lnTo>
                    <a:pt x="75913" y="6157875"/>
                  </a:lnTo>
                  <a:lnTo>
                    <a:pt x="76021" y="6157875"/>
                  </a:lnTo>
                  <a:lnTo>
                    <a:pt x="76129" y="6157875"/>
                  </a:lnTo>
                  <a:lnTo>
                    <a:pt x="76238" y="6157875"/>
                  </a:lnTo>
                  <a:lnTo>
                    <a:pt x="76346" y="6157875"/>
                  </a:lnTo>
                  <a:lnTo>
                    <a:pt x="76455" y="6157875"/>
                  </a:lnTo>
                  <a:lnTo>
                    <a:pt x="76563" y="6157875"/>
                  </a:lnTo>
                  <a:lnTo>
                    <a:pt x="76672" y="6157875"/>
                  </a:lnTo>
                  <a:lnTo>
                    <a:pt x="76672" y="6157251"/>
                  </a:lnTo>
                  <a:lnTo>
                    <a:pt x="76780" y="6157251"/>
                  </a:lnTo>
                  <a:lnTo>
                    <a:pt x="76780" y="6156628"/>
                  </a:lnTo>
                  <a:lnTo>
                    <a:pt x="76889" y="6156628"/>
                  </a:lnTo>
                  <a:lnTo>
                    <a:pt x="76997" y="6156628"/>
                  </a:lnTo>
                  <a:lnTo>
                    <a:pt x="76997" y="6156004"/>
                  </a:lnTo>
                  <a:lnTo>
                    <a:pt x="77105" y="6156004"/>
                  </a:lnTo>
                  <a:lnTo>
                    <a:pt x="77214" y="6156004"/>
                  </a:lnTo>
                  <a:lnTo>
                    <a:pt x="77214" y="6155381"/>
                  </a:lnTo>
                  <a:lnTo>
                    <a:pt x="77214" y="6154757"/>
                  </a:lnTo>
                  <a:lnTo>
                    <a:pt x="77214" y="6154133"/>
                  </a:lnTo>
                  <a:lnTo>
                    <a:pt x="77322" y="6154133"/>
                  </a:lnTo>
                  <a:lnTo>
                    <a:pt x="77322" y="6153510"/>
                  </a:lnTo>
                  <a:lnTo>
                    <a:pt x="77431" y="6153510"/>
                  </a:lnTo>
                  <a:lnTo>
                    <a:pt x="77539" y="6153510"/>
                  </a:lnTo>
                  <a:lnTo>
                    <a:pt x="77648" y="6153510"/>
                  </a:lnTo>
                  <a:lnTo>
                    <a:pt x="77756" y="6153510"/>
                  </a:lnTo>
                  <a:lnTo>
                    <a:pt x="77865" y="6153510"/>
                  </a:lnTo>
                  <a:lnTo>
                    <a:pt x="77973" y="6153510"/>
                  </a:lnTo>
                  <a:lnTo>
                    <a:pt x="77973" y="6152886"/>
                  </a:lnTo>
                  <a:lnTo>
                    <a:pt x="78082" y="6152886"/>
                  </a:lnTo>
                  <a:lnTo>
                    <a:pt x="78190" y="6152886"/>
                  </a:lnTo>
                  <a:lnTo>
                    <a:pt x="78190" y="6152263"/>
                  </a:lnTo>
                  <a:lnTo>
                    <a:pt x="78298" y="6152263"/>
                  </a:lnTo>
                  <a:lnTo>
                    <a:pt x="78407" y="6152263"/>
                  </a:lnTo>
                  <a:lnTo>
                    <a:pt x="78515" y="6152263"/>
                  </a:lnTo>
                  <a:lnTo>
                    <a:pt x="78624" y="6152263"/>
                  </a:lnTo>
                  <a:lnTo>
                    <a:pt x="78624" y="6151639"/>
                  </a:lnTo>
                  <a:lnTo>
                    <a:pt x="78624" y="6151015"/>
                  </a:lnTo>
                  <a:lnTo>
                    <a:pt x="78624" y="6150392"/>
                  </a:lnTo>
                  <a:lnTo>
                    <a:pt x="78732" y="6150392"/>
                  </a:lnTo>
                  <a:lnTo>
                    <a:pt x="78841" y="6150392"/>
                  </a:lnTo>
                  <a:lnTo>
                    <a:pt x="78949" y="6150392"/>
                  </a:lnTo>
                  <a:lnTo>
                    <a:pt x="79058" y="6150392"/>
                  </a:lnTo>
                  <a:lnTo>
                    <a:pt x="79166" y="6150392"/>
                  </a:lnTo>
                  <a:lnTo>
                    <a:pt x="79274" y="6150392"/>
                  </a:lnTo>
                  <a:lnTo>
                    <a:pt x="79274" y="6149768"/>
                  </a:lnTo>
                  <a:lnTo>
                    <a:pt x="79383" y="6149768"/>
                  </a:lnTo>
                  <a:lnTo>
                    <a:pt x="79491" y="6149768"/>
                  </a:lnTo>
                  <a:lnTo>
                    <a:pt x="79600" y="6149768"/>
                  </a:lnTo>
                  <a:lnTo>
                    <a:pt x="79708" y="6149768"/>
                  </a:lnTo>
                  <a:lnTo>
                    <a:pt x="79817" y="6149768"/>
                  </a:lnTo>
                  <a:lnTo>
                    <a:pt x="79925" y="6149768"/>
                  </a:lnTo>
                  <a:lnTo>
                    <a:pt x="79925" y="6149145"/>
                  </a:lnTo>
                  <a:lnTo>
                    <a:pt x="79925" y="6148521"/>
                  </a:lnTo>
                  <a:lnTo>
                    <a:pt x="79925" y="6147898"/>
                  </a:lnTo>
                  <a:lnTo>
                    <a:pt x="80034" y="6147898"/>
                  </a:lnTo>
                  <a:lnTo>
                    <a:pt x="80034" y="6147274"/>
                  </a:lnTo>
                  <a:lnTo>
                    <a:pt x="80142" y="6147274"/>
                  </a:lnTo>
                  <a:lnTo>
                    <a:pt x="80250" y="6147274"/>
                  </a:lnTo>
                  <a:lnTo>
                    <a:pt x="80250" y="6146650"/>
                  </a:lnTo>
                  <a:lnTo>
                    <a:pt x="80250" y="6146027"/>
                  </a:lnTo>
                  <a:lnTo>
                    <a:pt x="80359" y="6146027"/>
                  </a:lnTo>
                  <a:lnTo>
                    <a:pt x="80467" y="6146027"/>
                  </a:lnTo>
                  <a:lnTo>
                    <a:pt x="80576" y="6146027"/>
                  </a:lnTo>
                  <a:lnTo>
                    <a:pt x="80684" y="6146027"/>
                  </a:lnTo>
                  <a:lnTo>
                    <a:pt x="80793" y="6146027"/>
                  </a:lnTo>
                  <a:lnTo>
                    <a:pt x="80901" y="6146027"/>
                  </a:lnTo>
                  <a:lnTo>
                    <a:pt x="81010" y="6146027"/>
                  </a:lnTo>
                  <a:lnTo>
                    <a:pt x="81118" y="6146027"/>
                  </a:lnTo>
                  <a:lnTo>
                    <a:pt x="81226" y="6146027"/>
                  </a:lnTo>
                  <a:lnTo>
                    <a:pt x="81226" y="6145403"/>
                  </a:lnTo>
                  <a:lnTo>
                    <a:pt x="81335" y="6145403"/>
                  </a:lnTo>
                  <a:lnTo>
                    <a:pt x="81443" y="6145403"/>
                  </a:lnTo>
                  <a:lnTo>
                    <a:pt x="81552" y="6145403"/>
                  </a:lnTo>
                  <a:lnTo>
                    <a:pt x="81660" y="6145403"/>
                  </a:lnTo>
                  <a:lnTo>
                    <a:pt x="81769" y="6145403"/>
                  </a:lnTo>
                  <a:lnTo>
                    <a:pt x="81877" y="6145403"/>
                  </a:lnTo>
                  <a:lnTo>
                    <a:pt x="81877" y="6144780"/>
                  </a:lnTo>
                  <a:lnTo>
                    <a:pt x="81986" y="6144780"/>
                  </a:lnTo>
                  <a:lnTo>
                    <a:pt x="82094" y="6144780"/>
                  </a:lnTo>
                  <a:lnTo>
                    <a:pt x="82094" y="6144156"/>
                  </a:lnTo>
                  <a:lnTo>
                    <a:pt x="82094" y="6143533"/>
                  </a:lnTo>
                  <a:lnTo>
                    <a:pt x="82203" y="6143533"/>
                  </a:lnTo>
                  <a:lnTo>
                    <a:pt x="82203" y="6142909"/>
                  </a:lnTo>
                  <a:lnTo>
                    <a:pt x="82311" y="6142909"/>
                  </a:lnTo>
                  <a:lnTo>
                    <a:pt x="82311" y="6142285"/>
                  </a:lnTo>
                  <a:lnTo>
                    <a:pt x="82419" y="6142285"/>
                  </a:lnTo>
                  <a:lnTo>
                    <a:pt x="82528" y="6142285"/>
                  </a:lnTo>
                  <a:lnTo>
                    <a:pt x="82528" y="6141662"/>
                  </a:lnTo>
                  <a:lnTo>
                    <a:pt x="82636" y="6141662"/>
                  </a:lnTo>
                  <a:lnTo>
                    <a:pt x="82745" y="6141662"/>
                  </a:lnTo>
                  <a:lnTo>
                    <a:pt x="82853" y="6141662"/>
                  </a:lnTo>
                  <a:lnTo>
                    <a:pt x="82962" y="6141662"/>
                  </a:lnTo>
                  <a:lnTo>
                    <a:pt x="83070" y="6141662"/>
                  </a:lnTo>
                  <a:lnTo>
                    <a:pt x="83179" y="6141662"/>
                  </a:lnTo>
                  <a:lnTo>
                    <a:pt x="83287" y="6141662"/>
                  </a:lnTo>
                  <a:lnTo>
                    <a:pt x="83287" y="6141038"/>
                  </a:lnTo>
                  <a:lnTo>
                    <a:pt x="83395" y="6141038"/>
                  </a:lnTo>
                  <a:lnTo>
                    <a:pt x="83504" y="6141038"/>
                  </a:lnTo>
                  <a:lnTo>
                    <a:pt x="83612" y="6141038"/>
                  </a:lnTo>
                  <a:lnTo>
                    <a:pt x="83721" y="6141038"/>
                  </a:lnTo>
                  <a:lnTo>
                    <a:pt x="83829" y="6141038"/>
                  </a:lnTo>
                  <a:lnTo>
                    <a:pt x="83938" y="6141038"/>
                  </a:lnTo>
                  <a:lnTo>
                    <a:pt x="83938" y="6140415"/>
                  </a:lnTo>
                  <a:lnTo>
                    <a:pt x="84046" y="6140415"/>
                  </a:lnTo>
                  <a:lnTo>
                    <a:pt x="84046" y="6139791"/>
                  </a:lnTo>
                  <a:lnTo>
                    <a:pt x="84046" y="6139167"/>
                  </a:lnTo>
                  <a:lnTo>
                    <a:pt x="84155" y="6139167"/>
                  </a:lnTo>
                  <a:lnTo>
                    <a:pt x="84263" y="6139167"/>
                  </a:lnTo>
                  <a:lnTo>
                    <a:pt x="84371" y="6139167"/>
                  </a:lnTo>
                  <a:lnTo>
                    <a:pt x="84480" y="6139167"/>
                  </a:lnTo>
                  <a:lnTo>
                    <a:pt x="84588" y="6139167"/>
                  </a:lnTo>
                  <a:lnTo>
                    <a:pt x="84588" y="6138544"/>
                  </a:lnTo>
                  <a:lnTo>
                    <a:pt x="84697" y="6138544"/>
                  </a:lnTo>
                  <a:lnTo>
                    <a:pt x="84805" y="6138544"/>
                  </a:lnTo>
                  <a:lnTo>
                    <a:pt x="84914" y="6138544"/>
                  </a:lnTo>
                  <a:lnTo>
                    <a:pt x="85022" y="6138544"/>
                  </a:lnTo>
                  <a:lnTo>
                    <a:pt x="85131" y="6138544"/>
                  </a:lnTo>
                  <a:lnTo>
                    <a:pt x="85239" y="6138544"/>
                  </a:lnTo>
                  <a:lnTo>
                    <a:pt x="85347" y="6138544"/>
                  </a:lnTo>
                  <a:lnTo>
                    <a:pt x="85456" y="6138544"/>
                  </a:lnTo>
                  <a:lnTo>
                    <a:pt x="85564" y="6138544"/>
                  </a:lnTo>
                  <a:lnTo>
                    <a:pt x="85564" y="6137920"/>
                  </a:lnTo>
                  <a:lnTo>
                    <a:pt x="85564" y="6137297"/>
                  </a:lnTo>
                  <a:lnTo>
                    <a:pt x="85673" y="6137297"/>
                  </a:lnTo>
                  <a:lnTo>
                    <a:pt x="85781" y="6137297"/>
                  </a:lnTo>
                  <a:lnTo>
                    <a:pt x="85890" y="6137297"/>
                  </a:lnTo>
                  <a:lnTo>
                    <a:pt x="85998" y="6137297"/>
                  </a:lnTo>
                  <a:lnTo>
                    <a:pt x="85998" y="6136673"/>
                  </a:lnTo>
                  <a:lnTo>
                    <a:pt x="86107" y="6136673"/>
                  </a:lnTo>
                  <a:lnTo>
                    <a:pt x="86107" y="6136050"/>
                  </a:lnTo>
                  <a:lnTo>
                    <a:pt x="86107" y="6135426"/>
                  </a:lnTo>
                  <a:lnTo>
                    <a:pt x="86215" y="6135426"/>
                  </a:lnTo>
                  <a:lnTo>
                    <a:pt x="86324" y="6135426"/>
                  </a:lnTo>
                  <a:lnTo>
                    <a:pt x="86432" y="6135426"/>
                  </a:lnTo>
                  <a:lnTo>
                    <a:pt x="86540" y="6135426"/>
                  </a:lnTo>
                  <a:lnTo>
                    <a:pt x="86540" y="6134802"/>
                  </a:lnTo>
                  <a:lnTo>
                    <a:pt x="86540" y="6134179"/>
                  </a:lnTo>
                  <a:lnTo>
                    <a:pt x="86649" y="6134179"/>
                  </a:lnTo>
                  <a:lnTo>
                    <a:pt x="86649" y="6133555"/>
                  </a:lnTo>
                  <a:lnTo>
                    <a:pt x="86757" y="6133555"/>
                  </a:lnTo>
                  <a:lnTo>
                    <a:pt x="86866" y="6133555"/>
                  </a:lnTo>
                  <a:lnTo>
                    <a:pt x="86974" y="6133555"/>
                  </a:lnTo>
                  <a:lnTo>
                    <a:pt x="87083" y="6133555"/>
                  </a:lnTo>
                  <a:lnTo>
                    <a:pt x="87191" y="6133555"/>
                  </a:lnTo>
                  <a:lnTo>
                    <a:pt x="87300" y="6133555"/>
                  </a:lnTo>
                  <a:lnTo>
                    <a:pt x="87408" y="6133555"/>
                  </a:lnTo>
                  <a:lnTo>
                    <a:pt x="87408" y="6132932"/>
                  </a:lnTo>
                  <a:lnTo>
                    <a:pt x="87516" y="6132932"/>
                  </a:lnTo>
                  <a:lnTo>
                    <a:pt x="87625" y="6132932"/>
                  </a:lnTo>
                  <a:lnTo>
                    <a:pt x="87733" y="6132932"/>
                  </a:lnTo>
                  <a:lnTo>
                    <a:pt x="87733" y="6132308"/>
                  </a:lnTo>
                  <a:lnTo>
                    <a:pt x="87842" y="6132308"/>
                  </a:lnTo>
                  <a:lnTo>
                    <a:pt x="87950" y="6132308"/>
                  </a:lnTo>
                  <a:lnTo>
                    <a:pt x="87950" y="6131684"/>
                  </a:lnTo>
                  <a:lnTo>
                    <a:pt x="88059" y="6131684"/>
                  </a:lnTo>
                  <a:lnTo>
                    <a:pt x="88059" y="6131061"/>
                  </a:lnTo>
                  <a:lnTo>
                    <a:pt x="88059" y="6130437"/>
                  </a:lnTo>
                  <a:lnTo>
                    <a:pt x="88167" y="6130437"/>
                  </a:lnTo>
                  <a:lnTo>
                    <a:pt x="88167" y="6129814"/>
                  </a:lnTo>
                  <a:lnTo>
                    <a:pt x="88276" y="6129814"/>
                  </a:lnTo>
                  <a:lnTo>
                    <a:pt x="88384" y="6129814"/>
                  </a:lnTo>
                  <a:lnTo>
                    <a:pt x="88492" y="6129814"/>
                  </a:lnTo>
                  <a:lnTo>
                    <a:pt x="88601" y="6129814"/>
                  </a:lnTo>
                  <a:lnTo>
                    <a:pt x="88709" y="6129814"/>
                  </a:lnTo>
                  <a:lnTo>
                    <a:pt x="88818" y="6129814"/>
                  </a:lnTo>
                  <a:lnTo>
                    <a:pt x="88818" y="6129190"/>
                  </a:lnTo>
                  <a:lnTo>
                    <a:pt x="88818" y="6128567"/>
                  </a:lnTo>
                  <a:lnTo>
                    <a:pt x="88818" y="6127943"/>
                  </a:lnTo>
                  <a:lnTo>
                    <a:pt x="88926" y="6127943"/>
                  </a:lnTo>
                  <a:lnTo>
                    <a:pt x="89035" y="6127943"/>
                  </a:lnTo>
                  <a:lnTo>
                    <a:pt x="89035" y="6127319"/>
                  </a:lnTo>
                  <a:lnTo>
                    <a:pt x="89143" y="6127319"/>
                  </a:lnTo>
                  <a:lnTo>
                    <a:pt x="89252" y="6127319"/>
                  </a:lnTo>
                  <a:lnTo>
                    <a:pt x="89360" y="6127319"/>
                  </a:lnTo>
                  <a:lnTo>
                    <a:pt x="89360" y="6126696"/>
                  </a:lnTo>
                  <a:lnTo>
                    <a:pt x="89468" y="6126696"/>
                  </a:lnTo>
                  <a:lnTo>
                    <a:pt x="89577" y="6126696"/>
                  </a:lnTo>
                  <a:lnTo>
                    <a:pt x="89577" y="6126072"/>
                  </a:lnTo>
                  <a:lnTo>
                    <a:pt x="89577" y="6125449"/>
                  </a:lnTo>
                  <a:lnTo>
                    <a:pt x="89685" y="6125449"/>
                  </a:lnTo>
                  <a:lnTo>
                    <a:pt x="89794" y="6125449"/>
                  </a:lnTo>
                  <a:lnTo>
                    <a:pt x="89794" y="6124825"/>
                  </a:lnTo>
                  <a:lnTo>
                    <a:pt x="89902" y="6124825"/>
                  </a:lnTo>
                  <a:lnTo>
                    <a:pt x="89902" y="6124201"/>
                  </a:lnTo>
                  <a:lnTo>
                    <a:pt x="89902" y="6123578"/>
                  </a:lnTo>
                  <a:lnTo>
                    <a:pt x="90011" y="6123578"/>
                  </a:lnTo>
                  <a:lnTo>
                    <a:pt x="90119" y="6123578"/>
                  </a:lnTo>
                  <a:lnTo>
                    <a:pt x="90228" y="6123578"/>
                  </a:lnTo>
                  <a:lnTo>
                    <a:pt x="90228" y="6122954"/>
                  </a:lnTo>
                  <a:lnTo>
                    <a:pt x="90336" y="6122954"/>
                  </a:lnTo>
                  <a:lnTo>
                    <a:pt x="90336" y="6122331"/>
                  </a:lnTo>
                  <a:lnTo>
                    <a:pt x="90445" y="6122331"/>
                  </a:lnTo>
                  <a:lnTo>
                    <a:pt x="90445" y="6121707"/>
                  </a:lnTo>
                  <a:lnTo>
                    <a:pt x="90553" y="6121707"/>
                  </a:lnTo>
                  <a:lnTo>
                    <a:pt x="90661" y="6121707"/>
                  </a:lnTo>
                  <a:lnTo>
                    <a:pt x="90770" y="6121707"/>
                  </a:lnTo>
                  <a:lnTo>
                    <a:pt x="90878" y="6121707"/>
                  </a:lnTo>
                  <a:lnTo>
                    <a:pt x="90987" y="6121707"/>
                  </a:lnTo>
                  <a:lnTo>
                    <a:pt x="91095" y="6121707"/>
                  </a:lnTo>
                  <a:lnTo>
                    <a:pt x="91204" y="6121707"/>
                  </a:lnTo>
                  <a:lnTo>
                    <a:pt x="91312" y="6121707"/>
                  </a:lnTo>
                  <a:lnTo>
                    <a:pt x="91312" y="6121084"/>
                  </a:lnTo>
                  <a:lnTo>
                    <a:pt x="91421" y="6121084"/>
                  </a:lnTo>
                  <a:lnTo>
                    <a:pt x="91529" y="6121084"/>
                  </a:lnTo>
                  <a:lnTo>
                    <a:pt x="91637" y="6121084"/>
                  </a:lnTo>
                  <a:lnTo>
                    <a:pt x="91637" y="6120460"/>
                  </a:lnTo>
                  <a:lnTo>
                    <a:pt x="91637" y="6119836"/>
                  </a:lnTo>
                  <a:lnTo>
                    <a:pt x="91746" y="6119836"/>
                  </a:lnTo>
                  <a:lnTo>
                    <a:pt x="91746" y="6119213"/>
                  </a:lnTo>
                  <a:lnTo>
                    <a:pt x="91854" y="6119213"/>
                  </a:lnTo>
                  <a:lnTo>
                    <a:pt x="91854" y="6118589"/>
                  </a:lnTo>
                  <a:lnTo>
                    <a:pt x="91854" y="6117966"/>
                  </a:lnTo>
                  <a:lnTo>
                    <a:pt x="91963" y="6117966"/>
                  </a:lnTo>
                  <a:lnTo>
                    <a:pt x="91963" y="6117342"/>
                  </a:lnTo>
                  <a:lnTo>
                    <a:pt x="92071" y="6117342"/>
                  </a:lnTo>
                  <a:lnTo>
                    <a:pt x="92180" y="6117342"/>
                  </a:lnTo>
                  <a:lnTo>
                    <a:pt x="92288" y="6117342"/>
                  </a:lnTo>
                  <a:lnTo>
                    <a:pt x="92397" y="6117342"/>
                  </a:lnTo>
                  <a:lnTo>
                    <a:pt x="92505" y="6117342"/>
                  </a:lnTo>
                  <a:lnTo>
                    <a:pt x="92613" y="6117342"/>
                  </a:lnTo>
                  <a:lnTo>
                    <a:pt x="92613" y="6116718"/>
                  </a:lnTo>
                  <a:lnTo>
                    <a:pt x="92722" y="6116718"/>
                  </a:lnTo>
                  <a:lnTo>
                    <a:pt x="92830" y="6116718"/>
                  </a:lnTo>
                  <a:lnTo>
                    <a:pt x="92939" y="6116718"/>
                  </a:lnTo>
                  <a:lnTo>
                    <a:pt x="92939" y="6116095"/>
                  </a:lnTo>
                  <a:lnTo>
                    <a:pt x="92939" y="6115471"/>
                  </a:lnTo>
                  <a:lnTo>
                    <a:pt x="93047" y="6115471"/>
                  </a:lnTo>
                  <a:lnTo>
                    <a:pt x="93047" y="6114848"/>
                  </a:lnTo>
                  <a:lnTo>
                    <a:pt x="93156" y="6114848"/>
                  </a:lnTo>
                  <a:lnTo>
                    <a:pt x="93264" y="6114848"/>
                  </a:lnTo>
                  <a:lnTo>
                    <a:pt x="93264" y="6114224"/>
                  </a:lnTo>
                  <a:lnTo>
                    <a:pt x="93373" y="6114224"/>
                  </a:lnTo>
                  <a:lnTo>
                    <a:pt x="93481" y="6114224"/>
                  </a:lnTo>
                  <a:lnTo>
                    <a:pt x="93589" y="6114224"/>
                  </a:lnTo>
                  <a:lnTo>
                    <a:pt x="93589" y="6113601"/>
                  </a:lnTo>
                  <a:lnTo>
                    <a:pt x="93698" y="6113601"/>
                  </a:lnTo>
                  <a:lnTo>
                    <a:pt x="93698" y="6112977"/>
                  </a:lnTo>
                  <a:lnTo>
                    <a:pt x="93806" y="6112977"/>
                  </a:lnTo>
                  <a:lnTo>
                    <a:pt x="93806" y="6112353"/>
                  </a:lnTo>
                  <a:lnTo>
                    <a:pt x="93915" y="6112353"/>
                  </a:lnTo>
                  <a:lnTo>
                    <a:pt x="93915" y="6111730"/>
                  </a:lnTo>
                  <a:lnTo>
                    <a:pt x="94023" y="6111730"/>
                  </a:lnTo>
                  <a:lnTo>
                    <a:pt x="94132" y="6111730"/>
                  </a:lnTo>
                  <a:lnTo>
                    <a:pt x="94132" y="6111106"/>
                  </a:lnTo>
                  <a:lnTo>
                    <a:pt x="94240" y="6111106"/>
                  </a:lnTo>
                  <a:lnTo>
                    <a:pt x="94240" y="6110483"/>
                  </a:lnTo>
                  <a:lnTo>
                    <a:pt x="94349" y="6110483"/>
                  </a:lnTo>
                  <a:lnTo>
                    <a:pt x="94457" y="6110483"/>
                  </a:lnTo>
                  <a:lnTo>
                    <a:pt x="94457" y="6109859"/>
                  </a:lnTo>
                  <a:lnTo>
                    <a:pt x="94565" y="6109859"/>
                  </a:lnTo>
                  <a:lnTo>
                    <a:pt x="94674" y="6109859"/>
                  </a:lnTo>
                  <a:lnTo>
                    <a:pt x="94782" y="6109859"/>
                  </a:lnTo>
                  <a:lnTo>
                    <a:pt x="94782" y="6109235"/>
                  </a:lnTo>
                  <a:lnTo>
                    <a:pt x="94891" y="6109235"/>
                  </a:lnTo>
                  <a:lnTo>
                    <a:pt x="94999" y="6109235"/>
                  </a:lnTo>
                  <a:lnTo>
                    <a:pt x="95108" y="6109235"/>
                  </a:lnTo>
                  <a:lnTo>
                    <a:pt x="95216" y="6109235"/>
                  </a:lnTo>
                  <a:lnTo>
                    <a:pt x="95325" y="6109235"/>
                  </a:lnTo>
                  <a:lnTo>
                    <a:pt x="95325" y="6108612"/>
                  </a:lnTo>
                  <a:lnTo>
                    <a:pt x="95433" y="6108612"/>
                  </a:lnTo>
                  <a:lnTo>
                    <a:pt x="95542" y="6108612"/>
                  </a:lnTo>
                  <a:lnTo>
                    <a:pt x="95542" y="6107988"/>
                  </a:lnTo>
                  <a:lnTo>
                    <a:pt x="95542" y="6107365"/>
                  </a:lnTo>
                  <a:lnTo>
                    <a:pt x="95650" y="6107365"/>
                  </a:lnTo>
                  <a:lnTo>
                    <a:pt x="95758" y="6107365"/>
                  </a:lnTo>
                  <a:lnTo>
                    <a:pt x="95758" y="6106741"/>
                  </a:lnTo>
                  <a:lnTo>
                    <a:pt x="95758" y="6106118"/>
                  </a:lnTo>
                  <a:lnTo>
                    <a:pt x="95758" y="6105494"/>
                  </a:lnTo>
                  <a:lnTo>
                    <a:pt x="95867" y="6105494"/>
                  </a:lnTo>
                  <a:lnTo>
                    <a:pt x="95867" y="6104870"/>
                  </a:lnTo>
                  <a:lnTo>
                    <a:pt x="95867" y="6104247"/>
                  </a:lnTo>
                  <a:lnTo>
                    <a:pt x="95867" y="6103623"/>
                  </a:lnTo>
                  <a:lnTo>
                    <a:pt x="95975" y="6103623"/>
                  </a:lnTo>
                  <a:lnTo>
                    <a:pt x="96084" y="6103623"/>
                  </a:lnTo>
                  <a:lnTo>
                    <a:pt x="96084" y="6103000"/>
                  </a:lnTo>
                  <a:lnTo>
                    <a:pt x="96084" y="6102376"/>
                  </a:lnTo>
                  <a:lnTo>
                    <a:pt x="96192" y="6102376"/>
                  </a:lnTo>
                  <a:lnTo>
                    <a:pt x="96301" y="6102376"/>
                  </a:lnTo>
                  <a:lnTo>
                    <a:pt x="96409" y="6102376"/>
                  </a:lnTo>
                  <a:lnTo>
                    <a:pt x="96518" y="6102376"/>
                  </a:lnTo>
                  <a:lnTo>
                    <a:pt x="96626" y="6102376"/>
                  </a:lnTo>
                  <a:lnTo>
                    <a:pt x="96734" y="6102376"/>
                  </a:lnTo>
                  <a:lnTo>
                    <a:pt x="96843" y="6102376"/>
                  </a:lnTo>
                  <a:lnTo>
                    <a:pt x="96951" y="6102376"/>
                  </a:lnTo>
                  <a:lnTo>
                    <a:pt x="97060" y="6102376"/>
                  </a:lnTo>
                  <a:lnTo>
                    <a:pt x="97168" y="6102376"/>
                  </a:lnTo>
                  <a:lnTo>
                    <a:pt x="97277" y="6102376"/>
                  </a:lnTo>
                  <a:lnTo>
                    <a:pt x="97277" y="6101752"/>
                  </a:lnTo>
                  <a:lnTo>
                    <a:pt x="97385" y="6101752"/>
                  </a:lnTo>
                  <a:lnTo>
                    <a:pt x="97494" y="6101752"/>
                  </a:lnTo>
                  <a:lnTo>
                    <a:pt x="97494" y="6101129"/>
                  </a:lnTo>
                  <a:lnTo>
                    <a:pt x="97494" y="6100505"/>
                  </a:lnTo>
                  <a:lnTo>
                    <a:pt x="97602" y="6100505"/>
                  </a:lnTo>
                  <a:lnTo>
                    <a:pt x="97710" y="6100505"/>
                  </a:lnTo>
                  <a:lnTo>
                    <a:pt x="97710" y="6099882"/>
                  </a:lnTo>
                  <a:lnTo>
                    <a:pt x="97710" y="6099258"/>
                  </a:lnTo>
                  <a:lnTo>
                    <a:pt x="97710" y="6098635"/>
                  </a:lnTo>
                  <a:lnTo>
                    <a:pt x="97819" y="6098635"/>
                  </a:lnTo>
                  <a:lnTo>
                    <a:pt x="97927" y="6098635"/>
                  </a:lnTo>
                  <a:lnTo>
                    <a:pt x="98036" y="6098635"/>
                  </a:lnTo>
                  <a:lnTo>
                    <a:pt x="98036" y="6098011"/>
                  </a:lnTo>
                  <a:lnTo>
                    <a:pt x="98144" y="6098011"/>
                  </a:lnTo>
                  <a:lnTo>
                    <a:pt x="98253" y="6098011"/>
                  </a:lnTo>
                  <a:lnTo>
                    <a:pt x="98361" y="6098011"/>
                  </a:lnTo>
                  <a:lnTo>
                    <a:pt x="98470" y="6098011"/>
                  </a:lnTo>
                  <a:lnTo>
                    <a:pt x="98578" y="6098011"/>
                  </a:lnTo>
                  <a:lnTo>
                    <a:pt x="98686" y="6098011"/>
                  </a:lnTo>
                  <a:lnTo>
                    <a:pt x="98795" y="6098011"/>
                  </a:lnTo>
                  <a:lnTo>
                    <a:pt x="98903" y="6098011"/>
                  </a:lnTo>
                  <a:lnTo>
                    <a:pt x="99012" y="6098011"/>
                  </a:lnTo>
                  <a:lnTo>
                    <a:pt x="99012" y="6097387"/>
                  </a:lnTo>
                  <a:lnTo>
                    <a:pt x="99120" y="6097387"/>
                  </a:lnTo>
                  <a:lnTo>
                    <a:pt x="99229" y="6097387"/>
                  </a:lnTo>
                  <a:lnTo>
                    <a:pt x="99337" y="6097387"/>
                  </a:lnTo>
                  <a:lnTo>
                    <a:pt x="99337" y="6096764"/>
                  </a:lnTo>
                  <a:lnTo>
                    <a:pt x="99446" y="6096764"/>
                  </a:lnTo>
                  <a:lnTo>
                    <a:pt x="99446" y="6096140"/>
                  </a:lnTo>
                  <a:lnTo>
                    <a:pt x="99446" y="6095517"/>
                  </a:lnTo>
                  <a:lnTo>
                    <a:pt x="99554" y="6095517"/>
                  </a:lnTo>
                  <a:lnTo>
                    <a:pt x="99554" y="6094893"/>
                  </a:lnTo>
                  <a:lnTo>
                    <a:pt x="99663" y="6094893"/>
                  </a:lnTo>
                  <a:lnTo>
                    <a:pt x="99663" y="6094270"/>
                  </a:lnTo>
                  <a:lnTo>
                    <a:pt x="99771" y="6094270"/>
                  </a:lnTo>
                  <a:lnTo>
                    <a:pt x="99879" y="6094270"/>
                  </a:lnTo>
                  <a:lnTo>
                    <a:pt x="99988" y="6094270"/>
                  </a:lnTo>
                  <a:lnTo>
                    <a:pt x="100096" y="6094270"/>
                  </a:lnTo>
                  <a:lnTo>
                    <a:pt x="100205" y="6094270"/>
                  </a:lnTo>
                  <a:lnTo>
                    <a:pt x="100205" y="6093646"/>
                  </a:lnTo>
                  <a:lnTo>
                    <a:pt x="100205" y="6093022"/>
                  </a:lnTo>
                  <a:lnTo>
                    <a:pt x="100205" y="6092399"/>
                  </a:lnTo>
                  <a:lnTo>
                    <a:pt x="100313" y="6092399"/>
                  </a:lnTo>
                  <a:lnTo>
                    <a:pt x="100422" y="6092399"/>
                  </a:lnTo>
                  <a:lnTo>
                    <a:pt x="100530" y="6092399"/>
                  </a:lnTo>
                  <a:lnTo>
                    <a:pt x="100639" y="6092399"/>
                  </a:lnTo>
                  <a:lnTo>
                    <a:pt x="100747" y="6092399"/>
                  </a:lnTo>
                  <a:lnTo>
                    <a:pt x="100855" y="6092399"/>
                  </a:lnTo>
                  <a:lnTo>
                    <a:pt x="100964" y="6092399"/>
                  </a:lnTo>
                  <a:lnTo>
                    <a:pt x="101072" y="6092399"/>
                  </a:lnTo>
                  <a:lnTo>
                    <a:pt x="101181" y="6092399"/>
                  </a:lnTo>
                  <a:lnTo>
                    <a:pt x="101289" y="6092399"/>
                  </a:lnTo>
                  <a:lnTo>
                    <a:pt x="101398" y="6092399"/>
                  </a:lnTo>
                  <a:lnTo>
                    <a:pt x="101506" y="6092399"/>
                  </a:lnTo>
                  <a:lnTo>
                    <a:pt x="101615" y="6092399"/>
                  </a:lnTo>
                  <a:lnTo>
                    <a:pt x="101615" y="6091775"/>
                  </a:lnTo>
                  <a:lnTo>
                    <a:pt x="101723" y="6091775"/>
                  </a:lnTo>
                  <a:lnTo>
                    <a:pt x="101831" y="6091775"/>
                  </a:lnTo>
                  <a:lnTo>
                    <a:pt x="101940" y="6091775"/>
                  </a:lnTo>
                  <a:lnTo>
                    <a:pt x="101940" y="6091152"/>
                  </a:lnTo>
                  <a:lnTo>
                    <a:pt x="101940" y="6090528"/>
                  </a:lnTo>
                  <a:lnTo>
                    <a:pt x="102048" y="6090528"/>
                  </a:lnTo>
                  <a:lnTo>
                    <a:pt x="102157" y="6090528"/>
                  </a:lnTo>
                  <a:lnTo>
                    <a:pt x="102265" y="6090528"/>
                  </a:lnTo>
                  <a:lnTo>
                    <a:pt x="102265" y="6089904"/>
                  </a:lnTo>
                  <a:lnTo>
                    <a:pt x="102265" y="6089281"/>
                  </a:lnTo>
                  <a:lnTo>
                    <a:pt x="102265" y="6088657"/>
                  </a:lnTo>
                  <a:lnTo>
                    <a:pt x="102265" y="6088034"/>
                  </a:lnTo>
                  <a:lnTo>
                    <a:pt x="102374" y="6088034"/>
                  </a:lnTo>
                  <a:lnTo>
                    <a:pt x="102374" y="6087410"/>
                  </a:lnTo>
                  <a:lnTo>
                    <a:pt x="102374" y="6086787"/>
                  </a:lnTo>
                  <a:lnTo>
                    <a:pt x="102482" y="6086787"/>
                  </a:lnTo>
                  <a:lnTo>
                    <a:pt x="102591" y="6086787"/>
                  </a:lnTo>
                  <a:lnTo>
                    <a:pt x="102699" y="6086787"/>
                  </a:lnTo>
                  <a:lnTo>
                    <a:pt x="102807" y="6086787"/>
                  </a:lnTo>
                  <a:lnTo>
                    <a:pt x="102916" y="6086787"/>
                  </a:lnTo>
                  <a:lnTo>
                    <a:pt x="102916" y="6086163"/>
                  </a:lnTo>
                  <a:lnTo>
                    <a:pt x="103024" y="6086163"/>
                  </a:lnTo>
                  <a:lnTo>
                    <a:pt x="103133" y="6086163"/>
                  </a:lnTo>
                  <a:lnTo>
                    <a:pt x="103241" y="6086163"/>
                  </a:lnTo>
                  <a:lnTo>
                    <a:pt x="103241" y="6085539"/>
                  </a:lnTo>
                  <a:lnTo>
                    <a:pt x="103350" y="6085539"/>
                  </a:lnTo>
                  <a:lnTo>
                    <a:pt x="103350" y="6084916"/>
                  </a:lnTo>
                  <a:lnTo>
                    <a:pt x="103458" y="6084916"/>
                  </a:lnTo>
                  <a:lnTo>
                    <a:pt x="103567" y="6084916"/>
                  </a:lnTo>
                  <a:lnTo>
                    <a:pt x="103567" y="6084292"/>
                  </a:lnTo>
                  <a:lnTo>
                    <a:pt x="103675" y="6084292"/>
                  </a:lnTo>
                  <a:lnTo>
                    <a:pt x="103784" y="6084292"/>
                  </a:lnTo>
                  <a:lnTo>
                    <a:pt x="103892" y="6084292"/>
                  </a:lnTo>
                  <a:lnTo>
                    <a:pt x="104000" y="6084292"/>
                  </a:lnTo>
                  <a:lnTo>
                    <a:pt x="104109" y="6084292"/>
                  </a:lnTo>
                  <a:lnTo>
                    <a:pt x="104109" y="6083669"/>
                  </a:lnTo>
                  <a:lnTo>
                    <a:pt x="104217" y="6083669"/>
                  </a:lnTo>
                  <a:lnTo>
                    <a:pt x="104326" y="6083669"/>
                  </a:lnTo>
                  <a:lnTo>
                    <a:pt x="104434" y="6083669"/>
                  </a:lnTo>
                  <a:lnTo>
                    <a:pt x="104434" y="6083045"/>
                  </a:lnTo>
                  <a:lnTo>
                    <a:pt x="104543" y="6083045"/>
                  </a:lnTo>
                  <a:lnTo>
                    <a:pt x="104651" y="6083045"/>
                  </a:lnTo>
                  <a:lnTo>
                    <a:pt x="104760" y="6083045"/>
                  </a:lnTo>
                  <a:lnTo>
                    <a:pt x="104760" y="6082421"/>
                  </a:lnTo>
                  <a:lnTo>
                    <a:pt x="104760" y="6081798"/>
                  </a:lnTo>
                  <a:lnTo>
                    <a:pt x="104760" y="6081174"/>
                  </a:lnTo>
                  <a:lnTo>
                    <a:pt x="104868" y="6081174"/>
                  </a:lnTo>
                  <a:lnTo>
                    <a:pt x="104976" y="6081174"/>
                  </a:lnTo>
                  <a:lnTo>
                    <a:pt x="105085" y="6081174"/>
                  </a:lnTo>
                  <a:lnTo>
                    <a:pt x="105193" y="6081174"/>
                  </a:lnTo>
                  <a:lnTo>
                    <a:pt x="105193" y="6080551"/>
                  </a:lnTo>
                  <a:lnTo>
                    <a:pt x="105302" y="6080551"/>
                  </a:lnTo>
                  <a:lnTo>
                    <a:pt x="105410" y="6080551"/>
                  </a:lnTo>
                  <a:lnTo>
                    <a:pt x="105519" y="6080551"/>
                  </a:lnTo>
                  <a:lnTo>
                    <a:pt x="105627" y="6080551"/>
                  </a:lnTo>
                  <a:lnTo>
                    <a:pt x="105627" y="6079927"/>
                  </a:lnTo>
                  <a:lnTo>
                    <a:pt x="105736" y="6079927"/>
                  </a:lnTo>
                  <a:lnTo>
                    <a:pt x="105844" y="6079927"/>
                  </a:lnTo>
                  <a:lnTo>
                    <a:pt x="105952" y="6079927"/>
                  </a:lnTo>
                  <a:lnTo>
                    <a:pt x="106061" y="6079927"/>
                  </a:lnTo>
                  <a:lnTo>
                    <a:pt x="106169" y="6079927"/>
                  </a:lnTo>
                  <a:lnTo>
                    <a:pt x="106169" y="6079304"/>
                  </a:lnTo>
                  <a:lnTo>
                    <a:pt x="106169" y="6078680"/>
                  </a:lnTo>
                  <a:lnTo>
                    <a:pt x="106278" y="6078680"/>
                  </a:lnTo>
                  <a:lnTo>
                    <a:pt x="106386" y="6078680"/>
                  </a:lnTo>
                  <a:lnTo>
                    <a:pt x="106495" y="6078680"/>
                  </a:lnTo>
                  <a:lnTo>
                    <a:pt x="106603" y="6078680"/>
                  </a:lnTo>
                  <a:lnTo>
                    <a:pt x="106712" y="6078680"/>
                  </a:lnTo>
                  <a:lnTo>
                    <a:pt x="106820" y="6078680"/>
                  </a:lnTo>
                  <a:lnTo>
                    <a:pt x="106928" y="6078680"/>
                  </a:lnTo>
                  <a:lnTo>
                    <a:pt x="107037" y="6078680"/>
                  </a:lnTo>
                  <a:lnTo>
                    <a:pt x="107037" y="6078056"/>
                  </a:lnTo>
                  <a:lnTo>
                    <a:pt x="107037" y="6077433"/>
                  </a:lnTo>
                  <a:lnTo>
                    <a:pt x="107145" y="6077433"/>
                  </a:lnTo>
                  <a:lnTo>
                    <a:pt x="107145" y="6076809"/>
                  </a:lnTo>
                  <a:lnTo>
                    <a:pt x="107145" y="6076186"/>
                  </a:lnTo>
                  <a:lnTo>
                    <a:pt x="107145" y="6075562"/>
                  </a:lnTo>
                  <a:lnTo>
                    <a:pt x="107254" y="6075562"/>
                  </a:lnTo>
                  <a:lnTo>
                    <a:pt x="107362" y="6075562"/>
                  </a:lnTo>
                  <a:lnTo>
                    <a:pt x="107471" y="6075562"/>
                  </a:lnTo>
                  <a:lnTo>
                    <a:pt x="107579" y="6075562"/>
                  </a:lnTo>
                  <a:lnTo>
                    <a:pt x="107579" y="6074938"/>
                  </a:lnTo>
                  <a:lnTo>
                    <a:pt x="107688" y="6074938"/>
                  </a:lnTo>
                  <a:lnTo>
                    <a:pt x="107688" y="6074315"/>
                  </a:lnTo>
                  <a:lnTo>
                    <a:pt x="107688" y="6073691"/>
                  </a:lnTo>
                  <a:lnTo>
                    <a:pt x="107796" y="6073691"/>
                  </a:lnTo>
                  <a:lnTo>
                    <a:pt x="107796" y="6073068"/>
                  </a:lnTo>
                  <a:lnTo>
                    <a:pt x="107905" y="6073068"/>
                  </a:lnTo>
                  <a:lnTo>
                    <a:pt x="108013" y="6073068"/>
                  </a:lnTo>
                  <a:lnTo>
                    <a:pt x="108121" y="6073068"/>
                  </a:lnTo>
                  <a:lnTo>
                    <a:pt x="108121" y="6072444"/>
                  </a:lnTo>
                  <a:lnTo>
                    <a:pt x="108230" y="6072444"/>
                  </a:lnTo>
                  <a:lnTo>
                    <a:pt x="108338" y="6072444"/>
                  </a:lnTo>
                  <a:lnTo>
                    <a:pt x="108447" y="6072444"/>
                  </a:lnTo>
                  <a:lnTo>
                    <a:pt x="108555" y="6072444"/>
                  </a:lnTo>
                  <a:lnTo>
                    <a:pt x="108664" y="6072444"/>
                  </a:lnTo>
                  <a:lnTo>
                    <a:pt x="108772" y="6072444"/>
                  </a:lnTo>
                  <a:lnTo>
                    <a:pt x="108881" y="6072444"/>
                  </a:lnTo>
                  <a:lnTo>
                    <a:pt x="108989" y="6072444"/>
                  </a:lnTo>
                  <a:lnTo>
                    <a:pt x="109097" y="6072444"/>
                  </a:lnTo>
                  <a:lnTo>
                    <a:pt x="109097" y="6071821"/>
                  </a:lnTo>
                  <a:lnTo>
                    <a:pt x="109206" y="6071821"/>
                  </a:lnTo>
                  <a:lnTo>
                    <a:pt x="109314" y="6071821"/>
                  </a:lnTo>
                  <a:lnTo>
                    <a:pt x="109423" y="6071821"/>
                  </a:lnTo>
                  <a:lnTo>
                    <a:pt x="109531" y="6071821"/>
                  </a:lnTo>
                  <a:lnTo>
                    <a:pt x="109640" y="6071821"/>
                  </a:lnTo>
                  <a:lnTo>
                    <a:pt x="109748" y="6071821"/>
                  </a:lnTo>
                  <a:lnTo>
                    <a:pt x="109857" y="6071821"/>
                  </a:lnTo>
                  <a:lnTo>
                    <a:pt x="109857" y="6071197"/>
                  </a:lnTo>
                  <a:lnTo>
                    <a:pt x="109857" y="6070573"/>
                  </a:lnTo>
                  <a:lnTo>
                    <a:pt x="109965" y="6070573"/>
                  </a:lnTo>
                  <a:lnTo>
                    <a:pt x="110073" y="6070573"/>
                  </a:lnTo>
                  <a:lnTo>
                    <a:pt x="110073" y="6069950"/>
                  </a:lnTo>
                  <a:lnTo>
                    <a:pt x="110182" y="6069950"/>
                  </a:lnTo>
                  <a:lnTo>
                    <a:pt x="110290" y="6069950"/>
                  </a:lnTo>
                  <a:lnTo>
                    <a:pt x="110290" y="6069326"/>
                  </a:lnTo>
                  <a:lnTo>
                    <a:pt x="110290" y="6068703"/>
                  </a:lnTo>
                  <a:lnTo>
                    <a:pt x="110399" y="6068703"/>
                  </a:lnTo>
                  <a:lnTo>
                    <a:pt x="110507" y="6068703"/>
                  </a:lnTo>
                  <a:lnTo>
                    <a:pt x="110507" y="6068079"/>
                  </a:lnTo>
                  <a:lnTo>
                    <a:pt x="110616" y="6068079"/>
                  </a:lnTo>
                  <a:lnTo>
                    <a:pt x="110724" y="6068079"/>
                  </a:lnTo>
                  <a:lnTo>
                    <a:pt x="110833" y="6068079"/>
                  </a:lnTo>
                  <a:lnTo>
                    <a:pt x="110833" y="6067455"/>
                  </a:lnTo>
                  <a:lnTo>
                    <a:pt x="110941" y="6067455"/>
                  </a:lnTo>
                  <a:lnTo>
                    <a:pt x="110941" y="6066832"/>
                  </a:lnTo>
                  <a:lnTo>
                    <a:pt x="111049" y="6066832"/>
                  </a:lnTo>
                  <a:lnTo>
                    <a:pt x="111158" y="6066832"/>
                  </a:lnTo>
                  <a:lnTo>
                    <a:pt x="111266" y="6066832"/>
                  </a:lnTo>
                  <a:lnTo>
                    <a:pt x="111375" y="6066832"/>
                  </a:lnTo>
                  <a:lnTo>
                    <a:pt x="111483" y="6066832"/>
                  </a:lnTo>
                  <a:lnTo>
                    <a:pt x="111483" y="6066208"/>
                  </a:lnTo>
                  <a:lnTo>
                    <a:pt x="111592" y="6066208"/>
                  </a:lnTo>
                  <a:lnTo>
                    <a:pt x="111592" y="6065585"/>
                  </a:lnTo>
                  <a:lnTo>
                    <a:pt x="111700" y="6065585"/>
                  </a:lnTo>
                  <a:lnTo>
                    <a:pt x="111809" y="6065585"/>
                  </a:lnTo>
                  <a:lnTo>
                    <a:pt x="111917" y="6065585"/>
                  </a:lnTo>
                  <a:lnTo>
                    <a:pt x="111917" y="6064961"/>
                  </a:lnTo>
                  <a:lnTo>
                    <a:pt x="112026" y="6064961"/>
                  </a:lnTo>
                  <a:lnTo>
                    <a:pt x="112134" y="6064961"/>
                  </a:lnTo>
                  <a:lnTo>
                    <a:pt x="112242" y="6064961"/>
                  </a:lnTo>
                  <a:lnTo>
                    <a:pt x="112351" y="6064961"/>
                  </a:lnTo>
                  <a:lnTo>
                    <a:pt x="112459" y="6064961"/>
                  </a:lnTo>
                  <a:lnTo>
                    <a:pt x="112459" y="6064338"/>
                  </a:lnTo>
                  <a:lnTo>
                    <a:pt x="112459" y="6063714"/>
                  </a:lnTo>
                  <a:lnTo>
                    <a:pt x="112568" y="6063714"/>
                  </a:lnTo>
                  <a:lnTo>
                    <a:pt x="112676" y="6063714"/>
                  </a:lnTo>
                  <a:lnTo>
                    <a:pt x="112785" y="6063714"/>
                  </a:lnTo>
                  <a:lnTo>
                    <a:pt x="112785" y="6063090"/>
                  </a:lnTo>
                  <a:lnTo>
                    <a:pt x="112893" y="6063090"/>
                  </a:lnTo>
                  <a:lnTo>
                    <a:pt x="113002" y="6063090"/>
                  </a:lnTo>
                  <a:lnTo>
                    <a:pt x="113002" y="6062467"/>
                  </a:lnTo>
                  <a:lnTo>
                    <a:pt x="113110" y="6062467"/>
                  </a:lnTo>
                  <a:lnTo>
                    <a:pt x="113110" y="6061843"/>
                  </a:lnTo>
                  <a:lnTo>
                    <a:pt x="113110" y="6061220"/>
                  </a:lnTo>
                  <a:lnTo>
                    <a:pt x="113110" y="6060596"/>
                  </a:lnTo>
                  <a:lnTo>
                    <a:pt x="113110" y="6059972"/>
                  </a:lnTo>
                  <a:lnTo>
                    <a:pt x="113218" y="6059972"/>
                  </a:lnTo>
                  <a:lnTo>
                    <a:pt x="113327" y="6059972"/>
                  </a:lnTo>
                  <a:lnTo>
                    <a:pt x="113435" y="6059972"/>
                  </a:lnTo>
                  <a:lnTo>
                    <a:pt x="113544" y="6059972"/>
                  </a:lnTo>
                  <a:lnTo>
                    <a:pt x="113544" y="6059349"/>
                  </a:lnTo>
                  <a:lnTo>
                    <a:pt x="113544" y="6058725"/>
                  </a:lnTo>
                  <a:lnTo>
                    <a:pt x="113652" y="6058725"/>
                  </a:lnTo>
                  <a:lnTo>
                    <a:pt x="113761" y="6058725"/>
                  </a:lnTo>
                  <a:lnTo>
                    <a:pt x="113869" y="6058725"/>
                  </a:lnTo>
                  <a:lnTo>
                    <a:pt x="113869" y="6058102"/>
                  </a:lnTo>
                  <a:lnTo>
                    <a:pt x="113978" y="6058102"/>
                  </a:lnTo>
                  <a:lnTo>
                    <a:pt x="113978" y="6057478"/>
                  </a:lnTo>
                  <a:lnTo>
                    <a:pt x="114086" y="6057478"/>
                  </a:lnTo>
                  <a:lnTo>
                    <a:pt x="114086" y="6056855"/>
                  </a:lnTo>
                  <a:lnTo>
                    <a:pt x="114194" y="6056855"/>
                  </a:lnTo>
                  <a:lnTo>
                    <a:pt x="114303" y="6056855"/>
                  </a:lnTo>
                  <a:lnTo>
                    <a:pt x="114411" y="6056855"/>
                  </a:lnTo>
                  <a:lnTo>
                    <a:pt x="114520" y="6056855"/>
                  </a:lnTo>
                  <a:lnTo>
                    <a:pt x="114628" y="6056855"/>
                  </a:lnTo>
                  <a:lnTo>
                    <a:pt x="114737" y="6056855"/>
                  </a:lnTo>
                  <a:lnTo>
                    <a:pt x="114737" y="6056231"/>
                  </a:lnTo>
                  <a:lnTo>
                    <a:pt x="114737" y="6055607"/>
                  </a:lnTo>
                  <a:lnTo>
                    <a:pt x="114845" y="6055607"/>
                  </a:lnTo>
                  <a:lnTo>
                    <a:pt x="114954" y="6055607"/>
                  </a:lnTo>
                  <a:lnTo>
                    <a:pt x="115062" y="6055607"/>
                  </a:lnTo>
                  <a:lnTo>
                    <a:pt x="115170" y="6055607"/>
                  </a:lnTo>
                  <a:lnTo>
                    <a:pt x="115279" y="6055607"/>
                  </a:lnTo>
                  <a:lnTo>
                    <a:pt x="115387" y="6055607"/>
                  </a:lnTo>
                  <a:lnTo>
                    <a:pt x="115387" y="6054984"/>
                  </a:lnTo>
                  <a:lnTo>
                    <a:pt x="115496" y="6054984"/>
                  </a:lnTo>
                  <a:lnTo>
                    <a:pt x="115604" y="6054984"/>
                  </a:lnTo>
                  <a:lnTo>
                    <a:pt x="115604" y="6054360"/>
                  </a:lnTo>
                  <a:lnTo>
                    <a:pt x="115713" y="6054360"/>
                  </a:lnTo>
                  <a:lnTo>
                    <a:pt x="115713" y="6053737"/>
                  </a:lnTo>
                  <a:lnTo>
                    <a:pt x="115821" y="6053737"/>
                  </a:lnTo>
                  <a:lnTo>
                    <a:pt x="115821" y="6053113"/>
                  </a:lnTo>
                  <a:lnTo>
                    <a:pt x="115821" y="6052489"/>
                  </a:lnTo>
                  <a:lnTo>
                    <a:pt x="115930" y="6052489"/>
                  </a:lnTo>
                  <a:lnTo>
                    <a:pt x="116038" y="6052489"/>
                  </a:lnTo>
                  <a:lnTo>
                    <a:pt x="116038" y="6051866"/>
                  </a:lnTo>
                  <a:lnTo>
                    <a:pt x="116146" y="6051866"/>
                  </a:lnTo>
                  <a:lnTo>
                    <a:pt x="116255" y="6051866"/>
                  </a:lnTo>
                  <a:lnTo>
                    <a:pt x="116363" y="6051866"/>
                  </a:lnTo>
                  <a:lnTo>
                    <a:pt x="116363" y="6051242"/>
                  </a:lnTo>
                  <a:lnTo>
                    <a:pt x="116363" y="6050619"/>
                  </a:lnTo>
                  <a:lnTo>
                    <a:pt x="116472" y="6050619"/>
                  </a:lnTo>
                  <a:lnTo>
                    <a:pt x="116580" y="6050619"/>
                  </a:lnTo>
                  <a:lnTo>
                    <a:pt x="116580" y="6049995"/>
                  </a:lnTo>
                  <a:lnTo>
                    <a:pt x="116689" y="6049995"/>
                  </a:lnTo>
                  <a:lnTo>
                    <a:pt x="116797" y="6049995"/>
                  </a:lnTo>
                  <a:lnTo>
                    <a:pt x="116906" y="6049995"/>
                  </a:lnTo>
                  <a:lnTo>
                    <a:pt x="117014" y="6049995"/>
                  </a:lnTo>
                  <a:lnTo>
                    <a:pt x="117123" y="6049995"/>
                  </a:lnTo>
                  <a:lnTo>
                    <a:pt x="117231" y="6049995"/>
                  </a:lnTo>
                  <a:lnTo>
                    <a:pt x="117339" y="6049995"/>
                  </a:lnTo>
                  <a:lnTo>
                    <a:pt x="117448" y="6049995"/>
                  </a:lnTo>
                  <a:lnTo>
                    <a:pt x="117556" y="6049995"/>
                  </a:lnTo>
                  <a:lnTo>
                    <a:pt x="117665" y="6049995"/>
                  </a:lnTo>
                  <a:lnTo>
                    <a:pt x="117773" y="6049995"/>
                  </a:lnTo>
                  <a:lnTo>
                    <a:pt x="117882" y="6049995"/>
                  </a:lnTo>
                  <a:lnTo>
                    <a:pt x="117882" y="6049372"/>
                  </a:lnTo>
                  <a:lnTo>
                    <a:pt x="117990" y="6049372"/>
                  </a:lnTo>
                  <a:lnTo>
                    <a:pt x="117990" y="6048748"/>
                  </a:lnTo>
                  <a:lnTo>
                    <a:pt x="118099" y="6048748"/>
                  </a:lnTo>
                  <a:lnTo>
                    <a:pt x="118099" y="6048124"/>
                  </a:lnTo>
                  <a:lnTo>
                    <a:pt x="118099" y="6047501"/>
                  </a:lnTo>
                  <a:lnTo>
                    <a:pt x="118207" y="6047501"/>
                  </a:lnTo>
                  <a:lnTo>
                    <a:pt x="118207" y="6046877"/>
                  </a:lnTo>
                  <a:lnTo>
                    <a:pt x="118207" y="6046254"/>
                  </a:lnTo>
                  <a:lnTo>
                    <a:pt x="118315" y="6046254"/>
                  </a:lnTo>
                  <a:lnTo>
                    <a:pt x="118424" y="6046254"/>
                  </a:lnTo>
                  <a:lnTo>
                    <a:pt x="118532" y="6046254"/>
                  </a:lnTo>
                  <a:lnTo>
                    <a:pt x="118641" y="6046254"/>
                  </a:lnTo>
                  <a:lnTo>
                    <a:pt x="118749" y="6046254"/>
                  </a:lnTo>
                  <a:lnTo>
                    <a:pt x="118858" y="6046254"/>
                  </a:lnTo>
                  <a:lnTo>
                    <a:pt x="118966" y="6046254"/>
                  </a:lnTo>
                  <a:lnTo>
                    <a:pt x="119075" y="6046254"/>
                  </a:lnTo>
                  <a:lnTo>
                    <a:pt x="119183" y="6046254"/>
                  </a:lnTo>
                  <a:lnTo>
                    <a:pt x="119291" y="6046254"/>
                  </a:lnTo>
                  <a:lnTo>
                    <a:pt x="119291" y="6045630"/>
                  </a:lnTo>
                  <a:lnTo>
                    <a:pt x="119400" y="6045630"/>
                  </a:lnTo>
                  <a:lnTo>
                    <a:pt x="119508" y="6045630"/>
                  </a:lnTo>
                  <a:lnTo>
                    <a:pt x="119617" y="6045630"/>
                  </a:lnTo>
                  <a:lnTo>
                    <a:pt x="119617" y="6045007"/>
                  </a:lnTo>
                  <a:lnTo>
                    <a:pt x="119617" y="6044383"/>
                  </a:lnTo>
                  <a:lnTo>
                    <a:pt x="119725" y="6044383"/>
                  </a:lnTo>
                  <a:lnTo>
                    <a:pt x="119725" y="6043759"/>
                  </a:lnTo>
                  <a:lnTo>
                    <a:pt x="119834" y="6043759"/>
                  </a:lnTo>
                  <a:lnTo>
                    <a:pt x="119942" y="6043759"/>
                  </a:lnTo>
                  <a:lnTo>
                    <a:pt x="120051" y="6043759"/>
                  </a:lnTo>
                  <a:lnTo>
                    <a:pt x="120051" y="6043136"/>
                  </a:lnTo>
                  <a:lnTo>
                    <a:pt x="120159" y="6043136"/>
                  </a:lnTo>
                  <a:lnTo>
                    <a:pt x="120267" y="6043136"/>
                  </a:lnTo>
                  <a:lnTo>
                    <a:pt x="120376" y="6043136"/>
                  </a:lnTo>
                  <a:lnTo>
                    <a:pt x="120376" y="6042512"/>
                  </a:lnTo>
                  <a:lnTo>
                    <a:pt x="120484" y="6042512"/>
                  </a:lnTo>
                  <a:lnTo>
                    <a:pt x="120593" y="6042512"/>
                  </a:lnTo>
                  <a:lnTo>
                    <a:pt x="120701" y="6042512"/>
                  </a:lnTo>
                  <a:lnTo>
                    <a:pt x="120701" y="6041889"/>
                  </a:lnTo>
                  <a:lnTo>
                    <a:pt x="120810" y="6041889"/>
                  </a:lnTo>
                  <a:lnTo>
                    <a:pt x="120918" y="6041889"/>
                  </a:lnTo>
                  <a:lnTo>
                    <a:pt x="121027" y="6041889"/>
                  </a:lnTo>
                  <a:lnTo>
                    <a:pt x="121135" y="6041889"/>
                  </a:lnTo>
                  <a:lnTo>
                    <a:pt x="121244" y="6041889"/>
                  </a:lnTo>
                  <a:lnTo>
                    <a:pt x="121352" y="6041889"/>
                  </a:lnTo>
                  <a:lnTo>
                    <a:pt x="121352" y="6041265"/>
                  </a:lnTo>
                  <a:lnTo>
                    <a:pt x="121352" y="6040641"/>
                  </a:lnTo>
                  <a:lnTo>
                    <a:pt x="121460" y="6040641"/>
                  </a:lnTo>
                  <a:lnTo>
                    <a:pt x="121569" y="6040641"/>
                  </a:lnTo>
                  <a:lnTo>
                    <a:pt x="121677" y="6040641"/>
                  </a:lnTo>
                  <a:lnTo>
                    <a:pt x="121786" y="6040641"/>
                  </a:lnTo>
                  <a:lnTo>
                    <a:pt x="121894" y="6040641"/>
                  </a:lnTo>
                  <a:lnTo>
                    <a:pt x="122003" y="6040641"/>
                  </a:lnTo>
                  <a:lnTo>
                    <a:pt x="122003" y="6040018"/>
                  </a:lnTo>
                  <a:lnTo>
                    <a:pt x="122111" y="6040018"/>
                  </a:lnTo>
                  <a:lnTo>
                    <a:pt x="122220" y="6040018"/>
                  </a:lnTo>
                  <a:lnTo>
                    <a:pt x="122220" y="6039394"/>
                  </a:lnTo>
                  <a:lnTo>
                    <a:pt x="122328" y="6039394"/>
                  </a:lnTo>
                  <a:lnTo>
                    <a:pt x="122436" y="6039394"/>
                  </a:lnTo>
                  <a:lnTo>
                    <a:pt x="122545" y="6039394"/>
                  </a:lnTo>
                  <a:lnTo>
                    <a:pt x="122653" y="6039394"/>
                  </a:lnTo>
                  <a:lnTo>
                    <a:pt x="122762" y="6039394"/>
                  </a:lnTo>
                  <a:lnTo>
                    <a:pt x="122762" y="6038771"/>
                  </a:lnTo>
                  <a:lnTo>
                    <a:pt x="122870" y="6038771"/>
                  </a:lnTo>
                  <a:lnTo>
                    <a:pt x="122979" y="6038771"/>
                  </a:lnTo>
                  <a:lnTo>
                    <a:pt x="122979" y="6038147"/>
                  </a:lnTo>
                  <a:lnTo>
                    <a:pt x="123087" y="6038147"/>
                  </a:lnTo>
                  <a:lnTo>
                    <a:pt x="123196" y="6038147"/>
                  </a:lnTo>
                  <a:lnTo>
                    <a:pt x="123196" y="6037524"/>
                  </a:lnTo>
                  <a:lnTo>
                    <a:pt x="123304" y="6037524"/>
                  </a:lnTo>
                  <a:lnTo>
                    <a:pt x="123304" y="6036900"/>
                  </a:lnTo>
                  <a:lnTo>
                    <a:pt x="123412" y="6036900"/>
                  </a:lnTo>
                  <a:lnTo>
                    <a:pt x="123412" y="6036276"/>
                  </a:lnTo>
                  <a:lnTo>
                    <a:pt x="123521" y="6036276"/>
                  </a:lnTo>
                  <a:lnTo>
                    <a:pt x="123629" y="6036276"/>
                  </a:lnTo>
                  <a:lnTo>
                    <a:pt x="123738" y="6036276"/>
                  </a:lnTo>
                  <a:lnTo>
                    <a:pt x="123846" y="6036276"/>
                  </a:lnTo>
                  <a:lnTo>
                    <a:pt x="123955" y="6036276"/>
                  </a:lnTo>
                  <a:lnTo>
                    <a:pt x="124063" y="6036276"/>
                  </a:lnTo>
                  <a:lnTo>
                    <a:pt x="124172" y="6036276"/>
                  </a:lnTo>
                  <a:lnTo>
                    <a:pt x="124280" y="6036276"/>
                  </a:lnTo>
                  <a:lnTo>
                    <a:pt x="124388" y="6036276"/>
                  </a:lnTo>
                  <a:lnTo>
                    <a:pt x="124497" y="6036276"/>
                  </a:lnTo>
                  <a:lnTo>
                    <a:pt x="124605" y="6036276"/>
                  </a:lnTo>
                  <a:lnTo>
                    <a:pt x="124714" y="6036276"/>
                  </a:lnTo>
                  <a:lnTo>
                    <a:pt x="124822" y="6036276"/>
                  </a:lnTo>
                  <a:lnTo>
                    <a:pt x="124931" y="6036276"/>
                  </a:lnTo>
                  <a:lnTo>
                    <a:pt x="125039" y="6036276"/>
                  </a:lnTo>
                  <a:lnTo>
                    <a:pt x="125039" y="6035653"/>
                  </a:lnTo>
                  <a:lnTo>
                    <a:pt x="125148" y="6035653"/>
                  </a:lnTo>
                  <a:lnTo>
                    <a:pt x="125256" y="6035653"/>
                  </a:lnTo>
                  <a:lnTo>
                    <a:pt x="125365" y="6035653"/>
                  </a:lnTo>
                  <a:lnTo>
                    <a:pt x="125473" y="6035653"/>
                  </a:lnTo>
                  <a:lnTo>
                    <a:pt x="125473" y="6035029"/>
                  </a:lnTo>
                  <a:lnTo>
                    <a:pt x="125581" y="6035029"/>
                  </a:lnTo>
                  <a:lnTo>
                    <a:pt x="125690" y="6035029"/>
                  </a:lnTo>
                  <a:lnTo>
                    <a:pt x="125798" y="6035029"/>
                  </a:lnTo>
                  <a:lnTo>
                    <a:pt x="125907" y="6035029"/>
                  </a:lnTo>
                  <a:lnTo>
                    <a:pt x="126015" y="6035029"/>
                  </a:lnTo>
                  <a:lnTo>
                    <a:pt x="126124" y="6035029"/>
                  </a:lnTo>
                  <a:lnTo>
                    <a:pt x="126232" y="6035029"/>
                  </a:lnTo>
                  <a:lnTo>
                    <a:pt x="126232" y="6034406"/>
                  </a:lnTo>
                  <a:lnTo>
                    <a:pt x="126232" y="6033782"/>
                  </a:lnTo>
                  <a:lnTo>
                    <a:pt x="126341" y="6033782"/>
                  </a:lnTo>
                  <a:lnTo>
                    <a:pt x="126449" y="6033782"/>
                  </a:lnTo>
                  <a:lnTo>
                    <a:pt x="126557" y="6033782"/>
                  </a:lnTo>
                  <a:lnTo>
                    <a:pt x="126557" y="6033158"/>
                  </a:lnTo>
                  <a:lnTo>
                    <a:pt x="126557" y="6032535"/>
                  </a:lnTo>
                  <a:lnTo>
                    <a:pt x="126666" y="6032535"/>
                  </a:lnTo>
                  <a:lnTo>
                    <a:pt x="126774" y="6032535"/>
                  </a:lnTo>
                  <a:lnTo>
                    <a:pt x="126774" y="6031911"/>
                  </a:lnTo>
                  <a:lnTo>
                    <a:pt x="126883" y="6031911"/>
                  </a:lnTo>
                  <a:lnTo>
                    <a:pt x="126991" y="6031911"/>
                  </a:lnTo>
                  <a:lnTo>
                    <a:pt x="127100" y="6031911"/>
                  </a:lnTo>
                  <a:lnTo>
                    <a:pt x="127100" y="6031288"/>
                  </a:lnTo>
                  <a:lnTo>
                    <a:pt x="127208" y="6031288"/>
                  </a:lnTo>
                  <a:lnTo>
                    <a:pt x="127317" y="6031288"/>
                  </a:lnTo>
                  <a:lnTo>
                    <a:pt x="127425" y="6031288"/>
                  </a:lnTo>
                  <a:lnTo>
                    <a:pt x="127533" y="6031288"/>
                  </a:lnTo>
                  <a:lnTo>
                    <a:pt x="127642" y="6031288"/>
                  </a:lnTo>
                  <a:lnTo>
                    <a:pt x="127750" y="6031288"/>
                  </a:lnTo>
                  <a:lnTo>
                    <a:pt x="127859" y="6031288"/>
                  </a:lnTo>
                  <a:lnTo>
                    <a:pt x="127859" y="6030664"/>
                  </a:lnTo>
                  <a:lnTo>
                    <a:pt x="127967" y="6030664"/>
                  </a:lnTo>
                  <a:lnTo>
                    <a:pt x="127967" y="6030041"/>
                  </a:lnTo>
                  <a:lnTo>
                    <a:pt x="128076" y="6030041"/>
                  </a:lnTo>
                  <a:lnTo>
                    <a:pt x="128076" y="6029417"/>
                  </a:lnTo>
                  <a:lnTo>
                    <a:pt x="128184" y="6029417"/>
                  </a:lnTo>
                  <a:lnTo>
                    <a:pt x="128293" y="6029417"/>
                  </a:lnTo>
                  <a:lnTo>
                    <a:pt x="128293" y="6028793"/>
                  </a:lnTo>
                  <a:lnTo>
                    <a:pt x="128401" y="6028793"/>
                  </a:lnTo>
                  <a:lnTo>
                    <a:pt x="128509" y="6028793"/>
                  </a:lnTo>
                  <a:lnTo>
                    <a:pt x="128618" y="6028793"/>
                  </a:lnTo>
                  <a:lnTo>
                    <a:pt x="128618" y="6028170"/>
                  </a:lnTo>
                  <a:lnTo>
                    <a:pt x="128726" y="6028170"/>
                  </a:lnTo>
                  <a:lnTo>
                    <a:pt x="128726" y="6027546"/>
                  </a:lnTo>
                  <a:lnTo>
                    <a:pt x="128835" y="6027546"/>
                  </a:lnTo>
                  <a:lnTo>
                    <a:pt x="128835" y="6026923"/>
                  </a:lnTo>
                  <a:lnTo>
                    <a:pt x="128835" y="6026299"/>
                  </a:lnTo>
                  <a:lnTo>
                    <a:pt x="128943" y="6026299"/>
                  </a:lnTo>
                  <a:lnTo>
                    <a:pt x="129052" y="6026299"/>
                  </a:lnTo>
                  <a:lnTo>
                    <a:pt x="129160" y="6026299"/>
                  </a:lnTo>
                  <a:lnTo>
                    <a:pt x="129269" y="6026299"/>
                  </a:lnTo>
                  <a:lnTo>
                    <a:pt x="129377" y="6026299"/>
                  </a:lnTo>
                  <a:lnTo>
                    <a:pt x="129377" y="6025675"/>
                  </a:lnTo>
                  <a:lnTo>
                    <a:pt x="129377" y="6025052"/>
                  </a:lnTo>
                  <a:lnTo>
                    <a:pt x="129486" y="6025052"/>
                  </a:lnTo>
                  <a:lnTo>
                    <a:pt x="129594" y="6025052"/>
                  </a:lnTo>
                  <a:lnTo>
                    <a:pt x="129702" y="6025052"/>
                  </a:lnTo>
                  <a:lnTo>
                    <a:pt x="129811" y="6025052"/>
                  </a:lnTo>
                  <a:lnTo>
                    <a:pt x="129919" y="6025052"/>
                  </a:lnTo>
                  <a:lnTo>
                    <a:pt x="130028" y="6025052"/>
                  </a:lnTo>
                  <a:lnTo>
                    <a:pt x="130028" y="6024428"/>
                  </a:lnTo>
                  <a:lnTo>
                    <a:pt x="130136" y="6024428"/>
                  </a:lnTo>
                  <a:lnTo>
                    <a:pt x="130245" y="6024428"/>
                  </a:lnTo>
                  <a:lnTo>
                    <a:pt x="130353" y="6024428"/>
                  </a:lnTo>
                  <a:lnTo>
                    <a:pt x="130462" y="6024428"/>
                  </a:lnTo>
                  <a:lnTo>
                    <a:pt x="130570" y="6024428"/>
                  </a:lnTo>
                  <a:lnTo>
                    <a:pt x="130570" y="6023805"/>
                  </a:lnTo>
                  <a:lnTo>
                    <a:pt x="130678" y="6023805"/>
                  </a:lnTo>
                  <a:lnTo>
                    <a:pt x="130787" y="6023805"/>
                  </a:lnTo>
                  <a:lnTo>
                    <a:pt x="130895" y="6023805"/>
                  </a:lnTo>
                  <a:lnTo>
                    <a:pt x="131004" y="6023805"/>
                  </a:lnTo>
                  <a:lnTo>
                    <a:pt x="131112" y="6023805"/>
                  </a:lnTo>
                  <a:lnTo>
                    <a:pt x="131221" y="6023805"/>
                  </a:lnTo>
                  <a:lnTo>
                    <a:pt x="131221" y="6023181"/>
                  </a:lnTo>
                  <a:lnTo>
                    <a:pt x="131329" y="6023181"/>
                  </a:lnTo>
                  <a:lnTo>
                    <a:pt x="131329" y="6022558"/>
                  </a:lnTo>
                  <a:lnTo>
                    <a:pt x="131438" y="6022558"/>
                  </a:lnTo>
                  <a:lnTo>
                    <a:pt x="131438" y="6021934"/>
                  </a:lnTo>
                  <a:lnTo>
                    <a:pt x="131546" y="6021934"/>
                  </a:lnTo>
                  <a:lnTo>
                    <a:pt x="131654" y="6021934"/>
                  </a:lnTo>
                  <a:lnTo>
                    <a:pt x="131654" y="6021310"/>
                  </a:lnTo>
                  <a:lnTo>
                    <a:pt x="131763" y="6021310"/>
                  </a:lnTo>
                  <a:lnTo>
                    <a:pt x="131871" y="6021310"/>
                  </a:lnTo>
                  <a:lnTo>
                    <a:pt x="131871" y="6020687"/>
                  </a:lnTo>
                  <a:lnTo>
                    <a:pt x="131980" y="6020687"/>
                  </a:lnTo>
                  <a:lnTo>
                    <a:pt x="132088" y="6020687"/>
                  </a:lnTo>
                  <a:lnTo>
                    <a:pt x="132197" y="6020687"/>
                  </a:lnTo>
                  <a:lnTo>
                    <a:pt x="132305" y="6020687"/>
                  </a:lnTo>
                  <a:lnTo>
                    <a:pt x="132414" y="6020687"/>
                  </a:lnTo>
                  <a:lnTo>
                    <a:pt x="132522" y="6020687"/>
                  </a:lnTo>
                  <a:lnTo>
                    <a:pt x="132630" y="6020687"/>
                  </a:lnTo>
                  <a:lnTo>
                    <a:pt x="132739" y="6020687"/>
                  </a:lnTo>
                  <a:lnTo>
                    <a:pt x="132847" y="6020687"/>
                  </a:lnTo>
                  <a:lnTo>
                    <a:pt x="132956" y="6020687"/>
                  </a:lnTo>
                  <a:lnTo>
                    <a:pt x="133064" y="6020687"/>
                  </a:lnTo>
                  <a:lnTo>
                    <a:pt x="133173" y="6020687"/>
                  </a:lnTo>
                  <a:lnTo>
                    <a:pt x="133281" y="6020687"/>
                  </a:lnTo>
                  <a:lnTo>
                    <a:pt x="133390" y="6020687"/>
                  </a:lnTo>
                  <a:lnTo>
                    <a:pt x="133498" y="6020687"/>
                  </a:lnTo>
                  <a:lnTo>
                    <a:pt x="133607" y="6020687"/>
                  </a:lnTo>
                  <a:lnTo>
                    <a:pt x="133715" y="6020687"/>
                  </a:lnTo>
                  <a:lnTo>
                    <a:pt x="133715" y="6020063"/>
                  </a:lnTo>
                  <a:lnTo>
                    <a:pt x="133715" y="6019440"/>
                  </a:lnTo>
                  <a:lnTo>
                    <a:pt x="133715" y="6018816"/>
                  </a:lnTo>
                  <a:lnTo>
                    <a:pt x="133715" y="6018192"/>
                  </a:lnTo>
                  <a:lnTo>
                    <a:pt x="133823" y="6018192"/>
                  </a:lnTo>
                  <a:lnTo>
                    <a:pt x="133932" y="6018192"/>
                  </a:lnTo>
                  <a:lnTo>
                    <a:pt x="134040" y="6018192"/>
                  </a:lnTo>
                  <a:lnTo>
                    <a:pt x="134040" y="6017569"/>
                  </a:lnTo>
                  <a:lnTo>
                    <a:pt x="134149" y="6017569"/>
                  </a:lnTo>
                  <a:lnTo>
                    <a:pt x="134257" y="6017569"/>
                  </a:lnTo>
                  <a:lnTo>
                    <a:pt x="134366" y="6017569"/>
                  </a:lnTo>
                  <a:lnTo>
                    <a:pt x="134474" y="6017569"/>
                  </a:lnTo>
                  <a:lnTo>
                    <a:pt x="134583" y="6017569"/>
                  </a:lnTo>
                  <a:lnTo>
                    <a:pt x="134691" y="6017569"/>
                  </a:lnTo>
                  <a:lnTo>
                    <a:pt x="134799" y="6017569"/>
                  </a:lnTo>
                  <a:lnTo>
                    <a:pt x="134799" y="6016945"/>
                  </a:lnTo>
                  <a:lnTo>
                    <a:pt x="134908" y="6016945"/>
                  </a:lnTo>
                  <a:lnTo>
                    <a:pt x="134908" y="6016322"/>
                  </a:lnTo>
                  <a:lnTo>
                    <a:pt x="135016" y="6016322"/>
                  </a:lnTo>
                  <a:lnTo>
                    <a:pt x="135125" y="6016322"/>
                  </a:lnTo>
                  <a:lnTo>
                    <a:pt x="135233" y="6016322"/>
                  </a:lnTo>
                  <a:lnTo>
                    <a:pt x="135342" y="6016322"/>
                  </a:lnTo>
                  <a:lnTo>
                    <a:pt x="135450" y="6016322"/>
                  </a:lnTo>
                  <a:lnTo>
                    <a:pt x="135559" y="6016322"/>
                  </a:lnTo>
                  <a:lnTo>
                    <a:pt x="135667" y="6016322"/>
                  </a:lnTo>
                  <a:lnTo>
                    <a:pt x="135775" y="6016322"/>
                  </a:lnTo>
                  <a:lnTo>
                    <a:pt x="135775" y="6015698"/>
                  </a:lnTo>
                  <a:lnTo>
                    <a:pt x="135775" y="6015075"/>
                  </a:lnTo>
                  <a:lnTo>
                    <a:pt x="135775" y="6014451"/>
                  </a:lnTo>
                  <a:lnTo>
                    <a:pt x="135884" y="6014451"/>
                  </a:lnTo>
                  <a:lnTo>
                    <a:pt x="135992" y="6014451"/>
                  </a:lnTo>
                  <a:lnTo>
                    <a:pt x="135992" y="6013827"/>
                  </a:lnTo>
                  <a:lnTo>
                    <a:pt x="136101" y="6013827"/>
                  </a:lnTo>
                  <a:lnTo>
                    <a:pt x="136209" y="6013827"/>
                  </a:lnTo>
                  <a:lnTo>
                    <a:pt x="136318" y="6013827"/>
                  </a:lnTo>
                  <a:lnTo>
                    <a:pt x="136426" y="6013827"/>
                  </a:lnTo>
                  <a:lnTo>
                    <a:pt x="136535" y="6013827"/>
                  </a:lnTo>
                  <a:lnTo>
                    <a:pt x="136643" y="6013827"/>
                  </a:lnTo>
                  <a:lnTo>
                    <a:pt x="136751" y="6013827"/>
                  </a:lnTo>
                  <a:lnTo>
                    <a:pt x="136751" y="6013204"/>
                  </a:lnTo>
                  <a:lnTo>
                    <a:pt x="136860" y="6013204"/>
                  </a:lnTo>
                  <a:lnTo>
                    <a:pt x="136860" y="6012580"/>
                  </a:lnTo>
                  <a:lnTo>
                    <a:pt x="136968" y="6012580"/>
                  </a:lnTo>
                  <a:lnTo>
                    <a:pt x="137077" y="6012580"/>
                  </a:lnTo>
                  <a:lnTo>
                    <a:pt x="137185" y="6012580"/>
                  </a:lnTo>
                  <a:lnTo>
                    <a:pt x="137294" y="6012580"/>
                  </a:lnTo>
                  <a:lnTo>
                    <a:pt x="137294" y="6011957"/>
                  </a:lnTo>
                  <a:lnTo>
                    <a:pt x="137402" y="6011957"/>
                  </a:lnTo>
                  <a:lnTo>
                    <a:pt x="137511" y="6011957"/>
                  </a:lnTo>
                  <a:lnTo>
                    <a:pt x="137619" y="6011957"/>
                  </a:lnTo>
                  <a:lnTo>
                    <a:pt x="137619" y="6011333"/>
                  </a:lnTo>
                  <a:lnTo>
                    <a:pt x="137727" y="6011333"/>
                  </a:lnTo>
                  <a:lnTo>
                    <a:pt x="137836" y="6011333"/>
                  </a:lnTo>
                  <a:lnTo>
                    <a:pt x="137944" y="6011333"/>
                  </a:lnTo>
                  <a:lnTo>
                    <a:pt x="138053" y="6011333"/>
                  </a:lnTo>
                  <a:lnTo>
                    <a:pt x="138161" y="6011333"/>
                  </a:lnTo>
                  <a:lnTo>
                    <a:pt x="138270" y="6011333"/>
                  </a:lnTo>
                  <a:lnTo>
                    <a:pt x="138378" y="6011333"/>
                  </a:lnTo>
                  <a:lnTo>
                    <a:pt x="138487" y="6011333"/>
                  </a:lnTo>
                  <a:lnTo>
                    <a:pt x="138595" y="6011333"/>
                  </a:lnTo>
                  <a:lnTo>
                    <a:pt x="138704" y="6011333"/>
                  </a:lnTo>
                  <a:lnTo>
                    <a:pt x="138704" y="6010709"/>
                  </a:lnTo>
                  <a:lnTo>
                    <a:pt x="138704" y="6010086"/>
                  </a:lnTo>
                  <a:lnTo>
                    <a:pt x="138812" y="6010086"/>
                  </a:lnTo>
                  <a:lnTo>
                    <a:pt x="138920" y="6010086"/>
                  </a:lnTo>
                  <a:lnTo>
                    <a:pt x="139029" y="6010086"/>
                  </a:lnTo>
                  <a:lnTo>
                    <a:pt x="139137" y="6010086"/>
                  </a:lnTo>
                  <a:lnTo>
                    <a:pt x="139137" y="6009462"/>
                  </a:lnTo>
                  <a:lnTo>
                    <a:pt x="139246" y="6009462"/>
                  </a:lnTo>
                  <a:lnTo>
                    <a:pt x="139354" y="6009462"/>
                  </a:lnTo>
                  <a:lnTo>
                    <a:pt x="139354" y="6008839"/>
                  </a:lnTo>
                  <a:lnTo>
                    <a:pt x="139354" y="6008215"/>
                  </a:lnTo>
                  <a:lnTo>
                    <a:pt x="139463" y="6008215"/>
                  </a:lnTo>
                  <a:lnTo>
                    <a:pt x="139571" y="6008215"/>
                  </a:lnTo>
                  <a:lnTo>
                    <a:pt x="139680" y="6008215"/>
                  </a:lnTo>
                  <a:lnTo>
                    <a:pt x="139788" y="6008215"/>
                  </a:lnTo>
                  <a:lnTo>
                    <a:pt x="139788" y="6007592"/>
                  </a:lnTo>
                  <a:lnTo>
                    <a:pt x="139896" y="6007592"/>
                  </a:lnTo>
                  <a:lnTo>
                    <a:pt x="140005" y="6007592"/>
                  </a:lnTo>
                  <a:lnTo>
                    <a:pt x="140113" y="6007592"/>
                  </a:lnTo>
                  <a:lnTo>
                    <a:pt x="140222" y="6007592"/>
                  </a:lnTo>
                  <a:lnTo>
                    <a:pt x="140330" y="6007592"/>
                  </a:lnTo>
                  <a:lnTo>
                    <a:pt x="140330" y="6006968"/>
                  </a:lnTo>
                  <a:lnTo>
                    <a:pt x="140439" y="6006968"/>
                  </a:lnTo>
                  <a:lnTo>
                    <a:pt x="140547" y="6006968"/>
                  </a:lnTo>
                  <a:lnTo>
                    <a:pt x="140656" y="6006968"/>
                  </a:lnTo>
                  <a:lnTo>
                    <a:pt x="140656" y="6006344"/>
                  </a:lnTo>
                  <a:lnTo>
                    <a:pt x="140656" y="6005721"/>
                  </a:lnTo>
                  <a:lnTo>
                    <a:pt x="140656" y="6005097"/>
                  </a:lnTo>
                  <a:lnTo>
                    <a:pt x="140764" y="6005097"/>
                  </a:lnTo>
                  <a:lnTo>
                    <a:pt x="140872" y="6005097"/>
                  </a:lnTo>
                  <a:lnTo>
                    <a:pt x="140981" y="6005097"/>
                  </a:lnTo>
                  <a:lnTo>
                    <a:pt x="140981" y="6004474"/>
                  </a:lnTo>
                  <a:lnTo>
                    <a:pt x="141089" y="6004474"/>
                  </a:lnTo>
                  <a:lnTo>
                    <a:pt x="141198" y="6004474"/>
                  </a:lnTo>
                  <a:lnTo>
                    <a:pt x="141198" y="6003850"/>
                  </a:lnTo>
                  <a:lnTo>
                    <a:pt x="141306" y="6003850"/>
                  </a:lnTo>
                  <a:lnTo>
                    <a:pt x="141415" y="6003850"/>
                  </a:lnTo>
                  <a:lnTo>
                    <a:pt x="141523" y="6003850"/>
                  </a:lnTo>
                  <a:lnTo>
                    <a:pt x="141632" y="6003850"/>
                  </a:lnTo>
                  <a:lnTo>
                    <a:pt x="141740" y="6003850"/>
                  </a:lnTo>
                  <a:lnTo>
                    <a:pt x="141848" y="6003850"/>
                  </a:lnTo>
                  <a:lnTo>
                    <a:pt x="141957" y="6003850"/>
                  </a:lnTo>
                  <a:lnTo>
                    <a:pt x="142065" y="6003850"/>
                  </a:lnTo>
                  <a:lnTo>
                    <a:pt x="142065" y="6003226"/>
                  </a:lnTo>
                  <a:lnTo>
                    <a:pt x="142174" y="6003226"/>
                  </a:lnTo>
                  <a:lnTo>
                    <a:pt x="142174" y="6002603"/>
                  </a:lnTo>
                  <a:lnTo>
                    <a:pt x="142282" y="6002603"/>
                  </a:lnTo>
                  <a:lnTo>
                    <a:pt x="142391" y="6002603"/>
                  </a:lnTo>
                  <a:lnTo>
                    <a:pt x="142499" y="6002603"/>
                  </a:lnTo>
                  <a:lnTo>
                    <a:pt x="142608" y="6002603"/>
                  </a:lnTo>
                  <a:lnTo>
                    <a:pt x="142716" y="6002603"/>
                  </a:lnTo>
                  <a:lnTo>
                    <a:pt x="142825" y="6002603"/>
                  </a:lnTo>
                  <a:lnTo>
                    <a:pt x="142933" y="6002603"/>
                  </a:lnTo>
                  <a:lnTo>
                    <a:pt x="143041" y="6002603"/>
                  </a:lnTo>
                  <a:lnTo>
                    <a:pt x="143150" y="6002603"/>
                  </a:lnTo>
                  <a:lnTo>
                    <a:pt x="143258" y="6002603"/>
                  </a:lnTo>
                  <a:lnTo>
                    <a:pt x="143367" y="6002603"/>
                  </a:lnTo>
                  <a:lnTo>
                    <a:pt x="143475" y="6002603"/>
                  </a:lnTo>
                  <a:lnTo>
                    <a:pt x="143475" y="6001979"/>
                  </a:lnTo>
                  <a:lnTo>
                    <a:pt x="143584" y="6001979"/>
                  </a:lnTo>
                  <a:lnTo>
                    <a:pt x="143692" y="6001979"/>
                  </a:lnTo>
                  <a:lnTo>
                    <a:pt x="143801" y="6001979"/>
                  </a:lnTo>
                  <a:lnTo>
                    <a:pt x="143801" y="6001356"/>
                  </a:lnTo>
                  <a:lnTo>
                    <a:pt x="143909" y="6001356"/>
                  </a:lnTo>
                  <a:lnTo>
                    <a:pt x="144017" y="6001356"/>
                  </a:lnTo>
                  <a:lnTo>
                    <a:pt x="144126" y="6001356"/>
                  </a:lnTo>
                  <a:lnTo>
                    <a:pt x="144126" y="6000732"/>
                  </a:lnTo>
                  <a:lnTo>
                    <a:pt x="144234" y="6000732"/>
                  </a:lnTo>
                  <a:lnTo>
                    <a:pt x="144343" y="6000732"/>
                  </a:lnTo>
                  <a:lnTo>
                    <a:pt x="144343" y="6000109"/>
                  </a:lnTo>
                  <a:lnTo>
                    <a:pt x="144451" y="6000109"/>
                  </a:lnTo>
                  <a:lnTo>
                    <a:pt x="144451" y="5999485"/>
                  </a:lnTo>
                  <a:lnTo>
                    <a:pt x="144560" y="5999485"/>
                  </a:lnTo>
                  <a:lnTo>
                    <a:pt x="144560" y="5998861"/>
                  </a:lnTo>
                  <a:lnTo>
                    <a:pt x="144668" y="5998861"/>
                  </a:lnTo>
                  <a:lnTo>
                    <a:pt x="144777" y="5998861"/>
                  </a:lnTo>
                  <a:lnTo>
                    <a:pt x="144885" y="5998861"/>
                  </a:lnTo>
                  <a:lnTo>
                    <a:pt x="144993" y="5998861"/>
                  </a:lnTo>
                  <a:lnTo>
                    <a:pt x="145102" y="5998861"/>
                  </a:lnTo>
                  <a:lnTo>
                    <a:pt x="145210" y="5998861"/>
                  </a:lnTo>
                  <a:lnTo>
                    <a:pt x="145319" y="5998861"/>
                  </a:lnTo>
                  <a:lnTo>
                    <a:pt x="145427" y="5998861"/>
                  </a:lnTo>
                  <a:lnTo>
                    <a:pt x="145536" y="5998861"/>
                  </a:lnTo>
                  <a:lnTo>
                    <a:pt x="145644" y="5998861"/>
                  </a:lnTo>
                  <a:lnTo>
                    <a:pt x="145753" y="5998861"/>
                  </a:lnTo>
                  <a:lnTo>
                    <a:pt x="145861" y="5998861"/>
                  </a:lnTo>
                  <a:lnTo>
                    <a:pt x="145969" y="5998861"/>
                  </a:lnTo>
                  <a:lnTo>
                    <a:pt x="146078" y="5998861"/>
                  </a:lnTo>
                  <a:lnTo>
                    <a:pt x="146078" y="5998238"/>
                  </a:lnTo>
                  <a:lnTo>
                    <a:pt x="146186" y="5998238"/>
                  </a:lnTo>
                  <a:lnTo>
                    <a:pt x="146186" y="5997614"/>
                  </a:lnTo>
                  <a:lnTo>
                    <a:pt x="146186" y="5996991"/>
                  </a:lnTo>
                  <a:lnTo>
                    <a:pt x="146295" y="5996991"/>
                  </a:lnTo>
                  <a:lnTo>
                    <a:pt x="146295" y="5996367"/>
                  </a:lnTo>
                  <a:lnTo>
                    <a:pt x="146403" y="5996367"/>
                  </a:lnTo>
                  <a:lnTo>
                    <a:pt x="146512" y="5996367"/>
                  </a:lnTo>
                  <a:lnTo>
                    <a:pt x="146620" y="5996367"/>
                  </a:lnTo>
                  <a:lnTo>
                    <a:pt x="146729" y="5996367"/>
                  </a:lnTo>
                  <a:lnTo>
                    <a:pt x="146837" y="5996367"/>
                  </a:lnTo>
                  <a:lnTo>
                    <a:pt x="146946" y="5996367"/>
                  </a:lnTo>
                  <a:lnTo>
                    <a:pt x="147054" y="5996367"/>
                  </a:lnTo>
                  <a:lnTo>
                    <a:pt x="147162" y="5996367"/>
                  </a:lnTo>
                  <a:lnTo>
                    <a:pt x="147271" y="5996367"/>
                  </a:lnTo>
                  <a:lnTo>
                    <a:pt x="147379" y="5996367"/>
                  </a:lnTo>
                  <a:lnTo>
                    <a:pt x="147379" y="5995743"/>
                  </a:lnTo>
                  <a:lnTo>
                    <a:pt x="147379" y="5995120"/>
                  </a:lnTo>
                  <a:lnTo>
                    <a:pt x="147488" y="5995120"/>
                  </a:lnTo>
                  <a:lnTo>
                    <a:pt x="147488" y="5994496"/>
                  </a:lnTo>
                  <a:lnTo>
                    <a:pt x="147596" y="5994496"/>
                  </a:lnTo>
                  <a:lnTo>
                    <a:pt x="147596" y="5993873"/>
                  </a:lnTo>
                  <a:lnTo>
                    <a:pt x="147705" y="5993873"/>
                  </a:lnTo>
                  <a:lnTo>
                    <a:pt x="147813" y="5993873"/>
                  </a:lnTo>
                  <a:lnTo>
                    <a:pt x="147813" y="5993249"/>
                  </a:lnTo>
                  <a:lnTo>
                    <a:pt x="147922" y="5993249"/>
                  </a:lnTo>
                  <a:lnTo>
                    <a:pt x="148030" y="5993249"/>
                  </a:lnTo>
                  <a:lnTo>
                    <a:pt x="148138" y="5993249"/>
                  </a:lnTo>
                  <a:lnTo>
                    <a:pt x="148247" y="5993249"/>
                  </a:lnTo>
                  <a:lnTo>
                    <a:pt x="148355" y="5993249"/>
                  </a:lnTo>
                  <a:lnTo>
                    <a:pt x="148464" y="5993249"/>
                  </a:lnTo>
                  <a:lnTo>
                    <a:pt x="148572" y="5993249"/>
                  </a:lnTo>
                  <a:lnTo>
                    <a:pt x="148681" y="5993249"/>
                  </a:lnTo>
                  <a:lnTo>
                    <a:pt x="148681" y="5992626"/>
                  </a:lnTo>
                  <a:lnTo>
                    <a:pt x="148681" y="5992002"/>
                  </a:lnTo>
                  <a:lnTo>
                    <a:pt x="148789" y="5992002"/>
                  </a:lnTo>
                  <a:lnTo>
                    <a:pt x="148898" y="5992002"/>
                  </a:lnTo>
                  <a:lnTo>
                    <a:pt x="149006" y="5992002"/>
                  </a:lnTo>
                  <a:lnTo>
                    <a:pt x="149114" y="5992002"/>
                  </a:lnTo>
                  <a:lnTo>
                    <a:pt x="149223" y="5992002"/>
                  </a:lnTo>
                  <a:lnTo>
                    <a:pt x="149331" y="5992002"/>
                  </a:lnTo>
                  <a:lnTo>
                    <a:pt x="149440" y="5992002"/>
                  </a:lnTo>
                  <a:lnTo>
                    <a:pt x="149548" y="5992002"/>
                  </a:lnTo>
                  <a:lnTo>
                    <a:pt x="149657" y="5992002"/>
                  </a:lnTo>
                  <a:lnTo>
                    <a:pt x="149765" y="5992002"/>
                  </a:lnTo>
                  <a:lnTo>
                    <a:pt x="149874" y="5992002"/>
                  </a:lnTo>
                  <a:lnTo>
                    <a:pt x="149874" y="5991378"/>
                  </a:lnTo>
                  <a:lnTo>
                    <a:pt x="149874" y="5990755"/>
                  </a:lnTo>
                  <a:lnTo>
                    <a:pt x="149982" y="5990755"/>
                  </a:lnTo>
                  <a:lnTo>
                    <a:pt x="150090" y="5990755"/>
                  </a:lnTo>
                  <a:lnTo>
                    <a:pt x="150199" y="5990755"/>
                  </a:lnTo>
                  <a:lnTo>
                    <a:pt x="150307" y="5990755"/>
                  </a:lnTo>
                  <a:lnTo>
                    <a:pt x="150416" y="5990755"/>
                  </a:lnTo>
                  <a:lnTo>
                    <a:pt x="150524" y="5990755"/>
                  </a:lnTo>
                  <a:lnTo>
                    <a:pt x="150524" y="5990131"/>
                  </a:lnTo>
                  <a:lnTo>
                    <a:pt x="150633" y="5990131"/>
                  </a:lnTo>
                  <a:lnTo>
                    <a:pt x="150741" y="5990131"/>
                  </a:lnTo>
                  <a:lnTo>
                    <a:pt x="150850" y="5990131"/>
                  </a:lnTo>
                  <a:lnTo>
                    <a:pt x="150958" y="5990131"/>
                  </a:lnTo>
                  <a:lnTo>
                    <a:pt x="151067" y="5990131"/>
                  </a:lnTo>
                  <a:lnTo>
                    <a:pt x="151067" y="5989508"/>
                  </a:lnTo>
                  <a:lnTo>
                    <a:pt x="151175" y="5989508"/>
                  </a:lnTo>
                  <a:lnTo>
                    <a:pt x="151283" y="5989508"/>
                  </a:lnTo>
                  <a:lnTo>
                    <a:pt x="151392" y="5989508"/>
                  </a:lnTo>
                  <a:lnTo>
                    <a:pt x="151500" y="5989508"/>
                  </a:lnTo>
                  <a:lnTo>
                    <a:pt x="151609" y="5989508"/>
                  </a:lnTo>
                  <a:lnTo>
                    <a:pt x="151717" y="5989508"/>
                  </a:lnTo>
                  <a:lnTo>
                    <a:pt x="151826" y="5989508"/>
                  </a:lnTo>
                  <a:lnTo>
                    <a:pt x="151934" y="5989508"/>
                  </a:lnTo>
                  <a:lnTo>
                    <a:pt x="152043" y="5989508"/>
                  </a:lnTo>
                  <a:lnTo>
                    <a:pt x="152151" y="5989508"/>
                  </a:lnTo>
                  <a:lnTo>
                    <a:pt x="152259" y="5989508"/>
                  </a:lnTo>
                  <a:lnTo>
                    <a:pt x="152368" y="5989508"/>
                  </a:lnTo>
                  <a:lnTo>
                    <a:pt x="152368" y="5988884"/>
                  </a:lnTo>
                  <a:lnTo>
                    <a:pt x="152368" y="5988261"/>
                  </a:lnTo>
                  <a:lnTo>
                    <a:pt x="152476" y="5988261"/>
                  </a:lnTo>
                  <a:lnTo>
                    <a:pt x="152585" y="5988261"/>
                  </a:lnTo>
                  <a:lnTo>
                    <a:pt x="152585" y="5987637"/>
                  </a:lnTo>
                  <a:lnTo>
                    <a:pt x="152585" y="5987013"/>
                  </a:lnTo>
                  <a:lnTo>
                    <a:pt x="152585" y="5986390"/>
                  </a:lnTo>
                  <a:lnTo>
                    <a:pt x="152585" y="5985766"/>
                  </a:lnTo>
                  <a:lnTo>
                    <a:pt x="152585" y="5985143"/>
                  </a:lnTo>
                  <a:lnTo>
                    <a:pt x="152693" y="5985143"/>
                  </a:lnTo>
                  <a:lnTo>
                    <a:pt x="152693" y="5984519"/>
                  </a:lnTo>
                  <a:lnTo>
                    <a:pt x="152802" y="5984519"/>
                  </a:lnTo>
                  <a:lnTo>
                    <a:pt x="152910" y="5984519"/>
                  </a:lnTo>
                  <a:lnTo>
                    <a:pt x="153019" y="5984519"/>
                  </a:lnTo>
                  <a:lnTo>
                    <a:pt x="153127" y="5984519"/>
                  </a:lnTo>
                  <a:lnTo>
                    <a:pt x="153235" y="5984519"/>
                  </a:lnTo>
                  <a:lnTo>
                    <a:pt x="153344" y="5984519"/>
                  </a:lnTo>
                  <a:lnTo>
                    <a:pt x="153452" y="5984519"/>
                  </a:lnTo>
                  <a:lnTo>
                    <a:pt x="153561" y="5984519"/>
                  </a:lnTo>
                  <a:lnTo>
                    <a:pt x="153669" y="5984519"/>
                  </a:lnTo>
                  <a:lnTo>
                    <a:pt x="153669" y="5983895"/>
                  </a:lnTo>
                  <a:lnTo>
                    <a:pt x="153778" y="5983895"/>
                  </a:lnTo>
                  <a:lnTo>
                    <a:pt x="153886" y="5983895"/>
                  </a:lnTo>
                  <a:lnTo>
                    <a:pt x="153886" y="5983272"/>
                  </a:lnTo>
                  <a:lnTo>
                    <a:pt x="153995" y="5983272"/>
                  </a:lnTo>
                  <a:lnTo>
                    <a:pt x="154103" y="5983272"/>
                  </a:lnTo>
                  <a:lnTo>
                    <a:pt x="154211" y="5983272"/>
                  </a:lnTo>
                  <a:lnTo>
                    <a:pt x="154211" y="5982648"/>
                  </a:lnTo>
                  <a:lnTo>
                    <a:pt x="154211" y="5982025"/>
                  </a:lnTo>
                  <a:lnTo>
                    <a:pt x="154320" y="5982025"/>
                  </a:lnTo>
                  <a:lnTo>
                    <a:pt x="154428" y="5982025"/>
                  </a:lnTo>
                  <a:lnTo>
                    <a:pt x="154537" y="5982025"/>
                  </a:lnTo>
                  <a:lnTo>
                    <a:pt x="154537" y="5981401"/>
                  </a:lnTo>
                  <a:lnTo>
                    <a:pt x="154645" y="5981401"/>
                  </a:lnTo>
                  <a:lnTo>
                    <a:pt x="154754" y="5981401"/>
                  </a:lnTo>
                  <a:lnTo>
                    <a:pt x="154862" y="5981401"/>
                  </a:lnTo>
                  <a:lnTo>
                    <a:pt x="154971" y="5981401"/>
                  </a:lnTo>
                  <a:lnTo>
                    <a:pt x="155079" y="5981401"/>
                  </a:lnTo>
                  <a:lnTo>
                    <a:pt x="155079" y="5980778"/>
                  </a:lnTo>
                  <a:lnTo>
                    <a:pt x="155188" y="5980778"/>
                  </a:lnTo>
                  <a:lnTo>
                    <a:pt x="155296" y="5980778"/>
                  </a:lnTo>
                  <a:lnTo>
                    <a:pt x="155404" y="5980778"/>
                  </a:lnTo>
                  <a:lnTo>
                    <a:pt x="155404" y="5980154"/>
                  </a:lnTo>
                  <a:lnTo>
                    <a:pt x="155513" y="5980154"/>
                  </a:lnTo>
                  <a:lnTo>
                    <a:pt x="155621" y="5980154"/>
                  </a:lnTo>
                  <a:lnTo>
                    <a:pt x="155730" y="5980154"/>
                  </a:lnTo>
                  <a:lnTo>
                    <a:pt x="155730" y="5979530"/>
                  </a:lnTo>
                  <a:lnTo>
                    <a:pt x="155838" y="5979530"/>
                  </a:lnTo>
                  <a:lnTo>
                    <a:pt x="155838" y="5978907"/>
                  </a:lnTo>
                  <a:lnTo>
                    <a:pt x="155947" y="5978907"/>
                  </a:lnTo>
                  <a:lnTo>
                    <a:pt x="156055" y="5978907"/>
                  </a:lnTo>
                  <a:lnTo>
                    <a:pt x="156055" y="5978283"/>
                  </a:lnTo>
                  <a:lnTo>
                    <a:pt x="156164" y="5978283"/>
                  </a:lnTo>
                  <a:lnTo>
                    <a:pt x="156164" y="5977660"/>
                  </a:lnTo>
                  <a:lnTo>
                    <a:pt x="156272" y="5977660"/>
                  </a:lnTo>
                  <a:lnTo>
                    <a:pt x="156272" y="5977036"/>
                  </a:lnTo>
                  <a:lnTo>
                    <a:pt x="156380" y="5977036"/>
                  </a:lnTo>
                  <a:lnTo>
                    <a:pt x="156489" y="5977036"/>
                  </a:lnTo>
                  <a:lnTo>
                    <a:pt x="156597" y="5977036"/>
                  </a:lnTo>
                  <a:lnTo>
                    <a:pt x="156706" y="5977036"/>
                  </a:lnTo>
                  <a:lnTo>
                    <a:pt x="156706" y="5976412"/>
                  </a:lnTo>
                  <a:lnTo>
                    <a:pt x="156814" y="5976412"/>
                  </a:lnTo>
                  <a:lnTo>
                    <a:pt x="156814" y="5975789"/>
                  </a:lnTo>
                  <a:lnTo>
                    <a:pt x="156923" y="5975789"/>
                  </a:lnTo>
                  <a:lnTo>
                    <a:pt x="157031" y="5975789"/>
                  </a:lnTo>
                  <a:lnTo>
                    <a:pt x="157031" y="5975165"/>
                  </a:lnTo>
                  <a:lnTo>
                    <a:pt x="157140" y="5975165"/>
                  </a:lnTo>
                  <a:lnTo>
                    <a:pt x="157248" y="5975165"/>
                  </a:lnTo>
                  <a:lnTo>
                    <a:pt x="157356" y="5975165"/>
                  </a:lnTo>
                  <a:lnTo>
                    <a:pt x="157465" y="5975165"/>
                  </a:lnTo>
                  <a:lnTo>
                    <a:pt x="157573" y="5975165"/>
                  </a:lnTo>
                  <a:lnTo>
                    <a:pt x="157682" y="5975165"/>
                  </a:lnTo>
                  <a:lnTo>
                    <a:pt x="157790" y="5975165"/>
                  </a:lnTo>
                  <a:lnTo>
                    <a:pt x="157899" y="5975165"/>
                  </a:lnTo>
                  <a:lnTo>
                    <a:pt x="158007" y="5975165"/>
                  </a:lnTo>
                  <a:lnTo>
                    <a:pt x="158116" y="5975165"/>
                  </a:lnTo>
                  <a:lnTo>
                    <a:pt x="158224" y="5975165"/>
                  </a:lnTo>
                  <a:lnTo>
                    <a:pt x="158332" y="5975165"/>
                  </a:lnTo>
                  <a:lnTo>
                    <a:pt x="158441" y="5975165"/>
                  </a:lnTo>
                  <a:lnTo>
                    <a:pt x="158549" y="5975165"/>
                  </a:lnTo>
                  <a:lnTo>
                    <a:pt x="158658" y="5975165"/>
                  </a:lnTo>
                  <a:lnTo>
                    <a:pt x="158658" y="5974542"/>
                  </a:lnTo>
                  <a:lnTo>
                    <a:pt x="158766" y="5974542"/>
                  </a:lnTo>
                  <a:lnTo>
                    <a:pt x="158875" y="5974542"/>
                  </a:lnTo>
                  <a:lnTo>
                    <a:pt x="158983" y="5974542"/>
                  </a:lnTo>
                  <a:lnTo>
                    <a:pt x="159092" y="5974542"/>
                  </a:lnTo>
                  <a:lnTo>
                    <a:pt x="159200" y="5974542"/>
                  </a:lnTo>
                  <a:lnTo>
                    <a:pt x="159309" y="5974542"/>
                  </a:lnTo>
                  <a:lnTo>
                    <a:pt x="159417" y="5974542"/>
                  </a:lnTo>
                  <a:lnTo>
                    <a:pt x="159525" y="5974542"/>
                  </a:lnTo>
                  <a:lnTo>
                    <a:pt x="159634" y="5974542"/>
                  </a:lnTo>
                  <a:lnTo>
                    <a:pt x="159742" y="5974542"/>
                  </a:lnTo>
                  <a:lnTo>
                    <a:pt x="159851" y="5974542"/>
                  </a:lnTo>
                  <a:lnTo>
                    <a:pt x="159851" y="5973918"/>
                  </a:lnTo>
                  <a:lnTo>
                    <a:pt x="159851" y="5973295"/>
                  </a:lnTo>
                  <a:lnTo>
                    <a:pt x="159851" y="5972671"/>
                  </a:lnTo>
                  <a:lnTo>
                    <a:pt x="159851" y="5972047"/>
                  </a:lnTo>
                  <a:lnTo>
                    <a:pt x="159959" y="5972047"/>
                  </a:lnTo>
                  <a:lnTo>
                    <a:pt x="159959" y="5971424"/>
                  </a:lnTo>
                  <a:lnTo>
                    <a:pt x="159959" y="5970800"/>
                  </a:lnTo>
                  <a:lnTo>
                    <a:pt x="160068" y="5970800"/>
                  </a:lnTo>
                  <a:lnTo>
                    <a:pt x="160068" y="5970177"/>
                  </a:lnTo>
                  <a:lnTo>
                    <a:pt x="160176" y="5970177"/>
                  </a:lnTo>
                  <a:lnTo>
                    <a:pt x="160285" y="5970177"/>
                  </a:lnTo>
                  <a:lnTo>
                    <a:pt x="160393" y="5970177"/>
                  </a:lnTo>
                  <a:lnTo>
                    <a:pt x="160393" y="5969553"/>
                  </a:lnTo>
                  <a:lnTo>
                    <a:pt x="160393" y="5968929"/>
                  </a:lnTo>
                  <a:lnTo>
                    <a:pt x="160501" y="5968929"/>
                  </a:lnTo>
                  <a:lnTo>
                    <a:pt x="160610" y="5968929"/>
                  </a:lnTo>
                  <a:lnTo>
                    <a:pt x="160718" y="5968929"/>
                  </a:lnTo>
                  <a:lnTo>
                    <a:pt x="160827" y="5968929"/>
                  </a:lnTo>
                  <a:lnTo>
                    <a:pt x="160935" y="5968929"/>
                  </a:lnTo>
                  <a:lnTo>
                    <a:pt x="161044" y="5968929"/>
                  </a:lnTo>
                  <a:lnTo>
                    <a:pt x="161152" y="5968929"/>
                  </a:lnTo>
                  <a:lnTo>
                    <a:pt x="161261" y="5968929"/>
                  </a:lnTo>
                  <a:lnTo>
                    <a:pt x="161369" y="5968929"/>
                  </a:lnTo>
                  <a:lnTo>
                    <a:pt x="161477" y="5968929"/>
                  </a:lnTo>
                  <a:lnTo>
                    <a:pt x="161586" y="5968929"/>
                  </a:lnTo>
                  <a:lnTo>
                    <a:pt x="161694" y="5968929"/>
                  </a:lnTo>
                  <a:lnTo>
                    <a:pt x="161803" y="5968929"/>
                  </a:lnTo>
                  <a:lnTo>
                    <a:pt x="161911" y="5968929"/>
                  </a:lnTo>
                  <a:lnTo>
                    <a:pt x="162020" y="5968929"/>
                  </a:lnTo>
                  <a:lnTo>
                    <a:pt x="162128" y="5968929"/>
                  </a:lnTo>
                  <a:lnTo>
                    <a:pt x="162128" y="5968306"/>
                  </a:lnTo>
                  <a:lnTo>
                    <a:pt x="162237" y="5968306"/>
                  </a:lnTo>
                  <a:lnTo>
                    <a:pt x="162345" y="5968306"/>
                  </a:lnTo>
                  <a:lnTo>
                    <a:pt x="162453" y="5968306"/>
                  </a:lnTo>
                  <a:lnTo>
                    <a:pt x="162453" y="5967682"/>
                  </a:lnTo>
                  <a:lnTo>
                    <a:pt x="162562" y="5967682"/>
                  </a:lnTo>
                  <a:lnTo>
                    <a:pt x="162670" y="5967682"/>
                  </a:lnTo>
                  <a:lnTo>
                    <a:pt x="162670" y="5967059"/>
                  </a:lnTo>
                  <a:lnTo>
                    <a:pt x="162779" y="5967059"/>
                  </a:lnTo>
                  <a:lnTo>
                    <a:pt x="162779" y="5966435"/>
                  </a:lnTo>
                  <a:lnTo>
                    <a:pt x="162779" y="5965812"/>
                  </a:lnTo>
                  <a:lnTo>
                    <a:pt x="162887" y="5965812"/>
                  </a:lnTo>
                  <a:lnTo>
                    <a:pt x="162996" y="5965812"/>
                  </a:lnTo>
                  <a:lnTo>
                    <a:pt x="163104" y="5965812"/>
                  </a:lnTo>
                  <a:lnTo>
                    <a:pt x="163213" y="5965812"/>
                  </a:lnTo>
                  <a:lnTo>
                    <a:pt x="163321" y="5965812"/>
                  </a:lnTo>
                  <a:lnTo>
                    <a:pt x="163429" y="5965812"/>
                  </a:lnTo>
                  <a:lnTo>
                    <a:pt x="163538" y="5965812"/>
                  </a:lnTo>
                  <a:lnTo>
                    <a:pt x="163538" y="5965188"/>
                  </a:lnTo>
                  <a:lnTo>
                    <a:pt x="163646" y="5965188"/>
                  </a:lnTo>
                  <a:lnTo>
                    <a:pt x="163755" y="5965188"/>
                  </a:lnTo>
                  <a:lnTo>
                    <a:pt x="163755" y="5964564"/>
                  </a:lnTo>
                  <a:lnTo>
                    <a:pt x="163863" y="5964564"/>
                  </a:lnTo>
                  <a:lnTo>
                    <a:pt x="163972" y="5964564"/>
                  </a:lnTo>
                  <a:lnTo>
                    <a:pt x="163972" y="5963941"/>
                  </a:lnTo>
                  <a:lnTo>
                    <a:pt x="164080" y="5963941"/>
                  </a:lnTo>
                  <a:lnTo>
                    <a:pt x="164189" y="5963941"/>
                  </a:lnTo>
                  <a:lnTo>
                    <a:pt x="164297" y="5963941"/>
                  </a:lnTo>
                  <a:lnTo>
                    <a:pt x="164406" y="5963941"/>
                  </a:lnTo>
                  <a:lnTo>
                    <a:pt x="164514" y="5963941"/>
                  </a:lnTo>
                  <a:lnTo>
                    <a:pt x="164622" y="5963941"/>
                  </a:lnTo>
                  <a:lnTo>
                    <a:pt x="164622" y="5963317"/>
                  </a:lnTo>
                  <a:lnTo>
                    <a:pt x="164731" y="5963317"/>
                  </a:lnTo>
                  <a:lnTo>
                    <a:pt x="164731" y="5962694"/>
                  </a:lnTo>
                  <a:lnTo>
                    <a:pt x="164839" y="5962694"/>
                  </a:lnTo>
                  <a:lnTo>
                    <a:pt x="164948" y="5962694"/>
                  </a:lnTo>
                  <a:lnTo>
                    <a:pt x="165056" y="5962694"/>
                  </a:lnTo>
                  <a:lnTo>
                    <a:pt x="165165" y="5962694"/>
                  </a:lnTo>
                  <a:lnTo>
                    <a:pt x="165273" y="5962694"/>
                  </a:lnTo>
                  <a:lnTo>
                    <a:pt x="165382" y="5962694"/>
                  </a:lnTo>
                  <a:lnTo>
                    <a:pt x="165490" y="5962694"/>
                  </a:lnTo>
                  <a:lnTo>
                    <a:pt x="165598" y="5962694"/>
                  </a:lnTo>
                  <a:lnTo>
                    <a:pt x="165707" y="5962694"/>
                  </a:lnTo>
                  <a:lnTo>
                    <a:pt x="165815" y="5962694"/>
                  </a:lnTo>
                  <a:lnTo>
                    <a:pt x="165924" y="5962694"/>
                  </a:lnTo>
                  <a:lnTo>
                    <a:pt x="165924" y="5962070"/>
                  </a:lnTo>
                  <a:lnTo>
                    <a:pt x="166032" y="5962070"/>
                  </a:lnTo>
                  <a:lnTo>
                    <a:pt x="166141" y="5962070"/>
                  </a:lnTo>
                  <a:lnTo>
                    <a:pt x="166249" y="5962070"/>
                  </a:lnTo>
                  <a:lnTo>
                    <a:pt x="166358" y="5962070"/>
                  </a:lnTo>
                  <a:lnTo>
                    <a:pt x="166466" y="5962070"/>
                  </a:lnTo>
                  <a:lnTo>
                    <a:pt x="166574" y="5962070"/>
                  </a:lnTo>
                  <a:lnTo>
                    <a:pt x="166683" y="5962070"/>
                  </a:lnTo>
                  <a:lnTo>
                    <a:pt x="166791" y="5962070"/>
                  </a:lnTo>
                  <a:lnTo>
                    <a:pt x="166900" y="5962070"/>
                  </a:lnTo>
                  <a:lnTo>
                    <a:pt x="166900" y="5961446"/>
                  </a:lnTo>
                  <a:lnTo>
                    <a:pt x="166900" y="5960823"/>
                  </a:lnTo>
                  <a:lnTo>
                    <a:pt x="167008" y="5960823"/>
                  </a:lnTo>
                  <a:lnTo>
                    <a:pt x="167117" y="5960823"/>
                  </a:lnTo>
                  <a:lnTo>
                    <a:pt x="167225" y="5960823"/>
                  </a:lnTo>
                  <a:lnTo>
                    <a:pt x="167334" y="5960823"/>
                  </a:lnTo>
                  <a:lnTo>
                    <a:pt x="167442" y="5960823"/>
                  </a:lnTo>
                  <a:lnTo>
                    <a:pt x="167550" y="5960823"/>
                  </a:lnTo>
                  <a:lnTo>
                    <a:pt x="167550" y="5960199"/>
                  </a:lnTo>
                  <a:lnTo>
                    <a:pt x="167550" y="5959576"/>
                  </a:lnTo>
                  <a:lnTo>
                    <a:pt x="167659" y="5959576"/>
                  </a:lnTo>
                  <a:lnTo>
                    <a:pt x="167767" y="5959576"/>
                  </a:lnTo>
                  <a:lnTo>
                    <a:pt x="167876" y="5959576"/>
                  </a:lnTo>
                  <a:lnTo>
                    <a:pt x="167984" y="5959576"/>
                  </a:lnTo>
                  <a:lnTo>
                    <a:pt x="168093" y="5959576"/>
                  </a:lnTo>
                  <a:lnTo>
                    <a:pt x="168201" y="5959576"/>
                  </a:lnTo>
                  <a:lnTo>
                    <a:pt x="168201" y="5958952"/>
                  </a:lnTo>
                  <a:lnTo>
                    <a:pt x="168310" y="5958952"/>
                  </a:lnTo>
                  <a:lnTo>
                    <a:pt x="168418" y="5958952"/>
                  </a:lnTo>
                  <a:lnTo>
                    <a:pt x="168418" y="5958329"/>
                  </a:lnTo>
                  <a:lnTo>
                    <a:pt x="168418" y="5957705"/>
                  </a:lnTo>
                  <a:lnTo>
                    <a:pt x="168527" y="5957705"/>
                  </a:lnTo>
                  <a:lnTo>
                    <a:pt x="168635" y="5957705"/>
                  </a:lnTo>
                  <a:lnTo>
                    <a:pt x="168743" y="5957705"/>
                  </a:lnTo>
                  <a:lnTo>
                    <a:pt x="168743" y="5957081"/>
                  </a:lnTo>
                  <a:lnTo>
                    <a:pt x="168743" y="5956458"/>
                  </a:lnTo>
                  <a:lnTo>
                    <a:pt x="168852" y="5956458"/>
                  </a:lnTo>
                  <a:lnTo>
                    <a:pt x="168960" y="5956458"/>
                  </a:lnTo>
                  <a:lnTo>
                    <a:pt x="169069" y="5956458"/>
                  </a:lnTo>
                  <a:lnTo>
                    <a:pt x="169177" y="5956458"/>
                  </a:lnTo>
                  <a:lnTo>
                    <a:pt x="169286" y="5956458"/>
                  </a:lnTo>
                  <a:lnTo>
                    <a:pt x="169394" y="5956458"/>
                  </a:lnTo>
                  <a:lnTo>
                    <a:pt x="169394" y="5955834"/>
                  </a:lnTo>
                  <a:lnTo>
                    <a:pt x="169394" y="5955211"/>
                  </a:lnTo>
                  <a:lnTo>
                    <a:pt x="169394" y="5954587"/>
                  </a:lnTo>
                  <a:lnTo>
                    <a:pt x="169394" y="5953963"/>
                  </a:lnTo>
                  <a:lnTo>
                    <a:pt x="169503" y="5953963"/>
                  </a:lnTo>
                  <a:lnTo>
                    <a:pt x="169611" y="5953963"/>
                  </a:lnTo>
                  <a:lnTo>
                    <a:pt x="169719" y="5953963"/>
                  </a:lnTo>
                  <a:lnTo>
                    <a:pt x="169828" y="5953963"/>
                  </a:lnTo>
                  <a:lnTo>
                    <a:pt x="169936" y="5953963"/>
                  </a:lnTo>
                  <a:lnTo>
                    <a:pt x="170045" y="5953963"/>
                  </a:lnTo>
                  <a:lnTo>
                    <a:pt x="170153" y="5953963"/>
                  </a:lnTo>
                  <a:lnTo>
                    <a:pt x="170262" y="5953963"/>
                  </a:lnTo>
                  <a:lnTo>
                    <a:pt x="170370" y="5953963"/>
                  </a:lnTo>
                  <a:lnTo>
                    <a:pt x="170479" y="5953963"/>
                  </a:lnTo>
                  <a:lnTo>
                    <a:pt x="170587" y="5953963"/>
                  </a:lnTo>
                  <a:lnTo>
                    <a:pt x="170695" y="5953963"/>
                  </a:lnTo>
                  <a:lnTo>
                    <a:pt x="170804" y="5953963"/>
                  </a:lnTo>
                  <a:lnTo>
                    <a:pt x="170804" y="5953340"/>
                  </a:lnTo>
                  <a:lnTo>
                    <a:pt x="170912" y="5953340"/>
                  </a:lnTo>
                  <a:lnTo>
                    <a:pt x="171021" y="5953340"/>
                  </a:lnTo>
                  <a:lnTo>
                    <a:pt x="171129" y="5953340"/>
                  </a:lnTo>
                  <a:lnTo>
                    <a:pt x="171129" y="5952716"/>
                  </a:lnTo>
                  <a:lnTo>
                    <a:pt x="171129" y="5952093"/>
                  </a:lnTo>
                  <a:lnTo>
                    <a:pt x="171129" y="5951469"/>
                  </a:lnTo>
                  <a:lnTo>
                    <a:pt x="171238" y="5951469"/>
                  </a:lnTo>
                  <a:lnTo>
                    <a:pt x="171346" y="5951469"/>
                  </a:lnTo>
                  <a:lnTo>
                    <a:pt x="171455" y="5951469"/>
                  </a:lnTo>
                  <a:lnTo>
                    <a:pt x="171563" y="5951469"/>
                  </a:lnTo>
                  <a:lnTo>
                    <a:pt x="171563" y="5950846"/>
                  </a:lnTo>
                  <a:lnTo>
                    <a:pt x="171671" y="5950846"/>
                  </a:lnTo>
                  <a:lnTo>
                    <a:pt x="171780" y="5950846"/>
                  </a:lnTo>
                  <a:lnTo>
                    <a:pt x="171888" y="5950846"/>
                  </a:lnTo>
                  <a:lnTo>
                    <a:pt x="171997" y="5950846"/>
                  </a:lnTo>
                  <a:lnTo>
                    <a:pt x="171997" y="5950222"/>
                  </a:lnTo>
                  <a:lnTo>
                    <a:pt x="172105" y="5950222"/>
                  </a:lnTo>
                  <a:lnTo>
                    <a:pt x="172214" y="5950222"/>
                  </a:lnTo>
                  <a:lnTo>
                    <a:pt x="172322" y="5950222"/>
                  </a:lnTo>
                  <a:lnTo>
                    <a:pt x="172322" y="5949598"/>
                  </a:lnTo>
                  <a:lnTo>
                    <a:pt x="172431" y="5949598"/>
                  </a:lnTo>
                  <a:lnTo>
                    <a:pt x="172431" y="5948975"/>
                  </a:lnTo>
                  <a:lnTo>
                    <a:pt x="172431" y="5948351"/>
                  </a:lnTo>
                  <a:lnTo>
                    <a:pt x="172431" y="5947728"/>
                  </a:lnTo>
                  <a:lnTo>
                    <a:pt x="172539" y="5947728"/>
                  </a:lnTo>
                  <a:lnTo>
                    <a:pt x="172648" y="5947728"/>
                  </a:lnTo>
                  <a:lnTo>
                    <a:pt x="172756" y="5947728"/>
                  </a:lnTo>
                  <a:lnTo>
                    <a:pt x="172864" y="5947728"/>
                  </a:lnTo>
                  <a:lnTo>
                    <a:pt x="172864" y="5947104"/>
                  </a:lnTo>
                  <a:lnTo>
                    <a:pt x="172973" y="5947104"/>
                  </a:lnTo>
                  <a:lnTo>
                    <a:pt x="173081" y="5947104"/>
                  </a:lnTo>
                  <a:lnTo>
                    <a:pt x="173190" y="5947104"/>
                  </a:lnTo>
                  <a:lnTo>
                    <a:pt x="173190" y="5946480"/>
                  </a:lnTo>
                  <a:lnTo>
                    <a:pt x="173298" y="5946480"/>
                  </a:lnTo>
                  <a:lnTo>
                    <a:pt x="173298" y="5945857"/>
                  </a:lnTo>
                  <a:lnTo>
                    <a:pt x="173407" y="5945857"/>
                  </a:lnTo>
                  <a:lnTo>
                    <a:pt x="173515" y="5945857"/>
                  </a:lnTo>
                  <a:lnTo>
                    <a:pt x="173624" y="5945857"/>
                  </a:lnTo>
                  <a:lnTo>
                    <a:pt x="173732" y="5945857"/>
                  </a:lnTo>
                  <a:lnTo>
                    <a:pt x="173840" y="5945857"/>
                  </a:lnTo>
                  <a:lnTo>
                    <a:pt x="173949" y="5945857"/>
                  </a:lnTo>
                  <a:lnTo>
                    <a:pt x="174057" y="5945857"/>
                  </a:lnTo>
                  <a:lnTo>
                    <a:pt x="174057" y="5945233"/>
                  </a:lnTo>
                  <a:lnTo>
                    <a:pt x="174166" y="5945233"/>
                  </a:lnTo>
                  <a:lnTo>
                    <a:pt x="174274" y="5945233"/>
                  </a:lnTo>
                  <a:lnTo>
                    <a:pt x="174274" y="5944610"/>
                  </a:lnTo>
                  <a:lnTo>
                    <a:pt x="174383" y="5944610"/>
                  </a:lnTo>
                  <a:lnTo>
                    <a:pt x="174491" y="5944610"/>
                  </a:lnTo>
                  <a:lnTo>
                    <a:pt x="174491" y="5943986"/>
                  </a:lnTo>
                  <a:lnTo>
                    <a:pt x="174600" y="5943986"/>
                  </a:lnTo>
                  <a:lnTo>
                    <a:pt x="174708" y="5943986"/>
                  </a:lnTo>
                  <a:lnTo>
                    <a:pt x="174708" y="5943363"/>
                  </a:lnTo>
                  <a:lnTo>
                    <a:pt x="174816" y="5943363"/>
                  </a:lnTo>
                  <a:lnTo>
                    <a:pt x="174816" y="5942739"/>
                  </a:lnTo>
                  <a:lnTo>
                    <a:pt x="174816" y="5942115"/>
                  </a:lnTo>
                  <a:lnTo>
                    <a:pt x="174925" y="5942115"/>
                  </a:lnTo>
                  <a:lnTo>
                    <a:pt x="175033" y="5942115"/>
                  </a:lnTo>
                  <a:lnTo>
                    <a:pt x="175142" y="5942115"/>
                  </a:lnTo>
                  <a:lnTo>
                    <a:pt x="175142" y="5941492"/>
                  </a:lnTo>
                  <a:lnTo>
                    <a:pt x="175250" y="5941492"/>
                  </a:lnTo>
                  <a:lnTo>
                    <a:pt x="175250" y="5940868"/>
                  </a:lnTo>
                  <a:lnTo>
                    <a:pt x="175359" y="5940868"/>
                  </a:lnTo>
                  <a:lnTo>
                    <a:pt x="175359" y="5940245"/>
                  </a:lnTo>
                  <a:lnTo>
                    <a:pt x="175467" y="5940245"/>
                  </a:lnTo>
                  <a:lnTo>
                    <a:pt x="175576" y="5940245"/>
                  </a:lnTo>
                  <a:lnTo>
                    <a:pt x="175576" y="5939621"/>
                  </a:lnTo>
                  <a:lnTo>
                    <a:pt x="175684" y="5939621"/>
                  </a:lnTo>
                  <a:lnTo>
                    <a:pt x="175684" y="5938998"/>
                  </a:lnTo>
                  <a:lnTo>
                    <a:pt x="175684" y="5938374"/>
                  </a:lnTo>
                  <a:lnTo>
                    <a:pt x="175792" y="5938374"/>
                  </a:lnTo>
                  <a:lnTo>
                    <a:pt x="175901" y="5938374"/>
                  </a:lnTo>
                  <a:lnTo>
                    <a:pt x="175901" y="5937750"/>
                  </a:lnTo>
                  <a:lnTo>
                    <a:pt x="176009" y="5937750"/>
                  </a:lnTo>
                  <a:lnTo>
                    <a:pt x="176009" y="5937127"/>
                  </a:lnTo>
                  <a:lnTo>
                    <a:pt x="176118" y="5937127"/>
                  </a:lnTo>
                  <a:lnTo>
                    <a:pt x="176226" y="5937127"/>
                  </a:lnTo>
                  <a:lnTo>
                    <a:pt x="176335" y="5937127"/>
                  </a:lnTo>
                  <a:lnTo>
                    <a:pt x="176443" y="5937127"/>
                  </a:lnTo>
                  <a:lnTo>
                    <a:pt x="176443" y="5936503"/>
                  </a:lnTo>
                  <a:lnTo>
                    <a:pt x="176552" y="5936503"/>
                  </a:lnTo>
                  <a:lnTo>
                    <a:pt x="176660" y="5936503"/>
                  </a:lnTo>
                  <a:lnTo>
                    <a:pt x="176769" y="5936503"/>
                  </a:lnTo>
                  <a:lnTo>
                    <a:pt x="176877" y="5936503"/>
                  </a:lnTo>
                  <a:lnTo>
                    <a:pt x="176985" y="5936503"/>
                  </a:lnTo>
                  <a:lnTo>
                    <a:pt x="176985" y="5935880"/>
                  </a:lnTo>
                  <a:lnTo>
                    <a:pt x="177094" y="5935880"/>
                  </a:lnTo>
                  <a:lnTo>
                    <a:pt x="177202" y="5935880"/>
                  </a:lnTo>
                  <a:lnTo>
                    <a:pt x="177202" y="5935256"/>
                  </a:lnTo>
                  <a:lnTo>
                    <a:pt x="177311" y="5935256"/>
                  </a:lnTo>
                  <a:lnTo>
                    <a:pt x="177311" y="5934632"/>
                  </a:lnTo>
                  <a:lnTo>
                    <a:pt x="177419" y="5934632"/>
                  </a:lnTo>
                  <a:lnTo>
                    <a:pt x="177419" y="5934009"/>
                  </a:lnTo>
                  <a:lnTo>
                    <a:pt x="177419" y="5933385"/>
                  </a:lnTo>
                  <a:lnTo>
                    <a:pt x="177528" y="5933385"/>
                  </a:lnTo>
                  <a:lnTo>
                    <a:pt x="177528" y="5932762"/>
                  </a:lnTo>
                  <a:lnTo>
                    <a:pt x="177636" y="5932762"/>
                  </a:lnTo>
                  <a:lnTo>
                    <a:pt x="177745" y="5932762"/>
                  </a:lnTo>
                  <a:lnTo>
                    <a:pt x="177745" y="5932138"/>
                  </a:lnTo>
                  <a:lnTo>
                    <a:pt x="177853" y="5932138"/>
                  </a:lnTo>
                  <a:lnTo>
                    <a:pt x="177853" y="5931515"/>
                  </a:lnTo>
                  <a:lnTo>
                    <a:pt x="177853" y="5930891"/>
                  </a:lnTo>
                  <a:lnTo>
                    <a:pt x="177961" y="5930891"/>
                  </a:lnTo>
                  <a:lnTo>
                    <a:pt x="178070" y="5930891"/>
                  </a:lnTo>
                  <a:lnTo>
                    <a:pt x="178178" y="5930891"/>
                  </a:lnTo>
                  <a:lnTo>
                    <a:pt x="178287" y="5930891"/>
                  </a:lnTo>
                  <a:lnTo>
                    <a:pt x="178395" y="5930891"/>
                  </a:lnTo>
                  <a:lnTo>
                    <a:pt x="178504" y="5930891"/>
                  </a:lnTo>
                  <a:lnTo>
                    <a:pt x="178612" y="5930891"/>
                  </a:lnTo>
                  <a:lnTo>
                    <a:pt x="178721" y="5930891"/>
                  </a:lnTo>
                  <a:lnTo>
                    <a:pt x="178721" y="5930267"/>
                  </a:lnTo>
                  <a:lnTo>
                    <a:pt x="178829" y="5930267"/>
                  </a:lnTo>
                  <a:lnTo>
                    <a:pt x="178937" y="5930267"/>
                  </a:lnTo>
                  <a:lnTo>
                    <a:pt x="179046" y="5930267"/>
                  </a:lnTo>
                  <a:lnTo>
                    <a:pt x="179154" y="5930267"/>
                  </a:lnTo>
                  <a:lnTo>
                    <a:pt x="179263" y="5930267"/>
                  </a:lnTo>
                  <a:lnTo>
                    <a:pt x="179371" y="5930267"/>
                  </a:lnTo>
                  <a:lnTo>
                    <a:pt x="179480" y="5930267"/>
                  </a:lnTo>
                  <a:lnTo>
                    <a:pt x="179588" y="5930267"/>
                  </a:lnTo>
                  <a:lnTo>
                    <a:pt x="179588" y="5929644"/>
                  </a:lnTo>
                  <a:lnTo>
                    <a:pt x="179588" y="5929020"/>
                  </a:lnTo>
                  <a:lnTo>
                    <a:pt x="179697" y="5929020"/>
                  </a:lnTo>
                  <a:lnTo>
                    <a:pt x="179697" y="5928397"/>
                  </a:lnTo>
                  <a:lnTo>
                    <a:pt x="179805" y="5928397"/>
                  </a:lnTo>
                  <a:lnTo>
                    <a:pt x="179805" y="5927773"/>
                  </a:lnTo>
                  <a:lnTo>
                    <a:pt x="179913" y="5927773"/>
                  </a:lnTo>
                  <a:lnTo>
                    <a:pt x="180022" y="5927773"/>
                  </a:lnTo>
                  <a:lnTo>
                    <a:pt x="180130" y="5927773"/>
                  </a:lnTo>
                  <a:lnTo>
                    <a:pt x="180239" y="5927773"/>
                  </a:lnTo>
                  <a:lnTo>
                    <a:pt x="180347" y="5927773"/>
                  </a:lnTo>
                  <a:lnTo>
                    <a:pt x="180347" y="5927149"/>
                  </a:lnTo>
                  <a:lnTo>
                    <a:pt x="180456" y="5927149"/>
                  </a:lnTo>
                  <a:lnTo>
                    <a:pt x="180564" y="5927149"/>
                  </a:lnTo>
                  <a:lnTo>
                    <a:pt x="180673" y="5927149"/>
                  </a:lnTo>
                  <a:lnTo>
                    <a:pt x="180781" y="5927149"/>
                  </a:lnTo>
                  <a:lnTo>
                    <a:pt x="180890" y="5927149"/>
                  </a:lnTo>
                  <a:lnTo>
                    <a:pt x="180890" y="5926526"/>
                  </a:lnTo>
                  <a:lnTo>
                    <a:pt x="180890" y="5925902"/>
                  </a:lnTo>
                  <a:lnTo>
                    <a:pt x="180998" y="5925902"/>
                  </a:lnTo>
                  <a:lnTo>
                    <a:pt x="181106" y="5925902"/>
                  </a:lnTo>
                  <a:lnTo>
                    <a:pt x="181106" y="5925279"/>
                  </a:lnTo>
                  <a:lnTo>
                    <a:pt x="181215" y="5925279"/>
                  </a:lnTo>
                  <a:lnTo>
                    <a:pt x="181323" y="5925279"/>
                  </a:lnTo>
                  <a:lnTo>
                    <a:pt x="181432" y="5925279"/>
                  </a:lnTo>
                  <a:lnTo>
                    <a:pt x="181432" y="5924655"/>
                  </a:lnTo>
                  <a:lnTo>
                    <a:pt x="181540" y="5924655"/>
                  </a:lnTo>
                  <a:lnTo>
                    <a:pt x="181649" y="5924655"/>
                  </a:lnTo>
                  <a:lnTo>
                    <a:pt x="181757" y="5924655"/>
                  </a:lnTo>
                  <a:lnTo>
                    <a:pt x="181757" y="5924032"/>
                  </a:lnTo>
                  <a:lnTo>
                    <a:pt x="181757" y="5923408"/>
                  </a:lnTo>
                  <a:lnTo>
                    <a:pt x="181866" y="5923408"/>
                  </a:lnTo>
                  <a:lnTo>
                    <a:pt x="181866" y="5922784"/>
                  </a:lnTo>
                  <a:lnTo>
                    <a:pt x="181974" y="5922784"/>
                  </a:lnTo>
                  <a:lnTo>
                    <a:pt x="182082" y="5922784"/>
                  </a:lnTo>
                  <a:lnTo>
                    <a:pt x="182191" y="5922784"/>
                  </a:lnTo>
                  <a:lnTo>
                    <a:pt x="182191" y="5922161"/>
                  </a:lnTo>
                  <a:lnTo>
                    <a:pt x="182299" y="5922161"/>
                  </a:lnTo>
                  <a:lnTo>
                    <a:pt x="182408" y="5922161"/>
                  </a:lnTo>
                  <a:lnTo>
                    <a:pt x="182516" y="5922161"/>
                  </a:lnTo>
                  <a:lnTo>
                    <a:pt x="182625" y="5922161"/>
                  </a:lnTo>
                  <a:lnTo>
                    <a:pt x="182733" y="5922161"/>
                  </a:lnTo>
                  <a:lnTo>
                    <a:pt x="182842" y="5922161"/>
                  </a:lnTo>
                  <a:lnTo>
                    <a:pt x="182842" y="5921537"/>
                  </a:lnTo>
                  <a:lnTo>
                    <a:pt x="182950" y="5921537"/>
                  </a:lnTo>
                  <a:lnTo>
                    <a:pt x="182950" y="5920914"/>
                  </a:lnTo>
                  <a:lnTo>
                    <a:pt x="183058" y="5920914"/>
                  </a:lnTo>
                  <a:lnTo>
                    <a:pt x="183058" y="5920290"/>
                  </a:lnTo>
                  <a:lnTo>
                    <a:pt x="183167" y="5920290"/>
                  </a:lnTo>
                  <a:lnTo>
                    <a:pt x="183167" y="5919666"/>
                  </a:lnTo>
                  <a:lnTo>
                    <a:pt x="183275" y="5919666"/>
                  </a:lnTo>
                  <a:lnTo>
                    <a:pt x="183275" y="5919043"/>
                  </a:lnTo>
                  <a:lnTo>
                    <a:pt x="183384" y="5919043"/>
                  </a:lnTo>
                  <a:lnTo>
                    <a:pt x="183384" y="5918419"/>
                  </a:lnTo>
                  <a:lnTo>
                    <a:pt x="183492" y="5918419"/>
                  </a:lnTo>
                  <a:lnTo>
                    <a:pt x="183492" y="5917796"/>
                  </a:lnTo>
                  <a:lnTo>
                    <a:pt x="183601" y="5917796"/>
                  </a:lnTo>
                  <a:lnTo>
                    <a:pt x="183709" y="5917796"/>
                  </a:lnTo>
                  <a:lnTo>
                    <a:pt x="183818" y="5917796"/>
                  </a:lnTo>
                  <a:lnTo>
                    <a:pt x="183926" y="5917796"/>
                  </a:lnTo>
                  <a:lnTo>
                    <a:pt x="184034" y="5917796"/>
                  </a:lnTo>
                  <a:lnTo>
                    <a:pt x="184143" y="5917796"/>
                  </a:lnTo>
                  <a:lnTo>
                    <a:pt x="184251" y="5917796"/>
                  </a:lnTo>
                  <a:lnTo>
                    <a:pt x="184360" y="5917796"/>
                  </a:lnTo>
                  <a:lnTo>
                    <a:pt x="184360" y="5917172"/>
                  </a:lnTo>
                  <a:lnTo>
                    <a:pt x="184360" y="5916549"/>
                  </a:lnTo>
                  <a:lnTo>
                    <a:pt x="184468" y="5916549"/>
                  </a:lnTo>
                  <a:lnTo>
                    <a:pt x="184577" y="5916549"/>
                  </a:lnTo>
                  <a:lnTo>
                    <a:pt x="184685" y="5916549"/>
                  </a:lnTo>
                  <a:lnTo>
                    <a:pt x="184794" y="5916549"/>
                  </a:lnTo>
                  <a:lnTo>
                    <a:pt x="184902" y="5916549"/>
                  </a:lnTo>
                  <a:lnTo>
                    <a:pt x="184902" y="5915925"/>
                  </a:lnTo>
                  <a:lnTo>
                    <a:pt x="185010" y="5915925"/>
                  </a:lnTo>
                  <a:lnTo>
                    <a:pt x="185010" y="5915301"/>
                  </a:lnTo>
                  <a:lnTo>
                    <a:pt x="185119" y="5915301"/>
                  </a:lnTo>
                  <a:lnTo>
                    <a:pt x="185227" y="5915301"/>
                  </a:lnTo>
                  <a:lnTo>
                    <a:pt x="185336" y="5915301"/>
                  </a:lnTo>
                  <a:lnTo>
                    <a:pt x="185444" y="5915301"/>
                  </a:lnTo>
                  <a:lnTo>
                    <a:pt x="185553" y="5915301"/>
                  </a:lnTo>
                  <a:lnTo>
                    <a:pt x="185661" y="5915301"/>
                  </a:lnTo>
                  <a:lnTo>
                    <a:pt x="185770" y="5915301"/>
                  </a:lnTo>
                  <a:lnTo>
                    <a:pt x="185878" y="5915301"/>
                  </a:lnTo>
                  <a:lnTo>
                    <a:pt x="185987" y="5915301"/>
                  </a:lnTo>
                  <a:lnTo>
                    <a:pt x="186095" y="5915301"/>
                  </a:lnTo>
                  <a:lnTo>
                    <a:pt x="186095" y="5914678"/>
                  </a:lnTo>
                  <a:lnTo>
                    <a:pt x="186203" y="5914678"/>
                  </a:lnTo>
                  <a:lnTo>
                    <a:pt x="186203" y="5914054"/>
                  </a:lnTo>
                  <a:lnTo>
                    <a:pt x="186203" y="5913431"/>
                  </a:lnTo>
                  <a:lnTo>
                    <a:pt x="186203" y="5912807"/>
                  </a:lnTo>
                  <a:lnTo>
                    <a:pt x="186203" y="5912183"/>
                  </a:lnTo>
                  <a:lnTo>
                    <a:pt x="186312" y="5912183"/>
                  </a:lnTo>
                  <a:lnTo>
                    <a:pt x="186420" y="5912183"/>
                  </a:lnTo>
                  <a:lnTo>
                    <a:pt x="186529" y="5912183"/>
                  </a:lnTo>
                  <a:lnTo>
                    <a:pt x="186637" y="5912183"/>
                  </a:lnTo>
                  <a:lnTo>
                    <a:pt x="186746" y="5912183"/>
                  </a:lnTo>
                  <a:lnTo>
                    <a:pt x="186854" y="5912183"/>
                  </a:lnTo>
                  <a:lnTo>
                    <a:pt x="186963" y="5912183"/>
                  </a:lnTo>
                  <a:lnTo>
                    <a:pt x="187071" y="5912183"/>
                  </a:lnTo>
                  <a:lnTo>
                    <a:pt x="187179" y="5912183"/>
                  </a:lnTo>
                  <a:lnTo>
                    <a:pt x="187288" y="5912183"/>
                  </a:lnTo>
                  <a:lnTo>
                    <a:pt x="187288" y="5911560"/>
                  </a:lnTo>
                  <a:lnTo>
                    <a:pt x="187396" y="5911560"/>
                  </a:lnTo>
                  <a:lnTo>
                    <a:pt x="187396" y="5910936"/>
                  </a:lnTo>
                  <a:lnTo>
                    <a:pt x="187505" y="5910936"/>
                  </a:lnTo>
                  <a:lnTo>
                    <a:pt x="187505" y="5910313"/>
                  </a:lnTo>
                  <a:lnTo>
                    <a:pt x="187505" y="5909689"/>
                  </a:lnTo>
                  <a:lnTo>
                    <a:pt x="187613" y="5909689"/>
                  </a:lnTo>
                  <a:lnTo>
                    <a:pt x="187722" y="5909689"/>
                  </a:lnTo>
                  <a:lnTo>
                    <a:pt x="187830" y="5909689"/>
                  </a:lnTo>
                  <a:lnTo>
                    <a:pt x="187830" y="5909066"/>
                  </a:lnTo>
                  <a:lnTo>
                    <a:pt x="187939" y="5909066"/>
                  </a:lnTo>
                  <a:lnTo>
                    <a:pt x="187939" y="5908442"/>
                  </a:lnTo>
                  <a:lnTo>
                    <a:pt x="188047" y="5908442"/>
                  </a:lnTo>
                  <a:lnTo>
                    <a:pt x="188155" y="5908442"/>
                  </a:lnTo>
                  <a:lnTo>
                    <a:pt x="188264" y="5908442"/>
                  </a:lnTo>
                  <a:lnTo>
                    <a:pt x="188264" y="5907818"/>
                  </a:lnTo>
                  <a:lnTo>
                    <a:pt x="188264" y="5907195"/>
                  </a:lnTo>
                  <a:lnTo>
                    <a:pt x="188264" y="5906571"/>
                  </a:lnTo>
                  <a:lnTo>
                    <a:pt x="188372" y="5906571"/>
                  </a:lnTo>
                  <a:lnTo>
                    <a:pt x="188372" y="5905948"/>
                  </a:lnTo>
                  <a:lnTo>
                    <a:pt x="188481" y="5905948"/>
                  </a:lnTo>
                  <a:lnTo>
                    <a:pt x="188589" y="5905948"/>
                  </a:lnTo>
                  <a:lnTo>
                    <a:pt x="188698" y="5905948"/>
                  </a:lnTo>
                  <a:lnTo>
                    <a:pt x="188806" y="5905948"/>
                  </a:lnTo>
                  <a:lnTo>
                    <a:pt x="188915" y="5905948"/>
                  </a:lnTo>
                  <a:lnTo>
                    <a:pt x="189023" y="5905948"/>
                  </a:lnTo>
                  <a:lnTo>
                    <a:pt x="189023" y="5905324"/>
                  </a:lnTo>
                  <a:lnTo>
                    <a:pt x="189131" y="5905324"/>
                  </a:lnTo>
                  <a:lnTo>
                    <a:pt x="189240" y="5905324"/>
                  </a:lnTo>
                  <a:lnTo>
                    <a:pt x="189348" y="5905324"/>
                  </a:lnTo>
                  <a:lnTo>
                    <a:pt x="189457" y="5905324"/>
                  </a:lnTo>
                  <a:lnTo>
                    <a:pt x="189565" y="5905324"/>
                  </a:lnTo>
                  <a:lnTo>
                    <a:pt x="189674" y="5905324"/>
                  </a:lnTo>
                  <a:lnTo>
                    <a:pt x="189782" y="5905324"/>
                  </a:lnTo>
                  <a:lnTo>
                    <a:pt x="189891" y="5905324"/>
                  </a:lnTo>
                  <a:lnTo>
                    <a:pt x="189999" y="5905324"/>
                  </a:lnTo>
                  <a:lnTo>
                    <a:pt x="190108" y="5905324"/>
                  </a:lnTo>
                  <a:lnTo>
                    <a:pt x="190216" y="5905324"/>
                  </a:lnTo>
                  <a:lnTo>
                    <a:pt x="190324" y="5905324"/>
                  </a:lnTo>
                  <a:lnTo>
                    <a:pt x="190433" y="5905324"/>
                  </a:lnTo>
                  <a:lnTo>
                    <a:pt x="190541" y="5905324"/>
                  </a:lnTo>
                  <a:lnTo>
                    <a:pt x="190650" y="5905324"/>
                  </a:lnTo>
                  <a:lnTo>
                    <a:pt x="190650" y="5904700"/>
                  </a:lnTo>
                  <a:lnTo>
                    <a:pt x="190758" y="5904700"/>
                  </a:lnTo>
                  <a:lnTo>
                    <a:pt x="190867" y="5904700"/>
                  </a:lnTo>
                  <a:lnTo>
                    <a:pt x="190975" y="5904700"/>
                  </a:lnTo>
                  <a:lnTo>
                    <a:pt x="191084" y="5904700"/>
                  </a:lnTo>
                  <a:lnTo>
                    <a:pt x="191084" y="5904077"/>
                  </a:lnTo>
                  <a:lnTo>
                    <a:pt x="191192" y="5904077"/>
                  </a:lnTo>
                  <a:lnTo>
                    <a:pt x="191300" y="5904077"/>
                  </a:lnTo>
                  <a:lnTo>
                    <a:pt x="191409" y="5904077"/>
                  </a:lnTo>
                  <a:lnTo>
                    <a:pt x="191409" y="5903453"/>
                  </a:lnTo>
                  <a:lnTo>
                    <a:pt x="191517" y="5903453"/>
                  </a:lnTo>
                  <a:lnTo>
                    <a:pt x="191626" y="5903453"/>
                  </a:lnTo>
                  <a:lnTo>
                    <a:pt x="191734" y="5903453"/>
                  </a:lnTo>
                  <a:lnTo>
                    <a:pt x="191734" y="5902830"/>
                  </a:lnTo>
                  <a:lnTo>
                    <a:pt x="191843" y="5902830"/>
                  </a:lnTo>
                  <a:lnTo>
                    <a:pt x="191951" y="5902830"/>
                  </a:lnTo>
                  <a:lnTo>
                    <a:pt x="192060" y="5902830"/>
                  </a:lnTo>
                  <a:lnTo>
                    <a:pt x="192168" y="5902830"/>
                  </a:lnTo>
                  <a:lnTo>
                    <a:pt x="192276" y="5902830"/>
                  </a:lnTo>
                  <a:lnTo>
                    <a:pt x="192385" y="5902830"/>
                  </a:lnTo>
                  <a:lnTo>
                    <a:pt x="192385" y="5902206"/>
                  </a:lnTo>
                  <a:lnTo>
                    <a:pt x="192385" y="5901583"/>
                  </a:lnTo>
                  <a:lnTo>
                    <a:pt x="192385" y="5900959"/>
                  </a:lnTo>
                  <a:lnTo>
                    <a:pt x="192385" y="5900335"/>
                  </a:lnTo>
                  <a:lnTo>
                    <a:pt x="192493" y="5900335"/>
                  </a:lnTo>
                  <a:lnTo>
                    <a:pt x="192602" y="5900335"/>
                  </a:lnTo>
                  <a:lnTo>
                    <a:pt x="192602" y="5899712"/>
                  </a:lnTo>
                  <a:lnTo>
                    <a:pt x="192710" y="5899712"/>
                  </a:lnTo>
                  <a:lnTo>
                    <a:pt x="192710" y="5899088"/>
                  </a:lnTo>
                  <a:lnTo>
                    <a:pt x="192710" y="5898465"/>
                  </a:lnTo>
                  <a:lnTo>
                    <a:pt x="192819" y="5898465"/>
                  </a:lnTo>
                  <a:lnTo>
                    <a:pt x="192927" y="5898465"/>
                  </a:lnTo>
                  <a:lnTo>
                    <a:pt x="193036" y="5898465"/>
                  </a:lnTo>
                  <a:lnTo>
                    <a:pt x="193036" y="5897841"/>
                  </a:lnTo>
                  <a:lnTo>
                    <a:pt x="193036" y="5897217"/>
                  </a:lnTo>
                  <a:lnTo>
                    <a:pt x="193144" y="5897217"/>
                  </a:lnTo>
                  <a:lnTo>
                    <a:pt x="193144" y="5896594"/>
                  </a:lnTo>
                  <a:lnTo>
                    <a:pt x="193144" y="5895970"/>
                  </a:lnTo>
                  <a:lnTo>
                    <a:pt x="193252" y="5895970"/>
                  </a:lnTo>
                  <a:lnTo>
                    <a:pt x="193252" y="5895347"/>
                  </a:lnTo>
                  <a:lnTo>
                    <a:pt x="193361" y="5895347"/>
                  </a:lnTo>
                  <a:lnTo>
                    <a:pt x="193469" y="5895347"/>
                  </a:lnTo>
                  <a:lnTo>
                    <a:pt x="193578" y="5895347"/>
                  </a:lnTo>
                  <a:lnTo>
                    <a:pt x="193686" y="5895347"/>
                  </a:lnTo>
                  <a:lnTo>
                    <a:pt x="193686" y="5894723"/>
                  </a:lnTo>
                  <a:lnTo>
                    <a:pt x="193686" y="5894100"/>
                  </a:lnTo>
                  <a:lnTo>
                    <a:pt x="193795" y="5894100"/>
                  </a:lnTo>
                  <a:lnTo>
                    <a:pt x="193795" y="5893476"/>
                  </a:lnTo>
                  <a:lnTo>
                    <a:pt x="193903" y="5893476"/>
                  </a:lnTo>
                  <a:lnTo>
                    <a:pt x="193903" y="5892852"/>
                  </a:lnTo>
                  <a:lnTo>
                    <a:pt x="194012" y="5892852"/>
                  </a:lnTo>
                  <a:lnTo>
                    <a:pt x="194120" y="5892852"/>
                  </a:lnTo>
                  <a:lnTo>
                    <a:pt x="194229" y="5892852"/>
                  </a:lnTo>
                  <a:lnTo>
                    <a:pt x="194229" y="5892229"/>
                  </a:lnTo>
                  <a:lnTo>
                    <a:pt x="194229" y="5891605"/>
                  </a:lnTo>
                  <a:lnTo>
                    <a:pt x="194229" y="5890982"/>
                  </a:lnTo>
                  <a:lnTo>
                    <a:pt x="194337" y="5890982"/>
                  </a:lnTo>
                  <a:lnTo>
                    <a:pt x="194445" y="5890982"/>
                  </a:lnTo>
                  <a:lnTo>
                    <a:pt x="194554" y="5890982"/>
                  </a:lnTo>
                  <a:lnTo>
                    <a:pt x="194662" y="5890982"/>
                  </a:lnTo>
                  <a:lnTo>
                    <a:pt x="194771" y="5890982"/>
                  </a:lnTo>
                  <a:lnTo>
                    <a:pt x="194771" y="5890358"/>
                  </a:lnTo>
                  <a:lnTo>
                    <a:pt x="194879" y="5890358"/>
                  </a:lnTo>
                  <a:lnTo>
                    <a:pt x="194988" y="5890358"/>
                  </a:lnTo>
                  <a:lnTo>
                    <a:pt x="195096" y="5890358"/>
                  </a:lnTo>
                  <a:lnTo>
                    <a:pt x="195096" y="5889735"/>
                  </a:lnTo>
                  <a:lnTo>
                    <a:pt x="195205" y="5889735"/>
                  </a:lnTo>
                  <a:lnTo>
                    <a:pt x="195313" y="5889735"/>
                  </a:lnTo>
                  <a:lnTo>
                    <a:pt x="195421" y="5889735"/>
                  </a:lnTo>
                  <a:lnTo>
                    <a:pt x="195530" y="5889735"/>
                  </a:lnTo>
                  <a:lnTo>
                    <a:pt x="195530" y="5889111"/>
                  </a:lnTo>
                  <a:lnTo>
                    <a:pt x="195530" y="5888487"/>
                  </a:lnTo>
                  <a:lnTo>
                    <a:pt x="195638" y="5888487"/>
                  </a:lnTo>
                  <a:lnTo>
                    <a:pt x="195747" y="5888487"/>
                  </a:lnTo>
                  <a:lnTo>
                    <a:pt x="195855" y="5888487"/>
                  </a:lnTo>
                  <a:lnTo>
                    <a:pt x="195964" y="5888487"/>
                  </a:lnTo>
                  <a:lnTo>
                    <a:pt x="196072" y="5888487"/>
                  </a:lnTo>
                  <a:lnTo>
                    <a:pt x="196181" y="5888487"/>
                  </a:lnTo>
                  <a:lnTo>
                    <a:pt x="196181" y="5887864"/>
                  </a:lnTo>
                  <a:lnTo>
                    <a:pt x="196181" y="5887240"/>
                  </a:lnTo>
                  <a:lnTo>
                    <a:pt x="196289" y="5887240"/>
                  </a:lnTo>
                  <a:lnTo>
                    <a:pt x="196397" y="5887240"/>
                  </a:lnTo>
                  <a:lnTo>
                    <a:pt x="196506" y="5887240"/>
                  </a:lnTo>
                  <a:lnTo>
                    <a:pt x="196614" y="5887240"/>
                  </a:lnTo>
                  <a:lnTo>
                    <a:pt x="196614" y="5886617"/>
                  </a:lnTo>
                  <a:lnTo>
                    <a:pt x="196614" y="5885993"/>
                  </a:lnTo>
                  <a:lnTo>
                    <a:pt x="196614" y="5885369"/>
                  </a:lnTo>
                  <a:lnTo>
                    <a:pt x="196614" y="5884746"/>
                  </a:lnTo>
                  <a:lnTo>
                    <a:pt x="196723" y="5884746"/>
                  </a:lnTo>
                  <a:lnTo>
                    <a:pt x="196831" y="5884746"/>
                  </a:lnTo>
                  <a:lnTo>
                    <a:pt x="196940" y="5884746"/>
                  </a:lnTo>
                  <a:lnTo>
                    <a:pt x="197048" y="5884746"/>
                  </a:lnTo>
                  <a:lnTo>
                    <a:pt x="197048" y="5884122"/>
                  </a:lnTo>
                  <a:lnTo>
                    <a:pt x="197157" y="5884122"/>
                  </a:lnTo>
                  <a:lnTo>
                    <a:pt x="197265" y="5884122"/>
                  </a:lnTo>
                  <a:lnTo>
                    <a:pt x="197373" y="5884122"/>
                  </a:lnTo>
                  <a:lnTo>
                    <a:pt x="197482" y="5884122"/>
                  </a:lnTo>
                  <a:lnTo>
                    <a:pt x="197590" y="5884122"/>
                  </a:lnTo>
                  <a:lnTo>
                    <a:pt x="197699" y="5884122"/>
                  </a:lnTo>
                  <a:lnTo>
                    <a:pt x="197699" y="5883499"/>
                  </a:lnTo>
                  <a:lnTo>
                    <a:pt x="197699" y="5882875"/>
                  </a:lnTo>
                  <a:lnTo>
                    <a:pt x="197807" y="5882875"/>
                  </a:lnTo>
                  <a:lnTo>
                    <a:pt x="197807" y="5882252"/>
                  </a:lnTo>
                  <a:lnTo>
                    <a:pt x="197916" y="5882252"/>
                  </a:lnTo>
                  <a:lnTo>
                    <a:pt x="198024" y="5882252"/>
                  </a:lnTo>
                  <a:lnTo>
                    <a:pt x="198024" y="5881628"/>
                  </a:lnTo>
                  <a:lnTo>
                    <a:pt x="198133" y="5881628"/>
                  </a:lnTo>
                  <a:lnTo>
                    <a:pt x="198133" y="5881004"/>
                  </a:lnTo>
                  <a:lnTo>
                    <a:pt x="198133" y="5880381"/>
                  </a:lnTo>
                  <a:lnTo>
                    <a:pt x="198241" y="5880381"/>
                  </a:lnTo>
                  <a:lnTo>
                    <a:pt x="198241" y="5879757"/>
                  </a:lnTo>
                  <a:lnTo>
                    <a:pt x="198350" y="5879757"/>
                  </a:lnTo>
                  <a:lnTo>
                    <a:pt x="198350" y="5879134"/>
                  </a:lnTo>
                  <a:lnTo>
                    <a:pt x="198350" y="5878510"/>
                  </a:lnTo>
                  <a:lnTo>
                    <a:pt x="198458" y="5878510"/>
                  </a:lnTo>
                  <a:lnTo>
                    <a:pt x="198458" y="5877886"/>
                  </a:lnTo>
                  <a:lnTo>
                    <a:pt x="198566" y="5877886"/>
                  </a:lnTo>
                  <a:lnTo>
                    <a:pt x="198566" y="5877263"/>
                  </a:lnTo>
                  <a:lnTo>
                    <a:pt x="198675" y="5877263"/>
                  </a:lnTo>
                  <a:lnTo>
                    <a:pt x="198783" y="5877263"/>
                  </a:lnTo>
                  <a:lnTo>
                    <a:pt x="198892" y="5877263"/>
                  </a:lnTo>
                  <a:lnTo>
                    <a:pt x="199000" y="5877263"/>
                  </a:lnTo>
                  <a:lnTo>
                    <a:pt x="199109" y="5877263"/>
                  </a:lnTo>
                  <a:lnTo>
                    <a:pt x="199217" y="5877263"/>
                  </a:lnTo>
                  <a:lnTo>
                    <a:pt x="199326" y="5877263"/>
                  </a:lnTo>
                  <a:lnTo>
                    <a:pt x="199326" y="5876639"/>
                  </a:lnTo>
                  <a:lnTo>
                    <a:pt x="199434" y="5876639"/>
                  </a:lnTo>
                  <a:lnTo>
                    <a:pt x="199434" y="5876016"/>
                  </a:lnTo>
                  <a:lnTo>
                    <a:pt x="199542" y="5876016"/>
                  </a:lnTo>
                  <a:lnTo>
                    <a:pt x="199651" y="5876016"/>
                  </a:lnTo>
                  <a:lnTo>
                    <a:pt x="199759" y="5876016"/>
                  </a:lnTo>
                  <a:lnTo>
                    <a:pt x="199759" y="5875392"/>
                  </a:lnTo>
                  <a:lnTo>
                    <a:pt x="199868" y="5875392"/>
                  </a:lnTo>
                  <a:lnTo>
                    <a:pt x="199976" y="5875392"/>
                  </a:lnTo>
                  <a:lnTo>
                    <a:pt x="200085" y="5875392"/>
                  </a:lnTo>
                  <a:lnTo>
                    <a:pt x="200193" y="5875392"/>
                  </a:lnTo>
                  <a:lnTo>
                    <a:pt x="200302" y="5875392"/>
                  </a:lnTo>
                  <a:lnTo>
                    <a:pt x="200410" y="5875392"/>
                  </a:lnTo>
                  <a:lnTo>
                    <a:pt x="200518" y="5875392"/>
                  </a:lnTo>
                  <a:lnTo>
                    <a:pt x="200627" y="5875392"/>
                  </a:lnTo>
                  <a:lnTo>
                    <a:pt x="200627" y="5874769"/>
                  </a:lnTo>
                  <a:lnTo>
                    <a:pt x="200627" y="5874145"/>
                  </a:lnTo>
                  <a:lnTo>
                    <a:pt x="200735" y="5874145"/>
                  </a:lnTo>
                  <a:lnTo>
                    <a:pt x="200844" y="5874145"/>
                  </a:lnTo>
                  <a:lnTo>
                    <a:pt x="200844" y="5873521"/>
                  </a:lnTo>
                  <a:lnTo>
                    <a:pt x="200952" y="5873521"/>
                  </a:lnTo>
                  <a:lnTo>
                    <a:pt x="200952" y="5872898"/>
                  </a:lnTo>
                  <a:lnTo>
                    <a:pt x="200952" y="5872274"/>
                  </a:lnTo>
                  <a:lnTo>
                    <a:pt x="201061" y="5872274"/>
                  </a:lnTo>
                  <a:lnTo>
                    <a:pt x="201169" y="5872274"/>
                  </a:lnTo>
                  <a:lnTo>
                    <a:pt x="201169" y="5871651"/>
                  </a:lnTo>
                  <a:lnTo>
                    <a:pt x="201278" y="5871651"/>
                  </a:lnTo>
                  <a:lnTo>
                    <a:pt x="201278" y="5871027"/>
                  </a:lnTo>
                  <a:lnTo>
                    <a:pt x="201386" y="5871027"/>
                  </a:lnTo>
                  <a:lnTo>
                    <a:pt x="201494" y="5871027"/>
                  </a:lnTo>
                  <a:lnTo>
                    <a:pt x="201603" y="5871027"/>
                  </a:lnTo>
                  <a:lnTo>
                    <a:pt x="201711" y="5871027"/>
                  </a:lnTo>
                  <a:lnTo>
                    <a:pt x="201820" y="5871027"/>
                  </a:lnTo>
                  <a:lnTo>
                    <a:pt x="201928" y="5871027"/>
                  </a:lnTo>
                  <a:lnTo>
                    <a:pt x="202037" y="5871027"/>
                  </a:lnTo>
                  <a:lnTo>
                    <a:pt x="202145" y="5871027"/>
                  </a:lnTo>
                  <a:lnTo>
                    <a:pt x="202145" y="5870403"/>
                  </a:lnTo>
                  <a:lnTo>
                    <a:pt x="202254" y="5870403"/>
                  </a:lnTo>
                  <a:lnTo>
                    <a:pt x="202362" y="5870403"/>
                  </a:lnTo>
                  <a:lnTo>
                    <a:pt x="202362" y="5869780"/>
                  </a:lnTo>
                  <a:lnTo>
                    <a:pt x="202471" y="5869780"/>
                  </a:lnTo>
                  <a:lnTo>
                    <a:pt x="202579" y="5869780"/>
                  </a:lnTo>
                  <a:lnTo>
                    <a:pt x="202579" y="5869156"/>
                  </a:lnTo>
                  <a:lnTo>
                    <a:pt x="202579" y="5868533"/>
                  </a:lnTo>
                  <a:lnTo>
                    <a:pt x="202579" y="5867909"/>
                  </a:lnTo>
                  <a:lnTo>
                    <a:pt x="202687" y="5867909"/>
                  </a:lnTo>
                  <a:lnTo>
                    <a:pt x="202796" y="5867909"/>
                  </a:lnTo>
                  <a:lnTo>
                    <a:pt x="202904" y="5867909"/>
                  </a:lnTo>
                  <a:lnTo>
                    <a:pt x="203013" y="5867909"/>
                  </a:lnTo>
                  <a:lnTo>
                    <a:pt x="203013" y="5867286"/>
                  </a:lnTo>
                  <a:lnTo>
                    <a:pt x="203013" y="5866662"/>
                  </a:lnTo>
                  <a:lnTo>
                    <a:pt x="203121" y="5866662"/>
                  </a:lnTo>
                  <a:lnTo>
                    <a:pt x="203230" y="5866662"/>
                  </a:lnTo>
                  <a:lnTo>
                    <a:pt x="203230" y="5866038"/>
                  </a:lnTo>
                  <a:lnTo>
                    <a:pt x="203338" y="5866038"/>
                  </a:lnTo>
                  <a:lnTo>
                    <a:pt x="203447" y="5866038"/>
                  </a:lnTo>
                  <a:lnTo>
                    <a:pt x="203555" y="5866038"/>
                  </a:lnTo>
                  <a:lnTo>
                    <a:pt x="203663" y="5866038"/>
                  </a:lnTo>
                  <a:lnTo>
                    <a:pt x="203772" y="5866038"/>
                  </a:lnTo>
                  <a:lnTo>
                    <a:pt x="203880" y="5866038"/>
                  </a:lnTo>
                  <a:lnTo>
                    <a:pt x="203880" y="5865415"/>
                  </a:lnTo>
                  <a:lnTo>
                    <a:pt x="203989" y="5865415"/>
                  </a:lnTo>
                  <a:lnTo>
                    <a:pt x="204097" y="5865415"/>
                  </a:lnTo>
                  <a:lnTo>
                    <a:pt x="204206" y="5865415"/>
                  </a:lnTo>
                  <a:lnTo>
                    <a:pt x="204314" y="5865415"/>
                  </a:lnTo>
                  <a:lnTo>
                    <a:pt x="204423" y="5865415"/>
                  </a:lnTo>
                  <a:lnTo>
                    <a:pt x="204531" y="5865415"/>
                  </a:lnTo>
                  <a:lnTo>
                    <a:pt x="204639" y="5865415"/>
                  </a:lnTo>
                  <a:lnTo>
                    <a:pt x="204639" y="5864791"/>
                  </a:lnTo>
                  <a:lnTo>
                    <a:pt x="204639" y="5864168"/>
                  </a:lnTo>
                  <a:lnTo>
                    <a:pt x="204639" y="5863544"/>
                  </a:lnTo>
                  <a:lnTo>
                    <a:pt x="204748" y="5863544"/>
                  </a:lnTo>
                  <a:lnTo>
                    <a:pt x="204856" y="5863544"/>
                  </a:lnTo>
                  <a:lnTo>
                    <a:pt x="204856" y="5862920"/>
                  </a:lnTo>
                  <a:lnTo>
                    <a:pt x="204965" y="5862920"/>
                  </a:lnTo>
                  <a:lnTo>
                    <a:pt x="204965" y="5862297"/>
                  </a:lnTo>
                  <a:lnTo>
                    <a:pt x="205073" y="5862297"/>
                  </a:lnTo>
                  <a:lnTo>
                    <a:pt x="205182" y="5862297"/>
                  </a:lnTo>
                  <a:lnTo>
                    <a:pt x="205290" y="5862297"/>
                  </a:lnTo>
                  <a:lnTo>
                    <a:pt x="205399" y="5862297"/>
                  </a:lnTo>
                  <a:lnTo>
                    <a:pt x="205507" y="5862297"/>
                  </a:lnTo>
                  <a:lnTo>
                    <a:pt x="205615" y="5862297"/>
                  </a:lnTo>
                  <a:lnTo>
                    <a:pt x="205724" y="5862297"/>
                  </a:lnTo>
                  <a:lnTo>
                    <a:pt x="205724" y="5861673"/>
                  </a:lnTo>
                  <a:lnTo>
                    <a:pt x="205832" y="5861673"/>
                  </a:lnTo>
                  <a:lnTo>
                    <a:pt x="205941" y="5861673"/>
                  </a:lnTo>
                  <a:lnTo>
                    <a:pt x="205941" y="5861050"/>
                  </a:lnTo>
                  <a:lnTo>
                    <a:pt x="206049" y="5861050"/>
                  </a:lnTo>
                  <a:lnTo>
                    <a:pt x="206158" y="5861050"/>
                  </a:lnTo>
                  <a:lnTo>
                    <a:pt x="206266" y="5861050"/>
                  </a:lnTo>
                  <a:lnTo>
                    <a:pt x="206375" y="5861050"/>
                  </a:lnTo>
                  <a:lnTo>
                    <a:pt x="206483" y="5861050"/>
                  </a:lnTo>
                  <a:lnTo>
                    <a:pt x="206591" y="5861050"/>
                  </a:lnTo>
                  <a:lnTo>
                    <a:pt x="206700" y="5861050"/>
                  </a:lnTo>
                  <a:lnTo>
                    <a:pt x="206700" y="5860426"/>
                  </a:lnTo>
                  <a:lnTo>
                    <a:pt x="206808" y="5860426"/>
                  </a:lnTo>
                  <a:lnTo>
                    <a:pt x="206917" y="5860426"/>
                  </a:lnTo>
                  <a:lnTo>
                    <a:pt x="207025" y="5860426"/>
                  </a:lnTo>
                  <a:lnTo>
                    <a:pt x="207134" y="5860426"/>
                  </a:lnTo>
                  <a:lnTo>
                    <a:pt x="207242" y="5860426"/>
                  </a:lnTo>
                  <a:lnTo>
                    <a:pt x="207351" y="5860426"/>
                  </a:lnTo>
                  <a:lnTo>
                    <a:pt x="207459" y="5860426"/>
                  </a:lnTo>
                  <a:lnTo>
                    <a:pt x="207568" y="5860426"/>
                  </a:lnTo>
                  <a:lnTo>
                    <a:pt x="207676" y="5860426"/>
                  </a:lnTo>
                  <a:lnTo>
                    <a:pt x="207784" y="5860426"/>
                  </a:lnTo>
                  <a:lnTo>
                    <a:pt x="207784" y="5859803"/>
                  </a:lnTo>
                  <a:lnTo>
                    <a:pt x="207893" y="5859803"/>
                  </a:lnTo>
                  <a:lnTo>
                    <a:pt x="208001" y="5859803"/>
                  </a:lnTo>
                  <a:lnTo>
                    <a:pt x="208001" y="5859179"/>
                  </a:lnTo>
                  <a:lnTo>
                    <a:pt x="208110" y="5859179"/>
                  </a:lnTo>
                  <a:lnTo>
                    <a:pt x="208218" y="5859179"/>
                  </a:lnTo>
                  <a:lnTo>
                    <a:pt x="208327" y="5859179"/>
                  </a:lnTo>
                  <a:lnTo>
                    <a:pt x="208435" y="5859179"/>
                  </a:lnTo>
                  <a:lnTo>
                    <a:pt x="208544" y="5859179"/>
                  </a:lnTo>
                  <a:lnTo>
                    <a:pt x="208652" y="5859179"/>
                  </a:lnTo>
                  <a:lnTo>
                    <a:pt x="208760" y="5859179"/>
                  </a:lnTo>
                  <a:lnTo>
                    <a:pt x="208760" y="5858555"/>
                  </a:lnTo>
                  <a:lnTo>
                    <a:pt x="208760" y="5857932"/>
                  </a:lnTo>
                  <a:lnTo>
                    <a:pt x="208869" y="5857932"/>
                  </a:lnTo>
                  <a:lnTo>
                    <a:pt x="208977" y="5857932"/>
                  </a:lnTo>
                  <a:lnTo>
                    <a:pt x="209086" y="5857932"/>
                  </a:lnTo>
                  <a:lnTo>
                    <a:pt x="209194" y="5857932"/>
                  </a:lnTo>
                  <a:lnTo>
                    <a:pt x="209303" y="5857932"/>
                  </a:lnTo>
                  <a:lnTo>
                    <a:pt x="209303" y="5857308"/>
                  </a:lnTo>
                  <a:lnTo>
                    <a:pt x="209303" y="5856685"/>
                  </a:lnTo>
                  <a:lnTo>
                    <a:pt x="209303" y="5856061"/>
                  </a:lnTo>
                  <a:lnTo>
                    <a:pt x="209411" y="5856061"/>
                  </a:lnTo>
                  <a:lnTo>
                    <a:pt x="209411" y="5855437"/>
                  </a:lnTo>
                  <a:lnTo>
                    <a:pt x="209520" y="5855437"/>
                  </a:lnTo>
                  <a:lnTo>
                    <a:pt x="209628" y="5855437"/>
                  </a:lnTo>
                  <a:lnTo>
                    <a:pt x="209736" y="5855437"/>
                  </a:lnTo>
                  <a:lnTo>
                    <a:pt x="209845" y="5855437"/>
                  </a:lnTo>
                  <a:lnTo>
                    <a:pt x="209953" y="5855437"/>
                  </a:lnTo>
                  <a:lnTo>
                    <a:pt x="210062" y="5855437"/>
                  </a:lnTo>
                  <a:lnTo>
                    <a:pt x="210062" y="5854814"/>
                  </a:lnTo>
                  <a:lnTo>
                    <a:pt x="210170" y="5854814"/>
                  </a:lnTo>
                  <a:lnTo>
                    <a:pt x="210279" y="5854814"/>
                  </a:lnTo>
                  <a:lnTo>
                    <a:pt x="210387" y="5854814"/>
                  </a:lnTo>
                  <a:lnTo>
                    <a:pt x="210496" y="5854814"/>
                  </a:lnTo>
                  <a:lnTo>
                    <a:pt x="210604" y="5854814"/>
                  </a:lnTo>
                  <a:lnTo>
                    <a:pt x="210712" y="5854814"/>
                  </a:lnTo>
                  <a:lnTo>
                    <a:pt x="210821" y="5854814"/>
                  </a:lnTo>
                  <a:lnTo>
                    <a:pt x="210929" y="5854814"/>
                  </a:lnTo>
                  <a:lnTo>
                    <a:pt x="211038" y="5854814"/>
                  </a:lnTo>
                  <a:lnTo>
                    <a:pt x="211038" y="5854190"/>
                  </a:lnTo>
                  <a:lnTo>
                    <a:pt x="211038" y="5853567"/>
                  </a:lnTo>
                  <a:lnTo>
                    <a:pt x="211146" y="5853567"/>
                  </a:lnTo>
                  <a:lnTo>
                    <a:pt x="211255" y="5853567"/>
                  </a:lnTo>
                  <a:lnTo>
                    <a:pt x="211363" y="5853567"/>
                  </a:lnTo>
                  <a:lnTo>
                    <a:pt x="211363" y="5852943"/>
                  </a:lnTo>
                  <a:lnTo>
                    <a:pt x="211472" y="5852943"/>
                  </a:lnTo>
                  <a:lnTo>
                    <a:pt x="211472" y="5852320"/>
                  </a:lnTo>
                  <a:lnTo>
                    <a:pt x="211580" y="5852320"/>
                  </a:lnTo>
                  <a:lnTo>
                    <a:pt x="211580" y="5851696"/>
                  </a:lnTo>
                  <a:lnTo>
                    <a:pt x="211689" y="5851696"/>
                  </a:lnTo>
                  <a:lnTo>
                    <a:pt x="211797" y="5851696"/>
                  </a:lnTo>
                  <a:lnTo>
                    <a:pt x="211905" y="5851696"/>
                  </a:lnTo>
                  <a:lnTo>
                    <a:pt x="212014" y="5851696"/>
                  </a:lnTo>
                  <a:lnTo>
                    <a:pt x="212122" y="5851696"/>
                  </a:lnTo>
                  <a:lnTo>
                    <a:pt x="212122" y="5851072"/>
                  </a:lnTo>
                  <a:lnTo>
                    <a:pt x="212122" y="5850449"/>
                  </a:lnTo>
                  <a:lnTo>
                    <a:pt x="212122" y="5849825"/>
                  </a:lnTo>
                  <a:lnTo>
                    <a:pt x="212122" y="5849202"/>
                  </a:lnTo>
                  <a:lnTo>
                    <a:pt x="212122" y="5848578"/>
                  </a:lnTo>
                  <a:lnTo>
                    <a:pt x="212231" y="5848578"/>
                  </a:lnTo>
                  <a:lnTo>
                    <a:pt x="212339" y="5848578"/>
                  </a:lnTo>
                  <a:lnTo>
                    <a:pt x="212339" y="5847954"/>
                  </a:lnTo>
                  <a:lnTo>
                    <a:pt x="212448" y="5847954"/>
                  </a:lnTo>
                  <a:lnTo>
                    <a:pt x="212556" y="5847954"/>
                  </a:lnTo>
                  <a:lnTo>
                    <a:pt x="212665" y="5847954"/>
                  </a:lnTo>
                  <a:lnTo>
                    <a:pt x="212773" y="5847954"/>
                  </a:lnTo>
                  <a:lnTo>
                    <a:pt x="212881" y="5847954"/>
                  </a:lnTo>
                  <a:lnTo>
                    <a:pt x="212990" y="5847954"/>
                  </a:lnTo>
                  <a:lnTo>
                    <a:pt x="213098" y="5847954"/>
                  </a:lnTo>
                  <a:lnTo>
                    <a:pt x="213098" y="5847331"/>
                  </a:lnTo>
                  <a:lnTo>
                    <a:pt x="213207" y="5847331"/>
                  </a:lnTo>
                  <a:lnTo>
                    <a:pt x="213315" y="5847331"/>
                  </a:lnTo>
                  <a:lnTo>
                    <a:pt x="213315" y="5846707"/>
                  </a:lnTo>
                  <a:lnTo>
                    <a:pt x="213424" y="5846707"/>
                  </a:lnTo>
                  <a:lnTo>
                    <a:pt x="213424" y="5846084"/>
                  </a:lnTo>
                  <a:lnTo>
                    <a:pt x="213532" y="5846084"/>
                  </a:lnTo>
                  <a:lnTo>
                    <a:pt x="213641" y="5846084"/>
                  </a:lnTo>
                  <a:lnTo>
                    <a:pt x="213749" y="5846084"/>
                  </a:lnTo>
                  <a:lnTo>
                    <a:pt x="213749" y="5845460"/>
                  </a:lnTo>
                  <a:lnTo>
                    <a:pt x="213749" y="5844837"/>
                  </a:lnTo>
                  <a:lnTo>
                    <a:pt x="213749" y="5844213"/>
                  </a:lnTo>
                  <a:lnTo>
                    <a:pt x="213857" y="5844213"/>
                  </a:lnTo>
                  <a:lnTo>
                    <a:pt x="213966" y="5844213"/>
                  </a:lnTo>
                  <a:lnTo>
                    <a:pt x="214074" y="5844213"/>
                  </a:lnTo>
                  <a:lnTo>
                    <a:pt x="214183" y="5844213"/>
                  </a:lnTo>
                  <a:lnTo>
                    <a:pt x="214291" y="5844213"/>
                  </a:lnTo>
                  <a:lnTo>
                    <a:pt x="214400" y="5844213"/>
                  </a:lnTo>
                  <a:lnTo>
                    <a:pt x="214508" y="5844213"/>
                  </a:lnTo>
                  <a:lnTo>
                    <a:pt x="214617" y="5844213"/>
                  </a:lnTo>
                  <a:lnTo>
                    <a:pt x="214617" y="5843589"/>
                  </a:lnTo>
                  <a:lnTo>
                    <a:pt x="214617" y="5842966"/>
                  </a:lnTo>
                  <a:lnTo>
                    <a:pt x="214725" y="5842966"/>
                  </a:lnTo>
                  <a:lnTo>
                    <a:pt x="214833" y="5842966"/>
                  </a:lnTo>
                  <a:lnTo>
                    <a:pt x="214833" y="5842342"/>
                  </a:lnTo>
                  <a:lnTo>
                    <a:pt x="214833" y="5841719"/>
                  </a:lnTo>
                  <a:lnTo>
                    <a:pt x="214942" y="5841719"/>
                  </a:lnTo>
                  <a:lnTo>
                    <a:pt x="215050" y="5841719"/>
                  </a:lnTo>
                  <a:lnTo>
                    <a:pt x="215159" y="5841719"/>
                  </a:lnTo>
                  <a:lnTo>
                    <a:pt x="215159" y="5841095"/>
                  </a:lnTo>
                  <a:lnTo>
                    <a:pt x="215267" y="5841095"/>
                  </a:lnTo>
                  <a:lnTo>
                    <a:pt x="215376" y="5841095"/>
                  </a:lnTo>
                  <a:lnTo>
                    <a:pt x="215484" y="5841095"/>
                  </a:lnTo>
                  <a:lnTo>
                    <a:pt x="215484" y="5840472"/>
                  </a:lnTo>
                  <a:lnTo>
                    <a:pt x="215484" y="5839848"/>
                  </a:lnTo>
                  <a:lnTo>
                    <a:pt x="215593" y="5839848"/>
                  </a:lnTo>
                  <a:lnTo>
                    <a:pt x="215701" y="5839848"/>
                  </a:lnTo>
                  <a:lnTo>
                    <a:pt x="215701" y="5839224"/>
                  </a:lnTo>
                  <a:lnTo>
                    <a:pt x="215810" y="5839224"/>
                  </a:lnTo>
                  <a:lnTo>
                    <a:pt x="215918" y="5839224"/>
                  </a:lnTo>
                  <a:lnTo>
                    <a:pt x="216026" y="5839224"/>
                  </a:lnTo>
                  <a:lnTo>
                    <a:pt x="216135" y="5839224"/>
                  </a:lnTo>
                  <a:lnTo>
                    <a:pt x="216135" y="5838601"/>
                  </a:lnTo>
                  <a:lnTo>
                    <a:pt x="216243" y="5838601"/>
                  </a:lnTo>
                  <a:lnTo>
                    <a:pt x="216352" y="5838601"/>
                  </a:lnTo>
                  <a:lnTo>
                    <a:pt x="216460" y="5838601"/>
                  </a:lnTo>
                  <a:lnTo>
                    <a:pt x="216569" y="5838601"/>
                  </a:lnTo>
                  <a:lnTo>
                    <a:pt x="216677" y="5838601"/>
                  </a:lnTo>
                  <a:lnTo>
                    <a:pt x="216786" y="5838601"/>
                  </a:lnTo>
                  <a:lnTo>
                    <a:pt x="216894" y="5838601"/>
                  </a:lnTo>
                  <a:lnTo>
                    <a:pt x="217002" y="5838601"/>
                  </a:lnTo>
                  <a:lnTo>
                    <a:pt x="217111" y="5838601"/>
                  </a:lnTo>
                  <a:lnTo>
                    <a:pt x="217111" y="5837977"/>
                  </a:lnTo>
                  <a:lnTo>
                    <a:pt x="217219" y="5837977"/>
                  </a:lnTo>
                  <a:lnTo>
                    <a:pt x="217219" y="5837354"/>
                  </a:lnTo>
                  <a:lnTo>
                    <a:pt x="217328" y="5837354"/>
                  </a:lnTo>
                  <a:lnTo>
                    <a:pt x="217328" y="5836730"/>
                  </a:lnTo>
                  <a:lnTo>
                    <a:pt x="217328" y="5836106"/>
                  </a:lnTo>
                  <a:lnTo>
                    <a:pt x="217436" y="5836106"/>
                  </a:lnTo>
                  <a:lnTo>
                    <a:pt x="217545" y="5836106"/>
                  </a:lnTo>
                  <a:lnTo>
                    <a:pt x="217653" y="5836106"/>
                  </a:lnTo>
                  <a:lnTo>
                    <a:pt x="217762" y="5836106"/>
                  </a:lnTo>
                  <a:lnTo>
                    <a:pt x="217870" y="5836106"/>
                  </a:lnTo>
                  <a:lnTo>
                    <a:pt x="217870" y="5835483"/>
                  </a:lnTo>
                  <a:lnTo>
                    <a:pt x="217978" y="5835483"/>
                  </a:lnTo>
                  <a:lnTo>
                    <a:pt x="218087" y="5835483"/>
                  </a:lnTo>
                  <a:lnTo>
                    <a:pt x="218195" y="5835483"/>
                  </a:lnTo>
                  <a:lnTo>
                    <a:pt x="218195" y="5834859"/>
                  </a:lnTo>
                  <a:lnTo>
                    <a:pt x="218304" y="5834859"/>
                  </a:lnTo>
                  <a:lnTo>
                    <a:pt x="218412" y="5834859"/>
                  </a:lnTo>
                  <a:lnTo>
                    <a:pt x="218521" y="5834859"/>
                  </a:lnTo>
                  <a:lnTo>
                    <a:pt x="218629" y="5834859"/>
                  </a:lnTo>
                  <a:lnTo>
                    <a:pt x="218738" y="5834859"/>
                  </a:lnTo>
                  <a:lnTo>
                    <a:pt x="218846" y="5834859"/>
                  </a:lnTo>
                  <a:lnTo>
                    <a:pt x="218954" y="5834859"/>
                  </a:lnTo>
                  <a:lnTo>
                    <a:pt x="219063" y="5834859"/>
                  </a:lnTo>
                  <a:lnTo>
                    <a:pt x="219171" y="5834859"/>
                  </a:lnTo>
                  <a:lnTo>
                    <a:pt x="219280" y="5834859"/>
                  </a:lnTo>
                  <a:lnTo>
                    <a:pt x="219388" y="5834859"/>
                  </a:lnTo>
                  <a:lnTo>
                    <a:pt x="219388" y="5834236"/>
                  </a:lnTo>
                  <a:lnTo>
                    <a:pt x="219388" y="5833612"/>
                  </a:lnTo>
                  <a:lnTo>
                    <a:pt x="219497" y="5833612"/>
                  </a:lnTo>
                  <a:lnTo>
                    <a:pt x="219605" y="5833612"/>
                  </a:lnTo>
                  <a:lnTo>
                    <a:pt x="219714" y="5833612"/>
                  </a:lnTo>
                  <a:lnTo>
                    <a:pt x="219714" y="5832989"/>
                  </a:lnTo>
                  <a:lnTo>
                    <a:pt x="219714" y="5832365"/>
                  </a:lnTo>
                  <a:lnTo>
                    <a:pt x="219822" y="5832365"/>
                  </a:lnTo>
                  <a:lnTo>
                    <a:pt x="219931" y="5832365"/>
                  </a:lnTo>
                  <a:lnTo>
                    <a:pt x="220039" y="5832365"/>
                  </a:lnTo>
                  <a:lnTo>
                    <a:pt x="220147" y="5832365"/>
                  </a:lnTo>
                  <a:lnTo>
                    <a:pt x="220256" y="5832365"/>
                  </a:lnTo>
                  <a:lnTo>
                    <a:pt x="220364" y="5832365"/>
                  </a:lnTo>
                  <a:lnTo>
                    <a:pt x="220364" y="5831741"/>
                  </a:lnTo>
                  <a:lnTo>
                    <a:pt x="220473" y="5831741"/>
                  </a:lnTo>
                  <a:lnTo>
                    <a:pt x="220581" y="5831741"/>
                  </a:lnTo>
                  <a:lnTo>
                    <a:pt x="220690" y="5831741"/>
                  </a:lnTo>
                  <a:lnTo>
                    <a:pt x="220798" y="5831741"/>
                  </a:lnTo>
                  <a:lnTo>
                    <a:pt x="220907" y="5831741"/>
                  </a:lnTo>
                  <a:lnTo>
                    <a:pt x="221015" y="5831741"/>
                  </a:lnTo>
                  <a:lnTo>
                    <a:pt x="221015" y="5831118"/>
                  </a:lnTo>
                  <a:lnTo>
                    <a:pt x="221123" y="5831118"/>
                  </a:lnTo>
                  <a:lnTo>
                    <a:pt x="221232" y="5831118"/>
                  </a:lnTo>
                  <a:lnTo>
                    <a:pt x="221340" y="5831118"/>
                  </a:lnTo>
                  <a:lnTo>
                    <a:pt x="221340" y="5830494"/>
                  </a:lnTo>
                  <a:lnTo>
                    <a:pt x="221449" y="5830494"/>
                  </a:lnTo>
                  <a:lnTo>
                    <a:pt x="221449" y="5829871"/>
                  </a:lnTo>
                  <a:lnTo>
                    <a:pt x="221557" y="5829871"/>
                  </a:lnTo>
                  <a:lnTo>
                    <a:pt x="221666" y="5829871"/>
                  </a:lnTo>
                  <a:lnTo>
                    <a:pt x="221774" y="5829871"/>
                  </a:lnTo>
                  <a:lnTo>
                    <a:pt x="221883" y="5829871"/>
                  </a:lnTo>
                  <a:lnTo>
                    <a:pt x="221883" y="5829247"/>
                  </a:lnTo>
                  <a:lnTo>
                    <a:pt x="221991" y="5829247"/>
                  </a:lnTo>
                  <a:lnTo>
                    <a:pt x="222099" y="5829247"/>
                  </a:lnTo>
                  <a:lnTo>
                    <a:pt x="222099" y="5828623"/>
                  </a:lnTo>
                  <a:lnTo>
                    <a:pt x="222099" y="5828000"/>
                  </a:lnTo>
                  <a:lnTo>
                    <a:pt x="222208" y="5828000"/>
                  </a:lnTo>
                  <a:lnTo>
                    <a:pt x="222316" y="5828000"/>
                  </a:lnTo>
                  <a:lnTo>
                    <a:pt x="222425" y="5828000"/>
                  </a:lnTo>
                  <a:lnTo>
                    <a:pt x="222425" y="5827376"/>
                  </a:lnTo>
                  <a:lnTo>
                    <a:pt x="222533" y="5827376"/>
                  </a:lnTo>
                  <a:lnTo>
                    <a:pt x="222642" y="5827376"/>
                  </a:lnTo>
                  <a:lnTo>
                    <a:pt x="222642" y="5826753"/>
                  </a:lnTo>
                  <a:lnTo>
                    <a:pt x="222750" y="5826753"/>
                  </a:lnTo>
                  <a:lnTo>
                    <a:pt x="222750" y="5826129"/>
                  </a:lnTo>
                  <a:lnTo>
                    <a:pt x="222750" y="5825506"/>
                  </a:lnTo>
                  <a:lnTo>
                    <a:pt x="222750" y="5824882"/>
                  </a:lnTo>
                  <a:lnTo>
                    <a:pt x="222859" y="5824882"/>
                  </a:lnTo>
                  <a:lnTo>
                    <a:pt x="222859" y="5824258"/>
                  </a:lnTo>
                  <a:lnTo>
                    <a:pt x="222967" y="5824258"/>
                  </a:lnTo>
                  <a:lnTo>
                    <a:pt x="223075" y="5824258"/>
                  </a:lnTo>
                  <a:lnTo>
                    <a:pt x="223184" y="5824258"/>
                  </a:lnTo>
                  <a:lnTo>
                    <a:pt x="223292" y="5824258"/>
                  </a:lnTo>
                  <a:lnTo>
                    <a:pt x="223401" y="5824258"/>
                  </a:lnTo>
                  <a:lnTo>
                    <a:pt x="223509" y="5824258"/>
                  </a:lnTo>
                  <a:lnTo>
                    <a:pt x="223509" y="5823635"/>
                  </a:lnTo>
                  <a:lnTo>
                    <a:pt x="223618" y="5823635"/>
                  </a:lnTo>
                  <a:lnTo>
                    <a:pt x="223618" y="5823011"/>
                  </a:lnTo>
                  <a:lnTo>
                    <a:pt x="223726" y="5823011"/>
                  </a:lnTo>
                  <a:lnTo>
                    <a:pt x="223835" y="5823011"/>
                  </a:lnTo>
                  <a:lnTo>
                    <a:pt x="223943" y="5823011"/>
                  </a:lnTo>
                  <a:lnTo>
                    <a:pt x="224052" y="5823011"/>
                  </a:lnTo>
                  <a:lnTo>
                    <a:pt x="224160" y="5823011"/>
                  </a:lnTo>
                  <a:lnTo>
                    <a:pt x="224268" y="5823011"/>
                  </a:lnTo>
                  <a:lnTo>
                    <a:pt x="224377" y="5823011"/>
                  </a:lnTo>
                  <a:lnTo>
                    <a:pt x="224377" y="5822388"/>
                  </a:lnTo>
                  <a:lnTo>
                    <a:pt x="224485" y="5822388"/>
                  </a:lnTo>
                  <a:lnTo>
                    <a:pt x="224594" y="5822388"/>
                  </a:lnTo>
                  <a:lnTo>
                    <a:pt x="224702" y="5822388"/>
                  </a:lnTo>
                  <a:lnTo>
                    <a:pt x="224702" y="5821764"/>
                  </a:lnTo>
                  <a:lnTo>
                    <a:pt x="224811" y="5821764"/>
                  </a:lnTo>
                  <a:lnTo>
                    <a:pt x="224919" y="5821764"/>
                  </a:lnTo>
                  <a:lnTo>
                    <a:pt x="225028" y="5821764"/>
                  </a:lnTo>
                  <a:lnTo>
                    <a:pt x="225028" y="5821140"/>
                  </a:lnTo>
                  <a:lnTo>
                    <a:pt x="225136" y="5821140"/>
                  </a:lnTo>
                  <a:lnTo>
                    <a:pt x="225244" y="5821140"/>
                  </a:lnTo>
                  <a:lnTo>
                    <a:pt x="225353" y="5821140"/>
                  </a:lnTo>
                  <a:lnTo>
                    <a:pt x="225461" y="5821140"/>
                  </a:lnTo>
                  <a:lnTo>
                    <a:pt x="225570" y="5821140"/>
                  </a:lnTo>
                  <a:lnTo>
                    <a:pt x="225678" y="5821140"/>
                  </a:lnTo>
                  <a:lnTo>
                    <a:pt x="225678" y="5820517"/>
                  </a:lnTo>
                  <a:lnTo>
                    <a:pt x="225787" y="5820517"/>
                  </a:lnTo>
                  <a:lnTo>
                    <a:pt x="225787" y="5819893"/>
                  </a:lnTo>
                  <a:lnTo>
                    <a:pt x="225895" y="5819893"/>
                  </a:lnTo>
                  <a:lnTo>
                    <a:pt x="226004" y="5819893"/>
                  </a:lnTo>
                  <a:lnTo>
                    <a:pt x="226112" y="5819893"/>
                  </a:lnTo>
                  <a:lnTo>
                    <a:pt x="226220" y="5819893"/>
                  </a:lnTo>
                  <a:lnTo>
                    <a:pt x="226329" y="5819893"/>
                  </a:lnTo>
                  <a:lnTo>
                    <a:pt x="226437" y="5819893"/>
                  </a:lnTo>
                  <a:lnTo>
                    <a:pt x="226546" y="5819893"/>
                  </a:lnTo>
                  <a:lnTo>
                    <a:pt x="226654" y="5819893"/>
                  </a:lnTo>
                  <a:lnTo>
                    <a:pt x="226763" y="5819893"/>
                  </a:lnTo>
                  <a:lnTo>
                    <a:pt x="226871" y="5819893"/>
                  </a:lnTo>
                  <a:lnTo>
                    <a:pt x="226980" y="5819893"/>
                  </a:lnTo>
                  <a:lnTo>
                    <a:pt x="227088" y="5819893"/>
                  </a:lnTo>
                  <a:lnTo>
                    <a:pt x="227196" y="5819893"/>
                  </a:lnTo>
                  <a:lnTo>
                    <a:pt x="227196" y="5819270"/>
                  </a:lnTo>
                  <a:lnTo>
                    <a:pt x="227305" y="5819270"/>
                  </a:lnTo>
                  <a:lnTo>
                    <a:pt x="227305" y="5818646"/>
                  </a:lnTo>
                  <a:lnTo>
                    <a:pt x="227305" y="5818023"/>
                  </a:lnTo>
                  <a:lnTo>
                    <a:pt x="227305" y="5817399"/>
                  </a:lnTo>
                  <a:lnTo>
                    <a:pt x="227305" y="5816775"/>
                  </a:lnTo>
                  <a:lnTo>
                    <a:pt x="227305" y="5816152"/>
                  </a:lnTo>
                  <a:lnTo>
                    <a:pt x="227305" y="5815528"/>
                  </a:lnTo>
                  <a:lnTo>
                    <a:pt x="227305" y="5814905"/>
                  </a:lnTo>
                  <a:lnTo>
                    <a:pt x="227413" y="5814905"/>
                  </a:lnTo>
                  <a:lnTo>
                    <a:pt x="227522" y="5814905"/>
                  </a:lnTo>
                  <a:lnTo>
                    <a:pt x="227630" y="5814905"/>
                  </a:lnTo>
                  <a:lnTo>
                    <a:pt x="227630" y="5814281"/>
                  </a:lnTo>
                  <a:lnTo>
                    <a:pt x="227630" y="5813657"/>
                  </a:lnTo>
                  <a:lnTo>
                    <a:pt x="227739" y="5813657"/>
                  </a:lnTo>
                  <a:lnTo>
                    <a:pt x="227847" y="5813657"/>
                  </a:lnTo>
                  <a:lnTo>
                    <a:pt x="227847" y="5813034"/>
                  </a:lnTo>
                  <a:lnTo>
                    <a:pt x="227956" y="5813034"/>
                  </a:lnTo>
                  <a:lnTo>
                    <a:pt x="228064" y="5813034"/>
                  </a:lnTo>
                  <a:lnTo>
                    <a:pt x="228173" y="5813034"/>
                  </a:lnTo>
                  <a:lnTo>
                    <a:pt x="228173" y="5812410"/>
                  </a:lnTo>
                  <a:lnTo>
                    <a:pt x="228281" y="5812410"/>
                  </a:lnTo>
                  <a:lnTo>
                    <a:pt x="228389" y="5812410"/>
                  </a:lnTo>
                  <a:lnTo>
                    <a:pt x="228498" y="5812410"/>
                  </a:lnTo>
                  <a:lnTo>
                    <a:pt x="228606" y="5812410"/>
                  </a:lnTo>
                  <a:lnTo>
                    <a:pt x="228715" y="5812410"/>
                  </a:lnTo>
                  <a:lnTo>
                    <a:pt x="228823" y="5812410"/>
                  </a:lnTo>
                  <a:lnTo>
                    <a:pt x="228932" y="5812410"/>
                  </a:lnTo>
                  <a:lnTo>
                    <a:pt x="229040" y="5812410"/>
                  </a:lnTo>
                  <a:lnTo>
                    <a:pt x="229149" y="5812410"/>
                  </a:lnTo>
                  <a:lnTo>
                    <a:pt x="229149" y="5811787"/>
                  </a:lnTo>
                  <a:lnTo>
                    <a:pt x="229257" y="5811787"/>
                  </a:lnTo>
                  <a:lnTo>
                    <a:pt x="229257" y="5811163"/>
                  </a:lnTo>
                  <a:lnTo>
                    <a:pt x="229365" y="5811163"/>
                  </a:lnTo>
                  <a:lnTo>
                    <a:pt x="229474" y="5811163"/>
                  </a:lnTo>
                  <a:lnTo>
                    <a:pt x="229582" y="5811163"/>
                  </a:lnTo>
                  <a:lnTo>
                    <a:pt x="229691" y="5811163"/>
                  </a:lnTo>
                  <a:lnTo>
                    <a:pt x="229691" y="5810540"/>
                  </a:lnTo>
                  <a:lnTo>
                    <a:pt x="229799" y="5810540"/>
                  </a:lnTo>
                  <a:lnTo>
                    <a:pt x="229799" y="5809916"/>
                  </a:lnTo>
                  <a:lnTo>
                    <a:pt x="229908" y="5809916"/>
                  </a:lnTo>
                  <a:lnTo>
                    <a:pt x="230016" y="5809916"/>
                  </a:lnTo>
                  <a:lnTo>
                    <a:pt x="230125" y="5809916"/>
                  </a:lnTo>
                  <a:lnTo>
                    <a:pt x="230233" y="5809916"/>
                  </a:lnTo>
                  <a:lnTo>
                    <a:pt x="230233" y="5809292"/>
                  </a:lnTo>
                  <a:lnTo>
                    <a:pt x="230233" y="5808669"/>
                  </a:lnTo>
                  <a:lnTo>
                    <a:pt x="230233" y="5808045"/>
                  </a:lnTo>
                  <a:lnTo>
                    <a:pt x="230341" y="5808045"/>
                  </a:lnTo>
                  <a:lnTo>
                    <a:pt x="230450" y="5808045"/>
                  </a:lnTo>
                  <a:lnTo>
                    <a:pt x="230558" y="5808045"/>
                  </a:lnTo>
                  <a:lnTo>
                    <a:pt x="230667" y="5808045"/>
                  </a:lnTo>
                  <a:lnTo>
                    <a:pt x="230775" y="5808045"/>
                  </a:lnTo>
                  <a:lnTo>
                    <a:pt x="230884" y="5808045"/>
                  </a:lnTo>
                  <a:lnTo>
                    <a:pt x="230992" y="5808045"/>
                  </a:lnTo>
                  <a:lnTo>
                    <a:pt x="231101" y="5808045"/>
                  </a:lnTo>
                  <a:lnTo>
                    <a:pt x="231209" y="5808045"/>
                  </a:lnTo>
                  <a:lnTo>
                    <a:pt x="231209" y="5807422"/>
                  </a:lnTo>
                  <a:lnTo>
                    <a:pt x="231317" y="5807422"/>
                  </a:lnTo>
                  <a:lnTo>
                    <a:pt x="231426" y="5807422"/>
                  </a:lnTo>
                  <a:lnTo>
                    <a:pt x="231534" y="5807422"/>
                  </a:lnTo>
                  <a:lnTo>
                    <a:pt x="231643" y="5807422"/>
                  </a:lnTo>
                  <a:lnTo>
                    <a:pt x="231751" y="5807422"/>
                  </a:lnTo>
                  <a:lnTo>
                    <a:pt x="231860" y="5807422"/>
                  </a:lnTo>
                  <a:lnTo>
                    <a:pt x="231860" y="5806798"/>
                  </a:lnTo>
                  <a:lnTo>
                    <a:pt x="231860" y="5806174"/>
                  </a:lnTo>
                  <a:lnTo>
                    <a:pt x="231860" y="5805551"/>
                  </a:lnTo>
                  <a:lnTo>
                    <a:pt x="231968" y="5805551"/>
                  </a:lnTo>
                  <a:lnTo>
                    <a:pt x="232077" y="5805551"/>
                  </a:lnTo>
                  <a:lnTo>
                    <a:pt x="232185" y="5805551"/>
                  </a:lnTo>
                  <a:lnTo>
                    <a:pt x="232293" y="5805551"/>
                  </a:lnTo>
                  <a:lnTo>
                    <a:pt x="232402" y="5805551"/>
                  </a:lnTo>
                  <a:lnTo>
                    <a:pt x="232510" y="5805551"/>
                  </a:lnTo>
                  <a:lnTo>
                    <a:pt x="232510" y="5804927"/>
                  </a:lnTo>
                  <a:lnTo>
                    <a:pt x="232619" y="5804927"/>
                  </a:lnTo>
                  <a:lnTo>
                    <a:pt x="232727" y="5804927"/>
                  </a:lnTo>
                  <a:lnTo>
                    <a:pt x="232836" y="5804927"/>
                  </a:lnTo>
                  <a:lnTo>
                    <a:pt x="232944" y="5804927"/>
                  </a:lnTo>
                  <a:lnTo>
                    <a:pt x="233053" y="5804927"/>
                  </a:lnTo>
                  <a:lnTo>
                    <a:pt x="233161" y="5804927"/>
                  </a:lnTo>
                  <a:lnTo>
                    <a:pt x="233270" y="5804927"/>
                  </a:lnTo>
                  <a:lnTo>
                    <a:pt x="233378" y="5804927"/>
                  </a:lnTo>
                  <a:lnTo>
                    <a:pt x="233486" y="5804927"/>
                  </a:lnTo>
                  <a:lnTo>
                    <a:pt x="233486" y="5804304"/>
                  </a:lnTo>
                  <a:lnTo>
                    <a:pt x="233595" y="5804304"/>
                  </a:lnTo>
                  <a:lnTo>
                    <a:pt x="233703" y="5804304"/>
                  </a:lnTo>
                  <a:lnTo>
                    <a:pt x="233812" y="5804304"/>
                  </a:lnTo>
                  <a:lnTo>
                    <a:pt x="233920" y="5804304"/>
                  </a:lnTo>
                  <a:lnTo>
                    <a:pt x="234029" y="5804304"/>
                  </a:lnTo>
                  <a:lnTo>
                    <a:pt x="234137" y="5804304"/>
                  </a:lnTo>
                  <a:lnTo>
                    <a:pt x="234246" y="5804304"/>
                  </a:lnTo>
                  <a:lnTo>
                    <a:pt x="234354" y="5804304"/>
                  </a:lnTo>
                  <a:lnTo>
                    <a:pt x="234354" y="5803680"/>
                  </a:lnTo>
                  <a:lnTo>
                    <a:pt x="234462" y="5803680"/>
                  </a:lnTo>
                  <a:lnTo>
                    <a:pt x="234571" y="5803680"/>
                  </a:lnTo>
                  <a:lnTo>
                    <a:pt x="234571" y="5803057"/>
                  </a:lnTo>
                  <a:lnTo>
                    <a:pt x="234679" y="5803057"/>
                  </a:lnTo>
                  <a:lnTo>
                    <a:pt x="234788" y="5803057"/>
                  </a:lnTo>
                  <a:lnTo>
                    <a:pt x="234788" y="5802433"/>
                  </a:lnTo>
                  <a:lnTo>
                    <a:pt x="234896" y="5802433"/>
                  </a:lnTo>
                  <a:lnTo>
                    <a:pt x="235005" y="5802433"/>
                  </a:lnTo>
                  <a:lnTo>
                    <a:pt x="235005" y="5801809"/>
                  </a:lnTo>
                  <a:lnTo>
                    <a:pt x="235113" y="5801809"/>
                  </a:lnTo>
                  <a:lnTo>
                    <a:pt x="235222" y="5801809"/>
                  </a:lnTo>
                  <a:lnTo>
                    <a:pt x="235330" y="5801809"/>
                  </a:lnTo>
                  <a:lnTo>
                    <a:pt x="235330" y="5801186"/>
                  </a:lnTo>
                  <a:lnTo>
                    <a:pt x="235438" y="5801186"/>
                  </a:lnTo>
                  <a:lnTo>
                    <a:pt x="235547" y="5801186"/>
                  </a:lnTo>
                  <a:lnTo>
                    <a:pt x="235547" y="5800562"/>
                  </a:lnTo>
                  <a:lnTo>
                    <a:pt x="235655" y="5800562"/>
                  </a:lnTo>
                  <a:lnTo>
                    <a:pt x="235764" y="5800562"/>
                  </a:lnTo>
                  <a:lnTo>
                    <a:pt x="235764" y="5799939"/>
                  </a:lnTo>
                  <a:lnTo>
                    <a:pt x="235872" y="5799939"/>
                  </a:lnTo>
                  <a:lnTo>
                    <a:pt x="235981" y="5799939"/>
                  </a:lnTo>
                  <a:lnTo>
                    <a:pt x="236089" y="5799939"/>
                  </a:lnTo>
                  <a:lnTo>
                    <a:pt x="236089" y="5799315"/>
                  </a:lnTo>
                  <a:lnTo>
                    <a:pt x="236089" y="5798691"/>
                  </a:lnTo>
                  <a:lnTo>
                    <a:pt x="236089" y="5798068"/>
                  </a:lnTo>
                  <a:lnTo>
                    <a:pt x="236198" y="5798068"/>
                  </a:lnTo>
                  <a:lnTo>
                    <a:pt x="236306" y="5798068"/>
                  </a:lnTo>
                  <a:lnTo>
                    <a:pt x="236414" y="5798068"/>
                  </a:lnTo>
                  <a:lnTo>
                    <a:pt x="236523" y="5798068"/>
                  </a:lnTo>
                  <a:lnTo>
                    <a:pt x="236631" y="5798068"/>
                  </a:lnTo>
                  <a:lnTo>
                    <a:pt x="236631" y="5797444"/>
                  </a:lnTo>
                  <a:lnTo>
                    <a:pt x="236740" y="5797444"/>
                  </a:lnTo>
                  <a:lnTo>
                    <a:pt x="236848" y="5797444"/>
                  </a:lnTo>
                  <a:lnTo>
                    <a:pt x="236848" y="5796821"/>
                  </a:lnTo>
                  <a:lnTo>
                    <a:pt x="236848" y="5796197"/>
                  </a:lnTo>
                  <a:lnTo>
                    <a:pt x="236957" y="5796197"/>
                  </a:lnTo>
                  <a:lnTo>
                    <a:pt x="237065" y="5796197"/>
                  </a:lnTo>
                  <a:lnTo>
                    <a:pt x="237174" y="5796197"/>
                  </a:lnTo>
                  <a:lnTo>
                    <a:pt x="237174" y="5795574"/>
                  </a:lnTo>
                  <a:lnTo>
                    <a:pt x="237282" y="5795574"/>
                  </a:lnTo>
                  <a:lnTo>
                    <a:pt x="237391" y="5795574"/>
                  </a:lnTo>
                  <a:lnTo>
                    <a:pt x="237499" y="5795574"/>
                  </a:lnTo>
                  <a:lnTo>
                    <a:pt x="237607" y="5795574"/>
                  </a:lnTo>
                  <a:lnTo>
                    <a:pt x="237716" y="5795574"/>
                  </a:lnTo>
                  <a:lnTo>
                    <a:pt x="237824" y="5795574"/>
                  </a:lnTo>
                  <a:lnTo>
                    <a:pt x="237933" y="5795574"/>
                  </a:lnTo>
                  <a:lnTo>
                    <a:pt x="237933" y="5794950"/>
                  </a:lnTo>
                  <a:lnTo>
                    <a:pt x="238041" y="5794950"/>
                  </a:lnTo>
                  <a:lnTo>
                    <a:pt x="238041" y="5794326"/>
                  </a:lnTo>
                  <a:lnTo>
                    <a:pt x="238150" y="5794326"/>
                  </a:lnTo>
                  <a:lnTo>
                    <a:pt x="238258" y="5794326"/>
                  </a:lnTo>
                  <a:lnTo>
                    <a:pt x="238258" y="5793703"/>
                  </a:lnTo>
                  <a:lnTo>
                    <a:pt x="238258" y="5793079"/>
                  </a:lnTo>
                  <a:lnTo>
                    <a:pt x="238367" y="5793079"/>
                  </a:lnTo>
                  <a:lnTo>
                    <a:pt x="238367" y="5792456"/>
                  </a:lnTo>
                  <a:lnTo>
                    <a:pt x="238475" y="5792456"/>
                  </a:lnTo>
                  <a:lnTo>
                    <a:pt x="238583" y="5792456"/>
                  </a:lnTo>
                  <a:lnTo>
                    <a:pt x="238692" y="5792456"/>
                  </a:lnTo>
                  <a:lnTo>
                    <a:pt x="238800" y="5792456"/>
                  </a:lnTo>
                  <a:lnTo>
                    <a:pt x="238800" y="5791832"/>
                  </a:lnTo>
                  <a:lnTo>
                    <a:pt x="238800" y="5791208"/>
                  </a:lnTo>
                  <a:lnTo>
                    <a:pt x="238909" y="5791208"/>
                  </a:lnTo>
                  <a:lnTo>
                    <a:pt x="239017" y="5791208"/>
                  </a:lnTo>
                  <a:lnTo>
                    <a:pt x="239126" y="5791208"/>
                  </a:lnTo>
                  <a:lnTo>
                    <a:pt x="239234" y="5791208"/>
                  </a:lnTo>
                  <a:lnTo>
                    <a:pt x="239343" y="5791208"/>
                  </a:lnTo>
                  <a:lnTo>
                    <a:pt x="239451" y="5791208"/>
                  </a:lnTo>
                  <a:lnTo>
                    <a:pt x="239559" y="5791208"/>
                  </a:lnTo>
                  <a:lnTo>
                    <a:pt x="239559" y="5790585"/>
                  </a:lnTo>
                  <a:lnTo>
                    <a:pt x="239559" y="5789961"/>
                  </a:lnTo>
                  <a:lnTo>
                    <a:pt x="239668" y="5789961"/>
                  </a:lnTo>
                  <a:lnTo>
                    <a:pt x="239776" y="5789961"/>
                  </a:lnTo>
                  <a:lnTo>
                    <a:pt x="239885" y="5789961"/>
                  </a:lnTo>
                  <a:lnTo>
                    <a:pt x="239993" y="5789961"/>
                  </a:lnTo>
                  <a:lnTo>
                    <a:pt x="240102" y="5789961"/>
                  </a:lnTo>
                  <a:lnTo>
                    <a:pt x="240210" y="5789961"/>
                  </a:lnTo>
                  <a:lnTo>
                    <a:pt x="240319" y="5789961"/>
                  </a:lnTo>
                  <a:lnTo>
                    <a:pt x="240319" y="5789338"/>
                  </a:lnTo>
                  <a:lnTo>
                    <a:pt x="240427" y="5789338"/>
                  </a:lnTo>
                  <a:lnTo>
                    <a:pt x="240535" y="5789338"/>
                  </a:lnTo>
                  <a:lnTo>
                    <a:pt x="240644" y="5789338"/>
                  </a:lnTo>
                  <a:lnTo>
                    <a:pt x="240752" y="5789338"/>
                  </a:lnTo>
                  <a:lnTo>
                    <a:pt x="240861" y="5789338"/>
                  </a:lnTo>
                  <a:lnTo>
                    <a:pt x="240969" y="5789338"/>
                  </a:lnTo>
                  <a:lnTo>
                    <a:pt x="241078" y="5789338"/>
                  </a:lnTo>
                  <a:lnTo>
                    <a:pt x="241078" y="5788714"/>
                  </a:lnTo>
                  <a:lnTo>
                    <a:pt x="241186" y="5788714"/>
                  </a:lnTo>
                  <a:lnTo>
                    <a:pt x="241186" y="5788091"/>
                  </a:lnTo>
                  <a:lnTo>
                    <a:pt x="241186" y="5787467"/>
                  </a:lnTo>
                  <a:lnTo>
                    <a:pt x="241295" y="5787467"/>
                  </a:lnTo>
                  <a:lnTo>
                    <a:pt x="241403" y="5787467"/>
                  </a:lnTo>
                  <a:lnTo>
                    <a:pt x="241403" y="5786843"/>
                  </a:lnTo>
                  <a:lnTo>
                    <a:pt x="241403" y="5786220"/>
                  </a:lnTo>
                  <a:lnTo>
                    <a:pt x="241512" y="5786220"/>
                  </a:lnTo>
                  <a:lnTo>
                    <a:pt x="241620" y="5786220"/>
                  </a:lnTo>
                  <a:lnTo>
                    <a:pt x="241620" y="5785596"/>
                  </a:lnTo>
                  <a:lnTo>
                    <a:pt x="241620" y="5784973"/>
                  </a:lnTo>
                  <a:lnTo>
                    <a:pt x="241728" y="5784973"/>
                  </a:lnTo>
                  <a:lnTo>
                    <a:pt x="241837" y="5784973"/>
                  </a:lnTo>
                  <a:lnTo>
                    <a:pt x="241945" y="5784973"/>
                  </a:lnTo>
                  <a:lnTo>
                    <a:pt x="241945" y="5784349"/>
                  </a:lnTo>
                  <a:lnTo>
                    <a:pt x="241945" y="5783726"/>
                  </a:lnTo>
                  <a:lnTo>
                    <a:pt x="241945" y="5783102"/>
                  </a:lnTo>
                  <a:lnTo>
                    <a:pt x="242054" y="5783102"/>
                  </a:lnTo>
                  <a:lnTo>
                    <a:pt x="242162" y="5783102"/>
                  </a:lnTo>
                  <a:lnTo>
                    <a:pt x="242162" y="5782478"/>
                  </a:lnTo>
                  <a:lnTo>
                    <a:pt x="242271" y="5782478"/>
                  </a:lnTo>
                  <a:lnTo>
                    <a:pt x="242379" y="5782478"/>
                  </a:lnTo>
                  <a:lnTo>
                    <a:pt x="242488" y="5782478"/>
                  </a:lnTo>
                  <a:lnTo>
                    <a:pt x="242488" y="5781855"/>
                  </a:lnTo>
                  <a:lnTo>
                    <a:pt x="242488" y="5781231"/>
                  </a:lnTo>
                  <a:lnTo>
                    <a:pt x="242488" y="5780608"/>
                  </a:lnTo>
                  <a:lnTo>
                    <a:pt x="242596" y="5780608"/>
                  </a:lnTo>
                  <a:lnTo>
                    <a:pt x="242704" y="5780608"/>
                  </a:lnTo>
                  <a:lnTo>
                    <a:pt x="242704" y="5779984"/>
                  </a:lnTo>
                  <a:lnTo>
                    <a:pt x="242813" y="5779984"/>
                  </a:lnTo>
                  <a:lnTo>
                    <a:pt x="242921" y="5779984"/>
                  </a:lnTo>
                  <a:lnTo>
                    <a:pt x="243030" y="5779984"/>
                  </a:lnTo>
                  <a:lnTo>
                    <a:pt x="243138" y="5779984"/>
                  </a:lnTo>
                  <a:lnTo>
                    <a:pt x="243247" y="5779984"/>
                  </a:lnTo>
                  <a:lnTo>
                    <a:pt x="243355" y="5779984"/>
                  </a:lnTo>
                  <a:lnTo>
                    <a:pt x="243355" y="5779360"/>
                  </a:lnTo>
                  <a:lnTo>
                    <a:pt x="243464" y="5779360"/>
                  </a:lnTo>
                  <a:lnTo>
                    <a:pt x="243572" y="5779360"/>
                  </a:lnTo>
                  <a:lnTo>
                    <a:pt x="243680" y="5779360"/>
                  </a:lnTo>
                  <a:lnTo>
                    <a:pt x="243789" y="5779360"/>
                  </a:lnTo>
                  <a:lnTo>
                    <a:pt x="243897" y="5779360"/>
                  </a:lnTo>
                  <a:lnTo>
                    <a:pt x="244006" y="5779360"/>
                  </a:lnTo>
                  <a:lnTo>
                    <a:pt x="244006" y="5778737"/>
                  </a:lnTo>
                  <a:lnTo>
                    <a:pt x="244114" y="5778737"/>
                  </a:lnTo>
                  <a:lnTo>
                    <a:pt x="244114" y="5778113"/>
                  </a:lnTo>
                  <a:lnTo>
                    <a:pt x="244223" y="5778113"/>
                  </a:lnTo>
                  <a:lnTo>
                    <a:pt x="244331" y="5778113"/>
                  </a:lnTo>
                  <a:lnTo>
                    <a:pt x="244440" y="5778113"/>
                  </a:lnTo>
                  <a:lnTo>
                    <a:pt x="244440" y="5777490"/>
                  </a:lnTo>
                  <a:lnTo>
                    <a:pt x="244548" y="5777490"/>
                  </a:lnTo>
                  <a:lnTo>
                    <a:pt x="244656" y="5777490"/>
                  </a:lnTo>
                  <a:lnTo>
                    <a:pt x="244656" y="5776866"/>
                  </a:lnTo>
                  <a:lnTo>
                    <a:pt x="244656" y="5776243"/>
                  </a:lnTo>
                  <a:lnTo>
                    <a:pt x="244765" y="5776243"/>
                  </a:lnTo>
                  <a:lnTo>
                    <a:pt x="244873" y="5776243"/>
                  </a:lnTo>
                  <a:lnTo>
                    <a:pt x="244982" y="5776243"/>
                  </a:lnTo>
                  <a:lnTo>
                    <a:pt x="245090" y="5776243"/>
                  </a:lnTo>
                  <a:lnTo>
                    <a:pt x="245199" y="5776243"/>
                  </a:lnTo>
                  <a:lnTo>
                    <a:pt x="245199" y="5775619"/>
                  </a:lnTo>
                  <a:lnTo>
                    <a:pt x="245307" y="5775619"/>
                  </a:lnTo>
                  <a:lnTo>
                    <a:pt x="245307" y="5774995"/>
                  </a:lnTo>
                  <a:lnTo>
                    <a:pt x="245416" y="5774995"/>
                  </a:lnTo>
                  <a:lnTo>
                    <a:pt x="245416" y="5774372"/>
                  </a:lnTo>
                  <a:lnTo>
                    <a:pt x="245416" y="5773748"/>
                  </a:lnTo>
                  <a:lnTo>
                    <a:pt x="245524" y="5773748"/>
                  </a:lnTo>
                  <a:lnTo>
                    <a:pt x="245633" y="5773748"/>
                  </a:lnTo>
                  <a:lnTo>
                    <a:pt x="245633" y="5773125"/>
                  </a:lnTo>
                  <a:lnTo>
                    <a:pt x="245633" y="5772501"/>
                  </a:lnTo>
                  <a:lnTo>
                    <a:pt x="245741" y="5772501"/>
                  </a:lnTo>
                  <a:lnTo>
                    <a:pt x="245849" y="5772501"/>
                  </a:lnTo>
                  <a:lnTo>
                    <a:pt x="245958" y="5772501"/>
                  </a:lnTo>
                  <a:lnTo>
                    <a:pt x="245958" y="5771877"/>
                  </a:lnTo>
                  <a:lnTo>
                    <a:pt x="246066" y="5771877"/>
                  </a:lnTo>
                  <a:lnTo>
                    <a:pt x="246175" y="5771877"/>
                  </a:lnTo>
                  <a:lnTo>
                    <a:pt x="246283" y="5771877"/>
                  </a:lnTo>
                  <a:lnTo>
                    <a:pt x="246392" y="5771877"/>
                  </a:lnTo>
                  <a:lnTo>
                    <a:pt x="246392" y="5771254"/>
                  </a:lnTo>
                  <a:lnTo>
                    <a:pt x="246392" y="5770630"/>
                  </a:lnTo>
                  <a:lnTo>
                    <a:pt x="246392" y="5770007"/>
                  </a:lnTo>
                  <a:lnTo>
                    <a:pt x="246500" y="5770007"/>
                  </a:lnTo>
                  <a:lnTo>
                    <a:pt x="246609" y="5770007"/>
                  </a:lnTo>
                  <a:lnTo>
                    <a:pt x="246609" y="5769383"/>
                  </a:lnTo>
                  <a:lnTo>
                    <a:pt x="246717" y="5769383"/>
                  </a:lnTo>
                  <a:lnTo>
                    <a:pt x="246825" y="5769383"/>
                  </a:lnTo>
                  <a:lnTo>
                    <a:pt x="246825" y="5768760"/>
                  </a:lnTo>
                  <a:lnTo>
                    <a:pt x="246934" y="5768760"/>
                  </a:lnTo>
                  <a:lnTo>
                    <a:pt x="247042" y="5768760"/>
                  </a:lnTo>
                  <a:lnTo>
                    <a:pt x="247151" y="5768760"/>
                  </a:lnTo>
                  <a:lnTo>
                    <a:pt x="247259" y="5768760"/>
                  </a:lnTo>
                  <a:lnTo>
                    <a:pt x="247368" y="5768760"/>
                  </a:lnTo>
                  <a:lnTo>
                    <a:pt x="247368" y="5768136"/>
                  </a:lnTo>
                  <a:lnTo>
                    <a:pt x="247476" y="5768136"/>
                  </a:lnTo>
                  <a:lnTo>
                    <a:pt x="247585" y="5768136"/>
                  </a:lnTo>
                  <a:lnTo>
                    <a:pt x="247693" y="5768136"/>
                  </a:lnTo>
                  <a:lnTo>
                    <a:pt x="247693" y="5767512"/>
                  </a:lnTo>
                  <a:lnTo>
                    <a:pt x="247693" y="5766889"/>
                  </a:lnTo>
                  <a:lnTo>
                    <a:pt x="247801" y="5766889"/>
                  </a:lnTo>
                  <a:lnTo>
                    <a:pt x="247910" y="5766889"/>
                  </a:lnTo>
                  <a:lnTo>
                    <a:pt x="247910" y="5766265"/>
                  </a:lnTo>
                  <a:lnTo>
                    <a:pt x="248018" y="5766265"/>
                  </a:lnTo>
                  <a:lnTo>
                    <a:pt x="248018" y="5765642"/>
                  </a:lnTo>
                  <a:lnTo>
                    <a:pt x="248018" y="5765018"/>
                  </a:lnTo>
                  <a:lnTo>
                    <a:pt x="248127" y="5765018"/>
                  </a:lnTo>
                  <a:lnTo>
                    <a:pt x="248235" y="5765018"/>
                  </a:lnTo>
                  <a:lnTo>
                    <a:pt x="248344" y="5765018"/>
                  </a:lnTo>
                  <a:lnTo>
                    <a:pt x="248452" y="5765018"/>
                  </a:lnTo>
                  <a:lnTo>
                    <a:pt x="248561" y="5765018"/>
                  </a:lnTo>
                  <a:lnTo>
                    <a:pt x="248669" y="5765018"/>
                  </a:lnTo>
                  <a:lnTo>
                    <a:pt x="248777" y="5765018"/>
                  </a:lnTo>
                  <a:lnTo>
                    <a:pt x="248886" y="5765018"/>
                  </a:lnTo>
                  <a:lnTo>
                    <a:pt x="248886" y="5764394"/>
                  </a:lnTo>
                  <a:lnTo>
                    <a:pt x="248886" y="5763771"/>
                  </a:lnTo>
                  <a:lnTo>
                    <a:pt x="248886" y="5763147"/>
                  </a:lnTo>
                  <a:lnTo>
                    <a:pt x="248994" y="5763147"/>
                  </a:lnTo>
                  <a:lnTo>
                    <a:pt x="249103" y="5763147"/>
                  </a:lnTo>
                  <a:lnTo>
                    <a:pt x="249211" y="5763147"/>
                  </a:lnTo>
                  <a:lnTo>
                    <a:pt x="249320" y="5763147"/>
                  </a:lnTo>
                  <a:lnTo>
                    <a:pt x="249428" y="5763147"/>
                  </a:lnTo>
                  <a:lnTo>
                    <a:pt x="249537" y="5763147"/>
                  </a:lnTo>
                  <a:lnTo>
                    <a:pt x="249645" y="5763147"/>
                  </a:lnTo>
                  <a:lnTo>
                    <a:pt x="249645" y="5762524"/>
                  </a:lnTo>
                  <a:lnTo>
                    <a:pt x="249754" y="5762524"/>
                  </a:lnTo>
                  <a:lnTo>
                    <a:pt x="249862" y="5762524"/>
                  </a:lnTo>
                  <a:lnTo>
                    <a:pt x="249862" y="5761900"/>
                  </a:lnTo>
                  <a:lnTo>
                    <a:pt x="249970" y="5761900"/>
                  </a:lnTo>
                  <a:lnTo>
                    <a:pt x="250079" y="5761900"/>
                  </a:lnTo>
                  <a:lnTo>
                    <a:pt x="250187" y="5761900"/>
                  </a:lnTo>
                  <a:lnTo>
                    <a:pt x="250296" y="5761900"/>
                  </a:lnTo>
                  <a:lnTo>
                    <a:pt x="250404" y="5761900"/>
                  </a:lnTo>
                  <a:lnTo>
                    <a:pt x="250404" y="5761277"/>
                  </a:lnTo>
                  <a:lnTo>
                    <a:pt x="250513" y="5761277"/>
                  </a:lnTo>
                  <a:lnTo>
                    <a:pt x="250621" y="5761277"/>
                  </a:lnTo>
                  <a:lnTo>
                    <a:pt x="250621" y="5760653"/>
                  </a:lnTo>
                  <a:lnTo>
                    <a:pt x="250730" y="5760653"/>
                  </a:lnTo>
                  <a:lnTo>
                    <a:pt x="250838" y="5760653"/>
                  </a:lnTo>
                  <a:lnTo>
                    <a:pt x="250946" y="5760653"/>
                  </a:lnTo>
                  <a:lnTo>
                    <a:pt x="250946" y="5760029"/>
                  </a:lnTo>
                  <a:lnTo>
                    <a:pt x="251055" y="5760029"/>
                  </a:lnTo>
                  <a:lnTo>
                    <a:pt x="251163" y="5760029"/>
                  </a:lnTo>
                  <a:lnTo>
                    <a:pt x="251272" y="5760029"/>
                  </a:lnTo>
                  <a:lnTo>
                    <a:pt x="251380" y="5760029"/>
                  </a:lnTo>
                  <a:lnTo>
                    <a:pt x="251489" y="5760029"/>
                  </a:lnTo>
                  <a:lnTo>
                    <a:pt x="251489" y="5759406"/>
                  </a:lnTo>
                  <a:lnTo>
                    <a:pt x="251489" y="5758782"/>
                  </a:lnTo>
                  <a:lnTo>
                    <a:pt x="251489" y="5758159"/>
                  </a:lnTo>
                  <a:lnTo>
                    <a:pt x="251489" y="5757535"/>
                  </a:lnTo>
                  <a:lnTo>
                    <a:pt x="251597" y="5757535"/>
                  </a:lnTo>
                  <a:lnTo>
                    <a:pt x="251706" y="5757535"/>
                  </a:lnTo>
                  <a:lnTo>
                    <a:pt x="251706" y="5756911"/>
                  </a:lnTo>
                  <a:lnTo>
                    <a:pt x="251814" y="5756911"/>
                  </a:lnTo>
                  <a:lnTo>
                    <a:pt x="251922" y="5756911"/>
                  </a:lnTo>
                  <a:lnTo>
                    <a:pt x="252031" y="5756911"/>
                  </a:lnTo>
                  <a:lnTo>
                    <a:pt x="252031" y="5756288"/>
                  </a:lnTo>
                  <a:lnTo>
                    <a:pt x="252139" y="5756288"/>
                  </a:lnTo>
                  <a:lnTo>
                    <a:pt x="252248" y="5756288"/>
                  </a:lnTo>
                  <a:lnTo>
                    <a:pt x="252356" y="5756288"/>
                  </a:lnTo>
                  <a:lnTo>
                    <a:pt x="252465" y="5756288"/>
                  </a:lnTo>
                  <a:lnTo>
                    <a:pt x="252573" y="5756288"/>
                  </a:lnTo>
                  <a:lnTo>
                    <a:pt x="252682" y="5756288"/>
                  </a:lnTo>
                  <a:lnTo>
                    <a:pt x="252790" y="5756288"/>
                  </a:lnTo>
                  <a:lnTo>
                    <a:pt x="252898" y="5756288"/>
                  </a:lnTo>
                  <a:lnTo>
                    <a:pt x="253007" y="5756288"/>
                  </a:lnTo>
                  <a:lnTo>
                    <a:pt x="253115" y="5756288"/>
                  </a:lnTo>
                  <a:lnTo>
                    <a:pt x="253224" y="5756288"/>
                  </a:lnTo>
                  <a:lnTo>
                    <a:pt x="253332" y="5756288"/>
                  </a:lnTo>
                  <a:lnTo>
                    <a:pt x="253441" y="5756288"/>
                  </a:lnTo>
                  <a:lnTo>
                    <a:pt x="253549" y="5756288"/>
                  </a:lnTo>
                  <a:lnTo>
                    <a:pt x="253658" y="5756288"/>
                  </a:lnTo>
                  <a:lnTo>
                    <a:pt x="253766" y="5756288"/>
                  </a:lnTo>
                  <a:lnTo>
                    <a:pt x="253766" y="5755664"/>
                  </a:lnTo>
                  <a:lnTo>
                    <a:pt x="253874" y="5755664"/>
                  </a:lnTo>
                  <a:lnTo>
                    <a:pt x="253983" y="5755664"/>
                  </a:lnTo>
                  <a:lnTo>
                    <a:pt x="254091" y="5755664"/>
                  </a:lnTo>
                  <a:lnTo>
                    <a:pt x="254200" y="5755664"/>
                  </a:lnTo>
                  <a:lnTo>
                    <a:pt x="254308" y="5755664"/>
                  </a:lnTo>
                  <a:lnTo>
                    <a:pt x="254417" y="5755664"/>
                  </a:lnTo>
                  <a:lnTo>
                    <a:pt x="254525" y="5755664"/>
                  </a:lnTo>
                  <a:lnTo>
                    <a:pt x="254634" y="5755664"/>
                  </a:lnTo>
                  <a:lnTo>
                    <a:pt x="254742" y="5755664"/>
                  </a:lnTo>
                  <a:lnTo>
                    <a:pt x="254851" y="5755664"/>
                  </a:lnTo>
                  <a:lnTo>
                    <a:pt x="254959" y="5755664"/>
                  </a:lnTo>
                  <a:lnTo>
                    <a:pt x="255067" y="5755664"/>
                  </a:lnTo>
                  <a:lnTo>
                    <a:pt x="255176" y="5755664"/>
                  </a:lnTo>
                  <a:lnTo>
                    <a:pt x="255284" y="5755664"/>
                  </a:lnTo>
                  <a:lnTo>
                    <a:pt x="255393" y="5755664"/>
                  </a:lnTo>
                  <a:lnTo>
                    <a:pt x="255501" y="5755664"/>
                  </a:lnTo>
                  <a:lnTo>
                    <a:pt x="255610" y="5755664"/>
                  </a:lnTo>
                  <a:lnTo>
                    <a:pt x="255610" y="5755041"/>
                  </a:lnTo>
                  <a:lnTo>
                    <a:pt x="255718" y="5755041"/>
                  </a:lnTo>
                  <a:lnTo>
                    <a:pt x="255827" y="5755041"/>
                  </a:lnTo>
                  <a:lnTo>
                    <a:pt x="255827" y="5754417"/>
                  </a:lnTo>
                  <a:lnTo>
                    <a:pt x="255827" y="5753794"/>
                  </a:lnTo>
                  <a:lnTo>
                    <a:pt x="255935" y="5753794"/>
                  </a:lnTo>
                  <a:lnTo>
                    <a:pt x="256043" y="5753794"/>
                  </a:lnTo>
                  <a:lnTo>
                    <a:pt x="256152" y="5753794"/>
                  </a:lnTo>
                  <a:lnTo>
                    <a:pt x="256260" y="5753794"/>
                  </a:lnTo>
                  <a:lnTo>
                    <a:pt x="256369" y="5753794"/>
                  </a:lnTo>
                  <a:lnTo>
                    <a:pt x="256477" y="5753794"/>
                  </a:lnTo>
                  <a:lnTo>
                    <a:pt x="256586" y="5753794"/>
                  </a:lnTo>
                  <a:lnTo>
                    <a:pt x="256586" y="5753170"/>
                  </a:lnTo>
                  <a:lnTo>
                    <a:pt x="256694" y="5753170"/>
                  </a:lnTo>
                  <a:lnTo>
                    <a:pt x="256803" y="5753170"/>
                  </a:lnTo>
                  <a:lnTo>
                    <a:pt x="256911" y="5753170"/>
                  </a:lnTo>
                  <a:lnTo>
                    <a:pt x="256911" y="5752546"/>
                  </a:lnTo>
                  <a:lnTo>
                    <a:pt x="257019" y="5752546"/>
                  </a:lnTo>
                  <a:lnTo>
                    <a:pt x="257128" y="5752546"/>
                  </a:lnTo>
                  <a:lnTo>
                    <a:pt x="257236" y="5752546"/>
                  </a:lnTo>
                  <a:lnTo>
                    <a:pt x="257345" y="5752546"/>
                  </a:lnTo>
                  <a:lnTo>
                    <a:pt x="257453" y="5752546"/>
                  </a:lnTo>
                  <a:lnTo>
                    <a:pt x="257562" y="5752546"/>
                  </a:lnTo>
                  <a:lnTo>
                    <a:pt x="257670" y="5752546"/>
                  </a:lnTo>
                  <a:lnTo>
                    <a:pt x="257779" y="5752546"/>
                  </a:lnTo>
                  <a:lnTo>
                    <a:pt x="257887" y="5752546"/>
                  </a:lnTo>
                  <a:lnTo>
                    <a:pt x="257887" y="5751923"/>
                  </a:lnTo>
                  <a:lnTo>
                    <a:pt x="257995" y="5751923"/>
                  </a:lnTo>
                  <a:lnTo>
                    <a:pt x="258104" y="5751923"/>
                  </a:lnTo>
                  <a:lnTo>
                    <a:pt x="258212" y="5751923"/>
                  </a:lnTo>
                  <a:lnTo>
                    <a:pt x="258321" y="5751923"/>
                  </a:lnTo>
                  <a:lnTo>
                    <a:pt x="258429" y="5751923"/>
                  </a:lnTo>
                  <a:lnTo>
                    <a:pt x="258538" y="5751923"/>
                  </a:lnTo>
                  <a:lnTo>
                    <a:pt x="258646" y="5751923"/>
                  </a:lnTo>
                  <a:lnTo>
                    <a:pt x="258755" y="5751923"/>
                  </a:lnTo>
                  <a:lnTo>
                    <a:pt x="258755" y="5751299"/>
                  </a:lnTo>
                  <a:lnTo>
                    <a:pt x="258863" y="5751299"/>
                  </a:lnTo>
                  <a:lnTo>
                    <a:pt x="258863" y="5750676"/>
                  </a:lnTo>
                  <a:lnTo>
                    <a:pt x="258972" y="5750676"/>
                  </a:lnTo>
                  <a:lnTo>
                    <a:pt x="259080" y="5750676"/>
                  </a:lnTo>
                  <a:lnTo>
                    <a:pt x="259080" y="5750052"/>
                  </a:lnTo>
                  <a:lnTo>
                    <a:pt x="259188" y="5750052"/>
                  </a:lnTo>
                  <a:lnTo>
                    <a:pt x="259297" y="5750052"/>
                  </a:lnTo>
                  <a:lnTo>
                    <a:pt x="259405" y="5750052"/>
                  </a:lnTo>
                  <a:lnTo>
                    <a:pt x="259514" y="5750052"/>
                  </a:lnTo>
                  <a:lnTo>
                    <a:pt x="259622" y="5750052"/>
                  </a:lnTo>
                  <a:lnTo>
                    <a:pt x="259731" y="5750052"/>
                  </a:lnTo>
                  <a:lnTo>
                    <a:pt x="259839" y="5750052"/>
                  </a:lnTo>
                  <a:lnTo>
                    <a:pt x="259948" y="5750052"/>
                  </a:lnTo>
                  <a:lnTo>
                    <a:pt x="259948" y="5749428"/>
                  </a:lnTo>
                  <a:lnTo>
                    <a:pt x="260056" y="5749428"/>
                  </a:lnTo>
                  <a:lnTo>
                    <a:pt x="260164" y="5749428"/>
                  </a:lnTo>
                  <a:lnTo>
                    <a:pt x="260273" y="5749428"/>
                  </a:lnTo>
                  <a:lnTo>
                    <a:pt x="260381" y="5749428"/>
                  </a:lnTo>
                  <a:lnTo>
                    <a:pt x="260490" y="5749428"/>
                  </a:lnTo>
                  <a:lnTo>
                    <a:pt x="260598" y="5749428"/>
                  </a:lnTo>
                  <a:lnTo>
                    <a:pt x="260598" y="5748805"/>
                  </a:lnTo>
                  <a:lnTo>
                    <a:pt x="260707" y="5748805"/>
                  </a:lnTo>
                  <a:lnTo>
                    <a:pt x="260815" y="5748805"/>
                  </a:lnTo>
                  <a:lnTo>
                    <a:pt x="260924" y="5748805"/>
                  </a:lnTo>
                  <a:lnTo>
                    <a:pt x="260924" y="5748181"/>
                  </a:lnTo>
                  <a:lnTo>
                    <a:pt x="261032" y="5748181"/>
                  </a:lnTo>
                  <a:lnTo>
                    <a:pt x="261140" y="5748181"/>
                  </a:lnTo>
                  <a:lnTo>
                    <a:pt x="261140" y="5747558"/>
                  </a:lnTo>
                  <a:lnTo>
                    <a:pt x="261140" y="5746934"/>
                  </a:lnTo>
                  <a:lnTo>
                    <a:pt x="261140" y="5746311"/>
                  </a:lnTo>
                  <a:lnTo>
                    <a:pt x="261140" y="5745687"/>
                  </a:lnTo>
                  <a:lnTo>
                    <a:pt x="261249" y="5745687"/>
                  </a:lnTo>
                  <a:lnTo>
                    <a:pt x="261249" y="5745063"/>
                  </a:lnTo>
                  <a:lnTo>
                    <a:pt x="261357" y="5745063"/>
                  </a:lnTo>
                  <a:lnTo>
                    <a:pt x="261357" y="5744440"/>
                  </a:lnTo>
                  <a:lnTo>
                    <a:pt x="261357" y="5743816"/>
                  </a:lnTo>
                  <a:lnTo>
                    <a:pt x="261466" y="5743816"/>
                  </a:lnTo>
                  <a:lnTo>
                    <a:pt x="261466" y="5743193"/>
                  </a:lnTo>
                  <a:lnTo>
                    <a:pt x="261574" y="5743193"/>
                  </a:lnTo>
                  <a:lnTo>
                    <a:pt x="261683" y="5743193"/>
                  </a:lnTo>
                  <a:lnTo>
                    <a:pt x="261791" y="5743193"/>
                  </a:lnTo>
                  <a:lnTo>
                    <a:pt x="261791" y="5742569"/>
                  </a:lnTo>
                  <a:lnTo>
                    <a:pt x="261900" y="5742569"/>
                  </a:lnTo>
                  <a:lnTo>
                    <a:pt x="262008" y="5742569"/>
                  </a:lnTo>
                  <a:lnTo>
                    <a:pt x="262008" y="5741945"/>
                  </a:lnTo>
                  <a:lnTo>
                    <a:pt x="262116" y="5741945"/>
                  </a:lnTo>
                  <a:lnTo>
                    <a:pt x="262225" y="5741945"/>
                  </a:lnTo>
                  <a:lnTo>
                    <a:pt x="262333" y="5741945"/>
                  </a:lnTo>
                  <a:lnTo>
                    <a:pt x="262442" y="5741945"/>
                  </a:lnTo>
                  <a:lnTo>
                    <a:pt x="262550" y="5741945"/>
                  </a:lnTo>
                  <a:lnTo>
                    <a:pt x="262550" y="5741322"/>
                  </a:lnTo>
                  <a:lnTo>
                    <a:pt x="262659" y="5741322"/>
                  </a:lnTo>
                  <a:lnTo>
                    <a:pt x="262659" y="5740698"/>
                  </a:lnTo>
                  <a:lnTo>
                    <a:pt x="262767" y="5740698"/>
                  </a:lnTo>
                  <a:lnTo>
                    <a:pt x="262876" y="5740698"/>
                  </a:lnTo>
                  <a:lnTo>
                    <a:pt x="262984" y="5740698"/>
                  </a:lnTo>
                  <a:lnTo>
                    <a:pt x="263093" y="5740698"/>
                  </a:lnTo>
                  <a:lnTo>
                    <a:pt x="263201" y="5740698"/>
                  </a:lnTo>
                  <a:lnTo>
                    <a:pt x="263201" y="5740075"/>
                  </a:lnTo>
                  <a:lnTo>
                    <a:pt x="263309" y="5740075"/>
                  </a:lnTo>
                  <a:lnTo>
                    <a:pt x="263309" y="5739451"/>
                  </a:lnTo>
                  <a:lnTo>
                    <a:pt x="263309" y="5738828"/>
                  </a:lnTo>
                  <a:lnTo>
                    <a:pt x="263418" y="5738828"/>
                  </a:lnTo>
                  <a:lnTo>
                    <a:pt x="263526" y="5738828"/>
                  </a:lnTo>
                  <a:lnTo>
                    <a:pt x="263526" y="5738204"/>
                  </a:lnTo>
                  <a:lnTo>
                    <a:pt x="263526" y="5737580"/>
                  </a:lnTo>
                  <a:lnTo>
                    <a:pt x="263635" y="5737580"/>
                  </a:lnTo>
                  <a:lnTo>
                    <a:pt x="263635" y="5736957"/>
                  </a:lnTo>
                  <a:lnTo>
                    <a:pt x="263743" y="5736957"/>
                  </a:lnTo>
                  <a:lnTo>
                    <a:pt x="263852" y="5736957"/>
                  </a:lnTo>
                  <a:lnTo>
                    <a:pt x="263852" y="5736333"/>
                  </a:lnTo>
                  <a:lnTo>
                    <a:pt x="263960" y="5736333"/>
                  </a:lnTo>
                  <a:lnTo>
                    <a:pt x="264069" y="5736333"/>
                  </a:lnTo>
                  <a:lnTo>
                    <a:pt x="264177" y="5736333"/>
                  </a:lnTo>
                  <a:lnTo>
                    <a:pt x="264285" y="5736333"/>
                  </a:lnTo>
                  <a:lnTo>
                    <a:pt x="264285" y="5735710"/>
                  </a:lnTo>
                  <a:lnTo>
                    <a:pt x="264285" y="5735086"/>
                  </a:lnTo>
                  <a:lnTo>
                    <a:pt x="264394" y="5735086"/>
                  </a:lnTo>
                  <a:lnTo>
                    <a:pt x="264502" y="5735086"/>
                  </a:lnTo>
                  <a:lnTo>
                    <a:pt x="264611" y="5735086"/>
                  </a:lnTo>
                  <a:lnTo>
                    <a:pt x="264719" y="5735086"/>
                  </a:lnTo>
                  <a:lnTo>
                    <a:pt x="264719" y="5734463"/>
                  </a:lnTo>
                  <a:lnTo>
                    <a:pt x="264719" y="5733839"/>
                  </a:lnTo>
                  <a:lnTo>
                    <a:pt x="264828" y="5733839"/>
                  </a:lnTo>
                  <a:lnTo>
                    <a:pt x="264936" y="5733839"/>
                  </a:lnTo>
                  <a:lnTo>
                    <a:pt x="265045" y="5733839"/>
                  </a:lnTo>
                  <a:lnTo>
                    <a:pt x="265153" y="5733839"/>
                  </a:lnTo>
                  <a:lnTo>
                    <a:pt x="265153" y="5733215"/>
                  </a:lnTo>
                  <a:lnTo>
                    <a:pt x="265261" y="5733215"/>
                  </a:lnTo>
                  <a:lnTo>
                    <a:pt x="265370" y="5733215"/>
                  </a:lnTo>
                  <a:lnTo>
                    <a:pt x="265478" y="5733215"/>
                  </a:lnTo>
                  <a:lnTo>
                    <a:pt x="265478" y="5732592"/>
                  </a:lnTo>
                  <a:lnTo>
                    <a:pt x="265587" y="5732592"/>
                  </a:lnTo>
                  <a:lnTo>
                    <a:pt x="265695" y="5732592"/>
                  </a:lnTo>
                  <a:lnTo>
                    <a:pt x="265695" y="5731968"/>
                  </a:lnTo>
                  <a:lnTo>
                    <a:pt x="265804" y="5731968"/>
                  </a:lnTo>
                  <a:lnTo>
                    <a:pt x="265912" y="5731968"/>
                  </a:lnTo>
                  <a:lnTo>
                    <a:pt x="266021" y="5731968"/>
                  </a:lnTo>
                  <a:lnTo>
                    <a:pt x="266129" y="5731968"/>
                  </a:lnTo>
                  <a:lnTo>
                    <a:pt x="266237" y="5731968"/>
                  </a:lnTo>
                  <a:lnTo>
                    <a:pt x="266346" y="5731968"/>
                  </a:lnTo>
                  <a:lnTo>
                    <a:pt x="266454" y="5731968"/>
                  </a:lnTo>
                  <a:lnTo>
                    <a:pt x="266563" y="5731968"/>
                  </a:lnTo>
                  <a:lnTo>
                    <a:pt x="266671" y="5731968"/>
                  </a:lnTo>
                  <a:lnTo>
                    <a:pt x="266780" y="5731968"/>
                  </a:lnTo>
                  <a:lnTo>
                    <a:pt x="266780" y="5731345"/>
                  </a:lnTo>
                  <a:lnTo>
                    <a:pt x="266888" y="5731345"/>
                  </a:lnTo>
                  <a:lnTo>
                    <a:pt x="266997" y="5731345"/>
                  </a:lnTo>
                  <a:lnTo>
                    <a:pt x="267105" y="5731345"/>
                  </a:lnTo>
                  <a:lnTo>
                    <a:pt x="267214" y="5731345"/>
                  </a:lnTo>
                  <a:lnTo>
                    <a:pt x="267322" y="5731345"/>
                  </a:lnTo>
                  <a:lnTo>
                    <a:pt x="267430" y="5731345"/>
                  </a:lnTo>
                  <a:lnTo>
                    <a:pt x="267539" y="5731345"/>
                  </a:lnTo>
                  <a:lnTo>
                    <a:pt x="267539" y="5730721"/>
                  </a:lnTo>
                  <a:lnTo>
                    <a:pt x="267647" y="5730721"/>
                  </a:lnTo>
                  <a:lnTo>
                    <a:pt x="267756" y="5730721"/>
                  </a:lnTo>
                  <a:lnTo>
                    <a:pt x="267864" y="5730721"/>
                  </a:lnTo>
                  <a:lnTo>
                    <a:pt x="267973" y="5730721"/>
                  </a:lnTo>
                  <a:lnTo>
                    <a:pt x="268081" y="5730721"/>
                  </a:lnTo>
                  <a:lnTo>
                    <a:pt x="268190" y="5730721"/>
                  </a:lnTo>
                  <a:lnTo>
                    <a:pt x="268298" y="5730721"/>
                  </a:lnTo>
                  <a:lnTo>
                    <a:pt x="268406" y="5730721"/>
                  </a:lnTo>
                  <a:lnTo>
                    <a:pt x="268406" y="5730097"/>
                  </a:lnTo>
                  <a:lnTo>
                    <a:pt x="268406" y="5729474"/>
                  </a:lnTo>
                  <a:lnTo>
                    <a:pt x="268515" y="5729474"/>
                  </a:lnTo>
                  <a:lnTo>
                    <a:pt x="268623" y="5729474"/>
                  </a:lnTo>
                  <a:lnTo>
                    <a:pt x="268623" y="5728850"/>
                  </a:lnTo>
                  <a:lnTo>
                    <a:pt x="268732" y="5728850"/>
                  </a:lnTo>
                  <a:lnTo>
                    <a:pt x="268840" y="5728850"/>
                  </a:lnTo>
                  <a:lnTo>
                    <a:pt x="268949" y="5728850"/>
                  </a:lnTo>
                  <a:lnTo>
                    <a:pt x="269057" y="5728850"/>
                  </a:lnTo>
                  <a:lnTo>
                    <a:pt x="269166" y="5728850"/>
                  </a:lnTo>
                  <a:lnTo>
                    <a:pt x="269166" y="5728227"/>
                  </a:lnTo>
                  <a:lnTo>
                    <a:pt x="269274" y="5728227"/>
                  </a:lnTo>
                  <a:lnTo>
                    <a:pt x="269382" y="5728227"/>
                  </a:lnTo>
                  <a:lnTo>
                    <a:pt x="269491" y="5728227"/>
                  </a:lnTo>
                  <a:lnTo>
                    <a:pt x="269599" y="5728227"/>
                  </a:lnTo>
                  <a:lnTo>
                    <a:pt x="269708" y="5728227"/>
                  </a:lnTo>
                  <a:lnTo>
                    <a:pt x="269816" y="5728227"/>
                  </a:lnTo>
                  <a:lnTo>
                    <a:pt x="269925" y="5728227"/>
                  </a:lnTo>
                  <a:lnTo>
                    <a:pt x="270033" y="5728227"/>
                  </a:lnTo>
                  <a:lnTo>
                    <a:pt x="270142" y="5728227"/>
                  </a:lnTo>
                  <a:lnTo>
                    <a:pt x="270250" y="5728227"/>
                  </a:lnTo>
                  <a:lnTo>
                    <a:pt x="270358" y="5728227"/>
                  </a:lnTo>
                  <a:lnTo>
                    <a:pt x="270467" y="5728227"/>
                  </a:lnTo>
                  <a:lnTo>
                    <a:pt x="270575" y="5728227"/>
                  </a:lnTo>
                  <a:lnTo>
                    <a:pt x="270684" y="5728227"/>
                  </a:lnTo>
                  <a:lnTo>
                    <a:pt x="270792" y="5728227"/>
                  </a:lnTo>
                  <a:lnTo>
                    <a:pt x="270792" y="5727603"/>
                  </a:lnTo>
                  <a:lnTo>
                    <a:pt x="270901" y="5727603"/>
                  </a:lnTo>
                  <a:lnTo>
                    <a:pt x="271009" y="5727603"/>
                  </a:lnTo>
                  <a:lnTo>
                    <a:pt x="271009" y="5726980"/>
                  </a:lnTo>
                  <a:lnTo>
                    <a:pt x="271118" y="5726980"/>
                  </a:lnTo>
                  <a:lnTo>
                    <a:pt x="271226" y="5726980"/>
                  </a:lnTo>
                  <a:lnTo>
                    <a:pt x="271335" y="5726980"/>
                  </a:lnTo>
                  <a:lnTo>
                    <a:pt x="271443" y="5726980"/>
                  </a:lnTo>
                  <a:lnTo>
                    <a:pt x="271551" y="5726980"/>
                  </a:lnTo>
                  <a:lnTo>
                    <a:pt x="271660" y="5726980"/>
                  </a:lnTo>
                  <a:lnTo>
                    <a:pt x="271768" y="5726980"/>
                  </a:lnTo>
                  <a:lnTo>
                    <a:pt x="271877" y="5726980"/>
                  </a:lnTo>
                  <a:lnTo>
                    <a:pt x="271985" y="5726980"/>
                  </a:lnTo>
                  <a:lnTo>
                    <a:pt x="271985" y="5726356"/>
                  </a:lnTo>
                  <a:lnTo>
                    <a:pt x="272094" y="5726356"/>
                  </a:lnTo>
                  <a:lnTo>
                    <a:pt x="272202" y="5726356"/>
                  </a:lnTo>
                  <a:lnTo>
                    <a:pt x="272311" y="5726356"/>
                  </a:lnTo>
                  <a:lnTo>
                    <a:pt x="272419" y="5726356"/>
                  </a:lnTo>
                  <a:lnTo>
                    <a:pt x="272527" y="5726356"/>
                  </a:lnTo>
                  <a:lnTo>
                    <a:pt x="272636" y="5726356"/>
                  </a:lnTo>
                  <a:lnTo>
                    <a:pt x="272636" y="5725732"/>
                  </a:lnTo>
                  <a:lnTo>
                    <a:pt x="272744" y="5725732"/>
                  </a:lnTo>
                  <a:lnTo>
                    <a:pt x="272853" y="5725732"/>
                  </a:lnTo>
                  <a:lnTo>
                    <a:pt x="272961" y="5725732"/>
                  </a:lnTo>
                  <a:lnTo>
                    <a:pt x="273070" y="5725732"/>
                  </a:lnTo>
                  <a:lnTo>
                    <a:pt x="273178" y="5725732"/>
                  </a:lnTo>
                  <a:lnTo>
                    <a:pt x="273178" y="5725109"/>
                  </a:lnTo>
                  <a:lnTo>
                    <a:pt x="273178" y="5724485"/>
                  </a:lnTo>
                  <a:lnTo>
                    <a:pt x="273287" y="5724485"/>
                  </a:lnTo>
                  <a:lnTo>
                    <a:pt x="273395" y="5724485"/>
                  </a:lnTo>
                  <a:lnTo>
                    <a:pt x="273395" y="5723862"/>
                  </a:lnTo>
                  <a:lnTo>
                    <a:pt x="273503" y="5723862"/>
                  </a:lnTo>
                  <a:lnTo>
                    <a:pt x="273503" y="5723238"/>
                  </a:lnTo>
                  <a:lnTo>
                    <a:pt x="273612" y="5723238"/>
                  </a:lnTo>
                  <a:lnTo>
                    <a:pt x="273612" y="5722614"/>
                  </a:lnTo>
                  <a:lnTo>
                    <a:pt x="273720" y="5722614"/>
                  </a:lnTo>
                  <a:lnTo>
                    <a:pt x="273829" y="5722614"/>
                  </a:lnTo>
                  <a:lnTo>
                    <a:pt x="273937" y="5722614"/>
                  </a:lnTo>
                  <a:lnTo>
                    <a:pt x="274046" y="5722614"/>
                  </a:lnTo>
                  <a:lnTo>
                    <a:pt x="274154" y="5722614"/>
                  </a:lnTo>
                  <a:lnTo>
                    <a:pt x="274154" y="5721991"/>
                  </a:lnTo>
                  <a:lnTo>
                    <a:pt x="274154" y="5721367"/>
                  </a:lnTo>
                  <a:lnTo>
                    <a:pt x="274154" y="5720744"/>
                  </a:lnTo>
                  <a:lnTo>
                    <a:pt x="274263" y="5720744"/>
                  </a:lnTo>
                  <a:lnTo>
                    <a:pt x="274371" y="5720744"/>
                  </a:lnTo>
                  <a:lnTo>
                    <a:pt x="274479" y="5720744"/>
                  </a:lnTo>
                  <a:lnTo>
                    <a:pt x="274588" y="5720744"/>
                  </a:lnTo>
                  <a:lnTo>
                    <a:pt x="274696" y="5720744"/>
                  </a:lnTo>
                  <a:lnTo>
                    <a:pt x="274805" y="5720744"/>
                  </a:lnTo>
                  <a:lnTo>
                    <a:pt x="274913" y="5720744"/>
                  </a:lnTo>
                  <a:lnTo>
                    <a:pt x="275022" y="5720744"/>
                  </a:lnTo>
                  <a:lnTo>
                    <a:pt x="275130" y="5720744"/>
                  </a:lnTo>
                  <a:lnTo>
                    <a:pt x="275239" y="5720744"/>
                  </a:lnTo>
                  <a:lnTo>
                    <a:pt x="275347" y="5720744"/>
                  </a:lnTo>
                  <a:lnTo>
                    <a:pt x="275347" y="5720120"/>
                  </a:lnTo>
                  <a:lnTo>
                    <a:pt x="275347" y="5719497"/>
                  </a:lnTo>
                  <a:lnTo>
                    <a:pt x="275455" y="5719497"/>
                  </a:lnTo>
                  <a:lnTo>
                    <a:pt x="275564" y="5719497"/>
                  </a:lnTo>
                  <a:lnTo>
                    <a:pt x="275672" y="5719497"/>
                  </a:lnTo>
                  <a:lnTo>
                    <a:pt x="275672" y="5718873"/>
                  </a:lnTo>
                  <a:lnTo>
                    <a:pt x="275781" y="5718873"/>
                  </a:lnTo>
                  <a:lnTo>
                    <a:pt x="275889" y="5718873"/>
                  </a:lnTo>
                  <a:lnTo>
                    <a:pt x="275998" y="5718873"/>
                  </a:lnTo>
                  <a:lnTo>
                    <a:pt x="275998" y="5718249"/>
                  </a:lnTo>
                  <a:lnTo>
                    <a:pt x="276106" y="5718249"/>
                  </a:lnTo>
                  <a:lnTo>
                    <a:pt x="276215" y="5718249"/>
                  </a:lnTo>
                  <a:lnTo>
                    <a:pt x="276215" y="5717626"/>
                  </a:lnTo>
                  <a:lnTo>
                    <a:pt x="276323" y="5717626"/>
                  </a:lnTo>
                  <a:lnTo>
                    <a:pt x="276432" y="5717626"/>
                  </a:lnTo>
                  <a:lnTo>
                    <a:pt x="276540" y="5717626"/>
                  </a:lnTo>
                  <a:lnTo>
                    <a:pt x="276648" y="5717626"/>
                  </a:lnTo>
                  <a:lnTo>
                    <a:pt x="276757" y="5717626"/>
                  </a:lnTo>
                  <a:lnTo>
                    <a:pt x="276757" y="5717002"/>
                  </a:lnTo>
                  <a:lnTo>
                    <a:pt x="276865" y="5717002"/>
                  </a:lnTo>
                  <a:lnTo>
                    <a:pt x="276974" y="5717002"/>
                  </a:lnTo>
                  <a:lnTo>
                    <a:pt x="277082" y="5717002"/>
                  </a:lnTo>
                  <a:lnTo>
                    <a:pt x="277191" y="5717002"/>
                  </a:lnTo>
                  <a:lnTo>
                    <a:pt x="277299" y="5717002"/>
                  </a:lnTo>
                  <a:lnTo>
                    <a:pt x="277408" y="5717002"/>
                  </a:lnTo>
                  <a:lnTo>
                    <a:pt x="277408" y="5716379"/>
                  </a:lnTo>
                  <a:lnTo>
                    <a:pt x="277516" y="5716379"/>
                  </a:lnTo>
                  <a:lnTo>
                    <a:pt x="277516" y="5715755"/>
                  </a:lnTo>
                  <a:lnTo>
                    <a:pt x="277624" y="5715755"/>
                  </a:lnTo>
                  <a:lnTo>
                    <a:pt x="277733" y="5715755"/>
                  </a:lnTo>
                  <a:lnTo>
                    <a:pt x="277733" y="5715131"/>
                  </a:lnTo>
                  <a:lnTo>
                    <a:pt x="277841" y="5715131"/>
                  </a:lnTo>
                  <a:lnTo>
                    <a:pt x="277950" y="5715131"/>
                  </a:lnTo>
                  <a:lnTo>
                    <a:pt x="277950" y="5714508"/>
                  </a:lnTo>
                  <a:lnTo>
                    <a:pt x="278058" y="5714508"/>
                  </a:lnTo>
                  <a:lnTo>
                    <a:pt x="278167" y="5714508"/>
                  </a:lnTo>
                  <a:lnTo>
                    <a:pt x="278167" y="5713884"/>
                  </a:lnTo>
                  <a:lnTo>
                    <a:pt x="278275" y="5713884"/>
                  </a:lnTo>
                  <a:lnTo>
                    <a:pt x="278384" y="5713884"/>
                  </a:lnTo>
                  <a:lnTo>
                    <a:pt x="278384" y="5713261"/>
                  </a:lnTo>
                  <a:lnTo>
                    <a:pt x="278384" y="5712637"/>
                  </a:lnTo>
                  <a:lnTo>
                    <a:pt x="278384" y="5712014"/>
                  </a:lnTo>
                  <a:lnTo>
                    <a:pt x="278492" y="5712014"/>
                  </a:lnTo>
                  <a:lnTo>
                    <a:pt x="278600" y="5712014"/>
                  </a:lnTo>
                  <a:lnTo>
                    <a:pt x="278709" y="5712014"/>
                  </a:lnTo>
                  <a:lnTo>
                    <a:pt x="278709" y="5711390"/>
                  </a:lnTo>
                  <a:lnTo>
                    <a:pt x="278817" y="5711390"/>
                  </a:lnTo>
                  <a:lnTo>
                    <a:pt x="278926" y="5711390"/>
                  </a:lnTo>
                  <a:lnTo>
                    <a:pt x="279034" y="5711390"/>
                  </a:lnTo>
                  <a:lnTo>
                    <a:pt x="279034" y="5710766"/>
                  </a:lnTo>
                  <a:lnTo>
                    <a:pt x="279034" y="5710143"/>
                  </a:lnTo>
                  <a:lnTo>
                    <a:pt x="279034" y="5709519"/>
                  </a:lnTo>
                  <a:lnTo>
                    <a:pt x="279034" y="5708896"/>
                  </a:lnTo>
                  <a:lnTo>
                    <a:pt x="279143" y="5708896"/>
                  </a:lnTo>
                  <a:lnTo>
                    <a:pt x="279251" y="5708896"/>
                  </a:lnTo>
                  <a:lnTo>
                    <a:pt x="279360" y="5708896"/>
                  </a:lnTo>
                  <a:lnTo>
                    <a:pt x="279468" y="5708896"/>
                  </a:lnTo>
                  <a:lnTo>
                    <a:pt x="279576" y="5708896"/>
                  </a:lnTo>
                  <a:lnTo>
                    <a:pt x="279685" y="5708896"/>
                  </a:lnTo>
                  <a:lnTo>
                    <a:pt x="279685" y="5708272"/>
                  </a:lnTo>
                  <a:lnTo>
                    <a:pt x="279793" y="5708272"/>
                  </a:lnTo>
                  <a:lnTo>
                    <a:pt x="279902" y="5708272"/>
                  </a:lnTo>
                  <a:lnTo>
                    <a:pt x="279902" y="5707648"/>
                  </a:lnTo>
                  <a:lnTo>
                    <a:pt x="280010" y="5707648"/>
                  </a:lnTo>
                  <a:lnTo>
                    <a:pt x="280010" y="5707025"/>
                  </a:lnTo>
                  <a:lnTo>
                    <a:pt x="280119" y="5707025"/>
                  </a:lnTo>
                  <a:lnTo>
                    <a:pt x="280227" y="5707025"/>
                  </a:lnTo>
                  <a:lnTo>
                    <a:pt x="280336" y="5707025"/>
                  </a:lnTo>
                  <a:lnTo>
                    <a:pt x="280444" y="5707025"/>
                  </a:lnTo>
                  <a:lnTo>
                    <a:pt x="280444" y="5706401"/>
                  </a:lnTo>
                  <a:lnTo>
                    <a:pt x="280553" y="5706401"/>
                  </a:lnTo>
                  <a:lnTo>
                    <a:pt x="280661" y="5706401"/>
                  </a:lnTo>
                  <a:lnTo>
                    <a:pt x="280661" y="5705778"/>
                  </a:lnTo>
                  <a:lnTo>
                    <a:pt x="280769" y="5705778"/>
                  </a:lnTo>
                  <a:lnTo>
                    <a:pt x="280878" y="5705778"/>
                  </a:lnTo>
                  <a:lnTo>
                    <a:pt x="280878" y="5705154"/>
                  </a:lnTo>
                  <a:lnTo>
                    <a:pt x="280878" y="5704531"/>
                  </a:lnTo>
                  <a:lnTo>
                    <a:pt x="280986" y="5704531"/>
                  </a:lnTo>
                  <a:lnTo>
                    <a:pt x="281095" y="5704531"/>
                  </a:lnTo>
                  <a:lnTo>
                    <a:pt x="281203" y="5704531"/>
                  </a:lnTo>
                  <a:lnTo>
                    <a:pt x="281312" y="5704531"/>
                  </a:lnTo>
                  <a:lnTo>
                    <a:pt x="281312" y="5703907"/>
                  </a:lnTo>
                  <a:lnTo>
                    <a:pt x="281420" y="5703907"/>
                  </a:lnTo>
                  <a:lnTo>
                    <a:pt x="281529" y="5703907"/>
                  </a:lnTo>
                  <a:lnTo>
                    <a:pt x="281637" y="5703907"/>
                  </a:lnTo>
                  <a:lnTo>
                    <a:pt x="281745" y="5703907"/>
                  </a:lnTo>
                  <a:lnTo>
                    <a:pt x="281854" y="5703907"/>
                  </a:lnTo>
                  <a:lnTo>
                    <a:pt x="281854" y="5703283"/>
                  </a:lnTo>
                  <a:lnTo>
                    <a:pt x="281962" y="5703283"/>
                  </a:lnTo>
                  <a:lnTo>
                    <a:pt x="282071" y="5703283"/>
                  </a:lnTo>
                  <a:lnTo>
                    <a:pt x="282179" y="5703283"/>
                  </a:lnTo>
                  <a:lnTo>
                    <a:pt x="282179" y="5702660"/>
                  </a:lnTo>
                  <a:lnTo>
                    <a:pt x="282288" y="5702660"/>
                  </a:lnTo>
                  <a:lnTo>
                    <a:pt x="282396" y="5702660"/>
                  </a:lnTo>
                  <a:lnTo>
                    <a:pt x="282505" y="5702660"/>
                  </a:lnTo>
                  <a:lnTo>
                    <a:pt x="282505" y="5702036"/>
                  </a:lnTo>
                  <a:lnTo>
                    <a:pt x="282613" y="5702036"/>
                  </a:lnTo>
                  <a:lnTo>
                    <a:pt x="282721" y="5702036"/>
                  </a:lnTo>
                  <a:lnTo>
                    <a:pt x="282830" y="5702036"/>
                  </a:lnTo>
                  <a:lnTo>
                    <a:pt x="282938" y="5702036"/>
                  </a:lnTo>
                  <a:lnTo>
                    <a:pt x="283047" y="5702036"/>
                  </a:lnTo>
                  <a:lnTo>
                    <a:pt x="283155" y="5702036"/>
                  </a:lnTo>
                  <a:lnTo>
                    <a:pt x="283264" y="5702036"/>
                  </a:lnTo>
                  <a:lnTo>
                    <a:pt x="283264" y="5701413"/>
                  </a:lnTo>
                  <a:lnTo>
                    <a:pt x="283372" y="5701413"/>
                  </a:lnTo>
                  <a:lnTo>
                    <a:pt x="283372" y="5700789"/>
                  </a:lnTo>
                  <a:lnTo>
                    <a:pt x="283481" y="5700789"/>
                  </a:lnTo>
                  <a:lnTo>
                    <a:pt x="283589" y="5700789"/>
                  </a:lnTo>
                  <a:lnTo>
                    <a:pt x="283697" y="5700789"/>
                  </a:lnTo>
                  <a:lnTo>
                    <a:pt x="283806" y="5700789"/>
                  </a:lnTo>
                  <a:lnTo>
                    <a:pt x="283914" y="5700789"/>
                  </a:lnTo>
                  <a:lnTo>
                    <a:pt x="284023" y="5700789"/>
                  </a:lnTo>
                  <a:lnTo>
                    <a:pt x="284131" y="5700789"/>
                  </a:lnTo>
                  <a:lnTo>
                    <a:pt x="284240" y="5700789"/>
                  </a:lnTo>
                  <a:lnTo>
                    <a:pt x="284240" y="5700165"/>
                  </a:lnTo>
                  <a:lnTo>
                    <a:pt x="284348" y="5700165"/>
                  </a:lnTo>
                  <a:lnTo>
                    <a:pt x="284457" y="5700165"/>
                  </a:lnTo>
                  <a:lnTo>
                    <a:pt x="284457" y="5699542"/>
                  </a:lnTo>
                  <a:lnTo>
                    <a:pt x="284565" y="5699542"/>
                  </a:lnTo>
                  <a:lnTo>
                    <a:pt x="284674" y="5699542"/>
                  </a:lnTo>
                  <a:lnTo>
                    <a:pt x="284782" y="5699542"/>
                  </a:lnTo>
                  <a:lnTo>
                    <a:pt x="284782" y="5698918"/>
                  </a:lnTo>
                  <a:lnTo>
                    <a:pt x="284890" y="5698918"/>
                  </a:lnTo>
                  <a:lnTo>
                    <a:pt x="284999" y="5698918"/>
                  </a:lnTo>
                  <a:lnTo>
                    <a:pt x="284999" y="5698295"/>
                  </a:lnTo>
                  <a:lnTo>
                    <a:pt x="285107" y="5698295"/>
                  </a:lnTo>
                  <a:lnTo>
                    <a:pt x="285216" y="5698295"/>
                  </a:lnTo>
                  <a:lnTo>
                    <a:pt x="285216" y="5697671"/>
                  </a:lnTo>
                  <a:lnTo>
                    <a:pt x="285324" y="5697671"/>
                  </a:lnTo>
                  <a:lnTo>
                    <a:pt x="285433" y="5697671"/>
                  </a:lnTo>
                  <a:lnTo>
                    <a:pt x="285541" y="5697671"/>
                  </a:lnTo>
                  <a:lnTo>
                    <a:pt x="285541" y="5697048"/>
                  </a:lnTo>
                  <a:lnTo>
                    <a:pt x="285650" y="5697048"/>
                  </a:lnTo>
                  <a:lnTo>
                    <a:pt x="285650" y="5696424"/>
                  </a:lnTo>
                  <a:lnTo>
                    <a:pt x="285758" y="5696424"/>
                  </a:lnTo>
                  <a:lnTo>
                    <a:pt x="285866" y="5696424"/>
                  </a:lnTo>
                  <a:lnTo>
                    <a:pt x="285866" y="5695800"/>
                  </a:lnTo>
                  <a:lnTo>
                    <a:pt x="285975" y="5695800"/>
                  </a:lnTo>
                  <a:lnTo>
                    <a:pt x="286083" y="5695800"/>
                  </a:lnTo>
                  <a:lnTo>
                    <a:pt x="286192" y="5695800"/>
                  </a:lnTo>
                  <a:lnTo>
                    <a:pt x="286300" y="5695800"/>
                  </a:lnTo>
                  <a:lnTo>
                    <a:pt x="286409" y="5695800"/>
                  </a:lnTo>
                  <a:lnTo>
                    <a:pt x="286517" y="5695800"/>
                  </a:lnTo>
                  <a:lnTo>
                    <a:pt x="286517" y="5695177"/>
                  </a:lnTo>
                  <a:lnTo>
                    <a:pt x="286517" y="5694553"/>
                  </a:lnTo>
                  <a:lnTo>
                    <a:pt x="286517" y="5693930"/>
                  </a:lnTo>
                  <a:lnTo>
                    <a:pt x="286626" y="5693930"/>
                  </a:lnTo>
                  <a:lnTo>
                    <a:pt x="286626" y="5693306"/>
                  </a:lnTo>
                  <a:lnTo>
                    <a:pt x="286734" y="5693306"/>
                  </a:lnTo>
                  <a:lnTo>
                    <a:pt x="286842" y="5693306"/>
                  </a:lnTo>
                  <a:lnTo>
                    <a:pt x="286842" y="5692682"/>
                  </a:lnTo>
                  <a:lnTo>
                    <a:pt x="286951" y="5692682"/>
                  </a:lnTo>
                  <a:lnTo>
                    <a:pt x="287059" y="5692682"/>
                  </a:lnTo>
                  <a:lnTo>
                    <a:pt x="287168" y="5692682"/>
                  </a:lnTo>
                  <a:lnTo>
                    <a:pt x="287276" y="5692682"/>
                  </a:lnTo>
                  <a:lnTo>
                    <a:pt x="287385" y="5692682"/>
                  </a:lnTo>
                  <a:lnTo>
                    <a:pt x="287493" y="5692682"/>
                  </a:lnTo>
                  <a:lnTo>
                    <a:pt x="287602" y="5692682"/>
                  </a:lnTo>
                  <a:lnTo>
                    <a:pt x="287710" y="5692682"/>
                  </a:lnTo>
                  <a:lnTo>
                    <a:pt x="287818" y="5692682"/>
                  </a:lnTo>
                  <a:lnTo>
                    <a:pt x="287818" y="5692059"/>
                  </a:lnTo>
                  <a:lnTo>
                    <a:pt x="287818" y="5691435"/>
                  </a:lnTo>
                  <a:lnTo>
                    <a:pt x="287927" y="5691435"/>
                  </a:lnTo>
                  <a:lnTo>
                    <a:pt x="288035" y="5691435"/>
                  </a:lnTo>
                  <a:lnTo>
                    <a:pt x="288144" y="5691435"/>
                  </a:lnTo>
                  <a:lnTo>
                    <a:pt x="288252" y="5691435"/>
                  </a:lnTo>
                  <a:lnTo>
                    <a:pt x="288361" y="5691435"/>
                  </a:lnTo>
                  <a:lnTo>
                    <a:pt x="288361" y="5690812"/>
                  </a:lnTo>
                  <a:lnTo>
                    <a:pt x="288361" y="5690188"/>
                  </a:lnTo>
                  <a:lnTo>
                    <a:pt x="288361" y="5689565"/>
                  </a:lnTo>
                  <a:lnTo>
                    <a:pt x="288469" y="5689565"/>
                  </a:lnTo>
                  <a:lnTo>
                    <a:pt x="288469" y="5688941"/>
                  </a:lnTo>
                  <a:lnTo>
                    <a:pt x="288578" y="5688941"/>
                  </a:lnTo>
                  <a:lnTo>
                    <a:pt x="288578" y="5688317"/>
                  </a:lnTo>
                  <a:lnTo>
                    <a:pt x="288578" y="5687694"/>
                  </a:lnTo>
                  <a:lnTo>
                    <a:pt x="288686" y="5687694"/>
                  </a:lnTo>
                  <a:lnTo>
                    <a:pt x="288795" y="5687694"/>
                  </a:lnTo>
                  <a:lnTo>
                    <a:pt x="288903" y="5687694"/>
                  </a:lnTo>
                  <a:lnTo>
                    <a:pt x="289011" y="5687694"/>
                  </a:lnTo>
                  <a:lnTo>
                    <a:pt x="289120" y="5687694"/>
                  </a:lnTo>
                  <a:lnTo>
                    <a:pt x="289228" y="5687694"/>
                  </a:lnTo>
                  <a:lnTo>
                    <a:pt x="289337" y="5687694"/>
                  </a:lnTo>
                  <a:lnTo>
                    <a:pt x="289337" y="5687070"/>
                  </a:lnTo>
                  <a:lnTo>
                    <a:pt x="289445" y="5687070"/>
                  </a:lnTo>
                  <a:lnTo>
                    <a:pt x="289554" y="5687070"/>
                  </a:lnTo>
                  <a:lnTo>
                    <a:pt x="289662" y="5687070"/>
                  </a:lnTo>
                  <a:lnTo>
                    <a:pt x="289771" y="5687070"/>
                  </a:lnTo>
                  <a:lnTo>
                    <a:pt x="289879" y="5687070"/>
                  </a:lnTo>
                  <a:lnTo>
                    <a:pt x="289987" y="5687070"/>
                  </a:lnTo>
                  <a:lnTo>
                    <a:pt x="290096" y="5687070"/>
                  </a:lnTo>
                  <a:lnTo>
                    <a:pt x="290204" y="5687070"/>
                  </a:lnTo>
                  <a:lnTo>
                    <a:pt x="290204" y="5686447"/>
                  </a:lnTo>
                  <a:lnTo>
                    <a:pt x="290313" y="5686447"/>
                  </a:lnTo>
                  <a:lnTo>
                    <a:pt x="290313" y="5685823"/>
                  </a:lnTo>
                  <a:lnTo>
                    <a:pt x="290421" y="5685823"/>
                  </a:lnTo>
                  <a:lnTo>
                    <a:pt x="290421" y="5685200"/>
                  </a:lnTo>
                  <a:lnTo>
                    <a:pt x="290530" y="5685200"/>
                  </a:lnTo>
                  <a:lnTo>
                    <a:pt x="290530" y="5684576"/>
                  </a:lnTo>
                  <a:lnTo>
                    <a:pt x="290530" y="5683952"/>
                  </a:lnTo>
                  <a:lnTo>
                    <a:pt x="290638" y="5683952"/>
                  </a:lnTo>
                  <a:lnTo>
                    <a:pt x="290747" y="5683952"/>
                  </a:lnTo>
                  <a:lnTo>
                    <a:pt x="290747" y="5683329"/>
                  </a:lnTo>
                  <a:lnTo>
                    <a:pt x="290855" y="5683329"/>
                  </a:lnTo>
                  <a:lnTo>
                    <a:pt x="290855" y="5682705"/>
                  </a:lnTo>
                  <a:lnTo>
                    <a:pt x="290963" y="5682705"/>
                  </a:lnTo>
                  <a:lnTo>
                    <a:pt x="291072" y="5682705"/>
                  </a:lnTo>
                  <a:lnTo>
                    <a:pt x="291072" y="5682082"/>
                  </a:lnTo>
                  <a:lnTo>
                    <a:pt x="291072" y="5681458"/>
                  </a:lnTo>
                  <a:lnTo>
                    <a:pt x="291072" y="5680834"/>
                  </a:lnTo>
                  <a:lnTo>
                    <a:pt x="291180" y="5680834"/>
                  </a:lnTo>
                  <a:lnTo>
                    <a:pt x="291180" y="5680211"/>
                  </a:lnTo>
                  <a:lnTo>
                    <a:pt x="291289" y="5680211"/>
                  </a:lnTo>
                  <a:lnTo>
                    <a:pt x="291397" y="5680211"/>
                  </a:lnTo>
                  <a:lnTo>
                    <a:pt x="291506" y="5680211"/>
                  </a:lnTo>
                  <a:lnTo>
                    <a:pt x="291614" y="5680211"/>
                  </a:lnTo>
                  <a:lnTo>
                    <a:pt x="291723" y="5680211"/>
                  </a:lnTo>
                  <a:lnTo>
                    <a:pt x="291831" y="5680211"/>
                  </a:lnTo>
                  <a:lnTo>
                    <a:pt x="291831" y="5679587"/>
                  </a:lnTo>
                  <a:lnTo>
                    <a:pt x="291831" y="5678964"/>
                  </a:lnTo>
                  <a:lnTo>
                    <a:pt x="291939" y="5678964"/>
                  </a:lnTo>
                  <a:lnTo>
                    <a:pt x="292048" y="5678964"/>
                  </a:lnTo>
                  <a:lnTo>
                    <a:pt x="292156" y="5678964"/>
                  </a:lnTo>
                  <a:lnTo>
                    <a:pt x="292265" y="5678964"/>
                  </a:lnTo>
                  <a:lnTo>
                    <a:pt x="292373" y="5678964"/>
                  </a:lnTo>
                  <a:lnTo>
                    <a:pt x="292482" y="5678964"/>
                  </a:lnTo>
                  <a:lnTo>
                    <a:pt x="292590" y="5678964"/>
                  </a:lnTo>
                  <a:lnTo>
                    <a:pt x="292699" y="5678964"/>
                  </a:lnTo>
                  <a:lnTo>
                    <a:pt x="292807" y="5678964"/>
                  </a:lnTo>
                  <a:lnTo>
                    <a:pt x="292807" y="5678340"/>
                  </a:lnTo>
                  <a:lnTo>
                    <a:pt x="292916" y="5678340"/>
                  </a:lnTo>
                  <a:lnTo>
                    <a:pt x="293024" y="5678340"/>
                  </a:lnTo>
                  <a:lnTo>
                    <a:pt x="293132" y="5678340"/>
                  </a:lnTo>
                  <a:lnTo>
                    <a:pt x="293241" y="5678340"/>
                  </a:lnTo>
                  <a:lnTo>
                    <a:pt x="293349" y="5678340"/>
                  </a:lnTo>
                  <a:lnTo>
                    <a:pt x="293458" y="5678340"/>
                  </a:lnTo>
                  <a:lnTo>
                    <a:pt x="293566" y="5678340"/>
                  </a:lnTo>
                  <a:lnTo>
                    <a:pt x="293675" y="5678340"/>
                  </a:lnTo>
                  <a:lnTo>
                    <a:pt x="293783" y="5678340"/>
                  </a:lnTo>
                  <a:lnTo>
                    <a:pt x="293892" y="5678340"/>
                  </a:lnTo>
                  <a:lnTo>
                    <a:pt x="294000" y="5678340"/>
                  </a:lnTo>
                  <a:lnTo>
                    <a:pt x="294108" y="5678340"/>
                  </a:lnTo>
                  <a:lnTo>
                    <a:pt x="294108" y="5677717"/>
                  </a:lnTo>
                  <a:lnTo>
                    <a:pt x="294217" y="5677717"/>
                  </a:lnTo>
                  <a:lnTo>
                    <a:pt x="294325" y="5677717"/>
                  </a:lnTo>
                  <a:lnTo>
                    <a:pt x="294325" y="5677093"/>
                  </a:lnTo>
                  <a:lnTo>
                    <a:pt x="294434" y="5677093"/>
                  </a:lnTo>
                  <a:lnTo>
                    <a:pt x="294434" y="5676469"/>
                  </a:lnTo>
                  <a:lnTo>
                    <a:pt x="294542" y="5676469"/>
                  </a:lnTo>
                  <a:lnTo>
                    <a:pt x="294542" y="5675846"/>
                  </a:lnTo>
                  <a:lnTo>
                    <a:pt x="294651" y="5675846"/>
                  </a:lnTo>
                  <a:lnTo>
                    <a:pt x="294651" y="5675222"/>
                  </a:lnTo>
                  <a:lnTo>
                    <a:pt x="294759" y="5675222"/>
                  </a:lnTo>
                  <a:lnTo>
                    <a:pt x="294759" y="5674599"/>
                  </a:lnTo>
                  <a:lnTo>
                    <a:pt x="294868" y="5674599"/>
                  </a:lnTo>
                  <a:lnTo>
                    <a:pt x="294868" y="5673975"/>
                  </a:lnTo>
                  <a:lnTo>
                    <a:pt x="294976" y="5673975"/>
                  </a:lnTo>
                  <a:lnTo>
                    <a:pt x="295084" y="5673975"/>
                  </a:lnTo>
                  <a:lnTo>
                    <a:pt x="295193" y="5673975"/>
                  </a:lnTo>
                  <a:lnTo>
                    <a:pt x="295193" y="5673351"/>
                  </a:lnTo>
                  <a:lnTo>
                    <a:pt x="295301" y="5673351"/>
                  </a:lnTo>
                  <a:lnTo>
                    <a:pt x="295410" y="5673351"/>
                  </a:lnTo>
                  <a:lnTo>
                    <a:pt x="295410" y="5672728"/>
                  </a:lnTo>
                  <a:lnTo>
                    <a:pt x="295410" y="5672104"/>
                  </a:lnTo>
                  <a:lnTo>
                    <a:pt x="295410" y="5671481"/>
                  </a:lnTo>
                  <a:lnTo>
                    <a:pt x="295518" y="5671481"/>
                  </a:lnTo>
                  <a:lnTo>
                    <a:pt x="295627" y="5671481"/>
                  </a:lnTo>
                  <a:lnTo>
                    <a:pt x="295735" y="5671481"/>
                  </a:lnTo>
                  <a:lnTo>
                    <a:pt x="295844" y="5671481"/>
                  </a:lnTo>
                  <a:lnTo>
                    <a:pt x="295844" y="5670857"/>
                  </a:lnTo>
                  <a:lnTo>
                    <a:pt x="295952" y="5670857"/>
                  </a:lnTo>
                  <a:lnTo>
                    <a:pt x="296060" y="5670857"/>
                  </a:lnTo>
                  <a:lnTo>
                    <a:pt x="296169" y="5670857"/>
                  </a:lnTo>
                  <a:lnTo>
                    <a:pt x="296277" y="5670857"/>
                  </a:lnTo>
                  <a:lnTo>
                    <a:pt x="296386" y="5670857"/>
                  </a:lnTo>
                  <a:lnTo>
                    <a:pt x="296494" y="5670857"/>
                  </a:lnTo>
                  <a:lnTo>
                    <a:pt x="296494" y="5670234"/>
                  </a:lnTo>
                  <a:lnTo>
                    <a:pt x="296603" y="5670234"/>
                  </a:lnTo>
                  <a:lnTo>
                    <a:pt x="296711" y="5670234"/>
                  </a:lnTo>
                  <a:lnTo>
                    <a:pt x="296820" y="5670234"/>
                  </a:lnTo>
                  <a:lnTo>
                    <a:pt x="296928" y="5670234"/>
                  </a:lnTo>
                  <a:lnTo>
                    <a:pt x="297037" y="5670234"/>
                  </a:lnTo>
                  <a:lnTo>
                    <a:pt x="297145" y="5670234"/>
                  </a:lnTo>
                  <a:lnTo>
                    <a:pt x="297253" y="5670234"/>
                  </a:lnTo>
                  <a:lnTo>
                    <a:pt x="297362" y="5670234"/>
                  </a:lnTo>
                  <a:lnTo>
                    <a:pt x="297362" y="5669610"/>
                  </a:lnTo>
                  <a:lnTo>
                    <a:pt x="297470" y="5669610"/>
                  </a:lnTo>
                  <a:lnTo>
                    <a:pt x="297579" y="5669610"/>
                  </a:lnTo>
                  <a:lnTo>
                    <a:pt x="297687" y="5669610"/>
                  </a:lnTo>
                  <a:lnTo>
                    <a:pt x="297796" y="5669610"/>
                  </a:lnTo>
                  <a:lnTo>
                    <a:pt x="297904" y="5669610"/>
                  </a:lnTo>
                  <a:lnTo>
                    <a:pt x="297904" y="5668986"/>
                  </a:lnTo>
                  <a:lnTo>
                    <a:pt x="297904" y="5668363"/>
                  </a:lnTo>
                  <a:lnTo>
                    <a:pt x="298013" y="5668363"/>
                  </a:lnTo>
                  <a:lnTo>
                    <a:pt x="298013" y="5667739"/>
                  </a:lnTo>
                  <a:lnTo>
                    <a:pt x="298121" y="5667739"/>
                  </a:lnTo>
                  <a:lnTo>
                    <a:pt x="298229" y="5667739"/>
                  </a:lnTo>
                  <a:lnTo>
                    <a:pt x="298229" y="5667116"/>
                  </a:lnTo>
                  <a:lnTo>
                    <a:pt x="298338" y="5667116"/>
                  </a:lnTo>
                  <a:lnTo>
                    <a:pt x="298446" y="5667116"/>
                  </a:lnTo>
                  <a:lnTo>
                    <a:pt x="298446" y="5666492"/>
                  </a:lnTo>
                  <a:lnTo>
                    <a:pt x="298555" y="5666492"/>
                  </a:lnTo>
                  <a:lnTo>
                    <a:pt x="298663" y="5666492"/>
                  </a:lnTo>
                  <a:lnTo>
                    <a:pt x="298772" y="5666492"/>
                  </a:lnTo>
                  <a:lnTo>
                    <a:pt x="298880" y="5666492"/>
                  </a:lnTo>
                  <a:lnTo>
                    <a:pt x="298880" y="5665868"/>
                  </a:lnTo>
                  <a:lnTo>
                    <a:pt x="298989" y="5665868"/>
                  </a:lnTo>
                  <a:lnTo>
                    <a:pt x="299097" y="5665868"/>
                  </a:lnTo>
                  <a:lnTo>
                    <a:pt x="299205" y="5665868"/>
                  </a:lnTo>
                  <a:lnTo>
                    <a:pt x="299205" y="5665245"/>
                  </a:lnTo>
                  <a:lnTo>
                    <a:pt x="299314" y="5665245"/>
                  </a:lnTo>
                  <a:lnTo>
                    <a:pt x="299314" y="5664621"/>
                  </a:lnTo>
                  <a:lnTo>
                    <a:pt x="299422" y="5664621"/>
                  </a:lnTo>
                  <a:lnTo>
                    <a:pt x="299531" y="5664621"/>
                  </a:lnTo>
                  <a:lnTo>
                    <a:pt x="299531" y="5663998"/>
                  </a:lnTo>
                  <a:lnTo>
                    <a:pt x="299639" y="5663998"/>
                  </a:lnTo>
                  <a:lnTo>
                    <a:pt x="299748" y="5663998"/>
                  </a:lnTo>
                  <a:lnTo>
                    <a:pt x="299748" y="5663374"/>
                  </a:lnTo>
                  <a:lnTo>
                    <a:pt x="299748" y="5662751"/>
                  </a:lnTo>
                  <a:lnTo>
                    <a:pt x="299856" y="5662751"/>
                  </a:lnTo>
                  <a:lnTo>
                    <a:pt x="299965" y="5662751"/>
                  </a:lnTo>
                  <a:lnTo>
                    <a:pt x="299965" y="5662127"/>
                  </a:lnTo>
                  <a:lnTo>
                    <a:pt x="299965" y="5661503"/>
                  </a:lnTo>
                  <a:lnTo>
                    <a:pt x="299965" y="5660880"/>
                  </a:lnTo>
                  <a:lnTo>
                    <a:pt x="300073" y="5660880"/>
                  </a:lnTo>
                  <a:lnTo>
                    <a:pt x="300181" y="5660880"/>
                  </a:lnTo>
                  <a:lnTo>
                    <a:pt x="300290" y="5660880"/>
                  </a:lnTo>
                  <a:lnTo>
                    <a:pt x="300398" y="5660880"/>
                  </a:lnTo>
                  <a:lnTo>
                    <a:pt x="300507" y="5660880"/>
                  </a:lnTo>
                  <a:lnTo>
                    <a:pt x="300615" y="5660880"/>
                  </a:lnTo>
                  <a:lnTo>
                    <a:pt x="300615" y="5660256"/>
                  </a:lnTo>
                  <a:lnTo>
                    <a:pt x="300615" y="5659633"/>
                  </a:lnTo>
                  <a:lnTo>
                    <a:pt x="300724" y="5659633"/>
                  </a:lnTo>
                  <a:lnTo>
                    <a:pt x="300724" y="5659009"/>
                  </a:lnTo>
                  <a:lnTo>
                    <a:pt x="300832" y="5659009"/>
                  </a:lnTo>
                  <a:lnTo>
                    <a:pt x="300941" y="5659009"/>
                  </a:lnTo>
                  <a:lnTo>
                    <a:pt x="301049" y="5659009"/>
                  </a:lnTo>
                  <a:lnTo>
                    <a:pt x="301157" y="5659009"/>
                  </a:lnTo>
                  <a:lnTo>
                    <a:pt x="301266" y="5659009"/>
                  </a:lnTo>
                  <a:lnTo>
                    <a:pt x="301266" y="5658385"/>
                  </a:lnTo>
                  <a:lnTo>
                    <a:pt x="301266" y="5657762"/>
                  </a:lnTo>
                  <a:lnTo>
                    <a:pt x="301374" y="5657762"/>
                  </a:lnTo>
                  <a:lnTo>
                    <a:pt x="301483" y="5657762"/>
                  </a:lnTo>
                  <a:lnTo>
                    <a:pt x="301483" y="5657138"/>
                  </a:lnTo>
                  <a:lnTo>
                    <a:pt x="301591" y="5657138"/>
                  </a:lnTo>
                  <a:lnTo>
                    <a:pt x="301591" y="5656515"/>
                  </a:lnTo>
                  <a:lnTo>
                    <a:pt x="301700" y="5656515"/>
                  </a:lnTo>
                  <a:lnTo>
                    <a:pt x="301700" y="5655891"/>
                  </a:lnTo>
                  <a:lnTo>
                    <a:pt x="301808" y="5655891"/>
                  </a:lnTo>
                  <a:lnTo>
                    <a:pt x="301917" y="5655891"/>
                  </a:lnTo>
                  <a:lnTo>
                    <a:pt x="302025" y="5655891"/>
                  </a:lnTo>
                  <a:lnTo>
                    <a:pt x="302025" y="5655268"/>
                  </a:lnTo>
                  <a:lnTo>
                    <a:pt x="302025" y="5654644"/>
                  </a:lnTo>
                  <a:lnTo>
                    <a:pt x="302025" y="5654020"/>
                  </a:lnTo>
                  <a:lnTo>
                    <a:pt x="302134" y="5654020"/>
                  </a:lnTo>
                  <a:lnTo>
                    <a:pt x="302242" y="5654020"/>
                  </a:lnTo>
                  <a:lnTo>
                    <a:pt x="302242" y="5653397"/>
                  </a:lnTo>
                  <a:lnTo>
                    <a:pt x="302350" y="5653397"/>
                  </a:lnTo>
                  <a:lnTo>
                    <a:pt x="302459" y="5653397"/>
                  </a:lnTo>
                  <a:lnTo>
                    <a:pt x="302459" y="5652773"/>
                  </a:lnTo>
                  <a:lnTo>
                    <a:pt x="302567" y="5652773"/>
                  </a:lnTo>
                  <a:lnTo>
                    <a:pt x="302567" y="5652150"/>
                  </a:lnTo>
                  <a:lnTo>
                    <a:pt x="302567" y="5651526"/>
                  </a:lnTo>
                  <a:lnTo>
                    <a:pt x="302676" y="5651526"/>
                  </a:lnTo>
                  <a:lnTo>
                    <a:pt x="302676" y="5650902"/>
                  </a:lnTo>
                  <a:lnTo>
                    <a:pt x="302676" y="5650279"/>
                  </a:lnTo>
                  <a:lnTo>
                    <a:pt x="302676" y="5649655"/>
                  </a:lnTo>
                  <a:lnTo>
                    <a:pt x="302676" y="5649032"/>
                  </a:lnTo>
                  <a:lnTo>
                    <a:pt x="302784" y="5649032"/>
                  </a:lnTo>
                  <a:lnTo>
                    <a:pt x="302784" y="5648408"/>
                  </a:lnTo>
                  <a:lnTo>
                    <a:pt x="302893" y="5648408"/>
                  </a:lnTo>
                  <a:lnTo>
                    <a:pt x="303001" y="5648408"/>
                  </a:lnTo>
                  <a:lnTo>
                    <a:pt x="303110" y="5648408"/>
                  </a:lnTo>
                  <a:lnTo>
                    <a:pt x="303218" y="5648408"/>
                  </a:lnTo>
                  <a:lnTo>
                    <a:pt x="303326" y="5648408"/>
                  </a:lnTo>
                  <a:lnTo>
                    <a:pt x="303435" y="5648408"/>
                  </a:lnTo>
                  <a:lnTo>
                    <a:pt x="303435" y="5647785"/>
                  </a:lnTo>
                  <a:lnTo>
                    <a:pt x="303543" y="5647785"/>
                  </a:lnTo>
                  <a:lnTo>
                    <a:pt x="303543" y="5647161"/>
                  </a:lnTo>
                  <a:lnTo>
                    <a:pt x="303652" y="5647161"/>
                  </a:lnTo>
                  <a:lnTo>
                    <a:pt x="303652" y="5646537"/>
                  </a:lnTo>
                  <a:lnTo>
                    <a:pt x="303652" y="5645914"/>
                  </a:lnTo>
                  <a:lnTo>
                    <a:pt x="303760" y="5645914"/>
                  </a:lnTo>
                  <a:lnTo>
                    <a:pt x="303869" y="5645914"/>
                  </a:lnTo>
                  <a:lnTo>
                    <a:pt x="303869" y="5645290"/>
                  </a:lnTo>
                  <a:lnTo>
                    <a:pt x="303977" y="5645290"/>
                  </a:lnTo>
                  <a:lnTo>
                    <a:pt x="304086" y="5645290"/>
                  </a:lnTo>
                  <a:lnTo>
                    <a:pt x="304086" y="5644667"/>
                  </a:lnTo>
                  <a:lnTo>
                    <a:pt x="304194" y="5644667"/>
                  </a:lnTo>
                  <a:lnTo>
                    <a:pt x="304302" y="5644667"/>
                  </a:lnTo>
                  <a:lnTo>
                    <a:pt x="304411" y="5644667"/>
                  </a:lnTo>
                  <a:lnTo>
                    <a:pt x="304519" y="5644667"/>
                  </a:lnTo>
                  <a:lnTo>
                    <a:pt x="304519" y="5644043"/>
                  </a:lnTo>
                  <a:lnTo>
                    <a:pt x="304628" y="5644043"/>
                  </a:lnTo>
                  <a:lnTo>
                    <a:pt x="304628" y="5643419"/>
                  </a:lnTo>
                  <a:lnTo>
                    <a:pt x="304628" y="5642796"/>
                  </a:lnTo>
                  <a:lnTo>
                    <a:pt x="304736" y="5642796"/>
                  </a:lnTo>
                  <a:lnTo>
                    <a:pt x="304845" y="5642796"/>
                  </a:lnTo>
                  <a:lnTo>
                    <a:pt x="304845" y="5642172"/>
                  </a:lnTo>
                  <a:lnTo>
                    <a:pt x="304953" y="5642172"/>
                  </a:lnTo>
                  <a:lnTo>
                    <a:pt x="305062" y="5642172"/>
                  </a:lnTo>
                  <a:lnTo>
                    <a:pt x="305062" y="5641549"/>
                  </a:lnTo>
                  <a:lnTo>
                    <a:pt x="305170" y="5641549"/>
                  </a:lnTo>
                  <a:lnTo>
                    <a:pt x="305278" y="5641549"/>
                  </a:lnTo>
                  <a:lnTo>
                    <a:pt x="305387" y="5641549"/>
                  </a:lnTo>
                  <a:lnTo>
                    <a:pt x="305495" y="5641549"/>
                  </a:lnTo>
                  <a:lnTo>
                    <a:pt x="305604" y="5641549"/>
                  </a:lnTo>
                  <a:lnTo>
                    <a:pt x="305604" y="5640925"/>
                  </a:lnTo>
                  <a:lnTo>
                    <a:pt x="305712" y="5640925"/>
                  </a:lnTo>
                  <a:lnTo>
                    <a:pt x="305821" y="5640925"/>
                  </a:lnTo>
                  <a:lnTo>
                    <a:pt x="305929" y="5640925"/>
                  </a:lnTo>
                  <a:lnTo>
                    <a:pt x="306038" y="5640925"/>
                  </a:lnTo>
                  <a:lnTo>
                    <a:pt x="306038" y="5640302"/>
                  </a:lnTo>
                  <a:lnTo>
                    <a:pt x="306146" y="5640302"/>
                  </a:lnTo>
                  <a:lnTo>
                    <a:pt x="306255" y="5640302"/>
                  </a:lnTo>
                  <a:lnTo>
                    <a:pt x="306363" y="5640302"/>
                  </a:lnTo>
                  <a:lnTo>
                    <a:pt x="306471" y="5640302"/>
                  </a:lnTo>
                  <a:lnTo>
                    <a:pt x="306580" y="5640302"/>
                  </a:lnTo>
                  <a:lnTo>
                    <a:pt x="306688" y="5640302"/>
                  </a:lnTo>
                  <a:lnTo>
                    <a:pt x="306797" y="5640302"/>
                  </a:lnTo>
                  <a:lnTo>
                    <a:pt x="306797" y="5639678"/>
                  </a:lnTo>
                  <a:lnTo>
                    <a:pt x="306905" y="5639678"/>
                  </a:lnTo>
                  <a:lnTo>
                    <a:pt x="306905" y="5639054"/>
                  </a:lnTo>
                  <a:lnTo>
                    <a:pt x="306905" y="5638431"/>
                  </a:lnTo>
                  <a:lnTo>
                    <a:pt x="306905" y="5637807"/>
                  </a:lnTo>
                  <a:lnTo>
                    <a:pt x="307014" y="5637807"/>
                  </a:lnTo>
                  <a:lnTo>
                    <a:pt x="307122" y="5637807"/>
                  </a:lnTo>
                  <a:lnTo>
                    <a:pt x="307122" y="5637184"/>
                  </a:lnTo>
                  <a:lnTo>
                    <a:pt x="307231" y="5637184"/>
                  </a:lnTo>
                  <a:lnTo>
                    <a:pt x="307339" y="5637184"/>
                  </a:lnTo>
                  <a:lnTo>
                    <a:pt x="307447" y="5637184"/>
                  </a:lnTo>
                  <a:lnTo>
                    <a:pt x="307556" y="5637184"/>
                  </a:lnTo>
                  <a:lnTo>
                    <a:pt x="307664" y="5637184"/>
                  </a:lnTo>
                  <a:lnTo>
                    <a:pt x="307773" y="5637184"/>
                  </a:lnTo>
                  <a:lnTo>
                    <a:pt x="307881" y="5637184"/>
                  </a:lnTo>
                  <a:lnTo>
                    <a:pt x="307990" y="5637184"/>
                  </a:lnTo>
                  <a:lnTo>
                    <a:pt x="308098" y="5637184"/>
                  </a:lnTo>
                  <a:lnTo>
                    <a:pt x="308207" y="5637184"/>
                  </a:lnTo>
                  <a:lnTo>
                    <a:pt x="308315" y="5637184"/>
                  </a:lnTo>
                  <a:lnTo>
                    <a:pt x="308423" y="5637184"/>
                  </a:lnTo>
                  <a:lnTo>
                    <a:pt x="308532" y="5637184"/>
                  </a:lnTo>
                  <a:lnTo>
                    <a:pt x="308640" y="5637184"/>
                  </a:lnTo>
                  <a:lnTo>
                    <a:pt x="308749" y="5637184"/>
                  </a:lnTo>
                  <a:lnTo>
                    <a:pt x="308857" y="5637184"/>
                  </a:lnTo>
                  <a:lnTo>
                    <a:pt x="308966" y="5637184"/>
                  </a:lnTo>
                  <a:lnTo>
                    <a:pt x="309074" y="5637184"/>
                  </a:lnTo>
                  <a:lnTo>
                    <a:pt x="309183" y="5637184"/>
                  </a:lnTo>
                  <a:lnTo>
                    <a:pt x="309291" y="5637184"/>
                  </a:lnTo>
                  <a:lnTo>
                    <a:pt x="309291" y="5636560"/>
                  </a:lnTo>
                  <a:lnTo>
                    <a:pt x="309399" y="5636560"/>
                  </a:lnTo>
                  <a:lnTo>
                    <a:pt x="309508" y="5636560"/>
                  </a:lnTo>
                  <a:lnTo>
                    <a:pt x="309616" y="5636560"/>
                  </a:lnTo>
                  <a:lnTo>
                    <a:pt x="309725" y="5636560"/>
                  </a:lnTo>
                  <a:lnTo>
                    <a:pt x="309833" y="5636560"/>
                  </a:lnTo>
                  <a:lnTo>
                    <a:pt x="309942" y="5636560"/>
                  </a:lnTo>
                  <a:lnTo>
                    <a:pt x="310050" y="5636560"/>
                  </a:lnTo>
                  <a:lnTo>
                    <a:pt x="310159" y="5636560"/>
                  </a:lnTo>
                  <a:lnTo>
                    <a:pt x="310267" y="5636560"/>
                  </a:lnTo>
                  <a:lnTo>
                    <a:pt x="310376" y="5636560"/>
                  </a:lnTo>
                  <a:lnTo>
                    <a:pt x="310376" y="5635936"/>
                  </a:lnTo>
                  <a:lnTo>
                    <a:pt x="310484" y="5635936"/>
                  </a:lnTo>
                  <a:lnTo>
                    <a:pt x="310592" y="5635936"/>
                  </a:lnTo>
                  <a:lnTo>
                    <a:pt x="310701" y="5635936"/>
                  </a:lnTo>
                  <a:lnTo>
                    <a:pt x="310809" y="5635936"/>
                  </a:lnTo>
                  <a:lnTo>
                    <a:pt x="310918" y="5635936"/>
                  </a:lnTo>
                  <a:lnTo>
                    <a:pt x="310918" y="5635313"/>
                  </a:lnTo>
                  <a:lnTo>
                    <a:pt x="311026" y="5635313"/>
                  </a:lnTo>
                  <a:lnTo>
                    <a:pt x="311135" y="5635313"/>
                  </a:lnTo>
                  <a:lnTo>
                    <a:pt x="311135" y="5634689"/>
                  </a:lnTo>
                  <a:lnTo>
                    <a:pt x="311243" y="5634689"/>
                  </a:lnTo>
                  <a:lnTo>
                    <a:pt x="311352" y="5634689"/>
                  </a:lnTo>
                  <a:lnTo>
                    <a:pt x="311460" y="5634689"/>
                  </a:lnTo>
                  <a:lnTo>
                    <a:pt x="311460" y="5634066"/>
                  </a:lnTo>
                  <a:lnTo>
                    <a:pt x="311568" y="5634066"/>
                  </a:lnTo>
                  <a:lnTo>
                    <a:pt x="311677" y="5634066"/>
                  </a:lnTo>
                  <a:lnTo>
                    <a:pt x="311785" y="5634066"/>
                  </a:lnTo>
                  <a:lnTo>
                    <a:pt x="311785" y="5633442"/>
                  </a:lnTo>
                  <a:lnTo>
                    <a:pt x="311785" y="5632819"/>
                  </a:lnTo>
                  <a:lnTo>
                    <a:pt x="311894" y="5632819"/>
                  </a:lnTo>
                  <a:lnTo>
                    <a:pt x="312002" y="5632819"/>
                  </a:lnTo>
                  <a:lnTo>
                    <a:pt x="312002" y="5632195"/>
                  </a:lnTo>
                  <a:lnTo>
                    <a:pt x="312111" y="5632195"/>
                  </a:lnTo>
                  <a:lnTo>
                    <a:pt x="312111" y="5631571"/>
                  </a:lnTo>
                  <a:lnTo>
                    <a:pt x="312111" y="5630948"/>
                  </a:lnTo>
                  <a:lnTo>
                    <a:pt x="312219" y="5630948"/>
                  </a:lnTo>
                  <a:lnTo>
                    <a:pt x="312328" y="5630948"/>
                  </a:lnTo>
                  <a:lnTo>
                    <a:pt x="312436" y="5630948"/>
                  </a:lnTo>
                  <a:lnTo>
                    <a:pt x="312544" y="5630948"/>
                  </a:lnTo>
                  <a:lnTo>
                    <a:pt x="312653" y="5630948"/>
                  </a:lnTo>
                  <a:lnTo>
                    <a:pt x="312761" y="5630948"/>
                  </a:lnTo>
                  <a:lnTo>
                    <a:pt x="312870" y="5630948"/>
                  </a:lnTo>
                  <a:lnTo>
                    <a:pt x="312870" y="5630324"/>
                  </a:lnTo>
                  <a:lnTo>
                    <a:pt x="312978" y="5630324"/>
                  </a:lnTo>
                  <a:lnTo>
                    <a:pt x="312978" y="5629701"/>
                  </a:lnTo>
                  <a:lnTo>
                    <a:pt x="313087" y="5629701"/>
                  </a:lnTo>
                  <a:lnTo>
                    <a:pt x="313195" y="5629701"/>
                  </a:lnTo>
                  <a:lnTo>
                    <a:pt x="313304" y="5629701"/>
                  </a:lnTo>
                  <a:lnTo>
                    <a:pt x="313412" y="5629701"/>
                  </a:lnTo>
                  <a:lnTo>
                    <a:pt x="313520" y="5629701"/>
                  </a:lnTo>
                  <a:lnTo>
                    <a:pt x="313629" y="5629701"/>
                  </a:lnTo>
                  <a:lnTo>
                    <a:pt x="313737" y="5629701"/>
                  </a:lnTo>
                  <a:lnTo>
                    <a:pt x="313737" y="5629077"/>
                  </a:lnTo>
                  <a:lnTo>
                    <a:pt x="313737" y="5628454"/>
                  </a:lnTo>
                  <a:lnTo>
                    <a:pt x="313846" y="5628454"/>
                  </a:lnTo>
                  <a:lnTo>
                    <a:pt x="313846" y="5627830"/>
                  </a:lnTo>
                  <a:lnTo>
                    <a:pt x="313846" y="5627206"/>
                  </a:lnTo>
                  <a:lnTo>
                    <a:pt x="313954" y="5627206"/>
                  </a:lnTo>
                  <a:lnTo>
                    <a:pt x="314063" y="5627206"/>
                  </a:lnTo>
                  <a:lnTo>
                    <a:pt x="314171" y="5627206"/>
                  </a:lnTo>
                  <a:lnTo>
                    <a:pt x="314171" y="5626583"/>
                  </a:lnTo>
                  <a:lnTo>
                    <a:pt x="314280" y="5626583"/>
                  </a:lnTo>
                  <a:lnTo>
                    <a:pt x="314388" y="5626583"/>
                  </a:lnTo>
                  <a:lnTo>
                    <a:pt x="314388" y="5625959"/>
                  </a:lnTo>
                  <a:lnTo>
                    <a:pt x="314497" y="5625959"/>
                  </a:lnTo>
                  <a:lnTo>
                    <a:pt x="314605" y="5625959"/>
                  </a:lnTo>
                  <a:lnTo>
                    <a:pt x="314713" y="5625959"/>
                  </a:lnTo>
                  <a:lnTo>
                    <a:pt x="314713" y="5625336"/>
                  </a:lnTo>
                  <a:lnTo>
                    <a:pt x="314822" y="5625336"/>
                  </a:lnTo>
                  <a:lnTo>
                    <a:pt x="314930" y="5625336"/>
                  </a:lnTo>
                  <a:lnTo>
                    <a:pt x="315039" y="5625336"/>
                  </a:lnTo>
                  <a:lnTo>
                    <a:pt x="315147" y="5625336"/>
                  </a:lnTo>
                  <a:lnTo>
                    <a:pt x="315256" y="5625336"/>
                  </a:lnTo>
                  <a:lnTo>
                    <a:pt x="315256" y="5624712"/>
                  </a:lnTo>
                  <a:lnTo>
                    <a:pt x="315256" y="5624088"/>
                  </a:lnTo>
                  <a:lnTo>
                    <a:pt x="315364" y="5624088"/>
                  </a:lnTo>
                  <a:lnTo>
                    <a:pt x="315473" y="5624088"/>
                  </a:lnTo>
                  <a:lnTo>
                    <a:pt x="315581" y="5624088"/>
                  </a:lnTo>
                  <a:lnTo>
                    <a:pt x="315689" y="5624088"/>
                  </a:lnTo>
                  <a:lnTo>
                    <a:pt x="315689" y="5623465"/>
                  </a:lnTo>
                  <a:lnTo>
                    <a:pt x="315689" y="5622841"/>
                  </a:lnTo>
                  <a:lnTo>
                    <a:pt x="315798" y="5622841"/>
                  </a:lnTo>
                  <a:lnTo>
                    <a:pt x="315906" y="5622841"/>
                  </a:lnTo>
                  <a:lnTo>
                    <a:pt x="316015" y="5622841"/>
                  </a:lnTo>
                  <a:lnTo>
                    <a:pt x="316123" y="5622841"/>
                  </a:lnTo>
                  <a:lnTo>
                    <a:pt x="316123" y="5622218"/>
                  </a:lnTo>
                  <a:lnTo>
                    <a:pt x="316232" y="5622218"/>
                  </a:lnTo>
                  <a:lnTo>
                    <a:pt x="316340" y="5622218"/>
                  </a:lnTo>
                  <a:lnTo>
                    <a:pt x="316449" y="5622218"/>
                  </a:lnTo>
                  <a:lnTo>
                    <a:pt x="316557" y="5622218"/>
                  </a:lnTo>
                  <a:lnTo>
                    <a:pt x="316557" y="5621594"/>
                  </a:lnTo>
                  <a:lnTo>
                    <a:pt x="316665" y="5621594"/>
                  </a:lnTo>
                  <a:lnTo>
                    <a:pt x="316774" y="5621594"/>
                  </a:lnTo>
                  <a:lnTo>
                    <a:pt x="316882" y="5621594"/>
                  </a:lnTo>
                  <a:lnTo>
                    <a:pt x="316991" y="5621594"/>
                  </a:lnTo>
                  <a:lnTo>
                    <a:pt x="317099" y="5621594"/>
                  </a:lnTo>
                  <a:lnTo>
                    <a:pt x="317208" y="5621594"/>
                  </a:lnTo>
                  <a:lnTo>
                    <a:pt x="317316" y="5621594"/>
                  </a:lnTo>
                  <a:lnTo>
                    <a:pt x="317316" y="5620971"/>
                  </a:lnTo>
                  <a:lnTo>
                    <a:pt x="317425" y="5620971"/>
                  </a:lnTo>
                  <a:lnTo>
                    <a:pt x="317533" y="5620971"/>
                  </a:lnTo>
                  <a:lnTo>
                    <a:pt x="317533" y="5620347"/>
                  </a:lnTo>
                  <a:lnTo>
                    <a:pt x="317533" y="5619723"/>
                  </a:lnTo>
                  <a:lnTo>
                    <a:pt x="317641" y="5619723"/>
                  </a:lnTo>
                  <a:lnTo>
                    <a:pt x="317750" y="5619723"/>
                  </a:lnTo>
                  <a:lnTo>
                    <a:pt x="317858" y="5619723"/>
                  </a:lnTo>
                  <a:lnTo>
                    <a:pt x="317858" y="5619100"/>
                  </a:lnTo>
                  <a:lnTo>
                    <a:pt x="317967" y="5619100"/>
                  </a:lnTo>
                  <a:lnTo>
                    <a:pt x="318075" y="5619100"/>
                  </a:lnTo>
                  <a:lnTo>
                    <a:pt x="318075" y="5618476"/>
                  </a:lnTo>
                  <a:lnTo>
                    <a:pt x="318184" y="5618476"/>
                  </a:lnTo>
                  <a:lnTo>
                    <a:pt x="318292" y="5618476"/>
                  </a:lnTo>
                  <a:lnTo>
                    <a:pt x="318401" y="5618476"/>
                  </a:lnTo>
                  <a:lnTo>
                    <a:pt x="318509" y="5618476"/>
                  </a:lnTo>
                  <a:lnTo>
                    <a:pt x="318618" y="5618476"/>
                  </a:lnTo>
                  <a:lnTo>
                    <a:pt x="318726" y="5618476"/>
                  </a:lnTo>
                  <a:lnTo>
                    <a:pt x="318834" y="5618476"/>
                  </a:lnTo>
                  <a:lnTo>
                    <a:pt x="318943" y="5618476"/>
                  </a:lnTo>
                  <a:lnTo>
                    <a:pt x="319051" y="5618476"/>
                  </a:lnTo>
                  <a:lnTo>
                    <a:pt x="319051" y="5617853"/>
                  </a:lnTo>
                  <a:lnTo>
                    <a:pt x="319160" y="5617853"/>
                  </a:lnTo>
                  <a:lnTo>
                    <a:pt x="319268" y="5617853"/>
                  </a:lnTo>
                  <a:lnTo>
                    <a:pt x="319377" y="5617853"/>
                  </a:lnTo>
                  <a:lnTo>
                    <a:pt x="319485" y="5617853"/>
                  </a:lnTo>
                  <a:lnTo>
                    <a:pt x="319594" y="5617853"/>
                  </a:lnTo>
                  <a:lnTo>
                    <a:pt x="319594" y="5617229"/>
                  </a:lnTo>
                  <a:lnTo>
                    <a:pt x="319702" y="5617229"/>
                  </a:lnTo>
                  <a:lnTo>
                    <a:pt x="319810" y="5617229"/>
                  </a:lnTo>
                  <a:lnTo>
                    <a:pt x="319810" y="5616605"/>
                  </a:lnTo>
                  <a:lnTo>
                    <a:pt x="319919" y="5616605"/>
                  </a:lnTo>
                  <a:lnTo>
                    <a:pt x="320027" y="5616605"/>
                  </a:lnTo>
                  <a:lnTo>
                    <a:pt x="320136" y="5616605"/>
                  </a:lnTo>
                  <a:lnTo>
                    <a:pt x="320244" y="5616605"/>
                  </a:lnTo>
                  <a:lnTo>
                    <a:pt x="320353" y="5616605"/>
                  </a:lnTo>
                  <a:lnTo>
                    <a:pt x="320353" y="5615982"/>
                  </a:lnTo>
                  <a:lnTo>
                    <a:pt x="320461" y="5615982"/>
                  </a:lnTo>
                  <a:lnTo>
                    <a:pt x="320570" y="5615982"/>
                  </a:lnTo>
                  <a:lnTo>
                    <a:pt x="320678" y="5615982"/>
                  </a:lnTo>
                  <a:lnTo>
                    <a:pt x="320786" y="5615982"/>
                  </a:lnTo>
                  <a:lnTo>
                    <a:pt x="320895" y="5615982"/>
                  </a:lnTo>
                  <a:lnTo>
                    <a:pt x="321003" y="5615982"/>
                  </a:lnTo>
                  <a:lnTo>
                    <a:pt x="321003" y="5615358"/>
                  </a:lnTo>
                  <a:lnTo>
                    <a:pt x="321112" y="5615358"/>
                  </a:lnTo>
                  <a:lnTo>
                    <a:pt x="321220" y="5615358"/>
                  </a:lnTo>
                  <a:lnTo>
                    <a:pt x="321329" y="5615358"/>
                  </a:lnTo>
                  <a:lnTo>
                    <a:pt x="321437" y="5615358"/>
                  </a:lnTo>
                  <a:lnTo>
                    <a:pt x="321546" y="5615358"/>
                  </a:lnTo>
                  <a:lnTo>
                    <a:pt x="321654" y="5615358"/>
                  </a:lnTo>
                  <a:lnTo>
                    <a:pt x="321762" y="5615358"/>
                  </a:lnTo>
                  <a:lnTo>
                    <a:pt x="321762" y="5614735"/>
                  </a:lnTo>
                  <a:lnTo>
                    <a:pt x="321871" y="5614735"/>
                  </a:lnTo>
                  <a:lnTo>
                    <a:pt x="321871" y="5614111"/>
                  </a:lnTo>
                  <a:lnTo>
                    <a:pt x="321979" y="5614111"/>
                  </a:lnTo>
                  <a:lnTo>
                    <a:pt x="322088" y="5614111"/>
                  </a:lnTo>
                  <a:lnTo>
                    <a:pt x="322196" y="5614111"/>
                  </a:lnTo>
                  <a:lnTo>
                    <a:pt x="322196" y="5613488"/>
                  </a:lnTo>
                  <a:lnTo>
                    <a:pt x="322305" y="5613488"/>
                  </a:lnTo>
                  <a:lnTo>
                    <a:pt x="322305" y="5612864"/>
                  </a:lnTo>
                  <a:lnTo>
                    <a:pt x="322413" y="5612864"/>
                  </a:lnTo>
                  <a:lnTo>
                    <a:pt x="322522" y="5612864"/>
                  </a:lnTo>
                  <a:lnTo>
                    <a:pt x="322630" y="5612864"/>
                  </a:lnTo>
                  <a:lnTo>
                    <a:pt x="322738" y="5612864"/>
                  </a:lnTo>
                  <a:lnTo>
                    <a:pt x="322847" y="5612864"/>
                  </a:lnTo>
                  <a:lnTo>
                    <a:pt x="322847" y="5612240"/>
                  </a:lnTo>
                  <a:lnTo>
                    <a:pt x="322955" y="5612240"/>
                  </a:lnTo>
                  <a:lnTo>
                    <a:pt x="323064" y="5612240"/>
                  </a:lnTo>
                  <a:lnTo>
                    <a:pt x="323172" y="5612240"/>
                  </a:lnTo>
                  <a:lnTo>
                    <a:pt x="323172" y="5611617"/>
                  </a:lnTo>
                  <a:lnTo>
                    <a:pt x="323281" y="5611617"/>
                  </a:lnTo>
                  <a:lnTo>
                    <a:pt x="323389" y="5611617"/>
                  </a:lnTo>
                  <a:lnTo>
                    <a:pt x="323498" y="5611617"/>
                  </a:lnTo>
                  <a:lnTo>
                    <a:pt x="323606" y="5611617"/>
                  </a:lnTo>
                  <a:lnTo>
                    <a:pt x="323715" y="5611617"/>
                  </a:lnTo>
                  <a:lnTo>
                    <a:pt x="323715" y="5610993"/>
                  </a:lnTo>
                  <a:lnTo>
                    <a:pt x="323823" y="5610993"/>
                  </a:lnTo>
                  <a:lnTo>
                    <a:pt x="323823" y="5610370"/>
                  </a:lnTo>
                  <a:lnTo>
                    <a:pt x="323931" y="5610370"/>
                  </a:lnTo>
                  <a:lnTo>
                    <a:pt x="324040" y="5610370"/>
                  </a:lnTo>
                  <a:lnTo>
                    <a:pt x="324148" y="5610370"/>
                  </a:lnTo>
                  <a:lnTo>
                    <a:pt x="324257" y="5610370"/>
                  </a:lnTo>
                  <a:lnTo>
                    <a:pt x="324365" y="5610370"/>
                  </a:lnTo>
                  <a:lnTo>
                    <a:pt x="324474" y="5610370"/>
                  </a:lnTo>
                  <a:lnTo>
                    <a:pt x="324582" y="5610370"/>
                  </a:lnTo>
                  <a:lnTo>
                    <a:pt x="324582" y="5609746"/>
                  </a:lnTo>
                  <a:lnTo>
                    <a:pt x="324582" y="5609122"/>
                  </a:lnTo>
                  <a:lnTo>
                    <a:pt x="324691" y="5609122"/>
                  </a:lnTo>
                  <a:lnTo>
                    <a:pt x="324799" y="5609122"/>
                  </a:lnTo>
                  <a:lnTo>
                    <a:pt x="324907" y="5609122"/>
                  </a:lnTo>
                  <a:lnTo>
                    <a:pt x="325016" y="5609122"/>
                  </a:lnTo>
                  <a:lnTo>
                    <a:pt x="325124" y="5609122"/>
                  </a:lnTo>
                  <a:lnTo>
                    <a:pt x="325124" y="5608499"/>
                  </a:lnTo>
                  <a:lnTo>
                    <a:pt x="325124" y="5607875"/>
                  </a:lnTo>
                  <a:lnTo>
                    <a:pt x="325124" y="5607252"/>
                  </a:lnTo>
                  <a:lnTo>
                    <a:pt x="325124" y="5606628"/>
                  </a:lnTo>
                  <a:lnTo>
                    <a:pt x="325233" y="5606628"/>
                  </a:lnTo>
                  <a:lnTo>
                    <a:pt x="325341" y="5606628"/>
                  </a:lnTo>
                  <a:lnTo>
                    <a:pt x="325341" y="5606005"/>
                  </a:lnTo>
                  <a:lnTo>
                    <a:pt x="325450" y="5606005"/>
                  </a:lnTo>
                  <a:lnTo>
                    <a:pt x="325558" y="5606005"/>
                  </a:lnTo>
                  <a:lnTo>
                    <a:pt x="325667" y="5606005"/>
                  </a:lnTo>
                  <a:lnTo>
                    <a:pt x="325775" y="5606005"/>
                  </a:lnTo>
                  <a:lnTo>
                    <a:pt x="325883" y="5606005"/>
                  </a:lnTo>
                  <a:lnTo>
                    <a:pt x="325883" y="5605381"/>
                  </a:lnTo>
                  <a:lnTo>
                    <a:pt x="325883" y="5604757"/>
                  </a:lnTo>
                  <a:lnTo>
                    <a:pt x="325992" y="5604757"/>
                  </a:lnTo>
                  <a:lnTo>
                    <a:pt x="326100" y="5604757"/>
                  </a:lnTo>
                  <a:lnTo>
                    <a:pt x="326209" y="5604757"/>
                  </a:lnTo>
                  <a:lnTo>
                    <a:pt x="326317" y="5604757"/>
                  </a:lnTo>
                  <a:lnTo>
                    <a:pt x="326426" y="5604757"/>
                  </a:lnTo>
                  <a:lnTo>
                    <a:pt x="326534" y="5604757"/>
                  </a:lnTo>
                  <a:lnTo>
                    <a:pt x="326534" y="5604134"/>
                  </a:lnTo>
                  <a:lnTo>
                    <a:pt x="326534" y="5603510"/>
                  </a:lnTo>
                  <a:lnTo>
                    <a:pt x="326643" y="5603510"/>
                  </a:lnTo>
                  <a:lnTo>
                    <a:pt x="326751" y="5603510"/>
                  </a:lnTo>
                  <a:lnTo>
                    <a:pt x="326751" y="5602887"/>
                  </a:lnTo>
                  <a:lnTo>
                    <a:pt x="326859" y="5602887"/>
                  </a:lnTo>
                  <a:lnTo>
                    <a:pt x="326968" y="5602887"/>
                  </a:lnTo>
                  <a:lnTo>
                    <a:pt x="327076" y="5602887"/>
                  </a:lnTo>
                  <a:lnTo>
                    <a:pt x="327076" y="5602263"/>
                  </a:lnTo>
                  <a:lnTo>
                    <a:pt x="327185" y="5602263"/>
                  </a:lnTo>
                  <a:lnTo>
                    <a:pt x="327293" y="5602263"/>
                  </a:lnTo>
                  <a:lnTo>
                    <a:pt x="327402" y="5602263"/>
                  </a:lnTo>
                  <a:lnTo>
                    <a:pt x="327510" y="5602263"/>
                  </a:lnTo>
                  <a:lnTo>
                    <a:pt x="327510" y="5601639"/>
                  </a:lnTo>
                  <a:lnTo>
                    <a:pt x="327619" y="5601639"/>
                  </a:lnTo>
                  <a:lnTo>
                    <a:pt x="327619" y="5601016"/>
                  </a:lnTo>
                  <a:lnTo>
                    <a:pt x="327619" y="5600392"/>
                  </a:lnTo>
                  <a:lnTo>
                    <a:pt x="327619" y="5599769"/>
                  </a:lnTo>
                  <a:lnTo>
                    <a:pt x="327619" y="5599145"/>
                  </a:lnTo>
                  <a:lnTo>
                    <a:pt x="327727" y="5599145"/>
                  </a:lnTo>
                  <a:lnTo>
                    <a:pt x="327836" y="5599145"/>
                  </a:lnTo>
                  <a:lnTo>
                    <a:pt x="327836" y="5598522"/>
                  </a:lnTo>
                  <a:lnTo>
                    <a:pt x="327944" y="5598522"/>
                  </a:lnTo>
                  <a:lnTo>
                    <a:pt x="328052" y="5598522"/>
                  </a:lnTo>
                  <a:lnTo>
                    <a:pt x="328161" y="5598522"/>
                  </a:lnTo>
                  <a:lnTo>
                    <a:pt x="328269" y="5598522"/>
                  </a:lnTo>
                  <a:lnTo>
                    <a:pt x="328378" y="5598522"/>
                  </a:lnTo>
                  <a:lnTo>
                    <a:pt x="328486" y="5598522"/>
                  </a:lnTo>
                  <a:lnTo>
                    <a:pt x="328595" y="5598522"/>
                  </a:lnTo>
                  <a:lnTo>
                    <a:pt x="328595" y="5597898"/>
                  </a:lnTo>
                  <a:lnTo>
                    <a:pt x="328703" y="5597898"/>
                  </a:lnTo>
                  <a:lnTo>
                    <a:pt x="328703" y="5597274"/>
                  </a:lnTo>
                  <a:lnTo>
                    <a:pt x="328812" y="5597274"/>
                  </a:lnTo>
                  <a:lnTo>
                    <a:pt x="328920" y="5597274"/>
                  </a:lnTo>
                  <a:lnTo>
                    <a:pt x="329028" y="5597274"/>
                  </a:lnTo>
                  <a:lnTo>
                    <a:pt x="329137" y="5597274"/>
                  </a:lnTo>
                  <a:lnTo>
                    <a:pt x="329245" y="5597274"/>
                  </a:lnTo>
                  <a:lnTo>
                    <a:pt x="329354" y="5597274"/>
                  </a:lnTo>
                  <a:lnTo>
                    <a:pt x="329462" y="5597274"/>
                  </a:lnTo>
                  <a:lnTo>
                    <a:pt x="329571" y="5597274"/>
                  </a:lnTo>
                  <a:lnTo>
                    <a:pt x="329679" y="5597274"/>
                  </a:lnTo>
                  <a:lnTo>
                    <a:pt x="329679" y="5596651"/>
                  </a:lnTo>
                  <a:lnTo>
                    <a:pt x="329788" y="5596651"/>
                  </a:lnTo>
                  <a:lnTo>
                    <a:pt x="329896" y="5596651"/>
                  </a:lnTo>
                  <a:lnTo>
                    <a:pt x="330004" y="5596651"/>
                  </a:lnTo>
                  <a:lnTo>
                    <a:pt x="330113" y="5596651"/>
                  </a:lnTo>
                  <a:lnTo>
                    <a:pt x="330221" y="5596651"/>
                  </a:lnTo>
                  <a:lnTo>
                    <a:pt x="330221" y="5596027"/>
                  </a:lnTo>
                  <a:lnTo>
                    <a:pt x="330330" y="5596027"/>
                  </a:lnTo>
                  <a:lnTo>
                    <a:pt x="330438" y="5596027"/>
                  </a:lnTo>
                  <a:lnTo>
                    <a:pt x="330547" y="5596027"/>
                  </a:lnTo>
                  <a:lnTo>
                    <a:pt x="330655" y="5596027"/>
                  </a:lnTo>
                  <a:lnTo>
                    <a:pt x="330764" y="5596027"/>
                  </a:lnTo>
                  <a:lnTo>
                    <a:pt x="330872" y="5596027"/>
                  </a:lnTo>
                  <a:lnTo>
                    <a:pt x="330980" y="5596027"/>
                  </a:lnTo>
                  <a:lnTo>
                    <a:pt x="331089" y="5596027"/>
                  </a:lnTo>
                  <a:lnTo>
                    <a:pt x="331089" y="5595404"/>
                  </a:lnTo>
                  <a:lnTo>
                    <a:pt x="331197" y="5595404"/>
                  </a:lnTo>
                  <a:lnTo>
                    <a:pt x="331197" y="5594780"/>
                  </a:lnTo>
                  <a:lnTo>
                    <a:pt x="331306" y="5594780"/>
                  </a:lnTo>
                  <a:lnTo>
                    <a:pt x="331306" y="5594156"/>
                  </a:lnTo>
                  <a:lnTo>
                    <a:pt x="331414" y="5594156"/>
                  </a:lnTo>
                  <a:lnTo>
                    <a:pt x="331414" y="5593533"/>
                  </a:lnTo>
                  <a:lnTo>
                    <a:pt x="331523" y="5593533"/>
                  </a:lnTo>
                  <a:lnTo>
                    <a:pt x="331631" y="5593533"/>
                  </a:lnTo>
                  <a:lnTo>
                    <a:pt x="331631" y="5592909"/>
                  </a:lnTo>
                  <a:lnTo>
                    <a:pt x="331740" y="5592909"/>
                  </a:lnTo>
                  <a:lnTo>
                    <a:pt x="331848" y="5592909"/>
                  </a:lnTo>
                  <a:lnTo>
                    <a:pt x="331957" y="5592909"/>
                  </a:lnTo>
                  <a:lnTo>
                    <a:pt x="332065" y="5592909"/>
                  </a:lnTo>
                  <a:lnTo>
                    <a:pt x="332173" y="5592909"/>
                  </a:lnTo>
                  <a:lnTo>
                    <a:pt x="332282" y="5592909"/>
                  </a:lnTo>
                  <a:lnTo>
                    <a:pt x="332390" y="5592909"/>
                  </a:lnTo>
                  <a:lnTo>
                    <a:pt x="332499" y="5592909"/>
                  </a:lnTo>
                  <a:lnTo>
                    <a:pt x="332607" y="5592909"/>
                  </a:lnTo>
                  <a:lnTo>
                    <a:pt x="332716" y="5592909"/>
                  </a:lnTo>
                  <a:lnTo>
                    <a:pt x="332716" y="5592286"/>
                  </a:lnTo>
                  <a:lnTo>
                    <a:pt x="332824" y="5592286"/>
                  </a:lnTo>
                  <a:lnTo>
                    <a:pt x="332933" y="5592286"/>
                  </a:lnTo>
                  <a:lnTo>
                    <a:pt x="333041" y="5592286"/>
                  </a:lnTo>
                  <a:lnTo>
                    <a:pt x="333041" y="5591662"/>
                  </a:lnTo>
                  <a:lnTo>
                    <a:pt x="333149" y="5591662"/>
                  </a:lnTo>
                  <a:lnTo>
                    <a:pt x="333149" y="5591039"/>
                  </a:lnTo>
                  <a:lnTo>
                    <a:pt x="333258" y="5591039"/>
                  </a:lnTo>
                  <a:lnTo>
                    <a:pt x="333366" y="5591039"/>
                  </a:lnTo>
                  <a:lnTo>
                    <a:pt x="333475" y="5591039"/>
                  </a:lnTo>
                  <a:lnTo>
                    <a:pt x="333583" y="5591039"/>
                  </a:lnTo>
                  <a:lnTo>
                    <a:pt x="333692" y="5591039"/>
                  </a:lnTo>
                  <a:lnTo>
                    <a:pt x="333692" y="5590415"/>
                  </a:lnTo>
                  <a:lnTo>
                    <a:pt x="333800" y="5590415"/>
                  </a:lnTo>
                  <a:lnTo>
                    <a:pt x="333800" y="5589791"/>
                  </a:lnTo>
                  <a:lnTo>
                    <a:pt x="333909" y="5589791"/>
                  </a:lnTo>
                  <a:lnTo>
                    <a:pt x="334017" y="5589791"/>
                  </a:lnTo>
                  <a:lnTo>
                    <a:pt x="334125" y="5589791"/>
                  </a:lnTo>
                  <a:lnTo>
                    <a:pt x="334234" y="5589791"/>
                  </a:lnTo>
                  <a:lnTo>
                    <a:pt x="334342" y="5589791"/>
                  </a:lnTo>
                  <a:lnTo>
                    <a:pt x="334451" y="5589791"/>
                  </a:lnTo>
                  <a:lnTo>
                    <a:pt x="334559" y="5589791"/>
                  </a:lnTo>
                  <a:lnTo>
                    <a:pt x="334559" y="5589168"/>
                  </a:lnTo>
                  <a:lnTo>
                    <a:pt x="334559" y="5588544"/>
                  </a:lnTo>
                  <a:lnTo>
                    <a:pt x="334668" y="5588544"/>
                  </a:lnTo>
                  <a:lnTo>
                    <a:pt x="334776" y="5588544"/>
                  </a:lnTo>
                  <a:lnTo>
                    <a:pt x="334885" y="5588544"/>
                  </a:lnTo>
                  <a:lnTo>
                    <a:pt x="334993" y="5588544"/>
                  </a:lnTo>
                  <a:lnTo>
                    <a:pt x="335101" y="5588544"/>
                  </a:lnTo>
                  <a:lnTo>
                    <a:pt x="335210" y="5588544"/>
                  </a:lnTo>
                  <a:lnTo>
                    <a:pt x="335318" y="5588544"/>
                  </a:lnTo>
                  <a:lnTo>
                    <a:pt x="335427" y="5588544"/>
                  </a:lnTo>
                  <a:lnTo>
                    <a:pt x="335535" y="5588544"/>
                  </a:lnTo>
                  <a:lnTo>
                    <a:pt x="335535" y="5587921"/>
                  </a:lnTo>
                  <a:lnTo>
                    <a:pt x="335644" y="5587921"/>
                  </a:lnTo>
                  <a:lnTo>
                    <a:pt x="335752" y="5587921"/>
                  </a:lnTo>
                  <a:lnTo>
                    <a:pt x="335861" y="5587921"/>
                  </a:lnTo>
                  <a:lnTo>
                    <a:pt x="335969" y="5587921"/>
                  </a:lnTo>
                  <a:lnTo>
                    <a:pt x="335969" y="5587297"/>
                  </a:lnTo>
                  <a:lnTo>
                    <a:pt x="336078" y="5587297"/>
                  </a:lnTo>
                  <a:lnTo>
                    <a:pt x="336186" y="5587297"/>
                  </a:lnTo>
                  <a:lnTo>
                    <a:pt x="336186" y="5586673"/>
                  </a:lnTo>
                  <a:lnTo>
                    <a:pt x="336294" y="5586673"/>
                  </a:lnTo>
                  <a:lnTo>
                    <a:pt x="336403" y="5586673"/>
                  </a:lnTo>
                  <a:lnTo>
                    <a:pt x="336511" y="5586673"/>
                  </a:lnTo>
                  <a:lnTo>
                    <a:pt x="336511" y="5586050"/>
                  </a:lnTo>
                  <a:lnTo>
                    <a:pt x="336620" y="5586050"/>
                  </a:lnTo>
                  <a:lnTo>
                    <a:pt x="336728" y="5586050"/>
                  </a:lnTo>
                  <a:lnTo>
                    <a:pt x="336837" y="5586050"/>
                  </a:lnTo>
                  <a:lnTo>
                    <a:pt x="336945" y="5586050"/>
                  </a:lnTo>
                  <a:lnTo>
                    <a:pt x="337054" y="5586050"/>
                  </a:lnTo>
                  <a:lnTo>
                    <a:pt x="337162" y="5586050"/>
                  </a:lnTo>
                  <a:lnTo>
                    <a:pt x="337162" y="5585426"/>
                  </a:lnTo>
                  <a:lnTo>
                    <a:pt x="337270" y="5585426"/>
                  </a:lnTo>
                  <a:lnTo>
                    <a:pt x="337270" y="5584803"/>
                  </a:lnTo>
                  <a:lnTo>
                    <a:pt x="337379" y="5584803"/>
                  </a:lnTo>
                  <a:lnTo>
                    <a:pt x="337487" y="5584803"/>
                  </a:lnTo>
                  <a:lnTo>
                    <a:pt x="337596" y="5584803"/>
                  </a:lnTo>
                  <a:lnTo>
                    <a:pt x="337704" y="5584803"/>
                  </a:lnTo>
                  <a:lnTo>
                    <a:pt x="337704" y="5584179"/>
                  </a:lnTo>
                  <a:lnTo>
                    <a:pt x="337813" y="5584179"/>
                  </a:lnTo>
                  <a:lnTo>
                    <a:pt x="337921" y="5584179"/>
                  </a:lnTo>
                  <a:lnTo>
                    <a:pt x="338030" y="5584179"/>
                  </a:lnTo>
                  <a:lnTo>
                    <a:pt x="338138" y="5584179"/>
                  </a:lnTo>
                  <a:lnTo>
                    <a:pt x="338138" y="5583556"/>
                  </a:lnTo>
                  <a:lnTo>
                    <a:pt x="338246" y="5583556"/>
                  </a:lnTo>
                  <a:lnTo>
                    <a:pt x="338246" y="5582932"/>
                  </a:lnTo>
                  <a:lnTo>
                    <a:pt x="338246" y="5582308"/>
                  </a:lnTo>
                  <a:lnTo>
                    <a:pt x="338355" y="5582308"/>
                  </a:lnTo>
                  <a:lnTo>
                    <a:pt x="338355" y="5581685"/>
                  </a:lnTo>
                  <a:lnTo>
                    <a:pt x="338463" y="5581685"/>
                  </a:lnTo>
                  <a:lnTo>
                    <a:pt x="338572" y="5581685"/>
                  </a:lnTo>
                  <a:lnTo>
                    <a:pt x="338680" y="5581685"/>
                  </a:lnTo>
                  <a:lnTo>
                    <a:pt x="338789" y="5581685"/>
                  </a:lnTo>
                  <a:lnTo>
                    <a:pt x="338897" y="5581685"/>
                  </a:lnTo>
                  <a:lnTo>
                    <a:pt x="338897" y="5581061"/>
                  </a:lnTo>
                  <a:lnTo>
                    <a:pt x="339006" y="5581061"/>
                  </a:lnTo>
                  <a:lnTo>
                    <a:pt x="339114" y="5581061"/>
                  </a:lnTo>
                  <a:lnTo>
                    <a:pt x="339222" y="5581061"/>
                  </a:lnTo>
                  <a:lnTo>
                    <a:pt x="339331" y="5581061"/>
                  </a:lnTo>
                  <a:lnTo>
                    <a:pt x="339439" y="5581061"/>
                  </a:lnTo>
                  <a:lnTo>
                    <a:pt x="339439" y="5580438"/>
                  </a:lnTo>
                  <a:lnTo>
                    <a:pt x="339548" y="5580438"/>
                  </a:lnTo>
                  <a:lnTo>
                    <a:pt x="339656" y="5580438"/>
                  </a:lnTo>
                  <a:lnTo>
                    <a:pt x="339765" y="5580438"/>
                  </a:lnTo>
                  <a:lnTo>
                    <a:pt x="339873" y="5580438"/>
                  </a:lnTo>
                  <a:lnTo>
                    <a:pt x="339873" y="5579814"/>
                  </a:lnTo>
                  <a:lnTo>
                    <a:pt x="339982" y="5579814"/>
                  </a:lnTo>
                  <a:lnTo>
                    <a:pt x="340090" y="5579814"/>
                  </a:lnTo>
                  <a:lnTo>
                    <a:pt x="340199" y="5579814"/>
                  </a:lnTo>
                  <a:lnTo>
                    <a:pt x="340307" y="5579814"/>
                  </a:lnTo>
                  <a:lnTo>
                    <a:pt x="340307" y="5579191"/>
                  </a:lnTo>
                  <a:lnTo>
                    <a:pt x="340307" y="5578567"/>
                  </a:lnTo>
                  <a:lnTo>
                    <a:pt x="340415" y="5578567"/>
                  </a:lnTo>
                  <a:lnTo>
                    <a:pt x="340415" y="5577943"/>
                  </a:lnTo>
                  <a:lnTo>
                    <a:pt x="340524" y="5577943"/>
                  </a:lnTo>
                  <a:lnTo>
                    <a:pt x="340524" y="5577320"/>
                  </a:lnTo>
                  <a:lnTo>
                    <a:pt x="340632" y="5577320"/>
                  </a:lnTo>
                  <a:lnTo>
                    <a:pt x="340741" y="5577320"/>
                  </a:lnTo>
                  <a:lnTo>
                    <a:pt x="340849" y="5577320"/>
                  </a:lnTo>
                  <a:lnTo>
                    <a:pt x="340849" y="5576696"/>
                  </a:lnTo>
                  <a:lnTo>
                    <a:pt x="340849" y="5576073"/>
                  </a:lnTo>
                  <a:lnTo>
                    <a:pt x="340849" y="5575449"/>
                  </a:lnTo>
                  <a:lnTo>
                    <a:pt x="340958" y="5575449"/>
                  </a:lnTo>
                  <a:lnTo>
                    <a:pt x="341066" y="5575449"/>
                  </a:lnTo>
                  <a:lnTo>
                    <a:pt x="341175" y="5575449"/>
                  </a:lnTo>
                  <a:lnTo>
                    <a:pt x="341175" y="5574825"/>
                  </a:lnTo>
                  <a:lnTo>
                    <a:pt x="341175" y="5574202"/>
                  </a:lnTo>
                  <a:lnTo>
                    <a:pt x="341175" y="5573578"/>
                  </a:lnTo>
                  <a:lnTo>
                    <a:pt x="341283" y="5573578"/>
                  </a:lnTo>
                  <a:lnTo>
                    <a:pt x="341391" y="5573578"/>
                  </a:lnTo>
                  <a:lnTo>
                    <a:pt x="341391" y="5572955"/>
                  </a:lnTo>
                  <a:lnTo>
                    <a:pt x="341391" y="5572331"/>
                  </a:lnTo>
                  <a:lnTo>
                    <a:pt x="341391" y="5571708"/>
                  </a:lnTo>
                  <a:lnTo>
                    <a:pt x="341500" y="5571708"/>
                  </a:lnTo>
                  <a:lnTo>
                    <a:pt x="341500" y="5571084"/>
                  </a:lnTo>
                  <a:lnTo>
                    <a:pt x="341608" y="5571084"/>
                  </a:lnTo>
                  <a:lnTo>
                    <a:pt x="341717" y="5571084"/>
                  </a:lnTo>
                  <a:lnTo>
                    <a:pt x="341825" y="5571084"/>
                  </a:lnTo>
                  <a:lnTo>
                    <a:pt x="341934" y="5571084"/>
                  </a:lnTo>
                  <a:lnTo>
                    <a:pt x="342042" y="5571084"/>
                  </a:lnTo>
                  <a:lnTo>
                    <a:pt x="342042" y="5570460"/>
                  </a:lnTo>
                  <a:lnTo>
                    <a:pt x="342151" y="5570460"/>
                  </a:lnTo>
                  <a:lnTo>
                    <a:pt x="342259" y="5570460"/>
                  </a:lnTo>
                  <a:lnTo>
                    <a:pt x="342259" y="5569837"/>
                  </a:lnTo>
                  <a:lnTo>
                    <a:pt x="342367" y="5569837"/>
                  </a:lnTo>
                  <a:lnTo>
                    <a:pt x="342367" y="5569213"/>
                  </a:lnTo>
                  <a:lnTo>
                    <a:pt x="342476" y="5569213"/>
                  </a:lnTo>
                  <a:lnTo>
                    <a:pt x="342584" y="5569213"/>
                  </a:lnTo>
                  <a:lnTo>
                    <a:pt x="342584" y="5568590"/>
                  </a:lnTo>
                  <a:lnTo>
                    <a:pt x="342584" y="5567966"/>
                  </a:lnTo>
                  <a:lnTo>
                    <a:pt x="342693" y="5567966"/>
                  </a:lnTo>
                  <a:lnTo>
                    <a:pt x="342693" y="5567342"/>
                  </a:lnTo>
                  <a:lnTo>
                    <a:pt x="342801" y="5567342"/>
                  </a:lnTo>
                  <a:lnTo>
                    <a:pt x="342910" y="5567342"/>
                  </a:lnTo>
                  <a:lnTo>
                    <a:pt x="343018" y="5567342"/>
                  </a:lnTo>
                  <a:lnTo>
                    <a:pt x="343018" y="5566719"/>
                  </a:lnTo>
                  <a:lnTo>
                    <a:pt x="343018" y="5566095"/>
                  </a:lnTo>
                  <a:lnTo>
                    <a:pt x="343127" y="5566095"/>
                  </a:lnTo>
                  <a:lnTo>
                    <a:pt x="343235" y="5566095"/>
                  </a:lnTo>
                  <a:lnTo>
                    <a:pt x="343235" y="5565472"/>
                  </a:lnTo>
                  <a:lnTo>
                    <a:pt x="343343" y="5565472"/>
                  </a:lnTo>
                  <a:lnTo>
                    <a:pt x="343452" y="5565472"/>
                  </a:lnTo>
                  <a:lnTo>
                    <a:pt x="343560" y="5565472"/>
                  </a:lnTo>
                  <a:lnTo>
                    <a:pt x="343669" y="5565472"/>
                  </a:lnTo>
                  <a:lnTo>
                    <a:pt x="343777" y="5565472"/>
                  </a:lnTo>
                  <a:lnTo>
                    <a:pt x="343886" y="5565472"/>
                  </a:lnTo>
                  <a:lnTo>
                    <a:pt x="343886" y="5564848"/>
                  </a:lnTo>
                  <a:lnTo>
                    <a:pt x="343886" y="5564225"/>
                  </a:lnTo>
                  <a:lnTo>
                    <a:pt x="343994" y="5564225"/>
                  </a:lnTo>
                  <a:lnTo>
                    <a:pt x="343994" y="5563601"/>
                  </a:lnTo>
                  <a:lnTo>
                    <a:pt x="344103" y="5563601"/>
                  </a:lnTo>
                  <a:lnTo>
                    <a:pt x="344211" y="5563601"/>
                  </a:lnTo>
                  <a:lnTo>
                    <a:pt x="344319" y="5563601"/>
                  </a:lnTo>
                  <a:lnTo>
                    <a:pt x="344319" y="5562977"/>
                  </a:lnTo>
                  <a:lnTo>
                    <a:pt x="344428" y="5562977"/>
                  </a:lnTo>
                  <a:lnTo>
                    <a:pt x="344536" y="5562977"/>
                  </a:lnTo>
                  <a:lnTo>
                    <a:pt x="344536" y="5562354"/>
                  </a:lnTo>
                  <a:lnTo>
                    <a:pt x="344645" y="5562354"/>
                  </a:lnTo>
                  <a:lnTo>
                    <a:pt x="344753" y="5562354"/>
                  </a:lnTo>
                  <a:lnTo>
                    <a:pt x="344862" y="5562354"/>
                  </a:lnTo>
                  <a:lnTo>
                    <a:pt x="344970" y="5562354"/>
                  </a:lnTo>
                  <a:lnTo>
                    <a:pt x="344970" y="5561730"/>
                  </a:lnTo>
                  <a:lnTo>
                    <a:pt x="345079" y="5561730"/>
                  </a:lnTo>
                  <a:lnTo>
                    <a:pt x="345079" y="5561107"/>
                  </a:lnTo>
                  <a:lnTo>
                    <a:pt x="345187" y="5561107"/>
                  </a:lnTo>
                  <a:lnTo>
                    <a:pt x="345187" y="5560483"/>
                  </a:lnTo>
                  <a:lnTo>
                    <a:pt x="345187" y="5559859"/>
                  </a:lnTo>
                  <a:lnTo>
                    <a:pt x="345296" y="5559859"/>
                  </a:lnTo>
                  <a:lnTo>
                    <a:pt x="345296" y="5559236"/>
                  </a:lnTo>
                  <a:lnTo>
                    <a:pt x="345404" y="5559236"/>
                  </a:lnTo>
                  <a:lnTo>
                    <a:pt x="345512" y="5559236"/>
                  </a:lnTo>
                  <a:lnTo>
                    <a:pt x="345621" y="5559236"/>
                  </a:lnTo>
                  <a:lnTo>
                    <a:pt x="345621" y="5558612"/>
                  </a:lnTo>
                  <a:lnTo>
                    <a:pt x="345729" y="5558612"/>
                  </a:lnTo>
                  <a:lnTo>
                    <a:pt x="345838" y="5558612"/>
                  </a:lnTo>
                  <a:lnTo>
                    <a:pt x="345946" y="5558612"/>
                  </a:lnTo>
                  <a:lnTo>
                    <a:pt x="345946" y="5557989"/>
                  </a:lnTo>
                  <a:lnTo>
                    <a:pt x="346055" y="5557989"/>
                  </a:lnTo>
                  <a:lnTo>
                    <a:pt x="346055" y="5557365"/>
                  </a:lnTo>
                  <a:lnTo>
                    <a:pt x="346163" y="5557365"/>
                  </a:lnTo>
                  <a:lnTo>
                    <a:pt x="346272" y="5557365"/>
                  </a:lnTo>
                  <a:lnTo>
                    <a:pt x="346380" y="5557365"/>
                  </a:lnTo>
                  <a:lnTo>
                    <a:pt x="346380" y="5556742"/>
                  </a:lnTo>
                  <a:lnTo>
                    <a:pt x="346488" y="5556742"/>
                  </a:lnTo>
                  <a:lnTo>
                    <a:pt x="346597" y="5556742"/>
                  </a:lnTo>
                  <a:lnTo>
                    <a:pt x="346597" y="5556118"/>
                  </a:lnTo>
                  <a:lnTo>
                    <a:pt x="346705" y="5556118"/>
                  </a:lnTo>
                  <a:lnTo>
                    <a:pt x="346705" y="5555494"/>
                  </a:lnTo>
                  <a:lnTo>
                    <a:pt x="346705" y="5554871"/>
                  </a:lnTo>
                  <a:lnTo>
                    <a:pt x="346705" y="5554247"/>
                  </a:lnTo>
                  <a:lnTo>
                    <a:pt x="346814" y="5554247"/>
                  </a:lnTo>
                  <a:lnTo>
                    <a:pt x="346814" y="5553624"/>
                  </a:lnTo>
                  <a:lnTo>
                    <a:pt x="346922" y="5553624"/>
                  </a:lnTo>
                  <a:lnTo>
                    <a:pt x="347031" y="5553624"/>
                  </a:lnTo>
                  <a:lnTo>
                    <a:pt x="347031" y="5553000"/>
                  </a:lnTo>
                  <a:lnTo>
                    <a:pt x="347139" y="5553000"/>
                  </a:lnTo>
                  <a:lnTo>
                    <a:pt x="347248" y="5553000"/>
                  </a:lnTo>
                  <a:lnTo>
                    <a:pt x="347356" y="5553000"/>
                  </a:lnTo>
                  <a:lnTo>
                    <a:pt x="347464" y="5553000"/>
                  </a:lnTo>
                  <a:lnTo>
                    <a:pt x="347573" y="5553000"/>
                  </a:lnTo>
                  <a:lnTo>
                    <a:pt x="347681" y="5553000"/>
                  </a:lnTo>
                  <a:lnTo>
                    <a:pt x="347790" y="5553000"/>
                  </a:lnTo>
                  <a:lnTo>
                    <a:pt x="347898" y="5553000"/>
                  </a:lnTo>
                  <a:lnTo>
                    <a:pt x="348007" y="5553000"/>
                  </a:lnTo>
                  <a:lnTo>
                    <a:pt x="348115" y="5553000"/>
                  </a:lnTo>
                  <a:lnTo>
                    <a:pt x="348224" y="5553000"/>
                  </a:lnTo>
                  <a:lnTo>
                    <a:pt x="348332" y="5553000"/>
                  </a:lnTo>
                  <a:lnTo>
                    <a:pt x="348440" y="5553000"/>
                  </a:lnTo>
                  <a:lnTo>
                    <a:pt x="348549" y="5553000"/>
                  </a:lnTo>
                  <a:lnTo>
                    <a:pt x="348657" y="5553000"/>
                  </a:lnTo>
                  <a:lnTo>
                    <a:pt x="348766" y="5553000"/>
                  </a:lnTo>
                  <a:lnTo>
                    <a:pt x="348766" y="5552376"/>
                  </a:lnTo>
                  <a:lnTo>
                    <a:pt x="348874" y="5552376"/>
                  </a:lnTo>
                  <a:lnTo>
                    <a:pt x="348983" y="5552376"/>
                  </a:lnTo>
                  <a:lnTo>
                    <a:pt x="349091" y="5552376"/>
                  </a:lnTo>
                  <a:lnTo>
                    <a:pt x="349200" y="5552376"/>
                  </a:lnTo>
                  <a:lnTo>
                    <a:pt x="349200" y="5551753"/>
                  </a:lnTo>
                  <a:lnTo>
                    <a:pt x="349308" y="5551753"/>
                  </a:lnTo>
                  <a:lnTo>
                    <a:pt x="349417" y="5551753"/>
                  </a:lnTo>
                  <a:lnTo>
                    <a:pt x="349525" y="5551753"/>
                  </a:lnTo>
                  <a:lnTo>
                    <a:pt x="349633" y="5551753"/>
                  </a:lnTo>
                  <a:lnTo>
                    <a:pt x="349742" y="5551753"/>
                  </a:lnTo>
                  <a:lnTo>
                    <a:pt x="349850" y="5551753"/>
                  </a:lnTo>
                  <a:lnTo>
                    <a:pt x="349959" y="5551753"/>
                  </a:lnTo>
                  <a:lnTo>
                    <a:pt x="350067" y="5551753"/>
                  </a:lnTo>
                  <a:lnTo>
                    <a:pt x="350067" y="5551129"/>
                  </a:lnTo>
                  <a:lnTo>
                    <a:pt x="350176" y="5551129"/>
                  </a:lnTo>
                  <a:lnTo>
                    <a:pt x="350284" y="5551129"/>
                  </a:lnTo>
                  <a:lnTo>
                    <a:pt x="350393" y="5551129"/>
                  </a:lnTo>
                  <a:lnTo>
                    <a:pt x="350501" y="5551129"/>
                  </a:lnTo>
                  <a:lnTo>
                    <a:pt x="350501" y="5550506"/>
                  </a:lnTo>
                  <a:lnTo>
                    <a:pt x="350609" y="5550506"/>
                  </a:lnTo>
                  <a:lnTo>
                    <a:pt x="350718" y="5550506"/>
                  </a:lnTo>
                  <a:lnTo>
                    <a:pt x="350826" y="5550506"/>
                  </a:lnTo>
                  <a:lnTo>
                    <a:pt x="350935" y="5550506"/>
                  </a:lnTo>
                  <a:lnTo>
                    <a:pt x="350935" y="5549882"/>
                  </a:lnTo>
                  <a:lnTo>
                    <a:pt x="351043" y="5549882"/>
                  </a:lnTo>
                  <a:lnTo>
                    <a:pt x="351152" y="5549882"/>
                  </a:lnTo>
                  <a:lnTo>
                    <a:pt x="351260" y="5549882"/>
                  </a:lnTo>
                  <a:lnTo>
                    <a:pt x="351369" y="5549882"/>
                  </a:lnTo>
                  <a:lnTo>
                    <a:pt x="351369" y="5549259"/>
                  </a:lnTo>
                  <a:lnTo>
                    <a:pt x="351477" y="5549259"/>
                  </a:lnTo>
                  <a:lnTo>
                    <a:pt x="351585" y="5549259"/>
                  </a:lnTo>
                  <a:lnTo>
                    <a:pt x="351585" y="5548635"/>
                  </a:lnTo>
                  <a:lnTo>
                    <a:pt x="351694" y="5548635"/>
                  </a:lnTo>
                  <a:lnTo>
                    <a:pt x="351802" y="5548635"/>
                  </a:lnTo>
                  <a:lnTo>
                    <a:pt x="351911" y="5548635"/>
                  </a:lnTo>
                  <a:lnTo>
                    <a:pt x="352019" y="5548635"/>
                  </a:lnTo>
                  <a:lnTo>
                    <a:pt x="352128" y="5548635"/>
                  </a:lnTo>
                  <a:lnTo>
                    <a:pt x="352236" y="5548635"/>
                  </a:lnTo>
                  <a:lnTo>
                    <a:pt x="352345" y="5548635"/>
                  </a:lnTo>
                  <a:lnTo>
                    <a:pt x="352453" y="5548635"/>
                  </a:lnTo>
                  <a:lnTo>
                    <a:pt x="352561" y="5548635"/>
                  </a:lnTo>
                  <a:lnTo>
                    <a:pt x="352561" y="5548011"/>
                  </a:lnTo>
                  <a:lnTo>
                    <a:pt x="352670" y="5548011"/>
                  </a:lnTo>
                  <a:lnTo>
                    <a:pt x="352778" y="5548011"/>
                  </a:lnTo>
                  <a:lnTo>
                    <a:pt x="352778" y="5547388"/>
                  </a:lnTo>
                  <a:lnTo>
                    <a:pt x="352887" y="5547388"/>
                  </a:lnTo>
                  <a:lnTo>
                    <a:pt x="352995" y="5547388"/>
                  </a:lnTo>
                  <a:lnTo>
                    <a:pt x="353104" y="5547388"/>
                  </a:lnTo>
                  <a:lnTo>
                    <a:pt x="353212" y="5547388"/>
                  </a:lnTo>
                  <a:lnTo>
                    <a:pt x="353321" y="5547388"/>
                  </a:lnTo>
                  <a:lnTo>
                    <a:pt x="353321" y="5546764"/>
                  </a:lnTo>
                  <a:lnTo>
                    <a:pt x="353429" y="5546764"/>
                  </a:lnTo>
                  <a:lnTo>
                    <a:pt x="353538" y="5546764"/>
                  </a:lnTo>
                  <a:lnTo>
                    <a:pt x="353646" y="5546764"/>
                  </a:lnTo>
                  <a:lnTo>
                    <a:pt x="353754" y="5546764"/>
                  </a:lnTo>
                  <a:lnTo>
                    <a:pt x="353863" y="5546764"/>
                  </a:lnTo>
                  <a:lnTo>
                    <a:pt x="353863" y="5546141"/>
                  </a:lnTo>
                  <a:lnTo>
                    <a:pt x="353863" y="5545517"/>
                  </a:lnTo>
                  <a:lnTo>
                    <a:pt x="353971" y="5545517"/>
                  </a:lnTo>
                  <a:lnTo>
                    <a:pt x="354080" y="5545517"/>
                  </a:lnTo>
                  <a:lnTo>
                    <a:pt x="354188" y="5545517"/>
                  </a:lnTo>
                  <a:lnTo>
                    <a:pt x="354297" y="5545517"/>
                  </a:lnTo>
                  <a:lnTo>
                    <a:pt x="354405" y="5545517"/>
                  </a:lnTo>
                  <a:lnTo>
                    <a:pt x="354514" y="5545517"/>
                  </a:lnTo>
                  <a:lnTo>
                    <a:pt x="354622" y="5545517"/>
                  </a:lnTo>
                  <a:lnTo>
                    <a:pt x="354622" y="5544893"/>
                  </a:lnTo>
                  <a:lnTo>
                    <a:pt x="354730" y="5544893"/>
                  </a:lnTo>
                  <a:lnTo>
                    <a:pt x="354730" y="5544270"/>
                  </a:lnTo>
                  <a:lnTo>
                    <a:pt x="354730" y="5543646"/>
                  </a:lnTo>
                  <a:lnTo>
                    <a:pt x="354839" y="5543646"/>
                  </a:lnTo>
                  <a:lnTo>
                    <a:pt x="354947" y="5543646"/>
                  </a:lnTo>
                  <a:lnTo>
                    <a:pt x="355056" y="5543646"/>
                  </a:lnTo>
                  <a:lnTo>
                    <a:pt x="355164" y="5543646"/>
                  </a:lnTo>
                  <a:lnTo>
                    <a:pt x="355164" y="5543023"/>
                  </a:lnTo>
                  <a:lnTo>
                    <a:pt x="355273" y="5543023"/>
                  </a:lnTo>
                  <a:lnTo>
                    <a:pt x="355381" y="5543023"/>
                  </a:lnTo>
                  <a:lnTo>
                    <a:pt x="355381" y="5542399"/>
                  </a:lnTo>
                  <a:lnTo>
                    <a:pt x="355490" y="5542399"/>
                  </a:lnTo>
                  <a:lnTo>
                    <a:pt x="355490" y="5541776"/>
                  </a:lnTo>
                  <a:lnTo>
                    <a:pt x="355598" y="5541776"/>
                  </a:lnTo>
                  <a:lnTo>
                    <a:pt x="355598" y="5541152"/>
                  </a:lnTo>
                  <a:lnTo>
                    <a:pt x="355706" y="5541152"/>
                  </a:lnTo>
                  <a:lnTo>
                    <a:pt x="355706" y="5540528"/>
                  </a:lnTo>
                  <a:lnTo>
                    <a:pt x="355815" y="5540528"/>
                  </a:lnTo>
                  <a:lnTo>
                    <a:pt x="355923" y="5540528"/>
                  </a:lnTo>
                  <a:lnTo>
                    <a:pt x="355923" y="5539905"/>
                  </a:lnTo>
                  <a:lnTo>
                    <a:pt x="356032" y="5539905"/>
                  </a:lnTo>
                  <a:lnTo>
                    <a:pt x="356140" y="5539905"/>
                  </a:lnTo>
                  <a:lnTo>
                    <a:pt x="356249" y="5539905"/>
                  </a:lnTo>
                  <a:lnTo>
                    <a:pt x="356357" y="5539905"/>
                  </a:lnTo>
                  <a:lnTo>
                    <a:pt x="356466" y="5539905"/>
                  </a:lnTo>
                  <a:lnTo>
                    <a:pt x="356574" y="5539905"/>
                  </a:lnTo>
                  <a:lnTo>
                    <a:pt x="356574" y="5539281"/>
                  </a:lnTo>
                  <a:lnTo>
                    <a:pt x="356682" y="5539281"/>
                  </a:lnTo>
                  <a:lnTo>
                    <a:pt x="356791" y="5539281"/>
                  </a:lnTo>
                  <a:lnTo>
                    <a:pt x="356791" y="5538658"/>
                  </a:lnTo>
                  <a:lnTo>
                    <a:pt x="356791" y="5538034"/>
                  </a:lnTo>
                  <a:lnTo>
                    <a:pt x="356899" y="5538034"/>
                  </a:lnTo>
                  <a:lnTo>
                    <a:pt x="357008" y="5538034"/>
                  </a:lnTo>
                  <a:lnTo>
                    <a:pt x="357116" y="5538034"/>
                  </a:lnTo>
                  <a:lnTo>
                    <a:pt x="357116" y="5537410"/>
                  </a:lnTo>
                  <a:lnTo>
                    <a:pt x="357225" y="5537410"/>
                  </a:lnTo>
                  <a:lnTo>
                    <a:pt x="357333" y="5537410"/>
                  </a:lnTo>
                  <a:lnTo>
                    <a:pt x="357442" y="5537410"/>
                  </a:lnTo>
                  <a:lnTo>
                    <a:pt x="357442" y="5536787"/>
                  </a:lnTo>
                  <a:lnTo>
                    <a:pt x="357442" y="5536163"/>
                  </a:lnTo>
                  <a:lnTo>
                    <a:pt x="357550" y="5536163"/>
                  </a:lnTo>
                  <a:lnTo>
                    <a:pt x="357550" y="5535540"/>
                  </a:lnTo>
                  <a:lnTo>
                    <a:pt x="357659" y="5535540"/>
                  </a:lnTo>
                  <a:lnTo>
                    <a:pt x="357767" y="5535540"/>
                  </a:lnTo>
                  <a:lnTo>
                    <a:pt x="357875" y="5535540"/>
                  </a:lnTo>
                  <a:lnTo>
                    <a:pt x="357875" y="5534916"/>
                  </a:lnTo>
                  <a:lnTo>
                    <a:pt x="357984" y="5534916"/>
                  </a:lnTo>
                  <a:lnTo>
                    <a:pt x="358092" y="5534916"/>
                  </a:lnTo>
                  <a:lnTo>
                    <a:pt x="358201" y="5534916"/>
                  </a:lnTo>
                  <a:lnTo>
                    <a:pt x="358309" y="5534916"/>
                  </a:lnTo>
                  <a:lnTo>
                    <a:pt x="358309" y="5534293"/>
                  </a:lnTo>
                  <a:lnTo>
                    <a:pt x="358418" y="5534293"/>
                  </a:lnTo>
                  <a:lnTo>
                    <a:pt x="358418" y="5533669"/>
                  </a:lnTo>
                  <a:lnTo>
                    <a:pt x="358526" y="5533669"/>
                  </a:lnTo>
                  <a:lnTo>
                    <a:pt x="358526" y="5533045"/>
                  </a:lnTo>
                  <a:lnTo>
                    <a:pt x="358635" y="5533045"/>
                  </a:lnTo>
                  <a:lnTo>
                    <a:pt x="358743" y="5533045"/>
                  </a:lnTo>
                  <a:lnTo>
                    <a:pt x="358743" y="5532422"/>
                  </a:lnTo>
                  <a:lnTo>
                    <a:pt x="358851" y="5532422"/>
                  </a:lnTo>
                  <a:lnTo>
                    <a:pt x="358960" y="5532422"/>
                  </a:lnTo>
                  <a:lnTo>
                    <a:pt x="358960" y="5531798"/>
                  </a:lnTo>
                  <a:lnTo>
                    <a:pt x="359068" y="5531798"/>
                  </a:lnTo>
                  <a:lnTo>
                    <a:pt x="359177" y="5531798"/>
                  </a:lnTo>
                  <a:lnTo>
                    <a:pt x="359285" y="5531798"/>
                  </a:lnTo>
                  <a:lnTo>
                    <a:pt x="359394" y="5531798"/>
                  </a:lnTo>
                  <a:lnTo>
                    <a:pt x="359502" y="5531798"/>
                  </a:lnTo>
                  <a:lnTo>
                    <a:pt x="359502" y="5531175"/>
                  </a:lnTo>
                  <a:lnTo>
                    <a:pt x="359611" y="5531175"/>
                  </a:lnTo>
                  <a:lnTo>
                    <a:pt x="359719" y="5531175"/>
                  </a:lnTo>
                  <a:lnTo>
                    <a:pt x="359719" y="5530551"/>
                  </a:lnTo>
                  <a:lnTo>
                    <a:pt x="359827" y="5530551"/>
                  </a:lnTo>
                  <a:lnTo>
                    <a:pt x="359936" y="5530551"/>
                  </a:lnTo>
                  <a:lnTo>
                    <a:pt x="360044" y="5530551"/>
                  </a:lnTo>
                  <a:lnTo>
                    <a:pt x="360153" y="5530551"/>
                  </a:lnTo>
                  <a:lnTo>
                    <a:pt x="360261" y="5530551"/>
                  </a:lnTo>
                  <a:lnTo>
                    <a:pt x="360370" y="5530551"/>
                  </a:lnTo>
                  <a:lnTo>
                    <a:pt x="360478" y="5530551"/>
                  </a:lnTo>
                  <a:lnTo>
                    <a:pt x="360478" y="5529928"/>
                  </a:lnTo>
                  <a:lnTo>
                    <a:pt x="360587" y="5529928"/>
                  </a:lnTo>
                  <a:lnTo>
                    <a:pt x="360695" y="5529928"/>
                  </a:lnTo>
                  <a:lnTo>
                    <a:pt x="360803" y="5529928"/>
                  </a:lnTo>
                  <a:lnTo>
                    <a:pt x="360803" y="5529304"/>
                  </a:lnTo>
                  <a:lnTo>
                    <a:pt x="360803" y="5528680"/>
                  </a:lnTo>
                  <a:lnTo>
                    <a:pt x="360912" y="5528680"/>
                  </a:lnTo>
                  <a:lnTo>
                    <a:pt x="361020" y="5528680"/>
                  </a:lnTo>
                  <a:lnTo>
                    <a:pt x="361129" y="5528680"/>
                  </a:lnTo>
                  <a:lnTo>
                    <a:pt x="361129" y="5528057"/>
                  </a:lnTo>
                  <a:lnTo>
                    <a:pt x="361237" y="5528057"/>
                  </a:lnTo>
                  <a:lnTo>
                    <a:pt x="361346" y="5528057"/>
                  </a:lnTo>
                  <a:lnTo>
                    <a:pt x="361454" y="5528057"/>
                  </a:lnTo>
                  <a:lnTo>
                    <a:pt x="361563" y="5528057"/>
                  </a:lnTo>
                  <a:lnTo>
                    <a:pt x="361671" y="5528057"/>
                  </a:lnTo>
                  <a:lnTo>
                    <a:pt x="361780" y="5528057"/>
                  </a:lnTo>
                  <a:lnTo>
                    <a:pt x="361888" y="5528057"/>
                  </a:lnTo>
                  <a:lnTo>
                    <a:pt x="361996" y="5528057"/>
                  </a:lnTo>
                  <a:lnTo>
                    <a:pt x="361996" y="5527433"/>
                  </a:lnTo>
                  <a:lnTo>
                    <a:pt x="362105" y="5527433"/>
                  </a:lnTo>
                  <a:lnTo>
                    <a:pt x="362213" y="5527433"/>
                  </a:lnTo>
                  <a:lnTo>
                    <a:pt x="362322" y="5527433"/>
                  </a:lnTo>
                  <a:lnTo>
                    <a:pt x="362430" y="5527433"/>
                  </a:lnTo>
                  <a:lnTo>
                    <a:pt x="362539" y="5527433"/>
                  </a:lnTo>
                  <a:lnTo>
                    <a:pt x="362647" y="5527433"/>
                  </a:lnTo>
                  <a:lnTo>
                    <a:pt x="362647" y="5526810"/>
                  </a:lnTo>
                  <a:lnTo>
                    <a:pt x="362756" y="5526810"/>
                  </a:lnTo>
                  <a:lnTo>
                    <a:pt x="362756" y="5526186"/>
                  </a:lnTo>
                  <a:lnTo>
                    <a:pt x="362864" y="5526186"/>
                  </a:lnTo>
                  <a:lnTo>
                    <a:pt x="362972" y="5526186"/>
                  </a:lnTo>
                  <a:lnTo>
                    <a:pt x="362972" y="5525562"/>
                  </a:lnTo>
                  <a:lnTo>
                    <a:pt x="363081" y="5525562"/>
                  </a:lnTo>
                  <a:lnTo>
                    <a:pt x="363081" y="5524939"/>
                  </a:lnTo>
                  <a:lnTo>
                    <a:pt x="363189" y="5524939"/>
                  </a:lnTo>
                  <a:lnTo>
                    <a:pt x="363298" y="5524939"/>
                  </a:lnTo>
                  <a:lnTo>
                    <a:pt x="363406" y="5524939"/>
                  </a:lnTo>
                  <a:lnTo>
                    <a:pt x="363406" y="5524315"/>
                  </a:lnTo>
                  <a:lnTo>
                    <a:pt x="363406" y="5523692"/>
                  </a:lnTo>
                  <a:lnTo>
                    <a:pt x="363515" y="5523692"/>
                  </a:lnTo>
                  <a:lnTo>
                    <a:pt x="363623" y="5523692"/>
                  </a:lnTo>
                  <a:lnTo>
                    <a:pt x="363623" y="5523068"/>
                  </a:lnTo>
                  <a:lnTo>
                    <a:pt x="363623" y="5522445"/>
                  </a:lnTo>
                  <a:lnTo>
                    <a:pt x="363732" y="5522445"/>
                  </a:lnTo>
                  <a:lnTo>
                    <a:pt x="363732" y="5521821"/>
                  </a:lnTo>
                  <a:lnTo>
                    <a:pt x="363732" y="5521197"/>
                  </a:lnTo>
                  <a:lnTo>
                    <a:pt x="363840" y="5521197"/>
                  </a:lnTo>
                  <a:lnTo>
                    <a:pt x="363840" y="5520574"/>
                  </a:lnTo>
                  <a:lnTo>
                    <a:pt x="363948" y="5520574"/>
                  </a:lnTo>
                  <a:lnTo>
                    <a:pt x="363948" y="5519950"/>
                  </a:lnTo>
                  <a:lnTo>
                    <a:pt x="363948" y="5519327"/>
                  </a:lnTo>
                  <a:lnTo>
                    <a:pt x="363948" y="5518703"/>
                  </a:lnTo>
                  <a:lnTo>
                    <a:pt x="364057" y="5518703"/>
                  </a:lnTo>
                  <a:lnTo>
                    <a:pt x="364057" y="5518079"/>
                  </a:lnTo>
                  <a:lnTo>
                    <a:pt x="364165" y="5518079"/>
                  </a:lnTo>
                  <a:lnTo>
                    <a:pt x="364274" y="5518079"/>
                  </a:lnTo>
                  <a:lnTo>
                    <a:pt x="364382" y="5518079"/>
                  </a:lnTo>
                  <a:lnTo>
                    <a:pt x="364382" y="5517456"/>
                  </a:lnTo>
                  <a:lnTo>
                    <a:pt x="364491" y="5517456"/>
                  </a:lnTo>
                  <a:lnTo>
                    <a:pt x="364599" y="5517456"/>
                  </a:lnTo>
                  <a:lnTo>
                    <a:pt x="364708" y="5517456"/>
                  </a:lnTo>
                  <a:lnTo>
                    <a:pt x="364816" y="5517456"/>
                  </a:lnTo>
                  <a:lnTo>
                    <a:pt x="364924" y="5517456"/>
                  </a:lnTo>
                  <a:lnTo>
                    <a:pt x="364924" y="5516832"/>
                  </a:lnTo>
                  <a:lnTo>
                    <a:pt x="365033" y="5516832"/>
                  </a:lnTo>
                  <a:lnTo>
                    <a:pt x="365141" y="5516832"/>
                  </a:lnTo>
                  <a:lnTo>
                    <a:pt x="365250" y="5516832"/>
                  </a:lnTo>
                  <a:lnTo>
                    <a:pt x="365250" y="5516209"/>
                  </a:lnTo>
                  <a:lnTo>
                    <a:pt x="365358" y="5516209"/>
                  </a:lnTo>
                  <a:lnTo>
                    <a:pt x="365467" y="5516209"/>
                  </a:lnTo>
                  <a:lnTo>
                    <a:pt x="365575" y="5516209"/>
                  </a:lnTo>
                  <a:lnTo>
                    <a:pt x="365684" y="5516209"/>
                  </a:lnTo>
                  <a:lnTo>
                    <a:pt x="365792" y="5516209"/>
                  </a:lnTo>
                  <a:lnTo>
                    <a:pt x="365901" y="5516209"/>
                  </a:lnTo>
                  <a:lnTo>
                    <a:pt x="366009" y="5516209"/>
                  </a:lnTo>
                  <a:lnTo>
                    <a:pt x="366117" y="5516209"/>
                  </a:lnTo>
                  <a:lnTo>
                    <a:pt x="366226" y="5516209"/>
                  </a:lnTo>
                  <a:lnTo>
                    <a:pt x="366334" y="5516209"/>
                  </a:lnTo>
                  <a:lnTo>
                    <a:pt x="366443" y="5516209"/>
                  </a:lnTo>
                  <a:lnTo>
                    <a:pt x="366551" y="5516209"/>
                  </a:lnTo>
                  <a:lnTo>
                    <a:pt x="366660" y="5516209"/>
                  </a:lnTo>
                  <a:lnTo>
                    <a:pt x="366768" y="5516209"/>
                  </a:lnTo>
                  <a:lnTo>
                    <a:pt x="366877" y="5516209"/>
                  </a:lnTo>
                  <a:lnTo>
                    <a:pt x="366985" y="5516209"/>
                  </a:lnTo>
                  <a:lnTo>
                    <a:pt x="366985" y="5515585"/>
                  </a:lnTo>
                  <a:lnTo>
                    <a:pt x="367093" y="5515585"/>
                  </a:lnTo>
                  <a:lnTo>
                    <a:pt x="367202" y="5515585"/>
                  </a:lnTo>
                  <a:lnTo>
                    <a:pt x="367310" y="5515585"/>
                  </a:lnTo>
                  <a:lnTo>
                    <a:pt x="367419" y="5515585"/>
                  </a:lnTo>
                  <a:lnTo>
                    <a:pt x="367527" y="5515585"/>
                  </a:lnTo>
                  <a:lnTo>
                    <a:pt x="367636" y="5515585"/>
                  </a:lnTo>
                  <a:lnTo>
                    <a:pt x="367636" y="5514962"/>
                  </a:lnTo>
                  <a:lnTo>
                    <a:pt x="367744" y="5514962"/>
                  </a:lnTo>
                  <a:lnTo>
                    <a:pt x="367853" y="5514962"/>
                  </a:lnTo>
                  <a:lnTo>
                    <a:pt x="367853" y="5514338"/>
                  </a:lnTo>
                  <a:lnTo>
                    <a:pt x="367961" y="5514338"/>
                  </a:lnTo>
                  <a:lnTo>
                    <a:pt x="368069" y="5514338"/>
                  </a:lnTo>
                  <a:lnTo>
                    <a:pt x="368069" y="5513714"/>
                  </a:lnTo>
                  <a:lnTo>
                    <a:pt x="368178" y="5513714"/>
                  </a:lnTo>
                  <a:lnTo>
                    <a:pt x="368286" y="5513714"/>
                  </a:lnTo>
                  <a:lnTo>
                    <a:pt x="368395" y="5513714"/>
                  </a:lnTo>
                  <a:lnTo>
                    <a:pt x="368503" y="5513714"/>
                  </a:lnTo>
                  <a:lnTo>
                    <a:pt x="368612" y="5513714"/>
                  </a:lnTo>
                  <a:lnTo>
                    <a:pt x="368720" y="5513714"/>
                  </a:lnTo>
                  <a:lnTo>
                    <a:pt x="368720" y="5513091"/>
                  </a:lnTo>
                  <a:lnTo>
                    <a:pt x="368720" y="5512467"/>
                  </a:lnTo>
                  <a:lnTo>
                    <a:pt x="368829" y="5512467"/>
                  </a:lnTo>
                  <a:lnTo>
                    <a:pt x="368937" y="5512467"/>
                  </a:lnTo>
                  <a:lnTo>
                    <a:pt x="368937" y="5511844"/>
                  </a:lnTo>
                  <a:lnTo>
                    <a:pt x="369045" y="5511844"/>
                  </a:lnTo>
                  <a:lnTo>
                    <a:pt x="369045" y="5511220"/>
                  </a:lnTo>
                  <a:lnTo>
                    <a:pt x="369154" y="5511220"/>
                  </a:lnTo>
                  <a:lnTo>
                    <a:pt x="369154" y="5510596"/>
                  </a:lnTo>
                  <a:lnTo>
                    <a:pt x="369154" y="5509973"/>
                  </a:lnTo>
                  <a:lnTo>
                    <a:pt x="369262" y="5509973"/>
                  </a:lnTo>
                  <a:lnTo>
                    <a:pt x="369371" y="5509973"/>
                  </a:lnTo>
                  <a:lnTo>
                    <a:pt x="369479" y="5509973"/>
                  </a:lnTo>
                  <a:lnTo>
                    <a:pt x="369479" y="5509349"/>
                  </a:lnTo>
                  <a:lnTo>
                    <a:pt x="369588" y="5509349"/>
                  </a:lnTo>
                  <a:lnTo>
                    <a:pt x="369588" y="5508726"/>
                  </a:lnTo>
                  <a:lnTo>
                    <a:pt x="369588" y="5508102"/>
                  </a:lnTo>
                  <a:lnTo>
                    <a:pt x="369696" y="5508102"/>
                  </a:lnTo>
                  <a:lnTo>
                    <a:pt x="369805" y="5508102"/>
                  </a:lnTo>
                  <a:lnTo>
                    <a:pt x="369805" y="5507479"/>
                  </a:lnTo>
                  <a:lnTo>
                    <a:pt x="369913" y="5507479"/>
                  </a:lnTo>
                  <a:lnTo>
                    <a:pt x="370021" y="5507479"/>
                  </a:lnTo>
                  <a:lnTo>
                    <a:pt x="370130" y="5507479"/>
                  </a:lnTo>
                  <a:lnTo>
                    <a:pt x="370238" y="5507479"/>
                  </a:lnTo>
                  <a:lnTo>
                    <a:pt x="370238" y="5506855"/>
                  </a:lnTo>
                  <a:lnTo>
                    <a:pt x="370347" y="5506855"/>
                  </a:lnTo>
                  <a:lnTo>
                    <a:pt x="370455" y="5506855"/>
                  </a:lnTo>
                  <a:lnTo>
                    <a:pt x="370564" y="5506855"/>
                  </a:lnTo>
                  <a:lnTo>
                    <a:pt x="370672" y="5506855"/>
                  </a:lnTo>
                  <a:lnTo>
                    <a:pt x="370781" y="5506855"/>
                  </a:lnTo>
                  <a:lnTo>
                    <a:pt x="370889" y="5506855"/>
                  </a:lnTo>
                  <a:lnTo>
                    <a:pt x="370889" y="5506231"/>
                  </a:lnTo>
                  <a:lnTo>
                    <a:pt x="370998" y="5506231"/>
                  </a:lnTo>
                  <a:lnTo>
                    <a:pt x="371106" y="5506231"/>
                  </a:lnTo>
                  <a:lnTo>
                    <a:pt x="371214" y="5506231"/>
                  </a:lnTo>
                  <a:lnTo>
                    <a:pt x="371323" y="5506231"/>
                  </a:lnTo>
                  <a:lnTo>
                    <a:pt x="371323" y="5505608"/>
                  </a:lnTo>
                  <a:lnTo>
                    <a:pt x="371431" y="5505608"/>
                  </a:lnTo>
                  <a:lnTo>
                    <a:pt x="371431" y="5504984"/>
                  </a:lnTo>
                  <a:lnTo>
                    <a:pt x="371540" y="5504984"/>
                  </a:lnTo>
                  <a:lnTo>
                    <a:pt x="371540" y="5504361"/>
                  </a:lnTo>
                  <a:lnTo>
                    <a:pt x="371648" y="5504361"/>
                  </a:lnTo>
                  <a:lnTo>
                    <a:pt x="371648" y="5503737"/>
                  </a:lnTo>
                  <a:lnTo>
                    <a:pt x="371757" y="5503737"/>
                  </a:lnTo>
                  <a:lnTo>
                    <a:pt x="371865" y="5503737"/>
                  </a:lnTo>
                  <a:lnTo>
                    <a:pt x="371974" y="5503737"/>
                  </a:lnTo>
                  <a:lnTo>
                    <a:pt x="371974" y="5503113"/>
                  </a:lnTo>
                  <a:lnTo>
                    <a:pt x="372082" y="5503113"/>
                  </a:lnTo>
                  <a:lnTo>
                    <a:pt x="372190" y="5503113"/>
                  </a:lnTo>
                  <a:lnTo>
                    <a:pt x="372299" y="5503113"/>
                  </a:lnTo>
                  <a:lnTo>
                    <a:pt x="372407" y="5503113"/>
                  </a:lnTo>
                  <a:lnTo>
                    <a:pt x="372516" y="5503113"/>
                  </a:lnTo>
                  <a:lnTo>
                    <a:pt x="372516" y="5502490"/>
                  </a:lnTo>
                  <a:lnTo>
                    <a:pt x="372516" y="5501866"/>
                  </a:lnTo>
                  <a:lnTo>
                    <a:pt x="372516" y="5501243"/>
                  </a:lnTo>
                  <a:lnTo>
                    <a:pt x="372624" y="5501243"/>
                  </a:lnTo>
                  <a:lnTo>
                    <a:pt x="372733" y="5501243"/>
                  </a:lnTo>
                  <a:lnTo>
                    <a:pt x="372841" y="5501243"/>
                  </a:lnTo>
                  <a:lnTo>
                    <a:pt x="372950" y="5501243"/>
                  </a:lnTo>
                  <a:lnTo>
                    <a:pt x="373058" y="5501243"/>
                  </a:lnTo>
                  <a:lnTo>
                    <a:pt x="373166" y="5501243"/>
                  </a:lnTo>
                  <a:lnTo>
                    <a:pt x="373275" y="5501243"/>
                  </a:lnTo>
                  <a:lnTo>
                    <a:pt x="373383" y="5501243"/>
                  </a:lnTo>
                  <a:lnTo>
                    <a:pt x="373492" y="5501243"/>
                  </a:lnTo>
                  <a:lnTo>
                    <a:pt x="373600" y="5501243"/>
                  </a:lnTo>
                  <a:lnTo>
                    <a:pt x="373709" y="5501243"/>
                  </a:lnTo>
                  <a:lnTo>
                    <a:pt x="373709" y="5500619"/>
                  </a:lnTo>
                  <a:lnTo>
                    <a:pt x="373709" y="5499996"/>
                  </a:lnTo>
                  <a:lnTo>
                    <a:pt x="373709" y="5499372"/>
                  </a:lnTo>
                  <a:lnTo>
                    <a:pt x="373817" y="5499372"/>
                  </a:lnTo>
                  <a:lnTo>
                    <a:pt x="373926" y="5499372"/>
                  </a:lnTo>
                  <a:lnTo>
                    <a:pt x="374034" y="5499372"/>
                  </a:lnTo>
                  <a:lnTo>
                    <a:pt x="374142" y="5499372"/>
                  </a:lnTo>
                  <a:lnTo>
                    <a:pt x="374251" y="5499372"/>
                  </a:lnTo>
                  <a:lnTo>
                    <a:pt x="374359" y="5499372"/>
                  </a:lnTo>
                  <a:lnTo>
                    <a:pt x="374468" y="5499372"/>
                  </a:lnTo>
                  <a:lnTo>
                    <a:pt x="374576" y="5499372"/>
                  </a:lnTo>
                  <a:lnTo>
                    <a:pt x="374685" y="5499372"/>
                  </a:lnTo>
                  <a:lnTo>
                    <a:pt x="374685" y="5498748"/>
                  </a:lnTo>
                  <a:lnTo>
                    <a:pt x="374793" y="5498748"/>
                  </a:lnTo>
                  <a:lnTo>
                    <a:pt x="374902" y="5498748"/>
                  </a:lnTo>
                  <a:lnTo>
                    <a:pt x="374902" y="5498125"/>
                  </a:lnTo>
                  <a:lnTo>
                    <a:pt x="375010" y="5498125"/>
                  </a:lnTo>
                  <a:lnTo>
                    <a:pt x="375119" y="5498125"/>
                  </a:lnTo>
                  <a:lnTo>
                    <a:pt x="375119" y="5497501"/>
                  </a:lnTo>
                  <a:lnTo>
                    <a:pt x="375227" y="5497501"/>
                  </a:lnTo>
                  <a:lnTo>
                    <a:pt x="375227" y="5496878"/>
                  </a:lnTo>
                  <a:lnTo>
                    <a:pt x="375227" y="5496254"/>
                  </a:lnTo>
                  <a:lnTo>
                    <a:pt x="375335" y="5496254"/>
                  </a:lnTo>
                  <a:lnTo>
                    <a:pt x="375335" y="5495630"/>
                  </a:lnTo>
                  <a:lnTo>
                    <a:pt x="375444" y="5495630"/>
                  </a:lnTo>
                  <a:lnTo>
                    <a:pt x="375552" y="5495630"/>
                  </a:lnTo>
                  <a:lnTo>
                    <a:pt x="375661" y="5495630"/>
                  </a:lnTo>
                  <a:lnTo>
                    <a:pt x="375661" y="5495007"/>
                  </a:lnTo>
                  <a:lnTo>
                    <a:pt x="375661" y="5494383"/>
                  </a:lnTo>
                  <a:lnTo>
                    <a:pt x="375661" y="5493760"/>
                  </a:lnTo>
                  <a:lnTo>
                    <a:pt x="375661" y="5493136"/>
                  </a:lnTo>
                  <a:lnTo>
                    <a:pt x="375769" y="5493136"/>
                  </a:lnTo>
                  <a:lnTo>
                    <a:pt x="375769" y="5492513"/>
                  </a:lnTo>
                  <a:lnTo>
                    <a:pt x="375878" y="5492513"/>
                  </a:lnTo>
                  <a:lnTo>
                    <a:pt x="375986" y="5492513"/>
                  </a:lnTo>
                  <a:lnTo>
                    <a:pt x="375986" y="5491889"/>
                  </a:lnTo>
                  <a:lnTo>
                    <a:pt x="375986" y="5491265"/>
                  </a:lnTo>
                  <a:lnTo>
                    <a:pt x="376095" y="5491265"/>
                  </a:lnTo>
                  <a:lnTo>
                    <a:pt x="376203" y="5491265"/>
                  </a:lnTo>
                  <a:lnTo>
                    <a:pt x="376203" y="5490642"/>
                  </a:lnTo>
                  <a:lnTo>
                    <a:pt x="376203" y="5490018"/>
                  </a:lnTo>
                  <a:lnTo>
                    <a:pt x="376311" y="5490018"/>
                  </a:lnTo>
                  <a:lnTo>
                    <a:pt x="376420" y="5490018"/>
                  </a:lnTo>
                  <a:lnTo>
                    <a:pt x="376528" y="5490018"/>
                  </a:lnTo>
                  <a:lnTo>
                    <a:pt x="376528" y="5489395"/>
                  </a:lnTo>
                  <a:lnTo>
                    <a:pt x="376528" y="5488771"/>
                  </a:lnTo>
                  <a:lnTo>
                    <a:pt x="376528" y="5488147"/>
                  </a:lnTo>
                  <a:lnTo>
                    <a:pt x="376637" y="5488147"/>
                  </a:lnTo>
                  <a:lnTo>
                    <a:pt x="376745" y="5488147"/>
                  </a:lnTo>
                  <a:lnTo>
                    <a:pt x="376745" y="5487524"/>
                  </a:lnTo>
                  <a:lnTo>
                    <a:pt x="376745" y="5486900"/>
                  </a:lnTo>
                  <a:lnTo>
                    <a:pt x="376854" y="5486900"/>
                  </a:lnTo>
                  <a:lnTo>
                    <a:pt x="376962" y="5486900"/>
                  </a:lnTo>
                  <a:lnTo>
                    <a:pt x="376962" y="5486277"/>
                  </a:lnTo>
                  <a:lnTo>
                    <a:pt x="377071" y="5486277"/>
                  </a:lnTo>
                  <a:lnTo>
                    <a:pt x="377179" y="5486277"/>
                  </a:lnTo>
                  <a:lnTo>
                    <a:pt x="377287" y="5486277"/>
                  </a:lnTo>
                  <a:lnTo>
                    <a:pt x="377396" y="5486277"/>
                  </a:lnTo>
                  <a:lnTo>
                    <a:pt x="377504" y="5486277"/>
                  </a:lnTo>
                  <a:lnTo>
                    <a:pt x="377504" y="5485653"/>
                  </a:lnTo>
                  <a:lnTo>
                    <a:pt x="377613" y="5485653"/>
                  </a:lnTo>
                  <a:lnTo>
                    <a:pt x="377721" y="5485653"/>
                  </a:lnTo>
                  <a:lnTo>
                    <a:pt x="377830" y="5485653"/>
                  </a:lnTo>
                  <a:lnTo>
                    <a:pt x="377938" y="5485653"/>
                  </a:lnTo>
                  <a:lnTo>
                    <a:pt x="378047" y="5485653"/>
                  </a:lnTo>
                  <a:lnTo>
                    <a:pt x="378155" y="5485653"/>
                  </a:lnTo>
                  <a:lnTo>
                    <a:pt x="378155" y="5485030"/>
                  </a:lnTo>
                  <a:lnTo>
                    <a:pt x="378263" y="5485030"/>
                  </a:lnTo>
                  <a:lnTo>
                    <a:pt x="378263" y="5484406"/>
                  </a:lnTo>
                  <a:lnTo>
                    <a:pt x="378372" y="5484406"/>
                  </a:lnTo>
                  <a:lnTo>
                    <a:pt x="378480" y="5484406"/>
                  </a:lnTo>
                  <a:lnTo>
                    <a:pt x="378589" y="5484406"/>
                  </a:lnTo>
                  <a:lnTo>
                    <a:pt x="378697" y="5484406"/>
                  </a:lnTo>
                  <a:lnTo>
                    <a:pt x="378697" y="5483782"/>
                  </a:lnTo>
                  <a:lnTo>
                    <a:pt x="378697" y="5483159"/>
                  </a:lnTo>
                  <a:lnTo>
                    <a:pt x="378806" y="5483159"/>
                  </a:lnTo>
                  <a:lnTo>
                    <a:pt x="378914" y="5483159"/>
                  </a:lnTo>
                  <a:lnTo>
                    <a:pt x="379023" y="5483159"/>
                  </a:lnTo>
                  <a:lnTo>
                    <a:pt x="379131" y="5483159"/>
                  </a:lnTo>
                  <a:lnTo>
                    <a:pt x="379240" y="5483159"/>
                  </a:lnTo>
                  <a:lnTo>
                    <a:pt x="379348" y="5483159"/>
                  </a:lnTo>
                  <a:lnTo>
                    <a:pt x="379456" y="5483159"/>
                  </a:lnTo>
                  <a:lnTo>
                    <a:pt x="379565" y="5483159"/>
                  </a:lnTo>
                  <a:lnTo>
                    <a:pt x="379673" y="5483159"/>
                  </a:lnTo>
                  <a:lnTo>
                    <a:pt x="379673" y="5482535"/>
                  </a:lnTo>
                  <a:lnTo>
                    <a:pt x="379782" y="5482535"/>
                  </a:lnTo>
                  <a:lnTo>
                    <a:pt x="379890" y="5482535"/>
                  </a:lnTo>
                  <a:lnTo>
                    <a:pt x="379999" y="5482535"/>
                  </a:lnTo>
                  <a:lnTo>
                    <a:pt x="380107" y="5482535"/>
                  </a:lnTo>
                  <a:lnTo>
                    <a:pt x="380216" y="5482535"/>
                  </a:lnTo>
                  <a:lnTo>
                    <a:pt x="380216" y="5481912"/>
                  </a:lnTo>
                  <a:lnTo>
                    <a:pt x="380324" y="5481912"/>
                  </a:lnTo>
                  <a:lnTo>
                    <a:pt x="380432" y="5481912"/>
                  </a:lnTo>
                  <a:lnTo>
                    <a:pt x="380541" y="5481912"/>
                  </a:lnTo>
                  <a:lnTo>
                    <a:pt x="380541" y="5481288"/>
                  </a:lnTo>
                  <a:lnTo>
                    <a:pt x="380649" y="5481288"/>
                  </a:lnTo>
                  <a:lnTo>
                    <a:pt x="380758" y="5481288"/>
                  </a:lnTo>
                  <a:lnTo>
                    <a:pt x="380758" y="5480665"/>
                  </a:lnTo>
                  <a:lnTo>
                    <a:pt x="380866" y="5480665"/>
                  </a:lnTo>
                  <a:lnTo>
                    <a:pt x="380975" y="5480665"/>
                  </a:lnTo>
                  <a:lnTo>
                    <a:pt x="381083" y="5480665"/>
                  </a:lnTo>
                  <a:lnTo>
                    <a:pt x="381083" y="5480041"/>
                  </a:lnTo>
                  <a:lnTo>
                    <a:pt x="381192" y="5480041"/>
                  </a:lnTo>
                  <a:lnTo>
                    <a:pt x="381192" y="5479417"/>
                  </a:lnTo>
                  <a:lnTo>
                    <a:pt x="381300" y="5479417"/>
                  </a:lnTo>
                  <a:lnTo>
                    <a:pt x="381408" y="5479417"/>
                  </a:lnTo>
                  <a:lnTo>
                    <a:pt x="381517" y="5479417"/>
                  </a:lnTo>
                  <a:lnTo>
                    <a:pt x="381625" y="5479417"/>
                  </a:lnTo>
                  <a:lnTo>
                    <a:pt x="381625" y="5478794"/>
                  </a:lnTo>
                  <a:lnTo>
                    <a:pt x="381734" y="5478794"/>
                  </a:lnTo>
                  <a:lnTo>
                    <a:pt x="381842" y="5478794"/>
                  </a:lnTo>
                  <a:lnTo>
                    <a:pt x="381842" y="5478170"/>
                  </a:lnTo>
                  <a:lnTo>
                    <a:pt x="381951" y="5478170"/>
                  </a:lnTo>
                  <a:lnTo>
                    <a:pt x="382059" y="5478170"/>
                  </a:lnTo>
                  <a:lnTo>
                    <a:pt x="382168" y="5478170"/>
                  </a:lnTo>
                  <a:lnTo>
                    <a:pt x="382276" y="5478170"/>
                  </a:lnTo>
                  <a:lnTo>
                    <a:pt x="382384" y="5478170"/>
                  </a:lnTo>
                  <a:lnTo>
                    <a:pt x="382493" y="5478170"/>
                  </a:lnTo>
                  <a:lnTo>
                    <a:pt x="382493" y="5477547"/>
                  </a:lnTo>
                  <a:lnTo>
                    <a:pt x="382601" y="5477547"/>
                  </a:lnTo>
                  <a:lnTo>
                    <a:pt x="382710" y="5477547"/>
                  </a:lnTo>
                  <a:lnTo>
                    <a:pt x="382818" y="5477547"/>
                  </a:lnTo>
                  <a:lnTo>
                    <a:pt x="382818" y="5476923"/>
                  </a:lnTo>
                  <a:lnTo>
                    <a:pt x="382927" y="5476923"/>
                  </a:lnTo>
                  <a:lnTo>
                    <a:pt x="383035" y="5476923"/>
                  </a:lnTo>
                  <a:lnTo>
                    <a:pt x="383144" y="5476923"/>
                  </a:lnTo>
                  <a:lnTo>
                    <a:pt x="383252" y="5476923"/>
                  </a:lnTo>
                  <a:lnTo>
                    <a:pt x="383252" y="5476299"/>
                  </a:lnTo>
                  <a:lnTo>
                    <a:pt x="383252" y="5475676"/>
                  </a:lnTo>
                  <a:lnTo>
                    <a:pt x="383252" y="5475052"/>
                  </a:lnTo>
                  <a:lnTo>
                    <a:pt x="383361" y="5475052"/>
                  </a:lnTo>
                  <a:lnTo>
                    <a:pt x="383469" y="5475052"/>
                  </a:lnTo>
                  <a:lnTo>
                    <a:pt x="383469" y="5474429"/>
                  </a:lnTo>
                  <a:lnTo>
                    <a:pt x="383577" y="5474429"/>
                  </a:lnTo>
                  <a:lnTo>
                    <a:pt x="383686" y="5474429"/>
                  </a:lnTo>
                  <a:lnTo>
                    <a:pt x="383794" y="5474429"/>
                  </a:lnTo>
                  <a:lnTo>
                    <a:pt x="383903" y="5474429"/>
                  </a:lnTo>
                  <a:lnTo>
                    <a:pt x="383903" y="5473805"/>
                  </a:lnTo>
                  <a:lnTo>
                    <a:pt x="384011" y="5473805"/>
                  </a:lnTo>
                  <a:lnTo>
                    <a:pt x="384120" y="5473805"/>
                  </a:lnTo>
                  <a:lnTo>
                    <a:pt x="384228" y="5473805"/>
                  </a:lnTo>
                  <a:lnTo>
                    <a:pt x="384337" y="5473805"/>
                  </a:lnTo>
                  <a:lnTo>
                    <a:pt x="384445" y="5473805"/>
                  </a:lnTo>
                  <a:lnTo>
                    <a:pt x="384553" y="5473805"/>
                  </a:lnTo>
                  <a:lnTo>
                    <a:pt x="384662" y="5473805"/>
                  </a:lnTo>
                  <a:lnTo>
                    <a:pt x="384770" y="5473805"/>
                  </a:lnTo>
                  <a:lnTo>
                    <a:pt x="384879" y="5473805"/>
                  </a:lnTo>
                  <a:lnTo>
                    <a:pt x="384987" y="5473805"/>
                  </a:lnTo>
                  <a:lnTo>
                    <a:pt x="384987" y="5473182"/>
                  </a:lnTo>
                  <a:lnTo>
                    <a:pt x="385096" y="5473182"/>
                  </a:lnTo>
                  <a:lnTo>
                    <a:pt x="385204" y="5473182"/>
                  </a:lnTo>
                  <a:lnTo>
                    <a:pt x="385313" y="5473182"/>
                  </a:lnTo>
                  <a:lnTo>
                    <a:pt x="385421" y="5473182"/>
                  </a:lnTo>
                  <a:lnTo>
                    <a:pt x="385529" y="5473182"/>
                  </a:lnTo>
                  <a:lnTo>
                    <a:pt x="385529" y="5472558"/>
                  </a:lnTo>
                  <a:lnTo>
                    <a:pt x="385529" y="5471934"/>
                  </a:lnTo>
                  <a:lnTo>
                    <a:pt x="385638" y="5471934"/>
                  </a:lnTo>
                  <a:lnTo>
                    <a:pt x="385746" y="5471934"/>
                  </a:lnTo>
                  <a:lnTo>
                    <a:pt x="385855" y="5471934"/>
                  </a:lnTo>
                  <a:lnTo>
                    <a:pt x="385963" y="5471934"/>
                  </a:lnTo>
                  <a:lnTo>
                    <a:pt x="386072" y="5471934"/>
                  </a:lnTo>
                  <a:lnTo>
                    <a:pt x="386180" y="5471934"/>
                  </a:lnTo>
                  <a:lnTo>
                    <a:pt x="386289" y="5471934"/>
                  </a:lnTo>
                  <a:lnTo>
                    <a:pt x="386397" y="5471934"/>
                  </a:lnTo>
                  <a:lnTo>
                    <a:pt x="386505" y="5471934"/>
                  </a:lnTo>
                  <a:lnTo>
                    <a:pt x="386505" y="5471311"/>
                  </a:lnTo>
                  <a:lnTo>
                    <a:pt x="386505" y="5470687"/>
                  </a:lnTo>
                  <a:lnTo>
                    <a:pt x="386614" y="5470687"/>
                  </a:lnTo>
                  <a:lnTo>
                    <a:pt x="386722" y="5470687"/>
                  </a:lnTo>
                  <a:lnTo>
                    <a:pt x="386831" y="5470687"/>
                  </a:lnTo>
                  <a:lnTo>
                    <a:pt x="386939" y="5470687"/>
                  </a:lnTo>
                  <a:lnTo>
                    <a:pt x="387048" y="5470687"/>
                  </a:lnTo>
                  <a:lnTo>
                    <a:pt x="387156" y="5470687"/>
                  </a:lnTo>
                  <a:lnTo>
                    <a:pt x="387265" y="5470687"/>
                  </a:lnTo>
                  <a:lnTo>
                    <a:pt x="387373" y="5470687"/>
                  </a:lnTo>
                  <a:lnTo>
                    <a:pt x="387482" y="5470687"/>
                  </a:lnTo>
                  <a:lnTo>
                    <a:pt x="387482" y="5470064"/>
                  </a:lnTo>
                  <a:lnTo>
                    <a:pt x="387590" y="5470064"/>
                  </a:lnTo>
                  <a:lnTo>
                    <a:pt x="387698" y="5470064"/>
                  </a:lnTo>
                  <a:lnTo>
                    <a:pt x="387698" y="5469440"/>
                  </a:lnTo>
                  <a:lnTo>
                    <a:pt x="387698" y="5468816"/>
                  </a:lnTo>
                  <a:lnTo>
                    <a:pt x="387807" y="5468816"/>
                  </a:lnTo>
                  <a:lnTo>
                    <a:pt x="387915" y="5468816"/>
                  </a:lnTo>
                  <a:lnTo>
                    <a:pt x="388024" y="5468816"/>
                  </a:lnTo>
                  <a:lnTo>
                    <a:pt x="388132" y="5468816"/>
                  </a:lnTo>
                  <a:lnTo>
                    <a:pt x="388241" y="5468816"/>
                  </a:lnTo>
                  <a:lnTo>
                    <a:pt x="388349" y="5468816"/>
                  </a:lnTo>
                  <a:lnTo>
                    <a:pt x="388458" y="5468816"/>
                  </a:lnTo>
                  <a:lnTo>
                    <a:pt x="388566" y="5468816"/>
                  </a:lnTo>
                  <a:lnTo>
                    <a:pt x="388674" y="5468816"/>
                  </a:lnTo>
                  <a:lnTo>
                    <a:pt x="388783" y="5468816"/>
                  </a:lnTo>
                  <a:lnTo>
                    <a:pt x="388783" y="5468193"/>
                  </a:lnTo>
                  <a:lnTo>
                    <a:pt x="388891" y="5468193"/>
                  </a:lnTo>
                  <a:lnTo>
                    <a:pt x="389000" y="5468193"/>
                  </a:lnTo>
                  <a:lnTo>
                    <a:pt x="389108" y="5468193"/>
                  </a:lnTo>
                  <a:lnTo>
                    <a:pt x="389108" y="5467569"/>
                  </a:lnTo>
                  <a:lnTo>
                    <a:pt x="389217" y="5467569"/>
                  </a:lnTo>
                  <a:lnTo>
                    <a:pt x="389325" y="5467569"/>
                  </a:lnTo>
                  <a:lnTo>
                    <a:pt x="389434" y="5467569"/>
                  </a:lnTo>
                  <a:lnTo>
                    <a:pt x="389434" y="5466946"/>
                  </a:lnTo>
                  <a:lnTo>
                    <a:pt x="389542" y="5466946"/>
                  </a:lnTo>
                  <a:lnTo>
                    <a:pt x="389542" y="5466322"/>
                  </a:lnTo>
                  <a:lnTo>
                    <a:pt x="389650" y="5466322"/>
                  </a:lnTo>
                  <a:lnTo>
                    <a:pt x="389759" y="5466322"/>
                  </a:lnTo>
                  <a:lnTo>
                    <a:pt x="389867" y="5466322"/>
                  </a:lnTo>
                  <a:lnTo>
                    <a:pt x="389976" y="5466322"/>
                  </a:lnTo>
                  <a:lnTo>
                    <a:pt x="390084" y="5466322"/>
                  </a:lnTo>
                  <a:lnTo>
                    <a:pt x="390193" y="5466322"/>
                  </a:lnTo>
                  <a:lnTo>
                    <a:pt x="390301" y="5466322"/>
                  </a:lnTo>
                  <a:lnTo>
                    <a:pt x="390301" y="5465699"/>
                  </a:lnTo>
                  <a:lnTo>
                    <a:pt x="390410" y="5465699"/>
                  </a:lnTo>
                  <a:lnTo>
                    <a:pt x="390518" y="5465699"/>
                  </a:lnTo>
                  <a:lnTo>
                    <a:pt x="390626" y="5465699"/>
                  </a:lnTo>
                  <a:lnTo>
                    <a:pt x="390735" y="5465699"/>
                  </a:lnTo>
                  <a:lnTo>
                    <a:pt x="390843" y="5465699"/>
                  </a:lnTo>
                  <a:lnTo>
                    <a:pt x="390952" y="5465699"/>
                  </a:lnTo>
                  <a:lnTo>
                    <a:pt x="391060" y="5465699"/>
                  </a:lnTo>
                  <a:lnTo>
                    <a:pt x="391060" y="5465075"/>
                  </a:lnTo>
                  <a:lnTo>
                    <a:pt x="391169" y="5465075"/>
                  </a:lnTo>
                  <a:lnTo>
                    <a:pt x="391169" y="5464451"/>
                  </a:lnTo>
                  <a:lnTo>
                    <a:pt x="391277" y="5464451"/>
                  </a:lnTo>
                  <a:lnTo>
                    <a:pt x="391386" y="5464451"/>
                  </a:lnTo>
                  <a:lnTo>
                    <a:pt x="391386" y="5463828"/>
                  </a:lnTo>
                  <a:lnTo>
                    <a:pt x="391494" y="5463828"/>
                  </a:lnTo>
                  <a:lnTo>
                    <a:pt x="391602" y="5463828"/>
                  </a:lnTo>
                  <a:lnTo>
                    <a:pt x="391602" y="5463204"/>
                  </a:lnTo>
                  <a:lnTo>
                    <a:pt x="391711" y="5463204"/>
                  </a:lnTo>
                  <a:lnTo>
                    <a:pt x="391819" y="5463204"/>
                  </a:lnTo>
                  <a:lnTo>
                    <a:pt x="391819" y="5462581"/>
                  </a:lnTo>
                  <a:lnTo>
                    <a:pt x="391819" y="5461957"/>
                  </a:lnTo>
                  <a:lnTo>
                    <a:pt x="391928" y="5461957"/>
                  </a:lnTo>
                  <a:lnTo>
                    <a:pt x="392036" y="5461957"/>
                  </a:lnTo>
                  <a:lnTo>
                    <a:pt x="392036" y="5461333"/>
                  </a:lnTo>
                  <a:lnTo>
                    <a:pt x="392145" y="5461333"/>
                  </a:lnTo>
                  <a:lnTo>
                    <a:pt x="392253" y="5461333"/>
                  </a:lnTo>
                  <a:lnTo>
                    <a:pt x="392362" y="5461333"/>
                  </a:lnTo>
                  <a:lnTo>
                    <a:pt x="392470" y="5461333"/>
                  </a:lnTo>
                  <a:lnTo>
                    <a:pt x="392579" y="5461333"/>
                  </a:lnTo>
                  <a:lnTo>
                    <a:pt x="392687" y="5461333"/>
                  </a:lnTo>
                  <a:lnTo>
                    <a:pt x="392687" y="5460710"/>
                  </a:lnTo>
                  <a:lnTo>
                    <a:pt x="392795" y="5460710"/>
                  </a:lnTo>
                  <a:lnTo>
                    <a:pt x="392904" y="5460710"/>
                  </a:lnTo>
                  <a:lnTo>
                    <a:pt x="393012" y="5460710"/>
                  </a:lnTo>
                  <a:lnTo>
                    <a:pt x="393121" y="5460710"/>
                  </a:lnTo>
                  <a:lnTo>
                    <a:pt x="393121" y="5460086"/>
                  </a:lnTo>
                  <a:lnTo>
                    <a:pt x="393229" y="5460086"/>
                  </a:lnTo>
                  <a:lnTo>
                    <a:pt x="393338" y="5460086"/>
                  </a:lnTo>
                  <a:lnTo>
                    <a:pt x="393446" y="5460086"/>
                  </a:lnTo>
                  <a:lnTo>
                    <a:pt x="393555" y="5460086"/>
                  </a:lnTo>
                  <a:lnTo>
                    <a:pt x="393663" y="5460086"/>
                  </a:lnTo>
                  <a:lnTo>
                    <a:pt x="393771" y="5460086"/>
                  </a:lnTo>
                  <a:lnTo>
                    <a:pt x="393771" y="5459463"/>
                  </a:lnTo>
                  <a:lnTo>
                    <a:pt x="393880" y="5459463"/>
                  </a:lnTo>
                  <a:lnTo>
                    <a:pt x="393988" y="5459463"/>
                  </a:lnTo>
                  <a:lnTo>
                    <a:pt x="393988" y="5458839"/>
                  </a:lnTo>
                  <a:lnTo>
                    <a:pt x="393988" y="5458216"/>
                  </a:lnTo>
                  <a:lnTo>
                    <a:pt x="394097" y="5458216"/>
                  </a:lnTo>
                  <a:lnTo>
                    <a:pt x="394205" y="5458216"/>
                  </a:lnTo>
                  <a:lnTo>
                    <a:pt x="394205" y="5457592"/>
                  </a:lnTo>
                  <a:lnTo>
                    <a:pt x="394314" y="5457592"/>
                  </a:lnTo>
                  <a:lnTo>
                    <a:pt x="394422" y="5457592"/>
                  </a:lnTo>
                  <a:lnTo>
                    <a:pt x="394531" y="5457592"/>
                  </a:lnTo>
                  <a:lnTo>
                    <a:pt x="394639" y="5457592"/>
                  </a:lnTo>
                  <a:lnTo>
                    <a:pt x="394747" y="5457592"/>
                  </a:lnTo>
                  <a:lnTo>
                    <a:pt x="394856" y="5457592"/>
                  </a:lnTo>
                  <a:lnTo>
                    <a:pt x="394964" y="5457592"/>
                  </a:lnTo>
                  <a:lnTo>
                    <a:pt x="395073" y="5457592"/>
                  </a:lnTo>
                  <a:lnTo>
                    <a:pt x="395181" y="5457592"/>
                  </a:lnTo>
                  <a:lnTo>
                    <a:pt x="395290" y="5457592"/>
                  </a:lnTo>
                  <a:lnTo>
                    <a:pt x="395398" y="5457592"/>
                  </a:lnTo>
                  <a:lnTo>
                    <a:pt x="395507" y="5457592"/>
                  </a:lnTo>
                  <a:lnTo>
                    <a:pt x="395615" y="5457592"/>
                  </a:lnTo>
                  <a:lnTo>
                    <a:pt x="395723" y="5457592"/>
                  </a:lnTo>
                  <a:lnTo>
                    <a:pt x="395832" y="5457592"/>
                  </a:lnTo>
                  <a:lnTo>
                    <a:pt x="395832" y="5456968"/>
                  </a:lnTo>
                  <a:lnTo>
                    <a:pt x="395940" y="5456968"/>
                  </a:lnTo>
                  <a:lnTo>
                    <a:pt x="395940" y="5456345"/>
                  </a:lnTo>
                  <a:lnTo>
                    <a:pt x="396049" y="5456345"/>
                  </a:lnTo>
                  <a:lnTo>
                    <a:pt x="396049" y="5455721"/>
                  </a:lnTo>
                  <a:lnTo>
                    <a:pt x="396157" y="5455721"/>
                  </a:lnTo>
                  <a:lnTo>
                    <a:pt x="396266" y="5455721"/>
                  </a:lnTo>
                  <a:lnTo>
                    <a:pt x="396374" y="5455721"/>
                  </a:lnTo>
                  <a:lnTo>
                    <a:pt x="396483" y="5455721"/>
                  </a:lnTo>
                  <a:lnTo>
                    <a:pt x="396591" y="5455721"/>
                  </a:lnTo>
                  <a:lnTo>
                    <a:pt x="396700" y="5455721"/>
                  </a:lnTo>
                  <a:lnTo>
                    <a:pt x="396808" y="5455721"/>
                  </a:lnTo>
                  <a:lnTo>
                    <a:pt x="396916" y="5455721"/>
                  </a:lnTo>
                  <a:lnTo>
                    <a:pt x="396916" y="5455098"/>
                  </a:lnTo>
                  <a:lnTo>
                    <a:pt x="397025" y="5455098"/>
                  </a:lnTo>
                  <a:lnTo>
                    <a:pt x="397133" y="5455098"/>
                  </a:lnTo>
                  <a:lnTo>
                    <a:pt x="397242" y="5455098"/>
                  </a:lnTo>
                  <a:lnTo>
                    <a:pt x="397350" y="5455098"/>
                  </a:lnTo>
                  <a:lnTo>
                    <a:pt x="397459" y="5455098"/>
                  </a:lnTo>
                  <a:lnTo>
                    <a:pt x="397567" y="5455098"/>
                  </a:lnTo>
                  <a:lnTo>
                    <a:pt x="397676" y="5455098"/>
                  </a:lnTo>
                  <a:lnTo>
                    <a:pt x="397676" y="5454474"/>
                  </a:lnTo>
                  <a:lnTo>
                    <a:pt x="397784" y="5454474"/>
                  </a:lnTo>
                  <a:lnTo>
                    <a:pt x="397892" y="5454474"/>
                  </a:lnTo>
                  <a:lnTo>
                    <a:pt x="398001" y="5454474"/>
                  </a:lnTo>
                  <a:lnTo>
                    <a:pt x="398001" y="5453850"/>
                  </a:lnTo>
                  <a:lnTo>
                    <a:pt x="398109" y="5453850"/>
                  </a:lnTo>
                  <a:lnTo>
                    <a:pt x="398218" y="5453850"/>
                  </a:lnTo>
                  <a:lnTo>
                    <a:pt x="398326" y="5453850"/>
                  </a:lnTo>
                  <a:lnTo>
                    <a:pt x="398435" y="5453850"/>
                  </a:lnTo>
                  <a:lnTo>
                    <a:pt x="398543" y="5453850"/>
                  </a:lnTo>
                  <a:lnTo>
                    <a:pt x="398652" y="5453850"/>
                  </a:lnTo>
                  <a:lnTo>
                    <a:pt x="398760" y="5453850"/>
                  </a:lnTo>
                  <a:lnTo>
                    <a:pt x="398868" y="5453850"/>
                  </a:lnTo>
                  <a:lnTo>
                    <a:pt x="398977" y="5453850"/>
                  </a:lnTo>
                  <a:lnTo>
                    <a:pt x="399085" y="5453850"/>
                  </a:lnTo>
                  <a:lnTo>
                    <a:pt x="399194" y="5453850"/>
                  </a:lnTo>
                  <a:lnTo>
                    <a:pt x="399302" y="5453850"/>
                  </a:lnTo>
                  <a:lnTo>
                    <a:pt x="399411" y="5453850"/>
                  </a:lnTo>
                  <a:lnTo>
                    <a:pt x="399411" y="5453227"/>
                  </a:lnTo>
                  <a:lnTo>
                    <a:pt x="399519" y="5453227"/>
                  </a:lnTo>
                  <a:lnTo>
                    <a:pt x="399628" y="5453227"/>
                  </a:lnTo>
                  <a:lnTo>
                    <a:pt x="399736" y="5453227"/>
                  </a:lnTo>
                  <a:lnTo>
                    <a:pt x="399736" y="5452603"/>
                  </a:lnTo>
                  <a:lnTo>
                    <a:pt x="399844" y="5452603"/>
                  </a:lnTo>
                  <a:lnTo>
                    <a:pt x="399953" y="5452603"/>
                  </a:lnTo>
                  <a:lnTo>
                    <a:pt x="400061" y="5452603"/>
                  </a:lnTo>
                  <a:lnTo>
                    <a:pt x="400170" y="5452603"/>
                  </a:lnTo>
                  <a:lnTo>
                    <a:pt x="400278" y="5452603"/>
                  </a:lnTo>
                  <a:lnTo>
                    <a:pt x="400387" y="5452603"/>
                  </a:lnTo>
                  <a:lnTo>
                    <a:pt x="400495" y="5452603"/>
                  </a:lnTo>
                  <a:lnTo>
                    <a:pt x="400604" y="5452603"/>
                  </a:lnTo>
                  <a:lnTo>
                    <a:pt x="400712" y="5452603"/>
                  </a:lnTo>
                  <a:lnTo>
                    <a:pt x="400712" y="5451980"/>
                  </a:lnTo>
                  <a:lnTo>
                    <a:pt x="400712" y="5451356"/>
                  </a:lnTo>
                  <a:lnTo>
                    <a:pt x="400821" y="5451356"/>
                  </a:lnTo>
                  <a:lnTo>
                    <a:pt x="400929" y="5451356"/>
                  </a:lnTo>
                  <a:lnTo>
                    <a:pt x="401037" y="5451356"/>
                  </a:lnTo>
                  <a:lnTo>
                    <a:pt x="401146" y="5451356"/>
                  </a:lnTo>
                  <a:lnTo>
                    <a:pt x="401254" y="5451356"/>
                  </a:lnTo>
                  <a:lnTo>
                    <a:pt x="401363" y="5451356"/>
                  </a:lnTo>
                  <a:lnTo>
                    <a:pt x="401363" y="5450733"/>
                  </a:lnTo>
                  <a:lnTo>
                    <a:pt x="401471" y="5450733"/>
                  </a:lnTo>
                  <a:lnTo>
                    <a:pt x="401471" y="5450109"/>
                  </a:lnTo>
                  <a:lnTo>
                    <a:pt x="401580" y="5450109"/>
                  </a:lnTo>
                  <a:lnTo>
                    <a:pt x="401688" y="5450109"/>
                  </a:lnTo>
                  <a:lnTo>
                    <a:pt x="401688" y="5449485"/>
                  </a:lnTo>
                  <a:lnTo>
                    <a:pt x="401688" y="5448862"/>
                  </a:lnTo>
                  <a:lnTo>
                    <a:pt x="401688" y="5448238"/>
                  </a:lnTo>
                  <a:lnTo>
                    <a:pt x="401688" y="5447615"/>
                  </a:lnTo>
                  <a:lnTo>
                    <a:pt x="401797" y="5447615"/>
                  </a:lnTo>
                  <a:lnTo>
                    <a:pt x="401797" y="5446991"/>
                  </a:lnTo>
                  <a:lnTo>
                    <a:pt x="401905" y="5446991"/>
                  </a:lnTo>
                  <a:lnTo>
                    <a:pt x="401905" y="5446367"/>
                  </a:lnTo>
                  <a:lnTo>
                    <a:pt x="401905" y="5445744"/>
                  </a:lnTo>
                  <a:lnTo>
                    <a:pt x="401905" y="5445120"/>
                  </a:lnTo>
                  <a:lnTo>
                    <a:pt x="402013" y="5445120"/>
                  </a:lnTo>
                  <a:lnTo>
                    <a:pt x="402122" y="5445120"/>
                  </a:lnTo>
                  <a:lnTo>
                    <a:pt x="402230" y="5445120"/>
                  </a:lnTo>
                  <a:lnTo>
                    <a:pt x="402339" y="5445120"/>
                  </a:lnTo>
                  <a:lnTo>
                    <a:pt x="402447" y="5445120"/>
                  </a:lnTo>
                  <a:lnTo>
                    <a:pt x="402556" y="5445120"/>
                  </a:lnTo>
                  <a:lnTo>
                    <a:pt x="402556" y="5444497"/>
                  </a:lnTo>
                  <a:lnTo>
                    <a:pt x="402664" y="5444497"/>
                  </a:lnTo>
                  <a:lnTo>
                    <a:pt x="402773" y="5444497"/>
                  </a:lnTo>
                  <a:lnTo>
                    <a:pt x="402773" y="5443873"/>
                  </a:lnTo>
                  <a:lnTo>
                    <a:pt x="402881" y="5443873"/>
                  </a:lnTo>
                  <a:lnTo>
                    <a:pt x="402989" y="5443873"/>
                  </a:lnTo>
                  <a:lnTo>
                    <a:pt x="403098" y="5443873"/>
                  </a:lnTo>
                  <a:lnTo>
                    <a:pt x="403206" y="5443873"/>
                  </a:lnTo>
                  <a:lnTo>
                    <a:pt x="403206" y="5443250"/>
                  </a:lnTo>
                  <a:lnTo>
                    <a:pt x="403315" y="5443250"/>
                  </a:lnTo>
                  <a:lnTo>
                    <a:pt x="403423" y="5443250"/>
                  </a:lnTo>
                  <a:lnTo>
                    <a:pt x="403532" y="5443250"/>
                  </a:lnTo>
                  <a:lnTo>
                    <a:pt x="403640" y="5443250"/>
                  </a:lnTo>
                  <a:lnTo>
                    <a:pt x="403749" y="5443250"/>
                  </a:lnTo>
                  <a:lnTo>
                    <a:pt x="403749" y="5442626"/>
                  </a:lnTo>
                  <a:lnTo>
                    <a:pt x="403857" y="5442626"/>
                  </a:lnTo>
                  <a:lnTo>
                    <a:pt x="403857" y="5442002"/>
                  </a:lnTo>
                  <a:lnTo>
                    <a:pt x="403965" y="5442002"/>
                  </a:lnTo>
                  <a:lnTo>
                    <a:pt x="404074" y="5442002"/>
                  </a:lnTo>
                  <a:lnTo>
                    <a:pt x="404182" y="5442002"/>
                  </a:lnTo>
                  <a:lnTo>
                    <a:pt x="404291" y="5442002"/>
                  </a:lnTo>
                  <a:lnTo>
                    <a:pt x="404399" y="5442002"/>
                  </a:lnTo>
                  <a:lnTo>
                    <a:pt x="404508" y="5442002"/>
                  </a:lnTo>
                  <a:lnTo>
                    <a:pt x="404616" y="5442002"/>
                  </a:lnTo>
                  <a:lnTo>
                    <a:pt x="404725" y="5442002"/>
                  </a:lnTo>
                  <a:lnTo>
                    <a:pt x="404833" y="5442002"/>
                  </a:lnTo>
                  <a:lnTo>
                    <a:pt x="404942" y="5442002"/>
                  </a:lnTo>
                  <a:lnTo>
                    <a:pt x="405050" y="5442002"/>
                  </a:lnTo>
                  <a:lnTo>
                    <a:pt x="405050" y="5441379"/>
                  </a:lnTo>
                  <a:lnTo>
                    <a:pt x="405158" y="5441379"/>
                  </a:lnTo>
                  <a:lnTo>
                    <a:pt x="405267" y="5441379"/>
                  </a:lnTo>
                  <a:lnTo>
                    <a:pt x="405375" y="5441379"/>
                  </a:lnTo>
                  <a:lnTo>
                    <a:pt x="405484" y="5441379"/>
                  </a:lnTo>
                  <a:lnTo>
                    <a:pt x="405592" y="5441379"/>
                  </a:lnTo>
                  <a:lnTo>
                    <a:pt x="405701" y="5441379"/>
                  </a:lnTo>
                  <a:lnTo>
                    <a:pt x="405809" y="5441379"/>
                  </a:lnTo>
                  <a:lnTo>
                    <a:pt x="405918" y="5441379"/>
                  </a:lnTo>
                  <a:lnTo>
                    <a:pt x="405918" y="5440755"/>
                  </a:lnTo>
                  <a:lnTo>
                    <a:pt x="405918" y="5440132"/>
                  </a:lnTo>
                  <a:lnTo>
                    <a:pt x="405918" y="5439508"/>
                  </a:lnTo>
                  <a:lnTo>
                    <a:pt x="406026" y="5439508"/>
                  </a:lnTo>
                  <a:lnTo>
                    <a:pt x="406134" y="5439508"/>
                  </a:lnTo>
                  <a:lnTo>
                    <a:pt x="406134" y="5438884"/>
                  </a:lnTo>
                  <a:lnTo>
                    <a:pt x="406134" y="5438261"/>
                  </a:lnTo>
                  <a:lnTo>
                    <a:pt x="406243" y="5438261"/>
                  </a:lnTo>
                  <a:lnTo>
                    <a:pt x="406351" y="5438261"/>
                  </a:lnTo>
                  <a:lnTo>
                    <a:pt x="406351" y="5437637"/>
                  </a:lnTo>
                  <a:lnTo>
                    <a:pt x="406460" y="5437637"/>
                  </a:lnTo>
                  <a:lnTo>
                    <a:pt x="406568" y="5437637"/>
                  </a:lnTo>
                  <a:lnTo>
                    <a:pt x="406568" y="5437014"/>
                  </a:lnTo>
                  <a:lnTo>
                    <a:pt x="406677" y="5437014"/>
                  </a:lnTo>
                  <a:lnTo>
                    <a:pt x="406785" y="5437014"/>
                  </a:lnTo>
                  <a:lnTo>
                    <a:pt x="406894" y="5437014"/>
                  </a:lnTo>
                  <a:lnTo>
                    <a:pt x="406894" y="5436390"/>
                  </a:lnTo>
                  <a:lnTo>
                    <a:pt x="407002" y="5436390"/>
                  </a:lnTo>
                  <a:lnTo>
                    <a:pt x="407110" y="5436390"/>
                  </a:lnTo>
                  <a:lnTo>
                    <a:pt x="407110" y="5435767"/>
                  </a:lnTo>
                  <a:lnTo>
                    <a:pt x="407219" y="5435767"/>
                  </a:lnTo>
                  <a:lnTo>
                    <a:pt x="407327" y="5435767"/>
                  </a:lnTo>
                  <a:lnTo>
                    <a:pt x="407436" y="5435767"/>
                  </a:lnTo>
                  <a:lnTo>
                    <a:pt x="407544" y="5435767"/>
                  </a:lnTo>
                  <a:lnTo>
                    <a:pt x="407544" y="5435143"/>
                  </a:lnTo>
                  <a:lnTo>
                    <a:pt x="407653" y="5435143"/>
                  </a:lnTo>
                  <a:lnTo>
                    <a:pt x="407761" y="5435143"/>
                  </a:lnTo>
                  <a:lnTo>
                    <a:pt x="407870" y="5435143"/>
                  </a:lnTo>
                  <a:lnTo>
                    <a:pt x="407978" y="5435143"/>
                  </a:lnTo>
                  <a:lnTo>
                    <a:pt x="407978" y="5434519"/>
                  </a:lnTo>
                  <a:lnTo>
                    <a:pt x="408086" y="5434519"/>
                  </a:lnTo>
                  <a:lnTo>
                    <a:pt x="408195" y="5434519"/>
                  </a:lnTo>
                  <a:lnTo>
                    <a:pt x="408303" y="5434519"/>
                  </a:lnTo>
                  <a:lnTo>
                    <a:pt x="408412" y="5434519"/>
                  </a:lnTo>
                  <a:lnTo>
                    <a:pt x="408412" y="5433896"/>
                  </a:lnTo>
                  <a:lnTo>
                    <a:pt x="408520" y="5433896"/>
                  </a:lnTo>
                  <a:lnTo>
                    <a:pt x="408629" y="5433896"/>
                  </a:lnTo>
                  <a:lnTo>
                    <a:pt x="408737" y="5433896"/>
                  </a:lnTo>
                  <a:lnTo>
                    <a:pt x="408737" y="5433272"/>
                  </a:lnTo>
                  <a:lnTo>
                    <a:pt x="408846" y="5433272"/>
                  </a:lnTo>
                  <a:lnTo>
                    <a:pt x="408954" y="5433272"/>
                  </a:lnTo>
                  <a:lnTo>
                    <a:pt x="408954" y="5432649"/>
                  </a:lnTo>
                  <a:lnTo>
                    <a:pt x="408954" y="5432025"/>
                  </a:lnTo>
                  <a:lnTo>
                    <a:pt x="409063" y="5432025"/>
                  </a:lnTo>
                  <a:lnTo>
                    <a:pt x="409063" y="5431401"/>
                  </a:lnTo>
                  <a:lnTo>
                    <a:pt x="409063" y="5430778"/>
                  </a:lnTo>
                  <a:lnTo>
                    <a:pt x="409171" y="5430778"/>
                  </a:lnTo>
                  <a:lnTo>
                    <a:pt x="409279" y="5430778"/>
                  </a:lnTo>
                  <a:lnTo>
                    <a:pt x="409388" y="5430778"/>
                  </a:lnTo>
                  <a:lnTo>
                    <a:pt x="409496" y="5430778"/>
                  </a:lnTo>
                  <a:lnTo>
                    <a:pt x="409496" y="5430154"/>
                  </a:lnTo>
                  <a:lnTo>
                    <a:pt x="409496" y="5429531"/>
                  </a:lnTo>
                  <a:lnTo>
                    <a:pt x="409605" y="5429531"/>
                  </a:lnTo>
                  <a:lnTo>
                    <a:pt x="409605" y="5428907"/>
                  </a:lnTo>
                  <a:lnTo>
                    <a:pt x="409713" y="5428907"/>
                  </a:lnTo>
                  <a:lnTo>
                    <a:pt x="409822" y="5428907"/>
                  </a:lnTo>
                  <a:lnTo>
                    <a:pt x="409930" y="5428907"/>
                  </a:lnTo>
                  <a:lnTo>
                    <a:pt x="410039" y="5428907"/>
                  </a:lnTo>
                  <a:lnTo>
                    <a:pt x="410147" y="5428907"/>
                  </a:lnTo>
                  <a:lnTo>
                    <a:pt x="410255" y="5428907"/>
                  </a:lnTo>
                  <a:lnTo>
                    <a:pt x="410364" y="5428907"/>
                  </a:lnTo>
                  <a:lnTo>
                    <a:pt x="410472" y="5428907"/>
                  </a:lnTo>
                  <a:lnTo>
                    <a:pt x="410581" y="5428907"/>
                  </a:lnTo>
                  <a:lnTo>
                    <a:pt x="410689" y="5428907"/>
                  </a:lnTo>
                  <a:lnTo>
                    <a:pt x="410798" y="5428907"/>
                  </a:lnTo>
                  <a:lnTo>
                    <a:pt x="410798" y="5428284"/>
                  </a:lnTo>
                  <a:lnTo>
                    <a:pt x="410906" y="5428284"/>
                  </a:lnTo>
                  <a:lnTo>
                    <a:pt x="410906" y="5427660"/>
                  </a:lnTo>
                  <a:lnTo>
                    <a:pt x="410906" y="5427036"/>
                  </a:lnTo>
                  <a:lnTo>
                    <a:pt x="411015" y="5427036"/>
                  </a:lnTo>
                  <a:lnTo>
                    <a:pt x="411123" y="5427036"/>
                  </a:lnTo>
                  <a:lnTo>
                    <a:pt x="411231" y="5427036"/>
                  </a:lnTo>
                  <a:lnTo>
                    <a:pt x="411340" y="5427036"/>
                  </a:lnTo>
                  <a:lnTo>
                    <a:pt x="411448" y="5427036"/>
                  </a:lnTo>
                  <a:lnTo>
                    <a:pt x="411557" y="5427036"/>
                  </a:lnTo>
                  <a:lnTo>
                    <a:pt x="411557" y="5426413"/>
                  </a:lnTo>
                  <a:lnTo>
                    <a:pt x="411665" y="5426413"/>
                  </a:lnTo>
                  <a:lnTo>
                    <a:pt x="411774" y="5426413"/>
                  </a:lnTo>
                  <a:lnTo>
                    <a:pt x="411882" y="5426413"/>
                  </a:lnTo>
                  <a:lnTo>
                    <a:pt x="411991" y="5426413"/>
                  </a:lnTo>
                  <a:lnTo>
                    <a:pt x="411991" y="5425789"/>
                  </a:lnTo>
                  <a:lnTo>
                    <a:pt x="412099" y="5425789"/>
                  </a:lnTo>
                  <a:lnTo>
                    <a:pt x="412099" y="5425166"/>
                  </a:lnTo>
                  <a:lnTo>
                    <a:pt x="412099" y="5424542"/>
                  </a:lnTo>
                  <a:lnTo>
                    <a:pt x="412099" y="5423919"/>
                  </a:lnTo>
                  <a:lnTo>
                    <a:pt x="412207" y="5423919"/>
                  </a:lnTo>
                  <a:lnTo>
                    <a:pt x="412316" y="5423919"/>
                  </a:lnTo>
                  <a:lnTo>
                    <a:pt x="412424" y="5423919"/>
                  </a:lnTo>
                  <a:lnTo>
                    <a:pt x="412533" y="5423919"/>
                  </a:lnTo>
                  <a:lnTo>
                    <a:pt x="412641" y="5423919"/>
                  </a:lnTo>
                  <a:lnTo>
                    <a:pt x="412641" y="5423295"/>
                  </a:lnTo>
                  <a:lnTo>
                    <a:pt x="412641" y="5422671"/>
                  </a:lnTo>
                  <a:lnTo>
                    <a:pt x="412750" y="5422671"/>
                  </a:lnTo>
                  <a:lnTo>
                    <a:pt x="412858" y="5422671"/>
                  </a:lnTo>
                  <a:lnTo>
                    <a:pt x="412967" y="5422671"/>
                  </a:lnTo>
                  <a:lnTo>
                    <a:pt x="412967" y="5422048"/>
                  </a:lnTo>
                  <a:lnTo>
                    <a:pt x="413075" y="5422048"/>
                  </a:lnTo>
                  <a:lnTo>
                    <a:pt x="413183" y="5422048"/>
                  </a:lnTo>
                  <a:lnTo>
                    <a:pt x="413292" y="5422048"/>
                  </a:lnTo>
                  <a:lnTo>
                    <a:pt x="413400" y="5422048"/>
                  </a:lnTo>
                  <a:lnTo>
                    <a:pt x="413509" y="5422048"/>
                  </a:lnTo>
                  <a:lnTo>
                    <a:pt x="413509" y="5421424"/>
                  </a:lnTo>
                  <a:lnTo>
                    <a:pt x="413509" y="5420801"/>
                  </a:lnTo>
                  <a:lnTo>
                    <a:pt x="413617" y="5420801"/>
                  </a:lnTo>
                  <a:lnTo>
                    <a:pt x="413726" y="5420801"/>
                  </a:lnTo>
                  <a:lnTo>
                    <a:pt x="413834" y="5420801"/>
                  </a:lnTo>
                  <a:lnTo>
                    <a:pt x="413943" y="5420801"/>
                  </a:lnTo>
                  <a:lnTo>
                    <a:pt x="414051" y="5420801"/>
                  </a:lnTo>
                  <a:lnTo>
                    <a:pt x="414160" y="5420801"/>
                  </a:lnTo>
                  <a:lnTo>
                    <a:pt x="414268" y="5420801"/>
                  </a:lnTo>
                  <a:lnTo>
                    <a:pt x="414376" y="5420801"/>
                  </a:lnTo>
                  <a:lnTo>
                    <a:pt x="414376" y="5420177"/>
                  </a:lnTo>
                  <a:lnTo>
                    <a:pt x="414485" y="5420177"/>
                  </a:lnTo>
                  <a:lnTo>
                    <a:pt x="414593" y="5420177"/>
                  </a:lnTo>
                  <a:lnTo>
                    <a:pt x="414593" y="5419553"/>
                  </a:lnTo>
                  <a:lnTo>
                    <a:pt x="414702" y="5419553"/>
                  </a:lnTo>
                  <a:lnTo>
                    <a:pt x="414810" y="5419553"/>
                  </a:lnTo>
                  <a:lnTo>
                    <a:pt x="414919" y="5419553"/>
                  </a:lnTo>
                  <a:lnTo>
                    <a:pt x="415027" y="5419553"/>
                  </a:lnTo>
                  <a:lnTo>
                    <a:pt x="415136" y="5419553"/>
                  </a:lnTo>
                  <a:lnTo>
                    <a:pt x="415244" y="5419553"/>
                  </a:lnTo>
                  <a:lnTo>
                    <a:pt x="415352" y="5419553"/>
                  </a:lnTo>
                  <a:lnTo>
                    <a:pt x="415461" y="5419553"/>
                  </a:lnTo>
                  <a:lnTo>
                    <a:pt x="415569" y="5419553"/>
                  </a:lnTo>
                  <a:lnTo>
                    <a:pt x="415678" y="5419553"/>
                  </a:lnTo>
                  <a:lnTo>
                    <a:pt x="415786" y="5419553"/>
                  </a:lnTo>
                  <a:lnTo>
                    <a:pt x="415895" y="5419553"/>
                  </a:lnTo>
                  <a:lnTo>
                    <a:pt x="416003" y="5419553"/>
                  </a:lnTo>
                  <a:lnTo>
                    <a:pt x="416112" y="5419553"/>
                  </a:lnTo>
                  <a:lnTo>
                    <a:pt x="416220" y="5419553"/>
                  </a:lnTo>
                  <a:lnTo>
                    <a:pt x="416328" y="5419553"/>
                  </a:lnTo>
                  <a:lnTo>
                    <a:pt x="416437" y="5419553"/>
                  </a:lnTo>
                  <a:lnTo>
                    <a:pt x="416545" y="5419553"/>
                  </a:lnTo>
                  <a:lnTo>
                    <a:pt x="416654" y="5419553"/>
                  </a:lnTo>
                  <a:lnTo>
                    <a:pt x="416762" y="5419553"/>
                  </a:lnTo>
                  <a:lnTo>
                    <a:pt x="416871" y="5419553"/>
                  </a:lnTo>
                  <a:lnTo>
                    <a:pt x="416979" y="5419553"/>
                  </a:lnTo>
                  <a:lnTo>
                    <a:pt x="417088" y="5419553"/>
                  </a:lnTo>
                  <a:lnTo>
                    <a:pt x="417088" y="5418930"/>
                  </a:lnTo>
                  <a:lnTo>
                    <a:pt x="417088" y="5418306"/>
                  </a:lnTo>
                  <a:lnTo>
                    <a:pt x="417196" y="5418306"/>
                  </a:lnTo>
                  <a:lnTo>
                    <a:pt x="417304" y="5418306"/>
                  </a:lnTo>
                  <a:lnTo>
                    <a:pt x="417413" y="5418306"/>
                  </a:lnTo>
                  <a:lnTo>
                    <a:pt x="417521" y="5418306"/>
                  </a:lnTo>
                  <a:lnTo>
                    <a:pt x="417521" y="5417683"/>
                  </a:lnTo>
                  <a:lnTo>
                    <a:pt x="417521" y="5417059"/>
                  </a:lnTo>
                  <a:lnTo>
                    <a:pt x="417630" y="5417059"/>
                  </a:lnTo>
                  <a:lnTo>
                    <a:pt x="417738" y="5417059"/>
                  </a:lnTo>
                  <a:lnTo>
                    <a:pt x="417847" y="5417059"/>
                  </a:lnTo>
                  <a:lnTo>
                    <a:pt x="417955" y="5417059"/>
                  </a:lnTo>
                  <a:lnTo>
                    <a:pt x="418064" y="5417059"/>
                  </a:lnTo>
                  <a:lnTo>
                    <a:pt x="418064" y="5416436"/>
                  </a:lnTo>
                  <a:lnTo>
                    <a:pt x="418172" y="5416436"/>
                  </a:lnTo>
                  <a:lnTo>
                    <a:pt x="418281" y="5416436"/>
                  </a:lnTo>
                  <a:lnTo>
                    <a:pt x="418389" y="5416436"/>
                  </a:lnTo>
                  <a:lnTo>
                    <a:pt x="418389" y="5415812"/>
                  </a:lnTo>
                  <a:lnTo>
                    <a:pt x="418389" y="5415188"/>
                  </a:lnTo>
                  <a:lnTo>
                    <a:pt x="418497" y="5415188"/>
                  </a:lnTo>
                  <a:lnTo>
                    <a:pt x="418606" y="5415188"/>
                  </a:lnTo>
                  <a:lnTo>
                    <a:pt x="418606" y="5414565"/>
                  </a:lnTo>
                  <a:lnTo>
                    <a:pt x="418714" y="5414565"/>
                  </a:lnTo>
                  <a:lnTo>
                    <a:pt x="418714" y="5413941"/>
                  </a:lnTo>
                  <a:lnTo>
                    <a:pt x="418823" y="5413941"/>
                  </a:lnTo>
                  <a:lnTo>
                    <a:pt x="418931" y="5413941"/>
                  </a:lnTo>
                  <a:lnTo>
                    <a:pt x="419040" y="5413941"/>
                  </a:lnTo>
                  <a:lnTo>
                    <a:pt x="419148" y="5413941"/>
                  </a:lnTo>
                  <a:lnTo>
                    <a:pt x="419257" y="5413941"/>
                  </a:lnTo>
                  <a:lnTo>
                    <a:pt x="419365" y="5413941"/>
                  </a:lnTo>
                  <a:lnTo>
                    <a:pt x="419473" y="5413941"/>
                  </a:lnTo>
                  <a:lnTo>
                    <a:pt x="419582" y="5413941"/>
                  </a:lnTo>
                  <a:lnTo>
                    <a:pt x="419690" y="5413941"/>
                  </a:lnTo>
                  <a:lnTo>
                    <a:pt x="419690" y="5413318"/>
                  </a:lnTo>
                  <a:lnTo>
                    <a:pt x="419799" y="5413318"/>
                  </a:lnTo>
                  <a:lnTo>
                    <a:pt x="419907" y="5413318"/>
                  </a:lnTo>
                  <a:lnTo>
                    <a:pt x="420016" y="5413318"/>
                  </a:lnTo>
                  <a:lnTo>
                    <a:pt x="420124" y="5413318"/>
                  </a:lnTo>
                  <a:lnTo>
                    <a:pt x="420124" y="5412694"/>
                  </a:lnTo>
                  <a:lnTo>
                    <a:pt x="420233" y="5412694"/>
                  </a:lnTo>
                  <a:lnTo>
                    <a:pt x="420341" y="5412694"/>
                  </a:lnTo>
                  <a:lnTo>
                    <a:pt x="420449" y="5412694"/>
                  </a:lnTo>
                  <a:lnTo>
                    <a:pt x="420558" y="5412694"/>
                  </a:lnTo>
                  <a:lnTo>
                    <a:pt x="420558" y="5412070"/>
                  </a:lnTo>
                  <a:lnTo>
                    <a:pt x="420558" y="5411447"/>
                  </a:lnTo>
                  <a:lnTo>
                    <a:pt x="420558" y="5410823"/>
                  </a:lnTo>
                  <a:lnTo>
                    <a:pt x="420558" y="5410200"/>
                  </a:lnTo>
                  <a:lnTo>
                    <a:pt x="420666" y="5410200"/>
                  </a:lnTo>
                  <a:lnTo>
                    <a:pt x="420775" y="5410200"/>
                  </a:lnTo>
                  <a:lnTo>
                    <a:pt x="420883" y="5410200"/>
                  </a:lnTo>
                  <a:lnTo>
                    <a:pt x="420992" y="5410200"/>
                  </a:lnTo>
                  <a:lnTo>
                    <a:pt x="421100" y="5410200"/>
                  </a:lnTo>
                  <a:lnTo>
                    <a:pt x="421209" y="5410200"/>
                  </a:lnTo>
                  <a:lnTo>
                    <a:pt x="421317" y="5410200"/>
                  </a:lnTo>
                  <a:lnTo>
                    <a:pt x="421425" y="5410200"/>
                  </a:lnTo>
                  <a:lnTo>
                    <a:pt x="421534" y="5410200"/>
                  </a:lnTo>
                  <a:lnTo>
                    <a:pt x="421534" y="5409576"/>
                  </a:lnTo>
                  <a:lnTo>
                    <a:pt x="421642" y="5409576"/>
                  </a:lnTo>
                  <a:lnTo>
                    <a:pt x="421642" y="5408953"/>
                  </a:lnTo>
                  <a:lnTo>
                    <a:pt x="421642" y="5408329"/>
                  </a:lnTo>
                  <a:lnTo>
                    <a:pt x="421751" y="5408329"/>
                  </a:lnTo>
                  <a:lnTo>
                    <a:pt x="421859" y="5408329"/>
                  </a:lnTo>
                  <a:lnTo>
                    <a:pt x="421968" y="5408329"/>
                  </a:lnTo>
                  <a:lnTo>
                    <a:pt x="422076" y="5408329"/>
                  </a:lnTo>
                  <a:lnTo>
                    <a:pt x="422185" y="5408329"/>
                  </a:lnTo>
                  <a:lnTo>
                    <a:pt x="422293" y="5408329"/>
                  </a:lnTo>
                  <a:lnTo>
                    <a:pt x="422402" y="5408329"/>
                  </a:lnTo>
                  <a:lnTo>
                    <a:pt x="422510" y="5408329"/>
                  </a:lnTo>
                  <a:lnTo>
                    <a:pt x="422618" y="5408329"/>
                  </a:lnTo>
                  <a:lnTo>
                    <a:pt x="422727" y="5408329"/>
                  </a:lnTo>
                  <a:lnTo>
                    <a:pt x="422727" y="5407705"/>
                  </a:lnTo>
                  <a:lnTo>
                    <a:pt x="422835" y="5407705"/>
                  </a:lnTo>
                  <a:lnTo>
                    <a:pt x="422944" y="5407705"/>
                  </a:lnTo>
                  <a:lnTo>
                    <a:pt x="422944" y="5407082"/>
                  </a:lnTo>
                  <a:lnTo>
                    <a:pt x="423052" y="5407082"/>
                  </a:lnTo>
                  <a:lnTo>
                    <a:pt x="423052" y="5406458"/>
                  </a:lnTo>
                  <a:lnTo>
                    <a:pt x="423161" y="5406458"/>
                  </a:lnTo>
                  <a:lnTo>
                    <a:pt x="423161" y="5405835"/>
                  </a:lnTo>
                  <a:lnTo>
                    <a:pt x="423269" y="5405835"/>
                  </a:lnTo>
                  <a:lnTo>
                    <a:pt x="423269" y="5405211"/>
                  </a:lnTo>
                  <a:lnTo>
                    <a:pt x="423269" y="5404587"/>
                  </a:lnTo>
                  <a:lnTo>
                    <a:pt x="423269" y="5403964"/>
                  </a:lnTo>
                  <a:lnTo>
                    <a:pt x="423378" y="5403964"/>
                  </a:lnTo>
                  <a:lnTo>
                    <a:pt x="423378" y="5403340"/>
                  </a:lnTo>
                  <a:lnTo>
                    <a:pt x="423486" y="5403340"/>
                  </a:lnTo>
                  <a:lnTo>
                    <a:pt x="423594" y="5403340"/>
                  </a:lnTo>
                  <a:lnTo>
                    <a:pt x="423594" y="5402717"/>
                  </a:lnTo>
                  <a:lnTo>
                    <a:pt x="423703" y="5402717"/>
                  </a:lnTo>
                  <a:lnTo>
                    <a:pt x="423703" y="5402093"/>
                  </a:lnTo>
                  <a:lnTo>
                    <a:pt x="423811" y="5402093"/>
                  </a:lnTo>
                  <a:lnTo>
                    <a:pt x="423920" y="5402093"/>
                  </a:lnTo>
                  <a:lnTo>
                    <a:pt x="423920" y="5401470"/>
                  </a:lnTo>
                  <a:lnTo>
                    <a:pt x="424028" y="5401470"/>
                  </a:lnTo>
                  <a:lnTo>
                    <a:pt x="424137" y="5401470"/>
                  </a:lnTo>
                  <a:lnTo>
                    <a:pt x="424245" y="5401470"/>
                  </a:lnTo>
                  <a:lnTo>
                    <a:pt x="424354" y="5401470"/>
                  </a:lnTo>
                  <a:lnTo>
                    <a:pt x="424462" y="5401470"/>
                  </a:lnTo>
                  <a:lnTo>
                    <a:pt x="424462" y="5400846"/>
                  </a:lnTo>
                  <a:lnTo>
                    <a:pt x="424570" y="5400846"/>
                  </a:lnTo>
                  <a:lnTo>
                    <a:pt x="424679" y="5400846"/>
                  </a:lnTo>
                  <a:lnTo>
                    <a:pt x="424787" y="5400846"/>
                  </a:lnTo>
                  <a:lnTo>
                    <a:pt x="424787" y="5400222"/>
                  </a:lnTo>
                  <a:lnTo>
                    <a:pt x="424896" y="5400222"/>
                  </a:lnTo>
                  <a:lnTo>
                    <a:pt x="425004" y="5400222"/>
                  </a:lnTo>
                  <a:lnTo>
                    <a:pt x="425113" y="5400222"/>
                  </a:lnTo>
                  <a:lnTo>
                    <a:pt x="425221" y="5400222"/>
                  </a:lnTo>
                  <a:lnTo>
                    <a:pt x="425330" y="5400222"/>
                  </a:lnTo>
                  <a:lnTo>
                    <a:pt x="425438" y="5400222"/>
                  </a:lnTo>
                  <a:lnTo>
                    <a:pt x="425546" y="5400222"/>
                  </a:lnTo>
                  <a:lnTo>
                    <a:pt x="425655" y="5400222"/>
                  </a:lnTo>
                  <a:lnTo>
                    <a:pt x="425763" y="5400222"/>
                  </a:lnTo>
                  <a:lnTo>
                    <a:pt x="425872" y="5400222"/>
                  </a:lnTo>
                  <a:lnTo>
                    <a:pt x="425980" y="5400222"/>
                  </a:lnTo>
                  <a:lnTo>
                    <a:pt x="426089" y="5400222"/>
                  </a:lnTo>
                  <a:lnTo>
                    <a:pt x="426089" y="5399599"/>
                  </a:lnTo>
                  <a:lnTo>
                    <a:pt x="426197" y="5399599"/>
                  </a:lnTo>
                  <a:lnTo>
                    <a:pt x="426306" y="5399599"/>
                  </a:lnTo>
                  <a:lnTo>
                    <a:pt x="426414" y="5399599"/>
                  </a:lnTo>
                  <a:lnTo>
                    <a:pt x="426523" y="5399599"/>
                  </a:lnTo>
                  <a:lnTo>
                    <a:pt x="426631" y="5399599"/>
                  </a:lnTo>
                  <a:lnTo>
                    <a:pt x="426739" y="5399599"/>
                  </a:lnTo>
                  <a:lnTo>
                    <a:pt x="426739" y="5398975"/>
                  </a:lnTo>
                  <a:lnTo>
                    <a:pt x="426848" y="5398975"/>
                  </a:lnTo>
                  <a:lnTo>
                    <a:pt x="426956" y="5398975"/>
                  </a:lnTo>
                  <a:lnTo>
                    <a:pt x="426956" y="5398352"/>
                  </a:lnTo>
                  <a:lnTo>
                    <a:pt x="427065" y="5398352"/>
                  </a:lnTo>
                  <a:lnTo>
                    <a:pt x="427065" y="5397728"/>
                  </a:lnTo>
                  <a:lnTo>
                    <a:pt x="427065" y="5397104"/>
                  </a:lnTo>
                  <a:lnTo>
                    <a:pt x="427065" y="5396481"/>
                  </a:lnTo>
                  <a:lnTo>
                    <a:pt x="427065" y="5395857"/>
                  </a:lnTo>
                  <a:lnTo>
                    <a:pt x="427173" y="5395857"/>
                  </a:lnTo>
                  <a:lnTo>
                    <a:pt x="427282" y="5395857"/>
                  </a:lnTo>
                  <a:lnTo>
                    <a:pt x="427390" y="5395857"/>
                  </a:lnTo>
                  <a:lnTo>
                    <a:pt x="427499" y="5395857"/>
                  </a:lnTo>
                  <a:lnTo>
                    <a:pt x="427607" y="5395857"/>
                  </a:lnTo>
                  <a:lnTo>
                    <a:pt x="427715" y="5395857"/>
                  </a:lnTo>
                  <a:lnTo>
                    <a:pt x="427824" y="5395857"/>
                  </a:lnTo>
                  <a:lnTo>
                    <a:pt x="427932" y="5395857"/>
                  </a:lnTo>
                  <a:lnTo>
                    <a:pt x="427932" y="5395234"/>
                  </a:lnTo>
                  <a:lnTo>
                    <a:pt x="428041" y="5395234"/>
                  </a:lnTo>
                  <a:lnTo>
                    <a:pt x="428041" y="5394610"/>
                  </a:lnTo>
                  <a:lnTo>
                    <a:pt x="428041" y="5393987"/>
                  </a:lnTo>
                  <a:lnTo>
                    <a:pt x="428149" y="5393987"/>
                  </a:lnTo>
                  <a:lnTo>
                    <a:pt x="428258" y="5393987"/>
                  </a:lnTo>
                  <a:lnTo>
                    <a:pt x="428366" y="5393987"/>
                  </a:lnTo>
                  <a:lnTo>
                    <a:pt x="428475" y="5393987"/>
                  </a:lnTo>
                  <a:lnTo>
                    <a:pt x="428583" y="5393987"/>
                  </a:lnTo>
                  <a:lnTo>
                    <a:pt x="428691" y="5393987"/>
                  </a:lnTo>
                  <a:lnTo>
                    <a:pt x="428800" y="5393987"/>
                  </a:lnTo>
                  <a:lnTo>
                    <a:pt x="428908" y="5393987"/>
                  </a:lnTo>
                  <a:lnTo>
                    <a:pt x="428908" y="5393363"/>
                  </a:lnTo>
                  <a:lnTo>
                    <a:pt x="429017" y="5393363"/>
                  </a:lnTo>
                  <a:lnTo>
                    <a:pt x="429125" y="5393363"/>
                  </a:lnTo>
                  <a:lnTo>
                    <a:pt x="429234" y="5393363"/>
                  </a:lnTo>
                  <a:lnTo>
                    <a:pt x="429342" y="5393363"/>
                  </a:lnTo>
                  <a:lnTo>
                    <a:pt x="429342" y="5392739"/>
                  </a:lnTo>
                  <a:lnTo>
                    <a:pt x="429342" y="5392116"/>
                  </a:lnTo>
                  <a:lnTo>
                    <a:pt x="429451" y="5392116"/>
                  </a:lnTo>
                  <a:lnTo>
                    <a:pt x="429559" y="5392116"/>
                  </a:lnTo>
                  <a:lnTo>
                    <a:pt x="429667" y="5392116"/>
                  </a:lnTo>
                  <a:lnTo>
                    <a:pt x="429667" y="5391492"/>
                  </a:lnTo>
                  <a:lnTo>
                    <a:pt x="429776" y="5391492"/>
                  </a:lnTo>
                  <a:lnTo>
                    <a:pt x="429884" y="5391492"/>
                  </a:lnTo>
                  <a:lnTo>
                    <a:pt x="429993" y="5391492"/>
                  </a:lnTo>
                  <a:lnTo>
                    <a:pt x="430101" y="5391492"/>
                  </a:lnTo>
                  <a:lnTo>
                    <a:pt x="430210" y="5391492"/>
                  </a:lnTo>
                  <a:lnTo>
                    <a:pt x="430318" y="5391492"/>
                  </a:lnTo>
                  <a:lnTo>
                    <a:pt x="430427" y="5391492"/>
                  </a:lnTo>
                  <a:lnTo>
                    <a:pt x="430427" y="5390869"/>
                  </a:lnTo>
                  <a:lnTo>
                    <a:pt x="430535" y="5390869"/>
                  </a:lnTo>
                  <a:lnTo>
                    <a:pt x="430535" y="5390245"/>
                  </a:lnTo>
                  <a:lnTo>
                    <a:pt x="430644" y="5390245"/>
                  </a:lnTo>
                  <a:lnTo>
                    <a:pt x="430752" y="5390245"/>
                  </a:lnTo>
                  <a:lnTo>
                    <a:pt x="430860" y="5390245"/>
                  </a:lnTo>
                  <a:lnTo>
                    <a:pt x="430969" y="5390245"/>
                  </a:lnTo>
                  <a:lnTo>
                    <a:pt x="431077" y="5390245"/>
                  </a:lnTo>
                  <a:lnTo>
                    <a:pt x="431077" y="5389621"/>
                  </a:lnTo>
                  <a:lnTo>
                    <a:pt x="431186" y="5389621"/>
                  </a:lnTo>
                  <a:lnTo>
                    <a:pt x="431186" y="5388998"/>
                  </a:lnTo>
                  <a:lnTo>
                    <a:pt x="431186" y="5388374"/>
                  </a:lnTo>
                  <a:lnTo>
                    <a:pt x="431186" y="5387751"/>
                  </a:lnTo>
                  <a:lnTo>
                    <a:pt x="431294" y="5387751"/>
                  </a:lnTo>
                  <a:lnTo>
                    <a:pt x="431403" y="5387751"/>
                  </a:lnTo>
                  <a:lnTo>
                    <a:pt x="431403" y="5387127"/>
                  </a:lnTo>
                  <a:lnTo>
                    <a:pt x="431511" y="5387127"/>
                  </a:lnTo>
                  <a:lnTo>
                    <a:pt x="431620" y="5387127"/>
                  </a:lnTo>
                  <a:lnTo>
                    <a:pt x="431728" y="5387127"/>
                  </a:lnTo>
                  <a:lnTo>
                    <a:pt x="431836" y="5387127"/>
                  </a:lnTo>
                  <a:lnTo>
                    <a:pt x="431945" y="5387127"/>
                  </a:lnTo>
                  <a:lnTo>
                    <a:pt x="432053" y="5387127"/>
                  </a:lnTo>
                  <a:lnTo>
                    <a:pt x="432162" y="5387127"/>
                  </a:lnTo>
                  <a:lnTo>
                    <a:pt x="432270" y="5387127"/>
                  </a:lnTo>
                  <a:lnTo>
                    <a:pt x="432270" y="5386504"/>
                  </a:lnTo>
                  <a:lnTo>
                    <a:pt x="432270" y="5385880"/>
                  </a:lnTo>
                  <a:lnTo>
                    <a:pt x="432379" y="5385880"/>
                  </a:lnTo>
                  <a:lnTo>
                    <a:pt x="432379" y="5385256"/>
                  </a:lnTo>
                  <a:lnTo>
                    <a:pt x="432487" y="5385256"/>
                  </a:lnTo>
                  <a:lnTo>
                    <a:pt x="432487" y="5384633"/>
                  </a:lnTo>
                  <a:lnTo>
                    <a:pt x="432596" y="5384633"/>
                  </a:lnTo>
                  <a:lnTo>
                    <a:pt x="432704" y="5384633"/>
                  </a:lnTo>
                  <a:lnTo>
                    <a:pt x="432812" y="5384633"/>
                  </a:lnTo>
                  <a:lnTo>
                    <a:pt x="432812" y="5384009"/>
                  </a:lnTo>
                  <a:lnTo>
                    <a:pt x="432921" y="5384009"/>
                  </a:lnTo>
                  <a:lnTo>
                    <a:pt x="433029" y="5384009"/>
                  </a:lnTo>
                  <a:lnTo>
                    <a:pt x="433138" y="5384009"/>
                  </a:lnTo>
                  <a:lnTo>
                    <a:pt x="433246" y="5384009"/>
                  </a:lnTo>
                  <a:lnTo>
                    <a:pt x="433246" y="5383386"/>
                  </a:lnTo>
                  <a:lnTo>
                    <a:pt x="433355" y="5383386"/>
                  </a:lnTo>
                  <a:lnTo>
                    <a:pt x="433463" y="5383386"/>
                  </a:lnTo>
                  <a:lnTo>
                    <a:pt x="433463" y="5382762"/>
                  </a:lnTo>
                  <a:lnTo>
                    <a:pt x="433463" y="5382138"/>
                  </a:lnTo>
                  <a:lnTo>
                    <a:pt x="433572" y="5382138"/>
                  </a:lnTo>
                  <a:lnTo>
                    <a:pt x="433680" y="5382138"/>
                  </a:lnTo>
                  <a:lnTo>
                    <a:pt x="433788" y="5382138"/>
                  </a:lnTo>
                  <a:lnTo>
                    <a:pt x="433788" y="5381515"/>
                  </a:lnTo>
                  <a:lnTo>
                    <a:pt x="433788" y="5380891"/>
                  </a:lnTo>
                  <a:lnTo>
                    <a:pt x="433897" y="5380891"/>
                  </a:lnTo>
                  <a:lnTo>
                    <a:pt x="434005" y="5380891"/>
                  </a:lnTo>
                  <a:lnTo>
                    <a:pt x="434114" y="5380891"/>
                  </a:lnTo>
                  <a:lnTo>
                    <a:pt x="434222" y="5380891"/>
                  </a:lnTo>
                  <a:lnTo>
                    <a:pt x="434331" y="5380891"/>
                  </a:lnTo>
                  <a:lnTo>
                    <a:pt x="434439" y="5380891"/>
                  </a:lnTo>
                  <a:lnTo>
                    <a:pt x="434548" y="5380891"/>
                  </a:lnTo>
                  <a:lnTo>
                    <a:pt x="434656" y="5380891"/>
                  </a:lnTo>
                  <a:lnTo>
                    <a:pt x="434765" y="5380891"/>
                  </a:lnTo>
                  <a:lnTo>
                    <a:pt x="434873" y="5380891"/>
                  </a:lnTo>
                  <a:lnTo>
                    <a:pt x="434981" y="5380891"/>
                  </a:lnTo>
                  <a:lnTo>
                    <a:pt x="435090" y="5380891"/>
                  </a:lnTo>
                  <a:lnTo>
                    <a:pt x="435090" y="5380268"/>
                  </a:lnTo>
                  <a:lnTo>
                    <a:pt x="435198" y="5380268"/>
                  </a:lnTo>
                  <a:lnTo>
                    <a:pt x="435198" y="5379644"/>
                  </a:lnTo>
                  <a:lnTo>
                    <a:pt x="435307" y="5379644"/>
                  </a:lnTo>
                  <a:lnTo>
                    <a:pt x="435415" y="5379644"/>
                  </a:lnTo>
                  <a:lnTo>
                    <a:pt x="435524" y="5379644"/>
                  </a:lnTo>
                  <a:lnTo>
                    <a:pt x="435524" y="5379021"/>
                  </a:lnTo>
                  <a:lnTo>
                    <a:pt x="435632" y="5379021"/>
                  </a:lnTo>
                  <a:lnTo>
                    <a:pt x="435741" y="5379021"/>
                  </a:lnTo>
                  <a:lnTo>
                    <a:pt x="435741" y="5378397"/>
                  </a:lnTo>
                  <a:lnTo>
                    <a:pt x="435849" y="5378397"/>
                  </a:lnTo>
                  <a:lnTo>
                    <a:pt x="435957" y="5378397"/>
                  </a:lnTo>
                  <a:lnTo>
                    <a:pt x="435957" y="5377773"/>
                  </a:lnTo>
                  <a:lnTo>
                    <a:pt x="436066" y="5377773"/>
                  </a:lnTo>
                  <a:lnTo>
                    <a:pt x="436174" y="5377773"/>
                  </a:lnTo>
                  <a:lnTo>
                    <a:pt x="436283" y="5377773"/>
                  </a:lnTo>
                  <a:lnTo>
                    <a:pt x="436283" y="5377150"/>
                  </a:lnTo>
                  <a:lnTo>
                    <a:pt x="436391" y="5377150"/>
                  </a:lnTo>
                  <a:lnTo>
                    <a:pt x="436500" y="5377150"/>
                  </a:lnTo>
                  <a:lnTo>
                    <a:pt x="436500" y="5376526"/>
                  </a:lnTo>
                  <a:lnTo>
                    <a:pt x="436500" y="5375903"/>
                  </a:lnTo>
                  <a:lnTo>
                    <a:pt x="436608" y="5375903"/>
                  </a:lnTo>
                  <a:lnTo>
                    <a:pt x="436608" y="5375279"/>
                  </a:lnTo>
                  <a:lnTo>
                    <a:pt x="436717" y="5375279"/>
                  </a:lnTo>
                  <a:lnTo>
                    <a:pt x="436825" y="5375279"/>
                  </a:lnTo>
                  <a:lnTo>
                    <a:pt x="436933" y="5375279"/>
                  </a:lnTo>
                  <a:lnTo>
                    <a:pt x="437042" y="5375279"/>
                  </a:lnTo>
                  <a:lnTo>
                    <a:pt x="437150" y="5375279"/>
                  </a:lnTo>
                  <a:lnTo>
                    <a:pt x="437259" y="5375279"/>
                  </a:lnTo>
                  <a:lnTo>
                    <a:pt x="437367" y="5375279"/>
                  </a:lnTo>
                  <a:lnTo>
                    <a:pt x="437367" y="5374656"/>
                  </a:lnTo>
                  <a:lnTo>
                    <a:pt x="437476" y="5374656"/>
                  </a:lnTo>
                  <a:lnTo>
                    <a:pt x="437584" y="5374656"/>
                  </a:lnTo>
                  <a:lnTo>
                    <a:pt x="437584" y="5374032"/>
                  </a:lnTo>
                  <a:lnTo>
                    <a:pt x="437693" y="5374032"/>
                  </a:lnTo>
                  <a:lnTo>
                    <a:pt x="437801" y="5374032"/>
                  </a:lnTo>
                  <a:lnTo>
                    <a:pt x="437801" y="5373408"/>
                  </a:lnTo>
                  <a:lnTo>
                    <a:pt x="437909" y="5373408"/>
                  </a:lnTo>
                  <a:lnTo>
                    <a:pt x="438018" y="5373408"/>
                  </a:lnTo>
                  <a:lnTo>
                    <a:pt x="438126" y="5373408"/>
                  </a:lnTo>
                  <a:lnTo>
                    <a:pt x="438235" y="5373408"/>
                  </a:lnTo>
                  <a:lnTo>
                    <a:pt x="438343" y="5373408"/>
                  </a:lnTo>
                  <a:lnTo>
                    <a:pt x="438343" y="5372785"/>
                  </a:lnTo>
                  <a:lnTo>
                    <a:pt x="438343" y="5372161"/>
                  </a:lnTo>
                  <a:lnTo>
                    <a:pt x="438452" y="5372161"/>
                  </a:lnTo>
                  <a:lnTo>
                    <a:pt x="438560" y="5372161"/>
                  </a:lnTo>
                  <a:lnTo>
                    <a:pt x="438669" y="5372161"/>
                  </a:lnTo>
                  <a:lnTo>
                    <a:pt x="438669" y="5371538"/>
                  </a:lnTo>
                  <a:lnTo>
                    <a:pt x="438777" y="5371538"/>
                  </a:lnTo>
                  <a:lnTo>
                    <a:pt x="438777" y="5370914"/>
                  </a:lnTo>
                  <a:lnTo>
                    <a:pt x="438885" y="5370914"/>
                  </a:lnTo>
                  <a:lnTo>
                    <a:pt x="438994" y="5370914"/>
                  </a:lnTo>
                  <a:lnTo>
                    <a:pt x="439102" y="5370914"/>
                  </a:lnTo>
                  <a:lnTo>
                    <a:pt x="439211" y="5370914"/>
                  </a:lnTo>
                  <a:lnTo>
                    <a:pt x="439319" y="5370914"/>
                  </a:lnTo>
                  <a:lnTo>
                    <a:pt x="439428" y="5370914"/>
                  </a:lnTo>
                  <a:lnTo>
                    <a:pt x="439536" y="5370914"/>
                  </a:lnTo>
                  <a:lnTo>
                    <a:pt x="439645" y="5370914"/>
                  </a:lnTo>
                  <a:lnTo>
                    <a:pt x="439753" y="5370914"/>
                  </a:lnTo>
                  <a:lnTo>
                    <a:pt x="439862" y="5370914"/>
                  </a:lnTo>
                  <a:lnTo>
                    <a:pt x="439970" y="5370914"/>
                  </a:lnTo>
                  <a:lnTo>
                    <a:pt x="439970" y="5370290"/>
                  </a:lnTo>
                  <a:lnTo>
                    <a:pt x="440078" y="5370290"/>
                  </a:lnTo>
                  <a:lnTo>
                    <a:pt x="440187" y="5370290"/>
                  </a:lnTo>
                  <a:lnTo>
                    <a:pt x="440295" y="5370290"/>
                  </a:lnTo>
                  <a:lnTo>
                    <a:pt x="440404" y="5370290"/>
                  </a:lnTo>
                  <a:lnTo>
                    <a:pt x="440512" y="5370290"/>
                  </a:lnTo>
                  <a:lnTo>
                    <a:pt x="440621" y="5370290"/>
                  </a:lnTo>
                  <a:lnTo>
                    <a:pt x="440729" y="5370290"/>
                  </a:lnTo>
                  <a:lnTo>
                    <a:pt x="440838" y="5370290"/>
                  </a:lnTo>
                  <a:lnTo>
                    <a:pt x="440946" y="5370290"/>
                  </a:lnTo>
                  <a:lnTo>
                    <a:pt x="441054" y="5370290"/>
                  </a:lnTo>
                  <a:lnTo>
                    <a:pt x="441163" y="5370290"/>
                  </a:lnTo>
                  <a:lnTo>
                    <a:pt x="441271" y="5370290"/>
                  </a:lnTo>
                  <a:lnTo>
                    <a:pt x="441380" y="5370290"/>
                  </a:lnTo>
                  <a:lnTo>
                    <a:pt x="441380" y="5369667"/>
                  </a:lnTo>
                  <a:lnTo>
                    <a:pt x="441488" y="5369667"/>
                  </a:lnTo>
                  <a:lnTo>
                    <a:pt x="441488" y="5369043"/>
                  </a:lnTo>
                  <a:lnTo>
                    <a:pt x="441597" y="5369043"/>
                  </a:lnTo>
                  <a:lnTo>
                    <a:pt x="441705" y="5369043"/>
                  </a:lnTo>
                  <a:lnTo>
                    <a:pt x="441814" y="5369043"/>
                  </a:lnTo>
                  <a:lnTo>
                    <a:pt x="441814" y="5368420"/>
                  </a:lnTo>
                  <a:lnTo>
                    <a:pt x="441922" y="5368420"/>
                  </a:lnTo>
                  <a:lnTo>
                    <a:pt x="442030" y="5368420"/>
                  </a:lnTo>
                  <a:lnTo>
                    <a:pt x="442139" y="5368420"/>
                  </a:lnTo>
                  <a:lnTo>
                    <a:pt x="442139" y="5367796"/>
                  </a:lnTo>
                  <a:lnTo>
                    <a:pt x="442247" y="5367796"/>
                  </a:lnTo>
                  <a:lnTo>
                    <a:pt x="442356" y="5367796"/>
                  </a:lnTo>
                  <a:lnTo>
                    <a:pt x="442356" y="5367173"/>
                  </a:lnTo>
                  <a:lnTo>
                    <a:pt x="442356" y="5366549"/>
                  </a:lnTo>
                  <a:lnTo>
                    <a:pt x="442464" y="5366549"/>
                  </a:lnTo>
                  <a:lnTo>
                    <a:pt x="442464" y="5365925"/>
                  </a:lnTo>
                  <a:lnTo>
                    <a:pt x="442573" y="5365925"/>
                  </a:lnTo>
                  <a:lnTo>
                    <a:pt x="442681" y="5365925"/>
                  </a:lnTo>
                  <a:lnTo>
                    <a:pt x="442790" y="5365925"/>
                  </a:lnTo>
                  <a:lnTo>
                    <a:pt x="442790" y="5365302"/>
                  </a:lnTo>
                  <a:lnTo>
                    <a:pt x="442898" y="5365302"/>
                  </a:lnTo>
                  <a:lnTo>
                    <a:pt x="443006" y="5365302"/>
                  </a:lnTo>
                  <a:lnTo>
                    <a:pt x="443006" y="5364678"/>
                  </a:lnTo>
                  <a:lnTo>
                    <a:pt x="443115" y="5364678"/>
                  </a:lnTo>
                  <a:lnTo>
                    <a:pt x="443115" y="5364055"/>
                  </a:lnTo>
                  <a:lnTo>
                    <a:pt x="443115" y="5363431"/>
                  </a:lnTo>
                  <a:lnTo>
                    <a:pt x="443223" y="5363431"/>
                  </a:lnTo>
                  <a:lnTo>
                    <a:pt x="443223" y="5362807"/>
                  </a:lnTo>
                  <a:lnTo>
                    <a:pt x="443332" y="5362807"/>
                  </a:lnTo>
                  <a:lnTo>
                    <a:pt x="443440" y="5362807"/>
                  </a:lnTo>
                  <a:lnTo>
                    <a:pt x="443549" y="5362807"/>
                  </a:lnTo>
                  <a:lnTo>
                    <a:pt x="443657" y="5362807"/>
                  </a:lnTo>
                  <a:lnTo>
                    <a:pt x="443766" y="5362807"/>
                  </a:lnTo>
                  <a:lnTo>
                    <a:pt x="443874" y="5362807"/>
                  </a:lnTo>
                  <a:lnTo>
                    <a:pt x="443983" y="5362807"/>
                  </a:lnTo>
                  <a:lnTo>
                    <a:pt x="444091" y="5362807"/>
                  </a:lnTo>
                  <a:lnTo>
                    <a:pt x="444199" y="5362807"/>
                  </a:lnTo>
                  <a:lnTo>
                    <a:pt x="444308" y="5362807"/>
                  </a:lnTo>
                  <a:lnTo>
                    <a:pt x="444416" y="5362807"/>
                  </a:lnTo>
                  <a:lnTo>
                    <a:pt x="444525" y="5362807"/>
                  </a:lnTo>
                  <a:lnTo>
                    <a:pt x="444633" y="5362807"/>
                  </a:lnTo>
                  <a:lnTo>
                    <a:pt x="444742" y="5362807"/>
                  </a:lnTo>
                  <a:lnTo>
                    <a:pt x="444850" y="5362807"/>
                  </a:lnTo>
                  <a:lnTo>
                    <a:pt x="444959" y="5362807"/>
                  </a:lnTo>
                  <a:lnTo>
                    <a:pt x="444959" y="5362184"/>
                  </a:lnTo>
                  <a:lnTo>
                    <a:pt x="445067" y="5362184"/>
                  </a:lnTo>
                  <a:lnTo>
                    <a:pt x="445175" y="5362184"/>
                  </a:lnTo>
                  <a:lnTo>
                    <a:pt x="445284" y="5362184"/>
                  </a:lnTo>
                  <a:lnTo>
                    <a:pt x="445392" y="5362184"/>
                  </a:lnTo>
                  <a:lnTo>
                    <a:pt x="445501" y="5362184"/>
                  </a:lnTo>
                  <a:lnTo>
                    <a:pt x="445609" y="5362184"/>
                  </a:lnTo>
                  <a:lnTo>
                    <a:pt x="445718" y="5362184"/>
                  </a:lnTo>
                  <a:lnTo>
                    <a:pt x="445826" y="5362184"/>
                  </a:lnTo>
                  <a:lnTo>
                    <a:pt x="445935" y="5362184"/>
                  </a:lnTo>
                  <a:lnTo>
                    <a:pt x="446043" y="5362184"/>
                  </a:lnTo>
                  <a:lnTo>
                    <a:pt x="446151" y="5362184"/>
                  </a:lnTo>
                  <a:lnTo>
                    <a:pt x="446260" y="5362184"/>
                  </a:lnTo>
                  <a:lnTo>
                    <a:pt x="446368" y="5362184"/>
                  </a:lnTo>
                  <a:lnTo>
                    <a:pt x="446477" y="5362184"/>
                  </a:lnTo>
                  <a:lnTo>
                    <a:pt x="446477" y="5361560"/>
                  </a:lnTo>
                  <a:lnTo>
                    <a:pt x="446477" y="5360937"/>
                  </a:lnTo>
                  <a:lnTo>
                    <a:pt x="446585" y="5360937"/>
                  </a:lnTo>
                  <a:lnTo>
                    <a:pt x="446694" y="5360937"/>
                  </a:lnTo>
                  <a:lnTo>
                    <a:pt x="446802" y="5360937"/>
                  </a:lnTo>
                  <a:lnTo>
                    <a:pt x="446802" y="5360313"/>
                  </a:lnTo>
                  <a:lnTo>
                    <a:pt x="446802" y="5359690"/>
                  </a:lnTo>
                  <a:lnTo>
                    <a:pt x="446911" y="5359690"/>
                  </a:lnTo>
                  <a:lnTo>
                    <a:pt x="447019" y="5359690"/>
                  </a:lnTo>
                  <a:lnTo>
                    <a:pt x="447127" y="5359690"/>
                  </a:lnTo>
                  <a:lnTo>
                    <a:pt x="447127" y="5359066"/>
                  </a:lnTo>
                  <a:lnTo>
                    <a:pt x="447127" y="5358442"/>
                  </a:lnTo>
                  <a:lnTo>
                    <a:pt x="447127" y="5357819"/>
                  </a:lnTo>
                  <a:lnTo>
                    <a:pt x="447127" y="5357195"/>
                  </a:lnTo>
                  <a:lnTo>
                    <a:pt x="447236" y="5357195"/>
                  </a:lnTo>
                  <a:lnTo>
                    <a:pt x="447344" y="5357195"/>
                  </a:lnTo>
                  <a:lnTo>
                    <a:pt x="447453" y="5357195"/>
                  </a:lnTo>
                  <a:lnTo>
                    <a:pt x="447453" y="5356572"/>
                  </a:lnTo>
                  <a:lnTo>
                    <a:pt x="447561" y="5356572"/>
                  </a:lnTo>
                  <a:lnTo>
                    <a:pt x="447561" y="5355948"/>
                  </a:lnTo>
                  <a:lnTo>
                    <a:pt x="447670" y="5355948"/>
                  </a:lnTo>
                  <a:lnTo>
                    <a:pt x="447778" y="5355948"/>
                  </a:lnTo>
                  <a:lnTo>
                    <a:pt x="447778" y="5355324"/>
                  </a:lnTo>
                  <a:lnTo>
                    <a:pt x="447887" y="5355324"/>
                  </a:lnTo>
                  <a:lnTo>
                    <a:pt x="447995" y="5355324"/>
                  </a:lnTo>
                  <a:lnTo>
                    <a:pt x="448104" y="5355324"/>
                  </a:lnTo>
                  <a:lnTo>
                    <a:pt x="448212" y="5355324"/>
                  </a:lnTo>
                  <a:lnTo>
                    <a:pt x="448320" y="5355324"/>
                  </a:lnTo>
                  <a:lnTo>
                    <a:pt x="448429" y="5355324"/>
                  </a:lnTo>
                  <a:lnTo>
                    <a:pt x="448429" y="5354701"/>
                  </a:lnTo>
                  <a:lnTo>
                    <a:pt x="448537" y="5354701"/>
                  </a:lnTo>
                  <a:lnTo>
                    <a:pt x="448537" y="5354077"/>
                  </a:lnTo>
                  <a:lnTo>
                    <a:pt x="448646" y="5354077"/>
                  </a:lnTo>
                  <a:lnTo>
                    <a:pt x="448646" y="5353454"/>
                  </a:lnTo>
                  <a:lnTo>
                    <a:pt x="448646" y="5352830"/>
                  </a:lnTo>
                  <a:lnTo>
                    <a:pt x="448754" y="5352830"/>
                  </a:lnTo>
                  <a:lnTo>
                    <a:pt x="448863" y="5352830"/>
                  </a:lnTo>
                  <a:lnTo>
                    <a:pt x="448971" y="5352830"/>
                  </a:lnTo>
                  <a:lnTo>
                    <a:pt x="449080" y="5352830"/>
                  </a:lnTo>
                  <a:lnTo>
                    <a:pt x="449188" y="5352830"/>
                  </a:lnTo>
                  <a:lnTo>
                    <a:pt x="449296" y="5352830"/>
                  </a:lnTo>
                  <a:lnTo>
                    <a:pt x="449405" y="5352830"/>
                  </a:lnTo>
                  <a:lnTo>
                    <a:pt x="449513" y="5352830"/>
                  </a:lnTo>
                  <a:lnTo>
                    <a:pt x="449622" y="5352830"/>
                  </a:lnTo>
                  <a:lnTo>
                    <a:pt x="449622" y="5352207"/>
                  </a:lnTo>
                  <a:lnTo>
                    <a:pt x="449730" y="5352207"/>
                  </a:lnTo>
                  <a:lnTo>
                    <a:pt x="449839" y="5352207"/>
                  </a:lnTo>
                  <a:lnTo>
                    <a:pt x="449947" y="5352207"/>
                  </a:lnTo>
                  <a:lnTo>
                    <a:pt x="450056" y="5352207"/>
                  </a:lnTo>
                  <a:lnTo>
                    <a:pt x="450164" y="5352207"/>
                  </a:lnTo>
                  <a:lnTo>
                    <a:pt x="450164" y="5351583"/>
                  </a:lnTo>
                  <a:lnTo>
                    <a:pt x="450272" y="5351583"/>
                  </a:lnTo>
                  <a:lnTo>
                    <a:pt x="450381" y="5351583"/>
                  </a:lnTo>
                  <a:lnTo>
                    <a:pt x="450489" y="5351583"/>
                  </a:lnTo>
                  <a:lnTo>
                    <a:pt x="450489" y="5350959"/>
                  </a:lnTo>
                  <a:lnTo>
                    <a:pt x="450598" y="5350959"/>
                  </a:lnTo>
                  <a:lnTo>
                    <a:pt x="450706" y="5350959"/>
                  </a:lnTo>
                  <a:lnTo>
                    <a:pt x="450815" y="5350959"/>
                  </a:lnTo>
                  <a:lnTo>
                    <a:pt x="450923" y="5350959"/>
                  </a:lnTo>
                  <a:lnTo>
                    <a:pt x="451032" y="5350959"/>
                  </a:lnTo>
                  <a:lnTo>
                    <a:pt x="451140" y="5350959"/>
                  </a:lnTo>
                  <a:lnTo>
                    <a:pt x="451248" y="5350959"/>
                  </a:lnTo>
                  <a:lnTo>
                    <a:pt x="451357" y="5350959"/>
                  </a:lnTo>
                  <a:lnTo>
                    <a:pt x="451465" y="5350959"/>
                  </a:lnTo>
                  <a:lnTo>
                    <a:pt x="451574" y="5350959"/>
                  </a:lnTo>
                  <a:lnTo>
                    <a:pt x="451682" y="5350959"/>
                  </a:lnTo>
                  <a:lnTo>
                    <a:pt x="451791" y="5350959"/>
                  </a:lnTo>
                  <a:lnTo>
                    <a:pt x="451899" y="5350959"/>
                  </a:lnTo>
                  <a:lnTo>
                    <a:pt x="452008" y="5350959"/>
                  </a:lnTo>
                  <a:lnTo>
                    <a:pt x="452008" y="5350336"/>
                  </a:lnTo>
                  <a:lnTo>
                    <a:pt x="452116" y="5350336"/>
                  </a:lnTo>
                  <a:lnTo>
                    <a:pt x="452225" y="5350336"/>
                  </a:lnTo>
                  <a:lnTo>
                    <a:pt x="452333" y="5350336"/>
                  </a:lnTo>
                  <a:lnTo>
                    <a:pt x="452441" y="5350336"/>
                  </a:lnTo>
                  <a:lnTo>
                    <a:pt x="452550" y="5350336"/>
                  </a:lnTo>
                  <a:lnTo>
                    <a:pt x="452658" y="5350336"/>
                  </a:lnTo>
                  <a:lnTo>
                    <a:pt x="452767" y="5350336"/>
                  </a:lnTo>
                  <a:lnTo>
                    <a:pt x="452875" y="5350336"/>
                  </a:lnTo>
                  <a:lnTo>
                    <a:pt x="452984" y="5350336"/>
                  </a:lnTo>
                  <a:lnTo>
                    <a:pt x="452984" y="5349712"/>
                  </a:lnTo>
                  <a:lnTo>
                    <a:pt x="453092" y="5349712"/>
                  </a:lnTo>
                  <a:lnTo>
                    <a:pt x="453201" y="5349712"/>
                  </a:lnTo>
                  <a:lnTo>
                    <a:pt x="453201" y="5349089"/>
                  </a:lnTo>
                  <a:lnTo>
                    <a:pt x="453309" y="5349089"/>
                  </a:lnTo>
                  <a:lnTo>
                    <a:pt x="453309" y="5348465"/>
                  </a:lnTo>
                  <a:lnTo>
                    <a:pt x="453417" y="5348465"/>
                  </a:lnTo>
                  <a:lnTo>
                    <a:pt x="453526" y="5348465"/>
                  </a:lnTo>
                  <a:lnTo>
                    <a:pt x="453634" y="5348465"/>
                  </a:lnTo>
                  <a:lnTo>
                    <a:pt x="453743" y="5348465"/>
                  </a:lnTo>
                  <a:lnTo>
                    <a:pt x="453851" y="5348465"/>
                  </a:lnTo>
                  <a:lnTo>
                    <a:pt x="453960" y="5348465"/>
                  </a:lnTo>
                  <a:lnTo>
                    <a:pt x="454068" y="5348465"/>
                  </a:lnTo>
                  <a:lnTo>
                    <a:pt x="454177" y="5348465"/>
                  </a:lnTo>
                  <a:lnTo>
                    <a:pt x="454285" y="5348465"/>
                  </a:lnTo>
                  <a:lnTo>
                    <a:pt x="454393" y="5348465"/>
                  </a:lnTo>
                  <a:lnTo>
                    <a:pt x="454393" y="5347841"/>
                  </a:lnTo>
                  <a:lnTo>
                    <a:pt x="454502" y="5347841"/>
                  </a:lnTo>
                  <a:lnTo>
                    <a:pt x="454610" y="5347841"/>
                  </a:lnTo>
                  <a:lnTo>
                    <a:pt x="454719" y="5347841"/>
                  </a:lnTo>
                  <a:lnTo>
                    <a:pt x="454827" y="5347841"/>
                  </a:lnTo>
                  <a:lnTo>
                    <a:pt x="454936" y="5347841"/>
                  </a:lnTo>
                  <a:lnTo>
                    <a:pt x="454936" y="5347218"/>
                  </a:lnTo>
                  <a:lnTo>
                    <a:pt x="455044" y="5347218"/>
                  </a:lnTo>
                  <a:lnTo>
                    <a:pt x="455153" y="5347218"/>
                  </a:lnTo>
                  <a:lnTo>
                    <a:pt x="455261" y="5347218"/>
                  </a:lnTo>
                  <a:lnTo>
                    <a:pt x="455369" y="5347218"/>
                  </a:lnTo>
                  <a:lnTo>
                    <a:pt x="455478" y="5347218"/>
                  </a:lnTo>
                  <a:lnTo>
                    <a:pt x="455586" y="5347218"/>
                  </a:lnTo>
                  <a:lnTo>
                    <a:pt x="455695" y="5347218"/>
                  </a:lnTo>
                  <a:lnTo>
                    <a:pt x="455803" y="5347218"/>
                  </a:lnTo>
                  <a:lnTo>
                    <a:pt x="455912" y="5347218"/>
                  </a:lnTo>
                  <a:lnTo>
                    <a:pt x="455912" y="5346594"/>
                  </a:lnTo>
                  <a:lnTo>
                    <a:pt x="456020" y="5346594"/>
                  </a:lnTo>
                  <a:lnTo>
                    <a:pt x="456020" y="5345971"/>
                  </a:lnTo>
                  <a:lnTo>
                    <a:pt x="456129" y="5345971"/>
                  </a:lnTo>
                  <a:lnTo>
                    <a:pt x="456237" y="5345971"/>
                  </a:lnTo>
                  <a:lnTo>
                    <a:pt x="456346" y="5345971"/>
                  </a:lnTo>
                  <a:lnTo>
                    <a:pt x="456346" y="5345347"/>
                  </a:lnTo>
                  <a:lnTo>
                    <a:pt x="456454" y="5345347"/>
                  </a:lnTo>
                  <a:lnTo>
                    <a:pt x="456454" y="5344724"/>
                  </a:lnTo>
                  <a:lnTo>
                    <a:pt x="456562" y="5344724"/>
                  </a:lnTo>
                  <a:lnTo>
                    <a:pt x="456562" y="5344100"/>
                  </a:lnTo>
                  <a:lnTo>
                    <a:pt x="456671" y="5344100"/>
                  </a:lnTo>
                  <a:lnTo>
                    <a:pt x="456671" y="5343476"/>
                  </a:lnTo>
                  <a:lnTo>
                    <a:pt x="456779" y="5343476"/>
                  </a:lnTo>
                  <a:lnTo>
                    <a:pt x="456888" y="5343476"/>
                  </a:lnTo>
                  <a:lnTo>
                    <a:pt x="456996" y="5343476"/>
                  </a:lnTo>
                  <a:lnTo>
                    <a:pt x="457105" y="5343476"/>
                  </a:lnTo>
                  <a:lnTo>
                    <a:pt x="457213" y="5343476"/>
                  </a:lnTo>
                  <a:lnTo>
                    <a:pt x="457322" y="5343476"/>
                  </a:lnTo>
                  <a:lnTo>
                    <a:pt x="457430" y="5343476"/>
                  </a:lnTo>
                  <a:lnTo>
                    <a:pt x="457430" y="5342853"/>
                  </a:lnTo>
                  <a:lnTo>
                    <a:pt x="457538" y="5342853"/>
                  </a:lnTo>
                  <a:lnTo>
                    <a:pt x="457647" y="5342853"/>
                  </a:lnTo>
                  <a:lnTo>
                    <a:pt x="457755" y="5342853"/>
                  </a:lnTo>
                  <a:lnTo>
                    <a:pt x="457864" y="5342853"/>
                  </a:lnTo>
                  <a:lnTo>
                    <a:pt x="457972" y="5342853"/>
                  </a:lnTo>
                  <a:lnTo>
                    <a:pt x="457972" y="5342229"/>
                  </a:lnTo>
                  <a:lnTo>
                    <a:pt x="458081" y="5342229"/>
                  </a:lnTo>
                  <a:lnTo>
                    <a:pt x="458081" y="5341606"/>
                  </a:lnTo>
                  <a:lnTo>
                    <a:pt x="458189" y="5341606"/>
                  </a:lnTo>
                  <a:lnTo>
                    <a:pt x="458189" y="5340982"/>
                  </a:lnTo>
                  <a:lnTo>
                    <a:pt x="458298" y="5340982"/>
                  </a:lnTo>
                  <a:lnTo>
                    <a:pt x="458406" y="5340982"/>
                  </a:lnTo>
                  <a:lnTo>
                    <a:pt x="458514" y="5340982"/>
                  </a:lnTo>
                  <a:lnTo>
                    <a:pt x="458514" y="5340358"/>
                  </a:lnTo>
                  <a:lnTo>
                    <a:pt x="458514" y="5339735"/>
                  </a:lnTo>
                  <a:lnTo>
                    <a:pt x="458623" y="5339735"/>
                  </a:lnTo>
                  <a:lnTo>
                    <a:pt x="458731" y="5339735"/>
                  </a:lnTo>
                  <a:lnTo>
                    <a:pt x="458840" y="5339735"/>
                  </a:lnTo>
                  <a:lnTo>
                    <a:pt x="458948" y="5339735"/>
                  </a:lnTo>
                  <a:lnTo>
                    <a:pt x="459057" y="5339735"/>
                  </a:lnTo>
                  <a:lnTo>
                    <a:pt x="459165" y="5339735"/>
                  </a:lnTo>
                  <a:lnTo>
                    <a:pt x="459165" y="5339111"/>
                  </a:lnTo>
                  <a:lnTo>
                    <a:pt x="459274" y="5339111"/>
                  </a:lnTo>
                  <a:lnTo>
                    <a:pt x="459382" y="5339111"/>
                  </a:lnTo>
                  <a:lnTo>
                    <a:pt x="459490" y="5339111"/>
                  </a:lnTo>
                  <a:lnTo>
                    <a:pt x="459490" y="5338488"/>
                  </a:lnTo>
                  <a:lnTo>
                    <a:pt x="459490" y="5337864"/>
                  </a:lnTo>
                  <a:lnTo>
                    <a:pt x="459490" y="5337241"/>
                  </a:lnTo>
                  <a:lnTo>
                    <a:pt x="459599" y="5337241"/>
                  </a:lnTo>
                  <a:lnTo>
                    <a:pt x="459707" y="5337241"/>
                  </a:lnTo>
                  <a:lnTo>
                    <a:pt x="459707" y="5336617"/>
                  </a:lnTo>
                  <a:lnTo>
                    <a:pt x="459707" y="5335993"/>
                  </a:lnTo>
                  <a:lnTo>
                    <a:pt x="459816" y="5335993"/>
                  </a:lnTo>
                  <a:lnTo>
                    <a:pt x="459816" y="5335370"/>
                  </a:lnTo>
                  <a:lnTo>
                    <a:pt x="459924" y="5335370"/>
                  </a:lnTo>
                  <a:lnTo>
                    <a:pt x="460033" y="5335370"/>
                  </a:lnTo>
                  <a:lnTo>
                    <a:pt x="460033" y="5334746"/>
                  </a:lnTo>
                  <a:lnTo>
                    <a:pt x="460141" y="5334746"/>
                  </a:lnTo>
                  <a:lnTo>
                    <a:pt x="460250" y="5334746"/>
                  </a:lnTo>
                  <a:lnTo>
                    <a:pt x="460358" y="5334746"/>
                  </a:lnTo>
                  <a:lnTo>
                    <a:pt x="460466" y="5334746"/>
                  </a:lnTo>
                  <a:lnTo>
                    <a:pt x="460575" y="5334746"/>
                  </a:lnTo>
                  <a:lnTo>
                    <a:pt x="460683" y="5334746"/>
                  </a:lnTo>
                  <a:lnTo>
                    <a:pt x="460792" y="5334746"/>
                  </a:lnTo>
                  <a:lnTo>
                    <a:pt x="460900" y="5334746"/>
                  </a:lnTo>
                  <a:lnTo>
                    <a:pt x="461009" y="5334746"/>
                  </a:lnTo>
                  <a:lnTo>
                    <a:pt x="461009" y="5334123"/>
                  </a:lnTo>
                  <a:lnTo>
                    <a:pt x="461117" y="5334123"/>
                  </a:lnTo>
                  <a:lnTo>
                    <a:pt x="461226" y="5334123"/>
                  </a:lnTo>
                  <a:lnTo>
                    <a:pt x="461334" y="5334123"/>
                  </a:lnTo>
                  <a:lnTo>
                    <a:pt x="461443" y="5334123"/>
                  </a:lnTo>
                  <a:lnTo>
                    <a:pt x="461443" y="5333499"/>
                  </a:lnTo>
                  <a:lnTo>
                    <a:pt x="461551" y="5333499"/>
                  </a:lnTo>
                  <a:lnTo>
                    <a:pt x="461551" y="5332875"/>
                  </a:lnTo>
                  <a:lnTo>
                    <a:pt x="461659" y="5332875"/>
                  </a:lnTo>
                  <a:lnTo>
                    <a:pt x="461768" y="5332875"/>
                  </a:lnTo>
                  <a:lnTo>
                    <a:pt x="461768" y="5332252"/>
                  </a:lnTo>
                  <a:lnTo>
                    <a:pt x="461876" y="5332252"/>
                  </a:lnTo>
                  <a:lnTo>
                    <a:pt x="461876" y="5331628"/>
                  </a:lnTo>
                  <a:lnTo>
                    <a:pt x="461876" y="5331005"/>
                  </a:lnTo>
                  <a:lnTo>
                    <a:pt x="461985" y="5331005"/>
                  </a:lnTo>
                  <a:lnTo>
                    <a:pt x="462093" y="5331005"/>
                  </a:lnTo>
                  <a:lnTo>
                    <a:pt x="462202" y="5331005"/>
                  </a:lnTo>
                  <a:lnTo>
                    <a:pt x="462310" y="5331005"/>
                  </a:lnTo>
                  <a:lnTo>
                    <a:pt x="462419" y="5331005"/>
                  </a:lnTo>
                  <a:lnTo>
                    <a:pt x="462527" y="5331005"/>
                  </a:lnTo>
                  <a:lnTo>
                    <a:pt x="462635" y="5331005"/>
                  </a:lnTo>
                  <a:lnTo>
                    <a:pt x="462744" y="5331005"/>
                  </a:lnTo>
                  <a:lnTo>
                    <a:pt x="462852" y="5331005"/>
                  </a:lnTo>
                  <a:lnTo>
                    <a:pt x="462852" y="5330381"/>
                  </a:lnTo>
                  <a:lnTo>
                    <a:pt x="462961" y="5330381"/>
                  </a:lnTo>
                  <a:lnTo>
                    <a:pt x="462961" y="5329758"/>
                  </a:lnTo>
                  <a:lnTo>
                    <a:pt x="462961" y="5329134"/>
                  </a:lnTo>
                  <a:lnTo>
                    <a:pt x="463069" y="5329134"/>
                  </a:lnTo>
                  <a:lnTo>
                    <a:pt x="463069" y="5328510"/>
                  </a:lnTo>
                  <a:lnTo>
                    <a:pt x="463178" y="5328510"/>
                  </a:lnTo>
                  <a:lnTo>
                    <a:pt x="463286" y="5328510"/>
                  </a:lnTo>
                  <a:lnTo>
                    <a:pt x="463286" y="5327887"/>
                  </a:lnTo>
                  <a:lnTo>
                    <a:pt x="463395" y="5327887"/>
                  </a:lnTo>
                  <a:lnTo>
                    <a:pt x="463395" y="5327263"/>
                  </a:lnTo>
                  <a:lnTo>
                    <a:pt x="463503" y="5327263"/>
                  </a:lnTo>
                  <a:lnTo>
                    <a:pt x="463503" y="5326640"/>
                  </a:lnTo>
                  <a:lnTo>
                    <a:pt x="463611" y="5326640"/>
                  </a:lnTo>
                  <a:lnTo>
                    <a:pt x="463720" y="5326640"/>
                  </a:lnTo>
                  <a:lnTo>
                    <a:pt x="463828" y="5326640"/>
                  </a:lnTo>
                  <a:lnTo>
                    <a:pt x="463828" y="5326016"/>
                  </a:lnTo>
                  <a:lnTo>
                    <a:pt x="463828" y="5325393"/>
                  </a:lnTo>
                  <a:lnTo>
                    <a:pt x="463937" y="5325393"/>
                  </a:lnTo>
                  <a:lnTo>
                    <a:pt x="464045" y="5325393"/>
                  </a:lnTo>
                  <a:lnTo>
                    <a:pt x="464045" y="5324769"/>
                  </a:lnTo>
                  <a:lnTo>
                    <a:pt x="464045" y="5324145"/>
                  </a:lnTo>
                  <a:lnTo>
                    <a:pt x="464154" y="5324145"/>
                  </a:lnTo>
                  <a:lnTo>
                    <a:pt x="464262" y="5324145"/>
                  </a:lnTo>
                  <a:lnTo>
                    <a:pt x="464262" y="5323522"/>
                  </a:lnTo>
                  <a:lnTo>
                    <a:pt x="464371" y="5323522"/>
                  </a:lnTo>
                  <a:lnTo>
                    <a:pt x="464479" y="5323522"/>
                  </a:lnTo>
                  <a:lnTo>
                    <a:pt x="464479" y="5322898"/>
                  </a:lnTo>
                  <a:lnTo>
                    <a:pt x="464587" y="5322898"/>
                  </a:lnTo>
                  <a:lnTo>
                    <a:pt x="464696" y="5322898"/>
                  </a:lnTo>
                  <a:lnTo>
                    <a:pt x="464804" y="5322898"/>
                  </a:lnTo>
                  <a:lnTo>
                    <a:pt x="464913" y="5322898"/>
                  </a:lnTo>
                  <a:lnTo>
                    <a:pt x="465021" y="5322898"/>
                  </a:lnTo>
                  <a:lnTo>
                    <a:pt x="465130" y="5322898"/>
                  </a:lnTo>
                  <a:lnTo>
                    <a:pt x="465238" y="5322898"/>
                  </a:lnTo>
                  <a:lnTo>
                    <a:pt x="465347" y="5322898"/>
                  </a:lnTo>
                  <a:lnTo>
                    <a:pt x="465347" y="5322275"/>
                  </a:lnTo>
                  <a:lnTo>
                    <a:pt x="465455" y="5322275"/>
                  </a:lnTo>
                  <a:lnTo>
                    <a:pt x="465564" y="5322275"/>
                  </a:lnTo>
                  <a:lnTo>
                    <a:pt x="465672" y="5322275"/>
                  </a:lnTo>
                  <a:lnTo>
                    <a:pt x="465672" y="5321651"/>
                  </a:lnTo>
                  <a:lnTo>
                    <a:pt x="465780" y="5321651"/>
                  </a:lnTo>
                  <a:lnTo>
                    <a:pt x="465780" y="5321027"/>
                  </a:lnTo>
                  <a:lnTo>
                    <a:pt x="465889" y="5321027"/>
                  </a:lnTo>
                  <a:lnTo>
                    <a:pt x="465997" y="5321027"/>
                  </a:lnTo>
                  <a:lnTo>
                    <a:pt x="465997" y="5320404"/>
                  </a:lnTo>
                  <a:lnTo>
                    <a:pt x="466106" y="5320404"/>
                  </a:lnTo>
                  <a:lnTo>
                    <a:pt x="466214" y="5320404"/>
                  </a:lnTo>
                  <a:lnTo>
                    <a:pt x="466323" y="5320404"/>
                  </a:lnTo>
                  <a:lnTo>
                    <a:pt x="466431" y="5320404"/>
                  </a:lnTo>
                  <a:lnTo>
                    <a:pt x="466540" y="5320404"/>
                  </a:lnTo>
                  <a:lnTo>
                    <a:pt x="466540" y="5319780"/>
                  </a:lnTo>
                  <a:lnTo>
                    <a:pt x="466648" y="5319780"/>
                  </a:lnTo>
                  <a:lnTo>
                    <a:pt x="466648" y="5319157"/>
                  </a:lnTo>
                  <a:lnTo>
                    <a:pt x="466756" y="5319157"/>
                  </a:lnTo>
                  <a:lnTo>
                    <a:pt x="466865" y="5319157"/>
                  </a:lnTo>
                  <a:lnTo>
                    <a:pt x="466973" y="5319157"/>
                  </a:lnTo>
                  <a:lnTo>
                    <a:pt x="467082" y="5319157"/>
                  </a:lnTo>
                  <a:lnTo>
                    <a:pt x="467190" y="5319157"/>
                  </a:lnTo>
                  <a:lnTo>
                    <a:pt x="467299" y="5319157"/>
                  </a:lnTo>
                  <a:lnTo>
                    <a:pt x="467407" y="5319157"/>
                  </a:lnTo>
                  <a:lnTo>
                    <a:pt x="467516" y="5319157"/>
                  </a:lnTo>
                  <a:lnTo>
                    <a:pt x="467624" y="5319157"/>
                  </a:lnTo>
                  <a:lnTo>
                    <a:pt x="467732" y="5319157"/>
                  </a:lnTo>
                  <a:lnTo>
                    <a:pt x="467841" y="5319157"/>
                  </a:lnTo>
                  <a:lnTo>
                    <a:pt x="467841" y="5318533"/>
                  </a:lnTo>
                  <a:lnTo>
                    <a:pt x="467949" y="5318533"/>
                  </a:lnTo>
                  <a:lnTo>
                    <a:pt x="467949" y="5317910"/>
                  </a:lnTo>
                  <a:lnTo>
                    <a:pt x="468058" y="5317910"/>
                  </a:lnTo>
                  <a:lnTo>
                    <a:pt x="468166" y="5317910"/>
                  </a:lnTo>
                  <a:lnTo>
                    <a:pt x="468275" y="5317910"/>
                  </a:lnTo>
                  <a:lnTo>
                    <a:pt x="468383" y="5317910"/>
                  </a:lnTo>
                  <a:lnTo>
                    <a:pt x="468492" y="5317910"/>
                  </a:lnTo>
                  <a:lnTo>
                    <a:pt x="468600" y="5317910"/>
                  </a:lnTo>
                  <a:lnTo>
                    <a:pt x="468600" y="5317286"/>
                  </a:lnTo>
                  <a:lnTo>
                    <a:pt x="468708" y="5317286"/>
                  </a:lnTo>
                  <a:lnTo>
                    <a:pt x="468817" y="5317286"/>
                  </a:lnTo>
                  <a:lnTo>
                    <a:pt x="468925" y="5317286"/>
                  </a:lnTo>
                  <a:lnTo>
                    <a:pt x="468925" y="5316662"/>
                  </a:lnTo>
                  <a:lnTo>
                    <a:pt x="469034" y="5316662"/>
                  </a:lnTo>
                  <a:lnTo>
                    <a:pt x="469142" y="5316662"/>
                  </a:lnTo>
                  <a:lnTo>
                    <a:pt x="469251" y="5316662"/>
                  </a:lnTo>
                  <a:lnTo>
                    <a:pt x="469359" y="5316662"/>
                  </a:lnTo>
                  <a:lnTo>
                    <a:pt x="469359" y="5316039"/>
                  </a:lnTo>
                  <a:lnTo>
                    <a:pt x="469468" y="5316039"/>
                  </a:lnTo>
                  <a:lnTo>
                    <a:pt x="469468" y="5315415"/>
                  </a:lnTo>
                  <a:lnTo>
                    <a:pt x="469468" y="5314792"/>
                  </a:lnTo>
                  <a:lnTo>
                    <a:pt x="469576" y="5314792"/>
                  </a:lnTo>
                  <a:lnTo>
                    <a:pt x="469685" y="5314792"/>
                  </a:lnTo>
                  <a:lnTo>
                    <a:pt x="469793" y="5314792"/>
                  </a:lnTo>
                  <a:lnTo>
                    <a:pt x="469901" y="5314792"/>
                  </a:lnTo>
                  <a:lnTo>
                    <a:pt x="470010" y="5314792"/>
                  </a:lnTo>
                  <a:lnTo>
                    <a:pt x="470118" y="5314792"/>
                  </a:lnTo>
                  <a:lnTo>
                    <a:pt x="470227" y="5314792"/>
                  </a:lnTo>
                  <a:lnTo>
                    <a:pt x="470227" y="5314168"/>
                  </a:lnTo>
                  <a:lnTo>
                    <a:pt x="470335" y="5314168"/>
                  </a:lnTo>
                  <a:lnTo>
                    <a:pt x="470335" y="5313544"/>
                  </a:lnTo>
                  <a:lnTo>
                    <a:pt x="470444" y="5313544"/>
                  </a:lnTo>
                  <a:lnTo>
                    <a:pt x="470552" y="5313544"/>
                  </a:lnTo>
                  <a:lnTo>
                    <a:pt x="470661" y="5313544"/>
                  </a:lnTo>
                  <a:lnTo>
                    <a:pt x="470769" y="5313544"/>
                  </a:lnTo>
                  <a:lnTo>
                    <a:pt x="470877" y="5313544"/>
                  </a:lnTo>
                  <a:lnTo>
                    <a:pt x="470986" y="5313544"/>
                  </a:lnTo>
                  <a:lnTo>
                    <a:pt x="471094" y="5313544"/>
                  </a:lnTo>
                  <a:lnTo>
                    <a:pt x="471094" y="5312921"/>
                  </a:lnTo>
                  <a:lnTo>
                    <a:pt x="471203" y="5312921"/>
                  </a:lnTo>
                  <a:lnTo>
                    <a:pt x="471311" y="5312921"/>
                  </a:lnTo>
                  <a:lnTo>
                    <a:pt x="471420" y="5312921"/>
                  </a:lnTo>
                  <a:lnTo>
                    <a:pt x="471528" y="5312921"/>
                  </a:lnTo>
                  <a:lnTo>
                    <a:pt x="471637" y="5312921"/>
                  </a:lnTo>
                  <a:lnTo>
                    <a:pt x="471637" y="5312297"/>
                  </a:lnTo>
                  <a:lnTo>
                    <a:pt x="471745" y="5312297"/>
                  </a:lnTo>
                  <a:lnTo>
                    <a:pt x="471853" y="5312297"/>
                  </a:lnTo>
                  <a:lnTo>
                    <a:pt x="471962" y="5312297"/>
                  </a:lnTo>
                  <a:lnTo>
                    <a:pt x="472070" y="5312297"/>
                  </a:lnTo>
                  <a:lnTo>
                    <a:pt x="472070" y="5311674"/>
                  </a:lnTo>
                  <a:lnTo>
                    <a:pt x="472179" y="5311674"/>
                  </a:lnTo>
                  <a:lnTo>
                    <a:pt x="472179" y="5311050"/>
                  </a:lnTo>
                  <a:lnTo>
                    <a:pt x="472287" y="5311050"/>
                  </a:lnTo>
                  <a:lnTo>
                    <a:pt x="472287" y="5310427"/>
                  </a:lnTo>
                  <a:lnTo>
                    <a:pt x="472396" y="5310427"/>
                  </a:lnTo>
                  <a:lnTo>
                    <a:pt x="472504" y="5310427"/>
                  </a:lnTo>
                  <a:lnTo>
                    <a:pt x="472613" y="5310427"/>
                  </a:lnTo>
                  <a:lnTo>
                    <a:pt x="472721" y="5310427"/>
                  </a:lnTo>
                  <a:lnTo>
                    <a:pt x="472721" y="5309803"/>
                  </a:lnTo>
                  <a:lnTo>
                    <a:pt x="472829" y="5309803"/>
                  </a:lnTo>
                  <a:lnTo>
                    <a:pt x="472938" y="5309803"/>
                  </a:lnTo>
                  <a:lnTo>
                    <a:pt x="473046" y="5309803"/>
                  </a:lnTo>
                  <a:lnTo>
                    <a:pt x="473046" y="5309179"/>
                  </a:lnTo>
                  <a:lnTo>
                    <a:pt x="473155" y="5309179"/>
                  </a:lnTo>
                  <a:lnTo>
                    <a:pt x="473263" y="5309179"/>
                  </a:lnTo>
                  <a:lnTo>
                    <a:pt x="473372" y="5309179"/>
                  </a:lnTo>
                  <a:lnTo>
                    <a:pt x="473480" y="5309179"/>
                  </a:lnTo>
                  <a:lnTo>
                    <a:pt x="473589" y="5309179"/>
                  </a:lnTo>
                  <a:lnTo>
                    <a:pt x="473697" y="5309179"/>
                  </a:lnTo>
                  <a:lnTo>
                    <a:pt x="473697" y="5308556"/>
                  </a:lnTo>
                  <a:lnTo>
                    <a:pt x="473806" y="5308556"/>
                  </a:lnTo>
                  <a:lnTo>
                    <a:pt x="473914" y="5308556"/>
                  </a:lnTo>
                  <a:lnTo>
                    <a:pt x="474022" y="5308556"/>
                  </a:lnTo>
                  <a:lnTo>
                    <a:pt x="474131" y="5308556"/>
                  </a:lnTo>
                  <a:lnTo>
                    <a:pt x="474239" y="5308556"/>
                  </a:lnTo>
                  <a:lnTo>
                    <a:pt x="474348" y="5308556"/>
                  </a:lnTo>
                  <a:lnTo>
                    <a:pt x="474456" y="5308556"/>
                  </a:lnTo>
                  <a:lnTo>
                    <a:pt x="474456" y="5307932"/>
                  </a:lnTo>
                  <a:lnTo>
                    <a:pt x="474456" y="5307309"/>
                  </a:lnTo>
                  <a:lnTo>
                    <a:pt x="474565" y="5307309"/>
                  </a:lnTo>
                  <a:lnTo>
                    <a:pt x="474673" y="5307309"/>
                  </a:lnTo>
                  <a:lnTo>
                    <a:pt x="474782" y="5307309"/>
                  </a:lnTo>
                  <a:lnTo>
                    <a:pt x="474890" y="5307309"/>
                  </a:lnTo>
                  <a:lnTo>
                    <a:pt x="474998" y="5307309"/>
                  </a:lnTo>
                  <a:lnTo>
                    <a:pt x="475107" y="5307309"/>
                  </a:lnTo>
                  <a:lnTo>
                    <a:pt x="475215" y="5307309"/>
                  </a:lnTo>
                  <a:lnTo>
                    <a:pt x="475324" y="5307309"/>
                  </a:lnTo>
                  <a:lnTo>
                    <a:pt x="475324" y="5306685"/>
                  </a:lnTo>
                  <a:lnTo>
                    <a:pt x="475432" y="5306685"/>
                  </a:lnTo>
                  <a:lnTo>
                    <a:pt x="475432" y="5306061"/>
                  </a:lnTo>
                  <a:lnTo>
                    <a:pt x="475541" y="5306061"/>
                  </a:lnTo>
                  <a:lnTo>
                    <a:pt x="475649" y="5306061"/>
                  </a:lnTo>
                  <a:lnTo>
                    <a:pt x="475758" y="5306061"/>
                  </a:lnTo>
                  <a:lnTo>
                    <a:pt x="475758" y="5305438"/>
                  </a:lnTo>
                  <a:lnTo>
                    <a:pt x="475866" y="5305438"/>
                  </a:lnTo>
                  <a:lnTo>
                    <a:pt x="475974" y="5305438"/>
                  </a:lnTo>
                  <a:lnTo>
                    <a:pt x="476083" y="5305438"/>
                  </a:lnTo>
                  <a:lnTo>
                    <a:pt x="476191" y="5305438"/>
                  </a:lnTo>
                  <a:lnTo>
                    <a:pt x="476300" y="5305438"/>
                  </a:lnTo>
                  <a:lnTo>
                    <a:pt x="476408" y="5305438"/>
                  </a:lnTo>
                  <a:lnTo>
                    <a:pt x="476517" y="5305438"/>
                  </a:lnTo>
                  <a:lnTo>
                    <a:pt x="476625" y="5305438"/>
                  </a:lnTo>
                  <a:lnTo>
                    <a:pt x="476734" y="5305438"/>
                  </a:lnTo>
                  <a:lnTo>
                    <a:pt x="476734" y="5304814"/>
                  </a:lnTo>
                  <a:lnTo>
                    <a:pt x="476734" y="5304191"/>
                  </a:lnTo>
                  <a:lnTo>
                    <a:pt x="476842" y="5304191"/>
                  </a:lnTo>
                  <a:lnTo>
                    <a:pt x="476950" y="5304191"/>
                  </a:lnTo>
                  <a:lnTo>
                    <a:pt x="477059" y="5304191"/>
                  </a:lnTo>
                  <a:lnTo>
                    <a:pt x="477059" y="5303567"/>
                  </a:lnTo>
                  <a:lnTo>
                    <a:pt x="477167" y="5303567"/>
                  </a:lnTo>
                  <a:lnTo>
                    <a:pt x="477167" y="5302944"/>
                  </a:lnTo>
                  <a:lnTo>
                    <a:pt x="477167" y="5302320"/>
                  </a:lnTo>
                  <a:lnTo>
                    <a:pt x="477167" y="5301696"/>
                  </a:lnTo>
                  <a:lnTo>
                    <a:pt x="477167" y="5301073"/>
                  </a:lnTo>
                  <a:lnTo>
                    <a:pt x="477276" y="5301073"/>
                  </a:lnTo>
                  <a:lnTo>
                    <a:pt x="477384" y="5301073"/>
                  </a:lnTo>
                  <a:lnTo>
                    <a:pt x="477493" y="5301073"/>
                  </a:lnTo>
                  <a:lnTo>
                    <a:pt x="477493" y="5300449"/>
                  </a:lnTo>
                  <a:lnTo>
                    <a:pt x="477601" y="5300449"/>
                  </a:lnTo>
                  <a:lnTo>
                    <a:pt x="477710" y="5300449"/>
                  </a:lnTo>
                  <a:lnTo>
                    <a:pt x="477710" y="5299826"/>
                  </a:lnTo>
                  <a:lnTo>
                    <a:pt x="477818" y="5299826"/>
                  </a:lnTo>
                  <a:lnTo>
                    <a:pt x="477927" y="5299826"/>
                  </a:lnTo>
                  <a:lnTo>
                    <a:pt x="478035" y="5299826"/>
                  </a:lnTo>
                  <a:lnTo>
                    <a:pt x="478143" y="5299826"/>
                  </a:lnTo>
                  <a:lnTo>
                    <a:pt x="478143" y="5299202"/>
                  </a:lnTo>
                  <a:lnTo>
                    <a:pt x="478252" y="5299202"/>
                  </a:lnTo>
                  <a:lnTo>
                    <a:pt x="478252" y="5298578"/>
                  </a:lnTo>
                  <a:lnTo>
                    <a:pt x="478360" y="5298578"/>
                  </a:lnTo>
                  <a:lnTo>
                    <a:pt x="478360" y="5297955"/>
                  </a:lnTo>
                  <a:lnTo>
                    <a:pt x="478360" y="5297331"/>
                  </a:lnTo>
                  <a:lnTo>
                    <a:pt x="478469" y="5297331"/>
                  </a:lnTo>
                  <a:lnTo>
                    <a:pt x="478577" y="5297331"/>
                  </a:lnTo>
                  <a:lnTo>
                    <a:pt x="478577" y="5296708"/>
                  </a:lnTo>
                  <a:lnTo>
                    <a:pt x="478686" y="5296708"/>
                  </a:lnTo>
                  <a:lnTo>
                    <a:pt x="478686" y="5296084"/>
                  </a:lnTo>
                  <a:lnTo>
                    <a:pt x="478794" y="5296084"/>
                  </a:lnTo>
                  <a:lnTo>
                    <a:pt x="478903" y="5296084"/>
                  </a:lnTo>
                  <a:lnTo>
                    <a:pt x="478903" y="5295461"/>
                  </a:lnTo>
                  <a:lnTo>
                    <a:pt x="479011" y="5295461"/>
                  </a:lnTo>
                  <a:lnTo>
                    <a:pt x="479011" y="5294837"/>
                  </a:lnTo>
                  <a:lnTo>
                    <a:pt x="479119" y="5294837"/>
                  </a:lnTo>
                  <a:lnTo>
                    <a:pt x="479228" y="5294837"/>
                  </a:lnTo>
                  <a:lnTo>
                    <a:pt x="479228" y="5294213"/>
                  </a:lnTo>
                  <a:lnTo>
                    <a:pt x="479336" y="5294213"/>
                  </a:lnTo>
                  <a:lnTo>
                    <a:pt x="479445" y="5294213"/>
                  </a:lnTo>
                  <a:lnTo>
                    <a:pt x="479553" y="5294213"/>
                  </a:lnTo>
                  <a:lnTo>
                    <a:pt x="479662" y="5294213"/>
                  </a:lnTo>
                  <a:lnTo>
                    <a:pt x="479662" y="5293590"/>
                  </a:lnTo>
                  <a:lnTo>
                    <a:pt x="479770" y="5293590"/>
                  </a:lnTo>
                  <a:lnTo>
                    <a:pt x="479879" y="5293590"/>
                  </a:lnTo>
                  <a:lnTo>
                    <a:pt x="479987" y="5293590"/>
                  </a:lnTo>
                  <a:lnTo>
                    <a:pt x="480095" y="5293590"/>
                  </a:lnTo>
                  <a:lnTo>
                    <a:pt x="480204" y="5293590"/>
                  </a:lnTo>
                  <a:lnTo>
                    <a:pt x="480204" y="5292966"/>
                  </a:lnTo>
                  <a:lnTo>
                    <a:pt x="480312" y="5292966"/>
                  </a:lnTo>
                  <a:lnTo>
                    <a:pt x="480421" y="5292966"/>
                  </a:lnTo>
                  <a:lnTo>
                    <a:pt x="480529" y="5292966"/>
                  </a:lnTo>
                  <a:lnTo>
                    <a:pt x="480638" y="5292966"/>
                  </a:lnTo>
                  <a:lnTo>
                    <a:pt x="480746" y="5292966"/>
                  </a:lnTo>
                  <a:lnTo>
                    <a:pt x="480855" y="5292966"/>
                  </a:lnTo>
                  <a:lnTo>
                    <a:pt x="480963" y="5292966"/>
                  </a:lnTo>
                  <a:lnTo>
                    <a:pt x="481071" y="5292966"/>
                  </a:lnTo>
                  <a:lnTo>
                    <a:pt x="481180" y="5292966"/>
                  </a:lnTo>
                  <a:lnTo>
                    <a:pt x="481288" y="5292966"/>
                  </a:lnTo>
                  <a:lnTo>
                    <a:pt x="481288" y="5292343"/>
                  </a:lnTo>
                  <a:lnTo>
                    <a:pt x="481397" y="5292343"/>
                  </a:lnTo>
                  <a:lnTo>
                    <a:pt x="481505" y="5292343"/>
                  </a:lnTo>
                  <a:lnTo>
                    <a:pt x="481614" y="5292343"/>
                  </a:lnTo>
                  <a:lnTo>
                    <a:pt x="481614" y="5291719"/>
                  </a:lnTo>
                  <a:lnTo>
                    <a:pt x="481722" y="5291719"/>
                  </a:lnTo>
                  <a:lnTo>
                    <a:pt x="481831" y="5291719"/>
                  </a:lnTo>
                  <a:lnTo>
                    <a:pt x="481831" y="5291095"/>
                  </a:lnTo>
                  <a:lnTo>
                    <a:pt x="481939" y="5291095"/>
                  </a:lnTo>
                  <a:lnTo>
                    <a:pt x="481939" y="5290472"/>
                  </a:lnTo>
                  <a:lnTo>
                    <a:pt x="482047" y="5290472"/>
                  </a:lnTo>
                  <a:lnTo>
                    <a:pt x="482156" y="5290472"/>
                  </a:lnTo>
                  <a:lnTo>
                    <a:pt x="482264" y="5290472"/>
                  </a:lnTo>
                  <a:lnTo>
                    <a:pt x="482373" y="5290472"/>
                  </a:lnTo>
                  <a:lnTo>
                    <a:pt x="482481" y="5290472"/>
                  </a:lnTo>
                  <a:lnTo>
                    <a:pt x="482590" y="5290472"/>
                  </a:lnTo>
                  <a:lnTo>
                    <a:pt x="482698" y="5290472"/>
                  </a:lnTo>
                  <a:lnTo>
                    <a:pt x="482698" y="5289848"/>
                  </a:lnTo>
                  <a:lnTo>
                    <a:pt x="482807" y="5289848"/>
                  </a:lnTo>
                  <a:lnTo>
                    <a:pt x="482807" y="5289225"/>
                  </a:lnTo>
                  <a:lnTo>
                    <a:pt x="482807" y="5288601"/>
                  </a:lnTo>
                  <a:lnTo>
                    <a:pt x="482915" y="5288601"/>
                  </a:lnTo>
                  <a:lnTo>
                    <a:pt x="483024" y="5288601"/>
                  </a:lnTo>
                  <a:lnTo>
                    <a:pt x="483132" y="5288601"/>
                  </a:lnTo>
                  <a:lnTo>
                    <a:pt x="483240" y="5288601"/>
                  </a:lnTo>
                  <a:lnTo>
                    <a:pt x="483349" y="5288601"/>
                  </a:lnTo>
                  <a:lnTo>
                    <a:pt x="483349" y="5287978"/>
                  </a:lnTo>
                  <a:lnTo>
                    <a:pt x="483457" y="5287978"/>
                  </a:lnTo>
                  <a:lnTo>
                    <a:pt x="483566" y="5287978"/>
                  </a:lnTo>
                  <a:lnTo>
                    <a:pt x="483674" y="5287978"/>
                  </a:lnTo>
                  <a:lnTo>
                    <a:pt x="483674" y="5287354"/>
                  </a:lnTo>
                  <a:lnTo>
                    <a:pt x="483783" y="5287354"/>
                  </a:lnTo>
                  <a:lnTo>
                    <a:pt x="483891" y="5287354"/>
                  </a:lnTo>
                  <a:lnTo>
                    <a:pt x="484000" y="5287354"/>
                  </a:lnTo>
                  <a:lnTo>
                    <a:pt x="484000" y="5286730"/>
                  </a:lnTo>
                  <a:lnTo>
                    <a:pt x="484108" y="5286730"/>
                  </a:lnTo>
                  <a:lnTo>
                    <a:pt x="484216" y="5286730"/>
                  </a:lnTo>
                  <a:lnTo>
                    <a:pt x="484325" y="5286730"/>
                  </a:lnTo>
                  <a:lnTo>
                    <a:pt x="484325" y="5286107"/>
                  </a:lnTo>
                  <a:lnTo>
                    <a:pt x="484325" y="5285483"/>
                  </a:lnTo>
                  <a:lnTo>
                    <a:pt x="484433" y="5285483"/>
                  </a:lnTo>
                  <a:lnTo>
                    <a:pt x="484542" y="5285483"/>
                  </a:lnTo>
                  <a:lnTo>
                    <a:pt x="484650" y="5285483"/>
                  </a:lnTo>
                  <a:lnTo>
                    <a:pt x="484759" y="5285483"/>
                  </a:lnTo>
                  <a:lnTo>
                    <a:pt x="484867" y="5285483"/>
                  </a:lnTo>
                  <a:lnTo>
                    <a:pt x="484976" y="5285483"/>
                  </a:lnTo>
                  <a:lnTo>
                    <a:pt x="484976" y="5284860"/>
                  </a:lnTo>
                  <a:lnTo>
                    <a:pt x="485084" y="5284860"/>
                  </a:lnTo>
                  <a:lnTo>
                    <a:pt x="485192" y="5284860"/>
                  </a:lnTo>
                  <a:lnTo>
                    <a:pt x="485301" y="5284860"/>
                  </a:lnTo>
                  <a:lnTo>
                    <a:pt x="485409" y="5284860"/>
                  </a:lnTo>
                  <a:lnTo>
                    <a:pt x="485409" y="5284236"/>
                  </a:lnTo>
                  <a:lnTo>
                    <a:pt x="485409" y="5283612"/>
                  </a:lnTo>
                  <a:lnTo>
                    <a:pt x="485518" y="5283612"/>
                  </a:lnTo>
                  <a:lnTo>
                    <a:pt x="485518" y="5282989"/>
                  </a:lnTo>
                  <a:lnTo>
                    <a:pt x="485626" y="5282989"/>
                  </a:lnTo>
                  <a:lnTo>
                    <a:pt x="485735" y="5282989"/>
                  </a:lnTo>
                  <a:lnTo>
                    <a:pt x="485843" y="5282989"/>
                  </a:lnTo>
                  <a:lnTo>
                    <a:pt x="485952" y="5282989"/>
                  </a:lnTo>
                  <a:lnTo>
                    <a:pt x="486060" y="5282989"/>
                  </a:lnTo>
                  <a:lnTo>
                    <a:pt x="486168" y="5282989"/>
                  </a:lnTo>
                  <a:lnTo>
                    <a:pt x="486277" y="5282989"/>
                  </a:lnTo>
                  <a:lnTo>
                    <a:pt x="486385" y="5282989"/>
                  </a:lnTo>
                  <a:lnTo>
                    <a:pt x="486385" y="5282365"/>
                  </a:lnTo>
                  <a:lnTo>
                    <a:pt x="486494" y="5282365"/>
                  </a:lnTo>
                  <a:lnTo>
                    <a:pt x="486602" y="5282365"/>
                  </a:lnTo>
                  <a:lnTo>
                    <a:pt x="486711" y="5282365"/>
                  </a:lnTo>
                  <a:lnTo>
                    <a:pt x="486819" y="5282365"/>
                  </a:lnTo>
                  <a:lnTo>
                    <a:pt x="486928" y="5282365"/>
                  </a:lnTo>
                  <a:lnTo>
                    <a:pt x="486928" y="5281742"/>
                  </a:lnTo>
                  <a:lnTo>
                    <a:pt x="487036" y="5281742"/>
                  </a:lnTo>
                  <a:lnTo>
                    <a:pt x="487145" y="5281742"/>
                  </a:lnTo>
                  <a:lnTo>
                    <a:pt x="487145" y="5281118"/>
                  </a:lnTo>
                  <a:lnTo>
                    <a:pt x="487253" y="5281118"/>
                  </a:lnTo>
                  <a:lnTo>
                    <a:pt x="487361" y="5281118"/>
                  </a:lnTo>
                  <a:lnTo>
                    <a:pt x="487470" y="5281118"/>
                  </a:lnTo>
                  <a:lnTo>
                    <a:pt x="487578" y="5281118"/>
                  </a:lnTo>
                  <a:lnTo>
                    <a:pt x="487687" y="5281118"/>
                  </a:lnTo>
                  <a:lnTo>
                    <a:pt x="487795" y="5281118"/>
                  </a:lnTo>
                  <a:lnTo>
                    <a:pt x="487904" y="5281118"/>
                  </a:lnTo>
                  <a:lnTo>
                    <a:pt x="487904" y="5280495"/>
                  </a:lnTo>
                  <a:lnTo>
                    <a:pt x="488012" y="5280495"/>
                  </a:lnTo>
                  <a:lnTo>
                    <a:pt x="488121" y="5280495"/>
                  </a:lnTo>
                  <a:lnTo>
                    <a:pt x="488229" y="5280495"/>
                  </a:lnTo>
                  <a:lnTo>
                    <a:pt x="488337" y="5280495"/>
                  </a:lnTo>
                  <a:lnTo>
                    <a:pt x="488446" y="5280495"/>
                  </a:lnTo>
                  <a:lnTo>
                    <a:pt x="488554" y="5280495"/>
                  </a:lnTo>
                  <a:lnTo>
                    <a:pt x="488663" y="5280495"/>
                  </a:lnTo>
                  <a:lnTo>
                    <a:pt x="488771" y="5280495"/>
                  </a:lnTo>
                  <a:lnTo>
                    <a:pt x="488771" y="5279871"/>
                  </a:lnTo>
                  <a:lnTo>
                    <a:pt x="488771" y="5279247"/>
                  </a:lnTo>
                  <a:lnTo>
                    <a:pt x="488880" y="5279247"/>
                  </a:lnTo>
                  <a:lnTo>
                    <a:pt x="488988" y="5279247"/>
                  </a:lnTo>
                  <a:lnTo>
                    <a:pt x="489097" y="5279247"/>
                  </a:lnTo>
                  <a:lnTo>
                    <a:pt x="489205" y="5279247"/>
                  </a:lnTo>
                  <a:lnTo>
                    <a:pt x="489313" y="5279247"/>
                  </a:lnTo>
                  <a:lnTo>
                    <a:pt x="489422" y="5279247"/>
                  </a:lnTo>
                  <a:lnTo>
                    <a:pt x="489530" y="5279247"/>
                  </a:lnTo>
                  <a:lnTo>
                    <a:pt x="489530" y="5278624"/>
                  </a:lnTo>
                  <a:lnTo>
                    <a:pt x="489639" y="5278624"/>
                  </a:lnTo>
                  <a:lnTo>
                    <a:pt x="489747" y="5278624"/>
                  </a:lnTo>
                  <a:lnTo>
                    <a:pt x="489856" y="5278624"/>
                  </a:lnTo>
                  <a:lnTo>
                    <a:pt x="489856" y="5278000"/>
                  </a:lnTo>
                  <a:lnTo>
                    <a:pt x="489964" y="5278000"/>
                  </a:lnTo>
                  <a:lnTo>
                    <a:pt x="490073" y="5278000"/>
                  </a:lnTo>
                  <a:lnTo>
                    <a:pt x="490073" y="5277377"/>
                  </a:lnTo>
                  <a:lnTo>
                    <a:pt x="490181" y="5277377"/>
                  </a:lnTo>
                  <a:lnTo>
                    <a:pt x="490289" y="5277377"/>
                  </a:lnTo>
                  <a:lnTo>
                    <a:pt x="490289" y="5276753"/>
                  </a:lnTo>
                  <a:lnTo>
                    <a:pt x="490289" y="5276130"/>
                  </a:lnTo>
                  <a:lnTo>
                    <a:pt x="490289" y="5275506"/>
                  </a:lnTo>
                  <a:lnTo>
                    <a:pt x="490398" y="5275506"/>
                  </a:lnTo>
                  <a:lnTo>
                    <a:pt x="490506" y="5275506"/>
                  </a:lnTo>
                  <a:lnTo>
                    <a:pt x="490615" y="5275506"/>
                  </a:lnTo>
                  <a:lnTo>
                    <a:pt x="490723" y="5275506"/>
                  </a:lnTo>
                  <a:lnTo>
                    <a:pt x="490832" y="5275506"/>
                  </a:lnTo>
                  <a:lnTo>
                    <a:pt x="490940" y="5275506"/>
                  </a:lnTo>
                  <a:lnTo>
                    <a:pt x="491049" y="5275506"/>
                  </a:lnTo>
                  <a:lnTo>
                    <a:pt x="491157" y="5275506"/>
                  </a:lnTo>
                  <a:lnTo>
                    <a:pt x="491266" y="5275506"/>
                  </a:lnTo>
                  <a:lnTo>
                    <a:pt x="491374" y="5275506"/>
                  </a:lnTo>
                  <a:lnTo>
                    <a:pt x="491374" y="5274882"/>
                  </a:lnTo>
                  <a:lnTo>
                    <a:pt x="491482" y="5274882"/>
                  </a:lnTo>
                  <a:lnTo>
                    <a:pt x="491591" y="5274882"/>
                  </a:lnTo>
                  <a:lnTo>
                    <a:pt x="491699" y="5274882"/>
                  </a:lnTo>
                  <a:lnTo>
                    <a:pt x="491699" y="5274259"/>
                  </a:lnTo>
                  <a:lnTo>
                    <a:pt x="491808" y="5274259"/>
                  </a:lnTo>
                  <a:lnTo>
                    <a:pt x="491916" y="5274259"/>
                  </a:lnTo>
                  <a:lnTo>
                    <a:pt x="492025" y="5274259"/>
                  </a:lnTo>
                  <a:lnTo>
                    <a:pt x="492133" y="5274259"/>
                  </a:lnTo>
                  <a:lnTo>
                    <a:pt x="492242" y="5274259"/>
                  </a:lnTo>
                  <a:lnTo>
                    <a:pt x="492350" y="5274259"/>
                  </a:lnTo>
                  <a:lnTo>
                    <a:pt x="492350" y="5273635"/>
                  </a:lnTo>
                  <a:lnTo>
                    <a:pt x="492458" y="5273635"/>
                  </a:lnTo>
                  <a:lnTo>
                    <a:pt x="492567" y="5273635"/>
                  </a:lnTo>
                  <a:lnTo>
                    <a:pt x="492675" y="5273635"/>
                  </a:lnTo>
                  <a:lnTo>
                    <a:pt x="492675" y="5273012"/>
                  </a:lnTo>
                  <a:lnTo>
                    <a:pt x="492675" y="5272388"/>
                  </a:lnTo>
                  <a:lnTo>
                    <a:pt x="492675" y="5271764"/>
                  </a:lnTo>
                  <a:lnTo>
                    <a:pt x="492784" y="5271764"/>
                  </a:lnTo>
                  <a:lnTo>
                    <a:pt x="492892" y="5271764"/>
                  </a:lnTo>
                  <a:lnTo>
                    <a:pt x="492892" y="5271141"/>
                  </a:lnTo>
                  <a:lnTo>
                    <a:pt x="492892" y="5270517"/>
                  </a:lnTo>
                  <a:lnTo>
                    <a:pt x="492892" y="5269894"/>
                  </a:lnTo>
                  <a:lnTo>
                    <a:pt x="493001" y="5269894"/>
                  </a:lnTo>
                  <a:lnTo>
                    <a:pt x="493109" y="5269894"/>
                  </a:lnTo>
                  <a:lnTo>
                    <a:pt x="493218" y="5269894"/>
                  </a:lnTo>
                  <a:lnTo>
                    <a:pt x="493218" y="5269270"/>
                  </a:lnTo>
                  <a:lnTo>
                    <a:pt x="493326" y="5269270"/>
                  </a:lnTo>
                  <a:lnTo>
                    <a:pt x="493326" y="5268647"/>
                  </a:lnTo>
                  <a:lnTo>
                    <a:pt x="493434" y="5268647"/>
                  </a:lnTo>
                  <a:lnTo>
                    <a:pt x="493543" y="5268647"/>
                  </a:lnTo>
                  <a:lnTo>
                    <a:pt x="493651" y="5268647"/>
                  </a:lnTo>
                  <a:lnTo>
                    <a:pt x="493651" y="5268023"/>
                  </a:lnTo>
                  <a:lnTo>
                    <a:pt x="493760" y="5268023"/>
                  </a:lnTo>
                  <a:lnTo>
                    <a:pt x="493868" y="5268023"/>
                  </a:lnTo>
                  <a:lnTo>
                    <a:pt x="493977" y="5268023"/>
                  </a:lnTo>
                  <a:lnTo>
                    <a:pt x="494085" y="5268023"/>
                  </a:lnTo>
                  <a:lnTo>
                    <a:pt x="494085" y="5267399"/>
                  </a:lnTo>
                  <a:lnTo>
                    <a:pt x="494194" y="5267399"/>
                  </a:lnTo>
                  <a:lnTo>
                    <a:pt x="494302" y="5267399"/>
                  </a:lnTo>
                  <a:lnTo>
                    <a:pt x="494410" y="5267399"/>
                  </a:lnTo>
                  <a:lnTo>
                    <a:pt x="494410" y="5266776"/>
                  </a:lnTo>
                  <a:lnTo>
                    <a:pt x="494519" y="5266776"/>
                  </a:lnTo>
                  <a:lnTo>
                    <a:pt x="494627" y="5266776"/>
                  </a:lnTo>
                  <a:lnTo>
                    <a:pt x="494736" y="5266776"/>
                  </a:lnTo>
                  <a:lnTo>
                    <a:pt x="494844" y="5266776"/>
                  </a:lnTo>
                  <a:lnTo>
                    <a:pt x="494953" y="5266776"/>
                  </a:lnTo>
                  <a:lnTo>
                    <a:pt x="495061" y="5266776"/>
                  </a:lnTo>
                  <a:lnTo>
                    <a:pt x="495061" y="5266152"/>
                  </a:lnTo>
                  <a:lnTo>
                    <a:pt x="495170" y="5266152"/>
                  </a:lnTo>
                  <a:lnTo>
                    <a:pt x="495170" y="5265529"/>
                  </a:lnTo>
                  <a:lnTo>
                    <a:pt x="495278" y="5265529"/>
                  </a:lnTo>
                  <a:lnTo>
                    <a:pt x="495387" y="5265529"/>
                  </a:lnTo>
                  <a:lnTo>
                    <a:pt x="495495" y="5265529"/>
                  </a:lnTo>
                  <a:lnTo>
                    <a:pt x="495495" y="5264905"/>
                  </a:lnTo>
                  <a:lnTo>
                    <a:pt x="495603" y="5264905"/>
                  </a:lnTo>
                  <a:lnTo>
                    <a:pt x="495712" y="5264905"/>
                  </a:lnTo>
                  <a:lnTo>
                    <a:pt x="495820" y="5264905"/>
                  </a:lnTo>
                  <a:lnTo>
                    <a:pt x="495929" y="5264905"/>
                  </a:lnTo>
                  <a:lnTo>
                    <a:pt x="496037" y="5264905"/>
                  </a:lnTo>
                  <a:lnTo>
                    <a:pt x="496146" y="5264905"/>
                  </a:lnTo>
                  <a:lnTo>
                    <a:pt x="496254" y="5264905"/>
                  </a:lnTo>
                  <a:lnTo>
                    <a:pt x="496254" y="5264281"/>
                  </a:lnTo>
                  <a:lnTo>
                    <a:pt x="496254" y="5263658"/>
                  </a:lnTo>
                  <a:lnTo>
                    <a:pt x="496363" y="5263658"/>
                  </a:lnTo>
                  <a:lnTo>
                    <a:pt x="496471" y="5263658"/>
                  </a:lnTo>
                  <a:lnTo>
                    <a:pt x="496471" y="5263034"/>
                  </a:lnTo>
                  <a:lnTo>
                    <a:pt x="496579" y="5263034"/>
                  </a:lnTo>
                  <a:lnTo>
                    <a:pt x="496688" y="5263034"/>
                  </a:lnTo>
                  <a:lnTo>
                    <a:pt x="496796" y="5263034"/>
                  </a:lnTo>
                  <a:lnTo>
                    <a:pt x="496796" y="5262411"/>
                  </a:lnTo>
                  <a:lnTo>
                    <a:pt x="496905" y="5262411"/>
                  </a:lnTo>
                  <a:lnTo>
                    <a:pt x="497013" y="5262411"/>
                  </a:lnTo>
                  <a:lnTo>
                    <a:pt x="497122" y="5262411"/>
                  </a:lnTo>
                  <a:lnTo>
                    <a:pt x="497230" y="5262411"/>
                  </a:lnTo>
                  <a:lnTo>
                    <a:pt x="497339" y="5262411"/>
                  </a:lnTo>
                  <a:lnTo>
                    <a:pt x="497447" y="5262411"/>
                  </a:lnTo>
                  <a:lnTo>
                    <a:pt x="497555" y="5262411"/>
                  </a:lnTo>
                  <a:lnTo>
                    <a:pt x="497664" y="5262411"/>
                  </a:lnTo>
                  <a:lnTo>
                    <a:pt x="497664" y="5261787"/>
                  </a:lnTo>
                  <a:lnTo>
                    <a:pt x="497772" y="5261787"/>
                  </a:lnTo>
                  <a:lnTo>
                    <a:pt x="497881" y="5261787"/>
                  </a:lnTo>
                  <a:lnTo>
                    <a:pt x="497989" y="5261787"/>
                  </a:lnTo>
                  <a:lnTo>
                    <a:pt x="498098" y="5261787"/>
                  </a:lnTo>
                  <a:lnTo>
                    <a:pt x="498098" y="5261164"/>
                  </a:lnTo>
                  <a:lnTo>
                    <a:pt x="498206" y="5261164"/>
                  </a:lnTo>
                  <a:lnTo>
                    <a:pt x="498315" y="5261164"/>
                  </a:lnTo>
                  <a:lnTo>
                    <a:pt x="498315" y="5260540"/>
                  </a:lnTo>
                  <a:lnTo>
                    <a:pt x="498423" y="5260540"/>
                  </a:lnTo>
                  <a:lnTo>
                    <a:pt x="498423" y="5259916"/>
                  </a:lnTo>
                  <a:lnTo>
                    <a:pt x="498423" y="5259293"/>
                  </a:lnTo>
                  <a:lnTo>
                    <a:pt x="498423" y="5258669"/>
                  </a:lnTo>
                  <a:lnTo>
                    <a:pt x="498531" y="5258669"/>
                  </a:lnTo>
                  <a:lnTo>
                    <a:pt x="498640" y="5258669"/>
                  </a:lnTo>
                  <a:lnTo>
                    <a:pt x="498748" y="5258669"/>
                  </a:lnTo>
                  <a:lnTo>
                    <a:pt x="498857" y="5258669"/>
                  </a:lnTo>
                  <a:lnTo>
                    <a:pt x="498965" y="5258669"/>
                  </a:lnTo>
                  <a:lnTo>
                    <a:pt x="499074" y="5258669"/>
                  </a:lnTo>
                  <a:lnTo>
                    <a:pt x="499074" y="5258046"/>
                  </a:lnTo>
                  <a:lnTo>
                    <a:pt x="499074" y="5257422"/>
                  </a:lnTo>
                  <a:lnTo>
                    <a:pt x="499074" y="5256798"/>
                  </a:lnTo>
                  <a:lnTo>
                    <a:pt x="499182" y="5256798"/>
                  </a:lnTo>
                  <a:lnTo>
                    <a:pt x="499291" y="5256798"/>
                  </a:lnTo>
                  <a:lnTo>
                    <a:pt x="499399" y="5256798"/>
                  </a:lnTo>
                  <a:lnTo>
                    <a:pt x="499508" y="5256798"/>
                  </a:lnTo>
                  <a:lnTo>
                    <a:pt x="499508" y="5256175"/>
                  </a:lnTo>
                  <a:lnTo>
                    <a:pt x="499616" y="5256175"/>
                  </a:lnTo>
                  <a:lnTo>
                    <a:pt x="499616" y="5255551"/>
                  </a:lnTo>
                  <a:lnTo>
                    <a:pt x="499724" y="5255551"/>
                  </a:lnTo>
                  <a:lnTo>
                    <a:pt x="499833" y="5255551"/>
                  </a:lnTo>
                  <a:lnTo>
                    <a:pt x="499941" y="5255551"/>
                  </a:lnTo>
                  <a:lnTo>
                    <a:pt x="500050" y="5255551"/>
                  </a:lnTo>
                  <a:lnTo>
                    <a:pt x="500158" y="5255551"/>
                  </a:lnTo>
                  <a:lnTo>
                    <a:pt x="500267" y="5255551"/>
                  </a:lnTo>
                  <a:lnTo>
                    <a:pt x="500267" y="5254928"/>
                  </a:lnTo>
                  <a:lnTo>
                    <a:pt x="500375" y="5254928"/>
                  </a:lnTo>
                  <a:lnTo>
                    <a:pt x="500375" y="5254304"/>
                  </a:lnTo>
                  <a:lnTo>
                    <a:pt x="500484" y="5254304"/>
                  </a:lnTo>
                  <a:lnTo>
                    <a:pt x="500592" y="5254304"/>
                  </a:lnTo>
                  <a:lnTo>
                    <a:pt x="500700" y="5254304"/>
                  </a:lnTo>
                  <a:lnTo>
                    <a:pt x="500700" y="5253681"/>
                  </a:lnTo>
                  <a:lnTo>
                    <a:pt x="500809" y="5253681"/>
                  </a:lnTo>
                  <a:lnTo>
                    <a:pt x="500917" y="5253681"/>
                  </a:lnTo>
                  <a:lnTo>
                    <a:pt x="500917" y="5253057"/>
                  </a:lnTo>
                  <a:lnTo>
                    <a:pt x="500917" y="5252433"/>
                  </a:lnTo>
                  <a:lnTo>
                    <a:pt x="501026" y="5252433"/>
                  </a:lnTo>
                  <a:lnTo>
                    <a:pt x="501134" y="5252433"/>
                  </a:lnTo>
                  <a:lnTo>
                    <a:pt x="501243" y="5252433"/>
                  </a:lnTo>
                  <a:lnTo>
                    <a:pt x="501351" y="5252433"/>
                  </a:lnTo>
                  <a:lnTo>
                    <a:pt x="501351" y="5251810"/>
                  </a:lnTo>
                  <a:lnTo>
                    <a:pt x="501460" y="5251810"/>
                  </a:lnTo>
                  <a:lnTo>
                    <a:pt x="501568" y="5251810"/>
                  </a:lnTo>
                  <a:lnTo>
                    <a:pt x="501676" y="5251810"/>
                  </a:lnTo>
                  <a:lnTo>
                    <a:pt x="501785" y="5251810"/>
                  </a:lnTo>
                  <a:lnTo>
                    <a:pt x="501893" y="5251810"/>
                  </a:lnTo>
                  <a:lnTo>
                    <a:pt x="502002" y="5251810"/>
                  </a:lnTo>
                  <a:lnTo>
                    <a:pt x="502110" y="5251810"/>
                  </a:lnTo>
                  <a:lnTo>
                    <a:pt x="502219" y="5251810"/>
                  </a:lnTo>
                  <a:lnTo>
                    <a:pt x="502219" y="5251186"/>
                  </a:lnTo>
                  <a:lnTo>
                    <a:pt x="502327" y="5251186"/>
                  </a:lnTo>
                  <a:lnTo>
                    <a:pt x="502436" y="5251186"/>
                  </a:lnTo>
                  <a:lnTo>
                    <a:pt x="502544" y="5251186"/>
                  </a:lnTo>
                  <a:lnTo>
                    <a:pt x="502544" y="5250563"/>
                  </a:lnTo>
                  <a:lnTo>
                    <a:pt x="502652" y="5250563"/>
                  </a:lnTo>
                  <a:lnTo>
                    <a:pt x="502761" y="5250563"/>
                  </a:lnTo>
                  <a:lnTo>
                    <a:pt x="502869" y="5250563"/>
                  </a:lnTo>
                  <a:lnTo>
                    <a:pt x="502978" y="5250563"/>
                  </a:lnTo>
                  <a:lnTo>
                    <a:pt x="503086" y="5250563"/>
                  </a:lnTo>
                  <a:lnTo>
                    <a:pt x="503195" y="5250563"/>
                  </a:lnTo>
                  <a:lnTo>
                    <a:pt x="503303" y="5250563"/>
                  </a:lnTo>
                  <a:lnTo>
                    <a:pt x="503412" y="5250563"/>
                  </a:lnTo>
                  <a:lnTo>
                    <a:pt x="503412" y="5249939"/>
                  </a:lnTo>
                  <a:lnTo>
                    <a:pt x="503520" y="5249939"/>
                  </a:lnTo>
                  <a:lnTo>
                    <a:pt x="503629" y="5249939"/>
                  </a:lnTo>
                  <a:lnTo>
                    <a:pt x="503737" y="5249939"/>
                  </a:lnTo>
                  <a:lnTo>
                    <a:pt x="503737" y="5249315"/>
                  </a:lnTo>
                  <a:lnTo>
                    <a:pt x="503737" y="5248692"/>
                  </a:lnTo>
                  <a:lnTo>
                    <a:pt x="503845" y="5248692"/>
                  </a:lnTo>
                  <a:lnTo>
                    <a:pt x="503954" y="5248692"/>
                  </a:lnTo>
                  <a:lnTo>
                    <a:pt x="504062" y="5248692"/>
                  </a:lnTo>
                  <a:lnTo>
                    <a:pt x="504171" y="5248692"/>
                  </a:lnTo>
                  <a:lnTo>
                    <a:pt x="504279" y="5248692"/>
                  </a:lnTo>
                  <a:lnTo>
                    <a:pt x="504388" y="5248692"/>
                  </a:lnTo>
                  <a:lnTo>
                    <a:pt x="504388" y="5248068"/>
                  </a:lnTo>
                  <a:lnTo>
                    <a:pt x="504496" y="5248068"/>
                  </a:lnTo>
                  <a:lnTo>
                    <a:pt x="504605" y="5248068"/>
                  </a:lnTo>
                  <a:lnTo>
                    <a:pt x="504713" y="5248068"/>
                  </a:lnTo>
                  <a:lnTo>
                    <a:pt x="504821" y="5248068"/>
                  </a:lnTo>
                  <a:lnTo>
                    <a:pt x="504930" y="5248068"/>
                  </a:lnTo>
                  <a:lnTo>
                    <a:pt x="504930" y="5247445"/>
                  </a:lnTo>
                  <a:lnTo>
                    <a:pt x="504930" y="5246821"/>
                  </a:lnTo>
                  <a:lnTo>
                    <a:pt x="505038" y="5246821"/>
                  </a:lnTo>
                  <a:lnTo>
                    <a:pt x="505147" y="5246821"/>
                  </a:lnTo>
                  <a:lnTo>
                    <a:pt x="505255" y="5246821"/>
                  </a:lnTo>
                  <a:lnTo>
                    <a:pt x="505364" y="5246821"/>
                  </a:lnTo>
                  <a:lnTo>
                    <a:pt x="505472" y="5246821"/>
                  </a:lnTo>
                  <a:lnTo>
                    <a:pt x="505581" y="5246821"/>
                  </a:lnTo>
                  <a:lnTo>
                    <a:pt x="505689" y="5246821"/>
                  </a:lnTo>
                  <a:lnTo>
                    <a:pt x="505797" y="5246821"/>
                  </a:lnTo>
                  <a:lnTo>
                    <a:pt x="505906" y="5246821"/>
                  </a:lnTo>
                  <a:lnTo>
                    <a:pt x="506014" y="5246821"/>
                  </a:lnTo>
                  <a:lnTo>
                    <a:pt x="506123" y="5246821"/>
                  </a:lnTo>
                  <a:lnTo>
                    <a:pt x="506231" y="5246821"/>
                  </a:lnTo>
                  <a:lnTo>
                    <a:pt x="506231" y="5246198"/>
                  </a:lnTo>
                  <a:lnTo>
                    <a:pt x="506231" y="5245574"/>
                  </a:lnTo>
                  <a:lnTo>
                    <a:pt x="506340" y="5245574"/>
                  </a:lnTo>
                  <a:lnTo>
                    <a:pt x="506448" y="5245574"/>
                  </a:lnTo>
                  <a:lnTo>
                    <a:pt x="506557" y="5245574"/>
                  </a:lnTo>
                  <a:lnTo>
                    <a:pt x="506557" y="5244950"/>
                  </a:lnTo>
                  <a:lnTo>
                    <a:pt x="506665" y="5244950"/>
                  </a:lnTo>
                  <a:lnTo>
                    <a:pt x="506773" y="5244950"/>
                  </a:lnTo>
                  <a:lnTo>
                    <a:pt x="506882" y="5244950"/>
                  </a:lnTo>
                  <a:lnTo>
                    <a:pt x="506990" y="5244950"/>
                  </a:lnTo>
                  <a:lnTo>
                    <a:pt x="507099" y="5244950"/>
                  </a:lnTo>
                  <a:lnTo>
                    <a:pt x="507207" y="5244950"/>
                  </a:lnTo>
                  <a:lnTo>
                    <a:pt x="507316" y="5244950"/>
                  </a:lnTo>
                  <a:lnTo>
                    <a:pt x="507424" y="5244950"/>
                  </a:lnTo>
                  <a:lnTo>
                    <a:pt x="507424" y="5244327"/>
                  </a:lnTo>
                  <a:lnTo>
                    <a:pt x="507533" y="5244327"/>
                  </a:lnTo>
                  <a:lnTo>
                    <a:pt x="507641" y="5244327"/>
                  </a:lnTo>
                  <a:lnTo>
                    <a:pt x="507641" y="5243703"/>
                  </a:lnTo>
                  <a:lnTo>
                    <a:pt x="507749" y="5243703"/>
                  </a:lnTo>
                  <a:lnTo>
                    <a:pt x="507858" y="5243703"/>
                  </a:lnTo>
                  <a:lnTo>
                    <a:pt x="507858" y="5243080"/>
                  </a:lnTo>
                  <a:lnTo>
                    <a:pt x="507966" y="5243080"/>
                  </a:lnTo>
                  <a:lnTo>
                    <a:pt x="508075" y="5243080"/>
                  </a:lnTo>
                  <a:lnTo>
                    <a:pt x="508075" y="5242456"/>
                  </a:lnTo>
                  <a:lnTo>
                    <a:pt x="508183" y="5242456"/>
                  </a:lnTo>
                  <a:lnTo>
                    <a:pt x="508292" y="5242456"/>
                  </a:lnTo>
                  <a:lnTo>
                    <a:pt x="508400" y="5242456"/>
                  </a:lnTo>
                  <a:lnTo>
                    <a:pt x="508509" y="5242456"/>
                  </a:lnTo>
                  <a:lnTo>
                    <a:pt x="508509" y="5241832"/>
                  </a:lnTo>
                  <a:lnTo>
                    <a:pt x="508617" y="5241832"/>
                  </a:lnTo>
                  <a:lnTo>
                    <a:pt x="508617" y="5241209"/>
                  </a:lnTo>
                  <a:lnTo>
                    <a:pt x="508726" y="5241209"/>
                  </a:lnTo>
                  <a:lnTo>
                    <a:pt x="508834" y="5241209"/>
                  </a:lnTo>
                  <a:lnTo>
                    <a:pt x="508942" y="5241209"/>
                  </a:lnTo>
                  <a:lnTo>
                    <a:pt x="509051" y="5241209"/>
                  </a:lnTo>
                  <a:lnTo>
                    <a:pt x="509159" y="5241209"/>
                  </a:lnTo>
                  <a:lnTo>
                    <a:pt x="509268" y="5241209"/>
                  </a:lnTo>
                  <a:lnTo>
                    <a:pt x="509376" y="5241209"/>
                  </a:lnTo>
                  <a:lnTo>
                    <a:pt x="509485" y="5241209"/>
                  </a:lnTo>
                  <a:lnTo>
                    <a:pt x="509593" y="5241209"/>
                  </a:lnTo>
                  <a:lnTo>
                    <a:pt x="509702" y="5241209"/>
                  </a:lnTo>
                  <a:lnTo>
                    <a:pt x="509810" y="5241209"/>
                  </a:lnTo>
                  <a:lnTo>
                    <a:pt x="509810" y="5240585"/>
                  </a:lnTo>
                  <a:lnTo>
                    <a:pt x="509918" y="5240585"/>
                  </a:lnTo>
                  <a:lnTo>
                    <a:pt x="509918" y="5239962"/>
                  </a:lnTo>
                  <a:lnTo>
                    <a:pt x="510027" y="5239962"/>
                  </a:lnTo>
                  <a:lnTo>
                    <a:pt x="510135" y="5239962"/>
                  </a:lnTo>
                  <a:lnTo>
                    <a:pt x="510244" y="5239962"/>
                  </a:lnTo>
                  <a:lnTo>
                    <a:pt x="510352" y="5239962"/>
                  </a:lnTo>
                  <a:lnTo>
                    <a:pt x="510461" y="5239962"/>
                  </a:lnTo>
                  <a:lnTo>
                    <a:pt x="510569" y="5239962"/>
                  </a:lnTo>
                  <a:lnTo>
                    <a:pt x="510678" y="5239962"/>
                  </a:lnTo>
                  <a:lnTo>
                    <a:pt x="510786" y="5239962"/>
                  </a:lnTo>
                  <a:lnTo>
                    <a:pt x="510786" y="5239338"/>
                  </a:lnTo>
                  <a:lnTo>
                    <a:pt x="510894" y="5239338"/>
                  </a:lnTo>
                  <a:lnTo>
                    <a:pt x="510894" y="5238715"/>
                  </a:lnTo>
                  <a:lnTo>
                    <a:pt x="510894" y="5238091"/>
                  </a:lnTo>
                  <a:lnTo>
                    <a:pt x="511003" y="5238091"/>
                  </a:lnTo>
                  <a:lnTo>
                    <a:pt x="511111" y="5238091"/>
                  </a:lnTo>
                  <a:lnTo>
                    <a:pt x="511220" y="5238091"/>
                  </a:lnTo>
                  <a:lnTo>
                    <a:pt x="511328" y="5238091"/>
                  </a:lnTo>
                  <a:lnTo>
                    <a:pt x="511437" y="5238091"/>
                  </a:lnTo>
                  <a:lnTo>
                    <a:pt x="511437" y="5237467"/>
                  </a:lnTo>
                  <a:lnTo>
                    <a:pt x="511545" y="5237467"/>
                  </a:lnTo>
                  <a:lnTo>
                    <a:pt x="511545" y="5236844"/>
                  </a:lnTo>
                  <a:lnTo>
                    <a:pt x="511545" y="5236220"/>
                  </a:lnTo>
                  <a:lnTo>
                    <a:pt x="511654" y="5236220"/>
                  </a:lnTo>
                  <a:lnTo>
                    <a:pt x="511654" y="5235597"/>
                  </a:lnTo>
                  <a:lnTo>
                    <a:pt x="511654" y="5234973"/>
                  </a:lnTo>
                  <a:lnTo>
                    <a:pt x="511762" y="5234973"/>
                  </a:lnTo>
                  <a:lnTo>
                    <a:pt x="511870" y="5234973"/>
                  </a:lnTo>
                  <a:lnTo>
                    <a:pt x="511979" y="5234973"/>
                  </a:lnTo>
                  <a:lnTo>
                    <a:pt x="512087" y="5234973"/>
                  </a:lnTo>
                  <a:lnTo>
                    <a:pt x="512196" y="5234973"/>
                  </a:lnTo>
                  <a:lnTo>
                    <a:pt x="512304" y="5234973"/>
                  </a:lnTo>
                  <a:lnTo>
                    <a:pt x="512413" y="5234973"/>
                  </a:lnTo>
                  <a:lnTo>
                    <a:pt x="512521" y="5234973"/>
                  </a:lnTo>
                  <a:lnTo>
                    <a:pt x="512630" y="5234973"/>
                  </a:lnTo>
                  <a:lnTo>
                    <a:pt x="512738" y="5234973"/>
                  </a:lnTo>
                  <a:lnTo>
                    <a:pt x="512847" y="5234973"/>
                  </a:lnTo>
                  <a:lnTo>
                    <a:pt x="512847" y="5234349"/>
                  </a:lnTo>
                  <a:lnTo>
                    <a:pt x="512847" y="5233726"/>
                  </a:lnTo>
                  <a:lnTo>
                    <a:pt x="512847" y="5233102"/>
                  </a:lnTo>
                  <a:lnTo>
                    <a:pt x="512955" y="5233102"/>
                  </a:lnTo>
                  <a:lnTo>
                    <a:pt x="512955" y="5232479"/>
                  </a:lnTo>
                  <a:lnTo>
                    <a:pt x="512955" y="5231855"/>
                  </a:lnTo>
                  <a:lnTo>
                    <a:pt x="512955" y="5231232"/>
                  </a:lnTo>
                  <a:lnTo>
                    <a:pt x="513063" y="5231232"/>
                  </a:lnTo>
                  <a:lnTo>
                    <a:pt x="513172" y="5231232"/>
                  </a:lnTo>
                  <a:lnTo>
                    <a:pt x="513280" y="5231232"/>
                  </a:lnTo>
                  <a:lnTo>
                    <a:pt x="513280" y="5230608"/>
                  </a:lnTo>
                  <a:lnTo>
                    <a:pt x="513389" y="5230608"/>
                  </a:lnTo>
                  <a:lnTo>
                    <a:pt x="513389" y="5229984"/>
                  </a:lnTo>
                  <a:lnTo>
                    <a:pt x="513497" y="5229984"/>
                  </a:lnTo>
                  <a:lnTo>
                    <a:pt x="513606" y="5229984"/>
                  </a:lnTo>
                  <a:lnTo>
                    <a:pt x="513606" y="5229361"/>
                  </a:lnTo>
                  <a:lnTo>
                    <a:pt x="513606" y="5228737"/>
                  </a:lnTo>
                  <a:lnTo>
                    <a:pt x="513714" y="5228737"/>
                  </a:lnTo>
                  <a:lnTo>
                    <a:pt x="513823" y="5228737"/>
                  </a:lnTo>
                  <a:lnTo>
                    <a:pt x="513931" y="5228737"/>
                  </a:lnTo>
                  <a:lnTo>
                    <a:pt x="514039" y="5228737"/>
                  </a:lnTo>
                  <a:lnTo>
                    <a:pt x="514148" y="5228737"/>
                  </a:lnTo>
                  <a:lnTo>
                    <a:pt x="514256" y="5228737"/>
                  </a:lnTo>
                  <a:lnTo>
                    <a:pt x="514365" y="5228737"/>
                  </a:lnTo>
                  <a:lnTo>
                    <a:pt x="514473" y="5228737"/>
                  </a:lnTo>
                  <a:lnTo>
                    <a:pt x="514473" y="5228114"/>
                  </a:lnTo>
                  <a:lnTo>
                    <a:pt x="514582" y="5228114"/>
                  </a:lnTo>
                  <a:lnTo>
                    <a:pt x="514690" y="5228114"/>
                  </a:lnTo>
                  <a:lnTo>
                    <a:pt x="514799" y="5228114"/>
                  </a:lnTo>
                  <a:lnTo>
                    <a:pt x="514907" y="5228114"/>
                  </a:lnTo>
                  <a:lnTo>
                    <a:pt x="515015" y="5228114"/>
                  </a:lnTo>
                  <a:lnTo>
                    <a:pt x="515124" y="5228114"/>
                  </a:lnTo>
                  <a:lnTo>
                    <a:pt x="515124" y="5227490"/>
                  </a:lnTo>
                  <a:lnTo>
                    <a:pt x="515232" y="5227490"/>
                  </a:lnTo>
                  <a:lnTo>
                    <a:pt x="515341" y="5227490"/>
                  </a:lnTo>
                  <a:lnTo>
                    <a:pt x="515449" y="5227490"/>
                  </a:lnTo>
                  <a:lnTo>
                    <a:pt x="515558" y="5227490"/>
                  </a:lnTo>
                  <a:lnTo>
                    <a:pt x="515558" y="5226866"/>
                  </a:lnTo>
                  <a:lnTo>
                    <a:pt x="515666" y="5226866"/>
                  </a:lnTo>
                  <a:lnTo>
                    <a:pt x="515775" y="5226866"/>
                  </a:lnTo>
                  <a:lnTo>
                    <a:pt x="515883" y="5226866"/>
                  </a:lnTo>
                  <a:lnTo>
                    <a:pt x="515991" y="5226866"/>
                  </a:lnTo>
                  <a:lnTo>
                    <a:pt x="516100" y="5226866"/>
                  </a:lnTo>
                  <a:lnTo>
                    <a:pt x="516208" y="5226866"/>
                  </a:lnTo>
                  <a:lnTo>
                    <a:pt x="516208" y="5226243"/>
                  </a:lnTo>
                  <a:lnTo>
                    <a:pt x="516317" y="5226243"/>
                  </a:lnTo>
                  <a:lnTo>
                    <a:pt x="516317" y="5225619"/>
                  </a:lnTo>
                  <a:lnTo>
                    <a:pt x="516425" y="5225619"/>
                  </a:lnTo>
                  <a:lnTo>
                    <a:pt x="516534" y="5225619"/>
                  </a:lnTo>
                  <a:lnTo>
                    <a:pt x="516642" y="5225619"/>
                  </a:lnTo>
                  <a:lnTo>
                    <a:pt x="516751" y="5225619"/>
                  </a:lnTo>
                  <a:lnTo>
                    <a:pt x="516751" y="5224996"/>
                  </a:lnTo>
                  <a:lnTo>
                    <a:pt x="516859" y="5224996"/>
                  </a:lnTo>
                  <a:lnTo>
                    <a:pt x="516968" y="5224996"/>
                  </a:lnTo>
                  <a:lnTo>
                    <a:pt x="517076" y="5224996"/>
                  </a:lnTo>
                  <a:lnTo>
                    <a:pt x="517076" y="5224372"/>
                  </a:lnTo>
                  <a:lnTo>
                    <a:pt x="517076" y="5223749"/>
                  </a:lnTo>
                  <a:lnTo>
                    <a:pt x="517184" y="5223749"/>
                  </a:lnTo>
                  <a:lnTo>
                    <a:pt x="517293" y="5223749"/>
                  </a:lnTo>
                  <a:lnTo>
                    <a:pt x="517401" y="5223749"/>
                  </a:lnTo>
                  <a:lnTo>
                    <a:pt x="517401" y="5223125"/>
                  </a:lnTo>
                  <a:lnTo>
                    <a:pt x="517510" y="5223125"/>
                  </a:lnTo>
                  <a:lnTo>
                    <a:pt x="517618" y="5223125"/>
                  </a:lnTo>
                  <a:lnTo>
                    <a:pt x="517618" y="5222501"/>
                  </a:lnTo>
                  <a:lnTo>
                    <a:pt x="517618" y="5221878"/>
                  </a:lnTo>
                  <a:lnTo>
                    <a:pt x="517727" y="5221878"/>
                  </a:lnTo>
                  <a:lnTo>
                    <a:pt x="517727" y="5221254"/>
                  </a:lnTo>
                  <a:lnTo>
                    <a:pt x="517835" y="5221254"/>
                  </a:lnTo>
                  <a:lnTo>
                    <a:pt x="517944" y="5221254"/>
                  </a:lnTo>
                  <a:lnTo>
                    <a:pt x="518052" y="5221254"/>
                  </a:lnTo>
                  <a:lnTo>
                    <a:pt x="518160" y="5221254"/>
                  </a:lnTo>
                  <a:lnTo>
                    <a:pt x="518269" y="5221254"/>
                  </a:lnTo>
                  <a:lnTo>
                    <a:pt x="518377" y="5221254"/>
                  </a:lnTo>
                  <a:lnTo>
                    <a:pt x="518486" y="5221254"/>
                  </a:lnTo>
                  <a:lnTo>
                    <a:pt x="518594" y="5221254"/>
                  </a:lnTo>
                  <a:lnTo>
                    <a:pt x="518703" y="5221254"/>
                  </a:lnTo>
                  <a:lnTo>
                    <a:pt x="518811" y="5221254"/>
                  </a:lnTo>
                  <a:lnTo>
                    <a:pt x="518920" y="5221254"/>
                  </a:lnTo>
                  <a:lnTo>
                    <a:pt x="519028" y="5221254"/>
                  </a:lnTo>
                  <a:lnTo>
                    <a:pt x="519136" y="5221254"/>
                  </a:lnTo>
                  <a:lnTo>
                    <a:pt x="519136" y="5220631"/>
                  </a:lnTo>
                  <a:lnTo>
                    <a:pt x="519245" y="5220631"/>
                  </a:lnTo>
                  <a:lnTo>
                    <a:pt x="519353" y="5220631"/>
                  </a:lnTo>
                  <a:lnTo>
                    <a:pt x="519462" y="5220631"/>
                  </a:lnTo>
                  <a:lnTo>
                    <a:pt x="519462" y="5220007"/>
                  </a:lnTo>
                  <a:lnTo>
                    <a:pt x="519570" y="5220007"/>
                  </a:lnTo>
                  <a:lnTo>
                    <a:pt x="519679" y="5220007"/>
                  </a:lnTo>
                  <a:lnTo>
                    <a:pt x="519787" y="5220007"/>
                  </a:lnTo>
                  <a:lnTo>
                    <a:pt x="519896" y="5220007"/>
                  </a:lnTo>
                  <a:lnTo>
                    <a:pt x="520004" y="5220007"/>
                  </a:lnTo>
                  <a:lnTo>
                    <a:pt x="520004" y="5219384"/>
                  </a:lnTo>
                  <a:lnTo>
                    <a:pt x="520112" y="5219384"/>
                  </a:lnTo>
                  <a:lnTo>
                    <a:pt x="520221" y="5219384"/>
                  </a:lnTo>
                  <a:lnTo>
                    <a:pt x="520221" y="5218760"/>
                  </a:lnTo>
                  <a:lnTo>
                    <a:pt x="520221" y="5218136"/>
                  </a:lnTo>
                  <a:lnTo>
                    <a:pt x="520329" y="5218136"/>
                  </a:lnTo>
                  <a:lnTo>
                    <a:pt x="520438" y="5218136"/>
                  </a:lnTo>
                  <a:lnTo>
                    <a:pt x="520438" y="5217513"/>
                  </a:lnTo>
                  <a:lnTo>
                    <a:pt x="520438" y="5216889"/>
                  </a:lnTo>
                  <a:lnTo>
                    <a:pt x="520438" y="5216266"/>
                  </a:lnTo>
                  <a:lnTo>
                    <a:pt x="520546" y="5216266"/>
                  </a:lnTo>
                  <a:lnTo>
                    <a:pt x="520655" y="5216266"/>
                  </a:lnTo>
                  <a:lnTo>
                    <a:pt x="520763" y="5216266"/>
                  </a:lnTo>
                  <a:lnTo>
                    <a:pt x="520872" y="5216266"/>
                  </a:lnTo>
                  <a:lnTo>
                    <a:pt x="520980" y="5216266"/>
                  </a:lnTo>
                  <a:lnTo>
                    <a:pt x="521089" y="5216266"/>
                  </a:lnTo>
                  <a:lnTo>
                    <a:pt x="521197" y="5216266"/>
                  </a:lnTo>
                  <a:lnTo>
                    <a:pt x="521197" y="5215642"/>
                  </a:lnTo>
                  <a:lnTo>
                    <a:pt x="521305" y="5215642"/>
                  </a:lnTo>
                  <a:lnTo>
                    <a:pt x="521414" y="5215642"/>
                  </a:lnTo>
                  <a:lnTo>
                    <a:pt x="521522" y="5215642"/>
                  </a:lnTo>
                  <a:lnTo>
                    <a:pt x="521631" y="5215642"/>
                  </a:lnTo>
                  <a:lnTo>
                    <a:pt x="521739" y="5215642"/>
                  </a:lnTo>
                  <a:lnTo>
                    <a:pt x="521739" y="5215018"/>
                  </a:lnTo>
                  <a:lnTo>
                    <a:pt x="521848" y="5215018"/>
                  </a:lnTo>
                  <a:lnTo>
                    <a:pt x="521956" y="5215018"/>
                  </a:lnTo>
                  <a:lnTo>
                    <a:pt x="521956" y="5214395"/>
                  </a:lnTo>
                  <a:lnTo>
                    <a:pt x="522065" y="5214395"/>
                  </a:lnTo>
                  <a:lnTo>
                    <a:pt x="522065" y="5213771"/>
                  </a:lnTo>
                  <a:lnTo>
                    <a:pt x="522173" y="5213771"/>
                  </a:lnTo>
                  <a:lnTo>
                    <a:pt x="522173" y="5213148"/>
                  </a:lnTo>
                  <a:lnTo>
                    <a:pt x="522281" y="5213148"/>
                  </a:lnTo>
                  <a:lnTo>
                    <a:pt x="522281" y="5212524"/>
                  </a:lnTo>
                  <a:lnTo>
                    <a:pt x="522390" y="5212524"/>
                  </a:lnTo>
                  <a:lnTo>
                    <a:pt x="522498" y="5212524"/>
                  </a:lnTo>
                  <a:lnTo>
                    <a:pt x="522498" y="5211901"/>
                  </a:lnTo>
                  <a:lnTo>
                    <a:pt x="522607" y="5211901"/>
                  </a:lnTo>
                  <a:lnTo>
                    <a:pt x="522715" y="5211901"/>
                  </a:lnTo>
                  <a:lnTo>
                    <a:pt x="522824" y="5211901"/>
                  </a:lnTo>
                  <a:lnTo>
                    <a:pt x="522824" y="5211277"/>
                  </a:lnTo>
                  <a:lnTo>
                    <a:pt x="522932" y="5211277"/>
                  </a:lnTo>
                  <a:lnTo>
                    <a:pt x="523041" y="5211277"/>
                  </a:lnTo>
                  <a:lnTo>
                    <a:pt x="523149" y="5211277"/>
                  </a:lnTo>
                  <a:lnTo>
                    <a:pt x="523257" y="5211277"/>
                  </a:lnTo>
                  <a:lnTo>
                    <a:pt x="523366" y="5211277"/>
                  </a:lnTo>
                  <a:lnTo>
                    <a:pt x="523474" y="5211277"/>
                  </a:lnTo>
                  <a:lnTo>
                    <a:pt x="523583" y="5211277"/>
                  </a:lnTo>
                  <a:lnTo>
                    <a:pt x="523691" y="5211277"/>
                  </a:lnTo>
                  <a:lnTo>
                    <a:pt x="523800" y="5211277"/>
                  </a:lnTo>
                  <a:lnTo>
                    <a:pt x="523908" y="5211277"/>
                  </a:lnTo>
                  <a:lnTo>
                    <a:pt x="524017" y="5211277"/>
                  </a:lnTo>
                  <a:lnTo>
                    <a:pt x="524125" y="5211277"/>
                  </a:lnTo>
                  <a:lnTo>
                    <a:pt x="524125" y="5210653"/>
                  </a:lnTo>
                  <a:lnTo>
                    <a:pt x="524233" y="5210653"/>
                  </a:lnTo>
                  <a:lnTo>
                    <a:pt x="524342" y="5210653"/>
                  </a:lnTo>
                  <a:lnTo>
                    <a:pt x="524450" y="5210653"/>
                  </a:lnTo>
                  <a:lnTo>
                    <a:pt x="524450" y="5210030"/>
                  </a:lnTo>
                  <a:lnTo>
                    <a:pt x="524559" y="5210030"/>
                  </a:lnTo>
                  <a:lnTo>
                    <a:pt x="524667" y="5210030"/>
                  </a:lnTo>
                  <a:lnTo>
                    <a:pt x="524776" y="5210030"/>
                  </a:lnTo>
                  <a:lnTo>
                    <a:pt x="524884" y="5210030"/>
                  </a:lnTo>
                  <a:lnTo>
                    <a:pt x="524884" y="5209406"/>
                  </a:lnTo>
                  <a:lnTo>
                    <a:pt x="524993" y="5209406"/>
                  </a:lnTo>
                  <a:lnTo>
                    <a:pt x="524993" y="5208783"/>
                  </a:lnTo>
                  <a:lnTo>
                    <a:pt x="524993" y="5208159"/>
                  </a:lnTo>
                  <a:lnTo>
                    <a:pt x="524993" y="5207535"/>
                  </a:lnTo>
                  <a:lnTo>
                    <a:pt x="524993" y="5206912"/>
                  </a:lnTo>
                  <a:lnTo>
                    <a:pt x="524993" y="5206288"/>
                  </a:lnTo>
                  <a:lnTo>
                    <a:pt x="525101" y="5206288"/>
                  </a:lnTo>
                  <a:lnTo>
                    <a:pt x="525210" y="5206288"/>
                  </a:lnTo>
                  <a:lnTo>
                    <a:pt x="525318" y="5206288"/>
                  </a:lnTo>
                  <a:lnTo>
                    <a:pt x="525426" y="5206288"/>
                  </a:lnTo>
                  <a:lnTo>
                    <a:pt x="525535" y="5206288"/>
                  </a:lnTo>
                  <a:lnTo>
                    <a:pt x="525643" y="5206288"/>
                  </a:lnTo>
                  <a:lnTo>
                    <a:pt x="525752" y="5206288"/>
                  </a:lnTo>
                  <a:lnTo>
                    <a:pt x="525860" y="5206288"/>
                  </a:lnTo>
                  <a:lnTo>
                    <a:pt x="525969" y="5206288"/>
                  </a:lnTo>
                  <a:lnTo>
                    <a:pt x="526077" y="5206288"/>
                  </a:lnTo>
                  <a:lnTo>
                    <a:pt x="526186" y="5206288"/>
                  </a:lnTo>
                  <a:lnTo>
                    <a:pt x="526294" y="5206288"/>
                  </a:lnTo>
                  <a:lnTo>
                    <a:pt x="526402" y="5206288"/>
                  </a:lnTo>
                  <a:lnTo>
                    <a:pt x="526511" y="5206288"/>
                  </a:lnTo>
                  <a:lnTo>
                    <a:pt x="526619" y="5206288"/>
                  </a:lnTo>
                  <a:lnTo>
                    <a:pt x="526728" y="5206288"/>
                  </a:lnTo>
                  <a:lnTo>
                    <a:pt x="526728" y="5205665"/>
                  </a:lnTo>
                  <a:lnTo>
                    <a:pt x="526728" y="5205041"/>
                  </a:lnTo>
                  <a:lnTo>
                    <a:pt x="526836" y="5205041"/>
                  </a:lnTo>
                  <a:lnTo>
                    <a:pt x="526945" y="5205041"/>
                  </a:lnTo>
                  <a:lnTo>
                    <a:pt x="526945" y="5204418"/>
                  </a:lnTo>
                  <a:lnTo>
                    <a:pt x="527053" y="5204418"/>
                  </a:lnTo>
                  <a:lnTo>
                    <a:pt x="527162" y="5204418"/>
                  </a:lnTo>
                  <a:lnTo>
                    <a:pt x="527270" y="5204418"/>
                  </a:lnTo>
                  <a:lnTo>
                    <a:pt x="527378" y="5204418"/>
                  </a:lnTo>
                  <a:lnTo>
                    <a:pt x="527378" y="5203794"/>
                  </a:lnTo>
                  <a:lnTo>
                    <a:pt x="527487" y="5203794"/>
                  </a:lnTo>
                  <a:lnTo>
                    <a:pt x="527595" y="5203794"/>
                  </a:lnTo>
                  <a:lnTo>
                    <a:pt x="527595" y="5203170"/>
                  </a:lnTo>
                  <a:lnTo>
                    <a:pt x="527704" y="5203170"/>
                  </a:lnTo>
                  <a:lnTo>
                    <a:pt x="527704" y="5202547"/>
                  </a:lnTo>
                  <a:lnTo>
                    <a:pt x="527812" y="5202547"/>
                  </a:lnTo>
                  <a:lnTo>
                    <a:pt x="527812" y="5201923"/>
                  </a:lnTo>
                  <a:lnTo>
                    <a:pt x="527812" y="5201300"/>
                  </a:lnTo>
                  <a:lnTo>
                    <a:pt x="527921" y="5201300"/>
                  </a:lnTo>
                  <a:lnTo>
                    <a:pt x="527921" y="5200676"/>
                  </a:lnTo>
                  <a:lnTo>
                    <a:pt x="528029" y="5200676"/>
                  </a:lnTo>
                  <a:lnTo>
                    <a:pt x="528138" y="5200676"/>
                  </a:lnTo>
                  <a:lnTo>
                    <a:pt x="528246" y="5200676"/>
                  </a:lnTo>
                  <a:lnTo>
                    <a:pt x="528354" y="5200676"/>
                  </a:lnTo>
                  <a:lnTo>
                    <a:pt x="528463" y="5200676"/>
                  </a:lnTo>
                  <a:lnTo>
                    <a:pt x="528463" y="5200052"/>
                  </a:lnTo>
                  <a:lnTo>
                    <a:pt x="528571" y="5200052"/>
                  </a:lnTo>
                  <a:lnTo>
                    <a:pt x="528571" y="5199429"/>
                  </a:lnTo>
                  <a:lnTo>
                    <a:pt x="528680" y="5199429"/>
                  </a:lnTo>
                  <a:lnTo>
                    <a:pt x="528680" y="5198805"/>
                  </a:lnTo>
                  <a:lnTo>
                    <a:pt x="528788" y="5198805"/>
                  </a:lnTo>
                  <a:lnTo>
                    <a:pt x="528897" y="5198805"/>
                  </a:lnTo>
                  <a:lnTo>
                    <a:pt x="529005" y="5198805"/>
                  </a:lnTo>
                  <a:lnTo>
                    <a:pt x="529114" y="5198805"/>
                  </a:lnTo>
                  <a:lnTo>
                    <a:pt x="529114" y="5198182"/>
                  </a:lnTo>
                  <a:lnTo>
                    <a:pt x="529222" y="5198182"/>
                  </a:lnTo>
                  <a:lnTo>
                    <a:pt x="529330" y="5198182"/>
                  </a:lnTo>
                  <a:lnTo>
                    <a:pt x="529439" y="5198182"/>
                  </a:lnTo>
                  <a:lnTo>
                    <a:pt x="529547" y="5198182"/>
                  </a:lnTo>
                  <a:lnTo>
                    <a:pt x="529656" y="5198182"/>
                  </a:lnTo>
                  <a:lnTo>
                    <a:pt x="529656" y="5197558"/>
                  </a:lnTo>
                  <a:lnTo>
                    <a:pt x="529764" y="5197558"/>
                  </a:lnTo>
                  <a:lnTo>
                    <a:pt x="529873" y="5197558"/>
                  </a:lnTo>
                  <a:lnTo>
                    <a:pt x="529873" y="5196935"/>
                  </a:lnTo>
                  <a:lnTo>
                    <a:pt x="529981" y="5196935"/>
                  </a:lnTo>
                  <a:lnTo>
                    <a:pt x="529981" y="5196311"/>
                  </a:lnTo>
                  <a:lnTo>
                    <a:pt x="530090" y="5196311"/>
                  </a:lnTo>
                  <a:lnTo>
                    <a:pt x="530090" y="5195687"/>
                  </a:lnTo>
                  <a:lnTo>
                    <a:pt x="530090" y="5195064"/>
                  </a:lnTo>
                  <a:lnTo>
                    <a:pt x="530198" y="5195064"/>
                  </a:lnTo>
                  <a:lnTo>
                    <a:pt x="530307" y="5195064"/>
                  </a:lnTo>
                  <a:lnTo>
                    <a:pt x="530415" y="5195064"/>
                  </a:lnTo>
                  <a:lnTo>
                    <a:pt x="530523" y="5195064"/>
                  </a:lnTo>
                  <a:lnTo>
                    <a:pt x="530523" y="5194440"/>
                  </a:lnTo>
                  <a:lnTo>
                    <a:pt x="530632" y="5194440"/>
                  </a:lnTo>
                  <a:lnTo>
                    <a:pt x="530632" y="5193817"/>
                  </a:lnTo>
                  <a:lnTo>
                    <a:pt x="530740" y="5193817"/>
                  </a:lnTo>
                  <a:lnTo>
                    <a:pt x="530740" y="5193193"/>
                  </a:lnTo>
                  <a:lnTo>
                    <a:pt x="530849" y="5193193"/>
                  </a:lnTo>
                  <a:lnTo>
                    <a:pt x="530957" y="5193193"/>
                  </a:lnTo>
                  <a:lnTo>
                    <a:pt x="530957" y="5192569"/>
                  </a:lnTo>
                  <a:lnTo>
                    <a:pt x="531066" y="5192569"/>
                  </a:lnTo>
                  <a:lnTo>
                    <a:pt x="531174" y="5192569"/>
                  </a:lnTo>
                  <a:lnTo>
                    <a:pt x="531174" y="5191946"/>
                  </a:lnTo>
                  <a:lnTo>
                    <a:pt x="531283" y="5191946"/>
                  </a:lnTo>
                  <a:lnTo>
                    <a:pt x="531391" y="5191946"/>
                  </a:lnTo>
                  <a:lnTo>
                    <a:pt x="531499" y="5191946"/>
                  </a:lnTo>
                  <a:lnTo>
                    <a:pt x="531608" y="5191946"/>
                  </a:lnTo>
                  <a:lnTo>
                    <a:pt x="531716" y="5191946"/>
                  </a:lnTo>
                  <a:lnTo>
                    <a:pt x="531825" y="5191946"/>
                  </a:lnTo>
                  <a:lnTo>
                    <a:pt x="531933" y="5191946"/>
                  </a:lnTo>
                  <a:lnTo>
                    <a:pt x="532042" y="5191946"/>
                  </a:lnTo>
                  <a:lnTo>
                    <a:pt x="532042" y="5191322"/>
                  </a:lnTo>
                  <a:lnTo>
                    <a:pt x="532042" y="5190699"/>
                  </a:lnTo>
                  <a:lnTo>
                    <a:pt x="532150" y="5190699"/>
                  </a:lnTo>
                  <a:lnTo>
                    <a:pt x="532259" y="5190699"/>
                  </a:lnTo>
                  <a:lnTo>
                    <a:pt x="532367" y="5190699"/>
                  </a:lnTo>
                  <a:lnTo>
                    <a:pt x="532367" y="5190075"/>
                  </a:lnTo>
                  <a:lnTo>
                    <a:pt x="532475" y="5190075"/>
                  </a:lnTo>
                  <a:lnTo>
                    <a:pt x="532584" y="5190075"/>
                  </a:lnTo>
                  <a:lnTo>
                    <a:pt x="532692" y="5190075"/>
                  </a:lnTo>
                  <a:lnTo>
                    <a:pt x="532801" y="5190075"/>
                  </a:lnTo>
                  <a:lnTo>
                    <a:pt x="532909" y="5190075"/>
                  </a:lnTo>
                  <a:lnTo>
                    <a:pt x="533018" y="5190075"/>
                  </a:lnTo>
                  <a:lnTo>
                    <a:pt x="533018" y="5189452"/>
                  </a:lnTo>
                  <a:lnTo>
                    <a:pt x="533126" y="5189452"/>
                  </a:lnTo>
                  <a:lnTo>
                    <a:pt x="533235" y="5189452"/>
                  </a:lnTo>
                  <a:lnTo>
                    <a:pt x="533343" y="5189452"/>
                  </a:lnTo>
                  <a:lnTo>
                    <a:pt x="533451" y="5189452"/>
                  </a:lnTo>
                  <a:lnTo>
                    <a:pt x="533560" y="5189452"/>
                  </a:lnTo>
                  <a:lnTo>
                    <a:pt x="533560" y="5188828"/>
                  </a:lnTo>
                  <a:lnTo>
                    <a:pt x="533560" y="5188204"/>
                  </a:lnTo>
                  <a:lnTo>
                    <a:pt x="533560" y="5187581"/>
                  </a:lnTo>
                  <a:lnTo>
                    <a:pt x="533668" y="5187581"/>
                  </a:lnTo>
                  <a:lnTo>
                    <a:pt x="533777" y="5187581"/>
                  </a:lnTo>
                  <a:lnTo>
                    <a:pt x="533885" y="5187581"/>
                  </a:lnTo>
                  <a:lnTo>
                    <a:pt x="533994" y="5187581"/>
                  </a:lnTo>
                  <a:lnTo>
                    <a:pt x="533994" y="5186957"/>
                  </a:lnTo>
                  <a:lnTo>
                    <a:pt x="534102" y="5186957"/>
                  </a:lnTo>
                  <a:lnTo>
                    <a:pt x="534211" y="5186957"/>
                  </a:lnTo>
                  <a:lnTo>
                    <a:pt x="534319" y="5186957"/>
                  </a:lnTo>
                  <a:lnTo>
                    <a:pt x="534428" y="5186957"/>
                  </a:lnTo>
                  <a:lnTo>
                    <a:pt x="534536" y="5186957"/>
                  </a:lnTo>
                  <a:lnTo>
                    <a:pt x="534644" y="5186957"/>
                  </a:lnTo>
                  <a:lnTo>
                    <a:pt x="534644" y="5186334"/>
                  </a:lnTo>
                  <a:lnTo>
                    <a:pt x="534753" y="5186334"/>
                  </a:lnTo>
                  <a:lnTo>
                    <a:pt x="534861" y="5186334"/>
                  </a:lnTo>
                  <a:lnTo>
                    <a:pt x="534861" y="5185710"/>
                  </a:lnTo>
                  <a:lnTo>
                    <a:pt x="534861" y="5185086"/>
                  </a:lnTo>
                  <a:lnTo>
                    <a:pt x="534970" y="5185086"/>
                  </a:lnTo>
                  <a:lnTo>
                    <a:pt x="534970" y="5184463"/>
                  </a:lnTo>
                  <a:lnTo>
                    <a:pt x="535078" y="5184463"/>
                  </a:lnTo>
                  <a:lnTo>
                    <a:pt x="535187" y="5184463"/>
                  </a:lnTo>
                  <a:lnTo>
                    <a:pt x="535295" y="5184463"/>
                  </a:lnTo>
                  <a:lnTo>
                    <a:pt x="535404" y="5184463"/>
                  </a:lnTo>
                  <a:lnTo>
                    <a:pt x="535512" y="5184463"/>
                  </a:lnTo>
                  <a:lnTo>
                    <a:pt x="535620" y="5184463"/>
                  </a:lnTo>
                  <a:lnTo>
                    <a:pt x="535729" y="5184463"/>
                  </a:lnTo>
                  <a:lnTo>
                    <a:pt x="535729" y="5183839"/>
                  </a:lnTo>
                  <a:lnTo>
                    <a:pt x="535837" y="5183839"/>
                  </a:lnTo>
                  <a:lnTo>
                    <a:pt x="535837" y="5183216"/>
                  </a:lnTo>
                  <a:lnTo>
                    <a:pt x="535946" y="5183216"/>
                  </a:lnTo>
                  <a:lnTo>
                    <a:pt x="535946" y="5182592"/>
                  </a:lnTo>
                  <a:lnTo>
                    <a:pt x="536054" y="5182592"/>
                  </a:lnTo>
                  <a:lnTo>
                    <a:pt x="536163" y="5182592"/>
                  </a:lnTo>
                  <a:lnTo>
                    <a:pt x="536271" y="5182592"/>
                  </a:lnTo>
                  <a:lnTo>
                    <a:pt x="536271" y="5181969"/>
                  </a:lnTo>
                  <a:lnTo>
                    <a:pt x="536380" y="5181969"/>
                  </a:lnTo>
                  <a:lnTo>
                    <a:pt x="536488" y="5181969"/>
                  </a:lnTo>
                  <a:lnTo>
                    <a:pt x="536596" y="5181969"/>
                  </a:lnTo>
                  <a:lnTo>
                    <a:pt x="536705" y="5181969"/>
                  </a:lnTo>
                  <a:lnTo>
                    <a:pt x="536813" y="5181969"/>
                  </a:lnTo>
                  <a:lnTo>
                    <a:pt x="536813" y="5181345"/>
                  </a:lnTo>
                  <a:lnTo>
                    <a:pt x="536813" y="5180721"/>
                  </a:lnTo>
                  <a:lnTo>
                    <a:pt x="536922" y="5180721"/>
                  </a:lnTo>
                  <a:lnTo>
                    <a:pt x="537030" y="5180721"/>
                  </a:lnTo>
                  <a:lnTo>
                    <a:pt x="537139" y="5180721"/>
                  </a:lnTo>
                  <a:lnTo>
                    <a:pt x="537247" y="5180721"/>
                  </a:lnTo>
                  <a:lnTo>
                    <a:pt x="537356" y="5180721"/>
                  </a:lnTo>
                  <a:lnTo>
                    <a:pt x="537356" y="5180098"/>
                  </a:lnTo>
                  <a:lnTo>
                    <a:pt x="537464" y="5180098"/>
                  </a:lnTo>
                  <a:lnTo>
                    <a:pt x="537572" y="5180098"/>
                  </a:lnTo>
                  <a:lnTo>
                    <a:pt x="537681" y="5180098"/>
                  </a:lnTo>
                  <a:lnTo>
                    <a:pt x="537789" y="5180098"/>
                  </a:lnTo>
                  <a:lnTo>
                    <a:pt x="537898" y="5180098"/>
                  </a:lnTo>
                  <a:lnTo>
                    <a:pt x="538006" y="5180098"/>
                  </a:lnTo>
                  <a:lnTo>
                    <a:pt x="538115" y="5180098"/>
                  </a:lnTo>
                  <a:lnTo>
                    <a:pt x="538223" y="5180098"/>
                  </a:lnTo>
                  <a:lnTo>
                    <a:pt x="538332" y="5180098"/>
                  </a:lnTo>
                  <a:lnTo>
                    <a:pt x="538332" y="5179474"/>
                  </a:lnTo>
                  <a:lnTo>
                    <a:pt x="538440" y="5179474"/>
                  </a:lnTo>
                  <a:lnTo>
                    <a:pt x="538549" y="5179474"/>
                  </a:lnTo>
                  <a:lnTo>
                    <a:pt x="538657" y="5179474"/>
                  </a:lnTo>
                  <a:lnTo>
                    <a:pt x="538765" y="5179474"/>
                  </a:lnTo>
                  <a:lnTo>
                    <a:pt x="538765" y="5178851"/>
                  </a:lnTo>
                  <a:lnTo>
                    <a:pt x="538874" y="5178851"/>
                  </a:lnTo>
                  <a:lnTo>
                    <a:pt x="538982" y="5178851"/>
                  </a:lnTo>
                  <a:lnTo>
                    <a:pt x="539091" y="5178851"/>
                  </a:lnTo>
                  <a:lnTo>
                    <a:pt x="539199" y="5178851"/>
                  </a:lnTo>
                  <a:lnTo>
                    <a:pt x="539308" y="5178851"/>
                  </a:lnTo>
                  <a:lnTo>
                    <a:pt x="539416" y="5178851"/>
                  </a:lnTo>
                  <a:lnTo>
                    <a:pt x="539416" y="5178227"/>
                  </a:lnTo>
                  <a:lnTo>
                    <a:pt x="539525" y="5178227"/>
                  </a:lnTo>
                  <a:lnTo>
                    <a:pt x="539633" y="5178227"/>
                  </a:lnTo>
                  <a:lnTo>
                    <a:pt x="539741" y="5178227"/>
                  </a:lnTo>
                  <a:lnTo>
                    <a:pt x="539850" y="5178227"/>
                  </a:lnTo>
                  <a:lnTo>
                    <a:pt x="539958" y="5178227"/>
                  </a:lnTo>
                  <a:lnTo>
                    <a:pt x="540067" y="5178227"/>
                  </a:lnTo>
                  <a:lnTo>
                    <a:pt x="540175" y="5178227"/>
                  </a:lnTo>
                  <a:lnTo>
                    <a:pt x="540284" y="5178227"/>
                  </a:lnTo>
                  <a:lnTo>
                    <a:pt x="540392" y="5178227"/>
                  </a:lnTo>
                  <a:lnTo>
                    <a:pt x="540501" y="5178227"/>
                  </a:lnTo>
                  <a:lnTo>
                    <a:pt x="540609" y="5178227"/>
                  </a:lnTo>
                  <a:lnTo>
                    <a:pt x="540717" y="5178227"/>
                  </a:lnTo>
                  <a:lnTo>
                    <a:pt x="540717" y="5177603"/>
                  </a:lnTo>
                  <a:lnTo>
                    <a:pt x="540826" y="5177603"/>
                  </a:lnTo>
                  <a:lnTo>
                    <a:pt x="540826" y="5176980"/>
                  </a:lnTo>
                  <a:lnTo>
                    <a:pt x="540934" y="5176980"/>
                  </a:lnTo>
                  <a:lnTo>
                    <a:pt x="541043" y="5176980"/>
                  </a:lnTo>
                  <a:lnTo>
                    <a:pt x="541043" y="5176356"/>
                  </a:lnTo>
                  <a:lnTo>
                    <a:pt x="541151" y="5176356"/>
                  </a:lnTo>
                  <a:lnTo>
                    <a:pt x="541260" y="5176356"/>
                  </a:lnTo>
                  <a:lnTo>
                    <a:pt x="541260" y="5175733"/>
                  </a:lnTo>
                  <a:lnTo>
                    <a:pt x="541368" y="5175733"/>
                  </a:lnTo>
                  <a:lnTo>
                    <a:pt x="541477" y="5175733"/>
                  </a:lnTo>
                  <a:lnTo>
                    <a:pt x="541585" y="5175733"/>
                  </a:lnTo>
                  <a:lnTo>
                    <a:pt x="541693" y="5175733"/>
                  </a:lnTo>
                  <a:lnTo>
                    <a:pt x="541802" y="5175733"/>
                  </a:lnTo>
                  <a:lnTo>
                    <a:pt x="541910" y="5175733"/>
                  </a:lnTo>
                  <a:lnTo>
                    <a:pt x="542019" y="5175733"/>
                  </a:lnTo>
                  <a:lnTo>
                    <a:pt x="542127" y="5175733"/>
                  </a:lnTo>
                  <a:lnTo>
                    <a:pt x="542127" y="5175109"/>
                  </a:lnTo>
                  <a:lnTo>
                    <a:pt x="542127" y="5174486"/>
                  </a:lnTo>
                  <a:lnTo>
                    <a:pt x="542236" y="5174486"/>
                  </a:lnTo>
                  <a:lnTo>
                    <a:pt x="542344" y="5174486"/>
                  </a:lnTo>
                  <a:lnTo>
                    <a:pt x="542453" y="5174486"/>
                  </a:lnTo>
                  <a:lnTo>
                    <a:pt x="542453" y="5173862"/>
                  </a:lnTo>
                  <a:lnTo>
                    <a:pt x="542561" y="5173862"/>
                  </a:lnTo>
                  <a:lnTo>
                    <a:pt x="542670" y="5173862"/>
                  </a:lnTo>
                  <a:lnTo>
                    <a:pt x="542778" y="5173862"/>
                  </a:lnTo>
                  <a:lnTo>
                    <a:pt x="542886" y="5173862"/>
                  </a:lnTo>
                  <a:lnTo>
                    <a:pt x="542995" y="5173862"/>
                  </a:lnTo>
                  <a:lnTo>
                    <a:pt x="543103" y="5173862"/>
                  </a:lnTo>
                  <a:lnTo>
                    <a:pt x="543212" y="5173862"/>
                  </a:lnTo>
                  <a:lnTo>
                    <a:pt x="543320" y="5173862"/>
                  </a:lnTo>
                  <a:lnTo>
                    <a:pt x="543320" y="5173238"/>
                  </a:lnTo>
                  <a:lnTo>
                    <a:pt x="543429" y="5173238"/>
                  </a:lnTo>
                  <a:lnTo>
                    <a:pt x="543537" y="5173238"/>
                  </a:lnTo>
                  <a:lnTo>
                    <a:pt x="543537" y="5172615"/>
                  </a:lnTo>
                  <a:lnTo>
                    <a:pt x="543646" y="5172615"/>
                  </a:lnTo>
                  <a:lnTo>
                    <a:pt x="543646" y="5171991"/>
                  </a:lnTo>
                  <a:lnTo>
                    <a:pt x="543754" y="5171991"/>
                  </a:lnTo>
                  <a:lnTo>
                    <a:pt x="543862" y="5171991"/>
                  </a:lnTo>
                  <a:lnTo>
                    <a:pt x="543971" y="5171991"/>
                  </a:lnTo>
                  <a:lnTo>
                    <a:pt x="544079" y="5171991"/>
                  </a:lnTo>
                  <a:lnTo>
                    <a:pt x="544188" y="5171991"/>
                  </a:lnTo>
                  <a:lnTo>
                    <a:pt x="544296" y="5171991"/>
                  </a:lnTo>
                  <a:lnTo>
                    <a:pt x="544405" y="5171991"/>
                  </a:lnTo>
                  <a:lnTo>
                    <a:pt x="544405" y="5171368"/>
                  </a:lnTo>
                  <a:lnTo>
                    <a:pt x="544513" y="5171368"/>
                  </a:lnTo>
                  <a:lnTo>
                    <a:pt x="544622" y="5171368"/>
                  </a:lnTo>
                  <a:lnTo>
                    <a:pt x="544622" y="5170744"/>
                  </a:lnTo>
                  <a:lnTo>
                    <a:pt x="544730" y="5170744"/>
                  </a:lnTo>
                  <a:lnTo>
                    <a:pt x="544838" y="5170744"/>
                  </a:lnTo>
                  <a:lnTo>
                    <a:pt x="544947" y="5170744"/>
                  </a:lnTo>
                  <a:lnTo>
                    <a:pt x="545055" y="5170744"/>
                  </a:lnTo>
                  <a:lnTo>
                    <a:pt x="545164" y="5170744"/>
                  </a:lnTo>
                  <a:lnTo>
                    <a:pt x="545272" y="5170744"/>
                  </a:lnTo>
                  <a:lnTo>
                    <a:pt x="545272" y="5170121"/>
                  </a:lnTo>
                  <a:lnTo>
                    <a:pt x="545381" y="5170121"/>
                  </a:lnTo>
                  <a:lnTo>
                    <a:pt x="545489" y="5170121"/>
                  </a:lnTo>
                  <a:lnTo>
                    <a:pt x="545598" y="5170121"/>
                  </a:lnTo>
                  <a:lnTo>
                    <a:pt x="545706" y="5170121"/>
                  </a:lnTo>
                  <a:lnTo>
                    <a:pt x="545706" y="5169497"/>
                  </a:lnTo>
                  <a:lnTo>
                    <a:pt x="545814" y="5169497"/>
                  </a:lnTo>
                  <a:lnTo>
                    <a:pt x="545923" y="5169497"/>
                  </a:lnTo>
                  <a:lnTo>
                    <a:pt x="546031" y="5169497"/>
                  </a:lnTo>
                  <a:lnTo>
                    <a:pt x="546140" y="5169497"/>
                  </a:lnTo>
                  <a:lnTo>
                    <a:pt x="546248" y="5169497"/>
                  </a:lnTo>
                  <a:lnTo>
                    <a:pt x="546248" y="5168873"/>
                  </a:lnTo>
                  <a:lnTo>
                    <a:pt x="546357" y="5168873"/>
                  </a:lnTo>
                  <a:lnTo>
                    <a:pt x="546357" y="5168250"/>
                  </a:lnTo>
                  <a:lnTo>
                    <a:pt x="546465" y="5168250"/>
                  </a:lnTo>
                  <a:lnTo>
                    <a:pt x="546465" y="5167626"/>
                  </a:lnTo>
                  <a:lnTo>
                    <a:pt x="546465" y="5167003"/>
                  </a:lnTo>
                  <a:lnTo>
                    <a:pt x="546465" y="5166379"/>
                  </a:lnTo>
                  <a:lnTo>
                    <a:pt x="546574" y="5166379"/>
                  </a:lnTo>
                  <a:lnTo>
                    <a:pt x="546682" y="5166379"/>
                  </a:lnTo>
                  <a:lnTo>
                    <a:pt x="546791" y="5166379"/>
                  </a:lnTo>
                  <a:lnTo>
                    <a:pt x="546791" y="5165755"/>
                  </a:lnTo>
                  <a:lnTo>
                    <a:pt x="546791" y="5165132"/>
                  </a:lnTo>
                  <a:lnTo>
                    <a:pt x="546899" y="5165132"/>
                  </a:lnTo>
                  <a:lnTo>
                    <a:pt x="546899" y="5164508"/>
                  </a:lnTo>
                  <a:lnTo>
                    <a:pt x="547007" y="5164508"/>
                  </a:lnTo>
                  <a:lnTo>
                    <a:pt x="547007" y="5163885"/>
                  </a:lnTo>
                  <a:lnTo>
                    <a:pt x="547116" y="5163885"/>
                  </a:lnTo>
                  <a:lnTo>
                    <a:pt x="547224" y="5163885"/>
                  </a:lnTo>
                  <a:lnTo>
                    <a:pt x="547224" y="5163261"/>
                  </a:lnTo>
                  <a:lnTo>
                    <a:pt x="547333" y="5163261"/>
                  </a:lnTo>
                  <a:lnTo>
                    <a:pt x="547441" y="5163261"/>
                  </a:lnTo>
                  <a:lnTo>
                    <a:pt x="547441" y="5162638"/>
                  </a:lnTo>
                  <a:lnTo>
                    <a:pt x="547441" y="5162014"/>
                  </a:lnTo>
                  <a:lnTo>
                    <a:pt x="547441" y="5161390"/>
                  </a:lnTo>
                  <a:lnTo>
                    <a:pt x="547550" y="5161390"/>
                  </a:lnTo>
                  <a:lnTo>
                    <a:pt x="547550" y="5160767"/>
                  </a:lnTo>
                  <a:lnTo>
                    <a:pt x="547658" y="5160767"/>
                  </a:lnTo>
                  <a:lnTo>
                    <a:pt x="547767" y="5160767"/>
                  </a:lnTo>
                  <a:lnTo>
                    <a:pt x="547875" y="5160767"/>
                  </a:lnTo>
                  <a:lnTo>
                    <a:pt x="547983" y="5160767"/>
                  </a:lnTo>
                  <a:lnTo>
                    <a:pt x="548092" y="5160767"/>
                  </a:lnTo>
                  <a:lnTo>
                    <a:pt x="548200" y="5160767"/>
                  </a:lnTo>
                  <a:lnTo>
                    <a:pt x="548309" y="5160767"/>
                  </a:lnTo>
                  <a:lnTo>
                    <a:pt x="548309" y="5160143"/>
                  </a:lnTo>
                  <a:lnTo>
                    <a:pt x="548417" y="5160143"/>
                  </a:lnTo>
                  <a:lnTo>
                    <a:pt x="548417" y="5159520"/>
                  </a:lnTo>
                  <a:lnTo>
                    <a:pt x="548526" y="5159520"/>
                  </a:lnTo>
                  <a:lnTo>
                    <a:pt x="548634" y="5159520"/>
                  </a:lnTo>
                  <a:lnTo>
                    <a:pt x="548634" y="5158896"/>
                  </a:lnTo>
                  <a:lnTo>
                    <a:pt x="548743" y="5158896"/>
                  </a:lnTo>
                  <a:lnTo>
                    <a:pt x="548851" y="5158896"/>
                  </a:lnTo>
                  <a:lnTo>
                    <a:pt x="548959" y="5158896"/>
                  </a:lnTo>
                  <a:lnTo>
                    <a:pt x="549068" y="5158896"/>
                  </a:lnTo>
                  <a:lnTo>
                    <a:pt x="549176" y="5158896"/>
                  </a:lnTo>
                  <a:lnTo>
                    <a:pt x="549285" y="5158896"/>
                  </a:lnTo>
                  <a:lnTo>
                    <a:pt x="549393" y="5158896"/>
                  </a:lnTo>
                  <a:lnTo>
                    <a:pt x="549502" y="5158896"/>
                  </a:lnTo>
                  <a:lnTo>
                    <a:pt x="549502" y="5158272"/>
                  </a:lnTo>
                  <a:lnTo>
                    <a:pt x="549610" y="5158272"/>
                  </a:lnTo>
                  <a:lnTo>
                    <a:pt x="549610" y="5157649"/>
                  </a:lnTo>
                  <a:lnTo>
                    <a:pt x="549719" y="5157649"/>
                  </a:lnTo>
                  <a:lnTo>
                    <a:pt x="549827" y="5157649"/>
                  </a:lnTo>
                  <a:lnTo>
                    <a:pt x="549935" y="5157649"/>
                  </a:lnTo>
                  <a:lnTo>
                    <a:pt x="550044" y="5157649"/>
                  </a:lnTo>
                  <a:lnTo>
                    <a:pt x="550152" y="5157649"/>
                  </a:lnTo>
                  <a:lnTo>
                    <a:pt x="550261" y="5157649"/>
                  </a:lnTo>
                  <a:lnTo>
                    <a:pt x="550369" y="5157649"/>
                  </a:lnTo>
                  <a:lnTo>
                    <a:pt x="550478" y="5157649"/>
                  </a:lnTo>
                  <a:lnTo>
                    <a:pt x="550586" y="5157649"/>
                  </a:lnTo>
                  <a:lnTo>
                    <a:pt x="550695" y="5157649"/>
                  </a:lnTo>
                  <a:lnTo>
                    <a:pt x="550803" y="5157649"/>
                  </a:lnTo>
                  <a:lnTo>
                    <a:pt x="550911" y="5157649"/>
                  </a:lnTo>
                  <a:lnTo>
                    <a:pt x="551020" y="5157649"/>
                  </a:lnTo>
                  <a:lnTo>
                    <a:pt x="551128" y="5157649"/>
                  </a:lnTo>
                  <a:lnTo>
                    <a:pt x="551237" y="5157649"/>
                  </a:lnTo>
                  <a:lnTo>
                    <a:pt x="551345" y="5157649"/>
                  </a:lnTo>
                  <a:lnTo>
                    <a:pt x="551454" y="5157649"/>
                  </a:lnTo>
                  <a:lnTo>
                    <a:pt x="551562" y="5157649"/>
                  </a:lnTo>
                  <a:lnTo>
                    <a:pt x="551562" y="5157025"/>
                  </a:lnTo>
                  <a:lnTo>
                    <a:pt x="551671" y="5157025"/>
                  </a:lnTo>
                  <a:lnTo>
                    <a:pt x="551779" y="5157025"/>
                  </a:lnTo>
                  <a:lnTo>
                    <a:pt x="551888" y="5157025"/>
                  </a:lnTo>
                  <a:lnTo>
                    <a:pt x="551996" y="5157025"/>
                  </a:lnTo>
                  <a:lnTo>
                    <a:pt x="551996" y="5156402"/>
                  </a:lnTo>
                  <a:lnTo>
                    <a:pt x="551996" y="5155778"/>
                  </a:lnTo>
                  <a:lnTo>
                    <a:pt x="552104" y="5155778"/>
                  </a:lnTo>
                  <a:lnTo>
                    <a:pt x="552213" y="5155778"/>
                  </a:lnTo>
                  <a:lnTo>
                    <a:pt x="552321" y="5155778"/>
                  </a:lnTo>
                  <a:lnTo>
                    <a:pt x="552430" y="5155778"/>
                  </a:lnTo>
                  <a:lnTo>
                    <a:pt x="552538" y="5155778"/>
                  </a:lnTo>
                  <a:lnTo>
                    <a:pt x="552647" y="5155778"/>
                  </a:lnTo>
                  <a:lnTo>
                    <a:pt x="552647" y="5155155"/>
                  </a:lnTo>
                  <a:lnTo>
                    <a:pt x="552755" y="5155155"/>
                  </a:lnTo>
                  <a:lnTo>
                    <a:pt x="552755" y="5154531"/>
                  </a:lnTo>
                  <a:lnTo>
                    <a:pt x="552864" y="5154531"/>
                  </a:lnTo>
                  <a:lnTo>
                    <a:pt x="552972" y="5154531"/>
                  </a:lnTo>
                  <a:lnTo>
                    <a:pt x="553080" y="5154531"/>
                  </a:lnTo>
                  <a:lnTo>
                    <a:pt x="553189" y="5154531"/>
                  </a:lnTo>
                  <a:lnTo>
                    <a:pt x="553297" y="5154531"/>
                  </a:lnTo>
                  <a:lnTo>
                    <a:pt x="553406" y="5154531"/>
                  </a:lnTo>
                  <a:lnTo>
                    <a:pt x="553514" y="5154531"/>
                  </a:lnTo>
                  <a:lnTo>
                    <a:pt x="553514" y="5153907"/>
                  </a:lnTo>
                  <a:lnTo>
                    <a:pt x="553514" y="5153284"/>
                  </a:lnTo>
                  <a:lnTo>
                    <a:pt x="553623" y="5153284"/>
                  </a:lnTo>
                  <a:lnTo>
                    <a:pt x="553731" y="5153284"/>
                  </a:lnTo>
                  <a:lnTo>
                    <a:pt x="553840" y="5153284"/>
                  </a:lnTo>
                  <a:lnTo>
                    <a:pt x="553840" y="5152660"/>
                  </a:lnTo>
                  <a:lnTo>
                    <a:pt x="553948" y="5152660"/>
                  </a:lnTo>
                  <a:lnTo>
                    <a:pt x="554056" y="5152660"/>
                  </a:lnTo>
                  <a:lnTo>
                    <a:pt x="554056" y="5152037"/>
                  </a:lnTo>
                  <a:lnTo>
                    <a:pt x="554165" y="5152037"/>
                  </a:lnTo>
                  <a:lnTo>
                    <a:pt x="554273" y="5152037"/>
                  </a:lnTo>
                  <a:lnTo>
                    <a:pt x="554382" y="5152037"/>
                  </a:lnTo>
                  <a:lnTo>
                    <a:pt x="554490" y="5152037"/>
                  </a:lnTo>
                  <a:lnTo>
                    <a:pt x="554599" y="5152037"/>
                  </a:lnTo>
                  <a:lnTo>
                    <a:pt x="554599" y="5151413"/>
                  </a:lnTo>
                  <a:lnTo>
                    <a:pt x="554707" y="5151413"/>
                  </a:lnTo>
                  <a:lnTo>
                    <a:pt x="554816" y="5151413"/>
                  </a:lnTo>
                  <a:lnTo>
                    <a:pt x="554924" y="5151413"/>
                  </a:lnTo>
                  <a:lnTo>
                    <a:pt x="555032" y="5151413"/>
                  </a:lnTo>
                  <a:lnTo>
                    <a:pt x="555141" y="5151413"/>
                  </a:lnTo>
                  <a:lnTo>
                    <a:pt x="555249" y="5151413"/>
                  </a:lnTo>
                  <a:lnTo>
                    <a:pt x="555249" y="5150789"/>
                  </a:lnTo>
                  <a:lnTo>
                    <a:pt x="555249" y="5150166"/>
                  </a:lnTo>
                  <a:lnTo>
                    <a:pt x="555358" y="5150166"/>
                  </a:lnTo>
                  <a:lnTo>
                    <a:pt x="555358" y="5149542"/>
                  </a:lnTo>
                  <a:lnTo>
                    <a:pt x="555466" y="5149542"/>
                  </a:lnTo>
                  <a:lnTo>
                    <a:pt x="555466" y="5148919"/>
                  </a:lnTo>
                  <a:lnTo>
                    <a:pt x="555575" y="5148919"/>
                  </a:lnTo>
                  <a:lnTo>
                    <a:pt x="555575" y="5148295"/>
                  </a:lnTo>
                  <a:lnTo>
                    <a:pt x="555683" y="5148295"/>
                  </a:lnTo>
                  <a:lnTo>
                    <a:pt x="555792" y="5148295"/>
                  </a:lnTo>
                  <a:lnTo>
                    <a:pt x="555900" y="5148295"/>
                  </a:lnTo>
                  <a:lnTo>
                    <a:pt x="556009" y="5148295"/>
                  </a:lnTo>
                  <a:lnTo>
                    <a:pt x="556117" y="5148295"/>
                  </a:lnTo>
                  <a:lnTo>
                    <a:pt x="556225" y="5148295"/>
                  </a:lnTo>
                  <a:lnTo>
                    <a:pt x="556334" y="5148295"/>
                  </a:lnTo>
                  <a:lnTo>
                    <a:pt x="556442" y="5148295"/>
                  </a:lnTo>
                  <a:lnTo>
                    <a:pt x="556442" y="5147672"/>
                  </a:lnTo>
                  <a:lnTo>
                    <a:pt x="556551" y="5147672"/>
                  </a:lnTo>
                  <a:lnTo>
                    <a:pt x="556659" y="5147672"/>
                  </a:lnTo>
                  <a:lnTo>
                    <a:pt x="556659" y="5147048"/>
                  </a:lnTo>
                  <a:lnTo>
                    <a:pt x="556768" y="5147048"/>
                  </a:lnTo>
                  <a:lnTo>
                    <a:pt x="556768" y="5146424"/>
                  </a:lnTo>
                  <a:lnTo>
                    <a:pt x="556876" y="5146424"/>
                  </a:lnTo>
                  <a:lnTo>
                    <a:pt x="556985" y="5146424"/>
                  </a:lnTo>
                  <a:lnTo>
                    <a:pt x="557093" y="5146424"/>
                  </a:lnTo>
                  <a:lnTo>
                    <a:pt x="557201" y="5146424"/>
                  </a:lnTo>
                  <a:lnTo>
                    <a:pt x="557310" y="5146424"/>
                  </a:lnTo>
                  <a:lnTo>
                    <a:pt x="557418" y="5146424"/>
                  </a:lnTo>
                  <a:lnTo>
                    <a:pt x="557527" y="5146424"/>
                  </a:lnTo>
                  <a:lnTo>
                    <a:pt x="557635" y="5146424"/>
                  </a:lnTo>
                  <a:lnTo>
                    <a:pt x="557635" y="5145801"/>
                  </a:lnTo>
                  <a:lnTo>
                    <a:pt x="557744" y="5145801"/>
                  </a:lnTo>
                  <a:lnTo>
                    <a:pt x="557744" y="5145177"/>
                  </a:lnTo>
                  <a:lnTo>
                    <a:pt x="557744" y="5144554"/>
                  </a:lnTo>
                  <a:lnTo>
                    <a:pt x="557852" y="5144554"/>
                  </a:lnTo>
                  <a:lnTo>
                    <a:pt x="557961" y="5144554"/>
                  </a:lnTo>
                  <a:lnTo>
                    <a:pt x="558069" y="5144554"/>
                  </a:lnTo>
                  <a:lnTo>
                    <a:pt x="558177" y="5144554"/>
                  </a:lnTo>
                  <a:lnTo>
                    <a:pt x="558177" y="5143930"/>
                  </a:lnTo>
                  <a:lnTo>
                    <a:pt x="558286" y="5143930"/>
                  </a:lnTo>
                  <a:lnTo>
                    <a:pt x="558394" y="5143930"/>
                  </a:lnTo>
                  <a:lnTo>
                    <a:pt x="558503" y="5143930"/>
                  </a:lnTo>
                  <a:lnTo>
                    <a:pt x="558611" y="5143930"/>
                  </a:lnTo>
                  <a:lnTo>
                    <a:pt x="558611" y="5143306"/>
                  </a:lnTo>
                  <a:lnTo>
                    <a:pt x="558720" y="5143306"/>
                  </a:lnTo>
                  <a:lnTo>
                    <a:pt x="558828" y="5143306"/>
                  </a:lnTo>
                  <a:lnTo>
                    <a:pt x="558937" y="5143306"/>
                  </a:lnTo>
                  <a:lnTo>
                    <a:pt x="558937" y="5142683"/>
                  </a:lnTo>
                  <a:lnTo>
                    <a:pt x="558937" y="5142059"/>
                  </a:lnTo>
                  <a:lnTo>
                    <a:pt x="559045" y="5142059"/>
                  </a:lnTo>
                  <a:lnTo>
                    <a:pt x="559045" y="5141436"/>
                  </a:lnTo>
                  <a:lnTo>
                    <a:pt x="559153" y="5141436"/>
                  </a:lnTo>
                  <a:lnTo>
                    <a:pt x="559153" y="5140812"/>
                  </a:lnTo>
                  <a:lnTo>
                    <a:pt x="559262" y="5140812"/>
                  </a:lnTo>
                  <a:lnTo>
                    <a:pt x="559370" y="5140812"/>
                  </a:lnTo>
                  <a:lnTo>
                    <a:pt x="559370" y="5140189"/>
                  </a:lnTo>
                  <a:lnTo>
                    <a:pt x="559479" y="5140189"/>
                  </a:lnTo>
                  <a:lnTo>
                    <a:pt x="559587" y="5140189"/>
                  </a:lnTo>
                  <a:lnTo>
                    <a:pt x="559696" y="5140189"/>
                  </a:lnTo>
                  <a:lnTo>
                    <a:pt x="559804" y="5140189"/>
                  </a:lnTo>
                  <a:lnTo>
                    <a:pt x="559804" y="5139565"/>
                  </a:lnTo>
                  <a:lnTo>
                    <a:pt x="559804" y="5138941"/>
                  </a:lnTo>
                  <a:lnTo>
                    <a:pt x="559804" y="5138318"/>
                  </a:lnTo>
                  <a:lnTo>
                    <a:pt x="559913" y="5138318"/>
                  </a:lnTo>
                  <a:lnTo>
                    <a:pt x="560021" y="5138318"/>
                  </a:lnTo>
                  <a:lnTo>
                    <a:pt x="560130" y="5138318"/>
                  </a:lnTo>
                  <a:lnTo>
                    <a:pt x="560238" y="5138318"/>
                  </a:lnTo>
                  <a:lnTo>
                    <a:pt x="560346" y="5138318"/>
                  </a:lnTo>
                  <a:lnTo>
                    <a:pt x="560455" y="5138318"/>
                  </a:lnTo>
                  <a:lnTo>
                    <a:pt x="560563" y="5138318"/>
                  </a:lnTo>
                  <a:lnTo>
                    <a:pt x="560672" y="5138318"/>
                  </a:lnTo>
                  <a:lnTo>
                    <a:pt x="560780" y="5138318"/>
                  </a:lnTo>
                  <a:lnTo>
                    <a:pt x="560889" y="5138318"/>
                  </a:lnTo>
                  <a:lnTo>
                    <a:pt x="560997" y="5138318"/>
                  </a:lnTo>
                  <a:lnTo>
                    <a:pt x="560997" y="5137694"/>
                  </a:lnTo>
                  <a:lnTo>
                    <a:pt x="561106" y="5137694"/>
                  </a:lnTo>
                  <a:lnTo>
                    <a:pt x="561214" y="5137694"/>
                  </a:lnTo>
                  <a:lnTo>
                    <a:pt x="561322" y="5137694"/>
                  </a:lnTo>
                  <a:lnTo>
                    <a:pt x="561431" y="5137694"/>
                  </a:lnTo>
                  <a:lnTo>
                    <a:pt x="561539" y="5137694"/>
                  </a:lnTo>
                  <a:lnTo>
                    <a:pt x="561648" y="5137694"/>
                  </a:lnTo>
                  <a:lnTo>
                    <a:pt x="561756" y="5137694"/>
                  </a:lnTo>
                  <a:lnTo>
                    <a:pt x="561756" y="5137071"/>
                  </a:lnTo>
                  <a:lnTo>
                    <a:pt x="561756" y="5136447"/>
                  </a:lnTo>
                  <a:lnTo>
                    <a:pt x="561865" y="5136447"/>
                  </a:lnTo>
                  <a:lnTo>
                    <a:pt x="561973" y="5136447"/>
                  </a:lnTo>
                  <a:lnTo>
                    <a:pt x="562082" y="5136447"/>
                  </a:lnTo>
                  <a:lnTo>
                    <a:pt x="562190" y="5136447"/>
                  </a:lnTo>
                  <a:lnTo>
                    <a:pt x="562298" y="5136447"/>
                  </a:lnTo>
                  <a:lnTo>
                    <a:pt x="562407" y="5136447"/>
                  </a:lnTo>
                  <a:lnTo>
                    <a:pt x="562515" y="5136447"/>
                  </a:lnTo>
                  <a:lnTo>
                    <a:pt x="562624" y="5136447"/>
                  </a:lnTo>
                  <a:lnTo>
                    <a:pt x="562732" y="5136447"/>
                  </a:lnTo>
                  <a:lnTo>
                    <a:pt x="562841" y="5136447"/>
                  </a:lnTo>
                  <a:lnTo>
                    <a:pt x="562949" y="5136447"/>
                  </a:lnTo>
                  <a:lnTo>
                    <a:pt x="563058" y="5136447"/>
                  </a:lnTo>
                  <a:lnTo>
                    <a:pt x="563166" y="5136447"/>
                  </a:lnTo>
                  <a:lnTo>
                    <a:pt x="563274" y="5136447"/>
                  </a:lnTo>
                  <a:lnTo>
                    <a:pt x="563274" y="5135823"/>
                  </a:lnTo>
                  <a:lnTo>
                    <a:pt x="563383" y="5135823"/>
                  </a:lnTo>
                  <a:lnTo>
                    <a:pt x="563383" y="5135200"/>
                  </a:lnTo>
                  <a:lnTo>
                    <a:pt x="563491" y="5135200"/>
                  </a:lnTo>
                  <a:lnTo>
                    <a:pt x="563600" y="5135200"/>
                  </a:lnTo>
                  <a:lnTo>
                    <a:pt x="563708" y="5135200"/>
                  </a:lnTo>
                  <a:lnTo>
                    <a:pt x="563817" y="5135200"/>
                  </a:lnTo>
                  <a:lnTo>
                    <a:pt x="563817" y="5134576"/>
                  </a:lnTo>
                  <a:lnTo>
                    <a:pt x="563925" y="5134576"/>
                  </a:lnTo>
                  <a:lnTo>
                    <a:pt x="564034" y="5134576"/>
                  </a:lnTo>
                  <a:lnTo>
                    <a:pt x="564142" y="5134576"/>
                  </a:lnTo>
                  <a:lnTo>
                    <a:pt x="564251" y="5134576"/>
                  </a:lnTo>
                  <a:lnTo>
                    <a:pt x="564251" y="5133953"/>
                  </a:lnTo>
                  <a:lnTo>
                    <a:pt x="564359" y="5133953"/>
                  </a:lnTo>
                  <a:lnTo>
                    <a:pt x="564467" y="5133953"/>
                  </a:lnTo>
                  <a:lnTo>
                    <a:pt x="564576" y="5133953"/>
                  </a:lnTo>
                  <a:lnTo>
                    <a:pt x="564684" y="5133953"/>
                  </a:lnTo>
                  <a:lnTo>
                    <a:pt x="564793" y="5133953"/>
                  </a:lnTo>
                  <a:lnTo>
                    <a:pt x="564901" y="5133953"/>
                  </a:lnTo>
                  <a:lnTo>
                    <a:pt x="564901" y="5133329"/>
                  </a:lnTo>
                  <a:lnTo>
                    <a:pt x="564901" y="5132706"/>
                  </a:lnTo>
                  <a:lnTo>
                    <a:pt x="565010" y="5132706"/>
                  </a:lnTo>
                  <a:lnTo>
                    <a:pt x="565118" y="5132706"/>
                  </a:lnTo>
                  <a:lnTo>
                    <a:pt x="565227" y="5132706"/>
                  </a:lnTo>
                  <a:lnTo>
                    <a:pt x="565335" y="5132706"/>
                  </a:lnTo>
                  <a:lnTo>
                    <a:pt x="565443" y="5132706"/>
                  </a:lnTo>
                  <a:lnTo>
                    <a:pt x="565443" y="5132082"/>
                  </a:lnTo>
                  <a:lnTo>
                    <a:pt x="565443" y="5131458"/>
                  </a:lnTo>
                  <a:lnTo>
                    <a:pt x="565552" y="5131458"/>
                  </a:lnTo>
                  <a:lnTo>
                    <a:pt x="565552" y="5130835"/>
                  </a:lnTo>
                  <a:lnTo>
                    <a:pt x="565552" y="5130211"/>
                  </a:lnTo>
                  <a:lnTo>
                    <a:pt x="565660" y="5130211"/>
                  </a:lnTo>
                  <a:lnTo>
                    <a:pt x="565769" y="5130211"/>
                  </a:lnTo>
                  <a:lnTo>
                    <a:pt x="565769" y="5129588"/>
                  </a:lnTo>
                  <a:lnTo>
                    <a:pt x="565769" y="5128964"/>
                  </a:lnTo>
                  <a:lnTo>
                    <a:pt x="565877" y="5128964"/>
                  </a:lnTo>
                  <a:lnTo>
                    <a:pt x="565877" y="5128340"/>
                  </a:lnTo>
                  <a:lnTo>
                    <a:pt x="565877" y="5127717"/>
                  </a:lnTo>
                  <a:lnTo>
                    <a:pt x="565986" y="5127717"/>
                  </a:lnTo>
                  <a:lnTo>
                    <a:pt x="566094" y="5127717"/>
                  </a:lnTo>
                  <a:lnTo>
                    <a:pt x="566203" y="5127717"/>
                  </a:lnTo>
                  <a:lnTo>
                    <a:pt x="566203" y="5127093"/>
                  </a:lnTo>
                  <a:lnTo>
                    <a:pt x="566311" y="5127093"/>
                  </a:lnTo>
                  <a:lnTo>
                    <a:pt x="566419" y="5127093"/>
                  </a:lnTo>
                  <a:lnTo>
                    <a:pt x="566528" y="5127093"/>
                  </a:lnTo>
                  <a:lnTo>
                    <a:pt x="566636" y="5127093"/>
                  </a:lnTo>
                  <a:lnTo>
                    <a:pt x="566636" y="5126470"/>
                  </a:lnTo>
                  <a:lnTo>
                    <a:pt x="566636" y="5125846"/>
                  </a:lnTo>
                  <a:lnTo>
                    <a:pt x="566745" y="5125846"/>
                  </a:lnTo>
                  <a:lnTo>
                    <a:pt x="566853" y="5125846"/>
                  </a:lnTo>
                  <a:lnTo>
                    <a:pt x="566853" y="5125223"/>
                  </a:lnTo>
                  <a:lnTo>
                    <a:pt x="566962" y="5125223"/>
                  </a:lnTo>
                  <a:lnTo>
                    <a:pt x="567070" y="5125223"/>
                  </a:lnTo>
                  <a:lnTo>
                    <a:pt x="567179" y="5125223"/>
                  </a:lnTo>
                  <a:lnTo>
                    <a:pt x="567287" y="5125223"/>
                  </a:lnTo>
                  <a:lnTo>
                    <a:pt x="567395" y="5125223"/>
                  </a:lnTo>
                  <a:lnTo>
                    <a:pt x="567504" y="5125223"/>
                  </a:lnTo>
                  <a:lnTo>
                    <a:pt x="567504" y="5124599"/>
                  </a:lnTo>
                  <a:lnTo>
                    <a:pt x="567612" y="5124599"/>
                  </a:lnTo>
                  <a:lnTo>
                    <a:pt x="567721" y="5124599"/>
                  </a:lnTo>
                  <a:lnTo>
                    <a:pt x="567829" y="5124599"/>
                  </a:lnTo>
                  <a:lnTo>
                    <a:pt x="567938" y="5124599"/>
                  </a:lnTo>
                  <a:lnTo>
                    <a:pt x="568046" y="5124599"/>
                  </a:lnTo>
                  <a:lnTo>
                    <a:pt x="568155" y="5124599"/>
                  </a:lnTo>
                  <a:lnTo>
                    <a:pt x="568263" y="5124599"/>
                  </a:lnTo>
                  <a:lnTo>
                    <a:pt x="568372" y="5124599"/>
                  </a:lnTo>
                  <a:lnTo>
                    <a:pt x="568372" y="5123975"/>
                  </a:lnTo>
                  <a:lnTo>
                    <a:pt x="568480" y="5123975"/>
                  </a:lnTo>
                  <a:lnTo>
                    <a:pt x="568588" y="5123975"/>
                  </a:lnTo>
                  <a:lnTo>
                    <a:pt x="568588" y="5123352"/>
                  </a:lnTo>
                  <a:lnTo>
                    <a:pt x="568697" y="5123352"/>
                  </a:lnTo>
                  <a:lnTo>
                    <a:pt x="568697" y="5122728"/>
                  </a:lnTo>
                  <a:lnTo>
                    <a:pt x="568805" y="5122728"/>
                  </a:lnTo>
                  <a:lnTo>
                    <a:pt x="568914" y="5122728"/>
                  </a:lnTo>
                  <a:lnTo>
                    <a:pt x="568914" y="5122105"/>
                  </a:lnTo>
                  <a:lnTo>
                    <a:pt x="569022" y="5122105"/>
                  </a:lnTo>
                  <a:lnTo>
                    <a:pt x="569131" y="5122105"/>
                  </a:lnTo>
                  <a:lnTo>
                    <a:pt x="569239" y="5122105"/>
                  </a:lnTo>
                  <a:lnTo>
                    <a:pt x="569239" y="5121481"/>
                  </a:lnTo>
                  <a:lnTo>
                    <a:pt x="569348" y="5121481"/>
                  </a:lnTo>
                  <a:lnTo>
                    <a:pt x="569348" y="5120858"/>
                  </a:lnTo>
                  <a:lnTo>
                    <a:pt x="569456" y="5120858"/>
                  </a:lnTo>
                  <a:lnTo>
                    <a:pt x="569564" y="5120858"/>
                  </a:lnTo>
                  <a:lnTo>
                    <a:pt x="569673" y="5120858"/>
                  </a:lnTo>
                  <a:lnTo>
                    <a:pt x="569673" y="5120234"/>
                  </a:lnTo>
                  <a:lnTo>
                    <a:pt x="569781" y="5120234"/>
                  </a:lnTo>
                  <a:lnTo>
                    <a:pt x="569890" y="5120234"/>
                  </a:lnTo>
                  <a:lnTo>
                    <a:pt x="569998" y="5120234"/>
                  </a:lnTo>
                  <a:lnTo>
                    <a:pt x="570107" y="5120234"/>
                  </a:lnTo>
                  <a:lnTo>
                    <a:pt x="570215" y="5120234"/>
                  </a:lnTo>
                  <a:lnTo>
                    <a:pt x="570215" y="5119610"/>
                  </a:lnTo>
                  <a:lnTo>
                    <a:pt x="570324" y="5119610"/>
                  </a:lnTo>
                  <a:lnTo>
                    <a:pt x="570432" y="5119610"/>
                  </a:lnTo>
                  <a:lnTo>
                    <a:pt x="570540" y="5119610"/>
                  </a:lnTo>
                  <a:lnTo>
                    <a:pt x="570649" y="5119610"/>
                  </a:lnTo>
                  <a:lnTo>
                    <a:pt x="570757" y="5119610"/>
                  </a:lnTo>
                  <a:lnTo>
                    <a:pt x="570866" y="5119610"/>
                  </a:lnTo>
                  <a:lnTo>
                    <a:pt x="570974" y="5119610"/>
                  </a:lnTo>
                  <a:lnTo>
                    <a:pt x="571083" y="5119610"/>
                  </a:lnTo>
                  <a:lnTo>
                    <a:pt x="571191" y="5119610"/>
                  </a:lnTo>
                  <a:lnTo>
                    <a:pt x="571300" y="5119610"/>
                  </a:lnTo>
                  <a:lnTo>
                    <a:pt x="571408" y="5119610"/>
                  </a:lnTo>
                  <a:lnTo>
                    <a:pt x="571516" y="5119610"/>
                  </a:lnTo>
                  <a:lnTo>
                    <a:pt x="571625" y="5119610"/>
                  </a:lnTo>
                  <a:lnTo>
                    <a:pt x="571733" y="5119610"/>
                  </a:lnTo>
                  <a:lnTo>
                    <a:pt x="571733" y="5118987"/>
                  </a:lnTo>
                  <a:lnTo>
                    <a:pt x="571842" y="5118987"/>
                  </a:lnTo>
                  <a:lnTo>
                    <a:pt x="571950" y="5118987"/>
                  </a:lnTo>
                  <a:lnTo>
                    <a:pt x="572059" y="5118987"/>
                  </a:lnTo>
                  <a:lnTo>
                    <a:pt x="572167" y="5118987"/>
                  </a:lnTo>
                  <a:lnTo>
                    <a:pt x="572276" y="5118987"/>
                  </a:lnTo>
                  <a:lnTo>
                    <a:pt x="572384" y="5118987"/>
                  </a:lnTo>
                  <a:lnTo>
                    <a:pt x="572384" y="5118363"/>
                  </a:lnTo>
                  <a:lnTo>
                    <a:pt x="572384" y="5117740"/>
                  </a:lnTo>
                  <a:lnTo>
                    <a:pt x="572493" y="5117740"/>
                  </a:lnTo>
                  <a:lnTo>
                    <a:pt x="572601" y="5117740"/>
                  </a:lnTo>
                  <a:lnTo>
                    <a:pt x="572709" y="5117740"/>
                  </a:lnTo>
                  <a:lnTo>
                    <a:pt x="572709" y="5117116"/>
                  </a:lnTo>
                  <a:lnTo>
                    <a:pt x="572818" y="5117116"/>
                  </a:lnTo>
                  <a:lnTo>
                    <a:pt x="572926" y="5117116"/>
                  </a:lnTo>
                  <a:lnTo>
                    <a:pt x="573035" y="5117116"/>
                  </a:lnTo>
                  <a:lnTo>
                    <a:pt x="573035" y="5116492"/>
                  </a:lnTo>
                  <a:lnTo>
                    <a:pt x="573143" y="5116492"/>
                  </a:lnTo>
                  <a:lnTo>
                    <a:pt x="573252" y="5116492"/>
                  </a:lnTo>
                  <a:lnTo>
                    <a:pt x="573360" y="5116492"/>
                  </a:lnTo>
                  <a:lnTo>
                    <a:pt x="573360" y="5115869"/>
                  </a:lnTo>
                  <a:lnTo>
                    <a:pt x="573360" y="5115245"/>
                  </a:lnTo>
                  <a:lnTo>
                    <a:pt x="573469" y="5115245"/>
                  </a:lnTo>
                  <a:lnTo>
                    <a:pt x="573577" y="5115245"/>
                  </a:lnTo>
                  <a:lnTo>
                    <a:pt x="573685" y="5115245"/>
                  </a:lnTo>
                  <a:lnTo>
                    <a:pt x="573685" y="5114622"/>
                  </a:lnTo>
                  <a:lnTo>
                    <a:pt x="573794" y="5114622"/>
                  </a:lnTo>
                  <a:lnTo>
                    <a:pt x="573902" y="5114622"/>
                  </a:lnTo>
                  <a:lnTo>
                    <a:pt x="573902" y="5113998"/>
                  </a:lnTo>
                  <a:lnTo>
                    <a:pt x="574011" y="5113998"/>
                  </a:lnTo>
                  <a:lnTo>
                    <a:pt x="574119" y="5113998"/>
                  </a:lnTo>
                  <a:lnTo>
                    <a:pt x="574228" y="5113998"/>
                  </a:lnTo>
                  <a:lnTo>
                    <a:pt x="574336" y="5113998"/>
                  </a:lnTo>
                  <a:lnTo>
                    <a:pt x="574445" y="5113998"/>
                  </a:lnTo>
                  <a:lnTo>
                    <a:pt x="574553" y="5113998"/>
                  </a:lnTo>
                  <a:lnTo>
                    <a:pt x="574553" y="5113375"/>
                  </a:lnTo>
                  <a:lnTo>
                    <a:pt x="574661" y="5113375"/>
                  </a:lnTo>
                  <a:lnTo>
                    <a:pt x="574770" y="5113375"/>
                  </a:lnTo>
                  <a:lnTo>
                    <a:pt x="574878" y="5113375"/>
                  </a:lnTo>
                  <a:lnTo>
                    <a:pt x="574987" y="5113375"/>
                  </a:lnTo>
                  <a:lnTo>
                    <a:pt x="575095" y="5113375"/>
                  </a:lnTo>
                  <a:lnTo>
                    <a:pt x="575204" y="5113375"/>
                  </a:lnTo>
                  <a:lnTo>
                    <a:pt x="575204" y="5112751"/>
                  </a:lnTo>
                  <a:lnTo>
                    <a:pt x="575312" y="5112751"/>
                  </a:lnTo>
                  <a:lnTo>
                    <a:pt x="575421" y="5112751"/>
                  </a:lnTo>
                  <a:lnTo>
                    <a:pt x="575529" y="5112751"/>
                  </a:lnTo>
                  <a:lnTo>
                    <a:pt x="575637" y="5112751"/>
                  </a:lnTo>
                  <a:lnTo>
                    <a:pt x="575746" y="5112751"/>
                  </a:lnTo>
                  <a:lnTo>
                    <a:pt x="575854" y="5112751"/>
                  </a:lnTo>
                  <a:lnTo>
                    <a:pt x="575963" y="5112751"/>
                  </a:lnTo>
                  <a:lnTo>
                    <a:pt x="576071" y="5112751"/>
                  </a:lnTo>
                  <a:lnTo>
                    <a:pt x="576180" y="5112751"/>
                  </a:lnTo>
                  <a:lnTo>
                    <a:pt x="576288" y="5112751"/>
                  </a:lnTo>
                  <a:lnTo>
                    <a:pt x="576288" y="5112127"/>
                  </a:lnTo>
                  <a:lnTo>
                    <a:pt x="576397" y="5112127"/>
                  </a:lnTo>
                  <a:lnTo>
                    <a:pt x="576505" y="5112127"/>
                  </a:lnTo>
                  <a:lnTo>
                    <a:pt x="576613" y="5112127"/>
                  </a:lnTo>
                  <a:lnTo>
                    <a:pt x="576722" y="5112127"/>
                  </a:lnTo>
                  <a:lnTo>
                    <a:pt x="576830" y="5112127"/>
                  </a:lnTo>
                  <a:lnTo>
                    <a:pt x="576939" y="5112127"/>
                  </a:lnTo>
                  <a:lnTo>
                    <a:pt x="577047" y="5112127"/>
                  </a:lnTo>
                  <a:lnTo>
                    <a:pt x="577156" y="5112127"/>
                  </a:lnTo>
                  <a:lnTo>
                    <a:pt x="577264" y="5112127"/>
                  </a:lnTo>
                  <a:lnTo>
                    <a:pt x="577373" y="5112127"/>
                  </a:lnTo>
                  <a:lnTo>
                    <a:pt x="577481" y="5112127"/>
                  </a:lnTo>
                  <a:lnTo>
                    <a:pt x="577590" y="5112127"/>
                  </a:lnTo>
                  <a:lnTo>
                    <a:pt x="577590" y="5111504"/>
                  </a:lnTo>
                  <a:lnTo>
                    <a:pt x="577698" y="5111504"/>
                  </a:lnTo>
                  <a:lnTo>
                    <a:pt x="577698" y="5110880"/>
                  </a:lnTo>
                  <a:lnTo>
                    <a:pt x="577806" y="5110880"/>
                  </a:lnTo>
                  <a:lnTo>
                    <a:pt x="577806" y="5110257"/>
                  </a:lnTo>
                  <a:lnTo>
                    <a:pt x="577806" y="5109633"/>
                  </a:lnTo>
                  <a:lnTo>
                    <a:pt x="577915" y="5109633"/>
                  </a:lnTo>
                  <a:lnTo>
                    <a:pt x="578023" y="5109633"/>
                  </a:lnTo>
                  <a:lnTo>
                    <a:pt x="578132" y="5109633"/>
                  </a:lnTo>
                  <a:lnTo>
                    <a:pt x="578240" y="5109633"/>
                  </a:lnTo>
                  <a:lnTo>
                    <a:pt x="578240" y="5109009"/>
                  </a:lnTo>
                  <a:lnTo>
                    <a:pt x="578349" y="5109009"/>
                  </a:lnTo>
                  <a:lnTo>
                    <a:pt x="578457" y="5109009"/>
                  </a:lnTo>
                  <a:lnTo>
                    <a:pt x="578566" y="5109009"/>
                  </a:lnTo>
                  <a:lnTo>
                    <a:pt x="578674" y="5109009"/>
                  </a:lnTo>
                  <a:lnTo>
                    <a:pt x="578782" y="5109009"/>
                  </a:lnTo>
                  <a:lnTo>
                    <a:pt x="578891" y="5109009"/>
                  </a:lnTo>
                  <a:lnTo>
                    <a:pt x="578999" y="5109009"/>
                  </a:lnTo>
                  <a:lnTo>
                    <a:pt x="579108" y="5109009"/>
                  </a:lnTo>
                  <a:lnTo>
                    <a:pt x="579216" y="5109009"/>
                  </a:lnTo>
                  <a:lnTo>
                    <a:pt x="579325" y="5109009"/>
                  </a:lnTo>
                  <a:lnTo>
                    <a:pt x="579433" y="5109009"/>
                  </a:lnTo>
                  <a:lnTo>
                    <a:pt x="579542" y="5109009"/>
                  </a:lnTo>
                  <a:lnTo>
                    <a:pt x="579650" y="5109009"/>
                  </a:lnTo>
                  <a:lnTo>
                    <a:pt x="579758" y="5109009"/>
                  </a:lnTo>
                  <a:lnTo>
                    <a:pt x="579867" y="5109009"/>
                  </a:lnTo>
                  <a:lnTo>
                    <a:pt x="579867" y="5108386"/>
                  </a:lnTo>
                  <a:lnTo>
                    <a:pt x="579975" y="5108386"/>
                  </a:lnTo>
                  <a:lnTo>
                    <a:pt x="579975" y="5107762"/>
                  </a:lnTo>
                  <a:lnTo>
                    <a:pt x="580084" y="5107762"/>
                  </a:lnTo>
                  <a:lnTo>
                    <a:pt x="580192" y="5107762"/>
                  </a:lnTo>
                  <a:lnTo>
                    <a:pt x="580301" y="5107762"/>
                  </a:lnTo>
                  <a:lnTo>
                    <a:pt x="580409" y="5107762"/>
                  </a:lnTo>
                  <a:lnTo>
                    <a:pt x="580518" y="5107762"/>
                  </a:lnTo>
                  <a:lnTo>
                    <a:pt x="580626" y="5107762"/>
                  </a:lnTo>
                  <a:lnTo>
                    <a:pt x="580734" y="5107762"/>
                  </a:lnTo>
                  <a:lnTo>
                    <a:pt x="580734" y="5107139"/>
                  </a:lnTo>
                  <a:lnTo>
                    <a:pt x="580843" y="5107139"/>
                  </a:lnTo>
                  <a:lnTo>
                    <a:pt x="580951" y="5107139"/>
                  </a:lnTo>
                  <a:lnTo>
                    <a:pt x="581060" y="5107139"/>
                  </a:lnTo>
                  <a:lnTo>
                    <a:pt x="581168" y="5107139"/>
                  </a:lnTo>
                  <a:lnTo>
                    <a:pt x="581277" y="5107139"/>
                  </a:lnTo>
                  <a:lnTo>
                    <a:pt x="581385" y="5107139"/>
                  </a:lnTo>
                  <a:lnTo>
                    <a:pt x="581494" y="5107139"/>
                  </a:lnTo>
                  <a:lnTo>
                    <a:pt x="581602" y="5107139"/>
                  </a:lnTo>
                  <a:lnTo>
                    <a:pt x="581711" y="5107139"/>
                  </a:lnTo>
                  <a:lnTo>
                    <a:pt x="581711" y="5106515"/>
                  </a:lnTo>
                  <a:lnTo>
                    <a:pt x="581819" y="5106515"/>
                  </a:lnTo>
                  <a:lnTo>
                    <a:pt x="581927" y="5106515"/>
                  </a:lnTo>
                  <a:lnTo>
                    <a:pt x="582036" y="5106515"/>
                  </a:lnTo>
                  <a:lnTo>
                    <a:pt x="582036" y="5105892"/>
                  </a:lnTo>
                  <a:lnTo>
                    <a:pt x="582144" y="5105892"/>
                  </a:lnTo>
                  <a:lnTo>
                    <a:pt x="582253" y="5105892"/>
                  </a:lnTo>
                  <a:lnTo>
                    <a:pt x="582361" y="5105892"/>
                  </a:lnTo>
                  <a:lnTo>
                    <a:pt x="582361" y="5105268"/>
                  </a:lnTo>
                  <a:lnTo>
                    <a:pt x="582470" y="5105268"/>
                  </a:lnTo>
                  <a:lnTo>
                    <a:pt x="582578" y="5105268"/>
                  </a:lnTo>
                  <a:lnTo>
                    <a:pt x="582687" y="5105268"/>
                  </a:lnTo>
                  <a:lnTo>
                    <a:pt x="582795" y="5105268"/>
                  </a:lnTo>
                  <a:lnTo>
                    <a:pt x="582903" y="5105268"/>
                  </a:lnTo>
                  <a:lnTo>
                    <a:pt x="583012" y="5105268"/>
                  </a:lnTo>
                  <a:lnTo>
                    <a:pt x="583120" y="5105268"/>
                  </a:lnTo>
                  <a:lnTo>
                    <a:pt x="583229" y="5105268"/>
                  </a:lnTo>
                  <a:lnTo>
                    <a:pt x="583337" y="5105268"/>
                  </a:lnTo>
                  <a:lnTo>
                    <a:pt x="583446" y="5105268"/>
                  </a:lnTo>
                  <a:lnTo>
                    <a:pt x="583554" y="5105268"/>
                  </a:lnTo>
                  <a:lnTo>
                    <a:pt x="583663" y="5105268"/>
                  </a:lnTo>
                  <a:lnTo>
                    <a:pt x="583663" y="5104644"/>
                  </a:lnTo>
                  <a:lnTo>
                    <a:pt x="583771" y="5104644"/>
                  </a:lnTo>
                  <a:lnTo>
                    <a:pt x="583879" y="5104644"/>
                  </a:lnTo>
                  <a:lnTo>
                    <a:pt x="583988" y="5104644"/>
                  </a:lnTo>
                  <a:lnTo>
                    <a:pt x="584096" y="5104644"/>
                  </a:lnTo>
                  <a:lnTo>
                    <a:pt x="584096" y="5104021"/>
                  </a:lnTo>
                  <a:lnTo>
                    <a:pt x="584205" y="5104021"/>
                  </a:lnTo>
                  <a:lnTo>
                    <a:pt x="584313" y="5104021"/>
                  </a:lnTo>
                  <a:lnTo>
                    <a:pt x="584313" y="5103397"/>
                  </a:lnTo>
                  <a:lnTo>
                    <a:pt x="584313" y="5102774"/>
                  </a:lnTo>
                  <a:lnTo>
                    <a:pt x="584313" y="5102150"/>
                  </a:lnTo>
                  <a:lnTo>
                    <a:pt x="584313" y="5101526"/>
                  </a:lnTo>
                  <a:lnTo>
                    <a:pt x="584422" y="5101526"/>
                  </a:lnTo>
                  <a:lnTo>
                    <a:pt x="584530" y="5101526"/>
                  </a:lnTo>
                  <a:lnTo>
                    <a:pt x="584639" y="5101526"/>
                  </a:lnTo>
                  <a:lnTo>
                    <a:pt x="584747" y="5101526"/>
                  </a:lnTo>
                  <a:lnTo>
                    <a:pt x="584855" y="5101526"/>
                  </a:lnTo>
                  <a:lnTo>
                    <a:pt x="584964" y="5101526"/>
                  </a:lnTo>
                  <a:lnTo>
                    <a:pt x="585072" y="5101526"/>
                  </a:lnTo>
                  <a:lnTo>
                    <a:pt x="585181" y="5101526"/>
                  </a:lnTo>
                  <a:lnTo>
                    <a:pt x="585289" y="5101526"/>
                  </a:lnTo>
                  <a:lnTo>
                    <a:pt x="585398" y="5101526"/>
                  </a:lnTo>
                  <a:lnTo>
                    <a:pt x="585506" y="5101526"/>
                  </a:lnTo>
                  <a:lnTo>
                    <a:pt x="585615" y="5101526"/>
                  </a:lnTo>
                  <a:lnTo>
                    <a:pt x="585723" y="5101526"/>
                  </a:lnTo>
                  <a:lnTo>
                    <a:pt x="585832" y="5101526"/>
                  </a:lnTo>
                  <a:lnTo>
                    <a:pt x="585940" y="5101526"/>
                  </a:lnTo>
                  <a:lnTo>
                    <a:pt x="585940" y="5100903"/>
                  </a:lnTo>
                  <a:lnTo>
                    <a:pt x="586048" y="5100903"/>
                  </a:lnTo>
                  <a:lnTo>
                    <a:pt x="586157" y="5100903"/>
                  </a:lnTo>
                  <a:lnTo>
                    <a:pt x="586265" y="5100903"/>
                  </a:lnTo>
                  <a:lnTo>
                    <a:pt x="586374" y="5100903"/>
                  </a:lnTo>
                  <a:lnTo>
                    <a:pt x="586482" y="5100903"/>
                  </a:lnTo>
                  <a:lnTo>
                    <a:pt x="586591" y="5100903"/>
                  </a:lnTo>
                  <a:lnTo>
                    <a:pt x="586699" y="5100903"/>
                  </a:lnTo>
                  <a:lnTo>
                    <a:pt x="586808" y="5100903"/>
                  </a:lnTo>
                  <a:lnTo>
                    <a:pt x="586916" y="5100903"/>
                  </a:lnTo>
                  <a:lnTo>
                    <a:pt x="586916" y="5100279"/>
                  </a:lnTo>
                  <a:lnTo>
                    <a:pt x="586916" y="5099656"/>
                  </a:lnTo>
                  <a:lnTo>
                    <a:pt x="587024" y="5099656"/>
                  </a:lnTo>
                  <a:lnTo>
                    <a:pt x="587133" y="5099656"/>
                  </a:lnTo>
                  <a:lnTo>
                    <a:pt x="587241" y="5099656"/>
                  </a:lnTo>
                  <a:lnTo>
                    <a:pt x="587241" y="5099032"/>
                  </a:lnTo>
                  <a:lnTo>
                    <a:pt x="587241" y="5098409"/>
                  </a:lnTo>
                  <a:lnTo>
                    <a:pt x="587350" y="5098409"/>
                  </a:lnTo>
                  <a:lnTo>
                    <a:pt x="587458" y="5098409"/>
                  </a:lnTo>
                  <a:lnTo>
                    <a:pt x="587567" y="5098409"/>
                  </a:lnTo>
                  <a:lnTo>
                    <a:pt x="587675" y="5098409"/>
                  </a:lnTo>
                  <a:lnTo>
                    <a:pt x="587784" y="5098409"/>
                  </a:lnTo>
                  <a:lnTo>
                    <a:pt x="587892" y="5098409"/>
                  </a:lnTo>
                  <a:lnTo>
                    <a:pt x="588000" y="5098409"/>
                  </a:lnTo>
                  <a:lnTo>
                    <a:pt x="588109" y="5098409"/>
                  </a:lnTo>
                  <a:lnTo>
                    <a:pt x="588217" y="5098409"/>
                  </a:lnTo>
                  <a:lnTo>
                    <a:pt x="588326" y="5098409"/>
                  </a:lnTo>
                  <a:lnTo>
                    <a:pt x="588434" y="5098409"/>
                  </a:lnTo>
                  <a:lnTo>
                    <a:pt x="588434" y="5097785"/>
                  </a:lnTo>
                  <a:lnTo>
                    <a:pt x="588434" y="5097161"/>
                  </a:lnTo>
                  <a:lnTo>
                    <a:pt x="588543" y="5097161"/>
                  </a:lnTo>
                  <a:lnTo>
                    <a:pt x="588651" y="5097161"/>
                  </a:lnTo>
                  <a:lnTo>
                    <a:pt x="588760" y="5097161"/>
                  </a:lnTo>
                  <a:lnTo>
                    <a:pt x="588760" y="5096538"/>
                  </a:lnTo>
                  <a:lnTo>
                    <a:pt x="588868" y="5096538"/>
                  </a:lnTo>
                  <a:lnTo>
                    <a:pt x="588976" y="5096538"/>
                  </a:lnTo>
                  <a:lnTo>
                    <a:pt x="589085" y="5096538"/>
                  </a:lnTo>
                  <a:lnTo>
                    <a:pt x="589193" y="5096538"/>
                  </a:lnTo>
                  <a:lnTo>
                    <a:pt x="589302" y="5096538"/>
                  </a:lnTo>
                  <a:lnTo>
                    <a:pt x="589410" y="5096538"/>
                  </a:lnTo>
                  <a:lnTo>
                    <a:pt x="589410" y="5095914"/>
                  </a:lnTo>
                  <a:lnTo>
                    <a:pt x="589519" y="5095914"/>
                  </a:lnTo>
                  <a:lnTo>
                    <a:pt x="589519" y="5095291"/>
                  </a:lnTo>
                  <a:lnTo>
                    <a:pt x="589519" y="5094667"/>
                  </a:lnTo>
                  <a:lnTo>
                    <a:pt x="589627" y="5094667"/>
                  </a:lnTo>
                  <a:lnTo>
                    <a:pt x="589627" y="5094043"/>
                  </a:lnTo>
                  <a:lnTo>
                    <a:pt x="589736" y="5094043"/>
                  </a:lnTo>
                  <a:lnTo>
                    <a:pt x="589844" y="5094043"/>
                  </a:lnTo>
                  <a:lnTo>
                    <a:pt x="589953" y="5094043"/>
                  </a:lnTo>
                  <a:lnTo>
                    <a:pt x="590061" y="5094043"/>
                  </a:lnTo>
                  <a:lnTo>
                    <a:pt x="590169" y="5094043"/>
                  </a:lnTo>
                  <a:lnTo>
                    <a:pt x="590169" y="5093420"/>
                  </a:lnTo>
                  <a:lnTo>
                    <a:pt x="590169" y="5092796"/>
                  </a:lnTo>
                  <a:lnTo>
                    <a:pt x="590278" y="5092796"/>
                  </a:lnTo>
                  <a:lnTo>
                    <a:pt x="590386" y="5092796"/>
                  </a:lnTo>
                  <a:lnTo>
                    <a:pt x="590495" y="5092796"/>
                  </a:lnTo>
                  <a:lnTo>
                    <a:pt x="590603" y="5092796"/>
                  </a:lnTo>
                  <a:lnTo>
                    <a:pt x="590712" y="5092796"/>
                  </a:lnTo>
                  <a:lnTo>
                    <a:pt x="590820" y="5092796"/>
                  </a:lnTo>
                  <a:lnTo>
                    <a:pt x="590820" y="5092173"/>
                  </a:lnTo>
                  <a:lnTo>
                    <a:pt x="590929" y="5092173"/>
                  </a:lnTo>
                  <a:lnTo>
                    <a:pt x="591037" y="5092173"/>
                  </a:lnTo>
                  <a:lnTo>
                    <a:pt x="591145" y="5092173"/>
                  </a:lnTo>
                  <a:lnTo>
                    <a:pt x="591254" y="5092173"/>
                  </a:lnTo>
                  <a:lnTo>
                    <a:pt x="591254" y="5091549"/>
                  </a:lnTo>
                  <a:lnTo>
                    <a:pt x="591362" y="5091549"/>
                  </a:lnTo>
                  <a:lnTo>
                    <a:pt x="591471" y="5091549"/>
                  </a:lnTo>
                  <a:lnTo>
                    <a:pt x="591579" y="5091549"/>
                  </a:lnTo>
                  <a:lnTo>
                    <a:pt x="591579" y="5090926"/>
                  </a:lnTo>
                  <a:lnTo>
                    <a:pt x="591579" y="5090302"/>
                  </a:lnTo>
                  <a:lnTo>
                    <a:pt x="591688" y="5090302"/>
                  </a:lnTo>
                  <a:lnTo>
                    <a:pt x="591796" y="5090302"/>
                  </a:lnTo>
                  <a:lnTo>
                    <a:pt x="591905" y="5090302"/>
                  </a:lnTo>
                  <a:lnTo>
                    <a:pt x="591905" y="5089678"/>
                  </a:lnTo>
                  <a:lnTo>
                    <a:pt x="592013" y="5089678"/>
                  </a:lnTo>
                  <a:lnTo>
                    <a:pt x="592121" y="5089678"/>
                  </a:lnTo>
                  <a:lnTo>
                    <a:pt x="592230" y="5089678"/>
                  </a:lnTo>
                  <a:lnTo>
                    <a:pt x="592338" y="5089678"/>
                  </a:lnTo>
                  <a:lnTo>
                    <a:pt x="592447" y="5089678"/>
                  </a:lnTo>
                  <a:lnTo>
                    <a:pt x="592447" y="5089055"/>
                  </a:lnTo>
                  <a:lnTo>
                    <a:pt x="592555" y="5089055"/>
                  </a:lnTo>
                  <a:lnTo>
                    <a:pt x="592664" y="5089055"/>
                  </a:lnTo>
                  <a:lnTo>
                    <a:pt x="592664" y="5088431"/>
                  </a:lnTo>
                  <a:lnTo>
                    <a:pt x="592664" y="5087808"/>
                  </a:lnTo>
                  <a:lnTo>
                    <a:pt x="592772" y="5087808"/>
                  </a:lnTo>
                  <a:lnTo>
                    <a:pt x="592881" y="5087808"/>
                  </a:lnTo>
                  <a:lnTo>
                    <a:pt x="592881" y="5087184"/>
                  </a:lnTo>
                  <a:lnTo>
                    <a:pt x="592989" y="5087184"/>
                  </a:lnTo>
                  <a:lnTo>
                    <a:pt x="592989" y="5086560"/>
                  </a:lnTo>
                  <a:lnTo>
                    <a:pt x="593097" y="5086560"/>
                  </a:lnTo>
                  <a:lnTo>
                    <a:pt x="593206" y="5086560"/>
                  </a:lnTo>
                  <a:lnTo>
                    <a:pt x="593314" y="5086560"/>
                  </a:lnTo>
                  <a:lnTo>
                    <a:pt x="593314" y="5085937"/>
                  </a:lnTo>
                  <a:lnTo>
                    <a:pt x="593423" y="5085937"/>
                  </a:lnTo>
                  <a:lnTo>
                    <a:pt x="593531" y="5085937"/>
                  </a:lnTo>
                  <a:lnTo>
                    <a:pt x="593531" y="5085313"/>
                  </a:lnTo>
                  <a:lnTo>
                    <a:pt x="593640" y="5085313"/>
                  </a:lnTo>
                  <a:lnTo>
                    <a:pt x="593748" y="5085313"/>
                  </a:lnTo>
                  <a:lnTo>
                    <a:pt x="593857" y="5085313"/>
                  </a:lnTo>
                  <a:lnTo>
                    <a:pt x="593857" y="5084690"/>
                  </a:lnTo>
                  <a:lnTo>
                    <a:pt x="593857" y="5084066"/>
                  </a:lnTo>
                  <a:lnTo>
                    <a:pt x="593965" y="5084066"/>
                  </a:lnTo>
                  <a:lnTo>
                    <a:pt x="594074" y="5084066"/>
                  </a:lnTo>
                  <a:lnTo>
                    <a:pt x="594182" y="5084066"/>
                  </a:lnTo>
                  <a:lnTo>
                    <a:pt x="594290" y="5084066"/>
                  </a:lnTo>
                  <a:lnTo>
                    <a:pt x="594399" y="5084066"/>
                  </a:lnTo>
                  <a:lnTo>
                    <a:pt x="594507" y="5084066"/>
                  </a:lnTo>
                  <a:lnTo>
                    <a:pt x="594616" y="5084066"/>
                  </a:lnTo>
                  <a:lnTo>
                    <a:pt x="594724" y="5084066"/>
                  </a:lnTo>
                  <a:lnTo>
                    <a:pt x="594833" y="5084066"/>
                  </a:lnTo>
                  <a:lnTo>
                    <a:pt x="594941" y="5084066"/>
                  </a:lnTo>
                  <a:lnTo>
                    <a:pt x="594941" y="5083443"/>
                  </a:lnTo>
                  <a:lnTo>
                    <a:pt x="594941" y="5082819"/>
                  </a:lnTo>
                  <a:lnTo>
                    <a:pt x="595050" y="5082819"/>
                  </a:lnTo>
                  <a:lnTo>
                    <a:pt x="595158" y="5082819"/>
                  </a:lnTo>
                  <a:lnTo>
                    <a:pt x="595266" y="5082819"/>
                  </a:lnTo>
                  <a:lnTo>
                    <a:pt x="595375" y="5082819"/>
                  </a:lnTo>
                  <a:lnTo>
                    <a:pt x="595375" y="5082195"/>
                  </a:lnTo>
                  <a:lnTo>
                    <a:pt x="595483" y="5082195"/>
                  </a:lnTo>
                  <a:lnTo>
                    <a:pt x="595592" y="5082195"/>
                  </a:lnTo>
                  <a:lnTo>
                    <a:pt x="595700" y="5082195"/>
                  </a:lnTo>
                  <a:lnTo>
                    <a:pt x="595700" y="5081572"/>
                  </a:lnTo>
                  <a:lnTo>
                    <a:pt x="595809" y="5081572"/>
                  </a:lnTo>
                  <a:lnTo>
                    <a:pt x="595809" y="5080948"/>
                  </a:lnTo>
                  <a:lnTo>
                    <a:pt x="595917" y="5080948"/>
                  </a:lnTo>
                  <a:lnTo>
                    <a:pt x="595917" y="5080325"/>
                  </a:lnTo>
                  <a:lnTo>
                    <a:pt x="595917" y="5079701"/>
                  </a:lnTo>
                  <a:lnTo>
                    <a:pt x="596026" y="5079701"/>
                  </a:lnTo>
                  <a:lnTo>
                    <a:pt x="596134" y="5079701"/>
                  </a:lnTo>
                  <a:lnTo>
                    <a:pt x="596134" y="5079077"/>
                  </a:lnTo>
                  <a:lnTo>
                    <a:pt x="596134" y="5078454"/>
                  </a:lnTo>
                  <a:lnTo>
                    <a:pt x="596242" y="5078454"/>
                  </a:lnTo>
                  <a:lnTo>
                    <a:pt x="596351" y="5078454"/>
                  </a:lnTo>
                  <a:lnTo>
                    <a:pt x="596459" y="5078454"/>
                  </a:lnTo>
                  <a:lnTo>
                    <a:pt x="596568" y="5078454"/>
                  </a:lnTo>
                  <a:lnTo>
                    <a:pt x="596676" y="5078454"/>
                  </a:lnTo>
                  <a:lnTo>
                    <a:pt x="596785" y="5078454"/>
                  </a:lnTo>
                  <a:lnTo>
                    <a:pt x="596893" y="5078454"/>
                  </a:lnTo>
                  <a:lnTo>
                    <a:pt x="597002" y="5078454"/>
                  </a:lnTo>
                  <a:lnTo>
                    <a:pt x="597110" y="5078454"/>
                  </a:lnTo>
                  <a:lnTo>
                    <a:pt x="597218" y="5078454"/>
                  </a:lnTo>
                  <a:lnTo>
                    <a:pt x="597327" y="5078454"/>
                  </a:lnTo>
                  <a:lnTo>
                    <a:pt x="597327" y="5077830"/>
                  </a:lnTo>
                  <a:lnTo>
                    <a:pt x="597435" y="5077830"/>
                  </a:lnTo>
                  <a:lnTo>
                    <a:pt x="597435" y="5077207"/>
                  </a:lnTo>
                  <a:lnTo>
                    <a:pt x="597544" y="5077207"/>
                  </a:lnTo>
                  <a:lnTo>
                    <a:pt x="597544" y="5076583"/>
                  </a:lnTo>
                  <a:lnTo>
                    <a:pt x="597652" y="5076583"/>
                  </a:lnTo>
                  <a:lnTo>
                    <a:pt x="597761" y="5076583"/>
                  </a:lnTo>
                  <a:lnTo>
                    <a:pt x="597869" y="5076583"/>
                  </a:lnTo>
                  <a:lnTo>
                    <a:pt x="597869" y="5075960"/>
                  </a:lnTo>
                  <a:lnTo>
                    <a:pt x="597978" y="5075960"/>
                  </a:lnTo>
                  <a:lnTo>
                    <a:pt x="598086" y="5075960"/>
                  </a:lnTo>
                  <a:lnTo>
                    <a:pt x="598194" y="5075960"/>
                  </a:lnTo>
                  <a:lnTo>
                    <a:pt x="598303" y="5075960"/>
                  </a:lnTo>
                  <a:lnTo>
                    <a:pt x="598411" y="5075960"/>
                  </a:lnTo>
                  <a:lnTo>
                    <a:pt x="598411" y="5075336"/>
                  </a:lnTo>
                  <a:lnTo>
                    <a:pt x="598520" y="5075336"/>
                  </a:lnTo>
                  <a:lnTo>
                    <a:pt x="598628" y="5075336"/>
                  </a:lnTo>
                  <a:lnTo>
                    <a:pt x="598628" y="5074712"/>
                  </a:lnTo>
                  <a:lnTo>
                    <a:pt x="598737" y="5074712"/>
                  </a:lnTo>
                  <a:lnTo>
                    <a:pt x="598845" y="5074712"/>
                  </a:lnTo>
                  <a:lnTo>
                    <a:pt x="598954" y="5074712"/>
                  </a:lnTo>
                  <a:lnTo>
                    <a:pt x="598954" y="5074089"/>
                  </a:lnTo>
                  <a:lnTo>
                    <a:pt x="598954" y="5073465"/>
                  </a:lnTo>
                  <a:lnTo>
                    <a:pt x="599062" y="5073465"/>
                  </a:lnTo>
                  <a:lnTo>
                    <a:pt x="599171" y="5073465"/>
                  </a:lnTo>
                  <a:lnTo>
                    <a:pt x="599279" y="5073465"/>
                  </a:lnTo>
                  <a:lnTo>
                    <a:pt x="599387" y="5073465"/>
                  </a:lnTo>
                  <a:lnTo>
                    <a:pt x="599496" y="5073465"/>
                  </a:lnTo>
                  <a:lnTo>
                    <a:pt x="599496" y="5072842"/>
                  </a:lnTo>
                  <a:lnTo>
                    <a:pt x="599604" y="5072842"/>
                  </a:lnTo>
                  <a:lnTo>
                    <a:pt x="599713" y="5072842"/>
                  </a:lnTo>
                  <a:lnTo>
                    <a:pt x="599821" y="5072842"/>
                  </a:lnTo>
                  <a:lnTo>
                    <a:pt x="599821" y="5072218"/>
                  </a:lnTo>
                  <a:lnTo>
                    <a:pt x="599930" y="5072218"/>
                  </a:lnTo>
                  <a:lnTo>
                    <a:pt x="599930" y="5071595"/>
                  </a:lnTo>
                  <a:lnTo>
                    <a:pt x="600038" y="5071595"/>
                  </a:lnTo>
                  <a:lnTo>
                    <a:pt x="600147" y="5071595"/>
                  </a:lnTo>
                  <a:lnTo>
                    <a:pt x="600147" y="5070971"/>
                  </a:lnTo>
                  <a:lnTo>
                    <a:pt x="600255" y="5070971"/>
                  </a:lnTo>
                  <a:lnTo>
                    <a:pt x="600255" y="5070347"/>
                  </a:lnTo>
                  <a:lnTo>
                    <a:pt x="600363" y="5070347"/>
                  </a:lnTo>
                  <a:lnTo>
                    <a:pt x="600363" y="5069724"/>
                  </a:lnTo>
                  <a:lnTo>
                    <a:pt x="600363" y="5069100"/>
                  </a:lnTo>
                  <a:lnTo>
                    <a:pt x="600472" y="5069100"/>
                  </a:lnTo>
                  <a:lnTo>
                    <a:pt x="600580" y="5069100"/>
                  </a:lnTo>
                  <a:lnTo>
                    <a:pt x="600580" y="5068477"/>
                  </a:lnTo>
                  <a:lnTo>
                    <a:pt x="600689" y="5068477"/>
                  </a:lnTo>
                  <a:lnTo>
                    <a:pt x="600797" y="5068477"/>
                  </a:lnTo>
                  <a:lnTo>
                    <a:pt x="600797" y="5067853"/>
                  </a:lnTo>
                  <a:lnTo>
                    <a:pt x="600906" y="5067853"/>
                  </a:lnTo>
                  <a:lnTo>
                    <a:pt x="601014" y="5067853"/>
                  </a:lnTo>
                  <a:lnTo>
                    <a:pt x="601123" y="5067853"/>
                  </a:lnTo>
                  <a:lnTo>
                    <a:pt x="601231" y="5067853"/>
                  </a:lnTo>
                  <a:lnTo>
                    <a:pt x="601231" y="5067229"/>
                  </a:lnTo>
                  <a:lnTo>
                    <a:pt x="601339" y="5067229"/>
                  </a:lnTo>
                  <a:lnTo>
                    <a:pt x="601448" y="5067229"/>
                  </a:lnTo>
                  <a:lnTo>
                    <a:pt x="601448" y="5066606"/>
                  </a:lnTo>
                  <a:lnTo>
                    <a:pt x="601556" y="5066606"/>
                  </a:lnTo>
                  <a:lnTo>
                    <a:pt x="601556" y="5065982"/>
                  </a:lnTo>
                  <a:lnTo>
                    <a:pt x="601665" y="5065982"/>
                  </a:lnTo>
                  <a:lnTo>
                    <a:pt x="601773" y="5065982"/>
                  </a:lnTo>
                  <a:lnTo>
                    <a:pt x="601773" y="5065359"/>
                  </a:lnTo>
                  <a:lnTo>
                    <a:pt x="601882" y="5065359"/>
                  </a:lnTo>
                  <a:lnTo>
                    <a:pt x="601990" y="5065359"/>
                  </a:lnTo>
                  <a:lnTo>
                    <a:pt x="602099" y="5065359"/>
                  </a:lnTo>
                  <a:lnTo>
                    <a:pt x="602099" y="5064735"/>
                  </a:lnTo>
                  <a:lnTo>
                    <a:pt x="602099" y="5064112"/>
                  </a:lnTo>
                  <a:lnTo>
                    <a:pt x="602099" y="5063488"/>
                  </a:lnTo>
                  <a:lnTo>
                    <a:pt x="602207" y="5063488"/>
                  </a:lnTo>
                  <a:lnTo>
                    <a:pt x="602207" y="5062864"/>
                  </a:lnTo>
                  <a:lnTo>
                    <a:pt x="602315" y="5062864"/>
                  </a:lnTo>
                  <a:lnTo>
                    <a:pt x="602424" y="5062864"/>
                  </a:lnTo>
                  <a:lnTo>
                    <a:pt x="602424" y="5062241"/>
                  </a:lnTo>
                  <a:lnTo>
                    <a:pt x="602532" y="5062241"/>
                  </a:lnTo>
                  <a:lnTo>
                    <a:pt x="602532" y="5061617"/>
                  </a:lnTo>
                  <a:lnTo>
                    <a:pt x="602641" y="5061617"/>
                  </a:lnTo>
                  <a:lnTo>
                    <a:pt x="602749" y="5061617"/>
                  </a:lnTo>
                  <a:lnTo>
                    <a:pt x="602858" y="5061617"/>
                  </a:lnTo>
                  <a:lnTo>
                    <a:pt x="602966" y="5061617"/>
                  </a:lnTo>
                  <a:lnTo>
                    <a:pt x="603075" y="5061617"/>
                  </a:lnTo>
                  <a:lnTo>
                    <a:pt x="603183" y="5061617"/>
                  </a:lnTo>
                  <a:lnTo>
                    <a:pt x="603292" y="5061617"/>
                  </a:lnTo>
                  <a:lnTo>
                    <a:pt x="603292" y="5060994"/>
                  </a:lnTo>
                  <a:lnTo>
                    <a:pt x="603400" y="5060994"/>
                  </a:lnTo>
                  <a:lnTo>
                    <a:pt x="603508" y="5060994"/>
                  </a:lnTo>
                  <a:lnTo>
                    <a:pt x="603617" y="5060994"/>
                  </a:lnTo>
                  <a:lnTo>
                    <a:pt x="603617" y="5060370"/>
                  </a:lnTo>
                  <a:lnTo>
                    <a:pt x="603725" y="5060370"/>
                  </a:lnTo>
                  <a:lnTo>
                    <a:pt x="603834" y="5060370"/>
                  </a:lnTo>
                  <a:lnTo>
                    <a:pt x="603942" y="5060370"/>
                  </a:lnTo>
                  <a:lnTo>
                    <a:pt x="604051" y="5060370"/>
                  </a:lnTo>
                  <a:lnTo>
                    <a:pt x="604159" y="5060370"/>
                  </a:lnTo>
                  <a:lnTo>
                    <a:pt x="604159" y="5059746"/>
                  </a:lnTo>
                  <a:lnTo>
                    <a:pt x="604268" y="5059746"/>
                  </a:lnTo>
                  <a:lnTo>
                    <a:pt x="604376" y="5059746"/>
                  </a:lnTo>
                  <a:lnTo>
                    <a:pt x="604484" y="5059746"/>
                  </a:lnTo>
                  <a:lnTo>
                    <a:pt x="604593" y="5059746"/>
                  </a:lnTo>
                  <a:lnTo>
                    <a:pt x="604701" y="5059746"/>
                  </a:lnTo>
                  <a:lnTo>
                    <a:pt x="604810" y="5059746"/>
                  </a:lnTo>
                  <a:lnTo>
                    <a:pt x="604918" y="5059746"/>
                  </a:lnTo>
                  <a:lnTo>
                    <a:pt x="605027" y="5059746"/>
                  </a:lnTo>
                  <a:lnTo>
                    <a:pt x="605027" y="5059123"/>
                  </a:lnTo>
                  <a:lnTo>
                    <a:pt x="605135" y="5059123"/>
                  </a:lnTo>
                  <a:lnTo>
                    <a:pt x="605244" y="5059123"/>
                  </a:lnTo>
                  <a:lnTo>
                    <a:pt x="605244" y="5058499"/>
                  </a:lnTo>
                  <a:lnTo>
                    <a:pt x="605244" y="5057876"/>
                  </a:lnTo>
                  <a:lnTo>
                    <a:pt x="605352" y="5057876"/>
                  </a:lnTo>
                  <a:lnTo>
                    <a:pt x="605460" y="5057876"/>
                  </a:lnTo>
                  <a:lnTo>
                    <a:pt x="605460" y="5057252"/>
                  </a:lnTo>
                  <a:lnTo>
                    <a:pt x="605569" y="5057252"/>
                  </a:lnTo>
                  <a:lnTo>
                    <a:pt x="605677" y="5057252"/>
                  </a:lnTo>
                  <a:lnTo>
                    <a:pt x="605786" y="5057252"/>
                  </a:lnTo>
                  <a:lnTo>
                    <a:pt x="605894" y="5057252"/>
                  </a:lnTo>
                  <a:lnTo>
                    <a:pt x="606003" y="5057252"/>
                  </a:lnTo>
                  <a:lnTo>
                    <a:pt x="606111" y="5057252"/>
                  </a:lnTo>
                  <a:lnTo>
                    <a:pt x="606220" y="5057252"/>
                  </a:lnTo>
                  <a:lnTo>
                    <a:pt x="606328" y="5057252"/>
                  </a:lnTo>
                  <a:lnTo>
                    <a:pt x="606328" y="5056629"/>
                  </a:lnTo>
                  <a:lnTo>
                    <a:pt x="606436" y="5056629"/>
                  </a:lnTo>
                  <a:lnTo>
                    <a:pt x="606545" y="5056629"/>
                  </a:lnTo>
                  <a:lnTo>
                    <a:pt x="606653" y="5056629"/>
                  </a:lnTo>
                  <a:lnTo>
                    <a:pt x="606762" y="5056629"/>
                  </a:lnTo>
                  <a:lnTo>
                    <a:pt x="606870" y="5056629"/>
                  </a:lnTo>
                  <a:lnTo>
                    <a:pt x="606870" y="5056005"/>
                  </a:lnTo>
                  <a:lnTo>
                    <a:pt x="606979" y="5056005"/>
                  </a:lnTo>
                  <a:lnTo>
                    <a:pt x="607087" y="5056005"/>
                  </a:lnTo>
                  <a:lnTo>
                    <a:pt x="607196" y="5056005"/>
                  </a:lnTo>
                  <a:lnTo>
                    <a:pt x="607304" y="5056005"/>
                  </a:lnTo>
                  <a:lnTo>
                    <a:pt x="607304" y="5055381"/>
                  </a:lnTo>
                  <a:lnTo>
                    <a:pt x="607304" y="5054758"/>
                  </a:lnTo>
                  <a:lnTo>
                    <a:pt x="607413" y="5054758"/>
                  </a:lnTo>
                  <a:lnTo>
                    <a:pt x="607413" y="5054134"/>
                  </a:lnTo>
                  <a:lnTo>
                    <a:pt x="607413" y="5053511"/>
                  </a:lnTo>
                  <a:lnTo>
                    <a:pt x="607413" y="5052887"/>
                  </a:lnTo>
                  <a:lnTo>
                    <a:pt x="607521" y="5052887"/>
                  </a:lnTo>
                  <a:lnTo>
                    <a:pt x="607629" y="5052887"/>
                  </a:lnTo>
                  <a:lnTo>
                    <a:pt x="607738" y="5052887"/>
                  </a:lnTo>
                  <a:lnTo>
                    <a:pt x="607846" y="5052887"/>
                  </a:lnTo>
                  <a:lnTo>
                    <a:pt x="607955" y="5052887"/>
                  </a:lnTo>
                  <a:lnTo>
                    <a:pt x="608063" y="5052887"/>
                  </a:lnTo>
                  <a:lnTo>
                    <a:pt x="608172" y="5052887"/>
                  </a:lnTo>
                  <a:lnTo>
                    <a:pt x="608280" y="5052887"/>
                  </a:lnTo>
                  <a:lnTo>
                    <a:pt x="608389" y="5052887"/>
                  </a:lnTo>
                  <a:lnTo>
                    <a:pt x="608497" y="5052887"/>
                  </a:lnTo>
                  <a:lnTo>
                    <a:pt x="608605" y="5052887"/>
                  </a:lnTo>
                  <a:lnTo>
                    <a:pt x="608714" y="5052887"/>
                  </a:lnTo>
                  <a:lnTo>
                    <a:pt x="608822" y="5052887"/>
                  </a:lnTo>
                  <a:lnTo>
                    <a:pt x="608931" y="5052887"/>
                  </a:lnTo>
                  <a:lnTo>
                    <a:pt x="609039" y="5052887"/>
                  </a:lnTo>
                  <a:lnTo>
                    <a:pt x="609148" y="5052887"/>
                  </a:lnTo>
                  <a:lnTo>
                    <a:pt x="609256" y="5052887"/>
                  </a:lnTo>
                  <a:lnTo>
                    <a:pt x="609365" y="5052887"/>
                  </a:lnTo>
                  <a:lnTo>
                    <a:pt x="609365" y="5052263"/>
                  </a:lnTo>
                  <a:lnTo>
                    <a:pt x="609365" y="5051640"/>
                  </a:lnTo>
                  <a:lnTo>
                    <a:pt x="609473" y="5051640"/>
                  </a:lnTo>
                  <a:lnTo>
                    <a:pt x="609473" y="5051016"/>
                  </a:lnTo>
                  <a:lnTo>
                    <a:pt x="609581" y="5051016"/>
                  </a:lnTo>
                  <a:lnTo>
                    <a:pt x="609690" y="5051016"/>
                  </a:lnTo>
                  <a:lnTo>
                    <a:pt x="609690" y="5050393"/>
                  </a:lnTo>
                  <a:lnTo>
                    <a:pt x="609798" y="5050393"/>
                  </a:lnTo>
                  <a:lnTo>
                    <a:pt x="609907" y="5050393"/>
                  </a:lnTo>
                  <a:lnTo>
                    <a:pt x="610015" y="5050393"/>
                  </a:lnTo>
                  <a:lnTo>
                    <a:pt x="610124" y="5050393"/>
                  </a:lnTo>
                  <a:lnTo>
                    <a:pt x="610232" y="5050393"/>
                  </a:lnTo>
                  <a:lnTo>
                    <a:pt x="610341" y="5050393"/>
                  </a:lnTo>
                  <a:lnTo>
                    <a:pt x="610449" y="5050393"/>
                  </a:lnTo>
                  <a:lnTo>
                    <a:pt x="610557" y="5050393"/>
                  </a:lnTo>
                  <a:lnTo>
                    <a:pt x="610557" y="5049769"/>
                  </a:lnTo>
                  <a:lnTo>
                    <a:pt x="610666" y="5049769"/>
                  </a:lnTo>
                  <a:lnTo>
                    <a:pt x="610774" y="5049769"/>
                  </a:lnTo>
                  <a:lnTo>
                    <a:pt x="610883" y="5049769"/>
                  </a:lnTo>
                  <a:lnTo>
                    <a:pt x="610991" y="5049769"/>
                  </a:lnTo>
                  <a:lnTo>
                    <a:pt x="611100" y="5049769"/>
                  </a:lnTo>
                  <a:lnTo>
                    <a:pt x="611208" y="5049769"/>
                  </a:lnTo>
                  <a:lnTo>
                    <a:pt x="611317" y="5049769"/>
                  </a:lnTo>
                  <a:lnTo>
                    <a:pt x="611425" y="5049769"/>
                  </a:lnTo>
                  <a:lnTo>
                    <a:pt x="611425" y="5049146"/>
                  </a:lnTo>
                  <a:lnTo>
                    <a:pt x="611534" y="5049146"/>
                  </a:lnTo>
                  <a:lnTo>
                    <a:pt x="611642" y="5049146"/>
                  </a:lnTo>
                  <a:lnTo>
                    <a:pt x="611750" y="5049146"/>
                  </a:lnTo>
                  <a:lnTo>
                    <a:pt x="611859" y="5049146"/>
                  </a:lnTo>
                  <a:lnTo>
                    <a:pt x="611967" y="5049146"/>
                  </a:lnTo>
                  <a:lnTo>
                    <a:pt x="611967" y="5048522"/>
                  </a:lnTo>
                  <a:lnTo>
                    <a:pt x="612076" y="5048522"/>
                  </a:lnTo>
                  <a:lnTo>
                    <a:pt x="612184" y="5048522"/>
                  </a:lnTo>
                  <a:lnTo>
                    <a:pt x="612293" y="5048522"/>
                  </a:lnTo>
                  <a:lnTo>
                    <a:pt x="612401" y="5048522"/>
                  </a:lnTo>
                  <a:lnTo>
                    <a:pt x="612510" y="5048522"/>
                  </a:lnTo>
                  <a:lnTo>
                    <a:pt x="612510" y="5047898"/>
                  </a:lnTo>
                  <a:lnTo>
                    <a:pt x="612618" y="5047898"/>
                  </a:lnTo>
                  <a:lnTo>
                    <a:pt x="612726" y="5047898"/>
                  </a:lnTo>
                  <a:lnTo>
                    <a:pt x="612726" y="5047275"/>
                  </a:lnTo>
                  <a:lnTo>
                    <a:pt x="612726" y="5046651"/>
                  </a:lnTo>
                  <a:lnTo>
                    <a:pt x="612835" y="5046651"/>
                  </a:lnTo>
                  <a:lnTo>
                    <a:pt x="612835" y="5046028"/>
                  </a:lnTo>
                  <a:lnTo>
                    <a:pt x="612943" y="5046028"/>
                  </a:lnTo>
                  <a:lnTo>
                    <a:pt x="613052" y="5046028"/>
                  </a:lnTo>
                  <a:lnTo>
                    <a:pt x="613052" y="5045404"/>
                  </a:lnTo>
                  <a:lnTo>
                    <a:pt x="613160" y="5045404"/>
                  </a:lnTo>
                  <a:lnTo>
                    <a:pt x="613160" y="5044780"/>
                  </a:lnTo>
                  <a:lnTo>
                    <a:pt x="613269" y="5044780"/>
                  </a:lnTo>
                  <a:lnTo>
                    <a:pt x="613269" y="5044157"/>
                  </a:lnTo>
                  <a:lnTo>
                    <a:pt x="613269" y="5043533"/>
                  </a:lnTo>
                  <a:lnTo>
                    <a:pt x="613269" y="5042910"/>
                  </a:lnTo>
                  <a:lnTo>
                    <a:pt x="613269" y="5042286"/>
                  </a:lnTo>
                  <a:lnTo>
                    <a:pt x="613377" y="5042286"/>
                  </a:lnTo>
                  <a:lnTo>
                    <a:pt x="613377" y="5041663"/>
                  </a:lnTo>
                  <a:lnTo>
                    <a:pt x="613377" y="5041039"/>
                  </a:lnTo>
                  <a:lnTo>
                    <a:pt x="613377" y="5040415"/>
                  </a:lnTo>
                  <a:lnTo>
                    <a:pt x="613486" y="5040415"/>
                  </a:lnTo>
                  <a:lnTo>
                    <a:pt x="613594" y="5040415"/>
                  </a:lnTo>
                  <a:lnTo>
                    <a:pt x="613702" y="5040415"/>
                  </a:lnTo>
                  <a:lnTo>
                    <a:pt x="613811" y="5040415"/>
                  </a:lnTo>
                  <a:lnTo>
                    <a:pt x="613919" y="5040415"/>
                  </a:lnTo>
                  <a:lnTo>
                    <a:pt x="613919" y="5039792"/>
                  </a:lnTo>
                  <a:lnTo>
                    <a:pt x="613919" y="5039168"/>
                  </a:lnTo>
                  <a:lnTo>
                    <a:pt x="613919" y="5038545"/>
                  </a:lnTo>
                  <a:lnTo>
                    <a:pt x="614028" y="5038545"/>
                  </a:lnTo>
                  <a:lnTo>
                    <a:pt x="614136" y="5038545"/>
                  </a:lnTo>
                  <a:lnTo>
                    <a:pt x="614245" y="5038545"/>
                  </a:lnTo>
                  <a:lnTo>
                    <a:pt x="614353" y="5038545"/>
                  </a:lnTo>
                  <a:lnTo>
                    <a:pt x="614462" y="5038545"/>
                  </a:lnTo>
                  <a:lnTo>
                    <a:pt x="614462" y="5037921"/>
                  </a:lnTo>
                  <a:lnTo>
                    <a:pt x="614462" y="5037297"/>
                  </a:lnTo>
                  <a:lnTo>
                    <a:pt x="614570" y="5037297"/>
                  </a:lnTo>
                  <a:lnTo>
                    <a:pt x="614570" y="5036674"/>
                  </a:lnTo>
                  <a:lnTo>
                    <a:pt x="614570" y="5036050"/>
                  </a:lnTo>
                  <a:lnTo>
                    <a:pt x="614570" y="5035427"/>
                  </a:lnTo>
                  <a:lnTo>
                    <a:pt x="614678" y="5035427"/>
                  </a:lnTo>
                  <a:lnTo>
                    <a:pt x="614787" y="5035427"/>
                  </a:lnTo>
                  <a:lnTo>
                    <a:pt x="614895" y="5035427"/>
                  </a:lnTo>
                  <a:lnTo>
                    <a:pt x="614895" y="5034803"/>
                  </a:lnTo>
                  <a:lnTo>
                    <a:pt x="614895" y="5034180"/>
                  </a:lnTo>
                  <a:lnTo>
                    <a:pt x="615004" y="5034180"/>
                  </a:lnTo>
                  <a:lnTo>
                    <a:pt x="615112" y="5034180"/>
                  </a:lnTo>
                  <a:lnTo>
                    <a:pt x="615221" y="5034180"/>
                  </a:lnTo>
                  <a:lnTo>
                    <a:pt x="615329" y="5034180"/>
                  </a:lnTo>
                  <a:lnTo>
                    <a:pt x="615438" y="5034180"/>
                  </a:lnTo>
                  <a:lnTo>
                    <a:pt x="615546" y="5034180"/>
                  </a:lnTo>
                  <a:lnTo>
                    <a:pt x="615655" y="5034180"/>
                  </a:lnTo>
                  <a:lnTo>
                    <a:pt x="615763" y="5034180"/>
                  </a:lnTo>
                  <a:lnTo>
                    <a:pt x="615871" y="5034180"/>
                  </a:lnTo>
                  <a:lnTo>
                    <a:pt x="615980" y="5034180"/>
                  </a:lnTo>
                  <a:lnTo>
                    <a:pt x="616088" y="5034180"/>
                  </a:lnTo>
                  <a:lnTo>
                    <a:pt x="616197" y="5034180"/>
                  </a:lnTo>
                  <a:lnTo>
                    <a:pt x="616305" y="5034180"/>
                  </a:lnTo>
                  <a:lnTo>
                    <a:pt x="616414" y="5034180"/>
                  </a:lnTo>
                  <a:lnTo>
                    <a:pt x="616414" y="5033556"/>
                  </a:lnTo>
                  <a:lnTo>
                    <a:pt x="616414" y="5032932"/>
                  </a:lnTo>
                  <a:lnTo>
                    <a:pt x="616522" y="5032932"/>
                  </a:lnTo>
                  <a:lnTo>
                    <a:pt x="616631" y="5032932"/>
                  </a:lnTo>
                  <a:lnTo>
                    <a:pt x="616739" y="5032932"/>
                  </a:lnTo>
                  <a:lnTo>
                    <a:pt x="616847" y="5032932"/>
                  </a:lnTo>
                  <a:lnTo>
                    <a:pt x="616956" y="5032932"/>
                  </a:lnTo>
                  <a:lnTo>
                    <a:pt x="617064" y="5032932"/>
                  </a:lnTo>
                  <a:lnTo>
                    <a:pt x="617173" y="5032932"/>
                  </a:lnTo>
                  <a:lnTo>
                    <a:pt x="617281" y="5032932"/>
                  </a:lnTo>
                  <a:lnTo>
                    <a:pt x="617281" y="5032309"/>
                  </a:lnTo>
                  <a:lnTo>
                    <a:pt x="617390" y="5032309"/>
                  </a:lnTo>
                  <a:lnTo>
                    <a:pt x="617498" y="5032309"/>
                  </a:lnTo>
                  <a:lnTo>
                    <a:pt x="617607" y="5032309"/>
                  </a:lnTo>
                  <a:lnTo>
                    <a:pt x="617715" y="5032309"/>
                  </a:lnTo>
                  <a:lnTo>
                    <a:pt x="617823" y="5032309"/>
                  </a:lnTo>
                  <a:lnTo>
                    <a:pt x="617932" y="5032309"/>
                  </a:lnTo>
                  <a:lnTo>
                    <a:pt x="618040" y="5032309"/>
                  </a:lnTo>
                  <a:lnTo>
                    <a:pt x="618040" y="5031685"/>
                  </a:lnTo>
                  <a:lnTo>
                    <a:pt x="618149" y="5031685"/>
                  </a:lnTo>
                  <a:lnTo>
                    <a:pt x="618257" y="5031685"/>
                  </a:lnTo>
                  <a:lnTo>
                    <a:pt x="618366" y="5031685"/>
                  </a:lnTo>
                  <a:lnTo>
                    <a:pt x="618474" y="5031685"/>
                  </a:lnTo>
                  <a:lnTo>
                    <a:pt x="618474" y="5031062"/>
                  </a:lnTo>
                  <a:lnTo>
                    <a:pt x="618583" y="5031062"/>
                  </a:lnTo>
                  <a:lnTo>
                    <a:pt x="618583" y="5030438"/>
                  </a:lnTo>
                  <a:lnTo>
                    <a:pt x="618691" y="5030438"/>
                  </a:lnTo>
                  <a:lnTo>
                    <a:pt x="618691" y="5029814"/>
                  </a:lnTo>
                  <a:lnTo>
                    <a:pt x="618799" y="5029814"/>
                  </a:lnTo>
                  <a:lnTo>
                    <a:pt x="618908" y="5029814"/>
                  </a:lnTo>
                  <a:lnTo>
                    <a:pt x="619016" y="5029814"/>
                  </a:lnTo>
                  <a:lnTo>
                    <a:pt x="619125" y="5029814"/>
                  </a:lnTo>
                  <a:lnTo>
                    <a:pt x="619233" y="5029814"/>
                  </a:lnTo>
                  <a:lnTo>
                    <a:pt x="619342" y="5029814"/>
                  </a:lnTo>
                  <a:lnTo>
                    <a:pt x="619450" y="5029814"/>
                  </a:lnTo>
                  <a:lnTo>
                    <a:pt x="619450" y="5029191"/>
                  </a:lnTo>
                  <a:lnTo>
                    <a:pt x="619559" y="5029191"/>
                  </a:lnTo>
                  <a:lnTo>
                    <a:pt x="619667" y="5029191"/>
                  </a:lnTo>
                  <a:lnTo>
                    <a:pt x="619775" y="5029191"/>
                  </a:lnTo>
                  <a:lnTo>
                    <a:pt x="619775" y="5028567"/>
                  </a:lnTo>
                  <a:lnTo>
                    <a:pt x="619884" y="5028567"/>
                  </a:lnTo>
                  <a:lnTo>
                    <a:pt x="619992" y="5028567"/>
                  </a:lnTo>
                  <a:lnTo>
                    <a:pt x="620101" y="5028567"/>
                  </a:lnTo>
                  <a:lnTo>
                    <a:pt x="620101" y="5027944"/>
                  </a:lnTo>
                  <a:lnTo>
                    <a:pt x="620101" y="5027320"/>
                  </a:lnTo>
                  <a:lnTo>
                    <a:pt x="620209" y="5027320"/>
                  </a:lnTo>
                  <a:lnTo>
                    <a:pt x="620318" y="5027320"/>
                  </a:lnTo>
                  <a:lnTo>
                    <a:pt x="620318" y="5026697"/>
                  </a:lnTo>
                  <a:lnTo>
                    <a:pt x="620426" y="5026697"/>
                  </a:lnTo>
                  <a:lnTo>
                    <a:pt x="620535" y="5026697"/>
                  </a:lnTo>
                  <a:lnTo>
                    <a:pt x="620643" y="5026697"/>
                  </a:lnTo>
                  <a:lnTo>
                    <a:pt x="620643" y="5026073"/>
                  </a:lnTo>
                  <a:lnTo>
                    <a:pt x="620643" y="5025449"/>
                  </a:lnTo>
                  <a:lnTo>
                    <a:pt x="620752" y="5025449"/>
                  </a:lnTo>
                  <a:lnTo>
                    <a:pt x="620860" y="5025449"/>
                  </a:lnTo>
                  <a:lnTo>
                    <a:pt x="620968" y="5025449"/>
                  </a:lnTo>
                  <a:lnTo>
                    <a:pt x="621077" y="5025449"/>
                  </a:lnTo>
                  <a:lnTo>
                    <a:pt x="621077" y="5024826"/>
                  </a:lnTo>
                  <a:lnTo>
                    <a:pt x="621185" y="5024826"/>
                  </a:lnTo>
                  <a:lnTo>
                    <a:pt x="621294" y="5024826"/>
                  </a:lnTo>
                  <a:lnTo>
                    <a:pt x="621402" y="5024826"/>
                  </a:lnTo>
                  <a:lnTo>
                    <a:pt x="621511" y="5024826"/>
                  </a:lnTo>
                  <a:lnTo>
                    <a:pt x="621511" y="5024202"/>
                  </a:lnTo>
                  <a:lnTo>
                    <a:pt x="621511" y="5023579"/>
                  </a:lnTo>
                  <a:lnTo>
                    <a:pt x="621619" y="5023579"/>
                  </a:lnTo>
                  <a:lnTo>
                    <a:pt x="621728" y="5023579"/>
                  </a:lnTo>
                  <a:lnTo>
                    <a:pt x="621728" y="5022955"/>
                  </a:lnTo>
                  <a:lnTo>
                    <a:pt x="621836" y="5022955"/>
                  </a:lnTo>
                  <a:lnTo>
                    <a:pt x="621944" y="5022955"/>
                  </a:lnTo>
                  <a:lnTo>
                    <a:pt x="622053" y="5022955"/>
                  </a:lnTo>
                  <a:lnTo>
                    <a:pt x="622161" y="5022955"/>
                  </a:lnTo>
                  <a:lnTo>
                    <a:pt x="622270" y="5022955"/>
                  </a:lnTo>
                  <a:lnTo>
                    <a:pt x="622378" y="5022955"/>
                  </a:lnTo>
                  <a:lnTo>
                    <a:pt x="622487" y="5022955"/>
                  </a:lnTo>
                  <a:lnTo>
                    <a:pt x="622595" y="5022955"/>
                  </a:lnTo>
                  <a:lnTo>
                    <a:pt x="622704" y="5022955"/>
                  </a:lnTo>
                  <a:lnTo>
                    <a:pt x="622812" y="5022955"/>
                  </a:lnTo>
                  <a:lnTo>
                    <a:pt x="622920" y="5022955"/>
                  </a:lnTo>
                  <a:lnTo>
                    <a:pt x="623029" y="5022955"/>
                  </a:lnTo>
                  <a:lnTo>
                    <a:pt x="623137" y="5022955"/>
                  </a:lnTo>
                  <a:lnTo>
                    <a:pt x="623246" y="5022955"/>
                  </a:lnTo>
                  <a:lnTo>
                    <a:pt x="623354" y="5022955"/>
                  </a:lnTo>
                  <a:lnTo>
                    <a:pt x="623463" y="5022955"/>
                  </a:lnTo>
                  <a:lnTo>
                    <a:pt x="623463" y="5022331"/>
                  </a:lnTo>
                  <a:lnTo>
                    <a:pt x="623571" y="5022331"/>
                  </a:lnTo>
                  <a:lnTo>
                    <a:pt x="623680" y="5022331"/>
                  </a:lnTo>
                  <a:lnTo>
                    <a:pt x="623788" y="5022331"/>
                  </a:lnTo>
                  <a:lnTo>
                    <a:pt x="623896" y="5022331"/>
                  </a:lnTo>
                  <a:lnTo>
                    <a:pt x="624005" y="5022331"/>
                  </a:lnTo>
                  <a:lnTo>
                    <a:pt x="624113" y="5022331"/>
                  </a:lnTo>
                  <a:lnTo>
                    <a:pt x="624113" y="5021708"/>
                  </a:lnTo>
                  <a:lnTo>
                    <a:pt x="624222" y="5021708"/>
                  </a:lnTo>
                  <a:lnTo>
                    <a:pt x="624330" y="5021708"/>
                  </a:lnTo>
                  <a:lnTo>
                    <a:pt x="624439" y="5021708"/>
                  </a:lnTo>
                  <a:lnTo>
                    <a:pt x="624439" y="5021084"/>
                  </a:lnTo>
                  <a:lnTo>
                    <a:pt x="624547" y="5021084"/>
                  </a:lnTo>
                  <a:lnTo>
                    <a:pt x="624547" y="5020461"/>
                  </a:lnTo>
                  <a:lnTo>
                    <a:pt x="624656" y="5020461"/>
                  </a:lnTo>
                  <a:lnTo>
                    <a:pt x="624656" y="5019837"/>
                  </a:lnTo>
                  <a:lnTo>
                    <a:pt x="624764" y="5019837"/>
                  </a:lnTo>
                  <a:lnTo>
                    <a:pt x="624764" y="5019214"/>
                  </a:lnTo>
                  <a:lnTo>
                    <a:pt x="624873" y="5019214"/>
                  </a:lnTo>
                  <a:lnTo>
                    <a:pt x="624981" y="5019214"/>
                  </a:lnTo>
                  <a:lnTo>
                    <a:pt x="625089" y="5019214"/>
                  </a:lnTo>
                  <a:lnTo>
                    <a:pt x="625198" y="5019214"/>
                  </a:lnTo>
                  <a:lnTo>
                    <a:pt x="625198" y="5018590"/>
                  </a:lnTo>
                  <a:lnTo>
                    <a:pt x="625306" y="5018590"/>
                  </a:lnTo>
                  <a:lnTo>
                    <a:pt x="625415" y="5018590"/>
                  </a:lnTo>
                  <a:lnTo>
                    <a:pt x="625523" y="5018590"/>
                  </a:lnTo>
                  <a:lnTo>
                    <a:pt x="625523" y="5017966"/>
                  </a:lnTo>
                  <a:lnTo>
                    <a:pt x="625632" y="5017966"/>
                  </a:lnTo>
                  <a:lnTo>
                    <a:pt x="625740" y="5017966"/>
                  </a:lnTo>
                  <a:lnTo>
                    <a:pt x="625740" y="5017343"/>
                  </a:lnTo>
                  <a:lnTo>
                    <a:pt x="625849" y="5017343"/>
                  </a:lnTo>
                  <a:lnTo>
                    <a:pt x="625957" y="5017343"/>
                  </a:lnTo>
                  <a:lnTo>
                    <a:pt x="626065" y="5017343"/>
                  </a:lnTo>
                  <a:lnTo>
                    <a:pt x="626174" y="5017343"/>
                  </a:lnTo>
                  <a:lnTo>
                    <a:pt x="626282" y="5017343"/>
                  </a:lnTo>
                  <a:lnTo>
                    <a:pt x="626391" y="5017343"/>
                  </a:lnTo>
                  <a:lnTo>
                    <a:pt x="626499" y="5017343"/>
                  </a:lnTo>
                  <a:lnTo>
                    <a:pt x="626608" y="5017343"/>
                  </a:lnTo>
                  <a:lnTo>
                    <a:pt x="626608" y="5016719"/>
                  </a:lnTo>
                  <a:lnTo>
                    <a:pt x="626716" y="5016719"/>
                  </a:lnTo>
                  <a:lnTo>
                    <a:pt x="626825" y="5016719"/>
                  </a:lnTo>
                  <a:lnTo>
                    <a:pt x="626825" y="5016096"/>
                  </a:lnTo>
                  <a:lnTo>
                    <a:pt x="626933" y="5016096"/>
                  </a:lnTo>
                  <a:lnTo>
                    <a:pt x="627041" y="5016096"/>
                  </a:lnTo>
                  <a:lnTo>
                    <a:pt x="627150" y="5016096"/>
                  </a:lnTo>
                  <a:lnTo>
                    <a:pt x="627258" y="5016096"/>
                  </a:lnTo>
                  <a:lnTo>
                    <a:pt x="627367" y="5016096"/>
                  </a:lnTo>
                  <a:lnTo>
                    <a:pt x="627475" y="5016096"/>
                  </a:lnTo>
                  <a:lnTo>
                    <a:pt x="627584" y="5016096"/>
                  </a:lnTo>
                  <a:lnTo>
                    <a:pt x="627692" y="5016096"/>
                  </a:lnTo>
                  <a:lnTo>
                    <a:pt x="627801" y="5016096"/>
                  </a:lnTo>
                  <a:lnTo>
                    <a:pt x="627909" y="5016096"/>
                  </a:lnTo>
                  <a:lnTo>
                    <a:pt x="628017" y="5016096"/>
                  </a:lnTo>
                  <a:lnTo>
                    <a:pt x="628126" y="5016096"/>
                  </a:lnTo>
                  <a:lnTo>
                    <a:pt x="628126" y="5015472"/>
                  </a:lnTo>
                  <a:lnTo>
                    <a:pt x="628126" y="5014849"/>
                  </a:lnTo>
                  <a:lnTo>
                    <a:pt x="628234" y="5014849"/>
                  </a:lnTo>
                  <a:lnTo>
                    <a:pt x="628343" y="5014849"/>
                  </a:lnTo>
                  <a:lnTo>
                    <a:pt x="628451" y="5014849"/>
                  </a:lnTo>
                  <a:lnTo>
                    <a:pt x="628451" y="5014225"/>
                  </a:lnTo>
                  <a:lnTo>
                    <a:pt x="628451" y="5013601"/>
                  </a:lnTo>
                  <a:lnTo>
                    <a:pt x="628560" y="5013601"/>
                  </a:lnTo>
                  <a:lnTo>
                    <a:pt x="628668" y="5013601"/>
                  </a:lnTo>
                  <a:lnTo>
                    <a:pt x="628777" y="5013601"/>
                  </a:lnTo>
                  <a:lnTo>
                    <a:pt x="628885" y="5013601"/>
                  </a:lnTo>
                  <a:lnTo>
                    <a:pt x="628994" y="5013601"/>
                  </a:lnTo>
                  <a:lnTo>
                    <a:pt x="629102" y="5013601"/>
                  </a:lnTo>
                  <a:lnTo>
                    <a:pt x="629210" y="5013601"/>
                  </a:lnTo>
                  <a:lnTo>
                    <a:pt x="629319" y="5013601"/>
                  </a:lnTo>
                  <a:lnTo>
                    <a:pt x="629427" y="5013601"/>
                  </a:lnTo>
                  <a:lnTo>
                    <a:pt x="629536" y="5013601"/>
                  </a:lnTo>
                  <a:lnTo>
                    <a:pt x="629536" y="5012978"/>
                  </a:lnTo>
                  <a:lnTo>
                    <a:pt x="629644" y="5012978"/>
                  </a:lnTo>
                  <a:lnTo>
                    <a:pt x="629753" y="5012978"/>
                  </a:lnTo>
                  <a:lnTo>
                    <a:pt x="629861" y="5012978"/>
                  </a:lnTo>
                  <a:lnTo>
                    <a:pt x="629861" y="5012354"/>
                  </a:lnTo>
                  <a:lnTo>
                    <a:pt x="629861" y="5011731"/>
                  </a:lnTo>
                  <a:lnTo>
                    <a:pt x="629970" y="5011731"/>
                  </a:lnTo>
                  <a:lnTo>
                    <a:pt x="630078" y="5011731"/>
                  </a:lnTo>
                  <a:lnTo>
                    <a:pt x="630078" y="5011107"/>
                  </a:lnTo>
                  <a:lnTo>
                    <a:pt x="630186" y="5011107"/>
                  </a:lnTo>
                  <a:lnTo>
                    <a:pt x="630186" y="5010483"/>
                  </a:lnTo>
                  <a:lnTo>
                    <a:pt x="630295" y="5010483"/>
                  </a:lnTo>
                  <a:lnTo>
                    <a:pt x="630403" y="5010483"/>
                  </a:lnTo>
                  <a:lnTo>
                    <a:pt x="630512" y="5010483"/>
                  </a:lnTo>
                  <a:lnTo>
                    <a:pt x="630620" y="5010483"/>
                  </a:lnTo>
                  <a:lnTo>
                    <a:pt x="630729" y="5010483"/>
                  </a:lnTo>
                  <a:lnTo>
                    <a:pt x="630837" y="5010483"/>
                  </a:lnTo>
                  <a:lnTo>
                    <a:pt x="630946" y="5010483"/>
                  </a:lnTo>
                  <a:lnTo>
                    <a:pt x="630946" y="5009860"/>
                  </a:lnTo>
                  <a:lnTo>
                    <a:pt x="631054" y="5009860"/>
                  </a:lnTo>
                  <a:lnTo>
                    <a:pt x="631054" y="5009236"/>
                  </a:lnTo>
                  <a:lnTo>
                    <a:pt x="631162" y="5009236"/>
                  </a:lnTo>
                  <a:lnTo>
                    <a:pt x="631271" y="5009236"/>
                  </a:lnTo>
                  <a:lnTo>
                    <a:pt x="631379" y="5009236"/>
                  </a:lnTo>
                  <a:lnTo>
                    <a:pt x="631379" y="5008613"/>
                  </a:lnTo>
                  <a:lnTo>
                    <a:pt x="631488" y="5008613"/>
                  </a:lnTo>
                  <a:lnTo>
                    <a:pt x="631596" y="5008613"/>
                  </a:lnTo>
                  <a:lnTo>
                    <a:pt x="631705" y="5008613"/>
                  </a:lnTo>
                  <a:lnTo>
                    <a:pt x="631813" y="5008613"/>
                  </a:lnTo>
                  <a:lnTo>
                    <a:pt x="631922" y="5008613"/>
                  </a:lnTo>
                  <a:lnTo>
                    <a:pt x="632030" y="5008613"/>
                  </a:lnTo>
                  <a:lnTo>
                    <a:pt x="632030" y="5007989"/>
                  </a:lnTo>
                  <a:lnTo>
                    <a:pt x="632138" y="5007989"/>
                  </a:lnTo>
                  <a:lnTo>
                    <a:pt x="632247" y="5007989"/>
                  </a:lnTo>
                  <a:lnTo>
                    <a:pt x="632355" y="5007989"/>
                  </a:lnTo>
                  <a:lnTo>
                    <a:pt x="632355" y="5007366"/>
                  </a:lnTo>
                  <a:lnTo>
                    <a:pt x="632355" y="5006742"/>
                  </a:lnTo>
                  <a:lnTo>
                    <a:pt x="632464" y="5006742"/>
                  </a:lnTo>
                  <a:lnTo>
                    <a:pt x="632572" y="5006742"/>
                  </a:lnTo>
                  <a:lnTo>
                    <a:pt x="632572" y="5006118"/>
                  </a:lnTo>
                  <a:lnTo>
                    <a:pt x="632681" y="5006118"/>
                  </a:lnTo>
                  <a:lnTo>
                    <a:pt x="632681" y="5005495"/>
                  </a:lnTo>
                  <a:lnTo>
                    <a:pt x="632789" y="5005495"/>
                  </a:lnTo>
                  <a:lnTo>
                    <a:pt x="632898" y="5005495"/>
                  </a:lnTo>
                  <a:lnTo>
                    <a:pt x="633006" y="5005495"/>
                  </a:lnTo>
                  <a:lnTo>
                    <a:pt x="633115" y="5005495"/>
                  </a:lnTo>
                  <a:lnTo>
                    <a:pt x="633223" y="5005495"/>
                  </a:lnTo>
                  <a:lnTo>
                    <a:pt x="633331" y="5005495"/>
                  </a:lnTo>
                  <a:lnTo>
                    <a:pt x="633440" y="5005495"/>
                  </a:lnTo>
                  <a:lnTo>
                    <a:pt x="633548" y="5005495"/>
                  </a:lnTo>
                  <a:lnTo>
                    <a:pt x="633657" y="5005495"/>
                  </a:lnTo>
                  <a:lnTo>
                    <a:pt x="633765" y="5005495"/>
                  </a:lnTo>
                  <a:lnTo>
                    <a:pt x="633874" y="5005495"/>
                  </a:lnTo>
                  <a:lnTo>
                    <a:pt x="633982" y="5005495"/>
                  </a:lnTo>
                  <a:lnTo>
                    <a:pt x="634091" y="5005495"/>
                  </a:lnTo>
                  <a:lnTo>
                    <a:pt x="634199" y="5005495"/>
                  </a:lnTo>
                  <a:lnTo>
                    <a:pt x="634307" y="5005495"/>
                  </a:lnTo>
                  <a:lnTo>
                    <a:pt x="634307" y="5004871"/>
                  </a:lnTo>
                  <a:lnTo>
                    <a:pt x="634416" y="5004871"/>
                  </a:lnTo>
                  <a:lnTo>
                    <a:pt x="634416" y="5004248"/>
                  </a:lnTo>
                  <a:lnTo>
                    <a:pt x="634524" y="5004248"/>
                  </a:lnTo>
                  <a:lnTo>
                    <a:pt x="634633" y="5004248"/>
                  </a:lnTo>
                  <a:lnTo>
                    <a:pt x="634741" y="5004248"/>
                  </a:lnTo>
                  <a:lnTo>
                    <a:pt x="634850" y="5004248"/>
                  </a:lnTo>
                  <a:lnTo>
                    <a:pt x="634958" y="5004248"/>
                  </a:lnTo>
                  <a:lnTo>
                    <a:pt x="635067" y="5004248"/>
                  </a:lnTo>
                  <a:lnTo>
                    <a:pt x="635067" y="5003624"/>
                  </a:lnTo>
                  <a:lnTo>
                    <a:pt x="635175" y="5003624"/>
                  </a:lnTo>
                  <a:lnTo>
                    <a:pt x="635283" y="5003624"/>
                  </a:lnTo>
                  <a:lnTo>
                    <a:pt x="635392" y="5003624"/>
                  </a:lnTo>
                  <a:lnTo>
                    <a:pt x="635500" y="5003624"/>
                  </a:lnTo>
                  <a:lnTo>
                    <a:pt x="635609" y="5003624"/>
                  </a:lnTo>
                  <a:lnTo>
                    <a:pt x="635717" y="5003624"/>
                  </a:lnTo>
                  <a:lnTo>
                    <a:pt x="635826" y="5003624"/>
                  </a:lnTo>
                  <a:lnTo>
                    <a:pt x="635934" y="5003624"/>
                  </a:lnTo>
                  <a:lnTo>
                    <a:pt x="636043" y="5003624"/>
                  </a:lnTo>
                  <a:lnTo>
                    <a:pt x="636151" y="5003624"/>
                  </a:lnTo>
                  <a:lnTo>
                    <a:pt x="636151" y="5003000"/>
                  </a:lnTo>
                  <a:lnTo>
                    <a:pt x="636151" y="5002377"/>
                  </a:lnTo>
                  <a:lnTo>
                    <a:pt x="636151" y="5001753"/>
                  </a:lnTo>
                  <a:lnTo>
                    <a:pt x="636151" y="5001130"/>
                  </a:lnTo>
                  <a:lnTo>
                    <a:pt x="636259" y="5001130"/>
                  </a:lnTo>
                  <a:lnTo>
                    <a:pt x="636368" y="5001130"/>
                  </a:lnTo>
                  <a:lnTo>
                    <a:pt x="636476" y="5001130"/>
                  </a:lnTo>
                  <a:lnTo>
                    <a:pt x="636585" y="5001130"/>
                  </a:lnTo>
                  <a:lnTo>
                    <a:pt x="636693" y="5001130"/>
                  </a:lnTo>
                  <a:lnTo>
                    <a:pt x="636802" y="5001130"/>
                  </a:lnTo>
                  <a:lnTo>
                    <a:pt x="636910" y="5001130"/>
                  </a:lnTo>
                  <a:lnTo>
                    <a:pt x="637019" y="5001130"/>
                  </a:lnTo>
                  <a:lnTo>
                    <a:pt x="637127" y="5001130"/>
                  </a:lnTo>
                  <a:lnTo>
                    <a:pt x="637236" y="5001130"/>
                  </a:lnTo>
                  <a:lnTo>
                    <a:pt x="637344" y="5001130"/>
                  </a:lnTo>
                  <a:lnTo>
                    <a:pt x="637344" y="5000506"/>
                  </a:lnTo>
                  <a:lnTo>
                    <a:pt x="637344" y="4999883"/>
                  </a:lnTo>
                  <a:lnTo>
                    <a:pt x="637452" y="4999883"/>
                  </a:lnTo>
                  <a:lnTo>
                    <a:pt x="637561" y="4999883"/>
                  </a:lnTo>
                  <a:lnTo>
                    <a:pt x="637669" y="4999883"/>
                  </a:lnTo>
                  <a:lnTo>
                    <a:pt x="637669" y="4999259"/>
                  </a:lnTo>
                  <a:lnTo>
                    <a:pt x="637669" y="4998635"/>
                  </a:lnTo>
                  <a:lnTo>
                    <a:pt x="637778" y="4998635"/>
                  </a:lnTo>
                  <a:lnTo>
                    <a:pt x="637886" y="4998635"/>
                  </a:lnTo>
                  <a:lnTo>
                    <a:pt x="637886" y="4998012"/>
                  </a:lnTo>
                  <a:lnTo>
                    <a:pt x="637995" y="4998012"/>
                  </a:lnTo>
                  <a:lnTo>
                    <a:pt x="638103" y="4998012"/>
                  </a:lnTo>
                  <a:lnTo>
                    <a:pt x="638103" y="4997388"/>
                  </a:lnTo>
                  <a:lnTo>
                    <a:pt x="638212" y="4997388"/>
                  </a:lnTo>
                  <a:lnTo>
                    <a:pt x="638320" y="4997388"/>
                  </a:lnTo>
                  <a:lnTo>
                    <a:pt x="638428" y="4997388"/>
                  </a:lnTo>
                  <a:lnTo>
                    <a:pt x="638537" y="4997388"/>
                  </a:lnTo>
                  <a:lnTo>
                    <a:pt x="638645" y="4997388"/>
                  </a:lnTo>
                  <a:lnTo>
                    <a:pt x="638754" y="4997388"/>
                  </a:lnTo>
                  <a:lnTo>
                    <a:pt x="638754" y="4996765"/>
                  </a:lnTo>
                  <a:lnTo>
                    <a:pt x="638862" y="4996765"/>
                  </a:lnTo>
                  <a:lnTo>
                    <a:pt x="638971" y="4996765"/>
                  </a:lnTo>
                  <a:lnTo>
                    <a:pt x="638971" y="4996141"/>
                  </a:lnTo>
                  <a:lnTo>
                    <a:pt x="639079" y="4996141"/>
                  </a:lnTo>
                  <a:lnTo>
                    <a:pt x="639188" y="4996141"/>
                  </a:lnTo>
                  <a:lnTo>
                    <a:pt x="639296" y="4996141"/>
                  </a:lnTo>
                  <a:lnTo>
                    <a:pt x="639404" y="4996141"/>
                  </a:lnTo>
                  <a:lnTo>
                    <a:pt x="639513" y="4996141"/>
                  </a:lnTo>
                  <a:lnTo>
                    <a:pt x="639621" y="4996141"/>
                  </a:lnTo>
                  <a:lnTo>
                    <a:pt x="639730" y="4996141"/>
                  </a:lnTo>
                  <a:lnTo>
                    <a:pt x="639838" y="4996141"/>
                  </a:lnTo>
                  <a:lnTo>
                    <a:pt x="639947" y="4996141"/>
                  </a:lnTo>
                  <a:lnTo>
                    <a:pt x="640055" y="4996141"/>
                  </a:lnTo>
                  <a:lnTo>
                    <a:pt x="640164" y="4996141"/>
                  </a:lnTo>
                  <a:lnTo>
                    <a:pt x="640272" y="4996141"/>
                  </a:lnTo>
                  <a:lnTo>
                    <a:pt x="640380" y="4996141"/>
                  </a:lnTo>
                  <a:lnTo>
                    <a:pt x="640380" y="4995517"/>
                  </a:lnTo>
                  <a:lnTo>
                    <a:pt x="640489" y="4995517"/>
                  </a:lnTo>
                  <a:lnTo>
                    <a:pt x="640597" y="4995517"/>
                  </a:lnTo>
                  <a:lnTo>
                    <a:pt x="640706" y="4995517"/>
                  </a:lnTo>
                  <a:lnTo>
                    <a:pt x="640706" y="4994894"/>
                  </a:lnTo>
                  <a:lnTo>
                    <a:pt x="640814" y="4994894"/>
                  </a:lnTo>
                  <a:lnTo>
                    <a:pt x="640923" y="4994894"/>
                  </a:lnTo>
                  <a:lnTo>
                    <a:pt x="641031" y="4994894"/>
                  </a:lnTo>
                  <a:lnTo>
                    <a:pt x="641140" y="4994894"/>
                  </a:lnTo>
                  <a:lnTo>
                    <a:pt x="641248" y="4994894"/>
                  </a:lnTo>
                  <a:lnTo>
                    <a:pt x="641357" y="4994894"/>
                  </a:lnTo>
                  <a:lnTo>
                    <a:pt x="641465" y="4994894"/>
                  </a:lnTo>
                  <a:lnTo>
                    <a:pt x="641573" y="4994894"/>
                  </a:lnTo>
                  <a:lnTo>
                    <a:pt x="641573" y="4994270"/>
                  </a:lnTo>
                  <a:lnTo>
                    <a:pt x="641682" y="4994270"/>
                  </a:lnTo>
                  <a:lnTo>
                    <a:pt x="641790" y="4994270"/>
                  </a:lnTo>
                  <a:lnTo>
                    <a:pt x="641790" y="4993647"/>
                  </a:lnTo>
                  <a:lnTo>
                    <a:pt x="641899" y="4993647"/>
                  </a:lnTo>
                  <a:lnTo>
                    <a:pt x="642007" y="4993647"/>
                  </a:lnTo>
                  <a:lnTo>
                    <a:pt x="642116" y="4993647"/>
                  </a:lnTo>
                  <a:lnTo>
                    <a:pt x="642116" y="4993023"/>
                  </a:lnTo>
                  <a:lnTo>
                    <a:pt x="642116" y="4992400"/>
                  </a:lnTo>
                  <a:lnTo>
                    <a:pt x="642224" y="4992400"/>
                  </a:lnTo>
                  <a:lnTo>
                    <a:pt x="642333" y="4992400"/>
                  </a:lnTo>
                  <a:lnTo>
                    <a:pt x="642333" y="4991776"/>
                  </a:lnTo>
                  <a:lnTo>
                    <a:pt x="642441" y="4991776"/>
                  </a:lnTo>
                  <a:lnTo>
                    <a:pt x="642549" y="4991776"/>
                  </a:lnTo>
                  <a:lnTo>
                    <a:pt x="642658" y="4991776"/>
                  </a:lnTo>
                  <a:lnTo>
                    <a:pt x="642658" y="4991152"/>
                  </a:lnTo>
                  <a:lnTo>
                    <a:pt x="642766" y="4991152"/>
                  </a:lnTo>
                  <a:lnTo>
                    <a:pt x="642875" y="4991152"/>
                  </a:lnTo>
                  <a:lnTo>
                    <a:pt x="642875" y="4990529"/>
                  </a:lnTo>
                  <a:lnTo>
                    <a:pt x="642983" y="4990529"/>
                  </a:lnTo>
                  <a:lnTo>
                    <a:pt x="643092" y="4990529"/>
                  </a:lnTo>
                  <a:lnTo>
                    <a:pt x="643200" y="4990529"/>
                  </a:lnTo>
                  <a:lnTo>
                    <a:pt x="643309" y="4990529"/>
                  </a:lnTo>
                  <a:lnTo>
                    <a:pt x="643417" y="4990529"/>
                  </a:lnTo>
                  <a:lnTo>
                    <a:pt x="643525" y="4990529"/>
                  </a:lnTo>
                  <a:lnTo>
                    <a:pt x="643634" y="4990529"/>
                  </a:lnTo>
                  <a:lnTo>
                    <a:pt x="643742" y="4990529"/>
                  </a:lnTo>
                  <a:lnTo>
                    <a:pt x="643851" y="4990529"/>
                  </a:lnTo>
                  <a:lnTo>
                    <a:pt x="643959" y="4990529"/>
                  </a:lnTo>
                  <a:lnTo>
                    <a:pt x="643959" y="4989905"/>
                  </a:lnTo>
                  <a:lnTo>
                    <a:pt x="644068" y="4989905"/>
                  </a:lnTo>
                  <a:lnTo>
                    <a:pt x="644176" y="4989905"/>
                  </a:lnTo>
                  <a:lnTo>
                    <a:pt x="644285" y="4989905"/>
                  </a:lnTo>
                  <a:lnTo>
                    <a:pt x="644285" y="4989282"/>
                  </a:lnTo>
                  <a:lnTo>
                    <a:pt x="644393" y="4989282"/>
                  </a:lnTo>
                  <a:lnTo>
                    <a:pt x="644501" y="4989282"/>
                  </a:lnTo>
                  <a:lnTo>
                    <a:pt x="644610" y="4989282"/>
                  </a:lnTo>
                  <a:lnTo>
                    <a:pt x="644718" y="4989282"/>
                  </a:lnTo>
                  <a:lnTo>
                    <a:pt x="644827" y="4989282"/>
                  </a:lnTo>
                  <a:lnTo>
                    <a:pt x="644935" y="4989282"/>
                  </a:lnTo>
                  <a:lnTo>
                    <a:pt x="645044" y="4989282"/>
                  </a:lnTo>
                  <a:lnTo>
                    <a:pt x="645152" y="4989282"/>
                  </a:lnTo>
                  <a:lnTo>
                    <a:pt x="645261" y="4989282"/>
                  </a:lnTo>
                  <a:lnTo>
                    <a:pt x="645369" y="4989282"/>
                  </a:lnTo>
                  <a:lnTo>
                    <a:pt x="645477" y="4989282"/>
                  </a:lnTo>
                  <a:lnTo>
                    <a:pt x="645586" y="4989282"/>
                  </a:lnTo>
                  <a:lnTo>
                    <a:pt x="645694" y="4989282"/>
                  </a:lnTo>
                  <a:lnTo>
                    <a:pt x="645803" y="4989282"/>
                  </a:lnTo>
                  <a:lnTo>
                    <a:pt x="645911" y="4989282"/>
                  </a:lnTo>
                  <a:lnTo>
                    <a:pt x="646020" y="4989282"/>
                  </a:lnTo>
                  <a:lnTo>
                    <a:pt x="646128" y="4989282"/>
                  </a:lnTo>
                  <a:lnTo>
                    <a:pt x="646128" y="4988658"/>
                  </a:lnTo>
                  <a:lnTo>
                    <a:pt x="646237" y="4988658"/>
                  </a:lnTo>
                  <a:lnTo>
                    <a:pt x="646345" y="4988658"/>
                  </a:lnTo>
                  <a:lnTo>
                    <a:pt x="646454" y="4988658"/>
                  </a:lnTo>
                  <a:lnTo>
                    <a:pt x="646454" y="4988034"/>
                  </a:lnTo>
                  <a:lnTo>
                    <a:pt x="646454" y="4987411"/>
                  </a:lnTo>
                  <a:lnTo>
                    <a:pt x="646562" y="4987411"/>
                  </a:lnTo>
                  <a:lnTo>
                    <a:pt x="646670" y="4987411"/>
                  </a:lnTo>
                  <a:lnTo>
                    <a:pt x="646670" y="4986787"/>
                  </a:lnTo>
                  <a:lnTo>
                    <a:pt x="646779" y="4986787"/>
                  </a:lnTo>
                  <a:lnTo>
                    <a:pt x="646887" y="4986787"/>
                  </a:lnTo>
                  <a:lnTo>
                    <a:pt x="646996" y="4986787"/>
                  </a:lnTo>
                  <a:lnTo>
                    <a:pt x="647104" y="4986787"/>
                  </a:lnTo>
                  <a:lnTo>
                    <a:pt x="647213" y="4986787"/>
                  </a:lnTo>
                  <a:lnTo>
                    <a:pt x="647321" y="4986787"/>
                  </a:lnTo>
                  <a:lnTo>
                    <a:pt x="647321" y="4986164"/>
                  </a:lnTo>
                  <a:lnTo>
                    <a:pt x="647430" y="4986164"/>
                  </a:lnTo>
                  <a:lnTo>
                    <a:pt x="647538" y="4986164"/>
                  </a:lnTo>
                  <a:lnTo>
                    <a:pt x="647646" y="4986164"/>
                  </a:lnTo>
                  <a:lnTo>
                    <a:pt x="647755" y="4986164"/>
                  </a:lnTo>
                  <a:lnTo>
                    <a:pt x="647863" y="4986164"/>
                  </a:lnTo>
                  <a:lnTo>
                    <a:pt x="647972" y="4986164"/>
                  </a:lnTo>
                  <a:lnTo>
                    <a:pt x="647972" y="4985540"/>
                  </a:lnTo>
                  <a:lnTo>
                    <a:pt x="648080" y="4985540"/>
                  </a:lnTo>
                  <a:lnTo>
                    <a:pt x="648189" y="4985540"/>
                  </a:lnTo>
                  <a:lnTo>
                    <a:pt x="648189" y="4984917"/>
                  </a:lnTo>
                  <a:lnTo>
                    <a:pt x="648297" y="4984917"/>
                  </a:lnTo>
                  <a:lnTo>
                    <a:pt x="648297" y="4984293"/>
                  </a:lnTo>
                  <a:lnTo>
                    <a:pt x="648406" y="4984293"/>
                  </a:lnTo>
                  <a:lnTo>
                    <a:pt x="648406" y="4983669"/>
                  </a:lnTo>
                  <a:lnTo>
                    <a:pt x="648514" y="4983669"/>
                  </a:lnTo>
                  <a:lnTo>
                    <a:pt x="648622" y="4983669"/>
                  </a:lnTo>
                  <a:lnTo>
                    <a:pt x="648731" y="4983669"/>
                  </a:lnTo>
                  <a:lnTo>
                    <a:pt x="648839" y="4983669"/>
                  </a:lnTo>
                  <a:lnTo>
                    <a:pt x="648948" y="4983669"/>
                  </a:lnTo>
                  <a:lnTo>
                    <a:pt x="649056" y="4983669"/>
                  </a:lnTo>
                  <a:lnTo>
                    <a:pt x="649165" y="4983669"/>
                  </a:lnTo>
                  <a:lnTo>
                    <a:pt x="649273" y="4983669"/>
                  </a:lnTo>
                  <a:lnTo>
                    <a:pt x="649382" y="4983669"/>
                  </a:lnTo>
                  <a:lnTo>
                    <a:pt x="649490" y="4983669"/>
                  </a:lnTo>
                  <a:lnTo>
                    <a:pt x="649598" y="4983669"/>
                  </a:lnTo>
                  <a:lnTo>
                    <a:pt x="649598" y="4983046"/>
                  </a:lnTo>
                  <a:lnTo>
                    <a:pt x="649598" y="4982422"/>
                  </a:lnTo>
                  <a:lnTo>
                    <a:pt x="649707" y="4982422"/>
                  </a:lnTo>
                  <a:lnTo>
                    <a:pt x="649815" y="4982422"/>
                  </a:lnTo>
                  <a:lnTo>
                    <a:pt x="649924" y="4982422"/>
                  </a:lnTo>
                  <a:lnTo>
                    <a:pt x="649924" y="4981799"/>
                  </a:lnTo>
                  <a:lnTo>
                    <a:pt x="649924" y="4981175"/>
                  </a:lnTo>
                  <a:lnTo>
                    <a:pt x="650032" y="4981175"/>
                  </a:lnTo>
                  <a:lnTo>
                    <a:pt x="650141" y="4981175"/>
                  </a:lnTo>
                  <a:lnTo>
                    <a:pt x="650249" y="4981175"/>
                  </a:lnTo>
                  <a:lnTo>
                    <a:pt x="650358" y="4981175"/>
                  </a:lnTo>
                  <a:lnTo>
                    <a:pt x="650466" y="4981175"/>
                  </a:lnTo>
                  <a:lnTo>
                    <a:pt x="650575" y="4981175"/>
                  </a:lnTo>
                  <a:lnTo>
                    <a:pt x="650683" y="4981175"/>
                  </a:lnTo>
                  <a:lnTo>
                    <a:pt x="650791" y="4981175"/>
                  </a:lnTo>
                  <a:lnTo>
                    <a:pt x="650791" y="4980551"/>
                  </a:lnTo>
                  <a:lnTo>
                    <a:pt x="650791" y="4979928"/>
                  </a:lnTo>
                  <a:lnTo>
                    <a:pt x="650900" y="4979928"/>
                  </a:lnTo>
                  <a:lnTo>
                    <a:pt x="651008" y="4979928"/>
                  </a:lnTo>
                  <a:lnTo>
                    <a:pt x="651008" y="4979304"/>
                  </a:lnTo>
                  <a:lnTo>
                    <a:pt x="651117" y="4979304"/>
                  </a:lnTo>
                  <a:lnTo>
                    <a:pt x="651225" y="4979304"/>
                  </a:lnTo>
                  <a:lnTo>
                    <a:pt x="651334" y="4979304"/>
                  </a:lnTo>
                  <a:lnTo>
                    <a:pt x="651442" y="4979304"/>
                  </a:lnTo>
                  <a:lnTo>
                    <a:pt x="651551" y="4979304"/>
                  </a:lnTo>
                  <a:lnTo>
                    <a:pt x="651659" y="4979304"/>
                  </a:lnTo>
                  <a:lnTo>
                    <a:pt x="651767" y="4979304"/>
                  </a:lnTo>
                  <a:lnTo>
                    <a:pt x="651876" y="4979304"/>
                  </a:lnTo>
                  <a:lnTo>
                    <a:pt x="651984" y="4979304"/>
                  </a:lnTo>
                  <a:lnTo>
                    <a:pt x="652093" y="4979304"/>
                  </a:lnTo>
                  <a:lnTo>
                    <a:pt x="652201" y="4979304"/>
                  </a:lnTo>
                  <a:lnTo>
                    <a:pt x="652310" y="4979304"/>
                  </a:lnTo>
                  <a:lnTo>
                    <a:pt x="652310" y="4978681"/>
                  </a:lnTo>
                  <a:lnTo>
                    <a:pt x="652418" y="4978681"/>
                  </a:lnTo>
                  <a:lnTo>
                    <a:pt x="652527" y="4978681"/>
                  </a:lnTo>
                  <a:lnTo>
                    <a:pt x="652635" y="4978681"/>
                  </a:lnTo>
                  <a:lnTo>
                    <a:pt x="652635" y="4978057"/>
                  </a:lnTo>
                  <a:lnTo>
                    <a:pt x="652743" y="4978057"/>
                  </a:lnTo>
                  <a:lnTo>
                    <a:pt x="652852" y="4978057"/>
                  </a:lnTo>
                  <a:lnTo>
                    <a:pt x="652960" y="4978057"/>
                  </a:lnTo>
                  <a:lnTo>
                    <a:pt x="653069" y="4978057"/>
                  </a:lnTo>
                  <a:lnTo>
                    <a:pt x="653177" y="4978057"/>
                  </a:lnTo>
                  <a:lnTo>
                    <a:pt x="653286" y="4978057"/>
                  </a:lnTo>
                  <a:lnTo>
                    <a:pt x="653394" y="4978057"/>
                  </a:lnTo>
                  <a:lnTo>
                    <a:pt x="653394" y="4977434"/>
                  </a:lnTo>
                  <a:lnTo>
                    <a:pt x="653503" y="4977434"/>
                  </a:lnTo>
                  <a:lnTo>
                    <a:pt x="653611" y="4977434"/>
                  </a:lnTo>
                  <a:lnTo>
                    <a:pt x="653719" y="4977434"/>
                  </a:lnTo>
                  <a:lnTo>
                    <a:pt x="653828" y="4977434"/>
                  </a:lnTo>
                  <a:lnTo>
                    <a:pt x="653936" y="4977434"/>
                  </a:lnTo>
                  <a:lnTo>
                    <a:pt x="654045" y="4977434"/>
                  </a:lnTo>
                  <a:lnTo>
                    <a:pt x="654045" y="4976810"/>
                  </a:lnTo>
                  <a:lnTo>
                    <a:pt x="654153" y="4976810"/>
                  </a:lnTo>
                  <a:lnTo>
                    <a:pt x="654262" y="4976810"/>
                  </a:lnTo>
                  <a:lnTo>
                    <a:pt x="654370" y="4976810"/>
                  </a:lnTo>
                  <a:lnTo>
                    <a:pt x="654479" y="4976810"/>
                  </a:lnTo>
                  <a:lnTo>
                    <a:pt x="654479" y="4976186"/>
                  </a:lnTo>
                  <a:lnTo>
                    <a:pt x="654587" y="4976186"/>
                  </a:lnTo>
                  <a:lnTo>
                    <a:pt x="654587" y="4975563"/>
                  </a:lnTo>
                  <a:lnTo>
                    <a:pt x="654696" y="4975563"/>
                  </a:lnTo>
                  <a:lnTo>
                    <a:pt x="654804" y="4975563"/>
                  </a:lnTo>
                  <a:lnTo>
                    <a:pt x="654912" y="4975563"/>
                  </a:lnTo>
                  <a:lnTo>
                    <a:pt x="655021" y="4975563"/>
                  </a:lnTo>
                  <a:lnTo>
                    <a:pt x="655129" y="4975563"/>
                  </a:lnTo>
                  <a:lnTo>
                    <a:pt x="655238" y="4975563"/>
                  </a:lnTo>
                  <a:lnTo>
                    <a:pt x="655346" y="4975563"/>
                  </a:lnTo>
                  <a:lnTo>
                    <a:pt x="655455" y="4975563"/>
                  </a:lnTo>
                  <a:lnTo>
                    <a:pt x="655563" y="4975563"/>
                  </a:lnTo>
                  <a:lnTo>
                    <a:pt x="655672" y="4975563"/>
                  </a:lnTo>
                  <a:lnTo>
                    <a:pt x="655672" y="4974939"/>
                  </a:lnTo>
                  <a:lnTo>
                    <a:pt x="655780" y="4974939"/>
                  </a:lnTo>
                  <a:lnTo>
                    <a:pt x="655888" y="4974939"/>
                  </a:lnTo>
                  <a:lnTo>
                    <a:pt x="655888" y="4974316"/>
                  </a:lnTo>
                  <a:lnTo>
                    <a:pt x="655997" y="4974316"/>
                  </a:lnTo>
                  <a:lnTo>
                    <a:pt x="655997" y="4973692"/>
                  </a:lnTo>
                  <a:lnTo>
                    <a:pt x="656105" y="4973692"/>
                  </a:lnTo>
                  <a:lnTo>
                    <a:pt x="656214" y="4973692"/>
                  </a:lnTo>
                  <a:lnTo>
                    <a:pt x="656322" y="4973692"/>
                  </a:lnTo>
                  <a:lnTo>
                    <a:pt x="656431" y="4973692"/>
                  </a:lnTo>
                  <a:lnTo>
                    <a:pt x="656431" y="4973068"/>
                  </a:lnTo>
                  <a:lnTo>
                    <a:pt x="656431" y="4972445"/>
                  </a:lnTo>
                  <a:lnTo>
                    <a:pt x="656431" y="4971821"/>
                  </a:lnTo>
                  <a:lnTo>
                    <a:pt x="656539" y="4971821"/>
                  </a:lnTo>
                  <a:lnTo>
                    <a:pt x="656648" y="4971821"/>
                  </a:lnTo>
                  <a:lnTo>
                    <a:pt x="656756" y="4971821"/>
                  </a:lnTo>
                  <a:lnTo>
                    <a:pt x="656756" y="4971198"/>
                  </a:lnTo>
                  <a:lnTo>
                    <a:pt x="656864" y="4971198"/>
                  </a:lnTo>
                  <a:lnTo>
                    <a:pt x="656973" y="4971198"/>
                  </a:lnTo>
                  <a:lnTo>
                    <a:pt x="657081" y="4971198"/>
                  </a:lnTo>
                  <a:lnTo>
                    <a:pt x="657190" y="4971198"/>
                  </a:lnTo>
                  <a:lnTo>
                    <a:pt x="657298" y="4971198"/>
                  </a:lnTo>
                  <a:lnTo>
                    <a:pt x="657407" y="4971198"/>
                  </a:lnTo>
                  <a:lnTo>
                    <a:pt x="657515" y="4971198"/>
                  </a:lnTo>
                  <a:lnTo>
                    <a:pt x="657624" y="4971198"/>
                  </a:lnTo>
                  <a:lnTo>
                    <a:pt x="657732" y="4971198"/>
                  </a:lnTo>
                  <a:lnTo>
                    <a:pt x="657732" y="4970574"/>
                  </a:lnTo>
                  <a:lnTo>
                    <a:pt x="657840" y="4970574"/>
                  </a:lnTo>
                  <a:lnTo>
                    <a:pt x="657949" y="4970574"/>
                  </a:lnTo>
                  <a:lnTo>
                    <a:pt x="658057" y="4970574"/>
                  </a:lnTo>
                  <a:lnTo>
                    <a:pt x="658057" y="4969951"/>
                  </a:lnTo>
                  <a:lnTo>
                    <a:pt x="658166" y="4969951"/>
                  </a:lnTo>
                  <a:lnTo>
                    <a:pt x="658274" y="4969951"/>
                  </a:lnTo>
                  <a:lnTo>
                    <a:pt x="658274" y="4969327"/>
                  </a:lnTo>
                  <a:lnTo>
                    <a:pt x="658383" y="4969327"/>
                  </a:lnTo>
                  <a:lnTo>
                    <a:pt x="658491" y="4969327"/>
                  </a:lnTo>
                  <a:lnTo>
                    <a:pt x="658600" y="4969327"/>
                  </a:lnTo>
                  <a:lnTo>
                    <a:pt x="658708" y="4969327"/>
                  </a:lnTo>
                  <a:lnTo>
                    <a:pt x="658708" y="4968703"/>
                  </a:lnTo>
                  <a:lnTo>
                    <a:pt x="658817" y="4968703"/>
                  </a:lnTo>
                  <a:lnTo>
                    <a:pt x="658925" y="4968703"/>
                  </a:lnTo>
                  <a:lnTo>
                    <a:pt x="659033" y="4968703"/>
                  </a:lnTo>
                  <a:lnTo>
                    <a:pt x="659142" y="4968703"/>
                  </a:lnTo>
                  <a:lnTo>
                    <a:pt x="659250" y="4968703"/>
                  </a:lnTo>
                  <a:lnTo>
                    <a:pt x="659359" y="4968703"/>
                  </a:lnTo>
                  <a:lnTo>
                    <a:pt x="659467" y="4968703"/>
                  </a:lnTo>
                  <a:lnTo>
                    <a:pt x="659576" y="4968703"/>
                  </a:lnTo>
                  <a:lnTo>
                    <a:pt x="659684" y="4968703"/>
                  </a:lnTo>
                  <a:lnTo>
                    <a:pt x="659793" y="4968703"/>
                  </a:lnTo>
                  <a:lnTo>
                    <a:pt x="659901" y="4968703"/>
                  </a:lnTo>
                  <a:lnTo>
                    <a:pt x="659901" y="4968080"/>
                  </a:lnTo>
                  <a:lnTo>
                    <a:pt x="660009" y="4968080"/>
                  </a:lnTo>
                  <a:lnTo>
                    <a:pt x="660009" y="4967456"/>
                  </a:lnTo>
                  <a:lnTo>
                    <a:pt x="660118" y="4967456"/>
                  </a:lnTo>
                  <a:lnTo>
                    <a:pt x="660226" y="4967456"/>
                  </a:lnTo>
                  <a:lnTo>
                    <a:pt x="660335" y="4967456"/>
                  </a:lnTo>
                  <a:lnTo>
                    <a:pt x="660443" y="4967456"/>
                  </a:lnTo>
                  <a:lnTo>
                    <a:pt x="660443" y="4966833"/>
                  </a:lnTo>
                  <a:lnTo>
                    <a:pt x="660552" y="4966833"/>
                  </a:lnTo>
                  <a:lnTo>
                    <a:pt x="660660" y="4966833"/>
                  </a:lnTo>
                  <a:lnTo>
                    <a:pt x="660769" y="4966833"/>
                  </a:lnTo>
                  <a:lnTo>
                    <a:pt x="660877" y="4966833"/>
                  </a:lnTo>
                  <a:lnTo>
                    <a:pt x="660985" y="4966833"/>
                  </a:lnTo>
                  <a:lnTo>
                    <a:pt x="661094" y="4966833"/>
                  </a:lnTo>
                  <a:lnTo>
                    <a:pt x="661202" y="4966833"/>
                  </a:lnTo>
                  <a:lnTo>
                    <a:pt x="661311" y="4966833"/>
                  </a:lnTo>
                  <a:lnTo>
                    <a:pt x="661419" y="4966833"/>
                  </a:lnTo>
                  <a:lnTo>
                    <a:pt x="661528" y="4966833"/>
                  </a:lnTo>
                  <a:lnTo>
                    <a:pt x="661636" y="4966833"/>
                  </a:lnTo>
                  <a:lnTo>
                    <a:pt x="661745" y="4966833"/>
                  </a:lnTo>
                  <a:lnTo>
                    <a:pt x="661853" y="4966833"/>
                  </a:lnTo>
                  <a:lnTo>
                    <a:pt x="661961" y="4966833"/>
                  </a:lnTo>
                  <a:lnTo>
                    <a:pt x="662070" y="4966833"/>
                  </a:lnTo>
                  <a:lnTo>
                    <a:pt x="662178" y="4966833"/>
                  </a:lnTo>
                  <a:lnTo>
                    <a:pt x="662178" y="4966209"/>
                  </a:lnTo>
                  <a:lnTo>
                    <a:pt x="662287" y="4966209"/>
                  </a:lnTo>
                  <a:lnTo>
                    <a:pt x="662287" y="4965586"/>
                  </a:lnTo>
                  <a:lnTo>
                    <a:pt x="662395" y="4965586"/>
                  </a:lnTo>
                  <a:lnTo>
                    <a:pt x="662504" y="4965586"/>
                  </a:lnTo>
                  <a:lnTo>
                    <a:pt x="662504" y="4964962"/>
                  </a:lnTo>
                  <a:lnTo>
                    <a:pt x="662612" y="4964962"/>
                  </a:lnTo>
                  <a:lnTo>
                    <a:pt x="662721" y="4964962"/>
                  </a:lnTo>
                  <a:lnTo>
                    <a:pt x="662829" y="4964962"/>
                  </a:lnTo>
                  <a:lnTo>
                    <a:pt x="662938" y="4964962"/>
                  </a:lnTo>
                  <a:lnTo>
                    <a:pt x="663046" y="4964962"/>
                  </a:lnTo>
                  <a:lnTo>
                    <a:pt x="663154" y="4964962"/>
                  </a:lnTo>
                  <a:lnTo>
                    <a:pt x="663154" y="4964338"/>
                  </a:lnTo>
                  <a:lnTo>
                    <a:pt x="663263" y="4964338"/>
                  </a:lnTo>
                  <a:lnTo>
                    <a:pt x="663371" y="4964338"/>
                  </a:lnTo>
                  <a:lnTo>
                    <a:pt x="663480" y="4964338"/>
                  </a:lnTo>
                  <a:lnTo>
                    <a:pt x="663588" y="4964338"/>
                  </a:lnTo>
                  <a:lnTo>
                    <a:pt x="663697" y="4964338"/>
                  </a:lnTo>
                  <a:lnTo>
                    <a:pt x="663805" y="4964338"/>
                  </a:lnTo>
                  <a:lnTo>
                    <a:pt x="663914" y="4964338"/>
                  </a:lnTo>
                  <a:lnTo>
                    <a:pt x="663914" y="4963715"/>
                  </a:lnTo>
                  <a:lnTo>
                    <a:pt x="664022" y="4963715"/>
                  </a:lnTo>
                  <a:lnTo>
                    <a:pt x="664022" y="4963091"/>
                  </a:lnTo>
                  <a:lnTo>
                    <a:pt x="664022" y="4962468"/>
                  </a:lnTo>
                  <a:lnTo>
                    <a:pt x="664130" y="4962468"/>
                  </a:lnTo>
                  <a:lnTo>
                    <a:pt x="664239" y="4962468"/>
                  </a:lnTo>
                  <a:lnTo>
                    <a:pt x="664347" y="4962468"/>
                  </a:lnTo>
                  <a:lnTo>
                    <a:pt x="664456" y="4962468"/>
                  </a:lnTo>
                  <a:lnTo>
                    <a:pt x="664456" y="4961844"/>
                  </a:lnTo>
                  <a:lnTo>
                    <a:pt x="664564" y="4961844"/>
                  </a:lnTo>
                  <a:lnTo>
                    <a:pt x="664564" y="4961220"/>
                  </a:lnTo>
                  <a:lnTo>
                    <a:pt x="664673" y="4961220"/>
                  </a:lnTo>
                  <a:lnTo>
                    <a:pt x="664781" y="4961220"/>
                  </a:lnTo>
                  <a:lnTo>
                    <a:pt x="664890" y="4961220"/>
                  </a:lnTo>
                  <a:lnTo>
                    <a:pt x="664998" y="4961220"/>
                  </a:lnTo>
                  <a:lnTo>
                    <a:pt x="664998" y="4960597"/>
                  </a:lnTo>
                  <a:lnTo>
                    <a:pt x="665106" y="4960597"/>
                  </a:lnTo>
                  <a:lnTo>
                    <a:pt x="665215" y="4960597"/>
                  </a:lnTo>
                  <a:lnTo>
                    <a:pt x="665215" y="4959973"/>
                  </a:lnTo>
                  <a:lnTo>
                    <a:pt x="665215" y="4959350"/>
                  </a:lnTo>
                  <a:lnTo>
                    <a:pt x="665323" y="4959350"/>
                  </a:lnTo>
                  <a:lnTo>
                    <a:pt x="665432" y="4959350"/>
                  </a:lnTo>
                  <a:lnTo>
                    <a:pt x="665432" y="4958726"/>
                  </a:lnTo>
                  <a:lnTo>
                    <a:pt x="665432" y="4958103"/>
                  </a:lnTo>
                  <a:lnTo>
                    <a:pt x="665540" y="4958103"/>
                  </a:lnTo>
                  <a:lnTo>
                    <a:pt x="665649" y="4958103"/>
                  </a:lnTo>
                  <a:lnTo>
                    <a:pt x="665757" y="4958103"/>
                  </a:lnTo>
                  <a:lnTo>
                    <a:pt x="665866" y="4958103"/>
                  </a:lnTo>
                  <a:lnTo>
                    <a:pt x="665974" y="4958103"/>
                  </a:lnTo>
                  <a:lnTo>
                    <a:pt x="666082" y="4958103"/>
                  </a:lnTo>
                  <a:lnTo>
                    <a:pt x="666191" y="4958103"/>
                  </a:lnTo>
                  <a:lnTo>
                    <a:pt x="666299" y="4958103"/>
                  </a:lnTo>
                  <a:lnTo>
                    <a:pt x="666299" y="4957479"/>
                  </a:lnTo>
                  <a:lnTo>
                    <a:pt x="666299" y="4956855"/>
                  </a:lnTo>
                  <a:lnTo>
                    <a:pt x="666408" y="4956855"/>
                  </a:lnTo>
                  <a:lnTo>
                    <a:pt x="666408" y="4956232"/>
                  </a:lnTo>
                  <a:lnTo>
                    <a:pt x="666408" y="4955608"/>
                  </a:lnTo>
                  <a:lnTo>
                    <a:pt x="666516" y="4955608"/>
                  </a:lnTo>
                  <a:lnTo>
                    <a:pt x="666516" y="4954985"/>
                  </a:lnTo>
                  <a:lnTo>
                    <a:pt x="666516" y="4954361"/>
                  </a:lnTo>
                  <a:lnTo>
                    <a:pt x="666625" y="4954361"/>
                  </a:lnTo>
                  <a:lnTo>
                    <a:pt x="666625" y="4953737"/>
                  </a:lnTo>
                  <a:lnTo>
                    <a:pt x="666733" y="4953737"/>
                  </a:lnTo>
                  <a:lnTo>
                    <a:pt x="666842" y="4953737"/>
                  </a:lnTo>
                  <a:lnTo>
                    <a:pt x="666950" y="4953737"/>
                  </a:lnTo>
                  <a:lnTo>
                    <a:pt x="667058" y="4953737"/>
                  </a:lnTo>
                  <a:lnTo>
                    <a:pt x="667167" y="4953737"/>
                  </a:lnTo>
                  <a:lnTo>
                    <a:pt x="667167" y="4953114"/>
                  </a:lnTo>
                  <a:lnTo>
                    <a:pt x="667275" y="4953114"/>
                  </a:lnTo>
                  <a:lnTo>
                    <a:pt x="667384" y="4953114"/>
                  </a:lnTo>
                  <a:lnTo>
                    <a:pt x="667492" y="4953114"/>
                  </a:lnTo>
                  <a:lnTo>
                    <a:pt x="667601" y="4953114"/>
                  </a:lnTo>
                  <a:lnTo>
                    <a:pt x="667601" y="4952490"/>
                  </a:lnTo>
                  <a:lnTo>
                    <a:pt x="667709" y="4952490"/>
                  </a:lnTo>
                  <a:lnTo>
                    <a:pt x="667818" y="4952490"/>
                  </a:lnTo>
                  <a:lnTo>
                    <a:pt x="667926" y="4952490"/>
                  </a:lnTo>
                  <a:lnTo>
                    <a:pt x="667926" y="4951867"/>
                  </a:lnTo>
                  <a:lnTo>
                    <a:pt x="668035" y="4951867"/>
                  </a:lnTo>
                  <a:lnTo>
                    <a:pt x="668143" y="4951867"/>
                  </a:lnTo>
                  <a:lnTo>
                    <a:pt x="668251" y="4951867"/>
                  </a:lnTo>
                  <a:lnTo>
                    <a:pt x="668360" y="4951867"/>
                  </a:lnTo>
                  <a:lnTo>
                    <a:pt x="668360" y="4951243"/>
                  </a:lnTo>
                  <a:lnTo>
                    <a:pt x="668360" y="4950620"/>
                  </a:lnTo>
                  <a:lnTo>
                    <a:pt x="668360" y="4949996"/>
                  </a:lnTo>
                  <a:lnTo>
                    <a:pt x="668468" y="4949996"/>
                  </a:lnTo>
                  <a:lnTo>
                    <a:pt x="668577" y="4949996"/>
                  </a:lnTo>
                  <a:lnTo>
                    <a:pt x="668685" y="4949996"/>
                  </a:lnTo>
                  <a:lnTo>
                    <a:pt x="668794" y="4949996"/>
                  </a:lnTo>
                  <a:lnTo>
                    <a:pt x="668902" y="4949996"/>
                  </a:lnTo>
                  <a:lnTo>
                    <a:pt x="669011" y="4949996"/>
                  </a:lnTo>
                  <a:lnTo>
                    <a:pt x="669119" y="4949996"/>
                  </a:lnTo>
                  <a:lnTo>
                    <a:pt x="669119" y="4949372"/>
                  </a:lnTo>
                  <a:lnTo>
                    <a:pt x="669227" y="4949372"/>
                  </a:lnTo>
                  <a:lnTo>
                    <a:pt x="669336" y="4949372"/>
                  </a:lnTo>
                  <a:lnTo>
                    <a:pt x="669336" y="4948749"/>
                  </a:lnTo>
                  <a:lnTo>
                    <a:pt x="669444" y="4948749"/>
                  </a:lnTo>
                  <a:lnTo>
                    <a:pt x="669553" y="4948749"/>
                  </a:lnTo>
                  <a:lnTo>
                    <a:pt x="669661" y="4948749"/>
                  </a:lnTo>
                  <a:lnTo>
                    <a:pt x="669770" y="4948749"/>
                  </a:lnTo>
                  <a:lnTo>
                    <a:pt x="669878" y="4948749"/>
                  </a:lnTo>
                  <a:lnTo>
                    <a:pt x="669987" y="4948749"/>
                  </a:lnTo>
                  <a:lnTo>
                    <a:pt x="670095" y="4948749"/>
                  </a:lnTo>
                  <a:lnTo>
                    <a:pt x="670203" y="4948749"/>
                  </a:lnTo>
                  <a:lnTo>
                    <a:pt x="670312" y="4948749"/>
                  </a:lnTo>
                  <a:lnTo>
                    <a:pt x="670420" y="4948749"/>
                  </a:lnTo>
                  <a:lnTo>
                    <a:pt x="670529" y="4948749"/>
                  </a:lnTo>
                  <a:lnTo>
                    <a:pt x="670637" y="4948749"/>
                  </a:lnTo>
                  <a:lnTo>
                    <a:pt x="670746" y="4948749"/>
                  </a:lnTo>
                  <a:lnTo>
                    <a:pt x="670854" y="4948749"/>
                  </a:lnTo>
                  <a:lnTo>
                    <a:pt x="670963" y="4948749"/>
                  </a:lnTo>
                  <a:lnTo>
                    <a:pt x="671071" y="4948749"/>
                  </a:lnTo>
                  <a:lnTo>
                    <a:pt x="671179" y="4948749"/>
                  </a:lnTo>
                  <a:lnTo>
                    <a:pt x="671179" y="4948125"/>
                  </a:lnTo>
                  <a:lnTo>
                    <a:pt x="671179" y="4947502"/>
                  </a:lnTo>
                  <a:lnTo>
                    <a:pt x="671179" y="4946878"/>
                  </a:lnTo>
                  <a:lnTo>
                    <a:pt x="671288" y="4946878"/>
                  </a:lnTo>
                  <a:lnTo>
                    <a:pt x="671396" y="4946878"/>
                  </a:lnTo>
                  <a:lnTo>
                    <a:pt x="671505" y="4946878"/>
                  </a:lnTo>
                  <a:lnTo>
                    <a:pt x="671613" y="4946878"/>
                  </a:lnTo>
                  <a:lnTo>
                    <a:pt x="671722" y="4946878"/>
                  </a:lnTo>
                  <a:lnTo>
                    <a:pt x="671830" y="4946878"/>
                  </a:lnTo>
                  <a:lnTo>
                    <a:pt x="671939" y="4946878"/>
                  </a:lnTo>
                  <a:lnTo>
                    <a:pt x="672047" y="4946878"/>
                  </a:lnTo>
                  <a:lnTo>
                    <a:pt x="672047" y="4946254"/>
                  </a:lnTo>
                  <a:lnTo>
                    <a:pt x="672156" y="4946254"/>
                  </a:lnTo>
                  <a:lnTo>
                    <a:pt x="672264" y="4946254"/>
                  </a:lnTo>
                  <a:lnTo>
                    <a:pt x="672372" y="4946254"/>
                  </a:lnTo>
                  <a:lnTo>
                    <a:pt x="672481" y="4946254"/>
                  </a:lnTo>
                  <a:lnTo>
                    <a:pt x="672589" y="4946254"/>
                  </a:lnTo>
                  <a:lnTo>
                    <a:pt x="672698" y="4946254"/>
                  </a:lnTo>
                  <a:lnTo>
                    <a:pt x="672806" y="4946254"/>
                  </a:lnTo>
                  <a:lnTo>
                    <a:pt x="672915" y="4946254"/>
                  </a:lnTo>
                  <a:lnTo>
                    <a:pt x="673023" y="4946254"/>
                  </a:lnTo>
                  <a:lnTo>
                    <a:pt x="673132" y="4946254"/>
                  </a:lnTo>
                  <a:lnTo>
                    <a:pt x="673240" y="4946254"/>
                  </a:lnTo>
                  <a:lnTo>
                    <a:pt x="673348" y="4946254"/>
                  </a:lnTo>
                  <a:lnTo>
                    <a:pt x="673457" y="4946254"/>
                  </a:lnTo>
                  <a:lnTo>
                    <a:pt x="673565" y="4946254"/>
                  </a:lnTo>
                  <a:lnTo>
                    <a:pt x="673674" y="4946254"/>
                  </a:lnTo>
                  <a:lnTo>
                    <a:pt x="673782" y="4946254"/>
                  </a:lnTo>
                  <a:lnTo>
                    <a:pt x="673891" y="4946254"/>
                  </a:lnTo>
                  <a:lnTo>
                    <a:pt x="673999" y="4946254"/>
                  </a:lnTo>
                  <a:lnTo>
                    <a:pt x="674108" y="4946254"/>
                  </a:lnTo>
                  <a:lnTo>
                    <a:pt x="674216" y="4946254"/>
                  </a:lnTo>
                  <a:lnTo>
                    <a:pt x="674324" y="4946254"/>
                  </a:lnTo>
                  <a:lnTo>
                    <a:pt x="674433" y="4946254"/>
                  </a:lnTo>
                  <a:lnTo>
                    <a:pt x="674433" y="4945631"/>
                  </a:lnTo>
                  <a:lnTo>
                    <a:pt x="674433" y="4945007"/>
                  </a:lnTo>
                  <a:lnTo>
                    <a:pt x="674433" y="4944384"/>
                  </a:lnTo>
                  <a:lnTo>
                    <a:pt x="674433" y="4943760"/>
                  </a:lnTo>
                  <a:lnTo>
                    <a:pt x="674541" y="4943760"/>
                  </a:lnTo>
                  <a:lnTo>
                    <a:pt x="674541" y="4943137"/>
                  </a:lnTo>
                  <a:lnTo>
                    <a:pt x="674650" y="4943137"/>
                  </a:lnTo>
                  <a:lnTo>
                    <a:pt x="674758" y="4943137"/>
                  </a:lnTo>
                  <a:lnTo>
                    <a:pt x="674867" y="4943137"/>
                  </a:lnTo>
                  <a:lnTo>
                    <a:pt x="674975" y="4943137"/>
                  </a:lnTo>
                  <a:lnTo>
                    <a:pt x="675084" y="4943137"/>
                  </a:lnTo>
                  <a:lnTo>
                    <a:pt x="675192" y="4943137"/>
                  </a:lnTo>
                  <a:lnTo>
                    <a:pt x="675192" y="4942513"/>
                  </a:lnTo>
                  <a:lnTo>
                    <a:pt x="675300" y="4942513"/>
                  </a:lnTo>
                  <a:lnTo>
                    <a:pt x="675409" y="4942513"/>
                  </a:lnTo>
                  <a:lnTo>
                    <a:pt x="675409" y="4941889"/>
                  </a:lnTo>
                  <a:lnTo>
                    <a:pt x="675517" y="4941889"/>
                  </a:lnTo>
                  <a:lnTo>
                    <a:pt x="675626" y="4941889"/>
                  </a:lnTo>
                  <a:lnTo>
                    <a:pt x="675626" y="4941266"/>
                  </a:lnTo>
                  <a:lnTo>
                    <a:pt x="675734" y="4941266"/>
                  </a:lnTo>
                  <a:lnTo>
                    <a:pt x="675843" y="4941266"/>
                  </a:lnTo>
                  <a:lnTo>
                    <a:pt x="675951" y="4941266"/>
                  </a:lnTo>
                  <a:lnTo>
                    <a:pt x="675951" y="4940642"/>
                  </a:lnTo>
                  <a:lnTo>
                    <a:pt x="676060" y="4940642"/>
                  </a:lnTo>
                  <a:lnTo>
                    <a:pt x="676168" y="4940642"/>
                  </a:lnTo>
                  <a:lnTo>
                    <a:pt x="676277" y="4940642"/>
                  </a:lnTo>
                  <a:lnTo>
                    <a:pt x="676277" y="4940019"/>
                  </a:lnTo>
                  <a:lnTo>
                    <a:pt x="676277" y="4939395"/>
                  </a:lnTo>
                  <a:lnTo>
                    <a:pt x="676277" y="4938771"/>
                  </a:lnTo>
                  <a:lnTo>
                    <a:pt x="676385" y="4938771"/>
                  </a:lnTo>
                  <a:lnTo>
                    <a:pt x="676385" y="4938148"/>
                  </a:lnTo>
                  <a:lnTo>
                    <a:pt x="676493" y="4938148"/>
                  </a:lnTo>
                  <a:lnTo>
                    <a:pt x="676602" y="4938148"/>
                  </a:lnTo>
                  <a:lnTo>
                    <a:pt x="676710" y="4938148"/>
                  </a:lnTo>
                  <a:lnTo>
                    <a:pt x="676819" y="4938148"/>
                  </a:lnTo>
                  <a:lnTo>
                    <a:pt x="676927" y="4938148"/>
                  </a:lnTo>
                  <a:lnTo>
                    <a:pt x="677036" y="4938148"/>
                  </a:lnTo>
                  <a:lnTo>
                    <a:pt x="677144" y="4938148"/>
                  </a:lnTo>
                  <a:lnTo>
                    <a:pt x="677253" y="4938148"/>
                  </a:lnTo>
                  <a:lnTo>
                    <a:pt x="677253" y="4937524"/>
                  </a:lnTo>
                  <a:lnTo>
                    <a:pt x="677361" y="4937524"/>
                  </a:lnTo>
                  <a:lnTo>
                    <a:pt x="677469" y="4937524"/>
                  </a:lnTo>
                  <a:lnTo>
                    <a:pt x="677578" y="4937524"/>
                  </a:lnTo>
                  <a:lnTo>
                    <a:pt x="677686" y="4937524"/>
                  </a:lnTo>
                  <a:lnTo>
                    <a:pt x="677795" y="4937524"/>
                  </a:lnTo>
                  <a:lnTo>
                    <a:pt x="677903" y="4937524"/>
                  </a:lnTo>
                  <a:lnTo>
                    <a:pt x="678012" y="4937524"/>
                  </a:lnTo>
                  <a:lnTo>
                    <a:pt x="678120" y="4937524"/>
                  </a:lnTo>
                  <a:lnTo>
                    <a:pt x="678229" y="4937524"/>
                  </a:lnTo>
                  <a:lnTo>
                    <a:pt x="678229" y="4936901"/>
                  </a:lnTo>
                  <a:lnTo>
                    <a:pt x="678337" y="4936901"/>
                  </a:lnTo>
                  <a:lnTo>
                    <a:pt x="678337" y="4936277"/>
                  </a:lnTo>
                  <a:lnTo>
                    <a:pt x="678445" y="4936277"/>
                  </a:lnTo>
                  <a:lnTo>
                    <a:pt x="678554" y="4936277"/>
                  </a:lnTo>
                  <a:lnTo>
                    <a:pt x="678662" y="4936277"/>
                  </a:lnTo>
                  <a:lnTo>
                    <a:pt x="678771" y="4936277"/>
                  </a:lnTo>
                  <a:lnTo>
                    <a:pt x="678879" y="4936277"/>
                  </a:lnTo>
                  <a:lnTo>
                    <a:pt x="678988" y="4936277"/>
                  </a:lnTo>
                  <a:lnTo>
                    <a:pt x="679096" y="4936277"/>
                  </a:lnTo>
                  <a:lnTo>
                    <a:pt x="679205" y="4936277"/>
                  </a:lnTo>
                  <a:lnTo>
                    <a:pt x="679205" y="4935654"/>
                  </a:lnTo>
                  <a:lnTo>
                    <a:pt x="679313" y="4935654"/>
                  </a:lnTo>
                  <a:lnTo>
                    <a:pt x="679421" y="4935654"/>
                  </a:lnTo>
                  <a:lnTo>
                    <a:pt x="679530" y="4935654"/>
                  </a:lnTo>
                  <a:lnTo>
                    <a:pt x="679638" y="4935654"/>
                  </a:lnTo>
                  <a:lnTo>
                    <a:pt x="679747" y="4935654"/>
                  </a:lnTo>
                  <a:lnTo>
                    <a:pt x="679855" y="4935654"/>
                  </a:lnTo>
                  <a:lnTo>
                    <a:pt x="679964" y="4935654"/>
                  </a:lnTo>
                  <a:lnTo>
                    <a:pt x="680072" y="4935654"/>
                  </a:lnTo>
                  <a:lnTo>
                    <a:pt x="680181" y="4935654"/>
                  </a:lnTo>
                  <a:lnTo>
                    <a:pt x="680289" y="4935654"/>
                  </a:lnTo>
                  <a:lnTo>
                    <a:pt x="680289" y="4935030"/>
                  </a:lnTo>
                  <a:lnTo>
                    <a:pt x="680398" y="4935030"/>
                  </a:lnTo>
                  <a:lnTo>
                    <a:pt x="680506" y="4935030"/>
                  </a:lnTo>
                  <a:lnTo>
                    <a:pt x="680506" y="4934406"/>
                  </a:lnTo>
                  <a:lnTo>
                    <a:pt x="680614" y="4934406"/>
                  </a:lnTo>
                  <a:lnTo>
                    <a:pt x="680723" y="4934406"/>
                  </a:lnTo>
                  <a:lnTo>
                    <a:pt x="680831" y="4934406"/>
                  </a:lnTo>
                  <a:lnTo>
                    <a:pt x="680940" y="4934406"/>
                  </a:lnTo>
                  <a:lnTo>
                    <a:pt x="681048" y="4934406"/>
                  </a:lnTo>
                  <a:lnTo>
                    <a:pt x="681048" y="4933783"/>
                  </a:lnTo>
                  <a:lnTo>
                    <a:pt x="681157" y="4933783"/>
                  </a:lnTo>
                  <a:lnTo>
                    <a:pt x="681265" y="4933783"/>
                  </a:lnTo>
                  <a:lnTo>
                    <a:pt x="681374" y="4933783"/>
                  </a:lnTo>
                  <a:lnTo>
                    <a:pt x="681374" y="4933159"/>
                  </a:lnTo>
                  <a:lnTo>
                    <a:pt x="681374" y="4932536"/>
                  </a:lnTo>
                  <a:lnTo>
                    <a:pt x="681482" y="4932536"/>
                  </a:lnTo>
                  <a:lnTo>
                    <a:pt x="681590" y="4932536"/>
                  </a:lnTo>
                  <a:lnTo>
                    <a:pt x="681699" y="4932536"/>
                  </a:lnTo>
                  <a:lnTo>
                    <a:pt x="681807" y="4932536"/>
                  </a:lnTo>
                  <a:lnTo>
                    <a:pt x="681916" y="4932536"/>
                  </a:lnTo>
                  <a:lnTo>
                    <a:pt x="681916" y="4931912"/>
                  </a:lnTo>
                  <a:lnTo>
                    <a:pt x="682024" y="4931912"/>
                  </a:lnTo>
                  <a:lnTo>
                    <a:pt x="682133" y="4931912"/>
                  </a:lnTo>
                  <a:lnTo>
                    <a:pt x="682241" y="4931912"/>
                  </a:lnTo>
                  <a:lnTo>
                    <a:pt x="682350" y="4931912"/>
                  </a:lnTo>
                  <a:lnTo>
                    <a:pt x="682350" y="4931288"/>
                  </a:lnTo>
                  <a:lnTo>
                    <a:pt x="682350" y="4930665"/>
                  </a:lnTo>
                  <a:lnTo>
                    <a:pt x="682350" y="4930041"/>
                  </a:lnTo>
                  <a:lnTo>
                    <a:pt x="682458" y="4930041"/>
                  </a:lnTo>
                  <a:lnTo>
                    <a:pt x="682458" y="4929418"/>
                  </a:lnTo>
                  <a:lnTo>
                    <a:pt x="682566" y="4929418"/>
                  </a:lnTo>
                  <a:lnTo>
                    <a:pt x="682675" y="4929418"/>
                  </a:lnTo>
                  <a:lnTo>
                    <a:pt x="682783" y="4929418"/>
                  </a:lnTo>
                  <a:lnTo>
                    <a:pt x="682783" y="4928794"/>
                  </a:lnTo>
                  <a:lnTo>
                    <a:pt x="682783" y="4928171"/>
                  </a:lnTo>
                  <a:lnTo>
                    <a:pt x="682892" y="4928171"/>
                  </a:lnTo>
                  <a:lnTo>
                    <a:pt x="683000" y="4928171"/>
                  </a:lnTo>
                  <a:lnTo>
                    <a:pt x="683000" y="4927547"/>
                  </a:lnTo>
                  <a:lnTo>
                    <a:pt x="683109" y="4927547"/>
                  </a:lnTo>
                  <a:lnTo>
                    <a:pt x="683217" y="4927547"/>
                  </a:lnTo>
                  <a:lnTo>
                    <a:pt x="683326" y="4927547"/>
                  </a:lnTo>
                  <a:lnTo>
                    <a:pt x="683434" y="4927547"/>
                  </a:lnTo>
                  <a:lnTo>
                    <a:pt x="683542" y="4927547"/>
                  </a:lnTo>
                  <a:lnTo>
                    <a:pt x="683651" y="4927547"/>
                  </a:lnTo>
                  <a:lnTo>
                    <a:pt x="683759" y="4927547"/>
                  </a:lnTo>
                  <a:lnTo>
                    <a:pt x="683868" y="4927547"/>
                  </a:lnTo>
                  <a:lnTo>
                    <a:pt x="683976" y="4927547"/>
                  </a:lnTo>
                  <a:lnTo>
                    <a:pt x="684085" y="4927547"/>
                  </a:lnTo>
                  <a:lnTo>
                    <a:pt x="684193" y="4927547"/>
                  </a:lnTo>
                  <a:lnTo>
                    <a:pt x="684302" y="4927547"/>
                  </a:lnTo>
                  <a:lnTo>
                    <a:pt x="684410" y="4927547"/>
                  </a:lnTo>
                  <a:lnTo>
                    <a:pt x="684519" y="4927547"/>
                  </a:lnTo>
                  <a:lnTo>
                    <a:pt x="684519" y="4926923"/>
                  </a:lnTo>
                  <a:lnTo>
                    <a:pt x="684627" y="4926923"/>
                  </a:lnTo>
                  <a:lnTo>
                    <a:pt x="684627" y="4926300"/>
                  </a:lnTo>
                  <a:lnTo>
                    <a:pt x="684627" y="4925676"/>
                  </a:lnTo>
                  <a:lnTo>
                    <a:pt x="684627" y="4925053"/>
                  </a:lnTo>
                  <a:lnTo>
                    <a:pt x="684735" y="4925053"/>
                  </a:lnTo>
                  <a:lnTo>
                    <a:pt x="684844" y="4925053"/>
                  </a:lnTo>
                  <a:lnTo>
                    <a:pt x="684952" y="4925053"/>
                  </a:lnTo>
                  <a:lnTo>
                    <a:pt x="685061" y="4925053"/>
                  </a:lnTo>
                  <a:lnTo>
                    <a:pt x="685169" y="4925053"/>
                  </a:lnTo>
                  <a:lnTo>
                    <a:pt x="685278" y="4925053"/>
                  </a:lnTo>
                  <a:lnTo>
                    <a:pt x="685386" y="4925053"/>
                  </a:lnTo>
                  <a:lnTo>
                    <a:pt x="685386" y="4924429"/>
                  </a:lnTo>
                  <a:lnTo>
                    <a:pt x="685386" y="4923805"/>
                  </a:lnTo>
                  <a:lnTo>
                    <a:pt x="685495" y="4923805"/>
                  </a:lnTo>
                  <a:lnTo>
                    <a:pt x="685603" y="4923805"/>
                  </a:lnTo>
                  <a:lnTo>
                    <a:pt x="685711" y="4923805"/>
                  </a:lnTo>
                  <a:lnTo>
                    <a:pt x="685820" y="4923805"/>
                  </a:lnTo>
                  <a:lnTo>
                    <a:pt x="685820" y="4923182"/>
                  </a:lnTo>
                  <a:lnTo>
                    <a:pt x="685928" y="4923182"/>
                  </a:lnTo>
                  <a:lnTo>
                    <a:pt x="686037" y="4923182"/>
                  </a:lnTo>
                  <a:lnTo>
                    <a:pt x="686037" y="4922558"/>
                  </a:lnTo>
                  <a:lnTo>
                    <a:pt x="686145" y="4922558"/>
                  </a:lnTo>
                  <a:lnTo>
                    <a:pt x="686254" y="4922558"/>
                  </a:lnTo>
                  <a:lnTo>
                    <a:pt x="686362" y="4922558"/>
                  </a:lnTo>
                  <a:lnTo>
                    <a:pt x="686471" y="4922558"/>
                  </a:lnTo>
                  <a:lnTo>
                    <a:pt x="686579" y="4922558"/>
                  </a:lnTo>
                  <a:lnTo>
                    <a:pt x="686687" y="4922558"/>
                  </a:lnTo>
                  <a:lnTo>
                    <a:pt x="686796" y="4922558"/>
                  </a:lnTo>
                  <a:lnTo>
                    <a:pt x="686904" y="4922558"/>
                  </a:lnTo>
                  <a:lnTo>
                    <a:pt x="687013" y="4922558"/>
                  </a:lnTo>
                  <a:lnTo>
                    <a:pt x="687121" y="4922558"/>
                  </a:lnTo>
                  <a:lnTo>
                    <a:pt x="687121" y="4921935"/>
                  </a:lnTo>
                  <a:lnTo>
                    <a:pt x="687230" y="4921935"/>
                  </a:lnTo>
                  <a:lnTo>
                    <a:pt x="687338" y="4921935"/>
                  </a:lnTo>
                  <a:lnTo>
                    <a:pt x="687447" y="4921935"/>
                  </a:lnTo>
                  <a:lnTo>
                    <a:pt x="687555" y="4921935"/>
                  </a:lnTo>
                  <a:lnTo>
                    <a:pt x="687663" y="4921935"/>
                  </a:lnTo>
                  <a:lnTo>
                    <a:pt x="687663" y="4921311"/>
                  </a:lnTo>
                  <a:lnTo>
                    <a:pt x="687772" y="4921311"/>
                  </a:lnTo>
                  <a:lnTo>
                    <a:pt x="687772" y="4920688"/>
                  </a:lnTo>
                  <a:lnTo>
                    <a:pt x="687880" y="4920688"/>
                  </a:lnTo>
                  <a:lnTo>
                    <a:pt x="687989" y="4920688"/>
                  </a:lnTo>
                  <a:lnTo>
                    <a:pt x="688097" y="4920688"/>
                  </a:lnTo>
                  <a:lnTo>
                    <a:pt x="688097" y="4920064"/>
                  </a:lnTo>
                  <a:lnTo>
                    <a:pt x="688206" y="4920064"/>
                  </a:lnTo>
                  <a:lnTo>
                    <a:pt x="688314" y="4920064"/>
                  </a:lnTo>
                  <a:lnTo>
                    <a:pt x="688423" y="4920064"/>
                  </a:lnTo>
                  <a:lnTo>
                    <a:pt x="688531" y="4920064"/>
                  </a:lnTo>
                  <a:lnTo>
                    <a:pt x="688639" y="4920064"/>
                  </a:lnTo>
                  <a:lnTo>
                    <a:pt x="688639" y="4919440"/>
                  </a:lnTo>
                  <a:lnTo>
                    <a:pt x="688639" y="4918817"/>
                  </a:lnTo>
                  <a:lnTo>
                    <a:pt x="688748" y="4918817"/>
                  </a:lnTo>
                  <a:lnTo>
                    <a:pt x="688748" y="4918193"/>
                  </a:lnTo>
                  <a:lnTo>
                    <a:pt x="688856" y="4918193"/>
                  </a:lnTo>
                  <a:lnTo>
                    <a:pt x="688965" y="4918193"/>
                  </a:lnTo>
                  <a:lnTo>
                    <a:pt x="689073" y="4918193"/>
                  </a:lnTo>
                  <a:lnTo>
                    <a:pt x="689182" y="4918193"/>
                  </a:lnTo>
                  <a:lnTo>
                    <a:pt x="689290" y="4918193"/>
                  </a:lnTo>
                  <a:lnTo>
                    <a:pt x="689399" y="4918193"/>
                  </a:lnTo>
                  <a:lnTo>
                    <a:pt x="689399" y="4917570"/>
                  </a:lnTo>
                  <a:lnTo>
                    <a:pt x="689507" y="4917570"/>
                  </a:lnTo>
                  <a:lnTo>
                    <a:pt x="689616" y="4917570"/>
                  </a:lnTo>
                  <a:lnTo>
                    <a:pt x="689724" y="4917570"/>
                  </a:lnTo>
                  <a:lnTo>
                    <a:pt x="689832" y="4917570"/>
                  </a:lnTo>
                  <a:lnTo>
                    <a:pt x="689941" y="4917570"/>
                  </a:lnTo>
                  <a:lnTo>
                    <a:pt x="690049" y="4917570"/>
                  </a:lnTo>
                  <a:lnTo>
                    <a:pt x="690049" y="4916946"/>
                  </a:lnTo>
                  <a:lnTo>
                    <a:pt x="690158" y="4916946"/>
                  </a:lnTo>
                  <a:lnTo>
                    <a:pt x="690266" y="4916946"/>
                  </a:lnTo>
                  <a:lnTo>
                    <a:pt x="690266" y="4916323"/>
                  </a:lnTo>
                  <a:lnTo>
                    <a:pt x="690375" y="4916323"/>
                  </a:lnTo>
                  <a:lnTo>
                    <a:pt x="690483" y="4916323"/>
                  </a:lnTo>
                  <a:lnTo>
                    <a:pt x="690592" y="4916323"/>
                  </a:lnTo>
                  <a:lnTo>
                    <a:pt x="690700" y="4916323"/>
                  </a:lnTo>
                  <a:lnTo>
                    <a:pt x="690808" y="4916323"/>
                  </a:lnTo>
                  <a:lnTo>
                    <a:pt x="690917" y="4916323"/>
                  </a:lnTo>
                  <a:lnTo>
                    <a:pt x="691025" y="4916323"/>
                  </a:lnTo>
                  <a:lnTo>
                    <a:pt x="691134" y="4916323"/>
                  </a:lnTo>
                  <a:lnTo>
                    <a:pt x="691242" y="4916323"/>
                  </a:lnTo>
                  <a:lnTo>
                    <a:pt x="691351" y="4916323"/>
                  </a:lnTo>
                  <a:lnTo>
                    <a:pt x="691459" y="4916323"/>
                  </a:lnTo>
                  <a:lnTo>
                    <a:pt x="691568" y="4916323"/>
                  </a:lnTo>
                  <a:lnTo>
                    <a:pt x="691676" y="4916323"/>
                  </a:lnTo>
                  <a:lnTo>
                    <a:pt x="691676" y="4915699"/>
                  </a:lnTo>
                  <a:lnTo>
                    <a:pt x="691784" y="4915699"/>
                  </a:lnTo>
                  <a:lnTo>
                    <a:pt x="691893" y="4915699"/>
                  </a:lnTo>
                  <a:lnTo>
                    <a:pt x="691893" y="4915075"/>
                  </a:lnTo>
                  <a:lnTo>
                    <a:pt x="691893" y="4914452"/>
                  </a:lnTo>
                  <a:lnTo>
                    <a:pt x="692001" y="4914452"/>
                  </a:lnTo>
                  <a:lnTo>
                    <a:pt x="692110" y="4914452"/>
                  </a:lnTo>
                  <a:lnTo>
                    <a:pt x="692110" y="4913828"/>
                  </a:lnTo>
                  <a:lnTo>
                    <a:pt x="692218" y="4913828"/>
                  </a:lnTo>
                  <a:lnTo>
                    <a:pt x="692218" y="4913205"/>
                  </a:lnTo>
                  <a:lnTo>
                    <a:pt x="692327" y="4913205"/>
                  </a:lnTo>
                  <a:lnTo>
                    <a:pt x="692435" y="4913205"/>
                  </a:lnTo>
                  <a:lnTo>
                    <a:pt x="692435" y="4912581"/>
                  </a:lnTo>
                  <a:lnTo>
                    <a:pt x="692544" y="4912581"/>
                  </a:lnTo>
                  <a:lnTo>
                    <a:pt x="692652" y="4912581"/>
                  </a:lnTo>
                  <a:lnTo>
                    <a:pt x="692652" y="4911957"/>
                  </a:lnTo>
                  <a:lnTo>
                    <a:pt x="692760" y="4911957"/>
                  </a:lnTo>
                  <a:lnTo>
                    <a:pt x="692869" y="4911957"/>
                  </a:lnTo>
                  <a:lnTo>
                    <a:pt x="692977" y="4911957"/>
                  </a:lnTo>
                  <a:lnTo>
                    <a:pt x="693086" y="4911957"/>
                  </a:lnTo>
                  <a:lnTo>
                    <a:pt x="693194" y="4911957"/>
                  </a:lnTo>
                  <a:lnTo>
                    <a:pt x="693194" y="4911334"/>
                  </a:lnTo>
                  <a:lnTo>
                    <a:pt x="693303" y="4911334"/>
                  </a:lnTo>
                  <a:lnTo>
                    <a:pt x="693411" y="4911334"/>
                  </a:lnTo>
                  <a:lnTo>
                    <a:pt x="693520" y="4911334"/>
                  </a:lnTo>
                  <a:lnTo>
                    <a:pt x="693628" y="4911334"/>
                  </a:lnTo>
                  <a:lnTo>
                    <a:pt x="693737" y="4911334"/>
                  </a:lnTo>
                  <a:lnTo>
                    <a:pt x="693845" y="4911334"/>
                  </a:lnTo>
                  <a:lnTo>
                    <a:pt x="693953" y="4911334"/>
                  </a:lnTo>
                  <a:lnTo>
                    <a:pt x="694062" y="4911334"/>
                  </a:lnTo>
                  <a:lnTo>
                    <a:pt x="694170" y="4911334"/>
                  </a:lnTo>
                  <a:lnTo>
                    <a:pt x="694279" y="4911334"/>
                  </a:lnTo>
                  <a:lnTo>
                    <a:pt x="694387" y="4911334"/>
                  </a:lnTo>
                  <a:lnTo>
                    <a:pt x="694496" y="4911334"/>
                  </a:lnTo>
                  <a:lnTo>
                    <a:pt x="694604" y="4911334"/>
                  </a:lnTo>
                  <a:lnTo>
                    <a:pt x="694713" y="4911334"/>
                  </a:lnTo>
                  <a:lnTo>
                    <a:pt x="694821" y="4911334"/>
                  </a:lnTo>
                  <a:lnTo>
                    <a:pt x="694929" y="4911334"/>
                  </a:lnTo>
                  <a:lnTo>
                    <a:pt x="694929" y="4910710"/>
                  </a:lnTo>
                  <a:lnTo>
                    <a:pt x="694929" y="4910087"/>
                  </a:lnTo>
                  <a:lnTo>
                    <a:pt x="694929" y="4909463"/>
                  </a:lnTo>
                  <a:lnTo>
                    <a:pt x="695038" y="4909463"/>
                  </a:lnTo>
                  <a:lnTo>
                    <a:pt x="695146" y="4909463"/>
                  </a:lnTo>
                  <a:lnTo>
                    <a:pt x="695146" y="4908840"/>
                  </a:lnTo>
                  <a:lnTo>
                    <a:pt x="695255" y="4908840"/>
                  </a:lnTo>
                  <a:lnTo>
                    <a:pt x="695363" y="4908840"/>
                  </a:lnTo>
                  <a:lnTo>
                    <a:pt x="695472" y="4908840"/>
                  </a:lnTo>
                  <a:lnTo>
                    <a:pt x="695580" y="4908840"/>
                  </a:lnTo>
                  <a:lnTo>
                    <a:pt x="695689" y="4908840"/>
                  </a:lnTo>
                  <a:lnTo>
                    <a:pt x="695797" y="4908840"/>
                  </a:lnTo>
                  <a:lnTo>
                    <a:pt x="695905" y="4908840"/>
                  </a:lnTo>
                  <a:lnTo>
                    <a:pt x="696014" y="4908840"/>
                  </a:lnTo>
                  <a:lnTo>
                    <a:pt x="696122" y="4908840"/>
                  </a:lnTo>
                  <a:lnTo>
                    <a:pt x="696122" y="4908216"/>
                  </a:lnTo>
                  <a:lnTo>
                    <a:pt x="696122" y="4907592"/>
                  </a:lnTo>
                  <a:lnTo>
                    <a:pt x="696231" y="4907592"/>
                  </a:lnTo>
                  <a:lnTo>
                    <a:pt x="696339" y="4907592"/>
                  </a:lnTo>
                  <a:lnTo>
                    <a:pt x="696339" y="4906969"/>
                  </a:lnTo>
                  <a:lnTo>
                    <a:pt x="696448" y="4906969"/>
                  </a:lnTo>
                  <a:lnTo>
                    <a:pt x="696448" y="4906345"/>
                  </a:lnTo>
                  <a:lnTo>
                    <a:pt x="696556" y="4906345"/>
                  </a:lnTo>
                  <a:lnTo>
                    <a:pt x="696556" y="4905722"/>
                  </a:lnTo>
                  <a:lnTo>
                    <a:pt x="696556" y="4905098"/>
                  </a:lnTo>
                  <a:lnTo>
                    <a:pt x="696665" y="4905098"/>
                  </a:lnTo>
                  <a:lnTo>
                    <a:pt x="696773" y="4905098"/>
                  </a:lnTo>
                  <a:lnTo>
                    <a:pt x="696881" y="4905098"/>
                  </a:lnTo>
                  <a:lnTo>
                    <a:pt x="696881" y="4904474"/>
                  </a:lnTo>
                  <a:lnTo>
                    <a:pt x="696990" y="4904474"/>
                  </a:lnTo>
                  <a:lnTo>
                    <a:pt x="696990" y="4903851"/>
                  </a:lnTo>
                  <a:lnTo>
                    <a:pt x="697098" y="4903851"/>
                  </a:lnTo>
                  <a:lnTo>
                    <a:pt x="697207" y="4903851"/>
                  </a:lnTo>
                  <a:lnTo>
                    <a:pt x="697315" y="4903851"/>
                  </a:lnTo>
                  <a:lnTo>
                    <a:pt x="697315" y="4903227"/>
                  </a:lnTo>
                  <a:lnTo>
                    <a:pt x="697424" y="4903227"/>
                  </a:lnTo>
                  <a:lnTo>
                    <a:pt x="697532" y="4903227"/>
                  </a:lnTo>
                  <a:lnTo>
                    <a:pt x="697641" y="4903227"/>
                  </a:lnTo>
                  <a:lnTo>
                    <a:pt x="697749" y="4903227"/>
                  </a:lnTo>
                  <a:lnTo>
                    <a:pt x="697858" y="4903227"/>
                  </a:lnTo>
                  <a:lnTo>
                    <a:pt x="697966" y="4903227"/>
                  </a:lnTo>
                  <a:lnTo>
                    <a:pt x="698074" y="4903227"/>
                  </a:lnTo>
                  <a:lnTo>
                    <a:pt x="698183" y="4903227"/>
                  </a:lnTo>
                  <a:lnTo>
                    <a:pt x="698291" y="4903227"/>
                  </a:lnTo>
                  <a:lnTo>
                    <a:pt x="698291" y="4902604"/>
                  </a:lnTo>
                  <a:lnTo>
                    <a:pt x="698291" y="4901980"/>
                  </a:lnTo>
                  <a:lnTo>
                    <a:pt x="698400" y="4901980"/>
                  </a:lnTo>
                  <a:lnTo>
                    <a:pt x="698508" y="4901980"/>
                  </a:lnTo>
                  <a:lnTo>
                    <a:pt x="698617" y="4901980"/>
                  </a:lnTo>
                  <a:lnTo>
                    <a:pt x="698725" y="4901980"/>
                  </a:lnTo>
                  <a:lnTo>
                    <a:pt x="698834" y="4901980"/>
                  </a:lnTo>
                  <a:lnTo>
                    <a:pt x="698942" y="4901980"/>
                  </a:lnTo>
                  <a:lnTo>
                    <a:pt x="699050" y="4901980"/>
                  </a:lnTo>
                  <a:lnTo>
                    <a:pt x="699159" y="4901980"/>
                  </a:lnTo>
                  <a:lnTo>
                    <a:pt x="699159" y="4901357"/>
                  </a:lnTo>
                  <a:lnTo>
                    <a:pt x="699267" y="4901357"/>
                  </a:lnTo>
                  <a:lnTo>
                    <a:pt x="699376" y="4901357"/>
                  </a:lnTo>
                  <a:lnTo>
                    <a:pt x="699376" y="4900733"/>
                  </a:lnTo>
                  <a:lnTo>
                    <a:pt x="699484" y="4900733"/>
                  </a:lnTo>
                  <a:lnTo>
                    <a:pt x="699593" y="4900733"/>
                  </a:lnTo>
                  <a:lnTo>
                    <a:pt x="699701" y="4900733"/>
                  </a:lnTo>
                  <a:lnTo>
                    <a:pt x="699810" y="4900733"/>
                  </a:lnTo>
                  <a:lnTo>
                    <a:pt x="699918" y="4900733"/>
                  </a:lnTo>
                  <a:lnTo>
                    <a:pt x="700026" y="4900733"/>
                  </a:lnTo>
                  <a:lnTo>
                    <a:pt x="700135" y="4900733"/>
                  </a:lnTo>
                  <a:lnTo>
                    <a:pt x="700243" y="4900733"/>
                  </a:lnTo>
                  <a:lnTo>
                    <a:pt x="700352" y="4900733"/>
                  </a:lnTo>
                  <a:lnTo>
                    <a:pt x="700460" y="4900733"/>
                  </a:lnTo>
                  <a:lnTo>
                    <a:pt x="700569" y="4900733"/>
                  </a:lnTo>
                  <a:lnTo>
                    <a:pt x="700677" y="4900733"/>
                  </a:lnTo>
                  <a:lnTo>
                    <a:pt x="700677" y="4900109"/>
                  </a:lnTo>
                  <a:lnTo>
                    <a:pt x="700677" y="4899486"/>
                  </a:lnTo>
                  <a:lnTo>
                    <a:pt x="700677" y="4898862"/>
                  </a:lnTo>
                  <a:lnTo>
                    <a:pt x="700786" y="4898862"/>
                  </a:lnTo>
                  <a:lnTo>
                    <a:pt x="700786" y="4898239"/>
                  </a:lnTo>
                  <a:lnTo>
                    <a:pt x="700894" y="4898239"/>
                  </a:lnTo>
                  <a:lnTo>
                    <a:pt x="700894" y="4897615"/>
                  </a:lnTo>
                  <a:lnTo>
                    <a:pt x="701002" y="4897615"/>
                  </a:lnTo>
                  <a:lnTo>
                    <a:pt x="701002" y="4896991"/>
                  </a:lnTo>
                  <a:lnTo>
                    <a:pt x="701111" y="4896991"/>
                  </a:lnTo>
                  <a:lnTo>
                    <a:pt x="701219" y="4896991"/>
                  </a:lnTo>
                  <a:lnTo>
                    <a:pt x="701219" y="4896368"/>
                  </a:lnTo>
                  <a:lnTo>
                    <a:pt x="701328" y="4896368"/>
                  </a:lnTo>
                  <a:lnTo>
                    <a:pt x="701436" y="4896368"/>
                  </a:lnTo>
                  <a:lnTo>
                    <a:pt x="701545" y="4896368"/>
                  </a:lnTo>
                  <a:lnTo>
                    <a:pt x="701653" y="4896368"/>
                  </a:lnTo>
                  <a:lnTo>
                    <a:pt x="701762" y="4896368"/>
                  </a:lnTo>
                  <a:lnTo>
                    <a:pt x="701762" y="4895744"/>
                  </a:lnTo>
                  <a:lnTo>
                    <a:pt x="701762" y="4895121"/>
                  </a:lnTo>
                  <a:lnTo>
                    <a:pt x="701870" y="4895121"/>
                  </a:lnTo>
                  <a:lnTo>
                    <a:pt x="701979" y="4895121"/>
                  </a:lnTo>
                  <a:lnTo>
                    <a:pt x="701979" y="4894497"/>
                  </a:lnTo>
                  <a:lnTo>
                    <a:pt x="701979" y="4893874"/>
                  </a:lnTo>
                  <a:lnTo>
                    <a:pt x="702087" y="4893874"/>
                  </a:lnTo>
                  <a:lnTo>
                    <a:pt x="702195" y="4893874"/>
                  </a:lnTo>
                  <a:lnTo>
                    <a:pt x="702304" y="4893874"/>
                  </a:lnTo>
                  <a:lnTo>
                    <a:pt x="702412" y="4893874"/>
                  </a:lnTo>
                  <a:lnTo>
                    <a:pt x="702521" y="4893874"/>
                  </a:lnTo>
                  <a:lnTo>
                    <a:pt x="702521" y="4893250"/>
                  </a:lnTo>
                  <a:lnTo>
                    <a:pt x="702629" y="4893250"/>
                  </a:lnTo>
                  <a:lnTo>
                    <a:pt x="702738" y="4893250"/>
                  </a:lnTo>
                  <a:lnTo>
                    <a:pt x="702846" y="4893250"/>
                  </a:lnTo>
                  <a:lnTo>
                    <a:pt x="702846" y="4892626"/>
                  </a:lnTo>
                  <a:lnTo>
                    <a:pt x="702955" y="4892626"/>
                  </a:lnTo>
                  <a:lnTo>
                    <a:pt x="703063" y="4892626"/>
                  </a:lnTo>
                  <a:lnTo>
                    <a:pt x="703171" y="4892626"/>
                  </a:lnTo>
                  <a:lnTo>
                    <a:pt x="703171" y="4892003"/>
                  </a:lnTo>
                  <a:lnTo>
                    <a:pt x="703280" y="4892003"/>
                  </a:lnTo>
                  <a:lnTo>
                    <a:pt x="703388" y="4892003"/>
                  </a:lnTo>
                  <a:lnTo>
                    <a:pt x="703497" y="4892003"/>
                  </a:lnTo>
                  <a:lnTo>
                    <a:pt x="703497" y="4891379"/>
                  </a:lnTo>
                  <a:lnTo>
                    <a:pt x="703605" y="4891379"/>
                  </a:lnTo>
                  <a:lnTo>
                    <a:pt x="703714" y="4891379"/>
                  </a:lnTo>
                  <a:lnTo>
                    <a:pt x="703822" y="4891379"/>
                  </a:lnTo>
                  <a:lnTo>
                    <a:pt x="703931" y="4891379"/>
                  </a:lnTo>
                  <a:lnTo>
                    <a:pt x="704039" y="4891379"/>
                  </a:lnTo>
                  <a:lnTo>
                    <a:pt x="704147" y="4891379"/>
                  </a:lnTo>
                  <a:lnTo>
                    <a:pt x="704147" y="4890756"/>
                  </a:lnTo>
                  <a:lnTo>
                    <a:pt x="704256" y="4890756"/>
                  </a:lnTo>
                  <a:lnTo>
                    <a:pt x="704364" y="4890756"/>
                  </a:lnTo>
                  <a:lnTo>
                    <a:pt x="704473" y="4890756"/>
                  </a:lnTo>
                  <a:lnTo>
                    <a:pt x="704473" y="4890132"/>
                  </a:lnTo>
                  <a:lnTo>
                    <a:pt x="704581" y="4890132"/>
                  </a:lnTo>
                  <a:lnTo>
                    <a:pt x="704581" y="4889508"/>
                  </a:lnTo>
                  <a:lnTo>
                    <a:pt x="704690" y="4889508"/>
                  </a:lnTo>
                  <a:lnTo>
                    <a:pt x="704798" y="4889508"/>
                  </a:lnTo>
                  <a:lnTo>
                    <a:pt x="704907" y="4889508"/>
                  </a:lnTo>
                  <a:lnTo>
                    <a:pt x="704907" y="4888885"/>
                  </a:lnTo>
                  <a:lnTo>
                    <a:pt x="705015" y="4888885"/>
                  </a:lnTo>
                  <a:lnTo>
                    <a:pt x="705123" y="4888885"/>
                  </a:lnTo>
                  <a:lnTo>
                    <a:pt x="705123" y="4888261"/>
                  </a:lnTo>
                  <a:lnTo>
                    <a:pt x="705232" y="4888261"/>
                  </a:lnTo>
                  <a:lnTo>
                    <a:pt x="705340" y="4888261"/>
                  </a:lnTo>
                  <a:lnTo>
                    <a:pt x="705449" y="4888261"/>
                  </a:lnTo>
                  <a:lnTo>
                    <a:pt x="705557" y="4888261"/>
                  </a:lnTo>
                  <a:lnTo>
                    <a:pt x="705666" y="4888261"/>
                  </a:lnTo>
                  <a:lnTo>
                    <a:pt x="705666" y="4887638"/>
                  </a:lnTo>
                  <a:lnTo>
                    <a:pt x="705774" y="4887638"/>
                  </a:lnTo>
                  <a:lnTo>
                    <a:pt x="705774" y="4887014"/>
                  </a:lnTo>
                  <a:lnTo>
                    <a:pt x="705883" y="4887014"/>
                  </a:lnTo>
                  <a:lnTo>
                    <a:pt x="705991" y="4887014"/>
                  </a:lnTo>
                  <a:lnTo>
                    <a:pt x="706100" y="4887014"/>
                  </a:lnTo>
                  <a:lnTo>
                    <a:pt x="706208" y="4887014"/>
                  </a:lnTo>
                  <a:lnTo>
                    <a:pt x="706316" y="4887014"/>
                  </a:lnTo>
                  <a:lnTo>
                    <a:pt x="706316" y="4886391"/>
                  </a:lnTo>
                  <a:lnTo>
                    <a:pt x="706316" y="4885767"/>
                  </a:lnTo>
                  <a:lnTo>
                    <a:pt x="706425" y="4885767"/>
                  </a:lnTo>
                  <a:lnTo>
                    <a:pt x="706425" y="4885143"/>
                  </a:lnTo>
                  <a:lnTo>
                    <a:pt x="706533" y="4885143"/>
                  </a:lnTo>
                  <a:lnTo>
                    <a:pt x="706642" y="4885143"/>
                  </a:lnTo>
                  <a:lnTo>
                    <a:pt x="706750" y="4885143"/>
                  </a:lnTo>
                  <a:lnTo>
                    <a:pt x="706859" y="4885143"/>
                  </a:lnTo>
                  <a:lnTo>
                    <a:pt x="706967" y="4885143"/>
                  </a:lnTo>
                  <a:lnTo>
                    <a:pt x="707076" y="4885143"/>
                  </a:lnTo>
                  <a:lnTo>
                    <a:pt x="707184" y="4885143"/>
                  </a:lnTo>
                  <a:lnTo>
                    <a:pt x="707292" y="4885143"/>
                  </a:lnTo>
                  <a:lnTo>
                    <a:pt x="707401" y="4885143"/>
                  </a:lnTo>
                  <a:lnTo>
                    <a:pt x="707401" y="4884520"/>
                  </a:lnTo>
                  <a:lnTo>
                    <a:pt x="707509" y="4884520"/>
                  </a:lnTo>
                  <a:lnTo>
                    <a:pt x="707618" y="4884520"/>
                  </a:lnTo>
                  <a:lnTo>
                    <a:pt x="707726" y="4884520"/>
                  </a:lnTo>
                  <a:lnTo>
                    <a:pt x="707835" y="4884520"/>
                  </a:lnTo>
                  <a:lnTo>
                    <a:pt x="707835" y="4883896"/>
                  </a:lnTo>
                  <a:lnTo>
                    <a:pt x="707835" y="4883273"/>
                  </a:lnTo>
                  <a:lnTo>
                    <a:pt x="707943" y="4883273"/>
                  </a:lnTo>
                  <a:lnTo>
                    <a:pt x="708052" y="4883273"/>
                  </a:lnTo>
                  <a:lnTo>
                    <a:pt x="708160" y="4883273"/>
                  </a:lnTo>
                  <a:lnTo>
                    <a:pt x="708268" y="4883273"/>
                  </a:lnTo>
                  <a:lnTo>
                    <a:pt x="708377" y="4883273"/>
                  </a:lnTo>
                  <a:lnTo>
                    <a:pt x="708485" y="4883273"/>
                  </a:lnTo>
                  <a:lnTo>
                    <a:pt x="708594" y="4883273"/>
                  </a:lnTo>
                  <a:lnTo>
                    <a:pt x="708702" y="4883273"/>
                  </a:lnTo>
                  <a:lnTo>
                    <a:pt x="708811" y="4883273"/>
                  </a:lnTo>
                  <a:lnTo>
                    <a:pt x="708919" y="4883273"/>
                  </a:lnTo>
                  <a:lnTo>
                    <a:pt x="708919" y="4882649"/>
                  </a:lnTo>
                  <a:lnTo>
                    <a:pt x="709028" y="4882649"/>
                  </a:lnTo>
                  <a:lnTo>
                    <a:pt x="709136" y="4882649"/>
                  </a:lnTo>
                  <a:lnTo>
                    <a:pt x="709244" y="4882649"/>
                  </a:lnTo>
                  <a:lnTo>
                    <a:pt x="709353" y="4882649"/>
                  </a:lnTo>
                  <a:lnTo>
                    <a:pt x="709461" y="4882649"/>
                  </a:lnTo>
                  <a:lnTo>
                    <a:pt x="709570" y="4882649"/>
                  </a:lnTo>
                  <a:lnTo>
                    <a:pt x="709678" y="4882649"/>
                  </a:lnTo>
                  <a:lnTo>
                    <a:pt x="709678" y="4882025"/>
                  </a:lnTo>
                  <a:lnTo>
                    <a:pt x="709787" y="4882025"/>
                  </a:lnTo>
                  <a:lnTo>
                    <a:pt x="709895" y="4882025"/>
                  </a:lnTo>
                  <a:lnTo>
                    <a:pt x="710004" y="4882025"/>
                  </a:lnTo>
                  <a:lnTo>
                    <a:pt x="710112" y="4882025"/>
                  </a:lnTo>
                  <a:lnTo>
                    <a:pt x="710221" y="4882025"/>
                  </a:lnTo>
                  <a:lnTo>
                    <a:pt x="710329" y="4882025"/>
                  </a:lnTo>
                  <a:lnTo>
                    <a:pt x="710437" y="4882025"/>
                  </a:lnTo>
                  <a:lnTo>
                    <a:pt x="710437" y="4881402"/>
                  </a:lnTo>
                  <a:lnTo>
                    <a:pt x="710546" y="4881402"/>
                  </a:lnTo>
                  <a:lnTo>
                    <a:pt x="710654" y="4881402"/>
                  </a:lnTo>
                  <a:lnTo>
                    <a:pt x="710654" y="4880778"/>
                  </a:lnTo>
                  <a:lnTo>
                    <a:pt x="710763" y="4880778"/>
                  </a:lnTo>
                  <a:lnTo>
                    <a:pt x="710871" y="4880778"/>
                  </a:lnTo>
                  <a:lnTo>
                    <a:pt x="710980" y="4880778"/>
                  </a:lnTo>
                  <a:lnTo>
                    <a:pt x="710980" y="4880155"/>
                  </a:lnTo>
                  <a:lnTo>
                    <a:pt x="711088" y="4880155"/>
                  </a:lnTo>
                  <a:lnTo>
                    <a:pt x="711197" y="4880155"/>
                  </a:lnTo>
                  <a:lnTo>
                    <a:pt x="711197" y="4879531"/>
                  </a:lnTo>
                  <a:lnTo>
                    <a:pt x="711197" y="4878908"/>
                  </a:lnTo>
                  <a:lnTo>
                    <a:pt x="711305" y="4878908"/>
                  </a:lnTo>
                  <a:lnTo>
                    <a:pt x="711413" y="4878908"/>
                  </a:lnTo>
                  <a:lnTo>
                    <a:pt x="711522" y="4878908"/>
                  </a:lnTo>
                  <a:lnTo>
                    <a:pt x="711630" y="4878908"/>
                  </a:lnTo>
                  <a:lnTo>
                    <a:pt x="711739" y="4878908"/>
                  </a:lnTo>
                  <a:lnTo>
                    <a:pt x="711847" y="4878908"/>
                  </a:lnTo>
                  <a:lnTo>
                    <a:pt x="711956" y="4878908"/>
                  </a:lnTo>
                  <a:lnTo>
                    <a:pt x="712064" y="4878908"/>
                  </a:lnTo>
                  <a:lnTo>
                    <a:pt x="712173" y="4878908"/>
                  </a:lnTo>
                  <a:lnTo>
                    <a:pt x="712281" y="4878908"/>
                  </a:lnTo>
                  <a:lnTo>
                    <a:pt x="712281" y="4878284"/>
                  </a:lnTo>
                  <a:lnTo>
                    <a:pt x="712389" y="4878284"/>
                  </a:lnTo>
                  <a:lnTo>
                    <a:pt x="712498" y="4878284"/>
                  </a:lnTo>
                  <a:lnTo>
                    <a:pt x="712606" y="4878284"/>
                  </a:lnTo>
                  <a:lnTo>
                    <a:pt x="712715" y="4878284"/>
                  </a:lnTo>
                  <a:lnTo>
                    <a:pt x="712715" y="4877660"/>
                  </a:lnTo>
                  <a:lnTo>
                    <a:pt x="712823" y="4877660"/>
                  </a:lnTo>
                  <a:lnTo>
                    <a:pt x="712932" y="4877660"/>
                  </a:lnTo>
                  <a:lnTo>
                    <a:pt x="713040" y="4877660"/>
                  </a:lnTo>
                  <a:lnTo>
                    <a:pt x="713040" y="4877037"/>
                  </a:lnTo>
                  <a:lnTo>
                    <a:pt x="713149" y="4877037"/>
                  </a:lnTo>
                  <a:lnTo>
                    <a:pt x="713257" y="4877037"/>
                  </a:lnTo>
                  <a:lnTo>
                    <a:pt x="713365" y="4877037"/>
                  </a:lnTo>
                  <a:lnTo>
                    <a:pt x="713474" y="4877037"/>
                  </a:lnTo>
                  <a:lnTo>
                    <a:pt x="713582" y="4877037"/>
                  </a:lnTo>
                  <a:lnTo>
                    <a:pt x="713582" y="4876413"/>
                  </a:lnTo>
                  <a:lnTo>
                    <a:pt x="713582" y="4875790"/>
                  </a:lnTo>
                  <a:lnTo>
                    <a:pt x="713582" y="4875166"/>
                  </a:lnTo>
                  <a:lnTo>
                    <a:pt x="713582" y="4874542"/>
                  </a:lnTo>
                  <a:lnTo>
                    <a:pt x="713691" y="4874542"/>
                  </a:lnTo>
                  <a:lnTo>
                    <a:pt x="713799" y="4874542"/>
                  </a:lnTo>
                  <a:lnTo>
                    <a:pt x="713908" y="4874542"/>
                  </a:lnTo>
                  <a:lnTo>
                    <a:pt x="714016" y="4874542"/>
                  </a:lnTo>
                  <a:lnTo>
                    <a:pt x="714125" y="4874542"/>
                  </a:lnTo>
                  <a:lnTo>
                    <a:pt x="714125" y="4873919"/>
                  </a:lnTo>
                  <a:lnTo>
                    <a:pt x="714125" y="4873295"/>
                  </a:lnTo>
                  <a:lnTo>
                    <a:pt x="714233" y="4873295"/>
                  </a:lnTo>
                  <a:lnTo>
                    <a:pt x="714341" y="4873295"/>
                  </a:lnTo>
                  <a:lnTo>
                    <a:pt x="714341" y="4872672"/>
                  </a:lnTo>
                  <a:lnTo>
                    <a:pt x="714450" y="4872672"/>
                  </a:lnTo>
                  <a:lnTo>
                    <a:pt x="714558" y="4872672"/>
                  </a:lnTo>
                  <a:lnTo>
                    <a:pt x="714667" y="4872672"/>
                  </a:lnTo>
                  <a:lnTo>
                    <a:pt x="714775" y="4872672"/>
                  </a:lnTo>
                  <a:lnTo>
                    <a:pt x="714775" y="4872048"/>
                  </a:lnTo>
                  <a:lnTo>
                    <a:pt x="714775" y="4871425"/>
                  </a:lnTo>
                  <a:lnTo>
                    <a:pt x="714775" y="4870801"/>
                  </a:lnTo>
                  <a:lnTo>
                    <a:pt x="714884" y="4870801"/>
                  </a:lnTo>
                  <a:lnTo>
                    <a:pt x="714992" y="4870801"/>
                  </a:lnTo>
                  <a:lnTo>
                    <a:pt x="715101" y="4870801"/>
                  </a:lnTo>
                  <a:lnTo>
                    <a:pt x="715101" y="4870177"/>
                  </a:lnTo>
                  <a:lnTo>
                    <a:pt x="715209" y="4870177"/>
                  </a:lnTo>
                  <a:lnTo>
                    <a:pt x="715318" y="4870177"/>
                  </a:lnTo>
                  <a:lnTo>
                    <a:pt x="715318" y="4869554"/>
                  </a:lnTo>
                  <a:lnTo>
                    <a:pt x="715426" y="4869554"/>
                  </a:lnTo>
                  <a:lnTo>
                    <a:pt x="715534" y="4869554"/>
                  </a:lnTo>
                  <a:lnTo>
                    <a:pt x="715534" y="4868930"/>
                  </a:lnTo>
                  <a:lnTo>
                    <a:pt x="715643" y="4868930"/>
                  </a:lnTo>
                  <a:lnTo>
                    <a:pt x="715751" y="4868930"/>
                  </a:lnTo>
                  <a:lnTo>
                    <a:pt x="715860" y="4868930"/>
                  </a:lnTo>
                  <a:lnTo>
                    <a:pt x="715860" y="4868307"/>
                  </a:lnTo>
                  <a:lnTo>
                    <a:pt x="715968" y="4868307"/>
                  </a:lnTo>
                  <a:lnTo>
                    <a:pt x="716077" y="4868307"/>
                  </a:lnTo>
                  <a:lnTo>
                    <a:pt x="716185" y="4868307"/>
                  </a:lnTo>
                  <a:lnTo>
                    <a:pt x="716294" y="4868307"/>
                  </a:lnTo>
                  <a:lnTo>
                    <a:pt x="716402" y="4868307"/>
                  </a:lnTo>
                  <a:lnTo>
                    <a:pt x="716510" y="4868307"/>
                  </a:lnTo>
                  <a:lnTo>
                    <a:pt x="716510" y="4867683"/>
                  </a:lnTo>
                  <a:lnTo>
                    <a:pt x="716619" y="4867683"/>
                  </a:lnTo>
                  <a:lnTo>
                    <a:pt x="716727" y="4867683"/>
                  </a:lnTo>
                  <a:lnTo>
                    <a:pt x="716836" y="4867683"/>
                  </a:lnTo>
                  <a:lnTo>
                    <a:pt x="716944" y="4867683"/>
                  </a:lnTo>
                  <a:lnTo>
                    <a:pt x="717053" y="4867683"/>
                  </a:lnTo>
                  <a:lnTo>
                    <a:pt x="717161" y="4867683"/>
                  </a:lnTo>
                  <a:lnTo>
                    <a:pt x="717161" y="4867060"/>
                  </a:lnTo>
                  <a:lnTo>
                    <a:pt x="717270" y="4867060"/>
                  </a:lnTo>
                  <a:lnTo>
                    <a:pt x="717378" y="4867060"/>
                  </a:lnTo>
                  <a:lnTo>
                    <a:pt x="717486" y="4867060"/>
                  </a:lnTo>
                  <a:lnTo>
                    <a:pt x="717595" y="4867060"/>
                  </a:lnTo>
                  <a:lnTo>
                    <a:pt x="717595" y="4866436"/>
                  </a:lnTo>
                  <a:lnTo>
                    <a:pt x="717703" y="4866436"/>
                  </a:lnTo>
                  <a:lnTo>
                    <a:pt x="717812" y="4866436"/>
                  </a:lnTo>
                  <a:lnTo>
                    <a:pt x="717812" y="4865812"/>
                  </a:lnTo>
                  <a:lnTo>
                    <a:pt x="717920" y="4865812"/>
                  </a:lnTo>
                  <a:lnTo>
                    <a:pt x="717920" y="4865189"/>
                  </a:lnTo>
                  <a:lnTo>
                    <a:pt x="718029" y="4865189"/>
                  </a:lnTo>
                  <a:lnTo>
                    <a:pt x="718137" y="4865189"/>
                  </a:lnTo>
                  <a:lnTo>
                    <a:pt x="718137" y="4864565"/>
                  </a:lnTo>
                  <a:lnTo>
                    <a:pt x="718246" y="4864565"/>
                  </a:lnTo>
                  <a:lnTo>
                    <a:pt x="718354" y="4864565"/>
                  </a:lnTo>
                  <a:lnTo>
                    <a:pt x="718462" y="4864565"/>
                  </a:lnTo>
                  <a:lnTo>
                    <a:pt x="718462" y="4863942"/>
                  </a:lnTo>
                  <a:lnTo>
                    <a:pt x="718462" y="4863318"/>
                  </a:lnTo>
                  <a:lnTo>
                    <a:pt x="718462" y="4862694"/>
                  </a:lnTo>
                  <a:lnTo>
                    <a:pt x="718571" y="4862694"/>
                  </a:lnTo>
                  <a:lnTo>
                    <a:pt x="718571" y="4862071"/>
                  </a:lnTo>
                  <a:lnTo>
                    <a:pt x="718679" y="4862071"/>
                  </a:lnTo>
                  <a:lnTo>
                    <a:pt x="718788" y="4862071"/>
                  </a:lnTo>
                  <a:lnTo>
                    <a:pt x="718788" y="4861447"/>
                  </a:lnTo>
                  <a:lnTo>
                    <a:pt x="718896" y="4861447"/>
                  </a:lnTo>
                  <a:lnTo>
                    <a:pt x="718896" y="4860824"/>
                  </a:lnTo>
                  <a:lnTo>
                    <a:pt x="719005" y="4860824"/>
                  </a:lnTo>
                  <a:lnTo>
                    <a:pt x="719113" y="4860824"/>
                  </a:lnTo>
                  <a:lnTo>
                    <a:pt x="719222" y="4860824"/>
                  </a:lnTo>
                  <a:lnTo>
                    <a:pt x="719330" y="4860824"/>
                  </a:lnTo>
                  <a:lnTo>
                    <a:pt x="719439" y="4860824"/>
                  </a:lnTo>
                  <a:lnTo>
                    <a:pt x="719439" y="4860200"/>
                  </a:lnTo>
                  <a:lnTo>
                    <a:pt x="719439" y="4859577"/>
                  </a:lnTo>
                  <a:lnTo>
                    <a:pt x="719547" y="4859577"/>
                  </a:lnTo>
                  <a:lnTo>
                    <a:pt x="719655" y="4859577"/>
                  </a:lnTo>
                  <a:lnTo>
                    <a:pt x="719655" y="4858953"/>
                  </a:lnTo>
                  <a:lnTo>
                    <a:pt x="719764" y="4858953"/>
                  </a:lnTo>
                  <a:lnTo>
                    <a:pt x="719872" y="4858953"/>
                  </a:lnTo>
                  <a:lnTo>
                    <a:pt x="719872" y="4858329"/>
                  </a:lnTo>
                  <a:lnTo>
                    <a:pt x="719981" y="4858329"/>
                  </a:lnTo>
                  <a:lnTo>
                    <a:pt x="719981" y="4857706"/>
                  </a:lnTo>
                  <a:lnTo>
                    <a:pt x="720089" y="4857706"/>
                  </a:lnTo>
                  <a:lnTo>
                    <a:pt x="720089" y="4857082"/>
                  </a:lnTo>
                  <a:lnTo>
                    <a:pt x="720198" y="4857082"/>
                  </a:lnTo>
                  <a:lnTo>
                    <a:pt x="720198" y="4856459"/>
                  </a:lnTo>
                  <a:lnTo>
                    <a:pt x="720306" y="4856459"/>
                  </a:lnTo>
                  <a:lnTo>
                    <a:pt x="720415" y="4856459"/>
                  </a:lnTo>
                  <a:lnTo>
                    <a:pt x="720523" y="4856459"/>
                  </a:lnTo>
                  <a:lnTo>
                    <a:pt x="720631" y="4856459"/>
                  </a:lnTo>
                  <a:lnTo>
                    <a:pt x="720631" y="4855835"/>
                  </a:lnTo>
                  <a:lnTo>
                    <a:pt x="720631" y="4855211"/>
                  </a:lnTo>
                  <a:lnTo>
                    <a:pt x="720740" y="4855211"/>
                  </a:lnTo>
                  <a:lnTo>
                    <a:pt x="720848" y="4855211"/>
                  </a:lnTo>
                  <a:lnTo>
                    <a:pt x="720957" y="4855211"/>
                  </a:lnTo>
                  <a:lnTo>
                    <a:pt x="721065" y="4855211"/>
                  </a:lnTo>
                  <a:lnTo>
                    <a:pt x="721065" y="4854588"/>
                  </a:lnTo>
                  <a:lnTo>
                    <a:pt x="721174" y="4854588"/>
                  </a:lnTo>
                  <a:lnTo>
                    <a:pt x="721282" y="4854588"/>
                  </a:lnTo>
                  <a:lnTo>
                    <a:pt x="721391" y="4854588"/>
                  </a:lnTo>
                  <a:lnTo>
                    <a:pt x="721499" y="4854588"/>
                  </a:lnTo>
                  <a:lnTo>
                    <a:pt x="721607" y="4854588"/>
                  </a:lnTo>
                  <a:lnTo>
                    <a:pt x="721716" y="4854588"/>
                  </a:lnTo>
                  <a:lnTo>
                    <a:pt x="721824" y="4854588"/>
                  </a:lnTo>
                  <a:lnTo>
                    <a:pt x="721933" y="4854588"/>
                  </a:lnTo>
                  <a:lnTo>
                    <a:pt x="721933" y="4853964"/>
                  </a:lnTo>
                  <a:lnTo>
                    <a:pt x="722041" y="4853964"/>
                  </a:lnTo>
                  <a:lnTo>
                    <a:pt x="722041" y="4853341"/>
                  </a:lnTo>
                  <a:lnTo>
                    <a:pt x="722041" y="4852717"/>
                  </a:lnTo>
                  <a:lnTo>
                    <a:pt x="722150" y="4852717"/>
                  </a:lnTo>
                  <a:lnTo>
                    <a:pt x="722258" y="4852717"/>
                  </a:lnTo>
                  <a:lnTo>
                    <a:pt x="722258" y="4852094"/>
                  </a:lnTo>
                  <a:lnTo>
                    <a:pt x="722367" y="4852094"/>
                  </a:lnTo>
                  <a:lnTo>
                    <a:pt x="722475" y="4852094"/>
                  </a:lnTo>
                  <a:lnTo>
                    <a:pt x="722475" y="4851470"/>
                  </a:lnTo>
                  <a:lnTo>
                    <a:pt x="722583" y="4851470"/>
                  </a:lnTo>
                  <a:lnTo>
                    <a:pt x="722692" y="4851470"/>
                  </a:lnTo>
                  <a:lnTo>
                    <a:pt x="722800" y="4851470"/>
                  </a:lnTo>
                  <a:lnTo>
                    <a:pt x="722800" y="4850846"/>
                  </a:lnTo>
                  <a:lnTo>
                    <a:pt x="722909" y="4850846"/>
                  </a:lnTo>
                  <a:lnTo>
                    <a:pt x="722909" y="4850223"/>
                  </a:lnTo>
                  <a:lnTo>
                    <a:pt x="723017" y="4850223"/>
                  </a:lnTo>
                  <a:lnTo>
                    <a:pt x="723126" y="4850223"/>
                  </a:lnTo>
                  <a:lnTo>
                    <a:pt x="723126" y="4849599"/>
                  </a:lnTo>
                  <a:lnTo>
                    <a:pt x="723234" y="4849599"/>
                  </a:lnTo>
                  <a:lnTo>
                    <a:pt x="723343" y="4849599"/>
                  </a:lnTo>
                  <a:lnTo>
                    <a:pt x="723451" y="4849599"/>
                  </a:lnTo>
                  <a:lnTo>
                    <a:pt x="723560" y="4849599"/>
                  </a:lnTo>
                  <a:lnTo>
                    <a:pt x="723668" y="4849599"/>
                  </a:lnTo>
                  <a:lnTo>
                    <a:pt x="723776" y="4849599"/>
                  </a:lnTo>
                  <a:lnTo>
                    <a:pt x="723776" y="4848976"/>
                  </a:lnTo>
                  <a:lnTo>
                    <a:pt x="723776" y="4848352"/>
                  </a:lnTo>
                  <a:lnTo>
                    <a:pt x="723776" y="4847728"/>
                  </a:lnTo>
                  <a:lnTo>
                    <a:pt x="723885" y="4847728"/>
                  </a:lnTo>
                  <a:lnTo>
                    <a:pt x="723885" y="4847105"/>
                  </a:lnTo>
                  <a:lnTo>
                    <a:pt x="723885" y="4846481"/>
                  </a:lnTo>
                  <a:lnTo>
                    <a:pt x="723885" y="4845858"/>
                  </a:lnTo>
                  <a:lnTo>
                    <a:pt x="723993" y="4845858"/>
                  </a:lnTo>
                  <a:lnTo>
                    <a:pt x="724102" y="4845858"/>
                  </a:lnTo>
                  <a:lnTo>
                    <a:pt x="724210" y="4845858"/>
                  </a:lnTo>
                  <a:lnTo>
                    <a:pt x="724210" y="4845234"/>
                  </a:lnTo>
                  <a:lnTo>
                    <a:pt x="724319" y="4845234"/>
                  </a:lnTo>
                  <a:lnTo>
                    <a:pt x="724319" y="4844611"/>
                  </a:lnTo>
                  <a:lnTo>
                    <a:pt x="724427" y="4844611"/>
                  </a:lnTo>
                  <a:lnTo>
                    <a:pt x="724536" y="4844611"/>
                  </a:lnTo>
                  <a:lnTo>
                    <a:pt x="724644" y="4844611"/>
                  </a:lnTo>
                  <a:lnTo>
                    <a:pt x="724752" y="4844611"/>
                  </a:lnTo>
                  <a:lnTo>
                    <a:pt x="724861" y="4844611"/>
                  </a:lnTo>
                  <a:lnTo>
                    <a:pt x="724861" y="4843987"/>
                  </a:lnTo>
                  <a:lnTo>
                    <a:pt x="724969" y="4843987"/>
                  </a:lnTo>
                  <a:lnTo>
                    <a:pt x="725078" y="4843987"/>
                  </a:lnTo>
                  <a:lnTo>
                    <a:pt x="725186" y="4843987"/>
                  </a:lnTo>
                  <a:lnTo>
                    <a:pt x="725295" y="4843987"/>
                  </a:lnTo>
                  <a:lnTo>
                    <a:pt x="725403" y="4843987"/>
                  </a:lnTo>
                  <a:lnTo>
                    <a:pt x="725512" y="4843987"/>
                  </a:lnTo>
                  <a:lnTo>
                    <a:pt x="725620" y="4843987"/>
                  </a:lnTo>
                  <a:lnTo>
                    <a:pt x="725728" y="4843987"/>
                  </a:lnTo>
                  <a:lnTo>
                    <a:pt x="725837" y="4843987"/>
                  </a:lnTo>
                  <a:lnTo>
                    <a:pt x="725945" y="4843987"/>
                  </a:lnTo>
                  <a:lnTo>
                    <a:pt x="726054" y="4843987"/>
                  </a:lnTo>
                  <a:lnTo>
                    <a:pt x="726162" y="4843987"/>
                  </a:lnTo>
                  <a:lnTo>
                    <a:pt x="726271" y="4843987"/>
                  </a:lnTo>
                  <a:lnTo>
                    <a:pt x="726379" y="4843987"/>
                  </a:lnTo>
                  <a:lnTo>
                    <a:pt x="726488" y="4843987"/>
                  </a:lnTo>
                  <a:lnTo>
                    <a:pt x="726488" y="4843363"/>
                  </a:lnTo>
                  <a:lnTo>
                    <a:pt x="726488" y="4842740"/>
                  </a:lnTo>
                  <a:lnTo>
                    <a:pt x="726596" y="4842740"/>
                  </a:lnTo>
                  <a:lnTo>
                    <a:pt x="726596" y="4842116"/>
                  </a:lnTo>
                  <a:lnTo>
                    <a:pt x="726704" y="4842116"/>
                  </a:lnTo>
                  <a:lnTo>
                    <a:pt x="726813" y="4842116"/>
                  </a:lnTo>
                  <a:lnTo>
                    <a:pt x="726813" y="4841493"/>
                  </a:lnTo>
                  <a:lnTo>
                    <a:pt x="726921" y="4841493"/>
                  </a:lnTo>
                  <a:lnTo>
                    <a:pt x="726921" y="4840869"/>
                  </a:lnTo>
                  <a:lnTo>
                    <a:pt x="727030" y="4840869"/>
                  </a:lnTo>
                  <a:lnTo>
                    <a:pt x="727138" y="4840869"/>
                  </a:lnTo>
                  <a:lnTo>
                    <a:pt x="727138" y="4840245"/>
                  </a:lnTo>
                  <a:lnTo>
                    <a:pt x="727247" y="4840245"/>
                  </a:lnTo>
                  <a:lnTo>
                    <a:pt x="727355" y="4840245"/>
                  </a:lnTo>
                  <a:lnTo>
                    <a:pt x="727464" y="4840245"/>
                  </a:lnTo>
                  <a:lnTo>
                    <a:pt x="727572" y="4840245"/>
                  </a:lnTo>
                  <a:lnTo>
                    <a:pt x="727572" y="4839622"/>
                  </a:lnTo>
                  <a:lnTo>
                    <a:pt x="727681" y="4839622"/>
                  </a:lnTo>
                  <a:lnTo>
                    <a:pt x="727789" y="4839622"/>
                  </a:lnTo>
                  <a:lnTo>
                    <a:pt x="727789" y="4838998"/>
                  </a:lnTo>
                  <a:lnTo>
                    <a:pt x="727897" y="4838998"/>
                  </a:lnTo>
                  <a:lnTo>
                    <a:pt x="728006" y="4838998"/>
                  </a:lnTo>
                  <a:lnTo>
                    <a:pt x="728114" y="4838998"/>
                  </a:lnTo>
                  <a:lnTo>
                    <a:pt x="728223" y="4838998"/>
                  </a:lnTo>
                  <a:lnTo>
                    <a:pt x="728331" y="4838998"/>
                  </a:lnTo>
                  <a:lnTo>
                    <a:pt x="728440" y="4838998"/>
                  </a:lnTo>
                  <a:lnTo>
                    <a:pt x="728548" y="4838998"/>
                  </a:lnTo>
                  <a:lnTo>
                    <a:pt x="728657" y="4838998"/>
                  </a:lnTo>
                  <a:lnTo>
                    <a:pt x="728765" y="4838998"/>
                  </a:lnTo>
                  <a:lnTo>
                    <a:pt x="728873" y="4838998"/>
                  </a:lnTo>
                  <a:lnTo>
                    <a:pt x="728982" y="4838998"/>
                  </a:lnTo>
                  <a:lnTo>
                    <a:pt x="729090" y="4838998"/>
                  </a:lnTo>
                  <a:lnTo>
                    <a:pt x="729199" y="4838998"/>
                  </a:lnTo>
                  <a:lnTo>
                    <a:pt x="729199" y="4838375"/>
                  </a:lnTo>
                  <a:lnTo>
                    <a:pt x="729307" y="4838375"/>
                  </a:lnTo>
                  <a:lnTo>
                    <a:pt x="729416" y="4838375"/>
                  </a:lnTo>
                  <a:lnTo>
                    <a:pt x="729524" y="4838375"/>
                  </a:lnTo>
                  <a:lnTo>
                    <a:pt x="729524" y="4837751"/>
                  </a:lnTo>
                  <a:lnTo>
                    <a:pt x="729633" y="4837751"/>
                  </a:lnTo>
                  <a:lnTo>
                    <a:pt x="729741" y="4837751"/>
                  </a:lnTo>
                  <a:lnTo>
                    <a:pt x="729849" y="4837751"/>
                  </a:lnTo>
                  <a:lnTo>
                    <a:pt x="729958" y="4837751"/>
                  </a:lnTo>
                  <a:lnTo>
                    <a:pt x="730066" y="4837751"/>
                  </a:lnTo>
                  <a:lnTo>
                    <a:pt x="730066" y="4837128"/>
                  </a:lnTo>
                  <a:lnTo>
                    <a:pt x="730175" y="4837128"/>
                  </a:lnTo>
                  <a:lnTo>
                    <a:pt x="730175" y="4836504"/>
                  </a:lnTo>
                  <a:lnTo>
                    <a:pt x="730175" y="4835880"/>
                  </a:lnTo>
                  <a:lnTo>
                    <a:pt x="730175" y="4835257"/>
                  </a:lnTo>
                  <a:lnTo>
                    <a:pt x="730283" y="4835257"/>
                  </a:lnTo>
                  <a:lnTo>
                    <a:pt x="730392" y="4835257"/>
                  </a:lnTo>
                  <a:lnTo>
                    <a:pt x="730500" y="4835257"/>
                  </a:lnTo>
                  <a:lnTo>
                    <a:pt x="730609" y="4835257"/>
                  </a:lnTo>
                  <a:lnTo>
                    <a:pt x="730717" y="4835257"/>
                  </a:lnTo>
                  <a:lnTo>
                    <a:pt x="730717" y="4834633"/>
                  </a:lnTo>
                  <a:lnTo>
                    <a:pt x="730717" y="4834010"/>
                  </a:lnTo>
                  <a:lnTo>
                    <a:pt x="730825" y="4834010"/>
                  </a:lnTo>
                  <a:lnTo>
                    <a:pt x="730825" y="4833386"/>
                  </a:lnTo>
                  <a:lnTo>
                    <a:pt x="730934" y="4833386"/>
                  </a:lnTo>
                  <a:lnTo>
                    <a:pt x="731042" y="4833386"/>
                  </a:lnTo>
                  <a:lnTo>
                    <a:pt x="731151" y="4833386"/>
                  </a:lnTo>
                  <a:lnTo>
                    <a:pt x="731259" y="4833386"/>
                  </a:lnTo>
                  <a:lnTo>
                    <a:pt x="731368" y="4833386"/>
                  </a:lnTo>
                  <a:lnTo>
                    <a:pt x="731476" y="4833386"/>
                  </a:lnTo>
                  <a:lnTo>
                    <a:pt x="731476" y="4832762"/>
                  </a:lnTo>
                  <a:lnTo>
                    <a:pt x="731585" y="4832762"/>
                  </a:lnTo>
                  <a:lnTo>
                    <a:pt x="731585" y="4832139"/>
                  </a:lnTo>
                  <a:lnTo>
                    <a:pt x="731693" y="4832139"/>
                  </a:lnTo>
                  <a:lnTo>
                    <a:pt x="731802" y="4832139"/>
                  </a:lnTo>
                  <a:lnTo>
                    <a:pt x="731910" y="4832139"/>
                  </a:lnTo>
                  <a:lnTo>
                    <a:pt x="732018" y="4832139"/>
                  </a:lnTo>
                  <a:lnTo>
                    <a:pt x="732127" y="4832139"/>
                  </a:lnTo>
                  <a:lnTo>
                    <a:pt x="732235" y="4832139"/>
                  </a:lnTo>
                  <a:lnTo>
                    <a:pt x="732235" y="4831515"/>
                  </a:lnTo>
                  <a:lnTo>
                    <a:pt x="732344" y="4831515"/>
                  </a:lnTo>
                  <a:lnTo>
                    <a:pt x="732452" y="4831515"/>
                  </a:lnTo>
                  <a:lnTo>
                    <a:pt x="732561" y="4831515"/>
                  </a:lnTo>
                  <a:lnTo>
                    <a:pt x="732669" y="4831515"/>
                  </a:lnTo>
                  <a:lnTo>
                    <a:pt x="732778" y="4831515"/>
                  </a:lnTo>
                  <a:lnTo>
                    <a:pt x="732778" y="4830892"/>
                  </a:lnTo>
                  <a:lnTo>
                    <a:pt x="732886" y="4830892"/>
                  </a:lnTo>
                  <a:lnTo>
                    <a:pt x="732886" y="4830268"/>
                  </a:lnTo>
                  <a:lnTo>
                    <a:pt x="732886" y="4829645"/>
                  </a:lnTo>
                  <a:lnTo>
                    <a:pt x="732994" y="4829645"/>
                  </a:lnTo>
                  <a:lnTo>
                    <a:pt x="733103" y="4829645"/>
                  </a:lnTo>
                  <a:lnTo>
                    <a:pt x="733211" y="4829645"/>
                  </a:lnTo>
                  <a:lnTo>
                    <a:pt x="733320" y="4829645"/>
                  </a:lnTo>
                  <a:lnTo>
                    <a:pt x="733320" y="4829021"/>
                  </a:lnTo>
                  <a:lnTo>
                    <a:pt x="733428" y="4829021"/>
                  </a:lnTo>
                  <a:lnTo>
                    <a:pt x="733537" y="4829021"/>
                  </a:lnTo>
                  <a:lnTo>
                    <a:pt x="733645" y="4829021"/>
                  </a:lnTo>
                  <a:lnTo>
                    <a:pt x="733645" y="4828397"/>
                  </a:lnTo>
                  <a:lnTo>
                    <a:pt x="733754" y="4828397"/>
                  </a:lnTo>
                  <a:lnTo>
                    <a:pt x="733754" y="4827774"/>
                  </a:lnTo>
                  <a:lnTo>
                    <a:pt x="733754" y="4827150"/>
                  </a:lnTo>
                  <a:lnTo>
                    <a:pt x="733862" y="4827150"/>
                  </a:lnTo>
                  <a:lnTo>
                    <a:pt x="733862" y="4826527"/>
                  </a:lnTo>
                  <a:lnTo>
                    <a:pt x="733970" y="4826527"/>
                  </a:lnTo>
                  <a:lnTo>
                    <a:pt x="734079" y="4826527"/>
                  </a:lnTo>
                  <a:lnTo>
                    <a:pt x="734187" y="4826527"/>
                  </a:lnTo>
                  <a:lnTo>
                    <a:pt x="734296" y="4826527"/>
                  </a:lnTo>
                  <a:lnTo>
                    <a:pt x="734404" y="4826527"/>
                  </a:lnTo>
                  <a:lnTo>
                    <a:pt x="734513" y="4826527"/>
                  </a:lnTo>
                  <a:lnTo>
                    <a:pt x="734513" y="4825903"/>
                  </a:lnTo>
                  <a:lnTo>
                    <a:pt x="734621" y="4825903"/>
                  </a:lnTo>
                  <a:lnTo>
                    <a:pt x="734730" y="4825903"/>
                  </a:lnTo>
                  <a:lnTo>
                    <a:pt x="734838" y="4825903"/>
                  </a:lnTo>
                  <a:lnTo>
                    <a:pt x="734946" y="4825903"/>
                  </a:lnTo>
                  <a:lnTo>
                    <a:pt x="734946" y="4825279"/>
                  </a:lnTo>
                  <a:lnTo>
                    <a:pt x="734946" y="4824656"/>
                  </a:lnTo>
                  <a:lnTo>
                    <a:pt x="735055" y="4824656"/>
                  </a:lnTo>
                  <a:lnTo>
                    <a:pt x="735163" y="4824656"/>
                  </a:lnTo>
                  <a:lnTo>
                    <a:pt x="735163" y="4824032"/>
                  </a:lnTo>
                  <a:lnTo>
                    <a:pt x="735272" y="4824032"/>
                  </a:lnTo>
                  <a:lnTo>
                    <a:pt x="735380" y="4824032"/>
                  </a:lnTo>
                  <a:lnTo>
                    <a:pt x="735489" y="4824032"/>
                  </a:lnTo>
                  <a:lnTo>
                    <a:pt x="735489" y="4823409"/>
                  </a:lnTo>
                  <a:lnTo>
                    <a:pt x="735597" y="4823409"/>
                  </a:lnTo>
                  <a:lnTo>
                    <a:pt x="735706" y="4823409"/>
                  </a:lnTo>
                  <a:lnTo>
                    <a:pt x="735706" y="4822785"/>
                  </a:lnTo>
                  <a:lnTo>
                    <a:pt x="735814" y="4822785"/>
                  </a:lnTo>
                  <a:lnTo>
                    <a:pt x="735922" y="4822785"/>
                  </a:lnTo>
                  <a:lnTo>
                    <a:pt x="736031" y="4822785"/>
                  </a:lnTo>
                  <a:lnTo>
                    <a:pt x="736139" y="4822785"/>
                  </a:lnTo>
                  <a:lnTo>
                    <a:pt x="736139" y="4822162"/>
                  </a:lnTo>
                  <a:lnTo>
                    <a:pt x="736139" y="4821538"/>
                  </a:lnTo>
                  <a:lnTo>
                    <a:pt x="736248" y="4821538"/>
                  </a:lnTo>
                  <a:lnTo>
                    <a:pt x="736356" y="4821538"/>
                  </a:lnTo>
                  <a:lnTo>
                    <a:pt x="736465" y="4821538"/>
                  </a:lnTo>
                  <a:lnTo>
                    <a:pt x="736465" y="4820914"/>
                  </a:lnTo>
                  <a:lnTo>
                    <a:pt x="736573" y="4820914"/>
                  </a:lnTo>
                  <a:lnTo>
                    <a:pt x="736682" y="4820914"/>
                  </a:lnTo>
                  <a:lnTo>
                    <a:pt x="736682" y="4820291"/>
                  </a:lnTo>
                  <a:lnTo>
                    <a:pt x="736790" y="4820291"/>
                  </a:lnTo>
                  <a:lnTo>
                    <a:pt x="736899" y="4820291"/>
                  </a:lnTo>
                  <a:lnTo>
                    <a:pt x="737007" y="4820291"/>
                  </a:lnTo>
                  <a:lnTo>
                    <a:pt x="737115" y="4820291"/>
                  </a:lnTo>
                  <a:lnTo>
                    <a:pt x="737224" y="4820291"/>
                  </a:lnTo>
                  <a:lnTo>
                    <a:pt x="737332" y="4820291"/>
                  </a:lnTo>
                  <a:lnTo>
                    <a:pt x="737441" y="4820291"/>
                  </a:lnTo>
                  <a:lnTo>
                    <a:pt x="737549" y="4820291"/>
                  </a:lnTo>
                  <a:lnTo>
                    <a:pt x="737549" y="4819667"/>
                  </a:lnTo>
                  <a:lnTo>
                    <a:pt x="737549" y="4819044"/>
                  </a:lnTo>
                  <a:lnTo>
                    <a:pt x="737658" y="4819044"/>
                  </a:lnTo>
                  <a:lnTo>
                    <a:pt x="737766" y="4819044"/>
                  </a:lnTo>
                  <a:lnTo>
                    <a:pt x="737875" y="4819044"/>
                  </a:lnTo>
                  <a:lnTo>
                    <a:pt x="737875" y="4818420"/>
                  </a:lnTo>
                  <a:lnTo>
                    <a:pt x="737875" y="4817796"/>
                  </a:lnTo>
                  <a:lnTo>
                    <a:pt x="737875" y="4817173"/>
                  </a:lnTo>
                  <a:lnTo>
                    <a:pt x="737983" y="4817173"/>
                  </a:lnTo>
                  <a:lnTo>
                    <a:pt x="737983" y="4816549"/>
                  </a:lnTo>
                  <a:lnTo>
                    <a:pt x="738091" y="4816549"/>
                  </a:lnTo>
                  <a:lnTo>
                    <a:pt x="738200" y="4816549"/>
                  </a:lnTo>
                  <a:lnTo>
                    <a:pt x="738308" y="4816549"/>
                  </a:lnTo>
                  <a:lnTo>
                    <a:pt x="738417" y="4816549"/>
                  </a:lnTo>
                  <a:lnTo>
                    <a:pt x="738525" y="4816549"/>
                  </a:lnTo>
                  <a:lnTo>
                    <a:pt x="738634" y="4816549"/>
                  </a:lnTo>
                  <a:lnTo>
                    <a:pt x="738742" y="4816549"/>
                  </a:lnTo>
                  <a:lnTo>
                    <a:pt x="738851" y="4816549"/>
                  </a:lnTo>
                  <a:lnTo>
                    <a:pt x="738851" y="4815926"/>
                  </a:lnTo>
                  <a:lnTo>
                    <a:pt x="738959" y="4815926"/>
                  </a:lnTo>
                  <a:lnTo>
                    <a:pt x="739067" y="4815926"/>
                  </a:lnTo>
                  <a:lnTo>
                    <a:pt x="739176" y="4815926"/>
                  </a:lnTo>
                  <a:lnTo>
                    <a:pt x="739284" y="4815926"/>
                  </a:lnTo>
                  <a:lnTo>
                    <a:pt x="739393" y="4815926"/>
                  </a:lnTo>
                  <a:lnTo>
                    <a:pt x="739501" y="4815926"/>
                  </a:lnTo>
                  <a:lnTo>
                    <a:pt x="739610" y="4815926"/>
                  </a:lnTo>
                  <a:lnTo>
                    <a:pt x="739718" y="4815926"/>
                  </a:lnTo>
                  <a:lnTo>
                    <a:pt x="739827" y="4815926"/>
                  </a:lnTo>
                  <a:lnTo>
                    <a:pt x="739935" y="4815926"/>
                  </a:lnTo>
                  <a:lnTo>
                    <a:pt x="740043" y="4815926"/>
                  </a:lnTo>
                  <a:lnTo>
                    <a:pt x="740043" y="4815302"/>
                  </a:lnTo>
                  <a:lnTo>
                    <a:pt x="740152" y="4815302"/>
                  </a:lnTo>
                  <a:lnTo>
                    <a:pt x="740260" y="4815302"/>
                  </a:lnTo>
                  <a:lnTo>
                    <a:pt x="740369" y="4815302"/>
                  </a:lnTo>
                  <a:lnTo>
                    <a:pt x="740477" y="4815302"/>
                  </a:lnTo>
                  <a:lnTo>
                    <a:pt x="740586" y="4815302"/>
                  </a:lnTo>
                  <a:lnTo>
                    <a:pt x="740694" y="4815302"/>
                  </a:lnTo>
                  <a:lnTo>
                    <a:pt x="740803" y="4815302"/>
                  </a:lnTo>
                  <a:lnTo>
                    <a:pt x="740803" y="4814679"/>
                  </a:lnTo>
                  <a:lnTo>
                    <a:pt x="740911" y="4814679"/>
                  </a:lnTo>
                  <a:lnTo>
                    <a:pt x="741020" y="4814679"/>
                  </a:lnTo>
                  <a:lnTo>
                    <a:pt x="741128" y="4814679"/>
                  </a:lnTo>
                  <a:lnTo>
                    <a:pt x="741236" y="4814679"/>
                  </a:lnTo>
                  <a:lnTo>
                    <a:pt x="741345" y="4814679"/>
                  </a:lnTo>
                  <a:lnTo>
                    <a:pt x="741453" y="4814679"/>
                  </a:lnTo>
                  <a:lnTo>
                    <a:pt x="741562" y="4814679"/>
                  </a:lnTo>
                  <a:lnTo>
                    <a:pt x="741562" y="4814055"/>
                  </a:lnTo>
                  <a:lnTo>
                    <a:pt x="741562" y="4813431"/>
                  </a:lnTo>
                  <a:lnTo>
                    <a:pt x="741670" y="4813431"/>
                  </a:lnTo>
                  <a:lnTo>
                    <a:pt x="741779" y="4813431"/>
                  </a:lnTo>
                  <a:lnTo>
                    <a:pt x="741887" y="4813431"/>
                  </a:lnTo>
                  <a:lnTo>
                    <a:pt x="741996" y="4813431"/>
                  </a:lnTo>
                  <a:lnTo>
                    <a:pt x="741996" y="4812808"/>
                  </a:lnTo>
                  <a:lnTo>
                    <a:pt x="741996" y="4812184"/>
                  </a:lnTo>
                  <a:lnTo>
                    <a:pt x="742104" y="4812184"/>
                  </a:lnTo>
                  <a:lnTo>
                    <a:pt x="742212" y="4812184"/>
                  </a:lnTo>
                  <a:lnTo>
                    <a:pt x="742321" y="4812184"/>
                  </a:lnTo>
                  <a:lnTo>
                    <a:pt x="742321" y="4811561"/>
                  </a:lnTo>
                  <a:lnTo>
                    <a:pt x="742429" y="4811561"/>
                  </a:lnTo>
                  <a:lnTo>
                    <a:pt x="742429" y="4810937"/>
                  </a:lnTo>
                  <a:lnTo>
                    <a:pt x="742538" y="4810937"/>
                  </a:lnTo>
                  <a:lnTo>
                    <a:pt x="742646" y="4810937"/>
                  </a:lnTo>
                  <a:lnTo>
                    <a:pt x="742755" y="4810937"/>
                  </a:lnTo>
                  <a:lnTo>
                    <a:pt x="742755" y="4810314"/>
                  </a:lnTo>
                  <a:lnTo>
                    <a:pt x="742863" y="4810314"/>
                  </a:lnTo>
                  <a:lnTo>
                    <a:pt x="742972" y="4810314"/>
                  </a:lnTo>
                  <a:lnTo>
                    <a:pt x="742972" y="4809690"/>
                  </a:lnTo>
                  <a:lnTo>
                    <a:pt x="743080" y="4809690"/>
                  </a:lnTo>
                  <a:lnTo>
                    <a:pt x="743188" y="4809690"/>
                  </a:lnTo>
                  <a:lnTo>
                    <a:pt x="743297" y="4809690"/>
                  </a:lnTo>
                  <a:lnTo>
                    <a:pt x="743405" y="4809690"/>
                  </a:lnTo>
                  <a:lnTo>
                    <a:pt x="743514" y="4809690"/>
                  </a:lnTo>
                  <a:lnTo>
                    <a:pt x="743622" y="4809690"/>
                  </a:lnTo>
                  <a:lnTo>
                    <a:pt x="743731" y="4809690"/>
                  </a:lnTo>
                  <a:lnTo>
                    <a:pt x="743839" y="4809690"/>
                  </a:lnTo>
                  <a:lnTo>
                    <a:pt x="743948" y="4809690"/>
                  </a:lnTo>
                  <a:lnTo>
                    <a:pt x="744056" y="4809690"/>
                  </a:lnTo>
                  <a:lnTo>
                    <a:pt x="744164" y="4809690"/>
                  </a:lnTo>
                  <a:lnTo>
                    <a:pt x="744273" y="4809690"/>
                  </a:lnTo>
                  <a:lnTo>
                    <a:pt x="744381" y="4809690"/>
                  </a:lnTo>
                  <a:lnTo>
                    <a:pt x="744381" y="4809066"/>
                  </a:lnTo>
                  <a:lnTo>
                    <a:pt x="744490" y="4809066"/>
                  </a:lnTo>
                  <a:lnTo>
                    <a:pt x="744598" y="4809066"/>
                  </a:lnTo>
                  <a:lnTo>
                    <a:pt x="744707" y="4809066"/>
                  </a:lnTo>
                  <a:lnTo>
                    <a:pt x="744815" y="4809066"/>
                  </a:lnTo>
                  <a:lnTo>
                    <a:pt x="744815" y="4808443"/>
                  </a:lnTo>
                  <a:lnTo>
                    <a:pt x="744924" y="4808443"/>
                  </a:lnTo>
                  <a:lnTo>
                    <a:pt x="744924" y="4807819"/>
                  </a:lnTo>
                  <a:lnTo>
                    <a:pt x="745032" y="4807819"/>
                  </a:lnTo>
                  <a:lnTo>
                    <a:pt x="745141" y="4807819"/>
                  </a:lnTo>
                  <a:lnTo>
                    <a:pt x="745141" y="4807196"/>
                  </a:lnTo>
                  <a:lnTo>
                    <a:pt x="745141" y="4806572"/>
                  </a:lnTo>
                  <a:lnTo>
                    <a:pt x="745249" y="4806572"/>
                  </a:lnTo>
                  <a:lnTo>
                    <a:pt x="745357" y="4806572"/>
                  </a:lnTo>
                  <a:lnTo>
                    <a:pt x="745466" y="4806572"/>
                  </a:lnTo>
                  <a:lnTo>
                    <a:pt x="745574" y="4806572"/>
                  </a:lnTo>
                  <a:lnTo>
                    <a:pt x="745683" y="4806572"/>
                  </a:lnTo>
                  <a:lnTo>
                    <a:pt x="745791" y="4806572"/>
                  </a:lnTo>
                  <a:lnTo>
                    <a:pt x="745900" y="4806572"/>
                  </a:lnTo>
                  <a:lnTo>
                    <a:pt x="746008" y="4806572"/>
                  </a:lnTo>
                  <a:lnTo>
                    <a:pt x="746117" y="4806572"/>
                  </a:lnTo>
                  <a:lnTo>
                    <a:pt x="746225" y="4806572"/>
                  </a:lnTo>
                  <a:lnTo>
                    <a:pt x="746333" y="4806572"/>
                  </a:lnTo>
                  <a:lnTo>
                    <a:pt x="746442" y="4806572"/>
                  </a:lnTo>
                  <a:lnTo>
                    <a:pt x="746550" y="4806572"/>
                  </a:lnTo>
                  <a:lnTo>
                    <a:pt x="746659" y="4806572"/>
                  </a:lnTo>
                  <a:lnTo>
                    <a:pt x="746767" y="4806572"/>
                  </a:lnTo>
                  <a:lnTo>
                    <a:pt x="746876" y="4806572"/>
                  </a:lnTo>
                  <a:lnTo>
                    <a:pt x="746984" y="4806572"/>
                  </a:lnTo>
                  <a:lnTo>
                    <a:pt x="746984" y="4805948"/>
                  </a:lnTo>
                  <a:lnTo>
                    <a:pt x="747093" y="4805948"/>
                  </a:lnTo>
                  <a:lnTo>
                    <a:pt x="747201" y="4805948"/>
                  </a:lnTo>
                  <a:lnTo>
                    <a:pt x="747309" y="4805948"/>
                  </a:lnTo>
                  <a:lnTo>
                    <a:pt x="747309" y="4805325"/>
                  </a:lnTo>
                  <a:lnTo>
                    <a:pt x="747418" y="4805325"/>
                  </a:lnTo>
                  <a:lnTo>
                    <a:pt x="747418" y="4804701"/>
                  </a:lnTo>
                  <a:lnTo>
                    <a:pt x="747418" y="4804078"/>
                  </a:lnTo>
                  <a:lnTo>
                    <a:pt x="747526" y="4804078"/>
                  </a:lnTo>
                  <a:lnTo>
                    <a:pt x="747635" y="4804078"/>
                  </a:lnTo>
                  <a:lnTo>
                    <a:pt x="747635" y="4803454"/>
                  </a:lnTo>
                  <a:lnTo>
                    <a:pt x="747635" y="4802831"/>
                  </a:lnTo>
                  <a:lnTo>
                    <a:pt x="747743" y="4802831"/>
                  </a:lnTo>
                  <a:lnTo>
                    <a:pt x="747743" y="4802207"/>
                  </a:lnTo>
                  <a:lnTo>
                    <a:pt x="747743" y="4801583"/>
                  </a:lnTo>
                  <a:lnTo>
                    <a:pt x="747743" y="4800960"/>
                  </a:lnTo>
                  <a:lnTo>
                    <a:pt x="747852" y="4800960"/>
                  </a:lnTo>
                  <a:lnTo>
                    <a:pt x="747852" y="4800336"/>
                  </a:lnTo>
                  <a:lnTo>
                    <a:pt x="747960" y="4800336"/>
                  </a:lnTo>
                  <a:lnTo>
                    <a:pt x="748069" y="4800336"/>
                  </a:lnTo>
                  <a:lnTo>
                    <a:pt x="748177" y="4800336"/>
                  </a:lnTo>
                  <a:lnTo>
                    <a:pt x="748285" y="4800336"/>
                  </a:lnTo>
                  <a:lnTo>
                    <a:pt x="748285" y="4799713"/>
                  </a:lnTo>
                  <a:lnTo>
                    <a:pt x="748394" y="4799713"/>
                  </a:lnTo>
                  <a:lnTo>
                    <a:pt x="748502" y="4799713"/>
                  </a:lnTo>
                  <a:lnTo>
                    <a:pt x="748611" y="4799713"/>
                  </a:lnTo>
                  <a:lnTo>
                    <a:pt x="748719" y="4799713"/>
                  </a:lnTo>
                  <a:lnTo>
                    <a:pt x="748828" y="4799713"/>
                  </a:lnTo>
                  <a:lnTo>
                    <a:pt x="748828" y="4799089"/>
                  </a:lnTo>
                  <a:lnTo>
                    <a:pt x="748828" y="4798465"/>
                  </a:lnTo>
                  <a:lnTo>
                    <a:pt x="748936" y="4798465"/>
                  </a:lnTo>
                  <a:lnTo>
                    <a:pt x="749045" y="4798465"/>
                  </a:lnTo>
                  <a:lnTo>
                    <a:pt x="749153" y="4798465"/>
                  </a:lnTo>
                  <a:lnTo>
                    <a:pt x="749153" y="4797842"/>
                  </a:lnTo>
                  <a:lnTo>
                    <a:pt x="749153" y="4797218"/>
                  </a:lnTo>
                  <a:lnTo>
                    <a:pt x="749153" y="4796595"/>
                  </a:lnTo>
                  <a:lnTo>
                    <a:pt x="749262" y="4796595"/>
                  </a:lnTo>
                  <a:lnTo>
                    <a:pt x="749370" y="4796595"/>
                  </a:lnTo>
                  <a:lnTo>
                    <a:pt x="749370" y="4795971"/>
                  </a:lnTo>
                  <a:lnTo>
                    <a:pt x="749478" y="4795971"/>
                  </a:lnTo>
                  <a:lnTo>
                    <a:pt x="749587" y="4795971"/>
                  </a:lnTo>
                  <a:lnTo>
                    <a:pt x="749587" y="4795348"/>
                  </a:lnTo>
                  <a:lnTo>
                    <a:pt x="749587" y="4794724"/>
                  </a:lnTo>
                  <a:lnTo>
                    <a:pt x="749587" y="4794100"/>
                  </a:lnTo>
                  <a:lnTo>
                    <a:pt x="749695" y="4794100"/>
                  </a:lnTo>
                  <a:lnTo>
                    <a:pt x="749804" y="4794100"/>
                  </a:lnTo>
                  <a:lnTo>
                    <a:pt x="749912" y="4794100"/>
                  </a:lnTo>
                  <a:lnTo>
                    <a:pt x="750021" y="4794100"/>
                  </a:lnTo>
                  <a:lnTo>
                    <a:pt x="750129" y="4794100"/>
                  </a:lnTo>
                  <a:lnTo>
                    <a:pt x="750238" y="4794100"/>
                  </a:lnTo>
                  <a:lnTo>
                    <a:pt x="750346" y="4794100"/>
                  </a:lnTo>
                  <a:lnTo>
                    <a:pt x="750346" y="4793477"/>
                  </a:lnTo>
                  <a:lnTo>
                    <a:pt x="750346" y="4792853"/>
                  </a:lnTo>
                  <a:lnTo>
                    <a:pt x="750454" y="4792853"/>
                  </a:lnTo>
                  <a:lnTo>
                    <a:pt x="750563" y="4792853"/>
                  </a:lnTo>
                  <a:lnTo>
                    <a:pt x="750671" y="4792853"/>
                  </a:lnTo>
                  <a:lnTo>
                    <a:pt x="750780" y="4792853"/>
                  </a:lnTo>
                  <a:lnTo>
                    <a:pt x="750888" y="4792853"/>
                  </a:lnTo>
                  <a:lnTo>
                    <a:pt x="750997" y="4792853"/>
                  </a:lnTo>
                  <a:lnTo>
                    <a:pt x="750997" y="4792230"/>
                  </a:lnTo>
                  <a:lnTo>
                    <a:pt x="751105" y="4792230"/>
                  </a:lnTo>
                  <a:lnTo>
                    <a:pt x="751214" y="4792230"/>
                  </a:lnTo>
                  <a:lnTo>
                    <a:pt x="751322" y="4792230"/>
                  </a:lnTo>
                  <a:lnTo>
                    <a:pt x="751430" y="4792230"/>
                  </a:lnTo>
                  <a:lnTo>
                    <a:pt x="751539" y="4792230"/>
                  </a:lnTo>
                  <a:lnTo>
                    <a:pt x="751647" y="4792230"/>
                  </a:lnTo>
                  <a:lnTo>
                    <a:pt x="751756" y="4792230"/>
                  </a:lnTo>
                  <a:lnTo>
                    <a:pt x="751864" y="4792230"/>
                  </a:lnTo>
                  <a:lnTo>
                    <a:pt x="751864" y="4791606"/>
                  </a:lnTo>
                  <a:lnTo>
                    <a:pt x="751973" y="4791606"/>
                  </a:lnTo>
                  <a:lnTo>
                    <a:pt x="752081" y="4791606"/>
                  </a:lnTo>
                  <a:lnTo>
                    <a:pt x="752190" y="4791606"/>
                  </a:lnTo>
                  <a:lnTo>
                    <a:pt x="752298" y="4791606"/>
                  </a:lnTo>
                  <a:lnTo>
                    <a:pt x="752298" y="4790982"/>
                  </a:lnTo>
                  <a:lnTo>
                    <a:pt x="752406" y="4790982"/>
                  </a:lnTo>
                  <a:lnTo>
                    <a:pt x="752515" y="4790982"/>
                  </a:lnTo>
                  <a:lnTo>
                    <a:pt x="752623" y="4790982"/>
                  </a:lnTo>
                  <a:lnTo>
                    <a:pt x="752732" y="4790982"/>
                  </a:lnTo>
                  <a:lnTo>
                    <a:pt x="752840" y="4790982"/>
                  </a:lnTo>
                  <a:lnTo>
                    <a:pt x="752949" y="4790982"/>
                  </a:lnTo>
                  <a:lnTo>
                    <a:pt x="753057" y="4790982"/>
                  </a:lnTo>
                  <a:lnTo>
                    <a:pt x="753166" y="4790982"/>
                  </a:lnTo>
                  <a:lnTo>
                    <a:pt x="753274" y="4790982"/>
                  </a:lnTo>
                  <a:lnTo>
                    <a:pt x="753383" y="4790982"/>
                  </a:lnTo>
                  <a:lnTo>
                    <a:pt x="753491" y="4790982"/>
                  </a:lnTo>
                  <a:lnTo>
                    <a:pt x="753599" y="4790982"/>
                  </a:lnTo>
                  <a:lnTo>
                    <a:pt x="753708" y="4790982"/>
                  </a:lnTo>
                  <a:lnTo>
                    <a:pt x="753708" y="4790359"/>
                  </a:lnTo>
                  <a:lnTo>
                    <a:pt x="753816" y="4790359"/>
                  </a:lnTo>
                  <a:lnTo>
                    <a:pt x="753816" y="4789735"/>
                  </a:lnTo>
                  <a:lnTo>
                    <a:pt x="753925" y="4789735"/>
                  </a:lnTo>
                  <a:lnTo>
                    <a:pt x="754033" y="4789735"/>
                  </a:lnTo>
                  <a:lnTo>
                    <a:pt x="754142" y="4789735"/>
                  </a:lnTo>
                  <a:lnTo>
                    <a:pt x="754250" y="4789735"/>
                  </a:lnTo>
                  <a:lnTo>
                    <a:pt x="754359" y="4789735"/>
                  </a:lnTo>
                  <a:lnTo>
                    <a:pt x="754467" y="4789735"/>
                  </a:lnTo>
                  <a:lnTo>
                    <a:pt x="754575" y="4789735"/>
                  </a:lnTo>
                  <a:lnTo>
                    <a:pt x="754684" y="4789735"/>
                  </a:lnTo>
                  <a:lnTo>
                    <a:pt x="754684" y="4789112"/>
                  </a:lnTo>
                  <a:lnTo>
                    <a:pt x="754792" y="4789112"/>
                  </a:lnTo>
                  <a:lnTo>
                    <a:pt x="754901" y="4789112"/>
                  </a:lnTo>
                  <a:lnTo>
                    <a:pt x="755009" y="4789112"/>
                  </a:lnTo>
                  <a:lnTo>
                    <a:pt x="755009" y="4788488"/>
                  </a:lnTo>
                  <a:lnTo>
                    <a:pt x="755118" y="4788488"/>
                  </a:lnTo>
                  <a:lnTo>
                    <a:pt x="755226" y="4788488"/>
                  </a:lnTo>
                  <a:lnTo>
                    <a:pt x="755335" y="4788488"/>
                  </a:lnTo>
                  <a:lnTo>
                    <a:pt x="755335" y="4787865"/>
                  </a:lnTo>
                  <a:lnTo>
                    <a:pt x="755443" y="4787865"/>
                  </a:lnTo>
                  <a:lnTo>
                    <a:pt x="755551" y="4787865"/>
                  </a:lnTo>
                  <a:lnTo>
                    <a:pt x="755551" y="4787241"/>
                  </a:lnTo>
                  <a:lnTo>
                    <a:pt x="755660" y="4787241"/>
                  </a:lnTo>
                  <a:lnTo>
                    <a:pt x="755768" y="4787241"/>
                  </a:lnTo>
                  <a:lnTo>
                    <a:pt x="755768" y="4786617"/>
                  </a:lnTo>
                  <a:lnTo>
                    <a:pt x="755877" y="4786617"/>
                  </a:lnTo>
                  <a:lnTo>
                    <a:pt x="755877" y="4785994"/>
                  </a:lnTo>
                  <a:lnTo>
                    <a:pt x="755985" y="4785994"/>
                  </a:lnTo>
                  <a:lnTo>
                    <a:pt x="756094" y="4785994"/>
                  </a:lnTo>
                  <a:lnTo>
                    <a:pt x="756094" y="4785370"/>
                  </a:lnTo>
                  <a:lnTo>
                    <a:pt x="756202" y="4785370"/>
                  </a:lnTo>
                  <a:lnTo>
                    <a:pt x="756311" y="4785370"/>
                  </a:lnTo>
                  <a:lnTo>
                    <a:pt x="756419" y="4785370"/>
                  </a:lnTo>
                  <a:lnTo>
                    <a:pt x="756419" y="4784747"/>
                  </a:lnTo>
                  <a:lnTo>
                    <a:pt x="756527" y="4784747"/>
                  </a:lnTo>
                  <a:lnTo>
                    <a:pt x="756636" y="4784747"/>
                  </a:lnTo>
                  <a:lnTo>
                    <a:pt x="756744" y="4784747"/>
                  </a:lnTo>
                  <a:lnTo>
                    <a:pt x="756853" y="4784747"/>
                  </a:lnTo>
                  <a:lnTo>
                    <a:pt x="756961" y="4784747"/>
                  </a:lnTo>
                  <a:lnTo>
                    <a:pt x="757070" y="4784747"/>
                  </a:lnTo>
                  <a:lnTo>
                    <a:pt x="757178" y="4784747"/>
                  </a:lnTo>
                  <a:lnTo>
                    <a:pt x="757287" y="4784747"/>
                  </a:lnTo>
                  <a:lnTo>
                    <a:pt x="757395" y="4784747"/>
                  </a:lnTo>
                  <a:lnTo>
                    <a:pt x="757503" y="4784747"/>
                  </a:lnTo>
                  <a:lnTo>
                    <a:pt x="757612" y="4784747"/>
                  </a:lnTo>
                  <a:lnTo>
                    <a:pt x="757720" y="4784747"/>
                  </a:lnTo>
                  <a:lnTo>
                    <a:pt x="757720" y="4784123"/>
                  </a:lnTo>
                  <a:lnTo>
                    <a:pt x="757829" y="4784123"/>
                  </a:lnTo>
                  <a:lnTo>
                    <a:pt x="757937" y="4784123"/>
                  </a:lnTo>
                  <a:lnTo>
                    <a:pt x="758046" y="4784123"/>
                  </a:lnTo>
                  <a:lnTo>
                    <a:pt x="758154" y="4784123"/>
                  </a:lnTo>
                  <a:lnTo>
                    <a:pt x="758263" y="4784123"/>
                  </a:lnTo>
                  <a:lnTo>
                    <a:pt x="758371" y="4784123"/>
                  </a:lnTo>
                  <a:lnTo>
                    <a:pt x="758480" y="4784123"/>
                  </a:lnTo>
                  <a:lnTo>
                    <a:pt x="758588" y="4784123"/>
                  </a:lnTo>
                  <a:lnTo>
                    <a:pt x="758588" y="4783499"/>
                  </a:lnTo>
                  <a:lnTo>
                    <a:pt x="758696" y="4783499"/>
                  </a:lnTo>
                  <a:lnTo>
                    <a:pt x="758805" y="4783499"/>
                  </a:lnTo>
                  <a:lnTo>
                    <a:pt x="758913" y="4783499"/>
                  </a:lnTo>
                  <a:lnTo>
                    <a:pt x="758913" y="4782876"/>
                  </a:lnTo>
                  <a:lnTo>
                    <a:pt x="759022" y="4782876"/>
                  </a:lnTo>
                  <a:lnTo>
                    <a:pt x="759130" y="4782876"/>
                  </a:lnTo>
                  <a:lnTo>
                    <a:pt x="759239" y="4782876"/>
                  </a:lnTo>
                  <a:lnTo>
                    <a:pt x="759347" y="4782876"/>
                  </a:lnTo>
                  <a:lnTo>
                    <a:pt x="759456" y="4782876"/>
                  </a:lnTo>
                  <a:lnTo>
                    <a:pt x="759456" y="4782252"/>
                  </a:lnTo>
                  <a:lnTo>
                    <a:pt x="759564" y="4782252"/>
                  </a:lnTo>
                  <a:lnTo>
                    <a:pt x="759672" y="4782252"/>
                  </a:lnTo>
                  <a:lnTo>
                    <a:pt x="759781" y="4782252"/>
                  </a:lnTo>
                  <a:lnTo>
                    <a:pt x="759889" y="4782252"/>
                  </a:lnTo>
                  <a:lnTo>
                    <a:pt x="759998" y="4782252"/>
                  </a:lnTo>
                  <a:lnTo>
                    <a:pt x="759998" y="4781629"/>
                  </a:lnTo>
                  <a:lnTo>
                    <a:pt x="759998" y="4781005"/>
                  </a:lnTo>
                  <a:lnTo>
                    <a:pt x="760106" y="4781005"/>
                  </a:lnTo>
                  <a:lnTo>
                    <a:pt x="760106" y="4780382"/>
                  </a:lnTo>
                  <a:lnTo>
                    <a:pt x="760106" y="4779758"/>
                  </a:lnTo>
                  <a:lnTo>
                    <a:pt x="760215" y="4779758"/>
                  </a:lnTo>
                  <a:lnTo>
                    <a:pt x="760215" y="4779134"/>
                  </a:lnTo>
                  <a:lnTo>
                    <a:pt x="760323" y="4779134"/>
                  </a:lnTo>
                  <a:lnTo>
                    <a:pt x="760432" y="4779134"/>
                  </a:lnTo>
                  <a:lnTo>
                    <a:pt x="760432" y="4778511"/>
                  </a:lnTo>
                  <a:lnTo>
                    <a:pt x="760540" y="4778511"/>
                  </a:lnTo>
                  <a:lnTo>
                    <a:pt x="760648" y="4778511"/>
                  </a:lnTo>
                  <a:lnTo>
                    <a:pt x="760648" y="4777887"/>
                  </a:lnTo>
                  <a:lnTo>
                    <a:pt x="760648" y="4777264"/>
                  </a:lnTo>
                  <a:lnTo>
                    <a:pt x="760757" y="4777264"/>
                  </a:lnTo>
                  <a:lnTo>
                    <a:pt x="760865" y="4777264"/>
                  </a:lnTo>
                  <a:lnTo>
                    <a:pt x="760974" y="4777264"/>
                  </a:lnTo>
                  <a:lnTo>
                    <a:pt x="761082" y="4777264"/>
                  </a:lnTo>
                  <a:lnTo>
                    <a:pt x="761191" y="4777264"/>
                  </a:lnTo>
                  <a:lnTo>
                    <a:pt x="761299" y="4777264"/>
                  </a:lnTo>
                  <a:lnTo>
                    <a:pt x="761408" y="4777264"/>
                  </a:lnTo>
                  <a:lnTo>
                    <a:pt x="761516" y="4777264"/>
                  </a:lnTo>
                  <a:lnTo>
                    <a:pt x="761624" y="4777264"/>
                  </a:lnTo>
                  <a:lnTo>
                    <a:pt x="761624" y="4776640"/>
                  </a:lnTo>
                  <a:lnTo>
                    <a:pt x="761624" y="4776016"/>
                  </a:lnTo>
                  <a:lnTo>
                    <a:pt x="761624" y="4775393"/>
                  </a:lnTo>
                  <a:lnTo>
                    <a:pt x="761733" y="4775393"/>
                  </a:lnTo>
                  <a:lnTo>
                    <a:pt x="761841" y="4775393"/>
                  </a:lnTo>
                  <a:lnTo>
                    <a:pt x="761841" y="4774769"/>
                  </a:lnTo>
                  <a:lnTo>
                    <a:pt x="761950" y="4774769"/>
                  </a:lnTo>
                  <a:lnTo>
                    <a:pt x="762058" y="4774769"/>
                  </a:lnTo>
                  <a:lnTo>
                    <a:pt x="762167" y="4774769"/>
                  </a:lnTo>
                  <a:lnTo>
                    <a:pt x="762275" y="4774769"/>
                  </a:lnTo>
                  <a:lnTo>
                    <a:pt x="762384" y="4774769"/>
                  </a:lnTo>
                  <a:lnTo>
                    <a:pt x="762492" y="4774769"/>
                  </a:lnTo>
                  <a:lnTo>
                    <a:pt x="762601" y="4774769"/>
                  </a:lnTo>
                  <a:lnTo>
                    <a:pt x="762601" y="4774146"/>
                  </a:lnTo>
                  <a:lnTo>
                    <a:pt x="762709" y="4774146"/>
                  </a:lnTo>
                  <a:lnTo>
                    <a:pt x="762817" y="4774146"/>
                  </a:lnTo>
                  <a:lnTo>
                    <a:pt x="762926" y="4774146"/>
                  </a:lnTo>
                  <a:lnTo>
                    <a:pt x="763034" y="4774146"/>
                  </a:lnTo>
                  <a:lnTo>
                    <a:pt x="763143" y="4774146"/>
                  </a:lnTo>
                  <a:lnTo>
                    <a:pt x="763251" y="4774146"/>
                  </a:lnTo>
                  <a:lnTo>
                    <a:pt x="763360" y="4774146"/>
                  </a:lnTo>
                  <a:lnTo>
                    <a:pt x="763468" y="4774146"/>
                  </a:lnTo>
                  <a:lnTo>
                    <a:pt x="763468" y="4773522"/>
                  </a:lnTo>
                  <a:lnTo>
                    <a:pt x="763577" y="4773522"/>
                  </a:lnTo>
                  <a:lnTo>
                    <a:pt x="763685" y="4773522"/>
                  </a:lnTo>
                  <a:lnTo>
                    <a:pt x="763793" y="4773522"/>
                  </a:lnTo>
                  <a:lnTo>
                    <a:pt x="763902" y="4773522"/>
                  </a:lnTo>
                  <a:lnTo>
                    <a:pt x="764010" y="4773522"/>
                  </a:lnTo>
                  <a:lnTo>
                    <a:pt x="764119" y="4773522"/>
                  </a:lnTo>
                  <a:lnTo>
                    <a:pt x="764227" y="4773522"/>
                  </a:lnTo>
                  <a:lnTo>
                    <a:pt x="764336" y="4773522"/>
                  </a:lnTo>
                  <a:lnTo>
                    <a:pt x="764336" y="4772899"/>
                  </a:lnTo>
                  <a:lnTo>
                    <a:pt x="764444" y="4772899"/>
                  </a:lnTo>
                  <a:lnTo>
                    <a:pt x="764553" y="4772899"/>
                  </a:lnTo>
                  <a:lnTo>
                    <a:pt x="764661" y="4772899"/>
                  </a:lnTo>
                  <a:lnTo>
                    <a:pt x="764769" y="4772899"/>
                  </a:lnTo>
                  <a:lnTo>
                    <a:pt x="764878" y="4772899"/>
                  </a:lnTo>
                  <a:lnTo>
                    <a:pt x="764986" y="4772899"/>
                  </a:lnTo>
                  <a:lnTo>
                    <a:pt x="765095" y="4772899"/>
                  </a:lnTo>
                  <a:lnTo>
                    <a:pt x="765095" y="4772275"/>
                  </a:lnTo>
                  <a:lnTo>
                    <a:pt x="765203" y="4772275"/>
                  </a:lnTo>
                  <a:lnTo>
                    <a:pt x="765312" y="4772275"/>
                  </a:lnTo>
                  <a:lnTo>
                    <a:pt x="765420" y="4772275"/>
                  </a:lnTo>
                  <a:lnTo>
                    <a:pt x="765420" y="4771651"/>
                  </a:lnTo>
                  <a:lnTo>
                    <a:pt x="765529" y="4771651"/>
                  </a:lnTo>
                  <a:lnTo>
                    <a:pt x="765529" y="4771028"/>
                  </a:lnTo>
                  <a:lnTo>
                    <a:pt x="765637" y="4771028"/>
                  </a:lnTo>
                  <a:lnTo>
                    <a:pt x="765745" y="4771028"/>
                  </a:lnTo>
                  <a:lnTo>
                    <a:pt x="765854" y="4771028"/>
                  </a:lnTo>
                  <a:lnTo>
                    <a:pt x="765962" y="4771028"/>
                  </a:lnTo>
                  <a:lnTo>
                    <a:pt x="766071" y="4771028"/>
                  </a:lnTo>
                  <a:lnTo>
                    <a:pt x="766179" y="4771028"/>
                  </a:lnTo>
                  <a:lnTo>
                    <a:pt x="766179" y="4770404"/>
                  </a:lnTo>
                  <a:lnTo>
                    <a:pt x="766288" y="4770404"/>
                  </a:lnTo>
                  <a:lnTo>
                    <a:pt x="766288" y="4769781"/>
                  </a:lnTo>
                  <a:lnTo>
                    <a:pt x="766396" y="4769781"/>
                  </a:lnTo>
                  <a:lnTo>
                    <a:pt x="766505" y="4769781"/>
                  </a:lnTo>
                  <a:lnTo>
                    <a:pt x="766613" y="4769781"/>
                  </a:lnTo>
                  <a:lnTo>
                    <a:pt x="766722" y="4769781"/>
                  </a:lnTo>
                  <a:lnTo>
                    <a:pt x="766722" y="4769157"/>
                  </a:lnTo>
                  <a:lnTo>
                    <a:pt x="766722" y="4768533"/>
                  </a:lnTo>
                  <a:lnTo>
                    <a:pt x="766830" y="4768533"/>
                  </a:lnTo>
                  <a:lnTo>
                    <a:pt x="766938" y="4768533"/>
                  </a:lnTo>
                  <a:lnTo>
                    <a:pt x="767047" y="4768533"/>
                  </a:lnTo>
                  <a:lnTo>
                    <a:pt x="767155" y="4768533"/>
                  </a:lnTo>
                  <a:lnTo>
                    <a:pt x="767264" y="4768533"/>
                  </a:lnTo>
                  <a:lnTo>
                    <a:pt x="767372" y="4768533"/>
                  </a:lnTo>
                  <a:lnTo>
                    <a:pt x="767481" y="4768533"/>
                  </a:lnTo>
                  <a:lnTo>
                    <a:pt x="767589" y="4768533"/>
                  </a:lnTo>
                  <a:lnTo>
                    <a:pt x="767589" y="4767910"/>
                  </a:lnTo>
                  <a:lnTo>
                    <a:pt x="767698" y="4767910"/>
                  </a:lnTo>
                  <a:lnTo>
                    <a:pt x="767806" y="4767910"/>
                  </a:lnTo>
                  <a:lnTo>
                    <a:pt x="767914" y="4767910"/>
                  </a:lnTo>
                  <a:lnTo>
                    <a:pt x="768023" y="4767910"/>
                  </a:lnTo>
                  <a:lnTo>
                    <a:pt x="768131" y="4767910"/>
                  </a:lnTo>
                  <a:lnTo>
                    <a:pt x="768240" y="4767910"/>
                  </a:lnTo>
                  <a:lnTo>
                    <a:pt x="768348" y="4767910"/>
                  </a:lnTo>
                  <a:lnTo>
                    <a:pt x="768457" y="4767910"/>
                  </a:lnTo>
                  <a:lnTo>
                    <a:pt x="768565" y="4767910"/>
                  </a:lnTo>
                  <a:lnTo>
                    <a:pt x="768674" y="4767910"/>
                  </a:lnTo>
                  <a:lnTo>
                    <a:pt x="768782" y="4767910"/>
                  </a:lnTo>
                  <a:lnTo>
                    <a:pt x="768890" y="4767910"/>
                  </a:lnTo>
                  <a:lnTo>
                    <a:pt x="768999" y="4767910"/>
                  </a:lnTo>
                  <a:lnTo>
                    <a:pt x="769107" y="4767910"/>
                  </a:lnTo>
                  <a:lnTo>
                    <a:pt x="769216" y="4767910"/>
                  </a:lnTo>
                  <a:lnTo>
                    <a:pt x="769324" y="4767910"/>
                  </a:lnTo>
                  <a:lnTo>
                    <a:pt x="769433" y="4767910"/>
                  </a:lnTo>
                  <a:lnTo>
                    <a:pt x="769541" y="4767910"/>
                  </a:lnTo>
                  <a:lnTo>
                    <a:pt x="769541" y="4767286"/>
                  </a:lnTo>
                  <a:lnTo>
                    <a:pt x="769650" y="4767286"/>
                  </a:lnTo>
                  <a:lnTo>
                    <a:pt x="769758" y="4767286"/>
                  </a:lnTo>
                  <a:lnTo>
                    <a:pt x="769866" y="4767286"/>
                  </a:lnTo>
                  <a:lnTo>
                    <a:pt x="769975" y="4767286"/>
                  </a:lnTo>
                  <a:lnTo>
                    <a:pt x="770083" y="4767286"/>
                  </a:lnTo>
                  <a:lnTo>
                    <a:pt x="770083" y="4766663"/>
                  </a:lnTo>
                  <a:lnTo>
                    <a:pt x="770192" y="4766663"/>
                  </a:lnTo>
                  <a:lnTo>
                    <a:pt x="770300" y="4766663"/>
                  </a:lnTo>
                  <a:lnTo>
                    <a:pt x="770409" y="4766663"/>
                  </a:lnTo>
                  <a:lnTo>
                    <a:pt x="770517" y="4766663"/>
                  </a:lnTo>
                  <a:lnTo>
                    <a:pt x="770626" y="4766663"/>
                  </a:lnTo>
                  <a:lnTo>
                    <a:pt x="770734" y="4766663"/>
                  </a:lnTo>
                  <a:lnTo>
                    <a:pt x="770843" y="4766663"/>
                  </a:lnTo>
                  <a:lnTo>
                    <a:pt x="770843" y="4766039"/>
                  </a:lnTo>
                  <a:lnTo>
                    <a:pt x="770951" y="4766039"/>
                  </a:lnTo>
                  <a:lnTo>
                    <a:pt x="771059" y="4766039"/>
                  </a:lnTo>
                  <a:lnTo>
                    <a:pt x="771168" y="4766039"/>
                  </a:lnTo>
                  <a:lnTo>
                    <a:pt x="771276" y="4766039"/>
                  </a:lnTo>
                  <a:lnTo>
                    <a:pt x="771385" y="4766039"/>
                  </a:lnTo>
                  <a:lnTo>
                    <a:pt x="771493" y="4766039"/>
                  </a:lnTo>
                  <a:lnTo>
                    <a:pt x="771602" y="4766039"/>
                  </a:lnTo>
                  <a:lnTo>
                    <a:pt x="771710" y="4766039"/>
                  </a:lnTo>
                  <a:lnTo>
                    <a:pt x="771819" y="4766039"/>
                  </a:lnTo>
                  <a:lnTo>
                    <a:pt x="771819" y="4765416"/>
                  </a:lnTo>
                  <a:lnTo>
                    <a:pt x="771927" y="4765416"/>
                  </a:lnTo>
                  <a:lnTo>
                    <a:pt x="772035" y="4765416"/>
                  </a:lnTo>
                  <a:lnTo>
                    <a:pt x="772035" y="4764792"/>
                  </a:lnTo>
                  <a:lnTo>
                    <a:pt x="772144" y="4764792"/>
                  </a:lnTo>
                  <a:lnTo>
                    <a:pt x="772252" y="4764792"/>
                  </a:lnTo>
                  <a:lnTo>
                    <a:pt x="772361" y="4764792"/>
                  </a:lnTo>
                  <a:lnTo>
                    <a:pt x="772469" y="4764792"/>
                  </a:lnTo>
                  <a:lnTo>
                    <a:pt x="772578" y="4764792"/>
                  </a:lnTo>
                  <a:lnTo>
                    <a:pt x="772686" y="4764792"/>
                  </a:lnTo>
                  <a:lnTo>
                    <a:pt x="772686" y="4764168"/>
                  </a:lnTo>
                  <a:lnTo>
                    <a:pt x="772795" y="4764168"/>
                  </a:lnTo>
                  <a:lnTo>
                    <a:pt x="772903" y="4764168"/>
                  </a:lnTo>
                  <a:lnTo>
                    <a:pt x="773011" y="4764168"/>
                  </a:lnTo>
                  <a:lnTo>
                    <a:pt x="773120" y="4764168"/>
                  </a:lnTo>
                  <a:lnTo>
                    <a:pt x="773228" y="4764168"/>
                  </a:lnTo>
                  <a:lnTo>
                    <a:pt x="773337" y="4764168"/>
                  </a:lnTo>
                  <a:lnTo>
                    <a:pt x="773337" y="4763545"/>
                  </a:lnTo>
                  <a:lnTo>
                    <a:pt x="773445" y="4763545"/>
                  </a:lnTo>
                  <a:lnTo>
                    <a:pt x="773445" y="4762921"/>
                  </a:lnTo>
                  <a:lnTo>
                    <a:pt x="773554" y="4762921"/>
                  </a:lnTo>
                  <a:lnTo>
                    <a:pt x="773554" y="4762298"/>
                  </a:lnTo>
                  <a:lnTo>
                    <a:pt x="773662" y="4762298"/>
                  </a:lnTo>
                  <a:lnTo>
                    <a:pt x="773771" y="4762298"/>
                  </a:lnTo>
                  <a:lnTo>
                    <a:pt x="773879" y="4762298"/>
                  </a:lnTo>
                  <a:lnTo>
                    <a:pt x="773987" y="4762298"/>
                  </a:lnTo>
                  <a:lnTo>
                    <a:pt x="774096" y="4762298"/>
                  </a:lnTo>
                  <a:lnTo>
                    <a:pt x="774204" y="4762298"/>
                  </a:lnTo>
                  <a:lnTo>
                    <a:pt x="774313" y="4762298"/>
                  </a:lnTo>
                  <a:lnTo>
                    <a:pt x="774421" y="4762298"/>
                  </a:lnTo>
                  <a:lnTo>
                    <a:pt x="774530" y="4762298"/>
                  </a:lnTo>
                  <a:lnTo>
                    <a:pt x="774530" y="4761674"/>
                  </a:lnTo>
                  <a:lnTo>
                    <a:pt x="774638" y="4761674"/>
                  </a:lnTo>
                  <a:lnTo>
                    <a:pt x="774747" y="4761674"/>
                  </a:lnTo>
                  <a:lnTo>
                    <a:pt x="774855" y="4761674"/>
                  </a:lnTo>
                  <a:lnTo>
                    <a:pt x="774964" y="4761674"/>
                  </a:lnTo>
                  <a:lnTo>
                    <a:pt x="774964" y="4761051"/>
                  </a:lnTo>
                  <a:lnTo>
                    <a:pt x="774964" y="4760427"/>
                  </a:lnTo>
                  <a:lnTo>
                    <a:pt x="775072" y="4760427"/>
                  </a:lnTo>
                  <a:lnTo>
                    <a:pt x="775180" y="4760427"/>
                  </a:lnTo>
                  <a:lnTo>
                    <a:pt x="775289" y="4760427"/>
                  </a:lnTo>
                  <a:lnTo>
                    <a:pt x="775397" y="4760427"/>
                  </a:lnTo>
                  <a:lnTo>
                    <a:pt x="775506" y="4760427"/>
                  </a:lnTo>
                  <a:lnTo>
                    <a:pt x="775614" y="4760427"/>
                  </a:lnTo>
                  <a:lnTo>
                    <a:pt x="775723" y="4760427"/>
                  </a:lnTo>
                  <a:lnTo>
                    <a:pt x="775723" y="4759803"/>
                  </a:lnTo>
                  <a:lnTo>
                    <a:pt x="775831" y="4759803"/>
                  </a:lnTo>
                  <a:lnTo>
                    <a:pt x="775940" y="4759803"/>
                  </a:lnTo>
                  <a:lnTo>
                    <a:pt x="776048" y="4759803"/>
                  </a:lnTo>
                  <a:lnTo>
                    <a:pt x="776156" y="4759803"/>
                  </a:lnTo>
                  <a:lnTo>
                    <a:pt x="776265" y="4759803"/>
                  </a:lnTo>
                  <a:lnTo>
                    <a:pt x="776373" y="4759803"/>
                  </a:lnTo>
                  <a:lnTo>
                    <a:pt x="776373" y="4759180"/>
                  </a:lnTo>
                  <a:lnTo>
                    <a:pt x="776482" y="4759180"/>
                  </a:lnTo>
                  <a:lnTo>
                    <a:pt x="776590" y="4759180"/>
                  </a:lnTo>
                  <a:lnTo>
                    <a:pt x="776699" y="4759180"/>
                  </a:lnTo>
                  <a:lnTo>
                    <a:pt x="776807" y="4759180"/>
                  </a:lnTo>
                  <a:lnTo>
                    <a:pt x="776916" y="4759180"/>
                  </a:lnTo>
                  <a:lnTo>
                    <a:pt x="776916" y="4758556"/>
                  </a:lnTo>
                  <a:lnTo>
                    <a:pt x="777024" y="4758556"/>
                  </a:lnTo>
                  <a:lnTo>
                    <a:pt x="777024" y="4757933"/>
                  </a:lnTo>
                  <a:lnTo>
                    <a:pt x="777132" y="4757933"/>
                  </a:lnTo>
                  <a:lnTo>
                    <a:pt x="777241" y="4757933"/>
                  </a:lnTo>
                  <a:lnTo>
                    <a:pt x="777349" y="4757933"/>
                  </a:lnTo>
                  <a:lnTo>
                    <a:pt x="777458" y="4757933"/>
                  </a:lnTo>
                  <a:lnTo>
                    <a:pt x="777566" y="4757933"/>
                  </a:lnTo>
                  <a:lnTo>
                    <a:pt x="777566" y="4757309"/>
                  </a:lnTo>
                  <a:lnTo>
                    <a:pt x="777675" y="4757309"/>
                  </a:lnTo>
                  <a:lnTo>
                    <a:pt x="777675" y="4756685"/>
                  </a:lnTo>
                  <a:lnTo>
                    <a:pt x="777783" y="4756685"/>
                  </a:lnTo>
                  <a:lnTo>
                    <a:pt x="777892" y="4756685"/>
                  </a:lnTo>
                  <a:lnTo>
                    <a:pt x="777892" y="4756062"/>
                  </a:lnTo>
                  <a:lnTo>
                    <a:pt x="778000" y="4756062"/>
                  </a:lnTo>
                  <a:lnTo>
                    <a:pt x="778108" y="4756062"/>
                  </a:lnTo>
                  <a:lnTo>
                    <a:pt x="778217" y="4756062"/>
                  </a:lnTo>
                  <a:lnTo>
                    <a:pt x="778325" y="4756062"/>
                  </a:lnTo>
                  <a:lnTo>
                    <a:pt x="778434" y="4756062"/>
                  </a:lnTo>
                  <a:lnTo>
                    <a:pt x="778542" y="4756062"/>
                  </a:lnTo>
                  <a:lnTo>
                    <a:pt x="778651" y="4756062"/>
                  </a:lnTo>
                  <a:lnTo>
                    <a:pt x="778759" y="4756062"/>
                  </a:lnTo>
                  <a:lnTo>
                    <a:pt x="778868" y="4756062"/>
                  </a:lnTo>
                  <a:lnTo>
                    <a:pt x="778868" y="4755438"/>
                  </a:lnTo>
                  <a:lnTo>
                    <a:pt x="778976" y="4755438"/>
                  </a:lnTo>
                  <a:lnTo>
                    <a:pt x="779085" y="4755438"/>
                  </a:lnTo>
                  <a:lnTo>
                    <a:pt x="779193" y="4755438"/>
                  </a:lnTo>
                  <a:lnTo>
                    <a:pt x="779193" y="4754815"/>
                  </a:lnTo>
                  <a:lnTo>
                    <a:pt x="779193" y="4754191"/>
                  </a:lnTo>
                  <a:lnTo>
                    <a:pt x="779193" y="4753568"/>
                  </a:lnTo>
                  <a:lnTo>
                    <a:pt x="779301" y="4753568"/>
                  </a:lnTo>
                  <a:lnTo>
                    <a:pt x="779410" y="4753568"/>
                  </a:lnTo>
                  <a:lnTo>
                    <a:pt x="779518" y="4753568"/>
                  </a:lnTo>
                  <a:lnTo>
                    <a:pt x="779627" y="4753568"/>
                  </a:lnTo>
                  <a:lnTo>
                    <a:pt x="779735" y="4753568"/>
                  </a:lnTo>
                  <a:lnTo>
                    <a:pt x="779844" y="4753568"/>
                  </a:lnTo>
                  <a:lnTo>
                    <a:pt x="779952" y="4753568"/>
                  </a:lnTo>
                  <a:lnTo>
                    <a:pt x="780061" y="4753568"/>
                  </a:lnTo>
                  <a:lnTo>
                    <a:pt x="780169" y="4753568"/>
                  </a:lnTo>
                  <a:lnTo>
                    <a:pt x="780169" y="4752944"/>
                  </a:lnTo>
                  <a:lnTo>
                    <a:pt x="780277" y="4752944"/>
                  </a:lnTo>
                  <a:lnTo>
                    <a:pt x="780277" y="4752320"/>
                  </a:lnTo>
                  <a:lnTo>
                    <a:pt x="780386" y="4752320"/>
                  </a:lnTo>
                  <a:lnTo>
                    <a:pt x="780386" y="4751697"/>
                  </a:lnTo>
                  <a:lnTo>
                    <a:pt x="780386" y="4751073"/>
                  </a:lnTo>
                  <a:lnTo>
                    <a:pt x="780494" y="4751073"/>
                  </a:lnTo>
                  <a:lnTo>
                    <a:pt x="780494" y="4750450"/>
                  </a:lnTo>
                  <a:lnTo>
                    <a:pt x="780603" y="4750450"/>
                  </a:lnTo>
                  <a:lnTo>
                    <a:pt x="780711" y="4750450"/>
                  </a:lnTo>
                  <a:lnTo>
                    <a:pt x="780820" y="4750450"/>
                  </a:lnTo>
                  <a:lnTo>
                    <a:pt x="780820" y="4749826"/>
                  </a:lnTo>
                  <a:lnTo>
                    <a:pt x="780820" y="4749202"/>
                  </a:lnTo>
                  <a:lnTo>
                    <a:pt x="780928" y="4749202"/>
                  </a:lnTo>
                  <a:lnTo>
                    <a:pt x="781037" y="4749202"/>
                  </a:lnTo>
                  <a:lnTo>
                    <a:pt x="781037" y="4748579"/>
                  </a:lnTo>
                  <a:lnTo>
                    <a:pt x="781145" y="4748579"/>
                  </a:lnTo>
                  <a:lnTo>
                    <a:pt x="781253" y="4748579"/>
                  </a:lnTo>
                  <a:lnTo>
                    <a:pt x="781362" y="4748579"/>
                  </a:lnTo>
                  <a:lnTo>
                    <a:pt x="781362" y="4747955"/>
                  </a:lnTo>
                  <a:lnTo>
                    <a:pt x="781362" y="4747332"/>
                  </a:lnTo>
                  <a:lnTo>
                    <a:pt x="781470" y="4747332"/>
                  </a:lnTo>
                  <a:lnTo>
                    <a:pt x="781579" y="4747332"/>
                  </a:lnTo>
                  <a:lnTo>
                    <a:pt x="781687" y="4747332"/>
                  </a:lnTo>
                  <a:lnTo>
                    <a:pt x="781796" y="4747332"/>
                  </a:lnTo>
                  <a:lnTo>
                    <a:pt x="781796" y="4746708"/>
                  </a:lnTo>
                  <a:lnTo>
                    <a:pt x="781904" y="4746708"/>
                  </a:lnTo>
                  <a:lnTo>
                    <a:pt x="782013" y="4746708"/>
                  </a:lnTo>
                  <a:lnTo>
                    <a:pt x="782121" y="4746708"/>
                  </a:lnTo>
                  <a:lnTo>
                    <a:pt x="782121" y="4746085"/>
                  </a:lnTo>
                  <a:lnTo>
                    <a:pt x="782229" y="4746085"/>
                  </a:lnTo>
                  <a:lnTo>
                    <a:pt x="782338" y="4746085"/>
                  </a:lnTo>
                  <a:lnTo>
                    <a:pt x="782446" y="4746085"/>
                  </a:lnTo>
                  <a:lnTo>
                    <a:pt x="782446" y="4745461"/>
                  </a:lnTo>
                  <a:lnTo>
                    <a:pt x="782555" y="4745461"/>
                  </a:lnTo>
                  <a:lnTo>
                    <a:pt x="782555" y="4744837"/>
                  </a:lnTo>
                  <a:lnTo>
                    <a:pt x="782663" y="4744837"/>
                  </a:lnTo>
                  <a:lnTo>
                    <a:pt x="782772" y="4744837"/>
                  </a:lnTo>
                  <a:lnTo>
                    <a:pt x="782772" y="4744214"/>
                  </a:lnTo>
                  <a:lnTo>
                    <a:pt x="782772" y="4743590"/>
                  </a:lnTo>
                  <a:lnTo>
                    <a:pt x="782880" y="4743590"/>
                  </a:lnTo>
                  <a:lnTo>
                    <a:pt x="782989" y="4743590"/>
                  </a:lnTo>
                  <a:lnTo>
                    <a:pt x="783097" y="4743590"/>
                  </a:lnTo>
                  <a:lnTo>
                    <a:pt x="783205" y="4743590"/>
                  </a:lnTo>
                  <a:lnTo>
                    <a:pt x="783314" y="4743590"/>
                  </a:lnTo>
                  <a:lnTo>
                    <a:pt x="783422" y="4743590"/>
                  </a:lnTo>
                  <a:lnTo>
                    <a:pt x="783531" y="4743590"/>
                  </a:lnTo>
                  <a:lnTo>
                    <a:pt x="783639" y="4743590"/>
                  </a:lnTo>
                  <a:lnTo>
                    <a:pt x="783748" y="4743590"/>
                  </a:lnTo>
                  <a:lnTo>
                    <a:pt x="783748" y="4742967"/>
                  </a:lnTo>
                  <a:lnTo>
                    <a:pt x="783748" y="4742343"/>
                  </a:lnTo>
                  <a:lnTo>
                    <a:pt x="783856" y="4742343"/>
                  </a:lnTo>
                  <a:lnTo>
                    <a:pt x="783965" y="4742343"/>
                  </a:lnTo>
                  <a:lnTo>
                    <a:pt x="784073" y="4742343"/>
                  </a:lnTo>
                  <a:lnTo>
                    <a:pt x="784073" y="4741719"/>
                  </a:lnTo>
                  <a:lnTo>
                    <a:pt x="784182" y="4741719"/>
                  </a:lnTo>
                  <a:lnTo>
                    <a:pt x="784290" y="4741719"/>
                  </a:lnTo>
                  <a:lnTo>
                    <a:pt x="784398" y="4741719"/>
                  </a:lnTo>
                  <a:lnTo>
                    <a:pt x="784398" y="4741096"/>
                  </a:lnTo>
                  <a:lnTo>
                    <a:pt x="784507" y="4741096"/>
                  </a:lnTo>
                  <a:lnTo>
                    <a:pt x="784615" y="4741096"/>
                  </a:lnTo>
                  <a:lnTo>
                    <a:pt x="784724" y="4741096"/>
                  </a:lnTo>
                  <a:lnTo>
                    <a:pt x="784832" y="4741096"/>
                  </a:lnTo>
                  <a:lnTo>
                    <a:pt x="784832" y="4740472"/>
                  </a:lnTo>
                  <a:lnTo>
                    <a:pt x="784832" y="4739849"/>
                  </a:lnTo>
                  <a:lnTo>
                    <a:pt x="784941" y="4739849"/>
                  </a:lnTo>
                  <a:lnTo>
                    <a:pt x="785049" y="4739849"/>
                  </a:lnTo>
                  <a:lnTo>
                    <a:pt x="785158" y="4739849"/>
                  </a:lnTo>
                  <a:lnTo>
                    <a:pt x="785266" y="4739849"/>
                  </a:lnTo>
                  <a:lnTo>
                    <a:pt x="785374" y="4739849"/>
                  </a:lnTo>
                  <a:lnTo>
                    <a:pt x="785483" y="4739849"/>
                  </a:lnTo>
                  <a:lnTo>
                    <a:pt x="785591" y="4739849"/>
                  </a:lnTo>
                  <a:lnTo>
                    <a:pt x="785700" y="4739849"/>
                  </a:lnTo>
                  <a:lnTo>
                    <a:pt x="785808" y="4739849"/>
                  </a:lnTo>
                  <a:lnTo>
                    <a:pt x="785808" y="4739225"/>
                  </a:lnTo>
                  <a:lnTo>
                    <a:pt x="785917" y="4739225"/>
                  </a:lnTo>
                  <a:lnTo>
                    <a:pt x="786025" y="4739225"/>
                  </a:lnTo>
                  <a:lnTo>
                    <a:pt x="786134" y="4739225"/>
                  </a:lnTo>
                  <a:lnTo>
                    <a:pt x="786242" y="4739225"/>
                  </a:lnTo>
                  <a:lnTo>
                    <a:pt x="786350" y="4739225"/>
                  </a:lnTo>
                  <a:lnTo>
                    <a:pt x="786459" y="4739225"/>
                  </a:lnTo>
                  <a:lnTo>
                    <a:pt x="786567" y="4739225"/>
                  </a:lnTo>
                  <a:lnTo>
                    <a:pt x="786676" y="4739225"/>
                  </a:lnTo>
                  <a:lnTo>
                    <a:pt x="786784" y="4739225"/>
                  </a:lnTo>
                  <a:lnTo>
                    <a:pt x="786893" y="4739225"/>
                  </a:lnTo>
                  <a:lnTo>
                    <a:pt x="787001" y="4739225"/>
                  </a:lnTo>
                  <a:lnTo>
                    <a:pt x="787001" y="4738602"/>
                  </a:lnTo>
                  <a:lnTo>
                    <a:pt x="787110" y="4738602"/>
                  </a:lnTo>
                  <a:lnTo>
                    <a:pt x="787110" y="4737978"/>
                  </a:lnTo>
                  <a:lnTo>
                    <a:pt x="787218" y="4737978"/>
                  </a:lnTo>
                  <a:lnTo>
                    <a:pt x="787326" y="4737978"/>
                  </a:lnTo>
                  <a:lnTo>
                    <a:pt x="787435" y="4737978"/>
                  </a:lnTo>
                  <a:lnTo>
                    <a:pt x="787543" y="4737978"/>
                  </a:lnTo>
                  <a:lnTo>
                    <a:pt x="787652" y="4737978"/>
                  </a:lnTo>
                  <a:lnTo>
                    <a:pt x="787760" y="4737978"/>
                  </a:lnTo>
                  <a:lnTo>
                    <a:pt x="787760" y="4737354"/>
                  </a:lnTo>
                  <a:lnTo>
                    <a:pt x="787869" y="4737354"/>
                  </a:lnTo>
                  <a:lnTo>
                    <a:pt x="787977" y="4737354"/>
                  </a:lnTo>
                  <a:lnTo>
                    <a:pt x="788086" y="4737354"/>
                  </a:lnTo>
                  <a:lnTo>
                    <a:pt x="788086" y="4736731"/>
                  </a:lnTo>
                  <a:lnTo>
                    <a:pt x="788086" y="4736107"/>
                  </a:lnTo>
                  <a:lnTo>
                    <a:pt x="788194" y="4736107"/>
                  </a:lnTo>
                  <a:lnTo>
                    <a:pt x="788194" y="4735484"/>
                  </a:lnTo>
                  <a:lnTo>
                    <a:pt x="788303" y="4735484"/>
                  </a:lnTo>
                  <a:lnTo>
                    <a:pt x="788303" y="4734860"/>
                  </a:lnTo>
                  <a:lnTo>
                    <a:pt x="788411" y="4734860"/>
                  </a:lnTo>
                  <a:lnTo>
                    <a:pt x="788519" y="4734860"/>
                  </a:lnTo>
                  <a:lnTo>
                    <a:pt x="788628" y="4734860"/>
                  </a:lnTo>
                  <a:lnTo>
                    <a:pt x="788736" y="4734860"/>
                  </a:lnTo>
                  <a:lnTo>
                    <a:pt x="788845" y="4734860"/>
                  </a:lnTo>
                  <a:lnTo>
                    <a:pt x="788953" y="4734860"/>
                  </a:lnTo>
                  <a:lnTo>
                    <a:pt x="789062" y="4734860"/>
                  </a:lnTo>
                  <a:lnTo>
                    <a:pt x="789170" y="4734860"/>
                  </a:lnTo>
                  <a:lnTo>
                    <a:pt x="789170" y="4734236"/>
                  </a:lnTo>
                  <a:lnTo>
                    <a:pt x="789279" y="4734236"/>
                  </a:lnTo>
                  <a:lnTo>
                    <a:pt x="789387" y="4734236"/>
                  </a:lnTo>
                  <a:lnTo>
                    <a:pt x="789495" y="4734236"/>
                  </a:lnTo>
                  <a:lnTo>
                    <a:pt x="789495" y="4733613"/>
                  </a:lnTo>
                  <a:lnTo>
                    <a:pt x="789604" y="4733613"/>
                  </a:lnTo>
                  <a:lnTo>
                    <a:pt x="789712" y="4733613"/>
                  </a:lnTo>
                  <a:lnTo>
                    <a:pt x="789821" y="4733613"/>
                  </a:lnTo>
                  <a:lnTo>
                    <a:pt x="789929" y="4733613"/>
                  </a:lnTo>
                  <a:lnTo>
                    <a:pt x="790038" y="4733613"/>
                  </a:lnTo>
                  <a:lnTo>
                    <a:pt x="790146" y="4733613"/>
                  </a:lnTo>
                  <a:lnTo>
                    <a:pt x="790146" y="4732989"/>
                  </a:lnTo>
                  <a:lnTo>
                    <a:pt x="790255" y="4732989"/>
                  </a:lnTo>
                  <a:lnTo>
                    <a:pt x="790255" y="4732366"/>
                  </a:lnTo>
                  <a:lnTo>
                    <a:pt x="790363" y="4732366"/>
                  </a:lnTo>
                  <a:lnTo>
                    <a:pt x="790471" y="4732366"/>
                  </a:lnTo>
                  <a:lnTo>
                    <a:pt x="790471" y="4731742"/>
                  </a:lnTo>
                  <a:lnTo>
                    <a:pt x="790580" y="4731742"/>
                  </a:lnTo>
                  <a:lnTo>
                    <a:pt x="790688" y="4731742"/>
                  </a:lnTo>
                  <a:lnTo>
                    <a:pt x="790797" y="4731742"/>
                  </a:lnTo>
                  <a:lnTo>
                    <a:pt x="790905" y="4731742"/>
                  </a:lnTo>
                  <a:lnTo>
                    <a:pt x="791014" y="4731742"/>
                  </a:lnTo>
                  <a:lnTo>
                    <a:pt x="791122" y="4731742"/>
                  </a:lnTo>
                  <a:lnTo>
                    <a:pt x="791231" y="4731742"/>
                  </a:lnTo>
                  <a:lnTo>
                    <a:pt x="791231" y="4731119"/>
                  </a:lnTo>
                  <a:lnTo>
                    <a:pt x="791339" y="4731119"/>
                  </a:lnTo>
                  <a:lnTo>
                    <a:pt x="791447" y="4731119"/>
                  </a:lnTo>
                  <a:lnTo>
                    <a:pt x="791556" y="4731119"/>
                  </a:lnTo>
                  <a:lnTo>
                    <a:pt x="791664" y="4731119"/>
                  </a:lnTo>
                  <a:lnTo>
                    <a:pt x="791664" y="4730495"/>
                  </a:lnTo>
                  <a:lnTo>
                    <a:pt x="791773" y="4730495"/>
                  </a:lnTo>
                  <a:lnTo>
                    <a:pt x="791773" y="4729871"/>
                  </a:lnTo>
                  <a:lnTo>
                    <a:pt x="791881" y="4729871"/>
                  </a:lnTo>
                  <a:lnTo>
                    <a:pt x="791990" y="4729871"/>
                  </a:lnTo>
                  <a:lnTo>
                    <a:pt x="792098" y="4729871"/>
                  </a:lnTo>
                  <a:lnTo>
                    <a:pt x="792098" y="4729248"/>
                  </a:lnTo>
                  <a:lnTo>
                    <a:pt x="792207" y="4729248"/>
                  </a:lnTo>
                  <a:lnTo>
                    <a:pt x="792207" y="4728624"/>
                  </a:lnTo>
                  <a:lnTo>
                    <a:pt x="792315" y="4728624"/>
                  </a:lnTo>
                  <a:lnTo>
                    <a:pt x="792424" y="4728624"/>
                  </a:lnTo>
                  <a:lnTo>
                    <a:pt x="792532" y="4728624"/>
                  </a:lnTo>
                  <a:lnTo>
                    <a:pt x="792532" y="4728001"/>
                  </a:lnTo>
                  <a:lnTo>
                    <a:pt x="792640" y="4728001"/>
                  </a:lnTo>
                  <a:lnTo>
                    <a:pt x="792749" y="4728001"/>
                  </a:lnTo>
                  <a:lnTo>
                    <a:pt x="792857" y="4728001"/>
                  </a:lnTo>
                  <a:lnTo>
                    <a:pt x="792857" y="4727377"/>
                  </a:lnTo>
                  <a:lnTo>
                    <a:pt x="792966" y="4727377"/>
                  </a:lnTo>
                  <a:lnTo>
                    <a:pt x="793074" y="4727377"/>
                  </a:lnTo>
                  <a:lnTo>
                    <a:pt x="793183" y="4727377"/>
                  </a:lnTo>
                  <a:lnTo>
                    <a:pt x="793291" y="4727377"/>
                  </a:lnTo>
                  <a:lnTo>
                    <a:pt x="793400" y="4727377"/>
                  </a:lnTo>
                  <a:lnTo>
                    <a:pt x="793508" y="4727377"/>
                  </a:lnTo>
                  <a:lnTo>
                    <a:pt x="793616" y="4727377"/>
                  </a:lnTo>
                  <a:lnTo>
                    <a:pt x="793725" y="4727377"/>
                  </a:lnTo>
                  <a:lnTo>
                    <a:pt x="793833" y="4727377"/>
                  </a:lnTo>
                  <a:lnTo>
                    <a:pt x="793942" y="4727377"/>
                  </a:lnTo>
                  <a:lnTo>
                    <a:pt x="794050" y="4727377"/>
                  </a:lnTo>
                  <a:lnTo>
                    <a:pt x="794159" y="4727377"/>
                  </a:lnTo>
                  <a:lnTo>
                    <a:pt x="794267" y="4727377"/>
                  </a:lnTo>
                  <a:lnTo>
                    <a:pt x="794376" y="4727377"/>
                  </a:lnTo>
                  <a:lnTo>
                    <a:pt x="794484" y="4727377"/>
                  </a:lnTo>
                  <a:lnTo>
                    <a:pt x="794592" y="4727377"/>
                  </a:lnTo>
                  <a:lnTo>
                    <a:pt x="794701" y="4727377"/>
                  </a:lnTo>
                  <a:lnTo>
                    <a:pt x="794809" y="4727377"/>
                  </a:lnTo>
                  <a:lnTo>
                    <a:pt x="794918" y="4727377"/>
                  </a:lnTo>
                  <a:lnTo>
                    <a:pt x="794918" y="4726753"/>
                  </a:lnTo>
                  <a:lnTo>
                    <a:pt x="795026" y="4726753"/>
                  </a:lnTo>
                  <a:lnTo>
                    <a:pt x="795026" y="4726130"/>
                  </a:lnTo>
                  <a:lnTo>
                    <a:pt x="795135" y="4726130"/>
                  </a:lnTo>
                  <a:lnTo>
                    <a:pt x="795243" y="4726130"/>
                  </a:lnTo>
                  <a:lnTo>
                    <a:pt x="795352" y="4726130"/>
                  </a:lnTo>
                  <a:lnTo>
                    <a:pt x="795352" y="4725506"/>
                  </a:lnTo>
                  <a:lnTo>
                    <a:pt x="795460" y="4725506"/>
                  </a:lnTo>
                  <a:lnTo>
                    <a:pt x="795568" y="4725506"/>
                  </a:lnTo>
                  <a:lnTo>
                    <a:pt x="795677" y="4725506"/>
                  </a:lnTo>
                  <a:lnTo>
                    <a:pt x="795785" y="4725506"/>
                  </a:lnTo>
                  <a:lnTo>
                    <a:pt x="795894" y="4725506"/>
                  </a:lnTo>
                  <a:lnTo>
                    <a:pt x="795894" y="4724883"/>
                  </a:lnTo>
                  <a:lnTo>
                    <a:pt x="796002" y="4724883"/>
                  </a:lnTo>
                  <a:lnTo>
                    <a:pt x="796111" y="4724883"/>
                  </a:lnTo>
                  <a:lnTo>
                    <a:pt x="796219" y="4724883"/>
                  </a:lnTo>
                  <a:lnTo>
                    <a:pt x="796328" y="4724883"/>
                  </a:lnTo>
                  <a:lnTo>
                    <a:pt x="796436" y="4724883"/>
                  </a:lnTo>
                  <a:lnTo>
                    <a:pt x="796545" y="4724883"/>
                  </a:lnTo>
                  <a:lnTo>
                    <a:pt x="796545" y="4724259"/>
                  </a:lnTo>
                  <a:lnTo>
                    <a:pt x="796545" y="4723636"/>
                  </a:lnTo>
                  <a:lnTo>
                    <a:pt x="796653" y="4723636"/>
                  </a:lnTo>
                  <a:lnTo>
                    <a:pt x="796653" y="4723012"/>
                  </a:lnTo>
                  <a:lnTo>
                    <a:pt x="796761" y="4723012"/>
                  </a:lnTo>
                  <a:lnTo>
                    <a:pt x="796870" y="4723012"/>
                  </a:lnTo>
                  <a:lnTo>
                    <a:pt x="796978" y="4723012"/>
                  </a:lnTo>
                  <a:lnTo>
                    <a:pt x="797087" y="4723012"/>
                  </a:lnTo>
                  <a:lnTo>
                    <a:pt x="797195" y="4723012"/>
                  </a:lnTo>
                  <a:lnTo>
                    <a:pt x="797304" y="4723012"/>
                  </a:lnTo>
                  <a:lnTo>
                    <a:pt x="797412" y="4723012"/>
                  </a:lnTo>
                  <a:lnTo>
                    <a:pt x="797521" y="4723012"/>
                  </a:lnTo>
                  <a:lnTo>
                    <a:pt x="797629" y="4723012"/>
                  </a:lnTo>
                  <a:lnTo>
                    <a:pt x="797737" y="4723012"/>
                  </a:lnTo>
                  <a:lnTo>
                    <a:pt x="797846" y="4723012"/>
                  </a:lnTo>
                  <a:lnTo>
                    <a:pt x="797954" y="4723012"/>
                  </a:lnTo>
                  <a:lnTo>
                    <a:pt x="797954" y="4722388"/>
                  </a:lnTo>
                  <a:lnTo>
                    <a:pt x="797954" y="4721765"/>
                  </a:lnTo>
                  <a:lnTo>
                    <a:pt x="798063" y="4721765"/>
                  </a:lnTo>
                  <a:lnTo>
                    <a:pt x="798171" y="4721765"/>
                  </a:lnTo>
                  <a:lnTo>
                    <a:pt x="798171" y="4721141"/>
                  </a:lnTo>
                  <a:lnTo>
                    <a:pt x="798280" y="4721141"/>
                  </a:lnTo>
                  <a:lnTo>
                    <a:pt x="798280" y="4720518"/>
                  </a:lnTo>
                  <a:lnTo>
                    <a:pt x="798388" y="4720518"/>
                  </a:lnTo>
                  <a:lnTo>
                    <a:pt x="798388" y="4719894"/>
                  </a:lnTo>
                  <a:lnTo>
                    <a:pt x="798388" y="4719270"/>
                  </a:lnTo>
                  <a:lnTo>
                    <a:pt x="798388" y="4718647"/>
                  </a:lnTo>
                  <a:lnTo>
                    <a:pt x="798497" y="4718647"/>
                  </a:lnTo>
                  <a:lnTo>
                    <a:pt x="798497" y="4718023"/>
                  </a:lnTo>
                  <a:lnTo>
                    <a:pt x="798497" y="4717400"/>
                  </a:lnTo>
                  <a:lnTo>
                    <a:pt x="798497" y="4716776"/>
                  </a:lnTo>
                  <a:lnTo>
                    <a:pt x="798605" y="4716776"/>
                  </a:lnTo>
                  <a:lnTo>
                    <a:pt x="798605" y="4716153"/>
                  </a:lnTo>
                  <a:lnTo>
                    <a:pt x="798605" y="4715529"/>
                  </a:lnTo>
                  <a:lnTo>
                    <a:pt x="798713" y="4715529"/>
                  </a:lnTo>
                  <a:lnTo>
                    <a:pt x="798822" y="4715529"/>
                  </a:lnTo>
                  <a:lnTo>
                    <a:pt x="798930" y="4715529"/>
                  </a:lnTo>
                  <a:lnTo>
                    <a:pt x="799039" y="4715529"/>
                  </a:lnTo>
                  <a:lnTo>
                    <a:pt x="799039" y="4714905"/>
                  </a:lnTo>
                  <a:lnTo>
                    <a:pt x="799147" y="4714905"/>
                  </a:lnTo>
                  <a:lnTo>
                    <a:pt x="799256" y="4714905"/>
                  </a:lnTo>
                  <a:lnTo>
                    <a:pt x="799256" y="4714282"/>
                  </a:lnTo>
                  <a:lnTo>
                    <a:pt x="799364" y="4714282"/>
                  </a:lnTo>
                  <a:lnTo>
                    <a:pt x="799364" y="4713658"/>
                  </a:lnTo>
                  <a:lnTo>
                    <a:pt x="799364" y="4713035"/>
                  </a:lnTo>
                  <a:lnTo>
                    <a:pt x="799473" y="4713035"/>
                  </a:lnTo>
                  <a:lnTo>
                    <a:pt x="799473" y="4712411"/>
                  </a:lnTo>
                  <a:lnTo>
                    <a:pt x="799581" y="4712411"/>
                  </a:lnTo>
                  <a:lnTo>
                    <a:pt x="799581" y="4711788"/>
                  </a:lnTo>
                  <a:lnTo>
                    <a:pt x="799689" y="4711788"/>
                  </a:lnTo>
                  <a:lnTo>
                    <a:pt x="799798" y="4711788"/>
                  </a:lnTo>
                  <a:lnTo>
                    <a:pt x="799906" y="4711788"/>
                  </a:lnTo>
                  <a:lnTo>
                    <a:pt x="799906" y="4711164"/>
                  </a:lnTo>
                  <a:lnTo>
                    <a:pt x="800015" y="4711164"/>
                  </a:lnTo>
                  <a:lnTo>
                    <a:pt x="800015" y="4710540"/>
                  </a:lnTo>
                  <a:lnTo>
                    <a:pt x="800123" y="4710540"/>
                  </a:lnTo>
                  <a:lnTo>
                    <a:pt x="800123" y="4709917"/>
                  </a:lnTo>
                  <a:lnTo>
                    <a:pt x="800232" y="4709917"/>
                  </a:lnTo>
                  <a:lnTo>
                    <a:pt x="800340" y="4709917"/>
                  </a:lnTo>
                  <a:lnTo>
                    <a:pt x="800340" y="4709293"/>
                  </a:lnTo>
                  <a:lnTo>
                    <a:pt x="800449" y="4709293"/>
                  </a:lnTo>
                  <a:lnTo>
                    <a:pt x="800449" y="4708670"/>
                  </a:lnTo>
                  <a:lnTo>
                    <a:pt x="800449" y="4708046"/>
                  </a:lnTo>
                  <a:lnTo>
                    <a:pt x="800557" y="4708046"/>
                  </a:lnTo>
                  <a:lnTo>
                    <a:pt x="800666" y="4708046"/>
                  </a:lnTo>
                  <a:lnTo>
                    <a:pt x="800774" y="4708046"/>
                  </a:lnTo>
                  <a:lnTo>
                    <a:pt x="800882" y="4708046"/>
                  </a:lnTo>
                  <a:lnTo>
                    <a:pt x="800991" y="4708046"/>
                  </a:lnTo>
                  <a:lnTo>
                    <a:pt x="801099" y="4708046"/>
                  </a:lnTo>
                  <a:lnTo>
                    <a:pt x="801208" y="4708046"/>
                  </a:lnTo>
                  <a:lnTo>
                    <a:pt x="801316" y="4708046"/>
                  </a:lnTo>
                  <a:lnTo>
                    <a:pt x="801425" y="4708046"/>
                  </a:lnTo>
                  <a:lnTo>
                    <a:pt x="801425" y="4707422"/>
                  </a:lnTo>
                  <a:lnTo>
                    <a:pt x="801425" y="4706799"/>
                  </a:lnTo>
                  <a:lnTo>
                    <a:pt x="801533" y="4706799"/>
                  </a:lnTo>
                  <a:lnTo>
                    <a:pt x="801642" y="4706799"/>
                  </a:lnTo>
                  <a:lnTo>
                    <a:pt x="801750" y="4706799"/>
                  </a:lnTo>
                  <a:lnTo>
                    <a:pt x="801858" y="4706799"/>
                  </a:lnTo>
                  <a:lnTo>
                    <a:pt x="801858" y="4706175"/>
                  </a:lnTo>
                  <a:lnTo>
                    <a:pt x="801967" y="4706175"/>
                  </a:lnTo>
                  <a:lnTo>
                    <a:pt x="802075" y="4706175"/>
                  </a:lnTo>
                  <a:lnTo>
                    <a:pt x="802184" y="4706175"/>
                  </a:lnTo>
                  <a:lnTo>
                    <a:pt x="802292" y="4706175"/>
                  </a:lnTo>
                  <a:lnTo>
                    <a:pt x="802401" y="4706175"/>
                  </a:lnTo>
                  <a:lnTo>
                    <a:pt x="802509" y="4706175"/>
                  </a:lnTo>
                  <a:lnTo>
                    <a:pt x="802509" y="4705552"/>
                  </a:lnTo>
                  <a:lnTo>
                    <a:pt x="802618" y="4705552"/>
                  </a:lnTo>
                  <a:lnTo>
                    <a:pt x="802618" y="4704928"/>
                  </a:lnTo>
                  <a:lnTo>
                    <a:pt x="802618" y="4704305"/>
                  </a:lnTo>
                  <a:lnTo>
                    <a:pt x="802726" y="4704305"/>
                  </a:lnTo>
                  <a:lnTo>
                    <a:pt x="802726" y="4703681"/>
                  </a:lnTo>
                  <a:lnTo>
                    <a:pt x="802834" y="4703681"/>
                  </a:lnTo>
                  <a:lnTo>
                    <a:pt x="802834" y="4703057"/>
                  </a:lnTo>
                  <a:lnTo>
                    <a:pt x="802943" y="4703057"/>
                  </a:lnTo>
                  <a:lnTo>
                    <a:pt x="803051" y="4703057"/>
                  </a:lnTo>
                  <a:lnTo>
                    <a:pt x="803160" y="4703057"/>
                  </a:lnTo>
                  <a:lnTo>
                    <a:pt x="803268" y="4703057"/>
                  </a:lnTo>
                  <a:lnTo>
                    <a:pt x="803377" y="4703057"/>
                  </a:lnTo>
                  <a:lnTo>
                    <a:pt x="803377" y="4702434"/>
                  </a:lnTo>
                  <a:lnTo>
                    <a:pt x="803485" y="4702434"/>
                  </a:lnTo>
                  <a:lnTo>
                    <a:pt x="803594" y="4702434"/>
                  </a:lnTo>
                  <a:lnTo>
                    <a:pt x="803702" y="4702434"/>
                  </a:lnTo>
                  <a:lnTo>
                    <a:pt x="803810" y="4702434"/>
                  </a:lnTo>
                  <a:lnTo>
                    <a:pt x="803919" y="4702434"/>
                  </a:lnTo>
                  <a:lnTo>
                    <a:pt x="804027" y="4702434"/>
                  </a:lnTo>
                  <a:lnTo>
                    <a:pt x="804136" y="4702434"/>
                  </a:lnTo>
                  <a:lnTo>
                    <a:pt x="804244" y="4702434"/>
                  </a:lnTo>
                  <a:lnTo>
                    <a:pt x="804353" y="4702434"/>
                  </a:lnTo>
                  <a:lnTo>
                    <a:pt x="804461" y="4702434"/>
                  </a:lnTo>
                  <a:lnTo>
                    <a:pt x="804461" y="4701810"/>
                  </a:lnTo>
                  <a:lnTo>
                    <a:pt x="804461" y="4701187"/>
                  </a:lnTo>
                  <a:lnTo>
                    <a:pt x="804570" y="4701187"/>
                  </a:lnTo>
                  <a:lnTo>
                    <a:pt x="804678" y="4701187"/>
                  </a:lnTo>
                  <a:lnTo>
                    <a:pt x="804786" y="4701187"/>
                  </a:lnTo>
                  <a:lnTo>
                    <a:pt x="804786" y="4700563"/>
                  </a:lnTo>
                  <a:lnTo>
                    <a:pt x="804895" y="4700563"/>
                  </a:lnTo>
                  <a:lnTo>
                    <a:pt x="805003" y="4700563"/>
                  </a:lnTo>
                  <a:lnTo>
                    <a:pt x="805112" y="4700563"/>
                  </a:lnTo>
                  <a:lnTo>
                    <a:pt x="805220" y="4700563"/>
                  </a:lnTo>
                  <a:lnTo>
                    <a:pt x="805329" y="4700563"/>
                  </a:lnTo>
                  <a:lnTo>
                    <a:pt x="805437" y="4700563"/>
                  </a:lnTo>
                  <a:lnTo>
                    <a:pt x="805546" y="4700563"/>
                  </a:lnTo>
                  <a:lnTo>
                    <a:pt x="805654" y="4700563"/>
                  </a:lnTo>
                  <a:lnTo>
                    <a:pt x="805763" y="4700563"/>
                  </a:lnTo>
                  <a:lnTo>
                    <a:pt x="805763" y="4699939"/>
                  </a:lnTo>
                  <a:lnTo>
                    <a:pt x="805871" y="4699939"/>
                  </a:lnTo>
                  <a:lnTo>
                    <a:pt x="805871" y="4699316"/>
                  </a:lnTo>
                  <a:lnTo>
                    <a:pt x="805871" y="4698692"/>
                  </a:lnTo>
                  <a:lnTo>
                    <a:pt x="805979" y="4698692"/>
                  </a:lnTo>
                  <a:lnTo>
                    <a:pt x="806088" y="4698692"/>
                  </a:lnTo>
                  <a:lnTo>
                    <a:pt x="806196" y="4698692"/>
                  </a:lnTo>
                  <a:lnTo>
                    <a:pt x="806305" y="4698692"/>
                  </a:lnTo>
                  <a:lnTo>
                    <a:pt x="806413" y="4698692"/>
                  </a:lnTo>
                  <a:lnTo>
                    <a:pt x="806522" y="4698692"/>
                  </a:lnTo>
                  <a:lnTo>
                    <a:pt x="806630" y="4698692"/>
                  </a:lnTo>
                  <a:lnTo>
                    <a:pt x="806739" y="4698692"/>
                  </a:lnTo>
                  <a:lnTo>
                    <a:pt x="806847" y="4698692"/>
                  </a:lnTo>
                  <a:lnTo>
                    <a:pt x="806955" y="4698692"/>
                  </a:lnTo>
                  <a:lnTo>
                    <a:pt x="807064" y="4698692"/>
                  </a:lnTo>
                  <a:lnTo>
                    <a:pt x="807064" y="4698069"/>
                  </a:lnTo>
                  <a:lnTo>
                    <a:pt x="807172" y="4698069"/>
                  </a:lnTo>
                  <a:lnTo>
                    <a:pt x="807281" y="4698069"/>
                  </a:lnTo>
                  <a:lnTo>
                    <a:pt x="807389" y="4698069"/>
                  </a:lnTo>
                  <a:lnTo>
                    <a:pt x="807498" y="4698069"/>
                  </a:lnTo>
                  <a:lnTo>
                    <a:pt x="807606" y="4698069"/>
                  </a:lnTo>
                  <a:lnTo>
                    <a:pt x="807715" y="4698069"/>
                  </a:lnTo>
                  <a:lnTo>
                    <a:pt x="807823" y="4698069"/>
                  </a:lnTo>
                  <a:lnTo>
                    <a:pt x="807931" y="4698069"/>
                  </a:lnTo>
                  <a:lnTo>
                    <a:pt x="808040" y="4698069"/>
                  </a:lnTo>
                  <a:lnTo>
                    <a:pt x="808040" y="4697445"/>
                  </a:lnTo>
                  <a:lnTo>
                    <a:pt x="808040" y="4696822"/>
                  </a:lnTo>
                  <a:lnTo>
                    <a:pt x="808148" y="4696822"/>
                  </a:lnTo>
                  <a:lnTo>
                    <a:pt x="808148" y="4696198"/>
                  </a:lnTo>
                  <a:lnTo>
                    <a:pt x="808148" y="4695574"/>
                  </a:lnTo>
                  <a:lnTo>
                    <a:pt x="808257" y="4695574"/>
                  </a:lnTo>
                  <a:lnTo>
                    <a:pt x="808257" y="4694951"/>
                  </a:lnTo>
                  <a:lnTo>
                    <a:pt x="808365" y="4694951"/>
                  </a:lnTo>
                  <a:lnTo>
                    <a:pt x="808474" y="4694951"/>
                  </a:lnTo>
                  <a:lnTo>
                    <a:pt x="808474" y="4694327"/>
                  </a:lnTo>
                  <a:lnTo>
                    <a:pt x="808582" y="4694327"/>
                  </a:lnTo>
                  <a:lnTo>
                    <a:pt x="808691" y="4694327"/>
                  </a:lnTo>
                  <a:lnTo>
                    <a:pt x="808799" y="4694327"/>
                  </a:lnTo>
                  <a:lnTo>
                    <a:pt x="808907" y="4694327"/>
                  </a:lnTo>
                  <a:lnTo>
                    <a:pt x="809016" y="4694327"/>
                  </a:lnTo>
                  <a:lnTo>
                    <a:pt x="809124" y="4694327"/>
                  </a:lnTo>
                  <a:lnTo>
                    <a:pt x="809233" y="4694327"/>
                  </a:lnTo>
                  <a:lnTo>
                    <a:pt x="809341" y="4694327"/>
                  </a:lnTo>
                  <a:lnTo>
                    <a:pt x="809450" y="4694327"/>
                  </a:lnTo>
                  <a:lnTo>
                    <a:pt x="809450" y="4693704"/>
                  </a:lnTo>
                  <a:lnTo>
                    <a:pt x="809450" y="4693080"/>
                  </a:lnTo>
                  <a:lnTo>
                    <a:pt x="809558" y="4693080"/>
                  </a:lnTo>
                  <a:lnTo>
                    <a:pt x="809667" y="4693080"/>
                  </a:lnTo>
                  <a:lnTo>
                    <a:pt x="809775" y="4693080"/>
                  </a:lnTo>
                  <a:lnTo>
                    <a:pt x="809884" y="4693080"/>
                  </a:lnTo>
                  <a:lnTo>
                    <a:pt x="809992" y="4693080"/>
                  </a:lnTo>
                  <a:lnTo>
                    <a:pt x="809992" y="4692456"/>
                  </a:lnTo>
                  <a:lnTo>
                    <a:pt x="810100" y="4692456"/>
                  </a:lnTo>
                  <a:lnTo>
                    <a:pt x="810100" y="4691833"/>
                  </a:lnTo>
                  <a:lnTo>
                    <a:pt x="810209" y="4691833"/>
                  </a:lnTo>
                  <a:lnTo>
                    <a:pt x="810317" y="4691833"/>
                  </a:lnTo>
                  <a:lnTo>
                    <a:pt x="810426" y="4691833"/>
                  </a:lnTo>
                  <a:lnTo>
                    <a:pt x="810426" y="4691209"/>
                  </a:lnTo>
                  <a:lnTo>
                    <a:pt x="810534" y="4691209"/>
                  </a:lnTo>
                  <a:lnTo>
                    <a:pt x="810643" y="4691209"/>
                  </a:lnTo>
                  <a:lnTo>
                    <a:pt x="810751" y="4691209"/>
                  </a:lnTo>
                  <a:lnTo>
                    <a:pt x="810860" y="4691209"/>
                  </a:lnTo>
                  <a:lnTo>
                    <a:pt x="810968" y="4691209"/>
                  </a:lnTo>
                  <a:lnTo>
                    <a:pt x="810968" y="4690586"/>
                  </a:lnTo>
                  <a:lnTo>
                    <a:pt x="811076" y="4690586"/>
                  </a:lnTo>
                  <a:lnTo>
                    <a:pt x="811185" y="4690586"/>
                  </a:lnTo>
                  <a:lnTo>
                    <a:pt x="811293" y="4690586"/>
                  </a:lnTo>
                  <a:lnTo>
                    <a:pt x="811402" y="4690586"/>
                  </a:lnTo>
                  <a:lnTo>
                    <a:pt x="811510" y="4690586"/>
                  </a:lnTo>
                  <a:lnTo>
                    <a:pt x="811619" y="4690586"/>
                  </a:lnTo>
                  <a:lnTo>
                    <a:pt x="811619" y="4689962"/>
                  </a:lnTo>
                  <a:lnTo>
                    <a:pt x="811727" y="4689962"/>
                  </a:lnTo>
                  <a:lnTo>
                    <a:pt x="811727" y="4689339"/>
                  </a:lnTo>
                  <a:lnTo>
                    <a:pt x="811836" y="4689339"/>
                  </a:lnTo>
                  <a:lnTo>
                    <a:pt x="811836" y="4688715"/>
                  </a:lnTo>
                  <a:lnTo>
                    <a:pt x="811944" y="4688715"/>
                  </a:lnTo>
                  <a:lnTo>
                    <a:pt x="812052" y="4688715"/>
                  </a:lnTo>
                  <a:lnTo>
                    <a:pt x="812052" y="4688091"/>
                  </a:lnTo>
                  <a:lnTo>
                    <a:pt x="812161" y="4688091"/>
                  </a:lnTo>
                  <a:lnTo>
                    <a:pt x="812269" y="4688091"/>
                  </a:lnTo>
                  <a:lnTo>
                    <a:pt x="812269" y="4687468"/>
                  </a:lnTo>
                  <a:lnTo>
                    <a:pt x="812378" y="4687468"/>
                  </a:lnTo>
                  <a:lnTo>
                    <a:pt x="812486" y="4687468"/>
                  </a:lnTo>
                  <a:lnTo>
                    <a:pt x="812595" y="4687468"/>
                  </a:lnTo>
                  <a:lnTo>
                    <a:pt x="812703" y="4687468"/>
                  </a:lnTo>
                  <a:lnTo>
                    <a:pt x="812812" y="4687468"/>
                  </a:lnTo>
                  <a:lnTo>
                    <a:pt x="812920" y="4687468"/>
                  </a:lnTo>
                  <a:lnTo>
                    <a:pt x="813028" y="4687468"/>
                  </a:lnTo>
                  <a:lnTo>
                    <a:pt x="813137" y="4687468"/>
                  </a:lnTo>
                  <a:lnTo>
                    <a:pt x="813245" y="4687468"/>
                  </a:lnTo>
                  <a:lnTo>
                    <a:pt x="813354" y="4687468"/>
                  </a:lnTo>
                  <a:lnTo>
                    <a:pt x="813354" y="4686844"/>
                  </a:lnTo>
                  <a:lnTo>
                    <a:pt x="813462" y="4686844"/>
                  </a:lnTo>
                  <a:lnTo>
                    <a:pt x="813571" y="4686844"/>
                  </a:lnTo>
                  <a:lnTo>
                    <a:pt x="813679" y="4686844"/>
                  </a:lnTo>
                  <a:lnTo>
                    <a:pt x="813788" y="4686844"/>
                  </a:lnTo>
                  <a:lnTo>
                    <a:pt x="813788" y="4686221"/>
                  </a:lnTo>
                  <a:lnTo>
                    <a:pt x="813896" y="4686221"/>
                  </a:lnTo>
                  <a:lnTo>
                    <a:pt x="814005" y="4686221"/>
                  </a:lnTo>
                  <a:lnTo>
                    <a:pt x="814113" y="4686221"/>
                  </a:lnTo>
                  <a:lnTo>
                    <a:pt x="814221" y="4686221"/>
                  </a:lnTo>
                  <a:lnTo>
                    <a:pt x="814330" y="4686221"/>
                  </a:lnTo>
                  <a:lnTo>
                    <a:pt x="814330" y="4685597"/>
                  </a:lnTo>
                  <a:lnTo>
                    <a:pt x="814438" y="4685597"/>
                  </a:lnTo>
                  <a:lnTo>
                    <a:pt x="814438" y="4684973"/>
                  </a:lnTo>
                  <a:lnTo>
                    <a:pt x="814438" y="4684350"/>
                  </a:lnTo>
                  <a:lnTo>
                    <a:pt x="814547" y="4684350"/>
                  </a:lnTo>
                  <a:lnTo>
                    <a:pt x="814655" y="4684350"/>
                  </a:lnTo>
                  <a:lnTo>
                    <a:pt x="814764" y="4684350"/>
                  </a:lnTo>
                  <a:lnTo>
                    <a:pt x="814872" y="4684350"/>
                  </a:lnTo>
                  <a:lnTo>
                    <a:pt x="814981" y="4684350"/>
                  </a:lnTo>
                  <a:lnTo>
                    <a:pt x="815089" y="4684350"/>
                  </a:lnTo>
                  <a:lnTo>
                    <a:pt x="815197" y="4684350"/>
                  </a:lnTo>
                  <a:lnTo>
                    <a:pt x="815306" y="4684350"/>
                  </a:lnTo>
                  <a:lnTo>
                    <a:pt x="815414" y="4684350"/>
                  </a:lnTo>
                  <a:lnTo>
                    <a:pt x="815523" y="4684350"/>
                  </a:lnTo>
                  <a:lnTo>
                    <a:pt x="815523" y="4683726"/>
                  </a:lnTo>
                  <a:lnTo>
                    <a:pt x="815523" y="4683103"/>
                  </a:lnTo>
                  <a:lnTo>
                    <a:pt x="815631" y="4683103"/>
                  </a:lnTo>
                  <a:lnTo>
                    <a:pt x="815631" y="4682479"/>
                  </a:lnTo>
                  <a:lnTo>
                    <a:pt x="815740" y="4682479"/>
                  </a:lnTo>
                  <a:lnTo>
                    <a:pt x="815848" y="4682479"/>
                  </a:lnTo>
                  <a:lnTo>
                    <a:pt x="815957" y="4682479"/>
                  </a:lnTo>
                  <a:lnTo>
                    <a:pt x="816065" y="4682479"/>
                  </a:lnTo>
                  <a:lnTo>
                    <a:pt x="816173" y="4682479"/>
                  </a:lnTo>
                  <a:lnTo>
                    <a:pt x="816282" y="4682479"/>
                  </a:lnTo>
                  <a:lnTo>
                    <a:pt x="816390" y="4682479"/>
                  </a:lnTo>
                  <a:lnTo>
                    <a:pt x="816390" y="4681856"/>
                  </a:lnTo>
                  <a:lnTo>
                    <a:pt x="816390" y="4681232"/>
                  </a:lnTo>
                  <a:lnTo>
                    <a:pt x="816390" y="4680608"/>
                  </a:lnTo>
                  <a:lnTo>
                    <a:pt x="816499" y="4680608"/>
                  </a:lnTo>
                  <a:lnTo>
                    <a:pt x="816607" y="4680608"/>
                  </a:lnTo>
                  <a:lnTo>
                    <a:pt x="816607" y="4679985"/>
                  </a:lnTo>
                  <a:lnTo>
                    <a:pt x="816716" y="4679985"/>
                  </a:lnTo>
                  <a:lnTo>
                    <a:pt x="816824" y="4679985"/>
                  </a:lnTo>
                  <a:lnTo>
                    <a:pt x="816933" y="4679985"/>
                  </a:lnTo>
                  <a:lnTo>
                    <a:pt x="817041" y="4679985"/>
                  </a:lnTo>
                  <a:lnTo>
                    <a:pt x="817041" y="4679361"/>
                  </a:lnTo>
                  <a:lnTo>
                    <a:pt x="817149" y="4679361"/>
                  </a:lnTo>
                  <a:lnTo>
                    <a:pt x="817258" y="4679361"/>
                  </a:lnTo>
                  <a:lnTo>
                    <a:pt x="817366" y="4679361"/>
                  </a:lnTo>
                  <a:lnTo>
                    <a:pt x="817475" y="4679361"/>
                  </a:lnTo>
                  <a:lnTo>
                    <a:pt x="817475" y="4678738"/>
                  </a:lnTo>
                  <a:lnTo>
                    <a:pt x="817583" y="4678738"/>
                  </a:lnTo>
                  <a:lnTo>
                    <a:pt x="817692" y="4678738"/>
                  </a:lnTo>
                  <a:lnTo>
                    <a:pt x="817692" y="4678114"/>
                  </a:lnTo>
                  <a:lnTo>
                    <a:pt x="817800" y="4678114"/>
                  </a:lnTo>
                  <a:lnTo>
                    <a:pt x="817909" y="4678114"/>
                  </a:lnTo>
                  <a:lnTo>
                    <a:pt x="818017" y="4678114"/>
                  </a:lnTo>
                  <a:lnTo>
                    <a:pt x="818126" y="4678114"/>
                  </a:lnTo>
                  <a:lnTo>
                    <a:pt x="818234" y="4678114"/>
                  </a:lnTo>
                  <a:lnTo>
                    <a:pt x="818342" y="4678114"/>
                  </a:lnTo>
                  <a:lnTo>
                    <a:pt x="818342" y="4677490"/>
                  </a:lnTo>
                  <a:lnTo>
                    <a:pt x="818451" y="4677490"/>
                  </a:lnTo>
                  <a:lnTo>
                    <a:pt x="818559" y="4677490"/>
                  </a:lnTo>
                  <a:lnTo>
                    <a:pt x="818668" y="4677490"/>
                  </a:lnTo>
                  <a:lnTo>
                    <a:pt x="818776" y="4677490"/>
                  </a:lnTo>
                  <a:lnTo>
                    <a:pt x="818885" y="4677490"/>
                  </a:lnTo>
                  <a:lnTo>
                    <a:pt x="818885" y="4676867"/>
                  </a:lnTo>
                  <a:lnTo>
                    <a:pt x="818885" y="4676243"/>
                  </a:lnTo>
                  <a:lnTo>
                    <a:pt x="818885" y="4675620"/>
                  </a:lnTo>
                  <a:lnTo>
                    <a:pt x="818993" y="4675620"/>
                  </a:lnTo>
                  <a:lnTo>
                    <a:pt x="818993" y="4674996"/>
                  </a:lnTo>
                  <a:lnTo>
                    <a:pt x="819102" y="4674996"/>
                  </a:lnTo>
                  <a:lnTo>
                    <a:pt x="819210" y="4674996"/>
                  </a:lnTo>
                  <a:lnTo>
                    <a:pt x="819318" y="4674996"/>
                  </a:lnTo>
                  <a:lnTo>
                    <a:pt x="819318" y="4674373"/>
                  </a:lnTo>
                  <a:lnTo>
                    <a:pt x="819427" y="4674373"/>
                  </a:lnTo>
                  <a:lnTo>
                    <a:pt x="819535" y="4674373"/>
                  </a:lnTo>
                  <a:lnTo>
                    <a:pt x="819644" y="4674373"/>
                  </a:lnTo>
                  <a:lnTo>
                    <a:pt x="819644" y="4673749"/>
                  </a:lnTo>
                  <a:lnTo>
                    <a:pt x="819752" y="4673749"/>
                  </a:lnTo>
                  <a:lnTo>
                    <a:pt x="819861" y="4673749"/>
                  </a:lnTo>
                  <a:lnTo>
                    <a:pt x="819969" y="4673749"/>
                  </a:lnTo>
                  <a:lnTo>
                    <a:pt x="820078" y="4673749"/>
                  </a:lnTo>
                  <a:lnTo>
                    <a:pt x="820186" y="4673749"/>
                  </a:lnTo>
                  <a:lnTo>
                    <a:pt x="820294" y="4673749"/>
                  </a:lnTo>
                  <a:lnTo>
                    <a:pt x="820403" y="4673749"/>
                  </a:lnTo>
                  <a:lnTo>
                    <a:pt x="820511" y="4673749"/>
                  </a:lnTo>
                  <a:lnTo>
                    <a:pt x="820620" y="4673749"/>
                  </a:lnTo>
                  <a:lnTo>
                    <a:pt x="820728" y="4673749"/>
                  </a:lnTo>
                  <a:lnTo>
                    <a:pt x="820728" y="4673125"/>
                  </a:lnTo>
                  <a:lnTo>
                    <a:pt x="820837" y="4673125"/>
                  </a:lnTo>
                  <a:lnTo>
                    <a:pt x="820945" y="4673125"/>
                  </a:lnTo>
                  <a:lnTo>
                    <a:pt x="821054" y="4673125"/>
                  </a:lnTo>
                  <a:lnTo>
                    <a:pt x="821162" y="4673125"/>
                  </a:lnTo>
                  <a:lnTo>
                    <a:pt x="821162" y="4672502"/>
                  </a:lnTo>
                  <a:lnTo>
                    <a:pt x="821270" y="4672502"/>
                  </a:lnTo>
                  <a:lnTo>
                    <a:pt x="821379" y="4672502"/>
                  </a:lnTo>
                  <a:lnTo>
                    <a:pt x="821487" y="4672502"/>
                  </a:lnTo>
                  <a:lnTo>
                    <a:pt x="821596" y="4672502"/>
                  </a:lnTo>
                  <a:lnTo>
                    <a:pt x="821596" y="4671878"/>
                  </a:lnTo>
                  <a:lnTo>
                    <a:pt x="821704" y="4671878"/>
                  </a:lnTo>
                  <a:lnTo>
                    <a:pt x="821813" y="4671878"/>
                  </a:lnTo>
                  <a:lnTo>
                    <a:pt x="821921" y="4671878"/>
                  </a:lnTo>
                  <a:lnTo>
                    <a:pt x="822030" y="4671878"/>
                  </a:lnTo>
                  <a:lnTo>
                    <a:pt x="822138" y="4671878"/>
                  </a:lnTo>
                  <a:lnTo>
                    <a:pt x="822247" y="4671878"/>
                  </a:lnTo>
                  <a:lnTo>
                    <a:pt x="822247" y="4671255"/>
                  </a:lnTo>
                  <a:lnTo>
                    <a:pt x="822355" y="4671255"/>
                  </a:lnTo>
                  <a:lnTo>
                    <a:pt x="822355" y="4670631"/>
                  </a:lnTo>
                  <a:lnTo>
                    <a:pt x="822463" y="4670631"/>
                  </a:lnTo>
                  <a:lnTo>
                    <a:pt x="822572" y="4670631"/>
                  </a:lnTo>
                  <a:lnTo>
                    <a:pt x="822680" y="4670631"/>
                  </a:lnTo>
                  <a:lnTo>
                    <a:pt x="822789" y="4670631"/>
                  </a:lnTo>
                  <a:lnTo>
                    <a:pt x="822897" y="4670631"/>
                  </a:lnTo>
                  <a:lnTo>
                    <a:pt x="823006" y="4670631"/>
                  </a:lnTo>
                  <a:lnTo>
                    <a:pt x="823006" y="4670007"/>
                  </a:lnTo>
                  <a:lnTo>
                    <a:pt x="823006" y="4669384"/>
                  </a:lnTo>
                  <a:lnTo>
                    <a:pt x="823006" y="4668760"/>
                  </a:lnTo>
                  <a:lnTo>
                    <a:pt x="823114" y="4668760"/>
                  </a:lnTo>
                  <a:lnTo>
                    <a:pt x="823114" y="4668137"/>
                  </a:lnTo>
                  <a:lnTo>
                    <a:pt x="823114" y="4667513"/>
                  </a:lnTo>
                  <a:lnTo>
                    <a:pt x="823223" y="4667513"/>
                  </a:lnTo>
                  <a:lnTo>
                    <a:pt x="823331" y="4667513"/>
                  </a:lnTo>
                  <a:lnTo>
                    <a:pt x="823439" y="4667513"/>
                  </a:lnTo>
                  <a:lnTo>
                    <a:pt x="823439" y="4666890"/>
                  </a:lnTo>
                  <a:lnTo>
                    <a:pt x="823548" y="4666890"/>
                  </a:lnTo>
                  <a:lnTo>
                    <a:pt x="823656" y="4666890"/>
                  </a:lnTo>
                  <a:lnTo>
                    <a:pt x="823656" y="4666266"/>
                  </a:lnTo>
                  <a:lnTo>
                    <a:pt x="823656" y="4665642"/>
                  </a:lnTo>
                  <a:lnTo>
                    <a:pt x="823765" y="4665642"/>
                  </a:lnTo>
                  <a:lnTo>
                    <a:pt x="823873" y="4665642"/>
                  </a:lnTo>
                  <a:lnTo>
                    <a:pt x="823982" y="4665642"/>
                  </a:lnTo>
                  <a:lnTo>
                    <a:pt x="824090" y="4665642"/>
                  </a:lnTo>
                  <a:lnTo>
                    <a:pt x="824199" y="4665642"/>
                  </a:lnTo>
                  <a:lnTo>
                    <a:pt x="824199" y="4665019"/>
                  </a:lnTo>
                  <a:lnTo>
                    <a:pt x="824199" y="4664395"/>
                  </a:lnTo>
                  <a:lnTo>
                    <a:pt x="824199" y="4663772"/>
                  </a:lnTo>
                  <a:lnTo>
                    <a:pt x="824307" y="4663772"/>
                  </a:lnTo>
                  <a:lnTo>
                    <a:pt x="824415" y="4663772"/>
                  </a:lnTo>
                  <a:lnTo>
                    <a:pt x="824415" y="4663148"/>
                  </a:lnTo>
                  <a:lnTo>
                    <a:pt x="824524" y="4663148"/>
                  </a:lnTo>
                  <a:lnTo>
                    <a:pt x="824632" y="4663148"/>
                  </a:lnTo>
                  <a:lnTo>
                    <a:pt x="824741" y="4663148"/>
                  </a:lnTo>
                  <a:lnTo>
                    <a:pt x="824849" y="4663148"/>
                  </a:lnTo>
                  <a:lnTo>
                    <a:pt x="824958" y="4663148"/>
                  </a:lnTo>
                  <a:lnTo>
                    <a:pt x="824958" y="4662524"/>
                  </a:lnTo>
                  <a:lnTo>
                    <a:pt x="825066" y="4662524"/>
                  </a:lnTo>
                  <a:lnTo>
                    <a:pt x="825066" y="4661901"/>
                  </a:lnTo>
                  <a:lnTo>
                    <a:pt x="825175" y="4661901"/>
                  </a:lnTo>
                  <a:lnTo>
                    <a:pt x="825175" y="4661277"/>
                  </a:lnTo>
                  <a:lnTo>
                    <a:pt x="825283" y="4661277"/>
                  </a:lnTo>
                  <a:lnTo>
                    <a:pt x="825283" y="4660654"/>
                  </a:lnTo>
                  <a:lnTo>
                    <a:pt x="825391" y="4660654"/>
                  </a:lnTo>
                  <a:lnTo>
                    <a:pt x="825500" y="4660654"/>
                  </a:lnTo>
                  <a:lnTo>
                    <a:pt x="825500" y="4660030"/>
                  </a:lnTo>
                  <a:lnTo>
                    <a:pt x="825608" y="4660030"/>
                  </a:lnTo>
                  <a:lnTo>
                    <a:pt x="825608" y="4659407"/>
                  </a:lnTo>
                  <a:lnTo>
                    <a:pt x="825717" y="4659407"/>
                  </a:lnTo>
                  <a:lnTo>
                    <a:pt x="825825" y="4659407"/>
                  </a:lnTo>
                  <a:lnTo>
                    <a:pt x="825934" y="4659407"/>
                  </a:lnTo>
                  <a:lnTo>
                    <a:pt x="826042" y="4659407"/>
                  </a:lnTo>
                  <a:lnTo>
                    <a:pt x="826151" y="4659407"/>
                  </a:lnTo>
                  <a:lnTo>
                    <a:pt x="826151" y="4658783"/>
                  </a:lnTo>
                  <a:lnTo>
                    <a:pt x="826259" y="4658783"/>
                  </a:lnTo>
                  <a:lnTo>
                    <a:pt x="826367" y="4658783"/>
                  </a:lnTo>
                  <a:lnTo>
                    <a:pt x="826367" y="4658159"/>
                  </a:lnTo>
                  <a:lnTo>
                    <a:pt x="826476" y="4658159"/>
                  </a:lnTo>
                  <a:lnTo>
                    <a:pt x="826584" y="4658159"/>
                  </a:lnTo>
                  <a:lnTo>
                    <a:pt x="826693" y="4658159"/>
                  </a:lnTo>
                  <a:lnTo>
                    <a:pt x="826801" y="4658159"/>
                  </a:lnTo>
                  <a:lnTo>
                    <a:pt x="826801" y="4657536"/>
                  </a:lnTo>
                  <a:lnTo>
                    <a:pt x="826801" y="4656912"/>
                  </a:lnTo>
                  <a:lnTo>
                    <a:pt x="826801" y="4656289"/>
                  </a:lnTo>
                  <a:lnTo>
                    <a:pt x="826910" y="4656289"/>
                  </a:lnTo>
                  <a:lnTo>
                    <a:pt x="826910" y="4655665"/>
                  </a:lnTo>
                  <a:lnTo>
                    <a:pt x="827018" y="4655665"/>
                  </a:lnTo>
                  <a:lnTo>
                    <a:pt x="827018" y="4655042"/>
                  </a:lnTo>
                  <a:lnTo>
                    <a:pt x="827127" y="4655042"/>
                  </a:lnTo>
                  <a:lnTo>
                    <a:pt x="827235" y="4655042"/>
                  </a:lnTo>
                  <a:lnTo>
                    <a:pt x="827235" y="4654418"/>
                  </a:lnTo>
                  <a:lnTo>
                    <a:pt x="827344" y="4654418"/>
                  </a:lnTo>
                  <a:lnTo>
                    <a:pt x="827344" y="4653794"/>
                  </a:lnTo>
                  <a:lnTo>
                    <a:pt x="827452" y="4653794"/>
                  </a:lnTo>
                  <a:lnTo>
                    <a:pt x="827452" y="4653171"/>
                  </a:lnTo>
                  <a:lnTo>
                    <a:pt x="827560" y="4653171"/>
                  </a:lnTo>
                  <a:lnTo>
                    <a:pt x="827560" y="4652547"/>
                  </a:lnTo>
                  <a:lnTo>
                    <a:pt x="827669" y="4652547"/>
                  </a:lnTo>
                  <a:lnTo>
                    <a:pt x="827777" y="4652547"/>
                  </a:lnTo>
                  <a:lnTo>
                    <a:pt x="827886" y="4652547"/>
                  </a:lnTo>
                  <a:lnTo>
                    <a:pt x="827994" y="4652547"/>
                  </a:lnTo>
                  <a:lnTo>
                    <a:pt x="828103" y="4652547"/>
                  </a:lnTo>
                  <a:lnTo>
                    <a:pt x="828211" y="4652547"/>
                  </a:lnTo>
                  <a:lnTo>
                    <a:pt x="828320" y="4652547"/>
                  </a:lnTo>
                  <a:lnTo>
                    <a:pt x="828428" y="4652547"/>
                  </a:lnTo>
                  <a:lnTo>
                    <a:pt x="828428" y="4651924"/>
                  </a:lnTo>
                  <a:lnTo>
                    <a:pt x="828536" y="4651924"/>
                  </a:lnTo>
                  <a:lnTo>
                    <a:pt x="828645" y="4651924"/>
                  </a:lnTo>
                  <a:lnTo>
                    <a:pt x="828753" y="4651924"/>
                  </a:lnTo>
                  <a:lnTo>
                    <a:pt x="828753" y="4651300"/>
                  </a:lnTo>
                  <a:lnTo>
                    <a:pt x="828862" y="4651300"/>
                  </a:lnTo>
                  <a:lnTo>
                    <a:pt x="828970" y="4651300"/>
                  </a:lnTo>
                  <a:lnTo>
                    <a:pt x="829079" y="4651300"/>
                  </a:lnTo>
                  <a:lnTo>
                    <a:pt x="829187" y="4651300"/>
                  </a:lnTo>
                  <a:lnTo>
                    <a:pt x="829187" y="4650676"/>
                  </a:lnTo>
                  <a:lnTo>
                    <a:pt x="829296" y="4650676"/>
                  </a:lnTo>
                  <a:lnTo>
                    <a:pt x="829404" y="4650676"/>
                  </a:lnTo>
                  <a:lnTo>
                    <a:pt x="829404" y="4650053"/>
                  </a:lnTo>
                  <a:lnTo>
                    <a:pt x="829512" y="4650053"/>
                  </a:lnTo>
                  <a:lnTo>
                    <a:pt x="829621" y="4650053"/>
                  </a:lnTo>
                  <a:lnTo>
                    <a:pt x="829729" y="4650053"/>
                  </a:lnTo>
                  <a:lnTo>
                    <a:pt x="829838" y="4650053"/>
                  </a:lnTo>
                  <a:lnTo>
                    <a:pt x="829838" y="4649429"/>
                  </a:lnTo>
                  <a:lnTo>
                    <a:pt x="829946" y="4649429"/>
                  </a:lnTo>
                  <a:lnTo>
                    <a:pt x="830055" y="4649429"/>
                  </a:lnTo>
                  <a:lnTo>
                    <a:pt x="830163" y="4649429"/>
                  </a:lnTo>
                  <a:lnTo>
                    <a:pt x="830272" y="4649429"/>
                  </a:lnTo>
                  <a:lnTo>
                    <a:pt x="830272" y="4648806"/>
                  </a:lnTo>
                  <a:lnTo>
                    <a:pt x="830380" y="4648806"/>
                  </a:lnTo>
                  <a:lnTo>
                    <a:pt x="830488" y="4648806"/>
                  </a:lnTo>
                  <a:lnTo>
                    <a:pt x="830597" y="4648806"/>
                  </a:lnTo>
                  <a:lnTo>
                    <a:pt x="830597" y="4648182"/>
                  </a:lnTo>
                  <a:lnTo>
                    <a:pt x="830705" y="4648182"/>
                  </a:lnTo>
                  <a:lnTo>
                    <a:pt x="830814" y="4648182"/>
                  </a:lnTo>
                  <a:lnTo>
                    <a:pt x="830922" y="4648182"/>
                  </a:lnTo>
                  <a:lnTo>
                    <a:pt x="831031" y="4648182"/>
                  </a:lnTo>
                  <a:lnTo>
                    <a:pt x="831139" y="4648182"/>
                  </a:lnTo>
                  <a:lnTo>
                    <a:pt x="831248" y="4648182"/>
                  </a:lnTo>
                  <a:lnTo>
                    <a:pt x="831356" y="4648182"/>
                  </a:lnTo>
                  <a:lnTo>
                    <a:pt x="831465" y="4648182"/>
                  </a:lnTo>
                  <a:lnTo>
                    <a:pt x="831573" y="4648182"/>
                  </a:lnTo>
                  <a:lnTo>
                    <a:pt x="831681" y="4648182"/>
                  </a:lnTo>
                  <a:lnTo>
                    <a:pt x="831790" y="4648182"/>
                  </a:lnTo>
                  <a:lnTo>
                    <a:pt x="831898" y="4648182"/>
                  </a:lnTo>
                  <a:lnTo>
                    <a:pt x="832007" y="4648182"/>
                  </a:lnTo>
                  <a:lnTo>
                    <a:pt x="832007" y="4647559"/>
                  </a:lnTo>
                  <a:lnTo>
                    <a:pt x="832115" y="4647559"/>
                  </a:lnTo>
                  <a:lnTo>
                    <a:pt x="832115" y="4646935"/>
                  </a:lnTo>
                  <a:lnTo>
                    <a:pt x="832224" y="4646935"/>
                  </a:lnTo>
                  <a:lnTo>
                    <a:pt x="832332" y="4646935"/>
                  </a:lnTo>
                  <a:lnTo>
                    <a:pt x="832441" y="4646935"/>
                  </a:lnTo>
                  <a:lnTo>
                    <a:pt x="832441" y="4646311"/>
                  </a:lnTo>
                  <a:lnTo>
                    <a:pt x="832549" y="4646311"/>
                  </a:lnTo>
                  <a:lnTo>
                    <a:pt x="832549" y="4645688"/>
                  </a:lnTo>
                  <a:lnTo>
                    <a:pt x="832657" y="4645688"/>
                  </a:lnTo>
                  <a:lnTo>
                    <a:pt x="832766" y="4645688"/>
                  </a:lnTo>
                  <a:lnTo>
                    <a:pt x="832874" y="4645688"/>
                  </a:lnTo>
                  <a:lnTo>
                    <a:pt x="832983" y="4645688"/>
                  </a:lnTo>
                  <a:lnTo>
                    <a:pt x="832983" y="4645064"/>
                  </a:lnTo>
                  <a:lnTo>
                    <a:pt x="833091" y="4645064"/>
                  </a:lnTo>
                  <a:lnTo>
                    <a:pt x="833200" y="4645064"/>
                  </a:lnTo>
                  <a:lnTo>
                    <a:pt x="833308" y="4645064"/>
                  </a:lnTo>
                  <a:lnTo>
                    <a:pt x="833308" y="4644441"/>
                  </a:lnTo>
                  <a:lnTo>
                    <a:pt x="833417" y="4644441"/>
                  </a:lnTo>
                  <a:lnTo>
                    <a:pt x="833525" y="4644441"/>
                  </a:lnTo>
                  <a:lnTo>
                    <a:pt x="833633" y="4644441"/>
                  </a:lnTo>
                  <a:lnTo>
                    <a:pt x="833633" y="4643817"/>
                  </a:lnTo>
                  <a:lnTo>
                    <a:pt x="833742" y="4643817"/>
                  </a:lnTo>
                  <a:lnTo>
                    <a:pt x="833850" y="4643817"/>
                  </a:lnTo>
                  <a:lnTo>
                    <a:pt x="833959" y="4643817"/>
                  </a:lnTo>
                  <a:lnTo>
                    <a:pt x="833959" y="4643193"/>
                  </a:lnTo>
                  <a:lnTo>
                    <a:pt x="833959" y="4642570"/>
                  </a:lnTo>
                  <a:lnTo>
                    <a:pt x="834067" y="4642570"/>
                  </a:lnTo>
                  <a:lnTo>
                    <a:pt x="834067" y="4641946"/>
                  </a:lnTo>
                  <a:lnTo>
                    <a:pt x="834176" y="4641946"/>
                  </a:lnTo>
                  <a:lnTo>
                    <a:pt x="834284" y="4641946"/>
                  </a:lnTo>
                  <a:lnTo>
                    <a:pt x="834393" y="4641946"/>
                  </a:lnTo>
                  <a:lnTo>
                    <a:pt x="834501" y="4641946"/>
                  </a:lnTo>
                  <a:lnTo>
                    <a:pt x="834609" y="4641946"/>
                  </a:lnTo>
                  <a:lnTo>
                    <a:pt x="834718" y="4641946"/>
                  </a:lnTo>
                  <a:lnTo>
                    <a:pt x="834826" y="4641946"/>
                  </a:lnTo>
                  <a:lnTo>
                    <a:pt x="834935" y="4641946"/>
                  </a:lnTo>
                  <a:lnTo>
                    <a:pt x="834935" y="4641323"/>
                  </a:lnTo>
                  <a:lnTo>
                    <a:pt x="834935" y="4640699"/>
                  </a:lnTo>
                  <a:lnTo>
                    <a:pt x="835043" y="4640699"/>
                  </a:lnTo>
                  <a:lnTo>
                    <a:pt x="835152" y="4640699"/>
                  </a:lnTo>
                  <a:lnTo>
                    <a:pt x="835260" y="4640699"/>
                  </a:lnTo>
                  <a:lnTo>
                    <a:pt x="835369" y="4640699"/>
                  </a:lnTo>
                  <a:lnTo>
                    <a:pt x="835369" y="4640076"/>
                  </a:lnTo>
                  <a:lnTo>
                    <a:pt x="835369" y="4639452"/>
                  </a:lnTo>
                  <a:lnTo>
                    <a:pt x="835477" y="4639452"/>
                  </a:lnTo>
                  <a:lnTo>
                    <a:pt x="835477" y="4638828"/>
                  </a:lnTo>
                  <a:lnTo>
                    <a:pt x="835586" y="4638828"/>
                  </a:lnTo>
                  <a:lnTo>
                    <a:pt x="835694" y="4638828"/>
                  </a:lnTo>
                  <a:lnTo>
                    <a:pt x="835694" y="4638205"/>
                  </a:lnTo>
                  <a:lnTo>
                    <a:pt x="835694" y="4637581"/>
                  </a:lnTo>
                  <a:lnTo>
                    <a:pt x="835802" y="4637581"/>
                  </a:lnTo>
                  <a:lnTo>
                    <a:pt x="835802" y="4636958"/>
                  </a:lnTo>
                  <a:lnTo>
                    <a:pt x="835911" y="4636958"/>
                  </a:lnTo>
                  <a:lnTo>
                    <a:pt x="836019" y="4636958"/>
                  </a:lnTo>
                  <a:lnTo>
                    <a:pt x="836019" y="4636334"/>
                  </a:lnTo>
                  <a:lnTo>
                    <a:pt x="836128" y="4636334"/>
                  </a:lnTo>
                  <a:lnTo>
                    <a:pt x="836236" y="4636334"/>
                  </a:lnTo>
                  <a:lnTo>
                    <a:pt x="836236" y="4635710"/>
                  </a:lnTo>
                  <a:lnTo>
                    <a:pt x="836345" y="4635710"/>
                  </a:lnTo>
                  <a:lnTo>
                    <a:pt x="836453" y="4635710"/>
                  </a:lnTo>
                  <a:lnTo>
                    <a:pt x="836562" y="4635710"/>
                  </a:lnTo>
                  <a:lnTo>
                    <a:pt x="836670" y="4635710"/>
                  </a:lnTo>
                  <a:lnTo>
                    <a:pt x="836778" y="4635710"/>
                  </a:lnTo>
                  <a:lnTo>
                    <a:pt x="836887" y="4635710"/>
                  </a:lnTo>
                  <a:lnTo>
                    <a:pt x="836995" y="4635710"/>
                  </a:lnTo>
                  <a:lnTo>
                    <a:pt x="837104" y="4635710"/>
                  </a:lnTo>
                  <a:lnTo>
                    <a:pt x="837212" y="4635710"/>
                  </a:lnTo>
                  <a:lnTo>
                    <a:pt x="837321" y="4635710"/>
                  </a:lnTo>
                  <a:lnTo>
                    <a:pt x="837321" y="4635087"/>
                  </a:lnTo>
                  <a:lnTo>
                    <a:pt x="837429" y="4635087"/>
                  </a:lnTo>
                  <a:lnTo>
                    <a:pt x="837538" y="4635087"/>
                  </a:lnTo>
                  <a:lnTo>
                    <a:pt x="837646" y="4635087"/>
                  </a:lnTo>
                  <a:lnTo>
                    <a:pt x="837646" y="4634463"/>
                  </a:lnTo>
                  <a:lnTo>
                    <a:pt x="837754" y="4634463"/>
                  </a:lnTo>
                  <a:lnTo>
                    <a:pt x="837754" y="4633840"/>
                  </a:lnTo>
                  <a:lnTo>
                    <a:pt x="837863" y="4633840"/>
                  </a:lnTo>
                  <a:lnTo>
                    <a:pt x="837971" y="4633840"/>
                  </a:lnTo>
                  <a:lnTo>
                    <a:pt x="838080" y="4633840"/>
                  </a:lnTo>
                  <a:lnTo>
                    <a:pt x="838188" y="4633840"/>
                  </a:lnTo>
                  <a:lnTo>
                    <a:pt x="838297" y="4633840"/>
                  </a:lnTo>
                  <a:lnTo>
                    <a:pt x="838405" y="4633840"/>
                  </a:lnTo>
                  <a:lnTo>
                    <a:pt x="838514" y="4633840"/>
                  </a:lnTo>
                  <a:lnTo>
                    <a:pt x="838622" y="4633840"/>
                  </a:lnTo>
                  <a:lnTo>
                    <a:pt x="838622" y="4633216"/>
                  </a:lnTo>
                  <a:lnTo>
                    <a:pt x="838730" y="4633216"/>
                  </a:lnTo>
                  <a:lnTo>
                    <a:pt x="838839" y="4633216"/>
                  </a:lnTo>
                  <a:lnTo>
                    <a:pt x="838947" y="4633216"/>
                  </a:lnTo>
                  <a:lnTo>
                    <a:pt x="839056" y="4633216"/>
                  </a:lnTo>
                  <a:lnTo>
                    <a:pt x="839056" y="4632593"/>
                  </a:lnTo>
                  <a:lnTo>
                    <a:pt x="839056" y="4631969"/>
                  </a:lnTo>
                  <a:lnTo>
                    <a:pt x="839056" y="4631345"/>
                  </a:lnTo>
                  <a:lnTo>
                    <a:pt x="839164" y="4631345"/>
                  </a:lnTo>
                  <a:lnTo>
                    <a:pt x="839164" y="4630722"/>
                  </a:lnTo>
                  <a:lnTo>
                    <a:pt x="839273" y="4630722"/>
                  </a:lnTo>
                  <a:lnTo>
                    <a:pt x="839381" y="4630722"/>
                  </a:lnTo>
                  <a:lnTo>
                    <a:pt x="839490" y="4630722"/>
                  </a:lnTo>
                  <a:lnTo>
                    <a:pt x="839490" y="4630098"/>
                  </a:lnTo>
                  <a:lnTo>
                    <a:pt x="839598" y="4630098"/>
                  </a:lnTo>
                  <a:lnTo>
                    <a:pt x="839598" y="4629475"/>
                  </a:lnTo>
                  <a:lnTo>
                    <a:pt x="839707" y="4629475"/>
                  </a:lnTo>
                  <a:lnTo>
                    <a:pt x="839815" y="4629475"/>
                  </a:lnTo>
                  <a:lnTo>
                    <a:pt x="839923" y="4629475"/>
                  </a:lnTo>
                  <a:lnTo>
                    <a:pt x="839923" y="4628851"/>
                  </a:lnTo>
                  <a:lnTo>
                    <a:pt x="840032" y="4628851"/>
                  </a:lnTo>
                  <a:lnTo>
                    <a:pt x="840140" y="4628851"/>
                  </a:lnTo>
                  <a:lnTo>
                    <a:pt x="840249" y="4628851"/>
                  </a:lnTo>
                  <a:lnTo>
                    <a:pt x="840357" y="4628851"/>
                  </a:lnTo>
                  <a:lnTo>
                    <a:pt x="840466" y="4628851"/>
                  </a:lnTo>
                  <a:lnTo>
                    <a:pt x="840466" y="4628227"/>
                  </a:lnTo>
                  <a:lnTo>
                    <a:pt x="840466" y="4627604"/>
                  </a:lnTo>
                  <a:lnTo>
                    <a:pt x="840574" y="4627604"/>
                  </a:lnTo>
                  <a:lnTo>
                    <a:pt x="840574" y="4626980"/>
                  </a:lnTo>
                  <a:lnTo>
                    <a:pt x="840574" y="4626357"/>
                  </a:lnTo>
                  <a:lnTo>
                    <a:pt x="840574" y="4625733"/>
                  </a:lnTo>
                  <a:lnTo>
                    <a:pt x="840683" y="4625733"/>
                  </a:lnTo>
                  <a:lnTo>
                    <a:pt x="840791" y="4625733"/>
                  </a:lnTo>
                  <a:lnTo>
                    <a:pt x="840899" y="4625733"/>
                  </a:lnTo>
                  <a:lnTo>
                    <a:pt x="841008" y="4625733"/>
                  </a:lnTo>
                  <a:lnTo>
                    <a:pt x="841116" y="4625733"/>
                  </a:lnTo>
                  <a:lnTo>
                    <a:pt x="841116" y="4625110"/>
                  </a:lnTo>
                  <a:lnTo>
                    <a:pt x="841225" y="4625110"/>
                  </a:lnTo>
                  <a:lnTo>
                    <a:pt x="841333" y="4625110"/>
                  </a:lnTo>
                  <a:lnTo>
                    <a:pt x="841442" y="4625110"/>
                  </a:lnTo>
                  <a:lnTo>
                    <a:pt x="841550" y="4625110"/>
                  </a:lnTo>
                  <a:lnTo>
                    <a:pt x="841659" y="4625110"/>
                  </a:lnTo>
                  <a:lnTo>
                    <a:pt x="841767" y="4625110"/>
                  </a:lnTo>
                  <a:lnTo>
                    <a:pt x="841875" y="4625110"/>
                  </a:lnTo>
                  <a:lnTo>
                    <a:pt x="841984" y="4625110"/>
                  </a:lnTo>
                  <a:lnTo>
                    <a:pt x="841984" y="4624486"/>
                  </a:lnTo>
                  <a:lnTo>
                    <a:pt x="842092" y="4624486"/>
                  </a:lnTo>
                  <a:lnTo>
                    <a:pt x="842201" y="4624486"/>
                  </a:lnTo>
                  <a:lnTo>
                    <a:pt x="842201" y="4623862"/>
                  </a:lnTo>
                  <a:lnTo>
                    <a:pt x="842309" y="4623862"/>
                  </a:lnTo>
                  <a:lnTo>
                    <a:pt x="842309" y="4623239"/>
                  </a:lnTo>
                  <a:lnTo>
                    <a:pt x="842418" y="4623239"/>
                  </a:lnTo>
                  <a:lnTo>
                    <a:pt x="842526" y="4623239"/>
                  </a:lnTo>
                  <a:lnTo>
                    <a:pt x="842526" y="4622615"/>
                  </a:lnTo>
                  <a:lnTo>
                    <a:pt x="842526" y="4621992"/>
                  </a:lnTo>
                  <a:lnTo>
                    <a:pt x="842635" y="4621992"/>
                  </a:lnTo>
                  <a:lnTo>
                    <a:pt x="842635" y="4621368"/>
                  </a:lnTo>
                  <a:lnTo>
                    <a:pt x="842743" y="4621368"/>
                  </a:lnTo>
                  <a:lnTo>
                    <a:pt x="842743" y="4620744"/>
                  </a:lnTo>
                  <a:lnTo>
                    <a:pt x="842743" y="4620121"/>
                  </a:lnTo>
                  <a:lnTo>
                    <a:pt x="842851" y="4620121"/>
                  </a:lnTo>
                  <a:lnTo>
                    <a:pt x="842960" y="4620121"/>
                  </a:lnTo>
                  <a:lnTo>
                    <a:pt x="842960" y="4619497"/>
                  </a:lnTo>
                  <a:lnTo>
                    <a:pt x="842960" y="4618874"/>
                  </a:lnTo>
                  <a:lnTo>
                    <a:pt x="843068" y="4618874"/>
                  </a:lnTo>
                  <a:lnTo>
                    <a:pt x="843177" y="4618874"/>
                  </a:lnTo>
                  <a:lnTo>
                    <a:pt x="843285" y="4618874"/>
                  </a:lnTo>
                  <a:lnTo>
                    <a:pt x="843285" y="4618250"/>
                  </a:lnTo>
                  <a:lnTo>
                    <a:pt x="843394" y="4618250"/>
                  </a:lnTo>
                  <a:lnTo>
                    <a:pt x="843502" y="4618250"/>
                  </a:lnTo>
                  <a:lnTo>
                    <a:pt x="843502" y="4617627"/>
                  </a:lnTo>
                  <a:lnTo>
                    <a:pt x="843611" y="4617627"/>
                  </a:lnTo>
                  <a:lnTo>
                    <a:pt x="843719" y="4617627"/>
                  </a:lnTo>
                  <a:lnTo>
                    <a:pt x="843828" y="4617627"/>
                  </a:lnTo>
                  <a:lnTo>
                    <a:pt x="843936" y="4617627"/>
                  </a:lnTo>
                  <a:lnTo>
                    <a:pt x="844044" y="4617627"/>
                  </a:lnTo>
                  <a:lnTo>
                    <a:pt x="844153" y="4617627"/>
                  </a:lnTo>
                  <a:lnTo>
                    <a:pt x="844153" y="4617003"/>
                  </a:lnTo>
                  <a:lnTo>
                    <a:pt x="844261" y="4617003"/>
                  </a:lnTo>
                  <a:lnTo>
                    <a:pt x="844370" y="4617003"/>
                  </a:lnTo>
                  <a:lnTo>
                    <a:pt x="844478" y="4617003"/>
                  </a:lnTo>
                  <a:lnTo>
                    <a:pt x="844478" y="4616379"/>
                  </a:lnTo>
                  <a:lnTo>
                    <a:pt x="844478" y="4615756"/>
                  </a:lnTo>
                  <a:lnTo>
                    <a:pt x="844587" y="4615756"/>
                  </a:lnTo>
                  <a:lnTo>
                    <a:pt x="844695" y="4615756"/>
                  </a:lnTo>
                  <a:lnTo>
                    <a:pt x="844804" y="4615756"/>
                  </a:lnTo>
                  <a:lnTo>
                    <a:pt x="844912" y="4615756"/>
                  </a:lnTo>
                  <a:lnTo>
                    <a:pt x="845020" y="4615756"/>
                  </a:lnTo>
                  <a:lnTo>
                    <a:pt x="845129" y="4615756"/>
                  </a:lnTo>
                  <a:lnTo>
                    <a:pt x="845237" y="4615756"/>
                  </a:lnTo>
                  <a:lnTo>
                    <a:pt x="845346" y="4615756"/>
                  </a:lnTo>
                  <a:lnTo>
                    <a:pt x="845454" y="4615756"/>
                  </a:lnTo>
                  <a:lnTo>
                    <a:pt x="845454" y="4615132"/>
                  </a:lnTo>
                  <a:lnTo>
                    <a:pt x="845563" y="4615132"/>
                  </a:lnTo>
                  <a:lnTo>
                    <a:pt x="845671" y="4615132"/>
                  </a:lnTo>
                  <a:lnTo>
                    <a:pt x="845671" y="4614509"/>
                  </a:lnTo>
                  <a:lnTo>
                    <a:pt x="845780" y="4614509"/>
                  </a:lnTo>
                  <a:lnTo>
                    <a:pt x="845888" y="4614509"/>
                  </a:lnTo>
                  <a:lnTo>
                    <a:pt x="845996" y="4614509"/>
                  </a:lnTo>
                  <a:lnTo>
                    <a:pt x="846105" y="4614509"/>
                  </a:lnTo>
                  <a:lnTo>
                    <a:pt x="846105" y="4613885"/>
                  </a:lnTo>
                  <a:lnTo>
                    <a:pt x="846213" y="4613885"/>
                  </a:lnTo>
                  <a:lnTo>
                    <a:pt x="846322" y="4613885"/>
                  </a:lnTo>
                  <a:lnTo>
                    <a:pt x="846322" y="4613261"/>
                  </a:lnTo>
                  <a:lnTo>
                    <a:pt x="846322" y="4612638"/>
                  </a:lnTo>
                  <a:lnTo>
                    <a:pt x="846430" y="4612638"/>
                  </a:lnTo>
                  <a:lnTo>
                    <a:pt x="846539" y="4612638"/>
                  </a:lnTo>
                  <a:lnTo>
                    <a:pt x="846647" y="4612638"/>
                  </a:lnTo>
                  <a:lnTo>
                    <a:pt x="846647" y="4612014"/>
                  </a:lnTo>
                  <a:lnTo>
                    <a:pt x="846756" y="4612014"/>
                  </a:lnTo>
                  <a:lnTo>
                    <a:pt x="846864" y="4612014"/>
                  </a:lnTo>
                  <a:lnTo>
                    <a:pt x="846972" y="4612014"/>
                  </a:lnTo>
                  <a:lnTo>
                    <a:pt x="847081" y="4612014"/>
                  </a:lnTo>
                  <a:lnTo>
                    <a:pt x="847081" y="4611391"/>
                  </a:lnTo>
                  <a:lnTo>
                    <a:pt x="847189" y="4611391"/>
                  </a:lnTo>
                  <a:lnTo>
                    <a:pt x="847298" y="4611391"/>
                  </a:lnTo>
                  <a:lnTo>
                    <a:pt x="847406" y="4611391"/>
                  </a:lnTo>
                  <a:lnTo>
                    <a:pt x="847406" y="4610767"/>
                  </a:lnTo>
                  <a:lnTo>
                    <a:pt x="847515" y="4610767"/>
                  </a:lnTo>
                  <a:lnTo>
                    <a:pt x="847515" y="4610144"/>
                  </a:lnTo>
                  <a:lnTo>
                    <a:pt x="847623" y="4610144"/>
                  </a:lnTo>
                  <a:lnTo>
                    <a:pt x="847623" y="4609520"/>
                  </a:lnTo>
                  <a:lnTo>
                    <a:pt x="847732" y="4609520"/>
                  </a:lnTo>
                  <a:lnTo>
                    <a:pt x="847840" y="4609520"/>
                  </a:lnTo>
                  <a:lnTo>
                    <a:pt x="847949" y="4609520"/>
                  </a:lnTo>
                  <a:lnTo>
                    <a:pt x="847949" y="4608896"/>
                  </a:lnTo>
                  <a:lnTo>
                    <a:pt x="848057" y="4608896"/>
                  </a:lnTo>
                  <a:lnTo>
                    <a:pt x="848057" y="4608273"/>
                  </a:lnTo>
                  <a:lnTo>
                    <a:pt x="848057" y="4607649"/>
                  </a:lnTo>
                  <a:lnTo>
                    <a:pt x="848165" y="4607649"/>
                  </a:lnTo>
                  <a:lnTo>
                    <a:pt x="848165" y="4607026"/>
                  </a:lnTo>
                  <a:lnTo>
                    <a:pt x="848274" y="4607026"/>
                  </a:lnTo>
                  <a:lnTo>
                    <a:pt x="848382" y="4607026"/>
                  </a:lnTo>
                  <a:lnTo>
                    <a:pt x="848382" y="4606402"/>
                  </a:lnTo>
                  <a:lnTo>
                    <a:pt x="848382" y="4605779"/>
                  </a:lnTo>
                  <a:lnTo>
                    <a:pt x="848382" y="4605155"/>
                  </a:lnTo>
                  <a:lnTo>
                    <a:pt x="848382" y="4604531"/>
                  </a:lnTo>
                  <a:lnTo>
                    <a:pt x="848382" y="4603908"/>
                  </a:lnTo>
                  <a:lnTo>
                    <a:pt x="848491" y="4603908"/>
                  </a:lnTo>
                  <a:lnTo>
                    <a:pt x="848599" y="4603908"/>
                  </a:lnTo>
                  <a:lnTo>
                    <a:pt x="848708" y="4603908"/>
                  </a:lnTo>
                  <a:lnTo>
                    <a:pt x="848816" y="4603908"/>
                  </a:lnTo>
                  <a:lnTo>
                    <a:pt x="848925" y="4603908"/>
                  </a:lnTo>
                  <a:lnTo>
                    <a:pt x="849033" y="4603908"/>
                  </a:lnTo>
                  <a:lnTo>
                    <a:pt x="849141" y="4603908"/>
                  </a:lnTo>
                  <a:lnTo>
                    <a:pt x="849250" y="4603908"/>
                  </a:lnTo>
                  <a:lnTo>
                    <a:pt x="849250" y="4603284"/>
                  </a:lnTo>
                  <a:lnTo>
                    <a:pt x="849358" y="4603284"/>
                  </a:lnTo>
                  <a:lnTo>
                    <a:pt x="849467" y="4603284"/>
                  </a:lnTo>
                  <a:lnTo>
                    <a:pt x="849575" y="4603284"/>
                  </a:lnTo>
                  <a:lnTo>
                    <a:pt x="849684" y="4603284"/>
                  </a:lnTo>
                  <a:lnTo>
                    <a:pt x="849792" y="4603284"/>
                  </a:lnTo>
                  <a:lnTo>
                    <a:pt x="849901" y="4603284"/>
                  </a:lnTo>
                  <a:lnTo>
                    <a:pt x="849901" y="4602661"/>
                  </a:lnTo>
                  <a:lnTo>
                    <a:pt x="850009" y="4602661"/>
                  </a:lnTo>
                  <a:lnTo>
                    <a:pt x="850117" y="4602661"/>
                  </a:lnTo>
                  <a:lnTo>
                    <a:pt x="850117" y="4602037"/>
                  </a:lnTo>
                  <a:lnTo>
                    <a:pt x="850117" y="4601413"/>
                  </a:lnTo>
                  <a:lnTo>
                    <a:pt x="850226" y="4601413"/>
                  </a:lnTo>
                  <a:lnTo>
                    <a:pt x="850334" y="4601413"/>
                  </a:lnTo>
                  <a:lnTo>
                    <a:pt x="850443" y="4601413"/>
                  </a:lnTo>
                  <a:lnTo>
                    <a:pt x="850551" y="4601413"/>
                  </a:lnTo>
                  <a:lnTo>
                    <a:pt x="850660" y="4601413"/>
                  </a:lnTo>
                  <a:lnTo>
                    <a:pt x="850768" y="4601413"/>
                  </a:lnTo>
                  <a:lnTo>
                    <a:pt x="850877" y="4601413"/>
                  </a:lnTo>
                  <a:lnTo>
                    <a:pt x="850877" y="4600790"/>
                  </a:lnTo>
                  <a:lnTo>
                    <a:pt x="850877" y="4600166"/>
                  </a:lnTo>
                  <a:lnTo>
                    <a:pt x="850985" y="4600166"/>
                  </a:lnTo>
                  <a:lnTo>
                    <a:pt x="851093" y="4600166"/>
                  </a:lnTo>
                  <a:lnTo>
                    <a:pt x="851093" y="4599543"/>
                  </a:lnTo>
                  <a:lnTo>
                    <a:pt x="851202" y="4599543"/>
                  </a:lnTo>
                  <a:lnTo>
                    <a:pt x="851310" y="4599543"/>
                  </a:lnTo>
                  <a:lnTo>
                    <a:pt x="851419" y="4599543"/>
                  </a:lnTo>
                  <a:lnTo>
                    <a:pt x="851527" y="4599543"/>
                  </a:lnTo>
                  <a:lnTo>
                    <a:pt x="851636" y="4599543"/>
                  </a:lnTo>
                  <a:lnTo>
                    <a:pt x="851744" y="4599543"/>
                  </a:lnTo>
                  <a:lnTo>
                    <a:pt x="851853" y="4599543"/>
                  </a:lnTo>
                  <a:lnTo>
                    <a:pt x="851961" y="4599543"/>
                  </a:lnTo>
                  <a:lnTo>
                    <a:pt x="851961" y="4598919"/>
                  </a:lnTo>
                  <a:lnTo>
                    <a:pt x="852069" y="4598919"/>
                  </a:lnTo>
                  <a:lnTo>
                    <a:pt x="852178" y="4598919"/>
                  </a:lnTo>
                  <a:lnTo>
                    <a:pt x="852178" y="4598296"/>
                  </a:lnTo>
                  <a:lnTo>
                    <a:pt x="852286" y="4598296"/>
                  </a:lnTo>
                  <a:lnTo>
                    <a:pt x="852286" y="4597672"/>
                  </a:lnTo>
                  <a:lnTo>
                    <a:pt x="852395" y="4597672"/>
                  </a:lnTo>
                  <a:lnTo>
                    <a:pt x="852503" y="4597672"/>
                  </a:lnTo>
                  <a:lnTo>
                    <a:pt x="852503" y="4597048"/>
                  </a:lnTo>
                  <a:lnTo>
                    <a:pt x="852612" y="4597048"/>
                  </a:lnTo>
                  <a:lnTo>
                    <a:pt x="852720" y="4597048"/>
                  </a:lnTo>
                  <a:lnTo>
                    <a:pt x="852829" y="4597048"/>
                  </a:lnTo>
                  <a:lnTo>
                    <a:pt x="852829" y="4596425"/>
                  </a:lnTo>
                  <a:lnTo>
                    <a:pt x="852937" y="4596425"/>
                  </a:lnTo>
                  <a:lnTo>
                    <a:pt x="853046" y="4596425"/>
                  </a:lnTo>
                  <a:lnTo>
                    <a:pt x="853154" y="4596425"/>
                  </a:lnTo>
                  <a:lnTo>
                    <a:pt x="853262" y="4596425"/>
                  </a:lnTo>
                  <a:lnTo>
                    <a:pt x="853371" y="4596425"/>
                  </a:lnTo>
                  <a:lnTo>
                    <a:pt x="853371" y="4595801"/>
                  </a:lnTo>
                  <a:lnTo>
                    <a:pt x="853479" y="4595801"/>
                  </a:lnTo>
                  <a:lnTo>
                    <a:pt x="853588" y="4595801"/>
                  </a:lnTo>
                  <a:lnTo>
                    <a:pt x="853588" y="4595178"/>
                  </a:lnTo>
                  <a:lnTo>
                    <a:pt x="853588" y="4594554"/>
                  </a:lnTo>
                  <a:lnTo>
                    <a:pt x="853588" y="4593930"/>
                  </a:lnTo>
                  <a:lnTo>
                    <a:pt x="853696" y="4593930"/>
                  </a:lnTo>
                  <a:lnTo>
                    <a:pt x="853805" y="4593930"/>
                  </a:lnTo>
                  <a:lnTo>
                    <a:pt x="853913" y="4593930"/>
                  </a:lnTo>
                  <a:lnTo>
                    <a:pt x="854022" y="4593930"/>
                  </a:lnTo>
                  <a:lnTo>
                    <a:pt x="854130" y="4593930"/>
                  </a:lnTo>
                  <a:lnTo>
                    <a:pt x="854238" y="4593930"/>
                  </a:lnTo>
                  <a:lnTo>
                    <a:pt x="854347" y="4593930"/>
                  </a:lnTo>
                  <a:lnTo>
                    <a:pt x="854455" y="4593930"/>
                  </a:lnTo>
                  <a:lnTo>
                    <a:pt x="854564" y="4593930"/>
                  </a:lnTo>
                  <a:lnTo>
                    <a:pt x="854672" y="4593930"/>
                  </a:lnTo>
                  <a:lnTo>
                    <a:pt x="854781" y="4593930"/>
                  </a:lnTo>
                  <a:lnTo>
                    <a:pt x="854889" y="4593930"/>
                  </a:lnTo>
                  <a:lnTo>
                    <a:pt x="854998" y="4593930"/>
                  </a:lnTo>
                  <a:lnTo>
                    <a:pt x="854998" y="4593307"/>
                  </a:lnTo>
                  <a:lnTo>
                    <a:pt x="855106" y="4593307"/>
                  </a:lnTo>
                  <a:lnTo>
                    <a:pt x="855214" y="4593307"/>
                  </a:lnTo>
                  <a:lnTo>
                    <a:pt x="855323" y="4593307"/>
                  </a:lnTo>
                  <a:lnTo>
                    <a:pt x="855431" y="4593307"/>
                  </a:lnTo>
                  <a:lnTo>
                    <a:pt x="855540" y="4593307"/>
                  </a:lnTo>
                  <a:lnTo>
                    <a:pt x="855648" y="4593307"/>
                  </a:lnTo>
                  <a:lnTo>
                    <a:pt x="855757" y="4593307"/>
                  </a:lnTo>
                  <a:lnTo>
                    <a:pt x="855865" y="4593307"/>
                  </a:lnTo>
                  <a:lnTo>
                    <a:pt x="855974" y="4593307"/>
                  </a:lnTo>
                  <a:lnTo>
                    <a:pt x="856082" y="4593307"/>
                  </a:lnTo>
                  <a:lnTo>
                    <a:pt x="856190" y="4593307"/>
                  </a:lnTo>
                  <a:lnTo>
                    <a:pt x="856299" y="4593307"/>
                  </a:lnTo>
                  <a:lnTo>
                    <a:pt x="856407" y="4593307"/>
                  </a:lnTo>
                  <a:lnTo>
                    <a:pt x="856516" y="4593307"/>
                  </a:lnTo>
                  <a:lnTo>
                    <a:pt x="856624" y="4593307"/>
                  </a:lnTo>
                  <a:lnTo>
                    <a:pt x="856733" y="4593307"/>
                  </a:lnTo>
                  <a:lnTo>
                    <a:pt x="856841" y="4593307"/>
                  </a:lnTo>
                  <a:lnTo>
                    <a:pt x="856950" y="4593307"/>
                  </a:lnTo>
                  <a:lnTo>
                    <a:pt x="857058" y="4593307"/>
                  </a:lnTo>
                  <a:lnTo>
                    <a:pt x="857058" y="4592683"/>
                  </a:lnTo>
                  <a:lnTo>
                    <a:pt x="857167" y="4592683"/>
                  </a:lnTo>
                  <a:lnTo>
                    <a:pt x="857275" y="4592683"/>
                  </a:lnTo>
                  <a:lnTo>
                    <a:pt x="857383" y="4592683"/>
                  </a:lnTo>
                  <a:lnTo>
                    <a:pt x="857492" y="4592683"/>
                  </a:lnTo>
                  <a:lnTo>
                    <a:pt x="857492" y="4592060"/>
                  </a:lnTo>
                  <a:lnTo>
                    <a:pt x="857492" y="4591436"/>
                  </a:lnTo>
                  <a:lnTo>
                    <a:pt x="857492" y="4590813"/>
                  </a:lnTo>
                  <a:lnTo>
                    <a:pt x="857492" y="4590189"/>
                  </a:lnTo>
                  <a:lnTo>
                    <a:pt x="857492" y="4589565"/>
                  </a:lnTo>
                  <a:lnTo>
                    <a:pt x="857600" y="4589565"/>
                  </a:lnTo>
                  <a:lnTo>
                    <a:pt x="857709" y="4589565"/>
                  </a:lnTo>
                  <a:lnTo>
                    <a:pt x="857817" y="4589565"/>
                  </a:lnTo>
                  <a:lnTo>
                    <a:pt x="857926" y="4589565"/>
                  </a:lnTo>
                  <a:lnTo>
                    <a:pt x="858034" y="4589565"/>
                  </a:lnTo>
                  <a:lnTo>
                    <a:pt x="858034" y="4588942"/>
                  </a:lnTo>
                  <a:lnTo>
                    <a:pt x="858143" y="4588942"/>
                  </a:lnTo>
                  <a:lnTo>
                    <a:pt x="858143" y="4588318"/>
                  </a:lnTo>
                  <a:lnTo>
                    <a:pt x="858251" y="4588318"/>
                  </a:lnTo>
                  <a:lnTo>
                    <a:pt x="858359" y="4588318"/>
                  </a:lnTo>
                  <a:lnTo>
                    <a:pt x="858468" y="4588318"/>
                  </a:lnTo>
                  <a:lnTo>
                    <a:pt x="858576" y="4588318"/>
                  </a:lnTo>
                  <a:lnTo>
                    <a:pt x="858685" y="4588318"/>
                  </a:lnTo>
                  <a:lnTo>
                    <a:pt x="858793" y="4588318"/>
                  </a:lnTo>
                  <a:lnTo>
                    <a:pt x="858902" y="4588318"/>
                  </a:lnTo>
                  <a:lnTo>
                    <a:pt x="859010" y="4588318"/>
                  </a:lnTo>
                  <a:lnTo>
                    <a:pt x="859119" y="4588318"/>
                  </a:lnTo>
                  <a:lnTo>
                    <a:pt x="859227" y="4588318"/>
                  </a:lnTo>
                  <a:lnTo>
                    <a:pt x="859335" y="4588318"/>
                  </a:lnTo>
                  <a:lnTo>
                    <a:pt x="859444" y="4588318"/>
                  </a:lnTo>
                  <a:lnTo>
                    <a:pt x="859552" y="4588318"/>
                  </a:lnTo>
                  <a:lnTo>
                    <a:pt x="859661" y="4588318"/>
                  </a:lnTo>
                  <a:lnTo>
                    <a:pt x="859769" y="4588318"/>
                  </a:lnTo>
                  <a:lnTo>
                    <a:pt x="859878" y="4588318"/>
                  </a:lnTo>
                  <a:lnTo>
                    <a:pt x="859986" y="4588318"/>
                  </a:lnTo>
                  <a:lnTo>
                    <a:pt x="859986" y="4587695"/>
                  </a:lnTo>
                  <a:lnTo>
                    <a:pt x="859986" y="4587071"/>
                  </a:lnTo>
                  <a:lnTo>
                    <a:pt x="860095" y="4587071"/>
                  </a:lnTo>
                  <a:lnTo>
                    <a:pt x="860095" y="4586447"/>
                  </a:lnTo>
                  <a:lnTo>
                    <a:pt x="860203" y="4586447"/>
                  </a:lnTo>
                  <a:lnTo>
                    <a:pt x="860203" y="4585824"/>
                  </a:lnTo>
                  <a:lnTo>
                    <a:pt x="860311" y="4585824"/>
                  </a:lnTo>
                  <a:lnTo>
                    <a:pt x="860420" y="4585824"/>
                  </a:lnTo>
                  <a:lnTo>
                    <a:pt x="860528" y="4585824"/>
                  </a:lnTo>
                  <a:lnTo>
                    <a:pt x="860637" y="4585824"/>
                  </a:lnTo>
                  <a:lnTo>
                    <a:pt x="860745" y="4585824"/>
                  </a:lnTo>
                  <a:lnTo>
                    <a:pt x="860854" y="4585824"/>
                  </a:lnTo>
                  <a:lnTo>
                    <a:pt x="860962" y="4585824"/>
                  </a:lnTo>
                  <a:lnTo>
                    <a:pt x="861071" y="4585824"/>
                  </a:lnTo>
                  <a:lnTo>
                    <a:pt x="861179" y="4585824"/>
                  </a:lnTo>
                  <a:lnTo>
                    <a:pt x="861288" y="4585824"/>
                  </a:lnTo>
                  <a:lnTo>
                    <a:pt x="861396" y="4585824"/>
                  </a:lnTo>
                  <a:lnTo>
                    <a:pt x="861504" y="4585824"/>
                  </a:lnTo>
                  <a:lnTo>
                    <a:pt x="861613" y="4585824"/>
                  </a:lnTo>
                  <a:lnTo>
                    <a:pt x="861613" y="4585200"/>
                  </a:lnTo>
                  <a:lnTo>
                    <a:pt x="861721" y="4585200"/>
                  </a:lnTo>
                  <a:lnTo>
                    <a:pt x="861830" y="4585200"/>
                  </a:lnTo>
                  <a:lnTo>
                    <a:pt x="861830" y="4584577"/>
                  </a:lnTo>
                  <a:lnTo>
                    <a:pt x="861830" y="4583953"/>
                  </a:lnTo>
                  <a:lnTo>
                    <a:pt x="861938" y="4583953"/>
                  </a:lnTo>
                  <a:lnTo>
                    <a:pt x="861938" y="4583330"/>
                  </a:lnTo>
                  <a:lnTo>
                    <a:pt x="862047" y="4583330"/>
                  </a:lnTo>
                  <a:lnTo>
                    <a:pt x="862155" y="4583330"/>
                  </a:lnTo>
                  <a:lnTo>
                    <a:pt x="862264" y="4583330"/>
                  </a:lnTo>
                  <a:lnTo>
                    <a:pt x="862264" y="4582706"/>
                  </a:lnTo>
                  <a:lnTo>
                    <a:pt x="862372" y="4582706"/>
                  </a:lnTo>
                  <a:lnTo>
                    <a:pt x="862480" y="4582706"/>
                  </a:lnTo>
                  <a:lnTo>
                    <a:pt x="862589" y="4582706"/>
                  </a:lnTo>
                  <a:lnTo>
                    <a:pt x="862697" y="4582706"/>
                  </a:lnTo>
                  <a:lnTo>
                    <a:pt x="862806" y="4582706"/>
                  </a:lnTo>
                  <a:lnTo>
                    <a:pt x="862914" y="4582706"/>
                  </a:lnTo>
                  <a:lnTo>
                    <a:pt x="863023" y="4582706"/>
                  </a:lnTo>
                  <a:lnTo>
                    <a:pt x="863131" y="4582706"/>
                  </a:lnTo>
                  <a:lnTo>
                    <a:pt x="863240" y="4582706"/>
                  </a:lnTo>
                  <a:lnTo>
                    <a:pt x="863240" y="4582082"/>
                  </a:lnTo>
                  <a:lnTo>
                    <a:pt x="863348" y="4582082"/>
                  </a:lnTo>
                  <a:lnTo>
                    <a:pt x="863348" y="4581459"/>
                  </a:lnTo>
                  <a:lnTo>
                    <a:pt x="863456" y="4581459"/>
                  </a:lnTo>
                  <a:lnTo>
                    <a:pt x="863456" y="4580835"/>
                  </a:lnTo>
                  <a:lnTo>
                    <a:pt x="863456" y="4580212"/>
                  </a:lnTo>
                  <a:lnTo>
                    <a:pt x="863565" y="4580212"/>
                  </a:lnTo>
                  <a:lnTo>
                    <a:pt x="863673" y="4580212"/>
                  </a:lnTo>
                  <a:lnTo>
                    <a:pt x="863782" y="4580212"/>
                  </a:lnTo>
                  <a:lnTo>
                    <a:pt x="863890" y="4580212"/>
                  </a:lnTo>
                  <a:lnTo>
                    <a:pt x="863999" y="4580212"/>
                  </a:lnTo>
                  <a:lnTo>
                    <a:pt x="863999" y="4579588"/>
                  </a:lnTo>
                  <a:lnTo>
                    <a:pt x="864107" y="4579588"/>
                  </a:lnTo>
                  <a:lnTo>
                    <a:pt x="864216" y="4579588"/>
                  </a:lnTo>
                  <a:lnTo>
                    <a:pt x="864324" y="4579588"/>
                  </a:lnTo>
                  <a:lnTo>
                    <a:pt x="864432" y="4579588"/>
                  </a:lnTo>
                  <a:lnTo>
                    <a:pt x="864541" y="4579588"/>
                  </a:lnTo>
                  <a:lnTo>
                    <a:pt x="864649" y="4579588"/>
                  </a:lnTo>
                  <a:lnTo>
                    <a:pt x="864758" y="4579588"/>
                  </a:lnTo>
                  <a:lnTo>
                    <a:pt x="864866" y="4579588"/>
                  </a:lnTo>
                  <a:lnTo>
                    <a:pt x="864975" y="4579588"/>
                  </a:lnTo>
                  <a:lnTo>
                    <a:pt x="864975" y="4578964"/>
                  </a:lnTo>
                  <a:lnTo>
                    <a:pt x="865083" y="4578964"/>
                  </a:lnTo>
                  <a:lnTo>
                    <a:pt x="865192" y="4578964"/>
                  </a:lnTo>
                  <a:lnTo>
                    <a:pt x="865192" y="4578341"/>
                  </a:lnTo>
                  <a:lnTo>
                    <a:pt x="865192" y="4577717"/>
                  </a:lnTo>
                  <a:lnTo>
                    <a:pt x="865300" y="4577717"/>
                  </a:lnTo>
                  <a:lnTo>
                    <a:pt x="865409" y="4577717"/>
                  </a:lnTo>
                  <a:lnTo>
                    <a:pt x="865409" y="4577094"/>
                  </a:lnTo>
                  <a:lnTo>
                    <a:pt x="865409" y="4576470"/>
                  </a:lnTo>
                  <a:lnTo>
                    <a:pt x="865517" y="4576470"/>
                  </a:lnTo>
                  <a:lnTo>
                    <a:pt x="865625" y="4576470"/>
                  </a:lnTo>
                  <a:lnTo>
                    <a:pt x="865734" y="4576470"/>
                  </a:lnTo>
                  <a:lnTo>
                    <a:pt x="865842" y="4576470"/>
                  </a:lnTo>
                  <a:lnTo>
                    <a:pt x="865842" y="4575847"/>
                  </a:lnTo>
                  <a:lnTo>
                    <a:pt x="865842" y="4575223"/>
                  </a:lnTo>
                  <a:lnTo>
                    <a:pt x="865951" y="4575223"/>
                  </a:lnTo>
                  <a:lnTo>
                    <a:pt x="866059" y="4575223"/>
                  </a:lnTo>
                  <a:lnTo>
                    <a:pt x="866168" y="4575223"/>
                  </a:lnTo>
                  <a:lnTo>
                    <a:pt x="866276" y="4575223"/>
                  </a:lnTo>
                  <a:lnTo>
                    <a:pt x="866385" y="4575223"/>
                  </a:lnTo>
                  <a:lnTo>
                    <a:pt x="866493" y="4575223"/>
                  </a:lnTo>
                  <a:lnTo>
                    <a:pt x="866601" y="4575223"/>
                  </a:lnTo>
                  <a:lnTo>
                    <a:pt x="866710" y="4575223"/>
                  </a:lnTo>
                  <a:lnTo>
                    <a:pt x="866818" y="4575223"/>
                  </a:lnTo>
                  <a:lnTo>
                    <a:pt x="866927" y="4575223"/>
                  </a:lnTo>
                  <a:lnTo>
                    <a:pt x="866927" y="4574599"/>
                  </a:lnTo>
                  <a:lnTo>
                    <a:pt x="866927" y="4573976"/>
                  </a:lnTo>
                  <a:lnTo>
                    <a:pt x="867035" y="4573976"/>
                  </a:lnTo>
                  <a:lnTo>
                    <a:pt x="867144" y="4573976"/>
                  </a:lnTo>
                  <a:lnTo>
                    <a:pt x="867252" y="4573976"/>
                  </a:lnTo>
                  <a:lnTo>
                    <a:pt x="867252" y="4573352"/>
                  </a:lnTo>
                  <a:lnTo>
                    <a:pt x="867252" y="4572729"/>
                  </a:lnTo>
                  <a:lnTo>
                    <a:pt x="867252" y="4572105"/>
                  </a:lnTo>
                  <a:lnTo>
                    <a:pt x="867361" y="4572105"/>
                  </a:lnTo>
                  <a:lnTo>
                    <a:pt x="867469" y="4572105"/>
                  </a:lnTo>
                  <a:lnTo>
                    <a:pt x="867577" y="4572105"/>
                  </a:lnTo>
                  <a:lnTo>
                    <a:pt x="867686" y="4572105"/>
                  </a:lnTo>
                  <a:lnTo>
                    <a:pt x="867794" y="4572105"/>
                  </a:lnTo>
                  <a:lnTo>
                    <a:pt x="867903" y="4572105"/>
                  </a:lnTo>
                  <a:lnTo>
                    <a:pt x="868011" y="4572105"/>
                  </a:lnTo>
                  <a:lnTo>
                    <a:pt x="868011" y="4571481"/>
                  </a:lnTo>
                  <a:lnTo>
                    <a:pt x="868011" y="4570858"/>
                  </a:lnTo>
                  <a:lnTo>
                    <a:pt x="868120" y="4570858"/>
                  </a:lnTo>
                  <a:lnTo>
                    <a:pt x="868120" y="4570234"/>
                  </a:lnTo>
                  <a:lnTo>
                    <a:pt x="868228" y="4570234"/>
                  </a:lnTo>
                  <a:lnTo>
                    <a:pt x="868228" y="4569611"/>
                  </a:lnTo>
                  <a:lnTo>
                    <a:pt x="868337" y="4569611"/>
                  </a:lnTo>
                  <a:lnTo>
                    <a:pt x="868445" y="4569611"/>
                  </a:lnTo>
                  <a:lnTo>
                    <a:pt x="868445" y="4568987"/>
                  </a:lnTo>
                  <a:lnTo>
                    <a:pt x="868553" y="4568987"/>
                  </a:lnTo>
                  <a:lnTo>
                    <a:pt x="868662" y="4568987"/>
                  </a:lnTo>
                  <a:lnTo>
                    <a:pt x="868770" y="4568987"/>
                  </a:lnTo>
                  <a:lnTo>
                    <a:pt x="868879" y="4568987"/>
                  </a:lnTo>
                  <a:lnTo>
                    <a:pt x="868987" y="4568987"/>
                  </a:lnTo>
                  <a:lnTo>
                    <a:pt x="869096" y="4568987"/>
                  </a:lnTo>
                  <a:lnTo>
                    <a:pt x="869204" y="4568987"/>
                  </a:lnTo>
                  <a:lnTo>
                    <a:pt x="869313" y="4568987"/>
                  </a:lnTo>
                  <a:lnTo>
                    <a:pt x="869421" y="4568987"/>
                  </a:lnTo>
                  <a:lnTo>
                    <a:pt x="869530" y="4568987"/>
                  </a:lnTo>
                  <a:lnTo>
                    <a:pt x="869638" y="4568987"/>
                  </a:lnTo>
                  <a:lnTo>
                    <a:pt x="869746" y="4568987"/>
                  </a:lnTo>
                  <a:lnTo>
                    <a:pt x="869855" y="4568987"/>
                  </a:lnTo>
                  <a:lnTo>
                    <a:pt x="869963" y="4568987"/>
                  </a:lnTo>
                  <a:lnTo>
                    <a:pt x="870072" y="4568987"/>
                  </a:lnTo>
                  <a:lnTo>
                    <a:pt x="870072" y="4568364"/>
                  </a:lnTo>
                  <a:lnTo>
                    <a:pt x="870180" y="4568364"/>
                  </a:lnTo>
                  <a:lnTo>
                    <a:pt x="870289" y="4568364"/>
                  </a:lnTo>
                  <a:lnTo>
                    <a:pt x="870289" y="4567740"/>
                  </a:lnTo>
                  <a:lnTo>
                    <a:pt x="870397" y="4567740"/>
                  </a:lnTo>
                  <a:lnTo>
                    <a:pt x="870506" y="4567740"/>
                  </a:lnTo>
                  <a:lnTo>
                    <a:pt x="870506" y="4567116"/>
                  </a:lnTo>
                  <a:lnTo>
                    <a:pt x="870614" y="4567116"/>
                  </a:lnTo>
                  <a:lnTo>
                    <a:pt x="870722" y="4567116"/>
                  </a:lnTo>
                  <a:lnTo>
                    <a:pt x="870831" y="4567116"/>
                  </a:lnTo>
                  <a:lnTo>
                    <a:pt x="870939" y="4567116"/>
                  </a:lnTo>
                  <a:lnTo>
                    <a:pt x="871048" y="4567116"/>
                  </a:lnTo>
                  <a:lnTo>
                    <a:pt x="871048" y="4566493"/>
                  </a:lnTo>
                  <a:lnTo>
                    <a:pt x="871048" y="4565869"/>
                  </a:lnTo>
                  <a:lnTo>
                    <a:pt x="871048" y="4565246"/>
                  </a:lnTo>
                  <a:lnTo>
                    <a:pt x="871156" y="4565246"/>
                  </a:lnTo>
                  <a:lnTo>
                    <a:pt x="871156" y="4564622"/>
                  </a:lnTo>
                  <a:lnTo>
                    <a:pt x="871265" y="4564622"/>
                  </a:lnTo>
                  <a:lnTo>
                    <a:pt x="871373" y="4564622"/>
                  </a:lnTo>
                  <a:lnTo>
                    <a:pt x="871482" y="4564622"/>
                  </a:lnTo>
                  <a:lnTo>
                    <a:pt x="871590" y="4564622"/>
                  </a:lnTo>
                  <a:lnTo>
                    <a:pt x="871590" y="4563998"/>
                  </a:lnTo>
                  <a:lnTo>
                    <a:pt x="871698" y="4563998"/>
                  </a:lnTo>
                  <a:lnTo>
                    <a:pt x="871807" y="4563998"/>
                  </a:lnTo>
                  <a:lnTo>
                    <a:pt x="871915" y="4563998"/>
                  </a:lnTo>
                  <a:lnTo>
                    <a:pt x="872024" y="4563998"/>
                  </a:lnTo>
                  <a:lnTo>
                    <a:pt x="872024" y="4563375"/>
                  </a:lnTo>
                  <a:lnTo>
                    <a:pt x="872132" y="4563375"/>
                  </a:lnTo>
                  <a:lnTo>
                    <a:pt x="872241" y="4563375"/>
                  </a:lnTo>
                  <a:lnTo>
                    <a:pt x="872349" y="4563375"/>
                  </a:lnTo>
                  <a:lnTo>
                    <a:pt x="872458" y="4563375"/>
                  </a:lnTo>
                  <a:lnTo>
                    <a:pt x="872566" y="4563375"/>
                  </a:lnTo>
                  <a:lnTo>
                    <a:pt x="872566" y="4562751"/>
                  </a:lnTo>
                  <a:lnTo>
                    <a:pt x="872674" y="4562751"/>
                  </a:lnTo>
                  <a:lnTo>
                    <a:pt x="872783" y="4562751"/>
                  </a:lnTo>
                  <a:lnTo>
                    <a:pt x="872891" y="4562751"/>
                  </a:lnTo>
                  <a:lnTo>
                    <a:pt x="873000" y="4562751"/>
                  </a:lnTo>
                  <a:lnTo>
                    <a:pt x="873108" y="4562751"/>
                  </a:lnTo>
                  <a:lnTo>
                    <a:pt x="873217" y="4562751"/>
                  </a:lnTo>
                  <a:lnTo>
                    <a:pt x="873325" y="4562751"/>
                  </a:lnTo>
                  <a:lnTo>
                    <a:pt x="873434" y="4562751"/>
                  </a:lnTo>
                  <a:lnTo>
                    <a:pt x="873542" y="4562751"/>
                  </a:lnTo>
                  <a:lnTo>
                    <a:pt x="873542" y="4562128"/>
                  </a:lnTo>
                  <a:lnTo>
                    <a:pt x="873650" y="4562128"/>
                  </a:lnTo>
                  <a:lnTo>
                    <a:pt x="873650" y="4561504"/>
                  </a:lnTo>
                  <a:lnTo>
                    <a:pt x="873650" y="4560881"/>
                  </a:lnTo>
                  <a:lnTo>
                    <a:pt x="873650" y="4560257"/>
                  </a:lnTo>
                  <a:lnTo>
                    <a:pt x="873759" y="4560257"/>
                  </a:lnTo>
                  <a:lnTo>
                    <a:pt x="873759" y="4559633"/>
                  </a:lnTo>
                  <a:lnTo>
                    <a:pt x="873867" y="4559633"/>
                  </a:lnTo>
                  <a:lnTo>
                    <a:pt x="873867" y="4559010"/>
                  </a:lnTo>
                  <a:lnTo>
                    <a:pt x="873976" y="4559010"/>
                  </a:lnTo>
                  <a:lnTo>
                    <a:pt x="874084" y="4559010"/>
                  </a:lnTo>
                  <a:lnTo>
                    <a:pt x="874084" y="4558386"/>
                  </a:lnTo>
                  <a:lnTo>
                    <a:pt x="874193" y="4558386"/>
                  </a:lnTo>
                  <a:lnTo>
                    <a:pt x="874301" y="4558386"/>
                  </a:lnTo>
                  <a:lnTo>
                    <a:pt x="874410" y="4558386"/>
                  </a:lnTo>
                  <a:lnTo>
                    <a:pt x="874518" y="4558386"/>
                  </a:lnTo>
                  <a:lnTo>
                    <a:pt x="874627" y="4558386"/>
                  </a:lnTo>
                  <a:lnTo>
                    <a:pt x="874735" y="4558386"/>
                  </a:lnTo>
                  <a:lnTo>
                    <a:pt x="874843" y="4558386"/>
                  </a:lnTo>
                  <a:lnTo>
                    <a:pt x="874952" y="4558386"/>
                  </a:lnTo>
                  <a:lnTo>
                    <a:pt x="875060" y="4558386"/>
                  </a:lnTo>
                  <a:lnTo>
                    <a:pt x="875169" y="4558386"/>
                  </a:lnTo>
                  <a:lnTo>
                    <a:pt x="875169" y="4557763"/>
                  </a:lnTo>
                  <a:lnTo>
                    <a:pt x="875277" y="4557763"/>
                  </a:lnTo>
                  <a:lnTo>
                    <a:pt x="875386" y="4557763"/>
                  </a:lnTo>
                  <a:lnTo>
                    <a:pt x="875386" y="4557139"/>
                  </a:lnTo>
                  <a:lnTo>
                    <a:pt x="875494" y="4557139"/>
                  </a:lnTo>
                  <a:lnTo>
                    <a:pt x="875603" y="4557139"/>
                  </a:lnTo>
                  <a:lnTo>
                    <a:pt x="875711" y="4557139"/>
                  </a:lnTo>
                  <a:lnTo>
                    <a:pt x="875711" y="4556516"/>
                  </a:lnTo>
                  <a:lnTo>
                    <a:pt x="875711" y="4555892"/>
                  </a:lnTo>
                  <a:lnTo>
                    <a:pt x="875711" y="4555268"/>
                  </a:lnTo>
                  <a:lnTo>
                    <a:pt x="875711" y="4554645"/>
                  </a:lnTo>
                  <a:lnTo>
                    <a:pt x="875819" y="4554645"/>
                  </a:lnTo>
                  <a:lnTo>
                    <a:pt x="875928" y="4554645"/>
                  </a:lnTo>
                  <a:lnTo>
                    <a:pt x="876036" y="4554645"/>
                  </a:lnTo>
                  <a:lnTo>
                    <a:pt x="876145" y="4554645"/>
                  </a:lnTo>
                  <a:lnTo>
                    <a:pt x="876253" y="4554645"/>
                  </a:lnTo>
                  <a:lnTo>
                    <a:pt x="876362" y="4554645"/>
                  </a:lnTo>
                  <a:lnTo>
                    <a:pt x="876470" y="4554645"/>
                  </a:lnTo>
                  <a:lnTo>
                    <a:pt x="876470" y="4554021"/>
                  </a:lnTo>
                  <a:lnTo>
                    <a:pt x="876579" y="4554021"/>
                  </a:lnTo>
                  <a:lnTo>
                    <a:pt x="876687" y="4554021"/>
                  </a:lnTo>
                  <a:lnTo>
                    <a:pt x="876687" y="4553398"/>
                  </a:lnTo>
                  <a:lnTo>
                    <a:pt x="876687" y="4552774"/>
                  </a:lnTo>
                  <a:lnTo>
                    <a:pt x="876795" y="4552774"/>
                  </a:lnTo>
                  <a:lnTo>
                    <a:pt x="876904" y="4552774"/>
                  </a:lnTo>
                  <a:lnTo>
                    <a:pt x="877012" y="4552774"/>
                  </a:lnTo>
                  <a:lnTo>
                    <a:pt x="877012" y="4552150"/>
                  </a:lnTo>
                  <a:lnTo>
                    <a:pt x="877012" y="4551527"/>
                  </a:lnTo>
                  <a:lnTo>
                    <a:pt x="877121" y="4551527"/>
                  </a:lnTo>
                  <a:lnTo>
                    <a:pt x="877229" y="4551527"/>
                  </a:lnTo>
                  <a:lnTo>
                    <a:pt x="877229" y="4550903"/>
                  </a:lnTo>
                  <a:lnTo>
                    <a:pt x="877338" y="4550903"/>
                  </a:lnTo>
                  <a:lnTo>
                    <a:pt x="877446" y="4550903"/>
                  </a:lnTo>
                  <a:lnTo>
                    <a:pt x="877446" y="4550280"/>
                  </a:lnTo>
                  <a:lnTo>
                    <a:pt x="877555" y="4550280"/>
                  </a:lnTo>
                  <a:lnTo>
                    <a:pt x="877663" y="4550280"/>
                  </a:lnTo>
                  <a:lnTo>
                    <a:pt x="877771" y="4550280"/>
                  </a:lnTo>
                  <a:lnTo>
                    <a:pt x="877771" y="4549656"/>
                  </a:lnTo>
                  <a:lnTo>
                    <a:pt x="877880" y="4549656"/>
                  </a:lnTo>
                  <a:lnTo>
                    <a:pt x="877988" y="4549656"/>
                  </a:lnTo>
                  <a:lnTo>
                    <a:pt x="878097" y="4549656"/>
                  </a:lnTo>
                  <a:lnTo>
                    <a:pt x="878097" y="4549033"/>
                  </a:lnTo>
                  <a:lnTo>
                    <a:pt x="878205" y="4549033"/>
                  </a:lnTo>
                  <a:lnTo>
                    <a:pt x="878314" y="4549033"/>
                  </a:lnTo>
                  <a:lnTo>
                    <a:pt x="878314" y="4548409"/>
                  </a:lnTo>
                  <a:lnTo>
                    <a:pt x="878422" y="4548409"/>
                  </a:lnTo>
                  <a:lnTo>
                    <a:pt x="878531" y="4548409"/>
                  </a:lnTo>
                  <a:lnTo>
                    <a:pt x="878639" y="4548409"/>
                  </a:lnTo>
                  <a:lnTo>
                    <a:pt x="878748" y="4548409"/>
                  </a:lnTo>
                  <a:lnTo>
                    <a:pt x="878748" y="4547785"/>
                  </a:lnTo>
                  <a:lnTo>
                    <a:pt x="878856" y="4547785"/>
                  </a:lnTo>
                  <a:lnTo>
                    <a:pt x="878964" y="4547785"/>
                  </a:lnTo>
                  <a:lnTo>
                    <a:pt x="879073" y="4547785"/>
                  </a:lnTo>
                  <a:lnTo>
                    <a:pt x="879181" y="4547785"/>
                  </a:lnTo>
                  <a:lnTo>
                    <a:pt x="879290" y="4547785"/>
                  </a:lnTo>
                  <a:lnTo>
                    <a:pt x="879290" y="4547162"/>
                  </a:lnTo>
                  <a:lnTo>
                    <a:pt x="879398" y="4547162"/>
                  </a:lnTo>
                  <a:lnTo>
                    <a:pt x="879507" y="4547162"/>
                  </a:lnTo>
                  <a:lnTo>
                    <a:pt x="879615" y="4547162"/>
                  </a:lnTo>
                  <a:lnTo>
                    <a:pt x="879724" y="4547162"/>
                  </a:lnTo>
                  <a:lnTo>
                    <a:pt x="879832" y="4547162"/>
                  </a:lnTo>
                  <a:lnTo>
                    <a:pt x="879940" y="4547162"/>
                  </a:lnTo>
                  <a:lnTo>
                    <a:pt x="880049" y="4547162"/>
                  </a:lnTo>
                  <a:lnTo>
                    <a:pt x="880157" y="4547162"/>
                  </a:lnTo>
                  <a:lnTo>
                    <a:pt x="880266" y="4547162"/>
                  </a:lnTo>
                  <a:lnTo>
                    <a:pt x="880374" y="4547162"/>
                  </a:lnTo>
                  <a:lnTo>
                    <a:pt x="880483" y="4547162"/>
                  </a:lnTo>
                  <a:lnTo>
                    <a:pt x="880591" y="4547162"/>
                  </a:lnTo>
                  <a:lnTo>
                    <a:pt x="880700" y="4547162"/>
                  </a:lnTo>
                  <a:lnTo>
                    <a:pt x="880808" y="4547162"/>
                  </a:lnTo>
                  <a:lnTo>
                    <a:pt x="880916" y="4547162"/>
                  </a:lnTo>
                  <a:lnTo>
                    <a:pt x="880916" y="4546538"/>
                  </a:lnTo>
                  <a:lnTo>
                    <a:pt x="881025" y="4546538"/>
                  </a:lnTo>
                  <a:lnTo>
                    <a:pt x="881133" y="4546538"/>
                  </a:lnTo>
                  <a:lnTo>
                    <a:pt x="881242" y="4546538"/>
                  </a:lnTo>
                  <a:lnTo>
                    <a:pt x="881350" y="4546538"/>
                  </a:lnTo>
                  <a:lnTo>
                    <a:pt x="881350" y="4545915"/>
                  </a:lnTo>
                  <a:lnTo>
                    <a:pt x="881459" y="4545915"/>
                  </a:lnTo>
                  <a:lnTo>
                    <a:pt x="881567" y="4545915"/>
                  </a:lnTo>
                  <a:lnTo>
                    <a:pt x="881676" y="4545915"/>
                  </a:lnTo>
                  <a:lnTo>
                    <a:pt x="881676" y="4545291"/>
                  </a:lnTo>
                  <a:lnTo>
                    <a:pt x="881784" y="4545291"/>
                  </a:lnTo>
                  <a:lnTo>
                    <a:pt x="881892" y="4545291"/>
                  </a:lnTo>
                  <a:lnTo>
                    <a:pt x="881892" y="4544667"/>
                  </a:lnTo>
                  <a:lnTo>
                    <a:pt x="882001" y="4544667"/>
                  </a:lnTo>
                  <a:lnTo>
                    <a:pt x="882109" y="4544667"/>
                  </a:lnTo>
                  <a:lnTo>
                    <a:pt x="882218" y="4544667"/>
                  </a:lnTo>
                  <a:lnTo>
                    <a:pt x="882326" y="4544667"/>
                  </a:lnTo>
                  <a:lnTo>
                    <a:pt x="882326" y="4544044"/>
                  </a:lnTo>
                  <a:lnTo>
                    <a:pt x="882435" y="4544044"/>
                  </a:lnTo>
                  <a:lnTo>
                    <a:pt x="882543" y="4544044"/>
                  </a:lnTo>
                  <a:lnTo>
                    <a:pt x="882543" y="4543420"/>
                  </a:lnTo>
                  <a:lnTo>
                    <a:pt x="882652" y="4543420"/>
                  </a:lnTo>
                  <a:lnTo>
                    <a:pt x="882652" y="4542797"/>
                  </a:lnTo>
                  <a:lnTo>
                    <a:pt x="882760" y="4542797"/>
                  </a:lnTo>
                  <a:lnTo>
                    <a:pt x="882869" y="4542797"/>
                  </a:lnTo>
                  <a:lnTo>
                    <a:pt x="882977" y="4542797"/>
                  </a:lnTo>
                  <a:lnTo>
                    <a:pt x="883085" y="4542797"/>
                  </a:lnTo>
                  <a:lnTo>
                    <a:pt x="883194" y="4542797"/>
                  </a:lnTo>
                  <a:lnTo>
                    <a:pt x="883302" y="4542797"/>
                  </a:lnTo>
                  <a:lnTo>
                    <a:pt x="883411" y="4542797"/>
                  </a:lnTo>
                  <a:lnTo>
                    <a:pt x="883411" y="4542173"/>
                  </a:lnTo>
                  <a:lnTo>
                    <a:pt x="883519" y="4542173"/>
                  </a:lnTo>
                  <a:lnTo>
                    <a:pt x="883628" y="4542173"/>
                  </a:lnTo>
                  <a:lnTo>
                    <a:pt x="883628" y="4541550"/>
                  </a:lnTo>
                  <a:lnTo>
                    <a:pt x="883628" y="4540926"/>
                  </a:lnTo>
                  <a:lnTo>
                    <a:pt x="883736" y="4540926"/>
                  </a:lnTo>
                  <a:lnTo>
                    <a:pt x="883845" y="4540926"/>
                  </a:lnTo>
                  <a:lnTo>
                    <a:pt x="883953" y="4540926"/>
                  </a:lnTo>
                  <a:lnTo>
                    <a:pt x="884061" y="4540926"/>
                  </a:lnTo>
                  <a:lnTo>
                    <a:pt x="884170" y="4540926"/>
                  </a:lnTo>
                  <a:lnTo>
                    <a:pt x="884278" y="4540926"/>
                  </a:lnTo>
                  <a:lnTo>
                    <a:pt x="884278" y="4540302"/>
                  </a:lnTo>
                  <a:lnTo>
                    <a:pt x="884278" y="4539679"/>
                  </a:lnTo>
                  <a:lnTo>
                    <a:pt x="884278" y="4539055"/>
                  </a:lnTo>
                  <a:lnTo>
                    <a:pt x="884387" y="4539055"/>
                  </a:lnTo>
                  <a:lnTo>
                    <a:pt x="884387" y="4538432"/>
                  </a:lnTo>
                  <a:lnTo>
                    <a:pt x="884495" y="4538432"/>
                  </a:lnTo>
                  <a:lnTo>
                    <a:pt x="884495" y="4537808"/>
                  </a:lnTo>
                  <a:lnTo>
                    <a:pt x="884604" y="4537808"/>
                  </a:lnTo>
                  <a:lnTo>
                    <a:pt x="884712" y="4537808"/>
                  </a:lnTo>
                  <a:lnTo>
                    <a:pt x="884821" y="4537808"/>
                  </a:lnTo>
                  <a:lnTo>
                    <a:pt x="884929" y="4537808"/>
                  </a:lnTo>
                  <a:lnTo>
                    <a:pt x="885037" y="4537808"/>
                  </a:lnTo>
                  <a:lnTo>
                    <a:pt x="885146" y="4537808"/>
                  </a:lnTo>
                  <a:lnTo>
                    <a:pt x="885254" y="4537808"/>
                  </a:lnTo>
                  <a:lnTo>
                    <a:pt x="885363" y="4537808"/>
                  </a:lnTo>
                  <a:lnTo>
                    <a:pt x="885471" y="4537808"/>
                  </a:lnTo>
                  <a:lnTo>
                    <a:pt x="885580" y="4537808"/>
                  </a:lnTo>
                  <a:lnTo>
                    <a:pt x="885688" y="4537808"/>
                  </a:lnTo>
                  <a:lnTo>
                    <a:pt x="885688" y="4537184"/>
                  </a:lnTo>
                  <a:lnTo>
                    <a:pt x="885797" y="4537184"/>
                  </a:lnTo>
                  <a:lnTo>
                    <a:pt x="885905" y="4537184"/>
                  </a:lnTo>
                  <a:lnTo>
                    <a:pt x="886013" y="4537184"/>
                  </a:lnTo>
                  <a:lnTo>
                    <a:pt x="886122" y="4537184"/>
                  </a:lnTo>
                  <a:lnTo>
                    <a:pt x="886230" y="4537184"/>
                  </a:lnTo>
                  <a:lnTo>
                    <a:pt x="886339" y="4537184"/>
                  </a:lnTo>
                  <a:lnTo>
                    <a:pt x="886447" y="4537184"/>
                  </a:lnTo>
                  <a:lnTo>
                    <a:pt x="886556" y="4537184"/>
                  </a:lnTo>
                  <a:lnTo>
                    <a:pt x="886664" y="4537184"/>
                  </a:lnTo>
                  <a:lnTo>
                    <a:pt x="886664" y="4536561"/>
                  </a:lnTo>
                  <a:lnTo>
                    <a:pt x="886773" y="4536561"/>
                  </a:lnTo>
                  <a:lnTo>
                    <a:pt x="886881" y="4536561"/>
                  </a:lnTo>
                  <a:lnTo>
                    <a:pt x="886990" y="4536561"/>
                  </a:lnTo>
                  <a:lnTo>
                    <a:pt x="887098" y="4536561"/>
                  </a:lnTo>
                  <a:lnTo>
                    <a:pt x="887206" y="4536561"/>
                  </a:lnTo>
                  <a:lnTo>
                    <a:pt x="887206" y="4535937"/>
                  </a:lnTo>
                  <a:lnTo>
                    <a:pt x="887315" y="4535937"/>
                  </a:lnTo>
                  <a:lnTo>
                    <a:pt x="887423" y="4535937"/>
                  </a:lnTo>
                  <a:lnTo>
                    <a:pt x="887532" y="4535937"/>
                  </a:lnTo>
                  <a:lnTo>
                    <a:pt x="887640" y="4535937"/>
                  </a:lnTo>
                  <a:lnTo>
                    <a:pt x="887749" y="4535937"/>
                  </a:lnTo>
                  <a:lnTo>
                    <a:pt x="887857" y="4535937"/>
                  </a:lnTo>
                  <a:lnTo>
                    <a:pt x="887966" y="4535937"/>
                  </a:lnTo>
                  <a:lnTo>
                    <a:pt x="888074" y="4535937"/>
                  </a:lnTo>
                  <a:lnTo>
                    <a:pt x="888182" y="4535937"/>
                  </a:lnTo>
                  <a:lnTo>
                    <a:pt x="888291" y="4535937"/>
                  </a:lnTo>
                  <a:lnTo>
                    <a:pt x="888399" y="4535937"/>
                  </a:lnTo>
                  <a:lnTo>
                    <a:pt x="888508" y="4535937"/>
                  </a:lnTo>
                  <a:lnTo>
                    <a:pt x="888616" y="4535937"/>
                  </a:lnTo>
                  <a:lnTo>
                    <a:pt x="888725" y="4535937"/>
                  </a:lnTo>
                  <a:lnTo>
                    <a:pt x="888833" y="4535937"/>
                  </a:lnTo>
                  <a:lnTo>
                    <a:pt x="888942" y="4535937"/>
                  </a:lnTo>
                  <a:lnTo>
                    <a:pt x="889050" y="4535937"/>
                  </a:lnTo>
                  <a:lnTo>
                    <a:pt x="889158" y="4535937"/>
                  </a:lnTo>
                  <a:lnTo>
                    <a:pt x="889267" y="4535937"/>
                  </a:lnTo>
                  <a:lnTo>
                    <a:pt x="889375" y="4535937"/>
                  </a:lnTo>
                  <a:lnTo>
                    <a:pt x="889375" y="4535314"/>
                  </a:lnTo>
                  <a:lnTo>
                    <a:pt x="889484" y="4535314"/>
                  </a:lnTo>
                  <a:lnTo>
                    <a:pt x="889484" y="4534690"/>
                  </a:lnTo>
                  <a:lnTo>
                    <a:pt x="889592" y="4534690"/>
                  </a:lnTo>
                  <a:lnTo>
                    <a:pt x="889592" y="4534067"/>
                  </a:lnTo>
                  <a:lnTo>
                    <a:pt x="889592" y="4533443"/>
                  </a:lnTo>
                  <a:lnTo>
                    <a:pt x="889701" y="4533443"/>
                  </a:lnTo>
                  <a:lnTo>
                    <a:pt x="889701" y="4532819"/>
                  </a:lnTo>
                  <a:lnTo>
                    <a:pt x="889701" y="4532196"/>
                  </a:lnTo>
                  <a:lnTo>
                    <a:pt x="889809" y="4532196"/>
                  </a:lnTo>
                  <a:lnTo>
                    <a:pt x="889918" y="4532196"/>
                  </a:lnTo>
                  <a:lnTo>
                    <a:pt x="890026" y="4532196"/>
                  </a:lnTo>
                  <a:lnTo>
                    <a:pt x="890026" y="4531572"/>
                  </a:lnTo>
                  <a:lnTo>
                    <a:pt x="890134" y="4531572"/>
                  </a:lnTo>
                  <a:lnTo>
                    <a:pt x="890134" y="4530949"/>
                  </a:lnTo>
                  <a:lnTo>
                    <a:pt x="890243" y="4530949"/>
                  </a:lnTo>
                  <a:lnTo>
                    <a:pt x="890351" y="4530949"/>
                  </a:lnTo>
                  <a:lnTo>
                    <a:pt x="890460" y="4530949"/>
                  </a:lnTo>
                  <a:lnTo>
                    <a:pt x="890568" y="4530949"/>
                  </a:lnTo>
                  <a:lnTo>
                    <a:pt x="890677" y="4530949"/>
                  </a:lnTo>
                  <a:lnTo>
                    <a:pt x="890785" y="4530949"/>
                  </a:lnTo>
                  <a:lnTo>
                    <a:pt x="890894" y="4530949"/>
                  </a:lnTo>
                  <a:lnTo>
                    <a:pt x="891002" y="4530949"/>
                  </a:lnTo>
                  <a:lnTo>
                    <a:pt x="891111" y="4530949"/>
                  </a:lnTo>
                  <a:lnTo>
                    <a:pt x="891219" y="4530949"/>
                  </a:lnTo>
                  <a:lnTo>
                    <a:pt x="891327" y="4530949"/>
                  </a:lnTo>
                  <a:lnTo>
                    <a:pt x="891436" y="4530949"/>
                  </a:lnTo>
                  <a:lnTo>
                    <a:pt x="891544" y="4530949"/>
                  </a:lnTo>
                  <a:lnTo>
                    <a:pt x="891653" y="4530949"/>
                  </a:lnTo>
                  <a:lnTo>
                    <a:pt x="891761" y="4530949"/>
                  </a:lnTo>
                  <a:lnTo>
                    <a:pt x="891761" y="4530325"/>
                  </a:lnTo>
                  <a:lnTo>
                    <a:pt x="891870" y="4530325"/>
                  </a:lnTo>
                  <a:lnTo>
                    <a:pt x="891870" y="4529701"/>
                  </a:lnTo>
                  <a:lnTo>
                    <a:pt x="891978" y="4529701"/>
                  </a:lnTo>
                  <a:lnTo>
                    <a:pt x="892087" y="4529701"/>
                  </a:lnTo>
                  <a:lnTo>
                    <a:pt x="892195" y="4529701"/>
                  </a:lnTo>
                  <a:lnTo>
                    <a:pt x="892303" y="4529701"/>
                  </a:lnTo>
                  <a:lnTo>
                    <a:pt x="892412" y="4529701"/>
                  </a:lnTo>
                  <a:lnTo>
                    <a:pt x="892520" y="4529701"/>
                  </a:lnTo>
                  <a:lnTo>
                    <a:pt x="892520" y="4529078"/>
                  </a:lnTo>
                  <a:lnTo>
                    <a:pt x="892629" y="4529078"/>
                  </a:lnTo>
                  <a:lnTo>
                    <a:pt x="892737" y="4529078"/>
                  </a:lnTo>
                  <a:lnTo>
                    <a:pt x="892846" y="4529078"/>
                  </a:lnTo>
                  <a:lnTo>
                    <a:pt x="892954" y="4529078"/>
                  </a:lnTo>
                  <a:lnTo>
                    <a:pt x="893063" y="4529078"/>
                  </a:lnTo>
                  <a:lnTo>
                    <a:pt x="893063" y="4528454"/>
                  </a:lnTo>
                  <a:lnTo>
                    <a:pt x="893063" y="4527831"/>
                  </a:lnTo>
                  <a:lnTo>
                    <a:pt x="893171" y="4527831"/>
                  </a:lnTo>
                  <a:lnTo>
                    <a:pt x="893279" y="4527831"/>
                  </a:lnTo>
                  <a:lnTo>
                    <a:pt x="893388" y="4527831"/>
                  </a:lnTo>
                  <a:lnTo>
                    <a:pt x="893496" y="4527831"/>
                  </a:lnTo>
                  <a:lnTo>
                    <a:pt x="893605" y="4527831"/>
                  </a:lnTo>
                  <a:lnTo>
                    <a:pt x="893713" y="4527831"/>
                  </a:lnTo>
                  <a:lnTo>
                    <a:pt x="893822" y="4527831"/>
                  </a:lnTo>
                  <a:lnTo>
                    <a:pt x="893822" y="4527207"/>
                  </a:lnTo>
                  <a:lnTo>
                    <a:pt x="893822" y="4526584"/>
                  </a:lnTo>
                  <a:lnTo>
                    <a:pt x="893930" y="4526584"/>
                  </a:lnTo>
                  <a:lnTo>
                    <a:pt x="893930" y="4525960"/>
                  </a:lnTo>
                  <a:lnTo>
                    <a:pt x="894039" y="4525960"/>
                  </a:lnTo>
                  <a:lnTo>
                    <a:pt x="894039" y="4525336"/>
                  </a:lnTo>
                  <a:lnTo>
                    <a:pt x="894147" y="4525336"/>
                  </a:lnTo>
                  <a:lnTo>
                    <a:pt x="894147" y="4524713"/>
                  </a:lnTo>
                  <a:lnTo>
                    <a:pt x="894147" y="4524089"/>
                  </a:lnTo>
                  <a:lnTo>
                    <a:pt x="894255" y="4524089"/>
                  </a:lnTo>
                  <a:lnTo>
                    <a:pt x="894364" y="4524089"/>
                  </a:lnTo>
                  <a:lnTo>
                    <a:pt x="894472" y="4524089"/>
                  </a:lnTo>
                  <a:lnTo>
                    <a:pt x="894581" y="4524089"/>
                  </a:lnTo>
                  <a:lnTo>
                    <a:pt x="894689" y="4524089"/>
                  </a:lnTo>
                  <a:lnTo>
                    <a:pt x="894798" y="4524089"/>
                  </a:lnTo>
                  <a:lnTo>
                    <a:pt x="894906" y="4524089"/>
                  </a:lnTo>
                  <a:lnTo>
                    <a:pt x="895015" y="4524089"/>
                  </a:lnTo>
                  <a:lnTo>
                    <a:pt x="895123" y="4524089"/>
                  </a:lnTo>
                  <a:lnTo>
                    <a:pt x="895231" y="4524089"/>
                  </a:lnTo>
                  <a:lnTo>
                    <a:pt x="895340" y="4524089"/>
                  </a:lnTo>
                  <a:lnTo>
                    <a:pt x="895340" y="4523466"/>
                  </a:lnTo>
                  <a:lnTo>
                    <a:pt x="895448" y="4523466"/>
                  </a:lnTo>
                  <a:lnTo>
                    <a:pt x="895557" y="4523466"/>
                  </a:lnTo>
                  <a:lnTo>
                    <a:pt x="895665" y="4523466"/>
                  </a:lnTo>
                  <a:lnTo>
                    <a:pt x="895774" y="4523466"/>
                  </a:lnTo>
                  <a:lnTo>
                    <a:pt x="895774" y="4522842"/>
                  </a:lnTo>
                  <a:lnTo>
                    <a:pt x="895882" y="4522842"/>
                  </a:lnTo>
                  <a:lnTo>
                    <a:pt x="895991" y="4522842"/>
                  </a:lnTo>
                  <a:lnTo>
                    <a:pt x="895991" y="4522218"/>
                  </a:lnTo>
                  <a:lnTo>
                    <a:pt x="896099" y="4522218"/>
                  </a:lnTo>
                  <a:lnTo>
                    <a:pt x="896208" y="4522218"/>
                  </a:lnTo>
                  <a:lnTo>
                    <a:pt x="896316" y="4522218"/>
                  </a:lnTo>
                  <a:lnTo>
                    <a:pt x="896316" y="4521595"/>
                  </a:lnTo>
                  <a:lnTo>
                    <a:pt x="896316" y="4520971"/>
                  </a:lnTo>
                  <a:lnTo>
                    <a:pt x="896424" y="4520971"/>
                  </a:lnTo>
                  <a:lnTo>
                    <a:pt x="896533" y="4520971"/>
                  </a:lnTo>
                  <a:lnTo>
                    <a:pt x="896641" y="4520971"/>
                  </a:lnTo>
                  <a:lnTo>
                    <a:pt x="896750" y="4520971"/>
                  </a:lnTo>
                  <a:lnTo>
                    <a:pt x="896750" y="4520348"/>
                  </a:lnTo>
                  <a:lnTo>
                    <a:pt x="896750" y="4519724"/>
                  </a:lnTo>
                  <a:lnTo>
                    <a:pt x="896858" y="4519724"/>
                  </a:lnTo>
                  <a:lnTo>
                    <a:pt x="896967" y="4519724"/>
                  </a:lnTo>
                  <a:lnTo>
                    <a:pt x="897075" y="4519724"/>
                  </a:lnTo>
                  <a:lnTo>
                    <a:pt x="897184" y="4519724"/>
                  </a:lnTo>
                  <a:lnTo>
                    <a:pt x="897292" y="4519724"/>
                  </a:lnTo>
                  <a:lnTo>
                    <a:pt x="897400" y="4519724"/>
                  </a:lnTo>
                  <a:lnTo>
                    <a:pt x="897509" y="4519724"/>
                  </a:lnTo>
                  <a:lnTo>
                    <a:pt x="897617" y="4519724"/>
                  </a:lnTo>
                  <a:lnTo>
                    <a:pt x="897617" y="4519101"/>
                  </a:lnTo>
                  <a:lnTo>
                    <a:pt x="897726" y="4519101"/>
                  </a:lnTo>
                  <a:lnTo>
                    <a:pt x="897834" y="4519101"/>
                  </a:lnTo>
                  <a:lnTo>
                    <a:pt x="897943" y="4519101"/>
                  </a:lnTo>
                  <a:lnTo>
                    <a:pt x="897943" y="4518477"/>
                  </a:lnTo>
                  <a:lnTo>
                    <a:pt x="898051" y="4518477"/>
                  </a:lnTo>
                  <a:lnTo>
                    <a:pt x="898160" y="4518477"/>
                  </a:lnTo>
                  <a:lnTo>
                    <a:pt x="898160" y="4517853"/>
                  </a:lnTo>
                  <a:lnTo>
                    <a:pt x="898268" y="4517853"/>
                  </a:lnTo>
                  <a:lnTo>
                    <a:pt x="898268" y="4517230"/>
                  </a:lnTo>
                  <a:lnTo>
                    <a:pt x="898376" y="4517230"/>
                  </a:lnTo>
                  <a:lnTo>
                    <a:pt x="898485" y="4517230"/>
                  </a:lnTo>
                  <a:lnTo>
                    <a:pt x="898593" y="4517230"/>
                  </a:lnTo>
                  <a:lnTo>
                    <a:pt x="898702" y="4517230"/>
                  </a:lnTo>
                  <a:lnTo>
                    <a:pt x="898810" y="4517230"/>
                  </a:lnTo>
                  <a:lnTo>
                    <a:pt x="898919" y="4517230"/>
                  </a:lnTo>
                  <a:lnTo>
                    <a:pt x="899027" y="4517230"/>
                  </a:lnTo>
                  <a:lnTo>
                    <a:pt x="899136" y="4517230"/>
                  </a:lnTo>
                  <a:lnTo>
                    <a:pt x="899244" y="4517230"/>
                  </a:lnTo>
                  <a:lnTo>
                    <a:pt x="899352" y="4517230"/>
                  </a:lnTo>
                  <a:lnTo>
                    <a:pt x="899461" y="4517230"/>
                  </a:lnTo>
                  <a:lnTo>
                    <a:pt x="899569" y="4517230"/>
                  </a:lnTo>
                  <a:lnTo>
                    <a:pt x="899678" y="4517230"/>
                  </a:lnTo>
                  <a:lnTo>
                    <a:pt x="899786" y="4517230"/>
                  </a:lnTo>
                  <a:lnTo>
                    <a:pt x="899895" y="4517230"/>
                  </a:lnTo>
                  <a:lnTo>
                    <a:pt x="899895" y="4516606"/>
                  </a:lnTo>
                  <a:lnTo>
                    <a:pt x="900003" y="4516606"/>
                  </a:lnTo>
                  <a:lnTo>
                    <a:pt x="900112" y="4516606"/>
                  </a:lnTo>
                  <a:lnTo>
                    <a:pt x="900220" y="4516606"/>
                  </a:lnTo>
                  <a:lnTo>
                    <a:pt x="900329" y="4516606"/>
                  </a:lnTo>
                  <a:lnTo>
                    <a:pt x="900437" y="4516606"/>
                  </a:lnTo>
                  <a:lnTo>
                    <a:pt x="900545" y="4516606"/>
                  </a:lnTo>
                  <a:lnTo>
                    <a:pt x="900654" y="4516606"/>
                  </a:lnTo>
                  <a:lnTo>
                    <a:pt x="900762" y="4516606"/>
                  </a:lnTo>
                  <a:lnTo>
                    <a:pt x="900871" y="4516606"/>
                  </a:lnTo>
                  <a:lnTo>
                    <a:pt x="900979" y="4516606"/>
                  </a:lnTo>
                  <a:lnTo>
                    <a:pt x="901088" y="4516606"/>
                  </a:lnTo>
                  <a:lnTo>
                    <a:pt x="901196" y="4516606"/>
                  </a:lnTo>
                  <a:lnTo>
                    <a:pt x="901305" y="4516606"/>
                  </a:lnTo>
                  <a:lnTo>
                    <a:pt x="901413" y="4516606"/>
                  </a:lnTo>
                  <a:lnTo>
                    <a:pt x="901413" y="4515983"/>
                  </a:lnTo>
                  <a:lnTo>
                    <a:pt x="901413" y="4515359"/>
                  </a:lnTo>
                  <a:lnTo>
                    <a:pt x="901521" y="4515359"/>
                  </a:lnTo>
                  <a:lnTo>
                    <a:pt x="901630" y="4515359"/>
                  </a:lnTo>
                  <a:lnTo>
                    <a:pt x="901738" y="4515359"/>
                  </a:lnTo>
                  <a:lnTo>
                    <a:pt x="901847" y="4515359"/>
                  </a:lnTo>
                  <a:lnTo>
                    <a:pt x="901847" y="4514735"/>
                  </a:lnTo>
                  <a:lnTo>
                    <a:pt x="901847" y="4514112"/>
                  </a:lnTo>
                  <a:lnTo>
                    <a:pt x="901847" y="4513488"/>
                  </a:lnTo>
                  <a:lnTo>
                    <a:pt x="901955" y="4513488"/>
                  </a:lnTo>
                  <a:lnTo>
                    <a:pt x="902064" y="4513488"/>
                  </a:lnTo>
                  <a:lnTo>
                    <a:pt x="902064" y="4512865"/>
                  </a:lnTo>
                  <a:lnTo>
                    <a:pt x="902172" y="4512865"/>
                  </a:lnTo>
                  <a:lnTo>
                    <a:pt x="902281" y="4512865"/>
                  </a:lnTo>
                  <a:lnTo>
                    <a:pt x="902389" y="4512865"/>
                  </a:lnTo>
                  <a:lnTo>
                    <a:pt x="902389" y="4512241"/>
                  </a:lnTo>
                  <a:lnTo>
                    <a:pt x="902389" y="4511618"/>
                  </a:lnTo>
                  <a:lnTo>
                    <a:pt x="902497" y="4511618"/>
                  </a:lnTo>
                  <a:lnTo>
                    <a:pt x="902606" y="4511618"/>
                  </a:lnTo>
                  <a:lnTo>
                    <a:pt x="902714" y="4511618"/>
                  </a:lnTo>
                  <a:lnTo>
                    <a:pt x="902714" y="4510994"/>
                  </a:lnTo>
                  <a:lnTo>
                    <a:pt x="902823" y="4510994"/>
                  </a:lnTo>
                  <a:lnTo>
                    <a:pt x="902931" y="4510994"/>
                  </a:lnTo>
                  <a:lnTo>
                    <a:pt x="903040" y="4510994"/>
                  </a:lnTo>
                  <a:lnTo>
                    <a:pt x="903148" y="4510994"/>
                  </a:lnTo>
                  <a:lnTo>
                    <a:pt x="903257" y="4510994"/>
                  </a:lnTo>
                  <a:lnTo>
                    <a:pt x="903365" y="4510994"/>
                  </a:lnTo>
                  <a:lnTo>
                    <a:pt x="903473" y="4510994"/>
                  </a:lnTo>
                  <a:lnTo>
                    <a:pt x="903473" y="4510370"/>
                  </a:lnTo>
                  <a:lnTo>
                    <a:pt x="903582" y="4510370"/>
                  </a:lnTo>
                  <a:lnTo>
                    <a:pt x="903690" y="4510370"/>
                  </a:lnTo>
                  <a:lnTo>
                    <a:pt x="903690" y="4509747"/>
                  </a:lnTo>
                  <a:lnTo>
                    <a:pt x="903799" y="4509747"/>
                  </a:lnTo>
                  <a:lnTo>
                    <a:pt x="903907" y="4509747"/>
                  </a:lnTo>
                  <a:lnTo>
                    <a:pt x="903907" y="4509123"/>
                  </a:lnTo>
                  <a:lnTo>
                    <a:pt x="904016" y="4509123"/>
                  </a:lnTo>
                  <a:lnTo>
                    <a:pt x="904124" y="4509123"/>
                  </a:lnTo>
                  <a:lnTo>
                    <a:pt x="904233" y="4509123"/>
                  </a:lnTo>
                  <a:lnTo>
                    <a:pt x="904341" y="4509123"/>
                  </a:lnTo>
                  <a:lnTo>
                    <a:pt x="904341" y="4508500"/>
                  </a:lnTo>
                  <a:lnTo>
                    <a:pt x="904450" y="4508500"/>
                  </a:lnTo>
                  <a:lnTo>
                    <a:pt x="904558" y="4508500"/>
                  </a:lnTo>
                  <a:lnTo>
                    <a:pt x="904558" y="4507876"/>
                  </a:lnTo>
                  <a:lnTo>
                    <a:pt x="904666" y="4507876"/>
                  </a:lnTo>
                  <a:lnTo>
                    <a:pt x="904775" y="4507876"/>
                  </a:lnTo>
                  <a:lnTo>
                    <a:pt x="904883" y="4507876"/>
                  </a:lnTo>
                  <a:lnTo>
                    <a:pt x="904883" y="4507253"/>
                  </a:lnTo>
                  <a:lnTo>
                    <a:pt x="904883" y="4506629"/>
                  </a:lnTo>
                  <a:lnTo>
                    <a:pt x="904883" y="4506005"/>
                  </a:lnTo>
                  <a:lnTo>
                    <a:pt x="904992" y="4506005"/>
                  </a:lnTo>
                  <a:lnTo>
                    <a:pt x="905100" y="4506005"/>
                  </a:lnTo>
                  <a:lnTo>
                    <a:pt x="905100" y="4505382"/>
                  </a:lnTo>
                  <a:lnTo>
                    <a:pt x="905209" y="4505382"/>
                  </a:lnTo>
                  <a:lnTo>
                    <a:pt x="905209" y="4504758"/>
                  </a:lnTo>
                  <a:lnTo>
                    <a:pt x="905317" y="4504758"/>
                  </a:lnTo>
                  <a:lnTo>
                    <a:pt x="905426" y="4504758"/>
                  </a:lnTo>
                  <a:lnTo>
                    <a:pt x="905534" y="4504758"/>
                  </a:lnTo>
                  <a:lnTo>
                    <a:pt x="905642" y="4504758"/>
                  </a:lnTo>
                  <a:lnTo>
                    <a:pt x="905642" y="4504135"/>
                  </a:lnTo>
                  <a:lnTo>
                    <a:pt x="905751" y="4504135"/>
                  </a:lnTo>
                  <a:lnTo>
                    <a:pt x="905859" y="4504135"/>
                  </a:lnTo>
                  <a:lnTo>
                    <a:pt x="905968" y="4504135"/>
                  </a:lnTo>
                  <a:lnTo>
                    <a:pt x="906076" y="4504135"/>
                  </a:lnTo>
                  <a:lnTo>
                    <a:pt x="906185" y="4504135"/>
                  </a:lnTo>
                  <a:lnTo>
                    <a:pt x="906293" y="4504135"/>
                  </a:lnTo>
                  <a:lnTo>
                    <a:pt x="906402" y="4504135"/>
                  </a:lnTo>
                  <a:lnTo>
                    <a:pt x="906510" y="4504135"/>
                  </a:lnTo>
                  <a:lnTo>
                    <a:pt x="906618" y="4504135"/>
                  </a:lnTo>
                  <a:lnTo>
                    <a:pt x="906727" y="4504135"/>
                  </a:lnTo>
                  <a:lnTo>
                    <a:pt x="906835" y="4504135"/>
                  </a:lnTo>
                  <a:lnTo>
                    <a:pt x="906944" y="4504135"/>
                  </a:lnTo>
                  <a:lnTo>
                    <a:pt x="906944" y="4503511"/>
                  </a:lnTo>
                  <a:lnTo>
                    <a:pt x="907052" y="4503511"/>
                  </a:lnTo>
                  <a:lnTo>
                    <a:pt x="907161" y="4503511"/>
                  </a:lnTo>
                  <a:lnTo>
                    <a:pt x="907269" y="4503511"/>
                  </a:lnTo>
                  <a:lnTo>
                    <a:pt x="907269" y="4502887"/>
                  </a:lnTo>
                  <a:lnTo>
                    <a:pt x="907269" y="4502264"/>
                  </a:lnTo>
                  <a:lnTo>
                    <a:pt x="907269" y="4501640"/>
                  </a:lnTo>
                  <a:lnTo>
                    <a:pt x="907378" y="4501640"/>
                  </a:lnTo>
                  <a:lnTo>
                    <a:pt x="907378" y="4501017"/>
                  </a:lnTo>
                  <a:lnTo>
                    <a:pt x="907378" y="4500393"/>
                  </a:lnTo>
                  <a:lnTo>
                    <a:pt x="907486" y="4500393"/>
                  </a:lnTo>
                  <a:lnTo>
                    <a:pt x="907594" y="4500393"/>
                  </a:lnTo>
                  <a:lnTo>
                    <a:pt x="907594" y="4499770"/>
                  </a:lnTo>
                  <a:lnTo>
                    <a:pt x="907703" y="4499770"/>
                  </a:lnTo>
                  <a:lnTo>
                    <a:pt x="907703" y="4499146"/>
                  </a:lnTo>
                  <a:lnTo>
                    <a:pt x="907811" y="4499146"/>
                  </a:lnTo>
                  <a:lnTo>
                    <a:pt x="907920" y="4499146"/>
                  </a:lnTo>
                  <a:lnTo>
                    <a:pt x="908028" y="4499146"/>
                  </a:lnTo>
                  <a:lnTo>
                    <a:pt x="908028" y="4498522"/>
                  </a:lnTo>
                  <a:lnTo>
                    <a:pt x="908137" y="4498522"/>
                  </a:lnTo>
                  <a:lnTo>
                    <a:pt x="908245" y="4498522"/>
                  </a:lnTo>
                  <a:lnTo>
                    <a:pt x="908354" y="4498522"/>
                  </a:lnTo>
                  <a:lnTo>
                    <a:pt x="908354" y="4497899"/>
                  </a:lnTo>
                  <a:lnTo>
                    <a:pt x="908462" y="4497899"/>
                  </a:lnTo>
                  <a:lnTo>
                    <a:pt x="908462" y="4497275"/>
                  </a:lnTo>
                  <a:lnTo>
                    <a:pt x="908571" y="4497275"/>
                  </a:lnTo>
                  <a:lnTo>
                    <a:pt x="908679" y="4497275"/>
                  </a:lnTo>
                  <a:lnTo>
                    <a:pt x="908787" y="4497275"/>
                  </a:lnTo>
                  <a:lnTo>
                    <a:pt x="908896" y="4497275"/>
                  </a:lnTo>
                  <a:lnTo>
                    <a:pt x="909004" y="4497275"/>
                  </a:lnTo>
                  <a:lnTo>
                    <a:pt x="909113" y="4497275"/>
                  </a:lnTo>
                  <a:lnTo>
                    <a:pt x="909221" y="4497275"/>
                  </a:lnTo>
                  <a:lnTo>
                    <a:pt x="909330" y="4497275"/>
                  </a:lnTo>
                  <a:lnTo>
                    <a:pt x="909330" y="4496652"/>
                  </a:lnTo>
                  <a:lnTo>
                    <a:pt x="909438" y="4496652"/>
                  </a:lnTo>
                  <a:lnTo>
                    <a:pt x="909547" y="4496652"/>
                  </a:lnTo>
                  <a:lnTo>
                    <a:pt x="909655" y="4496652"/>
                  </a:lnTo>
                  <a:lnTo>
                    <a:pt x="909763" y="4496652"/>
                  </a:lnTo>
                  <a:lnTo>
                    <a:pt x="909872" y="4496652"/>
                  </a:lnTo>
                  <a:lnTo>
                    <a:pt x="909872" y="4496028"/>
                  </a:lnTo>
                  <a:lnTo>
                    <a:pt x="909980" y="4496028"/>
                  </a:lnTo>
                  <a:lnTo>
                    <a:pt x="910089" y="4496028"/>
                  </a:lnTo>
                  <a:lnTo>
                    <a:pt x="910197" y="4496028"/>
                  </a:lnTo>
                  <a:lnTo>
                    <a:pt x="910306" y="4496028"/>
                  </a:lnTo>
                  <a:lnTo>
                    <a:pt x="910414" y="4496028"/>
                  </a:lnTo>
                  <a:lnTo>
                    <a:pt x="910414" y="4495404"/>
                  </a:lnTo>
                  <a:lnTo>
                    <a:pt x="910523" y="4495404"/>
                  </a:lnTo>
                  <a:lnTo>
                    <a:pt x="910631" y="4495404"/>
                  </a:lnTo>
                  <a:lnTo>
                    <a:pt x="910739" y="4495404"/>
                  </a:lnTo>
                  <a:lnTo>
                    <a:pt x="910848" y="4495404"/>
                  </a:lnTo>
                  <a:lnTo>
                    <a:pt x="910956" y="4495404"/>
                  </a:lnTo>
                  <a:lnTo>
                    <a:pt x="911065" y="4495404"/>
                  </a:lnTo>
                  <a:lnTo>
                    <a:pt x="911173" y="4495404"/>
                  </a:lnTo>
                  <a:lnTo>
                    <a:pt x="911282" y="4495404"/>
                  </a:lnTo>
                  <a:lnTo>
                    <a:pt x="911282" y="4494781"/>
                  </a:lnTo>
                  <a:lnTo>
                    <a:pt x="911282" y="4494157"/>
                  </a:lnTo>
                  <a:lnTo>
                    <a:pt x="911390" y="4494157"/>
                  </a:lnTo>
                  <a:lnTo>
                    <a:pt x="911390" y="4493534"/>
                  </a:lnTo>
                  <a:lnTo>
                    <a:pt x="911390" y="4492910"/>
                  </a:lnTo>
                  <a:lnTo>
                    <a:pt x="911390" y="4492287"/>
                  </a:lnTo>
                  <a:lnTo>
                    <a:pt x="911390" y="4491663"/>
                  </a:lnTo>
                  <a:lnTo>
                    <a:pt x="911499" y="4491663"/>
                  </a:lnTo>
                  <a:lnTo>
                    <a:pt x="911607" y="4491663"/>
                  </a:lnTo>
                  <a:lnTo>
                    <a:pt x="911715" y="4491663"/>
                  </a:lnTo>
                  <a:lnTo>
                    <a:pt x="911824" y="4491663"/>
                  </a:lnTo>
                  <a:lnTo>
                    <a:pt x="911932" y="4491663"/>
                  </a:lnTo>
                  <a:lnTo>
                    <a:pt x="912041" y="4491663"/>
                  </a:lnTo>
                  <a:lnTo>
                    <a:pt x="912149" y="4491663"/>
                  </a:lnTo>
                  <a:lnTo>
                    <a:pt x="912149" y="4491039"/>
                  </a:lnTo>
                  <a:lnTo>
                    <a:pt x="912149" y="4490416"/>
                  </a:lnTo>
                  <a:lnTo>
                    <a:pt x="912258" y="4490416"/>
                  </a:lnTo>
                  <a:lnTo>
                    <a:pt x="912366" y="4490416"/>
                  </a:lnTo>
                  <a:lnTo>
                    <a:pt x="912475" y="4490416"/>
                  </a:lnTo>
                  <a:lnTo>
                    <a:pt x="912475" y="4489792"/>
                  </a:lnTo>
                  <a:lnTo>
                    <a:pt x="912583" y="4489792"/>
                  </a:lnTo>
                  <a:lnTo>
                    <a:pt x="912583" y="4489169"/>
                  </a:lnTo>
                  <a:lnTo>
                    <a:pt x="912692" y="4489169"/>
                  </a:lnTo>
                  <a:lnTo>
                    <a:pt x="912800" y="4489169"/>
                  </a:lnTo>
                  <a:lnTo>
                    <a:pt x="912908" y="4489169"/>
                  </a:lnTo>
                  <a:lnTo>
                    <a:pt x="912908" y="4488545"/>
                  </a:lnTo>
                  <a:lnTo>
                    <a:pt x="912908" y="4487921"/>
                  </a:lnTo>
                  <a:lnTo>
                    <a:pt x="913017" y="4487921"/>
                  </a:lnTo>
                  <a:lnTo>
                    <a:pt x="913125" y="4487921"/>
                  </a:lnTo>
                  <a:lnTo>
                    <a:pt x="913234" y="4487921"/>
                  </a:lnTo>
                  <a:lnTo>
                    <a:pt x="913342" y="4487921"/>
                  </a:lnTo>
                  <a:lnTo>
                    <a:pt x="913451" y="4487921"/>
                  </a:lnTo>
                  <a:lnTo>
                    <a:pt x="913451" y="4487298"/>
                  </a:lnTo>
                  <a:lnTo>
                    <a:pt x="913559" y="4487298"/>
                  </a:lnTo>
                  <a:lnTo>
                    <a:pt x="913668" y="4487298"/>
                  </a:lnTo>
                  <a:lnTo>
                    <a:pt x="913776" y="4487298"/>
                  </a:lnTo>
                  <a:lnTo>
                    <a:pt x="913884" y="4487298"/>
                  </a:lnTo>
                  <a:lnTo>
                    <a:pt x="913993" y="4487298"/>
                  </a:lnTo>
                  <a:lnTo>
                    <a:pt x="914101" y="4487298"/>
                  </a:lnTo>
                  <a:lnTo>
                    <a:pt x="914210" y="4487298"/>
                  </a:lnTo>
                  <a:lnTo>
                    <a:pt x="914318" y="4487298"/>
                  </a:lnTo>
                  <a:lnTo>
                    <a:pt x="914427" y="4487298"/>
                  </a:lnTo>
                  <a:lnTo>
                    <a:pt x="914535" y="4487298"/>
                  </a:lnTo>
                  <a:lnTo>
                    <a:pt x="914644" y="4487298"/>
                  </a:lnTo>
                  <a:lnTo>
                    <a:pt x="914752" y="4487298"/>
                  </a:lnTo>
                  <a:lnTo>
                    <a:pt x="914860" y="4487298"/>
                  </a:lnTo>
                  <a:lnTo>
                    <a:pt x="914860" y="4486674"/>
                  </a:lnTo>
                  <a:lnTo>
                    <a:pt x="914860" y="4486051"/>
                  </a:lnTo>
                  <a:lnTo>
                    <a:pt x="914969" y="4486051"/>
                  </a:lnTo>
                  <a:lnTo>
                    <a:pt x="915077" y="4486051"/>
                  </a:lnTo>
                  <a:lnTo>
                    <a:pt x="915077" y="4485427"/>
                  </a:lnTo>
                  <a:lnTo>
                    <a:pt x="915186" y="4485427"/>
                  </a:lnTo>
                  <a:lnTo>
                    <a:pt x="915294" y="4485427"/>
                  </a:lnTo>
                  <a:lnTo>
                    <a:pt x="915294" y="4484804"/>
                  </a:lnTo>
                  <a:lnTo>
                    <a:pt x="915403" y="4484804"/>
                  </a:lnTo>
                  <a:lnTo>
                    <a:pt x="915511" y="4484804"/>
                  </a:lnTo>
                  <a:lnTo>
                    <a:pt x="915620" y="4484804"/>
                  </a:lnTo>
                  <a:lnTo>
                    <a:pt x="915728" y="4484804"/>
                  </a:lnTo>
                  <a:lnTo>
                    <a:pt x="915728" y="4484180"/>
                  </a:lnTo>
                  <a:lnTo>
                    <a:pt x="915836" y="4484180"/>
                  </a:lnTo>
                  <a:lnTo>
                    <a:pt x="915945" y="4484180"/>
                  </a:lnTo>
                  <a:lnTo>
                    <a:pt x="916053" y="4484180"/>
                  </a:lnTo>
                  <a:lnTo>
                    <a:pt x="916053" y="4483556"/>
                  </a:lnTo>
                  <a:lnTo>
                    <a:pt x="916053" y="4482933"/>
                  </a:lnTo>
                  <a:lnTo>
                    <a:pt x="916162" y="4482933"/>
                  </a:lnTo>
                  <a:lnTo>
                    <a:pt x="916162" y="4482309"/>
                  </a:lnTo>
                  <a:lnTo>
                    <a:pt x="916162" y="4481686"/>
                  </a:lnTo>
                  <a:lnTo>
                    <a:pt x="916162" y="4481062"/>
                  </a:lnTo>
                  <a:lnTo>
                    <a:pt x="916270" y="4481062"/>
                  </a:lnTo>
                  <a:lnTo>
                    <a:pt x="916379" y="4481062"/>
                  </a:lnTo>
                  <a:lnTo>
                    <a:pt x="916487" y="4481062"/>
                  </a:lnTo>
                  <a:lnTo>
                    <a:pt x="916596" y="4481062"/>
                  </a:lnTo>
                  <a:lnTo>
                    <a:pt x="916596" y="4480438"/>
                  </a:lnTo>
                  <a:lnTo>
                    <a:pt x="916704" y="4480438"/>
                  </a:lnTo>
                  <a:lnTo>
                    <a:pt x="916704" y="4479815"/>
                  </a:lnTo>
                  <a:lnTo>
                    <a:pt x="916704" y="4479191"/>
                  </a:lnTo>
                  <a:lnTo>
                    <a:pt x="916813" y="4479191"/>
                  </a:lnTo>
                  <a:lnTo>
                    <a:pt x="916921" y="4479191"/>
                  </a:lnTo>
                  <a:lnTo>
                    <a:pt x="917029" y="4479191"/>
                  </a:lnTo>
                  <a:lnTo>
                    <a:pt x="917029" y="4478568"/>
                  </a:lnTo>
                  <a:lnTo>
                    <a:pt x="917138" y="4478568"/>
                  </a:lnTo>
                  <a:lnTo>
                    <a:pt x="917246" y="4478568"/>
                  </a:lnTo>
                  <a:lnTo>
                    <a:pt x="917355" y="4478568"/>
                  </a:lnTo>
                  <a:lnTo>
                    <a:pt x="917463" y="4478568"/>
                  </a:lnTo>
                  <a:lnTo>
                    <a:pt x="917572" y="4478568"/>
                  </a:lnTo>
                  <a:lnTo>
                    <a:pt x="917680" y="4478568"/>
                  </a:lnTo>
                  <a:lnTo>
                    <a:pt x="917789" y="4478568"/>
                  </a:lnTo>
                  <a:lnTo>
                    <a:pt x="917897" y="4478568"/>
                  </a:lnTo>
                  <a:lnTo>
                    <a:pt x="918005" y="4478568"/>
                  </a:lnTo>
                  <a:lnTo>
                    <a:pt x="918005" y="4477944"/>
                  </a:lnTo>
                  <a:lnTo>
                    <a:pt x="918114" y="4477944"/>
                  </a:lnTo>
                  <a:lnTo>
                    <a:pt x="918222" y="4477944"/>
                  </a:lnTo>
                  <a:lnTo>
                    <a:pt x="918331" y="4477944"/>
                  </a:lnTo>
                  <a:lnTo>
                    <a:pt x="918331" y="4477321"/>
                  </a:lnTo>
                  <a:lnTo>
                    <a:pt x="918331" y="4476697"/>
                  </a:lnTo>
                  <a:lnTo>
                    <a:pt x="918331" y="4476073"/>
                  </a:lnTo>
                  <a:lnTo>
                    <a:pt x="918439" y="4476073"/>
                  </a:lnTo>
                  <a:lnTo>
                    <a:pt x="918548" y="4476073"/>
                  </a:lnTo>
                  <a:lnTo>
                    <a:pt x="918656" y="4476073"/>
                  </a:lnTo>
                  <a:lnTo>
                    <a:pt x="918765" y="4476073"/>
                  </a:lnTo>
                  <a:lnTo>
                    <a:pt x="918873" y="4476073"/>
                  </a:lnTo>
                  <a:lnTo>
                    <a:pt x="918873" y="4475450"/>
                  </a:lnTo>
                  <a:lnTo>
                    <a:pt x="918981" y="4475450"/>
                  </a:lnTo>
                  <a:lnTo>
                    <a:pt x="919090" y="4475450"/>
                  </a:lnTo>
                  <a:lnTo>
                    <a:pt x="919198" y="4475450"/>
                  </a:lnTo>
                  <a:lnTo>
                    <a:pt x="919307" y="4475450"/>
                  </a:lnTo>
                  <a:lnTo>
                    <a:pt x="919415" y="4475450"/>
                  </a:lnTo>
                  <a:lnTo>
                    <a:pt x="919524" y="4475450"/>
                  </a:lnTo>
                  <a:lnTo>
                    <a:pt x="919632" y="4475450"/>
                  </a:lnTo>
                  <a:lnTo>
                    <a:pt x="919741" y="4475450"/>
                  </a:lnTo>
                  <a:lnTo>
                    <a:pt x="919741" y="4474826"/>
                  </a:lnTo>
                  <a:lnTo>
                    <a:pt x="919849" y="4474826"/>
                  </a:lnTo>
                  <a:lnTo>
                    <a:pt x="919957" y="4474826"/>
                  </a:lnTo>
                  <a:lnTo>
                    <a:pt x="920066" y="4474826"/>
                  </a:lnTo>
                  <a:lnTo>
                    <a:pt x="920174" y="4474826"/>
                  </a:lnTo>
                  <a:lnTo>
                    <a:pt x="920174" y="4474203"/>
                  </a:lnTo>
                  <a:lnTo>
                    <a:pt x="920283" y="4474203"/>
                  </a:lnTo>
                  <a:lnTo>
                    <a:pt x="920283" y="4473579"/>
                  </a:lnTo>
                  <a:lnTo>
                    <a:pt x="920391" y="4473579"/>
                  </a:lnTo>
                  <a:lnTo>
                    <a:pt x="920391" y="4472955"/>
                  </a:lnTo>
                  <a:lnTo>
                    <a:pt x="920391" y="4472332"/>
                  </a:lnTo>
                  <a:lnTo>
                    <a:pt x="920500" y="4472332"/>
                  </a:lnTo>
                  <a:lnTo>
                    <a:pt x="920500" y="4471708"/>
                  </a:lnTo>
                  <a:lnTo>
                    <a:pt x="920608" y="4471708"/>
                  </a:lnTo>
                  <a:lnTo>
                    <a:pt x="920717" y="4471708"/>
                  </a:lnTo>
                  <a:lnTo>
                    <a:pt x="920717" y="4471085"/>
                  </a:lnTo>
                  <a:lnTo>
                    <a:pt x="920825" y="4471085"/>
                  </a:lnTo>
                  <a:lnTo>
                    <a:pt x="920933" y="4471085"/>
                  </a:lnTo>
                  <a:lnTo>
                    <a:pt x="921042" y="4471085"/>
                  </a:lnTo>
                  <a:lnTo>
                    <a:pt x="921150" y="4471085"/>
                  </a:lnTo>
                  <a:lnTo>
                    <a:pt x="921259" y="4471085"/>
                  </a:lnTo>
                  <a:lnTo>
                    <a:pt x="921259" y="4470461"/>
                  </a:lnTo>
                  <a:lnTo>
                    <a:pt x="921367" y="4470461"/>
                  </a:lnTo>
                  <a:lnTo>
                    <a:pt x="921476" y="4470461"/>
                  </a:lnTo>
                  <a:lnTo>
                    <a:pt x="921584" y="4470461"/>
                  </a:lnTo>
                  <a:lnTo>
                    <a:pt x="921693" y="4470461"/>
                  </a:lnTo>
                  <a:lnTo>
                    <a:pt x="921801" y="4470461"/>
                  </a:lnTo>
                  <a:lnTo>
                    <a:pt x="921910" y="4470461"/>
                  </a:lnTo>
                  <a:lnTo>
                    <a:pt x="922018" y="4470461"/>
                  </a:lnTo>
                  <a:lnTo>
                    <a:pt x="922126" y="4470461"/>
                  </a:lnTo>
                  <a:lnTo>
                    <a:pt x="922126" y="4469838"/>
                  </a:lnTo>
                  <a:lnTo>
                    <a:pt x="922235" y="4469838"/>
                  </a:lnTo>
                  <a:lnTo>
                    <a:pt x="922235" y="4469214"/>
                  </a:lnTo>
                  <a:lnTo>
                    <a:pt x="922343" y="4469214"/>
                  </a:lnTo>
                  <a:lnTo>
                    <a:pt x="922452" y="4469214"/>
                  </a:lnTo>
                  <a:lnTo>
                    <a:pt x="922560" y="4469214"/>
                  </a:lnTo>
                  <a:lnTo>
                    <a:pt x="922669" y="4469214"/>
                  </a:lnTo>
                  <a:lnTo>
                    <a:pt x="922669" y="4468590"/>
                  </a:lnTo>
                  <a:lnTo>
                    <a:pt x="922669" y="4467967"/>
                  </a:lnTo>
                  <a:lnTo>
                    <a:pt x="922777" y="4467967"/>
                  </a:lnTo>
                  <a:lnTo>
                    <a:pt x="922886" y="4467967"/>
                  </a:lnTo>
                  <a:lnTo>
                    <a:pt x="922994" y="4467967"/>
                  </a:lnTo>
                  <a:lnTo>
                    <a:pt x="923102" y="4467967"/>
                  </a:lnTo>
                  <a:lnTo>
                    <a:pt x="923211" y="4467967"/>
                  </a:lnTo>
                  <a:lnTo>
                    <a:pt x="923319" y="4467967"/>
                  </a:lnTo>
                  <a:lnTo>
                    <a:pt x="923428" y="4467967"/>
                  </a:lnTo>
                  <a:lnTo>
                    <a:pt x="923428" y="4467343"/>
                  </a:lnTo>
                  <a:lnTo>
                    <a:pt x="923536" y="4467343"/>
                  </a:lnTo>
                  <a:lnTo>
                    <a:pt x="923536" y="4466720"/>
                  </a:lnTo>
                  <a:lnTo>
                    <a:pt x="923645" y="4466720"/>
                  </a:lnTo>
                  <a:lnTo>
                    <a:pt x="923753" y="4466720"/>
                  </a:lnTo>
                  <a:lnTo>
                    <a:pt x="923862" y="4466720"/>
                  </a:lnTo>
                  <a:lnTo>
                    <a:pt x="923970" y="4466720"/>
                  </a:lnTo>
                  <a:lnTo>
                    <a:pt x="924078" y="4466720"/>
                  </a:lnTo>
                  <a:lnTo>
                    <a:pt x="924187" y="4466720"/>
                  </a:lnTo>
                  <a:lnTo>
                    <a:pt x="924187" y="4466096"/>
                  </a:lnTo>
                  <a:lnTo>
                    <a:pt x="924187" y="4465472"/>
                  </a:lnTo>
                  <a:lnTo>
                    <a:pt x="924295" y="4465472"/>
                  </a:lnTo>
                  <a:lnTo>
                    <a:pt x="924404" y="4465472"/>
                  </a:lnTo>
                  <a:lnTo>
                    <a:pt x="924512" y="4465472"/>
                  </a:lnTo>
                  <a:lnTo>
                    <a:pt x="924621" y="4465472"/>
                  </a:lnTo>
                  <a:lnTo>
                    <a:pt x="924729" y="4465472"/>
                  </a:lnTo>
                  <a:lnTo>
                    <a:pt x="924838" y="4465472"/>
                  </a:lnTo>
                  <a:lnTo>
                    <a:pt x="924946" y="4465472"/>
                  </a:lnTo>
                  <a:lnTo>
                    <a:pt x="925054" y="4465472"/>
                  </a:lnTo>
                  <a:lnTo>
                    <a:pt x="925163" y="4465472"/>
                  </a:lnTo>
                  <a:lnTo>
                    <a:pt x="925271" y="4465472"/>
                  </a:lnTo>
                  <a:lnTo>
                    <a:pt x="925380" y="4465472"/>
                  </a:lnTo>
                  <a:lnTo>
                    <a:pt x="925488" y="4465472"/>
                  </a:lnTo>
                  <a:lnTo>
                    <a:pt x="925597" y="4465472"/>
                  </a:lnTo>
                  <a:lnTo>
                    <a:pt x="925597" y="4464849"/>
                  </a:lnTo>
                  <a:lnTo>
                    <a:pt x="925705" y="4464849"/>
                  </a:lnTo>
                  <a:lnTo>
                    <a:pt x="925705" y="4464225"/>
                  </a:lnTo>
                  <a:lnTo>
                    <a:pt x="925814" y="4464225"/>
                  </a:lnTo>
                  <a:lnTo>
                    <a:pt x="925922" y="4464225"/>
                  </a:lnTo>
                  <a:lnTo>
                    <a:pt x="926031" y="4464225"/>
                  </a:lnTo>
                  <a:lnTo>
                    <a:pt x="926139" y="4464225"/>
                  </a:lnTo>
                  <a:lnTo>
                    <a:pt x="926247" y="4464225"/>
                  </a:lnTo>
                  <a:lnTo>
                    <a:pt x="926356" y="4464225"/>
                  </a:lnTo>
                  <a:lnTo>
                    <a:pt x="926464" y="4464225"/>
                  </a:lnTo>
                  <a:lnTo>
                    <a:pt x="926464" y="4463602"/>
                  </a:lnTo>
                  <a:lnTo>
                    <a:pt x="926573" y="4463602"/>
                  </a:lnTo>
                  <a:lnTo>
                    <a:pt x="926681" y="4463602"/>
                  </a:lnTo>
                  <a:lnTo>
                    <a:pt x="926790" y="4463602"/>
                  </a:lnTo>
                  <a:lnTo>
                    <a:pt x="926898" y="4463602"/>
                  </a:lnTo>
                  <a:lnTo>
                    <a:pt x="926898" y="4462978"/>
                  </a:lnTo>
                  <a:lnTo>
                    <a:pt x="927007" y="4462978"/>
                  </a:lnTo>
                  <a:lnTo>
                    <a:pt x="927007" y="4462355"/>
                  </a:lnTo>
                  <a:lnTo>
                    <a:pt x="927115" y="4462355"/>
                  </a:lnTo>
                  <a:lnTo>
                    <a:pt x="927223" y="4462355"/>
                  </a:lnTo>
                  <a:lnTo>
                    <a:pt x="927223" y="4461731"/>
                  </a:lnTo>
                  <a:lnTo>
                    <a:pt x="927332" y="4461731"/>
                  </a:lnTo>
                  <a:lnTo>
                    <a:pt x="927332" y="4461107"/>
                  </a:lnTo>
                  <a:lnTo>
                    <a:pt x="927440" y="4461107"/>
                  </a:lnTo>
                  <a:lnTo>
                    <a:pt x="927549" y="4461107"/>
                  </a:lnTo>
                  <a:lnTo>
                    <a:pt x="927657" y="4461107"/>
                  </a:lnTo>
                  <a:lnTo>
                    <a:pt x="927766" y="4461107"/>
                  </a:lnTo>
                  <a:lnTo>
                    <a:pt x="927874" y="4461107"/>
                  </a:lnTo>
                  <a:lnTo>
                    <a:pt x="927983" y="4461107"/>
                  </a:lnTo>
                  <a:lnTo>
                    <a:pt x="928091" y="4461107"/>
                  </a:lnTo>
                  <a:lnTo>
                    <a:pt x="928091" y="4460484"/>
                  </a:lnTo>
                  <a:lnTo>
                    <a:pt x="928199" y="4460484"/>
                  </a:lnTo>
                  <a:lnTo>
                    <a:pt x="928308" y="4460484"/>
                  </a:lnTo>
                  <a:lnTo>
                    <a:pt x="928308" y="4459860"/>
                  </a:lnTo>
                  <a:lnTo>
                    <a:pt x="928416" y="4459860"/>
                  </a:lnTo>
                  <a:lnTo>
                    <a:pt x="928525" y="4459860"/>
                  </a:lnTo>
                  <a:lnTo>
                    <a:pt x="928633" y="4459860"/>
                  </a:lnTo>
                  <a:lnTo>
                    <a:pt x="928742" y="4459860"/>
                  </a:lnTo>
                  <a:lnTo>
                    <a:pt x="928850" y="4459860"/>
                  </a:lnTo>
                  <a:lnTo>
                    <a:pt x="928850" y="4459237"/>
                  </a:lnTo>
                  <a:lnTo>
                    <a:pt x="928959" y="4459237"/>
                  </a:lnTo>
                  <a:lnTo>
                    <a:pt x="929067" y="4459237"/>
                  </a:lnTo>
                  <a:lnTo>
                    <a:pt x="929175" y="4459237"/>
                  </a:lnTo>
                  <a:lnTo>
                    <a:pt x="929175" y="4458613"/>
                  </a:lnTo>
                  <a:lnTo>
                    <a:pt x="929175" y="4457989"/>
                  </a:lnTo>
                  <a:lnTo>
                    <a:pt x="929284" y="4457989"/>
                  </a:lnTo>
                  <a:lnTo>
                    <a:pt x="929392" y="4457989"/>
                  </a:lnTo>
                  <a:lnTo>
                    <a:pt x="929501" y="4457989"/>
                  </a:lnTo>
                  <a:lnTo>
                    <a:pt x="929609" y="4457989"/>
                  </a:lnTo>
                  <a:lnTo>
                    <a:pt x="929718" y="4457989"/>
                  </a:lnTo>
                  <a:lnTo>
                    <a:pt x="929826" y="4457989"/>
                  </a:lnTo>
                  <a:lnTo>
                    <a:pt x="929826" y="4457366"/>
                  </a:lnTo>
                  <a:lnTo>
                    <a:pt x="929935" y="4457366"/>
                  </a:lnTo>
                  <a:lnTo>
                    <a:pt x="929935" y="4456742"/>
                  </a:lnTo>
                  <a:lnTo>
                    <a:pt x="930043" y="4456742"/>
                  </a:lnTo>
                  <a:lnTo>
                    <a:pt x="930152" y="4456742"/>
                  </a:lnTo>
                  <a:lnTo>
                    <a:pt x="930260" y="4456742"/>
                  </a:lnTo>
                  <a:lnTo>
                    <a:pt x="930368" y="4456742"/>
                  </a:lnTo>
                  <a:lnTo>
                    <a:pt x="930368" y="4456119"/>
                  </a:lnTo>
                  <a:lnTo>
                    <a:pt x="930477" y="4456119"/>
                  </a:lnTo>
                  <a:lnTo>
                    <a:pt x="930585" y="4456119"/>
                  </a:lnTo>
                  <a:lnTo>
                    <a:pt x="930694" y="4456119"/>
                  </a:lnTo>
                  <a:lnTo>
                    <a:pt x="930802" y="4456119"/>
                  </a:lnTo>
                  <a:lnTo>
                    <a:pt x="930911" y="4456119"/>
                  </a:lnTo>
                  <a:lnTo>
                    <a:pt x="931019" y="4456119"/>
                  </a:lnTo>
                  <a:lnTo>
                    <a:pt x="931019" y="4455495"/>
                  </a:lnTo>
                  <a:lnTo>
                    <a:pt x="931128" y="4455495"/>
                  </a:lnTo>
                  <a:lnTo>
                    <a:pt x="931236" y="4455495"/>
                  </a:lnTo>
                  <a:lnTo>
                    <a:pt x="931236" y="4454872"/>
                  </a:lnTo>
                  <a:lnTo>
                    <a:pt x="931344" y="4454872"/>
                  </a:lnTo>
                  <a:lnTo>
                    <a:pt x="931344" y="4454248"/>
                  </a:lnTo>
                  <a:lnTo>
                    <a:pt x="931344" y="4453624"/>
                  </a:lnTo>
                  <a:lnTo>
                    <a:pt x="931344" y="4453001"/>
                  </a:lnTo>
                  <a:lnTo>
                    <a:pt x="931453" y="4453001"/>
                  </a:lnTo>
                  <a:lnTo>
                    <a:pt x="931561" y="4453001"/>
                  </a:lnTo>
                  <a:lnTo>
                    <a:pt x="931670" y="4453001"/>
                  </a:lnTo>
                  <a:lnTo>
                    <a:pt x="931778" y="4453001"/>
                  </a:lnTo>
                  <a:lnTo>
                    <a:pt x="931778" y="4452377"/>
                  </a:lnTo>
                  <a:lnTo>
                    <a:pt x="931778" y="4451754"/>
                  </a:lnTo>
                  <a:lnTo>
                    <a:pt x="931887" y="4451754"/>
                  </a:lnTo>
                  <a:lnTo>
                    <a:pt x="931995" y="4451754"/>
                  </a:lnTo>
                  <a:lnTo>
                    <a:pt x="932104" y="4451754"/>
                  </a:lnTo>
                  <a:lnTo>
                    <a:pt x="932104" y="4451130"/>
                  </a:lnTo>
                  <a:lnTo>
                    <a:pt x="932104" y="4450507"/>
                  </a:lnTo>
                  <a:lnTo>
                    <a:pt x="932212" y="4450507"/>
                  </a:lnTo>
                  <a:lnTo>
                    <a:pt x="932320" y="4450507"/>
                  </a:lnTo>
                  <a:lnTo>
                    <a:pt x="932429" y="4450507"/>
                  </a:lnTo>
                  <a:lnTo>
                    <a:pt x="932537" y="4450507"/>
                  </a:lnTo>
                  <a:lnTo>
                    <a:pt x="932646" y="4450507"/>
                  </a:lnTo>
                  <a:lnTo>
                    <a:pt x="932754" y="4450507"/>
                  </a:lnTo>
                  <a:lnTo>
                    <a:pt x="932863" y="4450507"/>
                  </a:lnTo>
                  <a:lnTo>
                    <a:pt x="932971" y="4450507"/>
                  </a:lnTo>
                  <a:lnTo>
                    <a:pt x="933080" y="4450507"/>
                  </a:lnTo>
                  <a:lnTo>
                    <a:pt x="933188" y="4450507"/>
                  </a:lnTo>
                  <a:lnTo>
                    <a:pt x="933296" y="4450507"/>
                  </a:lnTo>
                  <a:lnTo>
                    <a:pt x="933405" y="4450507"/>
                  </a:lnTo>
                  <a:lnTo>
                    <a:pt x="933513" y="4450507"/>
                  </a:lnTo>
                  <a:lnTo>
                    <a:pt x="933513" y="4449883"/>
                  </a:lnTo>
                  <a:lnTo>
                    <a:pt x="933622" y="4449883"/>
                  </a:lnTo>
                  <a:lnTo>
                    <a:pt x="933622" y="4449259"/>
                  </a:lnTo>
                  <a:lnTo>
                    <a:pt x="933730" y="4449259"/>
                  </a:lnTo>
                  <a:lnTo>
                    <a:pt x="933839" y="4449259"/>
                  </a:lnTo>
                  <a:lnTo>
                    <a:pt x="933839" y="4448636"/>
                  </a:lnTo>
                  <a:lnTo>
                    <a:pt x="933947" y="4448636"/>
                  </a:lnTo>
                  <a:lnTo>
                    <a:pt x="934056" y="4448636"/>
                  </a:lnTo>
                  <a:lnTo>
                    <a:pt x="934164" y="4448636"/>
                  </a:lnTo>
                  <a:lnTo>
                    <a:pt x="934273" y="4448636"/>
                  </a:lnTo>
                  <a:lnTo>
                    <a:pt x="934381" y="4448636"/>
                  </a:lnTo>
                  <a:lnTo>
                    <a:pt x="934489" y="4448636"/>
                  </a:lnTo>
                  <a:lnTo>
                    <a:pt x="934598" y="4448636"/>
                  </a:lnTo>
                  <a:lnTo>
                    <a:pt x="934706" y="4448636"/>
                  </a:lnTo>
                  <a:lnTo>
                    <a:pt x="934815" y="4448636"/>
                  </a:lnTo>
                  <a:lnTo>
                    <a:pt x="934923" y="4448636"/>
                  </a:lnTo>
                  <a:lnTo>
                    <a:pt x="935032" y="4448636"/>
                  </a:lnTo>
                  <a:lnTo>
                    <a:pt x="935140" y="4448636"/>
                  </a:lnTo>
                  <a:lnTo>
                    <a:pt x="935249" y="4448636"/>
                  </a:lnTo>
                  <a:lnTo>
                    <a:pt x="935357" y="4448636"/>
                  </a:lnTo>
                  <a:lnTo>
                    <a:pt x="935465" y="4448636"/>
                  </a:lnTo>
                  <a:lnTo>
                    <a:pt x="935465" y="4448012"/>
                  </a:lnTo>
                  <a:lnTo>
                    <a:pt x="935574" y="4448012"/>
                  </a:lnTo>
                  <a:lnTo>
                    <a:pt x="935574" y="4447389"/>
                  </a:lnTo>
                  <a:lnTo>
                    <a:pt x="935574" y="4446765"/>
                  </a:lnTo>
                  <a:lnTo>
                    <a:pt x="935682" y="4446765"/>
                  </a:lnTo>
                  <a:lnTo>
                    <a:pt x="935791" y="4446765"/>
                  </a:lnTo>
                  <a:lnTo>
                    <a:pt x="935899" y="4446765"/>
                  </a:lnTo>
                  <a:lnTo>
                    <a:pt x="935899" y="4446141"/>
                  </a:lnTo>
                  <a:lnTo>
                    <a:pt x="936008" y="4446141"/>
                  </a:lnTo>
                  <a:lnTo>
                    <a:pt x="936008" y="4445518"/>
                  </a:lnTo>
                  <a:lnTo>
                    <a:pt x="936116" y="4445518"/>
                  </a:lnTo>
                  <a:lnTo>
                    <a:pt x="936225" y="4445518"/>
                  </a:lnTo>
                  <a:lnTo>
                    <a:pt x="936225" y="4444894"/>
                  </a:lnTo>
                  <a:lnTo>
                    <a:pt x="936333" y="4444894"/>
                  </a:lnTo>
                  <a:lnTo>
                    <a:pt x="936441" y="4444894"/>
                  </a:lnTo>
                  <a:lnTo>
                    <a:pt x="936550" y="4444894"/>
                  </a:lnTo>
                  <a:lnTo>
                    <a:pt x="936658" y="4444894"/>
                  </a:lnTo>
                  <a:lnTo>
                    <a:pt x="936767" y="4444894"/>
                  </a:lnTo>
                  <a:lnTo>
                    <a:pt x="936875" y="4444894"/>
                  </a:lnTo>
                  <a:lnTo>
                    <a:pt x="936875" y="4444271"/>
                  </a:lnTo>
                  <a:lnTo>
                    <a:pt x="936875" y="4443647"/>
                  </a:lnTo>
                  <a:lnTo>
                    <a:pt x="936984" y="4443647"/>
                  </a:lnTo>
                  <a:lnTo>
                    <a:pt x="936984" y="4443024"/>
                  </a:lnTo>
                  <a:lnTo>
                    <a:pt x="937092" y="4443024"/>
                  </a:lnTo>
                  <a:lnTo>
                    <a:pt x="937201" y="4443024"/>
                  </a:lnTo>
                  <a:lnTo>
                    <a:pt x="937309" y="4443024"/>
                  </a:lnTo>
                  <a:lnTo>
                    <a:pt x="937309" y="4442400"/>
                  </a:lnTo>
                  <a:lnTo>
                    <a:pt x="937417" y="4442400"/>
                  </a:lnTo>
                  <a:lnTo>
                    <a:pt x="937526" y="4442400"/>
                  </a:lnTo>
                  <a:lnTo>
                    <a:pt x="937526" y="4441776"/>
                  </a:lnTo>
                  <a:lnTo>
                    <a:pt x="937634" y="4441776"/>
                  </a:lnTo>
                  <a:lnTo>
                    <a:pt x="937634" y="4441153"/>
                  </a:lnTo>
                  <a:lnTo>
                    <a:pt x="937743" y="4441153"/>
                  </a:lnTo>
                  <a:lnTo>
                    <a:pt x="937851" y="4441153"/>
                  </a:lnTo>
                  <a:lnTo>
                    <a:pt x="937960" y="4441153"/>
                  </a:lnTo>
                  <a:lnTo>
                    <a:pt x="938068" y="4441153"/>
                  </a:lnTo>
                  <a:lnTo>
                    <a:pt x="938177" y="4441153"/>
                  </a:lnTo>
                  <a:lnTo>
                    <a:pt x="938177" y="4440529"/>
                  </a:lnTo>
                  <a:lnTo>
                    <a:pt x="938177" y="4439906"/>
                  </a:lnTo>
                  <a:lnTo>
                    <a:pt x="938285" y="4439906"/>
                  </a:lnTo>
                  <a:lnTo>
                    <a:pt x="938394" y="4439906"/>
                  </a:lnTo>
                  <a:lnTo>
                    <a:pt x="938502" y="4439906"/>
                  </a:lnTo>
                  <a:lnTo>
                    <a:pt x="938610" y="4439906"/>
                  </a:lnTo>
                  <a:lnTo>
                    <a:pt x="938719" y="4439906"/>
                  </a:lnTo>
                  <a:lnTo>
                    <a:pt x="938827" y="4439906"/>
                  </a:lnTo>
                  <a:lnTo>
                    <a:pt x="938936" y="4439906"/>
                  </a:lnTo>
                  <a:lnTo>
                    <a:pt x="939044" y="4439906"/>
                  </a:lnTo>
                  <a:lnTo>
                    <a:pt x="939153" y="4439906"/>
                  </a:lnTo>
                  <a:lnTo>
                    <a:pt x="939261" y="4439906"/>
                  </a:lnTo>
                  <a:lnTo>
                    <a:pt x="939370" y="4439906"/>
                  </a:lnTo>
                  <a:lnTo>
                    <a:pt x="939370" y="4439282"/>
                  </a:lnTo>
                  <a:lnTo>
                    <a:pt x="939478" y="4439282"/>
                  </a:lnTo>
                  <a:lnTo>
                    <a:pt x="939478" y="4438658"/>
                  </a:lnTo>
                  <a:lnTo>
                    <a:pt x="939586" y="4438658"/>
                  </a:lnTo>
                  <a:lnTo>
                    <a:pt x="939695" y="4438658"/>
                  </a:lnTo>
                  <a:lnTo>
                    <a:pt x="939695" y="4438035"/>
                  </a:lnTo>
                  <a:lnTo>
                    <a:pt x="939803" y="4438035"/>
                  </a:lnTo>
                  <a:lnTo>
                    <a:pt x="939912" y="4438035"/>
                  </a:lnTo>
                  <a:lnTo>
                    <a:pt x="940020" y="4438035"/>
                  </a:lnTo>
                  <a:lnTo>
                    <a:pt x="940129" y="4438035"/>
                  </a:lnTo>
                  <a:lnTo>
                    <a:pt x="940237" y="4438035"/>
                  </a:lnTo>
                  <a:lnTo>
                    <a:pt x="940346" y="4438035"/>
                  </a:lnTo>
                  <a:lnTo>
                    <a:pt x="940454" y="4438035"/>
                  </a:lnTo>
                  <a:lnTo>
                    <a:pt x="940562" y="4438035"/>
                  </a:lnTo>
                  <a:lnTo>
                    <a:pt x="940671" y="4438035"/>
                  </a:lnTo>
                  <a:lnTo>
                    <a:pt x="940779" y="4438035"/>
                  </a:lnTo>
                  <a:lnTo>
                    <a:pt x="940779" y="4437411"/>
                  </a:lnTo>
                  <a:lnTo>
                    <a:pt x="940779" y="4436788"/>
                  </a:lnTo>
                  <a:lnTo>
                    <a:pt x="940888" y="4436788"/>
                  </a:lnTo>
                  <a:lnTo>
                    <a:pt x="940996" y="4436788"/>
                  </a:lnTo>
                  <a:lnTo>
                    <a:pt x="941105" y="4436788"/>
                  </a:lnTo>
                  <a:lnTo>
                    <a:pt x="941213" y="4436788"/>
                  </a:lnTo>
                  <a:lnTo>
                    <a:pt x="941322" y="4436788"/>
                  </a:lnTo>
                  <a:lnTo>
                    <a:pt x="941430" y="4436788"/>
                  </a:lnTo>
                  <a:lnTo>
                    <a:pt x="941538" y="4436788"/>
                  </a:lnTo>
                  <a:lnTo>
                    <a:pt x="941647" y="4436788"/>
                  </a:lnTo>
                  <a:lnTo>
                    <a:pt x="941755" y="4436788"/>
                  </a:lnTo>
                  <a:lnTo>
                    <a:pt x="941864" y="4436788"/>
                  </a:lnTo>
                  <a:lnTo>
                    <a:pt x="941972" y="4436788"/>
                  </a:lnTo>
                  <a:lnTo>
                    <a:pt x="942081" y="4436788"/>
                  </a:lnTo>
                  <a:lnTo>
                    <a:pt x="942189" y="4436788"/>
                  </a:lnTo>
                  <a:lnTo>
                    <a:pt x="942298" y="4436788"/>
                  </a:lnTo>
                  <a:lnTo>
                    <a:pt x="942406" y="4436788"/>
                  </a:lnTo>
                  <a:lnTo>
                    <a:pt x="942406" y="4436164"/>
                  </a:lnTo>
                  <a:lnTo>
                    <a:pt x="942514" y="4436164"/>
                  </a:lnTo>
                  <a:lnTo>
                    <a:pt x="942623" y="4436164"/>
                  </a:lnTo>
                  <a:lnTo>
                    <a:pt x="942731" y="4436164"/>
                  </a:lnTo>
                  <a:lnTo>
                    <a:pt x="942840" y="4436164"/>
                  </a:lnTo>
                  <a:lnTo>
                    <a:pt x="942948" y="4436164"/>
                  </a:lnTo>
                  <a:lnTo>
                    <a:pt x="943057" y="4436164"/>
                  </a:lnTo>
                  <a:lnTo>
                    <a:pt x="943165" y="4436164"/>
                  </a:lnTo>
                  <a:lnTo>
                    <a:pt x="943274" y="4436164"/>
                  </a:lnTo>
                  <a:lnTo>
                    <a:pt x="943382" y="4436164"/>
                  </a:lnTo>
                  <a:lnTo>
                    <a:pt x="943491" y="4436164"/>
                  </a:lnTo>
                  <a:lnTo>
                    <a:pt x="943599" y="4436164"/>
                  </a:lnTo>
                  <a:lnTo>
                    <a:pt x="943599" y="4435541"/>
                  </a:lnTo>
                  <a:lnTo>
                    <a:pt x="943599" y="4434917"/>
                  </a:lnTo>
                  <a:lnTo>
                    <a:pt x="943599" y="4434293"/>
                  </a:lnTo>
                  <a:lnTo>
                    <a:pt x="943707" y="4434293"/>
                  </a:lnTo>
                  <a:lnTo>
                    <a:pt x="943816" y="4434293"/>
                  </a:lnTo>
                  <a:lnTo>
                    <a:pt x="943924" y="4434293"/>
                  </a:lnTo>
                  <a:lnTo>
                    <a:pt x="944033" y="4434293"/>
                  </a:lnTo>
                  <a:lnTo>
                    <a:pt x="944141" y="4434293"/>
                  </a:lnTo>
                  <a:lnTo>
                    <a:pt x="944141" y="4433670"/>
                  </a:lnTo>
                  <a:lnTo>
                    <a:pt x="944250" y="4433670"/>
                  </a:lnTo>
                  <a:lnTo>
                    <a:pt x="944358" y="4433670"/>
                  </a:lnTo>
                  <a:lnTo>
                    <a:pt x="944467" y="4433670"/>
                  </a:lnTo>
                  <a:lnTo>
                    <a:pt x="944575" y="4433670"/>
                  </a:lnTo>
                  <a:lnTo>
                    <a:pt x="944683" y="4433670"/>
                  </a:lnTo>
                  <a:lnTo>
                    <a:pt x="944792" y="4433670"/>
                  </a:lnTo>
                  <a:lnTo>
                    <a:pt x="944900" y="4433670"/>
                  </a:lnTo>
                  <a:lnTo>
                    <a:pt x="945009" y="4433670"/>
                  </a:lnTo>
                  <a:lnTo>
                    <a:pt x="945009" y="4433046"/>
                  </a:lnTo>
                  <a:lnTo>
                    <a:pt x="945009" y="4432423"/>
                  </a:lnTo>
                  <a:lnTo>
                    <a:pt x="945117" y="4432423"/>
                  </a:lnTo>
                  <a:lnTo>
                    <a:pt x="945226" y="4432423"/>
                  </a:lnTo>
                  <a:lnTo>
                    <a:pt x="945334" y="4432423"/>
                  </a:lnTo>
                  <a:lnTo>
                    <a:pt x="945443" y="4432423"/>
                  </a:lnTo>
                  <a:lnTo>
                    <a:pt x="945551" y="4432423"/>
                  </a:lnTo>
                  <a:lnTo>
                    <a:pt x="945659" y="4432423"/>
                  </a:lnTo>
                  <a:lnTo>
                    <a:pt x="945768" y="4432423"/>
                  </a:lnTo>
                  <a:lnTo>
                    <a:pt x="945768" y="4431799"/>
                  </a:lnTo>
                  <a:lnTo>
                    <a:pt x="945768" y="4431175"/>
                  </a:lnTo>
                  <a:lnTo>
                    <a:pt x="945876" y="4431175"/>
                  </a:lnTo>
                  <a:lnTo>
                    <a:pt x="945985" y="4431175"/>
                  </a:lnTo>
                  <a:lnTo>
                    <a:pt x="946093" y="4431175"/>
                  </a:lnTo>
                  <a:lnTo>
                    <a:pt x="946202" y="4431175"/>
                  </a:lnTo>
                  <a:lnTo>
                    <a:pt x="946310" y="4431175"/>
                  </a:lnTo>
                  <a:lnTo>
                    <a:pt x="946310" y="4430552"/>
                  </a:lnTo>
                  <a:lnTo>
                    <a:pt x="946419" y="4430552"/>
                  </a:lnTo>
                  <a:lnTo>
                    <a:pt x="946527" y="4430552"/>
                  </a:lnTo>
                  <a:lnTo>
                    <a:pt x="946635" y="4430552"/>
                  </a:lnTo>
                  <a:lnTo>
                    <a:pt x="946744" y="4430552"/>
                  </a:lnTo>
                  <a:lnTo>
                    <a:pt x="946852" y="4430552"/>
                  </a:lnTo>
                  <a:lnTo>
                    <a:pt x="946961" y="4430552"/>
                  </a:lnTo>
                  <a:lnTo>
                    <a:pt x="947069" y="4430552"/>
                  </a:lnTo>
                  <a:lnTo>
                    <a:pt x="947069" y="4429928"/>
                  </a:lnTo>
                  <a:lnTo>
                    <a:pt x="947178" y="4429928"/>
                  </a:lnTo>
                  <a:lnTo>
                    <a:pt x="947286" y="4429928"/>
                  </a:lnTo>
                  <a:lnTo>
                    <a:pt x="947395" y="4429928"/>
                  </a:lnTo>
                  <a:lnTo>
                    <a:pt x="947503" y="4429928"/>
                  </a:lnTo>
                  <a:lnTo>
                    <a:pt x="947612" y="4429928"/>
                  </a:lnTo>
                  <a:lnTo>
                    <a:pt x="947612" y="4429305"/>
                  </a:lnTo>
                  <a:lnTo>
                    <a:pt x="947720" y="4429305"/>
                  </a:lnTo>
                  <a:lnTo>
                    <a:pt x="947828" y="4429305"/>
                  </a:lnTo>
                  <a:lnTo>
                    <a:pt x="947828" y="4428681"/>
                  </a:lnTo>
                  <a:lnTo>
                    <a:pt x="947937" y="4428681"/>
                  </a:lnTo>
                  <a:lnTo>
                    <a:pt x="948045" y="4428681"/>
                  </a:lnTo>
                  <a:lnTo>
                    <a:pt x="948045" y="4428058"/>
                  </a:lnTo>
                  <a:lnTo>
                    <a:pt x="948154" y="4428058"/>
                  </a:lnTo>
                  <a:lnTo>
                    <a:pt x="948262" y="4428058"/>
                  </a:lnTo>
                  <a:lnTo>
                    <a:pt x="948371" y="4428058"/>
                  </a:lnTo>
                  <a:lnTo>
                    <a:pt x="948479" y="4428058"/>
                  </a:lnTo>
                  <a:lnTo>
                    <a:pt x="948588" y="4428058"/>
                  </a:lnTo>
                  <a:lnTo>
                    <a:pt x="948588" y="4427434"/>
                  </a:lnTo>
                  <a:lnTo>
                    <a:pt x="948696" y="4427434"/>
                  </a:lnTo>
                  <a:lnTo>
                    <a:pt x="948804" y="4427434"/>
                  </a:lnTo>
                  <a:lnTo>
                    <a:pt x="948804" y="4426810"/>
                  </a:lnTo>
                  <a:lnTo>
                    <a:pt x="948913" y="4426810"/>
                  </a:lnTo>
                  <a:lnTo>
                    <a:pt x="949021" y="4426810"/>
                  </a:lnTo>
                  <a:lnTo>
                    <a:pt x="949130" y="4426810"/>
                  </a:lnTo>
                  <a:lnTo>
                    <a:pt x="949238" y="4426810"/>
                  </a:lnTo>
                  <a:lnTo>
                    <a:pt x="949347" y="4426810"/>
                  </a:lnTo>
                  <a:lnTo>
                    <a:pt x="949347" y="4426187"/>
                  </a:lnTo>
                  <a:lnTo>
                    <a:pt x="949347" y="4425563"/>
                  </a:lnTo>
                  <a:lnTo>
                    <a:pt x="949455" y="4425563"/>
                  </a:lnTo>
                  <a:lnTo>
                    <a:pt x="949455" y="4424940"/>
                  </a:lnTo>
                  <a:lnTo>
                    <a:pt x="949564" y="4424940"/>
                  </a:lnTo>
                  <a:lnTo>
                    <a:pt x="949672" y="4424940"/>
                  </a:lnTo>
                  <a:lnTo>
                    <a:pt x="949780" y="4424940"/>
                  </a:lnTo>
                  <a:lnTo>
                    <a:pt x="949889" y="4424940"/>
                  </a:lnTo>
                  <a:lnTo>
                    <a:pt x="949997" y="4424940"/>
                  </a:lnTo>
                  <a:lnTo>
                    <a:pt x="950106" y="4424940"/>
                  </a:lnTo>
                  <a:lnTo>
                    <a:pt x="950106" y="4424316"/>
                  </a:lnTo>
                  <a:lnTo>
                    <a:pt x="950106" y="4423692"/>
                  </a:lnTo>
                  <a:lnTo>
                    <a:pt x="950214" y="4423692"/>
                  </a:lnTo>
                  <a:lnTo>
                    <a:pt x="950214" y="4423069"/>
                  </a:lnTo>
                  <a:lnTo>
                    <a:pt x="950323" y="4423069"/>
                  </a:lnTo>
                  <a:lnTo>
                    <a:pt x="950431" y="4423069"/>
                  </a:lnTo>
                  <a:lnTo>
                    <a:pt x="950540" y="4423069"/>
                  </a:lnTo>
                  <a:lnTo>
                    <a:pt x="950540" y="4422445"/>
                  </a:lnTo>
                  <a:lnTo>
                    <a:pt x="950648" y="4422445"/>
                  </a:lnTo>
                  <a:lnTo>
                    <a:pt x="950756" y="4422445"/>
                  </a:lnTo>
                  <a:lnTo>
                    <a:pt x="950865" y="4422445"/>
                  </a:lnTo>
                  <a:lnTo>
                    <a:pt x="950973" y="4422445"/>
                  </a:lnTo>
                  <a:lnTo>
                    <a:pt x="950973" y="4421822"/>
                  </a:lnTo>
                  <a:lnTo>
                    <a:pt x="951082" y="4421822"/>
                  </a:lnTo>
                  <a:lnTo>
                    <a:pt x="951190" y="4421822"/>
                  </a:lnTo>
                  <a:lnTo>
                    <a:pt x="951299" y="4421822"/>
                  </a:lnTo>
                  <a:lnTo>
                    <a:pt x="951407" y="4421822"/>
                  </a:lnTo>
                  <a:lnTo>
                    <a:pt x="951407" y="4421198"/>
                  </a:lnTo>
                  <a:lnTo>
                    <a:pt x="951516" y="4421198"/>
                  </a:lnTo>
                  <a:lnTo>
                    <a:pt x="951624" y="4421198"/>
                  </a:lnTo>
                  <a:lnTo>
                    <a:pt x="951624" y="4420575"/>
                  </a:lnTo>
                  <a:lnTo>
                    <a:pt x="951733" y="4420575"/>
                  </a:lnTo>
                  <a:lnTo>
                    <a:pt x="951733" y="4419951"/>
                  </a:lnTo>
                  <a:lnTo>
                    <a:pt x="951733" y="4419327"/>
                  </a:lnTo>
                  <a:lnTo>
                    <a:pt x="951841" y="4419327"/>
                  </a:lnTo>
                  <a:lnTo>
                    <a:pt x="951949" y="4419327"/>
                  </a:lnTo>
                  <a:lnTo>
                    <a:pt x="951949" y="4418704"/>
                  </a:lnTo>
                  <a:lnTo>
                    <a:pt x="952058" y="4418704"/>
                  </a:lnTo>
                  <a:lnTo>
                    <a:pt x="952166" y="4418704"/>
                  </a:lnTo>
                  <a:lnTo>
                    <a:pt x="952166" y="4418080"/>
                  </a:lnTo>
                  <a:lnTo>
                    <a:pt x="952275" y="4418080"/>
                  </a:lnTo>
                  <a:lnTo>
                    <a:pt x="952383" y="4418080"/>
                  </a:lnTo>
                  <a:lnTo>
                    <a:pt x="952492" y="4418080"/>
                  </a:lnTo>
                  <a:lnTo>
                    <a:pt x="952600" y="4418080"/>
                  </a:lnTo>
                  <a:lnTo>
                    <a:pt x="952709" y="4418080"/>
                  </a:lnTo>
                  <a:lnTo>
                    <a:pt x="952817" y="4418080"/>
                  </a:lnTo>
                  <a:lnTo>
                    <a:pt x="952925" y="4418080"/>
                  </a:lnTo>
                  <a:lnTo>
                    <a:pt x="953034" y="4418080"/>
                  </a:lnTo>
                  <a:lnTo>
                    <a:pt x="953034" y="4417457"/>
                  </a:lnTo>
                  <a:lnTo>
                    <a:pt x="953142" y="4417457"/>
                  </a:lnTo>
                  <a:lnTo>
                    <a:pt x="953251" y="4417457"/>
                  </a:lnTo>
                  <a:lnTo>
                    <a:pt x="953251" y="4416833"/>
                  </a:lnTo>
                  <a:lnTo>
                    <a:pt x="953359" y="4416833"/>
                  </a:lnTo>
                  <a:lnTo>
                    <a:pt x="953468" y="4416833"/>
                  </a:lnTo>
                  <a:lnTo>
                    <a:pt x="953468" y="4416209"/>
                  </a:lnTo>
                  <a:lnTo>
                    <a:pt x="953576" y="4416209"/>
                  </a:lnTo>
                  <a:lnTo>
                    <a:pt x="953685" y="4416209"/>
                  </a:lnTo>
                  <a:lnTo>
                    <a:pt x="953685" y="4415586"/>
                  </a:lnTo>
                  <a:lnTo>
                    <a:pt x="953793" y="4415586"/>
                  </a:lnTo>
                  <a:lnTo>
                    <a:pt x="953901" y="4415586"/>
                  </a:lnTo>
                  <a:lnTo>
                    <a:pt x="953901" y="4414962"/>
                  </a:lnTo>
                  <a:lnTo>
                    <a:pt x="954010" y="4414962"/>
                  </a:lnTo>
                  <a:lnTo>
                    <a:pt x="954010" y="4414339"/>
                  </a:lnTo>
                  <a:lnTo>
                    <a:pt x="954010" y="4413715"/>
                  </a:lnTo>
                  <a:lnTo>
                    <a:pt x="954010" y="4413092"/>
                  </a:lnTo>
                  <a:lnTo>
                    <a:pt x="954118" y="4413092"/>
                  </a:lnTo>
                  <a:lnTo>
                    <a:pt x="954227" y="4413092"/>
                  </a:lnTo>
                  <a:lnTo>
                    <a:pt x="954335" y="4413092"/>
                  </a:lnTo>
                  <a:lnTo>
                    <a:pt x="954444" y="4413092"/>
                  </a:lnTo>
                  <a:lnTo>
                    <a:pt x="954444" y="4412468"/>
                  </a:lnTo>
                  <a:lnTo>
                    <a:pt x="954444" y="4411844"/>
                  </a:lnTo>
                  <a:lnTo>
                    <a:pt x="954444" y="4411221"/>
                  </a:lnTo>
                  <a:lnTo>
                    <a:pt x="954552" y="4411221"/>
                  </a:lnTo>
                  <a:lnTo>
                    <a:pt x="954661" y="4411221"/>
                  </a:lnTo>
                  <a:lnTo>
                    <a:pt x="954769" y="4411221"/>
                  </a:lnTo>
                  <a:lnTo>
                    <a:pt x="954769" y="4410597"/>
                  </a:lnTo>
                  <a:lnTo>
                    <a:pt x="954769" y="4409974"/>
                  </a:lnTo>
                  <a:lnTo>
                    <a:pt x="954877" y="4409974"/>
                  </a:lnTo>
                  <a:lnTo>
                    <a:pt x="954986" y="4409974"/>
                  </a:lnTo>
                  <a:lnTo>
                    <a:pt x="955094" y="4409974"/>
                  </a:lnTo>
                  <a:lnTo>
                    <a:pt x="955203" y="4409974"/>
                  </a:lnTo>
                  <a:lnTo>
                    <a:pt x="955203" y="4409350"/>
                  </a:lnTo>
                  <a:lnTo>
                    <a:pt x="955311" y="4409350"/>
                  </a:lnTo>
                  <a:lnTo>
                    <a:pt x="955420" y="4409350"/>
                  </a:lnTo>
                  <a:lnTo>
                    <a:pt x="955420" y="4408726"/>
                  </a:lnTo>
                  <a:lnTo>
                    <a:pt x="955528" y="4408726"/>
                  </a:lnTo>
                  <a:lnTo>
                    <a:pt x="955637" y="4408726"/>
                  </a:lnTo>
                  <a:lnTo>
                    <a:pt x="955745" y="4408726"/>
                  </a:lnTo>
                  <a:lnTo>
                    <a:pt x="955854" y="4408726"/>
                  </a:lnTo>
                  <a:lnTo>
                    <a:pt x="955962" y="4408726"/>
                  </a:lnTo>
                  <a:lnTo>
                    <a:pt x="955962" y="4408103"/>
                  </a:lnTo>
                  <a:lnTo>
                    <a:pt x="955962" y="4407479"/>
                  </a:lnTo>
                  <a:lnTo>
                    <a:pt x="956070" y="4407479"/>
                  </a:lnTo>
                  <a:lnTo>
                    <a:pt x="956070" y="4406856"/>
                  </a:lnTo>
                  <a:lnTo>
                    <a:pt x="956179" y="4406856"/>
                  </a:lnTo>
                  <a:lnTo>
                    <a:pt x="956179" y="4406232"/>
                  </a:lnTo>
                  <a:lnTo>
                    <a:pt x="956287" y="4406232"/>
                  </a:lnTo>
                  <a:lnTo>
                    <a:pt x="956396" y="4406232"/>
                  </a:lnTo>
                  <a:lnTo>
                    <a:pt x="956504" y="4406232"/>
                  </a:lnTo>
                  <a:lnTo>
                    <a:pt x="956504" y="4405609"/>
                  </a:lnTo>
                  <a:lnTo>
                    <a:pt x="956504" y="4404985"/>
                  </a:lnTo>
                  <a:lnTo>
                    <a:pt x="956613" y="4404985"/>
                  </a:lnTo>
                  <a:lnTo>
                    <a:pt x="956721" y="4404985"/>
                  </a:lnTo>
                  <a:lnTo>
                    <a:pt x="956721" y="4404361"/>
                  </a:lnTo>
                  <a:lnTo>
                    <a:pt x="956830" y="4404361"/>
                  </a:lnTo>
                  <a:lnTo>
                    <a:pt x="956938" y="4404361"/>
                  </a:lnTo>
                  <a:lnTo>
                    <a:pt x="957046" y="4404361"/>
                  </a:lnTo>
                  <a:lnTo>
                    <a:pt x="957155" y="4404361"/>
                  </a:lnTo>
                  <a:lnTo>
                    <a:pt x="957263" y="4404361"/>
                  </a:lnTo>
                  <a:lnTo>
                    <a:pt x="957263" y="4403738"/>
                  </a:lnTo>
                  <a:lnTo>
                    <a:pt x="957263" y="4403114"/>
                  </a:lnTo>
                  <a:lnTo>
                    <a:pt x="957263" y="4402491"/>
                  </a:lnTo>
                  <a:lnTo>
                    <a:pt x="957372" y="4402491"/>
                  </a:lnTo>
                  <a:lnTo>
                    <a:pt x="957372" y="4401867"/>
                  </a:lnTo>
                  <a:lnTo>
                    <a:pt x="957480" y="4401867"/>
                  </a:lnTo>
                  <a:lnTo>
                    <a:pt x="957589" y="4401867"/>
                  </a:lnTo>
                  <a:lnTo>
                    <a:pt x="957697" y="4401867"/>
                  </a:lnTo>
                  <a:lnTo>
                    <a:pt x="957806" y="4401867"/>
                  </a:lnTo>
                  <a:lnTo>
                    <a:pt x="957914" y="4401867"/>
                  </a:lnTo>
                  <a:lnTo>
                    <a:pt x="958022" y="4401867"/>
                  </a:lnTo>
                  <a:lnTo>
                    <a:pt x="958131" y="4401867"/>
                  </a:lnTo>
                  <a:lnTo>
                    <a:pt x="958131" y="4401244"/>
                  </a:lnTo>
                  <a:lnTo>
                    <a:pt x="958239" y="4401244"/>
                  </a:lnTo>
                  <a:lnTo>
                    <a:pt x="958239" y="4400620"/>
                  </a:lnTo>
                  <a:lnTo>
                    <a:pt x="958239" y="4399996"/>
                  </a:lnTo>
                  <a:lnTo>
                    <a:pt x="958239" y="4399373"/>
                  </a:lnTo>
                  <a:lnTo>
                    <a:pt x="958348" y="4399373"/>
                  </a:lnTo>
                  <a:lnTo>
                    <a:pt x="958456" y="4399373"/>
                  </a:lnTo>
                  <a:lnTo>
                    <a:pt x="958456" y="4398749"/>
                  </a:lnTo>
                  <a:lnTo>
                    <a:pt x="958565" y="4398749"/>
                  </a:lnTo>
                  <a:lnTo>
                    <a:pt x="958673" y="4398749"/>
                  </a:lnTo>
                  <a:lnTo>
                    <a:pt x="958673" y="4398126"/>
                  </a:lnTo>
                  <a:lnTo>
                    <a:pt x="958782" y="4398126"/>
                  </a:lnTo>
                  <a:lnTo>
                    <a:pt x="958890" y="4398126"/>
                  </a:lnTo>
                  <a:lnTo>
                    <a:pt x="958998" y="4398126"/>
                  </a:lnTo>
                  <a:lnTo>
                    <a:pt x="958998" y="4397502"/>
                  </a:lnTo>
                  <a:lnTo>
                    <a:pt x="959107" y="4397502"/>
                  </a:lnTo>
                  <a:lnTo>
                    <a:pt x="959215" y="4397502"/>
                  </a:lnTo>
                  <a:lnTo>
                    <a:pt x="959324" y="4397502"/>
                  </a:lnTo>
                  <a:lnTo>
                    <a:pt x="959432" y="4397502"/>
                  </a:lnTo>
                  <a:lnTo>
                    <a:pt x="959432" y="4396878"/>
                  </a:lnTo>
                  <a:lnTo>
                    <a:pt x="959541" y="4396878"/>
                  </a:lnTo>
                  <a:lnTo>
                    <a:pt x="959541" y="4396255"/>
                  </a:lnTo>
                  <a:lnTo>
                    <a:pt x="959649" y="4396255"/>
                  </a:lnTo>
                  <a:lnTo>
                    <a:pt x="959758" y="4396255"/>
                  </a:lnTo>
                  <a:lnTo>
                    <a:pt x="959866" y="4396255"/>
                  </a:lnTo>
                  <a:lnTo>
                    <a:pt x="959975" y="4396255"/>
                  </a:lnTo>
                  <a:lnTo>
                    <a:pt x="960083" y="4396255"/>
                  </a:lnTo>
                  <a:lnTo>
                    <a:pt x="960083" y="4395631"/>
                  </a:lnTo>
                  <a:lnTo>
                    <a:pt x="960083" y="4395008"/>
                  </a:lnTo>
                  <a:lnTo>
                    <a:pt x="960191" y="4395008"/>
                  </a:lnTo>
                  <a:lnTo>
                    <a:pt x="960300" y="4395008"/>
                  </a:lnTo>
                  <a:lnTo>
                    <a:pt x="960300" y="4394384"/>
                  </a:lnTo>
                  <a:lnTo>
                    <a:pt x="960408" y="4394384"/>
                  </a:lnTo>
                  <a:lnTo>
                    <a:pt x="960408" y="4393761"/>
                  </a:lnTo>
                  <a:lnTo>
                    <a:pt x="960517" y="4393761"/>
                  </a:lnTo>
                  <a:lnTo>
                    <a:pt x="960517" y="4393137"/>
                  </a:lnTo>
                  <a:lnTo>
                    <a:pt x="960625" y="4393137"/>
                  </a:lnTo>
                  <a:lnTo>
                    <a:pt x="960625" y="4392513"/>
                  </a:lnTo>
                  <a:lnTo>
                    <a:pt x="960625" y="4391890"/>
                  </a:lnTo>
                  <a:lnTo>
                    <a:pt x="960734" y="4391890"/>
                  </a:lnTo>
                  <a:lnTo>
                    <a:pt x="960842" y="4391890"/>
                  </a:lnTo>
                  <a:lnTo>
                    <a:pt x="960951" y="4391890"/>
                  </a:lnTo>
                  <a:lnTo>
                    <a:pt x="961059" y="4391890"/>
                  </a:lnTo>
                  <a:lnTo>
                    <a:pt x="961059" y="4391266"/>
                  </a:lnTo>
                  <a:lnTo>
                    <a:pt x="961167" y="4391266"/>
                  </a:lnTo>
                  <a:lnTo>
                    <a:pt x="961276" y="4391266"/>
                  </a:lnTo>
                  <a:lnTo>
                    <a:pt x="961384" y="4391266"/>
                  </a:lnTo>
                  <a:lnTo>
                    <a:pt x="961384" y="4390643"/>
                  </a:lnTo>
                  <a:lnTo>
                    <a:pt x="961493" y="4390643"/>
                  </a:lnTo>
                  <a:lnTo>
                    <a:pt x="961601" y="4390643"/>
                  </a:lnTo>
                  <a:lnTo>
                    <a:pt x="961710" y="4390643"/>
                  </a:lnTo>
                  <a:lnTo>
                    <a:pt x="961710" y="4390019"/>
                  </a:lnTo>
                  <a:lnTo>
                    <a:pt x="961710" y="4389395"/>
                  </a:lnTo>
                  <a:lnTo>
                    <a:pt x="961818" y="4389395"/>
                  </a:lnTo>
                  <a:lnTo>
                    <a:pt x="961818" y="4388772"/>
                  </a:lnTo>
                  <a:lnTo>
                    <a:pt x="961927" y="4388772"/>
                  </a:lnTo>
                  <a:lnTo>
                    <a:pt x="961927" y="4388148"/>
                  </a:lnTo>
                  <a:lnTo>
                    <a:pt x="962035" y="4388148"/>
                  </a:lnTo>
                  <a:lnTo>
                    <a:pt x="962143" y="4388148"/>
                  </a:lnTo>
                  <a:lnTo>
                    <a:pt x="962252" y="4388148"/>
                  </a:lnTo>
                  <a:lnTo>
                    <a:pt x="962360" y="4388148"/>
                  </a:lnTo>
                  <a:lnTo>
                    <a:pt x="962360" y="4387525"/>
                  </a:lnTo>
                  <a:lnTo>
                    <a:pt x="962360" y="4386901"/>
                  </a:lnTo>
                  <a:lnTo>
                    <a:pt x="962469" y="4386901"/>
                  </a:lnTo>
                  <a:lnTo>
                    <a:pt x="962577" y="4386901"/>
                  </a:lnTo>
                  <a:lnTo>
                    <a:pt x="962577" y="4386278"/>
                  </a:lnTo>
                  <a:lnTo>
                    <a:pt x="962686" y="4386278"/>
                  </a:lnTo>
                  <a:lnTo>
                    <a:pt x="962794" y="4386278"/>
                  </a:lnTo>
                  <a:lnTo>
                    <a:pt x="962903" y="4386278"/>
                  </a:lnTo>
                  <a:lnTo>
                    <a:pt x="962903" y="4385654"/>
                  </a:lnTo>
                  <a:lnTo>
                    <a:pt x="963011" y="4385654"/>
                  </a:lnTo>
                  <a:lnTo>
                    <a:pt x="963011" y="4385030"/>
                  </a:lnTo>
                  <a:lnTo>
                    <a:pt x="963119" y="4385030"/>
                  </a:lnTo>
                  <a:lnTo>
                    <a:pt x="963228" y="4385030"/>
                  </a:lnTo>
                  <a:lnTo>
                    <a:pt x="963336" y="4385030"/>
                  </a:lnTo>
                  <a:lnTo>
                    <a:pt x="963445" y="4385030"/>
                  </a:lnTo>
                  <a:lnTo>
                    <a:pt x="963553" y="4385030"/>
                  </a:lnTo>
                  <a:lnTo>
                    <a:pt x="963662" y="4385030"/>
                  </a:lnTo>
                  <a:lnTo>
                    <a:pt x="963770" y="4385030"/>
                  </a:lnTo>
                  <a:lnTo>
                    <a:pt x="963770" y="4384407"/>
                  </a:lnTo>
                  <a:lnTo>
                    <a:pt x="963879" y="4384407"/>
                  </a:lnTo>
                  <a:lnTo>
                    <a:pt x="963879" y="4383783"/>
                  </a:lnTo>
                  <a:lnTo>
                    <a:pt x="963987" y="4383783"/>
                  </a:lnTo>
                  <a:lnTo>
                    <a:pt x="964095" y="4383783"/>
                  </a:lnTo>
                  <a:lnTo>
                    <a:pt x="964095" y="4383160"/>
                  </a:lnTo>
                  <a:lnTo>
                    <a:pt x="964204" y="4383160"/>
                  </a:lnTo>
                  <a:lnTo>
                    <a:pt x="964312" y="4383160"/>
                  </a:lnTo>
                  <a:lnTo>
                    <a:pt x="964312" y="4382536"/>
                  </a:lnTo>
                  <a:lnTo>
                    <a:pt x="964312" y="4381912"/>
                  </a:lnTo>
                  <a:lnTo>
                    <a:pt x="964421" y="4381912"/>
                  </a:lnTo>
                  <a:lnTo>
                    <a:pt x="964529" y="4381912"/>
                  </a:lnTo>
                  <a:lnTo>
                    <a:pt x="964638" y="4381912"/>
                  </a:lnTo>
                  <a:lnTo>
                    <a:pt x="964746" y="4381912"/>
                  </a:lnTo>
                  <a:lnTo>
                    <a:pt x="964746" y="4381289"/>
                  </a:lnTo>
                  <a:lnTo>
                    <a:pt x="964855" y="4381289"/>
                  </a:lnTo>
                  <a:lnTo>
                    <a:pt x="964963" y="4381289"/>
                  </a:lnTo>
                  <a:lnTo>
                    <a:pt x="965072" y="4381289"/>
                  </a:lnTo>
                  <a:lnTo>
                    <a:pt x="965180" y="4381289"/>
                  </a:lnTo>
                  <a:lnTo>
                    <a:pt x="965288" y="4381289"/>
                  </a:lnTo>
                  <a:lnTo>
                    <a:pt x="965397" y="4381289"/>
                  </a:lnTo>
                  <a:lnTo>
                    <a:pt x="965505" y="4381289"/>
                  </a:lnTo>
                  <a:lnTo>
                    <a:pt x="965614" y="4381289"/>
                  </a:lnTo>
                  <a:lnTo>
                    <a:pt x="965722" y="4381289"/>
                  </a:lnTo>
                  <a:lnTo>
                    <a:pt x="965722" y="4380665"/>
                  </a:lnTo>
                  <a:lnTo>
                    <a:pt x="965831" y="4380665"/>
                  </a:lnTo>
                  <a:lnTo>
                    <a:pt x="965939" y="4380665"/>
                  </a:lnTo>
                  <a:lnTo>
                    <a:pt x="966048" y="4380665"/>
                  </a:lnTo>
                  <a:lnTo>
                    <a:pt x="966156" y="4380665"/>
                  </a:lnTo>
                  <a:lnTo>
                    <a:pt x="966264" y="4380665"/>
                  </a:lnTo>
                  <a:lnTo>
                    <a:pt x="966373" y="4380665"/>
                  </a:lnTo>
                  <a:lnTo>
                    <a:pt x="966373" y="4380042"/>
                  </a:lnTo>
                  <a:lnTo>
                    <a:pt x="966373" y="4379418"/>
                  </a:lnTo>
                  <a:lnTo>
                    <a:pt x="966481" y="4379418"/>
                  </a:lnTo>
                  <a:lnTo>
                    <a:pt x="966590" y="4379418"/>
                  </a:lnTo>
                  <a:lnTo>
                    <a:pt x="966698" y="4379418"/>
                  </a:lnTo>
                  <a:lnTo>
                    <a:pt x="966807" y="4379418"/>
                  </a:lnTo>
                  <a:lnTo>
                    <a:pt x="966915" y="4379418"/>
                  </a:lnTo>
                  <a:lnTo>
                    <a:pt x="967024" y="4379418"/>
                  </a:lnTo>
                  <a:lnTo>
                    <a:pt x="967132" y="4379418"/>
                  </a:lnTo>
                  <a:lnTo>
                    <a:pt x="967240" y="4379418"/>
                  </a:lnTo>
                  <a:lnTo>
                    <a:pt x="967349" y="4379418"/>
                  </a:lnTo>
                  <a:lnTo>
                    <a:pt x="967457" y="4379418"/>
                  </a:lnTo>
                  <a:lnTo>
                    <a:pt x="967566" y="4379418"/>
                  </a:lnTo>
                  <a:lnTo>
                    <a:pt x="967566" y="4378795"/>
                  </a:lnTo>
                  <a:lnTo>
                    <a:pt x="967566" y="4378171"/>
                  </a:lnTo>
                  <a:lnTo>
                    <a:pt x="967566" y="4377547"/>
                  </a:lnTo>
                  <a:lnTo>
                    <a:pt x="967674" y="4377547"/>
                  </a:lnTo>
                  <a:lnTo>
                    <a:pt x="967783" y="4377547"/>
                  </a:lnTo>
                  <a:lnTo>
                    <a:pt x="967891" y="4377547"/>
                  </a:lnTo>
                  <a:lnTo>
                    <a:pt x="968000" y="4377547"/>
                  </a:lnTo>
                  <a:lnTo>
                    <a:pt x="968108" y="4377547"/>
                  </a:lnTo>
                  <a:lnTo>
                    <a:pt x="968108" y="4376924"/>
                  </a:lnTo>
                  <a:lnTo>
                    <a:pt x="968216" y="4376924"/>
                  </a:lnTo>
                  <a:lnTo>
                    <a:pt x="968216" y="4376300"/>
                  </a:lnTo>
                  <a:lnTo>
                    <a:pt x="968325" y="4376300"/>
                  </a:lnTo>
                  <a:lnTo>
                    <a:pt x="968325" y="4375677"/>
                  </a:lnTo>
                  <a:lnTo>
                    <a:pt x="968433" y="4375677"/>
                  </a:lnTo>
                  <a:lnTo>
                    <a:pt x="968542" y="4375677"/>
                  </a:lnTo>
                  <a:lnTo>
                    <a:pt x="968650" y="4375677"/>
                  </a:lnTo>
                  <a:lnTo>
                    <a:pt x="968759" y="4375677"/>
                  </a:lnTo>
                  <a:lnTo>
                    <a:pt x="968867" y="4375677"/>
                  </a:lnTo>
                  <a:lnTo>
                    <a:pt x="968976" y="4375677"/>
                  </a:lnTo>
                  <a:lnTo>
                    <a:pt x="969084" y="4375677"/>
                  </a:lnTo>
                  <a:lnTo>
                    <a:pt x="969193" y="4375677"/>
                  </a:lnTo>
                  <a:lnTo>
                    <a:pt x="969301" y="4375677"/>
                  </a:lnTo>
                  <a:lnTo>
                    <a:pt x="969409" y="4375677"/>
                  </a:lnTo>
                  <a:lnTo>
                    <a:pt x="969518" y="4375677"/>
                  </a:lnTo>
                  <a:lnTo>
                    <a:pt x="969518" y="4375053"/>
                  </a:lnTo>
                  <a:lnTo>
                    <a:pt x="969626" y="4375053"/>
                  </a:lnTo>
                  <a:lnTo>
                    <a:pt x="969735" y="4375053"/>
                  </a:lnTo>
                  <a:lnTo>
                    <a:pt x="969843" y="4375053"/>
                  </a:lnTo>
                  <a:lnTo>
                    <a:pt x="969843" y="4374429"/>
                  </a:lnTo>
                  <a:lnTo>
                    <a:pt x="969952" y="4374429"/>
                  </a:lnTo>
                  <a:lnTo>
                    <a:pt x="970060" y="4374429"/>
                  </a:lnTo>
                  <a:lnTo>
                    <a:pt x="970169" y="4374429"/>
                  </a:lnTo>
                  <a:lnTo>
                    <a:pt x="970277" y="4374429"/>
                  </a:lnTo>
                  <a:lnTo>
                    <a:pt x="970385" y="4374429"/>
                  </a:lnTo>
                  <a:lnTo>
                    <a:pt x="970385" y="4373806"/>
                  </a:lnTo>
                  <a:lnTo>
                    <a:pt x="970385" y="4373182"/>
                  </a:lnTo>
                  <a:lnTo>
                    <a:pt x="970385" y="4372559"/>
                  </a:lnTo>
                  <a:lnTo>
                    <a:pt x="970494" y="4372559"/>
                  </a:lnTo>
                  <a:lnTo>
                    <a:pt x="970494" y="4371935"/>
                  </a:lnTo>
                  <a:lnTo>
                    <a:pt x="970602" y="4371935"/>
                  </a:lnTo>
                  <a:lnTo>
                    <a:pt x="970711" y="4371935"/>
                  </a:lnTo>
                  <a:lnTo>
                    <a:pt x="970819" y="4371935"/>
                  </a:lnTo>
                  <a:lnTo>
                    <a:pt x="970928" y="4371935"/>
                  </a:lnTo>
                  <a:lnTo>
                    <a:pt x="970928" y="4371312"/>
                  </a:lnTo>
                  <a:lnTo>
                    <a:pt x="970928" y="4370688"/>
                  </a:lnTo>
                  <a:lnTo>
                    <a:pt x="971036" y="4370688"/>
                  </a:lnTo>
                  <a:lnTo>
                    <a:pt x="971036" y="4370064"/>
                  </a:lnTo>
                  <a:lnTo>
                    <a:pt x="971145" y="4370064"/>
                  </a:lnTo>
                  <a:lnTo>
                    <a:pt x="971253" y="4370064"/>
                  </a:lnTo>
                  <a:lnTo>
                    <a:pt x="971361" y="4370064"/>
                  </a:lnTo>
                  <a:lnTo>
                    <a:pt x="971470" y="4370064"/>
                  </a:lnTo>
                  <a:lnTo>
                    <a:pt x="971578" y="4370064"/>
                  </a:lnTo>
                  <a:lnTo>
                    <a:pt x="971687" y="4370064"/>
                  </a:lnTo>
                  <a:lnTo>
                    <a:pt x="971795" y="4370064"/>
                  </a:lnTo>
                  <a:lnTo>
                    <a:pt x="971795" y="4369441"/>
                  </a:lnTo>
                  <a:lnTo>
                    <a:pt x="971904" y="4369441"/>
                  </a:lnTo>
                  <a:lnTo>
                    <a:pt x="972012" y="4369441"/>
                  </a:lnTo>
                  <a:lnTo>
                    <a:pt x="972121" y="4369441"/>
                  </a:lnTo>
                  <a:lnTo>
                    <a:pt x="972229" y="4369441"/>
                  </a:lnTo>
                  <a:lnTo>
                    <a:pt x="972229" y="4368817"/>
                  </a:lnTo>
                  <a:lnTo>
                    <a:pt x="972337" y="4368817"/>
                  </a:lnTo>
                  <a:lnTo>
                    <a:pt x="972446" y="4368817"/>
                  </a:lnTo>
                  <a:lnTo>
                    <a:pt x="972554" y="4368817"/>
                  </a:lnTo>
                  <a:lnTo>
                    <a:pt x="972663" y="4368817"/>
                  </a:lnTo>
                  <a:lnTo>
                    <a:pt x="972771" y="4368817"/>
                  </a:lnTo>
                  <a:lnTo>
                    <a:pt x="972771" y="4368194"/>
                  </a:lnTo>
                  <a:lnTo>
                    <a:pt x="972880" y="4368194"/>
                  </a:lnTo>
                  <a:lnTo>
                    <a:pt x="972988" y="4368194"/>
                  </a:lnTo>
                  <a:lnTo>
                    <a:pt x="972988" y="4367570"/>
                  </a:lnTo>
                  <a:lnTo>
                    <a:pt x="973097" y="4367570"/>
                  </a:lnTo>
                  <a:lnTo>
                    <a:pt x="973097" y="4366946"/>
                  </a:lnTo>
                  <a:lnTo>
                    <a:pt x="973205" y="4366946"/>
                  </a:lnTo>
                  <a:lnTo>
                    <a:pt x="973205" y="4366323"/>
                  </a:lnTo>
                  <a:lnTo>
                    <a:pt x="973205" y="4365699"/>
                  </a:lnTo>
                  <a:lnTo>
                    <a:pt x="973314" y="4365699"/>
                  </a:lnTo>
                  <a:lnTo>
                    <a:pt x="973314" y="4365076"/>
                  </a:lnTo>
                  <a:lnTo>
                    <a:pt x="973422" y="4365076"/>
                  </a:lnTo>
                  <a:lnTo>
                    <a:pt x="973422" y="4364452"/>
                  </a:lnTo>
                  <a:lnTo>
                    <a:pt x="973530" y="4364452"/>
                  </a:lnTo>
                  <a:lnTo>
                    <a:pt x="973530" y="4363829"/>
                  </a:lnTo>
                  <a:lnTo>
                    <a:pt x="973639" y="4363829"/>
                  </a:lnTo>
                  <a:lnTo>
                    <a:pt x="973747" y="4363829"/>
                  </a:lnTo>
                  <a:lnTo>
                    <a:pt x="973856" y="4363829"/>
                  </a:lnTo>
                  <a:lnTo>
                    <a:pt x="973856" y="4363205"/>
                  </a:lnTo>
                  <a:lnTo>
                    <a:pt x="973856" y="4362581"/>
                  </a:lnTo>
                  <a:lnTo>
                    <a:pt x="973964" y="4362581"/>
                  </a:lnTo>
                  <a:lnTo>
                    <a:pt x="973964" y="4361958"/>
                  </a:lnTo>
                  <a:lnTo>
                    <a:pt x="974073" y="4361958"/>
                  </a:lnTo>
                  <a:lnTo>
                    <a:pt x="974073" y="4361334"/>
                  </a:lnTo>
                  <a:lnTo>
                    <a:pt x="974181" y="4361334"/>
                  </a:lnTo>
                  <a:lnTo>
                    <a:pt x="974290" y="4361334"/>
                  </a:lnTo>
                  <a:lnTo>
                    <a:pt x="974398" y="4361334"/>
                  </a:lnTo>
                  <a:lnTo>
                    <a:pt x="974398" y="4360711"/>
                  </a:lnTo>
                  <a:lnTo>
                    <a:pt x="974506" y="4360711"/>
                  </a:lnTo>
                  <a:lnTo>
                    <a:pt x="974615" y="4360711"/>
                  </a:lnTo>
                  <a:lnTo>
                    <a:pt x="974723" y="4360711"/>
                  </a:lnTo>
                  <a:lnTo>
                    <a:pt x="974832" y="4360711"/>
                  </a:lnTo>
                  <a:lnTo>
                    <a:pt x="974940" y="4360711"/>
                  </a:lnTo>
                  <a:lnTo>
                    <a:pt x="975049" y="4360711"/>
                  </a:lnTo>
                  <a:lnTo>
                    <a:pt x="975157" y="4360711"/>
                  </a:lnTo>
                  <a:lnTo>
                    <a:pt x="975266" y="4360711"/>
                  </a:lnTo>
                  <a:lnTo>
                    <a:pt x="975374" y="4360711"/>
                  </a:lnTo>
                  <a:lnTo>
                    <a:pt x="975482" y="4360711"/>
                  </a:lnTo>
                  <a:lnTo>
                    <a:pt x="975591" y="4360711"/>
                  </a:lnTo>
                  <a:lnTo>
                    <a:pt x="975699" y="4360711"/>
                  </a:lnTo>
                  <a:lnTo>
                    <a:pt x="975808" y="4360711"/>
                  </a:lnTo>
                  <a:lnTo>
                    <a:pt x="975916" y="4360711"/>
                  </a:lnTo>
                  <a:lnTo>
                    <a:pt x="976025" y="4360711"/>
                  </a:lnTo>
                  <a:lnTo>
                    <a:pt x="976133" y="4360711"/>
                  </a:lnTo>
                  <a:lnTo>
                    <a:pt x="976242" y="4360711"/>
                  </a:lnTo>
                  <a:lnTo>
                    <a:pt x="976350" y="4360711"/>
                  </a:lnTo>
                  <a:lnTo>
                    <a:pt x="976458" y="4360711"/>
                  </a:lnTo>
                  <a:lnTo>
                    <a:pt x="976567" y="4360711"/>
                  </a:lnTo>
                  <a:lnTo>
                    <a:pt x="976567" y="4360087"/>
                  </a:lnTo>
                  <a:lnTo>
                    <a:pt x="976675" y="4360087"/>
                  </a:lnTo>
                  <a:lnTo>
                    <a:pt x="976784" y="4360087"/>
                  </a:lnTo>
                  <a:lnTo>
                    <a:pt x="976892" y="4360087"/>
                  </a:lnTo>
                  <a:lnTo>
                    <a:pt x="977001" y="4360087"/>
                  </a:lnTo>
                  <a:lnTo>
                    <a:pt x="977001" y="4359463"/>
                  </a:lnTo>
                  <a:lnTo>
                    <a:pt x="977001" y="4358840"/>
                  </a:lnTo>
                  <a:lnTo>
                    <a:pt x="977001" y="4358216"/>
                  </a:lnTo>
                  <a:lnTo>
                    <a:pt x="977109" y="4358216"/>
                  </a:lnTo>
                  <a:lnTo>
                    <a:pt x="977218" y="4358216"/>
                  </a:lnTo>
                  <a:lnTo>
                    <a:pt x="977326" y="4358216"/>
                  </a:lnTo>
                  <a:lnTo>
                    <a:pt x="977435" y="4358216"/>
                  </a:lnTo>
                  <a:lnTo>
                    <a:pt x="977543" y="4358216"/>
                  </a:lnTo>
                  <a:lnTo>
                    <a:pt x="977651" y="4358216"/>
                  </a:lnTo>
                  <a:lnTo>
                    <a:pt x="977760" y="4358216"/>
                  </a:lnTo>
                  <a:lnTo>
                    <a:pt x="977868" y="4358216"/>
                  </a:lnTo>
                  <a:lnTo>
                    <a:pt x="977868" y="4357593"/>
                  </a:lnTo>
                  <a:lnTo>
                    <a:pt x="977868" y="4356969"/>
                  </a:lnTo>
                  <a:lnTo>
                    <a:pt x="977977" y="4356969"/>
                  </a:lnTo>
                  <a:lnTo>
                    <a:pt x="978085" y="4356969"/>
                  </a:lnTo>
                  <a:lnTo>
                    <a:pt x="978194" y="4356969"/>
                  </a:lnTo>
                  <a:lnTo>
                    <a:pt x="978302" y="4356969"/>
                  </a:lnTo>
                  <a:lnTo>
                    <a:pt x="978411" y="4356969"/>
                  </a:lnTo>
                  <a:lnTo>
                    <a:pt x="978519" y="4356969"/>
                  </a:lnTo>
                  <a:lnTo>
                    <a:pt x="978627" y="4356969"/>
                  </a:lnTo>
                  <a:lnTo>
                    <a:pt x="978736" y="4356969"/>
                  </a:lnTo>
                  <a:lnTo>
                    <a:pt x="978844" y="4356969"/>
                  </a:lnTo>
                  <a:lnTo>
                    <a:pt x="978953" y="4356969"/>
                  </a:lnTo>
                  <a:lnTo>
                    <a:pt x="979061" y="4356969"/>
                  </a:lnTo>
                  <a:lnTo>
                    <a:pt x="979061" y="4356346"/>
                  </a:lnTo>
                  <a:lnTo>
                    <a:pt x="979170" y="4356346"/>
                  </a:lnTo>
                  <a:lnTo>
                    <a:pt x="979278" y="4356346"/>
                  </a:lnTo>
                  <a:lnTo>
                    <a:pt x="979387" y="4356346"/>
                  </a:lnTo>
                  <a:lnTo>
                    <a:pt x="979495" y="4356346"/>
                  </a:lnTo>
                  <a:lnTo>
                    <a:pt x="979495" y="4355722"/>
                  </a:lnTo>
                  <a:lnTo>
                    <a:pt x="979603" y="4355722"/>
                  </a:lnTo>
                  <a:lnTo>
                    <a:pt x="979712" y="4355722"/>
                  </a:lnTo>
                  <a:lnTo>
                    <a:pt x="979712" y="4355098"/>
                  </a:lnTo>
                  <a:lnTo>
                    <a:pt x="979712" y="4354475"/>
                  </a:lnTo>
                  <a:lnTo>
                    <a:pt x="979820" y="4354475"/>
                  </a:lnTo>
                  <a:lnTo>
                    <a:pt x="979820" y="4353851"/>
                  </a:lnTo>
                  <a:lnTo>
                    <a:pt x="979820" y="4353228"/>
                  </a:lnTo>
                  <a:lnTo>
                    <a:pt x="979929" y="4353228"/>
                  </a:lnTo>
                  <a:lnTo>
                    <a:pt x="980037" y="4353228"/>
                  </a:lnTo>
                  <a:lnTo>
                    <a:pt x="980146" y="4353228"/>
                  </a:lnTo>
                  <a:lnTo>
                    <a:pt x="980146" y="4352604"/>
                  </a:lnTo>
                  <a:lnTo>
                    <a:pt x="980254" y="4352604"/>
                  </a:lnTo>
                  <a:lnTo>
                    <a:pt x="980254" y="4351981"/>
                  </a:lnTo>
                  <a:lnTo>
                    <a:pt x="980254" y="4351357"/>
                  </a:lnTo>
                  <a:lnTo>
                    <a:pt x="980363" y="4351357"/>
                  </a:lnTo>
                  <a:lnTo>
                    <a:pt x="980363" y="4350733"/>
                  </a:lnTo>
                  <a:lnTo>
                    <a:pt x="980471" y="4350733"/>
                  </a:lnTo>
                  <a:lnTo>
                    <a:pt x="980579" y="4350733"/>
                  </a:lnTo>
                  <a:lnTo>
                    <a:pt x="980688" y="4350733"/>
                  </a:lnTo>
                  <a:lnTo>
                    <a:pt x="980796" y="4350733"/>
                  </a:lnTo>
                  <a:lnTo>
                    <a:pt x="980796" y="4350110"/>
                  </a:lnTo>
                  <a:lnTo>
                    <a:pt x="980905" y="4350110"/>
                  </a:lnTo>
                  <a:lnTo>
                    <a:pt x="981013" y="4350110"/>
                  </a:lnTo>
                  <a:lnTo>
                    <a:pt x="981122" y="4350110"/>
                  </a:lnTo>
                  <a:lnTo>
                    <a:pt x="981122" y="4349486"/>
                  </a:lnTo>
                  <a:lnTo>
                    <a:pt x="981230" y="4349486"/>
                  </a:lnTo>
                  <a:lnTo>
                    <a:pt x="981339" y="4349486"/>
                  </a:lnTo>
                  <a:lnTo>
                    <a:pt x="981339" y="4348863"/>
                  </a:lnTo>
                  <a:lnTo>
                    <a:pt x="981447" y="4348863"/>
                  </a:lnTo>
                  <a:lnTo>
                    <a:pt x="981556" y="4348863"/>
                  </a:lnTo>
                  <a:lnTo>
                    <a:pt x="981556" y="4348239"/>
                  </a:lnTo>
                  <a:lnTo>
                    <a:pt x="981664" y="4348239"/>
                  </a:lnTo>
                  <a:lnTo>
                    <a:pt x="981772" y="4348239"/>
                  </a:lnTo>
                  <a:lnTo>
                    <a:pt x="981881" y="4348239"/>
                  </a:lnTo>
                  <a:lnTo>
                    <a:pt x="981881" y="4347615"/>
                  </a:lnTo>
                  <a:lnTo>
                    <a:pt x="981989" y="4347615"/>
                  </a:lnTo>
                  <a:lnTo>
                    <a:pt x="982098" y="4347615"/>
                  </a:lnTo>
                  <a:lnTo>
                    <a:pt x="982206" y="4347615"/>
                  </a:lnTo>
                  <a:lnTo>
                    <a:pt x="982206" y="4346992"/>
                  </a:lnTo>
                  <a:lnTo>
                    <a:pt x="982315" y="4346992"/>
                  </a:lnTo>
                  <a:lnTo>
                    <a:pt x="982315" y="4346368"/>
                  </a:lnTo>
                  <a:lnTo>
                    <a:pt x="982315" y="4345745"/>
                  </a:lnTo>
                  <a:lnTo>
                    <a:pt x="982423" y="4345745"/>
                  </a:lnTo>
                  <a:lnTo>
                    <a:pt x="982532" y="4345745"/>
                  </a:lnTo>
                  <a:lnTo>
                    <a:pt x="982532" y="4345121"/>
                  </a:lnTo>
                  <a:lnTo>
                    <a:pt x="982640" y="4345121"/>
                  </a:lnTo>
                  <a:lnTo>
                    <a:pt x="982640" y="4344498"/>
                  </a:lnTo>
                  <a:lnTo>
                    <a:pt x="982748" y="4344498"/>
                  </a:lnTo>
                  <a:lnTo>
                    <a:pt x="982857" y="4344498"/>
                  </a:lnTo>
                  <a:lnTo>
                    <a:pt x="982857" y="4343874"/>
                  </a:lnTo>
                  <a:lnTo>
                    <a:pt x="982965" y="4343874"/>
                  </a:lnTo>
                  <a:lnTo>
                    <a:pt x="983074" y="4343874"/>
                  </a:lnTo>
                  <a:lnTo>
                    <a:pt x="983074" y="4343250"/>
                  </a:lnTo>
                  <a:lnTo>
                    <a:pt x="983182" y="4343250"/>
                  </a:lnTo>
                  <a:lnTo>
                    <a:pt x="983182" y="4342627"/>
                  </a:lnTo>
                  <a:lnTo>
                    <a:pt x="983291" y="4342627"/>
                  </a:lnTo>
                  <a:lnTo>
                    <a:pt x="983291" y="4342003"/>
                  </a:lnTo>
                  <a:lnTo>
                    <a:pt x="983291" y="4341380"/>
                  </a:lnTo>
                  <a:lnTo>
                    <a:pt x="983399" y="4341380"/>
                  </a:lnTo>
                  <a:lnTo>
                    <a:pt x="983508" y="4341380"/>
                  </a:lnTo>
                  <a:lnTo>
                    <a:pt x="983616" y="4341380"/>
                  </a:lnTo>
                  <a:lnTo>
                    <a:pt x="983724" y="4341380"/>
                  </a:lnTo>
                  <a:lnTo>
                    <a:pt x="983833" y="4341380"/>
                  </a:lnTo>
                  <a:lnTo>
                    <a:pt x="983941" y="4341380"/>
                  </a:lnTo>
                  <a:lnTo>
                    <a:pt x="983941" y="4340756"/>
                  </a:lnTo>
                  <a:lnTo>
                    <a:pt x="983941" y="4340132"/>
                  </a:lnTo>
                  <a:lnTo>
                    <a:pt x="984050" y="4340132"/>
                  </a:lnTo>
                  <a:lnTo>
                    <a:pt x="984158" y="4340132"/>
                  </a:lnTo>
                  <a:lnTo>
                    <a:pt x="984267" y="4340132"/>
                  </a:lnTo>
                  <a:lnTo>
                    <a:pt x="984267" y="4339509"/>
                  </a:lnTo>
                  <a:lnTo>
                    <a:pt x="984375" y="4339509"/>
                  </a:lnTo>
                  <a:lnTo>
                    <a:pt x="984375" y="4338885"/>
                  </a:lnTo>
                  <a:lnTo>
                    <a:pt x="984484" y="4338885"/>
                  </a:lnTo>
                  <a:lnTo>
                    <a:pt x="984592" y="4338885"/>
                  </a:lnTo>
                  <a:lnTo>
                    <a:pt x="984700" y="4338885"/>
                  </a:lnTo>
                  <a:lnTo>
                    <a:pt x="984809" y="4338885"/>
                  </a:lnTo>
                  <a:lnTo>
                    <a:pt x="984917" y="4338885"/>
                  </a:lnTo>
                  <a:lnTo>
                    <a:pt x="985026" y="4338885"/>
                  </a:lnTo>
                  <a:lnTo>
                    <a:pt x="985134" y="4338885"/>
                  </a:lnTo>
                  <a:lnTo>
                    <a:pt x="985134" y="4338262"/>
                  </a:lnTo>
                  <a:lnTo>
                    <a:pt x="985243" y="4338262"/>
                  </a:lnTo>
                  <a:lnTo>
                    <a:pt x="985351" y="4338262"/>
                  </a:lnTo>
                  <a:lnTo>
                    <a:pt x="985460" y="4338262"/>
                  </a:lnTo>
                  <a:lnTo>
                    <a:pt x="985568" y="4338262"/>
                  </a:lnTo>
                  <a:lnTo>
                    <a:pt x="985677" y="4338262"/>
                  </a:lnTo>
                  <a:lnTo>
                    <a:pt x="985677" y="4337638"/>
                  </a:lnTo>
                  <a:lnTo>
                    <a:pt x="985785" y="4337638"/>
                  </a:lnTo>
                  <a:lnTo>
                    <a:pt x="985893" y="4337638"/>
                  </a:lnTo>
                  <a:lnTo>
                    <a:pt x="986002" y="4337638"/>
                  </a:lnTo>
                  <a:lnTo>
                    <a:pt x="986002" y="4337015"/>
                  </a:lnTo>
                  <a:lnTo>
                    <a:pt x="986002" y="4336391"/>
                  </a:lnTo>
                  <a:lnTo>
                    <a:pt x="986110" y="4336391"/>
                  </a:lnTo>
                  <a:lnTo>
                    <a:pt x="986219" y="4336391"/>
                  </a:lnTo>
                  <a:lnTo>
                    <a:pt x="986327" y="4336391"/>
                  </a:lnTo>
                  <a:lnTo>
                    <a:pt x="986436" y="4336391"/>
                  </a:lnTo>
                  <a:lnTo>
                    <a:pt x="986544" y="4336391"/>
                  </a:lnTo>
                  <a:lnTo>
                    <a:pt x="986653" y="4336391"/>
                  </a:lnTo>
                  <a:lnTo>
                    <a:pt x="986761" y="4336391"/>
                  </a:lnTo>
                  <a:lnTo>
                    <a:pt x="986869" y="4336391"/>
                  </a:lnTo>
                  <a:lnTo>
                    <a:pt x="986978" y="4336391"/>
                  </a:lnTo>
                  <a:lnTo>
                    <a:pt x="987086" y="4336391"/>
                  </a:lnTo>
                  <a:lnTo>
                    <a:pt x="987086" y="4335767"/>
                  </a:lnTo>
                  <a:lnTo>
                    <a:pt x="987195" y="4335767"/>
                  </a:lnTo>
                  <a:lnTo>
                    <a:pt x="987303" y="4335767"/>
                  </a:lnTo>
                  <a:lnTo>
                    <a:pt x="987412" y="4335767"/>
                  </a:lnTo>
                  <a:lnTo>
                    <a:pt x="987520" y="4335767"/>
                  </a:lnTo>
                  <a:lnTo>
                    <a:pt x="987520" y="4335144"/>
                  </a:lnTo>
                  <a:lnTo>
                    <a:pt x="987629" y="4335144"/>
                  </a:lnTo>
                  <a:lnTo>
                    <a:pt x="987737" y="4335144"/>
                  </a:lnTo>
                  <a:lnTo>
                    <a:pt x="987845" y="4335144"/>
                  </a:lnTo>
                  <a:lnTo>
                    <a:pt x="987954" y="4335144"/>
                  </a:lnTo>
                  <a:lnTo>
                    <a:pt x="988062" y="4335144"/>
                  </a:lnTo>
                  <a:lnTo>
                    <a:pt x="988171" y="4335144"/>
                  </a:lnTo>
                  <a:lnTo>
                    <a:pt x="988171" y="4334520"/>
                  </a:lnTo>
                  <a:lnTo>
                    <a:pt x="988279" y="4334520"/>
                  </a:lnTo>
                  <a:lnTo>
                    <a:pt x="988388" y="4334520"/>
                  </a:lnTo>
                  <a:lnTo>
                    <a:pt x="988496" y="4334520"/>
                  </a:lnTo>
                  <a:lnTo>
                    <a:pt x="988605" y="4334520"/>
                  </a:lnTo>
                  <a:lnTo>
                    <a:pt x="988713" y="4334520"/>
                  </a:lnTo>
                  <a:lnTo>
                    <a:pt x="988821" y="4334520"/>
                  </a:lnTo>
                  <a:lnTo>
                    <a:pt x="988930" y="4334520"/>
                  </a:lnTo>
                  <a:lnTo>
                    <a:pt x="989038" y="4334520"/>
                  </a:lnTo>
                  <a:lnTo>
                    <a:pt x="989147" y="4334520"/>
                  </a:lnTo>
                  <a:lnTo>
                    <a:pt x="989255" y="4334520"/>
                  </a:lnTo>
                  <a:lnTo>
                    <a:pt x="989364" y="4334520"/>
                  </a:lnTo>
                  <a:lnTo>
                    <a:pt x="989472" y="4334520"/>
                  </a:lnTo>
                  <a:lnTo>
                    <a:pt x="989581" y="4334520"/>
                  </a:lnTo>
                  <a:lnTo>
                    <a:pt x="989689" y="4334520"/>
                  </a:lnTo>
                  <a:lnTo>
                    <a:pt x="989797" y="4334520"/>
                  </a:lnTo>
                  <a:lnTo>
                    <a:pt x="989906" y="4334520"/>
                  </a:lnTo>
                  <a:lnTo>
                    <a:pt x="990014" y="4334520"/>
                  </a:lnTo>
                  <a:lnTo>
                    <a:pt x="990014" y="4333897"/>
                  </a:lnTo>
                  <a:lnTo>
                    <a:pt x="990014" y="4333273"/>
                  </a:lnTo>
                  <a:lnTo>
                    <a:pt x="990123" y="4333273"/>
                  </a:lnTo>
                  <a:lnTo>
                    <a:pt x="990123" y="4332649"/>
                  </a:lnTo>
                  <a:lnTo>
                    <a:pt x="990231" y="4332649"/>
                  </a:lnTo>
                  <a:lnTo>
                    <a:pt x="990340" y="4332649"/>
                  </a:lnTo>
                  <a:lnTo>
                    <a:pt x="990448" y="4332649"/>
                  </a:lnTo>
                  <a:lnTo>
                    <a:pt x="990557" y="4332649"/>
                  </a:lnTo>
                  <a:lnTo>
                    <a:pt x="990665" y="4332649"/>
                  </a:lnTo>
                  <a:lnTo>
                    <a:pt x="990774" y="4332649"/>
                  </a:lnTo>
                  <a:lnTo>
                    <a:pt x="990774" y="4332026"/>
                  </a:lnTo>
                  <a:lnTo>
                    <a:pt x="990882" y="4332026"/>
                  </a:lnTo>
                  <a:lnTo>
                    <a:pt x="990990" y="4332026"/>
                  </a:lnTo>
                  <a:lnTo>
                    <a:pt x="990990" y="4331402"/>
                  </a:lnTo>
                  <a:lnTo>
                    <a:pt x="991099" y="4331402"/>
                  </a:lnTo>
                  <a:lnTo>
                    <a:pt x="991207" y="4331402"/>
                  </a:lnTo>
                  <a:lnTo>
                    <a:pt x="991316" y="4331402"/>
                  </a:lnTo>
                  <a:lnTo>
                    <a:pt x="991424" y="4331402"/>
                  </a:lnTo>
                  <a:lnTo>
                    <a:pt x="991533" y="4331402"/>
                  </a:lnTo>
                  <a:lnTo>
                    <a:pt x="991641" y="4331402"/>
                  </a:lnTo>
                  <a:lnTo>
                    <a:pt x="991750" y="4331402"/>
                  </a:lnTo>
                  <a:lnTo>
                    <a:pt x="991858" y="4331402"/>
                  </a:lnTo>
                  <a:lnTo>
                    <a:pt x="991966" y="4331402"/>
                  </a:lnTo>
                  <a:lnTo>
                    <a:pt x="991966" y="4330779"/>
                  </a:lnTo>
                  <a:lnTo>
                    <a:pt x="992075" y="4330779"/>
                  </a:lnTo>
                  <a:lnTo>
                    <a:pt x="992183" y="4330779"/>
                  </a:lnTo>
                  <a:lnTo>
                    <a:pt x="992292" y="4330779"/>
                  </a:lnTo>
                  <a:lnTo>
                    <a:pt x="992292" y="4330155"/>
                  </a:lnTo>
                  <a:lnTo>
                    <a:pt x="992292" y="4329532"/>
                  </a:lnTo>
                  <a:lnTo>
                    <a:pt x="992400" y="4329532"/>
                  </a:lnTo>
                  <a:lnTo>
                    <a:pt x="992509" y="4329532"/>
                  </a:lnTo>
                  <a:lnTo>
                    <a:pt x="992617" y="4329532"/>
                  </a:lnTo>
                  <a:lnTo>
                    <a:pt x="992617" y="4328908"/>
                  </a:lnTo>
                  <a:lnTo>
                    <a:pt x="992726" y="4328908"/>
                  </a:lnTo>
                  <a:lnTo>
                    <a:pt x="992834" y="4328908"/>
                  </a:lnTo>
                  <a:lnTo>
                    <a:pt x="992942" y="4328908"/>
                  </a:lnTo>
                  <a:lnTo>
                    <a:pt x="993051" y="4328908"/>
                  </a:lnTo>
                  <a:lnTo>
                    <a:pt x="993159" y="4328908"/>
                  </a:lnTo>
                  <a:lnTo>
                    <a:pt x="993268" y="4328908"/>
                  </a:lnTo>
                  <a:lnTo>
                    <a:pt x="993376" y="4328908"/>
                  </a:lnTo>
                  <a:lnTo>
                    <a:pt x="993485" y="4328908"/>
                  </a:lnTo>
                  <a:lnTo>
                    <a:pt x="993593" y="4328908"/>
                  </a:lnTo>
                  <a:lnTo>
                    <a:pt x="993702" y="4328908"/>
                  </a:lnTo>
                  <a:lnTo>
                    <a:pt x="993810" y="4328908"/>
                  </a:lnTo>
                  <a:lnTo>
                    <a:pt x="993918" y="4328908"/>
                  </a:lnTo>
                  <a:lnTo>
                    <a:pt x="994027" y="4328908"/>
                  </a:lnTo>
                  <a:lnTo>
                    <a:pt x="994135" y="4328908"/>
                  </a:lnTo>
                  <a:lnTo>
                    <a:pt x="994135" y="4328284"/>
                  </a:lnTo>
                  <a:lnTo>
                    <a:pt x="994244" y="4328284"/>
                  </a:lnTo>
                  <a:lnTo>
                    <a:pt x="994352" y="4328284"/>
                  </a:lnTo>
                  <a:lnTo>
                    <a:pt x="994461" y="4328284"/>
                  </a:lnTo>
                  <a:lnTo>
                    <a:pt x="994569" y="4328284"/>
                  </a:lnTo>
                  <a:lnTo>
                    <a:pt x="994678" y="4328284"/>
                  </a:lnTo>
                  <a:lnTo>
                    <a:pt x="994786" y="4328284"/>
                  </a:lnTo>
                  <a:lnTo>
                    <a:pt x="994895" y="4328284"/>
                  </a:lnTo>
                  <a:lnTo>
                    <a:pt x="995003" y="4328284"/>
                  </a:lnTo>
                  <a:lnTo>
                    <a:pt x="995111" y="4328284"/>
                  </a:lnTo>
                  <a:lnTo>
                    <a:pt x="995220" y="4328284"/>
                  </a:lnTo>
                  <a:lnTo>
                    <a:pt x="995328" y="4328284"/>
                  </a:lnTo>
                  <a:lnTo>
                    <a:pt x="995437" y="4328284"/>
                  </a:lnTo>
                  <a:lnTo>
                    <a:pt x="995545" y="4328284"/>
                  </a:lnTo>
                  <a:lnTo>
                    <a:pt x="995654" y="4328284"/>
                  </a:lnTo>
                  <a:lnTo>
                    <a:pt x="995654" y="4327661"/>
                  </a:lnTo>
                  <a:lnTo>
                    <a:pt x="995762" y="4327661"/>
                  </a:lnTo>
                  <a:lnTo>
                    <a:pt x="995871" y="4327661"/>
                  </a:lnTo>
                  <a:lnTo>
                    <a:pt x="995871" y="4327037"/>
                  </a:lnTo>
                  <a:lnTo>
                    <a:pt x="995871" y="4326414"/>
                  </a:lnTo>
                  <a:lnTo>
                    <a:pt x="995979" y="4326414"/>
                  </a:lnTo>
                  <a:lnTo>
                    <a:pt x="996087" y="4326414"/>
                  </a:lnTo>
                  <a:lnTo>
                    <a:pt x="996196" y="4326414"/>
                  </a:lnTo>
                  <a:lnTo>
                    <a:pt x="996304" y="4326414"/>
                  </a:lnTo>
                  <a:lnTo>
                    <a:pt x="996413" y="4326414"/>
                  </a:lnTo>
                  <a:lnTo>
                    <a:pt x="996413" y="4325790"/>
                  </a:lnTo>
                  <a:lnTo>
                    <a:pt x="996521" y="4325790"/>
                  </a:lnTo>
                  <a:lnTo>
                    <a:pt x="996630" y="4325790"/>
                  </a:lnTo>
                  <a:lnTo>
                    <a:pt x="996738" y="4325790"/>
                  </a:lnTo>
                  <a:lnTo>
                    <a:pt x="996847" y="4325790"/>
                  </a:lnTo>
                  <a:lnTo>
                    <a:pt x="996955" y="4325790"/>
                  </a:lnTo>
                  <a:lnTo>
                    <a:pt x="997063" y="4325790"/>
                  </a:lnTo>
                  <a:lnTo>
                    <a:pt x="997063" y="4325166"/>
                  </a:lnTo>
                  <a:lnTo>
                    <a:pt x="997172" y="4325166"/>
                  </a:lnTo>
                  <a:lnTo>
                    <a:pt x="997172" y="4324543"/>
                  </a:lnTo>
                  <a:lnTo>
                    <a:pt x="997280" y="4324543"/>
                  </a:lnTo>
                  <a:lnTo>
                    <a:pt x="997280" y="4323919"/>
                  </a:lnTo>
                  <a:lnTo>
                    <a:pt x="997389" y="4323919"/>
                  </a:lnTo>
                  <a:lnTo>
                    <a:pt x="997497" y="4323919"/>
                  </a:lnTo>
                  <a:lnTo>
                    <a:pt x="997606" y="4323919"/>
                  </a:lnTo>
                  <a:lnTo>
                    <a:pt x="997714" y="4323919"/>
                  </a:lnTo>
                  <a:lnTo>
                    <a:pt x="997823" y="4323919"/>
                  </a:lnTo>
                  <a:lnTo>
                    <a:pt x="997931" y="4323919"/>
                  </a:lnTo>
                  <a:lnTo>
                    <a:pt x="998039" y="4323919"/>
                  </a:lnTo>
                  <a:lnTo>
                    <a:pt x="998148" y="4323919"/>
                  </a:lnTo>
                  <a:lnTo>
                    <a:pt x="998148" y="4323296"/>
                  </a:lnTo>
                  <a:lnTo>
                    <a:pt x="998256" y="4323296"/>
                  </a:lnTo>
                  <a:lnTo>
                    <a:pt x="998365" y="4323296"/>
                  </a:lnTo>
                  <a:lnTo>
                    <a:pt x="998473" y="4323296"/>
                  </a:lnTo>
                  <a:lnTo>
                    <a:pt x="998582" y="4323296"/>
                  </a:lnTo>
                  <a:lnTo>
                    <a:pt x="998690" y="4323296"/>
                  </a:lnTo>
                  <a:lnTo>
                    <a:pt x="998799" y="4323296"/>
                  </a:lnTo>
                  <a:lnTo>
                    <a:pt x="998907" y="4323296"/>
                  </a:lnTo>
                  <a:lnTo>
                    <a:pt x="999016" y="4323296"/>
                  </a:lnTo>
                  <a:lnTo>
                    <a:pt x="999124" y="4323296"/>
                  </a:lnTo>
                  <a:lnTo>
                    <a:pt x="999124" y="4322672"/>
                  </a:lnTo>
                  <a:lnTo>
                    <a:pt x="999124" y="4322049"/>
                  </a:lnTo>
                  <a:lnTo>
                    <a:pt x="999232" y="4322049"/>
                  </a:lnTo>
                  <a:lnTo>
                    <a:pt x="999341" y="4322049"/>
                  </a:lnTo>
                  <a:lnTo>
                    <a:pt x="999449" y="4322049"/>
                  </a:lnTo>
                  <a:lnTo>
                    <a:pt x="999449" y="4321425"/>
                  </a:lnTo>
                  <a:lnTo>
                    <a:pt x="999558" y="4321425"/>
                  </a:lnTo>
                  <a:lnTo>
                    <a:pt x="999666" y="4321425"/>
                  </a:lnTo>
                  <a:lnTo>
                    <a:pt x="999775" y="4321425"/>
                  </a:lnTo>
                  <a:lnTo>
                    <a:pt x="999883" y="4321425"/>
                  </a:lnTo>
                  <a:lnTo>
                    <a:pt x="999883" y="4320801"/>
                  </a:lnTo>
                  <a:lnTo>
                    <a:pt x="999992" y="4320801"/>
                  </a:lnTo>
                  <a:lnTo>
                    <a:pt x="999992" y="4320178"/>
                  </a:lnTo>
                  <a:lnTo>
                    <a:pt x="1000100" y="4320178"/>
                  </a:lnTo>
                  <a:lnTo>
                    <a:pt x="1000100" y="4319554"/>
                  </a:lnTo>
                  <a:lnTo>
                    <a:pt x="1000100" y="4318931"/>
                  </a:lnTo>
                  <a:lnTo>
                    <a:pt x="1000100" y="4318307"/>
                  </a:lnTo>
                  <a:lnTo>
                    <a:pt x="1000100" y="4317683"/>
                  </a:lnTo>
                  <a:lnTo>
                    <a:pt x="1000208" y="4317683"/>
                  </a:lnTo>
                  <a:lnTo>
                    <a:pt x="1000317" y="4317683"/>
                  </a:lnTo>
                  <a:lnTo>
                    <a:pt x="1000425" y="4317683"/>
                  </a:lnTo>
                  <a:lnTo>
                    <a:pt x="1000425" y="4317060"/>
                  </a:lnTo>
                  <a:lnTo>
                    <a:pt x="1000425" y="4316436"/>
                  </a:lnTo>
                  <a:lnTo>
                    <a:pt x="1000534" y="4316436"/>
                  </a:lnTo>
                  <a:lnTo>
                    <a:pt x="1000642" y="4316436"/>
                  </a:lnTo>
                  <a:lnTo>
                    <a:pt x="1000751" y="4316436"/>
                  </a:lnTo>
                  <a:lnTo>
                    <a:pt x="1000859" y="4316436"/>
                  </a:lnTo>
                  <a:lnTo>
                    <a:pt x="1000968" y="4316436"/>
                  </a:lnTo>
                  <a:lnTo>
                    <a:pt x="1001076" y="4316436"/>
                  </a:lnTo>
                  <a:lnTo>
                    <a:pt x="1001184" y="4316436"/>
                  </a:lnTo>
                  <a:lnTo>
                    <a:pt x="1001293" y="4316436"/>
                  </a:lnTo>
                  <a:lnTo>
                    <a:pt x="1001401" y="4316436"/>
                  </a:lnTo>
                  <a:lnTo>
                    <a:pt x="1001510" y="4316436"/>
                  </a:lnTo>
                  <a:lnTo>
                    <a:pt x="1001618" y="4316436"/>
                  </a:lnTo>
                  <a:lnTo>
                    <a:pt x="1001618" y="4315813"/>
                  </a:lnTo>
                  <a:lnTo>
                    <a:pt x="1001727" y="4315813"/>
                  </a:lnTo>
                  <a:lnTo>
                    <a:pt x="1001835" y="4315813"/>
                  </a:lnTo>
                  <a:lnTo>
                    <a:pt x="1001944" y="4315813"/>
                  </a:lnTo>
                  <a:lnTo>
                    <a:pt x="1002052" y="4315813"/>
                  </a:lnTo>
                  <a:lnTo>
                    <a:pt x="1002160" y="4315813"/>
                  </a:lnTo>
                  <a:lnTo>
                    <a:pt x="1002269" y="4315813"/>
                  </a:lnTo>
                  <a:lnTo>
                    <a:pt x="1002377" y="4315813"/>
                  </a:lnTo>
                  <a:lnTo>
                    <a:pt x="1002486" y="4315813"/>
                  </a:lnTo>
                  <a:lnTo>
                    <a:pt x="1002486" y="4315189"/>
                  </a:lnTo>
                  <a:lnTo>
                    <a:pt x="1002594" y="4315189"/>
                  </a:lnTo>
                  <a:lnTo>
                    <a:pt x="1002594" y="4314566"/>
                  </a:lnTo>
                  <a:lnTo>
                    <a:pt x="1002594" y="4313942"/>
                  </a:lnTo>
                  <a:lnTo>
                    <a:pt x="1002703" y="4313942"/>
                  </a:lnTo>
                  <a:lnTo>
                    <a:pt x="1002811" y="4313942"/>
                  </a:lnTo>
                  <a:lnTo>
                    <a:pt x="1002920" y="4313942"/>
                  </a:lnTo>
                  <a:lnTo>
                    <a:pt x="1002920" y="4313318"/>
                  </a:lnTo>
                  <a:lnTo>
                    <a:pt x="1003028" y="4313318"/>
                  </a:lnTo>
                  <a:lnTo>
                    <a:pt x="1003137" y="4313318"/>
                  </a:lnTo>
                  <a:lnTo>
                    <a:pt x="1003245" y="4313318"/>
                  </a:lnTo>
                  <a:lnTo>
                    <a:pt x="1003353" y="4313318"/>
                  </a:lnTo>
                  <a:lnTo>
                    <a:pt x="1003462" y="4313318"/>
                  </a:lnTo>
                  <a:lnTo>
                    <a:pt x="1003570" y="4313318"/>
                  </a:lnTo>
                  <a:lnTo>
                    <a:pt x="1003679" y="4313318"/>
                  </a:lnTo>
                  <a:lnTo>
                    <a:pt x="1003787" y="4313318"/>
                  </a:lnTo>
                  <a:lnTo>
                    <a:pt x="1003896" y="4313318"/>
                  </a:lnTo>
                  <a:lnTo>
                    <a:pt x="1004004" y="4313318"/>
                  </a:lnTo>
                  <a:lnTo>
                    <a:pt x="1004113" y="4313318"/>
                  </a:lnTo>
                  <a:lnTo>
                    <a:pt x="1004113" y="4312695"/>
                  </a:lnTo>
                  <a:lnTo>
                    <a:pt x="1004113" y="4312071"/>
                  </a:lnTo>
                  <a:lnTo>
                    <a:pt x="1004221" y="4312071"/>
                  </a:lnTo>
                  <a:lnTo>
                    <a:pt x="1004329" y="4312071"/>
                  </a:lnTo>
                  <a:lnTo>
                    <a:pt x="1004438" y="4312071"/>
                  </a:lnTo>
                  <a:lnTo>
                    <a:pt x="1004546" y="4312071"/>
                  </a:lnTo>
                  <a:lnTo>
                    <a:pt x="1004655" y="4312071"/>
                  </a:lnTo>
                  <a:lnTo>
                    <a:pt x="1004655" y="4311448"/>
                  </a:lnTo>
                  <a:lnTo>
                    <a:pt x="1004763" y="4311448"/>
                  </a:lnTo>
                  <a:lnTo>
                    <a:pt x="1004763" y="4310824"/>
                  </a:lnTo>
                  <a:lnTo>
                    <a:pt x="1004872" y="4310824"/>
                  </a:lnTo>
                  <a:lnTo>
                    <a:pt x="1004980" y="4310824"/>
                  </a:lnTo>
                  <a:lnTo>
                    <a:pt x="1005089" y="4310824"/>
                  </a:lnTo>
                  <a:lnTo>
                    <a:pt x="1005089" y="4310200"/>
                  </a:lnTo>
                  <a:lnTo>
                    <a:pt x="1005197" y="4310200"/>
                  </a:lnTo>
                  <a:lnTo>
                    <a:pt x="1005305" y="4310200"/>
                  </a:lnTo>
                  <a:lnTo>
                    <a:pt x="1005414" y="4310200"/>
                  </a:lnTo>
                  <a:lnTo>
                    <a:pt x="1005522" y="4310200"/>
                  </a:lnTo>
                  <a:lnTo>
                    <a:pt x="1005631" y="4310200"/>
                  </a:lnTo>
                  <a:lnTo>
                    <a:pt x="1005739" y="4310200"/>
                  </a:lnTo>
                  <a:lnTo>
                    <a:pt x="1005848" y="4310200"/>
                  </a:lnTo>
                  <a:lnTo>
                    <a:pt x="1005956" y="4310200"/>
                  </a:lnTo>
                  <a:lnTo>
                    <a:pt x="1006065" y="4310200"/>
                  </a:lnTo>
                  <a:lnTo>
                    <a:pt x="1006065" y="4309577"/>
                  </a:lnTo>
                  <a:lnTo>
                    <a:pt x="1006173" y="4309577"/>
                  </a:lnTo>
                  <a:lnTo>
                    <a:pt x="1006281" y="4309577"/>
                  </a:lnTo>
                  <a:lnTo>
                    <a:pt x="1006281" y="4308953"/>
                  </a:lnTo>
                  <a:lnTo>
                    <a:pt x="1006390" y="4308953"/>
                  </a:lnTo>
                  <a:lnTo>
                    <a:pt x="1006390" y="4308330"/>
                  </a:lnTo>
                  <a:lnTo>
                    <a:pt x="1006390" y="4307706"/>
                  </a:lnTo>
                  <a:lnTo>
                    <a:pt x="1006498" y="4307706"/>
                  </a:lnTo>
                  <a:lnTo>
                    <a:pt x="1006607" y="4307706"/>
                  </a:lnTo>
                  <a:lnTo>
                    <a:pt x="1006715" y="4307706"/>
                  </a:lnTo>
                  <a:lnTo>
                    <a:pt x="1006715" y="4307083"/>
                  </a:lnTo>
                  <a:lnTo>
                    <a:pt x="1006824" y="4307083"/>
                  </a:lnTo>
                  <a:lnTo>
                    <a:pt x="1006824" y="4306459"/>
                  </a:lnTo>
                  <a:lnTo>
                    <a:pt x="1006932" y="4306459"/>
                  </a:lnTo>
                  <a:lnTo>
                    <a:pt x="1007041" y="4306459"/>
                  </a:lnTo>
                  <a:lnTo>
                    <a:pt x="1007041" y="4305835"/>
                  </a:lnTo>
                  <a:lnTo>
                    <a:pt x="1007041" y="4305212"/>
                  </a:lnTo>
                  <a:lnTo>
                    <a:pt x="1007041" y="4304588"/>
                  </a:lnTo>
                  <a:lnTo>
                    <a:pt x="1007041" y="4303965"/>
                  </a:lnTo>
                  <a:lnTo>
                    <a:pt x="1007041" y="4303341"/>
                  </a:lnTo>
                  <a:lnTo>
                    <a:pt x="1007149" y="4303341"/>
                  </a:lnTo>
                  <a:lnTo>
                    <a:pt x="1007258" y="4303341"/>
                  </a:lnTo>
                  <a:lnTo>
                    <a:pt x="1007366" y="4303341"/>
                  </a:lnTo>
                  <a:lnTo>
                    <a:pt x="1007474" y="4303341"/>
                  </a:lnTo>
                  <a:lnTo>
                    <a:pt x="1007583" y="4303341"/>
                  </a:lnTo>
                  <a:lnTo>
                    <a:pt x="1007691" y="4303341"/>
                  </a:lnTo>
                  <a:lnTo>
                    <a:pt x="1007691" y="4302718"/>
                  </a:lnTo>
                  <a:lnTo>
                    <a:pt x="1007800" y="4302718"/>
                  </a:lnTo>
                  <a:lnTo>
                    <a:pt x="1007908" y="4302718"/>
                  </a:lnTo>
                  <a:lnTo>
                    <a:pt x="1008017" y="4302718"/>
                  </a:lnTo>
                  <a:lnTo>
                    <a:pt x="1008125" y="4302718"/>
                  </a:lnTo>
                  <a:lnTo>
                    <a:pt x="1008125" y="4302094"/>
                  </a:lnTo>
                  <a:lnTo>
                    <a:pt x="1008125" y="4301470"/>
                  </a:lnTo>
                  <a:lnTo>
                    <a:pt x="1008234" y="4301470"/>
                  </a:lnTo>
                  <a:lnTo>
                    <a:pt x="1008342" y="4301470"/>
                  </a:lnTo>
                  <a:lnTo>
                    <a:pt x="1008342" y="4300847"/>
                  </a:lnTo>
                  <a:lnTo>
                    <a:pt x="1008450" y="4300847"/>
                  </a:lnTo>
                  <a:lnTo>
                    <a:pt x="1008559" y="4300847"/>
                  </a:lnTo>
                  <a:lnTo>
                    <a:pt x="1008667" y="4300847"/>
                  </a:lnTo>
                  <a:lnTo>
                    <a:pt x="1008776" y="4300847"/>
                  </a:lnTo>
                  <a:lnTo>
                    <a:pt x="1008884" y="4300847"/>
                  </a:lnTo>
                  <a:lnTo>
                    <a:pt x="1008993" y="4300847"/>
                  </a:lnTo>
                  <a:lnTo>
                    <a:pt x="1009101" y="4300847"/>
                  </a:lnTo>
                  <a:lnTo>
                    <a:pt x="1009210" y="4300847"/>
                  </a:lnTo>
                  <a:lnTo>
                    <a:pt x="1009210" y="4300223"/>
                  </a:lnTo>
                  <a:lnTo>
                    <a:pt x="1009318" y="4300223"/>
                  </a:lnTo>
                  <a:lnTo>
                    <a:pt x="1009426" y="4300223"/>
                  </a:lnTo>
                  <a:lnTo>
                    <a:pt x="1009426" y="4299600"/>
                  </a:lnTo>
                  <a:lnTo>
                    <a:pt x="1009535" y="4299600"/>
                  </a:lnTo>
                  <a:lnTo>
                    <a:pt x="1009535" y="4298976"/>
                  </a:lnTo>
                  <a:lnTo>
                    <a:pt x="1009643" y="4298976"/>
                  </a:lnTo>
                  <a:lnTo>
                    <a:pt x="1009752" y="4298976"/>
                  </a:lnTo>
                  <a:lnTo>
                    <a:pt x="1009860" y="4298976"/>
                  </a:lnTo>
                  <a:lnTo>
                    <a:pt x="1009969" y="4298976"/>
                  </a:lnTo>
                  <a:lnTo>
                    <a:pt x="1010077" y="4298976"/>
                  </a:lnTo>
                  <a:lnTo>
                    <a:pt x="1010186" y="4298976"/>
                  </a:lnTo>
                  <a:lnTo>
                    <a:pt x="1010294" y="4298976"/>
                  </a:lnTo>
                  <a:lnTo>
                    <a:pt x="1010402" y="4298976"/>
                  </a:lnTo>
                  <a:lnTo>
                    <a:pt x="1010511" y="4298976"/>
                  </a:lnTo>
                  <a:lnTo>
                    <a:pt x="1010619" y="4298976"/>
                  </a:lnTo>
                  <a:lnTo>
                    <a:pt x="1010728" y="4298976"/>
                  </a:lnTo>
                  <a:lnTo>
                    <a:pt x="1010836" y="4298976"/>
                  </a:lnTo>
                  <a:lnTo>
                    <a:pt x="1010945" y="4298976"/>
                  </a:lnTo>
                  <a:lnTo>
                    <a:pt x="1011053" y="4298976"/>
                  </a:lnTo>
                  <a:lnTo>
                    <a:pt x="1011053" y="4298352"/>
                  </a:lnTo>
                  <a:lnTo>
                    <a:pt x="1011162" y="4298352"/>
                  </a:lnTo>
                  <a:lnTo>
                    <a:pt x="1011270" y="4298352"/>
                  </a:lnTo>
                  <a:lnTo>
                    <a:pt x="1011378" y="4298352"/>
                  </a:lnTo>
                  <a:lnTo>
                    <a:pt x="1011487" y="4298352"/>
                  </a:lnTo>
                  <a:lnTo>
                    <a:pt x="1011595" y="4298352"/>
                  </a:lnTo>
                  <a:lnTo>
                    <a:pt x="1011704" y="4298352"/>
                  </a:lnTo>
                  <a:lnTo>
                    <a:pt x="1011812" y="4298352"/>
                  </a:lnTo>
                  <a:lnTo>
                    <a:pt x="1011921" y="4298352"/>
                  </a:lnTo>
                  <a:lnTo>
                    <a:pt x="1012029" y="4298352"/>
                  </a:lnTo>
                  <a:lnTo>
                    <a:pt x="1012138" y="4298352"/>
                  </a:lnTo>
                  <a:lnTo>
                    <a:pt x="1012246" y="4298352"/>
                  </a:lnTo>
                  <a:lnTo>
                    <a:pt x="1012355" y="4298352"/>
                  </a:lnTo>
                  <a:lnTo>
                    <a:pt x="1012463" y="4298352"/>
                  </a:lnTo>
                  <a:lnTo>
                    <a:pt x="1012571" y="4298352"/>
                  </a:lnTo>
                  <a:lnTo>
                    <a:pt x="1012680" y="4298352"/>
                  </a:lnTo>
                  <a:lnTo>
                    <a:pt x="1012788" y="4298352"/>
                  </a:lnTo>
                  <a:lnTo>
                    <a:pt x="1012897" y="4298352"/>
                  </a:lnTo>
                  <a:lnTo>
                    <a:pt x="1013005" y="4298352"/>
                  </a:lnTo>
                  <a:lnTo>
                    <a:pt x="1013114" y="4298352"/>
                  </a:lnTo>
                  <a:lnTo>
                    <a:pt x="1013222" y="4298352"/>
                  </a:lnTo>
                  <a:lnTo>
                    <a:pt x="1013331" y="4298352"/>
                  </a:lnTo>
                  <a:lnTo>
                    <a:pt x="1013439" y="4298352"/>
                  </a:lnTo>
                  <a:lnTo>
                    <a:pt x="1013439" y="4297729"/>
                  </a:lnTo>
                  <a:lnTo>
                    <a:pt x="1013547" y="4297729"/>
                  </a:lnTo>
                  <a:lnTo>
                    <a:pt x="1013656" y="4297729"/>
                  </a:lnTo>
                  <a:lnTo>
                    <a:pt x="1013764" y="4297729"/>
                  </a:lnTo>
                  <a:lnTo>
                    <a:pt x="1013873" y="4297729"/>
                  </a:lnTo>
                  <a:lnTo>
                    <a:pt x="1013981" y="4297729"/>
                  </a:lnTo>
                  <a:lnTo>
                    <a:pt x="1014090" y="4297729"/>
                  </a:lnTo>
                  <a:lnTo>
                    <a:pt x="1014090" y="4297105"/>
                  </a:lnTo>
                  <a:lnTo>
                    <a:pt x="1014090" y="4296482"/>
                  </a:lnTo>
                  <a:lnTo>
                    <a:pt x="1014198" y="4296482"/>
                  </a:lnTo>
                  <a:lnTo>
                    <a:pt x="1014307" y="4296482"/>
                  </a:lnTo>
                  <a:lnTo>
                    <a:pt x="1014415" y="4296482"/>
                  </a:lnTo>
                  <a:lnTo>
                    <a:pt x="1014523" y="4296482"/>
                  </a:lnTo>
                  <a:lnTo>
                    <a:pt x="1014632" y="4296482"/>
                  </a:lnTo>
                  <a:lnTo>
                    <a:pt x="1014740" y="4296482"/>
                  </a:lnTo>
                  <a:lnTo>
                    <a:pt x="1014849" y="4296482"/>
                  </a:lnTo>
                  <a:lnTo>
                    <a:pt x="1014957" y="4296482"/>
                  </a:lnTo>
                  <a:lnTo>
                    <a:pt x="1015066" y="4296482"/>
                  </a:lnTo>
                  <a:lnTo>
                    <a:pt x="1015174" y="4296482"/>
                  </a:lnTo>
                  <a:lnTo>
                    <a:pt x="1015283" y="4296482"/>
                  </a:lnTo>
                  <a:lnTo>
                    <a:pt x="1015391" y="4296482"/>
                  </a:lnTo>
                  <a:lnTo>
                    <a:pt x="1015499" y="4296482"/>
                  </a:lnTo>
                  <a:lnTo>
                    <a:pt x="1015608" y="4296482"/>
                  </a:lnTo>
                  <a:lnTo>
                    <a:pt x="1015608" y="4295858"/>
                  </a:lnTo>
                  <a:lnTo>
                    <a:pt x="1015608" y="4295235"/>
                  </a:lnTo>
                  <a:lnTo>
                    <a:pt x="1015716" y="4295235"/>
                  </a:lnTo>
                  <a:lnTo>
                    <a:pt x="1015825" y="4295235"/>
                  </a:lnTo>
                  <a:lnTo>
                    <a:pt x="1015933" y="4295235"/>
                  </a:lnTo>
                  <a:lnTo>
                    <a:pt x="1015933" y="4294611"/>
                  </a:lnTo>
                  <a:lnTo>
                    <a:pt x="1016042" y="4294611"/>
                  </a:lnTo>
                  <a:lnTo>
                    <a:pt x="1016150" y="4294611"/>
                  </a:lnTo>
                  <a:lnTo>
                    <a:pt x="1016259" y="4294611"/>
                  </a:lnTo>
                  <a:lnTo>
                    <a:pt x="1016367" y="4294611"/>
                  </a:lnTo>
                  <a:lnTo>
                    <a:pt x="1016367" y="4293987"/>
                  </a:lnTo>
                  <a:lnTo>
                    <a:pt x="1016367" y="4293364"/>
                  </a:lnTo>
                  <a:lnTo>
                    <a:pt x="1016476" y="4293364"/>
                  </a:lnTo>
                  <a:lnTo>
                    <a:pt x="1016476" y="4292740"/>
                  </a:lnTo>
                  <a:lnTo>
                    <a:pt x="1016476" y="4292117"/>
                  </a:lnTo>
                  <a:lnTo>
                    <a:pt x="1016476" y="4291493"/>
                  </a:lnTo>
                  <a:lnTo>
                    <a:pt x="1016584" y="4291493"/>
                  </a:lnTo>
                  <a:lnTo>
                    <a:pt x="1016692" y="4291493"/>
                  </a:lnTo>
                  <a:lnTo>
                    <a:pt x="1016801" y="4291493"/>
                  </a:lnTo>
                  <a:lnTo>
                    <a:pt x="1016909" y="4291493"/>
                  </a:lnTo>
                  <a:lnTo>
                    <a:pt x="1016909" y="4290869"/>
                  </a:lnTo>
                  <a:lnTo>
                    <a:pt x="1016909" y="4290246"/>
                  </a:lnTo>
                  <a:lnTo>
                    <a:pt x="1017018" y="4290246"/>
                  </a:lnTo>
                  <a:lnTo>
                    <a:pt x="1017126" y="4290246"/>
                  </a:lnTo>
                  <a:lnTo>
                    <a:pt x="1017235" y="4290246"/>
                  </a:lnTo>
                  <a:lnTo>
                    <a:pt x="1017343" y="4290246"/>
                  </a:lnTo>
                  <a:lnTo>
                    <a:pt x="1017343" y="4289622"/>
                  </a:lnTo>
                  <a:lnTo>
                    <a:pt x="1017452" y="4289622"/>
                  </a:lnTo>
                  <a:lnTo>
                    <a:pt x="1017452" y="4288999"/>
                  </a:lnTo>
                  <a:lnTo>
                    <a:pt x="1017452" y="4288375"/>
                  </a:lnTo>
                  <a:lnTo>
                    <a:pt x="1017452" y="4287752"/>
                  </a:lnTo>
                  <a:lnTo>
                    <a:pt x="1017560" y="4287752"/>
                  </a:lnTo>
                  <a:lnTo>
                    <a:pt x="1017668" y="4287752"/>
                  </a:lnTo>
                  <a:lnTo>
                    <a:pt x="1017668" y="4287128"/>
                  </a:lnTo>
                  <a:lnTo>
                    <a:pt x="1017777" y="4287128"/>
                  </a:lnTo>
                  <a:lnTo>
                    <a:pt x="1017885" y="4287128"/>
                  </a:lnTo>
                  <a:lnTo>
                    <a:pt x="1017885" y="4286504"/>
                  </a:lnTo>
                  <a:lnTo>
                    <a:pt x="1017994" y="4286504"/>
                  </a:lnTo>
                  <a:lnTo>
                    <a:pt x="1017994" y="4285881"/>
                  </a:lnTo>
                  <a:lnTo>
                    <a:pt x="1018102" y="4285881"/>
                  </a:lnTo>
                  <a:lnTo>
                    <a:pt x="1018211" y="4285881"/>
                  </a:lnTo>
                  <a:lnTo>
                    <a:pt x="1018319" y="4285881"/>
                  </a:lnTo>
                  <a:lnTo>
                    <a:pt x="1018428" y="4285881"/>
                  </a:lnTo>
                  <a:lnTo>
                    <a:pt x="1018536" y="4285881"/>
                  </a:lnTo>
                  <a:lnTo>
                    <a:pt x="1018644" y="4285881"/>
                  </a:lnTo>
                  <a:lnTo>
                    <a:pt x="1018753" y="4285881"/>
                  </a:lnTo>
                  <a:lnTo>
                    <a:pt x="1018861" y="4285881"/>
                  </a:lnTo>
                  <a:lnTo>
                    <a:pt x="1018970" y="4285881"/>
                  </a:lnTo>
                  <a:lnTo>
                    <a:pt x="1018970" y="4285257"/>
                  </a:lnTo>
                  <a:lnTo>
                    <a:pt x="1019078" y="4285257"/>
                  </a:lnTo>
                  <a:lnTo>
                    <a:pt x="1019078" y="4284634"/>
                  </a:lnTo>
                  <a:lnTo>
                    <a:pt x="1019187" y="4284634"/>
                  </a:lnTo>
                  <a:lnTo>
                    <a:pt x="1019295" y="4284634"/>
                  </a:lnTo>
                  <a:lnTo>
                    <a:pt x="1019295" y="4284010"/>
                  </a:lnTo>
                  <a:lnTo>
                    <a:pt x="1019404" y="4284010"/>
                  </a:lnTo>
                  <a:lnTo>
                    <a:pt x="1019512" y="4284010"/>
                  </a:lnTo>
                  <a:lnTo>
                    <a:pt x="1019620" y="4284010"/>
                  </a:lnTo>
                  <a:lnTo>
                    <a:pt x="1019729" y="4284010"/>
                  </a:lnTo>
                  <a:lnTo>
                    <a:pt x="1019837" y="4284010"/>
                  </a:lnTo>
                  <a:lnTo>
                    <a:pt x="1019837" y="4283386"/>
                  </a:lnTo>
                  <a:lnTo>
                    <a:pt x="1019946" y="4283386"/>
                  </a:lnTo>
                  <a:lnTo>
                    <a:pt x="1020054" y="4283386"/>
                  </a:lnTo>
                  <a:lnTo>
                    <a:pt x="1020054" y="4282763"/>
                  </a:lnTo>
                  <a:lnTo>
                    <a:pt x="1020054" y="4282139"/>
                  </a:lnTo>
                  <a:lnTo>
                    <a:pt x="1020054" y="4281516"/>
                  </a:lnTo>
                  <a:lnTo>
                    <a:pt x="1020163" y="4281516"/>
                  </a:lnTo>
                  <a:lnTo>
                    <a:pt x="1020271" y="4281516"/>
                  </a:lnTo>
                  <a:lnTo>
                    <a:pt x="1020271" y="4280892"/>
                  </a:lnTo>
                  <a:lnTo>
                    <a:pt x="1020271" y="4280269"/>
                  </a:lnTo>
                  <a:lnTo>
                    <a:pt x="1020271" y="4279645"/>
                  </a:lnTo>
                  <a:lnTo>
                    <a:pt x="1020380" y="4279645"/>
                  </a:lnTo>
                  <a:lnTo>
                    <a:pt x="1020488" y="4279645"/>
                  </a:lnTo>
                  <a:lnTo>
                    <a:pt x="1020488" y="4279021"/>
                  </a:lnTo>
                  <a:lnTo>
                    <a:pt x="1020488" y="4278398"/>
                  </a:lnTo>
                  <a:lnTo>
                    <a:pt x="1020597" y="4278398"/>
                  </a:lnTo>
                  <a:lnTo>
                    <a:pt x="1020705" y="4278398"/>
                  </a:lnTo>
                  <a:lnTo>
                    <a:pt x="1020813" y="4278398"/>
                  </a:lnTo>
                  <a:lnTo>
                    <a:pt x="1020813" y="4277774"/>
                  </a:lnTo>
                  <a:lnTo>
                    <a:pt x="1020922" y="4277774"/>
                  </a:lnTo>
                  <a:lnTo>
                    <a:pt x="1021030" y="4277774"/>
                  </a:lnTo>
                  <a:lnTo>
                    <a:pt x="1021030" y="4277151"/>
                  </a:lnTo>
                  <a:lnTo>
                    <a:pt x="1021139" y="4277151"/>
                  </a:lnTo>
                  <a:lnTo>
                    <a:pt x="1021139" y="4276527"/>
                  </a:lnTo>
                  <a:lnTo>
                    <a:pt x="1021247" y="4276527"/>
                  </a:lnTo>
                  <a:lnTo>
                    <a:pt x="1021247" y="4275903"/>
                  </a:lnTo>
                  <a:lnTo>
                    <a:pt x="1021356" y="4275903"/>
                  </a:lnTo>
                  <a:lnTo>
                    <a:pt x="1021464" y="4275903"/>
                  </a:lnTo>
                  <a:lnTo>
                    <a:pt x="1021573" y="4275903"/>
                  </a:lnTo>
                  <a:lnTo>
                    <a:pt x="1021573" y="4275280"/>
                  </a:lnTo>
                  <a:lnTo>
                    <a:pt x="1021681" y="4275280"/>
                  </a:lnTo>
                  <a:lnTo>
                    <a:pt x="1021789" y="4275280"/>
                  </a:lnTo>
                  <a:lnTo>
                    <a:pt x="1021789" y="4274656"/>
                  </a:lnTo>
                  <a:lnTo>
                    <a:pt x="1021898" y="4274656"/>
                  </a:lnTo>
                  <a:lnTo>
                    <a:pt x="1022006" y="4274656"/>
                  </a:lnTo>
                  <a:lnTo>
                    <a:pt x="1022006" y="4274033"/>
                  </a:lnTo>
                  <a:lnTo>
                    <a:pt x="1022115" y="4274033"/>
                  </a:lnTo>
                  <a:lnTo>
                    <a:pt x="1022223" y="4274033"/>
                  </a:lnTo>
                  <a:lnTo>
                    <a:pt x="1022332" y="4274033"/>
                  </a:lnTo>
                  <a:lnTo>
                    <a:pt x="1022440" y="4274033"/>
                  </a:lnTo>
                  <a:lnTo>
                    <a:pt x="1022549" y="4274033"/>
                  </a:lnTo>
                  <a:lnTo>
                    <a:pt x="1022657" y="4274033"/>
                  </a:lnTo>
                  <a:lnTo>
                    <a:pt x="1022765" y="4274033"/>
                  </a:lnTo>
                  <a:lnTo>
                    <a:pt x="1022874" y="4274033"/>
                  </a:lnTo>
                  <a:lnTo>
                    <a:pt x="1022982" y="4274033"/>
                  </a:lnTo>
                  <a:lnTo>
                    <a:pt x="1022982" y="4273409"/>
                  </a:lnTo>
                  <a:lnTo>
                    <a:pt x="1022982" y="4272786"/>
                  </a:lnTo>
                  <a:lnTo>
                    <a:pt x="1023091" y="4272786"/>
                  </a:lnTo>
                  <a:lnTo>
                    <a:pt x="1023091" y="4272162"/>
                  </a:lnTo>
                  <a:lnTo>
                    <a:pt x="1023091" y="4271538"/>
                  </a:lnTo>
                  <a:lnTo>
                    <a:pt x="1023199" y="4271538"/>
                  </a:lnTo>
                  <a:lnTo>
                    <a:pt x="1023308" y="4271538"/>
                  </a:lnTo>
                  <a:lnTo>
                    <a:pt x="1023308" y="4270915"/>
                  </a:lnTo>
                  <a:lnTo>
                    <a:pt x="1023416" y="4270915"/>
                  </a:lnTo>
                  <a:lnTo>
                    <a:pt x="1023525" y="4270915"/>
                  </a:lnTo>
                  <a:lnTo>
                    <a:pt x="1023633" y="4270915"/>
                  </a:lnTo>
                  <a:lnTo>
                    <a:pt x="1023741" y="4270915"/>
                  </a:lnTo>
                  <a:lnTo>
                    <a:pt x="1023850" y="4270915"/>
                  </a:lnTo>
                  <a:lnTo>
                    <a:pt x="1023958" y="4270915"/>
                  </a:lnTo>
                  <a:lnTo>
                    <a:pt x="1024067" y="4270915"/>
                  </a:lnTo>
                  <a:lnTo>
                    <a:pt x="1024175" y="4270915"/>
                  </a:lnTo>
                  <a:lnTo>
                    <a:pt x="1024175" y="4270291"/>
                  </a:lnTo>
                  <a:lnTo>
                    <a:pt x="1024175" y="4269668"/>
                  </a:lnTo>
                  <a:lnTo>
                    <a:pt x="1024284" y="4269668"/>
                  </a:lnTo>
                  <a:lnTo>
                    <a:pt x="1024284" y="4269044"/>
                  </a:lnTo>
                  <a:lnTo>
                    <a:pt x="1024392" y="4269044"/>
                  </a:lnTo>
                  <a:lnTo>
                    <a:pt x="1024392" y="4268420"/>
                  </a:lnTo>
                  <a:lnTo>
                    <a:pt x="1024392" y="4267797"/>
                  </a:lnTo>
                  <a:lnTo>
                    <a:pt x="1024501" y="4267797"/>
                  </a:lnTo>
                  <a:lnTo>
                    <a:pt x="1024609" y="4267797"/>
                  </a:lnTo>
                  <a:lnTo>
                    <a:pt x="1024718" y="4267797"/>
                  </a:lnTo>
                  <a:lnTo>
                    <a:pt x="1024718" y="4267173"/>
                  </a:lnTo>
                  <a:lnTo>
                    <a:pt x="1024718" y="4266550"/>
                  </a:lnTo>
                  <a:lnTo>
                    <a:pt x="1024826" y="4266550"/>
                  </a:lnTo>
                  <a:lnTo>
                    <a:pt x="1024826" y="4265926"/>
                  </a:lnTo>
                  <a:lnTo>
                    <a:pt x="1024934" y="4265926"/>
                  </a:lnTo>
                  <a:lnTo>
                    <a:pt x="1025043" y="4265926"/>
                  </a:lnTo>
                  <a:lnTo>
                    <a:pt x="1025151" y="4265926"/>
                  </a:lnTo>
                  <a:lnTo>
                    <a:pt x="1025260" y="4265926"/>
                  </a:lnTo>
                  <a:lnTo>
                    <a:pt x="1025368" y="4265926"/>
                  </a:lnTo>
                  <a:lnTo>
                    <a:pt x="1025477" y="4265926"/>
                  </a:lnTo>
                  <a:lnTo>
                    <a:pt x="1025585" y="4265926"/>
                  </a:lnTo>
                  <a:lnTo>
                    <a:pt x="1025694" y="4265926"/>
                  </a:lnTo>
                  <a:lnTo>
                    <a:pt x="1025802" y="4265926"/>
                  </a:lnTo>
                  <a:lnTo>
                    <a:pt x="1025910" y="4265926"/>
                  </a:lnTo>
                  <a:lnTo>
                    <a:pt x="1026019" y="4265926"/>
                  </a:lnTo>
                  <a:lnTo>
                    <a:pt x="1026127" y="4265926"/>
                  </a:lnTo>
                  <a:lnTo>
                    <a:pt x="1026236" y="4265926"/>
                  </a:lnTo>
                  <a:lnTo>
                    <a:pt x="1026236" y="4265303"/>
                  </a:lnTo>
                  <a:lnTo>
                    <a:pt x="1026344" y="4265303"/>
                  </a:lnTo>
                  <a:lnTo>
                    <a:pt x="1026344" y="4264679"/>
                  </a:lnTo>
                  <a:lnTo>
                    <a:pt x="1026453" y="4264679"/>
                  </a:lnTo>
                  <a:lnTo>
                    <a:pt x="1026453" y="4264055"/>
                  </a:lnTo>
                  <a:lnTo>
                    <a:pt x="1026561" y="4264055"/>
                  </a:lnTo>
                  <a:lnTo>
                    <a:pt x="1026670" y="4264055"/>
                  </a:lnTo>
                  <a:lnTo>
                    <a:pt x="1026778" y="4264055"/>
                  </a:lnTo>
                  <a:lnTo>
                    <a:pt x="1026886" y="4264055"/>
                  </a:lnTo>
                  <a:lnTo>
                    <a:pt x="1026995" y="4264055"/>
                  </a:lnTo>
                  <a:lnTo>
                    <a:pt x="1026995" y="4263432"/>
                  </a:lnTo>
                  <a:lnTo>
                    <a:pt x="1027103" y="4263432"/>
                  </a:lnTo>
                  <a:lnTo>
                    <a:pt x="1027212" y="4263432"/>
                  </a:lnTo>
                  <a:lnTo>
                    <a:pt x="1027320" y="4263432"/>
                  </a:lnTo>
                  <a:lnTo>
                    <a:pt x="1027429" y="4263432"/>
                  </a:lnTo>
                  <a:lnTo>
                    <a:pt x="1027537" y="4263432"/>
                  </a:lnTo>
                  <a:lnTo>
                    <a:pt x="1027646" y="4263432"/>
                  </a:lnTo>
                  <a:lnTo>
                    <a:pt x="1027646" y="4262808"/>
                  </a:lnTo>
                  <a:lnTo>
                    <a:pt x="1027754" y="4262808"/>
                  </a:lnTo>
                  <a:lnTo>
                    <a:pt x="1027754" y="4262185"/>
                  </a:lnTo>
                  <a:lnTo>
                    <a:pt x="1027862" y="4262185"/>
                  </a:lnTo>
                  <a:lnTo>
                    <a:pt x="1027971" y="4262185"/>
                  </a:lnTo>
                  <a:lnTo>
                    <a:pt x="1028079" y="4262185"/>
                  </a:lnTo>
                  <a:lnTo>
                    <a:pt x="1028188" y="4262185"/>
                  </a:lnTo>
                  <a:lnTo>
                    <a:pt x="1028188" y="4261561"/>
                  </a:lnTo>
                  <a:lnTo>
                    <a:pt x="1028188" y="4260937"/>
                  </a:lnTo>
                  <a:lnTo>
                    <a:pt x="1028188" y="4260314"/>
                  </a:lnTo>
                  <a:lnTo>
                    <a:pt x="1028296" y="4260314"/>
                  </a:lnTo>
                  <a:lnTo>
                    <a:pt x="1028405" y="4260314"/>
                  </a:lnTo>
                  <a:lnTo>
                    <a:pt x="1028513" y="4260314"/>
                  </a:lnTo>
                  <a:lnTo>
                    <a:pt x="1028622" y="4260314"/>
                  </a:lnTo>
                  <a:lnTo>
                    <a:pt x="1028730" y="4260314"/>
                  </a:lnTo>
                  <a:lnTo>
                    <a:pt x="1028730" y="4259690"/>
                  </a:lnTo>
                  <a:lnTo>
                    <a:pt x="1028839" y="4259690"/>
                  </a:lnTo>
                  <a:lnTo>
                    <a:pt x="1028947" y="4259690"/>
                  </a:lnTo>
                  <a:lnTo>
                    <a:pt x="1029055" y="4259690"/>
                  </a:lnTo>
                  <a:lnTo>
                    <a:pt x="1029055" y="4259067"/>
                  </a:lnTo>
                  <a:lnTo>
                    <a:pt x="1029164" y="4259067"/>
                  </a:lnTo>
                  <a:lnTo>
                    <a:pt x="1029272" y="4259067"/>
                  </a:lnTo>
                  <a:lnTo>
                    <a:pt x="1029381" y="4259067"/>
                  </a:lnTo>
                  <a:lnTo>
                    <a:pt x="1029381" y="4258443"/>
                  </a:lnTo>
                  <a:lnTo>
                    <a:pt x="1029489" y="4258443"/>
                  </a:lnTo>
                  <a:lnTo>
                    <a:pt x="1029598" y="4258443"/>
                  </a:lnTo>
                  <a:lnTo>
                    <a:pt x="1029598" y="4257820"/>
                  </a:lnTo>
                  <a:lnTo>
                    <a:pt x="1029706" y="4257820"/>
                  </a:lnTo>
                  <a:lnTo>
                    <a:pt x="1029815" y="4257820"/>
                  </a:lnTo>
                  <a:lnTo>
                    <a:pt x="1029923" y="4257820"/>
                  </a:lnTo>
                  <a:lnTo>
                    <a:pt x="1030031" y="4257820"/>
                  </a:lnTo>
                  <a:lnTo>
                    <a:pt x="1030140" y="4257820"/>
                  </a:lnTo>
                  <a:lnTo>
                    <a:pt x="1030248" y="4257820"/>
                  </a:lnTo>
                  <a:lnTo>
                    <a:pt x="1030357" y="4257820"/>
                  </a:lnTo>
                  <a:lnTo>
                    <a:pt x="1030465" y="4257820"/>
                  </a:lnTo>
                  <a:lnTo>
                    <a:pt x="1030574" y="4257820"/>
                  </a:lnTo>
                  <a:lnTo>
                    <a:pt x="1030682" y="4257820"/>
                  </a:lnTo>
                  <a:lnTo>
                    <a:pt x="1030791" y="4257820"/>
                  </a:lnTo>
                  <a:lnTo>
                    <a:pt x="1030899" y="4257820"/>
                  </a:lnTo>
                  <a:lnTo>
                    <a:pt x="1031007" y="4257820"/>
                  </a:lnTo>
                  <a:lnTo>
                    <a:pt x="1031116" y="4257820"/>
                  </a:lnTo>
                  <a:lnTo>
                    <a:pt x="1031224" y="4257820"/>
                  </a:lnTo>
                  <a:lnTo>
                    <a:pt x="1031333" y="4257820"/>
                  </a:lnTo>
                  <a:lnTo>
                    <a:pt x="1031333" y="4257196"/>
                  </a:lnTo>
                  <a:lnTo>
                    <a:pt x="1031441" y="4257196"/>
                  </a:lnTo>
                  <a:lnTo>
                    <a:pt x="1031441" y="4256572"/>
                  </a:lnTo>
                  <a:lnTo>
                    <a:pt x="1031441" y="4255949"/>
                  </a:lnTo>
                  <a:lnTo>
                    <a:pt x="1031550" y="4255949"/>
                  </a:lnTo>
                  <a:lnTo>
                    <a:pt x="1031550" y="4255325"/>
                  </a:lnTo>
                  <a:lnTo>
                    <a:pt x="1031550" y="4254702"/>
                  </a:lnTo>
                  <a:lnTo>
                    <a:pt x="1031658" y="4254702"/>
                  </a:lnTo>
                  <a:lnTo>
                    <a:pt x="1031658" y="4254078"/>
                  </a:lnTo>
                  <a:lnTo>
                    <a:pt x="1031767" y="4254078"/>
                  </a:lnTo>
                  <a:lnTo>
                    <a:pt x="1031875" y="4254078"/>
                  </a:lnTo>
                  <a:lnTo>
                    <a:pt x="1031875" y="4253454"/>
                  </a:lnTo>
                  <a:lnTo>
                    <a:pt x="1031983" y="4253454"/>
                  </a:lnTo>
                  <a:lnTo>
                    <a:pt x="1032092" y="4253454"/>
                  </a:lnTo>
                  <a:lnTo>
                    <a:pt x="1032200" y="4253454"/>
                  </a:lnTo>
                  <a:lnTo>
                    <a:pt x="1032309" y="4253454"/>
                  </a:lnTo>
                  <a:lnTo>
                    <a:pt x="1032417" y="4253454"/>
                  </a:lnTo>
                  <a:lnTo>
                    <a:pt x="1032417" y="4252831"/>
                  </a:lnTo>
                  <a:lnTo>
                    <a:pt x="1032526" y="4252831"/>
                  </a:lnTo>
                  <a:lnTo>
                    <a:pt x="1032634" y="4252831"/>
                  </a:lnTo>
                  <a:lnTo>
                    <a:pt x="1032743" y="4252831"/>
                  </a:lnTo>
                  <a:lnTo>
                    <a:pt x="1032743" y="4252207"/>
                  </a:lnTo>
                  <a:lnTo>
                    <a:pt x="1032743" y="4251584"/>
                  </a:lnTo>
                  <a:lnTo>
                    <a:pt x="1032851" y="4251584"/>
                  </a:lnTo>
                  <a:lnTo>
                    <a:pt x="1032959" y="4251584"/>
                  </a:lnTo>
                  <a:lnTo>
                    <a:pt x="1032959" y="4250960"/>
                  </a:lnTo>
                  <a:lnTo>
                    <a:pt x="1032959" y="4250337"/>
                  </a:lnTo>
                  <a:lnTo>
                    <a:pt x="1033068" y="4250337"/>
                  </a:lnTo>
                  <a:lnTo>
                    <a:pt x="1033176" y="4250337"/>
                  </a:lnTo>
                  <a:lnTo>
                    <a:pt x="1033285" y="4250337"/>
                  </a:lnTo>
                  <a:lnTo>
                    <a:pt x="1033393" y="4250337"/>
                  </a:lnTo>
                  <a:lnTo>
                    <a:pt x="1033502" y="4250337"/>
                  </a:lnTo>
                  <a:lnTo>
                    <a:pt x="1033610" y="4250337"/>
                  </a:lnTo>
                  <a:lnTo>
                    <a:pt x="1033719" y="4250337"/>
                  </a:lnTo>
                  <a:lnTo>
                    <a:pt x="1033827" y="4250337"/>
                  </a:lnTo>
                  <a:lnTo>
                    <a:pt x="1033936" y="4250337"/>
                  </a:lnTo>
                  <a:lnTo>
                    <a:pt x="1034044" y="4250337"/>
                  </a:lnTo>
                  <a:lnTo>
                    <a:pt x="1034152" y="4250337"/>
                  </a:lnTo>
                  <a:lnTo>
                    <a:pt x="1034261" y="4250337"/>
                  </a:lnTo>
                  <a:lnTo>
                    <a:pt x="1034369" y="4250337"/>
                  </a:lnTo>
                  <a:lnTo>
                    <a:pt x="1034478" y="4250337"/>
                  </a:lnTo>
                  <a:lnTo>
                    <a:pt x="1034586" y="4250337"/>
                  </a:lnTo>
                  <a:lnTo>
                    <a:pt x="1034695" y="4250337"/>
                  </a:lnTo>
                  <a:lnTo>
                    <a:pt x="1034695" y="4249713"/>
                  </a:lnTo>
                  <a:lnTo>
                    <a:pt x="1034803" y="4249713"/>
                  </a:lnTo>
                  <a:lnTo>
                    <a:pt x="1034912" y="4249713"/>
                  </a:lnTo>
                  <a:lnTo>
                    <a:pt x="1035020" y="4249713"/>
                  </a:lnTo>
                  <a:lnTo>
                    <a:pt x="1035128" y="4249713"/>
                  </a:lnTo>
                  <a:lnTo>
                    <a:pt x="1035128" y="4249089"/>
                  </a:lnTo>
                  <a:lnTo>
                    <a:pt x="1035128" y="4248466"/>
                  </a:lnTo>
                  <a:lnTo>
                    <a:pt x="1035128" y="4247842"/>
                  </a:lnTo>
                  <a:lnTo>
                    <a:pt x="1035237" y="4247842"/>
                  </a:lnTo>
                  <a:lnTo>
                    <a:pt x="1035345" y="4247842"/>
                  </a:lnTo>
                  <a:lnTo>
                    <a:pt x="1035454" y="4247842"/>
                  </a:lnTo>
                  <a:lnTo>
                    <a:pt x="1035454" y="4247219"/>
                  </a:lnTo>
                  <a:lnTo>
                    <a:pt x="1035562" y="4247219"/>
                  </a:lnTo>
                  <a:lnTo>
                    <a:pt x="1035671" y="4247219"/>
                  </a:lnTo>
                  <a:lnTo>
                    <a:pt x="1035779" y="4247219"/>
                  </a:lnTo>
                  <a:lnTo>
                    <a:pt x="1035888" y="4247219"/>
                  </a:lnTo>
                  <a:lnTo>
                    <a:pt x="1035996" y="4247219"/>
                  </a:lnTo>
                  <a:lnTo>
                    <a:pt x="1036104" y="4247219"/>
                  </a:lnTo>
                  <a:lnTo>
                    <a:pt x="1036213" y="4247219"/>
                  </a:lnTo>
                  <a:lnTo>
                    <a:pt x="1036321" y="4247219"/>
                  </a:lnTo>
                  <a:lnTo>
                    <a:pt x="1036430" y="4247219"/>
                  </a:lnTo>
                  <a:lnTo>
                    <a:pt x="1036538" y="4247219"/>
                  </a:lnTo>
                  <a:lnTo>
                    <a:pt x="1036647" y="4247219"/>
                  </a:lnTo>
                  <a:lnTo>
                    <a:pt x="1036755" y="4247219"/>
                  </a:lnTo>
                  <a:lnTo>
                    <a:pt x="1036864" y="4247219"/>
                  </a:lnTo>
                  <a:lnTo>
                    <a:pt x="1036864" y="4246595"/>
                  </a:lnTo>
                  <a:lnTo>
                    <a:pt x="1036972" y="4246595"/>
                  </a:lnTo>
                  <a:lnTo>
                    <a:pt x="1037080" y="4246595"/>
                  </a:lnTo>
                  <a:lnTo>
                    <a:pt x="1037189" y="4246595"/>
                  </a:lnTo>
                  <a:lnTo>
                    <a:pt x="1037297" y="4246595"/>
                  </a:lnTo>
                  <a:lnTo>
                    <a:pt x="1037406" y="4246595"/>
                  </a:lnTo>
                  <a:lnTo>
                    <a:pt x="1037514" y="4246595"/>
                  </a:lnTo>
                  <a:lnTo>
                    <a:pt x="1037623" y="4246595"/>
                  </a:lnTo>
                  <a:lnTo>
                    <a:pt x="1037731" y="4246595"/>
                  </a:lnTo>
                  <a:lnTo>
                    <a:pt x="1037840" y="4246595"/>
                  </a:lnTo>
                  <a:lnTo>
                    <a:pt x="1037840" y="4245972"/>
                  </a:lnTo>
                  <a:lnTo>
                    <a:pt x="1037948" y="4245972"/>
                  </a:lnTo>
                  <a:lnTo>
                    <a:pt x="1038057" y="4245972"/>
                  </a:lnTo>
                  <a:lnTo>
                    <a:pt x="1038165" y="4245972"/>
                  </a:lnTo>
                  <a:lnTo>
                    <a:pt x="1038273" y="4245972"/>
                  </a:lnTo>
                  <a:lnTo>
                    <a:pt x="1038382" y="4245972"/>
                  </a:lnTo>
                  <a:lnTo>
                    <a:pt x="1038490" y="4245972"/>
                  </a:lnTo>
                  <a:lnTo>
                    <a:pt x="1038490" y="4245348"/>
                  </a:lnTo>
                  <a:lnTo>
                    <a:pt x="1038490" y="4244724"/>
                  </a:lnTo>
                  <a:lnTo>
                    <a:pt x="1038599" y="4244724"/>
                  </a:lnTo>
                  <a:lnTo>
                    <a:pt x="1038599" y="4244101"/>
                  </a:lnTo>
                  <a:lnTo>
                    <a:pt x="1038707" y="4244101"/>
                  </a:lnTo>
                  <a:lnTo>
                    <a:pt x="1038707" y="4243477"/>
                  </a:lnTo>
                  <a:lnTo>
                    <a:pt x="1038816" y="4243477"/>
                  </a:lnTo>
                  <a:lnTo>
                    <a:pt x="1038924" y="4243477"/>
                  </a:lnTo>
                  <a:lnTo>
                    <a:pt x="1039033" y="4243477"/>
                  </a:lnTo>
                  <a:lnTo>
                    <a:pt x="1039033" y="4242854"/>
                  </a:lnTo>
                  <a:lnTo>
                    <a:pt x="1039033" y="4242230"/>
                  </a:lnTo>
                  <a:lnTo>
                    <a:pt x="1039141" y="4242230"/>
                  </a:lnTo>
                  <a:lnTo>
                    <a:pt x="1039249" y="4242230"/>
                  </a:lnTo>
                  <a:lnTo>
                    <a:pt x="1039358" y="4242230"/>
                  </a:lnTo>
                  <a:lnTo>
                    <a:pt x="1039466" y="4242230"/>
                  </a:lnTo>
                  <a:lnTo>
                    <a:pt x="1039466" y="4241606"/>
                  </a:lnTo>
                  <a:lnTo>
                    <a:pt x="1039575" y="4241606"/>
                  </a:lnTo>
                  <a:lnTo>
                    <a:pt x="1039683" y="4241606"/>
                  </a:lnTo>
                  <a:lnTo>
                    <a:pt x="1039792" y="4241606"/>
                  </a:lnTo>
                  <a:lnTo>
                    <a:pt x="1039792" y="4240983"/>
                  </a:lnTo>
                  <a:lnTo>
                    <a:pt x="1039792" y="4240359"/>
                  </a:lnTo>
                  <a:lnTo>
                    <a:pt x="1039900" y="4240359"/>
                  </a:lnTo>
                  <a:lnTo>
                    <a:pt x="1039900" y="4239736"/>
                  </a:lnTo>
                  <a:lnTo>
                    <a:pt x="1040009" y="4239736"/>
                  </a:lnTo>
                  <a:lnTo>
                    <a:pt x="1040117" y="4239736"/>
                  </a:lnTo>
                  <a:lnTo>
                    <a:pt x="1040225" y="4239736"/>
                  </a:lnTo>
                  <a:lnTo>
                    <a:pt x="1040334" y="4239736"/>
                  </a:lnTo>
                  <a:lnTo>
                    <a:pt x="1040442" y="4239736"/>
                  </a:lnTo>
                  <a:lnTo>
                    <a:pt x="1040442" y="4239112"/>
                  </a:lnTo>
                  <a:lnTo>
                    <a:pt x="1040551" y="4239112"/>
                  </a:lnTo>
                  <a:lnTo>
                    <a:pt x="1040551" y="4238489"/>
                  </a:lnTo>
                  <a:lnTo>
                    <a:pt x="1040659" y="4238489"/>
                  </a:lnTo>
                  <a:lnTo>
                    <a:pt x="1040768" y="4238489"/>
                  </a:lnTo>
                  <a:lnTo>
                    <a:pt x="1040876" y="4238489"/>
                  </a:lnTo>
                  <a:lnTo>
                    <a:pt x="1040876" y="4237865"/>
                  </a:lnTo>
                  <a:lnTo>
                    <a:pt x="1040985" y="4237865"/>
                  </a:lnTo>
                  <a:lnTo>
                    <a:pt x="1040985" y="4237241"/>
                  </a:lnTo>
                  <a:lnTo>
                    <a:pt x="1041093" y="4237241"/>
                  </a:lnTo>
                  <a:lnTo>
                    <a:pt x="1041201" y="4237241"/>
                  </a:lnTo>
                  <a:lnTo>
                    <a:pt x="1041310" y="4237241"/>
                  </a:lnTo>
                  <a:lnTo>
                    <a:pt x="1041310" y="4236618"/>
                  </a:lnTo>
                  <a:lnTo>
                    <a:pt x="1041418" y="4236618"/>
                  </a:lnTo>
                  <a:lnTo>
                    <a:pt x="1041527" y="4236618"/>
                  </a:lnTo>
                  <a:lnTo>
                    <a:pt x="1041635" y="4236618"/>
                  </a:lnTo>
                  <a:lnTo>
                    <a:pt x="1041744" y="4236618"/>
                  </a:lnTo>
                  <a:lnTo>
                    <a:pt x="1041852" y="4236618"/>
                  </a:lnTo>
                  <a:lnTo>
                    <a:pt x="1041961" y="4236618"/>
                  </a:lnTo>
                  <a:lnTo>
                    <a:pt x="1042069" y="4236618"/>
                  </a:lnTo>
                  <a:lnTo>
                    <a:pt x="1042069" y="4235994"/>
                  </a:lnTo>
                  <a:lnTo>
                    <a:pt x="1042178" y="4235994"/>
                  </a:lnTo>
                  <a:lnTo>
                    <a:pt x="1042286" y="4235994"/>
                  </a:lnTo>
                  <a:lnTo>
                    <a:pt x="1042286" y="4235371"/>
                  </a:lnTo>
                  <a:lnTo>
                    <a:pt x="1042394" y="4235371"/>
                  </a:lnTo>
                  <a:lnTo>
                    <a:pt x="1042503" y="4235371"/>
                  </a:lnTo>
                  <a:lnTo>
                    <a:pt x="1042611" y="4235371"/>
                  </a:lnTo>
                  <a:lnTo>
                    <a:pt x="1042611" y="4234747"/>
                  </a:lnTo>
                  <a:lnTo>
                    <a:pt x="1042720" y="4234747"/>
                  </a:lnTo>
                  <a:lnTo>
                    <a:pt x="1042828" y="4234747"/>
                  </a:lnTo>
                  <a:lnTo>
                    <a:pt x="1042937" y="4234747"/>
                  </a:lnTo>
                  <a:lnTo>
                    <a:pt x="1043045" y="4234747"/>
                  </a:lnTo>
                  <a:lnTo>
                    <a:pt x="1043154" y="4234747"/>
                  </a:lnTo>
                  <a:lnTo>
                    <a:pt x="1043262" y="4234747"/>
                  </a:lnTo>
                  <a:lnTo>
                    <a:pt x="1043370" y="4234747"/>
                  </a:lnTo>
                  <a:lnTo>
                    <a:pt x="1043479" y="4234747"/>
                  </a:lnTo>
                  <a:lnTo>
                    <a:pt x="1043587" y="4234747"/>
                  </a:lnTo>
                  <a:lnTo>
                    <a:pt x="1043696" y="4234747"/>
                  </a:lnTo>
                  <a:lnTo>
                    <a:pt x="1043696" y="4234123"/>
                  </a:lnTo>
                  <a:lnTo>
                    <a:pt x="1043804" y="4234123"/>
                  </a:lnTo>
                  <a:lnTo>
                    <a:pt x="1043913" y="4234123"/>
                  </a:lnTo>
                  <a:lnTo>
                    <a:pt x="1044021" y="4234123"/>
                  </a:lnTo>
                  <a:lnTo>
                    <a:pt x="1044130" y="4234123"/>
                  </a:lnTo>
                  <a:lnTo>
                    <a:pt x="1044130" y="4233500"/>
                  </a:lnTo>
                  <a:lnTo>
                    <a:pt x="1044238" y="4233500"/>
                  </a:lnTo>
                  <a:lnTo>
                    <a:pt x="1044346" y="4233500"/>
                  </a:lnTo>
                  <a:lnTo>
                    <a:pt x="1044346" y="4232876"/>
                  </a:lnTo>
                  <a:lnTo>
                    <a:pt x="1044455" y="4232876"/>
                  </a:lnTo>
                  <a:lnTo>
                    <a:pt x="1044563" y="4232876"/>
                  </a:lnTo>
                  <a:lnTo>
                    <a:pt x="1044563" y="4232253"/>
                  </a:lnTo>
                  <a:lnTo>
                    <a:pt x="1044672" y="4232253"/>
                  </a:lnTo>
                  <a:lnTo>
                    <a:pt x="1044780" y="4232253"/>
                  </a:lnTo>
                  <a:lnTo>
                    <a:pt x="1044889" y="4232253"/>
                  </a:lnTo>
                  <a:lnTo>
                    <a:pt x="1044997" y="4232253"/>
                  </a:lnTo>
                  <a:lnTo>
                    <a:pt x="1045106" y="4232253"/>
                  </a:lnTo>
                  <a:lnTo>
                    <a:pt x="1045106" y="4231629"/>
                  </a:lnTo>
                  <a:lnTo>
                    <a:pt x="1045214" y="4231629"/>
                  </a:lnTo>
                  <a:lnTo>
                    <a:pt x="1045322" y="4231629"/>
                  </a:lnTo>
                  <a:lnTo>
                    <a:pt x="1045431" y="4231629"/>
                  </a:lnTo>
                  <a:lnTo>
                    <a:pt x="1045539" y="4231629"/>
                  </a:lnTo>
                  <a:lnTo>
                    <a:pt x="1045648" y="4231629"/>
                  </a:lnTo>
                  <a:lnTo>
                    <a:pt x="1045648" y="4231006"/>
                  </a:lnTo>
                  <a:lnTo>
                    <a:pt x="1045648" y="4230382"/>
                  </a:lnTo>
                  <a:lnTo>
                    <a:pt x="1045756" y="4230382"/>
                  </a:lnTo>
                  <a:lnTo>
                    <a:pt x="1045865" y="4230382"/>
                  </a:lnTo>
                  <a:lnTo>
                    <a:pt x="1045973" y="4230382"/>
                  </a:lnTo>
                  <a:lnTo>
                    <a:pt x="1046082" y="4230382"/>
                  </a:lnTo>
                  <a:lnTo>
                    <a:pt x="1046190" y="4230382"/>
                  </a:lnTo>
                  <a:lnTo>
                    <a:pt x="1046299" y="4230382"/>
                  </a:lnTo>
                  <a:lnTo>
                    <a:pt x="1046299" y="4229758"/>
                  </a:lnTo>
                  <a:lnTo>
                    <a:pt x="1046407" y="4229758"/>
                  </a:lnTo>
                  <a:lnTo>
                    <a:pt x="1046515" y="4229758"/>
                  </a:lnTo>
                  <a:lnTo>
                    <a:pt x="1046624" y="4229758"/>
                  </a:lnTo>
                  <a:lnTo>
                    <a:pt x="1046732" y="4229758"/>
                  </a:lnTo>
                  <a:lnTo>
                    <a:pt x="1046841" y="4229758"/>
                  </a:lnTo>
                  <a:lnTo>
                    <a:pt x="1046949" y="4229758"/>
                  </a:lnTo>
                  <a:lnTo>
                    <a:pt x="1046949" y="4229135"/>
                  </a:lnTo>
                  <a:lnTo>
                    <a:pt x="1046949" y="4228511"/>
                  </a:lnTo>
                  <a:lnTo>
                    <a:pt x="1047058" y="4228511"/>
                  </a:lnTo>
                  <a:lnTo>
                    <a:pt x="1047166" y="4228511"/>
                  </a:lnTo>
                  <a:lnTo>
                    <a:pt x="1047275" y="4228511"/>
                  </a:lnTo>
                  <a:lnTo>
                    <a:pt x="1047383" y="4228511"/>
                  </a:lnTo>
                  <a:lnTo>
                    <a:pt x="1047491" y="4228511"/>
                  </a:lnTo>
                  <a:lnTo>
                    <a:pt x="1047600" y="4228511"/>
                  </a:lnTo>
                  <a:lnTo>
                    <a:pt x="1047708" y="4228511"/>
                  </a:lnTo>
                  <a:lnTo>
                    <a:pt x="1047817" y="4228511"/>
                  </a:lnTo>
                  <a:lnTo>
                    <a:pt x="1047925" y="4228511"/>
                  </a:lnTo>
                  <a:lnTo>
                    <a:pt x="1048034" y="4228511"/>
                  </a:lnTo>
                  <a:lnTo>
                    <a:pt x="1048142" y="4228511"/>
                  </a:lnTo>
                  <a:lnTo>
                    <a:pt x="1048251" y="4228511"/>
                  </a:lnTo>
                  <a:lnTo>
                    <a:pt x="1048359" y="4228511"/>
                  </a:lnTo>
                  <a:lnTo>
                    <a:pt x="1048467" y="4228511"/>
                  </a:lnTo>
                  <a:lnTo>
                    <a:pt x="1048576" y="4228511"/>
                  </a:lnTo>
                  <a:lnTo>
                    <a:pt x="1048684" y="4228511"/>
                  </a:lnTo>
                  <a:lnTo>
                    <a:pt x="1048793" y="4228511"/>
                  </a:lnTo>
                  <a:lnTo>
                    <a:pt x="1048901" y="4228511"/>
                  </a:lnTo>
                  <a:lnTo>
                    <a:pt x="1048901" y="4227888"/>
                  </a:lnTo>
                  <a:lnTo>
                    <a:pt x="1048901" y="4227264"/>
                  </a:lnTo>
                  <a:lnTo>
                    <a:pt x="1049010" y="4227264"/>
                  </a:lnTo>
                  <a:lnTo>
                    <a:pt x="1049118" y="4227264"/>
                  </a:lnTo>
                  <a:lnTo>
                    <a:pt x="1049227" y="4227264"/>
                  </a:lnTo>
                  <a:lnTo>
                    <a:pt x="1049335" y="4227264"/>
                  </a:lnTo>
                  <a:lnTo>
                    <a:pt x="1049443" y="4227264"/>
                  </a:lnTo>
                  <a:lnTo>
                    <a:pt x="1049443" y="4226640"/>
                  </a:lnTo>
                  <a:lnTo>
                    <a:pt x="1049443" y="4226017"/>
                  </a:lnTo>
                  <a:lnTo>
                    <a:pt x="1049552" y="4226017"/>
                  </a:lnTo>
                  <a:lnTo>
                    <a:pt x="1049660" y="4226017"/>
                  </a:lnTo>
                  <a:lnTo>
                    <a:pt x="1049660" y="4225393"/>
                  </a:lnTo>
                  <a:lnTo>
                    <a:pt x="1049769" y="4225393"/>
                  </a:lnTo>
                  <a:lnTo>
                    <a:pt x="1049877" y="4225393"/>
                  </a:lnTo>
                  <a:lnTo>
                    <a:pt x="1049986" y="4225393"/>
                  </a:lnTo>
                  <a:lnTo>
                    <a:pt x="1050094" y="4225393"/>
                  </a:lnTo>
                  <a:lnTo>
                    <a:pt x="1050203" y="4225393"/>
                  </a:lnTo>
                  <a:lnTo>
                    <a:pt x="1050311" y="4225393"/>
                  </a:lnTo>
                  <a:lnTo>
                    <a:pt x="1050420" y="4225393"/>
                  </a:lnTo>
                  <a:lnTo>
                    <a:pt x="1050528" y="4225393"/>
                  </a:lnTo>
                  <a:lnTo>
                    <a:pt x="1050636" y="4225393"/>
                  </a:lnTo>
                  <a:lnTo>
                    <a:pt x="1050745" y="4225393"/>
                  </a:lnTo>
                  <a:lnTo>
                    <a:pt x="1050745" y="4224770"/>
                  </a:lnTo>
                  <a:lnTo>
                    <a:pt x="1050853" y="4224770"/>
                  </a:lnTo>
                  <a:lnTo>
                    <a:pt x="1050962" y="4224770"/>
                  </a:lnTo>
                  <a:lnTo>
                    <a:pt x="1051070" y="4224770"/>
                  </a:lnTo>
                  <a:lnTo>
                    <a:pt x="1051070" y="4224146"/>
                  </a:lnTo>
                  <a:lnTo>
                    <a:pt x="1051070" y="4223523"/>
                  </a:lnTo>
                  <a:lnTo>
                    <a:pt x="1051070" y="4222899"/>
                  </a:lnTo>
                  <a:lnTo>
                    <a:pt x="1051179" y="4222899"/>
                  </a:lnTo>
                  <a:lnTo>
                    <a:pt x="1051287" y="4222899"/>
                  </a:lnTo>
                  <a:lnTo>
                    <a:pt x="1051396" y="4222899"/>
                  </a:lnTo>
                  <a:lnTo>
                    <a:pt x="1051504" y="4222899"/>
                  </a:lnTo>
                  <a:lnTo>
                    <a:pt x="1051612" y="4222899"/>
                  </a:lnTo>
                  <a:lnTo>
                    <a:pt x="1051721" y="4222899"/>
                  </a:lnTo>
                  <a:lnTo>
                    <a:pt x="1051829" y="4222899"/>
                  </a:lnTo>
                  <a:lnTo>
                    <a:pt x="1051938" y="4222899"/>
                  </a:lnTo>
                  <a:lnTo>
                    <a:pt x="1052046" y="4222899"/>
                  </a:lnTo>
                  <a:lnTo>
                    <a:pt x="1052155" y="4222899"/>
                  </a:lnTo>
                  <a:lnTo>
                    <a:pt x="1052263" y="4222899"/>
                  </a:lnTo>
                  <a:lnTo>
                    <a:pt x="1052372" y="4222899"/>
                  </a:lnTo>
                  <a:lnTo>
                    <a:pt x="1052480" y="4222899"/>
                  </a:lnTo>
                  <a:lnTo>
                    <a:pt x="1052588" y="4222899"/>
                  </a:lnTo>
                  <a:lnTo>
                    <a:pt x="1052697" y="4222899"/>
                  </a:lnTo>
                  <a:lnTo>
                    <a:pt x="1052805" y="4222899"/>
                  </a:lnTo>
                  <a:lnTo>
                    <a:pt x="1052805" y="4222275"/>
                  </a:lnTo>
                  <a:lnTo>
                    <a:pt x="1052914" y="4222275"/>
                  </a:lnTo>
                  <a:lnTo>
                    <a:pt x="1053022" y="4222275"/>
                  </a:lnTo>
                  <a:lnTo>
                    <a:pt x="1053131" y="4222275"/>
                  </a:lnTo>
                  <a:lnTo>
                    <a:pt x="1053239" y="4222275"/>
                  </a:lnTo>
                  <a:lnTo>
                    <a:pt x="1053239" y="4221652"/>
                  </a:lnTo>
                  <a:lnTo>
                    <a:pt x="1053348" y="4221652"/>
                  </a:lnTo>
                  <a:lnTo>
                    <a:pt x="1053456" y="4221652"/>
                  </a:lnTo>
                  <a:lnTo>
                    <a:pt x="1053564" y="4221652"/>
                  </a:lnTo>
                  <a:lnTo>
                    <a:pt x="1053673" y="4221652"/>
                  </a:lnTo>
                  <a:lnTo>
                    <a:pt x="1053673" y="4221028"/>
                  </a:lnTo>
                  <a:lnTo>
                    <a:pt x="1053781" y="4221028"/>
                  </a:lnTo>
                  <a:lnTo>
                    <a:pt x="1053890" y="4221028"/>
                  </a:lnTo>
                  <a:lnTo>
                    <a:pt x="1053998" y="4221028"/>
                  </a:lnTo>
                  <a:lnTo>
                    <a:pt x="1054107" y="4221028"/>
                  </a:lnTo>
                  <a:lnTo>
                    <a:pt x="1054215" y="4221028"/>
                  </a:lnTo>
                  <a:lnTo>
                    <a:pt x="1054324" y="4221028"/>
                  </a:lnTo>
                  <a:lnTo>
                    <a:pt x="1054432" y="4221028"/>
                  </a:lnTo>
                  <a:lnTo>
                    <a:pt x="1054541" y="4221028"/>
                  </a:lnTo>
                  <a:lnTo>
                    <a:pt x="1054649" y="4221028"/>
                  </a:lnTo>
                  <a:lnTo>
                    <a:pt x="1054757" y="4221028"/>
                  </a:lnTo>
                  <a:lnTo>
                    <a:pt x="1054866" y="4221028"/>
                  </a:lnTo>
                  <a:lnTo>
                    <a:pt x="1054866" y="4220405"/>
                  </a:lnTo>
                  <a:lnTo>
                    <a:pt x="1054866" y="4219781"/>
                  </a:lnTo>
                  <a:lnTo>
                    <a:pt x="1054974" y="4219781"/>
                  </a:lnTo>
                  <a:lnTo>
                    <a:pt x="1055083" y="4219781"/>
                  </a:lnTo>
                  <a:lnTo>
                    <a:pt x="1055191" y="4219781"/>
                  </a:lnTo>
                  <a:lnTo>
                    <a:pt x="1055300" y="4219781"/>
                  </a:lnTo>
                  <a:lnTo>
                    <a:pt x="1055408" y="4219781"/>
                  </a:lnTo>
                  <a:lnTo>
                    <a:pt x="1055517" y="4219781"/>
                  </a:lnTo>
                  <a:lnTo>
                    <a:pt x="1055625" y="4219781"/>
                  </a:lnTo>
                  <a:lnTo>
                    <a:pt x="1055733" y="4219781"/>
                  </a:lnTo>
                  <a:lnTo>
                    <a:pt x="1055733" y="4219157"/>
                  </a:lnTo>
                  <a:lnTo>
                    <a:pt x="1055842" y="4219157"/>
                  </a:lnTo>
                  <a:lnTo>
                    <a:pt x="1055950" y="4219157"/>
                  </a:lnTo>
                  <a:lnTo>
                    <a:pt x="1056059" y="4219157"/>
                  </a:lnTo>
                  <a:lnTo>
                    <a:pt x="1056059" y="4218534"/>
                  </a:lnTo>
                  <a:lnTo>
                    <a:pt x="1056059" y="4217910"/>
                  </a:lnTo>
                  <a:lnTo>
                    <a:pt x="1056167" y="4217910"/>
                  </a:lnTo>
                  <a:lnTo>
                    <a:pt x="1056276" y="4217910"/>
                  </a:lnTo>
                  <a:lnTo>
                    <a:pt x="1056384" y="4217910"/>
                  </a:lnTo>
                  <a:lnTo>
                    <a:pt x="1056493" y="4217910"/>
                  </a:lnTo>
                  <a:lnTo>
                    <a:pt x="1056601" y="4217910"/>
                  </a:lnTo>
                  <a:lnTo>
                    <a:pt x="1056709" y="4217910"/>
                  </a:lnTo>
                  <a:lnTo>
                    <a:pt x="1056709" y="4217287"/>
                  </a:lnTo>
                  <a:lnTo>
                    <a:pt x="1056818" y="4217287"/>
                  </a:lnTo>
                  <a:lnTo>
                    <a:pt x="1056926" y="4217287"/>
                  </a:lnTo>
                  <a:lnTo>
                    <a:pt x="1057035" y="4217287"/>
                  </a:lnTo>
                  <a:lnTo>
                    <a:pt x="1057035" y="4216663"/>
                  </a:lnTo>
                  <a:lnTo>
                    <a:pt x="1057143" y="4216663"/>
                  </a:lnTo>
                  <a:lnTo>
                    <a:pt x="1057252" y="4216663"/>
                  </a:lnTo>
                  <a:lnTo>
                    <a:pt x="1057360" y="4216663"/>
                  </a:lnTo>
                  <a:lnTo>
                    <a:pt x="1057469" y="4216663"/>
                  </a:lnTo>
                  <a:lnTo>
                    <a:pt x="1057577" y="4216663"/>
                  </a:lnTo>
                  <a:lnTo>
                    <a:pt x="1057685" y="4216663"/>
                  </a:lnTo>
                  <a:lnTo>
                    <a:pt x="1057794" y="4216663"/>
                  </a:lnTo>
                  <a:lnTo>
                    <a:pt x="1057902" y="4216663"/>
                  </a:lnTo>
                  <a:lnTo>
                    <a:pt x="1058011" y="4216663"/>
                  </a:lnTo>
                  <a:lnTo>
                    <a:pt x="1058119" y="4216663"/>
                  </a:lnTo>
                  <a:lnTo>
                    <a:pt x="1058228" y="4216663"/>
                  </a:lnTo>
                  <a:lnTo>
                    <a:pt x="1058228" y="4216040"/>
                  </a:lnTo>
                  <a:lnTo>
                    <a:pt x="1058336" y="4216040"/>
                  </a:lnTo>
                  <a:lnTo>
                    <a:pt x="1058445" y="4216040"/>
                  </a:lnTo>
                  <a:lnTo>
                    <a:pt x="1058553" y="4216040"/>
                  </a:lnTo>
                  <a:lnTo>
                    <a:pt x="1058661" y="4216040"/>
                  </a:lnTo>
                  <a:lnTo>
                    <a:pt x="1058770" y="4216040"/>
                  </a:lnTo>
                  <a:lnTo>
                    <a:pt x="1058770" y="4215416"/>
                  </a:lnTo>
                  <a:lnTo>
                    <a:pt x="1058878" y="4215416"/>
                  </a:lnTo>
                  <a:lnTo>
                    <a:pt x="1058987" y="4215416"/>
                  </a:lnTo>
                  <a:lnTo>
                    <a:pt x="1058987" y="4214792"/>
                  </a:lnTo>
                  <a:lnTo>
                    <a:pt x="1059095" y="4214792"/>
                  </a:lnTo>
                  <a:lnTo>
                    <a:pt x="1059204" y="4214792"/>
                  </a:lnTo>
                  <a:lnTo>
                    <a:pt x="1059312" y="4214792"/>
                  </a:lnTo>
                  <a:lnTo>
                    <a:pt x="1059421" y="4214792"/>
                  </a:lnTo>
                  <a:lnTo>
                    <a:pt x="1059529" y="4214792"/>
                  </a:lnTo>
                  <a:lnTo>
                    <a:pt x="1059638" y="4214792"/>
                  </a:lnTo>
                  <a:lnTo>
                    <a:pt x="1059746" y="4214792"/>
                  </a:lnTo>
                  <a:lnTo>
                    <a:pt x="1059854" y="4214792"/>
                  </a:lnTo>
                  <a:lnTo>
                    <a:pt x="1059963" y="4214792"/>
                  </a:lnTo>
                  <a:lnTo>
                    <a:pt x="1060071" y="4214792"/>
                  </a:lnTo>
                  <a:lnTo>
                    <a:pt x="1060180" y="4214792"/>
                  </a:lnTo>
                  <a:lnTo>
                    <a:pt x="1060180" y="4214169"/>
                  </a:lnTo>
                  <a:lnTo>
                    <a:pt x="1060180" y="4213545"/>
                  </a:lnTo>
                  <a:lnTo>
                    <a:pt x="1060288" y="4213545"/>
                  </a:lnTo>
                  <a:lnTo>
                    <a:pt x="1060397" y="4213545"/>
                  </a:lnTo>
                  <a:lnTo>
                    <a:pt x="1060397" y="4212922"/>
                  </a:lnTo>
                  <a:lnTo>
                    <a:pt x="1060505" y="4212922"/>
                  </a:lnTo>
                  <a:lnTo>
                    <a:pt x="1060505" y="4212298"/>
                  </a:lnTo>
                  <a:lnTo>
                    <a:pt x="1060614" y="4212298"/>
                  </a:lnTo>
                  <a:lnTo>
                    <a:pt x="1060722" y="4212298"/>
                  </a:lnTo>
                  <a:lnTo>
                    <a:pt x="1060830" y="4212298"/>
                  </a:lnTo>
                  <a:lnTo>
                    <a:pt x="1060939" y="4212298"/>
                  </a:lnTo>
                  <a:lnTo>
                    <a:pt x="1061047" y="4212298"/>
                  </a:lnTo>
                  <a:lnTo>
                    <a:pt x="1061156" y="4212298"/>
                  </a:lnTo>
                  <a:lnTo>
                    <a:pt x="1061264" y="4212298"/>
                  </a:lnTo>
                  <a:lnTo>
                    <a:pt x="1061373" y="4212298"/>
                  </a:lnTo>
                  <a:lnTo>
                    <a:pt x="1061373" y="4211674"/>
                  </a:lnTo>
                  <a:lnTo>
                    <a:pt x="1061481" y="4211674"/>
                  </a:lnTo>
                  <a:lnTo>
                    <a:pt x="1061590" y="4211674"/>
                  </a:lnTo>
                  <a:lnTo>
                    <a:pt x="1061698" y="4211674"/>
                  </a:lnTo>
                  <a:lnTo>
                    <a:pt x="1061806" y="4211674"/>
                  </a:lnTo>
                  <a:lnTo>
                    <a:pt x="1061806" y="4211051"/>
                  </a:lnTo>
                  <a:lnTo>
                    <a:pt x="1061915" y="4211051"/>
                  </a:lnTo>
                  <a:lnTo>
                    <a:pt x="1062023" y="4211051"/>
                  </a:lnTo>
                  <a:lnTo>
                    <a:pt x="1062132" y="4211051"/>
                  </a:lnTo>
                  <a:lnTo>
                    <a:pt x="1062132" y="4210427"/>
                  </a:lnTo>
                  <a:lnTo>
                    <a:pt x="1062132" y="4209804"/>
                  </a:lnTo>
                  <a:lnTo>
                    <a:pt x="1062240" y="4209804"/>
                  </a:lnTo>
                  <a:lnTo>
                    <a:pt x="1062349" y="4209804"/>
                  </a:lnTo>
                  <a:lnTo>
                    <a:pt x="1062457" y="4209804"/>
                  </a:lnTo>
                  <a:lnTo>
                    <a:pt x="1062566" y="4209804"/>
                  </a:lnTo>
                  <a:lnTo>
                    <a:pt x="1062566" y="4209180"/>
                  </a:lnTo>
                  <a:lnTo>
                    <a:pt x="1062674" y="4209180"/>
                  </a:lnTo>
                  <a:lnTo>
                    <a:pt x="1062782" y="4209180"/>
                  </a:lnTo>
                  <a:lnTo>
                    <a:pt x="1062891" y="4209180"/>
                  </a:lnTo>
                  <a:lnTo>
                    <a:pt x="1062999" y="4209180"/>
                  </a:lnTo>
                  <a:lnTo>
                    <a:pt x="1063108" y="4209180"/>
                  </a:lnTo>
                  <a:lnTo>
                    <a:pt x="1063108" y="4208557"/>
                  </a:lnTo>
                  <a:lnTo>
                    <a:pt x="1063108" y="4207933"/>
                  </a:lnTo>
                  <a:lnTo>
                    <a:pt x="1063216" y="4207933"/>
                  </a:lnTo>
                  <a:lnTo>
                    <a:pt x="1063325" y="4207933"/>
                  </a:lnTo>
                  <a:lnTo>
                    <a:pt x="1063325" y="4207309"/>
                  </a:lnTo>
                  <a:lnTo>
                    <a:pt x="1063433" y="4207309"/>
                  </a:lnTo>
                  <a:lnTo>
                    <a:pt x="1063542" y="4207309"/>
                  </a:lnTo>
                  <a:lnTo>
                    <a:pt x="1063542" y="4206686"/>
                  </a:lnTo>
                  <a:lnTo>
                    <a:pt x="1063542" y="4206062"/>
                  </a:lnTo>
                  <a:lnTo>
                    <a:pt x="1063650" y="4206062"/>
                  </a:lnTo>
                  <a:lnTo>
                    <a:pt x="1063759" y="4206062"/>
                  </a:lnTo>
                  <a:lnTo>
                    <a:pt x="1063759" y="4205439"/>
                  </a:lnTo>
                  <a:lnTo>
                    <a:pt x="1063867" y="4205439"/>
                  </a:lnTo>
                  <a:lnTo>
                    <a:pt x="1063975" y="4205439"/>
                  </a:lnTo>
                  <a:lnTo>
                    <a:pt x="1064084" y="4205439"/>
                  </a:lnTo>
                  <a:lnTo>
                    <a:pt x="1064084" y="4204815"/>
                  </a:lnTo>
                  <a:lnTo>
                    <a:pt x="1064192" y="4204815"/>
                  </a:lnTo>
                  <a:lnTo>
                    <a:pt x="1064301" y="4204815"/>
                  </a:lnTo>
                  <a:lnTo>
                    <a:pt x="1064409" y="4204815"/>
                  </a:lnTo>
                  <a:lnTo>
                    <a:pt x="1064518" y="4204815"/>
                  </a:lnTo>
                  <a:lnTo>
                    <a:pt x="1064626" y="4204815"/>
                  </a:lnTo>
                  <a:lnTo>
                    <a:pt x="1064626" y="4204191"/>
                  </a:lnTo>
                  <a:lnTo>
                    <a:pt x="1064735" y="4204191"/>
                  </a:lnTo>
                  <a:lnTo>
                    <a:pt x="1064735" y="4203568"/>
                  </a:lnTo>
                  <a:lnTo>
                    <a:pt x="1064735" y="4202944"/>
                  </a:lnTo>
                  <a:lnTo>
                    <a:pt x="1064843" y="4202944"/>
                  </a:lnTo>
                  <a:lnTo>
                    <a:pt x="1064951" y="4202944"/>
                  </a:lnTo>
                  <a:lnTo>
                    <a:pt x="1065060" y="4202944"/>
                  </a:lnTo>
                  <a:lnTo>
                    <a:pt x="1065060" y="4202321"/>
                  </a:lnTo>
                  <a:lnTo>
                    <a:pt x="1065060" y="4201697"/>
                  </a:lnTo>
                  <a:lnTo>
                    <a:pt x="1065168" y="4201697"/>
                  </a:lnTo>
                  <a:lnTo>
                    <a:pt x="1065277" y="4201697"/>
                  </a:lnTo>
                  <a:lnTo>
                    <a:pt x="1065385" y="4201697"/>
                  </a:lnTo>
                  <a:lnTo>
                    <a:pt x="1065494" y="4201697"/>
                  </a:lnTo>
                  <a:lnTo>
                    <a:pt x="1065602" y="4201697"/>
                  </a:lnTo>
                  <a:lnTo>
                    <a:pt x="1065711" y="4201697"/>
                  </a:lnTo>
                  <a:lnTo>
                    <a:pt x="1065711" y="4201074"/>
                  </a:lnTo>
                  <a:lnTo>
                    <a:pt x="1065819" y="4201074"/>
                  </a:lnTo>
                  <a:lnTo>
                    <a:pt x="1065927" y="4201074"/>
                  </a:lnTo>
                  <a:lnTo>
                    <a:pt x="1066036" y="4201074"/>
                  </a:lnTo>
                  <a:lnTo>
                    <a:pt x="1066036" y="4200450"/>
                  </a:lnTo>
                  <a:lnTo>
                    <a:pt x="1066144" y="4200450"/>
                  </a:lnTo>
                  <a:lnTo>
                    <a:pt x="1066144" y="4199826"/>
                  </a:lnTo>
                  <a:lnTo>
                    <a:pt x="1066253" y="4199826"/>
                  </a:lnTo>
                  <a:lnTo>
                    <a:pt x="1066361" y="4199826"/>
                  </a:lnTo>
                  <a:lnTo>
                    <a:pt x="1066470" y="4199826"/>
                  </a:lnTo>
                  <a:lnTo>
                    <a:pt x="1066470" y="4199203"/>
                  </a:lnTo>
                  <a:lnTo>
                    <a:pt x="1066470" y="4198579"/>
                  </a:lnTo>
                  <a:lnTo>
                    <a:pt x="1066470" y="4197956"/>
                  </a:lnTo>
                  <a:lnTo>
                    <a:pt x="1066578" y="4197956"/>
                  </a:lnTo>
                  <a:lnTo>
                    <a:pt x="1066687" y="4197956"/>
                  </a:lnTo>
                  <a:lnTo>
                    <a:pt x="1066795" y="4197956"/>
                  </a:lnTo>
                  <a:lnTo>
                    <a:pt x="1066903" y="4197956"/>
                  </a:lnTo>
                  <a:lnTo>
                    <a:pt x="1067012" y="4197956"/>
                  </a:lnTo>
                  <a:lnTo>
                    <a:pt x="1067120" y="4197956"/>
                  </a:lnTo>
                  <a:lnTo>
                    <a:pt x="1067120" y="4197332"/>
                  </a:lnTo>
                  <a:lnTo>
                    <a:pt x="1067229" y="4197332"/>
                  </a:lnTo>
                  <a:lnTo>
                    <a:pt x="1067337" y="4197332"/>
                  </a:lnTo>
                  <a:lnTo>
                    <a:pt x="1067446" y="4197332"/>
                  </a:lnTo>
                  <a:lnTo>
                    <a:pt x="1067554" y="4197332"/>
                  </a:lnTo>
                  <a:lnTo>
                    <a:pt x="1067663" y="4197332"/>
                  </a:lnTo>
                  <a:lnTo>
                    <a:pt x="1067771" y="4197332"/>
                  </a:lnTo>
                  <a:lnTo>
                    <a:pt x="1067880" y="4197332"/>
                  </a:lnTo>
                  <a:lnTo>
                    <a:pt x="1067988" y="4197332"/>
                  </a:lnTo>
                  <a:lnTo>
                    <a:pt x="1068096" y="4197332"/>
                  </a:lnTo>
                  <a:lnTo>
                    <a:pt x="1068205" y="4197332"/>
                  </a:lnTo>
                  <a:lnTo>
                    <a:pt x="1068313" y="4197332"/>
                  </a:lnTo>
                  <a:lnTo>
                    <a:pt x="1068313" y="4196709"/>
                  </a:lnTo>
                  <a:lnTo>
                    <a:pt x="1068313" y="4196085"/>
                  </a:lnTo>
                  <a:lnTo>
                    <a:pt x="1068313" y="4195461"/>
                  </a:lnTo>
                  <a:lnTo>
                    <a:pt x="1068422" y="4195461"/>
                  </a:lnTo>
                  <a:lnTo>
                    <a:pt x="1068530" y="4195461"/>
                  </a:lnTo>
                  <a:lnTo>
                    <a:pt x="1068639" y="4195461"/>
                  </a:lnTo>
                  <a:lnTo>
                    <a:pt x="1068747" y="4195461"/>
                  </a:lnTo>
                  <a:lnTo>
                    <a:pt x="1068856" y="4195461"/>
                  </a:lnTo>
                  <a:lnTo>
                    <a:pt x="1068964" y="4195461"/>
                  </a:lnTo>
                  <a:lnTo>
                    <a:pt x="1069072" y="4195461"/>
                  </a:lnTo>
                  <a:lnTo>
                    <a:pt x="1069072" y="4194838"/>
                  </a:lnTo>
                  <a:lnTo>
                    <a:pt x="1069181" y="4194838"/>
                  </a:lnTo>
                  <a:lnTo>
                    <a:pt x="1069289" y="4194838"/>
                  </a:lnTo>
                  <a:lnTo>
                    <a:pt x="1069398" y="4194838"/>
                  </a:lnTo>
                  <a:lnTo>
                    <a:pt x="1069506" y="4194838"/>
                  </a:lnTo>
                  <a:lnTo>
                    <a:pt x="1069506" y="4194214"/>
                  </a:lnTo>
                  <a:lnTo>
                    <a:pt x="1069615" y="4194214"/>
                  </a:lnTo>
                  <a:lnTo>
                    <a:pt x="1069723" y="4194214"/>
                  </a:lnTo>
                  <a:lnTo>
                    <a:pt x="1069723" y="4193591"/>
                  </a:lnTo>
                  <a:lnTo>
                    <a:pt x="1069832" y="4193591"/>
                  </a:lnTo>
                  <a:lnTo>
                    <a:pt x="1069940" y="4193591"/>
                  </a:lnTo>
                  <a:lnTo>
                    <a:pt x="1070048" y="4193591"/>
                  </a:lnTo>
                  <a:lnTo>
                    <a:pt x="1070157" y="4193591"/>
                  </a:lnTo>
                  <a:lnTo>
                    <a:pt x="1070265" y="4193591"/>
                  </a:lnTo>
                  <a:lnTo>
                    <a:pt x="1070374" y="4193591"/>
                  </a:lnTo>
                  <a:lnTo>
                    <a:pt x="1070482" y="4193591"/>
                  </a:lnTo>
                  <a:lnTo>
                    <a:pt x="1070482" y="4192967"/>
                  </a:lnTo>
                  <a:lnTo>
                    <a:pt x="1070591" y="4192967"/>
                  </a:lnTo>
                  <a:lnTo>
                    <a:pt x="1070699" y="4192967"/>
                  </a:lnTo>
                  <a:lnTo>
                    <a:pt x="1070808" y="4192967"/>
                  </a:lnTo>
                  <a:lnTo>
                    <a:pt x="1070808" y="4192343"/>
                  </a:lnTo>
                  <a:lnTo>
                    <a:pt x="1070916" y="4192343"/>
                  </a:lnTo>
                  <a:lnTo>
                    <a:pt x="1070916" y="4191720"/>
                  </a:lnTo>
                  <a:lnTo>
                    <a:pt x="1070916" y="4191096"/>
                  </a:lnTo>
                  <a:lnTo>
                    <a:pt x="1070916" y="4190473"/>
                  </a:lnTo>
                  <a:lnTo>
                    <a:pt x="1070916" y="4189849"/>
                  </a:lnTo>
                  <a:lnTo>
                    <a:pt x="1071024" y="4189849"/>
                  </a:lnTo>
                  <a:lnTo>
                    <a:pt x="1071133" y="4189849"/>
                  </a:lnTo>
                  <a:lnTo>
                    <a:pt x="1071241" y="4189849"/>
                  </a:lnTo>
                  <a:lnTo>
                    <a:pt x="1071350" y="4189849"/>
                  </a:lnTo>
                  <a:lnTo>
                    <a:pt x="1071458" y="4189849"/>
                  </a:lnTo>
                  <a:lnTo>
                    <a:pt x="1071567" y="4189849"/>
                  </a:lnTo>
                  <a:lnTo>
                    <a:pt x="1071567" y="4189226"/>
                  </a:lnTo>
                  <a:lnTo>
                    <a:pt x="1071675" y="4189226"/>
                  </a:lnTo>
                  <a:lnTo>
                    <a:pt x="1071675" y="4188602"/>
                  </a:lnTo>
                  <a:lnTo>
                    <a:pt x="1071675" y="4187978"/>
                  </a:lnTo>
                  <a:lnTo>
                    <a:pt x="1071784" y="4187978"/>
                  </a:lnTo>
                  <a:lnTo>
                    <a:pt x="1071784" y="4187355"/>
                  </a:lnTo>
                  <a:lnTo>
                    <a:pt x="1071892" y="4187355"/>
                  </a:lnTo>
                  <a:lnTo>
                    <a:pt x="1072001" y="4187355"/>
                  </a:lnTo>
                  <a:lnTo>
                    <a:pt x="1072109" y="4187355"/>
                  </a:lnTo>
                  <a:lnTo>
                    <a:pt x="1072217" y="4187355"/>
                  </a:lnTo>
                  <a:lnTo>
                    <a:pt x="1072326" y="4187355"/>
                  </a:lnTo>
                  <a:lnTo>
                    <a:pt x="1072434" y="4187355"/>
                  </a:lnTo>
                  <a:lnTo>
                    <a:pt x="1072543" y="4187355"/>
                  </a:lnTo>
                  <a:lnTo>
                    <a:pt x="1072651" y="4187355"/>
                  </a:lnTo>
                  <a:lnTo>
                    <a:pt x="1072651" y="4186731"/>
                  </a:lnTo>
                  <a:lnTo>
                    <a:pt x="1072651" y="4186108"/>
                  </a:lnTo>
                  <a:lnTo>
                    <a:pt x="1072760" y="4186108"/>
                  </a:lnTo>
                  <a:lnTo>
                    <a:pt x="1072868" y="4186108"/>
                  </a:lnTo>
                  <a:lnTo>
                    <a:pt x="1072977" y="4186108"/>
                  </a:lnTo>
                  <a:lnTo>
                    <a:pt x="1073085" y="4186108"/>
                  </a:lnTo>
                  <a:lnTo>
                    <a:pt x="1073193" y="4186108"/>
                  </a:lnTo>
                  <a:lnTo>
                    <a:pt x="1073302" y="4186108"/>
                  </a:lnTo>
                  <a:lnTo>
                    <a:pt x="1073410" y="4186108"/>
                  </a:lnTo>
                  <a:lnTo>
                    <a:pt x="1073519" y="4186108"/>
                  </a:lnTo>
                  <a:lnTo>
                    <a:pt x="1073519" y="4185484"/>
                  </a:lnTo>
                  <a:lnTo>
                    <a:pt x="1073519" y="4184860"/>
                  </a:lnTo>
                  <a:lnTo>
                    <a:pt x="1073627" y="4184860"/>
                  </a:lnTo>
                  <a:lnTo>
                    <a:pt x="1073736" y="4184860"/>
                  </a:lnTo>
                  <a:lnTo>
                    <a:pt x="1073844" y="4184860"/>
                  </a:lnTo>
                  <a:lnTo>
                    <a:pt x="1073953" y="4184860"/>
                  </a:lnTo>
                  <a:lnTo>
                    <a:pt x="1074061" y="4184860"/>
                  </a:lnTo>
                  <a:lnTo>
                    <a:pt x="1074169" y="4184860"/>
                  </a:lnTo>
                  <a:lnTo>
                    <a:pt x="1074278" y="4184860"/>
                  </a:lnTo>
                  <a:lnTo>
                    <a:pt x="1074386" y="4184860"/>
                  </a:lnTo>
                  <a:lnTo>
                    <a:pt x="1074495" y="4184860"/>
                  </a:lnTo>
                  <a:lnTo>
                    <a:pt x="1074603" y="4184860"/>
                  </a:lnTo>
                  <a:lnTo>
                    <a:pt x="1074712" y="4184860"/>
                  </a:lnTo>
                  <a:lnTo>
                    <a:pt x="1074820" y="4184860"/>
                  </a:lnTo>
                  <a:lnTo>
                    <a:pt x="1074929" y="4184860"/>
                  </a:lnTo>
                  <a:lnTo>
                    <a:pt x="1075037" y="4184860"/>
                  </a:lnTo>
                  <a:lnTo>
                    <a:pt x="1075037" y="4184237"/>
                  </a:lnTo>
                  <a:lnTo>
                    <a:pt x="1075145" y="4184237"/>
                  </a:lnTo>
                  <a:lnTo>
                    <a:pt x="1075254" y="4184237"/>
                  </a:lnTo>
                  <a:lnTo>
                    <a:pt x="1075362" y="4184237"/>
                  </a:lnTo>
                  <a:lnTo>
                    <a:pt x="1075362" y="4183613"/>
                  </a:lnTo>
                  <a:lnTo>
                    <a:pt x="1075362" y="4182990"/>
                  </a:lnTo>
                  <a:lnTo>
                    <a:pt x="1075471" y="4182990"/>
                  </a:lnTo>
                  <a:lnTo>
                    <a:pt x="1075579" y="4182990"/>
                  </a:lnTo>
                  <a:lnTo>
                    <a:pt x="1075688" y="4182990"/>
                  </a:lnTo>
                  <a:lnTo>
                    <a:pt x="1075688" y="4182366"/>
                  </a:lnTo>
                  <a:lnTo>
                    <a:pt x="1075688" y="4181743"/>
                  </a:lnTo>
                  <a:lnTo>
                    <a:pt x="1075796" y="4181743"/>
                  </a:lnTo>
                  <a:lnTo>
                    <a:pt x="1075905" y="4181743"/>
                  </a:lnTo>
                  <a:lnTo>
                    <a:pt x="1076013" y="4181743"/>
                  </a:lnTo>
                  <a:lnTo>
                    <a:pt x="1076122" y="4181743"/>
                  </a:lnTo>
                  <a:lnTo>
                    <a:pt x="1076230" y="4181743"/>
                  </a:lnTo>
                  <a:lnTo>
                    <a:pt x="1076338" y="4181743"/>
                  </a:lnTo>
                  <a:lnTo>
                    <a:pt x="1076447" y="4181743"/>
                  </a:lnTo>
                  <a:lnTo>
                    <a:pt x="1076555" y="4181743"/>
                  </a:lnTo>
                  <a:lnTo>
                    <a:pt x="1076664" y="4181743"/>
                  </a:lnTo>
                  <a:lnTo>
                    <a:pt x="1076664" y="4181119"/>
                  </a:lnTo>
                  <a:lnTo>
                    <a:pt x="1076772" y="4181119"/>
                  </a:lnTo>
                  <a:lnTo>
                    <a:pt x="1076881" y="4181119"/>
                  </a:lnTo>
                  <a:lnTo>
                    <a:pt x="1076989" y="4181119"/>
                  </a:lnTo>
                  <a:lnTo>
                    <a:pt x="1076989" y="4180495"/>
                  </a:lnTo>
                  <a:lnTo>
                    <a:pt x="1077098" y="4180495"/>
                  </a:lnTo>
                  <a:lnTo>
                    <a:pt x="1077206" y="4180495"/>
                  </a:lnTo>
                  <a:lnTo>
                    <a:pt x="1077206" y="4179872"/>
                  </a:lnTo>
                  <a:lnTo>
                    <a:pt x="1077314" y="4179872"/>
                  </a:lnTo>
                  <a:lnTo>
                    <a:pt x="1077423" y="4179872"/>
                  </a:lnTo>
                  <a:lnTo>
                    <a:pt x="1077423" y="4179248"/>
                  </a:lnTo>
                  <a:lnTo>
                    <a:pt x="1077531" y="4179248"/>
                  </a:lnTo>
                  <a:lnTo>
                    <a:pt x="1077640" y="4179248"/>
                  </a:lnTo>
                  <a:lnTo>
                    <a:pt x="1077748" y="4179248"/>
                  </a:lnTo>
                  <a:lnTo>
                    <a:pt x="1077857" y="4179248"/>
                  </a:lnTo>
                  <a:lnTo>
                    <a:pt x="1077857" y="4178625"/>
                  </a:lnTo>
                  <a:lnTo>
                    <a:pt x="1077965" y="4178625"/>
                  </a:lnTo>
                  <a:lnTo>
                    <a:pt x="1078074" y="4178625"/>
                  </a:lnTo>
                  <a:lnTo>
                    <a:pt x="1078182" y="4178625"/>
                  </a:lnTo>
                  <a:lnTo>
                    <a:pt x="1078290" y="4178625"/>
                  </a:lnTo>
                  <a:lnTo>
                    <a:pt x="1078399" y="4178625"/>
                  </a:lnTo>
                  <a:lnTo>
                    <a:pt x="1078399" y="4178001"/>
                  </a:lnTo>
                  <a:lnTo>
                    <a:pt x="1078399" y="4177377"/>
                  </a:lnTo>
                  <a:lnTo>
                    <a:pt x="1078507" y="4177377"/>
                  </a:lnTo>
                  <a:lnTo>
                    <a:pt x="1078616" y="4177377"/>
                  </a:lnTo>
                  <a:lnTo>
                    <a:pt x="1078724" y="4177377"/>
                  </a:lnTo>
                  <a:lnTo>
                    <a:pt x="1078724" y="4176754"/>
                  </a:lnTo>
                  <a:lnTo>
                    <a:pt x="1078833" y="4176754"/>
                  </a:lnTo>
                  <a:lnTo>
                    <a:pt x="1078941" y="4176754"/>
                  </a:lnTo>
                  <a:lnTo>
                    <a:pt x="1079050" y="4176754"/>
                  </a:lnTo>
                  <a:lnTo>
                    <a:pt x="1079158" y="4176754"/>
                  </a:lnTo>
                  <a:lnTo>
                    <a:pt x="1079266" y="4176754"/>
                  </a:lnTo>
                  <a:lnTo>
                    <a:pt x="1079266" y="4176130"/>
                  </a:lnTo>
                  <a:lnTo>
                    <a:pt x="1079375" y="4176130"/>
                  </a:lnTo>
                  <a:lnTo>
                    <a:pt x="1079483" y="4176130"/>
                  </a:lnTo>
                  <a:lnTo>
                    <a:pt x="1079592" y="4176130"/>
                  </a:lnTo>
                  <a:lnTo>
                    <a:pt x="1079700" y="4176130"/>
                  </a:lnTo>
                  <a:lnTo>
                    <a:pt x="1079700" y="4175507"/>
                  </a:lnTo>
                  <a:lnTo>
                    <a:pt x="1079809" y="4175507"/>
                  </a:lnTo>
                  <a:lnTo>
                    <a:pt x="1079917" y="4175507"/>
                  </a:lnTo>
                  <a:lnTo>
                    <a:pt x="1080026" y="4175507"/>
                  </a:lnTo>
                  <a:lnTo>
                    <a:pt x="1080026" y="4174883"/>
                  </a:lnTo>
                  <a:lnTo>
                    <a:pt x="1080026" y="4174260"/>
                  </a:lnTo>
                  <a:lnTo>
                    <a:pt x="1080134" y="4174260"/>
                  </a:lnTo>
                  <a:lnTo>
                    <a:pt x="1080134" y="4173636"/>
                  </a:lnTo>
                  <a:lnTo>
                    <a:pt x="1080242" y="4173636"/>
                  </a:lnTo>
                  <a:lnTo>
                    <a:pt x="1080351" y="4173636"/>
                  </a:lnTo>
                  <a:lnTo>
                    <a:pt x="1080459" y="4173636"/>
                  </a:lnTo>
                  <a:lnTo>
                    <a:pt x="1080459" y="4173012"/>
                  </a:lnTo>
                  <a:lnTo>
                    <a:pt x="1080568" y="4173012"/>
                  </a:lnTo>
                  <a:lnTo>
                    <a:pt x="1080676" y="4173012"/>
                  </a:lnTo>
                  <a:lnTo>
                    <a:pt x="1080785" y="4173012"/>
                  </a:lnTo>
                  <a:lnTo>
                    <a:pt x="1080893" y="4173012"/>
                  </a:lnTo>
                  <a:lnTo>
                    <a:pt x="1081002" y="4173012"/>
                  </a:lnTo>
                  <a:lnTo>
                    <a:pt x="1081002" y="4172389"/>
                  </a:lnTo>
                  <a:lnTo>
                    <a:pt x="1081002" y="4171765"/>
                  </a:lnTo>
                  <a:lnTo>
                    <a:pt x="1081110" y="4171765"/>
                  </a:lnTo>
                  <a:lnTo>
                    <a:pt x="1081110" y="4171142"/>
                  </a:lnTo>
                  <a:lnTo>
                    <a:pt x="1081219" y="4171142"/>
                  </a:lnTo>
                  <a:lnTo>
                    <a:pt x="1081327" y="4171142"/>
                  </a:lnTo>
                  <a:lnTo>
                    <a:pt x="1081435" y="4171142"/>
                  </a:lnTo>
                  <a:lnTo>
                    <a:pt x="1081544" y="4171142"/>
                  </a:lnTo>
                  <a:lnTo>
                    <a:pt x="1081652" y="4171142"/>
                  </a:lnTo>
                  <a:lnTo>
                    <a:pt x="1081761" y="4171142"/>
                  </a:lnTo>
                  <a:lnTo>
                    <a:pt x="1081869" y="4171142"/>
                  </a:lnTo>
                  <a:lnTo>
                    <a:pt x="1081978" y="4171142"/>
                  </a:lnTo>
                  <a:lnTo>
                    <a:pt x="1081978" y="4170518"/>
                  </a:lnTo>
                  <a:lnTo>
                    <a:pt x="1082086" y="4170518"/>
                  </a:lnTo>
                  <a:lnTo>
                    <a:pt x="1082195" y="4170518"/>
                  </a:lnTo>
                  <a:lnTo>
                    <a:pt x="1082303" y="4170518"/>
                  </a:lnTo>
                  <a:lnTo>
                    <a:pt x="1082303" y="4169894"/>
                  </a:lnTo>
                  <a:lnTo>
                    <a:pt x="1082411" y="4169894"/>
                  </a:lnTo>
                  <a:lnTo>
                    <a:pt x="1082520" y="4169894"/>
                  </a:lnTo>
                  <a:lnTo>
                    <a:pt x="1082520" y="4169271"/>
                  </a:lnTo>
                  <a:lnTo>
                    <a:pt x="1082628" y="4169271"/>
                  </a:lnTo>
                  <a:lnTo>
                    <a:pt x="1082628" y="4168647"/>
                  </a:lnTo>
                  <a:lnTo>
                    <a:pt x="1082737" y="4168647"/>
                  </a:lnTo>
                  <a:lnTo>
                    <a:pt x="1082845" y="4168647"/>
                  </a:lnTo>
                  <a:lnTo>
                    <a:pt x="1082954" y="4168647"/>
                  </a:lnTo>
                  <a:lnTo>
                    <a:pt x="1083062" y="4168647"/>
                  </a:lnTo>
                  <a:lnTo>
                    <a:pt x="1083062" y="4168024"/>
                  </a:lnTo>
                  <a:lnTo>
                    <a:pt x="1083171" y="4168024"/>
                  </a:lnTo>
                  <a:lnTo>
                    <a:pt x="1083279" y="4168024"/>
                  </a:lnTo>
                  <a:lnTo>
                    <a:pt x="1083387" y="4168024"/>
                  </a:lnTo>
                  <a:lnTo>
                    <a:pt x="1083496" y="4168024"/>
                  </a:lnTo>
                  <a:lnTo>
                    <a:pt x="1083604" y="4168024"/>
                  </a:lnTo>
                  <a:lnTo>
                    <a:pt x="1083713" y="4168024"/>
                  </a:lnTo>
                  <a:lnTo>
                    <a:pt x="1083821" y="4168024"/>
                  </a:lnTo>
                  <a:lnTo>
                    <a:pt x="1083930" y="4168024"/>
                  </a:lnTo>
                  <a:lnTo>
                    <a:pt x="1084038" y="4168024"/>
                  </a:lnTo>
                  <a:lnTo>
                    <a:pt x="1084147" y="4168024"/>
                  </a:lnTo>
                  <a:lnTo>
                    <a:pt x="1084147" y="4167400"/>
                  </a:lnTo>
                  <a:lnTo>
                    <a:pt x="1084255" y="4167400"/>
                  </a:lnTo>
                  <a:lnTo>
                    <a:pt x="1084363" y="4167400"/>
                  </a:lnTo>
                  <a:lnTo>
                    <a:pt x="1084472" y="4167400"/>
                  </a:lnTo>
                  <a:lnTo>
                    <a:pt x="1084580" y="4167400"/>
                  </a:lnTo>
                  <a:lnTo>
                    <a:pt x="1084689" y="4167400"/>
                  </a:lnTo>
                  <a:lnTo>
                    <a:pt x="1084797" y="4167400"/>
                  </a:lnTo>
                  <a:lnTo>
                    <a:pt x="1084906" y="4167400"/>
                  </a:lnTo>
                  <a:lnTo>
                    <a:pt x="1085014" y="4167400"/>
                  </a:lnTo>
                  <a:lnTo>
                    <a:pt x="1085123" y="4167400"/>
                  </a:lnTo>
                  <a:lnTo>
                    <a:pt x="1085231" y="4167400"/>
                  </a:lnTo>
                  <a:lnTo>
                    <a:pt x="1085231" y="4166777"/>
                  </a:lnTo>
                  <a:lnTo>
                    <a:pt x="1085231" y="4166153"/>
                  </a:lnTo>
                  <a:lnTo>
                    <a:pt x="1085340" y="4166153"/>
                  </a:lnTo>
                  <a:lnTo>
                    <a:pt x="1085448" y="4166153"/>
                  </a:lnTo>
                  <a:lnTo>
                    <a:pt x="1085448" y="4165529"/>
                  </a:lnTo>
                  <a:lnTo>
                    <a:pt x="1085556" y="4165529"/>
                  </a:lnTo>
                  <a:lnTo>
                    <a:pt x="1085665" y="4165529"/>
                  </a:lnTo>
                  <a:lnTo>
                    <a:pt x="1085665" y="4164906"/>
                  </a:lnTo>
                  <a:lnTo>
                    <a:pt x="1085773" y="4164906"/>
                  </a:lnTo>
                  <a:lnTo>
                    <a:pt x="1085773" y="4164282"/>
                  </a:lnTo>
                  <a:lnTo>
                    <a:pt x="1085882" y="4164282"/>
                  </a:lnTo>
                  <a:lnTo>
                    <a:pt x="1085882" y="4163659"/>
                  </a:lnTo>
                  <a:lnTo>
                    <a:pt x="1085990" y="4163659"/>
                  </a:lnTo>
                  <a:lnTo>
                    <a:pt x="1086099" y="4163659"/>
                  </a:lnTo>
                  <a:lnTo>
                    <a:pt x="1086099" y="4163035"/>
                  </a:lnTo>
                  <a:lnTo>
                    <a:pt x="1086207" y="4163035"/>
                  </a:lnTo>
                  <a:lnTo>
                    <a:pt x="1086316" y="4163035"/>
                  </a:lnTo>
                  <a:lnTo>
                    <a:pt x="1086424" y="4163035"/>
                  </a:lnTo>
                  <a:lnTo>
                    <a:pt x="1086532" y="4163035"/>
                  </a:lnTo>
                  <a:lnTo>
                    <a:pt x="1086641" y="4163035"/>
                  </a:lnTo>
                  <a:lnTo>
                    <a:pt x="1086749" y="4163035"/>
                  </a:lnTo>
                  <a:lnTo>
                    <a:pt x="1086858" y="4163035"/>
                  </a:lnTo>
                  <a:lnTo>
                    <a:pt x="1086858" y="4162411"/>
                  </a:lnTo>
                  <a:lnTo>
                    <a:pt x="1086858" y="4161788"/>
                  </a:lnTo>
                  <a:lnTo>
                    <a:pt x="1086966" y="4161788"/>
                  </a:lnTo>
                  <a:lnTo>
                    <a:pt x="1087075" y="4161788"/>
                  </a:lnTo>
                  <a:lnTo>
                    <a:pt x="1087183" y="4161788"/>
                  </a:lnTo>
                  <a:lnTo>
                    <a:pt x="1087292" y="4161788"/>
                  </a:lnTo>
                  <a:lnTo>
                    <a:pt x="1087400" y="4161788"/>
                  </a:lnTo>
                  <a:lnTo>
                    <a:pt x="1087508" y="4161788"/>
                  </a:lnTo>
                  <a:lnTo>
                    <a:pt x="1087508" y="4161164"/>
                  </a:lnTo>
                  <a:lnTo>
                    <a:pt x="1087617" y="4161164"/>
                  </a:lnTo>
                  <a:lnTo>
                    <a:pt x="1087617" y="4160541"/>
                  </a:lnTo>
                  <a:lnTo>
                    <a:pt x="1087725" y="4160541"/>
                  </a:lnTo>
                  <a:lnTo>
                    <a:pt x="1087725" y="4159917"/>
                  </a:lnTo>
                  <a:lnTo>
                    <a:pt x="1087834" y="4159917"/>
                  </a:lnTo>
                  <a:lnTo>
                    <a:pt x="1087942" y="4159917"/>
                  </a:lnTo>
                  <a:lnTo>
                    <a:pt x="1088051" y="4159917"/>
                  </a:lnTo>
                  <a:lnTo>
                    <a:pt x="1088051" y="4159294"/>
                  </a:lnTo>
                  <a:lnTo>
                    <a:pt x="1088051" y="4158670"/>
                  </a:lnTo>
                  <a:lnTo>
                    <a:pt x="1088159" y="4158670"/>
                  </a:lnTo>
                  <a:lnTo>
                    <a:pt x="1088268" y="4158670"/>
                  </a:lnTo>
                  <a:lnTo>
                    <a:pt x="1088376" y="4158670"/>
                  </a:lnTo>
                  <a:lnTo>
                    <a:pt x="1088376" y="4158046"/>
                  </a:lnTo>
                  <a:lnTo>
                    <a:pt x="1088484" y="4158046"/>
                  </a:lnTo>
                  <a:lnTo>
                    <a:pt x="1088593" y="4158046"/>
                  </a:lnTo>
                  <a:lnTo>
                    <a:pt x="1088593" y="4157423"/>
                  </a:lnTo>
                  <a:lnTo>
                    <a:pt x="1088593" y="4156799"/>
                  </a:lnTo>
                  <a:lnTo>
                    <a:pt x="1088701" y="4156799"/>
                  </a:lnTo>
                  <a:lnTo>
                    <a:pt x="1088810" y="4156799"/>
                  </a:lnTo>
                  <a:lnTo>
                    <a:pt x="1088918" y="4156799"/>
                  </a:lnTo>
                  <a:lnTo>
                    <a:pt x="1089027" y="4156799"/>
                  </a:lnTo>
                  <a:lnTo>
                    <a:pt x="1089135" y="4156799"/>
                  </a:lnTo>
                  <a:lnTo>
                    <a:pt x="1089244" y="4156799"/>
                  </a:lnTo>
                  <a:lnTo>
                    <a:pt x="1089244" y="4156176"/>
                  </a:lnTo>
                  <a:lnTo>
                    <a:pt x="1089244" y="4155552"/>
                  </a:lnTo>
                  <a:lnTo>
                    <a:pt x="1089352" y="4155552"/>
                  </a:lnTo>
                  <a:lnTo>
                    <a:pt x="1089461" y="4155552"/>
                  </a:lnTo>
                  <a:lnTo>
                    <a:pt x="1089569" y="4155552"/>
                  </a:lnTo>
                  <a:lnTo>
                    <a:pt x="1089677" y="4155552"/>
                  </a:lnTo>
                  <a:lnTo>
                    <a:pt x="1089677" y="4154928"/>
                  </a:lnTo>
                  <a:lnTo>
                    <a:pt x="1089786" y="4154928"/>
                  </a:lnTo>
                  <a:lnTo>
                    <a:pt x="1089786" y="4154305"/>
                  </a:lnTo>
                  <a:lnTo>
                    <a:pt x="1089786" y="4153681"/>
                  </a:lnTo>
                  <a:lnTo>
                    <a:pt x="1089894" y="4153681"/>
                  </a:lnTo>
                  <a:lnTo>
                    <a:pt x="1090003" y="4153681"/>
                  </a:lnTo>
                  <a:lnTo>
                    <a:pt x="1090003" y="4153058"/>
                  </a:lnTo>
                  <a:lnTo>
                    <a:pt x="1090111" y="4153058"/>
                  </a:lnTo>
                  <a:lnTo>
                    <a:pt x="1090220" y="4153058"/>
                  </a:lnTo>
                  <a:lnTo>
                    <a:pt x="1090328" y="4153058"/>
                  </a:lnTo>
                  <a:lnTo>
                    <a:pt x="1090437" y="4153058"/>
                  </a:lnTo>
                  <a:lnTo>
                    <a:pt x="1090545" y="4153058"/>
                  </a:lnTo>
                  <a:lnTo>
                    <a:pt x="1090653" y="4153058"/>
                  </a:lnTo>
                  <a:lnTo>
                    <a:pt x="1090762" y="4153058"/>
                  </a:lnTo>
                  <a:lnTo>
                    <a:pt x="1090870" y="4153058"/>
                  </a:lnTo>
                  <a:lnTo>
                    <a:pt x="1090979" y="4153058"/>
                  </a:lnTo>
                  <a:lnTo>
                    <a:pt x="1091087" y="4153058"/>
                  </a:lnTo>
                  <a:lnTo>
                    <a:pt x="1091196" y="4153058"/>
                  </a:lnTo>
                  <a:lnTo>
                    <a:pt x="1091304" y="4153058"/>
                  </a:lnTo>
                  <a:lnTo>
                    <a:pt x="1091304" y="4152434"/>
                  </a:lnTo>
                  <a:lnTo>
                    <a:pt x="1091413" y="4152434"/>
                  </a:lnTo>
                  <a:lnTo>
                    <a:pt x="1091521" y="4152434"/>
                  </a:lnTo>
                  <a:lnTo>
                    <a:pt x="1091629" y="4152434"/>
                  </a:lnTo>
                  <a:lnTo>
                    <a:pt x="1091738" y="4152434"/>
                  </a:lnTo>
                  <a:lnTo>
                    <a:pt x="1091738" y="4151811"/>
                  </a:lnTo>
                  <a:lnTo>
                    <a:pt x="1091846" y="4151811"/>
                  </a:lnTo>
                  <a:lnTo>
                    <a:pt x="1091955" y="4151811"/>
                  </a:lnTo>
                  <a:lnTo>
                    <a:pt x="1092063" y="4151811"/>
                  </a:lnTo>
                  <a:lnTo>
                    <a:pt x="1092172" y="4151811"/>
                  </a:lnTo>
                  <a:lnTo>
                    <a:pt x="1092172" y="4151187"/>
                  </a:lnTo>
                  <a:lnTo>
                    <a:pt x="1092280" y="4151187"/>
                  </a:lnTo>
                  <a:lnTo>
                    <a:pt x="1092280" y="4150563"/>
                  </a:lnTo>
                  <a:lnTo>
                    <a:pt x="1092389" y="4150563"/>
                  </a:lnTo>
                  <a:lnTo>
                    <a:pt x="1092497" y="4150563"/>
                  </a:lnTo>
                  <a:lnTo>
                    <a:pt x="1092605" y="4150563"/>
                  </a:lnTo>
                  <a:lnTo>
                    <a:pt x="1092714" y="4150563"/>
                  </a:lnTo>
                  <a:lnTo>
                    <a:pt x="1092822" y="4150563"/>
                  </a:lnTo>
                  <a:lnTo>
                    <a:pt x="1092931" y="4150563"/>
                  </a:lnTo>
                  <a:lnTo>
                    <a:pt x="1092931" y="4149940"/>
                  </a:lnTo>
                  <a:lnTo>
                    <a:pt x="1093039" y="4149940"/>
                  </a:lnTo>
                  <a:lnTo>
                    <a:pt x="1093148" y="4149940"/>
                  </a:lnTo>
                  <a:lnTo>
                    <a:pt x="1093148" y="4149316"/>
                  </a:lnTo>
                  <a:lnTo>
                    <a:pt x="1093148" y="4148693"/>
                  </a:lnTo>
                  <a:lnTo>
                    <a:pt x="1093148" y="4148069"/>
                  </a:lnTo>
                  <a:lnTo>
                    <a:pt x="1093256" y="4148069"/>
                  </a:lnTo>
                  <a:lnTo>
                    <a:pt x="1093365" y="4148069"/>
                  </a:lnTo>
                  <a:lnTo>
                    <a:pt x="1093365" y="4147446"/>
                  </a:lnTo>
                  <a:lnTo>
                    <a:pt x="1093473" y="4147446"/>
                  </a:lnTo>
                  <a:lnTo>
                    <a:pt x="1093473" y="4146822"/>
                  </a:lnTo>
                  <a:lnTo>
                    <a:pt x="1093582" y="4146822"/>
                  </a:lnTo>
                  <a:lnTo>
                    <a:pt x="1093690" y="4146822"/>
                  </a:lnTo>
                  <a:lnTo>
                    <a:pt x="1093798" y="4146822"/>
                  </a:lnTo>
                  <a:lnTo>
                    <a:pt x="1093907" y="4146822"/>
                  </a:lnTo>
                  <a:lnTo>
                    <a:pt x="1094015" y="4146822"/>
                  </a:lnTo>
                  <a:lnTo>
                    <a:pt x="1094124" y="4146822"/>
                  </a:lnTo>
                  <a:lnTo>
                    <a:pt x="1094232" y="4146822"/>
                  </a:lnTo>
                  <a:lnTo>
                    <a:pt x="1094341" y="4146822"/>
                  </a:lnTo>
                  <a:lnTo>
                    <a:pt x="1094449" y="4146822"/>
                  </a:lnTo>
                  <a:lnTo>
                    <a:pt x="1094558" y="4146822"/>
                  </a:lnTo>
                  <a:lnTo>
                    <a:pt x="1094558" y="4146198"/>
                  </a:lnTo>
                  <a:lnTo>
                    <a:pt x="1094558" y="4145575"/>
                  </a:lnTo>
                  <a:lnTo>
                    <a:pt x="1094558" y="4144951"/>
                  </a:lnTo>
                  <a:lnTo>
                    <a:pt x="1094666" y="4144951"/>
                  </a:lnTo>
                  <a:lnTo>
                    <a:pt x="1094774" y="4144951"/>
                  </a:lnTo>
                  <a:lnTo>
                    <a:pt x="1094883" y="4144951"/>
                  </a:lnTo>
                  <a:lnTo>
                    <a:pt x="1094991" y="4144951"/>
                  </a:lnTo>
                  <a:lnTo>
                    <a:pt x="1095100" y="4144951"/>
                  </a:lnTo>
                  <a:lnTo>
                    <a:pt x="1095208" y="4144951"/>
                  </a:lnTo>
                  <a:lnTo>
                    <a:pt x="1095317" y="4144951"/>
                  </a:lnTo>
                  <a:lnTo>
                    <a:pt x="1095425" y="4144951"/>
                  </a:lnTo>
                  <a:lnTo>
                    <a:pt x="1095534" y="4144951"/>
                  </a:lnTo>
                  <a:lnTo>
                    <a:pt x="1095642" y="4144951"/>
                  </a:lnTo>
                  <a:lnTo>
                    <a:pt x="1095750" y="4144951"/>
                  </a:lnTo>
                  <a:lnTo>
                    <a:pt x="1095859" y="4144951"/>
                  </a:lnTo>
                  <a:lnTo>
                    <a:pt x="1095967" y="4144951"/>
                  </a:lnTo>
                  <a:lnTo>
                    <a:pt x="1096076" y="4144951"/>
                  </a:lnTo>
                  <a:lnTo>
                    <a:pt x="1096184" y="4144951"/>
                  </a:lnTo>
                  <a:lnTo>
                    <a:pt x="1096184" y="4144328"/>
                  </a:lnTo>
                  <a:lnTo>
                    <a:pt x="1096293" y="4144328"/>
                  </a:lnTo>
                  <a:lnTo>
                    <a:pt x="1096401" y="4144328"/>
                  </a:lnTo>
                  <a:lnTo>
                    <a:pt x="1096510" y="4144328"/>
                  </a:lnTo>
                  <a:lnTo>
                    <a:pt x="1096618" y="4144328"/>
                  </a:lnTo>
                  <a:lnTo>
                    <a:pt x="1096726" y="4144328"/>
                  </a:lnTo>
                  <a:lnTo>
                    <a:pt x="1096835" y="4144328"/>
                  </a:lnTo>
                  <a:lnTo>
                    <a:pt x="1096943" y="4144328"/>
                  </a:lnTo>
                  <a:lnTo>
                    <a:pt x="1097052" y="4144328"/>
                  </a:lnTo>
                  <a:lnTo>
                    <a:pt x="1097052" y="4143704"/>
                  </a:lnTo>
                  <a:lnTo>
                    <a:pt x="1097160" y="4143704"/>
                  </a:lnTo>
                  <a:lnTo>
                    <a:pt x="1097269" y="4143704"/>
                  </a:lnTo>
                  <a:lnTo>
                    <a:pt x="1097377" y="4143704"/>
                  </a:lnTo>
                  <a:lnTo>
                    <a:pt x="1097486" y="4143704"/>
                  </a:lnTo>
                  <a:lnTo>
                    <a:pt x="1097594" y="4143704"/>
                  </a:lnTo>
                  <a:lnTo>
                    <a:pt x="1097703" y="4143704"/>
                  </a:lnTo>
                  <a:lnTo>
                    <a:pt x="1097811" y="4143704"/>
                  </a:lnTo>
                  <a:lnTo>
                    <a:pt x="1097919" y="4143704"/>
                  </a:lnTo>
                  <a:lnTo>
                    <a:pt x="1098028" y="4143704"/>
                  </a:lnTo>
                  <a:lnTo>
                    <a:pt x="1098028" y="4143080"/>
                  </a:lnTo>
                  <a:lnTo>
                    <a:pt x="1098136" y="4143080"/>
                  </a:lnTo>
                  <a:lnTo>
                    <a:pt x="1098245" y="4143080"/>
                  </a:lnTo>
                  <a:lnTo>
                    <a:pt x="1098353" y="4143080"/>
                  </a:lnTo>
                  <a:lnTo>
                    <a:pt x="1098462" y="4143080"/>
                  </a:lnTo>
                  <a:lnTo>
                    <a:pt x="1098570" y="4143080"/>
                  </a:lnTo>
                  <a:lnTo>
                    <a:pt x="1098679" y="4143080"/>
                  </a:lnTo>
                  <a:lnTo>
                    <a:pt x="1098787" y="4143080"/>
                  </a:lnTo>
                  <a:lnTo>
                    <a:pt x="1098895" y="4143080"/>
                  </a:lnTo>
                  <a:lnTo>
                    <a:pt x="1099004" y="4143080"/>
                  </a:lnTo>
                  <a:lnTo>
                    <a:pt x="1099112" y="4143080"/>
                  </a:lnTo>
                  <a:lnTo>
                    <a:pt x="1099221" y="4143080"/>
                  </a:lnTo>
                  <a:lnTo>
                    <a:pt x="1099329" y="4143080"/>
                  </a:lnTo>
                  <a:lnTo>
                    <a:pt x="1099438" y="4143080"/>
                  </a:lnTo>
                  <a:lnTo>
                    <a:pt x="1099546" y="4143080"/>
                  </a:lnTo>
                  <a:lnTo>
                    <a:pt x="1099655" y="4143080"/>
                  </a:lnTo>
                  <a:lnTo>
                    <a:pt x="1099655" y="4142457"/>
                  </a:lnTo>
                  <a:lnTo>
                    <a:pt x="1099763" y="4142457"/>
                  </a:lnTo>
                  <a:lnTo>
                    <a:pt x="1099871" y="4142457"/>
                  </a:lnTo>
                  <a:lnTo>
                    <a:pt x="1099871" y="4141833"/>
                  </a:lnTo>
                  <a:lnTo>
                    <a:pt x="1099980" y="4141833"/>
                  </a:lnTo>
                  <a:lnTo>
                    <a:pt x="1100088" y="4141833"/>
                  </a:lnTo>
                  <a:lnTo>
                    <a:pt x="1100197" y="4141833"/>
                  </a:lnTo>
                  <a:lnTo>
                    <a:pt x="1100305" y="4141833"/>
                  </a:lnTo>
                  <a:lnTo>
                    <a:pt x="1100414" y="4141833"/>
                  </a:lnTo>
                  <a:lnTo>
                    <a:pt x="1100522" y="4141833"/>
                  </a:lnTo>
                  <a:lnTo>
                    <a:pt x="1100631" y="4141833"/>
                  </a:lnTo>
                  <a:lnTo>
                    <a:pt x="1100631" y="4141210"/>
                  </a:lnTo>
                  <a:lnTo>
                    <a:pt x="1100739" y="4141210"/>
                  </a:lnTo>
                  <a:lnTo>
                    <a:pt x="1100847" y="4141210"/>
                  </a:lnTo>
                  <a:lnTo>
                    <a:pt x="1100956" y="4141210"/>
                  </a:lnTo>
                  <a:lnTo>
                    <a:pt x="1101064" y="4141210"/>
                  </a:lnTo>
                  <a:lnTo>
                    <a:pt x="1101173" y="4141210"/>
                  </a:lnTo>
                  <a:lnTo>
                    <a:pt x="1101281" y="4141210"/>
                  </a:lnTo>
                  <a:lnTo>
                    <a:pt x="1101281" y="4140586"/>
                  </a:lnTo>
                  <a:lnTo>
                    <a:pt x="1101390" y="4140586"/>
                  </a:lnTo>
                  <a:lnTo>
                    <a:pt x="1101390" y="4139963"/>
                  </a:lnTo>
                  <a:lnTo>
                    <a:pt x="1101498" y="4139963"/>
                  </a:lnTo>
                  <a:lnTo>
                    <a:pt x="1101607" y="4139963"/>
                  </a:lnTo>
                  <a:lnTo>
                    <a:pt x="1101715" y="4139963"/>
                  </a:lnTo>
                  <a:lnTo>
                    <a:pt x="1101715" y="4139339"/>
                  </a:lnTo>
                  <a:lnTo>
                    <a:pt x="1101823" y="4139339"/>
                  </a:lnTo>
                  <a:lnTo>
                    <a:pt x="1101823" y="4138715"/>
                  </a:lnTo>
                  <a:lnTo>
                    <a:pt x="1101823" y="4138092"/>
                  </a:lnTo>
                  <a:lnTo>
                    <a:pt x="1101932" y="4138092"/>
                  </a:lnTo>
                  <a:lnTo>
                    <a:pt x="1101932" y="4137468"/>
                  </a:lnTo>
                  <a:lnTo>
                    <a:pt x="1102040" y="4137468"/>
                  </a:lnTo>
                  <a:lnTo>
                    <a:pt x="1102149" y="4137468"/>
                  </a:lnTo>
                  <a:lnTo>
                    <a:pt x="1102257" y="4137468"/>
                  </a:lnTo>
                  <a:lnTo>
                    <a:pt x="1102366" y="4137468"/>
                  </a:lnTo>
                  <a:lnTo>
                    <a:pt x="1102474" y="4137468"/>
                  </a:lnTo>
                  <a:lnTo>
                    <a:pt x="1102474" y="4136845"/>
                  </a:lnTo>
                  <a:lnTo>
                    <a:pt x="1102583" y="4136845"/>
                  </a:lnTo>
                  <a:lnTo>
                    <a:pt x="1102691" y="4136845"/>
                  </a:lnTo>
                  <a:lnTo>
                    <a:pt x="1102691" y="4136221"/>
                  </a:lnTo>
                  <a:lnTo>
                    <a:pt x="1102691" y="4135597"/>
                  </a:lnTo>
                  <a:lnTo>
                    <a:pt x="1102800" y="4135597"/>
                  </a:lnTo>
                  <a:lnTo>
                    <a:pt x="1102908" y="4135597"/>
                  </a:lnTo>
                  <a:lnTo>
                    <a:pt x="1102908" y="4134974"/>
                  </a:lnTo>
                  <a:lnTo>
                    <a:pt x="1103016" y="4134974"/>
                  </a:lnTo>
                  <a:lnTo>
                    <a:pt x="1103016" y="4134350"/>
                  </a:lnTo>
                  <a:lnTo>
                    <a:pt x="1103125" y="4134350"/>
                  </a:lnTo>
                  <a:lnTo>
                    <a:pt x="1103233" y="4134350"/>
                  </a:lnTo>
                  <a:lnTo>
                    <a:pt x="1103342" y="4134350"/>
                  </a:lnTo>
                  <a:lnTo>
                    <a:pt x="1103450" y="4134350"/>
                  </a:lnTo>
                  <a:lnTo>
                    <a:pt x="1103450" y="4133727"/>
                  </a:lnTo>
                  <a:lnTo>
                    <a:pt x="1103559" y="4133727"/>
                  </a:lnTo>
                  <a:lnTo>
                    <a:pt x="1103667" y="4133727"/>
                  </a:lnTo>
                  <a:lnTo>
                    <a:pt x="1103776" y="4133727"/>
                  </a:lnTo>
                  <a:lnTo>
                    <a:pt x="1103884" y="4133727"/>
                  </a:lnTo>
                  <a:lnTo>
                    <a:pt x="1103884" y="4133103"/>
                  </a:lnTo>
                  <a:lnTo>
                    <a:pt x="1103992" y="4133103"/>
                  </a:lnTo>
                  <a:lnTo>
                    <a:pt x="1104101" y="4133103"/>
                  </a:lnTo>
                  <a:lnTo>
                    <a:pt x="1104209" y="4133103"/>
                  </a:lnTo>
                  <a:lnTo>
                    <a:pt x="1104318" y="4133103"/>
                  </a:lnTo>
                  <a:lnTo>
                    <a:pt x="1104318" y="4132480"/>
                  </a:lnTo>
                  <a:lnTo>
                    <a:pt x="1104426" y="4132480"/>
                  </a:lnTo>
                  <a:lnTo>
                    <a:pt x="1104426" y="4131856"/>
                  </a:lnTo>
                  <a:lnTo>
                    <a:pt x="1104426" y="4131232"/>
                  </a:lnTo>
                  <a:lnTo>
                    <a:pt x="1104426" y="4130609"/>
                  </a:lnTo>
                  <a:lnTo>
                    <a:pt x="1104535" y="4130609"/>
                  </a:lnTo>
                  <a:lnTo>
                    <a:pt x="1104643" y="4130609"/>
                  </a:lnTo>
                  <a:lnTo>
                    <a:pt x="1104752" y="4130609"/>
                  </a:lnTo>
                  <a:lnTo>
                    <a:pt x="1104860" y="4130609"/>
                  </a:lnTo>
                  <a:lnTo>
                    <a:pt x="1104968" y="4130609"/>
                  </a:lnTo>
                  <a:lnTo>
                    <a:pt x="1105077" y="4130609"/>
                  </a:lnTo>
                  <a:lnTo>
                    <a:pt x="1105185" y="4130609"/>
                  </a:lnTo>
                  <a:lnTo>
                    <a:pt x="1105185" y="4129985"/>
                  </a:lnTo>
                  <a:lnTo>
                    <a:pt x="1105185" y="4129362"/>
                  </a:lnTo>
                  <a:lnTo>
                    <a:pt x="1105185" y="4128738"/>
                  </a:lnTo>
                  <a:lnTo>
                    <a:pt x="1105294" y="4128738"/>
                  </a:lnTo>
                  <a:lnTo>
                    <a:pt x="1105402" y="4128738"/>
                  </a:lnTo>
                  <a:lnTo>
                    <a:pt x="1105511" y="4128738"/>
                  </a:lnTo>
                  <a:lnTo>
                    <a:pt x="1105619" y="4128738"/>
                  </a:lnTo>
                  <a:lnTo>
                    <a:pt x="1105728" y="4128738"/>
                  </a:lnTo>
                  <a:lnTo>
                    <a:pt x="1105728" y="4128114"/>
                  </a:lnTo>
                  <a:lnTo>
                    <a:pt x="1105836" y="4128114"/>
                  </a:lnTo>
                  <a:lnTo>
                    <a:pt x="1105836" y="4127491"/>
                  </a:lnTo>
                  <a:lnTo>
                    <a:pt x="1105944" y="4127491"/>
                  </a:lnTo>
                  <a:lnTo>
                    <a:pt x="1106053" y="4127491"/>
                  </a:lnTo>
                  <a:lnTo>
                    <a:pt x="1106161" y="4127491"/>
                  </a:lnTo>
                  <a:lnTo>
                    <a:pt x="1106161" y="4126867"/>
                  </a:lnTo>
                  <a:lnTo>
                    <a:pt x="1106270" y="4126867"/>
                  </a:lnTo>
                  <a:lnTo>
                    <a:pt x="1106378" y="4126867"/>
                  </a:lnTo>
                  <a:lnTo>
                    <a:pt x="1106487" y="4126867"/>
                  </a:lnTo>
                  <a:lnTo>
                    <a:pt x="1106595" y="4126867"/>
                  </a:lnTo>
                  <a:lnTo>
                    <a:pt x="1106704" y="4126867"/>
                  </a:lnTo>
                  <a:lnTo>
                    <a:pt x="1106704" y="4126244"/>
                  </a:lnTo>
                  <a:lnTo>
                    <a:pt x="1106704" y="4125620"/>
                  </a:lnTo>
                  <a:lnTo>
                    <a:pt x="1106812" y="4125620"/>
                  </a:lnTo>
                  <a:lnTo>
                    <a:pt x="1106921" y="4125620"/>
                  </a:lnTo>
                  <a:lnTo>
                    <a:pt x="1107029" y="4125620"/>
                  </a:lnTo>
                  <a:lnTo>
                    <a:pt x="1107029" y="4124997"/>
                  </a:lnTo>
                  <a:lnTo>
                    <a:pt x="1107137" y="4124997"/>
                  </a:lnTo>
                  <a:lnTo>
                    <a:pt x="1107137" y="4124373"/>
                  </a:lnTo>
                  <a:lnTo>
                    <a:pt x="1107246" y="4124373"/>
                  </a:lnTo>
                  <a:lnTo>
                    <a:pt x="1107354" y="4124373"/>
                  </a:lnTo>
                  <a:lnTo>
                    <a:pt x="1107354" y="4123749"/>
                  </a:lnTo>
                  <a:lnTo>
                    <a:pt x="1107463" y="4123749"/>
                  </a:lnTo>
                  <a:lnTo>
                    <a:pt x="1107571" y="4123749"/>
                  </a:lnTo>
                  <a:lnTo>
                    <a:pt x="1107680" y="4123749"/>
                  </a:lnTo>
                  <a:lnTo>
                    <a:pt x="1107788" y="4123749"/>
                  </a:lnTo>
                  <a:lnTo>
                    <a:pt x="1107788" y="4123126"/>
                  </a:lnTo>
                  <a:lnTo>
                    <a:pt x="1107897" y="4123126"/>
                  </a:lnTo>
                  <a:lnTo>
                    <a:pt x="1108005" y="4123126"/>
                  </a:lnTo>
                  <a:lnTo>
                    <a:pt x="1108005" y="4122502"/>
                  </a:lnTo>
                  <a:lnTo>
                    <a:pt x="1108113" y="4122502"/>
                  </a:lnTo>
                  <a:lnTo>
                    <a:pt x="1108113" y="4121879"/>
                  </a:lnTo>
                  <a:lnTo>
                    <a:pt x="1108222" y="4121879"/>
                  </a:lnTo>
                  <a:lnTo>
                    <a:pt x="1108330" y="4121879"/>
                  </a:lnTo>
                  <a:lnTo>
                    <a:pt x="1108330" y="4121255"/>
                  </a:lnTo>
                  <a:lnTo>
                    <a:pt x="1108439" y="4121255"/>
                  </a:lnTo>
                  <a:lnTo>
                    <a:pt x="1108547" y="4121255"/>
                  </a:lnTo>
                  <a:lnTo>
                    <a:pt x="1108656" y="4121255"/>
                  </a:lnTo>
                  <a:lnTo>
                    <a:pt x="1108764" y="4121255"/>
                  </a:lnTo>
                  <a:lnTo>
                    <a:pt x="1108873" y="4121255"/>
                  </a:lnTo>
                  <a:lnTo>
                    <a:pt x="1108873" y="4120631"/>
                  </a:lnTo>
                  <a:lnTo>
                    <a:pt x="1108981" y="4120631"/>
                  </a:lnTo>
                  <a:lnTo>
                    <a:pt x="1109089" y="4120631"/>
                  </a:lnTo>
                  <a:lnTo>
                    <a:pt x="1109089" y="4120008"/>
                  </a:lnTo>
                  <a:lnTo>
                    <a:pt x="1109198" y="4120008"/>
                  </a:lnTo>
                  <a:lnTo>
                    <a:pt x="1109306" y="4120008"/>
                  </a:lnTo>
                  <a:lnTo>
                    <a:pt x="1109306" y="4119384"/>
                  </a:lnTo>
                  <a:lnTo>
                    <a:pt x="1109415" y="4119384"/>
                  </a:lnTo>
                  <a:lnTo>
                    <a:pt x="1109415" y="4118761"/>
                  </a:lnTo>
                  <a:lnTo>
                    <a:pt x="1109523" y="4118761"/>
                  </a:lnTo>
                  <a:lnTo>
                    <a:pt x="1109632" y="4118761"/>
                  </a:lnTo>
                  <a:lnTo>
                    <a:pt x="1109740" y="4118761"/>
                  </a:lnTo>
                  <a:lnTo>
                    <a:pt x="1109740" y="4118137"/>
                  </a:lnTo>
                  <a:lnTo>
                    <a:pt x="1109849" y="4118137"/>
                  </a:lnTo>
                  <a:lnTo>
                    <a:pt x="1109957" y="4118137"/>
                  </a:lnTo>
                  <a:lnTo>
                    <a:pt x="1110065" y="4118137"/>
                  </a:lnTo>
                  <a:lnTo>
                    <a:pt x="1110174" y="4118137"/>
                  </a:lnTo>
                  <a:lnTo>
                    <a:pt x="1110174" y="4117514"/>
                  </a:lnTo>
                  <a:lnTo>
                    <a:pt x="1110282" y="4117514"/>
                  </a:lnTo>
                  <a:lnTo>
                    <a:pt x="1110282" y="4116890"/>
                  </a:lnTo>
                  <a:lnTo>
                    <a:pt x="1110391" y="4116890"/>
                  </a:lnTo>
                  <a:lnTo>
                    <a:pt x="1110499" y="4116890"/>
                  </a:lnTo>
                  <a:lnTo>
                    <a:pt x="1110608" y="4116890"/>
                  </a:lnTo>
                  <a:lnTo>
                    <a:pt x="1110716" y="4116890"/>
                  </a:lnTo>
                  <a:lnTo>
                    <a:pt x="1110825" y="4116890"/>
                  </a:lnTo>
                  <a:lnTo>
                    <a:pt x="1110933" y="4116890"/>
                  </a:lnTo>
                  <a:lnTo>
                    <a:pt x="1111042" y="4116890"/>
                  </a:lnTo>
                  <a:lnTo>
                    <a:pt x="1111150" y="4116890"/>
                  </a:lnTo>
                  <a:lnTo>
                    <a:pt x="1111258" y="4116890"/>
                  </a:lnTo>
                  <a:lnTo>
                    <a:pt x="1111258" y="4116266"/>
                  </a:lnTo>
                  <a:lnTo>
                    <a:pt x="1111258" y="4115643"/>
                  </a:lnTo>
                  <a:lnTo>
                    <a:pt x="1111367" y="4115643"/>
                  </a:lnTo>
                  <a:lnTo>
                    <a:pt x="1111475" y="4115643"/>
                  </a:lnTo>
                  <a:lnTo>
                    <a:pt x="1111584" y="4115643"/>
                  </a:lnTo>
                  <a:lnTo>
                    <a:pt x="1111584" y="4115019"/>
                  </a:lnTo>
                  <a:lnTo>
                    <a:pt x="1111584" y="4114396"/>
                  </a:lnTo>
                  <a:lnTo>
                    <a:pt x="1111692" y="4114396"/>
                  </a:lnTo>
                  <a:lnTo>
                    <a:pt x="1111801" y="4114396"/>
                  </a:lnTo>
                  <a:lnTo>
                    <a:pt x="1111909" y="4114396"/>
                  </a:lnTo>
                  <a:lnTo>
                    <a:pt x="1112018" y="4114396"/>
                  </a:lnTo>
                  <a:lnTo>
                    <a:pt x="1112018" y="4113772"/>
                  </a:lnTo>
                  <a:lnTo>
                    <a:pt x="1112126" y="4113772"/>
                  </a:lnTo>
                  <a:lnTo>
                    <a:pt x="1112126" y="4113148"/>
                  </a:lnTo>
                  <a:lnTo>
                    <a:pt x="1112234" y="4113148"/>
                  </a:lnTo>
                  <a:lnTo>
                    <a:pt x="1112343" y="4113148"/>
                  </a:lnTo>
                  <a:lnTo>
                    <a:pt x="1112343" y="4112525"/>
                  </a:lnTo>
                  <a:lnTo>
                    <a:pt x="1112451" y="4112525"/>
                  </a:lnTo>
                  <a:lnTo>
                    <a:pt x="1112451" y="4111901"/>
                  </a:lnTo>
                  <a:lnTo>
                    <a:pt x="1112560" y="4111901"/>
                  </a:lnTo>
                  <a:lnTo>
                    <a:pt x="1112668" y="4111901"/>
                  </a:lnTo>
                  <a:lnTo>
                    <a:pt x="1112777" y="4111901"/>
                  </a:lnTo>
                  <a:lnTo>
                    <a:pt x="1112885" y="4111901"/>
                  </a:lnTo>
                  <a:lnTo>
                    <a:pt x="1112885" y="4111278"/>
                  </a:lnTo>
                  <a:lnTo>
                    <a:pt x="1112994" y="4111278"/>
                  </a:lnTo>
                  <a:lnTo>
                    <a:pt x="1113102" y="4111278"/>
                  </a:lnTo>
                  <a:lnTo>
                    <a:pt x="1113102" y="4110654"/>
                  </a:lnTo>
                  <a:lnTo>
                    <a:pt x="1113210" y="4110654"/>
                  </a:lnTo>
                  <a:lnTo>
                    <a:pt x="1113319" y="4110654"/>
                  </a:lnTo>
                  <a:lnTo>
                    <a:pt x="1113427" y="4110654"/>
                  </a:lnTo>
                  <a:lnTo>
                    <a:pt x="1113536" y="4110654"/>
                  </a:lnTo>
                  <a:lnTo>
                    <a:pt x="1113644" y="4110654"/>
                  </a:lnTo>
                  <a:lnTo>
                    <a:pt x="1113753" y="4110654"/>
                  </a:lnTo>
                  <a:lnTo>
                    <a:pt x="1113861" y="4110654"/>
                  </a:lnTo>
                  <a:lnTo>
                    <a:pt x="1113970" y="4110654"/>
                  </a:lnTo>
                  <a:lnTo>
                    <a:pt x="1114078" y="4110654"/>
                  </a:lnTo>
                  <a:lnTo>
                    <a:pt x="1114186" y="4110654"/>
                  </a:lnTo>
                  <a:lnTo>
                    <a:pt x="1114295" y="4110654"/>
                  </a:lnTo>
                  <a:lnTo>
                    <a:pt x="1114403" y="4110654"/>
                  </a:lnTo>
                  <a:lnTo>
                    <a:pt x="1114512" y="4110654"/>
                  </a:lnTo>
                  <a:lnTo>
                    <a:pt x="1114620" y="4110654"/>
                  </a:lnTo>
                  <a:lnTo>
                    <a:pt x="1114620" y="4110031"/>
                  </a:lnTo>
                  <a:lnTo>
                    <a:pt x="1114620" y="4109407"/>
                  </a:lnTo>
                  <a:lnTo>
                    <a:pt x="1114620" y="4108783"/>
                  </a:lnTo>
                  <a:lnTo>
                    <a:pt x="1114729" y="4108783"/>
                  </a:lnTo>
                  <a:lnTo>
                    <a:pt x="1114837" y="4108783"/>
                  </a:lnTo>
                  <a:lnTo>
                    <a:pt x="1114946" y="4108783"/>
                  </a:lnTo>
                  <a:lnTo>
                    <a:pt x="1114946" y="4108160"/>
                  </a:lnTo>
                  <a:lnTo>
                    <a:pt x="1115054" y="4108160"/>
                  </a:lnTo>
                  <a:lnTo>
                    <a:pt x="1115163" y="4108160"/>
                  </a:lnTo>
                  <a:lnTo>
                    <a:pt x="1115271" y="4108160"/>
                  </a:lnTo>
                  <a:lnTo>
                    <a:pt x="1115379" y="4108160"/>
                  </a:lnTo>
                  <a:lnTo>
                    <a:pt x="1115379" y="4107536"/>
                  </a:lnTo>
                  <a:lnTo>
                    <a:pt x="1115488" y="4107536"/>
                  </a:lnTo>
                  <a:lnTo>
                    <a:pt x="1115596" y="4107536"/>
                  </a:lnTo>
                  <a:lnTo>
                    <a:pt x="1115705" y="4107536"/>
                  </a:lnTo>
                  <a:lnTo>
                    <a:pt x="1115813" y="4107536"/>
                  </a:lnTo>
                  <a:lnTo>
                    <a:pt x="1115813" y="4106913"/>
                  </a:lnTo>
                  <a:lnTo>
                    <a:pt x="1115922" y="4106913"/>
                  </a:lnTo>
                  <a:lnTo>
                    <a:pt x="1116030" y="4106913"/>
                  </a:lnTo>
                  <a:lnTo>
                    <a:pt x="1116139" y="4106913"/>
                  </a:lnTo>
                  <a:lnTo>
                    <a:pt x="1116247" y="4106913"/>
                  </a:lnTo>
                  <a:lnTo>
                    <a:pt x="1116355" y="4106913"/>
                  </a:lnTo>
                  <a:lnTo>
                    <a:pt x="1116464" y="4106913"/>
                  </a:lnTo>
                  <a:lnTo>
                    <a:pt x="1116572" y="4106913"/>
                  </a:lnTo>
                  <a:lnTo>
                    <a:pt x="1116572" y="4106289"/>
                  </a:lnTo>
                  <a:lnTo>
                    <a:pt x="1116681" y="4106289"/>
                  </a:lnTo>
                  <a:lnTo>
                    <a:pt x="1116789" y="4106289"/>
                  </a:lnTo>
                  <a:lnTo>
                    <a:pt x="1116898" y="4106289"/>
                  </a:lnTo>
                  <a:lnTo>
                    <a:pt x="1117006" y="4106289"/>
                  </a:lnTo>
                  <a:lnTo>
                    <a:pt x="1117115" y="4106289"/>
                  </a:lnTo>
                  <a:lnTo>
                    <a:pt x="1117223" y="4106289"/>
                  </a:lnTo>
                  <a:lnTo>
                    <a:pt x="1117331" y="4106289"/>
                  </a:lnTo>
                  <a:lnTo>
                    <a:pt x="1117440" y="4106289"/>
                  </a:lnTo>
                  <a:lnTo>
                    <a:pt x="1117548" y="4106289"/>
                  </a:lnTo>
                  <a:lnTo>
                    <a:pt x="1117657" y="4106289"/>
                  </a:lnTo>
                  <a:lnTo>
                    <a:pt x="1117765" y="4106289"/>
                  </a:lnTo>
                  <a:lnTo>
                    <a:pt x="1117874" y="4106289"/>
                  </a:lnTo>
                  <a:lnTo>
                    <a:pt x="1117874" y="4105665"/>
                  </a:lnTo>
                  <a:lnTo>
                    <a:pt x="1117982" y="4105665"/>
                  </a:lnTo>
                  <a:lnTo>
                    <a:pt x="1117982" y="4105042"/>
                  </a:lnTo>
                  <a:lnTo>
                    <a:pt x="1117982" y="4104418"/>
                  </a:lnTo>
                  <a:lnTo>
                    <a:pt x="1118091" y="4104418"/>
                  </a:lnTo>
                  <a:lnTo>
                    <a:pt x="1118091" y="4103795"/>
                  </a:lnTo>
                  <a:lnTo>
                    <a:pt x="1118091" y="4103171"/>
                  </a:lnTo>
                  <a:lnTo>
                    <a:pt x="1118199" y="4103171"/>
                  </a:lnTo>
                  <a:lnTo>
                    <a:pt x="1118307" y="4103171"/>
                  </a:lnTo>
                  <a:lnTo>
                    <a:pt x="1118416" y="4103171"/>
                  </a:lnTo>
                  <a:lnTo>
                    <a:pt x="1118524" y="4103171"/>
                  </a:lnTo>
                  <a:lnTo>
                    <a:pt x="1118633" y="4103171"/>
                  </a:lnTo>
                  <a:lnTo>
                    <a:pt x="1118741" y="4103171"/>
                  </a:lnTo>
                  <a:lnTo>
                    <a:pt x="1118850" y="4103171"/>
                  </a:lnTo>
                  <a:lnTo>
                    <a:pt x="1118958" y="4103171"/>
                  </a:lnTo>
                  <a:lnTo>
                    <a:pt x="1118958" y="4102548"/>
                  </a:lnTo>
                  <a:lnTo>
                    <a:pt x="1119067" y="4102548"/>
                  </a:lnTo>
                  <a:lnTo>
                    <a:pt x="1119175" y="4102548"/>
                  </a:lnTo>
                  <a:lnTo>
                    <a:pt x="1119284" y="4102548"/>
                  </a:lnTo>
                  <a:lnTo>
                    <a:pt x="1119392" y="4102548"/>
                  </a:lnTo>
                  <a:lnTo>
                    <a:pt x="1119500" y="4102548"/>
                  </a:lnTo>
                  <a:lnTo>
                    <a:pt x="1119609" y="4102548"/>
                  </a:lnTo>
                  <a:lnTo>
                    <a:pt x="1119717" y="4102548"/>
                  </a:lnTo>
                  <a:lnTo>
                    <a:pt x="1119826" y="4102548"/>
                  </a:lnTo>
                  <a:lnTo>
                    <a:pt x="1119934" y="4102548"/>
                  </a:lnTo>
                  <a:lnTo>
                    <a:pt x="1120043" y="4102548"/>
                  </a:lnTo>
                  <a:lnTo>
                    <a:pt x="1120151" y="4102548"/>
                  </a:lnTo>
                  <a:lnTo>
                    <a:pt x="1120260" y="4102548"/>
                  </a:lnTo>
                  <a:lnTo>
                    <a:pt x="1120368" y="4102548"/>
                  </a:lnTo>
                  <a:lnTo>
                    <a:pt x="1120476" y="4102548"/>
                  </a:lnTo>
                  <a:lnTo>
                    <a:pt x="1120585" y="4102548"/>
                  </a:lnTo>
                  <a:lnTo>
                    <a:pt x="1120693" y="4102548"/>
                  </a:lnTo>
                  <a:lnTo>
                    <a:pt x="1120802" y="4102548"/>
                  </a:lnTo>
                  <a:lnTo>
                    <a:pt x="1120910" y="4102548"/>
                  </a:lnTo>
                  <a:lnTo>
                    <a:pt x="1121019" y="4102548"/>
                  </a:lnTo>
                  <a:lnTo>
                    <a:pt x="1121127" y="4102548"/>
                  </a:lnTo>
                  <a:lnTo>
                    <a:pt x="1121236" y="4102548"/>
                  </a:lnTo>
                  <a:lnTo>
                    <a:pt x="1121344" y="4102548"/>
                  </a:lnTo>
                  <a:lnTo>
                    <a:pt x="1121452" y="4102548"/>
                  </a:lnTo>
                  <a:lnTo>
                    <a:pt x="1121561" y="4102548"/>
                  </a:lnTo>
                  <a:lnTo>
                    <a:pt x="1121669" y="4102548"/>
                  </a:lnTo>
                  <a:lnTo>
                    <a:pt x="1121778" y="4102548"/>
                  </a:lnTo>
                  <a:lnTo>
                    <a:pt x="1121778" y="4101924"/>
                  </a:lnTo>
                  <a:lnTo>
                    <a:pt x="1121886" y="4101924"/>
                  </a:lnTo>
                  <a:lnTo>
                    <a:pt x="1121995" y="4101924"/>
                  </a:lnTo>
                  <a:lnTo>
                    <a:pt x="1121995" y="4101300"/>
                  </a:lnTo>
                  <a:lnTo>
                    <a:pt x="1122103" y="4101300"/>
                  </a:lnTo>
                  <a:lnTo>
                    <a:pt x="1122212" y="4101300"/>
                  </a:lnTo>
                  <a:lnTo>
                    <a:pt x="1122212" y="4100677"/>
                  </a:lnTo>
                  <a:lnTo>
                    <a:pt x="1122320" y="4100677"/>
                  </a:lnTo>
                  <a:lnTo>
                    <a:pt x="1122428" y="4100677"/>
                  </a:lnTo>
                  <a:lnTo>
                    <a:pt x="1122537" y="4100677"/>
                  </a:lnTo>
                  <a:lnTo>
                    <a:pt x="1122645" y="4100677"/>
                  </a:lnTo>
                  <a:lnTo>
                    <a:pt x="1122645" y="4100053"/>
                  </a:lnTo>
                  <a:lnTo>
                    <a:pt x="1122754" y="4100053"/>
                  </a:lnTo>
                  <a:lnTo>
                    <a:pt x="1122754" y="4099430"/>
                  </a:lnTo>
                  <a:lnTo>
                    <a:pt x="1122862" y="4099430"/>
                  </a:lnTo>
                  <a:lnTo>
                    <a:pt x="1122971" y="4099430"/>
                  </a:lnTo>
                  <a:lnTo>
                    <a:pt x="1123079" y="4099430"/>
                  </a:lnTo>
                  <a:lnTo>
                    <a:pt x="1123188" y="4099430"/>
                  </a:lnTo>
                  <a:lnTo>
                    <a:pt x="1123188" y="4098806"/>
                  </a:lnTo>
                  <a:lnTo>
                    <a:pt x="1123296" y="4098806"/>
                  </a:lnTo>
                  <a:lnTo>
                    <a:pt x="1123405" y="4098806"/>
                  </a:lnTo>
                  <a:lnTo>
                    <a:pt x="1123405" y="4098183"/>
                  </a:lnTo>
                  <a:lnTo>
                    <a:pt x="1123405" y="4097559"/>
                  </a:lnTo>
                  <a:lnTo>
                    <a:pt x="1123513" y="4097559"/>
                  </a:lnTo>
                  <a:lnTo>
                    <a:pt x="1123513" y="4096935"/>
                  </a:lnTo>
                  <a:lnTo>
                    <a:pt x="1123513" y="4096312"/>
                  </a:lnTo>
                  <a:lnTo>
                    <a:pt x="1123621" y="4096312"/>
                  </a:lnTo>
                  <a:lnTo>
                    <a:pt x="1123621" y="4095688"/>
                  </a:lnTo>
                  <a:lnTo>
                    <a:pt x="1123730" y="4095688"/>
                  </a:lnTo>
                  <a:lnTo>
                    <a:pt x="1123838" y="4095688"/>
                  </a:lnTo>
                  <a:lnTo>
                    <a:pt x="1123947" y="4095688"/>
                  </a:lnTo>
                  <a:lnTo>
                    <a:pt x="1124055" y="4095688"/>
                  </a:lnTo>
                  <a:lnTo>
                    <a:pt x="1124164" y="4095688"/>
                  </a:lnTo>
                  <a:lnTo>
                    <a:pt x="1124164" y="4095065"/>
                  </a:lnTo>
                  <a:lnTo>
                    <a:pt x="1124164" y="4094441"/>
                  </a:lnTo>
                  <a:lnTo>
                    <a:pt x="1124272" y="4094441"/>
                  </a:lnTo>
                  <a:lnTo>
                    <a:pt x="1124381" y="4094441"/>
                  </a:lnTo>
                  <a:lnTo>
                    <a:pt x="1124489" y="4094441"/>
                  </a:lnTo>
                  <a:lnTo>
                    <a:pt x="1124597" y="4094441"/>
                  </a:lnTo>
                  <a:lnTo>
                    <a:pt x="1124706" y="4094441"/>
                  </a:lnTo>
                  <a:lnTo>
                    <a:pt x="1124814" y="4094441"/>
                  </a:lnTo>
                  <a:lnTo>
                    <a:pt x="1124923" y="4094441"/>
                  </a:lnTo>
                  <a:lnTo>
                    <a:pt x="1125031" y="4094441"/>
                  </a:lnTo>
                  <a:lnTo>
                    <a:pt x="1125140" y="4094441"/>
                  </a:lnTo>
                  <a:lnTo>
                    <a:pt x="1125140" y="4093817"/>
                  </a:lnTo>
                  <a:lnTo>
                    <a:pt x="1125248" y="4093817"/>
                  </a:lnTo>
                  <a:lnTo>
                    <a:pt x="1125357" y="4093817"/>
                  </a:lnTo>
                  <a:lnTo>
                    <a:pt x="1125465" y="4093817"/>
                  </a:lnTo>
                  <a:lnTo>
                    <a:pt x="1125465" y="4093194"/>
                  </a:lnTo>
                  <a:lnTo>
                    <a:pt x="1125573" y="4093194"/>
                  </a:lnTo>
                  <a:lnTo>
                    <a:pt x="1125682" y="4093194"/>
                  </a:lnTo>
                  <a:lnTo>
                    <a:pt x="1125790" y="4093194"/>
                  </a:lnTo>
                  <a:lnTo>
                    <a:pt x="1125899" y="4093194"/>
                  </a:lnTo>
                  <a:lnTo>
                    <a:pt x="1125899" y="4092570"/>
                  </a:lnTo>
                  <a:lnTo>
                    <a:pt x="1126007" y="4092570"/>
                  </a:lnTo>
                  <a:lnTo>
                    <a:pt x="1126007" y="4091947"/>
                  </a:lnTo>
                  <a:lnTo>
                    <a:pt x="1126116" y="4091947"/>
                  </a:lnTo>
                  <a:lnTo>
                    <a:pt x="1126116" y="4091323"/>
                  </a:lnTo>
                  <a:lnTo>
                    <a:pt x="1126224" y="4091323"/>
                  </a:lnTo>
                  <a:lnTo>
                    <a:pt x="1126224" y="4090700"/>
                  </a:lnTo>
                  <a:lnTo>
                    <a:pt x="1126224" y="4090076"/>
                  </a:lnTo>
                  <a:lnTo>
                    <a:pt x="1126333" y="4090076"/>
                  </a:lnTo>
                  <a:lnTo>
                    <a:pt x="1126441" y="4090076"/>
                  </a:lnTo>
                  <a:lnTo>
                    <a:pt x="1126549" y="4090076"/>
                  </a:lnTo>
                  <a:lnTo>
                    <a:pt x="1126658" y="4090076"/>
                  </a:lnTo>
                  <a:lnTo>
                    <a:pt x="1126766" y="4090076"/>
                  </a:lnTo>
                  <a:lnTo>
                    <a:pt x="1126766" y="4089452"/>
                  </a:lnTo>
                  <a:lnTo>
                    <a:pt x="1126875" y="4089452"/>
                  </a:lnTo>
                  <a:lnTo>
                    <a:pt x="1126983" y="4089452"/>
                  </a:lnTo>
                  <a:lnTo>
                    <a:pt x="1126983" y="4088829"/>
                  </a:lnTo>
                  <a:lnTo>
                    <a:pt x="1127092" y="4088829"/>
                  </a:lnTo>
                  <a:lnTo>
                    <a:pt x="1127200" y="4088829"/>
                  </a:lnTo>
                  <a:lnTo>
                    <a:pt x="1127309" y="4088829"/>
                  </a:lnTo>
                  <a:lnTo>
                    <a:pt x="1127417" y="4088829"/>
                  </a:lnTo>
                  <a:lnTo>
                    <a:pt x="1127525" y="4088829"/>
                  </a:lnTo>
                  <a:lnTo>
                    <a:pt x="1127634" y="4088829"/>
                  </a:lnTo>
                  <a:lnTo>
                    <a:pt x="1127742" y="4088829"/>
                  </a:lnTo>
                  <a:lnTo>
                    <a:pt x="1127851" y="4088829"/>
                  </a:lnTo>
                  <a:lnTo>
                    <a:pt x="1127959" y="4088829"/>
                  </a:lnTo>
                  <a:lnTo>
                    <a:pt x="1127959" y="4088205"/>
                  </a:lnTo>
                  <a:lnTo>
                    <a:pt x="1128068" y="4088205"/>
                  </a:lnTo>
                  <a:lnTo>
                    <a:pt x="1128068" y="4087582"/>
                  </a:lnTo>
                  <a:lnTo>
                    <a:pt x="1128176" y="4087582"/>
                  </a:lnTo>
                  <a:lnTo>
                    <a:pt x="1128285" y="4087582"/>
                  </a:lnTo>
                  <a:lnTo>
                    <a:pt x="1128393" y="4087582"/>
                  </a:lnTo>
                  <a:lnTo>
                    <a:pt x="1128502" y="4087582"/>
                  </a:lnTo>
                  <a:lnTo>
                    <a:pt x="1128610" y="4087582"/>
                  </a:lnTo>
                  <a:lnTo>
                    <a:pt x="1128610" y="4086958"/>
                  </a:lnTo>
                  <a:lnTo>
                    <a:pt x="1128718" y="4086958"/>
                  </a:lnTo>
                  <a:lnTo>
                    <a:pt x="1128827" y="4086958"/>
                  </a:lnTo>
                  <a:lnTo>
                    <a:pt x="1128827" y="4086334"/>
                  </a:lnTo>
                  <a:lnTo>
                    <a:pt x="1128827" y="4085711"/>
                  </a:lnTo>
                  <a:lnTo>
                    <a:pt x="1128935" y="4085711"/>
                  </a:lnTo>
                  <a:lnTo>
                    <a:pt x="1129044" y="4085711"/>
                  </a:lnTo>
                  <a:lnTo>
                    <a:pt x="1129152" y="4085711"/>
                  </a:lnTo>
                  <a:lnTo>
                    <a:pt x="1129152" y="4085087"/>
                  </a:lnTo>
                  <a:lnTo>
                    <a:pt x="1129152" y="4084464"/>
                  </a:lnTo>
                  <a:lnTo>
                    <a:pt x="1129261" y="4084464"/>
                  </a:lnTo>
                  <a:lnTo>
                    <a:pt x="1129369" y="4084464"/>
                  </a:lnTo>
                  <a:lnTo>
                    <a:pt x="1129478" y="4084464"/>
                  </a:lnTo>
                  <a:lnTo>
                    <a:pt x="1129586" y="4084464"/>
                  </a:lnTo>
                  <a:lnTo>
                    <a:pt x="1129586" y="4083840"/>
                  </a:lnTo>
                  <a:lnTo>
                    <a:pt x="1129694" y="4083840"/>
                  </a:lnTo>
                  <a:lnTo>
                    <a:pt x="1129694" y="4083217"/>
                  </a:lnTo>
                  <a:lnTo>
                    <a:pt x="1129803" y="4083217"/>
                  </a:lnTo>
                  <a:lnTo>
                    <a:pt x="1129803" y="4082593"/>
                  </a:lnTo>
                  <a:lnTo>
                    <a:pt x="1129803" y="4081969"/>
                  </a:lnTo>
                  <a:lnTo>
                    <a:pt x="1129911" y="4081969"/>
                  </a:lnTo>
                  <a:lnTo>
                    <a:pt x="1130020" y="4081969"/>
                  </a:lnTo>
                  <a:lnTo>
                    <a:pt x="1130020" y="4081346"/>
                  </a:lnTo>
                  <a:lnTo>
                    <a:pt x="1130128" y="4081346"/>
                  </a:lnTo>
                  <a:lnTo>
                    <a:pt x="1130237" y="4081346"/>
                  </a:lnTo>
                  <a:lnTo>
                    <a:pt x="1130345" y="4081346"/>
                  </a:lnTo>
                  <a:lnTo>
                    <a:pt x="1130454" y="4081346"/>
                  </a:lnTo>
                  <a:lnTo>
                    <a:pt x="1130562" y="4081346"/>
                  </a:lnTo>
                  <a:lnTo>
                    <a:pt x="1130562" y="4080722"/>
                  </a:lnTo>
                  <a:lnTo>
                    <a:pt x="1130670" y="4080722"/>
                  </a:lnTo>
                  <a:lnTo>
                    <a:pt x="1130670" y="4080099"/>
                  </a:lnTo>
                  <a:lnTo>
                    <a:pt x="1130779" y="4080099"/>
                  </a:lnTo>
                  <a:lnTo>
                    <a:pt x="1130779" y="4079475"/>
                  </a:lnTo>
                  <a:lnTo>
                    <a:pt x="1130887" y="4079475"/>
                  </a:lnTo>
                  <a:lnTo>
                    <a:pt x="1130887" y="4078851"/>
                  </a:lnTo>
                  <a:lnTo>
                    <a:pt x="1130996" y="4078851"/>
                  </a:lnTo>
                  <a:lnTo>
                    <a:pt x="1131104" y="4078851"/>
                  </a:lnTo>
                  <a:lnTo>
                    <a:pt x="1131213" y="4078851"/>
                  </a:lnTo>
                  <a:lnTo>
                    <a:pt x="1131321" y="4078851"/>
                  </a:lnTo>
                  <a:lnTo>
                    <a:pt x="1131430" y="4078851"/>
                  </a:lnTo>
                  <a:lnTo>
                    <a:pt x="1131538" y="4078851"/>
                  </a:lnTo>
                  <a:lnTo>
                    <a:pt x="1131646" y="4078851"/>
                  </a:lnTo>
                  <a:lnTo>
                    <a:pt x="1131755" y="4078851"/>
                  </a:lnTo>
                  <a:lnTo>
                    <a:pt x="1131755" y="4078228"/>
                  </a:lnTo>
                  <a:lnTo>
                    <a:pt x="1131863" y="4078228"/>
                  </a:lnTo>
                  <a:lnTo>
                    <a:pt x="1131972" y="4078228"/>
                  </a:lnTo>
                  <a:lnTo>
                    <a:pt x="1131972" y="4077604"/>
                  </a:lnTo>
                  <a:lnTo>
                    <a:pt x="1131972" y="4076981"/>
                  </a:lnTo>
                  <a:lnTo>
                    <a:pt x="1132080" y="4076981"/>
                  </a:lnTo>
                  <a:lnTo>
                    <a:pt x="1132189" y="4076981"/>
                  </a:lnTo>
                  <a:lnTo>
                    <a:pt x="1132297" y="4076981"/>
                  </a:lnTo>
                  <a:lnTo>
                    <a:pt x="1132406" y="4076981"/>
                  </a:lnTo>
                  <a:lnTo>
                    <a:pt x="1132406" y="4076357"/>
                  </a:lnTo>
                  <a:lnTo>
                    <a:pt x="1132514" y="4076357"/>
                  </a:lnTo>
                  <a:lnTo>
                    <a:pt x="1132623" y="4076357"/>
                  </a:lnTo>
                  <a:lnTo>
                    <a:pt x="1132731" y="4076357"/>
                  </a:lnTo>
                  <a:lnTo>
                    <a:pt x="1132839" y="4076357"/>
                  </a:lnTo>
                  <a:lnTo>
                    <a:pt x="1132948" y="4076357"/>
                  </a:lnTo>
                  <a:lnTo>
                    <a:pt x="1133056" y="4076357"/>
                  </a:lnTo>
                  <a:lnTo>
                    <a:pt x="1133165" y="4076357"/>
                  </a:lnTo>
                  <a:lnTo>
                    <a:pt x="1133273" y="4076357"/>
                  </a:lnTo>
                  <a:lnTo>
                    <a:pt x="1133382" y="4076357"/>
                  </a:lnTo>
                  <a:lnTo>
                    <a:pt x="1133490" y="4076357"/>
                  </a:lnTo>
                  <a:lnTo>
                    <a:pt x="1133599" y="4076357"/>
                  </a:lnTo>
                  <a:lnTo>
                    <a:pt x="1133707" y="4076357"/>
                  </a:lnTo>
                  <a:lnTo>
                    <a:pt x="1133815" y="4076357"/>
                  </a:lnTo>
                  <a:lnTo>
                    <a:pt x="1133924" y="4076357"/>
                  </a:lnTo>
                  <a:lnTo>
                    <a:pt x="1134032" y="4076357"/>
                  </a:lnTo>
                  <a:lnTo>
                    <a:pt x="1134141" y="4076357"/>
                  </a:lnTo>
                  <a:lnTo>
                    <a:pt x="1134249" y="4076357"/>
                  </a:lnTo>
                  <a:lnTo>
                    <a:pt x="1134358" y="4076357"/>
                  </a:lnTo>
                  <a:lnTo>
                    <a:pt x="1134466" y="4076357"/>
                  </a:lnTo>
                  <a:lnTo>
                    <a:pt x="1134466" y="4075734"/>
                  </a:lnTo>
                  <a:lnTo>
                    <a:pt x="1134575" y="4075734"/>
                  </a:lnTo>
                  <a:lnTo>
                    <a:pt x="1134575" y="4075110"/>
                  </a:lnTo>
                  <a:lnTo>
                    <a:pt x="1134683" y="4075110"/>
                  </a:lnTo>
                  <a:lnTo>
                    <a:pt x="1134683" y="4074486"/>
                  </a:lnTo>
                  <a:lnTo>
                    <a:pt x="1134791" y="4074486"/>
                  </a:lnTo>
                  <a:lnTo>
                    <a:pt x="1134900" y="4074486"/>
                  </a:lnTo>
                  <a:lnTo>
                    <a:pt x="1135008" y="4074486"/>
                  </a:lnTo>
                  <a:lnTo>
                    <a:pt x="1135117" y="4074486"/>
                  </a:lnTo>
                  <a:lnTo>
                    <a:pt x="1135225" y="4074486"/>
                  </a:lnTo>
                  <a:lnTo>
                    <a:pt x="1135334" y="4074486"/>
                  </a:lnTo>
                  <a:lnTo>
                    <a:pt x="1135442" y="4074486"/>
                  </a:lnTo>
                  <a:lnTo>
                    <a:pt x="1135551" y="4074486"/>
                  </a:lnTo>
                  <a:lnTo>
                    <a:pt x="1135659" y="4074486"/>
                  </a:lnTo>
                  <a:lnTo>
                    <a:pt x="1135659" y="4073863"/>
                  </a:lnTo>
                  <a:lnTo>
                    <a:pt x="1135767" y="4073863"/>
                  </a:lnTo>
                  <a:lnTo>
                    <a:pt x="1135876" y="4073863"/>
                  </a:lnTo>
                  <a:lnTo>
                    <a:pt x="1135984" y="4073863"/>
                  </a:lnTo>
                  <a:lnTo>
                    <a:pt x="1136093" y="4073863"/>
                  </a:lnTo>
                  <a:lnTo>
                    <a:pt x="1136201" y="4073863"/>
                  </a:lnTo>
                  <a:lnTo>
                    <a:pt x="1136310" y="4073863"/>
                  </a:lnTo>
                  <a:lnTo>
                    <a:pt x="1136418" y="4073863"/>
                  </a:lnTo>
                  <a:lnTo>
                    <a:pt x="1136418" y="4073239"/>
                  </a:lnTo>
                  <a:lnTo>
                    <a:pt x="1136527" y="4073239"/>
                  </a:lnTo>
                  <a:lnTo>
                    <a:pt x="1136527" y="4072616"/>
                  </a:lnTo>
                  <a:lnTo>
                    <a:pt x="1136635" y="4072616"/>
                  </a:lnTo>
                  <a:lnTo>
                    <a:pt x="1136744" y="4072616"/>
                  </a:lnTo>
                  <a:lnTo>
                    <a:pt x="1136852" y="4072616"/>
                  </a:lnTo>
                  <a:lnTo>
                    <a:pt x="1136852" y="4071992"/>
                  </a:lnTo>
                  <a:lnTo>
                    <a:pt x="1136960" y="4071992"/>
                  </a:lnTo>
                  <a:lnTo>
                    <a:pt x="1137069" y="4071992"/>
                  </a:lnTo>
                  <a:lnTo>
                    <a:pt x="1137177" y="4071992"/>
                  </a:lnTo>
                  <a:lnTo>
                    <a:pt x="1137177" y="4071368"/>
                  </a:lnTo>
                  <a:lnTo>
                    <a:pt x="1137286" y="4071368"/>
                  </a:lnTo>
                  <a:lnTo>
                    <a:pt x="1137394" y="4071368"/>
                  </a:lnTo>
                  <a:lnTo>
                    <a:pt x="1137503" y="4071368"/>
                  </a:lnTo>
                  <a:lnTo>
                    <a:pt x="1137611" y="4071368"/>
                  </a:lnTo>
                  <a:lnTo>
                    <a:pt x="1137720" y="4071368"/>
                  </a:lnTo>
                  <a:lnTo>
                    <a:pt x="1137720" y="4070745"/>
                  </a:lnTo>
                  <a:lnTo>
                    <a:pt x="1137720" y="4070121"/>
                  </a:lnTo>
                  <a:lnTo>
                    <a:pt x="1137828" y="4070121"/>
                  </a:lnTo>
                  <a:lnTo>
                    <a:pt x="1137828" y="4069498"/>
                  </a:lnTo>
                  <a:lnTo>
                    <a:pt x="1137936" y="4069498"/>
                  </a:lnTo>
                  <a:lnTo>
                    <a:pt x="1138045" y="4069498"/>
                  </a:lnTo>
                  <a:lnTo>
                    <a:pt x="1138153" y="4069498"/>
                  </a:lnTo>
                  <a:lnTo>
                    <a:pt x="1138262" y="4069498"/>
                  </a:lnTo>
                  <a:lnTo>
                    <a:pt x="1138262" y="4068874"/>
                  </a:lnTo>
                  <a:lnTo>
                    <a:pt x="1138262" y="4068251"/>
                  </a:lnTo>
                  <a:lnTo>
                    <a:pt x="1138370" y="4068251"/>
                  </a:lnTo>
                  <a:lnTo>
                    <a:pt x="1138479" y="4068251"/>
                  </a:lnTo>
                  <a:lnTo>
                    <a:pt x="1138587" y="4068251"/>
                  </a:lnTo>
                  <a:lnTo>
                    <a:pt x="1138696" y="4068251"/>
                  </a:lnTo>
                  <a:lnTo>
                    <a:pt x="1138804" y="4068251"/>
                  </a:lnTo>
                  <a:lnTo>
                    <a:pt x="1138804" y="4067627"/>
                  </a:lnTo>
                  <a:lnTo>
                    <a:pt x="1138912" y="4067627"/>
                  </a:lnTo>
                  <a:lnTo>
                    <a:pt x="1138912" y="4067003"/>
                  </a:lnTo>
                  <a:lnTo>
                    <a:pt x="1139021" y="4067003"/>
                  </a:lnTo>
                  <a:lnTo>
                    <a:pt x="1139129" y="4067003"/>
                  </a:lnTo>
                  <a:lnTo>
                    <a:pt x="1139238" y="4067003"/>
                  </a:lnTo>
                  <a:lnTo>
                    <a:pt x="1139346" y="4067003"/>
                  </a:lnTo>
                  <a:lnTo>
                    <a:pt x="1139455" y="4067003"/>
                  </a:lnTo>
                  <a:lnTo>
                    <a:pt x="1139563" y="4067003"/>
                  </a:lnTo>
                  <a:lnTo>
                    <a:pt x="1139672" y="4067003"/>
                  </a:lnTo>
                  <a:lnTo>
                    <a:pt x="1139780" y="4067003"/>
                  </a:lnTo>
                  <a:lnTo>
                    <a:pt x="1139888" y="4067003"/>
                  </a:lnTo>
                  <a:lnTo>
                    <a:pt x="1139997" y="4067003"/>
                  </a:lnTo>
                  <a:lnTo>
                    <a:pt x="1139997" y="4066380"/>
                  </a:lnTo>
                  <a:lnTo>
                    <a:pt x="1140105" y="4066380"/>
                  </a:lnTo>
                  <a:lnTo>
                    <a:pt x="1140214" y="4066380"/>
                  </a:lnTo>
                  <a:lnTo>
                    <a:pt x="1140214" y="4065756"/>
                  </a:lnTo>
                  <a:lnTo>
                    <a:pt x="1140214" y="4065133"/>
                  </a:lnTo>
                  <a:lnTo>
                    <a:pt x="1140322" y="4065133"/>
                  </a:lnTo>
                  <a:lnTo>
                    <a:pt x="1140431" y="4065133"/>
                  </a:lnTo>
                  <a:lnTo>
                    <a:pt x="1140539" y="4065133"/>
                  </a:lnTo>
                  <a:lnTo>
                    <a:pt x="1140539" y="4064509"/>
                  </a:lnTo>
                  <a:lnTo>
                    <a:pt x="1140648" y="4064509"/>
                  </a:lnTo>
                  <a:lnTo>
                    <a:pt x="1140756" y="4064509"/>
                  </a:lnTo>
                  <a:lnTo>
                    <a:pt x="1140865" y="4064509"/>
                  </a:lnTo>
                  <a:lnTo>
                    <a:pt x="1140973" y="4064509"/>
                  </a:lnTo>
                  <a:lnTo>
                    <a:pt x="1141081" y="4064509"/>
                  </a:lnTo>
                  <a:lnTo>
                    <a:pt x="1141190" y="4064509"/>
                  </a:lnTo>
                  <a:lnTo>
                    <a:pt x="1141298" y="4064509"/>
                  </a:lnTo>
                  <a:lnTo>
                    <a:pt x="1141298" y="4063885"/>
                  </a:lnTo>
                  <a:lnTo>
                    <a:pt x="1141407" y="4063885"/>
                  </a:lnTo>
                  <a:lnTo>
                    <a:pt x="1141515" y="4063885"/>
                  </a:lnTo>
                  <a:lnTo>
                    <a:pt x="1141624" y="4063885"/>
                  </a:lnTo>
                  <a:lnTo>
                    <a:pt x="1141732" y="4063885"/>
                  </a:lnTo>
                  <a:lnTo>
                    <a:pt x="1141841" y="4063885"/>
                  </a:lnTo>
                  <a:lnTo>
                    <a:pt x="1141949" y="4063885"/>
                  </a:lnTo>
                  <a:lnTo>
                    <a:pt x="1142057" y="4063885"/>
                  </a:lnTo>
                  <a:lnTo>
                    <a:pt x="1142166" y="4063885"/>
                  </a:lnTo>
                  <a:lnTo>
                    <a:pt x="1142166" y="4063262"/>
                  </a:lnTo>
                  <a:lnTo>
                    <a:pt x="1142274" y="4063262"/>
                  </a:lnTo>
                  <a:lnTo>
                    <a:pt x="1142383" y="4063262"/>
                  </a:lnTo>
                  <a:lnTo>
                    <a:pt x="1142491" y="4063262"/>
                  </a:lnTo>
                  <a:lnTo>
                    <a:pt x="1142600" y="4063262"/>
                  </a:lnTo>
                  <a:lnTo>
                    <a:pt x="1142708" y="4063262"/>
                  </a:lnTo>
                  <a:lnTo>
                    <a:pt x="1142817" y="4063262"/>
                  </a:lnTo>
                  <a:lnTo>
                    <a:pt x="1142925" y="4063262"/>
                  </a:lnTo>
                  <a:lnTo>
                    <a:pt x="1142925" y="4062638"/>
                  </a:lnTo>
                  <a:lnTo>
                    <a:pt x="1143033" y="4062638"/>
                  </a:lnTo>
                  <a:lnTo>
                    <a:pt x="1143142" y="4062638"/>
                  </a:lnTo>
                  <a:lnTo>
                    <a:pt x="1143250" y="4062638"/>
                  </a:lnTo>
                  <a:lnTo>
                    <a:pt x="1143359" y="4062638"/>
                  </a:lnTo>
                  <a:lnTo>
                    <a:pt x="1143359" y="4062015"/>
                  </a:lnTo>
                  <a:lnTo>
                    <a:pt x="1143467" y="4062015"/>
                  </a:lnTo>
                  <a:lnTo>
                    <a:pt x="1143576" y="4062015"/>
                  </a:lnTo>
                  <a:lnTo>
                    <a:pt x="1143684" y="4062015"/>
                  </a:lnTo>
                  <a:lnTo>
                    <a:pt x="1143684" y="4061391"/>
                  </a:lnTo>
                  <a:lnTo>
                    <a:pt x="1143793" y="4061391"/>
                  </a:lnTo>
                  <a:lnTo>
                    <a:pt x="1143901" y="4061391"/>
                  </a:lnTo>
                  <a:lnTo>
                    <a:pt x="1144009" y="4061391"/>
                  </a:lnTo>
                  <a:lnTo>
                    <a:pt x="1144118" y="4061391"/>
                  </a:lnTo>
                  <a:lnTo>
                    <a:pt x="1144118" y="4060768"/>
                  </a:lnTo>
                  <a:lnTo>
                    <a:pt x="1144226" y="4060768"/>
                  </a:lnTo>
                  <a:lnTo>
                    <a:pt x="1144226" y="4060144"/>
                  </a:lnTo>
                  <a:lnTo>
                    <a:pt x="1144335" y="4060144"/>
                  </a:lnTo>
                  <a:lnTo>
                    <a:pt x="1144443" y="4060144"/>
                  </a:lnTo>
                  <a:lnTo>
                    <a:pt x="1144552" y="4060144"/>
                  </a:lnTo>
                  <a:lnTo>
                    <a:pt x="1144660" y="4060144"/>
                  </a:lnTo>
                  <a:lnTo>
                    <a:pt x="1144769" y="4060144"/>
                  </a:lnTo>
                  <a:lnTo>
                    <a:pt x="1144877" y="4060144"/>
                  </a:lnTo>
                  <a:lnTo>
                    <a:pt x="1144877" y="4059520"/>
                  </a:lnTo>
                  <a:lnTo>
                    <a:pt x="1144986" y="4059520"/>
                  </a:lnTo>
                  <a:lnTo>
                    <a:pt x="1145094" y="4059520"/>
                  </a:lnTo>
                  <a:lnTo>
                    <a:pt x="1145202" y="4059520"/>
                  </a:lnTo>
                  <a:lnTo>
                    <a:pt x="1145311" y="4059520"/>
                  </a:lnTo>
                  <a:lnTo>
                    <a:pt x="1145311" y="4058897"/>
                  </a:lnTo>
                  <a:lnTo>
                    <a:pt x="1145419" y="4058897"/>
                  </a:lnTo>
                  <a:lnTo>
                    <a:pt x="1145528" y="4058897"/>
                  </a:lnTo>
                  <a:lnTo>
                    <a:pt x="1145636" y="4058897"/>
                  </a:lnTo>
                  <a:lnTo>
                    <a:pt x="1145745" y="4058897"/>
                  </a:lnTo>
                  <a:lnTo>
                    <a:pt x="1145745" y="4058273"/>
                  </a:lnTo>
                  <a:lnTo>
                    <a:pt x="1145853" y="4058273"/>
                  </a:lnTo>
                  <a:lnTo>
                    <a:pt x="1145962" y="4058273"/>
                  </a:lnTo>
                  <a:lnTo>
                    <a:pt x="1146070" y="4058273"/>
                  </a:lnTo>
                  <a:lnTo>
                    <a:pt x="1146178" y="4058273"/>
                  </a:lnTo>
                  <a:lnTo>
                    <a:pt x="1146287" y="4058273"/>
                  </a:lnTo>
                  <a:lnTo>
                    <a:pt x="1146395" y="4058273"/>
                  </a:lnTo>
                  <a:lnTo>
                    <a:pt x="1146504" y="4058273"/>
                  </a:lnTo>
                  <a:lnTo>
                    <a:pt x="1146504" y="4057650"/>
                  </a:lnTo>
                  <a:lnTo>
                    <a:pt x="1146612" y="4057650"/>
                  </a:lnTo>
                  <a:lnTo>
                    <a:pt x="1146721" y="4057650"/>
                  </a:lnTo>
                  <a:lnTo>
                    <a:pt x="1146721" y="4057026"/>
                  </a:lnTo>
                  <a:lnTo>
                    <a:pt x="1146829" y="4057026"/>
                  </a:lnTo>
                  <a:lnTo>
                    <a:pt x="1146938" y="4057026"/>
                  </a:lnTo>
                  <a:lnTo>
                    <a:pt x="1147046" y="4057026"/>
                  </a:lnTo>
                  <a:lnTo>
                    <a:pt x="1147154" y="4057026"/>
                  </a:lnTo>
                  <a:lnTo>
                    <a:pt x="1147263" y="4057026"/>
                  </a:lnTo>
                  <a:lnTo>
                    <a:pt x="1147371" y="4057026"/>
                  </a:lnTo>
                  <a:lnTo>
                    <a:pt x="1147480" y="4057026"/>
                  </a:lnTo>
                  <a:lnTo>
                    <a:pt x="1147588" y="4057026"/>
                  </a:lnTo>
                  <a:lnTo>
                    <a:pt x="1147697" y="4057026"/>
                  </a:lnTo>
                  <a:lnTo>
                    <a:pt x="1147805" y="4057026"/>
                  </a:lnTo>
                  <a:lnTo>
                    <a:pt x="1147805" y="4056402"/>
                  </a:lnTo>
                  <a:lnTo>
                    <a:pt x="1147914" y="4056402"/>
                  </a:lnTo>
                  <a:lnTo>
                    <a:pt x="1148022" y="4056402"/>
                  </a:lnTo>
                  <a:lnTo>
                    <a:pt x="1148130" y="4056402"/>
                  </a:lnTo>
                  <a:lnTo>
                    <a:pt x="1148239" y="4056402"/>
                  </a:lnTo>
                  <a:lnTo>
                    <a:pt x="1148347" y="4056402"/>
                  </a:lnTo>
                  <a:lnTo>
                    <a:pt x="1148456" y="4056402"/>
                  </a:lnTo>
                  <a:lnTo>
                    <a:pt x="1148564" y="4056402"/>
                  </a:lnTo>
                  <a:lnTo>
                    <a:pt x="1148673" y="4056402"/>
                  </a:lnTo>
                  <a:lnTo>
                    <a:pt x="1148781" y="4056402"/>
                  </a:lnTo>
                  <a:lnTo>
                    <a:pt x="1148890" y="4056402"/>
                  </a:lnTo>
                  <a:lnTo>
                    <a:pt x="1148890" y="4055779"/>
                  </a:lnTo>
                  <a:lnTo>
                    <a:pt x="1148998" y="4055779"/>
                  </a:lnTo>
                  <a:lnTo>
                    <a:pt x="1148998" y="4055155"/>
                  </a:lnTo>
                  <a:lnTo>
                    <a:pt x="1149106" y="4055155"/>
                  </a:lnTo>
                  <a:lnTo>
                    <a:pt x="1149215" y="4055155"/>
                  </a:lnTo>
                  <a:lnTo>
                    <a:pt x="1149323" y="4055155"/>
                  </a:lnTo>
                  <a:lnTo>
                    <a:pt x="1149432" y="4055155"/>
                  </a:lnTo>
                  <a:lnTo>
                    <a:pt x="1149540" y="4055155"/>
                  </a:lnTo>
                  <a:lnTo>
                    <a:pt x="1149649" y="4055155"/>
                  </a:lnTo>
                  <a:lnTo>
                    <a:pt x="1149757" y="4055155"/>
                  </a:lnTo>
                  <a:lnTo>
                    <a:pt x="1149866" y="4055155"/>
                  </a:lnTo>
                  <a:lnTo>
                    <a:pt x="1149974" y="4055155"/>
                  </a:lnTo>
                  <a:lnTo>
                    <a:pt x="1150083" y="4055155"/>
                  </a:lnTo>
                  <a:lnTo>
                    <a:pt x="1150191" y="4055155"/>
                  </a:lnTo>
                  <a:lnTo>
                    <a:pt x="1150299" y="4055155"/>
                  </a:lnTo>
                  <a:lnTo>
                    <a:pt x="1150299" y="4054532"/>
                  </a:lnTo>
                  <a:lnTo>
                    <a:pt x="1150299" y="4053908"/>
                  </a:lnTo>
                  <a:lnTo>
                    <a:pt x="1150408" y="4053908"/>
                  </a:lnTo>
                  <a:lnTo>
                    <a:pt x="1150516" y="4053908"/>
                  </a:lnTo>
                  <a:lnTo>
                    <a:pt x="1150625" y="4053908"/>
                  </a:lnTo>
                  <a:lnTo>
                    <a:pt x="1150733" y="4053908"/>
                  </a:lnTo>
                  <a:lnTo>
                    <a:pt x="1150733" y="4053285"/>
                  </a:lnTo>
                  <a:lnTo>
                    <a:pt x="1150842" y="4053285"/>
                  </a:lnTo>
                  <a:lnTo>
                    <a:pt x="1150950" y="4053285"/>
                  </a:lnTo>
                  <a:lnTo>
                    <a:pt x="1151059" y="4053285"/>
                  </a:lnTo>
                  <a:lnTo>
                    <a:pt x="1151167" y="4053285"/>
                  </a:lnTo>
                  <a:lnTo>
                    <a:pt x="1151167" y="4052661"/>
                  </a:lnTo>
                  <a:lnTo>
                    <a:pt x="1151167" y="4052037"/>
                  </a:lnTo>
                  <a:lnTo>
                    <a:pt x="1151275" y="4052037"/>
                  </a:lnTo>
                  <a:lnTo>
                    <a:pt x="1151384" y="4052037"/>
                  </a:lnTo>
                  <a:lnTo>
                    <a:pt x="1151492" y="4052037"/>
                  </a:lnTo>
                  <a:lnTo>
                    <a:pt x="1151601" y="4052037"/>
                  </a:lnTo>
                  <a:lnTo>
                    <a:pt x="1151709" y="4052037"/>
                  </a:lnTo>
                  <a:lnTo>
                    <a:pt x="1151818" y="4052037"/>
                  </a:lnTo>
                  <a:lnTo>
                    <a:pt x="1151926" y="4052037"/>
                  </a:lnTo>
                  <a:lnTo>
                    <a:pt x="1152035" y="4052037"/>
                  </a:lnTo>
                  <a:lnTo>
                    <a:pt x="1152035" y="4051414"/>
                  </a:lnTo>
                  <a:lnTo>
                    <a:pt x="1152143" y="4051414"/>
                  </a:lnTo>
                  <a:lnTo>
                    <a:pt x="1152143" y="4050790"/>
                  </a:lnTo>
                  <a:lnTo>
                    <a:pt x="1152251" y="4050790"/>
                  </a:lnTo>
                  <a:lnTo>
                    <a:pt x="1152360" y="4050790"/>
                  </a:lnTo>
                  <a:lnTo>
                    <a:pt x="1152360" y="4050167"/>
                  </a:lnTo>
                  <a:lnTo>
                    <a:pt x="1152360" y="4049543"/>
                  </a:lnTo>
                  <a:lnTo>
                    <a:pt x="1152468" y="4049543"/>
                  </a:lnTo>
                  <a:lnTo>
                    <a:pt x="1152577" y="4049543"/>
                  </a:lnTo>
                  <a:lnTo>
                    <a:pt x="1152685" y="4049543"/>
                  </a:lnTo>
                  <a:lnTo>
                    <a:pt x="1152794" y="4049543"/>
                  </a:lnTo>
                  <a:lnTo>
                    <a:pt x="1152902" y="4049543"/>
                  </a:lnTo>
                  <a:lnTo>
                    <a:pt x="1153011" y="4049543"/>
                  </a:lnTo>
                  <a:lnTo>
                    <a:pt x="1153119" y="4049543"/>
                  </a:lnTo>
                  <a:lnTo>
                    <a:pt x="1153227" y="4049543"/>
                  </a:lnTo>
                  <a:lnTo>
                    <a:pt x="1153227" y="4048919"/>
                  </a:lnTo>
                  <a:lnTo>
                    <a:pt x="1153336" y="4048919"/>
                  </a:lnTo>
                  <a:lnTo>
                    <a:pt x="1153336" y="4048296"/>
                  </a:lnTo>
                  <a:lnTo>
                    <a:pt x="1153444" y="4048296"/>
                  </a:lnTo>
                  <a:lnTo>
                    <a:pt x="1153553" y="4048296"/>
                  </a:lnTo>
                  <a:lnTo>
                    <a:pt x="1153553" y="4047672"/>
                  </a:lnTo>
                  <a:lnTo>
                    <a:pt x="1153661" y="4047672"/>
                  </a:lnTo>
                  <a:lnTo>
                    <a:pt x="1153661" y="4047049"/>
                  </a:lnTo>
                  <a:lnTo>
                    <a:pt x="1153661" y="4046425"/>
                  </a:lnTo>
                  <a:lnTo>
                    <a:pt x="1153770" y="4046425"/>
                  </a:lnTo>
                  <a:lnTo>
                    <a:pt x="1153878" y="4046425"/>
                  </a:lnTo>
                  <a:lnTo>
                    <a:pt x="1153987" y="4046425"/>
                  </a:lnTo>
                  <a:lnTo>
                    <a:pt x="1154095" y="4046425"/>
                  </a:lnTo>
                  <a:lnTo>
                    <a:pt x="1154095" y="4045802"/>
                  </a:lnTo>
                  <a:lnTo>
                    <a:pt x="1154204" y="4045802"/>
                  </a:lnTo>
                  <a:lnTo>
                    <a:pt x="1154312" y="4045802"/>
                  </a:lnTo>
                  <a:lnTo>
                    <a:pt x="1154420" y="4045802"/>
                  </a:lnTo>
                  <a:lnTo>
                    <a:pt x="1154420" y="4045178"/>
                  </a:lnTo>
                  <a:lnTo>
                    <a:pt x="1154529" y="4045178"/>
                  </a:lnTo>
                  <a:lnTo>
                    <a:pt x="1154529" y="4044554"/>
                  </a:lnTo>
                  <a:lnTo>
                    <a:pt x="1154637" y="4044554"/>
                  </a:lnTo>
                  <a:lnTo>
                    <a:pt x="1154637" y="4043931"/>
                  </a:lnTo>
                  <a:lnTo>
                    <a:pt x="1154746" y="4043931"/>
                  </a:lnTo>
                  <a:lnTo>
                    <a:pt x="1154854" y="4043931"/>
                  </a:lnTo>
                  <a:lnTo>
                    <a:pt x="1154963" y="4043931"/>
                  </a:lnTo>
                  <a:lnTo>
                    <a:pt x="1155071" y="4043931"/>
                  </a:lnTo>
                  <a:lnTo>
                    <a:pt x="1155180" y="4043931"/>
                  </a:lnTo>
                  <a:lnTo>
                    <a:pt x="1155288" y="4043931"/>
                  </a:lnTo>
                  <a:lnTo>
                    <a:pt x="1155288" y="4043307"/>
                  </a:lnTo>
                  <a:lnTo>
                    <a:pt x="1155396" y="4043307"/>
                  </a:lnTo>
                  <a:lnTo>
                    <a:pt x="1155505" y="4043307"/>
                  </a:lnTo>
                  <a:lnTo>
                    <a:pt x="1155613" y="4043307"/>
                  </a:lnTo>
                  <a:lnTo>
                    <a:pt x="1155613" y="4042684"/>
                  </a:lnTo>
                  <a:lnTo>
                    <a:pt x="1155722" y="4042684"/>
                  </a:lnTo>
                  <a:lnTo>
                    <a:pt x="1155830" y="4042684"/>
                  </a:lnTo>
                  <a:lnTo>
                    <a:pt x="1155939" y="4042684"/>
                  </a:lnTo>
                  <a:lnTo>
                    <a:pt x="1156047" y="4042684"/>
                  </a:lnTo>
                  <a:lnTo>
                    <a:pt x="1156156" y="4042684"/>
                  </a:lnTo>
                  <a:lnTo>
                    <a:pt x="1156264" y="4042684"/>
                  </a:lnTo>
                  <a:lnTo>
                    <a:pt x="1156264" y="4042060"/>
                  </a:lnTo>
                  <a:lnTo>
                    <a:pt x="1156372" y="4042060"/>
                  </a:lnTo>
                  <a:lnTo>
                    <a:pt x="1156481" y="4042060"/>
                  </a:lnTo>
                  <a:lnTo>
                    <a:pt x="1156589" y="4042060"/>
                  </a:lnTo>
                  <a:lnTo>
                    <a:pt x="1156589" y="4041437"/>
                  </a:lnTo>
                  <a:lnTo>
                    <a:pt x="1156698" y="4041437"/>
                  </a:lnTo>
                  <a:lnTo>
                    <a:pt x="1156806" y="4041437"/>
                  </a:lnTo>
                  <a:lnTo>
                    <a:pt x="1156915" y="4041437"/>
                  </a:lnTo>
                  <a:lnTo>
                    <a:pt x="1157023" y="4041437"/>
                  </a:lnTo>
                  <a:lnTo>
                    <a:pt x="1157132" y="4041437"/>
                  </a:lnTo>
                  <a:lnTo>
                    <a:pt x="1157132" y="4040813"/>
                  </a:lnTo>
                  <a:lnTo>
                    <a:pt x="1157240" y="4040813"/>
                  </a:lnTo>
                  <a:lnTo>
                    <a:pt x="1157240" y="4040189"/>
                  </a:lnTo>
                  <a:lnTo>
                    <a:pt x="1157348" y="4040189"/>
                  </a:lnTo>
                  <a:lnTo>
                    <a:pt x="1157457" y="4040189"/>
                  </a:lnTo>
                  <a:lnTo>
                    <a:pt x="1157565" y="4040189"/>
                  </a:lnTo>
                  <a:lnTo>
                    <a:pt x="1157674" y="4040189"/>
                  </a:lnTo>
                  <a:lnTo>
                    <a:pt x="1157782" y="4040189"/>
                  </a:lnTo>
                  <a:lnTo>
                    <a:pt x="1157782" y="4039566"/>
                  </a:lnTo>
                  <a:lnTo>
                    <a:pt x="1157891" y="4039566"/>
                  </a:lnTo>
                  <a:lnTo>
                    <a:pt x="1157999" y="4039566"/>
                  </a:lnTo>
                  <a:lnTo>
                    <a:pt x="1158108" y="4039566"/>
                  </a:lnTo>
                  <a:lnTo>
                    <a:pt x="1158216" y="4039566"/>
                  </a:lnTo>
                  <a:lnTo>
                    <a:pt x="1158216" y="4038942"/>
                  </a:lnTo>
                  <a:lnTo>
                    <a:pt x="1158325" y="4038942"/>
                  </a:lnTo>
                  <a:lnTo>
                    <a:pt x="1158433" y="4038942"/>
                  </a:lnTo>
                  <a:lnTo>
                    <a:pt x="1158541" y="4038942"/>
                  </a:lnTo>
                  <a:lnTo>
                    <a:pt x="1158650" y="4038942"/>
                  </a:lnTo>
                  <a:lnTo>
                    <a:pt x="1158758" y="4038942"/>
                  </a:lnTo>
                  <a:lnTo>
                    <a:pt x="1158758" y="4038319"/>
                  </a:lnTo>
                  <a:lnTo>
                    <a:pt x="1158867" y="4038319"/>
                  </a:lnTo>
                  <a:lnTo>
                    <a:pt x="1158975" y="4038319"/>
                  </a:lnTo>
                  <a:lnTo>
                    <a:pt x="1159084" y="4038319"/>
                  </a:lnTo>
                  <a:lnTo>
                    <a:pt x="1159192" y="4038319"/>
                  </a:lnTo>
                  <a:lnTo>
                    <a:pt x="1159301" y="4038319"/>
                  </a:lnTo>
                  <a:lnTo>
                    <a:pt x="1159409" y="4038319"/>
                  </a:lnTo>
                  <a:lnTo>
                    <a:pt x="1159517" y="4038319"/>
                  </a:lnTo>
                  <a:lnTo>
                    <a:pt x="1159626" y="4038319"/>
                  </a:lnTo>
                  <a:lnTo>
                    <a:pt x="1159734" y="4038319"/>
                  </a:lnTo>
                  <a:lnTo>
                    <a:pt x="1159843" y="4038319"/>
                  </a:lnTo>
                  <a:lnTo>
                    <a:pt x="1159951" y="4038319"/>
                  </a:lnTo>
                  <a:lnTo>
                    <a:pt x="1160060" y="4038319"/>
                  </a:lnTo>
                  <a:lnTo>
                    <a:pt x="1160168" y="4038319"/>
                  </a:lnTo>
                  <a:lnTo>
                    <a:pt x="1160277" y="4038319"/>
                  </a:lnTo>
                  <a:lnTo>
                    <a:pt x="1160385" y="4038319"/>
                  </a:lnTo>
                  <a:lnTo>
                    <a:pt x="1160493" y="4038319"/>
                  </a:lnTo>
                  <a:lnTo>
                    <a:pt x="1160602" y="4038319"/>
                  </a:lnTo>
                  <a:lnTo>
                    <a:pt x="1160710" y="4038319"/>
                  </a:lnTo>
                  <a:lnTo>
                    <a:pt x="1160710" y="4037695"/>
                  </a:lnTo>
                  <a:lnTo>
                    <a:pt x="1160710" y="4037071"/>
                  </a:lnTo>
                  <a:lnTo>
                    <a:pt x="1160819" y="4037071"/>
                  </a:lnTo>
                  <a:lnTo>
                    <a:pt x="1160927" y="4037071"/>
                  </a:lnTo>
                  <a:lnTo>
                    <a:pt x="1161036" y="4037071"/>
                  </a:lnTo>
                  <a:lnTo>
                    <a:pt x="1161144" y="4037071"/>
                  </a:lnTo>
                  <a:lnTo>
                    <a:pt x="1161253" y="4037071"/>
                  </a:lnTo>
                  <a:lnTo>
                    <a:pt x="1161253" y="4036448"/>
                  </a:lnTo>
                  <a:lnTo>
                    <a:pt x="1161361" y="4036448"/>
                  </a:lnTo>
                  <a:lnTo>
                    <a:pt x="1161361" y="4035824"/>
                  </a:lnTo>
                  <a:lnTo>
                    <a:pt x="1161469" y="4035824"/>
                  </a:lnTo>
                  <a:lnTo>
                    <a:pt x="1161578" y="4035824"/>
                  </a:lnTo>
                  <a:lnTo>
                    <a:pt x="1161578" y="4035201"/>
                  </a:lnTo>
                  <a:lnTo>
                    <a:pt x="1161686" y="4035201"/>
                  </a:lnTo>
                  <a:lnTo>
                    <a:pt x="1161795" y="4035201"/>
                  </a:lnTo>
                  <a:lnTo>
                    <a:pt x="1161903" y="4035201"/>
                  </a:lnTo>
                  <a:lnTo>
                    <a:pt x="1162012" y="4035201"/>
                  </a:lnTo>
                  <a:lnTo>
                    <a:pt x="1162120" y="4035201"/>
                  </a:lnTo>
                  <a:lnTo>
                    <a:pt x="1162229" y="4035201"/>
                  </a:lnTo>
                  <a:lnTo>
                    <a:pt x="1162337" y="4035201"/>
                  </a:lnTo>
                  <a:lnTo>
                    <a:pt x="1162446" y="4035201"/>
                  </a:lnTo>
                  <a:lnTo>
                    <a:pt x="1162554" y="4035201"/>
                  </a:lnTo>
                  <a:lnTo>
                    <a:pt x="1162662" y="4035201"/>
                  </a:lnTo>
                  <a:lnTo>
                    <a:pt x="1162771" y="4035201"/>
                  </a:lnTo>
                  <a:lnTo>
                    <a:pt x="1162879" y="4035201"/>
                  </a:lnTo>
                  <a:lnTo>
                    <a:pt x="1162988" y="4035201"/>
                  </a:lnTo>
                  <a:lnTo>
                    <a:pt x="1163096" y="4035201"/>
                  </a:lnTo>
                  <a:lnTo>
                    <a:pt x="1163096" y="4034577"/>
                  </a:lnTo>
                  <a:lnTo>
                    <a:pt x="1163096" y="4033954"/>
                  </a:lnTo>
                  <a:lnTo>
                    <a:pt x="1163096" y="4033330"/>
                  </a:lnTo>
                  <a:lnTo>
                    <a:pt x="1163205" y="4033330"/>
                  </a:lnTo>
                  <a:lnTo>
                    <a:pt x="1163313" y="4033330"/>
                  </a:lnTo>
                  <a:lnTo>
                    <a:pt x="1163422" y="4033330"/>
                  </a:lnTo>
                  <a:lnTo>
                    <a:pt x="1163530" y="4033330"/>
                  </a:lnTo>
                  <a:lnTo>
                    <a:pt x="1163638" y="4033330"/>
                  </a:lnTo>
                  <a:lnTo>
                    <a:pt x="1163747" y="4033330"/>
                  </a:lnTo>
                  <a:lnTo>
                    <a:pt x="1163747" y="4032706"/>
                  </a:lnTo>
                  <a:lnTo>
                    <a:pt x="1163747" y="4032083"/>
                  </a:lnTo>
                  <a:lnTo>
                    <a:pt x="1163855" y="4032083"/>
                  </a:lnTo>
                  <a:lnTo>
                    <a:pt x="1163964" y="4032083"/>
                  </a:lnTo>
                  <a:lnTo>
                    <a:pt x="1164072" y="4032083"/>
                  </a:lnTo>
                  <a:lnTo>
                    <a:pt x="1164181" y="4032083"/>
                  </a:lnTo>
                  <a:lnTo>
                    <a:pt x="1164289" y="4032083"/>
                  </a:lnTo>
                  <a:lnTo>
                    <a:pt x="1164398" y="4032083"/>
                  </a:lnTo>
                  <a:lnTo>
                    <a:pt x="1164398" y="4031459"/>
                  </a:lnTo>
                  <a:lnTo>
                    <a:pt x="1164398" y="4030836"/>
                  </a:lnTo>
                  <a:lnTo>
                    <a:pt x="1164506" y="4030836"/>
                  </a:lnTo>
                  <a:lnTo>
                    <a:pt x="1164506" y="4030212"/>
                  </a:lnTo>
                  <a:lnTo>
                    <a:pt x="1164614" y="4030212"/>
                  </a:lnTo>
                  <a:lnTo>
                    <a:pt x="1164614" y="4029588"/>
                  </a:lnTo>
                  <a:lnTo>
                    <a:pt x="1164723" y="4029588"/>
                  </a:lnTo>
                  <a:lnTo>
                    <a:pt x="1164723" y="4028965"/>
                  </a:lnTo>
                  <a:lnTo>
                    <a:pt x="1164831" y="4028965"/>
                  </a:lnTo>
                  <a:lnTo>
                    <a:pt x="1164940" y="4028965"/>
                  </a:lnTo>
                  <a:lnTo>
                    <a:pt x="1164940" y="4028341"/>
                  </a:lnTo>
                  <a:lnTo>
                    <a:pt x="1165048" y="4028341"/>
                  </a:lnTo>
                  <a:lnTo>
                    <a:pt x="1165048" y="4027718"/>
                  </a:lnTo>
                  <a:lnTo>
                    <a:pt x="1165157" y="4027718"/>
                  </a:lnTo>
                  <a:lnTo>
                    <a:pt x="1165265" y="4027718"/>
                  </a:lnTo>
                  <a:lnTo>
                    <a:pt x="1165265" y="4027094"/>
                  </a:lnTo>
                  <a:lnTo>
                    <a:pt x="1165374" y="4027094"/>
                  </a:lnTo>
                  <a:lnTo>
                    <a:pt x="1165482" y="4027094"/>
                  </a:lnTo>
                  <a:lnTo>
                    <a:pt x="1165482" y="4026471"/>
                  </a:lnTo>
                  <a:lnTo>
                    <a:pt x="1165590" y="4026471"/>
                  </a:lnTo>
                  <a:lnTo>
                    <a:pt x="1165699" y="4026471"/>
                  </a:lnTo>
                  <a:lnTo>
                    <a:pt x="1165807" y="4026471"/>
                  </a:lnTo>
                  <a:lnTo>
                    <a:pt x="1165807" y="4025847"/>
                  </a:lnTo>
                  <a:lnTo>
                    <a:pt x="1165916" y="4025847"/>
                  </a:lnTo>
                  <a:lnTo>
                    <a:pt x="1165916" y="4025223"/>
                  </a:lnTo>
                  <a:lnTo>
                    <a:pt x="1165916" y="4024600"/>
                  </a:lnTo>
                  <a:lnTo>
                    <a:pt x="1166024" y="4024600"/>
                  </a:lnTo>
                  <a:lnTo>
                    <a:pt x="1166133" y="4024600"/>
                  </a:lnTo>
                  <a:lnTo>
                    <a:pt x="1166241" y="4024600"/>
                  </a:lnTo>
                  <a:lnTo>
                    <a:pt x="1166350" y="4024600"/>
                  </a:lnTo>
                  <a:lnTo>
                    <a:pt x="1166350" y="4023976"/>
                  </a:lnTo>
                  <a:lnTo>
                    <a:pt x="1166350" y="4023353"/>
                  </a:lnTo>
                  <a:lnTo>
                    <a:pt x="1166458" y="4023353"/>
                  </a:lnTo>
                  <a:lnTo>
                    <a:pt x="1166567" y="4023353"/>
                  </a:lnTo>
                  <a:lnTo>
                    <a:pt x="1166567" y="4022729"/>
                  </a:lnTo>
                  <a:lnTo>
                    <a:pt x="1166675" y="4022729"/>
                  </a:lnTo>
                  <a:lnTo>
                    <a:pt x="1166783" y="4022729"/>
                  </a:lnTo>
                  <a:lnTo>
                    <a:pt x="1166892" y="4022729"/>
                  </a:lnTo>
                  <a:lnTo>
                    <a:pt x="1167000" y="4022729"/>
                  </a:lnTo>
                  <a:lnTo>
                    <a:pt x="1167109" y="4022729"/>
                  </a:lnTo>
                  <a:lnTo>
                    <a:pt x="1167217" y="4022729"/>
                  </a:lnTo>
                  <a:lnTo>
                    <a:pt x="1167217" y="4022105"/>
                  </a:lnTo>
                  <a:lnTo>
                    <a:pt x="1167326" y="4022105"/>
                  </a:lnTo>
                  <a:lnTo>
                    <a:pt x="1167434" y="4022105"/>
                  </a:lnTo>
                  <a:lnTo>
                    <a:pt x="1167434" y="4021482"/>
                  </a:lnTo>
                  <a:lnTo>
                    <a:pt x="1167543" y="4021482"/>
                  </a:lnTo>
                  <a:lnTo>
                    <a:pt x="1167651" y="4021482"/>
                  </a:lnTo>
                  <a:lnTo>
                    <a:pt x="1167759" y="4021482"/>
                  </a:lnTo>
                  <a:lnTo>
                    <a:pt x="1167868" y="4021482"/>
                  </a:lnTo>
                  <a:lnTo>
                    <a:pt x="1167868" y="4020858"/>
                  </a:lnTo>
                  <a:lnTo>
                    <a:pt x="1167868" y="4020235"/>
                  </a:lnTo>
                  <a:lnTo>
                    <a:pt x="1167976" y="4020235"/>
                  </a:lnTo>
                  <a:lnTo>
                    <a:pt x="1168085" y="4020235"/>
                  </a:lnTo>
                  <a:lnTo>
                    <a:pt x="1168193" y="4020235"/>
                  </a:lnTo>
                  <a:lnTo>
                    <a:pt x="1168302" y="4020235"/>
                  </a:lnTo>
                  <a:lnTo>
                    <a:pt x="1168302" y="4019611"/>
                  </a:lnTo>
                  <a:lnTo>
                    <a:pt x="1168410" y="4019611"/>
                  </a:lnTo>
                  <a:lnTo>
                    <a:pt x="1168519" y="4019611"/>
                  </a:lnTo>
                  <a:lnTo>
                    <a:pt x="1168627" y="4019611"/>
                  </a:lnTo>
                  <a:lnTo>
                    <a:pt x="1168627" y="4018988"/>
                  </a:lnTo>
                  <a:lnTo>
                    <a:pt x="1168735" y="4018988"/>
                  </a:lnTo>
                  <a:lnTo>
                    <a:pt x="1168735" y="4018364"/>
                  </a:lnTo>
                  <a:lnTo>
                    <a:pt x="1168844" y="4018364"/>
                  </a:lnTo>
                  <a:lnTo>
                    <a:pt x="1168844" y="4017740"/>
                  </a:lnTo>
                  <a:lnTo>
                    <a:pt x="1168844" y="4017117"/>
                  </a:lnTo>
                  <a:lnTo>
                    <a:pt x="1168844" y="4016493"/>
                  </a:lnTo>
                  <a:lnTo>
                    <a:pt x="1168952" y="4016493"/>
                  </a:lnTo>
                  <a:lnTo>
                    <a:pt x="1169061" y="4016493"/>
                  </a:lnTo>
                  <a:lnTo>
                    <a:pt x="1169169" y="4016493"/>
                  </a:lnTo>
                  <a:lnTo>
                    <a:pt x="1169278" y="4016493"/>
                  </a:lnTo>
                  <a:lnTo>
                    <a:pt x="1169386" y="4016493"/>
                  </a:lnTo>
                  <a:lnTo>
                    <a:pt x="1169495" y="4016493"/>
                  </a:lnTo>
                  <a:lnTo>
                    <a:pt x="1169603" y="4016493"/>
                  </a:lnTo>
                  <a:lnTo>
                    <a:pt x="1169711" y="4016493"/>
                  </a:lnTo>
                  <a:lnTo>
                    <a:pt x="1169820" y="4016493"/>
                  </a:lnTo>
                  <a:lnTo>
                    <a:pt x="1169928" y="4016493"/>
                  </a:lnTo>
                  <a:lnTo>
                    <a:pt x="1170037" y="4016493"/>
                  </a:lnTo>
                  <a:lnTo>
                    <a:pt x="1170145" y="4016493"/>
                  </a:lnTo>
                  <a:lnTo>
                    <a:pt x="1170145" y="4015870"/>
                  </a:lnTo>
                  <a:lnTo>
                    <a:pt x="1170254" y="4015870"/>
                  </a:lnTo>
                  <a:lnTo>
                    <a:pt x="1170362" y="4015870"/>
                  </a:lnTo>
                  <a:lnTo>
                    <a:pt x="1170471" y="4015870"/>
                  </a:lnTo>
                  <a:lnTo>
                    <a:pt x="1170471" y="4015246"/>
                  </a:lnTo>
                  <a:lnTo>
                    <a:pt x="1170579" y="4015246"/>
                  </a:lnTo>
                  <a:lnTo>
                    <a:pt x="1170687" y="4015246"/>
                  </a:lnTo>
                  <a:lnTo>
                    <a:pt x="1170796" y="4015246"/>
                  </a:lnTo>
                  <a:lnTo>
                    <a:pt x="1170904" y="4015246"/>
                  </a:lnTo>
                  <a:lnTo>
                    <a:pt x="1171013" y="4015246"/>
                  </a:lnTo>
                  <a:lnTo>
                    <a:pt x="1171121" y="4015246"/>
                  </a:lnTo>
                  <a:lnTo>
                    <a:pt x="1171230" y="4015246"/>
                  </a:lnTo>
                  <a:lnTo>
                    <a:pt x="1171338" y="4015246"/>
                  </a:lnTo>
                  <a:lnTo>
                    <a:pt x="1171447" y="4015246"/>
                  </a:lnTo>
                  <a:lnTo>
                    <a:pt x="1171555" y="4015246"/>
                  </a:lnTo>
                  <a:lnTo>
                    <a:pt x="1171664" y="4015246"/>
                  </a:lnTo>
                  <a:lnTo>
                    <a:pt x="1171664" y="4014622"/>
                  </a:lnTo>
                  <a:lnTo>
                    <a:pt x="1171772" y="4014622"/>
                  </a:lnTo>
                  <a:lnTo>
                    <a:pt x="1171880" y="4014622"/>
                  </a:lnTo>
                  <a:lnTo>
                    <a:pt x="1171989" y="4014622"/>
                  </a:lnTo>
                  <a:lnTo>
                    <a:pt x="1172097" y="4014622"/>
                  </a:lnTo>
                  <a:lnTo>
                    <a:pt x="1172097" y="4013999"/>
                  </a:lnTo>
                  <a:lnTo>
                    <a:pt x="1172097" y="4013375"/>
                  </a:lnTo>
                  <a:lnTo>
                    <a:pt x="1172206" y="4013375"/>
                  </a:lnTo>
                  <a:lnTo>
                    <a:pt x="1172314" y="4013375"/>
                  </a:lnTo>
                  <a:lnTo>
                    <a:pt x="1172423" y="4013375"/>
                  </a:lnTo>
                  <a:lnTo>
                    <a:pt x="1172423" y="4012752"/>
                  </a:lnTo>
                  <a:lnTo>
                    <a:pt x="1172423" y="4012128"/>
                  </a:lnTo>
                  <a:lnTo>
                    <a:pt x="1172531" y="4012128"/>
                  </a:lnTo>
                  <a:lnTo>
                    <a:pt x="1172640" y="4012128"/>
                  </a:lnTo>
                  <a:lnTo>
                    <a:pt x="1172748" y="4012128"/>
                  </a:lnTo>
                  <a:lnTo>
                    <a:pt x="1172856" y="4012128"/>
                  </a:lnTo>
                  <a:lnTo>
                    <a:pt x="1172965" y="4012128"/>
                  </a:lnTo>
                  <a:lnTo>
                    <a:pt x="1173073" y="4012128"/>
                  </a:lnTo>
                  <a:lnTo>
                    <a:pt x="1173073" y="4011505"/>
                  </a:lnTo>
                  <a:lnTo>
                    <a:pt x="1173182" y="4011505"/>
                  </a:lnTo>
                  <a:lnTo>
                    <a:pt x="1173182" y="4010881"/>
                  </a:lnTo>
                  <a:lnTo>
                    <a:pt x="1173290" y="4010881"/>
                  </a:lnTo>
                  <a:lnTo>
                    <a:pt x="1173399" y="4010881"/>
                  </a:lnTo>
                  <a:lnTo>
                    <a:pt x="1173507" y="4010881"/>
                  </a:lnTo>
                  <a:lnTo>
                    <a:pt x="1173507" y="4010257"/>
                  </a:lnTo>
                  <a:lnTo>
                    <a:pt x="1173616" y="4010257"/>
                  </a:lnTo>
                  <a:lnTo>
                    <a:pt x="1173724" y="4010257"/>
                  </a:lnTo>
                  <a:lnTo>
                    <a:pt x="1173832" y="4010257"/>
                  </a:lnTo>
                  <a:lnTo>
                    <a:pt x="1173941" y="4010257"/>
                  </a:lnTo>
                  <a:lnTo>
                    <a:pt x="1174049" y="4010257"/>
                  </a:lnTo>
                  <a:lnTo>
                    <a:pt x="1174158" y="4010257"/>
                  </a:lnTo>
                  <a:lnTo>
                    <a:pt x="1174158" y="4009634"/>
                  </a:lnTo>
                  <a:lnTo>
                    <a:pt x="1174266" y="4009634"/>
                  </a:lnTo>
                  <a:lnTo>
                    <a:pt x="1174375" y="4009634"/>
                  </a:lnTo>
                  <a:lnTo>
                    <a:pt x="1174483" y="4009634"/>
                  </a:lnTo>
                  <a:lnTo>
                    <a:pt x="1174592" y="4009634"/>
                  </a:lnTo>
                  <a:lnTo>
                    <a:pt x="1174700" y="4009634"/>
                  </a:lnTo>
                  <a:lnTo>
                    <a:pt x="1174808" y="4009634"/>
                  </a:lnTo>
                  <a:lnTo>
                    <a:pt x="1174917" y="4009634"/>
                  </a:lnTo>
                  <a:lnTo>
                    <a:pt x="1175025" y="4009634"/>
                  </a:lnTo>
                  <a:lnTo>
                    <a:pt x="1175134" y="4009634"/>
                  </a:lnTo>
                  <a:lnTo>
                    <a:pt x="1175242" y="4009634"/>
                  </a:lnTo>
                  <a:lnTo>
                    <a:pt x="1175351" y="4009634"/>
                  </a:lnTo>
                  <a:lnTo>
                    <a:pt x="1175351" y="4009010"/>
                  </a:lnTo>
                  <a:lnTo>
                    <a:pt x="1175459" y="4009010"/>
                  </a:lnTo>
                  <a:lnTo>
                    <a:pt x="1175459" y="4008387"/>
                  </a:lnTo>
                  <a:lnTo>
                    <a:pt x="1175568" y="4008387"/>
                  </a:lnTo>
                  <a:lnTo>
                    <a:pt x="1175568" y="4007763"/>
                  </a:lnTo>
                  <a:lnTo>
                    <a:pt x="1175676" y="4007763"/>
                  </a:lnTo>
                  <a:lnTo>
                    <a:pt x="1175785" y="4007763"/>
                  </a:lnTo>
                  <a:lnTo>
                    <a:pt x="1175893" y="4007763"/>
                  </a:lnTo>
                  <a:lnTo>
                    <a:pt x="1176001" y="4007763"/>
                  </a:lnTo>
                  <a:lnTo>
                    <a:pt x="1176110" y="4007763"/>
                  </a:lnTo>
                  <a:lnTo>
                    <a:pt x="1176218" y="4007763"/>
                  </a:lnTo>
                  <a:lnTo>
                    <a:pt x="1176327" y="4007763"/>
                  </a:lnTo>
                  <a:lnTo>
                    <a:pt x="1176435" y="4007763"/>
                  </a:lnTo>
                  <a:lnTo>
                    <a:pt x="1176544" y="4007763"/>
                  </a:lnTo>
                  <a:lnTo>
                    <a:pt x="1176652" y="4007763"/>
                  </a:lnTo>
                  <a:lnTo>
                    <a:pt x="1176761" y="4007763"/>
                  </a:lnTo>
                  <a:lnTo>
                    <a:pt x="1176869" y="4007763"/>
                  </a:lnTo>
                  <a:lnTo>
                    <a:pt x="1176977" y="4007763"/>
                  </a:lnTo>
                  <a:lnTo>
                    <a:pt x="1177086" y="4007763"/>
                  </a:lnTo>
                  <a:lnTo>
                    <a:pt x="1177086" y="4007139"/>
                  </a:lnTo>
                  <a:lnTo>
                    <a:pt x="1177194" y="4007139"/>
                  </a:lnTo>
                  <a:lnTo>
                    <a:pt x="1177194" y="4006516"/>
                  </a:lnTo>
                  <a:lnTo>
                    <a:pt x="1177303" y="4006516"/>
                  </a:lnTo>
                  <a:lnTo>
                    <a:pt x="1177411" y="4006516"/>
                  </a:lnTo>
                  <a:lnTo>
                    <a:pt x="1177520" y="4006516"/>
                  </a:lnTo>
                  <a:lnTo>
                    <a:pt x="1177628" y="4006516"/>
                  </a:lnTo>
                  <a:lnTo>
                    <a:pt x="1177737" y="4006516"/>
                  </a:lnTo>
                  <a:lnTo>
                    <a:pt x="1177845" y="4006516"/>
                  </a:lnTo>
                  <a:lnTo>
                    <a:pt x="1177953" y="4006516"/>
                  </a:lnTo>
                  <a:lnTo>
                    <a:pt x="1177953" y="4005892"/>
                  </a:lnTo>
                  <a:lnTo>
                    <a:pt x="1177953" y="4005269"/>
                  </a:lnTo>
                  <a:lnTo>
                    <a:pt x="1178062" y="4005269"/>
                  </a:lnTo>
                  <a:lnTo>
                    <a:pt x="1178170" y="4005269"/>
                  </a:lnTo>
                  <a:lnTo>
                    <a:pt x="1178279" y="4005269"/>
                  </a:lnTo>
                  <a:lnTo>
                    <a:pt x="1178387" y="4005269"/>
                  </a:lnTo>
                  <a:lnTo>
                    <a:pt x="1178387" y="4004645"/>
                  </a:lnTo>
                  <a:lnTo>
                    <a:pt x="1178496" y="4004645"/>
                  </a:lnTo>
                  <a:lnTo>
                    <a:pt x="1178604" y="4004645"/>
                  </a:lnTo>
                  <a:lnTo>
                    <a:pt x="1178713" y="4004645"/>
                  </a:lnTo>
                  <a:lnTo>
                    <a:pt x="1178713" y="4004022"/>
                  </a:lnTo>
                  <a:lnTo>
                    <a:pt x="1178821" y="4004022"/>
                  </a:lnTo>
                  <a:lnTo>
                    <a:pt x="1178821" y="4003398"/>
                  </a:lnTo>
                  <a:lnTo>
                    <a:pt x="1178821" y="4002774"/>
                  </a:lnTo>
                  <a:lnTo>
                    <a:pt x="1178929" y="4002774"/>
                  </a:lnTo>
                  <a:lnTo>
                    <a:pt x="1178929" y="4002151"/>
                  </a:lnTo>
                  <a:lnTo>
                    <a:pt x="1179038" y="4002151"/>
                  </a:lnTo>
                  <a:lnTo>
                    <a:pt x="1179146" y="4002151"/>
                  </a:lnTo>
                  <a:lnTo>
                    <a:pt x="1179255" y="4002151"/>
                  </a:lnTo>
                  <a:lnTo>
                    <a:pt x="1179363" y="4002151"/>
                  </a:lnTo>
                  <a:lnTo>
                    <a:pt x="1179472" y="4002151"/>
                  </a:lnTo>
                  <a:lnTo>
                    <a:pt x="1179580" y="4002151"/>
                  </a:lnTo>
                  <a:lnTo>
                    <a:pt x="1179689" y="4002151"/>
                  </a:lnTo>
                  <a:lnTo>
                    <a:pt x="1179689" y="4001527"/>
                  </a:lnTo>
                  <a:lnTo>
                    <a:pt x="1179797" y="4001527"/>
                  </a:lnTo>
                  <a:lnTo>
                    <a:pt x="1179797" y="4000904"/>
                  </a:lnTo>
                  <a:lnTo>
                    <a:pt x="1179906" y="4000904"/>
                  </a:lnTo>
                  <a:lnTo>
                    <a:pt x="1179906" y="4000280"/>
                  </a:lnTo>
                  <a:lnTo>
                    <a:pt x="1180014" y="4000280"/>
                  </a:lnTo>
                  <a:lnTo>
                    <a:pt x="1180122" y="4000280"/>
                  </a:lnTo>
                  <a:lnTo>
                    <a:pt x="1180231" y="4000280"/>
                  </a:lnTo>
                  <a:lnTo>
                    <a:pt x="1180339" y="4000280"/>
                  </a:lnTo>
                  <a:lnTo>
                    <a:pt x="1180448" y="4000280"/>
                  </a:lnTo>
                  <a:lnTo>
                    <a:pt x="1180556" y="4000280"/>
                  </a:lnTo>
                  <a:lnTo>
                    <a:pt x="1180665" y="4000280"/>
                  </a:lnTo>
                  <a:lnTo>
                    <a:pt x="1180773" y="4000280"/>
                  </a:lnTo>
                  <a:lnTo>
                    <a:pt x="1180882" y="4000280"/>
                  </a:lnTo>
                  <a:lnTo>
                    <a:pt x="1180990" y="4000280"/>
                  </a:lnTo>
                  <a:lnTo>
                    <a:pt x="1181098" y="4000280"/>
                  </a:lnTo>
                  <a:lnTo>
                    <a:pt x="1181098" y="3999656"/>
                  </a:lnTo>
                  <a:lnTo>
                    <a:pt x="1181098" y="3999033"/>
                  </a:lnTo>
                  <a:lnTo>
                    <a:pt x="1181207" y="3999033"/>
                  </a:lnTo>
                  <a:lnTo>
                    <a:pt x="1181207" y="3998409"/>
                  </a:lnTo>
                  <a:lnTo>
                    <a:pt x="1181315" y="3998409"/>
                  </a:lnTo>
                  <a:lnTo>
                    <a:pt x="1181424" y="3998409"/>
                  </a:lnTo>
                  <a:lnTo>
                    <a:pt x="1181424" y="3997786"/>
                  </a:lnTo>
                  <a:lnTo>
                    <a:pt x="1181424" y="3997162"/>
                  </a:lnTo>
                  <a:lnTo>
                    <a:pt x="1181532" y="3997162"/>
                  </a:lnTo>
                  <a:lnTo>
                    <a:pt x="1181532" y="3996539"/>
                  </a:lnTo>
                  <a:lnTo>
                    <a:pt x="1181532" y="3995915"/>
                  </a:lnTo>
                  <a:lnTo>
                    <a:pt x="1181532" y="3995291"/>
                  </a:lnTo>
                  <a:lnTo>
                    <a:pt x="1181641" y="3995291"/>
                  </a:lnTo>
                  <a:lnTo>
                    <a:pt x="1181749" y="3995291"/>
                  </a:lnTo>
                  <a:lnTo>
                    <a:pt x="1181749" y="3994668"/>
                  </a:lnTo>
                  <a:lnTo>
                    <a:pt x="1181858" y="3994668"/>
                  </a:lnTo>
                  <a:lnTo>
                    <a:pt x="1181966" y="3994668"/>
                  </a:lnTo>
                  <a:lnTo>
                    <a:pt x="1182074" y="3994668"/>
                  </a:lnTo>
                  <a:lnTo>
                    <a:pt x="1182183" y="3994668"/>
                  </a:lnTo>
                  <a:lnTo>
                    <a:pt x="1182291" y="3994668"/>
                  </a:lnTo>
                  <a:lnTo>
                    <a:pt x="1182400" y="3994668"/>
                  </a:lnTo>
                  <a:lnTo>
                    <a:pt x="1182508" y="3994668"/>
                  </a:lnTo>
                  <a:lnTo>
                    <a:pt x="1182617" y="3994668"/>
                  </a:lnTo>
                  <a:lnTo>
                    <a:pt x="1182617" y="3994044"/>
                  </a:lnTo>
                  <a:lnTo>
                    <a:pt x="1182725" y="3994044"/>
                  </a:lnTo>
                  <a:lnTo>
                    <a:pt x="1182834" y="3994044"/>
                  </a:lnTo>
                  <a:lnTo>
                    <a:pt x="1182942" y="3994044"/>
                  </a:lnTo>
                  <a:lnTo>
                    <a:pt x="1183050" y="3994044"/>
                  </a:lnTo>
                  <a:lnTo>
                    <a:pt x="1183159" y="3994044"/>
                  </a:lnTo>
                  <a:lnTo>
                    <a:pt x="1183267" y="3994044"/>
                  </a:lnTo>
                  <a:lnTo>
                    <a:pt x="1183376" y="3994044"/>
                  </a:lnTo>
                  <a:lnTo>
                    <a:pt x="1183484" y="3994044"/>
                  </a:lnTo>
                  <a:lnTo>
                    <a:pt x="1183593" y="3994044"/>
                  </a:lnTo>
                  <a:lnTo>
                    <a:pt x="1183701" y="3994044"/>
                  </a:lnTo>
                  <a:lnTo>
                    <a:pt x="1183810" y="3994044"/>
                  </a:lnTo>
                  <a:lnTo>
                    <a:pt x="1183918" y="3994044"/>
                  </a:lnTo>
                  <a:lnTo>
                    <a:pt x="1183918" y="3993421"/>
                  </a:lnTo>
                  <a:lnTo>
                    <a:pt x="1184027" y="3993421"/>
                  </a:lnTo>
                  <a:lnTo>
                    <a:pt x="1184135" y="3993421"/>
                  </a:lnTo>
                  <a:lnTo>
                    <a:pt x="1184243" y="3993421"/>
                  </a:lnTo>
                  <a:lnTo>
                    <a:pt x="1184352" y="3993421"/>
                  </a:lnTo>
                  <a:lnTo>
                    <a:pt x="1184460" y="3993421"/>
                  </a:lnTo>
                  <a:lnTo>
                    <a:pt x="1184460" y="3992797"/>
                  </a:lnTo>
                  <a:lnTo>
                    <a:pt x="1184569" y="3992797"/>
                  </a:lnTo>
                  <a:lnTo>
                    <a:pt x="1184677" y="3992797"/>
                  </a:lnTo>
                  <a:lnTo>
                    <a:pt x="1184786" y="3992797"/>
                  </a:lnTo>
                  <a:lnTo>
                    <a:pt x="1184894" y="3992797"/>
                  </a:lnTo>
                  <a:lnTo>
                    <a:pt x="1184894" y="3992174"/>
                  </a:lnTo>
                  <a:lnTo>
                    <a:pt x="1185003" y="3992174"/>
                  </a:lnTo>
                  <a:lnTo>
                    <a:pt x="1185111" y="3992174"/>
                  </a:lnTo>
                  <a:lnTo>
                    <a:pt x="1185219" y="3992174"/>
                  </a:lnTo>
                  <a:lnTo>
                    <a:pt x="1185328" y="3992174"/>
                  </a:lnTo>
                  <a:lnTo>
                    <a:pt x="1185436" y="3992174"/>
                  </a:lnTo>
                  <a:lnTo>
                    <a:pt x="1185545" y="3992174"/>
                  </a:lnTo>
                  <a:lnTo>
                    <a:pt x="1185653" y="3992174"/>
                  </a:lnTo>
                  <a:lnTo>
                    <a:pt x="1185762" y="3992174"/>
                  </a:lnTo>
                  <a:lnTo>
                    <a:pt x="1185870" y="3992174"/>
                  </a:lnTo>
                  <a:lnTo>
                    <a:pt x="1185979" y="3992174"/>
                  </a:lnTo>
                  <a:lnTo>
                    <a:pt x="1186087" y="3992174"/>
                  </a:lnTo>
                  <a:lnTo>
                    <a:pt x="1186195" y="3992174"/>
                  </a:lnTo>
                  <a:lnTo>
                    <a:pt x="1186304" y="3992174"/>
                  </a:lnTo>
                  <a:lnTo>
                    <a:pt x="1186412" y="3992174"/>
                  </a:lnTo>
                  <a:lnTo>
                    <a:pt x="1186412" y="3991550"/>
                  </a:lnTo>
                  <a:lnTo>
                    <a:pt x="1186521" y="3991550"/>
                  </a:lnTo>
                  <a:lnTo>
                    <a:pt x="1186629" y="3991550"/>
                  </a:lnTo>
                  <a:lnTo>
                    <a:pt x="1186738" y="3991550"/>
                  </a:lnTo>
                  <a:lnTo>
                    <a:pt x="1186738" y="3990926"/>
                  </a:lnTo>
                  <a:lnTo>
                    <a:pt x="1186846" y="3990926"/>
                  </a:lnTo>
                  <a:lnTo>
                    <a:pt x="1186955" y="3990926"/>
                  </a:lnTo>
                  <a:lnTo>
                    <a:pt x="1187063" y="3990926"/>
                  </a:lnTo>
                  <a:lnTo>
                    <a:pt x="1187063" y="3990303"/>
                  </a:lnTo>
                  <a:lnTo>
                    <a:pt x="1187063" y="3989679"/>
                  </a:lnTo>
                  <a:lnTo>
                    <a:pt x="1187171" y="3989679"/>
                  </a:lnTo>
                  <a:lnTo>
                    <a:pt x="1187280" y="3989679"/>
                  </a:lnTo>
                  <a:lnTo>
                    <a:pt x="1187388" y="3989679"/>
                  </a:lnTo>
                  <a:lnTo>
                    <a:pt x="1187497" y="3989679"/>
                  </a:lnTo>
                  <a:lnTo>
                    <a:pt x="1187605" y="3989679"/>
                  </a:lnTo>
                  <a:lnTo>
                    <a:pt x="1187714" y="3989679"/>
                  </a:lnTo>
                  <a:lnTo>
                    <a:pt x="1187714" y="3989056"/>
                  </a:lnTo>
                  <a:lnTo>
                    <a:pt x="1187714" y="3988432"/>
                  </a:lnTo>
                  <a:lnTo>
                    <a:pt x="1187822" y="3988432"/>
                  </a:lnTo>
                  <a:lnTo>
                    <a:pt x="1187931" y="3988432"/>
                  </a:lnTo>
                  <a:lnTo>
                    <a:pt x="1188039" y="3988432"/>
                  </a:lnTo>
                  <a:lnTo>
                    <a:pt x="1188039" y="3987808"/>
                  </a:lnTo>
                  <a:lnTo>
                    <a:pt x="1188148" y="3987808"/>
                  </a:lnTo>
                  <a:lnTo>
                    <a:pt x="1188256" y="3987808"/>
                  </a:lnTo>
                  <a:lnTo>
                    <a:pt x="1188256" y="3987185"/>
                  </a:lnTo>
                  <a:lnTo>
                    <a:pt x="1188256" y="3986561"/>
                  </a:lnTo>
                  <a:lnTo>
                    <a:pt x="1188364" y="3986561"/>
                  </a:lnTo>
                  <a:lnTo>
                    <a:pt x="1188473" y="3986561"/>
                  </a:lnTo>
                  <a:lnTo>
                    <a:pt x="1188581" y="3986561"/>
                  </a:lnTo>
                  <a:lnTo>
                    <a:pt x="1188690" y="3986561"/>
                  </a:lnTo>
                  <a:lnTo>
                    <a:pt x="1188798" y="3986561"/>
                  </a:lnTo>
                  <a:lnTo>
                    <a:pt x="1188798" y="3985938"/>
                  </a:lnTo>
                  <a:lnTo>
                    <a:pt x="1188907" y="3985938"/>
                  </a:lnTo>
                  <a:lnTo>
                    <a:pt x="1188907" y="3985314"/>
                  </a:lnTo>
                  <a:lnTo>
                    <a:pt x="1188907" y="3984691"/>
                  </a:lnTo>
                  <a:lnTo>
                    <a:pt x="1189015" y="3984691"/>
                  </a:lnTo>
                  <a:lnTo>
                    <a:pt x="1189124" y="3984691"/>
                  </a:lnTo>
                  <a:lnTo>
                    <a:pt x="1189124" y="3984067"/>
                  </a:lnTo>
                  <a:lnTo>
                    <a:pt x="1189124" y="3983443"/>
                  </a:lnTo>
                  <a:lnTo>
                    <a:pt x="1189232" y="3983443"/>
                  </a:lnTo>
                  <a:lnTo>
                    <a:pt x="1189340" y="3983443"/>
                  </a:lnTo>
                  <a:lnTo>
                    <a:pt x="1189449" y="3983443"/>
                  </a:lnTo>
                  <a:lnTo>
                    <a:pt x="1189557" y="3983443"/>
                  </a:lnTo>
                  <a:lnTo>
                    <a:pt x="1189557" y="3982820"/>
                  </a:lnTo>
                  <a:lnTo>
                    <a:pt x="1189666" y="3982820"/>
                  </a:lnTo>
                  <a:lnTo>
                    <a:pt x="1189666" y="3982196"/>
                  </a:lnTo>
                  <a:lnTo>
                    <a:pt x="1189774" y="3982196"/>
                  </a:lnTo>
                  <a:lnTo>
                    <a:pt x="1189883" y="3982196"/>
                  </a:lnTo>
                  <a:lnTo>
                    <a:pt x="1189991" y="3982196"/>
                  </a:lnTo>
                  <a:lnTo>
                    <a:pt x="1190100" y="3982196"/>
                  </a:lnTo>
                  <a:lnTo>
                    <a:pt x="1190208" y="3982196"/>
                  </a:lnTo>
                  <a:lnTo>
                    <a:pt x="1190316" y="3982196"/>
                  </a:lnTo>
                  <a:lnTo>
                    <a:pt x="1190425" y="3982196"/>
                  </a:lnTo>
                  <a:lnTo>
                    <a:pt x="1190533" y="3982196"/>
                  </a:lnTo>
                  <a:lnTo>
                    <a:pt x="1190642" y="3982196"/>
                  </a:lnTo>
                  <a:lnTo>
                    <a:pt x="1190750" y="3982196"/>
                  </a:lnTo>
                  <a:lnTo>
                    <a:pt x="1190750" y="3981573"/>
                  </a:lnTo>
                  <a:lnTo>
                    <a:pt x="1190859" y="3981573"/>
                  </a:lnTo>
                  <a:lnTo>
                    <a:pt x="1190967" y="3981573"/>
                  </a:lnTo>
                  <a:lnTo>
                    <a:pt x="1191076" y="3981573"/>
                  </a:lnTo>
                  <a:lnTo>
                    <a:pt x="1191184" y="3981573"/>
                  </a:lnTo>
                  <a:lnTo>
                    <a:pt x="1191292" y="3981573"/>
                  </a:lnTo>
                  <a:lnTo>
                    <a:pt x="1191292" y="3980949"/>
                  </a:lnTo>
                  <a:lnTo>
                    <a:pt x="1191401" y="3980949"/>
                  </a:lnTo>
                  <a:lnTo>
                    <a:pt x="1191509" y="3980949"/>
                  </a:lnTo>
                  <a:lnTo>
                    <a:pt x="1191618" y="3980949"/>
                  </a:lnTo>
                  <a:lnTo>
                    <a:pt x="1191618" y="3980325"/>
                  </a:lnTo>
                  <a:lnTo>
                    <a:pt x="1191726" y="3980325"/>
                  </a:lnTo>
                  <a:lnTo>
                    <a:pt x="1191726" y="3979702"/>
                  </a:lnTo>
                  <a:lnTo>
                    <a:pt x="1191835" y="3979702"/>
                  </a:lnTo>
                  <a:lnTo>
                    <a:pt x="1191943" y="3979702"/>
                  </a:lnTo>
                  <a:lnTo>
                    <a:pt x="1191943" y="3979078"/>
                  </a:lnTo>
                  <a:lnTo>
                    <a:pt x="1192052" y="3979078"/>
                  </a:lnTo>
                  <a:lnTo>
                    <a:pt x="1192160" y="3979078"/>
                  </a:lnTo>
                  <a:lnTo>
                    <a:pt x="1192269" y="3979078"/>
                  </a:lnTo>
                  <a:lnTo>
                    <a:pt x="1192377" y="3979078"/>
                  </a:lnTo>
                  <a:lnTo>
                    <a:pt x="1192485" y="3979078"/>
                  </a:lnTo>
                  <a:lnTo>
                    <a:pt x="1192594" y="3979078"/>
                  </a:lnTo>
                  <a:lnTo>
                    <a:pt x="1192702" y="3979078"/>
                  </a:lnTo>
                  <a:lnTo>
                    <a:pt x="1192811" y="3979078"/>
                  </a:lnTo>
                  <a:lnTo>
                    <a:pt x="1192919" y="3979078"/>
                  </a:lnTo>
                  <a:lnTo>
                    <a:pt x="1193028" y="3979078"/>
                  </a:lnTo>
                  <a:lnTo>
                    <a:pt x="1193136" y="3979078"/>
                  </a:lnTo>
                  <a:lnTo>
                    <a:pt x="1193245" y="3979078"/>
                  </a:lnTo>
                  <a:lnTo>
                    <a:pt x="1193353" y="3979078"/>
                  </a:lnTo>
                  <a:lnTo>
                    <a:pt x="1193461" y="3979078"/>
                  </a:lnTo>
                  <a:lnTo>
                    <a:pt x="1193570" y="3979078"/>
                  </a:lnTo>
                  <a:lnTo>
                    <a:pt x="1193678" y="3979078"/>
                  </a:lnTo>
                  <a:lnTo>
                    <a:pt x="1193787" y="3979078"/>
                  </a:lnTo>
                  <a:lnTo>
                    <a:pt x="1193787" y="3978455"/>
                  </a:lnTo>
                  <a:lnTo>
                    <a:pt x="1193895" y="3978455"/>
                  </a:lnTo>
                  <a:lnTo>
                    <a:pt x="1193895" y="3977831"/>
                  </a:lnTo>
                  <a:lnTo>
                    <a:pt x="1193895" y="3977208"/>
                  </a:lnTo>
                  <a:lnTo>
                    <a:pt x="1193895" y="3976584"/>
                  </a:lnTo>
                  <a:lnTo>
                    <a:pt x="1193895" y="3975960"/>
                  </a:lnTo>
                  <a:lnTo>
                    <a:pt x="1194004" y="3975960"/>
                  </a:lnTo>
                  <a:lnTo>
                    <a:pt x="1194112" y="3975960"/>
                  </a:lnTo>
                  <a:lnTo>
                    <a:pt x="1194221" y="3975960"/>
                  </a:lnTo>
                  <a:lnTo>
                    <a:pt x="1194329" y="3975960"/>
                  </a:lnTo>
                  <a:lnTo>
                    <a:pt x="1194329" y="3975337"/>
                  </a:lnTo>
                  <a:lnTo>
                    <a:pt x="1194329" y="3974713"/>
                  </a:lnTo>
                  <a:lnTo>
                    <a:pt x="1194437" y="3974713"/>
                  </a:lnTo>
                  <a:lnTo>
                    <a:pt x="1194546" y="3974713"/>
                  </a:lnTo>
                  <a:lnTo>
                    <a:pt x="1194654" y="3974713"/>
                  </a:lnTo>
                  <a:lnTo>
                    <a:pt x="1194763" y="3974713"/>
                  </a:lnTo>
                  <a:lnTo>
                    <a:pt x="1194871" y="3974713"/>
                  </a:lnTo>
                  <a:lnTo>
                    <a:pt x="1194871" y="3974090"/>
                  </a:lnTo>
                  <a:lnTo>
                    <a:pt x="1194980" y="3974090"/>
                  </a:lnTo>
                  <a:lnTo>
                    <a:pt x="1195088" y="3974090"/>
                  </a:lnTo>
                  <a:lnTo>
                    <a:pt x="1195197" y="3974090"/>
                  </a:lnTo>
                  <a:lnTo>
                    <a:pt x="1195305" y="3974090"/>
                  </a:lnTo>
                  <a:lnTo>
                    <a:pt x="1195413" y="3974090"/>
                  </a:lnTo>
                  <a:lnTo>
                    <a:pt x="1195522" y="3974090"/>
                  </a:lnTo>
                  <a:lnTo>
                    <a:pt x="1195630" y="3974090"/>
                  </a:lnTo>
                  <a:lnTo>
                    <a:pt x="1195739" y="3974090"/>
                  </a:lnTo>
                  <a:lnTo>
                    <a:pt x="1195847" y="3974090"/>
                  </a:lnTo>
                  <a:lnTo>
                    <a:pt x="1195956" y="3974090"/>
                  </a:lnTo>
                  <a:lnTo>
                    <a:pt x="1196064" y="3974090"/>
                  </a:lnTo>
                  <a:lnTo>
                    <a:pt x="1196064" y="3973466"/>
                  </a:lnTo>
                  <a:lnTo>
                    <a:pt x="1196064" y="3972842"/>
                  </a:lnTo>
                  <a:lnTo>
                    <a:pt x="1196064" y="3972219"/>
                  </a:lnTo>
                  <a:lnTo>
                    <a:pt x="1196173" y="3972219"/>
                  </a:lnTo>
                  <a:lnTo>
                    <a:pt x="1196173" y="3971595"/>
                  </a:lnTo>
                  <a:lnTo>
                    <a:pt x="1196281" y="3971595"/>
                  </a:lnTo>
                  <a:lnTo>
                    <a:pt x="1196389" y="3971595"/>
                  </a:lnTo>
                  <a:lnTo>
                    <a:pt x="1196389" y="3970972"/>
                  </a:lnTo>
                  <a:lnTo>
                    <a:pt x="1196498" y="3970972"/>
                  </a:lnTo>
                  <a:lnTo>
                    <a:pt x="1196606" y="3970972"/>
                  </a:lnTo>
                  <a:lnTo>
                    <a:pt x="1196715" y="3970972"/>
                  </a:lnTo>
                  <a:lnTo>
                    <a:pt x="1196823" y="3970972"/>
                  </a:lnTo>
                  <a:lnTo>
                    <a:pt x="1196823" y="3970348"/>
                  </a:lnTo>
                  <a:lnTo>
                    <a:pt x="1196823" y="3969725"/>
                  </a:lnTo>
                  <a:lnTo>
                    <a:pt x="1196932" y="3969725"/>
                  </a:lnTo>
                  <a:lnTo>
                    <a:pt x="1197040" y="3969725"/>
                  </a:lnTo>
                  <a:lnTo>
                    <a:pt x="1197040" y="3969101"/>
                  </a:lnTo>
                  <a:lnTo>
                    <a:pt x="1197149" y="3969101"/>
                  </a:lnTo>
                  <a:lnTo>
                    <a:pt x="1197257" y="3969101"/>
                  </a:lnTo>
                  <a:lnTo>
                    <a:pt x="1197257" y="3968477"/>
                  </a:lnTo>
                  <a:lnTo>
                    <a:pt x="1197366" y="3968477"/>
                  </a:lnTo>
                  <a:lnTo>
                    <a:pt x="1197474" y="3968477"/>
                  </a:lnTo>
                  <a:lnTo>
                    <a:pt x="1197582" y="3968477"/>
                  </a:lnTo>
                  <a:lnTo>
                    <a:pt x="1197691" y="3968477"/>
                  </a:lnTo>
                  <a:lnTo>
                    <a:pt x="1197799" y="3968477"/>
                  </a:lnTo>
                  <a:lnTo>
                    <a:pt x="1197908" y="3968477"/>
                  </a:lnTo>
                  <a:lnTo>
                    <a:pt x="1198016" y="3968477"/>
                  </a:lnTo>
                  <a:lnTo>
                    <a:pt x="1198125" y="3968477"/>
                  </a:lnTo>
                  <a:lnTo>
                    <a:pt x="1198125" y="3967854"/>
                  </a:lnTo>
                  <a:lnTo>
                    <a:pt x="1198233" y="3967854"/>
                  </a:lnTo>
                  <a:lnTo>
                    <a:pt x="1198342" y="3967854"/>
                  </a:lnTo>
                  <a:lnTo>
                    <a:pt x="1198450" y="3967854"/>
                  </a:lnTo>
                  <a:lnTo>
                    <a:pt x="1198558" y="3967854"/>
                  </a:lnTo>
                  <a:lnTo>
                    <a:pt x="1198667" y="3967854"/>
                  </a:lnTo>
                  <a:lnTo>
                    <a:pt x="1198667" y="3967230"/>
                  </a:lnTo>
                  <a:lnTo>
                    <a:pt x="1198775" y="3967230"/>
                  </a:lnTo>
                  <a:lnTo>
                    <a:pt x="1198884" y="3967230"/>
                  </a:lnTo>
                  <a:lnTo>
                    <a:pt x="1198884" y="3966607"/>
                  </a:lnTo>
                  <a:lnTo>
                    <a:pt x="1198884" y="3965983"/>
                  </a:lnTo>
                  <a:lnTo>
                    <a:pt x="1198992" y="3965983"/>
                  </a:lnTo>
                  <a:lnTo>
                    <a:pt x="1199101" y="3965983"/>
                  </a:lnTo>
                  <a:lnTo>
                    <a:pt x="1199209" y="3965983"/>
                  </a:lnTo>
                  <a:lnTo>
                    <a:pt x="1199318" y="3965983"/>
                  </a:lnTo>
                  <a:lnTo>
                    <a:pt x="1199318" y="3965359"/>
                  </a:lnTo>
                  <a:lnTo>
                    <a:pt x="1199426" y="3965359"/>
                  </a:lnTo>
                  <a:lnTo>
                    <a:pt x="1199534" y="3965359"/>
                  </a:lnTo>
                  <a:lnTo>
                    <a:pt x="1199534" y="3964736"/>
                  </a:lnTo>
                  <a:lnTo>
                    <a:pt x="1199643" y="3964736"/>
                  </a:lnTo>
                  <a:lnTo>
                    <a:pt x="1199751" y="3964736"/>
                  </a:lnTo>
                  <a:lnTo>
                    <a:pt x="1199751" y="3964112"/>
                  </a:lnTo>
                  <a:lnTo>
                    <a:pt x="1199860" y="3964112"/>
                  </a:lnTo>
                  <a:lnTo>
                    <a:pt x="1199968" y="3964112"/>
                  </a:lnTo>
                  <a:lnTo>
                    <a:pt x="1200077" y="3964112"/>
                  </a:lnTo>
                  <a:lnTo>
                    <a:pt x="1200185" y="3964112"/>
                  </a:lnTo>
                  <a:lnTo>
                    <a:pt x="1200294" y="3964112"/>
                  </a:lnTo>
                  <a:lnTo>
                    <a:pt x="1200402" y="3964112"/>
                  </a:lnTo>
                  <a:lnTo>
                    <a:pt x="1200510" y="3964112"/>
                  </a:lnTo>
                  <a:lnTo>
                    <a:pt x="1200619" y="3964112"/>
                  </a:lnTo>
                  <a:lnTo>
                    <a:pt x="1200619" y="3963489"/>
                  </a:lnTo>
                  <a:lnTo>
                    <a:pt x="1200619" y="3962865"/>
                  </a:lnTo>
                  <a:lnTo>
                    <a:pt x="1200727" y="3962865"/>
                  </a:lnTo>
                  <a:lnTo>
                    <a:pt x="1200836" y="3962865"/>
                  </a:lnTo>
                  <a:lnTo>
                    <a:pt x="1200944" y="3962865"/>
                  </a:lnTo>
                  <a:lnTo>
                    <a:pt x="1201053" y="3962865"/>
                  </a:lnTo>
                  <a:lnTo>
                    <a:pt x="1201161" y="3962865"/>
                  </a:lnTo>
                  <a:lnTo>
                    <a:pt x="1201270" y="3962865"/>
                  </a:lnTo>
                  <a:lnTo>
                    <a:pt x="1201270" y="3962242"/>
                  </a:lnTo>
                  <a:lnTo>
                    <a:pt x="1201378" y="3962242"/>
                  </a:lnTo>
                  <a:lnTo>
                    <a:pt x="1201378" y="3961618"/>
                  </a:lnTo>
                  <a:lnTo>
                    <a:pt x="1201487" y="3961618"/>
                  </a:lnTo>
                  <a:lnTo>
                    <a:pt x="1201595" y="3961618"/>
                  </a:lnTo>
                  <a:lnTo>
                    <a:pt x="1201703" y="3961618"/>
                  </a:lnTo>
                  <a:lnTo>
                    <a:pt x="1201812" y="3961618"/>
                  </a:lnTo>
                  <a:lnTo>
                    <a:pt x="1201920" y="3961618"/>
                  </a:lnTo>
                  <a:lnTo>
                    <a:pt x="1202029" y="3961618"/>
                  </a:lnTo>
                  <a:lnTo>
                    <a:pt x="1202137" y="3961618"/>
                  </a:lnTo>
                  <a:lnTo>
                    <a:pt x="1202246" y="3961618"/>
                  </a:lnTo>
                  <a:lnTo>
                    <a:pt x="1202246" y="3960994"/>
                  </a:lnTo>
                  <a:lnTo>
                    <a:pt x="1202354" y="3960994"/>
                  </a:lnTo>
                  <a:lnTo>
                    <a:pt x="1202463" y="3960994"/>
                  </a:lnTo>
                  <a:lnTo>
                    <a:pt x="1202463" y="3960371"/>
                  </a:lnTo>
                  <a:lnTo>
                    <a:pt x="1202463" y="3959747"/>
                  </a:lnTo>
                  <a:lnTo>
                    <a:pt x="1202571" y="3959747"/>
                  </a:lnTo>
                  <a:lnTo>
                    <a:pt x="1202679" y="3959747"/>
                  </a:lnTo>
                  <a:lnTo>
                    <a:pt x="1202679" y="3959124"/>
                  </a:lnTo>
                  <a:lnTo>
                    <a:pt x="1202679" y="3958500"/>
                  </a:lnTo>
                  <a:lnTo>
                    <a:pt x="1202788" y="3958500"/>
                  </a:lnTo>
                  <a:lnTo>
                    <a:pt x="1202896" y="3958500"/>
                  </a:lnTo>
                  <a:lnTo>
                    <a:pt x="1203005" y="3958500"/>
                  </a:lnTo>
                  <a:lnTo>
                    <a:pt x="1203113" y="3958500"/>
                  </a:lnTo>
                  <a:lnTo>
                    <a:pt x="1203113" y="3957876"/>
                  </a:lnTo>
                  <a:lnTo>
                    <a:pt x="1203222" y="3957876"/>
                  </a:lnTo>
                  <a:lnTo>
                    <a:pt x="1203330" y="3957876"/>
                  </a:lnTo>
                  <a:lnTo>
                    <a:pt x="1203439" y="3957876"/>
                  </a:lnTo>
                  <a:lnTo>
                    <a:pt x="1203547" y="3957876"/>
                  </a:lnTo>
                  <a:lnTo>
                    <a:pt x="1203655" y="3957876"/>
                  </a:lnTo>
                  <a:lnTo>
                    <a:pt x="1203764" y="3957876"/>
                  </a:lnTo>
                  <a:lnTo>
                    <a:pt x="1203872" y="3957876"/>
                  </a:lnTo>
                  <a:lnTo>
                    <a:pt x="1203872" y="3957253"/>
                  </a:lnTo>
                  <a:lnTo>
                    <a:pt x="1203981" y="3957253"/>
                  </a:lnTo>
                  <a:lnTo>
                    <a:pt x="1204089" y="3957253"/>
                  </a:lnTo>
                  <a:lnTo>
                    <a:pt x="1204198" y="3957253"/>
                  </a:lnTo>
                  <a:lnTo>
                    <a:pt x="1204306" y="3957253"/>
                  </a:lnTo>
                  <a:lnTo>
                    <a:pt x="1204415" y="3957253"/>
                  </a:lnTo>
                  <a:lnTo>
                    <a:pt x="1204523" y="3957253"/>
                  </a:lnTo>
                  <a:lnTo>
                    <a:pt x="1204631" y="3957253"/>
                  </a:lnTo>
                  <a:lnTo>
                    <a:pt x="1204740" y="3957253"/>
                  </a:lnTo>
                  <a:lnTo>
                    <a:pt x="1204848" y="3957253"/>
                  </a:lnTo>
                  <a:lnTo>
                    <a:pt x="1204957" y="3957253"/>
                  </a:lnTo>
                  <a:lnTo>
                    <a:pt x="1205065" y="3957253"/>
                  </a:lnTo>
                  <a:lnTo>
                    <a:pt x="1205174" y="3957253"/>
                  </a:lnTo>
                  <a:lnTo>
                    <a:pt x="1205282" y="3957253"/>
                  </a:lnTo>
                  <a:lnTo>
                    <a:pt x="1205391" y="3957253"/>
                  </a:lnTo>
                  <a:lnTo>
                    <a:pt x="1205499" y="3957253"/>
                  </a:lnTo>
                  <a:lnTo>
                    <a:pt x="1205608" y="3957253"/>
                  </a:lnTo>
                  <a:lnTo>
                    <a:pt x="1205716" y="3957253"/>
                  </a:lnTo>
                  <a:lnTo>
                    <a:pt x="1205716" y="3956629"/>
                  </a:lnTo>
                  <a:lnTo>
                    <a:pt x="1205824" y="3956629"/>
                  </a:lnTo>
                  <a:lnTo>
                    <a:pt x="1205933" y="3956629"/>
                  </a:lnTo>
                  <a:lnTo>
                    <a:pt x="1206041" y="3956629"/>
                  </a:lnTo>
                  <a:lnTo>
                    <a:pt x="1206150" y="3956629"/>
                  </a:lnTo>
                  <a:lnTo>
                    <a:pt x="1206258" y="3956629"/>
                  </a:lnTo>
                  <a:lnTo>
                    <a:pt x="1206367" y="3956629"/>
                  </a:lnTo>
                  <a:lnTo>
                    <a:pt x="1206475" y="3956629"/>
                  </a:lnTo>
                  <a:lnTo>
                    <a:pt x="1206475" y="3956006"/>
                  </a:lnTo>
                  <a:lnTo>
                    <a:pt x="1206584" y="3956006"/>
                  </a:lnTo>
                  <a:lnTo>
                    <a:pt x="1206692" y="3956006"/>
                  </a:lnTo>
                  <a:lnTo>
                    <a:pt x="1206692" y="3955382"/>
                  </a:lnTo>
                  <a:lnTo>
                    <a:pt x="1206800" y="3955382"/>
                  </a:lnTo>
                  <a:lnTo>
                    <a:pt x="1206909" y="3955382"/>
                  </a:lnTo>
                  <a:lnTo>
                    <a:pt x="1206909" y="3954759"/>
                  </a:lnTo>
                  <a:lnTo>
                    <a:pt x="1206909" y="3954135"/>
                  </a:lnTo>
                  <a:lnTo>
                    <a:pt x="1207017" y="3954135"/>
                  </a:lnTo>
                  <a:lnTo>
                    <a:pt x="1207126" y="3954135"/>
                  </a:lnTo>
                  <a:lnTo>
                    <a:pt x="1207234" y="3954135"/>
                  </a:lnTo>
                  <a:lnTo>
                    <a:pt x="1207234" y="3953511"/>
                  </a:lnTo>
                  <a:lnTo>
                    <a:pt x="1207343" y="3953511"/>
                  </a:lnTo>
                  <a:lnTo>
                    <a:pt x="1207451" y="3953511"/>
                  </a:lnTo>
                  <a:lnTo>
                    <a:pt x="1207560" y="3953511"/>
                  </a:lnTo>
                  <a:lnTo>
                    <a:pt x="1207668" y="3953511"/>
                  </a:lnTo>
                  <a:lnTo>
                    <a:pt x="1207668" y="3952888"/>
                  </a:lnTo>
                  <a:lnTo>
                    <a:pt x="1207668" y="3952264"/>
                  </a:lnTo>
                  <a:lnTo>
                    <a:pt x="1207668" y="3951641"/>
                  </a:lnTo>
                  <a:lnTo>
                    <a:pt x="1207776" y="3951641"/>
                  </a:lnTo>
                  <a:lnTo>
                    <a:pt x="1207885" y="3951641"/>
                  </a:lnTo>
                  <a:lnTo>
                    <a:pt x="1207993" y="3951641"/>
                  </a:lnTo>
                  <a:lnTo>
                    <a:pt x="1207993" y="3951017"/>
                  </a:lnTo>
                  <a:lnTo>
                    <a:pt x="1208102" y="3951017"/>
                  </a:lnTo>
                  <a:lnTo>
                    <a:pt x="1208210" y="3951017"/>
                  </a:lnTo>
                  <a:lnTo>
                    <a:pt x="1208210" y="3950393"/>
                  </a:lnTo>
                  <a:lnTo>
                    <a:pt x="1208319" y="3950393"/>
                  </a:lnTo>
                  <a:lnTo>
                    <a:pt x="1208427" y="3950393"/>
                  </a:lnTo>
                  <a:lnTo>
                    <a:pt x="1208427" y="3949770"/>
                  </a:lnTo>
                  <a:lnTo>
                    <a:pt x="1208536" y="3949770"/>
                  </a:lnTo>
                  <a:lnTo>
                    <a:pt x="1208644" y="3949770"/>
                  </a:lnTo>
                  <a:lnTo>
                    <a:pt x="1208644" y="3949146"/>
                  </a:lnTo>
                  <a:lnTo>
                    <a:pt x="1208752" y="3949146"/>
                  </a:lnTo>
                  <a:lnTo>
                    <a:pt x="1208861" y="3949146"/>
                  </a:lnTo>
                  <a:lnTo>
                    <a:pt x="1208969" y="3949146"/>
                  </a:lnTo>
                  <a:lnTo>
                    <a:pt x="1209078" y="3949146"/>
                  </a:lnTo>
                  <a:lnTo>
                    <a:pt x="1209186" y="3949146"/>
                  </a:lnTo>
                  <a:lnTo>
                    <a:pt x="1209295" y="3949146"/>
                  </a:lnTo>
                  <a:lnTo>
                    <a:pt x="1209403" y="3949146"/>
                  </a:lnTo>
                  <a:lnTo>
                    <a:pt x="1209403" y="3948523"/>
                  </a:lnTo>
                  <a:lnTo>
                    <a:pt x="1209403" y="3947899"/>
                  </a:lnTo>
                  <a:lnTo>
                    <a:pt x="1209403" y="3947276"/>
                  </a:lnTo>
                  <a:lnTo>
                    <a:pt x="1209403" y="3946652"/>
                  </a:lnTo>
                  <a:lnTo>
                    <a:pt x="1209403" y="3946028"/>
                  </a:lnTo>
                  <a:lnTo>
                    <a:pt x="1209512" y="3946028"/>
                  </a:lnTo>
                  <a:lnTo>
                    <a:pt x="1209620" y="3946028"/>
                  </a:lnTo>
                  <a:lnTo>
                    <a:pt x="1209729" y="3946028"/>
                  </a:lnTo>
                  <a:lnTo>
                    <a:pt x="1209837" y="3946028"/>
                  </a:lnTo>
                  <a:lnTo>
                    <a:pt x="1209837" y="3945405"/>
                  </a:lnTo>
                  <a:lnTo>
                    <a:pt x="1209945" y="3945405"/>
                  </a:lnTo>
                  <a:lnTo>
                    <a:pt x="1210054" y="3945405"/>
                  </a:lnTo>
                  <a:lnTo>
                    <a:pt x="1210162" y="3945405"/>
                  </a:lnTo>
                  <a:lnTo>
                    <a:pt x="1210271" y="3945405"/>
                  </a:lnTo>
                  <a:lnTo>
                    <a:pt x="1210379" y="3945405"/>
                  </a:lnTo>
                  <a:lnTo>
                    <a:pt x="1210488" y="3945405"/>
                  </a:lnTo>
                  <a:lnTo>
                    <a:pt x="1210596" y="3945405"/>
                  </a:lnTo>
                  <a:lnTo>
                    <a:pt x="1210705" y="3945405"/>
                  </a:lnTo>
                  <a:lnTo>
                    <a:pt x="1210705" y="3944781"/>
                  </a:lnTo>
                  <a:lnTo>
                    <a:pt x="1210705" y="3944158"/>
                  </a:lnTo>
                  <a:lnTo>
                    <a:pt x="1210813" y="3944158"/>
                  </a:lnTo>
                  <a:lnTo>
                    <a:pt x="1210813" y="3943534"/>
                  </a:lnTo>
                  <a:lnTo>
                    <a:pt x="1210813" y="3942911"/>
                  </a:lnTo>
                  <a:lnTo>
                    <a:pt x="1210813" y="3942287"/>
                  </a:lnTo>
                  <a:lnTo>
                    <a:pt x="1210921" y="3942287"/>
                  </a:lnTo>
                  <a:lnTo>
                    <a:pt x="1210921" y="3941663"/>
                  </a:lnTo>
                  <a:lnTo>
                    <a:pt x="1211030" y="3941663"/>
                  </a:lnTo>
                  <a:lnTo>
                    <a:pt x="1211138" y="3941663"/>
                  </a:lnTo>
                  <a:lnTo>
                    <a:pt x="1211247" y="3941663"/>
                  </a:lnTo>
                  <a:lnTo>
                    <a:pt x="1211355" y="3941663"/>
                  </a:lnTo>
                  <a:lnTo>
                    <a:pt x="1211464" y="3941663"/>
                  </a:lnTo>
                  <a:lnTo>
                    <a:pt x="1211572" y="3941663"/>
                  </a:lnTo>
                  <a:lnTo>
                    <a:pt x="1211681" y="3941663"/>
                  </a:lnTo>
                  <a:lnTo>
                    <a:pt x="1211789" y="3941663"/>
                  </a:lnTo>
                  <a:lnTo>
                    <a:pt x="1211897" y="3941663"/>
                  </a:lnTo>
                  <a:lnTo>
                    <a:pt x="1212006" y="3941663"/>
                  </a:lnTo>
                  <a:lnTo>
                    <a:pt x="1212114" y="3941663"/>
                  </a:lnTo>
                  <a:lnTo>
                    <a:pt x="1212114" y="3941040"/>
                  </a:lnTo>
                  <a:lnTo>
                    <a:pt x="1212223" y="3941040"/>
                  </a:lnTo>
                  <a:lnTo>
                    <a:pt x="1212223" y="3940416"/>
                  </a:lnTo>
                  <a:lnTo>
                    <a:pt x="1212331" y="3940416"/>
                  </a:lnTo>
                  <a:lnTo>
                    <a:pt x="1212440" y="3940416"/>
                  </a:lnTo>
                  <a:lnTo>
                    <a:pt x="1212548" y="3940416"/>
                  </a:lnTo>
                  <a:lnTo>
                    <a:pt x="1212657" y="3940416"/>
                  </a:lnTo>
                  <a:lnTo>
                    <a:pt x="1212765" y="3940416"/>
                  </a:lnTo>
                  <a:lnTo>
                    <a:pt x="1212765" y="3939793"/>
                  </a:lnTo>
                  <a:lnTo>
                    <a:pt x="1212873" y="3939793"/>
                  </a:lnTo>
                  <a:lnTo>
                    <a:pt x="1212982" y="3939793"/>
                  </a:lnTo>
                  <a:lnTo>
                    <a:pt x="1213090" y="3939793"/>
                  </a:lnTo>
                  <a:lnTo>
                    <a:pt x="1213199" y="3939793"/>
                  </a:lnTo>
                  <a:lnTo>
                    <a:pt x="1213307" y="3939793"/>
                  </a:lnTo>
                  <a:lnTo>
                    <a:pt x="1213416" y="3939793"/>
                  </a:lnTo>
                  <a:lnTo>
                    <a:pt x="1213416" y="3939169"/>
                  </a:lnTo>
                  <a:lnTo>
                    <a:pt x="1213416" y="3938545"/>
                  </a:lnTo>
                  <a:lnTo>
                    <a:pt x="1213524" y="3938545"/>
                  </a:lnTo>
                  <a:lnTo>
                    <a:pt x="1213633" y="3938545"/>
                  </a:lnTo>
                  <a:lnTo>
                    <a:pt x="1213633" y="3937922"/>
                  </a:lnTo>
                  <a:lnTo>
                    <a:pt x="1213741" y="3937922"/>
                  </a:lnTo>
                  <a:lnTo>
                    <a:pt x="1213741" y="3937298"/>
                  </a:lnTo>
                  <a:lnTo>
                    <a:pt x="1213850" y="3937298"/>
                  </a:lnTo>
                  <a:lnTo>
                    <a:pt x="1213850" y="3936675"/>
                  </a:lnTo>
                  <a:lnTo>
                    <a:pt x="1213958" y="3936675"/>
                  </a:lnTo>
                  <a:lnTo>
                    <a:pt x="1214066" y="3936675"/>
                  </a:lnTo>
                  <a:lnTo>
                    <a:pt x="1214066" y="3936051"/>
                  </a:lnTo>
                  <a:lnTo>
                    <a:pt x="1214175" y="3936051"/>
                  </a:lnTo>
                  <a:lnTo>
                    <a:pt x="1214283" y="3936051"/>
                  </a:lnTo>
                  <a:lnTo>
                    <a:pt x="1214392" y="3936051"/>
                  </a:lnTo>
                  <a:lnTo>
                    <a:pt x="1214500" y="3936051"/>
                  </a:lnTo>
                  <a:lnTo>
                    <a:pt x="1214609" y="3936051"/>
                  </a:lnTo>
                  <a:lnTo>
                    <a:pt x="1214717" y="3936051"/>
                  </a:lnTo>
                  <a:lnTo>
                    <a:pt x="1214717" y="3935428"/>
                  </a:lnTo>
                  <a:lnTo>
                    <a:pt x="1214826" y="3935428"/>
                  </a:lnTo>
                  <a:lnTo>
                    <a:pt x="1214934" y="3935428"/>
                  </a:lnTo>
                  <a:lnTo>
                    <a:pt x="1214934" y="3934804"/>
                  </a:lnTo>
                  <a:lnTo>
                    <a:pt x="1214934" y="3934180"/>
                  </a:lnTo>
                  <a:lnTo>
                    <a:pt x="1215042" y="3934180"/>
                  </a:lnTo>
                  <a:lnTo>
                    <a:pt x="1215151" y="3934180"/>
                  </a:lnTo>
                  <a:lnTo>
                    <a:pt x="1215259" y="3934180"/>
                  </a:lnTo>
                  <a:lnTo>
                    <a:pt x="1215368" y="3934180"/>
                  </a:lnTo>
                  <a:lnTo>
                    <a:pt x="1215476" y="3934180"/>
                  </a:lnTo>
                  <a:lnTo>
                    <a:pt x="1215476" y="3933557"/>
                  </a:lnTo>
                  <a:lnTo>
                    <a:pt x="1215476" y="3932933"/>
                  </a:lnTo>
                  <a:lnTo>
                    <a:pt x="1215585" y="3932933"/>
                  </a:lnTo>
                  <a:lnTo>
                    <a:pt x="1215693" y="3932933"/>
                  </a:lnTo>
                  <a:lnTo>
                    <a:pt x="1215693" y="3932310"/>
                  </a:lnTo>
                  <a:lnTo>
                    <a:pt x="1215802" y="3932310"/>
                  </a:lnTo>
                  <a:lnTo>
                    <a:pt x="1215910" y="3932310"/>
                  </a:lnTo>
                  <a:lnTo>
                    <a:pt x="1216018" y="3932310"/>
                  </a:lnTo>
                  <a:lnTo>
                    <a:pt x="1216018" y="3931686"/>
                  </a:lnTo>
                  <a:lnTo>
                    <a:pt x="1216127" y="3931686"/>
                  </a:lnTo>
                  <a:lnTo>
                    <a:pt x="1216235" y="3931686"/>
                  </a:lnTo>
                  <a:lnTo>
                    <a:pt x="1216235" y="3931062"/>
                  </a:lnTo>
                  <a:lnTo>
                    <a:pt x="1216344" y="3931062"/>
                  </a:lnTo>
                  <a:lnTo>
                    <a:pt x="1216452" y="3931062"/>
                  </a:lnTo>
                  <a:lnTo>
                    <a:pt x="1216561" y="3931062"/>
                  </a:lnTo>
                  <a:lnTo>
                    <a:pt x="1216669" y="3931062"/>
                  </a:lnTo>
                  <a:lnTo>
                    <a:pt x="1216669" y="3930439"/>
                  </a:lnTo>
                  <a:lnTo>
                    <a:pt x="1216778" y="3930439"/>
                  </a:lnTo>
                  <a:lnTo>
                    <a:pt x="1216886" y="3930439"/>
                  </a:lnTo>
                  <a:lnTo>
                    <a:pt x="1216886" y="3929815"/>
                  </a:lnTo>
                  <a:lnTo>
                    <a:pt x="1216886" y="3929192"/>
                  </a:lnTo>
                  <a:lnTo>
                    <a:pt x="1216886" y="3928568"/>
                  </a:lnTo>
                  <a:lnTo>
                    <a:pt x="1216994" y="3928568"/>
                  </a:lnTo>
                  <a:lnTo>
                    <a:pt x="1217103" y="3928568"/>
                  </a:lnTo>
                  <a:lnTo>
                    <a:pt x="1217211" y="3928568"/>
                  </a:lnTo>
                  <a:lnTo>
                    <a:pt x="1217320" y="3928568"/>
                  </a:lnTo>
                  <a:lnTo>
                    <a:pt x="1217320" y="3927945"/>
                  </a:lnTo>
                  <a:lnTo>
                    <a:pt x="1217428" y="3927945"/>
                  </a:lnTo>
                  <a:lnTo>
                    <a:pt x="1217537" y="3927945"/>
                  </a:lnTo>
                  <a:lnTo>
                    <a:pt x="1217645" y="3927945"/>
                  </a:lnTo>
                  <a:lnTo>
                    <a:pt x="1217754" y="3927945"/>
                  </a:lnTo>
                  <a:lnTo>
                    <a:pt x="1217862" y="3927945"/>
                  </a:lnTo>
                  <a:lnTo>
                    <a:pt x="1217970" y="3927945"/>
                  </a:lnTo>
                  <a:lnTo>
                    <a:pt x="1217970" y="3927321"/>
                  </a:lnTo>
                  <a:lnTo>
                    <a:pt x="1217970" y="3926697"/>
                  </a:lnTo>
                  <a:lnTo>
                    <a:pt x="1218079" y="3926697"/>
                  </a:lnTo>
                  <a:lnTo>
                    <a:pt x="1218187" y="3926697"/>
                  </a:lnTo>
                  <a:lnTo>
                    <a:pt x="1218296" y="3926697"/>
                  </a:lnTo>
                  <a:lnTo>
                    <a:pt x="1218404" y="3926697"/>
                  </a:lnTo>
                  <a:lnTo>
                    <a:pt x="1218513" y="3926697"/>
                  </a:lnTo>
                  <a:lnTo>
                    <a:pt x="1218621" y="3926697"/>
                  </a:lnTo>
                  <a:lnTo>
                    <a:pt x="1218621" y="3926074"/>
                  </a:lnTo>
                  <a:lnTo>
                    <a:pt x="1218730" y="3926074"/>
                  </a:lnTo>
                  <a:lnTo>
                    <a:pt x="1218838" y="3926074"/>
                  </a:lnTo>
                  <a:lnTo>
                    <a:pt x="1218947" y="3926074"/>
                  </a:lnTo>
                  <a:lnTo>
                    <a:pt x="1219055" y="3926074"/>
                  </a:lnTo>
                  <a:lnTo>
                    <a:pt x="1219163" y="3926074"/>
                  </a:lnTo>
                  <a:lnTo>
                    <a:pt x="1219272" y="3926074"/>
                  </a:lnTo>
                  <a:lnTo>
                    <a:pt x="1219272" y="3925450"/>
                  </a:lnTo>
                  <a:lnTo>
                    <a:pt x="1219380" y="3925450"/>
                  </a:lnTo>
                  <a:lnTo>
                    <a:pt x="1219489" y="3925450"/>
                  </a:lnTo>
                  <a:lnTo>
                    <a:pt x="1219489" y="3924827"/>
                  </a:lnTo>
                  <a:lnTo>
                    <a:pt x="1219597" y="3924827"/>
                  </a:lnTo>
                  <a:lnTo>
                    <a:pt x="1219706" y="3924827"/>
                  </a:lnTo>
                  <a:lnTo>
                    <a:pt x="1219814" y="3924827"/>
                  </a:lnTo>
                  <a:lnTo>
                    <a:pt x="1219923" y="3924827"/>
                  </a:lnTo>
                  <a:lnTo>
                    <a:pt x="1220031" y="3924827"/>
                  </a:lnTo>
                  <a:lnTo>
                    <a:pt x="1220139" y="3924827"/>
                  </a:lnTo>
                  <a:lnTo>
                    <a:pt x="1220248" y="3924827"/>
                  </a:lnTo>
                  <a:lnTo>
                    <a:pt x="1220356" y="3924827"/>
                  </a:lnTo>
                  <a:lnTo>
                    <a:pt x="1220465" y="3924827"/>
                  </a:lnTo>
                  <a:lnTo>
                    <a:pt x="1220573" y="3924827"/>
                  </a:lnTo>
                  <a:lnTo>
                    <a:pt x="1220682" y="3924827"/>
                  </a:lnTo>
                  <a:lnTo>
                    <a:pt x="1220790" y="3924827"/>
                  </a:lnTo>
                  <a:lnTo>
                    <a:pt x="1220790" y="3924203"/>
                  </a:lnTo>
                  <a:lnTo>
                    <a:pt x="1220790" y="3923579"/>
                  </a:lnTo>
                  <a:lnTo>
                    <a:pt x="1220790" y="3922956"/>
                  </a:lnTo>
                  <a:lnTo>
                    <a:pt x="1220899" y="3922956"/>
                  </a:lnTo>
                  <a:lnTo>
                    <a:pt x="1221007" y="3922956"/>
                  </a:lnTo>
                  <a:lnTo>
                    <a:pt x="1221115" y="3922956"/>
                  </a:lnTo>
                  <a:lnTo>
                    <a:pt x="1221224" y="3922956"/>
                  </a:lnTo>
                  <a:lnTo>
                    <a:pt x="1221332" y="3922956"/>
                  </a:lnTo>
                  <a:lnTo>
                    <a:pt x="1221441" y="3922956"/>
                  </a:lnTo>
                  <a:lnTo>
                    <a:pt x="1221549" y="3922956"/>
                  </a:lnTo>
                  <a:lnTo>
                    <a:pt x="1221549" y="3922332"/>
                  </a:lnTo>
                  <a:lnTo>
                    <a:pt x="1221658" y="3922332"/>
                  </a:lnTo>
                  <a:lnTo>
                    <a:pt x="1221766" y="3922332"/>
                  </a:lnTo>
                  <a:lnTo>
                    <a:pt x="1221875" y="3922332"/>
                  </a:lnTo>
                  <a:lnTo>
                    <a:pt x="1221983" y="3922332"/>
                  </a:lnTo>
                  <a:lnTo>
                    <a:pt x="1222091" y="3922332"/>
                  </a:lnTo>
                  <a:lnTo>
                    <a:pt x="1222200" y="3922332"/>
                  </a:lnTo>
                  <a:lnTo>
                    <a:pt x="1222200" y="3921709"/>
                  </a:lnTo>
                  <a:lnTo>
                    <a:pt x="1222200" y="3921085"/>
                  </a:lnTo>
                  <a:lnTo>
                    <a:pt x="1222308" y="3921085"/>
                  </a:lnTo>
                  <a:lnTo>
                    <a:pt x="1222417" y="3921085"/>
                  </a:lnTo>
                  <a:lnTo>
                    <a:pt x="1222525" y="3921085"/>
                  </a:lnTo>
                  <a:lnTo>
                    <a:pt x="1222634" y="3921085"/>
                  </a:lnTo>
                  <a:lnTo>
                    <a:pt x="1222742" y="3921085"/>
                  </a:lnTo>
                  <a:lnTo>
                    <a:pt x="1222851" y="3921085"/>
                  </a:lnTo>
                  <a:lnTo>
                    <a:pt x="1222959" y="3921085"/>
                  </a:lnTo>
                  <a:lnTo>
                    <a:pt x="1223068" y="3921085"/>
                  </a:lnTo>
                  <a:lnTo>
                    <a:pt x="1223176" y="3921085"/>
                  </a:lnTo>
                  <a:lnTo>
                    <a:pt x="1223284" y="3921085"/>
                  </a:lnTo>
                  <a:lnTo>
                    <a:pt x="1223393" y="3921085"/>
                  </a:lnTo>
                  <a:lnTo>
                    <a:pt x="1223501" y="3921085"/>
                  </a:lnTo>
                  <a:lnTo>
                    <a:pt x="1223610" y="3921085"/>
                  </a:lnTo>
                  <a:lnTo>
                    <a:pt x="1223718" y="3921085"/>
                  </a:lnTo>
                  <a:lnTo>
                    <a:pt x="1223718" y="3920462"/>
                  </a:lnTo>
                  <a:lnTo>
                    <a:pt x="1223718" y="3919838"/>
                  </a:lnTo>
                  <a:lnTo>
                    <a:pt x="1223827" y="3919838"/>
                  </a:lnTo>
                  <a:lnTo>
                    <a:pt x="1223935" y="3919838"/>
                  </a:lnTo>
                  <a:lnTo>
                    <a:pt x="1224044" y="3919838"/>
                  </a:lnTo>
                  <a:lnTo>
                    <a:pt x="1224152" y="3919838"/>
                  </a:lnTo>
                  <a:lnTo>
                    <a:pt x="1224260" y="3919838"/>
                  </a:lnTo>
                  <a:lnTo>
                    <a:pt x="1224260" y="3919214"/>
                  </a:lnTo>
                  <a:lnTo>
                    <a:pt x="1224369" y="3919214"/>
                  </a:lnTo>
                  <a:lnTo>
                    <a:pt x="1224369" y="3918591"/>
                  </a:lnTo>
                  <a:lnTo>
                    <a:pt x="1224477" y="3918591"/>
                  </a:lnTo>
                  <a:lnTo>
                    <a:pt x="1224477" y="3917967"/>
                  </a:lnTo>
                  <a:lnTo>
                    <a:pt x="1224586" y="3917967"/>
                  </a:lnTo>
                  <a:lnTo>
                    <a:pt x="1224694" y="3917967"/>
                  </a:lnTo>
                  <a:lnTo>
                    <a:pt x="1224803" y="3917967"/>
                  </a:lnTo>
                  <a:lnTo>
                    <a:pt x="1224803" y="3917344"/>
                  </a:lnTo>
                  <a:lnTo>
                    <a:pt x="1224803" y="3916720"/>
                  </a:lnTo>
                  <a:lnTo>
                    <a:pt x="1224911" y="3916720"/>
                  </a:lnTo>
                  <a:lnTo>
                    <a:pt x="1225020" y="3916720"/>
                  </a:lnTo>
                  <a:lnTo>
                    <a:pt x="1225128" y="3916720"/>
                  </a:lnTo>
                  <a:lnTo>
                    <a:pt x="1225236" y="3916720"/>
                  </a:lnTo>
                  <a:lnTo>
                    <a:pt x="1225236" y="3916096"/>
                  </a:lnTo>
                  <a:lnTo>
                    <a:pt x="1225345" y="3916096"/>
                  </a:lnTo>
                  <a:lnTo>
                    <a:pt x="1225453" y="3916096"/>
                  </a:lnTo>
                  <a:lnTo>
                    <a:pt x="1225562" y="3916096"/>
                  </a:lnTo>
                  <a:lnTo>
                    <a:pt x="1225670" y="3916096"/>
                  </a:lnTo>
                  <a:lnTo>
                    <a:pt x="1225670" y="3915473"/>
                  </a:lnTo>
                  <a:lnTo>
                    <a:pt x="1225779" y="3915473"/>
                  </a:lnTo>
                  <a:lnTo>
                    <a:pt x="1225887" y="3915473"/>
                  </a:lnTo>
                  <a:lnTo>
                    <a:pt x="1225887" y="3914849"/>
                  </a:lnTo>
                  <a:lnTo>
                    <a:pt x="1225996" y="3914849"/>
                  </a:lnTo>
                  <a:lnTo>
                    <a:pt x="1226104" y="3914849"/>
                  </a:lnTo>
                  <a:lnTo>
                    <a:pt x="1226212" y="3914849"/>
                  </a:lnTo>
                  <a:lnTo>
                    <a:pt x="1226321" y="3914849"/>
                  </a:lnTo>
                  <a:lnTo>
                    <a:pt x="1226321" y="3914226"/>
                  </a:lnTo>
                  <a:lnTo>
                    <a:pt x="1226429" y="3914226"/>
                  </a:lnTo>
                  <a:lnTo>
                    <a:pt x="1226538" y="3914226"/>
                  </a:lnTo>
                  <a:lnTo>
                    <a:pt x="1226646" y="3914226"/>
                  </a:lnTo>
                  <a:lnTo>
                    <a:pt x="1226646" y="3913602"/>
                  </a:lnTo>
                  <a:lnTo>
                    <a:pt x="1226646" y="3912979"/>
                  </a:lnTo>
                  <a:lnTo>
                    <a:pt x="1226646" y="3912355"/>
                  </a:lnTo>
                  <a:lnTo>
                    <a:pt x="1226646" y="3911731"/>
                  </a:lnTo>
                  <a:lnTo>
                    <a:pt x="1226646" y="3911108"/>
                  </a:lnTo>
                  <a:lnTo>
                    <a:pt x="1226755" y="3911108"/>
                  </a:lnTo>
                  <a:lnTo>
                    <a:pt x="1226863" y="3911108"/>
                  </a:lnTo>
                  <a:lnTo>
                    <a:pt x="1226972" y="3911108"/>
                  </a:lnTo>
                  <a:lnTo>
                    <a:pt x="1227080" y="3911108"/>
                  </a:lnTo>
                  <a:lnTo>
                    <a:pt x="1227189" y="3911108"/>
                  </a:lnTo>
                  <a:lnTo>
                    <a:pt x="1227297" y="3911108"/>
                  </a:lnTo>
                  <a:lnTo>
                    <a:pt x="1227405" y="3911108"/>
                  </a:lnTo>
                  <a:lnTo>
                    <a:pt x="1227514" y="3911108"/>
                  </a:lnTo>
                  <a:lnTo>
                    <a:pt x="1227622" y="3911108"/>
                  </a:lnTo>
                  <a:lnTo>
                    <a:pt x="1227622" y="3910484"/>
                  </a:lnTo>
                  <a:lnTo>
                    <a:pt x="1227731" y="3910484"/>
                  </a:lnTo>
                  <a:lnTo>
                    <a:pt x="1227731" y="3909861"/>
                  </a:lnTo>
                  <a:lnTo>
                    <a:pt x="1227839" y="3909861"/>
                  </a:lnTo>
                  <a:lnTo>
                    <a:pt x="1227839" y="3909237"/>
                  </a:lnTo>
                  <a:lnTo>
                    <a:pt x="1227948" y="3909237"/>
                  </a:lnTo>
                  <a:lnTo>
                    <a:pt x="1228056" y="3909237"/>
                  </a:lnTo>
                  <a:lnTo>
                    <a:pt x="1228165" y="3909237"/>
                  </a:lnTo>
                  <a:lnTo>
                    <a:pt x="1228273" y="3909237"/>
                  </a:lnTo>
                  <a:lnTo>
                    <a:pt x="1228381" y="3909237"/>
                  </a:lnTo>
                  <a:lnTo>
                    <a:pt x="1228490" y="3909237"/>
                  </a:lnTo>
                  <a:lnTo>
                    <a:pt x="1228598" y="3909237"/>
                  </a:lnTo>
                  <a:lnTo>
                    <a:pt x="1228707" y="3909237"/>
                  </a:lnTo>
                  <a:lnTo>
                    <a:pt x="1228815" y="3909237"/>
                  </a:lnTo>
                  <a:lnTo>
                    <a:pt x="1228924" y="3909237"/>
                  </a:lnTo>
                  <a:lnTo>
                    <a:pt x="1229032" y="3909237"/>
                  </a:lnTo>
                  <a:lnTo>
                    <a:pt x="1229141" y="3909237"/>
                  </a:lnTo>
                  <a:lnTo>
                    <a:pt x="1229141" y="3908613"/>
                  </a:lnTo>
                  <a:lnTo>
                    <a:pt x="1229249" y="3908613"/>
                  </a:lnTo>
                  <a:lnTo>
                    <a:pt x="1229357" y="3908613"/>
                  </a:lnTo>
                  <a:lnTo>
                    <a:pt x="1229466" y="3908613"/>
                  </a:lnTo>
                  <a:lnTo>
                    <a:pt x="1229574" y="3908613"/>
                  </a:lnTo>
                  <a:lnTo>
                    <a:pt x="1229683" y="3908613"/>
                  </a:lnTo>
                  <a:lnTo>
                    <a:pt x="1229791" y="3908613"/>
                  </a:lnTo>
                  <a:lnTo>
                    <a:pt x="1229791" y="3907990"/>
                  </a:lnTo>
                  <a:lnTo>
                    <a:pt x="1229791" y="3907366"/>
                  </a:lnTo>
                  <a:lnTo>
                    <a:pt x="1229900" y="3907366"/>
                  </a:lnTo>
                  <a:lnTo>
                    <a:pt x="1229900" y="3906743"/>
                  </a:lnTo>
                  <a:lnTo>
                    <a:pt x="1230008" y="3906743"/>
                  </a:lnTo>
                  <a:lnTo>
                    <a:pt x="1230117" y="3906743"/>
                  </a:lnTo>
                  <a:lnTo>
                    <a:pt x="1230225" y="3906743"/>
                  </a:lnTo>
                  <a:lnTo>
                    <a:pt x="1230225" y="3906119"/>
                  </a:lnTo>
                  <a:lnTo>
                    <a:pt x="1230333" y="3906119"/>
                  </a:lnTo>
                  <a:lnTo>
                    <a:pt x="1230442" y="3906119"/>
                  </a:lnTo>
                  <a:lnTo>
                    <a:pt x="1230550" y="3906119"/>
                  </a:lnTo>
                  <a:lnTo>
                    <a:pt x="1230659" y="3906119"/>
                  </a:lnTo>
                  <a:lnTo>
                    <a:pt x="1230767" y="3906119"/>
                  </a:lnTo>
                  <a:lnTo>
                    <a:pt x="1230767" y="3905496"/>
                  </a:lnTo>
                  <a:lnTo>
                    <a:pt x="1230767" y="3904872"/>
                  </a:lnTo>
                  <a:lnTo>
                    <a:pt x="1230876" y="3904872"/>
                  </a:lnTo>
                  <a:lnTo>
                    <a:pt x="1230984" y="3904872"/>
                  </a:lnTo>
                  <a:lnTo>
                    <a:pt x="1230984" y="3904248"/>
                  </a:lnTo>
                  <a:lnTo>
                    <a:pt x="1231093" y="3904248"/>
                  </a:lnTo>
                  <a:lnTo>
                    <a:pt x="1231201" y="3904248"/>
                  </a:lnTo>
                  <a:lnTo>
                    <a:pt x="1231310" y="3904248"/>
                  </a:lnTo>
                  <a:lnTo>
                    <a:pt x="1231418" y="3904248"/>
                  </a:lnTo>
                  <a:lnTo>
                    <a:pt x="1231526" y="3904248"/>
                  </a:lnTo>
                  <a:lnTo>
                    <a:pt x="1231526" y="3903625"/>
                  </a:lnTo>
                  <a:lnTo>
                    <a:pt x="1231635" y="3903625"/>
                  </a:lnTo>
                  <a:lnTo>
                    <a:pt x="1231635" y="3903001"/>
                  </a:lnTo>
                  <a:lnTo>
                    <a:pt x="1231743" y="3903001"/>
                  </a:lnTo>
                  <a:lnTo>
                    <a:pt x="1231743" y="3902378"/>
                  </a:lnTo>
                  <a:lnTo>
                    <a:pt x="1231743" y="3901754"/>
                  </a:lnTo>
                  <a:lnTo>
                    <a:pt x="1231852" y="3901754"/>
                  </a:lnTo>
                  <a:lnTo>
                    <a:pt x="1231960" y="3901754"/>
                  </a:lnTo>
                  <a:lnTo>
                    <a:pt x="1232069" y="3901754"/>
                  </a:lnTo>
                  <a:lnTo>
                    <a:pt x="1232177" y="3901754"/>
                  </a:lnTo>
                  <a:lnTo>
                    <a:pt x="1232286" y="3901754"/>
                  </a:lnTo>
                  <a:lnTo>
                    <a:pt x="1232286" y="3901130"/>
                  </a:lnTo>
                  <a:lnTo>
                    <a:pt x="1232394" y="3901130"/>
                  </a:lnTo>
                  <a:lnTo>
                    <a:pt x="1232502" y="3901130"/>
                  </a:lnTo>
                  <a:lnTo>
                    <a:pt x="1232611" y="3901130"/>
                  </a:lnTo>
                  <a:lnTo>
                    <a:pt x="1232719" y="3901130"/>
                  </a:lnTo>
                  <a:lnTo>
                    <a:pt x="1232828" y="3901130"/>
                  </a:lnTo>
                  <a:lnTo>
                    <a:pt x="1232936" y="3901130"/>
                  </a:lnTo>
                  <a:lnTo>
                    <a:pt x="1233045" y="3901130"/>
                  </a:lnTo>
                  <a:lnTo>
                    <a:pt x="1233045" y="3900507"/>
                  </a:lnTo>
                  <a:lnTo>
                    <a:pt x="1233153" y="3900507"/>
                  </a:lnTo>
                  <a:lnTo>
                    <a:pt x="1233262" y="3900507"/>
                  </a:lnTo>
                  <a:lnTo>
                    <a:pt x="1233370" y="3900507"/>
                  </a:lnTo>
                  <a:lnTo>
                    <a:pt x="1233478" y="3900507"/>
                  </a:lnTo>
                  <a:lnTo>
                    <a:pt x="1233587" y="3900507"/>
                  </a:lnTo>
                  <a:lnTo>
                    <a:pt x="1233695" y="3900507"/>
                  </a:lnTo>
                  <a:lnTo>
                    <a:pt x="1233804" y="3900507"/>
                  </a:lnTo>
                  <a:lnTo>
                    <a:pt x="1233804" y="3899883"/>
                  </a:lnTo>
                  <a:lnTo>
                    <a:pt x="1233912" y="3899883"/>
                  </a:lnTo>
                  <a:lnTo>
                    <a:pt x="1234021" y="3899883"/>
                  </a:lnTo>
                  <a:lnTo>
                    <a:pt x="1234129" y="3899883"/>
                  </a:lnTo>
                  <a:lnTo>
                    <a:pt x="1234129" y="3899260"/>
                  </a:lnTo>
                  <a:lnTo>
                    <a:pt x="1234238" y="3899260"/>
                  </a:lnTo>
                  <a:lnTo>
                    <a:pt x="1234346" y="3899260"/>
                  </a:lnTo>
                  <a:lnTo>
                    <a:pt x="1234454" y="3899260"/>
                  </a:lnTo>
                  <a:lnTo>
                    <a:pt x="1234563" y="3899260"/>
                  </a:lnTo>
                  <a:lnTo>
                    <a:pt x="1234671" y="3899260"/>
                  </a:lnTo>
                  <a:lnTo>
                    <a:pt x="1234780" y="3899260"/>
                  </a:lnTo>
                  <a:lnTo>
                    <a:pt x="1234888" y="3899260"/>
                  </a:lnTo>
                  <a:lnTo>
                    <a:pt x="1234997" y="3899260"/>
                  </a:lnTo>
                  <a:lnTo>
                    <a:pt x="1234997" y="3898636"/>
                  </a:lnTo>
                  <a:lnTo>
                    <a:pt x="1235105" y="3898636"/>
                  </a:lnTo>
                  <a:lnTo>
                    <a:pt x="1235214" y="3898636"/>
                  </a:lnTo>
                  <a:lnTo>
                    <a:pt x="1235322" y="3898636"/>
                  </a:lnTo>
                  <a:lnTo>
                    <a:pt x="1235431" y="3898636"/>
                  </a:lnTo>
                  <a:lnTo>
                    <a:pt x="1235539" y="3898636"/>
                  </a:lnTo>
                  <a:lnTo>
                    <a:pt x="1235647" y="3898636"/>
                  </a:lnTo>
                  <a:lnTo>
                    <a:pt x="1235647" y="3898013"/>
                  </a:lnTo>
                  <a:lnTo>
                    <a:pt x="1235647" y="3897389"/>
                  </a:lnTo>
                  <a:lnTo>
                    <a:pt x="1235756" y="3897389"/>
                  </a:lnTo>
                  <a:lnTo>
                    <a:pt x="1235756" y="3896765"/>
                  </a:lnTo>
                  <a:lnTo>
                    <a:pt x="1235864" y="3896765"/>
                  </a:lnTo>
                  <a:lnTo>
                    <a:pt x="1235864" y="3896142"/>
                  </a:lnTo>
                  <a:lnTo>
                    <a:pt x="1235864" y="3895518"/>
                  </a:lnTo>
                  <a:lnTo>
                    <a:pt x="1235973" y="3895518"/>
                  </a:lnTo>
                  <a:lnTo>
                    <a:pt x="1236081" y="3895518"/>
                  </a:lnTo>
                  <a:lnTo>
                    <a:pt x="1236190" y="3895518"/>
                  </a:lnTo>
                  <a:lnTo>
                    <a:pt x="1236298" y="3895518"/>
                  </a:lnTo>
                  <a:lnTo>
                    <a:pt x="1236407" y="3895518"/>
                  </a:lnTo>
                  <a:lnTo>
                    <a:pt x="1236515" y="3895518"/>
                  </a:lnTo>
                  <a:lnTo>
                    <a:pt x="1236623" y="3895518"/>
                  </a:lnTo>
                  <a:lnTo>
                    <a:pt x="1236732" y="3895518"/>
                  </a:lnTo>
                  <a:lnTo>
                    <a:pt x="1236840" y="3895518"/>
                  </a:lnTo>
                  <a:lnTo>
                    <a:pt x="1236949" y="3895518"/>
                  </a:lnTo>
                  <a:lnTo>
                    <a:pt x="1237057" y="3895518"/>
                  </a:lnTo>
                  <a:lnTo>
                    <a:pt x="1237166" y="3895518"/>
                  </a:lnTo>
                  <a:lnTo>
                    <a:pt x="1237166" y="3894895"/>
                  </a:lnTo>
                  <a:lnTo>
                    <a:pt x="1237166" y="3894271"/>
                  </a:lnTo>
                  <a:lnTo>
                    <a:pt x="1237166" y="3893648"/>
                  </a:lnTo>
                  <a:lnTo>
                    <a:pt x="1237166" y="3893024"/>
                  </a:lnTo>
                  <a:lnTo>
                    <a:pt x="1237274" y="3893024"/>
                  </a:lnTo>
                  <a:lnTo>
                    <a:pt x="1237383" y="3893024"/>
                  </a:lnTo>
                  <a:lnTo>
                    <a:pt x="1237491" y="3893024"/>
                  </a:lnTo>
                  <a:lnTo>
                    <a:pt x="1237599" y="3893024"/>
                  </a:lnTo>
                  <a:lnTo>
                    <a:pt x="1237708" y="3893024"/>
                  </a:lnTo>
                  <a:lnTo>
                    <a:pt x="1237816" y="3893024"/>
                  </a:lnTo>
                  <a:lnTo>
                    <a:pt x="1237925" y="3893024"/>
                  </a:lnTo>
                  <a:lnTo>
                    <a:pt x="1238033" y="3893024"/>
                  </a:lnTo>
                  <a:lnTo>
                    <a:pt x="1238142" y="3893024"/>
                  </a:lnTo>
                  <a:lnTo>
                    <a:pt x="1238250" y="3893024"/>
                  </a:lnTo>
                  <a:lnTo>
                    <a:pt x="1238359" y="3893024"/>
                  </a:lnTo>
                  <a:lnTo>
                    <a:pt x="1238359" y="3892400"/>
                  </a:lnTo>
                  <a:lnTo>
                    <a:pt x="1238467" y="3892400"/>
                  </a:lnTo>
                  <a:lnTo>
                    <a:pt x="1238575" y="3892400"/>
                  </a:lnTo>
                  <a:lnTo>
                    <a:pt x="1238684" y="3892400"/>
                  </a:lnTo>
                  <a:lnTo>
                    <a:pt x="1238792" y="3892400"/>
                  </a:lnTo>
                  <a:lnTo>
                    <a:pt x="1238901" y="3892400"/>
                  </a:lnTo>
                  <a:lnTo>
                    <a:pt x="1239009" y="3892400"/>
                  </a:lnTo>
                  <a:lnTo>
                    <a:pt x="1239118" y="3892400"/>
                  </a:lnTo>
                  <a:lnTo>
                    <a:pt x="1239226" y="3892400"/>
                  </a:lnTo>
                  <a:lnTo>
                    <a:pt x="1239335" y="3892400"/>
                  </a:lnTo>
                  <a:lnTo>
                    <a:pt x="1239335" y="3891777"/>
                  </a:lnTo>
                  <a:lnTo>
                    <a:pt x="1239335" y="3891153"/>
                  </a:lnTo>
                  <a:lnTo>
                    <a:pt x="1239443" y="3891153"/>
                  </a:lnTo>
                  <a:lnTo>
                    <a:pt x="1239551" y="3891153"/>
                  </a:lnTo>
                  <a:lnTo>
                    <a:pt x="1239660" y="3891153"/>
                  </a:lnTo>
                  <a:lnTo>
                    <a:pt x="1239768" y="3891153"/>
                  </a:lnTo>
                  <a:lnTo>
                    <a:pt x="1239877" y="3891153"/>
                  </a:lnTo>
                  <a:lnTo>
                    <a:pt x="1239985" y="3891153"/>
                  </a:lnTo>
                  <a:lnTo>
                    <a:pt x="1240094" y="3891153"/>
                  </a:lnTo>
                  <a:lnTo>
                    <a:pt x="1240202" y="3891153"/>
                  </a:lnTo>
                  <a:lnTo>
                    <a:pt x="1240311" y="3891153"/>
                  </a:lnTo>
                  <a:lnTo>
                    <a:pt x="1240419" y="3891153"/>
                  </a:lnTo>
                  <a:lnTo>
                    <a:pt x="1240528" y="3891153"/>
                  </a:lnTo>
                  <a:lnTo>
                    <a:pt x="1240636" y="3891153"/>
                  </a:lnTo>
                  <a:lnTo>
                    <a:pt x="1240636" y="3890530"/>
                  </a:lnTo>
                  <a:lnTo>
                    <a:pt x="1240744" y="3890530"/>
                  </a:lnTo>
                  <a:lnTo>
                    <a:pt x="1240853" y="3890530"/>
                  </a:lnTo>
                  <a:lnTo>
                    <a:pt x="1240961" y="3890530"/>
                  </a:lnTo>
                  <a:lnTo>
                    <a:pt x="1241070" y="3890530"/>
                  </a:lnTo>
                  <a:lnTo>
                    <a:pt x="1241178" y="3890530"/>
                  </a:lnTo>
                  <a:lnTo>
                    <a:pt x="1241287" y="3890530"/>
                  </a:lnTo>
                  <a:lnTo>
                    <a:pt x="1241395" y="3890530"/>
                  </a:lnTo>
                  <a:lnTo>
                    <a:pt x="1241504" y="3890530"/>
                  </a:lnTo>
                  <a:lnTo>
                    <a:pt x="1241504" y="3889906"/>
                  </a:lnTo>
                  <a:lnTo>
                    <a:pt x="1241504" y="3889282"/>
                  </a:lnTo>
                  <a:lnTo>
                    <a:pt x="1241612" y="3889282"/>
                  </a:lnTo>
                  <a:lnTo>
                    <a:pt x="1241720" y="3889282"/>
                  </a:lnTo>
                  <a:lnTo>
                    <a:pt x="1241829" y="3889282"/>
                  </a:lnTo>
                  <a:lnTo>
                    <a:pt x="1241937" y="3889282"/>
                  </a:lnTo>
                  <a:lnTo>
                    <a:pt x="1242046" y="3889282"/>
                  </a:lnTo>
                  <a:lnTo>
                    <a:pt x="1242154" y="3889282"/>
                  </a:lnTo>
                  <a:lnTo>
                    <a:pt x="1242154" y="3888659"/>
                  </a:lnTo>
                  <a:lnTo>
                    <a:pt x="1242263" y="3888659"/>
                  </a:lnTo>
                  <a:lnTo>
                    <a:pt x="1242371" y="3888659"/>
                  </a:lnTo>
                  <a:lnTo>
                    <a:pt x="1242480" y="3888659"/>
                  </a:lnTo>
                  <a:lnTo>
                    <a:pt x="1242480" y="3888035"/>
                  </a:lnTo>
                  <a:lnTo>
                    <a:pt x="1242480" y="3887412"/>
                  </a:lnTo>
                  <a:lnTo>
                    <a:pt x="1242480" y="3886788"/>
                  </a:lnTo>
                  <a:lnTo>
                    <a:pt x="1242588" y="3886788"/>
                  </a:lnTo>
                  <a:lnTo>
                    <a:pt x="1242696" y="3886788"/>
                  </a:lnTo>
                  <a:lnTo>
                    <a:pt x="1242696" y="3886165"/>
                  </a:lnTo>
                  <a:lnTo>
                    <a:pt x="1242805" y="3886165"/>
                  </a:lnTo>
                  <a:lnTo>
                    <a:pt x="1242913" y="3886165"/>
                  </a:lnTo>
                  <a:lnTo>
                    <a:pt x="1243022" y="3886165"/>
                  </a:lnTo>
                  <a:lnTo>
                    <a:pt x="1243130" y="3886165"/>
                  </a:lnTo>
                  <a:lnTo>
                    <a:pt x="1243130" y="3885541"/>
                  </a:lnTo>
                  <a:lnTo>
                    <a:pt x="1243239" y="3885541"/>
                  </a:lnTo>
                  <a:lnTo>
                    <a:pt x="1243347" y="3885541"/>
                  </a:lnTo>
                  <a:lnTo>
                    <a:pt x="1243456" y="3885541"/>
                  </a:lnTo>
                  <a:lnTo>
                    <a:pt x="1243564" y="3885541"/>
                  </a:lnTo>
                  <a:lnTo>
                    <a:pt x="1243672" y="3885541"/>
                  </a:lnTo>
                  <a:lnTo>
                    <a:pt x="1243781" y="3885541"/>
                  </a:lnTo>
                  <a:lnTo>
                    <a:pt x="1243889" y="3885541"/>
                  </a:lnTo>
                  <a:lnTo>
                    <a:pt x="1243889" y="3884917"/>
                  </a:lnTo>
                  <a:lnTo>
                    <a:pt x="1243998" y="3884917"/>
                  </a:lnTo>
                  <a:lnTo>
                    <a:pt x="1244106" y="3884917"/>
                  </a:lnTo>
                  <a:lnTo>
                    <a:pt x="1244215" y="3884917"/>
                  </a:lnTo>
                  <a:lnTo>
                    <a:pt x="1244323" y="3884917"/>
                  </a:lnTo>
                  <a:lnTo>
                    <a:pt x="1244432" y="3884917"/>
                  </a:lnTo>
                  <a:lnTo>
                    <a:pt x="1244540" y="3884917"/>
                  </a:lnTo>
                  <a:lnTo>
                    <a:pt x="1244649" y="3884917"/>
                  </a:lnTo>
                  <a:lnTo>
                    <a:pt x="1244757" y="3884917"/>
                  </a:lnTo>
                  <a:lnTo>
                    <a:pt x="1244865" y="3884917"/>
                  </a:lnTo>
                  <a:lnTo>
                    <a:pt x="1244865" y="3884294"/>
                  </a:lnTo>
                  <a:lnTo>
                    <a:pt x="1244974" y="3884294"/>
                  </a:lnTo>
                  <a:lnTo>
                    <a:pt x="1245082" y="3884294"/>
                  </a:lnTo>
                  <a:lnTo>
                    <a:pt x="1245191" y="3884294"/>
                  </a:lnTo>
                  <a:lnTo>
                    <a:pt x="1245299" y="3884294"/>
                  </a:lnTo>
                  <a:lnTo>
                    <a:pt x="1245408" y="3884294"/>
                  </a:lnTo>
                  <a:lnTo>
                    <a:pt x="1245408" y="3883670"/>
                  </a:lnTo>
                  <a:lnTo>
                    <a:pt x="1245408" y="3883047"/>
                  </a:lnTo>
                  <a:lnTo>
                    <a:pt x="1245408" y="3882423"/>
                  </a:lnTo>
                  <a:lnTo>
                    <a:pt x="1245516" y="3882423"/>
                  </a:lnTo>
                  <a:lnTo>
                    <a:pt x="1245625" y="3882423"/>
                  </a:lnTo>
                  <a:lnTo>
                    <a:pt x="1245733" y="3882423"/>
                  </a:lnTo>
                  <a:lnTo>
                    <a:pt x="1245841" y="3882423"/>
                  </a:lnTo>
                  <a:lnTo>
                    <a:pt x="1245950" y="3882423"/>
                  </a:lnTo>
                  <a:lnTo>
                    <a:pt x="1246058" y="3882423"/>
                  </a:lnTo>
                  <a:lnTo>
                    <a:pt x="1246167" y="3882423"/>
                  </a:lnTo>
                  <a:lnTo>
                    <a:pt x="1246275" y="3882423"/>
                  </a:lnTo>
                  <a:lnTo>
                    <a:pt x="1246384" y="3882423"/>
                  </a:lnTo>
                  <a:lnTo>
                    <a:pt x="1246492" y="3882423"/>
                  </a:lnTo>
                  <a:lnTo>
                    <a:pt x="1246601" y="3882423"/>
                  </a:lnTo>
                  <a:lnTo>
                    <a:pt x="1246709" y="3882423"/>
                  </a:lnTo>
                  <a:lnTo>
                    <a:pt x="1246817" y="3882423"/>
                  </a:lnTo>
                  <a:lnTo>
                    <a:pt x="1246926" y="3882423"/>
                  </a:lnTo>
                  <a:lnTo>
                    <a:pt x="1246926" y="3881799"/>
                  </a:lnTo>
                  <a:lnTo>
                    <a:pt x="1247034" y="3881799"/>
                  </a:lnTo>
                  <a:lnTo>
                    <a:pt x="1247143" y="3881799"/>
                  </a:lnTo>
                  <a:lnTo>
                    <a:pt x="1247251" y="3881799"/>
                  </a:lnTo>
                  <a:lnTo>
                    <a:pt x="1247251" y="3881176"/>
                  </a:lnTo>
                  <a:lnTo>
                    <a:pt x="1247360" y="3881176"/>
                  </a:lnTo>
                  <a:lnTo>
                    <a:pt x="1247468" y="3881176"/>
                  </a:lnTo>
                  <a:lnTo>
                    <a:pt x="1247577" y="3881176"/>
                  </a:lnTo>
                  <a:lnTo>
                    <a:pt x="1247685" y="3881176"/>
                  </a:lnTo>
                  <a:lnTo>
                    <a:pt x="1247793" y="3881176"/>
                  </a:lnTo>
                  <a:lnTo>
                    <a:pt x="1247902" y="3881176"/>
                  </a:lnTo>
                  <a:lnTo>
                    <a:pt x="1248010" y="3881176"/>
                  </a:lnTo>
                  <a:lnTo>
                    <a:pt x="1248010" y="3880552"/>
                  </a:lnTo>
                  <a:lnTo>
                    <a:pt x="1248010" y="3879929"/>
                  </a:lnTo>
                  <a:lnTo>
                    <a:pt x="1248119" y="3879929"/>
                  </a:lnTo>
                  <a:lnTo>
                    <a:pt x="1248227" y="3879929"/>
                  </a:lnTo>
                  <a:lnTo>
                    <a:pt x="1248227" y="3879305"/>
                  </a:lnTo>
                  <a:lnTo>
                    <a:pt x="1248336" y="3879305"/>
                  </a:lnTo>
                  <a:lnTo>
                    <a:pt x="1248336" y="3878682"/>
                  </a:lnTo>
                  <a:lnTo>
                    <a:pt x="1248336" y="3878058"/>
                  </a:lnTo>
                  <a:lnTo>
                    <a:pt x="1248444" y="3878058"/>
                  </a:lnTo>
                  <a:lnTo>
                    <a:pt x="1248444" y="3877434"/>
                  </a:lnTo>
                  <a:lnTo>
                    <a:pt x="1248444" y="3876811"/>
                  </a:lnTo>
                  <a:lnTo>
                    <a:pt x="1248444" y="3876187"/>
                  </a:lnTo>
                  <a:lnTo>
                    <a:pt x="1248553" y="3876187"/>
                  </a:lnTo>
                  <a:lnTo>
                    <a:pt x="1248661" y="3876187"/>
                  </a:lnTo>
                  <a:lnTo>
                    <a:pt x="1248770" y="3876187"/>
                  </a:lnTo>
                  <a:lnTo>
                    <a:pt x="1248770" y="3875564"/>
                  </a:lnTo>
                  <a:lnTo>
                    <a:pt x="1248770" y="3874940"/>
                  </a:lnTo>
                  <a:lnTo>
                    <a:pt x="1248878" y="3874940"/>
                  </a:lnTo>
                  <a:lnTo>
                    <a:pt x="1248986" y="3874940"/>
                  </a:lnTo>
                  <a:lnTo>
                    <a:pt x="1249095" y="3874940"/>
                  </a:lnTo>
                  <a:lnTo>
                    <a:pt x="1249203" y="3874940"/>
                  </a:lnTo>
                  <a:lnTo>
                    <a:pt x="1249312" y="3874940"/>
                  </a:lnTo>
                  <a:lnTo>
                    <a:pt x="1249312" y="3874316"/>
                  </a:lnTo>
                  <a:lnTo>
                    <a:pt x="1249312" y="3873693"/>
                  </a:lnTo>
                  <a:lnTo>
                    <a:pt x="1249420" y="3873693"/>
                  </a:lnTo>
                  <a:lnTo>
                    <a:pt x="1249529" y="3873693"/>
                  </a:lnTo>
                  <a:lnTo>
                    <a:pt x="1249637" y="3873693"/>
                  </a:lnTo>
                  <a:lnTo>
                    <a:pt x="1249637" y="3873069"/>
                  </a:lnTo>
                  <a:lnTo>
                    <a:pt x="1249746" y="3873069"/>
                  </a:lnTo>
                  <a:lnTo>
                    <a:pt x="1249854" y="3873069"/>
                  </a:lnTo>
                  <a:lnTo>
                    <a:pt x="1249854" y="3872446"/>
                  </a:lnTo>
                  <a:lnTo>
                    <a:pt x="1249854" y="3871822"/>
                  </a:lnTo>
                  <a:lnTo>
                    <a:pt x="1249962" y="3871822"/>
                  </a:lnTo>
                  <a:lnTo>
                    <a:pt x="1250071" y="3871822"/>
                  </a:lnTo>
                  <a:lnTo>
                    <a:pt x="1250179" y="3871822"/>
                  </a:lnTo>
                  <a:lnTo>
                    <a:pt x="1250288" y="3871822"/>
                  </a:lnTo>
                  <a:lnTo>
                    <a:pt x="1250396" y="3871822"/>
                  </a:lnTo>
                  <a:lnTo>
                    <a:pt x="1250505" y="3871822"/>
                  </a:lnTo>
                  <a:lnTo>
                    <a:pt x="1250613" y="3871822"/>
                  </a:lnTo>
                  <a:lnTo>
                    <a:pt x="1250722" y="3871822"/>
                  </a:lnTo>
                  <a:lnTo>
                    <a:pt x="1250722" y="3871199"/>
                  </a:lnTo>
                  <a:lnTo>
                    <a:pt x="1250830" y="3871199"/>
                  </a:lnTo>
                  <a:lnTo>
                    <a:pt x="1250830" y="3870575"/>
                  </a:lnTo>
                  <a:lnTo>
                    <a:pt x="1250938" y="3870575"/>
                  </a:lnTo>
                  <a:lnTo>
                    <a:pt x="1250938" y="3869951"/>
                  </a:lnTo>
                  <a:lnTo>
                    <a:pt x="1251047" y="3869951"/>
                  </a:lnTo>
                  <a:lnTo>
                    <a:pt x="1251155" y="3869951"/>
                  </a:lnTo>
                  <a:lnTo>
                    <a:pt x="1251264" y="3869951"/>
                  </a:lnTo>
                  <a:lnTo>
                    <a:pt x="1251372" y="3869951"/>
                  </a:lnTo>
                  <a:lnTo>
                    <a:pt x="1251372" y="3869328"/>
                  </a:lnTo>
                  <a:lnTo>
                    <a:pt x="1251481" y="3869328"/>
                  </a:lnTo>
                  <a:lnTo>
                    <a:pt x="1251589" y="3869328"/>
                  </a:lnTo>
                  <a:lnTo>
                    <a:pt x="1251589" y="3868704"/>
                  </a:lnTo>
                  <a:lnTo>
                    <a:pt x="1251698" y="3868704"/>
                  </a:lnTo>
                  <a:lnTo>
                    <a:pt x="1251806" y="3868704"/>
                  </a:lnTo>
                  <a:lnTo>
                    <a:pt x="1251914" y="3868704"/>
                  </a:lnTo>
                  <a:lnTo>
                    <a:pt x="1252023" y="3868704"/>
                  </a:lnTo>
                  <a:lnTo>
                    <a:pt x="1252131" y="3868704"/>
                  </a:lnTo>
                  <a:lnTo>
                    <a:pt x="1252240" y="3868704"/>
                  </a:lnTo>
                  <a:lnTo>
                    <a:pt x="1252348" y="3868704"/>
                  </a:lnTo>
                  <a:lnTo>
                    <a:pt x="1252457" y="3868704"/>
                  </a:lnTo>
                  <a:lnTo>
                    <a:pt x="1252565" y="3868704"/>
                  </a:lnTo>
                  <a:lnTo>
                    <a:pt x="1252674" y="3868704"/>
                  </a:lnTo>
                  <a:lnTo>
                    <a:pt x="1252782" y="3868704"/>
                  </a:lnTo>
                  <a:lnTo>
                    <a:pt x="1252782" y="3868081"/>
                  </a:lnTo>
                  <a:lnTo>
                    <a:pt x="1252891" y="3868081"/>
                  </a:lnTo>
                  <a:lnTo>
                    <a:pt x="1252891" y="3867457"/>
                  </a:lnTo>
                  <a:lnTo>
                    <a:pt x="1252999" y="3867457"/>
                  </a:lnTo>
                  <a:lnTo>
                    <a:pt x="1253107" y="3867457"/>
                  </a:lnTo>
                  <a:lnTo>
                    <a:pt x="1253216" y="3867457"/>
                  </a:lnTo>
                  <a:lnTo>
                    <a:pt x="1253216" y="3866833"/>
                  </a:lnTo>
                  <a:lnTo>
                    <a:pt x="1253324" y="3866833"/>
                  </a:lnTo>
                  <a:lnTo>
                    <a:pt x="1253433" y="3866833"/>
                  </a:lnTo>
                  <a:lnTo>
                    <a:pt x="1253541" y="3866833"/>
                  </a:lnTo>
                  <a:lnTo>
                    <a:pt x="1253650" y="3866833"/>
                  </a:lnTo>
                  <a:lnTo>
                    <a:pt x="1253758" y="3866833"/>
                  </a:lnTo>
                  <a:lnTo>
                    <a:pt x="1253867" y="3866833"/>
                  </a:lnTo>
                  <a:lnTo>
                    <a:pt x="1253975" y="3866833"/>
                  </a:lnTo>
                  <a:lnTo>
                    <a:pt x="1253975" y="3866210"/>
                  </a:lnTo>
                  <a:lnTo>
                    <a:pt x="1254083" y="3866210"/>
                  </a:lnTo>
                  <a:lnTo>
                    <a:pt x="1254192" y="3866210"/>
                  </a:lnTo>
                  <a:lnTo>
                    <a:pt x="1254300" y="3866210"/>
                  </a:lnTo>
                  <a:lnTo>
                    <a:pt x="1254409" y="3866210"/>
                  </a:lnTo>
                  <a:lnTo>
                    <a:pt x="1254409" y="3865586"/>
                  </a:lnTo>
                  <a:lnTo>
                    <a:pt x="1254409" y="3864963"/>
                  </a:lnTo>
                  <a:lnTo>
                    <a:pt x="1254517" y="3864963"/>
                  </a:lnTo>
                  <a:lnTo>
                    <a:pt x="1254626" y="3864963"/>
                  </a:lnTo>
                  <a:lnTo>
                    <a:pt x="1254734" y="3864963"/>
                  </a:lnTo>
                  <a:lnTo>
                    <a:pt x="1254843" y="3864963"/>
                  </a:lnTo>
                  <a:lnTo>
                    <a:pt x="1254951" y="3864963"/>
                  </a:lnTo>
                  <a:lnTo>
                    <a:pt x="1255059" y="3864963"/>
                  </a:lnTo>
                  <a:lnTo>
                    <a:pt x="1255168" y="3864963"/>
                  </a:lnTo>
                  <a:lnTo>
                    <a:pt x="1255276" y="3864963"/>
                  </a:lnTo>
                  <a:lnTo>
                    <a:pt x="1255276" y="3864339"/>
                  </a:lnTo>
                  <a:lnTo>
                    <a:pt x="1255385" y="3864339"/>
                  </a:lnTo>
                  <a:lnTo>
                    <a:pt x="1255385" y="3863716"/>
                  </a:lnTo>
                  <a:lnTo>
                    <a:pt x="1255385" y="3863092"/>
                  </a:lnTo>
                  <a:lnTo>
                    <a:pt x="1255493" y="3863092"/>
                  </a:lnTo>
                  <a:lnTo>
                    <a:pt x="1255602" y="3863092"/>
                  </a:lnTo>
                  <a:lnTo>
                    <a:pt x="1255602" y="3862468"/>
                  </a:lnTo>
                  <a:lnTo>
                    <a:pt x="1255710" y="3862468"/>
                  </a:lnTo>
                  <a:lnTo>
                    <a:pt x="1255819" y="3862468"/>
                  </a:lnTo>
                  <a:lnTo>
                    <a:pt x="1255927" y="3862468"/>
                  </a:lnTo>
                  <a:lnTo>
                    <a:pt x="1256035" y="3862468"/>
                  </a:lnTo>
                  <a:lnTo>
                    <a:pt x="1256144" y="3862468"/>
                  </a:lnTo>
                  <a:lnTo>
                    <a:pt x="1256144" y="3861845"/>
                  </a:lnTo>
                  <a:lnTo>
                    <a:pt x="1256252" y="3861845"/>
                  </a:lnTo>
                  <a:lnTo>
                    <a:pt x="1256361" y="3861845"/>
                  </a:lnTo>
                  <a:lnTo>
                    <a:pt x="1256469" y="3861845"/>
                  </a:lnTo>
                  <a:lnTo>
                    <a:pt x="1256578" y="3861845"/>
                  </a:lnTo>
                  <a:lnTo>
                    <a:pt x="1256686" y="3861845"/>
                  </a:lnTo>
                  <a:lnTo>
                    <a:pt x="1256686" y="3861221"/>
                  </a:lnTo>
                  <a:lnTo>
                    <a:pt x="1256795" y="3861221"/>
                  </a:lnTo>
                  <a:lnTo>
                    <a:pt x="1256903" y="3861221"/>
                  </a:lnTo>
                  <a:lnTo>
                    <a:pt x="1256903" y="3860598"/>
                  </a:lnTo>
                  <a:lnTo>
                    <a:pt x="1257012" y="3860598"/>
                  </a:lnTo>
                  <a:lnTo>
                    <a:pt x="1257120" y="3860598"/>
                  </a:lnTo>
                  <a:lnTo>
                    <a:pt x="1257228" y="3860598"/>
                  </a:lnTo>
                  <a:lnTo>
                    <a:pt x="1257337" y="3860598"/>
                  </a:lnTo>
                  <a:lnTo>
                    <a:pt x="1257445" y="3860598"/>
                  </a:lnTo>
                  <a:lnTo>
                    <a:pt x="1257554" y="3860598"/>
                  </a:lnTo>
                  <a:lnTo>
                    <a:pt x="1257554" y="3859974"/>
                  </a:lnTo>
                  <a:lnTo>
                    <a:pt x="1257554" y="3859350"/>
                  </a:lnTo>
                  <a:lnTo>
                    <a:pt x="1257554" y="3858727"/>
                  </a:lnTo>
                  <a:lnTo>
                    <a:pt x="1257662" y="3858727"/>
                  </a:lnTo>
                  <a:lnTo>
                    <a:pt x="1257771" y="3858727"/>
                  </a:lnTo>
                  <a:lnTo>
                    <a:pt x="1257879" y="3858727"/>
                  </a:lnTo>
                  <a:lnTo>
                    <a:pt x="1257988" y="3858727"/>
                  </a:lnTo>
                  <a:lnTo>
                    <a:pt x="1258096" y="3858727"/>
                  </a:lnTo>
                  <a:lnTo>
                    <a:pt x="1258204" y="3858727"/>
                  </a:lnTo>
                  <a:lnTo>
                    <a:pt x="1258313" y="3858727"/>
                  </a:lnTo>
                  <a:lnTo>
                    <a:pt x="1258313" y="3858103"/>
                  </a:lnTo>
                  <a:lnTo>
                    <a:pt x="1258421" y="3858103"/>
                  </a:lnTo>
                  <a:lnTo>
                    <a:pt x="1258530" y="3858103"/>
                  </a:lnTo>
                  <a:lnTo>
                    <a:pt x="1258638" y="3858103"/>
                  </a:lnTo>
                  <a:lnTo>
                    <a:pt x="1258747" y="3858103"/>
                  </a:lnTo>
                  <a:lnTo>
                    <a:pt x="1258855" y="3858103"/>
                  </a:lnTo>
                  <a:lnTo>
                    <a:pt x="1258964" y="3858103"/>
                  </a:lnTo>
                  <a:lnTo>
                    <a:pt x="1258964" y="3857480"/>
                  </a:lnTo>
                  <a:lnTo>
                    <a:pt x="1259072" y="3857480"/>
                  </a:lnTo>
                  <a:lnTo>
                    <a:pt x="1259180" y="3857480"/>
                  </a:lnTo>
                  <a:lnTo>
                    <a:pt x="1259289" y="3857480"/>
                  </a:lnTo>
                  <a:lnTo>
                    <a:pt x="1259397" y="3857480"/>
                  </a:lnTo>
                  <a:lnTo>
                    <a:pt x="1259506" y="3857480"/>
                  </a:lnTo>
                  <a:lnTo>
                    <a:pt x="1259506" y="3856856"/>
                  </a:lnTo>
                  <a:lnTo>
                    <a:pt x="1259614" y="3856856"/>
                  </a:lnTo>
                  <a:lnTo>
                    <a:pt x="1259723" y="3856856"/>
                  </a:lnTo>
                  <a:lnTo>
                    <a:pt x="1259723" y="3856233"/>
                  </a:lnTo>
                  <a:lnTo>
                    <a:pt x="1259831" y="3856233"/>
                  </a:lnTo>
                  <a:lnTo>
                    <a:pt x="1259940" y="3856233"/>
                  </a:lnTo>
                  <a:lnTo>
                    <a:pt x="1260048" y="3856233"/>
                  </a:lnTo>
                  <a:lnTo>
                    <a:pt x="1260156" y="3856233"/>
                  </a:lnTo>
                  <a:lnTo>
                    <a:pt x="1260265" y="3856233"/>
                  </a:lnTo>
                  <a:lnTo>
                    <a:pt x="1260373" y="3856233"/>
                  </a:lnTo>
                  <a:lnTo>
                    <a:pt x="1260482" y="3856233"/>
                  </a:lnTo>
                  <a:lnTo>
                    <a:pt x="1260590" y="3856233"/>
                  </a:lnTo>
                  <a:lnTo>
                    <a:pt x="1260590" y="3855609"/>
                  </a:lnTo>
                  <a:lnTo>
                    <a:pt x="1260699" y="3855609"/>
                  </a:lnTo>
                  <a:lnTo>
                    <a:pt x="1260807" y="3855609"/>
                  </a:lnTo>
                  <a:lnTo>
                    <a:pt x="1260916" y="3855609"/>
                  </a:lnTo>
                  <a:lnTo>
                    <a:pt x="1261024" y="3855609"/>
                  </a:lnTo>
                  <a:lnTo>
                    <a:pt x="1261024" y="3854985"/>
                  </a:lnTo>
                  <a:lnTo>
                    <a:pt x="1261024" y="3854362"/>
                  </a:lnTo>
                  <a:lnTo>
                    <a:pt x="1261133" y="3854362"/>
                  </a:lnTo>
                  <a:lnTo>
                    <a:pt x="1261133" y="3853738"/>
                  </a:lnTo>
                  <a:lnTo>
                    <a:pt x="1261241" y="3853738"/>
                  </a:lnTo>
                  <a:lnTo>
                    <a:pt x="1261349" y="3853738"/>
                  </a:lnTo>
                  <a:lnTo>
                    <a:pt x="1261458" y="3853738"/>
                  </a:lnTo>
                  <a:lnTo>
                    <a:pt x="1261566" y="3853738"/>
                  </a:lnTo>
                  <a:lnTo>
                    <a:pt x="1261675" y="3853738"/>
                  </a:lnTo>
                  <a:lnTo>
                    <a:pt x="1261783" y="3853738"/>
                  </a:lnTo>
                  <a:lnTo>
                    <a:pt x="1261892" y="3853738"/>
                  </a:lnTo>
                  <a:lnTo>
                    <a:pt x="1262000" y="3853738"/>
                  </a:lnTo>
                  <a:lnTo>
                    <a:pt x="1262000" y="3853115"/>
                  </a:lnTo>
                  <a:lnTo>
                    <a:pt x="1262109" y="3853115"/>
                  </a:lnTo>
                  <a:lnTo>
                    <a:pt x="1262217" y="3853115"/>
                  </a:lnTo>
                  <a:lnTo>
                    <a:pt x="1262325" y="3853115"/>
                  </a:lnTo>
                  <a:lnTo>
                    <a:pt x="1262325" y="3852491"/>
                  </a:lnTo>
                  <a:lnTo>
                    <a:pt x="1262434" y="3852491"/>
                  </a:lnTo>
                  <a:lnTo>
                    <a:pt x="1262542" y="3852491"/>
                  </a:lnTo>
                  <a:lnTo>
                    <a:pt x="1262651" y="3852491"/>
                  </a:lnTo>
                  <a:lnTo>
                    <a:pt x="1262651" y="3851867"/>
                  </a:lnTo>
                  <a:lnTo>
                    <a:pt x="1262651" y="3851244"/>
                  </a:lnTo>
                  <a:lnTo>
                    <a:pt x="1262759" y="3851244"/>
                  </a:lnTo>
                  <a:lnTo>
                    <a:pt x="1262868" y="3851244"/>
                  </a:lnTo>
                  <a:lnTo>
                    <a:pt x="1262976" y="3851244"/>
                  </a:lnTo>
                  <a:lnTo>
                    <a:pt x="1262976" y="3850620"/>
                  </a:lnTo>
                  <a:lnTo>
                    <a:pt x="1263085" y="3850620"/>
                  </a:lnTo>
                  <a:lnTo>
                    <a:pt x="1263193" y="3850620"/>
                  </a:lnTo>
                  <a:lnTo>
                    <a:pt x="1263301" y="3850620"/>
                  </a:lnTo>
                  <a:lnTo>
                    <a:pt x="1263410" y="3850620"/>
                  </a:lnTo>
                  <a:lnTo>
                    <a:pt x="1263518" y="3850620"/>
                  </a:lnTo>
                  <a:lnTo>
                    <a:pt x="1263627" y="3850620"/>
                  </a:lnTo>
                  <a:lnTo>
                    <a:pt x="1263735" y="3850620"/>
                  </a:lnTo>
                  <a:lnTo>
                    <a:pt x="1263844" y="3850620"/>
                  </a:lnTo>
                  <a:lnTo>
                    <a:pt x="1263952" y="3850620"/>
                  </a:lnTo>
                  <a:lnTo>
                    <a:pt x="1264061" y="3850620"/>
                  </a:lnTo>
                  <a:lnTo>
                    <a:pt x="1264061" y="3849997"/>
                  </a:lnTo>
                  <a:lnTo>
                    <a:pt x="1264169" y="3849997"/>
                  </a:lnTo>
                  <a:lnTo>
                    <a:pt x="1264169" y="3849373"/>
                  </a:lnTo>
                  <a:lnTo>
                    <a:pt x="1264169" y="3848750"/>
                  </a:lnTo>
                  <a:lnTo>
                    <a:pt x="1264169" y="3848126"/>
                  </a:lnTo>
                  <a:lnTo>
                    <a:pt x="1264277" y="3848126"/>
                  </a:lnTo>
                  <a:lnTo>
                    <a:pt x="1264386" y="3848126"/>
                  </a:lnTo>
                  <a:lnTo>
                    <a:pt x="1264494" y="3848126"/>
                  </a:lnTo>
                  <a:lnTo>
                    <a:pt x="1264603" y="3848126"/>
                  </a:lnTo>
                  <a:lnTo>
                    <a:pt x="1264603" y="3847502"/>
                  </a:lnTo>
                  <a:lnTo>
                    <a:pt x="1264711" y="3847502"/>
                  </a:lnTo>
                  <a:lnTo>
                    <a:pt x="1264820" y="3847502"/>
                  </a:lnTo>
                  <a:lnTo>
                    <a:pt x="1264928" y="3847502"/>
                  </a:lnTo>
                  <a:lnTo>
                    <a:pt x="1265037" y="3847502"/>
                  </a:lnTo>
                  <a:lnTo>
                    <a:pt x="1265145" y="3847502"/>
                  </a:lnTo>
                  <a:lnTo>
                    <a:pt x="1265253" y="3847502"/>
                  </a:lnTo>
                  <a:lnTo>
                    <a:pt x="1265362" y="3847502"/>
                  </a:lnTo>
                  <a:lnTo>
                    <a:pt x="1265470" y="3847502"/>
                  </a:lnTo>
                  <a:lnTo>
                    <a:pt x="1265470" y="3846879"/>
                  </a:lnTo>
                  <a:lnTo>
                    <a:pt x="1265579" y="3846879"/>
                  </a:lnTo>
                  <a:lnTo>
                    <a:pt x="1265579" y="3846255"/>
                  </a:lnTo>
                  <a:lnTo>
                    <a:pt x="1265579" y="3845632"/>
                  </a:lnTo>
                  <a:lnTo>
                    <a:pt x="1265687" y="3845632"/>
                  </a:lnTo>
                  <a:lnTo>
                    <a:pt x="1265796" y="3845632"/>
                  </a:lnTo>
                  <a:lnTo>
                    <a:pt x="1265904" y="3845632"/>
                  </a:lnTo>
                  <a:lnTo>
                    <a:pt x="1266013" y="3845632"/>
                  </a:lnTo>
                  <a:lnTo>
                    <a:pt x="1266121" y="3845632"/>
                  </a:lnTo>
                  <a:lnTo>
                    <a:pt x="1266230" y="3845632"/>
                  </a:lnTo>
                  <a:lnTo>
                    <a:pt x="1266338" y="3845632"/>
                  </a:lnTo>
                  <a:lnTo>
                    <a:pt x="1266446" y="3845632"/>
                  </a:lnTo>
                  <a:lnTo>
                    <a:pt x="1266555" y="3845632"/>
                  </a:lnTo>
                  <a:lnTo>
                    <a:pt x="1266555" y="3845008"/>
                  </a:lnTo>
                  <a:lnTo>
                    <a:pt x="1266555" y="3844384"/>
                  </a:lnTo>
                  <a:lnTo>
                    <a:pt x="1266663" y="3844384"/>
                  </a:lnTo>
                  <a:lnTo>
                    <a:pt x="1266772" y="3844384"/>
                  </a:lnTo>
                  <a:lnTo>
                    <a:pt x="1266880" y="3844384"/>
                  </a:lnTo>
                  <a:lnTo>
                    <a:pt x="1266989" y="3844384"/>
                  </a:lnTo>
                  <a:lnTo>
                    <a:pt x="1267097" y="3844384"/>
                  </a:lnTo>
                  <a:lnTo>
                    <a:pt x="1267206" y="3844384"/>
                  </a:lnTo>
                  <a:lnTo>
                    <a:pt x="1267206" y="3843761"/>
                  </a:lnTo>
                  <a:lnTo>
                    <a:pt x="1267314" y="3843761"/>
                  </a:lnTo>
                  <a:lnTo>
                    <a:pt x="1267422" y="3843761"/>
                  </a:lnTo>
                  <a:lnTo>
                    <a:pt x="1267531" y="3843761"/>
                  </a:lnTo>
                  <a:lnTo>
                    <a:pt x="1267639" y="3843761"/>
                  </a:lnTo>
                  <a:lnTo>
                    <a:pt x="1267748" y="3843761"/>
                  </a:lnTo>
                  <a:lnTo>
                    <a:pt x="1267856" y="3843761"/>
                  </a:lnTo>
                  <a:lnTo>
                    <a:pt x="1267965" y="3843761"/>
                  </a:lnTo>
                  <a:lnTo>
                    <a:pt x="1267965" y="3843137"/>
                  </a:lnTo>
                  <a:lnTo>
                    <a:pt x="1267965" y="3842514"/>
                  </a:lnTo>
                  <a:lnTo>
                    <a:pt x="1268073" y="3842514"/>
                  </a:lnTo>
                  <a:lnTo>
                    <a:pt x="1268182" y="3842514"/>
                  </a:lnTo>
                  <a:lnTo>
                    <a:pt x="1268290" y="3842514"/>
                  </a:lnTo>
                  <a:lnTo>
                    <a:pt x="1268398" y="3842514"/>
                  </a:lnTo>
                  <a:lnTo>
                    <a:pt x="1268507" y="3842514"/>
                  </a:lnTo>
                  <a:lnTo>
                    <a:pt x="1268615" y="3842514"/>
                  </a:lnTo>
                  <a:lnTo>
                    <a:pt x="1268615" y="3841890"/>
                  </a:lnTo>
                  <a:lnTo>
                    <a:pt x="1268615" y="3841267"/>
                  </a:lnTo>
                  <a:lnTo>
                    <a:pt x="1268724" y="3841267"/>
                  </a:lnTo>
                  <a:lnTo>
                    <a:pt x="1268832" y="3841267"/>
                  </a:lnTo>
                  <a:lnTo>
                    <a:pt x="1268832" y="3840643"/>
                  </a:lnTo>
                  <a:lnTo>
                    <a:pt x="1268832" y="3840019"/>
                  </a:lnTo>
                  <a:lnTo>
                    <a:pt x="1268941" y="3840019"/>
                  </a:lnTo>
                  <a:lnTo>
                    <a:pt x="1269049" y="3840019"/>
                  </a:lnTo>
                  <a:lnTo>
                    <a:pt x="1269158" y="3840019"/>
                  </a:lnTo>
                  <a:lnTo>
                    <a:pt x="1269266" y="3840019"/>
                  </a:lnTo>
                  <a:lnTo>
                    <a:pt x="1269374" y="3840019"/>
                  </a:lnTo>
                  <a:lnTo>
                    <a:pt x="1269483" y="3840019"/>
                  </a:lnTo>
                  <a:lnTo>
                    <a:pt x="1269591" y="3840019"/>
                  </a:lnTo>
                  <a:lnTo>
                    <a:pt x="1269700" y="3840019"/>
                  </a:lnTo>
                  <a:lnTo>
                    <a:pt x="1269808" y="3840019"/>
                  </a:lnTo>
                  <a:lnTo>
                    <a:pt x="1269917" y="3840019"/>
                  </a:lnTo>
                  <a:lnTo>
                    <a:pt x="1270025" y="3840019"/>
                  </a:lnTo>
                  <a:lnTo>
                    <a:pt x="1270134" y="3840019"/>
                  </a:lnTo>
                  <a:lnTo>
                    <a:pt x="1270242" y="3840019"/>
                  </a:lnTo>
                  <a:lnTo>
                    <a:pt x="1270351" y="3840019"/>
                  </a:lnTo>
                  <a:lnTo>
                    <a:pt x="1270351" y="3839396"/>
                  </a:lnTo>
                  <a:lnTo>
                    <a:pt x="1270459" y="3839396"/>
                  </a:lnTo>
                  <a:lnTo>
                    <a:pt x="1270567" y="3839396"/>
                  </a:lnTo>
                  <a:lnTo>
                    <a:pt x="1270676" y="3839396"/>
                  </a:lnTo>
                  <a:lnTo>
                    <a:pt x="1270784" y="3839396"/>
                  </a:lnTo>
                  <a:lnTo>
                    <a:pt x="1270893" y="3839396"/>
                  </a:lnTo>
                  <a:lnTo>
                    <a:pt x="1271001" y="3839396"/>
                  </a:lnTo>
                  <a:lnTo>
                    <a:pt x="1271001" y="3838772"/>
                  </a:lnTo>
                  <a:lnTo>
                    <a:pt x="1271001" y="3838149"/>
                  </a:lnTo>
                  <a:lnTo>
                    <a:pt x="1271110" y="3838149"/>
                  </a:lnTo>
                  <a:lnTo>
                    <a:pt x="1271218" y="3838149"/>
                  </a:lnTo>
                  <a:lnTo>
                    <a:pt x="1271327" y="3838149"/>
                  </a:lnTo>
                  <a:lnTo>
                    <a:pt x="1271327" y="3837525"/>
                  </a:lnTo>
                  <a:lnTo>
                    <a:pt x="1271327" y="3836902"/>
                  </a:lnTo>
                  <a:lnTo>
                    <a:pt x="1271327" y="3836278"/>
                  </a:lnTo>
                  <a:lnTo>
                    <a:pt x="1271327" y="3835654"/>
                  </a:lnTo>
                  <a:lnTo>
                    <a:pt x="1271435" y="3835654"/>
                  </a:lnTo>
                  <a:lnTo>
                    <a:pt x="1271543" y="3835654"/>
                  </a:lnTo>
                  <a:lnTo>
                    <a:pt x="1271652" y="3835654"/>
                  </a:lnTo>
                  <a:lnTo>
                    <a:pt x="1271652" y="3835031"/>
                  </a:lnTo>
                  <a:lnTo>
                    <a:pt x="1271760" y="3835031"/>
                  </a:lnTo>
                  <a:lnTo>
                    <a:pt x="1271869" y="3835031"/>
                  </a:lnTo>
                  <a:lnTo>
                    <a:pt x="1271977" y="3835031"/>
                  </a:lnTo>
                  <a:lnTo>
                    <a:pt x="1271977" y="3834407"/>
                  </a:lnTo>
                  <a:lnTo>
                    <a:pt x="1272086" y="3834407"/>
                  </a:lnTo>
                  <a:lnTo>
                    <a:pt x="1272194" y="3834407"/>
                  </a:lnTo>
                  <a:lnTo>
                    <a:pt x="1272303" y="3834407"/>
                  </a:lnTo>
                  <a:lnTo>
                    <a:pt x="1272411" y="3834407"/>
                  </a:lnTo>
                  <a:lnTo>
                    <a:pt x="1272519" y="3834407"/>
                  </a:lnTo>
                  <a:lnTo>
                    <a:pt x="1272628" y="3834407"/>
                  </a:lnTo>
                  <a:lnTo>
                    <a:pt x="1272628" y="3833784"/>
                  </a:lnTo>
                  <a:lnTo>
                    <a:pt x="1272628" y="3833160"/>
                  </a:lnTo>
                  <a:lnTo>
                    <a:pt x="1272736" y="3833160"/>
                  </a:lnTo>
                  <a:lnTo>
                    <a:pt x="1272845" y="3833160"/>
                  </a:lnTo>
                  <a:lnTo>
                    <a:pt x="1272953" y="3833160"/>
                  </a:lnTo>
                  <a:lnTo>
                    <a:pt x="1273062" y="3833160"/>
                  </a:lnTo>
                  <a:lnTo>
                    <a:pt x="1273170" y="3833160"/>
                  </a:lnTo>
                  <a:lnTo>
                    <a:pt x="1273170" y="3832536"/>
                  </a:lnTo>
                  <a:lnTo>
                    <a:pt x="1273279" y="3832536"/>
                  </a:lnTo>
                  <a:lnTo>
                    <a:pt x="1273387" y="3832536"/>
                  </a:lnTo>
                  <a:lnTo>
                    <a:pt x="1273495" y="3832536"/>
                  </a:lnTo>
                  <a:lnTo>
                    <a:pt x="1273604" y="3832536"/>
                  </a:lnTo>
                  <a:lnTo>
                    <a:pt x="1273712" y="3832536"/>
                  </a:lnTo>
                  <a:lnTo>
                    <a:pt x="1273821" y="3832536"/>
                  </a:lnTo>
                  <a:lnTo>
                    <a:pt x="1273929" y="3832536"/>
                  </a:lnTo>
                  <a:lnTo>
                    <a:pt x="1274038" y="3832536"/>
                  </a:lnTo>
                  <a:lnTo>
                    <a:pt x="1274146" y="3832536"/>
                  </a:lnTo>
                  <a:lnTo>
                    <a:pt x="1274255" y="3832536"/>
                  </a:lnTo>
                  <a:lnTo>
                    <a:pt x="1274363" y="3832536"/>
                  </a:lnTo>
                  <a:lnTo>
                    <a:pt x="1274472" y="3832536"/>
                  </a:lnTo>
                  <a:lnTo>
                    <a:pt x="1274580" y="3832536"/>
                  </a:lnTo>
                  <a:lnTo>
                    <a:pt x="1274580" y="3831913"/>
                  </a:lnTo>
                  <a:lnTo>
                    <a:pt x="1274688" y="3831913"/>
                  </a:lnTo>
                  <a:lnTo>
                    <a:pt x="1274797" y="3831913"/>
                  </a:lnTo>
                  <a:lnTo>
                    <a:pt x="1274797" y="3831289"/>
                  </a:lnTo>
                  <a:lnTo>
                    <a:pt x="1274905" y="3831289"/>
                  </a:lnTo>
                  <a:lnTo>
                    <a:pt x="1275014" y="3831289"/>
                  </a:lnTo>
                  <a:lnTo>
                    <a:pt x="1275122" y="3831289"/>
                  </a:lnTo>
                  <a:lnTo>
                    <a:pt x="1275231" y="3831289"/>
                  </a:lnTo>
                  <a:lnTo>
                    <a:pt x="1275339" y="3831289"/>
                  </a:lnTo>
                  <a:lnTo>
                    <a:pt x="1275448" y="3831289"/>
                  </a:lnTo>
                  <a:lnTo>
                    <a:pt x="1275556" y="3831289"/>
                  </a:lnTo>
                  <a:lnTo>
                    <a:pt x="1275556" y="3830666"/>
                  </a:lnTo>
                  <a:lnTo>
                    <a:pt x="1275556" y="3830042"/>
                  </a:lnTo>
                  <a:lnTo>
                    <a:pt x="1275664" y="3830042"/>
                  </a:lnTo>
                  <a:lnTo>
                    <a:pt x="1275773" y="3830042"/>
                  </a:lnTo>
                  <a:lnTo>
                    <a:pt x="1275881" y="3830042"/>
                  </a:lnTo>
                  <a:lnTo>
                    <a:pt x="1275990" y="3830042"/>
                  </a:lnTo>
                  <a:lnTo>
                    <a:pt x="1275990" y="3829419"/>
                  </a:lnTo>
                  <a:lnTo>
                    <a:pt x="1275990" y="3828795"/>
                  </a:lnTo>
                  <a:lnTo>
                    <a:pt x="1276098" y="3828795"/>
                  </a:lnTo>
                  <a:lnTo>
                    <a:pt x="1276098" y="3828171"/>
                  </a:lnTo>
                  <a:lnTo>
                    <a:pt x="1276207" y="3828171"/>
                  </a:lnTo>
                  <a:lnTo>
                    <a:pt x="1276315" y="3828171"/>
                  </a:lnTo>
                  <a:lnTo>
                    <a:pt x="1276424" y="3828171"/>
                  </a:lnTo>
                  <a:lnTo>
                    <a:pt x="1276532" y="3828171"/>
                  </a:lnTo>
                  <a:lnTo>
                    <a:pt x="1276640" y="3828171"/>
                  </a:lnTo>
                  <a:lnTo>
                    <a:pt x="1276640" y="3827548"/>
                  </a:lnTo>
                  <a:lnTo>
                    <a:pt x="1276640" y="3826924"/>
                  </a:lnTo>
                  <a:lnTo>
                    <a:pt x="1276640" y="3826301"/>
                  </a:lnTo>
                  <a:lnTo>
                    <a:pt x="1276749" y="3826301"/>
                  </a:lnTo>
                  <a:lnTo>
                    <a:pt x="1276857" y="3826301"/>
                  </a:lnTo>
                  <a:lnTo>
                    <a:pt x="1276966" y="3826301"/>
                  </a:lnTo>
                  <a:lnTo>
                    <a:pt x="1277074" y="3826301"/>
                  </a:lnTo>
                  <a:lnTo>
                    <a:pt x="1277183" y="3826301"/>
                  </a:lnTo>
                  <a:lnTo>
                    <a:pt x="1277291" y="3826301"/>
                  </a:lnTo>
                  <a:lnTo>
                    <a:pt x="1277400" y="3826301"/>
                  </a:lnTo>
                  <a:lnTo>
                    <a:pt x="1277508" y="3826301"/>
                  </a:lnTo>
                  <a:lnTo>
                    <a:pt x="1277616" y="3826301"/>
                  </a:lnTo>
                  <a:lnTo>
                    <a:pt x="1277725" y="3826301"/>
                  </a:lnTo>
                  <a:lnTo>
                    <a:pt x="1277725" y="3825677"/>
                  </a:lnTo>
                  <a:lnTo>
                    <a:pt x="1277833" y="3825677"/>
                  </a:lnTo>
                  <a:lnTo>
                    <a:pt x="1277942" y="3825677"/>
                  </a:lnTo>
                  <a:lnTo>
                    <a:pt x="1277942" y="3825053"/>
                  </a:lnTo>
                  <a:lnTo>
                    <a:pt x="1278050" y="3825053"/>
                  </a:lnTo>
                  <a:lnTo>
                    <a:pt x="1278159" y="3825053"/>
                  </a:lnTo>
                  <a:lnTo>
                    <a:pt x="1278267" y="3825053"/>
                  </a:lnTo>
                  <a:lnTo>
                    <a:pt x="1278376" y="3825053"/>
                  </a:lnTo>
                  <a:lnTo>
                    <a:pt x="1278484" y="3825053"/>
                  </a:lnTo>
                  <a:lnTo>
                    <a:pt x="1278593" y="3825053"/>
                  </a:lnTo>
                  <a:lnTo>
                    <a:pt x="1278701" y="3825053"/>
                  </a:lnTo>
                  <a:lnTo>
                    <a:pt x="1278809" y="3825053"/>
                  </a:lnTo>
                  <a:lnTo>
                    <a:pt x="1278809" y="3824430"/>
                  </a:lnTo>
                  <a:lnTo>
                    <a:pt x="1278918" y="3824430"/>
                  </a:lnTo>
                  <a:lnTo>
                    <a:pt x="1278918" y="3823806"/>
                  </a:lnTo>
                  <a:lnTo>
                    <a:pt x="1279026" y="3823806"/>
                  </a:lnTo>
                  <a:lnTo>
                    <a:pt x="1279135" y="3823806"/>
                  </a:lnTo>
                  <a:lnTo>
                    <a:pt x="1279135" y="3823183"/>
                  </a:lnTo>
                  <a:lnTo>
                    <a:pt x="1279243" y="3823183"/>
                  </a:lnTo>
                  <a:lnTo>
                    <a:pt x="1279352" y="3823183"/>
                  </a:lnTo>
                  <a:lnTo>
                    <a:pt x="1279460" y="3823183"/>
                  </a:lnTo>
                  <a:lnTo>
                    <a:pt x="1279460" y="3822559"/>
                  </a:lnTo>
                  <a:lnTo>
                    <a:pt x="1279569" y="3822559"/>
                  </a:lnTo>
                  <a:lnTo>
                    <a:pt x="1279569" y="3821936"/>
                  </a:lnTo>
                  <a:lnTo>
                    <a:pt x="1279569" y="3821312"/>
                  </a:lnTo>
                  <a:lnTo>
                    <a:pt x="1279569" y="3820688"/>
                  </a:lnTo>
                  <a:lnTo>
                    <a:pt x="1279677" y="3820688"/>
                  </a:lnTo>
                  <a:lnTo>
                    <a:pt x="1279677" y="3820065"/>
                  </a:lnTo>
                  <a:lnTo>
                    <a:pt x="1279785" y="3820065"/>
                  </a:lnTo>
                  <a:lnTo>
                    <a:pt x="1279785" y="3819441"/>
                  </a:lnTo>
                  <a:lnTo>
                    <a:pt x="1279894" y="3819441"/>
                  </a:lnTo>
                  <a:lnTo>
                    <a:pt x="1280002" y="3819441"/>
                  </a:lnTo>
                  <a:lnTo>
                    <a:pt x="1280111" y="3819441"/>
                  </a:lnTo>
                  <a:lnTo>
                    <a:pt x="1280219" y="3819441"/>
                  </a:lnTo>
                  <a:lnTo>
                    <a:pt x="1280328" y="3819441"/>
                  </a:lnTo>
                  <a:lnTo>
                    <a:pt x="1280328" y="3818818"/>
                  </a:lnTo>
                  <a:lnTo>
                    <a:pt x="1280436" y="3818818"/>
                  </a:lnTo>
                  <a:lnTo>
                    <a:pt x="1280436" y="3818194"/>
                  </a:lnTo>
                  <a:lnTo>
                    <a:pt x="1280545" y="3818194"/>
                  </a:lnTo>
                  <a:lnTo>
                    <a:pt x="1280545" y="3817570"/>
                  </a:lnTo>
                  <a:lnTo>
                    <a:pt x="1280545" y="3816947"/>
                  </a:lnTo>
                  <a:lnTo>
                    <a:pt x="1280653" y="3816947"/>
                  </a:lnTo>
                  <a:lnTo>
                    <a:pt x="1280761" y="3816947"/>
                  </a:lnTo>
                  <a:lnTo>
                    <a:pt x="1280870" y="3816947"/>
                  </a:lnTo>
                  <a:lnTo>
                    <a:pt x="1280978" y="3816947"/>
                  </a:lnTo>
                  <a:lnTo>
                    <a:pt x="1281087" y="3816947"/>
                  </a:lnTo>
                  <a:lnTo>
                    <a:pt x="1281195" y="3816947"/>
                  </a:lnTo>
                  <a:lnTo>
                    <a:pt x="1281195" y="3816323"/>
                  </a:lnTo>
                  <a:lnTo>
                    <a:pt x="1281304" y="3816323"/>
                  </a:lnTo>
                  <a:lnTo>
                    <a:pt x="1281412" y="3816323"/>
                  </a:lnTo>
                  <a:lnTo>
                    <a:pt x="1281521" y="3816323"/>
                  </a:lnTo>
                  <a:lnTo>
                    <a:pt x="1281521" y="3815700"/>
                  </a:lnTo>
                  <a:lnTo>
                    <a:pt x="1281629" y="3815700"/>
                  </a:lnTo>
                  <a:lnTo>
                    <a:pt x="1281737" y="3815700"/>
                  </a:lnTo>
                  <a:lnTo>
                    <a:pt x="1281846" y="3815700"/>
                  </a:lnTo>
                  <a:lnTo>
                    <a:pt x="1281954" y="3815700"/>
                  </a:lnTo>
                  <a:lnTo>
                    <a:pt x="1282063" y="3815700"/>
                  </a:lnTo>
                  <a:lnTo>
                    <a:pt x="1282171" y="3815700"/>
                  </a:lnTo>
                  <a:lnTo>
                    <a:pt x="1282280" y="3815700"/>
                  </a:lnTo>
                  <a:lnTo>
                    <a:pt x="1282388" y="3815700"/>
                  </a:lnTo>
                  <a:lnTo>
                    <a:pt x="1282388" y="3815076"/>
                  </a:lnTo>
                  <a:lnTo>
                    <a:pt x="1282497" y="3815076"/>
                  </a:lnTo>
                  <a:lnTo>
                    <a:pt x="1282605" y="3815076"/>
                  </a:lnTo>
                  <a:lnTo>
                    <a:pt x="1282714" y="3815076"/>
                  </a:lnTo>
                  <a:lnTo>
                    <a:pt x="1282822" y="3815076"/>
                  </a:lnTo>
                  <a:lnTo>
                    <a:pt x="1282930" y="3815076"/>
                  </a:lnTo>
                  <a:lnTo>
                    <a:pt x="1283039" y="3815076"/>
                  </a:lnTo>
                  <a:lnTo>
                    <a:pt x="1283039" y="3814453"/>
                  </a:lnTo>
                  <a:lnTo>
                    <a:pt x="1283147" y="3814453"/>
                  </a:lnTo>
                  <a:lnTo>
                    <a:pt x="1283256" y="3814453"/>
                  </a:lnTo>
                  <a:lnTo>
                    <a:pt x="1283256" y="3813829"/>
                  </a:lnTo>
                  <a:lnTo>
                    <a:pt x="1283364" y="3813829"/>
                  </a:lnTo>
                  <a:lnTo>
                    <a:pt x="1283473" y="3813829"/>
                  </a:lnTo>
                  <a:lnTo>
                    <a:pt x="1283581" y="3813829"/>
                  </a:lnTo>
                  <a:lnTo>
                    <a:pt x="1283690" y="3813829"/>
                  </a:lnTo>
                  <a:lnTo>
                    <a:pt x="1283798" y="3813829"/>
                  </a:lnTo>
                  <a:lnTo>
                    <a:pt x="1283906" y="3813829"/>
                  </a:lnTo>
                  <a:lnTo>
                    <a:pt x="1284015" y="3813829"/>
                  </a:lnTo>
                  <a:lnTo>
                    <a:pt x="1284123" y="3813829"/>
                  </a:lnTo>
                  <a:lnTo>
                    <a:pt x="1284123" y="3813205"/>
                  </a:lnTo>
                  <a:lnTo>
                    <a:pt x="1284232" y="3813205"/>
                  </a:lnTo>
                  <a:lnTo>
                    <a:pt x="1284340" y="3813205"/>
                  </a:lnTo>
                  <a:lnTo>
                    <a:pt x="1284449" y="3813205"/>
                  </a:lnTo>
                  <a:lnTo>
                    <a:pt x="1284449" y="3812582"/>
                  </a:lnTo>
                  <a:lnTo>
                    <a:pt x="1284449" y="3811958"/>
                  </a:lnTo>
                  <a:lnTo>
                    <a:pt x="1284557" y="3811958"/>
                  </a:lnTo>
                  <a:lnTo>
                    <a:pt x="1284666" y="3811958"/>
                  </a:lnTo>
                  <a:lnTo>
                    <a:pt x="1284774" y="3811958"/>
                  </a:lnTo>
                  <a:lnTo>
                    <a:pt x="1284882" y="3811958"/>
                  </a:lnTo>
                  <a:lnTo>
                    <a:pt x="1284991" y="3811958"/>
                  </a:lnTo>
                  <a:lnTo>
                    <a:pt x="1285099" y="3811958"/>
                  </a:lnTo>
                  <a:lnTo>
                    <a:pt x="1285208" y="3811958"/>
                  </a:lnTo>
                  <a:lnTo>
                    <a:pt x="1285316" y="3811958"/>
                  </a:lnTo>
                  <a:lnTo>
                    <a:pt x="1285316" y="3811335"/>
                  </a:lnTo>
                  <a:lnTo>
                    <a:pt x="1285425" y="3811335"/>
                  </a:lnTo>
                  <a:lnTo>
                    <a:pt x="1285533" y="3811335"/>
                  </a:lnTo>
                  <a:lnTo>
                    <a:pt x="1285642" y="3811335"/>
                  </a:lnTo>
                  <a:lnTo>
                    <a:pt x="1285750" y="3811335"/>
                  </a:lnTo>
                  <a:lnTo>
                    <a:pt x="1285750" y="3810711"/>
                  </a:lnTo>
                  <a:lnTo>
                    <a:pt x="1285858" y="3810711"/>
                  </a:lnTo>
                  <a:lnTo>
                    <a:pt x="1285967" y="3810711"/>
                  </a:lnTo>
                  <a:lnTo>
                    <a:pt x="1286075" y="3810711"/>
                  </a:lnTo>
                  <a:lnTo>
                    <a:pt x="1286184" y="3810711"/>
                  </a:lnTo>
                  <a:lnTo>
                    <a:pt x="1286292" y="3810711"/>
                  </a:lnTo>
                  <a:lnTo>
                    <a:pt x="1286401" y="3810711"/>
                  </a:lnTo>
                  <a:lnTo>
                    <a:pt x="1286509" y="3810711"/>
                  </a:lnTo>
                  <a:lnTo>
                    <a:pt x="1286618" y="3810711"/>
                  </a:lnTo>
                  <a:lnTo>
                    <a:pt x="1286726" y="3810711"/>
                  </a:lnTo>
                  <a:lnTo>
                    <a:pt x="1286834" y="3810711"/>
                  </a:lnTo>
                  <a:lnTo>
                    <a:pt x="1286943" y="3810711"/>
                  </a:lnTo>
                  <a:lnTo>
                    <a:pt x="1287051" y="3810711"/>
                  </a:lnTo>
                  <a:lnTo>
                    <a:pt x="1287160" y="3810711"/>
                  </a:lnTo>
                  <a:lnTo>
                    <a:pt x="1287268" y="3810711"/>
                  </a:lnTo>
                  <a:lnTo>
                    <a:pt x="1287377" y="3810711"/>
                  </a:lnTo>
                  <a:lnTo>
                    <a:pt x="1287485" y="3810711"/>
                  </a:lnTo>
                  <a:lnTo>
                    <a:pt x="1287594" y="3810711"/>
                  </a:lnTo>
                  <a:lnTo>
                    <a:pt x="1287594" y="3810087"/>
                  </a:lnTo>
                  <a:lnTo>
                    <a:pt x="1287702" y="3810087"/>
                  </a:lnTo>
                  <a:lnTo>
                    <a:pt x="1287811" y="3810087"/>
                  </a:lnTo>
                  <a:lnTo>
                    <a:pt x="1287811" y="3809464"/>
                  </a:lnTo>
                  <a:lnTo>
                    <a:pt x="1287919" y="3809464"/>
                  </a:lnTo>
                  <a:lnTo>
                    <a:pt x="1288027" y="3809464"/>
                  </a:lnTo>
                  <a:lnTo>
                    <a:pt x="1288027" y="3808840"/>
                  </a:lnTo>
                  <a:lnTo>
                    <a:pt x="1288027" y="3808217"/>
                  </a:lnTo>
                  <a:lnTo>
                    <a:pt x="1288136" y="3808217"/>
                  </a:lnTo>
                  <a:lnTo>
                    <a:pt x="1288244" y="3808217"/>
                  </a:lnTo>
                  <a:lnTo>
                    <a:pt x="1288353" y="3808217"/>
                  </a:lnTo>
                  <a:lnTo>
                    <a:pt x="1288461" y="3808217"/>
                  </a:lnTo>
                  <a:lnTo>
                    <a:pt x="1288570" y="3808217"/>
                  </a:lnTo>
                  <a:lnTo>
                    <a:pt x="1288570" y="3807593"/>
                  </a:lnTo>
                  <a:lnTo>
                    <a:pt x="1288570" y="3806970"/>
                  </a:lnTo>
                  <a:lnTo>
                    <a:pt x="1288678" y="3806970"/>
                  </a:lnTo>
                  <a:lnTo>
                    <a:pt x="1288678" y="3806346"/>
                  </a:lnTo>
                  <a:lnTo>
                    <a:pt x="1288678" y="3805722"/>
                  </a:lnTo>
                  <a:lnTo>
                    <a:pt x="1288787" y="3805722"/>
                  </a:lnTo>
                  <a:lnTo>
                    <a:pt x="1288895" y="3805722"/>
                  </a:lnTo>
                  <a:lnTo>
                    <a:pt x="1288895" y="3805099"/>
                  </a:lnTo>
                  <a:lnTo>
                    <a:pt x="1289003" y="3805099"/>
                  </a:lnTo>
                  <a:lnTo>
                    <a:pt x="1289112" y="3805099"/>
                  </a:lnTo>
                  <a:lnTo>
                    <a:pt x="1289220" y="3805099"/>
                  </a:lnTo>
                  <a:lnTo>
                    <a:pt x="1289329" y="3805099"/>
                  </a:lnTo>
                  <a:lnTo>
                    <a:pt x="1289437" y="3805099"/>
                  </a:lnTo>
                  <a:lnTo>
                    <a:pt x="1289437" y="3804475"/>
                  </a:lnTo>
                  <a:lnTo>
                    <a:pt x="1289546" y="3804475"/>
                  </a:lnTo>
                  <a:lnTo>
                    <a:pt x="1289654" y="3804475"/>
                  </a:lnTo>
                  <a:lnTo>
                    <a:pt x="1289654" y="3803852"/>
                  </a:lnTo>
                  <a:lnTo>
                    <a:pt x="1289763" y="3803852"/>
                  </a:lnTo>
                  <a:lnTo>
                    <a:pt x="1289763" y="3803228"/>
                  </a:lnTo>
                  <a:lnTo>
                    <a:pt x="1289871" y="3803228"/>
                  </a:lnTo>
                  <a:lnTo>
                    <a:pt x="1289979" y="3803228"/>
                  </a:lnTo>
                  <a:lnTo>
                    <a:pt x="1290088" y="3803228"/>
                  </a:lnTo>
                  <a:lnTo>
                    <a:pt x="1290196" y="3803228"/>
                  </a:lnTo>
                  <a:lnTo>
                    <a:pt x="1290196" y="3802604"/>
                  </a:lnTo>
                  <a:lnTo>
                    <a:pt x="1290305" y="3802604"/>
                  </a:lnTo>
                  <a:lnTo>
                    <a:pt x="1290413" y="3802604"/>
                  </a:lnTo>
                  <a:lnTo>
                    <a:pt x="1290413" y="3801981"/>
                  </a:lnTo>
                  <a:lnTo>
                    <a:pt x="1290413" y="3801357"/>
                  </a:lnTo>
                  <a:lnTo>
                    <a:pt x="1290522" y="3801357"/>
                  </a:lnTo>
                  <a:lnTo>
                    <a:pt x="1290630" y="3801357"/>
                  </a:lnTo>
                  <a:lnTo>
                    <a:pt x="1290739" y="3801357"/>
                  </a:lnTo>
                  <a:lnTo>
                    <a:pt x="1290847" y="3801357"/>
                  </a:lnTo>
                  <a:lnTo>
                    <a:pt x="1290847" y="3800734"/>
                  </a:lnTo>
                  <a:lnTo>
                    <a:pt x="1290955" y="3800734"/>
                  </a:lnTo>
                  <a:lnTo>
                    <a:pt x="1291064" y="3800734"/>
                  </a:lnTo>
                  <a:lnTo>
                    <a:pt x="1291172" y="3800734"/>
                  </a:lnTo>
                  <a:lnTo>
                    <a:pt x="1291172" y="3800110"/>
                  </a:lnTo>
                  <a:lnTo>
                    <a:pt x="1291281" y="3800110"/>
                  </a:lnTo>
                  <a:lnTo>
                    <a:pt x="1291389" y="3800110"/>
                  </a:lnTo>
                  <a:lnTo>
                    <a:pt x="1291498" y="3800110"/>
                  </a:lnTo>
                  <a:lnTo>
                    <a:pt x="1291606" y="3800110"/>
                  </a:lnTo>
                  <a:lnTo>
                    <a:pt x="1291606" y="3799487"/>
                  </a:lnTo>
                  <a:lnTo>
                    <a:pt x="1291606" y="3798863"/>
                  </a:lnTo>
                  <a:lnTo>
                    <a:pt x="1291715" y="3798863"/>
                  </a:lnTo>
                  <a:lnTo>
                    <a:pt x="1291823" y="3798863"/>
                  </a:lnTo>
                  <a:lnTo>
                    <a:pt x="1291823" y="3798239"/>
                  </a:lnTo>
                  <a:lnTo>
                    <a:pt x="1291823" y="3797616"/>
                  </a:lnTo>
                  <a:lnTo>
                    <a:pt x="1291932" y="3797616"/>
                  </a:lnTo>
                  <a:lnTo>
                    <a:pt x="1292040" y="3797616"/>
                  </a:lnTo>
                  <a:lnTo>
                    <a:pt x="1292148" y="3797616"/>
                  </a:lnTo>
                  <a:lnTo>
                    <a:pt x="1292257" y="3797616"/>
                  </a:lnTo>
                  <a:lnTo>
                    <a:pt x="1292365" y="3797616"/>
                  </a:lnTo>
                  <a:lnTo>
                    <a:pt x="1292474" y="3797616"/>
                  </a:lnTo>
                  <a:lnTo>
                    <a:pt x="1292582" y="3797616"/>
                  </a:lnTo>
                  <a:lnTo>
                    <a:pt x="1292691" y="3797616"/>
                  </a:lnTo>
                  <a:lnTo>
                    <a:pt x="1292799" y="3797616"/>
                  </a:lnTo>
                  <a:lnTo>
                    <a:pt x="1292799" y="3796992"/>
                  </a:lnTo>
                  <a:lnTo>
                    <a:pt x="1292799" y="3796369"/>
                  </a:lnTo>
                  <a:lnTo>
                    <a:pt x="1292908" y="3796369"/>
                  </a:lnTo>
                  <a:lnTo>
                    <a:pt x="1292908" y="3795745"/>
                  </a:lnTo>
                  <a:lnTo>
                    <a:pt x="1293016" y="3795745"/>
                  </a:lnTo>
                  <a:lnTo>
                    <a:pt x="1293124" y="3795745"/>
                  </a:lnTo>
                  <a:lnTo>
                    <a:pt x="1293233" y="3795745"/>
                  </a:lnTo>
                  <a:lnTo>
                    <a:pt x="1293233" y="3795121"/>
                  </a:lnTo>
                  <a:lnTo>
                    <a:pt x="1293233" y="3794498"/>
                  </a:lnTo>
                  <a:lnTo>
                    <a:pt x="1293341" y="3794498"/>
                  </a:lnTo>
                  <a:lnTo>
                    <a:pt x="1293450" y="3794498"/>
                  </a:lnTo>
                  <a:lnTo>
                    <a:pt x="1293558" y="3794498"/>
                  </a:lnTo>
                  <a:lnTo>
                    <a:pt x="1293667" y="3794498"/>
                  </a:lnTo>
                  <a:lnTo>
                    <a:pt x="1293775" y="3794498"/>
                  </a:lnTo>
                  <a:lnTo>
                    <a:pt x="1293884" y="3794498"/>
                  </a:lnTo>
                  <a:lnTo>
                    <a:pt x="1293992" y="3794498"/>
                  </a:lnTo>
                  <a:lnTo>
                    <a:pt x="1294100" y="3794498"/>
                  </a:lnTo>
                  <a:lnTo>
                    <a:pt x="1294209" y="3794498"/>
                  </a:lnTo>
                  <a:lnTo>
                    <a:pt x="1294317" y="3794498"/>
                  </a:lnTo>
                  <a:lnTo>
                    <a:pt x="1294426" y="3794498"/>
                  </a:lnTo>
                  <a:lnTo>
                    <a:pt x="1294534" y="3794498"/>
                  </a:lnTo>
                  <a:lnTo>
                    <a:pt x="1294534" y="3793874"/>
                  </a:lnTo>
                  <a:lnTo>
                    <a:pt x="1294534" y="3793251"/>
                  </a:lnTo>
                  <a:lnTo>
                    <a:pt x="1294534" y="3792627"/>
                  </a:lnTo>
                  <a:lnTo>
                    <a:pt x="1294643" y="3792627"/>
                  </a:lnTo>
                  <a:lnTo>
                    <a:pt x="1294751" y="3792627"/>
                  </a:lnTo>
                  <a:lnTo>
                    <a:pt x="1294751" y="3792004"/>
                  </a:lnTo>
                  <a:lnTo>
                    <a:pt x="1294751" y="3791380"/>
                  </a:lnTo>
                  <a:lnTo>
                    <a:pt x="1294751" y="3790756"/>
                  </a:lnTo>
                  <a:lnTo>
                    <a:pt x="1294860" y="3790756"/>
                  </a:lnTo>
                  <a:lnTo>
                    <a:pt x="1294968" y="3790756"/>
                  </a:lnTo>
                  <a:lnTo>
                    <a:pt x="1295076" y="3790756"/>
                  </a:lnTo>
                  <a:lnTo>
                    <a:pt x="1295185" y="3790756"/>
                  </a:lnTo>
                  <a:lnTo>
                    <a:pt x="1295185" y="3790133"/>
                  </a:lnTo>
                  <a:lnTo>
                    <a:pt x="1295293" y="3790133"/>
                  </a:lnTo>
                  <a:lnTo>
                    <a:pt x="1295402" y="3790133"/>
                  </a:lnTo>
                  <a:lnTo>
                    <a:pt x="1295510" y="3790133"/>
                  </a:lnTo>
                  <a:lnTo>
                    <a:pt x="1295510" y="3789509"/>
                  </a:lnTo>
                  <a:lnTo>
                    <a:pt x="1295619" y="3789509"/>
                  </a:lnTo>
                  <a:lnTo>
                    <a:pt x="1295619" y="3788886"/>
                  </a:lnTo>
                  <a:lnTo>
                    <a:pt x="1295619" y="3788262"/>
                  </a:lnTo>
                  <a:lnTo>
                    <a:pt x="1295727" y="3788262"/>
                  </a:lnTo>
                  <a:lnTo>
                    <a:pt x="1295836" y="3788262"/>
                  </a:lnTo>
                  <a:lnTo>
                    <a:pt x="1295836" y="3787639"/>
                  </a:lnTo>
                  <a:lnTo>
                    <a:pt x="1295836" y="3787015"/>
                  </a:lnTo>
                  <a:lnTo>
                    <a:pt x="1295944" y="3787015"/>
                  </a:lnTo>
                  <a:lnTo>
                    <a:pt x="1295944" y="3786391"/>
                  </a:lnTo>
                  <a:lnTo>
                    <a:pt x="1296053" y="3786391"/>
                  </a:lnTo>
                  <a:lnTo>
                    <a:pt x="1296161" y="3786391"/>
                  </a:lnTo>
                  <a:lnTo>
                    <a:pt x="1296269" y="3786391"/>
                  </a:lnTo>
                  <a:lnTo>
                    <a:pt x="1296378" y="3786391"/>
                  </a:lnTo>
                  <a:lnTo>
                    <a:pt x="1296486" y="3786391"/>
                  </a:lnTo>
                  <a:lnTo>
                    <a:pt x="1296595" y="3786391"/>
                  </a:lnTo>
                  <a:lnTo>
                    <a:pt x="1296703" y="3786391"/>
                  </a:lnTo>
                  <a:lnTo>
                    <a:pt x="1296812" y="3786391"/>
                  </a:lnTo>
                  <a:lnTo>
                    <a:pt x="1296812" y="3785768"/>
                  </a:lnTo>
                  <a:lnTo>
                    <a:pt x="1296920" y="3785768"/>
                  </a:lnTo>
                  <a:lnTo>
                    <a:pt x="1297029" y="3785768"/>
                  </a:lnTo>
                  <a:lnTo>
                    <a:pt x="1297137" y="3785768"/>
                  </a:lnTo>
                  <a:lnTo>
                    <a:pt x="1297245" y="3785768"/>
                  </a:lnTo>
                  <a:lnTo>
                    <a:pt x="1297354" y="3785768"/>
                  </a:lnTo>
                  <a:lnTo>
                    <a:pt x="1297354" y="3785144"/>
                  </a:lnTo>
                  <a:lnTo>
                    <a:pt x="1297462" y="3785144"/>
                  </a:lnTo>
                  <a:lnTo>
                    <a:pt x="1297571" y="3785144"/>
                  </a:lnTo>
                  <a:lnTo>
                    <a:pt x="1297679" y="3785144"/>
                  </a:lnTo>
                  <a:lnTo>
                    <a:pt x="1297679" y="3784521"/>
                  </a:lnTo>
                  <a:lnTo>
                    <a:pt x="1297679" y="3783897"/>
                  </a:lnTo>
                  <a:lnTo>
                    <a:pt x="1297788" y="3783897"/>
                  </a:lnTo>
                  <a:lnTo>
                    <a:pt x="1297788" y="3783273"/>
                  </a:lnTo>
                  <a:lnTo>
                    <a:pt x="1297896" y="3783273"/>
                  </a:lnTo>
                  <a:lnTo>
                    <a:pt x="1297896" y="3782650"/>
                  </a:lnTo>
                  <a:lnTo>
                    <a:pt x="1297896" y="3782026"/>
                  </a:lnTo>
                  <a:lnTo>
                    <a:pt x="1298005" y="3782026"/>
                  </a:lnTo>
                  <a:lnTo>
                    <a:pt x="1298113" y="3782026"/>
                  </a:lnTo>
                  <a:lnTo>
                    <a:pt x="1298221" y="3782026"/>
                  </a:lnTo>
                  <a:lnTo>
                    <a:pt x="1298221" y="3781403"/>
                  </a:lnTo>
                  <a:lnTo>
                    <a:pt x="1298330" y="3781403"/>
                  </a:lnTo>
                  <a:lnTo>
                    <a:pt x="1298438" y="3781403"/>
                  </a:lnTo>
                  <a:lnTo>
                    <a:pt x="1298547" y="3781403"/>
                  </a:lnTo>
                  <a:lnTo>
                    <a:pt x="1298547" y="3780779"/>
                  </a:lnTo>
                  <a:lnTo>
                    <a:pt x="1298655" y="3780779"/>
                  </a:lnTo>
                  <a:lnTo>
                    <a:pt x="1298764" y="3780779"/>
                  </a:lnTo>
                  <a:lnTo>
                    <a:pt x="1298872" y="3780779"/>
                  </a:lnTo>
                  <a:lnTo>
                    <a:pt x="1298981" y="3780779"/>
                  </a:lnTo>
                  <a:lnTo>
                    <a:pt x="1298981" y="3780156"/>
                  </a:lnTo>
                  <a:lnTo>
                    <a:pt x="1298981" y="3779532"/>
                  </a:lnTo>
                  <a:lnTo>
                    <a:pt x="1298981" y="3778908"/>
                  </a:lnTo>
                  <a:lnTo>
                    <a:pt x="1298981" y="3778285"/>
                  </a:lnTo>
                  <a:lnTo>
                    <a:pt x="1299089" y="3778285"/>
                  </a:lnTo>
                  <a:lnTo>
                    <a:pt x="1299089" y="3777661"/>
                  </a:lnTo>
                  <a:lnTo>
                    <a:pt x="1299197" y="3777661"/>
                  </a:lnTo>
                  <a:lnTo>
                    <a:pt x="1299306" y="3777661"/>
                  </a:lnTo>
                  <a:lnTo>
                    <a:pt x="1299414" y="3777661"/>
                  </a:lnTo>
                  <a:lnTo>
                    <a:pt x="1299523" y="3777661"/>
                  </a:lnTo>
                  <a:lnTo>
                    <a:pt x="1299631" y="3777661"/>
                  </a:lnTo>
                  <a:lnTo>
                    <a:pt x="1299740" y="3777661"/>
                  </a:lnTo>
                  <a:lnTo>
                    <a:pt x="1299848" y="3777661"/>
                  </a:lnTo>
                  <a:lnTo>
                    <a:pt x="1299957" y="3777661"/>
                  </a:lnTo>
                  <a:lnTo>
                    <a:pt x="1300065" y="3777661"/>
                  </a:lnTo>
                  <a:lnTo>
                    <a:pt x="1300065" y="3777038"/>
                  </a:lnTo>
                  <a:lnTo>
                    <a:pt x="1300174" y="3777038"/>
                  </a:lnTo>
                  <a:lnTo>
                    <a:pt x="1300282" y="3777038"/>
                  </a:lnTo>
                  <a:lnTo>
                    <a:pt x="1300390" y="3777038"/>
                  </a:lnTo>
                  <a:lnTo>
                    <a:pt x="1300499" y="3777038"/>
                  </a:lnTo>
                  <a:lnTo>
                    <a:pt x="1300607" y="3777038"/>
                  </a:lnTo>
                  <a:lnTo>
                    <a:pt x="1300716" y="3777038"/>
                  </a:lnTo>
                  <a:lnTo>
                    <a:pt x="1300824" y="3777038"/>
                  </a:lnTo>
                  <a:lnTo>
                    <a:pt x="1300933" y="3777038"/>
                  </a:lnTo>
                  <a:lnTo>
                    <a:pt x="1301041" y="3777038"/>
                  </a:lnTo>
                  <a:lnTo>
                    <a:pt x="1301150" y="3777038"/>
                  </a:lnTo>
                  <a:lnTo>
                    <a:pt x="1301258" y="3777038"/>
                  </a:lnTo>
                  <a:lnTo>
                    <a:pt x="1301366" y="3777038"/>
                  </a:lnTo>
                  <a:lnTo>
                    <a:pt x="1301475" y="3777038"/>
                  </a:lnTo>
                  <a:lnTo>
                    <a:pt x="1301583" y="3777038"/>
                  </a:lnTo>
                  <a:lnTo>
                    <a:pt x="1301692" y="3777038"/>
                  </a:lnTo>
                  <a:lnTo>
                    <a:pt x="1301800" y="3777038"/>
                  </a:lnTo>
                  <a:lnTo>
                    <a:pt x="1301909" y="3777038"/>
                  </a:lnTo>
                  <a:lnTo>
                    <a:pt x="1302017" y="3777038"/>
                  </a:lnTo>
                  <a:lnTo>
                    <a:pt x="1302126" y="3777038"/>
                  </a:lnTo>
                  <a:lnTo>
                    <a:pt x="1302234" y="3777038"/>
                  </a:lnTo>
                  <a:lnTo>
                    <a:pt x="1302342" y="3777038"/>
                  </a:lnTo>
                  <a:lnTo>
                    <a:pt x="1302342" y="3776414"/>
                  </a:lnTo>
                  <a:lnTo>
                    <a:pt x="1302451" y="3776414"/>
                  </a:lnTo>
                  <a:lnTo>
                    <a:pt x="1302559" y="3776414"/>
                  </a:lnTo>
                  <a:lnTo>
                    <a:pt x="1302559" y="3775790"/>
                  </a:lnTo>
                  <a:lnTo>
                    <a:pt x="1302668" y="3775790"/>
                  </a:lnTo>
                  <a:lnTo>
                    <a:pt x="1302776" y="3775790"/>
                  </a:lnTo>
                  <a:lnTo>
                    <a:pt x="1302885" y="3775790"/>
                  </a:lnTo>
                  <a:lnTo>
                    <a:pt x="1302993" y="3775790"/>
                  </a:lnTo>
                  <a:lnTo>
                    <a:pt x="1303102" y="3775790"/>
                  </a:lnTo>
                  <a:lnTo>
                    <a:pt x="1303102" y="3775167"/>
                  </a:lnTo>
                  <a:lnTo>
                    <a:pt x="1303102" y="3774543"/>
                  </a:lnTo>
                  <a:lnTo>
                    <a:pt x="1303210" y="3774543"/>
                  </a:lnTo>
                  <a:lnTo>
                    <a:pt x="1303210" y="3773920"/>
                  </a:lnTo>
                  <a:lnTo>
                    <a:pt x="1303318" y="3773920"/>
                  </a:lnTo>
                  <a:lnTo>
                    <a:pt x="1303318" y="3773296"/>
                  </a:lnTo>
                  <a:lnTo>
                    <a:pt x="1303427" y="3773296"/>
                  </a:lnTo>
                  <a:lnTo>
                    <a:pt x="1303535" y="3773296"/>
                  </a:lnTo>
                  <a:lnTo>
                    <a:pt x="1303644" y="3773296"/>
                  </a:lnTo>
                  <a:lnTo>
                    <a:pt x="1303752" y="3773296"/>
                  </a:lnTo>
                  <a:lnTo>
                    <a:pt x="1303752" y="3772673"/>
                  </a:lnTo>
                  <a:lnTo>
                    <a:pt x="1303752" y="3772049"/>
                  </a:lnTo>
                  <a:lnTo>
                    <a:pt x="1303861" y="3772049"/>
                  </a:lnTo>
                  <a:lnTo>
                    <a:pt x="1303969" y="3772049"/>
                  </a:lnTo>
                  <a:lnTo>
                    <a:pt x="1303969" y="3771425"/>
                  </a:lnTo>
                  <a:lnTo>
                    <a:pt x="1304078" y="3771425"/>
                  </a:lnTo>
                  <a:lnTo>
                    <a:pt x="1304186" y="3771425"/>
                  </a:lnTo>
                  <a:lnTo>
                    <a:pt x="1304186" y="3770802"/>
                  </a:lnTo>
                  <a:lnTo>
                    <a:pt x="1304186" y="3770178"/>
                  </a:lnTo>
                  <a:lnTo>
                    <a:pt x="1304295" y="3770178"/>
                  </a:lnTo>
                  <a:lnTo>
                    <a:pt x="1304295" y="3769555"/>
                  </a:lnTo>
                  <a:lnTo>
                    <a:pt x="1304403" y="3769555"/>
                  </a:lnTo>
                  <a:lnTo>
                    <a:pt x="1304511" y="3769555"/>
                  </a:lnTo>
                  <a:lnTo>
                    <a:pt x="1304620" y="3769555"/>
                  </a:lnTo>
                  <a:lnTo>
                    <a:pt x="1304620" y="3768931"/>
                  </a:lnTo>
                  <a:lnTo>
                    <a:pt x="1304728" y="3768931"/>
                  </a:lnTo>
                  <a:lnTo>
                    <a:pt x="1304837" y="3768931"/>
                  </a:lnTo>
                  <a:lnTo>
                    <a:pt x="1304945" y="3768931"/>
                  </a:lnTo>
                  <a:lnTo>
                    <a:pt x="1304945" y="3768307"/>
                  </a:lnTo>
                  <a:lnTo>
                    <a:pt x="1304945" y="3767684"/>
                  </a:lnTo>
                  <a:lnTo>
                    <a:pt x="1305054" y="3767684"/>
                  </a:lnTo>
                  <a:lnTo>
                    <a:pt x="1305162" y="3767684"/>
                  </a:lnTo>
                  <a:lnTo>
                    <a:pt x="1305162" y="3767060"/>
                  </a:lnTo>
                  <a:lnTo>
                    <a:pt x="1305271" y="3767060"/>
                  </a:lnTo>
                  <a:lnTo>
                    <a:pt x="1305271" y="3766437"/>
                  </a:lnTo>
                  <a:lnTo>
                    <a:pt x="1305379" y="3766437"/>
                  </a:lnTo>
                  <a:lnTo>
                    <a:pt x="1305487" y="3766437"/>
                  </a:lnTo>
                  <a:lnTo>
                    <a:pt x="1305487" y="3765813"/>
                  </a:lnTo>
                  <a:lnTo>
                    <a:pt x="1305596" y="3765813"/>
                  </a:lnTo>
                  <a:lnTo>
                    <a:pt x="1305704" y="3765813"/>
                  </a:lnTo>
                  <a:lnTo>
                    <a:pt x="1305813" y="3765813"/>
                  </a:lnTo>
                  <a:lnTo>
                    <a:pt x="1305921" y="3765813"/>
                  </a:lnTo>
                  <a:lnTo>
                    <a:pt x="1306030" y="3765813"/>
                  </a:lnTo>
                  <a:lnTo>
                    <a:pt x="1306138" y="3765813"/>
                  </a:lnTo>
                  <a:lnTo>
                    <a:pt x="1306247" y="3765813"/>
                  </a:lnTo>
                  <a:lnTo>
                    <a:pt x="1306355" y="3765813"/>
                  </a:lnTo>
                  <a:lnTo>
                    <a:pt x="1306463" y="3765813"/>
                  </a:lnTo>
                  <a:lnTo>
                    <a:pt x="1306572" y="3765813"/>
                  </a:lnTo>
                  <a:lnTo>
                    <a:pt x="1306680" y="3765813"/>
                  </a:lnTo>
                  <a:lnTo>
                    <a:pt x="1306789" y="3765813"/>
                  </a:lnTo>
                  <a:lnTo>
                    <a:pt x="1306897" y="3765813"/>
                  </a:lnTo>
                  <a:lnTo>
                    <a:pt x="1307006" y="3765813"/>
                  </a:lnTo>
                  <a:lnTo>
                    <a:pt x="1307114" y="3765813"/>
                  </a:lnTo>
                  <a:lnTo>
                    <a:pt x="1307223" y="3765813"/>
                  </a:lnTo>
                  <a:lnTo>
                    <a:pt x="1307331" y="3765813"/>
                  </a:lnTo>
                  <a:lnTo>
                    <a:pt x="1307439" y="3765813"/>
                  </a:lnTo>
                  <a:lnTo>
                    <a:pt x="1307548" y="3765813"/>
                  </a:lnTo>
                  <a:lnTo>
                    <a:pt x="1307656" y="3765813"/>
                  </a:lnTo>
                  <a:lnTo>
                    <a:pt x="1307656" y="3765190"/>
                  </a:lnTo>
                  <a:lnTo>
                    <a:pt x="1307765" y="3765190"/>
                  </a:lnTo>
                  <a:lnTo>
                    <a:pt x="1307765" y="3764566"/>
                  </a:lnTo>
                  <a:lnTo>
                    <a:pt x="1307873" y="3764566"/>
                  </a:lnTo>
                  <a:lnTo>
                    <a:pt x="1307982" y="3764566"/>
                  </a:lnTo>
                  <a:lnTo>
                    <a:pt x="1308090" y="3764566"/>
                  </a:lnTo>
                  <a:lnTo>
                    <a:pt x="1308199" y="3764566"/>
                  </a:lnTo>
                  <a:lnTo>
                    <a:pt x="1308307" y="3764566"/>
                  </a:lnTo>
                  <a:lnTo>
                    <a:pt x="1308415" y="3764566"/>
                  </a:lnTo>
                  <a:lnTo>
                    <a:pt x="1308524" y="3764566"/>
                  </a:lnTo>
                  <a:lnTo>
                    <a:pt x="1308632" y="3764566"/>
                  </a:lnTo>
                  <a:lnTo>
                    <a:pt x="1308741" y="3764566"/>
                  </a:lnTo>
                  <a:lnTo>
                    <a:pt x="1308849" y="3764566"/>
                  </a:lnTo>
                  <a:lnTo>
                    <a:pt x="1308849" y="3763942"/>
                  </a:lnTo>
                  <a:lnTo>
                    <a:pt x="1308849" y="3763319"/>
                  </a:lnTo>
                  <a:lnTo>
                    <a:pt x="1308958" y="3763319"/>
                  </a:lnTo>
                  <a:lnTo>
                    <a:pt x="1309066" y="3763319"/>
                  </a:lnTo>
                  <a:lnTo>
                    <a:pt x="1309175" y="3763319"/>
                  </a:lnTo>
                  <a:lnTo>
                    <a:pt x="1309283" y="3763319"/>
                  </a:lnTo>
                  <a:lnTo>
                    <a:pt x="1309392" y="3763319"/>
                  </a:lnTo>
                  <a:lnTo>
                    <a:pt x="1309500" y="3763319"/>
                  </a:lnTo>
                  <a:lnTo>
                    <a:pt x="1309608" y="3763319"/>
                  </a:lnTo>
                  <a:lnTo>
                    <a:pt x="1309717" y="3763319"/>
                  </a:lnTo>
                  <a:lnTo>
                    <a:pt x="1309717" y="3762695"/>
                  </a:lnTo>
                  <a:lnTo>
                    <a:pt x="1309717" y="3762072"/>
                  </a:lnTo>
                  <a:lnTo>
                    <a:pt x="1309825" y="3762072"/>
                  </a:lnTo>
                  <a:lnTo>
                    <a:pt x="1309825" y="3761448"/>
                  </a:lnTo>
                  <a:lnTo>
                    <a:pt x="1309934" y="3761448"/>
                  </a:lnTo>
                  <a:lnTo>
                    <a:pt x="1309934" y="3760824"/>
                  </a:lnTo>
                  <a:lnTo>
                    <a:pt x="1309934" y="3760201"/>
                  </a:lnTo>
                  <a:lnTo>
                    <a:pt x="1309934" y="3759577"/>
                  </a:lnTo>
                  <a:lnTo>
                    <a:pt x="1310042" y="3759577"/>
                  </a:lnTo>
                  <a:lnTo>
                    <a:pt x="1310151" y="3759577"/>
                  </a:lnTo>
                  <a:lnTo>
                    <a:pt x="1310259" y="3759577"/>
                  </a:lnTo>
                  <a:lnTo>
                    <a:pt x="1310259" y="3758954"/>
                  </a:lnTo>
                  <a:lnTo>
                    <a:pt x="1310368" y="3758954"/>
                  </a:lnTo>
                  <a:lnTo>
                    <a:pt x="1310476" y="3758954"/>
                  </a:lnTo>
                  <a:lnTo>
                    <a:pt x="1310584" y="3758954"/>
                  </a:lnTo>
                  <a:lnTo>
                    <a:pt x="1310584" y="3758330"/>
                  </a:lnTo>
                  <a:lnTo>
                    <a:pt x="1310693" y="3758330"/>
                  </a:lnTo>
                  <a:lnTo>
                    <a:pt x="1310801" y="3758330"/>
                  </a:lnTo>
                  <a:lnTo>
                    <a:pt x="1310910" y="3758330"/>
                  </a:lnTo>
                  <a:lnTo>
                    <a:pt x="1310910" y="3757707"/>
                  </a:lnTo>
                  <a:lnTo>
                    <a:pt x="1311018" y="3757707"/>
                  </a:lnTo>
                  <a:lnTo>
                    <a:pt x="1311127" y="3757707"/>
                  </a:lnTo>
                  <a:lnTo>
                    <a:pt x="1311235" y="3757707"/>
                  </a:lnTo>
                  <a:lnTo>
                    <a:pt x="1311235" y="3757083"/>
                  </a:lnTo>
                  <a:lnTo>
                    <a:pt x="1311344" y="3757083"/>
                  </a:lnTo>
                  <a:lnTo>
                    <a:pt x="1311452" y="3757083"/>
                  </a:lnTo>
                  <a:lnTo>
                    <a:pt x="1311452" y="3756459"/>
                  </a:lnTo>
                  <a:lnTo>
                    <a:pt x="1311452" y="3755836"/>
                  </a:lnTo>
                  <a:lnTo>
                    <a:pt x="1311560" y="3755836"/>
                  </a:lnTo>
                  <a:lnTo>
                    <a:pt x="1311669" y="3755836"/>
                  </a:lnTo>
                  <a:lnTo>
                    <a:pt x="1311669" y="3755212"/>
                  </a:lnTo>
                  <a:lnTo>
                    <a:pt x="1311777" y="3755212"/>
                  </a:lnTo>
                  <a:lnTo>
                    <a:pt x="1311777" y="3754589"/>
                  </a:lnTo>
                  <a:lnTo>
                    <a:pt x="1311886" y="3754589"/>
                  </a:lnTo>
                  <a:lnTo>
                    <a:pt x="1311994" y="3754589"/>
                  </a:lnTo>
                  <a:lnTo>
                    <a:pt x="1311994" y="3753965"/>
                  </a:lnTo>
                  <a:lnTo>
                    <a:pt x="1312103" y="3753965"/>
                  </a:lnTo>
                  <a:lnTo>
                    <a:pt x="1312211" y="3753965"/>
                  </a:lnTo>
                  <a:lnTo>
                    <a:pt x="1312211" y="3753341"/>
                  </a:lnTo>
                  <a:lnTo>
                    <a:pt x="1312320" y="3753341"/>
                  </a:lnTo>
                  <a:lnTo>
                    <a:pt x="1312428" y="3753341"/>
                  </a:lnTo>
                  <a:lnTo>
                    <a:pt x="1312536" y="3753341"/>
                  </a:lnTo>
                  <a:lnTo>
                    <a:pt x="1312645" y="3753341"/>
                  </a:lnTo>
                  <a:lnTo>
                    <a:pt x="1312753" y="3753341"/>
                  </a:lnTo>
                  <a:lnTo>
                    <a:pt x="1312862" y="3753341"/>
                  </a:lnTo>
                  <a:lnTo>
                    <a:pt x="1312970" y="3753341"/>
                  </a:lnTo>
                  <a:lnTo>
                    <a:pt x="1313079" y="3753341"/>
                  </a:lnTo>
                  <a:lnTo>
                    <a:pt x="1313187" y="3753341"/>
                  </a:lnTo>
                  <a:lnTo>
                    <a:pt x="1313296" y="3753341"/>
                  </a:lnTo>
                  <a:lnTo>
                    <a:pt x="1313296" y="3752718"/>
                  </a:lnTo>
                  <a:lnTo>
                    <a:pt x="1313404" y="3752718"/>
                  </a:lnTo>
                  <a:lnTo>
                    <a:pt x="1313513" y="3752718"/>
                  </a:lnTo>
                  <a:lnTo>
                    <a:pt x="1313621" y="3752718"/>
                  </a:lnTo>
                  <a:lnTo>
                    <a:pt x="1313729" y="3752718"/>
                  </a:lnTo>
                  <a:lnTo>
                    <a:pt x="1313729" y="3752094"/>
                  </a:lnTo>
                  <a:lnTo>
                    <a:pt x="1313838" y="3752094"/>
                  </a:lnTo>
                  <a:lnTo>
                    <a:pt x="1313946" y="3752094"/>
                  </a:lnTo>
                  <a:lnTo>
                    <a:pt x="1313946" y="3751471"/>
                  </a:lnTo>
                  <a:lnTo>
                    <a:pt x="1314055" y="3751471"/>
                  </a:lnTo>
                  <a:lnTo>
                    <a:pt x="1314163" y="3751471"/>
                  </a:lnTo>
                  <a:lnTo>
                    <a:pt x="1314163" y="3750847"/>
                  </a:lnTo>
                  <a:lnTo>
                    <a:pt x="1314163" y="3750224"/>
                  </a:lnTo>
                  <a:lnTo>
                    <a:pt x="1314272" y="3750224"/>
                  </a:lnTo>
                  <a:lnTo>
                    <a:pt x="1314380" y="3750224"/>
                  </a:lnTo>
                  <a:lnTo>
                    <a:pt x="1314380" y="3749600"/>
                  </a:lnTo>
                  <a:lnTo>
                    <a:pt x="1314489" y="3749600"/>
                  </a:lnTo>
                  <a:lnTo>
                    <a:pt x="1314489" y="3748976"/>
                  </a:lnTo>
                  <a:lnTo>
                    <a:pt x="1314597" y="3748976"/>
                  </a:lnTo>
                  <a:lnTo>
                    <a:pt x="1314705" y="3748976"/>
                  </a:lnTo>
                  <a:lnTo>
                    <a:pt x="1314814" y="3748976"/>
                  </a:lnTo>
                  <a:lnTo>
                    <a:pt x="1314922" y="3748976"/>
                  </a:lnTo>
                  <a:lnTo>
                    <a:pt x="1315031" y="3748976"/>
                  </a:lnTo>
                  <a:lnTo>
                    <a:pt x="1315139" y="3748976"/>
                  </a:lnTo>
                  <a:lnTo>
                    <a:pt x="1315139" y="3748353"/>
                  </a:lnTo>
                  <a:lnTo>
                    <a:pt x="1315248" y="3748353"/>
                  </a:lnTo>
                  <a:lnTo>
                    <a:pt x="1315356" y="3748353"/>
                  </a:lnTo>
                  <a:lnTo>
                    <a:pt x="1315465" y="3748353"/>
                  </a:lnTo>
                  <a:lnTo>
                    <a:pt x="1315573" y="3748353"/>
                  </a:lnTo>
                  <a:lnTo>
                    <a:pt x="1315573" y="3747729"/>
                  </a:lnTo>
                  <a:lnTo>
                    <a:pt x="1315681" y="3747729"/>
                  </a:lnTo>
                  <a:lnTo>
                    <a:pt x="1315790" y="3747729"/>
                  </a:lnTo>
                  <a:lnTo>
                    <a:pt x="1315898" y="3747729"/>
                  </a:lnTo>
                  <a:lnTo>
                    <a:pt x="1316007" y="3747729"/>
                  </a:lnTo>
                  <a:lnTo>
                    <a:pt x="1316007" y="3747106"/>
                  </a:lnTo>
                  <a:lnTo>
                    <a:pt x="1316115" y="3747106"/>
                  </a:lnTo>
                  <a:lnTo>
                    <a:pt x="1316115" y="3746482"/>
                  </a:lnTo>
                  <a:lnTo>
                    <a:pt x="1316115" y="3745858"/>
                  </a:lnTo>
                  <a:lnTo>
                    <a:pt x="1316115" y="3745235"/>
                  </a:lnTo>
                  <a:lnTo>
                    <a:pt x="1316115" y="3744611"/>
                  </a:lnTo>
                  <a:lnTo>
                    <a:pt x="1316115" y="3743988"/>
                  </a:lnTo>
                  <a:lnTo>
                    <a:pt x="1316224" y="3743988"/>
                  </a:lnTo>
                  <a:lnTo>
                    <a:pt x="1316332" y="3743988"/>
                  </a:lnTo>
                  <a:lnTo>
                    <a:pt x="1316441" y="3743988"/>
                  </a:lnTo>
                  <a:lnTo>
                    <a:pt x="1316441" y="3743364"/>
                  </a:lnTo>
                  <a:lnTo>
                    <a:pt x="1316441" y="3742741"/>
                  </a:lnTo>
                  <a:lnTo>
                    <a:pt x="1316549" y="3742741"/>
                  </a:lnTo>
                  <a:lnTo>
                    <a:pt x="1316657" y="3742741"/>
                  </a:lnTo>
                  <a:lnTo>
                    <a:pt x="1316766" y="3742741"/>
                  </a:lnTo>
                  <a:lnTo>
                    <a:pt x="1316874" y="3742741"/>
                  </a:lnTo>
                  <a:lnTo>
                    <a:pt x="1316874" y="3742117"/>
                  </a:lnTo>
                  <a:lnTo>
                    <a:pt x="1316983" y="3742117"/>
                  </a:lnTo>
                  <a:lnTo>
                    <a:pt x="1316983" y="3741493"/>
                  </a:lnTo>
                  <a:lnTo>
                    <a:pt x="1317091" y="3741493"/>
                  </a:lnTo>
                  <a:lnTo>
                    <a:pt x="1317091" y="3740870"/>
                  </a:lnTo>
                  <a:lnTo>
                    <a:pt x="1317091" y="3740246"/>
                  </a:lnTo>
                  <a:lnTo>
                    <a:pt x="1317200" y="3740246"/>
                  </a:lnTo>
                  <a:lnTo>
                    <a:pt x="1317308" y="3740246"/>
                  </a:lnTo>
                  <a:lnTo>
                    <a:pt x="1317308" y="3739623"/>
                  </a:lnTo>
                  <a:lnTo>
                    <a:pt x="1317417" y="3739623"/>
                  </a:lnTo>
                  <a:lnTo>
                    <a:pt x="1317417" y="3738999"/>
                  </a:lnTo>
                  <a:lnTo>
                    <a:pt x="1317417" y="3738376"/>
                  </a:lnTo>
                  <a:lnTo>
                    <a:pt x="1317417" y="3737752"/>
                  </a:lnTo>
                  <a:lnTo>
                    <a:pt x="1317525" y="3737752"/>
                  </a:lnTo>
                  <a:lnTo>
                    <a:pt x="1317634" y="3737752"/>
                  </a:lnTo>
                  <a:lnTo>
                    <a:pt x="1317742" y="3737752"/>
                  </a:lnTo>
                  <a:lnTo>
                    <a:pt x="1317742" y="3737128"/>
                  </a:lnTo>
                  <a:lnTo>
                    <a:pt x="1317850" y="3737128"/>
                  </a:lnTo>
                  <a:lnTo>
                    <a:pt x="1317959" y="3737128"/>
                  </a:lnTo>
                  <a:lnTo>
                    <a:pt x="1318067" y="3737128"/>
                  </a:lnTo>
                  <a:lnTo>
                    <a:pt x="1318176" y="3737128"/>
                  </a:lnTo>
                  <a:lnTo>
                    <a:pt x="1318284" y="3737128"/>
                  </a:lnTo>
                  <a:lnTo>
                    <a:pt x="1318393" y="3737128"/>
                  </a:lnTo>
                  <a:lnTo>
                    <a:pt x="1318501" y="3737128"/>
                  </a:lnTo>
                  <a:lnTo>
                    <a:pt x="1318610" y="3737128"/>
                  </a:lnTo>
                  <a:lnTo>
                    <a:pt x="1318718" y="3737128"/>
                  </a:lnTo>
                  <a:lnTo>
                    <a:pt x="1318826" y="3737128"/>
                  </a:lnTo>
                  <a:lnTo>
                    <a:pt x="1318935" y="3737128"/>
                  </a:lnTo>
                  <a:lnTo>
                    <a:pt x="1318935" y="3736505"/>
                  </a:lnTo>
                  <a:lnTo>
                    <a:pt x="1319043" y="3736505"/>
                  </a:lnTo>
                  <a:lnTo>
                    <a:pt x="1319043" y="3735881"/>
                  </a:lnTo>
                  <a:lnTo>
                    <a:pt x="1319043" y="3735258"/>
                  </a:lnTo>
                  <a:lnTo>
                    <a:pt x="1319152" y="3735258"/>
                  </a:lnTo>
                  <a:lnTo>
                    <a:pt x="1319260" y="3735258"/>
                  </a:lnTo>
                  <a:lnTo>
                    <a:pt x="1319369" y="3735258"/>
                  </a:lnTo>
                  <a:lnTo>
                    <a:pt x="1319477" y="3735258"/>
                  </a:lnTo>
                  <a:lnTo>
                    <a:pt x="1319586" y="3735258"/>
                  </a:lnTo>
                  <a:lnTo>
                    <a:pt x="1319694" y="3735258"/>
                  </a:lnTo>
                  <a:lnTo>
                    <a:pt x="1319802" y="3735258"/>
                  </a:lnTo>
                  <a:lnTo>
                    <a:pt x="1319802" y="3734634"/>
                  </a:lnTo>
                  <a:lnTo>
                    <a:pt x="1319911" y="3734634"/>
                  </a:lnTo>
                  <a:lnTo>
                    <a:pt x="1320019" y="3734634"/>
                  </a:lnTo>
                  <a:lnTo>
                    <a:pt x="1320128" y="3734634"/>
                  </a:lnTo>
                  <a:lnTo>
                    <a:pt x="1320236" y="3734634"/>
                  </a:lnTo>
                  <a:lnTo>
                    <a:pt x="1320345" y="3734634"/>
                  </a:lnTo>
                  <a:lnTo>
                    <a:pt x="1320453" y="3734634"/>
                  </a:lnTo>
                  <a:lnTo>
                    <a:pt x="1320562" y="3734634"/>
                  </a:lnTo>
                  <a:lnTo>
                    <a:pt x="1320670" y="3734634"/>
                  </a:lnTo>
                  <a:lnTo>
                    <a:pt x="1320778" y="3734634"/>
                  </a:lnTo>
                  <a:lnTo>
                    <a:pt x="1320887" y="3734634"/>
                  </a:lnTo>
                  <a:lnTo>
                    <a:pt x="1320995" y="3734634"/>
                  </a:lnTo>
                  <a:lnTo>
                    <a:pt x="1320995" y="3734010"/>
                  </a:lnTo>
                  <a:lnTo>
                    <a:pt x="1321104" y="3734010"/>
                  </a:lnTo>
                  <a:lnTo>
                    <a:pt x="1321212" y="3734010"/>
                  </a:lnTo>
                  <a:lnTo>
                    <a:pt x="1321321" y="3734010"/>
                  </a:lnTo>
                  <a:lnTo>
                    <a:pt x="1321429" y="3734010"/>
                  </a:lnTo>
                  <a:lnTo>
                    <a:pt x="1321429" y="3733387"/>
                  </a:lnTo>
                  <a:lnTo>
                    <a:pt x="1321538" y="3733387"/>
                  </a:lnTo>
                  <a:lnTo>
                    <a:pt x="1321646" y="3733387"/>
                  </a:lnTo>
                  <a:lnTo>
                    <a:pt x="1321755" y="3733387"/>
                  </a:lnTo>
                  <a:lnTo>
                    <a:pt x="1321755" y="3732763"/>
                  </a:lnTo>
                  <a:lnTo>
                    <a:pt x="1321863" y="3732763"/>
                  </a:lnTo>
                  <a:lnTo>
                    <a:pt x="1321971" y="3732763"/>
                  </a:lnTo>
                  <a:lnTo>
                    <a:pt x="1322080" y="3732763"/>
                  </a:lnTo>
                  <a:lnTo>
                    <a:pt x="1322080" y="3732140"/>
                  </a:lnTo>
                  <a:lnTo>
                    <a:pt x="1322188" y="3732140"/>
                  </a:lnTo>
                  <a:lnTo>
                    <a:pt x="1322297" y="3732140"/>
                  </a:lnTo>
                  <a:lnTo>
                    <a:pt x="1322405" y="3732140"/>
                  </a:lnTo>
                  <a:lnTo>
                    <a:pt x="1322514" y="3732140"/>
                  </a:lnTo>
                  <a:lnTo>
                    <a:pt x="1322622" y="3732140"/>
                  </a:lnTo>
                  <a:lnTo>
                    <a:pt x="1322731" y="3732140"/>
                  </a:lnTo>
                  <a:lnTo>
                    <a:pt x="1322731" y="3731516"/>
                  </a:lnTo>
                  <a:lnTo>
                    <a:pt x="1322839" y="3731516"/>
                  </a:lnTo>
                  <a:lnTo>
                    <a:pt x="1322947" y="3731516"/>
                  </a:lnTo>
                  <a:lnTo>
                    <a:pt x="1323056" y="3731516"/>
                  </a:lnTo>
                  <a:lnTo>
                    <a:pt x="1323056" y="3730893"/>
                  </a:lnTo>
                  <a:lnTo>
                    <a:pt x="1323164" y="3730893"/>
                  </a:lnTo>
                  <a:lnTo>
                    <a:pt x="1323273" y="3730893"/>
                  </a:lnTo>
                  <a:lnTo>
                    <a:pt x="1323381" y="3730893"/>
                  </a:lnTo>
                  <a:lnTo>
                    <a:pt x="1323490" y="3730893"/>
                  </a:lnTo>
                  <a:lnTo>
                    <a:pt x="1323598" y="3730893"/>
                  </a:lnTo>
                  <a:lnTo>
                    <a:pt x="1323707" y="3730893"/>
                  </a:lnTo>
                  <a:lnTo>
                    <a:pt x="1323815" y="3730893"/>
                  </a:lnTo>
                  <a:lnTo>
                    <a:pt x="1323923" y="3730893"/>
                  </a:lnTo>
                  <a:lnTo>
                    <a:pt x="1324032" y="3730893"/>
                  </a:lnTo>
                  <a:lnTo>
                    <a:pt x="1324140" y="3730893"/>
                  </a:lnTo>
                  <a:lnTo>
                    <a:pt x="1324249" y="3730893"/>
                  </a:lnTo>
                  <a:lnTo>
                    <a:pt x="1324357" y="3730893"/>
                  </a:lnTo>
                  <a:lnTo>
                    <a:pt x="1324466" y="3730893"/>
                  </a:lnTo>
                  <a:lnTo>
                    <a:pt x="1324574" y="3730893"/>
                  </a:lnTo>
                  <a:lnTo>
                    <a:pt x="1324683" y="3730893"/>
                  </a:lnTo>
                  <a:lnTo>
                    <a:pt x="1324683" y="3730269"/>
                  </a:lnTo>
                  <a:lnTo>
                    <a:pt x="1324791" y="3730269"/>
                  </a:lnTo>
                  <a:lnTo>
                    <a:pt x="1324899" y="3730269"/>
                  </a:lnTo>
                  <a:lnTo>
                    <a:pt x="1325008" y="3730269"/>
                  </a:lnTo>
                  <a:lnTo>
                    <a:pt x="1325116" y="3730269"/>
                  </a:lnTo>
                  <a:lnTo>
                    <a:pt x="1325116" y="3729645"/>
                  </a:lnTo>
                  <a:lnTo>
                    <a:pt x="1325225" y="3729645"/>
                  </a:lnTo>
                  <a:lnTo>
                    <a:pt x="1325333" y="3729645"/>
                  </a:lnTo>
                  <a:lnTo>
                    <a:pt x="1325333" y="3729022"/>
                  </a:lnTo>
                  <a:lnTo>
                    <a:pt x="1325442" y="3729022"/>
                  </a:lnTo>
                  <a:lnTo>
                    <a:pt x="1325442" y="3728398"/>
                  </a:lnTo>
                  <a:lnTo>
                    <a:pt x="1325550" y="3728398"/>
                  </a:lnTo>
                  <a:lnTo>
                    <a:pt x="1325659" y="3728398"/>
                  </a:lnTo>
                  <a:lnTo>
                    <a:pt x="1325767" y="3728398"/>
                  </a:lnTo>
                  <a:lnTo>
                    <a:pt x="1325767" y="3727775"/>
                  </a:lnTo>
                  <a:lnTo>
                    <a:pt x="1325876" y="3727775"/>
                  </a:lnTo>
                  <a:lnTo>
                    <a:pt x="1325984" y="3727775"/>
                  </a:lnTo>
                  <a:lnTo>
                    <a:pt x="1326092" y="3727775"/>
                  </a:lnTo>
                  <a:lnTo>
                    <a:pt x="1326201" y="3727775"/>
                  </a:lnTo>
                  <a:lnTo>
                    <a:pt x="1326309" y="3727775"/>
                  </a:lnTo>
                  <a:lnTo>
                    <a:pt x="1326309" y="3727151"/>
                  </a:lnTo>
                  <a:lnTo>
                    <a:pt x="1326309" y="3726527"/>
                  </a:lnTo>
                  <a:lnTo>
                    <a:pt x="1326418" y="3726527"/>
                  </a:lnTo>
                  <a:lnTo>
                    <a:pt x="1326418" y="3725904"/>
                  </a:lnTo>
                  <a:lnTo>
                    <a:pt x="1326526" y="3725904"/>
                  </a:lnTo>
                  <a:lnTo>
                    <a:pt x="1326526" y="3725280"/>
                  </a:lnTo>
                  <a:lnTo>
                    <a:pt x="1326635" y="3725280"/>
                  </a:lnTo>
                  <a:lnTo>
                    <a:pt x="1326743" y="3725280"/>
                  </a:lnTo>
                  <a:lnTo>
                    <a:pt x="1326852" y="3725280"/>
                  </a:lnTo>
                  <a:lnTo>
                    <a:pt x="1326852" y="3724657"/>
                  </a:lnTo>
                  <a:lnTo>
                    <a:pt x="1326852" y="3724033"/>
                  </a:lnTo>
                  <a:lnTo>
                    <a:pt x="1326960" y="3724033"/>
                  </a:lnTo>
                  <a:lnTo>
                    <a:pt x="1326960" y="3723410"/>
                  </a:lnTo>
                  <a:lnTo>
                    <a:pt x="1327068" y="3723410"/>
                  </a:lnTo>
                  <a:lnTo>
                    <a:pt x="1327068" y="3722786"/>
                  </a:lnTo>
                  <a:lnTo>
                    <a:pt x="1327068" y="3722162"/>
                  </a:lnTo>
                  <a:lnTo>
                    <a:pt x="1327068" y="3721539"/>
                  </a:lnTo>
                  <a:lnTo>
                    <a:pt x="1327177" y="3721539"/>
                  </a:lnTo>
                  <a:lnTo>
                    <a:pt x="1327285" y="3721539"/>
                  </a:lnTo>
                  <a:lnTo>
                    <a:pt x="1327394" y="3721539"/>
                  </a:lnTo>
                  <a:lnTo>
                    <a:pt x="1327502" y="3721539"/>
                  </a:lnTo>
                  <a:lnTo>
                    <a:pt x="1327502" y="3720915"/>
                  </a:lnTo>
                  <a:lnTo>
                    <a:pt x="1327611" y="3720915"/>
                  </a:lnTo>
                  <a:lnTo>
                    <a:pt x="1327719" y="3720915"/>
                  </a:lnTo>
                  <a:lnTo>
                    <a:pt x="1327828" y="3720915"/>
                  </a:lnTo>
                  <a:lnTo>
                    <a:pt x="1327936" y="3720915"/>
                  </a:lnTo>
                  <a:lnTo>
                    <a:pt x="1328044" y="3720915"/>
                  </a:lnTo>
                  <a:lnTo>
                    <a:pt x="1328153" y="3720915"/>
                  </a:lnTo>
                  <a:lnTo>
                    <a:pt x="1328261" y="3720915"/>
                  </a:lnTo>
                  <a:lnTo>
                    <a:pt x="1328370" y="3720915"/>
                  </a:lnTo>
                  <a:lnTo>
                    <a:pt x="1328478" y="3720915"/>
                  </a:lnTo>
                  <a:lnTo>
                    <a:pt x="1328587" y="3720915"/>
                  </a:lnTo>
                  <a:lnTo>
                    <a:pt x="1328695" y="3720915"/>
                  </a:lnTo>
                  <a:lnTo>
                    <a:pt x="1328804" y="3720915"/>
                  </a:lnTo>
                  <a:lnTo>
                    <a:pt x="1328804" y="3720292"/>
                  </a:lnTo>
                  <a:lnTo>
                    <a:pt x="1328804" y="3719668"/>
                  </a:lnTo>
                  <a:lnTo>
                    <a:pt x="1328912" y="3719668"/>
                  </a:lnTo>
                  <a:lnTo>
                    <a:pt x="1329020" y="3719668"/>
                  </a:lnTo>
                  <a:lnTo>
                    <a:pt x="1329129" y="3719668"/>
                  </a:lnTo>
                  <a:lnTo>
                    <a:pt x="1329129" y="3719044"/>
                  </a:lnTo>
                  <a:lnTo>
                    <a:pt x="1329129" y="3718421"/>
                  </a:lnTo>
                  <a:lnTo>
                    <a:pt x="1329129" y="3717797"/>
                  </a:lnTo>
                  <a:lnTo>
                    <a:pt x="1329237" y="3717797"/>
                  </a:lnTo>
                  <a:lnTo>
                    <a:pt x="1329237" y="3717174"/>
                  </a:lnTo>
                  <a:lnTo>
                    <a:pt x="1329346" y="3717174"/>
                  </a:lnTo>
                  <a:lnTo>
                    <a:pt x="1329346" y="3716550"/>
                  </a:lnTo>
                  <a:lnTo>
                    <a:pt x="1329454" y="3716550"/>
                  </a:lnTo>
                  <a:lnTo>
                    <a:pt x="1329454" y="3715927"/>
                  </a:lnTo>
                  <a:lnTo>
                    <a:pt x="1329563" y="3715927"/>
                  </a:lnTo>
                  <a:lnTo>
                    <a:pt x="1329671" y="3715927"/>
                  </a:lnTo>
                  <a:lnTo>
                    <a:pt x="1329671" y="3715303"/>
                  </a:lnTo>
                  <a:lnTo>
                    <a:pt x="1329780" y="3715303"/>
                  </a:lnTo>
                  <a:lnTo>
                    <a:pt x="1329888" y="3715303"/>
                  </a:lnTo>
                  <a:lnTo>
                    <a:pt x="1329997" y="3715303"/>
                  </a:lnTo>
                  <a:lnTo>
                    <a:pt x="1329997" y="3714679"/>
                  </a:lnTo>
                  <a:lnTo>
                    <a:pt x="1329997" y="3714056"/>
                  </a:lnTo>
                  <a:lnTo>
                    <a:pt x="1329997" y="3713432"/>
                  </a:lnTo>
                  <a:lnTo>
                    <a:pt x="1329997" y="3712809"/>
                  </a:lnTo>
                  <a:lnTo>
                    <a:pt x="1330105" y="3712809"/>
                  </a:lnTo>
                  <a:lnTo>
                    <a:pt x="1330213" y="3712809"/>
                  </a:lnTo>
                  <a:lnTo>
                    <a:pt x="1330322" y="3712809"/>
                  </a:lnTo>
                  <a:lnTo>
                    <a:pt x="1330322" y="3712185"/>
                  </a:lnTo>
                  <a:lnTo>
                    <a:pt x="1330322" y="3711561"/>
                  </a:lnTo>
                  <a:lnTo>
                    <a:pt x="1330430" y="3711561"/>
                  </a:lnTo>
                  <a:lnTo>
                    <a:pt x="1330539" y="3711561"/>
                  </a:lnTo>
                  <a:lnTo>
                    <a:pt x="1330647" y="3711561"/>
                  </a:lnTo>
                  <a:lnTo>
                    <a:pt x="1330756" y="3711561"/>
                  </a:lnTo>
                  <a:lnTo>
                    <a:pt x="1330864" y="3711561"/>
                  </a:lnTo>
                  <a:lnTo>
                    <a:pt x="1330973" y="3711561"/>
                  </a:lnTo>
                  <a:lnTo>
                    <a:pt x="1331081" y="3711561"/>
                  </a:lnTo>
                  <a:lnTo>
                    <a:pt x="1331189" y="3711561"/>
                  </a:lnTo>
                  <a:lnTo>
                    <a:pt x="1331298" y="3711561"/>
                  </a:lnTo>
                  <a:lnTo>
                    <a:pt x="1331406" y="3711561"/>
                  </a:lnTo>
                  <a:lnTo>
                    <a:pt x="1331515" y="3711561"/>
                  </a:lnTo>
                  <a:lnTo>
                    <a:pt x="1331623" y="3711561"/>
                  </a:lnTo>
                  <a:lnTo>
                    <a:pt x="1331732" y="3711561"/>
                  </a:lnTo>
                  <a:lnTo>
                    <a:pt x="1331840" y="3711561"/>
                  </a:lnTo>
                  <a:lnTo>
                    <a:pt x="1331840" y="3710938"/>
                  </a:lnTo>
                  <a:lnTo>
                    <a:pt x="1331840" y="3710314"/>
                  </a:lnTo>
                  <a:lnTo>
                    <a:pt x="1331840" y="3709691"/>
                  </a:lnTo>
                  <a:lnTo>
                    <a:pt x="1331949" y="3709691"/>
                  </a:lnTo>
                  <a:lnTo>
                    <a:pt x="1332057" y="3709691"/>
                  </a:lnTo>
                  <a:lnTo>
                    <a:pt x="1332057" y="3709067"/>
                  </a:lnTo>
                  <a:lnTo>
                    <a:pt x="1332057" y="3708444"/>
                  </a:lnTo>
                  <a:lnTo>
                    <a:pt x="1332165" y="3708444"/>
                  </a:lnTo>
                  <a:lnTo>
                    <a:pt x="1332274" y="3708444"/>
                  </a:lnTo>
                  <a:lnTo>
                    <a:pt x="1332382" y="3708444"/>
                  </a:lnTo>
                  <a:lnTo>
                    <a:pt x="1332382" y="3707820"/>
                  </a:lnTo>
                  <a:lnTo>
                    <a:pt x="1332491" y="3707820"/>
                  </a:lnTo>
                  <a:lnTo>
                    <a:pt x="1332599" y="3707820"/>
                  </a:lnTo>
                  <a:lnTo>
                    <a:pt x="1332708" y="3707820"/>
                  </a:lnTo>
                  <a:lnTo>
                    <a:pt x="1332816" y="3707820"/>
                  </a:lnTo>
                  <a:lnTo>
                    <a:pt x="1332925" y="3707820"/>
                  </a:lnTo>
                  <a:lnTo>
                    <a:pt x="1333033" y="3707820"/>
                  </a:lnTo>
                  <a:lnTo>
                    <a:pt x="1333141" y="3707820"/>
                  </a:lnTo>
                  <a:lnTo>
                    <a:pt x="1333250" y="3707820"/>
                  </a:lnTo>
                  <a:lnTo>
                    <a:pt x="1333358" y="3707820"/>
                  </a:lnTo>
                  <a:lnTo>
                    <a:pt x="1333467" y="3707820"/>
                  </a:lnTo>
                  <a:lnTo>
                    <a:pt x="1333575" y="3707820"/>
                  </a:lnTo>
                  <a:lnTo>
                    <a:pt x="1333684" y="3707820"/>
                  </a:lnTo>
                  <a:lnTo>
                    <a:pt x="1333792" y="3707820"/>
                  </a:lnTo>
                  <a:lnTo>
                    <a:pt x="1333792" y="3707196"/>
                  </a:lnTo>
                  <a:lnTo>
                    <a:pt x="1333901" y="3707196"/>
                  </a:lnTo>
                  <a:lnTo>
                    <a:pt x="1334009" y="3707196"/>
                  </a:lnTo>
                  <a:lnTo>
                    <a:pt x="1334117" y="3707196"/>
                  </a:lnTo>
                  <a:lnTo>
                    <a:pt x="1334226" y="3707196"/>
                  </a:lnTo>
                  <a:lnTo>
                    <a:pt x="1334334" y="3707196"/>
                  </a:lnTo>
                  <a:lnTo>
                    <a:pt x="1334334" y="3706573"/>
                  </a:lnTo>
                  <a:lnTo>
                    <a:pt x="1334443" y="3706573"/>
                  </a:lnTo>
                  <a:lnTo>
                    <a:pt x="1334551" y="3706573"/>
                  </a:lnTo>
                  <a:lnTo>
                    <a:pt x="1334551" y="3705949"/>
                  </a:lnTo>
                  <a:lnTo>
                    <a:pt x="1334551" y="3705326"/>
                  </a:lnTo>
                  <a:lnTo>
                    <a:pt x="1334551" y="3704702"/>
                  </a:lnTo>
                  <a:lnTo>
                    <a:pt x="1334551" y="3704078"/>
                  </a:lnTo>
                  <a:lnTo>
                    <a:pt x="1334660" y="3704078"/>
                  </a:lnTo>
                  <a:lnTo>
                    <a:pt x="1334768" y="3704078"/>
                  </a:lnTo>
                  <a:lnTo>
                    <a:pt x="1334877" y="3704078"/>
                  </a:lnTo>
                  <a:lnTo>
                    <a:pt x="1334985" y="3704078"/>
                  </a:lnTo>
                  <a:lnTo>
                    <a:pt x="1334985" y="3703455"/>
                  </a:lnTo>
                  <a:lnTo>
                    <a:pt x="1334985" y="3702831"/>
                  </a:lnTo>
                  <a:lnTo>
                    <a:pt x="1335094" y="3702831"/>
                  </a:lnTo>
                  <a:lnTo>
                    <a:pt x="1335202" y="3702831"/>
                  </a:lnTo>
                  <a:lnTo>
                    <a:pt x="1335310" y="3702831"/>
                  </a:lnTo>
                  <a:lnTo>
                    <a:pt x="1335419" y="3702831"/>
                  </a:lnTo>
                  <a:lnTo>
                    <a:pt x="1335527" y="3702831"/>
                  </a:lnTo>
                  <a:lnTo>
                    <a:pt x="1335636" y="3702831"/>
                  </a:lnTo>
                  <a:lnTo>
                    <a:pt x="1335744" y="3702831"/>
                  </a:lnTo>
                  <a:lnTo>
                    <a:pt x="1335853" y="3702831"/>
                  </a:lnTo>
                  <a:lnTo>
                    <a:pt x="1335961" y="3702831"/>
                  </a:lnTo>
                  <a:lnTo>
                    <a:pt x="1336070" y="3702831"/>
                  </a:lnTo>
                  <a:lnTo>
                    <a:pt x="1336178" y="3702831"/>
                  </a:lnTo>
                  <a:lnTo>
                    <a:pt x="1336286" y="3702831"/>
                  </a:lnTo>
                  <a:lnTo>
                    <a:pt x="1336286" y="3702208"/>
                  </a:lnTo>
                  <a:lnTo>
                    <a:pt x="1336395" y="3702208"/>
                  </a:lnTo>
                  <a:lnTo>
                    <a:pt x="1336503" y="3702208"/>
                  </a:lnTo>
                  <a:lnTo>
                    <a:pt x="1336612" y="3702208"/>
                  </a:lnTo>
                  <a:lnTo>
                    <a:pt x="1336720" y="3702208"/>
                  </a:lnTo>
                  <a:lnTo>
                    <a:pt x="1336829" y="3702208"/>
                  </a:lnTo>
                  <a:lnTo>
                    <a:pt x="1336829" y="3701584"/>
                  </a:lnTo>
                  <a:lnTo>
                    <a:pt x="1336937" y="3701584"/>
                  </a:lnTo>
                  <a:lnTo>
                    <a:pt x="1337046" y="3701584"/>
                  </a:lnTo>
                  <a:lnTo>
                    <a:pt x="1337046" y="3700961"/>
                  </a:lnTo>
                  <a:lnTo>
                    <a:pt x="1337046" y="3700337"/>
                  </a:lnTo>
                  <a:lnTo>
                    <a:pt x="1337046" y="3699713"/>
                  </a:lnTo>
                  <a:lnTo>
                    <a:pt x="1337046" y="3699090"/>
                  </a:lnTo>
                  <a:lnTo>
                    <a:pt x="1337154" y="3699090"/>
                  </a:lnTo>
                  <a:lnTo>
                    <a:pt x="1337262" y="3699090"/>
                  </a:lnTo>
                  <a:lnTo>
                    <a:pt x="1337262" y="3698466"/>
                  </a:lnTo>
                  <a:lnTo>
                    <a:pt x="1337371" y="3698466"/>
                  </a:lnTo>
                  <a:lnTo>
                    <a:pt x="1337479" y="3698466"/>
                  </a:lnTo>
                  <a:lnTo>
                    <a:pt x="1337588" y="3698466"/>
                  </a:lnTo>
                  <a:lnTo>
                    <a:pt x="1337696" y="3698466"/>
                  </a:lnTo>
                  <a:lnTo>
                    <a:pt x="1337696" y="3697843"/>
                  </a:lnTo>
                  <a:lnTo>
                    <a:pt x="1337805" y="3697843"/>
                  </a:lnTo>
                  <a:lnTo>
                    <a:pt x="1337913" y="3697843"/>
                  </a:lnTo>
                  <a:lnTo>
                    <a:pt x="1338022" y="3697843"/>
                  </a:lnTo>
                  <a:lnTo>
                    <a:pt x="1338130" y="3697843"/>
                  </a:lnTo>
                  <a:lnTo>
                    <a:pt x="1338238" y="3697843"/>
                  </a:lnTo>
                  <a:lnTo>
                    <a:pt x="1338347" y="3697843"/>
                  </a:lnTo>
                  <a:lnTo>
                    <a:pt x="1338455" y="3697843"/>
                  </a:lnTo>
                  <a:lnTo>
                    <a:pt x="1338564" y="3697843"/>
                  </a:lnTo>
                  <a:lnTo>
                    <a:pt x="1338672" y="3697843"/>
                  </a:lnTo>
                  <a:lnTo>
                    <a:pt x="1338672" y="3697219"/>
                  </a:lnTo>
                  <a:lnTo>
                    <a:pt x="1338781" y="3697219"/>
                  </a:lnTo>
                  <a:lnTo>
                    <a:pt x="1338889" y="3697219"/>
                  </a:lnTo>
                  <a:lnTo>
                    <a:pt x="1338998" y="3697219"/>
                  </a:lnTo>
                  <a:lnTo>
                    <a:pt x="1339106" y="3697219"/>
                  </a:lnTo>
                  <a:lnTo>
                    <a:pt x="1339106" y="3696595"/>
                  </a:lnTo>
                  <a:lnTo>
                    <a:pt x="1339215" y="3696595"/>
                  </a:lnTo>
                  <a:lnTo>
                    <a:pt x="1339323" y="3696595"/>
                  </a:lnTo>
                  <a:lnTo>
                    <a:pt x="1339431" y="3696595"/>
                  </a:lnTo>
                  <a:lnTo>
                    <a:pt x="1339540" y="3696595"/>
                  </a:lnTo>
                  <a:lnTo>
                    <a:pt x="1339648" y="3696595"/>
                  </a:lnTo>
                  <a:lnTo>
                    <a:pt x="1339757" y="3696595"/>
                  </a:lnTo>
                  <a:lnTo>
                    <a:pt x="1339865" y="3696595"/>
                  </a:lnTo>
                  <a:lnTo>
                    <a:pt x="1339974" y="3696595"/>
                  </a:lnTo>
                  <a:lnTo>
                    <a:pt x="1340082" y="3696595"/>
                  </a:lnTo>
                  <a:lnTo>
                    <a:pt x="1340191" y="3696595"/>
                  </a:lnTo>
                  <a:lnTo>
                    <a:pt x="1340299" y="3696595"/>
                  </a:lnTo>
                  <a:lnTo>
                    <a:pt x="1340299" y="3695972"/>
                  </a:lnTo>
                  <a:lnTo>
                    <a:pt x="1340407" y="3695972"/>
                  </a:lnTo>
                  <a:lnTo>
                    <a:pt x="1340516" y="3695972"/>
                  </a:lnTo>
                  <a:lnTo>
                    <a:pt x="1340516" y="3695348"/>
                  </a:lnTo>
                  <a:lnTo>
                    <a:pt x="1340624" y="3695348"/>
                  </a:lnTo>
                  <a:lnTo>
                    <a:pt x="1340733" y="3695348"/>
                  </a:lnTo>
                  <a:lnTo>
                    <a:pt x="1340733" y="3694725"/>
                  </a:lnTo>
                  <a:lnTo>
                    <a:pt x="1340841" y="3694725"/>
                  </a:lnTo>
                  <a:lnTo>
                    <a:pt x="1340950" y="3694725"/>
                  </a:lnTo>
                  <a:lnTo>
                    <a:pt x="1341058" y="3694725"/>
                  </a:lnTo>
                  <a:lnTo>
                    <a:pt x="1341167" y="3694725"/>
                  </a:lnTo>
                  <a:lnTo>
                    <a:pt x="1341275" y="3694725"/>
                  </a:lnTo>
                  <a:lnTo>
                    <a:pt x="1341383" y="3694725"/>
                  </a:lnTo>
                  <a:lnTo>
                    <a:pt x="1341383" y="3694101"/>
                  </a:lnTo>
                  <a:lnTo>
                    <a:pt x="1341492" y="3694101"/>
                  </a:lnTo>
                  <a:lnTo>
                    <a:pt x="1341600" y="3694101"/>
                  </a:lnTo>
                  <a:lnTo>
                    <a:pt x="1341709" y="3694101"/>
                  </a:lnTo>
                  <a:lnTo>
                    <a:pt x="1341817" y="3694101"/>
                  </a:lnTo>
                  <a:lnTo>
                    <a:pt x="1341817" y="3693478"/>
                  </a:lnTo>
                  <a:lnTo>
                    <a:pt x="1341817" y="3692854"/>
                  </a:lnTo>
                  <a:lnTo>
                    <a:pt x="1341926" y="3692854"/>
                  </a:lnTo>
                  <a:lnTo>
                    <a:pt x="1341926" y="3692230"/>
                  </a:lnTo>
                  <a:lnTo>
                    <a:pt x="1342034" y="3692230"/>
                  </a:lnTo>
                  <a:lnTo>
                    <a:pt x="1342143" y="3692230"/>
                  </a:lnTo>
                  <a:lnTo>
                    <a:pt x="1342251" y="3692230"/>
                  </a:lnTo>
                  <a:lnTo>
                    <a:pt x="1342359" y="3692230"/>
                  </a:lnTo>
                  <a:lnTo>
                    <a:pt x="1342359" y="3691607"/>
                  </a:lnTo>
                  <a:lnTo>
                    <a:pt x="1342468" y="3691607"/>
                  </a:lnTo>
                  <a:lnTo>
                    <a:pt x="1342576" y="3691607"/>
                  </a:lnTo>
                  <a:lnTo>
                    <a:pt x="1342685" y="3691607"/>
                  </a:lnTo>
                  <a:lnTo>
                    <a:pt x="1342793" y="3691607"/>
                  </a:lnTo>
                  <a:lnTo>
                    <a:pt x="1342902" y="3691607"/>
                  </a:lnTo>
                  <a:lnTo>
                    <a:pt x="1343010" y="3691607"/>
                  </a:lnTo>
                  <a:lnTo>
                    <a:pt x="1343119" y="3691607"/>
                  </a:lnTo>
                  <a:lnTo>
                    <a:pt x="1343227" y="3691607"/>
                  </a:lnTo>
                  <a:lnTo>
                    <a:pt x="1343336" y="3691607"/>
                  </a:lnTo>
                  <a:lnTo>
                    <a:pt x="1343444" y="3691607"/>
                  </a:lnTo>
                  <a:lnTo>
                    <a:pt x="1343552" y="3691607"/>
                  </a:lnTo>
                  <a:lnTo>
                    <a:pt x="1343661" y="3691607"/>
                  </a:lnTo>
                  <a:lnTo>
                    <a:pt x="1343769" y="3691607"/>
                  </a:lnTo>
                  <a:lnTo>
                    <a:pt x="1343878" y="3691607"/>
                  </a:lnTo>
                  <a:lnTo>
                    <a:pt x="1343878" y="3690983"/>
                  </a:lnTo>
                  <a:lnTo>
                    <a:pt x="1343986" y="3690983"/>
                  </a:lnTo>
                  <a:lnTo>
                    <a:pt x="1344095" y="3690983"/>
                  </a:lnTo>
                  <a:lnTo>
                    <a:pt x="1344095" y="3690360"/>
                  </a:lnTo>
                  <a:lnTo>
                    <a:pt x="1344095" y="3689736"/>
                  </a:lnTo>
                  <a:lnTo>
                    <a:pt x="1344203" y="3689736"/>
                  </a:lnTo>
                  <a:lnTo>
                    <a:pt x="1344203" y="3689112"/>
                  </a:lnTo>
                  <a:lnTo>
                    <a:pt x="1344203" y="3688489"/>
                  </a:lnTo>
                  <a:lnTo>
                    <a:pt x="1344312" y="3688489"/>
                  </a:lnTo>
                  <a:lnTo>
                    <a:pt x="1344420" y="3688489"/>
                  </a:lnTo>
                  <a:lnTo>
                    <a:pt x="1344528" y="3688489"/>
                  </a:lnTo>
                  <a:lnTo>
                    <a:pt x="1344637" y="3688489"/>
                  </a:lnTo>
                  <a:lnTo>
                    <a:pt x="1344745" y="3688489"/>
                  </a:lnTo>
                  <a:lnTo>
                    <a:pt x="1344745" y="3687865"/>
                  </a:lnTo>
                  <a:lnTo>
                    <a:pt x="1344854" y="3687865"/>
                  </a:lnTo>
                  <a:lnTo>
                    <a:pt x="1344962" y="3687865"/>
                  </a:lnTo>
                  <a:lnTo>
                    <a:pt x="1345071" y="3687865"/>
                  </a:lnTo>
                  <a:lnTo>
                    <a:pt x="1345179" y="3687865"/>
                  </a:lnTo>
                  <a:lnTo>
                    <a:pt x="1345179" y="3687242"/>
                  </a:lnTo>
                  <a:lnTo>
                    <a:pt x="1345288" y="3687242"/>
                  </a:lnTo>
                  <a:lnTo>
                    <a:pt x="1345396" y="3687242"/>
                  </a:lnTo>
                  <a:lnTo>
                    <a:pt x="1345504" y="3687242"/>
                  </a:lnTo>
                  <a:lnTo>
                    <a:pt x="1345613" y="3687242"/>
                  </a:lnTo>
                  <a:lnTo>
                    <a:pt x="1345613" y="3686618"/>
                  </a:lnTo>
                  <a:lnTo>
                    <a:pt x="1345613" y="3685995"/>
                  </a:lnTo>
                  <a:lnTo>
                    <a:pt x="1345613" y="3685371"/>
                  </a:lnTo>
                  <a:lnTo>
                    <a:pt x="1345721" y="3685371"/>
                  </a:lnTo>
                  <a:lnTo>
                    <a:pt x="1345721" y="3684747"/>
                  </a:lnTo>
                  <a:lnTo>
                    <a:pt x="1345721" y="3684124"/>
                  </a:lnTo>
                  <a:lnTo>
                    <a:pt x="1345830" y="3684124"/>
                  </a:lnTo>
                  <a:lnTo>
                    <a:pt x="1345938" y="3684124"/>
                  </a:lnTo>
                  <a:lnTo>
                    <a:pt x="1346047" y="3684124"/>
                  </a:lnTo>
                  <a:lnTo>
                    <a:pt x="1346155" y="3684124"/>
                  </a:lnTo>
                  <a:lnTo>
                    <a:pt x="1346264" y="3684124"/>
                  </a:lnTo>
                  <a:lnTo>
                    <a:pt x="1346372" y="3684124"/>
                  </a:lnTo>
                  <a:lnTo>
                    <a:pt x="1346372" y="3683500"/>
                  </a:lnTo>
                  <a:lnTo>
                    <a:pt x="1346480" y="3683500"/>
                  </a:lnTo>
                  <a:lnTo>
                    <a:pt x="1346589" y="3683500"/>
                  </a:lnTo>
                  <a:lnTo>
                    <a:pt x="1346697" y="3683500"/>
                  </a:lnTo>
                  <a:lnTo>
                    <a:pt x="1346806" y="3683500"/>
                  </a:lnTo>
                  <a:lnTo>
                    <a:pt x="1346806" y="3682877"/>
                  </a:lnTo>
                  <a:lnTo>
                    <a:pt x="1346806" y="3682253"/>
                  </a:lnTo>
                  <a:lnTo>
                    <a:pt x="1346914" y="3682253"/>
                  </a:lnTo>
                  <a:lnTo>
                    <a:pt x="1347023" y="3682253"/>
                  </a:lnTo>
                  <a:lnTo>
                    <a:pt x="1347131" y="3682253"/>
                  </a:lnTo>
                  <a:lnTo>
                    <a:pt x="1347240" y="3682253"/>
                  </a:lnTo>
                  <a:lnTo>
                    <a:pt x="1347348" y="3682253"/>
                  </a:lnTo>
                  <a:lnTo>
                    <a:pt x="1347457" y="3682253"/>
                  </a:lnTo>
                  <a:lnTo>
                    <a:pt x="1347565" y="3682253"/>
                  </a:lnTo>
                  <a:lnTo>
                    <a:pt x="1347565" y="3681630"/>
                  </a:lnTo>
                  <a:lnTo>
                    <a:pt x="1347673" y="3681630"/>
                  </a:lnTo>
                  <a:lnTo>
                    <a:pt x="1347673" y="3681006"/>
                  </a:lnTo>
                  <a:lnTo>
                    <a:pt x="1347782" y="3681006"/>
                  </a:lnTo>
                  <a:lnTo>
                    <a:pt x="1347782" y="3680382"/>
                  </a:lnTo>
                  <a:lnTo>
                    <a:pt x="1347890" y="3680382"/>
                  </a:lnTo>
                  <a:lnTo>
                    <a:pt x="1347999" y="3680382"/>
                  </a:lnTo>
                  <a:lnTo>
                    <a:pt x="1348107" y="3680382"/>
                  </a:lnTo>
                  <a:lnTo>
                    <a:pt x="1348216" y="3680382"/>
                  </a:lnTo>
                  <a:lnTo>
                    <a:pt x="1348324" y="3680382"/>
                  </a:lnTo>
                  <a:lnTo>
                    <a:pt x="1348433" y="3680382"/>
                  </a:lnTo>
                  <a:lnTo>
                    <a:pt x="1348541" y="3680382"/>
                  </a:lnTo>
                  <a:lnTo>
                    <a:pt x="1348649" y="3680382"/>
                  </a:lnTo>
                  <a:lnTo>
                    <a:pt x="1348649" y="3679759"/>
                  </a:lnTo>
                  <a:lnTo>
                    <a:pt x="1348649" y="3679135"/>
                  </a:lnTo>
                  <a:lnTo>
                    <a:pt x="1348649" y="3678512"/>
                  </a:lnTo>
                  <a:lnTo>
                    <a:pt x="1348649" y="3677888"/>
                  </a:lnTo>
                  <a:lnTo>
                    <a:pt x="1348758" y="3677888"/>
                  </a:lnTo>
                  <a:lnTo>
                    <a:pt x="1348866" y="3677888"/>
                  </a:lnTo>
                  <a:lnTo>
                    <a:pt x="1348866" y="3677264"/>
                  </a:lnTo>
                  <a:lnTo>
                    <a:pt x="1348975" y="3677264"/>
                  </a:lnTo>
                  <a:lnTo>
                    <a:pt x="1349083" y="3677264"/>
                  </a:lnTo>
                  <a:lnTo>
                    <a:pt x="1349083" y="3676641"/>
                  </a:lnTo>
                  <a:lnTo>
                    <a:pt x="1349192" y="3676641"/>
                  </a:lnTo>
                  <a:lnTo>
                    <a:pt x="1349192" y="3676017"/>
                  </a:lnTo>
                  <a:lnTo>
                    <a:pt x="1349300" y="3676017"/>
                  </a:lnTo>
                  <a:lnTo>
                    <a:pt x="1349300" y="3675394"/>
                  </a:lnTo>
                  <a:lnTo>
                    <a:pt x="1349409" y="3675394"/>
                  </a:lnTo>
                  <a:lnTo>
                    <a:pt x="1349517" y="3675394"/>
                  </a:lnTo>
                  <a:lnTo>
                    <a:pt x="1349517" y="3674770"/>
                  </a:lnTo>
                  <a:lnTo>
                    <a:pt x="1349625" y="3674770"/>
                  </a:lnTo>
                  <a:lnTo>
                    <a:pt x="1349625" y="3674147"/>
                  </a:lnTo>
                  <a:lnTo>
                    <a:pt x="1349734" y="3674147"/>
                  </a:lnTo>
                  <a:lnTo>
                    <a:pt x="1349734" y="3673523"/>
                  </a:lnTo>
                  <a:lnTo>
                    <a:pt x="1349842" y="3673523"/>
                  </a:lnTo>
                  <a:lnTo>
                    <a:pt x="1349951" y="3673523"/>
                  </a:lnTo>
                  <a:lnTo>
                    <a:pt x="1349951" y="3672899"/>
                  </a:lnTo>
                  <a:lnTo>
                    <a:pt x="1350059" y="3672899"/>
                  </a:lnTo>
                  <a:lnTo>
                    <a:pt x="1350168" y="3672899"/>
                  </a:lnTo>
                  <a:lnTo>
                    <a:pt x="1350276" y="3672899"/>
                  </a:lnTo>
                  <a:lnTo>
                    <a:pt x="1350276" y="3672276"/>
                  </a:lnTo>
                  <a:lnTo>
                    <a:pt x="1350385" y="3672276"/>
                  </a:lnTo>
                  <a:lnTo>
                    <a:pt x="1350385" y="3671652"/>
                  </a:lnTo>
                  <a:lnTo>
                    <a:pt x="1350385" y="3671029"/>
                  </a:lnTo>
                  <a:lnTo>
                    <a:pt x="1350493" y="3671029"/>
                  </a:lnTo>
                  <a:lnTo>
                    <a:pt x="1350601" y="3671029"/>
                  </a:lnTo>
                  <a:lnTo>
                    <a:pt x="1350601" y="3670405"/>
                  </a:lnTo>
                  <a:lnTo>
                    <a:pt x="1350710" y="3670405"/>
                  </a:lnTo>
                  <a:lnTo>
                    <a:pt x="1350818" y="3670405"/>
                  </a:lnTo>
                  <a:lnTo>
                    <a:pt x="1350927" y="3670405"/>
                  </a:lnTo>
                  <a:lnTo>
                    <a:pt x="1351035" y="3670405"/>
                  </a:lnTo>
                  <a:lnTo>
                    <a:pt x="1351144" y="3670405"/>
                  </a:lnTo>
                  <a:lnTo>
                    <a:pt x="1351252" y="3670405"/>
                  </a:lnTo>
                  <a:lnTo>
                    <a:pt x="1351252" y="3669781"/>
                  </a:lnTo>
                  <a:lnTo>
                    <a:pt x="1351361" y="3669781"/>
                  </a:lnTo>
                  <a:lnTo>
                    <a:pt x="1351361" y="3669158"/>
                  </a:lnTo>
                  <a:lnTo>
                    <a:pt x="1351361" y="3668534"/>
                  </a:lnTo>
                  <a:lnTo>
                    <a:pt x="1351469" y="3668534"/>
                  </a:lnTo>
                  <a:lnTo>
                    <a:pt x="1351469" y="3667911"/>
                  </a:lnTo>
                  <a:lnTo>
                    <a:pt x="1351469" y="3667287"/>
                  </a:lnTo>
                  <a:lnTo>
                    <a:pt x="1351578" y="3667287"/>
                  </a:lnTo>
                  <a:lnTo>
                    <a:pt x="1351578" y="3666664"/>
                  </a:lnTo>
                  <a:lnTo>
                    <a:pt x="1351686" y="3666664"/>
                  </a:lnTo>
                  <a:lnTo>
                    <a:pt x="1351686" y="3666040"/>
                  </a:lnTo>
                  <a:lnTo>
                    <a:pt x="1351794" y="3666040"/>
                  </a:lnTo>
                  <a:lnTo>
                    <a:pt x="1351903" y="3666040"/>
                  </a:lnTo>
                  <a:lnTo>
                    <a:pt x="1351903" y="3665416"/>
                  </a:lnTo>
                  <a:lnTo>
                    <a:pt x="1352011" y="3665416"/>
                  </a:lnTo>
                  <a:lnTo>
                    <a:pt x="1352120" y="3665416"/>
                  </a:lnTo>
                  <a:lnTo>
                    <a:pt x="1352228" y="3665416"/>
                  </a:lnTo>
                  <a:lnTo>
                    <a:pt x="1352337" y="3665416"/>
                  </a:lnTo>
                  <a:lnTo>
                    <a:pt x="1352337" y="3664793"/>
                  </a:lnTo>
                  <a:lnTo>
                    <a:pt x="1352445" y="3664793"/>
                  </a:lnTo>
                  <a:lnTo>
                    <a:pt x="1352554" y="3664793"/>
                  </a:lnTo>
                  <a:lnTo>
                    <a:pt x="1352554" y="3664169"/>
                  </a:lnTo>
                  <a:lnTo>
                    <a:pt x="1352662" y="3664169"/>
                  </a:lnTo>
                  <a:lnTo>
                    <a:pt x="1352770" y="3664169"/>
                  </a:lnTo>
                  <a:lnTo>
                    <a:pt x="1352879" y="3664169"/>
                  </a:lnTo>
                  <a:lnTo>
                    <a:pt x="1352987" y="3664169"/>
                  </a:lnTo>
                  <a:lnTo>
                    <a:pt x="1353096" y="3664169"/>
                  </a:lnTo>
                  <a:lnTo>
                    <a:pt x="1353204" y="3664169"/>
                  </a:lnTo>
                  <a:lnTo>
                    <a:pt x="1353313" y="3664169"/>
                  </a:lnTo>
                  <a:lnTo>
                    <a:pt x="1353421" y="3664169"/>
                  </a:lnTo>
                  <a:lnTo>
                    <a:pt x="1353530" y="3664169"/>
                  </a:lnTo>
                  <a:lnTo>
                    <a:pt x="1353638" y="3664169"/>
                  </a:lnTo>
                  <a:lnTo>
                    <a:pt x="1353638" y="3663546"/>
                  </a:lnTo>
                  <a:lnTo>
                    <a:pt x="1353746" y="3663546"/>
                  </a:lnTo>
                  <a:lnTo>
                    <a:pt x="1353855" y="3663546"/>
                  </a:lnTo>
                  <a:lnTo>
                    <a:pt x="1353963" y="3663546"/>
                  </a:lnTo>
                  <a:lnTo>
                    <a:pt x="1354072" y="3663546"/>
                  </a:lnTo>
                  <a:lnTo>
                    <a:pt x="1354180" y="3663546"/>
                  </a:lnTo>
                  <a:lnTo>
                    <a:pt x="1354289" y="3663546"/>
                  </a:lnTo>
                  <a:lnTo>
                    <a:pt x="1354397" y="3663546"/>
                  </a:lnTo>
                  <a:lnTo>
                    <a:pt x="1354506" y="3663546"/>
                  </a:lnTo>
                  <a:lnTo>
                    <a:pt x="1354506" y="3662922"/>
                  </a:lnTo>
                  <a:lnTo>
                    <a:pt x="1354506" y="3662298"/>
                  </a:lnTo>
                  <a:lnTo>
                    <a:pt x="1354614" y="3662298"/>
                  </a:lnTo>
                  <a:lnTo>
                    <a:pt x="1354722" y="3662298"/>
                  </a:lnTo>
                  <a:lnTo>
                    <a:pt x="1354831" y="3662298"/>
                  </a:lnTo>
                  <a:lnTo>
                    <a:pt x="1354939" y="3662298"/>
                  </a:lnTo>
                  <a:lnTo>
                    <a:pt x="1355048" y="3662298"/>
                  </a:lnTo>
                  <a:lnTo>
                    <a:pt x="1355156" y="3662298"/>
                  </a:lnTo>
                  <a:lnTo>
                    <a:pt x="1355265" y="3662298"/>
                  </a:lnTo>
                  <a:lnTo>
                    <a:pt x="1355373" y="3662298"/>
                  </a:lnTo>
                  <a:lnTo>
                    <a:pt x="1355482" y="3662298"/>
                  </a:lnTo>
                  <a:lnTo>
                    <a:pt x="1355590" y="3662298"/>
                  </a:lnTo>
                  <a:lnTo>
                    <a:pt x="1355698" y="3662298"/>
                  </a:lnTo>
                  <a:lnTo>
                    <a:pt x="1355807" y="3662298"/>
                  </a:lnTo>
                  <a:lnTo>
                    <a:pt x="1355807" y="3661675"/>
                  </a:lnTo>
                  <a:lnTo>
                    <a:pt x="1355915" y="3661675"/>
                  </a:lnTo>
                  <a:lnTo>
                    <a:pt x="1356024" y="3661675"/>
                  </a:lnTo>
                  <a:lnTo>
                    <a:pt x="1356024" y="3661051"/>
                  </a:lnTo>
                  <a:lnTo>
                    <a:pt x="1356132" y="3661051"/>
                  </a:lnTo>
                  <a:lnTo>
                    <a:pt x="1356132" y="3660428"/>
                  </a:lnTo>
                  <a:lnTo>
                    <a:pt x="1356241" y="3660428"/>
                  </a:lnTo>
                  <a:lnTo>
                    <a:pt x="1356349" y="3660428"/>
                  </a:lnTo>
                  <a:lnTo>
                    <a:pt x="1356458" y="3660428"/>
                  </a:lnTo>
                  <a:lnTo>
                    <a:pt x="1356566" y="3660428"/>
                  </a:lnTo>
                  <a:lnTo>
                    <a:pt x="1356675" y="3660428"/>
                  </a:lnTo>
                  <a:lnTo>
                    <a:pt x="1356783" y="3660428"/>
                  </a:lnTo>
                  <a:lnTo>
                    <a:pt x="1356891" y="3660428"/>
                  </a:lnTo>
                  <a:lnTo>
                    <a:pt x="1357000" y="3660428"/>
                  </a:lnTo>
                  <a:lnTo>
                    <a:pt x="1357000" y="3659804"/>
                  </a:lnTo>
                  <a:lnTo>
                    <a:pt x="1357000" y="3659181"/>
                  </a:lnTo>
                  <a:lnTo>
                    <a:pt x="1357108" y="3659181"/>
                  </a:lnTo>
                  <a:lnTo>
                    <a:pt x="1357217" y="3659181"/>
                  </a:lnTo>
                  <a:lnTo>
                    <a:pt x="1357217" y="3658557"/>
                  </a:lnTo>
                  <a:lnTo>
                    <a:pt x="1357217" y="3657933"/>
                  </a:lnTo>
                  <a:lnTo>
                    <a:pt x="1357217" y="3657310"/>
                  </a:lnTo>
                  <a:lnTo>
                    <a:pt x="1357325" y="3657310"/>
                  </a:lnTo>
                  <a:lnTo>
                    <a:pt x="1357434" y="3657310"/>
                  </a:lnTo>
                  <a:lnTo>
                    <a:pt x="1357542" y="3657310"/>
                  </a:lnTo>
                  <a:lnTo>
                    <a:pt x="1357651" y="3657310"/>
                  </a:lnTo>
                  <a:lnTo>
                    <a:pt x="1357759" y="3657310"/>
                  </a:lnTo>
                  <a:lnTo>
                    <a:pt x="1357867" y="3657310"/>
                  </a:lnTo>
                  <a:lnTo>
                    <a:pt x="1357976" y="3657310"/>
                  </a:lnTo>
                  <a:lnTo>
                    <a:pt x="1358084" y="3657310"/>
                  </a:lnTo>
                  <a:lnTo>
                    <a:pt x="1358084" y="3656686"/>
                  </a:lnTo>
                  <a:lnTo>
                    <a:pt x="1358193" y="3656686"/>
                  </a:lnTo>
                  <a:lnTo>
                    <a:pt x="1358301" y="3656686"/>
                  </a:lnTo>
                  <a:lnTo>
                    <a:pt x="1358410" y="3656686"/>
                  </a:lnTo>
                  <a:lnTo>
                    <a:pt x="1358518" y="3656686"/>
                  </a:lnTo>
                  <a:lnTo>
                    <a:pt x="1358627" y="3656686"/>
                  </a:lnTo>
                  <a:lnTo>
                    <a:pt x="1358735" y="3656686"/>
                  </a:lnTo>
                  <a:lnTo>
                    <a:pt x="1358843" y="3656686"/>
                  </a:lnTo>
                  <a:lnTo>
                    <a:pt x="1358952" y="3656686"/>
                  </a:lnTo>
                  <a:lnTo>
                    <a:pt x="1359060" y="3656686"/>
                  </a:lnTo>
                  <a:lnTo>
                    <a:pt x="1359060" y="3656063"/>
                  </a:lnTo>
                  <a:lnTo>
                    <a:pt x="1359169" y="3656063"/>
                  </a:lnTo>
                  <a:lnTo>
                    <a:pt x="1359277" y="3656063"/>
                  </a:lnTo>
                  <a:lnTo>
                    <a:pt x="1359277" y="3655439"/>
                  </a:lnTo>
                  <a:lnTo>
                    <a:pt x="1359386" y="3655439"/>
                  </a:lnTo>
                  <a:lnTo>
                    <a:pt x="1359386" y="3654815"/>
                  </a:lnTo>
                  <a:lnTo>
                    <a:pt x="1359494" y="3654815"/>
                  </a:lnTo>
                  <a:lnTo>
                    <a:pt x="1359603" y="3654815"/>
                  </a:lnTo>
                  <a:lnTo>
                    <a:pt x="1359711" y="3654815"/>
                  </a:lnTo>
                  <a:lnTo>
                    <a:pt x="1359819" y="3654815"/>
                  </a:lnTo>
                  <a:lnTo>
                    <a:pt x="1359819" y="3654192"/>
                  </a:lnTo>
                  <a:lnTo>
                    <a:pt x="1359928" y="3654192"/>
                  </a:lnTo>
                  <a:lnTo>
                    <a:pt x="1360036" y="3654192"/>
                  </a:lnTo>
                  <a:lnTo>
                    <a:pt x="1360145" y="3654192"/>
                  </a:lnTo>
                  <a:lnTo>
                    <a:pt x="1360145" y="3653568"/>
                  </a:lnTo>
                  <a:lnTo>
                    <a:pt x="1360253" y="3653568"/>
                  </a:lnTo>
                  <a:lnTo>
                    <a:pt x="1360362" y="3653568"/>
                  </a:lnTo>
                  <a:lnTo>
                    <a:pt x="1360470" y="3653568"/>
                  </a:lnTo>
                  <a:lnTo>
                    <a:pt x="1360470" y="3652945"/>
                  </a:lnTo>
                  <a:lnTo>
                    <a:pt x="1360470" y="3652321"/>
                  </a:lnTo>
                  <a:lnTo>
                    <a:pt x="1360579" y="3652321"/>
                  </a:lnTo>
                  <a:lnTo>
                    <a:pt x="1360687" y="3652321"/>
                  </a:lnTo>
                  <a:lnTo>
                    <a:pt x="1360796" y="3652321"/>
                  </a:lnTo>
                  <a:lnTo>
                    <a:pt x="1360796" y="3651698"/>
                  </a:lnTo>
                  <a:lnTo>
                    <a:pt x="1360904" y="3651698"/>
                  </a:lnTo>
                  <a:lnTo>
                    <a:pt x="1361012" y="3651698"/>
                  </a:lnTo>
                  <a:lnTo>
                    <a:pt x="1361121" y="3651698"/>
                  </a:lnTo>
                  <a:lnTo>
                    <a:pt x="1361121" y="3651074"/>
                  </a:lnTo>
                  <a:lnTo>
                    <a:pt x="1361229" y="3651074"/>
                  </a:lnTo>
                  <a:lnTo>
                    <a:pt x="1361229" y="3650450"/>
                  </a:lnTo>
                  <a:lnTo>
                    <a:pt x="1361338" y="3650450"/>
                  </a:lnTo>
                  <a:lnTo>
                    <a:pt x="1361446" y="3650450"/>
                  </a:lnTo>
                  <a:lnTo>
                    <a:pt x="1361446" y="3649827"/>
                  </a:lnTo>
                  <a:lnTo>
                    <a:pt x="1361555" y="3649827"/>
                  </a:lnTo>
                  <a:lnTo>
                    <a:pt x="1361663" y="3649827"/>
                  </a:lnTo>
                  <a:lnTo>
                    <a:pt x="1361772" y="3649827"/>
                  </a:lnTo>
                  <a:lnTo>
                    <a:pt x="1361880" y="3649827"/>
                  </a:lnTo>
                  <a:lnTo>
                    <a:pt x="1361988" y="3649827"/>
                  </a:lnTo>
                  <a:lnTo>
                    <a:pt x="1362097" y="3649827"/>
                  </a:lnTo>
                  <a:lnTo>
                    <a:pt x="1362205" y="3649827"/>
                  </a:lnTo>
                  <a:lnTo>
                    <a:pt x="1362205" y="3649203"/>
                  </a:lnTo>
                  <a:lnTo>
                    <a:pt x="1362314" y="3649203"/>
                  </a:lnTo>
                  <a:lnTo>
                    <a:pt x="1362314" y="3648580"/>
                  </a:lnTo>
                  <a:lnTo>
                    <a:pt x="1362314" y="3647956"/>
                  </a:lnTo>
                  <a:lnTo>
                    <a:pt x="1362422" y="3647956"/>
                  </a:lnTo>
                  <a:lnTo>
                    <a:pt x="1362531" y="3647956"/>
                  </a:lnTo>
                  <a:lnTo>
                    <a:pt x="1362639" y="3647956"/>
                  </a:lnTo>
                  <a:lnTo>
                    <a:pt x="1362748" y="3647956"/>
                  </a:lnTo>
                  <a:lnTo>
                    <a:pt x="1362856" y="3647956"/>
                  </a:lnTo>
                  <a:lnTo>
                    <a:pt x="1362856" y="3647332"/>
                  </a:lnTo>
                  <a:lnTo>
                    <a:pt x="1362856" y="3646709"/>
                  </a:lnTo>
                  <a:lnTo>
                    <a:pt x="1362856" y="3646085"/>
                  </a:lnTo>
                  <a:lnTo>
                    <a:pt x="1362856" y="3645462"/>
                  </a:lnTo>
                  <a:lnTo>
                    <a:pt x="1362964" y="3645462"/>
                  </a:lnTo>
                  <a:lnTo>
                    <a:pt x="1363073" y="3645462"/>
                  </a:lnTo>
                  <a:lnTo>
                    <a:pt x="1363181" y="3645462"/>
                  </a:lnTo>
                  <a:lnTo>
                    <a:pt x="1363290" y="3645462"/>
                  </a:lnTo>
                  <a:lnTo>
                    <a:pt x="1363398" y="3645462"/>
                  </a:lnTo>
                  <a:lnTo>
                    <a:pt x="1363507" y="3645462"/>
                  </a:lnTo>
                  <a:lnTo>
                    <a:pt x="1363615" y="3645462"/>
                  </a:lnTo>
                  <a:lnTo>
                    <a:pt x="1363724" y="3645462"/>
                  </a:lnTo>
                  <a:lnTo>
                    <a:pt x="1363832" y="3645462"/>
                  </a:lnTo>
                  <a:lnTo>
                    <a:pt x="1363940" y="3645462"/>
                  </a:lnTo>
                  <a:lnTo>
                    <a:pt x="1363940" y="3644838"/>
                  </a:lnTo>
                  <a:lnTo>
                    <a:pt x="1364049" y="3644838"/>
                  </a:lnTo>
                  <a:lnTo>
                    <a:pt x="1364157" y="3644838"/>
                  </a:lnTo>
                  <a:lnTo>
                    <a:pt x="1364266" y="3644838"/>
                  </a:lnTo>
                  <a:lnTo>
                    <a:pt x="1364374" y="3644838"/>
                  </a:lnTo>
                  <a:lnTo>
                    <a:pt x="1364483" y="3644838"/>
                  </a:lnTo>
                  <a:lnTo>
                    <a:pt x="1364591" y="3644838"/>
                  </a:lnTo>
                  <a:lnTo>
                    <a:pt x="1364700" y="3644838"/>
                  </a:lnTo>
                  <a:lnTo>
                    <a:pt x="1364700" y="3644215"/>
                  </a:lnTo>
                  <a:lnTo>
                    <a:pt x="1364808" y="3644215"/>
                  </a:lnTo>
                  <a:lnTo>
                    <a:pt x="1364917" y="3644215"/>
                  </a:lnTo>
                  <a:lnTo>
                    <a:pt x="1365025" y="3644215"/>
                  </a:lnTo>
                  <a:lnTo>
                    <a:pt x="1365133" y="3644215"/>
                  </a:lnTo>
                  <a:lnTo>
                    <a:pt x="1365242" y="3644215"/>
                  </a:lnTo>
                  <a:lnTo>
                    <a:pt x="1365242" y="3643591"/>
                  </a:lnTo>
                  <a:lnTo>
                    <a:pt x="1365350" y="3643591"/>
                  </a:lnTo>
                  <a:lnTo>
                    <a:pt x="1365459" y="3643591"/>
                  </a:lnTo>
                  <a:lnTo>
                    <a:pt x="1365567" y="3643591"/>
                  </a:lnTo>
                  <a:lnTo>
                    <a:pt x="1365676" y="3643591"/>
                  </a:lnTo>
                  <a:lnTo>
                    <a:pt x="1365676" y="3642967"/>
                  </a:lnTo>
                  <a:lnTo>
                    <a:pt x="1365784" y="3642967"/>
                  </a:lnTo>
                  <a:lnTo>
                    <a:pt x="1365893" y="3642967"/>
                  </a:lnTo>
                  <a:lnTo>
                    <a:pt x="1366001" y="3642967"/>
                  </a:lnTo>
                  <a:lnTo>
                    <a:pt x="1366001" y="3642344"/>
                  </a:lnTo>
                  <a:lnTo>
                    <a:pt x="1366109" y="3642344"/>
                  </a:lnTo>
                  <a:lnTo>
                    <a:pt x="1366218" y="3642344"/>
                  </a:lnTo>
                  <a:lnTo>
                    <a:pt x="1366326" y="3642344"/>
                  </a:lnTo>
                  <a:lnTo>
                    <a:pt x="1366435" y="3642344"/>
                  </a:lnTo>
                  <a:lnTo>
                    <a:pt x="1366435" y="3641720"/>
                  </a:lnTo>
                  <a:lnTo>
                    <a:pt x="1366543" y="3641720"/>
                  </a:lnTo>
                  <a:lnTo>
                    <a:pt x="1366652" y="3641720"/>
                  </a:lnTo>
                  <a:lnTo>
                    <a:pt x="1366760" y="3641720"/>
                  </a:lnTo>
                  <a:lnTo>
                    <a:pt x="1366869" y="3641720"/>
                  </a:lnTo>
                  <a:lnTo>
                    <a:pt x="1366977" y="3641720"/>
                  </a:lnTo>
                  <a:lnTo>
                    <a:pt x="1366977" y="3641097"/>
                  </a:lnTo>
                  <a:lnTo>
                    <a:pt x="1367085" y="3641097"/>
                  </a:lnTo>
                  <a:lnTo>
                    <a:pt x="1367194" y="3641097"/>
                  </a:lnTo>
                  <a:lnTo>
                    <a:pt x="1367302" y="3641097"/>
                  </a:lnTo>
                  <a:lnTo>
                    <a:pt x="1367411" y="3641097"/>
                  </a:lnTo>
                  <a:lnTo>
                    <a:pt x="1367519" y="3641097"/>
                  </a:lnTo>
                  <a:lnTo>
                    <a:pt x="1367628" y="3641097"/>
                  </a:lnTo>
                  <a:lnTo>
                    <a:pt x="1367736" y="3641097"/>
                  </a:lnTo>
                  <a:lnTo>
                    <a:pt x="1367845" y="3641097"/>
                  </a:lnTo>
                  <a:lnTo>
                    <a:pt x="1367953" y="3641097"/>
                  </a:lnTo>
                  <a:lnTo>
                    <a:pt x="1368061" y="3641097"/>
                  </a:lnTo>
                  <a:lnTo>
                    <a:pt x="1368170" y="3641097"/>
                  </a:lnTo>
                  <a:lnTo>
                    <a:pt x="1368278" y="3641097"/>
                  </a:lnTo>
                  <a:lnTo>
                    <a:pt x="1368387" y="3641097"/>
                  </a:lnTo>
                  <a:lnTo>
                    <a:pt x="1368495" y="3641097"/>
                  </a:lnTo>
                  <a:lnTo>
                    <a:pt x="1368495" y="3640473"/>
                  </a:lnTo>
                  <a:lnTo>
                    <a:pt x="1368604" y="3640473"/>
                  </a:lnTo>
                  <a:lnTo>
                    <a:pt x="1368712" y="3640473"/>
                  </a:lnTo>
                  <a:lnTo>
                    <a:pt x="1368821" y="3640473"/>
                  </a:lnTo>
                  <a:lnTo>
                    <a:pt x="1368929" y="3640473"/>
                  </a:lnTo>
                  <a:lnTo>
                    <a:pt x="1369038" y="3640473"/>
                  </a:lnTo>
                  <a:lnTo>
                    <a:pt x="1369146" y="3640473"/>
                  </a:lnTo>
                  <a:lnTo>
                    <a:pt x="1369254" y="3640473"/>
                  </a:lnTo>
                  <a:lnTo>
                    <a:pt x="1369363" y="3640473"/>
                  </a:lnTo>
                  <a:lnTo>
                    <a:pt x="1369471" y="3640473"/>
                  </a:lnTo>
                  <a:lnTo>
                    <a:pt x="1369580" y="3640473"/>
                  </a:lnTo>
                  <a:lnTo>
                    <a:pt x="1369580" y="3639849"/>
                  </a:lnTo>
                  <a:lnTo>
                    <a:pt x="1369688" y="3639849"/>
                  </a:lnTo>
                  <a:lnTo>
                    <a:pt x="1369797" y="3639849"/>
                  </a:lnTo>
                  <a:lnTo>
                    <a:pt x="1369905" y="3639849"/>
                  </a:lnTo>
                  <a:lnTo>
                    <a:pt x="1370014" y="3639849"/>
                  </a:lnTo>
                  <a:lnTo>
                    <a:pt x="1370014" y="3639226"/>
                  </a:lnTo>
                  <a:lnTo>
                    <a:pt x="1370122" y="3639226"/>
                  </a:lnTo>
                  <a:lnTo>
                    <a:pt x="1370230" y="3639226"/>
                  </a:lnTo>
                  <a:lnTo>
                    <a:pt x="1370339" y="3639226"/>
                  </a:lnTo>
                  <a:lnTo>
                    <a:pt x="1370447" y="3639226"/>
                  </a:lnTo>
                  <a:lnTo>
                    <a:pt x="1370447" y="3638602"/>
                  </a:lnTo>
                  <a:lnTo>
                    <a:pt x="1370556" y="3638602"/>
                  </a:lnTo>
                  <a:lnTo>
                    <a:pt x="1370664" y="3638602"/>
                  </a:lnTo>
                  <a:lnTo>
                    <a:pt x="1370664" y="3637979"/>
                  </a:lnTo>
                  <a:lnTo>
                    <a:pt x="1370664" y="3637355"/>
                  </a:lnTo>
                  <a:lnTo>
                    <a:pt x="1370773" y="3637355"/>
                  </a:lnTo>
                  <a:lnTo>
                    <a:pt x="1370881" y="3637355"/>
                  </a:lnTo>
                  <a:lnTo>
                    <a:pt x="1370990" y="3637355"/>
                  </a:lnTo>
                  <a:lnTo>
                    <a:pt x="1371098" y="3637355"/>
                  </a:lnTo>
                  <a:lnTo>
                    <a:pt x="1371098" y="3636732"/>
                  </a:lnTo>
                  <a:lnTo>
                    <a:pt x="1371098" y="3636108"/>
                  </a:lnTo>
                  <a:lnTo>
                    <a:pt x="1371206" y="3636108"/>
                  </a:lnTo>
                  <a:lnTo>
                    <a:pt x="1371315" y="3636108"/>
                  </a:lnTo>
                  <a:lnTo>
                    <a:pt x="1371423" y="3636108"/>
                  </a:lnTo>
                  <a:lnTo>
                    <a:pt x="1371532" y="3636108"/>
                  </a:lnTo>
                  <a:lnTo>
                    <a:pt x="1371640" y="3636108"/>
                  </a:lnTo>
                  <a:lnTo>
                    <a:pt x="1371749" y="3636108"/>
                  </a:lnTo>
                  <a:lnTo>
                    <a:pt x="1371857" y="3636108"/>
                  </a:lnTo>
                  <a:lnTo>
                    <a:pt x="1371966" y="3636108"/>
                  </a:lnTo>
                  <a:lnTo>
                    <a:pt x="1372074" y="3636108"/>
                  </a:lnTo>
                  <a:lnTo>
                    <a:pt x="1372074" y="3635484"/>
                  </a:lnTo>
                  <a:lnTo>
                    <a:pt x="1372182" y="3635484"/>
                  </a:lnTo>
                  <a:lnTo>
                    <a:pt x="1372291" y="3635484"/>
                  </a:lnTo>
                  <a:lnTo>
                    <a:pt x="1372399" y="3635484"/>
                  </a:lnTo>
                  <a:lnTo>
                    <a:pt x="1372508" y="3635484"/>
                  </a:lnTo>
                  <a:lnTo>
                    <a:pt x="1372616" y="3635484"/>
                  </a:lnTo>
                  <a:lnTo>
                    <a:pt x="1372725" y="3635484"/>
                  </a:lnTo>
                  <a:lnTo>
                    <a:pt x="1372833" y="3635484"/>
                  </a:lnTo>
                  <a:lnTo>
                    <a:pt x="1372942" y="3635484"/>
                  </a:lnTo>
                  <a:lnTo>
                    <a:pt x="1372942" y="3634861"/>
                  </a:lnTo>
                  <a:lnTo>
                    <a:pt x="1373050" y="3634861"/>
                  </a:lnTo>
                  <a:lnTo>
                    <a:pt x="1373159" y="3634861"/>
                  </a:lnTo>
                  <a:lnTo>
                    <a:pt x="1373159" y="3634237"/>
                  </a:lnTo>
                  <a:lnTo>
                    <a:pt x="1373267" y="3634237"/>
                  </a:lnTo>
                  <a:lnTo>
                    <a:pt x="1373375" y="3634237"/>
                  </a:lnTo>
                  <a:lnTo>
                    <a:pt x="1373484" y="3634237"/>
                  </a:lnTo>
                  <a:lnTo>
                    <a:pt x="1373592" y="3634237"/>
                  </a:lnTo>
                  <a:lnTo>
                    <a:pt x="1373701" y="3634237"/>
                  </a:lnTo>
                  <a:lnTo>
                    <a:pt x="1373809" y="3634237"/>
                  </a:lnTo>
                  <a:lnTo>
                    <a:pt x="1373918" y="3634237"/>
                  </a:lnTo>
                  <a:lnTo>
                    <a:pt x="1374026" y="3634237"/>
                  </a:lnTo>
                  <a:lnTo>
                    <a:pt x="1374135" y="3634237"/>
                  </a:lnTo>
                  <a:lnTo>
                    <a:pt x="1374243" y="3634237"/>
                  </a:lnTo>
                  <a:lnTo>
                    <a:pt x="1374351" y="3634237"/>
                  </a:lnTo>
                  <a:lnTo>
                    <a:pt x="1374460" y="3634237"/>
                  </a:lnTo>
                  <a:lnTo>
                    <a:pt x="1374568" y="3634237"/>
                  </a:lnTo>
                  <a:lnTo>
                    <a:pt x="1374568" y="3633614"/>
                  </a:lnTo>
                  <a:lnTo>
                    <a:pt x="1374677" y="3633614"/>
                  </a:lnTo>
                  <a:lnTo>
                    <a:pt x="1374785" y="3633614"/>
                  </a:lnTo>
                  <a:lnTo>
                    <a:pt x="1374785" y="3632990"/>
                  </a:lnTo>
                  <a:lnTo>
                    <a:pt x="1374894" y="3632990"/>
                  </a:lnTo>
                  <a:lnTo>
                    <a:pt x="1375002" y="3632990"/>
                  </a:lnTo>
                  <a:lnTo>
                    <a:pt x="1375002" y="3632367"/>
                  </a:lnTo>
                  <a:lnTo>
                    <a:pt x="1375111" y="3632367"/>
                  </a:lnTo>
                  <a:lnTo>
                    <a:pt x="1375219" y="3632367"/>
                  </a:lnTo>
                  <a:lnTo>
                    <a:pt x="1375327" y="3632367"/>
                  </a:lnTo>
                  <a:lnTo>
                    <a:pt x="1375436" y="3632367"/>
                  </a:lnTo>
                  <a:lnTo>
                    <a:pt x="1375544" y="3632367"/>
                  </a:lnTo>
                  <a:lnTo>
                    <a:pt x="1375653" y="3632367"/>
                  </a:lnTo>
                  <a:lnTo>
                    <a:pt x="1375761" y="3632367"/>
                  </a:lnTo>
                  <a:lnTo>
                    <a:pt x="1375870" y="3632367"/>
                  </a:lnTo>
                  <a:lnTo>
                    <a:pt x="1375870" y="3631743"/>
                  </a:lnTo>
                  <a:lnTo>
                    <a:pt x="1375978" y="3631743"/>
                  </a:lnTo>
                  <a:lnTo>
                    <a:pt x="1376087" y="3631743"/>
                  </a:lnTo>
                  <a:lnTo>
                    <a:pt x="1376195" y="3631743"/>
                  </a:lnTo>
                  <a:lnTo>
                    <a:pt x="1376303" y="3631743"/>
                  </a:lnTo>
                  <a:lnTo>
                    <a:pt x="1376412" y="3631743"/>
                  </a:lnTo>
                  <a:lnTo>
                    <a:pt x="1376520" y="3631743"/>
                  </a:lnTo>
                  <a:lnTo>
                    <a:pt x="1376629" y="3631743"/>
                  </a:lnTo>
                  <a:lnTo>
                    <a:pt x="1376737" y="3631743"/>
                  </a:lnTo>
                  <a:lnTo>
                    <a:pt x="1376846" y="3631743"/>
                  </a:lnTo>
                  <a:lnTo>
                    <a:pt x="1376954" y="3631743"/>
                  </a:lnTo>
                  <a:lnTo>
                    <a:pt x="1377063" y="3631743"/>
                  </a:lnTo>
                  <a:lnTo>
                    <a:pt x="1377171" y="3631743"/>
                  </a:lnTo>
                  <a:lnTo>
                    <a:pt x="1377279" y="3631743"/>
                  </a:lnTo>
                  <a:lnTo>
                    <a:pt x="1377388" y="3631743"/>
                  </a:lnTo>
                  <a:lnTo>
                    <a:pt x="1377388" y="3631119"/>
                  </a:lnTo>
                  <a:lnTo>
                    <a:pt x="1377496" y="3631119"/>
                  </a:lnTo>
                  <a:lnTo>
                    <a:pt x="1377496" y="3630496"/>
                  </a:lnTo>
                  <a:lnTo>
                    <a:pt x="1377605" y="3630496"/>
                  </a:lnTo>
                  <a:lnTo>
                    <a:pt x="1377713" y="3630496"/>
                  </a:lnTo>
                  <a:lnTo>
                    <a:pt x="1377822" y="3630496"/>
                  </a:lnTo>
                  <a:lnTo>
                    <a:pt x="1377930" y="3630496"/>
                  </a:lnTo>
                  <a:lnTo>
                    <a:pt x="1377930" y="3629872"/>
                  </a:lnTo>
                  <a:lnTo>
                    <a:pt x="1378039" y="3629872"/>
                  </a:lnTo>
                  <a:lnTo>
                    <a:pt x="1378147" y="3629872"/>
                  </a:lnTo>
                  <a:lnTo>
                    <a:pt x="1378147" y="3629249"/>
                  </a:lnTo>
                  <a:lnTo>
                    <a:pt x="1378256" y="3629249"/>
                  </a:lnTo>
                  <a:lnTo>
                    <a:pt x="1378256" y="3628625"/>
                  </a:lnTo>
                  <a:lnTo>
                    <a:pt x="1378364" y="3628625"/>
                  </a:lnTo>
                  <a:lnTo>
                    <a:pt x="1378472" y="3628625"/>
                  </a:lnTo>
                  <a:lnTo>
                    <a:pt x="1378581" y="3628625"/>
                  </a:lnTo>
                  <a:lnTo>
                    <a:pt x="1378689" y="3628625"/>
                  </a:lnTo>
                  <a:lnTo>
                    <a:pt x="1378798" y="3628625"/>
                  </a:lnTo>
                  <a:lnTo>
                    <a:pt x="1378906" y="3628625"/>
                  </a:lnTo>
                  <a:lnTo>
                    <a:pt x="1379015" y="3628625"/>
                  </a:lnTo>
                  <a:lnTo>
                    <a:pt x="1379123" y="3628625"/>
                  </a:lnTo>
                  <a:lnTo>
                    <a:pt x="1379232" y="3628625"/>
                  </a:lnTo>
                  <a:lnTo>
                    <a:pt x="1379340" y="3628625"/>
                  </a:lnTo>
                  <a:lnTo>
                    <a:pt x="1379448" y="3628625"/>
                  </a:lnTo>
                  <a:lnTo>
                    <a:pt x="1379557" y="3628625"/>
                  </a:lnTo>
                  <a:lnTo>
                    <a:pt x="1379665" y="3628625"/>
                  </a:lnTo>
                  <a:lnTo>
                    <a:pt x="1379774" y="3628625"/>
                  </a:lnTo>
                  <a:lnTo>
                    <a:pt x="1379774" y="3628001"/>
                  </a:lnTo>
                  <a:lnTo>
                    <a:pt x="1379882" y="3628001"/>
                  </a:lnTo>
                  <a:lnTo>
                    <a:pt x="1379991" y="3628001"/>
                  </a:lnTo>
                  <a:lnTo>
                    <a:pt x="1380099" y="3628001"/>
                  </a:lnTo>
                  <a:lnTo>
                    <a:pt x="1380208" y="3628001"/>
                  </a:lnTo>
                  <a:lnTo>
                    <a:pt x="1380208" y="3627378"/>
                  </a:lnTo>
                  <a:lnTo>
                    <a:pt x="1380316" y="3627378"/>
                  </a:lnTo>
                  <a:lnTo>
                    <a:pt x="1380424" y="3627378"/>
                  </a:lnTo>
                  <a:lnTo>
                    <a:pt x="1380533" y="3627378"/>
                  </a:lnTo>
                  <a:lnTo>
                    <a:pt x="1380641" y="3627378"/>
                  </a:lnTo>
                  <a:lnTo>
                    <a:pt x="1380750" y="3627378"/>
                  </a:lnTo>
                  <a:lnTo>
                    <a:pt x="1380858" y="3627378"/>
                  </a:lnTo>
                  <a:lnTo>
                    <a:pt x="1380967" y="3627378"/>
                  </a:lnTo>
                  <a:lnTo>
                    <a:pt x="1381075" y="3627378"/>
                  </a:lnTo>
                  <a:lnTo>
                    <a:pt x="1381184" y="3627378"/>
                  </a:lnTo>
                  <a:lnTo>
                    <a:pt x="1381292" y="3627378"/>
                  </a:lnTo>
                  <a:lnTo>
                    <a:pt x="1381400" y="3627378"/>
                  </a:lnTo>
                  <a:lnTo>
                    <a:pt x="1381509" y="3627378"/>
                  </a:lnTo>
                  <a:lnTo>
                    <a:pt x="1381617" y="3627378"/>
                  </a:lnTo>
                  <a:lnTo>
                    <a:pt x="1381726" y="3627378"/>
                  </a:lnTo>
                  <a:lnTo>
                    <a:pt x="1381726" y="3626754"/>
                  </a:lnTo>
                  <a:lnTo>
                    <a:pt x="1381834" y="3626754"/>
                  </a:lnTo>
                  <a:lnTo>
                    <a:pt x="1381943" y="3626754"/>
                  </a:lnTo>
                  <a:lnTo>
                    <a:pt x="1382051" y="3626754"/>
                  </a:lnTo>
                  <a:lnTo>
                    <a:pt x="1382160" y="3626754"/>
                  </a:lnTo>
                  <a:lnTo>
                    <a:pt x="1382268" y="3626754"/>
                  </a:lnTo>
                  <a:lnTo>
                    <a:pt x="1382377" y="3626754"/>
                  </a:lnTo>
                  <a:lnTo>
                    <a:pt x="1382377" y="3626131"/>
                  </a:lnTo>
                  <a:lnTo>
                    <a:pt x="1382377" y="3625507"/>
                  </a:lnTo>
                  <a:lnTo>
                    <a:pt x="1382377" y="3624884"/>
                  </a:lnTo>
                  <a:lnTo>
                    <a:pt x="1382485" y="3624884"/>
                  </a:lnTo>
                  <a:lnTo>
                    <a:pt x="1382593" y="3624884"/>
                  </a:lnTo>
                  <a:lnTo>
                    <a:pt x="1382593" y="3624260"/>
                  </a:lnTo>
                  <a:lnTo>
                    <a:pt x="1382702" y="3624260"/>
                  </a:lnTo>
                  <a:lnTo>
                    <a:pt x="1382810" y="3624260"/>
                  </a:lnTo>
                  <a:lnTo>
                    <a:pt x="1382919" y="3624260"/>
                  </a:lnTo>
                  <a:lnTo>
                    <a:pt x="1383027" y="3624260"/>
                  </a:lnTo>
                  <a:lnTo>
                    <a:pt x="1383136" y="3624260"/>
                  </a:lnTo>
                  <a:lnTo>
                    <a:pt x="1383136" y="3623636"/>
                  </a:lnTo>
                  <a:lnTo>
                    <a:pt x="1383244" y="3623636"/>
                  </a:lnTo>
                  <a:lnTo>
                    <a:pt x="1383353" y="3623636"/>
                  </a:lnTo>
                  <a:lnTo>
                    <a:pt x="1383461" y="3623636"/>
                  </a:lnTo>
                  <a:lnTo>
                    <a:pt x="1383569" y="3623636"/>
                  </a:lnTo>
                  <a:lnTo>
                    <a:pt x="1383569" y="3623013"/>
                  </a:lnTo>
                  <a:lnTo>
                    <a:pt x="1383678" y="3623013"/>
                  </a:lnTo>
                  <a:lnTo>
                    <a:pt x="1383786" y="3623013"/>
                  </a:lnTo>
                  <a:lnTo>
                    <a:pt x="1383895" y="3623013"/>
                  </a:lnTo>
                  <a:lnTo>
                    <a:pt x="1384003" y="3623013"/>
                  </a:lnTo>
                  <a:lnTo>
                    <a:pt x="1384112" y="3623013"/>
                  </a:lnTo>
                  <a:lnTo>
                    <a:pt x="1384220" y="3623013"/>
                  </a:lnTo>
                  <a:lnTo>
                    <a:pt x="1384329" y="3623013"/>
                  </a:lnTo>
                  <a:lnTo>
                    <a:pt x="1384437" y="3623013"/>
                  </a:lnTo>
                  <a:lnTo>
                    <a:pt x="1384545" y="3623013"/>
                  </a:lnTo>
                  <a:lnTo>
                    <a:pt x="1384654" y="3623013"/>
                  </a:lnTo>
                  <a:lnTo>
                    <a:pt x="1384762" y="3623013"/>
                  </a:lnTo>
                  <a:lnTo>
                    <a:pt x="1384762" y="3622389"/>
                  </a:lnTo>
                  <a:lnTo>
                    <a:pt x="1384762" y="3621766"/>
                  </a:lnTo>
                  <a:lnTo>
                    <a:pt x="1384871" y="3621766"/>
                  </a:lnTo>
                  <a:lnTo>
                    <a:pt x="1384979" y="3621766"/>
                  </a:lnTo>
                  <a:lnTo>
                    <a:pt x="1385088" y="3621766"/>
                  </a:lnTo>
                  <a:lnTo>
                    <a:pt x="1385196" y="3621766"/>
                  </a:lnTo>
                  <a:lnTo>
                    <a:pt x="1385196" y="3621142"/>
                  </a:lnTo>
                  <a:lnTo>
                    <a:pt x="1385305" y="3621142"/>
                  </a:lnTo>
                  <a:lnTo>
                    <a:pt x="1385305" y="3620518"/>
                  </a:lnTo>
                  <a:lnTo>
                    <a:pt x="1385413" y="3620518"/>
                  </a:lnTo>
                  <a:lnTo>
                    <a:pt x="1385521" y="3620518"/>
                  </a:lnTo>
                  <a:lnTo>
                    <a:pt x="1385630" y="3620518"/>
                  </a:lnTo>
                  <a:lnTo>
                    <a:pt x="1385738" y="3620518"/>
                  </a:lnTo>
                  <a:lnTo>
                    <a:pt x="1385847" y="3620518"/>
                  </a:lnTo>
                  <a:lnTo>
                    <a:pt x="1385955" y="3620518"/>
                  </a:lnTo>
                  <a:lnTo>
                    <a:pt x="1386064" y="3620518"/>
                  </a:lnTo>
                  <a:lnTo>
                    <a:pt x="1386172" y="3620518"/>
                  </a:lnTo>
                  <a:lnTo>
                    <a:pt x="1386281" y="3620518"/>
                  </a:lnTo>
                  <a:lnTo>
                    <a:pt x="1386389" y="3620518"/>
                  </a:lnTo>
                  <a:lnTo>
                    <a:pt x="1386498" y="3620518"/>
                  </a:lnTo>
                  <a:lnTo>
                    <a:pt x="1386606" y="3620518"/>
                  </a:lnTo>
                  <a:lnTo>
                    <a:pt x="1386714" y="3620518"/>
                  </a:lnTo>
                  <a:lnTo>
                    <a:pt x="1386823" y="3620518"/>
                  </a:lnTo>
                  <a:lnTo>
                    <a:pt x="1386931" y="3620518"/>
                  </a:lnTo>
                  <a:lnTo>
                    <a:pt x="1386931" y="3619895"/>
                  </a:lnTo>
                  <a:lnTo>
                    <a:pt x="1387040" y="3619895"/>
                  </a:lnTo>
                  <a:lnTo>
                    <a:pt x="1387148" y="3619895"/>
                  </a:lnTo>
                  <a:lnTo>
                    <a:pt x="1387257" y="3619895"/>
                  </a:lnTo>
                  <a:lnTo>
                    <a:pt x="1387257" y="3619271"/>
                  </a:lnTo>
                  <a:lnTo>
                    <a:pt x="1387365" y="3619271"/>
                  </a:lnTo>
                  <a:lnTo>
                    <a:pt x="1387474" y="3619271"/>
                  </a:lnTo>
                  <a:lnTo>
                    <a:pt x="1387582" y="3619271"/>
                  </a:lnTo>
                  <a:lnTo>
                    <a:pt x="1387690" y="3619271"/>
                  </a:lnTo>
                  <a:lnTo>
                    <a:pt x="1387799" y="3619271"/>
                  </a:lnTo>
                  <a:lnTo>
                    <a:pt x="1387799" y="3618648"/>
                  </a:lnTo>
                  <a:lnTo>
                    <a:pt x="1387907" y="3618648"/>
                  </a:lnTo>
                  <a:lnTo>
                    <a:pt x="1388016" y="3618648"/>
                  </a:lnTo>
                  <a:lnTo>
                    <a:pt x="1388016" y="3618024"/>
                  </a:lnTo>
                  <a:lnTo>
                    <a:pt x="1388124" y="3618024"/>
                  </a:lnTo>
                  <a:lnTo>
                    <a:pt x="1388233" y="3618024"/>
                  </a:lnTo>
                  <a:lnTo>
                    <a:pt x="1388341" y="3618024"/>
                  </a:lnTo>
                  <a:lnTo>
                    <a:pt x="1388450" y="3618024"/>
                  </a:lnTo>
                  <a:lnTo>
                    <a:pt x="1388558" y="3618024"/>
                  </a:lnTo>
                  <a:lnTo>
                    <a:pt x="1388666" y="3618024"/>
                  </a:lnTo>
                  <a:lnTo>
                    <a:pt x="1388775" y="3618024"/>
                  </a:lnTo>
                  <a:lnTo>
                    <a:pt x="1388883" y="3618024"/>
                  </a:lnTo>
                  <a:lnTo>
                    <a:pt x="1388992" y="3618024"/>
                  </a:lnTo>
                  <a:lnTo>
                    <a:pt x="1388992" y="3617401"/>
                  </a:lnTo>
                  <a:lnTo>
                    <a:pt x="1388992" y="3616777"/>
                  </a:lnTo>
                  <a:lnTo>
                    <a:pt x="1389100" y="3616777"/>
                  </a:lnTo>
                  <a:lnTo>
                    <a:pt x="1389209" y="3616777"/>
                  </a:lnTo>
                  <a:lnTo>
                    <a:pt x="1389317" y="3616777"/>
                  </a:lnTo>
                  <a:lnTo>
                    <a:pt x="1389426" y="3616777"/>
                  </a:lnTo>
                  <a:lnTo>
                    <a:pt x="1389534" y="3616777"/>
                  </a:lnTo>
                  <a:lnTo>
                    <a:pt x="1389534" y="3616153"/>
                  </a:lnTo>
                  <a:lnTo>
                    <a:pt x="1389642" y="3616153"/>
                  </a:lnTo>
                  <a:lnTo>
                    <a:pt x="1389751" y="3616153"/>
                  </a:lnTo>
                  <a:lnTo>
                    <a:pt x="1389859" y="3616153"/>
                  </a:lnTo>
                  <a:lnTo>
                    <a:pt x="1389968" y="3616153"/>
                  </a:lnTo>
                  <a:lnTo>
                    <a:pt x="1389968" y="3615530"/>
                  </a:lnTo>
                  <a:lnTo>
                    <a:pt x="1390076" y="3615530"/>
                  </a:lnTo>
                  <a:lnTo>
                    <a:pt x="1390185" y="3615530"/>
                  </a:lnTo>
                  <a:lnTo>
                    <a:pt x="1390293" y="3615530"/>
                  </a:lnTo>
                  <a:lnTo>
                    <a:pt x="1390293" y="3614906"/>
                  </a:lnTo>
                  <a:lnTo>
                    <a:pt x="1390293" y="3614283"/>
                  </a:lnTo>
                  <a:lnTo>
                    <a:pt x="1390293" y="3613659"/>
                  </a:lnTo>
                  <a:lnTo>
                    <a:pt x="1390402" y="3613659"/>
                  </a:lnTo>
                  <a:lnTo>
                    <a:pt x="1390510" y="3613659"/>
                  </a:lnTo>
                  <a:lnTo>
                    <a:pt x="1390619" y="3613659"/>
                  </a:lnTo>
                  <a:lnTo>
                    <a:pt x="1390727" y="3613659"/>
                  </a:lnTo>
                  <a:lnTo>
                    <a:pt x="1390835" y="3613659"/>
                  </a:lnTo>
                  <a:lnTo>
                    <a:pt x="1390944" y="3613659"/>
                  </a:lnTo>
                  <a:lnTo>
                    <a:pt x="1390944" y="3613035"/>
                  </a:lnTo>
                  <a:lnTo>
                    <a:pt x="1390944" y="3612412"/>
                  </a:lnTo>
                  <a:lnTo>
                    <a:pt x="1390944" y="3611788"/>
                  </a:lnTo>
                  <a:lnTo>
                    <a:pt x="1391052" y="3611788"/>
                  </a:lnTo>
                  <a:lnTo>
                    <a:pt x="1391161" y="3611788"/>
                  </a:lnTo>
                  <a:lnTo>
                    <a:pt x="1391269" y="3611788"/>
                  </a:lnTo>
                  <a:lnTo>
                    <a:pt x="1391378" y="3611788"/>
                  </a:lnTo>
                  <a:lnTo>
                    <a:pt x="1391486" y="3611788"/>
                  </a:lnTo>
                  <a:lnTo>
                    <a:pt x="1391486" y="3611165"/>
                  </a:lnTo>
                  <a:lnTo>
                    <a:pt x="1391595" y="3611165"/>
                  </a:lnTo>
                  <a:lnTo>
                    <a:pt x="1391703" y="3611165"/>
                  </a:lnTo>
                  <a:lnTo>
                    <a:pt x="1391811" y="3611165"/>
                  </a:lnTo>
                  <a:lnTo>
                    <a:pt x="1391920" y="3611165"/>
                  </a:lnTo>
                  <a:lnTo>
                    <a:pt x="1392028" y="3611165"/>
                  </a:lnTo>
                  <a:lnTo>
                    <a:pt x="1392137" y="3611165"/>
                  </a:lnTo>
                  <a:lnTo>
                    <a:pt x="1392137" y="3610541"/>
                  </a:lnTo>
                  <a:lnTo>
                    <a:pt x="1392245" y="3610541"/>
                  </a:lnTo>
                  <a:lnTo>
                    <a:pt x="1392354" y="3610541"/>
                  </a:lnTo>
                  <a:lnTo>
                    <a:pt x="1392462" y="3610541"/>
                  </a:lnTo>
                  <a:lnTo>
                    <a:pt x="1392571" y="3610541"/>
                  </a:lnTo>
                  <a:lnTo>
                    <a:pt x="1392679" y="3610541"/>
                  </a:lnTo>
                  <a:lnTo>
                    <a:pt x="1392787" y="3610541"/>
                  </a:lnTo>
                  <a:lnTo>
                    <a:pt x="1392896" y="3610541"/>
                  </a:lnTo>
                  <a:lnTo>
                    <a:pt x="1393004" y="3610541"/>
                  </a:lnTo>
                  <a:lnTo>
                    <a:pt x="1393113" y="3610541"/>
                  </a:lnTo>
                  <a:lnTo>
                    <a:pt x="1393221" y="3610541"/>
                  </a:lnTo>
                  <a:lnTo>
                    <a:pt x="1393330" y="3610541"/>
                  </a:lnTo>
                  <a:lnTo>
                    <a:pt x="1393438" y="3610541"/>
                  </a:lnTo>
                  <a:lnTo>
                    <a:pt x="1393547" y="3610541"/>
                  </a:lnTo>
                  <a:lnTo>
                    <a:pt x="1393655" y="3610541"/>
                  </a:lnTo>
                  <a:lnTo>
                    <a:pt x="1393655" y="3609918"/>
                  </a:lnTo>
                  <a:lnTo>
                    <a:pt x="1393763" y="3609918"/>
                  </a:lnTo>
                  <a:lnTo>
                    <a:pt x="1393872" y="3609918"/>
                  </a:lnTo>
                  <a:lnTo>
                    <a:pt x="1393980" y="3609918"/>
                  </a:lnTo>
                  <a:lnTo>
                    <a:pt x="1393980" y="3609294"/>
                  </a:lnTo>
                  <a:lnTo>
                    <a:pt x="1394089" y="3609294"/>
                  </a:lnTo>
                  <a:lnTo>
                    <a:pt x="1394197" y="3609294"/>
                  </a:lnTo>
                  <a:lnTo>
                    <a:pt x="1394306" y="3609294"/>
                  </a:lnTo>
                  <a:lnTo>
                    <a:pt x="1394414" y="3609294"/>
                  </a:lnTo>
                  <a:lnTo>
                    <a:pt x="1394523" y="3609294"/>
                  </a:lnTo>
                  <a:lnTo>
                    <a:pt x="1394631" y="3609294"/>
                  </a:lnTo>
                  <a:lnTo>
                    <a:pt x="1394740" y="3609294"/>
                  </a:lnTo>
                  <a:lnTo>
                    <a:pt x="1394848" y="3609294"/>
                  </a:lnTo>
                  <a:lnTo>
                    <a:pt x="1394848" y="3608670"/>
                  </a:lnTo>
                  <a:lnTo>
                    <a:pt x="1394956" y="3608670"/>
                  </a:lnTo>
                  <a:lnTo>
                    <a:pt x="1395065" y="3608670"/>
                  </a:lnTo>
                  <a:lnTo>
                    <a:pt x="1395173" y="3608670"/>
                  </a:lnTo>
                  <a:lnTo>
                    <a:pt x="1395282" y="3608670"/>
                  </a:lnTo>
                  <a:lnTo>
                    <a:pt x="1395390" y="3608670"/>
                  </a:lnTo>
                  <a:lnTo>
                    <a:pt x="1395499" y="3608670"/>
                  </a:lnTo>
                  <a:lnTo>
                    <a:pt x="1395607" y="3608670"/>
                  </a:lnTo>
                  <a:lnTo>
                    <a:pt x="1395716" y="3608670"/>
                  </a:lnTo>
                  <a:lnTo>
                    <a:pt x="1395824" y="3608670"/>
                  </a:lnTo>
                  <a:lnTo>
                    <a:pt x="1395932" y="3608670"/>
                  </a:lnTo>
                  <a:lnTo>
                    <a:pt x="1395932" y="3608047"/>
                  </a:lnTo>
                  <a:lnTo>
                    <a:pt x="1395932" y="3607423"/>
                  </a:lnTo>
                  <a:lnTo>
                    <a:pt x="1396041" y="3607423"/>
                  </a:lnTo>
                  <a:lnTo>
                    <a:pt x="1396149" y="3607423"/>
                  </a:lnTo>
                  <a:lnTo>
                    <a:pt x="1396258" y="3607423"/>
                  </a:lnTo>
                  <a:lnTo>
                    <a:pt x="1396366" y="3607423"/>
                  </a:lnTo>
                  <a:lnTo>
                    <a:pt x="1396475" y="3607423"/>
                  </a:lnTo>
                  <a:lnTo>
                    <a:pt x="1396583" y="3607423"/>
                  </a:lnTo>
                  <a:lnTo>
                    <a:pt x="1396692" y="3607423"/>
                  </a:lnTo>
                  <a:lnTo>
                    <a:pt x="1396800" y="3607423"/>
                  </a:lnTo>
                  <a:lnTo>
                    <a:pt x="1396908" y="3607423"/>
                  </a:lnTo>
                  <a:lnTo>
                    <a:pt x="1397017" y="3607423"/>
                  </a:lnTo>
                  <a:lnTo>
                    <a:pt x="1397017" y="3606800"/>
                  </a:lnTo>
                  <a:lnTo>
                    <a:pt x="1397017" y="3606176"/>
                  </a:lnTo>
                  <a:lnTo>
                    <a:pt x="1397125" y="3606176"/>
                  </a:lnTo>
                  <a:lnTo>
                    <a:pt x="1397234" y="3606176"/>
                  </a:lnTo>
                  <a:lnTo>
                    <a:pt x="1397234" y="3605552"/>
                  </a:lnTo>
                  <a:lnTo>
                    <a:pt x="1397342" y="3605552"/>
                  </a:lnTo>
                  <a:lnTo>
                    <a:pt x="1397342" y="3604929"/>
                  </a:lnTo>
                  <a:lnTo>
                    <a:pt x="1397342" y="3604305"/>
                  </a:lnTo>
                  <a:lnTo>
                    <a:pt x="1397451" y="3604305"/>
                  </a:lnTo>
                  <a:lnTo>
                    <a:pt x="1397559" y="3604305"/>
                  </a:lnTo>
                  <a:lnTo>
                    <a:pt x="1397668" y="3604305"/>
                  </a:lnTo>
                  <a:lnTo>
                    <a:pt x="1397776" y="3604305"/>
                  </a:lnTo>
                  <a:lnTo>
                    <a:pt x="1397884" y="3604305"/>
                  </a:lnTo>
                  <a:lnTo>
                    <a:pt x="1397993" y="3604305"/>
                  </a:lnTo>
                  <a:lnTo>
                    <a:pt x="1398101" y="3604305"/>
                  </a:lnTo>
                  <a:lnTo>
                    <a:pt x="1398210" y="3604305"/>
                  </a:lnTo>
                  <a:lnTo>
                    <a:pt x="1398318" y="3604305"/>
                  </a:lnTo>
                  <a:lnTo>
                    <a:pt x="1398318" y="3603682"/>
                  </a:lnTo>
                  <a:lnTo>
                    <a:pt x="1398427" y="3603682"/>
                  </a:lnTo>
                  <a:lnTo>
                    <a:pt x="1398427" y="3603058"/>
                  </a:lnTo>
                  <a:lnTo>
                    <a:pt x="1398535" y="3603058"/>
                  </a:lnTo>
                  <a:lnTo>
                    <a:pt x="1398644" y="3603058"/>
                  </a:lnTo>
                  <a:lnTo>
                    <a:pt x="1398752" y="3603058"/>
                  </a:lnTo>
                  <a:lnTo>
                    <a:pt x="1398861" y="3603058"/>
                  </a:lnTo>
                  <a:lnTo>
                    <a:pt x="1398969" y="3603058"/>
                  </a:lnTo>
                  <a:lnTo>
                    <a:pt x="1399077" y="3603058"/>
                  </a:lnTo>
                  <a:lnTo>
                    <a:pt x="1399186" y="3603058"/>
                  </a:lnTo>
                  <a:lnTo>
                    <a:pt x="1399186" y="3602435"/>
                  </a:lnTo>
                  <a:lnTo>
                    <a:pt x="1399294" y="3602435"/>
                  </a:lnTo>
                  <a:lnTo>
                    <a:pt x="1399403" y="3602435"/>
                  </a:lnTo>
                  <a:lnTo>
                    <a:pt x="1399511" y="3602435"/>
                  </a:lnTo>
                  <a:lnTo>
                    <a:pt x="1399620" y="3602435"/>
                  </a:lnTo>
                  <a:lnTo>
                    <a:pt x="1399728" y="3602435"/>
                  </a:lnTo>
                  <a:lnTo>
                    <a:pt x="1399837" y="3602435"/>
                  </a:lnTo>
                  <a:lnTo>
                    <a:pt x="1399837" y="3601811"/>
                  </a:lnTo>
                  <a:lnTo>
                    <a:pt x="1399945" y="3601811"/>
                  </a:lnTo>
                  <a:lnTo>
                    <a:pt x="1400053" y="3601811"/>
                  </a:lnTo>
                  <a:lnTo>
                    <a:pt x="1400162" y="3601811"/>
                  </a:lnTo>
                  <a:lnTo>
                    <a:pt x="1400270" y="3601811"/>
                  </a:lnTo>
                  <a:lnTo>
                    <a:pt x="1400379" y="3601811"/>
                  </a:lnTo>
                  <a:lnTo>
                    <a:pt x="1400487" y="3601811"/>
                  </a:lnTo>
                  <a:lnTo>
                    <a:pt x="1400596" y="3601811"/>
                  </a:lnTo>
                  <a:lnTo>
                    <a:pt x="1400704" y="3601811"/>
                  </a:lnTo>
                  <a:lnTo>
                    <a:pt x="1400704" y="3601187"/>
                  </a:lnTo>
                  <a:lnTo>
                    <a:pt x="1400813" y="3601187"/>
                  </a:lnTo>
                  <a:lnTo>
                    <a:pt x="1400813" y="3600564"/>
                  </a:lnTo>
                  <a:lnTo>
                    <a:pt x="1400921" y="3600564"/>
                  </a:lnTo>
                  <a:lnTo>
                    <a:pt x="1401029" y="3600564"/>
                  </a:lnTo>
                  <a:lnTo>
                    <a:pt x="1401138" y="3600564"/>
                  </a:lnTo>
                  <a:lnTo>
                    <a:pt x="1401138" y="3599940"/>
                  </a:lnTo>
                  <a:lnTo>
                    <a:pt x="1401246" y="3599940"/>
                  </a:lnTo>
                  <a:lnTo>
                    <a:pt x="1401355" y="3599940"/>
                  </a:lnTo>
                  <a:lnTo>
                    <a:pt x="1401463" y="3599940"/>
                  </a:lnTo>
                  <a:lnTo>
                    <a:pt x="1401572" y="3599940"/>
                  </a:lnTo>
                  <a:lnTo>
                    <a:pt x="1401680" y="3599940"/>
                  </a:lnTo>
                  <a:lnTo>
                    <a:pt x="1401789" y="3599940"/>
                  </a:lnTo>
                  <a:lnTo>
                    <a:pt x="1401897" y="3599940"/>
                  </a:lnTo>
                  <a:lnTo>
                    <a:pt x="1402005" y="3599940"/>
                  </a:lnTo>
                  <a:lnTo>
                    <a:pt x="1402114" y="3599940"/>
                  </a:lnTo>
                  <a:lnTo>
                    <a:pt x="1402222" y="3599940"/>
                  </a:lnTo>
                  <a:lnTo>
                    <a:pt x="1402331" y="3599940"/>
                  </a:lnTo>
                  <a:lnTo>
                    <a:pt x="1402439" y="3599940"/>
                  </a:lnTo>
                  <a:lnTo>
                    <a:pt x="1402548" y="3599940"/>
                  </a:lnTo>
                  <a:lnTo>
                    <a:pt x="1402656" y="3599940"/>
                  </a:lnTo>
                  <a:lnTo>
                    <a:pt x="1402765" y="3599940"/>
                  </a:lnTo>
                  <a:lnTo>
                    <a:pt x="1402765" y="3599317"/>
                  </a:lnTo>
                  <a:lnTo>
                    <a:pt x="1402765" y="3598693"/>
                  </a:lnTo>
                  <a:lnTo>
                    <a:pt x="1402873" y="3598693"/>
                  </a:lnTo>
                  <a:lnTo>
                    <a:pt x="1402981" y="3598693"/>
                  </a:lnTo>
                  <a:lnTo>
                    <a:pt x="1403090" y="3598693"/>
                  </a:lnTo>
                  <a:lnTo>
                    <a:pt x="1403090" y="3598069"/>
                  </a:lnTo>
                  <a:lnTo>
                    <a:pt x="1403198" y="3598069"/>
                  </a:lnTo>
                  <a:lnTo>
                    <a:pt x="1403307" y="3598069"/>
                  </a:lnTo>
                  <a:lnTo>
                    <a:pt x="1403415" y="3598069"/>
                  </a:lnTo>
                  <a:lnTo>
                    <a:pt x="1403415" y="3597446"/>
                  </a:lnTo>
                  <a:lnTo>
                    <a:pt x="1403524" y="3597446"/>
                  </a:lnTo>
                  <a:lnTo>
                    <a:pt x="1403632" y="3597446"/>
                  </a:lnTo>
                  <a:lnTo>
                    <a:pt x="1403741" y="3597446"/>
                  </a:lnTo>
                  <a:lnTo>
                    <a:pt x="1403849" y="3597446"/>
                  </a:lnTo>
                  <a:lnTo>
                    <a:pt x="1403849" y="3596822"/>
                  </a:lnTo>
                  <a:lnTo>
                    <a:pt x="1403958" y="3596822"/>
                  </a:lnTo>
                  <a:lnTo>
                    <a:pt x="1404066" y="3596822"/>
                  </a:lnTo>
                  <a:lnTo>
                    <a:pt x="1404174" y="3596822"/>
                  </a:lnTo>
                  <a:lnTo>
                    <a:pt x="1404283" y="3596822"/>
                  </a:lnTo>
                  <a:lnTo>
                    <a:pt x="1404391" y="3596822"/>
                  </a:lnTo>
                  <a:lnTo>
                    <a:pt x="1404391" y="3596199"/>
                  </a:lnTo>
                  <a:lnTo>
                    <a:pt x="1404500" y="3596199"/>
                  </a:lnTo>
                  <a:lnTo>
                    <a:pt x="1404500" y="3595575"/>
                  </a:lnTo>
                  <a:lnTo>
                    <a:pt x="1404608" y="3595575"/>
                  </a:lnTo>
                  <a:lnTo>
                    <a:pt x="1404717" y="3595575"/>
                  </a:lnTo>
                  <a:lnTo>
                    <a:pt x="1404825" y="3595575"/>
                  </a:lnTo>
                  <a:lnTo>
                    <a:pt x="1404934" y="3595575"/>
                  </a:lnTo>
                  <a:lnTo>
                    <a:pt x="1405042" y="3595575"/>
                  </a:lnTo>
                  <a:lnTo>
                    <a:pt x="1405150" y="3595575"/>
                  </a:lnTo>
                  <a:lnTo>
                    <a:pt x="1405259" y="3595575"/>
                  </a:lnTo>
                  <a:lnTo>
                    <a:pt x="1405367" y="3595575"/>
                  </a:lnTo>
                  <a:lnTo>
                    <a:pt x="1405476" y="3595575"/>
                  </a:lnTo>
                  <a:lnTo>
                    <a:pt x="1405584" y="3595575"/>
                  </a:lnTo>
                  <a:lnTo>
                    <a:pt x="1405693" y="3595575"/>
                  </a:lnTo>
                  <a:lnTo>
                    <a:pt x="1405801" y="3595575"/>
                  </a:lnTo>
                  <a:lnTo>
                    <a:pt x="1405910" y="3595575"/>
                  </a:lnTo>
                  <a:lnTo>
                    <a:pt x="1406018" y="3595575"/>
                  </a:lnTo>
                  <a:lnTo>
                    <a:pt x="1406126" y="3595575"/>
                  </a:lnTo>
                  <a:lnTo>
                    <a:pt x="1406235" y="3595575"/>
                  </a:lnTo>
                  <a:lnTo>
                    <a:pt x="1406343" y="3595575"/>
                  </a:lnTo>
                  <a:lnTo>
                    <a:pt x="1406452" y="3595575"/>
                  </a:lnTo>
                  <a:lnTo>
                    <a:pt x="1406560" y="3595575"/>
                  </a:lnTo>
                  <a:lnTo>
                    <a:pt x="1406669" y="3595575"/>
                  </a:lnTo>
                  <a:lnTo>
                    <a:pt x="1406669" y="3594952"/>
                  </a:lnTo>
                  <a:lnTo>
                    <a:pt x="1406777" y="3594952"/>
                  </a:lnTo>
                  <a:lnTo>
                    <a:pt x="1406777" y="3594328"/>
                  </a:lnTo>
                  <a:lnTo>
                    <a:pt x="1406886" y="3594328"/>
                  </a:lnTo>
                  <a:lnTo>
                    <a:pt x="1406994" y="3594328"/>
                  </a:lnTo>
                  <a:lnTo>
                    <a:pt x="1407102" y="3594328"/>
                  </a:lnTo>
                  <a:lnTo>
                    <a:pt x="1407211" y="3594328"/>
                  </a:lnTo>
                  <a:lnTo>
                    <a:pt x="1407319" y="3594328"/>
                  </a:lnTo>
                  <a:lnTo>
                    <a:pt x="1407428" y="3594328"/>
                  </a:lnTo>
                  <a:lnTo>
                    <a:pt x="1407536" y="3594328"/>
                  </a:lnTo>
                  <a:lnTo>
                    <a:pt x="1407645" y="3594328"/>
                  </a:lnTo>
                  <a:lnTo>
                    <a:pt x="1407753" y="3594328"/>
                  </a:lnTo>
                  <a:lnTo>
                    <a:pt x="1407862" y="3594328"/>
                  </a:lnTo>
                  <a:lnTo>
                    <a:pt x="1407970" y="3594328"/>
                  </a:lnTo>
                  <a:lnTo>
                    <a:pt x="1408079" y="3594328"/>
                  </a:lnTo>
                  <a:lnTo>
                    <a:pt x="1408079" y="3593704"/>
                  </a:lnTo>
                  <a:lnTo>
                    <a:pt x="1408187" y="3593704"/>
                  </a:lnTo>
                  <a:lnTo>
                    <a:pt x="1408295" y="3593704"/>
                  </a:lnTo>
                  <a:lnTo>
                    <a:pt x="1408404" y="3593704"/>
                  </a:lnTo>
                  <a:lnTo>
                    <a:pt x="1408512" y="3593704"/>
                  </a:lnTo>
                  <a:lnTo>
                    <a:pt x="1408621" y="3593704"/>
                  </a:lnTo>
                  <a:lnTo>
                    <a:pt x="1408729" y="3593704"/>
                  </a:lnTo>
                  <a:lnTo>
                    <a:pt x="1408838" y="3593704"/>
                  </a:lnTo>
                  <a:lnTo>
                    <a:pt x="1408946" y="3593704"/>
                  </a:lnTo>
                  <a:lnTo>
                    <a:pt x="1408946" y="3593081"/>
                  </a:lnTo>
                  <a:lnTo>
                    <a:pt x="1409055" y="3593081"/>
                  </a:lnTo>
                  <a:lnTo>
                    <a:pt x="1409163" y="3593081"/>
                  </a:lnTo>
                  <a:lnTo>
                    <a:pt x="1409163" y="3592457"/>
                  </a:lnTo>
                  <a:lnTo>
                    <a:pt x="1409271" y="3592457"/>
                  </a:lnTo>
                  <a:lnTo>
                    <a:pt x="1409271" y="3591834"/>
                  </a:lnTo>
                  <a:lnTo>
                    <a:pt x="1409271" y="3591210"/>
                  </a:lnTo>
                  <a:lnTo>
                    <a:pt x="1409380" y="3591210"/>
                  </a:lnTo>
                  <a:lnTo>
                    <a:pt x="1409488" y="3591210"/>
                  </a:lnTo>
                  <a:lnTo>
                    <a:pt x="1409597" y="3591210"/>
                  </a:lnTo>
                  <a:lnTo>
                    <a:pt x="1409705" y="3591210"/>
                  </a:lnTo>
                  <a:lnTo>
                    <a:pt x="1409705" y="3590586"/>
                  </a:lnTo>
                  <a:lnTo>
                    <a:pt x="1409705" y="3589963"/>
                  </a:lnTo>
                  <a:lnTo>
                    <a:pt x="1409814" y="3589963"/>
                  </a:lnTo>
                  <a:lnTo>
                    <a:pt x="1409922" y="3589963"/>
                  </a:lnTo>
                  <a:lnTo>
                    <a:pt x="1410031" y="3589963"/>
                  </a:lnTo>
                  <a:lnTo>
                    <a:pt x="1410139" y="3589963"/>
                  </a:lnTo>
                  <a:lnTo>
                    <a:pt x="1410247" y="3589963"/>
                  </a:lnTo>
                  <a:lnTo>
                    <a:pt x="1410356" y="3589963"/>
                  </a:lnTo>
                  <a:lnTo>
                    <a:pt x="1410464" y="3589963"/>
                  </a:lnTo>
                  <a:lnTo>
                    <a:pt x="1410573" y="3589963"/>
                  </a:lnTo>
                  <a:lnTo>
                    <a:pt x="1410573" y="3589339"/>
                  </a:lnTo>
                  <a:lnTo>
                    <a:pt x="1410681" y="3589339"/>
                  </a:lnTo>
                  <a:lnTo>
                    <a:pt x="1410790" y="3589339"/>
                  </a:lnTo>
                  <a:lnTo>
                    <a:pt x="1410898" y="3589339"/>
                  </a:lnTo>
                  <a:lnTo>
                    <a:pt x="1410898" y="3588716"/>
                  </a:lnTo>
                  <a:lnTo>
                    <a:pt x="1411007" y="3588716"/>
                  </a:lnTo>
                  <a:lnTo>
                    <a:pt x="1411115" y="3588716"/>
                  </a:lnTo>
                  <a:lnTo>
                    <a:pt x="1411115" y="3588092"/>
                  </a:lnTo>
                  <a:lnTo>
                    <a:pt x="1411223" y="3588092"/>
                  </a:lnTo>
                  <a:lnTo>
                    <a:pt x="1411332" y="3588092"/>
                  </a:lnTo>
                  <a:lnTo>
                    <a:pt x="1411440" y="3588092"/>
                  </a:lnTo>
                  <a:lnTo>
                    <a:pt x="1411549" y="3588092"/>
                  </a:lnTo>
                  <a:lnTo>
                    <a:pt x="1411549" y="3587469"/>
                  </a:lnTo>
                  <a:lnTo>
                    <a:pt x="1411657" y="3587469"/>
                  </a:lnTo>
                  <a:lnTo>
                    <a:pt x="1411766" y="3587469"/>
                  </a:lnTo>
                  <a:lnTo>
                    <a:pt x="1411766" y="3586845"/>
                  </a:lnTo>
                  <a:lnTo>
                    <a:pt x="1411874" y="3586845"/>
                  </a:lnTo>
                  <a:lnTo>
                    <a:pt x="1411983" y="3586845"/>
                  </a:lnTo>
                  <a:lnTo>
                    <a:pt x="1411983" y="3586221"/>
                  </a:lnTo>
                  <a:lnTo>
                    <a:pt x="1412091" y="3586221"/>
                  </a:lnTo>
                  <a:lnTo>
                    <a:pt x="1412200" y="3586221"/>
                  </a:lnTo>
                  <a:lnTo>
                    <a:pt x="1412308" y="3586221"/>
                  </a:lnTo>
                  <a:lnTo>
                    <a:pt x="1412416" y="3586221"/>
                  </a:lnTo>
                  <a:lnTo>
                    <a:pt x="1412525" y="3586221"/>
                  </a:lnTo>
                  <a:lnTo>
                    <a:pt x="1412633" y="3586221"/>
                  </a:lnTo>
                  <a:lnTo>
                    <a:pt x="1412742" y="3586221"/>
                  </a:lnTo>
                  <a:lnTo>
                    <a:pt x="1412850" y="3586221"/>
                  </a:lnTo>
                  <a:lnTo>
                    <a:pt x="1412959" y="3586221"/>
                  </a:lnTo>
                  <a:lnTo>
                    <a:pt x="1413067" y="3586221"/>
                  </a:lnTo>
                  <a:lnTo>
                    <a:pt x="1413176" y="3586221"/>
                  </a:lnTo>
                  <a:lnTo>
                    <a:pt x="1413176" y="3585598"/>
                  </a:lnTo>
                  <a:lnTo>
                    <a:pt x="1413284" y="3585598"/>
                  </a:lnTo>
                  <a:lnTo>
                    <a:pt x="1413284" y="3584974"/>
                  </a:lnTo>
                  <a:lnTo>
                    <a:pt x="1413284" y="3584351"/>
                  </a:lnTo>
                  <a:lnTo>
                    <a:pt x="1413284" y="3583727"/>
                  </a:lnTo>
                  <a:lnTo>
                    <a:pt x="1413284" y="3583104"/>
                  </a:lnTo>
                  <a:lnTo>
                    <a:pt x="1413392" y="3583104"/>
                  </a:lnTo>
                  <a:lnTo>
                    <a:pt x="1413501" y="3583104"/>
                  </a:lnTo>
                  <a:lnTo>
                    <a:pt x="1413609" y="3583104"/>
                  </a:lnTo>
                  <a:lnTo>
                    <a:pt x="1413718" y="3583104"/>
                  </a:lnTo>
                  <a:lnTo>
                    <a:pt x="1413826" y="3583104"/>
                  </a:lnTo>
                  <a:lnTo>
                    <a:pt x="1413935" y="3583104"/>
                  </a:lnTo>
                  <a:lnTo>
                    <a:pt x="1414043" y="3583104"/>
                  </a:lnTo>
                  <a:lnTo>
                    <a:pt x="1414152" y="3583104"/>
                  </a:lnTo>
                  <a:lnTo>
                    <a:pt x="1414152" y="3582480"/>
                  </a:lnTo>
                  <a:lnTo>
                    <a:pt x="1414152" y="3581856"/>
                  </a:lnTo>
                  <a:lnTo>
                    <a:pt x="1414260" y="3581856"/>
                  </a:lnTo>
                  <a:lnTo>
                    <a:pt x="1414368" y="3581856"/>
                  </a:lnTo>
                  <a:lnTo>
                    <a:pt x="1414477" y="3581856"/>
                  </a:lnTo>
                  <a:lnTo>
                    <a:pt x="1414585" y="3581856"/>
                  </a:lnTo>
                  <a:lnTo>
                    <a:pt x="1414694" y="3581856"/>
                  </a:lnTo>
                  <a:lnTo>
                    <a:pt x="1414802" y="3581856"/>
                  </a:lnTo>
                  <a:lnTo>
                    <a:pt x="1414911" y="3581856"/>
                  </a:lnTo>
                  <a:lnTo>
                    <a:pt x="1415019" y="3581856"/>
                  </a:lnTo>
                  <a:lnTo>
                    <a:pt x="1415128" y="3581856"/>
                  </a:lnTo>
                  <a:lnTo>
                    <a:pt x="1415236" y="3581856"/>
                  </a:lnTo>
                  <a:lnTo>
                    <a:pt x="1415344" y="3581856"/>
                  </a:lnTo>
                  <a:lnTo>
                    <a:pt x="1415453" y="3581856"/>
                  </a:lnTo>
                  <a:lnTo>
                    <a:pt x="1415561" y="3581856"/>
                  </a:lnTo>
                  <a:lnTo>
                    <a:pt x="1415670" y="3581856"/>
                  </a:lnTo>
                  <a:lnTo>
                    <a:pt x="1415778" y="3581856"/>
                  </a:lnTo>
                  <a:lnTo>
                    <a:pt x="1415778" y="3581233"/>
                  </a:lnTo>
                  <a:lnTo>
                    <a:pt x="1415887" y="3581233"/>
                  </a:lnTo>
                  <a:lnTo>
                    <a:pt x="1415995" y="3581233"/>
                  </a:lnTo>
                  <a:lnTo>
                    <a:pt x="1416104" y="3581233"/>
                  </a:lnTo>
                  <a:lnTo>
                    <a:pt x="1416104" y="3580609"/>
                  </a:lnTo>
                  <a:lnTo>
                    <a:pt x="1416212" y="3580609"/>
                  </a:lnTo>
                  <a:lnTo>
                    <a:pt x="1416321" y="3580609"/>
                  </a:lnTo>
                  <a:lnTo>
                    <a:pt x="1416429" y="3580609"/>
                  </a:lnTo>
                  <a:lnTo>
                    <a:pt x="1416537" y="3580609"/>
                  </a:lnTo>
                  <a:lnTo>
                    <a:pt x="1416646" y="3580609"/>
                  </a:lnTo>
                  <a:lnTo>
                    <a:pt x="1416754" y="3580609"/>
                  </a:lnTo>
                  <a:lnTo>
                    <a:pt x="1416754" y="3579986"/>
                  </a:lnTo>
                  <a:lnTo>
                    <a:pt x="1416863" y="3579986"/>
                  </a:lnTo>
                  <a:lnTo>
                    <a:pt x="1416971" y="3579986"/>
                  </a:lnTo>
                  <a:lnTo>
                    <a:pt x="1417080" y="3579986"/>
                  </a:lnTo>
                  <a:lnTo>
                    <a:pt x="1417188" y="3579986"/>
                  </a:lnTo>
                  <a:lnTo>
                    <a:pt x="1417297" y="3579986"/>
                  </a:lnTo>
                  <a:lnTo>
                    <a:pt x="1417405" y="3579986"/>
                  </a:lnTo>
                  <a:lnTo>
                    <a:pt x="1417513" y="3579986"/>
                  </a:lnTo>
                  <a:lnTo>
                    <a:pt x="1417622" y="3579986"/>
                  </a:lnTo>
                  <a:lnTo>
                    <a:pt x="1417730" y="3579986"/>
                  </a:lnTo>
                  <a:lnTo>
                    <a:pt x="1417730" y="3579362"/>
                  </a:lnTo>
                  <a:lnTo>
                    <a:pt x="1417839" y="3579362"/>
                  </a:lnTo>
                  <a:lnTo>
                    <a:pt x="1417947" y="3579362"/>
                  </a:lnTo>
                  <a:lnTo>
                    <a:pt x="1418056" y="3579362"/>
                  </a:lnTo>
                  <a:lnTo>
                    <a:pt x="1418164" y="3579362"/>
                  </a:lnTo>
                  <a:lnTo>
                    <a:pt x="1418273" y="3579362"/>
                  </a:lnTo>
                  <a:lnTo>
                    <a:pt x="1418381" y="3579362"/>
                  </a:lnTo>
                  <a:lnTo>
                    <a:pt x="1418489" y="3579362"/>
                  </a:lnTo>
                  <a:lnTo>
                    <a:pt x="1418489" y="3578738"/>
                  </a:lnTo>
                  <a:lnTo>
                    <a:pt x="1418489" y="3578115"/>
                  </a:lnTo>
                  <a:lnTo>
                    <a:pt x="1418489" y="3577491"/>
                  </a:lnTo>
                  <a:lnTo>
                    <a:pt x="1418598" y="3577491"/>
                  </a:lnTo>
                  <a:lnTo>
                    <a:pt x="1418598" y="3576868"/>
                  </a:lnTo>
                  <a:lnTo>
                    <a:pt x="1418598" y="3576244"/>
                  </a:lnTo>
                  <a:lnTo>
                    <a:pt x="1418706" y="3576244"/>
                  </a:lnTo>
                  <a:lnTo>
                    <a:pt x="1418815" y="3576244"/>
                  </a:lnTo>
                  <a:lnTo>
                    <a:pt x="1418923" y="3576244"/>
                  </a:lnTo>
                  <a:lnTo>
                    <a:pt x="1419032" y="3576244"/>
                  </a:lnTo>
                  <a:lnTo>
                    <a:pt x="1419140" y="3576244"/>
                  </a:lnTo>
                  <a:lnTo>
                    <a:pt x="1419140" y="3575621"/>
                  </a:lnTo>
                  <a:lnTo>
                    <a:pt x="1419249" y="3575621"/>
                  </a:lnTo>
                  <a:lnTo>
                    <a:pt x="1419357" y="3575621"/>
                  </a:lnTo>
                  <a:lnTo>
                    <a:pt x="1419357" y="3574997"/>
                  </a:lnTo>
                  <a:lnTo>
                    <a:pt x="1419465" y="3574997"/>
                  </a:lnTo>
                  <a:lnTo>
                    <a:pt x="1419574" y="3574997"/>
                  </a:lnTo>
                  <a:lnTo>
                    <a:pt x="1419682" y="3574997"/>
                  </a:lnTo>
                  <a:lnTo>
                    <a:pt x="1419791" y="3574997"/>
                  </a:lnTo>
                  <a:lnTo>
                    <a:pt x="1419899" y="3574997"/>
                  </a:lnTo>
                  <a:lnTo>
                    <a:pt x="1420008" y="3574997"/>
                  </a:lnTo>
                  <a:lnTo>
                    <a:pt x="1420116" y="3574997"/>
                  </a:lnTo>
                  <a:lnTo>
                    <a:pt x="1420116" y="3574373"/>
                  </a:lnTo>
                  <a:lnTo>
                    <a:pt x="1420225" y="3574373"/>
                  </a:lnTo>
                  <a:lnTo>
                    <a:pt x="1420333" y="3574373"/>
                  </a:lnTo>
                  <a:lnTo>
                    <a:pt x="1420442" y="3574373"/>
                  </a:lnTo>
                  <a:lnTo>
                    <a:pt x="1420550" y="3574373"/>
                  </a:lnTo>
                  <a:lnTo>
                    <a:pt x="1420658" y="3574373"/>
                  </a:lnTo>
                  <a:lnTo>
                    <a:pt x="1420658" y="3573750"/>
                  </a:lnTo>
                  <a:lnTo>
                    <a:pt x="1420767" y="3573750"/>
                  </a:lnTo>
                  <a:lnTo>
                    <a:pt x="1420875" y="3573750"/>
                  </a:lnTo>
                  <a:lnTo>
                    <a:pt x="1420875" y="3573126"/>
                  </a:lnTo>
                  <a:lnTo>
                    <a:pt x="1420984" y="3573126"/>
                  </a:lnTo>
                  <a:lnTo>
                    <a:pt x="1421092" y="3573126"/>
                  </a:lnTo>
                  <a:lnTo>
                    <a:pt x="1421201" y="3573126"/>
                  </a:lnTo>
                  <a:lnTo>
                    <a:pt x="1421309" y="3573126"/>
                  </a:lnTo>
                  <a:lnTo>
                    <a:pt x="1421418" y="3573126"/>
                  </a:lnTo>
                  <a:lnTo>
                    <a:pt x="1421526" y="3573126"/>
                  </a:lnTo>
                  <a:lnTo>
                    <a:pt x="1421634" y="3573126"/>
                  </a:lnTo>
                  <a:lnTo>
                    <a:pt x="1421743" y="3573126"/>
                  </a:lnTo>
                  <a:lnTo>
                    <a:pt x="1421743" y="3572503"/>
                  </a:lnTo>
                  <a:lnTo>
                    <a:pt x="1421851" y="3572503"/>
                  </a:lnTo>
                  <a:lnTo>
                    <a:pt x="1421960" y="3572503"/>
                  </a:lnTo>
                  <a:lnTo>
                    <a:pt x="1422068" y="3572503"/>
                  </a:lnTo>
                  <a:lnTo>
                    <a:pt x="1422177" y="3572503"/>
                  </a:lnTo>
                  <a:lnTo>
                    <a:pt x="1422285" y="3572503"/>
                  </a:lnTo>
                  <a:lnTo>
                    <a:pt x="1422394" y="3572503"/>
                  </a:lnTo>
                  <a:lnTo>
                    <a:pt x="1422502" y="3572503"/>
                  </a:lnTo>
                  <a:lnTo>
                    <a:pt x="1422610" y="3572503"/>
                  </a:lnTo>
                  <a:lnTo>
                    <a:pt x="1422719" y="3572503"/>
                  </a:lnTo>
                  <a:lnTo>
                    <a:pt x="1422827" y="3572503"/>
                  </a:lnTo>
                  <a:lnTo>
                    <a:pt x="1422827" y="3571879"/>
                  </a:lnTo>
                  <a:lnTo>
                    <a:pt x="1422936" y="3571879"/>
                  </a:lnTo>
                  <a:lnTo>
                    <a:pt x="1423044" y="3571879"/>
                  </a:lnTo>
                  <a:lnTo>
                    <a:pt x="1423153" y="3571879"/>
                  </a:lnTo>
                  <a:lnTo>
                    <a:pt x="1423261" y="3571879"/>
                  </a:lnTo>
                  <a:lnTo>
                    <a:pt x="1423370" y="3571879"/>
                  </a:lnTo>
                  <a:lnTo>
                    <a:pt x="1423478" y="3571879"/>
                  </a:lnTo>
                  <a:lnTo>
                    <a:pt x="1423586" y="3571879"/>
                  </a:lnTo>
                  <a:lnTo>
                    <a:pt x="1423695" y="3571879"/>
                  </a:lnTo>
                  <a:lnTo>
                    <a:pt x="1423695" y="3571255"/>
                  </a:lnTo>
                  <a:lnTo>
                    <a:pt x="1423803" y="3571255"/>
                  </a:lnTo>
                  <a:lnTo>
                    <a:pt x="1423912" y="3571255"/>
                  </a:lnTo>
                  <a:lnTo>
                    <a:pt x="1424020" y="3571255"/>
                  </a:lnTo>
                  <a:lnTo>
                    <a:pt x="1424129" y="3571255"/>
                  </a:lnTo>
                  <a:lnTo>
                    <a:pt x="1424237" y="3571255"/>
                  </a:lnTo>
                  <a:lnTo>
                    <a:pt x="1424237" y="3570632"/>
                  </a:lnTo>
                  <a:lnTo>
                    <a:pt x="1424346" y="3570632"/>
                  </a:lnTo>
                  <a:lnTo>
                    <a:pt x="1424454" y="3570632"/>
                  </a:lnTo>
                  <a:lnTo>
                    <a:pt x="1424454" y="3570008"/>
                  </a:lnTo>
                  <a:lnTo>
                    <a:pt x="1424562" y="3570008"/>
                  </a:lnTo>
                  <a:lnTo>
                    <a:pt x="1424671" y="3570008"/>
                  </a:lnTo>
                  <a:lnTo>
                    <a:pt x="1424671" y="3569385"/>
                  </a:lnTo>
                  <a:lnTo>
                    <a:pt x="1424779" y="3569385"/>
                  </a:lnTo>
                  <a:lnTo>
                    <a:pt x="1424888" y="3569385"/>
                  </a:lnTo>
                  <a:lnTo>
                    <a:pt x="1424996" y="3569385"/>
                  </a:lnTo>
                  <a:lnTo>
                    <a:pt x="1425105" y="3569385"/>
                  </a:lnTo>
                  <a:lnTo>
                    <a:pt x="1425213" y="3569385"/>
                  </a:lnTo>
                  <a:lnTo>
                    <a:pt x="1425322" y="3569385"/>
                  </a:lnTo>
                  <a:lnTo>
                    <a:pt x="1425430" y="3569385"/>
                  </a:lnTo>
                  <a:lnTo>
                    <a:pt x="1425539" y="3569385"/>
                  </a:lnTo>
                  <a:lnTo>
                    <a:pt x="1425647" y="3569385"/>
                  </a:lnTo>
                  <a:lnTo>
                    <a:pt x="1425755" y="3569385"/>
                  </a:lnTo>
                  <a:lnTo>
                    <a:pt x="1425864" y="3569385"/>
                  </a:lnTo>
                  <a:lnTo>
                    <a:pt x="1425972" y="3569385"/>
                  </a:lnTo>
                  <a:lnTo>
                    <a:pt x="1426081" y="3569385"/>
                  </a:lnTo>
                  <a:lnTo>
                    <a:pt x="1426189" y="3569385"/>
                  </a:lnTo>
                  <a:lnTo>
                    <a:pt x="1426298" y="3569385"/>
                  </a:lnTo>
                  <a:lnTo>
                    <a:pt x="1426406" y="3569385"/>
                  </a:lnTo>
                  <a:lnTo>
                    <a:pt x="1426406" y="3568761"/>
                  </a:lnTo>
                  <a:lnTo>
                    <a:pt x="1426515" y="3568761"/>
                  </a:lnTo>
                  <a:lnTo>
                    <a:pt x="1426515" y="3568138"/>
                  </a:lnTo>
                  <a:lnTo>
                    <a:pt x="1426623" y="3568138"/>
                  </a:lnTo>
                  <a:lnTo>
                    <a:pt x="1426623" y="3567514"/>
                  </a:lnTo>
                  <a:lnTo>
                    <a:pt x="1426731" y="3567514"/>
                  </a:lnTo>
                  <a:lnTo>
                    <a:pt x="1426840" y="3567514"/>
                  </a:lnTo>
                  <a:lnTo>
                    <a:pt x="1426948" y="3567514"/>
                  </a:lnTo>
                  <a:lnTo>
                    <a:pt x="1426948" y="3566890"/>
                  </a:lnTo>
                  <a:lnTo>
                    <a:pt x="1427057" y="3566890"/>
                  </a:lnTo>
                  <a:lnTo>
                    <a:pt x="1427057" y="3566267"/>
                  </a:lnTo>
                  <a:lnTo>
                    <a:pt x="1427165" y="3566267"/>
                  </a:lnTo>
                  <a:lnTo>
                    <a:pt x="1427274" y="3566267"/>
                  </a:lnTo>
                  <a:lnTo>
                    <a:pt x="1427382" y="3566267"/>
                  </a:lnTo>
                  <a:lnTo>
                    <a:pt x="1427491" y="3566267"/>
                  </a:lnTo>
                  <a:lnTo>
                    <a:pt x="1427599" y="3566267"/>
                  </a:lnTo>
                  <a:lnTo>
                    <a:pt x="1427707" y="3566267"/>
                  </a:lnTo>
                  <a:lnTo>
                    <a:pt x="1427707" y="3565643"/>
                  </a:lnTo>
                  <a:lnTo>
                    <a:pt x="1427707" y="3565020"/>
                  </a:lnTo>
                  <a:lnTo>
                    <a:pt x="1427707" y="3564396"/>
                  </a:lnTo>
                  <a:lnTo>
                    <a:pt x="1427816" y="3564396"/>
                  </a:lnTo>
                  <a:lnTo>
                    <a:pt x="1427924" y="3564396"/>
                  </a:lnTo>
                  <a:lnTo>
                    <a:pt x="1427924" y="3563772"/>
                  </a:lnTo>
                  <a:lnTo>
                    <a:pt x="1428033" y="3563772"/>
                  </a:lnTo>
                  <a:lnTo>
                    <a:pt x="1428141" y="3563772"/>
                  </a:lnTo>
                  <a:lnTo>
                    <a:pt x="1428250" y="3563772"/>
                  </a:lnTo>
                  <a:lnTo>
                    <a:pt x="1428358" y="3563772"/>
                  </a:lnTo>
                  <a:lnTo>
                    <a:pt x="1428467" y="3563772"/>
                  </a:lnTo>
                  <a:lnTo>
                    <a:pt x="1428575" y="3563772"/>
                  </a:lnTo>
                  <a:lnTo>
                    <a:pt x="1428683" y="3563772"/>
                  </a:lnTo>
                  <a:lnTo>
                    <a:pt x="1428792" y="3563772"/>
                  </a:lnTo>
                  <a:lnTo>
                    <a:pt x="1428900" y="3563772"/>
                  </a:lnTo>
                  <a:lnTo>
                    <a:pt x="1429009" y="3563772"/>
                  </a:lnTo>
                  <a:lnTo>
                    <a:pt x="1429117" y="3563772"/>
                  </a:lnTo>
                  <a:lnTo>
                    <a:pt x="1429226" y="3563772"/>
                  </a:lnTo>
                  <a:lnTo>
                    <a:pt x="1429334" y="3563772"/>
                  </a:lnTo>
                  <a:lnTo>
                    <a:pt x="1429334" y="3563149"/>
                  </a:lnTo>
                  <a:lnTo>
                    <a:pt x="1429443" y="3563149"/>
                  </a:lnTo>
                  <a:lnTo>
                    <a:pt x="1429443" y="3562525"/>
                  </a:lnTo>
                  <a:lnTo>
                    <a:pt x="1429443" y="3561902"/>
                  </a:lnTo>
                  <a:lnTo>
                    <a:pt x="1429551" y="3561902"/>
                  </a:lnTo>
                  <a:lnTo>
                    <a:pt x="1429660" y="3561902"/>
                  </a:lnTo>
                  <a:lnTo>
                    <a:pt x="1429660" y="3561278"/>
                  </a:lnTo>
                  <a:lnTo>
                    <a:pt x="1429768" y="3561278"/>
                  </a:lnTo>
                  <a:lnTo>
                    <a:pt x="1429876" y="3561278"/>
                  </a:lnTo>
                  <a:lnTo>
                    <a:pt x="1429985" y="3561278"/>
                  </a:lnTo>
                  <a:lnTo>
                    <a:pt x="1430093" y="3561278"/>
                  </a:lnTo>
                  <a:lnTo>
                    <a:pt x="1430202" y="3561278"/>
                  </a:lnTo>
                  <a:lnTo>
                    <a:pt x="1430202" y="3560655"/>
                  </a:lnTo>
                  <a:lnTo>
                    <a:pt x="1430202" y="3560031"/>
                  </a:lnTo>
                  <a:lnTo>
                    <a:pt x="1430310" y="3560031"/>
                  </a:lnTo>
                  <a:lnTo>
                    <a:pt x="1430419" y="3560031"/>
                  </a:lnTo>
                  <a:lnTo>
                    <a:pt x="1430527" y="3560031"/>
                  </a:lnTo>
                  <a:lnTo>
                    <a:pt x="1430636" y="3560031"/>
                  </a:lnTo>
                  <a:lnTo>
                    <a:pt x="1430744" y="3560031"/>
                  </a:lnTo>
                  <a:lnTo>
                    <a:pt x="1430744" y="3559407"/>
                  </a:lnTo>
                  <a:lnTo>
                    <a:pt x="1430852" y="3559407"/>
                  </a:lnTo>
                  <a:lnTo>
                    <a:pt x="1430852" y="3558784"/>
                  </a:lnTo>
                  <a:lnTo>
                    <a:pt x="1430961" y="3558784"/>
                  </a:lnTo>
                  <a:lnTo>
                    <a:pt x="1431069" y="3558784"/>
                  </a:lnTo>
                  <a:lnTo>
                    <a:pt x="1431178" y="3558784"/>
                  </a:lnTo>
                  <a:lnTo>
                    <a:pt x="1431286" y="3558784"/>
                  </a:lnTo>
                  <a:lnTo>
                    <a:pt x="1431395" y="3558784"/>
                  </a:lnTo>
                  <a:lnTo>
                    <a:pt x="1431503" y="3558784"/>
                  </a:lnTo>
                  <a:lnTo>
                    <a:pt x="1431612" y="3558784"/>
                  </a:lnTo>
                  <a:lnTo>
                    <a:pt x="1431612" y="3558160"/>
                  </a:lnTo>
                  <a:lnTo>
                    <a:pt x="1431720" y="3558160"/>
                  </a:lnTo>
                  <a:lnTo>
                    <a:pt x="1431720" y="3557537"/>
                  </a:lnTo>
                  <a:lnTo>
                    <a:pt x="1431828" y="3557537"/>
                  </a:lnTo>
                  <a:lnTo>
                    <a:pt x="1431937" y="3557537"/>
                  </a:lnTo>
                  <a:lnTo>
                    <a:pt x="1432045" y="3557537"/>
                  </a:lnTo>
                  <a:lnTo>
                    <a:pt x="1432154" y="3557537"/>
                  </a:lnTo>
                  <a:lnTo>
                    <a:pt x="1432154" y="3556913"/>
                  </a:lnTo>
                  <a:lnTo>
                    <a:pt x="1432154" y="3556289"/>
                  </a:lnTo>
                  <a:lnTo>
                    <a:pt x="1432262" y="3556289"/>
                  </a:lnTo>
                  <a:lnTo>
                    <a:pt x="1432371" y="3556289"/>
                  </a:lnTo>
                  <a:lnTo>
                    <a:pt x="1432479" y="3556289"/>
                  </a:lnTo>
                  <a:lnTo>
                    <a:pt x="1432588" y="3556289"/>
                  </a:lnTo>
                  <a:lnTo>
                    <a:pt x="1432696" y="3556289"/>
                  </a:lnTo>
                  <a:lnTo>
                    <a:pt x="1432804" y="3556289"/>
                  </a:lnTo>
                  <a:lnTo>
                    <a:pt x="1432913" y="3556289"/>
                  </a:lnTo>
                  <a:lnTo>
                    <a:pt x="1433021" y="3556289"/>
                  </a:lnTo>
                  <a:lnTo>
                    <a:pt x="1433130" y="3556289"/>
                  </a:lnTo>
                  <a:lnTo>
                    <a:pt x="1433238" y="3556289"/>
                  </a:lnTo>
                  <a:lnTo>
                    <a:pt x="1433347" y="3556289"/>
                  </a:lnTo>
                  <a:lnTo>
                    <a:pt x="1433455" y="3556289"/>
                  </a:lnTo>
                  <a:lnTo>
                    <a:pt x="1433455" y="3555666"/>
                  </a:lnTo>
                  <a:lnTo>
                    <a:pt x="1433564" y="3555666"/>
                  </a:lnTo>
                  <a:lnTo>
                    <a:pt x="1433564" y="3555042"/>
                  </a:lnTo>
                  <a:lnTo>
                    <a:pt x="1433672" y="3555042"/>
                  </a:lnTo>
                  <a:lnTo>
                    <a:pt x="1433781" y="3555042"/>
                  </a:lnTo>
                  <a:lnTo>
                    <a:pt x="1433889" y="3555042"/>
                  </a:lnTo>
                  <a:lnTo>
                    <a:pt x="1433997" y="3555042"/>
                  </a:lnTo>
                  <a:lnTo>
                    <a:pt x="1434106" y="3555042"/>
                  </a:lnTo>
                  <a:lnTo>
                    <a:pt x="1434214" y="3555042"/>
                  </a:lnTo>
                  <a:lnTo>
                    <a:pt x="1434323" y="3555042"/>
                  </a:lnTo>
                  <a:lnTo>
                    <a:pt x="1434431" y="3555042"/>
                  </a:lnTo>
                  <a:lnTo>
                    <a:pt x="1434431" y="3554419"/>
                  </a:lnTo>
                  <a:lnTo>
                    <a:pt x="1434540" y="3554419"/>
                  </a:lnTo>
                  <a:lnTo>
                    <a:pt x="1434648" y="3554419"/>
                  </a:lnTo>
                  <a:lnTo>
                    <a:pt x="1434757" y="3554419"/>
                  </a:lnTo>
                  <a:lnTo>
                    <a:pt x="1434865" y="3554419"/>
                  </a:lnTo>
                  <a:lnTo>
                    <a:pt x="1434973" y="3554419"/>
                  </a:lnTo>
                  <a:lnTo>
                    <a:pt x="1435082" y="3554419"/>
                  </a:lnTo>
                  <a:lnTo>
                    <a:pt x="1435190" y="3554419"/>
                  </a:lnTo>
                  <a:lnTo>
                    <a:pt x="1435299" y="3554419"/>
                  </a:lnTo>
                  <a:lnTo>
                    <a:pt x="1435407" y="3554419"/>
                  </a:lnTo>
                  <a:lnTo>
                    <a:pt x="1435516" y="3554419"/>
                  </a:lnTo>
                  <a:lnTo>
                    <a:pt x="1435624" y="3554419"/>
                  </a:lnTo>
                  <a:lnTo>
                    <a:pt x="1435624" y="3553795"/>
                  </a:lnTo>
                  <a:lnTo>
                    <a:pt x="1435733" y="3553795"/>
                  </a:lnTo>
                  <a:lnTo>
                    <a:pt x="1435841" y="3553795"/>
                  </a:lnTo>
                  <a:lnTo>
                    <a:pt x="1435949" y="3553795"/>
                  </a:lnTo>
                  <a:lnTo>
                    <a:pt x="1436058" y="3553795"/>
                  </a:lnTo>
                  <a:lnTo>
                    <a:pt x="1436166" y="3553795"/>
                  </a:lnTo>
                  <a:lnTo>
                    <a:pt x="1436275" y="3553795"/>
                  </a:lnTo>
                  <a:lnTo>
                    <a:pt x="1436275" y="3553172"/>
                  </a:lnTo>
                  <a:lnTo>
                    <a:pt x="1436383" y="3553172"/>
                  </a:lnTo>
                  <a:lnTo>
                    <a:pt x="1436492" y="3553172"/>
                  </a:lnTo>
                  <a:lnTo>
                    <a:pt x="1436600" y="3553172"/>
                  </a:lnTo>
                  <a:lnTo>
                    <a:pt x="1436709" y="3553172"/>
                  </a:lnTo>
                  <a:lnTo>
                    <a:pt x="1436709" y="3552548"/>
                  </a:lnTo>
                  <a:lnTo>
                    <a:pt x="1436817" y="3552548"/>
                  </a:lnTo>
                  <a:lnTo>
                    <a:pt x="1436925" y="3552548"/>
                  </a:lnTo>
                  <a:lnTo>
                    <a:pt x="1436925" y="3551924"/>
                  </a:lnTo>
                  <a:lnTo>
                    <a:pt x="1437034" y="3551924"/>
                  </a:lnTo>
                  <a:lnTo>
                    <a:pt x="1437142" y="3551924"/>
                  </a:lnTo>
                  <a:lnTo>
                    <a:pt x="1437251" y="3551924"/>
                  </a:lnTo>
                  <a:lnTo>
                    <a:pt x="1437359" y="3551924"/>
                  </a:lnTo>
                  <a:lnTo>
                    <a:pt x="1437468" y="3551924"/>
                  </a:lnTo>
                  <a:lnTo>
                    <a:pt x="1437576" y="3551924"/>
                  </a:lnTo>
                  <a:lnTo>
                    <a:pt x="1437685" y="3551924"/>
                  </a:lnTo>
                  <a:lnTo>
                    <a:pt x="1437793" y="3551924"/>
                  </a:lnTo>
                  <a:lnTo>
                    <a:pt x="1437902" y="3551924"/>
                  </a:lnTo>
                  <a:lnTo>
                    <a:pt x="1438010" y="3551924"/>
                  </a:lnTo>
                  <a:lnTo>
                    <a:pt x="1438118" y="3551924"/>
                  </a:lnTo>
                  <a:lnTo>
                    <a:pt x="1438227" y="3551924"/>
                  </a:lnTo>
                  <a:lnTo>
                    <a:pt x="1438335" y="3551924"/>
                  </a:lnTo>
                  <a:lnTo>
                    <a:pt x="1438444" y="3551924"/>
                  </a:lnTo>
                  <a:lnTo>
                    <a:pt x="1438552" y="3551924"/>
                  </a:lnTo>
                  <a:lnTo>
                    <a:pt x="1438661" y="3551924"/>
                  </a:lnTo>
                  <a:lnTo>
                    <a:pt x="1438661" y="3551301"/>
                  </a:lnTo>
                  <a:lnTo>
                    <a:pt x="1438769" y="3551301"/>
                  </a:lnTo>
                  <a:lnTo>
                    <a:pt x="1438769" y="3550677"/>
                  </a:lnTo>
                  <a:lnTo>
                    <a:pt x="1438769" y="3550054"/>
                  </a:lnTo>
                  <a:lnTo>
                    <a:pt x="1438878" y="3550054"/>
                  </a:lnTo>
                  <a:lnTo>
                    <a:pt x="1438986" y="3550054"/>
                  </a:lnTo>
                  <a:lnTo>
                    <a:pt x="1439094" y="3550054"/>
                  </a:lnTo>
                  <a:lnTo>
                    <a:pt x="1439203" y="3550054"/>
                  </a:lnTo>
                  <a:lnTo>
                    <a:pt x="1439311" y="3550054"/>
                  </a:lnTo>
                  <a:lnTo>
                    <a:pt x="1439311" y="3549430"/>
                  </a:lnTo>
                  <a:lnTo>
                    <a:pt x="1439311" y="3548806"/>
                  </a:lnTo>
                  <a:lnTo>
                    <a:pt x="1439311" y="3548183"/>
                  </a:lnTo>
                  <a:lnTo>
                    <a:pt x="1439311" y="3547559"/>
                  </a:lnTo>
                  <a:lnTo>
                    <a:pt x="1439420" y="3547559"/>
                  </a:lnTo>
                  <a:lnTo>
                    <a:pt x="1439528" y="3547559"/>
                  </a:lnTo>
                  <a:lnTo>
                    <a:pt x="1439637" y="3547559"/>
                  </a:lnTo>
                  <a:lnTo>
                    <a:pt x="1439745" y="3547559"/>
                  </a:lnTo>
                  <a:lnTo>
                    <a:pt x="1439854" y="3547559"/>
                  </a:lnTo>
                  <a:lnTo>
                    <a:pt x="1439854" y="3546936"/>
                  </a:lnTo>
                  <a:lnTo>
                    <a:pt x="1439854" y="3546312"/>
                  </a:lnTo>
                  <a:lnTo>
                    <a:pt x="1439854" y="3545689"/>
                  </a:lnTo>
                  <a:lnTo>
                    <a:pt x="1439962" y="3545689"/>
                  </a:lnTo>
                  <a:lnTo>
                    <a:pt x="1440070" y="3545689"/>
                  </a:lnTo>
                  <a:lnTo>
                    <a:pt x="1440070" y="3545065"/>
                  </a:lnTo>
                  <a:lnTo>
                    <a:pt x="1440179" y="3545065"/>
                  </a:lnTo>
                  <a:lnTo>
                    <a:pt x="1440287" y="3545065"/>
                  </a:lnTo>
                  <a:lnTo>
                    <a:pt x="1440396" y="3545065"/>
                  </a:lnTo>
                  <a:lnTo>
                    <a:pt x="1440504" y="3545065"/>
                  </a:lnTo>
                  <a:lnTo>
                    <a:pt x="1440613" y="3545065"/>
                  </a:lnTo>
                  <a:lnTo>
                    <a:pt x="1440721" y="3545065"/>
                  </a:lnTo>
                  <a:lnTo>
                    <a:pt x="1440830" y="3545065"/>
                  </a:lnTo>
                  <a:lnTo>
                    <a:pt x="1440938" y="3545065"/>
                  </a:lnTo>
                  <a:lnTo>
                    <a:pt x="1441046" y="3545065"/>
                  </a:lnTo>
                  <a:lnTo>
                    <a:pt x="1441155" y="3545065"/>
                  </a:lnTo>
                  <a:lnTo>
                    <a:pt x="1441263" y="3545065"/>
                  </a:lnTo>
                  <a:lnTo>
                    <a:pt x="1441372" y="3545065"/>
                  </a:lnTo>
                  <a:lnTo>
                    <a:pt x="1441480" y="3545065"/>
                  </a:lnTo>
                  <a:lnTo>
                    <a:pt x="1441589" y="3545065"/>
                  </a:lnTo>
                  <a:lnTo>
                    <a:pt x="1441697" y="3545065"/>
                  </a:lnTo>
                  <a:lnTo>
                    <a:pt x="1441806" y="3545065"/>
                  </a:lnTo>
                  <a:lnTo>
                    <a:pt x="1441914" y="3545065"/>
                  </a:lnTo>
                  <a:lnTo>
                    <a:pt x="1441914" y="3544441"/>
                  </a:lnTo>
                  <a:lnTo>
                    <a:pt x="1442023" y="3544441"/>
                  </a:lnTo>
                  <a:lnTo>
                    <a:pt x="1442131" y="3544441"/>
                  </a:lnTo>
                  <a:lnTo>
                    <a:pt x="1442239" y="3544441"/>
                  </a:lnTo>
                  <a:lnTo>
                    <a:pt x="1442348" y="3544441"/>
                  </a:lnTo>
                  <a:lnTo>
                    <a:pt x="1442348" y="3543818"/>
                  </a:lnTo>
                  <a:lnTo>
                    <a:pt x="1442456" y="3543818"/>
                  </a:lnTo>
                  <a:lnTo>
                    <a:pt x="1442565" y="3543818"/>
                  </a:lnTo>
                  <a:lnTo>
                    <a:pt x="1442673" y="3543818"/>
                  </a:lnTo>
                  <a:lnTo>
                    <a:pt x="1442782" y="3543818"/>
                  </a:lnTo>
                  <a:lnTo>
                    <a:pt x="1442890" y="3543818"/>
                  </a:lnTo>
                  <a:lnTo>
                    <a:pt x="1442999" y="3543818"/>
                  </a:lnTo>
                  <a:lnTo>
                    <a:pt x="1442999" y="3543194"/>
                  </a:lnTo>
                  <a:lnTo>
                    <a:pt x="1442999" y="3542571"/>
                  </a:lnTo>
                  <a:lnTo>
                    <a:pt x="1443107" y="3542571"/>
                  </a:lnTo>
                  <a:lnTo>
                    <a:pt x="1443215" y="3542571"/>
                  </a:lnTo>
                  <a:lnTo>
                    <a:pt x="1443324" y="3542571"/>
                  </a:lnTo>
                  <a:lnTo>
                    <a:pt x="1443432" y="3542571"/>
                  </a:lnTo>
                  <a:lnTo>
                    <a:pt x="1443541" y="3542571"/>
                  </a:lnTo>
                  <a:lnTo>
                    <a:pt x="1443541" y="3541947"/>
                  </a:lnTo>
                  <a:lnTo>
                    <a:pt x="1443649" y="3541947"/>
                  </a:lnTo>
                  <a:lnTo>
                    <a:pt x="1443758" y="3541947"/>
                  </a:lnTo>
                  <a:lnTo>
                    <a:pt x="1443758" y="3541323"/>
                  </a:lnTo>
                  <a:lnTo>
                    <a:pt x="1443866" y="3541323"/>
                  </a:lnTo>
                  <a:lnTo>
                    <a:pt x="1443866" y="3540700"/>
                  </a:lnTo>
                  <a:lnTo>
                    <a:pt x="1443975" y="3540700"/>
                  </a:lnTo>
                  <a:lnTo>
                    <a:pt x="1443975" y="3540076"/>
                  </a:lnTo>
                  <a:lnTo>
                    <a:pt x="1444083" y="3540076"/>
                  </a:lnTo>
                  <a:lnTo>
                    <a:pt x="1444191" y="3540076"/>
                  </a:lnTo>
                  <a:lnTo>
                    <a:pt x="1444300" y="3540076"/>
                  </a:lnTo>
                  <a:lnTo>
                    <a:pt x="1444300" y="3539453"/>
                  </a:lnTo>
                  <a:lnTo>
                    <a:pt x="1444408" y="3539453"/>
                  </a:lnTo>
                  <a:lnTo>
                    <a:pt x="1444517" y="3539453"/>
                  </a:lnTo>
                  <a:lnTo>
                    <a:pt x="1444517" y="3538829"/>
                  </a:lnTo>
                  <a:lnTo>
                    <a:pt x="1444625" y="3538829"/>
                  </a:lnTo>
                  <a:lnTo>
                    <a:pt x="1444625" y="3538206"/>
                  </a:lnTo>
                  <a:lnTo>
                    <a:pt x="1444625" y="3537582"/>
                  </a:lnTo>
                  <a:lnTo>
                    <a:pt x="1444734" y="3537582"/>
                  </a:lnTo>
                  <a:lnTo>
                    <a:pt x="1444842" y="3537582"/>
                  </a:lnTo>
                  <a:lnTo>
                    <a:pt x="1444842" y="3536958"/>
                  </a:lnTo>
                  <a:lnTo>
                    <a:pt x="1444951" y="3536958"/>
                  </a:lnTo>
                  <a:lnTo>
                    <a:pt x="1445059" y="3536958"/>
                  </a:lnTo>
                  <a:lnTo>
                    <a:pt x="1445167" y="3536958"/>
                  </a:lnTo>
                  <a:lnTo>
                    <a:pt x="1445276" y="3536958"/>
                  </a:lnTo>
                  <a:lnTo>
                    <a:pt x="1445276" y="3536335"/>
                  </a:lnTo>
                  <a:lnTo>
                    <a:pt x="1445384" y="3536335"/>
                  </a:lnTo>
                  <a:lnTo>
                    <a:pt x="1445493" y="3536335"/>
                  </a:lnTo>
                  <a:lnTo>
                    <a:pt x="1445493" y="3535711"/>
                  </a:lnTo>
                  <a:lnTo>
                    <a:pt x="1445601" y="3535711"/>
                  </a:lnTo>
                  <a:lnTo>
                    <a:pt x="1445710" y="3535711"/>
                  </a:lnTo>
                  <a:lnTo>
                    <a:pt x="1445818" y="3535711"/>
                  </a:lnTo>
                  <a:lnTo>
                    <a:pt x="1445818" y="3535088"/>
                  </a:lnTo>
                  <a:lnTo>
                    <a:pt x="1445818" y="3534464"/>
                  </a:lnTo>
                  <a:lnTo>
                    <a:pt x="1445818" y="3533841"/>
                  </a:lnTo>
                  <a:lnTo>
                    <a:pt x="1445927" y="3533841"/>
                  </a:lnTo>
                  <a:lnTo>
                    <a:pt x="1446035" y="3533841"/>
                  </a:lnTo>
                  <a:lnTo>
                    <a:pt x="1446035" y="3533217"/>
                  </a:lnTo>
                  <a:lnTo>
                    <a:pt x="1446143" y="3533217"/>
                  </a:lnTo>
                  <a:lnTo>
                    <a:pt x="1446252" y="3533217"/>
                  </a:lnTo>
                  <a:lnTo>
                    <a:pt x="1446360" y="3533217"/>
                  </a:lnTo>
                  <a:lnTo>
                    <a:pt x="1446469" y="3533217"/>
                  </a:lnTo>
                  <a:lnTo>
                    <a:pt x="1446577" y="3533217"/>
                  </a:lnTo>
                  <a:lnTo>
                    <a:pt x="1446577" y="3532593"/>
                  </a:lnTo>
                  <a:lnTo>
                    <a:pt x="1446686" y="3532593"/>
                  </a:lnTo>
                  <a:lnTo>
                    <a:pt x="1446794" y="3532593"/>
                  </a:lnTo>
                  <a:lnTo>
                    <a:pt x="1446903" y="3532593"/>
                  </a:lnTo>
                  <a:lnTo>
                    <a:pt x="1446903" y="3531970"/>
                  </a:lnTo>
                  <a:lnTo>
                    <a:pt x="1447011" y="3531970"/>
                  </a:lnTo>
                  <a:lnTo>
                    <a:pt x="1447120" y="3531970"/>
                  </a:lnTo>
                  <a:lnTo>
                    <a:pt x="1447228" y="3531970"/>
                  </a:lnTo>
                  <a:lnTo>
                    <a:pt x="1447336" y="3531970"/>
                  </a:lnTo>
                  <a:lnTo>
                    <a:pt x="1447445" y="3531970"/>
                  </a:lnTo>
                  <a:lnTo>
                    <a:pt x="1447553" y="3531970"/>
                  </a:lnTo>
                  <a:lnTo>
                    <a:pt x="1447662" y="3531970"/>
                  </a:lnTo>
                  <a:lnTo>
                    <a:pt x="1447770" y="3531970"/>
                  </a:lnTo>
                  <a:lnTo>
                    <a:pt x="1447770" y="3531346"/>
                  </a:lnTo>
                  <a:lnTo>
                    <a:pt x="1447770" y="3530723"/>
                  </a:lnTo>
                  <a:lnTo>
                    <a:pt x="1447879" y="3530723"/>
                  </a:lnTo>
                  <a:lnTo>
                    <a:pt x="1447987" y="3530723"/>
                  </a:lnTo>
                  <a:lnTo>
                    <a:pt x="1448096" y="3530723"/>
                  </a:lnTo>
                  <a:lnTo>
                    <a:pt x="1448204" y="3530723"/>
                  </a:lnTo>
                  <a:lnTo>
                    <a:pt x="1448312" y="3530723"/>
                  </a:lnTo>
                  <a:lnTo>
                    <a:pt x="1448312" y="3530099"/>
                  </a:lnTo>
                  <a:lnTo>
                    <a:pt x="1448421" y="3530099"/>
                  </a:lnTo>
                  <a:lnTo>
                    <a:pt x="1448529" y="3530099"/>
                  </a:lnTo>
                  <a:lnTo>
                    <a:pt x="1448638" y="3530099"/>
                  </a:lnTo>
                  <a:lnTo>
                    <a:pt x="1448746" y="3530099"/>
                  </a:lnTo>
                  <a:lnTo>
                    <a:pt x="1448855" y="3530099"/>
                  </a:lnTo>
                  <a:lnTo>
                    <a:pt x="1448963" y="3530099"/>
                  </a:lnTo>
                  <a:lnTo>
                    <a:pt x="1449072" y="3530099"/>
                  </a:lnTo>
                  <a:lnTo>
                    <a:pt x="1449180" y="3530099"/>
                  </a:lnTo>
                  <a:lnTo>
                    <a:pt x="1449288" y="3530099"/>
                  </a:lnTo>
                  <a:lnTo>
                    <a:pt x="1449288" y="3529475"/>
                  </a:lnTo>
                  <a:lnTo>
                    <a:pt x="1449397" y="3529475"/>
                  </a:lnTo>
                  <a:lnTo>
                    <a:pt x="1449397" y="3528852"/>
                  </a:lnTo>
                  <a:lnTo>
                    <a:pt x="1449397" y="3528228"/>
                  </a:lnTo>
                  <a:lnTo>
                    <a:pt x="1449505" y="3528228"/>
                  </a:lnTo>
                  <a:lnTo>
                    <a:pt x="1449614" y="3528228"/>
                  </a:lnTo>
                  <a:lnTo>
                    <a:pt x="1449722" y="3528228"/>
                  </a:lnTo>
                  <a:lnTo>
                    <a:pt x="1449831" y="3528228"/>
                  </a:lnTo>
                  <a:lnTo>
                    <a:pt x="1449939" y="3528228"/>
                  </a:lnTo>
                  <a:lnTo>
                    <a:pt x="1450048" y="3528228"/>
                  </a:lnTo>
                  <a:lnTo>
                    <a:pt x="1450156" y="3528228"/>
                  </a:lnTo>
                  <a:lnTo>
                    <a:pt x="1450264" y="3528228"/>
                  </a:lnTo>
                  <a:lnTo>
                    <a:pt x="1450373" y="3528228"/>
                  </a:lnTo>
                  <a:lnTo>
                    <a:pt x="1450481" y="3528228"/>
                  </a:lnTo>
                  <a:lnTo>
                    <a:pt x="1450590" y="3528228"/>
                  </a:lnTo>
                  <a:lnTo>
                    <a:pt x="1450590" y="3527605"/>
                  </a:lnTo>
                  <a:lnTo>
                    <a:pt x="1450698" y="3527605"/>
                  </a:lnTo>
                  <a:lnTo>
                    <a:pt x="1450807" y="3527605"/>
                  </a:lnTo>
                  <a:lnTo>
                    <a:pt x="1450915" y="3527605"/>
                  </a:lnTo>
                  <a:lnTo>
                    <a:pt x="1451024" y="3527605"/>
                  </a:lnTo>
                  <a:lnTo>
                    <a:pt x="1451132" y="3527605"/>
                  </a:lnTo>
                  <a:lnTo>
                    <a:pt x="1451132" y="3526981"/>
                  </a:lnTo>
                  <a:lnTo>
                    <a:pt x="1451241" y="3526981"/>
                  </a:lnTo>
                  <a:lnTo>
                    <a:pt x="1451349" y="3526981"/>
                  </a:lnTo>
                  <a:lnTo>
                    <a:pt x="1451457" y="3526981"/>
                  </a:lnTo>
                  <a:lnTo>
                    <a:pt x="1451566" y="3526981"/>
                  </a:lnTo>
                  <a:lnTo>
                    <a:pt x="1451674" y="3526981"/>
                  </a:lnTo>
                  <a:lnTo>
                    <a:pt x="1451783" y="3526981"/>
                  </a:lnTo>
                  <a:lnTo>
                    <a:pt x="1451891" y="3526981"/>
                  </a:lnTo>
                  <a:lnTo>
                    <a:pt x="1451891" y="3526358"/>
                  </a:lnTo>
                  <a:lnTo>
                    <a:pt x="1452000" y="3526358"/>
                  </a:lnTo>
                  <a:lnTo>
                    <a:pt x="1452108" y="3526358"/>
                  </a:lnTo>
                  <a:lnTo>
                    <a:pt x="1452217" y="3526358"/>
                  </a:lnTo>
                  <a:lnTo>
                    <a:pt x="1452325" y="3526358"/>
                  </a:lnTo>
                  <a:lnTo>
                    <a:pt x="1452433" y="3526358"/>
                  </a:lnTo>
                  <a:lnTo>
                    <a:pt x="1452433" y="3525734"/>
                  </a:lnTo>
                  <a:lnTo>
                    <a:pt x="1452542" y="3525734"/>
                  </a:lnTo>
                  <a:lnTo>
                    <a:pt x="1452650" y="3525734"/>
                  </a:lnTo>
                  <a:lnTo>
                    <a:pt x="1452759" y="3525734"/>
                  </a:lnTo>
                  <a:lnTo>
                    <a:pt x="1452759" y="3525110"/>
                  </a:lnTo>
                  <a:lnTo>
                    <a:pt x="1452867" y="3525110"/>
                  </a:lnTo>
                  <a:lnTo>
                    <a:pt x="1452976" y="3525110"/>
                  </a:lnTo>
                  <a:lnTo>
                    <a:pt x="1453084" y="3525110"/>
                  </a:lnTo>
                  <a:lnTo>
                    <a:pt x="1453084" y="3524487"/>
                  </a:lnTo>
                  <a:lnTo>
                    <a:pt x="1453193" y="3524487"/>
                  </a:lnTo>
                  <a:lnTo>
                    <a:pt x="1453301" y="3524487"/>
                  </a:lnTo>
                  <a:lnTo>
                    <a:pt x="1453409" y="3524487"/>
                  </a:lnTo>
                  <a:lnTo>
                    <a:pt x="1453409" y="3523863"/>
                  </a:lnTo>
                  <a:lnTo>
                    <a:pt x="1453409" y="3523240"/>
                  </a:lnTo>
                  <a:lnTo>
                    <a:pt x="1453518" y="3523240"/>
                  </a:lnTo>
                  <a:lnTo>
                    <a:pt x="1453518" y="3522616"/>
                  </a:lnTo>
                  <a:lnTo>
                    <a:pt x="1453626" y="3522616"/>
                  </a:lnTo>
                  <a:lnTo>
                    <a:pt x="1453626" y="3521992"/>
                  </a:lnTo>
                  <a:lnTo>
                    <a:pt x="1453626" y="3521369"/>
                  </a:lnTo>
                  <a:lnTo>
                    <a:pt x="1453735" y="3521369"/>
                  </a:lnTo>
                  <a:lnTo>
                    <a:pt x="1453843" y="3521369"/>
                  </a:lnTo>
                  <a:lnTo>
                    <a:pt x="1453952" y="3521369"/>
                  </a:lnTo>
                  <a:lnTo>
                    <a:pt x="1454060" y="3521369"/>
                  </a:lnTo>
                  <a:lnTo>
                    <a:pt x="1454169" y="3521369"/>
                  </a:lnTo>
                  <a:lnTo>
                    <a:pt x="1454277" y="3521369"/>
                  </a:lnTo>
                  <a:lnTo>
                    <a:pt x="1454277" y="3520745"/>
                  </a:lnTo>
                  <a:lnTo>
                    <a:pt x="1454385" y="3520745"/>
                  </a:lnTo>
                  <a:lnTo>
                    <a:pt x="1454494" y="3520745"/>
                  </a:lnTo>
                  <a:lnTo>
                    <a:pt x="1454494" y="3520122"/>
                  </a:lnTo>
                  <a:lnTo>
                    <a:pt x="1454494" y="3519498"/>
                  </a:lnTo>
                  <a:lnTo>
                    <a:pt x="1454602" y="3519498"/>
                  </a:lnTo>
                  <a:lnTo>
                    <a:pt x="1454602" y="3518875"/>
                  </a:lnTo>
                  <a:lnTo>
                    <a:pt x="1454711" y="3518875"/>
                  </a:lnTo>
                  <a:lnTo>
                    <a:pt x="1454819" y="3518875"/>
                  </a:lnTo>
                  <a:lnTo>
                    <a:pt x="1454819" y="3518251"/>
                  </a:lnTo>
                  <a:lnTo>
                    <a:pt x="1454928" y="3518251"/>
                  </a:lnTo>
                  <a:lnTo>
                    <a:pt x="1455036" y="3518251"/>
                  </a:lnTo>
                  <a:lnTo>
                    <a:pt x="1455036" y="3517627"/>
                  </a:lnTo>
                  <a:lnTo>
                    <a:pt x="1455145" y="3517627"/>
                  </a:lnTo>
                  <a:lnTo>
                    <a:pt x="1455145" y="3517004"/>
                  </a:lnTo>
                  <a:lnTo>
                    <a:pt x="1455253" y="3517004"/>
                  </a:lnTo>
                  <a:lnTo>
                    <a:pt x="1455362" y="3517004"/>
                  </a:lnTo>
                  <a:lnTo>
                    <a:pt x="1455362" y="3516380"/>
                  </a:lnTo>
                  <a:lnTo>
                    <a:pt x="1455470" y="3516380"/>
                  </a:lnTo>
                  <a:lnTo>
                    <a:pt x="1455578" y="3516380"/>
                  </a:lnTo>
                  <a:lnTo>
                    <a:pt x="1455578" y="3515757"/>
                  </a:lnTo>
                  <a:lnTo>
                    <a:pt x="1455687" y="3515757"/>
                  </a:lnTo>
                  <a:lnTo>
                    <a:pt x="1455687" y="3515133"/>
                  </a:lnTo>
                  <a:lnTo>
                    <a:pt x="1455795" y="3515133"/>
                  </a:lnTo>
                  <a:lnTo>
                    <a:pt x="1455904" y="3515133"/>
                  </a:lnTo>
                  <a:lnTo>
                    <a:pt x="1456012" y="3515133"/>
                  </a:lnTo>
                  <a:lnTo>
                    <a:pt x="1456121" y="3515133"/>
                  </a:lnTo>
                  <a:lnTo>
                    <a:pt x="1456121" y="3514509"/>
                  </a:lnTo>
                  <a:lnTo>
                    <a:pt x="1456121" y="3513886"/>
                  </a:lnTo>
                  <a:lnTo>
                    <a:pt x="1456229" y="3513886"/>
                  </a:lnTo>
                  <a:lnTo>
                    <a:pt x="1456338" y="3513886"/>
                  </a:lnTo>
                  <a:lnTo>
                    <a:pt x="1456446" y="3513886"/>
                  </a:lnTo>
                  <a:lnTo>
                    <a:pt x="1456554" y="3513886"/>
                  </a:lnTo>
                  <a:lnTo>
                    <a:pt x="1456663" y="3513886"/>
                  </a:lnTo>
                  <a:lnTo>
                    <a:pt x="1456771" y="3513886"/>
                  </a:lnTo>
                  <a:lnTo>
                    <a:pt x="1456880" y="3513886"/>
                  </a:lnTo>
                  <a:lnTo>
                    <a:pt x="1456988" y="3513886"/>
                  </a:lnTo>
                  <a:lnTo>
                    <a:pt x="1457097" y="3513886"/>
                  </a:lnTo>
                  <a:lnTo>
                    <a:pt x="1457205" y="3513886"/>
                  </a:lnTo>
                  <a:lnTo>
                    <a:pt x="1457314" y="3513886"/>
                  </a:lnTo>
                  <a:lnTo>
                    <a:pt x="1457314" y="3513262"/>
                  </a:lnTo>
                  <a:lnTo>
                    <a:pt x="1457422" y="3513262"/>
                  </a:lnTo>
                  <a:lnTo>
                    <a:pt x="1457530" y="3513262"/>
                  </a:lnTo>
                  <a:lnTo>
                    <a:pt x="1457639" y="3513262"/>
                  </a:lnTo>
                  <a:lnTo>
                    <a:pt x="1457639" y="3512639"/>
                  </a:lnTo>
                  <a:lnTo>
                    <a:pt x="1457747" y="3512639"/>
                  </a:lnTo>
                  <a:lnTo>
                    <a:pt x="1457856" y="3512639"/>
                  </a:lnTo>
                  <a:lnTo>
                    <a:pt x="1457856" y="3512015"/>
                  </a:lnTo>
                  <a:lnTo>
                    <a:pt x="1457964" y="3512015"/>
                  </a:lnTo>
                  <a:lnTo>
                    <a:pt x="1458073" y="3512015"/>
                  </a:lnTo>
                  <a:lnTo>
                    <a:pt x="1458181" y="3512015"/>
                  </a:lnTo>
                  <a:lnTo>
                    <a:pt x="1458290" y="3512015"/>
                  </a:lnTo>
                  <a:lnTo>
                    <a:pt x="1458398" y="3512015"/>
                  </a:lnTo>
                  <a:lnTo>
                    <a:pt x="1458506" y="3512015"/>
                  </a:lnTo>
                  <a:lnTo>
                    <a:pt x="1458506" y="3511392"/>
                  </a:lnTo>
                  <a:lnTo>
                    <a:pt x="1458615" y="3511392"/>
                  </a:lnTo>
                  <a:lnTo>
                    <a:pt x="1458723" y="3511392"/>
                  </a:lnTo>
                  <a:lnTo>
                    <a:pt x="1458832" y="3511392"/>
                  </a:lnTo>
                  <a:lnTo>
                    <a:pt x="1458940" y="3511392"/>
                  </a:lnTo>
                  <a:lnTo>
                    <a:pt x="1459049" y="3511392"/>
                  </a:lnTo>
                  <a:lnTo>
                    <a:pt x="1459157" y="3511392"/>
                  </a:lnTo>
                  <a:lnTo>
                    <a:pt x="1459157" y="3510768"/>
                  </a:lnTo>
                  <a:lnTo>
                    <a:pt x="1459157" y="3510144"/>
                  </a:lnTo>
                  <a:lnTo>
                    <a:pt x="1459266" y="3510144"/>
                  </a:lnTo>
                  <a:lnTo>
                    <a:pt x="1459266" y="3509521"/>
                  </a:lnTo>
                  <a:lnTo>
                    <a:pt x="1459374" y="3509521"/>
                  </a:lnTo>
                  <a:lnTo>
                    <a:pt x="1459374" y="3508897"/>
                  </a:lnTo>
                  <a:lnTo>
                    <a:pt x="1459483" y="3508897"/>
                  </a:lnTo>
                  <a:lnTo>
                    <a:pt x="1459591" y="3508897"/>
                  </a:lnTo>
                  <a:lnTo>
                    <a:pt x="1459591" y="3508274"/>
                  </a:lnTo>
                  <a:lnTo>
                    <a:pt x="1459699" y="3508274"/>
                  </a:lnTo>
                  <a:lnTo>
                    <a:pt x="1459808" y="3508274"/>
                  </a:lnTo>
                  <a:lnTo>
                    <a:pt x="1459916" y="3508274"/>
                  </a:lnTo>
                  <a:lnTo>
                    <a:pt x="1459916" y="3507650"/>
                  </a:lnTo>
                  <a:lnTo>
                    <a:pt x="1460025" y="3507650"/>
                  </a:lnTo>
                  <a:lnTo>
                    <a:pt x="1460133" y="3507650"/>
                  </a:lnTo>
                  <a:lnTo>
                    <a:pt x="1460242" y="3507650"/>
                  </a:lnTo>
                  <a:lnTo>
                    <a:pt x="1460350" y="3507650"/>
                  </a:lnTo>
                  <a:lnTo>
                    <a:pt x="1460459" y="3507650"/>
                  </a:lnTo>
                  <a:lnTo>
                    <a:pt x="1460567" y="3507650"/>
                  </a:lnTo>
                  <a:lnTo>
                    <a:pt x="1460567" y="3507026"/>
                  </a:lnTo>
                  <a:lnTo>
                    <a:pt x="1460567" y="3506403"/>
                  </a:lnTo>
                  <a:lnTo>
                    <a:pt x="1460675" y="3506403"/>
                  </a:lnTo>
                  <a:lnTo>
                    <a:pt x="1460784" y="3506403"/>
                  </a:lnTo>
                  <a:lnTo>
                    <a:pt x="1460892" y="3506403"/>
                  </a:lnTo>
                  <a:lnTo>
                    <a:pt x="1461001" y="3506403"/>
                  </a:lnTo>
                  <a:lnTo>
                    <a:pt x="1461109" y="3506403"/>
                  </a:lnTo>
                  <a:lnTo>
                    <a:pt x="1461109" y="3505779"/>
                  </a:lnTo>
                  <a:lnTo>
                    <a:pt x="1461109" y="3505156"/>
                  </a:lnTo>
                  <a:lnTo>
                    <a:pt x="1461109" y="3504532"/>
                  </a:lnTo>
                  <a:lnTo>
                    <a:pt x="1461218" y="3504532"/>
                  </a:lnTo>
                  <a:lnTo>
                    <a:pt x="1461218" y="3503909"/>
                  </a:lnTo>
                  <a:lnTo>
                    <a:pt x="1461218" y="3503285"/>
                  </a:lnTo>
                  <a:lnTo>
                    <a:pt x="1461326" y="3503285"/>
                  </a:lnTo>
                  <a:lnTo>
                    <a:pt x="1461435" y="3503285"/>
                  </a:lnTo>
                  <a:lnTo>
                    <a:pt x="1461435" y="3502661"/>
                  </a:lnTo>
                  <a:lnTo>
                    <a:pt x="1461543" y="3502661"/>
                  </a:lnTo>
                  <a:lnTo>
                    <a:pt x="1461543" y="3502038"/>
                  </a:lnTo>
                  <a:lnTo>
                    <a:pt x="1461651" y="3502038"/>
                  </a:lnTo>
                  <a:lnTo>
                    <a:pt x="1461760" y="3502038"/>
                  </a:lnTo>
                  <a:lnTo>
                    <a:pt x="1461760" y="3501414"/>
                  </a:lnTo>
                  <a:lnTo>
                    <a:pt x="1461868" y="3501414"/>
                  </a:lnTo>
                  <a:lnTo>
                    <a:pt x="1461868" y="3500791"/>
                  </a:lnTo>
                  <a:lnTo>
                    <a:pt x="1461977" y="3500791"/>
                  </a:lnTo>
                  <a:lnTo>
                    <a:pt x="1462085" y="3500791"/>
                  </a:lnTo>
                  <a:lnTo>
                    <a:pt x="1462194" y="3500791"/>
                  </a:lnTo>
                  <a:lnTo>
                    <a:pt x="1462302" y="3500791"/>
                  </a:lnTo>
                  <a:lnTo>
                    <a:pt x="1462411" y="3500791"/>
                  </a:lnTo>
                  <a:lnTo>
                    <a:pt x="1462519" y="3500791"/>
                  </a:lnTo>
                  <a:lnTo>
                    <a:pt x="1462627" y="3500791"/>
                  </a:lnTo>
                  <a:lnTo>
                    <a:pt x="1462627" y="3500167"/>
                  </a:lnTo>
                  <a:lnTo>
                    <a:pt x="1462627" y="3499543"/>
                  </a:lnTo>
                  <a:lnTo>
                    <a:pt x="1462627" y="3498920"/>
                  </a:lnTo>
                  <a:lnTo>
                    <a:pt x="1462627" y="3498296"/>
                  </a:lnTo>
                  <a:lnTo>
                    <a:pt x="1462736" y="3498296"/>
                  </a:lnTo>
                  <a:lnTo>
                    <a:pt x="1462844" y="3498296"/>
                  </a:lnTo>
                  <a:lnTo>
                    <a:pt x="1462844" y="3497673"/>
                  </a:lnTo>
                  <a:lnTo>
                    <a:pt x="1462953" y="3497673"/>
                  </a:lnTo>
                  <a:lnTo>
                    <a:pt x="1463061" y="3497673"/>
                  </a:lnTo>
                  <a:lnTo>
                    <a:pt x="1463061" y="3497049"/>
                  </a:lnTo>
                  <a:lnTo>
                    <a:pt x="1463170" y="3497049"/>
                  </a:lnTo>
                  <a:lnTo>
                    <a:pt x="1463278" y="3497049"/>
                  </a:lnTo>
                  <a:lnTo>
                    <a:pt x="1463387" y="3497049"/>
                  </a:lnTo>
                  <a:lnTo>
                    <a:pt x="1463495" y="3497049"/>
                  </a:lnTo>
                  <a:lnTo>
                    <a:pt x="1463604" y="3497049"/>
                  </a:lnTo>
                  <a:lnTo>
                    <a:pt x="1463712" y="3497049"/>
                  </a:lnTo>
                  <a:lnTo>
                    <a:pt x="1463712" y="3496426"/>
                  </a:lnTo>
                  <a:lnTo>
                    <a:pt x="1463820" y="3496426"/>
                  </a:lnTo>
                  <a:lnTo>
                    <a:pt x="1463820" y="3495802"/>
                  </a:lnTo>
                  <a:lnTo>
                    <a:pt x="1463929" y="3495802"/>
                  </a:lnTo>
                  <a:lnTo>
                    <a:pt x="1464037" y="3495802"/>
                  </a:lnTo>
                  <a:lnTo>
                    <a:pt x="1464146" y="3495802"/>
                  </a:lnTo>
                  <a:lnTo>
                    <a:pt x="1464146" y="3495178"/>
                  </a:lnTo>
                  <a:lnTo>
                    <a:pt x="1464254" y="3495178"/>
                  </a:lnTo>
                  <a:lnTo>
                    <a:pt x="1464363" y="3495178"/>
                  </a:lnTo>
                  <a:lnTo>
                    <a:pt x="1464471" y="3495178"/>
                  </a:lnTo>
                  <a:lnTo>
                    <a:pt x="1464580" y="3495178"/>
                  </a:lnTo>
                  <a:lnTo>
                    <a:pt x="1464580" y="3494555"/>
                  </a:lnTo>
                  <a:lnTo>
                    <a:pt x="1464580" y="3493931"/>
                  </a:lnTo>
                  <a:lnTo>
                    <a:pt x="1464580" y="3493308"/>
                  </a:lnTo>
                  <a:lnTo>
                    <a:pt x="1464688" y="3493308"/>
                  </a:lnTo>
                  <a:lnTo>
                    <a:pt x="1464796" y="3493308"/>
                  </a:lnTo>
                  <a:lnTo>
                    <a:pt x="1464796" y="3492684"/>
                  </a:lnTo>
                  <a:lnTo>
                    <a:pt x="1464905" y="3492684"/>
                  </a:lnTo>
                  <a:lnTo>
                    <a:pt x="1465013" y="3492684"/>
                  </a:lnTo>
                  <a:lnTo>
                    <a:pt x="1465122" y="3492684"/>
                  </a:lnTo>
                  <a:lnTo>
                    <a:pt x="1465122" y="3492060"/>
                  </a:lnTo>
                  <a:lnTo>
                    <a:pt x="1465230" y="3492060"/>
                  </a:lnTo>
                  <a:lnTo>
                    <a:pt x="1465339" y="3492060"/>
                  </a:lnTo>
                  <a:lnTo>
                    <a:pt x="1465447" y="3492060"/>
                  </a:lnTo>
                  <a:lnTo>
                    <a:pt x="1465556" y="3492060"/>
                  </a:lnTo>
                  <a:lnTo>
                    <a:pt x="1465556" y="3491437"/>
                  </a:lnTo>
                  <a:lnTo>
                    <a:pt x="1465664" y="3491437"/>
                  </a:lnTo>
                  <a:lnTo>
                    <a:pt x="1465772" y="3491437"/>
                  </a:lnTo>
                  <a:lnTo>
                    <a:pt x="1465881" y="3491437"/>
                  </a:lnTo>
                  <a:lnTo>
                    <a:pt x="1465989" y="3491437"/>
                  </a:lnTo>
                  <a:lnTo>
                    <a:pt x="1465989" y="3490813"/>
                  </a:lnTo>
                  <a:lnTo>
                    <a:pt x="1466098" y="3490813"/>
                  </a:lnTo>
                  <a:lnTo>
                    <a:pt x="1466098" y="3490190"/>
                  </a:lnTo>
                  <a:lnTo>
                    <a:pt x="1466206" y="3490190"/>
                  </a:lnTo>
                  <a:lnTo>
                    <a:pt x="1466315" y="3490190"/>
                  </a:lnTo>
                  <a:lnTo>
                    <a:pt x="1466423" y="3490190"/>
                  </a:lnTo>
                  <a:lnTo>
                    <a:pt x="1466423" y="3489566"/>
                  </a:lnTo>
                  <a:lnTo>
                    <a:pt x="1466532" y="3489566"/>
                  </a:lnTo>
                  <a:lnTo>
                    <a:pt x="1466640" y="3489566"/>
                  </a:lnTo>
                  <a:lnTo>
                    <a:pt x="1466748" y="3489566"/>
                  </a:lnTo>
                  <a:lnTo>
                    <a:pt x="1466857" y="3489566"/>
                  </a:lnTo>
                  <a:lnTo>
                    <a:pt x="1466965" y="3489566"/>
                  </a:lnTo>
                  <a:lnTo>
                    <a:pt x="1467074" y="3489566"/>
                  </a:lnTo>
                  <a:lnTo>
                    <a:pt x="1467074" y="3488943"/>
                  </a:lnTo>
                  <a:lnTo>
                    <a:pt x="1467182" y="3488943"/>
                  </a:lnTo>
                  <a:lnTo>
                    <a:pt x="1467182" y="3488319"/>
                  </a:lnTo>
                  <a:lnTo>
                    <a:pt x="1467182" y="3487695"/>
                  </a:lnTo>
                  <a:lnTo>
                    <a:pt x="1467291" y="3487695"/>
                  </a:lnTo>
                  <a:lnTo>
                    <a:pt x="1467399" y="3487695"/>
                  </a:lnTo>
                  <a:lnTo>
                    <a:pt x="1467508" y="3487695"/>
                  </a:lnTo>
                  <a:lnTo>
                    <a:pt x="1467616" y="3487695"/>
                  </a:lnTo>
                  <a:lnTo>
                    <a:pt x="1467616" y="3487072"/>
                  </a:lnTo>
                  <a:lnTo>
                    <a:pt x="1467725" y="3487072"/>
                  </a:lnTo>
                  <a:lnTo>
                    <a:pt x="1467833" y="3487072"/>
                  </a:lnTo>
                  <a:lnTo>
                    <a:pt x="1467941" y="3487072"/>
                  </a:lnTo>
                  <a:lnTo>
                    <a:pt x="1468050" y="3487072"/>
                  </a:lnTo>
                  <a:lnTo>
                    <a:pt x="1468158" y="3487072"/>
                  </a:lnTo>
                  <a:lnTo>
                    <a:pt x="1468158" y="3486448"/>
                  </a:lnTo>
                  <a:lnTo>
                    <a:pt x="1468267" y="3486448"/>
                  </a:lnTo>
                  <a:lnTo>
                    <a:pt x="1468267" y="3485825"/>
                  </a:lnTo>
                  <a:lnTo>
                    <a:pt x="1468375" y="3485825"/>
                  </a:lnTo>
                  <a:lnTo>
                    <a:pt x="1468484" y="3485825"/>
                  </a:lnTo>
                  <a:lnTo>
                    <a:pt x="1468592" y="3485825"/>
                  </a:lnTo>
                  <a:lnTo>
                    <a:pt x="1468592" y="3485201"/>
                  </a:lnTo>
                  <a:lnTo>
                    <a:pt x="1468701" y="3485201"/>
                  </a:lnTo>
                  <a:lnTo>
                    <a:pt x="1468809" y="3485201"/>
                  </a:lnTo>
                  <a:lnTo>
                    <a:pt x="1468917" y="3485201"/>
                  </a:lnTo>
                  <a:lnTo>
                    <a:pt x="1469026" y="3485201"/>
                  </a:lnTo>
                  <a:lnTo>
                    <a:pt x="1469134" y="3485201"/>
                  </a:lnTo>
                  <a:lnTo>
                    <a:pt x="1469243" y="3485201"/>
                  </a:lnTo>
                  <a:lnTo>
                    <a:pt x="1469351" y="3485201"/>
                  </a:lnTo>
                  <a:lnTo>
                    <a:pt x="1469351" y="3484577"/>
                  </a:lnTo>
                  <a:lnTo>
                    <a:pt x="1469460" y="3484577"/>
                  </a:lnTo>
                  <a:lnTo>
                    <a:pt x="1469460" y="3483954"/>
                  </a:lnTo>
                  <a:lnTo>
                    <a:pt x="1469568" y="3483954"/>
                  </a:lnTo>
                  <a:lnTo>
                    <a:pt x="1469677" y="3483954"/>
                  </a:lnTo>
                  <a:lnTo>
                    <a:pt x="1469785" y="3483954"/>
                  </a:lnTo>
                  <a:lnTo>
                    <a:pt x="1469893" y="3483954"/>
                  </a:lnTo>
                  <a:lnTo>
                    <a:pt x="1469893" y="3483330"/>
                  </a:lnTo>
                  <a:lnTo>
                    <a:pt x="1470002" y="3483330"/>
                  </a:lnTo>
                  <a:lnTo>
                    <a:pt x="1470110" y="3483330"/>
                  </a:lnTo>
                  <a:lnTo>
                    <a:pt x="1470219" y="3483330"/>
                  </a:lnTo>
                  <a:lnTo>
                    <a:pt x="1470327" y="3483330"/>
                  </a:lnTo>
                  <a:lnTo>
                    <a:pt x="1470327" y="3482707"/>
                  </a:lnTo>
                  <a:lnTo>
                    <a:pt x="1470436" y="3482707"/>
                  </a:lnTo>
                  <a:lnTo>
                    <a:pt x="1470436" y="3482083"/>
                  </a:lnTo>
                  <a:lnTo>
                    <a:pt x="1470544" y="3482083"/>
                  </a:lnTo>
                  <a:lnTo>
                    <a:pt x="1470653" y="3482083"/>
                  </a:lnTo>
                  <a:lnTo>
                    <a:pt x="1470653" y="3481460"/>
                  </a:lnTo>
                  <a:lnTo>
                    <a:pt x="1470761" y="3481460"/>
                  </a:lnTo>
                  <a:lnTo>
                    <a:pt x="1470869" y="3481460"/>
                  </a:lnTo>
                  <a:lnTo>
                    <a:pt x="1470978" y="3481460"/>
                  </a:lnTo>
                  <a:lnTo>
                    <a:pt x="1471086" y="3481460"/>
                  </a:lnTo>
                  <a:lnTo>
                    <a:pt x="1471086" y="3480836"/>
                  </a:lnTo>
                  <a:lnTo>
                    <a:pt x="1471195" y="3480836"/>
                  </a:lnTo>
                  <a:lnTo>
                    <a:pt x="1471303" y="3480836"/>
                  </a:lnTo>
                  <a:lnTo>
                    <a:pt x="1471412" y="3480836"/>
                  </a:lnTo>
                  <a:lnTo>
                    <a:pt x="1471520" y="3480836"/>
                  </a:lnTo>
                  <a:lnTo>
                    <a:pt x="1471629" y="3480836"/>
                  </a:lnTo>
                  <a:lnTo>
                    <a:pt x="1471737" y="3480836"/>
                  </a:lnTo>
                  <a:lnTo>
                    <a:pt x="1471845" y="3480836"/>
                  </a:lnTo>
                  <a:lnTo>
                    <a:pt x="1471845" y="3480212"/>
                  </a:lnTo>
                  <a:lnTo>
                    <a:pt x="1471845" y="3479589"/>
                  </a:lnTo>
                  <a:lnTo>
                    <a:pt x="1471954" y="3479589"/>
                  </a:lnTo>
                  <a:lnTo>
                    <a:pt x="1472062" y="3479589"/>
                  </a:lnTo>
                  <a:lnTo>
                    <a:pt x="1472171" y="3479589"/>
                  </a:lnTo>
                  <a:lnTo>
                    <a:pt x="1472279" y="3479589"/>
                  </a:lnTo>
                  <a:lnTo>
                    <a:pt x="1472388" y="3479589"/>
                  </a:lnTo>
                  <a:lnTo>
                    <a:pt x="1472496" y="3479589"/>
                  </a:lnTo>
                  <a:lnTo>
                    <a:pt x="1472605" y="3479589"/>
                  </a:lnTo>
                  <a:lnTo>
                    <a:pt x="1472605" y="3478965"/>
                  </a:lnTo>
                  <a:lnTo>
                    <a:pt x="1472713" y="3478965"/>
                  </a:lnTo>
                  <a:lnTo>
                    <a:pt x="1472822" y="3478965"/>
                  </a:lnTo>
                  <a:lnTo>
                    <a:pt x="1472930" y="3478965"/>
                  </a:lnTo>
                  <a:lnTo>
                    <a:pt x="1473038" y="3478965"/>
                  </a:lnTo>
                  <a:lnTo>
                    <a:pt x="1473147" y="3478965"/>
                  </a:lnTo>
                  <a:lnTo>
                    <a:pt x="1473147" y="3478342"/>
                  </a:lnTo>
                  <a:lnTo>
                    <a:pt x="1473255" y="3478342"/>
                  </a:lnTo>
                  <a:lnTo>
                    <a:pt x="1473364" y="3478342"/>
                  </a:lnTo>
                  <a:lnTo>
                    <a:pt x="1473472" y="3478342"/>
                  </a:lnTo>
                  <a:lnTo>
                    <a:pt x="1473581" y="3478342"/>
                  </a:lnTo>
                  <a:lnTo>
                    <a:pt x="1473689" y="3478342"/>
                  </a:lnTo>
                  <a:lnTo>
                    <a:pt x="1473689" y="3477718"/>
                  </a:lnTo>
                  <a:lnTo>
                    <a:pt x="1473798" y="3477718"/>
                  </a:lnTo>
                  <a:lnTo>
                    <a:pt x="1473906" y="3477718"/>
                  </a:lnTo>
                  <a:lnTo>
                    <a:pt x="1474014" y="3477718"/>
                  </a:lnTo>
                  <a:lnTo>
                    <a:pt x="1474123" y="3477718"/>
                  </a:lnTo>
                  <a:lnTo>
                    <a:pt x="1474231" y="3477718"/>
                  </a:lnTo>
                  <a:lnTo>
                    <a:pt x="1474340" y="3477718"/>
                  </a:lnTo>
                  <a:lnTo>
                    <a:pt x="1474448" y="3477718"/>
                  </a:lnTo>
                  <a:lnTo>
                    <a:pt x="1474448" y="3477095"/>
                  </a:lnTo>
                  <a:lnTo>
                    <a:pt x="1474557" y="3477095"/>
                  </a:lnTo>
                  <a:lnTo>
                    <a:pt x="1474557" y="3476471"/>
                  </a:lnTo>
                  <a:lnTo>
                    <a:pt x="1474557" y="3475847"/>
                  </a:lnTo>
                  <a:lnTo>
                    <a:pt x="1474665" y="3475847"/>
                  </a:lnTo>
                  <a:lnTo>
                    <a:pt x="1474774" y="3475847"/>
                  </a:lnTo>
                  <a:lnTo>
                    <a:pt x="1474882" y="3475847"/>
                  </a:lnTo>
                  <a:lnTo>
                    <a:pt x="1474882" y="3475224"/>
                  </a:lnTo>
                  <a:lnTo>
                    <a:pt x="1474990" y="3475224"/>
                  </a:lnTo>
                  <a:lnTo>
                    <a:pt x="1475099" y="3475224"/>
                  </a:lnTo>
                  <a:lnTo>
                    <a:pt x="1475099" y="3474600"/>
                  </a:lnTo>
                  <a:lnTo>
                    <a:pt x="1475099" y="3473977"/>
                  </a:lnTo>
                  <a:lnTo>
                    <a:pt x="1475207" y="3473977"/>
                  </a:lnTo>
                  <a:lnTo>
                    <a:pt x="1475316" y="3473977"/>
                  </a:lnTo>
                  <a:lnTo>
                    <a:pt x="1475424" y="3473977"/>
                  </a:lnTo>
                  <a:lnTo>
                    <a:pt x="1475533" y="3473977"/>
                  </a:lnTo>
                  <a:lnTo>
                    <a:pt x="1475641" y="3473977"/>
                  </a:lnTo>
                  <a:lnTo>
                    <a:pt x="1475750" y="3473977"/>
                  </a:lnTo>
                  <a:lnTo>
                    <a:pt x="1475750" y="3473353"/>
                  </a:lnTo>
                  <a:lnTo>
                    <a:pt x="1475858" y="3473353"/>
                  </a:lnTo>
                  <a:lnTo>
                    <a:pt x="1475966" y="3473353"/>
                  </a:lnTo>
                  <a:lnTo>
                    <a:pt x="1476075" y="3473353"/>
                  </a:lnTo>
                  <a:lnTo>
                    <a:pt x="1476183" y="3473353"/>
                  </a:lnTo>
                  <a:lnTo>
                    <a:pt x="1476183" y="3472729"/>
                  </a:lnTo>
                  <a:lnTo>
                    <a:pt x="1476292" y="3472729"/>
                  </a:lnTo>
                  <a:lnTo>
                    <a:pt x="1476400" y="3472729"/>
                  </a:lnTo>
                  <a:lnTo>
                    <a:pt x="1476400" y="3472106"/>
                  </a:lnTo>
                  <a:lnTo>
                    <a:pt x="1476509" y="3472106"/>
                  </a:lnTo>
                  <a:lnTo>
                    <a:pt x="1476617" y="3472106"/>
                  </a:lnTo>
                  <a:lnTo>
                    <a:pt x="1476726" y="3472106"/>
                  </a:lnTo>
                  <a:lnTo>
                    <a:pt x="1476726" y="3471482"/>
                  </a:lnTo>
                  <a:lnTo>
                    <a:pt x="1476834" y="3471482"/>
                  </a:lnTo>
                  <a:lnTo>
                    <a:pt x="1476943" y="3471482"/>
                  </a:lnTo>
                  <a:lnTo>
                    <a:pt x="1477051" y="3471482"/>
                  </a:lnTo>
                  <a:lnTo>
                    <a:pt x="1477051" y="3470859"/>
                  </a:lnTo>
                  <a:lnTo>
                    <a:pt x="1477159" y="3470859"/>
                  </a:lnTo>
                  <a:lnTo>
                    <a:pt x="1477268" y="3470859"/>
                  </a:lnTo>
                  <a:lnTo>
                    <a:pt x="1477376" y="3470859"/>
                  </a:lnTo>
                  <a:lnTo>
                    <a:pt x="1477485" y="3470859"/>
                  </a:lnTo>
                  <a:lnTo>
                    <a:pt x="1477593" y="3470859"/>
                  </a:lnTo>
                  <a:lnTo>
                    <a:pt x="1477702" y="3470859"/>
                  </a:lnTo>
                  <a:lnTo>
                    <a:pt x="1477810" y="3470859"/>
                  </a:lnTo>
                  <a:lnTo>
                    <a:pt x="1477919" y="3470859"/>
                  </a:lnTo>
                  <a:lnTo>
                    <a:pt x="1478027" y="3470859"/>
                  </a:lnTo>
                  <a:lnTo>
                    <a:pt x="1478135" y="3470859"/>
                  </a:lnTo>
                  <a:lnTo>
                    <a:pt x="1478244" y="3470859"/>
                  </a:lnTo>
                  <a:lnTo>
                    <a:pt x="1478352" y="3470859"/>
                  </a:lnTo>
                  <a:lnTo>
                    <a:pt x="1478461" y="3470859"/>
                  </a:lnTo>
                  <a:lnTo>
                    <a:pt x="1478461" y="3470235"/>
                  </a:lnTo>
                  <a:lnTo>
                    <a:pt x="1478569" y="3470235"/>
                  </a:lnTo>
                  <a:lnTo>
                    <a:pt x="1478678" y="3470235"/>
                  </a:lnTo>
                  <a:lnTo>
                    <a:pt x="1478786" y="3470235"/>
                  </a:lnTo>
                  <a:lnTo>
                    <a:pt x="1478786" y="3469612"/>
                  </a:lnTo>
                  <a:lnTo>
                    <a:pt x="1478895" y="3469612"/>
                  </a:lnTo>
                  <a:lnTo>
                    <a:pt x="1479003" y="3469612"/>
                  </a:lnTo>
                  <a:lnTo>
                    <a:pt x="1479111" y="3469612"/>
                  </a:lnTo>
                  <a:lnTo>
                    <a:pt x="1479220" y="3469612"/>
                  </a:lnTo>
                  <a:lnTo>
                    <a:pt x="1479328" y="3469612"/>
                  </a:lnTo>
                  <a:lnTo>
                    <a:pt x="1479437" y="3469612"/>
                  </a:lnTo>
                  <a:lnTo>
                    <a:pt x="1479545" y="3469612"/>
                  </a:lnTo>
                  <a:lnTo>
                    <a:pt x="1479654" y="3469612"/>
                  </a:lnTo>
                  <a:lnTo>
                    <a:pt x="1479654" y="3468988"/>
                  </a:lnTo>
                  <a:lnTo>
                    <a:pt x="1479654" y="3468364"/>
                  </a:lnTo>
                  <a:lnTo>
                    <a:pt x="1479762" y="3468364"/>
                  </a:lnTo>
                  <a:lnTo>
                    <a:pt x="1479871" y="3468364"/>
                  </a:lnTo>
                  <a:lnTo>
                    <a:pt x="1479979" y="3468364"/>
                  </a:lnTo>
                  <a:lnTo>
                    <a:pt x="1479979" y="3467741"/>
                  </a:lnTo>
                  <a:lnTo>
                    <a:pt x="1479979" y="3467117"/>
                  </a:lnTo>
                  <a:lnTo>
                    <a:pt x="1479979" y="3466494"/>
                  </a:lnTo>
                  <a:lnTo>
                    <a:pt x="1480087" y="3466494"/>
                  </a:lnTo>
                  <a:lnTo>
                    <a:pt x="1480087" y="3465870"/>
                  </a:lnTo>
                  <a:lnTo>
                    <a:pt x="1480196" y="3465870"/>
                  </a:lnTo>
                  <a:lnTo>
                    <a:pt x="1480304" y="3465870"/>
                  </a:lnTo>
                  <a:lnTo>
                    <a:pt x="1480413" y="3465870"/>
                  </a:lnTo>
                  <a:lnTo>
                    <a:pt x="1480521" y="3465870"/>
                  </a:lnTo>
                  <a:lnTo>
                    <a:pt x="1480630" y="3465870"/>
                  </a:lnTo>
                  <a:lnTo>
                    <a:pt x="1480630" y="3465246"/>
                  </a:lnTo>
                  <a:lnTo>
                    <a:pt x="1480630" y="3464623"/>
                  </a:lnTo>
                  <a:lnTo>
                    <a:pt x="1480738" y="3464623"/>
                  </a:lnTo>
                  <a:lnTo>
                    <a:pt x="1480847" y="3464623"/>
                  </a:lnTo>
                  <a:lnTo>
                    <a:pt x="1480955" y="3464623"/>
                  </a:lnTo>
                  <a:lnTo>
                    <a:pt x="1481064" y="3464623"/>
                  </a:lnTo>
                  <a:lnTo>
                    <a:pt x="1481172" y="3464623"/>
                  </a:lnTo>
                  <a:lnTo>
                    <a:pt x="1481280" y="3464623"/>
                  </a:lnTo>
                  <a:lnTo>
                    <a:pt x="1481389" y="3464623"/>
                  </a:lnTo>
                  <a:lnTo>
                    <a:pt x="1481497" y="3464623"/>
                  </a:lnTo>
                  <a:lnTo>
                    <a:pt x="1481606" y="3464623"/>
                  </a:lnTo>
                  <a:lnTo>
                    <a:pt x="1481606" y="3463999"/>
                  </a:lnTo>
                  <a:lnTo>
                    <a:pt x="1481714" y="3463999"/>
                  </a:lnTo>
                  <a:lnTo>
                    <a:pt x="1481823" y="3463999"/>
                  </a:lnTo>
                  <a:lnTo>
                    <a:pt x="1481931" y="3463999"/>
                  </a:lnTo>
                  <a:lnTo>
                    <a:pt x="1482040" y="3463999"/>
                  </a:lnTo>
                  <a:lnTo>
                    <a:pt x="1482148" y="3463999"/>
                  </a:lnTo>
                  <a:lnTo>
                    <a:pt x="1482256" y="3463999"/>
                  </a:lnTo>
                  <a:lnTo>
                    <a:pt x="1482256" y="3463376"/>
                  </a:lnTo>
                  <a:lnTo>
                    <a:pt x="1482256" y="3462752"/>
                  </a:lnTo>
                  <a:lnTo>
                    <a:pt x="1482365" y="3462752"/>
                  </a:lnTo>
                  <a:lnTo>
                    <a:pt x="1482473" y="3462752"/>
                  </a:lnTo>
                  <a:lnTo>
                    <a:pt x="1482473" y="3462129"/>
                  </a:lnTo>
                  <a:lnTo>
                    <a:pt x="1482473" y="3461505"/>
                  </a:lnTo>
                  <a:lnTo>
                    <a:pt x="1482582" y="3461505"/>
                  </a:lnTo>
                  <a:lnTo>
                    <a:pt x="1482690" y="3461505"/>
                  </a:lnTo>
                  <a:lnTo>
                    <a:pt x="1482690" y="3460881"/>
                  </a:lnTo>
                  <a:lnTo>
                    <a:pt x="1482690" y="3460258"/>
                  </a:lnTo>
                  <a:lnTo>
                    <a:pt x="1482799" y="3460258"/>
                  </a:lnTo>
                  <a:lnTo>
                    <a:pt x="1482907" y="3460258"/>
                  </a:lnTo>
                  <a:lnTo>
                    <a:pt x="1482907" y="3459634"/>
                  </a:lnTo>
                  <a:lnTo>
                    <a:pt x="1483016" y="3459634"/>
                  </a:lnTo>
                  <a:lnTo>
                    <a:pt x="1483124" y="3459634"/>
                  </a:lnTo>
                  <a:lnTo>
                    <a:pt x="1483232" y="3459634"/>
                  </a:lnTo>
                  <a:lnTo>
                    <a:pt x="1483341" y="3459634"/>
                  </a:lnTo>
                  <a:lnTo>
                    <a:pt x="1483449" y="3459634"/>
                  </a:lnTo>
                  <a:lnTo>
                    <a:pt x="1483558" y="3459634"/>
                  </a:lnTo>
                  <a:lnTo>
                    <a:pt x="1483666" y="3459634"/>
                  </a:lnTo>
                  <a:lnTo>
                    <a:pt x="1483666" y="3459011"/>
                  </a:lnTo>
                  <a:lnTo>
                    <a:pt x="1483775" y="3459011"/>
                  </a:lnTo>
                  <a:lnTo>
                    <a:pt x="1483883" y="3459011"/>
                  </a:lnTo>
                  <a:lnTo>
                    <a:pt x="1483992" y="3459011"/>
                  </a:lnTo>
                  <a:lnTo>
                    <a:pt x="1484100" y="3459011"/>
                  </a:lnTo>
                  <a:lnTo>
                    <a:pt x="1484208" y="3459011"/>
                  </a:lnTo>
                  <a:lnTo>
                    <a:pt x="1484317" y="3459011"/>
                  </a:lnTo>
                  <a:lnTo>
                    <a:pt x="1484317" y="3458387"/>
                  </a:lnTo>
                  <a:lnTo>
                    <a:pt x="1484425" y="3458387"/>
                  </a:lnTo>
                  <a:lnTo>
                    <a:pt x="1484534" y="3458387"/>
                  </a:lnTo>
                  <a:lnTo>
                    <a:pt x="1484642" y="3458387"/>
                  </a:lnTo>
                  <a:lnTo>
                    <a:pt x="1484751" y="3458387"/>
                  </a:lnTo>
                  <a:lnTo>
                    <a:pt x="1484859" y="3458387"/>
                  </a:lnTo>
                  <a:lnTo>
                    <a:pt x="1484968" y="3458387"/>
                  </a:lnTo>
                  <a:lnTo>
                    <a:pt x="1484968" y="3457763"/>
                  </a:lnTo>
                  <a:lnTo>
                    <a:pt x="1485076" y="3457763"/>
                  </a:lnTo>
                  <a:lnTo>
                    <a:pt x="1485076" y="3457140"/>
                  </a:lnTo>
                  <a:lnTo>
                    <a:pt x="1485185" y="3457140"/>
                  </a:lnTo>
                  <a:lnTo>
                    <a:pt x="1485293" y="3457140"/>
                  </a:lnTo>
                  <a:lnTo>
                    <a:pt x="1485401" y="3457140"/>
                  </a:lnTo>
                  <a:lnTo>
                    <a:pt x="1485510" y="3457140"/>
                  </a:lnTo>
                  <a:lnTo>
                    <a:pt x="1485618" y="3457140"/>
                  </a:lnTo>
                  <a:lnTo>
                    <a:pt x="1485727" y="3457140"/>
                  </a:lnTo>
                  <a:lnTo>
                    <a:pt x="1485727" y="3456516"/>
                  </a:lnTo>
                  <a:lnTo>
                    <a:pt x="1485835" y="3456516"/>
                  </a:lnTo>
                  <a:lnTo>
                    <a:pt x="1485944" y="3456516"/>
                  </a:lnTo>
                  <a:lnTo>
                    <a:pt x="1486052" y="3456516"/>
                  </a:lnTo>
                  <a:lnTo>
                    <a:pt x="1486161" y="3456516"/>
                  </a:lnTo>
                  <a:lnTo>
                    <a:pt x="1486269" y="3456516"/>
                  </a:lnTo>
                  <a:lnTo>
                    <a:pt x="1486377" y="3456516"/>
                  </a:lnTo>
                  <a:lnTo>
                    <a:pt x="1486377" y="3455893"/>
                  </a:lnTo>
                  <a:lnTo>
                    <a:pt x="1486377" y="3455269"/>
                  </a:lnTo>
                  <a:lnTo>
                    <a:pt x="1486486" y="3455269"/>
                  </a:lnTo>
                  <a:lnTo>
                    <a:pt x="1486594" y="3455269"/>
                  </a:lnTo>
                  <a:lnTo>
                    <a:pt x="1486703" y="3455269"/>
                  </a:lnTo>
                  <a:lnTo>
                    <a:pt x="1486811" y="3455269"/>
                  </a:lnTo>
                  <a:lnTo>
                    <a:pt x="1486811" y="3454646"/>
                  </a:lnTo>
                  <a:lnTo>
                    <a:pt x="1486920" y="3454646"/>
                  </a:lnTo>
                  <a:lnTo>
                    <a:pt x="1487028" y="3454646"/>
                  </a:lnTo>
                  <a:lnTo>
                    <a:pt x="1487137" y="3454646"/>
                  </a:lnTo>
                  <a:lnTo>
                    <a:pt x="1487137" y="3454022"/>
                  </a:lnTo>
                  <a:lnTo>
                    <a:pt x="1487245" y="3454022"/>
                  </a:lnTo>
                  <a:lnTo>
                    <a:pt x="1487353" y="3454022"/>
                  </a:lnTo>
                  <a:lnTo>
                    <a:pt x="1487353" y="3453398"/>
                  </a:lnTo>
                  <a:lnTo>
                    <a:pt x="1487353" y="3452775"/>
                  </a:lnTo>
                  <a:lnTo>
                    <a:pt x="1487353" y="3452151"/>
                  </a:lnTo>
                  <a:lnTo>
                    <a:pt x="1487353" y="3451528"/>
                  </a:lnTo>
                  <a:lnTo>
                    <a:pt x="1487462" y="3451528"/>
                  </a:lnTo>
                  <a:lnTo>
                    <a:pt x="1487462" y="3450904"/>
                  </a:lnTo>
                  <a:lnTo>
                    <a:pt x="1487570" y="3450904"/>
                  </a:lnTo>
                  <a:lnTo>
                    <a:pt x="1487679" y="3450904"/>
                  </a:lnTo>
                  <a:lnTo>
                    <a:pt x="1487787" y="3450904"/>
                  </a:lnTo>
                  <a:lnTo>
                    <a:pt x="1487896" y="3450904"/>
                  </a:lnTo>
                  <a:lnTo>
                    <a:pt x="1488004" y="3450904"/>
                  </a:lnTo>
                  <a:lnTo>
                    <a:pt x="1488113" y="3450904"/>
                  </a:lnTo>
                  <a:lnTo>
                    <a:pt x="1488221" y="3450904"/>
                  </a:lnTo>
                  <a:lnTo>
                    <a:pt x="1488329" y="3450904"/>
                  </a:lnTo>
                  <a:lnTo>
                    <a:pt x="1488438" y="3450904"/>
                  </a:lnTo>
                  <a:lnTo>
                    <a:pt x="1488438" y="3450280"/>
                  </a:lnTo>
                  <a:lnTo>
                    <a:pt x="1488546" y="3450280"/>
                  </a:lnTo>
                  <a:lnTo>
                    <a:pt x="1488655" y="3450280"/>
                  </a:lnTo>
                  <a:lnTo>
                    <a:pt x="1488763" y="3450280"/>
                  </a:lnTo>
                  <a:lnTo>
                    <a:pt x="1488763" y="3449657"/>
                  </a:lnTo>
                  <a:lnTo>
                    <a:pt x="1488872" y="3449657"/>
                  </a:lnTo>
                  <a:lnTo>
                    <a:pt x="1488872" y="3449033"/>
                  </a:lnTo>
                  <a:lnTo>
                    <a:pt x="1488980" y="3449033"/>
                  </a:lnTo>
                  <a:lnTo>
                    <a:pt x="1489089" y="3449033"/>
                  </a:lnTo>
                  <a:lnTo>
                    <a:pt x="1489197" y="3449033"/>
                  </a:lnTo>
                  <a:lnTo>
                    <a:pt x="1489306" y="3449033"/>
                  </a:lnTo>
                  <a:lnTo>
                    <a:pt x="1489414" y="3449033"/>
                  </a:lnTo>
                  <a:lnTo>
                    <a:pt x="1489522" y="3449033"/>
                  </a:lnTo>
                  <a:lnTo>
                    <a:pt x="1489631" y="3449033"/>
                  </a:lnTo>
                  <a:lnTo>
                    <a:pt x="1489739" y="3449033"/>
                  </a:lnTo>
                  <a:lnTo>
                    <a:pt x="1489739" y="3448410"/>
                  </a:lnTo>
                  <a:lnTo>
                    <a:pt x="1489848" y="3448410"/>
                  </a:lnTo>
                  <a:lnTo>
                    <a:pt x="1489848" y="3447786"/>
                  </a:lnTo>
                  <a:lnTo>
                    <a:pt x="1489956" y="3447786"/>
                  </a:lnTo>
                  <a:lnTo>
                    <a:pt x="1490065" y="3447786"/>
                  </a:lnTo>
                  <a:lnTo>
                    <a:pt x="1490173" y="3447786"/>
                  </a:lnTo>
                  <a:lnTo>
                    <a:pt x="1490282" y="3447786"/>
                  </a:lnTo>
                  <a:lnTo>
                    <a:pt x="1490390" y="3447786"/>
                  </a:lnTo>
                  <a:lnTo>
                    <a:pt x="1490498" y="3447786"/>
                  </a:lnTo>
                  <a:lnTo>
                    <a:pt x="1490607" y="3447786"/>
                  </a:lnTo>
                  <a:lnTo>
                    <a:pt x="1490715" y="3447786"/>
                  </a:lnTo>
                  <a:lnTo>
                    <a:pt x="1490824" y="3447786"/>
                  </a:lnTo>
                  <a:lnTo>
                    <a:pt x="1490932" y="3447786"/>
                  </a:lnTo>
                  <a:lnTo>
                    <a:pt x="1491041" y="3447786"/>
                  </a:lnTo>
                  <a:lnTo>
                    <a:pt x="1491149" y="3447786"/>
                  </a:lnTo>
                  <a:lnTo>
                    <a:pt x="1491149" y="3447163"/>
                  </a:lnTo>
                  <a:lnTo>
                    <a:pt x="1491149" y="3446539"/>
                  </a:lnTo>
                  <a:lnTo>
                    <a:pt x="1491258" y="3446539"/>
                  </a:lnTo>
                  <a:lnTo>
                    <a:pt x="1491366" y="3446539"/>
                  </a:lnTo>
                  <a:lnTo>
                    <a:pt x="1491474" y="3446539"/>
                  </a:lnTo>
                  <a:lnTo>
                    <a:pt x="1491583" y="3446539"/>
                  </a:lnTo>
                  <a:lnTo>
                    <a:pt x="1491691" y="3446539"/>
                  </a:lnTo>
                  <a:lnTo>
                    <a:pt x="1491800" y="3446539"/>
                  </a:lnTo>
                  <a:lnTo>
                    <a:pt x="1491908" y="3446539"/>
                  </a:lnTo>
                  <a:lnTo>
                    <a:pt x="1492017" y="3446539"/>
                  </a:lnTo>
                  <a:lnTo>
                    <a:pt x="1492017" y="3445915"/>
                  </a:lnTo>
                  <a:lnTo>
                    <a:pt x="1492125" y="3445915"/>
                  </a:lnTo>
                  <a:lnTo>
                    <a:pt x="1492234" y="3445915"/>
                  </a:lnTo>
                  <a:lnTo>
                    <a:pt x="1492342" y="3445915"/>
                  </a:lnTo>
                  <a:lnTo>
                    <a:pt x="1492342" y="3445292"/>
                  </a:lnTo>
                  <a:lnTo>
                    <a:pt x="1492450" y="3445292"/>
                  </a:lnTo>
                  <a:lnTo>
                    <a:pt x="1492559" y="3445292"/>
                  </a:lnTo>
                  <a:lnTo>
                    <a:pt x="1492559" y="3444668"/>
                  </a:lnTo>
                  <a:lnTo>
                    <a:pt x="1492667" y="3444668"/>
                  </a:lnTo>
                  <a:lnTo>
                    <a:pt x="1492667" y="3444045"/>
                  </a:lnTo>
                  <a:lnTo>
                    <a:pt x="1492776" y="3444045"/>
                  </a:lnTo>
                  <a:lnTo>
                    <a:pt x="1492884" y="3444045"/>
                  </a:lnTo>
                  <a:lnTo>
                    <a:pt x="1492884" y="3443421"/>
                  </a:lnTo>
                  <a:lnTo>
                    <a:pt x="1492884" y="3442797"/>
                  </a:lnTo>
                  <a:lnTo>
                    <a:pt x="1492884" y="3442174"/>
                  </a:lnTo>
                  <a:lnTo>
                    <a:pt x="1492993" y="3442174"/>
                  </a:lnTo>
                  <a:lnTo>
                    <a:pt x="1493101" y="3442174"/>
                  </a:lnTo>
                  <a:lnTo>
                    <a:pt x="1493210" y="3442174"/>
                  </a:lnTo>
                  <a:lnTo>
                    <a:pt x="1493318" y="3442174"/>
                  </a:lnTo>
                  <a:lnTo>
                    <a:pt x="1493426" y="3442174"/>
                  </a:lnTo>
                  <a:lnTo>
                    <a:pt x="1493535" y="3442174"/>
                  </a:lnTo>
                  <a:lnTo>
                    <a:pt x="1493535" y="3441550"/>
                  </a:lnTo>
                  <a:lnTo>
                    <a:pt x="1493643" y="3441550"/>
                  </a:lnTo>
                  <a:lnTo>
                    <a:pt x="1493752" y="3441550"/>
                  </a:lnTo>
                  <a:lnTo>
                    <a:pt x="1493860" y="3441550"/>
                  </a:lnTo>
                  <a:lnTo>
                    <a:pt x="1493969" y="3441550"/>
                  </a:lnTo>
                  <a:lnTo>
                    <a:pt x="1493969" y="3440927"/>
                  </a:lnTo>
                  <a:lnTo>
                    <a:pt x="1494077" y="3440927"/>
                  </a:lnTo>
                  <a:lnTo>
                    <a:pt x="1494077" y="3440303"/>
                  </a:lnTo>
                  <a:lnTo>
                    <a:pt x="1494077" y="3439680"/>
                  </a:lnTo>
                  <a:lnTo>
                    <a:pt x="1494077" y="3439056"/>
                  </a:lnTo>
                  <a:lnTo>
                    <a:pt x="1494186" y="3439056"/>
                  </a:lnTo>
                  <a:lnTo>
                    <a:pt x="1494294" y="3439056"/>
                  </a:lnTo>
                  <a:lnTo>
                    <a:pt x="1494294" y="3438432"/>
                  </a:lnTo>
                  <a:lnTo>
                    <a:pt x="1494403" y="3438432"/>
                  </a:lnTo>
                  <a:lnTo>
                    <a:pt x="1494403" y="3437809"/>
                  </a:lnTo>
                  <a:lnTo>
                    <a:pt x="1494403" y="3437185"/>
                  </a:lnTo>
                  <a:lnTo>
                    <a:pt x="1494511" y="3437185"/>
                  </a:lnTo>
                  <a:lnTo>
                    <a:pt x="1494619" y="3437185"/>
                  </a:lnTo>
                  <a:lnTo>
                    <a:pt x="1494728" y="3437185"/>
                  </a:lnTo>
                  <a:lnTo>
                    <a:pt x="1494836" y="3437185"/>
                  </a:lnTo>
                  <a:lnTo>
                    <a:pt x="1494945" y="3437185"/>
                  </a:lnTo>
                  <a:lnTo>
                    <a:pt x="1495053" y="3437185"/>
                  </a:lnTo>
                  <a:lnTo>
                    <a:pt x="1495162" y="3437185"/>
                  </a:lnTo>
                  <a:lnTo>
                    <a:pt x="1495270" y="3437185"/>
                  </a:lnTo>
                  <a:lnTo>
                    <a:pt x="1495379" y="3437185"/>
                  </a:lnTo>
                  <a:lnTo>
                    <a:pt x="1495379" y="3436562"/>
                  </a:lnTo>
                  <a:lnTo>
                    <a:pt x="1495379" y="3435938"/>
                  </a:lnTo>
                  <a:lnTo>
                    <a:pt x="1495487" y="3435938"/>
                  </a:lnTo>
                  <a:lnTo>
                    <a:pt x="1495595" y="3435938"/>
                  </a:lnTo>
                  <a:lnTo>
                    <a:pt x="1495704" y="3435938"/>
                  </a:lnTo>
                  <a:lnTo>
                    <a:pt x="1495812" y="3435938"/>
                  </a:lnTo>
                  <a:lnTo>
                    <a:pt x="1495921" y="3435938"/>
                  </a:lnTo>
                  <a:lnTo>
                    <a:pt x="1496029" y="3435938"/>
                  </a:lnTo>
                  <a:lnTo>
                    <a:pt x="1496029" y="3435314"/>
                  </a:lnTo>
                  <a:lnTo>
                    <a:pt x="1496138" y="3435314"/>
                  </a:lnTo>
                  <a:lnTo>
                    <a:pt x="1496246" y="3435314"/>
                  </a:lnTo>
                  <a:lnTo>
                    <a:pt x="1496355" y="3435314"/>
                  </a:lnTo>
                  <a:lnTo>
                    <a:pt x="1496355" y="3434691"/>
                  </a:lnTo>
                  <a:lnTo>
                    <a:pt x="1496463" y="3434691"/>
                  </a:lnTo>
                  <a:lnTo>
                    <a:pt x="1496463" y="3434067"/>
                  </a:lnTo>
                  <a:lnTo>
                    <a:pt x="1496571" y="3434067"/>
                  </a:lnTo>
                  <a:lnTo>
                    <a:pt x="1496680" y="3434067"/>
                  </a:lnTo>
                  <a:lnTo>
                    <a:pt x="1496680" y="3433444"/>
                  </a:lnTo>
                  <a:lnTo>
                    <a:pt x="1496788" y="3433444"/>
                  </a:lnTo>
                  <a:lnTo>
                    <a:pt x="1496897" y="3433444"/>
                  </a:lnTo>
                  <a:lnTo>
                    <a:pt x="1497005" y="3433444"/>
                  </a:lnTo>
                  <a:lnTo>
                    <a:pt x="1497005" y="3432820"/>
                  </a:lnTo>
                  <a:lnTo>
                    <a:pt x="1497114" y="3432820"/>
                  </a:lnTo>
                  <a:lnTo>
                    <a:pt x="1497222" y="3432820"/>
                  </a:lnTo>
                  <a:lnTo>
                    <a:pt x="1497331" y="3432820"/>
                  </a:lnTo>
                  <a:lnTo>
                    <a:pt x="1497331" y="3432197"/>
                  </a:lnTo>
                  <a:lnTo>
                    <a:pt x="1497331" y="3431573"/>
                  </a:lnTo>
                  <a:lnTo>
                    <a:pt x="1497331" y="3430949"/>
                  </a:lnTo>
                  <a:lnTo>
                    <a:pt x="1497331" y="3430326"/>
                  </a:lnTo>
                  <a:lnTo>
                    <a:pt x="1497439" y="3430326"/>
                  </a:lnTo>
                  <a:lnTo>
                    <a:pt x="1497439" y="3429702"/>
                  </a:lnTo>
                  <a:lnTo>
                    <a:pt x="1497547" y="3429702"/>
                  </a:lnTo>
                  <a:lnTo>
                    <a:pt x="1497547" y="3429079"/>
                  </a:lnTo>
                  <a:lnTo>
                    <a:pt x="1497656" y="3429079"/>
                  </a:lnTo>
                  <a:lnTo>
                    <a:pt x="1497764" y="3429079"/>
                  </a:lnTo>
                  <a:lnTo>
                    <a:pt x="1497764" y="3428455"/>
                  </a:lnTo>
                  <a:lnTo>
                    <a:pt x="1497873" y="3428455"/>
                  </a:lnTo>
                  <a:lnTo>
                    <a:pt x="1497981" y="3428455"/>
                  </a:lnTo>
                  <a:lnTo>
                    <a:pt x="1497981" y="3427832"/>
                  </a:lnTo>
                  <a:lnTo>
                    <a:pt x="1498090" y="3427832"/>
                  </a:lnTo>
                  <a:lnTo>
                    <a:pt x="1498090" y="3427208"/>
                  </a:lnTo>
                  <a:lnTo>
                    <a:pt x="1498090" y="3426584"/>
                  </a:lnTo>
                  <a:lnTo>
                    <a:pt x="1498090" y="3425961"/>
                  </a:lnTo>
                  <a:lnTo>
                    <a:pt x="1498198" y="3425961"/>
                  </a:lnTo>
                  <a:lnTo>
                    <a:pt x="1498307" y="3425961"/>
                  </a:lnTo>
                  <a:lnTo>
                    <a:pt x="1498307" y="3425337"/>
                  </a:lnTo>
                  <a:lnTo>
                    <a:pt x="1498307" y="3424714"/>
                  </a:lnTo>
                  <a:lnTo>
                    <a:pt x="1498415" y="3424714"/>
                  </a:lnTo>
                  <a:lnTo>
                    <a:pt x="1498524" y="3424714"/>
                  </a:lnTo>
                  <a:lnTo>
                    <a:pt x="1498632" y="3424714"/>
                  </a:lnTo>
                  <a:lnTo>
                    <a:pt x="1498740" y="3424714"/>
                  </a:lnTo>
                  <a:lnTo>
                    <a:pt x="1498740" y="3424090"/>
                  </a:lnTo>
                  <a:lnTo>
                    <a:pt x="1498849" y="3424090"/>
                  </a:lnTo>
                  <a:lnTo>
                    <a:pt x="1498957" y="3424090"/>
                  </a:lnTo>
                  <a:lnTo>
                    <a:pt x="1499066" y="3424090"/>
                  </a:lnTo>
                  <a:lnTo>
                    <a:pt x="1499066" y="3423466"/>
                  </a:lnTo>
                  <a:lnTo>
                    <a:pt x="1499174" y="3423466"/>
                  </a:lnTo>
                  <a:lnTo>
                    <a:pt x="1499283" y="3423466"/>
                  </a:lnTo>
                  <a:lnTo>
                    <a:pt x="1499391" y="3423466"/>
                  </a:lnTo>
                  <a:lnTo>
                    <a:pt x="1499391" y="3422843"/>
                  </a:lnTo>
                  <a:lnTo>
                    <a:pt x="1499500" y="3422843"/>
                  </a:lnTo>
                  <a:lnTo>
                    <a:pt x="1499500" y="3422219"/>
                  </a:lnTo>
                  <a:lnTo>
                    <a:pt x="1499500" y="3421596"/>
                  </a:lnTo>
                  <a:lnTo>
                    <a:pt x="1499608" y="3421596"/>
                  </a:lnTo>
                  <a:lnTo>
                    <a:pt x="1499608" y="3420972"/>
                  </a:lnTo>
                  <a:lnTo>
                    <a:pt x="1499716" y="3420972"/>
                  </a:lnTo>
                  <a:lnTo>
                    <a:pt x="1499825" y="3420972"/>
                  </a:lnTo>
                  <a:lnTo>
                    <a:pt x="1499933" y="3420972"/>
                  </a:lnTo>
                  <a:lnTo>
                    <a:pt x="1500042" y="3420972"/>
                  </a:lnTo>
                  <a:lnTo>
                    <a:pt x="1500150" y="3420972"/>
                  </a:lnTo>
                  <a:lnTo>
                    <a:pt x="1500259" y="3420972"/>
                  </a:lnTo>
                  <a:lnTo>
                    <a:pt x="1500367" y="3420972"/>
                  </a:lnTo>
                  <a:lnTo>
                    <a:pt x="1500367" y="3420349"/>
                  </a:lnTo>
                  <a:lnTo>
                    <a:pt x="1500476" y="3420349"/>
                  </a:lnTo>
                  <a:lnTo>
                    <a:pt x="1500476" y="3419725"/>
                  </a:lnTo>
                  <a:lnTo>
                    <a:pt x="1500476" y="3419101"/>
                  </a:lnTo>
                  <a:lnTo>
                    <a:pt x="1500476" y="3418478"/>
                  </a:lnTo>
                  <a:lnTo>
                    <a:pt x="1500476" y="3417854"/>
                  </a:lnTo>
                  <a:lnTo>
                    <a:pt x="1500584" y="3417854"/>
                  </a:lnTo>
                  <a:lnTo>
                    <a:pt x="1500584" y="3417231"/>
                  </a:lnTo>
                  <a:lnTo>
                    <a:pt x="1500692" y="3417231"/>
                  </a:lnTo>
                  <a:lnTo>
                    <a:pt x="1500801" y="3417231"/>
                  </a:lnTo>
                  <a:lnTo>
                    <a:pt x="1500801" y="3416607"/>
                  </a:lnTo>
                  <a:lnTo>
                    <a:pt x="1500909" y="3416607"/>
                  </a:lnTo>
                  <a:lnTo>
                    <a:pt x="1500909" y="3415983"/>
                  </a:lnTo>
                  <a:lnTo>
                    <a:pt x="1500909" y="3415360"/>
                  </a:lnTo>
                  <a:lnTo>
                    <a:pt x="1501018" y="3415360"/>
                  </a:lnTo>
                  <a:lnTo>
                    <a:pt x="1501126" y="3415360"/>
                  </a:lnTo>
                  <a:lnTo>
                    <a:pt x="1501235" y="3415360"/>
                  </a:lnTo>
                  <a:lnTo>
                    <a:pt x="1501235" y="3414736"/>
                  </a:lnTo>
                  <a:lnTo>
                    <a:pt x="1501343" y="3414736"/>
                  </a:lnTo>
                  <a:lnTo>
                    <a:pt x="1501343" y="3414113"/>
                  </a:lnTo>
                  <a:lnTo>
                    <a:pt x="1501452" y="3414113"/>
                  </a:lnTo>
                  <a:lnTo>
                    <a:pt x="1501560" y="3414113"/>
                  </a:lnTo>
                  <a:lnTo>
                    <a:pt x="1501668" y="3414113"/>
                  </a:lnTo>
                  <a:lnTo>
                    <a:pt x="1501777" y="3414113"/>
                  </a:lnTo>
                  <a:lnTo>
                    <a:pt x="1501885" y="3414113"/>
                  </a:lnTo>
                  <a:lnTo>
                    <a:pt x="1501885" y="3413489"/>
                  </a:lnTo>
                  <a:lnTo>
                    <a:pt x="1501994" y="3413489"/>
                  </a:lnTo>
                  <a:lnTo>
                    <a:pt x="1502102" y="3413489"/>
                  </a:lnTo>
                  <a:lnTo>
                    <a:pt x="1502211" y="3413489"/>
                  </a:lnTo>
                  <a:lnTo>
                    <a:pt x="1502319" y="3413489"/>
                  </a:lnTo>
                  <a:lnTo>
                    <a:pt x="1502428" y="3413489"/>
                  </a:lnTo>
                  <a:lnTo>
                    <a:pt x="1502428" y="3412866"/>
                  </a:lnTo>
                  <a:lnTo>
                    <a:pt x="1502536" y="3412866"/>
                  </a:lnTo>
                  <a:lnTo>
                    <a:pt x="1502536" y="3412242"/>
                  </a:lnTo>
                  <a:lnTo>
                    <a:pt x="1502645" y="3412242"/>
                  </a:lnTo>
                  <a:lnTo>
                    <a:pt x="1502753" y="3412242"/>
                  </a:lnTo>
                  <a:lnTo>
                    <a:pt x="1502861" y="3412242"/>
                  </a:lnTo>
                  <a:lnTo>
                    <a:pt x="1502970" y="3412242"/>
                  </a:lnTo>
                  <a:lnTo>
                    <a:pt x="1503078" y="3412242"/>
                  </a:lnTo>
                  <a:lnTo>
                    <a:pt x="1503187" y="3412242"/>
                  </a:lnTo>
                  <a:lnTo>
                    <a:pt x="1503295" y="3412242"/>
                  </a:lnTo>
                  <a:lnTo>
                    <a:pt x="1503404" y="3412242"/>
                  </a:lnTo>
                  <a:lnTo>
                    <a:pt x="1503512" y="3412242"/>
                  </a:lnTo>
                  <a:lnTo>
                    <a:pt x="1503621" y="3412242"/>
                  </a:lnTo>
                  <a:lnTo>
                    <a:pt x="1503729" y="3412242"/>
                  </a:lnTo>
                  <a:lnTo>
                    <a:pt x="1503729" y="3411618"/>
                  </a:lnTo>
                  <a:lnTo>
                    <a:pt x="1503837" y="3411618"/>
                  </a:lnTo>
                  <a:lnTo>
                    <a:pt x="1503946" y="3411618"/>
                  </a:lnTo>
                  <a:lnTo>
                    <a:pt x="1504054" y="3411618"/>
                  </a:lnTo>
                  <a:lnTo>
                    <a:pt x="1504163" y="3411618"/>
                  </a:lnTo>
                  <a:lnTo>
                    <a:pt x="1504271" y="3411618"/>
                  </a:lnTo>
                  <a:lnTo>
                    <a:pt x="1504380" y="3411618"/>
                  </a:lnTo>
                  <a:lnTo>
                    <a:pt x="1504488" y="3411618"/>
                  </a:lnTo>
                  <a:lnTo>
                    <a:pt x="1504488" y="3410995"/>
                  </a:lnTo>
                  <a:lnTo>
                    <a:pt x="1504597" y="3410995"/>
                  </a:lnTo>
                  <a:lnTo>
                    <a:pt x="1504705" y="3410995"/>
                  </a:lnTo>
                  <a:lnTo>
                    <a:pt x="1504813" y="3410995"/>
                  </a:lnTo>
                  <a:lnTo>
                    <a:pt x="1504922" y="3410995"/>
                  </a:lnTo>
                  <a:lnTo>
                    <a:pt x="1505030" y="3410995"/>
                  </a:lnTo>
                  <a:lnTo>
                    <a:pt x="1505139" y="3410995"/>
                  </a:lnTo>
                  <a:lnTo>
                    <a:pt x="1505139" y="3410371"/>
                  </a:lnTo>
                  <a:lnTo>
                    <a:pt x="1505247" y="3410371"/>
                  </a:lnTo>
                  <a:lnTo>
                    <a:pt x="1505247" y="3409748"/>
                  </a:lnTo>
                  <a:lnTo>
                    <a:pt x="1505356" y="3409748"/>
                  </a:lnTo>
                  <a:lnTo>
                    <a:pt x="1505464" y="3409748"/>
                  </a:lnTo>
                  <a:lnTo>
                    <a:pt x="1505573" y="3409748"/>
                  </a:lnTo>
                  <a:lnTo>
                    <a:pt x="1505681" y="3409748"/>
                  </a:lnTo>
                  <a:lnTo>
                    <a:pt x="1505789" y="3409748"/>
                  </a:lnTo>
                  <a:lnTo>
                    <a:pt x="1505898" y="3409748"/>
                  </a:lnTo>
                  <a:lnTo>
                    <a:pt x="1506006" y="3409748"/>
                  </a:lnTo>
                  <a:lnTo>
                    <a:pt x="1506115" y="3409748"/>
                  </a:lnTo>
                  <a:lnTo>
                    <a:pt x="1506115" y="3409124"/>
                  </a:lnTo>
                  <a:lnTo>
                    <a:pt x="1506223" y="3409124"/>
                  </a:lnTo>
                  <a:lnTo>
                    <a:pt x="1506332" y="3409124"/>
                  </a:lnTo>
                  <a:lnTo>
                    <a:pt x="1506440" y="3409124"/>
                  </a:lnTo>
                  <a:lnTo>
                    <a:pt x="1506549" y="3409124"/>
                  </a:lnTo>
                  <a:lnTo>
                    <a:pt x="1506657" y="3409124"/>
                  </a:lnTo>
                  <a:lnTo>
                    <a:pt x="1506766" y="3409124"/>
                  </a:lnTo>
                  <a:lnTo>
                    <a:pt x="1506874" y="3409124"/>
                  </a:lnTo>
                  <a:lnTo>
                    <a:pt x="1506982" y="3409124"/>
                  </a:lnTo>
                  <a:lnTo>
                    <a:pt x="1507091" y="3409124"/>
                  </a:lnTo>
                  <a:lnTo>
                    <a:pt x="1507091" y="3408500"/>
                  </a:lnTo>
                  <a:lnTo>
                    <a:pt x="1507199" y="3408500"/>
                  </a:lnTo>
                  <a:lnTo>
                    <a:pt x="1507308" y="3408500"/>
                  </a:lnTo>
                  <a:lnTo>
                    <a:pt x="1507416" y="3408500"/>
                  </a:lnTo>
                  <a:lnTo>
                    <a:pt x="1507525" y="3408500"/>
                  </a:lnTo>
                  <a:lnTo>
                    <a:pt x="1507633" y="3408500"/>
                  </a:lnTo>
                  <a:lnTo>
                    <a:pt x="1507742" y="3408500"/>
                  </a:lnTo>
                  <a:lnTo>
                    <a:pt x="1507850" y="3408500"/>
                  </a:lnTo>
                  <a:lnTo>
                    <a:pt x="1507958" y="3408500"/>
                  </a:lnTo>
                  <a:lnTo>
                    <a:pt x="1508067" y="3408500"/>
                  </a:lnTo>
                  <a:lnTo>
                    <a:pt x="1508067" y="3407877"/>
                  </a:lnTo>
                  <a:lnTo>
                    <a:pt x="1508175" y="3407877"/>
                  </a:lnTo>
                  <a:lnTo>
                    <a:pt x="1508175" y="3407253"/>
                  </a:lnTo>
                  <a:lnTo>
                    <a:pt x="1508284" y="3407253"/>
                  </a:lnTo>
                  <a:lnTo>
                    <a:pt x="1508284" y="3406630"/>
                  </a:lnTo>
                  <a:lnTo>
                    <a:pt x="1508392" y="3406630"/>
                  </a:lnTo>
                  <a:lnTo>
                    <a:pt x="1508501" y="3406630"/>
                  </a:lnTo>
                  <a:lnTo>
                    <a:pt x="1508609" y="3406630"/>
                  </a:lnTo>
                  <a:lnTo>
                    <a:pt x="1508718" y="3406630"/>
                  </a:lnTo>
                  <a:lnTo>
                    <a:pt x="1508826" y="3406630"/>
                  </a:lnTo>
                  <a:lnTo>
                    <a:pt x="1508934" y="3406630"/>
                  </a:lnTo>
                  <a:lnTo>
                    <a:pt x="1509043" y="3406630"/>
                  </a:lnTo>
                  <a:lnTo>
                    <a:pt x="1509151" y="3406630"/>
                  </a:lnTo>
                  <a:lnTo>
                    <a:pt x="1509260" y="3406630"/>
                  </a:lnTo>
                  <a:lnTo>
                    <a:pt x="1509368" y="3406630"/>
                  </a:lnTo>
                  <a:lnTo>
                    <a:pt x="1509477" y="3406630"/>
                  </a:lnTo>
                  <a:lnTo>
                    <a:pt x="1509585" y="3406630"/>
                  </a:lnTo>
                  <a:lnTo>
                    <a:pt x="1509585" y="3406006"/>
                  </a:lnTo>
                  <a:lnTo>
                    <a:pt x="1509694" y="3406006"/>
                  </a:lnTo>
                  <a:lnTo>
                    <a:pt x="1509802" y="3406006"/>
                  </a:lnTo>
                  <a:lnTo>
                    <a:pt x="1509802" y="3405383"/>
                  </a:lnTo>
                  <a:lnTo>
                    <a:pt x="1509802" y="3404759"/>
                  </a:lnTo>
                  <a:lnTo>
                    <a:pt x="1509910" y="3404759"/>
                  </a:lnTo>
                  <a:lnTo>
                    <a:pt x="1509910" y="3404135"/>
                  </a:lnTo>
                  <a:lnTo>
                    <a:pt x="1510019" y="3404135"/>
                  </a:lnTo>
                  <a:lnTo>
                    <a:pt x="1510127" y="3404135"/>
                  </a:lnTo>
                  <a:lnTo>
                    <a:pt x="1510236" y="3404135"/>
                  </a:lnTo>
                  <a:lnTo>
                    <a:pt x="1510344" y="3404135"/>
                  </a:lnTo>
                  <a:lnTo>
                    <a:pt x="1510344" y="3403512"/>
                  </a:lnTo>
                  <a:lnTo>
                    <a:pt x="1510453" y="3403512"/>
                  </a:lnTo>
                  <a:lnTo>
                    <a:pt x="1510561" y="3403512"/>
                  </a:lnTo>
                  <a:lnTo>
                    <a:pt x="1510670" y="3403512"/>
                  </a:lnTo>
                  <a:lnTo>
                    <a:pt x="1510778" y="3403512"/>
                  </a:lnTo>
                  <a:lnTo>
                    <a:pt x="1510887" y="3403512"/>
                  </a:lnTo>
                  <a:lnTo>
                    <a:pt x="1510887" y="3402888"/>
                  </a:lnTo>
                  <a:lnTo>
                    <a:pt x="1510995" y="3402888"/>
                  </a:lnTo>
                  <a:lnTo>
                    <a:pt x="1511103" y="3402888"/>
                  </a:lnTo>
                  <a:lnTo>
                    <a:pt x="1511103" y="3402265"/>
                  </a:lnTo>
                  <a:lnTo>
                    <a:pt x="1511212" y="3402265"/>
                  </a:lnTo>
                  <a:lnTo>
                    <a:pt x="1511320" y="3402265"/>
                  </a:lnTo>
                  <a:lnTo>
                    <a:pt x="1511429" y="3402265"/>
                  </a:lnTo>
                  <a:lnTo>
                    <a:pt x="1511537" y="3402265"/>
                  </a:lnTo>
                  <a:lnTo>
                    <a:pt x="1511537" y="3401641"/>
                  </a:lnTo>
                  <a:lnTo>
                    <a:pt x="1511646" y="3401641"/>
                  </a:lnTo>
                  <a:lnTo>
                    <a:pt x="1511754" y="3401641"/>
                  </a:lnTo>
                  <a:lnTo>
                    <a:pt x="1511863" y="3401641"/>
                  </a:lnTo>
                  <a:lnTo>
                    <a:pt x="1511971" y="3401641"/>
                  </a:lnTo>
                  <a:lnTo>
                    <a:pt x="1512079" y="3401641"/>
                  </a:lnTo>
                  <a:lnTo>
                    <a:pt x="1512188" y="3401641"/>
                  </a:lnTo>
                  <a:lnTo>
                    <a:pt x="1512296" y="3401641"/>
                  </a:lnTo>
                  <a:lnTo>
                    <a:pt x="1512405" y="3401641"/>
                  </a:lnTo>
                  <a:lnTo>
                    <a:pt x="1512513" y="3401641"/>
                  </a:lnTo>
                  <a:lnTo>
                    <a:pt x="1512622" y="3401641"/>
                  </a:lnTo>
                  <a:lnTo>
                    <a:pt x="1512622" y="3401017"/>
                  </a:lnTo>
                  <a:lnTo>
                    <a:pt x="1512730" y="3401017"/>
                  </a:lnTo>
                  <a:lnTo>
                    <a:pt x="1512839" y="3401017"/>
                  </a:lnTo>
                  <a:lnTo>
                    <a:pt x="1512947" y="3401017"/>
                  </a:lnTo>
                  <a:lnTo>
                    <a:pt x="1513055" y="3401017"/>
                  </a:lnTo>
                  <a:lnTo>
                    <a:pt x="1513055" y="3400394"/>
                  </a:lnTo>
                  <a:lnTo>
                    <a:pt x="1513164" y="3400394"/>
                  </a:lnTo>
                  <a:lnTo>
                    <a:pt x="1513164" y="3399770"/>
                  </a:lnTo>
                  <a:lnTo>
                    <a:pt x="1513272" y="3399770"/>
                  </a:lnTo>
                  <a:lnTo>
                    <a:pt x="1513381" y="3399770"/>
                  </a:lnTo>
                  <a:lnTo>
                    <a:pt x="1513381" y="3399147"/>
                  </a:lnTo>
                  <a:lnTo>
                    <a:pt x="1513489" y="3399147"/>
                  </a:lnTo>
                  <a:lnTo>
                    <a:pt x="1513598" y="3399147"/>
                  </a:lnTo>
                  <a:lnTo>
                    <a:pt x="1513706" y="3399147"/>
                  </a:lnTo>
                  <a:lnTo>
                    <a:pt x="1513815" y="3399147"/>
                  </a:lnTo>
                  <a:lnTo>
                    <a:pt x="1513815" y="3398523"/>
                  </a:lnTo>
                  <a:lnTo>
                    <a:pt x="1513923" y="3398523"/>
                  </a:lnTo>
                  <a:lnTo>
                    <a:pt x="1514031" y="3398523"/>
                  </a:lnTo>
                  <a:lnTo>
                    <a:pt x="1514031" y="3397900"/>
                  </a:lnTo>
                  <a:lnTo>
                    <a:pt x="1514140" y="3397900"/>
                  </a:lnTo>
                  <a:lnTo>
                    <a:pt x="1514248" y="3397900"/>
                  </a:lnTo>
                  <a:lnTo>
                    <a:pt x="1514357" y="3397900"/>
                  </a:lnTo>
                  <a:lnTo>
                    <a:pt x="1514465" y="3397900"/>
                  </a:lnTo>
                  <a:lnTo>
                    <a:pt x="1514574" y="3397900"/>
                  </a:lnTo>
                  <a:lnTo>
                    <a:pt x="1514682" y="3397900"/>
                  </a:lnTo>
                  <a:lnTo>
                    <a:pt x="1514791" y="3397900"/>
                  </a:lnTo>
                  <a:lnTo>
                    <a:pt x="1514899" y="3397900"/>
                  </a:lnTo>
                  <a:lnTo>
                    <a:pt x="1515007" y="3397900"/>
                  </a:lnTo>
                  <a:lnTo>
                    <a:pt x="1515116" y="3397900"/>
                  </a:lnTo>
                  <a:lnTo>
                    <a:pt x="1515224" y="3397900"/>
                  </a:lnTo>
                  <a:lnTo>
                    <a:pt x="1515224" y="3397276"/>
                  </a:lnTo>
                  <a:lnTo>
                    <a:pt x="1515333" y="3397276"/>
                  </a:lnTo>
                  <a:lnTo>
                    <a:pt x="1515441" y="3397276"/>
                  </a:lnTo>
                  <a:lnTo>
                    <a:pt x="1515550" y="3397276"/>
                  </a:lnTo>
                  <a:lnTo>
                    <a:pt x="1515550" y="3396652"/>
                  </a:lnTo>
                  <a:lnTo>
                    <a:pt x="1515658" y="3396652"/>
                  </a:lnTo>
                  <a:lnTo>
                    <a:pt x="1515767" y="3396652"/>
                  </a:lnTo>
                  <a:lnTo>
                    <a:pt x="1515875" y="3396652"/>
                  </a:lnTo>
                  <a:lnTo>
                    <a:pt x="1515984" y="3396652"/>
                  </a:lnTo>
                  <a:lnTo>
                    <a:pt x="1516092" y="3396652"/>
                  </a:lnTo>
                  <a:lnTo>
                    <a:pt x="1516200" y="3396652"/>
                  </a:lnTo>
                  <a:lnTo>
                    <a:pt x="1516200" y="3396029"/>
                  </a:lnTo>
                  <a:lnTo>
                    <a:pt x="1516309" y="3396029"/>
                  </a:lnTo>
                  <a:lnTo>
                    <a:pt x="1516309" y="3395405"/>
                  </a:lnTo>
                  <a:lnTo>
                    <a:pt x="1516417" y="3395405"/>
                  </a:lnTo>
                  <a:lnTo>
                    <a:pt x="1516417" y="3394782"/>
                  </a:lnTo>
                  <a:lnTo>
                    <a:pt x="1516526" y="3394782"/>
                  </a:lnTo>
                  <a:lnTo>
                    <a:pt x="1516634" y="3394782"/>
                  </a:lnTo>
                  <a:lnTo>
                    <a:pt x="1516743" y="3394782"/>
                  </a:lnTo>
                  <a:lnTo>
                    <a:pt x="1516851" y="3394782"/>
                  </a:lnTo>
                  <a:lnTo>
                    <a:pt x="1516851" y="3394158"/>
                  </a:lnTo>
                  <a:lnTo>
                    <a:pt x="1516960" y="3394158"/>
                  </a:lnTo>
                  <a:lnTo>
                    <a:pt x="1517068" y="3394158"/>
                  </a:lnTo>
                  <a:lnTo>
                    <a:pt x="1517176" y="3394158"/>
                  </a:lnTo>
                  <a:lnTo>
                    <a:pt x="1517176" y="3393534"/>
                  </a:lnTo>
                  <a:lnTo>
                    <a:pt x="1517285" y="3393534"/>
                  </a:lnTo>
                  <a:lnTo>
                    <a:pt x="1517393" y="3393534"/>
                  </a:lnTo>
                  <a:lnTo>
                    <a:pt x="1517502" y="3393534"/>
                  </a:lnTo>
                  <a:lnTo>
                    <a:pt x="1517502" y="3392911"/>
                  </a:lnTo>
                  <a:lnTo>
                    <a:pt x="1517502" y="3392287"/>
                  </a:lnTo>
                  <a:lnTo>
                    <a:pt x="1517610" y="3392287"/>
                  </a:lnTo>
                  <a:lnTo>
                    <a:pt x="1517719" y="3392287"/>
                  </a:lnTo>
                  <a:lnTo>
                    <a:pt x="1517827" y="3392287"/>
                  </a:lnTo>
                  <a:lnTo>
                    <a:pt x="1517827" y="3391664"/>
                  </a:lnTo>
                  <a:lnTo>
                    <a:pt x="1517827" y="3391040"/>
                  </a:lnTo>
                  <a:lnTo>
                    <a:pt x="1517936" y="3391040"/>
                  </a:lnTo>
                  <a:lnTo>
                    <a:pt x="1518044" y="3391040"/>
                  </a:lnTo>
                  <a:lnTo>
                    <a:pt x="1518152" y="3391040"/>
                  </a:lnTo>
                  <a:lnTo>
                    <a:pt x="1518261" y="3391040"/>
                  </a:lnTo>
                  <a:lnTo>
                    <a:pt x="1518261" y="3390417"/>
                  </a:lnTo>
                  <a:lnTo>
                    <a:pt x="1518369" y="3390417"/>
                  </a:lnTo>
                  <a:lnTo>
                    <a:pt x="1518478" y="3390417"/>
                  </a:lnTo>
                  <a:lnTo>
                    <a:pt x="1518586" y="3390417"/>
                  </a:lnTo>
                  <a:lnTo>
                    <a:pt x="1518695" y="3390417"/>
                  </a:lnTo>
                  <a:lnTo>
                    <a:pt x="1518803" y="3390417"/>
                  </a:lnTo>
                  <a:lnTo>
                    <a:pt x="1518912" y="3390417"/>
                  </a:lnTo>
                  <a:lnTo>
                    <a:pt x="1519020" y="3390417"/>
                  </a:lnTo>
                  <a:lnTo>
                    <a:pt x="1519128" y="3390417"/>
                  </a:lnTo>
                  <a:lnTo>
                    <a:pt x="1519128" y="3389793"/>
                  </a:lnTo>
                  <a:lnTo>
                    <a:pt x="1519237" y="3389793"/>
                  </a:lnTo>
                  <a:lnTo>
                    <a:pt x="1519345" y="3389793"/>
                  </a:lnTo>
                  <a:lnTo>
                    <a:pt x="1519345" y="3389169"/>
                  </a:lnTo>
                  <a:lnTo>
                    <a:pt x="1519454" y="3389169"/>
                  </a:lnTo>
                  <a:lnTo>
                    <a:pt x="1519562" y="3389169"/>
                  </a:lnTo>
                  <a:lnTo>
                    <a:pt x="1519671" y="3389169"/>
                  </a:lnTo>
                  <a:lnTo>
                    <a:pt x="1519779" y="3389169"/>
                  </a:lnTo>
                  <a:lnTo>
                    <a:pt x="1519888" y="3389169"/>
                  </a:lnTo>
                  <a:lnTo>
                    <a:pt x="1519996" y="3389169"/>
                  </a:lnTo>
                  <a:lnTo>
                    <a:pt x="1520105" y="3389169"/>
                  </a:lnTo>
                  <a:lnTo>
                    <a:pt x="1520213" y="3389169"/>
                  </a:lnTo>
                  <a:lnTo>
                    <a:pt x="1520321" y="3389169"/>
                  </a:lnTo>
                  <a:lnTo>
                    <a:pt x="1520321" y="3388546"/>
                  </a:lnTo>
                  <a:lnTo>
                    <a:pt x="1520321" y="3387922"/>
                  </a:lnTo>
                  <a:lnTo>
                    <a:pt x="1520430" y="3387922"/>
                  </a:lnTo>
                  <a:lnTo>
                    <a:pt x="1520538" y="3387922"/>
                  </a:lnTo>
                  <a:lnTo>
                    <a:pt x="1520647" y="3387922"/>
                  </a:lnTo>
                  <a:lnTo>
                    <a:pt x="1520647" y="3387299"/>
                  </a:lnTo>
                  <a:lnTo>
                    <a:pt x="1520647" y="3386675"/>
                  </a:lnTo>
                  <a:lnTo>
                    <a:pt x="1520755" y="3386675"/>
                  </a:lnTo>
                  <a:lnTo>
                    <a:pt x="1520755" y="3386051"/>
                  </a:lnTo>
                  <a:lnTo>
                    <a:pt x="1520864" y="3386051"/>
                  </a:lnTo>
                  <a:lnTo>
                    <a:pt x="1520972" y="3386051"/>
                  </a:lnTo>
                  <a:lnTo>
                    <a:pt x="1521081" y="3386051"/>
                  </a:lnTo>
                  <a:lnTo>
                    <a:pt x="1521189" y="3386051"/>
                  </a:lnTo>
                  <a:lnTo>
                    <a:pt x="1521297" y="3386051"/>
                  </a:lnTo>
                  <a:lnTo>
                    <a:pt x="1521406" y="3386051"/>
                  </a:lnTo>
                  <a:lnTo>
                    <a:pt x="1521514" y="3386051"/>
                  </a:lnTo>
                  <a:lnTo>
                    <a:pt x="1521514" y="3385428"/>
                  </a:lnTo>
                  <a:lnTo>
                    <a:pt x="1521623" y="3385428"/>
                  </a:lnTo>
                  <a:lnTo>
                    <a:pt x="1521623" y="3384804"/>
                  </a:lnTo>
                  <a:lnTo>
                    <a:pt x="1521731" y="3384804"/>
                  </a:lnTo>
                  <a:lnTo>
                    <a:pt x="1521731" y="3384181"/>
                  </a:lnTo>
                  <a:lnTo>
                    <a:pt x="1521731" y="3383557"/>
                  </a:lnTo>
                  <a:lnTo>
                    <a:pt x="1521731" y="3382934"/>
                  </a:lnTo>
                  <a:lnTo>
                    <a:pt x="1521840" y="3382934"/>
                  </a:lnTo>
                  <a:lnTo>
                    <a:pt x="1521948" y="3382934"/>
                  </a:lnTo>
                  <a:lnTo>
                    <a:pt x="1522057" y="3382934"/>
                  </a:lnTo>
                  <a:lnTo>
                    <a:pt x="1522165" y="3382934"/>
                  </a:lnTo>
                  <a:lnTo>
                    <a:pt x="1522273" y="3382934"/>
                  </a:lnTo>
                  <a:lnTo>
                    <a:pt x="1522382" y="3382934"/>
                  </a:lnTo>
                  <a:lnTo>
                    <a:pt x="1522490" y="3382934"/>
                  </a:lnTo>
                  <a:lnTo>
                    <a:pt x="1522599" y="3382934"/>
                  </a:lnTo>
                  <a:lnTo>
                    <a:pt x="1522707" y="3382934"/>
                  </a:lnTo>
                  <a:lnTo>
                    <a:pt x="1522816" y="3382934"/>
                  </a:lnTo>
                  <a:lnTo>
                    <a:pt x="1522924" y="3382934"/>
                  </a:lnTo>
                  <a:lnTo>
                    <a:pt x="1523033" y="3382934"/>
                  </a:lnTo>
                  <a:lnTo>
                    <a:pt x="1523141" y="3382934"/>
                  </a:lnTo>
                  <a:lnTo>
                    <a:pt x="1523249" y="3382934"/>
                  </a:lnTo>
                  <a:lnTo>
                    <a:pt x="1523249" y="3382310"/>
                  </a:lnTo>
                  <a:lnTo>
                    <a:pt x="1523358" y="3382310"/>
                  </a:lnTo>
                  <a:lnTo>
                    <a:pt x="1523466" y="3382310"/>
                  </a:lnTo>
                  <a:lnTo>
                    <a:pt x="1523466" y="3381686"/>
                  </a:lnTo>
                  <a:lnTo>
                    <a:pt x="1523575" y="3381686"/>
                  </a:lnTo>
                  <a:lnTo>
                    <a:pt x="1523683" y="3381686"/>
                  </a:lnTo>
                  <a:lnTo>
                    <a:pt x="1523792" y="3381686"/>
                  </a:lnTo>
                  <a:lnTo>
                    <a:pt x="1523900" y="3381686"/>
                  </a:lnTo>
                  <a:lnTo>
                    <a:pt x="1524009" y="3381686"/>
                  </a:lnTo>
                  <a:lnTo>
                    <a:pt x="1524117" y="3381686"/>
                  </a:lnTo>
                  <a:lnTo>
                    <a:pt x="1524226" y="3381686"/>
                  </a:lnTo>
                  <a:lnTo>
                    <a:pt x="1524334" y="3381686"/>
                  </a:lnTo>
                  <a:lnTo>
                    <a:pt x="1524442" y="3381686"/>
                  </a:lnTo>
                  <a:lnTo>
                    <a:pt x="1524551" y="3381686"/>
                  </a:lnTo>
                  <a:lnTo>
                    <a:pt x="1524659" y="3381686"/>
                  </a:lnTo>
                  <a:lnTo>
                    <a:pt x="1524768" y="3381686"/>
                  </a:lnTo>
                  <a:lnTo>
                    <a:pt x="1524876" y="3381686"/>
                  </a:lnTo>
                  <a:lnTo>
                    <a:pt x="1524876" y="3381063"/>
                  </a:lnTo>
                  <a:lnTo>
                    <a:pt x="1524985" y="3381063"/>
                  </a:lnTo>
                  <a:lnTo>
                    <a:pt x="1525093" y="3381063"/>
                  </a:lnTo>
                  <a:lnTo>
                    <a:pt x="1525202" y="3381063"/>
                  </a:lnTo>
                  <a:lnTo>
                    <a:pt x="1525310" y="3381063"/>
                  </a:lnTo>
                  <a:lnTo>
                    <a:pt x="1525310" y="3380439"/>
                  </a:lnTo>
                  <a:lnTo>
                    <a:pt x="1525418" y="3380439"/>
                  </a:lnTo>
                  <a:lnTo>
                    <a:pt x="1525527" y="3380439"/>
                  </a:lnTo>
                  <a:lnTo>
                    <a:pt x="1525635" y="3380439"/>
                  </a:lnTo>
                  <a:lnTo>
                    <a:pt x="1525744" y="3380439"/>
                  </a:lnTo>
                  <a:lnTo>
                    <a:pt x="1525744" y="3379816"/>
                  </a:lnTo>
                  <a:lnTo>
                    <a:pt x="1525744" y="3379192"/>
                  </a:lnTo>
                  <a:lnTo>
                    <a:pt x="1525852" y="3379192"/>
                  </a:lnTo>
                  <a:lnTo>
                    <a:pt x="1525961" y="3379192"/>
                  </a:lnTo>
                  <a:lnTo>
                    <a:pt x="1526069" y="3379192"/>
                  </a:lnTo>
                  <a:lnTo>
                    <a:pt x="1526069" y="3378569"/>
                  </a:lnTo>
                  <a:lnTo>
                    <a:pt x="1526178" y="3378569"/>
                  </a:lnTo>
                  <a:lnTo>
                    <a:pt x="1526178" y="3377945"/>
                  </a:lnTo>
                  <a:lnTo>
                    <a:pt x="1526286" y="3377945"/>
                  </a:lnTo>
                  <a:lnTo>
                    <a:pt x="1526394" y="3377945"/>
                  </a:lnTo>
                  <a:lnTo>
                    <a:pt x="1526394" y="3377321"/>
                  </a:lnTo>
                  <a:lnTo>
                    <a:pt x="1526394" y="3376698"/>
                  </a:lnTo>
                  <a:lnTo>
                    <a:pt x="1526503" y="3376698"/>
                  </a:lnTo>
                  <a:lnTo>
                    <a:pt x="1526611" y="3376698"/>
                  </a:lnTo>
                  <a:lnTo>
                    <a:pt x="1526720" y="3376698"/>
                  </a:lnTo>
                  <a:lnTo>
                    <a:pt x="1526828" y="3376698"/>
                  </a:lnTo>
                  <a:lnTo>
                    <a:pt x="1526937" y="3376698"/>
                  </a:lnTo>
                  <a:lnTo>
                    <a:pt x="1527045" y="3376698"/>
                  </a:lnTo>
                  <a:lnTo>
                    <a:pt x="1527154" y="3376698"/>
                  </a:lnTo>
                  <a:lnTo>
                    <a:pt x="1527262" y="3376698"/>
                  </a:lnTo>
                  <a:lnTo>
                    <a:pt x="1527370" y="3376698"/>
                  </a:lnTo>
                  <a:lnTo>
                    <a:pt x="1527479" y="3376698"/>
                  </a:lnTo>
                  <a:lnTo>
                    <a:pt x="1527587" y="3376698"/>
                  </a:lnTo>
                  <a:lnTo>
                    <a:pt x="1527696" y="3376698"/>
                  </a:lnTo>
                  <a:lnTo>
                    <a:pt x="1527804" y="3376698"/>
                  </a:lnTo>
                  <a:lnTo>
                    <a:pt x="1527913" y="3376698"/>
                  </a:lnTo>
                  <a:lnTo>
                    <a:pt x="1527913" y="3376074"/>
                  </a:lnTo>
                  <a:lnTo>
                    <a:pt x="1527913" y="3375451"/>
                  </a:lnTo>
                  <a:lnTo>
                    <a:pt x="1528021" y="3375451"/>
                  </a:lnTo>
                  <a:lnTo>
                    <a:pt x="1528130" y="3375451"/>
                  </a:lnTo>
                  <a:lnTo>
                    <a:pt x="1528238" y="3375451"/>
                  </a:lnTo>
                  <a:lnTo>
                    <a:pt x="1528347" y="3375451"/>
                  </a:lnTo>
                  <a:lnTo>
                    <a:pt x="1528455" y="3375451"/>
                  </a:lnTo>
                  <a:lnTo>
                    <a:pt x="1528563" y="3375451"/>
                  </a:lnTo>
                  <a:lnTo>
                    <a:pt x="1528672" y="3375451"/>
                  </a:lnTo>
                  <a:lnTo>
                    <a:pt x="1528780" y="3375451"/>
                  </a:lnTo>
                  <a:lnTo>
                    <a:pt x="1528889" y="3375451"/>
                  </a:lnTo>
                  <a:lnTo>
                    <a:pt x="1528997" y="3375451"/>
                  </a:lnTo>
                  <a:lnTo>
                    <a:pt x="1529106" y="3375451"/>
                  </a:lnTo>
                  <a:lnTo>
                    <a:pt x="1529214" y="3375451"/>
                  </a:lnTo>
                  <a:lnTo>
                    <a:pt x="1529214" y="3374827"/>
                  </a:lnTo>
                  <a:lnTo>
                    <a:pt x="1529323" y="3374827"/>
                  </a:lnTo>
                  <a:lnTo>
                    <a:pt x="1529431" y="3374827"/>
                  </a:lnTo>
                  <a:lnTo>
                    <a:pt x="1529539" y="3374827"/>
                  </a:lnTo>
                  <a:lnTo>
                    <a:pt x="1529648" y="3374827"/>
                  </a:lnTo>
                  <a:lnTo>
                    <a:pt x="1529756" y="3374827"/>
                  </a:lnTo>
                  <a:lnTo>
                    <a:pt x="1529865" y="3374827"/>
                  </a:lnTo>
                  <a:lnTo>
                    <a:pt x="1529865" y="3374203"/>
                  </a:lnTo>
                  <a:lnTo>
                    <a:pt x="1529865" y="3373580"/>
                  </a:lnTo>
                  <a:lnTo>
                    <a:pt x="1529973" y="3373580"/>
                  </a:lnTo>
                  <a:lnTo>
                    <a:pt x="1530082" y="3373580"/>
                  </a:lnTo>
                  <a:lnTo>
                    <a:pt x="1530190" y="3373580"/>
                  </a:lnTo>
                  <a:lnTo>
                    <a:pt x="1530299" y="3373580"/>
                  </a:lnTo>
                  <a:lnTo>
                    <a:pt x="1530407" y="3373580"/>
                  </a:lnTo>
                  <a:lnTo>
                    <a:pt x="1530515" y="3373580"/>
                  </a:lnTo>
                  <a:lnTo>
                    <a:pt x="1530515" y="3372956"/>
                  </a:lnTo>
                  <a:lnTo>
                    <a:pt x="1530624" y="3372956"/>
                  </a:lnTo>
                  <a:lnTo>
                    <a:pt x="1530732" y="3372956"/>
                  </a:lnTo>
                  <a:lnTo>
                    <a:pt x="1530841" y="3372956"/>
                  </a:lnTo>
                  <a:lnTo>
                    <a:pt x="1530949" y="3372956"/>
                  </a:lnTo>
                  <a:lnTo>
                    <a:pt x="1531058" y="3372956"/>
                  </a:lnTo>
                  <a:lnTo>
                    <a:pt x="1531166" y="3372956"/>
                  </a:lnTo>
                  <a:lnTo>
                    <a:pt x="1531275" y="3372956"/>
                  </a:lnTo>
                  <a:lnTo>
                    <a:pt x="1531383" y="3372956"/>
                  </a:lnTo>
                  <a:lnTo>
                    <a:pt x="1531491" y="3372956"/>
                  </a:lnTo>
                  <a:lnTo>
                    <a:pt x="1531600" y="3372956"/>
                  </a:lnTo>
                  <a:lnTo>
                    <a:pt x="1531708" y="3372956"/>
                  </a:lnTo>
                  <a:lnTo>
                    <a:pt x="1531817" y="3372956"/>
                  </a:lnTo>
                  <a:lnTo>
                    <a:pt x="1531925" y="3372956"/>
                  </a:lnTo>
                  <a:lnTo>
                    <a:pt x="1531925" y="3372333"/>
                  </a:lnTo>
                  <a:lnTo>
                    <a:pt x="1532034" y="3372333"/>
                  </a:lnTo>
                  <a:lnTo>
                    <a:pt x="1532034" y="3371709"/>
                  </a:lnTo>
                  <a:lnTo>
                    <a:pt x="1532142" y="3371709"/>
                  </a:lnTo>
                  <a:lnTo>
                    <a:pt x="1532251" y="3371709"/>
                  </a:lnTo>
                  <a:lnTo>
                    <a:pt x="1532251" y="3371086"/>
                  </a:lnTo>
                  <a:lnTo>
                    <a:pt x="1532359" y="3371086"/>
                  </a:lnTo>
                  <a:lnTo>
                    <a:pt x="1532468" y="3371086"/>
                  </a:lnTo>
                  <a:lnTo>
                    <a:pt x="1532576" y="3371086"/>
                  </a:lnTo>
                  <a:lnTo>
                    <a:pt x="1532684" y="3371086"/>
                  </a:lnTo>
                  <a:lnTo>
                    <a:pt x="1532793" y="3371086"/>
                  </a:lnTo>
                  <a:lnTo>
                    <a:pt x="1532901" y="3371086"/>
                  </a:lnTo>
                  <a:lnTo>
                    <a:pt x="1533010" y="3371086"/>
                  </a:lnTo>
                  <a:lnTo>
                    <a:pt x="1533118" y="3371086"/>
                  </a:lnTo>
                  <a:lnTo>
                    <a:pt x="1533227" y="3371086"/>
                  </a:lnTo>
                  <a:lnTo>
                    <a:pt x="1533227" y="3370462"/>
                  </a:lnTo>
                  <a:lnTo>
                    <a:pt x="1533335" y="3370462"/>
                  </a:lnTo>
                  <a:lnTo>
                    <a:pt x="1533444" y="3370462"/>
                  </a:lnTo>
                  <a:lnTo>
                    <a:pt x="1533444" y="3369838"/>
                  </a:lnTo>
                  <a:lnTo>
                    <a:pt x="1533552" y="3369838"/>
                  </a:lnTo>
                  <a:lnTo>
                    <a:pt x="1533660" y="3369838"/>
                  </a:lnTo>
                  <a:lnTo>
                    <a:pt x="1533769" y="3369838"/>
                  </a:lnTo>
                  <a:lnTo>
                    <a:pt x="1533877" y="3369838"/>
                  </a:lnTo>
                  <a:lnTo>
                    <a:pt x="1533986" y="3369838"/>
                  </a:lnTo>
                  <a:lnTo>
                    <a:pt x="1533986" y="3369215"/>
                  </a:lnTo>
                  <a:lnTo>
                    <a:pt x="1533986" y="3368591"/>
                  </a:lnTo>
                  <a:lnTo>
                    <a:pt x="1534094" y="3368591"/>
                  </a:lnTo>
                  <a:lnTo>
                    <a:pt x="1534203" y="3368591"/>
                  </a:lnTo>
                  <a:lnTo>
                    <a:pt x="1534203" y="3367968"/>
                  </a:lnTo>
                  <a:lnTo>
                    <a:pt x="1534311" y="3367968"/>
                  </a:lnTo>
                  <a:lnTo>
                    <a:pt x="1534420" y="3367968"/>
                  </a:lnTo>
                  <a:lnTo>
                    <a:pt x="1534528" y="3367968"/>
                  </a:lnTo>
                  <a:lnTo>
                    <a:pt x="1534528" y="3367344"/>
                  </a:lnTo>
                  <a:lnTo>
                    <a:pt x="1534528" y="3366720"/>
                  </a:lnTo>
                  <a:lnTo>
                    <a:pt x="1534636" y="3366720"/>
                  </a:lnTo>
                  <a:lnTo>
                    <a:pt x="1534745" y="3366720"/>
                  </a:lnTo>
                  <a:lnTo>
                    <a:pt x="1534853" y="3366720"/>
                  </a:lnTo>
                  <a:lnTo>
                    <a:pt x="1534853" y="3366097"/>
                  </a:lnTo>
                  <a:lnTo>
                    <a:pt x="1534962" y="3366097"/>
                  </a:lnTo>
                  <a:lnTo>
                    <a:pt x="1535070" y="3366097"/>
                  </a:lnTo>
                  <a:lnTo>
                    <a:pt x="1535179" y="3366097"/>
                  </a:lnTo>
                  <a:lnTo>
                    <a:pt x="1535287" y="3366097"/>
                  </a:lnTo>
                  <a:lnTo>
                    <a:pt x="1535396" y="3366097"/>
                  </a:lnTo>
                  <a:lnTo>
                    <a:pt x="1535504" y="3366097"/>
                  </a:lnTo>
                  <a:lnTo>
                    <a:pt x="1535612" y="3366097"/>
                  </a:lnTo>
                  <a:lnTo>
                    <a:pt x="1535721" y="3366097"/>
                  </a:lnTo>
                  <a:lnTo>
                    <a:pt x="1535829" y="3366097"/>
                  </a:lnTo>
                  <a:lnTo>
                    <a:pt x="1535938" y="3366097"/>
                  </a:lnTo>
                  <a:lnTo>
                    <a:pt x="1535938" y="3365473"/>
                  </a:lnTo>
                  <a:lnTo>
                    <a:pt x="1536046" y="3365473"/>
                  </a:lnTo>
                  <a:lnTo>
                    <a:pt x="1536155" y="3365473"/>
                  </a:lnTo>
                  <a:lnTo>
                    <a:pt x="1536263" y="3365473"/>
                  </a:lnTo>
                  <a:lnTo>
                    <a:pt x="1536372" y="3365473"/>
                  </a:lnTo>
                  <a:lnTo>
                    <a:pt x="1536372" y="3364850"/>
                  </a:lnTo>
                  <a:lnTo>
                    <a:pt x="1536480" y="3364850"/>
                  </a:lnTo>
                  <a:lnTo>
                    <a:pt x="1536480" y="3364226"/>
                  </a:lnTo>
                  <a:lnTo>
                    <a:pt x="1536589" y="3364226"/>
                  </a:lnTo>
                  <a:lnTo>
                    <a:pt x="1536589" y="3363603"/>
                  </a:lnTo>
                  <a:lnTo>
                    <a:pt x="1536697" y="3363603"/>
                  </a:lnTo>
                  <a:lnTo>
                    <a:pt x="1536805" y="3363603"/>
                  </a:lnTo>
                  <a:lnTo>
                    <a:pt x="1536914" y="3363603"/>
                  </a:lnTo>
                  <a:lnTo>
                    <a:pt x="1536914" y="3362979"/>
                  </a:lnTo>
                  <a:lnTo>
                    <a:pt x="1536914" y="3362355"/>
                  </a:lnTo>
                  <a:lnTo>
                    <a:pt x="1536914" y="3361732"/>
                  </a:lnTo>
                  <a:lnTo>
                    <a:pt x="1537022" y="3361732"/>
                  </a:lnTo>
                  <a:lnTo>
                    <a:pt x="1537022" y="3361108"/>
                  </a:lnTo>
                  <a:lnTo>
                    <a:pt x="1537022" y="3360485"/>
                  </a:lnTo>
                  <a:lnTo>
                    <a:pt x="1537131" y="3360485"/>
                  </a:lnTo>
                  <a:lnTo>
                    <a:pt x="1537239" y="3360485"/>
                  </a:lnTo>
                  <a:lnTo>
                    <a:pt x="1537239" y="3359861"/>
                  </a:lnTo>
                  <a:lnTo>
                    <a:pt x="1537348" y="3359861"/>
                  </a:lnTo>
                  <a:lnTo>
                    <a:pt x="1537456" y="3359861"/>
                  </a:lnTo>
                  <a:lnTo>
                    <a:pt x="1537565" y="3359861"/>
                  </a:lnTo>
                  <a:lnTo>
                    <a:pt x="1537673" y="3359861"/>
                  </a:lnTo>
                  <a:lnTo>
                    <a:pt x="1537781" y="3359861"/>
                  </a:lnTo>
                  <a:lnTo>
                    <a:pt x="1537890" y="3359861"/>
                  </a:lnTo>
                  <a:lnTo>
                    <a:pt x="1537998" y="3359861"/>
                  </a:lnTo>
                  <a:lnTo>
                    <a:pt x="1538107" y="3359861"/>
                  </a:lnTo>
                  <a:lnTo>
                    <a:pt x="1538215" y="3359861"/>
                  </a:lnTo>
                  <a:lnTo>
                    <a:pt x="1538215" y="3359237"/>
                  </a:lnTo>
                  <a:lnTo>
                    <a:pt x="1538324" y="3359237"/>
                  </a:lnTo>
                  <a:lnTo>
                    <a:pt x="1538432" y="3359237"/>
                  </a:lnTo>
                  <a:lnTo>
                    <a:pt x="1538541" y="3359237"/>
                  </a:lnTo>
                  <a:lnTo>
                    <a:pt x="1538541" y="3358614"/>
                  </a:lnTo>
                  <a:lnTo>
                    <a:pt x="1538541" y="3357990"/>
                  </a:lnTo>
                  <a:lnTo>
                    <a:pt x="1538649" y="3357990"/>
                  </a:lnTo>
                  <a:lnTo>
                    <a:pt x="1538757" y="3357990"/>
                  </a:lnTo>
                  <a:lnTo>
                    <a:pt x="1538757" y="3357367"/>
                  </a:lnTo>
                  <a:lnTo>
                    <a:pt x="1538866" y="3357367"/>
                  </a:lnTo>
                  <a:lnTo>
                    <a:pt x="1538974" y="3357367"/>
                  </a:lnTo>
                  <a:lnTo>
                    <a:pt x="1539083" y="3357367"/>
                  </a:lnTo>
                  <a:lnTo>
                    <a:pt x="1539191" y="3357367"/>
                  </a:lnTo>
                  <a:lnTo>
                    <a:pt x="1539191" y="3356743"/>
                  </a:lnTo>
                  <a:lnTo>
                    <a:pt x="1539300" y="3356743"/>
                  </a:lnTo>
                  <a:lnTo>
                    <a:pt x="1539408" y="3356743"/>
                  </a:lnTo>
                  <a:lnTo>
                    <a:pt x="1539517" y="3356743"/>
                  </a:lnTo>
                  <a:lnTo>
                    <a:pt x="1539517" y="3356120"/>
                  </a:lnTo>
                  <a:lnTo>
                    <a:pt x="1539625" y="3356120"/>
                  </a:lnTo>
                  <a:lnTo>
                    <a:pt x="1539733" y="3356120"/>
                  </a:lnTo>
                  <a:lnTo>
                    <a:pt x="1539842" y="3356120"/>
                  </a:lnTo>
                  <a:lnTo>
                    <a:pt x="1539950" y="3356120"/>
                  </a:lnTo>
                  <a:lnTo>
                    <a:pt x="1540059" y="3356120"/>
                  </a:lnTo>
                  <a:lnTo>
                    <a:pt x="1540059" y="3355496"/>
                  </a:lnTo>
                  <a:lnTo>
                    <a:pt x="1540167" y="3355496"/>
                  </a:lnTo>
                  <a:lnTo>
                    <a:pt x="1540276" y="3355496"/>
                  </a:lnTo>
                  <a:lnTo>
                    <a:pt x="1540384" y="3355496"/>
                  </a:lnTo>
                  <a:lnTo>
                    <a:pt x="1540384" y="3354872"/>
                  </a:lnTo>
                  <a:lnTo>
                    <a:pt x="1540493" y="3354872"/>
                  </a:lnTo>
                  <a:lnTo>
                    <a:pt x="1540601" y="3354872"/>
                  </a:lnTo>
                  <a:lnTo>
                    <a:pt x="1540709" y="3354872"/>
                  </a:lnTo>
                  <a:lnTo>
                    <a:pt x="1540709" y="3354249"/>
                  </a:lnTo>
                  <a:lnTo>
                    <a:pt x="1540818" y="3354249"/>
                  </a:lnTo>
                  <a:lnTo>
                    <a:pt x="1540926" y="3354249"/>
                  </a:lnTo>
                  <a:lnTo>
                    <a:pt x="1541035" y="3354249"/>
                  </a:lnTo>
                  <a:lnTo>
                    <a:pt x="1541143" y="3354249"/>
                  </a:lnTo>
                  <a:lnTo>
                    <a:pt x="1541143" y="3353625"/>
                  </a:lnTo>
                  <a:lnTo>
                    <a:pt x="1541252" y="3353625"/>
                  </a:lnTo>
                  <a:lnTo>
                    <a:pt x="1541360" y="3353625"/>
                  </a:lnTo>
                  <a:lnTo>
                    <a:pt x="1541360" y="3353002"/>
                  </a:lnTo>
                  <a:lnTo>
                    <a:pt x="1541360" y="3352378"/>
                  </a:lnTo>
                  <a:lnTo>
                    <a:pt x="1541469" y="3352378"/>
                  </a:lnTo>
                  <a:lnTo>
                    <a:pt x="1541577" y="3352378"/>
                  </a:lnTo>
                  <a:lnTo>
                    <a:pt x="1541686" y="3352378"/>
                  </a:lnTo>
                  <a:lnTo>
                    <a:pt x="1541794" y="3352378"/>
                  </a:lnTo>
                  <a:lnTo>
                    <a:pt x="1541902" y="3352378"/>
                  </a:lnTo>
                  <a:lnTo>
                    <a:pt x="1542011" y="3352378"/>
                  </a:lnTo>
                  <a:lnTo>
                    <a:pt x="1542119" y="3352378"/>
                  </a:lnTo>
                  <a:lnTo>
                    <a:pt x="1542228" y="3352378"/>
                  </a:lnTo>
                  <a:lnTo>
                    <a:pt x="1542228" y="3351754"/>
                  </a:lnTo>
                  <a:lnTo>
                    <a:pt x="1542228" y="3351131"/>
                  </a:lnTo>
                  <a:lnTo>
                    <a:pt x="1542336" y="3351131"/>
                  </a:lnTo>
                  <a:lnTo>
                    <a:pt x="1542445" y="3351131"/>
                  </a:lnTo>
                  <a:lnTo>
                    <a:pt x="1542445" y="3350507"/>
                  </a:lnTo>
                  <a:lnTo>
                    <a:pt x="1542445" y="3349884"/>
                  </a:lnTo>
                  <a:lnTo>
                    <a:pt x="1542445" y="3349260"/>
                  </a:lnTo>
                  <a:lnTo>
                    <a:pt x="1542553" y="3349260"/>
                  </a:lnTo>
                  <a:lnTo>
                    <a:pt x="1542553" y="3348637"/>
                  </a:lnTo>
                  <a:lnTo>
                    <a:pt x="1542662" y="3348637"/>
                  </a:lnTo>
                  <a:lnTo>
                    <a:pt x="1542770" y="3348637"/>
                  </a:lnTo>
                  <a:lnTo>
                    <a:pt x="1542878" y="3348637"/>
                  </a:lnTo>
                  <a:lnTo>
                    <a:pt x="1542987" y="3348637"/>
                  </a:lnTo>
                  <a:lnTo>
                    <a:pt x="1542987" y="3348013"/>
                  </a:lnTo>
                  <a:lnTo>
                    <a:pt x="1543095" y="3348013"/>
                  </a:lnTo>
                  <a:lnTo>
                    <a:pt x="1543204" y="3348013"/>
                  </a:lnTo>
                  <a:lnTo>
                    <a:pt x="1543312" y="3348013"/>
                  </a:lnTo>
                  <a:lnTo>
                    <a:pt x="1543312" y="3347389"/>
                  </a:lnTo>
                  <a:lnTo>
                    <a:pt x="1543421" y="3347389"/>
                  </a:lnTo>
                  <a:lnTo>
                    <a:pt x="1543529" y="3347389"/>
                  </a:lnTo>
                  <a:lnTo>
                    <a:pt x="1543529" y="3346766"/>
                  </a:lnTo>
                  <a:lnTo>
                    <a:pt x="1543638" y="3346766"/>
                  </a:lnTo>
                  <a:lnTo>
                    <a:pt x="1543746" y="3346766"/>
                  </a:lnTo>
                  <a:lnTo>
                    <a:pt x="1543854" y="3346766"/>
                  </a:lnTo>
                  <a:lnTo>
                    <a:pt x="1543854" y="3346142"/>
                  </a:lnTo>
                  <a:lnTo>
                    <a:pt x="1543963" y="3346142"/>
                  </a:lnTo>
                  <a:lnTo>
                    <a:pt x="1544071" y="3346142"/>
                  </a:lnTo>
                  <a:lnTo>
                    <a:pt x="1544071" y="3345519"/>
                  </a:lnTo>
                  <a:lnTo>
                    <a:pt x="1544071" y="3344895"/>
                  </a:lnTo>
                  <a:lnTo>
                    <a:pt x="1544180" y="3344895"/>
                  </a:lnTo>
                  <a:lnTo>
                    <a:pt x="1544180" y="3344271"/>
                  </a:lnTo>
                  <a:lnTo>
                    <a:pt x="1544180" y="3343648"/>
                  </a:lnTo>
                  <a:lnTo>
                    <a:pt x="1544288" y="3343648"/>
                  </a:lnTo>
                  <a:lnTo>
                    <a:pt x="1544288" y="3343024"/>
                  </a:lnTo>
                  <a:lnTo>
                    <a:pt x="1544397" y="3343024"/>
                  </a:lnTo>
                  <a:lnTo>
                    <a:pt x="1544505" y="3343024"/>
                  </a:lnTo>
                  <a:lnTo>
                    <a:pt x="1544614" y="3343024"/>
                  </a:lnTo>
                  <a:lnTo>
                    <a:pt x="1544614" y="3342401"/>
                  </a:lnTo>
                  <a:lnTo>
                    <a:pt x="1544722" y="3342401"/>
                  </a:lnTo>
                  <a:lnTo>
                    <a:pt x="1544830" y="3342401"/>
                  </a:lnTo>
                  <a:lnTo>
                    <a:pt x="1544939" y="3342401"/>
                  </a:lnTo>
                  <a:lnTo>
                    <a:pt x="1545047" y="3342401"/>
                  </a:lnTo>
                  <a:lnTo>
                    <a:pt x="1545156" y="3342401"/>
                  </a:lnTo>
                  <a:lnTo>
                    <a:pt x="1545264" y="3342401"/>
                  </a:lnTo>
                  <a:lnTo>
                    <a:pt x="1545373" y="3342401"/>
                  </a:lnTo>
                  <a:lnTo>
                    <a:pt x="1545481" y="3342401"/>
                  </a:lnTo>
                  <a:lnTo>
                    <a:pt x="1545481" y="3341777"/>
                  </a:lnTo>
                  <a:lnTo>
                    <a:pt x="1545590" y="3341777"/>
                  </a:lnTo>
                  <a:lnTo>
                    <a:pt x="1545698" y="3341777"/>
                  </a:lnTo>
                  <a:lnTo>
                    <a:pt x="1545698" y="3341154"/>
                  </a:lnTo>
                  <a:lnTo>
                    <a:pt x="1545807" y="3341154"/>
                  </a:lnTo>
                  <a:lnTo>
                    <a:pt x="1545915" y="3341154"/>
                  </a:lnTo>
                  <a:lnTo>
                    <a:pt x="1546023" y="3341154"/>
                  </a:lnTo>
                  <a:lnTo>
                    <a:pt x="1546132" y="3341154"/>
                  </a:lnTo>
                  <a:lnTo>
                    <a:pt x="1546240" y="3341154"/>
                  </a:lnTo>
                  <a:lnTo>
                    <a:pt x="1546349" y="3341154"/>
                  </a:lnTo>
                  <a:lnTo>
                    <a:pt x="1546349" y="3340530"/>
                  </a:lnTo>
                  <a:lnTo>
                    <a:pt x="1546457" y="3340530"/>
                  </a:lnTo>
                  <a:lnTo>
                    <a:pt x="1546566" y="3340530"/>
                  </a:lnTo>
                  <a:lnTo>
                    <a:pt x="1546674" y="3340530"/>
                  </a:lnTo>
                  <a:lnTo>
                    <a:pt x="1546783" y="3340530"/>
                  </a:lnTo>
                  <a:lnTo>
                    <a:pt x="1546891" y="3340530"/>
                  </a:lnTo>
                  <a:lnTo>
                    <a:pt x="1546999" y="3340530"/>
                  </a:lnTo>
                  <a:lnTo>
                    <a:pt x="1547108" y="3340530"/>
                  </a:lnTo>
                  <a:lnTo>
                    <a:pt x="1547108" y="3339906"/>
                  </a:lnTo>
                  <a:lnTo>
                    <a:pt x="1547216" y="3339906"/>
                  </a:lnTo>
                  <a:lnTo>
                    <a:pt x="1547325" y="3339906"/>
                  </a:lnTo>
                  <a:lnTo>
                    <a:pt x="1547325" y="3339283"/>
                  </a:lnTo>
                  <a:lnTo>
                    <a:pt x="1547433" y="3339283"/>
                  </a:lnTo>
                  <a:lnTo>
                    <a:pt x="1547542" y="3339283"/>
                  </a:lnTo>
                  <a:lnTo>
                    <a:pt x="1547650" y="3339283"/>
                  </a:lnTo>
                  <a:lnTo>
                    <a:pt x="1547759" y="3339283"/>
                  </a:lnTo>
                  <a:lnTo>
                    <a:pt x="1547867" y="3339283"/>
                  </a:lnTo>
                  <a:lnTo>
                    <a:pt x="1547975" y="3339283"/>
                  </a:lnTo>
                  <a:lnTo>
                    <a:pt x="1548084" y="3339283"/>
                  </a:lnTo>
                  <a:lnTo>
                    <a:pt x="1548084" y="3338659"/>
                  </a:lnTo>
                  <a:lnTo>
                    <a:pt x="1548192" y="3338659"/>
                  </a:lnTo>
                  <a:lnTo>
                    <a:pt x="1548301" y="3338659"/>
                  </a:lnTo>
                  <a:lnTo>
                    <a:pt x="1548301" y="3338036"/>
                  </a:lnTo>
                  <a:lnTo>
                    <a:pt x="1548409" y="3338036"/>
                  </a:lnTo>
                  <a:lnTo>
                    <a:pt x="1548518" y="3338036"/>
                  </a:lnTo>
                  <a:lnTo>
                    <a:pt x="1548626" y="3338036"/>
                  </a:lnTo>
                  <a:lnTo>
                    <a:pt x="1548735" y="3338036"/>
                  </a:lnTo>
                  <a:lnTo>
                    <a:pt x="1548843" y="3338036"/>
                  </a:lnTo>
                  <a:lnTo>
                    <a:pt x="1548951" y="3338036"/>
                  </a:lnTo>
                  <a:lnTo>
                    <a:pt x="1549060" y="3338036"/>
                  </a:lnTo>
                  <a:lnTo>
                    <a:pt x="1549168" y="3338036"/>
                  </a:lnTo>
                  <a:lnTo>
                    <a:pt x="1549168" y="3337412"/>
                  </a:lnTo>
                  <a:lnTo>
                    <a:pt x="1549277" y="3337412"/>
                  </a:lnTo>
                  <a:lnTo>
                    <a:pt x="1549385" y="3337412"/>
                  </a:lnTo>
                  <a:lnTo>
                    <a:pt x="1549494" y="3337412"/>
                  </a:lnTo>
                  <a:lnTo>
                    <a:pt x="1549602" y="3337412"/>
                  </a:lnTo>
                  <a:lnTo>
                    <a:pt x="1549602" y="3336788"/>
                  </a:lnTo>
                  <a:lnTo>
                    <a:pt x="1549711" y="3336788"/>
                  </a:lnTo>
                  <a:lnTo>
                    <a:pt x="1549711" y="3336165"/>
                  </a:lnTo>
                  <a:lnTo>
                    <a:pt x="1549819" y="3336165"/>
                  </a:lnTo>
                  <a:lnTo>
                    <a:pt x="1549928" y="3336165"/>
                  </a:lnTo>
                  <a:lnTo>
                    <a:pt x="1549928" y="3335541"/>
                  </a:lnTo>
                  <a:lnTo>
                    <a:pt x="1550036" y="3335541"/>
                  </a:lnTo>
                  <a:lnTo>
                    <a:pt x="1550144" y="3335541"/>
                  </a:lnTo>
                  <a:lnTo>
                    <a:pt x="1550144" y="3334918"/>
                  </a:lnTo>
                  <a:lnTo>
                    <a:pt x="1550144" y="3334294"/>
                  </a:lnTo>
                  <a:lnTo>
                    <a:pt x="1550144" y="3333671"/>
                  </a:lnTo>
                  <a:lnTo>
                    <a:pt x="1550253" y="3333671"/>
                  </a:lnTo>
                  <a:lnTo>
                    <a:pt x="1550361" y="3333671"/>
                  </a:lnTo>
                  <a:lnTo>
                    <a:pt x="1550470" y="3333671"/>
                  </a:lnTo>
                  <a:lnTo>
                    <a:pt x="1550470" y="3333047"/>
                  </a:lnTo>
                  <a:lnTo>
                    <a:pt x="1550470" y="3332423"/>
                  </a:lnTo>
                  <a:lnTo>
                    <a:pt x="1550470" y="3331800"/>
                  </a:lnTo>
                  <a:lnTo>
                    <a:pt x="1550578" y="3331800"/>
                  </a:lnTo>
                  <a:lnTo>
                    <a:pt x="1550687" y="3331800"/>
                  </a:lnTo>
                  <a:lnTo>
                    <a:pt x="1550795" y="3331800"/>
                  </a:lnTo>
                  <a:lnTo>
                    <a:pt x="1550904" y="3331800"/>
                  </a:lnTo>
                  <a:lnTo>
                    <a:pt x="1551012" y="3331800"/>
                  </a:lnTo>
                  <a:lnTo>
                    <a:pt x="1551012" y="3331176"/>
                  </a:lnTo>
                  <a:lnTo>
                    <a:pt x="1551120" y="3331176"/>
                  </a:lnTo>
                  <a:lnTo>
                    <a:pt x="1551229" y="3331176"/>
                  </a:lnTo>
                  <a:lnTo>
                    <a:pt x="1551229" y="3330553"/>
                  </a:lnTo>
                  <a:lnTo>
                    <a:pt x="1551229" y="3329929"/>
                  </a:lnTo>
                  <a:lnTo>
                    <a:pt x="1551337" y="3329929"/>
                  </a:lnTo>
                  <a:lnTo>
                    <a:pt x="1551446" y="3329929"/>
                  </a:lnTo>
                  <a:lnTo>
                    <a:pt x="1551554" y="3329929"/>
                  </a:lnTo>
                  <a:lnTo>
                    <a:pt x="1551663" y="3329929"/>
                  </a:lnTo>
                  <a:lnTo>
                    <a:pt x="1551771" y="3329929"/>
                  </a:lnTo>
                  <a:lnTo>
                    <a:pt x="1551771" y="3329306"/>
                  </a:lnTo>
                  <a:lnTo>
                    <a:pt x="1551880" y="3329306"/>
                  </a:lnTo>
                  <a:lnTo>
                    <a:pt x="1551988" y="3329306"/>
                  </a:lnTo>
                  <a:lnTo>
                    <a:pt x="1552096" y="3329306"/>
                  </a:lnTo>
                  <a:lnTo>
                    <a:pt x="1552205" y="3329306"/>
                  </a:lnTo>
                  <a:lnTo>
                    <a:pt x="1552313" y="3329306"/>
                  </a:lnTo>
                  <a:lnTo>
                    <a:pt x="1552422" y="3329306"/>
                  </a:lnTo>
                  <a:lnTo>
                    <a:pt x="1552530" y="3329306"/>
                  </a:lnTo>
                  <a:lnTo>
                    <a:pt x="1552530" y="3328682"/>
                  </a:lnTo>
                  <a:lnTo>
                    <a:pt x="1552639" y="3328682"/>
                  </a:lnTo>
                  <a:lnTo>
                    <a:pt x="1552747" y="3328682"/>
                  </a:lnTo>
                  <a:lnTo>
                    <a:pt x="1552856" y="3328682"/>
                  </a:lnTo>
                  <a:lnTo>
                    <a:pt x="1552964" y="3328682"/>
                  </a:lnTo>
                  <a:lnTo>
                    <a:pt x="1553072" y="3328682"/>
                  </a:lnTo>
                  <a:lnTo>
                    <a:pt x="1553072" y="3328058"/>
                  </a:lnTo>
                  <a:lnTo>
                    <a:pt x="1553181" y="3328058"/>
                  </a:lnTo>
                  <a:lnTo>
                    <a:pt x="1553181" y="3327435"/>
                  </a:lnTo>
                  <a:lnTo>
                    <a:pt x="1553181" y="3326811"/>
                  </a:lnTo>
                  <a:lnTo>
                    <a:pt x="1553181" y="3326188"/>
                  </a:lnTo>
                  <a:lnTo>
                    <a:pt x="1553181" y="3325564"/>
                  </a:lnTo>
                  <a:lnTo>
                    <a:pt x="1553289" y="3325564"/>
                  </a:lnTo>
                  <a:lnTo>
                    <a:pt x="1553398" y="3325564"/>
                  </a:lnTo>
                  <a:lnTo>
                    <a:pt x="1553398" y="3324940"/>
                  </a:lnTo>
                  <a:lnTo>
                    <a:pt x="1553506" y="3324940"/>
                  </a:lnTo>
                  <a:lnTo>
                    <a:pt x="1553615" y="3324940"/>
                  </a:lnTo>
                  <a:lnTo>
                    <a:pt x="1553615" y="3324317"/>
                  </a:lnTo>
                  <a:lnTo>
                    <a:pt x="1553723" y="3324317"/>
                  </a:lnTo>
                  <a:lnTo>
                    <a:pt x="1553832" y="3324317"/>
                  </a:lnTo>
                  <a:lnTo>
                    <a:pt x="1553940" y="3324317"/>
                  </a:lnTo>
                  <a:lnTo>
                    <a:pt x="1554049" y="3324317"/>
                  </a:lnTo>
                  <a:lnTo>
                    <a:pt x="1554157" y="3324317"/>
                  </a:lnTo>
                  <a:lnTo>
                    <a:pt x="1554265" y="3324317"/>
                  </a:lnTo>
                  <a:lnTo>
                    <a:pt x="1554265" y="3323693"/>
                  </a:lnTo>
                  <a:lnTo>
                    <a:pt x="1554374" y="3323693"/>
                  </a:lnTo>
                  <a:lnTo>
                    <a:pt x="1554482" y="3323693"/>
                  </a:lnTo>
                  <a:lnTo>
                    <a:pt x="1554591" y="3323693"/>
                  </a:lnTo>
                  <a:lnTo>
                    <a:pt x="1554591" y="3323070"/>
                  </a:lnTo>
                  <a:lnTo>
                    <a:pt x="1554699" y="3323070"/>
                  </a:lnTo>
                  <a:lnTo>
                    <a:pt x="1554699" y="3322446"/>
                  </a:lnTo>
                  <a:lnTo>
                    <a:pt x="1554808" y="3322446"/>
                  </a:lnTo>
                  <a:lnTo>
                    <a:pt x="1554916" y="3322446"/>
                  </a:lnTo>
                  <a:lnTo>
                    <a:pt x="1555025" y="3322446"/>
                  </a:lnTo>
                  <a:lnTo>
                    <a:pt x="1555133" y="3322446"/>
                  </a:lnTo>
                  <a:lnTo>
                    <a:pt x="1555241" y="3322446"/>
                  </a:lnTo>
                  <a:lnTo>
                    <a:pt x="1555350" y="3322446"/>
                  </a:lnTo>
                  <a:lnTo>
                    <a:pt x="1555458" y="3322446"/>
                  </a:lnTo>
                  <a:lnTo>
                    <a:pt x="1555567" y="3322446"/>
                  </a:lnTo>
                  <a:lnTo>
                    <a:pt x="1555675" y="3322446"/>
                  </a:lnTo>
                  <a:lnTo>
                    <a:pt x="1555784" y="3322446"/>
                  </a:lnTo>
                  <a:lnTo>
                    <a:pt x="1555892" y="3322446"/>
                  </a:lnTo>
                  <a:lnTo>
                    <a:pt x="1556001" y="3322446"/>
                  </a:lnTo>
                  <a:lnTo>
                    <a:pt x="1556109" y="3322446"/>
                  </a:lnTo>
                  <a:lnTo>
                    <a:pt x="1556109" y="3321823"/>
                  </a:lnTo>
                  <a:lnTo>
                    <a:pt x="1556217" y="3321823"/>
                  </a:lnTo>
                  <a:lnTo>
                    <a:pt x="1556326" y="3321823"/>
                  </a:lnTo>
                  <a:lnTo>
                    <a:pt x="1556326" y="3321199"/>
                  </a:lnTo>
                  <a:lnTo>
                    <a:pt x="1556326" y="3320575"/>
                  </a:lnTo>
                  <a:lnTo>
                    <a:pt x="1556326" y="3319952"/>
                  </a:lnTo>
                  <a:lnTo>
                    <a:pt x="1556326" y="3319328"/>
                  </a:lnTo>
                  <a:lnTo>
                    <a:pt x="1556434" y="3319328"/>
                  </a:lnTo>
                  <a:lnTo>
                    <a:pt x="1556543" y="3319328"/>
                  </a:lnTo>
                  <a:lnTo>
                    <a:pt x="1556651" y="3319328"/>
                  </a:lnTo>
                  <a:lnTo>
                    <a:pt x="1556760" y="3319328"/>
                  </a:lnTo>
                  <a:lnTo>
                    <a:pt x="1556868" y="3319328"/>
                  </a:lnTo>
                  <a:lnTo>
                    <a:pt x="1556868" y="3318705"/>
                  </a:lnTo>
                  <a:lnTo>
                    <a:pt x="1556977" y="3318705"/>
                  </a:lnTo>
                  <a:lnTo>
                    <a:pt x="1556977" y="3318081"/>
                  </a:lnTo>
                  <a:lnTo>
                    <a:pt x="1557085" y="3318081"/>
                  </a:lnTo>
                  <a:lnTo>
                    <a:pt x="1557193" y="3318081"/>
                  </a:lnTo>
                  <a:lnTo>
                    <a:pt x="1557302" y="3318081"/>
                  </a:lnTo>
                  <a:lnTo>
                    <a:pt x="1557302" y="3317457"/>
                  </a:lnTo>
                  <a:lnTo>
                    <a:pt x="1557302" y="3316834"/>
                  </a:lnTo>
                  <a:lnTo>
                    <a:pt x="1557410" y="3316834"/>
                  </a:lnTo>
                  <a:lnTo>
                    <a:pt x="1557519" y="3316834"/>
                  </a:lnTo>
                  <a:lnTo>
                    <a:pt x="1557627" y="3316834"/>
                  </a:lnTo>
                  <a:lnTo>
                    <a:pt x="1557736" y="3316834"/>
                  </a:lnTo>
                  <a:lnTo>
                    <a:pt x="1557844" y="3316834"/>
                  </a:lnTo>
                  <a:lnTo>
                    <a:pt x="1557953" y="3316834"/>
                  </a:lnTo>
                  <a:lnTo>
                    <a:pt x="1558061" y="3316834"/>
                  </a:lnTo>
                  <a:lnTo>
                    <a:pt x="1558170" y="3316834"/>
                  </a:lnTo>
                  <a:lnTo>
                    <a:pt x="1558278" y="3316834"/>
                  </a:lnTo>
                  <a:lnTo>
                    <a:pt x="1558386" y="3316834"/>
                  </a:lnTo>
                  <a:lnTo>
                    <a:pt x="1558495" y="3316834"/>
                  </a:lnTo>
                  <a:lnTo>
                    <a:pt x="1558495" y="3316210"/>
                  </a:lnTo>
                  <a:lnTo>
                    <a:pt x="1558603" y="3316210"/>
                  </a:lnTo>
                  <a:lnTo>
                    <a:pt x="1558712" y="3316210"/>
                  </a:lnTo>
                  <a:lnTo>
                    <a:pt x="1558820" y="3316210"/>
                  </a:lnTo>
                  <a:lnTo>
                    <a:pt x="1558820" y="3315587"/>
                  </a:lnTo>
                  <a:lnTo>
                    <a:pt x="1558929" y="3315587"/>
                  </a:lnTo>
                  <a:lnTo>
                    <a:pt x="1559037" y="3315587"/>
                  </a:lnTo>
                  <a:lnTo>
                    <a:pt x="1559037" y="3314963"/>
                  </a:lnTo>
                  <a:lnTo>
                    <a:pt x="1559146" y="3314963"/>
                  </a:lnTo>
                  <a:lnTo>
                    <a:pt x="1559254" y="3314963"/>
                  </a:lnTo>
                  <a:lnTo>
                    <a:pt x="1559362" y="3314963"/>
                  </a:lnTo>
                  <a:lnTo>
                    <a:pt x="1559471" y="3314963"/>
                  </a:lnTo>
                  <a:lnTo>
                    <a:pt x="1559579" y="3314963"/>
                  </a:lnTo>
                  <a:lnTo>
                    <a:pt x="1559579" y="3314340"/>
                  </a:lnTo>
                  <a:lnTo>
                    <a:pt x="1559688" y="3314340"/>
                  </a:lnTo>
                  <a:lnTo>
                    <a:pt x="1559796" y="3314340"/>
                  </a:lnTo>
                  <a:lnTo>
                    <a:pt x="1559905" y="3314340"/>
                  </a:lnTo>
                  <a:lnTo>
                    <a:pt x="1560013" y="3314340"/>
                  </a:lnTo>
                  <a:lnTo>
                    <a:pt x="1560122" y="3314340"/>
                  </a:lnTo>
                  <a:lnTo>
                    <a:pt x="1560230" y="3314340"/>
                  </a:lnTo>
                  <a:lnTo>
                    <a:pt x="1560338" y="3314340"/>
                  </a:lnTo>
                  <a:lnTo>
                    <a:pt x="1560447" y="3314340"/>
                  </a:lnTo>
                  <a:lnTo>
                    <a:pt x="1560555" y="3314340"/>
                  </a:lnTo>
                  <a:lnTo>
                    <a:pt x="1560664" y="3314340"/>
                  </a:lnTo>
                  <a:lnTo>
                    <a:pt x="1560772" y="3314340"/>
                  </a:lnTo>
                  <a:lnTo>
                    <a:pt x="1560772" y="3313716"/>
                  </a:lnTo>
                  <a:lnTo>
                    <a:pt x="1560772" y="3313092"/>
                  </a:lnTo>
                  <a:lnTo>
                    <a:pt x="1560772" y="3312469"/>
                  </a:lnTo>
                  <a:lnTo>
                    <a:pt x="1560881" y="3312469"/>
                  </a:lnTo>
                  <a:lnTo>
                    <a:pt x="1560989" y="3312469"/>
                  </a:lnTo>
                  <a:lnTo>
                    <a:pt x="1560989" y="3311845"/>
                  </a:lnTo>
                  <a:lnTo>
                    <a:pt x="1560989" y="3311222"/>
                  </a:lnTo>
                  <a:lnTo>
                    <a:pt x="1560989" y="3310598"/>
                  </a:lnTo>
                  <a:lnTo>
                    <a:pt x="1561098" y="3310598"/>
                  </a:lnTo>
                  <a:lnTo>
                    <a:pt x="1561206" y="3310598"/>
                  </a:lnTo>
                  <a:lnTo>
                    <a:pt x="1561314" y="3310598"/>
                  </a:lnTo>
                  <a:lnTo>
                    <a:pt x="1561423" y="3310598"/>
                  </a:lnTo>
                  <a:lnTo>
                    <a:pt x="1561531" y="3310598"/>
                  </a:lnTo>
                  <a:lnTo>
                    <a:pt x="1561640" y="3310598"/>
                  </a:lnTo>
                  <a:lnTo>
                    <a:pt x="1561748" y="3310598"/>
                  </a:lnTo>
                  <a:lnTo>
                    <a:pt x="1561857" y="3310598"/>
                  </a:lnTo>
                  <a:lnTo>
                    <a:pt x="1561965" y="3310598"/>
                  </a:lnTo>
                  <a:lnTo>
                    <a:pt x="1561965" y="3309974"/>
                  </a:lnTo>
                  <a:lnTo>
                    <a:pt x="1562074" y="3309974"/>
                  </a:lnTo>
                  <a:lnTo>
                    <a:pt x="1562182" y="3309974"/>
                  </a:lnTo>
                  <a:lnTo>
                    <a:pt x="1562290" y="3309974"/>
                  </a:lnTo>
                  <a:lnTo>
                    <a:pt x="1562290" y="3309351"/>
                  </a:lnTo>
                  <a:lnTo>
                    <a:pt x="1562399" y="3309351"/>
                  </a:lnTo>
                  <a:lnTo>
                    <a:pt x="1562507" y="3309351"/>
                  </a:lnTo>
                  <a:lnTo>
                    <a:pt x="1562616" y="3309351"/>
                  </a:lnTo>
                  <a:lnTo>
                    <a:pt x="1562724" y="3309351"/>
                  </a:lnTo>
                  <a:lnTo>
                    <a:pt x="1562833" y="3309351"/>
                  </a:lnTo>
                  <a:lnTo>
                    <a:pt x="1562941" y="3309351"/>
                  </a:lnTo>
                  <a:lnTo>
                    <a:pt x="1563050" y="3309351"/>
                  </a:lnTo>
                  <a:lnTo>
                    <a:pt x="1563158" y="3309351"/>
                  </a:lnTo>
                  <a:lnTo>
                    <a:pt x="1563267" y="3309351"/>
                  </a:lnTo>
                  <a:lnTo>
                    <a:pt x="1563375" y="3309351"/>
                  </a:lnTo>
                  <a:lnTo>
                    <a:pt x="1563483" y="3309351"/>
                  </a:lnTo>
                  <a:lnTo>
                    <a:pt x="1563592" y="3309351"/>
                  </a:lnTo>
                  <a:lnTo>
                    <a:pt x="1563700" y="3309351"/>
                  </a:lnTo>
                  <a:lnTo>
                    <a:pt x="1563700" y="3308727"/>
                  </a:lnTo>
                  <a:lnTo>
                    <a:pt x="1563809" y="3308727"/>
                  </a:lnTo>
                  <a:lnTo>
                    <a:pt x="1563917" y="3308727"/>
                  </a:lnTo>
                  <a:lnTo>
                    <a:pt x="1564026" y="3308727"/>
                  </a:lnTo>
                  <a:lnTo>
                    <a:pt x="1564134" y="3308727"/>
                  </a:lnTo>
                  <a:lnTo>
                    <a:pt x="1564243" y="3308727"/>
                  </a:lnTo>
                  <a:lnTo>
                    <a:pt x="1564351" y="3308727"/>
                  </a:lnTo>
                  <a:lnTo>
                    <a:pt x="1564459" y="3308727"/>
                  </a:lnTo>
                  <a:lnTo>
                    <a:pt x="1564568" y="3308727"/>
                  </a:lnTo>
                  <a:lnTo>
                    <a:pt x="1564568" y="3308104"/>
                  </a:lnTo>
                  <a:lnTo>
                    <a:pt x="1564676" y="3308104"/>
                  </a:lnTo>
                  <a:lnTo>
                    <a:pt x="1564785" y="3308104"/>
                  </a:lnTo>
                  <a:lnTo>
                    <a:pt x="1564893" y="3308104"/>
                  </a:lnTo>
                  <a:lnTo>
                    <a:pt x="1564893" y="3307480"/>
                  </a:lnTo>
                  <a:lnTo>
                    <a:pt x="1565002" y="3307480"/>
                  </a:lnTo>
                  <a:lnTo>
                    <a:pt x="1565110" y="3307480"/>
                  </a:lnTo>
                  <a:lnTo>
                    <a:pt x="1565219" y="3307480"/>
                  </a:lnTo>
                  <a:lnTo>
                    <a:pt x="1565327" y="3307480"/>
                  </a:lnTo>
                  <a:lnTo>
                    <a:pt x="1565435" y="3307480"/>
                  </a:lnTo>
                  <a:lnTo>
                    <a:pt x="1565544" y="3307480"/>
                  </a:lnTo>
                  <a:lnTo>
                    <a:pt x="1565652" y="3307480"/>
                  </a:lnTo>
                  <a:lnTo>
                    <a:pt x="1565761" y="3307480"/>
                  </a:lnTo>
                  <a:lnTo>
                    <a:pt x="1565869" y="3307480"/>
                  </a:lnTo>
                  <a:lnTo>
                    <a:pt x="1565869" y="3306857"/>
                  </a:lnTo>
                  <a:lnTo>
                    <a:pt x="1565978" y="3306857"/>
                  </a:lnTo>
                  <a:lnTo>
                    <a:pt x="1565978" y="3306233"/>
                  </a:lnTo>
                  <a:lnTo>
                    <a:pt x="1566086" y="3306233"/>
                  </a:lnTo>
                  <a:lnTo>
                    <a:pt x="1566086" y="3305609"/>
                  </a:lnTo>
                  <a:lnTo>
                    <a:pt x="1566195" y="3305609"/>
                  </a:lnTo>
                  <a:lnTo>
                    <a:pt x="1566303" y="3305609"/>
                  </a:lnTo>
                  <a:lnTo>
                    <a:pt x="1566303" y="3304986"/>
                  </a:lnTo>
                  <a:lnTo>
                    <a:pt x="1566303" y="3304362"/>
                  </a:lnTo>
                  <a:lnTo>
                    <a:pt x="1566303" y="3303739"/>
                  </a:lnTo>
                  <a:lnTo>
                    <a:pt x="1566411" y="3303739"/>
                  </a:lnTo>
                  <a:lnTo>
                    <a:pt x="1566520" y="3303739"/>
                  </a:lnTo>
                  <a:lnTo>
                    <a:pt x="1566628" y="3303739"/>
                  </a:lnTo>
                  <a:lnTo>
                    <a:pt x="1566737" y="3303739"/>
                  </a:lnTo>
                  <a:lnTo>
                    <a:pt x="1566845" y="3303739"/>
                  </a:lnTo>
                  <a:lnTo>
                    <a:pt x="1566845" y="3303115"/>
                  </a:lnTo>
                  <a:lnTo>
                    <a:pt x="1566845" y="3302491"/>
                  </a:lnTo>
                  <a:lnTo>
                    <a:pt x="1566954" y="3302491"/>
                  </a:lnTo>
                  <a:lnTo>
                    <a:pt x="1567062" y="3302491"/>
                  </a:lnTo>
                  <a:lnTo>
                    <a:pt x="1567171" y="3302491"/>
                  </a:lnTo>
                  <a:lnTo>
                    <a:pt x="1567279" y="3302491"/>
                  </a:lnTo>
                  <a:lnTo>
                    <a:pt x="1567388" y="3302491"/>
                  </a:lnTo>
                  <a:lnTo>
                    <a:pt x="1567388" y="3301868"/>
                  </a:lnTo>
                  <a:lnTo>
                    <a:pt x="1567496" y="3301868"/>
                  </a:lnTo>
                  <a:lnTo>
                    <a:pt x="1567604" y="3301868"/>
                  </a:lnTo>
                  <a:lnTo>
                    <a:pt x="1567713" y="3301868"/>
                  </a:lnTo>
                  <a:lnTo>
                    <a:pt x="1567713" y="3301244"/>
                  </a:lnTo>
                  <a:lnTo>
                    <a:pt x="1567821" y="3301244"/>
                  </a:lnTo>
                  <a:lnTo>
                    <a:pt x="1567930" y="3301244"/>
                  </a:lnTo>
                  <a:lnTo>
                    <a:pt x="1568038" y="3301244"/>
                  </a:lnTo>
                  <a:lnTo>
                    <a:pt x="1568147" y="3301244"/>
                  </a:lnTo>
                  <a:lnTo>
                    <a:pt x="1568255" y="3301244"/>
                  </a:lnTo>
                  <a:lnTo>
                    <a:pt x="1568255" y="3300621"/>
                  </a:lnTo>
                  <a:lnTo>
                    <a:pt x="1568364" y="3300621"/>
                  </a:lnTo>
                  <a:lnTo>
                    <a:pt x="1568472" y="3300621"/>
                  </a:lnTo>
                  <a:lnTo>
                    <a:pt x="1568580" y="3300621"/>
                  </a:lnTo>
                  <a:lnTo>
                    <a:pt x="1568689" y="3300621"/>
                  </a:lnTo>
                  <a:lnTo>
                    <a:pt x="1568689" y="3299997"/>
                  </a:lnTo>
                  <a:lnTo>
                    <a:pt x="1568797" y="3299997"/>
                  </a:lnTo>
                  <a:lnTo>
                    <a:pt x="1568906" y="3299997"/>
                  </a:lnTo>
                  <a:lnTo>
                    <a:pt x="1569014" y="3299997"/>
                  </a:lnTo>
                  <a:lnTo>
                    <a:pt x="1569123" y="3299997"/>
                  </a:lnTo>
                  <a:lnTo>
                    <a:pt x="1569231" y="3299997"/>
                  </a:lnTo>
                  <a:lnTo>
                    <a:pt x="1569340" y="3299997"/>
                  </a:lnTo>
                  <a:lnTo>
                    <a:pt x="1569448" y="3299997"/>
                  </a:lnTo>
                  <a:lnTo>
                    <a:pt x="1569448" y="3299374"/>
                  </a:lnTo>
                  <a:lnTo>
                    <a:pt x="1569556" y="3299374"/>
                  </a:lnTo>
                  <a:lnTo>
                    <a:pt x="1569665" y="3299374"/>
                  </a:lnTo>
                  <a:lnTo>
                    <a:pt x="1569665" y="3298750"/>
                  </a:lnTo>
                  <a:lnTo>
                    <a:pt x="1569773" y="3298750"/>
                  </a:lnTo>
                  <a:lnTo>
                    <a:pt x="1569882" y="3298750"/>
                  </a:lnTo>
                  <a:lnTo>
                    <a:pt x="1569882" y="3298126"/>
                  </a:lnTo>
                  <a:lnTo>
                    <a:pt x="1569990" y="3298126"/>
                  </a:lnTo>
                  <a:lnTo>
                    <a:pt x="1570099" y="3298126"/>
                  </a:lnTo>
                  <a:lnTo>
                    <a:pt x="1570207" y="3298126"/>
                  </a:lnTo>
                  <a:lnTo>
                    <a:pt x="1570316" y="3298126"/>
                  </a:lnTo>
                  <a:lnTo>
                    <a:pt x="1570316" y="3297503"/>
                  </a:lnTo>
                  <a:lnTo>
                    <a:pt x="1570424" y="3297503"/>
                  </a:lnTo>
                  <a:lnTo>
                    <a:pt x="1570532" y="3297503"/>
                  </a:lnTo>
                  <a:lnTo>
                    <a:pt x="1570641" y="3297503"/>
                  </a:lnTo>
                  <a:lnTo>
                    <a:pt x="1570749" y="3297503"/>
                  </a:lnTo>
                  <a:lnTo>
                    <a:pt x="1570858" y="3297503"/>
                  </a:lnTo>
                  <a:lnTo>
                    <a:pt x="1570966" y="3297503"/>
                  </a:lnTo>
                  <a:lnTo>
                    <a:pt x="1571075" y="3297503"/>
                  </a:lnTo>
                  <a:lnTo>
                    <a:pt x="1571183" y="3297503"/>
                  </a:lnTo>
                  <a:lnTo>
                    <a:pt x="1571292" y="3297503"/>
                  </a:lnTo>
                  <a:lnTo>
                    <a:pt x="1571400" y="3297503"/>
                  </a:lnTo>
                  <a:lnTo>
                    <a:pt x="1571400" y="3296879"/>
                  </a:lnTo>
                  <a:lnTo>
                    <a:pt x="1571509" y="3296879"/>
                  </a:lnTo>
                  <a:lnTo>
                    <a:pt x="1571509" y="3296256"/>
                  </a:lnTo>
                  <a:lnTo>
                    <a:pt x="1571617" y="3296256"/>
                  </a:lnTo>
                  <a:lnTo>
                    <a:pt x="1571617" y="3295632"/>
                  </a:lnTo>
                  <a:lnTo>
                    <a:pt x="1571617" y="3295008"/>
                  </a:lnTo>
                  <a:lnTo>
                    <a:pt x="1571725" y="3295008"/>
                  </a:lnTo>
                  <a:lnTo>
                    <a:pt x="1571834" y="3295008"/>
                  </a:lnTo>
                  <a:lnTo>
                    <a:pt x="1571834" y="3294385"/>
                  </a:lnTo>
                  <a:lnTo>
                    <a:pt x="1571834" y="3293761"/>
                  </a:lnTo>
                  <a:lnTo>
                    <a:pt x="1571942" y="3293761"/>
                  </a:lnTo>
                  <a:lnTo>
                    <a:pt x="1571942" y="3293138"/>
                  </a:lnTo>
                  <a:lnTo>
                    <a:pt x="1572051" y="3293138"/>
                  </a:lnTo>
                  <a:lnTo>
                    <a:pt x="1572159" y="3293138"/>
                  </a:lnTo>
                  <a:lnTo>
                    <a:pt x="1572268" y="3293138"/>
                  </a:lnTo>
                  <a:lnTo>
                    <a:pt x="1572268" y="3292514"/>
                  </a:lnTo>
                  <a:lnTo>
                    <a:pt x="1572376" y="3292514"/>
                  </a:lnTo>
                  <a:lnTo>
                    <a:pt x="1572485" y="3292514"/>
                  </a:lnTo>
                  <a:lnTo>
                    <a:pt x="1572485" y="3291891"/>
                  </a:lnTo>
                  <a:lnTo>
                    <a:pt x="1572593" y="3291891"/>
                  </a:lnTo>
                  <a:lnTo>
                    <a:pt x="1572593" y="3291267"/>
                  </a:lnTo>
                  <a:lnTo>
                    <a:pt x="1572593" y="3290643"/>
                  </a:lnTo>
                  <a:lnTo>
                    <a:pt x="1572701" y="3290643"/>
                  </a:lnTo>
                  <a:lnTo>
                    <a:pt x="1572810" y="3290643"/>
                  </a:lnTo>
                  <a:lnTo>
                    <a:pt x="1572918" y="3290643"/>
                  </a:lnTo>
                  <a:lnTo>
                    <a:pt x="1573027" y="3290643"/>
                  </a:lnTo>
                  <a:lnTo>
                    <a:pt x="1573135" y="3290643"/>
                  </a:lnTo>
                  <a:lnTo>
                    <a:pt x="1573244" y="3290643"/>
                  </a:lnTo>
                  <a:lnTo>
                    <a:pt x="1573352" y="3290643"/>
                  </a:lnTo>
                  <a:lnTo>
                    <a:pt x="1573461" y="3290643"/>
                  </a:lnTo>
                  <a:lnTo>
                    <a:pt x="1573569" y="3290643"/>
                  </a:lnTo>
                  <a:lnTo>
                    <a:pt x="1573569" y="3290020"/>
                  </a:lnTo>
                  <a:lnTo>
                    <a:pt x="1573677" y="3290020"/>
                  </a:lnTo>
                  <a:lnTo>
                    <a:pt x="1573786" y="3290020"/>
                  </a:lnTo>
                  <a:lnTo>
                    <a:pt x="1573894" y="3290020"/>
                  </a:lnTo>
                  <a:lnTo>
                    <a:pt x="1574003" y="3290020"/>
                  </a:lnTo>
                  <a:lnTo>
                    <a:pt x="1574111" y="3290020"/>
                  </a:lnTo>
                  <a:lnTo>
                    <a:pt x="1574220" y="3290020"/>
                  </a:lnTo>
                  <a:lnTo>
                    <a:pt x="1574328" y="3290020"/>
                  </a:lnTo>
                  <a:lnTo>
                    <a:pt x="1574328" y="3289396"/>
                  </a:lnTo>
                  <a:lnTo>
                    <a:pt x="1574328" y="3288773"/>
                  </a:lnTo>
                  <a:lnTo>
                    <a:pt x="1574437" y="3288773"/>
                  </a:lnTo>
                  <a:lnTo>
                    <a:pt x="1574437" y="3288149"/>
                  </a:lnTo>
                  <a:lnTo>
                    <a:pt x="1574545" y="3288149"/>
                  </a:lnTo>
                  <a:lnTo>
                    <a:pt x="1574653" y="3288149"/>
                  </a:lnTo>
                  <a:lnTo>
                    <a:pt x="1574653" y="3287525"/>
                  </a:lnTo>
                  <a:lnTo>
                    <a:pt x="1574762" y="3287525"/>
                  </a:lnTo>
                  <a:lnTo>
                    <a:pt x="1574762" y="3286902"/>
                  </a:lnTo>
                  <a:lnTo>
                    <a:pt x="1574762" y="3286278"/>
                  </a:lnTo>
                  <a:lnTo>
                    <a:pt x="1574870" y="3286278"/>
                  </a:lnTo>
                  <a:lnTo>
                    <a:pt x="1574979" y="3286278"/>
                  </a:lnTo>
                  <a:lnTo>
                    <a:pt x="1575087" y="3286278"/>
                  </a:lnTo>
                  <a:lnTo>
                    <a:pt x="1575196" y="3286278"/>
                  </a:lnTo>
                  <a:lnTo>
                    <a:pt x="1575304" y="3286278"/>
                  </a:lnTo>
                  <a:lnTo>
                    <a:pt x="1575304" y="3285655"/>
                  </a:lnTo>
                  <a:lnTo>
                    <a:pt x="1575413" y="3285655"/>
                  </a:lnTo>
                  <a:lnTo>
                    <a:pt x="1575521" y="3285655"/>
                  </a:lnTo>
                  <a:lnTo>
                    <a:pt x="1575630" y="3285655"/>
                  </a:lnTo>
                  <a:lnTo>
                    <a:pt x="1575630" y="3285031"/>
                  </a:lnTo>
                  <a:lnTo>
                    <a:pt x="1575738" y="3285031"/>
                  </a:lnTo>
                  <a:lnTo>
                    <a:pt x="1575846" y="3285031"/>
                  </a:lnTo>
                  <a:lnTo>
                    <a:pt x="1575955" y="3285031"/>
                  </a:lnTo>
                  <a:lnTo>
                    <a:pt x="1576063" y="3285031"/>
                  </a:lnTo>
                  <a:lnTo>
                    <a:pt x="1576172" y="3285031"/>
                  </a:lnTo>
                  <a:lnTo>
                    <a:pt x="1576280" y="3285031"/>
                  </a:lnTo>
                  <a:lnTo>
                    <a:pt x="1576389" y="3285031"/>
                  </a:lnTo>
                  <a:lnTo>
                    <a:pt x="1576389" y="3284408"/>
                  </a:lnTo>
                  <a:lnTo>
                    <a:pt x="1576497" y="3284408"/>
                  </a:lnTo>
                  <a:lnTo>
                    <a:pt x="1576497" y="3283784"/>
                  </a:lnTo>
                  <a:lnTo>
                    <a:pt x="1576606" y="3283784"/>
                  </a:lnTo>
                  <a:lnTo>
                    <a:pt x="1576714" y="3283784"/>
                  </a:lnTo>
                  <a:lnTo>
                    <a:pt x="1576822" y="3283784"/>
                  </a:lnTo>
                  <a:lnTo>
                    <a:pt x="1576931" y="3283784"/>
                  </a:lnTo>
                  <a:lnTo>
                    <a:pt x="1576931" y="3283160"/>
                  </a:lnTo>
                  <a:lnTo>
                    <a:pt x="1577039" y="3283160"/>
                  </a:lnTo>
                  <a:lnTo>
                    <a:pt x="1577148" y="3283160"/>
                  </a:lnTo>
                  <a:lnTo>
                    <a:pt x="1577256" y="3283160"/>
                  </a:lnTo>
                  <a:lnTo>
                    <a:pt x="1577256" y="3282537"/>
                  </a:lnTo>
                  <a:lnTo>
                    <a:pt x="1577365" y="3282537"/>
                  </a:lnTo>
                  <a:lnTo>
                    <a:pt x="1577473" y="3282537"/>
                  </a:lnTo>
                  <a:lnTo>
                    <a:pt x="1577473" y="3281913"/>
                  </a:lnTo>
                  <a:lnTo>
                    <a:pt x="1577582" y="3281913"/>
                  </a:lnTo>
                  <a:lnTo>
                    <a:pt x="1577690" y="3281913"/>
                  </a:lnTo>
                  <a:lnTo>
                    <a:pt x="1577690" y="3281290"/>
                  </a:lnTo>
                  <a:lnTo>
                    <a:pt x="1577798" y="3281290"/>
                  </a:lnTo>
                  <a:lnTo>
                    <a:pt x="1577798" y="3280666"/>
                  </a:lnTo>
                  <a:lnTo>
                    <a:pt x="1577798" y="3280042"/>
                  </a:lnTo>
                  <a:lnTo>
                    <a:pt x="1577907" y="3280042"/>
                  </a:lnTo>
                  <a:lnTo>
                    <a:pt x="1578015" y="3280042"/>
                  </a:lnTo>
                  <a:lnTo>
                    <a:pt x="1578124" y="3280042"/>
                  </a:lnTo>
                  <a:lnTo>
                    <a:pt x="1578232" y="3280042"/>
                  </a:lnTo>
                  <a:lnTo>
                    <a:pt x="1578341" y="3280042"/>
                  </a:lnTo>
                  <a:lnTo>
                    <a:pt x="1578449" y="3280042"/>
                  </a:lnTo>
                  <a:lnTo>
                    <a:pt x="1578449" y="3279419"/>
                  </a:lnTo>
                  <a:lnTo>
                    <a:pt x="1578558" y="3279419"/>
                  </a:lnTo>
                  <a:lnTo>
                    <a:pt x="1578666" y="3279419"/>
                  </a:lnTo>
                  <a:lnTo>
                    <a:pt x="1578774" y="3279419"/>
                  </a:lnTo>
                  <a:lnTo>
                    <a:pt x="1578883" y="3279419"/>
                  </a:lnTo>
                  <a:lnTo>
                    <a:pt x="1578991" y="3279419"/>
                  </a:lnTo>
                  <a:lnTo>
                    <a:pt x="1579100" y="3279419"/>
                  </a:lnTo>
                  <a:lnTo>
                    <a:pt x="1579208" y="3279419"/>
                  </a:lnTo>
                  <a:lnTo>
                    <a:pt x="1579317" y="3279419"/>
                  </a:lnTo>
                  <a:lnTo>
                    <a:pt x="1579317" y="3278795"/>
                  </a:lnTo>
                  <a:lnTo>
                    <a:pt x="1579317" y="3278172"/>
                  </a:lnTo>
                  <a:lnTo>
                    <a:pt x="1579425" y="3278172"/>
                  </a:lnTo>
                  <a:lnTo>
                    <a:pt x="1579425" y="3277548"/>
                  </a:lnTo>
                  <a:lnTo>
                    <a:pt x="1579534" y="3277548"/>
                  </a:lnTo>
                  <a:lnTo>
                    <a:pt x="1579642" y="3277548"/>
                  </a:lnTo>
                  <a:lnTo>
                    <a:pt x="1579751" y="3277548"/>
                  </a:lnTo>
                  <a:lnTo>
                    <a:pt x="1579859" y="3277548"/>
                  </a:lnTo>
                  <a:lnTo>
                    <a:pt x="1579967" y="3277548"/>
                  </a:lnTo>
                  <a:lnTo>
                    <a:pt x="1580076" y="3277548"/>
                  </a:lnTo>
                  <a:lnTo>
                    <a:pt x="1580184" y="3277548"/>
                  </a:lnTo>
                  <a:lnTo>
                    <a:pt x="1580293" y="3277548"/>
                  </a:lnTo>
                  <a:lnTo>
                    <a:pt x="1580401" y="3277548"/>
                  </a:lnTo>
                  <a:lnTo>
                    <a:pt x="1580510" y="3277548"/>
                  </a:lnTo>
                  <a:lnTo>
                    <a:pt x="1580618" y="3277548"/>
                  </a:lnTo>
                  <a:lnTo>
                    <a:pt x="1580618" y="3276925"/>
                  </a:lnTo>
                  <a:lnTo>
                    <a:pt x="1580727" y="3276925"/>
                  </a:lnTo>
                  <a:lnTo>
                    <a:pt x="1580835" y="3276925"/>
                  </a:lnTo>
                  <a:lnTo>
                    <a:pt x="1580943" y="3276925"/>
                  </a:lnTo>
                  <a:lnTo>
                    <a:pt x="1581052" y="3276925"/>
                  </a:lnTo>
                  <a:lnTo>
                    <a:pt x="1581160" y="3276925"/>
                  </a:lnTo>
                  <a:lnTo>
                    <a:pt x="1581269" y="3276925"/>
                  </a:lnTo>
                  <a:lnTo>
                    <a:pt x="1581269" y="3276301"/>
                  </a:lnTo>
                  <a:lnTo>
                    <a:pt x="1581269" y="3275677"/>
                  </a:lnTo>
                  <a:lnTo>
                    <a:pt x="1581377" y="3275677"/>
                  </a:lnTo>
                  <a:lnTo>
                    <a:pt x="1581486" y="3275677"/>
                  </a:lnTo>
                  <a:lnTo>
                    <a:pt x="1581486" y="3275054"/>
                  </a:lnTo>
                  <a:lnTo>
                    <a:pt x="1581486" y="3274430"/>
                  </a:lnTo>
                  <a:lnTo>
                    <a:pt x="1581594" y="3274430"/>
                  </a:lnTo>
                  <a:lnTo>
                    <a:pt x="1581594" y="3273807"/>
                  </a:lnTo>
                  <a:lnTo>
                    <a:pt x="1581594" y="3273183"/>
                  </a:lnTo>
                  <a:lnTo>
                    <a:pt x="1581703" y="3273183"/>
                  </a:lnTo>
                  <a:lnTo>
                    <a:pt x="1581811" y="3273183"/>
                  </a:lnTo>
                  <a:lnTo>
                    <a:pt x="1581919" y="3273183"/>
                  </a:lnTo>
                  <a:lnTo>
                    <a:pt x="1582028" y="3273183"/>
                  </a:lnTo>
                  <a:lnTo>
                    <a:pt x="1582136" y="3273183"/>
                  </a:lnTo>
                  <a:lnTo>
                    <a:pt x="1582245" y="3273183"/>
                  </a:lnTo>
                  <a:lnTo>
                    <a:pt x="1582353" y="3273183"/>
                  </a:lnTo>
                  <a:lnTo>
                    <a:pt x="1582462" y="3273183"/>
                  </a:lnTo>
                  <a:lnTo>
                    <a:pt x="1582570" y="3273183"/>
                  </a:lnTo>
                  <a:lnTo>
                    <a:pt x="1582679" y="3273183"/>
                  </a:lnTo>
                  <a:lnTo>
                    <a:pt x="1582679" y="3272560"/>
                  </a:lnTo>
                  <a:lnTo>
                    <a:pt x="1582787" y="3272560"/>
                  </a:lnTo>
                  <a:lnTo>
                    <a:pt x="1582895" y="3272560"/>
                  </a:lnTo>
                  <a:lnTo>
                    <a:pt x="1583004" y="3272560"/>
                  </a:lnTo>
                  <a:lnTo>
                    <a:pt x="1583112" y="3272560"/>
                  </a:lnTo>
                  <a:lnTo>
                    <a:pt x="1583221" y="3272560"/>
                  </a:lnTo>
                  <a:lnTo>
                    <a:pt x="1583329" y="3272560"/>
                  </a:lnTo>
                  <a:lnTo>
                    <a:pt x="1583438" y="3272560"/>
                  </a:lnTo>
                  <a:lnTo>
                    <a:pt x="1583546" y="3272560"/>
                  </a:lnTo>
                  <a:lnTo>
                    <a:pt x="1583655" y="3272560"/>
                  </a:lnTo>
                  <a:lnTo>
                    <a:pt x="1583763" y="3272560"/>
                  </a:lnTo>
                  <a:lnTo>
                    <a:pt x="1583763" y="3271936"/>
                  </a:lnTo>
                  <a:lnTo>
                    <a:pt x="1583871" y="3271936"/>
                  </a:lnTo>
                  <a:lnTo>
                    <a:pt x="1583980" y="3271936"/>
                  </a:lnTo>
                  <a:lnTo>
                    <a:pt x="1584088" y="3271936"/>
                  </a:lnTo>
                  <a:lnTo>
                    <a:pt x="1584197" y="3271936"/>
                  </a:lnTo>
                  <a:lnTo>
                    <a:pt x="1584305" y="3271936"/>
                  </a:lnTo>
                  <a:lnTo>
                    <a:pt x="1584305" y="3271312"/>
                  </a:lnTo>
                  <a:lnTo>
                    <a:pt x="1584305" y="3270689"/>
                  </a:lnTo>
                  <a:lnTo>
                    <a:pt x="1584414" y="3270689"/>
                  </a:lnTo>
                  <a:lnTo>
                    <a:pt x="1584522" y="3270689"/>
                  </a:lnTo>
                  <a:lnTo>
                    <a:pt x="1584631" y="3270689"/>
                  </a:lnTo>
                  <a:lnTo>
                    <a:pt x="1584631" y="3270065"/>
                  </a:lnTo>
                  <a:lnTo>
                    <a:pt x="1584739" y="3270065"/>
                  </a:lnTo>
                  <a:lnTo>
                    <a:pt x="1584739" y="3269442"/>
                  </a:lnTo>
                  <a:lnTo>
                    <a:pt x="1584739" y="3268818"/>
                  </a:lnTo>
                  <a:lnTo>
                    <a:pt x="1584739" y="3268194"/>
                  </a:lnTo>
                  <a:lnTo>
                    <a:pt x="1584848" y="3268194"/>
                  </a:lnTo>
                  <a:lnTo>
                    <a:pt x="1584956" y="3268194"/>
                  </a:lnTo>
                  <a:lnTo>
                    <a:pt x="1585064" y="3268194"/>
                  </a:lnTo>
                  <a:lnTo>
                    <a:pt x="1585173" y="3268194"/>
                  </a:lnTo>
                  <a:lnTo>
                    <a:pt x="1585281" y="3268194"/>
                  </a:lnTo>
                  <a:lnTo>
                    <a:pt x="1585281" y="3267571"/>
                  </a:lnTo>
                  <a:lnTo>
                    <a:pt x="1585390" y="3267571"/>
                  </a:lnTo>
                  <a:lnTo>
                    <a:pt x="1585498" y="3267571"/>
                  </a:lnTo>
                  <a:lnTo>
                    <a:pt x="1585498" y="3266947"/>
                  </a:lnTo>
                  <a:lnTo>
                    <a:pt x="1585607" y="3266947"/>
                  </a:lnTo>
                  <a:lnTo>
                    <a:pt x="1585715" y="3266947"/>
                  </a:lnTo>
                  <a:lnTo>
                    <a:pt x="1585824" y="3266947"/>
                  </a:lnTo>
                  <a:lnTo>
                    <a:pt x="1585932" y="3266947"/>
                  </a:lnTo>
                  <a:lnTo>
                    <a:pt x="1586040" y="3266947"/>
                  </a:lnTo>
                  <a:lnTo>
                    <a:pt x="1586149" y="3266947"/>
                  </a:lnTo>
                  <a:lnTo>
                    <a:pt x="1586257" y="3266947"/>
                  </a:lnTo>
                  <a:lnTo>
                    <a:pt x="1586366" y="3266947"/>
                  </a:lnTo>
                  <a:lnTo>
                    <a:pt x="1586474" y="3266947"/>
                  </a:lnTo>
                  <a:lnTo>
                    <a:pt x="1586583" y="3266947"/>
                  </a:lnTo>
                  <a:lnTo>
                    <a:pt x="1586691" y="3266947"/>
                  </a:lnTo>
                  <a:lnTo>
                    <a:pt x="1586691" y="3266324"/>
                  </a:lnTo>
                  <a:lnTo>
                    <a:pt x="1586800" y="3266324"/>
                  </a:lnTo>
                  <a:lnTo>
                    <a:pt x="1586908" y="3266324"/>
                  </a:lnTo>
                  <a:lnTo>
                    <a:pt x="1586908" y="3265700"/>
                  </a:lnTo>
                  <a:lnTo>
                    <a:pt x="1587016" y="3265700"/>
                  </a:lnTo>
                  <a:lnTo>
                    <a:pt x="1587125" y="3265700"/>
                  </a:lnTo>
                  <a:lnTo>
                    <a:pt x="1587233" y="3265700"/>
                  </a:lnTo>
                  <a:lnTo>
                    <a:pt x="1587342" y="3265700"/>
                  </a:lnTo>
                  <a:lnTo>
                    <a:pt x="1587450" y="3265700"/>
                  </a:lnTo>
                  <a:lnTo>
                    <a:pt x="1587559" y="3265700"/>
                  </a:lnTo>
                  <a:lnTo>
                    <a:pt x="1587667" y="3265700"/>
                  </a:lnTo>
                  <a:lnTo>
                    <a:pt x="1587667" y="3265077"/>
                  </a:lnTo>
                  <a:lnTo>
                    <a:pt x="1587776" y="3265077"/>
                  </a:lnTo>
                  <a:lnTo>
                    <a:pt x="1587776" y="3264453"/>
                  </a:lnTo>
                  <a:lnTo>
                    <a:pt x="1587776" y="3263829"/>
                  </a:lnTo>
                  <a:lnTo>
                    <a:pt x="1587884" y="3263829"/>
                  </a:lnTo>
                  <a:lnTo>
                    <a:pt x="1587884" y="3263206"/>
                  </a:lnTo>
                  <a:lnTo>
                    <a:pt x="1587992" y="3263206"/>
                  </a:lnTo>
                  <a:lnTo>
                    <a:pt x="1588101" y="3263206"/>
                  </a:lnTo>
                  <a:lnTo>
                    <a:pt x="1588209" y="3263206"/>
                  </a:lnTo>
                  <a:lnTo>
                    <a:pt x="1588318" y="3263206"/>
                  </a:lnTo>
                  <a:lnTo>
                    <a:pt x="1588318" y="3262582"/>
                  </a:lnTo>
                  <a:lnTo>
                    <a:pt x="1588426" y="3262582"/>
                  </a:lnTo>
                  <a:lnTo>
                    <a:pt x="1588535" y="3262582"/>
                  </a:lnTo>
                  <a:lnTo>
                    <a:pt x="1588535" y="3261959"/>
                  </a:lnTo>
                  <a:lnTo>
                    <a:pt x="1588643" y="3261959"/>
                  </a:lnTo>
                  <a:lnTo>
                    <a:pt x="1588752" y="3261959"/>
                  </a:lnTo>
                  <a:lnTo>
                    <a:pt x="1588860" y="3261959"/>
                  </a:lnTo>
                  <a:lnTo>
                    <a:pt x="1588969" y="3261959"/>
                  </a:lnTo>
                  <a:lnTo>
                    <a:pt x="1589077" y="3261959"/>
                  </a:lnTo>
                  <a:lnTo>
                    <a:pt x="1589185" y="3261959"/>
                  </a:lnTo>
                  <a:lnTo>
                    <a:pt x="1589294" y="3261959"/>
                  </a:lnTo>
                  <a:lnTo>
                    <a:pt x="1589402" y="3261959"/>
                  </a:lnTo>
                  <a:lnTo>
                    <a:pt x="1589511" y="3261959"/>
                  </a:lnTo>
                  <a:lnTo>
                    <a:pt x="1589619" y="3261959"/>
                  </a:lnTo>
                  <a:lnTo>
                    <a:pt x="1589728" y="3261959"/>
                  </a:lnTo>
                  <a:lnTo>
                    <a:pt x="1589836" y="3261959"/>
                  </a:lnTo>
                  <a:lnTo>
                    <a:pt x="1589945" y="3261959"/>
                  </a:lnTo>
                  <a:lnTo>
                    <a:pt x="1590053" y="3261959"/>
                  </a:lnTo>
                  <a:lnTo>
                    <a:pt x="1590161" y="3261959"/>
                  </a:lnTo>
                  <a:lnTo>
                    <a:pt x="1590270" y="3261959"/>
                  </a:lnTo>
                  <a:lnTo>
                    <a:pt x="1590378" y="3261959"/>
                  </a:lnTo>
                  <a:lnTo>
                    <a:pt x="1590487" y="3261959"/>
                  </a:lnTo>
                  <a:lnTo>
                    <a:pt x="1590487" y="3261335"/>
                  </a:lnTo>
                  <a:lnTo>
                    <a:pt x="1590595" y="3261335"/>
                  </a:lnTo>
                  <a:lnTo>
                    <a:pt x="1590704" y="3261335"/>
                  </a:lnTo>
                  <a:lnTo>
                    <a:pt x="1590812" y="3261335"/>
                  </a:lnTo>
                  <a:lnTo>
                    <a:pt x="1590921" y="3261335"/>
                  </a:lnTo>
                  <a:lnTo>
                    <a:pt x="1591029" y="3261335"/>
                  </a:lnTo>
                  <a:lnTo>
                    <a:pt x="1591137" y="3261335"/>
                  </a:lnTo>
                  <a:lnTo>
                    <a:pt x="1591246" y="3261335"/>
                  </a:lnTo>
                  <a:lnTo>
                    <a:pt x="1591354" y="3261335"/>
                  </a:lnTo>
                  <a:lnTo>
                    <a:pt x="1591463" y="3261335"/>
                  </a:lnTo>
                  <a:lnTo>
                    <a:pt x="1591571" y="3261335"/>
                  </a:lnTo>
                  <a:lnTo>
                    <a:pt x="1591680" y="3261335"/>
                  </a:lnTo>
                  <a:lnTo>
                    <a:pt x="1591788" y="3261335"/>
                  </a:lnTo>
                  <a:lnTo>
                    <a:pt x="1591897" y="3261335"/>
                  </a:lnTo>
                  <a:lnTo>
                    <a:pt x="1592005" y="3261335"/>
                  </a:lnTo>
                  <a:lnTo>
                    <a:pt x="1592005" y="3260711"/>
                  </a:lnTo>
                  <a:lnTo>
                    <a:pt x="1592005" y="3260088"/>
                  </a:lnTo>
                  <a:lnTo>
                    <a:pt x="1592113" y="3260088"/>
                  </a:lnTo>
                  <a:lnTo>
                    <a:pt x="1592222" y="3260088"/>
                  </a:lnTo>
                  <a:lnTo>
                    <a:pt x="1592330" y="3260088"/>
                  </a:lnTo>
                  <a:lnTo>
                    <a:pt x="1592439" y="3260088"/>
                  </a:lnTo>
                  <a:lnTo>
                    <a:pt x="1592547" y="3260088"/>
                  </a:lnTo>
                  <a:lnTo>
                    <a:pt x="1592656" y="3260088"/>
                  </a:lnTo>
                  <a:lnTo>
                    <a:pt x="1592764" y="3260088"/>
                  </a:lnTo>
                  <a:lnTo>
                    <a:pt x="1592873" y="3260088"/>
                  </a:lnTo>
                  <a:lnTo>
                    <a:pt x="1592981" y="3260088"/>
                  </a:lnTo>
                  <a:lnTo>
                    <a:pt x="1592981" y="3259464"/>
                  </a:lnTo>
                  <a:lnTo>
                    <a:pt x="1593090" y="3259464"/>
                  </a:lnTo>
                  <a:lnTo>
                    <a:pt x="1593198" y="3259464"/>
                  </a:lnTo>
                  <a:lnTo>
                    <a:pt x="1593306" y="3259464"/>
                  </a:lnTo>
                  <a:lnTo>
                    <a:pt x="1593415" y="3259464"/>
                  </a:lnTo>
                  <a:lnTo>
                    <a:pt x="1593523" y="3259464"/>
                  </a:lnTo>
                  <a:lnTo>
                    <a:pt x="1593523" y="3258841"/>
                  </a:lnTo>
                  <a:lnTo>
                    <a:pt x="1593632" y="3258841"/>
                  </a:lnTo>
                  <a:lnTo>
                    <a:pt x="1593740" y="3258841"/>
                  </a:lnTo>
                  <a:lnTo>
                    <a:pt x="1593740" y="3258217"/>
                  </a:lnTo>
                  <a:lnTo>
                    <a:pt x="1593849" y="3258217"/>
                  </a:lnTo>
                  <a:lnTo>
                    <a:pt x="1593957" y="3258217"/>
                  </a:lnTo>
                  <a:lnTo>
                    <a:pt x="1594066" y="3258217"/>
                  </a:lnTo>
                  <a:lnTo>
                    <a:pt x="1594174" y="3258217"/>
                  </a:lnTo>
                  <a:lnTo>
                    <a:pt x="1594282" y="3258217"/>
                  </a:lnTo>
                  <a:lnTo>
                    <a:pt x="1594391" y="3258217"/>
                  </a:lnTo>
                  <a:lnTo>
                    <a:pt x="1594499" y="3258217"/>
                  </a:lnTo>
                  <a:lnTo>
                    <a:pt x="1594608" y="3258217"/>
                  </a:lnTo>
                  <a:lnTo>
                    <a:pt x="1594608" y="3257594"/>
                  </a:lnTo>
                  <a:lnTo>
                    <a:pt x="1594716" y="3257594"/>
                  </a:lnTo>
                  <a:lnTo>
                    <a:pt x="1594825" y="3257594"/>
                  </a:lnTo>
                  <a:lnTo>
                    <a:pt x="1594825" y="3256970"/>
                  </a:lnTo>
                  <a:lnTo>
                    <a:pt x="1594933" y="3256970"/>
                  </a:lnTo>
                  <a:lnTo>
                    <a:pt x="1595042" y="3256970"/>
                  </a:lnTo>
                  <a:lnTo>
                    <a:pt x="1595150" y="3256970"/>
                  </a:lnTo>
                  <a:lnTo>
                    <a:pt x="1595258" y="3256970"/>
                  </a:lnTo>
                  <a:lnTo>
                    <a:pt x="1595258" y="3256346"/>
                  </a:lnTo>
                  <a:lnTo>
                    <a:pt x="1595367" y="3256346"/>
                  </a:lnTo>
                  <a:lnTo>
                    <a:pt x="1595475" y="3256346"/>
                  </a:lnTo>
                  <a:lnTo>
                    <a:pt x="1595584" y="3256346"/>
                  </a:lnTo>
                  <a:lnTo>
                    <a:pt x="1595692" y="3256346"/>
                  </a:lnTo>
                  <a:lnTo>
                    <a:pt x="1595801" y="3256346"/>
                  </a:lnTo>
                  <a:lnTo>
                    <a:pt x="1595801" y="3255723"/>
                  </a:lnTo>
                  <a:lnTo>
                    <a:pt x="1595909" y="3255723"/>
                  </a:lnTo>
                  <a:lnTo>
                    <a:pt x="1596018" y="3255723"/>
                  </a:lnTo>
                  <a:lnTo>
                    <a:pt x="1596126" y="3255723"/>
                  </a:lnTo>
                  <a:lnTo>
                    <a:pt x="1596234" y="3255723"/>
                  </a:lnTo>
                  <a:lnTo>
                    <a:pt x="1596234" y="3255099"/>
                  </a:lnTo>
                  <a:lnTo>
                    <a:pt x="1596343" y="3255099"/>
                  </a:lnTo>
                  <a:lnTo>
                    <a:pt x="1596451" y="3255099"/>
                  </a:lnTo>
                  <a:lnTo>
                    <a:pt x="1596560" y="3255099"/>
                  </a:lnTo>
                  <a:lnTo>
                    <a:pt x="1596668" y="3255099"/>
                  </a:lnTo>
                  <a:lnTo>
                    <a:pt x="1596668" y="3254476"/>
                  </a:lnTo>
                  <a:lnTo>
                    <a:pt x="1596668" y="3253852"/>
                  </a:lnTo>
                  <a:lnTo>
                    <a:pt x="1596777" y="3253852"/>
                  </a:lnTo>
                  <a:lnTo>
                    <a:pt x="1596885" y="3253852"/>
                  </a:lnTo>
                  <a:lnTo>
                    <a:pt x="1596994" y="3253852"/>
                  </a:lnTo>
                  <a:lnTo>
                    <a:pt x="1597102" y="3253852"/>
                  </a:lnTo>
                  <a:lnTo>
                    <a:pt x="1597211" y="3253852"/>
                  </a:lnTo>
                  <a:lnTo>
                    <a:pt x="1597319" y="3253852"/>
                  </a:lnTo>
                  <a:lnTo>
                    <a:pt x="1597427" y="3253852"/>
                  </a:lnTo>
                  <a:lnTo>
                    <a:pt x="1597536" y="3253852"/>
                  </a:lnTo>
                  <a:lnTo>
                    <a:pt x="1597644" y="3253852"/>
                  </a:lnTo>
                  <a:lnTo>
                    <a:pt x="1597753" y="3253852"/>
                  </a:lnTo>
                  <a:lnTo>
                    <a:pt x="1597861" y="3253852"/>
                  </a:lnTo>
                  <a:lnTo>
                    <a:pt x="1597861" y="3253228"/>
                  </a:lnTo>
                  <a:lnTo>
                    <a:pt x="1597970" y="3253228"/>
                  </a:lnTo>
                  <a:lnTo>
                    <a:pt x="1598078" y="3253228"/>
                  </a:lnTo>
                  <a:lnTo>
                    <a:pt x="1598187" y="3253228"/>
                  </a:lnTo>
                  <a:lnTo>
                    <a:pt x="1598187" y="3252605"/>
                  </a:lnTo>
                  <a:lnTo>
                    <a:pt x="1598295" y="3252605"/>
                  </a:lnTo>
                  <a:lnTo>
                    <a:pt x="1598295" y="3251981"/>
                  </a:lnTo>
                  <a:lnTo>
                    <a:pt x="1598403" y="3251981"/>
                  </a:lnTo>
                  <a:lnTo>
                    <a:pt x="1598512" y="3251981"/>
                  </a:lnTo>
                  <a:lnTo>
                    <a:pt x="1598512" y="3251358"/>
                  </a:lnTo>
                  <a:lnTo>
                    <a:pt x="1598620" y="3251358"/>
                  </a:lnTo>
                  <a:lnTo>
                    <a:pt x="1598729" y="3251358"/>
                  </a:lnTo>
                  <a:lnTo>
                    <a:pt x="1598837" y="3251358"/>
                  </a:lnTo>
                  <a:lnTo>
                    <a:pt x="1598837" y="3250734"/>
                  </a:lnTo>
                  <a:lnTo>
                    <a:pt x="1598946" y="3250734"/>
                  </a:lnTo>
                  <a:lnTo>
                    <a:pt x="1598946" y="3250111"/>
                  </a:lnTo>
                  <a:lnTo>
                    <a:pt x="1599054" y="3250111"/>
                  </a:lnTo>
                  <a:lnTo>
                    <a:pt x="1599163" y="3250111"/>
                  </a:lnTo>
                  <a:lnTo>
                    <a:pt x="1599271" y="3250111"/>
                  </a:lnTo>
                  <a:lnTo>
                    <a:pt x="1599379" y="3250111"/>
                  </a:lnTo>
                  <a:lnTo>
                    <a:pt x="1599488" y="3250111"/>
                  </a:lnTo>
                  <a:lnTo>
                    <a:pt x="1599596" y="3250111"/>
                  </a:lnTo>
                  <a:lnTo>
                    <a:pt x="1599705" y="3250111"/>
                  </a:lnTo>
                  <a:lnTo>
                    <a:pt x="1599813" y="3250111"/>
                  </a:lnTo>
                  <a:lnTo>
                    <a:pt x="1599813" y="3249487"/>
                  </a:lnTo>
                  <a:lnTo>
                    <a:pt x="1599813" y="3248863"/>
                  </a:lnTo>
                  <a:lnTo>
                    <a:pt x="1599813" y="3248240"/>
                  </a:lnTo>
                  <a:lnTo>
                    <a:pt x="1599922" y="3248240"/>
                  </a:lnTo>
                  <a:lnTo>
                    <a:pt x="1600030" y="3248240"/>
                  </a:lnTo>
                  <a:lnTo>
                    <a:pt x="1600139" y="3248240"/>
                  </a:lnTo>
                  <a:lnTo>
                    <a:pt x="1600247" y="3248240"/>
                  </a:lnTo>
                  <a:lnTo>
                    <a:pt x="1600247" y="3247616"/>
                  </a:lnTo>
                  <a:lnTo>
                    <a:pt x="1600355" y="3247616"/>
                  </a:lnTo>
                  <a:lnTo>
                    <a:pt x="1600464" y="3247616"/>
                  </a:lnTo>
                  <a:lnTo>
                    <a:pt x="1600572" y="3247616"/>
                  </a:lnTo>
                  <a:lnTo>
                    <a:pt x="1600681" y="3247616"/>
                  </a:lnTo>
                  <a:lnTo>
                    <a:pt x="1600789" y="3247616"/>
                  </a:lnTo>
                  <a:lnTo>
                    <a:pt x="1600898" y="3247616"/>
                  </a:lnTo>
                  <a:lnTo>
                    <a:pt x="1601006" y="3247616"/>
                  </a:lnTo>
                  <a:lnTo>
                    <a:pt x="1601006" y="3246993"/>
                  </a:lnTo>
                  <a:lnTo>
                    <a:pt x="1601115" y="3246993"/>
                  </a:lnTo>
                  <a:lnTo>
                    <a:pt x="1601223" y="3246993"/>
                  </a:lnTo>
                  <a:lnTo>
                    <a:pt x="1601332" y="3246993"/>
                  </a:lnTo>
                  <a:lnTo>
                    <a:pt x="1601440" y="3246993"/>
                  </a:lnTo>
                  <a:lnTo>
                    <a:pt x="1601548" y="3246993"/>
                  </a:lnTo>
                  <a:lnTo>
                    <a:pt x="1601657" y="3246993"/>
                  </a:lnTo>
                  <a:lnTo>
                    <a:pt x="1601765" y="3246993"/>
                  </a:lnTo>
                  <a:lnTo>
                    <a:pt x="1601874" y="3246993"/>
                  </a:lnTo>
                  <a:lnTo>
                    <a:pt x="1601982" y="3246993"/>
                  </a:lnTo>
                  <a:lnTo>
                    <a:pt x="1601982" y="3246369"/>
                  </a:lnTo>
                  <a:lnTo>
                    <a:pt x="1602091" y="3246369"/>
                  </a:lnTo>
                  <a:lnTo>
                    <a:pt x="1602199" y="3246369"/>
                  </a:lnTo>
                  <a:lnTo>
                    <a:pt x="1602308" y="3246369"/>
                  </a:lnTo>
                  <a:lnTo>
                    <a:pt x="1602416" y="3246369"/>
                  </a:lnTo>
                  <a:lnTo>
                    <a:pt x="1602524" y="3246369"/>
                  </a:lnTo>
                  <a:lnTo>
                    <a:pt x="1602633" y="3246369"/>
                  </a:lnTo>
                  <a:lnTo>
                    <a:pt x="1602741" y="3246369"/>
                  </a:lnTo>
                  <a:lnTo>
                    <a:pt x="1602850" y="3246369"/>
                  </a:lnTo>
                  <a:lnTo>
                    <a:pt x="1602958" y="3246369"/>
                  </a:lnTo>
                  <a:lnTo>
                    <a:pt x="1603067" y="3246369"/>
                  </a:lnTo>
                  <a:lnTo>
                    <a:pt x="1603175" y="3246369"/>
                  </a:lnTo>
                  <a:lnTo>
                    <a:pt x="1603284" y="3246369"/>
                  </a:lnTo>
                  <a:lnTo>
                    <a:pt x="1603284" y="3245745"/>
                  </a:lnTo>
                  <a:lnTo>
                    <a:pt x="1603392" y="3245745"/>
                  </a:lnTo>
                  <a:lnTo>
                    <a:pt x="1603500" y="3245745"/>
                  </a:lnTo>
                  <a:lnTo>
                    <a:pt x="1603609" y="3245745"/>
                  </a:lnTo>
                  <a:lnTo>
                    <a:pt x="1603609" y="3245122"/>
                  </a:lnTo>
                  <a:lnTo>
                    <a:pt x="1603717" y="3245122"/>
                  </a:lnTo>
                  <a:lnTo>
                    <a:pt x="1603717" y="3244498"/>
                  </a:lnTo>
                  <a:lnTo>
                    <a:pt x="1603826" y="3244498"/>
                  </a:lnTo>
                  <a:lnTo>
                    <a:pt x="1603934" y="3244498"/>
                  </a:lnTo>
                  <a:lnTo>
                    <a:pt x="1604043" y="3244498"/>
                  </a:lnTo>
                  <a:lnTo>
                    <a:pt x="1604151" y="3244498"/>
                  </a:lnTo>
                  <a:lnTo>
                    <a:pt x="1604260" y="3244498"/>
                  </a:lnTo>
                  <a:lnTo>
                    <a:pt x="1604368" y="3244498"/>
                  </a:lnTo>
                  <a:lnTo>
                    <a:pt x="1604476" y="3244498"/>
                  </a:lnTo>
                  <a:lnTo>
                    <a:pt x="1604585" y="3244498"/>
                  </a:lnTo>
                  <a:lnTo>
                    <a:pt x="1604693" y="3244498"/>
                  </a:lnTo>
                  <a:lnTo>
                    <a:pt x="1604693" y="3243875"/>
                  </a:lnTo>
                  <a:lnTo>
                    <a:pt x="1604693" y="3243251"/>
                  </a:lnTo>
                  <a:lnTo>
                    <a:pt x="1604693" y="3242628"/>
                  </a:lnTo>
                  <a:lnTo>
                    <a:pt x="1604693" y="3242004"/>
                  </a:lnTo>
                  <a:lnTo>
                    <a:pt x="1604802" y="3242004"/>
                  </a:lnTo>
                  <a:lnTo>
                    <a:pt x="1604910" y="3242004"/>
                  </a:lnTo>
                  <a:lnTo>
                    <a:pt x="1605019" y="3242004"/>
                  </a:lnTo>
                  <a:lnTo>
                    <a:pt x="1605127" y="3242004"/>
                  </a:lnTo>
                  <a:lnTo>
                    <a:pt x="1605236" y="3242004"/>
                  </a:lnTo>
                  <a:lnTo>
                    <a:pt x="1605344" y="3242004"/>
                  </a:lnTo>
                  <a:lnTo>
                    <a:pt x="1605344" y="3241380"/>
                  </a:lnTo>
                  <a:lnTo>
                    <a:pt x="1605344" y="3240757"/>
                  </a:lnTo>
                  <a:lnTo>
                    <a:pt x="1605453" y="3240757"/>
                  </a:lnTo>
                  <a:lnTo>
                    <a:pt x="1605561" y="3240757"/>
                  </a:lnTo>
                  <a:lnTo>
                    <a:pt x="1605669" y="3240757"/>
                  </a:lnTo>
                  <a:lnTo>
                    <a:pt x="1605778" y="3240757"/>
                  </a:lnTo>
                  <a:lnTo>
                    <a:pt x="1605886" y="3240757"/>
                  </a:lnTo>
                  <a:lnTo>
                    <a:pt x="1605995" y="3240757"/>
                  </a:lnTo>
                  <a:lnTo>
                    <a:pt x="1606103" y="3240757"/>
                  </a:lnTo>
                  <a:lnTo>
                    <a:pt x="1606103" y="3240133"/>
                  </a:lnTo>
                  <a:lnTo>
                    <a:pt x="1606212" y="3240133"/>
                  </a:lnTo>
                  <a:lnTo>
                    <a:pt x="1606320" y="3240133"/>
                  </a:lnTo>
                  <a:lnTo>
                    <a:pt x="1606429" y="3240133"/>
                  </a:lnTo>
                  <a:lnTo>
                    <a:pt x="1606537" y="3240133"/>
                  </a:lnTo>
                  <a:lnTo>
                    <a:pt x="1606645" y="3240133"/>
                  </a:lnTo>
                  <a:lnTo>
                    <a:pt x="1606754" y="3240133"/>
                  </a:lnTo>
                  <a:lnTo>
                    <a:pt x="1606862" y="3240133"/>
                  </a:lnTo>
                  <a:lnTo>
                    <a:pt x="1606971" y="3240133"/>
                  </a:lnTo>
                  <a:lnTo>
                    <a:pt x="1607079" y="3240133"/>
                  </a:lnTo>
                  <a:lnTo>
                    <a:pt x="1607188" y="3240133"/>
                  </a:lnTo>
                  <a:lnTo>
                    <a:pt x="1607296" y="3240133"/>
                  </a:lnTo>
                  <a:lnTo>
                    <a:pt x="1607405" y="3240133"/>
                  </a:lnTo>
                  <a:lnTo>
                    <a:pt x="1607513" y="3240133"/>
                  </a:lnTo>
                  <a:lnTo>
                    <a:pt x="1607621" y="3240133"/>
                  </a:lnTo>
                  <a:lnTo>
                    <a:pt x="1607730" y="3240133"/>
                  </a:lnTo>
                  <a:lnTo>
                    <a:pt x="1607838" y="3240133"/>
                  </a:lnTo>
                  <a:lnTo>
                    <a:pt x="1607838" y="3239510"/>
                  </a:lnTo>
                  <a:lnTo>
                    <a:pt x="1607947" y="3239510"/>
                  </a:lnTo>
                  <a:lnTo>
                    <a:pt x="1607947" y="3238886"/>
                  </a:lnTo>
                  <a:lnTo>
                    <a:pt x="1608055" y="3238886"/>
                  </a:lnTo>
                  <a:lnTo>
                    <a:pt x="1608055" y="3238262"/>
                  </a:lnTo>
                  <a:lnTo>
                    <a:pt x="1608164" y="3238262"/>
                  </a:lnTo>
                  <a:lnTo>
                    <a:pt x="1608164" y="3237639"/>
                  </a:lnTo>
                  <a:lnTo>
                    <a:pt x="1608272" y="3237639"/>
                  </a:lnTo>
                  <a:lnTo>
                    <a:pt x="1608381" y="3237639"/>
                  </a:lnTo>
                  <a:lnTo>
                    <a:pt x="1608381" y="3237015"/>
                  </a:lnTo>
                  <a:lnTo>
                    <a:pt x="1608489" y="3237015"/>
                  </a:lnTo>
                  <a:lnTo>
                    <a:pt x="1608489" y="3236392"/>
                  </a:lnTo>
                  <a:lnTo>
                    <a:pt x="1608597" y="3236392"/>
                  </a:lnTo>
                  <a:lnTo>
                    <a:pt x="1608597" y="3235768"/>
                  </a:lnTo>
                  <a:lnTo>
                    <a:pt x="1608706" y="3235768"/>
                  </a:lnTo>
                  <a:lnTo>
                    <a:pt x="1608814" y="3235768"/>
                  </a:lnTo>
                  <a:lnTo>
                    <a:pt x="1608923" y="3235768"/>
                  </a:lnTo>
                  <a:lnTo>
                    <a:pt x="1609031" y="3235768"/>
                  </a:lnTo>
                  <a:lnTo>
                    <a:pt x="1609140" y="3235768"/>
                  </a:lnTo>
                  <a:lnTo>
                    <a:pt x="1609248" y="3235768"/>
                  </a:lnTo>
                  <a:lnTo>
                    <a:pt x="1609357" y="3235768"/>
                  </a:lnTo>
                  <a:lnTo>
                    <a:pt x="1609465" y="3235768"/>
                  </a:lnTo>
                  <a:lnTo>
                    <a:pt x="1609573" y="3235768"/>
                  </a:lnTo>
                  <a:lnTo>
                    <a:pt x="1609682" y="3235768"/>
                  </a:lnTo>
                  <a:lnTo>
                    <a:pt x="1609790" y="3235768"/>
                  </a:lnTo>
                  <a:lnTo>
                    <a:pt x="1609899" y="3235768"/>
                  </a:lnTo>
                  <a:lnTo>
                    <a:pt x="1610007" y="3235768"/>
                  </a:lnTo>
                  <a:lnTo>
                    <a:pt x="1610007" y="3235145"/>
                  </a:lnTo>
                  <a:lnTo>
                    <a:pt x="1610116" y="3235145"/>
                  </a:lnTo>
                  <a:lnTo>
                    <a:pt x="1610224" y="3235145"/>
                  </a:lnTo>
                  <a:lnTo>
                    <a:pt x="1610333" y="3235145"/>
                  </a:lnTo>
                  <a:lnTo>
                    <a:pt x="1610441" y="3235145"/>
                  </a:lnTo>
                  <a:lnTo>
                    <a:pt x="1610550" y="3235145"/>
                  </a:lnTo>
                  <a:lnTo>
                    <a:pt x="1610550" y="3234521"/>
                  </a:lnTo>
                  <a:lnTo>
                    <a:pt x="1610658" y="3234521"/>
                  </a:lnTo>
                  <a:lnTo>
                    <a:pt x="1610658" y="3233897"/>
                  </a:lnTo>
                  <a:lnTo>
                    <a:pt x="1610766" y="3233897"/>
                  </a:lnTo>
                  <a:lnTo>
                    <a:pt x="1610875" y="3233897"/>
                  </a:lnTo>
                  <a:lnTo>
                    <a:pt x="1610983" y="3233897"/>
                  </a:lnTo>
                  <a:lnTo>
                    <a:pt x="1611092" y="3233897"/>
                  </a:lnTo>
                  <a:lnTo>
                    <a:pt x="1611200" y="3233897"/>
                  </a:lnTo>
                  <a:lnTo>
                    <a:pt x="1611309" y="3233897"/>
                  </a:lnTo>
                  <a:lnTo>
                    <a:pt x="1611417" y="3233897"/>
                  </a:lnTo>
                  <a:lnTo>
                    <a:pt x="1611526" y="3233897"/>
                  </a:lnTo>
                  <a:lnTo>
                    <a:pt x="1611634" y="3233897"/>
                  </a:lnTo>
                  <a:lnTo>
                    <a:pt x="1611634" y="3233274"/>
                  </a:lnTo>
                  <a:lnTo>
                    <a:pt x="1611742" y="3233274"/>
                  </a:lnTo>
                  <a:lnTo>
                    <a:pt x="1611851" y="3233274"/>
                  </a:lnTo>
                  <a:lnTo>
                    <a:pt x="1611959" y="3233274"/>
                  </a:lnTo>
                  <a:lnTo>
                    <a:pt x="1611959" y="3232650"/>
                  </a:lnTo>
                  <a:lnTo>
                    <a:pt x="1612068" y="3232650"/>
                  </a:lnTo>
                  <a:lnTo>
                    <a:pt x="1612176" y="3232650"/>
                  </a:lnTo>
                  <a:lnTo>
                    <a:pt x="1612285" y="3232650"/>
                  </a:lnTo>
                  <a:lnTo>
                    <a:pt x="1612393" y="3232650"/>
                  </a:lnTo>
                  <a:lnTo>
                    <a:pt x="1612393" y="3232027"/>
                  </a:lnTo>
                  <a:lnTo>
                    <a:pt x="1612393" y="3231403"/>
                  </a:lnTo>
                  <a:lnTo>
                    <a:pt x="1612502" y="3231403"/>
                  </a:lnTo>
                  <a:lnTo>
                    <a:pt x="1612610" y="3231403"/>
                  </a:lnTo>
                  <a:lnTo>
                    <a:pt x="1612610" y="3230779"/>
                  </a:lnTo>
                  <a:lnTo>
                    <a:pt x="1612610" y="3230156"/>
                  </a:lnTo>
                  <a:lnTo>
                    <a:pt x="1612718" y="3230156"/>
                  </a:lnTo>
                  <a:lnTo>
                    <a:pt x="1612827" y="3230156"/>
                  </a:lnTo>
                  <a:lnTo>
                    <a:pt x="1612935" y="3230156"/>
                  </a:lnTo>
                  <a:lnTo>
                    <a:pt x="1613044" y="3230156"/>
                  </a:lnTo>
                  <a:lnTo>
                    <a:pt x="1613152" y="3230156"/>
                  </a:lnTo>
                  <a:lnTo>
                    <a:pt x="1613152" y="3229532"/>
                  </a:lnTo>
                  <a:lnTo>
                    <a:pt x="1613261" y="3229532"/>
                  </a:lnTo>
                  <a:lnTo>
                    <a:pt x="1613261" y="3228909"/>
                  </a:lnTo>
                  <a:lnTo>
                    <a:pt x="1613369" y="3228909"/>
                  </a:lnTo>
                  <a:lnTo>
                    <a:pt x="1613478" y="3228909"/>
                  </a:lnTo>
                  <a:lnTo>
                    <a:pt x="1613586" y="3228909"/>
                  </a:lnTo>
                  <a:lnTo>
                    <a:pt x="1613694" y="3228909"/>
                  </a:lnTo>
                  <a:lnTo>
                    <a:pt x="1613803" y="3228909"/>
                  </a:lnTo>
                  <a:lnTo>
                    <a:pt x="1613911" y="3228909"/>
                  </a:lnTo>
                  <a:lnTo>
                    <a:pt x="1614020" y="3228909"/>
                  </a:lnTo>
                  <a:lnTo>
                    <a:pt x="1614020" y="3228285"/>
                  </a:lnTo>
                  <a:lnTo>
                    <a:pt x="1614128" y="3228285"/>
                  </a:lnTo>
                  <a:lnTo>
                    <a:pt x="1614237" y="3228285"/>
                  </a:lnTo>
                  <a:lnTo>
                    <a:pt x="1614345" y="3228285"/>
                  </a:lnTo>
                  <a:lnTo>
                    <a:pt x="1614454" y="3228285"/>
                  </a:lnTo>
                  <a:lnTo>
                    <a:pt x="1614562" y="3228285"/>
                  </a:lnTo>
                  <a:lnTo>
                    <a:pt x="1614671" y="3228285"/>
                  </a:lnTo>
                  <a:lnTo>
                    <a:pt x="1614779" y="3228285"/>
                  </a:lnTo>
                  <a:lnTo>
                    <a:pt x="1614779" y="3227662"/>
                  </a:lnTo>
                  <a:lnTo>
                    <a:pt x="1614887" y="3227662"/>
                  </a:lnTo>
                  <a:lnTo>
                    <a:pt x="1614887" y="3227038"/>
                  </a:lnTo>
                  <a:lnTo>
                    <a:pt x="1614996" y="3227038"/>
                  </a:lnTo>
                  <a:lnTo>
                    <a:pt x="1615104" y="3227038"/>
                  </a:lnTo>
                  <a:lnTo>
                    <a:pt x="1615213" y="3227038"/>
                  </a:lnTo>
                  <a:lnTo>
                    <a:pt x="1615321" y="3227038"/>
                  </a:lnTo>
                  <a:lnTo>
                    <a:pt x="1615430" y="3227038"/>
                  </a:lnTo>
                  <a:lnTo>
                    <a:pt x="1615430" y="3226414"/>
                  </a:lnTo>
                  <a:lnTo>
                    <a:pt x="1615538" y="3226414"/>
                  </a:lnTo>
                  <a:lnTo>
                    <a:pt x="1615647" y="3226414"/>
                  </a:lnTo>
                  <a:lnTo>
                    <a:pt x="1615755" y="3226414"/>
                  </a:lnTo>
                  <a:lnTo>
                    <a:pt x="1615863" y="3226414"/>
                  </a:lnTo>
                  <a:lnTo>
                    <a:pt x="1615972" y="3226414"/>
                  </a:lnTo>
                  <a:lnTo>
                    <a:pt x="1616080" y="3226414"/>
                  </a:lnTo>
                  <a:lnTo>
                    <a:pt x="1616189" y="3226414"/>
                  </a:lnTo>
                  <a:lnTo>
                    <a:pt x="1616297" y="3226414"/>
                  </a:lnTo>
                  <a:lnTo>
                    <a:pt x="1616406" y="3226414"/>
                  </a:lnTo>
                  <a:lnTo>
                    <a:pt x="1616514" y="3226414"/>
                  </a:lnTo>
                  <a:lnTo>
                    <a:pt x="1616623" y="3226414"/>
                  </a:lnTo>
                  <a:lnTo>
                    <a:pt x="1616731" y="3226414"/>
                  </a:lnTo>
                  <a:lnTo>
                    <a:pt x="1616839" y="3226414"/>
                  </a:lnTo>
                  <a:lnTo>
                    <a:pt x="1616948" y="3226414"/>
                  </a:lnTo>
                  <a:lnTo>
                    <a:pt x="1617056" y="3226414"/>
                  </a:lnTo>
                  <a:lnTo>
                    <a:pt x="1617165" y="3226414"/>
                  </a:lnTo>
                  <a:lnTo>
                    <a:pt x="1617273" y="3226414"/>
                  </a:lnTo>
                  <a:lnTo>
                    <a:pt x="1617382" y="3226414"/>
                  </a:lnTo>
                  <a:lnTo>
                    <a:pt x="1617490" y="3226414"/>
                  </a:lnTo>
                  <a:lnTo>
                    <a:pt x="1617599" y="3226414"/>
                  </a:lnTo>
                  <a:lnTo>
                    <a:pt x="1617599" y="3225791"/>
                  </a:lnTo>
                  <a:lnTo>
                    <a:pt x="1617599" y="3225167"/>
                  </a:lnTo>
                  <a:lnTo>
                    <a:pt x="1617707" y="3225167"/>
                  </a:lnTo>
                  <a:lnTo>
                    <a:pt x="1617707" y="3224544"/>
                  </a:lnTo>
                  <a:lnTo>
                    <a:pt x="1617815" y="3224544"/>
                  </a:lnTo>
                  <a:lnTo>
                    <a:pt x="1617815" y="3223920"/>
                  </a:lnTo>
                  <a:lnTo>
                    <a:pt x="1617924" y="3223920"/>
                  </a:lnTo>
                  <a:lnTo>
                    <a:pt x="1618032" y="3223920"/>
                  </a:lnTo>
                  <a:lnTo>
                    <a:pt x="1618141" y="3223920"/>
                  </a:lnTo>
                  <a:lnTo>
                    <a:pt x="1618249" y="3223920"/>
                  </a:lnTo>
                  <a:lnTo>
                    <a:pt x="1618358" y="3223920"/>
                  </a:lnTo>
                  <a:lnTo>
                    <a:pt x="1618466" y="3223920"/>
                  </a:lnTo>
                  <a:lnTo>
                    <a:pt x="1618466" y="3223297"/>
                  </a:lnTo>
                  <a:lnTo>
                    <a:pt x="1618575" y="3223297"/>
                  </a:lnTo>
                  <a:lnTo>
                    <a:pt x="1618683" y="3223297"/>
                  </a:lnTo>
                  <a:lnTo>
                    <a:pt x="1618792" y="3223297"/>
                  </a:lnTo>
                  <a:lnTo>
                    <a:pt x="1618900" y="3223297"/>
                  </a:lnTo>
                  <a:lnTo>
                    <a:pt x="1619008" y="3223297"/>
                  </a:lnTo>
                  <a:lnTo>
                    <a:pt x="1619117" y="3223297"/>
                  </a:lnTo>
                  <a:lnTo>
                    <a:pt x="1619225" y="3223297"/>
                  </a:lnTo>
                  <a:lnTo>
                    <a:pt x="1619334" y="3223297"/>
                  </a:lnTo>
                  <a:lnTo>
                    <a:pt x="1619334" y="3222673"/>
                  </a:lnTo>
                  <a:lnTo>
                    <a:pt x="1619442" y="3222673"/>
                  </a:lnTo>
                  <a:lnTo>
                    <a:pt x="1619551" y="3222673"/>
                  </a:lnTo>
                  <a:lnTo>
                    <a:pt x="1619659" y="3222673"/>
                  </a:lnTo>
                  <a:lnTo>
                    <a:pt x="1619768" y="3222673"/>
                  </a:lnTo>
                  <a:lnTo>
                    <a:pt x="1619876" y="3222673"/>
                  </a:lnTo>
                  <a:lnTo>
                    <a:pt x="1619984" y="3222673"/>
                  </a:lnTo>
                  <a:lnTo>
                    <a:pt x="1620093" y="3222673"/>
                  </a:lnTo>
                  <a:lnTo>
                    <a:pt x="1620201" y="3222673"/>
                  </a:lnTo>
                  <a:lnTo>
                    <a:pt x="1620310" y="3222673"/>
                  </a:lnTo>
                  <a:lnTo>
                    <a:pt x="1620418" y="3222673"/>
                  </a:lnTo>
                  <a:lnTo>
                    <a:pt x="1620418" y="3222049"/>
                  </a:lnTo>
                  <a:lnTo>
                    <a:pt x="1620527" y="3222049"/>
                  </a:lnTo>
                  <a:lnTo>
                    <a:pt x="1620635" y="3222049"/>
                  </a:lnTo>
                  <a:lnTo>
                    <a:pt x="1620744" y="3222049"/>
                  </a:lnTo>
                  <a:lnTo>
                    <a:pt x="1620852" y="3222049"/>
                  </a:lnTo>
                  <a:lnTo>
                    <a:pt x="1620960" y="3222049"/>
                  </a:lnTo>
                  <a:lnTo>
                    <a:pt x="1620960" y="3221426"/>
                  </a:lnTo>
                  <a:lnTo>
                    <a:pt x="1621069" y="3221426"/>
                  </a:lnTo>
                  <a:lnTo>
                    <a:pt x="1621069" y="3220802"/>
                  </a:lnTo>
                  <a:lnTo>
                    <a:pt x="1621177" y="3220802"/>
                  </a:lnTo>
                  <a:lnTo>
                    <a:pt x="1621286" y="3220802"/>
                  </a:lnTo>
                  <a:lnTo>
                    <a:pt x="1621286" y="3220179"/>
                  </a:lnTo>
                  <a:lnTo>
                    <a:pt x="1621286" y="3219555"/>
                  </a:lnTo>
                  <a:lnTo>
                    <a:pt x="1621394" y="3219555"/>
                  </a:lnTo>
                  <a:lnTo>
                    <a:pt x="1621503" y="3219555"/>
                  </a:lnTo>
                  <a:lnTo>
                    <a:pt x="1621611" y="3219555"/>
                  </a:lnTo>
                  <a:lnTo>
                    <a:pt x="1621720" y="3219555"/>
                  </a:lnTo>
                  <a:lnTo>
                    <a:pt x="1621720" y="3218931"/>
                  </a:lnTo>
                  <a:lnTo>
                    <a:pt x="1621828" y="3218931"/>
                  </a:lnTo>
                  <a:lnTo>
                    <a:pt x="1621936" y="3218931"/>
                  </a:lnTo>
                  <a:lnTo>
                    <a:pt x="1622045" y="3218931"/>
                  </a:lnTo>
                  <a:lnTo>
                    <a:pt x="1622153" y="3218931"/>
                  </a:lnTo>
                  <a:lnTo>
                    <a:pt x="1622153" y="3218308"/>
                  </a:lnTo>
                  <a:lnTo>
                    <a:pt x="1622153" y="3217684"/>
                  </a:lnTo>
                  <a:lnTo>
                    <a:pt x="1622262" y="3217684"/>
                  </a:lnTo>
                  <a:lnTo>
                    <a:pt x="1622262" y="3217061"/>
                  </a:lnTo>
                  <a:lnTo>
                    <a:pt x="1622370" y="3217061"/>
                  </a:lnTo>
                  <a:lnTo>
                    <a:pt x="1622479" y="3217061"/>
                  </a:lnTo>
                  <a:lnTo>
                    <a:pt x="1622587" y="3217061"/>
                  </a:lnTo>
                  <a:lnTo>
                    <a:pt x="1622696" y="3217061"/>
                  </a:lnTo>
                  <a:lnTo>
                    <a:pt x="1622804" y="3217061"/>
                  </a:lnTo>
                  <a:lnTo>
                    <a:pt x="1622913" y="3217061"/>
                  </a:lnTo>
                  <a:lnTo>
                    <a:pt x="1623021" y="3217061"/>
                  </a:lnTo>
                  <a:lnTo>
                    <a:pt x="1623129" y="3217061"/>
                  </a:lnTo>
                  <a:lnTo>
                    <a:pt x="1623238" y="3217061"/>
                  </a:lnTo>
                  <a:lnTo>
                    <a:pt x="1623346" y="3217061"/>
                  </a:lnTo>
                  <a:lnTo>
                    <a:pt x="1623455" y="3217061"/>
                  </a:lnTo>
                  <a:lnTo>
                    <a:pt x="1623563" y="3217061"/>
                  </a:lnTo>
                  <a:lnTo>
                    <a:pt x="1623672" y="3217061"/>
                  </a:lnTo>
                  <a:lnTo>
                    <a:pt x="1623780" y="3217061"/>
                  </a:lnTo>
                  <a:lnTo>
                    <a:pt x="1623889" y="3217061"/>
                  </a:lnTo>
                  <a:lnTo>
                    <a:pt x="1623997" y="3217061"/>
                  </a:lnTo>
                  <a:lnTo>
                    <a:pt x="1624105" y="3217061"/>
                  </a:lnTo>
                  <a:lnTo>
                    <a:pt x="1624214" y="3217061"/>
                  </a:lnTo>
                  <a:lnTo>
                    <a:pt x="1624322" y="3217061"/>
                  </a:lnTo>
                  <a:lnTo>
                    <a:pt x="1624431" y="3217061"/>
                  </a:lnTo>
                  <a:lnTo>
                    <a:pt x="1624431" y="3216437"/>
                  </a:lnTo>
                  <a:lnTo>
                    <a:pt x="1624539" y="3216437"/>
                  </a:lnTo>
                  <a:lnTo>
                    <a:pt x="1624648" y="3216437"/>
                  </a:lnTo>
                  <a:lnTo>
                    <a:pt x="1624756" y="3216437"/>
                  </a:lnTo>
                  <a:lnTo>
                    <a:pt x="1624756" y="3215814"/>
                  </a:lnTo>
                  <a:lnTo>
                    <a:pt x="1624865" y="3215814"/>
                  </a:lnTo>
                  <a:lnTo>
                    <a:pt x="1624973" y="3215814"/>
                  </a:lnTo>
                  <a:lnTo>
                    <a:pt x="1625081" y="3215814"/>
                  </a:lnTo>
                  <a:lnTo>
                    <a:pt x="1625190" y="3215814"/>
                  </a:lnTo>
                  <a:lnTo>
                    <a:pt x="1625190" y="3215190"/>
                  </a:lnTo>
                  <a:lnTo>
                    <a:pt x="1625298" y="3215190"/>
                  </a:lnTo>
                  <a:lnTo>
                    <a:pt x="1625407" y="3215190"/>
                  </a:lnTo>
                  <a:lnTo>
                    <a:pt x="1625407" y="3214566"/>
                  </a:lnTo>
                  <a:lnTo>
                    <a:pt x="1625407" y="3213943"/>
                  </a:lnTo>
                  <a:lnTo>
                    <a:pt x="1625515" y="3213943"/>
                  </a:lnTo>
                  <a:lnTo>
                    <a:pt x="1625624" y="3213943"/>
                  </a:lnTo>
                  <a:lnTo>
                    <a:pt x="1625732" y="3213943"/>
                  </a:lnTo>
                  <a:lnTo>
                    <a:pt x="1625841" y="3213943"/>
                  </a:lnTo>
                  <a:lnTo>
                    <a:pt x="1625949" y="3213943"/>
                  </a:lnTo>
                  <a:lnTo>
                    <a:pt x="1626057" y="3213943"/>
                  </a:lnTo>
                  <a:lnTo>
                    <a:pt x="1626166" y="3213943"/>
                  </a:lnTo>
                  <a:lnTo>
                    <a:pt x="1626274" y="3213943"/>
                  </a:lnTo>
                  <a:lnTo>
                    <a:pt x="1626383" y="3213943"/>
                  </a:lnTo>
                  <a:lnTo>
                    <a:pt x="1626383" y="3213319"/>
                  </a:lnTo>
                  <a:lnTo>
                    <a:pt x="1626383" y="3212696"/>
                  </a:lnTo>
                  <a:lnTo>
                    <a:pt x="1626491" y="3212696"/>
                  </a:lnTo>
                  <a:lnTo>
                    <a:pt x="1626600" y="3212696"/>
                  </a:lnTo>
                  <a:lnTo>
                    <a:pt x="1626708" y="3212696"/>
                  </a:lnTo>
                  <a:lnTo>
                    <a:pt x="1626817" y="3212696"/>
                  </a:lnTo>
                  <a:lnTo>
                    <a:pt x="1626925" y="3212696"/>
                  </a:lnTo>
                  <a:lnTo>
                    <a:pt x="1626925" y="3212072"/>
                  </a:lnTo>
                  <a:lnTo>
                    <a:pt x="1627034" y="3212072"/>
                  </a:lnTo>
                  <a:lnTo>
                    <a:pt x="1627142" y="3212072"/>
                  </a:lnTo>
                  <a:lnTo>
                    <a:pt x="1627250" y="3212072"/>
                  </a:lnTo>
                  <a:lnTo>
                    <a:pt x="1627359" y="3212072"/>
                  </a:lnTo>
                  <a:lnTo>
                    <a:pt x="1627467" y="3212072"/>
                  </a:lnTo>
                  <a:lnTo>
                    <a:pt x="1627576" y="3212072"/>
                  </a:lnTo>
                  <a:lnTo>
                    <a:pt x="1627684" y="3212072"/>
                  </a:lnTo>
                  <a:lnTo>
                    <a:pt x="1627684" y="3211448"/>
                  </a:lnTo>
                  <a:lnTo>
                    <a:pt x="1627793" y="3211448"/>
                  </a:lnTo>
                  <a:lnTo>
                    <a:pt x="1627901" y="3211448"/>
                  </a:lnTo>
                  <a:lnTo>
                    <a:pt x="1628010" y="3211448"/>
                  </a:lnTo>
                  <a:lnTo>
                    <a:pt x="1628118" y="3211448"/>
                  </a:lnTo>
                  <a:lnTo>
                    <a:pt x="1628226" y="3211448"/>
                  </a:lnTo>
                  <a:lnTo>
                    <a:pt x="1628335" y="3211448"/>
                  </a:lnTo>
                  <a:lnTo>
                    <a:pt x="1628443" y="3211448"/>
                  </a:lnTo>
                  <a:lnTo>
                    <a:pt x="1628443" y="3210825"/>
                  </a:lnTo>
                  <a:lnTo>
                    <a:pt x="1628552" y="3210825"/>
                  </a:lnTo>
                  <a:lnTo>
                    <a:pt x="1628660" y="3210825"/>
                  </a:lnTo>
                  <a:lnTo>
                    <a:pt x="1628769" y="3210825"/>
                  </a:lnTo>
                  <a:lnTo>
                    <a:pt x="1628877" y="3210825"/>
                  </a:lnTo>
                  <a:lnTo>
                    <a:pt x="1628986" y="3210825"/>
                  </a:lnTo>
                  <a:lnTo>
                    <a:pt x="1629094" y="3210825"/>
                  </a:lnTo>
                  <a:lnTo>
                    <a:pt x="1629094" y="3210201"/>
                  </a:lnTo>
                  <a:lnTo>
                    <a:pt x="1629202" y="3210201"/>
                  </a:lnTo>
                  <a:lnTo>
                    <a:pt x="1629311" y="3210201"/>
                  </a:lnTo>
                  <a:lnTo>
                    <a:pt x="1629311" y="3209578"/>
                  </a:lnTo>
                  <a:lnTo>
                    <a:pt x="1629419" y="3209578"/>
                  </a:lnTo>
                  <a:lnTo>
                    <a:pt x="1629528" y="3209578"/>
                  </a:lnTo>
                  <a:lnTo>
                    <a:pt x="1629636" y="3209578"/>
                  </a:lnTo>
                  <a:lnTo>
                    <a:pt x="1629745" y="3209578"/>
                  </a:lnTo>
                  <a:lnTo>
                    <a:pt x="1629745" y="3208954"/>
                  </a:lnTo>
                  <a:lnTo>
                    <a:pt x="1629853" y="3208954"/>
                  </a:lnTo>
                  <a:lnTo>
                    <a:pt x="1629962" y="3208954"/>
                  </a:lnTo>
                  <a:lnTo>
                    <a:pt x="1630070" y="3208954"/>
                  </a:lnTo>
                  <a:lnTo>
                    <a:pt x="1630178" y="3208954"/>
                  </a:lnTo>
                  <a:lnTo>
                    <a:pt x="1630287" y="3208954"/>
                  </a:lnTo>
                  <a:lnTo>
                    <a:pt x="1630395" y="3208954"/>
                  </a:lnTo>
                  <a:lnTo>
                    <a:pt x="1630504" y="3208954"/>
                  </a:lnTo>
                  <a:lnTo>
                    <a:pt x="1630612" y="3208954"/>
                  </a:lnTo>
                  <a:lnTo>
                    <a:pt x="1630721" y="3208954"/>
                  </a:lnTo>
                  <a:lnTo>
                    <a:pt x="1630829" y="3208954"/>
                  </a:lnTo>
                  <a:lnTo>
                    <a:pt x="1630938" y="3208954"/>
                  </a:lnTo>
                  <a:lnTo>
                    <a:pt x="1631046" y="3208954"/>
                  </a:lnTo>
                  <a:lnTo>
                    <a:pt x="1631154" y="3208954"/>
                  </a:lnTo>
                  <a:lnTo>
                    <a:pt x="1631263" y="3208954"/>
                  </a:lnTo>
                  <a:lnTo>
                    <a:pt x="1631371" y="3208954"/>
                  </a:lnTo>
                  <a:lnTo>
                    <a:pt x="1631480" y="3208954"/>
                  </a:lnTo>
                  <a:lnTo>
                    <a:pt x="1631588" y="3208954"/>
                  </a:lnTo>
                  <a:lnTo>
                    <a:pt x="1631697" y="3208954"/>
                  </a:lnTo>
                  <a:lnTo>
                    <a:pt x="1631697" y="3208331"/>
                  </a:lnTo>
                  <a:lnTo>
                    <a:pt x="1631805" y="3208331"/>
                  </a:lnTo>
                  <a:lnTo>
                    <a:pt x="1631914" y="3208331"/>
                  </a:lnTo>
                  <a:lnTo>
                    <a:pt x="1632022" y="3208331"/>
                  </a:lnTo>
                  <a:lnTo>
                    <a:pt x="1632131" y="3208331"/>
                  </a:lnTo>
                  <a:lnTo>
                    <a:pt x="1632131" y="3207707"/>
                  </a:lnTo>
                  <a:lnTo>
                    <a:pt x="1632239" y="3207707"/>
                  </a:lnTo>
                  <a:lnTo>
                    <a:pt x="1632347" y="3207707"/>
                  </a:lnTo>
                  <a:lnTo>
                    <a:pt x="1632456" y="3207707"/>
                  </a:lnTo>
                  <a:lnTo>
                    <a:pt x="1632564" y="3207707"/>
                  </a:lnTo>
                  <a:lnTo>
                    <a:pt x="1632673" y="3207707"/>
                  </a:lnTo>
                  <a:lnTo>
                    <a:pt x="1632781" y="3207707"/>
                  </a:lnTo>
                  <a:lnTo>
                    <a:pt x="1632890" y="3207707"/>
                  </a:lnTo>
                  <a:lnTo>
                    <a:pt x="1632998" y="3207707"/>
                  </a:lnTo>
                  <a:lnTo>
                    <a:pt x="1633107" y="3207707"/>
                  </a:lnTo>
                  <a:lnTo>
                    <a:pt x="1633215" y="3207707"/>
                  </a:lnTo>
                  <a:lnTo>
                    <a:pt x="1633323" y="3207707"/>
                  </a:lnTo>
                  <a:lnTo>
                    <a:pt x="1633432" y="3207707"/>
                  </a:lnTo>
                  <a:lnTo>
                    <a:pt x="1633540" y="3207707"/>
                  </a:lnTo>
                  <a:lnTo>
                    <a:pt x="1633540" y="3207083"/>
                  </a:lnTo>
                  <a:lnTo>
                    <a:pt x="1633649" y="3207083"/>
                  </a:lnTo>
                  <a:lnTo>
                    <a:pt x="1633757" y="3207083"/>
                  </a:lnTo>
                  <a:lnTo>
                    <a:pt x="1633866" y="3207083"/>
                  </a:lnTo>
                  <a:lnTo>
                    <a:pt x="1633974" y="3207083"/>
                  </a:lnTo>
                  <a:lnTo>
                    <a:pt x="1633974" y="3206460"/>
                  </a:lnTo>
                  <a:lnTo>
                    <a:pt x="1634083" y="3206460"/>
                  </a:lnTo>
                  <a:lnTo>
                    <a:pt x="1634083" y="3205836"/>
                  </a:lnTo>
                  <a:lnTo>
                    <a:pt x="1634191" y="3205836"/>
                  </a:lnTo>
                  <a:lnTo>
                    <a:pt x="1634299" y="3205836"/>
                  </a:lnTo>
                  <a:lnTo>
                    <a:pt x="1634408" y="3205836"/>
                  </a:lnTo>
                  <a:lnTo>
                    <a:pt x="1634516" y="3205836"/>
                  </a:lnTo>
                  <a:lnTo>
                    <a:pt x="1634625" y="3205836"/>
                  </a:lnTo>
                  <a:lnTo>
                    <a:pt x="1634733" y="3205836"/>
                  </a:lnTo>
                  <a:lnTo>
                    <a:pt x="1634842" y="3205836"/>
                  </a:lnTo>
                  <a:lnTo>
                    <a:pt x="1634950" y="3205836"/>
                  </a:lnTo>
                  <a:lnTo>
                    <a:pt x="1634950" y="3205213"/>
                  </a:lnTo>
                  <a:lnTo>
                    <a:pt x="1634950" y="3204589"/>
                  </a:lnTo>
                  <a:lnTo>
                    <a:pt x="1635059" y="3204589"/>
                  </a:lnTo>
                  <a:lnTo>
                    <a:pt x="1635167" y="3204589"/>
                  </a:lnTo>
                  <a:lnTo>
                    <a:pt x="1635275" y="3204589"/>
                  </a:lnTo>
                  <a:lnTo>
                    <a:pt x="1635384" y="3204589"/>
                  </a:lnTo>
                  <a:lnTo>
                    <a:pt x="1635492" y="3204589"/>
                  </a:lnTo>
                  <a:lnTo>
                    <a:pt x="1635601" y="3204589"/>
                  </a:lnTo>
                  <a:lnTo>
                    <a:pt x="1635709" y="3204589"/>
                  </a:lnTo>
                  <a:lnTo>
                    <a:pt x="1635709" y="3203965"/>
                  </a:lnTo>
                  <a:lnTo>
                    <a:pt x="1635818" y="3203965"/>
                  </a:lnTo>
                  <a:lnTo>
                    <a:pt x="1635926" y="3203965"/>
                  </a:lnTo>
                  <a:lnTo>
                    <a:pt x="1636035" y="3203965"/>
                  </a:lnTo>
                  <a:lnTo>
                    <a:pt x="1636143" y="3203965"/>
                  </a:lnTo>
                  <a:lnTo>
                    <a:pt x="1636252" y="3203965"/>
                  </a:lnTo>
                  <a:lnTo>
                    <a:pt x="1636360" y="3203965"/>
                  </a:lnTo>
                  <a:lnTo>
                    <a:pt x="1636360" y="3203342"/>
                  </a:lnTo>
                  <a:lnTo>
                    <a:pt x="1636468" y="3203342"/>
                  </a:lnTo>
                  <a:lnTo>
                    <a:pt x="1636577" y="3203342"/>
                  </a:lnTo>
                  <a:lnTo>
                    <a:pt x="1636685" y="3203342"/>
                  </a:lnTo>
                  <a:lnTo>
                    <a:pt x="1636794" y="3203342"/>
                  </a:lnTo>
                  <a:lnTo>
                    <a:pt x="1636902" y="3203342"/>
                  </a:lnTo>
                  <a:lnTo>
                    <a:pt x="1637011" y="3203342"/>
                  </a:lnTo>
                  <a:lnTo>
                    <a:pt x="1637119" y="3203342"/>
                  </a:lnTo>
                  <a:lnTo>
                    <a:pt x="1637119" y="3202718"/>
                  </a:lnTo>
                  <a:lnTo>
                    <a:pt x="1637228" y="3202718"/>
                  </a:lnTo>
                  <a:lnTo>
                    <a:pt x="1637336" y="3202718"/>
                  </a:lnTo>
                  <a:lnTo>
                    <a:pt x="1637444" y="3202718"/>
                  </a:lnTo>
                  <a:lnTo>
                    <a:pt x="1637553" y="3202718"/>
                  </a:lnTo>
                  <a:lnTo>
                    <a:pt x="1637661" y="3202718"/>
                  </a:lnTo>
                  <a:lnTo>
                    <a:pt x="1637770" y="3202718"/>
                  </a:lnTo>
                  <a:lnTo>
                    <a:pt x="1637878" y="3202718"/>
                  </a:lnTo>
                  <a:lnTo>
                    <a:pt x="1637987" y="3202718"/>
                  </a:lnTo>
                  <a:lnTo>
                    <a:pt x="1638095" y="3202718"/>
                  </a:lnTo>
                  <a:lnTo>
                    <a:pt x="1638204" y="3202718"/>
                  </a:lnTo>
                  <a:lnTo>
                    <a:pt x="1638204" y="3202095"/>
                  </a:lnTo>
                  <a:lnTo>
                    <a:pt x="1638312" y="3202095"/>
                  </a:lnTo>
                  <a:lnTo>
                    <a:pt x="1638420" y="3202095"/>
                  </a:lnTo>
                  <a:lnTo>
                    <a:pt x="1638529" y="3202095"/>
                  </a:lnTo>
                  <a:lnTo>
                    <a:pt x="1638637" y="3202095"/>
                  </a:lnTo>
                  <a:lnTo>
                    <a:pt x="1638637" y="3201471"/>
                  </a:lnTo>
                  <a:lnTo>
                    <a:pt x="1638746" y="3201471"/>
                  </a:lnTo>
                  <a:lnTo>
                    <a:pt x="1638854" y="3201471"/>
                  </a:lnTo>
                  <a:lnTo>
                    <a:pt x="1638963" y="3201471"/>
                  </a:lnTo>
                  <a:lnTo>
                    <a:pt x="1638963" y="3200848"/>
                  </a:lnTo>
                  <a:lnTo>
                    <a:pt x="1639071" y="3200848"/>
                  </a:lnTo>
                  <a:lnTo>
                    <a:pt x="1639180" y="3200848"/>
                  </a:lnTo>
                  <a:lnTo>
                    <a:pt x="1639288" y="3200848"/>
                  </a:lnTo>
                  <a:lnTo>
                    <a:pt x="1639396" y="3200848"/>
                  </a:lnTo>
                  <a:lnTo>
                    <a:pt x="1639505" y="3200848"/>
                  </a:lnTo>
                  <a:lnTo>
                    <a:pt x="1639613" y="3200848"/>
                  </a:lnTo>
                  <a:lnTo>
                    <a:pt x="1639722" y="3200848"/>
                  </a:lnTo>
                  <a:lnTo>
                    <a:pt x="1639830" y="3200848"/>
                  </a:lnTo>
                  <a:lnTo>
                    <a:pt x="1639939" y="3200848"/>
                  </a:lnTo>
                  <a:lnTo>
                    <a:pt x="1640047" y="3200848"/>
                  </a:lnTo>
                  <a:lnTo>
                    <a:pt x="1640156" y="3200848"/>
                  </a:lnTo>
                  <a:lnTo>
                    <a:pt x="1640264" y="3200848"/>
                  </a:lnTo>
                  <a:lnTo>
                    <a:pt x="1640373" y="3200848"/>
                  </a:lnTo>
                  <a:lnTo>
                    <a:pt x="1640373" y="3200224"/>
                  </a:lnTo>
                  <a:lnTo>
                    <a:pt x="1640481" y="3200224"/>
                  </a:lnTo>
                  <a:lnTo>
                    <a:pt x="1640589" y="3200224"/>
                  </a:lnTo>
                  <a:lnTo>
                    <a:pt x="1640698" y="3200224"/>
                  </a:lnTo>
                  <a:lnTo>
                    <a:pt x="1640806" y="3200224"/>
                  </a:lnTo>
                  <a:lnTo>
                    <a:pt x="1640915" y="3200224"/>
                  </a:lnTo>
                  <a:lnTo>
                    <a:pt x="1641023" y="3200224"/>
                  </a:lnTo>
                  <a:lnTo>
                    <a:pt x="1641132" y="3200224"/>
                  </a:lnTo>
                  <a:lnTo>
                    <a:pt x="1641240" y="3200224"/>
                  </a:lnTo>
                  <a:lnTo>
                    <a:pt x="1641349" y="3200224"/>
                  </a:lnTo>
                  <a:lnTo>
                    <a:pt x="1641457" y="3200224"/>
                  </a:lnTo>
                  <a:lnTo>
                    <a:pt x="1641565" y="3200224"/>
                  </a:lnTo>
                  <a:lnTo>
                    <a:pt x="1641674" y="3200224"/>
                  </a:lnTo>
                  <a:lnTo>
                    <a:pt x="1641782" y="3200224"/>
                  </a:lnTo>
                  <a:lnTo>
                    <a:pt x="1641782" y="3199600"/>
                  </a:lnTo>
                  <a:lnTo>
                    <a:pt x="1641891" y="3199600"/>
                  </a:lnTo>
                  <a:lnTo>
                    <a:pt x="1641891" y="3198977"/>
                  </a:lnTo>
                  <a:lnTo>
                    <a:pt x="1641999" y="3198977"/>
                  </a:lnTo>
                  <a:lnTo>
                    <a:pt x="1641999" y="3198353"/>
                  </a:lnTo>
                  <a:lnTo>
                    <a:pt x="1641999" y="3197730"/>
                  </a:lnTo>
                  <a:lnTo>
                    <a:pt x="1642108" y="3197730"/>
                  </a:lnTo>
                  <a:lnTo>
                    <a:pt x="1642216" y="3197730"/>
                  </a:lnTo>
                  <a:lnTo>
                    <a:pt x="1642325" y="3197730"/>
                  </a:lnTo>
                  <a:lnTo>
                    <a:pt x="1642433" y="3197730"/>
                  </a:lnTo>
                  <a:lnTo>
                    <a:pt x="1642541" y="3197730"/>
                  </a:lnTo>
                  <a:lnTo>
                    <a:pt x="1642650" y="3197730"/>
                  </a:lnTo>
                  <a:lnTo>
                    <a:pt x="1642758" y="3197730"/>
                  </a:lnTo>
                  <a:lnTo>
                    <a:pt x="1642758" y="3197106"/>
                  </a:lnTo>
                  <a:lnTo>
                    <a:pt x="1642867" y="3197106"/>
                  </a:lnTo>
                  <a:lnTo>
                    <a:pt x="1642975" y="3197106"/>
                  </a:lnTo>
                  <a:lnTo>
                    <a:pt x="1642975" y="3196482"/>
                  </a:lnTo>
                  <a:lnTo>
                    <a:pt x="1643084" y="3196482"/>
                  </a:lnTo>
                  <a:lnTo>
                    <a:pt x="1643192" y="3196482"/>
                  </a:lnTo>
                  <a:lnTo>
                    <a:pt x="1643192" y="3195859"/>
                  </a:lnTo>
                  <a:lnTo>
                    <a:pt x="1643192" y="3195235"/>
                  </a:lnTo>
                  <a:lnTo>
                    <a:pt x="1643301" y="3195235"/>
                  </a:lnTo>
                  <a:lnTo>
                    <a:pt x="1643409" y="3195235"/>
                  </a:lnTo>
                  <a:lnTo>
                    <a:pt x="1643517" y="3195235"/>
                  </a:lnTo>
                  <a:lnTo>
                    <a:pt x="1643626" y="3195235"/>
                  </a:lnTo>
                  <a:lnTo>
                    <a:pt x="1643734" y="3195235"/>
                  </a:lnTo>
                  <a:lnTo>
                    <a:pt x="1643734" y="3194612"/>
                  </a:lnTo>
                  <a:lnTo>
                    <a:pt x="1643843" y="3194612"/>
                  </a:lnTo>
                  <a:lnTo>
                    <a:pt x="1643951" y="3194612"/>
                  </a:lnTo>
                  <a:lnTo>
                    <a:pt x="1643951" y="3193988"/>
                  </a:lnTo>
                  <a:lnTo>
                    <a:pt x="1644060" y="3193988"/>
                  </a:lnTo>
                  <a:lnTo>
                    <a:pt x="1644060" y="3193365"/>
                  </a:lnTo>
                  <a:lnTo>
                    <a:pt x="1644168" y="3193365"/>
                  </a:lnTo>
                  <a:lnTo>
                    <a:pt x="1644168" y="3192741"/>
                  </a:lnTo>
                  <a:lnTo>
                    <a:pt x="1644168" y="3192117"/>
                  </a:lnTo>
                  <a:lnTo>
                    <a:pt x="1644277" y="3192117"/>
                  </a:lnTo>
                  <a:lnTo>
                    <a:pt x="1644277" y="3191494"/>
                  </a:lnTo>
                  <a:lnTo>
                    <a:pt x="1644385" y="3191494"/>
                  </a:lnTo>
                  <a:lnTo>
                    <a:pt x="1644494" y="3191494"/>
                  </a:lnTo>
                  <a:lnTo>
                    <a:pt x="1644602" y="3191494"/>
                  </a:lnTo>
                  <a:lnTo>
                    <a:pt x="1644710" y="3191494"/>
                  </a:lnTo>
                  <a:lnTo>
                    <a:pt x="1644819" y="3191494"/>
                  </a:lnTo>
                  <a:lnTo>
                    <a:pt x="1644927" y="3191494"/>
                  </a:lnTo>
                  <a:lnTo>
                    <a:pt x="1645036" y="3191494"/>
                  </a:lnTo>
                  <a:lnTo>
                    <a:pt x="1645144" y="3191494"/>
                  </a:lnTo>
                  <a:lnTo>
                    <a:pt x="1645253" y="3191494"/>
                  </a:lnTo>
                  <a:lnTo>
                    <a:pt x="1645361" y="3191494"/>
                  </a:lnTo>
                  <a:lnTo>
                    <a:pt x="1645470" y="3191494"/>
                  </a:lnTo>
                  <a:lnTo>
                    <a:pt x="1645470" y="3190870"/>
                  </a:lnTo>
                  <a:lnTo>
                    <a:pt x="1645578" y="3190870"/>
                  </a:lnTo>
                  <a:lnTo>
                    <a:pt x="1645578" y="3190247"/>
                  </a:lnTo>
                  <a:lnTo>
                    <a:pt x="1645686" y="3190247"/>
                  </a:lnTo>
                  <a:lnTo>
                    <a:pt x="1645686" y="3189623"/>
                  </a:lnTo>
                  <a:lnTo>
                    <a:pt x="1645795" y="3189623"/>
                  </a:lnTo>
                  <a:lnTo>
                    <a:pt x="1645795" y="3188999"/>
                  </a:lnTo>
                  <a:lnTo>
                    <a:pt x="1645903" y="3188999"/>
                  </a:lnTo>
                  <a:lnTo>
                    <a:pt x="1646012" y="3188999"/>
                  </a:lnTo>
                  <a:lnTo>
                    <a:pt x="1646012" y="3188376"/>
                  </a:lnTo>
                  <a:lnTo>
                    <a:pt x="1646120" y="3188376"/>
                  </a:lnTo>
                  <a:lnTo>
                    <a:pt x="1646229" y="3188376"/>
                  </a:lnTo>
                  <a:lnTo>
                    <a:pt x="1646229" y="3187752"/>
                  </a:lnTo>
                  <a:lnTo>
                    <a:pt x="1646229" y="3187129"/>
                  </a:lnTo>
                  <a:lnTo>
                    <a:pt x="1646337" y="3187129"/>
                  </a:lnTo>
                  <a:lnTo>
                    <a:pt x="1646446" y="3187129"/>
                  </a:lnTo>
                  <a:lnTo>
                    <a:pt x="1646554" y="3187129"/>
                  </a:lnTo>
                  <a:lnTo>
                    <a:pt x="1646662" y="3187129"/>
                  </a:lnTo>
                  <a:lnTo>
                    <a:pt x="1646771" y="3187129"/>
                  </a:lnTo>
                  <a:lnTo>
                    <a:pt x="1646771" y="3186505"/>
                  </a:lnTo>
                  <a:lnTo>
                    <a:pt x="1646879" y="3186505"/>
                  </a:lnTo>
                  <a:lnTo>
                    <a:pt x="1646988" y="3186505"/>
                  </a:lnTo>
                  <a:lnTo>
                    <a:pt x="1647096" y="3186505"/>
                  </a:lnTo>
                  <a:lnTo>
                    <a:pt x="1647096" y="3185882"/>
                  </a:lnTo>
                  <a:lnTo>
                    <a:pt x="1647205" y="3185882"/>
                  </a:lnTo>
                  <a:lnTo>
                    <a:pt x="1647313" y="3185882"/>
                  </a:lnTo>
                  <a:lnTo>
                    <a:pt x="1647313" y="3185258"/>
                  </a:lnTo>
                  <a:lnTo>
                    <a:pt x="1647422" y="3185258"/>
                  </a:lnTo>
                  <a:lnTo>
                    <a:pt x="1647422" y="3184634"/>
                  </a:lnTo>
                  <a:lnTo>
                    <a:pt x="1647530" y="3184634"/>
                  </a:lnTo>
                  <a:lnTo>
                    <a:pt x="1647638" y="3184634"/>
                  </a:lnTo>
                  <a:lnTo>
                    <a:pt x="1647747" y="3184634"/>
                  </a:lnTo>
                  <a:lnTo>
                    <a:pt x="1647855" y="3184634"/>
                  </a:lnTo>
                  <a:lnTo>
                    <a:pt x="1647964" y="3184634"/>
                  </a:lnTo>
                  <a:lnTo>
                    <a:pt x="1648072" y="3184634"/>
                  </a:lnTo>
                  <a:lnTo>
                    <a:pt x="1648181" y="3184634"/>
                  </a:lnTo>
                  <a:lnTo>
                    <a:pt x="1648289" y="3184634"/>
                  </a:lnTo>
                  <a:lnTo>
                    <a:pt x="1648398" y="3184634"/>
                  </a:lnTo>
                  <a:lnTo>
                    <a:pt x="1648506" y="3184634"/>
                  </a:lnTo>
                  <a:lnTo>
                    <a:pt x="1648615" y="3184634"/>
                  </a:lnTo>
                  <a:lnTo>
                    <a:pt x="1648723" y="3184634"/>
                  </a:lnTo>
                  <a:lnTo>
                    <a:pt x="1648831" y="3184634"/>
                  </a:lnTo>
                  <a:lnTo>
                    <a:pt x="1648940" y="3184634"/>
                  </a:lnTo>
                  <a:lnTo>
                    <a:pt x="1649048" y="3184634"/>
                  </a:lnTo>
                  <a:lnTo>
                    <a:pt x="1649157" y="3184634"/>
                  </a:lnTo>
                  <a:lnTo>
                    <a:pt x="1649265" y="3184634"/>
                  </a:lnTo>
                  <a:lnTo>
                    <a:pt x="1649265" y="3184011"/>
                  </a:lnTo>
                  <a:lnTo>
                    <a:pt x="1649265" y="3183387"/>
                  </a:lnTo>
                  <a:lnTo>
                    <a:pt x="1649374" y="3183387"/>
                  </a:lnTo>
                  <a:lnTo>
                    <a:pt x="1649482" y="3183387"/>
                  </a:lnTo>
                  <a:lnTo>
                    <a:pt x="1649591" y="3183387"/>
                  </a:lnTo>
                  <a:lnTo>
                    <a:pt x="1649591" y="3182764"/>
                  </a:lnTo>
                  <a:lnTo>
                    <a:pt x="1649699" y="3182764"/>
                  </a:lnTo>
                  <a:lnTo>
                    <a:pt x="1649807" y="3182764"/>
                  </a:lnTo>
                  <a:lnTo>
                    <a:pt x="1649916" y="3182764"/>
                  </a:lnTo>
                  <a:lnTo>
                    <a:pt x="1650024" y="3182764"/>
                  </a:lnTo>
                  <a:lnTo>
                    <a:pt x="1650133" y="3182764"/>
                  </a:lnTo>
                  <a:lnTo>
                    <a:pt x="1650241" y="3182764"/>
                  </a:lnTo>
                  <a:lnTo>
                    <a:pt x="1650350" y="3182764"/>
                  </a:lnTo>
                  <a:lnTo>
                    <a:pt x="1650458" y="3182764"/>
                  </a:lnTo>
                  <a:lnTo>
                    <a:pt x="1650567" y="3182764"/>
                  </a:lnTo>
                  <a:lnTo>
                    <a:pt x="1650675" y="3182764"/>
                  </a:lnTo>
                  <a:lnTo>
                    <a:pt x="1650783" y="3182764"/>
                  </a:lnTo>
                  <a:lnTo>
                    <a:pt x="1650892" y="3182764"/>
                  </a:lnTo>
                  <a:lnTo>
                    <a:pt x="1651000" y="3182764"/>
                  </a:lnTo>
                  <a:lnTo>
                    <a:pt x="1651109" y="3182764"/>
                  </a:lnTo>
                  <a:lnTo>
                    <a:pt x="1651217" y="3182764"/>
                  </a:lnTo>
                  <a:lnTo>
                    <a:pt x="1651217" y="3182140"/>
                  </a:lnTo>
                  <a:lnTo>
                    <a:pt x="1651326" y="3182140"/>
                  </a:lnTo>
                  <a:lnTo>
                    <a:pt x="1651434" y="3182140"/>
                  </a:lnTo>
                  <a:lnTo>
                    <a:pt x="1651543" y="3182140"/>
                  </a:lnTo>
                  <a:lnTo>
                    <a:pt x="1651651" y="3182140"/>
                  </a:lnTo>
                  <a:lnTo>
                    <a:pt x="1651651" y="3181516"/>
                  </a:lnTo>
                  <a:lnTo>
                    <a:pt x="1651759" y="3181516"/>
                  </a:lnTo>
                  <a:lnTo>
                    <a:pt x="1651759" y="3180893"/>
                  </a:lnTo>
                  <a:lnTo>
                    <a:pt x="1651868" y="3180893"/>
                  </a:lnTo>
                  <a:lnTo>
                    <a:pt x="1651976" y="3180893"/>
                  </a:lnTo>
                  <a:lnTo>
                    <a:pt x="1652085" y="3180893"/>
                  </a:lnTo>
                  <a:lnTo>
                    <a:pt x="1652085" y="3180269"/>
                  </a:lnTo>
                  <a:lnTo>
                    <a:pt x="1652085" y="3179646"/>
                  </a:lnTo>
                  <a:lnTo>
                    <a:pt x="1652193" y="3179646"/>
                  </a:lnTo>
                  <a:lnTo>
                    <a:pt x="1652302" y="3179646"/>
                  </a:lnTo>
                  <a:lnTo>
                    <a:pt x="1652410" y="3179646"/>
                  </a:lnTo>
                  <a:lnTo>
                    <a:pt x="1652519" y="3179646"/>
                  </a:lnTo>
                  <a:lnTo>
                    <a:pt x="1652627" y="3179646"/>
                  </a:lnTo>
                  <a:lnTo>
                    <a:pt x="1652735" y="3179646"/>
                  </a:lnTo>
                  <a:lnTo>
                    <a:pt x="1652844" y="3179646"/>
                  </a:lnTo>
                  <a:lnTo>
                    <a:pt x="1652952" y="3179646"/>
                  </a:lnTo>
                  <a:lnTo>
                    <a:pt x="1653061" y="3179646"/>
                  </a:lnTo>
                  <a:lnTo>
                    <a:pt x="1653169" y="3179646"/>
                  </a:lnTo>
                  <a:lnTo>
                    <a:pt x="1653278" y="3179646"/>
                  </a:lnTo>
                  <a:lnTo>
                    <a:pt x="1653278" y="3179022"/>
                  </a:lnTo>
                  <a:lnTo>
                    <a:pt x="1653386" y="3179022"/>
                  </a:lnTo>
                  <a:lnTo>
                    <a:pt x="1653386" y="3178399"/>
                  </a:lnTo>
                  <a:lnTo>
                    <a:pt x="1653386" y="3177775"/>
                  </a:lnTo>
                  <a:lnTo>
                    <a:pt x="1653386" y="3177151"/>
                  </a:lnTo>
                  <a:lnTo>
                    <a:pt x="1653495" y="3177151"/>
                  </a:lnTo>
                  <a:lnTo>
                    <a:pt x="1653495" y="3176528"/>
                  </a:lnTo>
                  <a:lnTo>
                    <a:pt x="1653603" y="3176528"/>
                  </a:lnTo>
                  <a:lnTo>
                    <a:pt x="1653603" y="3175904"/>
                  </a:lnTo>
                  <a:lnTo>
                    <a:pt x="1653603" y="3175281"/>
                  </a:lnTo>
                  <a:lnTo>
                    <a:pt x="1653603" y="3174657"/>
                  </a:lnTo>
                  <a:lnTo>
                    <a:pt x="1653712" y="3174657"/>
                  </a:lnTo>
                  <a:lnTo>
                    <a:pt x="1653820" y="3174657"/>
                  </a:lnTo>
                  <a:lnTo>
                    <a:pt x="1653928" y="3174657"/>
                  </a:lnTo>
                  <a:lnTo>
                    <a:pt x="1654037" y="3174657"/>
                  </a:lnTo>
                  <a:lnTo>
                    <a:pt x="1654145" y="3174657"/>
                  </a:lnTo>
                  <a:lnTo>
                    <a:pt x="1654254" y="3174657"/>
                  </a:lnTo>
                  <a:lnTo>
                    <a:pt x="1654362" y="3174657"/>
                  </a:lnTo>
                  <a:lnTo>
                    <a:pt x="1654471" y="3174657"/>
                  </a:lnTo>
                  <a:lnTo>
                    <a:pt x="1654471" y="3174034"/>
                  </a:lnTo>
                  <a:lnTo>
                    <a:pt x="1654579" y="3174034"/>
                  </a:lnTo>
                  <a:lnTo>
                    <a:pt x="1654688" y="3174034"/>
                  </a:lnTo>
                  <a:lnTo>
                    <a:pt x="1654796" y="3174034"/>
                  </a:lnTo>
                  <a:lnTo>
                    <a:pt x="1654796" y="3173410"/>
                  </a:lnTo>
                  <a:lnTo>
                    <a:pt x="1654904" y="3173410"/>
                  </a:lnTo>
                  <a:lnTo>
                    <a:pt x="1655013" y="3173410"/>
                  </a:lnTo>
                  <a:lnTo>
                    <a:pt x="1655121" y="3173410"/>
                  </a:lnTo>
                  <a:lnTo>
                    <a:pt x="1655121" y="3172786"/>
                  </a:lnTo>
                  <a:lnTo>
                    <a:pt x="1655230" y="3172786"/>
                  </a:lnTo>
                  <a:lnTo>
                    <a:pt x="1655338" y="3172786"/>
                  </a:lnTo>
                  <a:lnTo>
                    <a:pt x="1655447" y="3172786"/>
                  </a:lnTo>
                  <a:lnTo>
                    <a:pt x="1655555" y="3172786"/>
                  </a:lnTo>
                  <a:lnTo>
                    <a:pt x="1655664" y="3172786"/>
                  </a:lnTo>
                  <a:lnTo>
                    <a:pt x="1655772" y="3172786"/>
                  </a:lnTo>
                  <a:lnTo>
                    <a:pt x="1655772" y="3172163"/>
                  </a:lnTo>
                  <a:lnTo>
                    <a:pt x="1655880" y="3172163"/>
                  </a:lnTo>
                  <a:lnTo>
                    <a:pt x="1655880" y="3171539"/>
                  </a:lnTo>
                  <a:lnTo>
                    <a:pt x="1655989" y="3171539"/>
                  </a:lnTo>
                  <a:lnTo>
                    <a:pt x="1655989" y="3170916"/>
                  </a:lnTo>
                  <a:lnTo>
                    <a:pt x="1655989" y="3170292"/>
                  </a:lnTo>
                  <a:lnTo>
                    <a:pt x="1656097" y="3170292"/>
                  </a:lnTo>
                  <a:lnTo>
                    <a:pt x="1656206" y="3170292"/>
                  </a:lnTo>
                  <a:lnTo>
                    <a:pt x="1656314" y="3170292"/>
                  </a:lnTo>
                  <a:lnTo>
                    <a:pt x="1656423" y="3170292"/>
                  </a:lnTo>
                  <a:lnTo>
                    <a:pt x="1656423" y="3169668"/>
                  </a:lnTo>
                  <a:lnTo>
                    <a:pt x="1656531" y="3169668"/>
                  </a:lnTo>
                  <a:lnTo>
                    <a:pt x="1656640" y="3169668"/>
                  </a:lnTo>
                  <a:lnTo>
                    <a:pt x="1656748" y="3169668"/>
                  </a:lnTo>
                  <a:lnTo>
                    <a:pt x="1656856" y="3169668"/>
                  </a:lnTo>
                  <a:lnTo>
                    <a:pt x="1656965" y="3169668"/>
                  </a:lnTo>
                  <a:lnTo>
                    <a:pt x="1657073" y="3169668"/>
                  </a:lnTo>
                  <a:lnTo>
                    <a:pt x="1657182" y="3169668"/>
                  </a:lnTo>
                  <a:lnTo>
                    <a:pt x="1657290" y="3169668"/>
                  </a:lnTo>
                  <a:lnTo>
                    <a:pt x="1657290" y="3169045"/>
                  </a:lnTo>
                  <a:lnTo>
                    <a:pt x="1657290" y="3168421"/>
                  </a:lnTo>
                  <a:lnTo>
                    <a:pt x="1657399" y="3168421"/>
                  </a:lnTo>
                  <a:lnTo>
                    <a:pt x="1657507" y="3168421"/>
                  </a:lnTo>
                  <a:lnTo>
                    <a:pt x="1657507" y="3167798"/>
                  </a:lnTo>
                  <a:lnTo>
                    <a:pt x="1657616" y="3167798"/>
                  </a:lnTo>
                  <a:lnTo>
                    <a:pt x="1657724" y="3167798"/>
                  </a:lnTo>
                  <a:lnTo>
                    <a:pt x="1657724" y="3167174"/>
                  </a:lnTo>
                  <a:lnTo>
                    <a:pt x="1657833" y="3167174"/>
                  </a:lnTo>
                  <a:lnTo>
                    <a:pt x="1657941" y="3167174"/>
                  </a:lnTo>
                  <a:lnTo>
                    <a:pt x="1658049" y="3167174"/>
                  </a:lnTo>
                  <a:lnTo>
                    <a:pt x="1658049" y="3166551"/>
                  </a:lnTo>
                  <a:lnTo>
                    <a:pt x="1658049" y="3165927"/>
                  </a:lnTo>
                  <a:lnTo>
                    <a:pt x="1658158" y="3165927"/>
                  </a:lnTo>
                  <a:lnTo>
                    <a:pt x="1658266" y="3165927"/>
                  </a:lnTo>
                  <a:lnTo>
                    <a:pt x="1658375" y="3165927"/>
                  </a:lnTo>
                  <a:lnTo>
                    <a:pt x="1658483" y="3165927"/>
                  </a:lnTo>
                  <a:lnTo>
                    <a:pt x="1658592" y="3165927"/>
                  </a:lnTo>
                  <a:lnTo>
                    <a:pt x="1658700" y="3165927"/>
                  </a:lnTo>
                  <a:lnTo>
                    <a:pt x="1658809" y="3165927"/>
                  </a:lnTo>
                  <a:lnTo>
                    <a:pt x="1658809" y="3165303"/>
                  </a:lnTo>
                  <a:lnTo>
                    <a:pt x="1658917" y="3165303"/>
                  </a:lnTo>
                  <a:lnTo>
                    <a:pt x="1659025" y="3165303"/>
                  </a:lnTo>
                  <a:lnTo>
                    <a:pt x="1659134" y="3165303"/>
                  </a:lnTo>
                  <a:lnTo>
                    <a:pt x="1659134" y="3164680"/>
                  </a:lnTo>
                  <a:lnTo>
                    <a:pt x="1659242" y="3164680"/>
                  </a:lnTo>
                  <a:lnTo>
                    <a:pt x="1659351" y="3164680"/>
                  </a:lnTo>
                  <a:lnTo>
                    <a:pt x="1659459" y="3164680"/>
                  </a:lnTo>
                  <a:lnTo>
                    <a:pt x="1659568" y="3164680"/>
                  </a:lnTo>
                  <a:lnTo>
                    <a:pt x="1659568" y="3164056"/>
                  </a:lnTo>
                  <a:lnTo>
                    <a:pt x="1659676" y="3164056"/>
                  </a:lnTo>
                  <a:lnTo>
                    <a:pt x="1659785" y="3164056"/>
                  </a:lnTo>
                  <a:lnTo>
                    <a:pt x="1659893" y="3164056"/>
                  </a:lnTo>
                  <a:lnTo>
                    <a:pt x="1660001" y="3164056"/>
                  </a:lnTo>
                  <a:lnTo>
                    <a:pt x="1660110" y="3164056"/>
                  </a:lnTo>
                  <a:lnTo>
                    <a:pt x="1660218" y="3164056"/>
                  </a:lnTo>
                  <a:lnTo>
                    <a:pt x="1660218" y="3163433"/>
                  </a:lnTo>
                  <a:lnTo>
                    <a:pt x="1660327" y="3163433"/>
                  </a:lnTo>
                  <a:lnTo>
                    <a:pt x="1660327" y="3162809"/>
                  </a:lnTo>
                  <a:lnTo>
                    <a:pt x="1660435" y="3162809"/>
                  </a:lnTo>
                  <a:lnTo>
                    <a:pt x="1660544" y="3162809"/>
                  </a:lnTo>
                  <a:lnTo>
                    <a:pt x="1660544" y="3162185"/>
                  </a:lnTo>
                  <a:lnTo>
                    <a:pt x="1660652" y="3162185"/>
                  </a:lnTo>
                  <a:lnTo>
                    <a:pt x="1660761" y="3162185"/>
                  </a:lnTo>
                  <a:lnTo>
                    <a:pt x="1660869" y="3162185"/>
                  </a:lnTo>
                  <a:lnTo>
                    <a:pt x="1660869" y="3161562"/>
                  </a:lnTo>
                  <a:lnTo>
                    <a:pt x="1660977" y="3161562"/>
                  </a:lnTo>
                  <a:lnTo>
                    <a:pt x="1661086" y="3161562"/>
                  </a:lnTo>
                  <a:lnTo>
                    <a:pt x="1661194" y="3161562"/>
                  </a:lnTo>
                  <a:lnTo>
                    <a:pt x="1661303" y="3161562"/>
                  </a:lnTo>
                  <a:lnTo>
                    <a:pt x="1661411" y="3161562"/>
                  </a:lnTo>
                  <a:lnTo>
                    <a:pt x="1661411" y="3160938"/>
                  </a:lnTo>
                  <a:lnTo>
                    <a:pt x="1661520" y="3160938"/>
                  </a:lnTo>
                  <a:lnTo>
                    <a:pt x="1661628" y="3160938"/>
                  </a:lnTo>
                  <a:lnTo>
                    <a:pt x="1661737" y="3160938"/>
                  </a:lnTo>
                  <a:lnTo>
                    <a:pt x="1661737" y="3160315"/>
                  </a:lnTo>
                  <a:lnTo>
                    <a:pt x="1661737" y="3159691"/>
                  </a:lnTo>
                  <a:lnTo>
                    <a:pt x="1661845" y="3159691"/>
                  </a:lnTo>
                  <a:lnTo>
                    <a:pt x="1661954" y="3159691"/>
                  </a:lnTo>
                  <a:lnTo>
                    <a:pt x="1662062" y="3159691"/>
                  </a:lnTo>
                  <a:lnTo>
                    <a:pt x="1662062" y="3159068"/>
                  </a:lnTo>
                  <a:lnTo>
                    <a:pt x="1662170" y="3159068"/>
                  </a:lnTo>
                  <a:lnTo>
                    <a:pt x="1662279" y="3159068"/>
                  </a:lnTo>
                  <a:lnTo>
                    <a:pt x="1662387" y="3159068"/>
                  </a:lnTo>
                  <a:lnTo>
                    <a:pt x="1662496" y="3159068"/>
                  </a:lnTo>
                  <a:lnTo>
                    <a:pt x="1662496" y="3158444"/>
                  </a:lnTo>
                  <a:lnTo>
                    <a:pt x="1662604" y="3158444"/>
                  </a:lnTo>
                  <a:lnTo>
                    <a:pt x="1662713" y="3158444"/>
                  </a:lnTo>
                  <a:lnTo>
                    <a:pt x="1662821" y="3158444"/>
                  </a:lnTo>
                  <a:lnTo>
                    <a:pt x="1662930" y="3158444"/>
                  </a:lnTo>
                  <a:lnTo>
                    <a:pt x="1663038" y="3158444"/>
                  </a:lnTo>
                  <a:lnTo>
                    <a:pt x="1663146" y="3158444"/>
                  </a:lnTo>
                  <a:lnTo>
                    <a:pt x="1663255" y="3158444"/>
                  </a:lnTo>
                  <a:lnTo>
                    <a:pt x="1663363" y="3158444"/>
                  </a:lnTo>
                  <a:lnTo>
                    <a:pt x="1663472" y="3158444"/>
                  </a:lnTo>
                  <a:lnTo>
                    <a:pt x="1663580" y="3158444"/>
                  </a:lnTo>
                  <a:lnTo>
                    <a:pt x="1663689" y="3158444"/>
                  </a:lnTo>
                  <a:lnTo>
                    <a:pt x="1663797" y="3158444"/>
                  </a:lnTo>
                  <a:lnTo>
                    <a:pt x="1663906" y="3158444"/>
                  </a:lnTo>
                  <a:lnTo>
                    <a:pt x="1663906" y="3157820"/>
                  </a:lnTo>
                  <a:lnTo>
                    <a:pt x="1664014" y="3157820"/>
                  </a:lnTo>
                  <a:lnTo>
                    <a:pt x="1664122" y="3157820"/>
                  </a:lnTo>
                  <a:lnTo>
                    <a:pt x="1664231" y="3157820"/>
                  </a:lnTo>
                  <a:lnTo>
                    <a:pt x="1664231" y="3157197"/>
                  </a:lnTo>
                  <a:lnTo>
                    <a:pt x="1664339" y="3157197"/>
                  </a:lnTo>
                  <a:lnTo>
                    <a:pt x="1664448" y="3157197"/>
                  </a:lnTo>
                  <a:lnTo>
                    <a:pt x="1664556" y="3157197"/>
                  </a:lnTo>
                  <a:lnTo>
                    <a:pt x="1664665" y="3157197"/>
                  </a:lnTo>
                  <a:lnTo>
                    <a:pt x="1664773" y="3157197"/>
                  </a:lnTo>
                  <a:lnTo>
                    <a:pt x="1664882" y="3157197"/>
                  </a:lnTo>
                  <a:lnTo>
                    <a:pt x="1664990" y="3157197"/>
                  </a:lnTo>
                  <a:lnTo>
                    <a:pt x="1665098" y="3157197"/>
                  </a:lnTo>
                  <a:lnTo>
                    <a:pt x="1665207" y="3157197"/>
                  </a:lnTo>
                  <a:lnTo>
                    <a:pt x="1665207" y="3156573"/>
                  </a:lnTo>
                  <a:lnTo>
                    <a:pt x="1665315" y="3156573"/>
                  </a:lnTo>
                  <a:lnTo>
                    <a:pt x="1665424" y="3156573"/>
                  </a:lnTo>
                  <a:lnTo>
                    <a:pt x="1665532" y="3156573"/>
                  </a:lnTo>
                  <a:lnTo>
                    <a:pt x="1665641" y="3156573"/>
                  </a:lnTo>
                  <a:lnTo>
                    <a:pt x="1665641" y="3155950"/>
                  </a:lnTo>
                  <a:lnTo>
                    <a:pt x="1665749" y="3155950"/>
                  </a:lnTo>
                  <a:lnTo>
                    <a:pt x="1665858" y="3155950"/>
                  </a:lnTo>
                  <a:lnTo>
                    <a:pt x="1665858" y="3155326"/>
                  </a:lnTo>
                  <a:lnTo>
                    <a:pt x="1665966" y="3155326"/>
                  </a:lnTo>
                  <a:lnTo>
                    <a:pt x="1666075" y="3155326"/>
                  </a:lnTo>
                  <a:lnTo>
                    <a:pt x="1666183" y="3155326"/>
                  </a:lnTo>
                  <a:lnTo>
                    <a:pt x="1666291" y="3155326"/>
                  </a:lnTo>
                  <a:lnTo>
                    <a:pt x="1666400" y="3155326"/>
                  </a:lnTo>
                  <a:lnTo>
                    <a:pt x="1666508" y="3155326"/>
                  </a:lnTo>
                  <a:lnTo>
                    <a:pt x="1666617" y="3155326"/>
                  </a:lnTo>
                  <a:lnTo>
                    <a:pt x="1666725" y="3155326"/>
                  </a:lnTo>
                  <a:lnTo>
                    <a:pt x="1666834" y="3155326"/>
                  </a:lnTo>
                  <a:lnTo>
                    <a:pt x="1666942" y="3155326"/>
                  </a:lnTo>
                  <a:lnTo>
                    <a:pt x="1667051" y="3155326"/>
                  </a:lnTo>
                  <a:lnTo>
                    <a:pt x="1667051" y="3154702"/>
                  </a:lnTo>
                  <a:lnTo>
                    <a:pt x="1667159" y="3154702"/>
                  </a:lnTo>
                  <a:lnTo>
                    <a:pt x="1667267" y="3154702"/>
                  </a:lnTo>
                  <a:lnTo>
                    <a:pt x="1667376" y="3154702"/>
                  </a:lnTo>
                  <a:lnTo>
                    <a:pt x="1667376" y="3154079"/>
                  </a:lnTo>
                  <a:lnTo>
                    <a:pt x="1667376" y="3153455"/>
                  </a:lnTo>
                  <a:lnTo>
                    <a:pt x="1667376" y="3152832"/>
                  </a:lnTo>
                  <a:lnTo>
                    <a:pt x="1667484" y="3152832"/>
                  </a:lnTo>
                  <a:lnTo>
                    <a:pt x="1667593" y="3152832"/>
                  </a:lnTo>
                  <a:lnTo>
                    <a:pt x="1667701" y="3152832"/>
                  </a:lnTo>
                  <a:lnTo>
                    <a:pt x="1667701" y="3152208"/>
                  </a:lnTo>
                  <a:lnTo>
                    <a:pt x="1667810" y="3152208"/>
                  </a:lnTo>
                  <a:lnTo>
                    <a:pt x="1667918" y="3152208"/>
                  </a:lnTo>
                  <a:lnTo>
                    <a:pt x="1668027" y="3152208"/>
                  </a:lnTo>
                  <a:lnTo>
                    <a:pt x="1668027" y="3151585"/>
                  </a:lnTo>
                  <a:lnTo>
                    <a:pt x="1668027" y="3150961"/>
                  </a:lnTo>
                  <a:lnTo>
                    <a:pt x="1668027" y="3150337"/>
                  </a:lnTo>
                  <a:lnTo>
                    <a:pt x="1668135" y="3150337"/>
                  </a:lnTo>
                  <a:lnTo>
                    <a:pt x="1668243" y="3150337"/>
                  </a:lnTo>
                  <a:lnTo>
                    <a:pt x="1668352" y="3150337"/>
                  </a:lnTo>
                  <a:lnTo>
                    <a:pt x="1668460" y="3150337"/>
                  </a:lnTo>
                  <a:lnTo>
                    <a:pt x="1668569" y="3150337"/>
                  </a:lnTo>
                  <a:lnTo>
                    <a:pt x="1668677" y="3150337"/>
                  </a:lnTo>
                  <a:lnTo>
                    <a:pt x="1668677" y="3149714"/>
                  </a:lnTo>
                  <a:lnTo>
                    <a:pt x="1668786" y="3149714"/>
                  </a:lnTo>
                  <a:lnTo>
                    <a:pt x="1668786" y="3149090"/>
                  </a:lnTo>
                  <a:lnTo>
                    <a:pt x="1668786" y="3148467"/>
                  </a:lnTo>
                  <a:lnTo>
                    <a:pt x="1668786" y="3147843"/>
                  </a:lnTo>
                  <a:lnTo>
                    <a:pt x="1668894" y="3147843"/>
                  </a:lnTo>
                  <a:lnTo>
                    <a:pt x="1668894" y="3147219"/>
                  </a:lnTo>
                  <a:lnTo>
                    <a:pt x="1669003" y="3147219"/>
                  </a:lnTo>
                  <a:lnTo>
                    <a:pt x="1669111" y="3147219"/>
                  </a:lnTo>
                  <a:lnTo>
                    <a:pt x="1669219" y="3147219"/>
                  </a:lnTo>
                  <a:lnTo>
                    <a:pt x="1669219" y="3146596"/>
                  </a:lnTo>
                  <a:lnTo>
                    <a:pt x="1669328" y="3146596"/>
                  </a:lnTo>
                  <a:lnTo>
                    <a:pt x="1669436" y="3146596"/>
                  </a:lnTo>
                  <a:lnTo>
                    <a:pt x="1669545" y="3146596"/>
                  </a:lnTo>
                  <a:lnTo>
                    <a:pt x="1669653" y="3146596"/>
                  </a:lnTo>
                  <a:lnTo>
                    <a:pt x="1669762" y="3146596"/>
                  </a:lnTo>
                  <a:lnTo>
                    <a:pt x="1669870" y="3146596"/>
                  </a:lnTo>
                  <a:lnTo>
                    <a:pt x="1669979" y="3146596"/>
                  </a:lnTo>
                  <a:lnTo>
                    <a:pt x="1670087" y="3146596"/>
                  </a:lnTo>
                  <a:lnTo>
                    <a:pt x="1670196" y="3146596"/>
                  </a:lnTo>
                  <a:lnTo>
                    <a:pt x="1670304" y="3146596"/>
                  </a:lnTo>
                  <a:lnTo>
                    <a:pt x="1670412" y="3146596"/>
                  </a:lnTo>
                  <a:lnTo>
                    <a:pt x="1670521" y="3146596"/>
                  </a:lnTo>
                  <a:lnTo>
                    <a:pt x="1670629" y="3146596"/>
                  </a:lnTo>
                  <a:lnTo>
                    <a:pt x="1670738" y="3146596"/>
                  </a:lnTo>
                  <a:lnTo>
                    <a:pt x="1670846" y="3146596"/>
                  </a:lnTo>
                  <a:lnTo>
                    <a:pt x="1670955" y="3146596"/>
                  </a:lnTo>
                  <a:lnTo>
                    <a:pt x="1671063" y="3146596"/>
                  </a:lnTo>
                  <a:lnTo>
                    <a:pt x="1671172" y="3146596"/>
                  </a:lnTo>
                  <a:lnTo>
                    <a:pt x="1671280" y="3146596"/>
                  </a:lnTo>
                  <a:lnTo>
                    <a:pt x="1671388" y="3146596"/>
                  </a:lnTo>
                  <a:lnTo>
                    <a:pt x="1671497" y="3146596"/>
                  </a:lnTo>
                  <a:lnTo>
                    <a:pt x="1671605" y="3146596"/>
                  </a:lnTo>
                  <a:lnTo>
                    <a:pt x="1671605" y="3145972"/>
                  </a:lnTo>
                  <a:lnTo>
                    <a:pt x="1671714" y="3145972"/>
                  </a:lnTo>
                  <a:lnTo>
                    <a:pt x="1671822" y="3145972"/>
                  </a:lnTo>
                  <a:lnTo>
                    <a:pt x="1671931" y="3145972"/>
                  </a:lnTo>
                  <a:lnTo>
                    <a:pt x="1672039" y="3145972"/>
                  </a:lnTo>
                  <a:lnTo>
                    <a:pt x="1672039" y="3145349"/>
                  </a:lnTo>
                  <a:lnTo>
                    <a:pt x="1672148" y="3145349"/>
                  </a:lnTo>
                  <a:lnTo>
                    <a:pt x="1672148" y="3144725"/>
                  </a:lnTo>
                  <a:lnTo>
                    <a:pt x="1672256" y="3144725"/>
                  </a:lnTo>
                  <a:lnTo>
                    <a:pt x="1672256" y="3144102"/>
                  </a:lnTo>
                  <a:lnTo>
                    <a:pt x="1672364" y="3144102"/>
                  </a:lnTo>
                  <a:lnTo>
                    <a:pt x="1672473" y="3144102"/>
                  </a:lnTo>
                  <a:lnTo>
                    <a:pt x="1672473" y="3143478"/>
                  </a:lnTo>
                  <a:lnTo>
                    <a:pt x="1672581" y="3143478"/>
                  </a:lnTo>
                  <a:lnTo>
                    <a:pt x="1672690" y="3143478"/>
                  </a:lnTo>
                  <a:lnTo>
                    <a:pt x="1672798" y="3143478"/>
                  </a:lnTo>
                  <a:lnTo>
                    <a:pt x="1672907" y="3143478"/>
                  </a:lnTo>
                  <a:lnTo>
                    <a:pt x="1673015" y="3143478"/>
                  </a:lnTo>
                  <a:lnTo>
                    <a:pt x="1673124" y="3143478"/>
                  </a:lnTo>
                  <a:lnTo>
                    <a:pt x="1673232" y="3143478"/>
                  </a:lnTo>
                  <a:lnTo>
                    <a:pt x="1673340" y="3143478"/>
                  </a:lnTo>
                  <a:lnTo>
                    <a:pt x="1673449" y="3143478"/>
                  </a:lnTo>
                  <a:lnTo>
                    <a:pt x="1673557" y="3143478"/>
                  </a:lnTo>
                  <a:lnTo>
                    <a:pt x="1673666" y="3143478"/>
                  </a:lnTo>
                  <a:lnTo>
                    <a:pt x="1673774" y="3143478"/>
                  </a:lnTo>
                  <a:lnTo>
                    <a:pt x="1673883" y="3143478"/>
                  </a:lnTo>
                  <a:lnTo>
                    <a:pt x="1673991" y="3143478"/>
                  </a:lnTo>
                  <a:lnTo>
                    <a:pt x="1674100" y="3143478"/>
                  </a:lnTo>
                  <a:lnTo>
                    <a:pt x="1674208" y="3143478"/>
                  </a:lnTo>
                  <a:lnTo>
                    <a:pt x="1674208" y="3142854"/>
                  </a:lnTo>
                  <a:lnTo>
                    <a:pt x="1674317" y="3142854"/>
                  </a:lnTo>
                  <a:lnTo>
                    <a:pt x="1674425" y="3142854"/>
                  </a:lnTo>
                  <a:lnTo>
                    <a:pt x="1674533" y="3142854"/>
                  </a:lnTo>
                  <a:lnTo>
                    <a:pt x="1674533" y="3142231"/>
                  </a:lnTo>
                  <a:lnTo>
                    <a:pt x="1674642" y="3142231"/>
                  </a:lnTo>
                  <a:lnTo>
                    <a:pt x="1674750" y="3142231"/>
                  </a:lnTo>
                  <a:lnTo>
                    <a:pt x="1674859" y="3142231"/>
                  </a:lnTo>
                  <a:lnTo>
                    <a:pt x="1674967" y="3142231"/>
                  </a:lnTo>
                  <a:lnTo>
                    <a:pt x="1674967" y="3141607"/>
                  </a:lnTo>
                  <a:lnTo>
                    <a:pt x="1675076" y="3141607"/>
                  </a:lnTo>
                  <a:lnTo>
                    <a:pt x="1675184" y="3141607"/>
                  </a:lnTo>
                  <a:lnTo>
                    <a:pt x="1675293" y="3141607"/>
                  </a:lnTo>
                  <a:lnTo>
                    <a:pt x="1675401" y="3141607"/>
                  </a:lnTo>
                  <a:lnTo>
                    <a:pt x="1675401" y="3140984"/>
                  </a:lnTo>
                  <a:lnTo>
                    <a:pt x="1675509" y="3140984"/>
                  </a:lnTo>
                  <a:lnTo>
                    <a:pt x="1675618" y="3140984"/>
                  </a:lnTo>
                  <a:lnTo>
                    <a:pt x="1675726" y="3140984"/>
                  </a:lnTo>
                  <a:lnTo>
                    <a:pt x="1675835" y="3140984"/>
                  </a:lnTo>
                  <a:lnTo>
                    <a:pt x="1675943" y="3140984"/>
                  </a:lnTo>
                  <a:lnTo>
                    <a:pt x="1676052" y="3140984"/>
                  </a:lnTo>
                  <a:lnTo>
                    <a:pt x="1676160" y="3140984"/>
                  </a:lnTo>
                  <a:lnTo>
                    <a:pt x="1676160" y="3140360"/>
                  </a:lnTo>
                  <a:lnTo>
                    <a:pt x="1676269" y="3140360"/>
                  </a:lnTo>
                  <a:lnTo>
                    <a:pt x="1676377" y="3140360"/>
                  </a:lnTo>
                  <a:lnTo>
                    <a:pt x="1676485" y="3140360"/>
                  </a:lnTo>
                  <a:lnTo>
                    <a:pt x="1676594" y="3140360"/>
                  </a:lnTo>
                  <a:lnTo>
                    <a:pt x="1676594" y="3139736"/>
                  </a:lnTo>
                  <a:lnTo>
                    <a:pt x="1676702" y="3139736"/>
                  </a:lnTo>
                  <a:lnTo>
                    <a:pt x="1676811" y="3139736"/>
                  </a:lnTo>
                  <a:lnTo>
                    <a:pt x="1676919" y="3139736"/>
                  </a:lnTo>
                  <a:lnTo>
                    <a:pt x="1677028" y="3139736"/>
                  </a:lnTo>
                  <a:lnTo>
                    <a:pt x="1677136" y="3139736"/>
                  </a:lnTo>
                  <a:lnTo>
                    <a:pt x="1677245" y="3139736"/>
                  </a:lnTo>
                  <a:lnTo>
                    <a:pt x="1677245" y="3139113"/>
                  </a:lnTo>
                  <a:lnTo>
                    <a:pt x="1677353" y="3139113"/>
                  </a:lnTo>
                  <a:lnTo>
                    <a:pt x="1677461" y="3139113"/>
                  </a:lnTo>
                  <a:lnTo>
                    <a:pt x="1677570" y="3139113"/>
                  </a:lnTo>
                  <a:lnTo>
                    <a:pt x="1677678" y="3139113"/>
                  </a:lnTo>
                  <a:lnTo>
                    <a:pt x="1677678" y="3138489"/>
                  </a:lnTo>
                  <a:lnTo>
                    <a:pt x="1677787" y="3138489"/>
                  </a:lnTo>
                  <a:lnTo>
                    <a:pt x="1677895" y="3138489"/>
                  </a:lnTo>
                  <a:lnTo>
                    <a:pt x="1677895" y="3137866"/>
                  </a:lnTo>
                  <a:lnTo>
                    <a:pt x="1678004" y="3137866"/>
                  </a:lnTo>
                  <a:lnTo>
                    <a:pt x="1678112" y="3137866"/>
                  </a:lnTo>
                  <a:lnTo>
                    <a:pt x="1678112" y="3137242"/>
                  </a:lnTo>
                  <a:lnTo>
                    <a:pt x="1678112" y="3136619"/>
                  </a:lnTo>
                  <a:lnTo>
                    <a:pt x="1678221" y="3136619"/>
                  </a:lnTo>
                  <a:lnTo>
                    <a:pt x="1678329" y="3136619"/>
                  </a:lnTo>
                  <a:lnTo>
                    <a:pt x="1678437" y="3136619"/>
                  </a:lnTo>
                  <a:lnTo>
                    <a:pt x="1678546" y="3136619"/>
                  </a:lnTo>
                  <a:lnTo>
                    <a:pt x="1678654" y="3136619"/>
                  </a:lnTo>
                  <a:lnTo>
                    <a:pt x="1678654" y="3135995"/>
                  </a:lnTo>
                  <a:lnTo>
                    <a:pt x="1678763" y="3135995"/>
                  </a:lnTo>
                  <a:lnTo>
                    <a:pt x="1678871" y="3135995"/>
                  </a:lnTo>
                  <a:lnTo>
                    <a:pt x="1678980" y="3135995"/>
                  </a:lnTo>
                  <a:lnTo>
                    <a:pt x="1679088" y="3135995"/>
                  </a:lnTo>
                  <a:lnTo>
                    <a:pt x="1679197" y="3135995"/>
                  </a:lnTo>
                  <a:lnTo>
                    <a:pt x="1679305" y="3135995"/>
                  </a:lnTo>
                  <a:lnTo>
                    <a:pt x="1679414" y="3135995"/>
                  </a:lnTo>
                  <a:lnTo>
                    <a:pt x="1679522" y="3135995"/>
                  </a:lnTo>
                  <a:lnTo>
                    <a:pt x="1679630" y="3135995"/>
                  </a:lnTo>
                  <a:lnTo>
                    <a:pt x="1679630" y="3135371"/>
                  </a:lnTo>
                  <a:lnTo>
                    <a:pt x="1679739" y="3135371"/>
                  </a:lnTo>
                  <a:lnTo>
                    <a:pt x="1679847" y="3135371"/>
                  </a:lnTo>
                  <a:lnTo>
                    <a:pt x="1679956" y="3135371"/>
                  </a:lnTo>
                  <a:lnTo>
                    <a:pt x="1680064" y="3135371"/>
                  </a:lnTo>
                  <a:lnTo>
                    <a:pt x="1680173" y="3135371"/>
                  </a:lnTo>
                  <a:lnTo>
                    <a:pt x="1680173" y="3134748"/>
                  </a:lnTo>
                  <a:lnTo>
                    <a:pt x="1680281" y="3134748"/>
                  </a:lnTo>
                  <a:lnTo>
                    <a:pt x="1680390" y="3134748"/>
                  </a:lnTo>
                  <a:lnTo>
                    <a:pt x="1680498" y="3134748"/>
                  </a:lnTo>
                  <a:lnTo>
                    <a:pt x="1680606" y="3134748"/>
                  </a:lnTo>
                  <a:lnTo>
                    <a:pt x="1680715" y="3134748"/>
                  </a:lnTo>
                  <a:lnTo>
                    <a:pt x="1680715" y="3134124"/>
                  </a:lnTo>
                  <a:lnTo>
                    <a:pt x="1680823" y="3134124"/>
                  </a:lnTo>
                  <a:lnTo>
                    <a:pt x="1680932" y="3134124"/>
                  </a:lnTo>
                  <a:lnTo>
                    <a:pt x="1681040" y="3134124"/>
                  </a:lnTo>
                  <a:lnTo>
                    <a:pt x="1681149" y="3134124"/>
                  </a:lnTo>
                  <a:lnTo>
                    <a:pt x="1681257" y="3134124"/>
                  </a:lnTo>
                  <a:lnTo>
                    <a:pt x="1681366" y="3134124"/>
                  </a:lnTo>
                  <a:lnTo>
                    <a:pt x="1681474" y="3134124"/>
                  </a:lnTo>
                  <a:lnTo>
                    <a:pt x="1681582" y="3134124"/>
                  </a:lnTo>
                  <a:lnTo>
                    <a:pt x="1681691" y="3134124"/>
                  </a:lnTo>
                  <a:lnTo>
                    <a:pt x="1681799" y="3134124"/>
                  </a:lnTo>
                  <a:lnTo>
                    <a:pt x="1681799" y="3133501"/>
                  </a:lnTo>
                  <a:lnTo>
                    <a:pt x="1681908" y="3133501"/>
                  </a:lnTo>
                  <a:lnTo>
                    <a:pt x="1681908" y="3132877"/>
                  </a:lnTo>
                  <a:lnTo>
                    <a:pt x="1682016" y="3132877"/>
                  </a:lnTo>
                  <a:lnTo>
                    <a:pt x="1682125" y="3132877"/>
                  </a:lnTo>
                  <a:lnTo>
                    <a:pt x="1682233" y="3132877"/>
                  </a:lnTo>
                  <a:lnTo>
                    <a:pt x="1682342" y="3132877"/>
                  </a:lnTo>
                  <a:lnTo>
                    <a:pt x="1682342" y="3132253"/>
                  </a:lnTo>
                  <a:lnTo>
                    <a:pt x="1682450" y="3132253"/>
                  </a:lnTo>
                  <a:lnTo>
                    <a:pt x="1682558" y="3132253"/>
                  </a:lnTo>
                  <a:lnTo>
                    <a:pt x="1682667" y="3132253"/>
                  </a:lnTo>
                  <a:lnTo>
                    <a:pt x="1682667" y="3131630"/>
                  </a:lnTo>
                  <a:lnTo>
                    <a:pt x="1682775" y="3131630"/>
                  </a:lnTo>
                  <a:lnTo>
                    <a:pt x="1682884" y="3131630"/>
                  </a:lnTo>
                  <a:lnTo>
                    <a:pt x="1682992" y="3131630"/>
                  </a:lnTo>
                  <a:lnTo>
                    <a:pt x="1683101" y="3131630"/>
                  </a:lnTo>
                  <a:lnTo>
                    <a:pt x="1683209" y="3131630"/>
                  </a:lnTo>
                  <a:lnTo>
                    <a:pt x="1683318" y="3131630"/>
                  </a:lnTo>
                  <a:lnTo>
                    <a:pt x="1683318" y="3131006"/>
                  </a:lnTo>
                  <a:lnTo>
                    <a:pt x="1683426" y="3131006"/>
                  </a:lnTo>
                  <a:lnTo>
                    <a:pt x="1683426" y="3130383"/>
                  </a:lnTo>
                  <a:lnTo>
                    <a:pt x="1683535" y="3130383"/>
                  </a:lnTo>
                  <a:lnTo>
                    <a:pt x="1683643" y="3130383"/>
                  </a:lnTo>
                  <a:lnTo>
                    <a:pt x="1683643" y="3129759"/>
                  </a:lnTo>
                  <a:lnTo>
                    <a:pt x="1683751" y="3129759"/>
                  </a:lnTo>
                  <a:lnTo>
                    <a:pt x="1683860" y="3129759"/>
                  </a:lnTo>
                  <a:lnTo>
                    <a:pt x="1683860" y="3129136"/>
                  </a:lnTo>
                  <a:lnTo>
                    <a:pt x="1683968" y="3129136"/>
                  </a:lnTo>
                  <a:lnTo>
                    <a:pt x="1684077" y="3129136"/>
                  </a:lnTo>
                  <a:lnTo>
                    <a:pt x="1684185" y="3129136"/>
                  </a:lnTo>
                  <a:lnTo>
                    <a:pt x="1684294" y="3129136"/>
                  </a:lnTo>
                  <a:lnTo>
                    <a:pt x="1684402" y="3129136"/>
                  </a:lnTo>
                  <a:lnTo>
                    <a:pt x="1684402" y="3128512"/>
                  </a:lnTo>
                  <a:lnTo>
                    <a:pt x="1684511" y="3128512"/>
                  </a:lnTo>
                  <a:lnTo>
                    <a:pt x="1684619" y="3128512"/>
                  </a:lnTo>
                  <a:lnTo>
                    <a:pt x="1684727" y="3128512"/>
                  </a:lnTo>
                  <a:lnTo>
                    <a:pt x="1684836" y="3128512"/>
                  </a:lnTo>
                  <a:lnTo>
                    <a:pt x="1684944" y="3128512"/>
                  </a:lnTo>
                  <a:lnTo>
                    <a:pt x="1685053" y="3128512"/>
                  </a:lnTo>
                  <a:lnTo>
                    <a:pt x="1685161" y="3128512"/>
                  </a:lnTo>
                  <a:lnTo>
                    <a:pt x="1685270" y="3128512"/>
                  </a:lnTo>
                  <a:lnTo>
                    <a:pt x="1685378" y="3128512"/>
                  </a:lnTo>
                  <a:lnTo>
                    <a:pt x="1685487" y="3128512"/>
                  </a:lnTo>
                  <a:lnTo>
                    <a:pt x="1685595" y="3128512"/>
                  </a:lnTo>
                  <a:lnTo>
                    <a:pt x="1685703" y="3128512"/>
                  </a:lnTo>
                  <a:lnTo>
                    <a:pt x="1685703" y="3127888"/>
                  </a:lnTo>
                  <a:lnTo>
                    <a:pt x="1685812" y="3127888"/>
                  </a:lnTo>
                  <a:lnTo>
                    <a:pt x="1685920" y="3127888"/>
                  </a:lnTo>
                  <a:lnTo>
                    <a:pt x="1685920" y="3127265"/>
                  </a:lnTo>
                  <a:lnTo>
                    <a:pt x="1686029" y="3127265"/>
                  </a:lnTo>
                  <a:lnTo>
                    <a:pt x="1686137" y="3127265"/>
                  </a:lnTo>
                  <a:lnTo>
                    <a:pt x="1686246" y="3127265"/>
                  </a:lnTo>
                  <a:lnTo>
                    <a:pt x="1686354" y="3127265"/>
                  </a:lnTo>
                  <a:lnTo>
                    <a:pt x="1686354" y="3126641"/>
                  </a:lnTo>
                  <a:lnTo>
                    <a:pt x="1686463" y="3126641"/>
                  </a:lnTo>
                  <a:lnTo>
                    <a:pt x="1686571" y="3126641"/>
                  </a:lnTo>
                  <a:lnTo>
                    <a:pt x="1686571" y="3126018"/>
                  </a:lnTo>
                  <a:lnTo>
                    <a:pt x="1686679" y="3126018"/>
                  </a:lnTo>
                  <a:lnTo>
                    <a:pt x="1686788" y="3126018"/>
                  </a:lnTo>
                  <a:lnTo>
                    <a:pt x="1686896" y="3126018"/>
                  </a:lnTo>
                  <a:lnTo>
                    <a:pt x="1687005" y="3126018"/>
                  </a:lnTo>
                  <a:lnTo>
                    <a:pt x="1687005" y="3125394"/>
                  </a:lnTo>
                  <a:lnTo>
                    <a:pt x="1687113" y="3125394"/>
                  </a:lnTo>
                  <a:lnTo>
                    <a:pt x="1687222" y="3125394"/>
                  </a:lnTo>
                  <a:lnTo>
                    <a:pt x="1687330" y="3125394"/>
                  </a:lnTo>
                  <a:lnTo>
                    <a:pt x="1687439" y="3125394"/>
                  </a:lnTo>
                  <a:lnTo>
                    <a:pt x="1687547" y="3125394"/>
                  </a:lnTo>
                  <a:lnTo>
                    <a:pt x="1687656" y="3125394"/>
                  </a:lnTo>
                  <a:lnTo>
                    <a:pt x="1687764" y="3125394"/>
                  </a:lnTo>
                  <a:lnTo>
                    <a:pt x="1687872" y="3125394"/>
                  </a:lnTo>
                  <a:lnTo>
                    <a:pt x="1687981" y="3125394"/>
                  </a:lnTo>
                  <a:lnTo>
                    <a:pt x="1688089" y="3125394"/>
                  </a:lnTo>
                  <a:lnTo>
                    <a:pt x="1688089" y="3124771"/>
                  </a:lnTo>
                  <a:lnTo>
                    <a:pt x="1688198" y="3124771"/>
                  </a:lnTo>
                  <a:lnTo>
                    <a:pt x="1688306" y="3124771"/>
                  </a:lnTo>
                  <a:lnTo>
                    <a:pt x="1688415" y="3124771"/>
                  </a:lnTo>
                  <a:lnTo>
                    <a:pt x="1688523" y="3124771"/>
                  </a:lnTo>
                  <a:lnTo>
                    <a:pt x="1688523" y="3124147"/>
                  </a:lnTo>
                  <a:lnTo>
                    <a:pt x="1688632" y="3124147"/>
                  </a:lnTo>
                  <a:lnTo>
                    <a:pt x="1688740" y="3124147"/>
                  </a:lnTo>
                  <a:lnTo>
                    <a:pt x="1688848" y="3124147"/>
                  </a:lnTo>
                  <a:lnTo>
                    <a:pt x="1688957" y="3124147"/>
                  </a:lnTo>
                  <a:lnTo>
                    <a:pt x="1689065" y="3124147"/>
                  </a:lnTo>
                  <a:lnTo>
                    <a:pt x="1689174" y="3124147"/>
                  </a:lnTo>
                  <a:lnTo>
                    <a:pt x="1689282" y="3124147"/>
                  </a:lnTo>
                  <a:lnTo>
                    <a:pt x="1689391" y="3124147"/>
                  </a:lnTo>
                  <a:lnTo>
                    <a:pt x="1689499" y="3124147"/>
                  </a:lnTo>
                  <a:lnTo>
                    <a:pt x="1689608" y="3124147"/>
                  </a:lnTo>
                  <a:lnTo>
                    <a:pt x="1689716" y="3124147"/>
                  </a:lnTo>
                  <a:lnTo>
                    <a:pt x="1689716" y="3123523"/>
                  </a:lnTo>
                  <a:lnTo>
                    <a:pt x="1689824" y="3123523"/>
                  </a:lnTo>
                  <a:lnTo>
                    <a:pt x="1689933" y="3123523"/>
                  </a:lnTo>
                  <a:lnTo>
                    <a:pt x="1690041" y="3123523"/>
                  </a:lnTo>
                  <a:lnTo>
                    <a:pt x="1690150" y="3123523"/>
                  </a:lnTo>
                  <a:lnTo>
                    <a:pt x="1690150" y="3122900"/>
                  </a:lnTo>
                  <a:lnTo>
                    <a:pt x="1690258" y="3122900"/>
                  </a:lnTo>
                  <a:lnTo>
                    <a:pt x="1690367" y="3122900"/>
                  </a:lnTo>
                  <a:lnTo>
                    <a:pt x="1690475" y="3122900"/>
                  </a:lnTo>
                  <a:lnTo>
                    <a:pt x="1690584" y="3122900"/>
                  </a:lnTo>
                  <a:lnTo>
                    <a:pt x="1690692" y="3122900"/>
                  </a:lnTo>
                  <a:lnTo>
                    <a:pt x="1690800" y="3122900"/>
                  </a:lnTo>
                  <a:lnTo>
                    <a:pt x="1690800" y="3122276"/>
                  </a:lnTo>
                  <a:lnTo>
                    <a:pt x="1690909" y="3122276"/>
                  </a:lnTo>
                  <a:lnTo>
                    <a:pt x="1690909" y="3121653"/>
                  </a:lnTo>
                  <a:lnTo>
                    <a:pt x="1690909" y="3121029"/>
                  </a:lnTo>
                  <a:lnTo>
                    <a:pt x="1691017" y="3121029"/>
                  </a:lnTo>
                  <a:lnTo>
                    <a:pt x="1691126" y="3121029"/>
                  </a:lnTo>
                  <a:lnTo>
                    <a:pt x="1691126" y="3120405"/>
                  </a:lnTo>
                  <a:lnTo>
                    <a:pt x="1691234" y="3120405"/>
                  </a:lnTo>
                  <a:lnTo>
                    <a:pt x="1691343" y="3120405"/>
                  </a:lnTo>
                  <a:lnTo>
                    <a:pt x="1691451" y="3120405"/>
                  </a:lnTo>
                  <a:lnTo>
                    <a:pt x="1691560" y="3120405"/>
                  </a:lnTo>
                  <a:lnTo>
                    <a:pt x="1691668" y="3120405"/>
                  </a:lnTo>
                  <a:lnTo>
                    <a:pt x="1691777" y="3120405"/>
                  </a:lnTo>
                  <a:lnTo>
                    <a:pt x="1691885" y="3120405"/>
                  </a:lnTo>
                  <a:lnTo>
                    <a:pt x="1691993" y="3120405"/>
                  </a:lnTo>
                  <a:lnTo>
                    <a:pt x="1692102" y="3120405"/>
                  </a:lnTo>
                  <a:lnTo>
                    <a:pt x="1692210" y="3120405"/>
                  </a:lnTo>
                  <a:lnTo>
                    <a:pt x="1692319" y="3120405"/>
                  </a:lnTo>
                  <a:lnTo>
                    <a:pt x="1692427" y="3120405"/>
                  </a:lnTo>
                  <a:lnTo>
                    <a:pt x="1692536" y="3120405"/>
                  </a:lnTo>
                  <a:lnTo>
                    <a:pt x="1692644" y="3120405"/>
                  </a:lnTo>
                  <a:lnTo>
                    <a:pt x="1692753" y="3120405"/>
                  </a:lnTo>
                  <a:lnTo>
                    <a:pt x="1692861" y="3120405"/>
                  </a:lnTo>
                  <a:lnTo>
                    <a:pt x="1692969" y="3120405"/>
                  </a:lnTo>
                  <a:lnTo>
                    <a:pt x="1693078" y="3120405"/>
                  </a:lnTo>
                  <a:lnTo>
                    <a:pt x="1693186" y="3120405"/>
                  </a:lnTo>
                  <a:lnTo>
                    <a:pt x="1693295" y="3120405"/>
                  </a:lnTo>
                  <a:lnTo>
                    <a:pt x="1693403" y="3120405"/>
                  </a:lnTo>
                  <a:lnTo>
                    <a:pt x="1693403" y="3119782"/>
                  </a:lnTo>
                  <a:lnTo>
                    <a:pt x="1693512" y="3119782"/>
                  </a:lnTo>
                  <a:lnTo>
                    <a:pt x="1693620" y="3119782"/>
                  </a:lnTo>
                  <a:lnTo>
                    <a:pt x="1693729" y="3119782"/>
                  </a:lnTo>
                  <a:lnTo>
                    <a:pt x="1693729" y="3119158"/>
                  </a:lnTo>
                  <a:lnTo>
                    <a:pt x="1693729" y="3118535"/>
                  </a:lnTo>
                  <a:lnTo>
                    <a:pt x="1693837" y="3118535"/>
                  </a:lnTo>
                  <a:lnTo>
                    <a:pt x="1693945" y="3118535"/>
                  </a:lnTo>
                  <a:lnTo>
                    <a:pt x="1694054" y="3118535"/>
                  </a:lnTo>
                  <a:lnTo>
                    <a:pt x="1694162" y="3118535"/>
                  </a:lnTo>
                  <a:lnTo>
                    <a:pt x="1694162" y="3117911"/>
                  </a:lnTo>
                  <a:lnTo>
                    <a:pt x="1694271" y="3117911"/>
                  </a:lnTo>
                  <a:lnTo>
                    <a:pt x="1694379" y="3117911"/>
                  </a:lnTo>
                  <a:lnTo>
                    <a:pt x="1694488" y="3117911"/>
                  </a:lnTo>
                  <a:lnTo>
                    <a:pt x="1694596" y="3117911"/>
                  </a:lnTo>
                  <a:lnTo>
                    <a:pt x="1694705" y="3117911"/>
                  </a:lnTo>
                  <a:lnTo>
                    <a:pt x="1694813" y="3117911"/>
                  </a:lnTo>
                  <a:lnTo>
                    <a:pt x="1694921" y="3117911"/>
                  </a:lnTo>
                  <a:lnTo>
                    <a:pt x="1695030" y="3117911"/>
                  </a:lnTo>
                  <a:lnTo>
                    <a:pt x="1695138" y="3117911"/>
                  </a:lnTo>
                  <a:lnTo>
                    <a:pt x="1695247" y="3117911"/>
                  </a:lnTo>
                  <a:lnTo>
                    <a:pt x="1695247" y="3117288"/>
                  </a:lnTo>
                  <a:lnTo>
                    <a:pt x="1695355" y="3117288"/>
                  </a:lnTo>
                  <a:lnTo>
                    <a:pt x="1695464" y="3117288"/>
                  </a:lnTo>
                  <a:lnTo>
                    <a:pt x="1695572" y="3117288"/>
                  </a:lnTo>
                  <a:lnTo>
                    <a:pt x="1695681" y="3117288"/>
                  </a:lnTo>
                  <a:lnTo>
                    <a:pt x="1695789" y="3117288"/>
                  </a:lnTo>
                  <a:lnTo>
                    <a:pt x="1695898" y="3117288"/>
                  </a:lnTo>
                  <a:lnTo>
                    <a:pt x="1696006" y="3117288"/>
                  </a:lnTo>
                  <a:lnTo>
                    <a:pt x="1696114" y="3117288"/>
                  </a:lnTo>
                  <a:lnTo>
                    <a:pt x="1696223" y="3117288"/>
                  </a:lnTo>
                  <a:lnTo>
                    <a:pt x="1696331" y="3117288"/>
                  </a:lnTo>
                  <a:lnTo>
                    <a:pt x="1696440" y="3117288"/>
                  </a:lnTo>
                  <a:lnTo>
                    <a:pt x="1696548" y="3117288"/>
                  </a:lnTo>
                  <a:lnTo>
                    <a:pt x="1696657" y="3117288"/>
                  </a:lnTo>
                  <a:lnTo>
                    <a:pt x="1696765" y="3117288"/>
                  </a:lnTo>
                  <a:lnTo>
                    <a:pt x="1696874" y="3117288"/>
                  </a:lnTo>
                  <a:lnTo>
                    <a:pt x="1696982" y="3117288"/>
                  </a:lnTo>
                  <a:lnTo>
                    <a:pt x="1697090" y="3117288"/>
                  </a:lnTo>
                  <a:lnTo>
                    <a:pt x="1697199" y="3117288"/>
                  </a:lnTo>
                  <a:lnTo>
                    <a:pt x="1697307" y="3117288"/>
                  </a:lnTo>
                  <a:lnTo>
                    <a:pt x="1697307" y="3116664"/>
                  </a:lnTo>
                  <a:lnTo>
                    <a:pt x="1697416" y="3116664"/>
                  </a:lnTo>
                  <a:lnTo>
                    <a:pt x="1697524" y="3116664"/>
                  </a:lnTo>
                  <a:lnTo>
                    <a:pt x="1697633" y="3116664"/>
                  </a:lnTo>
                  <a:lnTo>
                    <a:pt x="1697741" y="3116664"/>
                  </a:lnTo>
                  <a:lnTo>
                    <a:pt x="1697850" y="3116664"/>
                  </a:lnTo>
                  <a:lnTo>
                    <a:pt x="1697958" y="3116664"/>
                  </a:lnTo>
                  <a:lnTo>
                    <a:pt x="1698066" y="3116664"/>
                  </a:lnTo>
                  <a:lnTo>
                    <a:pt x="1698175" y="3116664"/>
                  </a:lnTo>
                  <a:lnTo>
                    <a:pt x="1698283" y="3116664"/>
                  </a:lnTo>
                  <a:lnTo>
                    <a:pt x="1698392" y="3116664"/>
                  </a:lnTo>
                  <a:lnTo>
                    <a:pt x="1698500" y="3116664"/>
                  </a:lnTo>
                  <a:lnTo>
                    <a:pt x="1698500" y="3116040"/>
                  </a:lnTo>
                  <a:lnTo>
                    <a:pt x="1698609" y="3116040"/>
                  </a:lnTo>
                  <a:lnTo>
                    <a:pt x="1698717" y="3116040"/>
                  </a:lnTo>
                  <a:lnTo>
                    <a:pt x="1698826" y="3116040"/>
                  </a:lnTo>
                  <a:lnTo>
                    <a:pt x="1698934" y="3116040"/>
                  </a:lnTo>
                  <a:lnTo>
                    <a:pt x="1699042" y="3116040"/>
                  </a:lnTo>
                  <a:lnTo>
                    <a:pt x="1699151" y="3116040"/>
                  </a:lnTo>
                  <a:lnTo>
                    <a:pt x="1699259" y="3116040"/>
                  </a:lnTo>
                  <a:lnTo>
                    <a:pt x="1699368" y="3116040"/>
                  </a:lnTo>
                  <a:lnTo>
                    <a:pt x="1699368" y="3115417"/>
                  </a:lnTo>
                  <a:lnTo>
                    <a:pt x="1699476" y="3115417"/>
                  </a:lnTo>
                  <a:lnTo>
                    <a:pt x="1699476" y="3114793"/>
                  </a:lnTo>
                  <a:lnTo>
                    <a:pt x="1699585" y="3114793"/>
                  </a:lnTo>
                  <a:lnTo>
                    <a:pt x="1699693" y="3114793"/>
                  </a:lnTo>
                  <a:lnTo>
                    <a:pt x="1699802" y="3114793"/>
                  </a:lnTo>
                  <a:lnTo>
                    <a:pt x="1699910" y="3114793"/>
                  </a:lnTo>
                  <a:lnTo>
                    <a:pt x="1700018" y="3114793"/>
                  </a:lnTo>
                  <a:lnTo>
                    <a:pt x="1700127" y="3114793"/>
                  </a:lnTo>
                  <a:lnTo>
                    <a:pt x="1700235" y="3114793"/>
                  </a:lnTo>
                  <a:lnTo>
                    <a:pt x="1700344" y="3114793"/>
                  </a:lnTo>
                  <a:lnTo>
                    <a:pt x="1700452" y="3114793"/>
                  </a:lnTo>
                  <a:lnTo>
                    <a:pt x="1700452" y="3114170"/>
                  </a:lnTo>
                  <a:lnTo>
                    <a:pt x="1700452" y="3113546"/>
                  </a:lnTo>
                  <a:lnTo>
                    <a:pt x="1700561" y="3113546"/>
                  </a:lnTo>
                  <a:lnTo>
                    <a:pt x="1700561" y="3112922"/>
                  </a:lnTo>
                  <a:lnTo>
                    <a:pt x="1700561" y="3112299"/>
                  </a:lnTo>
                  <a:lnTo>
                    <a:pt x="1700561" y="3111675"/>
                  </a:lnTo>
                  <a:lnTo>
                    <a:pt x="1700669" y="3111675"/>
                  </a:lnTo>
                  <a:lnTo>
                    <a:pt x="1700778" y="3111675"/>
                  </a:lnTo>
                  <a:lnTo>
                    <a:pt x="1700778" y="3111052"/>
                  </a:lnTo>
                  <a:lnTo>
                    <a:pt x="1700778" y="3110428"/>
                  </a:lnTo>
                  <a:lnTo>
                    <a:pt x="1700886" y="3110428"/>
                  </a:lnTo>
                  <a:lnTo>
                    <a:pt x="1700995" y="3110428"/>
                  </a:lnTo>
                  <a:lnTo>
                    <a:pt x="1701103" y="3110428"/>
                  </a:lnTo>
                  <a:lnTo>
                    <a:pt x="1701211" y="3110428"/>
                  </a:lnTo>
                  <a:lnTo>
                    <a:pt x="1701320" y="3110428"/>
                  </a:lnTo>
                  <a:lnTo>
                    <a:pt x="1701428" y="3110428"/>
                  </a:lnTo>
                  <a:lnTo>
                    <a:pt x="1701537" y="3110428"/>
                  </a:lnTo>
                  <a:lnTo>
                    <a:pt x="1701645" y="3110428"/>
                  </a:lnTo>
                  <a:lnTo>
                    <a:pt x="1701754" y="3110428"/>
                  </a:lnTo>
                  <a:lnTo>
                    <a:pt x="1701862" y="3110428"/>
                  </a:lnTo>
                  <a:lnTo>
                    <a:pt x="1701971" y="3110428"/>
                  </a:lnTo>
                  <a:lnTo>
                    <a:pt x="1701971" y="3109805"/>
                  </a:lnTo>
                  <a:lnTo>
                    <a:pt x="1701971" y="3109181"/>
                  </a:lnTo>
                  <a:lnTo>
                    <a:pt x="1702079" y="3109181"/>
                  </a:lnTo>
                  <a:lnTo>
                    <a:pt x="1702079" y="3108557"/>
                  </a:lnTo>
                  <a:lnTo>
                    <a:pt x="1702187" y="3108557"/>
                  </a:lnTo>
                  <a:lnTo>
                    <a:pt x="1702296" y="3108557"/>
                  </a:lnTo>
                  <a:lnTo>
                    <a:pt x="1702404" y="3108557"/>
                  </a:lnTo>
                  <a:lnTo>
                    <a:pt x="1702513" y="3108557"/>
                  </a:lnTo>
                  <a:lnTo>
                    <a:pt x="1702621" y="3108557"/>
                  </a:lnTo>
                  <a:lnTo>
                    <a:pt x="1702730" y="3108557"/>
                  </a:lnTo>
                  <a:lnTo>
                    <a:pt x="1702838" y="3108557"/>
                  </a:lnTo>
                  <a:lnTo>
                    <a:pt x="1702947" y="3108557"/>
                  </a:lnTo>
                  <a:lnTo>
                    <a:pt x="1702947" y="3107934"/>
                  </a:lnTo>
                  <a:lnTo>
                    <a:pt x="1703055" y="3107934"/>
                  </a:lnTo>
                  <a:lnTo>
                    <a:pt x="1703163" y="3107934"/>
                  </a:lnTo>
                  <a:lnTo>
                    <a:pt x="1703272" y="3107934"/>
                  </a:lnTo>
                  <a:lnTo>
                    <a:pt x="1703380" y="3107934"/>
                  </a:lnTo>
                  <a:lnTo>
                    <a:pt x="1703380" y="3107310"/>
                  </a:lnTo>
                  <a:lnTo>
                    <a:pt x="1703489" y="3107310"/>
                  </a:lnTo>
                  <a:lnTo>
                    <a:pt x="1703597" y="3107310"/>
                  </a:lnTo>
                  <a:lnTo>
                    <a:pt x="1703706" y="3107310"/>
                  </a:lnTo>
                  <a:lnTo>
                    <a:pt x="1703814" y="3107310"/>
                  </a:lnTo>
                  <a:lnTo>
                    <a:pt x="1703923" y="3107310"/>
                  </a:lnTo>
                  <a:lnTo>
                    <a:pt x="1704031" y="3107310"/>
                  </a:lnTo>
                  <a:lnTo>
                    <a:pt x="1704031" y="3106687"/>
                  </a:lnTo>
                  <a:lnTo>
                    <a:pt x="1704139" y="3106687"/>
                  </a:lnTo>
                  <a:lnTo>
                    <a:pt x="1704248" y="3106687"/>
                  </a:lnTo>
                  <a:lnTo>
                    <a:pt x="1704356" y="3106687"/>
                  </a:lnTo>
                  <a:lnTo>
                    <a:pt x="1704465" y="3106687"/>
                  </a:lnTo>
                  <a:lnTo>
                    <a:pt x="1704573" y="3106687"/>
                  </a:lnTo>
                  <a:lnTo>
                    <a:pt x="1704573" y="3106063"/>
                  </a:lnTo>
                  <a:lnTo>
                    <a:pt x="1704682" y="3106063"/>
                  </a:lnTo>
                  <a:lnTo>
                    <a:pt x="1704790" y="3106063"/>
                  </a:lnTo>
                  <a:lnTo>
                    <a:pt x="1704899" y="3106063"/>
                  </a:lnTo>
                  <a:lnTo>
                    <a:pt x="1704899" y="3105439"/>
                  </a:lnTo>
                  <a:lnTo>
                    <a:pt x="1704899" y="3104816"/>
                  </a:lnTo>
                  <a:lnTo>
                    <a:pt x="1705007" y="3104816"/>
                  </a:lnTo>
                  <a:lnTo>
                    <a:pt x="1705116" y="3104816"/>
                  </a:lnTo>
                  <a:lnTo>
                    <a:pt x="1705224" y="3104816"/>
                  </a:lnTo>
                  <a:lnTo>
                    <a:pt x="1705332" y="3104816"/>
                  </a:lnTo>
                  <a:lnTo>
                    <a:pt x="1705332" y="3104192"/>
                  </a:lnTo>
                  <a:lnTo>
                    <a:pt x="1705441" y="3104192"/>
                  </a:lnTo>
                  <a:lnTo>
                    <a:pt x="1705441" y="3103569"/>
                  </a:lnTo>
                  <a:lnTo>
                    <a:pt x="1705549" y="3103569"/>
                  </a:lnTo>
                  <a:lnTo>
                    <a:pt x="1705658" y="3103569"/>
                  </a:lnTo>
                  <a:lnTo>
                    <a:pt x="1705766" y="3103569"/>
                  </a:lnTo>
                  <a:lnTo>
                    <a:pt x="1705875" y="3103569"/>
                  </a:lnTo>
                  <a:lnTo>
                    <a:pt x="1705983" y="3103569"/>
                  </a:lnTo>
                  <a:lnTo>
                    <a:pt x="1706092" y="3103569"/>
                  </a:lnTo>
                  <a:lnTo>
                    <a:pt x="1706200" y="3103569"/>
                  </a:lnTo>
                  <a:lnTo>
                    <a:pt x="1706308" y="3103569"/>
                  </a:lnTo>
                  <a:lnTo>
                    <a:pt x="1706417" y="3103569"/>
                  </a:lnTo>
                  <a:lnTo>
                    <a:pt x="1706525" y="3103569"/>
                  </a:lnTo>
                  <a:lnTo>
                    <a:pt x="1706634" y="3103569"/>
                  </a:lnTo>
                  <a:lnTo>
                    <a:pt x="1706634" y="3102945"/>
                  </a:lnTo>
                  <a:lnTo>
                    <a:pt x="1706634" y="3102322"/>
                  </a:lnTo>
                  <a:lnTo>
                    <a:pt x="1706742" y="3102322"/>
                  </a:lnTo>
                  <a:lnTo>
                    <a:pt x="1706851" y="3102322"/>
                  </a:lnTo>
                  <a:lnTo>
                    <a:pt x="1706959" y="3102322"/>
                  </a:lnTo>
                  <a:lnTo>
                    <a:pt x="1706959" y="3101698"/>
                  </a:lnTo>
                  <a:lnTo>
                    <a:pt x="1707068" y="3101698"/>
                  </a:lnTo>
                  <a:lnTo>
                    <a:pt x="1707176" y="3101698"/>
                  </a:lnTo>
                  <a:lnTo>
                    <a:pt x="1707284" y="3101698"/>
                  </a:lnTo>
                  <a:lnTo>
                    <a:pt x="1707393" y="3101698"/>
                  </a:lnTo>
                  <a:lnTo>
                    <a:pt x="1707501" y="3101698"/>
                  </a:lnTo>
                  <a:lnTo>
                    <a:pt x="1707610" y="3101698"/>
                  </a:lnTo>
                  <a:lnTo>
                    <a:pt x="1707610" y="3101074"/>
                  </a:lnTo>
                  <a:lnTo>
                    <a:pt x="1707718" y="3101074"/>
                  </a:lnTo>
                  <a:lnTo>
                    <a:pt x="1707718" y="3100451"/>
                  </a:lnTo>
                  <a:lnTo>
                    <a:pt x="1707827" y="3100451"/>
                  </a:lnTo>
                  <a:lnTo>
                    <a:pt x="1707935" y="3100451"/>
                  </a:lnTo>
                  <a:lnTo>
                    <a:pt x="1707935" y="3099827"/>
                  </a:lnTo>
                  <a:lnTo>
                    <a:pt x="1707935" y="3099204"/>
                  </a:lnTo>
                  <a:lnTo>
                    <a:pt x="1708044" y="3099204"/>
                  </a:lnTo>
                  <a:lnTo>
                    <a:pt x="1708152" y="3099204"/>
                  </a:lnTo>
                  <a:lnTo>
                    <a:pt x="1708260" y="3099204"/>
                  </a:lnTo>
                  <a:lnTo>
                    <a:pt x="1708260" y="3098580"/>
                  </a:lnTo>
                  <a:lnTo>
                    <a:pt x="1708369" y="3098580"/>
                  </a:lnTo>
                  <a:lnTo>
                    <a:pt x="1708369" y="3097956"/>
                  </a:lnTo>
                  <a:lnTo>
                    <a:pt x="1708477" y="3097956"/>
                  </a:lnTo>
                  <a:lnTo>
                    <a:pt x="1708586" y="3097956"/>
                  </a:lnTo>
                  <a:lnTo>
                    <a:pt x="1708586" y="3097333"/>
                  </a:lnTo>
                  <a:lnTo>
                    <a:pt x="1708694" y="3097333"/>
                  </a:lnTo>
                  <a:lnTo>
                    <a:pt x="1708803" y="3097333"/>
                  </a:lnTo>
                  <a:lnTo>
                    <a:pt x="1708911" y="3097333"/>
                  </a:lnTo>
                  <a:lnTo>
                    <a:pt x="1709020" y="3097333"/>
                  </a:lnTo>
                  <a:lnTo>
                    <a:pt x="1709128" y="3097333"/>
                  </a:lnTo>
                  <a:lnTo>
                    <a:pt x="1709237" y="3097333"/>
                  </a:lnTo>
                  <a:lnTo>
                    <a:pt x="1709237" y="3096709"/>
                  </a:lnTo>
                  <a:lnTo>
                    <a:pt x="1709345" y="3096709"/>
                  </a:lnTo>
                  <a:lnTo>
                    <a:pt x="1709453" y="3096709"/>
                  </a:lnTo>
                  <a:lnTo>
                    <a:pt x="1709453" y="3096086"/>
                  </a:lnTo>
                  <a:lnTo>
                    <a:pt x="1709453" y="3095462"/>
                  </a:lnTo>
                  <a:lnTo>
                    <a:pt x="1709562" y="3095462"/>
                  </a:lnTo>
                  <a:lnTo>
                    <a:pt x="1709670" y="3095462"/>
                  </a:lnTo>
                  <a:lnTo>
                    <a:pt x="1709779" y="3095462"/>
                  </a:lnTo>
                  <a:lnTo>
                    <a:pt x="1709887" y="3095462"/>
                  </a:lnTo>
                  <a:lnTo>
                    <a:pt x="1709996" y="3095462"/>
                  </a:lnTo>
                  <a:lnTo>
                    <a:pt x="1709996" y="3094839"/>
                  </a:lnTo>
                  <a:lnTo>
                    <a:pt x="1710104" y="3094839"/>
                  </a:lnTo>
                  <a:lnTo>
                    <a:pt x="1710104" y="3094215"/>
                  </a:lnTo>
                  <a:lnTo>
                    <a:pt x="1710104" y="3093591"/>
                  </a:lnTo>
                  <a:lnTo>
                    <a:pt x="1710213" y="3093591"/>
                  </a:lnTo>
                  <a:lnTo>
                    <a:pt x="1710321" y="3093591"/>
                  </a:lnTo>
                  <a:lnTo>
                    <a:pt x="1710429" y="3093591"/>
                  </a:lnTo>
                  <a:lnTo>
                    <a:pt x="1710538" y="3093591"/>
                  </a:lnTo>
                  <a:lnTo>
                    <a:pt x="1710646" y="3093591"/>
                  </a:lnTo>
                  <a:lnTo>
                    <a:pt x="1710755" y="3093591"/>
                  </a:lnTo>
                  <a:lnTo>
                    <a:pt x="1710863" y="3093591"/>
                  </a:lnTo>
                  <a:lnTo>
                    <a:pt x="1710863" y="3092968"/>
                  </a:lnTo>
                  <a:lnTo>
                    <a:pt x="1710863" y="3092344"/>
                  </a:lnTo>
                  <a:lnTo>
                    <a:pt x="1710972" y="3092344"/>
                  </a:lnTo>
                  <a:lnTo>
                    <a:pt x="1711080" y="3092344"/>
                  </a:lnTo>
                  <a:lnTo>
                    <a:pt x="1711189" y="3092344"/>
                  </a:lnTo>
                  <a:lnTo>
                    <a:pt x="1711189" y="3091721"/>
                  </a:lnTo>
                  <a:lnTo>
                    <a:pt x="1711189" y="3091097"/>
                  </a:lnTo>
                  <a:lnTo>
                    <a:pt x="1711189" y="3090473"/>
                  </a:lnTo>
                  <a:lnTo>
                    <a:pt x="1711297" y="3090473"/>
                  </a:lnTo>
                  <a:lnTo>
                    <a:pt x="1711405" y="3090473"/>
                  </a:lnTo>
                  <a:lnTo>
                    <a:pt x="1711514" y="3090473"/>
                  </a:lnTo>
                  <a:lnTo>
                    <a:pt x="1711622" y="3090473"/>
                  </a:lnTo>
                  <a:lnTo>
                    <a:pt x="1711731" y="3090473"/>
                  </a:lnTo>
                  <a:lnTo>
                    <a:pt x="1711839" y="3090473"/>
                  </a:lnTo>
                  <a:lnTo>
                    <a:pt x="1711948" y="3090473"/>
                  </a:lnTo>
                  <a:lnTo>
                    <a:pt x="1712056" y="3090473"/>
                  </a:lnTo>
                  <a:lnTo>
                    <a:pt x="1712165" y="3090473"/>
                  </a:lnTo>
                  <a:lnTo>
                    <a:pt x="1712273" y="3090473"/>
                  </a:lnTo>
                  <a:lnTo>
                    <a:pt x="1712381" y="3090473"/>
                  </a:lnTo>
                  <a:lnTo>
                    <a:pt x="1712490" y="3090473"/>
                  </a:lnTo>
                  <a:lnTo>
                    <a:pt x="1712598" y="3090473"/>
                  </a:lnTo>
                  <a:lnTo>
                    <a:pt x="1712707" y="3090473"/>
                  </a:lnTo>
                  <a:lnTo>
                    <a:pt x="1712815" y="3090473"/>
                  </a:lnTo>
                  <a:lnTo>
                    <a:pt x="1712924" y="3090473"/>
                  </a:lnTo>
                  <a:lnTo>
                    <a:pt x="1713032" y="3090473"/>
                  </a:lnTo>
                  <a:lnTo>
                    <a:pt x="1713141" y="3090473"/>
                  </a:lnTo>
                  <a:lnTo>
                    <a:pt x="1713249" y="3090473"/>
                  </a:lnTo>
                  <a:lnTo>
                    <a:pt x="1713249" y="3089850"/>
                  </a:lnTo>
                  <a:lnTo>
                    <a:pt x="1713249" y="3089226"/>
                  </a:lnTo>
                  <a:lnTo>
                    <a:pt x="1713358" y="3089226"/>
                  </a:lnTo>
                  <a:lnTo>
                    <a:pt x="1713358" y="3088603"/>
                  </a:lnTo>
                  <a:lnTo>
                    <a:pt x="1713466" y="3088603"/>
                  </a:lnTo>
                  <a:lnTo>
                    <a:pt x="1713574" y="3088603"/>
                  </a:lnTo>
                  <a:lnTo>
                    <a:pt x="1713683" y="3088603"/>
                  </a:lnTo>
                  <a:lnTo>
                    <a:pt x="1713791" y="3088603"/>
                  </a:lnTo>
                  <a:lnTo>
                    <a:pt x="1713791" y="3087979"/>
                  </a:lnTo>
                  <a:lnTo>
                    <a:pt x="1713900" y="3087979"/>
                  </a:lnTo>
                  <a:lnTo>
                    <a:pt x="1713900" y="3087356"/>
                  </a:lnTo>
                  <a:lnTo>
                    <a:pt x="1714008" y="3087356"/>
                  </a:lnTo>
                  <a:lnTo>
                    <a:pt x="1714117" y="3087356"/>
                  </a:lnTo>
                  <a:lnTo>
                    <a:pt x="1714225" y="3087356"/>
                  </a:lnTo>
                  <a:lnTo>
                    <a:pt x="1714225" y="3086732"/>
                  </a:lnTo>
                  <a:lnTo>
                    <a:pt x="1714334" y="3086732"/>
                  </a:lnTo>
                  <a:lnTo>
                    <a:pt x="1714442" y="3086732"/>
                  </a:lnTo>
                  <a:lnTo>
                    <a:pt x="1714550" y="3086732"/>
                  </a:lnTo>
                  <a:lnTo>
                    <a:pt x="1714550" y="3086108"/>
                  </a:lnTo>
                  <a:lnTo>
                    <a:pt x="1714659" y="3086108"/>
                  </a:lnTo>
                  <a:lnTo>
                    <a:pt x="1714767" y="3086108"/>
                  </a:lnTo>
                  <a:lnTo>
                    <a:pt x="1714876" y="3086108"/>
                  </a:lnTo>
                  <a:lnTo>
                    <a:pt x="1714984" y="3086108"/>
                  </a:lnTo>
                  <a:lnTo>
                    <a:pt x="1715093" y="3086108"/>
                  </a:lnTo>
                  <a:lnTo>
                    <a:pt x="1715201" y="3086108"/>
                  </a:lnTo>
                  <a:lnTo>
                    <a:pt x="1715310" y="3086108"/>
                  </a:lnTo>
                  <a:lnTo>
                    <a:pt x="1715418" y="3086108"/>
                  </a:lnTo>
                  <a:lnTo>
                    <a:pt x="1715526" y="3086108"/>
                  </a:lnTo>
                  <a:lnTo>
                    <a:pt x="1715635" y="3086108"/>
                  </a:lnTo>
                  <a:lnTo>
                    <a:pt x="1715743" y="3086108"/>
                  </a:lnTo>
                  <a:lnTo>
                    <a:pt x="1715852" y="3086108"/>
                  </a:lnTo>
                  <a:lnTo>
                    <a:pt x="1715852" y="3085485"/>
                  </a:lnTo>
                  <a:lnTo>
                    <a:pt x="1715960" y="3085485"/>
                  </a:lnTo>
                  <a:lnTo>
                    <a:pt x="1716069" y="3085485"/>
                  </a:lnTo>
                  <a:lnTo>
                    <a:pt x="1716177" y="3085485"/>
                  </a:lnTo>
                  <a:lnTo>
                    <a:pt x="1716286" y="3085485"/>
                  </a:lnTo>
                  <a:lnTo>
                    <a:pt x="1716394" y="3085485"/>
                  </a:lnTo>
                  <a:lnTo>
                    <a:pt x="1716394" y="3084861"/>
                  </a:lnTo>
                  <a:lnTo>
                    <a:pt x="1716502" y="3084861"/>
                  </a:lnTo>
                  <a:lnTo>
                    <a:pt x="1716611" y="3084861"/>
                  </a:lnTo>
                  <a:lnTo>
                    <a:pt x="1716719" y="3084861"/>
                  </a:lnTo>
                  <a:lnTo>
                    <a:pt x="1716828" y="3084861"/>
                  </a:lnTo>
                  <a:lnTo>
                    <a:pt x="1716936" y="3084861"/>
                  </a:lnTo>
                  <a:lnTo>
                    <a:pt x="1717045" y="3084861"/>
                  </a:lnTo>
                  <a:lnTo>
                    <a:pt x="1717153" y="3084861"/>
                  </a:lnTo>
                  <a:lnTo>
                    <a:pt x="1717262" y="3084861"/>
                  </a:lnTo>
                  <a:lnTo>
                    <a:pt x="1717370" y="3084861"/>
                  </a:lnTo>
                  <a:lnTo>
                    <a:pt x="1717479" y="3084861"/>
                  </a:lnTo>
                  <a:lnTo>
                    <a:pt x="1717479" y="3084238"/>
                  </a:lnTo>
                  <a:lnTo>
                    <a:pt x="1717587" y="3084238"/>
                  </a:lnTo>
                  <a:lnTo>
                    <a:pt x="1717695" y="3084238"/>
                  </a:lnTo>
                  <a:lnTo>
                    <a:pt x="1717804" y="3084238"/>
                  </a:lnTo>
                  <a:lnTo>
                    <a:pt x="1717912" y="3084238"/>
                  </a:lnTo>
                  <a:lnTo>
                    <a:pt x="1717912" y="3083614"/>
                  </a:lnTo>
                  <a:lnTo>
                    <a:pt x="1718021" y="3083614"/>
                  </a:lnTo>
                  <a:lnTo>
                    <a:pt x="1718129" y="3083614"/>
                  </a:lnTo>
                  <a:lnTo>
                    <a:pt x="1718238" y="3083614"/>
                  </a:lnTo>
                  <a:lnTo>
                    <a:pt x="1718346" y="3083614"/>
                  </a:lnTo>
                  <a:lnTo>
                    <a:pt x="1718346" y="3082990"/>
                  </a:lnTo>
                  <a:lnTo>
                    <a:pt x="1718455" y="3082990"/>
                  </a:lnTo>
                  <a:lnTo>
                    <a:pt x="1718563" y="3082990"/>
                  </a:lnTo>
                  <a:lnTo>
                    <a:pt x="1718671" y="3082990"/>
                  </a:lnTo>
                  <a:lnTo>
                    <a:pt x="1718780" y="3082990"/>
                  </a:lnTo>
                  <a:lnTo>
                    <a:pt x="1718780" y="3082367"/>
                  </a:lnTo>
                  <a:lnTo>
                    <a:pt x="1718888" y="3082367"/>
                  </a:lnTo>
                  <a:lnTo>
                    <a:pt x="1718888" y="3081743"/>
                  </a:lnTo>
                  <a:lnTo>
                    <a:pt x="1718997" y="3081743"/>
                  </a:lnTo>
                  <a:lnTo>
                    <a:pt x="1719105" y="3081743"/>
                  </a:lnTo>
                  <a:lnTo>
                    <a:pt x="1719214" y="3081743"/>
                  </a:lnTo>
                  <a:lnTo>
                    <a:pt x="1719322" y="3081743"/>
                  </a:lnTo>
                  <a:lnTo>
                    <a:pt x="1719431" y="3081743"/>
                  </a:lnTo>
                  <a:lnTo>
                    <a:pt x="1719539" y="3081743"/>
                  </a:lnTo>
                  <a:lnTo>
                    <a:pt x="1719647" y="3081743"/>
                  </a:lnTo>
                  <a:lnTo>
                    <a:pt x="1719756" y="3081743"/>
                  </a:lnTo>
                  <a:lnTo>
                    <a:pt x="1719864" y="3081743"/>
                  </a:lnTo>
                  <a:lnTo>
                    <a:pt x="1719973" y="3081743"/>
                  </a:lnTo>
                  <a:lnTo>
                    <a:pt x="1720081" y="3081743"/>
                  </a:lnTo>
                  <a:lnTo>
                    <a:pt x="1720190" y="3081743"/>
                  </a:lnTo>
                  <a:lnTo>
                    <a:pt x="1720298" y="3081743"/>
                  </a:lnTo>
                  <a:lnTo>
                    <a:pt x="1720407" y="3081743"/>
                  </a:lnTo>
                  <a:lnTo>
                    <a:pt x="1720515" y="3081743"/>
                  </a:lnTo>
                  <a:lnTo>
                    <a:pt x="1720623" y="3081743"/>
                  </a:lnTo>
                  <a:lnTo>
                    <a:pt x="1720732" y="3081743"/>
                  </a:lnTo>
                  <a:lnTo>
                    <a:pt x="1720840" y="3081743"/>
                  </a:lnTo>
                  <a:lnTo>
                    <a:pt x="1720840" y="3081120"/>
                  </a:lnTo>
                  <a:lnTo>
                    <a:pt x="1720949" y="3081120"/>
                  </a:lnTo>
                  <a:lnTo>
                    <a:pt x="1721057" y="3081120"/>
                  </a:lnTo>
                  <a:lnTo>
                    <a:pt x="1721166" y="3081120"/>
                  </a:lnTo>
                  <a:lnTo>
                    <a:pt x="1721274" y="3081120"/>
                  </a:lnTo>
                  <a:lnTo>
                    <a:pt x="1721383" y="3081120"/>
                  </a:lnTo>
                  <a:lnTo>
                    <a:pt x="1721491" y="3081120"/>
                  </a:lnTo>
                  <a:lnTo>
                    <a:pt x="1721599" y="3081120"/>
                  </a:lnTo>
                  <a:lnTo>
                    <a:pt x="1721708" y="3081120"/>
                  </a:lnTo>
                  <a:lnTo>
                    <a:pt x="1721816" y="3081120"/>
                  </a:lnTo>
                  <a:lnTo>
                    <a:pt x="1721925" y="3081120"/>
                  </a:lnTo>
                  <a:lnTo>
                    <a:pt x="1722033" y="3081120"/>
                  </a:lnTo>
                  <a:lnTo>
                    <a:pt x="1722142" y="3081120"/>
                  </a:lnTo>
                  <a:lnTo>
                    <a:pt x="1722250" y="3081120"/>
                  </a:lnTo>
                  <a:lnTo>
                    <a:pt x="1722359" y="3081120"/>
                  </a:lnTo>
                  <a:lnTo>
                    <a:pt x="1722467" y="3081120"/>
                  </a:lnTo>
                  <a:lnTo>
                    <a:pt x="1722576" y="3081120"/>
                  </a:lnTo>
                  <a:lnTo>
                    <a:pt x="1722684" y="3081120"/>
                  </a:lnTo>
                  <a:lnTo>
                    <a:pt x="1722792" y="3081120"/>
                  </a:lnTo>
                  <a:lnTo>
                    <a:pt x="1722901" y="3081120"/>
                  </a:lnTo>
                  <a:lnTo>
                    <a:pt x="1722901" y="3080496"/>
                  </a:lnTo>
                  <a:lnTo>
                    <a:pt x="1723009" y="3080496"/>
                  </a:lnTo>
                  <a:lnTo>
                    <a:pt x="1723118" y="3080496"/>
                  </a:lnTo>
                  <a:lnTo>
                    <a:pt x="1723226" y="3080496"/>
                  </a:lnTo>
                  <a:lnTo>
                    <a:pt x="1723335" y="3080496"/>
                  </a:lnTo>
                  <a:lnTo>
                    <a:pt x="1723335" y="3079873"/>
                  </a:lnTo>
                  <a:lnTo>
                    <a:pt x="1723443" y="3079873"/>
                  </a:lnTo>
                  <a:lnTo>
                    <a:pt x="1723443" y="3079249"/>
                  </a:lnTo>
                  <a:lnTo>
                    <a:pt x="1723552" y="3079249"/>
                  </a:lnTo>
                  <a:lnTo>
                    <a:pt x="1723660" y="3079249"/>
                  </a:lnTo>
                  <a:lnTo>
                    <a:pt x="1723660" y="3078625"/>
                  </a:lnTo>
                  <a:lnTo>
                    <a:pt x="1723768" y="3078625"/>
                  </a:lnTo>
                  <a:lnTo>
                    <a:pt x="1723877" y="3078625"/>
                  </a:lnTo>
                  <a:lnTo>
                    <a:pt x="1723985" y="3078625"/>
                  </a:lnTo>
                  <a:lnTo>
                    <a:pt x="1724094" y="3078625"/>
                  </a:lnTo>
                  <a:lnTo>
                    <a:pt x="1724202" y="3078625"/>
                  </a:lnTo>
                  <a:lnTo>
                    <a:pt x="1724202" y="3078002"/>
                  </a:lnTo>
                  <a:lnTo>
                    <a:pt x="1724202" y="3077378"/>
                  </a:lnTo>
                  <a:lnTo>
                    <a:pt x="1724311" y="3077378"/>
                  </a:lnTo>
                  <a:lnTo>
                    <a:pt x="1724419" y="3077378"/>
                  </a:lnTo>
                  <a:lnTo>
                    <a:pt x="1724528" y="3077378"/>
                  </a:lnTo>
                  <a:lnTo>
                    <a:pt x="1724636" y="3077378"/>
                  </a:lnTo>
                  <a:lnTo>
                    <a:pt x="1724636" y="3076755"/>
                  </a:lnTo>
                  <a:lnTo>
                    <a:pt x="1724744" y="3076755"/>
                  </a:lnTo>
                  <a:lnTo>
                    <a:pt x="1724744" y="3076131"/>
                  </a:lnTo>
                  <a:lnTo>
                    <a:pt x="1724853" y="3076131"/>
                  </a:lnTo>
                  <a:lnTo>
                    <a:pt x="1724961" y="3076131"/>
                  </a:lnTo>
                  <a:lnTo>
                    <a:pt x="1725070" y="3076131"/>
                  </a:lnTo>
                  <a:lnTo>
                    <a:pt x="1725178" y="3076131"/>
                  </a:lnTo>
                  <a:lnTo>
                    <a:pt x="1725287" y="3076131"/>
                  </a:lnTo>
                  <a:lnTo>
                    <a:pt x="1725395" y="3076131"/>
                  </a:lnTo>
                  <a:lnTo>
                    <a:pt x="1725504" y="3076131"/>
                  </a:lnTo>
                  <a:lnTo>
                    <a:pt x="1725612" y="3076131"/>
                  </a:lnTo>
                  <a:lnTo>
                    <a:pt x="1725720" y="3076131"/>
                  </a:lnTo>
                  <a:lnTo>
                    <a:pt x="1725829" y="3076131"/>
                  </a:lnTo>
                  <a:lnTo>
                    <a:pt x="1725937" y="3076131"/>
                  </a:lnTo>
                  <a:lnTo>
                    <a:pt x="1726046" y="3076131"/>
                  </a:lnTo>
                  <a:lnTo>
                    <a:pt x="1726154" y="3076131"/>
                  </a:lnTo>
                  <a:lnTo>
                    <a:pt x="1726263" y="3076131"/>
                  </a:lnTo>
                  <a:lnTo>
                    <a:pt x="1726371" y="3076131"/>
                  </a:lnTo>
                  <a:lnTo>
                    <a:pt x="1726480" y="3076131"/>
                  </a:lnTo>
                  <a:lnTo>
                    <a:pt x="1726480" y="3075507"/>
                  </a:lnTo>
                  <a:lnTo>
                    <a:pt x="1726588" y="3075507"/>
                  </a:lnTo>
                  <a:lnTo>
                    <a:pt x="1726588" y="3074884"/>
                  </a:lnTo>
                  <a:lnTo>
                    <a:pt x="1726697" y="3074884"/>
                  </a:lnTo>
                  <a:lnTo>
                    <a:pt x="1726805" y="3074884"/>
                  </a:lnTo>
                  <a:lnTo>
                    <a:pt x="1726913" y="3074884"/>
                  </a:lnTo>
                  <a:lnTo>
                    <a:pt x="1727022" y="3074884"/>
                  </a:lnTo>
                  <a:lnTo>
                    <a:pt x="1727130" y="3074884"/>
                  </a:lnTo>
                  <a:lnTo>
                    <a:pt x="1727239" y="3074884"/>
                  </a:lnTo>
                  <a:lnTo>
                    <a:pt x="1727347" y="3074884"/>
                  </a:lnTo>
                  <a:lnTo>
                    <a:pt x="1727347" y="3074260"/>
                  </a:lnTo>
                  <a:lnTo>
                    <a:pt x="1727347" y="3073637"/>
                  </a:lnTo>
                  <a:lnTo>
                    <a:pt x="1727456" y="3073637"/>
                  </a:lnTo>
                  <a:lnTo>
                    <a:pt x="1727564" y="3073637"/>
                  </a:lnTo>
                  <a:lnTo>
                    <a:pt x="1727673" y="3073637"/>
                  </a:lnTo>
                  <a:lnTo>
                    <a:pt x="1727781" y="3073637"/>
                  </a:lnTo>
                  <a:lnTo>
                    <a:pt x="1727889" y="3073637"/>
                  </a:lnTo>
                  <a:lnTo>
                    <a:pt x="1727998" y="3073637"/>
                  </a:lnTo>
                  <a:lnTo>
                    <a:pt x="1727998" y="3073013"/>
                  </a:lnTo>
                  <a:lnTo>
                    <a:pt x="1727998" y="3072390"/>
                  </a:lnTo>
                  <a:lnTo>
                    <a:pt x="1727998" y="3071766"/>
                  </a:lnTo>
                  <a:lnTo>
                    <a:pt x="1728106" y="3071766"/>
                  </a:lnTo>
                  <a:lnTo>
                    <a:pt x="1728215" y="3071766"/>
                  </a:lnTo>
                  <a:lnTo>
                    <a:pt x="1728215" y="3071142"/>
                  </a:lnTo>
                  <a:lnTo>
                    <a:pt x="1728323" y="3071142"/>
                  </a:lnTo>
                  <a:lnTo>
                    <a:pt x="1728432" y="3071142"/>
                  </a:lnTo>
                  <a:lnTo>
                    <a:pt x="1728432" y="3070519"/>
                  </a:lnTo>
                  <a:lnTo>
                    <a:pt x="1728432" y="3069895"/>
                  </a:lnTo>
                  <a:lnTo>
                    <a:pt x="1728540" y="3069895"/>
                  </a:lnTo>
                  <a:lnTo>
                    <a:pt x="1728540" y="3069272"/>
                  </a:lnTo>
                  <a:lnTo>
                    <a:pt x="1728649" y="3069272"/>
                  </a:lnTo>
                  <a:lnTo>
                    <a:pt x="1728757" y="3069272"/>
                  </a:lnTo>
                  <a:lnTo>
                    <a:pt x="1728757" y="3068648"/>
                  </a:lnTo>
                  <a:lnTo>
                    <a:pt x="1728757" y="3068025"/>
                  </a:lnTo>
                  <a:lnTo>
                    <a:pt x="1728865" y="3068025"/>
                  </a:lnTo>
                  <a:lnTo>
                    <a:pt x="1728974" y="3068025"/>
                  </a:lnTo>
                  <a:lnTo>
                    <a:pt x="1729082" y="3068025"/>
                  </a:lnTo>
                  <a:lnTo>
                    <a:pt x="1729191" y="3068025"/>
                  </a:lnTo>
                  <a:lnTo>
                    <a:pt x="1729299" y="3068025"/>
                  </a:lnTo>
                  <a:lnTo>
                    <a:pt x="1729408" y="3068025"/>
                  </a:lnTo>
                  <a:lnTo>
                    <a:pt x="1729516" y="3068025"/>
                  </a:lnTo>
                  <a:lnTo>
                    <a:pt x="1729625" y="3068025"/>
                  </a:lnTo>
                  <a:lnTo>
                    <a:pt x="1729733" y="3068025"/>
                  </a:lnTo>
                  <a:lnTo>
                    <a:pt x="1729841" y="3068025"/>
                  </a:lnTo>
                  <a:lnTo>
                    <a:pt x="1729950" y="3068025"/>
                  </a:lnTo>
                  <a:lnTo>
                    <a:pt x="1729950" y="3067401"/>
                  </a:lnTo>
                  <a:lnTo>
                    <a:pt x="1730058" y="3067401"/>
                  </a:lnTo>
                  <a:lnTo>
                    <a:pt x="1730167" y="3067401"/>
                  </a:lnTo>
                  <a:lnTo>
                    <a:pt x="1730167" y="3066777"/>
                  </a:lnTo>
                  <a:lnTo>
                    <a:pt x="1730275" y="3066777"/>
                  </a:lnTo>
                  <a:lnTo>
                    <a:pt x="1730384" y="3066777"/>
                  </a:lnTo>
                  <a:lnTo>
                    <a:pt x="1730492" y="3066777"/>
                  </a:lnTo>
                  <a:lnTo>
                    <a:pt x="1730601" y="3066777"/>
                  </a:lnTo>
                  <a:lnTo>
                    <a:pt x="1730709" y="3066777"/>
                  </a:lnTo>
                  <a:lnTo>
                    <a:pt x="1730818" y="3066777"/>
                  </a:lnTo>
                  <a:lnTo>
                    <a:pt x="1730926" y="3066777"/>
                  </a:lnTo>
                  <a:lnTo>
                    <a:pt x="1731034" y="3066777"/>
                  </a:lnTo>
                  <a:lnTo>
                    <a:pt x="1731143" y="3066777"/>
                  </a:lnTo>
                  <a:lnTo>
                    <a:pt x="1731251" y="3066777"/>
                  </a:lnTo>
                  <a:lnTo>
                    <a:pt x="1731360" y="3066777"/>
                  </a:lnTo>
                  <a:lnTo>
                    <a:pt x="1731468" y="3066777"/>
                  </a:lnTo>
                  <a:lnTo>
                    <a:pt x="1731577" y="3066777"/>
                  </a:lnTo>
                  <a:lnTo>
                    <a:pt x="1731685" y="3066777"/>
                  </a:lnTo>
                  <a:lnTo>
                    <a:pt x="1731794" y="3066777"/>
                  </a:lnTo>
                  <a:lnTo>
                    <a:pt x="1731902" y="3066777"/>
                  </a:lnTo>
                  <a:lnTo>
                    <a:pt x="1731902" y="3066154"/>
                  </a:lnTo>
                  <a:lnTo>
                    <a:pt x="1732010" y="3066154"/>
                  </a:lnTo>
                  <a:lnTo>
                    <a:pt x="1732119" y="3066154"/>
                  </a:lnTo>
                  <a:lnTo>
                    <a:pt x="1732227" y="3066154"/>
                  </a:lnTo>
                  <a:lnTo>
                    <a:pt x="1732336" y="3066154"/>
                  </a:lnTo>
                  <a:lnTo>
                    <a:pt x="1732444" y="3066154"/>
                  </a:lnTo>
                  <a:lnTo>
                    <a:pt x="1732553" y="3066154"/>
                  </a:lnTo>
                  <a:lnTo>
                    <a:pt x="1732553" y="3065530"/>
                  </a:lnTo>
                  <a:lnTo>
                    <a:pt x="1732661" y="3065530"/>
                  </a:lnTo>
                  <a:lnTo>
                    <a:pt x="1732770" y="3065530"/>
                  </a:lnTo>
                  <a:lnTo>
                    <a:pt x="1732770" y="3064907"/>
                  </a:lnTo>
                  <a:lnTo>
                    <a:pt x="1732878" y="3064907"/>
                  </a:lnTo>
                  <a:lnTo>
                    <a:pt x="1732986" y="3064907"/>
                  </a:lnTo>
                  <a:lnTo>
                    <a:pt x="1733095" y="3064907"/>
                  </a:lnTo>
                  <a:lnTo>
                    <a:pt x="1733203" y="3064907"/>
                  </a:lnTo>
                  <a:lnTo>
                    <a:pt x="1733312" y="3064907"/>
                  </a:lnTo>
                  <a:lnTo>
                    <a:pt x="1733420" y="3064907"/>
                  </a:lnTo>
                  <a:lnTo>
                    <a:pt x="1733420" y="3064283"/>
                  </a:lnTo>
                  <a:lnTo>
                    <a:pt x="1733420" y="3063659"/>
                  </a:lnTo>
                  <a:lnTo>
                    <a:pt x="1733420" y="3063036"/>
                  </a:lnTo>
                  <a:lnTo>
                    <a:pt x="1733529" y="3063036"/>
                  </a:lnTo>
                  <a:lnTo>
                    <a:pt x="1733637" y="3063036"/>
                  </a:lnTo>
                  <a:lnTo>
                    <a:pt x="1733637" y="3062412"/>
                  </a:lnTo>
                  <a:lnTo>
                    <a:pt x="1733746" y="3062412"/>
                  </a:lnTo>
                  <a:lnTo>
                    <a:pt x="1733854" y="3062412"/>
                  </a:lnTo>
                  <a:lnTo>
                    <a:pt x="1733854" y="3061789"/>
                  </a:lnTo>
                  <a:lnTo>
                    <a:pt x="1733962" y="3061789"/>
                  </a:lnTo>
                  <a:lnTo>
                    <a:pt x="1734071" y="3061789"/>
                  </a:lnTo>
                  <a:lnTo>
                    <a:pt x="1734071" y="3061165"/>
                  </a:lnTo>
                  <a:lnTo>
                    <a:pt x="1734179" y="3061165"/>
                  </a:lnTo>
                  <a:lnTo>
                    <a:pt x="1734288" y="3061165"/>
                  </a:lnTo>
                  <a:lnTo>
                    <a:pt x="1734396" y="3061165"/>
                  </a:lnTo>
                  <a:lnTo>
                    <a:pt x="1734505" y="3061165"/>
                  </a:lnTo>
                  <a:lnTo>
                    <a:pt x="1734505" y="3060542"/>
                  </a:lnTo>
                  <a:lnTo>
                    <a:pt x="1734613" y="3060542"/>
                  </a:lnTo>
                  <a:lnTo>
                    <a:pt x="1734722" y="3060542"/>
                  </a:lnTo>
                  <a:lnTo>
                    <a:pt x="1734830" y="3060542"/>
                  </a:lnTo>
                  <a:lnTo>
                    <a:pt x="1734830" y="3059918"/>
                  </a:lnTo>
                  <a:lnTo>
                    <a:pt x="1734939" y="3059918"/>
                  </a:lnTo>
                  <a:lnTo>
                    <a:pt x="1735047" y="3059918"/>
                  </a:lnTo>
                  <a:lnTo>
                    <a:pt x="1735047" y="3059294"/>
                  </a:lnTo>
                  <a:lnTo>
                    <a:pt x="1735155" y="3059294"/>
                  </a:lnTo>
                  <a:lnTo>
                    <a:pt x="1735264" y="3059294"/>
                  </a:lnTo>
                  <a:lnTo>
                    <a:pt x="1735264" y="3058671"/>
                  </a:lnTo>
                  <a:lnTo>
                    <a:pt x="1735372" y="3058671"/>
                  </a:lnTo>
                  <a:lnTo>
                    <a:pt x="1735481" y="3058671"/>
                  </a:lnTo>
                  <a:lnTo>
                    <a:pt x="1735589" y="3058671"/>
                  </a:lnTo>
                  <a:lnTo>
                    <a:pt x="1735698" y="3058671"/>
                  </a:lnTo>
                  <a:lnTo>
                    <a:pt x="1735806" y="3058671"/>
                  </a:lnTo>
                  <a:lnTo>
                    <a:pt x="1735806" y="3058047"/>
                  </a:lnTo>
                  <a:lnTo>
                    <a:pt x="1735915" y="3058047"/>
                  </a:lnTo>
                  <a:lnTo>
                    <a:pt x="1736023" y="3058047"/>
                  </a:lnTo>
                  <a:lnTo>
                    <a:pt x="1736131" y="3058047"/>
                  </a:lnTo>
                  <a:lnTo>
                    <a:pt x="1736240" y="3058047"/>
                  </a:lnTo>
                  <a:lnTo>
                    <a:pt x="1736348" y="3058047"/>
                  </a:lnTo>
                  <a:lnTo>
                    <a:pt x="1736348" y="3057424"/>
                  </a:lnTo>
                  <a:lnTo>
                    <a:pt x="1736457" y="3057424"/>
                  </a:lnTo>
                  <a:lnTo>
                    <a:pt x="1736565" y="3057424"/>
                  </a:lnTo>
                  <a:lnTo>
                    <a:pt x="1736674" y="3057424"/>
                  </a:lnTo>
                  <a:lnTo>
                    <a:pt x="1736782" y="3057424"/>
                  </a:lnTo>
                  <a:lnTo>
                    <a:pt x="1736891" y="3057424"/>
                  </a:lnTo>
                  <a:lnTo>
                    <a:pt x="1736999" y="3057424"/>
                  </a:lnTo>
                  <a:lnTo>
                    <a:pt x="1737107" y="3057424"/>
                  </a:lnTo>
                  <a:lnTo>
                    <a:pt x="1737216" y="3057424"/>
                  </a:lnTo>
                  <a:lnTo>
                    <a:pt x="1737324" y="3057424"/>
                  </a:lnTo>
                  <a:lnTo>
                    <a:pt x="1737433" y="3057424"/>
                  </a:lnTo>
                  <a:lnTo>
                    <a:pt x="1737541" y="3057424"/>
                  </a:lnTo>
                  <a:lnTo>
                    <a:pt x="1737541" y="3056800"/>
                  </a:lnTo>
                  <a:lnTo>
                    <a:pt x="1737650" y="3056800"/>
                  </a:lnTo>
                  <a:lnTo>
                    <a:pt x="1737758" y="3056800"/>
                  </a:lnTo>
                  <a:lnTo>
                    <a:pt x="1737758" y="3056176"/>
                  </a:lnTo>
                  <a:lnTo>
                    <a:pt x="1737758" y="3055553"/>
                  </a:lnTo>
                  <a:lnTo>
                    <a:pt x="1737867" y="3055553"/>
                  </a:lnTo>
                  <a:lnTo>
                    <a:pt x="1737975" y="3055553"/>
                  </a:lnTo>
                  <a:lnTo>
                    <a:pt x="1738083" y="3055553"/>
                  </a:lnTo>
                  <a:lnTo>
                    <a:pt x="1738192" y="3055553"/>
                  </a:lnTo>
                  <a:lnTo>
                    <a:pt x="1738300" y="3055553"/>
                  </a:lnTo>
                  <a:lnTo>
                    <a:pt x="1738300" y="3054929"/>
                  </a:lnTo>
                  <a:lnTo>
                    <a:pt x="1738409" y="3054929"/>
                  </a:lnTo>
                  <a:lnTo>
                    <a:pt x="1738517" y="3054929"/>
                  </a:lnTo>
                  <a:lnTo>
                    <a:pt x="1738626" y="3054929"/>
                  </a:lnTo>
                  <a:lnTo>
                    <a:pt x="1738734" y="3054929"/>
                  </a:lnTo>
                  <a:lnTo>
                    <a:pt x="1738843" y="3054929"/>
                  </a:lnTo>
                  <a:lnTo>
                    <a:pt x="1738951" y="3054929"/>
                  </a:lnTo>
                  <a:lnTo>
                    <a:pt x="1739060" y="3054929"/>
                  </a:lnTo>
                  <a:lnTo>
                    <a:pt x="1739168" y="3054929"/>
                  </a:lnTo>
                  <a:lnTo>
                    <a:pt x="1739276" y="3054929"/>
                  </a:lnTo>
                  <a:lnTo>
                    <a:pt x="1739385" y="3054929"/>
                  </a:lnTo>
                  <a:lnTo>
                    <a:pt x="1739493" y="3054929"/>
                  </a:lnTo>
                  <a:lnTo>
                    <a:pt x="1739602" y="3054929"/>
                  </a:lnTo>
                  <a:lnTo>
                    <a:pt x="1739710" y="3054929"/>
                  </a:lnTo>
                  <a:lnTo>
                    <a:pt x="1739710" y="3054306"/>
                  </a:lnTo>
                  <a:lnTo>
                    <a:pt x="1739819" y="3054306"/>
                  </a:lnTo>
                  <a:lnTo>
                    <a:pt x="1739819" y="3053682"/>
                  </a:lnTo>
                  <a:lnTo>
                    <a:pt x="1739819" y="3053059"/>
                  </a:lnTo>
                  <a:lnTo>
                    <a:pt x="1739927" y="3053059"/>
                  </a:lnTo>
                  <a:lnTo>
                    <a:pt x="1740036" y="3053059"/>
                  </a:lnTo>
                  <a:lnTo>
                    <a:pt x="1740144" y="3053059"/>
                  </a:lnTo>
                  <a:lnTo>
                    <a:pt x="1740252" y="3053059"/>
                  </a:lnTo>
                  <a:lnTo>
                    <a:pt x="1740361" y="3053059"/>
                  </a:lnTo>
                  <a:lnTo>
                    <a:pt x="1740469" y="3053059"/>
                  </a:lnTo>
                  <a:lnTo>
                    <a:pt x="1740578" y="3053059"/>
                  </a:lnTo>
                  <a:lnTo>
                    <a:pt x="1740686" y="3053059"/>
                  </a:lnTo>
                  <a:lnTo>
                    <a:pt x="1740795" y="3053059"/>
                  </a:lnTo>
                  <a:lnTo>
                    <a:pt x="1740903" y="3053059"/>
                  </a:lnTo>
                  <a:lnTo>
                    <a:pt x="1741012" y="3053059"/>
                  </a:lnTo>
                  <a:lnTo>
                    <a:pt x="1741012" y="3052435"/>
                  </a:lnTo>
                  <a:lnTo>
                    <a:pt x="1741120" y="3052435"/>
                  </a:lnTo>
                  <a:lnTo>
                    <a:pt x="1741228" y="3052435"/>
                  </a:lnTo>
                  <a:lnTo>
                    <a:pt x="1741337" y="3052435"/>
                  </a:lnTo>
                  <a:lnTo>
                    <a:pt x="1741337" y="3051811"/>
                  </a:lnTo>
                  <a:lnTo>
                    <a:pt x="1741445" y="3051811"/>
                  </a:lnTo>
                  <a:lnTo>
                    <a:pt x="1741445" y="3051188"/>
                  </a:lnTo>
                  <a:lnTo>
                    <a:pt x="1741554" y="3051188"/>
                  </a:lnTo>
                  <a:lnTo>
                    <a:pt x="1741554" y="3050564"/>
                  </a:lnTo>
                  <a:lnTo>
                    <a:pt x="1741662" y="3050564"/>
                  </a:lnTo>
                  <a:lnTo>
                    <a:pt x="1741771" y="3050564"/>
                  </a:lnTo>
                  <a:lnTo>
                    <a:pt x="1741879" y="3050564"/>
                  </a:lnTo>
                  <a:lnTo>
                    <a:pt x="1741988" y="3050564"/>
                  </a:lnTo>
                  <a:lnTo>
                    <a:pt x="1741988" y="3049941"/>
                  </a:lnTo>
                  <a:lnTo>
                    <a:pt x="1742096" y="3049941"/>
                  </a:lnTo>
                  <a:lnTo>
                    <a:pt x="1742204" y="3049941"/>
                  </a:lnTo>
                  <a:lnTo>
                    <a:pt x="1742313" y="3049941"/>
                  </a:lnTo>
                  <a:lnTo>
                    <a:pt x="1742421" y="3049941"/>
                  </a:lnTo>
                  <a:lnTo>
                    <a:pt x="1742530" y="3049941"/>
                  </a:lnTo>
                  <a:lnTo>
                    <a:pt x="1742638" y="3049941"/>
                  </a:lnTo>
                  <a:lnTo>
                    <a:pt x="1742747" y="3049941"/>
                  </a:lnTo>
                  <a:lnTo>
                    <a:pt x="1742855" y="3049941"/>
                  </a:lnTo>
                  <a:lnTo>
                    <a:pt x="1742964" y="3049941"/>
                  </a:lnTo>
                  <a:lnTo>
                    <a:pt x="1743072" y="3049941"/>
                  </a:lnTo>
                  <a:lnTo>
                    <a:pt x="1743181" y="3049941"/>
                  </a:lnTo>
                  <a:lnTo>
                    <a:pt x="1743289" y="3049941"/>
                  </a:lnTo>
                  <a:lnTo>
                    <a:pt x="1743289" y="3049317"/>
                  </a:lnTo>
                  <a:lnTo>
                    <a:pt x="1743397" y="3049317"/>
                  </a:lnTo>
                  <a:lnTo>
                    <a:pt x="1743506" y="3049317"/>
                  </a:lnTo>
                  <a:lnTo>
                    <a:pt x="1743614" y="3049317"/>
                  </a:lnTo>
                  <a:lnTo>
                    <a:pt x="1743614" y="3048693"/>
                  </a:lnTo>
                  <a:lnTo>
                    <a:pt x="1743723" y="3048693"/>
                  </a:lnTo>
                  <a:lnTo>
                    <a:pt x="1743831" y="3048693"/>
                  </a:lnTo>
                  <a:lnTo>
                    <a:pt x="1743940" y="3048693"/>
                  </a:lnTo>
                  <a:lnTo>
                    <a:pt x="1744048" y="3048693"/>
                  </a:lnTo>
                  <a:lnTo>
                    <a:pt x="1744157" y="3048693"/>
                  </a:lnTo>
                  <a:lnTo>
                    <a:pt x="1744265" y="3048693"/>
                  </a:lnTo>
                  <a:lnTo>
                    <a:pt x="1744373" y="3048693"/>
                  </a:lnTo>
                  <a:lnTo>
                    <a:pt x="1744482" y="3048693"/>
                  </a:lnTo>
                  <a:lnTo>
                    <a:pt x="1744590" y="3048693"/>
                  </a:lnTo>
                  <a:lnTo>
                    <a:pt x="1744699" y="3048693"/>
                  </a:lnTo>
                  <a:lnTo>
                    <a:pt x="1744807" y="3048693"/>
                  </a:lnTo>
                  <a:lnTo>
                    <a:pt x="1744916" y="3048693"/>
                  </a:lnTo>
                  <a:lnTo>
                    <a:pt x="1744916" y="3048070"/>
                  </a:lnTo>
                  <a:lnTo>
                    <a:pt x="1745024" y="3048070"/>
                  </a:lnTo>
                  <a:lnTo>
                    <a:pt x="1745133" y="3048070"/>
                  </a:lnTo>
                  <a:lnTo>
                    <a:pt x="1745241" y="3048070"/>
                  </a:lnTo>
                  <a:lnTo>
                    <a:pt x="1745349" y="3048070"/>
                  </a:lnTo>
                  <a:lnTo>
                    <a:pt x="1745458" y="3048070"/>
                  </a:lnTo>
                  <a:lnTo>
                    <a:pt x="1745566" y="3048070"/>
                  </a:lnTo>
                  <a:lnTo>
                    <a:pt x="1745566" y="3047446"/>
                  </a:lnTo>
                  <a:lnTo>
                    <a:pt x="1745675" y="3047446"/>
                  </a:lnTo>
                  <a:lnTo>
                    <a:pt x="1745675" y="3046823"/>
                  </a:lnTo>
                  <a:lnTo>
                    <a:pt x="1745783" y="3046823"/>
                  </a:lnTo>
                  <a:lnTo>
                    <a:pt x="1745892" y="3046823"/>
                  </a:lnTo>
                  <a:lnTo>
                    <a:pt x="1746000" y="3046823"/>
                  </a:lnTo>
                  <a:lnTo>
                    <a:pt x="1746000" y="3046199"/>
                  </a:lnTo>
                  <a:lnTo>
                    <a:pt x="1746109" y="3046199"/>
                  </a:lnTo>
                  <a:lnTo>
                    <a:pt x="1746217" y="3046199"/>
                  </a:lnTo>
                  <a:lnTo>
                    <a:pt x="1746325" y="3046199"/>
                  </a:lnTo>
                  <a:lnTo>
                    <a:pt x="1746434" y="3046199"/>
                  </a:lnTo>
                  <a:lnTo>
                    <a:pt x="1746542" y="3046199"/>
                  </a:lnTo>
                  <a:lnTo>
                    <a:pt x="1746542" y="3045576"/>
                  </a:lnTo>
                  <a:lnTo>
                    <a:pt x="1746651" y="3045576"/>
                  </a:lnTo>
                  <a:lnTo>
                    <a:pt x="1746759" y="3045576"/>
                  </a:lnTo>
                  <a:lnTo>
                    <a:pt x="1746868" y="3045576"/>
                  </a:lnTo>
                  <a:lnTo>
                    <a:pt x="1746976" y="3045576"/>
                  </a:lnTo>
                  <a:lnTo>
                    <a:pt x="1747085" y="3045576"/>
                  </a:lnTo>
                  <a:lnTo>
                    <a:pt x="1747193" y="3045576"/>
                  </a:lnTo>
                  <a:lnTo>
                    <a:pt x="1747301" y="3045576"/>
                  </a:lnTo>
                  <a:lnTo>
                    <a:pt x="1747410" y="3045576"/>
                  </a:lnTo>
                  <a:lnTo>
                    <a:pt x="1747518" y="3045576"/>
                  </a:lnTo>
                  <a:lnTo>
                    <a:pt x="1747518" y="3044952"/>
                  </a:lnTo>
                  <a:lnTo>
                    <a:pt x="1747518" y="3044328"/>
                  </a:lnTo>
                  <a:lnTo>
                    <a:pt x="1747627" y="3044328"/>
                  </a:lnTo>
                  <a:lnTo>
                    <a:pt x="1747735" y="3044328"/>
                  </a:lnTo>
                  <a:lnTo>
                    <a:pt x="1747844" y="3044328"/>
                  </a:lnTo>
                  <a:lnTo>
                    <a:pt x="1747952" y="3044328"/>
                  </a:lnTo>
                  <a:lnTo>
                    <a:pt x="1747952" y="3043705"/>
                  </a:lnTo>
                  <a:lnTo>
                    <a:pt x="1748061" y="3043705"/>
                  </a:lnTo>
                  <a:lnTo>
                    <a:pt x="1748169" y="3043705"/>
                  </a:lnTo>
                  <a:lnTo>
                    <a:pt x="1748169" y="3043081"/>
                  </a:lnTo>
                  <a:lnTo>
                    <a:pt x="1748169" y="3042458"/>
                  </a:lnTo>
                  <a:lnTo>
                    <a:pt x="1748278" y="3042458"/>
                  </a:lnTo>
                  <a:lnTo>
                    <a:pt x="1748386" y="3042458"/>
                  </a:lnTo>
                  <a:lnTo>
                    <a:pt x="1748494" y="3042458"/>
                  </a:lnTo>
                  <a:lnTo>
                    <a:pt x="1748603" y="3042458"/>
                  </a:lnTo>
                  <a:lnTo>
                    <a:pt x="1748711" y="3042458"/>
                  </a:lnTo>
                  <a:lnTo>
                    <a:pt x="1748820" y="3042458"/>
                  </a:lnTo>
                  <a:lnTo>
                    <a:pt x="1748928" y="3042458"/>
                  </a:lnTo>
                  <a:lnTo>
                    <a:pt x="1748928" y="3041834"/>
                  </a:lnTo>
                  <a:lnTo>
                    <a:pt x="1749037" y="3041834"/>
                  </a:lnTo>
                  <a:lnTo>
                    <a:pt x="1749145" y="3041834"/>
                  </a:lnTo>
                  <a:lnTo>
                    <a:pt x="1749254" y="3041834"/>
                  </a:lnTo>
                  <a:lnTo>
                    <a:pt x="1749362" y="3041834"/>
                  </a:lnTo>
                  <a:lnTo>
                    <a:pt x="1749470" y="3041834"/>
                  </a:lnTo>
                  <a:lnTo>
                    <a:pt x="1749579" y="3041834"/>
                  </a:lnTo>
                  <a:lnTo>
                    <a:pt x="1749687" y="3041834"/>
                  </a:lnTo>
                  <a:lnTo>
                    <a:pt x="1749796" y="3041834"/>
                  </a:lnTo>
                  <a:lnTo>
                    <a:pt x="1749904" y="3041834"/>
                  </a:lnTo>
                  <a:lnTo>
                    <a:pt x="1750013" y="3041834"/>
                  </a:lnTo>
                  <a:lnTo>
                    <a:pt x="1750121" y="3041834"/>
                  </a:lnTo>
                  <a:lnTo>
                    <a:pt x="1750230" y="3041834"/>
                  </a:lnTo>
                  <a:lnTo>
                    <a:pt x="1750338" y="3041834"/>
                  </a:lnTo>
                  <a:lnTo>
                    <a:pt x="1750446" y="3041834"/>
                  </a:lnTo>
                  <a:lnTo>
                    <a:pt x="1750555" y="3041834"/>
                  </a:lnTo>
                  <a:lnTo>
                    <a:pt x="1750663" y="3041834"/>
                  </a:lnTo>
                  <a:lnTo>
                    <a:pt x="1750772" y="3041834"/>
                  </a:lnTo>
                  <a:lnTo>
                    <a:pt x="1750772" y="3041210"/>
                  </a:lnTo>
                  <a:lnTo>
                    <a:pt x="1750880" y="3041210"/>
                  </a:lnTo>
                  <a:lnTo>
                    <a:pt x="1750989" y="3041210"/>
                  </a:lnTo>
                  <a:lnTo>
                    <a:pt x="1750989" y="3040587"/>
                  </a:lnTo>
                  <a:lnTo>
                    <a:pt x="1751097" y="3040587"/>
                  </a:lnTo>
                  <a:lnTo>
                    <a:pt x="1751206" y="3040587"/>
                  </a:lnTo>
                  <a:lnTo>
                    <a:pt x="1751206" y="3039963"/>
                  </a:lnTo>
                  <a:lnTo>
                    <a:pt x="1751314" y="3039963"/>
                  </a:lnTo>
                  <a:lnTo>
                    <a:pt x="1751422" y="3039963"/>
                  </a:lnTo>
                  <a:lnTo>
                    <a:pt x="1751531" y="3039963"/>
                  </a:lnTo>
                  <a:lnTo>
                    <a:pt x="1751639" y="3039963"/>
                  </a:lnTo>
                  <a:lnTo>
                    <a:pt x="1751748" y="3039963"/>
                  </a:lnTo>
                  <a:lnTo>
                    <a:pt x="1751856" y="3039963"/>
                  </a:lnTo>
                  <a:lnTo>
                    <a:pt x="1751856" y="3039340"/>
                  </a:lnTo>
                  <a:lnTo>
                    <a:pt x="1751965" y="3039340"/>
                  </a:lnTo>
                  <a:lnTo>
                    <a:pt x="1752073" y="3039340"/>
                  </a:lnTo>
                  <a:lnTo>
                    <a:pt x="1752182" y="3039340"/>
                  </a:lnTo>
                  <a:lnTo>
                    <a:pt x="1752290" y="3039340"/>
                  </a:lnTo>
                  <a:lnTo>
                    <a:pt x="1752290" y="3038716"/>
                  </a:lnTo>
                  <a:lnTo>
                    <a:pt x="1752399" y="3038716"/>
                  </a:lnTo>
                  <a:lnTo>
                    <a:pt x="1752507" y="3038716"/>
                  </a:lnTo>
                  <a:lnTo>
                    <a:pt x="1752507" y="3038093"/>
                  </a:lnTo>
                  <a:lnTo>
                    <a:pt x="1752615" y="3038093"/>
                  </a:lnTo>
                  <a:lnTo>
                    <a:pt x="1752724" y="3038093"/>
                  </a:lnTo>
                  <a:lnTo>
                    <a:pt x="1752832" y="3038093"/>
                  </a:lnTo>
                  <a:lnTo>
                    <a:pt x="1752941" y="3038093"/>
                  </a:lnTo>
                  <a:lnTo>
                    <a:pt x="1753049" y="3038093"/>
                  </a:lnTo>
                  <a:lnTo>
                    <a:pt x="1753049" y="3037469"/>
                  </a:lnTo>
                  <a:lnTo>
                    <a:pt x="1753049" y="3036845"/>
                  </a:lnTo>
                  <a:lnTo>
                    <a:pt x="1753049" y="3036222"/>
                  </a:lnTo>
                  <a:lnTo>
                    <a:pt x="1753158" y="3036222"/>
                  </a:lnTo>
                  <a:lnTo>
                    <a:pt x="1753158" y="3035598"/>
                  </a:lnTo>
                  <a:lnTo>
                    <a:pt x="1753266" y="3035598"/>
                  </a:lnTo>
                  <a:lnTo>
                    <a:pt x="1753266" y="3034975"/>
                  </a:lnTo>
                  <a:lnTo>
                    <a:pt x="1753375" y="3034975"/>
                  </a:lnTo>
                  <a:lnTo>
                    <a:pt x="1753483" y="3034975"/>
                  </a:lnTo>
                  <a:lnTo>
                    <a:pt x="1753483" y="3034351"/>
                  </a:lnTo>
                  <a:lnTo>
                    <a:pt x="1753591" y="3034351"/>
                  </a:lnTo>
                  <a:lnTo>
                    <a:pt x="1753700" y="3034351"/>
                  </a:lnTo>
                  <a:lnTo>
                    <a:pt x="1753808" y="3034351"/>
                  </a:lnTo>
                  <a:lnTo>
                    <a:pt x="1753917" y="3034351"/>
                  </a:lnTo>
                  <a:lnTo>
                    <a:pt x="1753917" y="3033727"/>
                  </a:lnTo>
                  <a:lnTo>
                    <a:pt x="1753917" y="3033104"/>
                  </a:lnTo>
                  <a:lnTo>
                    <a:pt x="1754025" y="3033104"/>
                  </a:lnTo>
                  <a:lnTo>
                    <a:pt x="1754025" y="3032480"/>
                  </a:lnTo>
                  <a:lnTo>
                    <a:pt x="1754134" y="3032480"/>
                  </a:lnTo>
                  <a:lnTo>
                    <a:pt x="1754242" y="3032480"/>
                  </a:lnTo>
                  <a:lnTo>
                    <a:pt x="1754351" y="3032480"/>
                  </a:lnTo>
                  <a:lnTo>
                    <a:pt x="1754459" y="3032480"/>
                  </a:lnTo>
                  <a:lnTo>
                    <a:pt x="1754459" y="3031857"/>
                  </a:lnTo>
                  <a:lnTo>
                    <a:pt x="1754567" y="3031857"/>
                  </a:lnTo>
                  <a:lnTo>
                    <a:pt x="1754676" y="3031857"/>
                  </a:lnTo>
                  <a:lnTo>
                    <a:pt x="1754784" y="3031857"/>
                  </a:lnTo>
                  <a:lnTo>
                    <a:pt x="1754784" y="3031233"/>
                  </a:lnTo>
                  <a:lnTo>
                    <a:pt x="1754893" y="3031233"/>
                  </a:lnTo>
                  <a:lnTo>
                    <a:pt x="1755001" y="3031233"/>
                  </a:lnTo>
                  <a:lnTo>
                    <a:pt x="1755001" y="3030610"/>
                  </a:lnTo>
                  <a:lnTo>
                    <a:pt x="1755110" y="3030610"/>
                  </a:lnTo>
                  <a:lnTo>
                    <a:pt x="1755218" y="3030610"/>
                  </a:lnTo>
                  <a:lnTo>
                    <a:pt x="1755327" y="3030610"/>
                  </a:lnTo>
                  <a:lnTo>
                    <a:pt x="1755435" y="3030610"/>
                  </a:lnTo>
                  <a:lnTo>
                    <a:pt x="1755543" y="3030610"/>
                  </a:lnTo>
                  <a:lnTo>
                    <a:pt x="1755543" y="3029986"/>
                  </a:lnTo>
                  <a:lnTo>
                    <a:pt x="1755543" y="3029362"/>
                  </a:lnTo>
                  <a:lnTo>
                    <a:pt x="1755543" y="3028739"/>
                  </a:lnTo>
                  <a:lnTo>
                    <a:pt x="1755652" y="3028739"/>
                  </a:lnTo>
                  <a:lnTo>
                    <a:pt x="1755760" y="3028739"/>
                  </a:lnTo>
                  <a:lnTo>
                    <a:pt x="1755760" y="3028115"/>
                  </a:lnTo>
                  <a:lnTo>
                    <a:pt x="1755869" y="3028115"/>
                  </a:lnTo>
                  <a:lnTo>
                    <a:pt x="1755977" y="3028115"/>
                  </a:lnTo>
                  <a:lnTo>
                    <a:pt x="1756086" y="3028115"/>
                  </a:lnTo>
                  <a:lnTo>
                    <a:pt x="1756086" y="3027492"/>
                  </a:lnTo>
                  <a:lnTo>
                    <a:pt x="1756194" y="3027492"/>
                  </a:lnTo>
                  <a:lnTo>
                    <a:pt x="1756194" y="3026868"/>
                  </a:lnTo>
                  <a:lnTo>
                    <a:pt x="1756303" y="3026868"/>
                  </a:lnTo>
                  <a:lnTo>
                    <a:pt x="1756411" y="3026868"/>
                  </a:lnTo>
                  <a:lnTo>
                    <a:pt x="1756520" y="3026868"/>
                  </a:lnTo>
                  <a:lnTo>
                    <a:pt x="1756628" y="3026868"/>
                  </a:lnTo>
                  <a:lnTo>
                    <a:pt x="1756736" y="3026868"/>
                  </a:lnTo>
                  <a:lnTo>
                    <a:pt x="1756845" y="3026868"/>
                  </a:lnTo>
                  <a:lnTo>
                    <a:pt x="1756953" y="3026868"/>
                  </a:lnTo>
                  <a:lnTo>
                    <a:pt x="1757062" y="3026868"/>
                  </a:lnTo>
                  <a:lnTo>
                    <a:pt x="1757170" y="3026868"/>
                  </a:lnTo>
                  <a:lnTo>
                    <a:pt x="1757279" y="3026868"/>
                  </a:lnTo>
                  <a:lnTo>
                    <a:pt x="1757387" y="3026868"/>
                  </a:lnTo>
                  <a:lnTo>
                    <a:pt x="1757496" y="3026868"/>
                  </a:lnTo>
                  <a:lnTo>
                    <a:pt x="1757604" y="3026868"/>
                  </a:lnTo>
                  <a:lnTo>
                    <a:pt x="1757712" y="3026868"/>
                  </a:lnTo>
                  <a:lnTo>
                    <a:pt x="1757821" y="3026868"/>
                  </a:lnTo>
                  <a:lnTo>
                    <a:pt x="1757929" y="3026868"/>
                  </a:lnTo>
                  <a:lnTo>
                    <a:pt x="1758038" y="3026868"/>
                  </a:lnTo>
                  <a:lnTo>
                    <a:pt x="1758146" y="3026868"/>
                  </a:lnTo>
                  <a:lnTo>
                    <a:pt x="1758255" y="3026868"/>
                  </a:lnTo>
                  <a:lnTo>
                    <a:pt x="1758255" y="3026244"/>
                  </a:lnTo>
                  <a:lnTo>
                    <a:pt x="1758363" y="3026244"/>
                  </a:lnTo>
                  <a:lnTo>
                    <a:pt x="1758363" y="3025621"/>
                  </a:lnTo>
                  <a:lnTo>
                    <a:pt x="1758472" y="3025621"/>
                  </a:lnTo>
                  <a:lnTo>
                    <a:pt x="1758580" y="3025621"/>
                  </a:lnTo>
                  <a:lnTo>
                    <a:pt x="1758688" y="3025621"/>
                  </a:lnTo>
                  <a:lnTo>
                    <a:pt x="1758688" y="3024997"/>
                  </a:lnTo>
                  <a:lnTo>
                    <a:pt x="1758797" y="3024997"/>
                  </a:lnTo>
                  <a:lnTo>
                    <a:pt x="1758905" y="3024997"/>
                  </a:lnTo>
                  <a:lnTo>
                    <a:pt x="1759014" y="3024997"/>
                  </a:lnTo>
                  <a:lnTo>
                    <a:pt x="1759122" y="3024997"/>
                  </a:lnTo>
                  <a:lnTo>
                    <a:pt x="1759231" y="3024997"/>
                  </a:lnTo>
                  <a:lnTo>
                    <a:pt x="1759339" y="3024997"/>
                  </a:lnTo>
                  <a:lnTo>
                    <a:pt x="1759448" y="3024997"/>
                  </a:lnTo>
                  <a:lnTo>
                    <a:pt x="1759556" y="3024997"/>
                  </a:lnTo>
                  <a:lnTo>
                    <a:pt x="1759556" y="3024374"/>
                  </a:lnTo>
                  <a:lnTo>
                    <a:pt x="1759556" y="3023750"/>
                  </a:lnTo>
                  <a:lnTo>
                    <a:pt x="1759556" y="3023127"/>
                  </a:lnTo>
                  <a:lnTo>
                    <a:pt x="1759664" y="3023127"/>
                  </a:lnTo>
                  <a:lnTo>
                    <a:pt x="1759773" y="3023127"/>
                  </a:lnTo>
                  <a:lnTo>
                    <a:pt x="1759881" y="3023127"/>
                  </a:lnTo>
                  <a:lnTo>
                    <a:pt x="1759990" y="3023127"/>
                  </a:lnTo>
                  <a:lnTo>
                    <a:pt x="1760098" y="3023127"/>
                  </a:lnTo>
                  <a:lnTo>
                    <a:pt x="1760207" y="3023127"/>
                  </a:lnTo>
                  <a:lnTo>
                    <a:pt x="1760207" y="3022503"/>
                  </a:lnTo>
                  <a:lnTo>
                    <a:pt x="1760315" y="3022503"/>
                  </a:lnTo>
                  <a:lnTo>
                    <a:pt x="1760424" y="3022503"/>
                  </a:lnTo>
                  <a:lnTo>
                    <a:pt x="1760532" y="3022503"/>
                  </a:lnTo>
                  <a:lnTo>
                    <a:pt x="1760641" y="3022503"/>
                  </a:lnTo>
                  <a:lnTo>
                    <a:pt x="1760749" y="3022503"/>
                  </a:lnTo>
                  <a:lnTo>
                    <a:pt x="1760857" y="3022503"/>
                  </a:lnTo>
                  <a:lnTo>
                    <a:pt x="1760966" y="3022503"/>
                  </a:lnTo>
                  <a:lnTo>
                    <a:pt x="1761074" y="3022503"/>
                  </a:lnTo>
                  <a:lnTo>
                    <a:pt x="1761183" y="3022503"/>
                  </a:lnTo>
                  <a:lnTo>
                    <a:pt x="1761291" y="3022503"/>
                  </a:lnTo>
                  <a:lnTo>
                    <a:pt x="1761400" y="3022503"/>
                  </a:lnTo>
                  <a:lnTo>
                    <a:pt x="1761508" y="3022503"/>
                  </a:lnTo>
                  <a:lnTo>
                    <a:pt x="1761617" y="3022503"/>
                  </a:lnTo>
                  <a:lnTo>
                    <a:pt x="1761725" y="3022503"/>
                  </a:lnTo>
                  <a:lnTo>
                    <a:pt x="1761833" y="3022503"/>
                  </a:lnTo>
                  <a:lnTo>
                    <a:pt x="1761942" y="3022503"/>
                  </a:lnTo>
                  <a:lnTo>
                    <a:pt x="1762050" y="3022503"/>
                  </a:lnTo>
                  <a:lnTo>
                    <a:pt x="1762159" y="3022503"/>
                  </a:lnTo>
                  <a:lnTo>
                    <a:pt x="1762267" y="3022503"/>
                  </a:lnTo>
                  <a:lnTo>
                    <a:pt x="1762267" y="3021879"/>
                  </a:lnTo>
                  <a:lnTo>
                    <a:pt x="1762376" y="3021879"/>
                  </a:lnTo>
                  <a:lnTo>
                    <a:pt x="1762484" y="3021879"/>
                  </a:lnTo>
                  <a:lnTo>
                    <a:pt x="1762593" y="3021879"/>
                  </a:lnTo>
                  <a:lnTo>
                    <a:pt x="1762701" y="3021879"/>
                  </a:lnTo>
                  <a:lnTo>
                    <a:pt x="1762809" y="3021879"/>
                  </a:lnTo>
                  <a:lnTo>
                    <a:pt x="1762918" y="3021879"/>
                  </a:lnTo>
                  <a:lnTo>
                    <a:pt x="1763026" y="3021879"/>
                  </a:lnTo>
                  <a:lnTo>
                    <a:pt x="1763135" y="3021879"/>
                  </a:lnTo>
                  <a:lnTo>
                    <a:pt x="1763135" y="3021256"/>
                  </a:lnTo>
                  <a:lnTo>
                    <a:pt x="1763243" y="3021256"/>
                  </a:lnTo>
                  <a:lnTo>
                    <a:pt x="1763352" y="3021256"/>
                  </a:lnTo>
                  <a:lnTo>
                    <a:pt x="1763460" y="3021256"/>
                  </a:lnTo>
                  <a:lnTo>
                    <a:pt x="1763460" y="3020632"/>
                  </a:lnTo>
                  <a:lnTo>
                    <a:pt x="1763569" y="3020632"/>
                  </a:lnTo>
                  <a:lnTo>
                    <a:pt x="1763677" y="3020632"/>
                  </a:lnTo>
                  <a:lnTo>
                    <a:pt x="1763677" y="3020009"/>
                  </a:lnTo>
                  <a:lnTo>
                    <a:pt x="1763785" y="3020009"/>
                  </a:lnTo>
                  <a:lnTo>
                    <a:pt x="1763785" y="3019385"/>
                  </a:lnTo>
                  <a:lnTo>
                    <a:pt x="1763894" y="3019385"/>
                  </a:lnTo>
                  <a:lnTo>
                    <a:pt x="1764002" y="3019385"/>
                  </a:lnTo>
                  <a:lnTo>
                    <a:pt x="1764002" y="3018762"/>
                  </a:lnTo>
                  <a:lnTo>
                    <a:pt x="1764111" y="3018762"/>
                  </a:lnTo>
                  <a:lnTo>
                    <a:pt x="1764219" y="3018762"/>
                  </a:lnTo>
                  <a:lnTo>
                    <a:pt x="1764219" y="3018138"/>
                  </a:lnTo>
                  <a:lnTo>
                    <a:pt x="1764328" y="3018138"/>
                  </a:lnTo>
                  <a:lnTo>
                    <a:pt x="1764436" y="3018138"/>
                  </a:lnTo>
                  <a:lnTo>
                    <a:pt x="1764545" y="3018138"/>
                  </a:lnTo>
                  <a:lnTo>
                    <a:pt x="1764653" y="3018138"/>
                  </a:lnTo>
                  <a:lnTo>
                    <a:pt x="1764762" y="3018138"/>
                  </a:lnTo>
                  <a:lnTo>
                    <a:pt x="1764762" y="3017514"/>
                  </a:lnTo>
                  <a:lnTo>
                    <a:pt x="1764870" y="3017514"/>
                  </a:lnTo>
                  <a:lnTo>
                    <a:pt x="1764978" y="3017514"/>
                  </a:lnTo>
                  <a:lnTo>
                    <a:pt x="1765087" y="3017514"/>
                  </a:lnTo>
                  <a:lnTo>
                    <a:pt x="1765195" y="3017514"/>
                  </a:lnTo>
                  <a:lnTo>
                    <a:pt x="1765304" y="3017514"/>
                  </a:lnTo>
                  <a:lnTo>
                    <a:pt x="1765304" y="3016891"/>
                  </a:lnTo>
                  <a:lnTo>
                    <a:pt x="1765412" y="3016891"/>
                  </a:lnTo>
                  <a:lnTo>
                    <a:pt x="1765412" y="3016267"/>
                  </a:lnTo>
                  <a:lnTo>
                    <a:pt x="1765521" y="3016267"/>
                  </a:lnTo>
                  <a:lnTo>
                    <a:pt x="1765629" y="3016267"/>
                  </a:lnTo>
                  <a:lnTo>
                    <a:pt x="1765738" y="3016267"/>
                  </a:lnTo>
                  <a:lnTo>
                    <a:pt x="1765846" y="3016267"/>
                  </a:lnTo>
                  <a:lnTo>
                    <a:pt x="1765954" y="3016267"/>
                  </a:lnTo>
                  <a:lnTo>
                    <a:pt x="1765954" y="3015644"/>
                  </a:lnTo>
                  <a:lnTo>
                    <a:pt x="1766063" y="3015644"/>
                  </a:lnTo>
                  <a:lnTo>
                    <a:pt x="1766171" y="3015644"/>
                  </a:lnTo>
                  <a:lnTo>
                    <a:pt x="1766171" y="3015020"/>
                  </a:lnTo>
                  <a:lnTo>
                    <a:pt x="1766280" y="3015020"/>
                  </a:lnTo>
                  <a:lnTo>
                    <a:pt x="1766388" y="3015020"/>
                  </a:lnTo>
                  <a:lnTo>
                    <a:pt x="1766497" y="3015020"/>
                  </a:lnTo>
                  <a:lnTo>
                    <a:pt x="1766605" y="3015020"/>
                  </a:lnTo>
                  <a:lnTo>
                    <a:pt x="1766714" y="3015020"/>
                  </a:lnTo>
                  <a:lnTo>
                    <a:pt x="1766714" y="3014396"/>
                  </a:lnTo>
                  <a:lnTo>
                    <a:pt x="1766822" y="3014396"/>
                  </a:lnTo>
                  <a:lnTo>
                    <a:pt x="1766930" y="3014396"/>
                  </a:lnTo>
                  <a:lnTo>
                    <a:pt x="1767039" y="3014396"/>
                  </a:lnTo>
                  <a:lnTo>
                    <a:pt x="1767147" y="3014396"/>
                  </a:lnTo>
                  <a:lnTo>
                    <a:pt x="1767256" y="3014396"/>
                  </a:lnTo>
                  <a:lnTo>
                    <a:pt x="1767364" y="3014396"/>
                  </a:lnTo>
                  <a:lnTo>
                    <a:pt x="1767364" y="3013773"/>
                  </a:lnTo>
                  <a:lnTo>
                    <a:pt x="1767473" y="3013773"/>
                  </a:lnTo>
                  <a:lnTo>
                    <a:pt x="1767581" y="3013773"/>
                  </a:lnTo>
                  <a:lnTo>
                    <a:pt x="1767581" y="3013149"/>
                  </a:lnTo>
                  <a:lnTo>
                    <a:pt x="1767690" y="3013149"/>
                  </a:lnTo>
                  <a:lnTo>
                    <a:pt x="1767798" y="3013149"/>
                  </a:lnTo>
                  <a:lnTo>
                    <a:pt x="1767906" y="3013149"/>
                  </a:lnTo>
                  <a:lnTo>
                    <a:pt x="1768015" y="3013149"/>
                  </a:lnTo>
                  <a:lnTo>
                    <a:pt x="1768123" y="3013149"/>
                  </a:lnTo>
                  <a:lnTo>
                    <a:pt x="1768232" y="3013149"/>
                  </a:lnTo>
                  <a:lnTo>
                    <a:pt x="1768232" y="3012526"/>
                  </a:lnTo>
                  <a:lnTo>
                    <a:pt x="1768340" y="3012526"/>
                  </a:lnTo>
                  <a:lnTo>
                    <a:pt x="1768449" y="3012526"/>
                  </a:lnTo>
                  <a:lnTo>
                    <a:pt x="1768449" y="3011902"/>
                  </a:lnTo>
                  <a:lnTo>
                    <a:pt x="1768557" y="3011902"/>
                  </a:lnTo>
                  <a:lnTo>
                    <a:pt x="1768557" y="3011279"/>
                  </a:lnTo>
                  <a:lnTo>
                    <a:pt x="1768666" y="3011279"/>
                  </a:lnTo>
                  <a:lnTo>
                    <a:pt x="1768666" y="3010655"/>
                  </a:lnTo>
                  <a:lnTo>
                    <a:pt x="1768774" y="3010655"/>
                  </a:lnTo>
                  <a:lnTo>
                    <a:pt x="1768882" y="3010655"/>
                  </a:lnTo>
                  <a:lnTo>
                    <a:pt x="1768991" y="3010655"/>
                  </a:lnTo>
                  <a:lnTo>
                    <a:pt x="1769099" y="3010655"/>
                  </a:lnTo>
                  <a:lnTo>
                    <a:pt x="1769208" y="3010655"/>
                  </a:lnTo>
                  <a:lnTo>
                    <a:pt x="1769316" y="3010655"/>
                  </a:lnTo>
                  <a:lnTo>
                    <a:pt x="1769316" y="3010031"/>
                  </a:lnTo>
                  <a:lnTo>
                    <a:pt x="1769425" y="3010031"/>
                  </a:lnTo>
                  <a:lnTo>
                    <a:pt x="1769425" y="3009408"/>
                  </a:lnTo>
                  <a:lnTo>
                    <a:pt x="1769533" y="3009408"/>
                  </a:lnTo>
                  <a:lnTo>
                    <a:pt x="1769533" y="3008784"/>
                  </a:lnTo>
                  <a:lnTo>
                    <a:pt x="1769533" y="3008161"/>
                  </a:lnTo>
                  <a:lnTo>
                    <a:pt x="1769642" y="3008161"/>
                  </a:lnTo>
                  <a:lnTo>
                    <a:pt x="1769750" y="3008161"/>
                  </a:lnTo>
                  <a:lnTo>
                    <a:pt x="1769859" y="3008161"/>
                  </a:lnTo>
                  <a:lnTo>
                    <a:pt x="1769967" y="3008161"/>
                  </a:lnTo>
                  <a:lnTo>
                    <a:pt x="1770075" y="3008161"/>
                  </a:lnTo>
                  <a:lnTo>
                    <a:pt x="1770184" y="3008161"/>
                  </a:lnTo>
                  <a:lnTo>
                    <a:pt x="1770292" y="3008161"/>
                  </a:lnTo>
                  <a:lnTo>
                    <a:pt x="1770292" y="3007537"/>
                  </a:lnTo>
                  <a:lnTo>
                    <a:pt x="1770401" y="3007537"/>
                  </a:lnTo>
                  <a:lnTo>
                    <a:pt x="1770401" y="3006913"/>
                  </a:lnTo>
                  <a:lnTo>
                    <a:pt x="1770401" y="3006290"/>
                  </a:lnTo>
                  <a:lnTo>
                    <a:pt x="1770509" y="3006290"/>
                  </a:lnTo>
                  <a:lnTo>
                    <a:pt x="1770618" y="3006290"/>
                  </a:lnTo>
                  <a:lnTo>
                    <a:pt x="1770618" y="3005666"/>
                  </a:lnTo>
                  <a:lnTo>
                    <a:pt x="1770618" y="3005043"/>
                  </a:lnTo>
                  <a:lnTo>
                    <a:pt x="1770726" y="3005043"/>
                  </a:lnTo>
                  <a:lnTo>
                    <a:pt x="1770835" y="3005043"/>
                  </a:lnTo>
                  <a:lnTo>
                    <a:pt x="1770835" y="3004419"/>
                  </a:lnTo>
                  <a:lnTo>
                    <a:pt x="1770943" y="3004419"/>
                  </a:lnTo>
                  <a:lnTo>
                    <a:pt x="1771051" y="3004419"/>
                  </a:lnTo>
                  <a:lnTo>
                    <a:pt x="1771160" y="3004419"/>
                  </a:lnTo>
                  <a:lnTo>
                    <a:pt x="1771160" y="3003796"/>
                  </a:lnTo>
                  <a:lnTo>
                    <a:pt x="1771160" y="3003172"/>
                  </a:lnTo>
                  <a:lnTo>
                    <a:pt x="1771160" y="3002548"/>
                  </a:lnTo>
                  <a:lnTo>
                    <a:pt x="1771268" y="3002548"/>
                  </a:lnTo>
                  <a:lnTo>
                    <a:pt x="1771268" y="3001925"/>
                  </a:lnTo>
                  <a:lnTo>
                    <a:pt x="1771377" y="3001925"/>
                  </a:lnTo>
                  <a:lnTo>
                    <a:pt x="1771485" y="3001925"/>
                  </a:lnTo>
                  <a:lnTo>
                    <a:pt x="1771594" y="3001925"/>
                  </a:lnTo>
                  <a:lnTo>
                    <a:pt x="1771702" y="3001925"/>
                  </a:lnTo>
                  <a:lnTo>
                    <a:pt x="1771811" y="3001925"/>
                  </a:lnTo>
                  <a:lnTo>
                    <a:pt x="1771811" y="3001301"/>
                  </a:lnTo>
                  <a:lnTo>
                    <a:pt x="1771811" y="3000678"/>
                  </a:lnTo>
                  <a:lnTo>
                    <a:pt x="1771919" y="3000678"/>
                  </a:lnTo>
                  <a:lnTo>
                    <a:pt x="1772027" y="3000678"/>
                  </a:lnTo>
                  <a:lnTo>
                    <a:pt x="1772136" y="3000678"/>
                  </a:lnTo>
                  <a:lnTo>
                    <a:pt x="1772244" y="3000678"/>
                  </a:lnTo>
                  <a:lnTo>
                    <a:pt x="1772353" y="3000678"/>
                  </a:lnTo>
                  <a:lnTo>
                    <a:pt x="1772353" y="3000054"/>
                  </a:lnTo>
                  <a:lnTo>
                    <a:pt x="1772461" y="3000054"/>
                  </a:lnTo>
                  <a:lnTo>
                    <a:pt x="1772570" y="3000054"/>
                  </a:lnTo>
                  <a:lnTo>
                    <a:pt x="1772570" y="2999430"/>
                  </a:lnTo>
                  <a:lnTo>
                    <a:pt x="1772678" y="2999430"/>
                  </a:lnTo>
                  <a:lnTo>
                    <a:pt x="1772787" y="2999430"/>
                  </a:lnTo>
                  <a:lnTo>
                    <a:pt x="1772787" y="2998807"/>
                  </a:lnTo>
                  <a:lnTo>
                    <a:pt x="1772895" y="2998807"/>
                  </a:lnTo>
                  <a:lnTo>
                    <a:pt x="1773003" y="2998807"/>
                  </a:lnTo>
                  <a:lnTo>
                    <a:pt x="1773112" y="2998807"/>
                  </a:lnTo>
                  <a:lnTo>
                    <a:pt x="1773220" y="2998807"/>
                  </a:lnTo>
                  <a:lnTo>
                    <a:pt x="1773329" y="2998807"/>
                  </a:lnTo>
                  <a:lnTo>
                    <a:pt x="1773437" y="2998807"/>
                  </a:lnTo>
                  <a:lnTo>
                    <a:pt x="1773546" y="2998807"/>
                  </a:lnTo>
                  <a:lnTo>
                    <a:pt x="1773654" y="2998807"/>
                  </a:lnTo>
                  <a:lnTo>
                    <a:pt x="1773654" y="2998183"/>
                  </a:lnTo>
                  <a:lnTo>
                    <a:pt x="1773763" y="2998183"/>
                  </a:lnTo>
                  <a:lnTo>
                    <a:pt x="1773871" y="2998183"/>
                  </a:lnTo>
                  <a:lnTo>
                    <a:pt x="1773980" y="2998183"/>
                  </a:lnTo>
                  <a:lnTo>
                    <a:pt x="1773980" y="2997560"/>
                  </a:lnTo>
                  <a:lnTo>
                    <a:pt x="1774088" y="2997560"/>
                  </a:lnTo>
                  <a:lnTo>
                    <a:pt x="1774196" y="2997560"/>
                  </a:lnTo>
                  <a:lnTo>
                    <a:pt x="1774305" y="2997560"/>
                  </a:lnTo>
                  <a:lnTo>
                    <a:pt x="1774413" y="2997560"/>
                  </a:lnTo>
                  <a:lnTo>
                    <a:pt x="1774522" y="2997560"/>
                  </a:lnTo>
                  <a:lnTo>
                    <a:pt x="1774522" y="2996936"/>
                  </a:lnTo>
                  <a:lnTo>
                    <a:pt x="1774630" y="2996936"/>
                  </a:lnTo>
                  <a:lnTo>
                    <a:pt x="1774739" y="2996936"/>
                  </a:lnTo>
                  <a:lnTo>
                    <a:pt x="1774847" y="2996936"/>
                  </a:lnTo>
                  <a:lnTo>
                    <a:pt x="1774956" y="2996936"/>
                  </a:lnTo>
                  <a:lnTo>
                    <a:pt x="1775064" y="2996936"/>
                  </a:lnTo>
                  <a:lnTo>
                    <a:pt x="1775172" y="2996936"/>
                  </a:lnTo>
                  <a:lnTo>
                    <a:pt x="1775281" y="2996936"/>
                  </a:lnTo>
                  <a:lnTo>
                    <a:pt x="1775389" y="2996936"/>
                  </a:lnTo>
                  <a:lnTo>
                    <a:pt x="1775389" y="2996313"/>
                  </a:lnTo>
                  <a:lnTo>
                    <a:pt x="1775498" y="2996313"/>
                  </a:lnTo>
                  <a:lnTo>
                    <a:pt x="1775498" y="2995689"/>
                  </a:lnTo>
                  <a:lnTo>
                    <a:pt x="1775606" y="2995689"/>
                  </a:lnTo>
                  <a:lnTo>
                    <a:pt x="1775715" y="2995689"/>
                  </a:lnTo>
                  <a:lnTo>
                    <a:pt x="1775715" y="2995065"/>
                  </a:lnTo>
                  <a:lnTo>
                    <a:pt x="1775823" y="2995065"/>
                  </a:lnTo>
                  <a:lnTo>
                    <a:pt x="1775932" y="2995065"/>
                  </a:lnTo>
                  <a:lnTo>
                    <a:pt x="1776040" y="2995065"/>
                  </a:lnTo>
                  <a:lnTo>
                    <a:pt x="1776148" y="2995065"/>
                  </a:lnTo>
                  <a:lnTo>
                    <a:pt x="1776148" y="2994442"/>
                  </a:lnTo>
                  <a:lnTo>
                    <a:pt x="1776257" y="2994442"/>
                  </a:lnTo>
                  <a:lnTo>
                    <a:pt x="1776257" y="2993818"/>
                  </a:lnTo>
                  <a:lnTo>
                    <a:pt x="1776365" y="2993818"/>
                  </a:lnTo>
                  <a:lnTo>
                    <a:pt x="1776474" y="2993818"/>
                  </a:lnTo>
                  <a:lnTo>
                    <a:pt x="1776582" y="2993818"/>
                  </a:lnTo>
                  <a:lnTo>
                    <a:pt x="1776691" y="2993818"/>
                  </a:lnTo>
                  <a:lnTo>
                    <a:pt x="1776799" y="2993818"/>
                  </a:lnTo>
                  <a:lnTo>
                    <a:pt x="1776799" y="2993195"/>
                  </a:lnTo>
                  <a:lnTo>
                    <a:pt x="1776908" y="2993195"/>
                  </a:lnTo>
                  <a:lnTo>
                    <a:pt x="1777016" y="2993195"/>
                  </a:lnTo>
                  <a:lnTo>
                    <a:pt x="1777124" y="2993195"/>
                  </a:lnTo>
                  <a:lnTo>
                    <a:pt x="1777233" y="2993195"/>
                  </a:lnTo>
                  <a:lnTo>
                    <a:pt x="1777341" y="2993195"/>
                  </a:lnTo>
                  <a:lnTo>
                    <a:pt x="1777450" y="2993195"/>
                  </a:lnTo>
                  <a:lnTo>
                    <a:pt x="1777558" y="2993195"/>
                  </a:lnTo>
                  <a:lnTo>
                    <a:pt x="1777667" y="2993195"/>
                  </a:lnTo>
                  <a:lnTo>
                    <a:pt x="1777775" y="2993195"/>
                  </a:lnTo>
                  <a:lnTo>
                    <a:pt x="1777884" y="2993195"/>
                  </a:lnTo>
                  <a:lnTo>
                    <a:pt x="1777992" y="2993195"/>
                  </a:lnTo>
                  <a:lnTo>
                    <a:pt x="1778101" y="2993195"/>
                  </a:lnTo>
                  <a:lnTo>
                    <a:pt x="1778101" y="2992571"/>
                  </a:lnTo>
                  <a:lnTo>
                    <a:pt x="1778101" y="2991947"/>
                  </a:lnTo>
                  <a:lnTo>
                    <a:pt x="1778209" y="2991947"/>
                  </a:lnTo>
                  <a:lnTo>
                    <a:pt x="1778317" y="2991947"/>
                  </a:lnTo>
                  <a:lnTo>
                    <a:pt x="1778426" y="2991947"/>
                  </a:lnTo>
                  <a:lnTo>
                    <a:pt x="1778534" y="2991947"/>
                  </a:lnTo>
                  <a:lnTo>
                    <a:pt x="1778534" y="2991324"/>
                  </a:lnTo>
                  <a:lnTo>
                    <a:pt x="1778643" y="2991324"/>
                  </a:lnTo>
                  <a:lnTo>
                    <a:pt x="1778751" y="2991324"/>
                  </a:lnTo>
                  <a:lnTo>
                    <a:pt x="1778860" y="2991324"/>
                  </a:lnTo>
                  <a:lnTo>
                    <a:pt x="1778968" y="2991324"/>
                  </a:lnTo>
                  <a:lnTo>
                    <a:pt x="1778968" y="2990700"/>
                  </a:lnTo>
                  <a:lnTo>
                    <a:pt x="1779077" y="2990700"/>
                  </a:lnTo>
                  <a:lnTo>
                    <a:pt x="1779185" y="2990700"/>
                  </a:lnTo>
                  <a:lnTo>
                    <a:pt x="1779293" y="2990700"/>
                  </a:lnTo>
                  <a:lnTo>
                    <a:pt x="1779293" y="2990077"/>
                  </a:lnTo>
                  <a:lnTo>
                    <a:pt x="1779293" y="2989453"/>
                  </a:lnTo>
                  <a:lnTo>
                    <a:pt x="1779402" y="2989453"/>
                  </a:lnTo>
                  <a:lnTo>
                    <a:pt x="1779510" y="2989453"/>
                  </a:lnTo>
                  <a:lnTo>
                    <a:pt x="1779619" y="2989453"/>
                  </a:lnTo>
                  <a:lnTo>
                    <a:pt x="1779619" y="2988830"/>
                  </a:lnTo>
                  <a:lnTo>
                    <a:pt x="1779619" y="2988206"/>
                  </a:lnTo>
                  <a:lnTo>
                    <a:pt x="1779619" y="2987582"/>
                  </a:lnTo>
                  <a:lnTo>
                    <a:pt x="1779619" y="2986959"/>
                  </a:lnTo>
                  <a:lnTo>
                    <a:pt x="1779727" y="2986959"/>
                  </a:lnTo>
                  <a:lnTo>
                    <a:pt x="1779727" y="2986335"/>
                  </a:lnTo>
                  <a:lnTo>
                    <a:pt x="1779836" y="2986335"/>
                  </a:lnTo>
                  <a:lnTo>
                    <a:pt x="1779944" y="2986335"/>
                  </a:lnTo>
                  <a:lnTo>
                    <a:pt x="1780053" y="2986335"/>
                  </a:lnTo>
                  <a:lnTo>
                    <a:pt x="1780053" y="2985712"/>
                  </a:lnTo>
                  <a:lnTo>
                    <a:pt x="1780053" y="2985088"/>
                  </a:lnTo>
                  <a:lnTo>
                    <a:pt x="1780161" y="2985088"/>
                  </a:lnTo>
                  <a:lnTo>
                    <a:pt x="1780269" y="2985088"/>
                  </a:lnTo>
                  <a:lnTo>
                    <a:pt x="1780378" y="2985088"/>
                  </a:lnTo>
                  <a:lnTo>
                    <a:pt x="1780486" y="2985088"/>
                  </a:lnTo>
                  <a:lnTo>
                    <a:pt x="1780595" y="2985088"/>
                  </a:lnTo>
                  <a:lnTo>
                    <a:pt x="1780703" y="2985088"/>
                  </a:lnTo>
                  <a:lnTo>
                    <a:pt x="1780703" y="2984464"/>
                  </a:lnTo>
                  <a:lnTo>
                    <a:pt x="1780812" y="2984464"/>
                  </a:lnTo>
                  <a:lnTo>
                    <a:pt x="1780920" y="2984464"/>
                  </a:lnTo>
                  <a:lnTo>
                    <a:pt x="1781029" y="2984464"/>
                  </a:lnTo>
                  <a:lnTo>
                    <a:pt x="1781137" y="2984464"/>
                  </a:lnTo>
                  <a:lnTo>
                    <a:pt x="1781245" y="2984464"/>
                  </a:lnTo>
                  <a:lnTo>
                    <a:pt x="1781354" y="2984464"/>
                  </a:lnTo>
                  <a:lnTo>
                    <a:pt x="1781462" y="2984464"/>
                  </a:lnTo>
                  <a:lnTo>
                    <a:pt x="1781571" y="2984464"/>
                  </a:lnTo>
                  <a:lnTo>
                    <a:pt x="1781679" y="2984464"/>
                  </a:lnTo>
                  <a:lnTo>
                    <a:pt x="1781788" y="2984464"/>
                  </a:lnTo>
                  <a:lnTo>
                    <a:pt x="1781896" y="2984464"/>
                  </a:lnTo>
                  <a:lnTo>
                    <a:pt x="1782005" y="2984464"/>
                  </a:lnTo>
                  <a:lnTo>
                    <a:pt x="1782005" y="2983841"/>
                  </a:lnTo>
                  <a:lnTo>
                    <a:pt x="1782113" y="2983841"/>
                  </a:lnTo>
                  <a:lnTo>
                    <a:pt x="1782222" y="2983841"/>
                  </a:lnTo>
                  <a:lnTo>
                    <a:pt x="1782222" y="2983217"/>
                  </a:lnTo>
                  <a:lnTo>
                    <a:pt x="1782330" y="2983217"/>
                  </a:lnTo>
                  <a:lnTo>
                    <a:pt x="1782330" y="2982594"/>
                  </a:lnTo>
                  <a:lnTo>
                    <a:pt x="1782438" y="2982594"/>
                  </a:lnTo>
                  <a:lnTo>
                    <a:pt x="1782547" y="2982594"/>
                  </a:lnTo>
                  <a:lnTo>
                    <a:pt x="1782547" y="2981970"/>
                  </a:lnTo>
                  <a:lnTo>
                    <a:pt x="1782655" y="2981970"/>
                  </a:lnTo>
                  <a:lnTo>
                    <a:pt x="1782764" y="2981970"/>
                  </a:lnTo>
                  <a:lnTo>
                    <a:pt x="1782872" y="2981970"/>
                  </a:lnTo>
                  <a:lnTo>
                    <a:pt x="1782981" y="2981970"/>
                  </a:lnTo>
                  <a:lnTo>
                    <a:pt x="1782981" y="2981347"/>
                  </a:lnTo>
                  <a:lnTo>
                    <a:pt x="1783089" y="2981347"/>
                  </a:lnTo>
                  <a:lnTo>
                    <a:pt x="1783089" y="2980723"/>
                  </a:lnTo>
                  <a:lnTo>
                    <a:pt x="1783198" y="2980723"/>
                  </a:lnTo>
                  <a:lnTo>
                    <a:pt x="1783306" y="2980723"/>
                  </a:lnTo>
                  <a:lnTo>
                    <a:pt x="1783414" y="2980723"/>
                  </a:lnTo>
                  <a:lnTo>
                    <a:pt x="1783414" y="2980099"/>
                  </a:lnTo>
                  <a:lnTo>
                    <a:pt x="1783414" y="2979476"/>
                  </a:lnTo>
                  <a:lnTo>
                    <a:pt x="1783523" y="2979476"/>
                  </a:lnTo>
                  <a:lnTo>
                    <a:pt x="1783631" y="2979476"/>
                  </a:lnTo>
                  <a:lnTo>
                    <a:pt x="1783740" y="2979476"/>
                  </a:lnTo>
                  <a:lnTo>
                    <a:pt x="1783848" y="2979476"/>
                  </a:lnTo>
                  <a:lnTo>
                    <a:pt x="1783957" y="2979476"/>
                  </a:lnTo>
                  <a:lnTo>
                    <a:pt x="1783957" y="2978852"/>
                  </a:lnTo>
                  <a:lnTo>
                    <a:pt x="1784065" y="2978852"/>
                  </a:lnTo>
                  <a:lnTo>
                    <a:pt x="1784174" y="2978852"/>
                  </a:lnTo>
                  <a:lnTo>
                    <a:pt x="1784174" y="2978229"/>
                  </a:lnTo>
                  <a:lnTo>
                    <a:pt x="1784174" y="2977605"/>
                  </a:lnTo>
                  <a:lnTo>
                    <a:pt x="1784282" y="2977605"/>
                  </a:lnTo>
                  <a:lnTo>
                    <a:pt x="1784282" y="2976981"/>
                  </a:lnTo>
                  <a:lnTo>
                    <a:pt x="1784390" y="2976981"/>
                  </a:lnTo>
                  <a:lnTo>
                    <a:pt x="1784499" y="2976981"/>
                  </a:lnTo>
                  <a:lnTo>
                    <a:pt x="1784607" y="2976981"/>
                  </a:lnTo>
                  <a:lnTo>
                    <a:pt x="1784716" y="2976981"/>
                  </a:lnTo>
                  <a:lnTo>
                    <a:pt x="1784824" y="2976981"/>
                  </a:lnTo>
                  <a:lnTo>
                    <a:pt x="1784824" y="2976358"/>
                  </a:lnTo>
                  <a:lnTo>
                    <a:pt x="1784933" y="2976358"/>
                  </a:lnTo>
                  <a:lnTo>
                    <a:pt x="1785041" y="2976358"/>
                  </a:lnTo>
                  <a:lnTo>
                    <a:pt x="1785150" y="2976358"/>
                  </a:lnTo>
                  <a:lnTo>
                    <a:pt x="1785258" y="2976358"/>
                  </a:lnTo>
                  <a:lnTo>
                    <a:pt x="1785366" y="2976358"/>
                  </a:lnTo>
                  <a:lnTo>
                    <a:pt x="1785475" y="2976358"/>
                  </a:lnTo>
                  <a:lnTo>
                    <a:pt x="1785583" y="2976358"/>
                  </a:lnTo>
                  <a:lnTo>
                    <a:pt x="1785692" y="2976358"/>
                  </a:lnTo>
                  <a:lnTo>
                    <a:pt x="1785800" y="2976358"/>
                  </a:lnTo>
                  <a:lnTo>
                    <a:pt x="1785909" y="2976358"/>
                  </a:lnTo>
                  <a:lnTo>
                    <a:pt x="1786017" y="2976358"/>
                  </a:lnTo>
                  <a:lnTo>
                    <a:pt x="1786126" y="2976358"/>
                  </a:lnTo>
                  <a:lnTo>
                    <a:pt x="1786234" y="2976358"/>
                  </a:lnTo>
                  <a:lnTo>
                    <a:pt x="1786343" y="2976358"/>
                  </a:lnTo>
                  <a:lnTo>
                    <a:pt x="1786343" y="2975734"/>
                  </a:lnTo>
                  <a:lnTo>
                    <a:pt x="1786451" y="2975734"/>
                  </a:lnTo>
                  <a:lnTo>
                    <a:pt x="1786559" y="2975734"/>
                  </a:lnTo>
                  <a:lnTo>
                    <a:pt x="1786668" y="2975734"/>
                  </a:lnTo>
                  <a:lnTo>
                    <a:pt x="1786776" y="2975734"/>
                  </a:lnTo>
                  <a:lnTo>
                    <a:pt x="1786885" y="2975734"/>
                  </a:lnTo>
                  <a:lnTo>
                    <a:pt x="1786993" y="2975734"/>
                  </a:lnTo>
                  <a:lnTo>
                    <a:pt x="1787102" y="2975734"/>
                  </a:lnTo>
                  <a:lnTo>
                    <a:pt x="1787210" y="2975734"/>
                  </a:lnTo>
                  <a:lnTo>
                    <a:pt x="1787210" y="2975111"/>
                  </a:lnTo>
                  <a:lnTo>
                    <a:pt x="1787319" y="2975111"/>
                  </a:lnTo>
                  <a:lnTo>
                    <a:pt x="1787427" y="2975111"/>
                  </a:lnTo>
                  <a:lnTo>
                    <a:pt x="1787535" y="2975111"/>
                  </a:lnTo>
                  <a:lnTo>
                    <a:pt x="1787644" y="2975111"/>
                  </a:lnTo>
                  <a:lnTo>
                    <a:pt x="1787752" y="2975111"/>
                  </a:lnTo>
                  <a:lnTo>
                    <a:pt x="1787861" y="2975111"/>
                  </a:lnTo>
                  <a:lnTo>
                    <a:pt x="1787969" y="2975111"/>
                  </a:lnTo>
                  <a:lnTo>
                    <a:pt x="1788078" y="2975111"/>
                  </a:lnTo>
                  <a:lnTo>
                    <a:pt x="1788186" y="2975111"/>
                  </a:lnTo>
                  <a:lnTo>
                    <a:pt x="1788295" y="2975111"/>
                  </a:lnTo>
                  <a:lnTo>
                    <a:pt x="1788403" y="2975111"/>
                  </a:lnTo>
                  <a:lnTo>
                    <a:pt x="1788403" y="2974487"/>
                  </a:lnTo>
                  <a:lnTo>
                    <a:pt x="1788511" y="2974487"/>
                  </a:lnTo>
                  <a:lnTo>
                    <a:pt x="1788620" y="2974487"/>
                  </a:lnTo>
                  <a:lnTo>
                    <a:pt x="1788728" y="2974487"/>
                  </a:lnTo>
                  <a:lnTo>
                    <a:pt x="1788837" y="2974487"/>
                  </a:lnTo>
                  <a:lnTo>
                    <a:pt x="1788945" y="2974487"/>
                  </a:lnTo>
                  <a:lnTo>
                    <a:pt x="1789054" y="2974487"/>
                  </a:lnTo>
                  <a:lnTo>
                    <a:pt x="1789162" y="2974487"/>
                  </a:lnTo>
                  <a:lnTo>
                    <a:pt x="1789271" y="2974487"/>
                  </a:lnTo>
                  <a:lnTo>
                    <a:pt x="1789379" y="2974487"/>
                  </a:lnTo>
                  <a:lnTo>
                    <a:pt x="1789379" y="2973864"/>
                  </a:lnTo>
                  <a:lnTo>
                    <a:pt x="1789487" y="2973864"/>
                  </a:lnTo>
                  <a:lnTo>
                    <a:pt x="1789596" y="2973864"/>
                  </a:lnTo>
                  <a:lnTo>
                    <a:pt x="1789704" y="2973864"/>
                  </a:lnTo>
                  <a:lnTo>
                    <a:pt x="1789704" y="2973240"/>
                  </a:lnTo>
                  <a:lnTo>
                    <a:pt x="1789813" y="2973240"/>
                  </a:lnTo>
                  <a:lnTo>
                    <a:pt x="1789921" y="2973240"/>
                  </a:lnTo>
                  <a:lnTo>
                    <a:pt x="1789921" y="2972616"/>
                  </a:lnTo>
                  <a:lnTo>
                    <a:pt x="1790030" y="2972616"/>
                  </a:lnTo>
                  <a:lnTo>
                    <a:pt x="1790138" y="2972616"/>
                  </a:lnTo>
                  <a:lnTo>
                    <a:pt x="1790247" y="2972616"/>
                  </a:lnTo>
                  <a:lnTo>
                    <a:pt x="1790247" y="2971993"/>
                  </a:lnTo>
                  <a:lnTo>
                    <a:pt x="1790355" y="2971993"/>
                  </a:lnTo>
                  <a:lnTo>
                    <a:pt x="1790463" y="2971993"/>
                  </a:lnTo>
                  <a:lnTo>
                    <a:pt x="1790572" y="2971993"/>
                  </a:lnTo>
                  <a:lnTo>
                    <a:pt x="1790680" y="2971993"/>
                  </a:lnTo>
                  <a:lnTo>
                    <a:pt x="1790789" y="2971993"/>
                  </a:lnTo>
                  <a:lnTo>
                    <a:pt x="1790789" y="2971369"/>
                  </a:lnTo>
                  <a:lnTo>
                    <a:pt x="1790897" y="2971369"/>
                  </a:lnTo>
                  <a:lnTo>
                    <a:pt x="1790897" y="2970746"/>
                  </a:lnTo>
                  <a:lnTo>
                    <a:pt x="1791006" y="2970746"/>
                  </a:lnTo>
                  <a:lnTo>
                    <a:pt x="1791114" y="2970746"/>
                  </a:lnTo>
                  <a:lnTo>
                    <a:pt x="1791223" y="2970746"/>
                  </a:lnTo>
                  <a:lnTo>
                    <a:pt x="1791331" y="2970746"/>
                  </a:lnTo>
                  <a:lnTo>
                    <a:pt x="1791440" y="2970746"/>
                  </a:lnTo>
                  <a:lnTo>
                    <a:pt x="1791548" y="2970746"/>
                  </a:lnTo>
                  <a:lnTo>
                    <a:pt x="1791656" y="2970746"/>
                  </a:lnTo>
                  <a:lnTo>
                    <a:pt x="1791765" y="2970746"/>
                  </a:lnTo>
                  <a:lnTo>
                    <a:pt x="1791873" y="2970746"/>
                  </a:lnTo>
                  <a:lnTo>
                    <a:pt x="1791982" y="2970746"/>
                  </a:lnTo>
                  <a:lnTo>
                    <a:pt x="1792090" y="2970746"/>
                  </a:lnTo>
                  <a:lnTo>
                    <a:pt x="1792199" y="2970746"/>
                  </a:lnTo>
                  <a:lnTo>
                    <a:pt x="1792307" y="2970746"/>
                  </a:lnTo>
                  <a:lnTo>
                    <a:pt x="1792416" y="2970746"/>
                  </a:lnTo>
                  <a:lnTo>
                    <a:pt x="1792524" y="2970746"/>
                  </a:lnTo>
                  <a:lnTo>
                    <a:pt x="1792632" y="2970746"/>
                  </a:lnTo>
                  <a:lnTo>
                    <a:pt x="1792741" y="2970746"/>
                  </a:lnTo>
                  <a:lnTo>
                    <a:pt x="1792741" y="2970122"/>
                  </a:lnTo>
                  <a:lnTo>
                    <a:pt x="1792741" y="2969499"/>
                  </a:lnTo>
                  <a:lnTo>
                    <a:pt x="1792849" y="2969499"/>
                  </a:lnTo>
                  <a:lnTo>
                    <a:pt x="1792958" y="2969499"/>
                  </a:lnTo>
                  <a:lnTo>
                    <a:pt x="1793066" y="2969499"/>
                  </a:lnTo>
                  <a:lnTo>
                    <a:pt x="1793175" y="2969499"/>
                  </a:lnTo>
                  <a:lnTo>
                    <a:pt x="1793175" y="2968875"/>
                  </a:lnTo>
                  <a:lnTo>
                    <a:pt x="1793283" y="2968875"/>
                  </a:lnTo>
                  <a:lnTo>
                    <a:pt x="1793392" y="2968875"/>
                  </a:lnTo>
                  <a:lnTo>
                    <a:pt x="1793500" y="2968875"/>
                  </a:lnTo>
                  <a:lnTo>
                    <a:pt x="1793608" y="2968875"/>
                  </a:lnTo>
                  <a:lnTo>
                    <a:pt x="1793717" y="2968875"/>
                  </a:lnTo>
                  <a:lnTo>
                    <a:pt x="1793825" y="2968875"/>
                  </a:lnTo>
                  <a:lnTo>
                    <a:pt x="1793934" y="2968875"/>
                  </a:lnTo>
                  <a:lnTo>
                    <a:pt x="1794042" y="2968875"/>
                  </a:lnTo>
                  <a:lnTo>
                    <a:pt x="1794042" y="2968251"/>
                  </a:lnTo>
                  <a:lnTo>
                    <a:pt x="1794151" y="2968251"/>
                  </a:lnTo>
                  <a:lnTo>
                    <a:pt x="1794259" y="2968251"/>
                  </a:lnTo>
                  <a:lnTo>
                    <a:pt x="1794368" y="2968251"/>
                  </a:lnTo>
                  <a:lnTo>
                    <a:pt x="1794476" y="2968251"/>
                  </a:lnTo>
                  <a:lnTo>
                    <a:pt x="1794584" y="2968251"/>
                  </a:lnTo>
                  <a:lnTo>
                    <a:pt x="1794693" y="2968251"/>
                  </a:lnTo>
                  <a:lnTo>
                    <a:pt x="1794801" y="2968251"/>
                  </a:lnTo>
                  <a:lnTo>
                    <a:pt x="1794910" y="2968251"/>
                  </a:lnTo>
                  <a:lnTo>
                    <a:pt x="1795018" y="2968251"/>
                  </a:lnTo>
                  <a:lnTo>
                    <a:pt x="1795018" y="2967628"/>
                  </a:lnTo>
                  <a:lnTo>
                    <a:pt x="1795127" y="2967628"/>
                  </a:lnTo>
                  <a:lnTo>
                    <a:pt x="1795235" y="2967628"/>
                  </a:lnTo>
                  <a:lnTo>
                    <a:pt x="1795235" y="2967004"/>
                  </a:lnTo>
                  <a:lnTo>
                    <a:pt x="1795344" y="2967004"/>
                  </a:lnTo>
                  <a:lnTo>
                    <a:pt x="1795452" y="2967004"/>
                  </a:lnTo>
                  <a:lnTo>
                    <a:pt x="1795561" y="2967004"/>
                  </a:lnTo>
                  <a:lnTo>
                    <a:pt x="1795669" y="2967004"/>
                  </a:lnTo>
                  <a:lnTo>
                    <a:pt x="1795777" y="2967004"/>
                  </a:lnTo>
                  <a:lnTo>
                    <a:pt x="1795886" y="2967004"/>
                  </a:lnTo>
                  <a:lnTo>
                    <a:pt x="1795994" y="2967004"/>
                  </a:lnTo>
                  <a:lnTo>
                    <a:pt x="1795994" y="2966381"/>
                  </a:lnTo>
                  <a:lnTo>
                    <a:pt x="1796103" y="2966381"/>
                  </a:lnTo>
                  <a:lnTo>
                    <a:pt x="1796211" y="2966381"/>
                  </a:lnTo>
                  <a:lnTo>
                    <a:pt x="1796320" y="2966381"/>
                  </a:lnTo>
                  <a:lnTo>
                    <a:pt x="1796428" y="2966381"/>
                  </a:lnTo>
                  <a:lnTo>
                    <a:pt x="1796537" y="2966381"/>
                  </a:lnTo>
                  <a:lnTo>
                    <a:pt x="1796645" y="2966381"/>
                  </a:lnTo>
                  <a:lnTo>
                    <a:pt x="1796753" y="2966381"/>
                  </a:lnTo>
                  <a:lnTo>
                    <a:pt x="1796862" y="2966381"/>
                  </a:lnTo>
                  <a:lnTo>
                    <a:pt x="1796970" y="2966381"/>
                  </a:lnTo>
                  <a:lnTo>
                    <a:pt x="1797079" y="2966381"/>
                  </a:lnTo>
                  <a:lnTo>
                    <a:pt x="1797187" y="2966381"/>
                  </a:lnTo>
                  <a:lnTo>
                    <a:pt x="1797187" y="2965757"/>
                  </a:lnTo>
                  <a:lnTo>
                    <a:pt x="1797296" y="2965757"/>
                  </a:lnTo>
                  <a:lnTo>
                    <a:pt x="1797404" y="2965757"/>
                  </a:lnTo>
                  <a:lnTo>
                    <a:pt x="1797513" y="2965757"/>
                  </a:lnTo>
                  <a:lnTo>
                    <a:pt x="1797621" y="2965757"/>
                  </a:lnTo>
                  <a:lnTo>
                    <a:pt x="1797729" y="2965757"/>
                  </a:lnTo>
                  <a:lnTo>
                    <a:pt x="1797838" y="2965757"/>
                  </a:lnTo>
                  <a:lnTo>
                    <a:pt x="1797946" y="2965757"/>
                  </a:lnTo>
                  <a:lnTo>
                    <a:pt x="1798055" y="2965757"/>
                  </a:lnTo>
                  <a:lnTo>
                    <a:pt x="1798163" y="2965757"/>
                  </a:lnTo>
                  <a:lnTo>
                    <a:pt x="1798272" y="2965757"/>
                  </a:lnTo>
                  <a:lnTo>
                    <a:pt x="1798380" y="2965757"/>
                  </a:lnTo>
                  <a:lnTo>
                    <a:pt x="1798489" y="2965757"/>
                  </a:lnTo>
                  <a:lnTo>
                    <a:pt x="1798597" y="2965757"/>
                  </a:lnTo>
                  <a:lnTo>
                    <a:pt x="1798705" y="2965757"/>
                  </a:lnTo>
                  <a:lnTo>
                    <a:pt x="1798814" y="2965757"/>
                  </a:lnTo>
                  <a:lnTo>
                    <a:pt x="1798922" y="2965757"/>
                  </a:lnTo>
                  <a:lnTo>
                    <a:pt x="1799031" y="2965757"/>
                  </a:lnTo>
                  <a:lnTo>
                    <a:pt x="1799139" y="2965757"/>
                  </a:lnTo>
                  <a:lnTo>
                    <a:pt x="1799248" y="2965757"/>
                  </a:lnTo>
                  <a:lnTo>
                    <a:pt x="1799248" y="2965133"/>
                  </a:lnTo>
                  <a:lnTo>
                    <a:pt x="1799248" y="2964510"/>
                  </a:lnTo>
                  <a:lnTo>
                    <a:pt x="1799356" y="2964510"/>
                  </a:lnTo>
                  <a:lnTo>
                    <a:pt x="1799356" y="2963886"/>
                  </a:lnTo>
                  <a:lnTo>
                    <a:pt x="1799465" y="2963886"/>
                  </a:lnTo>
                  <a:lnTo>
                    <a:pt x="1799573" y="2963886"/>
                  </a:lnTo>
                  <a:lnTo>
                    <a:pt x="1799682" y="2963886"/>
                  </a:lnTo>
                  <a:lnTo>
                    <a:pt x="1799790" y="2963886"/>
                  </a:lnTo>
                  <a:lnTo>
                    <a:pt x="1799898" y="2963886"/>
                  </a:lnTo>
                  <a:lnTo>
                    <a:pt x="1800007" y="2963886"/>
                  </a:lnTo>
                  <a:lnTo>
                    <a:pt x="1800115" y="2963886"/>
                  </a:lnTo>
                  <a:lnTo>
                    <a:pt x="1800115" y="2963263"/>
                  </a:lnTo>
                  <a:lnTo>
                    <a:pt x="1800115" y="2962639"/>
                  </a:lnTo>
                  <a:lnTo>
                    <a:pt x="1800115" y="2962016"/>
                  </a:lnTo>
                  <a:lnTo>
                    <a:pt x="1800115" y="2961392"/>
                  </a:lnTo>
                  <a:lnTo>
                    <a:pt x="1800224" y="2961392"/>
                  </a:lnTo>
                  <a:lnTo>
                    <a:pt x="1800332" y="2961392"/>
                  </a:lnTo>
                  <a:lnTo>
                    <a:pt x="1800441" y="2961392"/>
                  </a:lnTo>
                  <a:lnTo>
                    <a:pt x="1800441" y="2960768"/>
                  </a:lnTo>
                  <a:lnTo>
                    <a:pt x="1800549" y="2960768"/>
                  </a:lnTo>
                  <a:lnTo>
                    <a:pt x="1800658" y="2960768"/>
                  </a:lnTo>
                  <a:lnTo>
                    <a:pt x="1800658" y="2960145"/>
                  </a:lnTo>
                  <a:lnTo>
                    <a:pt x="1800766" y="2960145"/>
                  </a:lnTo>
                  <a:lnTo>
                    <a:pt x="1800874" y="2960145"/>
                  </a:lnTo>
                  <a:lnTo>
                    <a:pt x="1800983" y="2960145"/>
                  </a:lnTo>
                  <a:lnTo>
                    <a:pt x="1801091" y="2960145"/>
                  </a:lnTo>
                  <a:lnTo>
                    <a:pt x="1801200" y="2960145"/>
                  </a:lnTo>
                  <a:lnTo>
                    <a:pt x="1801308" y="2960145"/>
                  </a:lnTo>
                  <a:lnTo>
                    <a:pt x="1801417" y="2960145"/>
                  </a:lnTo>
                  <a:lnTo>
                    <a:pt x="1801417" y="2959521"/>
                  </a:lnTo>
                  <a:lnTo>
                    <a:pt x="1801525" y="2959521"/>
                  </a:lnTo>
                  <a:lnTo>
                    <a:pt x="1801634" y="2959521"/>
                  </a:lnTo>
                  <a:lnTo>
                    <a:pt x="1801634" y="2958898"/>
                  </a:lnTo>
                  <a:lnTo>
                    <a:pt x="1801742" y="2958898"/>
                  </a:lnTo>
                  <a:lnTo>
                    <a:pt x="1801850" y="2958898"/>
                  </a:lnTo>
                  <a:lnTo>
                    <a:pt x="1801959" y="2958898"/>
                  </a:lnTo>
                  <a:lnTo>
                    <a:pt x="1802067" y="2958898"/>
                  </a:lnTo>
                  <a:lnTo>
                    <a:pt x="1802176" y="2958898"/>
                  </a:lnTo>
                  <a:lnTo>
                    <a:pt x="1802284" y="2958898"/>
                  </a:lnTo>
                  <a:lnTo>
                    <a:pt x="1802393" y="2958898"/>
                  </a:lnTo>
                  <a:lnTo>
                    <a:pt x="1802393" y="2958274"/>
                  </a:lnTo>
                  <a:lnTo>
                    <a:pt x="1802501" y="2958274"/>
                  </a:lnTo>
                  <a:lnTo>
                    <a:pt x="1802610" y="2958274"/>
                  </a:lnTo>
                  <a:lnTo>
                    <a:pt x="1802718" y="2958274"/>
                  </a:lnTo>
                  <a:lnTo>
                    <a:pt x="1802826" y="2958274"/>
                  </a:lnTo>
                  <a:lnTo>
                    <a:pt x="1802935" y="2958274"/>
                  </a:lnTo>
                  <a:lnTo>
                    <a:pt x="1803043" y="2958274"/>
                  </a:lnTo>
                  <a:lnTo>
                    <a:pt x="1803043" y="2957650"/>
                  </a:lnTo>
                  <a:lnTo>
                    <a:pt x="1803043" y="2957027"/>
                  </a:lnTo>
                  <a:lnTo>
                    <a:pt x="1803152" y="2957027"/>
                  </a:lnTo>
                  <a:lnTo>
                    <a:pt x="1803152" y="2956403"/>
                  </a:lnTo>
                  <a:lnTo>
                    <a:pt x="1803260" y="2956403"/>
                  </a:lnTo>
                  <a:lnTo>
                    <a:pt x="1803369" y="2956403"/>
                  </a:lnTo>
                  <a:lnTo>
                    <a:pt x="1803369" y="2955780"/>
                  </a:lnTo>
                  <a:lnTo>
                    <a:pt x="1803477" y="2955780"/>
                  </a:lnTo>
                  <a:lnTo>
                    <a:pt x="1803586" y="2955780"/>
                  </a:lnTo>
                  <a:lnTo>
                    <a:pt x="1803694" y="2955780"/>
                  </a:lnTo>
                  <a:lnTo>
                    <a:pt x="1803803" y="2955780"/>
                  </a:lnTo>
                  <a:lnTo>
                    <a:pt x="1803911" y="2955780"/>
                  </a:lnTo>
                  <a:lnTo>
                    <a:pt x="1804019" y="2955780"/>
                  </a:lnTo>
                  <a:lnTo>
                    <a:pt x="1804128" y="2955780"/>
                  </a:lnTo>
                  <a:lnTo>
                    <a:pt x="1804236" y="2955780"/>
                  </a:lnTo>
                  <a:lnTo>
                    <a:pt x="1804345" y="2955780"/>
                  </a:lnTo>
                  <a:lnTo>
                    <a:pt x="1804453" y="2955780"/>
                  </a:lnTo>
                  <a:lnTo>
                    <a:pt x="1804562" y="2955780"/>
                  </a:lnTo>
                  <a:lnTo>
                    <a:pt x="1804562" y="2955156"/>
                  </a:lnTo>
                  <a:lnTo>
                    <a:pt x="1804670" y="2955156"/>
                  </a:lnTo>
                  <a:lnTo>
                    <a:pt x="1804779" y="2955156"/>
                  </a:lnTo>
                  <a:lnTo>
                    <a:pt x="1804887" y="2955156"/>
                  </a:lnTo>
                  <a:lnTo>
                    <a:pt x="1804995" y="2955156"/>
                  </a:lnTo>
                  <a:lnTo>
                    <a:pt x="1805104" y="2955156"/>
                  </a:lnTo>
                  <a:lnTo>
                    <a:pt x="1805212" y="2955156"/>
                  </a:lnTo>
                  <a:lnTo>
                    <a:pt x="1805321" y="2955156"/>
                  </a:lnTo>
                  <a:lnTo>
                    <a:pt x="1805429" y="2955156"/>
                  </a:lnTo>
                  <a:lnTo>
                    <a:pt x="1805538" y="2955156"/>
                  </a:lnTo>
                  <a:lnTo>
                    <a:pt x="1805646" y="2955156"/>
                  </a:lnTo>
                  <a:lnTo>
                    <a:pt x="1805646" y="2954533"/>
                  </a:lnTo>
                  <a:lnTo>
                    <a:pt x="1805646" y="2953909"/>
                  </a:lnTo>
                  <a:lnTo>
                    <a:pt x="1805755" y="2953909"/>
                  </a:lnTo>
                  <a:lnTo>
                    <a:pt x="1805863" y="2953909"/>
                  </a:lnTo>
                  <a:lnTo>
                    <a:pt x="1805971" y="2953909"/>
                  </a:lnTo>
                  <a:lnTo>
                    <a:pt x="1806080" y="2953909"/>
                  </a:lnTo>
                  <a:lnTo>
                    <a:pt x="1806188" y="2953909"/>
                  </a:lnTo>
                  <a:lnTo>
                    <a:pt x="1806297" y="2953909"/>
                  </a:lnTo>
                  <a:lnTo>
                    <a:pt x="1806297" y="2953285"/>
                  </a:lnTo>
                  <a:lnTo>
                    <a:pt x="1806297" y="2952662"/>
                  </a:lnTo>
                  <a:lnTo>
                    <a:pt x="1806405" y="2952662"/>
                  </a:lnTo>
                  <a:lnTo>
                    <a:pt x="1806514" y="2952662"/>
                  </a:lnTo>
                  <a:lnTo>
                    <a:pt x="1806622" y="2952662"/>
                  </a:lnTo>
                  <a:lnTo>
                    <a:pt x="1806731" y="2952662"/>
                  </a:lnTo>
                  <a:lnTo>
                    <a:pt x="1806839" y="2952662"/>
                  </a:lnTo>
                  <a:lnTo>
                    <a:pt x="1806947" y="2952662"/>
                  </a:lnTo>
                  <a:lnTo>
                    <a:pt x="1806947" y="2952038"/>
                  </a:lnTo>
                  <a:lnTo>
                    <a:pt x="1807056" y="2952038"/>
                  </a:lnTo>
                  <a:lnTo>
                    <a:pt x="1807164" y="2952038"/>
                  </a:lnTo>
                  <a:lnTo>
                    <a:pt x="1807273" y="2952038"/>
                  </a:lnTo>
                  <a:lnTo>
                    <a:pt x="1807273" y="2951415"/>
                  </a:lnTo>
                  <a:lnTo>
                    <a:pt x="1807381" y="2951415"/>
                  </a:lnTo>
                  <a:lnTo>
                    <a:pt x="1807381" y="2950791"/>
                  </a:lnTo>
                  <a:lnTo>
                    <a:pt x="1807490" y="2950791"/>
                  </a:lnTo>
                  <a:lnTo>
                    <a:pt x="1807598" y="2950791"/>
                  </a:lnTo>
                  <a:lnTo>
                    <a:pt x="1807707" y="2950791"/>
                  </a:lnTo>
                  <a:lnTo>
                    <a:pt x="1807707" y="2950167"/>
                  </a:lnTo>
                  <a:lnTo>
                    <a:pt x="1807707" y="2949544"/>
                  </a:lnTo>
                  <a:lnTo>
                    <a:pt x="1807707" y="2948920"/>
                  </a:lnTo>
                  <a:lnTo>
                    <a:pt x="1807815" y="2948920"/>
                  </a:lnTo>
                  <a:lnTo>
                    <a:pt x="1807924" y="2948920"/>
                  </a:lnTo>
                  <a:lnTo>
                    <a:pt x="1808032" y="2948920"/>
                  </a:lnTo>
                  <a:lnTo>
                    <a:pt x="1808140" y="2948920"/>
                  </a:lnTo>
                  <a:lnTo>
                    <a:pt x="1808249" y="2948920"/>
                  </a:lnTo>
                  <a:lnTo>
                    <a:pt x="1808357" y="2948920"/>
                  </a:lnTo>
                  <a:lnTo>
                    <a:pt x="1808466" y="2948920"/>
                  </a:lnTo>
                  <a:lnTo>
                    <a:pt x="1808574" y="2948920"/>
                  </a:lnTo>
                  <a:lnTo>
                    <a:pt x="1808683" y="2948920"/>
                  </a:lnTo>
                  <a:lnTo>
                    <a:pt x="1808683" y="2948297"/>
                  </a:lnTo>
                  <a:lnTo>
                    <a:pt x="1808791" y="2948297"/>
                  </a:lnTo>
                  <a:lnTo>
                    <a:pt x="1808791" y="2947673"/>
                  </a:lnTo>
                  <a:lnTo>
                    <a:pt x="1808900" y="2947673"/>
                  </a:lnTo>
                  <a:lnTo>
                    <a:pt x="1809008" y="2947673"/>
                  </a:lnTo>
                  <a:lnTo>
                    <a:pt x="1809116" y="2947673"/>
                  </a:lnTo>
                  <a:lnTo>
                    <a:pt x="1809225" y="2947673"/>
                  </a:lnTo>
                  <a:lnTo>
                    <a:pt x="1809333" y="2947673"/>
                  </a:lnTo>
                  <a:lnTo>
                    <a:pt x="1809442" y="2947673"/>
                  </a:lnTo>
                  <a:lnTo>
                    <a:pt x="1809550" y="2947673"/>
                  </a:lnTo>
                  <a:lnTo>
                    <a:pt x="1809550" y="2947050"/>
                  </a:lnTo>
                  <a:lnTo>
                    <a:pt x="1809659" y="2947050"/>
                  </a:lnTo>
                  <a:lnTo>
                    <a:pt x="1809767" y="2947050"/>
                  </a:lnTo>
                  <a:lnTo>
                    <a:pt x="1809876" y="2947050"/>
                  </a:lnTo>
                  <a:lnTo>
                    <a:pt x="1809984" y="2947050"/>
                  </a:lnTo>
                  <a:lnTo>
                    <a:pt x="1809984" y="2946426"/>
                  </a:lnTo>
                  <a:lnTo>
                    <a:pt x="1809984" y="2945802"/>
                  </a:lnTo>
                  <a:lnTo>
                    <a:pt x="1810092" y="2945802"/>
                  </a:lnTo>
                  <a:lnTo>
                    <a:pt x="1810201" y="2945802"/>
                  </a:lnTo>
                  <a:lnTo>
                    <a:pt x="1810309" y="2945802"/>
                  </a:lnTo>
                  <a:lnTo>
                    <a:pt x="1810418" y="2945802"/>
                  </a:lnTo>
                  <a:lnTo>
                    <a:pt x="1810526" y="2945802"/>
                  </a:lnTo>
                  <a:lnTo>
                    <a:pt x="1810635" y="2945802"/>
                  </a:lnTo>
                  <a:lnTo>
                    <a:pt x="1810743" y="2945802"/>
                  </a:lnTo>
                  <a:lnTo>
                    <a:pt x="1810852" y="2945802"/>
                  </a:lnTo>
                  <a:lnTo>
                    <a:pt x="1810852" y="2945179"/>
                  </a:lnTo>
                  <a:lnTo>
                    <a:pt x="1810960" y="2945179"/>
                  </a:lnTo>
                  <a:lnTo>
                    <a:pt x="1810960" y="2944555"/>
                  </a:lnTo>
                  <a:lnTo>
                    <a:pt x="1811068" y="2944555"/>
                  </a:lnTo>
                  <a:lnTo>
                    <a:pt x="1811177" y="2944555"/>
                  </a:lnTo>
                  <a:lnTo>
                    <a:pt x="1811177" y="2943932"/>
                  </a:lnTo>
                  <a:lnTo>
                    <a:pt x="1811285" y="2943932"/>
                  </a:lnTo>
                  <a:lnTo>
                    <a:pt x="1811394" y="2943932"/>
                  </a:lnTo>
                  <a:lnTo>
                    <a:pt x="1811502" y="2943932"/>
                  </a:lnTo>
                  <a:lnTo>
                    <a:pt x="1811611" y="2943932"/>
                  </a:lnTo>
                  <a:lnTo>
                    <a:pt x="1811719" y="2943932"/>
                  </a:lnTo>
                  <a:lnTo>
                    <a:pt x="1811828" y="2943932"/>
                  </a:lnTo>
                  <a:lnTo>
                    <a:pt x="1811936" y="2943932"/>
                  </a:lnTo>
                  <a:lnTo>
                    <a:pt x="1812045" y="2943932"/>
                  </a:lnTo>
                  <a:lnTo>
                    <a:pt x="1812153" y="2943932"/>
                  </a:lnTo>
                  <a:lnTo>
                    <a:pt x="1812153" y="2943308"/>
                  </a:lnTo>
                  <a:lnTo>
                    <a:pt x="1812153" y="2942684"/>
                  </a:lnTo>
                  <a:lnTo>
                    <a:pt x="1812261" y="2942684"/>
                  </a:lnTo>
                  <a:lnTo>
                    <a:pt x="1812370" y="2942684"/>
                  </a:lnTo>
                  <a:lnTo>
                    <a:pt x="1812370" y="2942061"/>
                  </a:lnTo>
                  <a:lnTo>
                    <a:pt x="1812478" y="2942061"/>
                  </a:lnTo>
                  <a:lnTo>
                    <a:pt x="1812587" y="2942061"/>
                  </a:lnTo>
                  <a:lnTo>
                    <a:pt x="1812695" y="2942061"/>
                  </a:lnTo>
                  <a:lnTo>
                    <a:pt x="1812804" y="2942061"/>
                  </a:lnTo>
                  <a:lnTo>
                    <a:pt x="1812804" y="2941437"/>
                  </a:lnTo>
                  <a:lnTo>
                    <a:pt x="1812912" y="2941437"/>
                  </a:lnTo>
                  <a:lnTo>
                    <a:pt x="1812912" y="2940814"/>
                  </a:lnTo>
                  <a:lnTo>
                    <a:pt x="1813021" y="2940814"/>
                  </a:lnTo>
                  <a:lnTo>
                    <a:pt x="1813129" y="2940814"/>
                  </a:lnTo>
                  <a:lnTo>
                    <a:pt x="1813129" y="2940190"/>
                  </a:lnTo>
                  <a:lnTo>
                    <a:pt x="1813237" y="2940190"/>
                  </a:lnTo>
                  <a:lnTo>
                    <a:pt x="1813237" y="2939567"/>
                  </a:lnTo>
                  <a:lnTo>
                    <a:pt x="1813346" y="2939567"/>
                  </a:lnTo>
                  <a:lnTo>
                    <a:pt x="1813454" y="2939567"/>
                  </a:lnTo>
                  <a:lnTo>
                    <a:pt x="1813563" y="2939567"/>
                  </a:lnTo>
                  <a:lnTo>
                    <a:pt x="1813563" y="2938943"/>
                  </a:lnTo>
                  <a:lnTo>
                    <a:pt x="1813671" y="2938943"/>
                  </a:lnTo>
                  <a:lnTo>
                    <a:pt x="1813780" y="2938943"/>
                  </a:lnTo>
                  <a:lnTo>
                    <a:pt x="1813888" y="2938943"/>
                  </a:lnTo>
                  <a:lnTo>
                    <a:pt x="1813997" y="2938943"/>
                  </a:lnTo>
                  <a:lnTo>
                    <a:pt x="1814105" y="2938943"/>
                  </a:lnTo>
                  <a:lnTo>
                    <a:pt x="1814213" y="2938943"/>
                  </a:lnTo>
                  <a:lnTo>
                    <a:pt x="1814322" y="2938943"/>
                  </a:lnTo>
                  <a:lnTo>
                    <a:pt x="1814430" y="2938943"/>
                  </a:lnTo>
                  <a:lnTo>
                    <a:pt x="1814539" y="2938943"/>
                  </a:lnTo>
                  <a:lnTo>
                    <a:pt x="1814647" y="2938943"/>
                  </a:lnTo>
                  <a:lnTo>
                    <a:pt x="1814756" y="2938943"/>
                  </a:lnTo>
                  <a:lnTo>
                    <a:pt x="1814864" y="2938943"/>
                  </a:lnTo>
                  <a:lnTo>
                    <a:pt x="1814864" y="2938319"/>
                  </a:lnTo>
                  <a:lnTo>
                    <a:pt x="1814973" y="2938319"/>
                  </a:lnTo>
                  <a:lnTo>
                    <a:pt x="1814973" y="2937696"/>
                  </a:lnTo>
                  <a:lnTo>
                    <a:pt x="1815081" y="2937696"/>
                  </a:lnTo>
                  <a:lnTo>
                    <a:pt x="1815189" y="2937696"/>
                  </a:lnTo>
                  <a:lnTo>
                    <a:pt x="1815189" y="2937072"/>
                  </a:lnTo>
                  <a:lnTo>
                    <a:pt x="1815298" y="2937072"/>
                  </a:lnTo>
                  <a:lnTo>
                    <a:pt x="1815406" y="2937072"/>
                  </a:lnTo>
                  <a:lnTo>
                    <a:pt x="1815515" y="2937072"/>
                  </a:lnTo>
                  <a:lnTo>
                    <a:pt x="1815623" y="2937072"/>
                  </a:lnTo>
                  <a:lnTo>
                    <a:pt x="1815732" y="2937072"/>
                  </a:lnTo>
                  <a:lnTo>
                    <a:pt x="1815732" y="2936449"/>
                  </a:lnTo>
                  <a:lnTo>
                    <a:pt x="1815840" y="2936449"/>
                  </a:lnTo>
                  <a:lnTo>
                    <a:pt x="1815840" y="2935825"/>
                  </a:lnTo>
                  <a:lnTo>
                    <a:pt x="1815949" y="2935825"/>
                  </a:lnTo>
                  <a:lnTo>
                    <a:pt x="1816057" y="2935825"/>
                  </a:lnTo>
                  <a:lnTo>
                    <a:pt x="1816165" y="2935825"/>
                  </a:lnTo>
                  <a:lnTo>
                    <a:pt x="1816274" y="2935825"/>
                  </a:lnTo>
                  <a:lnTo>
                    <a:pt x="1816382" y="2935825"/>
                  </a:lnTo>
                  <a:lnTo>
                    <a:pt x="1816491" y="2935825"/>
                  </a:lnTo>
                  <a:lnTo>
                    <a:pt x="1816599" y="2935825"/>
                  </a:lnTo>
                  <a:lnTo>
                    <a:pt x="1816708" y="2935825"/>
                  </a:lnTo>
                  <a:lnTo>
                    <a:pt x="1816816" y="2935825"/>
                  </a:lnTo>
                  <a:lnTo>
                    <a:pt x="1816925" y="2935825"/>
                  </a:lnTo>
                  <a:lnTo>
                    <a:pt x="1817033" y="2935825"/>
                  </a:lnTo>
                  <a:lnTo>
                    <a:pt x="1817033" y="2935201"/>
                  </a:lnTo>
                  <a:lnTo>
                    <a:pt x="1817142" y="2935201"/>
                  </a:lnTo>
                  <a:lnTo>
                    <a:pt x="1817250" y="2935201"/>
                  </a:lnTo>
                  <a:lnTo>
                    <a:pt x="1817358" y="2935201"/>
                  </a:lnTo>
                  <a:lnTo>
                    <a:pt x="1817467" y="2935201"/>
                  </a:lnTo>
                  <a:lnTo>
                    <a:pt x="1817467" y="2934578"/>
                  </a:lnTo>
                  <a:lnTo>
                    <a:pt x="1817575" y="2934578"/>
                  </a:lnTo>
                  <a:lnTo>
                    <a:pt x="1817684" y="2934578"/>
                  </a:lnTo>
                  <a:lnTo>
                    <a:pt x="1817792" y="2934578"/>
                  </a:lnTo>
                  <a:lnTo>
                    <a:pt x="1817792" y="2933954"/>
                  </a:lnTo>
                  <a:lnTo>
                    <a:pt x="1817792" y="2933331"/>
                  </a:lnTo>
                  <a:lnTo>
                    <a:pt x="1817792" y="2932707"/>
                  </a:lnTo>
                  <a:lnTo>
                    <a:pt x="1817901" y="2932707"/>
                  </a:lnTo>
                  <a:lnTo>
                    <a:pt x="1818009" y="2932707"/>
                  </a:lnTo>
                  <a:lnTo>
                    <a:pt x="1818009" y="2932084"/>
                  </a:lnTo>
                  <a:lnTo>
                    <a:pt x="1818118" y="2932084"/>
                  </a:lnTo>
                  <a:lnTo>
                    <a:pt x="1818226" y="2932084"/>
                  </a:lnTo>
                  <a:lnTo>
                    <a:pt x="1818334" y="2932084"/>
                  </a:lnTo>
                  <a:lnTo>
                    <a:pt x="1818443" y="2932084"/>
                  </a:lnTo>
                  <a:lnTo>
                    <a:pt x="1818551" y="2932084"/>
                  </a:lnTo>
                  <a:lnTo>
                    <a:pt x="1818660" y="2932084"/>
                  </a:lnTo>
                  <a:lnTo>
                    <a:pt x="1818768" y="2932084"/>
                  </a:lnTo>
                  <a:lnTo>
                    <a:pt x="1818877" y="2932084"/>
                  </a:lnTo>
                  <a:lnTo>
                    <a:pt x="1818985" y="2932084"/>
                  </a:lnTo>
                  <a:lnTo>
                    <a:pt x="1819094" y="2932084"/>
                  </a:lnTo>
                  <a:lnTo>
                    <a:pt x="1819094" y="2931460"/>
                  </a:lnTo>
                  <a:lnTo>
                    <a:pt x="1819202" y="2931460"/>
                  </a:lnTo>
                  <a:lnTo>
                    <a:pt x="1819310" y="2931460"/>
                  </a:lnTo>
                  <a:lnTo>
                    <a:pt x="1819419" y="2931460"/>
                  </a:lnTo>
                  <a:lnTo>
                    <a:pt x="1819419" y="2930836"/>
                  </a:lnTo>
                  <a:lnTo>
                    <a:pt x="1819419" y="2930213"/>
                  </a:lnTo>
                  <a:lnTo>
                    <a:pt x="1819527" y="2930213"/>
                  </a:lnTo>
                  <a:lnTo>
                    <a:pt x="1819636" y="2930213"/>
                  </a:lnTo>
                  <a:lnTo>
                    <a:pt x="1819744" y="2930213"/>
                  </a:lnTo>
                  <a:lnTo>
                    <a:pt x="1819853" y="2930213"/>
                  </a:lnTo>
                  <a:lnTo>
                    <a:pt x="1819961" y="2930213"/>
                  </a:lnTo>
                  <a:lnTo>
                    <a:pt x="1820070" y="2930213"/>
                  </a:lnTo>
                  <a:lnTo>
                    <a:pt x="1820178" y="2930213"/>
                  </a:lnTo>
                  <a:lnTo>
                    <a:pt x="1820286" y="2930213"/>
                  </a:lnTo>
                  <a:lnTo>
                    <a:pt x="1820395" y="2930213"/>
                  </a:lnTo>
                  <a:lnTo>
                    <a:pt x="1820503" y="2930213"/>
                  </a:lnTo>
                  <a:lnTo>
                    <a:pt x="1820503" y="2929589"/>
                  </a:lnTo>
                  <a:lnTo>
                    <a:pt x="1820612" y="2929589"/>
                  </a:lnTo>
                  <a:lnTo>
                    <a:pt x="1820720" y="2929589"/>
                  </a:lnTo>
                  <a:lnTo>
                    <a:pt x="1820829" y="2929589"/>
                  </a:lnTo>
                  <a:lnTo>
                    <a:pt x="1820937" y="2929589"/>
                  </a:lnTo>
                  <a:lnTo>
                    <a:pt x="1821046" y="2929589"/>
                  </a:lnTo>
                  <a:lnTo>
                    <a:pt x="1821154" y="2929589"/>
                  </a:lnTo>
                  <a:lnTo>
                    <a:pt x="1821263" y="2929589"/>
                  </a:lnTo>
                  <a:lnTo>
                    <a:pt x="1821371" y="2929589"/>
                  </a:lnTo>
                  <a:lnTo>
                    <a:pt x="1821479" y="2929589"/>
                  </a:lnTo>
                  <a:lnTo>
                    <a:pt x="1821479" y="2928966"/>
                  </a:lnTo>
                  <a:lnTo>
                    <a:pt x="1821588" y="2928966"/>
                  </a:lnTo>
                  <a:lnTo>
                    <a:pt x="1821696" y="2928966"/>
                  </a:lnTo>
                  <a:lnTo>
                    <a:pt x="1821805" y="2928966"/>
                  </a:lnTo>
                  <a:lnTo>
                    <a:pt x="1821913" y="2928966"/>
                  </a:lnTo>
                  <a:lnTo>
                    <a:pt x="1822022" y="2928966"/>
                  </a:lnTo>
                  <a:lnTo>
                    <a:pt x="1822130" y="2928966"/>
                  </a:lnTo>
                  <a:lnTo>
                    <a:pt x="1822130" y="2928342"/>
                  </a:lnTo>
                  <a:lnTo>
                    <a:pt x="1822239" y="2928342"/>
                  </a:lnTo>
                  <a:lnTo>
                    <a:pt x="1822347" y="2928342"/>
                  </a:lnTo>
                  <a:lnTo>
                    <a:pt x="1822455" y="2928342"/>
                  </a:lnTo>
                  <a:lnTo>
                    <a:pt x="1822455" y="2927718"/>
                  </a:lnTo>
                  <a:lnTo>
                    <a:pt x="1822455" y="2927095"/>
                  </a:lnTo>
                  <a:lnTo>
                    <a:pt x="1822564" y="2927095"/>
                  </a:lnTo>
                  <a:lnTo>
                    <a:pt x="1822672" y="2927095"/>
                  </a:lnTo>
                  <a:lnTo>
                    <a:pt x="1822781" y="2927095"/>
                  </a:lnTo>
                  <a:lnTo>
                    <a:pt x="1822889" y="2927095"/>
                  </a:lnTo>
                  <a:lnTo>
                    <a:pt x="1822998" y="2927095"/>
                  </a:lnTo>
                  <a:lnTo>
                    <a:pt x="1823106" y="2927095"/>
                  </a:lnTo>
                  <a:lnTo>
                    <a:pt x="1823215" y="2927095"/>
                  </a:lnTo>
                  <a:lnTo>
                    <a:pt x="1823323" y="2927095"/>
                  </a:lnTo>
                  <a:lnTo>
                    <a:pt x="1823323" y="2926471"/>
                  </a:lnTo>
                  <a:lnTo>
                    <a:pt x="1823431" y="2926471"/>
                  </a:lnTo>
                  <a:lnTo>
                    <a:pt x="1823540" y="2926471"/>
                  </a:lnTo>
                  <a:lnTo>
                    <a:pt x="1823540" y="2925848"/>
                  </a:lnTo>
                  <a:lnTo>
                    <a:pt x="1823648" y="2925848"/>
                  </a:lnTo>
                  <a:lnTo>
                    <a:pt x="1823757" y="2925848"/>
                  </a:lnTo>
                  <a:lnTo>
                    <a:pt x="1823865" y="2925848"/>
                  </a:lnTo>
                  <a:lnTo>
                    <a:pt x="1823974" y="2925848"/>
                  </a:lnTo>
                  <a:lnTo>
                    <a:pt x="1824082" y="2925848"/>
                  </a:lnTo>
                  <a:lnTo>
                    <a:pt x="1824191" y="2925848"/>
                  </a:lnTo>
                  <a:lnTo>
                    <a:pt x="1824191" y="2925224"/>
                  </a:lnTo>
                  <a:lnTo>
                    <a:pt x="1824299" y="2925224"/>
                  </a:lnTo>
                  <a:lnTo>
                    <a:pt x="1824299" y="2924601"/>
                  </a:lnTo>
                  <a:lnTo>
                    <a:pt x="1824407" y="2924601"/>
                  </a:lnTo>
                  <a:lnTo>
                    <a:pt x="1824516" y="2924601"/>
                  </a:lnTo>
                  <a:lnTo>
                    <a:pt x="1824516" y="2923977"/>
                  </a:lnTo>
                  <a:lnTo>
                    <a:pt x="1824516" y="2923353"/>
                  </a:lnTo>
                  <a:lnTo>
                    <a:pt x="1824624" y="2923353"/>
                  </a:lnTo>
                  <a:lnTo>
                    <a:pt x="1824733" y="2923353"/>
                  </a:lnTo>
                  <a:lnTo>
                    <a:pt x="1824841" y="2923353"/>
                  </a:lnTo>
                  <a:lnTo>
                    <a:pt x="1824950" y="2923353"/>
                  </a:lnTo>
                  <a:lnTo>
                    <a:pt x="1825058" y="2923353"/>
                  </a:lnTo>
                  <a:lnTo>
                    <a:pt x="1825167" y="2923353"/>
                  </a:lnTo>
                  <a:lnTo>
                    <a:pt x="1825167" y="2922730"/>
                  </a:lnTo>
                  <a:lnTo>
                    <a:pt x="1825167" y="2922106"/>
                  </a:lnTo>
                  <a:lnTo>
                    <a:pt x="1825167" y="2921483"/>
                  </a:lnTo>
                  <a:lnTo>
                    <a:pt x="1825275" y="2921483"/>
                  </a:lnTo>
                  <a:lnTo>
                    <a:pt x="1825384" y="2921483"/>
                  </a:lnTo>
                  <a:lnTo>
                    <a:pt x="1825492" y="2921483"/>
                  </a:lnTo>
                  <a:lnTo>
                    <a:pt x="1825492" y="2920859"/>
                  </a:lnTo>
                  <a:lnTo>
                    <a:pt x="1825600" y="2920859"/>
                  </a:lnTo>
                  <a:lnTo>
                    <a:pt x="1825709" y="2920859"/>
                  </a:lnTo>
                  <a:lnTo>
                    <a:pt x="1825817" y="2920859"/>
                  </a:lnTo>
                  <a:lnTo>
                    <a:pt x="1825817" y="2920236"/>
                  </a:lnTo>
                  <a:lnTo>
                    <a:pt x="1825817" y="2919612"/>
                  </a:lnTo>
                  <a:lnTo>
                    <a:pt x="1825817" y="2918988"/>
                  </a:lnTo>
                  <a:lnTo>
                    <a:pt x="1825926" y="2918988"/>
                  </a:lnTo>
                  <a:lnTo>
                    <a:pt x="1826034" y="2918988"/>
                  </a:lnTo>
                  <a:lnTo>
                    <a:pt x="1826143" y="2918988"/>
                  </a:lnTo>
                  <a:lnTo>
                    <a:pt x="1826251" y="2918988"/>
                  </a:lnTo>
                  <a:lnTo>
                    <a:pt x="1826360" y="2918988"/>
                  </a:lnTo>
                  <a:lnTo>
                    <a:pt x="1826468" y="2918988"/>
                  </a:lnTo>
                  <a:lnTo>
                    <a:pt x="1826576" y="2918988"/>
                  </a:lnTo>
                  <a:lnTo>
                    <a:pt x="1826685" y="2918988"/>
                  </a:lnTo>
                  <a:lnTo>
                    <a:pt x="1826793" y="2918988"/>
                  </a:lnTo>
                  <a:lnTo>
                    <a:pt x="1826902" y="2918988"/>
                  </a:lnTo>
                  <a:lnTo>
                    <a:pt x="1827010" y="2918988"/>
                  </a:lnTo>
                  <a:lnTo>
                    <a:pt x="1827119" y="2918988"/>
                  </a:lnTo>
                  <a:lnTo>
                    <a:pt x="1827227" y="2918988"/>
                  </a:lnTo>
                  <a:lnTo>
                    <a:pt x="1827336" y="2918988"/>
                  </a:lnTo>
                  <a:lnTo>
                    <a:pt x="1827444" y="2918988"/>
                  </a:lnTo>
                  <a:lnTo>
                    <a:pt x="1827552" y="2918988"/>
                  </a:lnTo>
                  <a:lnTo>
                    <a:pt x="1827661" y="2918988"/>
                  </a:lnTo>
                  <a:lnTo>
                    <a:pt x="1827769" y="2918988"/>
                  </a:lnTo>
                  <a:lnTo>
                    <a:pt x="1827878" y="2918988"/>
                  </a:lnTo>
                  <a:lnTo>
                    <a:pt x="1827878" y="2918365"/>
                  </a:lnTo>
                  <a:lnTo>
                    <a:pt x="1827986" y="2918365"/>
                  </a:lnTo>
                  <a:lnTo>
                    <a:pt x="1827986" y="2917741"/>
                  </a:lnTo>
                  <a:lnTo>
                    <a:pt x="1827986" y="2917118"/>
                  </a:lnTo>
                  <a:lnTo>
                    <a:pt x="1827986" y="2916494"/>
                  </a:lnTo>
                  <a:lnTo>
                    <a:pt x="1827986" y="2915870"/>
                  </a:lnTo>
                  <a:lnTo>
                    <a:pt x="1828095" y="2915870"/>
                  </a:lnTo>
                  <a:lnTo>
                    <a:pt x="1828203" y="2915870"/>
                  </a:lnTo>
                  <a:lnTo>
                    <a:pt x="1828312" y="2915870"/>
                  </a:lnTo>
                  <a:lnTo>
                    <a:pt x="1828420" y="2915870"/>
                  </a:lnTo>
                  <a:lnTo>
                    <a:pt x="1828528" y="2915870"/>
                  </a:lnTo>
                  <a:lnTo>
                    <a:pt x="1828637" y="2915870"/>
                  </a:lnTo>
                  <a:lnTo>
                    <a:pt x="1828745" y="2915870"/>
                  </a:lnTo>
                  <a:lnTo>
                    <a:pt x="1828854" y="2915870"/>
                  </a:lnTo>
                  <a:lnTo>
                    <a:pt x="1828962" y="2915870"/>
                  </a:lnTo>
                  <a:lnTo>
                    <a:pt x="1828962" y="2915247"/>
                  </a:lnTo>
                  <a:lnTo>
                    <a:pt x="1829071" y="2915247"/>
                  </a:lnTo>
                  <a:lnTo>
                    <a:pt x="1829179" y="2915247"/>
                  </a:lnTo>
                  <a:lnTo>
                    <a:pt x="1829288" y="2915247"/>
                  </a:lnTo>
                  <a:lnTo>
                    <a:pt x="1829396" y="2915247"/>
                  </a:lnTo>
                  <a:lnTo>
                    <a:pt x="1829505" y="2915247"/>
                  </a:lnTo>
                  <a:lnTo>
                    <a:pt x="1829613" y="2915247"/>
                  </a:lnTo>
                  <a:lnTo>
                    <a:pt x="1829721" y="2915247"/>
                  </a:lnTo>
                  <a:lnTo>
                    <a:pt x="1829721" y="2914623"/>
                  </a:lnTo>
                  <a:lnTo>
                    <a:pt x="1829830" y="2914623"/>
                  </a:lnTo>
                  <a:lnTo>
                    <a:pt x="1829938" y="2914623"/>
                  </a:lnTo>
                  <a:lnTo>
                    <a:pt x="1829938" y="2914000"/>
                  </a:lnTo>
                  <a:lnTo>
                    <a:pt x="1830047" y="2914000"/>
                  </a:lnTo>
                  <a:lnTo>
                    <a:pt x="1830155" y="2914000"/>
                  </a:lnTo>
                  <a:lnTo>
                    <a:pt x="1830264" y="2914000"/>
                  </a:lnTo>
                  <a:lnTo>
                    <a:pt x="1830372" y="2914000"/>
                  </a:lnTo>
                  <a:lnTo>
                    <a:pt x="1830481" y="2914000"/>
                  </a:lnTo>
                  <a:lnTo>
                    <a:pt x="1830589" y="2914000"/>
                  </a:lnTo>
                  <a:lnTo>
                    <a:pt x="1830589" y="2913376"/>
                  </a:lnTo>
                  <a:lnTo>
                    <a:pt x="1830589" y="2912753"/>
                  </a:lnTo>
                  <a:lnTo>
                    <a:pt x="1830697" y="2912753"/>
                  </a:lnTo>
                  <a:lnTo>
                    <a:pt x="1830806" y="2912753"/>
                  </a:lnTo>
                  <a:lnTo>
                    <a:pt x="1830914" y="2912753"/>
                  </a:lnTo>
                  <a:lnTo>
                    <a:pt x="1831023" y="2912753"/>
                  </a:lnTo>
                  <a:lnTo>
                    <a:pt x="1831131" y="2912753"/>
                  </a:lnTo>
                  <a:lnTo>
                    <a:pt x="1831240" y="2912753"/>
                  </a:lnTo>
                  <a:lnTo>
                    <a:pt x="1831348" y="2912753"/>
                  </a:lnTo>
                  <a:lnTo>
                    <a:pt x="1831457" y="2912753"/>
                  </a:lnTo>
                  <a:lnTo>
                    <a:pt x="1831565" y="2912753"/>
                  </a:lnTo>
                  <a:lnTo>
                    <a:pt x="1831673" y="2912753"/>
                  </a:lnTo>
                  <a:lnTo>
                    <a:pt x="1831782" y="2912753"/>
                  </a:lnTo>
                  <a:lnTo>
                    <a:pt x="1831890" y="2912753"/>
                  </a:lnTo>
                  <a:lnTo>
                    <a:pt x="1831999" y="2912753"/>
                  </a:lnTo>
                  <a:lnTo>
                    <a:pt x="1831999" y="2912129"/>
                  </a:lnTo>
                  <a:lnTo>
                    <a:pt x="1831999" y="2911505"/>
                  </a:lnTo>
                  <a:lnTo>
                    <a:pt x="1831999" y="2910882"/>
                  </a:lnTo>
                  <a:lnTo>
                    <a:pt x="1831999" y="2910258"/>
                  </a:lnTo>
                  <a:lnTo>
                    <a:pt x="1832107" y="2910258"/>
                  </a:lnTo>
                  <a:lnTo>
                    <a:pt x="1832107" y="2909635"/>
                  </a:lnTo>
                  <a:lnTo>
                    <a:pt x="1832216" y="2909635"/>
                  </a:lnTo>
                  <a:lnTo>
                    <a:pt x="1832324" y="2909635"/>
                  </a:lnTo>
                  <a:lnTo>
                    <a:pt x="1832433" y="2909635"/>
                  </a:lnTo>
                  <a:lnTo>
                    <a:pt x="1832541" y="2909635"/>
                  </a:lnTo>
                  <a:lnTo>
                    <a:pt x="1832649" y="2909635"/>
                  </a:lnTo>
                  <a:lnTo>
                    <a:pt x="1832758" y="2909635"/>
                  </a:lnTo>
                  <a:lnTo>
                    <a:pt x="1832758" y="2909011"/>
                  </a:lnTo>
                  <a:lnTo>
                    <a:pt x="1832866" y="2909011"/>
                  </a:lnTo>
                  <a:lnTo>
                    <a:pt x="1832975" y="2909011"/>
                  </a:lnTo>
                  <a:lnTo>
                    <a:pt x="1833083" y="2909011"/>
                  </a:lnTo>
                  <a:lnTo>
                    <a:pt x="1833192" y="2909011"/>
                  </a:lnTo>
                  <a:lnTo>
                    <a:pt x="1833300" y="2909011"/>
                  </a:lnTo>
                  <a:lnTo>
                    <a:pt x="1833409" y="2909011"/>
                  </a:lnTo>
                  <a:lnTo>
                    <a:pt x="1833517" y="2909011"/>
                  </a:lnTo>
                  <a:lnTo>
                    <a:pt x="1833626" y="2909011"/>
                  </a:lnTo>
                  <a:lnTo>
                    <a:pt x="1833734" y="2909011"/>
                  </a:lnTo>
                  <a:lnTo>
                    <a:pt x="1833734" y="2908387"/>
                  </a:lnTo>
                  <a:lnTo>
                    <a:pt x="1833842" y="2908387"/>
                  </a:lnTo>
                  <a:lnTo>
                    <a:pt x="1833951" y="2908387"/>
                  </a:lnTo>
                  <a:lnTo>
                    <a:pt x="1834059" y="2908387"/>
                  </a:lnTo>
                  <a:lnTo>
                    <a:pt x="1834168" y="2908387"/>
                  </a:lnTo>
                  <a:lnTo>
                    <a:pt x="1834276" y="2908387"/>
                  </a:lnTo>
                  <a:lnTo>
                    <a:pt x="1834385" y="2908387"/>
                  </a:lnTo>
                  <a:lnTo>
                    <a:pt x="1834493" y="2908387"/>
                  </a:lnTo>
                  <a:lnTo>
                    <a:pt x="1834602" y="2908387"/>
                  </a:lnTo>
                  <a:lnTo>
                    <a:pt x="1834602" y="2907764"/>
                  </a:lnTo>
                  <a:lnTo>
                    <a:pt x="1834710" y="2907764"/>
                  </a:lnTo>
                  <a:lnTo>
                    <a:pt x="1834818" y="2907764"/>
                  </a:lnTo>
                  <a:lnTo>
                    <a:pt x="1834927" y="2907764"/>
                  </a:lnTo>
                  <a:lnTo>
                    <a:pt x="1835035" y="2907764"/>
                  </a:lnTo>
                  <a:lnTo>
                    <a:pt x="1835144" y="2907764"/>
                  </a:lnTo>
                  <a:lnTo>
                    <a:pt x="1835252" y="2907764"/>
                  </a:lnTo>
                  <a:lnTo>
                    <a:pt x="1835361" y="2907764"/>
                  </a:lnTo>
                  <a:lnTo>
                    <a:pt x="1835469" y="2907764"/>
                  </a:lnTo>
                  <a:lnTo>
                    <a:pt x="1835578" y="2907764"/>
                  </a:lnTo>
                  <a:lnTo>
                    <a:pt x="1835686" y="2907764"/>
                  </a:lnTo>
                  <a:lnTo>
                    <a:pt x="1835686" y="2907140"/>
                  </a:lnTo>
                  <a:lnTo>
                    <a:pt x="1835794" y="2907140"/>
                  </a:lnTo>
                  <a:lnTo>
                    <a:pt x="1835903" y="2907140"/>
                  </a:lnTo>
                  <a:lnTo>
                    <a:pt x="1836011" y="2907140"/>
                  </a:lnTo>
                  <a:lnTo>
                    <a:pt x="1836120" y="2907140"/>
                  </a:lnTo>
                  <a:lnTo>
                    <a:pt x="1836228" y="2907140"/>
                  </a:lnTo>
                  <a:lnTo>
                    <a:pt x="1836337" y="2907140"/>
                  </a:lnTo>
                  <a:lnTo>
                    <a:pt x="1836445" y="2907140"/>
                  </a:lnTo>
                  <a:lnTo>
                    <a:pt x="1836445" y="2906517"/>
                  </a:lnTo>
                  <a:lnTo>
                    <a:pt x="1836554" y="2906517"/>
                  </a:lnTo>
                  <a:lnTo>
                    <a:pt x="1836662" y="2906517"/>
                  </a:lnTo>
                  <a:lnTo>
                    <a:pt x="1836770" y="2906517"/>
                  </a:lnTo>
                  <a:lnTo>
                    <a:pt x="1836879" y="2906517"/>
                  </a:lnTo>
                  <a:lnTo>
                    <a:pt x="1836879" y="2905893"/>
                  </a:lnTo>
                  <a:lnTo>
                    <a:pt x="1836987" y="2905893"/>
                  </a:lnTo>
                  <a:lnTo>
                    <a:pt x="1837096" y="2905893"/>
                  </a:lnTo>
                  <a:lnTo>
                    <a:pt x="1837204" y="2905893"/>
                  </a:lnTo>
                  <a:lnTo>
                    <a:pt x="1837313" y="2905893"/>
                  </a:lnTo>
                  <a:lnTo>
                    <a:pt x="1837313" y="2905270"/>
                  </a:lnTo>
                  <a:lnTo>
                    <a:pt x="1837421" y="2905270"/>
                  </a:lnTo>
                  <a:lnTo>
                    <a:pt x="1837530" y="2905270"/>
                  </a:lnTo>
                  <a:lnTo>
                    <a:pt x="1837638" y="2905270"/>
                  </a:lnTo>
                  <a:lnTo>
                    <a:pt x="1837746" y="2905270"/>
                  </a:lnTo>
                  <a:lnTo>
                    <a:pt x="1837855" y="2905270"/>
                  </a:lnTo>
                  <a:lnTo>
                    <a:pt x="1837963" y="2905270"/>
                  </a:lnTo>
                  <a:lnTo>
                    <a:pt x="1837963" y="2904646"/>
                  </a:lnTo>
                  <a:lnTo>
                    <a:pt x="1838072" y="2904646"/>
                  </a:lnTo>
                  <a:lnTo>
                    <a:pt x="1838180" y="2904646"/>
                  </a:lnTo>
                  <a:lnTo>
                    <a:pt x="1838180" y="2904022"/>
                  </a:lnTo>
                  <a:lnTo>
                    <a:pt x="1838289" y="2904022"/>
                  </a:lnTo>
                  <a:lnTo>
                    <a:pt x="1838397" y="2904022"/>
                  </a:lnTo>
                  <a:lnTo>
                    <a:pt x="1838506" y="2904022"/>
                  </a:lnTo>
                  <a:lnTo>
                    <a:pt x="1838614" y="2904022"/>
                  </a:lnTo>
                  <a:lnTo>
                    <a:pt x="1838723" y="2904022"/>
                  </a:lnTo>
                  <a:lnTo>
                    <a:pt x="1838831" y="2904022"/>
                  </a:lnTo>
                  <a:lnTo>
                    <a:pt x="1838939" y="2904022"/>
                  </a:lnTo>
                  <a:lnTo>
                    <a:pt x="1839048" y="2904022"/>
                  </a:lnTo>
                  <a:lnTo>
                    <a:pt x="1839156" y="2904022"/>
                  </a:lnTo>
                  <a:lnTo>
                    <a:pt x="1839265" y="2904022"/>
                  </a:lnTo>
                  <a:lnTo>
                    <a:pt x="1839373" y="2904022"/>
                  </a:lnTo>
                  <a:lnTo>
                    <a:pt x="1839482" y="2904022"/>
                  </a:lnTo>
                  <a:lnTo>
                    <a:pt x="1839590" y="2904022"/>
                  </a:lnTo>
                  <a:lnTo>
                    <a:pt x="1839699" y="2904022"/>
                  </a:lnTo>
                  <a:lnTo>
                    <a:pt x="1839807" y="2904022"/>
                  </a:lnTo>
                  <a:lnTo>
                    <a:pt x="1839915" y="2904022"/>
                  </a:lnTo>
                  <a:lnTo>
                    <a:pt x="1840024" y="2904022"/>
                  </a:lnTo>
                  <a:lnTo>
                    <a:pt x="1840132" y="2904022"/>
                  </a:lnTo>
                  <a:lnTo>
                    <a:pt x="1840241" y="2904022"/>
                  </a:lnTo>
                  <a:lnTo>
                    <a:pt x="1840349" y="2904022"/>
                  </a:lnTo>
                  <a:lnTo>
                    <a:pt x="1840458" y="2904022"/>
                  </a:lnTo>
                  <a:lnTo>
                    <a:pt x="1840566" y="2904022"/>
                  </a:lnTo>
                  <a:lnTo>
                    <a:pt x="1840675" y="2904022"/>
                  </a:lnTo>
                  <a:lnTo>
                    <a:pt x="1840783" y="2904022"/>
                  </a:lnTo>
                  <a:lnTo>
                    <a:pt x="1840891" y="2904022"/>
                  </a:lnTo>
                  <a:lnTo>
                    <a:pt x="1841000" y="2904022"/>
                  </a:lnTo>
                  <a:lnTo>
                    <a:pt x="1841000" y="2903399"/>
                  </a:lnTo>
                  <a:lnTo>
                    <a:pt x="1841108" y="2903399"/>
                  </a:lnTo>
                  <a:lnTo>
                    <a:pt x="1841217" y="2903399"/>
                  </a:lnTo>
                  <a:lnTo>
                    <a:pt x="1841325" y="2903399"/>
                  </a:lnTo>
                  <a:lnTo>
                    <a:pt x="1841434" y="2903399"/>
                  </a:lnTo>
                  <a:lnTo>
                    <a:pt x="1841542" y="2903399"/>
                  </a:lnTo>
                  <a:lnTo>
                    <a:pt x="1841651" y="2903399"/>
                  </a:lnTo>
                  <a:lnTo>
                    <a:pt x="1841759" y="2903399"/>
                  </a:lnTo>
                  <a:lnTo>
                    <a:pt x="1841867" y="2903399"/>
                  </a:lnTo>
                  <a:lnTo>
                    <a:pt x="1841976" y="2903399"/>
                  </a:lnTo>
                  <a:lnTo>
                    <a:pt x="1842084" y="2903399"/>
                  </a:lnTo>
                  <a:lnTo>
                    <a:pt x="1842193" y="2903399"/>
                  </a:lnTo>
                  <a:lnTo>
                    <a:pt x="1842193" y="2902775"/>
                  </a:lnTo>
                  <a:lnTo>
                    <a:pt x="1842301" y="2902775"/>
                  </a:lnTo>
                  <a:lnTo>
                    <a:pt x="1842301" y="2902152"/>
                  </a:lnTo>
                  <a:lnTo>
                    <a:pt x="1842410" y="2902152"/>
                  </a:lnTo>
                  <a:lnTo>
                    <a:pt x="1842518" y="2902152"/>
                  </a:lnTo>
                  <a:lnTo>
                    <a:pt x="1842627" y="2902152"/>
                  </a:lnTo>
                  <a:lnTo>
                    <a:pt x="1842627" y="2901528"/>
                  </a:lnTo>
                  <a:lnTo>
                    <a:pt x="1842735" y="2901528"/>
                  </a:lnTo>
                  <a:lnTo>
                    <a:pt x="1842844" y="2901528"/>
                  </a:lnTo>
                  <a:lnTo>
                    <a:pt x="1842952" y="2901528"/>
                  </a:lnTo>
                  <a:lnTo>
                    <a:pt x="1843060" y="2901528"/>
                  </a:lnTo>
                  <a:lnTo>
                    <a:pt x="1843060" y="2900904"/>
                  </a:lnTo>
                  <a:lnTo>
                    <a:pt x="1843169" y="2900904"/>
                  </a:lnTo>
                  <a:lnTo>
                    <a:pt x="1843277" y="2900904"/>
                  </a:lnTo>
                  <a:lnTo>
                    <a:pt x="1843386" y="2900904"/>
                  </a:lnTo>
                  <a:lnTo>
                    <a:pt x="1843386" y="2900281"/>
                  </a:lnTo>
                  <a:lnTo>
                    <a:pt x="1843494" y="2900281"/>
                  </a:lnTo>
                  <a:lnTo>
                    <a:pt x="1843603" y="2900281"/>
                  </a:lnTo>
                  <a:lnTo>
                    <a:pt x="1843711" y="2900281"/>
                  </a:lnTo>
                  <a:lnTo>
                    <a:pt x="1843820" y="2900281"/>
                  </a:lnTo>
                  <a:lnTo>
                    <a:pt x="1843928" y="2900281"/>
                  </a:lnTo>
                  <a:lnTo>
                    <a:pt x="1844036" y="2900281"/>
                  </a:lnTo>
                  <a:lnTo>
                    <a:pt x="1844145" y="2900281"/>
                  </a:lnTo>
                  <a:lnTo>
                    <a:pt x="1844253" y="2900281"/>
                  </a:lnTo>
                  <a:lnTo>
                    <a:pt x="1844362" y="2900281"/>
                  </a:lnTo>
                  <a:lnTo>
                    <a:pt x="1844470" y="2900281"/>
                  </a:lnTo>
                  <a:lnTo>
                    <a:pt x="1844579" y="2900281"/>
                  </a:lnTo>
                  <a:lnTo>
                    <a:pt x="1844687" y="2900281"/>
                  </a:lnTo>
                  <a:lnTo>
                    <a:pt x="1844796" y="2900281"/>
                  </a:lnTo>
                  <a:lnTo>
                    <a:pt x="1844796" y="2899657"/>
                  </a:lnTo>
                  <a:lnTo>
                    <a:pt x="1844796" y="2899034"/>
                  </a:lnTo>
                  <a:lnTo>
                    <a:pt x="1844796" y="2898410"/>
                  </a:lnTo>
                  <a:lnTo>
                    <a:pt x="1844904" y="2898410"/>
                  </a:lnTo>
                  <a:lnTo>
                    <a:pt x="1845012" y="2898410"/>
                  </a:lnTo>
                  <a:lnTo>
                    <a:pt x="1845121" y="2898410"/>
                  </a:lnTo>
                  <a:lnTo>
                    <a:pt x="1845229" y="2898410"/>
                  </a:lnTo>
                  <a:lnTo>
                    <a:pt x="1845338" y="2898410"/>
                  </a:lnTo>
                  <a:lnTo>
                    <a:pt x="1845446" y="2898410"/>
                  </a:lnTo>
                  <a:lnTo>
                    <a:pt x="1845555" y="2898410"/>
                  </a:lnTo>
                  <a:lnTo>
                    <a:pt x="1845663" y="2898410"/>
                  </a:lnTo>
                  <a:lnTo>
                    <a:pt x="1845772" y="2898410"/>
                  </a:lnTo>
                  <a:lnTo>
                    <a:pt x="1845880" y="2898410"/>
                  </a:lnTo>
                  <a:lnTo>
                    <a:pt x="1845880" y="2897787"/>
                  </a:lnTo>
                  <a:lnTo>
                    <a:pt x="1845988" y="2897787"/>
                  </a:lnTo>
                  <a:lnTo>
                    <a:pt x="1846097" y="2897787"/>
                  </a:lnTo>
                  <a:lnTo>
                    <a:pt x="1846205" y="2897787"/>
                  </a:lnTo>
                  <a:lnTo>
                    <a:pt x="1846314" y="2897787"/>
                  </a:lnTo>
                  <a:lnTo>
                    <a:pt x="1846422" y="2897787"/>
                  </a:lnTo>
                  <a:lnTo>
                    <a:pt x="1846422" y="2897163"/>
                  </a:lnTo>
                  <a:lnTo>
                    <a:pt x="1846531" y="2897163"/>
                  </a:lnTo>
                  <a:lnTo>
                    <a:pt x="1846639" y="2897163"/>
                  </a:lnTo>
                  <a:lnTo>
                    <a:pt x="1846748" y="2897163"/>
                  </a:lnTo>
                  <a:lnTo>
                    <a:pt x="1846856" y="2897163"/>
                  </a:lnTo>
                  <a:lnTo>
                    <a:pt x="1846965" y="2897163"/>
                  </a:lnTo>
                  <a:lnTo>
                    <a:pt x="1847073" y="2897163"/>
                  </a:lnTo>
                  <a:lnTo>
                    <a:pt x="1847181" y="2897163"/>
                  </a:lnTo>
                  <a:lnTo>
                    <a:pt x="1847181" y="2896539"/>
                  </a:lnTo>
                  <a:lnTo>
                    <a:pt x="1847290" y="2896539"/>
                  </a:lnTo>
                  <a:lnTo>
                    <a:pt x="1847398" y="2896539"/>
                  </a:lnTo>
                  <a:lnTo>
                    <a:pt x="1847507" y="2896539"/>
                  </a:lnTo>
                  <a:lnTo>
                    <a:pt x="1847615" y="2896539"/>
                  </a:lnTo>
                  <a:lnTo>
                    <a:pt x="1847724" y="2896539"/>
                  </a:lnTo>
                  <a:lnTo>
                    <a:pt x="1847724" y="2895916"/>
                  </a:lnTo>
                  <a:lnTo>
                    <a:pt x="1847832" y="2895916"/>
                  </a:lnTo>
                  <a:lnTo>
                    <a:pt x="1847941" y="2895916"/>
                  </a:lnTo>
                  <a:lnTo>
                    <a:pt x="1848049" y="2895916"/>
                  </a:lnTo>
                  <a:lnTo>
                    <a:pt x="1848157" y="2895916"/>
                  </a:lnTo>
                  <a:lnTo>
                    <a:pt x="1848266" y="2895916"/>
                  </a:lnTo>
                  <a:lnTo>
                    <a:pt x="1848374" y="2895916"/>
                  </a:lnTo>
                  <a:lnTo>
                    <a:pt x="1848483" y="2895916"/>
                  </a:lnTo>
                  <a:lnTo>
                    <a:pt x="1848591" y="2895916"/>
                  </a:lnTo>
                  <a:lnTo>
                    <a:pt x="1848700" y="2895916"/>
                  </a:lnTo>
                  <a:lnTo>
                    <a:pt x="1848808" y="2895916"/>
                  </a:lnTo>
                  <a:lnTo>
                    <a:pt x="1848917" y="2895916"/>
                  </a:lnTo>
                  <a:lnTo>
                    <a:pt x="1849025" y="2895916"/>
                  </a:lnTo>
                  <a:lnTo>
                    <a:pt x="1849025" y="2895292"/>
                  </a:lnTo>
                  <a:lnTo>
                    <a:pt x="1849133" y="2895292"/>
                  </a:lnTo>
                  <a:lnTo>
                    <a:pt x="1849133" y="2894669"/>
                  </a:lnTo>
                  <a:lnTo>
                    <a:pt x="1849242" y="2894669"/>
                  </a:lnTo>
                  <a:lnTo>
                    <a:pt x="1849350" y="2894669"/>
                  </a:lnTo>
                  <a:lnTo>
                    <a:pt x="1849459" y="2894669"/>
                  </a:lnTo>
                  <a:lnTo>
                    <a:pt x="1849459" y="2894045"/>
                  </a:lnTo>
                  <a:lnTo>
                    <a:pt x="1849459" y="2893421"/>
                  </a:lnTo>
                  <a:lnTo>
                    <a:pt x="1849567" y="2893421"/>
                  </a:lnTo>
                  <a:lnTo>
                    <a:pt x="1849676" y="2893421"/>
                  </a:lnTo>
                  <a:lnTo>
                    <a:pt x="1849784" y="2893421"/>
                  </a:lnTo>
                  <a:lnTo>
                    <a:pt x="1849893" y="2893421"/>
                  </a:lnTo>
                  <a:lnTo>
                    <a:pt x="1850001" y="2893421"/>
                  </a:lnTo>
                  <a:lnTo>
                    <a:pt x="1850109" y="2893421"/>
                  </a:lnTo>
                  <a:lnTo>
                    <a:pt x="1850218" y="2893421"/>
                  </a:lnTo>
                  <a:lnTo>
                    <a:pt x="1850218" y="2892798"/>
                  </a:lnTo>
                  <a:lnTo>
                    <a:pt x="1850326" y="2892798"/>
                  </a:lnTo>
                  <a:lnTo>
                    <a:pt x="1850435" y="2892798"/>
                  </a:lnTo>
                  <a:lnTo>
                    <a:pt x="1850543" y="2892798"/>
                  </a:lnTo>
                  <a:lnTo>
                    <a:pt x="1850652" y="2892798"/>
                  </a:lnTo>
                  <a:lnTo>
                    <a:pt x="1850652" y="2892174"/>
                  </a:lnTo>
                  <a:lnTo>
                    <a:pt x="1850652" y="2891551"/>
                  </a:lnTo>
                  <a:lnTo>
                    <a:pt x="1850760" y="2891551"/>
                  </a:lnTo>
                  <a:lnTo>
                    <a:pt x="1850869" y="2891551"/>
                  </a:lnTo>
                  <a:lnTo>
                    <a:pt x="1850977" y="2891551"/>
                  </a:lnTo>
                  <a:lnTo>
                    <a:pt x="1851086" y="2891551"/>
                  </a:lnTo>
                  <a:lnTo>
                    <a:pt x="1851086" y="2890927"/>
                  </a:lnTo>
                  <a:lnTo>
                    <a:pt x="1851194" y="2890927"/>
                  </a:lnTo>
                  <a:lnTo>
                    <a:pt x="1851302" y="2890927"/>
                  </a:lnTo>
                  <a:lnTo>
                    <a:pt x="1851302" y="2890304"/>
                  </a:lnTo>
                  <a:lnTo>
                    <a:pt x="1851411" y="2890304"/>
                  </a:lnTo>
                  <a:lnTo>
                    <a:pt x="1851411" y="2889680"/>
                  </a:lnTo>
                  <a:lnTo>
                    <a:pt x="1851519" y="2889680"/>
                  </a:lnTo>
                  <a:lnTo>
                    <a:pt x="1851628" y="2889680"/>
                  </a:lnTo>
                  <a:lnTo>
                    <a:pt x="1851736" y="2889680"/>
                  </a:lnTo>
                  <a:lnTo>
                    <a:pt x="1851845" y="2889680"/>
                  </a:lnTo>
                  <a:lnTo>
                    <a:pt x="1851845" y="2889056"/>
                  </a:lnTo>
                  <a:lnTo>
                    <a:pt x="1851953" y="2889056"/>
                  </a:lnTo>
                  <a:lnTo>
                    <a:pt x="1852062" y="2889056"/>
                  </a:lnTo>
                  <a:lnTo>
                    <a:pt x="1852062" y="2888433"/>
                  </a:lnTo>
                  <a:lnTo>
                    <a:pt x="1852170" y="2888433"/>
                  </a:lnTo>
                  <a:lnTo>
                    <a:pt x="1852278" y="2888433"/>
                  </a:lnTo>
                  <a:lnTo>
                    <a:pt x="1852387" y="2888433"/>
                  </a:lnTo>
                  <a:lnTo>
                    <a:pt x="1852495" y="2888433"/>
                  </a:lnTo>
                  <a:lnTo>
                    <a:pt x="1852604" y="2888433"/>
                  </a:lnTo>
                  <a:lnTo>
                    <a:pt x="1852712" y="2888433"/>
                  </a:lnTo>
                  <a:lnTo>
                    <a:pt x="1852821" y="2888433"/>
                  </a:lnTo>
                  <a:lnTo>
                    <a:pt x="1852821" y="2887809"/>
                  </a:lnTo>
                  <a:lnTo>
                    <a:pt x="1852929" y="2887809"/>
                  </a:lnTo>
                  <a:lnTo>
                    <a:pt x="1853038" y="2887809"/>
                  </a:lnTo>
                  <a:lnTo>
                    <a:pt x="1853146" y="2887809"/>
                  </a:lnTo>
                  <a:lnTo>
                    <a:pt x="1853254" y="2887809"/>
                  </a:lnTo>
                  <a:lnTo>
                    <a:pt x="1853363" y="2887809"/>
                  </a:lnTo>
                  <a:lnTo>
                    <a:pt x="1853471" y="2887809"/>
                  </a:lnTo>
                  <a:lnTo>
                    <a:pt x="1853580" y="2887809"/>
                  </a:lnTo>
                  <a:lnTo>
                    <a:pt x="1853688" y="2887809"/>
                  </a:lnTo>
                  <a:lnTo>
                    <a:pt x="1853797" y="2887809"/>
                  </a:lnTo>
                  <a:lnTo>
                    <a:pt x="1853905" y="2887809"/>
                  </a:lnTo>
                  <a:lnTo>
                    <a:pt x="1854014" y="2887809"/>
                  </a:lnTo>
                  <a:lnTo>
                    <a:pt x="1854122" y="2887809"/>
                  </a:lnTo>
                  <a:lnTo>
                    <a:pt x="1854122" y="2887186"/>
                  </a:lnTo>
                  <a:lnTo>
                    <a:pt x="1854230" y="2887186"/>
                  </a:lnTo>
                  <a:lnTo>
                    <a:pt x="1854339" y="2887186"/>
                  </a:lnTo>
                  <a:lnTo>
                    <a:pt x="1854447" y="2887186"/>
                  </a:lnTo>
                  <a:lnTo>
                    <a:pt x="1854556" y="2887186"/>
                  </a:lnTo>
                  <a:lnTo>
                    <a:pt x="1854664" y="2887186"/>
                  </a:lnTo>
                  <a:lnTo>
                    <a:pt x="1854664" y="2886562"/>
                  </a:lnTo>
                  <a:lnTo>
                    <a:pt x="1854664" y="2885938"/>
                  </a:lnTo>
                  <a:lnTo>
                    <a:pt x="1854664" y="2885315"/>
                  </a:lnTo>
                  <a:lnTo>
                    <a:pt x="1854664" y="2884691"/>
                  </a:lnTo>
                  <a:lnTo>
                    <a:pt x="1854773" y="2884691"/>
                  </a:lnTo>
                  <a:lnTo>
                    <a:pt x="1854881" y="2884691"/>
                  </a:lnTo>
                  <a:lnTo>
                    <a:pt x="1854990" y="2884691"/>
                  </a:lnTo>
                  <a:lnTo>
                    <a:pt x="1855098" y="2884691"/>
                  </a:lnTo>
                  <a:lnTo>
                    <a:pt x="1855098" y="2884068"/>
                  </a:lnTo>
                  <a:lnTo>
                    <a:pt x="1855207" y="2884068"/>
                  </a:lnTo>
                  <a:lnTo>
                    <a:pt x="1855315" y="2884068"/>
                  </a:lnTo>
                  <a:lnTo>
                    <a:pt x="1855423" y="2884068"/>
                  </a:lnTo>
                  <a:lnTo>
                    <a:pt x="1855532" y="2884068"/>
                  </a:lnTo>
                  <a:lnTo>
                    <a:pt x="1855640" y="2884068"/>
                  </a:lnTo>
                  <a:lnTo>
                    <a:pt x="1855749" y="2884068"/>
                  </a:lnTo>
                  <a:lnTo>
                    <a:pt x="1855749" y="2883444"/>
                  </a:lnTo>
                  <a:lnTo>
                    <a:pt x="1855857" y="2883444"/>
                  </a:lnTo>
                  <a:lnTo>
                    <a:pt x="1855966" y="2883444"/>
                  </a:lnTo>
                  <a:lnTo>
                    <a:pt x="1856074" y="2883444"/>
                  </a:lnTo>
                  <a:lnTo>
                    <a:pt x="1856183" y="2883444"/>
                  </a:lnTo>
                  <a:lnTo>
                    <a:pt x="1856291" y="2883444"/>
                  </a:lnTo>
                  <a:lnTo>
                    <a:pt x="1856399" y="2883444"/>
                  </a:lnTo>
                  <a:lnTo>
                    <a:pt x="1856508" y="2883444"/>
                  </a:lnTo>
                  <a:lnTo>
                    <a:pt x="1856508" y="2882821"/>
                  </a:lnTo>
                  <a:lnTo>
                    <a:pt x="1856616" y="2882821"/>
                  </a:lnTo>
                  <a:lnTo>
                    <a:pt x="1856725" y="2882821"/>
                  </a:lnTo>
                  <a:lnTo>
                    <a:pt x="1856833" y="2882821"/>
                  </a:lnTo>
                  <a:lnTo>
                    <a:pt x="1856942" y="2882821"/>
                  </a:lnTo>
                  <a:lnTo>
                    <a:pt x="1857050" y="2882821"/>
                  </a:lnTo>
                  <a:lnTo>
                    <a:pt x="1857050" y="2882197"/>
                  </a:lnTo>
                  <a:lnTo>
                    <a:pt x="1857159" y="2882197"/>
                  </a:lnTo>
                  <a:lnTo>
                    <a:pt x="1857267" y="2882197"/>
                  </a:lnTo>
                  <a:lnTo>
                    <a:pt x="1857375" y="2882197"/>
                  </a:lnTo>
                  <a:lnTo>
                    <a:pt x="1857484" y="2882197"/>
                  </a:lnTo>
                  <a:lnTo>
                    <a:pt x="1857592" y="2882197"/>
                  </a:lnTo>
                  <a:lnTo>
                    <a:pt x="1857701" y="2882197"/>
                  </a:lnTo>
                  <a:lnTo>
                    <a:pt x="1857809" y="2882197"/>
                  </a:lnTo>
                  <a:lnTo>
                    <a:pt x="1857809" y="2881573"/>
                  </a:lnTo>
                  <a:lnTo>
                    <a:pt x="1857918" y="2881573"/>
                  </a:lnTo>
                  <a:lnTo>
                    <a:pt x="1858026" y="2881573"/>
                  </a:lnTo>
                  <a:lnTo>
                    <a:pt x="1858135" y="2881573"/>
                  </a:lnTo>
                  <a:lnTo>
                    <a:pt x="1858135" y="2880950"/>
                  </a:lnTo>
                  <a:lnTo>
                    <a:pt x="1858135" y="2880326"/>
                  </a:lnTo>
                  <a:lnTo>
                    <a:pt x="1858243" y="2880326"/>
                  </a:lnTo>
                  <a:lnTo>
                    <a:pt x="1858351" y="2880326"/>
                  </a:lnTo>
                  <a:lnTo>
                    <a:pt x="1858460" y="2880326"/>
                  </a:lnTo>
                  <a:lnTo>
                    <a:pt x="1858568" y="2880326"/>
                  </a:lnTo>
                  <a:lnTo>
                    <a:pt x="1858677" y="2880326"/>
                  </a:lnTo>
                  <a:lnTo>
                    <a:pt x="1858785" y="2880326"/>
                  </a:lnTo>
                  <a:lnTo>
                    <a:pt x="1858894" y="2880326"/>
                  </a:lnTo>
                  <a:lnTo>
                    <a:pt x="1859002" y="2880326"/>
                  </a:lnTo>
                  <a:lnTo>
                    <a:pt x="1859111" y="2880326"/>
                  </a:lnTo>
                  <a:lnTo>
                    <a:pt x="1859111" y="2879703"/>
                  </a:lnTo>
                  <a:lnTo>
                    <a:pt x="1859111" y="2879079"/>
                  </a:lnTo>
                  <a:lnTo>
                    <a:pt x="1859111" y="2878455"/>
                  </a:lnTo>
                  <a:lnTo>
                    <a:pt x="1859111" y="2877832"/>
                  </a:lnTo>
                  <a:lnTo>
                    <a:pt x="1859219" y="2877832"/>
                  </a:lnTo>
                  <a:lnTo>
                    <a:pt x="1859327" y="2877832"/>
                  </a:lnTo>
                  <a:lnTo>
                    <a:pt x="1859327" y="2877208"/>
                  </a:lnTo>
                  <a:lnTo>
                    <a:pt x="1859436" y="2877208"/>
                  </a:lnTo>
                  <a:lnTo>
                    <a:pt x="1859544" y="2877208"/>
                  </a:lnTo>
                  <a:lnTo>
                    <a:pt x="1859653" y="2877208"/>
                  </a:lnTo>
                  <a:lnTo>
                    <a:pt x="1859761" y="2877208"/>
                  </a:lnTo>
                  <a:lnTo>
                    <a:pt x="1859870" y="2877208"/>
                  </a:lnTo>
                  <a:lnTo>
                    <a:pt x="1859978" y="2877208"/>
                  </a:lnTo>
                  <a:lnTo>
                    <a:pt x="1860087" y="2877208"/>
                  </a:lnTo>
                  <a:lnTo>
                    <a:pt x="1860195" y="2877208"/>
                  </a:lnTo>
                  <a:lnTo>
                    <a:pt x="1860195" y="2876585"/>
                  </a:lnTo>
                  <a:lnTo>
                    <a:pt x="1860304" y="2876585"/>
                  </a:lnTo>
                  <a:lnTo>
                    <a:pt x="1860304" y="2875961"/>
                  </a:lnTo>
                  <a:lnTo>
                    <a:pt x="1860304" y="2875338"/>
                  </a:lnTo>
                  <a:lnTo>
                    <a:pt x="1860412" y="2875338"/>
                  </a:lnTo>
                  <a:lnTo>
                    <a:pt x="1860520" y="2875338"/>
                  </a:lnTo>
                  <a:lnTo>
                    <a:pt x="1860629" y="2875338"/>
                  </a:lnTo>
                  <a:lnTo>
                    <a:pt x="1860737" y="2875338"/>
                  </a:lnTo>
                  <a:lnTo>
                    <a:pt x="1860846" y="2875338"/>
                  </a:lnTo>
                  <a:lnTo>
                    <a:pt x="1860954" y="2875338"/>
                  </a:lnTo>
                  <a:lnTo>
                    <a:pt x="1861063" y="2875338"/>
                  </a:lnTo>
                  <a:lnTo>
                    <a:pt x="1861171" y="2875338"/>
                  </a:lnTo>
                  <a:lnTo>
                    <a:pt x="1861280" y="2875338"/>
                  </a:lnTo>
                  <a:lnTo>
                    <a:pt x="1861388" y="2875338"/>
                  </a:lnTo>
                  <a:lnTo>
                    <a:pt x="1861388" y="2874714"/>
                  </a:lnTo>
                  <a:lnTo>
                    <a:pt x="1861496" y="2874714"/>
                  </a:lnTo>
                  <a:lnTo>
                    <a:pt x="1861605" y="2874714"/>
                  </a:lnTo>
                  <a:lnTo>
                    <a:pt x="1861713" y="2874714"/>
                  </a:lnTo>
                  <a:lnTo>
                    <a:pt x="1861822" y="2874714"/>
                  </a:lnTo>
                  <a:lnTo>
                    <a:pt x="1861822" y="2874090"/>
                  </a:lnTo>
                  <a:lnTo>
                    <a:pt x="1861930" y="2874090"/>
                  </a:lnTo>
                  <a:lnTo>
                    <a:pt x="1862039" y="2874090"/>
                  </a:lnTo>
                  <a:lnTo>
                    <a:pt x="1862147" y="2874090"/>
                  </a:lnTo>
                  <a:lnTo>
                    <a:pt x="1862256" y="2874090"/>
                  </a:lnTo>
                  <a:lnTo>
                    <a:pt x="1862364" y="2874090"/>
                  </a:lnTo>
                  <a:lnTo>
                    <a:pt x="1862472" y="2874090"/>
                  </a:lnTo>
                  <a:lnTo>
                    <a:pt x="1862472" y="2873467"/>
                  </a:lnTo>
                  <a:lnTo>
                    <a:pt x="1862581" y="2873467"/>
                  </a:lnTo>
                  <a:lnTo>
                    <a:pt x="1862581" y="2872843"/>
                  </a:lnTo>
                  <a:lnTo>
                    <a:pt x="1862689" y="2872843"/>
                  </a:lnTo>
                  <a:lnTo>
                    <a:pt x="1862798" y="2872843"/>
                  </a:lnTo>
                  <a:lnTo>
                    <a:pt x="1862798" y="2872220"/>
                  </a:lnTo>
                  <a:lnTo>
                    <a:pt x="1862906" y="2872220"/>
                  </a:lnTo>
                  <a:lnTo>
                    <a:pt x="1863015" y="2872220"/>
                  </a:lnTo>
                  <a:lnTo>
                    <a:pt x="1863123" y="2872220"/>
                  </a:lnTo>
                  <a:lnTo>
                    <a:pt x="1863232" y="2872220"/>
                  </a:lnTo>
                  <a:lnTo>
                    <a:pt x="1863232" y="2871596"/>
                  </a:lnTo>
                  <a:lnTo>
                    <a:pt x="1863340" y="2871596"/>
                  </a:lnTo>
                  <a:lnTo>
                    <a:pt x="1863448" y="2871596"/>
                  </a:lnTo>
                  <a:lnTo>
                    <a:pt x="1863557" y="2871596"/>
                  </a:lnTo>
                  <a:lnTo>
                    <a:pt x="1863665" y="2871596"/>
                  </a:lnTo>
                  <a:lnTo>
                    <a:pt x="1863774" y="2871596"/>
                  </a:lnTo>
                  <a:lnTo>
                    <a:pt x="1863882" y="2871596"/>
                  </a:lnTo>
                  <a:lnTo>
                    <a:pt x="1863991" y="2871596"/>
                  </a:lnTo>
                  <a:lnTo>
                    <a:pt x="1864099" y="2871596"/>
                  </a:lnTo>
                  <a:lnTo>
                    <a:pt x="1864208" y="2871596"/>
                  </a:lnTo>
                  <a:lnTo>
                    <a:pt x="1864316" y="2871596"/>
                  </a:lnTo>
                  <a:lnTo>
                    <a:pt x="1864425" y="2871596"/>
                  </a:lnTo>
                  <a:lnTo>
                    <a:pt x="1864425" y="2870972"/>
                  </a:lnTo>
                  <a:lnTo>
                    <a:pt x="1864425" y="2870349"/>
                  </a:lnTo>
                  <a:lnTo>
                    <a:pt x="1864533" y="2870349"/>
                  </a:lnTo>
                  <a:lnTo>
                    <a:pt x="1864641" y="2870349"/>
                  </a:lnTo>
                  <a:lnTo>
                    <a:pt x="1864641" y="2869725"/>
                  </a:lnTo>
                  <a:lnTo>
                    <a:pt x="1864750" y="2869725"/>
                  </a:lnTo>
                  <a:lnTo>
                    <a:pt x="1864858" y="2869725"/>
                  </a:lnTo>
                  <a:lnTo>
                    <a:pt x="1864858" y="2869102"/>
                  </a:lnTo>
                  <a:lnTo>
                    <a:pt x="1864967" y="2869102"/>
                  </a:lnTo>
                  <a:lnTo>
                    <a:pt x="1865075" y="2869102"/>
                  </a:lnTo>
                  <a:lnTo>
                    <a:pt x="1865184" y="2869102"/>
                  </a:lnTo>
                  <a:lnTo>
                    <a:pt x="1865292" y="2869102"/>
                  </a:lnTo>
                  <a:lnTo>
                    <a:pt x="1865401" y="2869102"/>
                  </a:lnTo>
                  <a:lnTo>
                    <a:pt x="1865509" y="2869102"/>
                  </a:lnTo>
                  <a:lnTo>
                    <a:pt x="1865617" y="2869102"/>
                  </a:lnTo>
                  <a:lnTo>
                    <a:pt x="1865617" y="2868478"/>
                  </a:lnTo>
                  <a:lnTo>
                    <a:pt x="1865617" y="2867855"/>
                  </a:lnTo>
                  <a:lnTo>
                    <a:pt x="1865726" y="2867855"/>
                  </a:lnTo>
                  <a:lnTo>
                    <a:pt x="1865834" y="2867855"/>
                  </a:lnTo>
                  <a:lnTo>
                    <a:pt x="1865943" y="2867855"/>
                  </a:lnTo>
                  <a:lnTo>
                    <a:pt x="1866051" y="2867855"/>
                  </a:lnTo>
                  <a:lnTo>
                    <a:pt x="1866160" y="2867855"/>
                  </a:lnTo>
                  <a:lnTo>
                    <a:pt x="1866268" y="2867855"/>
                  </a:lnTo>
                  <a:lnTo>
                    <a:pt x="1866377" y="2867855"/>
                  </a:lnTo>
                  <a:lnTo>
                    <a:pt x="1866485" y="2867855"/>
                  </a:lnTo>
                  <a:lnTo>
                    <a:pt x="1866593" y="2867855"/>
                  </a:lnTo>
                  <a:lnTo>
                    <a:pt x="1866702" y="2867855"/>
                  </a:lnTo>
                  <a:lnTo>
                    <a:pt x="1866810" y="2867855"/>
                  </a:lnTo>
                  <a:lnTo>
                    <a:pt x="1866919" y="2867855"/>
                  </a:lnTo>
                  <a:lnTo>
                    <a:pt x="1866919" y="2867231"/>
                  </a:lnTo>
                  <a:lnTo>
                    <a:pt x="1867027" y="2867231"/>
                  </a:lnTo>
                  <a:lnTo>
                    <a:pt x="1867136" y="2867231"/>
                  </a:lnTo>
                  <a:lnTo>
                    <a:pt x="1867244" y="2867231"/>
                  </a:lnTo>
                  <a:lnTo>
                    <a:pt x="1867353" y="2867231"/>
                  </a:lnTo>
                  <a:lnTo>
                    <a:pt x="1867461" y="2867231"/>
                  </a:lnTo>
                  <a:lnTo>
                    <a:pt x="1867569" y="2867231"/>
                  </a:lnTo>
                  <a:lnTo>
                    <a:pt x="1867678" y="2867231"/>
                  </a:lnTo>
                  <a:lnTo>
                    <a:pt x="1867786" y="2867231"/>
                  </a:lnTo>
                  <a:lnTo>
                    <a:pt x="1867895" y="2867231"/>
                  </a:lnTo>
                  <a:lnTo>
                    <a:pt x="1868003" y="2867231"/>
                  </a:lnTo>
                  <a:lnTo>
                    <a:pt x="1868112" y="2867231"/>
                  </a:lnTo>
                  <a:lnTo>
                    <a:pt x="1868220" y="2867231"/>
                  </a:lnTo>
                  <a:lnTo>
                    <a:pt x="1868329" y="2867231"/>
                  </a:lnTo>
                  <a:lnTo>
                    <a:pt x="1868437" y="2867231"/>
                  </a:lnTo>
                  <a:lnTo>
                    <a:pt x="1868546" y="2867231"/>
                  </a:lnTo>
                  <a:lnTo>
                    <a:pt x="1868654" y="2867231"/>
                  </a:lnTo>
                  <a:lnTo>
                    <a:pt x="1868762" y="2867231"/>
                  </a:lnTo>
                  <a:lnTo>
                    <a:pt x="1868871" y="2867231"/>
                  </a:lnTo>
                  <a:lnTo>
                    <a:pt x="1868979" y="2867231"/>
                  </a:lnTo>
                  <a:lnTo>
                    <a:pt x="1869088" y="2867231"/>
                  </a:lnTo>
                  <a:lnTo>
                    <a:pt x="1869196" y="2867231"/>
                  </a:lnTo>
                  <a:lnTo>
                    <a:pt x="1869305" y="2867231"/>
                  </a:lnTo>
                  <a:lnTo>
                    <a:pt x="1869413" y="2867231"/>
                  </a:lnTo>
                  <a:lnTo>
                    <a:pt x="1869522" y="2867231"/>
                  </a:lnTo>
                  <a:lnTo>
                    <a:pt x="1869630" y="2867231"/>
                  </a:lnTo>
                  <a:lnTo>
                    <a:pt x="1869738" y="2867231"/>
                  </a:lnTo>
                  <a:lnTo>
                    <a:pt x="1869847" y="2867231"/>
                  </a:lnTo>
                  <a:lnTo>
                    <a:pt x="1869955" y="2867231"/>
                  </a:lnTo>
                  <a:lnTo>
                    <a:pt x="1870064" y="2867231"/>
                  </a:lnTo>
                  <a:lnTo>
                    <a:pt x="1870172" y="2867231"/>
                  </a:lnTo>
                  <a:lnTo>
                    <a:pt x="1870281" y="2867231"/>
                  </a:lnTo>
                  <a:lnTo>
                    <a:pt x="1870389" y="2867231"/>
                  </a:lnTo>
                  <a:lnTo>
                    <a:pt x="1870498" y="2867231"/>
                  </a:lnTo>
                  <a:lnTo>
                    <a:pt x="1870606" y="2867231"/>
                  </a:lnTo>
                  <a:lnTo>
                    <a:pt x="1870714" y="2867231"/>
                  </a:lnTo>
                  <a:lnTo>
                    <a:pt x="1870823" y="2867231"/>
                  </a:lnTo>
                  <a:lnTo>
                    <a:pt x="1870931" y="2867231"/>
                  </a:lnTo>
                  <a:lnTo>
                    <a:pt x="1871040" y="2867231"/>
                  </a:lnTo>
                  <a:lnTo>
                    <a:pt x="1871148" y="2867231"/>
                  </a:lnTo>
                  <a:lnTo>
                    <a:pt x="1871148" y="2866607"/>
                  </a:lnTo>
                  <a:lnTo>
                    <a:pt x="1871257" y="2866607"/>
                  </a:lnTo>
                  <a:lnTo>
                    <a:pt x="1871257" y="2865984"/>
                  </a:lnTo>
                  <a:lnTo>
                    <a:pt x="1871257" y="2865360"/>
                  </a:lnTo>
                  <a:lnTo>
                    <a:pt x="1871257" y="2864737"/>
                  </a:lnTo>
                  <a:lnTo>
                    <a:pt x="1871365" y="2864737"/>
                  </a:lnTo>
                  <a:lnTo>
                    <a:pt x="1871474" y="2864737"/>
                  </a:lnTo>
                  <a:lnTo>
                    <a:pt x="1871582" y="2864737"/>
                  </a:lnTo>
                  <a:lnTo>
                    <a:pt x="1871582" y="2864113"/>
                  </a:lnTo>
                  <a:lnTo>
                    <a:pt x="1871690" y="2864113"/>
                  </a:lnTo>
                  <a:lnTo>
                    <a:pt x="1871690" y="2863490"/>
                  </a:lnTo>
                  <a:lnTo>
                    <a:pt x="1871799" y="2863490"/>
                  </a:lnTo>
                  <a:lnTo>
                    <a:pt x="1871799" y="2862866"/>
                  </a:lnTo>
                  <a:lnTo>
                    <a:pt x="1871907" y="2862866"/>
                  </a:lnTo>
                  <a:lnTo>
                    <a:pt x="1872016" y="2862866"/>
                  </a:lnTo>
                  <a:lnTo>
                    <a:pt x="1872124" y="2862866"/>
                  </a:lnTo>
                  <a:lnTo>
                    <a:pt x="1872233" y="2862866"/>
                  </a:lnTo>
                  <a:lnTo>
                    <a:pt x="1872341" y="2862866"/>
                  </a:lnTo>
                  <a:lnTo>
                    <a:pt x="1872450" y="2862866"/>
                  </a:lnTo>
                  <a:lnTo>
                    <a:pt x="1872450" y="2862242"/>
                  </a:lnTo>
                  <a:lnTo>
                    <a:pt x="1872450" y="2861619"/>
                  </a:lnTo>
                  <a:lnTo>
                    <a:pt x="1872558" y="2861619"/>
                  </a:lnTo>
                  <a:lnTo>
                    <a:pt x="1872667" y="2861619"/>
                  </a:lnTo>
                  <a:lnTo>
                    <a:pt x="1872667" y="2860995"/>
                  </a:lnTo>
                  <a:lnTo>
                    <a:pt x="1872775" y="2860995"/>
                  </a:lnTo>
                  <a:lnTo>
                    <a:pt x="1872883" y="2860995"/>
                  </a:lnTo>
                  <a:lnTo>
                    <a:pt x="1872992" y="2860995"/>
                  </a:lnTo>
                  <a:lnTo>
                    <a:pt x="1873100" y="2860995"/>
                  </a:lnTo>
                  <a:lnTo>
                    <a:pt x="1873209" y="2860995"/>
                  </a:lnTo>
                  <a:lnTo>
                    <a:pt x="1873317" y="2860995"/>
                  </a:lnTo>
                  <a:lnTo>
                    <a:pt x="1873426" y="2860995"/>
                  </a:lnTo>
                  <a:lnTo>
                    <a:pt x="1873426" y="2860372"/>
                  </a:lnTo>
                  <a:lnTo>
                    <a:pt x="1873534" y="2860372"/>
                  </a:lnTo>
                  <a:lnTo>
                    <a:pt x="1873643" y="2860372"/>
                  </a:lnTo>
                  <a:lnTo>
                    <a:pt x="1873751" y="2860372"/>
                  </a:lnTo>
                  <a:lnTo>
                    <a:pt x="1873751" y="2859748"/>
                  </a:lnTo>
                  <a:lnTo>
                    <a:pt x="1873751" y="2859124"/>
                  </a:lnTo>
                  <a:lnTo>
                    <a:pt x="1873859" y="2859124"/>
                  </a:lnTo>
                  <a:lnTo>
                    <a:pt x="1873968" y="2859124"/>
                  </a:lnTo>
                  <a:lnTo>
                    <a:pt x="1874076" y="2859124"/>
                  </a:lnTo>
                  <a:lnTo>
                    <a:pt x="1874185" y="2859124"/>
                  </a:lnTo>
                  <a:lnTo>
                    <a:pt x="1874185" y="2858501"/>
                  </a:lnTo>
                  <a:lnTo>
                    <a:pt x="1874185" y="2857877"/>
                  </a:lnTo>
                  <a:lnTo>
                    <a:pt x="1874293" y="2857877"/>
                  </a:lnTo>
                  <a:lnTo>
                    <a:pt x="1874402" y="2857877"/>
                  </a:lnTo>
                  <a:lnTo>
                    <a:pt x="1874510" y="2857877"/>
                  </a:lnTo>
                  <a:lnTo>
                    <a:pt x="1874510" y="2857254"/>
                  </a:lnTo>
                  <a:lnTo>
                    <a:pt x="1874619" y="2857254"/>
                  </a:lnTo>
                  <a:lnTo>
                    <a:pt x="1874619" y="2856630"/>
                  </a:lnTo>
                  <a:lnTo>
                    <a:pt x="1874727" y="2856630"/>
                  </a:lnTo>
                  <a:lnTo>
                    <a:pt x="1874835" y="2856630"/>
                  </a:lnTo>
                  <a:lnTo>
                    <a:pt x="1874944" y="2856630"/>
                  </a:lnTo>
                  <a:lnTo>
                    <a:pt x="1875052" y="2856630"/>
                  </a:lnTo>
                  <a:lnTo>
                    <a:pt x="1875052" y="2856007"/>
                  </a:lnTo>
                  <a:lnTo>
                    <a:pt x="1875161" y="2856007"/>
                  </a:lnTo>
                  <a:lnTo>
                    <a:pt x="1875269" y="2856007"/>
                  </a:lnTo>
                  <a:lnTo>
                    <a:pt x="1875378" y="2856007"/>
                  </a:lnTo>
                  <a:lnTo>
                    <a:pt x="1875486" y="2856007"/>
                  </a:lnTo>
                  <a:lnTo>
                    <a:pt x="1875595" y="2856007"/>
                  </a:lnTo>
                  <a:lnTo>
                    <a:pt x="1875703" y="2856007"/>
                  </a:lnTo>
                  <a:lnTo>
                    <a:pt x="1875703" y="2855383"/>
                  </a:lnTo>
                  <a:lnTo>
                    <a:pt x="1875703" y="2854759"/>
                  </a:lnTo>
                  <a:lnTo>
                    <a:pt x="1875703" y="2854136"/>
                  </a:lnTo>
                  <a:lnTo>
                    <a:pt x="1875811" y="2854136"/>
                  </a:lnTo>
                  <a:lnTo>
                    <a:pt x="1875920" y="2854136"/>
                  </a:lnTo>
                  <a:lnTo>
                    <a:pt x="1875920" y="2853512"/>
                  </a:lnTo>
                  <a:lnTo>
                    <a:pt x="1876028" y="2853512"/>
                  </a:lnTo>
                  <a:lnTo>
                    <a:pt x="1876137" y="2853512"/>
                  </a:lnTo>
                  <a:lnTo>
                    <a:pt x="1876245" y="2853512"/>
                  </a:lnTo>
                  <a:lnTo>
                    <a:pt x="1876354" y="2853512"/>
                  </a:lnTo>
                  <a:lnTo>
                    <a:pt x="1876462" y="2853512"/>
                  </a:lnTo>
                  <a:lnTo>
                    <a:pt x="1876571" y="2853512"/>
                  </a:lnTo>
                  <a:lnTo>
                    <a:pt x="1876679" y="2853512"/>
                  </a:lnTo>
                  <a:lnTo>
                    <a:pt x="1876788" y="2853512"/>
                  </a:lnTo>
                  <a:lnTo>
                    <a:pt x="1876896" y="2853512"/>
                  </a:lnTo>
                  <a:lnTo>
                    <a:pt x="1877004" y="2853512"/>
                  </a:lnTo>
                  <a:lnTo>
                    <a:pt x="1877113" y="2853512"/>
                  </a:lnTo>
                  <a:lnTo>
                    <a:pt x="1877221" y="2853512"/>
                  </a:lnTo>
                  <a:lnTo>
                    <a:pt x="1877330" y="2853512"/>
                  </a:lnTo>
                  <a:lnTo>
                    <a:pt x="1877438" y="2853512"/>
                  </a:lnTo>
                  <a:lnTo>
                    <a:pt x="1877547" y="2853512"/>
                  </a:lnTo>
                  <a:lnTo>
                    <a:pt x="1877655" y="2853512"/>
                  </a:lnTo>
                  <a:lnTo>
                    <a:pt x="1877655" y="2852889"/>
                  </a:lnTo>
                  <a:lnTo>
                    <a:pt x="1877764" y="2852889"/>
                  </a:lnTo>
                  <a:lnTo>
                    <a:pt x="1877764" y="2852265"/>
                  </a:lnTo>
                  <a:lnTo>
                    <a:pt x="1877872" y="2852265"/>
                  </a:lnTo>
                  <a:lnTo>
                    <a:pt x="1877980" y="2852265"/>
                  </a:lnTo>
                  <a:lnTo>
                    <a:pt x="1877980" y="2851641"/>
                  </a:lnTo>
                  <a:lnTo>
                    <a:pt x="1877980" y="2851018"/>
                  </a:lnTo>
                  <a:lnTo>
                    <a:pt x="1878089" y="2851018"/>
                  </a:lnTo>
                  <a:lnTo>
                    <a:pt x="1878197" y="2851018"/>
                  </a:lnTo>
                  <a:lnTo>
                    <a:pt x="1878306" y="2851018"/>
                  </a:lnTo>
                  <a:lnTo>
                    <a:pt x="1878414" y="2851018"/>
                  </a:lnTo>
                  <a:lnTo>
                    <a:pt x="1878523" y="2851018"/>
                  </a:lnTo>
                  <a:lnTo>
                    <a:pt x="1878631" y="2851018"/>
                  </a:lnTo>
                  <a:lnTo>
                    <a:pt x="1878740" y="2851018"/>
                  </a:lnTo>
                  <a:lnTo>
                    <a:pt x="1878848" y="2851018"/>
                  </a:lnTo>
                  <a:lnTo>
                    <a:pt x="1878956" y="2851018"/>
                  </a:lnTo>
                  <a:lnTo>
                    <a:pt x="1879065" y="2851018"/>
                  </a:lnTo>
                  <a:lnTo>
                    <a:pt x="1879173" y="2851018"/>
                  </a:lnTo>
                  <a:lnTo>
                    <a:pt x="1879282" y="2851018"/>
                  </a:lnTo>
                  <a:lnTo>
                    <a:pt x="1879282" y="2850394"/>
                  </a:lnTo>
                  <a:lnTo>
                    <a:pt x="1879390" y="2850394"/>
                  </a:lnTo>
                  <a:lnTo>
                    <a:pt x="1879499" y="2850394"/>
                  </a:lnTo>
                  <a:lnTo>
                    <a:pt x="1879607" y="2850394"/>
                  </a:lnTo>
                  <a:lnTo>
                    <a:pt x="1879716" y="2850394"/>
                  </a:lnTo>
                  <a:lnTo>
                    <a:pt x="1879716" y="2849771"/>
                  </a:lnTo>
                  <a:lnTo>
                    <a:pt x="1879824" y="2849771"/>
                  </a:lnTo>
                  <a:lnTo>
                    <a:pt x="1879824" y="2849147"/>
                  </a:lnTo>
                  <a:lnTo>
                    <a:pt x="1879932" y="2849147"/>
                  </a:lnTo>
                  <a:lnTo>
                    <a:pt x="1880041" y="2849147"/>
                  </a:lnTo>
                  <a:lnTo>
                    <a:pt x="1880149" y="2849147"/>
                  </a:lnTo>
                  <a:lnTo>
                    <a:pt x="1880258" y="2849147"/>
                  </a:lnTo>
                  <a:lnTo>
                    <a:pt x="1880366" y="2849147"/>
                  </a:lnTo>
                  <a:lnTo>
                    <a:pt x="1880475" y="2849147"/>
                  </a:lnTo>
                  <a:lnTo>
                    <a:pt x="1880583" y="2849147"/>
                  </a:lnTo>
                  <a:lnTo>
                    <a:pt x="1880692" y="2849147"/>
                  </a:lnTo>
                  <a:lnTo>
                    <a:pt x="1880800" y="2849147"/>
                  </a:lnTo>
                  <a:lnTo>
                    <a:pt x="1880909" y="2849147"/>
                  </a:lnTo>
                  <a:lnTo>
                    <a:pt x="1880909" y="2848524"/>
                  </a:lnTo>
                  <a:lnTo>
                    <a:pt x="1881017" y="2848524"/>
                  </a:lnTo>
                  <a:lnTo>
                    <a:pt x="1881125" y="2848524"/>
                  </a:lnTo>
                  <a:lnTo>
                    <a:pt x="1881125" y="2847900"/>
                  </a:lnTo>
                  <a:lnTo>
                    <a:pt x="1881234" y="2847900"/>
                  </a:lnTo>
                  <a:lnTo>
                    <a:pt x="1881342" y="2847900"/>
                  </a:lnTo>
                  <a:lnTo>
                    <a:pt x="1881451" y="2847900"/>
                  </a:lnTo>
                  <a:lnTo>
                    <a:pt x="1881451" y="2847276"/>
                  </a:lnTo>
                  <a:lnTo>
                    <a:pt x="1881559" y="2847276"/>
                  </a:lnTo>
                  <a:lnTo>
                    <a:pt x="1881668" y="2847276"/>
                  </a:lnTo>
                  <a:lnTo>
                    <a:pt x="1881776" y="2847276"/>
                  </a:lnTo>
                  <a:lnTo>
                    <a:pt x="1881885" y="2847276"/>
                  </a:lnTo>
                  <a:lnTo>
                    <a:pt x="1881993" y="2847276"/>
                  </a:lnTo>
                  <a:lnTo>
                    <a:pt x="1882101" y="2847276"/>
                  </a:lnTo>
                  <a:lnTo>
                    <a:pt x="1882210" y="2847276"/>
                  </a:lnTo>
                  <a:lnTo>
                    <a:pt x="1882318" y="2847276"/>
                  </a:lnTo>
                  <a:lnTo>
                    <a:pt x="1882427" y="2847276"/>
                  </a:lnTo>
                  <a:lnTo>
                    <a:pt x="1882535" y="2847276"/>
                  </a:lnTo>
                  <a:lnTo>
                    <a:pt x="1882644" y="2847276"/>
                  </a:lnTo>
                  <a:lnTo>
                    <a:pt x="1882752" y="2847276"/>
                  </a:lnTo>
                  <a:lnTo>
                    <a:pt x="1882861" y="2847276"/>
                  </a:lnTo>
                  <a:lnTo>
                    <a:pt x="1882969" y="2847276"/>
                  </a:lnTo>
                  <a:lnTo>
                    <a:pt x="1883077" y="2847276"/>
                  </a:lnTo>
                  <a:lnTo>
                    <a:pt x="1883186" y="2847276"/>
                  </a:lnTo>
                  <a:lnTo>
                    <a:pt x="1883294" y="2847276"/>
                  </a:lnTo>
                  <a:lnTo>
                    <a:pt x="1883403" y="2847276"/>
                  </a:lnTo>
                  <a:lnTo>
                    <a:pt x="1883511" y="2847276"/>
                  </a:lnTo>
                  <a:lnTo>
                    <a:pt x="1883620" y="2847276"/>
                  </a:lnTo>
                  <a:lnTo>
                    <a:pt x="1883728" y="2847276"/>
                  </a:lnTo>
                  <a:lnTo>
                    <a:pt x="1883837" y="2847276"/>
                  </a:lnTo>
                  <a:lnTo>
                    <a:pt x="1883945" y="2847276"/>
                  </a:lnTo>
                  <a:lnTo>
                    <a:pt x="1883945" y="2846653"/>
                  </a:lnTo>
                  <a:lnTo>
                    <a:pt x="1884053" y="2846653"/>
                  </a:lnTo>
                  <a:lnTo>
                    <a:pt x="1884162" y="2846653"/>
                  </a:lnTo>
                  <a:lnTo>
                    <a:pt x="1884270" y="2846653"/>
                  </a:lnTo>
                  <a:lnTo>
                    <a:pt x="1884379" y="2846653"/>
                  </a:lnTo>
                  <a:lnTo>
                    <a:pt x="1884487" y="2846653"/>
                  </a:lnTo>
                  <a:lnTo>
                    <a:pt x="1884596" y="2846653"/>
                  </a:lnTo>
                  <a:lnTo>
                    <a:pt x="1884596" y="2846029"/>
                  </a:lnTo>
                  <a:lnTo>
                    <a:pt x="1884704" y="2846029"/>
                  </a:lnTo>
                  <a:lnTo>
                    <a:pt x="1884704" y="2845406"/>
                  </a:lnTo>
                  <a:lnTo>
                    <a:pt x="1884813" y="2845406"/>
                  </a:lnTo>
                  <a:lnTo>
                    <a:pt x="1884921" y="2845406"/>
                  </a:lnTo>
                  <a:lnTo>
                    <a:pt x="1885029" y="2845406"/>
                  </a:lnTo>
                  <a:lnTo>
                    <a:pt x="1885138" y="2845406"/>
                  </a:lnTo>
                  <a:lnTo>
                    <a:pt x="1885246" y="2845406"/>
                  </a:lnTo>
                  <a:lnTo>
                    <a:pt x="1885355" y="2845406"/>
                  </a:lnTo>
                  <a:lnTo>
                    <a:pt x="1885463" y="2845406"/>
                  </a:lnTo>
                  <a:lnTo>
                    <a:pt x="1885463" y="2844782"/>
                  </a:lnTo>
                  <a:lnTo>
                    <a:pt x="1885572" y="2844782"/>
                  </a:lnTo>
                  <a:lnTo>
                    <a:pt x="1885680" y="2844782"/>
                  </a:lnTo>
                  <a:lnTo>
                    <a:pt x="1885789" y="2844782"/>
                  </a:lnTo>
                  <a:lnTo>
                    <a:pt x="1885789" y="2844158"/>
                  </a:lnTo>
                  <a:lnTo>
                    <a:pt x="1885897" y="2844158"/>
                  </a:lnTo>
                  <a:lnTo>
                    <a:pt x="1886006" y="2844158"/>
                  </a:lnTo>
                  <a:lnTo>
                    <a:pt x="1886114" y="2844158"/>
                  </a:lnTo>
                  <a:lnTo>
                    <a:pt x="1886222" y="2844158"/>
                  </a:lnTo>
                  <a:lnTo>
                    <a:pt x="1886331" y="2844158"/>
                  </a:lnTo>
                  <a:lnTo>
                    <a:pt x="1886439" y="2844158"/>
                  </a:lnTo>
                  <a:lnTo>
                    <a:pt x="1886548" y="2844158"/>
                  </a:lnTo>
                  <a:lnTo>
                    <a:pt x="1886656" y="2844158"/>
                  </a:lnTo>
                  <a:lnTo>
                    <a:pt x="1886765" y="2844158"/>
                  </a:lnTo>
                  <a:lnTo>
                    <a:pt x="1886873" y="2844158"/>
                  </a:lnTo>
                  <a:lnTo>
                    <a:pt x="1886982" y="2844158"/>
                  </a:lnTo>
                  <a:lnTo>
                    <a:pt x="1886982" y="2843535"/>
                  </a:lnTo>
                  <a:lnTo>
                    <a:pt x="1887090" y="2843535"/>
                  </a:lnTo>
                  <a:lnTo>
                    <a:pt x="1887198" y="2843535"/>
                  </a:lnTo>
                  <a:lnTo>
                    <a:pt x="1887307" y="2843535"/>
                  </a:lnTo>
                  <a:lnTo>
                    <a:pt x="1887415" y="2843535"/>
                  </a:lnTo>
                  <a:lnTo>
                    <a:pt x="1887524" y="2843535"/>
                  </a:lnTo>
                  <a:lnTo>
                    <a:pt x="1887524" y="2842911"/>
                  </a:lnTo>
                  <a:lnTo>
                    <a:pt x="1887632" y="2842911"/>
                  </a:lnTo>
                  <a:lnTo>
                    <a:pt x="1887741" y="2842911"/>
                  </a:lnTo>
                  <a:lnTo>
                    <a:pt x="1887849" y="2842911"/>
                  </a:lnTo>
                  <a:lnTo>
                    <a:pt x="1887958" y="2842911"/>
                  </a:lnTo>
                  <a:lnTo>
                    <a:pt x="1888066" y="2842911"/>
                  </a:lnTo>
                  <a:lnTo>
                    <a:pt x="1888174" y="2842911"/>
                  </a:lnTo>
                  <a:lnTo>
                    <a:pt x="1888283" y="2842911"/>
                  </a:lnTo>
                  <a:lnTo>
                    <a:pt x="1888391" y="2842911"/>
                  </a:lnTo>
                  <a:lnTo>
                    <a:pt x="1888500" y="2842911"/>
                  </a:lnTo>
                  <a:lnTo>
                    <a:pt x="1888500" y="2842288"/>
                  </a:lnTo>
                  <a:lnTo>
                    <a:pt x="1888608" y="2842288"/>
                  </a:lnTo>
                  <a:lnTo>
                    <a:pt x="1888717" y="2842288"/>
                  </a:lnTo>
                  <a:lnTo>
                    <a:pt x="1888825" y="2842288"/>
                  </a:lnTo>
                  <a:lnTo>
                    <a:pt x="1888825" y="2841664"/>
                  </a:lnTo>
                  <a:lnTo>
                    <a:pt x="1888934" y="2841664"/>
                  </a:lnTo>
                  <a:lnTo>
                    <a:pt x="1889042" y="2841664"/>
                  </a:lnTo>
                  <a:lnTo>
                    <a:pt x="1889042" y="2841041"/>
                  </a:lnTo>
                  <a:lnTo>
                    <a:pt x="1889150" y="2841041"/>
                  </a:lnTo>
                  <a:lnTo>
                    <a:pt x="1889150" y="2840417"/>
                  </a:lnTo>
                  <a:lnTo>
                    <a:pt x="1889259" y="2840417"/>
                  </a:lnTo>
                  <a:lnTo>
                    <a:pt x="1889367" y="2840417"/>
                  </a:lnTo>
                  <a:lnTo>
                    <a:pt x="1889476" y="2840417"/>
                  </a:lnTo>
                  <a:lnTo>
                    <a:pt x="1889584" y="2840417"/>
                  </a:lnTo>
                  <a:lnTo>
                    <a:pt x="1889693" y="2840417"/>
                  </a:lnTo>
                  <a:lnTo>
                    <a:pt x="1889801" y="2840417"/>
                  </a:lnTo>
                  <a:lnTo>
                    <a:pt x="1889910" y="2840417"/>
                  </a:lnTo>
                  <a:lnTo>
                    <a:pt x="1890018" y="2840417"/>
                  </a:lnTo>
                  <a:lnTo>
                    <a:pt x="1890127" y="2840417"/>
                  </a:lnTo>
                  <a:lnTo>
                    <a:pt x="1890235" y="2840417"/>
                  </a:lnTo>
                  <a:lnTo>
                    <a:pt x="1890343" y="2840417"/>
                  </a:lnTo>
                  <a:lnTo>
                    <a:pt x="1890452" y="2840417"/>
                  </a:lnTo>
                  <a:lnTo>
                    <a:pt x="1890560" y="2840417"/>
                  </a:lnTo>
                  <a:lnTo>
                    <a:pt x="1890669" y="2840417"/>
                  </a:lnTo>
                  <a:lnTo>
                    <a:pt x="1890777" y="2840417"/>
                  </a:lnTo>
                  <a:lnTo>
                    <a:pt x="1890886" y="2840417"/>
                  </a:lnTo>
                  <a:lnTo>
                    <a:pt x="1890994" y="2840417"/>
                  </a:lnTo>
                  <a:lnTo>
                    <a:pt x="1891103" y="2840417"/>
                  </a:lnTo>
                  <a:lnTo>
                    <a:pt x="1891211" y="2840417"/>
                  </a:lnTo>
                  <a:lnTo>
                    <a:pt x="1891319" y="2840417"/>
                  </a:lnTo>
                  <a:lnTo>
                    <a:pt x="1891428" y="2840417"/>
                  </a:lnTo>
                  <a:lnTo>
                    <a:pt x="1891428" y="2839793"/>
                  </a:lnTo>
                  <a:lnTo>
                    <a:pt x="1891536" y="2839793"/>
                  </a:lnTo>
                  <a:lnTo>
                    <a:pt x="1891645" y="2839793"/>
                  </a:lnTo>
                  <a:lnTo>
                    <a:pt x="1891753" y="2839793"/>
                  </a:lnTo>
                  <a:lnTo>
                    <a:pt x="1891862" y="2839793"/>
                  </a:lnTo>
                  <a:lnTo>
                    <a:pt x="1891970" y="2839793"/>
                  </a:lnTo>
                  <a:lnTo>
                    <a:pt x="1892079" y="2839793"/>
                  </a:lnTo>
                  <a:lnTo>
                    <a:pt x="1892187" y="2839793"/>
                  </a:lnTo>
                  <a:lnTo>
                    <a:pt x="1892187" y="2839170"/>
                  </a:lnTo>
                  <a:lnTo>
                    <a:pt x="1892187" y="2838546"/>
                  </a:lnTo>
                  <a:lnTo>
                    <a:pt x="1892295" y="2838546"/>
                  </a:lnTo>
                  <a:lnTo>
                    <a:pt x="1892404" y="2838546"/>
                  </a:lnTo>
                  <a:lnTo>
                    <a:pt x="1892512" y="2838546"/>
                  </a:lnTo>
                  <a:lnTo>
                    <a:pt x="1892512" y="2837923"/>
                  </a:lnTo>
                  <a:lnTo>
                    <a:pt x="1892512" y="2837299"/>
                  </a:lnTo>
                  <a:lnTo>
                    <a:pt x="1892621" y="2837299"/>
                  </a:lnTo>
                  <a:lnTo>
                    <a:pt x="1892729" y="2837299"/>
                  </a:lnTo>
                  <a:lnTo>
                    <a:pt x="1892838" y="2837299"/>
                  </a:lnTo>
                  <a:lnTo>
                    <a:pt x="1892946" y="2837299"/>
                  </a:lnTo>
                  <a:lnTo>
                    <a:pt x="1893055" y="2837299"/>
                  </a:lnTo>
                  <a:lnTo>
                    <a:pt x="1893163" y="2837299"/>
                  </a:lnTo>
                  <a:lnTo>
                    <a:pt x="1893163" y="2836675"/>
                  </a:lnTo>
                  <a:lnTo>
                    <a:pt x="1893163" y="2836052"/>
                  </a:lnTo>
                  <a:lnTo>
                    <a:pt x="1893271" y="2836052"/>
                  </a:lnTo>
                  <a:lnTo>
                    <a:pt x="1893380" y="2836052"/>
                  </a:lnTo>
                  <a:lnTo>
                    <a:pt x="1893488" y="2836052"/>
                  </a:lnTo>
                  <a:lnTo>
                    <a:pt x="1893597" y="2836052"/>
                  </a:lnTo>
                  <a:lnTo>
                    <a:pt x="1893705" y="2836052"/>
                  </a:lnTo>
                  <a:lnTo>
                    <a:pt x="1893814" y="2836052"/>
                  </a:lnTo>
                  <a:lnTo>
                    <a:pt x="1893814" y="2835428"/>
                  </a:lnTo>
                  <a:lnTo>
                    <a:pt x="1893922" y="2835428"/>
                  </a:lnTo>
                  <a:lnTo>
                    <a:pt x="1894031" y="2835428"/>
                  </a:lnTo>
                  <a:lnTo>
                    <a:pt x="1894139" y="2835428"/>
                  </a:lnTo>
                  <a:lnTo>
                    <a:pt x="1894248" y="2835428"/>
                  </a:lnTo>
                  <a:lnTo>
                    <a:pt x="1894356" y="2835428"/>
                  </a:lnTo>
                  <a:lnTo>
                    <a:pt x="1894464" y="2835428"/>
                  </a:lnTo>
                  <a:lnTo>
                    <a:pt x="1894573" y="2835428"/>
                  </a:lnTo>
                  <a:lnTo>
                    <a:pt x="1894681" y="2835428"/>
                  </a:lnTo>
                  <a:lnTo>
                    <a:pt x="1894681" y="2834805"/>
                  </a:lnTo>
                  <a:lnTo>
                    <a:pt x="1894790" y="2834805"/>
                  </a:lnTo>
                  <a:lnTo>
                    <a:pt x="1894898" y="2834805"/>
                  </a:lnTo>
                  <a:lnTo>
                    <a:pt x="1895007" y="2834805"/>
                  </a:lnTo>
                  <a:lnTo>
                    <a:pt x="1895007" y="2834181"/>
                  </a:lnTo>
                  <a:lnTo>
                    <a:pt x="1895007" y="2833558"/>
                  </a:lnTo>
                  <a:lnTo>
                    <a:pt x="1895115" y="2833558"/>
                  </a:lnTo>
                  <a:lnTo>
                    <a:pt x="1895224" y="2833558"/>
                  </a:lnTo>
                  <a:lnTo>
                    <a:pt x="1895224" y="2832934"/>
                  </a:lnTo>
                  <a:lnTo>
                    <a:pt x="1895332" y="2832934"/>
                  </a:lnTo>
                  <a:lnTo>
                    <a:pt x="1895440" y="2832934"/>
                  </a:lnTo>
                  <a:lnTo>
                    <a:pt x="1895549" y="2832934"/>
                  </a:lnTo>
                  <a:lnTo>
                    <a:pt x="1895657" y="2832934"/>
                  </a:lnTo>
                  <a:lnTo>
                    <a:pt x="1895766" y="2832934"/>
                  </a:lnTo>
                  <a:lnTo>
                    <a:pt x="1895766" y="2832310"/>
                  </a:lnTo>
                  <a:lnTo>
                    <a:pt x="1895874" y="2832310"/>
                  </a:lnTo>
                  <a:lnTo>
                    <a:pt x="1895983" y="2832310"/>
                  </a:lnTo>
                  <a:lnTo>
                    <a:pt x="1895983" y="2831687"/>
                  </a:lnTo>
                  <a:lnTo>
                    <a:pt x="1896091" y="2831687"/>
                  </a:lnTo>
                  <a:lnTo>
                    <a:pt x="1896091" y="2831063"/>
                  </a:lnTo>
                  <a:lnTo>
                    <a:pt x="1896200" y="2831063"/>
                  </a:lnTo>
                  <a:lnTo>
                    <a:pt x="1896308" y="2831063"/>
                  </a:lnTo>
                  <a:lnTo>
                    <a:pt x="1896416" y="2831063"/>
                  </a:lnTo>
                  <a:lnTo>
                    <a:pt x="1896416" y="2830440"/>
                  </a:lnTo>
                  <a:lnTo>
                    <a:pt x="1896525" y="2830440"/>
                  </a:lnTo>
                  <a:lnTo>
                    <a:pt x="1896633" y="2830440"/>
                  </a:lnTo>
                  <a:lnTo>
                    <a:pt x="1896742" y="2830440"/>
                  </a:lnTo>
                  <a:lnTo>
                    <a:pt x="1896850" y="2830440"/>
                  </a:lnTo>
                  <a:lnTo>
                    <a:pt x="1896959" y="2830440"/>
                  </a:lnTo>
                  <a:lnTo>
                    <a:pt x="1897067" y="2830440"/>
                  </a:lnTo>
                  <a:lnTo>
                    <a:pt x="1897176" y="2830440"/>
                  </a:lnTo>
                  <a:lnTo>
                    <a:pt x="1897284" y="2830440"/>
                  </a:lnTo>
                  <a:lnTo>
                    <a:pt x="1897392" y="2830440"/>
                  </a:lnTo>
                  <a:lnTo>
                    <a:pt x="1897392" y="2829816"/>
                  </a:lnTo>
                  <a:lnTo>
                    <a:pt x="1897501" y="2829816"/>
                  </a:lnTo>
                  <a:lnTo>
                    <a:pt x="1897609" y="2829816"/>
                  </a:lnTo>
                  <a:lnTo>
                    <a:pt x="1897718" y="2829816"/>
                  </a:lnTo>
                  <a:lnTo>
                    <a:pt x="1897826" y="2829816"/>
                  </a:lnTo>
                  <a:lnTo>
                    <a:pt x="1897935" y="2829816"/>
                  </a:lnTo>
                  <a:lnTo>
                    <a:pt x="1897935" y="2829192"/>
                  </a:lnTo>
                  <a:lnTo>
                    <a:pt x="1898043" y="2829192"/>
                  </a:lnTo>
                  <a:lnTo>
                    <a:pt x="1898152" y="2829192"/>
                  </a:lnTo>
                  <a:lnTo>
                    <a:pt x="1898260" y="2829192"/>
                  </a:lnTo>
                  <a:lnTo>
                    <a:pt x="1898369" y="2829192"/>
                  </a:lnTo>
                  <a:lnTo>
                    <a:pt x="1898477" y="2829192"/>
                  </a:lnTo>
                  <a:lnTo>
                    <a:pt x="1898585" y="2829192"/>
                  </a:lnTo>
                  <a:lnTo>
                    <a:pt x="1898694" y="2829192"/>
                  </a:lnTo>
                  <a:lnTo>
                    <a:pt x="1898802" y="2829192"/>
                  </a:lnTo>
                  <a:lnTo>
                    <a:pt x="1898911" y="2829192"/>
                  </a:lnTo>
                  <a:lnTo>
                    <a:pt x="1899019" y="2829192"/>
                  </a:lnTo>
                  <a:lnTo>
                    <a:pt x="1899128" y="2829192"/>
                  </a:lnTo>
                  <a:lnTo>
                    <a:pt x="1899236" y="2829192"/>
                  </a:lnTo>
                  <a:lnTo>
                    <a:pt x="1899236" y="2828569"/>
                  </a:lnTo>
                  <a:lnTo>
                    <a:pt x="1899345" y="2828569"/>
                  </a:lnTo>
                  <a:lnTo>
                    <a:pt x="1899453" y="2828569"/>
                  </a:lnTo>
                  <a:lnTo>
                    <a:pt x="1899561" y="2828569"/>
                  </a:lnTo>
                  <a:lnTo>
                    <a:pt x="1899670" y="2828569"/>
                  </a:lnTo>
                  <a:lnTo>
                    <a:pt x="1899778" y="2828569"/>
                  </a:lnTo>
                  <a:lnTo>
                    <a:pt x="1899778" y="2827945"/>
                  </a:lnTo>
                  <a:lnTo>
                    <a:pt x="1899887" y="2827945"/>
                  </a:lnTo>
                  <a:lnTo>
                    <a:pt x="1899995" y="2827945"/>
                  </a:lnTo>
                  <a:lnTo>
                    <a:pt x="1900104" y="2827945"/>
                  </a:lnTo>
                  <a:lnTo>
                    <a:pt x="1900212" y="2827945"/>
                  </a:lnTo>
                  <a:lnTo>
                    <a:pt x="1900321" y="2827945"/>
                  </a:lnTo>
                  <a:lnTo>
                    <a:pt x="1900429" y="2827945"/>
                  </a:lnTo>
                  <a:lnTo>
                    <a:pt x="1900537" y="2827945"/>
                  </a:lnTo>
                  <a:lnTo>
                    <a:pt x="1900646" y="2827945"/>
                  </a:lnTo>
                  <a:lnTo>
                    <a:pt x="1900754" y="2827945"/>
                  </a:lnTo>
                  <a:lnTo>
                    <a:pt x="1900754" y="2827322"/>
                  </a:lnTo>
                  <a:lnTo>
                    <a:pt x="1900863" y="2827322"/>
                  </a:lnTo>
                  <a:lnTo>
                    <a:pt x="1900971" y="2827322"/>
                  </a:lnTo>
                  <a:lnTo>
                    <a:pt x="1901080" y="2827322"/>
                  </a:lnTo>
                  <a:lnTo>
                    <a:pt x="1901080" y="2826698"/>
                  </a:lnTo>
                  <a:lnTo>
                    <a:pt x="1901188" y="2826698"/>
                  </a:lnTo>
                  <a:lnTo>
                    <a:pt x="1901297" y="2826698"/>
                  </a:lnTo>
                  <a:lnTo>
                    <a:pt x="1901405" y="2826698"/>
                  </a:lnTo>
                  <a:lnTo>
                    <a:pt x="1901513" y="2826698"/>
                  </a:lnTo>
                  <a:lnTo>
                    <a:pt x="1901622" y="2826698"/>
                  </a:lnTo>
                  <a:lnTo>
                    <a:pt x="1901730" y="2826698"/>
                  </a:lnTo>
                  <a:lnTo>
                    <a:pt x="1901730" y="2826075"/>
                  </a:lnTo>
                  <a:lnTo>
                    <a:pt x="1901839" y="2826075"/>
                  </a:lnTo>
                  <a:lnTo>
                    <a:pt x="1901947" y="2826075"/>
                  </a:lnTo>
                  <a:lnTo>
                    <a:pt x="1902056" y="2826075"/>
                  </a:lnTo>
                  <a:lnTo>
                    <a:pt x="1902056" y="2825451"/>
                  </a:lnTo>
                  <a:lnTo>
                    <a:pt x="1902164" y="2825451"/>
                  </a:lnTo>
                  <a:lnTo>
                    <a:pt x="1902273" y="2825451"/>
                  </a:lnTo>
                  <a:lnTo>
                    <a:pt x="1902273" y="2824827"/>
                  </a:lnTo>
                  <a:lnTo>
                    <a:pt x="1902381" y="2824827"/>
                  </a:lnTo>
                  <a:lnTo>
                    <a:pt x="1902490" y="2824827"/>
                  </a:lnTo>
                  <a:lnTo>
                    <a:pt x="1902598" y="2824827"/>
                  </a:lnTo>
                  <a:lnTo>
                    <a:pt x="1902706" y="2824827"/>
                  </a:lnTo>
                  <a:lnTo>
                    <a:pt x="1902815" y="2824827"/>
                  </a:lnTo>
                  <a:lnTo>
                    <a:pt x="1902923" y="2824827"/>
                  </a:lnTo>
                  <a:lnTo>
                    <a:pt x="1902923" y="2824204"/>
                  </a:lnTo>
                  <a:lnTo>
                    <a:pt x="1903032" y="2824204"/>
                  </a:lnTo>
                  <a:lnTo>
                    <a:pt x="1903140" y="2824204"/>
                  </a:lnTo>
                  <a:lnTo>
                    <a:pt x="1903249" y="2824204"/>
                  </a:lnTo>
                  <a:lnTo>
                    <a:pt x="1903357" y="2824204"/>
                  </a:lnTo>
                  <a:lnTo>
                    <a:pt x="1903466" y="2824204"/>
                  </a:lnTo>
                  <a:lnTo>
                    <a:pt x="1903574" y="2824204"/>
                  </a:lnTo>
                  <a:lnTo>
                    <a:pt x="1903682" y="2824204"/>
                  </a:lnTo>
                  <a:lnTo>
                    <a:pt x="1903791" y="2824204"/>
                  </a:lnTo>
                  <a:lnTo>
                    <a:pt x="1903899" y="2824204"/>
                  </a:lnTo>
                  <a:lnTo>
                    <a:pt x="1904008" y="2824204"/>
                  </a:lnTo>
                  <a:lnTo>
                    <a:pt x="1904116" y="2824204"/>
                  </a:lnTo>
                  <a:lnTo>
                    <a:pt x="1904225" y="2824204"/>
                  </a:lnTo>
                  <a:lnTo>
                    <a:pt x="1904333" y="2824204"/>
                  </a:lnTo>
                  <a:lnTo>
                    <a:pt x="1904442" y="2824204"/>
                  </a:lnTo>
                  <a:lnTo>
                    <a:pt x="1904550" y="2824204"/>
                  </a:lnTo>
                  <a:lnTo>
                    <a:pt x="1904658" y="2824204"/>
                  </a:lnTo>
                  <a:lnTo>
                    <a:pt x="1904767" y="2824204"/>
                  </a:lnTo>
                  <a:lnTo>
                    <a:pt x="1904875" y="2824204"/>
                  </a:lnTo>
                  <a:lnTo>
                    <a:pt x="1904984" y="2824204"/>
                  </a:lnTo>
                  <a:lnTo>
                    <a:pt x="1904984" y="2823580"/>
                  </a:lnTo>
                  <a:lnTo>
                    <a:pt x="1905092" y="2823580"/>
                  </a:lnTo>
                  <a:lnTo>
                    <a:pt x="1905201" y="2823580"/>
                  </a:lnTo>
                  <a:lnTo>
                    <a:pt x="1905309" y="2823580"/>
                  </a:lnTo>
                  <a:lnTo>
                    <a:pt x="1905418" y="2823580"/>
                  </a:lnTo>
                  <a:lnTo>
                    <a:pt x="1905526" y="2823580"/>
                  </a:lnTo>
                  <a:lnTo>
                    <a:pt x="1905634" y="2823580"/>
                  </a:lnTo>
                  <a:lnTo>
                    <a:pt x="1905743" y="2823580"/>
                  </a:lnTo>
                  <a:lnTo>
                    <a:pt x="1905851" y="2823580"/>
                  </a:lnTo>
                  <a:lnTo>
                    <a:pt x="1905960" y="2823580"/>
                  </a:lnTo>
                  <a:lnTo>
                    <a:pt x="1906068" y="2823580"/>
                  </a:lnTo>
                  <a:lnTo>
                    <a:pt x="1906177" y="2823580"/>
                  </a:lnTo>
                  <a:lnTo>
                    <a:pt x="1906285" y="2823580"/>
                  </a:lnTo>
                  <a:lnTo>
                    <a:pt x="1906394" y="2823580"/>
                  </a:lnTo>
                  <a:lnTo>
                    <a:pt x="1906502" y="2823580"/>
                  </a:lnTo>
                  <a:lnTo>
                    <a:pt x="1906610" y="2823580"/>
                  </a:lnTo>
                  <a:lnTo>
                    <a:pt x="1906610" y="2822957"/>
                  </a:lnTo>
                  <a:lnTo>
                    <a:pt x="1906719" y="2822957"/>
                  </a:lnTo>
                  <a:lnTo>
                    <a:pt x="1906827" y="2822957"/>
                  </a:lnTo>
                  <a:lnTo>
                    <a:pt x="1906936" y="2822957"/>
                  </a:lnTo>
                  <a:lnTo>
                    <a:pt x="1907044" y="2822957"/>
                  </a:lnTo>
                  <a:lnTo>
                    <a:pt x="1907153" y="2822957"/>
                  </a:lnTo>
                  <a:lnTo>
                    <a:pt x="1907261" y="2822957"/>
                  </a:lnTo>
                  <a:lnTo>
                    <a:pt x="1907261" y="2822333"/>
                  </a:lnTo>
                  <a:lnTo>
                    <a:pt x="1907261" y="2821709"/>
                  </a:lnTo>
                  <a:lnTo>
                    <a:pt x="1907370" y="2821709"/>
                  </a:lnTo>
                  <a:lnTo>
                    <a:pt x="1907478" y="2821709"/>
                  </a:lnTo>
                  <a:lnTo>
                    <a:pt x="1907587" y="2821709"/>
                  </a:lnTo>
                  <a:lnTo>
                    <a:pt x="1907695" y="2821709"/>
                  </a:lnTo>
                  <a:lnTo>
                    <a:pt x="1907803" y="2821709"/>
                  </a:lnTo>
                  <a:lnTo>
                    <a:pt x="1907912" y="2821709"/>
                  </a:lnTo>
                  <a:lnTo>
                    <a:pt x="1908020" y="2821709"/>
                  </a:lnTo>
                  <a:lnTo>
                    <a:pt x="1908129" y="2821709"/>
                  </a:lnTo>
                  <a:lnTo>
                    <a:pt x="1908237" y="2821709"/>
                  </a:lnTo>
                  <a:lnTo>
                    <a:pt x="1908346" y="2821709"/>
                  </a:lnTo>
                  <a:lnTo>
                    <a:pt x="1908346" y="2821086"/>
                  </a:lnTo>
                  <a:lnTo>
                    <a:pt x="1908454" y="2821086"/>
                  </a:lnTo>
                  <a:lnTo>
                    <a:pt x="1908563" y="2821086"/>
                  </a:lnTo>
                  <a:lnTo>
                    <a:pt x="1908671" y="2821086"/>
                  </a:lnTo>
                  <a:lnTo>
                    <a:pt x="1908671" y="2820462"/>
                  </a:lnTo>
                  <a:lnTo>
                    <a:pt x="1908779" y="2820462"/>
                  </a:lnTo>
                  <a:lnTo>
                    <a:pt x="1908888" y="2820462"/>
                  </a:lnTo>
                  <a:lnTo>
                    <a:pt x="1908996" y="2820462"/>
                  </a:lnTo>
                  <a:lnTo>
                    <a:pt x="1909105" y="2820462"/>
                  </a:lnTo>
                  <a:lnTo>
                    <a:pt x="1909213" y="2820462"/>
                  </a:lnTo>
                  <a:lnTo>
                    <a:pt x="1909322" y="2820462"/>
                  </a:lnTo>
                  <a:lnTo>
                    <a:pt x="1909430" y="2820462"/>
                  </a:lnTo>
                  <a:lnTo>
                    <a:pt x="1909430" y="2819839"/>
                  </a:lnTo>
                  <a:lnTo>
                    <a:pt x="1909539" y="2819839"/>
                  </a:lnTo>
                  <a:lnTo>
                    <a:pt x="1909647" y="2819839"/>
                  </a:lnTo>
                  <a:lnTo>
                    <a:pt x="1909647" y="2819215"/>
                  </a:lnTo>
                  <a:lnTo>
                    <a:pt x="1909755" y="2819215"/>
                  </a:lnTo>
                  <a:lnTo>
                    <a:pt x="1909755" y="2818592"/>
                  </a:lnTo>
                  <a:lnTo>
                    <a:pt x="1909864" y="2818592"/>
                  </a:lnTo>
                  <a:lnTo>
                    <a:pt x="1909972" y="2818592"/>
                  </a:lnTo>
                  <a:lnTo>
                    <a:pt x="1909972" y="2817968"/>
                  </a:lnTo>
                  <a:lnTo>
                    <a:pt x="1910081" y="2817968"/>
                  </a:lnTo>
                  <a:lnTo>
                    <a:pt x="1910081" y="2817344"/>
                  </a:lnTo>
                  <a:lnTo>
                    <a:pt x="1910081" y="2816721"/>
                  </a:lnTo>
                  <a:lnTo>
                    <a:pt x="1910081" y="2816097"/>
                  </a:lnTo>
                  <a:lnTo>
                    <a:pt x="1910189" y="2816097"/>
                  </a:lnTo>
                  <a:lnTo>
                    <a:pt x="1910298" y="2816097"/>
                  </a:lnTo>
                  <a:lnTo>
                    <a:pt x="1910406" y="2816097"/>
                  </a:lnTo>
                  <a:lnTo>
                    <a:pt x="1910515" y="2816097"/>
                  </a:lnTo>
                  <a:lnTo>
                    <a:pt x="1910515" y="2815474"/>
                  </a:lnTo>
                  <a:lnTo>
                    <a:pt x="1910515" y="2814850"/>
                  </a:lnTo>
                  <a:lnTo>
                    <a:pt x="1910623" y="2814850"/>
                  </a:lnTo>
                  <a:lnTo>
                    <a:pt x="1910731" y="2814850"/>
                  </a:lnTo>
                  <a:lnTo>
                    <a:pt x="1910840" y="2814850"/>
                  </a:lnTo>
                  <a:lnTo>
                    <a:pt x="1910948" y="2814850"/>
                  </a:lnTo>
                  <a:lnTo>
                    <a:pt x="1911057" y="2814850"/>
                  </a:lnTo>
                  <a:lnTo>
                    <a:pt x="1911165" y="2814850"/>
                  </a:lnTo>
                  <a:lnTo>
                    <a:pt x="1911274" y="2814850"/>
                  </a:lnTo>
                  <a:lnTo>
                    <a:pt x="1911382" y="2814850"/>
                  </a:lnTo>
                  <a:lnTo>
                    <a:pt x="1911491" y="2814850"/>
                  </a:lnTo>
                  <a:lnTo>
                    <a:pt x="1911599" y="2814850"/>
                  </a:lnTo>
                  <a:lnTo>
                    <a:pt x="1911599" y="2814227"/>
                  </a:lnTo>
                  <a:lnTo>
                    <a:pt x="1911708" y="2814227"/>
                  </a:lnTo>
                  <a:lnTo>
                    <a:pt x="1911816" y="2814227"/>
                  </a:lnTo>
                  <a:lnTo>
                    <a:pt x="1911816" y="2813603"/>
                  </a:lnTo>
                  <a:lnTo>
                    <a:pt x="1911924" y="2813603"/>
                  </a:lnTo>
                  <a:lnTo>
                    <a:pt x="1912033" y="2813603"/>
                  </a:lnTo>
                  <a:lnTo>
                    <a:pt x="1912033" y="2812979"/>
                  </a:lnTo>
                  <a:lnTo>
                    <a:pt x="1912141" y="2812979"/>
                  </a:lnTo>
                  <a:lnTo>
                    <a:pt x="1912250" y="2812979"/>
                  </a:lnTo>
                  <a:lnTo>
                    <a:pt x="1912358" y="2812979"/>
                  </a:lnTo>
                  <a:lnTo>
                    <a:pt x="1912467" y="2812979"/>
                  </a:lnTo>
                  <a:lnTo>
                    <a:pt x="1912575" y="2812979"/>
                  </a:lnTo>
                  <a:lnTo>
                    <a:pt x="1912684" y="2812979"/>
                  </a:lnTo>
                  <a:lnTo>
                    <a:pt x="1912684" y="2812356"/>
                  </a:lnTo>
                  <a:lnTo>
                    <a:pt x="1912792" y="2812356"/>
                  </a:lnTo>
                  <a:lnTo>
                    <a:pt x="1912900" y="2812356"/>
                  </a:lnTo>
                  <a:lnTo>
                    <a:pt x="1912900" y="2811732"/>
                  </a:lnTo>
                  <a:lnTo>
                    <a:pt x="1913009" y="2811732"/>
                  </a:lnTo>
                  <a:lnTo>
                    <a:pt x="1913009" y="2811109"/>
                  </a:lnTo>
                  <a:lnTo>
                    <a:pt x="1913117" y="2811109"/>
                  </a:lnTo>
                  <a:lnTo>
                    <a:pt x="1913226" y="2811109"/>
                  </a:lnTo>
                  <a:lnTo>
                    <a:pt x="1913334" y="2811109"/>
                  </a:lnTo>
                  <a:lnTo>
                    <a:pt x="1913443" y="2811109"/>
                  </a:lnTo>
                  <a:lnTo>
                    <a:pt x="1913551" y="2811109"/>
                  </a:lnTo>
                  <a:lnTo>
                    <a:pt x="1913551" y="2810485"/>
                  </a:lnTo>
                  <a:lnTo>
                    <a:pt x="1913660" y="2810485"/>
                  </a:lnTo>
                  <a:lnTo>
                    <a:pt x="1913768" y="2810485"/>
                  </a:lnTo>
                  <a:lnTo>
                    <a:pt x="1913876" y="2810485"/>
                  </a:lnTo>
                  <a:lnTo>
                    <a:pt x="1913985" y="2810485"/>
                  </a:lnTo>
                  <a:lnTo>
                    <a:pt x="1914093" y="2810485"/>
                  </a:lnTo>
                  <a:lnTo>
                    <a:pt x="1914202" y="2810485"/>
                  </a:lnTo>
                  <a:lnTo>
                    <a:pt x="1914310" y="2810485"/>
                  </a:lnTo>
                  <a:lnTo>
                    <a:pt x="1914419" y="2810485"/>
                  </a:lnTo>
                  <a:lnTo>
                    <a:pt x="1914527" y="2810485"/>
                  </a:lnTo>
                  <a:lnTo>
                    <a:pt x="1914527" y="2809861"/>
                  </a:lnTo>
                  <a:lnTo>
                    <a:pt x="1914636" y="2809861"/>
                  </a:lnTo>
                  <a:lnTo>
                    <a:pt x="1914744" y="2809861"/>
                  </a:lnTo>
                  <a:lnTo>
                    <a:pt x="1914852" y="2809861"/>
                  </a:lnTo>
                  <a:lnTo>
                    <a:pt x="1914961" y="2809861"/>
                  </a:lnTo>
                  <a:lnTo>
                    <a:pt x="1915069" y="2809861"/>
                  </a:lnTo>
                  <a:lnTo>
                    <a:pt x="1915069" y="2809238"/>
                  </a:lnTo>
                  <a:lnTo>
                    <a:pt x="1915178" y="2809238"/>
                  </a:lnTo>
                  <a:lnTo>
                    <a:pt x="1915178" y="2808614"/>
                  </a:lnTo>
                  <a:lnTo>
                    <a:pt x="1915178" y="2807991"/>
                  </a:lnTo>
                  <a:lnTo>
                    <a:pt x="1915286" y="2807991"/>
                  </a:lnTo>
                  <a:lnTo>
                    <a:pt x="1915395" y="2807991"/>
                  </a:lnTo>
                  <a:lnTo>
                    <a:pt x="1915503" y="2807991"/>
                  </a:lnTo>
                  <a:lnTo>
                    <a:pt x="1915612" y="2807991"/>
                  </a:lnTo>
                  <a:lnTo>
                    <a:pt x="1915612" y="2807367"/>
                  </a:lnTo>
                  <a:lnTo>
                    <a:pt x="1915720" y="2807367"/>
                  </a:lnTo>
                  <a:lnTo>
                    <a:pt x="1915720" y="2806744"/>
                  </a:lnTo>
                  <a:lnTo>
                    <a:pt x="1915829" y="2806744"/>
                  </a:lnTo>
                  <a:lnTo>
                    <a:pt x="1915937" y="2806744"/>
                  </a:lnTo>
                  <a:lnTo>
                    <a:pt x="1916045" y="2806744"/>
                  </a:lnTo>
                  <a:lnTo>
                    <a:pt x="1916045" y="2806120"/>
                  </a:lnTo>
                  <a:lnTo>
                    <a:pt x="1916154" y="2806120"/>
                  </a:lnTo>
                  <a:lnTo>
                    <a:pt x="1916262" y="2806120"/>
                  </a:lnTo>
                  <a:lnTo>
                    <a:pt x="1916262" y="2805496"/>
                  </a:lnTo>
                  <a:lnTo>
                    <a:pt x="1916371" y="2805496"/>
                  </a:lnTo>
                  <a:lnTo>
                    <a:pt x="1916479" y="2805496"/>
                  </a:lnTo>
                  <a:lnTo>
                    <a:pt x="1916588" y="2805496"/>
                  </a:lnTo>
                  <a:lnTo>
                    <a:pt x="1916696" y="2805496"/>
                  </a:lnTo>
                  <a:lnTo>
                    <a:pt x="1916805" y="2805496"/>
                  </a:lnTo>
                  <a:lnTo>
                    <a:pt x="1916913" y="2805496"/>
                  </a:lnTo>
                  <a:lnTo>
                    <a:pt x="1917021" y="2805496"/>
                  </a:lnTo>
                  <a:lnTo>
                    <a:pt x="1917130" y="2805496"/>
                  </a:lnTo>
                  <a:lnTo>
                    <a:pt x="1917238" y="2805496"/>
                  </a:lnTo>
                  <a:lnTo>
                    <a:pt x="1917347" y="2805496"/>
                  </a:lnTo>
                  <a:lnTo>
                    <a:pt x="1917347" y="2804873"/>
                  </a:lnTo>
                  <a:lnTo>
                    <a:pt x="1917455" y="2804873"/>
                  </a:lnTo>
                  <a:lnTo>
                    <a:pt x="1917564" y="2804873"/>
                  </a:lnTo>
                  <a:lnTo>
                    <a:pt x="1917672" y="2804873"/>
                  </a:lnTo>
                  <a:lnTo>
                    <a:pt x="1917781" y="2804873"/>
                  </a:lnTo>
                  <a:lnTo>
                    <a:pt x="1917781" y="2804249"/>
                  </a:lnTo>
                  <a:lnTo>
                    <a:pt x="1917889" y="2804249"/>
                  </a:lnTo>
                  <a:lnTo>
                    <a:pt x="1917997" y="2804249"/>
                  </a:lnTo>
                  <a:lnTo>
                    <a:pt x="1917997" y="2803626"/>
                  </a:lnTo>
                  <a:lnTo>
                    <a:pt x="1918106" y="2803626"/>
                  </a:lnTo>
                  <a:lnTo>
                    <a:pt x="1918106" y="2803002"/>
                  </a:lnTo>
                  <a:lnTo>
                    <a:pt x="1918214" y="2803002"/>
                  </a:lnTo>
                  <a:lnTo>
                    <a:pt x="1918323" y="2803002"/>
                  </a:lnTo>
                  <a:lnTo>
                    <a:pt x="1918323" y="2802378"/>
                  </a:lnTo>
                  <a:lnTo>
                    <a:pt x="1918431" y="2802378"/>
                  </a:lnTo>
                  <a:lnTo>
                    <a:pt x="1918540" y="2802378"/>
                  </a:lnTo>
                  <a:lnTo>
                    <a:pt x="1918540" y="2801755"/>
                  </a:lnTo>
                  <a:lnTo>
                    <a:pt x="1918648" y="2801755"/>
                  </a:lnTo>
                  <a:lnTo>
                    <a:pt x="1918757" y="2801755"/>
                  </a:lnTo>
                  <a:lnTo>
                    <a:pt x="1918865" y="2801755"/>
                  </a:lnTo>
                  <a:lnTo>
                    <a:pt x="1918973" y="2801755"/>
                  </a:lnTo>
                  <a:lnTo>
                    <a:pt x="1919082" y="2801755"/>
                  </a:lnTo>
                  <a:lnTo>
                    <a:pt x="1919190" y="2801755"/>
                  </a:lnTo>
                  <a:lnTo>
                    <a:pt x="1919299" y="2801755"/>
                  </a:lnTo>
                  <a:lnTo>
                    <a:pt x="1919299" y="2801131"/>
                  </a:lnTo>
                  <a:lnTo>
                    <a:pt x="1919407" y="2801131"/>
                  </a:lnTo>
                  <a:lnTo>
                    <a:pt x="1919516" y="2801131"/>
                  </a:lnTo>
                  <a:lnTo>
                    <a:pt x="1919624" y="2801131"/>
                  </a:lnTo>
                  <a:lnTo>
                    <a:pt x="1919733" y="2801131"/>
                  </a:lnTo>
                  <a:lnTo>
                    <a:pt x="1919841" y="2801131"/>
                  </a:lnTo>
                  <a:lnTo>
                    <a:pt x="1919950" y="2801131"/>
                  </a:lnTo>
                  <a:lnTo>
                    <a:pt x="1919950" y="2800508"/>
                  </a:lnTo>
                  <a:lnTo>
                    <a:pt x="1920058" y="2800508"/>
                  </a:lnTo>
                  <a:lnTo>
                    <a:pt x="1920166" y="2800508"/>
                  </a:lnTo>
                  <a:lnTo>
                    <a:pt x="1920275" y="2800508"/>
                  </a:lnTo>
                  <a:lnTo>
                    <a:pt x="1920383" y="2800508"/>
                  </a:lnTo>
                  <a:lnTo>
                    <a:pt x="1920492" y="2800508"/>
                  </a:lnTo>
                  <a:lnTo>
                    <a:pt x="1920600" y="2800508"/>
                  </a:lnTo>
                  <a:lnTo>
                    <a:pt x="1920600" y="2799884"/>
                  </a:lnTo>
                  <a:lnTo>
                    <a:pt x="1920709" y="2799884"/>
                  </a:lnTo>
                  <a:lnTo>
                    <a:pt x="1920817" y="2799884"/>
                  </a:lnTo>
                  <a:lnTo>
                    <a:pt x="1920926" y="2799884"/>
                  </a:lnTo>
                  <a:lnTo>
                    <a:pt x="1921034" y="2799884"/>
                  </a:lnTo>
                  <a:lnTo>
                    <a:pt x="1921142" y="2799884"/>
                  </a:lnTo>
                  <a:lnTo>
                    <a:pt x="1921251" y="2799884"/>
                  </a:lnTo>
                  <a:lnTo>
                    <a:pt x="1921359" y="2799884"/>
                  </a:lnTo>
                  <a:lnTo>
                    <a:pt x="1921468" y="2799884"/>
                  </a:lnTo>
                  <a:lnTo>
                    <a:pt x="1921576" y="2799884"/>
                  </a:lnTo>
                  <a:lnTo>
                    <a:pt x="1921685" y="2799884"/>
                  </a:lnTo>
                  <a:lnTo>
                    <a:pt x="1921793" y="2799884"/>
                  </a:lnTo>
                  <a:lnTo>
                    <a:pt x="1921793" y="2799261"/>
                  </a:lnTo>
                  <a:lnTo>
                    <a:pt x="1921902" y="2799261"/>
                  </a:lnTo>
                  <a:lnTo>
                    <a:pt x="1922010" y="2799261"/>
                  </a:lnTo>
                  <a:lnTo>
                    <a:pt x="1922118" y="2799261"/>
                  </a:lnTo>
                  <a:lnTo>
                    <a:pt x="1922227" y="2799261"/>
                  </a:lnTo>
                  <a:lnTo>
                    <a:pt x="1922335" y="2799261"/>
                  </a:lnTo>
                  <a:lnTo>
                    <a:pt x="1922444" y="2799261"/>
                  </a:lnTo>
                  <a:lnTo>
                    <a:pt x="1922552" y="2799261"/>
                  </a:lnTo>
                  <a:lnTo>
                    <a:pt x="1922661" y="2799261"/>
                  </a:lnTo>
                  <a:lnTo>
                    <a:pt x="1922769" y="2799261"/>
                  </a:lnTo>
                  <a:lnTo>
                    <a:pt x="1922878" y="2799261"/>
                  </a:lnTo>
                  <a:lnTo>
                    <a:pt x="1922986" y="2799261"/>
                  </a:lnTo>
                  <a:lnTo>
                    <a:pt x="1923094" y="2799261"/>
                  </a:lnTo>
                  <a:lnTo>
                    <a:pt x="1923203" y="2799261"/>
                  </a:lnTo>
                  <a:lnTo>
                    <a:pt x="1923203" y="2798637"/>
                  </a:lnTo>
                  <a:lnTo>
                    <a:pt x="1923311" y="2798637"/>
                  </a:lnTo>
                  <a:lnTo>
                    <a:pt x="1923420" y="2798637"/>
                  </a:lnTo>
                  <a:lnTo>
                    <a:pt x="1923528" y="2798637"/>
                  </a:lnTo>
                  <a:lnTo>
                    <a:pt x="1923637" y="2798637"/>
                  </a:lnTo>
                  <a:lnTo>
                    <a:pt x="1923745" y="2798637"/>
                  </a:lnTo>
                  <a:lnTo>
                    <a:pt x="1923854" y="2798637"/>
                  </a:lnTo>
                  <a:lnTo>
                    <a:pt x="1923962" y="2798637"/>
                  </a:lnTo>
                  <a:lnTo>
                    <a:pt x="1924071" y="2798637"/>
                  </a:lnTo>
                  <a:lnTo>
                    <a:pt x="1924179" y="2798637"/>
                  </a:lnTo>
                  <a:lnTo>
                    <a:pt x="1924287" y="2798637"/>
                  </a:lnTo>
                  <a:lnTo>
                    <a:pt x="1924396" y="2798637"/>
                  </a:lnTo>
                  <a:lnTo>
                    <a:pt x="1924504" y="2798637"/>
                  </a:lnTo>
                  <a:lnTo>
                    <a:pt x="1924613" y="2798637"/>
                  </a:lnTo>
                  <a:lnTo>
                    <a:pt x="1924721" y="2798637"/>
                  </a:lnTo>
                  <a:lnTo>
                    <a:pt x="1924830" y="2798637"/>
                  </a:lnTo>
                  <a:lnTo>
                    <a:pt x="1924938" y="2798637"/>
                  </a:lnTo>
                  <a:lnTo>
                    <a:pt x="1924938" y="2798013"/>
                  </a:lnTo>
                  <a:lnTo>
                    <a:pt x="1925047" y="2798013"/>
                  </a:lnTo>
                  <a:lnTo>
                    <a:pt x="1925155" y="2798013"/>
                  </a:lnTo>
                  <a:lnTo>
                    <a:pt x="1925263" y="2798013"/>
                  </a:lnTo>
                  <a:lnTo>
                    <a:pt x="1925263" y="2797390"/>
                  </a:lnTo>
                  <a:lnTo>
                    <a:pt x="1925372" y="2797390"/>
                  </a:lnTo>
                  <a:lnTo>
                    <a:pt x="1925480" y="2797390"/>
                  </a:lnTo>
                  <a:lnTo>
                    <a:pt x="1925589" y="2797390"/>
                  </a:lnTo>
                  <a:lnTo>
                    <a:pt x="1925697" y="2797390"/>
                  </a:lnTo>
                  <a:lnTo>
                    <a:pt x="1925806" y="2797390"/>
                  </a:lnTo>
                  <a:lnTo>
                    <a:pt x="1925914" y="2797390"/>
                  </a:lnTo>
                  <a:lnTo>
                    <a:pt x="1926023" y="2797390"/>
                  </a:lnTo>
                  <a:lnTo>
                    <a:pt x="1926131" y="2797390"/>
                  </a:lnTo>
                  <a:lnTo>
                    <a:pt x="1926239" y="2797390"/>
                  </a:lnTo>
                  <a:lnTo>
                    <a:pt x="1926348" y="2797390"/>
                  </a:lnTo>
                  <a:lnTo>
                    <a:pt x="1926456" y="2797390"/>
                  </a:lnTo>
                  <a:lnTo>
                    <a:pt x="1926456" y="2796766"/>
                  </a:lnTo>
                  <a:lnTo>
                    <a:pt x="1926456" y="2796143"/>
                  </a:lnTo>
                  <a:lnTo>
                    <a:pt x="1926565" y="2796143"/>
                  </a:lnTo>
                  <a:lnTo>
                    <a:pt x="1926565" y="2795519"/>
                  </a:lnTo>
                  <a:lnTo>
                    <a:pt x="1926673" y="2795519"/>
                  </a:lnTo>
                  <a:lnTo>
                    <a:pt x="1926782" y="2795519"/>
                  </a:lnTo>
                  <a:lnTo>
                    <a:pt x="1926890" y="2795519"/>
                  </a:lnTo>
                  <a:lnTo>
                    <a:pt x="1926890" y="2794895"/>
                  </a:lnTo>
                  <a:lnTo>
                    <a:pt x="1926999" y="2794895"/>
                  </a:lnTo>
                  <a:lnTo>
                    <a:pt x="1927107" y="2794895"/>
                  </a:lnTo>
                  <a:lnTo>
                    <a:pt x="1927215" y="2794895"/>
                  </a:lnTo>
                  <a:lnTo>
                    <a:pt x="1927324" y="2794895"/>
                  </a:lnTo>
                  <a:lnTo>
                    <a:pt x="1927432" y="2794895"/>
                  </a:lnTo>
                  <a:lnTo>
                    <a:pt x="1927541" y="2794895"/>
                  </a:lnTo>
                  <a:lnTo>
                    <a:pt x="1927649" y="2794895"/>
                  </a:lnTo>
                  <a:lnTo>
                    <a:pt x="1927649" y="2794272"/>
                  </a:lnTo>
                  <a:lnTo>
                    <a:pt x="1927758" y="2794272"/>
                  </a:lnTo>
                  <a:lnTo>
                    <a:pt x="1927866" y="2794272"/>
                  </a:lnTo>
                  <a:lnTo>
                    <a:pt x="1927866" y="2793648"/>
                  </a:lnTo>
                  <a:lnTo>
                    <a:pt x="1927975" y="2793648"/>
                  </a:lnTo>
                  <a:lnTo>
                    <a:pt x="1927975" y="2793025"/>
                  </a:lnTo>
                  <a:lnTo>
                    <a:pt x="1927975" y="2792401"/>
                  </a:lnTo>
                  <a:lnTo>
                    <a:pt x="1928083" y="2792401"/>
                  </a:lnTo>
                  <a:lnTo>
                    <a:pt x="1928191" y="2792401"/>
                  </a:lnTo>
                  <a:lnTo>
                    <a:pt x="1928300" y="2792401"/>
                  </a:lnTo>
                  <a:lnTo>
                    <a:pt x="1928300" y="2791778"/>
                  </a:lnTo>
                  <a:lnTo>
                    <a:pt x="1928408" y="2791778"/>
                  </a:lnTo>
                  <a:lnTo>
                    <a:pt x="1928517" y="2791778"/>
                  </a:lnTo>
                  <a:lnTo>
                    <a:pt x="1928625" y="2791778"/>
                  </a:lnTo>
                  <a:lnTo>
                    <a:pt x="1928734" y="2791778"/>
                  </a:lnTo>
                  <a:lnTo>
                    <a:pt x="1928842" y="2791778"/>
                  </a:lnTo>
                  <a:lnTo>
                    <a:pt x="1928951" y="2791778"/>
                  </a:lnTo>
                  <a:lnTo>
                    <a:pt x="1929059" y="2791778"/>
                  </a:lnTo>
                  <a:lnTo>
                    <a:pt x="1929168" y="2791778"/>
                  </a:lnTo>
                  <a:lnTo>
                    <a:pt x="1929276" y="2791778"/>
                  </a:lnTo>
                  <a:lnTo>
                    <a:pt x="1929384" y="2791778"/>
                  </a:lnTo>
                  <a:lnTo>
                    <a:pt x="1929493" y="2791778"/>
                  </a:lnTo>
                  <a:lnTo>
                    <a:pt x="1929601" y="2791778"/>
                  </a:lnTo>
                  <a:lnTo>
                    <a:pt x="1929710" y="2791778"/>
                  </a:lnTo>
                  <a:lnTo>
                    <a:pt x="1929818" y="2791778"/>
                  </a:lnTo>
                  <a:lnTo>
                    <a:pt x="1929927" y="2791778"/>
                  </a:lnTo>
                  <a:lnTo>
                    <a:pt x="1930035" y="2791778"/>
                  </a:lnTo>
                  <a:lnTo>
                    <a:pt x="1930144" y="2791778"/>
                  </a:lnTo>
                  <a:lnTo>
                    <a:pt x="1930252" y="2791778"/>
                  </a:lnTo>
                  <a:lnTo>
                    <a:pt x="1930360" y="2791778"/>
                  </a:lnTo>
                  <a:lnTo>
                    <a:pt x="1930360" y="2791154"/>
                  </a:lnTo>
                  <a:lnTo>
                    <a:pt x="1930469" y="2791154"/>
                  </a:lnTo>
                  <a:lnTo>
                    <a:pt x="1930577" y="2791154"/>
                  </a:lnTo>
                  <a:lnTo>
                    <a:pt x="1930686" y="2791154"/>
                  </a:lnTo>
                  <a:lnTo>
                    <a:pt x="1930794" y="2791154"/>
                  </a:lnTo>
                  <a:lnTo>
                    <a:pt x="1930903" y="2791154"/>
                  </a:lnTo>
                  <a:lnTo>
                    <a:pt x="1930903" y="2790530"/>
                  </a:lnTo>
                  <a:lnTo>
                    <a:pt x="1931011" y="2790530"/>
                  </a:lnTo>
                  <a:lnTo>
                    <a:pt x="1931120" y="2790530"/>
                  </a:lnTo>
                  <a:lnTo>
                    <a:pt x="1931228" y="2790530"/>
                  </a:lnTo>
                  <a:lnTo>
                    <a:pt x="1931336" y="2790530"/>
                  </a:lnTo>
                  <a:lnTo>
                    <a:pt x="1931445" y="2790530"/>
                  </a:lnTo>
                  <a:lnTo>
                    <a:pt x="1931553" y="2790530"/>
                  </a:lnTo>
                  <a:lnTo>
                    <a:pt x="1931553" y="2789907"/>
                  </a:lnTo>
                  <a:lnTo>
                    <a:pt x="1931662" y="2789907"/>
                  </a:lnTo>
                  <a:lnTo>
                    <a:pt x="1931770" y="2789907"/>
                  </a:lnTo>
                  <a:lnTo>
                    <a:pt x="1931879" y="2789907"/>
                  </a:lnTo>
                  <a:lnTo>
                    <a:pt x="1931987" y="2789907"/>
                  </a:lnTo>
                  <a:lnTo>
                    <a:pt x="1932096" y="2789907"/>
                  </a:lnTo>
                  <a:lnTo>
                    <a:pt x="1932204" y="2789907"/>
                  </a:lnTo>
                  <a:lnTo>
                    <a:pt x="1932312" y="2789907"/>
                  </a:lnTo>
                  <a:lnTo>
                    <a:pt x="1932312" y="2789283"/>
                  </a:lnTo>
                  <a:lnTo>
                    <a:pt x="1932312" y="2788660"/>
                  </a:lnTo>
                  <a:lnTo>
                    <a:pt x="1932421" y="2788660"/>
                  </a:lnTo>
                  <a:lnTo>
                    <a:pt x="1932529" y="2788660"/>
                  </a:lnTo>
                  <a:lnTo>
                    <a:pt x="1932638" y="2788660"/>
                  </a:lnTo>
                  <a:lnTo>
                    <a:pt x="1932746" y="2788660"/>
                  </a:lnTo>
                  <a:lnTo>
                    <a:pt x="1932855" y="2788660"/>
                  </a:lnTo>
                  <a:lnTo>
                    <a:pt x="1932855" y="2788036"/>
                  </a:lnTo>
                  <a:lnTo>
                    <a:pt x="1932963" y="2788036"/>
                  </a:lnTo>
                  <a:lnTo>
                    <a:pt x="1933072" y="2788036"/>
                  </a:lnTo>
                  <a:lnTo>
                    <a:pt x="1933180" y="2788036"/>
                  </a:lnTo>
                  <a:lnTo>
                    <a:pt x="1933289" y="2788036"/>
                  </a:lnTo>
                  <a:lnTo>
                    <a:pt x="1933397" y="2788036"/>
                  </a:lnTo>
                  <a:lnTo>
                    <a:pt x="1933505" y="2788036"/>
                  </a:lnTo>
                  <a:lnTo>
                    <a:pt x="1933614" y="2788036"/>
                  </a:lnTo>
                  <a:lnTo>
                    <a:pt x="1933722" y="2788036"/>
                  </a:lnTo>
                  <a:lnTo>
                    <a:pt x="1933831" y="2788036"/>
                  </a:lnTo>
                  <a:lnTo>
                    <a:pt x="1933939" y="2788036"/>
                  </a:lnTo>
                  <a:lnTo>
                    <a:pt x="1934048" y="2788036"/>
                  </a:lnTo>
                  <a:lnTo>
                    <a:pt x="1934156" y="2788036"/>
                  </a:lnTo>
                  <a:lnTo>
                    <a:pt x="1934265" y="2788036"/>
                  </a:lnTo>
                  <a:lnTo>
                    <a:pt x="1934373" y="2788036"/>
                  </a:lnTo>
                  <a:lnTo>
                    <a:pt x="1934481" y="2788036"/>
                  </a:lnTo>
                  <a:lnTo>
                    <a:pt x="1934590" y="2788036"/>
                  </a:lnTo>
                  <a:lnTo>
                    <a:pt x="1934698" y="2788036"/>
                  </a:lnTo>
                  <a:lnTo>
                    <a:pt x="1934807" y="2788036"/>
                  </a:lnTo>
                  <a:lnTo>
                    <a:pt x="1934807" y="2787412"/>
                  </a:lnTo>
                  <a:lnTo>
                    <a:pt x="1934807" y="2786789"/>
                  </a:lnTo>
                  <a:lnTo>
                    <a:pt x="1934915" y="2786789"/>
                  </a:lnTo>
                  <a:lnTo>
                    <a:pt x="1935024" y="2786789"/>
                  </a:lnTo>
                  <a:lnTo>
                    <a:pt x="1935132" y="2786789"/>
                  </a:lnTo>
                  <a:lnTo>
                    <a:pt x="1935241" y="2786789"/>
                  </a:lnTo>
                  <a:lnTo>
                    <a:pt x="1935349" y="2786789"/>
                  </a:lnTo>
                  <a:lnTo>
                    <a:pt x="1935457" y="2786789"/>
                  </a:lnTo>
                  <a:lnTo>
                    <a:pt x="1935457" y="2786165"/>
                  </a:lnTo>
                  <a:lnTo>
                    <a:pt x="1935566" y="2786165"/>
                  </a:lnTo>
                  <a:lnTo>
                    <a:pt x="1935674" y="2786165"/>
                  </a:lnTo>
                  <a:lnTo>
                    <a:pt x="1935674" y="2785542"/>
                  </a:lnTo>
                  <a:lnTo>
                    <a:pt x="1935783" y="2785542"/>
                  </a:lnTo>
                  <a:lnTo>
                    <a:pt x="1935891" y="2785542"/>
                  </a:lnTo>
                  <a:lnTo>
                    <a:pt x="1935891" y="2784918"/>
                  </a:lnTo>
                  <a:lnTo>
                    <a:pt x="1935891" y="2784295"/>
                  </a:lnTo>
                  <a:lnTo>
                    <a:pt x="1936000" y="2784295"/>
                  </a:lnTo>
                  <a:lnTo>
                    <a:pt x="1936108" y="2784295"/>
                  </a:lnTo>
                  <a:lnTo>
                    <a:pt x="1936108" y="2783671"/>
                  </a:lnTo>
                  <a:lnTo>
                    <a:pt x="1936217" y="2783671"/>
                  </a:lnTo>
                  <a:lnTo>
                    <a:pt x="1936217" y="2783047"/>
                  </a:lnTo>
                  <a:lnTo>
                    <a:pt x="1936325" y="2783047"/>
                  </a:lnTo>
                  <a:lnTo>
                    <a:pt x="1936433" y="2783047"/>
                  </a:lnTo>
                  <a:lnTo>
                    <a:pt x="1936542" y="2783047"/>
                  </a:lnTo>
                  <a:lnTo>
                    <a:pt x="1936650" y="2783047"/>
                  </a:lnTo>
                  <a:lnTo>
                    <a:pt x="1936759" y="2783047"/>
                  </a:lnTo>
                  <a:lnTo>
                    <a:pt x="1936759" y="2782424"/>
                  </a:lnTo>
                  <a:lnTo>
                    <a:pt x="1936867" y="2782424"/>
                  </a:lnTo>
                  <a:lnTo>
                    <a:pt x="1936976" y="2782424"/>
                  </a:lnTo>
                  <a:lnTo>
                    <a:pt x="1937084" y="2782424"/>
                  </a:lnTo>
                  <a:lnTo>
                    <a:pt x="1937193" y="2782424"/>
                  </a:lnTo>
                  <a:lnTo>
                    <a:pt x="1937301" y="2782424"/>
                  </a:lnTo>
                  <a:lnTo>
                    <a:pt x="1937410" y="2782424"/>
                  </a:lnTo>
                  <a:lnTo>
                    <a:pt x="1937518" y="2782424"/>
                  </a:lnTo>
                  <a:lnTo>
                    <a:pt x="1937626" y="2782424"/>
                  </a:lnTo>
                  <a:lnTo>
                    <a:pt x="1937735" y="2782424"/>
                  </a:lnTo>
                  <a:lnTo>
                    <a:pt x="1937843" y="2782424"/>
                  </a:lnTo>
                  <a:lnTo>
                    <a:pt x="1937952" y="2782424"/>
                  </a:lnTo>
                  <a:lnTo>
                    <a:pt x="1938060" y="2782424"/>
                  </a:lnTo>
                  <a:lnTo>
                    <a:pt x="1938169" y="2782424"/>
                  </a:lnTo>
                  <a:lnTo>
                    <a:pt x="1938277" y="2782424"/>
                  </a:lnTo>
                  <a:lnTo>
                    <a:pt x="1938386" y="2782424"/>
                  </a:lnTo>
                  <a:lnTo>
                    <a:pt x="1938494" y="2782424"/>
                  </a:lnTo>
                  <a:lnTo>
                    <a:pt x="1938602" y="2782424"/>
                  </a:lnTo>
                  <a:lnTo>
                    <a:pt x="1938711" y="2782424"/>
                  </a:lnTo>
                  <a:lnTo>
                    <a:pt x="1938819" y="2782424"/>
                  </a:lnTo>
                  <a:lnTo>
                    <a:pt x="1938819" y="2781800"/>
                  </a:lnTo>
                  <a:lnTo>
                    <a:pt x="1938928" y="2781800"/>
                  </a:lnTo>
                  <a:lnTo>
                    <a:pt x="1939036" y="2781800"/>
                  </a:lnTo>
                  <a:lnTo>
                    <a:pt x="1939145" y="2781800"/>
                  </a:lnTo>
                  <a:lnTo>
                    <a:pt x="1939253" y="2781800"/>
                  </a:lnTo>
                  <a:lnTo>
                    <a:pt x="1939362" y="2781800"/>
                  </a:lnTo>
                  <a:lnTo>
                    <a:pt x="1939470" y="2781800"/>
                  </a:lnTo>
                  <a:lnTo>
                    <a:pt x="1939578" y="2781800"/>
                  </a:lnTo>
                  <a:lnTo>
                    <a:pt x="1939687" y="2781800"/>
                  </a:lnTo>
                  <a:lnTo>
                    <a:pt x="1939795" y="2781800"/>
                  </a:lnTo>
                  <a:lnTo>
                    <a:pt x="1939904" y="2781800"/>
                  </a:lnTo>
                  <a:lnTo>
                    <a:pt x="1940012" y="2781800"/>
                  </a:lnTo>
                  <a:lnTo>
                    <a:pt x="1940121" y="2781800"/>
                  </a:lnTo>
                  <a:lnTo>
                    <a:pt x="1940229" y="2781800"/>
                  </a:lnTo>
                  <a:lnTo>
                    <a:pt x="1940338" y="2781800"/>
                  </a:lnTo>
                  <a:lnTo>
                    <a:pt x="1940446" y="2781800"/>
                  </a:lnTo>
                  <a:lnTo>
                    <a:pt x="1940554" y="2781800"/>
                  </a:lnTo>
                  <a:lnTo>
                    <a:pt x="1940663" y="2781800"/>
                  </a:lnTo>
                  <a:lnTo>
                    <a:pt x="1940663" y="2781177"/>
                  </a:lnTo>
                  <a:lnTo>
                    <a:pt x="1940771" y="2781177"/>
                  </a:lnTo>
                  <a:lnTo>
                    <a:pt x="1940880" y="2781177"/>
                  </a:lnTo>
                  <a:lnTo>
                    <a:pt x="1940988" y="2781177"/>
                  </a:lnTo>
                  <a:lnTo>
                    <a:pt x="1941097" y="2781177"/>
                  </a:lnTo>
                  <a:lnTo>
                    <a:pt x="1941205" y="2781177"/>
                  </a:lnTo>
                  <a:lnTo>
                    <a:pt x="1941205" y="2780553"/>
                  </a:lnTo>
                  <a:lnTo>
                    <a:pt x="1941314" y="2780553"/>
                  </a:lnTo>
                  <a:lnTo>
                    <a:pt x="1941422" y="2780553"/>
                  </a:lnTo>
                  <a:lnTo>
                    <a:pt x="1941531" y="2780553"/>
                  </a:lnTo>
                  <a:lnTo>
                    <a:pt x="1941639" y="2780553"/>
                  </a:lnTo>
                  <a:lnTo>
                    <a:pt x="1941747" y="2780553"/>
                  </a:lnTo>
                  <a:lnTo>
                    <a:pt x="1941856" y="2780553"/>
                  </a:lnTo>
                  <a:lnTo>
                    <a:pt x="1941856" y="2779929"/>
                  </a:lnTo>
                  <a:lnTo>
                    <a:pt x="1941856" y="2779306"/>
                  </a:lnTo>
                  <a:lnTo>
                    <a:pt x="1941964" y="2779306"/>
                  </a:lnTo>
                  <a:lnTo>
                    <a:pt x="1942073" y="2779306"/>
                  </a:lnTo>
                  <a:lnTo>
                    <a:pt x="1942181" y="2779306"/>
                  </a:lnTo>
                  <a:lnTo>
                    <a:pt x="1942181" y="2778682"/>
                  </a:lnTo>
                  <a:lnTo>
                    <a:pt x="1942290" y="2778682"/>
                  </a:lnTo>
                  <a:lnTo>
                    <a:pt x="1942398" y="2778682"/>
                  </a:lnTo>
                  <a:lnTo>
                    <a:pt x="1942507" y="2778682"/>
                  </a:lnTo>
                  <a:lnTo>
                    <a:pt x="1942615" y="2778682"/>
                  </a:lnTo>
                  <a:lnTo>
                    <a:pt x="1942723" y="2778682"/>
                  </a:lnTo>
                  <a:lnTo>
                    <a:pt x="1942723" y="2778059"/>
                  </a:lnTo>
                  <a:lnTo>
                    <a:pt x="1942723" y="2777435"/>
                  </a:lnTo>
                  <a:lnTo>
                    <a:pt x="1942832" y="2777435"/>
                  </a:lnTo>
                  <a:lnTo>
                    <a:pt x="1942940" y="2777435"/>
                  </a:lnTo>
                  <a:lnTo>
                    <a:pt x="1943049" y="2777435"/>
                  </a:lnTo>
                  <a:lnTo>
                    <a:pt x="1943157" y="2777435"/>
                  </a:lnTo>
                  <a:lnTo>
                    <a:pt x="1943266" y="2777435"/>
                  </a:lnTo>
                  <a:lnTo>
                    <a:pt x="1943266" y="2776812"/>
                  </a:lnTo>
                  <a:lnTo>
                    <a:pt x="1943374" y="2776812"/>
                  </a:lnTo>
                  <a:lnTo>
                    <a:pt x="1943483" y="2776812"/>
                  </a:lnTo>
                  <a:lnTo>
                    <a:pt x="1943591" y="2776812"/>
                  </a:lnTo>
                  <a:lnTo>
                    <a:pt x="1943699" y="2776812"/>
                  </a:lnTo>
                  <a:lnTo>
                    <a:pt x="1943808" y="2776812"/>
                  </a:lnTo>
                  <a:lnTo>
                    <a:pt x="1943916" y="2776812"/>
                  </a:lnTo>
                  <a:lnTo>
                    <a:pt x="1944025" y="2776812"/>
                  </a:lnTo>
                  <a:lnTo>
                    <a:pt x="1944133" y="2776812"/>
                  </a:lnTo>
                  <a:lnTo>
                    <a:pt x="1944242" y="2776812"/>
                  </a:lnTo>
                  <a:lnTo>
                    <a:pt x="1944350" y="2776812"/>
                  </a:lnTo>
                  <a:lnTo>
                    <a:pt x="1944350" y="2776188"/>
                  </a:lnTo>
                  <a:lnTo>
                    <a:pt x="1944350" y="2775564"/>
                  </a:lnTo>
                  <a:lnTo>
                    <a:pt x="1944459" y="2775564"/>
                  </a:lnTo>
                  <a:lnTo>
                    <a:pt x="1944567" y="2775564"/>
                  </a:lnTo>
                  <a:lnTo>
                    <a:pt x="1944567" y="2774941"/>
                  </a:lnTo>
                  <a:lnTo>
                    <a:pt x="1944567" y="2774317"/>
                  </a:lnTo>
                  <a:lnTo>
                    <a:pt x="1944675" y="2774317"/>
                  </a:lnTo>
                  <a:lnTo>
                    <a:pt x="1944675" y="2773694"/>
                  </a:lnTo>
                  <a:lnTo>
                    <a:pt x="1944784" y="2773694"/>
                  </a:lnTo>
                  <a:lnTo>
                    <a:pt x="1944892" y="2773694"/>
                  </a:lnTo>
                  <a:lnTo>
                    <a:pt x="1945001" y="2773694"/>
                  </a:lnTo>
                  <a:lnTo>
                    <a:pt x="1945109" y="2773694"/>
                  </a:lnTo>
                  <a:lnTo>
                    <a:pt x="1945109" y="2773070"/>
                  </a:lnTo>
                  <a:lnTo>
                    <a:pt x="1945218" y="2773070"/>
                  </a:lnTo>
                  <a:lnTo>
                    <a:pt x="1945218" y="2772446"/>
                  </a:lnTo>
                  <a:lnTo>
                    <a:pt x="1945218" y="2771823"/>
                  </a:lnTo>
                  <a:lnTo>
                    <a:pt x="1945326" y="2771823"/>
                  </a:lnTo>
                  <a:lnTo>
                    <a:pt x="1945326" y="2771199"/>
                  </a:lnTo>
                  <a:lnTo>
                    <a:pt x="1945326" y="2770576"/>
                  </a:lnTo>
                  <a:lnTo>
                    <a:pt x="1945435" y="2770576"/>
                  </a:lnTo>
                  <a:lnTo>
                    <a:pt x="1945543" y="2770576"/>
                  </a:lnTo>
                  <a:lnTo>
                    <a:pt x="1945543" y="2769952"/>
                  </a:lnTo>
                  <a:lnTo>
                    <a:pt x="1945543" y="2769329"/>
                  </a:lnTo>
                  <a:lnTo>
                    <a:pt x="1945652" y="2769329"/>
                  </a:lnTo>
                  <a:lnTo>
                    <a:pt x="1945760" y="2769329"/>
                  </a:lnTo>
                  <a:lnTo>
                    <a:pt x="1945868" y="2769329"/>
                  </a:lnTo>
                  <a:lnTo>
                    <a:pt x="1945868" y="2768705"/>
                  </a:lnTo>
                  <a:lnTo>
                    <a:pt x="1945977" y="2768705"/>
                  </a:lnTo>
                  <a:lnTo>
                    <a:pt x="1946085" y="2768705"/>
                  </a:lnTo>
                  <a:lnTo>
                    <a:pt x="1946194" y="2768705"/>
                  </a:lnTo>
                  <a:lnTo>
                    <a:pt x="1946302" y="2768705"/>
                  </a:lnTo>
                  <a:lnTo>
                    <a:pt x="1946411" y="2768705"/>
                  </a:lnTo>
                  <a:lnTo>
                    <a:pt x="1946519" y="2768705"/>
                  </a:lnTo>
                  <a:lnTo>
                    <a:pt x="1946628" y="2768705"/>
                  </a:lnTo>
                  <a:lnTo>
                    <a:pt x="1946736" y="2768705"/>
                  </a:lnTo>
                  <a:lnTo>
                    <a:pt x="1946844" y="2768705"/>
                  </a:lnTo>
                  <a:lnTo>
                    <a:pt x="1946953" y="2768705"/>
                  </a:lnTo>
                  <a:lnTo>
                    <a:pt x="1947061" y="2768705"/>
                  </a:lnTo>
                  <a:lnTo>
                    <a:pt x="1947170" y="2768705"/>
                  </a:lnTo>
                  <a:lnTo>
                    <a:pt x="1947278" y="2768705"/>
                  </a:lnTo>
                  <a:lnTo>
                    <a:pt x="1947278" y="2768081"/>
                  </a:lnTo>
                  <a:lnTo>
                    <a:pt x="1947387" y="2768081"/>
                  </a:lnTo>
                  <a:lnTo>
                    <a:pt x="1947387" y="2767458"/>
                  </a:lnTo>
                  <a:lnTo>
                    <a:pt x="1947495" y="2767458"/>
                  </a:lnTo>
                  <a:lnTo>
                    <a:pt x="1947604" y="2767458"/>
                  </a:lnTo>
                  <a:lnTo>
                    <a:pt x="1947604" y="2766834"/>
                  </a:lnTo>
                  <a:lnTo>
                    <a:pt x="1947712" y="2766834"/>
                  </a:lnTo>
                  <a:lnTo>
                    <a:pt x="1947712" y="2766211"/>
                  </a:lnTo>
                  <a:lnTo>
                    <a:pt x="1947820" y="2766211"/>
                  </a:lnTo>
                  <a:lnTo>
                    <a:pt x="1947929" y="2766211"/>
                  </a:lnTo>
                  <a:lnTo>
                    <a:pt x="1948037" y="2766211"/>
                  </a:lnTo>
                  <a:lnTo>
                    <a:pt x="1948146" y="2766211"/>
                  </a:lnTo>
                  <a:lnTo>
                    <a:pt x="1948254" y="2766211"/>
                  </a:lnTo>
                  <a:lnTo>
                    <a:pt x="1948363" y="2766211"/>
                  </a:lnTo>
                  <a:lnTo>
                    <a:pt x="1948471" y="2766211"/>
                  </a:lnTo>
                  <a:lnTo>
                    <a:pt x="1948580" y="2766211"/>
                  </a:lnTo>
                  <a:lnTo>
                    <a:pt x="1948688" y="2766211"/>
                  </a:lnTo>
                  <a:lnTo>
                    <a:pt x="1948688" y="2765587"/>
                  </a:lnTo>
                  <a:lnTo>
                    <a:pt x="1948796" y="2765587"/>
                  </a:lnTo>
                  <a:lnTo>
                    <a:pt x="1948905" y="2765587"/>
                  </a:lnTo>
                  <a:lnTo>
                    <a:pt x="1949013" y="2765587"/>
                  </a:lnTo>
                  <a:lnTo>
                    <a:pt x="1949122" y="2765587"/>
                  </a:lnTo>
                  <a:lnTo>
                    <a:pt x="1949230" y="2765587"/>
                  </a:lnTo>
                  <a:lnTo>
                    <a:pt x="1949339" y="2765587"/>
                  </a:lnTo>
                  <a:lnTo>
                    <a:pt x="1949447" y="2765587"/>
                  </a:lnTo>
                  <a:lnTo>
                    <a:pt x="1949556" y="2765587"/>
                  </a:lnTo>
                  <a:lnTo>
                    <a:pt x="1949664" y="2765587"/>
                  </a:lnTo>
                  <a:lnTo>
                    <a:pt x="1949773" y="2765587"/>
                  </a:lnTo>
                  <a:lnTo>
                    <a:pt x="1949773" y="2764964"/>
                  </a:lnTo>
                  <a:lnTo>
                    <a:pt x="1949773" y="2764340"/>
                  </a:lnTo>
                  <a:lnTo>
                    <a:pt x="1949773" y="2763716"/>
                  </a:lnTo>
                  <a:lnTo>
                    <a:pt x="1949881" y="2763716"/>
                  </a:lnTo>
                  <a:lnTo>
                    <a:pt x="1949989" y="2763716"/>
                  </a:lnTo>
                  <a:lnTo>
                    <a:pt x="1950098" y="2763716"/>
                  </a:lnTo>
                  <a:lnTo>
                    <a:pt x="1950098" y="2763093"/>
                  </a:lnTo>
                  <a:lnTo>
                    <a:pt x="1950206" y="2763093"/>
                  </a:lnTo>
                  <a:lnTo>
                    <a:pt x="1950315" y="2763093"/>
                  </a:lnTo>
                  <a:lnTo>
                    <a:pt x="1950423" y="2763093"/>
                  </a:lnTo>
                  <a:lnTo>
                    <a:pt x="1950532" y="2763093"/>
                  </a:lnTo>
                  <a:lnTo>
                    <a:pt x="1950640" y="2763093"/>
                  </a:lnTo>
                  <a:lnTo>
                    <a:pt x="1950749" y="2763093"/>
                  </a:lnTo>
                  <a:lnTo>
                    <a:pt x="1950857" y="2763093"/>
                  </a:lnTo>
                  <a:lnTo>
                    <a:pt x="1950965" y="2763093"/>
                  </a:lnTo>
                  <a:lnTo>
                    <a:pt x="1951074" y="2763093"/>
                  </a:lnTo>
                  <a:lnTo>
                    <a:pt x="1951182" y="2763093"/>
                  </a:lnTo>
                  <a:lnTo>
                    <a:pt x="1951291" y="2763093"/>
                  </a:lnTo>
                  <a:lnTo>
                    <a:pt x="1951399" y="2763093"/>
                  </a:lnTo>
                  <a:lnTo>
                    <a:pt x="1951508" y="2763093"/>
                  </a:lnTo>
                  <a:lnTo>
                    <a:pt x="1951616" y="2763093"/>
                  </a:lnTo>
                  <a:lnTo>
                    <a:pt x="1951725" y="2763093"/>
                  </a:lnTo>
                  <a:lnTo>
                    <a:pt x="1951833" y="2763093"/>
                  </a:lnTo>
                  <a:lnTo>
                    <a:pt x="1951941" y="2763093"/>
                  </a:lnTo>
                  <a:lnTo>
                    <a:pt x="1951941" y="2762469"/>
                  </a:lnTo>
                  <a:lnTo>
                    <a:pt x="1952050" y="2762469"/>
                  </a:lnTo>
                  <a:lnTo>
                    <a:pt x="1952158" y="2762469"/>
                  </a:lnTo>
                  <a:lnTo>
                    <a:pt x="1952158" y="2761846"/>
                  </a:lnTo>
                  <a:lnTo>
                    <a:pt x="1952267" y="2761846"/>
                  </a:lnTo>
                  <a:lnTo>
                    <a:pt x="1952375" y="2761846"/>
                  </a:lnTo>
                  <a:lnTo>
                    <a:pt x="1952484" y="2761846"/>
                  </a:lnTo>
                  <a:lnTo>
                    <a:pt x="1952592" y="2761846"/>
                  </a:lnTo>
                  <a:lnTo>
                    <a:pt x="1952701" y="2761846"/>
                  </a:lnTo>
                  <a:lnTo>
                    <a:pt x="1952809" y="2761846"/>
                  </a:lnTo>
                  <a:lnTo>
                    <a:pt x="1952917" y="2761846"/>
                  </a:lnTo>
                  <a:lnTo>
                    <a:pt x="1953026" y="2761846"/>
                  </a:lnTo>
                  <a:lnTo>
                    <a:pt x="1953134" y="2761846"/>
                  </a:lnTo>
                  <a:lnTo>
                    <a:pt x="1953243" y="2761846"/>
                  </a:lnTo>
                  <a:lnTo>
                    <a:pt x="1953243" y="2761222"/>
                  </a:lnTo>
                  <a:lnTo>
                    <a:pt x="1953351" y="2761222"/>
                  </a:lnTo>
                  <a:lnTo>
                    <a:pt x="1953460" y="2761222"/>
                  </a:lnTo>
                  <a:lnTo>
                    <a:pt x="1953568" y="2761222"/>
                  </a:lnTo>
                  <a:lnTo>
                    <a:pt x="1953677" y="2761222"/>
                  </a:lnTo>
                  <a:lnTo>
                    <a:pt x="1953677" y="2760598"/>
                  </a:lnTo>
                  <a:lnTo>
                    <a:pt x="1953785" y="2760598"/>
                  </a:lnTo>
                  <a:lnTo>
                    <a:pt x="1953893" y="2760598"/>
                  </a:lnTo>
                  <a:lnTo>
                    <a:pt x="1954002" y="2760598"/>
                  </a:lnTo>
                  <a:lnTo>
                    <a:pt x="1954110" y="2760598"/>
                  </a:lnTo>
                  <a:lnTo>
                    <a:pt x="1954219" y="2760598"/>
                  </a:lnTo>
                  <a:lnTo>
                    <a:pt x="1954327" y="2760598"/>
                  </a:lnTo>
                  <a:lnTo>
                    <a:pt x="1954327" y="2759975"/>
                  </a:lnTo>
                  <a:lnTo>
                    <a:pt x="1954436" y="2759975"/>
                  </a:lnTo>
                  <a:lnTo>
                    <a:pt x="1954544" y="2759975"/>
                  </a:lnTo>
                  <a:lnTo>
                    <a:pt x="1954544" y="2759351"/>
                  </a:lnTo>
                  <a:lnTo>
                    <a:pt x="1954653" y="2759351"/>
                  </a:lnTo>
                  <a:lnTo>
                    <a:pt x="1954761" y="2759351"/>
                  </a:lnTo>
                  <a:lnTo>
                    <a:pt x="1954761" y="2758728"/>
                  </a:lnTo>
                  <a:lnTo>
                    <a:pt x="1954761" y="2758104"/>
                  </a:lnTo>
                  <a:lnTo>
                    <a:pt x="1954761" y="2757481"/>
                  </a:lnTo>
                  <a:lnTo>
                    <a:pt x="1954870" y="2757481"/>
                  </a:lnTo>
                  <a:lnTo>
                    <a:pt x="1954870" y="2756857"/>
                  </a:lnTo>
                  <a:lnTo>
                    <a:pt x="1954978" y="2756857"/>
                  </a:lnTo>
                  <a:lnTo>
                    <a:pt x="1954978" y="2756233"/>
                  </a:lnTo>
                  <a:lnTo>
                    <a:pt x="1955086" y="2756233"/>
                  </a:lnTo>
                  <a:lnTo>
                    <a:pt x="1955195" y="2756233"/>
                  </a:lnTo>
                  <a:lnTo>
                    <a:pt x="1955303" y="2756233"/>
                  </a:lnTo>
                  <a:lnTo>
                    <a:pt x="1955303" y="2755610"/>
                  </a:lnTo>
                  <a:lnTo>
                    <a:pt x="1955303" y="2754986"/>
                  </a:lnTo>
                  <a:lnTo>
                    <a:pt x="1955412" y="2754986"/>
                  </a:lnTo>
                  <a:lnTo>
                    <a:pt x="1955412" y="2754363"/>
                  </a:lnTo>
                  <a:lnTo>
                    <a:pt x="1955520" y="2754363"/>
                  </a:lnTo>
                  <a:lnTo>
                    <a:pt x="1955629" y="2754363"/>
                  </a:lnTo>
                  <a:lnTo>
                    <a:pt x="1955737" y="2754363"/>
                  </a:lnTo>
                  <a:lnTo>
                    <a:pt x="1955846" y="2754363"/>
                  </a:lnTo>
                  <a:lnTo>
                    <a:pt x="1955954" y="2754363"/>
                  </a:lnTo>
                  <a:lnTo>
                    <a:pt x="1956062" y="2754363"/>
                  </a:lnTo>
                  <a:lnTo>
                    <a:pt x="1956171" y="2754363"/>
                  </a:lnTo>
                  <a:lnTo>
                    <a:pt x="1956171" y="2753739"/>
                  </a:lnTo>
                  <a:lnTo>
                    <a:pt x="1956279" y="2753739"/>
                  </a:lnTo>
                  <a:lnTo>
                    <a:pt x="1956388" y="2753739"/>
                  </a:lnTo>
                  <a:lnTo>
                    <a:pt x="1956496" y="2753739"/>
                  </a:lnTo>
                  <a:lnTo>
                    <a:pt x="1956605" y="2753739"/>
                  </a:lnTo>
                  <a:lnTo>
                    <a:pt x="1956713" y="2753739"/>
                  </a:lnTo>
                  <a:lnTo>
                    <a:pt x="1956822" y="2753739"/>
                  </a:lnTo>
                  <a:lnTo>
                    <a:pt x="1956930" y="2753739"/>
                  </a:lnTo>
                  <a:lnTo>
                    <a:pt x="1957038" y="2753739"/>
                  </a:lnTo>
                  <a:lnTo>
                    <a:pt x="1957147" y="2753739"/>
                  </a:lnTo>
                  <a:lnTo>
                    <a:pt x="1957255" y="2753739"/>
                  </a:lnTo>
                  <a:lnTo>
                    <a:pt x="1957255" y="2753115"/>
                  </a:lnTo>
                  <a:lnTo>
                    <a:pt x="1957364" y="2753115"/>
                  </a:lnTo>
                  <a:lnTo>
                    <a:pt x="1957472" y="2753115"/>
                  </a:lnTo>
                  <a:lnTo>
                    <a:pt x="1957581" y="2753115"/>
                  </a:lnTo>
                  <a:lnTo>
                    <a:pt x="1957581" y="2752492"/>
                  </a:lnTo>
                  <a:lnTo>
                    <a:pt x="1957689" y="2752492"/>
                  </a:lnTo>
                  <a:lnTo>
                    <a:pt x="1957798" y="2752492"/>
                  </a:lnTo>
                  <a:lnTo>
                    <a:pt x="1957906" y="2752492"/>
                  </a:lnTo>
                  <a:lnTo>
                    <a:pt x="1958014" y="2752492"/>
                  </a:lnTo>
                  <a:lnTo>
                    <a:pt x="1958123" y="2752492"/>
                  </a:lnTo>
                  <a:lnTo>
                    <a:pt x="1958231" y="2752492"/>
                  </a:lnTo>
                  <a:lnTo>
                    <a:pt x="1958340" y="2752492"/>
                  </a:lnTo>
                  <a:lnTo>
                    <a:pt x="1958448" y="2752492"/>
                  </a:lnTo>
                  <a:lnTo>
                    <a:pt x="1958448" y="2751868"/>
                  </a:lnTo>
                  <a:lnTo>
                    <a:pt x="1958557" y="2751868"/>
                  </a:lnTo>
                  <a:lnTo>
                    <a:pt x="1958665" y="2751868"/>
                  </a:lnTo>
                  <a:lnTo>
                    <a:pt x="1958774" y="2751868"/>
                  </a:lnTo>
                  <a:lnTo>
                    <a:pt x="1958882" y="2751868"/>
                  </a:lnTo>
                  <a:lnTo>
                    <a:pt x="1958882" y="2751245"/>
                  </a:lnTo>
                  <a:lnTo>
                    <a:pt x="1958991" y="2751245"/>
                  </a:lnTo>
                  <a:lnTo>
                    <a:pt x="1958991" y="2750621"/>
                  </a:lnTo>
                  <a:lnTo>
                    <a:pt x="1959099" y="2750621"/>
                  </a:lnTo>
                  <a:lnTo>
                    <a:pt x="1959099" y="2749998"/>
                  </a:lnTo>
                  <a:lnTo>
                    <a:pt x="1959207" y="2749998"/>
                  </a:lnTo>
                  <a:lnTo>
                    <a:pt x="1959316" y="2749998"/>
                  </a:lnTo>
                  <a:lnTo>
                    <a:pt x="1959316" y="2749374"/>
                  </a:lnTo>
                  <a:lnTo>
                    <a:pt x="1959424" y="2749374"/>
                  </a:lnTo>
                  <a:lnTo>
                    <a:pt x="1959533" y="2749374"/>
                  </a:lnTo>
                  <a:lnTo>
                    <a:pt x="1959641" y="2749374"/>
                  </a:lnTo>
                  <a:lnTo>
                    <a:pt x="1959750" y="2749374"/>
                  </a:lnTo>
                  <a:lnTo>
                    <a:pt x="1959858" y="2749374"/>
                  </a:lnTo>
                  <a:lnTo>
                    <a:pt x="1959967" y="2749374"/>
                  </a:lnTo>
                  <a:lnTo>
                    <a:pt x="1959967" y="2748750"/>
                  </a:lnTo>
                  <a:lnTo>
                    <a:pt x="1960075" y="2748750"/>
                  </a:lnTo>
                  <a:lnTo>
                    <a:pt x="1960183" y="2748750"/>
                  </a:lnTo>
                  <a:lnTo>
                    <a:pt x="1960292" y="2748750"/>
                  </a:lnTo>
                  <a:lnTo>
                    <a:pt x="1960400" y="2748750"/>
                  </a:lnTo>
                  <a:lnTo>
                    <a:pt x="1960509" y="2748750"/>
                  </a:lnTo>
                  <a:lnTo>
                    <a:pt x="1960617" y="2748750"/>
                  </a:lnTo>
                  <a:lnTo>
                    <a:pt x="1960726" y="2748750"/>
                  </a:lnTo>
                  <a:lnTo>
                    <a:pt x="1960834" y="2748750"/>
                  </a:lnTo>
                  <a:lnTo>
                    <a:pt x="1960943" y="2748750"/>
                  </a:lnTo>
                  <a:lnTo>
                    <a:pt x="1961051" y="2748750"/>
                  </a:lnTo>
                  <a:lnTo>
                    <a:pt x="1961159" y="2748750"/>
                  </a:lnTo>
                  <a:lnTo>
                    <a:pt x="1961159" y="2748127"/>
                  </a:lnTo>
                  <a:lnTo>
                    <a:pt x="1961159" y="2747503"/>
                  </a:lnTo>
                  <a:lnTo>
                    <a:pt x="1961268" y="2747503"/>
                  </a:lnTo>
                  <a:lnTo>
                    <a:pt x="1961376" y="2747503"/>
                  </a:lnTo>
                  <a:lnTo>
                    <a:pt x="1961485" y="2747503"/>
                  </a:lnTo>
                  <a:lnTo>
                    <a:pt x="1961593" y="2747503"/>
                  </a:lnTo>
                  <a:lnTo>
                    <a:pt x="1961702" y="2747503"/>
                  </a:lnTo>
                  <a:lnTo>
                    <a:pt x="1961810" y="2747503"/>
                  </a:lnTo>
                  <a:lnTo>
                    <a:pt x="1961919" y="2747503"/>
                  </a:lnTo>
                  <a:lnTo>
                    <a:pt x="1962027" y="2747503"/>
                  </a:lnTo>
                  <a:lnTo>
                    <a:pt x="1962135" y="2747503"/>
                  </a:lnTo>
                  <a:lnTo>
                    <a:pt x="1962244" y="2747503"/>
                  </a:lnTo>
                  <a:lnTo>
                    <a:pt x="1962352" y="2747503"/>
                  </a:lnTo>
                  <a:lnTo>
                    <a:pt x="1962461" y="2747503"/>
                  </a:lnTo>
                  <a:lnTo>
                    <a:pt x="1962569" y="2747503"/>
                  </a:lnTo>
                  <a:lnTo>
                    <a:pt x="1962678" y="2747503"/>
                  </a:lnTo>
                  <a:lnTo>
                    <a:pt x="1962786" y="2747503"/>
                  </a:lnTo>
                  <a:lnTo>
                    <a:pt x="1962895" y="2747503"/>
                  </a:lnTo>
                  <a:lnTo>
                    <a:pt x="1963003" y="2747503"/>
                  </a:lnTo>
                  <a:lnTo>
                    <a:pt x="1963112" y="2747503"/>
                  </a:lnTo>
                  <a:lnTo>
                    <a:pt x="1963112" y="2746880"/>
                  </a:lnTo>
                  <a:lnTo>
                    <a:pt x="1963220" y="2746880"/>
                  </a:lnTo>
                  <a:lnTo>
                    <a:pt x="1963328" y="2746880"/>
                  </a:lnTo>
                  <a:lnTo>
                    <a:pt x="1963328" y="2746256"/>
                  </a:lnTo>
                  <a:lnTo>
                    <a:pt x="1963328" y="2745632"/>
                  </a:lnTo>
                  <a:lnTo>
                    <a:pt x="1963437" y="2745632"/>
                  </a:lnTo>
                  <a:lnTo>
                    <a:pt x="1963545" y="2745632"/>
                  </a:lnTo>
                  <a:lnTo>
                    <a:pt x="1963654" y="2745632"/>
                  </a:lnTo>
                  <a:lnTo>
                    <a:pt x="1963762" y="2745632"/>
                  </a:lnTo>
                  <a:lnTo>
                    <a:pt x="1963871" y="2745632"/>
                  </a:lnTo>
                  <a:lnTo>
                    <a:pt x="1963979" y="2745632"/>
                  </a:lnTo>
                  <a:lnTo>
                    <a:pt x="1964088" y="2745632"/>
                  </a:lnTo>
                  <a:lnTo>
                    <a:pt x="1964196" y="2745632"/>
                  </a:lnTo>
                  <a:lnTo>
                    <a:pt x="1964196" y="2745009"/>
                  </a:lnTo>
                  <a:lnTo>
                    <a:pt x="1964304" y="2745009"/>
                  </a:lnTo>
                  <a:lnTo>
                    <a:pt x="1964413" y="2745009"/>
                  </a:lnTo>
                  <a:lnTo>
                    <a:pt x="1964521" y="2745009"/>
                  </a:lnTo>
                  <a:lnTo>
                    <a:pt x="1964630" y="2745009"/>
                  </a:lnTo>
                  <a:lnTo>
                    <a:pt x="1964738" y="2745009"/>
                  </a:lnTo>
                  <a:lnTo>
                    <a:pt x="1964847" y="2745009"/>
                  </a:lnTo>
                  <a:lnTo>
                    <a:pt x="1964955" y="2745009"/>
                  </a:lnTo>
                  <a:lnTo>
                    <a:pt x="1965064" y="2745009"/>
                  </a:lnTo>
                  <a:lnTo>
                    <a:pt x="1965172" y="2745009"/>
                  </a:lnTo>
                  <a:lnTo>
                    <a:pt x="1965280" y="2745009"/>
                  </a:lnTo>
                  <a:lnTo>
                    <a:pt x="1965389" y="2745009"/>
                  </a:lnTo>
                  <a:lnTo>
                    <a:pt x="1965497" y="2745009"/>
                  </a:lnTo>
                  <a:lnTo>
                    <a:pt x="1965497" y="2744385"/>
                  </a:lnTo>
                  <a:lnTo>
                    <a:pt x="1965606" y="2744385"/>
                  </a:lnTo>
                  <a:lnTo>
                    <a:pt x="1965714" y="2744385"/>
                  </a:lnTo>
                  <a:lnTo>
                    <a:pt x="1965714" y="2743762"/>
                  </a:lnTo>
                  <a:lnTo>
                    <a:pt x="1965823" y="2743762"/>
                  </a:lnTo>
                  <a:lnTo>
                    <a:pt x="1965823" y="2743138"/>
                  </a:lnTo>
                  <a:lnTo>
                    <a:pt x="1965931" y="2743138"/>
                  </a:lnTo>
                  <a:lnTo>
                    <a:pt x="1966040" y="2743138"/>
                  </a:lnTo>
                  <a:lnTo>
                    <a:pt x="1966148" y="2743138"/>
                  </a:lnTo>
                  <a:lnTo>
                    <a:pt x="1966256" y="2743138"/>
                  </a:lnTo>
                  <a:lnTo>
                    <a:pt x="1966256" y="2742515"/>
                  </a:lnTo>
                  <a:lnTo>
                    <a:pt x="1966365" y="2742515"/>
                  </a:lnTo>
                  <a:lnTo>
                    <a:pt x="1966365" y="2741891"/>
                  </a:lnTo>
                  <a:lnTo>
                    <a:pt x="1966473" y="2741891"/>
                  </a:lnTo>
                  <a:lnTo>
                    <a:pt x="1966582" y="2741891"/>
                  </a:lnTo>
                  <a:lnTo>
                    <a:pt x="1966690" y="2741891"/>
                  </a:lnTo>
                  <a:lnTo>
                    <a:pt x="1966799" y="2741891"/>
                  </a:lnTo>
                  <a:lnTo>
                    <a:pt x="1966907" y="2741891"/>
                  </a:lnTo>
                  <a:lnTo>
                    <a:pt x="1966907" y="2741267"/>
                  </a:lnTo>
                  <a:lnTo>
                    <a:pt x="1966907" y="2740644"/>
                  </a:lnTo>
                  <a:lnTo>
                    <a:pt x="1967016" y="2740644"/>
                  </a:lnTo>
                  <a:lnTo>
                    <a:pt x="1967124" y="2740644"/>
                  </a:lnTo>
                  <a:lnTo>
                    <a:pt x="1967233" y="2740644"/>
                  </a:lnTo>
                  <a:lnTo>
                    <a:pt x="1967341" y="2740644"/>
                  </a:lnTo>
                  <a:lnTo>
                    <a:pt x="1967449" y="2740644"/>
                  </a:lnTo>
                  <a:lnTo>
                    <a:pt x="1967558" y="2740644"/>
                  </a:lnTo>
                  <a:lnTo>
                    <a:pt x="1967558" y="2740020"/>
                  </a:lnTo>
                  <a:lnTo>
                    <a:pt x="1967666" y="2740020"/>
                  </a:lnTo>
                  <a:lnTo>
                    <a:pt x="1967775" y="2740020"/>
                  </a:lnTo>
                  <a:lnTo>
                    <a:pt x="1967883" y="2740020"/>
                  </a:lnTo>
                  <a:lnTo>
                    <a:pt x="1967992" y="2740020"/>
                  </a:lnTo>
                  <a:lnTo>
                    <a:pt x="1968100" y="2740020"/>
                  </a:lnTo>
                  <a:lnTo>
                    <a:pt x="1968209" y="2740020"/>
                  </a:lnTo>
                  <a:lnTo>
                    <a:pt x="1968317" y="2740020"/>
                  </a:lnTo>
                  <a:lnTo>
                    <a:pt x="1968425" y="2740020"/>
                  </a:lnTo>
                  <a:lnTo>
                    <a:pt x="1968425" y="2739397"/>
                  </a:lnTo>
                  <a:lnTo>
                    <a:pt x="1968534" y="2739397"/>
                  </a:lnTo>
                  <a:lnTo>
                    <a:pt x="1968642" y="2739397"/>
                  </a:lnTo>
                  <a:lnTo>
                    <a:pt x="1968751" y="2739397"/>
                  </a:lnTo>
                  <a:lnTo>
                    <a:pt x="1968751" y="2738773"/>
                  </a:lnTo>
                  <a:lnTo>
                    <a:pt x="1968751" y="2738149"/>
                  </a:lnTo>
                  <a:lnTo>
                    <a:pt x="1968859" y="2738149"/>
                  </a:lnTo>
                  <a:lnTo>
                    <a:pt x="1968968" y="2738149"/>
                  </a:lnTo>
                  <a:lnTo>
                    <a:pt x="1969076" y="2738149"/>
                  </a:lnTo>
                  <a:lnTo>
                    <a:pt x="1969185" y="2738149"/>
                  </a:lnTo>
                  <a:lnTo>
                    <a:pt x="1969293" y="2738149"/>
                  </a:lnTo>
                  <a:lnTo>
                    <a:pt x="1969401" y="2738149"/>
                  </a:lnTo>
                  <a:lnTo>
                    <a:pt x="1969510" y="2738149"/>
                  </a:lnTo>
                  <a:lnTo>
                    <a:pt x="1969618" y="2738149"/>
                  </a:lnTo>
                  <a:lnTo>
                    <a:pt x="1969727" y="2738149"/>
                  </a:lnTo>
                  <a:lnTo>
                    <a:pt x="1969835" y="2738149"/>
                  </a:lnTo>
                  <a:lnTo>
                    <a:pt x="1969944" y="2738149"/>
                  </a:lnTo>
                  <a:lnTo>
                    <a:pt x="1970052" y="2738149"/>
                  </a:lnTo>
                  <a:lnTo>
                    <a:pt x="1970052" y="2737526"/>
                  </a:lnTo>
                  <a:lnTo>
                    <a:pt x="1970161" y="2737526"/>
                  </a:lnTo>
                  <a:lnTo>
                    <a:pt x="1970161" y="2736902"/>
                  </a:lnTo>
                  <a:lnTo>
                    <a:pt x="1970161" y="2736279"/>
                  </a:lnTo>
                  <a:lnTo>
                    <a:pt x="1970269" y="2736279"/>
                  </a:lnTo>
                  <a:lnTo>
                    <a:pt x="1970269" y="2735655"/>
                  </a:lnTo>
                  <a:lnTo>
                    <a:pt x="1970377" y="2735655"/>
                  </a:lnTo>
                  <a:lnTo>
                    <a:pt x="1970486" y="2735655"/>
                  </a:lnTo>
                  <a:lnTo>
                    <a:pt x="1970486" y="2735032"/>
                  </a:lnTo>
                  <a:lnTo>
                    <a:pt x="1970594" y="2735032"/>
                  </a:lnTo>
                  <a:lnTo>
                    <a:pt x="1970703" y="2735032"/>
                  </a:lnTo>
                  <a:lnTo>
                    <a:pt x="1970811" y="2735032"/>
                  </a:lnTo>
                  <a:lnTo>
                    <a:pt x="1970920" y="2735032"/>
                  </a:lnTo>
                  <a:lnTo>
                    <a:pt x="1971028" y="2735032"/>
                  </a:lnTo>
                  <a:lnTo>
                    <a:pt x="1971137" y="2735032"/>
                  </a:lnTo>
                  <a:lnTo>
                    <a:pt x="1971137" y="2734408"/>
                  </a:lnTo>
                  <a:lnTo>
                    <a:pt x="1971245" y="2734408"/>
                  </a:lnTo>
                  <a:lnTo>
                    <a:pt x="1971354" y="2734408"/>
                  </a:lnTo>
                  <a:lnTo>
                    <a:pt x="1971462" y="2734408"/>
                  </a:lnTo>
                  <a:lnTo>
                    <a:pt x="1971570" y="2734408"/>
                  </a:lnTo>
                  <a:lnTo>
                    <a:pt x="1971679" y="2734408"/>
                  </a:lnTo>
                  <a:lnTo>
                    <a:pt x="1971787" y="2734408"/>
                  </a:lnTo>
                  <a:lnTo>
                    <a:pt x="1971896" y="2734408"/>
                  </a:lnTo>
                  <a:lnTo>
                    <a:pt x="1972004" y="2734408"/>
                  </a:lnTo>
                  <a:lnTo>
                    <a:pt x="1972113" y="2734408"/>
                  </a:lnTo>
                  <a:lnTo>
                    <a:pt x="1972113" y="2733784"/>
                  </a:lnTo>
                  <a:lnTo>
                    <a:pt x="1972221" y="2733784"/>
                  </a:lnTo>
                  <a:lnTo>
                    <a:pt x="1972330" y="2733784"/>
                  </a:lnTo>
                  <a:lnTo>
                    <a:pt x="1972438" y="2733784"/>
                  </a:lnTo>
                  <a:lnTo>
                    <a:pt x="1972546" y="2733784"/>
                  </a:lnTo>
                  <a:lnTo>
                    <a:pt x="1972655" y="2733784"/>
                  </a:lnTo>
                  <a:lnTo>
                    <a:pt x="1972763" y="2733784"/>
                  </a:lnTo>
                  <a:lnTo>
                    <a:pt x="1972872" y="2733784"/>
                  </a:lnTo>
                  <a:lnTo>
                    <a:pt x="1972980" y="2733784"/>
                  </a:lnTo>
                  <a:lnTo>
                    <a:pt x="1973089" y="2733784"/>
                  </a:lnTo>
                  <a:lnTo>
                    <a:pt x="1973197" y="2733784"/>
                  </a:lnTo>
                  <a:lnTo>
                    <a:pt x="1973306" y="2733784"/>
                  </a:lnTo>
                  <a:lnTo>
                    <a:pt x="1973414" y="2733784"/>
                  </a:lnTo>
                  <a:lnTo>
                    <a:pt x="1973522" y="2733784"/>
                  </a:lnTo>
                  <a:lnTo>
                    <a:pt x="1973631" y="2733784"/>
                  </a:lnTo>
                  <a:lnTo>
                    <a:pt x="1973739" y="2733784"/>
                  </a:lnTo>
                  <a:lnTo>
                    <a:pt x="1973848" y="2733784"/>
                  </a:lnTo>
                  <a:lnTo>
                    <a:pt x="1973956" y="2733784"/>
                  </a:lnTo>
                  <a:lnTo>
                    <a:pt x="1973956" y="2733161"/>
                  </a:lnTo>
                  <a:lnTo>
                    <a:pt x="1974065" y="2733161"/>
                  </a:lnTo>
                  <a:lnTo>
                    <a:pt x="1974173" y="2733161"/>
                  </a:lnTo>
                  <a:lnTo>
                    <a:pt x="1974282" y="2733161"/>
                  </a:lnTo>
                  <a:lnTo>
                    <a:pt x="1974390" y="2733161"/>
                  </a:lnTo>
                  <a:lnTo>
                    <a:pt x="1974498" y="2733161"/>
                  </a:lnTo>
                  <a:lnTo>
                    <a:pt x="1974607" y="2733161"/>
                  </a:lnTo>
                  <a:lnTo>
                    <a:pt x="1974607" y="2732537"/>
                  </a:lnTo>
                  <a:lnTo>
                    <a:pt x="1974715" y="2732537"/>
                  </a:lnTo>
                  <a:lnTo>
                    <a:pt x="1974824" y="2732537"/>
                  </a:lnTo>
                  <a:lnTo>
                    <a:pt x="1974824" y="2731914"/>
                  </a:lnTo>
                  <a:lnTo>
                    <a:pt x="1974932" y="2731914"/>
                  </a:lnTo>
                  <a:lnTo>
                    <a:pt x="1974932" y="2731290"/>
                  </a:lnTo>
                  <a:lnTo>
                    <a:pt x="1975041" y="2731290"/>
                  </a:lnTo>
                  <a:lnTo>
                    <a:pt x="1975041" y="2730666"/>
                  </a:lnTo>
                  <a:lnTo>
                    <a:pt x="1975149" y="2730666"/>
                  </a:lnTo>
                  <a:lnTo>
                    <a:pt x="1975258" y="2730666"/>
                  </a:lnTo>
                  <a:lnTo>
                    <a:pt x="1975366" y="2730666"/>
                  </a:lnTo>
                  <a:lnTo>
                    <a:pt x="1975474" y="2730666"/>
                  </a:lnTo>
                  <a:lnTo>
                    <a:pt x="1975583" y="2730666"/>
                  </a:lnTo>
                  <a:lnTo>
                    <a:pt x="1975691" y="2730666"/>
                  </a:lnTo>
                  <a:lnTo>
                    <a:pt x="1975800" y="2730666"/>
                  </a:lnTo>
                  <a:lnTo>
                    <a:pt x="1975800" y="2730043"/>
                  </a:lnTo>
                  <a:lnTo>
                    <a:pt x="1975908" y="2730043"/>
                  </a:lnTo>
                  <a:lnTo>
                    <a:pt x="1975908" y="2729419"/>
                  </a:lnTo>
                  <a:lnTo>
                    <a:pt x="1976017" y="2729419"/>
                  </a:lnTo>
                  <a:lnTo>
                    <a:pt x="1976125" y="2729419"/>
                  </a:lnTo>
                  <a:lnTo>
                    <a:pt x="1976234" y="2729419"/>
                  </a:lnTo>
                  <a:lnTo>
                    <a:pt x="1976342" y="2729419"/>
                  </a:lnTo>
                  <a:lnTo>
                    <a:pt x="1976451" y="2729419"/>
                  </a:lnTo>
                  <a:lnTo>
                    <a:pt x="1976559" y="2729419"/>
                  </a:lnTo>
                  <a:lnTo>
                    <a:pt x="1976667" y="2729419"/>
                  </a:lnTo>
                  <a:lnTo>
                    <a:pt x="1976667" y="2728796"/>
                  </a:lnTo>
                  <a:lnTo>
                    <a:pt x="1976667" y="2728172"/>
                  </a:lnTo>
                  <a:lnTo>
                    <a:pt x="1976776" y="2728172"/>
                  </a:lnTo>
                  <a:lnTo>
                    <a:pt x="1976884" y="2728172"/>
                  </a:lnTo>
                  <a:lnTo>
                    <a:pt x="1976993" y="2728172"/>
                  </a:lnTo>
                  <a:lnTo>
                    <a:pt x="1977101" y="2728172"/>
                  </a:lnTo>
                  <a:lnTo>
                    <a:pt x="1977101" y="2727549"/>
                  </a:lnTo>
                  <a:lnTo>
                    <a:pt x="1977210" y="2727549"/>
                  </a:lnTo>
                  <a:lnTo>
                    <a:pt x="1977318" y="2727549"/>
                  </a:lnTo>
                  <a:lnTo>
                    <a:pt x="1977427" y="2727549"/>
                  </a:lnTo>
                  <a:lnTo>
                    <a:pt x="1977535" y="2727549"/>
                  </a:lnTo>
                  <a:lnTo>
                    <a:pt x="1977643" y="2727549"/>
                  </a:lnTo>
                  <a:lnTo>
                    <a:pt x="1977752" y="2727549"/>
                  </a:lnTo>
                  <a:lnTo>
                    <a:pt x="1977752" y="2726925"/>
                  </a:lnTo>
                  <a:lnTo>
                    <a:pt x="1977860" y="2726925"/>
                  </a:lnTo>
                  <a:lnTo>
                    <a:pt x="1977860" y="2726301"/>
                  </a:lnTo>
                  <a:lnTo>
                    <a:pt x="1977860" y="2725678"/>
                  </a:lnTo>
                  <a:lnTo>
                    <a:pt x="1977969" y="2725678"/>
                  </a:lnTo>
                  <a:lnTo>
                    <a:pt x="1978077" y="2725678"/>
                  </a:lnTo>
                  <a:lnTo>
                    <a:pt x="1978186" y="2725678"/>
                  </a:lnTo>
                  <a:lnTo>
                    <a:pt x="1978186" y="2725054"/>
                  </a:lnTo>
                  <a:lnTo>
                    <a:pt x="1978294" y="2725054"/>
                  </a:lnTo>
                  <a:lnTo>
                    <a:pt x="1978403" y="2725054"/>
                  </a:lnTo>
                  <a:lnTo>
                    <a:pt x="1978511" y="2725054"/>
                  </a:lnTo>
                  <a:lnTo>
                    <a:pt x="1978619" y="2725054"/>
                  </a:lnTo>
                  <a:lnTo>
                    <a:pt x="1978619" y="2724431"/>
                  </a:lnTo>
                  <a:lnTo>
                    <a:pt x="1978728" y="2724431"/>
                  </a:lnTo>
                  <a:lnTo>
                    <a:pt x="1978728" y="2723807"/>
                  </a:lnTo>
                  <a:lnTo>
                    <a:pt x="1978836" y="2723807"/>
                  </a:lnTo>
                  <a:lnTo>
                    <a:pt x="1978836" y="2723183"/>
                  </a:lnTo>
                  <a:lnTo>
                    <a:pt x="1978945" y="2723183"/>
                  </a:lnTo>
                  <a:lnTo>
                    <a:pt x="1979053" y="2723183"/>
                  </a:lnTo>
                  <a:lnTo>
                    <a:pt x="1979162" y="2723183"/>
                  </a:lnTo>
                  <a:lnTo>
                    <a:pt x="1979270" y="2723183"/>
                  </a:lnTo>
                  <a:lnTo>
                    <a:pt x="1979379" y="2723183"/>
                  </a:lnTo>
                  <a:lnTo>
                    <a:pt x="1979379" y="2722560"/>
                  </a:lnTo>
                  <a:lnTo>
                    <a:pt x="1979487" y="2722560"/>
                  </a:lnTo>
                  <a:lnTo>
                    <a:pt x="1979595" y="2722560"/>
                  </a:lnTo>
                  <a:lnTo>
                    <a:pt x="1979704" y="2722560"/>
                  </a:lnTo>
                  <a:lnTo>
                    <a:pt x="1979812" y="2722560"/>
                  </a:lnTo>
                  <a:lnTo>
                    <a:pt x="1979921" y="2722560"/>
                  </a:lnTo>
                  <a:lnTo>
                    <a:pt x="1979921" y="2721936"/>
                  </a:lnTo>
                  <a:lnTo>
                    <a:pt x="1979921" y="2721313"/>
                  </a:lnTo>
                  <a:lnTo>
                    <a:pt x="1980029" y="2721313"/>
                  </a:lnTo>
                  <a:lnTo>
                    <a:pt x="1980138" y="2721313"/>
                  </a:lnTo>
                  <a:lnTo>
                    <a:pt x="1980138" y="2720689"/>
                  </a:lnTo>
                  <a:lnTo>
                    <a:pt x="1980246" y="2720689"/>
                  </a:lnTo>
                  <a:lnTo>
                    <a:pt x="1980246" y="2720066"/>
                  </a:lnTo>
                  <a:lnTo>
                    <a:pt x="1980355" y="2720066"/>
                  </a:lnTo>
                  <a:lnTo>
                    <a:pt x="1980463" y="2720066"/>
                  </a:lnTo>
                  <a:lnTo>
                    <a:pt x="1980463" y="2719442"/>
                  </a:lnTo>
                  <a:lnTo>
                    <a:pt x="1980572" y="2719442"/>
                  </a:lnTo>
                  <a:lnTo>
                    <a:pt x="1980680" y="2719442"/>
                  </a:lnTo>
                  <a:lnTo>
                    <a:pt x="1980680" y="2718818"/>
                  </a:lnTo>
                  <a:lnTo>
                    <a:pt x="1980788" y="2718818"/>
                  </a:lnTo>
                  <a:lnTo>
                    <a:pt x="1980788" y="2718195"/>
                  </a:lnTo>
                  <a:lnTo>
                    <a:pt x="1980897" y="2718195"/>
                  </a:lnTo>
                  <a:lnTo>
                    <a:pt x="1981005" y="2718195"/>
                  </a:lnTo>
                  <a:lnTo>
                    <a:pt x="1981114" y="2718195"/>
                  </a:lnTo>
                  <a:lnTo>
                    <a:pt x="1981222" y="2718195"/>
                  </a:lnTo>
                  <a:lnTo>
                    <a:pt x="1981222" y="2717571"/>
                  </a:lnTo>
                  <a:lnTo>
                    <a:pt x="1981331" y="2717571"/>
                  </a:lnTo>
                  <a:lnTo>
                    <a:pt x="1981439" y="2717571"/>
                  </a:lnTo>
                  <a:lnTo>
                    <a:pt x="1981548" y="2717571"/>
                  </a:lnTo>
                  <a:lnTo>
                    <a:pt x="1981548" y="2716948"/>
                  </a:lnTo>
                  <a:lnTo>
                    <a:pt x="1981656" y="2716948"/>
                  </a:lnTo>
                  <a:lnTo>
                    <a:pt x="1981764" y="2716948"/>
                  </a:lnTo>
                  <a:lnTo>
                    <a:pt x="1981873" y="2716948"/>
                  </a:lnTo>
                  <a:lnTo>
                    <a:pt x="1981981" y="2716948"/>
                  </a:lnTo>
                  <a:lnTo>
                    <a:pt x="1982090" y="2716948"/>
                  </a:lnTo>
                  <a:lnTo>
                    <a:pt x="1982198" y="2716948"/>
                  </a:lnTo>
                  <a:lnTo>
                    <a:pt x="1982198" y="2716324"/>
                  </a:lnTo>
                  <a:lnTo>
                    <a:pt x="1982307" y="2716324"/>
                  </a:lnTo>
                  <a:lnTo>
                    <a:pt x="1982307" y="2715700"/>
                  </a:lnTo>
                  <a:lnTo>
                    <a:pt x="1982415" y="2715700"/>
                  </a:lnTo>
                  <a:lnTo>
                    <a:pt x="1982524" y="2715700"/>
                  </a:lnTo>
                  <a:lnTo>
                    <a:pt x="1982632" y="2715700"/>
                  </a:lnTo>
                  <a:lnTo>
                    <a:pt x="1982740" y="2715700"/>
                  </a:lnTo>
                  <a:lnTo>
                    <a:pt x="1982740" y="2715077"/>
                  </a:lnTo>
                  <a:lnTo>
                    <a:pt x="1982849" y="2715077"/>
                  </a:lnTo>
                  <a:lnTo>
                    <a:pt x="1982957" y="2715077"/>
                  </a:lnTo>
                  <a:lnTo>
                    <a:pt x="1983066" y="2715077"/>
                  </a:lnTo>
                  <a:lnTo>
                    <a:pt x="1983174" y="2715077"/>
                  </a:lnTo>
                  <a:lnTo>
                    <a:pt x="1983283" y="2715077"/>
                  </a:lnTo>
                  <a:lnTo>
                    <a:pt x="1983391" y="2715077"/>
                  </a:lnTo>
                  <a:lnTo>
                    <a:pt x="1983500" y="2715077"/>
                  </a:lnTo>
                  <a:lnTo>
                    <a:pt x="1983608" y="2715077"/>
                  </a:lnTo>
                  <a:lnTo>
                    <a:pt x="1983716" y="2715077"/>
                  </a:lnTo>
                  <a:lnTo>
                    <a:pt x="1983825" y="2715077"/>
                  </a:lnTo>
                  <a:lnTo>
                    <a:pt x="1983933" y="2715077"/>
                  </a:lnTo>
                  <a:lnTo>
                    <a:pt x="1984042" y="2715077"/>
                  </a:lnTo>
                  <a:lnTo>
                    <a:pt x="1984150" y="2715077"/>
                  </a:lnTo>
                  <a:lnTo>
                    <a:pt x="1984259" y="2715077"/>
                  </a:lnTo>
                  <a:lnTo>
                    <a:pt x="1984367" y="2715077"/>
                  </a:lnTo>
                  <a:lnTo>
                    <a:pt x="1984476" y="2715077"/>
                  </a:lnTo>
                  <a:lnTo>
                    <a:pt x="1984584" y="2715077"/>
                  </a:lnTo>
                  <a:lnTo>
                    <a:pt x="1984693" y="2715077"/>
                  </a:lnTo>
                  <a:lnTo>
                    <a:pt x="1984801" y="2715077"/>
                  </a:lnTo>
                  <a:lnTo>
                    <a:pt x="1984909" y="2715077"/>
                  </a:lnTo>
                  <a:lnTo>
                    <a:pt x="1985018" y="2715077"/>
                  </a:lnTo>
                  <a:lnTo>
                    <a:pt x="1985126" y="2715077"/>
                  </a:lnTo>
                  <a:lnTo>
                    <a:pt x="1985235" y="2715077"/>
                  </a:lnTo>
                  <a:lnTo>
                    <a:pt x="1985343" y="2715077"/>
                  </a:lnTo>
                  <a:lnTo>
                    <a:pt x="1985452" y="2715077"/>
                  </a:lnTo>
                  <a:lnTo>
                    <a:pt x="1985560" y="2715077"/>
                  </a:lnTo>
                  <a:lnTo>
                    <a:pt x="1985560" y="2714453"/>
                  </a:lnTo>
                  <a:lnTo>
                    <a:pt x="1985669" y="2714453"/>
                  </a:lnTo>
                  <a:lnTo>
                    <a:pt x="1985777" y="2714453"/>
                  </a:lnTo>
                  <a:lnTo>
                    <a:pt x="1985885" y="2714453"/>
                  </a:lnTo>
                  <a:lnTo>
                    <a:pt x="1985994" y="2714453"/>
                  </a:lnTo>
                  <a:lnTo>
                    <a:pt x="1986102" y="2714453"/>
                  </a:lnTo>
                  <a:lnTo>
                    <a:pt x="1986211" y="2714453"/>
                  </a:lnTo>
                  <a:lnTo>
                    <a:pt x="1986319" y="2714453"/>
                  </a:lnTo>
                  <a:lnTo>
                    <a:pt x="1986428" y="2714453"/>
                  </a:lnTo>
                  <a:lnTo>
                    <a:pt x="1986536" y="2714453"/>
                  </a:lnTo>
                  <a:lnTo>
                    <a:pt x="1986645" y="2714453"/>
                  </a:lnTo>
                  <a:lnTo>
                    <a:pt x="1986753" y="2714453"/>
                  </a:lnTo>
                  <a:lnTo>
                    <a:pt x="1986861" y="2714453"/>
                  </a:lnTo>
                  <a:lnTo>
                    <a:pt x="1986970" y="2714453"/>
                  </a:lnTo>
                  <a:lnTo>
                    <a:pt x="1987078" y="2714453"/>
                  </a:lnTo>
                  <a:lnTo>
                    <a:pt x="1987187" y="2714453"/>
                  </a:lnTo>
                  <a:lnTo>
                    <a:pt x="1987295" y="2714453"/>
                  </a:lnTo>
                  <a:lnTo>
                    <a:pt x="1987404" y="2714453"/>
                  </a:lnTo>
                  <a:lnTo>
                    <a:pt x="1987404" y="2713830"/>
                  </a:lnTo>
                  <a:lnTo>
                    <a:pt x="1987404" y="2713206"/>
                  </a:lnTo>
                  <a:lnTo>
                    <a:pt x="1987512" y="2713206"/>
                  </a:lnTo>
                  <a:lnTo>
                    <a:pt x="1987621" y="2713206"/>
                  </a:lnTo>
                  <a:lnTo>
                    <a:pt x="1987729" y="2713206"/>
                  </a:lnTo>
                  <a:lnTo>
                    <a:pt x="1987837" y="2713206"/>
                  </a:lnTo>
                  <a:lnTo>
                    <a:pt x="1987946" y="2713206"/>
                  </a:lnTo>
                  <a:lnTo>
                    <a:pt x="1988054" y="2713206"/>
                  </a:lnTo>
                  <a:lnTo>
                    <a:pt x="1988163" y="2713206"/>
                  </a:lnTo>
                  <a:lnTo>
                    <a:pt x="1988163" y="2712583"/>
                  </a:lnTo>
                  <a:lnTo>
                    <a:pt x="1988163" y="2711959"/>
                  </a:lnTo>
                  <a:lnTo>
                    <a:pt x="1988163" y="2711335"/>
                  </a:lnTo>
                  <a:lnTo>
                    <a:pt x="1988163" y="2710712"/>
                  </a:lnTo>
                  <a:lnTo>
                    <a:pt x="1988271" y="2710712"/>
                  </a:lnTo>
                  <a:lnTo>
                    <a:pt x="1988380" y="2710712"/>
                  </a:lnTo>
                  <a:lnTo>
                    <a:pt x="1988488" y="2710712"/>
                  </a:lnTo>
                  <a:lnTo>
                    <a:pt x="1988597" y="2710712"/>
                  </a:lnTo>
                  <a:lnTo>
                    <a:pt x="1988705" y="2710712"/>
                  </a:lnTo>
                  <a:lnTo>
                    <a:pt x="1988814" y="2710712"/>
                  </a:lnTo>
                  <a:lnTo>
                    <a:pt x="1988922" y="2710712"/>
                  </a:lnTo>
                  <a:lnTo>
                    <a:pt x="1989030" y="2710712"/>
                  </a:lnTo>
                  <a:lnTo>
                    <a:pt x="1989139" y="2710712"/>
                  </a:lnTo>
                  <a:lnTo>
                    <a:pt x="1989247" y="2710712"/>
                  </a:lnTo>
                  <a:lnTo>
                    <a:pt x="1989356" y="2710712"/>
                  </a:lnTo>
                  <a:lnTo>
                    <a:pt x="1989464" y="2710712"/>
                  </a:lnTo>
                  <a:lnTo>
                    <a:pt x="1989573" y="2710712"/>
                  </a:lnTo>
                  <a:lnTo>
                    <a:pt x="1989573" y="2710088"/>
                  </a:lnTo>
                  <a:lnTo>
                    <a:pt x="1989681" y="2710088"/>
                  </a:lnTo>
                  <a:lnTo>
                    <a:pt x="1989790" y="2710088"/>
                  </a:lnTo>
                  <a:lnTo>
                    <a:pt x="1989790" y="2709465"/>
                  </a:lnTo>
                  <a:lnTo>
                    <a:pt x="1989898" y="2709465"/>
                  </a:lnTo>
                  <a:lnTo>
                    <a:pt x="1990006" y="2709465"/>
                  </a:lnTo>
                  <a:lnTo>
                    <a:pt x="1990115" y="2709465"/>
                  </a:lnTo>
                  <a:lnTo>
                    <a:pt x="1990223" y="2709465"/>
                  </a:lnTo>
                  <a:lnTo>
                    <a:pt x="1990223" y="2708841"/>
                  </a:lnTo>
                  <a:lnTo>
                    <a:pt x="1990332" y="2708841"/>
                  </a:lnTo>
                  <a:lnTo>
                    <a:pt x="1990440" y="2708841"/>
                  </a:lnTo>
                  <a:lnTo>
                    <a:pt x="1990549" y="2708841"/>
                  </a:lnTo>
                  <a:lnTo>
                    <a:pt x="1990657" y="2708841"/>
                  </a:lnTo>
                  <a:lnTo>
                    <a:pt x="1990766" y="2708841"/>
                  </a:lnTo>
                  <a:lnTo>
                    <a:pt x="1990874" y="2708841"/>
                  </a:lnTo>
                  <a:lnTo>
                    <a:pt x="1990982" y="2708841"/>
                  </a:lnTo>
                  <a:lnTo>
                    <a:pt x="1991091" y="2708841"/>
                  </a:lnTo>
                  <a:lnTo>
                    <a:pt x="1991199" y="2708841"/>
                  </a:lnTo>
                  <a:lnTo>
                    <a:pt x="1991199" y="2708218"/>
                  </a:lnTo>
                  <a:lnTo>
                    <a:pt x="1991308" y="2708218"/>
                  </a:lnTo>
                  <a:lnTo>
                    <a:pt x="1991416" y="2708218"/>
                  </a:lnTo>
                  <a:lnTo>
                    <a:pt x="1991525" y="2708218"/>
                  </a:lnTo>
                  <a:lnTo>
                    <a:pt x="1991633" y="2708218"/>
                  </a:lnTo>
                  <a:lnTo>
                    <a:pt x="1991742" y="2708218"/>
                  </a:lnTo>
                  <a:lnTo>
                    <a:pt x="1991850" y="2708218"/>
                  </a:lnTo>
                  <a:lnTo>
                    <a:pt x="1991958" y="2708218"/>
                  </a:lnTo>
                  <a:lnTo>
                    <a:pt x="1992067" y="2708218"/>
                  </a:lnTo>
                  <a:lnTo>
                    <a:pt x="1992175" y="2708218"/>
                  </a:lnTo>
                  <a:lnTo>
                    <a:pt x="1992284" y="2708218"/>
                  </a:lnTo>
                  <a:lnTo>
                    <a:pt x="1992284" y="2707594"/>
                  </a:lnTo>
                  <a:lnTo>
                    <a:pt x="1992392" y="2707594"/>
                  </a:lnTo>
                  <a:lnTo>
                    <a:pt x="1992501" y="2707594"/>
                  </a:lnTo>
                  <a:lnTo>
                    <a:pt x="1992609" y="2707594"/>
                  </a:lnTo>
                  <a:lnTo>
                    <a:pt x="1992718" y="2707594"/>
                  </a:lnTo>
                  <a:lnTo>
                    <a:pt x="1992718" y="2706970"/>
                  </a:lnTo>
                  <a:lnTo>
                    <a:pt x="1992826" y="2706970"/>
                  </a:lnTo>
                  <a:lnTo>
                    <a:pt x="1992826" y="2706347"/>
                  </a:lnTo>
                  <a:lnTo>
                    <a:pt x="1992935" y="2706347"/>
                  </a:lnTo>
                  <a:lnTo>
                    <a:pt x="1993043" y="2706347"/>
                  </a:lnTo>
                  <a:lnTo>
                    <a:pt x="1993151" y="2706347"/>
                  </a:lnTo>
                  <a:lnTo>
                    <a:pt x="1993260" y="2706347"/>
                  </a:lnTo>
                  <a:lnTo>
                    <a:pt x="1993368" y="2706347"/>
                  </a:lnTo>
                  <a:lnTo>
                    <a:pt x="1993477" y="2706347"/>
                  </a:lnTo>
                  <a:lnTo>
                    <a:pt x="1993585" y="2706347"/>
                  </a:lnTo>
                  <a:lnTo>
                    <a:pt x="1993694" y="2706347"/>
                  </a:lnTo>
                  <a:lnTo>
                    <a:pt x="1993802" y="2706347"/>
                  </a:lnTo>
                  <a:lnTo>
                    <a:pt x="1993911" y="2706347"/>
                  </a:lnTo>
                  <a:lnTo>
                    <a:pt x="1994019" y="2706347"/>
                  </a:lnTo>
                  <a:lnTo>
                    <a:pt x="1994019" y="2705723"/>
                  </a:lnTo>
                  <a:lnTo>
                    <a:pt x="1994127" y="2705723"/>
                  </a:lnTo>
                  <a:lnTo>
                    <a:pt x="1994236" y="2705723"/>
                  </a:lnTo>
                  <a:lnTo>
                    <a:pt x="1994344" y="2705723"/>
                  </a:lnTo>
                  <a:lnTo>
                    <a:pt x="1994453" y="2705723"/>
                  </a:lnTo>
                  <a:lnTo>
                    <a:pt x="1994561" y="2705723"/>
                  </a:lnTo>
                  <a:lnTo>
                    <a:pt x="1994670" y="2705723"/>
                  </a:lnTo>
                  <a:lnTo>
                    <a:pt x="1994670" y="2705100"/>
                  </a:lnTo>
                  <a:lnTo>
                    <a:pt x="1994778" y="2705100"/>
                  </a:lnTo>
                  <a:lnTo>
                    <a:pt x="1994887" y="2705100"/>
                  </a:lnTo>
                  <a:lnTo>
                    <a:pt x="1994995" y="2705100"/>
                  </a:lnTo>
                  <a:lnTo>
                    <a:pt x="1995103" y="2705100"/>
                  </a:lnTo>
                  <a:lnTo>
                    <a:pt x="1995212" y="2705100"/>
                  </a:lnTo>
                  <a:lnTo>
                    <a:pt x="1995320" y="2705100"/>
                  </a:lnTo>
                  <a:lnTo>
                    <a:pt x="1995429" y="2705100"/>
                  </a:lnTo>
                  <a:lnTo>
                    <a:pt x="1995429" y="2704476"/>
                  </a:lnTo>
                  <a:lnTo>
                    <a:pt x="1995537" y="2704476"/>
                  </a:lnTo>
                  <a:lnTo>
                    <a:pt x="1995646" y="2704476"/>
                  </a:lnTo>
                  <a:lnTo>
                    <a:pt x="1995754" y="2704476"/>
                  </a:lnTo>
                  <a:lnTo>
                    <a:pt x="1995863" y="2704476"/>
                  </a:lnTo>
                  <a:lnTo>
                    <a:pt x="1995971" y="2704476"/>
                  </a:lnTo>
                  <a:lnTo>
                    <a:pt x="1996079" y="2704476"/>
                  </a:lnTo>
                  <a:lnTo>
                    <a:pt x="1996188" y="2704476"/>
                  </a:lnTo>
                  <a:lnTo>
                    <a:pt x="1996296" y="2704476"/>
                  </a:lnTo>
                  <a:lnTo>
                    <a:pt x="1996405" y="2704476"/>
                  </a:lnTo>
                  <a:lnTo>
                    <a:pt x="1996513" y="2704476"/>
                  </a:lnTo>
                  <a:lnTo>
                    <a:pt x="1996622" y="2704476"/>
                  </a:lnTo>
                  <a:lnTo>
                    <a:pt x="1996730" y="2704476"/>
                  </a:lnTo>
                  <a:lnTo>
                    <a:pt x="1996839" y="2704476"/>
                  </a:lnTo>
                  <a:lnTo>
                    <a:pt x="1996947" y="2704476"/>
                  </a:lnTo>
                  <a:lnTo>
                    <a:pt x="1997055" y="2704476"/>
                  </a:lnTo>
                  <a:lnTo>
                    <a:pt x="1997055" y="2703852"/>
                  </a:lnTo>
                  <a:lnTo>
                    <a:pt x="1997164" y="2703852"/>
                  </a:lnTo>
                  <a:lnTo>
                    <a:pt x="1997164" y="2703229"/>
                  </a:lnTo>
                  <a:lnTo>
                    <a:pt x="1997272" y="2703229"/>
                  </a:lnTo>
                  <a:lnTo>
                    <a:pt x="1997272" y="2702605"/>
                  </a:lnTo>
                  <a:lnTo>
                    <a:pt x="1997272" y="2701982"/>
                  </a:lnTo>
                  <a:lnTo>
                    <a:pt x="1997381" y="2701982"/>
                  </a:lnTo>
                  <a:lnTo>
                    <a:pt x="1997381" y="2701358"/>
                  </a:lnTo>
                  <a:lnTo>
                    <a:pt x="1997489" y="2701358"/>
                  </a:lnTo>
                  <a:lnTo>
                    <a:pt x="1997489" y="2700735"/>
                  </a:lnTo>
                  <a:lnTo>
                    <a:pt x="1997489" y="2700111"/>
                  </a:lnTo>
                  <a:lnTo>
                    <a:pt x="1997598" y="2700111"/>
                  </a:lnTo>
                  <a:lnTo>
                    <a:pt x="1997598" y="2699487"/>
                  </a:lnTo>
                  <a:lnTo>
                    <a:pt x="1997706" y="2699487"/>
                  </a:lnTo>
                  <a:lnTo>
                    <a:pt x="1997815" y="2699487"/>
                  </a:lnTo>
                  <a:lnTo>
                    <a:pt x="1997923" y="2699487"/>
                  </a:lnTo>
                  <a:lnTo>
                    <a:pt x="1998032" y="2699487"/>
                  </a:lnTo>
                  <a:lnTo>
                    <a:pt x="1998032" y="2698864"/>
                  </a:lnTo>
                  <a:lnTo>
                    <a:pt x="1998032" y="2698240"/>
                  </a:lnTo>
                  <a:lnTo>
                    <a:pt x="1998140" y="2698240"/>
                  </a:lnTo>
                  <a:lnTo>
                    <a:pt x="1998248" y="2698240"/>
                  </a:lnTo>
                  <a:lnTo>
                    <a:pt x="1998357" y="2698240"/>
                  </a:lnTo>
                  <a:lnTo>
                    <a:pt x="1998465" y="2698240"/>
                  </a:lnTo>
                  <a:lnTo>
                    <a:pt x="1998574" y="2698240"/>
                  </a:lnTo>
                  <a:lnTo>
                    <a:pt x="1998682" y="2698240"/>
                  </a:lnTo>
                  <a:lnTo>
                    <a:pt x="1998791" y="2698240"/>
                  </a:lnTo>
                  <a:lnTo>
                    <a:pt x="1998899" y="2698240"/>
                  </a:lnTo>
                  <a:lnTo>
                    <a:pt x="1999008" y="2698240"/>
                  </a:lnTo>
                  <a:lnTo>
                    <a:pt x="1999116" y="2698240"/>
                  </a:lnTo>
                  <a:lnTo>
                    <a:pt x="1999224" y="2698240"/>
                  </a:lnTo>
                  <a:lnTo>
                    <a:pt x="1999333" y="2698240"/>
                  </a:lnTo>
                  <a:lnTo>
                    <a:pt x="1999441" y="2698240"/>
                  </a:lnTo>
                  <a:lnTo>
                    <a:pt x="1999550" y="2698240"/>
                  </a:lnTo>
                  <a:lnTo>
                    <a:pt x="1999658" y="2698240"/>
                  </a:lnTo>
                  <a:lnTo>
                    <a:pt x="1999767" y="2698240"/>
                  </a:lnTo>
                  <a:lnTo>
                    <a:pt x="1999875" y="2698240"/>
                  </a:lnTo>
                  <a:lnTo>
                    <a:pt x="1999984" y="2698240"/>
                  </a:lnTo>
                  <a:lnTo>
                    <a:pt x="2000092" y="2698240"/>
                  </a:lnTo>
                  <a:lnTo>
                    <a:pt x="2000200" y="2698240"/>
                  </a:lnTo>
                  <a:lnTo>
                    <a:pt x="2000309" y="2698240"/>
                  </a:lnTo>
                  <a:lnTo>
                    <a:pt x="2000309" y="2697617"/>
                  </a:lnTo>
                  <a:lnTo>
                    <a:pt x="2000417" y="2697617"/>
                  </a:lnTo>
                  <a:lnTo>
                    <a:pt x="2000526" y="2697617"/>
                  </a:lnTo>
                  <a:lnTo>
                    <a:pt x="2000526" y="2696993"/>
                  </a:lnTo>
                  <a:lnTo>
                    <a:pt x="2000634" y="2696993"/>
                  </a:lnTo>
                  <a:lnTo>
                    <a:pt x="2000634" y="2696369"/>
                  </a:lnTo>
                  <a:lnTo>
                    <a:pt x="2000743" y="2696369"/>
                  </a:lnTo>
                  <a:lnTo>
                    <a:pt x="2000851" y="2696369"/>
                  </a:lnTo>
                  <a:lnTo>
                    <a:pt x="2000960" y="2696369"/>
                  </a:lnTo>
                  <a:lnTo>
                    <a:pt x="2000960" y="2695746"/>
                  </a:lnTo>
                  <a:lnTo>
                    <a:pt x="2001068" y="2695746"/>
                  </a:lnTo>
                  <a:lnTo>
                    <a:pt x="2001176" y="2695746"/>
                  </a:lnTo>
                  <a:lnTo>
                    <a:pt x="2001176" y="2695122"/>
                  </a:lnTo>
                  <a:lnTo>
                    <a:pt x="2001285" y="2695122"/>
                  </a:lnTo>
                  <a:lnTo>
                    <a:pt x="2001285" y="2694499"/>
                  </a:lnTo>
                  <a:lnTo>
                    <a:pt x="2001393" y="2694499"/>
                  </a:lnTo>
                  <a:lnTo>
                    <a:pt x="2001502" y="2694499"/>
                  </a:lnTo>
                  <a:lnTo>
                    <a:pt x="2001502" y="2693875"/>
                  </a:lnTo>
                  <a:lnTo>
                    <a:pt x="2001610" y="2693875"/>
                  </a:lnTo>
                  <a:lnTo>
                    <a:pt x="2001719" y="2693875"/>
                  </a:lnTo>
                  <a:lnTo>
                    <a:pt x="2001827" y="2693875"/>
                  </a:lnTo>
                  <a:lnTo>
                    <a:pt x="2001936" y="2693875"/>
                  </a:lnTo>
                  <a:lnTo>
                    <a:pt x="2002044" y="2693875"/>
                  </a:lnTo>
                  <a:lnTo>
                    <a:pt x="2002153" y="2693875"/>
                  </a:lnTo>
                  <a:lnTo>
                    <a:pt x="2002261" y="2693875"/>
                  </a:lnTo>
                  <a:lnTo>
                    <a:pt x="2002369" y="2693875"/>
                  </a:lnTo>
                  <a:lnTo>
                    <a:pt x="2002369" y="2693252"/>
                  </a:lnTo>
                  <a:lnTo>
                    <a:pt x="2002478" y="2693252"/>
                  </a:lnTo>
                  <a:lnTo>
                    <a:pt x="2002586" y="2693252"/>
                  </a:lnTo>
                  <a:lnTo>
                    <a:pt x="2002695" y="2693252"/>
                  </a:lnTo>
                  <a:lnTo>
                    <a:pt x="2002695" y="2692628"/>
                  </a:lnTo>
                  <a:lnTo>
                    <a:pt x="2002695" y="2692004"/>
                  </a:lnTo>
                  <a:lnTo>
                    <a:pt x="2002803" y="2692004"/>
                  </a:lnTo>
                  <a:lnTo>
                    <a:pt x="2002912" y="2692004"/>
                  </a:lnTo>
                  <a:lnTo>
                    <a:pt x="2003020" y="2692004"/>
                  </a:lnTo>
                  <a:lnTo>
                    <a:pt x="2003129" y="2692004"/>
                  </a:lnTo>
                  <a:lnTo>
                    <a:pt x="2003237" y="2692004"/>
                  </a:lnTo>
                  <a:lnTo>
                    <a:pt x="2003345" y="2692004"/>
                  </a:lnTo>
                  <a:lnTo>
                    <a:pt x="2003454" y="2692004"/>
                  </a:lnTo>
                  <a:lnTo>
                    <a:pt x="2003562" y="2692004"/>
                  </a:lnTo>
                  <a:lnTo>
                    <a:pt x="2003562" y="2691381"/>
                  </a:lnTo>
                  <a:lnTo>
                    <a:pt x="2003671" y="2691381"/>
                  </a:lnTo>
                  <a:lnTo>
                    <a:pt x="2003779" y="2691381"/>
                  </a:lnTo>
                  <a:lnTo>
                    <a:pt x="2003888" y="2691381"/>
                  </a:lnTo>
                  <a:lnTo>
                    <a:pt x="2003888" y="2690757"/>
                  </a:lnTo>
                  <a:lnTo>
                    <a:pt x="2003888" y="2690134"/>
                  </a:lnTo>
                  <a:lnTo>
                    <a:pt x="2003996" y="2690134"/>
                  </a:lnTo>
                  <a:lnTo>
                    <a:pt x="2004105" y="2690134"/>
                  </a:lnTo>
                  <a:lnTo>
                    <a:pt x="2004213" y="2690134"/>
                  </a:lnTo>
                  <a:lnTo>
                    <a:pt x="2004321" y="2690134"/>
                  </a:lnTo>
                  <a:lnTo>
                    <a:pt x="2004430" y="2690134"/>
                  </a:lnTo>
                  <a:lnTo>
                    <a:pt x="2004538" y="2690134"/>
                  </a:lnTo>
                  <a:lnTo>
                    <a:pt x="2004647" y="2690134"/>
                  </a:lnTo>
                  <a:lnTo>
                    <a:pt x="2004755" y="2690134"/>
                  </a:lnTo>
                  <a:lnTo>
                    <a:pt x="2004864" y="2690134"/>
                  </a:lnTo>
                  <a:lnTo>
                    <a:pt x="2004864" y="2689510"/>
                  </a:lnTo>
                  <a:lnTo>
                    <a:pt x="2004972" y="2689510"/>
                  </a:lnTo>
                  <a:lnTo>
                    <a:pt x="2005081" y="2689510"/>
                  </a:lnTo>
                  <a:lnTo>
                    <a:pt x="2005081" y="2688886"/>
                  </a:lnTo>
                  <a:lnTo>
                    <a:pt x="2005189" y="2688886"/>
                  </a:lnTo>
                  <a:lnTo>
                    <a:pt x="2005297" y="2688886"/>
                  </a:lnTo>
                  <a:lnTo>
                    <a:pt x="2005297" y="2688263"/>
                  </a:lnTo>
                  <a:lnTo>
                    <a:pt x="2005297" y="2687639"/>
                  </a:lnTo>
                  <a:lnTo>
                    <a:pt x="2005406" y="2687639"/>
                  </a:lnTo>
                  <a:lnTo>
                    <a:pt x="2005514" y="2687639"/>
                  </a:lnTo>
                  <a:lnTo>
                    <a:pt x="2005623" y="2687639"/>
                  </a:lnTo>
                  <a:lnTo>
                    <a:pt x="2005623" y="2687016"/>
                  </a:lnTo>
                  <a:lnTo>
                    <a:pt x="2005731" y="2687016"/>
                  </a:lnTo>
                  <a:lnTo>
                    <a:pt x="2005840" y="2687016"/>
                  </a:lnTo>
                  <a:lnTo>
                    <a:pt x="2005840" y="2686392"/>
                  </a:lnTo>
                  <a:lnTo>
                    <a:pt x="2005840" y="2685769"/>
                  </a:lnTo>
                  <a:lnTo>
                    <a:pt x="2005948" y="2685769"/>
                  </a:lnTo>
                  <a:lnTo>
                    <a:pt x="2006057" y="2685769"/>
                  </a:lnTo>
                  <a:lnTo>
                    <a:pt x="2006057" y="2685145"/>
                  </a:lnTo>
                  <a:lnTo>
                    <a:pt x="2006165" y="2685145"/>
                  </a:lnTo>
                  <a:lnTo>
                    <a:pt x="2006165" y="2684521"/>
                  </a:lnTo>
                  <a:lnTo>
                    <a:pt x="2006274" y="2684521"/>
                  </a:lnTo>
                  <a:lnTo>
                    <a:pt x="2006382" y="2684521"/>
                  </a:lnTo>
                  <a:lnTo>
                    <a:pt x="2006490" y="2684521"/>
                  </a:lnTo>
                  <a:lnTo>
                    <a:pt x="2006599" y="2684521"/>
                  </a:lnTo>
                  <a:lnTo>
                    <a:pt x="2006707" y="2684521"/>
                  </a:lnTo>
                  <a:lnTo>
                    <a:pt x="2006816" y="2684521"/>
                  </a:lnTo>
                  <a:lnTo>
                    <a:pt x="2006816" y="2683898"/>
                  </a:lnTo>
                  <a:lnTo>
                    <a:pt x="2006924" y="2683898"/>
                  </a:lnTo>
                  <a:lnTo>
                    <a:pt x="2007033" y="2683898"/>
                  </a:lnTo>
                  <a:lnTo>
                    <a:pt x="2007141" y="2683898"/>
                  </a:lnTo>
                  <a:lnTo>
                    <a:pt x="2007250" y="2683898"/>
                  </a:lnTo>
                  <a:lnTo>
                    <a:pt x="2007358" y="2683898"/>
                  </a:lnTo>
                  <a:lnTo>
                    <a:pt x="2007466" y="2683898"/>
                  </a:lnTo>
                  <a:lnTo>
                    <a:pt x="2007575" y="2683898"/>
                  </a:lnTo>
                  <a:lnTo>
                    <a:pt x="2007683" y="2683898"/>
                  </a:lnTo>
                  <a:lnTo>
                    <a:pt x="2007792" y="2683898"/>
                  </a:lnTo>
                  <a:lnTo>
                    <a:pt x="2007900" y="2683898"/>
                  </a:lnTo>
                  <a:lnTo>
                    <a:pt x="2008009" y="2683898"/>
                  </a:lnTo>
                  <a:lnTo>
                    <a:pt x="2008117" y="2683898"/>
                  </a:lnTo>
                  <a:lnTo>
                    <a:pt x="2008226" y="2683898"/>
                  </a:lnTo>
                  <a:lnTo>
                    <a:pt x="2008334" y="2683898"/>
                  </a:lnTo>
                  <a:lnTo>
                    <a:pt x="2008442" y="2683898"/>
                  </a:lnTo>
                  <a:lnTo>
                    <a:pt x="2008551" y="2683898"/>
                  </a:lnTo>
                  <a:lnTo>
                    <a:pt x="2008659" y="2683898"/>
                  </a:lnTo>
                  <a:lnTo>
                    <a:pt x="2008768" y="2683898"/>
                  </a:lnTo>
                  <a:lnTo>
                    <a:pt x="2008768" y="2683274"/>
                  </a:lnTo>
                  <a:lnTo>
                    <a:pt x="2008876" y="2683274"/>
                  </a:lnTo>
                  <a:lnTo>
                    <a:pt x="2008985" y="2683274"/>
                  </a:lnTo>
                  <a:lnTo>
                    <a:pt x="2009093" y="2683274"/>
                  </a:lnTo>
                  <a:lnTo>
                    <a:pt x="2009202" y="2683274"/>
                  </a:lnTo>
                  <a:lnTo>
                    <a:pt x="2009310" y="2683274"/>
                  </a:lnTo>
                  <a:lnTo>
                    <a:pt x="2009418" y="2683274"/>
                  </a:lnTo>
                  <a:lnTo>
                    <a:pt x="2009527" y="2683274"/>
                  </a:lnTo>
                  <a:lnTo>
                    <a:pt x="2009527" y="2682651"/>
                  </a:lnTo>
                  <a:lnTo>
                    <a:pt x="2009635" y="2682651"/>
                  </a:lnTo>
                  <a:lnTo>
                    <a:pt x="2009744" y="2682651"/>
                  </a:lnTo>
                  <a:lnTo>
                    <a:pt x="2009852" y="2682651"/>
                  </a:lnTo>
                  <a:lnTo>
                    <a:pt x="2009961" y="2682651"/>
                  </a:lnTo>
                  <a:lnTo>
                    <a:pt x="2010069" y="2682651"/>
                  </a:lnTo>
                  <a:lnTo>
                    <a:pt x="2010178" y="2682651"/>
                  </a:lnTo>
                  <a:lnTo>
                    <a:pt x="2010286" y="2682651"/>
                  </a:lnTo>
                  <a:lnTo>
                    <a:pt x="2010395" y="2682651"/>
                  </a:lnTo>
                  <a:lnTo>
                    <a:pt x="2010503" y="2682651"/>
                  </a:lnTo>
                  <a:lnTo>
                    <a:pt x="2010503" y="2682027"/>
                  </a:lnTo>
                  <a:lnTo>
                    <a:pt x="2010611" y="2682027"/>
                  </a:lnTo>
                  <a:lnTo>
                    <a:pt x="2010720" y="2682027"/>
                  </a:lnTo>
                  <a:lnTo>
                    <a:pt x="2010828" y="2682027"/>
                  </a:lnTo>
                  <a:lnTo>
                    <a:pt x="2010937" y="2682027"/>
                  </a:lnTo>
                  <a:lnTo>
                    <a:pt x="2011045" y="2682027"/>
                  </a:lnTo>
                  <a:lnTo>
                    <a:pt x="2011154" y="2682027"/>
                  </a:lnTo>
                  <a:lnTo>
                    <a:pt x="2011262" y="2682027"/>
                  </a:lnTo>
                  <a:lnTo>
                    <a:pt x="2011262" y="2681403"/>
                  </a:lnTo>
                  <a:lnTo>
                    <a:pt x="2011371" y="2681403"/>
                  </a:lnTo>
                  <a:lnTo>
                    <a:pt x="2011479" y="2681403"/>
                  </a:lnTo>
                  <a:lnTo>
                    <a:pt x="2011587" y="2681403"/>
                  </a:lnTo>
                  <a:lnTo>
                    <a:pt x="2011696" y="2681403"/>
                  </a:lnTo>
                  <a:lnTo>
                    <a:pt x="2011804" y="2681403"/>
                  </a:lnTo>
                  <a:lnTo>
                    <a:pt x="2011804" y="2680780"/>
                  </a:lnTo>
                  <a:lnTo>
                    <a:pt x="2011913" y="2680780"/>
                  </a:lnTo>
                  <a:lnTo>
                    <a:pt x="2012021" y="2680780"/>
                  </a:lnTo>
                  <a:lnTo>
                    <a:pt x="2012130" y="2680780"/>
                  </a:lnTo>
                  <a:lnTo>
                    <a:pt x="2012238" y="2680780"/>
                  </a:lnTo>
                  <a:lnTo>
                    <a:pt x="2012347" y="2680780"/>
                  </a:lnTo>
                  <a:lnTo>
                    <a:pt x="2012455" y="2680780"/>
                  </a:lnTo>
                  <a:lnTo>
                    <a:pt x="2012563" y="2680780"/>
                  </a:lnTo>
                  <a:lnTo>
                    <a:pt x="2012672" y="2680780"/>
                  </a:lnTo>
                  <a:lnTo>
                    <a:pt x="2012672" y="2680156"/>
                  </a:lnTo>
                  <a:lnTo>
                    <a:pt x="2012780" y="2680156"/>
                  </a:lnTo>
                  <a:lnTo>
                    <a:pt x="2012889" y="2680156"/>
                  </a:lnTo>
                  <a:lnTo>
                    <a:pt x="2012997" y="2680156"/>
                  </a:lnTo>
                  <a:lnTo>
                    <a:pt x="2013106" y="2680156"/>
                  </a:lnTo>
                  <a:lnTo>
                    <a:pt x="2013214" y="2680156"/>
                  </a:lnTo>
                  <a:lnTo>
                    <a:pt x="2013214" y="2679533"/>
                  </a:lnTo>
                  <a:lnTo>
                    <a:pt x="2013323" y="2679533"/>
                  </a:lnTo>
                  <a:lnTo>
                    <a:pt x="2013431" y="2679533"/>
                  </a:lnTo>
                  <a:lnTo>
                    <a:pt x="2013539" y="2679533"/>
                  </a:lnTo>
                  <a:lnTo>
                    <a:pt x="2013648" y="2679533"/>
                  </a:lnTo>
                  <a:lnTo>
                    <a:pt x="2013756" y="2679533"/>
                  </a:lnTo>
                  <a:lnTo>
                    <a:pt x="2013865" y="2679533"/>
                  </a:lnTo>
                  <a:lnTo>
                    <a:pt x="2013973" y="2679533"/>
                  </a:lnTo>
                  <a:lnTo>
                    <a:pt x="2014082" y="2679533"/>
                  </a:lnTo>
                  <a:lnTo>
                    <a:pt x="2014190" y="2679533"/>
                  </a:lnTo>
                  <a:lnTo>
                    <a:pt x="2014299" y="2679533"/>
                  </a:lnTo>
                  <a:lnTo>
                    <a:pt x="2014407" y="2679533"/>
                  </a:lnTo>
                  <a:lnTo>
                    <a:pt x="2014407" y="2678909"/>
                  </a:lnTo>
                  <a:lnTo>
                    <a:pt x="2014407" y="2678286"/>
                  </a:lnTo>
                  <a:lnTo>
                    <a:pt x="2014407" y="2677662"/>
                  </a:lnTo>
                  <a:lnTo>
                    <a:pt x="2014516" y="2677662"/>
                  </a:lnTo>
                  <a:lnTo>
                    <a:pt x="2014624" y="2677662"/>
                  </a:lnTo>
                  <a:lnTo>
                    <a:pt x="2014732" y="2677662"/>
                  </a:lnTo>
                  <a:lnTo>
                    <a:pt x="2014841" y="2677662"/>
                  </a:lnTo>
                  <a:lnTo>
                    <a:pt x="2014949" y="2677662"/>
                  </a:lnTo>
                  <a:lnTo>
                    <a:pt x="2014949" y="2677038"/>
                  </a:lnTo>
                  <a:lnTo>
                    <a:pt x="2015058" y="2677038"/>
                  </a:lnTo>
                  <a:lnTo>
                    <a:pt x="2015166" y="2677038"/>
                  </a:lnTo>
                  <a:lnTo>
                    <a:pt x="2015275" y="2677038"/>
                  </a:lnTo>
                  <a:lnTo>
                    <a:pt x="2015383" y="2677038"/>
                  </a:lnTo>
                  <a:lnTo>
                    <a:pt x="2015492" y="2677038"/>
                  </a:lnTo>
                  <a:lnTo>
                    <a:pt x="2015600" y="2677038"/>
                  </a:lnTo>
                  <a:lnTo>
                    <a:pt x="2015600" y="2676415"/>
                  </a:lnTo>
                  <a:lnTo>
                    <a:pt x="2015600" y="2675791"/>
                  </a:lnTo>
                  <a:lnTo>
                    <a:pt x="2015708" y="2675791"/>
                  </a:lnTo>
                  <a:lnTo>
                    <a:pt x="2015708" y="2675168"/>
                  </a:lnTo>
                  <a:lnTo>
                    <a:pt x="2015817" y="2675168"/>
                  </a:lnTo>
                  <a:lnTo>
                    <a:pt x="2015925" y="2675168"/>
                  </a:lnTo>
                  <a:lnTo>
                    <a:pt x="2016034" y="2675168"/>
                  </a:lnTo>
                  <a:lnTo>
                    <a:pt x="2016142" y="2675168"/>
                  </a:lnTo>
                  <a:lnTo>
                    <a:pt x="2016251" y="2675168"/>
                  </a:lnTo>
                  <a:lnTo>
                    <a:pt x="2016359" y="2675168"/>
                  </a:lnTo>
                  <a:lnTo>
                    <a:pt x="2016468" y="2675168"/>
                  </a:lnTo>
                  <a:lnTo>
                    <a:pt x="2016576" y="2675168"/>
                  </a:lnTo>
                  <a:lnTo>
                    <a:pt x="2016684" y="2675168"/>
                  </a:lnTo>
                  <a:lnTo>
                    <a:pt x="2016793" y="2675168"/>
                  </a:lnTo>
                  <a:lnTo>
                    <a:pt x="2016901" y="2675168"/>
                  </a:lnTo>
                  <a:lnTo>
                    <a:pt x="2017010" y="2675168"/>
                  </a:lnTo>
                  <a:lnTo>
                    <a:pt x="2017118" y="2675168"/>
                  </a:lnTo>
                  <a:lnTo>
                    <a:pt x="2017118" y="2674544"/>
                  </a:lnTo>
                  <a:lnTo>
                    <a:pt x="2017227" y="2674544"/>
                  </a:lnTo>
                  <a:lnTo>
                    <a:pt x="2017227" y="2673920"/>
                  </a:lnTo>
                  <a:lnTo>
                    <a:pt x="2017335" y="2673920"/>
                  </a:lnTo>
                  <a:lnTo>
                    <a:pt x="2017444" y="2673920"/>
                  </a:lnTo>
                  <a:lnTo>
                    <a:pt x="2017552" y="2673920"/>
                  </a:lnTo>
                  <a:lnTo>
                    <a:pt x="2017552" y="2673297"/>
                  </a:lnTo>
                  <a:lnTo>
                    <a:pt x="2017660" y="2673297"/>
                  </a:lnTo>
                  <a:lnTo>
                    <a:pt x="2017660" y="2672673"/>
                  </a:lnTo>
                  <a:lnTo>
                    <a:pt x="2017769" y="2672673"/>
                  </a:lnTo>
                  <a:lnTo>
                    <a:pt x="2017877" y="2672673"/>
                  </a:lnTo>
                  <a:lnTo>
                    <a:pt x="2017986" y="2672673"/>
                  </a:lnTo>
                  <a:lnTo>
                    <a:pt x="2018094" y="2672673"/>
                  </a:lnTo>
                  <a:lnTo>
                    <a:pt x="2018203" y="2672673"/>
                  </a:lnTo>
                  <a:lnTo>
                    <a:pt x="2018203" y="2672050"/>
                  </a:lnTo>
                  <a:lnTo>
                    <a:pt x="2018311" y="2672050"/>
                  </a:lnTo>
                  <a:lnTo>
                    <a:pt x="2018420" y="2672050"/>
                  </a:lnTo>
                  <a:lnTo>
                    <a:pt x="2018528" y="2672050"/>
                  </a:lnTo>
                  <a:lnTo>
                    <a:pt x="2018637" y="2672050"/>
                  </a:lnTo>
                  <a:lnTo>
                    <a:pt x="2018637" y="2671426"/>
                  </a:lnTo>
                  <a:lnTo>
                    <a:pt x="2018745" y="2671426"/>
                  </a:lnTo>
                  <a:lnTo>
                    <a:pt x="2018853" y="2671426"/>
                  </a:lnTo>
                  <a:lnTo>
                    <a:pt x="2018962" y="2671426"/>
                  </a:lnTo>
                  <a:lnTo>
                    <a:pt x="2019070" y="2671426"/>
                  </a:lnTo>
                  <a:lnTo>
                    <a:pt x="2019070" y="2670803"/>
                  </a:lnTo>
                  <a:lnTo>
                    <a:pt x="2019179" y="2670803"/>
                  </a:lnTo>
                  <a:lnTo>
                    <a:pt x="2019287" y="2670803"/>
                  </a:lnTo>
                  <a:lnTo>
                    <a:pt x="2019396" y="2670803"/>
                  </a:lnTo>
                  <a:lnTo>
                    <a:pt x="2019504" y="2670803"/>
                  </a:lnTo>
                  <a:lnTo>
                    <a:pt x="2019613" y="2670803"/>
                  </a:lnTo>
                  <a:lnTo>
                    <a:pt x="2019613" y="2670179"/>
                  </a:lnTo>
                  <a:lnTo>
                    <a:pt x="2019721" y="2670179"/>
                  </a:lnTo>
                  <a:lnTo>
                    <a:pt x="2019829" y="2670179"/>
                  </a:lnTo>
                  <a:lnTo>
                    <a:pt x="2019938" y="2670179"/>
                  </a:lnTo>
                  <a:lnTo>
                    <a:pt x="2019938" y="2669555"/>
                  </a:lnTo>
                  <a:lnTo>
                    <a:pt x="2019938" y="2668932"/>
                  </a:lnTo>
                  <a:lnTo>
                    <a:pt x="2020046" y="2668932"/>
                  </a:lnTo>
                  <a:lnTo>
                    <a:pt x="2020155" y="2668932"/>
                  </a:lnTo>
                  <a:lnTo>
                    <a:pt x="2020155" y="2668308"/>
                  </a:lnTo>
                  <a:lnTo>
                    <a:pt x="2020263" y="2668308"/>
                  </a:lnTo>
                  <a:lnTo>
                    <a:pt x="2020372" y="2668308"/>
                  </a:lnTo>
                  <a:lnTo>
                    <a:pt x="2020372" y="2667685"/>
                  </a:lnTo>
                  <a:lnTo>
                    <a:pt x="2020480" y="2667685"/>
                  </a:lnTo>
                  <a:lnTo>
                    <a:pt x="2020589" y="2667685"/>
                  </a:lnTo>
                  <a:lnTo>
                    <a:pt x="2020697" y="2667685"/>
                  </a:lnTo>
                  <a:lnTo>
                    <a:pt x="2020805" y="2667685"/>
                  </a:lnTo>
                  <a:lnTo>
                    <a:pt x="2020914" y="2667685"/>
                  </a:lnTo>
                  <a:lnTo>
                    <a:pt x="2020914" y="2667061"/>
                  </a:lnTo>
                  <a:lnTo>
                    <a:pt x="2021022" y="2667061"/>
                  </a:lnTo>
                  <a:lnTo>
                    <a:pt x="2021131" y="2667061"/>
                  </a:lnTo>
                  <a:lnTo>
                    <a:pt x="2021239" y="2667061"/>
                  </a:lnTo>
                  <a:lnTo>
                    <a:pt x="2021239" y="2666437"/>
                  </a:lnTo>
                  <a:lnTo>
                    <a:pt x="2021348" y="2666437"/>
                  </a:lnTo>
                  <a:lnTo>
                    <a:pt x="2021348" y="2665814"/>
                  </a:lnTo>
                  <a:lnTo>
                    <a:pt x="2021456" y="2665814"/>
                  </a:lnTo>
                  <a:lnTo>
                    <a:pt x="2021565" y="2665814"/>
                  </a:lnTo>
                  <a:lnTo>
                    <a:pt x="2021673" y="2665814"/>
                  </a:lnTo>
                  <a:lnTo>
                    <a:pt x="2021781" y="2665814"/>
                  </a:lnTo>
                  <a:lnTo>
                    <a:pt x="2021890" y="2665814"/>
                  </a:lnTo>
                  <a:lnTo>
                    <a:pt x="2021998" y="2665814"/>
                  </a:lnTo>
                  <a:lnTo>
                    <a:pt x="2022107" y="2665814"/>
                  </a:lnTo>
                  <a:lnTo>
                    <a:pt x="2022215" y="2665814"/>
                  </a:lnTo>
                  <a:lnTo>
                    <a:pt x="2022324" y="2665814"/>
                  </a:lnTo>
                  <a:lnTo>
                    <a:pt x="2022432" y="2665814"/>
                  </a:lnTo>
                  <a:lnTo>
                    <a:pt x="2022541" y="2665814"/>
                  </a:lnTo>
                  <a:lnTo>
                    <a:pt x="2022649" y="2665814"/>
                  </a:lnTo>
                  <a:lnTo>
                    <a:pt x="2022757" y="2665814"/>
                  </a:lnTo>
                  <a:lnTo>
                    <a:pt x="2022866" y="2665814"/>
                  </a:lnTo>
                  <a:lnTo>
                    <a:pt x="2022974" y="2665814"/>
                  </a:lnTo>
                  <a:lnTo>
                    <a:pt x="2023083" y="2665814"/>
                  </a:lnTo>
                  <a:lnTo>
                    <a:pt x="2023191" y="2665814"/>
                  </a:lnTo>
                  <a:lnTo>
                    <a:pt x="2023191" y="2665190"/>
                  </a:lnTo>
                  <a:lnTo>
                    <a:pt x="2023300" y="2665190"/>
                  </a:lnTo>
                  <a:lnTo>
                    <a:pt x="2023300" y="2664567"/>
                  </a:lnTo>
                  <a:lnTo>
                    <a:pt x="2023408" y="2664567"/>
                  </a:lnTo>
                  <a:lnTo>
                    <a:pt x="2023517" y="2664567"/>
                  </a:lnTo>
                  <a:lnTo>
                    <a:pt x="2023625" y="2664567"/>
                  </a:lnTo>
                  <a:lnTo>
                    <a:pt x="2023625" y="2663943"/>
                  </a:lnTo>
                  <a:lnTo>
                    <a:pt x="2023734" y="2663943"/>
                  </a:lnTo>
                  <a:lnTo>
                    <a:pt x="2023842" y="2663943"/>
                  </a:lnTo>
                  <a:lnTo>
                    <a:pt x="2023842" y="2663320"/>
                  </a:lnTo>
                  <a:lnTo>
                    <a:pt x="2023950" y="2663320"/>
                  </a:lnTo>
                  <a:lnTo>
                    <a:pt x="2024059" y="2663320"/>
                  </a:lnTo>
                  <a:lnTo>
                    <a:pt x="2024059" y="2662696"/>
                  </a:lnTo>
                  <a:lnTo>
                    <a:pt x="2024167" y="2662696"/>
                  </a:lnTo>
                  <a:lnTo>
                    <a:pt x="2024276" y="2662696"/>
                  </a:lnTo>
                  <a:lnTo>
                    <a:pt x="2024276" y="2662072"/>
                  </a:lnTo>
                  <a:lnTo>
                    <a:pt x="2024384" y="2662072"/>
                  </a:lnTo>
                  <a:lnTo>
                    <a:pt x="2024493" y="2662072"/>
                  </a:lnTo>
                  <a:lnTo>
                    <a:pt x="2024601" y="2662072"/>
                  </a:lnTo>
                  <a:lnTo>
                    <a:pt x="2024710" y="2662072"/>
                  </a:lnTo>
                  <a:lnTo>
                    <a:pt x="2024818" y="2662072"/>
                  </a:lnTo>
                  <a:lnTo>
                    <a:pt x="2024926" y="2662072"/>
                  </a:lnTo>
                  <a:lnTo>
                    <a:pt x="2025035" y="2662072"/>
                  </a:lnTo>
                  <a:lnTo>
                    <a:pt x="2025035" y="2661449"/>
                  </a:lnTo>
                  <a:lnTo>
                    <a:pt x="2025143" y="2661449"/>
                  </a:lnTo>
                  <a:lnTo>
                    <a:pt x="2025252" y="2661449"/>
                  </a:lnTo>
                  <a:lnTo>
                    <a:pt x="2025360" y="2661449"/>
                  </a:lnTo>
                  <a:lnTo>
                    <a:pt x="2025469" y="2661449"/>
                  </a:lnTo>
                  <a:lnTo>
                    <a:pt x="2025577" y="2661449"/>
                  </a:lnTo>
                  <a:lnTo>
                    <a:pt x="2025577" y="2660825"/>
                  </a:lnTo>
                  <a:lnTo>
                    <a:pt x="2025577" y="2660202"/>
                  </a:lnTo>
                  <a:lnTo>
                    <a:pt x="2025577" y="2659578"/>
                  </a:lnTo>
                  <a:lnTo>
                    <a:pt x="2025686" y="2659578"/>
                  </a:lnTo>
                  <a:lnTo>
                    <a:pt x="2025794" y="2659578"/>
                  </a:lnTo>
                  <a:lnTo>
                    <a:pt x="2025794" y="2658955"/>
                  </a:lnTo>
                  <a:lnTo>
                    <a:pt x="2025902" y="2658955"/>
                  </a:lnTo>
                  <a:lnTo>
                    <a:pt x="2026011" y="2658955"/>
                  </a:lnTo>
                  <a:lnTo>
                    <a:pt x="2026119" y="2658955"/>
                  </a:lnTo>
                  <a:lnTo>
                    <a:pt x="2026228" y="2658955"/>
                  </a:lnTo>
                  <a:lnTo>
                    <a:pt x="2026336" y="2658955"/>
                  </a:lnTo>
                  <a:lnTo>
                    <a:pt x="2026445" y="2658955"/>
                  </a:lnTo>
                  <a:lnTo>
                    <a:pt x="2026553" y="2658955"/>
                  </a:lnTo>
                  <a:lnTo>
                    <a:pt x="2026662" y="2658955"/>
                  </a:lnTo>
                  <a:lnTo>
                    <a:pt x="2026770" y="2658955"/>
                  </a:lnTo>
                  <a:lnTo>
                    <a:pt x="2026878" y="2658955"/>
                  </a:lnTo>
                  <a:lnTo>
                    <a:pt x="2026987" y="2658955"/>
                  </a:lnTo>
                  <a:lnTo>
                    <a:pt x="2027095" y="2658955"/>
                  </a:lnTo>
                  <a:lnTo>
                    <a:pt x="2027204" y="2658955"/>
                  </a:lnTo>
                  <a:lnTo>
                    <a:pt x="2027312" y="2658955"/>
                  </a:lnTo>
                  <a:lnTo>
                    <a:pt x="2027421" y="2658955"/>
                  </a:lnTo>
                  <a:lnTo>
                    <a:pt x="2027529" y="2658955"/>
                  </a:lnTo>
                  <a:lnTo>
                    <a:pt x="2027638" y="2658955"/>
                  </a:lnTo>
                  <a:lnTo>
                    <a:pt x="2027746" y="2658955"/>
                  </a:lnTo>
                  <a:lnTo>
                    <a:pt x="2027855" y="2658955"/>
                  </a:lnTo>
                  <a:lnTo>
                    <a:pt x="2027963" y="2658955"/>
                  </a:lnTo>
                  <a:lnTo>
                    <a:pt x="2028071" y="2658955"/>
                  </a:lnTo>
                  <a:lnTo>
                    <a:pt x="2028180" y="2658955"/>
                  </a:lnTo>
                  <a:lnTo>
                    <a:pt x="2028288" y="2658955"/>
                  </a:lnTo>
                  <a:lnTo>
                    <a:pt x="2028397" y="2658955"/>
                  </a:lnTo>
                  <a:lnTo>
                    <a:pt x="2028505" y="2658955"/>
                  </a:lnTo>
                  <a:lnTo>
                    <a:pt x="2028614" y="2658955"/>
                  </a:lnTo>
                  <a:lnTo>
                    <a:pt x="2028722" y="2658955"/>
                  </a:lnTo>
                  <a:lnTo>
                    <a:pt x="2028831" y="2658955"/>
                  </a:lnTo>
                  <a:lnTo>
                    <a:pt x="2028939" y="2658955"/>
                  </a:lnTo>
                  <a:lnTo>
                    <a:pt x="2029047" y="2658955"/>
                  </a:lnTo>
                  <a:lnTo>
                    <a:pt x="2029156" y="2658955"/>
                  </a:lnTo>
                  <a:lnTo>
                    <a:pt x="2029264" y="2658955"/>
                  </a:lnTo>
                  <a:lnTo>
                    <a:pt x="2029373" y="2658955"/>
                  </a:lnTo>
                  <a:lnTo>
                    <a:pt x="2029481" y="2658955"/>
                  </a:lnTo>
                  <a:lnTo>
                    <a:pt x="2029590" y="2658955"/>
                  </a:lnTo>
                  <a:lnTo>
                    <a:pt x="2029698" y="2658955"/>
                  </a:lnTo>
                  <a:lnTo>
                    <a:pt x="2029807" y="2658955"/>
                  </a:lnTo>
                  <a:lnTo>
                    <a:pt x="2029915" y="2658955"/>
                  </a:lnTo>
                  <a:lnTo>
                    <a:pt x="2030023" y="2658955"/>
                  </a:lnTo>
                  <a:lnTo>
                    <a:pt x="2030023" y="2658331"/>
                  </a:lnTo>
                  <a:lnTo>
                    <a:pt x="2030023" y="2657707"/>
                  </a:lnTo>
                  <a:lnTo>
                    <a:pt x="2030132" y="2657707"/>
                  </a:lnTo>
                  <a:lnTo>
                    <a:pt x="2030132" y="2657084"/>
                  </a:lnTo>
                  <a:lnTo>
                    <a:pt x="2030240" y="2657084"/>
                  </a:lnTo>
                  <a:lnTo>
                    <a:pt x="2030349" y="2657084"/>
                  </a:lnTo>
                  <a:lnTo>
                    <a:pt x="2030457" y="2657084"/>
                  </a:lnTo>
                  <a:lnTo>
                    <a:pt x="2030566" y="2657084"/>
                  </a:lnTo>
                  <a:lnTo>
                    <a:pt x="2030674" y="2657084"/>
                  </a:lnTo>
                  <a:lnTo>
                    <a:pt x="2030783" y="2657084"/>
                  </a:lnTo>
                  <a:lnTo>
                    <a:pt x="2030891" y="2657084"/>
                  </a:lnTo>
                  <a:lnTo>
                    <a:pt x="2030891" y="2656460"/>
                  </a:lnTo>
                  <a:lnTo>
                    <a:pt x="2030999" y="2656460"/>
                  </a:lnTo>
                  <a:lnTo>
                    <a:pt x="2030999" y="2655837"/>
                  </a:lnTo>
                  <a:lnTo>
                    <a:pt x="2031108" y="2655837"/>
                  </a:lnTo>
                  <a:lnTo>
                    <a:pt x="2031216" y="2655837"/>
                  </a:lnTo>
                  <a:lnTo>
                    <a:pt x="2031325" y="2655837"/>
                  </a:lnTo>
                  <a:lnTo>
                    <a:pt x="2031433" y="2655837"/>
                  </a:lnTo>
                  <a:lnTo>
                    <a:pt x="2031542" y="2655837"/>
                  </a:lnTo>
                  <a:lnTo>
                    <a:pt x="2031542" y="2655213"/>
                  </a:lnTo>
                  <a:lnTo>
                    <a:pt x="2031650" y="2655213"/>
                  </a:lnTo>
                  <a:lnTo>
                    <a:pt x="2031759" y="2655213"/>
                  </a:lnTo>
                  <a:lnTo>
                    <a:pt x="2031867" y="2655213"/>
                  </a:lnTo>
                  <a:lnTo>
                    <a:pt x="2031976" y="2655213"/>
                  </a:lnTo>
                  <a:lnTo>
                    <a:pt x="2032084" y="2655213"/>
                  </a:lnTo>
                  <a:lnTo>
                    <a:pt x="2032084" y="2654589"/>
                  </a:lnTo>
                  <a:lnTo>
                    <a:pt x="2032192" y="2654589"/>
                  </a:lnTo>
                  <a:lnTo>
                    <a:pt x="2032192" y="2653966"/>
                  </a:lnTo>
                  <a:lnTo>
                    <a:pt x="2032301" y="2653966"/>
                  </a:lnTo>
                  <a:lnTo>
                    <a:pt x="2032409" y="2653966"/>
                  </a:lnTo>
                  <a:lnTo>
                    <a:pt x="2032518" y="2653966"/>
                  </a:lnTo>
                  <a:lnTo>
                    <a:pt x="2032626" y="2653966"/>
                  </a:lnTo>
                  <a:lnTo>
                    <a:pt x="2032735" y="2653966"/>
                  </a:lnTo>
                  <a:lnTo>
                    <a:pt x="2032843" y="2653966"/>
                  </a:lnTo>
                  <a:lnTo>
                    <a:pt x="2032952" y="2653966"/>
                  </a:lnTo>
                  <a:lnTo>
                    <a:pt x="2033060" y="2653966"/>
                  </a:lnTo>
                  <a:lnTo>
                    <a:pt x="2033168" y="2653966"/>
                  </a:lnTo>
                  <a:lnTo>
                    <a:pt x="2033277" y="2653966"/>
                  </a:lnTo>
                  <a:lnTo>
                    <a:pt x="2033385" y="2653966"/>
                  </a:lnTo>
                  <a:lnTo>
                    <a:pt x="2033494" y="2653966"/>
                  </a:lnTo>
                  <a:lnTo>
                    <a:pt x="2033602" y="2653966"/>
                  </a:lnTo>
                  <a:lnTo>
                    <a:pt x="2033711" y="2653966"/>
                  </a:lnTo>
                  <a:lnTo>
                    <a:pt x="2033819" y="2653966"/>
                  </a:lnTo>
                  <a:lnTo>
                    <a:pt x="2033928" y="2653966"/>
                  </a:lnTo>
                  <a:lnTo>
                    <a:pt x="2034036" y="2653966"/>
                  </a:lnTo>
                  <a:lnTo>
                    <a:pt x="2034144" y="2653966"/>
                  </a:lnTo>
                  <a:lnTo>
                    <a:pt x="2034253" y="2653966"/>
                  </a:lnTo>
                  <a:lnTo>
                    <a:pt x="2034361" y="2653966"/>
                  </a:lnTo>
                  <a:lnTo>
                    <a:pt x="2034470" y="2653966"/>
                  </a:lnTo>
                  <a:lnTo>
                    <a:pt x="2034578" y="2653966"/>
                  </a:lnTo>
                  <a:lnTo>
                    <a:pt x="2034687" y="2653966"/>
                  </a:lnTo>
                  <a:lnTo>
                    <a:pt x="2034795" y="2653966"/>
                  </a:lnTo>
                  <a:lnTo>
                    <a:pt x="2034904" y="2653966"/>
                  </a:lnTo>
                  <a:lnTo>
                    <a:pt x="2035012" y="2653966"/>
                  </a:lnTo>
                  <a:lnTo>
                    <a:pt x="2035120" y="2653966"/>
                  </a:lnTo>
                  <a:lnTo>
                    <a:pt x="2035229" y="2653966"/>
                  </a:lnTo>
                  <a:lnTo>
                    <a:pt x="2035337" y="2653966"/>
                  </a:lnTo>
                  <a:lnTo>
                    <a:pt x="2035446" y="2653966"/>
                  </a:lnTo>
                  <a:lnTo>
                    <a:pt x="2035446" y="2653342"/>
                  </a:lnTo>
                  <a:lnTo>
                    <a:pt x="2035554" y="2653342"/>
                  </a:lnTo>
                  <a:lnTo>
                    <a:pt x="2035663" y="2653342"/>
                  </a:lnTo>
                  <a:lnTo>
                    <a:pt x="2035771" y="2653342"/>
                  </a:lnTo>
                  <a:lnTo>
                    <a:pt x="2035880" y="2653342"/>
                  </a:lnTo>
                  <a:lnTo>
                    <a:pt x="2035880" y="2652719"/>
                  </a:lnTo>
                  <a:lnTo>
                    <a:pt x="2035988" y="2652719"/>
                  </a:lnTo>
                  <a:lnTo>
                    <a:pt x="2036097" y="2652719"/>
                  </a:lnTo>
                  <a:lnTo>
                    <a:pt x="2036205" y="2652719"/>
                  </a:lnTo>
                  <a:lnTo>
                    <a:pt x="2036205" y="2652095"/>
                  </a:lnTo>
                  <a:lnTo>
                    <a:pt x="2036313" y="2652095"/>
                  </a:lnTo>
                  <a:lnTo>
                    <a:pt x="2036422" y="2652095"/>
                  </a:lnTo>
                  <a:lnTo>
                    <a:pt x="2036530" y="2652095"/>
                  </a:lnTo>
                  <a:lnTo>
                    <a:pt x="2036639" y="2652095"/>
                  </a:lnTo>
                  <a:lnTo>
                    <a:pt x="2036747" y="2652095"/>
                  </a:lnTo>
                  <a:lnTo>
                    <a:pt x="2036856" y="2652095"/>
                  </a:lnTo>
                  <a:lnTo>
                    <a:pt x="2036964" y="2652095"/>
                  </a:lnTo>
                  <a:lnTo>
                    <a:pt x="2037073" y="2652095"/>
                  </a:lnTo>
                  <a:lnTo>
                    <a:pt x="2037181" y="2652095"/>
                  </a:lnTo>
                  <a:lnTo>
                    <a:pt x="2037289" y="2652095"/>
                  </a:lnTo>
                  <a:lnTo>
                    <a:pt x="2037398" y="2652095"/>
                  </a:lnTo>
                  <a:lnTo>
                    <a:pt x="2037506" y="2652095"/>
                  </a:lnTo>
                  <a:lnTo>
                    <a:pt x="2037615" y="2652095"/>
                  </a:lnTo>
                  <a:lnTo>
                    <a:pt x="2037723" y="2652095"/>
                  </a:lnTo>
                  <a:lnTo>
                    <a:pt x="2037832" y="2652095"/>
                  </a:lnTo>
                  <a:lnTo>
                    <a:pt x="2037940" y="2652095"/>
                  </a:lnTo>
                  <a:lnTo>
                    <a:pt x="2038049" y="2652095"/>
                  </a:lnTo>
                  <a:lnTo>
                    <a:pt x="2038157" y="2652095"/>
                  </a:lnTo>
                  <a:lnTo>
                    <a:pt x="2038265" y="2652095"/>
                  </a:lnTo>
                  <a:lnTo>
                    <a:pt x="2038265" y="2651472"/>
                  </a:lnTo>
                  <a:lnTo>
                    <a:pt x="2038374" y="2651472"/>
                  </a:lnTo>
                  <a:lnTo>
                    <a:pt x="2038374" y="2650848"/>
                  </a:lnTo>
                  <a:lnTo>
                    <a:pt x="2038482" y="2650848"/>
                  </a:lnTo>
                  <a:lnTo>
                    <a:pt x="2038591" y="2650848"/>
                  </a:lnTo>
                  <a:lnTo>
                    <a:pt x="2038699" y="2650848"/>
                  </a:lnTo>
                  <a:lnTo>
                    <a:pt x="2038808" y="2650848"/>
                  </a:lnTo>
                  <a:lnTo>
                    <a:pt x="2038916" y="2650848"/>
                  </a:lnTo>
                  <a:lnTo>
                    <a:pt x="2038916" y="2650224"/>
                  </a:lnTo>
                  <a:lnTo>
                    <a:pt x="2038916" y="2649601"/>
                  </a:lnTo>
                  <a:lnTo>
                    <a:pt x="2038916" y="2648977"/>
                  </a:lnTo>
                  <a:lnTo>
                    <a:pt x="2039025" y="2648977"/>
                  </a:lnTo>
                  <a:lnTo>
                    <a:pt x="2039133" y="2648977"/>
                  </a:lnTo>
                  <a:lnTo>
                    <a:pt x="2039241" y="2648977"/>
                  </a:lnTo>
                  <a:lnTo>
                    <a:pt x="2039350" y="2648977"/>
                  </a:lnTo>
                  <a:lnTo>
                    <a:pt x="2039458" y="2648977"/>
                  </a:lnTo>
                  <a:lnTo>
                    <a:pt x="2039567" y="2648977"/>
                  </a:lnTo>
                  <a:lnTo>
                    <a:pt x="2039675" y="2648977"/>
                  </a:lnTo>
                  <a:lnTo>
                    <a:pt x="2039784" y="2648977"/>
                  </a:lnTo>
                  <a:lnTo>
                    <a:pt x="2039892" y="2648977"/>
                  </a:lnTo>
                  <a:lnTo>
                    <a:pt x="2039892" y="2648354"/>
                  </a:lnTo>
                  <a:lnTo>
                    <a:pt x="2040001" y="2648354"/>
                  </a:lnTo>
                  <a:lnTo>
                    <a:pt x="2040109" y="2648354"/>
                  </a:lnTo>
                  <a:lnTo>
                    <a:pt x="2040218" y="2648354"/>
                  </a:lnTo>
                  <a:lnTo>
                    <a:pt x="2040326" y="2648354"/>
                  </a:lnTo>
                  <a:lnTo>
                    <a:pt x="2040434" y="2648354"/>
                  </a:lnTo>
                  <a:lnTo>
                    <a:pt x="2040543" y="2648354"/>
                  </a:lnTo>
                  <a:lnTo>
                    <a:pt x="2040651" y="2648354"/>
                  </a:lnTo>
                  <a:lnTo>
                    <a:pt x="2040760" y="2648354"/>
                  </a:lnTo>
                  <a:lnTo>
                    <a:pt x="2040868" y="2648354"/>
                  </a:lnTo>
                  <a:lnTo>
                    <a:pt x="2040977" y="2648354"/>
                  </a:lnTo>
                  <a:lnTo>
                    <a:pt x="2041085" y="2648354"/>
                  </a:lnTo>
                  <a:lnTo>
                    <a:pt x="2041085" y="2647730"/>
                  </a:lnTo>
                  <a:lnTo>
                    <a:pt x="2041085" y="2647106"/>
                  </a:lnTo>
                  <a:lnTo>
                    <a:pt x="2041194" y="2647106"/>
                  </a:lnTo>
                  <a:lnTo>
                    <a:pt x="2041302" y="2647106"/>
                  </a:lnTo>
                  <a:lnTo>
                    <a:pt x="2041410" y="2647106"/>
                  </a:lnTo>
                  <a:lnTo>
                    <a:pt x="2041410" y="2646483"/>
                  </a:lnTo>
                  <a:lnTo>
                    <a:pt x="2041519" y="2646483"/>
                  </a:lnTo>
                  <a:lnTo>
                    <a:pt x="2041627" y="2646483"/>
                  </a:lnTo>
                  <a:lnTo>
                    <a:pt x="2041736" y="2646483"/>
                  </a:lnTo>
                  <a:lnTo>
                    <a:pt x="2041844" y="2646483"/>
                  </a:lnTo>
                  <a:lnTo>
                    <a:pt x="2041953" y="2646483"/>
                  </a:lnTo>
                  <a:lnTo>
                    <a:pt x="2042061" y="2646483"/>
                  </a:lnTo>
                  <a:lnTo>
                    <a:pt x="2042170" y="2646483"/>
                  </a:lnTo>
                  <a:lnTo>
                    <a:pt x="2042278" y="2646483"/>
                  </a:lnTo>
                  <a:lnTo>
                    <a:pt x="2042386" y="2646483"/>
                  </a:lnTo>
                  <a:lnTo>
                    <a:pt x="2042495" y="2646483"/>
                  </a:lnTo>
                  <a:lnTo>
                    <a:pt x="2042603" y="2646483"/>
                  </a:lnTo>
                  <a:lnTo>
                    <a:pt x="2042712" y="2646483"/>
                  </a:lnTo>
                  <a:lnTo>
                    <a:pt x="2042820" y="2646483"/>
                  </a:lnTo>
                  <a:lnTo>
                    <a:pt x="2042929" y="2646483"/>
                  </a:lnTo>
                  <a:lnTo>
                    <a:pt x="2042929" y="2645859"/>
                  </a:lnTo>
                  <a:lnTo>
                    <a:pt x="2043037" y="2645859"/>
                  </a:lnTo>
                  <a:lnTo>
                    <a:pt x="2043146" y="2645859"/>
                  </a:lnTo>
                  <a:lnTo>
                    <a:pt x="2043146" y="2645236"/>
                  </a:lnTo>
                  <a:lnTo>
                    <a:pt x="2043146" y="2644612"/>
                  </a:lnTo>
                  <a:lnTo>
                    <a:pt x="2043254" y="2644612"/>
                  </a:lnTo>
                  <a:lnTo>
                    <a:pt x="2043362" y="2644612"/>
                  </a:lnTo>
                  <a:lnTo>
                    <a:pt x="2043471" y="2644612"/>
                  </a:lnTo>
                  <a:lnTo>
                    <a:pt x="2043471" y="2643989"/>
                  </a:lnTo>
                  <a:lnTo>
                    <a:pt x="2043579" y="2643989"/>
                  </a:lnTo>
                  <a:lnTo>
                    <a:pt x="2043579" y="2643365"/>
                  </a:lnTo>
                  <a:lnTo>
                    <a:pt x="2043688" y="2643365"/>
                  </a:lnTo>
                  <a:lnTo>
                    <a:pt x="2043796" y="2643365"/>
                  </a:lnTo>
                  <a:lnTo>
                    <a:pt x="2043796" y="2642741"/>
                  </a:lnTo>
                  <a:lnTo>
                    <a:pt x="2043905" y="2642741"/>
                  </a:lnTo>
                  <a:lnTo>
                    <a:pt x="2044013" y="2642741"/>
                  </a:lnTo>
                  <a:lnTo>
                    <a:pt x="2044122" y="2642741"/>
                  </a:lnTo>
                  <a:lnTo>
                    <a:pt x="2044230" y="2642741"/>
                  </a:lnTo>
                  <a:lnTo>
                    <a:pt x="2044338" y="2642741"/>
                  </a:lnTo>
                  <a:lnTo>
                    <a:pt x="2044447" y="2642741"/>
                  </a:lnTo>
                  <a:lnTo>
                    <a:pt x="2044555" y="2642741"/>
                  </a:lnTo>
                  <a:lnTo>
                    <a:pt x="2044555" y="2642118"/>
                  </a:lnTo>
                  <a:lnTo>
                    <a:pt x="2044664" y="2642118"/>
                  </a:lnTo>
                  <a:lnTo>
                    <a:pt x="2044772" y="2642118"/>
                  </a:lnTo>
                  <a:lnTo>
                    <a:pt x="2044881" y="2642118"/>
                  </a:lnTo>
                  <a:lnTo>
                    <a:pt x="2044989" y="2642118"/>
                  </a:lnTo>
                  <a:lnTo>
                    <a:pt x="2045098" y="2642118"/>
                  </a:lnTo>
                  <a:lnTo>
                    <a:pt x="2045206" y="2642118"/>
                  </a:lnTo>
                  <a:lnTo>
                    <a:pt x="2045315" y="2642118"/>
                  </a:lnTo>
                  <a:lnTo>
                    <a:pt x="2045423" y="2642118"/>
                  </a:lnTo>
                  <a:lnTo>
                    <a:pt x="2045531" y="2642118"/>
                  </a:lnTo>
                  <a:lnTo>
                    <a:pt x="2045640" y="2642118"/>
                  </a:lnTo>
                  <a:lnTo>
                    <a:pt x="2045748" y="2642118"/>
                  </a:lnTo>
                  <a:lnTo>
                    <a:pt x="2045857" y="2642118"/>
                  </a:lnTo>
                  <a:lnTo>
                    <a:pt x="2045965" y="2642118"/>
                  </a:lnTo>
                  <a:lnTo>
                    <a:pt x="2046074" y="2642118"/>
                  </a:lnTo>
                  <a:lnTo>
                    <a:pt x="2046182" y="2642118"/>
                  </a:lnTo>
                  <a:lnTo>
                    <a:pt x="2046291" y="2642118"/>
                  </a:lnTo>
                  <a:lnTo>
                    <a:pt x="2046399" y="2642118"/>
                  </a:lnTo>
                  <a:lnTo>
                    <a:pt x="2046399" y="2641494"/>
                  </a:lnTo>
                  <a:lnTo>
                    <a:pt x="2046507" y="2641494"/>
                  </a:lnTo>
                  <a:lnTo>
                    <a:pt x="2046616" y="2641494"/>
                  </a:lnTo>
                  <a:lnTo>
                    <a:pt x="2046616" y="2640871"/>
                  </a:lnTo>
                  <a:lnTo>
                    <a:pt x="2046724" y="2640871"/>
                  </a:lnTo>
                  <a:lnTo>
                    <a:pt x="2046833" y="2640871"/>
                  </a:lnTo>
                  <a:lnTo>
                    <a:pt x="2046941" y="2640871"/>
                  </a:lnTo>
                  <a:lnTo>
                    <a:pt x="2047050" y="2640871"/>
                  </a:lnTo>
                  <a:lnTo>
                    <a:pt x="2047158" y="2640871"/>
                  </a:lnTo>
                  <a:lnTo>
                    <a:pt x="2047267" y="2640871"/>
                  </a:lnTo>
                  <a:lnTo>
                    <a:pt x="2047375" y="2640871"/>
                  </a:lnTo>
                  <a:lnTo>
                    <a:pt x="2047483" y="2640871"/>
                  </a:lnTo>
                  <a:lnTo>
                    <a:pt x="2047592" y="2640871"/>
                  </a:lnTo>
                  <a:lnTo>
                    <a:pt x="2047700" y="2640871"/>
                  </a:lnTo>
                  <a:lnTo>
                    <a:pt x="2047809" y="2640871"/>
                  </a:lnTo>
                  <a:lnTo>
                    <a:pt x="2047809" y="2640247"/>
                  </a:lnTo>
                  <a:lnTo>
                    <a:pt x="2047917" y="2640247"/>
                  </a:lnTo>
                  <a:lnTo>
                    <a:pt x="2048026" y="2640247"/>
                  </a:lnTo>
                  <a:lnTo>
                    <a:pt x="2048134" y="2640247"/>
                  </a:lnTo>
                  <a:lnTo>
                    <a:pt x="2048243" y="2640247"/>
                  </a:lnTo>
                  <a:lnTo>
                    <a:pt x="2048351" y="2640247"/>
                  </a:lnTo>
                  <a:lnTo>
                    <a:pt x="2048459" y="2640247"/>
                  </a:lnTo>
                  <a:lnTo>
                    <a:pt x="2048459" y="2639623"/>
                  </a:lnTo>
                  <a:lnTo>
                    <a:pt x="2048568" y="2639623"/>
                  </a:lnTo>
                  <a:lnTo>
                    <a:pt x="2048676" y="2639623"/>
                  </a:lnTo>
                  <a:lnTo>
                    <a:pt x="2048785" y="2639623"/>
                  </a:lnTo>
                  <a:lnTo>
                    <a:pt x="2048893" y="2639623"/>
                  </a:lnTo>
                  <a:lnTo>
                    <a:pt x="2049002" y="2639623"/>
                  </a:lnTo>
                  <a:lnTo>
                    <a:pt x="2049110" y="2639623"/>
                  </a:lnTo>
                  <a:lnTo>
                    <a:pt x="2049219" y="2639623"/>
                  </a:lnTo>
                  <a:lnTo>
                    <a:pt x="2049219" y="2639000"/>
                  </a:lnTo>
                  <a:lnTo>
                    <a:pt x="2049327" y="2639000"/>
                  </a:lnTo>
                  <a:lnTo>
                    <a:pt x="2049436" y="2639000"/>
                  </a:lnTo>
                  <a:lnTo>
                    <a:pt x="2049544" y="2639000"/>
                  </a:lnTo>
                  <a:lnTo>
                    <a:pt x="2049544" y="2638376"/>
                  </a:lnTo>
                  <a:lnTo>
                    <a:pt x="2049544" y="2637753"/>
                  </a:lnTo>
                  <a:lnTo>
                    <a:pt x="2049652" y="2637753"/>
                  </a:lnTo>
                  <a:lnTo>
                    <a:pt x="2049652" y="2637129"/>
                  </a:lnTo>
                  <a:lnTo>
                    <a:pt x="2049761" y="2637129"/>
                  </a:lnTo>
                  <a:lnTo>
                    <a:pt x="2049869" y="2637129"/>
                  </a:lnTo>
                  <a:lnTo>
                    <a:pt x="2049978" y="2637129"/>
                  </a:lnTo>
                  <a:lnTo>
                    <a:pt x="2050086" y="2637129"/>
                  </a:lnTo>
                  <a:lnTo>
                    <a:pt x="2050195" y="2637129"/>
                  </a:lnTo>
                  <a:lnTo>
                    <a:pt x="2050303" y="2637129"/>
                  </a:lnTo>
                  <a:lnTo>
                    <a:pt x="2050412" y="2637129"/>
                  </a:lnTo>
                  <a:lnTo>
                    <a:pt x="2050520" y="2637129"/>
                  </a:lnTo>
                  <a:lnTo>
                    <a:pt x="2050628" y="2637129"/>
                  </a:lnTo>
                  <a:lnTo>
                    <a:pt x="2050737" y="2637129"/>
                  </a:lnTo>
                  <a:lnTo>
                    <a:pt x="2050845" y="2637129"/>
                  </a:lnTo>
                  <a:lnTo>
                    <a:pt x="2050845" y="2636506"/>
                  </a:lnTo>
                  <a:lnTo>
                    <a:pt x="2050954" y="2636506"/>
                  </a:lnTo>
                  <a:lnTo>
                    <a:pt x="2051062" y="2636506"/>
                  </a:lnTo>
                  <a:lnTo>
                    <a:pt x="2051171" y="2636506"/>
                  </a:lnTo>
                  <a:lnTo>
                    <a:pt x="2051279" y="2636506"/>
                  </a:lnTo>
                  <a:lnTo>
                    <a:pt x="2051388" y="2636506"/>
                  </a:lnTo>
                  <a:lnTo>
                    <a:pt x="2051496" y="2636506"/>
                  </a:lnTo>
                  <a:lnTo>
                    <a:pt x="2051604" y="2636506"/>
                  </a:lnTo>
                  <a:lnTo>
                    <a:pt x="2051713" y="2636506"/>
                  </a:lnTo>
                  <a:lnTo>
                    <a:pt x="2051821" y="2636506"/>
                  </a:lnTo>
                  <a:lnTo>
                    <a:pt x="2051930" y="2636506"/>
                  </a:lnTo>
                  <a:lnTo>
                    <a:pt x="2051930" y="2635882"/>
                  </a:lnTo>
                  <a:lnTo>
                    <a:pt x="2051930" y="2635258"/>
                  </a:lnTo>
                  <a:lnTo>
                    <a:pt x="2052038" y="2635258"/>
                  </a:lnTo>
                  <a:lnTo>
                    <a:pt x="2052147" y="2635258"/>
                  </a:lnTo>
                  <a:lnTo>
                    <a:pt x="2052255" y="2635258"/>
                  </a:lnTo>
                  <a:lnTo>
                    <a:pt x="2052364" y="2635258"/>
                  </a:lnTo>
                  <a:lnTo>
                    <a:pt x="2052472" y="2635258"/>
                  </a:lnTo>
                  <a:lnTo>
                    <a:pt x="2052580" y="2635258"/>
                  </a:lnTo>
                  <a:lnTo>
                    <a:pt x="2052689" y="2635258"/>
                  </a:lnTo>
                  <a:lnTo>
                    <a:pt x="2052797" y="2635258"/>
                  </a:lnTo>
                  <a:lnTo>
                    <a:pt x="2052906" y="2635258"/>
                  </a:lnTo>
                  <a:lnTo>
                    <a:pt x="2053014" y="2635258"/>
                  </a:lnTo>
                  <a:lnTo>
                    <a:pt x="2053123" y="2635258"/>
                  </a:lnTo>
                  <a:lnTo>
                    <a:pt x="2053231" y="2635258"/>
                  </a:lnTo>
                  <a:lnTo>
                    <a:pt x="2053340" y="2635258"/>
                  </a:lnTo>
                  <a:lnTo>
                    <a:pt x="2053340" y="2634635"/>
                  </a:lnTo>
                  <a:lnTo>
                    <a:pt x="2053448" y="2634635"/>
                  </a:lnTo>
                  <a:lnTo>
                    <a:pt x="2053557" y="2634635"/>
                  </a:lnTo>
                  <a:lnTo>
                    <a:pt x="2053665" y="2634635"/>
                  </a:lnTo>
                  <a:lnTo>
                    <a:pt x="2053773" y="2634635"/>
                  </a:lnTo>
                  <a:lnTo>
                    <a:pt x="2053882" y="2634635"/>
                  </a:lnTo>
                  <a:lnTo>
                    <a:pt x="2053990" y="2634635"/>
                  </a:lnTo>
                  <a:lnTo>
                    <a:pt x="2053990" y="2634011"/>
                  </a:lnTo>
                  <a:lnTo>
                    <a:pt x="2054099" y="2634011"/>
                  </a:lnTo>
                  <a:lnTo>
                    <a:pt x="2054207" y="2634011"/>
                  </a:lnTo>
                  <a:lnTo>
                    <a:pt x="2054316" y="2634011"/>
                  </a:lnTo>
                  <a:lnTo>
                    <a:pt x="2054424" y="2634011"/>
                  </a:lnTo>
                  <a:lnTo>
                    <a:pt x="2054424" y="2633388"/>
                  </a:lnTo>
                  <a:lnTo>
                    <a:pt x="2054533" y="2633388"/>
                  </a:lnTo>
                  <a:lnTo>
                    <a:pt x="2054641" y="2633388"/>
                  </a:lnTo>
                  <a:lnTo>
                    <a:pt x="2054749" y="2633388"/>
                  </a:lnTo>
                  <a:lnTo>
                    <a:pt x="2054749" y="2632764"/>
                  </a:lnTo>
                  <a:lnTo>
                    <a:pt x="2054858" y="2632764"/>
                  </a:lnTo>
                  <a:lnTo>
                    <a:pt x="2054966" y="2632764"/>
                  </a:lnTo>
                  <a:lnTo>
                    <a:pt x="2055075" y="2632764"/>
                  </a:lnTo>
                  <a:lnTo>
                    <a:pt x="2055183" y="2632764"/>
                  </a:lnTo>
                  <a:lnTo>
                    <a:pt x="2055183" y="2632140"/>
                  </a:lnTo>
                  <a:lnTo>
                    <a:pt x="2055292" y="2632140"/>
                  </a:lnTo>
                  <a:lnTo>
                    <a:pt x="2055400" y="2632140"/>
                  </a:lnTo>
                  <a:lnTo>
                    <a:pt x="2055509" y="2632140"/>
                  </a:lnTo>
                  <a:lnTo>
                    <a:pt x="2055617" y="2632140"/>
                  </a:lnTo>
                  <a:lnTo>
                    <a:pt x="2055725" y="2632140"/>
                  </a:lnTo>
                  <a:lnTo>
                    <a:pt x="2055834" y="2632140"/>
                  </a:lnTo>
                  <a:lnTo>
                    <a:pt x="2055834" y="2631517"/>
                  </a:lnTo>
                  <a:lnTo>
                    <a:pt x="2055834" y="2630893"/>
                  </a:lnTo>
                  <a:lnTo>
                    <a:pt x="2055834" y="2630270"/>
                  </a:lnTo>
                  <a:lnTo>
                    <a:pt x="2055942" y="2630270"/>
                  </a:lnTo>
                  <a:lnTo>
                    <a:pt x="2056051" y="2630270"/>
                  </a:lnTo>
                  <a:lnTo>
                    <a:pt x="2056159" y="2630270"/>
                  </a:lnTo>
                  <a:lnTo>
                    <a:pt x="2056268" y="2630270"/>
                  </a:lnTo>
                  <a:lnTo>
                    <a:pt x="2056376" y="2630270"/>
                  </a:lnTo>
                  <a:lnTo>
                    <a:pt x="2056485" y="2630270"/>
                  </a:lnTo>
                  <a:lnTo>
                    <a:pt x="2056593" y="2630270"/>
                  </a:lnTo>
                  <a:lnTo>
                    <a:pt x="2056701" y="2630270"/>
                  </a:lnTo>
                  <a:lnTo>
                    <a:pt x="2056810" y="2630270"/>
                  </a:lnTo>
                  <a:lnTo>
                    <a:pt x="2056918" y="2630270"/>
                  </a:lnTo>
                  <a:lnTo>
                    <a:pt x="2057027" y="2630270"/>
                  </a:lnTo>
                  <a:lnTo>
                    <a:pt x="2057135" y="2630270"/>
                  </a:lnTo>
                  <a:lnTo>
                    <a:pt x="2057244" y="2630270"/>
                  </a:lnTo>
                  <a:lnTo>
                    <a:pt x="2057352" y="2630270"/>
                  </a:lnTo>
                  <a:lnTo>
                    <a:pt x="2057461" y="2630270"/>
                  </a:lnTo>
                  <a:lnTo>
                    <a:pt x="2057569" y="2630270"/>
                  </a:lnTo>
                  <a:lnTo>
                    <a:pt x="2057569" y="2629646"/>
                  </a:lnTo>
                  <a:lnTo>
                    <a:pt x="2057678" y="2629646"/>
                  </a:lnTo>
                  <a:lnTo>
                    <a:pt x="2057786" y="2629646"/>
                  </a:lnTo>
                  <a:lnTo>
                    <a:pt x="2057894" y="2629646"/>
                  </a:lnTo>
                  <a:lnTo>
                    <a:pt x="2058003" y="2629646"/>
                  </a:lnTo>
                  <a:lnTo>
                    <a:pt x="2058111" y="2629646"/>
                  </a:lnTo>
                  <a:lnTo>
                    <a:pt x="2058220" y="2629646"/>
                  </a:lnTo>
                  <a:lnTo>
                    <a:pt x="2058328" y="2629646"/>
                  </a:lnTo>
                  <a:lnTo>
                    <a:pt x="2058328" y="2629023"/>
                  </a:lnTo>
                  <a:lnTo>
                    <a:pt x="2058437" y="2629023"/>
                  </a:lnTo>
                  <a:lnTo>
                    <a:pt x="2058545" y="2629023"/>
                  </a:lnTo>
                  <a:lnTo>
                    <a:pt x="2058654" y="2629023"/>
                  </a:lnTo>
                  <a:lnTo>
                    <a:pt x="2058762" y="2629023"/>
                  </a:lnTo>
                  <a:lnTo>
                    <a:pt x="2058870" y="2629023"/>
                  </a:lnTo>
                  <a:lnTo>
                    <a:pt x="2058979" y="2629023"/>
                  </a:lnTo>
                  <a:lnTo>
                    <a:pt x="2059087" y="2629023"/>
                  </a:lnTo>
                  <a:lnTo>
                    <a:pt x="2059087" y="2628399"/>
                  </a:lnTo>
                  <a:lnTo>
                    <a:pt x="2059196" y="2628399"/>
                  </a:lnTo>
                  <a:lnTo>
                    <a:pt x="2059304" y="2628399"/>
                  </a:lnTo>
                  <a:lnTo>
                    <a:pt x="2059413" y="2628399"/>
                  </a:lnTo>
                  <a:lnTo>
                    <a:pt x="2059521" y="2628399"/>
                  </a:lnTo>
                  <a:lnTo>
                    <a:pt x="2059630" y="2628399"/>
                  </a:lnTo>
                  <a:lnTo>
                    <a:pt x="2059738" y="2628399"/>
                  </a:lnTo>
                  <a:lnTo>
                    <a:pt x="2059846" y="2628399"/>
                  </a:lnTo>
                  <a:lnTo>
                    <a:pt x="2059955" y="2628399"/>
                  </a:lnTo>
                  <a:lnTo>
                    <a:pt x="2060063" y="2628399"/>
                  </a:lnTo>
                  <a:lnTo>
                    <a:pt x="2060172" y="2628399"/>
                  </a:lnTo>
                  <a:lnTo>
                    <a:pt x="2060280" y="2628399"/>
                  </a:lnTo>
                  <a:lnTo>
                    <a:pt x="2060389" y="2628399"/>
                  </a:lnTo>
                  <a:lnTo>
                    <a:pt x="2060497" y="2628399"/>
                  </a:lnTo>
                  <a:lnTo>
                    <a:pt x="2060606" y="2628399"/>
                  </a:lnTo>
                  <a:lnTo>
                    <a:pt x="2060714" y="2628399"/>
                  </a:lnTo>
                  <a:lnTo>
                    <a:pt x="2060822" y="2628399"/>
                  </a:lnTo>
                  <a:lnTo>
                    <a:pt x="2060931" y="2628399"/>
                  </a:lnTo>
                  <a:lnTo>
                    <a:pt x="2061039" y="2628399"/>
                  </a:lnTo>
                  <a:lnTo>
                    <a:pt x="2061148" y="2628399"/>
                  </a:lnTo>
                  <a:lnTo>
                    <a:pt x="2061256" y="2628399"/>
                  </a:lnTo>
                  <a:lnTo>
                    <a:pt x="2061365" y="2628399"/>
                  </a:lnTo>
                  <a:lnTo>
                    <a:pt x="2061473" y="2628399"/>
                  </a:lnTo>
                  <a:lnTo>
                    <a:pt x="2061582" y="2628399"/>
                  </a:lnTo>
                  <a:lnTo>
                    <a:pt x="2061690" y="2628399"/>
                  </a:lnTo>
                  <a:lnTo>
                    <a:pt x="2061799" y="2628399"/>
                  </a:lnTo>
                  <a:lnTo>
                    <a:pt x="2061907" y="2628399"/>
                  </a:lnTo>
                  <a:lnTo>
                    <a:pt x="2062015" y="2628399"/>
                  </a:lnTo>
                  <a:lnTo>
                    <a:pt x="2062124" y="2628399"/>
                  </a:lnTo>
                  <a:lnTo>
                    <a:pt x="2062232" y="2628399"/>
                  </a:lnTo>
                  <a:lnTo>
                    <a:pt x="2062341" y="2628399"/>
                  </a:lnTo>
                  <a:lnTo>
                    <a:pt x="2062449" y="2628399"/>
                  </a:lnTo>
                  <a:lnTo>
                    <a:pt x="2062558" y="2628399"/>
                  </a:lnTo>
                  <a:lnTo>
                    <a:pt x="2062666" y="2628399"/>
                  </a:lnTo>
                  <a:lnTo>
                    <a:pt x="2062775" y="2628399"/>
                  </a:lnTo>
                  <a:lnTo>
                    <a:pt x="2062883" y="2628399"/>
                  </a:lnTo>
                  <a:lnTo>
                    <a:pt x="2062883" y="2627775"/>
                  </a:lnTo>
                  <a:lnTo>
                    <a:pt x="2062991" y="2627775"/>
                  </a:lnTo>
                  <a:lnTo>
                    <a:pt x="2063100" y="2627775"/>
                  </a:lnTo>
                  <a:lnTo>
                    <a:pt x="2063208" y="2627775"/>
                  </a:lnTo>
                  <a:lnTo>
                    <a:pt x="2063317" y="2627775"/>
                  </a:lnTo>
                  <a:lnTo>
                    <a:pt x="2063425" y="2627775"/>
                  </a:lnTo>
                  <a:lnTo>
                    <a:pt x="2063534" y="2627775"/>
                  </a:lnTo>
                  <a:lnTo>
                    <a:pt x="2063642" y="2627775"/>
                  </a:lnTo>
                  <a:lnTo>
                    <a:pt x="2063751" y="2627775"/>
                  </a:lnTo>
                  <a:lnTo>
                    <a:pt x="2063751" y="2627152"/>
                  </a:lnTo>
                  <a:lnTo>
                    <a:pt x="2063859" y="2627152"/>
                  </a:lnTo>
                  <a:lnTo>
                    <a:pt x="2063967" y="2627152"/>
                  </a:lnTo>
                  <a:lnTo>
                    <a:pt x="2064076" y="2627152"/>
                  </a:lnTo>
                  <a:lnTo>
                    <a:pt x="2064076" y="2626528"/>
                  </a:lnTo>
                  <a:lnTo>
                    <a:pt x="2064184" y="2626528"/>
                  </a:lnTo>
                  <a:lnTo>
                    <a:pt x="2064293" y="2626528"/>
                  </a:lnTo>
                  <a:lnTo>
                    <a:pt x="2064401" y="2626528"/>
                  </a:lnTo>
                  <a:lnTo>
                    <a:pt x="2064401" y="2625905"/>
                  </a:lnTo>
                  <a:lnTo>
                    <a:pt x="2064401" y="2625281"/>
                  </a:lnTo>
                  <a:lnTo>
                    <a:pt x="2064510" y="2625281"/>
                  </a:lnTo>
                  <a:lnTo>
                    <a:pt x="2064618" y="2625281"/>
                  </a:lnTo>
                  <a:lnTo>
                    <a:pt x="2064618" y="2624657"/>
                  </a:lnTo>
                  <a:lnTo>
                    <a:pt x="2064727" y="2624657"/>
                  </a:lnTo>
                  <a:lnTo>
                    <a:pt x="2064835" y="2624657"/>
                  </a:lnTo>
                  <a:lnTo>
                    <a:pt x="2064943" y="2624657"/>
                  </a:lnTo>
                  <a:lnTo>
                    <a:pt x="2064943" y="2624034"/>
                  </a:lnTo>
                  <a:lnTo>
                    <a:pt x="2064943" y="2623410"/>
                  </a:lnTo>
                  <a:lnTo>
                    <a:pt x="2065052" y="2623410"/>
                  </a:lnTo>
                  <a:lnTo>
                    <a:pt x="2065160" y="2623410"/>
                  </a:lnTo>
                  <a:lnTo>
                    <a:pt x="2065269" y="2623410"/>
                  </a:lnTo>
                  <a:lnTo>
                    <a:pt x="2065377" y="2623410"/>
                  </a:lnTo>
                  <a:lnTo>
                    <a:pt x="2065486" y="2623410"/>
                  </a:lnTo>
                  <a:lnTo>
                    <a:pt x="2065594" y="2623410"/>
                  </a:lnTo>
                  <a:lnTo>
                    <a:pt x="2065703" y="2623410"/>
                  </a:lnTo>
                  <a:lnTo>
                    <a:pt x="2065811" y="2623410"/>
                  </a:lnTo>
                  <a:lnTo>
                    <a:pt x="2065919" y="2623410"/>
                  </a:lnTo>
                  <a:lnTo>
                    <a:pt x="2066028" y="2623410"/>
                  </a:lnTo>
                  <a:lnTo>
                    <a:pt x="2066028" y="2622787"/>
                  </a:lnTo>
                  <a:lnTo>
                    <a:pt x="2066136" y="2622787"/>
                  </a:lnTo>
                  <a:lnTo>
                    <a:pt x="2066245" y="2622787"/>
                  </a:lnTo>
                  <a:lnTo>
                    <a:pt x="2066353" y="2622787"/>
                  </a:lnTo>
                  <a:lnTo>
                    <a:pt x="2066462" y="2622787"/>
                  </a:lnTo>
                  <a:lnTo>
                    <a:pt x="2066570" y="2622787"/>
                  </a:lnTo>
                  <a:lnTo>
                    <a:pt x="2066679" y="2622787"/>
                  </a:lnTo>
                  <a:lnTo>
                    <a:pt x="2066787" y="2622787"/>
                  </a:lnTo>
                  <a:lnTo>
                    <a:pt x="2066896" y="2622787"/>
                  </a:lnTo>
                  <a:lnTo>
                    <a:pt x="2067004" y="2622787"/>
                  </a:lnTo>
                  <a:lnTo>
                    <a:pt x="2067004" y="2622163"/>
                  </a:lnTo>
                  <a:lnTo>
                    <a:pt x="2067004" y="2621540"/>
                  </a:lnTo>
                  <a:lnTo>
                    <a:pt x="2067112" y="2621540"/>
                  </a:lnTo>
                  <a:lnTo>
                    <a:pt x="2067112" y="2620916"/>
                  </a:lnTo>
                  <a:lnTo>
                    <a:pt x="2067221" y="2620916"/>
                  </a:lnTo>
                  <a:lnTo>
                    <a:pt x="2067329" y="2620916"/>
                  </a:lnTo>
                  <a:lnTo>
                    <a:pt x="2067438" y="2620916"/>
                  </a:lnTo>
                  <a:lnTo>
                    <a:pt x="2067546" y="2620916"/>
                  </a:lnTo>
                  <a:lnTo>
                    <a:pt x="2067655" y="2620916"/>
                  </a:lnTo>
                  <a:lnTo>
                    <a:pt x="2067763" y="2620916"/>
                  </a:lnTo>
                  <a:lnTo>
                    <a:pt x="2067872" y="2620916"/>
                  </a:lnTo>
                  <a:lnTo>
                    <a:pt x="2067980" y="2620916"/>
                  </a:lnTo>
                  <a:lnTo>
                    <a:pt x="2068088" y="2620916"/>
                  </a:lnTo>
                  <a:lnTo>
                    <a:pt x="2068197" y="2620916"/>
                  </a:lnTo>
                  <a:lnTo>
                    <a:pt x="2068305" y="2620916"/>
                  </a:lnTo>
                  <a:lnTo>
                    <a:pt x="2068414" y="2620916"/>
                  </a:lnTo>
                  <a:lnTo>
                    <a:pt x="2068522" y="2620916"/>
                  </a:lnTo>
                  <a:lnTo>
                    <a:pt x="2068631" y="2620916"/>
                  </a:lnTo>
                  <a:lnTo>
                    <a:pt x="2068631" y="2620292"/>
                  </a:lnTo>
                  <a:lnTo>
                    <a:pt x="2068739" y="2620292"/>
                  </a:lnTo>
                  <a:lnTo>
                    <a:pt x="2068739" y="2619669"/>
                  </a:lnTo>
                  <a:lnTo>
                    <a:pt x="2068848" y="2619669"/>
                  </a:lnTo>
                  <a:lnTo>
                    <a:pt x="2068956" y="2619669"/>
                  </a:lnTo>
                  <a:lnTo>
                    <a:pt x="2069064" y="2619669"/>
                  </a:lnTo>
                  <a:lnTo>
                    <a:pt x="2069173" y="2619669"/>
                  </a:lnTo>
                  <a:lnTo>
                    <a:pt x="2069281" y="2619669"/>
                  </a:lnTo>
                  <a:lnTo>
                    <a:pt x="2069390" y="2619669"/>
                  </a:lnTo>
                  <a:lnTo>
                    <a:pt x="2069498" y="2619669"/>
                  </a:lnTo>
                  <a:lnTo>
                    <a:pt x="2069607" y="2619669"/>
                  </a:lnTo>
                  <a:lnTo>
                    <a:pt x="2069715" y="2619669"/>
                  </a:lnTo>
                  <a:lnTo>
                    <a:pt x="2069824" y="2619669"/>
                  </a:lnTo>
                  <a:lnTo>
                    <a:pt x="2069932" y="2619669"/>
                  </a:lnTo>
                  <a:lnTo>
                    <a:pt x="2070040" y="2619669"/>
                  </a:lnTo>
                  <a:lnTo>
                    <a:pt x="2070149" y="2619669"/>
                  </a:lnTo>
                  <a:lnTo>
                    <a:pt x="2070257" y="2619669"/>
                  </a:lnTo>
                  <a:lnTo>
                    <a:pt x="2070366" y="2619669"/>
                  </a:lnTo>
                  <a:lnTo>
                    <a:pt x="2070474" y="2619669"/>
                  </a:lnTo>
                  <a:lnTo>
                    <a:pt x="2070583" y="2619669"/>
                  </a:lnTo>
                  <a:lnTo>
                    <a:pt x="2070691" y="2619669"/>
                  </a:lnTo>
                  <a:lnTo>
                    <a:pt x="2070800" y="2619669"/>
                  </a:lnTo>
                  <a:lnTo>
                    <a:pt x="2070908" y="2619669"/>
                  </a:lnTo>
                  <a:lnTo>
                    <a:pt x="2070908" y="2619045"/>
                  </a:lnTo>
                  <a:lnTo>
                    <a:pt x="2071017" y="2619045"/>
                  </a:lnTo>
                  <a:lnTo>
                    <a:pt x="2071125" y="2619045"/>
                  </a:lnTo>
                  <a:lnTo>
                    <a:pt x="2071125" y="2618422"/>
                  </a:lnTo>
                  <a:lnTo>
                    <a:pt x="2071233" y="2618422"/>
                  </a:lnTo>
                  <a:lnTo>
                    <a:pt x="2071342" y="2618422"/>
                  </a:lnTo>
                  <a:lnTo>
                    <a:pt x="2071342" y="2617798"/>
                  </a:lnTo>
                  <a:lnTo>
                    <a:pt x="2071342" y="2617174"/>
                  </a:lnTo>
                  <a:lnTo>
                    <a:pt x="2071342" y="2616551"/>
                  </a:lnTo>
                  <a:lnTo>
                    <a:pt x="2071450" y="2616551"/>
                  </a:lnTo>
                  <a:lnTo>
                    <a:pt x="2071559" y="2616551"/>
                  </a:lnTo>
                  <a:lnTo>
                    <a:pt x="2071559" y="2615927"/>
                  </a:lnTo>
                  <a:lnTo>
                    <a:pt x="2071667" y="2615927"/>
                  </a:lnTo>
                  <a:lnTo>
                    <a:pt x="2071667" y="2615304"/>
                  </a:lnTo>
                  <a:lnTo>
                    <a:pt x="2071776" y="2615304"/>
                  </a:lnTo>
                  <a:lnTo>
                    <a:pt x="2071776" y="2614680"/>
                  </a:lnTo>
                  <a:lnTo>
                    <a:pt x="2071776" y="2614057"/>
                  </a:lnTo>
                  <a:lnTo>
                    <a:pt x="2071884" y="2614057"/>
                  </a:lnTo>
                  <a:lnTo>
                    <a:pt x="2071884" y="2613433"/>
                  </a:lnTo>
                  <a:lnTo>
                    <a:pt x="2071993" y="2613433"/>
                  </a:lnTo>
                  <a:lnTo>
                    <a:pt x="2072101" y="2613433"/>
                  </a:lnTo>
                  <a:lnTo>
                    <a:pt x="2072209" y="2613433"/>
                  </a:lnTo>
                  <a:lnTo>
                    <a:pt x="2072318" y="2613433"/>
                  </a:lnTo>
                  <a:lnTo>
                    <a:pt x="2072426" y="2613433"/>
                  </a:lnTo>
                  <a:lnTo>
                    <a:pt x="2072535" y="2613433"/>
                  </a:lnTo>
                  <a:lnTo>
                    <a:pt x="2072643" y="2613433"/>
                  </a:lnTo>
                  <a:lnTo>
                    <a:pt x="2072752" y="2613433"/>
                  </a:lnTo>
                  <a:lnTo>
                    <a:pt x="2072860" y="2613433"/>
                  </a:lnTo>
                  <a:lnTo>
                    <a:pt x="2072860" y="2612809"/>
                  </a:lnTo>
                  <a:lnTo>
                    <a:pt x="2072969" y="2612809"/>
                  </a:lnTo>
                  <a:lnTo>
                    <a:pt x="2072969" y="2612186"/>
                  </a:lnTo>
                  <a:lnTo>
                    <a:pt x="2073077" y="2612186"/>
                  </a:lnTo>
                  <a:lnTo>
                    <a:pt x="2073185" y="2612186"/>
                  </a:lnTo>
                  <a:lnTo>
                    <a:pt x="2073294" y="2612186"/>
                  </a:lnTo>
                  <a:lnTo>
                    <a:pt x="2073294" y="2611562"/>
                  </a:lnTo>
                  <a:lnTo>
                    <a:pt x="2073402" y="2611562"/>
                  </a:lnTo>
                  <a:lnTo>
                    <a:pt x="2073511" y="2611562"/>
                  </a:lnTo>
                  <a:lnTo>
                    <a:pt x="2073619" y="2611562"/>
                  </a:lnTo>
                  <a:lnTo>
                    <a:pt x="2073728" y="2611562"/>
                  </a:lnTo>
                  <a:lnTo>
                    <a:pt x="2073836" y="2611562"/>
                  </a:lnTo>
                  <a:lnTo>
                    <a:pt x="2073945" y="2611562"/>
                  </a:lnTo>
                  <a:lnTo>
                    <a:pt x="2073945" y="2610939"/>
                  </a:lnTo>
                  <a:lnTo>
                    <a:pt x="2074053" y="2610939"/>
                  </a:lnTo>
                  <a:lnTo>
                    <a:pt x="2074053" y="2610315"/>
                  </a:lnTo>
                  <a:lnTo>
                    <a:pt x="2074161" y="2610315"/>
                  </a:lnTo>
                  <a:lnTo>
                    <a:pt x="2074270" y="2610315"/>
                  </a:lnTo>
                  <a:lnTo>
                    <a:pt x="2074378" y="2610315"/>
                  </a:lnTo>
                  <a:lnTo>
                    <a:pt x="2074487" y="2610315"/>
                  </a:lnTo>
                  <a:lnTo>
                    <a:pt x="2074595" y="2610315"/>
                  </a:lnTo>
                  <a:lnTo>
                    <a:pt x="2074704" y="2610315"/>
                  </a:lnTo>
                  <a:lnTo>
                    <a:pt x="2074812" y="2610315"/>
                  </a:lnTo>
                  <a:lnTo>
                    <a:pt x="2074921" y="2610315"/>
                  </a:lnTo>
                  <a:lnTo>
                    <a:pt x="2075029" y="2610315"/>
                  </a:lnTo>
                  <a:lnTo>
                    <a:pt x="2075138" y="2610315"/>
                  </a:lnTo>
                  <a:lnTo>
                    <a:pt x="2075246" y="2610315"/>
                  </a:lnTo>
                  <a:lnTo>
                    <a:pt x="2075354" y="2610315"/>
                  </a:lnTo>
                  <a:lnTo>
                    <a:pt x="2075463" y="2610315"/>
                  </a:lnTo>
                  <a:lnTo>
                    <a:pt x="2075571" y="2610315"/>
                  </a:lnTo>
                  <a:lnTo>
                    <a:pt x="2075571" y="2609692"/>
                  </a:lnTo>
                  <a:lnTo>
                    <a:pt x="2075680" y="2609692"/>
                  </a:lnTo>
                  <a:lnTo>
                    <a:pt x="2075788" y="2609692"/>
                  </a:lnTo>
                  <a:lnTo>
                    <a:pt x="2075897" y="2609692"/>
                  </a:lnTo>
                  <a:lnTo>
                    <a:pt x="2076005" y="2609692"/>
                  </a:lnTo>
                  <a:lnTo>
                    <a:pt x="2076114" y="2609692"/>
                  </a:lnTo>
                  <a:lnTo>
                    <a:pt x="2076222" y="2609692"/>
                  </a:lnTo>
                  <a:lnTo>
                    <a:pt x="2076330" y="2609692"/>
                  </a:lnTo>
                  <a:lnTo>
                    <a:pt x="2076439" y="2609692"/>
                  </a:lnTo>
                  <a:lnTo>
                    <a:pt x="2076547" y="2609692"/>
                  </a:lnTo>
                  <a:lnTo>
                    <a:pt x="2076656" y="2609692"/>
                  </a:lnTo>
                  <a:lnTo>
                    <a:pt x="2076764" y="2609692"/>
                  </a:lnTo>
                  <a:lnTo>
                    <a:pt x="2076764" y="2609068"/>
                  </a:lnTo>
                  <a:lnTo>
                    <a:pt x="2076873" y="2609068"/>
                  </a:lnTo>
                  <a:lnTo>
                    <a:pt x="2076981" y="2609068"/>
                  </a:lnTo>
                  <a:lnTo>
                    <a:pt x="2077090" y="2609068"/>
                  </a:lnTo>
                  <a:lnTo>
                    <a:pt x="2077090" y="2608444"/>
                  </a:lnTo>
                  <a:lnTo>
                    <a:pt x="2077090" y="2607821"/>
                  </a:lnTo>
                  <a:lnTo>
                    <a:pt x="2077198" y="2607821"/>
                  </a:lnTo>
                  <a:lnTo>
                    <a:pt x="2077198" y="2607197"/>
                  </a:lnTo>
                  <a:lnTo>
                    <a:pt x="2077306" y="2607197"/>
                  </a:lnTo>
                  <a:lnTo>
                    <a:pt x="2077306" y="2606574"/>
                  </a:lnTo>
                  <a:lnTo>
                    <a:pt x="2077306" y="2605950"/>
                  </a:lnTo>
                  <a:lnTo>
                    <a:pt x="2077415" y="2605950"/>
                  </a:lnTo>
                  <a:lnTo>
                    <a:pt x="2077415" y="2605326"/>
                  </a:lnTo>
                  <a:lnTo>
                    <a:pt x="2077523" y="2605326"/>
                  </a:lnTo>
                  <a:lnTo>
                    <a:pt x="2077632" y="2605326"/>
                  </a:lnTo>
                  <a:lnTo>
                    <a:pt x="2077632" y="2604703"/>
                  </a:lnTo>
                  <a:lnTo>
                    <a:pt x="2077740" y="2604703"/>
                  </a:lnTo>
                  <a:lnTo>
                    <a:pt x="2077849" y="2604703"/>
                  </a:lnTo>
                  <a:lnTo>
                    <a:pt x="2077957" y="2604703"/>
                  </a:lnTo>
                  <a:lnTo>
                    <a:pt x="2078066" y="2604703"/>
                  </a:lnTo>
                  <a:lnTo>
                    <a:pt x="2078174" y="2604703"/>
                  </a:lnTo>
                  <a:lnTo>
                    <a:pt x="2078282" y="2604703"/>
                  </a:lnTo>
                  <a:lnTo>
                    <a:pt x="2078391" y="2604703"/>
                  </a:lnTo>
                  <a:lnTo>
                    <a:pt x="2078499" y="2604703"/>
                  </a:lnTo>
                  <a:lnTo>
                    <a:pt x="2078499" y="2604079"/>
                  </a:lnTo>
                  <a:lnTo>
                    <a:pt x="2078608" y="2604079"/>
                  </a:lnTo>
                  <a:lnTo>
                    <a:pt x="2078716" y="2604079"/>
                  </a:lnTo>
                  <a:lnTo>
                    <a:pt x="2078825" y="2604079"/>
                  </a:lnTo>
                  <a:lnTo>
                    <a:pt x="2078933" y="2604079"/>
                  </a:lnTo>
                  <a:lnTo>
                    <a:pt x="2079042" y="2604079"/>
                  </a:lnTo>
                  <a:lnTo>
                    <a:pt x="2079150" y="2604079"/>
                  </a:lnTo>
                  <a:lnTo>
                    <a:pt x="2079259" y="2604079"/>
                  </a:lnTo>
                  <a:lnTo>
                    <a:pt x="2079259" y="2603456"/>
                  </a:lnTo>
                  <a:lnTo>
                    <a:pt x="2079367" y="2603456"/>
                  </a:lnTo>
                  <a:lnTo>
                    <a:pt x="2079475" y="2603456"/>
                  </a:lnTo>
                  <a:lnTo>
                    <a:pt x="2079584" y="2603456"/>
                  </a:lnTo>
                  <a:lnTo>
                    <a:pt x="2079584" y="2602832"/>
                  </a:lnTo>
                  <a:lnTo>
                    <a:pt x="2079692" y="2602832"/>
                  </a:lnTo>
                  <a:lnTo>
                    <a:pt x="2079801" y="2602832"/>
                  </a:lnTo>
                  <a:lnTo>
                    <a:pt x="2079909" y="2602832"/>
                  </a:lnTo>
                  <a:lnTo>
                    <a:pt x="2080018" y="2602832"/>
                  </a:lnTo>
                  <a:lnTo>
                    <a:pt x="2080126" y="2602832"/>
                  </a:lnTo>
                  <a:lnTo>
                    <a:pt x="2080126" y="2602209"/>
                  </a:lnTo>
                  <a:lnTo>
                    <a:pt x="2080235" y="2602209"/>
                  </a:lnTo>
                  <a:lnTo>
                    <a:pt x="2080343" y="2602209"/>
                  </a:lnTo>
                  <a:lnTo>
                    <a:pt x="2080451" y="2602209"/>
                  </a:lnTo>
                  <a:lnTo>
                    <a:pt x="2080560" y="2602209"/>
                  </a:lnTo>
                  <a:lnTo>
                    <a:pt x="2080668" y="2602209"/>
                  </a:lnTo>
                  <a:lnTo>
                    <a:pt x="2080777" y="2602209"/>
                  </a:lnTo>
                  <a:lnTo>
                    <a:pt x="2080885" y="2602209"/>
                  </a:lnTo>
                  <a:lnTo>
                    <a:pt x="2080994" y="2602209"/>
                  </a:lnTo>
                  <a:lnTo>
                    <a:pt x="2081102" y="2602209"/>
                  </a:lnTo>
                  <a:lnTo>
                    <a:pt x="2081211" y="2602209"/>
                  </a:lnTo>
                  <a:lnTo>
                    <a:pt x="2081319" y="2602209"/>
                  </a:lnTo>
                  <a:lnTo>
                    <a:pt x="2081427" y="2602209"/>
                  </a:lnTo>
                  <a:lnTo>
                    <a:pt x="2081536" y="2602209"/>
                  </a:lnTo>
                  <a:lnTo>
                    <a:pt x="2081644" y="2602209"/>
                  </a:lnTo>
                  <a:lnTo>
                    <a:pt x="2081644" y="2601585"/>
                  </a:lnTo>
                  <a:lnTo>
                    <a:pt x="2081753" y="2601585"/>
                  </a:lnTo>
                  <a:lnTo>
                    <a:pt x="2081753" y="2600961"/>
                  </a:lnTo>
                  <a:lnTo>
                    <a:pt x="2081753" y="2600338"/>
                  </a:lnTo>
                  <a:lnTo>
                    <a:pt x="2081861" y="2600338"/>
                  </a:lnTo>
                  <a:lnTo>
                    <a:pt x="2081970" y="2600338"/>
                  </a:lnTo>
                  <a:lnTo>
                    <a:pt x="2082078" y="2600338"/>
                  </a:lnTo>
                  <a:lnTo>
                    <a:pt x="2082187" y="2600338"/>
                  </a:lnTo>
                  <a:lnTo>
                    <a:pt x="2082295" y="2600338"/>
                  </a:lnTo>
                  <a:lnTo>
                    <a:pt x="2082403" y="2600338"/>
                  </a:lnTo>
                  <a:lnTo>
                    <a:pt x="2082512" y="2600338"/>
                  </a:lnTo>
                  <a:lnTo>
                    <a:pt x="2082620" y="2600338"/>
                  </a:lnTo>
                  <a:lnTo>
                    <a:pt x="2082729" y="2600338"/>
                  </a:lnTo>
                  <a:lnTo>
                    <a:pt x="2082837" y="2600338"/>
                  </a:lnTo>
                  <a:lnTo>
                    <a:pt x="2082946" y="2600338"/>
                  </a:lnTo>
                  <a:lnTo>
                    <a:pt x="2083054" y="2600338"/>
                  </a:lnTo>
                  <a:lnTo>
                    <a:pt x="2083163" y="2600338"/>
                  </a:lnTo>
                  <a:lnTo>
                    <a:pt x="2083163" y="2599714"/>
                  </a:lnTo>
                  <a:lnTo>
                    <a:pt x="2083271" y="2599714"/>
                  </a:lnTo>
                  <a:lnTo>
                    <a:pt x="2083380" y="2599714"/>
                  </a:lnTo>
                  <a:lnTo>
                    <a:pt x="2083488" y="2599714"/>
                  </a:lnTo>
                  <a:lnTo>
                    <a:pt x="2083596" y="2599714"/>
                  </a:lnTo>
                  <a:lnTo>
                    <a:pt x="2083705" y="2599714"/>
                  </a:lnTo>
                  <a:lnTo>
                    <a:pt x="2083813" y="2599714"/>
                  </a:lnTo>
                  <a:lnTo>
                    <a:pt x="2083922" y="2599714"/>
                  </a:lnTo>
                  <a:lnTo>
                    <a:pt x="2084030" y="2599714"/>
                  </a:lnTo>
                  <a:lnTo>
                    <a:pt x="2084139" y="2599714"/>
                  </a:lnTo>
                  <a:lnTo>
                    <a:pt x="2084247" y="2599714"/>
                  </a:lnTo>
                  <a:lnTo>
                    <a:pt x="2084356" y="2599714"/>
                  </a:lnTo>
                  <a:lnTo>
                    <a:pt x="2084464" y="2599714"/>
                  </a:lnTo>
                  <a:lnTo>
                    <a:pt x="2084464" y="2599091"/>
                  </a:lnTo>
                  <a:lnTo>
                    <a:pt x="2084572" y="2599091"/>
                  </a:lnTo>
                  <a:lnTo>
                    <a:pt x="2084681" y="2599091"/>
                  </a:lnTo>
                  <a:lnTo>
                    <a:pt x="2084789" y="2599091"/>
                  </a:lnTo>
                  <a:lnTo>
                    <a:pt x="2084898" y="2599091"/>
                  </a:lnTo>
                  <a:lnTo>
                    <a:pt x="2084898" y="2598467"/>
                  </a:lnTo>
                  <a:lnTo>
                    <a:pt x="2085006" y="2598467"/>
                  </a:lnTo>
                  <a:lnTo>
                    <a:pt x="2085115" y="2598467"/>
                  </a:lnTo>
                  <a:lnTo>
                    <a:pt x="2085115" y="2597843"/>
                  </a:lnTo>
                  <a:lnTo>
                    <a:pt x="2085223" y="2597843"/>
                  </a:lnTo>
                  <a:lnTo>
                    <a:pt x="2085223" y="2597220"/>
                  </a:lnTo>
                  <a:lnTo>
                    <a:pt x="2085332" y="2597220"/>
                  </a:lnTo>
                  <a:lnTo>
                    <a:pt x="2085440" y="2597220"/>
                  </a:lnTo>
                  <a:lnTo>
                    <a:pt x="2085548" y="2597220"/>
                  </a:lnTo>
                  <a:lnTo>
                    <a:pt x="2085657" y="2597220"/>
                  </a:lnTo>
                  <a:lnTo>
                    <a:pt x="2085765" y="2597220"/>
                  </a:lnTo>
                  <a:lnTo>
                    <a:pt x="2085874" y="2597220"/>
                  </a:lnTo>
                  <a:lnTo>
                    <a:pt x="2085982" y="2597220"/>
                  </a:lnTo>
                  <a:lnTo>
                    <a:pt x="2086091" y="2597220"/>
                  </a:lnTo>
                  <a:lnTo>
                    <a:pt x="2086199" y="2597220"/>
                  </a:lnTo>
                  <a:lnTo>
                    <a:pt x="2086308" y="2597220"/>
                  </a:lnTo>
                  <a:lnTo>
                    <a:pt x="2086416" y="2597220"/>
                  </a:lnTo>
                  <a:lnTo>
                    <a:pt x="2086524" y="2597220"/>
                  </a:lnTo>
                  <a:lnTo>
                    <a:pt x="2086524" y="2596596"/>
                  </a:lnTo>
                  <a:lnTo>
                    <a:pt x="2086633" y="2596596"/>
                  </a:lnTo>
                  <a:lnTo>
                    <a:pt x="2086741" y="2596596"/>
                  </a:lnTo>
                  <a:lnTo>
                    <a:pt x="2086850" y="2596596"/>
                  </a:lnTo>
                  <a:lnTo>
                    <a:pt x="2086850" y="2595973"/>
                  </a:lnTo>
                  <a:lnTo>
                    <a:pt x="2086958" y="2595973"/>
                  </a:lnTo>
                  <a:lnTo>
                    <a:pt x="2087067" y="2595973"/>
                  </a:lnTo>
                  <a:lnTo>
                    <a:pt x="2087175" y="2595973"/>
                  </a:lnTo>
                  <a:lnTo>
                    <a:pt x="2087284" y="2595973"/>
                  </a:lnTo>
                  <a:lnTo>
                    <a:pt x="2087392" y="2595973"/>
                  </a:lnTo>
                  <a:lnTo>
                    <a:pt x="2087501" y="2595973"/>
                  </a:lnTo>
                  <a:lnTo>
                    <a:pt x="2087609" y="2595973"/>
                  </a:lnTo>
                  <a:lnTo>
                    <a:pt x="2087717" y="2595973"/>
                  </a:lnTo>
                  <a:lnTo>
                    <a:pt x="2087826" y="2595973"/>
                  </a:lnTo>
                  <a:lnTo>
                    <a:pt x="2087934" y="2595973"/>
                  </a:lnTo>
                  <a:lnTo>
                    <a:pt x="2087934" y="2595349"/>
                  </a:lnTo>
                  <a:lnTo>
                    <a:pt x="2088043" y="2595349"/>
                  </a:lnTo>
                  <a:lnTo>
                    <a:pt x="2088151" y="2595349"/>
                  </a:lnTo>
                  <a:lnTo>
                    <a:pt x="2088260" y="2595349"/>
                  </a:lnTo>
                  <a:lnTo>
                    <a:pt x="2088260" y="2594726"/>
                  </a:lnTo>
                  <a:lnTo>
                    <a:pt x="2088260" y="2594102"/>
                  </a:lnTo>
                  <a:lnTo>
                    <a:pt x="2088368" y="2594102"/>
                  </a:lnTo>
                  <a:lnTo>
                    <a:pt x="2088477" y="2594102"/>
                  </a:lnTo>
                  <a:lnTo>
                    <a:pt x="2088477" y="2593478"/>
                  </a:lnTo>
                  <a:lnTo>
                    <a:pt x="2088585" y="2593478"/>
                  </a:lnTo>
                  <a:lnTo>
                    <a:pt x="2088693" y="2593478"/>
                  </a:lnTo>
                  <a:lnTo>
                    <a:pt x="2088693" y="2592855"/>
                  </a:lnTo>
                  <a:lnTo>
                    <a:pt x="2088802" y="2592855"/>
                  </a:lnTo>
                  <a:lnTo>
                    <a:pt x="2088910" y="2592855"/>
                  </a:lnTo>
                  <a:lnTo>
                    <a:pt x="2089019" y="2592855"/>
                  </a:lnTo>
                  <a:lnTo>
                    <a:pt x="2089127" y="2592855"/>
                  </a:lnTo>
                  <a:lnTo>
                    <a:pt x="2089236" y="2592855"/>
                  </a:lnTo>
                  <a:lnTo>
                    <a:pt x="2089236" y="2592231"/>
                  </a:lnTo>
                  <a:lnTo>
                    <a:pt x="2089344" y="2592231"/>
                  </a:lnTo>
                  <a:lnTo>
                    <a:pt x="2089453" y="2592231"/>
                  </a:lnTo>
                  <a:lnTo>
                    <a:pt x="2089561" y="2592231"/>
                  </a:lnTo>
                  <a:lnTo>
                    <a:pt x="2089669" y="2592231"/>
                  </a:lnTo>
                  <a:lnTo>
                    <a:pt x="2089778" y="2592231"/>
                  </a:lnTo>
                  <a:lnTo>
                    <a:pt x="2089886" y="2592231"/>
                  </a:lnTo>
                  <a:lnTo>
                    <a:pt x="2089995" y="2592231"/>
                  </a:lnTo>
                  <a:lnTo>
                    <a:pt x="2090103" y="2592231"/>
                  </a:lnTo>
                  <a:lnTo>
                    <a:pt x="2090212" y="2592231"/>
                  </a:lnTo>
                  <a:lnTo>
                    <a:pt x="2090212" y="2591608"/>
                  </a:lnTo>
                  <a:lnTo>
                    <a:pt x="2090320" y="2591608"/>
                  </a:lnTo>
                  <a:lnTo>
                    <a:pt x="2090429" y="2591608"/>
                  </a:lnTo>
                  <a:lnTo>
                    <a:pt x="2090537" y="2591608"/>
                  </a:lnTo>
                  <a:lnTo>
                    <a:pt x="2090645" y="2591608"/>
                  </a:lnTo>
                  <a:lnTo>
                    <a:pt x="2090754" y="2591608"/>
                  </a:lnTo>
                  <a:lnTo>
                    <a:pt x="2090862" y="2591608"/>
                  </a:lnTo>
                  <a:lnTo>
                    <a:pt x="2090971" y="2591608"/>
                  </a:lnTo>
                  <a:lnTo>
                    <a:pt x="2091079" y="2591608"/>
                  </a:lnTo>
                  <a:lnTo>
                    <a:pt x="2091188" y="2591608"/>
                  </a:lnTo>
                  <a:lnTo>
                    <a:pt x="2091296" y="2591608"/>
                  </a:lnTo>
                  <a:lnTo>
                    <a:pt x="2091405" y="2591608"/>
                  </a:lnTo>
                  <a:lnTo>
                    <a:pt x="2091513" y="2591608"/>
                  </a:lnTo>
                  <a:lnTo>
                    <a:pt x="2091621" y="2591608"/>
                  </a:lnTo>
                  <a:lnTo>
                    <a:pt x="2091730" y="2591608"/>
                  </a:lnTo>
                  <a:lnTo>
                    <a:pt x="2091838" y="2591608"/>
                  </a:lnTo>
                  <a:lnTo>
                    <a:pt x="2091947" y="2591608"/>
                  </a:lnTo>
                  <a:lnTo>
                    <a:pt x="2092055" y="2591608"/>
                  </a:lnTo>
                  <a:lnTo>
                    <a:pt x="2092055" y="2590984"/>
                  </a:lnTo>
                  <a:lnTo>
                    <a:pt x="2092164" y="2590984"/>
                  </a:lnTo>
                  <a:lnTo>
                    <a:pt x="2092272" y="2590984"/>
                  </a:lnTo>
                  <a:lnTo>
                    <a:pt x="2092381" y="2590984"/>
                  </a:lnTo>
                  <a:lnTo>
                    <a:pt x="2092381" y="2590360"/>
                  </a:lnTo>
                  <a:lnTo>
                    <a:pt x="2092489" y="2590360"/>
                  </a:lnTo>
                  <a:lnTo>
                    <a:pt x="2092598" y="2590360"/>
                  </a:lnTo>
                  <a:lnTo>
                    <a:pt x="2092706" y="2590360"/>
                  </a:lnTo>
                  <a:lnTo>
                    <a:pt x="2092814" y="2590360"/>
                  </a:lnTo>
                  <a:lnTo>
                    <a:pt x="2092814" y="2589737"/>
                  </a:lnTo>
                  <a:lnTo>
                    <a:pt x="2092923" y="2589737"/>
                  </a:lnTo>
                  <a:lnTo>
                    <a:pt x="2092923" y="2589113"/>
                  </a:lnTo>
                  <a:lnTo>
                    <a:pt x="2093031" y="2589113"/>
                  </a:lnTo>
                  <a:lnTo>
                    <a:pt x="2093140" y="2589113"/>
                  </a:lnTo>
                  <a:lnTo>
                    <a:pt x="2093248" y="2589113"/>
                  </a:lnTo>
                  <a:lnTo>
                    <a:pt x="2093248" y="2588490"/>
                  </a:lnTo>
                  <a:lnTo>
                    <a:pt x="2093357" y="2588490"/>
                  </a:lnTo>
                  <a:lnTo>
                    <a:pt x="2093465" y="2588490"/>
                  </a:lnTo>
                  <a:lnTo>
                    <a:pt x="2093574" y="2588490"/>
                  </a:lnTo>
                  <a:lnTo>
                    <a:pt x="2093574" y="2587866"/>
                  </a:lnTo>
                  <a:lnTo>
                    <a:pt x="2093682" y="2587866"/>
                  </a:lnTo>
                  <a:lnTo>
                    <a:pt x="2093682" y="2587243"/>
                  </a:lnTo>
                  <a:lnTo>
                    <a:pt x="2093790" y="2587243"/>
                  </a:lnTo>
                  <a:lnTo>
                    <a:pt x="2093899" y="2587243"/>
                  </a:lnTo>
                  <a:lnTo>
                    <a:pt x="2094007" y="2587243"/>
                  </a:lnTo>
                  <a:lnTo>
                    <a:pt x="2094116" y="2587243"/>
                  </a:lnTo>
                  <a:lnTo>
                    <a:pt x="2094224" y="2587243"/>
                  </a:lnTo>
                  <a:lnTo>
                    <a:pt x="2094224" y="2586619"/>
                  </a:lnTo>
                  <a:lnTo>
                    <a:pt x="2094224" y="2585995"/>
                  </a:lnTo>
                  <a:lnTo>
                    <a:pt x="2094333" y="2585995"/>
                  </a:lnTo>
                  <a:lnTo>
                    <a:pt x="2094441" y="2585995"/>
                  </a:lnTo>
                  <a:lnTo>
                    <a:pt x="2094550" y="2585995"/>
                  </a:lnTo>
                  <a:lnTo>
                    <a:pt x="2094658" y="2585995"/>
                  </a:lnTo>
                  <a:lnTo>
                    <a:pt x="2094766" y="2585995"/>
                  </a:lnTo>
                  <a:lnTo>
                    <a:pt x="2094875" y="2585995"/>
                  </a:lnTo>
                  <a:lnTo>
                    <a:pt x="2094875" y="2585372"/>
                  </a:lnTo>
                  <a:lnTo>
                    <a:pt x="2094875" y="2584748"/>
                  </a:lnTo>
                  <a:lnTo>
                    <a:pt x="2094983" y="2584748"/>
                  </a:lnTo>
                  <a:lnTo>
                    <a:pt x="2095092" y="2584748"/>
                  </a:lnTo>
                  <a:lnTo>
                    <a:pt x="2095092" y="2584125"/>
                  </a:lnTo>
                  <a:lnTo>
                    <a:pt x="2095200" y="2584125"/>
                  </a:lnTo>
                  <a:lnTo>
                    <a:pt x="2095309" y="2584125"/>
                  </a:lnTo>
                  <a:lnTo>
                    <a:pt x="2095417" y="2584125"/>
                  </a:lnTo>
                  <a:lnTo>
                    <a:pt x="2095526" y="2584125"/>
                  </a:lnTo>
                  <a:lnTo>
                    <a:pt x="2095634" y="2584125"/>
                  </a:lnTo>
                  <a:lnTo>
                    <a:pt x="2095742" y="2584125"/>
                  </a:lnTo>
                  <a:lnTo>
                    <a:pt x="2095742" y="2583501"/>
                  </a:lnTo>
                  <a:lnTo>
                    <a:pt x="2095851" y="2583501"/>
                  </a:lnTo>
                  <a:lnTo>
                    <a:pt x="2095959" y="2583501"/>
                  </a:lnTo>
                  <a:lnTo>
                    <a:pt x="2095959" y="2582877"/>
                  </a:lnTo>
                  <a:lnTo>
                    <a:pt x="2096068" y="2582877"/>
                  </a:lnTo>
                  <a:lnTo>
                    <a:pt x="2096176" y="2582877"/>
                  </a:lnTo>
                  <a:lnTo>
                    <a:pt x="2096285" y="2582877"/>
                  </a:lnTo>
                  <a:lnTo>
                    <a:pt x="2096393" y="2582877"/>
                  </a:lnTo>
                  <a:lnTo>
                    <a:pt x="2096502" y="2582877"/>
                  </a:lnTo>
                  <a:lnTo>
                    <a:pt x="2096502" y="2582254"/>
                  </a:lnTo>
                  <a:lnTo>
                    <a:pt x="2096610" y="2582254"/>
                  </a:lnTo>
                  <a:lnTo>
                    <a:pt x="2096719" y="2582254"/>
                  </a:lnTo>
                  <a:lnTo>
                    <a:pt x="2096827" y="2582254"/>
                  </a:lnTo>
                  <a:lnTo>
                    <a:pt x="2096935" y="2582254"/>
                  </a:lnTo>
                  <a:lnTo>
                    <a:pt x="2097044" y="2582254"/>
                  </a:lnTo>
                  <a:lnTo>
                    <a:pt x="2097152" y="2582254"/>
                  </a:lnTo>
                  <a:lnTo>
                    <a:pt x="2097261" y="2582254"/>
                  </a:lnTo>
                  <a:lnTo>
                    <a:pt x="2097369" y="2582254"/>
                  </a:lnTo>
                  <a:lnTo>
                    <a:pt x="2097478" y="2582254"/>
                  </a:lnTo>
                  <a:lnTo>
                    <a:pt x="2097586" y="2582254"/>
                  </a:lnTo>
                  <a:lnTo>
                    <a:pt x="2097695" y="2582254"/>
                  </a:lnTo>
                  <a:lnTo>
                    <a:pt x="2097695" y="2581630"/>
                  </a:lnTo>
                  <a:lnTo>
                    <a:pt x="2097803" y="2581630"/>
                  </a:lnTo>
                  <a:lnTo>
                    <a:pt x="2097911" y="2581630"/>
                  </a:lnTo>
                  <a:lnTo>
                    <a:pt x="2098020" y="2581630"/>
                  </a:lnTo>
                  <a:lnTo>
                    <a:pt x="2098128" y="2581630"/>
                  </a:lnTo>
                  <a:lnTo>
                    <a:pt x="2098237" y="2581630"/>
                  </a:lnTo>
                  <a:lnTo>
                    <a:pt x="2098237" y="2581007"/>
                  </a:lnTo>
                  <a:lnTo>
                    <a:pt x="2098345" y="2581007"/>
                  </a:lnTo>
                  <a:lnTo>
                    <a:pt x="2098454" y="2581007"/>
                  </a:lnTo>
                  <a:lnTo>
                    <a:pt x="2098562" y="2581007"/>
                  </a:lnTo>
                  <a:lnTo>
                    <a:pt x="2098671" y="2581007"/>
                  </a:lnTo>
                  <a:lnTo>
                    <a:pt x="2098779" y="2581007"/>
                  </a:lnTo>
                  <a:lnTo>
                    <a:pt x="2098887" y="2581007"/>
                  </a:lnTo>
                  <a:lnTo>
                    <a:pt x="2098887" y="2580383"/>
                  </a:lnTo>
                  <a:lnTo>
                    <a:pt x="2098887" y="2579760"/>
                  </a:lnTo>
                  <a:lnTo>
                    <a:pt x="2098996" y="2579760"/>
                  </a:lnTo>
                  <a:lnTo>
                    <a:pt x="2099104" y="2579760"/>
                  </a:lnTo>
                  <a:lnTo>
                    <a:pt x="2099213" y="2579760"/>
                  </a:lnTo>
                  <a:lnTo>
                    <a:pt x="2099321" y="2579760"/>
                  </a:lnTo>
                  <a:lnTo>
                    <a:pt x="2099430" y="2579760"/>
                  </a:lnTo>
                  <a:lnTo>
                    <a:pt x="2099538" y="2579760"/>
                  </a:lnTo>
                  <a:lnTo>
                    <a:pt x="2099647" y="2579760"/>
                  </a:lnTo>
                  <a:lnTo>
                    <a:pt x="2099755" y="2579760"/>
                  </a:lnTo>
                  <a:lnTo>
                    <a:pt x="2099755" y="2579136"/>
                  </a:lnTo>
                  <a:lnTo>
                    <a:pt x="2099863" y="2579136"/>
                  </a:lnTo>
                  <a:lnTo>
                    <a:pt x="2099972" y="2579136"/>
                  </a:lnTo>
                  <a:lnTo>
                    <a:pt x="2099972" y="2578512"/>
                  </a:lnTo>
                  <a:lnTo>
                    <a:pt x="2100080" y="2578512"/>
                  </a:lnTo>
                  <a:lnTo>
                    <a:pt x="2100189" y="2578512"/>
                  </a:lnTo>
                  <a:lnTo>
                    <a:pt x="2100297" y="2578512"/>
                  </a:lnTo>
                  <a:lnTo>
                    <a:pt x="2100297" y="2577889"/>
                  </a:lnTo>
                  <a:lnTo>
                    <a:pt x="2100297" y="2577265"/>
                  </a:lnTo>
                  <a:lnTo>
                    <a:pt x="2100406" y="2577265"/>
                  </a:lnTo>
                  <a:lnTo>
                    <a:pt x="2100514" y="2577265"/>
                  </a:lnTo>
                  <a:lnTo>
                    <a:pt x="2100514" y="2576642"/>
                  </a:lnTo>
                  <a:lnTo>
                    <a:pt x="2100623" y="2576642"/>
                  </a:lnTo>
                  <a:lnTo>
                    <a:pt x="2100731" y="2576642"/>
                  </a:lnTo>
                  <a:lnTo>
                    <a:pt x="2100840" y="2576642"/>
                  </a:lnTo>
                  <a:lnTo>
                    <a:pt x="2100948" y="2576642"/>
                  </a:lnTo>
                  <a:lnTo>
                    <a:pt x="2101056" y="2576642"/>
                  </a:lnTo>
                  <a:lnTo>
                    <a:pt x="2101165" y="2576642"/>
                  </a:lnTo>
                  <a:lnTo>
                    <a:pt x="2101273" y="2576642"/>
                  </a:lnTo>
                  <a:lnTo>
                    <a:pt x="2101273" y="2576018"/>
                  </a:lnTo>
                  <a:lnTo>
                    <a:pt x="2101382" y="2576018"/>
                  </a:lnTo>
                  <a:lnTo>
                    <a:pt x="2101490" y="2576018"/>
                  </a:lnTo>
                  <a:lnTo>
                    <a:pt x="2101599" y="2576018"/>
                  </a:lnTo>
                  <a:lnTo>
                    <a:pt x="2101707" y="2576018"/>
                  </a:lnTo>
                  <a:lnTo>
                    <a:pt x="2101816" y="2576018"/>
                  </a:lnTo>
                  <a:lnTo>
                    <a:pt x="2101924" y="2576018"/>
                  </a:lnTo>
                  <a:lnTo>
                    <a:pt x="2102032" y="2576018"/>
                  </a:lnTo>
                  <a:lnTo>
                    <a:pt x="2102141" y="2576018"/>
                  </a:lnTo>
                  <a:lnTo>
                    <a:pt x="2102249" y="2576018"/>
                  </a:lnTo>
                  <a:lnTo>
                    <a:pt x="2102358" y="2576018"/>
                  </a:lnTo>
                  <a:lnTo>
                    <a:pt x="2102466" y="2576018"/>
                  </a:lnTo>
                  <a:lnTo>
                    <a:pt x="2102466" y="2575394"/>
                  </a:lnTo>
                  <a:lnTo>
                    <a:pt x="2102575" y="2575394"/>
                  </a:lnTo>
                  <a:lnTo>
                    <a:pt x="2102683" y="2575394"/>
                  </a:lnTo>
                  <a:lnTo>
                    <a:pt x="2102792" y="2575394"/>
                  </a:lnTo>
                  <a:lnTo>
                    <a:pt x="2102792" y="2574771"/>
                  </a:lnTo>
                  <a:lnTo>
                    <a:pt x="2102792" y="2574147"/>
                  </a:lnTo>
                  <a:lnTo>
                    <a:pt x="2102900" y="2574147"/>
                  </a:lnTo>
                  <a:lnTo>
                    <a:pt x="2103008" y="2574147"/>
                  </a:lnTo>
                  <a:lnTo>
                    <a:pt x="2103117" y="2574147"/>
                  </a:lnTo>
                  <a:lnTo>
                    <a:pt x="2103225" y="2574147"/>
                  </a:lnTo>
                  <a:lnTo>
                    <a:pt x="2103334" y="2574147"/>
                  </a:lnTo>
                  <a:lnTo>
                    <a:pt x="2103442" y="2574147"/>
                  </a:lnTo>
                  <a:lnTo>
                    <a:pt x="2103551" y="2574147"/>
                  </a:lnTo>
                  <a:lnTo>
                    <a:pt x="2103659" y="2574147"/>
                  </a:lnTo>
                  <a:lnTo>
                    <a:pt x="2103768" y="2574147"/>
                  </a:lnTo>
                  <a:lnTo>
                    <a:pt x="2103876" y="2574147"/>
                  </a:lnTo>
                  <a:lnTo>
                    <a:pt x="2103876" y="2573524"/>
                  </a:lnTo>
                  <a:lnTo>
                    <a:pt x="2103984" y="2573524"/>
                  </a:lnTo>
                  <a:lnTo>
                    <a:pt x="2103984" y="2572900"/>
                  </a:lnTo>
                  <a:lnTo>
                    <a:pt x="2104093" y="2572900"/>
                  </a:lnTo>
                  <a:lnTo>
                    <a:pt x="2104093" y="2572277"/>
                  </a:lnTo>
                  <a:lnTo>
                    <a:pt x="2104201" y="2572277"/>
                  </a:lnTo>
                  <a:lnTo>
                    <a:pt x="2104310" y="2572277"/>
                  </a:lnTo>
                  <a:lnTo>
                    <a:pt x="2104418" y="2572277"/>
                  </a:lnTo>
                  <a:lnTo>
                    <a:pt x="2104527" y="2572277"/>
                  </a:lnTo>
                  <a:lnTo>
                    <a:pt x="2104635" y="2572277"/>
                  </a:lnTo>
                  <a:lnTo>
                    <a:pt x="2104744" y="2572277"/>
                  </a:lnTo>
                  <a:lnTo>
                    <a:pt x="2104852" y="2572277"/>
                  </a:lnTo>
                  <a:lnTo>
                    <a:pt x="2104852" y="2571653"/>
                  </a:lnTo>
                  <a:lnTo>
                    <a:pt x="2104852" y="2571029"/>
                  </a:lnTo>
                  <a:lnTo>
                    <a:pt x="2104961" y="2571029"/>
                  </a:lnTo>
                  <a:lnTo>
                    <a:pt x="2105069" y="2571029"/>
                  </a:lnTo>
                  <a:lnTo>
                    <a:pt x="2105177" y="2571029"/>
                  </a:lnTo>
                  <a:lnTo>
                    <a:pt x="2105286" y="2571029"/>
                  </a:lnTo>
                  <a:lnTo>
                    <a:pt x="2105394" y="2571029"/>
                  </a:lnTo>
                  <a:lnTo>
                    <a:pt x="2105394" y="2570406"/>
                  </a:lnTo>
                  <a:lnTo>
                    <a:pt x="2105503" y="2570406"/>
                  </a:lnTo>
                  <a:lnTo>
                    <a:pt x="2105611" y="2570406"/>
                  </a:lnTo>
                  <a:lnTo>
                    <a:pt x="2105720" y="2570406"/>
                  </a:lnTo>
                  <a:lnTo>
                    <a:pt x="2105828" y="2570406"/>
                  </a:lnTo>
                  <a:lnTo>
                    <a:pt x="2105937" y="2570406"/>
                  </a:lnTo>
                  <a:lnTo>
                    <a:pt x="2106045" y="2570406"/>
                  </a:lnTo>
                  <a:lnTo>
                    <a:pt x="2106153" y="2570406"/>
                  </a:lnTo>
                  <a:lnTo>
                    <a:pt x="2106262" y="2570406"/>
                  </a:lnTo>
                  <a:lnTo>
                    <a:pt x="2106370" y="2570406"/>
                  </a:lnTo>
                  <a:lnTo>
                    <a:pt x="2106479" y="2570406"/>
                  </a:lnTo>
                  <a:lnTo>
                    <a:pt x="2106587" y="2570406"/>
                  </a:lnTo>
                  <a:lnTo>
                    <a:pt x="2106696" y="2570406"/>
                  </a:lnTo>
                  <a:lnTo>
                    <a:pt x="2106804" y="2570406"/>
                  </a:lnTo>
                  <a:lnTo>
                    <a:pt x="2106804" y="2569782"/>
                  </a:lnTo>
                  <a:lnTo>
                    <a:pt x="2106804" y="2569159"/>
                  </a:lnTo>
                  <a:lnTo>
                    <a:pt x="2106913" y="2569159"/>
                  </a:lnTo>
                  <a:lnTo>
                    <a:pt x="2107021" y="2569159"/>
                  </a:lnTo>
                  <a:lnTo>
                    <a:pt x="2107021" y="2568535"/>
                  </a:lnTo>
                  <a:lnTo>
                    <a:pt x="2107129" y="2568535"/>
                  </a:lnTo>
                  <a:lnTo>
                    <a:pt x="2107238" y="2568535"/>
                  </a:lnTo>
                  <a:lnTo>
                    <a:pt x="2107346" y="2568535"/>
                  </a:lnTo>
                  <a:lnTo>
                    <a:pt x="2107455" y="2568535"/>
                  </a:lnTo>
                  <a:lnTo>
                    <a:pt x="2107563" y="2568535"/>
                  </a:lnTo>
                  <a:lnTo>
                    <a:pt x="2107563" y="2567911"/>
                  </a:lnTo>
                  <a:lnTo>
                    <a:pt x="2107672" y="2567911"/>
                  </a:lnTo>
                  <a:lnTo>
                    <a:pt x="2107780" y="2567911"/>
                  </a:lnTo>
                  <a:lnTo>
                    <a:pt x="2107889" y="2567911"/>
                  </a:lnTo>
                  <a:lnTo>
                    <a:pt x="2107997" y="2567911"/>
                  </a:lnTo>
                  <a:lnTo>
                    <a:pt x="2108105" y="2567911"/>
                  </a:lnTo>
                  <a:lnTo>
                    <a:pt x="2108214" y="2567911"/>
                  </a:lnTo>
                  <a:lnTo>
                    <a:pt x="2108322" y="2567911"/>
                  </a:lnTo>
                  <a:lnTo>
                    <a:pt x="2108431" y="2567911"/>
                  </a:lnTo>
                  <a:lnTo>
                    <a:pt x="2108539" y="2567911"/>
                  </a:lnTo>
                  <a:lnTo>
                    <a:pt x="2108648" y="2567911"/>
                  </a:lnTo>
                  <a:lnTo>
                    <a:pt x="2108756" y="2567911"/>
                  </a:lnTo>
                  <a:lnTo>
                    <a:pt x="2108756" y="2567288"/>
                  </a:lnTo>
                  <a:lnTo>
                    <a:pt x="2108865" y="2567288"/>
                  </a:lnTo>
                  <a:lnTo>
                    <a:pt x="2108973" y="2567288"/>
                  </a:lnTo>
                  <a:lnTo>
                    <a:pt x="2109082" y="2567288"/>
                  </a:lnTo>
                  <a:lnTo>
                    <a:pt x="2109082" y="2566664"/>
                  </a:lnTo>
                  <a:lnTo>
                    <a:pt x="2109190" y="2566664"/>
                  </a:lnTo>
                  <a:lnTo>
                    <a:pt x="2109298" y="2566664"/>
                  </a:lnTo>
                  <a:lnTo>
                    <a:pt x="2109298" y="2566041"/>
                  </a:lnTo>
                  <a:lnTo>
                    <a:pt x="2109407" y="2566041"/>
                  </a:lnTo>
                  <a:lnTo>
                    <a:pt x="2109515" y="2566041"/>
                  </a:lnTo>
                  <a:lnTo>
                    <a:pt x="2109515" y="2565417"/>
                  </a:lnTo>
                  <a:lnTo>
                    <a:pt x="2109624" y="2565417"/>
                  </a:lnTo>
                  <a:lnTo>
                    <a:pt x="2109732" y="2565417"/>
                  </a:lnTo>
                  <a:lnTo>
                    <a:pt x="2109841" y="2565417"/>
                  </a:lnTo>
                  <a:lnTo>
                    <a:pt x="2109949" y="2565417"/>
                  </a:lnTo>
                  <a:lnTo>
                    <a:pt x="2110058" y="2565417"/>
                  </a:lnTo>
                  <a:lnTo>
                    <a:pt x="2110166" y="2565417"/>
                  </a:lnTo>
                  <a:lnTo>
                    <a:pt x="2110274" y="2565417"/>
                  </a:lnTo>
                  <a:lnTo>
                    <a:pt x="2110383" y="2565417"/>
                  </a:lnTo>
                  <a:lnTo>
                    <a:pt x="2110491" y="2565417"/>
                  </a:lnTo>
                  <a:lnTo>
                    <a:pt x="2110600" y="2565417"/>
                  </a:lnTo>
                  <a:lnTo>
                    <a:pt x="2110708" y="2565417"/>
                  </a:lnTo>
                  <a:lnTo>
                    <a:pt x="2110817" y="2565417"/>
                  </a:lnTo>
                  <a:lnTo>
                    <a:pt x="2110925" y="2565417"/>
                  </a:lnTo>
                  <a:lnTo>
                    <a:pt x="2111034" y="2565417"/>
                  </a:lnTo>
                  <a:lnTo>
                    <a:pt x="2111142" y="2565417"/>
                  </a:lnTo>
                  <a:lnTo>
                    <a:pt x="2111250" y="2565417"/>
                  </a:lnTo>
                  <a:lnTo>
                    <a:pt x="2111359" y="2565417"/>
                  </a:lnTo>
                  <a:lnTo>
                    <a:pt x="2111467" y="2565417"/>
                  </a:lnTo>
                  <a:lnTo>
                    <a:pt x="2111576" y="2565417"/>
                  </a:lnTo>
                  <a:lnTo>
                    <a:pt x="2111684" y="2565417"/>
                  </a:lnTo>
                  <a:lnTo>
                    <a:pt x="2111793" y="2565417"/>
                  </a:lnTo>
                  <a:lnTo>
                    <a:pt x="2111793" y="2564794"/>
                  </a:lnTo>
                  <a:lnTo>
                    <a:pt x="2111901" y="2564794"/>
                  </a:lnTo>
                  <a:lnTo>
                    <a:pt x="2112010" y="2564794"/>
                  </a:lnTo>
                  <a:lnTo>
                    <a:pt x="2112118" y="2564794"/>
                  </a:lnTo>
                  <a:lnTo>
                    <a:pt x="2112226" y="2564794"/>
                  </a:lnTo>
                  <a:lnTo>
                    <a:pt x="2112335" y="2564794"/>
                  </a:lnTo>
                  <a:lnTo>
                    <a:pt x="2112443" y="2564794"/>
                  </a:lnTo>
                  <a:lnTo>
                    <a:pt x="2112552" y="2564794"/>
                  </a:lnTo>
                  <a:lnTo>
                    <a:pt x="2112660" y="2564794"/>
                  </a:lnTo>
                  <a:lnTo>
                    <a:pt x="2112769" y="2564794"/>
                  </a:lnTo>
                  <a:lnTo>
                    <a:pt x="2112877" y="2564794"/>
                  </a:lnTo>
                  <a:lnTo>
                    <a:pt x="2112877" y="2564170"/>
                  </a:lnTo>
                  <a:lnTo>
                    <a:pt x="2112877" y="2563546"/>
                  </a:lnTo>
                  <a:lnTo>
                    <a:pt x="2112986" y="2563546"/>
                  </a:lnTo>
                  <a:lnTo>
                    <a:pt x="2113094" y="2563546"/>
                  </a:lnTo>
                  <a:lnTo>
                    <a:pt x="2113202" y="2563546"/>
                  </a:lnTo>
                  <a:lnTo>
                    <a:pt x="2113311" y="2563546"/>
                  </a:lnTo>
                  <a:lnTo>
                    <a:pt x="2113419" y="2563546"/>
                  </a:lnTo>
                  <a:lnTo>
                    <a:pt x="2113419" y="2562923"/>
                  </a:lnTo>
                  <a:lnTo>
                    <a:pt x="2113528" y="2562923"/>
                  </a:lnTo>
                  <a:lnTo>
                    <a:pt x="2113528" y="2562299"/>
                  </a:lnTo>
                  <a:lnTo>
                    <a:pt x="2113636" y="2562299"/>
                  </a:lnTo>
                  <a:lnTo>
                    <a:pt x="2113745" y="2562299"/>
                  </a:lnTo>
                  <a:lnTo>
                    <a:pt x="2113745" y="2561676"/>
                  </a:lnTo>
                  <a:lnTo>
                    <a:pt x="2113745" y="2561052"/>
                  </a:lnTo>
                  <a:lnTo>
                    <a:pt x="2113853" y="2561052"/>
                  </a:lnTo>
                  <a:lnTo>
                    <a:pt x="2113853" y="2560429"/>
                  </a:lnTo>
                  <a:lnTo>
                    <a:pt x="2113962" y="2560429"/>
                  </a:lnTo>
                  <a:lnTo>
                    <a:pt x="2114070" y="2560429"/>
                  </a:lnTo>
                  <a:lnTo>
                    <a:pt x="2114070" y="2559805"/>
                  </a:lnTo>
                  <a:lnTo>
                    <a:pt x="2114179" y="2559805"/>
                  </a:lnTo>
                  <a:lnTo>
                    <a:pt x="2114179" y="2559181"/>
                  </a:lnTo>
                  <a:lnTo>
                    <a:pt x="2114179" y="2558558"/>
                  </a:lnTo>
                  <a:lnTo>
                    <a:pt x="2114287" y="2558558"/>
                  </a:lnTo>
                  <a:lnTo>
                    <a:pt x="2114395" y="2558558"/>
                  </a:lnTo>
                  <a:lnTo>
                    <a:pt x="2114504" y="2558558"/>
                  </a:lnTo>
                  <a:lnTo>
                    <a:pt x="2114612" y="2558558"/>
                  </a:lnTo>
                  <a:lnTo>
                    <a:pt x="2114721" y="2558558"/>
                  </a:lnTo>
                  <a:lnTo>
                    <a:pt x="2114721" y="2557934"/>
                  </a:lnTo>
                  <a:lnTo>
                    <a:pt x="2114829" y="2557934"/>
                  </a:lnTo>
                  <a:lnTo>
                    <a:pt x="2114938" y="2557934"/>
                  </a:lnTo>
                  <a:lnTo>
                    <a:pt x="2115046" y="2557934"/>
                  </a:lnTo>
                  <a:lnTo>
                    <a:pt x="2115155" y="2557934"/>
                  </a:lnTo>
                  <a:lnTo>
                    <a:pt x="2115155" y="2557311"/>
                  </a:lnTo>
                  <a:lnTo>
                    <a:pt x="2115263" y="2557311"/>
                  </a:lnTo>
                  <a:lnTo>
                    <a:pt x="2115263" y="2556687"/>
                  </a:lnTo>
                  <a:lnTo>
                    <a:pt x="2115371" y="2556687"/>
                  </a:lnTo>
                  <a:lnTo>
                    <a:pt x="2115371" y="2556063"/>
                  </a:lnTo>
                  <a:lnTo>
                    <a:pt x="2115480" y="2556063"/>
                  </a:lnTo>
                  <a:lnTo>
                    <a:pt x="2115588" y="2556063"/>
                  </a:lnTo>
                  <a:lnTo>
                    <a:pt x="2115697" y="2556063"/>
                  </a:lnTo>
                  <a:lnTo>
                    <a:pt x="2115805" y="2556063"/>
                  </a:lnTo>
                  <a:lnTo>
                    <a:pt x="2115805" y="2555440"/>
                  </a:lnTo>
                  <a:lnTo>
                    <a:pt x="2115914" y="2555440"/>
                  </a:lnTo>
                  <a:lnTo>
                    <a:pt x="2116022" y="2555440"/>
                  </a:lnTo>
                  <a:lnTo>
                    <a:pt x="2116022" y="2554816"/>
                  </a:lnTo>
                  <a:lnTo>
                    <a:pt x="2116131" y="2554816"/>
                  </a:lnTo>
                  <a:lnTo>
                    <a:pt x="2116239" y="2554816"/>
                  </a:lnTo>
                  <a:lnTo>
                    <a:pt x="2116239" y="2554193"/>
                  </a:lnTo>
                  <a:lnTo>
                    <a:pt x="2116347" y="2554193"/>
                  </a:lnTo>
                  <a:lnTo>
                    <a:pt x="2116456" y="2554193"/>
                  </a:lnTo>
                  <a:lnTo>
                    <a:pt x="2116564" y="2554193"/>
                  </a:lnTo>
                  <a:lnTo>
                    <a:pt x="2116673" y="2554193"/>
                  </a:lnTo>
                  <a:lnTo>
                    <a:pt x="2116673" y="2553569"/>
                  </a:lnTo>
                  <a:lnTo>
                    <a:pt x="2116673" y="2552946"/>
                  </a:lnTo>
                  <a:lnTo>
                    <a:pt x="2116781" y="2552946"/>
                  </a:lnTo>
                  <a:lnTo>
                    <a:pt x="2116890" y="2552946"/>
                  </a:lnTo>
                  <a:lnTo>
                    <a:pt x="2116998" y="2552946"/>
                  </a:lnTo>
                  <a:lnTo>
                    <a:pt x="2117107" y="2552946"/>
                  </a:lnTo>
                  <a:lnTo>
                    <a:pt x="2117215" y="2552946"/>
                  </a:lnTo>
                  <a:lnTo>
                    <a:pt x="2117215" y="2552322"/>
                  </a:lnTo>
                  <a:lnTo>
                    <a:pt x="2117323" y="2552322"/>
                  </a:lnTo>
                  <a:lnTo>
                    <a:pt x="2117323" y="2551698"/>
                  </a:lnTo>
                  <a:lnTo>
                    <a:pt x="2117432" y="2551698"/>
                  </a:lnTo>
                  <a:lnTo>
                    <a:pt x="2117432" y="2551075"/>
                  </a:lnTo>
                  <a:lnTo>
                    <a:pt x="2117540" y="2551075"/>
                  </a:lnTo>
                  <a:lnTo>
                    <a:pt x="2117649" y="2551075"/>
                  </a:lnTo>
                  <a:lnTo>
                    <a:pt x="2117757" y="2551075"/>
                  </a:lnTo>
                  <a:lnTo>
                    <a:pt x="2117866" y="2551075"/>
                  </a:lnTo>
                  <a:lnTo>
                    <a:pt x="2117974" y="2551075"/>
                  </a:lnTo>
                  <a:lnTo>
                    <a:pt x="2118083" y="2551075"/>
                  </a:lnTo>
                  <a:lnTo>
                    <a:pt x="2118191" y="2551075"/>
                  </a:lnTo>
                  <a:lnTo>
                    <a:pt x="2118300" y="2551075"/>
                  </a:lnTo>
                  <a:lnTo>
                    <a:pt x="2118408" y="2551075"/>
                  </a:lnTo>
                  <a:lnTo>
                    <a:pt x="2118516" y="2551075"/>
                  </a:lnTo>
                  <a:lnTo>
                    <a:pt x="2118625" y="2551075"/>
                  </a:lnTo>
                  <a:lnTo>
                    <a:pt x="2118733" y="2551075"/>
                  </a:lnTo>
                  <a:lnTo>
                    <a:pt x="2118733" y="2550451"/>
                  </a:lnTo>
                  <a:lnTo>
                    <a:pt x="2118842" y="2550451"/>
                  </a:lnTo>
                  <a:lnTo>
                    <a:pt x="2118842" y="2549828"/>
                  </a:lnTo>
                  <a:lnTo>
                    <a:pt x="2118950" y="2549828"/>
                  </a:lnTo>
                  <a:lnTo>
                    <a:pt x="2119059" y="2549828"/>
                  </a:lnTo>
                  <a:lnTo>
                    <a:pt x="2119059" y="2549204"/>
                  </a:lnTo>
                  <a:lnTo>
                    <a:pt x="2119059" y="2548580"/>
                  </a:lnTo>
                  <a:lnTo>
                    <a:pt x="2119167" y="2548580"/>
                  </a:lnTo>
                  <a:lnTo>
                    <a:pt x="2119167" y="2547957"/>
                  </a:lnTo>
                  <a:lnTo>
                    <a:pt x="2119276" y="2547957"/>
                  </a:lnTo>
                  <a:lnTo>
                    <a:pt x="2119384" y="2547957"/>
                  </a:lnTo>
                  <a:lnTo>
                    <a:pt x="2119492" y="2547957"/>
                  </a:lnTo>
                  <a:lnTo>
                    <a:pt x="2119601" y="2547957"/>
                  </a:lnTo>
                  <a:lnTo>
                    <a:pt x="2119709" y="2547957"/>
                  </a:lnTo>
                  <a:lnTo>
                    <a:pt x="2119818" y="2547957"/>
                  </a:lnTo>
                  <a:lnTo>
                    <a:pt x="2119818" y="2547333"/>
                  </a:lnTo>
                  <a:lnTo>
                    <a:pt x="2119926" y="2547333"/>
                  </a:lnTo>
                  <a:lnTo>
                    <a:pt x="2120035" y="2547333"/>
                  </a:lnTo>
                  <a:lnTo>
                    <a:pt x="2120143" y="2547333"/>
                  </a:lnTo>
                  <a:lnTo>
                    <a:pt x="2120252" y="2547333"/>
                  </a:lnTo>
                  <a:lnTo>
                    <a:pt x="2120360" y="2547333"/>
                  </a:lnTo>
                  <a:lnTo>
                    <a:pt x="2120468" y="2547333"/>
                  </a:lnTo>
                  <a:lnTo>
                    <a:pt x="2120577" y="2547333"/>
                  </a:lnTo>
                  <a:lnTo>
                    <a:pt x="2120685" y="2547333"/>
                  </a:lnTo>
                  <a:lnTo>
                    <a:pt x="2120685" y="2546710"/>
                  </a:lnTo>
                  <a:lnTo>
                    <a:pt x="2120794" y="2546710"/>
                  </a:lnTo>
                  <a:lnTo>
                    <a:pt x="2120902" y="2546710"/>
                  </a:lnTo>
                  <a:lnTo>
                    <a:pt x="2120902" y="2546086"/>
                  </a:lnTo>
                  <a:lnTo>
                    <a:pt x="2121011" y="2546086"/>
                  </a:lnTo>
                  <a:lnTo>
                    <a:pt x="2121011" y="2545463"/>
                  </a:lnTo>
                  <a:lnTo>
                    <a:pt x="2121119" y="2545463"/>
                  </a:lnTo>
                  <a:lnTo>
                    <a:pt x="2121228" y="2545463"/>
                  </a:lnTo>
                  <a:lnTo>
                    <a:pt x="2121336" y="2545463"/>
                  </a:lnTo>
                  <a:lnTo>
                    <a:pt x="2121444" y="2545463"/>
                  </a:lnTo>
                  <a:lnTo>
                    <a:pt x="2121553" y="2545463"/>
                  </a:lnTo>
                  <a:lnTo>
                    <a:pt x="2121661" y="2545463"/>
                  </a:lnTo>
                  <a:lnTo>
                    <a:pt x="2121770" y="2545463"/>
                  </a:lnTo>
                  <a:lnTo>
                    <a:pt x="2121878" y="2545463"/>
                  </a:lnTo>
                  <a:lnTo>
                    <a:pt x="2121878" y="2544839"/>
                  </a:lnTo>
                  <a:lnTo>
                    <a:pt x="2121878" y="2544215"/>
                  </a:lnTo>
                  <a:lnTo>
                    <a:pt x="2121987" y="2544215"/>
                  </a:lnTo>
                  <a:lnTo>
                    <a:pt x="2122095" y="2544215"/>
                  </a:lnTo>
                  <a:lnTo>
                    <a:pt x="2122204" y="2544215"/>
                  </a:lnTo>
                  <a:lnTo>
                    <a:pt x="2122312" y="2544215"/>
                  </a:lnTo>
                  <a:lnTo>
                    <a:pt x="2122421" y="2544215"/>
                  </a:lnTo>
                  <a:lnTo>
                    <a:pt x="2122529" y="2544215"/>
                  </a:lnTo>
                  <a:lnTo>
                    <a:pt x="2122637" y="2544215"/>
                  </a:lnTo>
                  <a:lnTo>
                    <a:pt x="2122746" y="2544215"/>
                  </a:lnTo>
                  <a:lnTo>
                    <a:pt x="2122746" y="2543592"/>
                  </a:lnTo>
                  <a:lnTo>
                    <a:pt x="2122854" y="2543592"/>
                  </a:lnTo>
                  <a:lnTo>
                    <a:pt x="2122963" y="2543592"/>
                  </a:lnTo>
                  <a:lnTo>
                    <a:pt x="2123071" y="2543592"/>
                  </a:lnTo>
                  <a:lnTo>
                    <a:pt x="2123180" y="2543592"/>
                  </a:lnTo>
                  <a:lnTo>
                    <a:pt x="2123288" y="2543592"/>
                  </a:lnTo>
                  <a:lnTo>
                    <a:pt x="2123397" y="2543592"/>
                  </a:lnTo>
                  <a:lnTo>
                    <a:pt x="2123505" y="2543592"/>
                  </a:lnTo>
                  <a:lnTo>
                    <a:pt x="2123613" y="2543592"/>
                  </a:lnTo>
                  <a:lnTo>
                    <a:pt x="2123722" y="2543592"/>
                  </a:lnTo>
                  <a:lnTo>
                    <a:pt x="2123830" y="2543592"/>
                  </a:lnTo>
                  <a:lnTo>
                    <a:pt x="2123939" y="2543592"/>
                  </a:lnTo>
                  <a:lnTo>
                    <a:pt x="2124047" y="2543592"/>
                  </a:lnTo>
                  <a:lnTo>
                    <a:pt x="2124156" y="2543592"/>
                  </a:lnTo>
                  <a:lnTo>
                    <a:pt x="2124264" y="2543592"/>
                  </a:lnTo>
                  <a:lnTo>
                    <a:pt x="2124373" y="2543592"/>
                  </a:lnTo>
                  <a:lnTo>
                    <a:pt x="2124481" y="2543592"/>
                  </a:lnTo>
                  <a:lnTo>
                    <a:pt x="2124589" y="2543592"/>
                  </a:lnTo>
                  <a:lnTo>
                    <a:pt x="2124589" y="2542968"/>
                  </a:lnTo>
                  <a:lnTo>
                    <a:pt x="2124589" y="2542345"/>
                  </a:lnTo>
                  <a:lnTo>
                    <a:pt x="2124589" y="2541721"/>
                  </a:lnTo>
                  <a:lnTo>
                    <a:pt x="2124698" y="2541721"/>
                  </a:lnTo>
                  <a:lnTo>
                    <a:pt x="2124806" y="2541721"/>
                  </a:lnTo>
                  <a:lnTo>
                    <a:pt x="2124915" y="2541721"/>
                  </a:lnTo>
                  <a:lnTo>
                    <a:pt x="2125023" y="2541721"/>
                  </a:lnTo>
                  <a:lnTo>
                    <a:pt x="2125132" y="2541721"/>
                  </a:lnTo>
                  <a:lnTo>
                    <a:pt x="2125240" y="2541721"/>
                  </a:lnTo>
                  <a:lnTo>
                    <a:pt x="2125349" y="2541721"/>
                  </a:lnTo>
                  <a:lnTo>
                    <a:pt x="2125457" y="2541721"/>
                  </a:lnTo>
                  <a:lnTo>
                    <a:pt x="2125457" y="2541097"/>
                  </a:lnTo>
                  <a:lnTo>
                    <a:pt x="2125565" y="2541097"/>
                  </a:lnTo>
                  <a:lnTo>
                    <a:pt x="2125674" y="2541097"/>
                  </a:lnTo>
                  <a:lnTo>
                    <a:pt x="2125782" y="2541097"/>
                  </a:lnTo>
                  <a:lnTo>
                    <a:pt x="2125891" y="2541097"/>
                  </a:lnTo>
                  <a:lnTo>
                    <a:pt x="2125891" y="2540474"/>
                  </a:lnTo>
                  <a:lnTo>
                    <a:pt x="2125999" y="2540474"/>
                  </a:lnTo>
                  <a:lnTo>
                    <a:pt x="2126108" y="2540474"/>
                  </a:lnTo>
                  <a:lnTo>
                    <a:pt x="2126108" y="2539850"/>
                  </a:lnTo>
                  <a:lnTo>
                    <a:pt x="2126216" y="2539850"/>
                  </a:lnTo>
                  <a:lnTo>
                    <a:pt x="2126325" y="2539850"/>
                  </a:lnTo>
                  <a:lnTo>
                    <a:pt x="2126433" y="2539850"/>
                  </a:lnTo>
                  <a:lnTo>
                    <a:pt x="2126542" y="2539850"/>
                  </a:lnTo>
                  <a:lnTo>
                    <a:pt x="2126650" y="2539850"/>
                  </a:lnTo>
                  <a:lnTo>
                    <a:pt x="2126758" y="2539850"/>
                  </a:lnTo>
                  <a:lnTo>
                    <a:pt x="2126867" y="2539850"/>
                  </a:lnTo>
                  <a:lnTo>
                    <a:pt x="2126975" y="2539850"/>
                  </a:lnTo>
                  <a:lnTo>
                    <a:pt x="2127084" y="2539850"/>
                  </a:lnTo>
                  <a:lnTo>
                    <a:pt x="2127192" y="2539850"/>
                  </a:lnTo>
                  <a:lnTo>
                    <a:pt x="2127192" y="2539227"/>
                  </a:lnTo>
                  <a:lnTo>
                    <a:pt x="2127301" y="2539227"/>
                  </a:lnTo>
                  <a:lnTo>
                    <a:pt x="2127409" y="2539227"/>
                  </a:lnTo>
                  <a:lnTo>
                    <a:pt x="2127518" y="2539227"/>
                  </a:lnTo>
                  <a:lnTo>
                    <a:pt x="2127626" y="2539227"/>
                  </a:lnTo>
                  <a:lnTo>
                    <a:pt x="2127734" y="2539227"/>
                  </a:lnTo>
                  <a:lnTo>
                    <a:pt x="2127843" y="2539227"/>
                  </a:lnTo>
                  <a:lnTo>
                    <a:pt x="2127843" y="2538603"/>
                  </a:lnTo>
                  <a:lnTo>
                    <a:pt x="2127951" y="2538603"/>
                  </a:lnTo>
                  <a:lnTo>
                    <a:pt x="2128060" y="2538603"/>
                  </a:lnTo>
                  <a:lnTo>
                    <a:pt x="2128168" y="2538603"/>
                  </a:lnTo>
                  <a:lnTo>
                    <a:pt x="2128277" y="2538603"/>
                  </a:lnTo>
                  <a:lnTo>
                    <a:pt x="2128385" y="2538603"/>
                  </a:lnTo>
                  <a:lnTo>
                    <a:pt x="2128494" y="2538603"/>
                  </a:lnTo>
                  <a:lnTo>
                    <a:pt x="2128602" y="2538603"/>
                  </a:lnTo>
                  <a:lnTo>
                    <a:pt x="2128710" y="2538603"/>
                  </a:lnTo>
                  <a:lnTo>
                    <a:pt x="2128819" y="2538603"/>
                  </a:lnTo>
                  <a:lnTo>
                    <a:pt x="2128927" y="2538603"/>
                  </a:lnTo>
                  <a:lnTo>
                    <a:pt x="2129036" y="2538603"/>
                  </a:lnTo>
                  <a:lnTo>
                    <a:pt x="2129036" y="2537980"/>
                  </a:lnTo>
                  <a:lnTo>
                    <a:pt x="2129144" y="2537980"/>
                  </a:lnTo>
                  <a:lnTo>
                    <a:pt x="2129253" y="2537980"/>
                  </a:lnTo>
                  <a:lnTo>
                    <a:pt x="2129361" y="2537980"/>
                  </a:lnTo>
                  <a:lnTo>
                    <a:pt x="2129470" y="2537980"/>
                  </a:lnTo>
                  <a:lnTo>
                    <a:pt x="2129578" y="2537980"/>
                  </a:lnTo>
                  <a:lnTo>
                    <a:pt x="2129686" y="2537980"/>
                  </a:lnTo>
                  <a:lnTo>
                    <a:pt x="2129686" y="2537356"/>
                  </a:lnTo>
                  <a:lnTo>
                    <a:pt x="2129795" y="2537356"/>
                  </a:lnTo>
                  <a:lnTo>
                    <a:pt x="2129903" y="2537356"/>
                  </a:lnTo>
                  <a:lnTo>
                    <a:pt x="2130012" y="2537356"/>
                  </a:lnTo>
                  <a:lnTo>
                    <a:pt x="2130120" y="2537356"/>
                  </a:lnTo>
                  <a:lnTo>
                    <a:pt x="2130229" y="2537356"/>
                  </a:lnTo>
                  <a:lnTo>
                    <a:pt x="2130337" y="2537356"/>
                  </a:lnTo>
                  <a:lnTo>
                    <a:pt x="2130337" y="2536732"/>
                  </a:lnTo>
                  <a:lnTo>
                    <a:pt x="2130337" y="2536109"/>
                  </a:lnTo>
                  <a:lnTo>
                    <a:pt x="2130446" y="2536109"/>
                  </a:lnTo>
                  <a:lnTo>
                    <a:pt x="2130446" y="2535485"/>
                  </a:lnTo>
                  <a:lnTo>
                    <a:pt x="2130554" y="2535485"/>
                  </a:lnTo>
                  <a:lnTo>
                    <a:pt x="2130663" y="2535485"/>
                  </a:lnTo>
                  <a:lnTo>
                    <a:pt x="2130663" y="2534862"/>
                  </a:lnTo>
                  <a:lnTo>
                    <a:pt x="2130771" y="2534862"/>
                  </a:lnTo>
                  <a:lnTo>
                    <a:pt x="2130879" y="2534862"/>
                  </a:lnTo>
                  <a:lnTo>
                    <a:pt x="2130988" y="2534862"/>
                  </a:lnTo>
                  <a:lnTo>
                    <a:pt x="2131096" y="2534862"/>
                  </a:lnTo>
                  <a:lnTo>
                    <a:pt x="2131205" y="2534862"/>
                  </a:lnTo>
                  <a:lnTo>
                    <a:pt x="2131205" y="2534238"/>
                  </a:lnTo>
                  <a:lnTo>
                    <a:pt x="2131313" y="2534238"/>
                  </a:lnTo>
                  <a:lnTo>
                    <a:pt x="2131313" y="2533614"/>
                  </a:lnTo>
                  <a:lnTo>
                    <a:pt x="2131422" y="2533614"/>
                  </a:lnTo>
                  <a:lnTo>
                    <a:pt x="2131530" y="2533614"/>
                  </a:lnTo>
                  <a:lnTo>
                    <a:pt x="2131639" y="2533614"/>
                  </a:lnTo>
                  <a:lnTo>
                    <a:pt x="2131747" y="2533614"/>
                  </a:lnTo>
                  <a:lnTo>
                    <a:pt x="2131747" y="2532991"/>
                  </a:lnTo>
                  <a:lnTo>
                    <a:pt x="2131855" y="2532991"/>
                  </a:lnTo>
                  <a:lnTo>
                    <a:pt x="2131964" y="2532991"/>
                  </a:lnTo>
                  <a:lnTo>
                    <a:pt x="2131964" y="2532367"/>
                  </a:lnTo>
                  <a:lnTo>
                    <a:pt x="2132072" y="2532367"/>
                  </a:lnTo>
                  <a:lnTo>
                    <a:pt x="2132181" y="2532367"/>
                  </a:lnTo>
                  <a:lnTo>
                    <a:pt x="2132181" y="2531744"/>
                  </a:lnTo>
                  <a:lnTo>
                    <a:pt x="2132181" y="2531120"/>
                  </a:lnTo>
                  <a:lnTo>
                    <a:pt x="2132289" y="2531120"/>
                  </a:lnTo>
                  <a:lnTo>
                    <a:pt x="2132398" y="2531120"/>
                  </a:lnTo>
                  <a:lnTo>
                    <a:pt x="2132398" y="2530497"/>
                  </a:lnTo>
                  <a:lnTo>
                    <a:pt x="2132506" y="2530497"/>
                  </a:lnTo>
                  <a:lnTo>
                    <a:pt x="2132506" y="2529873"/>
                  </a:lnTo>
                  <a:lnTo>
                    <a:pt x="2132615" y="2529873"/>
                  </a:lnTo>
                  <a:lnTo>
                    <a:pt x="2132723" y="2529873"/>
                  </a:lnTo>
                  <a:lnTo>
                    <a:pt x="2132831" y="2529873"/>
                  </a:lnTo>
                  <a:lnTo>
                    <a:pt x="2132940" y="2529873"/>
                  </a:lnTo>
                  <a:lnTo>
                    <a:pt x="2133048" y="2529873"/>
                  </a:lnTo>
                  <a:lnTo>
                    <a:pt x="2133157" y="2529873"/>
                  </a:lnTo>
                  <a:lnTo>
                    <a:pt x="2133157" y="2529249"/>
                  </a:lnTo>
                  <a:lnTo>
                    <a:pt x="2133157" y="2528626"/>
                  </a:lnTo>
                  <a:lnTo>
                    <a:pt x="2133157" y="2528002"/>
                  </a:lnTo>
                  <a:lnTo>
                    <a:pt x="2133265" y="2528002"/>
                  </a:lnTo>
                  <a:lnTo>
                    <a:pt x="2133265" y="2527379"/>
                  </a:lnTo>
                  <a:lnTo>
                    <a:pt x="2133374" y="2527379"/>
                  </a:lnTo>
                  <a:lnTo>
                    <a:pt x="2133482" y="2527379"/>
                  </a:lnTo>
                  <a:lnTo>
                    <a:pt x="2133482" y="2526755"/>
                  </a:lnTo>
                  <a:lnTo>
                    <a:pt x="2133482" y="2526131"/>
                  </a:lnTo>
                  <a:lnTo>
                    <a:pt x="2133591" y="2526131"/>
                  </a:lnTo>
                  <a:lnTo>
                    <a:pt x="2133699" y="2526131"/>
                  </a:lnTo>
                  <a:lnTo>
                    <a:pt x="2133807" y="2526131"/>
                  </a:lnTo>
                  <a:lnTo>
                    <a:pt x="2133916" y="2526131"/>
                  </a:lnTo>
                  <a:lnTo>
                    <a:pt x="2134024" y="2526131"/>
                  </a:lnTo>
                  <a:lnTo>
                    <a:pt x="2134133" y="2526131"/>
                  </a:lnTo>
                  <a:lnTo>
                    <a:pt x="2134133" y="2525508"/>
                  </a:lnTo>
                  <a:lnTo>
                    <a:pt x="2134241" y="2525508"/>
                  </a:lnTo>
                  <a:lnTo>
                    <a:pt x="2134241" y="2524884"/>
                  </a:lnTo>
                  <a:lnTo>
                    <a:pt x="2134241" y="2524261"/>
                  </a:lnTo>
                  <a:lnTo>
                    <a:pt x="2134350" y="2524261"/>
                  </a:lnTo>
                  <a:lnTo>
                    <a:pt x="2134458" y="2524261"/>
                  </a:lnTo>
                  <a:lnTo>
                    <a:pt x="2134567" y="2524261"/>
                  </a:lnTo>
                  <a:lnTo>
                    <a:pt x="2134567" y="2523637"/>
                  </a:lnTo>
                  <a:lnTo>
                    <a:pt x="2134675" y="2523637"/>
                  </a:lnTo>
                  <a:lnTo>
                    <a:pt x="2134783" y="2523637"/>
                  </a:lnTo>
                  <a:lnTo>
                    <a:pt x="2134892" y="2523637"/>
                  </a:lnTo>
                  <a:lnTo>
                    <a:pt x="2135000" y="2523637"/>
                  </a:lnTo>
                  <a:lnTo>
                    <a:pt x="2135109" y="2523637"/>
                  </a:lnTo>
                  <a:lnTo>
                    <a:pt x="2135217" y="2523637"/>
                  </a:lnTo>
                  <a:lnTo>
                    <a:pt x="2135326" y="2523637"/>
                  </a:lnTo>
                  <a:lnTo>
                    <a:pt x="2135434" y="2523637"/>
                  </a:lnTo>
                  <a:lnTo>
                    <a:pt x="2135543" y="2523637"/>
                  </a:lnTo>
                  <a:lnTo>
                    <a:pt x="2135651" y="2523637"/>
                  </a:lnTo>
                  <a:lnTo>
                    <a:pt x="2135760" y="2523637"/>
                  </a:lnTo>
                  <a:lnTo>
                    <a:pt x="2135868" y="2523637"/>
                  </a:lnTo>
                  <a:lnTo>
                    <a:pt x="2135976" y="2523637"/>
                  </a:lnTo>
                  <a:lnTo>
                    <a:pt x="2136085" y="2523637"/>
                  </a:lnTo>
                  <a:lnTo>
                    <a:pt x="2136193" y="2523637"/>
                  </a:lnTo>
                  <a:lnTo>
                    <a:pt x="2136193" y="2523014"/>
                  </a:lnTo>
                  <a:lnTo>
                    <a:pt x="2136302" y="2523014"/>
                  </a:lnTo>
                  <a:lnTo>
                    <a:pt x="2136302" y="2522390"/>
                  </a:lnTo>
                  <a:lnTo>
                    <a:pt x="2136302" y="2521766"/>
                  </a:lnTo>
                  <a:lnTo>
                    <a:pt x="2136410" y="2521766"/>
                  </a:lnTo>
                  <a:lnTo>
                    <a:pt x="2136519" y="2521766"/>
                  </a:lnTo>
                  <a:lnTo>
                    <a:pt x="2136627" y="2521766"/>
                  </a:lnTo>
                  <a:lnTo>
                    <a:pt x="2136627" y="2521143"/>
                  </a:lnTo>
                  <a:lnTo>
                    <a:pt x="2136736" y="2521143"/>
                  </a:lnTo>
                  <a:lnTo>
                    <a:pt x="2136844" y="2521143"/>
                  </a:lnTo>
                  <a:lnTo>
                    <a:pt x="2136952" y="2521143"/>
                  </a:lnTo>
                  <a:lnTo>
                    <a:pt x="2137061" y="2521143"/>
                  </a:lnTo>
                  <a:lnTo>
                    <a:pt x="2137169" y="2521143"/>
                  </a:lnTo>
                  <a:lnTo>
                    <a:pt x="2137278" y="2521143"/>
                  </a:lnTo>
                  <a:lnTo>
                    <a:pt x="2137386" y="2521143"/>
                  </a:lnTo>
                  <a:lnTo>
                    <a:pt x="2137386" y="2520519"/>
                  </a:lnTo>
                  <a:lnTo>
                    <a:pt x="2137495" y="2520519"/>
                  </a:lnTo>
                  <a:lnTo>
                    <a:pt x="2137603" y="2520519"/>
                  </a:lnTo>
                  <a:lnTo>
                    <a:pt x="2137712" y="2520519"/>
                  </a:lnTo>
                  <a:lnTo>
                    <a:pt x="2137820" y="2520519"/>
                  </a:lnTo>
                  <a:lnTo>
                    <a:pt x="2137928" y="2520519"/>
                  </a:lnTo>
                  <a:lnTo>
                    <a:pt x="2138037" y="2520519"/>
                  </a:lnTo>
                  <a:lnTo>
                    <a:pt x="2138145" y="2520519"/>
                  </a:lnTo>
                  <a:lnTo>
                    <a:pt x="2138254" y="2520519"/>
                  </a:lnTo>
                  <a:lnTo>
                    <a:pt x="2138362" y="2520519"/>
                  </a:lnTo>
                  <a:lnTo>
                    <a:pt x="2138471" y="2520519"/>
                  </a:lnTo>
                  <a:lnTo>
                    <a:pt x="2138579" y="2520519"/>
                  </a:lnTo>
                  <a:lnTo>
                    <a:pt x="2138688" y="2520519"/>
                  </a:lnTo>
                  <a:lnTo>
                    <a:pt x="2138688" y="2519896"/>
                  </a:lnTo>
                  <a:lnTo>
                    <a:pt x="2138688" y="2519272"/>
                  </a:lnTo>
                  <a:lnTo>
                    <a:pt x="2138796" y="2519272"/>
                  </a:lnTo>
                  <a:lnTo>
                    <a:pt x="2138904" y="2519272"/>
                  </a:lnTo>
                  <a:lnTo>
                    <a:pt x="2139013" y="2519272"/>
                  </a:lnTo>
                  <a:lnTo>
                    <a:pt x="2139121" y="2519272"/>
                  </a:lnTo>
                  <a:lnTo>
                    <a:pt x="2139230" y="2519272"/>
                  </a:lnTo>
                  <a:lnTo>
                    <a:pt x="2139338" y="2519272"/>
                  </a:lnTo>
                  <a:lnTo>
                    <a:pt x="2139447" y="2519272"/>
                  </a:lnTo>
                  <a:lnTo>
                    <a:pt x="2139447" y="2518648"/>
                  </a:lnTo>
                  <a:lnTo>
                    <a:pt x="2139555" y="2518648"/>
                  </a:lnTo>
                  <a:lnTo>
                    <a:pt x="2139664" y="2518648"/>
                  </a:lnTo>
                  <a:lnTo>
                    <a:pt x="2139772" y="2518648"/>
                  </a:lnTo>
                  <a:lnTo>
                    <a:pt x="2139881" y="2518648"/>
                  </a:lnTo>
                  <a:lnTo>
                    <a:pt x="2139989" y="2518648"/>
                  </a:lnTo>
                  <a:lnTo>
                    <a:pt x="2140097" y="2518648"/>
                  </a:lnTo>
                  <a:lnTo>
                    <a:pt x="2140097" y="2518025"/>
                  </a:lnTo>
                  <a:lnTo>
                    <a:pt x="2140206" y="2518025"/>
                  </a:lnTo>
                  <a:lnTo>
                    <a:pt x="2140314" y="2518025"/>
                  </a:lnTo>
                  <a:lnTo>
                    <a:pt x="2140423" y="2518025"/>
                  </a:lnTo>
                  <a:lnTo>
                    <a:pt x="2140531" y="2518025"/>
                  </a:lnTo>
                  <a:lnTo>
                    <a:pt x="2140531" y="2517401"/>
                  </a:lnTo>
                  <a:lnTo>
                    <a:pt x="2140640" y="2517401"/>
                  </a:lnTo>
                  <a:lnTo>
                    <a:pt x="2140640" y="2516778"/>
                  </a:lnTo>
                  <a:lnTo>
                    <a:pt x="2140640" y="2516154"/>
                  </a:lnTo>
                  <a:lnTo>
                    <a:pt x="2140748" y="2516154"/>
                  </a:lnTo>
                  <a:lnTo>
                    <a:pt x="2140857" y="2516154"/>
                  </a:lnTo>
                  <a:lnTo>
                    <a:pt x="2140965" y="2516154"/>
                  </a:lnTo>
                  <a:lnTo>
                    <a:pt x="2141073" y="2516154"/>
                  </a:lnTo>
                  <a:lnTo>
                    <a:pt x="2141182" y="2516154"/>
                  </a:lnTo>
                  <a:lnTo>
                    <a:pt x="2141290" y="2516154"/>
                  </a:lnTo>
                  <a:lnTo>
                    <a:pt x="2141399" y="2516154"/>
                  </a:lnTo>
                  <a:lnTo>
                    <a:pt x="2141507" y="2516154"/>
                  </a:lnTo>
                  <a:lnTo>
                    <a:pt x="2141616" y="2516154"/>
                  </a:lnTo>
                  <a:lnTo>
                    <a:pt x="2141724" y="2516154"/>
                  </a:lnTo>
                  <a:lnTo>
                    <a:pt x="2141833" y="2516154"/>
                  </a:lnTo>
                  <a:lnTo>
                    <a:pt x="2141941" y="2516154"/>
                  </a:lnTo>
                  <a:lnTo>
                    <a:pt x="2142049" y="2516154"/>
                  </a:lnTo>
                  <a:lnTo>
                    <a:pt x="2142158" y="2516154"/>
                  </a:lnTo>
                  <a:lnTo>
                    <a:pt x="2142266" y="2516154"/>
                  </a:lnTo>
                  <a:lnTo>
                    <a:pt x="2142375" y="2516154"/>
                  </a:lnTo>
                  <a:lnTo>
                    <a:pt x="2142483" y="2516154"/>
                  </a:lnTo>
                  <a:lnTo>
                    <a:pt x="2142592" y="2516154"/>
                  </a:lnTo>
                  <a:lnTo>
                    <a:pt x="2142700" y="2516154"/>
                  </a:lnTo>
                  <a:lnTo>
                    <a:pt x="2142809" y="2516154"/>
                  </a:lnTo>
                  <a:lnTo>
                    <a:pt x="2142917" y="2516154"/>
                  </a:lnTo>
                  <a:lnTo>
                    <a:pt x="2143025" y="2516154"/>
                  </a:lnTo>
                  <a:lnTo>
                    <a:pt x="2143025" y="2515531"/>
                  </a:lnTo>
                  <a:lnTo>
                    <a:pt x="2143134" y="2515531"/>
                  </a:lnTo>
                  <a:lnTo>
                    <a:pt x="2143134" y="2514907"/>
                  </a:lnTo>
                  <a:lnTo>
                    <a:pt x="2143242" y="2514907"/>
                  </a:lnTo>
                  <a:lnTo>
                    <a:pt x="2143351" y="2514907"/>
                  </a:lnTo>
                  <a:lnTo>
                    <a:pt x="2143459" y="2514907"/>
                  </a:lnTo>
                  <a:lnTo>
                    <a:pt x="2143568" y="2514907"/>
                  </a:lnTo>
                  <a:lnTo>
                    <a:pt x="2143676" y="2514907"/>
                  </a:lnTo>
                  <a:lnTo>
                    <a:pt x="2143785" y="2514907"/>
                  </a:lnTo>
                  <a:lnTo>
                    <a:pt x="2143893" y="2514907"/>
                  </a:lnTo>
                  <a:lnTo>
                    <a:pt x="2144002" y="2514907"/>
                  </a:lnTo>
                  <a:lnTo>
                    <a:pt x="2144110" y="2514907"/>
                  </a:lnTo>
                  <a:lnTo>
                    <a:pt x="2144218" y="2514907"/>
                  </a:lnTo>
                  <a:lnTo>
                    <a:pt x="2144327" y="2514907"/>
                  </a:lnTo>
                  <a:lnTo>
                    <a:pt x="2144435" y="2514907"/>
                  </a:lnTo>
                  <a:lnTo>
                    <a:pt x="2144544" y="2514907"/>
                  </a:lnTo>
                  <a:lnTo>
                    <a:pt x="2144652" y="2514907"/>
                  </a:lnTo>
                  <a:lnTo>
                    <a:pt x="2144652" y="2514283"/>
                  </a:lnTo>
                  <a:lnTo>
                    <a:pt x="2144761" y="2514283"/>
                  </a:lnTo>
                  <a:lnTo>
                    <a:pt x="2144869" y="2514283"/>
                  </a:lnTo>
                  <a:lnTo>
                    <a:pt x="2144978" y="2514283"/>
                  </a:lnTo>
                  <a:lnTo>
                    <a:pt x="2145086" y="2514283"/>
                  </a:lnTo>
                  <a:lnTo>
                    <a:pt x="2145086" y="2513660"/>
                  </a:lnTo>
                  <a:lnTo>
                    <a:pt x="2145194" y="2513660"/>
                  </a:lnTo>
                  <a:lnTo>
                    <a:pt x="2145303" y="2513660"/>
                  </a:lnTo>
                  <a:lnTo>
                    <a:pt x="2145411" y="2513660"/>
                  </a:lnTo>
                  <a:lnTo>
                    <a:pt x="2145520" y="2513660"/>
                  </a:lnTo>
                  <a:lnTo>
                    <a:pt x="2145520" y="2513036"/>
                  </a:lnTo>
                  <a:lnTo>
                    <a:pt x="2145628" y="2513036"/>
                  </a:lnTo>
                  <a:lnTo>
                    <a:pt x="2145737" y="2513036"/>
                  </a:lnTo>
                  <a:lnTo>
                    <a:pt x="2145845" y="2513036"/>
                  </a:lnTo>
                  <a:lnTo>
                    <a:pt x="2145954" y="2513036"/>
                  </a:lnTo>
                  <a:lnTo>
                    <a:pt x="2146062" y="2513036"/>
                  </a:lnTo>
                  <a:lnTo>
                    <a:pt x="2146170" y="2513036"/>
                  </a:lnTo>
                  <a:lnTo>
                    <a:pt x="2146279" y="2513036"/>
                  </a:lnTo>
                  <a:lnTo>
                    <a:pt x="2146279" y="2512413"/>
                  </a:lnTo>
                  <a:lnTo>
                    <a:pt x="2146387" y="2512413"/>
                  </a:lnTo>
                  <a:lnTo>
                    <a:pt x="2146496" y="2512413"/>
                  </a:lnTo>
                  <a:lnTo>
                    <a:pt x="2146604" y="2512413"/>
                  </a:lnTo>
                  <a:lnTo>
                    <a:pt x="2146713" y="2512413"/>
                  </a:lnTo>
                  <a:lnTo>
                    <a:pt x="2146821" y="2512413"/>
                  </a:lnTo>
                  <a:lnTo>
                    <a:pt x="2146930" y="2512413"/>
                  </a:lnTo>
                  <a:lnTo>
                    <a:pt x="2147038" y="2512413"/>
                  </a:lnTo>
                  <a:lnTo>
                    <a:pt x="2147146" y="2512413"/>
                  </a:lnTo>
                  <a:lnTo>
                    <a:pt x="2147255" y="2512413"/>
                  </a:lnTo>
                  <a:lnTo>
                    <a:pt x="2147363" y="2512413"/>
                  </a:lnTo>
                  <a:lnTo>
                    <a:pt x="2147472" y="2512413"/>
                  </a:lnTo>
                  <a:lnTo>
                    <a:pt x="2147580" y="2512413"/>
                  </a:lnTo>
                  <a:lnTo>
                    <a:pt x="2147689" y="2512413"/>
                  </a:lnTo>
                  <a:lnTo>
                    <a:pt x="2147797" y="2512413"/>
                  </a:lnTo>
                  <a:lnTo>
                    <a:pt x="2147906" y="2512413"/>
                  </a:lnTo>
                  <a:lnTo>
                    <a:pt x="2147906" y="2511789"/>
                  </a:lnTo>
                  <a:lnTo>
                    <a:pt x="2147906" y="2511165"/>
                  </a:lnTo>
                  <a:lnTo>
                    <a:pt x="2148014" y="2511165"/>
                  </a:lnTo>
                  <a:lnTo>
                    <a:pt x="2148123" y="2511165"/>
                  </a:lnTo>
                  <a:lnTo>
                    <a:pt x="2148231" y="2511165"/>
                  </a:lnTo>
                  <a:lnTo>
                    <a:pt x="2148339" y="2511165"/>
                  </a:lnTo>
                  <a:lnTo>
                    <a:pt x="2148339" y="2510542"/>
                  </a:lnTo>
                  <a:lnTo>
                    <a:pt x="2148448" y="2510542"/>
                  </a:lnTo>
                  <a:lnTo>
                    <a:pt x="2148556" y="2510542"/>
                  </a:lnTo>
                  <a:lnTo>
                    <a:pt x="2148556" y="2509918"/>
                  </a:lnTo>
                  <a:lnTo>
                    <a:pt x="2148556" y="2509295"/>
                  </a:lnTo>
                  <a:lnTo>
                    <a:pt x="2148556" y="2508671"/>
                  </a:lnTo>
                  <a:lnTo>
                    <a:pt x="2148665" y="2508671"/>
                  </a:lnTo>
                  <a:lnTo>
                    <a:pt x="2148773" y="2508671"/>
                  </a:lnTo>
                  <a:lnTo>
                    <a:pt x="2148882" y="2508671"/>
                  </a:lnTo>
                  <a:lnTo>
                    <a:pt x="2148990" y="2508671"/>
                  </a:lnTo>
                  <a:lnTo>
                    <a:pt x="2149099" y="2508671"/>
                  </a:lnTo>
                  <a:lnTo>
                    <a:pt x="2149207" y="2508671"/>
                  </a:lnTo>
                  <a:lnTo>
                    <a:pt x="2149207" y="2508048"/>
                  </a:lnTo>
                  <a:lnTo>
                    <a:pt x="2149315" y="2508048"/>
                  </a:lnTo>
                  <a:lnTo>
                    <a:pt x="2149424" y="2508048"/>
                  </a:lnTo>
                  <a:lnTo>
                    <a:pt x="2149532" y="2508048"/>
                  </a:lnTo>
                  <a:lnTo>
                    <a:pt x="2149641" y="2508048"/>
                  </a:lnTo>
                  <a:lnTo>
                    <a:pt x="2149749" y="2508048"/>
                  </a:lnTo>
                  <a:lnTo>
                    <a:pt x="2149858" y="2508048"/>
                  </a:lnTo>
                  <a:lnTo>
                    <a:pt x="2149966" y="2508048"/>
                  </a:lnTo>
                  <a:lnTo>
                    <a:pt x="2149966" y="2507424"/>
                  </a:lnTo>
                  <a:lnTo>
                    <a:pt x="2150075" y="2507424"/>
                  </a:lnTo>
                  <a:lnTo>
                    <a:pt x="2150183" y="2507424"/>
                  </a:lnTo>
                  <a:lnTo>
                    <a:pt x="2150291" y="2507424"/>
                  </a:lnTo>
                  <a:lnTo>
                    <a:pt x="2150291" y="2506800"/>
                  </a:lnTo>
                  <a:lnTo>
                    <a:pt x="2150291" y="2506177"/>
                  </a:lnTo>
                  <a:lnTo>
                    <a:pt x="2150400" y="2506177"/>
                  </a:lnTo>
                  <a:lnTo>
                    <a:pt x="2150508" y="2506177"/>
                  </a:lnTo>
                  <a:lnTo>
                    <a:pt x="2150617" y="2506177"/>
                  </a:lnTo>
                  <a:lnTo>
                    <a:pt x="2150725" y="2506177"/>
                  </a:lnTo>
                  <a:lnTo>
                    <a:pt x="2150834" y="2506177"/>
                  </a:lnTo>
                  <a:lnTo>
                    <a:pt x="2150942" y="2506177"/>
                  </a:lnTo>
                  <a:lnTo>
                    <a:pt x="2151051" y="2506177"/>
                  </a:lnTo>
                  <a:lnTo>
                    <a:pt x="2151159" y="2506177"/>
                  </a:lnTo>
                  <a:lnTo>
                    <a:pt x="2151267" y="2506177"/>
                  </a:lnTo>
                  <a:lnTo>
                    <a:pt x="2151376" y="2506177"/>
                  </a:lnTo>
                  <a:lnTo>
                    <a:pt x="2151484" y="2506177"/>
                  </a:lnTo>
                  <a:lnTo>
                    <a:pt x="2151593" y="2506177"/>
                  </a:lnTo>
                  <a:lnTo>
                    <a:pt x="2151701" y="2506177"/>
                  </a:lnTo>
                  <a:lnTo>
                    <a:pt x="2151810" y="2506177"/>
                  </a:lnTo>
                  <a:lnTo>
                    <a:pt x="2151918" y="2506177"/>
                  </a:lnTo>
                  <a:lnTo>
                    <a:pt x="2151918" y="2505553"/>
                  </a:lnTo>
                  <a:lnTo>
                    <a:pt x="2152027" y="2505553"/>
                  </a:lnTo>
                  <a:lnTo>
                    <a:pt x="2152135" y="2505553"/>
                  </a:lnTo>
                  <a:lnTo>
                    <a:pt x="2152244" y="2505553"/>
                  </a:lnTo>
                  <a:lnTo>
                    <a:pt x="2152352" y="2505553"/>
                  </a:lnTo>
                  <a:lnTo>
                    <a:pt x="2152460" y="2505553"/>
                  </a:lnTo>
                  <a:lnTo>
                    <a:pt x="2152569" y="2505553"/>
                  </a:lnTo>
                  <a:lnTo>
                    <a:pt x="2152569" y="2504930"/>
                  </a:lnTo>
                  <a:lnTo>
                    <a:pt x="2152569" y="2504306"/>
                  </a:lnTo>
                  <a:lnTo>
                    <a:pt x="2152677" y="2504306"/>
                  </a:lnTo>
                  <a:lnTo>
                    <a:pt x="2152677" y="2503683"/>
                  </a:lnTo>
                  <a:lnTo>
                    <a:pt x="2152677" y="2503059"/>
                  </a:lnTo>
                  <a:lnTo>
                    <a:pt x="2152677" y="2502435"/>
                  </a:lnTo>
                  <a:lnTo>
                    <a:pt x="2152677" y="2501812"/>
                  </a:lnTo>
                  <a:lnTo>
                    <a:pt x="2152786" y="2501812"/>
                  </a:lnTo>
                  <a:lnTo>
                    <a:pt x="2152894" y="2501812"/>
                  </a:lnTo>
                  <a:lnTo>
                    <a:pt x="2153003" y="2501812"/>
                  </a:lnTo>
                  <a:lnTo>
                    <a:pt x="2153111" y="2501812"/>
                  </a:lnTo>
                  <a:lnTo>
                    <a:pt x="2153220" y="2501812"/>
                  </a:lnTo>
                  <a:lnTo>
                    <a:pt x="2153220" y="2501188"/>
                  </a:lnTo>
                  <a:lnTo>
                    <a:pt x="2153328" y="2501188"/>
                  </a:lnTo>
                  <a:lnTo>
                    <a:pt x="2153328" y="2500565"/>
                  </a:lnTo>
                  <a:lnTo>
                    <a:pt x="2153328" y="2499941"/>
                  </a:lnTo>
                  <a:lnTo>
                    <a:pt x="2153436" y="2499941"/>
                  </a:lnTo>
                  <a:lnTo>
                    <a:pt x="2153436" y="2499317"/>
                  </a:lnTo>
                  <a:lnTo>
                    <a:pt x="2153545" y="2499317"/>
                  </a:lnTo>
                  <a:lnTo>
                    <a:pt x="2153653" y="2499317"/>
                  </a:lnTo>
                  <a:lnTo>
                    <a:pt x="2153762" y="2499317"/>
                  </a:lnTo>
                  <a:lnTo>
                    <a:pt x="2153762" y="2498694"/>
                  </a:lnTo>
                  <a:lnTo>
                    <a:pt x="2153870" y="2498694"/>
                  </a:lnTo>
                  <a:lnTo>
                    <a:pt x="2153979" y="2498694"/>
                  </a:lnTo>
                  <a:lnTo>
                    <a:pt x="2154087" y="2498694"/>
                  </a:lnTo>
                  <a:lnTo>
                    <a:pt x="2154196" y="2498694"/>
                  </a:lnTo>
                  <a:lnTo>
                    <a:pt x="2154304" y="2498694"/>
                  </a:lnTo>
                  <a:lnTo>
                    <a:pt x="2154412" y="2498694"/>
                  </a:lnTo>
                  <a:lnTo>
                    <a:pt x="2154412" y="2498070"/>
                  </a:lnTo>
                  <a:lnTo>
                    <a:pt x="2154521" y="2498070"/>
                  </a:lnTo>
                  <a:lnTo>
                    <a:pt x="2154521" y="2497447"/>
                  </a:lnTo>
                  <a:lnTo>
                    <a:pt x="2154629" y="2497447"/>
                  </a:lnTo>
                  <a:lnTo>
                    <a:pt x="2154738" y="2497447"/>
                  </a:lnTo>
                  <a:lnTo>
                    <a:pt x="2154846" y="2497447"/>
                  </a:lnTo>
                  <a:lnTo>
                    <a:pt x="2154955" y="2497447"/>
                  </a:lnTo>
                  <a:lnTo>
                    <a:pt x="2155063" y="2497447"/>
                  </a:lnTo>
                  <a:lnTo>
                    <a:pt x="2155172" y="2497447"/>
                  </a:lnTo>
                  <a:lnTo>
                    <a:pt x="2155172" y="2496823"/>
                  </a:lnTo>
                  <a:lnTo>
                    <a:pt x="2155280" y="2496823"/>
                  </a:lnTo>
                  <a:lnTo>
                    <a:pt x="2155280" y="2496200"/>
                  </a:lnTo>
                  <a:lnTo>
                    <a:pt x="2155388" y="2496200"/>
                  </a:lnTo>
                  <a:lnTo>
                    <a:pt x="2155497" y="2496200"/>
                  </a:lnTo>
                  <a:lnTo>
                    <a:pt x="2155605" y="2496200"/>
                  </a:lnTo>
                  <a:lnTo>
                    <a:pt x="2155605" y="2495576"/>
                  </a:lnTo>
                  <a:lnTo>
                    <a:pt x="2155605" y="2494952"/>
                  </a:lnTo>
                  <a:lnTo>
                    <a:pt x="2155714" y="2494952"/>
                  </a:lnTo>
                  <a:lnTo>
                    <a:pt x="2155714" y="2494329"/>
                  </a:lnTo>
                  <a:lnTo>
                    <a:pt x="2155822" y="2494329"/>
                  </a:lnTo>
                  <a:lnTo>
                    <a:pt x="2155822" y="2493705"/>
                  </a:lnTo>
                  <a:lnTo>
                    <a:pt x="2155931" y="2493705"/>
                  </a:lnTo>
                  <a:lnTo>
                    <a:pt x="2155931" y="2493082"/>
                  </a:lnTo>
                  <a:lnTo>
                    <a:pt x="2156039" y="2493082"/>
                  </a:lnTo>
                  <a:lnTo>
                    <a:pt x="2156148" y="2493082"/>
                  </a:lnTo>
                  <a:lnTo>
                    <a:pt x="2156256" y="2493082"/>
                  </a:lnTo>
                  <a:lnTo>
                    <a:pt x="2156365" y="2493082"/>
                  </a:lnTo>
                  <a:lnTo>
                    <a:pt x="2156365" y="2492458"/>
                  </a:lnTo>
                  <a:lnTo>
                    <a:pt x="2156473" y="2492458"/>
                  </a:lnTo>
                  <a:lnTo>
                    <a:pt x="2156581" y="2492458"/>
                  </a:lnTo>
                  <a:lnTo>
                    <a:pt x="2156690" y="2492458"/>
                  </a:lnTo>
                  <a:lnTo>
                    <a:pt x="2156798" y="2492458"/>
                  </a:lnTo>
                  <a:lnTo>
                    <a:pt x="2156798" y="2491834"/>
                  </a:lnTo>
                  <a:lnTo>
                    <a:pt x="2156907" y="2491834"/>
                  </a:lnTo>
                  <a:lnTo>
                    <a:pt x="2157015" y="2491834"/>
                  </a:lnTo>
                  <a:lnTo>
                    <a:pt x="2157124" y="2491834"/>
                  </a:lnTo>
                  <a:lnTo>
                    <a:pt x="2157232" y="2491834"/>
                  </a:lnTo>
                  <a:lnTo>
                    <a:pt x="2157341" y="2491834"/>
                  </a:lnTo>
                  <a:lnTo>
                    <a:pt x="2157449" y="2491834"/>
                  </a:lnTo>
                  <a:lnTo>
                    <a:pt x="2157557" y="2491834"/>
                  </a:lnTo>
                  <a:lnTo>
                    <a:pt x="2157666" y="2491834"/>
                  </a:lnTo>
                  <a:lnTo>
                    <a:pt x="2157774" y="2491834"/>
                  </a:lnTo>
                  <a:lnTo>
                    <a:pt x="2157883" y="2491834"/>
                  </a:lnTo>
                  <a:lnTo>
                    <a:pt x="2157991" y="2491834"/>
                  </a:lnTo>
                  <a:lnTo>
                    <a:pt x="2158100" y="2491834"/>
                  </a:lnTo>
                  <a:lnTo>
                    <a:pt x="2158208" y="2491834"/>
                  </a:lnTo>
                  <a:lnTo>
                    <a:pt x="2158208" y="2491211"/>
                  </a:lnTo>
                  <a:lnTo>
                    <a:pt x="2158317" y="2491211"/>
                  </a:lnTo>
                  <a:lnTo>
                    <a:pt x="2158425" y="2491211"/>
                  </a:lnTo>
                  <a:lnTo>
                    <a:pt x="2158533" y="2491211"/>
                  </a:lnTo>
                  <a:lnTo>
                    <a:pt x="2158533" y="2490587"/>
                  </a:lnTo>
                  <a:lnTo>
                    <a:pt x="2158533" y="2489964"/>
                  </a:lnTo>
                  <a:lnTo>
                    <a:pt x="2158533" y="2489340"/>
                  </a:lnTo>
                  <a:lnTo>
                    <a:pt x="2158642" y="2489340"/>
                  </a:lnTo>
                  <a:lnTo>
                    <a:pt x="2158750" y="2489340"/>
                  </a:lnTo>
                  <a:lnTo>
                    <a:pt x="2158859" y="2489340"/>
                  </a:lnTo>
                  <a:lnTo>
                    <a:pt x="2158967" y="2489340"/>
                  </a:lnTo>
                  <a:lnTo>
                    <a:pt x="2159076" y="2489340"/>
                  </a:lnTo>
                  <a:lnTo>
                    <a:pt x="2159076" y="2488717"/>
                  </a:lnTo>
                  <a:lnTo>
                    <a:pt x="2159076" y="2488093"/>
                  </a:lnTo>
                  <a:lnTo>
                    <a:pt x="2159184" y="2488093"/>
                  </a:lnTo>
                  <a:lnTo>
                    <a:pt x="2159293" y="2488093"/>
                  </a:lnTo>
                  <a:lnTo>
                    <a:pt x="2159401" y="2488093"/>
                  </a:lnTo>
                  <a:lnTo>
                    <a:pt x="2159401" y="2487469"/>
                  </a:lnTo>
                  <a:lnTo>
                    <a:pt x="2159509" y="2487469"/>
                  </a:lnTo>
                  <a:lnTo>
                    <a:pt x="2159509" y="2486846"/>
                  </a:lnTo>
                  <a:lnTo>
                    <a:pt x="2159509" y="2486222"/>
                  </a:lnTo>
                  <a:lnTo>
                    <a:pt x="2159618" y="2486222"/>
                  </a:lnTo>
                  <a:lnTo>
                    <a:pt x="2159618" y="2485599"/>
                  </a:lnTo>
                  <a:lnTo>
                    <a:pt x="2159726" y="2485599"/>
                  </a:lnTo>
                  <a:lnTo>
                    <a:pt x="2159835" y="2485599"/>
                  </a:lnTo>
                  <a:lnTo>
                    <a:pt x="2159943" y="2485599"/>
                  </a:lnTo>
                  <a:lnTo>
                    <a:pt x="2160052" y="2485599"/>
                  </a:lnTo>
                  <a:lnTo>
                    <a:pt x="2160052" y="2484975"/>
                  </a:lnTo>
                  <a:lnTo>
                    <a:pt x="2160160" y="2484975"/>
                  </a:lnTo>
                  <a:lnTo>
                    <a:pt x="2160160" y="2484351"/>
                  </a:lnTo>
                  <a:lnTo>
                    <a:pt x="2160269" y="2484351"/>
                  </a:lnTo>
                  <a:lnTo>
                    <a:pt x="2160377" y="2484351"/>
                  </a:lnTo>
                  <a:lnTo>
                    <a:pt x="2160485" y="2484351"/>
                  </a:lnTo>
                  <a:lnTo>
                    <a:pt x="2160594" y="2484351"/>
                  </a:lnTo>
                  <a:lnTo>
                    <a:pt x="2160702" y="2484351"/>
                  </a:lnTo>
                  <a:lnTo>
                    <a:pt x="2160702" y="2483728"/>
                  </a:lnTo>
                  <a:lnTo>
                    <a:pt x="2160811" y="2483728"/>
                  </a:lnTo>
                  <a:lnTo>
                    <a:pt x="2160811" y="2483104"/>
                  </a:lnTo>
                  <a:lnTo>
                    <a:pt x="2160919" y="2483104"/>
                  </a:lnTo>
                  <a:lnTo>
                    <a:pt x="2161028" y="2483104"/>
                  </a:lnTo>
                  <a:lnTo>
                    <a:pt x="2161028" y="2482481"/>
                  </a:lnTo>
                  <a:lnTo>
                    <a:pt x="2161136" y="2482481"/>
                  </a:lnTo>
                  <a:lnTo>
                    <a:pt x="2161245" y="2482481"/>
                  </a:lnTo>
                  <a:lnTo>
                    <a:pt x="2161353" y="2482481"/>
                  </a:lnTo>
                  <a:lnTo>
                    <a:pt x="2161462" y="2482481"/>
                  </a:lnTo>
                  <a:lnTo>
                    <a:pt x="2161570" y="2482481"/>
                  </a:lnTo>
                  <a:lnTo>
                    <a:pt x="2161678" y="2482481"/>
                  </a:lnTo>
                  <a:lnTo>
                    <a:pt x="2161787" y="2482481"/>
                  </a:lnTo>
                  <a:lnTo>
                    <a:pt x="2161787" y="2481857"/>
                  </a:lnTo>
                  <a:lnTo>
                    <a:pt x="2161787" y="2481234"/>
                  </a:lnTo>
                  <a:lnTo>
                    <a:pt x="2161895" y="2481234"/>
                  </a:lnTo>
                  <a:lnTo>
                    <a:pt x="2162004" y="2481234"/>
                  </a:lnTo>
                  <a:lnTo>
                    <a:pt x="2162112" y="2481234"/>
                  </a:lnTo>
                  <a:lnTo>
                    <a:pt x="2162221" y="2481234"/>
                  </a:lnTo>
                  <a:lnTo>
                    <a:pt x="2162329" y="2481234"/>
                  </a:lnTo>
                  <a:lnTo>
                    <a:pt x="2162438" y="2481234"/>
                  </a:lnTo>
                  <a:lnTo>
                    <a:pt x="2162438" y="2480610"/>
                  </a:lnTo>
                  <a:lnTo>
                    <a:pt x="2162546" y="2480610"/>
                  </a:lnTo>
                  <a:lnTo>
                    <a:pt x="2162654" y="2480610"/>
                  </a:lnTo>
                  <a:lnTo>
                    <a:pt x="2162763" y="2480610"/>
                  </a:lnTo>
                  <a:lnTo>
                    <a:pt x="2162763" y="2479986"/>
                  </a:lnTo>
                  <a:lnTo>
                    <a:pt x="2162871" y="2479986"/>
                  </a:lnTo>
                  <a:lnTo>
                    <a:pt x="2162871" y="2479363"/>
                  </a:lnTo>
                  <a:lnTo>
                    <a:pt x="2162980" y="2479363"/>
                  </a:lnTo>
                  <a:lnTo>
                    <a:pt x="2163088" y="2479363"/>
                  </a:lnTo>
                  <a:lnTo>
                    <a:pt x="2163197" y="2479363"/>
                  </a:lnTo>
                  <a:lnTo>
                    <a:pt x="2163305" y="2479363"/>
                  </a:lnTo>
                  <a:lnTo>
                    <a:pt x="2163414" y="2479363"/>
                  </a:lnTo>
                  <a:lnTo>
                    <a:pt x="2163522" y="2479363"/>
                  </a:lnTo>
                  <a:lnTo>
                    <a:pt x="2163630" y="2479363"/>
                  </a:lnTo>
                  <a:lnTo>
                    <a:pt x="2163739" y="2479363"/>
                  </a:lnTo>
                  <a:lnTo>
                    <a:pt x="2163739" y="2478739"/>
                  </a:lnTo>
                  <a:lnTo>
                    <a:pt x="2163847" y="2478739"/>
                  </a:lnTo>
                  <a:lnTo>
                    <a:pt x="2163956" y="2478739"/>
                  </a:lnTo>
                  <a:lnTo>
                    <a:pt x="2164064" y="2478739"/>
                  </a:lnTo>
                  <a:lnTo>
                    <a:pt x="2164064" y="2478116"/>
                  </a:lnTo>
                  <a:lnTo>
                    <a:pt x="2164173" y="2478116"/>
                  </a:lnTo>
                  <a:lnTo>
                    <a:pt x="2164281" y="2478116"/>
                  </a:lnTo>
                  <a:lnTo>
                    <a:pt x="2164390" y="2478116"/>
                  </a:lnTo>
                  <a:lnTo>
                    <a:pt x="2164498" y="2478116"/>
                  </a:lnTo>
                  <a:lnTo>
                    <a:pt x="2164498" y="2477492"/>
                  </a:lnTo>
                  <a:lnTo>
                    <a:pt x="2164606" y="2477492"/>
                  </a:lnTo>
                  <a:lnTo>
                    <a:pt x="2164715" y="2477492"/>
                  </a:lnTo>
                  <a:lnTo>
                    <a:pt x="2164823" y="2477492"/>
                  </a:lnTo>
                  <a:lnTo>
                    <a:pt x="2164823" y="2476868"/>
                  </a:lnTo>
                  <a:lnTo>
                    <a:pt x="2164823" y="2476245"/>
                  </a:lnTo>
                  <a:lnTo>
                    <a:pt x="2164932" y="2476245"/>
                  </a:lnTo>
                  <a:lnTo>
                    <a:pt x="2165040" y="2476245"/>
                  </a:lnTo>
                  <a:lnTo>
                    <a:pt x="2165149" y="2476245"/>
                  </a:lnTo>
                  <a:lnTo>
                    <a:pt x="2165257" y="2476245"/>
                  </a:lnTo>
                  <a:lnTo>
                    <a:pt x="2165366" y="2476245"/>
                  </a:lnTo>
                  <a:lnTo>
                    <a:pt x="2165474" y="2476245"/>
                  </a:lnTo>
                  <a:lnTo>
                    <a:pt x="2165474" y="2475621"/>
                  </a:lnTo>
                  <a:lnTo>
                    <a:pt x="2165583" y="2475621"/>
                  </a:lnTo>
                  <a:lnTo>
                    <a:pt x="2165583" y="2474998"/>
                  </a:lnTo>
                  <a:lnTo>
                    <a:pt x="2165691" y="2474998"/>
                  </a:lnTo>
                  <a:lnTo>
                    <a:pt x="2165799" y="2474998"/>
                  </a:lnTo>
                  <a:lnTo>
                    <a:pt x="2165908" y="2474998"/>
                  </a:lnTo>
                  <a:lnTo>
                    <a:pt x="2165908" y="2474374"/>
                  </a:lnTo>
                  <a:lnTo>
                    <a:pt x="2165908" y="2473751"/>
                  </a:lnTo>
                  <a:lnTo>
                    <a:pt x="2166016" y="2473751"/>
                  </a:lnTo>
                  <a:lnTo>
                    <a:pt x="2166016" y="2473127"/>
                  </a:lnTo>
                  <a:lnTo>
                    <a:pt x="2166125" y="2473127"/>
                  </a:lnTo>
                  <a:lnTo>
                    <a:pt x="2166233" y="2473127"/>
                  </a:lnTo>
                  <a:lnTo>
                    <a:pt x="2166342" y="2473127"/>
                  </a:lnTo>
                  <a:lnTo>
                    <a:pt x="2166450" y="2473127"/>
                  </a:lnTo>
                  <a:lnTo>
                    <a:pt x="2166559" y="2473127"/>
                  </a:lnTo>
                  <a:lnTo>
                    <a:pt x="2166559" y="2472503"/>
                  </a:lnTo>
                  <a:lnTo>
                    <a:pt x="2166667" y="2472503"/>
                  </a:lnTo>
                  <a:lnTo>
                    <a:pt x="2166775" y="2472503"/>
                  </a:lnTo>
                  <a:lnTo>
                    <a:pt x="2166884" y="2472503"/>
                  </a:lnTo>
                  <a:lnTo>
                    <a:pt x="2166992" y="2472503"/>
                  </a:lnTo>
                  <a:lnTo>
                    <a:pt x="2167101" y="2472503"/>
                  </a:lnTo>
                  <a:lnTo>
                    <a:pt x="2167209" y="2472503"/>
                  </a:lnTo>
                  <a:lnTo>
                    <a:pt x="2167318" y="2472503"/>
                  </a:lnTo>
                  <a:lnTo>
                    <a:pt x="2167426" y="2472503"/>
                  </a:lnTo>
                  <a:lnTo>
                    <a:pt x="2167535" y="2472503"/>
                  </a:lnTo>
                  <a:lnTo>
                    <a:pt x="2167643" y="2472503"/>
                  </a:lnTo>
                  <a:lnTo>
                    <a:pt x="2167751" y="2472503"/>
                  </a:lnTo>
                  <a:lnTo>
                    <a:pt x="2167860" y="2472503"/>
                  </a:lnTo>
                  <a:lnTo>
                    <a:pt x="2167968" y="2472503"/>
                  </a:lnTo>
                  <a:lnTo>
                    <a:pt x="2168077" y="2472503"/>
                  </a:lnTo>
                  <a:lnTo>
                    <a:pt x="2168185" y="2472503"/>
                  </a:lnTo>
                  <a:lnTo>
                    <a:pt x="2168185" y="2471880"/>
                  </a:lnTo>
                  <a:lnTo>
                    <a:pt x="2168294" y="2471880"/>
                  </a:lnTo>
                  <a:lnTo>
                    <a:pt x="2168294" y="2471256"/>
                  </a:lnTo>
                  <a:lnTo>
                    <a:pt x="2168402" y="2471256"/>
                  </a:lnTo>
                  <a:lnTo>
                    <a:pt x="2168402" y="2470633"/>
                  </a:lnTo>
                  <a:lnTo>
                    <a:pt x="2168511" y="2470633"/>
                  </a:lnTo>
                  <a:lnTo>
                    <a:pt x="2168511" y="2470009"/>
                  </a:lnTo>
                  <a:lnTo>
                    <a:pt x="2168619" y="2470009"/>
                  </a:lnTo>
                  <a:lnTo>
                    <a:pt x="2168727" y="2470009"/>
                  </a:lnTo>
                  <a:lnTo>
                    <a:pt x="2168836" y="2470009"/>
                  </a:lnTo>
                  <a:lnTo>
                    <a:pt x="2168944" y="2470009"/>
                  </a:lnTo>
                  <a:lnTo>
                    <a:pt x="2169053" y="2470009"/>
                  </a:lnTo>
                  <a:lnTo>
                    <a:pt x="2169161" y="2470009"/>
                  </a:lnTo>
                  <a:lnTo>
                    <a:pt x="2169161" y="2469385"/>
                  </a:lnTo>
                  <a:lnTo>
                    <a:pt x="2169270" y="2469385"/>
                  </a:lnTo>
                  <a:lnTo>
                    <a:pt x="2169378" y="2469385"/>
                  </a:lnTo>
                  <a:lnTo>
                    <a:pt x="2169487" y="2469385"/>
                  </a:lnTo>
                  <a:lnTo>
                    <a:pt x="2169595" y="2469385"/>
                  </a:lnTo>
                  <a:lnTo>
                    <a:pt x="2169704" y="2469385"/>
                  </a:lnTo>
                  <a:lnTo>
                    <a:pt x="2169812" y="2469385"/>
                  </a:lnTo>
                  <a:lnTo>
                    <a:pt x="2169920" y="2469385"/>
                  </a:lnTo>
                  <a:lnTo>
                    <a:pt x="2170029" y="2469385"/>
                  </a:lnTo>
                  <a:lnTo>
                    <a:pt x="2170137" y="2469385"/>
                  </a:lnTo>
                  <a:lnTo>
                    <a:pt x="2170246" y="2469385"/>
                  </a:lnTo>
                  <a:lnTo>
                    <a:pt x="2170354" y="2469385"/>
                  </a:lnTo>
                  <a:lnTo>
                    <a:pt x="2170354" y="2468762"/>
                  </a:lnTo>
                  <a:lnTo>
                    <a:pt x="2170463" y="2468762"/>
                  </a:lnTo>
                  <a:lnTo>
                    <a:pt x="2170571" y="2468762"/>
                  </a:lnTo>
                  <a:lnTo>
                    <a:pt x="2170680" y="2468762"/>
                  </a:lnTo>
                  <a:lnTo>
                    <a:pt x="2170788" y="2468762"/>
                  </a:lnTo>
                  <a:lnTo>
                    <a:pt x="2170896" y="2468762"/>
                  </a:lnTo>
                  <a:lnTo>
                    <a:pt x="2171005" y="2468762"/>
                  </a:lnTo>
                  <a:lnTo>
                    <a:pt x="2171113" y="2468762"/>
                  </a:lnTo>
                  <a:lnTo>
                    <a:pt x="2171222" y="2468762"/>
                  </a:lnTo>
                  <a:lnTo>
                    <a:pt x="2171330" y="2468762"/>
                  </a:lnTo>
                  <a:lnTo>
                    <a:pt x="2171439" y="2468762"/>
                  </a:lnTo>
                  <a:lnTo>
                    <a:pt x="2171439" y="2468138"/>
                  </a:lnTo>
                  <a:lnTo>
                    <a:pt x="2171547" y="2468138"/>
                  </a:lnTo>
                  <a:lnTo>
                    <a:pt x="2171656" y="2468138"/>
                  </a:lnTo>
                  <a:lnTo>
                    <a:pt x="2171764" y="2468138"/>
                  </a:lnTo>
                  <a:lnTo>
                    <a:pt x="2171872" y="2468138"/>
                  </a:lnTo>
                  <a:lnTo>
                    <a:pt x="2171872" y="2467515"/>
                  </a:lnTo>
                  <a:lnTo>
                    <a:pt x="2171872" y="2466891"/>
                  </a:lnTo>
                  <a:lnTo>
                    <a:pt x="2171981" y="2466891"/>
                  </a:lnTo>
                  <a:lnTo>
                    <a:pt x="2172089" y="2466891"/>
                  </a:lnTo>
                  <a:lnTo>
                    <a:pt x="2172198" y="2466891"/>
                  </a:lnTo>
                  <a:lnTo>
                    <a:pt x="2172198" y="2466268"/>
                  </a:lnTo>
                  <a:lnTo>
                    <a:pt x="2172306" y="2466268"/>
                  </a:lnTo>
                  <a:lnTo>
                    <a:pt x="2172415" y="2466268"/>
                  </a:lnTo>
                  <a:lnTo>
                    <a:pt x="2172415" y="2465644"/>
                  </a:lnTo>
                  <a:lnTo>
                    <a:pt x="2172415" y="2465020"/>
                  </a:lnTo>
                  <a:lnTo>
                    <a:pt x="2172523" y="2465020"/>
                  </a:lnTo>
                  <a:lnTo>
                    <a:pt x="2172632" y="2465020"/>
                  </a:lnTo>
                  <a:lnTo>
                    <a:pt x="2172740" y="2465020"/>
                  </a:lnTo>
                  <a:lnTo>
                    <a:pt x="2172848" y="2465020"/>
                  </a:lnTo>
                  <a:lnTo>
                    <a:pt x="2172957" y="2465020"/>
                  </a:lnTo>
                  <a:lnTo>
                    <a:pt x="2173065" y="2465020"/>
                  </a:lnTo>
                  <a:lnTo>
                    <a:pt x="2173174" y="2465020"/>
                  </a:lnTo>
                  <a:lnTo>
                    <a:pt x="2173282" y="2465020"/>
                  </a:lnTo>
                  <a:lnTo>
                    <a:pt x="2173391" y="2465020"/>
                  </a:lnTo>
                  <a:lnTo>
                    <a:pt x="2173499" y="2465020"/>
                  </a:lnTo>
                  <a:lnTo>
                    <a:pt x="2173608" y="2465020"/>
                  </a:lnTo>
                  <a:lnTo>
                    <a:pt x="2173716" y="2465020"/>
                  </a:lnTo>
                  <a:lnTo>
                    <a:pt x="2173825" y="2465020"/>
                  </a:lnTo>
                  <a:lnTo>
                    <a:pt x="2173933" y="2465020"/>
                  </a:lnTo>
                  <a:lnTo>
                    <a:pt x="2174041" y="2465020"/>
                  </a:lnTo>
                  <a:lnTo>
                    <a:pt x="2174150" y="2465020"/>
                  </a:lnTo>
                  <a:lnTo>
                    <a:pt x="2174150" y="2464397"/>
                  </a:lnTo>
                  <a:lnTo>
                    <a:pt x="2174258" y="2464397"/>
                  </a:lnTo>
                  <a:lnTo>
                    <a:pt x="2174367" y="2464397"/>
                  </a:lnTo>
                  <a:lnTo>
                    <a:pt x="2174475" y="2464397"/>
                  </a:lnTo>
                  <a:lnTo>
                    <a:pt x="2174475" y="2463773"/>
                  </a:lnTo>
                  <a:lnTo>
                    <a:pt x="2174584" y="2463773"/>
                  </a:lnTo>
                  <a:lnTo>
                    <a:pt x="2174692" y="2463773"/>
                  </a:lnTo>
                  <a:lnTo>
                    <a:pt x="2174692" y="2463150"/>
                  </a:lnTo>
                  <a:lnTo>
                    <a:pt x="2174801" y="2463150"/>
                  </a:lnTo>
                  <a:lnTo>
                    <a:pt x="2174909" y="2463150"/>
                  </a:lnTo>
                  <a:lnTo>
                    <a:pt x="2175017" y="2463150"/>
                  </a:lnTo>
                  <a:lnTo>
                    <a:pt x="2175126" y="2463150"/>
                  </a:lnTo>
                  <a:lnTo>
                    <a:pt x="2175234" y="2463150"/>
                  </a:lnTo>
                  <a:lnTo>
                    <a:pt x="2175343" y="2463150"/>
                  </a:lnTo>
                  <a:lnTo>
                    <a:pt x="2175451" y="2463150"/>
                  </a:lnTo>
                  <a:lnTo>
                    <a:pt x="2175560" y="2463150"/>
                  </a:lnTo>
                  <a:lnTo>
                    <a:pt x="2175560" y="2462526"/>
                  </a:lnTo>
                  <a:lnTo>
                    <a:pt x="2175668" y="2462526"/>
                  </a:lnTo>
                  <a:lnTo>
                    <a:pt x="2175777" y="2462526"/>
                  </a:lnTo>
                  <a:lnTo>
                    <a:pt x="2175885" y="2462526"/>
                  </a:lnTo>
                  <a:lnTo>
                    <a:pt x="2175993" y="2462526"/>
                  </a:lnTo>
                  <a:lnTo>
                    <a:pt x="2176102" y="2462526"/>
                  </a:lnTo>
                  <a:lnTo>
                    <a:pt x="2176210" y="2462526"/>
                  </a:lnTo>
                  <a:lnTo>
                    <a:pt x="2176319" y="2462526"/>
                  </a:lnTo>
                  <a:lnTo>
                    <a:pt x="2176319" y="2461902"/>
                  </a:lnTo>
                  <a:lnTo>
                    <a:pt x="2176319" y="2461279"/>
                  </a:lnTo>
                  <a:lnTo>
                    <a:pt x="2176427" y="2461279"/>
                  </a:lnTo>
                  <a:lnTo>
                    <a:pt x="2176536" y="2461279"/>
                  </a:lnTo>
                  <a:lnTo>
                    <a:pt x="2176644" y="2461279"/>
                  </a:lnTo>
                  <a:lnTo>
                    <a:pt x="2176644" y="2460655"/>
                  </a:lnTo>
                  <a:lnTo>
                    <a:pt x="2176644" y="2460032"/>
                  </a:lnTo>
                  <a:lnTo>
                    <a:pt x="2176753" y="2460032"/>
                  </a:lnTo>
                  <a:lnTo>
                    <a:pt x="2176753" y="2459408"/>
                  </a:lnTo>
                  <a:lnTo>
                    <a:pt x="2176861" y="2459408"/>
                  </a:lnTo>
                  <a:lnTo>
                    <a:pt x="2176861" y="2458785"/>
                  </a:lnTo>
                  <a:lnTo>
                    <a:pt x="2176969" y="2458785"/>
                  </a:lnTo>
                  <a:lnTo>
                    <a:pt x="2177078" y="2458785"/>
                  </a:lnTo>
                  <a:lnTo>
                    <a:pt x="2177078" y="2458161"/>
                  </a:lnTo>
                  <a:lnTo>
                    <a:pt x="2177186" y="2458161"/>
                  </a:lnTo>
                  <a:lnTo>
                    <a:pt x="2177295" y="2458161"/>
                  </a:lnTo>
                  <a:lnTo>
                    <a:pt x="2177403" y="2458161"/>
                  </a:lnTo>
                  <a:lnTo>
                    <a:pt x="2177512" y="2458161"/>
                  </a:lnTo>
                  <a:lnTo>
                    <a:pt x="2177620" y="2458161"/>
                  </a:lnTo>
                  <a:lnTo>
                    <a:pt x="2177729" y="2458161"/>
                  </a:lnTo>
                  <a:lnTo>
                    <a:pt x="2177837" y="2458161"/>
                  </a:lnTo>
                  <a:lnTo>
                    <a:pt x="2177946" y="2458161"/>
                  </a:lnTo>
                  <a:lnTo>
                    <a:pt x="2178054" y="2458161"/>
                  </a:lnTo>
                  <a:lnTo>
                    <a:pt x="2178162" y="2458161"/>
                  </a:lnTo>
                  <a:lnTo>
                    <a:pt x="2178271" y="2458161"/>
                  </a:lnTo>
                  <a:lnTo>
                    <a:pt x="2178379" y="2458161"/>
                  </a:lnTo>
                  <a:lnTo>
                    <a:pt x="2178488" y="2458161"/>
                  </a:lnTo>
                  <a:lnTo>
                    <a:pt x="2178596" y="2458161"/>
                  </a:lnTo>
                  <a:lnTo>
                    <a:pt x="2178705" y="2458161"/>
                  </a:lnTo>
                  <a:lnTo>
                    <a:pt x="2178813" y="2458161"/>
                  </a:lnTo>
                  <a:lnTo>
                    <a:pt x="2178922" y="2458161"/>
                  </a:lnTo>
                  <a:lnTo>
                    <a:pt x="2179030" y="2458161"/>
                  </a:lnTo>
                  <a:lnTo>
                    <a:pt x="2179138" y="2458161"/>
                  </a:lnTo>
                  <a:lnTo>
                    <a:pt x="2179247" y="2458161"/>
                  </a:lnTo>
                  <a:lnTo>
                    <a:pt x="2179355" y="2458161"/>
                  </a:lnTo>
                  <a:lnTo>
                    <a:pt x="2179464" y="2458161"/>
                  </a:lnTo>
                  <a:lnTo>
                    <a:pt x="2179572" y="2458161"/>
                  </a:lnTo>
                  <a:lnTo>
                    <a:pt x="2179681" y="2458161"/>
                  </a:lnTo>
                  <a:lnTo>
                    <a:pt x="2179789" y="2458161"/>
                  </a:lnTo>
                  <a:lnTo>
                    <a:pt x="2179898" y="2458161"/>
                  </a:lnTo>
                  <a:lnTo>
                    <a:pt x="2180006" y="2458161"/>
                  </a:lnTo>
                  <a:lnTo>
                    <a:pt x="2180114" y="2458161"/>
                  </a:lnTo>
                  <a:lnTo>
                    <a:pt x="2180223" y="2458161"/>
                  </a:lnTo>
                  <a:lnTo>
                    <a:pt x="2180331" y="2458161"/>
                  </a:lnTo>
                  <a:lnTo>
                    <a:pt x="2180331" y="2457537"/>
                  </a:lnTo>
                  <a:lnTo>
                    <a:pt x="2180440" y="2457537"/>
                  </a:lnTo>
                  <a:lnTo>
                    <a:pt x="2180548" y="2457537"/>
                  </a:lnTo>
                  <a:lnTo>
                    <a:pt x="2180657" y="2457537"/>
                  </a:lnTo>
                  <a:lnTo>
                    <a:pt x="2180765" y="2457537"/>
                  </a:lnTo>
                  <a:lnTo>
                    <a:pt x="2180874" y="2457537"/>
                  </a:lnTo>
                  <a:lnTo>
                    <a:pt x="2180982" y="2457537"/>
                  </a:lnTo>
                  <a:lnTo>
                    <a:pt x="2181090" y="2457537"/>
                  </a:lnTo>
                  <a:lnTo>
                    <a:pt x="2181199" y="2457537"/>
                  </a:lnTo>
                  <a:lnTo>
                    <a:pt x="2181307" y="2457537"/>
                  </a:lnTo>
                  <a:lnTo>
                    <a:pt x="2181416" y="2457537"/>
                  </a:lnTo>
                  <a:lnTo>
                    <a:pt x="2181524" y="2457537"/>
                  </a:lnTo>
                  <a:lnTo>
                    <a:pt x="2181633" y="2457537"/>
                  </a:lnTo>
                  <a:lnTo>
                    <a:pt x="2181741" y="2457537"/>
                  </a:lnTo>
                  <a:lnTo>
                    <a:pt x="2181850" y="2457537"/>
                  </a:lnTo>
                  <a:lnTo>
                    <a:pt x="2181958" y="2457537"/>
                  </a:lnTo>
                  <a:lnTo>
                    <a:pt x="2182066" y="2457537"/>
                  </a:lnTo>
                  <a:lnTo>
                    <a:pt x="2182175" y="2457537"/>
                  </a:lnTo>
                  <a:lnTo>
                    <a:pt x="2182175" y="2456914"/>
                  </a:lnTo>
                  <a:lnTo>
                    <a:pt x="2182283" y="2456914"/>
                  </a:lnTo>
                  <a:lnTo>
                    <a:pt x="2182392" y="2456914"/>
                  </a:lnTo>
                  <a:lnTo>
                    <a:pt x="2182500" y="2456914"/>
                  </a:lnTo>
                  <a:lnTo>
                    <a:pt x="2182609" y="2456914"/>
                  </a:lnTo>
                  <a:lnTo>
                    <a:pt x="2182717" y="2456914"/>
                  </a:lnTo>
                  <a:lnTo>
                    <a:pt x="2182826" y="2456914"/>
                  </a:lnTo>
                  <a:lnTo>
                    <a:pt x="2182826" y="2456290"/>
                  </a:lnTo>
                  <a:lnTo>
                    <a:pt x="2182934" y="2456290"/>
                  </a:lnTo>
                  <a:lnTo>
                    <a:pt x="2183043" y="2456290"/>
                  </a:lnTo>
                  <a:lnTo>
                    <a:pt x="2183043" y="2455667"/>
                  </a:lnTo>
                  <a:lnTo>
                    <a:pt x="2183151" y="2455667"/>
                  </a:lnTo>
                  <a:lnTo>
                    <a:pt x="2183259" y="2455667"/>
                  </a:lnTo>
                  <a:lnTo>
                    <a:pt x="2183368" y="2455667"/>
                  </a:lnTo>
                  <a:lnTo>
                    <a:pt x="2183476" y="2455667"/>
                  </a:lnTo>
                  <a:lnTo>
                    <a:pt x="2183585" y="2455667"/>
                  </a:lnTo>
                  <a:lnTo>
                    <a:pt x="2183693" y="2455667"/>
                  </a:lnTo>
                  <a:lnTo>
                    <a:pt x="2183693" y="2455043"/>
                  </a:lnTo>
                  <a:lnTo>
                    <a:pt x="2183802" y="2455043"/>
                  </a:lnTo>
                  <a:lnTo>
                    <a:pt x="2183910" y="2455043"/>
                  </a:lnTo>
                  <a:lnTo>
                    <a:pt x="2184019" y="2455043"/>
                  </a:lnTo>
                  <a:lnTo>
                    <a:pt x="2184127" y="2455043"/>
                  </a:lnTo>
                  <a:lnTo>
                    <a:pt x="2184127" y="2454420"/>
                  </a:lnTo>
                  <a:lnTo>
                    <a:pt x="2184235" y="2454420"/>
                  </a:lnTo>
                  <a:lnTo>
                    <a:pt x="2184235" y="2453796"/>
                  </a:lnTo>
                  <a:lnTo>
                    <a:pt x="2184344" y="2453796"/>
                  </a:lnTo>
                  <a:lnTo>
                    <a:pt x="2184452" y="2453796"/>
                  </a:lnTo>
                  <a:lnTo>
                    <a:pt x="2184561" y="2453796"/>
                  </a:lnTo>
                  <a:lnTo>
                    <a:pt x="2184669" y="2453796"/>
                  </a:lnTo>
                  <a:lnTo>
                    <a:pt x="2184778" y="2453796"/>
                  </a:lnTo>
                  <a:lnTo>
                    <a:pt x="2184886" y="2453796"/>
                  </a:lnTo>
                  <a:lnTo>
                    <a:pt x="2184995" y="2453796"/>
                  </a:lnTo>
                  <a:lnTo>
                    <a:pt x="2185103" y="2453796"/>
                  </a:lnTo>
                  <a:lnTo>
                    <a:pt x="2185211" y="2453796"/>
                  </a:lnTo>
                  <a:lnTo>
                    <a:pt x="2185320" y="2453796"/>
                  </a:lnTo>
                  <a:lnTo>
                    <a:pt x="2185428" y="2453796"/>
                  </a:lnTo>
                  <a:lnTo>
                    <a:pt x="2185537" y="2453796"/>
                  </a:lnTo>
                  <a:lnTo>
                    <a:pt x="2185645" y="2453796"/>
                  </a:lnTo>
                  <a:lnTo>
                    <a:pt x="2185754" y="2453796"/>
                  </a:lnTo>
                  <a:lnTo>
                    <a:pt x="2185754" y="2453172"/>
                  </a:lnTo>
                  <a:lnTo>
                    <a:pt x="2185754" y="2452549"/>
                  </a:lnTo>
                  <a:lnTo>
                    <a:pt x="2185862" y="2452549"/>
                  </a:lnTo>
                  <a:lnTo>
                    <a:pt x="2185862" y="2451925"/>
                  </a:lnTo>
                  <a:lnTo>
                    <a:pt x="2185971" y="2451925"/>
                  </a:lnTo>
                  <a:lnTo>
                    <a:pt x="2186079" y="2451925"/>
                  </a:lnTo>
                  <a:lnTo>
                    <a:pt x="2186187" y="2451925"/>
                  </a:lnTo>
                  <a:lnTo>
                    <a:pt x="2186296" y="2451925"/>
                  </a:lnTo>
                  <a:lnTo>
                    <a:pt x="2186404" y="2451925"/>
                  </a:lnTo>
                  <a:lnTo>
                    <a:pt x="2186404" y="2451302"/>
                  </a:lnTo>
                  <a:lnTo>
                    <a:pt x="2186513" y="2451302"/>
                  </a:lnTo>
                  <a:lnTo>
                    <a:pt x="2186621" y="2451302"/>
                  </a:lnTo>
                  <a:lnTo>
                    <a:pt x="2186730" y="2451302"/>
                  </a:lnTo>
                  <a:lnTo>
                    <a:pt x="2186838" y="2451302"/>
                  </a:lnTo>
                  <a:lnTo>
                    <a:pt x="2186947" y="2451302"/>
                  </a:lnTo>
                  <a:lnTo>
                    <a:pt x="2187055" y="2451302"/>
                  </a:lnTo>
                  <a:lnTo>
                    <a:pt x="2187164" y="2451302"/>
                  </a:lnTo>
                  <a:lnTo>
                    <a:pt x="2187272" y="2451302"/>
                  </a:lnTo>
                  <a:lnTo>
                    <a:pt x="2187380" y="2451302"/>
                  </a:lnTo>
                  <a:lnTo>
                    <a:pt x="2187489" y="2451302"/>
                  </a:lnTo>
                  <a:lnTo>
                    <a:pt x="2187597" y="2451302"/>
                  </a:lnTo>
                  <a:lnTo>
                    <a:pt x="2187706" y="2451302"/>
                  </a:lnTo>
                  <a:lnTo>
                    <a:pt x="2187814" y="2451302"/>
                  </a:lnTo>
                  <a:lnTo>
                    <a:pt x="2187923" y="2451302"/>
                  </a:lnTo>
                  <a:lnTo>
                    <a:pt x="2188031" y="2451302"/>
                  </a:lnTo>
                  <a:lnTo>
                    <a:pt x="2188031" y="2450678"/>
                  </a:lnTo>
                  <a:lnTo>
                    <a:pt x="2188140" y="2450678"/>
                  </a:lnTo>
                  <a:lnTo>
                    <a:pt x="2188248" y="2450678"/>
                  </a:lnTo>
                  <a:lnTo>
                    <a:pt x="2188356" y="2450678"/>
                  </a:lnTo>
                  <a:lnTo>
                    <a:pt x="2188465" y="2450678"/>
                  </a:lnTo>
                  <a:lnTo>
                    <a:pt x="2188573" y="2450678"/>
                  </a:lnTo>
                  <a:lnTo>
                    <a:pt x="2188573" y="2450054"/>
                  </a:lnTo>
                  <a:lnTo>
                    <a:pt x="2188682" y="2450054"/>
                  </a:lnTo>
                  <a:lnTo>
                    <a:pt x="2188790" y="2450054"/>
                  </a:lnTo>
                  <a:lnTo>
                    <a:pt x="2188790" y="2449431"/>
                  </a:lnTo>
                  <a:lnTo>
                    <a:pt x="2188790" y="2448807"/>
                  </a:lnTo>
                  <a:lnTo>
                    <a:pt x="2188899" y="2448807"/>
                  </a:lnTo>
                  <a:lnTo>
                    <a:pt x="2189007" y="2448807"/>
                  </a:lnTo>
                  <a:lnTo>
                    <a:pt x="2189116" y="2448807"/>
                  </a:lnTo>
                  <a:lnTo>
                    <a:pt x="2189224" y="2448807"/>
                  </a:lnTo>
                  <a:lnTo>
                    <a:pt x="2189224" y="2448184"/>
                  </a:lnTo>
                  <a:lnTo>
                    <a:pt x="2189224" y="2447560"/>
                  </a:lnTo>
                  <a:lnTo>
                    <a:pt x="2189332" y="2447560"/>
                  </a:lnTo>
                  <a:lnTo>
                    <a:pt x="2189332" y="2446937"/>
                  </a:lnTo>
                  <a:lnTo>
                    <a:pt x="2189441" y="2446937"/>
                  </a:lnTo>
                  <a:lnTo>
                    <a:pt x="2189549" y="2446937"/>
                  </a:lnTo>
                  <a:lnTo>
                    <a:pt x="2189658" y="2446937"/>
                  </a:lnTo>
                  <a:lnTo>
                    <a:pt x="2189766" y="2446937"/>
                  </a:lnTo>
                  <a:lnTo>
                    <a:pt x="2189875" y="2446937"/>
                  </a:lnTo>
                  <a:lnTo>
                    <a:pt x="2189983" y="2446937"/>
                  </a:lnTo>
                  <a:lnTo>
                    <a:pt x="2190092" y="2446937"/>
                  </a:lnTo>
                  <a:lnTo>
                    <a:pt x="2190200" y="2446937"/>
                  </a:lnTo>
                  <a:lnTo>
                    <a:pt x="2190308" y="2446937"/>
                  </a:lnTo>
                  <a:lnTo>
                    <a:pt x="2190417" y="2446937"/>
                  </a:lnTo>
                  <a:lnTo>
                    <a:pt x="2190525" y="2446937"/>
                  </a:lnTo>
                  <a:lnTo>
                    <a:pt x="2190634" y="2446937"/>
                  </a:lnTo>
                  <a:lnTo>
                    <a:pt x="2190742" y="2446937"/>
                  </a:lnTo>
                  <a:lnTo>
                    <a:pt x="2190851" y="2446937"/>
                  </a:lnTo>
                  <a:lnTo>
                    <a:pt x="2190959" y="2446937"/>
                  </a:lnTo>
                  <a:lnTo>
                    <a:pt x="2191068" y="2446937"/>
                  </a:lnTo>
                  <a:lnTo>
                    <a:pt x="2191176" y="2446937"/>
                  </a:lnTo>
                  <a:lnTo>
                    <a:pt x="2191285" y="2446937"/>
                  </a:lnTo>
                  <a:lnTo>
                    <a:pt x="2191393" y="2446937"/>
                  </a:lnTo>
                  <a:lnTo>
                    <a:pt x="2191393" y="2446313"/>
                  </a:lnTo>
                  <a:lnTo>
                    <a:pt x="2191393" y="2445689"/>
                  </a:lnTo>
                  <a:lnTo>
                    <a:pt x="2191393" y="2445066"/>
                  </a:lnTo>
                  <a:lnTo>
                    <a:pt x="2191501" y="2445066"/>
                  </a:lnTo>
                  <a:lnTo>
                    <a:pt x="2191610" y="2445066"/>
                  </a:lnTo>
                  <a:lnTo>
                    <a:pt x="2191718" y="2445066"/>
                  </a:lnTo>
                  <a:lnTo>
                    <a:pt x="2191827" y="2445066"/>
                  </a:lnTo>
                  <a:lnTo>
                    <a:pt x="2191935" y="2445066"/>
                  </a:lnTo>
                  <a:lnTo>
                    <a:pt x="2192044" y="2445066"/>
                  </a:lnTo>
                  <a:lnTo>
                    <a:pt x="2192152" y="2445066"/>
                  </a:lnTo>
                  <a:lnTo>
                    <a:pt x="2192261" y="2445066"/>
                  </a:lnTo>
                  <a:lnTo>
                    <a:pt x="2192369" y="2445066"/>
                  </a:lnTo>
                  <a:lnTo>
                    <a:pt x="2192477" y="2445066"/>
                  </a:lnTo>
                  <a:lnTo>
                    <a:pt x="2192586" y="2445066"/>
                  </a:lnTo>
                  <a:lnTo>
                    <a:pt x="2192694" y="2445066"/>
                  </a:lnTo>
                  <a:lnTo>
                    <a:pt x="2192694" y="2444442"/>
                  </a:lnTo>
                  <a:lnTo>
                    <a:pt x="2192803" y="2444442"/>
                  </a:lnTo>
                  <a:lnTo>
                    <a:pt x="2192803" y="2443819"/>
                  </a:lnTo>
                  <a:lnTo>
                    <a:pt x="2192803" y="2443195"/>
                  </a:lnTo>
                  <a:lnTo>
                    <a:pt x="2192911" y="2443195"/>
                  </a:lnTo>
                  <a:lnTo>
                    <a:pt x="2193020" y="2443195"/>
                  </a:lnTo>
                  <a:lnTo>
                    <a:pt x="2193128" y="2443195"/>
                  </a:lnTo>
                  <a:lnTo>
                    <a:pt x="2193237" y="2443195"/>
                  </a:lnTo>
                  <a:lnTo>
                    <a:pt x="2193345" y="2443195"/>
                  </a:lnTo>
                  <a:lnTo>
                    <a:pt x="2193453" y="2443195"/>
                  </a:lnTo>
                  <a:lnTo>
                    <a:pt x="2193453" y="2442571"/>
                  </a:lnTo>
                  <a:lnTo>
                    <a:pt x="2193562" y="2442571"/>
                  </a:lnTo>
                  <a:lnTo>
                    <a:pt x="2193670" y="2442571"/>
                  </a:lnTo>
                  <a:lnTo>
                    <a:pt x="2193670" y="2441948"/>
                  </a:lnTo>
                  <a:lnTo>
                    <a:pt x="2193779" y="2441948"/>
                  </a:lnTo>
                  <a:lnTo>
                    <a:pt x="2193887" y="2441948"/>
                  </a:lnTo>
                  <a:lnTo>
                    <a:pt x="2193996" y="2441948"/>
                  </a:lnTo>
                  <a:lnTo>
                    <a:pt x="2194104" y="2441948"/>
                  </a:lnTo>
                  <a:lnTo>
                    <a:pt x="2194213" y="2441948"/>
                  </a:lnTo>
                  <a:lnTo>
                    <a:pt x="2194321" y="2441948"/>
                  </a:lnTo>
                  <a:lnTo>
                    <a:pt x="2194429" y="2441948"/>
                  </a:lnTo>
                  <a:lnTo>
                    <a:pt x="2194538" y="2441948"/>
                  </a:lnTo>
                  <a:lnTo>
                    <a:pt x="2194646" y="2441948"/>
                  </a:lnTo>
                  <a:lnTo>
                    <a:pt x="2194755" y="2441948"/>
                  </a:lnTo>
                  <a:lnTo>
                    <a:pt x="2194863" y="2441948"/>
                  </a:lnTo>
                  <a:lnTo>
                    <a:pt x="2194972" y="2441948"/>
                  </a:lnTo>
                  <a:lnTo>
                    <a:pt x="2195080" y="2441948"/>
                  </a:lnTo>
                  <a:lnTo>
                    <a:pt x="2195189" y="2441948"/>
                  </a:lnTo>
                  <a:lnTo>
                    <a:pt x="2195297" y="2441948"/>
                  </a:lnTo>
                  <a:lnTo>
                    <a:pt x="2195406" y="2441948"/>
                  </a:lnTo>
                  <a:lnTo>
                    <a:pt x="2195514" y="2441948"/>
                  </a:lnTo>
                  <a:lnTo>
                    <a:pt x="2195622" y="2441948"/>
                  </a:lnTo>
                  <a:lnTo>
                    <a:pt x="2195731" y="2441948"/>
                  </a:lnTo>
                  <a:lnTo>
                    <a:pt x="2195839" y="2441948"/>
                  </a:lnTo>
                  <a:lnTo>
                    <a:pt x="2195948" y="2441948"/>
                  </a:lnTo>
                  <a:lnTo>
                    <a:pt x="2196056" y="2441948"/>
                  </a:lnTo>
                  <a:lnTo>
                    <a:pt x="2196165" y="2441948"/>
                  </a:lnTo>
                  <a:lnTo>
                    <a:pt x="2196165" y="2441324"/>
                  </a:lnTo>
                  <a:lnTo>
                    <a:pt x="2196273" y="2441324"/>
                  </a:lnTo>
                  <a:lnTo>
                    <a:pt x="2196382" y="2441324"/>
                  </a:lnTo>
                  <a:lnTo>
                    <a:pt x="2196490" y="2441324"/>
                  </a:lnTo>
                  <a:lnTo>
                    <a:pt x="2196598" y="2441324"/>
                  </a:lnTo>
                  <a:lnTo>
                    <a:pt x="2196707" y="2441324"/>
                  </a:lnTo>
                  <a:lnTo>
                    <a:pt x="2196815" y="2441324"/>
                  </a:lnTo>
                  <a:lnTo>
                    <a:pt x="2196924" y="2441324"/>
                  </a:lnTo>
                  <a:lnTo>
                    <a:pt x="2197032" y="2441324"/>
                  </a:lnTo>
                  <a:lnTo>
                    <a:pt x="2197032" y="2440701"/>
                  </a:lnTo>
                  <a:lnTo>
                    <a:pt x="2197141" y="2440701"/>
                  </a:lnTo>
                  <a:lnTo>
                    <a:pt x="2197249" y="2440701"/>
                  </a:lnTo>
                  <a:lnTo>
                    <a:pt x="2197358" y="2440701"/>
                  </a:lnTo>
                  <a:lnTo>
                    <a:pt x="2197358" y="2440077"/>
                  </a:lnTo>
                  <a:lnTo>
                    <a:pt x="2197466" y="2440077"/>
                  </a:lnTo>
                  <a:lnTo>
                    <a:pt x="2197574" y="2440077"/>
                  </a:lnTo>
                  <a:lnTo>
                    <a:pt x="2197683" y="2440077"/>
                  </a:lnTo>
                  <a:lnTo>
                    <a:pt x="2197791" y="2440077"/>
                  </a:lnTo>
                  <a:lnTo>
                    <a:pt x="2197900" y="2440077"/>
                  </a:lnTo>
                  <a:lnTo>
                    <a:pt x="2198008" y="2440077"/>
                  </a:lnTo>
                  <a:lnTo>
                    <a:pt x="2198117" y="2440077"/>
                  </a:lnTo>
                  <a:lnTo>
                    <a:pt x="2198225" y="2440077"/>
                  </a:lnTo>
                  <a:lnTo>
                    <a:pt x="2198334" y="2440077"/>
                  </a:lnTo>
                  <a:lnTo>
                    <a:pt x="2198442" y="2440077"/>
                  </a:lnTo>
                  <a:lnTo>
                    <a:pt x="2198550" y="2440077"/>
                  </a:lnTo>
                  <a:lnTo>
                    <a:pt x="2198659" y="2440077"/>
                  </a:lnTo>
                  <a:lnTo>
                    <a:pt x="2198767" y="2440077"/>
                  </a:lnTo>
                  <a:lnTo>
                    <a:pt x="2198876" y="2440077"/>
                  </a:lnTo>
                  <a:lnTo>
                    <a:pt x="2198984" y="2440077"/>
                  </a:lnTo>
                  <a:lnTo>
                    <a:pt x="2199093" y="2440077"/>
                  </a:lnTo>
                  <a:lnTo>
                    <a:pt x="2199201" y="2440077"/>
                  </a:lnTo>
                  <a:lnTo>
                    <a:pt x="2199310" y="2440077"/>
                  </a:lnTo>
                  <a:lnTo>
                    <a:pt x="2199418" y="2440077"/>
                  </a:lnTo>
                  <a:lnTo>
                    <a:pt x="2199418" y="2439454"/>
                  </a:lnTo>
                  <a:lnTo>
                    <a:pt x="2199418" y="2438830"/>
                  </a:lnTo>
                  <a:lnTo>
                    <a:pt x="2199527" y="2438830"/>
                  </a:lnTo>
                  <a:lnTo>
                    <a:pt x="2199635" y="2438830"/>
                  </a:lnTo>
                  <a:lnTo>
                    <a:pt x="2199743" y="2438830"/>
                  </a:lnTo>
                  <a:lnTo>
                    <a:pt x="2199852" y="2438830"/>
                  </a:lnTo>
                  <a:lnTo>
                    <a:pt x="2199960" y="2438830"/>
                  </a:lnTo>
                  <a:lnTo>
                    <a:pt x="2200069" y="2438830"/>
                  </a:lnTo>
                  <a:lnTo>
                    <a:pt x="2200177" y="2438830"/>
                  </a:lnTo>
                  <a:lnTo>
                    <a:pt x="2200286" y="2438830"/>
                  </a:lnTo>
                  <a:lnTo>
                    <a:pt x="2200394" y="2438830"/>
                  </a:lnTo>
                  <a:lnTo>
                    <a:pt x="2200503" y="2438830"/>
                  </a:lnTo>
                  <a:lnTo>
                    <a:pt x="2200611" y="2438830"/>
                  </a:lnTo>
                  <a:lnTo>
                    <a:pt x="2200719" y="2438830"/>
                  </a:lnTo>
                  <a:lnTo>
                    <a:pt x="2200828" y="2438830"/>
                  </a:lnTo>
                  <a:lnTo>
                    <a:pt x="2200936" y="2438830"/>
                  </a:lnTo>
                  <a:lnTo>
                    <a:pt x="2201045" y="2438830"/>
                  </a:lnTo>
                  <a:lnTo>
                    <a:pt x="2201153" y="2438830"/>
                  </a:lnTo>
                  <a:lnTo>
                    <a:pt x="2201262" y="2438830"/>
                  </a:lnTo>
                  <a:lnTo>
                    <a:pt x="2201370" y="2438830"/>
                  </a:lnTo>
                  <a:lnTo>
                    <a:pt x="2201370" y="2438206"/>
                  </a:lnTo>
                  <a:lnTo>
                    <a:pt x="2201479" y="2438206"/>
                  </a:lnTo>
                  <a:lnTo>
                    <a:pt x="2201587" y="2438206"/>
                  </a:lnTo>
                  <a:lnTo>
                    <a:pt x="2201587" y="2437583"/>
                  </a:lnTo>
                  <a:lnTo>
                    <a:pt x="2201695" y="2437583"/>
                  </a:lnTo>
                  <a:lnTo>
                    <a:pt x="2201695" y="2436959"/>
                  </a:lnTo>
                  <a:lnTo>
                    <a:pt x="2201804" y="2436959"/>
                  </a:lnTo>
                  <a:lnTo>
                    <a:pt x="2201912" y="2436959"/>
                  </a:lnTo>
                  <a:lnTo>
                    <a:pt x="2202021" y="2436959"/>
                  </a:lnTo>
                  <a:lnTo>
                    <a:pt x="2202129" y="2436959"/>
                  </a:lnTo>
                  <a:lnTo>
                    <a:pt x="2202238" y="2436959"/>
                  </a:lnTo>
                  <a:lnTo>
                    <a:pt x="2202346" y="2436959"/>
                  </a:lnTo>
                  <a:lnTo>
                    <a:pt x="2202346" y="2436336"/>
                  </a:lnTo>
                  <a:lnTo>
                    <a:pt x="2202455" y="2436336"/>
                  </a:lnTo>
                  <a:lnTo>
                    <a:pt x="2202563" y="2436336"/>
                  </a:lnTo>
                  <a:lnTo>
                    <a:pt x="2202671" y="2436336"/>
                  </a:lnTo>
                  <a:lnTo>
                    <a:pt x="2202780" y="2436336"/>
                  </a:lnTo>
                  <a:lnTo>
                    <a:pt x="2202888" y="2436336"/>
                  </a:lnTo>
                  <a:lnTo>
                    <a:pt x="2202997" y="2436336"/>
                  </a:lnTo>
                  <a:lnTo>
                    <a:pt x="2203105" y="2436336"/>
                  </a:lnTo>
                  <a:lnTo>
                    <a:pt x="2203214" y="2436336"/>
                  </a:lnTo>
                  <a:lnTo>
                    <a:pt x="2203322" y="2436336"/>
                  </a:lnTo>
                  <a:lnTo>
                    <a:pt x="2203431" y="2436336"/>
                  </a:lnTo>
                  <a:lnTo>
                    <a:pt x="2203539" y="2436336"/>
                  </a:lnTo>
                  <a:lnTo>
                    <a:pt x="2203647" y="2436336"/>
                  </a:lnTo>
                  <a:lnTo>
                    <a:pt x="2203756" y="2436336"/>
                  </a:lnTo>
                  <a:lnTo>
                    <a:pt x="2203864" y="2436336"/>
                  </a:lnTo>
                  <a:lnTo>
                    <a:pt x="2203864" y="2435712"/>
                  </a:lnTo>
                  <a:lnTo>
                    <a:pt x="2203864" y="2435088"/>
                  </a:lnTo>
                  <a:lnTo>
                    <a:pt x="2203973" y="2435088"/>
                  </a:lnTo>
                  <a:lnTo>
                    <a:pt x="2204081" y="2435088"/>
                  </a:lnTo>
                  <a:lnTo>
                    <a:pt x="2204190" y="2435088"/>
                  </a:lnTo>
                  <a:lnTo>
                    <a:pt x="2204190" y="2434465"/>
                  </a:lnTo>
                  <a:lnTo>
                    <a:pt x="2204298" y="2434465"/>
                  </a:lnTo>
                  <a:lnTo>
                    <a:pt x="2204407" y="2434465"/>
                  </a:lnTo>
                  <a:lnTo>
                    <a:pt x="2204515" y="2434465"/>
                  </a:lnTo>
                  <a:lnTo>
                    <a:pt x="2204624" y="2434465"/>
                  </a:lnTo>
                  <a:lnTo>
                    <a:pt x="2204732" y="2434465"/>
                  </a:lnTo>
                  <a:lnTo>
                    <a:pt x="2204840" y="2434465"/>
                  </a:lnTo>
                  <a:lnTo>
                    <a:pt x="2204949" y="2434465"/>
                  </a:lnTo>
                  <a:lnTo>
                    <a:pt x="2205057" y="2434465"/>
                  </a:lnTo>
                  <a:lnTo>
                    <a:pt x="2205166" y="2434465"/>
                  </a:lnTo>
                  <a:lnTo>
                    <a:pt x="2205274" y="2434465"/>
                  </a:lnTo>
                  <a:lnTo>
                    <a:pt x="2205383" y="2434465"/>
                  </a:lnTo>
                  <a:lnTo>
                    <a:pt x="2205491" y="2434465"/>
                  </a:lnTo>
                  <a:lnTo>
                    <a:pt x="2205600" y="2434465"/>
                  </a:lnTo>
                  <a:lnTo>
                    <a:pt x="2205708" y="2434465"/>
                  </a:lnTo>
                  <a:lnTo>
                    <a:pt x="2205708" y="2433841"/>
                  </a:lnTo>
                  <a:lnTo>
                    <a:pt x="2205816" y="2433841"/>
                  </a:lnTo>
                  <a:lnTo>
                    <a:pt x="2205925" y="2433841"/>
                  </a:lnTo>
                  <a:lnTo>
                    <a:pt x="2206033" y="2433841"/>
                  </a:lnTo>
                  <a:lnTo>
                    <a:pt x="2206142" y="2433841"/>
                  </a:lnTo>
                  <a:lnTo>
                    <a:pt x="2206142" y="2433218"/>
                  </a:lnTo>
                  <a:lnTo>
                    <a:pt x="2206250" y="2433218"/>
                  </a:lnTo>
                  <a:lnTo>
                    <a:pt x="2206359" y="2433218"/>
                  </a:lnTo>
                  <a:lnTo>
                    <a:pt x="2206467" y="2433218"/>
                  </a:lnTo>
                  <a:lnTo>
                    <a:pt x="2206576" y="2433218"/>
                  </a:lnTo>
                  <a:lnTo>
                    <a:pt x="2206684" y="2433218"/>
                  </a:lnTo>
                  <a:lnTo>
                    <a:pt x="2206792" y="2433218"/>
                  </a:lnTo>
                  <a:lnTo>
                    <a:pt x="2206901" y="2433218"/>
                  </a:lnTo>
                  <a:lnTo>
                    <a:pt x="2207009" y="2433218"/>
                  </a:lnTo>
                  <a:lnTo>
                    <a:pt x="2207118" y="2433218"/>
                  </a:lnTo>
                  <a:lnTo>
                    <a:pt x="2207226" y="2433218"/>
                  </a:lnTo>
                  <a:lnTo>
                    <a:pt x="2207226" y="2432594"/>
                  </a:lnTo>
                  <a:lnTo>
                    <a:pt x="2207335" y="2432594"/>
                  </a:lnTo>
                  <a:lnTo>
                    <a:pt x="2207443" y="2432594"/>
                  </a:lnTo>
                  <a:lnTo>
                    <a:pt x="2207552" y="2432594"/>
                  </a:lnTo>
                  <a:lnTo>
                    <a:pt x="2207552" y="2431971"/>
                  </a:lnTo>
                  <a:lnTo>
                    <a:pt x="2207660" y="2431971"/>
                  </a:lnTo>
                  <a:lnTo>
                    <a:pt x="2207768" y="2431971"/>
                  </a:lnTo>
                  <a:lnTo>
                    <a:pt x="2207877" y="2431971"/>
                  </a:lnTo>
                  <a:lnTo>
                    <a:pt x="2207985" y="2431971"/>
                  </a:lnTo>
                  <a:lnTo>
                    <a:pt x="2208094" y="2431971"/>
                  </a:lnTo>
                  <a:lnTo>
                    <a:pt x="2208094" y="2431347"/>
                  </a:lnTo>
                  <a:lnTo>
                    <a:pt x="2208202" y="2431347"/>
                  </a:lnTo>
                  <a:lnTo>
                    <a:pt x="2208311" y="2431347"/>
                  </a:lnTo>
                  <a:lnTo>
                    <a:pt x="2208311" y="2430723"/>
                  </a:lnTo>
                  <a:lnTo>
                    <a:pt x="2208311" y="2430100"/>
                  </a:lnTo>
                  <a:lnTo>
                    <a:pt x="2208419" y="2430100"/>
                  </a:lnTo>
                  <a:lnTo>
                    <a:pt x="2208528" y="2430100"/>
                  </a:lnTo>
                  <a:lnTo>
                    <a:pt x="2208636" y="2430100"/>
                  </a:lnTo>
                  <a:lnTo>
                    <a:pt x="2208745" y="2430100"/>
                  </a:lnTo>
                  <a:lnTo>
                    <a:pt x="2208745" y="2429476"/>
                  </a:lnTo>
                  <a:lnTo>
                    <a:pt x="2208745" y="2428853"/>
                  </a:lnTo>
                  <a:lnTo>
                    <a:pt x="2208853" y="2428853"/>
                  </a:lnTo>
                  <a:lnTo>
                    <a:pt x="2208961" y="2428853"/>
                  </a:lnTo>
                  <a:lnTo>
                    <a:pt x="2209070" y="2428853"/>
                  </a:lnTo>
                  <a:lnTo>
                    <a:pt x="2209070" y="2428229"/>
                  </a:lnTo>
                  <a:lnTo>
                    <a:pt x="2209178" y="2428229"/>
                  </a:lnTo>
                  <a:lnTo>
                    <a:pt x="2209287" y="2428229"/>
                  </a:lnTo>
                  <a:lnTo>
                    <a:pt x="2209287" y="2427605"/>
                  </a:lnTo>
                  <a:lnTo>
                    <a:pt x="2209395" y="2427605"/>
                  </a:lnTo>
                  <a:lnTo>
                    <a:pt x="2209504" y="2427605"/>
                  </a:lnTo>
                  <a:lnTo>
                    <a:pt x="2209612" y="2427605"/>
                  </a:lnTo>
                  <a:lnTo>
                    <a:pt x="2209721" y="2427605"/>
                  </a:lnTo>
                  <a:lnTo>
                    <a:pt x="2209829" y="2427605"/>
                  </a:lnTo>
                  <a:lnTo>
                    <a:pt x="2209829" y="2426982"/>
                  </a:lnTo>
                  <a:lnTo>
                    <a:pt x="2209937" y="2426982"/>
                  </a:lnTo>
                  <a:lnTo>
                    <a:pt x="2210046" y="2426982"/>
                  </a:lnTo>
                  <a:lnTo>
                    <a:pt x="2210154" y="2426982"/>
                  </a:lnTo>
                  <a:lnTo>
                    <a:pt x="2210263" y="2426982"/>
                  </a:lnTo>
                  <a:lnTo>
                    <a:pt x="2210371" y="2426982"/>
                  </a:lnTo>
                  <a:lnTo>
                    <a:pt x="2210371" y="2426358"/>
                  </a:lnTo>
                  <a:lnTo>
                    <a:pt x="2210480" y="2426358"/>
                  </a:lnTo>
                  <a:lnTo>
                    <a:pt x="2210588" y="2426358"/>
                  </a:lnTo>
                  <a:lnTo>
                    <a:pt x="2210697" y="2426358"/>
                  </a:lnTo>
                  <a:lnTo>
                    <a:pt x="2210805" y="2426358"/>
                  </a:lnTo>
                  <a:lnTo>
                    <a:pt x="2210913" y="2426358"/>
                  </a:lnTo>
                  <a:lnTo>
                    <a:pt x="2211022" y="2426358"/>
                  </a:lnTo>
                  <a:lnTo>
                    <a:pt x="2211130" y="2426358"/>
                  </a:lnTo>
                  <a:lnTo>
                    <a:pt x="2211239" y="2426358"/>
                  </a:lnTo>
                  <a:lnTo>
                    <a:pt x="2211347" y="2426358"/>
                  </a:lnTo>
                  <a:lnTo>
                    <a:pt x="2211456" y="2426358"/>
                  </a:lnTo>
                  <a:lnTo>
                    <a:pt x="2211456" y="2425735"/>
                  </a:lnTo>
                  <a:lnTo>
                    <a:pt x="2211564" y="2425735"/>
                  </a:lnTo>
                  <a:lnTo>
                    <a:pt x="2211673" y="2425735"/>
                  </a:lnTo>
                  <a:lnTo>
                    <a:pt x="2211781" y="2425735"/>
                  </a:lnTo>
                  <a:lnTo>
                    <a:pt x="2211889" y="2425735"/>
                  </a:lnTo>
                  <a:lnTo>
                    <a:pt x="2211998" y="2425735"/>
                  </a:lnTo>
                  <a:lnTo>
                    <a:pt x="2211998" y="2425111"/>
                  </a:lnTo>
                  <a:lnTo>
                    <a:pt x="2212106" y="2425111"/>
                  </a:lnTo>
                  <a:lnTo>
                    <a:pt x="2212215" y="2425111"/>
                  </a:lnTo>
                  <a:lnTo>
                    <a:pt x="2212323" y="2425111"/>
                  </a:lnTo>
                  <a:lnTo>
                    <a:pt x="2212323" y="2424488"/>
                  </a:lnTo>
                  <a:lnTo>
                    <a:pt x="2212432" y="2424488"/>
                  </a:lnTo>
                  <a:lnTo>
                    <a:pt x="2212540" y="2424488"/>
                  </a:lnTo>
                  <a:lnTo>
                    <a:pt x="2212649" y="2424488"/>
                  </a:lnTo>
                  <a:lnTo>
                    <a:pt x="2212757" y="2424488"/>
                  </a:lnTo>
                  <a:lnTo>
                    <a:pt x="2212866" y="2424488"/>
                  </a:lnTo>
                  <a:lnTo>
                    <a:pt x="2212974" y="2424488"/>
                  </a:lnTo>
                  <a:lnTo>
                    <a:pt x="2213082" y="2424488"/>
                  </a:lnTo>
                  <a:lnTo>
                    <a:pt x="2213191" y="2424488"/>
                  </a:lnTo>
                  <a:lnTo>
                    <a:pt x="2213191" y="2423864"/>
                  </a:lnTo>
                  <a:lnTo>
                    <a:pt x="2213191" y="2423240"/>
                  </a:lnTo>
                  <a:lnTo>
                    <a:pt x="2213299" y="2423240"/>
                  </a:lnTo>
                  <a:lnTo>
                    <a:pt x="2213408" y="2423240"/>
                  </a:lnTo>
                  <a:lnTo>
                    <a:pt x="2213408" y="2422617"/>
                  </a:lnTo>
                  <a:lnTo>
                    <a:pt x="2213408" y="2421993"/>
                  </a:lnTo>
                  <a:lnTo>
                    <a:pt x="2213516" y="2421993"/>
                  </a:lnTo>
                  <a:lnTo>
                    <a:pt x="2213516" y="2421370"/>
                  </a:lnTo>
                  <a:lnTo>
                    <a:pt x="2213625" y="2421370"/>
                  </a:lnTo>
                  <a:lnTo>
                    <a:pt x="2213733" y="2421370"/>
                  </a:lnTo>
                  <a:lnTo>
                    <a:pt x="2213733" y="2420746"/>
                  </a:lnTo>
                  <a:lnTo>
                    <a:pt x="2213842" y="2420746"/>
                  </a:lnTo>
                  <a:lnTo>
                    <a:pt x="2213950" y="2420746"/>
                  </a:lnTo>
                  <a:lnTo>
                    <a:pt x="2214058" y="2420746"/>
                  </a:lnTo>
                  <a:lnTo>
                    <a:pt x="2214058" y="2420122"/>
                  </a:lnTo>
                  <a:lnTo>
                    <a:pt x="2214167" y="2420122"/>
                  </a:lnTo>
                  <a:lnTo>
                    <a:pt x="2214275" y="2420122"/>
                  </a:lnTo>
                  <a:lnTo>
                    <a:pt x="2214275" y="2419499"/>
                  </a:lnTo>
                  <a:lnTo>
                    <a:pt x="2214384" y="2419499"/>
                  </a:lnTo>
                  <a:lnTo>
                    <a:pt x="2214492" y="2419499"/>
                  </a:lnTo>
                  <a:lnTo>
                    <a:pt x="2214601" y="2419499"/>
                  </a:lnTo>
                  <a:lnTo>
                    <a:pt x="2214709" y="2419499"/>
                  </a:lnTo>
                  <a:lnTo>
                    <a:pt x="2214818" y="2419499"/>
                  </a:lnTo>
                  <a:lnTo>
                    <a:pt x="2214926" y="2419499"/>
                  </a:lnTo>
                  <a:lnTo>
                    <a:pt x="2215034" y="2419499"/>
                  </a:lnTo>
                  <a:lnTo>
                    <a:pt x="2215143" y="2419499"/>
                  </a:lnTo>
                  <a:lnTo>
                    <a:pt x="2215251" y="2419499"/>
                  </a:lnTo>
                  <a:lnTo>
                    <a:pt x="2215360" y="2419499"/>
                  </a:lnTo>
                  <a:lnTo>
                    <a:pt x="2215360" y="2418875"/>
                  </a:lnTo>
                  <a:lnTo>
                    <a:pt x="2215468" y="2418875"/>
                  </a:lnTo>
                  <a:lnTo>
                    <a:pt x="2215468" y="2418252"/>
                  </a:lnTo>
                  <a:lnTo>
                    <a:pt x="2215577" y="2418252"/>
                  </a:lnTo>
                  <a:lnTo>
                    <a:pt x="2215685" y="2418252"/>
                  </a:lnTo>
                  <a:lnTo>
                    <a:pt x="2215685" y="2417628"/>
                  </a:lnTo>
                  <a:lnTo>
                    <a:pt x="2215794" y="2417628"/>
                  </a:lnTo>
                  <a:lnTo>
                    <a:pt x="2215902" y="2417628"/>
                  </a:lnTo>
                  <a:lnTo>
                    <a:pt x="2216010" y="2417628"/>
                  </a:lnTo>
                  <a:lnTo>
                    <a:pt x="2216010" y="2417005"/>
                  </a:lnTo>
                  <a:lnTo>
                    <a:pt x="2216119" y="2417005"/>
                  </a:lnTo>
                  <a:lnTo>
                    <a:pt x="2216227" y="2417005"/>
                  </a:lnTo>
                  <a:lnTo>
                    <a:pt x="2216336" y="2417005"/>
                  </a:lnTo>
                  <a:lnTo>
                    <a:pt x="2216444" y="2417005"/>
                  </a:lnTo>
                  <a:lnTo>
                    <a:pt x="2216553" y="2417005"/>
                  </a:lnTo>
                  <a:lnTo>
                    <a:pt x="2216661" y="2417005"/>
                  </a:lnTo>
                  <a:lnTo>
                    <a:pt x="2216770" y="2417005"/>
                  </a:lnTo>
                  <a:lnTo>
                    <a:pt x="2216878" y="2417005"/>
                  </a:lnTo>
                  <a:lnTo>
                    <a:pt x="2216878" y="2416381"/>
                  </a:lnTo>
                  <a:lnTo>
                    <a:pt x="2216878" y="2415757"/>
                  </a:lnTo>
                  <a:lnTo>
                    <a:pt x="2216987" y="2415757"/>
                  </a:lnTo>
                  <a:lnTo>
                    <a:pt x="2217095" y="2415757"/>
                  </a:lnTo>
                  <a:lnTo>
                    <a:pt x="2217203" y="2415757"/>
                  </a:lnTo>
                  <a:lnTo>
                    <a:pt x="2217312" y="2415757"/>
                  </a:lnTo>
                  <a:lnTo>
                    <a:pt x="2217420" y="2415757"/>
                  </a:lnTo>
                  <a:lnTo>
                    <a:pt x="2217529" y="2415757"/>
                  </a:lnTo>
                  <a:lnTo>
                    <a:pt x="2217637" y="2415757"/>
                  </a:lnTo>
                  <a:lnTo>
                    <a:pt x="2217746" y="2415757"/>
                  </a:lnTo>
                  <a:lnTo>
                    <a:pt x="2217854" y="2415757"/>
                  </a:lnTo>
                  <a:lnTo>
                    <a:pt x="2217963" y="2415757"/>
                  </a:lnTo>
                  <a:lnTo>
                    <a:pt x="2218071" y="2415757"/>
                  </a:lnTo>
                  <a:lnTo>
                    <a:pt x="2218071" y="2415134"/>
                  </a:lnTo>
                  <a:lnTo>
                    <a:pt x="2218179" y="2415134"/>
                  </a:lnTo>
                  <a:lnTo>
                    <a:pt x="2218179" y="2414510"/>
                  </a:lnTo>
                  <a:lnTo>
                    <a:pt x="2218288" y="2414510"/>
                  </a:lnTo>
                  <a:lnTo>
                    <a:pt x="2218396" y="2414510"/>
                  </a:lnTo>
                  <a:lnTo>
                    <a:pt x="2218505" y="2414510"/>
                  </a:lnTo>
                  <a:lnTo>
                    <a:pt x="2218613" y="2414510"/>
                  </a:lnTo>
                  <a:lnTo>
                    <a:pt x="2218722" y="2414510"/>
                  </a:lnTo>
                  <a:lnTo>
                    <a:pt x="2218830" y="2414510"/>
                  </a:lnTo>
                  <a:lnTo>
                    <a:pt x="2218939" y="2414510"/>
                  </a:lnTo>
                  <a:lnTo>
                    <a:pt x="2219047" y="2414510"/>
                  </a:lnTo>
                  <a:lnTo>
                    <a:pt x="2219155" y="2414510"/>
                  </a:lnTo>
                  <a:lnTo>
                    <a:pt x="2219155" y="2413887"/>
                  </a:lnTo>
                  <a:lnTo>
                    <a:pt x="2219264" y="2413887"/>
                  </a:lnTo>
                  <a:lnTo>
                    <a:pt x="2219372" y="2413887"/>
                  </a:lnTo>
                  <a:lnTo>
                    <a:pt x="2219481" y="2413887"/>
                  </a:lnTo>
                  <a:lnTo>
                    <a:pt x="2219589" y="2413887"/>
                  </a:lnTo>
                  <a:lnTo>
                    <a:pt x="2219589" y="2413263"/>
                  </a:lnTo>
                  <a:lnTo>
                    <a:pt x="2219698" y="2413263"/>
                  </a:lnTo>
                  <a:lnTo>
                    <a:pt x="2219806" y="2413263"/>
                  </a:lnTo>
                  <a:lnTo>
                    <a:pt x="2219915" y="2413263"/>
                  </a:lnTo>
                  <a:lnTo>
                    <a:pt x="2220023" y="2413263"/>
                  </a:lnTo>
                  <a:lnTo>
                    <a:pt x="2220131" y="2413263"/>
                  </a:lnTo>
                  <a:lnTo>
                    <a:pt x="2220240" y="2413263"/>
                  </a:lnTo>
                  <a:lnTo>
                    <a:pt x="2220348" y="2413263"/>
                  </a:lnTo>
                  <a:lnTo>
                    <a:pt x="2220457" y="2413263"/>
                  </a:lnTo>
                  <a:lnTo>
                    <a:pt x="2220457" y="2412639"/>
                  </a:lnTo>
                  <a:lnTo>
                    <a:pt x="2220565" y="2412639"/>
                  </a:lnTo>
                  <a:lnTo>
                    <a:pt x="2220674" y="2412639"/>
                  </a:lnTo>
                  <a:lnTo>
                    <a:pt x="2220782" y="2412639"/>
                  </a:lnTo>
                  <a:lnTo>
                    <a:pt x="2220891" y="2412639"/>
                  </a:lnTo>
                  <a:lnTo>
                    <a:pt x="2220999" y="2412639"/>
                  </a:lnTo>
                  <a:lnTo>
                    <a:pt x="2221108" y="2412639"/>
                  </a:lnTo>
                  <a:lnTo>
                    <a:pt x="2221216" y="2412639"/>
                  </a:lnTo>
                  <a:lnTo>
                    <a:pt x="2221324" y="2412639"/>
                  </a:lnTo>
                  <a:lnTo>
                    <a:pt x="2221433" y="2412639"/>
                  </a:lnTo>
                  <a:lnTo>
                    <a:pt x="2221541" y="2412639"/>
                  </a:lnTo>
                  <a:lnTo>
                    <a:pt x="2221541" y="2412016"/>
                  </a:lnTo>
                  <a:lnTo>
                    <a:pt x="2221650" y="2412016"/>
                  </a:lnTo>
                  <a:lnTo>
                    <a:pt x="2221758" y="2412016"/>
                  </a:lnTo>
                  <a:lnTo>
                    <a:pt x="2221867" y="2412016"/>
                  </a:lnTo>
                  <a:lnTo>
                    <a:pt x="2221867" y="2411392"/>
                  </a:lnTo>
                  <a:lnTo>
                    <a:pt x="2221867" y="2410769"/>
                  </a:lnTo>
                  <a:lnTo>
                    <a:pt x="2221867" y="2410145"/>
                  </a:lnTo>
                  <a:lnTo>
                    <a:pt x="2221975" y="2410145"/>
                  </a:lnTo>
                  <a:lnTo>
                    <a:pt x="2221975" y="2409522"/>
                  </a:lnTo>
                  <a:lnTo>
                    <a:pt x="2222084" y="2409522"/>
                  </a:lnTo>
                  <a:lnTo>
                    <a:pt x="2222192" y="2409522"/>
                  </a:lnTo>
                  <a:lnTo>
                    <a:pt x="2222300" y="2409522"/>
                  </a:lnTo>
                  <a:lnTo>
                    <a:pt x="2222409" y="2409522"/>
                  </a:lnTo>
                  <a:lnTo>
                    <a:pt x="2222517" y="2409522"/>
                  </a:lnTo>
                  <a:lnTo>
                    <a:pt x="2222626" y="2409522"/>
                  </a:lnTo>
                  <a:lnTo>
                    <a:pt x="2222734" y="2409522"/>
                  </a:lnTo>
                  <a:lnTo>
                    <a:pt x="2222843" y="2409522"/>
                  </a:lnTo>
                  <a:lnTo>
                    <a:pt x="2222951" y="2409522"/>
                  </a:lnTo>
                  <a:lnTo>
                    <a:pt x="2223060" y="2409522"/>
                  </a:lnTo>
                  <a:lnTo>
                    <a:pt x="2223168" y="2409522"/>
                  </a:lnTo>
                  <a:lnTo>
                    <a:pt x="2223276" y="2409522"/>
                  </a:lnTo>
                  <a:lnTo>
                    <a:pt x="2223385" y="2409522"/>
                  </a:lnTo>
                  <a:lnTo>
                    <a:pt x="2223385" y="2408898"/>
                  </a:lnTo>
                  <a:lnTo>
                    <a:pt x="2223493" y="2408898"/>
                  </a:lnTo>
                  <a:lnTo>
                    <a:pt x="2223602" y="2408898"/>
                  </a:lnTo>
                  <a:lnTo>
                    <a:pt x="2223710" y="2408898"/>
                  </a:lnTo>
                  <a:lnTo>
                    <a:pt x="2223819" y="2408898"/>
                  </a:lnTo>
                  <a:lnTo>
                    <a:pt x="2223927" y="2408898"/>
                  </a:lnTo>
                  <a:lnTo>
                    <a:pt x="2224036" y="2408898"/>
                  </a:lnTo>
                  <a:lnTo>
                    <a:pt x="2224036" y="2408274"/>
                  </a:lnTo>
                  <a:lnTo>
                    <a:pt x="2224144" y="2408274"/>
                  </a:lnTo>
                  <a:lnTo>
                    <a:pt x="2224252" y="2408274"/>
                  </a:lnTo>
                  <a:lnTo>
                    <a:pt x="2224361" y="2408274"/>
                  </a:lnTo>
                  <a:lnTo>
                    <a:pt x="2224469" y="2408274"/>
                  </a:lnTo>
                  <a:lnTo>
                    <a:pt x="2224578" y="2408274"/>
                  </a:lnTo>
                  <a:lnTo>
                    <a:pt x="2224578" y="2407651"/>
                  </a:lnTo>
                  <a:lnTo>
                    <a:pt x="2224686" y="2407651"/>
                  </a:lnTo>
                  <a:lnTo>
                    <a:pt x="2224795" y="2407651"/>
                  </a:lnTo>
                  <a:lnTo>
                    <a:pt x="2224903" y="2407651"/>
                  </a:lnTo>
                  <a:lnTo>
                    <a:pt x="2225012" y="2407651"/>
                  </a:lnTo>
                  <a:lnTo>
                    <a:pt x="2225120" y="2407651"/>
                  </a:lnTo>
                  <a:lnTo>
                    <a:pt x="2225229" y="2407651"/>
                  </a:lnTo>
                  <a:lnTo>
                    <a:pt x="2225337" y="2407651"/>
                  </a:lnTo>
                  <a:lnTo>
                    <a:pt x="2225445" y="2407651"/>
                  </a:lnTo>
                  <a:lnTo>
                    <a:pt x="2225554" y="2407651"/>
                  </a:lnTo>
                  <a:lnTo>
                    <a:pt x="2225662" y="2407651"/>
                  </a:lnTo>
                  <a:lnTo>
                    <a:pt x="2225771" y="2407651"/>
                  </a:lnTo>
                  <a:lnTo>
                    <a:pt x="2225879" y="2407651"/>
                  </a:lnTo>
                  <a:lnTo>
                    <a:pt x="2225879" y="2407027"/>
                  </a:lnTo>
                  <a:lnTo>
                    <a:pt x="2225988" y="2407027"/>
                  </a:lnTo>
                  <a:lnTo>
                    <a:pt x="2226096" y="2407027"/>
                  </a:lnTo>
                  <a:lnTo>
                    <a:pt x="2226205" y="2407027"/>
                  </a:lnTo>
                  <a:lnTo>
                    <a:pt x="2226313" y="2407027"/>
                  </a:lnTo>
                  <a:lnTo>
                    <a:pt x="2226421" y="2407027"/>
                  </a:lnTo>
                  <a:lnTo>
                    <a:pt x="2226530" y="2407027"/>
                  </a:lnTo>
                  <a:lnTo>
                    <a:pt x="2226638" y="2407027"/>
                  </a:lnTo>
                  <a:lnTo>
                    <a:pt x="2226747" y="2407027"/>
                  </a:lnTo>
                  <a:lnTo>
                    <a:pt x="2226855" y="2407027"/>
                  </a:lnTo>
                  <a:lnTo>
                    <a:pt x="2226964" y="2407027"/>
                  </a:lnTo>
                  <a:lnTo>
                    <a:pt x="2227072" y="2407027"/>
                  </a:lnTo>
                  <a:lnTo>
                    <a:pt x="2227181" y="2407027"/>
                  </a:lnTo>
                  <a:lnTo>
                    <a:pt x="2227289" y="2407027"/>
                  </a:lnTo>
                  <a:lnTo>
                    <a:pt x="2227397" y="2407027"/>
                  </a:lnTo>
                  <a:lnTo>
                    <a:pt x="2227506" y="2407027"/>
                  </a:lnTo>
                  <a:lnTo>
                    <a:pt x="2227614" y="2407027"/>
                  </a:lnTo>
                  <a:lnTo>
                    <a:pt x="2227614" y="2406404"/>
                  </a:lnTo>
                  <a:lnTo>
                    <a:pt x="2227723" y="2406404"/>
                  </a:lnTo>
                  <a:lnTo>
                    <a:pt x="2227723" y="2405780"/>
                  </a:lnTo>
                  <a:lnTo>
                    <a:pt x="2227723" y="2405157"/>
                  </a:lnTo>
                  <a:lnTo>
                    <a:pt x="2227831" y="2405157"/>
                  </a:lnTo>
                  <a:lnTo>
                    <a:pt x="2227940" y="2405157"/>
                  </a:lnTo>
                  <a:lnTo>
                    <a:pt x="2228048" y="2405157"/>
                  </a:lnTo>
                  <a:lnTo>
                    <a:pt x="2228157" y="2405157"/>
                  </a:lnTo>
                  <a:lnTo>
                    <a:pt x="2228157" y="2404533"/>
                  </a:lnTo>
                  <a:lnTo>
                    <a:pt x="2228265" y="2404533"/>
                  </a:lnTo>
                  <a:lnTo>
                    <a:pt x="2228373" y="2404533"/>
                  </a:lnTo>
                  <a:lnTo>
                    <a:pt x="2228482" y="2404533"/>
                  </a:lnTo>
                  <a:lnTo>
                    <a:pt x="2228590" y="2404533"/>
                  </a:lnTo>
                  <a:lnTo>
                    <a:pt x="2228699" y="2404533"/>
                  </a:lnTo>
                  <a:lnTo>
                    <a:pt x="2228807" y="2404533"/>
                  </a:lnTo>
                  <a:lnTo>
                    <a:pt x="2228916" y="2404533"/>
                  </a:lnTo>
                  <a:lnTo>
                    <a:pt x="2229024" y="2404533"/>
                  </a:lnTo>
                  <a:lnTo>
                    <a:pt x="2229024" y="2403909"/>
                  </a:lnTo>
                  <a:lnTo>
                    <a:pt x="2229133" y="2403909"/>
                  </a:lnTo>
                  <a:lnTo>
                    <a:pt x="2229241" y="2403909"/>
                  </a:lnTo>
                  <a:lnTo>
                    <a:pt x="2229349" y="2403909"/>
                  </a:lnTo>
                  <a:lnTo>
                    <a:pt x="2229458" y="2403909"/>
                  </a:lnTo>
                  <a:lnTo>
                    <a:pt x="2229566" y="2403909"/>
                  </a:lnTo>
                  <a:lnTo>
                    <a:pt x="2229675" y="2403909"/>
                  </a:lnTo>
                  <a:lnTo>
                    <a:pt x="2229783" y="2403909"/>
                  </a:lnTo>
                  <a:lnTo>
                    <a:pt x="2229892" y="2403909"/>
                  </a:lnTo>
                  <a:lnTo>
                    <a:pt x="2229892" y="2403286"/>
                  </a:lnTo>
                  <a:lnTo>
                    <a:pt x="2230000" y="2403286"/>
                  </a:lnTo>
                  <a:lnTo>
                    <a:pt x="2230109" y="2403286"/>
                  </a:lnTo>
                  <a:lnTo>
                    <a:pt x="2230217" y="2403286"/>
                  </a:lnTo>
                  <a:lnTo>
                    <a:pt x="2230217" y="2402662"/>
                  </a:lnTo>
                  <a:lnTo>
                    <a:pt x="2230217" y="2402039"/>
                  </a:lnTo>
                  <a:lnTo>
                    <a:pt x="2230326" y="2402039"/>
                  </a:lnTo>
                  <a:lnTo>
                    <a:pt x="2230434" y="2402039"/>
                  </a:lnTo>
                  <a:lnTo>
                    <a:pt x="2230434" y="2401415"/>
                  </a:lnTo>
                  <a:lnTo>
                    <a:pt x="2230542" y="2401415"/>
                  </a:lnTo>
                  <a:lnTo>
                    <a:pt x="2230542" y="2400791"/>
                  </a:lnTo>
                  <a:lnTo>
                    <a:pt x="2230542" y="2400168"/>
                  </a:lnTo>
                  <a:lnTo>
                    <a:pt x="2230651" y="2400168"/>
                  </a:lnTo>
                  <a:lnTo>
                    <a:pt x="2230759" y="2400168"/>
                  </a:lnTo>
                  <a:lnTo>
                    <a:pt x="2230759" y="2399544"/>
                  </a:lnTo>
                  <a:lnTo>
                    <a:pt x="2230868" y="2399544"/>
                  </a:lnTo>
                  <a:lnTo>
                    <a:pt x="2230976" y="2399544"/>
                  </a:lnTo>
                  <a:lnTo>
                    <a:pt x="2231085" y="2399544"/>
                  </a:lnTo>
                  <a:lnTo>
                    <a:pt x="2231085" y="2398921"/>
                  </a:lnTo>
                  <a:lnTo>
                    <a:pt x="2231193" y="2398921"/>
                  </a:lnTo>
                  <a:lnTo>
                    <a:pt x="2231302" y="2398921"/>
                  </a:lnTo>
                  <a:lnTo>
                    <a:pt x="2231410" y="2398921"/>
                  </a:lnTo>
                  <a:lnTo>
                    <a:pt x="2231518" y="2398921"/>
                  </a:lnTo>
                  <a:lnTo>
                    <a:pt x="2231627" y="2398921"/>
                  </a:lnTo>
                  <a:lnTo>
                    <a:pt x="2231735" y="2398921"/>
                  </a:lnTo>
                  <a:lnTo>
                    <a:pt x="2231735" y="2398297"/>
                  </a:lnTo>
                  <a:lnTo>
                    <a:pt x="2231735" y="2397674"/>
                  </a:lnTo>
                  <a:lnTo>
                    <a:pt x="2231735" y="2397050"/>
                  </a:lnTo>
                  <a:lnTo>
                    <a:pt x="2231735" y="2396426"/>
                  </a:lnTo>
                  <a:lnTo>
                    <a:pt x="2231844" y="2396426"/>
                  </a:lnTo>
                  <a:lnTo>
                    <a:pt x="2231952" y="2396426"/>
                  </a:lnTo>
                  <a:lnTo>
                    <a:pt x="2231952" y="2395803"/>
                  </a:lnTo>
                  <a:lnTo>
                    <a:pt x="2232061" y="2395803"/>
                  </a:lnTo>
                  <a:lnTo>
                    <a:pt x="2232169" y="2395803"/>
                  </a:lnTo>
                  <a:lnTo>
                    <a:pt x="2232278" y="2395803"/>
                  </a:lnTo>
                  <a:lnTo>
                    <a:pt x="2232386" y="2395803"/>
                  </a:lnTo>
                  <a:lnTo>
                    <a:pt x="2232386" y="2395179"/>
                  </a:lnTo>
                  <a:lnTo>
                    <a:pt x="2232494" y="2395179"/>
                  </a:lnTo>
                  <a:lnTo>
                    <a:pt x="2232603" y="2395179"/>
                  </a:lnTo>
                  <a:lnTo>
                    <a:pt x="2232711" y="2395179"/>
                  </a:lnTo>
                  <a:lnTo>
                    <a:pt x="2232820" y="2395179"/>
                  </a:lnTo>
                  <a:lnTo>
                    <a:pt x="2232928" y="2395179"/>
                  </a:lnTo>
                  <a:lnTo>
                    <a:pt x="2233037" y="2395179"/>
                  </a:lnTo>
                  <a:lnTo>
                    <a:pt x="2233145" y="2395179"/>
                  </a:lnTo>
                  <a:lnTo>
                    <a:pt x="2233254" y="2395179"/>
                  </a:lnTo>
                  <a:lnTo>
                    <a:pt x="2233254" y="2394556"/>
                  </a:lnTo>
                  <a:lnTo>
                    <a:pt x="2233362" y="2394556"/>
                  </a:lnTo>
                  <a:lnTo>
                    <a:pt x="2233470" y="2394556"/>
                  </a:lnTo>
                  <a:lnTo>
                    <a:pt x="2233579" y="2394556"/>
                  </a:lnTo>
                  <a:lnTo>
                    <a:pt x="2233687" y="2394556"/>
                  </a:lnTo>
                  <a:lnTo>
                    <a:pt x="2233796" y="2394556"/>
                  </a:lnTo>
                  <a:lnTo>
                    <a:pt x="2233904" y="2394556"/>
                  </a:lnTo>
                  <a:lnTo>
                    <a:pt x="2233904" y="2393932"/>
                  </a:lnTo>
                  <a:lnTo>
                    <a:pt x="2234013" y="2393932"/>
                  </a:lnTo>
                  <a:lnTo>
                    <a:pt x="2234013" y="2393308"/>
                  </a:lnTo>
                  <a:lnTo>
                    <a:pt x="2234121" y="2393308"/>
                  </a:lnTo>
                  <a:lnTo>
                    <a:pt x="2234230" y="2393308"/>
                  </a:lnTo>
                  <a:lnTo>
                    <a:pt x="2234338" y="2393308"/>
                  </a:lnTo>
                  <a:lnTo>
                    <a:pt x="2234447" y="2393308"/>
                  </a:lnTo>
                  <a:lnTo>
                    <a:pt x="2234447" y="2392685"/>
                  </a:lnTo>
                  <a:lnTo>
                    <a:pt x="2234555" y="2392685"/>
                  </a:lnTo>
                  <a:lnTo>
                    <a:pt x="2234663" y="2392685"/>
                  </a:lnTo>
                  <a:lnTo>
                    <a:pt x="2234772" y="2392685"/>
                  </a:lnTo>
                  <a:lnTo>
                    <a:pt x="2234880" y="2392685"/>
                  </a:lnTo>
                  <a:lnTo>
                    <a:pt x="2234989" y="2392685"/>
                  </a:lnTo>
                  <a:lnTo>
                    <a:pt x="2234989" y="2392061"/>
                  </a:lnTo>
                  <a:lnTo>
                    <a:pt x="2234989" y="2391438"/>
                  </a:lnTo>
                  <a:lnTo>
                    <a:pt x="2235097" y="2391438"/>
                  </a:lnTo>
                  <a:lnTo>
                    <a:pt x="2235097" y="2390814"/>
                  </a:lnTo>
                  <a:lnTo>
                    <a:pt x="2235097" y="2390191"/>
                  </a:lnTo>
                  <a:lnTo>
                    <a:pt x="2235206" y="2390191"/>
                  </a:lnTo>
                  <a:lnTo>
                    <a:pt x="2235206" y="2389567"/>
                  </a:lnTo>
                  <a:lnTo>
                    <a:pt x="2235206" y="2388943"/>
                  </a:lnTo>
                  <a:lnTo>
                    <a:pt x="2235314" y="2388943"/>
                  </a:lnTo>
                  <a:lnTo>
                    <a:pt x="2235423" y="2388943"/>
                  </a:lnTo>
                  <a:lnTo>
                    <a:pt x="2235531" y="2388943"/>
                  </a:lnTo>
                  <a:lnTo>
                    <a:pt x="2235639" y="2388943"/>
                  </a:lnTo>
                  <a:lnTo>
                    <a:pt x="2235748" y="2388943"/>
                  </a:lnTo>
                  <a:lnTo>
                    <a:pt x="2235856" y="2388943"/>
                  </a:lnTo>
                  <a:lnTo>
                    <a:pt x="2235965" y="2388943"/>
                  </a:lnTo>
                  <a:lnTo>
                    <a:pt x="2236073" y="2388943"/>
                  </a:lnTo>
                  <a:lnTo>
                    <a:pt x="2236182" y="2388943"/>
                  </a:lnTo>
                  <a:lnTo>
                    <a:pt x="2236182" y="2388320"/>
                  </a:lnTo>
                  <a:lnTo>
                    <a:pt x="2236290" y="2388320"/>
                  </a:lnTo>
                  <a:lnTo>
                    <a:pt x="2236399" y="2388320"/>
                  </a:lnTo>
                  <a:lnTo>
                    <a:pt x="2236507" y="2388320"/>
                  </a:lnTo>
                  <a:lnTo>
                    <a:pt x="2236507" y="2387696"/>
                  </a:lnTo>
                  <a:lnTo>
                    <a:pt x="2236615" y="2387696"/>
                  </a:lnTo>
                  <a:lnTo>
                    <a:pt x="2236615" y="2387073"/>
                  </a:lnTo>
                  <a:lnTo>
                    <a:pt x="2236615" y="2386449"/>
                  </a:lnTo>
                  <a:lnTo>
                    <a:pt x="2236724" y="2386449"/>
                  </a:lnTo>
                  <a:lnTo>
                    <a:pt x="2236832" y="2386449"/>
                  </a:lnTo>
                  <a:lnTo>
                    <a:pt x="2236941" y="2386449"/>
                  </a:lnTo>
                  <a:lnTo>
                    <a:pt x="2237049" y="2386449"/>
                  </a:lnTo>
                  <a:lnTo>
                    <a:pt x="2237049" y="2385825"/>
                  </a:lnTo>
                  <a:lnTo>
                    <a:pt x="2237049" y="2385202"/>
                  </a:lnTo>
                  <a:lnTo>
                    <a:pt x="2237158" y="2385202"/>
                  </a:lnTo>
                  <a:lnTo>
                    <a:pt x="2237266" y="2385202"/>
                  </a:lnTo>
                  <a:lnTo>
                    <a:pt x="2237375" y="2385202"/>
                  </a:lnTo>
                  <a:lnTo>
                    <a:pt x="2237483" y="2385202"/>
                  </a:lnTo>
                  <a:lnTo>
                    <a:pt x="2237591" y="2385202"/>
                  </a:lnTo>
                  <a:lnTo>
                    <a:pt x="2237700" y="2385202"/>
                  </a:lnTo>
                  <a:lnTo>
                    <a:pt x="2237808" y="2385202"/>
                  </a:lnTo>
                  <a:lnTo>
                    <a:pt x="2237917" y="2385202"/>
                  </a:lnTo>
                  <a:lnTo>
                    <a:pt x="2238025" y="2385202"/>
                  </a:lnTo>
                  <a:lnTo>
                    <a:pt x="2238025" y="2384578"/>
                  </a:lnTo>
                  <a:lnTo>
                    <a:pt x="2238025" y="2383955"/>
                  </a:lnTo>
                  <a:lnTo>
                    <a:pt x="2238025" y="2383331"/>
                  </a:lnTo>
                  <a:lnTo>
                    <a:pt x="2238025" y="2382708"/>
                  </a:lnTo>
                  <a:lnTo>
                    <a:pt x="2238134" y="2382708"/>
                  </a:lnTo>
                  <a:lnTo>
                    <a:pt x="2238242" y="2382708"/>
                  </a:lnTo>
                  <a:lnTo>
                    <a:pt x="2238351" y="2382708"/>
                  </a:lnTo>
                  <a:lnTo>
                    <a:pt x="2238459" y="2382708"/>
                  </a:lnTo>
                  <a:lnTo>
                    <a:pt x="2238568" y="2382708"/>
                  </a:lnTo>
                  <a:lnTo>
                    <a:pt x="2238568" y="2382084"/>
                  </a:lnTo>
                  <a:lnTo>
                    <a:pt x="2238676" y="2382084"/>
                  </a:lnTo>
                  <a:lnTo>
                    <a:pt x="2238676" y="2381460"/>
                  </a:lnTo>
                  <a:lnTo>
                    <a:pt x="2238784" y="2381460"/>
                  </a:lnTo>
                  <a:lnTo>
                    <a:pt x="2238893" y="2381460"/>
                  </a:lnTo>
                  <a:lnTo>
                    <a:pt x="2238893" y="2380837"/>
                  </a:lnTo>
                  <a:lnTo>
                    <a:pt x="2239001" y="2380837"/>
                  </a:lnTo>
                  <a:lnTo>
                    <a:pt x="2239110" y="2380837"/>
                  </a:lnTo>
                  <a:lnTo>
                    <a:pt x="2239218" y="2380837"/>
                  </a:lnTo>
                  <a:lnTo>
                    <a:pt x="2239327" y="2380837"/>
                  </a:lnTo>
                  <a:lnTo>
                    <a:pt x="2239435" y="2380837"/>
                  </a:lnTo>
                  <a:lnTo>
                    <a:pt x="2239544" y="2380837"/>
                  </a:lnTo>
                  <a:lnTo>
                    <a:pt x="2239652" y="2380837"/>
                  </a:lnTo>
                  <a:lnTo>
                    <a:pt x="2239760" y="2380837"/>
                  </a:lnTo>
                  <a:lnTo>
                    <a:pt x="2239869" y="2380837"/>
                  </a:lnTo>
                  <a:lnTo>
                    <a:pt x="2239977" y="2380837"/>
                  </a:lnTo>
                  <a:lnTo>
                    <a:pt x="2239977" y="2380213"/>
                  </a:lnTo>
                  <a:lnTo>
                    <a:pt x="2240086" y="2380213"/>
                  </a:lnTo>
                  <a:lnTo>
                    <a:pt x="2240194" y="2380213"/>
                  </a:lnTo>
                  <a:lnTo>
                    <a:pt x="2240303" y="2380213"/>
                  </a:lnTo>
                  <a:lnTo>
                    <a:pt x="2240411" y="2380213"/>
                  </a:lnTo>
                  <a:lnTo>
                    <a:pt x="2240520" y="2380213"/>
                  </a:lnTo>
                  <a:lnTo>
                    <a:pt x="2240628" y="2380213"/>
                  </a:lnTo>
                  <a:lnTo>
                    <a:pt x="2240736" y="2380213"/>
                  </a:lnTo>
                  <a:lnTo>
                    <a:pt x="2240845" y="2380213"/>
                  </a:lnTo>
                  <a:lnTo>
                    <a:pt x="2240953" y="2380213"/>
                  </a:lnTo>
                  <a:lnTo>
                    <a:pt x="2241062" y="2380213"/>
                  </a:lnTo>
                  <a:lnTo>
                    <a:pt x="2241170" y="2380213"/>
                  </a:lnTo>
                  <a:lnTo>
                    <a:pt x="2241279" y="2380213"/>
                  </a:lnTo>
                  <a:lnTo>
                    <a:pt x="2241279" y="2379590"/>
                  </a:lnTo>
                  <a:lnTo>
                    <a:pt x="2241279" y="2378966"/>
                  </a:lnTo>
                  <a:lnTo>
                    <a:pt x="2241279" y="2378342"/>
                  </a:lnTo>
                  <a:lnTo>
                    <a:pt x="2241387" y="2378342"/>
                  </a:lnTo>
                  <a:lnTo>
                    <a:pt x="2241496" y="2378342"/>
                  </a:lnTo>
                  <a:lnTo>
                    <a:pt x="2241604" y="2378342"/>
                  </a:lnTo>
                  <a:lnTo>
                    <a:pt x="2241604" y="2377719"/>
                  </a:lnTo>
                  <a:lnTo>
                    <a:pt x="2241712" y="2377719"/>
                  </a:lnTo>
                  <a:lnTo>
                    <a:pt x="2241821" y="2377719"/>
                  </a:lnTo>
                  <a:lnTo>
                    <a:pt x="2241929" y="2377719"/>
                  </a:lnTo>
                  <a:lnTo>
                    <a:pt x="2242038" y="2377719"/>
                  </a:lnTo>
                  <a:lnTo>
                    <a:pt x="2242038" y="2377095"/>
                  </a:lnTo>
                  <a:lnTo>
                    <a:pt x="2242146" y="2377095"/>
                  </a:lnTo>
                  <a:lnTo>
                    <a:pt x="2242255" y="2377095"/>
                  </a:lnTo>
                  <a:lnTo>
                    <a:pt x="2242363" y="2377095"/>
                  </a:lnTo>
                  <a:lnTo>
                    <a:pt x="2242472" y="2377095"/>
                  </a:lnTo>
                  <a:lnTo>
                    <a:pt x="2242580" y="2377095"/>
                  </a:lnTo>
                  <a:lnTo>
                    <a:pt x="2242689" y="2377095"/>
                  </a:lnTo>
                  <a:lnTo>
                    <a:pt x="2242797" y="2377095"/>
                  </a:lnTo>
                  <a:lnTo>
                    <a:pt x="2242905" y="2377095"/>
                  </a:lnTo>
                  <a:lnTo>
                    <a:pt x="2243014" y="2377095"/>
                  </a:lnTo>
                  <a:lnTo>
                    <a:pt x="2243014" y="2376472"/>
                  </a:lnTo>
                  <a:lnTo>
                    <a:pt x="2243014" y="2375848"/>
                  </a:lnTo>
                  <a:lnTo>
                    <a:pt x="2243122" y="2375848"/>
                  </a:lnTo>
                  <a:lnTo>
                    <a:pt x="2243122" y="2375225"/>
                  </a:lnTo>
                  <a:lnTo>
                    <a:pt x="2243122" y="2374601"/>
                  </a:lnTo>
                  <a:lnTo>
                    <a:pt x="2243231" y="2374601"/>
                  </a:lnTo>
                  <a:lnTo>
                    <a:pt x="2243339" y="2374601"/>
                  </a:lnTo>
                  <a:lnTo>
                    <a:pt x="2243448" y="2374601"/>
                  </a:lnTo>
                  <a:lnTo>
                    <a:pt x="2243556" y="2374601"/>
                  </a:lnTo>
                  <a:lnTo>
                    <a:pt x="2243665" y="2374601"/>
                  </a:lnTo>
                  <a:lnTo>
                    <a:pt x="2243773" y="2374601"/>
                  </a:lnTo>
                  <a:lnTo>
                    <a:pt x="2243881" y="2374601"/>
                  </a:lnTo>
                  <a:lnTo>
                    <a:pt x="2243881" y="2373977"/>
                  </a:lnTo>
                  <a:lnTo>
                    <a:pt x="2243881" y="2373354"/>
                  </a:lnTo>
                  <a:lnTo>
                    <a:pt x="2243881" y="2372730"/>
                  </a:lnTo>
                  <a:lnTo>
                    <a:pt x="2243990" y="2372730"/>
                  </a:lnTo>
                  <a:lnTo>
                    <a:pt x="2244098" y="2372730"/>
                  </a:lnTo>
                  <a:lnTo>
                    <a:pt x="2244207" y="2372730"/>
                  </a:lnTo>
                  <a:lnTo>
                    <a:pt x="2244315" y="2372730"/>
                  </a:lnTo>
                  <a:lnTo>
                    <a:pt x="2244424" y="2372730"/>
                  </a:lnTo>
                  <a:lnTo>
                    <a:pt x="2244532" y="2372730"/>
                  </a:lnTo>
                  <a:lnTo>
                    <a:pt x="2244641" y="2372730"/>
                  </a:lnTo>
                  <a:lnTo>
                    <a:pt x="2244749" y="2372730"/>
                  </a:lnTo>
                  <a:lnTo>
                    <a:pt x="2244857" y="2372730"/>
                  </a:lnTo>
                  <a:lnTo>
                    <a:pt x="2244966" y="2372730"/>
                  </a:lnTo>
                  <a:lnTo>
                    <a:pt x="2245074" y="2372730"/>
                  </a:lnTo>
                  <a:lnTo>
                    <a:pt x="2245183" y="2372730"/>
                  </a:lnTo>
                  <a:lnTo>
                    <a:pt x="2245291" y="2372730"/>
                  </a:lnTo>
                  <a:lnTo>
                    <a:pt x="2245400" y="2372730"/>
                  </a:lnTo>
                  <a:lnTo>
                    <a:pt x="2245508" y="2372730"/>
                  </a:lnTo>
                  <a:lnTo>
                    <a:pt x="2245617" y="2372730"/>
                  </a:lnTo>
                  <a:lnTo>
                    <a:pt x="2245725" y="2372730"/>
                  </a:lnTo>
                  <a:lnTo>
                    <a:pt x="2245833" y="2372730"/>
                  </a:lnTo>
                  <a:lnTo>
                    <a:pt x="2245942" y="2372730"/>
                  </a:lnTo>
                  <a:lnTo>
                    <a:pt x="2246050" y="2372730"/>
                  </a:lnTo>
                  <a:lnTo>
                    <a:pt x="2246159" y="2372730"/>
                  </a:lnTo>
                  <a:lnTo>
                    <a:pt x="2246267" y="2372730"/>
                  </a:lnTo>
                  <a:lnTo>
                    <a:pt x="2246376" y="2372730"/>
                  </a:lnTo>
                  <a:lnTo>
                    <a:pt x="2246484" y="2372730"/>
                  </a:lnTo>
                  <a:lnTo>
                    <a:pt x="2246593" y="2372730"/>
                  </a:lnTo>
                  <a:lnTo>
                    <a:pt x="2246701" y="2372730"/>
                  </a:lnTo>
                  <a:lnTo>
                    <a:pt x="2246810" y="2372730"/>
                  </a:lnTo>
                  <a:lnTo>
                    <a:pt x="2246918" y="2372730"/>
                  </a:lnTo>
                  <a:lnTo>
                    <a:pt x="2247026" y="2372730"/>
                  </a:lnTo>
                  <a:lnTo>
                    <a:pt x="2247135" y="2372730"/>
                  </a:lnTo>
                  <a:lnTo>
                    <a:pt x="2247243" y="2372730"/>
                  </a:lnTo>
                  <a:lnTo>
                    <a:pt x="2247352" y="2372730"/>
                  </a:lnTo>
                  <a:lnTo>
                    <a:pt x="2247460" y="2372730"/>
                  </a:lnTo>
                  <a:lnTo>
                    <a:pt x="2247569" y="2372730"/>
                  </a:lnTo>
                  <a:lnTo>
                    <a:pt x="2247677" y="2372730"/>
                  </a:lnTo>
                  <a:lnTo>
                    <a:pt x="2247786" y="2372730"/>
                  </a:lnTo>
                  <a:lnTo>
                    <a:pt x="2247894" y="2372730"/>
                  </a:lnTo>
                  <a:lnTo>
                    <a:pt x="2248002" y="2372730"/>
                  </a:lnTo>
                  <a:lnTo>
                    <a:pt x="2248002" y="2372107"/>
                  </a:lnTo>
                  <a:lnTo>
                    <a:pt x="2248111" y="2372107"/>
                  </a:lnTo>
                  <a:lnTo>
                    <a:pt x="2248219" y="2372107"/>
                  </a:lnTo>
                  <a:lnTo>
                    <a:pt x="2248328" y="2372107"/>
                  </a:lnTo>
                  <a:lnTo>
                    <a:pt x="2248436" y="2372107"/>
                  </a:lnTo>
                  <a:lnTo>
                    <a:pt x="2248436" y="2371483"/>
                  </a:lnTo>
                  <a:lnTo>
                    <a:pt x="2248545" y="2371483"/>
                  </a:lnTo>
                  <a:lnTo>
                    <a:pt x="2248653" y="2371483"/>
                  </a:lnTo>
                  <a:lnTo>
                    <a:pt x="2248762" y="2371483"/>
                  </a:lnTo>
                  <a:lnTo>
                    <a:pt x="2248870" y="2371483"/>
                  </a:lnTo>
                  <a:lnTo>
                    <a:pt x="2248978" y="2371483"/>
                  </a:lnTo>
                  <a:lnTo>
                    <a:pt x="2249087" y="2371483"/>
                  </a:lnTo>
                  <a:lnTo>
                    <a:pt x="2249087" y="2370859"/>
                  </a:lnTo>
                  <a:lnTo>
                    <a:pt x="2249087" y="2370236"/>
                  </a:lnTo>
                  <a:lnTo>
                    <a:pt x="2249195" y="2370236"/>
                  </a:lnTo>
                  <a:lnTo>
                    <a:pt x="2249304" y="2370236"/>
                  </a:lnTo>
                  <a:lnTo>
                    <a:pt x="2249412" y="2370236"/>
                  </a:lnTo>
                  <a:lnTo>
                    <a:pt x="2249412" y="2369612"/>
                  </a:lnTo>
                  <a:lnTo>
                    <a:pt x="2249521" y="2369612"/>
                  </a:lnTo>
                  <a:lnTo>
                    <a:pt x="2249629" y="2369612"/>
                  </a:lnTo>
                  <a:lnTo>
                    <a:pt x="2249738" y="2369612"/>
                  </a:lnTo>
                  <a:lnTo>
                    <a:pt x="2249738" y="2368989"/>
                  </a:lnTo>
                  <a:lnTo>
                    <a:pt x="2249846" y="2368989"/>
                  </a:lnTo>
                  <a:lnTo>
                    <a:pt x="2249954" y="2368989"/>
                  </a:lnTo>
                  <a:lnTo>
                    <a:pt x="2250063" y="2368989"/>
                  </a:lnTo>
                  <a:lnTo>
                    <a:pt x="2250171" y="2368989"/>
                  </a:lnTo>
                  <a:lnTo>
                    <a:pt x="2250280" y="2368989"/>
                  </a:lnTo>
                  <a:lnTo>
                    <a:pt x="2250388" y="2368989"/>
                  </a:lnTo>
                  <a:lnTo>
                    <a:pt x="2250497" y="2368989"/>
                  </a:lnTo>
                  <a:lnTo>
                    <a:pt x="2250605" y="2368989"/>
                  </a:lnTo>
                  <a:lnTo>
                    <a:pt x="2250605" y="2368365"/>
                  </a:lnTo>
                  <a:lnTo>
                    <a:pt x="2250714" y="2368365"/>
                  </a:lnTo>
                  <a:lnTo>
                    <a:pt x="2250714" y="2367742"/>
                  </a:lnTo>
                  <a:lnTo>
                    <a:pt x="2250822" y="2367742"/>
                  </a:lnTo>
                  <a:lnTo>
                    <a:pt x="2250930" y="2367742"/>
                  </a:lnTo>
                  <a:lnTo>
                    <a:pt x="2250930" y="2367118"/>
                  </a:lnTo>
                  <a:lnTo>
                    <a:pt x="2250930" y="2366494"/>
                  </a:lnTo>
                  <a:lnTo>
                    <a:pt x="2251039" y="2366494"/>
                  </a:lnTo>
                  <a:lnTo>
                    <a:pt x="2251147" y="2366494"/>
                  </a:lnTo>
                  <a:lnTo>
                    <a:pt x="2251256" y="2366494"/>
                  </a:lnTo>
                  <a:lnTo>
                    <a:pt x="2251256" y="2365871"/>
                  </a:lnTo>
                  <a:lnTo>
                    <a:pt x="2251364" y="2365871"/>
                  </a:lnTo>
                  <a:lnTo>
                    <a:pt x="2251364" y="2365247"/>
                  </a:lnTo>
                  <a:lnTo>
                    <a:pt x="2251473" y="2365247"/>
                  </a:lnTo>
                  <a:lnTo>
                    <a:pt x="2251473" y="2364624"/>
                  </a:lnTo>
                  <a:lnTo>
                    <a:pt x="2251581" y="2364624"/>
                  </a:lnTo>
                  <a:lnTo>
                    <a:pt x="2251690" y="2364624"/>
                  </a:lnTo>
                  <a:lnTo>
                    <a:pt x="2251798" y="2364624"/>
                  </a:lnTo>
                  <a:lnTo>
                    <a:pt x="2251798" y="2364000"/>
                  </a:lnTo>
                  <a:lnTo>
                    <a:pt x="2251907" y="2364000"/>
                  </a:lnTo>
                  <a:lnTo>
                    <a:pt x="2252015" y="2364000"/>
                  </a:lnTo>
                  <a:lnTo>
                    <a:pt x="2252015" y="2363376"/>
                  </a:lnTo>
                  <a:lnTo>
                    <a:pt x="2252123" y="2363376"/>
                  </a:lnTo>
                  <a:lnTo>
                    <a:pt x="2252232" y="2363376"/>
                  </a:lnTo>
                  <a:lnTo>
                    <a:pt x="2252340" y="2363376"/>
                  </a:lnTo>
                  <a:lnTo>
                    <a:pt x="2252449" y="2363376"/>
                  </a:lnTo>
                  <a:lnTo>
                    <a:pt x="2252557" y="2363376"/>
                  </a:lnTo>
                  <a:lnTo>
                    <a:pt x="2252666" y="2363376"/>
                  </a:lnTo>
                  <a:lnTo>
                    <a:pt x="2252774" y="2363376"/>
                  </a:lnTo>
                  <a:lnTo>
                    <a:pt x="2252883" y="2363376"/>
                  </a:lnTo>
                  <a:lnTo>
                    <a:pt x="2252991" y="2363376"/>
                  </a:lnTo>
                  <a:lnTo>
                    <a:pt x="2253099" y="2363376"/>
                  </a:lnTo>
                  <a:lnTo>
                    <a:pt x="2253208" y="2363376"/>
                  </a:lnTo>
                  <a:lnTo>
                    <a:pt x="2253316" y="2363376"/>
                  </a:lnTo>
                  <a:lnTo>
                    <a:pt x="2253425" y="2363376"/>
                  </a:lnTo>
                  <a:lnTo>
                    <a:pt x="2253425" y="2362753"/>
                  </a:lnTo>
                  <a:lnTo>
                    <a:pt x="2253533" y="2362753"/>
                  </a:lnTo>
                  <a:lnTo>
                    <a:pt x="2253642" y="2362753"/>
                  </a:lnTo>
                  <a:lnTo>
                    <a:pt x="2253642" y="2362129"/>
                  </a:lnTo>
                  <a:lnTo>
                    <a:pt x="2253750" y="2362129"/>
                  </a:lnTo>
                  <a:lnTo>
                    <a:pt x="2253750" y="2361506"/>
                  </a:lnTo>
                  <a:lnTo>
                    <a:pt x="2253859" y="2361506"/>
                  </a:lnTo>
                  <a:lnTo>
                    <a:pt x="2253859" y="2360882"/>
                  </a:lnTo>
                  <a:lnTo>
                    <a:pt x="2253967" y="2360882"/>
                  </a:lnTo>
                  <a:lnTo>
                    <a:pt x="2254075" y="2360882"/>
                  </a:lnTo>
                  <a:lnTo>
                    <a:pt x="2254184" y="2360882"/>
                  </a:lnTo>
                  <a:lnTo>
                    <a:pt x="2254292" y="2360882"/>
                  </a:lnTo>
                  <a:lnTo>
                    <a:pt x="2254401" y="2360882"/>
                  </a:lnTo>
                  <a:lnTo>
                    <a:pt x="2254509" y="2360882"/>
                  </a:lnTo>
                  <a:lnTo>
                    <a:pt x="2254618" y="2360882"/>
                  </a:lnTo>
                  <a:lnTo>
                    <a:pt x="2254726" y="2360882"/>
                  </a:lnTo>
                  <a:lnTo>
                    <a:pt x="2254835" y="2360882"/>
                  </a:lnTo>
                  <a:lnTo>
                    <a:pt x="2254943" y="2360882"/>
                  </a:lnTo>
                  <a:lnTo>
                    <a:pt x="2255051" y="2360882"/>
                  </a:lnTo>
                  <a:lnTo>
                    <a:pt x="2255160" y="2360882"/>
                  </a:lnTo>
                  <a:lnTo>
                    <a:pt x="2255268" y="2360882"/>
                  </a:lnTo>
                  <a:lnTo>
                    <a:pt x="2255268" y="2360259"/>
                  </a:lnTo>
                  <a:lnTo>
                    <a:pt x="2255377" y="2360259"/>
                  </a:lnTo>
                  <a:lnTo>
                    <a:pt x="2255485" y="2360259"/>
                  </a:lnTo>
                  <a:lnTo>
                    <a:pt x="2255594" y="2360259"/>
                  </a:lnTo>
                  <a:lnTo>
                    <a:pt x="2255702" y="2360259"/>
                  </a:lnTo>
                  <a:lnTo>
                    <a:pt x="2255811" y="2360259"/>
                  </a:lnTo>
                  <a:lnTo>
                    <a:pt x="2255919" y="2360259"/>
                  </a:lnTo>
                  <a:lnTo>
                    <a:pt x="2256028" y="2360259"/>
                  </a:lnTo>
                  <a:lnTo>
                    <a:pt x="2256136" y="2360259"/>
                  </a:lnTo>
                  <a:lnTo>
                    <a:pt x="2256136" y="2359635"/>
                  </a:lnTo>
                  <a:lnTo>
                    <a:pt x="2256244" y="2359635"/>
                  </a:lnTo>
                  <a:lnTo>
                    <a:pt x="2256353" y="2359635"/>
                  </a:lnTo>
                  <a:lnTo>
                    <a:pt x="2256461" y="2359635"/>
                  </a:lnTo>
                  <a:lnTo>
                    <a:pt x="2256570" y="2359635"/>
                  </a:lnTo>
                  <a:lnTo>
                    <a:pt x="2256678" y="2359635"/>
                  </a:lnTo>
                  <a:lnTo>
                    <a:pt x="2256787" y="2359635"/>
                  </a:lnTo>
                  <a:lnTo>
                    <a:pt x="2256895" y="2359635"/>
                  </a:lnTo>
                  <a:lnTo>
                    <a:pt x="2257004" y="2359635"/>
                  </a:lnTo>
                  <a:lnTo>
                    <a:pt x="2257112" y="2359635"/>
                  </a:lnTo>
                  <a:lnTo>
                    <a:pt x="2257112" y="2359011"/>
                  </a:lnTo>
                  <a:lnTo>
                    <a:pt x="2257220" y="2359011"/>
                  </a:lnTo>
                  <a:lnTo>
                    <a:pt x="2257329" y="2359011"/>
                  </a:lnTo>
                  <a:lnTo>
                    <a:pt x="2257437" y="2359011"/>
                  </a:lnTo>
                  <a:lnTo>
                    <a:pt x="2257546" y="2359011"/>
                  </a:lnTo>
                  <a:lnTo>
                    <a:pt x="2257654" y="2359011"/>
                  </a:lnTo>
                  <a:lnTo>
                    <a:pt x="2257763" y="2359011"/>
                  </a:lnTo>
                  <a:lnTo>
                    <a:pt x="2257763" y="2358388"/>
                  </a:lnTo>
                  <a:lnTo>
                    <a:pt x="2257871" y="2358388"/>
                  </a:lnTo>
                  <a:lnTo>
                    <a:pt x="2257871" y="2357764"/>
                  </a:lnTo>
                  <a:lnTo>
                    <a:pt x="2257871" y="2357141"/>
                  </a:lnTo>
                  <a:lnTo>
                    <a:pt x="2257980" y="2357141"/>
                  </a:lnTo>
                  <a:lnTo>
                    <a:pt x="2258088" y="2357141"/>
                  </a:lnTo>
                  <a:lnTo>
                    <a:pt x="2258196" y="2357141"/>
                  </a:lnTo>
                  <a:lnTo>
                    <a:pt x="2258305" y="2357141"/>
                  </a:lnTo>
                  <a:lnTo>
                    <a:pt x="2258305" y="2356517"/>
                  </a:lnTo>
                  <a:lnTo>
                    <a:pt x="2258413" y="2356517"/>
                  </a:lnTo>
                  <a:lnTo>
                    <a:pt x="2258522" y="2356517"/>
                  </a:lnTo>
                  <a:lnTo>
                    <a:pt x="2258630" y="2356517"/>
                  </a:lnTo>
                  <a:lnTo>
                    <a:pt x="2258739" y="2356517"/>
                  </a:lnTo>
                  <a:lnTo>
                    <a:pt x="2258847" y="2356517"/>
                  </a:lnTo>
                  <a:lnTo>
                    <a:pt x="2258956" y="2356517"/>
                  </a:lnTo>
                  <a:lnTo>
                    <a:pt x="2259064" y="2356517"/>
                  </a:lnTo>
                  <a:lnTo>
                    <a:pt x="2259172" y="2356517"/>
                  </a:lnTo>
                  <a:lnTo>
                    <a:pt x="2259281" y="2356517"/>
                  </a:lnTo>
                  <a:lnTo>
                    <a:pt x="2259389" y="2356517"/>
                  </a:lnTo>
                  <a:lnTo>
                    <a:pt x="2259498" y="2356517"/>
                  </a:lnTo>
                  <a:lnTo>
                    <a:pt x="2259606" y="2356517"/>
                  </a:lnTo>
                  <a:lnTo>
                    <a:pt x="2259715" y="2356517"/>
                  </a:lnTo>
                  <a:lnTo>
                    <a:pt x="2259823" y="2356517"/>
                  </a:lnTo>
                  <a:lnTo>
                    <a:pt x="2259932" y="2356517"/>
                  </a:lnTo>
                  <a:lnTo>
                    <a:pt x="2260040" y="2356517"/>
                  </a:lnTo>
                  <a:lnTo>
                    <a:pt x="2260149" y="2356517"/>
                  </a:lnTo>
                  <a:lnTo>
                    <a:pt x="2260257" y="2356517"/>
                  </a:lnTo>
                  <a:lnTo>
                    <a:pt x="2260365" y="2356517"/>
                  </a:lnTo>
                  <a:lnTo>
                    <a:pt x="2260474" y="2356517"/>
                  </a:lnTo>
                  <a:lnTo>
                    <a:pt x="2260582" y="2356517"/>
                  </a:lnTo>
                  <a:lnTo>
                    <a:pt x="2260691" y="2356517"/>
                  </a:lnTo>
                  <a:lnTo>
                    <a:pt x="2260799" y="2356517"/>
                  </a:lnTo>
                  <a:lnTo>
                    <a:pt x="2260908" y="2356517"/>
                  </a:lnTo>
                  <a:lnTo>
                    <a:pt x="2261016" y="2356517"/>
                  </a:lnTo>
                  <a:lnTo>
                    <a:pt x="2261125" y="2356517"/>
                  </a:lnTo>
                  <a:lnTo>
                    <a:pt x="2261233" y="2356517"/>
                  </a:lnTo>
                  <a:lnTo>
                    <a:pt x="2261341" y="2356517"/>
                  </a:lnTo>
                  <a:lnTo>
                    <a:pt x="2261450" y="2356517"/>
                  </a:lnTo>
                  <a:lnTo>
                    <a:pt x="2261558" y="2356517"/>
                  </a:lnTo>
                  <a:lnTo>
                    <a:pt x="2261667" y="2356517"/>
                  </a:lnTo>
                  <a:lnTo>
                    <a:pt x="2261775" y="2356517"/>
                  </a:lnTo>
                  <a:lnTo>
                    <a:pt x="2261884" y="2356517"/>
                  </a:lnTo>
                  <a:lnTo>
                    <a:pt x="2261884" y="2355894"/>
                  </a:lnTo>
                  <a:lnTo>
                    <a:pt x="2261992" y="2355894"/>
                  </a:lnTo>
                  <a:lnTo>
                    <a:pt x="2261992" y="2355270"/>
                  </a:lnTo>
                  <a:lnTo>
                    <a:pt x="2261992" y="2354646"/>
                  </a:lnTo>
                  <a:lnTo>
                    <a:pt x="2262101" y="2354646"/>
                  </a:lnTo>
                  <a:lnTo>
                    <a:pt x="2262209" y="2354646"/>
                  </a:lnTo>
                  <a:lnTo>
                    <a:pt x="2262209" y="2354023"/>
                  </a:lnTo>
                  <a:lnTo>
                    <a:pt x="2262317" y="2354023"/>
                  </a:lnTo>
                  <a:lnTo>
                    <a:pt x="2262426" y="2354023"/>
                  </a:lnTo>
                  <a:lnTo>
                    <a:pt x="2262426" y="2353399"/>
                  </a:lnTo>
                  <a:lnTo>
                    <a:pt x="2262534" y="2353399"/>
                  </a:lnTo>
                  <a:lnTo>
                    <a:pt x="2262643" y="2353399"/>
                  </a:lnTo>
                  <a:lnTo>
                    <a:pt x="2262643" y="2352776"/>
                  </a:lnTo>
                  <a:lnTo>
                    <a:pt x="2262751" y="2352776"/>
                  </a:lnTo>
                  <a:lnTo>
                    <a:pt x="2262751" y="2352152"/>
                  </a:lnTo>
                  <a:lnTo>
                    <a:pt x="2262860" y="2352152"/>
                  </a:lnTo>
                  <a:lnTo>
                    <a:pt x="2262968" y="2352152"/>
                  </a:lnTo>
                  <a:lnTo>
                    <a:pt x="2263077" y="2352152"/>
                  </a:lnTo>
                  <a:lnTo>
                    <a:pt x="2263185" y="2352152"/>
                  </a:lnTo>
                  <a:lnTo>
                    <a:pt x="2263293" y="2352152"/>
                  </a:lnTo>
                  <a:lnTo>
                    <a:pt x="2263402" y="2352152"/>
                  </a:lnTo>
                  <a:lnTo>
                    <a:pt x="2263510" y="2352152"/>
                  </a:lnTo>
                  <a:lnTo>
                    <a:pt x="2263510" y="2351528"/>
                  </a:lnTo>
                  <a:lnTo>
                    <a:pt x="2263619" y="2351528"/>
                  </a:lnTo>
                  <a:lnTo>
                    <a:pt x="2263727" y="2351528"/>
                  </a:lnTo>
                  <a:lnTo>
                    <a:pt x="2263836" y="2351528"/>
                  </a:lnTo>
                  <a:lnTo>
                    <a:pt x="2263836" y="2350905"/>
                  </a:lnTo>
                  <a:lnTo>
                    <a:pt x="2263944" y="2350905"/>
                  </a:lnTo>
                  <a:lnTo>
                    <a:pt x="2263944" y="2350281"/>
                  </a:lnTo>
                  <a:lnTo>
                    <a:pt x="2264053" y="2350281"/>
                  </a:lnTo>
                  <a:lnTo>
                    <a:pt x="2264161" y="2350281"/>
                  </a:lnTo>
                  <a:lnTo>
                    <a:pt x="2264161" y="2349658"/>
                  </a:lnTo>
                  <a:lnTo>
                    <a:pt x="2264270" y="2349658"/>
                  </a:lnTo>
                  <a:lnTo>
                    <a:pt x="2264378" y="2349658"/>
                  </a:lnTo>
                  <a:lnTo>
                    <a:pt x="2264486" y="2349658"/>
                  </a:lnTo>
                  <a:lnTo>
                    <a:pt x="2264595" y="2349658"/>
                  </a:lnTo>
                  <a:lnTo>
                    <a:pt x="2264703" y="2349658"/>
                  </a:lnTo>
                  <a:lnTo>
                    <a:pt x="2264703" y="2349034"/>
                  </a:lnTo>
                  <a:lnTo>
                    <a:pt x="2264812" y="2349034"/>
                  </a:lnTo>
                  <a:lnTo>
                    <a:pt x="2264920" y="2349034"/>
                  </a:lnTo>
                  <a:lnTo>
                    <a:pt x="2265029" y="2349034"/>
                  </a:lnTo>
                  <a:lnTo>
                    <a:pt x="2265029" y="2348411"/>
                  </a:lnTo>
                  <a:lnTo>
                    <a:pt x="2265137" y="2348411"/>
                  </a:lnTo>
                  <a:lnTo>
                    <a:pt x="2265137" y="2347787"/>
                  </a:lnTo>
                  <a:lnTo>
                    <a:pt x="2265137" y="2347163"/>
                  </a:lnTo>
                  <a:lnTo>
                    <a:pt x="2265246" y="2347163"/>
                  </a:lnTo>
                  <a:lnTo>
                    <a:pt x="2265354" y="2347163"/>
                  </a:lnTo>
                  <a:lnTo>
                    <a:pt x="2265462" y="2347163"/>
                  </a:lnTo>
                  <a:lnTo>
                    <a:pt x="2265462" y="2346540"/>
                  </a:lnTo>
                  <a:lnTo>
                    <a:pt x="2265571" y="2346540"/>
                  </a:lnTo>
                  <a:lnTo>
                    <a:pt x="2265571" y="2345916"/>
                  </a:lnTo>
                  <a:lnTo>
                    <a:pt x="2265571" y="2345293"/>
                  </a:lnTo>
                  <a:lnTo>
                    <a:pt x="2265679" y="2345293"/>
                  </a:lnTo>
                  <a:lnTo>
                    <a:pt x="2265788" y="2345293"/>
                  </a:lnTo>
                  <a:lnTo>
                    <a:pt x="2265896" y="2345293"/>
                  </a:lnTo>
                  <a:lnTo>
                    <a:pt x="2266005" y="2345293"/>
                  </a:lnTo>
                  <a:lnTo>
                    <a:pt x="2266113" y="2345293"/>
                  </a:lnTo>
                  <a:lnTo>
                    <a:pt x="2266222" y="2345293"/>
                  </a:lnTo>
                  <a:lnTo>
                    <a:pt x="2266330" y="2345293"/>
                  </a:lnTo>
                  <a:lnTo>
                    <a:pt x="2266438" y="2345293"/>
                  </a:lnTo>
                  <a:lnTo>
                    <a:pt x="2266438" y="2344669"/>
                  </a:lnTo>
                  <a:lnTo>
                    <a:pt x="2266547" y="2344669"/>
                  </a:lnTo>
                  <a:lnTo>
                    <a:pt x="2266655" y="2344669"/>
                  </a:lnTo>
                  <a:lnTo>
                    <a:pt x="2266764" y="2344669"/>
                  </a:lnTo>
                  <a:lnTo>
                    <a:pt x="2266872" y="2344669"/>
                  </a:lnTo>
                  <a:lnTo>
                    <a:pt x="2266981" y="2344669"/>
                  </a:lnTo>
                  <a:lnTo>
                    <a:pt x="2267089" y="2344669"/>
                  </a:lnTo>
                  <a:lnTo>
                    <a:pt x="2267198" y="2344669"/>
                  </a:lnTo>
                  <a:lnTo>
                    <a:pt x="2267306" y="2344669"/>
                  </a:lnTo>
                  <a:lnTo>
                    <a:pt x="2267414" y="2344669"/>
                  </a:lnTo>
                  <a:lnTo>
                    <a:pt x="2267523" y="2344669"/>
                  </a:lnTo>
                  <a:lnTo>
                    <a:pt x="2267631" y="2344669"/>
                  </a:lnTo>
                  <a:lnTo>
                    <a:pt x="2267740" y="2344669"/>
                  </a:lnTo>
                  <a:lnTo>
                    <a:pt x="2267848" y="2344669"/>
                  </a:lnTo>
                  <a:lnTo>
                    <a:pt x="2267957" y="2344669"/>
                  </a:lnTo>
                  <a:lnTo>
                    <a:pt x="2268065" y="2344669"/>
                  </a:lnTo>
                  <a:lnTo>
                    <a:pt x="2268174" y="2344669"/>
                  </a:lnTo>
                  <a:lnTo>
                    <a:pt x="2268282" y="2344669"/>
                  </a:lnTo>
                  <a:lnTo>
                    <a:pt x="2268391" y="2344669"/>
                  </a:lnTo>
                  <a:lnTo>
                    <a:pt x="2268391" y="2344045"/>
                  </a:lnTo>
                  <a:lnTo>
                    <a:pt x="2268499" y="2344045"/>
                  </a:lnTo>
                  <a:lnTo>
                    <a:pt x="2268607" y="2344045"/>
                  </a:lnTo>
                  <a:lnTo>
                    <a:pt x="2268716" y="2344045"/>
                  </a:lnTo>
                  <a:lnTo>
                    <a:pt x="2268824" y="2344045"/>
                  </a:lnTo>
                  <a:lnTo>
                    <a:pt x="2268933" y="2344045"/>
                  </a:lnTo>
                  <a:lnTo>
                    <a:pt x="2269041" y="2344045"/>
                  </a:lnTo>
                  <a:lnTo>
                    <a:pt x="2269150" y="2344045"/>
                  </a:lnTo>
                  <a:lnTo>
                    <a:pt x="2269150" y="2343422"/>
                  </a:lnTo>
                  <a:lnTo>
                    <a:pt x="2269258" y="2343422"/>
                  </a:lnTo>
                  <a:lnTo>
                    <a:pt x="2269367" y="2343422"/>
                  </a:lnTo>
                  <a:lnTo>
                    <a:pt x="2269367" y="2342798"/>
                  </a:lnTo>
                  <a:lnTo>
                    <a:pt x="2269475" y="2342798"/>
                  </a:lnTo>
                  <a:lnTo>
                    <a:pt x="2269583" y="2342798"/>
                  </a:lnTo>
                  <a:lnTo>
                    <a:pt x="2269692" y="2342798"/>
                  </a:lnTo>
                  <a:lnTo>
                    <a:pt x="2269692" y="2342175"/>
                  </a:lnTo>
                  <a:lnTo>
                    <a:pt x="2269800" y="2342175"/>
                  </a:lnTo>
                  <a:lnTo>
                    <a:pt x="2269909" y="2342175"/>
                  </a:lnTo>
                  <a:lnTo>
                    <a:pt x="2269909" y="2341551"/>
                  </a:lnTo>
                  <a:lnTo>
                    <a:pt x="2270017" y="2341551"/>
                  </a:lnTo>
                  <a:lnTo>
                    <a:pt x="2270126" y="2341551"/>
                  </a:lnTo>
                  <a:lnTo>
                    <a:pt x="2270234" y="2341551"/>
                  </a:lnTo>
                  <a:lnTo>
                    <a:pt x="2270234" y="2340928"/>
                  </a:lnTo>
                  <a:lnTo>
                    <a:pt x="2270343" y="2340928"/>
                  </a:lnTo>
                  <a:lnTo>
                    <a:pt x="2270343" y="2340304"/>
                  </a:lnTo>
                  <a:lnTo>
                    <a:pt x="2270451" y="2340304"/>
                  </a:lnTo>
                  <a:lnTo>
                    <a:pt x="2270559" y="2340304"/>
                  </a:lnTo>
                  <a:lnTo>
                    <a:pt x="2270668" y="2340304"/>
                  </a:lnTo>
                  <a:lnTo>
                    <a:pt x="2270776" y="2340304"/>
                  </a:lnTo>
                  <a:lnTo>
                    <a:pt x="2270885" y="2340304"/>
                  </a:lnTo>
                  <a:lnTo>
                    <a:pt x="2270993" y="2340304"/>
                  </a:lnTo>
                  <a:lnTo>
                    <a:pt x="2271102" y="2340304"/>
                  </a:lnTo>
                  <a:lnTo>
                    <a:pt x="2271210" y="2340304"/>
                  </a:lnTo>
                  <a:lnTo>
                    <a:pt x="2271210" y="2339680"/>
                  </a:lnTo>
                  <a:lnTo>
                    <a:pt x="2271319" y="2339680"/>
                  </a:lnTo>
                  <a:lnTo>
                    <a:pt x="2271319" y="2339057"/>
                  </a:lnTo>
                  <a:lnTo>
                    <a:pt x="2271427" y="2339057"/>
                  </a:lnTo>
                  <a:lnTo>
                    <a:pt x="2271427" y="2338433"/>
                  </a:lnTo>
                  <a:lnTo>
                    <a:pt x="2271535" y="2338433"/>
                  </a:lnTo>
                  <a:lnTo>
                    <a:pt x="2271644" y="2338433"/>
                  </a:lnTo>
                  <a:lnTo>
                    <a:pt x="2271752" y="2338433"/>
                  </a:lnTo>
                  <a:lnTo>
                    <a:pt x="2271861" y="2338433"/>
                  </a:lnTo>
                  <a:lnTo>
                    <a:pt x="2271969" y="2338433"/>
                  </a:lnTo>
                  <a:lnTo>
                    <a:pt x="2272078" y="2338433"/>
                  </a:lnTo>
                  <a:lnTo>
                    <a:pt x="2272186" y="2338433"/>
                  </a:lnTo>
                  <a:lnTo>
                    <a:pt x="2272295" y="2338433"/>
                  </a:lnTo>
                  <a:lnTo>
                    <a:pt x="2272403" y="2338433"/>
                  </a:lnTo>
                  <a:lnTo>
                    <a:pt x="2272511" y="2338433"/>
                  </a:lnTo>
                  <a:lnTo>
                    <a:pt x="2272620" y="2338433"/>
                  </a:lnTo>
                  <a:lnTo>
                    <a:pt x="2272728" y="2338433"/>
                  </a:lnTo>
                  <a:lnTo>
                    <a:pt x="2272837" y="2338433"/>
                  </a:lnTo>
                  <a:lnTo>
                    <a:pt x="2272945" y="2338433"/>
                  </a:lnTo>
                  <a:lnTo>
                    <a:pt x="2273054" y="2338433"/>
                  </a:lnTo>
                  <a:lnTo>
                    <a:pt x="2273162" y="2338433"/>
                  </a:lnTo>
                  <a:lnTo>
                    <a:pt x="2273271" y="2338433"/>
                  </a:lnTo>
                  <a:lnTo>
                    <a:pt x="2273379" y="2338433"/>
                  </a:lnTo>
                  <a:lnTo>
                    <a:pt x="2273488" y="2338433"/>
                  </a:lnTo>
                  <a:lnTo>
                    <a:pt x="2273596" y="2338433"/>
                  </a:lnTo>
                  <a:lnTo>
                    <a:pt x="2273704" y="2338433"/>
                  </a:lnTo>
                  <a:lnTo>
                    <a:pt x="2273813" y="2338433"/>
                  </a:lnTo>
                  <a:lnTo>
                    <a:pt x="2273921" y="2338433"/>
                  </a:lnTo>
                  <a:lnTo>
                    <a:pt x="2274030" y="2338433"/>
                  </a:lnTo>
                  <a:lnTo>
                    <a:pt x="2274138" y="2338433"/>
                  </a:lnTo>
                  <a:lnTo>
                    <a:pt x="2274247" y="2338433"/>
                  </a:lnTo>
                  <a:lnTo>
                    <a:pt x="2274355" y="2338433"/>
                  </a:lnTo>
                  <a:lnTo>
                    <a:pt x="2274464" y="2338433"/>
                  </a:lnTo>
                  <a:lnTo>
                    <a:pt x="2274572" y="2338433"/>
                  </a:lnTo>
                  <a:lnTo>
                    <a:pt x="2274680" y="2338433"/>
                  </a:lnTo>
                  <a:lnTo>
                    <a:pt x="2274789" y="2338433"/>
                  </a:lnTo>
                  <a:lnTo>
                    <a:pt x="2274897" y="2338433"/>
                  </a:lnTo>
                  <a:lnTo>
                    <a:pt x="2274897" y="2337810"/>
                  </a:lnTo>
                  <a:lnTo>
                    <a:pt x="2275006" y="2337810"/>
                  </a:lnTo>
                  <a:lnTo>
                    <a:pt x="2275114" y="2337810"/>
                  </a:lnTo>
                  <a:lnTo>
                    <a:pt x="2275223" y="2337810"/>
                  </a:lnTo>
                  <a:lnTo>
                    <a:pt x="2275331" y="2337810"/>
                  </a:lnTo>
                  <a:lnTo>
                    <a:pt x="2275440" y="2337810"/>
                  </a:lnTo>
                  <a:lnTo>
                    <a:pt x="2275548" y="2337810"/>
                  </a:lnTo>
                  <a:lnTo>
                    <a:pt x="2275656" y="2337810"/>
                  </a:lnTo>
                  <a:lnTo>
                    <a:pt x="2275765" y="2337810"/>
                  </a:lnTo>
                  <a:lnTo>
                    <a:pt x="2275873" y="2337810"/>
                  </a:lnTo>
                  <a:lnTo>
                    <a:pt x="2275982" y="2337810"/>
                  </a:lnTo>
                  <a:lnTo>
                    <a:pt x="2276090" y="2337810"/>
                  </a:lnTo>
                  <a:lnTo>
                    <a:pt x="2276199" y="2337810"/>
                  </a:lnTo>
                  <a:lnTo>
                    <a:pt x="2276307" y="2337810"/>
                  </a:lnTo>
                  <a:lnTo>
                    <a:pt x="2276416" y="2337810"/>
                  </a:lnTo>
                  <a:lnTo>
                    <a:pt x="2276524" y="2337810"/>
                  </a:lnTo>
                  <a:lnTo>
                    <a:pt x="2276632" y="2337810"/>
                  </a:lnTo>
                  <a:lnTo>
                    <a:pt x="2276741" y="2337810"/>
                  </a:lnTo>
                  <a:lnTo>
                    <a:pt x="2276849" y="2337810"/>
                  </a:lnTo>
                  <a:lnTo>
                    <a:pt x="2276849" y="2337186"/>
                  </a:lnTo>
                  <a:lnTo>
                    <a:pt x="2276958" y="2337186"/>
                  </a:lnTo>
                  <a:lnTo>
                    <a:pt x="2277066" y="2337186"/>
                  </a:lnTo>
                  <a:lnTo>
                    <a:pt x="2277175" y="2337186"/>
                  </a:lnTo>
                  <a:lnTo>
                    <a:pt x="2277283" y="2337186"/>
                  </a:lnTo>
                  <a:lnTo>
                    <a:pt x="2277392" y="2337186"/>
                  </a:lnTo>
                  <a:lnTo>
                    <a:pt x="2277500" y="2337186"/>
                  </a:lnTo>
                  <a:lnTo>
                    <a:pt x="2277609" y="2337186"/>
                  </a:lnTo>
                  <a:lnTo>
                    <a:pt x="2277717" y="2337186"/>
                  </a:lnTo>
                  <a:lnTo>
                    <a:pt x="2277825" y="2337186"/>
                  </a:lnTo>
                  <a:lnTo>
                    <a:pt x="2277934" y="2337186"/>
                  </a:lnTo>
                  <a:lnTo>
                    <a:pt x="2278042" y="2337186"/>
                  </a:lnTo>
                  <a:lnTo>
                    <a:pt x="2278151" y="2337186"/>
                  </a:lnTo>
                  <a:lnTo>
                    <a:pt x="2278259" y="2337186"/>
                  </a:lnTo>
                  <a:lnTo>
                    <a:pt x="2278368" y="2337186"/>
                  </a:lnTo>
                  <a:lnTo>
                    <a:pt x="2278368" y="2336562"/>
                  </a:lnTo>
                  <a:lnTo>
                    <a:pt x="2278476" y="2336562"/>
                  </a:lnTo>
                  <a:lnTo>
                    <a:pt x="2278585" y="2336562"/>
                  </a:lnTo>
                  <a:lnTo>
                    <a:pt x="2278693" y="2336562"/>
                  </a:lnTo>
                  <a:lnTo>
                    <a:pt x="2278801" y="2336562"/>
                  </a:lnTo>
                  <a:lnTo>
                    <a:pt x="2278910" y="2336562"/>
                  </a:lnTo>
                  <a:lnTo>
                    <a:pt x="2279018" y="2336562"/>
                  </a:lnTo>
                  <a:lnTo>
                    <a:pt x="2279018" y="2335939"/>
                  </a:lnTo>
                  <a:lnTo>
                    <a:pt x="2279127" y="2335939"/>
                  </a:lnTo>
                  <a:lnTo>
                    <a:pt x="2279235" y="2335939"/>
                  </a:lnTo>
                  <a:lnTo>
                    <a:pt x="2279344" y="2335939"/>
                  </a:lnTo>
                  <a:lnTo>
                    <a:pt x="2279452" y="2335939"/>
                  </a:lnTo>
                  <a:lnTo>
                    <a:pt x="2279561" y="2335939"/>
                  </a:lnTo>
                  <a:lnTo>
                    <a:pt x="2279669" y="2335939"/>
                  </a:lnTo>
                  <a:lnTo>
                    <a:pt x="2279777" y="2335939"/>
                  </a:lnTo>
                  <a:lnTo>
                    <a:pt x="2279886" y="2335939"/>
                  </a:lnTo>
                  <a:lnTo>
                    <a:pt x="2279994" y="2335939"/>
                  </a:lnTo>
                  <a:lnTo>
                    <a:pt x="2280103" y="2335939"/>
                  </a:lnTo>
                  <a:lnTo>
                    <a:pt x="2280211" y="2335939"/>
                  </a:lnTo>
                  <a:lnTo>
                    <a:pt x="2280320" y="2335939"/>
                  </a:lnTo>
                  <a:lnTo>
                    <a:pt x="2280428" y="2335939"/>
                  </a:lnTo>
                  <a:lnTo>
                    <a:pt x="2280537" y="2335939"/>
                  </a:lnTo>
                  <a:lnTo>
                    <a:pt x="2280645" y="2335939"/>
                  </a:lnTo>
                  <a:lnTo>
                    <a:pt x="2280753" y="2335939"/>
                  </a:lnTo>
                  <a:lnTo>
                    <a:pt x="2280862" y="2335939"/>
                  </a:lnTo>
                  <a:lnTo>
                    <a:pt x="2280970" y="2335939"/>
                  </a:lnTo>
                  <a:lnTo>
                    <a:pt x="2281079" y="2335939"/>
                  </a:lnTo>
                  <a:lnTo>
                    <a:pt x="2281187" y="2335939"/>
                  </a:lnTo>
                  <a:lnTo>
                    <a:pt x="2281296" y="2335939"/>
                  </a:lnTo>
                  <a:lnTo>
                    <a:pt x="2281404" y="2335939"/>
                  </a:lnTo>
                  <a:lnTo>
                    <a:pt x="2281513" y="2335939"/>
                  </a:lnTo>
                  <a:lnTo>
                    <a:pt x="2281621" y="2335939"/>
                  </a:lnTo>
                  <a:lnTo>
                    <a:pt x="2281730" y="2335939"/>
                  </a:lnTo>
                  <a:lnTo>
                    <a:pt x="2281838" y="2335939"/>
                  </a:lnTo>
                  <a:lnTo>
                    <a:pt x="2281946" y="2335939"/>
                  </a:lnTo>
                  <a:lnTo>
                    <a:pt x="2282055" y="2335939"/>
                  </a:lnTo>
                  <a:lnTo>
                    <a:pt x="2282163" y="2335939"/>
                  </a:lnTo>
                  <a:lnTo>
                    <a:pt x="2282272" y="2335939"/>
                  </a:lnTo>
                  <a:lnTo>
                    <a:pt x="2282380" y="2335939"/>
                  </a:lnTo>
                  <a:lnTo>
                    <a:pt x="2282489" y="2335939"/>
                  </a:lnTo>
                  <a:lnTo>
                    <a:pt x="2282597" y="2335939"/>
                  </a:lnTo>
                  <a:lnTo>
                    <a:pt x="2282706" y="2335939"/>
                  </a:lnTo>
                  <a:lnTo>
                    <a:pt x="2282814" y="2335939"/>
                  </a:lnTo>
                  <a:lnTo>
                    <a:pt x="2282922" y="2335939"/>
                  </a:lnTo>
                  <a:lnTo>
                    <a:pt x="2283031" y="2335939"/>
                  </a:lnTo>
                  <a:lnTo>
                    <a:pt x="2283139" y="2335939"/>
                  </a:lnTo>
                  <a:lnTo>
                    <a:pt x="2283139" y="2335315"/>
                  </a:lnTo>
                  <a:lnTo>
                    <a:pt x="2283248" y="2335315"/>
                  </a:lnTo>
                  <a:lnTo>
                    <a:pt x="2283356" y="2335315"/>
                  </a:lnTo>
                  <a:lnTo>
                    <a:pt x="2283356" y="2334692"/>
                  </a:lnTo>
                  <a:lnTo>
                    <a:pt x="2283465" y="2334692"/>
                  </a:lnTo>
                  <a:lnTo>
                    <a:pt x="2283573" y="2334692"/>
                  </a:lnTo>
                  <a:lnTo>
                    <a:pt x="2283682" y="2334692"/>
                  </a:lnTo>
                  <a:lnTo>
                    <a:pt x="2283790" y="2334692"/>
                  </a:lnTo>
                  <a:lnTo>
                    <a:pt x="2283898" y="2334692"/>
                  </a:lnTo>
                  <a:lnTo>
                    <a:pt x="2284007" y="2334692"/>
                  </a:lnTo>
                  <a:lnTo>
                    <a:pt x="2284007" y="2334068"/>
                  </a:lnTo>
                  <a:lnTo>
                    <a:pt x="2284115" y="2334068"/>
                  </a:lnTo>
                  <a:lnTo>
                    <a:pt x="2284224" y="2334068"/>
                  </a:lnTo>
                  <a:lnTo>
                    <a:pt x="2284332" y="2334068"/>
                  </a:lnTo>
                  <a:lnTo>
                    <a:pt x="2284332" y="2333445"/>
                  </a:lnTo>
                  <a:lnTo>
                    <a:pt x="2284441" y="2333445"/>
                  </a:lnTo>
                  <a:lnTo>
                    <a:pt x="2284549" y="2333445"/>
                  </a:lnTo>
                  <a:lnTo>
                    <a:pt x="2284658" y="2333445"/>
                  </a:lnTo>
                  <a:lnTo>
                    <a:pt x="2284766" y="2333445"/>
                  </a:lnTo>
                  <a:lnTo>
                    <a:pt x="2284766" y="2332821"/>
                  </a:lnTo>
                  <a:lnTo>
                    <a:pt x="2284874" y="2332821"/>
                  </a:lnTo>
                  <a:lnTo>
                    <a:pt x="2284874" y="2332197"/>
                  </a:lnTo>
                  <a:lnTo>
                    <a:pt x="2284983" y="2332197"/>
                  </a:lnTo>
                  <a:lnTo>
                    <a:pt x="2285091" y="2332197"/>
                  </a:lnTo>
                  <a:lnTo>
                    <a:pt x="2285200" y="2332197"/>
                  </a:lnTo>
                  <a:lnTo>
                    <a:pt x="2285308" y="2332197"/>
                  </a:lnTo>
                  <a:lnTo>
                    <a:pt x="2285417" y="2332197"/>
                  </a:lnTo>
                  <a:lnTo>
                    <a:pt x="2285525" y="2332197"/>
                  </a:lnTo>
                  <a:lnTo>
                    <a:pt x="2285634" y="2332197"/>
                  </a:lnTo>
                  <a:lnTo>
                    <a:pt x="2285742" y="2332197"/>
                  </a:lnTo>
                  <a:lnTo>
                    <a:pt x="2285742" y="2331574"/>
                  </a:lnTo>
                  <a:lnTo>
                    <a:pt x="2285851" y="2331574"/>
                  </a:lnTo>
                  <a:lnTo>
                    <a:pt x="2285959" y="2331574"/>
                  </a:lnTo>
                  <a:lnTo>
                    <a:pt x="2286067" y="2331574"/>
                  </a:lnTo>
                  <a:lnTo>
                    <a:pt x="2286176" y="2331574"/>
                  </a:lnTo>
                  <a:lnTo>
                    <a:pt x="2286284" y="2331574"/>
                  </a:lnTo>
                  <a:lnTo>
                    <a:pt x="2286393" y="2331574"/>
                  </a:lnTo>
                  <a:lnTo>
                    <a:pt x="2286501" y="2331574"/>
                  </a:lnTo>
                  <a:lnTo>
                    <a:pt x="2286501" y="2330950"/>
                  </a:lnTo>
                  <a:lnTo>
                    <a:pt x="2286610" y="2330950"/>
                  </a:lnTo>
                  <a:lnTo>
                    <a:pt x="2286718" y="2330950"/>
                  </a:lnTo>
                  <a:lnTo>
                    <a:pt x="2286827" y="2330950"/>
                  </a:lnTo>
                  <a:lnTo>
                    <a:pt x="2286935" y="2330950"/>
                  </a:lnTo>
                  <a:lnTo>
                    <a:pt x="2287043" y="2330950"/>
                  </a:lnTo>
                  <a:lnTo>
                    <a:pt x="2287152" y="2330950"/>
                  </a:lnTo>
                  <a:lnTo>
                    <a:pt x="2287260" y="2330950"/>
                  </a:lnTo>
                  <a:lnTo>
                    <a:pt x="2287260" y="2330327"/>
                  </a:lnTo>
                  <a:lnTo>
                    <a:pt x="2287260" y="2329703"/>
                  </a:lnTo>
                  <a:lnTo>
                    <a:pt x="2287369" y="2329703"/>
                  </a:lnTo>
                  <a:lnTo>
                    <a:pt x="2287477" y="2329703"/>
                  </a:lnTo>
                  <a:lnTo>
                    <a:pt x="2287477" y="2329079"/>
                  </a:lnTo>
                  <a:lnTo>
                    <a:pt x="2287586" y="2329079"/>
                  </a:lnTo>
                  <a:lnTo>
                    <a:pt x="2287586" y="2328456"/>
                  </a:lnTo>
                  <a:lnTo>
                    <a:pt x="2287694" y="2328456"/>
                  </a:lnTo>
                  <a:lnTo>
                    <a:pt x="2287803" y="2328456"/>
                  </a:lnTo>
                  <a:lnTo>
                    <a:pt x="2287911" y="2328456"/>
                  </a:lnTo>
                  <a:lnTo>
                    <a:pt x="2288019" y="2328456"/>
                  </a:lnTo>
                  <a:lnTo>
                    <a:pt x="2288019" y="2327832"/>
                  </a:lnTo>
                  <a:lnTo>
                    <a:pt x="2288128" y="2327832"/>
                  </a:lnTo>
                  <a:lnTo>
                    <a:pt x="2288236" y="2327832"/>
                  </a:lnTo>
                  <a:lnTo>
                    <a:pt x="2288236" y="2327209"/>
                  </a:lnTo>
                  <a:lnTo>
                    <a:pt x="2288345" y="2327209"/>
                  </a:lnTo>
                  <a:lnTo>
                    <a:pt x="2288345" y="2326585"/>
                  </a:lnTo>
                  <a:lnTo>
                    <a:pt x="2288345" y="2325962"/>
                  </a:lnTo>
                  <a:lnTo>
                    <a:pt x="2288453" y="2325962"/>
                  </a:lnTo>
                  <a:lnTo>
                    <a:pt x="2288562" y="2325962"/>
                  </a:lnTo>
                  <a:lnTo>
                    <a:pt x="2288670" y="2325962"/>
                  </a:lnTo>
                  <a:lnTo>
                    <a:pt x="2288779" y="2325962"/>
                  </a:lnTo>
                  <a:lnTo>
                    <a:pt x="2288779" y="2325338"/>
                  </a:lnTo>
                  <a:lnTo>
                    <a:pt x="2288887" y="2325338"/>
                  </a:lnTo>
                  <a:lnTo>
                    <a:pt x="2288995" y="2325338"/>
                  </a:lnTo>
                  <a:lnTo>
                    <a:pt x="2289104" y="2325338"/>
                  </a:lnTo>
                  <a:lnTo>
                    <a:pt x="2289212" y="2325338"/>
                  </a:lnTo>
                  <a:lnTo>
                    <a:pt x="2289321" y="2325338"/>
                  </a:lnTo>
                  <a:lnTo>
                    <a:pt x="2289429" y="2325338"/>
                  </a:lnTo>
                  <a:lnTo>
                    <a:pt x="2289538" y="2325338"/>
                  </a:lnTo>
                  <a:lnTo>
                    <a:pt x="2289646" y="2325338"/>
                  </a:lnTo>
                  <a:lnTo>
                    <a:pt x="2289755" y="2325338"/>
                  </a:lnTo>
                  <a:lnTo>
                    <a:pt x="2289755" y="2324714"/>
                  </a:lnTo>
                  <a:lnTo>
                    <a:pt x="2289863" y="2324714"/>
                  </a:lnTo>
                  <a:lnTo>
                    <a:pt x="2289972" y="2324714"/>
                  </a:lnTo>
                  <a:lnTo>
                    <a:pt x="2290080" y="2324714"/>
                  </a:lnTo>
                  <a:lnTo>
                    <a:pt x="2290188" y="2324714"/>
                  </a:lnTo>
                  <a:lnTo>
                    <a:pt x="2290297" y="2324714"/>
                  </a:lnTo>
                  <a:lnTo>
                    <a:pt x="2290405" y="2324714"/>
                  </a:lnTo>
                  <a:lnTo>
                    <a:pt x="2290514" y="2324714"/>
                  </a:lnTo>
                  <a:lnTo>
                    <a:pt x="2290514" y="2324091"/>
                  </a:lnTo>
                  <a:lnTo>
                    <a:pt x="2290622" y="2324091"/>
                  </a:lnTo>
                  <a:lnTo>
                    <a:pt x="2290731" y="2324091"/>
                  </a:lnTo>
                  <a:lnTo>
                    <a:pt x="2290839" y="2324091"/>
                  </a:lnTo>
                  <a:lnTo>
                    <a:pt x="2290948" y="2324091"/>
                  </a:lnTo>
                  <a:lnTo>
                    <a:pt x="2291056" y="2324091"/>
                  </a:lnTo>
                  <a:lnTo>
                    <a:pt x="2291164" y="2324091"/>
                  </a:lnTo>
                  <a:lnTo>
                    <a:pt x="2291273" y="2324091"/>
                  </a:lnTo>
                  <a:lnTo>
                    <a:pt x="2291273" y="2323467"/>
                  </a:lnTo>
                  <a:lnTo>
                    <a:pt x="2291381" y="2323467"/>
                  </a:lnTo>
                  <a:lnTo>
                    <a:pt x="2291490" y="2323467"/>
                  </a:lnTo>
                  <a:lnTo>
                    <a:pt x="2291490" y="2322844"/>
                  </a:lnTo>
                  <a:lnTo>
                    <a:pt x="2291490" y="2322220"/>
                  </a:lnTo>
                  <a:lnTo>
                    <a:pt x="2291598" y="2322220"/>
                  </a:lnTo>
                  <a:lnTo>
                    <a:pt x="2291707" y="2322220"/>
                  </a:lnTo>
                  <a:lnTo>
                    <a:pt x="2291707" y="2321596"/>
                  </a:lnTo>
                  <a:lnTo>
                    <a:pt x="2291815" y="2321596"/>
                  </a:lnTo>
                  <a:lnTo>
                    <a:pt x="2291924" y="2321596"/>
                  </a:lnTo>
                  <a:lnTo>
                    <a:pt x="2292032" y="2321596"/>
                  </a:lnTo>
                  <a:lnTo>
                    <a:pt x="2292140" y="2321596"/>
                  </a:lnTo>
                  <a:lnTo>
                    <a:pt x="2292249" y="2321596"/>
                  </a:lnTo>
                  <a:lnTo>
                    <a:pt x="2292357" y="2321596"/>
                  </a:lnTo>
                  <a:lnTo>
                    <a:pt x="2292466" y="2321596"/>
                  </a:lnTo>
                  <a:lnTo>
                    <a:pt x="2292466" y="2320973"/>
                  </a:lnTo>
                  <a:lnTo>
                    <a:pt x="2292574" y="2320973"/>
                  </a:lnTo>
                  <a:lnTo>
                    <a:pt x="2292683" y="2320973"/>
                  </a:lnTo>
                  <a:lnTo>
                    <a:pt x="2292791" y="2320973"/>
                  </a:lnTo>
                  <a:lnTo>
                    <a:pt x="2292791" y="2320349"/>
                  </a:lnTo>
                  <a:lnTo>
                    <a:pt x="2292900" y="2320349"/>
                  </a:lnTo>
                  <a:lnTo>
                    <a:pt x="2293008" y="2320349"/>
                  </a:lnTo>
                  <a:lnTo>
                    <a:pt x="2293116" y="2320349"/>
                  </a:lnTo>
                  <a:lnTo>
                    <a:pt x="2293225" y="2320349"/>
                  </a:lnTo>
                  <a:lnTo>
                    <a:pt x="2293333" y="2320349"/>
                  </a:lnTo>
                  <a:lnTo>
                    <a:pt x="2293442" y="2320349"/>
                  </a:lnTo>
                  <a:lnTo>
                    <a:pt x="2293550" y="2320349"/>
                  </a:lnTo>
                  <a:lnTo>
                    <a:pt x="2293550" y="2319726"/>
                  </a:lnTo>
                  <a:lnTo>
                    <a:pt x="2293659" y="2319726"/>
                  </a:lnTo>
                  <a:lnTo>
                    <a:pt x="2293767" y="2319726"/>
                  </a:lnTo>
                  <a:lnTo>
                    <a:pt x="2293767" y="2319102"/>
                  </a:lnTo>
                  <a:lnTo>
                    <a:pt x="2293767" y="2318479"/>
                  </a:lnTo>
                  <a:lnTo>
                    <a:pt x="2293876" y="2318479"/>
                  </a:lnTo>
                  <a:lnTo>
                    <a:pt x="2293984" y="2318479"/>
                  </a:lnTo>
                  <a:lnTo>
                    <a:pt x="2294093" y="2318479"/>
                  </a:lnTo>
                  <a:lnTo>
                    <a:pt x="2294201" y="2318479"/>
                  </a:lnTo>
                  <a:lnTo>
                    <a:pt x="2294309" y="2318479"/>
                  </a:lnTo>
                  <a:lnTo>
                    <a:pt x="2294418" y="2318479"/>
                  </a:lnTo>
                  <a:lnTo>
                    <a:pt x="2294418" y="2317855"/>
                  </a:lnTo>
                  <a:lnTo>
                    <a:pt x="2294526" y="2317855"/>
                  </a:lnTo>
                  <a:lnTo>
                    <a:pt x="2294635" y="2317855"/>
                  </a:lnTo>
                  <a:lnTo>
                    <a:pt x="2294743" y="2317855"/>
                  </a:lnTo>
                  <a:lnTo>
                    <a:pt x="2294852" y="2317855"/>
                  </a:lnTo>
                  <a:lnTo>
                    <a:pt x="2294960" y="2317855"/>
                  </a:lnTo>
                  <a:lnTo>
                    <a:pt x="2295069" y="2317855"/>
                  </a:lnTo>
                  <a:lnTo>
                    <a:pt x="2295177" y="2317855"/>
                  </a:lnTo>
                  <a:lnTo>
                    <a:pt x="2295285" y="2317855"/>
                  </a:lnTo>
                  <a:lnTo>
                    <a:pt x="2295285" y="2317231"/>
                  </a:lnTo>
                  <a:lnTo>
                    <a:pt x="2295394" y="2317231"/>
                  </a:lnTo>
                  <a:lnTo>
                    <a:pt x="2295502" y="2317231"/>
                  </a:lnTo>
                  <a:lnTo>
                    <a:pt x="2295611" y="2317231"/>
                  </a:lnTo>
                  <a:lnTo>
                    <a:pt x="2295719" y="2317231"/>
                  </a:lnTo>
                  <a:lnTo>
                    <a:pt x="2295828" y="2317231"/>
                  </a:lnTo>
                  <a:lnTo>
                    <a:pt x="2295936" y="2317231"/>
                  </a:lnTo>
                  <a:lnTo>
                    <a:pt x="2296045" y="2317231"/>
                  </a:lnTo>
                  <a:lnTo>
                    <a:pt x="2296153" y="2317231"/>
                  </a:lnTo>
                  <a:lnTo>
                    <a:pt x="2296261" y="2317231"/>
                  </a:lnTo>
                  <a:lnTo>
                    <a:pt x="2296370" y="2317231"/>
                  </a:lnTo>
                  <a:lnTo>
                    <a:pt x="2296478" y="2317231"/>
                  </a:lnTo>
                  <a:lnTo>
                    <a:pt x="2296587" y="2317231"/>
                  </a:lnTo>
                  <a:lnTo>
                    <a:pt x="2296695" y="2317231"/>
                  </a:lnTo>
                  <a:lnTo>
                    <a:pt x="2296804" y="2317231"/>
                  </a:lnTo>
                  <a:lnTo>
                    <a:pt x="2296912" y="2317231"/>
                  </a:lnTo>
                  <a:lnTo>
                    <a:pt x="2297021" y="2317231"/>
                  </a:lnTo>
                  <a:lnTo>
                    <a:pt x="2297129" y="2317231"/>
                  </a:lnTo>
                  <a:lnTo>
                    <a:pt x="2297129" y="2316608"/>
                  </a:lnTo>
                  <a:lnTo>
                    <a:pt x="2297237" y="2316608"/>
                  </a:lnTo>
                  <a:lnTo>
                    <a:pt x="2297346" y="2316608"/>
                  </a:lnTo>
                  <a:lnTo>
                    <a:pt x="2297454" y="2316608"/>
                  </a:lnTo>
                  <a:lnTo>
                    <a:pt x="2297563" y="2316608"/>
                  </a:lnTo>
                  <a:lnTo>
                    <a:pt x="2297671" y="2316608"/>
                  </a:lnTo>
                  <a:lnTo>
                    <a:pt x="2297780" y="2316608"/>
                  </a:lnTo>
                  <a:lnTo>
                    <a:pt x="2297888" y="2316608"/>
                  </a:lnTo>
                  <a:lnTo>
                    <a:pt x="2297997" y="2316608"/>
                  </a:lnTo>
                  <a:lnTo>
                    <a:pt x="2298105" y="2316608"/>
                  </a:lnTo>
                  <a:lnTo>
                    <a:pt x="2298213" y="2316608"/>
                  </a:lnTo>
                  <a:lnTo>
                    <a:pt x="2298322" y="2316608"/>
                  </a:lnTo>
                  <a:lnTo>
                    <a:pt x="2298430" y="2316608"/>
                  </a:lnTo>
                  <a:lnTo>
                    <a:pt x="2298539" y="2316608"/>
                  </a:lnTo>
                  <a:lnTo>
                    <a:pt x="2298539" y="2315984"/>
                  </a:lnTo>
                  <a:lnTo>
                    <a:pt x="2298539" y="2315361"/>
                  </a:lnTo>
                  <a:lnTo>
                    <a:pt x="2298647" y="2315361"/>
                  </a:lnTo>
                  <a:lnTo>
                    <a:pt x="2298756" y="2315361"/>
                  </a:lnTo>
                  <a:lnTo>
                    <a:pt x="2298864" y="2315361"/>
                  </a:lnTo>
                  <a:lnTo>
                    <a:pt x="2298973" y="2315361"/>
                  </a:lnTo>
                  <a:lnTo>
                    <a:pt x="2298973" y="2314737"/>
                  </a:lnTo>
                  <a:lnTo>
                    <a:pt x="2299081" y="2314737"/>
                  </a:lnTo>
                  <a:lnTo>
                    <a:pt x="2299190" y="2314737"/>
                  </a:lnTo>
                  <a:lnTo>
                    <a:pt x="2299298" y="2314737"/>
                  </a:lnTo>
                  <a:lnTo>
                    <a:pt x="2299298" y="2314113"/>
                  </a:lnTo>
                  <a:lnTo>
                    <a:pt x="2299406" y="2314113"/>
                  </a:lnTo>
                  <a:lnTo>
                    <a:pt x="2299515" y="2314113"/>
                  </a:lnTo>
                  <a:lnTo>
                    <a:pt x="2299515" y="2313490"/>
                  </a:lnTo>
                  <a:lnTo>
                    <a:pt x="2299623" y="2313490"/>
                  </a:lnTo>
                  <a:lnTo>
                    <a:pt x="2299732" y="2313490"/>
                  </a:lnTo>
                  <a:lnTo>
                    <a:pt x="2299840" y="2313490"/>
                  </a:lnTo>
                  <a:lnTo>
                    <a:pt x="2299949" y="2313490"/>
                  </a:lnTo>
                  <a:lnTo>
                    <a:pt x="2300057" y="2313490"/>
                  </a:lnTo>
                  <a:lnTo>
                    <a:pt x="2300166" y="2313490"/>
                  </a:lnTo>
                  <a:lnTo>
                    <a:pt x="2300274" y="2313490"/>
                  </a:lnTo>
                  <a:lnTo>
                    <a:pt x="2300274" y="2312866"/>
                  </a:lnTo>
                  <a:lnTo>
                    <a:pt x="2300382" y="2312866"/>
                  </a:lnTo>
                  <a:lnTo>
                    <a:pt x="2300491" y="2312866"/>
                  </a:lnTo>
                  <a:lnTo>
                    <a:pt x="2300599" y="2312866"/>
                  </a:lnTo>
                  <a:lnTo>
                    <a:pt x="2300708" y="2312866"/>
                  </a:lnTo>
                  <a:lnTo>
                    <a:pt x="2300816" y="2312866"/>
                  </a:lnTo>
                  <a:lnTo>
                    <a:pt x="2300925" y="2312866"/>
                  </a:lnTo>
                  <a:lnTo>
                    <a:pt x="2301033" y="2312866"/>
                  </a:lnTo>
                  <a:lnTo>
                    <a:pt x="2301142" y="2312866"/>
                  </a:lnTo>
                  <a:lnTo>
                    <a:pt x="2301250" y="2312866"/>
                  </a:lnTo>
                  <a:lnTo>
                    <a:pt x="2301250" y="2312243"/>
                  </a:lnTo>
                  <a:lnTo>
                    <a:pt x="2301358" y="2312243"/>
                  </a:lnTo>
                  <a:lnTo>
                    <a:pt x="2301467" y="2312243"/>
                  </a:lnTo>
                  <a:lnTo>
                    <a:pt x="2301575" y="2312243"/>
                  </a:lnTo>
                  <a:lnTo>
                    <a:pt x="2301684" y="2312243"/>
                  </a:lnTo>
                  <a:lnTo>
                    <a:pt x="2301792" y="2312243"/>
                  </a:lnTo>
                  <a:lnTo>
                    <a:pt x="2301901" y="2312243"/>
                  </a:lnTo>
                  <a:lnTo>
                    <a:pt x="2302009" y="2312243"/>
                  </a:lnTo>
                  <a:lnTo>
                    <a:pt x="2302118" y="2312243"/>
                  </a:lnTo>
                  <a:lnTo>
                    <a:pt x="2302226" y="2312243"/>
                  </a:lnTo>
                  <a:lnTo>
                    <a:pt x="2302226" y="2311619"/>
                  </a:lnTo>
                  <a:lnTo>
                    <a:pt x="2302334" y="2311619"/>
                  </a:lnTo>
                  <a:lnTo>
                    <a:pt x="2302443" y="2311619"/>
                  </a:lnTo>
                  <a:lnTo>
                    <a:pt x="2302551" y="2311619"/>
                  </a:lnTo>
                  <a:lnTo>
                    <a:pt x="2302660" y="2311619"/>
                  </a:lnTo>
                  <a:lnTo>
                    <a:pt x="2302768" y="2311619"/>
                  </a:lnTo>
                  <a:lnTo>
                    <a:pt x="2302877" y="2311619"/>
                  </a:lnTo>
                  <a:lnTo>
                    <a:pt x="2302985" y="2311619"/>
                  </a:lnTo>
                  <a:lnTo>
                    <a:pt x="2303094" y="2311619"/>
                  </a:lnTo>
                  <a:lnTo>
                    <a:pt x="2303202" y="2311619"/>
                  </a:lnTo>
                  <a:lnTo>
                    <a:pt x="2303311" y="2311619"/>
                  </a:lnTo>
                  <a:lnTo>
                    <a:pt x="2303419" y="2311619"/>
                  </a:lnTo>
                  <a:lnTo>
                    <a:pt x="2303527" y="2311619"/>
                  </a:lnTo>
                  <a:lnTo>
                    <a:pt x="2303636" y="2311619"/>
                  </a:lnTo>
                  <a:lnTo>
                    <a:pt x="2303744" y="2311619"/>
                  </a:lnTo>
                  <a:lnTo>
                    <a:pt x="2303853" y="2311619"/>
                  </a:lnTo>
                  <a:lnTo>
                    <a:pt x="2303961" y="2311619"/>
                  </a:lnTo>
                  <a:lnTo>
                    <a:pt x="2303961" y="2310996"/>
                  </a:lnTo>
                  <a:lnTo>
                    <a:pt x="2303961" y="2310372"/>
                  </a:lnTo>
                  <a:lnTo>
                    <a:pt x="2304070" y="2310372"/>
                  </a:lnTo>
                  <a:lnTo>
                    <a:pt x="2304178" y="2310372"/>
                  </a:lnTo>
                  <a:lnTo>
                    <a:pt x="2304287" y="2310372"/>
                  </a:lnTo>
                  <a:lnTo>
                    <a:pt x="2304395" y="2310372"/>
                  </a:lnTo>
                  <a:lnTo>
                    <a:pt x="2304503" y="2310372"/>
                  </a:lnTo>
                  <a:lnTo>
                    <a:pt x="2304612" y="2310372"/>
                  </a:lnTo>
                  <a:lnTo>
                    <a:pt x="2304720" y="2310372"/>
                  </a:lnTo>
                  <a:lnTo>
                    <a:pt x="2304829" y="2310372"/>
                  </a:lnTo>
                  <a:lnTo>
                    <a:pt x="2304937" y="2310372"/>
                  </a:lnTo>
                  <a:lnTo>
                    <a:pt x="2304937" y="2309748"/>
                  </a:lnTo>
                  <a:lnTo>
                    <a:pt x="2305046" y="2309748"/>
                  </a:lnTo>
                  <a:lnTo>
                    <a:pt x="2305154" y="2309748"/>
                  </a:lnTo>
                  <a:lnTo>
                    <a:pt x="2305154" y="2309125"/>
                  </a:lnTo>
                  <a:lnTo>
                    <a:pt x="2305263" y="2309125"/>
                  </a:lnTo>
                  <a:lnTo>
                    <a:pt x="2305371" y="2309125"/>
                  </a:lnTo>
                  <a:lnTo>
                    <a:pt x="2305479" y="2309125"/>
                  </a:lnTo>
                  <a:lnTo>
                    <a:pt x="2305588" y="2309125"/>
                  </a:lnTo>
                  <a:lnTo>
                    <a:pt x="2305696" y="2309125"/>
                  </a:lnTo>
                  <a:lnTo>
                    <a:pt x="2305805" y="2309125"/>
                  </a:lnTo>
                  <a:lnTo>
                    <a:pt x="2305913" y="2309125"/>
                  </a:lnTo>
                  <a:lnTo>
                    <a:pt x="2305913" y="2308501"/>
                  </a:lnTo>
                  <a:lnTo>
                    <a:pt x="2306022" y="2308501"/>
                  </a:lnTo>
                  <a:lnTo>
                    <a:pt x="2306022" y="2307878"/>
                  </a:lnTo>
                  <a:lnTo>
                    <a:pt x="2306130" y="2307878"/>
                  </a:lnTo>
                  <a:lnTo>
                    <a:pt x="2306239" y="2307878"/>
                  </a:lnTo>
                  <a:lnTo>
                    <a:pt x="2306347" y="2307878"/>
                  </a:lnTo>
                  <a:lnTo>
                    <a:pt x="2306455" y="2307878"/>
                  </a:lnTo>
                  <a:lnTo>
                    <a:pt x="2306455" y="2307254"/>
                  </a:lnTo>
                  <a:lnTo>
                    <a:pt x="2306564" y="2307254"/>
                  </a:lnTo>
                  <a:lnTo>
                    <a:pt x="2306564" y="2306630"/>
                  </a:lnTo>
                  <a:lnTo>
                    <a:pt x="2306672" y="2306630"/>
                  </a:lnTo>
                  <a:lnTo>
                    <a:pt x="2306781" y="2306630"/>
                  </a:lnTo>
                  <a:lnTo>
                    <a:pt x="2306889" y="2306630"/>
                  </a:lnTo>
                  <a:lnTo>
                    <a:pt x="2306998" y="2306630"/>
                  </a:lnTo>
                  <a:lnTo>
                    <a:pt x="2307106" y="2306630"/>
                  </a:lnTo>
                  <a:lnTo>
                    <a:pt x="2307215" y="2306630"/>
                  </a:lnTo>
                  <a:lnTo>
                    <a:pt x="2307323" y="2306630"/>
                  </a:lnTo>
                  <a:lnTo>
                    <a:pt x="2307432" y="2306630"/>
                  </a:lnTo>
                  <a:lnTo>
                    <a:pt x="2307540" y="2306630"/>
                  </a:lnTo>
                  <a:lnTo>
                    <a:pt x="2307648" y="2306630"/>
                  </a:lnTo>
                  <a:lnTo>
                    <a:pt x="2307757" y="2306630"/>
                  </a:lnTo>
                  <a:lnTo>
                    <a:pt x="2307865" y="2306630"/>
                  </a:lnTo>
                  <a:lnTo>
                    <a:pt x="2307974" y="2306630"/>
                  </a:lnTo>
                  <a:lnTo>
                    <a:pt x="2308082" y="2306630"/>
                  </a:lnTo>
                  <a:lnTo>
                    <a:pt x="2308191" y="2306630"/>
                  </a:lnTo>
                  <a:lnTo>
                    <a:pt x="2308299" y="2306630"/>
                  </a:lnTo>
                  <a:lnTo>
                    <a:pt x="2308408" y="2306630"/>
                  </a:lnTo>
                  <a:lnTo>
                    <a:pt x="2308516" y="2306630"/>
                  </a:lnTo>
                  <a:lnTo>
                    <a:pt x="2308624" y="2306630"/>
                  </a:lnTo>
                  <a:lnTo>
                    <a:pt x="2308733" y="2306630"/>
                  </a:lnTo>
                  <a:lnTo>
                    <a:pt x="2308841" y="2306630"/>
                  </a:lnTo>
                  <a:lnTo>
                    <a:pt x="2308950" y="2306630"/>
                  </a:lnTo>
                  <a:lnTo>
                    <a:pt x="2309058" y="2306630"/>
                  </a:lnTo>
                  <a:lnTo>
                    <a:pt x="2309167" y="2306630"/>
                  </a:lnTo>
                  <a:lnTo>
                    <a:pt x="2309275" y="2306630"/>
                  </a:lnTo>
                  <a:lnTo>
                    <a:pt x="2309275" y="2306007"/>
                  </a:lnTo>
                  <a:lnTo>
                    <a:pt x="2309384" y="2306007"/>
                  </a:lnTo>
                  <a:lnTo>
                    <a:pt x="2309492" y="2306007"/>
                  </a:lnTo>
                  <a:lnTo>
                    <a:pt x="2309600" y="2306007"/>
                  </a:lnTo>
                  <a:lnTo>
                    <a:pt x="2309709" y="2306007"/>
                  </a:lnTo>
                  <a:lnTo>
                    <a:pt x="2309709" y="2305383"/>
                  </a:lnTo>
                  <a:lnTo>
                    <a:pt x="2309817" y="2305383"/>
                  </a:lnTo>
                  <a:lnTo>
                    <a:pt x="2309926" y="2305383"/>
                  </a:lnTo>
                  <a:lnTo>
                    <a:pt x="2310034" y="2305383"/>
                  </a:lnTo>
                  <a:lnTo>
                    <a:pt x="2310143" y="2305383"/>
                  </a:lnTo>
                  <a:lnTo>
                    <a:pt x="2310251" y="2305383"/>
                  </a:lnTo>
                  <a:lnTo>
                    <a:pt x="2310360" y="2305383"/>
                  </a:lnTo>
                  <a:lnTo>
                    <a:pt x="2310468" y="2305383"/>
                  </a:lnTo>
                  <a:lnTo>
                    <a:pt x="2310576" y="2305383"/>
                  </a:lnTo>
                  <a:lnTo>
                    <a:pt x="2310685" y="2305383"/>
                  </a:lnTo>
                  <a:lnTo>
                    <a:pt x="2310793" y="2305383"/>
                  </a:lnTo>
                  <a:lnTo>
                    <a:pt x="2310902" y="2305383"/>
                  </a:lnTo>
                  <a:lnTo>
                    <a:pt x="2311010" y="2305383"/>
                  </a:lnTo>
                  <a:lnTo>
                    <a:pt x="2311010" y="2304760"/>
                  </a:lnTo>
                  <a:lnTo>
                    <a:pt x="2311119" y="2304760"/>
                  </a:lnTo>
                  <a:lnTo>
                    <a:pt x="2311227" y="2304760"/>
                  </a:lnTo>
                  <a:lnTo>
                    <a:pt x="2311336" y="2304760"/>
                  </a:lnTo>
                  <a:lnTo>
                    <a:pt x="2311444" y="2304760"/>
                  </a:lnTo>
                  <a:lnTo>
                    <a:pt x="2311444" y="2304136"/>
                  </a:lnTo>
                  <a:lnTo>
                    <a:pt x="2311553" y="2304136"/>
                  </a:lnTo>
                  <a:lnTo>
                    <a:pt x="2311661" y="2304136"/>
                  </a:lnTo>
                  <a:lnTo>
                    <a:pt x="2311661" y="2303513"/>
                  </a:lnTo>
                  <a:lnTo>
                    <a:pt x="2311769" y="2303513"/>
                  </a:lnTo>
                  <a:lnTo>
                    <a:pt x="2311878" y="2303513"/>
                  </a:lnTo>
                  <a:lnTo>
                    <a:pt x="2311986" y="2303513"/>
                  </a:lnTo>
                  <a:lnTo>
                    <a:pt x="2312095" y="2303513"/>
                  </a:lnTo>
                  <a:lnTo>
                    <a:pt x="2312203" y="2303513"/>
                  </a:lnTo>
                  <a:lnTo>
                    <a:pt x="2312203" y="2302889"/>
                  </a:lnTo>
                  <a:lnTo>
                    <a:pt x="2312312" y="2302889"/>
                  </a:lnTo>
                  <a:lnTo>
                    <a:pt x="2312420" y="2302889"/>
                  </a:lnTo>
                  <a:lnTo>
                    <a:pt x="2312529" y="2302889"/>
                  </a:lnTo>
                  <a:lnTo>
                    <a:pt x="2312637" y="2302889"/>
                  </a:lnTo>
                  <a:lnTo>
                    <a:pt x="2312745" y="2302889"/>
                  </a:lnTo>
                  <a:lnTo>
                    <a:pt x="2312854" y="2302889"/>
                  </a:lnTo>
                  <a:lnTo>
                    <a:pt x="2312962" y="2302889"/>
                  </a:lnTo>
                  <a:lnTo>
                    <a:pt x="2312962" y="2302265"/>
                  </a:lnTo>
                  <a:lnTo>
                    <a:pt x="2313071" y="2302265"/>
                  </a:lnTo>
                  <a:lnTo>
                    <a:pt x="2313071" y="2301642"/>
                  </a:lnTo>
                  <a:lnTo>
                    <a:pt x="2313179" y="2301642"/>
                  </a:lnTo>
                  <a:lnTo>
                    <a:pt x="2313288" y="2301642"/>
                  </a:lnTo>
                  <a:lnTo>
                    <a:pt x="2313396" y="2301642"/>
                  </a:lnTo>
                  <a:lnTo>
                    <a:pt x="2313505" y="2301642"/>
                  </a:lnTo>
                  <a:lnTo>
                    <a:pt x="2313613" y="2301642"/>
                  </a:lnTo>
                  <a:lnTo>
                    <a:pt x="2313721" y="2301642"/>
                  </a:lnTo>
                  <a:lnTo>
                    <a:pt x="2313830" y="2301642"/>
                  </a:lnTo>
                  <a:lnTo>
                    <a:pt x="2313938" y="2301642"/>
                  </a:lnTo>
                  <a:lnTo>
                    <a:pt x="2314047" y="2301642"/>
                  </a:lnTo>
                  <a:lnTo>
                    <a:pt x="2314047" y="2301018"/>
                  </a:lnTo>
                  <a:lnTo>
                    <a:pt x="2314047" y="2300395"/>
                  </a:lnTo>
                  <a:lnTo>
                    <a:pt x="2314047" y="2299771"/>
                  </a:lnTo>
                  <a:lnTo>
                    <a:pt x="2314047" y="2299148"/>
                  </a:lnTo>
                  <a:lnTo>
                    <a:pt x="2314155" y="2299148"/>
                  </a:lnTo>
                  <a:lnTo>
                    <a:pt x="2314264" y="2299148"/>
                  </a:lnTo>
                  <a:lnTo>
                    <a:pt x="2314372" y="2299148"/>
                  </a:lnTo>
                  <a:lnTo>
                    <a:pt x="2314481" y="2299148"/>
                  </a:lnTo>
                  <a:lnTo>
                    <a:pt x="2314589" y="2299148"/>
                  </a:lnTo>
                  <a:lnTo>
                    <a:pt x="2314697" y="2299148"/>
                  </a:lnTo>
                  <a:lnTo>
                    <a:pt x="2314806" y="2299148"/>
                  </a:lnTo>
                  <a:lnTo>
                    <a:pt x="2314806" y="2298524"/>
                  </a:lnTo>
                  <a:lnTo>
                    <a:pt x="2314914" y="2298524"/>
                  </a:lnTo>
                  <a:lnTo>
                    <a:pt x="2315023" y="2298524"/>
                  </a:lnTo>
                  <a:lnTo>
                    <a:pt x="2315131" y="2298524"/>
                  </a:lnTo>
                  <a:lnTo>
                    <a:pt x="2315240" y="2298524"/>
                  </a:lnTo>
                  <a:lnTo>
                    <a:pt x="2315348" y="2298524"/>
                  </a:lnTo>
                  <a:lnTo>
                    <a:pt x="2315457" y="2298524"/>
                  </a:lnTo>
                  <a:lnTo>
                    <a:pt x="2315565" y="2298524"/>
                  </a:lnTo>
                  <a:lnTo>
                    <a:pt x="2315674" y="2298524"/>
                  </a:lnTo>
                  <a:lnTo>
                    <a:pt x="2315782" y="2298524"/>
                  </a:lnTo>
                  <a:lnTo>
                    <a:pt x="2315890" y="2298524"/>
                  </a:lnTo>
                  <a:lnTo>
                    <a:pt x="2315999" y="2298524"/>
                  </a:lnTo>
                  <a:lnTo>
                    <a:pt x="2316107" y="2298524"/>
                  </a:lnTo>
                  <a:lnTo>
                    <a:pt x="2316216" y="2298524"/>
                  </a:lnTo>
                  <a:lnTo>
                    <a:pt x="2316324" y="2298524"/>
                  </a:lnTo>
                  <a:lnTo>
                    <a:pt x="2316433" y="2298524"/>
                  </a:lnTo>
                  <a:lnTo>
                    <a:pt x="2316541" y="2298524"/>
                  </a:lnTo>
                  <a:lnTo>
                    <a:pt x="2316650" y="2298524"/>
                  </a:lnTo>
                  <a:lnTo>
                    <a:pt x="2316758" y="2298524"/>
                  </a:lnTo>
                  <a:lnTo>
                    <a:pt x="2316866" y="2298524"/>
                  </a:lnTo>
                  <a:lnTo>
                    <a:pt x="2316975" y="2298524"/>
                  </a:lnTo>
                  <a:lnTo>
                    <a:pt x="2317083" y="2298524"/>
                  </a:lnTo>
                  <a:lnTo>
                    <a:pt x="2317192" y="2298524"/>
                  </a:lnTo>
                  <a:lnTo>
                    <a:pt x="2317300" y="2298524"/>
                  </a:lnTo>
                  <a:lnTo>
                    <a:pt x="2317409" y="2298524"/>
                  </a:lnTo>
                  <a:lnTo>
                    <a:pt x="2317517" y="2298524"/>
                  </a:lnTo>
                  <a:lnTo>
                    <a:pt x="2317626" y="2298524"/>
                  </a:lnTo>
                  <a:lnTo>
                    <a:pt x="2317734" y="2298524"/>
                  </a:lnTo>
                  <a:lnTo>
                    <a:pt x="2317842" y="2298524"/>
                  </a:lnTo>
                  <a:lnTo>
                    <a:pt x="2317951" y="2298524"/>
                  </a:lnTo>
                  <a:lnTo>
                    <a:pt x="2318059" y="2298524"/>
                  </a:lnTo>
                  <a:lnTo>
                    <a:pt x="2318168" y="2298524"/>
                  </a:lnTo>
                  <a:lnTo>
                    <a:pt x="2318276" y="2298524"/>
                  </a:lnTo>
                  <a:lnTo>
                    <a:pt x="2318385" y="2298524"/>
                  </a:lnTo>
                  <a:lnTo>
                    <a:pt x="2318493" y="2298524"/>
                  </a:lnTo>
                  <a:lnTo>
                    <a:pt x="2318602" y="2298524"/>
                  </a:lnTo>
                  <a:lnTo>
                    <a:pt x="2318710" y="2298524"/>
                  </a:lnTo>
                  <a:lnTo>
                    <a:pt x="2318818" y="2298524"/>
                  </a:lnTo>
                  <a:lnTo>
                    <a:pt x="2318927" y="2298524"/>
                  </a:lnTo>
                  <a:lnTo>
                    <a:pt x="2319035" y="2298524"/>
                  </a:lnTo>
                  <a:lnTo>
                    <a:pt x="2319144" y="2298524"/>
                  </a:lnTo>
                  <a:lnTo>
                    <a:pt x="2319252" y="2298524"/>
                  </a:lnTo>
                  <a:lnTo>
                    <a:pt x="2319361" y="2298524"/>
                  </a:lnTo>
                  <a:lnTo>
                    <a:pt x="2319469" y="2298524"/>
                  </a:lnTo>
                  <a:lnTo>
                    <a:pt x="2319578" y="2298524"/>
                  </a:lnTo>
                  <a:lnTo>
                    <a:pt x="2319686" y="2298524"/>
                  </a:lnTo>
                  <a:lnTo>
                    <a:pt x="2319794" y="2298524"/>
                  </a:lnTo>
                  <a:lnTo>
                    <a:pt x="2319903" y="2298524"/>
                  </a:lnTo>
                  <a:lnTo>
                    <a:pt x="2320011" y="2298524"/>
                  </a:lnTo>
                  <a:lnTo>
                    <a:pt x="2320011" y="2297900"/>
                  </a:lnTo>
                  <a:lnTo>
                    <a:pt x="2320011" y="2297277"/>
                  </a:lnTo>
                  <a:lnTo>
                    <a:pt x="2320120" y="2297277"/>
                  </a:lnTo>
                  <a:lnTo>
                    <a:pt x="2320228" y="2297277"/>
                  </a:lnTo>
                  <a:lnTo>
                    <a:pt x="2320337" y="2297277"/>
                  </a:lnTo>
                  <a:lnTo>
                    <a:pt x="2320337" y="2296653"/>
                  </a:lnTo>
                  <a:lnTo>
                    <a:pt x="2320445" y="2296653"/>
                  </a:lnTo>
                  <a:lnTo>
                    <a:pt x="2320554" y="2296653"/>
                  </a:lnTo>
                  <a:lnTo>
                    <a:pt x="2320662" y="2296653"/>
                  </a:lnTo>
                  <a:lnTo>
                    <a:pt x="2320662" y="2296030"/>
                  </a:lnTo>
                  <a:lnTo>
                    <a:pt x="2320771" y="2296030"/>
                  </a:lnTo>
                  <a:lnTo>
                    <a:pt x="2320879" y="2296030"/>
                  </a:lnTo>
                  <a:lnTo>
                    <a:pt x="2320987" y="2296030"/>
                  </a:lnTo>
                  <a:lnTo>
                    <a:pt x="2321096" y="2296030"/>
                  </a:lnTo>
                  <a:lnTo>
                    <a:pt x="2321204" y="2296030"/>
                  </a:lnTo>
                  <a:lnTo>
                    <a:pt x="2321313" y="2296030"/>
                  </a:lnTo>
                  <a:lnTo>
                    <a:pt x="2321421" y="2296030"/>
                  </a:lnTo>
                  <a:lnTo>
                    <a:pt x="2321421" y="2295406"/>
                  </a:lnTo>
                  <a:lnTo>
                    <a:pt x="2321530" y="2295406"/>
                  </a:lnTo>
                  <a:lnTo>
                    <a:pt x="2321638" y="2295406"/>
                  </a:lnTo>
                  <a:lnTo>
                    <a:pt x="2321747" y="2295406"/>
                  </a:lnTo>
                  <a:lnTo>
                    <a:pt x="2321747" y="2294782"/>
                  </a:lnTo>
                  <a:lnTo>
                    <a:pt x="2321855" y="2294782"/>
                  </a:lnTo>
                  <a:lnTo>
                    <a:pt x="2321963" y="2294782"/>
                  </a:lnTo>
                  <a:lnTo>
                    <a:pt x="2322072" y="2294782"/>
                  </a:lnTo>
                  <a:lnTo>
                    <a:pt x="2322180" y="2294782"/>
                  </a:lnTo>
                  <a:lnTo>
                    <a:pt x="2322289" y="2294782"/>
                  </a:lnTo>
                  <a:lnTo>
                    <a:pt x="2322397" y="2294782"/>
                  </a:lnTo>
                  <a:lnTo>
                    <a:pt x="2322506" y="2294782"/>
                  </a:lnTo>
                  <a:lnTo>
                    <a:pt x="2322614" y="2294782"/>
                  </a:lnTo>
                  <a:lnTo>
                    <a:pt x="2322723" y="2294782"/>
                  </a:lnTo>
                  <a:lnTo>
                    <a:pt x="2322831" y="2294782"/>
                  </a:lnTo>
                  <a:lnTo>
                    <a:pt x="2322831" y="2294159"/>
                  </a:lnTo>
                  <a:lnTo>
                    <a:pt x="2322939" y="2294159"/>
                  </a:lnTo>
                  <a:lnTo>
                    <a:pt x="2323048" y="2294159"/>
                  </a:lnTo>
                  <a:lnTo>
                    <a:pt x="2323156" y="2294159"/>
                  </a:lnTo>
                  <a:lnTo>
                    <a:pt x="2323265" y="2294159"/>
                  </a:lnTo>
                  <a:lnTo>
                    <a:pt x="2323373" y="2294159"/>
                  </a:lnTo>
                  <a:lnTo>
                    <a:pt x="2323373" y="2293535"/>
                  </a:lnTo>
                  <a:lnTo>
                    <a:pt x="2323482" y="2293535"/>
                  </a:lnTo>
                  <a:lnTo>
                    <a:pt x="2323590" y="2293535"/>
                  </a:lnTo>
                  <a:lnTo>
                    <a:pt x="2323699" y="2293535"/>
                  </a:lnTo>
                  <a:lnTo>
                    <a:pt x="2323807" y="2293535"/>
                  </a:lnTo>
                  <a:lnTo>
                    <a:pt x="2323915" y="2293535"/>
                  </a:lnTo>
                  <a:lnTo>
                    <a:pt x="2324024" y="2293535"/>
                  </a:lnTo>
                  <a:lnTo>
                    <a:pt x="2324132" y="2293535"/>
                  </a:lnTo>
                  <a:lnTo>
                    <a:pt x="2324132" y="2292912"/>
                  </a:lnTo>
                  <a:lnTo>
                    <a:pt x="2324241" y="2292912"/>
                  </a:lnTo>
                  <a:lnTo>
                    <a:pt x="2324241" y="2292288"/>
                  </a:lnTo>
                  <a:lnTo>
                    <a:pt x="2324349" y="2292288"/>
                  </a:lnTo>
                  <a:lnTo>
                    <a:pt x="2324458" y="2292288"/>
                  </a:lnTo>
                  <a:lnTo>
                    <a:pt x="2324566" y="2292288"/>
                  </a:lnTo>
                  <a:lnTo>
                    <a:pt x="2324675" y="2292288"/>
                  </a:lnTo>
                  <a:lnTo>
                    <a:pt x="2324783" y="2292288"/>
                  </a:lnTo>
                  <a:lnTo>
                    <a:pt x="2324783" y="2291665"/>
                  </a:lnTo>
                  <a:lnTo>
                    <a:pt x="2324783" y="2291041"/>
                  </a:lnTo>
                  <a:lnTo>
                    <a:pt x="2324892" y="2291041"/>
                  </a:lnTo>
                  <a:lnTo>
                    <a:pt x="2325000" y="2291041"/>
                  </a:lnTo>
                  <a:lnTo>
                    <a:pt x="2325000" y="2290417"/>
                  </a:lnTo>
                  <a:lnTo>
                    <a:pt x="2325108" y="2290417"/>
                  </a:lnTo>
                  <a:lnTo>
                    <a:pt x="2325217" y="2290417"/>
                  </a:lnTo>
                  <a:lnTo>
                    <a:pt x="2325325" y="2290417"/>
                  </a:lnTo>
                  <a:lnTo>
                    <a:pt x="2325434" y="2290417"/>
                  </a:lnTo>
                  <a:lnTo>
                    <a:pt x="2325434" y="2289794"/>
                  </a:lnTo>
                  <a:lnTo>
                    <a:pt x="2325542" y="2289794"/>
                  </a:lnTo>
                  <a:lnTo>
                    <a:pt x="2325542" y="2289170"/>
                  </a:lnTo>
                  <a:lnTo>
                    <a:pt x="2325651" y="2289170"/>
                  </a:lnTo>
                  <a:lnTo>
                    <a:pt x="2325759" y="2289170"/>
                  </a:lnTo>
                  <a:lnTo>
                    <a:pt x="2325868" y="2289170"/>
                  </a:lnTo>
                  <a:lnTo>
                    <a:pt x="2325976" y="2289170"/>
                  </a:lnTo>
                  <a:lnTo>
                    <a:pt x="2326084" y="2289170"/>
                  </a:lnTo>
                  <a:lnTo>
                    <a:pt x="2326193" y="2289170"/>
                  </a:lnTo>
                  <a:lnTo>
                    <a:pt x="2326301" y="2289170"/>
                  </a:lnTo>
                  <a:lnTo>
                    <a:pt x="2326301" y="2288547"/>
                  </a:lnTo>
                  <a:lnTo>
                    <a:pt x="2326410" y="2288547"/>
                  </a:lnTo>
                  <a:lnTo>
                    <a:pt x="2326518" y="2288547"/>
                  </a:lnTo>
                  <a:lnTo>
                    <a:pt x="2326518" y="2287923"/>
                  </a:lnTo>
                  <a:lnTo>
                    <a:pt x="2326627" y="2287923"/>
                  </a:lnTo>
                  <a:lnTo>
                    <a:pt x="2326735" y="2287923"/>
                  </a:lnTo>
                  <a:lnTo>
                    <a:pt x="2326844" y="2287923"/>
                  </a:lnTo>
                  <a:lnTo>
                    <a:pt x="2326952" y="2287923"/>
                  </a:lnTo>
                  <a:lnTo>
                    <a:pt x="2327060" y="2287923"/>
                  </a:lnTo>
                  <a:lnTo>
                    <a:pt x="2327169" y="2287923"/>
                  </a:lnTo>
                  <a:lnTo>
                    <a:pt x="2327277" y="2287923"/>
                  </a:lnTo>
                  <a:lnTo>
                    <a:pt x="2327386" y="2287923"/>
                  </a:lnTo>
                  <a:lnTo>
                    <a:pt x="2327494" y="2287923"/>
                  </a:lnTo>
                  <a:lnTo>
                    <a:pt x="2327603" y="2287923"/>
                  </a:lnTo>
                  <a:lnTo>
                    <a:pt x="2327711" y="2287923"/>
                  </a:lnTo>
                  <a:lnTo>
                    <a:pt x="2327820" y="2287923"/>
                  </a:lnTo>
                  <a:lnTo>
                    <a:pt x="2327820" y="2287299"/>
                  </a:lnTo>
                  <a:lnTo>
                    <a:pt x="2327928" y="2287299"/>
                  </a:lnTo>
                  <a:lnTo>
                    <a:pt x="2328036" y="2287299"/>
                  </a:lnTo>
                  <a:lnTo>
                    <a:pt x="2328145" y="2287299"/>
                  </a:lnTo>
                  <a:lnTo>
                    <a:pt x="2328253" y="2287299"/>
                  </a:lnTo>
                  <a:lnTo>
                    <a:pt x="2328362" y="2287299"/>
                  </a:lnTo>
                  <a:lnTo>
                    <a:pt x="2328470" y="2287299"/>
                  </a:lnTo>
                  <a:lnTo>
                    <a:pt x="2328579" y="2287299"/>
                  </a:lnTo>
                  <a:lnTo>
                    <a:pt x="2328687" y="2287299"/>
                  </a:lnTo>
                  <a:lnTo>
                    <a:pt x="2328796" y="2287299"/>
                  </a:lnTo>
                  <a:lnTo>
                    <a:pt x="2328796" y="2286676"/>
                  </a:lnTo>
                  <a:lnTo>
                    <a:pt x="2328904" y="2286676"/>
                  </a:lnTo>
                  <a:lnTo>
                    <a:pt x="2329013" y="2286676"/>
                  </a:lnTo>
                  <a:lnTo>
                    <a:pt x="2329121" y="2286676"/>
                  </a:lnTo>
                  <a:lnTo>
                    <a:pt x="2329229" y="2286676"/>
                  </a:lnTo>
                  <a:lnTo>
                    <a:pt x="2329338" y="2286676"/>
                  </a:lnTo>
                  <a:lnTo>
                    <a:pt x="2329446" y="2286676"/>
                  </a:lnTo>
                  <a:lnTo>
                    <a:pt x="2329555" y="2286676"/>
                  </a:lnTo>
                  <a:lnTo>
                    <a:pt x="2329663" y="2286676"/>
                  </a:lnTo>
                  <a:lnTo>
                    <a:pt x="2329772" y="2286676"/>
                  </a:lnTo>
                  <a:lnTo>
                    <a:pt x="2329880" y="2286676"/>
                  </a:lnTo>
                  <a:lnTo>
                    <a:pt x="2329989" y="2286676"/>
                  </a:lnTo>
                  <a:lnTo>
                    <a:pt x="2330097" y="2286676"/>
                  </a:lnTo>
                  <a:lnTo>
                    <a:pt x="2330097" y="2286052"/>
                  </a:lnTo>
                  <a:lnTo>
                    <a:pt x="2330205" y="2286052"/>
                  </a:lnTo>
                  <a:lnTo>
                    <a:pt x="2330205" y="2285429"/>
                  </a:lnTo>
                  <a:lnTo>
                    <a:pt x="2330314" y="2285429"/>
                  </a:lnTo>
                  <a:lnTo>
                    <a:pt x="2330314" y="2284805"/>
                  </a:lnTo>
                  <a:lnTo>
                    <a:pt x="2330422" y="2284805"/>
                  </a:lnTo>
                  <a:lnTo>
                    <a:pt x="2330531" y="2284805"/>
                  </a:lnTo>
                  <a:lnTo>
                    <a:pt x="2330639" y="2284805"/>
                  </a:lnTo>
                  <a:lnTo>
                    <a:pt x="2330748" y="2284805"/>
                  </a:lnTo>
                  <a:lnTo>
                    <a:pt x="2330856" y="2284805"/>
                  </a:lnTo>
                  <a:lnTo>
                    <a:pt x="2330965" y="2284805"/>
                  </a:lnTo>
                  <a:lnTo>
                    <a:pt x="2331073" y="2284805"/>
                  </a:lnTo>
                  <a:lnTo>
                    <a:pt x="2331181" y="2284805"/>
                  </a:lnTo>
                  <a:lnTo>
                    <a:pt x="2331290" y="2284805"/>
                  </a:lnTo>
                  <a:lnTo>
                    <a:pt x="2331398" y="2284805"/>
                  </a:lnTo>
                  <a:lnTo>
                    <a:pt x="2331398" y="2284182"/>
                  </a:lnTo>
                  <a:lnTo>
                    <a:pt x="2331507" y="2284182"/>
                  </a:lnTo>
                  <a:lnTo>
                    <a:pt x="2331507" y="2283558"/>
                  </a:lnTo>
                  <a:lnTo>
                    <a:pt x="2331615" y="2283558"/>
                  </a:lnTo>
                  <a:lnTo>
                    <a:pt x="2331724" y="2283558"/>
                  </a:lnTo>
                  <a:lnTo>
                    <a:pt x="2331832" y="2283558"/>
                  </a:lnTo>
                  <a:lnTo>
                    <a:pt x="2331832" y="2282934"/>
                  </a:lnTo>
                  <a:lnTo>
                    <a:pt x="2331941" y="2282934"/>
                  </a:lnTo>
                  <a:lnTo>
                    <a:pt x="2332049" y="2282934"/>
                  </a:lnTo>
                  <a:lnTo>
                    <a:pt x="2332049" y="2282311"/>
                  </a:lnTo>
                  <a:lnTo>
                    <a:pt x="2332157" y="2282311"/>
                  </a:lnTo>
                  <a:lnTo>
                    <a:pt x="2332266" y="2282311"/>
                  </a:lnTo>
                  <a:lnTo>
                    <a:pt x="2332374" y="2282311"/>
                  </a:lnTo>
                  <a:lnTo>
                    <a:pt x="2332483" y="2282311"/>
                  </a:lnTo>
                  <a:lnTo>
                    <a:pt x="2332591" y="2282311"/>
                  </a:lnTo>
                  <a:lnTo>
                    <a:pt x="2332700" y="2282311"/>
                  </a:lnTo>
                  <a:lnTo>
                    <a:pt x="2332808" y="2282311"/>
                  </a:lnTo>
                  <a:lnTo>
                    <a:pt x="2332917" y="2282311"/>
                  </a:lnTo>
                  <a:lnTo>
                    <a:pt x="2333025" y="2282311"/>
                  </a:lnTo>
                  <a:lnTo>
                    <a:pt x="2333134" y="2282311"/>
                  </a:lnTo>
                  <a:lnTo>
                    <a:pt x="2333242" y="2282311"/>
                  </a:lnTo>
                  <a:lnTo>
                    <a:pt x="2333242" y="2281687"/>
                  </a:lnTo>
                  <a:lnTo>
                    <a:pt x="2333242" y="2281064"/>
                  </a:lnTo>
                  <a:lnTo>
                    <a:pt x="2333350" y="2281064"/>
                  </a:lnTo>
                  <a:lnTo>
                    <a:pt x="2333459" y="2281064"/>
                  </a:lnTo>
                  <a:lnTo>
                    <a:pt x="2333567" y="2281064"/>
                  </a:lnTo>
                  <a:lnTo>
                    <a:pt x="2333676" y="2281064"/>
                  </a:lnTo>
                  <a:lnTo>
                    <a:pt x="2333784" y="2281064"/>
                  </a:lnTo>
                  <a:lnTo>
                    <a:pt x="2333893" y="2281064"/>
                  </a:lnTo>
                  <a:lnTo>
                    <a:pt x="2334001" y="2281064"/>
                  </a:lnTo>
                  <a:lnTo>
                    <a:pt x="2334110" y="2281064"/>
                  </a:lnTo>
                  <a:lnTo>
                    <a:pt x="2334218" y="2281064"/>
                  </a:lnTo>
                  <a:lnTo>
                    <a:pt x="2334326" y="2281064"/>
                  </a:lnTo>
                  <a:lnTo>
                    <a:pt x="2334435" y="2281064"/>
                  </a:lnTo>
                  <a:lnTo>
                    <a:pt x="2334543" y="2281064"/>
                  </a:lnTo>
                  <a:lnTo>
                    <a:pt x="2334652" y="2281064"/>
                  </a:lnTo>
                  <a:lnTo>
                    <a:pt x="2334760" y="2281064"/>
                  </a:lnTo>
                  <a:lnTo>
                    <a:pt x="2334869" y="2281064"/>
                  </a:lnTo>
                  <a:lnTo>
                    <a:pt x="2334977" y="2281064"/>
                  </a:lnTo>
                  <a:lnTo>
                    <a:pt x="2335086" y="2281064"/>
                  </a:lnTo>
                  <a:lnTo>
                    <a:pt x="2335194" y="2281064"/>
                  </a:lnTo>
                  <a:lnTo>
                    <a:pt x="2335302" y="2281064"/>
                  </a:lnTo>
                  <a:lnTo>
                    <a:pt x="2335302" y="2280440"/>
                  </a:lnTo>
                  <a:lnTo>
                    <a:pt x="2335411" y="2280440"/>
                  </a:lnTo>
                  <a:lnTo>
                    <a:pt x="2335519" y="2280440"/>
                  </a:lnTo>
                  <a:lnTo>
                    <a:pt x="2335628" y="2280440"/>
                  </a:lnTo>
                  <a:lnTo>
                    <a:pt x="2335736" y="2280440"/>
                  </a:lnTo>
                  <a:lnTo>
                    <a:pt x="2335736" y="2279816"/>
                  </a:lnTo>
                  <a:lnTo>
                    <a:pt x="2335736" y="2279193"/>
                  </a:lnTo>
                  <a:lnTo>
                    <a:pt x="2335736" y="2278569"/>
                  </a:lnTo>
                  <a:lnTo>
                    <a:pt x="2335845" y="2278569"/>
                  </a:lnTo>
                  <a:lnTo>
                    <a:pt x="2335953" y="2278569"/>
                  </a:lnTo>
                  <a:lnTo>
                    <a:pt x="2336062" y="2278569"/>
                  </a:lnTo>
                  <a:lnTo>
                    <a:pt x="2336170" y="2278569"/>
                  </a:lnTo>
                  <a:lnTo>
                    <a:pt x="2336278" y="2278569"/>
                  </a:lnTo>
                  <a:lnTo>
                    <a:pt x="2336387" y="2278569"/>
                  </a:lnTo>
                  <a:lnTo>
                    <a:pt x="2336387" y="2277946"/>
                  </a:lnTo>
                  <a:lnTo>
                    <a:pt x="2336495" y="2277946"/>
                  </a:lnTo>
                  <a:lnTo>
                    <a:pt x="2336604" y="2277946"/>
                  </a:lnTo>
                  <a:lnTo>
                    <a:pt x="2336712" y="2277946"/>
                  </a:lnTo>
                  <a:lnTo>
                    <a:pt x="2336821" y="2277946"/>
                  </a:lnTo>
                  <a:lnTo>
                    <a:pt x="2336821" y="2277322"/>
                  </a:lnTo>
                  <a:lnTo>
                    <a:pt x="2336929" y="2277322"/>
                  </a:lnTo>
                  <a:lnTo>
                    <a:pt x="2337038" y="2277322"/>
                  </a:lnTo>
                  <a:lnTo>
                    <a:pt x="2337146" y="2277322"/>
                  </a:lnTo>
                  <a:lnTo>
                    <a:pt x="2337255" y="2277322"/>
                  </a:lnTo>
                  <a:lnTo>
                    <a:pt x="2337363" y="2277322"/>
                  </a:lnTo>
                  <a:lnTo>
                    <a:pt x="2337471" y="2277322"/>
                  </a:lnTo>
                  <a:lnTo>
                    <a:pt x="2337580" y="2277322"/>
                  </a:lnTo>
                  <a:lnTo>
                    <a:pt x="2337688" y="2277322"/>
                  </a:lnTo>
                  <a:lnTo>
                    <a:pt x="2337797" y="2277322"/>
                  </a:lnTo>
                  <a:lnTo>
                    <a:pt x="2337905" y="2277322"/>
                  </a:lnTo>
                  <a:lnTo>
                    <a:pt x="2338014" y="2277322"/>
                  </a:lnTo>
                  <a:lnTo>
                    <a:pt x="2338122" y="2277322"/>
                  </a:lnTo>
                  <a:lnTo>
                    <a:pt x="2338231" y="2277322"/>
                  </a:lnTo>
                  <a:lnTo>
                    <a:pt x="2338339" y="2277322"/>
                  </a:lnTo>
                  <a:lnTo>
                    <a:pt x="2338447" y="2277322"/>
                  </a:lnTo>
                  <a:lnTo>
                    <a:pt x="2338447" y="2276699"/>
                  </a:lnTo>
                  <a:lnTo>
                    <a:pt x="2338556" y="2276699"/>
                  </a:lnTo>
                  <a:lnTo>
                    <a:pt x="2338664" y="2276699"/>
                  </a:lnTo>
                  <a:lnTo>
                    <a:pt x="2338773" y="2276699"/>
                  </a:lnTo>
                  <a:lnTo>
                    <a:pt x="2338881" y="2276699"/>
                  </a:lnTo>
                  <a:lnTo>
                    <a:pt x="2338990" y="2276699"/>
                  </a:lnTo>
                  <a:lnTo>
                    <a:pt x="2339098" y="2276699"/>
                  </a:lnTo>
                  <a:lnTo>
                    <a:pt x="2339207" y="2276699"/>
                  </a:lnTo>
                  <a:lnTo>
                    <a:pt x="2339315" y="2276699"/>
                  </a:lnTo>
                  <a:lnTo>
                    <a:pt x="2339423" y="2276699"/>
                  </a:lnTo>
                  <a:lnTo>
                    <a:pt x="2339532" y="2276699"/>
                  </a:lnTo>
                  <a:lnTo>
                    <a:pt x="2339640" y="2276699"/>
                  </a:lnTo>
                  <a:lnTo>
                    <a:pt x="2339640" y="2276075"/>
                  </a:lnTo>
                  <a:lnTo>
                    <a:pt x="2339749" y="2276075"/>
                  </a:lnTo>
                  <a:lnTo>
                    <a:pt x="2339857" y="2276075"/>
                  </a:lnTo>
                  <a:lnTo>
                    <a:pt x="2339966" y="2276075"/>
                  </a:lnTo>
                  <a:lnTo>
                    <a:pt x="2340074" y="2276075"/>
                  </a:lnTo>
                  <a:lnTo>
                    <a:pt x="2340183" y="2276075"/>
                  </a:lnTo>
                  <a:lnTo>
                    <a:pt x="2340291" y="2276075"/>
                  </a:lnTo>
                  <a:lnTo>
                    <a:pt x="2340399" y="2276075"/>
                  </a:lnTo>
                  <a:lnTo>
                    <a:pt x="2340508" y="2276075"/>
                  </a:lnTo>
                  <a:lnTo>
                    <a:pt x="2340616" y="2276075"/>
                  </a:lnTo>
                  <a:lnTo>
                    <a:pt x="2340725" y="2276075"/>
                  </a:lnTo>
                  <a:lnTo>
                    <a:pt x="2340833" y="2276075"/>
                  </a:lnTo>
                  <a:lnTo>
                    <a:pt x="2340942" y="2276075"/>
                  </a:lnTo>
                  <a:lnTo>
                    <a:pt x="2341050" y="2276075"/>
                  </a:lnTo>
                  <a:lnTo>
                    <a:pt x="2341050" y="2275451"/>
                  </a:lnTo>
                  <a:lnTo>
                    <a:pt x="2341159" y="2275451"/>
                  </a:lnTo>
                  <a:lnTo>
                    <a:pt x="2341267" y="2275451"/>
                  </a:lnTo>
                  <a:lnTo>
                    <a:pt x="2341375" y="2275451"/>
                  </a:lnTo>
                  <a:lnTo>
                    <a:pt x="2341484" y="2275451"/>
                  </a:lnTo>
                  <a:lnTo>
                    <a:pt x="2341484" y="2274828"/>
                  </a:lnTo>
                  <a:lnTo>
                    <a:pt x="2341592" y="2274828"/>
                  </a:lnTo>
                  <a:lnTo>
                    <a:pt x="2341592" y="2274204"/>
                  </a:lnTo>
                  <a:lnTo>
                    <a:pt x="2341701" y="2274204"/>
                  </a:lnTo>
                  <a:lnTo>
                    <a:pt x="2341809" y="2274204"/>
                  </a:lnTo>
                  <a:lnTo>
                    <a:pt x="2341918" y="2274204"/>
                  </a:lnTo>
                  <a:lnTo>
                    <a:pt x="2342026" y="2274204"/>
                  </a:lnTo>
                  <a:lnTo>
                    <a:pt x="2342135" y="2274204"/>
                  </a:lnTo>
                  <a:lnTo>
                    <a:pt x="2342243" y="2274204"/>
                  </a:lnTo>
                  <a:lnTo>
                    <a:pt x="2342352" y="2274204"/>
                  </a:lnTo>
                  <a:lnTo>
                    <a:pt x="2342460" y="2274204"/>
                  </a:lnTo>
                  <a:lnTo>
                    <a:pt x="2342568" y="2274204"/>
                  </a:lnTo>
                  <a:lnTo>
                    <a:pt x="2342677" y="2274204"/>
                  </a:lnTo>
                  <a:lnTo>
                    <a:pt x="2342785" y="2274204"/>
                  </a:lnTo>
                  <a:lnTo>
                    <a:pt x="2342894" y="2274204"/>
                  </a:lnTo>
                  <a:lnTo>
                    <a:pt x="2343002" y="2274204"/>
                  </a:lnTo>
                  <a:lnTo>
                    <a:pt x="2343002" y="2273581"/>
                  </a:lnTo>
                  <a:lnTo>
                    <a:pt x="2343111" y="2273581"/>
                  </a:lnTo>
                  <a:lnTo>
                    <a:pt x="2343111" y="2272957"/>
                  </a:lnTo>
                  <a:lnTo>
                    <a:pt x="2343111" y="2272333"/>
                  </a:lnTo>
                  <a:lnTo>
                    <a:pt x="2343219" y="2272333"/>
                  </a:lnTo>
                  <a:lnTo>
                    <a:pt x="2343328" y="2272333"/>
                  </a:lnTo>
                  <a:lnTo>
                    <a:pt x="2343436" y="2272333"/>
                  </a:lnTo>
                  <a:lnTo>
                    <a:pt x="2343544" y="2272333"/>
                  </a:lnTo>
                  <a:lnTo>
                    <a:pt x="2343653" y="2272333"/>
                  </a:lnTo>
                  <a:lnTo>
                    <a:pt x="2343761" y="2272333"/>
                  </a:lnTo>
                  <a:lnTo>
                    <a:pt x="2343870" y="2272333"/>
                  </a:lnTo>
                  <a:lnTo>
                    <a:pt x="2343978" y="2272333"/>
                  </a:lnTo>
                  <a:lnTo>
                    <a:pt x="2344087" y="2272333"/>
                  </a:lnTo>
                  <a:lnTo>
                    <a:pt x="2344195" y="2272333"/>
                  </a:lnTo>
                  <a:lnTo>
                    <a:pt x="2344304" y="2272333"/>
                  </a:lnTo>
                  <a:lnTo>
                    <a:pt x="2344412" y="2272333"/>
                  </a:lnTo>
                  <a:lnTo>
                    <a:pt x="2344520" y="2272333"/>
                  </a:lnTo>
                  <a:lnTo>
                    <a:pt x="2344520" y="2271710"/>
                  </a:lnTo>
                  <a:lnTo>
                    <a:pt x="2344629" y="2271710"/>
                  </a:lnTo>
                  <a:lnTo>
                    <a:pt x="2344737" y="2271710"/>
                  </a:lnTo>
                  <a:lnTo>
                    <a:pt x="2344846" y="2271710"/>
                  </a:lnTo>
                  <a:lnTo>
                    <a:pt x="2344954" y="2271710"/>
                  </a:lnTo>
                  <a:lnTo>
                    <a:pt x="2345063" y="2271710"/>
                  </a:lnTo>
                  <a:lnTo>
                    <a:pt x="2345171" y="2271710"/>
                  </a:lnTo>
                  <a:lnTo>
                    <a:pt x="2345280" y="2271710"/>
                  </a:lnTo>
                  <a:lnTo>
                    <a:pt x="2345388" y="2271710"/>
                  </a:lnTo>
                  <a:lnTo>
                    <a:pt x="2345496" y="2271710"/>
                  </a:lnTo>
                  <a:lnTo>
                    <a:pt x="2345605" y="2271710"/>
                  </a:lnTo>
                  <a:lnTo>
                    <a:pt x="2345605" y="2271086"/>
                  </a:lnTo>
                  <a:lnTo>
                    <a:pt x="2345713" y="2271086"/>
                  </a:lnTo>
                  <a:lnTo>
                    <a:pt x="2345822" y="2271086"/>
                  </a:lnTo>
                  <a:lnTo>
                    <a:pt x="2345930" y="2271086"/>
                  </a:lnTo>
                  <a:lnTo>
                    <a:pt x="2346039" y="2271086"/>
                  </a:lnTo>
                  <a:lnTo>
                    <a:pt x="2346147" y="2271086"/>
                  </a:lnTo>
                  <a:lnTo>
                    <a:pt x="2346256" y="2271086"/>
                  </a:lnTo>
                  <a:lnTo>
                    <a:pt x="2346364" y="2271086"/>
                  </a:lnTo>
                  <a:lnTo>
                    <a:pt x="2346473" y="2271086"/>
                  </a:lnTo>
                  <a:lnTo>
                    <a:pt x="2346581" y="2271086"/>
                  </a:lnTo>
                  <a:lnTo>
                    <a:pt x="2346689" y="2271086"/>
                  </a:lnTo>
                  <a:lnTo>
                    <a:pt x="2346798" y="2271086"/>
                  </a:lnTo>
                  <a:lnTo>
                    <a:pt x="2346798" y="2270463"/>
                  </a:lnTo>
                  <a:lnTo>
                    <a:pt x="2346906" y="2270463"/>
                  </a:lnTo>
                  <a:lnTo>
                    <a:pt x="2347015" y="2270463"/>
                  </a:lnTo>
                  <a:lnTo>
                    <a:pt x="2347123" y="2270463"/>
                  </a:lnTo>
                  <a:lnTo>
                    <a:pt x="2347123" y="2269839"/>
                  </a:lnTo>
                  <a:lnTo>
                    <a:pt x="2347232" y="2269839"/>
                  </a:lnTo>
                  <a:lnTo>
                    <a:pt x="2347340" y="2269839"/>
                  </a:lnTo>
                  <a:lnTo>
                    <a:pt x="2347449" y="2269839"/>
                  </a:lnTo>
                  <a:lnTo>
                    <a:pt x="2347557" y="2269839"/>
                  </a:lnTo>
                  <a:lnTo>
                    <a:pt x="2347665" y="2269839"/>
                  </a:lnTo>
                  <a:lnTo>
                    <a:pt x="2347665" y="2269216"/>
                  </a:lnTo>
                  <a:lnTo>
                    <a:pt x="2347774" y="2269216"/>
                  </a:lnTo>
                  <a:lnTo>
                    <a:pt x="2347882" y="2269216"/>
                  </a:lnTo>
                  <a:lnTo>
                    <a:pt x="2347991" y="2269216"/>
                  </a:lnTo>
                  <a:lnTo>
                    <a:pt x="2348099" y="2269216"/>
                  </a:lnTo>
                  <a:lnTo>
                    <a:pt x="2348208" y="2269216"/>
                  </a:lnTo>
                  <a:lnTo>
                    <a:pt x="2348316" y="2269216"/>
                  </a:lnTo>
                  <a:lnTo>
                    <a:pt x="2348425" y="2269216"/>
                  </a:lnTo>
                  <a:lnTo>
                    <a:pt x="2348533" y="2269216"/>
                  </a:lnTo>
                  <a:lnTo>
                    <a:pt x="2348641" y="2269216"/>
                  </a:lnTo>
                  <a:lnTo>
                    <a:pt x="2348750" y="2269216"/>
                  </a:lnTo>
                  <a:lnTo>
                    <a:pt x="2348750" y="2268592"/>
                  </a:lnTo>
                  <a:lnTo>
                    <a:pt x="2348750" y="2267968"/>
                  </a:lnTo>
                  <a:lnTo>
                    <a:pt x="2348858" y="2267968"/>
                  </a:lnTo>
                  <a:lnTo>
                    <a:pt x="2348967" y="2267968"/>
                  </a:lnTo>
                  <a:lnTo>
                    <a:pt x="2349075" y="2267968"/>
                  </a:lnTo>
                  <a:lnTo>
                    <a:pt x="2349184" y="2267968"/>
                  </a:lnTo>
                  <a:lnTo>
                    <a:pt x="2349292" y="2267968"/>
                  </a:lnTo>
                  <a:lnTo>
                    <a:pt x="2349401" y="2267968"/>
                  </a:lnTo>
                  <a:lnTo>
                    <a:pt x="2349509" y="2267968"/>
                  </a:lnTo>
                  <a:lnTo>
                    <a:pt x="2349617" y="2267968"/>
                  </a:lnTo>
                  <a:lnTo>
                    <a:pt x="2349617" y="2267345"/>
                  </a:lnTo>
                  <a:lnTo>
                    <a:pt x="2349726" y="2267345"/>
                  </a:lnTo>
                  <a:lnTo>
                    <a:pt x="2349834" y="2267345"/>
                  </a:lnTo>
                  <a:lnTo>
                    <a:pt x="2349943" y="2267345"/>
                  </a:lnTo>
                  <a:lnTo>
                    <a:pt x="2350051" y="2267345"/>
                  </a:lnTo>
                  <a:lnTo>
                    <a:pt x="2350160" y="2267345"/>
                  </a:lnTo>
                  <a:lnTo>
                    <a:pt x="2350268" y="2267345"/>
                  </a:lnTo>
                  <a:lnTo>
                    <a:pt x="2350377" y="2267345"/>
                  </a:lnTo>
                  <a:lnTo>
                    <a:pt x="2350377" y="2266721"/>
                  </a:lnTo>
                  <a:lnTo>
                    <a:pt x="2350485" y="2266721"/>
                  </a:lnTo>
                  <a:lnTo>
                    <a:pt x="2350594" y="2266721"/>
                  </a:lnTo>
                  <a:lnTo>
                    <a:pt x="2350702" y="2266721"/>
                  </a:lnTo>
                  <a:lnTo>
                    <a:pt x="2350810" y="2266721"/>
                  </a:lnTo>
                  <a:lnTo>
                    <a:pt x="2350810" y="2266098"/>
                  </a:lnTo>
                  <a:lnTo>
                    <a:pt x="2350919" y="2266098"/>
                  </a:lnTo>
                  <a:lnTo>
                    <a:pt x="2351027" y="2266098"/>
                  </a:lnTo>
                  <a:lnTo>
                    <a:pt x="2351136" y="2266098"/>
                  </a:lnTo>
                  <a:lnTo>
                    <a:pt x="2351136" y="2265474"/>
                  </a:lnTo>
                  <a:lnTo>
                    <a:pt x="2351244" y="2265474"/>
                  </a:lnTo>
                  <a:lnTo>
                    <a:pt x="2351353" y="2265474"/>
                  </a:lnTo>
                  <a:lnTo>
                    <a:pt x="2351461" y="2265474"/>
                  </a:lnTo>
                  <a:lnTo>
                    <a:pt x="2351570" y="2265474"/>
                  </a:lnTo>
                  <a:lnTo>
                    <a:pt x="2351678" y="2265474"/>
                  </a:lnTo>
                  <a:lnTo>
                    <a:pt x="2351678" y="2264850"/>
                  </a:lnTo>
                  <a:lnTo>
                    <a:pt x="2351786" y="2264850"/>
                  </a:lnTo>
                  <a:lnTo>
                    <a:pt x="2351895" y="2264850"/>
                  </a:lnTo>
                  <a:lnTo>
                    <a:pt x="2352003" y="2264850"/>
                  </a:lnTo>
                  <a:lnTo>
                    <a:pt x="2352112" y="2264850"/>
                  </a:lnTo>
                  <a:lnTo>
                    <a:pt x="2352220" y="2264850"/>
                  </a:lnTo>
                  <a:lnTo>
                    <a:pt x="2352329" y="2264850"/>
                  </a:lnTo>
                  <a:lnTo>
                    <a:pt x="2352437" y="2264850"/>
                  </a:lnTo>
                  <a:lnTo>
                    <a:pt x="2352546" y="2264850"/>
                  </a:lnTo>
                  <a:lnTo>
                    <a:pt x="2352654" y="2264850"/>
                  </a:lnTo>
                  <a:lnTo>
                    <a:pt x="2352762" y="2264850"/>
                  </a:lnTo>
                  <a:lnTo>
                    <a:pt x="2352871" y="2264850"/>
                  </a:lnTo>
                  <a:lnTo>
                    <a:pt x="2352871" y="2264227"/>
                  </a:lnTo>
                  <a:lnTo>
                    <a:pt x="2352979" y="2264227"/>
                  </a:lnTo>
                  <a:lnTo>
                    <a:pt x="2353088" y="2264227"/>
                  </a:lnTo>
                  <a:lnTo>
                    <a:pt x="2353088" y="2263603"/>
                  </a:lnTo>
                  <a:lnTo>
                    <a:pt x="2353088" y="2262980"/>
                  </a:lnTo>
                  <a:lnTo>
                    <a:pt x="2353196" y="2262980"/>
                  </a:lnTo>
                  <a:lnTo>
                    <a:pt x="2353305" y="2262980"/>
                  </a:lnTo>
                  <a:lnTo>
                    <a:pt x="2353413" y="2262980"/>
                  </a:lnTo>
                  <a:lnTo>
                    <a:pt x="2353522" y="2262980"/>
                  </a:lnTo>
                  <a:lnTo>
                    <a:pt x="2353630" y="2262980"/>
                  </a:lnTo>
                  <a:lnTo>
                    <a:pt x="2353738" y="2262980"/>
                  </a:lnTo>
                  <a:lnTo>
                    <a:pt x="2353847" y="2262980"/>
                  </a:lnTo>
                  <a:lnTo>
                    <a:pt x="2353955" y="2262980"/>
                  </a:lnTo>
                  <a:lnTo>
                    <a:pt x="2354064" y="2262980"/>
                  </a:lnTo>
                  <a:lnTo>
                    <a:pt x="2354172" y="2262980"/>
                  </a:lnTo>
                  <a:lnTo>
                    <a:pt x="2354172" y="2262356"/>
                  </a:lnTo>
                  <a:lnTo>
                    <a:pt x="2354281" y="2262356"/>
                  </a:lnTo>
                  <a:lnTo>
                    <a:pt x="2354389" y="2262356"/>
                  </a:lnTo>
                  <a:lnTo>
                    <a:pt x="2354498" y="2262356"/>
                  </a:lnTo>
                  <a:lnTo>
                    <a:pt x="2354606" y="2262356"/>
                  </a:lnTo>
                  <a:lnTo>
                    <a:pt x="2354715" y="2262356"/>
                  </a:lnTo>
                  <a:lnTo>
                    <a:pt x="2354823" y="2262356"/>
                  </a:lnTo>
                  <a:lnTo>
                    <a:pt x="2354931" y="2262356"/>
                  </a:lnTo>
                  <a:lnTo>
                    <a:pt x="2355040" y="2262356"/>
                  </a:lnTo>
                  <a:lnTo>
                    <a:pt x="2355040" y="2261733"/>
                  </a:lnTo>
                  <a:lnTo>
                    <a:pt x="2355148" y="2261733"/>
                  </a:lnTo>
                  <a:lnTo>
                    <a:pt x="2355257" y="2261733"/>
                  </a:lnTo>
                  <a:lnTo>
                    <a:pt x="2355365" y="2261733"/>
                  </a:lnTo>
                  <a:lnTo>
                    <a:pt x="2355474" y="2261733"/>
                  </a:lnTo>
                  <a:lnTo>
                    <a:pt x="2355582" y="2261733"/>
                  </a:lnTo>
                  <a:lnTo>
                    <a:pt x="2355691" y="2261733"/>
                  </a:lnTo>
                  <a:lnTo>
                    <a:pt x="2355799" y="2261733"/>
                  </a:lnTo>
                  <a:lnTo>
                    <a:pt x="2355907" y="2261733"/>
                  </a:lnTo>
                  <a:lnTo>
                    <a:pt x="2356016" y="2261733"/>
                  </a:lnTo>
                  <a:lnTo>
                    <a:pt x="2356124" y="2261733"/>
                  </a:lnTo>
                  <a:lnTo>
                    <a:pt x="2356233" y="2261733"/>
                  </a:lnTo>
                  <a:lnTo>
                    <a:pt x="2356233" y="2261109"/>
                  </a:lnTo>
                  <a:lnTo>
                    <a:pt x="2356341" y="2261109"/>
                  </a:lnTo>
                  <a:lnTo>
                    <a:pt x="2356450" y="2261109"/>
                  </a:lnTo>
                  <a:lnTo>
                    <a:pt x="2356558" y="2261109"/>
                  </a:lnTo>
                  <a:lnTo>
                    <a:pt x="2356667" y="2261109"/>
                  </a:lnTo>
                  <a:lnTo>
                    <a:pt x="2356775" y="2261109"/>
                  </a:lnTo>
                  <a:lnTo>
                    <a:pt x="2356775" y="2260485"/>
                  </a:lnTo>
                  <a:lnTo>
                    <a:pt x="2356775" y="2259862"/>
                  </a:lnTo>
                  <a:lnTo>
                    <a:pt x="2356883" y="2259862"/>
                  </a:lnTo>
                  <a:lnTo>
                    <a:pt x="2356883" y="2259238"/>
                  </a:lnTo>
                  <a:lnTo>
                    <a:pt x="2356992" y="2259238"/>
                  </a:lnTo>
                  <a:lnTo>
                    <a:pt x="2357100" y="2259238"/>
                  </a:lnTo>
                  <a:lnTo>
                    <a:pt x="2357209" y="2259238"/>
                  </a:lnTo>
                  <a:lnTo>
                    <a:pt x="2357317" y="2259238"/>
                  </a:lnTo>
                  <a:lnTo>
                    <a:pt x="2357426" y="2259238"/>
                  </a:lnTo>
                  <a:lnTo>
                    <a:pt x="2357534" y="2259238"/>
                  </a:lnTo>
                  <a:lnTo>
                    <a:pt x="2357534" y="2258615"/>
                  </a:lnTo>
                  <a:lnTo>
                    <a:pt x="2357643" y="2258615"/>
                  </a:lnTo>
                  <a:lnTo>
                    <a:pt x="2357751" y="2258615"/>
                  </a:lnTo>
                  <a:lnTo>
                    <a:pt x="2357859" y="2258615"/>
                  </a:lnTo>
                  <a:lnTo>
                    <a:pt x="2357968" y="2258615"/>
                  </a:lnTo>
                  <a:lnTo>
                    <a:pt x="2358076" y="2258615"/>
                  </a:lnTo>
                  <a:lnTo>
                    <a:pt x="2358185" y="2258615"/>
                  </a:lnTo>
                  <a:lnTo>
                    <a:pt x="2358185" y="2257991"/>
                  </a:lnTo>
                  <a:lnTo>
                    <a:pt x="2358293" y="2257991"/>
                  </a:lnTo>
                  <a:lnTo>
                    <a:pt x="2358402" y="2257991"/>
                  </a:lnTo>
                  <a:lnTo>
                    <a:pt x="2358510" y="2257991"/>
                  </a:lnTo>
                  <a:lnTo>
                    <a:pt x="2358619" y="2257991"/>
                  </a:lnTo>
                  <a:lnTo>
                    <a:pt x="2358619" y="2257367"/>
                  </a:lnTo>
                  <a:lnTo>
                    <a:pt x="2358727" y="2257367"/>
                  </a:lnTo>
                  <a:lnTo>
                    <a:pt x="2358836" y="2257367"/>
                  </a:lnTo>
                  <a:lnTo>
                    <a:pt x="2358944" y="2257367"/>
                  </a:lnTo>
                  <a:lnTo>
                    <a:pt x="2359052" y="2257367"/>
                  </a:lnTo>
                  <a:lnTo>
                    <a:pt x="2359161" y="2257367"/>
                  </a:lnTo>
                  <a:lnTo>
                    <a:pt x="2359161" y="2256744"/>
                  </a:lnTo>
                  <a:lnTo>
                    <a:pt x="2359161" y="2256120"/>
                  </a:lnTo>
                  <a:lnTo>
                    <a:pt x="2359161" y="2255497"/>
                  </a:lnTo>
                  <a:lnTo>
                    <a:pt x="2359161" y="2254873"/>
                  </a:lnTo>
                  <a:lnTo>
                    <a:pt x="2359269" y="2254873"/>
                  </a:lnTo>
                  <a:lnTo>
                    <a:pt x="2359378" y="2254873"/>
                  </a:lnTo>
                  <a:lnTo>
                    <a:pt x="2359486" y="2254873"/>
                  </a:lnTo>
                  <a:lnTo>
                    <a:pt x="2359595" y="2254873"/>
                  </a:lnTo>
                  <a:lnTo>
                    <a:pt x="2359595" y="2254250"/>
                  </a:lnTo>
                  <a:lnTo>
                    <a:pt x="2359703" y="2254250"/>
                  </a:lnTo>
                  <a:lnTo>
                    <a:pt x="2359703" y="2253626"/>
                  </a:lnTo>
                  <a:lnTo>
                    <a:pt x="2359812" y="2253626"/>
                  </a:lnTo>
                  <a:lnTo>
                    <a:pt x="2359920" y="2253626"/>
                  </a:lnTo>
                  <a:lnTo>
                    <a:pt x="2359920" y="2253002"/>
                  </a:lnTo>
                  <a:lnTo>
                    <a:pt x="2360028" y="2253002"/>
                  </a:lnTo>
                  <a:lnTo>
                    <a:pt x="2360137" y="2253002"/>
                  </a:lnTo>
                  <a:lnTo>
                    <a:pt x="2360245" y="2253002"/>
                  </a:lnTo>
                  <a:lnTo>
                    <a:pt x="2360354" y="2253002"/>
                  </a:lnTo>
                  <a:lnTo>
                    <a:pt x="2360462" y="2253002"/>
                  </a:lnTo>
                  <a:lnTo>
                    <a:pt x="2360571" y="2253002"/>
                  </a:lnTo>
                  <a:lnTo>
                    <a:pt x="2360679" y="2253002"/>
                  </a:lnTo>
                  <a:lnTo>
                    <a:pt x="2360788" y="2253002"/>
                  </a:lnTo>
                  <a:lnTo>
                    <a:pt x="2360896" y="2253002"/>
                  </a:lnTo>
                  <a:lnTo>
                    <a:pt x="2360896" y="2252379"/>
                  </a:lnTo>
                  <a:lnTo>
                    <a:pt x="2361004" y="2252379"/>
                  </a:lnTo>
                  <a:lnTo>
                    <a:pt x="2361004" y="2251755"/>
                  </a:lnTo>
                  <a:lnTo>
                    <a:pt x="2361113" y="2251755"/>
                  </a:lnTo>
                  <a:lnTo>
                    <a:pt x="2361221" y="2251755"/>
                  </a:lnTo>
                  <a:lnTo>
                    <a:pt x="2361330" y="2251755"/>
                  </a:lnTo>
                  <a:lnTo>
                    <a:pt x="2361438" y="2251755"/>
                  </a:lnTo>
                  <a:lnTo>
                    <a:pt x="2361547" y="2251755"/>
                  </a:lnTo>
                  <a:lnTo>
                    <a:pt x="2361655" y="2251755"/>
                  </a:lnTo>
                  <a:lnTo>
                    <a:pt x="2361764" y="2251755"/>
                  </a:lnTo>
                  <a:lnTo>
                    <a:pt x="2361872" y="2251755"/>
                  </a:lnTo>
                  <a:lnTo>
                    <a:pt x="2361980" y="2251755"/>
                  </a:lnTo>
                  <a:lnTo>
                    <a:pt x="2362089" y="2251755"/>
                  </a:lnTo>
                  <a:lnTo>
                    <a:pt x="2362197" y="2251755"/>
                  </a:lnTo>
                  <a:lnTo>
                    <a:pt x="2362306" y="2251755"/>
                  </a:lnTo>
                  <a:lnTo>
                    <a:pt x="2362414" y="2251755"/>
                  </a:lnTo>
                  <a:lnTo>
                    <a:pt x="2362523" y="2251755"/>
                  </a:lnTo>
                  <a:lnTo>
                    <a:pt x="2362523" y="2251132"/>
                  </a:lnTo>
                  <a:lnTo>
                    <a:pt x="2362631" y="2251132"/>
                  </a:lnTo>
                  <a:lnTo>
                    <a:pt x="2362631" y="2250508"/>
                  </a:lnTo>
                  <a:lnTo>
                    <a:pt x="2362740" y="2250508"/>
                  </a:lnTo>
                  <a:lnTo>
                    <a:pt x="2362848" y="2250508"/>
                  </a:lnTo>
                  <a:lnTo>
                    <a:pt x="2362957" y="2250508"/>
                  </a:lnTo>
                  <a:lnTo>
                    <a:pt x="2363065" y="2250508"/>
                  </a:lnTo>
                  <a:lnTo>
                    <a:pt x="2363173" y="2250508"/>
                  </a:lnTo>
                  <a:lnTo>
                    <a:pt x="2363282" y="2250508"/>
                  </a:lnTo>
                  <a:lnTo>
                    <a:pt x="2363282" y="2249885"/>
                  </a:lnTo>
                  <a:lnTo>
                    <a:pt x="2363390" y="2249885"/>
                  </a:lnTo>
                  <a:lnTo>
                    <a:pt x="2363499" y="2249885"/>
                  </a:lnTo>
                  <a:lnTo>
                    <a:pt x="2363607" y="2249885"/>
                  </a:lnTo>
                  <a:lnTo>
                    <a:pt x="2363716" y="2249885"/>
                  </a:lnTo>
                  <a:lnTo>
                    <a:pt x="2363824" y="2249885"/>
                  </a:lnTo>
                  <a:lnTo>
                    <a:pt x="2363824" y="2249261"/>
                  </a:lnTo>
                  <a:lnTo>
                    <a:pt x="2363933" y="2249261"/>
                  </a:lnTo>
                  <a:lnTo>
                    <a:pt x="2364041" y="2249261"/>
                  </a:lnTo>
                  <a:lnTo>
                    <a:pt x="2364149" y="2249261"/>
                  </a:lnTo>
                  <a:lnTo>
                    <a:pt x="2364149" y="2248637"/>
                  </a:lnTo>
                  <a:lnTo>
                    <a:pt x="2364258" y="2248637"/>
                  </a:lnTo>
                  <a:lnTo>
                    <a:pt x="2364366" y="2248637"/>
                  </a:lnTo>
                  <a:lnTo>
                    <a:pt x="2364366" y="2248014"/>
                  </a:lnTo>
                  <a:lnTo>
                    <a:pt x="2364475" y="2248014"/>
                  </a:lnTo>
                  <a:lnTo>
                    <a:pt x="2364475" y="2247390"/>
                  </a:lnTo>
                  <a:lnTo>
                    <a:pt x="2364583" y="2247390"/>
                  </a:lnTo>
                  <a:lnTo>
                    <a:pt x="2364692" y="2247390"/>
                  </a:lnTo>
                  <a:lnTo>
                    <a:pt x="2364692" y="2246767"/>
                  </a:lnTo>
                  <a:lnTo>
                    <a:pt x="2364800" y="2246767"/>
                  </a:lnTo>
                  <a:lnTo>
                    <a:pt x="2364909" y="2246767"/>
                  </a:lnTo>
                  <a:lnTo>
                    <a:pt x="2364909" y="2246143"/>
                  </a:lnTo>
                  <a:lnTo>
                    <a:pt x="2365017" y="2246143"/>
                  </a:lnTo>
                  <a:lnTo>
                    <a:pt x="2365125" y="2246143"/>
                  </a:lnTo>
                  <a:lnTo>
                    <a:pt x="2365234" y="2246143"/>
                  </a:lnTo>
                  <a:lnTo>
                    <a:pt x="2365342" y="2246143"/>
                  </a:lnTo>
                  <a:lnTo>
                    <a:pt x="2365451" y="2246143"/>
                  </a:lnTo>
                  <a:lnTo>
                    <a:pt x="2365451" y="2245519"/>
                  </a:lnTo>
                  <a:lnTo>
                    <a:pt x="2365559" y="2245519"/>
                  </a:lnTo>
                  <a:lnTo>
                    <a:pt x="2365668" y="2245519"/>
                  </a:lnTo>
                  <a:lnTo>
                    <a:pt x="2365776" y="2245519"/>
                  </a:lnTo>
                  <a:lnTo>
                    <a:pt x="2365885" y="2245519"/>
                  </a:lnTo>
                  <a:lnTo>
                    <a:pt x="2365993" y="2245519"/>
                  </a:lnTo>
                  <a:lnTo>
                    <a:pt x="2366101" y="2245519"/>
                  </a:lnTo>
                  <a:lnTo>
                    <a:pt x="2366210" y="2245519"/>
                  </a:lnTo>
                  <a:lnTo>
                    <a:pt x="2366318" y="2245519"/>
                  </a:lnTo>
                  <a:lnTo>
                    <a:pt x="2366427" y="2245519"/>
                  </a:lnTo>
                  <a:lnTo>
                    <a:pt x="2366535" y="2245519"/>
                  </a:lnTo>
                  <a:lnTo>
                    <a:pt x="2366535" y="2244896"/>
                  </a:lnTo>
                  <a:lnTo>
                    <a:pt x="2366644" y="2244896"/>
                  </a:lnTo>
                  <a:lnTo>
                    <a:pt x="2366752" y="2244896"/>
                  </a:lnTo>
                  <a:lnTo>
                    <a:pt x="2366861" y="2244896"/>
                  </a:lnTo>
                  <a:lnTo>
                    <a:pt x="2366969" y="2244896"/>
                  </a:lnTo>
                  <a:lnTo>
                    <a:pt x="2367077" y="2244896"/>
                  </a:lnTo>
                  <a:lnTo>
                    <a:pt x="2367186" y="2244896"/>
                  </a:lnTo>
                  <a:lnTo>
                    <a:pt x="2367294" y="2244896"/>
                  </a:lnTo>
                  <a:lnTo>
                    <a:pt x="2367403" y="2244896"/>
                  </a:lnTo>
                  <a:lnTo>
                    <a:pt x="2367511" y="2244896"/>
                  </a:lnTo>
                  <a:lnTo>
                    <a:pt x="2367620" y="2244896"/>
                  </a:lnTo>
                  <a:lnTo>
                    <a:pt x="2367728" y="2244896"/>
                  </a:lnTo>
                  <a:lnTo>
                    <a:pt x="2367837" y="2244896"/>
                  </a:lnTo>
                  <a:lnTo>
                    <a:pt x="2367945" y="2244896"/>
                  </a:lnTo>
                  <a:lnTo>
                    <a:pt x="2368054" y="2244896"/>
                  </a:lnTo>
                  <a:lnTo>
                    <a:pt x="2368162" y="2244896"/>
                  </a:lnTo>
                  <a:lnTo>
                    <a:pt x="2368270" y="2244896"/>
                  </a:lnTo>
                  <a:lnTo>
                    <a:pt x="2368379" y="2244896"/>
                  </a:lnTo>
                  <a:lnTo>
                    <a:pt x="2368379" y="2244272"/>
                  </a:lnTo>
                  <a:lnTo>
                    <a:pt x="2368487" y="2244272"/>
                  </a:lnTo>
                  <a:lnTo>
                    <a:pt x="2368596" y="2244272"/>
                  </a:lnTo>
                  <a:lnTo>
                    <a:pt x="2368704" y="2244272"/>
                  </a:lnTo>
                  <a:lnTo>
                    <a:pt x="2368813" y="2244272"/>
                  </a:lnTo>
                  <a:lnTo>
                    <a:pt x="2368921" y="2244272"/>
                  </a:lnTo>
                  <a:lnTo>
                    <a:pt x="2369030" y="2244272"/>
                  </a:lnTo>
                  <a:lnTo>
                    <a:pt x="2369030" y="2243649"/>
                  </a:lnTo>
                  <a:lnTo>
                    <a:pt x="2369138" y="2243649"/>
                  </a:lnTo>
                  <a:lnTo>
                    <a:pt x="2369138" y="2243025"/>
                  </a:lnTo>
                  <a:lnTo>
                    <a:pt x="2369246" y="2243025"/>
                  </a:lnTo>
                  <a:lnTo>
                    <a:pt x="2369355" y="2243025"/>
                  </a:lnTo>
                  <a:lnTo>
                    <a:pt x="2369463" y="2243025"/>
                  </a:lnTo>
                  <a:lnTo>
                    <a:pt x="2369572" y="2243025"/>
                  </a:lnTo>
                  <a:lnTo>
                    <a:pt x="2369680" y="2243025"/>
                  </a:lnTo>
                  <a:lnTo>
                    <a:pt x="2369789" y="2243025"/>
                  </a:lnTo>
                  <a:lnTo>
                    <a:pt x="2369897" y="2243025"/>
                  </a:lnTo>
                  <a:lnTo>
                    <a:pt x="2370006" y="2243025"/>
                  </a:lnTo>
                  <a:lnTo>
                    <a:pt x="2370114" y="2243025"/>
                  </a:lnTo>
                  <a:lnTo>
                    <a:pt x="2370222" y="2243025"/>
                  </a:lnTo>
                  <a:lnTo>
                    <a:pt x="2370331" y="2243025"/>
                  </a:lnTo>
                  <a:lnTo>
                    <a:pt x="2370439" y="2243025"/>
                  </a:lnTo>
                  <a:lnTo>
                    <a:pt x="2370548" y="2243025"/>
                  </a:lnTo>
                  <a:lnTo>
                    <a:pt x="2370656" y="2243025"/>
                  </a:lnTo>
                  <a:lnTo>
                    <a:pt x="2370765" y="2243025"/>
                  </a:lnTo>
                  <a:lnTo>
                    <a:pt x="2370873" y="2243025"/>
                  </a:lnTo>
                  <a:lnTo>
                    <a:pt x="2370982" y="2243025"/>
                  </a:lnTo>
                  <a:lnTo>
                    <a:pt x="2371090" y="2243025"/>
                  </a:lnTo>
                  <a:lnTo>
                    <a:pt x="2371198" y="2243025"/>
                  </a:lnTo>
                  <a:lnTo>
                    <a:pt x="2371307" y="2243025"/>
                  </a:lnTo>
                  <a:lnTo>
                    <a:pt x="2371415" y="2243025"/>
                  </a:lnTo>
                  <a:lnTo>
                    <a:pt x="2371524" y="2243025"/>
                  </a:lnTo>
                  <a:lnTo>
                    <a:pt x="2371524" y="2242402"/>
                  </a:lnTo>
                  <a:lnTo>
                    <a:pt x="2371632" y="2242402"/>
                  </a:lnTo>
                  <a:lnTo>
                    <a:pt x="2371741" y="2242402"/>
                  </a:lnTo>
                  <a:lnTo>
                    <a:pt x="2371849" y="2242402"/>
                  </a:lnTo>
                  <a:lnTo>
                    <a:pt x="2371958" y="2242402"/>
                  </a:lnTo>
                  <a:lnTo>
                    <a:pt x="2372066" y="2242402"/>
                  </a:lnTo>
                  <a:lnTo>
                    <a:pt x="2372175" y="2242402"/>
                  </a:lnTo>
                  <a:lnTo>
                    <a:pt x="2372283" y="2242402"/>
                  </a:lnTo>
                  <a:lnTo>
                    <a:pt x="2372391" y="2242402"/>
                  </a:lnTo>
                  <a:lnTo>
                    <a:pt x="2372391" y="2241778"/>
                  </a:lnTo>
                  <a:lnTo>
                    <a:pt x="2372391" y="2241154"/>
                  </a:lnTo>
                  <a:lnTo>
                    <a:pt x="2372500" y="2241154"/>
                  </a:lnTo>
                  <a:lnTo>
                    <a:pt x="2372608" y="2241154"/>
                  </a:lnTo>
                  <a:lnTo>
                    <a:pt x="2372717" y="2241154"/>
                  </a:lnTo>
                  <a:lnTo>
                    <a:pt x="2372825" y="2241154"/>
                  </a:lnTo>
                  <a:lnTo>
                    <a:pt x="2372825" y="2240531"/>
                  </a:lnTo>
                  <a:lnTo>
                    <a:pt x="2372934" y="2240531"/>
                  </a:lnTo>
                  <a:lnTo>
                    <a:pt x="2372934" y="2239907"/>
                  </a:lnTo>
                  <a:lnTo>
                    <a:pt x="2372934" y="2239284"/>
                  </a:lnTo>
                  <a:lnTo>
                    <a:pt x="2372934" y="2238660"/>
                  </a:lnTo>
                  <a:lnTo>
                    <a:pt x="2373042" y="2238660"/>
                  </a:lnTo>
                  <a:lnTo>
                    <a:pt x="2373042" y="2238036"/>
                  </a:lnTo>
                  <a:lnTo>
                    <a:pt x="2373042" y="2237413"/>
                  </a:lnTo>
                  <a:lnTo>
                    <a:pt x="2373151" y="2237413"/>
                  </a:lnTo>
                  <a:lnTo>
                    <a:pt x="2373259" y="2237413"/>
                  </a:lnTo>
                  <a:lnTo>
                    <a:pt x="2373367" y="2237413"/>
                  </a:lnTo>
                  <a:lnTo>
                    <a:pt x="2373367" y="2236789"/>
                  </a:lnTo>
                  <a:lnTo>
                    <a:pt x="2373476" y="2236789"/>
                  </a:lnTo>
                  <a:lnTo>
                    <a:pt x="2373584" y="2236789"/>
                  </a:lnTo>
                  <a:lnTo>
                    <a:pt x="2373693" y="2236789"/>
                  </a:lnTo>
                  <a:lnTo>
                    <a:pt x="2373801" y="2236789"/>
                  </a:lnTo>
                  <a:lnTo>
                    <a:pt x="2373801" y="2236166"/>
                  </a:lnTo>
                  <a:lnTo>
                    <a:pt x="2373910" y="2236166"/>
                  </a:lnTo>
                  <a:lnTo>
                    <a:pt x="2374018" y="2236166"/>
                  </a:lnTo>
                  <a:lnTo>
                    <a:pt x="2374018" y="2235542"/>
                  </a:lnTo>
                  <a:lnTo>
                    <a:pt x="2374127" y="2235542"/>
                  </a:lnTo>
                  <a:lnTo>
                    <a:pt x="2374235" y="2235542"/>
                  </a:lnTo>
                  <a:lnTo>
                    <a:pt x="2374343" y="2235542"/>
                  </a:lnTo>
                  <a:lnTo>
                    <a:pt x="2374452" y="2235542"/>
                  </a:lnTo>
                  <a:lnTo>
                    <a:pt x="2374560" y="2235542"/>
                  </a:lnTo>
                  <a:lnTo>
                    <a:pt x="2374669" y="2235542"/>
                  </a:lnTo>
                  <a:lnTo>
                    <a:pt x="2374669" y="2234919"/>
                  </a:lnTo>
                  <a:lnTo>
                    <a:pt x="2374777" y="2234919"/>
                  </a:lnTo>
                  <a:lnTo>
                    <a:pt x="2374886" y="2234919"/>
                  </a:lnTo>
                  <a:lnTo>
                    <a:pt x="2374886" y="2234295"/>
                  </a:lnTo>
                  <a:lnTo>
                    <a:pt x="2374994" y="2234295"/>
                  </a:lnTo>
                  <a:lnTo>
                    <a:pt x="2375103" y="2234295"/>
                  </a:lnTo>
                  <a:lnTo>
                    <a:pt x="2375211" y="2234295"/>
                  </a:lnTo>
                  <a:lnTo>
                    <a:pt x="2375319" y="2234295"/>
                  </a:lnTo>
                  <a:lnTo>
                    <a:pt x="2375428" y="2234295"/>
                  </a:lnTo>
                  <a:lnTo>
                    <a:pt x="2375536" y="2234295"/>
                  </a:lnTo>
                  <a:lnTo>
                    <a:pt x="2375645" y="2234295"/>
                  </a:lnTo>
                  <a:lnTo>
                    <a:pt x="2375753" y="2234295"/>
                  </a:lnTo>
                  <a:lnTo>
                    <a:pt x="2375753" y="2233671"/>
                  </a:lnTo>
                  <a:lnTo>
                    <a:pt x="2375862" y="2233671"/>
                  </a:lnTo>
                  <a:lnTo>
                    <a:pt x="2375970" y="2233671"/>
                  </a:lnTo>
                  <a:lnTo>
                    <a:pt x="2376079" y="2233671"/>
                  </a:lnTo>
                  <a:lnTo>
                    <a:pt x="2376187" y="2233671"/>
                  </a:lnTo>
                  <a:lnTo>
                    <a:pt x="2376187" y="2233048"/>
                  </a:lnTo>
                  <a:lnTo>
                    <a:pt x="2376296" y="2233048"/>
                  </a:lnTo>
                  <a:lnTo>
                    <a:pt x="2376404" y="2233048"/>
                  </a:lnTo>
                  <a:lnTo>
                    <a:pt x="2376512" y="2233048"/>
                  </a:lnTo>
                  <a:lnTo>
                    <a:pt x="2376621" y="2233048"/>
                  </a:lnTo>
                  <a:lnTo>
                    <a:pt x="2376729" y="2233048"/>
                  </a:lnTo>
                  <a:lnTo>
                    <a:pt x="2376838" y="2233048"/>
                  </a:lnTo>
                  <a:lnTo>
                    <a:pt x="2376946" y="2233048"/>
                  </a:lnTo>
                  <a:lnTo>
                    <a:pt x="2377055" y="2233048"/>
                  </a:lnTo>
                  <a:lnTo>
                    <a:pt x="2377163" y="2233048"/>
                  </a:lnTo>
                  <a:lnTo>
                    <a:pt x="2377272" y="2233048"/>
                  </a:lnTo>
                  <a:lnTo>
                    <a:pt x="2377272" y="2232424"/>
                  </a:lnTo>
                  <a:lnTo>
                    <a:pt x="2377272" y="2231801"/>
                  </a:lnTo>
                  <a:lnTo>
                    <a:pt x="2377272" y="2231177"/>
                  </a:lnTo>
                  <a:lnTo>
                    <a:pt x="2377272" y="2230553"/>
                  </a:lnTo>
                  <a:lnTo>
                    <a:pt x="2377380" y="2230553"/>
                  </a:lnTo>
                  <a:lnTo>
                    <a:pt x="2377488" y="2230553"/>
                  </a:lnTo>
                  <a:lnTo>
                    <a:pt x="2377597" y="2230553"/>
                  </a:lnTo>
                  <a:lnTo>
                    <a:pt x="2377705" y="2230553"/>
                  </a:lnTo>
                  <a:lnTo>
                    <a:pt x="2377814" y="2230553"/>
                  </a:lnTo>
                  <a:lnTo>
                    <a:pt x="2377922" y="2230553"/>
                  </a:lnTo>
                  <a:lnTo>
                    <a:pt x="2378031" y="2230553"/>
                  </a:lnTo>
                  <a:lnTo>
                    <a:pt x="2378139" y="2230553"/>
                  </a:lnTo>
                  <a:lnTo>
                    <a:pt x="2378248" y="2230553"/>
                  </a:lnTo>
                  <a:lnTo>
                    <a:pt x="2378356" y="2230553"/>
                  </a:lnTo>
                  <a:lnTo>
                    <a:pt x="2378464" y="2230553"/>
                  </a:lnTo>
                  <a:lnTo>
                    <a:pt x="2378573" y="2230553"/>
                  </a:lnTo>
                  <a:lnTo>
                    <a:pt x="2378681" y="2230553"/>
                  </a:lnTo>
                  <a:lnTo>
                    <a:pt x="2378790" y="2230553"/>
                  </a:lnTo>
                  <a:lnTo>
                    <a:pt x="2378898" y="2230553"/>
                  </a:lnTo>
                  <a:lnTo>
                    <a:pt x="2379007" y="2230553"/>
                  </a:lnTo>
                  <a:lnTo>
                    <a:pt x="2379115" y="2230553"/>
                  </a:lnTo>
                  <a:lnTo>
                    <a:pt x="2379224" y="2230553"/>
                  </a:lnTo>
                  <a:lnTo>
                    <a:pt x="2379224" y="2229930"/>
                  </a:lnTo>
                  <a:lnTo>
                    <a:pt x="2379332" y="2229930"/>
                  </a:lnTo>
                  <a:lnTo>
                    <a:pt x="2379440" y="2229930"/>
                  </a:lnTo>
                  <a:lnTo>
                    <a:pt x="2379440" y="2229306"/>
                  </a:lnTo>
                  <a:lnTo>
                    <a:pt x="2379549" y="2229306"/>
                  </a:lnTo>
                  <a:lnTo>
                    <a:pt x="2379549" y="2228683"/>
                  </a:lnTo>
                  <a:lnTo>
                    <a:pt x="2379657" y="2228683"/>
                  </a:lnTo>
                  <a:lnTo>
                    <a:pt x="2379766" y="2228683"/>
                  </a:lnTo>
                  <a:lnTo>
                    <a:pt x="2379874" y="2228683"/>
                  </a:lnTo>
                  <a:lnTo>
                    <a:pt x="2379983" y="2228683"/>
                  </a:lnTo>
                  <a:lnTo>
                    <a:pt x="2379983" y="2228059"/>
                  </a:lnTo>
                  <a:lnTo>
                    <a:pt x="2380091" y="2228059"/>
                  </a:lnTo>
                  <a:lnTo>
                    <a:pt x="2380200" y="2228059"/>
                  </a:lnTo>
                  <a:lnTo>
                    <a:pt x="2380308" y="2228059"/>
                  </a:lnTo>
                  <a:lnTo>
                    <a:pt x="2380417" y="2228059"/>
                  </a:lnTo>
                  <a:lnTo>
                    <a:pt x="2380525" y="2228059"/>
                  </a:lnTo>
                  <a:lnTo>
                    <a:pt x="2380633" y="2228059"/>
                  </a:lnTo>
                  <a:lnTo>
                    <a:pt x="2380742" y="2228059"/>
                  </a:lnTo>
                  <a:lnTo>
                    <a:pt x="2380850" y="2228059"/>
                  </a:lnTo>
                  <a:lnTo>
                    <a:pt x="2380959" y="2228059"/>
                  </a:lnTo>
                  <a:lnTo>
                    <a:pt x="2381067" y="2228059"/>
                  </a:lnTo>
                  <a:lnTo>
                    <a:pt x="2381176" y="2228059"/>
                  </a:lnTo>
                  <a:lnTo>
                    <a:pt x="2381176" y="2227436"/>
                  </a:lnTo>
                  <a:lnTo>
                    <a:pt x="2381176" y="2226812"/>
                  </a:lnTo>
                  <a:lnTo>
                    <a:pt x="2381284" y="2226812"/>
                  </a:lnTo>
                  <a:lnTo>
                    <a:pt x="2381393" y="2226812"/>
                  </a:lnTo>
                  <a:lnTo>
                    <a:pt x="2381501" y="2226812"/>
                  </a:lnTo>
                  <a:lnTo>
                    <a:pt x="2381609" y="2226812"/>
                  </a:lnTo>
                  <a:lnTo>
                    <a:pt x="2381718" y="2226812"/>
                  </a:lnTo>
                  <a:lnTo>
                    <a:pt x="2381826" y="2226812"/>
                  </a:lnTo>
                  <a:lnTo>
                    <a:pt x="2381935" y="2226812"/>
                  </a:lnTo>
                  <a:lnTo>
                    <a:pt x="2382043" y="2226812"/>
                  </a:lnTo>
                  <a:lnTo>
                    <a:pt x="2382152" y="2226812"/>
                  </a:lnTo>
                  <a:lnTo>
                    <a:pt x="2382260" y="2226812"/>
                  </a:lnTo>
                  <a:lnTo>
                    <a:pt x="2382369" y="2226812"/>
                  </a:lnTo>
                  <a:lnTo>
                    <a:pt x="2382477" y="2226812"/>
                  </a:lnTo>
                  <a:lnTo>
                    <a:pt x="2382585" y="2226812"/>
                  </a:lnTo>
                  <a:lnTo>
                    <a:pt x="2382694" y="2226812"/>
                  </a:lnTo>
                  <a:lnTo>
                    <a:pt x="2382694" y="2226188"/>
                  </a:lnTo>
                  <a:lnTo>
                    <a:pt x="2382802" y="2226188"/>
                  </a:lnTo>
                  <a:lnTo>
                    <a:pt x="2382911" y="2226188"/>
                  </a:lnTo>
                  <a:lnTo>
                    <a:pt x="2383019" y="2226188"/>
                  </a:lnTo>
                  <a:lnTo>
                    <a:pt x="2383128" y="2226188"/>
                  </a:lnTo>
                  <a:lnTo>
                    <a:pt x="2383236" y="2226188"/>
                  </a:lnTo>
                  <a:lnTo>
                    <a:pt x="2383345" y="2226188"/>
                  </a:lnTo>
                  <a:lnTo>
                    <a:pt x="2383453" y="2226188"/>
                  </a:lnTo>
                  <a:lnTo>
                    <a:pt x="2383561" y="2226188"/>
                  </a:lnTo>
                  <a:lnTo>
                    <a:pt x="2383670" y="2226188"/>
                  </a:lnTo>
                  <a:lnTo>
                    <a:pt x="2383778" y="2226188"/>
                  </a:lnTo>
                  <a:lnTo>
                    <a:pt x="2383887" y="2226188"/>
                  </a:lnTo>
                  <a:lnTo>
                    <a:pt x="2383995" y="2226188"/>
                  </a:lnTo>
                  <a:lnTo>
                    <a:pt x="2383995" y="2225565"/>
                  </a:lnTo>
                  <a:lnTo>
                    <a:pt x="2384104" y="2225565"/>
                  </a:lnTo>
                  <a:lnTo>
                    <a:pt x="2384212" y="2225565"/>
                  </a:lnTo>
                  <a:lnTo>
                    <a:pt x="2384321" y="2225565"/>
                  </a:lnTo>
                  <a:lnTo>
                    <a:pt x="2384321" y="2224941"/>
                  </a:lnTo>
                  <a:lnTo>
                    <a:pt x="2384321" y="2224318"/>
                  </a:lnTo>
                  <a:lnTo>
                    <a:pt x="2384321" y="2223694"/>
                  </a:lnTo>
                  <a:lnTo>
                    <a:pt x="2384429" y="2223694"/>
                  </a:lnTo>
                  <a:lnTo>
                    <a:pt x="2384538" y="2223694"/>
                  </a:lnTo>
                  <a:lnTo>
                    <a:pt x="2384646" y="2223694"/>
                  </a:lnTo>
                  <a:lnTo>
                    <a:pt x="2384754" y="2223694"/>
                  </a:lnTo>
                  <a:lnTo>
                    <a:pt x="2384863" y="2223694"/>
                  </a:lnTo>
                  <a:lnTo>
                    <a:pt x="2384971" y="2223694"/>
                  </a:lnTo>
                  <a:lnTo>
                    <a:pt x="2384971" y="2223070"/>
                  </a:lnTo>
                  <a:lnTo>
                    <a:pt x="2385080" y="2223070"/>
                  </a:lnTo>
                  <a:lnTo>
                    <a:pt x="2385080" y="2222447"/>
                  </a:lnTo>
                  <a:lnTo>
                    <a:pt x="2385188" y="2222447"/>
                  </a:lnTo>
                  <a:lnTo>
                    <a:pt x="2385297" y="2222447"/>
                  </a:lnTo>
                  <a:lnTo>
                    <a:pt x="2385405" y="2222447"/>
                  </a:lnTo>
                  <a:lnTo>
                    <a:pt x="2385405" y="2221823"/>
                  </a:lnTo>
                  <a:lnTo>
                    <a:pt x="2385514" y="2221823"/>
                  </a:lnTo>
                  <a:lnTo>
                    <a:pt x="2385622" y="2221823"/>
                  </a:lnTo>
                  <a:lnTo>
                    <a:pt x="2385730" y="2221823"/>
                  </a:lnTo>
                  <a:lnTo>
                    <a:pt x="2385730" y="2221200"/>
                  </a:lnTo>
                  <a:lnTo>
                    <a:pt x="2385730" y="2220576"/>
                  </a:lnTo>
                  <a:lnTo>
                    <a:pt x="2385839" y="2220576"/>
                  </a:lnTo>
                  <a:lnTo>
                    <a:pt x="2385839" y="2219953"/>
                  </a:lnTo>
                  <a:lnTo>
                    <a:pt x="2385947" y="2219953"/>
                  </a:lnTo>
                  <a:lnTo>
                    <a:pt x="2386056" y="2219953"/>
                  </a:lnTo>
                  <a:lnTo>
                    <a:pt x="2386164" y="2219953"/>
                  </a:lnTo>
                  <a:lnTo>
                    <a:pt x="2386273" y="2219953"/>
                  </a:lnTo>
                  <a:lnTo>
                    <a:pt x="2386381" y="2219953"/>
                  </a:lnTo>
                  <a:lnTo>
                    <a:pt x="2386490" y="2219953"/>
                  </a:lnTo>
                  <a:lnTo>
                    <a:pt x="2386598" y="2219953"/>
                  </a:lnTo>
                  <a:lnTo>
                    <a:pt x="2386706" y="2219953"/>
                  </a:lnTo>
                  <a:lnTo>
                    <a:pt x="2386815" y="2219953"/>
                  </a:lnTo>
                  <a:lnTo>
                    <a:pt x="2386923" y="2219953"/>
                  </a:lnTo>
                  <a:lnTo>
                    <a:pt x="2387032" y="2219953"/>
                  </a:lnTo>
                  <a:lnTo>
                    <a:pt x="2387140" y="2219953"/>
                  </a:lnTo>
                  <a:lnTo>
                    <a:pt x="2387249" y="2219953"/>
                  </a:lnTo>
                  <a:lnTo>
                    <a:pt x="2387357" y="2219953"/>
                  </a:lnTo>
                  <a:lnTo>
                    <a:pt x="2387466" y="2219953"/>
                  </a:lnTo>
                  <a:lnTo>
                    <a:pt x="2387574" y="2219953"/>
                  </a:lnTo>
                  <a:lnTo>
                    <a:pt x="2387682" y="2219953"/>
                  </a:lnTo>
                  <a:lnTo>
                    <a:pt x="2387791" y="2219953"/>
                  </a:lnTo>
                  <a:lnTo>
                    <a:pt x="2387791" y="2219329"/>
                  </a:lnTo>
                  <a:lnTo>
                    <a:pt x="2387899" y="2219329"/>
                  </a:lnTo>
                  <a:lnTo>
                    <a:pt x="2388008" y="2219329"/>
                  </a:lnTo>
                  <a:lnTo>
                    <a:pt x="2388116" y="2219329"/>
                  </a:lnTo>
                  <a:lnTo>
                    <a:pt x="2388225" y="2219329"/>
                  </a:lnTo>
                  <a:lnTo>
                    <a:pt x="2388333" y="2219329"/>
                  </a:lnTo>
                  <a:lnTo>
                    <a:pt x="2388442" y="2219329"/>
                  </a:lnTo>
                  <a:lnTo>
                    <a:pt x="2388550" y="2219329"/>
                  </a:lnTo>
                  <a:lnTo>
                    <a:pt x="2388658" y="2219329"/>
                  </a:lnTo>
                  <a:lnTo>
                    <a:pt x="2388767" y="2219329"/>
                  </a:lnTo>
                  <a:lnTo>
                    <a:pt x="2388875" y="2219329"/>
                  </a:lnTo>
                  <a:lnTo>
                    <a:pt x="2388984" y="2219329"/>
                  </a:lnTo>
                  <a:lnTo>
                    <a:pt x="2389092" y="2219329"/>
                  </a:lnTo>
                  <a:lnTo>
                    <a:pt x="2389201" y="2219329"/>
                  </a:lnTo>
                  <a:lnTo>
                    <a:pt x="2389309" y="2219329"/>
                  </a:lnTo>
                  <a:lnTo>
                    <a:pt x="2389418" y="2219329"/>
                  </a:lnTo>
                  <a:lnTo>
                    <a:pt x="2389526" y="2219329"/>
                  </a:lnTo>
                  <a:lnTo>
                    <a:pt x="2389526" y="2218705"/>
                  </a:lnTo>
                  <a:lnTo>
                    <a:pt x="2389635" y="2218705"/>
                  </a:lnTo>
                  <a:lnTo>
                    <a:pt x="2389743" y="2218705"/>
                  </a:lnTo>
                  <a:lnTo>
                    <a:pt x="2389851" y="2218705"/>
                  </a:lnTo>
                  <a:lnTo>
                    <a:pt x="2389960" y="2218705"/>
                  </a:lnTo>
                  <a:lnTo>
                    <a:pt x="2390068" y="2218705"/>
                  </a:lnTo>
                  <a:lnTo>
                    <a:pt x="2390177" y="2218705"/>
                  </a:lnTo>
                  <a:lnTo>
                    <a:pt x="2390285" y="2218705"/>
                  </a:lnTo>
                  <a:lnTo>
                    <a:pt x="2390394" y="2218705"/>
                  </a:lnTo>
                  <a:lnTo>
                    <a:pt x="2390394" y="2218082"/>
                  </a:lnTo>
                  <a:lnTo>
                    <a:pt x="2390502" y="2218082"/>
                  </a:lnTo>
                  <a:lnTo>
                    <a:pt x="2390611" y="2218082"/>
                  </a:lnTo>
                  <a:lnTo>
                    <a:pt x="2390719" y="2218082"/>
                  </a:lnTo>
                  <a:lnTo>
                    <a:pt x="2390827" y="2218082"/>
                  </a:lnTo>
                  <a:lnTo>
                    <a:pt x="2390936" y="2218082"/>
                  </a:lnTo>
                  <a:lnTo>
                    <a:pt x="2391044" y="2218082"/>
                  </a:lnTo>
                  <a:lnTo>
                    <a:pt x="2391153" y="2218082"/>
                  </a:lnTo>
                  <a:lnTo>
                    <a:pt x="2391261" y="2218082"/>
                  </a:lnTo>
                  <a:lnTo>
                    <a:pt x="2391370" y="2218082"/>
                  </a:lnTo>
                  <a:lnTo>
                    <a:pt x="2391478" y="2218082"/>
                  </a:lnTo>
                  <a:lnTo>
                    <a:pt x="2391587" y="2218082"/>
                  </a:lnTo>
                  <a:lnTo>
                    <a:pt x="2391695" y="2218082"/>
                  </a:lnTo>
                  <a:lnTo>
                    <a:pt x="2391803" y="2218082"/>
                  </a:lnTo>
                  <a:lnTo>
                    <a:pt x="2391803" y="2217458"/>
                  </a:lnTo>
                  <a:lnTo>
                    <a:pt x="2391912" y="2217458"/>
                  </a:lnTo>
                  <a:lnTo>
                    <a:pt x="2391912" y="2216835"/>
                  </a:lnTo>
                  <a:lnTo>
                    <a:pt x="2392020" y="2216835"/>
                  </a:lnTo>
                  <a:lnTo>
                    <a:pt x="2392129" y="2216835"/>
                  </a:lnTo>
                  <a:lnTo>
                    <a:pt x="2392237" y="2216835"/>
                  </a:lnTo>
                  <a:lnTo>
                    <a:pt x="2392237" y="2216211"/>
                  </a:lnTo>
                  <a:lnTo>
                    <a:pt x="2392237" y="2215587"/>
                  </a:lnTo>
                  <a:lnTo>
                    <a:pt x="2392237" y="2214964"/>
                  </a:lnTo>
                  <a:lnTo>
                    <a:pt x="2392237" y="2214340"/>
                  </a:lnTo>
                  <a:lnTo>
                    <a:pt x="2392346" y="2214340"/>
                  </a:lnTo>
                  <a:lnTo>
                    <a:pt x="2392346" y="2213717"/>
                  </a:lnTo>
                  <a:lnTo>
                    <a:pt x="2392454" y="2213717"/>
                  </a:lnTo>
                  <a:lnTo>
                    <a:pt x="2392454" y="2213093"/>
                  </a:lnTo>
                  <a:lnTo>
                    <a:pt x="2392563" y="2213093"/>
                  </a:lnTo>
                  <a:lnTo>
                    <a:pt x="2392563" y="2212470"/>
                  </a:lnTo>
                  <a:lnTo>
                    <a:pt x="2392671" y="2212470"/>
                  </a:lnTo>
                  <a:lnTo>
                    <a:pt x="2392779" y="2212470"/>
                  </a:lnTo>
                  <a:lnTo>
                    <a:pt x="2392888" y="2212470"/>
                  </a:lnTo>
                  <a:lnTo>
                    <a:pt x="2392996" y="2212470"/>
                  </a:lnTo>
                  <a:lnTo>
                    <a:pt x="2393105" y="2212470"/>
                  </a:lnTo>
                  <a:lnTo>
                    <a:pt x="2393213" y="2212470"/>
                  </a:lnTo>
                  <a:lnTo>
                    <a:pt x="2393322" y="2212470"/>
                  </a:lnTo>
                  <a:lnTo>
                    <a:pt x="2393430" y="2212470"/>
                  </a:lnTo>
                  <a:lnTo>
                    <a:pt x="2393430" y="2211846"/>
                  </a:lnTo>
                  <a:lnTo>
                    <a:pt x="2393539" y="2211846"/>
                  </a:lnTo>
                  <a:lnTo>
                    <a:pt x="2393539" y="2211222"/>
                  </a:lnTo>
                  <a:lnTo>
                    <a:pt x="2393539" y="2210599"/>
                  </a:lnTo>
                  <a:lnTo>
                    <a:pt x="2393647" y="2210599"/>
                  </a:lnTo>
                  <a:lnTo>
                    <a:pt x="2393647" y="2209975"/>
                  </a:lnTo>
                  <a:lnTo>
                    <a:pt x="2393756" y="2209975"/>
                  </a:lnTo>
                  <a:lnTo>
                    <a:pt x="2393864" y="2209975"/>
                  </a:lnTo>
                  <a:lnTo>
                    <a:pt x="2393972" y="2209975"/>
                  </a:lnTo>
                  <a:lnTo>
                    <a:pt x="2394081" y="2209975"/>
                  </a:lnTo>
                  <a:lnTo>
                    <a:pt x="2394189" y="2209975"/>
                  </a:lnTo>
                  <a:lnTo>
                    <a:pt x="2394298" y="2209975"/>
                  </a:lnTo>
                  <a:lnTo>
                    <a:pt x="2394298" y="2209352"/>
                  </a:lnTo>
                  <a:lnTo>
                    <a:pt x="2394406" y="2209352"/>
                  </a:lnTo>
                  <a:lnTo>
                    <a:pt x="2394515" y="2209352"/>
                  </a:lnTo>
                  <a:lnTo>
                    <a:pt x="2394515" y="2208728"/>
                  </a:lnTo>
                  <a:lnTo>
                    <a:pt x="2394623" y="2208728"/>
                  </a:lnTo>
                  <a:lnTo>
                    <a:pt x="2394732" y="2208728"/>
                  </a:lnTo>
                  <a:lnTo>
                    <a:pt x="2394840" y="2208728"/>
                  </a:lnTo>
                  <a:lnTo>
                    <a:pt x="2394948" y="2208728"/>
                  </a:lnTo>
                  <a:lnTo>
                    <a:pt x="2394948" y="2208104"/>
                  </a:lnTo>
                  <a:lnTo>
                    <a:pt x="2395057" y="2208104"/>
                  </a:lnTo>
                  <a:lnTo>
                    <a:pt x="2395165" y="2208104"/>
                  </a:lnTo>
                  <a:lnTo>
                    <a:pt x="2395274" y="2208104"/>
                  </a:lnTo>
                  <a:lnTo>
                    <a:pt x="2395382" y="2208104"/>
                  </a:lnTo>
                  <a:lnTo>
                    <a:pt x="2395491" y="2208104"/>
                  </a:lnTo>
                  <a:lnTo>
                    <a:pt x="2395491" y="2207481"/>
                  </a:lnTo>
                  <a:lnTo>
                    <a:pt x="2395599" y="2207481"/>
                  </a:lnTo>
                  <a:lnTo>
                    <a:pt x="2395708" y="2207481"/>
                  </a:lnTo>
                  <a:lnTo>
                    <a:pt x="2395816" y="2207481"/>
                  </a:lnTo>
                  <a:lnTo>
                    <a:pt x="2395816" y="2206857"/>
                  </a:lnTo>
                  <a:lnTo>
                    <a:pt x="2395816" y="2206234"/>
                  </a:lnTo>
                  <a:lnTo>
                    <a:pt x="2395924" y="2206234"/>
                  </a:lnTo>
                  <a:lnTo>
                    <a:pt x="2396033" y="2206234"/>
                  </a:lnTo>
                  <a:lnTo>
                    <a:pt x="2396141" y="2206234"/>
                  </a:lnTo>
                  <a:lnTo>
                    <a:pt x="2396250" y="2206234"/>
                  </a:lnTo>
                  <a:lnTo>
                    <a:pt x="2396358" y="2206234"/>
                  </a:lnTo>
                  <a:lnTo>
                    <a:pt x="2396358" y="2205610"/>
                  </a:lnTo>
                  <a:lnTo>
                    <a:pt x="2396467" y="2205610"/>
                  </a:lnTo>
                  <a:lnTo>
                    <a:pt x="2396575" y="2205610"/>
                  </a:lnTo>
                  <a:lnTo>
                    <a:pt x="2396684" y="2205610"/>
                  </a:lnTo>
                  <a:lnTo>
                    <a:pt x="2396792" y="2205610"/>
                  </a:lnTo>
                  <a:lnTo>
                    <a:pt x="2396900" y="2205610"/>
                  </a:lnTo>
                  <a:lnTo>
                    <a:pt x="2397009" y="2205610"/>
                  </a:lnTo>
                  <a:lnTo>
                    <a:pt x="2397117" y="2205610"/>
                  </a:lnTo>
                  <a:lnTo>
                    <a:pt x="2397226" y="2205610"/>
                  </a:lnTo>
                  <a:lnTo>
                    <a:pt x="2397334" y="2205610"/>
                  </a:lnTo>
                  <a:lnTo>
                    <a:pt x="2397443" y="2205610"/>
                  </a:lnTo>
                  <a:lnTo>
                    <a:pt x="2397551" y="2205610"/>
                  </a:lnTo>
                  <a:lnTo>
                    <a:pt x="2397660" y="2205610"/>
                  </a:lnTo>
                  <a:lnTo>
                    <a:pt x="2397768" y="2205610"/>
                  </a:lnTo>
                  <a:lnTo>
                    <a:pt x="2397768" y="2204987"/>
                  </a:lnTo>
                  <a:lnTo>
                    <a:pt x="2397768" y="2204363"/>
                  </a:lnTo>
                  <a:lnTo>
                    <a:pt x="2397877" y="2204363"/>
                  </a:lnTo>
                  <a:lnTo>
                    <a:pt x="2397985" y="2204363"/>
                  </a:lnTo>
                  <a:lnTo>
                    <a:pt x="2397985" y="2203739"/>
                  </a:lnTo>
                  <a:lnTo>
                    <a:pt x="2398093" y="2203739"/>
                  </a:lnTo>
                  <a:lnTo>
                    <a:pt x="2398202" y="2203739"/>
                  </a:lnTo>
                  <a:lnTo>
                    <a:pt x="2398310" y="2203739"/>
                  </a:lnTo>
                  <a:lnTo>
                    <a:pt x="2398419" y="2203739"/>
                  </a:lnTo>
                  <a:lnTo>
                    <a:pt x="2398527" y="2203739"/>
                  </a:lnTo>
                  <a:lnTo>
                    <a:pt x="2398636" y="2203739"/>
                  </a:lnTo>
                  <a:lnTo>
                    <a:pt x="2398744" y="2203739"/>
                  </a:lnTo>
                  <a:lnTo>
                    <a:pt x="2398853" y="2203739"/>
                  </a:lnTo>
                  <a:lnTo>
                    <a:pt x="2398853" y="2203116"/>
                  </a:lnTo>
                  <a:lnTo>
                    <a:pt x="2398961" y="2203116"/>
                  </a:lnTo>
                  <a:lnTo>
                    <a:pt x="2399069" y="2203116"/>
                  </a:lnTo>
                  <a:lnTo>
                    <a:pt x="2399178" y="2203116"/>
                  </a:lnTo>
                  <a:lnTo>
                    <a:pt x="2399286" y="2203116"/>
                  </a:lnTo>
                  <a:lnTo>
                    <a:pt x="2399395" y="2203116"/>
                  </a:lnTo>
                  <a:lnTo>
                    <a:pt x="2399503" y="2203116"/>
                  </a:lnTo>
                  <a:lnTo>
                    <a:pt x="2399612" y="2203116"/>
                  </a:lnTo>
                  <a:lnTo>
                    <a:pt x="2399720" y="2203116"/>
                  </a:lnTo>
                  <a:lnTo>
                    <a:pt x="2399829" y="2203116"/>
                  </a:lnTo>
                  <a:lnTo>
                    <a:pt x="2399937" y="2203116"/>
                  </a:lnTo>
                  <a:lnTo>
                    <a:pt x="2400045" y="2203116"/>
                  </a:lnTo>
                  <a:lnTo>
                    <a:pt x="2400154" y="2203116"/>
                  </a:lnTo>
                  <a:lnTo>
                    <a:pt x="2400154" y="2202492"/>
                  </a:lnTo>
                  <a:lnTo>
                    <a:pt x="2400262" y="2202492"/>
                  </a:lnTo>
                  <a:lnTo>
                    <a:pt x="2400371" y="2202492"/>
                  </a:lnTo>
                  <a:lnTo>
                    <a:pt x="2400479" y="2202492"/>
                  </a:lnTo>
                  <a:lnTo>
                    <a:pt x="2400588" y="2202492"/>
                  </a:lnTo>
                  <a:lnTo>
                    <a:pt x="2400696" y="2202492"/>
                  </a:lnTo>
                  <a:lnTo>
                    <a:pt x="2400805" y="2202492"/>
                  </a:lnTo>
                  <a:lnTo>
                    <a:pt x="2400805" y="2201869"/>
                  </a:lnTo>
                  <a:lnTo>
                    <a:pt x="2400805" y="2201245"/>
                  </a:lnTo>
                  <a:lnTo>
                    <a:pt x="2400805" y="2200622"/>
                  </a:lnTo>
                  <a:lnTo>
                    <a:pt x="2400805" y="2199998"/>
                  </a:lnTo>
                  <a:lnTo>
                    <a:pt x="2400913" y="2199998"/>
                  </a:lnTo>
                  <a:lnTo>
                    <a:pt x="2401021" y="2199998"/>
                  </a:lnTo>
                  <a:lnTo>
                    <a:pt x="2401021" y="2199374"/>
                  </a:lnTo>
                  <a:lnTo>
                    <a:pt x="2401130" y="2199374"/>
                  </a:lnTo>
                  <a:lnTo>
                    <a:pt x="2401238" y="2199374"/>
                  </a:lnTo>
                  <a:lnTo>
                    <a:pt x="2401238" y="2198751"/>
                  </a:lnTo>
                  <a:lnTo>
                    <a:pt x="2401347" y="2198751"/>
                  </a:lnTo>
                  <a:lnTo>
                    <a:pt x="2401455" y="2198751"/>
                  </a:lnTo>
                  <a:lnTo>
                    <a:pt x="2401564" y="2198751"/>
                  </a:lnTo>
                  <a:lnTo>
                    <a:pt x="2401672" y="2198751"/>
                  </a:lnTo>
                  <a:lnTo>
                    <a:pt x="2401781" y="2198751"/>
                  </a:lnTo>
                  <a:lnTo>
                    <a:pt x="2401889" y="2198751"/>
                  </a:lnTo>
                  <a:lnTo>
                    <a:pt x="2401998" y="2198751"/>
                  </a:lnTo>
                  <a:lnTo>
                    <a:pt x="2402106" y="2198751"/>
                  </a:lnTo>
                  <a:lnTo>
                    <a:pt x="2402106" y="2198127"/>
                  </a:lnTo>
                  <a:lnTo>
                    <a:pt x="2402214" y="2198127"/>
                  </a:lnTo>
                  <a:lnTo>
                    <a:pt x="2402323" y="2198127"/>
                  </a:lnTo>
                  <a:lnTo>
                    <a:pt x="2402431" y="2198127"/>
                  </a:lnTo>
                  <a:lnTo>
                    <a:pt x="2402540" y="2198127"/>
                  </a:lnTo>
                  <a:lnTo>
                    <a:pt x="2402648" y="2198127"/>
                  </a:lnTo>
                  <a:lnTo>
                    <a:pt x="2402757" y="2198127"/>
                  </a:lnTo>
                  <a:lnTo>
                    <a:pt x="2402757" y="2197504"/>
                  </a:lnTo>
                  <a:lnTo>
                    <a:pt x="2402865" y="2197504"/>
                  </a:lnTo>
                  <a:lnTo>
                    <a:pt x="2402974" y="2197504"/>
                  </a:lnTo>
                  <a:lnTo>
                    <a:pt x="2403082" y="2197504"/>
                  </a:lnTo>
                  <a:lnTo>
                    <a:pt x="2403082" y="2196880"/>
                  </a:lnTo>
                  <a:lnTo>
                    <a:pt x="2403190" y="2196880"/>
                  </a:lnTo>
                  <a:lnTo>
                    <a:pt x="2403299" y="2196880"/>
                  </a:lnTo>
                  <a:lnTo>
                    <a:pt x="2403407" y="2196880"/>
                  </a:lnTo>
                  <a:lnTo>
                    <a:pt x="2403516" y="2196880"/>
                  </a:lnTo>
                  <a:lnTo>
                    <a:pt x="2403624" y="2196880"/>
                  </a:lnTo>
                  <a:lnTo>
                    <a:pt x="2403733" y="2196880"/>
                  </a:lnTo>
                  <a:lnTo>
                    <a:pt x="2403841" y="2196880"/>
                  </a:lnTo>
                  <a:lnTo>
                    <a:pt x="2403950" y="2196880"/>
                  </a:lnTo>
                  <a:lnTo>
                    <a:pt x="2404058" y="2196880"/>
                  </a:lnTo>
                  <a:lnTo>
                    <a:pt x="2404166" y="2196880"/>
                  </a:lnTo>
                  <a:lnTo>
                    <a:pt x="2404275" y="2196880"/>
                  </a:lnTo>
                  <a:lnTo>
                    <a:pt x="2404275" y="2196256"/>
                  </a:lnTo>
                  <a:lnTo>
                    <a:pt x="2404383" y="2196256"/>
                  </a:lnTo>
                  <a:lnTo>
                    <a:pt x="2404492" y="2196256"/>
                  </a:lnTo>
                  <a:lnTo>
                    <a:pt x="2404600" y="2196256"/>
                  </a:lnTo>
                  <a:lnTo>
                    <a:pt x="2404709" y="2196256"/>
                  </a:lnTo>
                  <a:lnTo>
                    <a:pt x="2404817" y="2196256"/>
                  </a:lnTo>
                  <a:lnTo>
                    <a:pt x="2404926" y="2196256"/>
                  </a:lnTo>
                  <a:lnTo>
                    <a:pt x="2405034" y="2196256"/>
                  </a:lnTo>
                  <a:lnTo>
                    <a:pt x="2405142" y="2196256"/>
                  </a:lnTo>
                  <a:lnTo>
                    <a:pt x="2405251" y="2196256"/>
                  </a:lnTo>
                  <a:lnTo>
                    <a:pt x="2405359" y="2196256"/>
                  </a:lnTo>
                  <a:lnTo>
                    <a:pt x="2405468" y="2196256"/>
                  </a:lnTo>
                  <a:lnTo>
                    <a:pt x="2405576" y="2196256"/>
                  </a:lnTo>
                  <a:lnTo>
                    <a:pt x="2405685" y="2196256"/>
                  </a:lnTo>
                  <a:lnTo>
                    <a:pt x="2405685" y="2195633"/>
                  </a:lnTo>
                  <a:lnTo>
                    <a:pt x="2405793" y="2195633"/>
                  </a:lnTo>
                  <a:lnTo>
                    <a:pt x="2405902" y="2195633"/>
                  </a:lnTo>
                  <a:lnTo>
                    <a:pt x="2405902" y="2195009"/>
                  </a:lnTo>
                  <a:lnTo>
                    <a:pt x="2406010" y="2195009"/>
                  </a:lnTo>
                  <a:lnTo>
                    <a:pt x="2406010" y="2194386"/>
                  </a:lnTo>
                  <a:lnTo>
                    <a:pt x="2406010" y="2193762"/>
                  </a:lnTo>
                  <a:lnTo>
                    <a:pt x="2406119" y="2193762"/>
                  </a:lnTo>
                  <a:lnTo>
                    <a:pt x="2406227" y="2193762"/>
                  </a:lnTo>
                  <a:lnTo>
                    <a:pt x="2406335" y="2193762"/>
                  </a:lnTo>
                  <a:lnTo>
                    <a:pt x="2406444" y="2193762"/>
                  </a:lnTo>
                  <a:lnTo>
                    <a:pt x="2406552" y="2193762"/>
                  </a:lnTo>
                  <a:lnTo>
                    <a:pt x="2406552" y="2193139"/>
                  </a:lnTo>
                  <a:lnTo>
                    <a:pt x="2406661" y="2193139"/>
                  </a:lnTo>
                  <a:lnTo>
                    <a:pt x="2406769" y="2193139"/>
                  </a:lnTo>
                  <a:lnTo>
                    <a:pt x="2406769" y="2192515"/>
                  </a:lnTo>
                  <a:lnTo>
                    <a:pt x="2406769" y="2191891"/>
                  </a:lnTo>
                  <a:lnTo>
                    <a:pt x="2406878" y="2191891"/>
                  </a:lnTo>
                  <a:lnTo>
                    <a:pt x="2406986" y="2191891"/>
                  </a:lnTo>
                  <a:lnTo>
                    <a:pt x="2407095" y="2191891"/>
                  </a:lnTo>
                  <a:lnTo>
                    <a:pt x="2407203" y="2191891"/>
                  </a:lnTo>
                  <a:lnTo>
                    <a:pt x="2407311" y="2191891"/>
                  </a:lnTo>
                  <a:lnTo>
                    <a:pt x="2407420" y="2191891"/>
                  </a:lnTo>
                  <a:lnTo>
                    <a:pt x="2407420" y="2191268"/>
                  </a:lnTo>
                  <a:lnTo>
                    <a:pt x="2407528" y="2191268"/>
                  </a:lnTo>
                  <a:lnTo>
                    <a:pt x="2407637" y="2191268"/>
                  </a:lnTo>
                  <a:lnTo>
                    <a:pt x="2407745" y="2191268"/>
                  </a:lnTo>
                  <a:lnTo>
                    <a:pt x="2407854" y="2191268"/>
                  </a:lnTo>
                  <a:lnTo>
                    <a:pt x="2407962" y="2191268"/>
                  </a:lnTo>
                  <a:lnTo>
                    <a:pt x="2407962" y="2190644"/>
                  </a:lnTo>
                  <a:lnTo>
                    <a:pt x="2408071" y="2190644"/>
                  </a:lnTo>
                  <a:lnTo>
                    <a:pt x="2408179" y="2190644"/>
                  </a:lnTo>
                  <a:lnTo>
                    <a:pt x="2408179" y="2190021"/>
                  </a:lnTo>
                  <a:lnTo>
                    <a:pt x="2408287" y="2190021"/>
                  </a:lnTo>
                  <a:lnTo>
                    <a:pt x="2408287" y="2189397"/>
                  </a:lnTo>
                  <a:lnTo>
                    <a:pt x="2408396" y="2189397"/>
                  </a:lnTo>
                  <a:lnTo>
                    <a:pt x="2408504" y="2189397"/>
                  </a:lnTo>
                  <a:lnTo>
                    <a:pt x="2408613" y="2189397"/>
                  </a:lnTo>
                  <a:lnTo>
                    <a:pt x="2408721" y="2189397"/>
                  </a:lnTo>
                  <a:lnTo>
                    <a:pt x="2408830" y="2189397"/>
                  </a:lnTo>
                  <a:lnTo>
                    <a:pt x="2408938" y="2189397"/>
                  </a:lnTo>
                  <a:lnTo>
                    <a:pt x="2409047" y="2189397"/>
                  </a:lnTo>
                  <a:lnTo>
                    <a:pt x="2409155" y="2189397"/>
                  </a:lnTo>
                  <a:lnTo>
                    <a:pt x="2409263" y="2189397"/>
                  </a:lnTo>
                  <a:lnTo>
                    <a:pt x="2409372" y="2189397"/>
                  </a:lnTo>
                  <a:lnTo>
                    <a:pt x="2409480" y="2189397"/>
                  </a:lnTo>
                  <a:lnTo>
                    <a:pt x="2409589" y="2189397"/>
                  </a:lnTo>
                  <a:lnTo>
                    <a:pt x="2409697" y="2189397"/>
                  </a:lnTo>
                  <a:lnTo>
                    <a:pt x="2409806" y="2189397"/>
                  </a:lnTo>
                  <a:lnTo>
                    <a:pt x="2409914" y="2189397"/>
                  </a:lnTo>
                  <a:lnTo>
                    <a:pt x="2410023" y="2189397"/>
                  </a:lnTo>
                  <a:lnTo>
                    <a:pt x="2410131" y="2189397"/>
                  </a:lnTo>
                  <a:lnTo>
                    <a:pt x="2410239" y="2189397"/>
                  </a:lnTo>
                  <a:lnTo>
                    <a:pt x="2410348" y="2189397"/>
                  </a:lnTo>
                  <a:lnTo>
                    <a:pt x="2410456" y="2189397"/>
                  </a:lnTo>
                  <a:lnTo>
                    <a:pt x="2410565" y="2189397"/>
                  </a:lnTo>
                  <a:lnTo>
                    <a:pt x="2410673" y="2189397"/>
                  </a:lnTo>
                  <a:lnTo>
                    <a:pt x="2410782" y="2189397"/>
                  </a:lnTo>
                  <a:lnTo>
                    <a:pt x="2410890" y="2189397"/>
                  </a:lnTo>
                  <a:lnTo>
                    <a:pt x="2410999" y="2189397"/>
                  </a:lnTo>
                  <a:lnTo>
                    <a:pt x="2410999" y="2188773"/>
                  </a:lnTo>
                  <a:lnTo>
                    <a:pt x="2411107" y="2188773"/>
                  </a:lnTo>
                  <a:lnTo>
                    <a:pt x="2411216" y="2188773"/>
                  </a:lnTo>
                  <a:lnTo>
                    <a:pt x="2411324" y="2188773"/>
                  </a:lnTo>
                  <a:lnTo>
                    <a:pt x="2411324" y="2188150"/>
                  </a:lnTo>
                  <a:lnTo>
                    <a:pt x="2411324" y="2187526"/>
                  </a:lnTo>
                  <a:lnTo>
                    <a:pt x="2411432" y="2187526"/>
                  </a:lnTo>
                  <a:lnTo>
                    <a:pt x="2411432" y="2186903"/>
                  </a:lnTo>
                  <a:lnTo>
                    <a:pt x="2411541" y="2186903"/>
                  </a:lnTo>
                  <a:lnTo>
                    <a:pt x="2411649" y="2186903"/>
                  </a:lnTo>
                  <a:lnTo>
                    <a:pt x="2411758" y="2186903"/>
                  </a:lnTo>
                  <a:lnTo>
                    <a:pt x="2411866" y="2186903"/>
                  </a:lnTo>
                  <a:lnTo>
                    <a:pt x="2411975" y="2186903"/>
                  </a:lnTo>
                  <a:lnTo>
                    <a:pt x="2412083" y="2186903"/>
                  </a:lnTo>
                  <a:lnTo>
                    <a:pt x="2412192" y="2186903"/>
                  </a:lnTo>
                  <a:lnTo>
                    <a:pt x="2412192" y="2186279"/>
                  </a:lnTo>
                  <a:lnTo>
                    <a:pt x="2412300" y="2186279"/>
                  </a:lnTo>
                  <a:lnTo>
                    <a:pt x="2412408" y="2186279"/>
                  </a:lnTo>
                  <a:lnTo>
                    <a:pt x="2412408" y="2185656"/>
                  </a:lnTo>
                  <a:lnTo>
                    <a:pt x="2412517" y="2185656"/>
                  </a:lnTo>
                  <a:lnTo>
                    <a:pt x="2412625" y="2185656"/>
                  </a:lnTo>
                  <a:lnTo>
                    <a:pt x="2412734" y="2185656"/>
                  </a:lnTo>
                  <a:lnTo>
                    <a:pt x="2412842" y="2185656"/>
                  </a:lnTo>
                  <a:lnTo>
                    <a:pt x="2412951" y="2185656"/>
                  </a:lnTo>
                  <a:lnTo>
                    <a:pt x="2412951" y="2185032"/>
                  </a:lnTo>
                  <a:lnTo>
                    <a:pt x="2413059" y="2185032"/>
                  </a:lnTo>
                  <a:lnTo>
                    <a:pt x="2413168" y="2185032"/>
                  </a:lnTo>
                  <a:lnTo>
                    <a:pt x="2413276" y="2185032"/>
                  </a:lnTo>
                  <a:lnTo>
                    <a:pt x="2413276" y="2184408"/>
                  </a:lnTo>
                  <a:lnTo>
                    <a:pt x="2413384" y="2184408"/>
                  </a:lnTo>
                  <a:lnTo>
                    <a:pt x="2413493" y="2184408"/>
                  </a:lnTo>
                  <a:lnTo>
                    <a:pt x="2413601" y="2184408"/>
                  </a:lnTo>
                  <a:lnTo>
                    <a:pt x="2413710" y="2184408"/>
                  </a:lnTo>
                  <a:lnTo>
                    <a:pt x="2413710" y="2183785"/>
                  </a:lnTo>
                  <a:lnTo>
                    <a:pt x="2413818" y="2183785"/>
                  </a:lnTo>
                  <a:lnTo>
                    <a:pt x="2413927" y="2183785"/>
                  </a:lnTo>
                  <a:lnTo>
                    <a:pt x="2414035" y="2183785"/>
                  </a:lnTo>
                  <a:lnTo>
                    <a:pt x="2414035" y="2183161"/>
                  </a:lnTo>
                  <a:lnTo>
                    <a:pt x="2414144" y="2183161"/>
                  </a:lnTo>
                  <a:lnTo>
                    <a:pt x="2414144" y="2182538"/>
                  </a:lnTo>
                  <a:lnTo>
                    <a:pt x="2414252" y="2182538"/>
                  </a:lnTo>
                  <a:lnTo>
                    <a:pt x="2414252" y="2181914"/>
                  </a:lnTo>
                  <a:lnTo>
                    <a:pt x="2414252" y="2181290"/>
                  </a:lnTo>
                  <a:lnTo>
                    <a:pt x="2414360" y="2181290"/>
                  </a:lnTo>
                  <a:lnTo>
                    <a:pt x="2414469" y="2181290"/>
                  </a:lnTo>
                  <a:lnTo>
                    <a:pt x="2414577" y="2181290"/>
                  </a:lnTo>
                  <a:lnTo>
                    <a:pt x="2414686" y="2181290"/>
                  </a:lnTo>
                  <a:lnTo>
                    <a:pt x="2414794" y="2181290"/>
                  </a:lnTo>
                  <a:lnTo>
                    <a:pt x="2414903" y="2181290"/>
                  </a:lnTo>
                  <a:lnTo>
                    <a:pt x="2415011" y="2181290"/>
                  </a:lnTo>
                  <a:lnTo>
                    <a:pt x="2415120" y="2181290"/>
                  </a:lnTo>
                  <a:lnTo>
                    <a:pt x="2415228" y="2181290"/>
                  </a:lnTo>
                  <a:lnTo>
                    <a:pt x="2415228" y="2180667"/>
                  </a:lnTo>
                  <a:lnTo>
                    <a:pt x="2415337" y="2180667"/>
                  </a:lnTo>
                  <a:lnTo>
                    <a:pt x="2415445" y="2180667"/>
                  </a:lnTo>
                  <a:lnTo>
                    <a:pt x="2415553" y="2180667"/>
                  </a:lnTo>
                  <a:lnTo>
                    <a:pt x="2415553" y="2180043"/>
                  </a:lnTo>
                  <a:lnTo>
                    <a:pt x="2415662" y="2180043"/>
                  </a:lnTo>
                  <a:lnTo>
                    <a:pt x="2415770" y="2180043"/>
                  </a:lnTo>
                  <a:lnTo>
                    <a:pt x="2415879" y="2180043"/>
                  </a:lnTo>
                  <a:lnTo>
                    <a:pt x="2415987" y="2180043"/>
                  </a:lnTo>
                  <a:lnTo>
                    <a:pt x="2415987" y="2179420"/>
                  </a:lnTo>
                  <a:lnTo>
                    <a:pt x="2416096" y="2179420"/>
                  </a:lnTo>
                  <a:lnTo>
                    <a:pt x="2416204" y="2179420"/>
                  </a:lnTo>
                  <a:lnTo>
                    <a:pt x="2416313" y="2179420"/>
                  </a:lnTo>
                  <a:lnTo>
                    <a:pt x="2416421" y="2179420"/>
                  </a:lnTo>
                  <a:lnTo>
                    <a:pt x="2416421" y="2178796"/>
                  </a:lnTo>
                  <a:lnTo>
                    <a:pt x="2416529" y="2178796"/>
                  </a:lnTo>
                  <a:lnTo>
                    <a:pt x="2416529" y="2178173"/>
                  </a:lnTo>
                  <a:lnTo>
                    <a:pt x="2416638" y="2178173"/>
                  </a:lnTo>
                  <a:lnTo>
                    <a:pt x="2416746" y="2178173"/>
                  </a:lnTo>
                  <a:lnTo>
                    <a:pt x="2416746" y="2177549"/>
                  </a:lnTo>
                  <a:lnTo>
                    <a:pt x="2416855" y="2177549"/>
                  </a:lnTo>
                  <a:lnTo>
                    <a:pt x="2416963" y="2177549"/>
                  </a:lnTo>
                  <a:lnTo>
                    <a:pt x="2417072" y="2177549"/>
                  </a:lnTo>
                  <a:lnTo>
                    <a:pt x="2417072" y="2176925"/>
                  </a:lnTo>
                  <a:lnTo>
                    <a:pt x="2417180" y="2176925"/>
                  </a:lnTo>
                  <a:lnTo>
                    <a:pt x="2417289" y="2176925"/>
                  </a:lnTo>
                  <a:lnTo>
                    <a:pt x="2417397" y="2176925"/>
                  </a:lnTo>
                  <a:lnTo>
                    <a:pt x="2417505" y="2176925"/>
                  </a:lnTo>
                  <a:lnTo>
                    <a:pt x="2417614" y="2176925"/>
                  </a:lnTo>
                  <a:lnTo>
                    <a:pt x="2417722" y="2176925"/>
                  </a:lnTo>
                  <a:lnTo>
                    <a:pt x="2417831" y="2176925"/>
                  </a:lnTo>
                  <a:lnTo>
                    <a:pt x="2417939" y="2176925"/>
                  </a:lnTo>
                  <a:lnTo>
                    <a:pt x="2418048" y="2176925"/>
                  </a:lnTo>
                  <a:lnTo>
                    <a:pt x="2418156" y="2176925"/>
                  </a:lnTo>
                  <a:lnTo>
                    <a:pt x="2418265" y="2176925"/>
                  </a:lnTo>
                  <a:lnTo>
                    <a:pt x="2418373" y="2176925"/>
                  </a:lnTo>
                  <a:lnTo>
                    <a:pt x="2418481" y="2176925"/>
                  </a:lnTo>
                  <a:lnTo>
                    <a:pt x="2418590" y="2176925"/>
                  </a:lnTo>
                  <a:lnTo>
                    <a:pt x="2418698" y="2176925"/>
                  </a:lnTo>
                  <a:lnTo>
                    <a:pt x="2418807" y="2176925"/>
                  </a:lnTo>
                  <a:lnTo>
                    <a:pt x="2418915" y="2176925"/>
                  </a:lnTo>
                  <a:lnTo>
                    <a:pt x="2419024" y="2176925"/>
                  </a:lnTo>
                  <a:lnTo>
                    <a:pt x="2419132" y="2176925"/>
                  </a:lnTo>
                  <a:lnTo>
                    <a:pt x="2419241" y="2176925"/>
                  </a:lnTo>
                  <a:lnTo>
                    <a:pt x="2419349" y="2176925"/>
                  </a:lnTo>
                  <a:lnTo>
                    <a:pt x="2419349" y="2176302"/>
                  </a:lnTo>
                  <a:lnTo>
                    <a:pt x="2419458" y="2176302"/>
                  </a:lnTo>
                  <a:lnTo>
                    <a:pt x="2419566" y="2176302"/>
                  </a:lnTo>
                  <a:lnTo>
                    <a:pt x="2419674" y="2176302"/>
                  </a:lnTo>
                  <a:lnTo>
                    <a:pt x="2419783" y="2176302"/>
                  </a:lnTo>
                  <a:lnTo>
                    <a:pt x="2419891" y="2176302"/>
                  </a:lnTo>
                  <a:lnTo>
                    <a:pt x="2420000" y="2176302"/>
                  </a:lnTo>
                  <a:lnTo>
                    <a:pt x="2420108" y="2176302"/>
                  </a:lnTo>
                  <a:lnTo>
                    <a:pt x="2420217" y="2176302"/>
                  </a:lnTo>
                  <a:lnTo>
                    <a:pt x="2420325" y="2176302"/>
                  </a:lnTo>
                  <a:lnTo>
                    <a:pt x="2420325" y="2175678"/>
                  </a:lnTo>
                  <a:lnTo>
                    <a:pt x="2420434" y="2175678"/>
                  </a:lnTo>
                  <a:lnTo>
                    <a:pt x="2420542" y="2175678"/>
                  </a:lnTo>
                  <a:lnTo>
                    <a:pt x="2420542" y="2175055"/>
                  </a:lnTo>
                  <a:lnTo>
                    <a:pt x="2420650" y="2175055"/>
                  </a:lnTo>
                  <a:lnTo>
                    <a:pt x="2420759" y="2175055"/>
                  </a:lnTo>
                  <a:lnTo>
                    <a:pt x="2420867" y="2175055"/>
                  </a:lnTo>
                  <a:lnTo>
                    <a:pt x="2420976" y="2175055"/>
                  </a:lnTo>
                  <a:lnTo>
                    <a:pt x="2421084" y="2175055"/>
                  </a:lnTo>
                  <a:lnTo>
                    <a:pt x="2421193" y="2175055"/>
                  </a:lnTo>
                  <a:lnTo>
                    <a:pt x="2421301" y="2175055"/>
                  </a:lnTo>
                  <a:lnTo>
                    <a:pt x="2421410" y="2175055"/>
                  </a:lnTo>
                  <a:lnTo>
                    <a:pt x="2421518" y="2175055"/>
                  </a:lnTo>
                  <a:lnTo>
                    <a:pt x="2421626" y="2175055"/>
                  </a:lnTo>
                  <a:lnTo>
                    <a:pt x="2421735" y="2175055"/>
                  </a:lnTo>
                  <a:lnTo>
                    <a:pt x="2421843" y="2175055"/>
                  </a:lnTo>
                  <a:lnTo>
                    <a:pt x="2421952" y="2175055"/>
                  </a:lnTo>
                  <a:lnTo>
                    <a:pt x="2422060" y="2175055"/>
                  </a:lnTo>
                  <a:lnTo>
                    <a:pt x="2422169" y="2175055"/>
                  </a:lnTo>
                  <a:lnTo>
                    <a:pt x="2422277" y="2175055"/>
                  </a:lnTo>
                  <a:lnTo>
                    <a:pt x="2422386" y="2175055"/>
                  </a:lnTo>
                  <a:lnTo>
                    <a:pt x="2422494" y="2175055"/>
                  </a:lnTo>
                  <a:lnTo>
                    <a:pt x="2422602" y="2175055"/>
                  </a:lnTo>
                  <a:lnTo>
                    <a:pt x="2422602" y="2174431"/>
                  </a:lnTo>
                  <a:lnTo>
                    <a:pt x="2422711" y="2174431"/>
                  </a:lnTo>
                  <a:lnTo>
                    <a:pt x="2422711" y="2173807"/>
                  </a:lnTo>
                  <a:lnTo>
                    <a:pt x="2422819" y="2173807"/>
                  </a:lnTo>
                  <a:lnTo>
                    <a:pt x="2422928" y="2173807"/>
                  </a:lnTo>
                  <a:lnTo>
                    <a:pt x="2423036" y="2173807"/>
                  </a:lnTo>
                  <a:lnTo>
                    <a:pt x="2423036" y="2173184"/>
                  </a:lnTo>
                  <a:lnTo>
                    <a:pt x="2423145" y="2173184"/>
                  </a:lnTo>
                  <a:lnTo>
                    <a:pt x="2423253" y="2173184"/>
                  </a:lnTo>
                  <a:lnTo>
                    <a:pt x="2423362" y="2173184"/>
                  </a:lnTo>
                  <a:lnTo>
                    <a:pt x="2423470" y="2173184"/>
                  </a:lnTo>
                  <a:lnTo>
                    <a:pt x="2423579" y="2173184"/>
                  </a:lnTo>
                  <a:lnTo>
                    <a:pt x="2423687" y="2173184"/>
                  </a:lnTo>
                  <a:lnTo>
                    <a:pt x="2423795" y="2173184"/>
                  </a:lnTo>
                  <a:lnTo>
                    <a:pt x="2423904" y="2173184"/>
                  </a:lnTo>
                  <a:lnTo>
                    <a:pt x="2424012" y="2173184"/>
                  </a:lnTo>
                  <a:lnTo>
                    <a:pt x="2424121" y="2173184"/>
                  </a:lnTo>
                  <a:lnTo>
                    <a:pt x="2424229" y="2173184"/>
                  </a:lnTo>
                  <a:lnTo>
                    <a:pt x="2424338" y="2173184"/>
                  </a:lnTo>
                  <a:lnTo>
                    <a:pt x="2424446" y="2173184"/>
                  </a:lnTo>
                  <a:lnTo>
                    <a:pt x="2424555" y="2173184"/>
                  </a:lnTo>
                  <a:lnTo>
                    <a:pt x="2424663" y="2173184"/>
                  </a:lnTo>
                  <a:lnTo>
                    <a:pt x="2424663" y="2172560"/>
                  </a:lnTo>
                  <a:lnTo>
                    <a:pt x="2424771" y="2172560"/>
                  </a:lnTo>
                  <a:lnTo>
                    <a:pt x="2424880" y="2172560"/>
                  </a:lnTo>
                  <a:lnTo>
                    <a:pt x="2424880" y="2171937"/>
                  </a:lnTo>
                  <a:lnTo>
                    <a:pt x="2424988" y="2171937"/>
                  </a:lnTo>
                  <a:lnTo>
                    <a:pt x="2425097" y="2171937"/>
                  </a:lnTo>
                  <a:lnTo>
                    <a:pt x="2425205" y="2171937"/>
                  </a:lnTo>
                  <a:lnTo>
                    <a:pt x="2425314" y="2171937"/>
                  </a:lnTo>
                  <a:lnTo>
                    <a:pt x="2425422" y="2171937"/>
                  </a:lnTo>
                  <a:lnTo>
                    <a:pt x="2425531" y="2171937"/>
                  </a:lnTo>
                  <a:lnTo>
                    <a:pt x="2425639" y="2171937"/>
                  </a:lnTo>
                  <a:lnTo>
                    <a:pt x="2425747" y="2171937"/>
                  </a:lnTo>
                  <a:lnTo>
                    <a:pt x="2425856" y="2171937"/>
                  </a:lnTo>
                  <a:lnTo>
                    <a:pt x="2425964" y="2171937"/>
                  </a:lnTo>
                  <a:lnTo>
                    <a:pt x="2426073" y="2171937"/>
                  </a:lnTo>
                  <a:lnTo>
                    <a:pt x="2426181" y="2171937"/>
                  </a:lnTo>
                  <a:lnTo>
                    <a:pt x="2426290" y="2171937"/>
                  </a:lnTo>
                  <a:lnTo>
                    <a:pt x="2426398" y="2171937"/>
                  </a:lnTo>
                  <a:lnTo>
                    <a:pt x="2426507" y="2171937"/>
                  </a:lnTo>
                  <a:lnTo>
                    <a:pt x="2426507" y="2171313"/>
                  </a:lnTo>
                  <a:lnTo>
                    <a:pt x="2426615" y="2171313"/>
                  </a:lnTo>
                  <a:lnTo>
                    <a:pt x="2426723" y="2171313"/>
                  </a:lnTo>
                  <a:lnTo>
                    <a:pt x="2426832" y="2171313"/>
                  </a:lnTo>
                  <a:lnTo>
                    <a:pt x="2426940" y="2171313"/>
                  </a:lnTo>
                  <a:lnTo>
                    <a:pt x="2426940" y="2170690"/>
                  </a:lnTo>
                  <a:lnTo>
                    <a:pt x="2427049" y="2170690"/>
                  </a:lnTo>
                  <a:lnTo>
                    <a:pt x="2427157" y="2170690"/>
                  </a:lnTo>
                  <a:lnTo>
                    <a:pt x="2427266" y="2170690"/>
                  </a:lnTo>
                  <a:lnTo>
                    <a:pt x="2427374" y="2170690"/>
                  </a:lnTo>
                  <a:lnTo>
                    <a:pt x="2427483" y="2170690"/>
                  </a:lnTo>
                  <a:lnTo>
                    <a:pt x="2427591" y="2170690"/>
                  </a:lnTo>
                  <a:lnTo>
                    <a:pt x="2427700" y="2170690"/>
                  </a:lnTo>
                  <a:lnTo>
                    <a:pt x="2427808" y="2170690"/>
                  </a:lnTo>
                  <a:lnTo>
                    <a:pt x="2427916" y="2170690"/>
                  </a:lnTo>
                  <a:lnTo>
                    <a:pt x="2428025" y="2170690"/>
                  </a:lnTo>
                  <a:lnTo>
                    <a:pt x="2428133" y="2170690"/>
                  </a:lnTo>
                  <a:lnTo>
                    <a:pt x="2428133" y="2170066"/>
                  </a:lnTo>
                  <a:lnTo>
                    <a:pt x="2428242" y="2170066"/>
                  </a:lnTo>
                  <a:lnTo>
                    <a:pt x="2428350" y="2170066"/>
                  </a:lnTo>
                  <a:lnTo>
                    <a:pt x="2428350" y="2169442"/>
                  </a:lnTo>
                  <a:lnTo>
                    <a:pt x="2428459" y="2169442"/>
                  </a:lnTo>
                  <a:lnTo>
                    <a:pt x="2428567" y="2169442"/>
                  </a:lnTo>
                  <a:lnTo>
                    <a:pt x="2428676" y="2169442"/>
                  </a:lnTo>
                  <a:lnTo>
                    <a:pt x="2428784" y="2169442"/>
                  </a:lnTo>
                  <a:lnTo>
                    <a:pt x="2428892" y="2169442"/>
                  </a:lnTo>
                  <a:lnTo>
                    <a:pt x="2429001" y="2169442"/>
                  </a:lnTo>
                  <a:lnTo>
                    <a:pt x="2429109" y="2169442"/>
                  </a:lnTo>
                  <a:lnTo>
                    <a:pt x="2429218" y="2169442"/>
                  </a:lnTo>
                  <a:lnTo>
                    <a:pt x="2429326" y="2169442"/>
                  </a:lnTo>
                  <a:lnTo>
                    <a:pt x="2429326" y="2168819"/>
                  </a:lnTo>
                  <a:lnTo>
                    <a:pt x="2429326" y="2168195"/>
                  </a:lnTo>
                  <a:lnTo>
                    <a:pt x="2429435" y="2168195"/>
                  </a:lnTo>
                  <a:lnTo>
                    <a:pt x="2429543" y="2168195"/>
                  </a:lnTo>
                  <a:lnTo>
                    <a:pt x="2429652" y="2168195"/>
                  </a:lnTo>
                  <a:lnTo>
                    <a:pt x="2429760" y="2168195"/>
                  </a:lnTo>
                  <a:lnTo>
                    <a:pt x="2429868" y="2168195"/>
                  </a:lnTo>
                  <a:lnTo>
                    <a:pt x="2429868" y="2167572"/>
                  </a:lnTo>
                  <a:lnTo>
                    <a:pt x="2429977" y="2167572"/>
                  </a:lnTo>
                  <a:lnTo>
                    <a:pt x="2429977" y="2166948"/>
                  </a:lnTo>
                  <a:lnTo>
                    <a:pt x="2430085" y="2166948"/>
                  </a:lnTo>
                  <a:lnTo>
                    <a:pt x="2430194" y="2166948"/>
                  </a:lnTo>
                  <a:lnTo>
                    <a:pt x="2430194" y="2166324"/>
                  </a:lnTo>
                  <a:lnTo>
                    <a:pt x="2430302" y="2166324"/>
                  </a:lnTo>
                  <a:lnTo>
                    <a:pt x="2430411" y="2166324"/>
                  </a:lnTo>
                  <a:lnTo>
                    <a:pt x="2430519" y="2166324"/>
                  </a:lnTo>
                  <a:lnTo>
                    <a:pt x="2430628" y="2166324"/>
                  </a:lnTo>
                  <a:lnTo>
                    <a:pt x="2430736" y="2166324"/>
                  </a:lnTo>
                  <a:lnTo>
                    <a:pt x="2430844" y="2166324"/>
                  </a:lnTo>
                  <a:lnTo>
                    <a:pt x="2430953" y="2166324"/>
                  </a:lnTo>
                  <a:lnTo>
                    <a:pt x="2430953" y="2165701"/>
                  </a:lnTo>
                  <a:lnTo>
                    <a:pt x="2430953" y="2165077"/>
                  </a:lnTo>
                  <a:lnTo>
                    <a:pt x="2431061" y="2165077"/>
                  </a:lnTo>
                  <a:lnTo>
                    <a:pt x="2431170" y="2165077"/>
                  </a:lnTo>
                  <a:lnTo>
                    <a:pt x="2431278" y="2165077"/>
                  </a:lnTo>
                  <a:lnTo>
                    <a:pt x="2431387" y="2165077"/>
                  </a:lnTo>
                  <a:lnTo>
                    <a:pt x="2431495" y="2165077"/>
                  </a:lnTo>
                  <a:lnTo>
                    <a:pt x="2431604" y="2165077"/>
                  </a:lnTo>
                  <a:lnTo>
                    <a:pt x="2431712" y="2165077"/>
                  </a:lnTo>
                  <a:lnTo>
                    <a:pt x="2431821" y="2165077"/>
                  </a:lnTo>
                  <a:lnTo>
                    <a:pt x="2431821" y="2164454"/>
                  </a:lnTo>
                  <a:lnTo>
                    <a:pt x="2431929" y="2164454"/>
                  </a:lnTo>
                  <a:lnTo>
                    <a:pt x="2432037" y="2164454"/>
                  </a:lnTo>
                  <a:lnTo>
                    <a:pt x="2432146" y="2164454"/>
                  </a:lnTo>
                  <a:lnTo>
                    <a:pt x="2432254" y="2164454"/>
                  </a:lnTo>
                  <a:lnTo>
                    <a:pt x="2432363" y="2164454"/>
                  </a:lnTo>
                  <a:lnTo>
                    <a:pt x="2432471" y="2164454"/>
                  </a:lnTo>
                  <a:lnTo>
                    <a:pt x="2432580" y="2164454"/>
                  </a:lnTo>
                  <a:lnTo>
                    <a:pt x="2432688" y="2164454"/>
                  </a:lnTo>
                  <a:lnTo>
                    <a:pt x="2432688" y="2163830"/>
                  </a:lnTo>
                  <a:lnTo>
                    <a:pt x="2432797" y="2163830"/>
                  </a:lnTo>
                  <a:lnTo>
                    <a:pt x="2432905" y="2163830"/>
                  </a:lnTo>
                  <a:lnTo>
                    <a:pt x="2433013" y="2163830"/>
                  </a:lnTo>
                  <a:lnTo>
                    <a:pt x="2433013" y="2163207"/>
                  </a:lnTo>
                  <a:lnTo>
                    <a:pt x="2433122" y="2163207"/>
                  </a:lnTo>
                  <a:lnTo>
                    <a:pt x="2433230" y="2163207"/>
                  </a:lnTo>
                  <a:lnTo>
                    <a:pt x="2433339" y="2163207"/>
                  </a:lnTo>
                  <a:lnTo>
                    <a:pt x="2433447" y="2163207"/>
                  </a:lnTo>
                  <a:lnTo>
                    <a:pt x="2433556" y="2163207"/>
                  </a:lnTo>
                  <a:lnTo>
                    <a:pt x="2433664" y="2163207"/>
                  </a:lnTo>
                  <a:lnTo>
                    <a:pt x="2433773" y="2163207"/>
                  </a:lnTo>
                  <a:lnTo>
                    <a:pt x="2433881" y="2163207"/>
                  </a:lnTo>
                  <a:lnTo>
                    <a:pt x="2433989" y="2163207"/>
                  </a:lnTo>
                  <a:lnTo>
                    <a:pt x="2434098" y="2163207"/>
                  </a:lnTo>
                  <a:lnTo>
                    <a:pt x="2434206" y="2163207"/>
                  </a:lnTo>
                  <a:lnTo>
                    <a:pt x="2434206" y="2162583"/>
                  </a:lnTo>
                  <a:lnTo>
                    <a:pt x="2434206" y="2161959"/>
                  </a:lnTo>
                  <a:lnTo>
                    <a:pt x="2434206" y="2161336"/>
                  </a:lnTo>
                  <a:lnTo>
                    <a:pt x="2434315" y="2161336"/>
                  </a:lnTo>
                  <a:lnTo>
                    <a:pt x="2434423" y="2161336"/>
                  </a:lnTo>
                  <a:lnTo>
                    <a:pt x="2434532" y="2161336"/>
                  </a:lnTo>
                  <a:lnTo>
                    <a:pt x="2434640" y="2161336"/>
                  </a:lnTo>
                  <a:lnTo>
                    <a:pt x="2434749" y="2161336"/>
                  </a:lnTo>
                  <a:lnTo>
                    <a:pt x="2434857" y="2161336"/>
                  </a:lnTo>
                  <a:lnTo>
                    <a:pt x="2434965" y="2161336"/>
                  </a:lnTo>
                  <a:lnTo>
                    <a:pt x="2435074" y="2161336"/>
                  </a:lnTo>
                  <a:lnTo>
                    <a:pt x="2435182" y="2161336"/>
                  </a:lnTo>
                  <a:lnTo>
                    <a:pt x="2435182" y="2160712"/>
                  </a:lnTo>
                  <a:lnTo>
                    <a:pt x="2435182" y="2160089"/>
                  </a:lnTo>
                  <a:lnTo>
                    <a:pt x="2435291" y="2160089"/>
                  </a:lnTo>
                  <a:lnTo>
                    <a:pt x="2435399" y="2160089"/>
                  </a:lnTo>
                  <a:lnTo>
                    <a:pt x="2435399" y="2159465"/>
                  </a:lnTo>
                  <a:lnTo>
                    <a:pt x="2435508" y="2159465"/>
                  </a:lnTo>
                  <a:lnTo>
                    <a:pt x="2435508" y="2158841"/>
                  </a:lnTo>
                  <a:lnTo>
                    <a:pt x="2435616" y="2158841"/>
                  </a:lnTo>
                  <a:lnTo>
                    <a:pt x="2435725" y="2158841"/>
                  </a:lnTo>
                  <a:lnTo>
                    <a:pt x="2435833" y="2158841"/>
                  </a:lnTo>
                  <a:lnTo>
                    <a:pt x="2435941" y="2158841"/>
                  </a:lnTo>
                  <a:lnTo>
                    <a:pt x="2435941" y="2158218"/>
                  </a:lnTo>
                  <a:lnTo>
                    <a:pt x="2436050" y="2158218"/>
                  </a:lnTo>
                  <a:lnTo>
                    <a:pt x="2436050" y="2157594"/>
                  </a:lnTo>
                  <a:lnTo>
                    <a:pt x="2436158" y="2157594"/>
                  </a:lnTo>
                  <a:lnTo>
                    <a:pt x="2436267" y="2157594"/>
                  </a:lnTo>
                  <a:lnTo>
                    <a:pt x="2436375" y="2157594"/>
                  </a:lnTo>
                  <a:lnTo>
                    <a:pt x="2436375" y="2156971"/>
                  </a:lnTo>
                  <a:lnTo>
                    <a:pt x="2436484" y="2156971"/>
                  </a:lnTo>
                  <a:lnTo>
                    <a:pt x="2436592" y="2156971"/>
                  </a:lnTo>
                  <a:lnTo>
                    <a:pt x="2436701" y="2156971"/>
                  </a:lnTo>
                  <a:lnTo>
                    <a:pt x="2436809" y="2156971"/>
                  </a:lnTo>
                  <a:lnTo>
                    <a:pt x="2436809" y="2156347"/>
                  </a:lnTo>
                  <a:lnTo>
                    <a:pt x="2436918" y="2156347"/>
                  </a:lnTo>
                  <a:lnTo>
                    <a:pt x="2437026" y="2156347"/>
                  </a:lnTo>
                  <a:lnTo>
                    <a:pt x="2437134" y="2156347"/>
                  </a:lnTo>
                  <a:lnTo>
                    <a:pt x="2437243" y="2156347"/>
                  </a:lnTo>
                  <a:lnTo>
                    <a:pt x="2437351" y="2156347"/>
                  </a:lnTo>
                  <a:lnTo>
                    <a:pt x="2437460" y="2156347"/>
                  </a:lnTo>
                  <a:lnTo>
                    <a:pt x="2437568" y="2156347"/>
                  </a:lnTo>
                  <a:lnTo>
                    <a:pt x="2437677" y="2156347"/>
                  </a:lnTo>
                  <a:lnTo>
                    <a:pt x="2437677" y="2155724"/>
                  </a:lnTo>
                  <a:lnTo>
                    <a:pt x="2437785" y="2155724"/>
                  </a:lnTo>
                  <a:lnTo>
                    <a:pt x="2437894" y="2155724"/>
                  </a:lnTo>
                  <a:lnTo>
                    <a:pt x="2438002" y="2155724"/>
                  </a:lnTo>
                  <a:lnTo>
                    <a:pt x="2438110" y="2155724"/>
                  </a:lnTo>
                  <a:lnTo>
                    <a:pt x="2438219" y="2155724"/>
                  </a:lnTo>
                  <a:lnTo>
                    <a:pt x="2438327" y="2155724"/>
                  </a:lnTo>
                  <a:lnTo>
                    <a:pt x="2438436" y="2155724"/>
                  </a:lnTo>
                  <a:lnTo>
                    <a:pt x="2438544" y="2155724"/>
                  </a:lnTo>
                  <a:lnTo>
                    <a:pt x="2438653" y="2155724"/>
                  </a:lnTo>
                  <a:lnTo>
                    <a:pt x="2438761" y="2155724"/>
                  </a:lnTo>
                  <a:lnTo>
                    <a:pt x="2438870" y="2155724"/>
                  </a:lnTo>
                  <a:lnTo>
                    <a:pt x="2438978" y="2155724"/>
                  </a:lnTo>
                  <a:lnTo>
                    <a:pt x="2439086" y="2155724"/>
                  </a:lnTo>
                  <a:lnTo>
                    <a:pt x="2439086" y="2155100"/>
                  </a:lnTo>
                  <a:lnTo>
                    <a:pt x="2439086" y="2154476"/>
                  </a:lnTo>
                  <a:lnTo>
                    <a:pt x="2439086" y="2153853"/>
                  </a:lnTo>
                  <a:lnTo>
                    <a:pt x="2439195" y="2153853"/>
                  </a:lnTo>
                  <a:lnTo>
                    <a:pt x="2439303" y="2153853"/>
                  </a:lnTo>
                  <a:lnTo>
                    <a:pt x="2439412" y="2153853"/>
                  </a:lnTo>
                  <a:lnTo>
                    <a:pt x="2439520" y="2153853"/>
                  </a:lnTo>
                  <a:lnTo>
                    <a:pt x="2439629" y="2153853"/>
                  </a:lnTo>
                  <a:lnTo>
                    <a:pt x="2439737" y="2153853"/>
                  </a:lnTo>
                  <a:lnTo>
                    <a:pt x="2439737" y="2153229"/>
                  </a:lnTo>
                  <a:lnTo>
                    <a:pt x="2439846" y="2153229"/>
                  </a:lnTo>
                  <a:lnTo>
                    <a:pt x="2439954" y="2153229"/>
                  </a:lnTo>
                  <a:lnTo>
                    <a:pt x="2440062" y="2153229"/>
                  </a:lnTo>
                  <a:lnTo>
                    <a:pt x="2440171" y="2153229"/>
                  </a:lnTo>
                  <a:lnTo>
                    <a:pt x="2440279" y="2153229"/>
                  </a:lnTo>
                  <a:lnTo>
                    <a:pt x="2440388" y="2153229"/>
                  </a:lnTo>
                  <a:lnTo>
                    <a:pt x="2440388" y="2152606"/>
                  </a:lnTo>
                  <a:lnTo>
                    <a:pt x="2440388" y="2151982"/>
                  </a:lnTo>
                  <a:lnTo>
                    <a:pt x="2440496" y="2151982"/>
                  </a:lnTo>
                  <a:lnTo>
                    <a:pt x="2440605" y="2151982"/>
                  </a:lnTo>
                  <a:lnTo>
                    <a:pt x="2440713" y="2151982"/>
                  </a:lnTo>
                  <a:lnTo>
                    <a:pt x="2440713" y="2151359"/>
                  </a:lnTo>
                  <a:lnTo>
                    <a:pt x="2440822" y="2151359"/>
                  </a:lnTo>
                  <a:lnTo>
                    <a:pt x="2440930" y="2151359"/>
                  </a:lnTo>
                  <a:lnTo>
                    <a:pt x="2441039" y="2151359"/>
                  </a:lnTo>
                  <a:lnTo>
                    <a:pt x="2441039" y="2150735"/>
                  </a:lnTo>
                  <a:lnTo>
                    <a:pt x="2441147" y="2150735"/>
                  </a:lnTo>
                  <a:lnTo>
                    <a:pt x="2441255" y="2150735"/>
                  </a:lnTo>
                  <a:lnTo>
                    <a:pt x="2441364" y="2150735"/>
                  </a:lnTo>
                  <a:lnTo>
                    <a:pt x="2441472" y="2150735"/>
                  </a:lnTo>
                  <a:lnTo>
                    <a:pt x="2441581" y="2150735"/>
                  </a:lnTo>
                  <a:lnTo>
                    <a:pt x="2441689" y="2150735"/>
                  </a:lnTo>
                  <a:lnTo>
                    <a:pt x="2441798" y="2150735"/>
                  </a:lnTo>
                  <a:lnTo>
                    <a:pt x="2441906" y="2150735"/>
                  </a:lnTo>
                  <a:lnTo>
                    <a:pt x="2441906" y="2150111"/>
                  </a:lnTo>
                  <a:lnTo>
                    <a:pt x="2442015" y="2150111"/>
                  </a:lnTo>
                  <a:lnTo>
                    <a:pt x="2442123" y="2150111"/>
                  </a:lnTo>
                  <a:lnTo>
                    <a:pt x="2442231" y="2150111"/>
                  </a:lnTo>
                  <a:lnTo>
                    <a:pt x="2442340" y="2150111"/>
                  </a:lnTo>
                  <a:lnTo>
                    <a:pt x="2442448" y="2150111"/>
                  </a:lnTo>
                  <a:lnTo>
                    <a:pt x="2442557" y="2150111"/>
                  </a:lnTo>
                  <a:lnTo>
                    <a:pt x="2442557" y="2149488"/>
                  </a:lnTo>
                  <a:lnTo>
                    <a:pt x="2442665" y="2149488"/>
                  </a:lnTo>
                  <a:lnTo>
                    <a:pt x="2442774" y="2149488"/>
                  </a:lnTo>
                  <a:lnTo>
                    <a:pt x="2442882" y="2149488"/>
                  </a:lnTo>
                  <a:lnTo>
                    <a:pt x="2442991" y="2149488"/>
                  </a:lnTo>
                  <a:lnTo>
                    <a:pt x="2443099" y="2149488"/>
                  </a:lnTo>
                  <a:lnTo>
                    <a:pt x="2443207" y="2149488"/>
                  </a:lnTo>
                  <a:lnTo>
                    <a:pt x="2443207" y="2148864"/>
                  </a:lnTo>
                  <a:lnTo>
                    <a:pt x="2443207" y="2148241"/>
                  </a:lnTo>
                  <a:lnTo>
                    <a:pt x="2443316" y="2148241"/>
                  </a:lnTo>
                  <a:lnTo>
                    <a:pt x="2443424" y="2148241"/>
                  </a:lnTo>
                  <a:lnTo>
                    <a:pt x="2443533" y="2148241"/>
                  </a:lnTo>
                  <a:lnTo>
                    <a:pt x="2443641" y="2148241"/>
                  </a:lnTo>
                  <a:lnTo>
                    <a:pt x="2443641" y="2147617"/>
                  </a:lnTo>
                  <a:lnTo>
                    <a:pt x="2443641" y="2146993"/>
                  </a:lnTo>
                  <a:lnTo>
                    <a:pt x="2443750" y="2146993"/>
                  </a:lnTo>
                  <a:lnTo>
                    <a:pt x="2443858" y="2146993"/>
                  </a:lnTo>
                  <a:lnTo>
                    <a:pt x="2443858" y="2146370"/>
                  </a:lnTo>
                  <a:lnTo>
                    <a:pt x="2443967" y="2146370"/>
                  </a:lnTo>
                  <a:lnTo>
                    <a:pt x="2444075" y="2146370"/>
                  </a:lnTo>
                  <a:lnTo>
                    <a:pt x="2444075" y="2145746"/>
                  </a:lnTo>
                  <a:lnTo>
                    <a:pt x="2444075" y="2145123"/>
                  </a:lnTo>
                  <a:lnTo>
                    <a:pt x="2444183" y="2145123"/>
                  </a:lnTo>
                  <a:lnTo>
                    <a:pt x="2444292" y="2145123"/>
                  </a:lnTo>
                  <a:lnTo>
                    <a:pt x="2444400" y="2145123"/>
                  </a:lnTo>
                  <a:lnTo>
                    <a:pt x="2444509" y="2145123"/>
                  </a:lnTo>
                  <a:lnTo>
                    <a:pt x="2444617" y="2145123"/>
                  </a:lnTo>
                  <a:lnTo>
                    <a:pt x="2444726" y="2145123"/>
                  </a:lnTo>
                  <a:lnTo>
                    <a:pt x="2444834" y="2145123"/>
                  </a:lnTo>
                  <a:lnTo>
                    <a:pt x="2444943" y="2145123"/>
                  </a:lnTo>
                  <a:lnTo>
                    <a:pt x="2445051" y="2145123"/>
                  </a:lnTo>
                  <a:lnTo>
                    <a:pt x="2445160" y="2145123"/>
                  </a:lnTo>
                  <a:lnTo>
                    <a:pt x="2445160" y="2144499"/>
                  </a:lnTo>
                  <a:lnTo>
                    <a:pt x="2445160" y="2143876"/>
                  </a:lnTo>
                  <a:lnTo>
                    <a:pt x="2445268" y="2143876"/>
                  </a:lnTo>
                  <a:lnTo>
                    <a:pt x="2445268" y="2143252"/>
                  </a:lnTo>
                  <a:lnTo>
                    <a:pt x="2445376" y="2143252"/>
                  </a:lnTo>
                  <a:lnTo>
                    <a:pt x="2445485" y="2143252"/>
                  </a:lnTo>
                  <a:lnTo>
                    <a:pt x="2445593" y="2143252"/>
                  </a:lnTo>
                  <a:lnTo>
                    <a:pt x="2445702" y="2143252"/>
                  </a:lnTo>
                  <a:lnTo>
                    <a:pt x="2445810" y="2143252"/>
                  </a:lnTo>
                  <a:lnTo>
                    <a:pt x="2445919" y="2143252"/>
                  </a:lnTo>
                  <a:lnTo>
                    <a:pt x="2446027" y="2143252"/>
                  </a:lnTo>
                  <a:lnTo>
                    <a:pt x="2446136" y="2143252"/>
                  </a:lnTo>
                  <a:lnTo>
                    <a:pt x="2446244" y="2143252"/>
                  </a:lnTo>
                  <a:lnTo>
                    <a:pt x="2446352" y="2143252"/>
                  </a:lnTo>
                  <a:lnTo>
                    <a:pt x="2446461" y="2143252"/>
                  </a:lnTo>
                  <a:lnTo>
                    <a:pt x="2446569" y="2143252"/>
                  </a:lnTo>
                  <a:lnTo>
                    <a:pt x="2446678" y="2143252"/>
                  </a:lnTo>
                  <a:lnTo>
                    <a:pt x="2446678" y="2142628"/>
                  </a:lnTo>
                  <a:lnTo>
                    <a:pt x="2446786" y="2142628"/>
                  </a:lnTo>
                  <a:lnTo>
                    <a:pt x="2446895" y="2142628"/>
                  </a:lnTo>
                  <a:lnTo>
                    <a:pt x="2447003" y="2142628"/>
                  </a:lnTo>
                  <a:lnTo>
                    <a:pt x="2447003" y="2142005"/>
                  </a:lnTo>
                  <a:lnTo>
                    <a:pt x="2447112" y="2142005"/>
                  </a:lnTo>
                  <a:lnTo>
                    <a:pt x="2447220" y="2142005"/>
                  </a:lnTo>
                  <a:lnTo>
                    <a:pt x="2447328" y="2142005"/>
                  </a:lnTo>
                  <a:lnTo>
                    <a:pt x="2447437" y="2142005"/>
                  </a:lnTo>
                  <a:lnTo>
                    <a:pt x="2447545" y="2142005"/>
                  </a:lnTo>
                  <a:lnTo>
                    <a:pt x="2447654" y="2142005"/>
                  </a:lnTo>
                  <a:lnTo>
                    <a:pt x="2447762" y="2142005"/>
                  </a:lnTo>
                  <a:lnTo>
                    <a:pt x="2447871" y="2142005"/>
                  </a:lnTo>
                  <a:lnTo>
                    <a:pt x="2447979" y="2142005"/>
                  </a:lnTo>
                  <a:lnTo>
                    <a:pt x="2447979" y="2141381"/>
                  </a:lnTo>
                  <a:lnTo>
                    <a:pt x="2448088" y="2141381"/>
                  </a:lnTo>
                  <a:lnTo>
                    <a:pt x="2448196" y="2141381"/>
                  </a:lnTo>
                  <a:lnTo>
                    <a:pt x="2448304" y="2141381"/>
                  </a:lnTo>
                  <a:lnTo>
                    <a:pt x="2448413" y="2141381"/>
                  </a:lnTo>
                  <a:lnTo>
                    <a:pt x="2448521" y="2141381"/>
                  </a:lnTo>
                  <a:lnTo>
                    <a:pt x="2448630" y="2141381"/>
                  </a:lnTo>
                  <a:lnTo>
                    <a:pt x="2448738" y="2141381"/>
                  </a:lnTo>
                  <a:lnTo>
                    <a:pt x="2448847" y="2141381"/>
                  </a:lnTo>
                  <a:lnTo>
                    <a:pt x="2448955" y="2141381"/>
                  </a:lnTo>
                  <a:lnTo>
                    <a:pt x="2448955" y="2140758"/>
                  </a:lnTo>
                  <a:lnTo>
                    <a:pt x="2449064" y="2140758"/>
                  </a:lnTo>
                  <a:lnTo>
                    <a:pt x="2449172" y="2140758"/>
                  </a:lnTo>
                  <a:lnTo>
                    <a:pt x="2449281" y="2140758"/>
                  </a:lnTo>
                  <a:lnTo>
                    <a:pt x="2449389" y="2140758"/>
                  </a:lnTo>
                  <a:lnTo>
                    <a:pt x="2449497" y="2140758"/>
                  </a:lnTo>
                  <a:lnTo>
                    <a:pt x="2449606" y="2140758"/>
                  </a:lnTo>
                  <a:lnTo>
                    <a:pt x="2449714" y="2140758"/>
                  </a:lnTo>
                  <a:lnTo>
                    <a:pt x="2449823" y="2140758"/>
                  </a:lnTo>
                  <a:lnTo>
                    <a:pt x="2449823" y="2140134"/>
                  </a:lnTo>
                  <a:lnTo>
                    <a:pt x="2449931" y="2140134"/>
                  </a:lnTo>
                  <a:lnTo>
                    <a:pt x="2450040" y="2140134"/>
                  </a:lnTo>
                  <a:lnTo>
                    <a:pt x="2450148" y="2140134"/>
                  </a:lnTo>
                  <a:lnTo>
                    <a:pt x="2450257" y="2140134"/>
                  </a:lnTo>
                  <a:lnTo>
                    <a:pt x="2450365" y="2140134"/>
                  </a:lnTo>
                  <a:lnTo>
                    <a:pt x="2450473" y="2140134"/>
                  </a:lnTo>
                  <a:lnTo>
                    <a:pt x="2450582" y="2140134"/>
                  </a:lnTo>
                  <a:lnTo>
                    <a:pt x="2450582" y="2139510"/>
                  </a:lnTo>
                  <a:lnTo>
                    <a:pt x="2450690" y="2139510"/>
                  </a:lnTo>
                  <a:lnTo>
                    <a:pt x="2450799" y="2139510"/>
                  </a:lnTo>
                  <a:lnTo>
                    <a:pt x="2450907" y="2139510"/>
                  </a:lnTo>
                  <a:lnTo>
                    <a:pt x="2450907" y="2138887"/>
                  </a:lnTo>
                  <a:lnTo>
                    <a:pt x="2450907" y="2138263"/>
                  </a:lnTo>
                  <a:lnTo>
                    <a:pt x="2450907" y="2137640"/>
                  </a:lnTo>
                  <a:lnTo>
                    <a:pt x="2451016" y="2137640"/>
                  </a:lnTo>
                  <a:lnTo>
                    <a:pt x="2451124" y="2137640"/>
                  </a:lnTo>
                  <a:lnTo>
                    <a:pt x="2451233" y="2137640"/>
                  </a:lnTo>
                  <a:lnTo>
                    <a:pt x="2451233" y="2137016"/>
                  </a:lnTo>
                  <a:lnTo>
                    <a:pt x="2451341" y="2137016"/>
                  </a:lnTo>
                  <a:lnTo>
                    <a:pt x="2451449" y="2137016"/>
                  </a:lnTo>
                  <a:lnTo>
                    <a:pt x="2451558" y="2137016"/>
                  </a:lnTo>
                  <a:lnTo>
                    <a:pt x="2451558" y="2136393"/>
                  </a:lnTo>
                  <a:lnTo>
                    <a:pt x="2451666" y="2136393"/>
                  </a:lnTo>
                  <a:lnTo>
                    <a:pt x="2451775" y="2136393"/>
                  </a:lnTo>
                  <a:lnTo>
                    <a:pt x="2451883" y="2136393"/>
                  </a:lnTo>
                  <a:lnTo>
                    <a:pt x="2451883" y="2135769"/>
                  </a:lnTo>
                  <a:lnTo>
                    <a:pt x="2451992" y="2135769"/>
                  </a:lnTo>
                  <a:lnTo>
                    <a:pt x="2452100" y="2135769"/>
                  </a:lnTo>
                  <a:lnTo>
                    <a:pt x="2452209" y="2135769"/>
                  </a:lnTo>
                  <a:lnTo>
                    <a:pt x="2452317" y="2135769"/>
                  </a:lnTo>
                  <a:lnTo>
                    <a:pt x="2452317" y="2135145"/>
                  </a:lnTo>
                  <a:lnTo>
                    <a:pt x="2452425" y="2135145"/>
                  </a:lnTo>
                  <a:lnTo>
                    <a:pt x="2452534" y="2135145"/>
                  </a:lnTo>
                  <a:lnTo>
                    <a:pt x="2452642" y="2135145"/>
                  </a:lnTo>
                  <a:lnTo>
                    <a:pt x="2452751" y="2135145"/>
                  </a:lnTo>
                  <a:lnTo>
                    <a:pt x="2452859" y="2135145"/>
                  </a:lnTo>
                  <a:lnTo>
                    <a:pt x="2452968" y="2135145"/>
                  </a:lnTo>
                  <a:lnTo>
                    <a:pt x="2453076" y="2135145"/>
                  </a:lnTo>
                  <a:lnTo>
                    <a:pt x="2453185" y="2135145"/>
                  </a:lnTo>
                  <a:lnTo>
                    <a:pt x="2453293" y="2135145"/>
                  </a:lnTo>
                  <a:lnTo>
                    <a:pt x="2453402" y="2135145"/>
                  </a:lnTo>
                  <a:lnTo>
                    <a:pt x="2453510" y="2135145"/>
                  </a:lnTo>
                  <a:lnTo>
                    <a:pt x="2453618" y="2135145"/>
                  </a:lnTo>
                  <a:lnTo>
                    <a:pt x="2453727" y="2135145"/>
                  </a:lnTo>
                  <a:lnTo>
                    <a:pt x="2453835" y="2135145"/>
                  </a:lnTo>
                  <a:lnTo>
                    <a:pt x="2453944" y="2135145"/>
                  </a:lnTo>
                  <a:lnTo>
                    <a:pt x="2454052" y="2135145"/>
                  </a:lnTo>
                  <a:lnTo>
                    <a:pt x="2454052" y="2134522"/>
                  </a:lnTo>
                  <a:lnTo>
                    <a:pt x="2454052" y="2133898"/>
                  </a:lnTo>
                  <a:lnTo>
                    <a:pt x="2454161" y="2133898"/>
                  </a:lnTo>
                  <a:lnTo>
                    <a:pt x="2454269" y="2133898"/>
                  </a:lnTo>
                  <a:lnTo>
                    <a:pt x="2454378" y="2133898"/>
                  </a:lnTo>
                  <a:lnTo>
                    <a:pt x="2454486" y="2133898"/>
                  </a:lnTo>
                  <a:lnTo>
                    <a:pt x="2454594" y="2133898"/>
                  </a:lnTo>
                  <a:lnTo>
                    <a:pt x="2454703" y="2133898"/>
                  </a:lnTo>
                  <a:lnTo>
                    <a:pt x="2454811" y="2133898"/>
                  </a:lnTo>
                  <a:lnTo>
                    <a:pt x="2454920" y="2133898"/>
                  </a:lnTo>
                  <a:lnTo>
                    <a:pt x="2455028" y="2133898"/>
                  </a:lnTo>
                  <a:lnTo>
                    <a:pt x="2455028" y="2133275"/>
                  </a:lnTo>
                  <a:lnTo>
                    <a:pt x="2455137" y="2133275"/>
                  </a:lnTo>
                  <a:lnTo>
                    <a:pt x="2455245" y="2133275"/>
                  </a:lnTo>
                  <a:lnTo>
                    <a:pt x="2455245" y="2132651"/>
                  </a:lnTo>
                  <a:lnTo>
                    <a:pt x="2455245" y="2132027"/>
                  </a:lnTo>
                  <a:lnTo>
                    <a:pt x="2455354" y="2132027"/>
                  </a:lnTo>
                  <a:lnTo>
                    <a:pt x="2455462" y="2132027"/>
                  </a:lnTo>
                  <a:lnTo>
                    <a:pt x="2455570" y="2132027"/>
                  </a:lnTo>
                  <a:lnTo>
                    <a:pt x="2455679" y="2132027"/>
                  </a:lnTo>
                  <a:lnTo>
                    <a:pt x="2455787" y="2132027"/>
                  </a:lnTo>
                  <a:lnTo>
                    <a:pt x="2455896" y="2132027"/>
                  </a:lnTo>
                  <a:lnTo>
                    <a:pt x="2456004" y="2132027"/>
                  </a:lnTo>
                  <a:lnTo>
                    <a:pt x="2456113" y="2132027"/>
                  </a:lnTo>
                  <a:lnTo>
                    <a:pt x="2456221" y="2132027"/>
                  </a:lnTo>
                  <a:lnTo>
                    <a:pt x="2456330" y="2132027"/>
                  </a:lnTo>
                  <a:lnTo>
                    <a:pt x="2456438" y="2132027"/>
                  </a:lnTo>
                  <a:lnTo>
                    <a:pt x="2456546" y="2132027"/>
                  </a:lnTo>
                  <a:lnTo>
                    <a:pt x="2456655" y="2132027"/>
                  </a:lnTo>
                  <a:lnTo>
                    <a:pt x="2456763" y="2132027"/>
                  </a:lnTo>
                  <a:lnTo>
                    <a:pt x="2456872" y="2132027"/>
                  </a:lnTo>
                  <a:lnTo>
                    <a:pt x="2456980" y="2132027"/>
                  </a:lnTo>
                  <a:lnTo>
                    <a:pt x="2457089" y="2132027"/>
                  </a:lnTo>
                  <a:lnTo>
                    <a:pt x="2457197" y="2132027"/>
                  </a:lnTo>
                  <a:lnTo>
                    <a:pt x="2457306" y="2132027"/>
                  </a:lnTo>
                  <a:lnTo>
                    <a:pt x="2457414" y="2132027"/>
                  </a:lnTo>
                  <a:lnTo>
                    <a:pt x="2457522" y="2132027"/>
                  </a:lnTo>
                  <a:lnTo>
                    <a:pt x="2457522" y="2131404"/>
                  </a:lnTo>
                  <a:lnTo>
                    <a:pt x="2457631" y="2131404"/>
                  </a:lnTo>
                  <a:lnTo>
                    <a:pt x="2457739" y="2131404"/>
                  </a:lnTo>
                  <a:lnTo>
                    <a:pt x="2457739" y="2130780"/>
                  </a:lnTo>
                  <a:lnTo>
                    <a:pt x="2457848" y="2130780"/>
                  </a:lnTo>
                  <a:lnTo>
                    <a:pt x="2457956" y="2130780"/>
                  </a:lnTo>
                  <a:lnTo>
                    <a:pt x="2458065" y="2130780"/>
                  </a:lnTo>
                  <a:lnTo>
                    <a:pt x="2458173" y="2130780"/>
                  </a:lnTo>
                  <a:lnTo>
                    <a:pt x="2458282" y="2130780"/>
                  </a:lnTo>
                  <a:lnTo>
                    <a:pt x="2458390" y="2130780"/>
                  </a:lnTo>
                  <a:lnTo>
                    <a:pt x="2458390" y="2130157"/>
                  </a:lnTo>
                  <a:lnTo>
                    <a:pt x="2458499" y="2130157"/>
                  </a:lnTo>
                  <a:lnTo>
                    <a:pt x="2458607" y="2130157"/>
                  </a:lnTo>
                  <a:lnTo>
                    <a:pt x="2458715" y="2130157"/>
                  </a:lnTo>
                  <a:lnTo>
                    <a:pt x="2458824" y="2130157"/>
                  </a:lnTo>
                  <a:lnTo>
                    <a:pt x="2458932" y="2130157"/>
                  </a:lnTo>
                  <a:lnTo>
                    <a:pt x="2459041" y="2130157"/>
                  </a:lnTo>
                  <a:lnTo>
                    <a:pt x="2459149" y="2130157"/>
                  </a:lnTo>
                  <a:lnTo>
                    <a:pt x="2459258" y="2130157"/>
                  </a:lnTo>
                  <a:lnTo>
                    <a:pt x="2459366" y="2130157"/>
                  </a:lnTo>
                  <a:lnTo>
                    <a:pt x="2459366" y="2129533"/>
                  </a:lnTo>
                  <a:lnTo>
                    <a:pt x="2459475" y="2129533"/>
                  </a:lnTo>
                  <a:lnTo>
                    <a:pt x="2459583" y="2129533"/>
                  </a:lnTo>
                  <a:lnTo>
                    <a:pt x="2459691" y="2129533"/>
                  </a:lnTo>
                  <a:lnTo>
                    <a:pt x="2459800" y="2129533"/>
                  </a:lnTo>
                  <a:lnTo>
                    <a:pt x="2459908" y="2129533"/>
                  </a:lnTo>
                  <a:lnTo>
                    <a:pt x="2460017" y="2129533"/>
                  </a:lnTo>
                  <a:lnTo>
                    <a:pt x="2460125" y="2129533"/>
                  </a:lnTo>
                  <a:lnTo>
                    <a:pt x="2460125" y="2128910"/>
                  </a:lnTo>
                  <a:lnTo>
                    <a:pt x="2460234" y="2128910"/>
                  </a:lnTo>
                  <a:lnTo>
                    <a:pt x="2460342" y="2128910"/>
                  </a:lnTo>
                  <a:lnTo>
                    <a:pt x="2460451" y="2128910"/>
                  </a:lnTo>
                  <a:lnTo>
                    <a:pt x="2460559" y="2128910"/>
                  </a:lnTo>
                  <a:lnTo>
                    <a:pt x="2460667" y="2128910"/>
                  </a:lnTo>
                  <a:lnTo>
                    <a:pt x="2460776" y="2128910"/>
                  </a:lnTo>
                  <a:lnTo>
                    <a:pt x="2460884" y="2128910"/>
                  </a:lnTo>
                  <a:lnTo>
                    <a:pt x="2460993" y="2128910"/>
                  </a:lnTo>
                  <a:lnTo>
                    <a:pt x="2461101" y="2128910"/>
                  </a:lnTo>
                  <a:lnTo>
                    <a:pt x="2461210" y="2128910"/>
                  </a:lnTo>
                  <a:lnTo>
                    <a:pt x="2461318" y="2128910"/>
                  </a:lnTo>
                  <a:lnTo>
                    <a:pt x="2461318" y="2128286"/>
                  </a:lnTo>
                  <a:lnTo>
                    <a:pt x="2461427" y="2128286"/>
                  </a:lnTo>
                  <a:lnTo>
                    <a:pt x="2461535" y="2128286"/>
                  </a:lnTo>
                  <a:lnTo>
                    <a:pt x="2461643" y="2128286"/>
                  </a:lnTo>
                  <a:lnTo>
                    <a:pt x="2461752" y="2128286"/>
                  </a:lnTo>
                  <a:lnTo>
                    <a:pt x="2461860" y="2128286"/>
                  </a:lnTo>
                  <a:lnTo>
                    <a:pt x="2461969" y="2128286"/>
                  </a:lnTo>
                  <a:lnTo>
                    <a:pt x="2462077" y="2128286"/>
                  </a:lnTo>
                  <a:lnTo>
                    <a:pt x="2462186" y="2128286"/>
                  </a:lnTo>
                  <a:lnTo>
                    <a:pt x="2462294" y="2128286"/>
                  </a:lnTo>
                  <a:lnTo>
                    <a:pt x="2462294" y="2127662"/>
                  </a:lnTo>
                  <a:lnTo>
                    <a:pt x="2462403" y="2127662"/>
                  </a:lnTo>
                  <a:lnTo>
                    <a:pt x="2462403" y="2127039"/>
                  </a:lnTo>
                  <a:lnTo>
                    <a:pt x="2462511" y="2127039"/>
                  </a:lnTo>
                  <a:lnTo>
                    <a:pt x="2462620" y="2127039"/>
                  </a:lnTo>
                  <a:lnTo>
                    <a:pt x="2462620" y="2126415"/>
                  </a:lnTo>
                  <a:lnTo>
                    <a:pt x="2462728" y="2126415"/>
                  </a:lnTo>
                  <a:lnTo>
                    <a:pt x="2462836" y="2126415"/>
                  </a:lnTo>
                  <a:lnTo>
                    <a:pt x="2462836" y="2125792"/>
                  </a:lnTo>
                  <a:lnTo>
                    <a:pt x="2462945" y="2125792"/>
                  </a:lnTo>
                  <a:lnTo>
                    <a:pt x="2463053" y="2125792"/>
                  </a:lnTo>
                  <a:lnTo>
                    <a:pt x="2463053" y="2125168"/>
                  </a:lnTo>
                  <a:lnTo>
                    <a:pt x="2463162" y="2125168"/>
                  </a:lnTo>
                  <a:lnTo>
                    <a:pt x="2463162" y="2124544"/>
                  </a:lnTo>
                  <a:lnTo>
                    <a:pt x="2463270" y="2124544"/>
                  </a:lnTo>
                  <a:lnTo>
                    <a:pt x="2463379" y="2124544"/>
                  </a:lnTo>
                  <a:lnTo>
                    <a:pt x="2463379" y="2123921"/>
                  </a:lnTo>
                  <a:lnTo>
                    <a:pt x="2463379" y="2123297"/>
                  </a:lnTo>
                  <a:lnTo>
                    <a:pt x="2463487" y="2123297"/>
                  </a:lnTo>
                  <a:lnTo>
                    <a:pt x="2463596" y="2123297"/>
                  </a:lnTo>
                  <a:lnTo>
                    <a:pt x="2463704" y="2123297"/>
                  </a:lnTo>
                  <a:lnTo>
                    <a:pt x="2463704" y="2122674"/>
                  </a:lnTo>
                  <a:lnTo>
                    <a:pt x="2463812" y="2122674"/>
                  </a:lnTo>
                  <a:lnTo>
                    <a:pt x="2463921" y="2122674"/>
                  </a:lnTo>
                  <a:lnTo>
                    <a:pt x="2464029" y="2122674"/>
                  </a:lnTo>
                  <a:lnTo>
                    <a:pt x="2464138" y="2122674"/>
                  </a:lnTo>
                  <a:lnTo>
                    <a:pt x="2464138" y="2122050"/>
                  </a:lnTo>
                  <a:lnTo>
                    <a:pt x="2464246" y="2122050"/>
                  </a:lnTo>
                  <a:lnTo>
                    <a:pt x="2464355" y="2122050"/>
                  </a:lnTo>
                  <a:lnTo>
                    <a:pt x="2464463" y="2122050"/>
                  </a:lnTo>
                  <a:lnTo>
                    <a:pt x="2464572" y="2122050"/>
                  </a:lnTo>
                  <a:lnTo>
                    <a:pt x="2464680" y="2122050"/>
                  </a:lnTo>
                  <a:lnTo>
                    <a:pt x="2464788" y="2122050"/>
                  </a:lnTo>
                  <a:lnTo>
                    <a:pt x="2464897" y="2122050"/>
                  </a:lnTo>
                  <a:lnTo>
                    <a:pt x="2465005" y="2122050"/>
                  </a:lnTo>
                  <a:lnTo>
                    <a:pt x="2465114" y="2122050"/>
                  </a:lnTo>
                  <a:lnTo>
                    <a:pt x="2465114" y="2121427"/>
                  </a:lnTo>
                  <a:lnTo>
                    <a:pt x="2465114" y="2120803"/>
                  </a:lnTo>
                  <a:lnTo>
                    <a:pt x="2465222" y="2120803"/>
                  </a:lnTo>
                  <a:lnTo>
                    <a:pt x="2465331" y="2120803"/>
                  </a:lnTo>
                  <a:lnTo>
                    <a:pt x="2465439" y="2120803"/>
                  </a:lnTo>
                  <a:lnTo>
                    <a:pt x="2465548" y="2120803"/>
                  </a:lnTo>
                  <a:lnTo>
                    <a:pt x="2465656" y="2120803"/>
                  </a:lnTo>
                  <a:lnTo>
                    <a:pt x="2465656" y="2120179"/>
                  </a:lnTo>
                  <a:lnTo>
                    <a:pt x="2465764" y="2120179"/>
                  </a:lnTo>
                  <a:lnTo>
                    <a:pt x="2465873" y="2120179"/>
                  </a:lnTo>
                  <a:lnTo>
                    <a:pt x="2465981" y="2120179"/>
                  </a:lnTo>
                  <a:lnTo>
                    <a:pt x="2466090" y="2120179"/>
                  </a:lnTo>
                  <a:lnTo>
                    <a:pt x="2466198" y="2120179"/>
                  </a:lnTo>
                  <a:lnTo>
                    <a:pt x="2466307" y="2120179"/>
                  </a:lnTo>
                  <a:lnTo>
                    <a:pt x="2466415" y="2120179"/>
                  </a:lnTo>
                  <a:lnTo>
                    <a:pt x="2466524" y="2120179"/>
                  </a:lnTo>
                  <a:lnTo>
                    <a:pt x="2466632" y="2120179"/>
                  </a:lnTo>
                  <a:lnTo>
                    <a:pt x="2466741" y="2120179"/>
                  </a:lnTo>
                  <a:lnTo>
                    <a:pt x="2466849" y="2120179"/>
                  </a:lnTo>
                  <a:lnTo>
                    <a:pt x="2466849" y="2119556"/>
                  </a:lnTo>
                  <a:lnTo>
                    <a:pt x="2466957" y="2119556"/>
                  </a:lnTo>
                  <a:lnTo>
                    <a:pt x="2467066" y="2119556"/>
                  </a:lnTo>
                  <a:lnTo>
                    <a:pt x="2467174" y="2119556"/>
                  </a:lnTo>
                  <a:lnTo>
                    <a:pt x="2467283" y="2119556"/>
                  </a:lnTo>
                  <a:lnTo>
                    <a:pt x="2467391" y="2119556"/>
                  </a:lnTo>
                  <a:lnTo>
                    <a:pt x="2467500" y="2119556"/>
                  </a:lnTo>
                  <a:lnTo>
                    <a:pt x="2467608" y="2119556"/>
                  </a:lnTo>
                  <a:lnTo>
                    <a:pt x="2467717" y="2119556"/>
                  </a:lnTo>
                  <a:lnTo>
                    <a:pt x="2467825" y="2119556"/>
                  </a:lnTo>
                  <a:lnTo>
                    <a:pt x="2467933" y="2119556"/>
                  </a:lnTo>
                  <a:lnTo>
                    <a:pt x="2468042" y="2119556"/>
                  </a:lnTo>
                  <a:lnTo>
                    <a:pt x="2468150" y="2119556"/>
                  </a:lnTo>
                  <a:lnTo>
                    <a:pt x="2468259" y="2119556"/>
                  </a:lnTo>
                  <a:lnTo>
                    <a:pt x="2468367" y="2119556"/>
                  </a:lnTo>
                  <a:lnTo>
                    <a:pt x="2468476" y="2119556"/>
                  </a:lnTo>
                  <a:lnTo>
                    <a:pt x="2468584" y="2119556"/>
                  </a:lnTo>
                  <a:lnTo>
                    <a:pt x="2468584" y="2118932"/>
                  </a:lnTo>
                  <a:lnTo>
                    <a:pt x="2468693" y="2118932"/>
                  </a:lnTo>
                  <a:lnTo>
                    <a:pt x="2468801" y="2118932"/>
                  </a:lnTo>
                  <a:lnTo>
                    <a:pt x="2468909" y="2118932"/>
                  </a:lnTo>
                  <a:lnTo>
                    <a:pt x="2469018" y="2118932"/>
                  </a:lnTo>
                  <a:lnTo>
                    <a:pt x="2469126" y="2118932"/>
                  </a:lnTo>
                  <a:lnTo>
                    <a:pt x="2469235" y="2118932"/>
                  </a:lnTo>
                  <a:lnTo>
                    <a:pt x="2469343" y="2118932"/>
                  </a:lnTo>
                  <a:lnTo>
                    <a:pt x="2469452" y="2118932"/>
                  </a:lnTo>
                  <a:lnTo>
                    <a:pt x="2469452" y="2118309"/>
                  </a:lnTo>
                  <a:lnTo>
                    <a:pt x="2469560" y="2118309"/>
                  </a:lnTo>
                  <a:lnTo>
                    <a:pt x="2469669" y="2118309"/>
                  </a:lnTo>
                  <a:lnTo>
                    <a:pt x="2469777" y="2118309"/>
                  </a:lnTo>
                  <a:lnTo>
                    <a:pt x="2469885" y="2118309"/>
                  </a:lnTo>
                  <a:lnTo>
                    <a:pt x="2469994" y="2118309"/>
                  </a:lnTo>
                  <a:lnTo>
                    <a:pt x="2470102" y="2118309"/>
                  </a:lnTo>
                  <a:lnTo>
                    <a:pt x="2470211" y="2118309"/>
                  </a:lnTo>
                  <a:lnTo>
                    <a:pt x="2470319" y="2118309"/>
                  </a:lnTo>
                  <a:lnTo>
                    <a:pt x="2470428" y="2118309"/>
                  </a:lnTo>
                  <a:lnTo>
                    <a:pt x="2470428" y="2117685"/>
                  </a:lnTo>
                  <a:lnTo>
                    <a:pt x="2470536" y="2117685"/>
                  </a:lnTo>
                  <a:lnTo>
                    <a:pt x="2470645" y="2117685"/>
                  </a:lnTo>
                  <a:lnTo>
                    <a:pt x="2470753" y="2117685"/>
                  </a:lnTo>
                  <a:lnTo>
                    <a:pt x="2470862" y="2117685"/>
                  </a:lnTo>
                  <a:lnTo>
                    <a:pt x="2470862" y="2117061"/>
                  </a:lnTo>
                  <a:lnTo>
                    <a:pt x="2470970" y="2117061"/>
                  </a:lnTo>
                  <a:lnTo>
                    <a:pt x="2470970" y="2116438"/>
                  </a:lnTo>
                  <a:lnTo>
                    <a:pt x="2471078" y="2116438"/>
                  </a:lnTo>
                  <a:lnTo>
                    <a:pt x="2471187" y="2116438"/>
                  </a:lnTo>
                  <a:lnTo>
                    <a:pt x="2471295" y="2116438"/>
                  </a:lnTo>
                  <a:lnTo>
                    <a:pt x="2471295" y="2115814"/>
                  </a:lnTo>
                  <a:lnTo>
                    <a:pt x="2471404" y="2115814"/>
                  </a:lnTo>
                  <a:lnTo>
                    <a:pt x="2471512" y="2115814"/>
                  </a:lnTo>
                  <a:lnTo>
                    <a:pt x="2471621" y="2115814"/>
                  </a:lnTo>
                  <a:lnTo>
                    <a:pt x="2471621" y="2115191"/>
                  </a:lnTo>
                  <a:lnTo>
                    <a:pt x="2471729" y="2115191"/>
                  </a:lnTo>
                  <a:lnTo>
                    <a:pt x="2471838" y="2115191"/>
                  </a:lnTo>
                  <a:lnTo>
                    <a:pt x="2471946" y="2115191"/>
                  </a:lnTo>
                  <a:lnTo>
                    <a:pt x="2472054" y="2115191"/>
                  </a:lnTo>
                  <a:lnTo>
                    <a:pt x="2472163" y="2115191"/>
                  </a:lnTo>
                  <a:lnTo>
                    <a:pt x="2472271" y="2115191"/>
                  </a:lnTo>
                  <a:lnTo>
                    <a:pt x="2472380" y="2115191"/>
                  </a:lnTo>
                  <a:lnTo>
                    <a:pt x="2472488" y="2115191"/>
                  </a:lnTo>
                  <a:lnTo>
                    <a:pt x="2472597" y="2115191"/>
                  </a:lnTo>
                  <a:lnTo>
                    <a:pt x="2472705" y="2115191"/>
                  </a:lnTo>
                  <a:lnTo>
                    <a:pt x="2472814" y="2115191"/>
                  </a:lnTo>
                  <a:lnTo>
                    <a:pt x="2472922" y="2115191"/>
                  </a:lnTo>
                  <a:lnTo>
                    <a:pt x="2473030" y="2115191"/>
                  </a:lnTo>
                  <a:lnTo>
                    <a:pt x="2473139" y="2115191"/>
                  </a:lnTo>
                  <a:lnTo>
                    <a:pt x="2473247" y="2115191"/>
                  </a:lnTo>
                  <a:lnTo>
                    <a:pt x="2473356" y="2115191"/>
                  </a:lnTo>
                  <a:lnTo>
                    <a:pt x="2473356" y="2114567"/>
                  </a:lnTo>
                  <a:lnTo>
                    <a:pt x="2473464" y="2114567"/>
                  </a:lnTo>
                  <a:lnTo>
                    <a:pt x="2473573" y="2114567"/>
                  </a:lnTo>
                  <a:lnTo>
                    <a:pt x="2473681" y="2114567"/>
                  </a:lnTo>
                  <a:lnTo>
                    <a:pt x="2473790" y="2114567"/>
                  </a:lnTo>
                  <a:lnTo>
                    <a:pt x="2473898" y="2114567"/>
                  </a:lnTo>
                  <a:lnTo>
                    <a:pt x="2474006" y="2114567"/>
                  </a:lnTo>
                  <a:lnTo>
                    <a:pt x="2474006" y="2113944"/>
                  </a:lnTo>
                  <a:lnTo>
                    <a:pt x="2474115" y="2113944"/>
                  </a:lnTo>
                  <a:lnTo>
                    <a:pt x="2474223" y="2113944"/>
                  </a:lnTo>
                  <a:lnTo>
                    <a:pt x="2474332" y="2113944"/>
                  </a:lnTo>
                  <a:lnTo>
                    <a:pt x="2474332" y="2113320"/>
                  </a:lnTo>
                  <a:lnTo>
                    <a:pt x="2474440" y="2113320"/>
                  </a:lnTo>
                  <a:lnTo>
                    <a:pt x="2474549" y="2113320"/>
                  </a:lnTo>
                  <a:lnTo>
                    <a:pt x="2474657" y="2113320"/>
                  </a:lnTo>
                  <a:lnTo>
                    <a:pt x="2474657" y="2112696"/>
                  </a:lnTo>
                  <a:lnTo>
                    <a:pt x="2474766" y="2112696"/>
                  </a:lnTo>
                  <a:lnTo>
                    <a:pt x="2474766" y="2112073"/>
                  </a:lnTo>
                  <a:lnTo>
                    <a:pt x="2474874" y="2112073"/>
                  </a:lnTo>
                  <a:lnTo>
                    <a:pt x="2474874" y="2111449"/>
                  </a:lnTo>
                  <a:lnTo>
                    <a:pt x="2474983" y="2111449"/>
                  </a:lnTo>
                  <a:lnTo>
                    <a:pt x="2474983" y="2110826"/>
                  </a:lnTo>
                  <a:lnTo>
                    <a:pt x="2475091" y="2110826"/>
                  </a:lnTo>
                  <a:lnTo>
                    <a:pt x="2475199" y="2110826"/>
                  </a:lnTo>
                  <a:lnTo>
                    <a:pt x="2475308" y="2110826"/>
                  </a:lnTo>
                  <a:lnTo>
                    <a:pt x="2475308" y="2110202"/>
                  </a:lnTo>
                  <a:lnTo>
                    <a:pt x="2475416" y="2110202"/>
                  </a:lnTo>
                  <a:lnTo>
                    <a:pt x="2475525" y="2110202"/>
                  </a:lnTo>
                  <a:lnTo>
                    <a:pt x="2475633" y="2110202"/>
                  </a:lnTo>
                  <a:lnTo>
                    <a:pt x="2475633" y="2109578"/>
                  </a:lnTo>
                  <a:lnTo>
                    <a:pt x="2475742" y="2109578"/>
                  </a:lnTo>
                  <a:lnTo>
                    <a:pt x="2475742" y="2108955"/>
                  </a:lnTo>
                  <a:lnTo>
                    <a:pt x="2475850" y="2108955"/>
                  </a:lnTo>
                  <a:lnTo>
                    <a:pt x="2475959" y="2108955"/>
                  </a:lnTo>
                  <a:lnTo>
                    <a:pt x="2476067" y="2108955"/>
                  </a:lnTo>
                  <a:lnTo>
                    <a:pt x="2476175" y="2108955"/>
                  </a:lnTo>
                  <a:lnTo>
                    <a:pt x="2476284" y="2108955"/>
                  </a:lnTo>
                  <a:lnTo>
                    <a:pt x="2476392" y="2108955"/>
                  </a:lnTo>
                  <a:lnTo>
                    <a:pt x="2476501" y="2108955"/>
                  </a:lnTo>
                  <a:lnTo>
                    <a:pt x="2476609" y="2108955"/>
                  </a:lnTo>
                  <a:lnTo>
                    <a:pt x="2476718" y="2108955"/>
                  </a:lnTo>
                  <a:lnTo>
                    <a:pt x="2476826" y="2108955"/>
                  </a:lnTo>
                  <a:lnTo>
                    <a:pt x="2476935" y="2108955"/>
                  </a:lnTo>
                  <a:lnTo>
                    <a:pt x="2477043" y="2108955"/>
                  </a:lnTo>
                  <a:lnTo>
                    <a:pt x="2477151" y="2108955"/>
                  </a:lnTo>
                  <a:lnTo>
                    <a:pt x="2477260" y="2108955"/>
                  </a:lnTo>
                  <a:lnTo>
                    <a:pt x="2477368" y="2108955"/>
                  </a:lnTo>
                  <a:lnTo>
                    <a:pt x="2477477" y="2108955"/>
                  </a:lnTo>
                  <a:lnTo>
                    <a:pt x="2477477" y="2108331"/>
                  </a:lnTo>
                  <a:lnTo>
                    <a:pt x="2477477" y="2107708"/>
                  </a:lnTo>
                  <a:lnTo>
                    <a:pt x="2477585" y="2107708"/>
                  </a:lnTo>
                  <a:lnTo>
                    <a:pt x="2477585" y="2107084"/>
                  </a:lnTo>
                  <a:lnTo>
                    <a:pt x="2477694" y="2107084"/>
                  </a:lnTo>
                  <a:lnTo>
                    <a:pt x="2477802" y="2107084"/>
                  </a:lnTo>
                  <a:lnTo>
                    <a:pt x="2477911" y="2107084"/>
                  </a:lnTo>
                  <a:lnTo>
                    <a:pt x="2478019" y="2107084"/>
                  </a:lnTo>
                  <a:lnTo>
                    <a:pt x="2478127" y="2107084"/>
                  </a:lnTo>
                  <a:lnTo>
                    <a:pt x="2478236" y="2107084"/>
                  </a:lnTo>
                  <a:lnTo>
                    <a:pt x="2478344" y="2107084"/>
                  </a:lnTo>
                  <a:lnTo>
                    <a:pt x="2478453" y="2107084"/>
                  </a:lnTo>
                  <a:lnTo>
                    <a:pt x="2478561" y="2107084"/>
                  </a:lnTo>
                  <a:lnTo>
                    <a:pt x="2478670" y="2107084"/>
                  </a:lnTo>
                  <a:lnTo>
                    <a:pt x="2478778" y="2107084"/>
                  </a:lnTo>
                  <a:lnTo>
                    <a:pt x="2478887" y="2107084"/>
                  </a:lnTo>
                  <a:lnTo>
                    <a:pt x="2478995" y="2107084"/>
                  </a:lnTo>
                  <a:lnTo>
                    <a:pt x="2479103" y="2107084"/>
                  </a:lnTo>
                  <a:lnTo>
                    <a:pt x="2479212" y="2107084"/>
                  </a:lnTo>
                  <a:lnTo>
                    <a:pt x="2479320" y="2107084"/>
                  </a:lnTo>
                  <a:lnTo>
                    <a:pt x="2479429" y="2107084"/>
                  </a:lnTo>
                  <a:lnTo>
                    <a:pt x="2479537" y="2107084"/>
                  </a:lnTo>
                  <a:lnTo>
                    <a:pt x="2479646" y="2107084"/>
                  </a:lnTo>
                  <a:lnTo>
                    <a:pt x="2479754" y="2107084"/>
                  </a:lnTo>
                  <a:lnTo>
                    <a:pt x="2479863" y="2107084"/>
                  </a:lnTo>
                  <a:lnTo>
                    <a:pt x="2479971" y="2107084"/>
                  </a:lnTo>
                  <a:lnTo>
                    <a:pt x="2480080" y="2107084"/>
                  </a:lnTo>
                  <a:lnTo>
                    <a:pt x="2480188" y="2107084"/>
                  </a:lnTo>
                  <a:lnTo>
                    <a:pt x="2480296" y="2107084"/>
                  </a:lnTo>
                  <a:lnTo>
                    <a:pt x="2480405" y="2107084"/>
                  </a:lnTo>
                  <a:lnTo>
                    <a:pt x="2480513" y="2107084"/>
                  </a:lnTo>
                  <a:lnTo>
                    <a:pt x="2480513" y="2106461"/>
                  </a:lnTo>
                  <a:lnTo>
                    <a:pt x="2480622" y="2106461"/>
                  </a:lnTo>
                  <a:lnTo>
                    <a:pt x="2480730" y="2106461"/>
                  </a:lnTo>
                  <a:lnTo>
                    <a:pt x="2480839" y="2106461"/>
                  </a:lnTo>
                  <a:lnTo>
                    <a:pt x="2480947" y="2106461"/>
                  </a:lnTo>
                  <a:lnTo>
                    <a:pt x="2481056" y="2106461"/>
                  </a:lnTo>
                  <a:lnTo>
                    <a:pt x="2481164" y="2106461"/>
                  </a:lnTo>
                  <a:lnTo>
                    <a:pt x="2481272" y="2106461"/>
                  </a:lnTo>
                  <a:lnTo>
                    <a:pt x="2481381" y="2106461"/>
                  </a:lnTo>
                  <a:lnTo>
                    <a:pt x="2481489" y="2106461"/>
                  </a:lnTo>
                  <a:lnTo>
                    <a:pt x="2481598" y="2106461"/>
                  </a:lnTo>
                  <a:lnTo>
                    <a:pt x="2481706" y="2106461"/>
                  </a:lnTo>
                  <a:lnTo>
                    <a:pt x="2481815" y="2106461"/>
                  </a:lnTo>
                  <a:lnTo>
                    <a:pt x="2481923" y="2106461"/>
                  </a:lnTo>
                  <a:lnTo>
                    <a:pt x="2482032" y="2106461"/>
                  </a:lnTo>
                  <a:lnTo>
                    <a:pt x="2482140" y="2106461"/>
                  </a:lnTo>
                  <a:lnTo>
                    <a:pt x="2482248" y="2106461"/>
                  </a:lnTo>
                  <a:lnTo>
                    <a:pt x="2482248" y="2105837"/>
                  </a:lnTo>
                  <a:lnTo>
                    <a:pt x="2482357" y="2105837"/>
                  </a:lnTo>
                  <a:lnTo>
                    <a:pt x="2482465" y="2105837"/>
                  </a:lnTo>
                  <a:lnTo>
                    <a:pt x="2482574" y="2105837"/>
                  </a:lnTo>
                  <a:lnTo>
                    <a:pt x="2482682" y="2105837"/>
                  </a:lnTo>
                  <a:lnTo>
                    <a:pt x="2482791" y="2105837"/>
                  </a:lnTo>
                  <a:lnTo>
                    <a:pt x="2482899" y="2105837"/>
                  </a:lnTo>
                  <a:lnTo>
                    <a:pt x="2482899" y="2105213"/>
                  </a:lnTo>
                  <a:lnTo>
                    <a:pt x="2483008" y="2105213"/>
                  </a:lnTo>
                  <a:lnTo>
                    <a:pt x="2483116" y="2105213"/>
                  </a:lnTo>
                  <a:lnTo>
                    <a:pt x="2483224" y="2105213"/>
                  </a:lnTo>
                  <a:lnTo>
                    <a:pt x="2483333" y="2105213"/>
                  </a:lnTo>
                  <a:lnTo>
                    <a:pt x="2483441" y="2105213"/>
                  </a:lnTo>
                  <a:lnTo>
                    <a:pt x="2483550" y="2105213"/>
                  </a:lnTo>
                  <a:lnTo>
                    <a:pt x="2483658" y="2105213"/>
                  </a:lnTo>
                  <a:lnTo>
                    <a:pt x="2483658" y="2104590"/>
                  </a:lnTo>
                  <a:lnTo>
                    <a:pt x="2483767" y="2104590"/>
                  </a:lnTo>
                  <a:lnTo>
                    <a:pt x="2483875" y="2104590"/>
                  </a:lnTo>
                  <a:lnTo>
                    <a:pt x="2483984" y="2104590"/>
                  </a:lnTo>
                  <a:lnTo>
                    <a:pt x="2484092" y="2104590"/>
                  </a:lnTo>
                  <a:lnTo>
                    <a:pt x="2484201" y="2104590"/>
                  </a:lnTo>
                  <a:lnTo>
                    <a:pt x="2484309" y="2104590"/>
                  </a:lnTo>
                  <a:lnTo>
                    <a:pt x="2484417" y="2104590"/>
                  </a:lnTo>
                  <a:lnTo>
                    <a:pt x="2484526" y="2104590"/>
                  </a:lnTo>
                  <a:lnTo>
                    <a:pt x="2484634" y="2104590"/>
                  </a:lnTo>
                  <a:lnTo>
                    <a:pt x="2484743" y="2104590"/>
                  </a:lnTo>
                  <a:lnTo>
                    <a:pt x="2484851" y="2104590"/>
                  </a:lnTo>
                  <a:lnTo>
                    <a:pt x="2484851" y="2103966"/>
                  </a:lnTo>
                  <a:lnTo>
                    <a:pt x="2484960" y="2103966"/>
                  </a:lnTo>
                  <a:lnTo>
                    <a:pt x="2485068" y="2103966"/>
                  </a:lnTo>
                  <a:lnTo>
                    <a:pt x="2485177" y="2103966"/>
                  </a:lnTo>
                  <a:lnTo>
                    <a:pt x="2485177" y="2103343"/>
                  </a:lnTo>
                  <a:lnTo>
                    <a:pt x="2485285" y="2103343"/>
                  </a:lnTo>
                  <a:lnTo>
                    <a:pt x="2485393" y="2103343"/>
                  </a:lnTo>
                  <a:lnTo>
                    <a:pt x="2485393" y="2102719"/>
                  </a:lnTo>
                  <a:lnTo>
                    <a:pt x="2485502" y="2102719"/>
                  </a:lnTo>
                  <a:lnTo>
                    <a:pt x="2485610" y="2102719"/>
                  </a:lnTo>
                  <a:lnTo>
                    <a:pt x="2485719" y="2102719"/>
                  </a:lnTo>
                  <a:lnTo>
                    <a:pt x="2485827" y="2102719"/>
                  </a:lnTo>
                  <a:lnTo>
                    <a:pt x="2485936" y="2102719"/>
                  </a:lnTo>
                  <a:lnTo>
                    <a:pt x="2486044" y="2102719"/>
                  </a:lnTo>
                  <a:lnTo>
                    <a:pt x="2486044" y="2102095"/>
                  </a:lnTo>
                  <a:lnTo>
                    <a:pt x="2486153" y="2102095"/>
                  </a:lnTo>
                  <a:lnTo>
                    <a:pt x="2486261" y="2102095"/>
                  </a:lnTo>
                  <a:lnTo>
                    <a:pt x="2486261" y="2101472"/>
                  </a:lnTo>
                  <a:lnTo>
                    <a:pt x="2486369" y="2101472"/>
                  </a:lnTo>
                  <a:lnTo>
                    <a:pt x="2486478" y="2101472"/>
                  </a:lnTo>
                  <a:lnTo>
                    <a:pt x="2486478" y="2100848"/>
                  </a:lnTo>
                  <a:lnTo>
                    <a:pt x="2486478" y="2100225"/>
                  </a:lnTo>
                  <a:lnTo>
                    <a:pt x="2486586" y="2100225"/>
                  </a:lnTo>
                  <a:lnTo>
                    <a:pt x="2486695" y="2100225"/>
                  </a:lnTo>
                  <a:lnTo>
                    <a:pt x="2486695" y="2099601"/>
                  </a:lnTo>
                  <a:lnTo>
                    <a:pt x="2486803" y="2099601"/>
                  </a:lnTo>
                  <a:lnTo>
                    <a:pt x="2486912" y="2099601"/>
                  </a:lnTo>
                  <a:lnTo>
                    <a:pt x="2486912" y="2098978"/>
                  </a:lnTo>
                  <a:lnTo>
                    <a:pt x="2487020" y="2098978"/>
                  </a:lnTo>
                  <a:lnTo>
                    <a:pt x="2487129" y="2098978"/>
                  </a:lnTo>
                  <a:lnTo>
                    <a:pt x="2487237" y="2098978"/>
                  </a:lnTo>
                  <a:lnTo>
                    <a:pt x="2487345" y="2098978"/>
                  </a:lnTo>
                  <a:lnTo>
                    <a:pt x="2487454" y="2098978"/>
                  </a:lnTo>
                  <a:lnTo>
                    <a:pt x="2487562" y="2098978"/>
                  </a:lnTo>
                  <a:lnTo>
                    <a:pt x="2487671" y="2098978"/>
                  </a:lnTo>
                  <a:lnTo>
                    <a:pt x="2487779" y="2098978"/>
                  </a:lnTo>
                  <a:lnTo>
                    <a:pt x="2487888" y="2098978"/>
                  </a:lnTo>
                  <a:lnTo>
                    <a:pt x="2487996" y="2098978"/>
                  </a:lnTo>
                  <a:lnTo>
                    <a:pt x="2488105" y="2098978"/>
                  </a:lnTo>
                  <a:lnTo>
                    <a:pt x="2488105" y="2098354"/>
                  </a:lnTo>
                  <a:lnTo>
                    <a:pt x="2488213" y="2098354"/>
                  </a:lnTo>
                  <a:lnTo>
                    <a:pt x="2488213" y="2097730"/>
                  </a:lnTo>
                  <a:lnTo>
                    <a:pt x="2488322" y="2097730"/>
                  </a:lnTo>
                  <a:lnTo>
                    <a:pt x="2488430" y="2097730"/>
                  </a:lnTo>
                  <a:lnTo>
                    <a:pt x="2488538" y="2097730"/>
                  </a:lnTo>
                  <a:lnTo>
                    <a:pt x="2488647" y="2097730"/>
                  </a:lnTo>
                  <a:lnTo>
                    <a:pt x="2488755" y="2097730"/>
                  </a:lnTo>
                  <a:lnTo>
                    <a:pt x="2488864" y="2097730"/>
                  </a:lnTo>
                  <a:lnTo>
                    <a:pt x="2488972" y="2097730"/>
                  </a:lnTo>
                  <a:lnTo>
                    <a:pt x="2489081" y="2097730"/>
                  </a:lnTo>
                  <a:lnTo>
                    <a:pt x="2489189" y="2097730"/>
                  </a:lnTo>
                  <a:lnTo>
                    <a:pt x="2489298" y="2097730"/>
                  </a:lnTo>
                  <a:lnTo>
                    <a:pt x="2489406" y="2097730"/>
                  </a:lnTo>
                  <a:lnTo>
                    <a:pt x="2489514" y="2097730"/>
                  </a:lnTo>
                  <a:lnTo>
                    <a:pt x="2489623" y="2097730"/>
                  </a:lnTo>
                  <a:lnTo>
                    <a:pt x="2489623" y="2097107"/>
                  </a:lnTo>
                  <a:lnTo>
                    <a:pt x="2489731" y="2097107"/>
                  </a:lnTo>
                  <a:lnTo>
                    <a:pt x="2489840" y="2097107"/>
                  </a:lnTo>
                  <a:lnTo>
                    <a:pt x="2489948" y="2097107"/>
                  </a:lnTo>
                  <a:lnTo>
                    <a:pt x="2489948" y="2096483"/>
                  </a:lnTo>
                  <a:lnTo>
                    <a:pt x="2490057" y="2096483"/>
                  </a:lnTo>
                  <a:lnTo>
                    <a:pt x="2490165" y="2096483"/>
                  </a:lnTo>
                  <a:lnTo>
                    <a:pt x="2490274" y="2096483"/>
                  </a:lnTo>
                  <a:lnTo>
                    <a:pt x="2490382" y="2096483"/>
                  </a:lnTo>
                  <a:lnTo>
                    <a:pt x="2490382" y="2095860"/>
                  </a:lnTo>
                  <a:lnTo>
                    <a:pt x="2490490" y="2095860"/>
                  </a:lnTo>
                  <a:lnTo>
                    <a:pt x="2490599" y="2095860"/>
                  </a:lnTo>
                  <a:lnTo>
                    <a:pt x="2490707" y="2095860"/>
                  </a:lnTo>
                  <a:lnTo>
                    <a:pt x="2490816" y="2095860"/>
                  </a:lnTo>
                  <a:lnTo>
                    <a:pt x="2490924" y="2095860"/>
                  </a:lnTo>
                  <a:lnTo>
                    <a:pt x="2491033" y="2095860"/>
                  </a:lnTo>
                  <a:lnTo>
                    <a:pt x="2491141" y="2095860"/>
                  </a:lnTo>
                  <a:lnTo>
                    <a:pt x="2491250" y="2095860"/>
                  </a:lnTo>
                  <a:lnTo>
                    <a:pt x="2491358" y="2095860"/>
                  </a:lnTo>
                  <a:lnTo>
                    <a:pt x="2491466" y="2095860"/>
                  </a:lnTo>
                  <a:lnTo>
                    <a:pt x="2491575" y="2095860"/>
                  </a:lnTo>
                  <a:lnTo>
                    <a:pt x="2491683" y="2095860"/>
                  </a:lnTo>
                  <a:lnTo>
                    <a:pt x="2491792" y="2095860"/>
                  </a:lnTo>
                  <a:lnTo>
                    <a:pt x="2491900" y="2095860"/>
                  </a:lnTo>
                  <a:lnTo>
                    <a:pt x="2492009" y="2095860"/>
                  </a:lnTo>
                  <a:lnTo>
                    <a:pt x="2492117" y="2095860"/>
                  </a:lnTo>
                  <a:lnTo>
                    <a:pt x="2492226" y="2095860"/>
                  </a:lnTo>
                  <a:lnTo>
                    <a:pt x="2492226" y="2095236"/>
                  </a:lnTo>
                  <a:lnTo>
                    <a:pt x="2492334" y="2095236"/>
                  </a:lnTo>
                  <a:lnTo>
                    <a:pt x="2492443" y="2095236"/>
                  </a:lnTo>
                  <a:lnTo>
                    <a:pt x="2492551" y="2095236"/>
                  </a:lnTo>
                  <a:lnTo>
                    <a:pt x="2492659" y="2095236"/>
                  </a:lnTo>
                  <a:lnTo>
                    <a:pt x="2492768" y="2095236"/>
                  </a:lnTo>
                  <a:lnTo>
                    <a:pt x="2492768" y="2094613"/>
                  </a:lnTo>
                  <a:lnTo>
                    <a:pt x="2492876" y="2094613"/>
                  </a:lnTo>
                  <a:lnTo>
                    <a:pt x="2492985" y="2094613"/>
                  </a:lnTo>
                  <a:lnTo>
                    <a:pt x="2493093" y="2094613"/>
                  </a:lnTo>
                  <a:lnTo>
                    <a:pt x="2493202" y="2094613"/>
                  </a:lnTo>
                  <a:lnTo>
                    <a:pt x="2493310" y="2094613"/>
                  </a:lnTo>
                  <a:lnTo>
                    <a:pt x="2493419" y="2094613"/>
                  </a:lnTo>
                  <a:lnTo>
                    <a:pt x="2493527" y="2094613"/>
                  </a:lnTo>
                  <a:lnTo>
                    <a:pt x="2493635" y="2094613"/>
                  </a:lnTo>
                  <a:lnTo>
                    <a:pt x="2493635" y="2093989"/>
                  </a:lnTo>
                  <a:lnTo>
                    <a:pt x="2493744" y="2093989"/>
                  </a:lnTo>
                  <a:lnTo>
                    <a:pt x="2493852" y="2093989"/>
                  </a:lnTo>
                  <a:lnTo>
                    <a:pt x="2493961" y="2093989"/>
                  </a:lnTo>
                  <a:lnTo>
                    <a:pt x="2494069" y="2093989"/>
                  </a:lnTo>
                  <a:lnTo>
                    <a:pt x="2494069" y="2093365"/>
                  </a:lnTo>
                  <a:lnTo>
                    <a:pt x="2494178" y="2093365"/>
                  </a:lnTo>
                  <a:lnTo>
                    <a:pt x="2494286" y="2093365"/>
                  </a:lnTo>
                  <a:lnTo>
                    <a:pt x="2494286" y="2092742"/>
                  </a:lnTo>
                  <a:lnTo>
                    <a:pt x="2494395" y="2092742"/>
                  </a:lnTo>
                  <a:lnTo>
                    <a:pt x="2494395" y="2092118"/>
                  </a:lnTo>
                  <a:lnTo>
                    <a:pt x="2494503" y="2092118"/>
                  </a:lnTo>
                  <a:lnTo>
                    <a:pt x="2494611" y="2092118"/>
                  </a:lnTo>
                  <a:lnTo>
                    <a:pt x="2494611" y="2091495"/>
                  </a:lnTo>
                  <a:lnTo>
                    <a:pt x="2494720" y="2091495"/>
                  </a:lnTo>
                  <a:lnTo>
                    <a:pt x="2494828" y="2091495"/>
                  </a:lnTo>
                  <a:lnTo>
                    <a:pt x="2494937" y="2091495"/>
                  </a:lnTo>
                  <a:lnTo>
                    <a:pt x="2495045" y="2091495"/>
                  </a:lnTo>
                  <a:lnTo>
                    <a:pt x="2495045" y="2090871"/>
                  </a:lnTo>
                  <a:lnTo>
                    <a:pt x="2495154" y="2090871"/>
                  </a:lnTo>
                  <a:lnTo>
                    <a:pt x="2495262" y="2090871"/>
                  </a:lnTo>
                  <a:lnTo>
                    <a:pt x="2495371" y="2090871"/>
                  </a:lnTo>
                  <a:lnTo>
                    <a:pt x="2495479" y="2090871"/>
                  </a:lnTo>
                  <a:lnTo>
                    <a:pt x="2495587" y="2090871"/>
                  </a:lnTo>
                  <a:lnTo>
                    <a:pt x="2495696" y="2090871"/>
                  </a:lnTo>
                  <a:lnTo>
                    <a:pt x="2495804" y="2090871"/>
                  </a:lnTo>
                  <a:lnTo>
                    <a:pt x="2495913" y="2090871"/>
                  </a:lnTo>
                  <a:lnTo>
                    <a:pt x="2496021" y="2090871"/>
                  </a:lnTo>
                  <a:lnTo>
                    <a:pt x="2496130" y="2090871"/>
                  </a:lnTo>
                  <a:lnTo>
                    <a:pt x="2496238" y="2090871"/>
                  </a:lnTo>
                  <a:lnTo>
                    <a:pt x="2496347" y="2090871"/>
                  </a:lnTo>
                  <a:lnTo>
                    <a:pt x="2496455" y="2090871"/>
                  </a:lnTo>
                  <a:lnTo>
                    <a:pt x="2496564" y="2090871"/>
                  </a:lnTo>
                  <a:lnTo>
                    <a:pt x="2496672" y="2090871"/>
                  </a:lnTo>
                  <a:lnTo>
                    <a:pt x="2496780" y="2090871"/>
                  </a:lnTo>
                  <a:lnTo>
                    <a:pt x="2496889" y="2090871"/>
                  </a:lnTo>
                  <a:lnTo>
                    <a:pt x="2496997" y="2090871"/>
                  </a:lnTo>
                  <a:lnTo>
                    <a:pt x="2497106" y="2090871"/>
                  </a:lnTo>
                  <a:lnTo>
                    <a:pt x="2497106" y="2090247"/>
                  </a:lnTo>
                  <a:lnTo>
                    <a:pt x="2497106" y="2089624"/>
                  </a:lnTo>
                  <a:lnTo>
                    <a:pt x="2497214" y="2089624"/>
                  </a:lnTo>
                  <a:lnTo>
                    <a:pt x="2497323" y="2089624"/>
                  </a:lnTo>
                  <a:lnTo>
                    <a:pt x="2497431" y="2089624"/>
                  </a:lnTo>
                  <a:lnTo>
                    <a:pt x="2497540" y="2089624"/>
                  </a:lnTo>
                  <a:lnTo>
                    <a:pt x="2497648" y="2089624"/>
                  </a:lnTo>
                  <a:lnTo>
                    <a:pt x="2497756" y="2089624"/>
                  </a:lnTo>
                  <a:lnTo>
                    <a:pt x="2497865" y="2089624"/>
                  </a:lnTo>
                  <a:lnTo>
                    <a:pt x="2497973" y="2089624"/>
                  </a:lnTo>
                  <a:lnTo>
                    <a:pt x="2498082" y="2089624"/>
                  </a:lnTo>
                  <a:lnTo>
                    <a:pt x="2498190" y="2089624"/>
                  </a:lnTo>
                  <a:lnTo>
                    <a:pt x="2498190" y="2089000"/>
                  </a:lnTo>
                  <a:lnTo>
                    <a:pt x="2498299" y="2089000"/>
                  </a:lnTo>
                  <a:lnTo>
                    <a:pt x="2498407" y="2089000"/>
                  </a:lnTo>
                  <a:lnTo>
                    <a:pt x="2498516" y="2089000"/>
                  </a:lnTo>
                  <a:lnTo>
                    <a:pt x="2498624" y="2089000"/>
                  </a:lnTo>
                  <a:lnTo>
                    <a:pt x="2498732" y="2089000"/>
                  </a:lnTo>
                  <a:lnTo>
                    <a:pt x="2498732" y="2088377"/>
                  </a:lnTo>
                  <a:lnTo>
                    <a:pt x="2498841" y="2088377"/>
                  </a:lnTo>
                  <a:lnTo>
                    <a:pt x="2498841" y="2087753"/>
                  </a:lnTo>
                  <a:lnTo>
                    <a:pt x="2498949" y="2087753"/>
                  </a:lnTo>
                  <a:lnTo>
                    <a:pt x="2499058" y="2087753"/>
                  </a:lnTo>
                  <a:lnTo>
                    <a:pt x="2499166" y="2087753"/>
                  </a:lnTo>
                  <a:lnTo>
                    <a:pt x="2499166" y="2087130"/>
                  </a:lnTo>
                  <a:lnTo>
                    <a:pt x="2499275" y="2087130"/>
                  </a:lnTo>
                  <a:lnTo>
                    <a:pt x="2499383" y="2087130"/>
                  </a:lnTo>
                  <a:lnTo>
                    <a:pt x="2499492" y="2087130"/>
                  </a:lnTo>
                  <a:lnTo>
                    <a:pt x="2499600" y="2087130"/>
                  </a:lnTo>
                  <a:lnTo>
                    <a:pt x="2499708" y="2087130"/>
                  </a:lnTo>
                  <a:lnTo>
                    <a:pt x="2499817" y="2087130"/>
                  </a:lnTo>
                  <a:lnTo>
                    <a:pt x="2499925" y="2087130"/>
                  </a:lnTo>
                  <a:lnTo>
                    <a:pt x="2500034" y="2087130"/>
                  </a:lnTo>
                  <a:lnTo>
                    <a:pt x="2500142" y="2087130"/>
                  </a:lnTo>
                  <a:lnTo>
                    <a:pt x="2500142" y="2086506"/>
                  </a:lnTo>
                  <a:lnTo>
                    <a:pt x="2500142" y="2085882"/>
                  </a:lnTo>
                  <a:lnTo>
                    <a:pt x="2500251" y="2085882"/>
                  </a:lnTo>
                  <a:lnTo>
                    <a:pt x="2500359" y="2085882"/>
                  </a:lnTo>
                  <a:lnTo>
                    <a:pt x="2500468" y="2085882"/>
                  </a:lnTo>
                  <a:lnTo>
                    <a:pt x="2500468" y="2085259"/>
                  </a:lnTo>
                  <a:lnTo>
                    <a:pt x="2500576" y="2085259"/>
                  </a:lnTo>
                  <a:lnTo>
                    <a:pt x="2500576" y="2084635"/>
                  </a:lnTo>
                  <a:lnTo>
                    <a:pt x="2500685" y="2084635"/>
                  </a:lnTo>
                  <a:lnTo>
                    <a:pt x="2500793" y="2084635"/>
                  </a:lnTo>
                  <a:lnTo>
                    <a:pt x="2500793" y="2084012"/>
                  </a:lnTo>
                  <a:lnTo>
                    <a:pt x="2500793" y="2083388"/>
                  </a:lnTo>
                  <a:lnTo>
                    <a:pt x="2500901" y="2083388"/>
                  </a:lnTo>
                  <a:lnTo>
                    <a:pt x="2501010" y="2083388"/>
                  </a:lnTo>
                  <a:lnTo>
                    <a:pt x="2501118" y="2083388"/>
                  </a:lnTo>
                  <a:lnTo>
                    <a:pt x="2501227" y="2083388"/>
                  </a:lnTo>
                  <a:lnTo>
                    <a:pt x="2501335" y="2083388"/>
                  </a:lnTo>
                  <a:lnTo>
                    <a:pt x="2501444" y="2083388"/>
                  </a:lnTo>
                  <a:lnTo>
                    <a:pt x="2501552" y="2083388"/>
                  </a:lnTo>
                  <a:lnTo>
                    <a:pt x="2501661" y="2083388"/>
                  </a:lnTo>
                  <a:lnTo>
                    <a:pt x="2501769" y="2083388"/>
                  </a:lnTo>
                  <a:lnTo>
                    <a:pt x="2501877" y="2083388"/>
                  </a:lnTo>
                  <a:lnTo>
                    <a:pt x="2501877" y="2082764"/>
                  </a:lnTo>
                  <a:lnTo>
                    <a:pt x="2501986" y="2082764"/>
                  </a:lnTo>
                  <a:lnTo>
                    <a:pt x="2501986" y="2082141"/>
                  </a:lnTo>
                  <a:lnTo>
                    <a:pt x="2501986" y="2081517"/>
                  </a:lnTo>
                  <a:lnTo>
                    <a:pt x="2502094" y="2081517"/>
                  </a:lnTo>
                  <a:lnTo>
                    <a:pt x="2502203" y="2081517"/>
                  </a:lnTo>
                  <a:lnTo>
                    <a:pt x="2502311" y="2081517"/>
                  </a:lnTo>
                  <a:lnTo>
                    <a:pt x="2502420" y="2081517"/>
                  </a:lnTo>
                  <a:lnTo>
                    <a:pt x="2502528" y="2081517"/>
                  </a:lnTo>
                  <a:lnTo>
                    <a:pt x="2502637" y="2081517"/>
                  </a:lnTo>
                  <a:lnTo>
                    <a:pt x="2502745" y="2081517"/>
                  </a:lnTo>
                  <a:lnTo>
                    <a:pt x="2502853" y="2081517"/>
                  </a:lnTo>
                  <a:lnTo>
                    <a:pt x="2502962" y="2081517"/>
                  </a:lnTo>
                  <a:lnTo>
                    <a:pt x="2503070" y="2081517"/>
                  </a:lnTo>
                  <a:lnTo>
                    <a:pt x="2503179" y="2081517"/>
                  </a:lnTo>
                  <a:lnTo>
                    <a:pt x="2503287" y="2081517"/>
                  </a:lnTo>
                  <a:lnTo>
                    <a:pt x="2503396" y="2081517"/>
                  </a:lnTo>
                  <a:lnTo>
                    <a:pt x="2503396" y="2080894"/>
                  </a:lnTo>
                  <a:lnTo>
                    <a:pt x="2503504" y="2080894"/>
                  </a:lnTo>
                  <a:lnTo>
                    <a:pt x="2503613" y="2080894"/>
                  </a:lnTo>
                  <a:lnTo>
                    <a:pt x="2503721" y="2080894"/>
                  </a:lnTo>
                  <a:lnTo>
                    <a:pt x="2503721" y="2080270"/>
                  </a:lnTo>
                  <a:lnTo>
                    <a:pt x="2503829" y="2080270"/>
                  </a:lnTo>
                  <a:lnTo>
                    <a:pt x="2503938" y="2080270"/>
                  </a:lnTo>
                  <a:lnTo>
                    <a:pt x="2504046" y="2080270"/>
                  </a:lnTo>
                  <a:lnTo>
                    <a:pt x="2504155" y="2080270"/>
                  </a:lnTo>
                  <a:lnTo>
                    <a:pt x="2504263" y="2080270"/>
                  </a:lnTo>
                  <a:lnTo>
                    <a:pt x="2504372" y="2080270"/>
                  </a:lnTo>
                  <a:lnTo>
                    <a:pt x="2504480" y="2080270"/>
                  </a:lnTo>
                  <a:lnTo>
                    <a:pt x="2504589" y="2080270"/>
                  </a:lnTo>
                  <a:lnTo>
                    <a:pt x="2504697" y="2080270"/>
                  </a:lnTo>
                  <a:lnTo>
                    <a:pt x="2504805" y="2080270"/>
                  </a:lnTo>
                  <a:lnTo>
                    <a:pt x="2504914" y="2080270"/>
                  </a:lnTo>
                  <a:lnTo>
                    <a:pt x="2505022" y="2080270"/>
                  </a:lnTo>
                  <a:lnTo>
                    <a:pt x="2505131" y="2080270"/>
                  </a:lnTo>
                  <a:lnTo>
                    <a:pt x="2505131" y="2079647"/>
                  </a:lnTo>
                  <a:lnTo>
                    <a:pt x="2505239" y="2079647"/>
                  </a:lnTo>
                  <a:lnTo>
                    <a:pt x="2505348" y="2079647"/>
                  </a:lnTo>
                  <a:lnTo>
                    <a:pt x="2505348" y="2079023"/>
                  </a:lnTo>
                  <a:lnTo>
                    <a:pt x="2505456" y="2079023"/>
                  </a:lnTo>
                  <a:lnTo>
                    <a:pt x="2505565" y="2079023"/>
                  </a:lnTo>
                  <a:lnTo>
                    <a:pt x="2505673" y="2079023"/>
                  </a:lnTo>
                  <a:lnTo>
                    <a:pt x="2505673" y="2078399"/>
                  </a:lnTo>
                  <a:lnTo>
                    <a:pt x="2505782" y="2078399"/>
                  </a:lnTo>
                  <a:lnTo>
                    <a:pt x="2505890" y="2078399"/>
                  </a:lnTo>
                  <a:lnTo>
                    <a:pt x="2505998" y="2078399"/>
                  </a:lnTo>
                  <a:lnTo>
                    <a:pt x="2506107" y="2078399"/>
                  </a:lnTo>
                  <a:lnTo>
                    <a:pt x="2506215" y="2078399"/>
                  </a:lnTo>
                  <a:lnTo>
                    <a:pt x="2506324" y="2078399"/>
                  </a:lnTo>
                  <a:lnTo>
                    <a:pt x="2506432" y="2078399"/>
                  </a:lnTo>
                  <a:lnTo>
                    <a:pt x="2506541" y="2078399"/>
                  </a:lnTo>
                  <a:lnTo>
                    <a:pt x="2506541" y="2077776"/>
                  </a:lnTo>
                  <a:lnTo>
                    <a:pt x="2506649" y="2077776"/>
                  </a:lnTo>
                  <a:lnTo>
                    <a:pt x="2506758" y="2077776"/>
                  </a:lnTo>
                  <a:lnTo>
                    <a:pt x="2506866" y="2077776"/>
                  </a:lnTo>
                  <a:lnTo>
                    <a:pt x="2506974" y="2077776"/>
                  </a:lnTo>
                  <a:lnTo>
                    <a:pt x="2507083" y="2077776"/>
                  </a:lnTo>
                  <a:lnTo>
                    <a:pt x="2507083" y="2077152"/>
                  </a:lnTo>
                  <a:lnTo>
                    <a:pt x="2507191" y="2077152"/>
                  </a:lnTo>
                  <a:lnTo>
                    <a:pt x="2507300" y="2077152"/>
                  </a:lnTo>
                  <a:lnTo>
                    <a:pt x="2507408" y="2077152"/>
                  </a:lnTo>
                  <a:lnTo>
                    <a:pt x="2507408" y="2076529"/>
                  </a:lnTo>
                  <a:lnTo>
                    <a:pt x="2507408" y="2075905"/>
                  </a:lnTo>
                  <a:lnTo>
                    <a:pt x="2507517" y="2075905"/>
                  </a:lnTo>
                  <a:lnTo>
                    <a:pt x="2507517" y="2075281"/>
                  </a:lnTo>
                  <a:lnTo>
                    <a:pt x="2507625" y="2075281"/>
                  </a:lnTo>
                  <a:lnTo>
                    <a:pt x="2507734" y="2075281"/>
                  </a:lnTo>
                  <a:lnTo>
                    <a:pt x="2507734" y="2074658"/>
                  </a:lnTo>
                  <a:lnTo>
                    <a:pt x="2507734" y="2074034"/>
                  </a:lnTo>
                  <a:lnTo>
                    <a:pt x="2507734" y="2073411"/>
                  </a:lnTo>
                  <a:lnTo>
                    <a:pt x="2507842" y="2073411"/>
                  </a:lnTo>
                  <a:lnTo>
                    <a:pt x="2507950" y="2073411"/>
                  </a:lnTo>
                  <a:lnTo>
                    <a:pt x="2508059" y="2073411"/>
                  </a:lnTo>
                  <a:lnTo>
                    <a:pt x="2508167" y="2073411"/>
                  </a:lnTo>
                  <a:lnTo>
                    <a:pt x="2508276" y="2073411"/>
                  </a:lnTo>
                  <a:lnTo>
                    <a:pt x="2508384" y="2073411"/>
                  </a:lnTo>
                  <a:lnTo>
                    <a:pt x="2508493" y="2073411"/>
                  </a:lnTo>
                  <a:lnTo>
                    <a:pt x="2508601" y="2073411"/>
                  </a:lnTo>
                  <a:lnTo>
                    <a:pt x="2508710" y="2073411"/>
                  </a:lnTo>
                  <a:lnTo>
                    <a:pt x="2508818" y="2073411"/>
                  </a:lnTo>
                  <a:lnTo>
                    <a:pt x="2508926" y="2073411"/>
                  </a:lnTo>
                  <a:lnTo>
                    <a:pt x="2509035" y="2073411"/>
                  </a:lnTo>
                  <a:lnTo>
                    <a:pt x="2509143" y="2073411"/>
                  </a:lnTo>
                  <a:lnTo>
                    <a:pt x="2509252" y="2073411"/>
                  </a:lnTo>
                  <a:lnTo>
                    <a:pt x="2509360" y="2073411"/>
                  </a:lnTo>
                  <a:lnTo>
                    <a:pt x="2509469" y="2073411"/>
                  </a:lnTo>
                  <a:lnTo>
                    <a:pt x="2509577" y="2073411"/>
                  </a:lnTo>
                  <a:lnTo>
                    <a:pt x="2509686" y="2073411"/>
                  </a:lnTo>
                  <a:lnTo>
                    <a:pt x="2509794" y="2073411"/>
                  </a:lnTo>
                  <a:lnTo>
                    <a:pt x="2509903" y="2073411"/>
                  </a:lnTo>
                  <a:lnTo>
                    <a:pt x="2510011" y="2073411"/>
                  </a:lnTo>
                  <a:lnTo>
                    <a:pt x="2510119" y="2073411"/>
                  </a:lnTo>
                  <a:lnTo>
                    <a:pt x="2510228" y="2073411"/>
                  </a:lnTo>
                  <a:lnTo>
                    <a:pt x="2510336" y="2073411"/>
                  </a:lnTo>
                  <a:lnTo>
                    <a:pt x="2510445" y="2073411"/>
                  </a:lnTo>
                  <a:lnTo>
                    <a:pt x="2510553" y="2073411"/>
                  </a:lnTo>
                  <a:lnTo>
                    <a:pt x="2510662" y="2073411"/>
                  </a:lnTo>
                  <a:lnTo>
                    <a:pt x="2510662" y="2072787"/>
                  </a:lnTo>
                  <a:lnTo>
                    <a:pt x="2510770" y="2072787"/>
                  </a:lnTo>
                  <a:lnTo>
                    <a:pt x="2510770" y="2072164"/>
                  </a:lnTo>
                  <a:lnTo>
                    <a:pt x="2510879" y="2072164"/>
                  </a:lnTo>
                  <a:lnTo>
                    <a:pt x="2510987" y="2072164"/>
                  </a:lnTo>
                  <a:lnTo>
                    <a:pt x="2511095" y="2072164"/>
                  </a:lnTo>
                  <a:lnTo>
                    <a:pt x="2511204" y="2072164"/>
                  </a:lnTo>
                  <a:lnTo>
                    <a:pt x="2511312" y="2072164"/>
                  </a:lnTo>
                  <a:lnTo>
                    <a:pt x="2511421" y="2072164"/>
                  </a:lnTo>
                  <a:lnTo>
                    <a:pt x="2511529" y="2072164"/>
                  </a:lnTo>
                  <a:lnTo>
                    <a:pt x="2511529" y="2071540"/>
                  </a:lnTo>
                  <a:lnTo>
                    <a:pt x="2511638" y="2071540"/>
                  </a:lnTo>
                  <a:lnTo>
                    <a:pt x="2511746" y="2071540"/>
                  </a:lnTo>
                  <a:lnTo>
                    <a:pt x="2511855" y="2071540"/>
                  </a:lnTo>
                  <a:lnTo>
                    <a:pt x="2511963" y="2071540"/>
                  </a:lnTo>
                  <a:lnTo>
                    <a:pt x="2512071" y="2071540"/>
                  </a:lnTo>
                  <a:lnTo>
                    <a:pt x="2512180" y="2071540"/>
                  </a:lnTo>
                  <a:lnTo>
                    <a:pt x="2512288" y="2071540"/>
                  </a:lnTo>
                  <a:lnTo>
                    <a:pt x="2512397" y="2071540"/>
                  </a:lnTo>
                  <a:lnTo>
                    <a:pt x="2512505" y="2071540"/>
                  </a:lnTo>
                  <a:lnTo>
                    <a:pt x="2512505" y="2070916"/>
                  </a:lnTo>
                  <a:lnTo>
                    <a:pt x="2512614" y="2070916"/>
                  </a:lnTo>
                  <a:lnTo>
                    <a:pt x="2512722" y="2070916"/>
                  </a:lnTo>
                  <a:lnTo>
                    <a:pt x="2512831" y="2070916"/>
                  </a:lnTo>
                  <a:lnTo>
                    <a:pt x="2512939" y="2070916"/>
                  </a:lnTo>
                  <a:lnTo>
                    <a:pt x="2513047" y="2070916"/>
                  </a:lnTo>
                  <a:lnTo>
                    <a:pt x="2513156" y="2070916"/>
                  </a:lnTo>
                  <a:lnTo>
                    <a:pt x="2513264" y="2070916"/>
                  </a:lnTo>
                  <a:lnTo>
                    <a:pt x="2513373" y="2070916"/>
                  </a:lnTo>
                  <a:lnTo>
                    <a:pt x="2513481" y="2070916"/>
                  </a:lnTo>
                  <a:lnTo>
                    <a:pt x="2513481" y="2070293"/>
                  </a:lnTo>
                  <a:lnTo>
                    <a:pt x="2513590" y="2070293"/>
                  </a:lnTo>
                  <a:lnTo>
                    <a:pt x="2513698" y="2070293"/>
                  </a:lnTo>
                  <a:lnTo>
                    <a:pt x="2513807" y="2070293"/>
                  </a:lnTo>
                  <a:lnTo>
                    <a:pt x="2513915" y="2070293"/>
                  </a:lnTo>
                  <a:lnTo>
                    <a:pt x="2514024" y="2070293"/>
                  </a:lnTo>
                  <a:lnTo>
                    <a:pt x="2514132" y="2070293"/>
                  </a:lnTo>
                  <a:lnTo>
                    <a:pt x="2514132" y="2069669"/>
                  </a:lnTo>
                  <a:lnTo>
                    <a:pt x="2514240" y="2069669"/>
                  </a:lnTo>
                  <a:lnTo>
                    <a:pt x="2514349" y="2069669"/>
                  </a:lnTo>
                  <a:lnTo>
                    <a:pt x="2514457" y="2069669"/>
                  </a:lnTo>
                  <a:lnTo>
                    <a:pt x="2514566" y="2069669"/>
                  </a:lnTo>
                  <a:lnTo>
                    <a:pt x="2514566" y="2069046"/>
                  </a:lnTo>
                  <a:lnTo>
                    <a:pt x="2514674" y="2069046"/>
                  </a:lnTo>
                  <a:lnTo>
                    <a:pt x="2514783" y="2069046"/>
                  </a:lnTo>
                  <a:lnTo>
                    <a:pt x="2514783" y="2068422"/>
                  </a:lnTo>
                  <a:lnTo>
                    <a:pt x="2514891" y="2068422"/>
                  </a:lnTo>
                  <a:lnTo>
                    <a:pt x="2514891" y="2067798"/>
                  </a:lnTo>
                  <a:lnTo>
                    <a:pt x="2515000" y="2067798"/>
                  </a:lnTo>
                  <a:lnTo>
                    <a:pt x="2515108" y="2067798"/>
                  </a:lnTo>
                  <a:lnTo>
                    <a:pt x="2515216" y="2067798"/>
                  </a:lnTo>
                  <a:lnTo>
                    <a:pt x="2515325" y="2067798"/>
                  </a:lnTo>
                  <a:lnTo>
                    <a:pt x="2515433" y="2067798"/>
                  </a:lnTo>
                  <a:lnTo>
                    <a:pt x="2515542" y="2067798"/>
                  </a:lnTo>
                  <a:lnTo>
                    <a:pt x="2515650" y="2067798"/>
                  </a:lnTo>
                  <a:lnTo>
                    <a:pt x="2515759" y="2067798"/>
                  </a:lnTo>
                  <a:lnTo>
                    <a:pt x="2515867" y="2067798"/>
                  </a:lnTo>
                  <a:lnTo>
                    <a:pt x="2515976" y="2067798"/>
                  </a:lnTo>
                  <a:lnTo>
                    <a:pt x="2516084" y="2067798"/>
                  </a:lnTo>
                  <a:lnTo>
                    <a:pt x="2516192" y="2067798"/>
                  </a:lnTo>
                  <a:lnTo>
                    <a:pt x="2516301" y="2067798"/>
                  </a:lnTo>
                  <a:lnTo>
                    <a:pt x="2516409" y="2067798"/>
                  </a:lnTo>
                  <a:lnTo>
                    <a:pt x="2516518" y="2067798"/>
                  </a:lnTo>
                  <a:lnTo>
                    <a:pt x="2516626" y="2067798"/>
                  </a:lnTo>
                  <a:lnTo>
                    <a:pt x="2516735" y="2067798"/>
                  </a:lnTo>
                  <a:lnTo>
                    <a:pt x="2516843" y="2067798"/>
                  </a:lnTo>
                  <a:lnTo>
                    <a:pt x="2516952" y="2067798"/>
                  </a:lnTo>
                  <a:lnTo>
                    <a:pt x="2516952" y="2067175"/>
                  </a:lnTo>
                  <a:lnTo>
                    <a:pt x="2517060" y="2067175"/>
                  </a:lnTo>
                  <a:lnTo>
                    <a:pt x="2517168" y="2067175"/>
                  </a:lnTo>
                  <a:lnTo>
                    <a:pt x="2517277" y="2067175"/>
                  </a:lnTo>
                  <a:lnTo>
                    <a:pt x="2517277" y="2066551"/>
                  </a:lnTo>
                  <a:lnTo>
                    <a:pt x="2517385" y="2066551"/>
                  </a:lnTo>
                  <a:lnTo>
                    <a:pt x="2517494" y="2066551"/>
                  </a:lnTo>
                  <a:lnTo>
                    <a:pt x="2517602" y="2066551"/>
                  </a:lnTo>
                  <a:lnTo>
                    <a:pt x="2517711" y="2066551"/>
                  </a:lnTo>
                  <a:lnTo>
                    <a:pt x="2517711" y="2065928"/>
                  </a:lnTo>
                  <a:lnTo>
                    <a:pt x="2517819" y="2065928"/>
                  </a:lnTo>
                  <a:lnTo>
                    <a:pt x="2517819" y="2065304"/>
                  </a:lnTo>
                  <a:lnTo>
                    <a:pt x="2517928" y="2065304"/>
                  </a:lnTo>
                  <a:lnTo>
                    <a:pt x="2518036" y="2065304"/>
                  </a:lnTo>
                  <a:lnTo>
                    <a:pt x="2518145" y="2065304"/>
                  </a:lnTo>
                  <a:lnTo>
                    <a:pt x="2518253" y="2065304"/>
                  </a:lnTo>
                  <a:lnTo>
                    <a:pt x="2518361" y="2065304"/>
                  </a:lnTo>
                  <a:lnTo>
                    <a:pt x="2518470" y="2065304"/>
                  </a:lnTo>
                  <a:lnTo>
                    <a:pt x="2518578" y="2065304"/>
                  </a:lnTo>
                  <a:lnTo>
                    <a:pt x="2518578" y="2064681"/>
                  </a:lnTo>
                  <a:lnTo>
                    <a:pt x="2518687" y="2064681"/>
                  </a:lnTo>
                  <a:lnTo>
                    <a:pt x="2518795" y="2064681"/>
                  </a:lnTo>
                  <a:lnTo>
                    <a:pt x="2518904" y="2064681"/>
                  </a:lnTo>
                  <a:lnTo>
                    <a:pt x="2519012" y="2064681"/>
                  </a:lnTo>
                  <a:lnTo>
                    <a:pt x="2519012" y="2064057"/>
                  </a:lnTo>
                  <a:lnTo>
                    <a:pt x="2519121" y="2064057"/>
                  </a:lnTo>
                  <a:lnTo>
                    <a:pt x="2519229" y="2064057"/>
                  </a:lnTo>
                  <a:lnTo>
                    <a:pt x="2519337" y="2064057"/>
                  </a:lnTo>
                  <a:lnTo>
                    <a:pt x="2519446" y="2064057"/>
                  </a:lnTo>
                  <a:lnTo>
                    <a:pt x="2519554" y="2064057"/>
                  </a:lnTo>
                  <a:lnTo>
                    <a:pt x="2519663" y="2064057"/>
                  </a:lnTo>
                  <a:lnTo>
                    <a:pt x="2519771" y="2064057"/>
                  </a:lnTo>
                  <a:lnTo>
                    <a:pt x="2519880" y="2064057"/>
                  </a:lnTo>
                  <a:lnTo>
                    <a:pt x="2519988" y="2064057"/>
                  </a:lnTo>
                  <a:lnTo>
                    <a:pt x="2520097" y="2064057"/>
                  </a:lnTo>
                  <a:lnTo>
                    <a:pt x="2520097" y="2063433"/>
                  </a:lnTo>
                  <a:lnTo>
                    <a:pt x="2520205" y="2063433"/>
                  </a:lnTo>
                  <a:lnTo>
                    <a:pt x="2520313" y="2063433"/>
                  </a:lnTo>
                  <a:lnTo>
                    <a:pt x="2520422" y="2063433"/>
                  </a:lnTo>
                  <a:lnTo>
                    <a:pt x="2520422" y="2062810"/>
                  </a:lnTo>
                  <a:lnTo>
                    <a:pt x="2520530" y="2062810"/>
                  </a:lnTo>
                  <a:lnTo>
                    <a:pt x="2520639" y="2062810"/>
                  </a:lnTo>
                  <a:lnTo>
                    <a:pt x="2520747" y="2062810"/>
                  </a:lnTo>
                  <a:lnTo>
                    <a:pt x="2520856" y="2062810"/>
                  </a:lnTo>
                  <a:lnTo>
                    <a:pt x="2520964" y="2062810"/>
                  </a:lnTo>
                  <a:lnTo>
                    <a:pt x="2521073" y="2062810"/>
                  </a:lnTo>
                  <a:lnTo>
                    <a:pt x="2521181" y="2062810"/>
                  </a:lnTo>
                  <a:lnTo>
                    <a:pt x="2521289" y="2062810"/>
                  </a:lnTo>
                  <a:lnTo>
                    <a:pt x="2521398" y="2062810"/>
                  </a:lnTo>
                  <a:lnTo>
                    <a:pt x="2521506" y="2062810"/>
                  </a:lnTo>
                  <a:lnTo>
                    <a:pt x="2521615" y="2062810"/>
                  </a:lnTo>
                  <a:lnTo>
                    <a:pt x="2521723" y="2062810"/>
                  </a:lnTo>
                  <a:lnTo>
                    <a:pt x="2521832" y="2062810"/>
                  </a:lnTo>
                  <a:lnTo>
                    <a:pt x="2521940" y="2062810"/>
                  </a:lnTo>
                  <a:lnTo>
                    <a:pt x="2522049" y="2062810"/>
                  </a:lnTo>
                  <a:lnTo>
                    <a:pt x="2522157" y="2062810"/>
                  </a:lnTo>
                  <a:lnTo>
                    <a:pt x="2522266" y="2062810"/>
                  </a:lnTo>
                  <a:lnTo>
                    <a:pt x="2522374" y="2062810"/>
                  </a:lnTo>
                  <a:lnTo>
                    <a:pt x="2522482" y="2062810"/>
                  </a:lnTo>
                  <a:lnTo>
                    <a:pt x="2522482" y="2062186"/>
                  </a:lnTo>
                  <a:lnTo>
                    <a:pt x="2522591" y="2062186"/>
                  </a:lnTo>
                  <a:lnTo>
                    <a:pt x="2522699" y="2062186"/>
                  </a:lnTo>
                  <a:lnTo>
                    <a:pt x="2522808" y="2062186"/>
                  </a:lnTo>
                  <a:lnTo>
                    <a:pt x="2522916" y="2062186"/>
                  </a:lnTo>
                  <a:lnTo>
                    <a:pt x="2523025" y="2062186"/>
                  </a:lnTo>
                  <a:lnTo>
                    <a:pt x="2523133" y="2062186"/>
                  </a:lnTo>
                  <a:lnTo>
                    <a:pt x="2523242" y="2062186"/>
                  </a:lnTo>
                  <a:lnTo>
                    <a:pt x="2523350" y="2062186"/>
                  </a:lnTo>
                  <a:lnTo>
                    <a:pt x="2523350" y="2061563"/>
                  </a:lnTo>
                  <a:lnTo>
                    <a:pt x="2523458" y="2061563"/>
                  </a:lnTo>
                  <a:lnTo>
                    <a:pt x="2523458" y="2060939"/>
                  </a:lnTo>
                  <a:lnTo>
                    <a:pt x="2523567" y="2060939"/>
                  </a:lnTo>
                  <a:lnTo>
                    <a:pt x="2523675" y="2060939"/>
                  </a:lnTo>
                  <a:lnTo>
                    <a:pt x="2523784" y="2060939"/>
                  </a:lnTo>
                  <a:lnTo>
                    <a:pt x="2523892" y="2060939"/>
                  </a:lnTo>
                  <a:lnTo>
                    <a:pt x="2524001" y="2060939"/>
                  </a:lnTo>
                  <a:lnTo>
                    <a:pt x="2524001" y="2060315"/>
                  </a:lnTo>
                  <a:lnTo>
                    <a:pt x="2524109" y="2060315"/>
                  </a:lnTo>
                  <a:lnTo>
                    <a:pt x="2524109" y="2059692"/>
                  </a:lnTo>
                  <a:lnTo>
                    <a:pt x="2524218" y="2059692"/>
                  </a:lnTo>
                  <a:lnTo>
                    <a:pt x="2524326" y="2059692"/>
                  </a:lnTo>
                  <a:lnTo>
                    <a:pt x="2524434" y="2059692"/>
                  </a:lnTo>
                  <a:lnTo>
                    <a:pt x="2524434" y="2059068"/>
                  </a:lnTo>
                  <a:lnTo>
                    <a:pt x="2524543" y="2059068"/>
                  </a:lnTo>
                  <a:lnTo>
                    <a:pt x="2524651" y="2059068"/>
                  </a:lnTo>
                  <a:lnTo>
                    <a:pt x="2524760" y="2059068"/>
                  </a:lnTo>
                  <a:lnTo>
                    <a:pt x="2524868" y="2059068"/>
                  </a:lnTo>
                  <a:lnTo>
                    <a:pt x="2524977" y="2059068"/>
                  </a:lnTo>
                  <a:lnTo>
                    <a:pt x="2525085" y="2059068"/>
                  </a:lnTo>
                  <a:lnTo>
                    <a:pt x="2525194" y="2059068"/>
                  </a:lnTo>
                  <a:lnTo>
                    <a:pt x="2525302" y="2059068"/>
                  </a:lnTo>
                  <a:lnTo>
                    <a:pt x="2525410" y="2059068"/>
                  </a:lnTo>
                  <a:lnTo>
                    <a:pt x="2525519" y="2059068"/>
                  </a:lnTo>
                  <a:lnTo>
                    <a:pt x="2525627" y="2059068"/>
                  </a:lnTo>
                  <a:lnTo>
                    <a:pt x="2525736" y="2059068"/>
                  </a:lnTo>
                  <a:lnTo>
                    <a:pt x="2525844" y="2059068"/>
                  </a:lnTo>
                  <a:lnTo>
                    <a:pt x="2525953" y="2059068"/>
                  </a:lnTo>
                  <a:lnTo>
                    <a:pt x="2526061" y="2059068"/>
                  </a:lnTo>
                  <a:lnTo>
                    <a:pt x="2526170" y="2059068"/>
                  </a:lnTo>
                  <a:lnTo>
                    <a:pt x="2526278" y="2059068"/>
                  </a:lnTo>
                  <a:lnTo>
                    <a:pt x="2526386" y="2059068"/>
                  </a:lnTo>
                  <a:lnTo>
                    <a:pt x="2526495" y="2059068"/>
                  </a:lnTo>
                  <a:lnTo>
                    <a:pt x="2526603" y="2059068"/>
                  </a:lnTo>
                  <a:lnTo>
                    <a:pt x="2526712" y="2059068"/>
                  </a:lnTo>
                  <a:lnTo>
                    <a:pt x="2526820" y="2059068"/>
                  </a:lnTo>
                  <a:lnTo>
                    <a:pt x="2526929" y="2059068"/>
                  </a:lnTo>
                  <a:lnTo>
                    <a:pt x="2527037" y="2059068"/>
                  </a:lnTo>
                  <a:lnTo>
                    <a:pt x="2527146" y="2059068"/>
                  </a:lnTo>
                  <a:lnTo>
                    <a:pt x="2527254" y="2059068"/>
                  </a:lnTo>
                  <a:lnTo>
                    <a:pt x="2527363" y="2059068"/>
                  </a:lnTo>
                  <a:lnTo>
                    <a:pt x="2527471" y="2059068"/>
                  </a:lnTo>
                  <a:lnTo>
                    <a:pt x="2527579" y="2059068"/>
                  </a:lnTo>
                  <a:lnTo>
                    <a:pt x="2527688" y="2059068"/>
                  </a:lnTo>
                  <a:lnTo>
                    <a:pt x="2527796" y="2059068"/>
                  </a:lnTo>
                  <a:lnTo>
                    <a:pt x="2527796" y="2058445"/>
                  </a:lnTo>
                  <a:lnTo>
                    <a:pt x="2527905" y="2058445"/>
                  </a:lnTo>
                  <a:lnTo>
                    <a:pt x="2528013" y="2058445"/>
                  </a:lnTo>
                  <a:lnTo>
                    <a:pt x="2528122" y="2058445"/>
                  </a:lnTo>
                  <a:lnTo>
                    <a:pt x="2528230" y="2058445"/>
                  </a:lnTo>
                  <a:lnTo>
                    <a:pt x="2528230" y="2057821"/>
                  </a:lnTo>
                  <a:lnTo>
                    <a:pt x="2528339" y="2057821"/>
                  </a:lnTo>
                  <a:lnTo>
                    <a:pt x="2528447" y="2057821"/>
                  </a:lnTo>
                  <a:lnTo>
                    <a:pt x="2528447" y="2057198"/>
                  </a:lnTo>
                  <a:lnTo>
                    <a:pt x="2528555" y="2057198"/>
                  </a:lnTo>
                  <a:lnTo>
                    <a:pt x="2528664" y="2057198"/>
                  </a:lnTo>
                  <a:lnTo>
                    <a:pt x="2528664" y="2056574"/>
                  </a:lnTo>
                  <a:lnTo>
                    <a:pt x="2528664" y="2055950"/>
                  </a:lnTo>
                  <a:lnTo>
                    <a:pt x="2528664" y="2055327"/>
                  </a:lnTo>
                  <a:lnTo>
                    <a:pt x="2528772" y="2055327"/>
                  </a:lnTo>
                  <a:lnTo>
                    <a:pt x="2528772" y="2054703"/>
                  </a:lnTo>
                  <a:lnTo>
                    <a:pt x="2528881" y="2054703"/>
                  </a:lnTo>
                  <a:lnTo>
                    <a:pt x="2528989" y="2054703"/>
                  </a:lnTo>
                  <a:lnTo>
                    <a:pt x="2529098" y="2054703"/>
                  </a:lnTo>
                  <a:lnTo>
                    <a:pt x="2529206" y="2054703"/>
                  </a:lnTo>
                  <a:lnTo>
                    <a:pt x="2529315" y="2054703"/>
                  </a:lnTo>
                  <a:lnTo>
                    <a:pt x="2529315" y="2054080"/>
                  </a:lnTo>
                  <a:lnTo>
                    <a:pt x="2529423" y="2054080"/>
                  </a:lnTo>
                  <a:lnTo>
                    <a:pt x="2529531" y="2054080"/>
                  </a:lnTo>
                  <a:lnTo>
                    <a:pt x="2529640" y="2054080"/>
                  </a:lnTo>
                  <a:lnTo>
                    <a:pt x="2529748" y="2054080"/>
                  </a:lnTo>
                  <a:lnTo>
                    <a:pt x="2529857" y="2054080"/>
                  </a:lnTo>
                  <a:lnTo>
                    <a:pt x="2529965" y="2054080"/>
                  </a:lnTo>
                  <a:lnTo>
                    <a:pt x="2530074" y="2054080"/>
                  </a:lnTo>
                  <a:lnTo>
                    <a:pt x="2530182" y="2054080"/>
                  </a:lnTo>
                  <a:lnTo>
                    <a:pt x="2530291" y="2054080"/>
                  </a:lnTo>
                  <a:lnTo>
                    <a:pt x="2530399" y="2054080"/>
                  </a:lnTo>
                  <a:lnTo>
                    <a:pt x="2530507" y="2054080"/>
                  </a:lnTo>
                  <a:lnTo>
                    <a:pt x="2530616" y="2054080"/>
                  </a:lnTo>
                  <a:lnTo>
                    <a:pt x="2530724" y="2054080"/>
                  </a:lnTo>
                  <a:lnTo>
                    <a:pt x="2530833" y="2054080"/>
                  </a:lnTo>
                  <a:lnTo>
                    <a:pt x="2530941" y="2054080"/>
                  </a:lnTo>
                  <a:lnTo>
                    <a:pt x="2530941" y="2053456"/>
                  </a:lnTo>
                  <a:lnTo>
                    <a:pt x="2531050" y="2053456"/>
                  </a:lnTo>
                  <a:lnTo>
                    <a:pt x="2531158" y="2053456"/>
                  </a:lnTo>
                  <a:lnTo>
                    <a:pt x="2531267" y="2053456"/>
                  </a:lnTo>
                  <a:lnTo>
                    <a:pt x="2531375" y="2053456"/>
                  </a:lnTo>
                  <a:lnTo>
                    <a:pt x="2531484" y="2053456"/>
                  </a:lnTo>
                  <a:lnTo>
                    <a:pt x="2531592" y="2053456"/>
                  </a:lnTo>
                  <a:lnTo>
                    <a:pt x="2531700" y="2053456"/>
                  </a:lnTo>
                  <a:lnTo>
                    <a:pt x="2531809" y="2053456"/>
                  </a:lnTo>
                  <a:lnTo>
                    <a:pt x="2531917" y="2053456"/>
                  </a:lnTo>
                  <a:lnTo>
                    <a:pt x="2532026" y="2053456"/>
                  </a:lnTo>
                  <a:lnTo>
                    <a:pt x="2532134" y="2053456"/>
                  </a:lnTo>
                  <a:lnTo>
                    <a:pt x="2532243" y="2053456"/>
                  </a:lnTo>
                  <a:lnTo>
                    <a:pt x="2532351" y="2053456"/>
                  </a:lnTo>
                  <a:lnTo>
                    <a:pt x="2532460" y="2053456"/>
                  </a:lnTo>
                  <a:lnTo>
                    <a:pt x="2532568" y="2053456"/>
                  </a:lnTo>
                  <a:lnTo>
                    <a:pt x="2532568" y="2052832"/>
                  </a:lnTo>
                  <a:lnTo>
                    <a:pt x="2532676" y="2052832"/>
                  </a:lnTo>
                  <a:lnTo>
                    <a:pt x="2532785" y="2052832"/>
                  </a:lnTo>
                  <a:lnTo>
                    <a:pt x="2532893" y="2052832"/>
                  </a:lnTo>
                  <a:lnTo>
                    <a:pt x="2533002" y="2052832"/>
                  </a:lnTo>
                  <a:lnTo>
                    <a:pt x="2533110" y="2052832"/>
                  </a:lnTo>
                  <a:lnTo>
                    <a:pt x="2533219" y="2052832"/>
                  </a:lnTo>
                  <a:lnTo>
                    <a:pt x="2533327" y="2052832"/>
                  </a:lnTo>
                  <a:lnTo>
                    <a:pt x="2533436" y="2052832"/>
                  </a:lnTo>
                  <a:lnTo>
                    <a:pt x="2533544" y="2052832"/>
                  </a:lnTo>
                  <a:lnTo>
                    <a:pt x="2533652" y="2052832"/>
                  </a:lnTo>
                  <a:lnTo>
                    <a:pt x="2533761" y="2052832"/>
                  </a:lnTo>
                  <a:lnTo>
                    <a:pt x="2533869" y="2052832"/>
                  </a:lnTo>
                  <a:lnTo>
                    <a:pt x="2533978" y="2052832"/>
                  </a:lnTo>
                  <a:lnTo>
                    <a:pt x="2534086" y="2052832"/>
                  </a:lnTo>
                  <a:lnTo>
                    <a:pt x="2534195" y="2052832"/>
                  </a:lnTo>
                  <a:lnTo>
                    <a:pt x="2534195" y="2052209"/>
                  </a:lnTo>
                  <a:lnTo>
                    <a:pt x="2534303" y="2052209"/>
                  </a:lnTo>
                  <a:lnTo>
                    <a:pt x="2534412" y="2052209"/>
                  </a:lnTo>
                  <a:lnTo>
                    <a:pt x="2534520" y="2052209"/>
                  </a:lnTo>
                  <a:lnTo>
                    <a:pt x="2534628" y="2052209"/>
                  </a:lnTo>
                  <a:lnTo>
                    <a:pt x="2534737" y="2052209"/>
                  </a:lnTo>
                  <a:lnTo>
                    <a:pt x="2534845" y="2052209"/>
                  </a:lnTo>
                  <a:lnTo>
                    <a:pt x="2534954" y="2052209"/>
                  </a:lnTo>
                  <a:lnTo>
                    <a:pt x="2534954" y="2051585"/>
                  </a:lnTo>
                  <a:lnTo>
                    <a:pt x="2535062" y="2051585"/>
                  </a:lnTo>
                  <a:lnTo>
                    <a:pt x="2535171" y="2051585"/>
                  </a:lnTo>
                  <a:lnTo>
                    <a:pt x="2535171" y="2050962"/>
                  </a:lnTo>
                  <a:lnTo>
                    <a:pt x="2535279" y="2050962"/>
                  </a:lnTo>
                  <a:lnTo>
                    <a:pt x="2535279" y="2050338"/>
                  </a:lnTo>
                  <a:lnTo>
                    <a:pt x="2535388" y="2050338"/>
                  </a:lnTo>
                  <a:lnTo>
                    <a:pt x="2535496" y="2050338"/>
                  </a:lnTo>
                  <a:lnTo>
                    <a:pt x="2535605" y="2050338"/>
                  </a:lnTo>
                  <a:lnTo>
                    <a:pt x="2535713" y="2050338"/>
                  </a:lnTo>
                  <a:lnTo>
                    <a:pt x="2535821" y="2050338"/>
                  </a:lnTo>
                  <a:lnTo>
                    <a:pt x="2535930" y="2050338"/>
                  </a:lnTo>
                  <a:lnTo>
                    <a:pt x="2535930" y="2049715"/>
                  </a:lnTo>
                  <a:lnTo>
                    <a:pt x="2536038" y="2049715"/>
                  </a:lnTo>
                  <a:lnTo>
                    <a:pt x="2536147" y="2049715"/>
                  </a:lnTo>
                  <a:lnTo>
                    <a:pt x="2536255" y="2049715"/>
                  </a:lnTo>
                  <a:lnTo>
                    <a:pt x="2536255" y="2049091"/>
                  </a:lnTo>
                  <a:lnTo>
                    <a:pt x="2536364" y="2049091"/>
                  </a:lnTo>
                  <a:lnTo>
                    <a:pt x="2536472" y="2049091"/>
                  </a:lnTo>
                  <a:lnTo>
                    <a:pt x="2536581" y="2049091"/>
                  </a:lnTo>
                  <a:lnTo>
                    <a:pt x="2536689" y="2049091"/>
                  </a:lnTo>
                  <a:lnTo>
                    <a:pt x="2536797" y="2049091"/>
                  </a:lnTo>
                  <a:lnTo>
                    <a:pt x="2536906" y="2049091"/>
                  </a:lnTo>
                  <a:lnTo>
                    <a:pt x="2537014" y="2049091"/>
                  </a:lnTo>
                  <a:lnTo>
                    <a:pt x="2537123" y="2049091"/>
                  </a:lnTo>
                  <a:lnTo>
                    <a:pt x="2537231" y="2049091"/>
                  </a:lnTo>
                  <a:lnTo>
                    <a:pt x="2537231" y="2048467"/>
                  </a:lnTo>
                  <a:lnTo>
                    <a:pt x="2537340" y="2048467"/>
                  </a:lnTo>
                  <a:lnTo>
                    <a:pt x="2537448" y="2048467"/>
                  </a:lnTo>
                  <a:lnTo>
                    <a:pt x="2537557" y="2048467"/>
                  </a:lnTo>
                  <a:lnTo>
                    <a:pt x="2537665" y="2048467"/>
                  </a:lnTo>
                  <a:lnTo>
                    <a:pt x="2537665" y="2047844"/>
                  </a:lnTo>
                  <a:lnTo>
                    <a:pt x="2537773" y="2047844"/>
                  </a:lnTo>
                  <a:lnTo>
                    <a:pt x="2537882" y="2047844"/>
                  </a:lnTo>
                  <a:lnTo>
                    <a:pt x="2537990" y="2047844"/>
                  </a:lnTo>
                  <a:lnTo>
                    <a:pt x="2538099" y="2047844"/>
                  </a:lnTo>
                  <a:lnTo>
                    <a:pt x="2538099" y="2047220"/>
                  </a:lnTo>
                  <a:lnTo>
                    <a:pt x="2538207" y="2047220"/>
                  </a:lnTo>
                  <a:lnTo>
                    <a:pt x="2538207" y="2046597"/>
                  </a:lnTo>
                  <a:lnTo>
                    <a:pt x="2538207" y="2045973"/>
                  </a:lnTo>
                  <a:lnTo>
                    <a:pt x="2538316" y="2045973"/>
                  </a:lnTo>
                  <a:lnTo>
                    <a:pt x="2538424" y="2045973"/>
                  </a:lnTo>
                  <a:lnTo>
                    <a:pt x="2538424" y="2045350"/>
                  </a:lnTo>
                  <a:lnTo>
                    <a:pt x="2538533" y="2045350"/>
                  </a:lnTo>
                  <a:lnTo>
                    <a:pt x="2538641" y="2045350"/>
                  </a:lnTo>
                  <a:lnTo>
                    <a:pt x="2538749" y="2045350"/>
                  </a:lnTo>
                  <a:lnTo>
                    <a:pt x="2538858" y="2045350"/>
                  </a:lnTo>
                  <a:lnTo>
                    <a:pt x="2538966" y="2045350"/>
                  </a:lnTo>
                  <a:lnTo>
                    <a:pt x="2539075" y="2045350"/>
                  </a:lnTo>
                  <a:lnTo>
                    <a:pt x="2539183" y="2045350"/>
                  </a:lnTo>
                  <a:lnTo>
                    <a:pt x="2539292" y="2045350"/>
                  </a:lnTo>
                  <a:lnTo>
                    <a:pt x="2539400" y="2045350"/>
                  </a:lnTo>
                  <a:lnTo>
                    <a:pt x="2539509" y="2045350"/>
                  </a:lnTo>
                  <a:lnTo>
                    <a:pt x="2539617" y="2045350"/>
                  </a:lnTo>
                  <a:lnTo>
                    <a:pt x="2539726" y="2045350"/>
                  </a:lnTo>
                  <a:lnTo>
                    <a:pt x="2539834" y="2045350"/>
                  </a:lnTo>
                  <a:lnTo>
                    <a:pt x="2539942" y="2045350"/>
                  </a:lnTo>
                  <a:lnTo>
                    <a:pt x="2540051" y="2045350"/>
                  </a:lnTo>
                  <a:lnTo>
                    <a:pt x="2540159" y="2045350"/>
                  </a:lnTo>
                  <a:lnTo>
                    <a:pt x="2540268" y="2045350"/>
                  </a:lnTo>
                  <a:lnTo>
                    <a:pt x="2540376" y="2045350"/>
                  </a:lnTo>
                  <a:lnTo>
                    <a:pt x="2540376" y="2044726"/>
                  </a:lnTo>
                  <a:lnTo>
                    <a:pt x="2540376" y="2044102"/>
                  </a:lnTo>
                  <a:lnTo>
                    <a:pt x="2540485" y="2044102"/>
                  </a:lnTo>
                  <a:lnTo>
                    <a:pt x="2540593" y="2044102"/>
                  </a:lnTo>
                  <a:lnTo>
                    <a:pt x="2540702" y="2044102"/>
                  </a:lnTo>
                  <a:lnTo>
                    <a:pt x="2540810" y="2044102"/>
                  </a:lnTo>
                  <a:lnTo>
                    <a:pt x="2540918" y="2044102"/>
                  </a:lnTo>
                  <a:lnTo>
                    <a:pt x="2540918" y="2043479"/>
                  </a:lnTo>
                  <a:lnTo>
                    <a:pt x="2541027" y="2043479"/>
                  </a:lnTo>
                  <a:lnTo>
                    <a:pt x="2541135" y="2043479"/>
                  </a:lnTo>
                  <a:lnTo>
                    <a:pt x="2541244" y="2043479"/>
                  </a:lnTo>
                  <a:lnTo>
                    <a:pt x="2541352" y="2043479"/>
                  </a:lnTo>
                  <a:lnTo>
                    <a:pt x="2541352" y="2042855"/>
                  </a:lnTo>
                  <a:lnTo>
                    <a:pt x="2541461" y="2042855"/>
                  </a:lnTo>
                  <a:lnTo>
                    <a:pt x="2541569" y="2042855"/>
                  </a:lnTo>
                  <a:lnTo>
                    <a:pt x="2541678" y="2042855"/>
                  </a:lnTo>
                  <a:lnTo>
                    <a:pt x="2541678" y="2042232"/>
                  </a:lnTo>
                  <a:lnTo>
                    <a:pt x="2541786" y="2042232"/>
                  </a:lnTo>
                  <a:lnTo>
                    <a:pt x="2541894" y="2042232"/>
                  </a:lnTo>
                  <a:lnTo>
                    <a:pt x="2542003" y="2042232"/>
                  </a:lnTo>
                  <a:lnTo>
                    <a:pt x="2542003" y="2041608"/>
                  </a:lnTo>
                  <a:lnTo>
                    <a:pt x="2542111" y="2041608"/>
                  </a:lnTo>
                  <a:lnTo>
                    <a:pt x="2542220" y="2041608"/>
                  </a:lnTo>
                  <a:lnTo>
                    <a:pt x="2542328" y="2041608"/>
                  </a:lnTo>
                  <a:lnTo>
                    <a:pt x="2542437" y="2041608"/>
                  </a:lnTo>
                  <a:lnTo>
                    <a:pt x="2542545" y="2041608"/>
                  </a:lnTo>
                  <a:lnTo>
                    <a:pt x="2542654" y="2041608"/>
                  </a:lnTo>
                  <a:lnTo>
                    <a:pt x="2542762" y="2041608"/>
                  </a:lnTo>
                  <a:lnTo>
                    <a:pt x="2542870" y="2041608"/>
                  </a:lnTo>
                  <a:lnTo>
                    <a:pt x="2542979" y="2041608"/>
                  </a:lnTo>
                  <a:lnTo>
                    <a:pt x="2543087" y="2041608"/>
                  </a:lnTo>
                  <a:lnTo>
                    <a:pt x="2543196" y="2041608"/>
                  </a:lnTo>
                  <a:lnTo>
                    <a:pt x="2543304" y="2041608"/>
                  </a:lnTo>
                  <a:lnTo>
                    <a:pt x="2543413" y="2041608"/>
                  </a:lnTo>
                  <a:lnTo>
                    <a:pt x="2543521" y="2041608"/>
                  </a:lnTo>
                  <a:lnTo>
                    <a:pt x="2543630" y="2041608"/>
                  </a:lnTo>
                  <a:lnTo>
                    <a:pt x="2543630" y="2040984"/>
                  </a:lnTo>
                  <a:lnTo>
                    <a:pt x="2543738" y="2040984"/>
                  </a:lnTo>
                  <a:lnTo>
                    <a:pt x="2543847" y="2040984"/>
                  </a:lnTo>
                  <a:lnTo>
                    <a:pt x="2543955" y="2040984"/>
                  </a:lnTo>
                  <a:lnTo>
                    <a:pt x="2544063" y="2040984"/>
                  </a:lnTo>
                  <a:lnTo>
                    <a:pt x="2544172" y="2040984"/>
                  </a:lnTo>
                  <a:lnTo>
                    <a:pt x="2544280" y="2040984"/>
                  </a:lnTo>
                  <a:lnTo>
                    <a:pt x="2544280" y="2040361"/>
                  </a:lnTo>
                  <a:lnTo>
                    <a:pt x="2544389" y="2040361"/>
                  </a:lnTo>
                  <a:lnTo>
                    <a:pt x="2544497" y="2040361"/>
                  </a:lnTo>
                  <a:lnTo>
                    <a:pt x="2544606" y="2040361"/>
                  </a:lnTo>
                  <a:lnTo>
                    <a:pt x="2544714" y="2040361"/>
                  </a:lnTo>
                  <a:lnTo>
                    <a:pt x="2544823" y="2040361"/>
                  </a:lnTo>
                  <a:lnTo>
                    <a:pt x="2544931" y="2040361"/>
                  </a:lnTo>
                  <a:lnTo>
                    <a:pt x="2545039" y="2040361"/>
                  </a:lnTo>
                  <a:lnTo>
                    <a:pt x="2545148" y="2040361"/>
                  </a:lnTo>
                  <a:lnTo>
                    <a:pt x="2545148" y="2039737"/>
                  </a:lnTo>
                  <a:lnTo>
                    <a:pt x="2545256" y="2039737"/>
                  </a:lnTo>
                  <a:lnTo>
                    <a:pt x="2545365" y="2039737"/>
                  </a:lnTo>
                  <a:lnTo>
                    <a:pt x="2545473" y="2039737"/>
                  </a:lnTo>
                  <a:lnTo>
                    <a:pt x="2545582" y="2039737"/>
                  </a:lnTo>
                  <a:lnTo>
                    <a:pt x="2545690" y="2039737"/>
                  </a:lnTo>
                  <a:lnTo>
                    <a:pt x="2545799" y="2039737"/>
                  </a:lnTo>
                  <a:lnTo>
                    <a:pt x="2545907" y="2039737"/>
                  </a:lnTo>
                  <a:lnTo>
                    <a:pt x="2546015" y="2039737"/>
                  </a:lnTo>
                  <a:lnTo>
                    <a:pt x="2546124" y="2039737"/>
                  </a:lnTo>
                  <a:lnTo>
                    <a:pt x="2546124" y="2039114"/>
                  </a:lnTo>
                  <a:lnTo>
                    <a:pt x="2546232" y="2039114"/>
                  </a:lnTo>
                  <a:lnTo>
                    <a:pt x="2546341" y="2039114"/>
                  </a:lnTo>
                  <a:lnTo>
                    <a:pt x="2546449" y="2039114"/>
                  </a:lnTo>
                  <a:lnTo>
                    <a:pt x="2546558" y="2039114"/>
                  </a:lnTo>
                  <a:lnTo>
                    <a:pt x="2546666" y="2039114"/>
                  </a:lnTo>
                  <a:lnTo>
                    <a:pt x="2546666" y="2038490"/>
                  </a:lnTo>
                  <a:lnTo>
                    <a:pt x="2546775" y="2038490"/>
                  </a:lnTo>
                  <a:lnTo>
                    <a:pt x="2546775" y="2037867"/>
                  </a:lnTo>
                  <a:lnTo>
                    <a:pt x="2546883" y="2037867"/>
                  </a:lnTo>
                  <a:lnTo>
                    <a:pt x="2546991" y="2037867"/>
                  </a:lnTo>
                  <a:lnTo>
                    <a:pt x="2547100" y="2037867"/>
                  </a:lnTo>
                  <a:lnTo>
                    <a:pt x="2547208" y="2037867"/>
                  </a:lnTo>
                  <a:lnTo>
                    <a:pt x="2547317" y="2037867"/>
                  </a:lnTo>
                  <a:lnTo>
                    <a:pt x="2547425" y="2037867"/>
                  </a:lnTo>
                  <a:lnTo>
                    <a:pt x="2547534" y="2037867"/>
                  </a:lnTo>
                  <a:lnTo>
                    <a:pt x="2547642" y="2037867"/>
                  </a:lnTo>
                  <a:lnTo>
                    <a:pt x="2547642" y="2037243"/>
                  </a:lnTo>
                  <a:lnTo>
                    <a:pt x="2547751" y="2037243"/>
                  </a:lnTo>
                  <a:lnTo>
                    <a:pt x="2547859" y="2037243"/>
                  </a:lnTo>
                  <a:lnTo>
                    <a:pt x="2547967" y="2037243"/>
                  </a:lnTo>
                  <a:lnTo>
                    <a:pt x="2548076" y="2037243"/>
                  </a:lnTo>
                  <a:lnTo>
                    <a:pt x="2548184" y="2037243"/>
                  </a:lnTo>
                  <a:lnTo>
                    <a:pt x="2548184" y="2036619"/>
                  </a:lnTo>
                  <a:lnTo>
                    <a:pt x="2548293" y="2036619"/>
                  </a:lnTo>
                  <a:lnTo>
                    <a:pt x="2548401" y="2036619"/>
                  </a:lnTo>
                  <a:lnTo>
                    <a:pt x="2548401" y="2035996"/>
                  </a:lnTo>
                  <a:lnTo>
                    <a:pt x="2548401" y="2035372"/>
                  </a:lnTo>
                  <a:lnTo>
                    <a:pt x="2548510" y="2035372"/>
                  </a:lnTo>
                  <a:lnTo>
                    <a:pt x="2548618" y="2035372"/>
                  </a:lnTo>
                  <a:lnTo>
                    <a:pt x="2548727" y="2035372"/>
                  </a:lnTo>
                  <a:lnTo>
                    <a:pt x="2548835" y="2035372"/>
                  </a:lnTo>
                  <a:lnTo>
                    <a:pt x="2548944" y="2035372"/>
                  </a:lnTo>
                  <a:lnTo>
                    <a:pt x="2549052" y="2035372"/>
                  </a:lnTo>
                  <a:lnTo>
                    <a:pt x="2549052" y="2034749"/>
                  </a:lnTo>
                  <a:lnTo>
                    <a:pt x="2549052" y="2034125"/>
                  </a:lnTo>
                  <a:lnTo>
                    <a:pt x="2549160" y="2034125"/>
                  </a:lnTo>
                  <a:lnTo>
                    <a:pt x="2549160" y="2033501"/>
                  </a:lnTo>
                  <a:lnTo>
                    <a:pt x="2549160" y="2032878"/>
                  </a:lnTo>
                  <a:lnTo>
                    <a:pt x="2549160" y="2032254"/>
                  </a:lnTo>
                  <a:lnTo>
                    <a:pt x="2549269" y="2032254"/>
                  </a:lnTo>
                  <a:lnTo>
                    <a:pt x="2549377" y="2032254"/>
                  </a:lnTo>
                  <a:lnTo>
                    <a:pt x="2549486" y="2032254"/>
                  </a:lnTo>
                  <a:lnTo>
                    <a:pt x="2549594" y="2032254"/>
                  </a:lnTo>
                  <a:lnTo>
                    <a:pt x="2549703" y="2032254"/>
                  </a:lnTo>
                  <a:lnTo>
                    <a:pt x="2549811" y="2032254"/>
                  </a:lnTo>
                  <a:lnTo>
                    <a:pt x="2549920" y="2032254"/>
                  </a:lnTo>
                  <a:lnTo>
                    <a:pt x="2550028" y="2032254"/>
                  </a:lnTo>
                  <a:lnTo>
                    <a:pt x="2550136" y="2032254"/>
                  </a:lnTo>
                  <a:lnTo>
                    <a:pt x="2550245" y="2032254"/>
                  </a:lnTo>
                  <a:lnTo>
                    <a:pt x="2550353" y="2032254"/>
                  </a:lnTo>
                  <a:lnTo>
                    <a:pt x="2550462" y="2032254"/>
                  </a:lnTo>
                  <a:lnTo>
                    <a:pt x="2550570" y="2032254"/>
                  </a:lnTo>
                  <a:lnTo>
                    <a:pt x="2550679" y="2032254"/>
                  </a:lnTo>
                  <a:lnTo>
                    <a:pt x="2550787" y="2032254"/>
                  </a:lnTo>
                  <a:lnTo>
                    <a:pt x="2550787" y="2031631"/>
                  </a:lnTo>
                  <a:lnTo>
                    <a:pt x="2550896" y="2031631"/>
                  </a:lnTo>
                  <a:lnTo>
                    <a:pt x="2551004" y="2031631"/>
                  </a:lnTo>
                  <a:lnTo>
                    <a:pt x="2551112" y="2031631"/>
                  </a:lnTo>
                  <a:lnTo>
                    <a:pt x="2551221" y="2031631"/>
                  </a:lnTo>
                  <a:lnTo>
                    <a:pt x="2551329" y="2031631"/>
                  </a:lnTo>
                  <a:lnTo>
                    <a:pt x="2551329" y="2031007"/>
                  </a:lnTo>
                  <a:lnTo>
                    <a:pt x="2551438" y="2031007"/>
                  </a:lnTo>
                  <a:lnTo>
                    <a:pt x="2551546" y="2031007"/>
                  </a:lnTo>
                  <a:lnTo>
                    <a:pt x="2551655" y="2031007"/>
                  </a:lnTo>
                  <a:lnTo>
                    <a:pt x="2551763" y="2031007"/>
                  </a:lnTo>
                  <a:lnTo>
                    <a:pt x="2551872" y="2031007"/>
                  </a:lnTo>
                  <a:lnTo>
                    <a:pt x="2551980" y="2031007"/>
                  </a:lnTo>
                  <a:lnTo>
                    <a:pt x="2552088" y="2031007"/>
                  </a:lnTo>
                  <a:lnTo>
                    <a:pt x="2552197" y="2031007"/>
                  </a:lnTo>
                  <a:lnTo>
                    <a:pt x="2552305" y="2031007"/>
                  </a:lnTo>
                  <a:lnTo>
                    <a:pt x="2552414" y="2031007"/>
                  </a:lnTo>
                  <a:lnTo>
                    <a:pt x="2552522" y="2031007"/>
                  </a:lnTo>
                  <a:lnTo>
                    <a:pt x="2552631" y="2031007"/>
                  </a:lnTo>
                  <a:lnTo>
                    <a:pt x="2552739" y="2031007"/>
                  </a:lnTo>
                  <a:lnTo>
                    <a:pt x="2552848" y="2031007"/>
                  </a:lnTo>
                  <a:lnTo>
                    <a:pt x="2552956" y="2031007"/>
                  </a:lnTo>
                  <a:lnTo>
                    <a:pt x="2553065" y="2031007"/>
                  </a:lnTo>
                  <a:lnTo>
                    <a:pt x="2553173" y="2031007"/>
                  </a:lnTo>
                  <a:lnTo>
                    <a:pt x="2553173" y="2030384"/>
                  </a:lnTo>
                  <a:lnTo>
                    <a:pt x="2553281" y="2030384"/>
                  </a:lnTo>
                  <a:lnTo>
                    <a:pt x="2553390" y="2030384"/>
                  </a:lnTo>
                  <a:lnTo>
                    <a:pt x="2553390" y="2029760"/>
                  </a:lnTo>
                  <a:lnTo>
                    <a:pt x="2553498" y="2029760"/>
                  </a:lnTo>
                  <a:lnTo>
                    <a:pt x="2553607" y="2029760"/>
                  </a:lnTo>
                  <a:lnTo>
                    <a:pt x="2553715" y="2029760"/>
                  </a:lnTo>
                  <a:lnTo>
                    <a:pt x="2553824" y="2029760"/>
                  </a:lnTo>
                  <a:lnTo>
                    <a:pt x="2553932" y="2029760"/>
                  </a:lnTo>
                  <a:lnTo>
                    <a:pt x="2553932" y="2029136"/>
                  </a:lnTo>
                  <a:lnTo>
                    <a:pt x="2554041" y="2029136"/>
                  </a:lnTo>
                  <a:lnTo>
                    <a:pt x="2554149" y="2029136"/>
                  </a:lnTo>
                  <a:lnTo>
                    <a:pt x="2554257" y="2029136"/>
                  </a:lnTo>
                  <a:lnTo>
                    <a:pt x="2554366" y="2029136"/>
                  </a:lnTo>
                  <a:lnTo>
                    <a:pt x="2554474" y="2029136"/>
                  </a:lnTo>
                  <a:lnTo>
                    <a:pt x="2554474" y="2028513"/>
                  </a:lnTo>
                  <a:lnTo>
                    <a:pt x="2554583" y="2028513"/>
                  </a:lnTo>
                  <a:lnTo>
                    <a:pt x="2554691" y="2028513"/>
                  </a:lnTo>
                  <a:lnTo>
                    <a:pt x="2554691" y="2027889"/>
                  </a:lnTo>
                  <a:lnTo>
                    <a:pt x="2554800" y="2027889"/>
                  </a:lnTo>
                  <a:lnTo>
                    <a:pt x="2554908" y="2027889"/>
                  </a:lnTo>
                  <a:lnTo>
                    <a:pt x="2554908" y="2027266"/>
                  </a:lnTo>
                  <a:lnTo>
                    <a:pt x="2554908" y="2026642"/>
                  </a:lnTo>
                  <a:lnTo>
                    <a:pt x="2555017" y="2026642"/>
                  </a:lnTo>
                  <a:lnTo>
                    <a:pt x="2555125" y="2026642"/>
                  </a:lnTo>
                  <a:lnTo>
                    <a:pt x="2555233" y="2026642"/>
                  </a:lnTo>
                  <a:lnTo>
                    <a:pt x="2555233" y="2026018"/>
                  </a:lnTo>
                  <a:lnTo>
                    <a:pt x="2555233" y="2025395"/>
                  </a:lnTo>
                  <a:lnTo>
                    <a:pt x="2555342" y="2025395"/>
                  </a:lnTo>
                  <a:lnTo>
                    <a:pt x="2555450" y="2025395"/>
                  </a:lnTo>
                  <a:lnTo>
                    <a:pt x="2555559" y="2025395"/>
                  </a:lnTo>
                  <a:lnTo>
                    <a:pt x="2555667" y="2025395"/>
                  </a:lnTo>
                  <a:lnTo>
                    <a:pt x="2555776" y="2025395"/>
                  </a:lnTo>
                  <a:lnTo>
                    <a:pt x="2555884" y="2025395"/>
                  </a:lnTo>
                  <a:lnTo>
                    <a:pt x="2555993" y="2025395"/>
                  </a:lnTo>
                  <a:lnTo>
                    <a:pt x="2556101" y="2025395"/>
                  </a:lnTo>
                  <a:lnTo>
                    <a:pt x="2556209" y="2025395"/>
                  </a:lnTo>
                  <a:lnTo>
                    <a:pt x="2556209" y="2024771"/>
                  </a:lnTo>
                  <a:lnTo>
                    <a:pt x="2556318" y="2024771"/>
                  </a:lnTo>
                  <a:lnTo>
                    <a:pt x="2556318" y="2024148"/>
                  </a:lnTo>
                  <a:lnTo>
                    <a:pt x="2556426" y="2024148"/>
                  </a:lnTo>
                  <a:lnTo>
                    <a:pt x="2556535" y="2024148"/>
                  </a:lnTo>
                  <a:lnTo>
                    <a:pt x="2556535" y="2023524"/>
                  </a:lnTo>
                  <a:lnTo>
                    <a:pt x="2556643" y="2023524"/>
                  </a:lnTo>
                  <a:lnTo>
                    <a:pt x="2556752" y="2023524"/>
                  </a:lnTo>
                  <a:lnTo>
                    <a:pt x="2556860" y="2023524"/>
                  </a:lnTo>
                  <a:lnTo>
                    <a:pt x="2556969" y="2023524"/>
                  </a:lnTo>
                  <a:lnTo>
                    <a:pt x="2557077" y="2023524"/>
                  </a:lnTo>
                  <a:lnTo>
                    <a:pt x="2557186" y="2023524"/>
                  </a:lnTo>
                  <a:lnTo>
                    <a:pt x="2557294" y="2023524"/>
                  </a:lnTo>
                  <a:lnTo>
                    <a:pt x="2557294" y="2022901"/>
                  </a:lnTo>
                  <a:lnTo>
                    <a:pt x="2557402" y="2022901"/>
                  </a:lnTo>
                  <a:lnTo>
                    <a:pt x="2557402" y="2022277"/>
                  </a:lnTo>
                  <a:lnTo>
                    <a:pt x="2557402" y="2021653"/>
                  </a:lnTo>
                  <a:lnTo>
                    <a:pt x="2557402" y="2021030"/>
                  </a:lnTo>
                  <a:lnTo>
                    <a:pt x="2557511" y="2021030"/>
                  </a:lnTo>
                  <a:lnTo>
                    <a:pt x="2557619" y="2021030"/>
                  </a:lnTo>
                  <a:lnTo>
                    <a:pt x="2557728" y="2021030"/>
                  </a:lnTo>
                  <a:lnTo>
                    <a:pt x="2557836" y="2021030"/>
                  </a:lnTo>
                  <a:lnTo>
                    <a:pt x="2557945" y="2021030"/>
                  </a:lnTo>
                  <a:lnTo>
                    <a:pt x="2558053" y="2021030"/>
                  </a:lnTo>
                  <a:lnTo>
                    <a:pt x="2558162" y="2021030"/>
                  </a:lnTo>
                  <a:lnTo>
                    <a:pt x="2558270" y="2021030"/>
                  </a:lnTo>
                  <a:lnTo>
                    <a:pt x="2558378" y="2021030"/>
                  </a:lnTo>
                  <a:lnTo>
                    <a:pt x="2558487" y="2021030"/>
                  </a:lnTo>
                  <a:lnTo>
                    <a:pt x="2558487" y="2020406"/>
                  </a:lnTo>
                  <a:lnTo>
                    <a:pt x="2558595" y="2020406"/>
                  </a:lnTo>
                  <a:lnTo>
                    <a:pt x="2558595" y="2019783"/>
                  </a:lnTo>
                  <a:lnTo>
                    <a:pt x="2558704" y="2019783"/>
                  </a:lnTo>
                  <a:lnTo>
                    <a:pt x="2558812" y="2019783"/>
                  </a:lnTo>
                  <a:lnTo>
                    <a:pt x="2558812" y="2019159"/>
                  </a:lnTo>
                  <a:lnTo>
                    <a:pt x="2558921" y="2019159"/>
                  </a:lnTo>
                  <a:lnTo>
                    <a:pt x="2559029" y="2019159"/>
                  </a:lnTo>
                  <a:lnTo>
                    <a:pt x="2559138" y="2019159"/>
                  </a:lnTo>
                  <a:lnTo>
                    <a:pt x="2559246" y="2019159"/>
                  </a:lnTo>
                  <a:lnTo>
                    <a:pt x="2559354" y="2019159"/>
                  </a:lnTo>
                  <a:lnTo>
                    <a:pt x="2559463" y="2019159"/>
                  </a:lnTo>
                  <a:lnTo>
                    <a:pt x="2559463" y="2018535"/>
                  </a:lnTo>
                  <a:lnTo>
                    <a:pt x="2559571" y="2018535"/>
                  </a:lnTo>
                  <a:lnTo>
                    <a:pt x="2559571" y="2017912"/>
                  </a:lnTo>
                  <a:lnTo>
                    <a:pt x="2559680" y="2017912"/>
                  </a:lnTo>
                  <a:lnTo>
                    <a:pt x="2559788" y="2017912"/>
                  </a:lnTo>
                  <a:lnTo>
                    <a:pt x="2559897" y="2017912"/>
                  </a:lnTo>
                  <a:lnTo>
                    <a:pt x="2560005" y="2017912"/>
                  </a:lnTo>
                  <a:lnTo>
                    <a:pt x="2560114" y="2017912"/>
                  </a:lnTo>
                  <a:lnTo>
                    <a:pt x="2560114" y="2017288"/>
                  </a:lnTo>
                  <a:lnTo>
                    <a:pt x="2560222" y="2017288"/>
                  </a:lnTo>
                  <a:lnTo>
                    <a:pt x="2560330" y="2017288"/>
                  </a:lnTo>
                  <a:lnTo>
                    <a:pt x="2560439" y="2017288"/>
                  </a:lnTo>
                  <a:lnTo>
                    <a:pt x="2560547" y="2017288"/>
                  </a:lnTo>
                  <a:lnTo>
                    <a:pt x="2560656" y="2017288"/>
                  </a:lnTo>
                  <a:lnTo>
                    <a:pt x="2560764" y="2017288"/>
                  </a:lnTo>
                  <a:lnTo>
                    <a:pt x="2560873" y="2017288"/>
                  </a:lnTo>
                  <a:lnTo>
                    <a:pt x="2560981" y="2017288"/>
                  </a:lnTo>
                  <a:lnTo>
                    <a:pt x="2561090" y="2017288"/>
                  </a:lnTo>
                  <a:lnTo>
                    <a:pt x="2561198" y="2017288"/>
                  </a:lnTo>
                  <a:lnTo>
                    <a:pt x="2561307" y="2017288"/>
                  </a:lnTo>
                  <a:lnTo>
                    <a:pt x="2561415" y="2017288"/>
                  </a:lnTo>
                  <a:lnTo>
                    <a:pt x="2561523" y="2017288"/>
                  </a:lnTo>
                  <a:lnTo>
                    <a:pt x="2561523" y="2016665"/>
                  </a:lnTo>
                  <a:lnTo>
                    <a:pt x="2561523" y="2016041"/>
                  </a:lnTo>
                  <a:lnTo>
                    <a:pt x="2561632" y="2016041"/>
                  </a:lnTo>
                  <a:lnTo>
                    <a:pt x="2561740" y="2016041"/>
                  </a:lnTo>
                  <a:lnTo>
                    <a:pt x="2561849" y="2016041"/>
                  </a:lnTo>
                  <a:lnTo>
                    <a:pt x="2561849" y="2015418"/>
                  </a:lnTo>
                  <a:lnTo>
                    <a:pt x="2561849" y="2014794"/>
                  </a:lnTo>
                  <a:lnTo>
                    <a:pt x="2561957" y="2014794"/>
                  </a:lnTo>
                  <a:lnTo>
                    <a:pt x="2562066" y="2014794"/>
                  </a:lnTo>
                  <a:lnTo>
                    <a:pt x="2562174" y="2014794"/>
                  </a:lnTo>
                  <a:lnTo>
                    <a:pt x="2562283" y="2014794"/>
                  </a:lnTo>
                  <a:lnTo>
                    <a:pt x="2562391" y="2014794"/>
                  </a:lnTo>
                  <a:lnTo>
                    <a:pt x="2562391" y="2014170"/>
                  </a:lnTo>
                  <a:lnTo>
                    <a:pt x="2562499" y="2014170"/>
                  </a:lnTo>
                  <a:lnTo>
                    <a:pt x="2562608" y="2014170"/>
                  </a:lnTo>
                  <a:lnTo>
                    <a:pt x="2562716" y="2014170"/>
                  </a:lnTo>
                  <a:lnTo>
                    <a:pt x="2562825" y="2014170"/>
                  </a:lnTo>
                  <a:lnTo>
                    <a:pt x="2562933" y="2014170"/>
                  </a:lnTo>
                  <a:lnTo>
                    <a:pt x="2563042" y="2014170"/>
                  </a:lnTo>
                  <a:lnTo>
                    <a:pt x="2563150" y="2014170"/>
                  </a:lnTo>
                  <a:lnTo>
                    <a:pt x="2563259" y="2014170"/>
                  </a:lnTo>
                  <a:lnTo>
                    <a:pt x="2563367" y="2014170"/>
                  </a:lnTo>
                  <a:lnTo>
                    <a:pt x="2563475" y="2014170"/>
                  </a:lnTo>
                  <a:lnTo>
                    <a:pt x="2563584" y="2014170"/>
                  </a:lnTo>
                  <a:lnTo>
                    <a:pt x="2563692" y="2014170"/>
                  </a:lnTo>
                  <a:lnTo>
                    <a:pt x="2563692" y="2013547"/>
                  </a:lnTo>
                  <a:lnTo>
                    <a:pt x="2563801" y="2013547"/>
                  </a:lnTo>
                  <a:lnTo>
                    <a:pt x="2563909" y="2013547"/>
                  </a:lnTo>
                  <a:lnTo>
                    <a:pt x="2564018" y="2013547"/>
                  </a:lnTo>
                  <a:lnTo>
                    <a:pt x="2564126" y="2013547"/>
                  </a:lnTo>
                  <a:lnTo>
                    <a:pt x="2564235" y="2013547"/>
                  </a:lnTo>
                  <a:lnTo>
                    <a:pt x="2564343" y="2013547"/>
                  </a:lnTo>
                  <a:lnTo>
                    <a:pt x="2564451" y="2013547"/>
                  </a:lnTo>
                  <a:lnTo>
                    <a:pt x="2564560" y="2013547"/>
                  </a:lnTo>
                  <a:lnTo>
                    <a:pt x="2564668" y="2013547"/>
                  </a:lnTo>
                  <a:lnTo>
                    <a:pt x="2564777" y="2013547"/>
                  </a:lnTo>
                  <a:lnTo>
                    <a:pt x="2564885" y="2013547"/>
                  </a:lnTo>
                  <a:lnTo>
                    <a:pt x="2564994" y="2013547"/>
                  </a:lnTo>
                  <a:lnTo>
                    <a:pt x="2565102" y="2013547"/>
                  </a:lnTo>
                  <a:lnTo>
                    <a:pt x="2565211" y="2013547"/>
                  </a:lnTo>
                  <a:lnTo>
                    <a:pt x="2565211" y="2012923"/>
                  </a:lnTo>
                  <a:lnTo>
                    <a:pt x="2565319" y="2012923"/>
                  </a:lnTo>
                  <a:lnTo>
                    <a:pt x="2565428" y="2012923"/>
                  </a:lnTo>
                  <a:lnTo>
                    <a:pt x="2565536" y="2012923"/>
                  </a:lnTo>
                  <a:lnTo>
                    <a:pt x="2565644" y="2012923"/>
                  </a:lnTo>
                  <a:lnTo>
                    <a:pt x="2565753" y="2012923"/>
                  </a:lnTo>
                  <a:lnTo>
                    <a:pt x="2565861" y="2012923"/>
                  </a:lnTo>
                  <a:lnTo>
                    <a:pt x="2565970" y="2012923"/>
                  </a:lnTo>
                  <a:lnTo>
                    <a:pt x="2566078" y="2012923"/>
                  </a:lnTo>
                  <a:lnTo>
                    <a:pt x="2566078" y="2012300"/>
                  </a:lnTo>
                  <a:lnTo>
                    <a:pt x="2566187" y="2012300"/>
                  </a:lnTo>
                  <a:lnTo>
                    <a:pt x="2566295" y="2012300"/>
                  </a:lnTo>
                  <a:lnTo>
                    <a:pt x="2566404" y="2012300"/>
                  </a:lnTo>
                  <a:lnTo>
                    <a:pt x="2566512" y="2012300"/>
                  </a:lnTo>
                  <a:lnTo>
                    <a:pt x="2566620" y="2012300"/>
                  </a:lnTo>
                  <a:lnTo>
                    <a:pt x="2566729" y="2012300"/>
                  </a:lnTo>
                  <a:lnTo>
                    <a:pt x="2566837" y="2012300"/>
                  </a:lnTo>
                  <a:lnTo>
                    <a:pt x="2566946" y="2012300"/>
                  </a:lnTo>
                  <a:lnTo>
                    <a:pt x="2567054" y="2012300"/>
                  </a:lnTo>
                  <a:lnTo>
                    <a:pt x="2567163" y="2012300"/>
                  </a:lnTo>
                  <a:lnTo>
                    <a:pt x="2567271" y="2012300"/>
                  </a:lnTo>
                  <a:lnTo>
                    <a:pt x="2567271" y="2011676"/>
                  </a:lnTo>
                  <a:lnTo>
                    <a:pt x="2567380" y="2011676"/>
                  </a:lnTo>
                  <a:lnTo>
                    <a:pt x="2567488" y="2011676"/>
                  </a:lnTo>
                  <a:lnTo>
                    <a:pt x="2567596" y="2011676"/>
                  </a:lnTo>
                  <a:lnTo>
                    <a:pt x="2567705" y="2011676"/>
                  </a:lnTo>
                  <a:lnTo>
                    <a:pt x="2567813" y="2011676"/>
                  </a:lnTo>
                  <a:lnTo>
                    <a:pt x="2567922" y="2011676"/>
                  </a:lnTo>
                  <a:lnTo>
                    <a:pt x="2568030" y="2011676"/>
                  </a:lnTo>
                  <a:lnTo>
                    <a:pt x="2568139" y="2011676"/>
                  </a:lnTo>
                  <a:lnTo>
                    <a:pt x="2568247" y="2011676"/>
                  </a:lnTo>
                  <a:lnTo>
                    <a:pt x="2568356" y="2011676"/>
                  </a:lnTo>
                  <a:lnTo>
                    <a:pt x="2568356" y="2011052"/>
                  </a:lnTo>
                  <a:lnTo>
                    <a:pt x="2568464" y="2011052"/>
                  </a:lnTo>
                  <a:lnTo>
                    <a:pt x="2568464" y="2010429"/>
                  </a:lnTo>
                  <a:lnTo>
                    <a:pt x="2568572" y="2010429"/>
                  </a:lnTo>
                  <a:lnTo>
                    <a:pt x="2568681" y="2010429"/>
                  </a:lnTo>
                  <a:lnTo>
                    <a:pt x="2568681" y="2009805"/>
                  </a:lnTo>
                  <a:lnTo>
                    <a:pt x="2568789" y="2009805"/>
                  </a:lnTo>
                  <a:lnTo>
                    <a:pt x="2568898" y="2009805"/>
                  </a:lnTo>
                  <a:lnTo>
                    <a:pt x="2569006" y="2009805"/>
                  </a:lnTo>
                  <a:lnTo>
                    <a:pt x="2569115" y="2009805"/>
                  </a:lnTo>
                  <a:lnTo>
                    <a:pt x="2569115" y="2009182"/>
                  </a:lnTo>
                  <a:lnTo>
                    <a:pt x="2569115" y="2008558"/>
                  </a:lnTo>
                  <a:lnTo>
                    <a:pt x="2569223" y="2008558"/>
                  </a:lnTo>
                  <a:lnTo>
                    <a:pt x="2569332" y="2008558"/>
                  </a:lnTo>
                  <a:lnTo>
                    <a:pt x="2569332" y="2007935"/>
                  </a:lnTo>
                  <a:lnTo>
                    <a:pt x="2569440" y="2007935"/>
                  </a:lnTo>
                  <a:lnTo>
                    <a:pt x="2569549" y="2007935"/>
                  </a:lnTo>
                  <a:lnTo>
                    <a:pt x="2569657" y="2007935"/>
                  </a:lnTo>
                  <a:lnTo>
                    <a:pt x="2569765" y="2007935"/>
                  </a:lnTo>
                  <a:lnTo>
                    <a:pt x="2569874" y="2007935"/>
                  </a:lnTo>
                  <a:lnTo>
                    <a:pt x="2569982" y="2007935"/>
                  </a:lnTo>
                  <a:lnTo>
                    <a:pt x="2570091" y="2007935"/>
                  </a:lnTo>
                  <a:lnTo>
                    <a:pt x="2570199" y="2007935"/>
                  </a:lnTo>
                  <a:lnTo>
                    <a:pt x="2570308" y="2007935"/>
                  </a:lnTo>
                  <a:lnTo>
                    <a:pt x="2570416" y="2007935"/>
                  </a:lnTo>
                  <a:lnTo>
                    <a:pt x="2570525" y="2007935"/>
                  </a:lnTo>
                  <a:lnTo>
                    <a:pt x="2570525" y="2007311"/>
                  </a:lnTo>
                  <a:lnTo>
                    <a:pt x="2570633" y="2007311"/>
                  </a:lnTo>
                  <a:lnTo>
                    <a:pt x="2570633" y="2006687"/>
                  </a:lnTo>
                  <a:lnTo>
                    <a:pt x="2570741" y="2006687"/>
                  </a:lnTo>
                  <a:lnTo>
                    <a:pt x="2570850" y="2006687"/>
                  </a:lnTo>
                  <a:lnTo>
                    <a:pt x="2570958" y="2006687"/>
                  </a:lnTo>
                  <a:lnTo>
                    <a:pt x="2570958" y="2006064"/>
                  </a:lnTo>
                  <a:lnTo>
                    <a:pt x="2571067" y="2006064"/>
                  </a:lnTo>
                  <a:lnTo>
                    <a:pt x="2571175" y="2006064"/>
                  </a:lnTo>
                  <a:lnTo>
                    <a:pt x="2571175" y="2005440"/>
                  </a:lnTo>
                  <a:lnTo>
                    <a:pt x="2571284" y="2005440"/>
                  </a:lnTo>
                  <a:lnTo>
                    <a:pt x="2571392" y="2005440"/>
                  </a:lnTo>
                  <a:lnTo>
                    <a:pt x="2571501" y="2005440"/>
                  </a:lnTo>
                  <a:lnTo>
                    <a:pt x="2571609" y="2005440"/>
                  </a:lnTo>
                  <a:lnTo>
                    <a:pt x="2571717" y="2005440"/>
                  </a:lnTo>
                  <a:lnTo>
                    <a:pt x="2571826" y="2005440"/>
                  </a:lnTo>
                  <a:lnTo>
                    <a:pt x="2571934" y="2005440"/>
                  </a:lnTo>
                  <a:lnTo>
                    <a:pt x="2572043" y="2005440"/>
                  </a:lnTo>
                  <a:lnTo>
                    <a:pt x="2572151" y="2005440"/>
                  </a:lnTo>
                  <a:lnTo>
                    <a:pt x="2572260" y="2005440"/>
                  </a:lnTo>
                  <a:lnTo>
                    <a:pt x="2572260" y="2004817"/>
                  </a:lnTo>
                  <a:lnTo>
                    <a:pt x="2572368" y="2004817"/>
                  </a:lnTo>
                  <a:lnTo>
                    <a:pt x="2572368" y="2004193"/>
                  </a:lnTo>
                  <a:lnTo>
                    <a:pt x="2572477" y="2004193"/>
                  </a:lnTo>
                  <a:lnTo>
                    <a:pt x="2572585" y="2004193"/>
                  </a:lnTo>
                  <a:lnTo>
                    <a:pt x="2572693" y="2004193"/>
                  </a:lnTo>
                  <a:lnTo>
                    <a:pt x="2572802" y="2004193"/>
                  </a:lnTo>
                  <a:lnTo>
                    <a:pt x="2572910" y="2004193"/>
                  </a:lnTo>
                  <a:lnTo>
                    <a:pt x="2573019" y="2004193"/>
                  </a:lnTo>
                  <a:lnTo>
                    <a:pt x="2573127" y="2004193"/>
                  </a:lnTo>
                  <a:lnTo>
                    <a:pt x="2573236" y="2004193"/>
                  </a:lnTo>
                  <a:lnTo>
                    <a:pt x="2573236" y="2003569"/>
                  </a:lnTo>
                  <a:lnTo>
                    <a:pt x="2573344" y="2003569"/>
                  </a:lnTo>
                  <a:lnTo>
                    <a:pt x="2573344" y="2002946"/>
                  </a:lnTo>
                  <a:lnTo>
                    <a:pt x="2573453" y="2002946"/>
                  </a:lnTo>
                  <a:lnTo>
                    <a:pt x="2573561" y="2002946"/>
                  </a:lnTo>
                  <a:lnTo>
                    <a:pt x="2573669" y="2002946"/>
                  </a:lnTo>
                  <a:lnTo>
                    <a:pt x="2573778" y="2002946"/>
                  </a:lnTo>
                  <a:lnTo>
                    <a:pt x="2573886" y="2002946"/>
                  </a:lnTo>
                  <a:lnTo>
                    <a:pt x="2573995" y="2002946"/>
                  </a:lnTo>
                  <a:lnTo>
                    <a:pt x="2573995" y="2002322"/>
                  </a:lnTo>
                  <a:lnTo>
                    <a:pt x="2574103" y="2002322"/>
                  </a:lnTo>
                  <a:lnTo>
                    <a:pt x="2574212" y="2002322"/>
                  </a:lnTo>
                  <a:lnTo>
                    <a:pt x="2574320" y="2002322"/>
                  </a:lnTo>
                  <a:lnTo>
                    <a:pt x="2574429" y="2002322"/>
                  </a:lnTo>
                  <a:lnTo>
                    <a:pt x="2574537" y="2002322"/>
                  </a:lnTo>
                  <a:lnTo>
                    <a:pt x="2574646" y="2002322"/>
                  </a:lnTo>
                  <a:lnTo>
                    <a:pt x="2574754" y="2002322"/>
                  </a:lnTo>
                  <a:lnTo>
                    <a:pt x="2574862" y="2002322"/>
                  </a:lnTo>
                  <a:lnTo>
                    <a:pt x="2574971" y="2002322"/>
                  </a:lnTo>
                  <a:lnTo>
                    <a:pt x="2575079" y="2002322"/>
                  </a:lnTo>
                  <a:lnTo>
                    <a:pt x="2575188" y="2002322"/>
                  </a:lnTo>
                  <a:lnTo>
                    <a:pt x="2575296" y="2002322"/>
                  </a:lnTo>
                  <a:lnTo>
                    <a:pt x="2575405" y="2002322"/>
                  </a:lnTo>
                  <a:lnTo>
                    <a:pt x="2575513" y="2002322"/>
                  </a:lnTo>
                  <a:lnTo>
                    <a:pt x="2575622" y="2002322"/>
                  </a:lnTo>
                  <a:lnTo>
                    <a:pt x="2575730" y="2002322"/>
                  </a:lnTo>
                  <a:lnTo>
                    <a:pt x="2575838" y="2002322"/>
                  </a:lnTo>
                  <a:lnTo>
                    <a:pt x="2575947" y="2002322"/>
                  </a:lnTo>
                  <a:lnTo>
                    <a:pt x="2576055" y="2002322"/>
                  </a:lnTo>
                  <a:lnTo>
                    <a:pt x="2576164" y="2002322"/>
                  </a:lnTo>
                  <a:lnTo>
                    <a:pt x="2576272" y="2002322"/>
                  </a:lnTo>
                  <a:lnTo>
                    <a:pt x="2576381" y="2002322"/>
                  </a:lnTo>
                  <a:lnTo>
                    <a:pt x="2576489" y="2002322"/>
                  </a:lnTo>
                  <a:lnTo>
                    <a:pt x="2576598" y="2002322"/>
                  </a:lnTo>
                  <a:lnTo>
                    <a:pt x="2576706" y="2002322"/>
                  </a:lnTo>
                  <a:lnTo>
                    <a:pt x="2576814" y="2002322"/>
                  </a:lnTo>
                  <a:lnTo>
                    <a:pt x="2576814" y="2001699"/>
                  </a:lnTo>
                  <a:lnTo>
                    <a:pt x="2576923" y="2001699"/>
                  </a:lnTo>
                  <a:lnTo>
                    <a:pt x="2577031" y="2001699"/>
                  </a:lnTo>
                  <a:lnTo>
                    <a:pt x="2577140" y="2001699"/>
                  </a:lnTo>
                  <a:lnTo>
                    <a:pt x="2577248" y="2001699"/>
                  </a:lnTo>
                  <a:lnTo>
                    <a:pt x="2577357" y="2001699"/>
                  </a:lnTo>
                  <a:lnTo>
                    <a:pt x="2577465" y="2001699"/>
                  </a:lnTo>
                  <a:lnTo>
                    <a:pt x="2577574" y="2001699"/>
                  </a:lnTo>
                  <a:lnTo>
                    <a:pt x="2577574" y="2001075"/>
                  </a:lnTo>
                  <a:lnTo>
                    <a:pt x="2577682" y="2001075"/>
                  </a:lnTo>
                  <a:lnTo>
                    <a:pt x="2577790" y="2001075"/>
                  </a:lnTo>
                  <a:lnTo>
                    <a:pt x="2577790" y="2000452"/>
                  </a:lnTo>
                  <a:lnTo>
                    <a:pt x="2577899" y="2000452"/>
                  </a:lnTo>
                  <a:lnTo>
                    <a:pt x="2578007" y="2000452"/>
                  </a:lnTo>
                  <a:lnTo>
                    <a:pt x="2578116" y="2000452"/>
                  </a:lnTo>
                  <a:lnTo>
                    <a:pt x="2578224" y="2000452"/>
                  </a:lnTo>
                  <a:lnTo>
                    <a:pt x="2578333" y="2000452"/>
                  </a:lnTo>
                  <a:lnTo>
                    <a:pt x="2578441" y="2000452"/>
                  </a:lnTo>
                  <a:lnTo>
                    <a:pt x="2578550" y="2000452"/>
                  </a:lnTo>
                  <a:lnTo>
                    <a:pt x="2578658" y="2000452"/>
                  </a:lnTo>
                  <a:lnTo>
                    <a:pt x="2578767" y="2000452"/>
                  </a:lnTo>
                  <a:lnTo>
                    <a:pt x="2578875" y="2000452"/>
                  </a:lnTo>
                  <a:lnTo>
                    <a:pt x="2578983" y="2000452"/>
                  </a:lnTo>
                  <a:lnTo>
                    <a:pt x="2579092" y="2000452"/>
                  </a:lnTo>
                  <a:lnTo>
                    <a:pt x="2579200" y="2000452"/>
                  </a:lnTo>
                  <a:lnTo>
                    <a:pt x="2579309" y="2000452"/>
                  </a:lnTo>
                  <a:lnTo>
                    <a:pt x="2579417" y="2000452"/>
                  </a:lnTo>
                  <a:lnTo>
                    <a:pt x="2579417" y="1999828"/>
                  </a:lnTo>
                  <a:lnTo>
                    <a:pt x="2579526" y="1999828"/>
                  </a:lnTo>
                  <a:lnTo>
                    <a:pt x="2579634" y="1999828"/>
                  </a:lnTo>
                  <a:lnTo>
                    <a:pt x="2579743" y="1999828"/>
                  </a:lnTo>
                  <a:lnTo>
                    <a:pt x="2579851" y="1999828"/>
                  </a:lnTo>
                  <a:lnTo>
                    <a:pt x="2579959" y="1999828"/>
                  </a:lnTo>
                  <a:lnTo>
                    <a:pt x="2580068" y="1999828"/>
                  </a:lnTo>
                  <a:lnTo>
                    <a:pt x="2580176" y="1999828"/>
                  </a:lnTo>
                  <a:lnTo>
                    <a:pt x="2580285" y="1999828"/>
                  </a:lnTo>
                  <a:lnTo>
                    <a:pt x="2580393" y="1999828"/>
                  </a:lnTo>
                  <a:lnTo>
                    <a:pt x="2580393" y="1999204"/>
                  </a:lnTo>
                  <a:lnTo>
                    <a:pt x="2580393" y="1998581"/>
                  </a:lnTo>
                  <a:lnTo>
                    <a:pt x="2580502" y="1998581"/>
                  </a:lnTo>
                  <a:lnTo>
                    <a:pt x="2580610" y="1998581"/>
                  </a:lnTo>
                  <a:lnTo>
                    <a:pt x="2580610" y="1997957"/>
                  </a:lnTo>
                  <a:lnTo>
                    <a:pt x="2580719" y="1997957"/>
                  </a:lnTo>
                  <a:lnTo>
                    <a:pt x="2580827" y="1997957"/>
                  </a:lnTo>
                  <a:lnTo>
                    <a:pt x="2580827" y="1997334"/>
                  </a:lnTo>
                  <a:lnTo>
                    <a:pt x="2580935" y="1997334"/>
                  </a:lnTo>
                  <a:lnTo>
                    <a:pt x="2581044" y="1997334"/>
                  </a:lnTo>
                  <a:lnTo>
                    <a:pt x="2581152" y="1997334"/>
                  </a:lnTo>
                  <a:lnTo>
                    <a:pt x="2581261" y="1997334"/>
                  </a:lnTo>
                  <a:lnTo>
                    <a:pt x="2581369" y="1997334"/>
                  </a:lnTo>
                  <a:lnTo>
                    <a:pt x="2581478" y="1997334"/>
                  </a:lnTo>
                  <a:lnTo>
                    <a:pt x="2581586" y="1997334"/>
                  </a:lnTo>
                  <a:lnTo>
                    <a:pt x="2581695" y="1997334"/>
                  </a:lnTo>
                  <a:lnTo>
                    <a:pt x="2581803" y="1997334"/>
                  </a:lnTo>
                  <a:lnTo>
                    <a:pt x="2581911" y="1997334"/>
                  </a:lnTo>
                  <a:lnTo>
                    <a:pt x="2582020" y="1997334"/>
                  </a:lnTo>
                  <a:lnTo>
                    <a:pt x="2582128" y="1997334"/>
                  </a:lnTo>
                  <a:lnTo>
                    <a:pt x="2582237" y="1997334"/>
                  </a:lnTo>
                  <a:lnTo>
                    <a:pt x="2582345" y="1997334"/>
                  </a:lnTo>
                  <a:lnTo>
                    <a:pt x="2582454" y="1997334"/>
                  </a:lnTo>
                  <a:lnTo>
                    <a:pt x="2582562" y="1997334"/>
                  </a:lnTo>
                  <a:lnTo>
                    <a:pt x="2582671" y="1997334"/>
                  </a:lnTo>
                  <a:lnTo>
                    <a:pt x="2582779" y="1997334"/>
                  </a:lnTo>
                  <a:lnTo>
                    <a:pt x="2582888" y="1997334"/>
                  </a:lnTo>
                  <a:lnTo>
                    <a:pt x="2582996" y="1997334"/>
                  </a:lnTo>
                  <a:lnTo>
                    <a:pt x="2583104" y="1997334"/>
                  </a:lnTo>
                  <a:lnTo>
                    <a:pt x="2583213" y="1997334"/>
                  </a:lnTo>
                  <a:lnTo>
                    <a:pt x="2583321" y="1997334"/>
                  </a:lnTo>
                  <a:lnTo>
                    <a:pt x="2583430" y="1997334"/>
                  </a:lnTo>
                  <a:lnTo>
                    <a:pt x="2583430" y="1996710"/>
                  </a:lnTo>
                  <a:lnTo>
                    <a:pt x="2583538" y="1996710"/>
                  </a:lnTo>
                  <a:lnTo>
                    <a:pt x="2583538" y="1996087"/>
                  </a:lnTo>
                  <a:lnTo>
                    <a:pt x="2583647" y="1996087"/>
                  </a:lnTo>
                  <a:lnTo>
                    <a:pt x="2583755" y="1996087"/>
                  </a:lnTo>
                  <a:lnTo>
                    <a:pt x="2583755" y="1995463"/>
                  </a:lnTo>
                  <a:lnTo>
                    <a:pt x="2583864" y="1995463"/>
                  </a:lnTo>
                  <a:lnTo>
                    <a:pt x="2583972" y="1995463"/>
                  </a:lnTo>
                  <a:lnTo>
                    <a:pt x="2584080" y="1995463"/>
                  </a:lnTo>
                  <a:lnTo>
                    <a:pt x="2584189" y="1995463"/>
                  </a:lnTo>
                  <a:lnTo>
                    <a:pt x="2584297" y="1995463"/>
                  </a:lnTo>
                  <a:lnTo>
                    <a:pt x="2584406" y="1995463"/>
                  </a:lnTo>
                  <a:lnTo>
                    <a:pt x="2584406" y="1994839"/>
                  </a:lnTo>
                  <a:lnTo>
                    <a:pt x="2584514" y="1994839"/>
                  </a:lnTo>
                  <a:lnTo>
                    <a:pt x="2584514" y="1994216"/>
                  </a:lnTo>
                  <a:lnTo>
                    <a:pt x="2584623" y="1994216"/>
                  </a:lnTo>
                  <a:lnTo>
                    <a:pt x="2584731" y="1994216"/>
                  </a:lnTo>
                  <a:lnTo>
                    <a:pt x="2584840" y="1994216"/>
                  </a:lnTo>
                  <a:lnTo>
                    <a:pt x="2584948" y="1994216"/>
                  </a:lnTo>
                  <a:lnTo>
                    <a:pt x="2585056" y="1994216"/>
                  </a:lnTo>
                  <a:lnTo>
                    <a:pt x="2585165" y="1994216"/>
                  </a:lnTo>
                  <a:lnTo>
                    <a:pt x="2585165" y="1993592"/>
                  </a:lnTo>
                  <a:lnTo>
                    <a:pt x="2585165" y="1992969"/>
                  </a:lnTo>
                  <a:lnTo>
                    <a:pt x="2585273" y="1992969"/>
                  </a:lnTo>
                  <a:lnTo>
                    <a:pt x="2585382" y="1992969"/>
                  </a:lnTo>
                  <a:lnTo>
                    <a:pt x="2585490" y="1992969"/>
                  </a:lnTo>
                  <a:lnTo>
                    <a:pt x="2585599" y="1992969"/>
                  </a:lnTo>
                  <a:lnTo>
                    <a:pt x="2585707" y="1992969"/>
                  </a:lnTo>
                  <a:lnTo>
                    <a:pt x="2585816" y="1992969"/>
                  </a:lnTo>
                  <a:lnTo>
                    <a:pt x="2585924" y="1992969"/>
                  </a:lnTo>
                  <a:lnTo>
                    <a:pt x="2586032" y="1992969"/>
                  </a:lnTo>
                  <a:lnTo>
                    <a:pt x="2586032" y="1992345"/>
                  </a:lnTo>
                  <a:lnTo>
                    <a:pt x="2586032" y="1991721"/>
                  </a:lnTo>
                  <a:lnTo>
                    <a:pt x="2586032" y="1991098"/>
                  </a:lnTo>
                  <a:lnTo>
                    <a:pt x="2586141" y="1991098"/>
                  </a:lnTo>
                  <a:lnTo>
                    <a:pt x="2586249" y="1991098"/>
                  </a:lnTo>
                  <a:lnTo>
                    <a:pt x="2586358" y="1991098"/>
                  </a:lnTo>
                  <a:lnTo>
                    <a:pt x="2586358" y="1990474"/>
                  </a:lnTo>
                  <a:lnTo>
                    <a:pt x="2586358" y="1989851"/>
                  </a:lnTo>
                  <a:lnTo>
                    <a:pt x="2586466" y="1989851"/>
                  </a:lnTo>
                  <a:lnTo>
                    <a:pt x="2586575" y="1989851"/>
                  </a:lnTo>
                  <a:lnTo>
                    <a:pt x="2586683" y="1989851"/>
                  </a:lnTo>
                  <a:lnTo>
                    <a:pt x="2586792" y="1989851"/>
                  </a:lnTo>
                  <a:lnTo>
                    <a:pt x="2586900" y="1989851"/>
                  </a:lnTo>
                  <a:lnTo>
                    <a:pt x="2587009" y="1989851"/>
                  </a:lnTo>
                  <a:lnTo>
                    <a:pt x="2587117" y="1989851"/>
                  </a:lnTo>
                  <a:lnTo>
                    <a:pt x="2587225" y="1989851"/>
                  </a:lnTo>
                  <a:lnTo>
                    <a:pt x="2587334" y="1989851"/>
                  </a:lnTo>
                  <a:lnTo>
                    <a:pt x="2587442" y="1989851"/>
                  </a:lnTo>
                  <a:lnTo>
                    <a:pt x="2587551" y="1989851"/>
                  </a:lnTo>
                  <a:lnTo>
                    <a:pt x="2587659" y="1989851"/>
                  </a:lnTo>
                  <a:lnTo>
                    <a:pt x="2587768" y="1989851"/>
                  </a:lnTo>
                  <a:lnTo>
                    <a:pt x="2587876" y="1989851"/>
                  </a:lnTo>
                  <a:lnTo>
                    <a:pt x="2587876" y="1989227"/>
                  </a:lnTo>
                  <a:lnTo>
                    <a:pt x="2587985" y="1989227"/>
                  </a:lnTo>
                  <a:lnTo>
                    <a:pt x="2588093" y="1989227"/>
                  </a:lnTo>
                  <a:lnTo>
                    <a:pt x="2588201" y="1989227"/>
                  </a:lnTo>
                  <a:lnTo>
                    <a:pt x="2588201" y="1988604"/>
                  </a:lnTo>
                  <a:lnTo>
                    <a:pt x="2588310" y="1988604"/>
                  </a:lnTo>
                  <a:lnTo>
                    <a:pt x="2588310" y="1987980"/>
                  </a:lnTo>
                  <a:lnTo>
                    <a:pt x="2588418" y="1987980"/>
                  </a:lnTo>
                  <a:lnTo>
                    <a:pt x="2588527" y="1987980"/>
                  </a:lnTo>
                  <a:lnTo>
                    <a:pt x="2588635" y="1987980"/>
                  </a:lnTo>
                  <a:lnTo>
                    <a:pt x="2588744" y="1987980"/>
                  </a:lnTo>
                  <a:lnTo>
                    <a:pt x="2588852" y="1987980"/>
                  </a:lnTo>
                  <a:lnTo>
                    <a:pt x="2588961" y="1987980"/>
                  </a:lnTo>
                  <a:lnTo>
                    <a:pt x="2589069" y="1987980"/>
                  </a:lnTo>
                  <a:lnTo>
                    <a:pt x="2589177" y="1987980"/>
                  </a:lnTo>
                  <a:lnTo>
                    <a:pt x="2589286" y="1987980"/>
                  </a:lnTo>
                  <a:lnTo>
                    <a:pt x="2589394" y="1987980"/>
                  </a:lnTo>
                  <a:lnTo>
                    <a:pt x="2589503" y="1987980"/>
                  </a:lnTo>
                  <a:lnTo>
                    <a:pt x="2589611" y="1987980"/>
                  </a:lnTo>
                  <a:lnTo>
                    <a:pt x="2589720" y="1987980"/>
                  </a:lnTo>
                  <a:lnTo>
                    <a:pt x="2589828" y="1987980"/>
                  </a:lnTo>
                  <a:lnTo>
                    <a:pt x="2589937" y="1987980"/>
                  </a:lnTo>
                  <a:lnTo>
                    <a:pt x="2590045" y="1987980"/>
                  </a:lnTo>
                  <a:lnTo>
                    <a:pt x="2590045" y="1987356"/>
                  </a:lnTo>
                  <a:lnTo>
                    <a:pt x="2590045" y="1986733"/>
                  </a:lnTo>
                  <a:lnTo>
                    <a:pt x="2590153" y="1986733"/>
                  </a:lnTo>
                  <a:lnTo>
                    <a:pt x="2590262" y="1986733"/>
                  </a:lnTo>
                  <a:lnTo>
                    <a:pt x="2590370" y="1986733"/>
                  </a:lnTo>
                  <a:lnTo>
                    <a:pt x="2590479" y="1986733"/>
                  </a:lnTo>
                  <a:lnTo>
                    <a:pt x="2590587" y="1986733"/>
                  </a:lnTo>
                  <a:lnTo>
                    <a:pt x="2590696" y="1986733"/>
                  </a:lnTo>
                  <a:lnTo>
                    <a:pt x="2590804" y="1986733"/>
                  </a:lnTo>
                  <a:lnTo>
                    <a:pt x="2590913" y="1986733"/>
                  </a:lnTo>
                  <a:lnTo>
                    <a:pt x="2590913" y="1986109"/>
                  </a:lnTo>
                  <a:lnTo>
                    <a:pt x="2591021" y="1986109"/>
                  </a:lnTo>
                  <a:lnTo>
                    <a:pt x="2591130" y="1986109"/>
                  </a:lnTo>
                  <a:lnTo>
                    <a:pt x="2591238" y="1986109"/>
                  </a:lnTo>
                  <a:lnTo>
                    <a:pt x="2591346" y="1986109"/>
                  </a:lnTo>
                  <a:lnTo>
                    <a:pt x="2591455" y="1986109"/>
                  </a:lnTo>
                  <a:lnTo>
                    <a:pt x="2591563" y="1986109"/>
                  </a:lnTo>
                  <a:lnTo>
                    <a:pt x="2591672" y="1986109"/>
                  </a:lnTo>
                  <a:lnTo>
                    <a:pt x="2591780" y="1986109"/>
                  </a:lnTo>
                  <a:lnTo>
                    <a:pt x="2591780" y="1985486"/>
                  </a:lnTo>
                  <a:lnTo>
                    <a:pt x="2591889" y="1985486"/>
                  </a:lnTo>
                  <a:lnTo>
                    <a:pt x="2591997" y="1985486"/>
                  </a:lnTo>
                  <a:lnTo>
                    <a:pt x="2592106" y="1985486"/>
                  </a:lnTo>
                  <a:lnTo>
                    <a:pt x="2592214" y="1985486"/>
                  </a:lnTo>
                  <a:lnTo>
                    <a:pt x="2592322" y="1985486"/>
                  </a:lnTo>
                  <a:lnTo>
                    <a:pt x="2592431" y="1985486"/>
                  </a:lnTo>
                  <a:lnTo>
                    <a:pt x="2592539" y="1985486"/>
                  </a:lnTo>
                  <a:lnTo>
                    <a:pt x="2592648" y="1985486"/>
                  </a:lnTo>
                  <a:lnTo>
                    <a:pt x="2592648" y="1984862"/>
                  </a:lnTo>
                  <a:lnTo>
                    <a:pt x="2592756" y="1984862"/>
                  </a:lnTo>
                  <a:lnTo>
                    <a:pt x="2592756" y="1984238"/>
                  </a:lnTo>
                  <a:lnTo>
                    <a:pt x="2592865" y="1984238"/>
                  </a:lnTo>
                  <a:lnTo>
                    <a:pt x="2592973" y="1984238"/>
                  </a:lnTo>
                  <a:lnTo>
                    <a:pt x="2592973" y="1983615"/>
                  </a:lnTo>
                  <a:lnTo>
                    <a:pt x="2593082" y="1983615"/>
                  </a:lnTo>
                  <a:lnTo>
                    <a:pt x="2593190" y="1983615"/>
                  </a:lnTo>
                  <a:lnTo>
                    <a:pt x="2593298" y="1983615"/>
                  </a:lnTo>
                  <a:lnTo>
                    <a:pt x="2593407" y="1983615"/>
                  </a:lnTo>
                  <a:lnTo>
                    <a:pt x="2593515" y="1983615"/>
                  </a:lnTo>
                  <a:lnTo>
                    <a:pt x="2593624" y="1983615"/>
                  </a:lnTo>
                  <a:lnTo>
                    <a:pt x="2593732" y="1983615"/>
                  </a:lnTo>
                  <a:lnTo>
                    <a:pt x="2593841" y="1983615"/>
                  </a:lnTo>
                  <a:lnTo>
                    <a:pt x="2593841" y="1982991"/>
                  </a:lnTo>
                  <a:lnTo>
                    <a:pt x="2593949" y="1982991"/>
                  </a:lnTo>
                  <a:lnTo>
                    <a:pt x="2593949" y="1982368"/>
                  </a:lnTo>
                  <a:lnTo>
                    <a:pt x="2593949" y="1981744"/>
                  </a:lnTo>
                  <a:lnTo>
                    <a:pt x="2594058" y="1981744"/>
                  </a:lnTo>
                  <a:lnTo>
                    <a:pt x="2594166" y="1981744"/>
                  </a:lnTo>
                  <a:lnTo>
                    <a:pt x="2594274" y="1981744"/>
                  </a:lnTo>
                  <a:lnTo>
                    <a:pt x="2594383" y="1981744"/>
                  </a:lnTo>
                  <a:lnTo>
                    <a:pt x="2594491" y="1981744"/>
                  </a:lnTo>
                  <a:lnTo>
                    <a:pt x="2594600" y="1981744"/>
                  </a:lnTo>
                  <a:lnTo>
                    <a:pt x="2594708" y="1981744"/>
                  </a:lnTo>
                  <a:lnTo>
                    <a:pt x="2594817" y="1981744"/>
                  </a:lnTo>
                  <a:lnTo>
                    <a:pt x="2594925" y="1981744"/>
                  </a:lnTo>
                  <a:lnTo>
                    <a:pt x="2595034" y="1981744"/>
                  </a:lnTo>
                  <a:lnTo>
                    <a:pt x="2595142" y="1981744"/>
                  </a:lnTo>
                  <a:lnTo>
                    <a:pt x="2595250" y="1981744"/>
                  </a:lnTo>
                  <a:lnTo>
                    <a:pt x="2595359" y="1981744"/>
                  </a:lnTo>
                  <a:lnTo>
                    <a:pt x="2595467" y="1981744"/>
                  </a:lnTo>
                  <a:lnTo>
                    <a:pt x="2595576" y="1981744"/>
                  </a:lnTo>
                  <a:lnTo>
                    <a:pt x="2595576" y="1981121"/>
                  </a:lnTo>
                  <a:lnTo>
                    <a:pt x="2595684" y="1981121"/>
                  </a:lnTo>
                  <a:lnTo>
                    <a:pt x="2595793" y="1981121"/>
                  </a:lnTo>
                  <a:lnTo>
                    <a:pt x="2595901" y="1981121"/>
                  </a:lnTo>
                  <a:lnTo>
                    <a:pt x="2596010" y="1981121"/>
                  </a:lnTo>
                  <a:lnTo>
                    <a:pt x="2596118" y="1981121"/>
                  </a:lnTo>
                  <a:lnTo>
                    <a:pt x="2596227" y="1981121"/>
                  </a:lnTo>
                  <a:lnTo>
                    <a:pt x="2596335" y="1981121"/>
                  </a:lnTo>
                  <a:lnTo>
                    <a:pt x="2596443" y="1981121"/>
                  </a:lnTo>
                  <a:lnTo>
                    <a:pt x="2596552" y="1981121"/>
                  </a:lnTo>
                  <a:lnTo>
                    <a:pt x="2596660" y="1981121"/>
                  </a:lnTo>
                  <a:lnTo>
                    <a:pt x="2596769" y="1981121"/>
                  </a:lnTo>
                  <a:lnTo>
                    <a:pt x="2596877" y="1981121"/>
                  </a:lnTo>
                  <a:lnTo>
                    <a:pt x="2596986" y="1981121"/>
                  </a:lnTo>
                  <a:lnTo>
                    <a:pt x="2597094" y="1981121"/>
                  </a:lnTo>
                  <a:lnTo>
                    <a:pt x="2597203" y="1981121"/>
                  </a:lnTo>
                  <a:lnTo>
                    <a:pt x="2597311" y="1981121"/>
                  </a:lnTo>
                  <a:lnTo>
                    <a:pt x="2597419" y="1981121"/>
                  </a:lnTo>
                  <a:lnTo>
                    <a:pt x="2597528" y="1981121"/>
                  </a:lnTo>
                  <a:lnTo>
                    <a:pt x="2597636" y="1981121"/>
                  </a:lnTo>
                  <a:lnTo>
                    <a:pt x="2597745" y="1981121"/>
                  </a:lnTo>
                  <a:lnTo>
                    <a:pt x="2597853" y="1981121"/>
                  </a:lnTo>
                  <a:lnTo>
                    <a:pt x="2597962" y="1981121"/>
                  </a:lnTo>
                  <a:lnTo>
                    <a:pt x="2598070" y="1981121"/>
                  </a:lnTo>
                  <a:lnTo>
                    <a:pt x="2598179" y="1981121"/>
                  </a:lnTo>
                  <a:lnTo>
                    <a:pt x="2598287" y="1981121"/>
                  </a:lnTo>
                  <a:lnTo>
                    <a:pt x="2598395" y="1981121"/>
                  </a:lnTo>
                  <a:lnTo>
                    <a:pt x="2598504" y="1981121"/>
                  </a:lnTo>
                  <a:lnTo>
                    <a:pt x="2598612" y="1981121"/>
                  </a:lnTo>
                  <a:lnTo>
                    <a:pt x="2598721" y="1981121"/>
                  </a:lnTo>
                  <a:lnTo>
                    <a:pt x="2598829" y="1981121"/>
                  </a:lnTo>
                  <a:lnTo>
                    <a:pt x="2598938" y="1981121"/>
                  </a:lnTo>
                  <a:lnTo>
                    <a:pt x="2599046" y="1981121"/>
                  </a:lnTo>
                  <a:lnTo>
                    <a:pt x="2599155" y="1981121"/>
                  </a:lnTo>
                  <a:lnTo>
                    <a:pt x="2599155" y="1980497"/>
                  </a:lnTo>
                  <a:lnTo>
                    <a:pt x="2599263" y="1980497"/>
                  </a:lnTo>
                  <a:lnTo>
                    <a:pt x="2599371" y="1980497"/>
                  </a:lnTo>
                  <a:lnTo>
                    <a:pt x="2599480" y="1980497"/>
                  </a:lnTo>
                  <a:lnTo>
                    <a:pt x="2599588" y="1980497"/>
                  </a:lnTo>
                  <a:lnTo>
                    <a:pt x="2599697" y="1980497"/>
                  </a:lnTo>
                  <a:lnTo>
                    <a:pt x="2599805" y="1980497"/>
                  </a:lnTo>
                  <a:lnTo>
                    <a:pt x="2599914" y="1980497"/>
                  </a:lnTo>
                  <a:lnTo>
                    <a:pt x="2600022" y="1980497"/>
                  </a:lnTo>
                  <a:lnTo>
                    <a:pt x="2600131" y="1980497"/>
                  </a:lnTo>
                  <a:lnTo>
                    <a:pt x="2600239" y="1980497"/>
                  </a:lnTo>
                  <a:lnTo>
                    <a:pt x="2600348" y="1980497"/>
                  </a:lnTo>
                  <a:lnTo>
                    <a:pt x="2600456" y="1980497"/>
                  </a:lnTo>
                  <a:lnTo>
                    <a:pt x="2600564" y="1980497"/>
                  </a:lnTo>
                  <a:lnTo>
                    <a:pt x="2600673" y="1980497"/>
                  </a:lnTo>
                  <a:lnTo>
                    <a:pt x="2600781" y="1980497"/>
                  </a:lnTo>
                  <a:lnTo>
                    <a:pt x="2600890" y="1980497"/>
                  </a:lnTo>
                  <a:lnTo>
                    <a:pt x="2600998" y="1980497"/>
                  </a:lnTo>
                  <a:lnTo>
                    <a:pt x="2601107" y="1980497"/>
                  </a:lnTo>
                  <a:lnTo>
                    <a:pt x="2601215" y="1980497"/>
                  </a:lnTo>
                  <a:lnTo>
                    <a:pt x="2601324" y="1980497"/>
                  </a:lnTo>
                  <a:lnTo>
                    <a:pt x="2601432" y="1980497"/>
                  </a:lnTo>
                  <a:lnTo>
                    <a:pt x="2601432" y="1979873"/>
                  </a:lnTo>
                  <a:lnTo>
                    <a:pt x="2601540" y="1979873"/>
                  </a:lnTo>
                  <a:lnTo>
                    <a:pt x="2601649" y="1979873"/>
                  </a:lnTo>
                  <a:lnTo>
                    <a:pt x="2601757" y="1979873"/>
                  </a:lnTo>
                  <a:lnTo>
                    <a:pt x="2601757" y="1979250"/>
                  </a:lnTo>
                  <a:lnTo>
                    <a:pt x="2601866" y="1979250"/>
                  </a:lnTo>
                  <a:lnTo>
                    <a:pt x="2601974" y="1979250"/>
                  </a:lnTo>
                  <a:lnTo>
                    <a:pt x="2602083" y="1979250"/>
                  </a:lnTo>
                  <a:lnTo>
                    <a:pt x="2602083" y="1978626"/>
                  </a:lnTo>
                  <a:lnTo>
                    <a:pt x="2602191" y="1978626"/>
                  </a:lnTo>
                  <a:lnTo>
                    <a:pt x="2602191" y="1978003"/>
                  </a:lnTo>
                  <a:lnTo>
                    <a:pt x="2602300" y="1978003"/>
                  </a:lnTo>
                  <a:lnTo>
                    <a:pt x="2602408" y="1978003"/>
                  </a:lnTo>
                  <a:lnTo>
                    <a:pt x="2602408" y="1977379"/>
                  </a:lnTo>
                  <a:lnTo>
                    <a:pt x="2602516" y="1977379"/>
                  </a:lnTo>
                  <a:lnTo>
                    <a:pt x="2602625" y="1977379"/>
                  </a:lnTo>
                  <a:lnTo>
                    <a:pt x="2602733" y="1977379"/>
                  </a:lnTo>
                  <a:lnTo>
                    <a:pt x="2602842" y="1977379"/>
                  </a:lnTo>
                  <a:lnTo>
                    <a:pt x="2602950" y="1977379"/>
                  </a:lnTo>
                  <a:lnTo>
                    <a:pt x="2602950" y="1976755"/>
                  </a:lnTo>
                  <a:lnTo>
                    <a:pt x="2603059" y="1976755"/>
                  </a:lnTo>
                  <a:lnTo>
                    <a:pt x="2603059" y="1976132"/>
                  </a:lnTo>
                  <a:lnTo>
                    <a:pt x="2603059" y="1975508"/>
                  </a:lnTo>
                  <a:lnTo>
                    <a:pt x="2603167" y="1975508"/>
                  </a:lnTo>
                  <a:lnTo>
                    <a:pt x="2603167" y="1974885"/>
                  </a:lnTo>
                  <a:lnTo>
                    <a:pt x="2603276" y="1974885"/>
                  </a:lnTo>
                  <a:lnTo>
                    <a:pt x="2603384" y="1974885"/>
                  </a:lnTo>
                  <a:lnTo>
                    <a:pt x="2603492" y="1974885"/>
                  </a:lnTo>
                  <a:lnTo>
                    <a:pt x="2603492" y="1974261"/>
                  </a:lnTo>
                  <a:lnTo>
                    <a:pt x="2603601" y="1974261"/>
                  </a:lnTo>
                  <a:lnTo>
                    <a:pt x="2603709" y="1974261"/>
                  </a:lnTo>
                  <a:lnTo>
                    <a:pt x="2603709" y="1973638"/>
                  </a:lnTo>
                  <a:lnTo>
                    <a:pt x="2603818" y="1973638"/>
                  </a:lnTo>
                  <a:lnTo>
                    <a:pt x="2603926" y="1973638"/>
                  </a:lnTo>
                  <a:lnTo>
                    <a:pt x="2604035" y="1973638"/>
                  </a:lnTo>
                  <a:lnTo>
                    <a:pt x="2604035" y="1973014"/>
                  </a:lnTo>
                  <a:lnTo>
                    <a:pt x="2604143" y="1973014"/>
                  </a:lnTo>
                  <a:lnTo>
                    <a:pt x="2604252" y="1973014"/>
                  </a:lnTo>
                  <a:lnTo>
                    <a:pt x="2604252" y="1972390"/>
                  </a:lnTo>
                  <a:lnTo>
                    <a:pt x="2604360" y="1972390"/>
                  </a:lnTo>
                  <a:lnTo>
                    <a:pt x="2604469" y="1972390"/>
                  </a:lnTo>
                  <a:lnTo>
                    <a:pt x="2604577" y="1972390"/>
                  </a:lnTo>
                  <a:lnTo>
                    <a:pt x="2604577" y="1971767"/>
                  </a:lnTo>
                  <a:lnTo>
                    <a:pt x="2604685" y="1971767"/>
                  </a:lnTo>
                  <a:lnTo>
                    <a:pt x="2604794" y="1971767"/>
                  </a:lnTo>
                  <a:lnTo>
                    <a:pt x="2604902" y="1971767"/>
                  </a:lnTo>
                  <a:lnTo>
                    <a:pt x="2605011" y="1971767"/>
                  </a:lnTo>
                  <a:lnTo>
                    <a:pt x="2605119" y="1971767"/>
                  </a:lnTo>
                  <a:lnTo>
                    <a:pt x="2605119" y="1971143"/>
                  </a:lnTo>
                  <a:lnTo>
                    <a:pt x="2605228" y="1971143"/>
                  </a:lnTo>
                  <a:lnTo>
                    <a:pt x="2605336" y="1971143"/>
                  </a:lnTo>
                  <a:lnTo>
                    <a:pt x="2605445" y="1971143"/>
                  </a:lnTo>
                  <a:lnTo>
                    <a:pt x="2605553" y="1971143"/>
                  </a:lnTo>
                  <a:lnTo>
                    <a:pt x="2605661" y="1971143"/>
                  </a:lnTo>
                  <a:lnTo>
                    <a:pt x="2605770" y="1971143"/>
                  </a:lnTo>
                  <a:lnTo>
                    <a:pt x="2605770" y="1970520"/>
                  </a:lnTo>
                  <a:lnTo>
                    <a:pt x="2605878" y="1970520"/>
                  </a:lnTo>
                  <a:lnTo>
                    <a:pt x="2605987" y="1970520"/>
                  </a:lnTo>
                  <a:lnTo>
                    <a:pt x="2606095" y="1970520"/>
                  </a:lnTo>
                  <a:lnTo>
                    <a:pt x="2606204" y="1970520"/>
                  </a:lnTo>
                  <a:lnTo>
                    <a:pt x="2606204" y="1969896"/>
                  </a:lnTo>
                  <a:lnTo>
                    <a:pt x="2606312" y="1969896"/>
                  </a:lnTo>
                  <a:lnTo>
                    <a:pt x="2606421" y="1969896"/>
                  </a:lnTo>
                  <a:lnTo>
                    <a:pt x="2606421" y="1969272"/>
                  </a:lnTo>
                  <a:lnTo>
                    <a:pt x="2606421" y="1968649"/>
                  </a:lnTo>
                  <a:lnTo>
                    <a:pt x="2606529" y="1968649"/>
                  </a:lnTo>
                  <a:lnTo>
                    <a:pt x="2606637" y="1968649"/>
                  </a:lnTo>
                  <a:lnTo>
                    <a:pt x="2606746" y="1968649"/>
                  </a:lnTo>
                  <a:lnTo>
                    <a:pt x="2606854" y="1968649"/>
                  </a:lnTo>
                  <a:lnTo>
                    <a:pt x="2606963" y="1968649"/>
                  </a:lnTo>
                  <a:lnTo>
                    <a:pt x="2607071" y="1968649"/>
                  </a:lnTo>
                  <a:lnTo>
                    <a:pt x="2607180" y="1968649"/>
                  </a:lnTo>
                  <a:lnTo>
                    <a:pt x="2607288" y="1968649"/>
                  </a:lnTo>
                  <a:lnTo>
                    <a:pt x="2607397" y="1968649"/>
                  </a:lnTo>
                  <a:lnTo>
                    <a:pt x="2607397" y="1968025"/>
                  </a:lnTo>
                  <a:lnTo>
                    <a:pt x="2607505" y="1968025"/>
                  </a:lnTo>
                  <a:lnTo>
                    <a:pt x="2607613" y="1968025"/>
                  </a:lnTo>
                  <a:lnTo>
                    <a:pt x="2607722" y="1968025"/>
                  </a:lnTo>
                  <a:lnTo>
                    <a:pt x="2607830" y="1968025"/>
                  </a:lnTo>
                  <a:lnTo>
                    <a:pt x="2607939" y="1968025"/>
                  </a:lnTo>
                  <a:lnTo>
                    <a:pt x="2608047" y="1968025"/>
                  </a:lnTo>
                  <a:lnTo>
                    <a:pt x="2608156" y="1968025"/>
                  </a:lnTo>
                  <a:lnTo>
                    <a:pt x="2608264" y="1968025"/>
                  </a:lnTo>
                  <a:lnTo>
                    <a:pt x="2608264" y="1967402"/>
                  </a:lnTo>
                  <a:lnTo>
                    <a:pt x="2608373" y="1967402"/>
                  </a:lnTo>
                  <a:lnTo>
                    <a:pt x="2608481" y="1967402"/>
                  </a:lnTo>
                  <a:lnTo>
                    <a:pt x="2608590" y="1967402"/>
                  </a:lnTo>
                  <a:lnTo>
                    <a:pt x="2608698" y="1967402"/>
                  </a:lnTo>
                  <a:lnTo>
                    <a:pt x="2608806" y="1967402"/>
                  </a:lnTo>
                  <a:lnTo>
                    <a:pt x="2608915" y="1967402"/>
                  </a:lnTo>
                  <a:lnTo>
                    <a:pt x="2609023" y="1967402"/>
                  </a:lnTo>
                  <a:lnTo>
                    <a:pt x="2609023" y="1966778"/>
                  </a:lnTo>
                  <a:lnTo>
                    <a:pt x="2609132" y="1966778"/>
                  </a:lnTo>
                  <a:lnTo>
                    <a:pt x="2609240" y="1966778"/>
                  </a:lnTo>
                  <a:lnTo>
                    <a:pt x="2609349" y="1966778"/>
                  </a:lnTo>
                  <a:lnTo>
                    <a:pt x="2609349" y="1966155"/>
                  </a:lnTo>
                  <a:lnTo>
                    <a:pt x="2609457" y="1966155"/>
                  </a:lnTo>
                  <a:lnTo>
                    <a:pt x="2609566" y="1966155"/>
                  </a:lnTo>
                  <a:lnTo>
                    <a:pt x="2609674" y="1966155"/>
                  </a:lnTo>
                  <a:lnTo>
                    <a:pt x="2609782" y="1966155"/>
                  </a:lnTo>
                  <a:lnTo>
                    <a:pt x="2609782" y="1965531"/>
                  </a:lnTo>
                  <a:lnTo>
                    <a:pt x="2609782" y="1964907"/>
                  </a:lnTo>
                  <a:lnTo>
                    <a:pt x="2609891" y="1964907"/>
                  </a:lnTo>
                  <a:lnTo>
                    <a:pt x="2609999" y="1964907"/>
                  </a:lnTo>
                  <a:lnTo>
                    <a:pt x="2610108" y="1964907"/>
                  </a:lnTo>
                  <a:lnTo>
                    <a:pt x="2610216" y="1964907"/>
                  </a:lnTo>
                  <a:lnTo>
                    <a:pt x="2610325" y="1964907"/>
                  </a:lnTo>
                  <a:lnTo>
                    <a:pt x="2610433" y="1964907"/>
                  </a:lnTo>
                  <a:lnTo>
                    <a:pt x="2610542" y="1964907"/>
                  </a:lnTo>
                  <a:lnTo>
                    <a:pt x="2610650" y="1964907"/>
                  </a:lnTo>
                  <a:lnTo>
                    <a:pt x="2610650" y="1964284"/>
                  </a:lnTo>
                  <a:lnTo>
                    <a:pt x="2610758" y="1964284"/>
                  </a:lnTo>
                  <a:lnTo>
                    <a:pt x="2610867" y="1964284"/>
                  </a:lnTo>
                  <a:lnTo>
                    <a:pt x="2610975" y="1964284"/>
                  </a:lnTo>
                  <a:lnTo>
                    <a:pt x="2611084" y="1964284"/>
                  </a:lnTo>
                  <a:lnTo>
                    <a:pt x="2611192" y="1964284"/>
                  </a:lnTo>
                  <a:lnTo>
                    <a:pt x="2611301" y="1964284"/>
                  </a:lnTo>
                  <a:lnTo>
                    <a:pt x="2611409" y="1964284"/>
                  </a:lnTo>
                  <a:lnTo>
                    <a:pt x="2611518" y="1964284"/>
                  </a:lnTo>
                  <a:lnTo>
                    <a:pt x="2611626" y="1964284"/>
                  </a:lnTo>
                  <a:lnTo>
                    <a:pt x="2611626" y="1963660"/>
                  </a:lnTo>
                  <a:lnTo>
                    <a:pt x="2611734" y="1963660"/>
                  </a:lnTo>
                  <a:lnTo>
                    <a:pt x="2611843" y="1963660"/>
                  </a:lnTo>
                  <a:lnTo>
                    <a:pt x="2611951" y="1963660"/>
                  </a:lnTo>
                  <a:lnTo>
                    <a:pt x="2612060" y="1963660"/>
                  </a:lnTo>
                  <a:lnTo>
                    <a:pt x="2612168" y="1963660"/>
                  </a:lnTo>
                  <a:lnTo>
                    <a:pt x="2612277" y="1963660"/>
                  </a:lnTo>
                  <a:lnTo>
                    <a:pt x="2612385" y="1963660"/>
                  </a:lnTo>
                  <a:lnTo>
                    <a:pt x="2612494" y="1963660"/>
                  </a:lnTo>
                  <a:lnTo>
                    <a:pt x="2612494" y="1963037"/>
                  </a:lnTo>
                  <a:lnTo>
                    <a:pt x="2612602" y="1963037"/>
                  </a:lnTo>
                  <a:lnTo>
                    <a:pt x="2612711" y="1963037"/>
                  </a:lnTo>
                  <a:lnTo>
                    <a:pt x="2612819" y="1963037"/>
                  </a:lnTo>
                  <a:lnTo>
                    <a:pt x="2612927" y="1963037"/>
                  </a:lnTo>
                  <a:lnTo>
                    <a:pt x="2613036" y="1963037"/>
                  </a:lnTo>
                  <a:lnTo>
                    <a:pt x="2613144" y="1963037"/>
                  </a:lnTo>
                  <a:lnTo>
                    <a:pt x="2613253" y="1963037"/>
                  </a:lnTo>
                  <a:lnTo>
                    <a:pt x="2613361" y="1963037"/>
                  </a:lnTo>
                  <a:lnTo>
                    <a:pt x="2613470" y="1963037"/>
                  </a:lnTo>
                  <a:lnTo>
                    <a:pt x="2613578" y="1963037"/>
                  </a:lnTo>
                  <a:lnTo>
                    <a:pt x="2613687" y="1963037"/>
                  </a:lnTo>
                  <a:lnTo>
                    <a:pt x="2613795" y="1963037"/>
                  </a:lnTo>
                  <a:lnTo>
                    <a:pt x="2613903" y="1963037"/>
                  </a:lnTo>
                  <a:lnTo>
                    <a:pt x="2614012" y="1963037"/>
                  </a:lnTo>
                  <a:lnTo>
                    <a:pt x="2614120" y="1963037"/>
                  </a:lnTo>
                  <a:lnTo>
                    <a:pt x="2614229" y="1963037"/>
                  </a:lnTo>
                  <a:lnTo>
                    <a:pt x="2614337" y="1963037"/>
                  </a:lnTo>
                  <a:lnTo>
                    <a:pt x="2614446" y="1963037"/>
                  </a:lnTo>
                  <a:lnTo>
                    <a:pt x="2614446" y="1962413"/>
                  </a:lnTo>
                  <a:lnTo>
                    <a:pt x="2614446" y="1961789"/>
                  </a:lnTo>
                  <a:lnTo>
                    <a:pt x="2614554" y="1961789"/>
                  </a:lnTo>
                  <a:lnTo>
                    <a:pt x="2614663" y="1961789"/>
                  </a:lnTo>
                  <a:lnTo>
                    <a:pt x="2614771" y="1961789"/>
                  </a:lnTo>
                  <a:lnTo>
                    <a:pt x="2614879" y="1961789"/>
                  </a:lnTo>
                  <a:lnTo>
                    <a:pt x="2614879" y="1961166"/>
                  </a:lnTo>
                  <a:lnTo>
                    <a:pt x="2614988" y="1961166"/>
                  </a:lnTo>
                  <a:lnTo>
                    <a:pt x="2615096" y="1961166"/>
                  </a:lnTo>
                  <a:lnTo>
                    <a:pt x="2615096" y="1960542"/>
                  </a:lnTo>
                  <a:lnTo>
                    <a:pt x="2615096" y="1959919"/>
                  </a:lnTo>
                  <a:lnTo>
                    <a:pt x="2615205" y="1959919"/>
                  </a:lnTo>
                  <a:lnTo>
                    <a:pt x="2615205" y="1959295"/>
                  </a:lnTo>
                  <a:lnTo>
                    <a:pt x="2615313" y="1959295"/>
                  </a:lnTo>
                  <a:lnTo>
                    <a:pt x="2615422" y="1959295"/>
                  </a:lnTo>
                  <a:lnTo>
                    <a:pt x="2615530" y="1959295"/>
                  </a:lnTo>
                  <a:lnTo>
                    <a:pt x="2615639" y="1959295"/>
                  </a:lnTo>
                  <a:lnTo>
                    <a:pt x="2615747" y="1959295"/>
                  </a:lnTo>
                  <a:lnTo>
                    <a:pt x="2615855" y="1959295"/>
                  </a:lnTo>
                  <a:lnTo>
                    <a:pt x="2615964" y="1959295"/>
                  </a:lnTo>
                  <a:lnTo>
                    <a:pt x="2616072" y="1959295"/>
                  </a:lnTo>
                  <a:lnTo>
                    <a:pt x="2616181" y="1959295"/>
                  </a:lnTo>
                  <a:lnTo>
                    <a:pt x="2616181" y="1958672"/>
                  </a:lnTo>
                  <a:lnTo>
                    <a:pt x="2616289" y="1958672"/>
                  </a:lnTo>
                  <a:lnTo>
                    <a:pt x="2616398" y="1958672"/>
                  </a:lnTo>
                  <a:lnTo>
                    <a:pt x="2616398" y="1958048"/>
                  </a:lnTo>
                  <a:lnTo>
                    <a:pt x="2616506" y="1958048"/>
                  </a:lnTo>
                  <a:lnTo>
                    <a:pt x="2616615" y="1958048"/>
                  </a:lnTo>
                  <a:lnTo>
                    <a:pt x="2616723" y="1958048"/>
                  </a:lnTo>
                  <a:lnTo>
                    <a:pt x="2616723" y="1957424"/>
                  </a:lnTo>
                  <a:lnTo>
                    <a:pt x="2616831" y="1957424"/>
                  </a:lnTo>
                  <a:lnTo>
                    <a:pt x="2616940" y="1957424"/>
                  </a:lnTo>
                  <a:lnTo>
                    <a:pt x="2617048" y="1957424"/>
                  </a:lnTo>
                  <a:lnTo>
                    <a:pt x="2617048" y="1956801"/>
                  </a:lnTo>
                  <a:lnTo>
                    <a:pt x="2617157" y="1956801"/>
                  </a:lnTo>
                  <a:lnTo>
                    <a:pt x="2617265" y="1956801"/>
                  </a:lnTo>
                  <a:lnTo>
                    <a:pt x="2617374" y="1956801"/>
                  </a:lnTo>
                  <a:lnTo>
                    <a:pt x="2617482" y="1956801"/>
                  </a:lnTo>
                  <a:lnTo>
                    <a:pt x="2617591" y="1956801"/>
                  </a:lnTo>
                  <a:lnTo>
                    <a:pt x="2617699" y="1956801"/>
                  </a:lnTo>
                  <a:lnTo>
                    <a:pt x="2617808" y="1956801"/>
                  </a:lnTo>
                  <a:lnTo>
                    <a:pt x="2617916" y="1956801"/>
                  </a:lnTo>
                  <a:lnTo>
                    <a:pt x="2618024" y="1956801"/>
                  </a:lnTo>
                  <a:lnTo>
                    <a:pt x="2618024" y="1956177"/>
                  </a:lnTo>
                  <a:lnTo>
                    <a:pt x="2618024" y="1955554"/>
                  </a:lnTo>
                  <a:lnTo>
                    <a:pt x="2618133" y="1955554"/>
                  </a:lnTo>
                  <a:lnTo>
                    <a:pt x="2618241" y="1955554"/>
                  </a:lnTo>
                  <a:lnTo>
                    <a:pt x="2618350" y="1955554"/>
                  </a:lnTo>
                  <a:lnTo>
                    <a:pt x="2618350" y="1954930"/>
                  </a:lnTo>
                  <a:lnTo>
                    <a:pt x="2618458" y="1954930"/>
                  </a:lnTo>
                  <a:lnTo>
                    <a:pt x="2618567" y="1954930"/>
                  </a:lnTo>
                  <a:lnTo>
                    <a:pt x="2618567" y="1954306"/>
                  </a:lnTo>
                  <a:lnTo>
                    <a:pt x="2618675" y="1954306"/>
                  </a:lnTo>
                  <a:lnTo>
                    <a:pt x="2618784" y="1954306"/>
                  </a:lnTo>
                  <a:lnTo>
                    <a:pt x="2618784" y="1953683"/>
                  </a:lnTo>
                  <a:lnTo>
                    <a:pt x="2618892" y="1953683"/>
                  </a:lnTo>
                  <a:lnTo>
                    <a:pt x="2619000" y="1953683"/>
                  </a:lnTo>
                  <a:lnTo>
                    <a:pt x="2619109" y="1953683"/>
                  </a:lnTo>
                  <a:lnTo>
                    <a:pt x="2619217" y="1953683"/>
                  </a:lnTo>
                  <a:lnTo>
                    <a:pt x="2619217" y="1953059"/>
                  </a:lnTo>
                  <a:lnTo>
                    <a:pt x="2619326" y="1953059"/>
                  </a:lnTo>
                  <a:lnTo>
                    <a:pt x="2619434" y="1953059"/>
                  </a:lnTo>
                  <a:lnTo>
                    <a:pt x="2619543" y="1953059"/>
                  </a:lnTo>
                  <a:lnTo>
                    <a:pt x="2619543" y="1952436"/>
                  </a:lnTo>
                  <a:lnTo>
                    <a:pt x="2619651" y="1952436"/>
                  </a:lnTo>
                  <a:lnTo>
                    <a:pt x="2619760" y="1952436"/>
                  </a:lnTo>
                  <a:lnTo>
                    <a:pt x="2619868" y="1952436"/>
                  </a:lnTo>
                  <a:lnTo>
                    <a:pt x="2619976" y="1952436"/>
                  </a:lnTo>
                  <a:lnTo>
                    <a:pt x="2620085" y="1952436"/>
                  </a:lnTo>
                  <a:lnTo>
                    <a:pt x="2620193" y="1952436"/>
                  </a:lnTo>
                  <a:lnTo>
                    <a:pt x="2620302" y="1952436"/>
                  </a:lnTo>
                  <a:lnTo>
                    <a:pt x="2620410" y="1952436"/>
                  </a:lnTo>
                  <a:lnTo>
                    <a:pt x="2620519" y="1952436"/>
                  </a:lnTo>
                  <a:lnTo>
                    <a:pt x="2620627" y="1952436"/>
                  </a:lnTo>
                  <a:lnTo>
                    <a:pt x="2620736" y="1952436"/>
                  </a:lnTo>
                  <a:lnTo>
                    <a:pt x="2620844" y="1952436"/>
                  </a:lnTo>
                  <a:lnTo>
                    <a:pt x="2620844" y="1951812"/>
                  </a:lnTo>
                  <a:lnTo>
                    <a:pt x="2620952" y="1951812"/>
                  </a:lnTo>
                  <a:lnTo>
                    <a:pt x="2621061" y="1951812"/>
                  </a:lnTo>
                  <a:lnTo>
                    <a:pt x="2621169" y="1951812"/>
                  </a:lnTo>
                  <a:lnTo>
                    <a:pt x="2621278" y="1951812"/>
                  </a:lnTo>
                  <a:lnTo>
                    <a:pt x="2621386" y="1951812"/>
                  </a:lnTo>
                  <a:lnTo>
                    <a:pt x="2621495" y="1951812"/>
                  </a:lnTo>
                  <a:lnTo>
                    <a:pt x="2621603" y="1951812"/>
                  </a:lnTo>
                  <a:lnTo>
                    <a:pt x="2621712" y="1951812"/>
                  </a:lnTo>
                  <a:lnTo>
                    <a:pt x="2621712" y="1951189"/>
                  </a:lnTo>
                  <a:lnTo>
                    <a:pt x="2621820" y="1951189"/>
                  </a:lnTo>
                  <a:lnTo>
                    <a:pt x="2621820" y="1950565"/>
                  </a:lnTo>
                  <a:lnTo>
                    <a:pt x="2621929" y="1950565"/>
                  </a:lnTo>
                  <a:lnTo>
                    <a:pt x="2622037" y="1950565"/>
                  </a:lnTo>
                  <a:lnTo>
                    <a:pt x="2622145" y="1950565"/>
                  </a:lnTo>
                  <a:lnTo>
                    <a:pt x="2622145" y="1949941"/>
                  </a:lnTo>
                  <a:lnTo>
                    <a:pt x="2622254" y="1949941"/>
                  </a:lnTo>
                  <a:lnTo>
                    <a:pt x="2622362" y="1949941"/>
                  </a:lnTo>
                  <a:lnTo>
                    <a:pt x="2622471" y="1949941"/>
                  </a:lnTo>
                  <a:lnTo>
                    <a:pt x="2622579" y="1949941"/>
                  </a:lnTo>
                  <a:lnTo>
                    <a:pt x="2622688" y="1949941"/>
                  </a:lnTo>
                  <a:lnTo>
                    <a:pt x="2622796" y="1949941"/>
                  </a:lnTo>
                  <a:lnTo>
                    <a:pt x="2622905" y="1949941"/>
                  </a:lnTo>
                  <a:lnTo>
                    <a:pt x="2623013" y="1949941"/>
                  </a:lnTo>
                  <a:lnTo>
                    <a:pt x="2623121" y="1949941"/>
                  </a:lnTo>
                  <a:lnTo>
                    <a:pt x="2623230" y="1949941"/>
                  </a:lnTo>
                  <a:lnTo>
                    <a:pt x="2623230" y="1949318"/>
                  </a:lnTo>
                  <a:lnTo>
                    <a:pt x="2623230" y="1948694"/>
                  </a:lnTo>
                  <a:lnTo>
                    <a:pt x="2623230" y="1948071"/>
                  </a:lnTo>
                  <a:lnTo>
                    <a:pt x="2623338" y="1948071"/>
                  </a:lnTo>
                  <a:lnTo>
                    <a:pt x="2623447" y="1948071"/>
                  </a:lnTo>
                  <a:lnTo>
                    <a:pt x="2623555" y="1948071"/>
                  </a:lnTo>
                  <a:lnTo>
                    <a:pt x="2623664" y="1948071"/>
                  </a:lnTo>
                  <a:lnTo>
                    <a:pt x="2623772" y="1948071"/>
                  </a:lnTo>
                  <a:lnTo>
                    <a:pt x="2623881" y="1948071"/>
                  </a:lnTo>
                  <a:lnTo>
                    <a:pt x="2623989" y="1948071"/>
                  </a:lnTo>
                  <a:lnTo>
                    <a:pt x="2624097" y="1948071"/>
                  </a:lnTo>
                  <a:lnTo>
                    <a:pt x="2624206" y="1948071"/>
                  </a:lnTo>
                  <a:lnTo>
                    <a:pt x="2624314" y="1948071"/>
                  </a:lnTo>
                  <a:lnTo>
                    <a:pt x="2624423" y="1948071"/>
                  </a:lnTo>
                  <a:lnTo>
                    <a:pt x="2624531" y="1948071"/>
                  </a:lnTo>
                  <a:lnTo>
                    <a:pt x="2624640" y="1948071"/>
                  </a:lnTo>
                  <a:lnTo>
                    <a:pt x="2624748" y="1948071"/>
                  </a:lnTo>
                  <a:lnTo>
                    <a:pt x="2624857" y="1948071"/>
                  </a:lnTo>
                  <a:lnTo>
                    <a:pt x="2624965" y="1948071"/>
                  </a:lnTo>
                  <a:lnTo>
                    <a:pt x="2625073" y="1948071"/>
                  </a:lnTo>
                  <a:lnTo>
                    <a:pt x="2625182" y="1948071"/>
                  </a:lnTo>
                  <a:lnTo>
                    <a:pt x="2625290" y="1948071"/>
                  </a:lnTo>
                  <a:lnTo>
                    <a:pt x="2625290" y="1947447"/>
                  </a:lnTo>
                  <a:lnTo>
                    <a:pt x="2625399" y="1947447"/>
                  </a:lnTo>
                  <a:lnTo>
                    <a:pt x="2625507" y="1947447"/>
                  </a:lnTo>
                  <a:lnTo>
                    <a:pt x="2625507" y="1946824"/>
                  </a:lnTo>
                  <a:lnTo>
                    <a:pt x="2625616" y="1946824"/>
                  </a:lnTo>
                  <a:lnTo>
                    <a:pt x="2625724" y="1946824"/>
                  </a:lnTo>
                  <a:lnTo>
                    <a:pt x="2625833" y="1946824"/>
                  </a:lnTo>
                  <a:lnTo>
                    <a:pt x="2625941" y="1946824"/>
                  </a:lnTo>
                  <a:lnTo>
                    <a:pt x="2626050" y="1946824"/>
                  </a:lnTo>
                  <a:lnTo>
                    <a:pt x="2626050" y="1946200"/>
                  </a:lnTo>
                  <a:lnTo>
                    <a:pt x="2626158" y="1946200"/>
                  </a:lnTo>
                  <a:lnTo>
                    <a:pt x="2626158" y="1945576"/>
                  </a:lnTo>
                  <a:lnTo>
                    <a:pt x="2626266" y="1945576"/>
                  </a:lnTo>
                  <a:lnTo>
                    <a:pt x="2626375" y="1945576"/>
                  </a:lnTo>
                  <a:lnTo>
                    <a:pt x="2626483" y="1945576"/>
                  </a:lnTo>
                  <a:lnTo>
                    <a:pt x="2626592" y="1945576"/>
                  </a:lnTo>
                  <a:lnTo>
                    <a:pt x="2626700" y="1945576"/>
                  </a:lnTo>
                  <a:lnTo>
                    <a:pt x="2626700" y="1944953"/>
                  </a:lnTo>
                  <a:lnTo>
                    <a:pt x="2626809" y="1944953"/>
                  </a:lnTo>
                  <a:lnTo>
                    <a:pt x="2626917" y="1944953"/>
                  </a:lnTo>
                  <a:lnTo>
                    <a:pt x="2627026" y="1944953"/>
                  </a:lnTo>
                  <a:lnTo>
                    <a:pt x="2627134" y="1944953"/>
                  </a:lnTo>
                  <a:lnTo>
                    <a:pt x="2627242" y="1944953"/>
                  </a:lnTo>
                  <a:lnTo>
                    <a:pt x="2627351" y="1944953"/>
                  </a:lnTo>
                  <a:lnTo>
                    <a:pt x="2627459" y="1944953"/>
                  </a:lnTo>
                  <a:lnTo>
                    <a:pt x="2627568" y="1944953"/>
                  </a:lnTo>
                  <a:lnTo>
                    <a:pt x="2627676" y="1944953"/>
                  </a:lnTo>
                  <a:lnTo>
                    <a:pt x="2627676" y="1944329"/>
                  </a:lnTo>
                  <a:lnTo>
                    <a:pt x="2627785" y="1944329"/>
                  </a:lnTo>
                  <a:lnTo>
                    <a:pt x="2627893" y="1944329"/>
                  </a:lnTo>
                  <a:lnTo>
                    <a:pt x="2628002" y="1944329"/>
                  </a:lnTo>
                  <a:lnTo>
                    <a:pt x="2628110" y="1944329"/>
                  </a:lnTo>
                  <a:lnTo>
                    <a:pt x="2628110" y="1943706"/>
                  </a:lnTo>
                  <a:lnTo>
                    <a:pt x="2628218" y="1943706"/>
                  </a:lnTo>
                  <a:lnTo>
                    <a:pt x="2628327" y="1943706"/>
                  </a:lnTo>
                  <a:lnTo>
                    <a:pt x="2628435" y="1943706"/>
                  </a:lnTo>
                  <a:lnTo>
                    <a:pt x="2628544" y="1943706"/>
                  </a:lnTo>
                  <a:lnTo>
                    <a:pt x="2628652" y="1943706"/>
                  </a:lnTo>
                  <a:lnTo>
                    <a:pt x="2628761" y="1943706"/>
                  </a:lnTo>
                  <a:lnTo>
                    <a:pt x="2628869" y="1943706"/>
                  </a:lnTo>
                  <a:lnTo>
                    <a:pt x="2628978" y="1943706"/>
                  </a:lnTo>
                  <a:lnTo>
                    <a:pt x="2629086" y="1943706"/>
                  </a:lnTo>
                  <a:lnTo>
                    <a:pt x="2629194" y="1943706"/>
                  </a:lnTo>
                  <a:lnTo>
                    <a:pt x="2629303" y="1943706"/>
                  </a:lnTo>
                  <a:lnTo>
                    <a:pt x="2629303" y="1943082"/>
                  </a:lnTo>
                  <a:lnTo>
                    <a:pt x="2629411" y="1943082"/>
                  </a:lnTo>
                  <a:lnTo>
                    <a:pt x="2629520" y="1943082"/>
                  </a:lnTo>
                  <a:lnTo>
                    <a:pt x="2629520" y="1942458"/>
                  </a:lnTo>
                  <a:lnTo>
                    <a:pt x="2629628" y="1942458"/>
                  </a:lnTo>
                  <a:lnTo>
                    <a:pt x="2629737" y="1942458"/>
                  </a:lnTo>
                  <a:lnTo>
                    <a:pt x="2629845" y="1942458"/>
                  </a:lnTo>
                  <a:lnTo>
                    <a:pt x="2629845" y="1941835"/>
                  </a:lnTo>
                  <a:lnTo>
                    <a:pt x="2629845" y="1941211"/>
                  </a:lnTo>
                  <a:lnTo>
                    <a:pt x="2629954" y="1941211"/>
                  </a:lnTo>
                  <a:lnTo>
                    <a:pt x="2630062" y="1941211"/>
                  </a:lnTo>
                  <a:lnTo>
                    <a:pt x="2630171" y="1941211"/>
                  </a:lnTo>
                  <a:lnTo>
                    <a:pt x="2630279" y="1941211"/>
                  </a:lnTo>
                  <a:lnTo>
                    <a:pt x="2630387" y="1941211"/>
                  </a:lnTo>
                  <a:lnTo>
                    <a:pt x="2630496" y="1941211"/>
                  </a:lnTo>
                  <a:lnTo>
                    <a:pt x="2630496" y="1940588"/>
                  </a:lnTo>
                  <a:lnTo>
                    <a:pt x="2630604" y="1940588"/>
                  </a:lnTo>
                  <a:lnTo>
                    <a:pt x="2630713" y="1940588"/>
                  </a:lnTo>
                  <a:lnTo>
                    <a:pt x="2630821" y="1940588"/>
                  </a:lnTo>
                  <a:lnTo>
                    <a:pt x="2630821" y="1939964"/>
                  </a:lnTo>
                  <a:lnTo>
                    <a:pt x="2630930" y="1939964"/>
                  </a:lnTo>
                  <a:lnTo>
                    <a:pt x="2631038" y="1939964"/>
                  </a:lnTo>
                  <a:lnTo>
                    <a:pt x="2631147" y="1939964"/>
                  </a:lnTo>
                  <a:lnTo>
                    <a:pt x="2631147" y="1939341"/>
                  </a:lnTo>
                  <a:lnTo>
                    <a:pt x="2631255" y="1939341"/>
                  </a:lnTo>
                  <a:lnTo>
                    <a:pt x="2631363" y="1939341"/>
                  </a:lnTo>
                  <a:lnTo>
                    <a:pt x="2631472" y="1939341"/>
                  </a:lnTo>
                  <a:lnTo>
                    <a:pt x="2631580" y="1939341"/>
                  </a:lnTo>
                  <a:lnTo>
                    <a:pt x="2631689" y="1939341"/>
                  </a:lnTo>
                  <a:lnTo>
                    <a:pt x="2631797" y="1939341"/>
                  </a:lnTo>
                  <a:lnTo>
                    <a:pt x="2631906" y="1939341"/>
                  </a:lnTo>
                  <a:lnTo>
                    <a:pt x="2632014" y="1939341"/>
                  </a:lnTo>
                  <a:lnTo>
                    <a:pt x="2632123" y="1939341"/>
                  </a:lnTo>
                  <a:lnTo>
                    <a:pt x="2632123" y="1938717"/>
                  </a:lnTo>
                  <a:lnTo>
                    <a:pt x="2632123" y="1938093"/>
                  </a:lnTo>
                  <a:lnTo>
                    <a:pt x="2632231" y="1938093"/>
                  </a:lnTo>
                  <a:lnTo>
                    <a:pt x="2632231" y="1937470"/>
                  </a:lnTo>
                  <a:lnTo>
                    <a:pt x="2632339" y="1937470"/>
                  </a:lnTo>
                  <a:lnTo>
                    <a:pt x="2632339" y="1936846"/>
                  </a:lnTo>
                  <a:lnTo>
                    <a:pt x="2632448" y="1936846"/>
                  </a:lnTo>
                  <a:lnTo>
                    <a:pt x="2632556" y="1936846"/>
                  </a:lnTo>
                  <a:lnTo>
                    <a:pt x="2632665" y="1936846"/>
                  </a:lnTo>
                  <a:lnTo>
                    <a:pt x="2632773" y="1936846"/>
                  </a:lnTo>
                  <a:lnTo>
                    <a:pt x="2632882" y="1936846"/>
                  </a:lnTo>
                  <a:lnTo>
                    <a:pt x="2632882" y="1936223"/>
                  </a:lnTo>
                  <a:lnTo>
                    <a:pt x="2632990" y="1936223"/>
                  </a:lnTo>
                  <a:lnTo>
                    <a:pt x="2633099" y="1936223"/>
                  </a:lnTo>
                  <a:lnTo>
                    <a:pt x="2633099" y="1935599"/>
                  </a:lnTo>
                  <a:lnTo>
                    <a:pt x="2633207" y="1935599"/>
                  </a:lnTo>
                  <a:lnTo>
                    <a:pt x="2633315" y="1935599"/>
                  </a:lnTo>
                  <a:lnTo>
                    <a:pt x="2633424" y="1935599"/>
                  </a:lnTo>
                  <a:lnTo>
                    <a:pt x="2633532" y="1935599"/>
                  </a:lnTo>
                  <a:lnTo>
                    <a:pt x="2633641" y="1935599"/>
                  </a:lnTo>
                  <a:lnTo>
                    <a:pt x="2633749" y="1935599"/>
                  </a:lnTo>
                  <a:lnTo>
                    <a:pt x="2633749" y="1934975"/>
                  </a:lnTo>
                  <a:lnTo>
                    <a:pt x="2633858" y="1934975"/>
                  </a:lnTo>
                  <a:lnTo>
                    <a:pt x="2633966" y="1934975"/>
                  </a:lnTo>
                  <a:lnTo>
                    <a:pt x="2634075" y="1934975"/>
                  </a:lnTo>
                  <a:lnTo>
                    <a:pt x="2634183" y="1934975"/>
                  </a:lnTo>
                  <a:lnTo>
                    <a:pt x="2634292" y="1934975"/>
                  </a:lnTo>
                  <a:lnTo>
                    <a:pt x="2634400" y="1934975"/>
                  </a:lnTo>
                  <a:lnTo>
                    <a:pt x="2634508" y="1934975"/>
                  </a:lnTo>
                  <a:lnTo>
                    <a:pt x="2634617" y="1934975"/>
                  </a:lnTo>
                  <a:lnTo>
                    <a:pt x="2634725" y="1934975"/>
                  </a:lnTo>
                  <a:lnTo>
                    <a:pt x="2634834" y="1934975"/>
                  </a:lnTo>
                  <a:lnTo>
                    <a:pt x="2634834" y="1934352"/>
                  </a:lnTo>
                  <a:lnTo>
                    <a:pt x="2634942" y="1934352"/>
                  </a:lnTo>
                  <a:lnTo>
                    <a:pt x="2635051" y="1934352"/>
                  </a:lnTo>
                  <a:lnTo>
                    <a:pt x="2635159" y="1934352"/>
                  </a:lnTo>
                  <a:lnTo>
                    <a:pt x="2635268" y="1934352"/>
                  </a:lnTo>
                  <a:lnTo>
                    <a:pt x="2635376" y="1934352"/>
                  </a:lnTo>
                  <a:lnTo>
                    <a:pt x="2635484" y="1934352"/>
                  </a:lnTo>
                  <a:lnTo>
                    <a:pt x="2635593" y="1934352"/>
                  </a:lnTo>
                  <a:lnTo>
                    <a:pt x="2635701" y="1934352"/>
                  </a:lnTo>
                  <a:lnTo>
                    <a:pt x="2635810" y="1934352"/>
                  </a:lnTo>
                  <a:lnTo>
                    <a:pt x="2635918" y="1934352"/>
                  </a:lnTo>
                  <a:lnTo>
                    <a:pt x="2636027" y="1934352"/>
                  </a:lnTo>
                  <a:lnTo>
                    <a:pt x="2636135" y="1934352"/>
                  </a:lnTo>
                  <a:lnTo>
                    <a:pt x="2636244" y="1934352"/>
                  </a:lnTo>
                  <a:lnTo>
                    <a:pt x="2636352" y="1934352"/>
                  </a:lnTo>
                  <a:lnTo>
                    <a:pt x="2636460" y="1934352"/>
                  </a:lnTo>
                  <a:lnTo>
                    <a:pt x="2636569" y="1934352"/>
                  </a:lnTo>
                  <a:lnTo>
                    <a:pt x="2636677" y="1934352"/>
                  </a:lnTo>
                  <a:lnTo>
                    <a:pt x="2636786" y="1934352"/>
                  </a:lnTo>
                  <a:lnTo>
                    <a:pt x="2636894" y="1934352"/>
                  </a:lnTo>
                  <a:lnTo>
                    <a:pt x="2637003" y="1934352"/>
                  </a:lnTo>
                  <a:lnTo>
                    <a:pt x="2637111" y="1934352"/>
                  </a:lnTo>
                  <a:lnTo>
                    <a:pt x="2637220" y="1934352"/>
                  </a:lnTo>
                  <a:lnTo>
                    <a:pt x="2637328" y="1934352"/>
                  </a:lnTo>
                  <a:lnTo>
                    <a:pt x="2637436" y="1934352"/>
                  </a:lnTo>
                  <a:lnTo>
                    <a:pt x="2637545" y="1934352"/>
                  </a:lnTo>
                  <a:lnTo>
                    <a:pt x="2637653" y="1934352"/>
                  </a:lnTo>
                  <a:lnTo>
                    <a:pt x="2637762" y="1934352"/>
                  </a:lnTo>
                  <a:lnTo>
                    <a:pt x="2637762" y="1933728"/>
                  </a:lnTo>
                  <a:lnTo>
                    <a:pt x="2637870" y="1933728"/>
                  </a:lnTo>
                  <a:lnTo>
                    <a:pt x="2637979" y="1933728"/>
                  </a:lnTo>
                  <a:lnTo>
                    <a:pt x="2637979" y="1933105"/>
                  </a:lnTo>
                  <a:lnTo>
                    <a:pt x="2638087" y="1933105"/>
                  </a:lnTo>
                  <a:lnTo>
                    <a:pt x="2638196" y="1933105"/>
                  </a:lnTo>
                  <a:lnTo>
                    <a:pt x="2638304" y="1933105"/>
                  </a:lnTo>
                  <a:lnTo>
                    <a:pt x="2638304" y="1932481"/>
                  </a:lnTo>
                  <a:lnTo>
                    <a:pt x="2638413" y="1932481"/>
                  </a:lnTo>
                  <a:lnTo>
                    <a:pt x="2638521" y="1932481"/>
                  </a:lnTo>
                  <a:lnTo>
                    <a:pt x="2638629" y="1932481"/>
                  </a:lnTo>
                  <a:lnTo>
                    <a:pt x="2638738" y="1932481"/>
                  </a:lnTo>
                  <a:lnTo>
                    <a:pt x="2638738" y="1931858"/>
                  </a:lnTo>
                  <a:lnTo>
                    <a:pt x="2638846" y="1931858"/>
                  </a:lnTo>
                  <a:lnTo>
                    <a:pt x="2638955" y="1931858"/>
                  </a:lnTo>
                  <a:lnTo>
                    <a:pt x="2639063" y="1931858"/>
                  </a:lnTo>
                  <a:lnTo>
                    <a:pt x="2639063" y="1931234"/>
                  </a:lnTo>
                  <a:lnTo>
                    <a:pt x="2639172" y="1931234"/>
                  </a:lnTo>
                  <a:lnTo>
                    <a:pt x="2639280" y="1931234"/>
                  </a:lnTo>
                  <a:lnTo>
                    <a:pt x="2639389" y="1931234"/>
                  </a:lnTo>
                  <a:lnTo>
                    <a:pt x="2639389" y="1930610"/>
                  </a:lnTo>
                  <a:lnTo>
                    <a:pt x="2639389" y="1929987"/>
                  </a:lnTo>
                  <a:lnTo>
                    <a:pt x="2639497" y="1929987"/>
                  </a:lnTo>
                  <a:lnTo>
                    <a:pt x="2639605" y="1929987"/>
                  </a:lnTo>
                  <a:lnTo>
                    <a:pt x="2639714" y="1929987"/>
                  </a:lnTo>
                  <a:lnTo>
                    <a:pt x="2639822" y="1929987"/>
                  </a:lnTo>
                  <a:lnTo>
                    <a:pt x="2639931" y="1929987"/>
                  </a:lnTo>
                  <a:lnTo>
                    <a:pt x="2640039" y="1929987"/>
                  </a:lnTo>
                  <a:lnTo>
                    <a:pt x="2640148" y="1929987"/>
                  </a:lnTo>
                  <a:lnTo>
                    <a:pt x="2640256" y="1929987"/>
                  </a:lnTo>
                  <a:lnTo>
                    <a:pt x="2640256" y="1929363"/>
                  </a:lnTo>
                  <a:lnTo>
                    <a:pt x="2640365" y="1929363"/>
                  </a:lnTo>
                  <a:lnTo>
                    <a:pt x="2640473" y="1929363"/>
                  </a:lnTo>
                  <a:lnTo>
                    <a:pt x="2640473" y="1928740"/>
                  </a:lnTo>
                  <a:lnTo>
                    <a:pt x="2640581" y="1928740"/>
                  </a:lnTo>
                  <a:lnTo>
                    <a:pt x="2640690" y="1928740"/>
                  </a:lnTo>
                  <a:lnTo>
                    <a:pt x="2640798" y="1928740"/>
                  </a:lnTo>
                  <a:lnTo>
                    <a:pt x="2640907" y="1928740"/>
                  </a:lnTo>
                  <a:lnTo>
                    <a:pt x="2641015" y="1928740"/>
                  </a:lnTo>
                  <a:lnTo>
                    <a:pt x="2641124" y="1928740"/>
                  </a:lnTo>
                  <a:lnTo>
                    <a:pt x="2641232" y="1928740"/>
                  </a:lnTo>
                  <a:lnTo>
                    <a:pt x="2641341" y="1928740"/>
                  </a:lnTo>
                  <a:lnTo>
                    <a:pt x="2641449" y="1928740"/>
                  </a:lnTo>
                  <a:lnTo>
                    <a:pt x="2641557" y="1928740"/>
                  </a:lnTo>
                  <a:lnTo>
                    <a:pt x="2641666" y="1928740"/>
                  </a:lnTo>
                  <a:lnTo>
                    <a:pt x="2641774" y="1928740"/>
                  </a:lnTo>
                  <a:lnTo>
                    <a:pt x="2641774" y="1928116"/>
                  </a:lnTo>
                  <a:lnTo>
                    <a:pt x="2641883" y="1928116"/>
                  </a:lnTo>
                  <a:lnTo>
                    <a:pt x="2641991" y="1928116"/>
                  </a:lnTo>
                  <a:lnTo>
                    <a:pt x="2642100" y="1928116"/>
                  </a:lnTo>
                  <a:lnTo>
                    <a:pt x="2642208" y="1928116"/>
                  </a:lnTo>
                  <a:lnTo>
                    <a:pt x="2642317" y="1928116"/>
                  </a:lnTo>
                  <a:lnTo>
                    <a:pt x="2642425" y="1928116"/>
                  </a:lnTo>
                  <a:lnTo>
                    <a:pt x="2642533" y="1928116"/>
                  </a:lnTo>
                  <a:lnTo>
                    <a:pt x="2642642" y="1928116"/>
                  </a:lnTo>
                  <a:lnTo>
                    <a:pt x="2642642" y="1927492"/>
                  </a:lnTo>
                  <a:lnTo>
                    <a:pt x="2642750" y="1927492"/>
                  </a:lnTo>
                  <a:lnTo>
                    <a:pt x="2642859" y="1927492"/>
                  </a:lnTo>
                  <a:lnTo>
                    <a:pt x="2642859" y="1926869"/>
                  </a:lnTo>
                  <a:lnTo>
                    <a:pt x="2642967" y="1926869"/>
                  </a:lnTo>
                  <a:lnTo>
                    <a:pt x="2643076" y="1926869"/>
                  </a:lnTo>
                  <a:lnTo>
                    <a:pt x="2643076" y="1926245"/>
                  </a:lnTo>
                  <a:lnTo>
                    <a:pt x="2643184" y="1926245"/>
                  </a:lnTo>
                  <a:lnTo>
                    <a:pt x="2643293" y="1926245"/>
                  </a:lnTo>
                  <a:lnTo>
                    <a:pt x="2643401" y="1926245"/>
                  </a:lnTo>
                  <a:lnTo>
                    <a:pt x="2643510" y="1926245"/>
                  </a:lnTo>
                  <a:lnTo>
                    <a:pt x="2643618" y="1926245"/>
                  </a:lnTo>
                  <a:lnTo>
                    <a:pt x="2643726" y="1926245"/>
                  </a:lnTo>
                  <a:lnTo>
                    <a:pt x="2643835" y="1926245"/>
                  </a:lnTo>
                  <a:lnTo>
                    <a:pt x="2643943" y="1926245"/>
                  </a:lnTo>
                  <a:lnTo>
                    <a:pt x="2644052" y="1926245"/>
                  </a:lnTo>
                  <a:lnTo>
                    <a:pt x="2644160" y="1926245"/>
                  </a:lnTo>
                  <a:lnTo>
                    <a:pt x="2644269" y="1926245"/>
                  </a:lnTo>
                  <a:lnTo>
                    <a:pt x="2644377" y="1926245"/>
                  </a:lnTo>
                  <a:lnTo>
                    <a:pt x="2644486" y="1926245"/>
                  </a:lnTo>
                  <a:lnTo>
                    <a:pt x="2644594" y="1926245"/>
                  </a:lnTo>
                  <a:lnTo>
                    <a:pt x="2644594" y="1925622"/>
                  </a:lnTo>
                  <a:lnTo>
                    <a:pt x="2644702" y="1925622"/>
                  </a:lnTo>
                  <a:lnTo>
                    <a:pt x="2644811" y="1925622"/>
                  </a:lnTo>
                  <a:lnTo>
                    <a:pt x="2644811" y="1924998"/>
                  </a:lnTo>
                  <a:lnTo>
                    <a:pt x="2644811" y="1924375"/>
                  </a:lnTo>
                  <a:lnTo>
                    <a:pt x="2644919" y="1924375"/>
                  </a:lnTo>
                  <a:lnTo>
                    <a:pt x="2645028" y="1924375"/>
                  </a:lnTo>
                  <a:lnTo>
                    <a:pt x="2645028" y="1923751"/>
                  </a:lnTo>
                  <a:lnTo>
                    <a:pt x="2645136" y="1923751"/>
                  </a:lnTo>
                  <a:lnTo>
                    <a:pt x="2645245" y="1923751"/>
                  </a:lnTo>
                  <a:lnTo>
                    <a:pt x="2645353" y="1923751"/>
                  </a:lnTo>
                  <a:lnTo>
                    <a:pt x="2645462" y="1923751"/>
                  </a:lnTo>
                  <a:lnTo>
                    <a:pt x="2645462" y="1923127"/>
                  </a:lnTo>
                  <a:lnTo>
                    <a:pt x="2645570" y="1923127"/>
                  </a:lnTo>
                  <a:lnTo>
                    <a:pt x="2645678" y="1923127"/>
                  </a:lnTo>
                  <a:lnTo>
                    <a:pt x="2645787" y="1923127"/>
                  </a:lnTo>
                  <a:lnTo>
                    <a:pt x="2645895" y="1923127"/>
                  </a:lnTo>
                  <a:lnTo>
                    <a:pt x="2646004" y="1923127"/>
                  </a:lnTo>
                  <a:lnTo>
                    <a:pt x="2646112" y="1923127"/>
                  </a:lnTo>
                  <a:lnTo>
                    <a:pt x="2646221" y="1923127"/>
                  </a:lnTo>
                  <a:lnTo>
                    <a:pt x="2646329" y="1923127"/>
                  </a:lnTo>
                  <a:lnTo>
                    <a:pt x="2646438" y="1923127"/>
                  </a:lnTo>
                  <a:lnTo>
                    <a:pt x="2646546" y="1923127"/>
                  </a:lnTo>
                  <a:lnTo>
                    <a:pt x="2646654" y="1923127"/>
                  </a:lnTo>
                  <a:lnTo>
                    <a:pt x="2646763" y="1923127"/>
                  </a:lnTo>
                  <a:lnTo>
                    <a:pt x="2646871" y="1923127"/>
                  </a:lnTo>
                  <a:lnTo>
                    <a:pt x="2646980" y="1923127"/>
                  </a:lnTo>
                  <a:lnTo>
                    <a:pt x="2647088" y="1923127"/>
                  </a:lnTo>
                  <a:lnTo>
                    <a:pt x="2647197" y="1923127"/>
                  </a:lnTo>
                  <a:lnTo>
                    <a:pt x="2647305" y="1923127"/>
                  </a:lnTo>
                  <a:lnTo>
                    <a:pt x="2647305" y="1922504"/>
                  </a:lnTo>
                  <a:lnTo>
                    <a:pt x="2647305" y="1921880"/>
                  </a:lnTo>
                  <a:lnTo>
                    <a:pt x="2647414" y="1921880"/>
                  </a:lnTo>
                  <a:lnTo>
                    <a:pt x="2647522" y="1921880"/>
                  </a:lnTo>
                  <a:lnTo>
                    <a:pt x="2647631" y="1921880"/>
                  </a:lnTo>
                  <a:lnTo>
                    <a:pt x="2647739" y="1921880"/>
                  </a:lnTo>
                  <a:lnTo>
                    <a:pt x="2647847" y="1921880"/>
                  </a:lnTo>
                  <a:lnTo>
                    <a:pt x="2647956" y="1921880"/>
                  </a:lnTo>
                  <a:lnTo>
                    <a:pt x="2648064" y="1921880"/>
                  </a:lnTo>
                  <a:lnTo>
                    <a:pt x="2648173" y="1921880"/>
                  </a:lnTo>
                  <a:lnTo>
                    <a:pt x="2648281" y="1921880"/>
                  </a:lnTo>
                  <a:lnTo>
                    <a:pt x="2648390" y="1921880"/>
                  </a:lnTo>
                  <a:lnTo>
                    <a:pt x="2648498" y="1921880"/>
                  </a:lnTo>
                  <a:lnTo>
                    <a:pt x="2648607" y="1921880"/>
                  </a:lnTo>
                  <a:lnTo>
                    <a:pt x="2648607" y="1921257"/>
                  </a:lnTo>
                  <a:lnTo>
                    <a:pt x="2648715" y="1921257"/>
                  </a:lnTo>
                  <a:lnTo>
                    <a:pt x="2648823" y="1921257"/>
                  </a:lnTo>
                  <a:lnTo>
                    <a:pt x="2648932" y="1921257"/>
                  </a:lnTo>
                  <a:lnTo>
                    <a:pt x="2649040" y="1921257"/>
                  </a:lnTo>
                  <a:lnTo>
                    <a:pt x="2649149" y="1921257"/>
                  </a:lnTo>
                  <a:lnTo>
                    <a:pt x="2649257" y="1921257"/>
                  </a:lnTo>
                  <a:lnTo>
                    <a:pt x="2649366" y="1921257"/>
                  </a:lnTo>
                  <a:lnTo>
                    <a:pt x="2649474" y="1921257"/>
                  </a:lnTo>
                  <a:lnTo>
                    <a:pt x="2649474" y="1920633"/>
                  </a:lnTo>
                  <a:lnTo>
                    <a:pt x="2649583" y="1920633"/>
                  </a:lnTo>
                  <a:lnTo>
                    <a:pt x="2649583" y="1920009"/>
                  </a:lnTo>
                  <a:lnTo>
                    <a:pt x="2649691" y="1920009"/>
                  </a:lnTo>
                  <a:lnTo>
                    <a:pt x="2649799" y="1920009"/>
                  </a:lnTo>
                  <a:lnTo>
                    <a:pt x="2649908" y="1920009"/>
                  </a:lnTo>
                  <a:lnTo>
                    <a:pt x="2649908" y="1919386"/>
                  </a:lnTo>
                  <a:lnTo>
                    <a:pt x="2650016" y="1919386"/>
                  </a:lnTo>
                  <a:lnTo>
                    <a:pt x="2650125" y="1919386"/>
                  </a:lnTo>
                  <a:lnTo>
                    <a:pt x="2650233" y="1919386"/>
                  </a:lnTo>
                  <a:lnTo>
                    <a:pt x="2650233" y="1918762"/>
                  </a:lnTo>
                  <a:lnTo>
                    <a:pt x="2650342" y="1918762"/>
                  </a:lnTo>
                  <a:lnTo>
                    <a:pt x="2650450" y="1918762"/>
                  </a:lnTo>
                  <a:lnTo>
                    <a:pt x="2650450" y="1918139"/>
                  </a:lnTo>
                  <a:lnTo>
                    <a:pt x="2650559" y="1918139"/>
                  </a:lnTo>
                  <a:lnTo>
                    <a:pt x="2650667" y="1918139"/>
                  </a:lnTo>
                  <a:lnTo>
                    <a:pt x="2650775" y="1918139"/>
                  </a:lnTo>
                  <a:lnTo>
                    <a:pt x="2650884" y="1918139"/>
                  </a:lnTo>
                  <a:lnTo>
                    <a:pt x="2650992" y="1918139"/>
                  </a:lnTo>
                  <a:lnTo>
                    <a:pt x="2651101" y="1918139"/>
                  </a:lnTo>
                  <a:lnTo>
                    <a:pt x="2651209" y="1918139"/>
                  </a:lnTo>
                  <a:lnTo>
                    <a:pt x="2651318" y="1918139"/>
                  </a:lnTo>
                  <a:lnTo>
                    <a:pt x="2651426" y="1918139"/>
                  </a:lnTo>
                  <a:lnTo>
                    <a:pt x="2651535" y="1918139"/>
                  </a:lnTo>
                  <a:lnTo>
                    <a:pt x="2651643" y="1918139"/>
                  </a:lnTo>
                  <a:lnTo>
                    <a:pt x="2651752" y="1918139"/>
                  </a:lnTo>
                  <a:lnTo>
                    <a:pt x="2651860" y="1918139"/>
                  </a:lnTo>
                  <a:lnTo>
                    <a:pt x="2651968" y="1918139"/>
                  </a:lnTo>
                  <a:lnTo>
                    <a:pt x="2652077" y="1918139"/>
                  </a:lnTo>
                  <a:lnTo>
                    <a:pt x="2652185" y="1918139"/>
                  </a:lnTo>
                  <a:lnTo>
                    <a:pt x="2652294" y="1918139"/>
                  </a:lnTo>
                  <a:lnTo>
                    <a:pt x="2652402" y="1918139"/>
                  </a:lnTo>
                  <a:lnTo>
                    <a:pt x="2652511" y="1918139"/>
                  </a:lnTo>
                  <a:lnTo>
                    <a:pt x="2652619" y="1918139"/>
                  </a:lnTo>
                  <a:lnTo>
                    <a:pt x="2652728" y="1918139"/>
                  </a:lnTo>
                  <a:lnTo>
                    <a:pt x="2652728" y="1917515"/>
                  </a:lnTo>
                  <a:lnTo>
                    <a:pt x="2652836" y="1917515"/>
                  </a:lnTo>
                  <a:lnTo>
                    <a:pt x="2652944" y="1917515"/>
                  </a:lnTo>
                  <a:lnTo>
                    <a:pt x="2653053" y="1917515"/>
                  </a:lnTo>
                  <a:lnTo>
                    <a:pt x="2653161" y="1917515"/>
                  </a:lnTo>
                  <a:lnTo>
                    <a:pt x="2653161" y="1916892"/>
                  </a:lnTo>
                  <a:lnTo>
                    <a:pt x="2653270" y="1916892"/>
                  </a:lnTo>
                  <a:lnTo>
                    <a:pt x="2653378" y="1916892"/>
                  </a:lnTo>
                  <a:lnTo>
                    <a:pt x="2653487" y="1916892"/>
                  </a:lnTo>
                  <a:lnTo>
                    <a:pt x="2653595" y="1916892"/>
                  </a:lnTo>
                  <a:lnTo>
                    <a:pt x="2653704" y="1916892"/>
                  </a:lnTo>
                  <a:lnTo>
                    <a:pt x="2653812" y="1916892"/>
                  </a:lnTo>
                  <a:lnTo>
                    <a:pt x="2653920" y="1916892"/>
                  </a:lnTo>
                  <a:lnTo>
                    <a:pt x="2654029" y="1916892"/>
                  </a:lnTo>
                  <a:lnTo>
                    <a:pt x="2654137" y="1916892"/>
                  </a:lnTo>
                  <a:lnTo>
                    <a:pt x="2654246" y="1916892"/>
                  </a:lnTo>
                  <a:lnTo>
                    <a:pt x="2654354" y="1916892"/>
                  </a:lnTo>
                  <a:lnTo>
                    <a:pt x="2654463" y="1916892"/>
                  </a:lnTo>
                  <a:lnTo>
                    <a:pt x="2654571" y="1916892"/>
                  </a:lnTo>
                  <a:lnTo>
                    <a:pt x="2654680" y="1916892"/>
                  </a:lnTo>
                  <a:lnTo>
                    <a:pt x="2654788" y="1916892"/>
                  </a:lnTo>
                  <a:lnTo>
                    <a:pt x="2654896" y="1916892"/>
                  </a:lnTo>
                  <a:lnTo>
                    <a:pt x="2655005" y="1916892"/>
                  </a:lnTo>
                  <a:lnTo>
                    <a:pt x="2655113" y="1916892"/>
                  </a:lnTo>
                  <a:lnTo>
                    <a:pt x="2655222" y="1916892"/>
                  </a:lnTo>
                  <a:lnTo>
                    <a:pt x="2655222" y="1916268"/>
                  </a:lnTo>
                  <a:lnTo>
                    <a:pt x="2655330" y="1916268"/>
                  </a:lnTo>
                  <a:lnTo>
                    <a:pt x="2655439" y="1916268"/>
                  </a:lnTo>
                  <a:lnTo>
                    <a:pt x="2655547" y="1916268"/>
                  </a:lnTo>
                  <a:lnTo>
                    <a:pt x="2655656" y="1916268"/>
                  </a:lnTo>
                  <a:lnTo>
                    <a:pt x="2655764" y="1916268"/>
                  </a:lnTo>
                  <a:lnTo>
                    <a:pt x="2655873" y="1916268"/>
                  </a:lnTo>
                  <a:lnTo>
                    <a:pt x="2655981" y="1916268"/>
                  </a:lnTo>
                  <a:lnTo>
                    <a:pt x="2656089" y="1916268"/>
                  </a:lnTo>
                  <a:lnTo>
                    <a:pt x="2656198" y="1916268"/>
                  </a:lnTo>
                  <a:lnTo>
                    <a:pt x="2656306" y="1916268"/>
                  </a:lnTo>
                  <a:lnTo>
                    <a:pt x="2656415" y="1916268"/>
                  </a:lnTo>
                  <a:lnTo>
                    <a:pt x="2656523" y="1916268"/>
                  </a:lnTo>
                  <a:lnTo>
                    <a:pt x="2656523" y="1915644"/>
                  </a:lnTo>
                  <a:lnTo>
                    <a:pt x="2656632" y="1915644"/>
                  </a:lnTo>
                  <a:lnTo>
                    <a:pt x="2656740" y="1915644"/>
                  </a:lnTo>
                  <a:lnTo>
                    <a:pt x="2656849" y="1915644"/>
                  </a:lnTo>
                  <a:lnTo>
                    <a:pt x="2656957" y="1915644"/>
                  </a:lnTo>
                  <a:lnTo>
                    <a:pt x="2657065" y="1915644"/>
                  </a:lnTo>
                  <a:lnTo>
                    <a:pt x="2657174" y="1915644"/>
                  </a:lnTo>
                  <a:lnTo>
                    <a:pt x="2657174" y="1915021"/>
                  </a:lnTo>
                  <a:lnTo>
                    <a:pt x="2657282" y="1915021"/>
                  </a:lnTo>
                  <a:lnTo>
                    <a:pt x="2657391" y="1915021"/>
                  </a:lnTo>
                  <a:lnTo>
                    <a:pt x="2657499" y="1915021"/>
                  </a:lnTo>
                  <a:lnTo>
                    <a:pt x="2657608" y="1915021"/>
                  </a:lnTo>
                  <a:lnTo>
                    <a:pt x="2657716" y="1915021"/>
                  </a:lnTo>
                  <a:lnTo>
                    <a:pt x="2657825" y="1915021"/>
                  </a:lnTo>
                  <a:lnTo>
                    <a:pt x="2657825" y="1914397"/>
                  </a:lnTo>
                  <a:lnTo>
                    <a:pt x="2657933" y="1914397"/>
                  </a:lnTo>
                  <a:lnTo>
                    <a:pt x="2658041" y="1914397"/>
                  </a:lnTo>
                  <a:lnTo>
                    <a:pt x="2658150" y="1914397"/>
                  </a:lnTo>
                  <a:lnTo>
                    <a:pt x="2658258" y="1914397"/>
                  </a:lnTo>
                  <a:lnTo>
                    <a:pt x="2658367" y="1914397"/>
                  </a:lnTo>
                  <a:lnTo>
                    <a:pt x="2658475" y="1914397"/>
                  </a:lnTo>
                  <a:lnTo>
                    <a:pt x="2658584" y="1914397"/>
                  </a:lnTo>
                  <a:lnTo>
                    <a:pt x="2658692" y="1914397"/>
                  </a:lnTo>
                  <a:lnTo>
                    <a:pt x="2658801" y="1914397"/>
                  </a:lnTo>
                  <a:lnTo>
                    <a:pt x="2658909" y="1914397"/>
                  </a:lnTo>
                  <a:lnTo>
                    <a:pt x="2659017" y="1914397"/>
                  </a:lnTo>
                  <a:lnTo>
                    <a:pt x="2659126" y="1914397"/>
                  </a:lnTo>
                  <a:lnTo>
                    <a:pt x="2659234" y="1914397"/>
                  </a:lnTo>
                  <a:lnTo>
                    <a:pt x="2659343" y="1914397"/>
                  </a:lnTo>
                  <a:lnTo>
                    <a:pt x="2659343" y="1913774"/>
                  </a:lnTo>
                  <a:lnTo>
                    <a:pt x="2659451" y="1913774"/>
                  </a:lnTo>
                  <a:lnTo>
                    <a:pt x="2659560" y="1913774"/>
                  </a:lnTo>
                  <a:lnTo>
                    <a:pt x="2659668" y="1913774"/>
                  </a:lnTo>
                  <a:lnTo>
                    <a:pt x="2659777" y="1913774"/>
                  </a:lnTo>
                  <a:lnTo>
                    <a:pt x="2659885" y="1913774"/>
                  </a:lnTo>
                  <a:lnTo>
                    <a:pt x="2659994" y="1913774"/>
                  </a:lnTo>
                  <a:lnTo>
                    <a:pt x="2659994" y="1913150"/>
                  </a:lnTo>
                  <a:lnTo>
                    <a:pt x="2660102" y="1913150"/>
                  </a:lnTo>
                  <a:lnTo>
                    <a:pt x="2660210" y="1913150"/>
                  </a:lnTo>
                  <a:lnTo>
                    <a:pt x="2660319" y="1913150"/>
                  </a:lnTo>
                  <a:lnTo>
                    <a:pt x="2660427" y="1913150"/>
                  </a:lnTo>
                  <a:lnTo>
                    <a:pt x="2660536" y="1913150"/>
                  </a:lnTo>
                  <a:lnTo>
                    <a:pt x="2660644" y="1913150"/>
                  </a:lnTo>
                  <a:lnTo>
                    <a:pt x="2660753" y="1913150"/>
                  </a:lnTo>
                  <a:lnTo>
                    <a:pt x="2660861" y="1913150"/>
                  </a:lnTo>
                  <a:lnTo>
                    <a:pt x="2660970" y="1913150"/>
                  </a:lnTo>
                  <a:lnTo>
                    <a:pt x="2661078" y="1913150"/>
                  </a:lnTo>
                  <a:lnTo>
                    <a:pt x="2661186" y="1913150"/>
                  </a:lnTo>
                  <a:lnTo>
                    <a:pt x="2661186" y="1912526"/>
                  </a:lnTo>
                  <a:lnTo>
                    <a:pt x="2661295" y="1912526"/>
                  </a:lnTo>
                  <a:lnTo>
                    <a:pt x="2661403" y="1912526"/>
                  </a:lnTo>
                  <a:lnTo>
                    <a:pt x="2661512" y="1912526"/>
                  </a:lnTo>
                  <a:lnTo>
                    <a:pt x="2661620" y="1912526"/>
                  </a:lnTo>
                  <a:lnTo>
                    <a:pt x="2661729" y="1912526"/>
                  </a:lnTo>
                  <a:lnTo>
                    <a:pt x="2661837" y="1912526"/>
                  </a:lnTo>
                  <a:lnTo>
                    <a:pt x="2661946" y="1912526"/>
                  </a:lnTo>
                  <a:lnTo>
                    <a:pt x="2662054" y="1912526"/>
                  </a:lnTo>
                  <a:lnTo>
                    <a:pt x="2662162" y="1912526"/>
                  </a:lnTo>
                  <a:lnTo>
                    <a:pt x="2662271" y="1912526"/>
                  </a:lnTo>
                  <a:lnTo>
                    <a:pt x="2662379" y="1912526"/>
                  </a:lnTo>
                  <a:lnTo>
                    <a:pt x="2662488" y="1912526"/>
                  </a:lnTo>
                  <a:lnTo>
                    <a:pt x="2662596" y="1912526"/>
                  </a:lnTo>
                  <a:lnTo>
                    <a:pt x="2662705" y="1912526"/>
                  </a:lnTo>
                  <a:lnTo>
                    <a:pt x="2662813" y="1912526"/>
                  </a:lnTo>
                  <a:lnTo>
                    <a:pt x="2662922" y="1912526"/>
                  </a:lnTo>
                  <a:lnTo>
                    <a:pt x="2662922" y="1911903"/>
                  </a:lnTo>
                  <a:lnTo>
                    <a:pt x="2662922" y="1911279"/>
                  </a:lnTo>
                  <a:lnTo>
                    <a:pt x="2663030" y="1911279"/>
                  </a:lnTo>
                  <a:lnTo>
                    <a:pt x="2663138" y="1911279"/>
                  </a:lnTo>
                  <a:lnTo>
                    <a:pt x="2663138" y="1910656"/>
                  </a:lnTo>
                  <a:lnTo>
                    <a:pt x="2663247" y="1910656"/>
                  </a:lnTo>
                  <a:lnTo>
                    <a:pt x="2663355" y="1910656"/>
                  </a:lnTo>
                  <a:lnTo>
                    <a:pt x="2663464" y="1910656"/>
                  </a:lnTo>
                  <a:lnTo>
                    <a:pt x="2663572" y="1910656"/>
                  </a:lnTo>
                  <a:lnTo>
                    <a:pt x="2663681" y="1910656"/>
                  </a:lnTo>
                  <a:lnTo>
                    <a:pt x="2663681" y="1910032"/>
                  </a:lnTo>
                  <a:lnTo>
                    <a:pt x="2663789" y="1910032"/>
                  </a:lnTo>
                  <a:lnTo>
                    <a:pt x="2663898" y="1910032"/>
                  </a:lnTo>
                  <a:lnTo>
                    <a:pt x="2664006" y="1910032"/>
                  </a:lnTo>
                  <a:lnTo>
                    <a:pt x="2664114" y="1910032"/>
                  </a:lnTo>
                  <a:lnTo>
                    <a:pt x="2664223" y="1910032"/>
                  </a:lnTo>
                  <a:lnTo>
                    <a:pt x="2664331" y="1910032"/>
                  </a:lnTo>
                  <a:lnTo>
                    <a:pt x="2664440" y="1910032"/>
                  </a:lnTo>
                  <a:lnTo>
                    <a:pt x="2664548" y="1910032"/>
                  </a:lnTo>
                  <a:lnTo>
                    <a:pt x="2664657" y="1910032"/>
                  </a:lnTo>
                  <a:lnTo>
                    <a:pt x="2664657" y="1909409"/>
                  </a:lnTo>
                  <a:lnTo>
                    <a:pt x="2664765" y="1909409"/>
                  </a:lnTo>
                  <a:lnTo>
                    <a:pt x="2664765" y="1908785"/>
                  </a:lnTo>
                  <a:lnTo>
                    <a:pt x="2664874" y="1908785"/>
                  </a:lnTo>
                  <a:lnTo>
                    <a:pt x="2664982" y="1908785"/>
                  </a:lnTo>
                  <a:lnTo>
                    <a:pt x="2665091" y="1908785"/>
                  </a:lnTo>
                  <a:lnTo>
                    <a:pt x="2665199" y="1908785"/>
                  </a:lnTo>
                  <a:lnTo>
                    <a:pt x="2665199" y="1908161"/>
                  </a:lnTo>
                  <a:lnTo>
                    <a:pt x="2665199" y="1907538"/>
                  </a:lnTo>
                  <a:lnTo>
                    <a:pt x="2665307" y="1907538"/>
                  </a:lnTo>
                  <a:lnTo>
                    <a:pt x="2665416" y="1907538"/>
                  </a:lnTo>
                  <a:lnTo>
                    <a:pt x="2665416" y="1906914"/>
                  </a:lnTo>
                  <a:lnTo>
                    <a:pt x="2665524" y="1906914"/>
                  </a:lnTo>
                  <a:lnTo>
                    <a:pt x="2665633" y="1906914"/>
                  </a:lnTo>
                  <a:lnTo>
                    <a:pt x="2665741" y="1906914"/>
                  </a:lnTo>
                  <a:lnTo>
                    <a:pt x="2665741" y="1906291"/>
                  </a:lnTo>
                  <a:lnTo>
                    <a:pt x="2665850" y="1906291"/>
                  </a:lnTo>
                  <a:lnTo>
                    <a:pt x="2665958" y="1906291"/>
                  </a:lnTo>
                  <a:lnTo>
                    <a:pt x="2665958" y="1905667"/>
                  </a:lnTo>
                  <a:lnTo>
                    <a:pt x="2666067" y="1905667"/>
                  </a:lnTo>
                  <a:lnTo>
                    <a:pt x="2666175" y="1905667"/>
                  </a:lnTo>
                  <a:lnTo>
                    <a:pt x="2666283" y="1905667"/>
                  </a:lnTo>
                  <a:lnTo>
                    <a:pt x="2666392" y="1905667"/>
                  </a:lnTo>
                  <a:lnTo>
                    <a:pt x="2666500" y="1905667"/>
                  </a:lnTo>
                  <a:lnTo>
                    <a:pt x="2666609" y="1905667"/>
                  </a:lnTo>
                  <a:lnTo>
                    <a:pt x="2666717" y="1905667"/>
                  </a:lnTo>
                  <a:lnTo>
                    <a:pt x="2666826" y="1905667"/>
                  </a:lnTo>
                  <a:lnTo>
                    <a:pt x="2666934" y="1905667"/>
                  </a:lnTo>
                  <a:lnTo>
                    <a:pt x="2667043" y="1905667"/>
                  </a:lnTo>
                  <a:lnTo>
                    <a:pt x="2667043" y="1905043"/>
                  </a:lnTo>
                  <a:lnTo>
                    <a:pt x="2667151" y="1905043"/>
                  </a:lnTo>
                  <a:lnTo>
                    <a:pt x="2667259" y="1905043"/>
                  </a:lnTo>
                  <a:lnTo>
                    <a:pt x="2667368" y="1905043"/>
                  </a:lnTo>
                  <a:lnTo>
                    <a:pt x="2667476" y="1905043"/>
                  </a:lnTo>
                  <a:lnTo>
                    <a:pt x="2667585" y="1905043"/>
                  </a:lnTo>
                  <a:lnTo>
                    <a:pt x="2667693" y="1905043"/>
                  </a:lnTo>
                  <a:lnTo>
                    <a:pt x="2667802" y="1905043"/>
                  </a:lnTo>
                  <a:lnTo>
                    <a:pt x="2667910" y="1905043"/>
                  </a:lnTo>
                  <a:lnTo>
                    <a:pt x="2668019" y="1905043"/>
                  </a:lnTo>
                  <a:lnTo>
                    <a:pt x="2668127" y="1905043"/>
                  </a:lnTo>
                  <a:lnTo>
                    <a:pt x="2668235" y="1905043"/>
                  </a:lnTo>
                  <a:lnTo>
                    <a:pt x="2668344" y="1905043"/>
                  </a:lnTo>
                  <a:lnTo>
                    <a:pt x="2668452" y="1905043"/>
                  </a:lnTo>
                  <a:lnTo>
                    <a:pt x="2668561" y="1905043"/>
                  </a:lnTo>
                  <a:lnTo>
                    <a:pt x="2668669" y="1905043"/>
                  </a:lnTo>
                  <a:lnTo>
                    <a:pt x="2668778" y="1905043"/>
                  </a:lnTo>
                  <a:lnTo>
                    <a:pt x="2668886" y="1905043"/>
                  </a:lnTo>
                  <a:lnTo>
                    <a:pt x="2668995" y="1905043"/>
                  </a:lnTo>
                  <a:lnTo>
                    <a:pt x="2669103" y="1905043"/>
                  </a:lnTo>
                  <a:lnTo>
                    <a:pt x="2669212" y="1905043"/>
                  </a:lnTo>
                  <a:lnTo>
                    <a:pt x="2669320" y="1905043"/>
                  </a:lnTo>
                  <a:lnTo>
                    <a:pt x="2669428" y="1905043"/>
                  </a:lnTo>
                  <a:lnTo>
                    <a:pt x="2669537" y="1905043"/>
                  </a:lnTo>
                  <a:lnTo>
                    <a:pt x="2669645" y="1905043"/>
                  </a:lnTo>
                  <a:lnTo>
                    <a:pt x="2669754" y="1905043"/>
                  </a:lnTo>
                  <a:lnTo>
                    <a:pt x="2669862" y="1905043"/>
                  </a:lnTo>
                  <a:lnTo>
                    <a:pt x="2669971" y="1905043"/>
                  </a:lnTo>
                  <a:lnTo>
                    <a:pt x="2670079" y="1905043"/>
                  </a:lnTo>
                  <a:lnTo>
                    <a:pt x="2670188" y="1905043"/>
                  </a:lnTo>
                  <a:lnTo>
                    <a:pt x="2670296" y="1905043"/>
                  </a:lnTo>
                  <a:lnTo>
                    <a:pt x="2670404" y="1905043"/>
                  </a:lnTo>
                  <a:lnTo>
                    <a:pt x="2670513" y="1905043"/>
                  </a:lnTo>
                  <a:lnTo>
                    <a:pt x="2670621" y="1905043"/>
                  </a:lnTo>
                  <a:lnTo>
                    <a:pt x="2670730" y="1905043"/>
                  </a:lnTo>
                  <a:lnTo>
                    <a:pt x="2670838" y="1905043"/>
                  </a:lnTo>
                  <a:lnTo>
                    <a:pt x="2670947" y="1905043"/>
                  </a:lnTo>
                  <a:lnTo>
                    <a:pt x="2671055" y="1905043"/>
                  </a:lnTo>
                  <a:lnTo>
                    <a:pt x="2671164" y="1905043"/>
                  </a:lnTo>
                  <a:lnTo>
                    <a:pt x="2671272" y="1905043"/>
                  </a:lnTo>
                  <a:lnTo>
                    <a:pt x="2671380" y="1905043"/>
                  </a:lnTo>
                  <a:lnTo>
                    <a:pt x="2671489" y="1905043"/>
                  </a:lnTo>
                  <a:lnTo>
                    <a:pt x="2671597" y="1905043"/>
                  </a:lnTo>
                  <a:lnTo>
                    <a:pt x="2671706" y="1905043"/>
                  </a:lnTo>
                  <a:lnTo>
                    <a:pt x="2671814" y="1905043"/>
                  </a:lnTo>
                  <a:lnTo>
                    <a:pt x="2671923" y="1905043"/>
                  </a:lnTo>
                  <a:lnTo>
                    <a:pt x="2672031" y="1905043"/>
                  </a:lnTo>
                  <a:lnTo>
                    <a:pt x="2672140" y="1905043"/>
                  </a:lnTo>
                  <a:lnTo>
                    <a:pt x="2672140" y="1904420"/>
                  </a:lnTo>
                  <a:lnTo>
                    <a:pt x="2672248" y="1904420"/>
                  </a:lnTo>
                  <a:lnTo>
                    <a:pt x="2672356" y="1904420"/>
                  </a:lnTo>
                  <a:lnTo>
                    <a:pt x="2672465" y="1904420"/>
                  </a:lnTo>
                  <a:lnTo>
                    <a:pt x="2672573" y="1904420"/>
                  </a:lnTo>
                  <a:lnTo>
                    <a:pt x="2672682" y="1904420"/>
                  </a:lnTo>
                  <a:lnTo>
                    <a:pt x="2672790" y="1904420"/>
                  </a:lnTo>
                  <a:lnTo>
                    <a:pt x="2672899" y="1904420"/>
                  </a:lnTo>
                  <a:lnTo>
                    <a:pt x="2673007" y="1904420"/>
                  </a:lnTo>
                  <a:lnTo>
                    <a:pt x="2673116" y="1904420"/>
                  </a:lnTo>
                  <a:lnTo>
                    <a:pt x="2673224" y="1904420"/>
                  </a:lnTo>
                  <a:lnTo>
                    <a:pt x="2673224" y="1903796"/>
                  </a:lnTo>
                  <a:lnTo>
                    <a:pt x="2673333" y="1903796"/>
                  </a:lnTo>
                  <a:lnTo>
                    <a:pt x="2673333" y="1903173"/>
                  </a:lnTo>
                  <a:lnTo>
                    <a:pt x="2673441" y="1903173"/>
                  </a:lnTo>
                  <a:lnTo>
                    <a:pt x="2673549" y="1903173"/>
                  </a:lnTo>
                  <a:lnTo>
                    <a:pt x="2673658" y="1903173"/>
                  </a:lnTo>
                  <a:lnTo>
                    <a:pt x="2673766" y="1903173"/>
                  </a:lnTo>
                  <a:lnTo>
                    <a:pt x="2673875" y="1903173"/>
                  </a:lnTo>
                  <a:lnTo>
                    <a:pt x="2673983" y="1903173"/>
                  </a:lnTo>
                  <a:lnTo>
                    <a:pt x="2674092" y="1903173"/>
                  </a:lnTo>
                  <a:lnTo>
                    <a:pt x="2674200" y="1903173"/>
                  </a:lnTo>
                  <a:lnTo>
                    <a:pt x="2674309" y="1903173"/>
                  </a:lnTo>
                  <a:lnTo>
                    <a:pt x="2674417" y="1903173"/>
                  </a:lnTo>
                  <a:lnTo>
                    <a:pt x="2674525" y="1903173"/>
                  </a:lnTo>
                  <a:lnTo>
                    <a:pt x="2674525" y="1902549"/>
                  </a:lnTo>
                  <a:lnTo>
                    <a:pt x="2674634" y="1902549"/>
                  </a:lnTo>
                  <a:lnTo>
                    <a:pt x="2674742" y="1902549"/>
                  </a:lnTo>
                  <a:lnTo>
                    <a:pt x="2674851" y="1902549"/>
                  </a:lnTo>
                  <a:lnTo>
                    <a:pt x="2674851" y="1901926"/>
                  </a:lnTo>
                  <a:lnTo>
                    <a:pt x="2674851" y="1901302"/>
                  </a:lnTo>
                  <a:lnTo>
                    <a:pt x="2674959" y="1901302"/>
                  </a:lnTo>
                  <a:lnTo>
                    <a:pt x="2675068" y="1901302"/>
                  </a:lnTo>
                  <a:lnTo>
                    <a:pt x="2675068" y="1900678"/>
                  </a:lnTo>
                  <a:lnTo>
                    <a:pt x="2675176" y="1900678"/>
                  </a:lnTo>
                  <a:lnTo>
                    <a:pt x="2675285" y="1900678"/>
                  </a:lnTo>
                  <a:lnTo>
                    <a:pt x="2675393" y="1900678"/>
                  </a:lnTo>
                  <a:lnTo>
                    <a:pt x="2675501" y="1900678"/>
                  </a:lnTo>
                  <a:lnTo>
                    <a:pt x="2675610" y="1900678"/>
                  </a:lnTo>
                  <a:lnTo>
                    <a:pt x="2675718" y="1900678"/>
                  </a:lnTo>
                  <a:lnTo>
                    <a:pt x="2675827" y="1900678"/>
                  </a:lnTo>
                  <a:lnTo>
                    <a:pt x="2675935" y="1900678"/>
                  </a:lnTo>
                  <a:lnTo>
                    <a:pt x="2676044" y="1900678"/>
                  </a:lnTo>
                  <a:lnTo>
                    <a:pt x="2676044" y="1900055"/>
                  </a:lnTo>
                  <a:lnTo>
                    <a:pt x="2676152" y="1900055"/>
                  </a:lnTo>
                  <a:lnTo>
                    <a:pt x="2676261" y="1900055"/>
                  </a:lnTo>
                  <a:lnTo>
                    <a:pt x="2676261" y="1899431"/>
                  </a:lnTo>
                  <a:lnTo>
                    <a:pt x="2676369" y="1899431"/>
                  </a:lnTo>
                  <a:lnTo>
                    <a:pt x="2676477" y="1899431"/>
                  </a:lnTo>
                  <a:lnTo>
                    <a:pt x="2676586" y="1899431"/>
                  </a:lnTo>
                  <a:lnTo>
                    <a:pt x="2676694" y="1899431"/>
                  </a:lnTo>
                  <a:lnTo>
                    <a:pt x="2676803" y="1899431"/>
                  </a:lnTo>
                  <a:lnTo>
                    <a:pt x="2676911" y="1899431"/>
                  </a:lnTo>
                  <a:lnTo>
                    <a:pt x="2677020" y="1899431"/>
                  </a:lnTo>
                  <a:lnTo>
                    <a:pt x="2677128" y="1899431"/>
                  </a:lnTo>
                  <a:lnTo>
                    <a:pt x="2677237" y="1899431"/>
                  </a:lnTo>
                  <a:lnTo>
                    <a:pt x="2677345" y="1899431"/>
                  </a:lnTo>
                  <a:lnTo>
                    <a:pt x="2677454" y="1899431"/>
                  </a:lnTo>
                  <a:lnTo>
                    <a:pt x="2677562" y="1899431"/>
                  </a:lnTo>
                  <a:lnTo>
                    <a:pt x="2677670" y="1899431"/>
                  </a:lnTo>
                  <a:lnTo>
                    <a:pt x="2677670" y="1898808"/>
                  </a:lnTo>
                  <a:lnTo>
                    <a:pt x="2677779" y="1898808"/>
                  </a:lnTo>
                  <a:lnTo>
                    <a:pt x="2677779" y="1898184"/>
                  </a:lnTo>
                  <a:lnTo>
                    <a:pt x="2677887" y="1898184"/>
                  </a:lnTo>
                  <a:lnTo>
                    <a:pt x="2677996" y="1898184"/>
                  </a:lnTo>
                  <a:lnTo>
                    <a:pt x="2677996" y="1897560"/>
                  </a:lnTo>
                  <a:lnTo>
                    <a:pt x="2677996" y="1896937"/>
                  </a:lnTo>
                  <a:lnTo>
                    <a:pt x="2678104" y="1896937"/>
                  </a:lnTo>
                  <a:lnTo>
                    <a:pt x="2678213" y="1896937"/>
                  </a:lnTo>
                  <a:lnTo>
                    <a:pt x="2678321" y="1896937"/>
                  </a:lnTo>
                  <a:lnTo>
                    <a:pt x="2678321" y="1896313"/>
                  </a:lnTo>
                  <a:lnTo>
                    <a:pt x="2678430" y="1896313"/>
                  </a:lnTo>
                  <a:lnTo>
                    <a:pt x="2678538" y="1896313"/>
                  </a:lnTo>
                  <a:lnTo>
                    <a:pt x="2678646" y="1896313"/>
                  </a:lnTo>
                  <a:lnTo>
                    <a:pt x="2678755" y="1896313"/>
                  </a:lnTo>
                  <a:lnTo>
                    <a:pt x="2678863" y="1896313"/>
                  </a:lnTo>
                  <a:lnTo>
                    <a:pt x="2678972" y="1896313"/>
                  </a:lnTo>
                  <a:lnTo>
                    <a:pt x="2679080" y="1896313"/>
                  </a:lnTo>
                  <a:lnTo>
                    <a:pt x="2679080" y="1895690"/>
                  </a:lnTo>
                  <a:lnTo>
                    <a:pt x="2679080" y="1895066"/>
                  </a:lnTo>
                  <a:lnTo>
                    <a:pt x="2679080" y="1894443"/>
                  </a:lnTo>
                  <a:lnTo>
                    <a:pt x="2679189" y="1894443"/>
                  </a:lnTo>
                  <a:lnTo>
                    <a:pt x="2679297" y="1894443"/>
                  </a:lnTo>
                  <a:lnTo>
                    <a:pt x="2679406" y="1894443"/>
                  </a:lnTo>
                  <a:lnTo>
                    <a:pt x="2679514" y="1894443"/>
                  </a:lnTo>
                  <a:lnTo>
                    <a:pt x="2679622" y="1894443"/>
                  </a:lnTo>
                  <a:lnTo>
                    <a:pt x="2679731" y="1894443"/>
                  </a:lnTo>
                  <a:lnTo>
                    <a:pt x="2679839" y="1894443"/>
                  </a:lnTo>
                  <a:lnTo>
                    <a:pt x="2679839" y="1893819"/>
                  </a:lnTo>
                  <a:lnTo>
                    <a:pt x="2679948" y="1893819"/>
                  </a:lnTo>
                  <a:lnTo>
                    <a:pt x="2680056" y="1893819"/>
                  </a:lnTo>
                  <a:lnTo>
                    <a:pt x="2680165" y="1893819"/>
                  </a:lnTo>
                  <a:lnTo>
                    <a:pt x="2680165" y="1893195"/>
                  </a:lnTo>
                  <a:lnTo>
                    <a:pt x="2680273" y="1893195"/>
                  </a:lnTo>
                  <a:lnTo>
                    <a:pt x="2680273" y="1892572"/>
                  </a:lnTo>
                  <a:lnTo>
                    <a:pt x="2680273" y="1891948"/>
                  </a:lnTo>
                  <a:lnTo>
                    <a:pt x="2680382" y="1891948"/>
                  </a:lnTo>
                  <a:lnTo>
                    <a:pt x="2680490" y="1891948"/>
                  </a:lnTo>
                  <a:lnTo>
                    <a:pt x="2680598" y="1891948"/>
                  </a:lnTo>
                  <a:lnTo>
                    <a:pt x="2680707" y="1891948"/>
                  </a:lnTo>
                  <a:lnTo>
                    <a:pt x="2680707" y="1891325"/>
                  </a:lnTo>
                  <a:lnTo>
                    <a:pt x="2680815" y="1891325"/>
                  </a:lnTo>
                  <a:lnTo>
                    <a:pt x="2680924" y="1891325"/>
                  </a:lnTo>
                  <a:lnTo>
                    <a:pt x="2681032" y="1891325"/>
                  </a:lnTo>
                  <a:lnTo>
                    <a:pt x="2681141" y="1891325"/>
                  </a:lnTo>
                  <a:lnTo>
                    <a:pt x="2681249" y="1891325"/>
                  </a:lnTo>
                  <a:lnTo>
                    <a:pt x="2681358" y="1891325"/>
                  </a:lnTo>
                  <a:lnTo>
                    <a:pt x="2681466" y="1891325"/>
                  </a:lnTo>
                  <a:lnTo>
                    <a:pt x="2681575" y="1891325"/>
                  </a:lnTo>
                  <a:lnTo>
                    <a:pt x="2681683" y="1891325"/>
                  </a:lnTo>
                  <a:lnTo>
                    <a:pt x="2681683" y="1890701"/>
                  </a:lnTo>
                  <a:lnTo>
                    <a:pt x="2681791" y="1890701"/>
                  </a:lnTo>
                  <a:lnTo>
                    <a:pt x="2681900" y="1890701"/>
                  </a:lnTo>
                  <a:lnTo>
                    <a:pt x="2682008" y="1890701"/>
                  </a:lnTo>
                  <a:lnTo>
                    <a:pt x="2682117" y="1890701"/>
                  </a:lnTo>
                  <a:lnTo>
                    <a:pt x="2682225" y="1890701"/>
                  </a:lnTo>
                  <a:lnTo>
                    <a:pt x="2682334" y="1890701"/>
                  </a:lnTo>
                  <a:lnTo>
                    <a:pt x="2682442" y="1890701"/>
                  </a:lnTo>
                  <a:lnTo>
                    <a:pt x="2682551" y="1890701"/>
                  </a:lnTo>
                  <a:lnTo>
                    <a:pt x="2682659" y="1890701"/>
                  </a:lnTo>
                  <a:lnTo>
                    <a:pt x="2682767" y="1890701"/>
                  </a:lnTo>
                  <a:lnTo>
                    <a:pt x="2682876" y="1890701"/>
                  </a:lnTo>
                  <a:lnTo>
                    <a:pt x="2682876" y="1890078"/>
                  </a:lnTo>
                  <a:lnTo>
                    <a:pt x="2682984" y="1890078"/>
                  </a:lnTo>
                  <a:lnTo>
                    <a:pt x="2683093" y="1890078"/>
                  </a:lnTo>
                  <a:lnTo>
                    <a:pt x="2683201" y="1890078"/>
                  </a:lnTo>
                  <a:lnTo>
                    <a:pt x="2683310" y="1890078"/>
                  </a:lnTo>
                  <a:lnTo>
                    <a:pt x="2683418" y="1890078"/>
                  </a:lnTo>
                  <a:lnTo>
                    <a:pt x="2683527" y="1890078"/>
                  </a:lnTo>
                  <a:lnTo>
                    <a:pt x="2683635" y="1890078"/>
                  </a:lnTo>
                  <a:lnTo>
                    <a:pt x="2683635" y="1889454"/>
                  </a:lnTo>
                  <a:lnTo>
                    <a:pt x="2683635" y="1888830"/>
                  </a:lnTo>
                  <a:lnTo>
                    <a:pt x="2683635" y="1888207"/>
                  </a:lnTo>
                  <a:lnTo>
                    <a:pt x="2683743" y="1888207"/>
                  </a:lnTo>
                  <a:lnTo>
                    <a:pt x="2683852" y="1888207"/>
                  </a:lnTo>
                  <a:lnTo>
                    <a:pt x="2683960" y="1888207"/>
                  </a:lnTo>
                  <a:lnTo>
                    <a:pt x="2684069" y="1888207"/>
                  </a:lnTo>
                  <a:lnTo>
                    <a:pt x="2684177" y="1888207"/>
                  </a:lnTo>
                  <a:lnTo>
                    <a:pt x="2684177" y="1887583"/>
                  </a:lnTo>
                  <a:lnTo>
                    <a:pt x="2684286" y="1887583"/>
                  </a:lnTo>
                  <a:lnTo>
                    <a:pt x="2684286" y="1886960"/>
                  </a:lnTo>
                  <a:lnTo>
                    <a:pt x="2684394" y="1886960"/>
                  </a:lnTo>
                  <a:lnTo>
                    <a:pt x="2684503" y="1886960"/>
                  </a:lnTo>
                  <a:lnTo>
                    <a:pt x="2684611" y="1886960"/>
                  </a:lnTo>
                  <a:lnTo>
                    <a:pt x="2684719" y="1886960"/>
                  </a:lnTo>
                  <a:lnTo>
                    <a:pt x="2684828" y="1886960"/>
                  </a:lnTo>
                  <a:lnTo>
                    <a:pt x="2684936" y="1886960"/>
                  </a:lnTo>
                  <a:lnTo>
                    <a:pt x="2685045" y="1886960"/>
                  </a:lnTo>
                  <a:lnTo>
                    <a:pt x="2685153" y="1886960"/>
                  </a:lnTo>
                  <a:lnTo>
                    <a:pt x="2685262" y="1886960"/>
                  </a:lnTo>
                  <a:lnTo>
                    <a:pt x="2685370" y="1886960"/>
                  </a:lnTo>
                  <a:lnTo>
                    <a:pt x="2685479" y="1886960"/>
                  </a:lnTo>
                  <a:lnTo>
                    <a:pt x="2685587" y="1886960"/>
                  </a:lnTo>
                  <a:lnTo>
                    <a:pt x="2685695" y="1886960"/>
                  </a:lnTo>
                  <a:lnTo>
                    <a:pt x="2685804" y="1886960"/>
                  </a:lnTo>
                  <a:lnTo>
                    <a:pt x="2685912" y="1886960"/>
                  </a:lnTo>
                  <a:lnTo>
                    <a:pt x="2686021" y="1886960"/>
                  </a:lnTo>
                  <a:lnTo>
                    <a:pt x="2686129" y="1886960"/>
                  </a:lnTo>
                  <a:lnTo>
                    <a:pt x="2686129" y="1886336"/>
                  </a:lnTo>
                  <a:lnTo>
                    <a:pt x="2686238" y="1886336"/>
                  </a:lnTo>
                  <a:lnTo>
                    <a:pt x="2686346" y="1886336"/>
                  </a:lnTo>
                  <a:lnTo>
                    <a:pt x="2686455" y="1886336"/>
                  </a:lnTo>
                  <a:lnTo>
                    <a:pt x="2686455" y="1885712"/>
                  </a:lnTo>
                  <a:lnTo>
                    <a:pt x="2686563" y="1885712"/>
                  </a:lnTo>
                  <a:lnTo>
                    <a:pt x="2686672" y="1885712"/>
                  </a:lnTo>
                  <a:lnTo>
                    <a:pt x="2686780" y="1885712"/>
                  </a:lnTo>
                  <a:lnTo>
                    <a:pt x="2686888" y="1885712"/>
                  </a:lnTo>
                  <a:lnTo>
                    <a:pt x="2686888" y="1885089"/>
                  </a:lnTo>
                  <a:lnTo>
                    <a:pt x="2686997" y="1885089"/>
                  </a:lnTo>
                  <a:lnTo>
                    <a:pt x="2687105" y="1885089"/>
                  </a:lnTo>
                  <a:lnTo>
                    <a:pt x="2687214" y="1885089"/>
                  </a:lnTo>
                  <a:lnTo>
                    <a:pt x="2687322" y="1885089"/>
                  </a:lnTo>
                  <a:lnTo>
                    <a:pt x="2687431" y="1885089"/>
                  </a:lnTo>
                  <a:lnTo>
                    <a:pt x="2687539" y="1885089"/>
                  </a:lnTo>
                  <a:lnTo>
                    <a:pt x="2687648" y="1885089"/>
                  </a:lnTo>
                  <a:lnTo>
                    <a:pt x="2687756" y="1885089"/>
                  </a:lnTo>
                  <a:lnTo>
                    <a:pt x="2687864" y="1885089"/>
                  </a:lnTo>
                  <a:lnTo>
                    <a:pt x="2687973" y="1885089"/>
                  </a:lnTo>
                  <a:lnTo>
                    <a:pt x="2688081" y="1885089"/>
                  </a:lnTo>
                  <a:lnTo>
                    <a:pt x="2688190" y="1885089"/>
                  </a:lnTo>
                  <a:lnTo>
                    <a:pt x="2688298" y="1885089"/>
                  </a:lnTo>
                  <a:lnTo>
                    <a:pt x="2688407" y="1885089"/>
                  </a:lnTo>
                  <a:lnTo>
                    <a:pt x="2688515" y="1885089"/>
                  </a:lnTo>
                  <a:lnTo>
                    <a:pt x="2688624" y="1885089"/>
                  </a:lnTo>
                  <a:lnTo>
                    <a:pt x="2688732" y="1885089"/>
                  </a:lnTo>
                  <a:lnTo>
                    <a:pt x="2688840" y="1885089"/>
                  </a:lnTo>
                  <a:lnTo>
                    <a:pt x="2688949" y="1885089"/>
                  </a:lnTo>
                  <a:lnTo>
                    <a:pt x="2689057" y="1885089"/>
                  </a:lnTo>
                  <a:lnTo>
                    <a:pt x="2689166" y="1885089"/>
                  </a:lnTo>
                  <a:lnTo>
                    <a:pt x="2689274" y="1885089"/>
                  </a:lnTo>
                  <a:lnTo>
                    <a:pt x="2689383" y="1885089"/>
                  </a:lnTo>
                  <a:lnTo>
                    <a:pt x="2689491" y="1885089"/>
                  </a:lnTo>
                  <a:lnTo>
                    <a:pt x="2689600" y="1885089"/>
                  </a:lnTo>
                  <a:lnTo>
                    <a:pt x="2689708" y="1885089"/>
                  </a:lnTo>
                  <a:lnTo>
                    <a:pt x="2689816" y="1885089"/>
                  </a:lnTo>
                  <a:lnTo>
                    <a:pt x="2689925" y="1885089"/>
                  </a:lnTo>
                  <a:lnTo>
                    <a:pt x="2690033" y="1885089"/>
                  </a:lnTo>
                  <a:lnTo>
                    <a:pt x="2690033" y="1884465"/>
                  </a:lnTo>
                  <a:lnTo>
                    <a:pt x="2690142" y="1884465"/>
                  </a:lnTo>
                  <a:lnTo>
                    <a:pt x="2690250" y="1884465"/>
                  </a:lnTo>
                  <a:lnTo>
                    <a:pt x="2690359" y="1884465"/>
                  </a:lnTo>
                  <a:lnTo>
                    <a:pt x="2690467" y="1884465"/>
                  </a:lnTo>
                  <a:lnTo>
                    <a:pt x="2690467" y="1883842"/>
                  </a:lnTo>
                  <a:lnTo>
                    <a:pt x="2690576" y="1883842"/>
                  </a:lnTo>
                  <a:lnTo>
                    <a:pt x="2690684" y="1883842"/>
                  </a:lnTo>
                  <a:lnTo>
                    <a:pt x="2690793" y="1883842"/>
                  </a:lnTo>
                  <a:lnTo>
                    <a:pt x="2690901" y="1883842"/>
                  </a:lnTo>
                  <a:lnTo>
                    <a:pt x="2691009" y="1883842"/>
                  </a:lnTo>
                  <a:lnTo>
                    <a:pt x="2691118" y="1883842"/>
                  </a:lnTo>
                  <a:lnTo>
                    <a:pt x="2691226" y="1883842"/>
                  </a:lnTo>
                  <a:lnTo>
                    <a:pt x="2691335" y="1883842"/>
                  </a:lnTo>
                  <a:lnTo>
                    <a:pt x="2691443" y="1883842"/>
                  </a:lnTo>
                  <a:lnTo>
                    <a:pt x="2691552" y="1883842"/>
                  </a:lnTo>
                  <a:lnTo>
                    <a:pt x="2691660" y="1883842"/>
                  </a:lnTo>
                  <a:lnTo>
                    <a:pt x="2691769" y="1883842"/>
                  </a:lnTo>
                  <a:lnTo>
                    <a:pt x="2691877" y="1883842"/>
                  </a:lnTo>
                  <a:lnTo>
                    <a:pt x="2691985" y="1883842"/>
                  </a:lnTo>
                  <a:lnTo>
                    <a:pt x="2692094" y="1883842"/>
                  </a:lnTo>
                  <a:lnTo>
                    <a:pt x="2692202" y="1883842"/>
                  </a:lnTo>
                  <a:lnTo>
                    <a:pt x="2692311" y="1883842"/>
                  </a:lnTo>
                  <a:lnTo>
                    <a:pt x="2692419" y="1883842"/>
                  </a:lnTo>
                  <a:lnTo>
                    <a:pt x="2692528" y="1883842"/>
                  </a:lnTo>
                  <a:lnTo>
                    <a:pt x="2692636" y="1883842"/>
                  </a:lnTo>
                  <a:lnTo>
                    <a:pt x="2692745" y="1883842"/>
                  </a:lnTo>
                  <a:lnTo>
                    <a:pt x="2692853" y="1883842"/>
                  </a:lnTo>
                  <a:lnTo>
                    <a:pt x="2692961" y="1883842"/>
                  </a:lnTo>
                  <a:lnTo>
                    <a:pt x="2693070" y="1883842"/>
                  </a:lnTo>
                  <a:lnTo>
                    <a:pt x="2693178" y="1883842"/>
                  </a:lnTo>
                  <a:lnTo>
                    <a:pt x="2693178" y="1883218"/>
                  </a:lnTo>
                  <a:lnTo>
                    <a:pt x="2693287" y="1883218"/>
                  </a:lnTo>
                  <a:lnTo>
                    <a:pt x="2693395" y="1883218"/>
                  </a:lnTo>
                  <a:lnTo>
                    <a:pt x="2693504" y="1883218"/>
                  </a:lnTo>
                  <a:lnTo>
                    <a:pt x="2693504" y="1882595"/>
                  </a:lnTo>
                  <a:lnTo>
                    <a:pt x="2693612" y="1882595"/>
                  </a:lnTo>
                  <a:lnTo>
                    <a:pt x="2693612" y="1881971"/>
                  </a:lnTo>
                  <a:lnTo>
                    <a:pt x="2693612" y="1881347"/>
                  </a:lnTo>
                  <a:lnTo>
                    <a:pt x="2693721" y="1881347"/>
                  </a:lnTo>
                  <a:lnTo>
                    <a:pt x="2693829" y="1881347"/>
                  </a:lnTo>
                  <a:lnTo>
                    <a:pt x="2693937" y="1881347"/>
                  </a:lnTo>
                  <a:lnTo>
                    <a:pt x="2693937" y="1880724"/>
                  </a:lnTo>
                  <a:lnTo>
                    <a:pt x="2694046" y="1880724"/>
                  </a:lnTo>
                  <a:lnTo>
                    <a:pt x="2694154" y="1880724"/>
                  </a:lnTo>
                  <a:lnTo>
                    <a:pt x="2694263" y="1880724"/>
                  </a:lnTo>
                  <a:lnTo>
                    <a:pt x="2694371" y="1880724"/>
                  </a:lnTo>
                  <a:lnTo>
                    <a:pt x="2694480" y="1880724"/>
                  </a:lnTo>
                  <a:lnTo>
                    <a:pt x="2694588" y="1880724"/>
                  </a:lnTo>
                  <a:lnTo>
                    <a:pt x="2694588" y="1880100"/>
                  </a:lnTo>
                  <a:lnTo>
                    <a:pt x="2694697" y="1880100"/>
                  </a:lnTo>
                  <a:lnTo>
                    <a:pt x="2694805" y="1880100"/>
                  </a:lnTo>
                  <a:lnTo>
                    <a:pt x="2694805" y="1879477"/>
                  </a:lnTo>
                  <a:lnTo>
                    <a:pt x="2694914" y="1879477"/>
                  </a:lnTo>
                  <a:lnTo>
                    <a:pt x="2695022" y="1879477"/>
                  </a:lnTo>
                  <a:lnTo>
                    <a:pt x="2695130" y="1879477"/>
                  </a:lnTo>
                  <a:lnTo>
                    <a:pt x="2695239" y="1879477"/>
                  </a:lnTo>
                  <a:lnTo>
                    <a:pt x="2695347" y="1879477"/>
                  </a:lnTo>
                  <a:lnTo>
                    <a:pt x="2695347" y="1878853"/>
                  </a:lnTo>
                  <a:lnTo>
                    <a:pt x="2695456" y="1878853"/>
                  </a:lnTo>
                  <a:lnTo>
                    <a:pt x="2695564" y="1878853"/>
                  </a:lnTo>
                  <a:lnTo>
                    <a:pt x="2695673" y="1878853"/>
                  </a:lnTo>
                  <a:lnTo>
                    <a:pt x="2695781" y="1878853"/>
                  </a:lnTo>
                  <a:lnTo>
                    <a:pt x="2695890" y="1878853"/>
                  </a:lnTo>
                  <a:lnTo>
                    <a:pt x="2695998" y="1878853"/>
                  </a:lnTo>
                  <a:lnTo>
                    <a:pt x="2696106" y="1878853"/>
                  </a:lnTo>
                  <a:lnTo>
                    <a:pt x="2696215" y="1878853"/>
                  </a:lnTo>
                  <a:lnTo>
                    <a:pt x="2696323" y="1878853"/>
                  </a:lnTo>
                  <a:lnTo>
                    <a:pt x="2696432" y="1878853"/>
                  </a:lnTo>
                  <a:lnTo>
                    <a:pt x="2696540" y="1878853"/>
                  </a:lnTo>
                  <a:lnTo>
                    <a:pt x="2696649" y="1878853"/>
                  </a:lnTo>
                  <a:lnTo>
                    <a:pt x="2696649" y="1878229"/>
                  </a:lnTo>
                  <a:lnTo>
                    <a:pt x="2696757" y="1878229"/>
                  </a:lnTo>
                  <a:lnTo>
                    <a:pt x="2696866" y="1878229"/>
                  </a:lnTo>
                  <a:lnTo>
                    <a:pt x="2696974" y="1878229"/>
                  </a:lnTo>
                  <a:lnTo>
                    <a:pt x="2697082" y="1878229"/>
                  </a:lnTo>
                  <a:lnTo>
                    <a:pt x="2697191" y="1878229"/>
                  </a:lnTo>
                  <a:lnTo>
                    <a:pt x="2697299" y="1878229"/>
                  </a:lnTo>
                  <a:lnTo>
                    <a:pt x="2697408" y="1878229"/>
                  </a:lnTo>
                  <a:lnTo>
                    <a:pt x="2697408" y="1877606"/>
                  </a:lnTo>
                  <a:lnTo>
                    <a:pt x="2697516" y="1877606"/>
                  </a:lnTo>
                  <a:lnTo>
                    <a:pt x="2697516" y="1876982"/>
                  </a:lnTo>
                  <a:lnTo>
                    <a:pt x="2697625" y="1876982"/>
                  </a:lnTo>
                  <a:lnTo>
                    <a:pt x="2697733" y="1876982"/>
                  </a:lnTo>
                  <a:lnTo>
                    <a:pt x="2697842" y="1876982"/>
                  </a:lnTo>
                  <a:lnTo>
                    <a:pt x="2697950" y="1876982"/>
                  </a:lnTo>
                  <a:lnTo>
                    <a:pt x="2698058" y="1876982"/>
                  </a:lnTo>
                  <a:lnTo>
                    <a:pt x="2698167" y="1876982"/>
                  </a:lnTo>
                  <a:lnTo>
                    <a:pt x="2698275" y="1876982"/>
                  </a:lnTo>
                  <a:lnTo>
                    <a:pt x="2698384" y="1876982"/>
                  </a:lnTo>
                  <a:lnTo>
                    <a:pt x="2698492" y="1876982"/>
                  </a:lnTo>
                  <a:lnTo>
                    <a:pt x="2698601" y="1876982"/>
                  </a:lnTo>
                  <a:lnTo>
                    <a:pt x="2698709" y="1876982"/>
                  </a:lnTo>
                  <a:lnTo>
                    <a:pt x="2698818" y="1876982"/>
                  </a:lnTo>
                  <a:lnTo>
                    <a:pt x="2698926" y="1876982"/>
                  </a:lnTo>
                  <a:lnTo>
                    <a:pt x="2698926" y="1876359"/>
                  </a:lnTo>
                  <a:lnTo>
                    <a:pt x="2699035" y="1876359"/>
                  </a:lnTo>
                  <a:lnTo>
                    <a:pt x="2699143" y="1876359"/>
                  </a:lnTo>
                  <a:lnTo>
                    <a:pt x="2699251" y="1876359"/>
                  </a:lnTo>
                  <a:lnTo>
                    <a:pt x="2699360" y="1876359"/>
                  </a:lnTo>
                  <a:lnTo>
                    <a:pt x="2699468" y="1876359"/>
                  </a:lnTo>
                  <a:lnTo>
                    <a:pt x="2699577" y="1876359"/>
                  </a:lnTo>
                  <a:lnTo>
                    <a:pt x="2699577" y="1875735"/>
                  </a:lnTo>
                  <a:lnTo>
                    <a:pt x="2699577" y="1875112"/>
                  </a:lnTo>
                  <a:lnTo>
                    <a:pt x="2699577" y="1874488"/>
                  </a:lnTo>
                  <a:lnTo>
                    <a:pt x="2699685" y="1874488"/>
                  </a:lnTo>
                  <a:lnTo>
                    <a:pt x="2699794" y="1874488"/>
                  </a:lnTo>
                  <a:lnTo>
                    <a:pt x="2699794" y="1873864"/>
                  </a:lnTo>
                  <a:lnTo>
                    <a:pt x="2699902" y="1873864"/>
                  </a:lnTo>
                  <a:lnTo>
                    <a:pt x="2700011" y="1873864"/>
                  </a:lnTo>
                  <a:lnTo>
                    <a:pt x="2700119" y="1873864"/>
                  </a:lnTo>
                  <a:lnTo>
                    <a:pt x="2700227" y="1873864"/>
                  </a:lnTo>
                  <a:lnTo>
                    <a:pt x="2700336" y="1873864"/>
                  </a:lnTo>
                  <a:lnTo>
                    <a:pt x="2700444" y="1873864"/>
                  </a:lnTo>
                  <a:lnTo>
                    <a:pt x="2700553" y="1873864"/>
                  </a:lnTo>
                  <a:lnTo>
                    <a:pt x="2700661" y="1873864"/>
                  </a:lnTo>
                  <a:lnTo>
                    <a:pt x="2700770" y="1873864"/>
                  </a:lnTo>
                  <a:lnTo>
                    <a:pt x="2700770" y="1873241"/>
                  </a:lnTo>
                  <a:lnTo>
                    <a:pt x="2700878" y="1873241"/>
                  </a:lnTo>
                  <a:lnTo>
                    <a:pt x="2700987" y="1873241"/>
                  </a:lnTo>
                  <a:lnTo>
                    <a:pt x="2701095" y="1873241"/>
                  </a:lnTo>
                  <a:lnTo>
                    <a:pt x="2701203" y="1873241"/>
                  </a:lnTo>
                  <a:lnTo>
                    <a:pt x="2701312" y="1873241"/>
                  </a:lnTo>
                  <a:lnTo>
                    <a:pt x="2701312" y="1872617"/>
                  </a:lnTo>
                  <a:lnTo>
                    <a:pt x="2701420" y="1872617"/>
                  </a:lnTo>
                  <a:lnTo>
                    <a:pt x="2701529" y="1872617"/>
                  </a:lnTo>
                  <a:lnTo>
                    <a:pt x="2701637" y="1872617"/>
                  </a:lnTo>
                  <a:lnTo>
                    <a:pt x="2701746" y="1872617"/>
                  </a:lnTo>
                  <a:lnTo>
                    <a:pt x="2701746" y="1871994"/>
                  </a:lnTo>
                  <a:lnTo>
                    <a:pt x="2701854" y="1871994"/>
                  </a:lnTo>
                  <a:lnTo>
                    <a:pt x="2701963" y="1871994"/>
                  </a:lnTo>
                  <a:lnTo>
                    <a:pt x="2702071" y="1871994"/>
                  </a:lnTo>
                  <a:lnTo>
                    <a:pt x="2702179" y="1871994"/>
                  </a:lnTo>
                  <a:lnTo>
                    <a:pt x="2702288" y="1871994"/>
                  </a:lnTo>
                  <a:lnTo>
                    <a:pt x="2702288" y="1871370"/>
                  </a:lnTo>
                  <a:lnTo>
                    <a:pt x="2702396" y="1871370"/>
                  </a:lnTo>
                  <a:lnTo>
                    <a:pt x="2702505" y="1871370"/>
                  </a:lnTo>
                  <a:lnTo>
                    <a:pt x="2702613" y="1871370"/>
                  </a:lnTo>
                  <a:lnTo>
                    <a:pt x="2702722" y="1871370"/>
                  </a:lnTo>
                  <a:lnTo>
                    <a:pt x="2702722" y="1870746"/>
                  </a:lnTo>
                  <a:lnTo>
                    <a:pt x="2702722" y="1870123"/>
                  </a:lnTo>
                  <a:lnTo>
                    <a:pt x="2702830" y="1870123"/>
                  </a:lnTo>
                  <a:lnTo>
                    <a:pt x="2702939" y="1870123"/>
                  </a:lnTo>
                  <a:lnTo>
                    <a:pt x="2703047" y="1870123"/>
                  </a:lnTo>
                  <a:lnTo>
                    <a:pt x="2703047" y="1869499"/>
                  </a:lnTo>
                  <a:lnTo>
                    <a:pt x="2703156" y="1869499"/>
                  </a:lnTo>
                  <a:lnTo>
                    <a:pt x="2703264" y="1869499"/>
                  </a:lnTo>
                  <a:lnTo>
                    <a:pt x="2703372" y="1869499"/>
                  </a:lnTo>
                  <a:lnTo>
                    <a:pt x="2703481" y="1869499"/>
                  </a:lnTo>
                  <a:lnTo>
                    <a:pt x="2703589" y="1869499"/>
                  </a:lnTo>
                  <a:lnTo>
                    <a:pt x="2703589" y="1868876"/>
                  </a:lnTo>
                  <a:lnTo>
                    <a:pt x="2703698" y="1868876"/>
                  </a:lnTo>
                  <a:lnTo>
                    <a:pt x="2703806" y="1868876"/>
                  </a:lnTo>
                  <a:lnTo>
                    <a:pt x="2703915" y="1868876"/>
                  </a:lnTo>
                  <a:lnTo>
                    <a:pt x="2704023" y="1868876"/>
                  </a:lnTo>
                  <a:lnTo>
                    <a:pt x="2704023" y="1868252"/>
                  </a:lnTo>
                  <a:lnTo>
                    <a:pt x="2704132" y="1868252"/>
                  </a:lnTo>
                  <a:lnTo>
                    <a:pt x="2704240" y="1868252"/>
                  </a:lnTo>
                  <a:lnTo>
                    <a:pt x="2704348" y="1868252"/>
                  </a:lnTo>
                  <a:lnTo>
                    <a:pt x="2704457" y="1868252"/>
                  </a:lnTo>
                  <a:lnTo>
                    <a:pt x="2704565" y="1868252"/>
                  </a:lnTo>
                  <a:lnTo>
                    <a:pt x="2704674" y="1868252"/>
                  </a:lnTo>
                  <a:lnTo>
                    <a:pt x="2704782" y="1868252"/>
                  </a:lnTo>
                  <a:lnTo>
                    <a:pt x="2704891" y="1868252"/>
                  </a:lnTo>
                  <a:lnTo>
                    <a:pt x="2704999" y="1868252"/>
                  </a:lnTo>
                  <a:lnTo>
                    <a:pt x="2705108" y="1868252"/>
                  </a:lnTo>
                  <a:lnTo>
                    <a:pt x="2705216" y="1868252"/>
                  </a:lnTo>
                  <a:lnTo>
                    <a:pt x="2705324" y="1868252"/>
                  </a:lnTo>
                  <a:lnTo>
                    <a:pt x="2705433" y="1868252"/>
                  </a:lnTo>
                  <a:lnTo>
                    <a:pt x="2705541" y="1868252"/>
                  </a:lnTo>
                  <a:lnTo>
                    <a:pt x="2705541" y="1867629"/>
                  </a:lnTo>
                  <a:lnTo>
                    <a:pt x="2705650" y="1867629"/>
                  </a:lnTo>
                  <a:lnTo>
                    <a:pt x="2705758" y="1867629"/>
                  </a:lnTo>
                  <a:lnTo>
                    <a:pt x="2705867" y="1867629"/>
                  </a:lnTo>
                  <a:lnTo>
                    <a:pt x="2705867" y="1867005"/>
                  </a:lnTo>
                  <a:lnTo>
                    <a:pt x="2705975" y="1867005"/>
                  </a:lnTo>
                  <a:lnTo>
                    <a:pt x="2706084" y="1867005"/>
                  </a:lnTo>
                  <a:lnTo>
                    <a:pt x="2706192" y="1867005"/>
                  </a:lnTo>
                  <a:lnTo>
                    <a:pt x="2706300" y="1867005"/>
                  </a:lnTo>
                  <a:lnTo>
                    <a:pt x="2706409" y="1867005"/>
                  </a:lnTo>
                  <a:lnTo>
                    <a:pt x="2706409" y="1866381"/>
                  </a:lnTo>
                  <a:lnTo>
                    <a:pt x="2706517" y="1866381"/>
                  </a:lnTo>
                  <a:lnTo>
                    <a:pt x="2706626" y="1866381"/>
                  </a:lnTo>
                  <a:lnTo>
                    <a:pt x="2706734" y="1866381"/>
                  </a:lnTo>
                  <a:lnTo>
                    <a:pt x="2706734" y="1865758"/>
                  </a:lnTo>
                  <a:lnTo>
                    <a:pt x="2706734" y="1865134"/>
                  </a:lnTo>
                  <a:lnTo>
                    <a:pt x="2706843" y="1865134"/>
                  </a:lnTo>
                  <a:lnTo>
                    <a:pt x="2706951" y="1865134"/>
                  </a:lnTo>
                  <a:lnTo>
                    <a:pt x="2707060" y="1865134"/>
                  </a:lnTo>
                  <a:lnTo>
                    <a:pt x="2707168" y="1865134"/>
                  </a:lnTo>
                  <a:lnTo>
                    <a:pt x="2707277" y="1865134"/>
                  </a:lnTo>
                  <a:lnTo>
                    <a:pt x="2707277" y="1864511"/>
                  </a:lnTo>
                  <a:lnTo>
                    <a:pt x="2707385" y="1864511"/>
                  </a:lnTo>
                  <a:lnTo>
                    <a:pt x="2707493" y="1864511"/>
                  </a:lnTo>
                  <a:lnTo>
                    <a:pt x="2707602" y="1864511"/>
                  </a:lnTo>
                  <a:lnTo>
                    <a:pt x="2707602" y="1863887"/>
                  </a:lnTo>
                  <a:lnTo>
                    <a:pt x="2707710" y="1863887"/>
                  </a:lnTo>
                  <a:lnTo>
                    <a:pt x="2707819" y="1863887"/>
                  </a:lnTo>
                  <a:lnTo>
                    <a:pt x="2707927" y="1863887"/>
                  </a:lnTo>
                  <a:lnTo>
                    <a:pt x="2708036" y="1863887"/>
                  </a:lnTo>
                  <a:lnTo>
                    <a:pt x="2708144" y="1863887"/>
                  </a:lnTo>
                  <a:lnTo>
                    <a:pt x="2708253" y="1863887"/>
                  </a:lnTo>
                  <a:lnTo>
                    <a:pt x="2708361" y="1863887"/>
                  </a:lnTo>
                  <a:lnTo>
                    <a:pt x="2708469" y="1863887"/>
                  </a:lnTo>
                  <a:lnTo>
                    <a:pt x="2708578" y="1863887"/>
                  </a:lnTo>
                  <a:lnTo>
                    <a:pt x="2708686" y="1863887"/>
                  </a:lnTo>
                  <a:lnTo>
                    <a:pt x="2708795" y="1863887"/>
                  </a:lnTo>
                  <a:lnTo>
                    <a:pt x="2708903" y="1863887"/>
                  </a:lnTo>
                  <a:lnTo>
                    <a:pt x="2709012" y="1863887"/>
                  </a:lnTo>
                  <a:lnTo>
                    <a:pt x="2709120" y="1863887"/>
                  </a:lnTo>
                  <a:lnTo>
                    <a:pt x="2709229" y="1863887"/>
                  </a:lnTo>
                  <a:lnTo>
                    <a:pt x="2709229" y="1863263"/>
                  </a:lnTo>
                  <a:lnTo>
                    <a:pt x="2709337" y="1863263"/>
                  </a:lnTo>
                  <a:lnTo>
                    <a:pt x="2709445" y="1863263"/>
                  </a:lnTo>
                  <a:lnTo>
                    <a:pt x="2709554" y="1863263"/>
                  </a:lnTo>
                  <a:lnTo>
                    <a:pt x="2709554" y="1862640"/>
                  </a:lnTo>
                  <a:lnTo>
                    <a:pt x="2709554" y="1862016"/>
                  </a:lnTo>
                  <a:lnTo>
                    <a:pt x="2709662" y="1862016"/>
                  </a:lnTo>
                  <a:lnTo>
                    <a:pt x="2709662" y="1861393"/>
                  </a:lnTo>
                  <a:lnTo>
                    <a:pt x="2709771" y="1861393"/>
                  </a:lnTo>
                  <a:lnTo>
                    <a:pt x="2709879" y="1861393"/>
                  </a:lnTo>
                  <a:lnTo>
                    <a:pt x="2709879" y="1860769"/>
                  </a:lnTo>
                  <a:lnTo>
                    <a:pt x="2709988" y="1860769"/>
                  </a:lnTo>
                  <a:lnTo>
                    <a:pt x="2709988" y="1860146"/>
                  </a:lnTo>
                  <a:lnTo>
                    <a:pt x="2710096" y="1860146"/>
                  </a:lnTo>
                  <a:lnTo>
                    <a:pt x="2710205" y="1860146"/>
                  </a:lnTo>
                  <a:lnTo>
                    <a:pt x="2710313" y="1860146"/>
                  </a:lnTo>
                  <a:lnTo>
                    <a:pt x="2710421" y="1860146"/>
                  </a:lnTo>
                  <a:lnTo>
                    <a:pt x="2710530" y="1860146"/>
                  </a:lnTo>
                  <a:lnTo>
                    <a:pt x="2710638" y="1860146"/>
                  </a:lnTo>
                  <a:lnTo>
                    <a:pt x="2710747" y="1860146"/>
                  </a:lnTo>
                  <a:lnTo>
                    <a:pt x="2710855" y="1860146"/>
                  </a:lnTo>
                  <a:lnTo>
                    <a:pt x="2710964" y="1860146"/>
                  </a:lnTo>
                  <a:lnTo>
                    <a:pt x="2711072" y="1860146"/>
                  </a:lnTo>
                  <a:lnTo>
                    <a:pt x="2711181" y="1860146"/>
                  </a:lnTo>
                  <a:lnTo>
                    <a:pt x="2711289" y="1860146"/>
                  </a:lnTo>
                  <a:lnTo>
                    <a:pt x="2711289" y="1859522"/>
                  </a:lnTo>
                  <a:lnTo>
                    <a:pt x="2711397" y="1859522"/>
                  </a:lnTo>
                  <a:lnTo>
                    <a:pt x="2711506" y="1859522"/>
                  </a:lnTo>
                  <a:lnTo>
                    <a:pt x="2711614" y="1859522"/>
                  </a:lnTo>
                  <a:lnTo>
                    <a:pt x="2711723" y="1859522"/>
                  </a:lnTo>
                  <a:lnTo>
                    <a:pt x="2711831" y="1859522"/>
                  </a:lnTo>
                  <a:lnTo>
                    <a:pt x="2711940" y="1859522"/>
                  </a:lnTo>
                  <a:lnTo>
                    <a:pt x="2712048" y="1859522"/>
                  </a:lnTo>
                  <a:lnTo>
                    <a:pt x="2712157" y="1859522"/>
                  </a:lnTo>
                  <a:lnTo>
                    <a:pt x="2712265" y="1859522"/>
                  </a:lnTo>
                  <a:lnTo>
                    <a:pt x="2712374" y="1859522"/>
                  </a:lnTo>
                  <a:lnTo>
                    <a:pt x="2712374" y="1858898"/>
                  </a:lnTo>
                  <a:lnTo>
                    <a:pt x="2712482" y="1858898"/>
                  </a:lnTo>
                  <a:lnTo>
                    <a:pt x="2712590" y="1858898"/>
                  </a:lnTo>
                  <a:lnTo>
                    <a:pt x="2712590" y="1858275"/>
                  </a:lnTo>
                  <a:lnTo>
                    <a:pt x="2712699" y="1858275"/>
                  </a:lnTo>
                  <a:lnTo>
                    <a:pt x="2712807" y="1858275"/>
                  </a:lnTo>
                  <a:lnTo>
                    <a:pt x="2712916" y="1858275"/>
                  </a:lnTo>
                  <a:lnTo>
                    <a:pt x="2713024" y="1858275"/>
                  </a:lnTo>
                  <a:lnTo>
                    <a:pt x="2713133" y="1858275"/>
                  </a:lnTo>
                  <a:lnTo>
                    <a:pt x="2713133" y="1857651"/>
                  </a:lnTo>
                  <a:lnTo>
                    <a:pt x="2713241" y="1857651"/>
                  </a:lnTo>
                  <a:lnTo>
                    <a:pt x="2713241" y="1857028"/>
                  </a:lnTo>
                  <a:lnTo>
                    <a:pt x="2713241" y="1856404"/>
                  </a:lnTo>
                  <a:lnTo>
                    <a:pt x="2713350" y="1856404"/>
                  </a:lnTo>
                  <a:lnTo>
                    <a:pt x="2713350" y="1855780"/>
                  </a:lnTo>
                  <a:lnTo>
                    <a:pt x="2713458" y="1855780"/>
                  </a:lnTo>
                  <a:lnTo>
                    <a:pt x="2713566" y="1855780"/>
                  </a:lnTo>
                  <a:lnTo>
                    <a:pt x="2713675" y="1855780"/>
                  </a:lnTo>
                  <a:lnTo>
                    <a:pt x="2713783" y="1855780"/>
                  </a:lnTo>
                  <a:lnTo>
                    <a:pt x="2713892" y="1855780"/>
                  </a:lnTo>
                  <a:lnTo>
                    <a:pt x="2714000" y="1855780"/>
                  </a:lnTo>
                  <a:lnTo>
                    <a:pt x="2714109" y="1855780"/>
                  </a:lnTo>
                  <a:lnTo>
                    <a:pt x="2714217" y="1855780"/>
                  </a:lnTo>
                  <a:lnTo>
                    <a:pt x="2714326" y="1855780"/>
                  </a:lnTo>
                  <a:lnTo>
                    <a:pt x="2714434" y="1855780"/>
                  </a:lnTo>
                  <a:lnTo>
                    <a:pt x="2714434" y="1855157"/>
                  </a:lnTo>
                  <a:lnTo>
                    <a:pt x="2714434" y="1854533"/>
                  </a:lnTo>
                  <a:lnTo>
                    <a:pt x="2714542" y="1854533"/>
                  </a:lnTo>
                  <a:lnTo>
                    <a:pt x="2714651" y="1854533"/>
                  </a:lnTo>
                  <a:lnTo>
                    <a:pt x="2714759" y="1854533"/>
                  </a:lnTo>
                  <a:lnTo>
                    <a:pt x="2714868" y="1854533"/>
                  </a:lnTo>
                  <a:lnTo>
                    <a:pt x="2714976" y="1854533"/>
                  </a:lnTo>
                  <a:lnTo>
                    <a:pt x="2714976" y="1853910"/>
                  </a:lnTo>
                  <a:lnTo>
                    <a:pt x="2715085" y="1853910"/>
                  </a:lnTo>
                  <a:lnTo>
                    <a:pt x="2715193" y="1853910"/>
                  </a:lnTo>
                  <a:lnTo>
                    <a:pt x="2715193" y="1853286"/>
                  </a:lnTo>
                  <a:lnTo>
                    <a:pt x="2715193" y="1852663"/>
                  </a:lnTo>
                  <a:lnTo>
                    <a:pt x="2715302" y="1852663"/>
                  </a:lnTo>
                  <a:lnTo>
                    <a:pt x="2715410" y="1852663"/>
                  </a:lnTo>
                  <a:lnTo>
                    <a:pt x="2715410" y="1852039"/>
                  </a:lnTo>
                  <a:lnTo>
                    <a:pt x="2715518" y="1852039"/>
                  </a:lnTo>
                  <a:lnTo>
                    <a:pt x="2715627" y="1852039"/>
                  </a:lnTo>
                  <a:lnTo>
                    <a:pt x="2715735" y="1852039"/>
                  </a:lnTo>
                  <a:lnTo>
                    <a:pt x="2715735" y="1851415"/>
                  </a:lnTo>
                  <a:lnTo>
                    <a:pt x="2715844" y="1851415"/>
                  </a:lnTo>
                  <a:lnTo>
                    <a:pt x="2715844" y="1850792"/>
                  </a:lnTo>
                  <a:lnTo>
                    <a:pt x="2715952" y="1850792"/>
                  </a:lnTo>
                  <a:lnTo>
                    <a:pt x="2716061" y="1850792"/>
                  </a:lnTo>
                  <a:lnTo>
                    <a:pt x="2716169" y="1850792"/>
                  </a:lnTo>
                  <a:lnTo>
                    <a:pt x="2716278" y="1850792"/>
                  </a:lnTo>
                  <a:lnTo>
                    <a:pt x="2716386" y="1850792"/>
                  </a:lnTo>
                  <a:lnTo>
                    <a:pt x="2716495" y="1850792"/>
                  </a:lnTo>
                  <a:lnTo>
                    <a:pt x="2716603" y="1850792"/>
                  </a:lnTo>
                  <a:lnTo>
                    <a:pt x="2716711" y="1850792"/>
                  </a:lnTo>
                  <a:lnTo>
                    <a:pt x="2716820" y="1850792"/>
                  </a:lnTo>
                  <a:lnTo>
                    <a:pt x="2716928" y="1850792"/>
                  </a:lnTo>
                  <a:lnTo>
                    <a:pt x="2717037" y="1850792"/>
                  </a:lnTo>
                  <a:lnTo>
                    <a:pt x="2717145" y="1850792"/>
                  </a:lnTo>
                  <a:lnTo>
                    <a:pt x="2717254" y="1850792"/>
                  </a:lnTo>
                  <a:lnTo>
                    <a:pt x="2717362" y="1850792"/>
                  </a:lnTo>
                  <a:lnTo>
                    <a:pt x="2717471" y="1850792"/>
                  </a:lnTo>
                  <a:lnTo>
                    <a:pt x="2717579" y="1850792"/>
                  </a:lnTo>
                  <a:lnTo>
                    <a:pt x="2717687" y="1850792"/>
                  </a:lnTo>
                  <a:lnTo>
                    <a:pt x="2717687" y="1850168"/>
                  </a:lnTo>
                  <a:lnTo>
                    <a:pt x="2717796" y="1850168"/>
                  </a:lnTo>
                  <a:lnTo>
                    <a:pt x="2717904" y="1850168"/>
                  </a:lnTo>
                  <a:lnTo>
                    <a:pt x="2718013" y="1850168"/>
                  </a:lnTo>
                  <a:lnTo>
                    <a:pt x="2718121" y="1850168"/>
                  </a:lnTo>
                  <a:lnTo>
                    <a:pt x="2718230" y="1850168"/>
                  </a:lnTo>
                  <a:lnTo>
                    <a:pt x="2718230" y="1849545"/>
                  </a:lnTo>
                  <a:lnTo>
                    <a:pt x="2718230" y="1848921"/>
                  </a:lnTo>
                  <a:lnTo>
                    <a:pt x="2718338" y="1848921"/>
                  </a:lnTo>
                  <a:lnTo>
                    <a:pt x="2718447" y="1848921"/>
                  </a:lnTo>
                  <a:lnTo>
                    <a:pt x="2718555" y="1848921"/>
                  </a:lnTo>
                  <a:lnTo>
                    <a:pt x="2718663" y="1848921"/>
                  </a:lnTo>
                  <a:lnTo>
                    <a:pt x="2718772" y="1848921"/>
                  </a:lnTo>
                  <a:lnTo>
                    <a:pt x="2718880" y="1848921"/>
                  </a:lnTo>
                  <a:lnTo>
                    <a:pt x="2718989" y="1848921"/>
                  </a:lnTo>
                  <a:lnTo>
                    <a:pt x="2719097" y="1848921"/>
                  </a:lnTo>
                  <a:lnTo>
                    <a:pt x="2719206" y="1848921"/>
                  </a:lnTo>
                  <a:lnTo>
                    <a:pt x="2719206" y="1848297"/>
                  </a:lnTo>
                  <a:lnTo>
                    <a:pt x="2719314" y="1848297"/>
                  </a:lnTo>
                  <a:lnTo>
                    <a:pt x="2719423" y="1848297"/>
                  </a:lnTo>
                  <a:lnTo>
                    <a:pt x="2719531" y="1848297"/>
                  </a:lnTo>
                  <a:lnTo>
                    <a:pt x="2719639" y="1848297"/>
                  </a:lnTo>
                  <a:lnTo>
                    <a:pt x="2719748" y="1848297"/>
                  </a:lnTo>
                  <a:lnTo>
                    <a:pt x="2719856" y="1848297"/>
                  </a:lnTo>
                  <a:lnTo>
                    <a:pt x="2719965" y="1848297"/>
                  </a:lnTo>
                  <a:lnTo>
                    <a:pt x="2720073" y="1848297"/>
                  </a:lnTo>
                  <a:lnTo>
                    <a:pt x="2720182" y="1848297"/>
                  </a:lnTo>
                  <a:lnTo>
                    <a:pt x="2720290" y="1848297"/>
                  </a:lnTo>
                  <a:lnTo>
                    <a:pt x="2720399" y="1848297"/>
                  </a:lnTo>
                  <a:lnTo>
                    <a:pt x="2720399" y="1847674"/>
                  </a:lnTo>
                  <a:lnTo>
                    <a:pt x="2720507" y="1847674"/>
                  </a:lnTo>
                  <a:lnTo>
                    <a:pt x="2720616" y="1847674"/>
                  </a:lnTo>
                  <a:lnTo>
                    <a:pt x="2720724" y="1847674"/>
                  </a:lnTo>
                  <a:lnTo>
                    <a:pt x="2720832" y="1847674"/>
                  </a:lnTo>
                  <a:lnTo>
                    <a:pt x="2720941" y="1847674"/>
                  </a:lnTo>
                  <a:lnTo>
                    <a:pt x="2720941" y="1847050"/>
                  </a:lnTo>
                  <a:lnTo>
                    <a:pt x="2721049" y="1847050"/>
                  </a:lnTo>
                  <a:lnTo>
                    <a:pt x="2721158" y="1847050"/>
                  </a:lnTo>
                  <a:lnTo>
                    <a:pt x="2721266" y="1847050"/>
                  </a:lnTo>
                  <a:lnTo>
                    <a:pt x="2721375" y="1847050"/>
                  </a:lnTo>
                  <a:lnTo>
                    <a:pt x="2721483" y="1847050"/>
                  </a:lnTo>
                  <a:lnTo>
                    <a:pt x="2721592" y="1847050"/>
                  </a:lnTo>
                  <a:lnTo>
                    <a:pt x="2721700" y="1847050"/>
                  </a:lnTo>
                  <a:lnTo>
                    <a:pt x="2721808" y="1847050"/>
                  </a:lnTo>
                  <a:lnTo>
                    <a:pt x="2721808" y="1846427"/>
                  </a:lnTo>
                  <a:lnTo>
                    <a:pt x="2721917" y="1846427"/>
                  </a:lnTo>
                  <a:lnTo>
                    <a:pt x="2722025" y="1846427"/>
                  </a:lnTo>
                  <a:lnTo>
                    <a:pt x="2722134" y="1846427"/>
                  </a:lnTo>
                  <a:lnTo>
                    <a:pt x="2722242" y="1846427"/>
                  </a:lnTo>
                  <a:lnTo>
                    <a:pt x="2722351" y="1846427"/>
                  </a:lnTo>
                  <a:lnTo>
                    <a:pt x="2722459" y="1846427"/>
                  </a:lnTo>
                  <a:lnTo>
                    <a:pt x="2722568" y="1846427"/>
                  </a:lnTo>
                  <a:lnTo>
                    <a:pt x="2722676" y="1846427"/>
                  </a:lnTo>
                  <a:lnTo>
                    <a:pt x="2722784" y="1846427"/>
                  </a:lnTo>
                  <a:lnTo>
                    <a:pt x="2722893" y="1846427"/>
                  </a:lnTo>
                  <a:lnTo>
                    <a:pt x="2723001" y="1846427"/>
                  </a:lnTo>
                  <a:lnTo>
                    <a:pt x="2723110" y="1846427"/>
                  </a:lnTo>
                  <a:lnTo>
                    <a:pt x="2723218" y="1846427"/>
                  </a:lnTo>
                  <a:lnTo>
                    <a:pt x="2723327" y="1846427"/>
                  </a:lnTo>
                  <a:lnTo>
                    <a:pt x="2723435" y="1846427"/>
                  </a:lnTo>
                  <a:lnTo>
                    <a:pt x="2723544" y="1846427"/>
                  </a:lnTo>
                  <a:lnTo>
                    <a:pt x="2723652" y="1846427"/>
                  </a:lnTo>
                  <a:lnTo>
                    <a:pt x="2723760" y="1846427"/>
                  </a:lnTo>
                  <a:lnTo>
                    <a:pt x="2723760" y="1845803"/>
                  </a:lnTo>
                  <a:lnTo>
                    <a:pt x="2723760" y="1845180"/>
                  </a:lnTo>
                  <a:lnTo>
                    <a:pt x="2723869" y="1845180"/>
                  </a:lnTo>
                  <a:lnTo>
                    <a:pt x="2723977" y="1845180"/>
                  </a:lnTo>
                  <a:lnTo>
                    <a:pt x="2724086" y="1845180"/>
                  </a:lnTo>
                  <a:lnTo>
                    <a:pt x="2724194" y="1845180"/>
                  </a:lnTo>
                  <a:lnTo>
                    <a:pt x="2724194" y="1844556"/>
                  </a:lnTo>
                  <a:lnTo>
                    <a:pt x="2724303" y="1844556"/>
                  </a:lnTo>
                  <a:lnTo>
                    <a:pt x="2724411" y="1844556"/>
                  </a:lnTo>
                  <a:lnTo>
                    <a:pt x="2724520" y="1844556"/>
                  </a:lnTo>
                  <a:lnTo>
                    <a:pt x="2724628" y="1844556"/>
                  </a:lnTo>
                  <a:lnTo>
                    <a:pt x="2724737" y="1844556"/>
                  </a:lnTo>
                  <a:lnTo>
                    <a:pt x="2724845" y="1844556"/>
                  </a:lnTo>
                  <a:lnTo>
                    <a:pt x="2724953" y="1844556"/>
                  </a:lnTo>
                  <a:lnTo>
                    <a:pt x="2725062" y="1844556"/>
                  </a:lnTo>
                  <a:lnTo>
                    <a:pt x="2725170" y="1844556"/>
                  </a:lnTo>
                  <a:lnTo>
                    <a:pt x="2725279" y="1844556"/>
                  </a:lnTo>
                  <a:lnTo>
                    <a:pt x="2725387" y="1844556"/>
                  </a:lnTo>
                  <a:lnTo>
                    <a:pt x="2725496" y="1844556"/>
                  </a:lnTo>
                  <a:lnTo>
                    <a:pt x="2725604" y="1844556"/>
                  </a:lnTo>
                  <a:lnTo>
                    <a:pt x="2725713" y="1844556"/>
                  </a:lnTo>
                  <a:lnTo>
                    <a:pt x="2725713" y="1843932"/>
                  </a:lnTo>
                  <a:lnTo>
                    <a:pt x="2725821" y="1843932"/>
                  </a:lnTo>
                  <a:lnTo>
                    <a:pt x="2725929" y="1843932"/>
                  </a:lnTo>
                  <a:lnTo>
                    <a:pt x="2726038" y="1843932"/>
                  </a:lnTo>
                  <a:lnTo>
                    <a:pt x="2726146" y="1843932"/>
                  </a:lnTo>
                  <a:lnTo>
                    <a:pt x="2726146" y="1843309"/>
                  </a:lnTo>
                  <a:lnTo>
                    <a:pt x="2726146" y="1842685"/>
                  </a:lnTo>
                  <a:lnTo>
                    <a:pt x="2726255" y="1842685"/>
                  </a:lnTo>
                  <a:lnTo>
                    <a:pt x="2726363" y="1842685"/>
                  </a:lnTo>
                  <a:lnTo>
                    <a:pt x="2726472" y="1842685"/>
                  </a:lnTo>
                  <a:lnTo>
                    <a:pt x="2726580" y="1842685"/>
                  </a:lnTo>
                  <a:lnTo>
                    <a:pt x="2726689" y="1842685"/>
                  </a:lnTo>
                  <a:lnTo>
                    <a:pt x="2726797" y="1842685"/>
                  </a:lnTo>
                  <a:lnTo>
                    <a:pt x="2726905" y="1842685"/>
                  </a:lnTo>
                  <a:lnTo>
                    <a:pt x="2727014" y="1842685"/>
                  </a:lnTo>
                  <a:lnTo>
                    <a:pt x="2727122" y="1842685"/>
                  </a:lnTo>
                  <a:lnTo>
                    <a:pt x="2727231" y="1842685"/>
                  </a:lnTo>
                  <a:lnTo>
                    <a:pt x="2727339" y="1842685"/>
                  </a:lnTo>
                  <a:lnTo>
                    <a:pt x="2727448" y="1842685"/>
                  </a:lnTo>
                  <a:lnTo>
                    <a:pt x="2727556" y="1842685"/>
                  </a:lnTo>
                  <a:lnTo>
                    <a:pt x="2727556" y="1842062"/>
                  </a:lnTo>
                  <a:lnTo>
                    <a:pt x="2727665" y="1842062"/>
                  </a:lnTo>
                  <a:lnTo>
                    <a:pt x="2727773" y="1842062"/>
                  </a:lnTo>
                  <a:lnTo>
                    <a:pt x="2727881" y="1842062"/>
                  </a:lnTo>
                  <a:lnTo>
                    <a:pt x="2727990" y="1842062"/>
                  </a:lnTo>
                  <a:lnTo>
                    <a:pt x="2728098" y="1842062"/>
                  </a:lnTo>
                  <a:lnTo>
                    <a:pt x="2728207" y="1842062"/>
                  </a:lnTo>
                  <a:lnTo>
                    <a:pt x="2728315" y="1842062"/>
                  </a:lnTo>
                  <a:lnTo>
                    <a:pt x="2728315" y="1841438"/>
                  </a:lnTo>
                  <a:lnTo>
                    <a:pt x="2728424" y="1841438"/>
                  </a:lnTo>
                  <a:lnTo>
                    <a:pt x="2728532" y="1841438"/>
                  </a:lnTo>
                  <a:lnTo>
                    <a:pt x="2728641" y="1841438"/>
                  </a:lnTo>
                  <a:lnTo>
                    <a:pt x="2728749" y="1841438"/>
                  </a:lnTo>
                  <a:lnTo>
                    <a:pt x="2728858" y="1841438"/>
                  </a:lnTo>
                  <a:lnTo>
                    <a:pt x="2728966" y="1841438"/>
                  </a:lnTo>
                  <a:lnTo>
                    <a:pt x="2729074" y="1841438"/>
                  </a:lnTo>
                  <a:lnTo>
                    <a:pt x="2729183" y="1841438"/>
                  </a:lnTo>
                  <a:lnTo>
                    <a:pt x="2729183" y="1840815"/>
                  </a:lnTo>
                  <a:lnTo>
                    <a:pt x="2729291" y="1840815"/>
                  </a:lnTo>
                  <a:lnTo>
                    <a:pt x="2729291" y="1840191"/>
                  </a:lnTo>
                  <a:lnTo>
                    <a:pt x="2729400" y="1840191"/>
                  </a:lnTo>
                  <a:lnTo>
                    <a:pt x="2729508" y="1840191"/>
                  </a:lnTo>
                  <a:lnTo>
                    <a:pt x="2729617" y="1840191"/>
                  </a:lnTo>
                  <a:lnTo>
                    <a:pt x="2729617" y="1839567"/>
                  </a:lnTo>
                  <a:lnTo>
                    <a:pt x="2729725" y="1839567"/>
                  </a:lnTo>
                  <a:lnTo>
                    <a:pt x="2729834" y="1839567"/>
                  </a:lnTo>
                  <a:lnTo>
                    <a:pt x="2729942" y="1839567"/>
                  </a:lnTo>
                  <a:lnTo>
                    <a:pt x="2730050" y="1839567"/>
                  </a:lnTo>
                  <a:lnTo>
                    <a:pt x="2730050" y="1838944"/>
                  </a:lnTo>
                  <a:lnTo>
                    <a:pt x="2730050" y="1838320"/>
                  </a:lnTo>
                  <a:lnTo>
                    <a:pt x="2730159" y="1838320"/>
                  </a:lnTo>
                  <a:lnTo>
                    <a:pt x="2730267" y="1838320"/>
                  </a:lnTo>
                  <a:lnTo>
                    <a:pt x="2730267" y="1837697"/>
                  </a:lnTo>
                  <a:lnTo>
                    <a:pt x="2730376" y="1837697"/>
                  </a:lnTo>
                  <a:lnTo>
                    <a:pt x="2730484" y="1837697"/>
                  </a:lnTo>
                  <a:lnTo>
                    <a:pt x="2730593" y="1837697"/>
                  </a:lnTo>
                  <a:lnTo>
                    <a:pt x="2730701" y="1837697"/>
                  </a:lnTo>
                  <a:lnTo>
                    <a:pt x="2730810" y="1837697"/>
                  </a:lnTo>
                  <a:lnTo>
                    <a:pt x="2730918" y="1837697"/>
                  </a:lnTo>
                  <a:lnTo>
                    <a:pt x="2731026" y="1837697"/>
                  </a:lnTo>
                  <a:lnTo>
                    <a:pt x="2731135" y="1837697"/>
                  </a:lnTo>
                  <a:lnTo>
                    <a:pt x="2731243" y="1837697"/>
                  </a:lnTo>
                  <a:lnTo>
                    <a:pt x="2731243" y="1837073"/>
                  </a:lnTo>
                  <a:lnTo>
                    <a:pt x="2731352" y="1837073"/>
                  </a:lnTo>
                  <a:lnTo>
                    <a:pt x="2731460" y="1837073"/>
                  </a:lnTo>
                  <a:lnTo>
                    <a:pt x="2731569" y="1837073"/>
                  </a:lnTo>
                  <a:lnTo>
                    <a:pt x="2731677" y="1837073"/>
                  </a:lnTo>
                  <a:lnTo>
                    <a:pt x="2731786" y="1837073"/>
                  </a:lnTo>
                  <a:lnTo>
                    <a:pt x="2731894" y="1837073"/>
                  </a:lnTo>
                  <a:lnTo>
                    <a:pt x="2732002" y="1837073"/>
                  </a:lnTo>
                  <a:lnTo>
                    <a:pt x="2732111" y="1837073"/>
                  </a:lnTo>
                  <a:lnTo>
                    <a:pt x="2732219" y="1837073"/>
                  </a:lnTo>
                  <a:lnTo>
                    <a:pt x="2732328" y="1837073"/>
                  </a:lnTo>
                  <a:lnTo>
                    <a:pt x="2732436" y="1837073"/>
                  </a:lnTo>
                  <a:lnTo>
                    <a:pt x="2732436" y="1836449"/>
                  </a:lnTo>
                  <a:lnTo>
                    <a:pt x="2732545" y="1836449"/>
                  </a:lnTo>
                  <a:lnTo>
                    <a:pt x="2732653" y="1836449"/>
                  </a:lnTo>
                  <a:lnTo>
                    <a:pt x="2732653" y="1835826"/>
                  </a:lnTo>
                  <a:lnTo>
                    <a:pt x="2732762" y="1835826"/>
                  </a:lnTo>
                  <a:lnTo>
                    <a:pt x="2732762" y="1835202"/>
                  </a:lnTo>
                  <a:lnTo>
                    <a:pt x="2732870" y="1835202"/>
                  </a:lnTo>
                  <a:lnTo>
                    <a:pt x="2732978" y="1835202"/>
                  </a:lnTo>
                  <a:lnTo>
                    <a:pt x="2733087" y="1835202"/>
                  </a:lnTo>
                  <a:lnTo>
                    <a:pt x="2733195" y="1835202"/>
                  </a:lnTo>
                  <a:lnTo>
                    <a:pt x="2733304" y="1835202"/>
                  </a:lnTo>
                  <a:lnTo>
                    <a:pt x="2733412" y="1835202"/>
                  </a:lnTo>
                  <a:lnTo>
                    <a:pt x="2733521" y="1835202"/>
                  </a:lnTo>
                  <a:lnTo>
                    <a:pt x="2733629" y="1835202"/>
                  </a:lnTo>
                  <a:lnTo>
                    <a:pt x="2733738" y="1835202"/>
                  </a:lnTo>
                  <a:lnTo>
                    <a:pt x="2733738" y="1834579"/>
                  </a:lnTo>
                  <a:lnTo>
                    <a:pt x="2733846" y="1834579"/>
                  </a:lnTo>
                  <a:lnTo>
                    <a:pt x="2733955" y="1834579"/>
                  </a:lnTo>
                  <a:lnTo>
                    <a:pt x="2734063" y="1834579"/>
                  </a:lnTo>
                  <a:lnTo>
                    <a:pt x="2734171" y="1834579"/>
                  </a:lnTo>
                  <a:lnTo>
                    <a:pt x="2734280" y="1834579"/>
                  </a:lnTo>
                  <a:lnTo>
                    <a:pt x="2734280" y="1833955"/>
                  </a:lnTo>
                  <a:lnTo>
                    <a:pt x="2734280" y="1833332"/>
                  </a:lnTo>
                  <a:lnTo>
                    <a:pt x="2734388" y="1833332"/>
                  </a:lnTo>
                  <a:lnTo>
                    <a:pt x="2734388" y="1832708"/>
                  </a:lnTo>
                  <a:lnTo>
                    <a:pt x="2734497" y="1832708"/>
                  </a:lnTo>
                  <a:lnTo>
                    <a:pt x="2734605" y="1832708"/>
                  </a:lnTo>
                  <a:lnTo>
                    <a:pt x="2734714" y="1832708"/>
                  </a:lnTo>
                  <a:lnTo>
                    <a:pt x="2734822" y="1832708"/>
                  </a:lnTo>
                  <a:lnTo>
                    <a:pt x="2734931" y="1832708"/>
                  </a:lnTo>
                  <a:lnTo>
                    <a:pt x="2735039" y="1832708"/>
                  </a:lnTo>
                  <a:lnTo>
                    <a:pt x="2735147" y="1832708"/>
                  </a:lnTo>
                  <a:lnTo>
                    <a:pt x="2735256" y="1832708"/>
                  </a:lnTo>
                  <a:lnTo>
                    <a:pt x="2735364" y="1832708"/>
                  </a:lnTo>
                  <a:lnTo>
                    <a:pt x="2735473" y="1832708"/>
                  </a:lnTo>
                  <a:lnTo>
                    <a:pt x="2735473" y="1832084"/>
                  </a:lnTo>
                  <a:lnTo>
                    <a:pt x="2735581" y="1832084"/>
                  </a:lnTo>
                  <a:lnTo>
                    <a:pt x="2735581" y="1831461"/>
                  </a:lnTo>
                  <a:lnTo>
                    <a:pt x="2735690" y="1831461"/>
                  </a:lnTo>
                  <a:lnTo>
                    <a:pt x="2735798" y="1831461"/>
                  </a:lnTo>
                  <a:lnTo>
                    <a:pt x="2735907" y="1831461"/>
                  </a:lnTo>
                  <a:lnTo>
                    <a:pt x="2736015" y="1831461"/>
                  </a:lnTo>
                  <a:lnTo>
                    <a:pt x="2736123" y="1831461"/>
                  </a:lnTo>
                  <a:lnTo>
                    <a:pt x="2736232" y="1831461"/>
                  </a:lnTo>
                  <a:lnTo>
                    <a:pt x="2736340" y="1831461"/>
                  </a:lnTo>
                  <a:lnTo>
                    <a:pt x="2736449" y="1831461"/>
                  </a:lnTo>
                  <a:lnTo>
                    <a:pt x="2736557" y="1831461"/>
                  </a:lnTo>
                  <a:lnTo>
                    <a:pt x="2736666" y="1831461"/>
                  </a:lnTo>
                  <a:lnTo>
                    <a:pt x="2736774" y="1831461"/>
                  </a:lnTo>
                  <a:lnTo>
                    <a:pt x="2736883" y="1831461"/>
                  </a:lnTo>
                  <a:lnTo>
                    <a:pt x="2736991" y="1831461"/>
                  </a:lnTo>
                  <a:lnTo>
                    <a:pt x="2737099" y="1831461"/>
                  </a:lnTo>
                  <a:lnTo>
                    <a:pt x="2737208" y="1831461"/>
                  </a:lnTo>
                  <a:lnTo>
                    <a:pt x="2737316" y="1831461"/>
                  </a:lnTo>
                  <a:lnTo>
                    <a:pt x="2737425" y="1831461"/>
                  </a:lnTo>
                  <a:lnTo>
                    <a:pt x="2737533" y="1831461"/>
                  </a:lnTo>
                  <a:lnTo>
                    <a:pt x="2737642" y="1831461"/>
                  </a:lnTo>
                  <a:lnTo>
                    <a:pt x="2737750" y="1831461"/>
                  </a:lnTo>
                  <a:lnTo>
                    <a:pt x="2737859" y="1831461"/>
                  </a:lnTo>
                  <a:lnTo>
                    <a:pt x="2737859" y="1830837"/>
                  </a:lnTo>
                  <a:lnTo>
                    <a:pt x="2737967" y="1830837"/>
                  </a:lnTo>
                  <a:lnTo>
                    <a:pt x="2738076" y="1830837"/>
                  </a:lnTo>
                  <a:lnTo>
                    <a:pt x="2738184" y="1830837"/>
                  </a:lnTo>
                  <a:lnTo>
                    <a:pt x="2738292" y="1830837"/>
                  </a:lnTo>
                  <a:lnTo>
                    <a:pt x="2738292" y="1830214"/>
                  </a:lnTo>
                  <a:lnTo>
                    <a:pt x="2738401" y="1830214"/>
                  </a:lnTo>
                  <a:lnTo>
                    <a:pt x="2738509" y="1830214"/>
                  </a:lnTo>
                  <a:lnTo>
                    <a:pt x="2738618" y="1830214"/>
                  </a:lnTo>
                  <a:lnTo>
                    <a:pt x="2738618" y="1829590"/>
                  </a:lnTo>
                  <a:lnTo>
                    <a:pt x="2738726" y="1829590"/>
                  </a:lnTo>
                  <a:lnTo>
                    <a:pt x="2738835" y="1829590"/>
                  </a:lnTo>
                  <a:lnTo>
                    <a:pt x="2738943" y="1829590"/>
                  </a:lnTo>
                  <a:lnTo>
                    <a:pt x="2739052" y="1829590"/>
                  </a:lnTo>
                  <a:lnTo>
                    <a:pt x="2739160" y="1829590"/>
                  </a:lnTo>
                  <a:lnTo>
                    <a:pt x="2739268" y="1829590"/>
                  </a:lnTo>
                  <a:lnTo>
                    <a:pt x="2739377" y="1829590"/>
                  </a:lnTo>
                  <a:lnTo>
                    <a:pt x="2739485" y="1829590"/>
                  </a:lnTo>
                  <a:lnTo>
                    <a:pt x="2739594" y="1829590"/>
                  </a:lnTo>
                  <a:lnTo>
                    <a:pt x="2739702" y="1829590"/>
                  </a:lnTo>
                  <a:lnTo>
                    <a:pt x="2739811" y="1829590"/>
                  </a:lnTo>
                  <a:lnTo>
                    <a:pt x="2739919" y="1829590"/>
                  </a:lnTo>
                  <a:lnTo>
                    <a:pt x="2740028" y="1829590"/>
                  </a:lnTo>
                  <a:lnTo>
                    <a:pt x="2740136" y="1829590"/>
                  </a:lnTo>
                  <a:lnTo>
                    <a:pt x="2740244" y="1829590"/>
                  </a:lnTo>
                  <a:lnTo>
                    <a:pt x="2740353" y="1829590"/>
                  </a:lnTo>
                  <a:lnTo>
                    <a:pt x="2740461" y="1829590"/>
                  </a:lnTo>
                  <a:lnTo>
                    <a:pt x="2740570" y="1829590"/>
                  </a:lnTo>
                  <a:lnTo>
                    <a:pt x="2740570" y="1828966"/>
                  </a:lnTo>
                  <a:lnTo>
                    <a:pt x="2740678" y="1828966"/>
                  </a:lnTo>
                  <a:lnTo>
                    <a:pt x="2740787" y="1828966"/>
                  </a:lnTo>
                  <a:lnTo>
                    <a:pt x="2740895" y="1828966"/>
                  </a:lnTo>
                  <a:lnTo>
                    <a:pt x="2741004" y="1828966"/>
                  </a:lnTo>
                  <a:lnTo>
                    <a:pt x="2741112" y="1828966"/>
                  </a:lnTo>
                  <a:lnTo>
                    <a:pt x="2741220" y="1828966"/>
                  </a:lnTo>
                  <a:lnTo>
                    <a:pt x="2741329" y="1828966"/>
                  </a:lnTo>
                  <a:lnTo>
                    <a:pt x="2741437" y="1828966"/>
                  </a:lnTo>
                  <a:lnTo>
                    <a:pt x="2741437" y="1828343"/>
                  </a:lnTo>
                  <a:lnTo>
                    <a:pt x="2741546" y="1828343"/>
                  </a:lnTo>
                  <a:lnTo>
                    <a:pt x="2741546" y="1827719"/>
                  </a:lnTo>
                  <a:lnTo>
                    <a:pt x="2741654" y="1827719"/>
                  </a:lnTo>
                  <a:lnTo>
                    <a:pt x="2741763" y="1827719"/>
                  </a:lnTo>
                  <a:lnTo>
                    <a:pt x="2741871" y="1827719"/>
                  </a:lnTo>
                  <a:lnTo>
                    <a:pt x="2741980" y="1827719"/>
                  </a:lnTo>
                  <a:lnTo>
                    <a:pt x="2742088" y="1827719"/>
                  </a:lnTo>
                  <a:lnTo>
                    <a:pt x="2742197" y="1827719"/>
                  </a:lnTo>
                  <a:lnTo>
                    <a:pt x="2742305" y="1827719"/>
                  </a:lnTo>
                  <a:lnTo>
                    <a:pt x="2742413" y="1827719"/>
                  </a:lnTo>
                  <a:lnTo>
                    <a:pt x="2742522" y="1827719"/>
                  </a:lnTo>
                  <a:lnTo>
                    <a:pt x="2742630" y="1827719"/>
                  </a:lnTo>
                  <a:lnTo>
                    <a:pt x="2742739" y="1827719"/>
                  </a:lnTo>
                  <a:lnTo>
                    <a:pt x="2742847" y="1827719"/>
                  </a:lnTo>
                  <a:lnTo>
                    <a:pt x="2742956" y="1827719"/>
                  </a:lnTo>
                  <a:lnTo>
                    <a:pt x="2743064" y="1827719"/>
                  </a:lnTo>
                  <a:lnTo>
                    <a:pt x="2743173" y="1827719"/>
                  </a:lnTo>
                  <a:lnTo>
                    <a:pt x="2743281" y="1827719"/>
                  </a:lnTo>
                  <a:lnTo>
                    <a:pt x="2743389" y="1827719"/>
                  </a:lnTo>
                  <a:lnTo>
                    <a:pt x="2743498" y="1827719"/>
                  </a:lnTo>
                  <a:lnTo>
                    <a:pt x="2743498" y="1827096"/>
                  </a:lnTo>
                  <a:lnTo>
                    <a:pt x="2743606" y="1827096"/>
                  </a:lnTo>
                  <a:lnTo>
                    <a:pt x="2743715" y="1827096"/>
                  </a:lnTo>
                  <a:lnTo>
                    <a:pt x="2743823" y="1827096"/>
                  </a:lnTo>
                  <a:lnTo>
                    <a:pt x="2743932" y="1827096"/>
                  </a:lnTo>
                  <a:lnTo>
                    <a:pt x="2744040" y="1827096"/>
                  </a:lnTo>
                  <a:lnTo>
                    <a:pt x="2744040" y="1826472"/>
                  </a:lnTo>
                  <a:lnTo>
                    <a:pt x="2744149" y="1826472"/>
                  </a:lnTo>
                  <a:lnTo>
                    <a:pt x="2744257" y="1826472"/>
                  </a:lnTo>
                  <a:lnTo>
                    <a:pt x="2744365" y="1826472"/>
                  </a:lnTo>
                  <a:lnTo>
                    <a:pt x="2744365" y="1825849"/>
                  </a:lnTo>
                  <a:lnTo>
                    <a:pt x="2744474" y="1825849"/>
                  </a:lnTo>
                  <a:lnTo>
                    <a:pt x="2744582" y="1825849"/>
                  </a:lnTo>
                  <a:lnTo>
                    <a:pt x="2744691" y="1825849"/>
                  </a:lnTo>
                  <a:lnTo>
                    <a:pt x="2744799" y="1825849"/>
                  </a:lnTo>
                  <a:lnTo>
                    <a:pt x="2744908" y="1825849"/>
                  </a:lnTo>
                  <a:lnTo>
                    <a:pt x="2745016" y="1825849"/>
                  </a:lnTo>
                  <a:lnTo>
                    <a:pt x="2745125" y="1825849"/>
                  </a:lnTo>
                  <a:lnTo>
                    <a:pt x="2745233" y="1825849"/>
                  </a:lnTo>
                  <a:lnTo>
                    <a:pt x="2745233" y="1825225"/>
                  </a:lnTo>
                  <a:lnTo>
                    <a:pt x="2745341" y="1825225"/>
                  </a:lnTo>
                  <a:lnTo>
                    <a:pt x="2745450" y="1825225"/>
                  </a:lnTo>
                  <a:lnTo>
                    <a:pt x="2745558" y="1825225"/>
                  </a:lnTo>
                  <a:lnTo>
                    <a:pt x="2745667" y="1825225"/>
                  </a:lnTo>
                  <a:lnTo>
                    <a:pt x="2745775" y="1825225"/>
                  </a:lnTo>
                  <a:lnTo>
                    <a:pt x="2745884" y="1825225"/>
                  </a:lnTo>
                  <a:lnTo>
                    <a:pt x="2745992" y="1825225"/>
                  </a:lnTo>
                  <a:lnTo>
                    <a:pt x="2745992" y="1824601"/>
                  </a:lnTo>
                  <a:lnTo>
                    <a:pt x="2746101" y="1824601"/>
                  </a:lnTo>
                  <a:lnTo>
                    <a:pt x="2746101" y="1823978"/>
                  </a:lnTo>
                  <a:lnTo>
                    <a:pt x="2746209" y="1823978"/>
                  </a:lnTo>
                  <a:lnTo>
                    <a:pt x="2746318" y="1823978"/>
                  </a:lnTo>
                  <a:lnTo>
                    <a:pt x="2746426" y="1823978"/>
                  </a:lnTo>
                  <a:lnTo>
                    <a:pt x="2746426" y="1823354"/>
                  </a:lnTo>
                  <a:lnTo>
                    <a:pt x="2746534" y="1823354"/>
                  </a:lnTo>
                  <a:lnTo>
                    <a:pt x="2746643" y="1823354"/>
                  </a:lnTo>
                  <a:lnTo>
                    <a:pt x="2746751" y="1823354"/>
                  </a:lnTo>
                  <a:lnTo>
                    <a:pt x="2746751" y="1822731"/>
                  </a:lnTo>
                  <a:lnTo>
                    <a:pt x="2746860" y="1822731"/>
                  </a:lnTo>
                  <a:lnTo>
                    <a:pt x="2746968" y="1822731"/>
                  </a:lnTo>
                  <a:lnTo>
                    <a:pt x="2747077" y="1822731"/>
                  </a:lnTo>
                  <a:lnTo>
                    <a:pt x="2747185" y="1822731"/>
                  </a:lnTo>
                  <a:lnTo>
                    <a:pt x="2747185" y="1822107"/>
                  </a:lnTo>
                  <a:lnTo>
                    <a:pt x="2747294" y="1822107"/>
                  </a:lnTo>
                  <a:lnTo>
                    <a:pt x="2747294" y="1821483"/>
                  </a:lnTo>
                  <a:lnTo>
                    <a:pt x="2747402" y="1821483"/>
                  </a:lnTo>
                  <a:lnTo>
                    <a:pt x="2747510" y="1821483"/>
                  </a:lnTo>
                  <a:lnTo>
                    <a:pt x="2747619" y="1821483"/>
                  </a:lnTo>
                  <a:lnTo>
                    <a:pt x="2747619" y="1820860"/>
                  </a:lnTo>
                  <a:lnTo>
                    <a:pt x="2747727" y="1820860"/>
                  </a:lnTo>
                  <a:lnTo>
                    <a:pt x="2747836" y="1820860"/>
                  </a:lnTo>
                  <a:lnTo>
                    <a:pt x="2747944" y="1820860"/>
                  </a:lnTo>
                  <a:lnTo>
                    <a:pt x="2748053" y="1820860"/>
                  </a:lnTo>
                  <a:lnTo>
                    <a:pt x="2748161" y="1820860"/>
                  </a:lnTo>
                  <a:lnTo>
                    <a:pt x="2748270" y="1820860"/>
                  </a:lnTo>
                  <a:lnTo>
                    <a:pt x="2748378" y="1820860"/>
                  </a:lnTo>
                  <a:lnTo>
                    <a:pt x="2748486" y="1820860"/>
                  </a:lnTo>
                  <a:lnTo>
                    <a:pt x="2748595" y="1820860"/>
                  </a:lnTo>
                  <a:lnTo>
                    <a:pt x="2748703" y="1820860"/>
                  </a:lnTo>
                  <a:lnTo>
                    <a:pt x="2748812" y="1820860"/>
                  </a:lnTo>
                  <a:lnTo>
                    <a:pt x="2748920" y="1820860"/>
                  </a:lnTo>
                  <a:lnTo>
                    <a:pt x="2749029" y="1820860"/>
                  </a:lnTo>
                  <a:lnTo>
                    <a:pt x="2749137" y="1820860"/>
                  </a:lnTo>
                  <a:lnTo>
                    <a:pt x="2749137" y="1820236"/>
                  </a:lnTo>
                  <a:lnTo>
                    <a:pt x="2749246" y="1820236"/>
                  </a:lnTo>
                  <a:lnTo>
                    <a:pt x="2749354" y="1820236"/>
                  </a:lnTo>
                  <a:lnTo>
                    <a:pt x="2749462" y="1820236"/>
                  </a:lnTo>
                  <a:lnTo>
                    <a:pt x="2749571" y="1820236"/>
                  </a:lnTo>
                  <a:lnTo>
                    <a:pt x="2749679" y="1820236"/>
                  </a:lnTo>
                  <a:lnTo>
                    <a:pt x="2749679" y="1819613"/>
                  </a:lnTo>
                  <a:lnTo>
                    <a:pt x="2749788" y="1819613"/>
                  </a:lnTo>
                  <a:lnTo>
                    <a:pt x="2749788" y="1818989"/>
                  </a:lnTo>
                  <a:lnTo>
                    <a:pt x="2749896" y="1818989"/>
                  </a:lnTo>
                  <a:lnTo>
                    <a:pt x="2750005" y="1818989"/>
                  </a:lnTo>
                  <a:lnTo>
                    <a:pt x="2750113" y="1818989"/>
                  </a:lnTo>
                  <a:lnTo>
                    <a:pt x="2750222" y="1818989"/>
                  </a:lnTo>
                  <a:lnTo>
                    <a:pt x="2750330" y="1818989"/>
                  </a:lnTo>
                  <a:lnTo>
                    <a:pt x="2750439" y="1818989"/>
                  </a:lnTo>
                  <a:lnTo>
                    <a:pt x="2750547" y="1818989"/>
                  </a:lnTo>
                  <a:lnTo>
                    <a:pt x="2750655" y="1818989"/>
                  </a:lnTo>
                  <a:lnTo>
                    <a:pt x="2750764" y="1818989"/>
                  </a:lnTo>
                  <a:lnTo>
                    <a:pt x="2750872" y="1818989"/>
                  </a:lnTo>
                  <a:lnTo>
                    <a:pt x="2750872" y="1818366"/>
                  </a:lnTo>
                  <a:lnTo>
                    <a:pt x="2750981" y="1818366"/>
                  </a:lnTo>
                  <a:lnTo>
                    <a:pt x="2750981" y="1817742"/>
                  </a:lnTo>
                  <a:lnTo>
                    <a:pt x="2751089" y="1817742"/>
                  </a:lnTo>
                  <a:lnTo>
                    <a:pt x="2751198" y="1817742"/>
                  </a:lnTo>
                  <a:lnTo>
                    <a:pt x="2751306" y="1817742"/>
                  </a:lnTo>
                  <a:lnTo>
                    <a:pt x="2751415" y="1817742"/>
                  </a:lnTo>
                  <a:lnTo>
                    <a:pt x="2751523" y="1817742"/>
                  </a:lnTo>
                  <a:lnTo>
                    <a:pt x="2751631" y="1817742"/>
                  </a:lnTo>
                  <a:lnTo>
                    <a:pt x="2751631" y="1817118"/>
                  </a:lnTo>
                  <a:lnTo>
                    <a:pt x="2751740" y="1817118"/>
                  </a:lnTo>
                  <a:lnTo>
                    <a:pt x="2751848" y="1817118"/>
                  </a:lnTo>
                  <a:lnTo>
                    <a:pt x="2751957" y="1817118"/>
                  </a:lnTo>
                  <a:lnTo>
                    <a:pt x="2752065" y="1817118"/>
                  </a:lnTo>
                  <a:lnTo>
                    <a:pt x="2752174" y="1817118"/>
                  </a:lnTo>
                  <a:lnTo>
                    <a:pt x="2752282" y="1817118"/>
                  </a:lnTo>
                  <a:lnTo>
                    <a:pt x="2752391" y="1817118"/>
                  </a:lnTo>
                  <a:lnTo>
                    <a:pt x="2752391" y="1816495"/>
                  </a:lnTo>
                  <a:lnTo>
                    <a:pt x="2752499" y="1816495"/>
                  </a:lnTo>
                  <a:lnTo>
                    <a:pt x="2752607" y="1816495"/>
                  </a:lnTo>
                  <a:lnTo>
                    <a:pt x="2752716" y="1816495"/>
                  </a:lnTo>
                  <a:lnTo>
                    <a:pt x="2752824" y="1816495"/>
                  </a:lnTo>
                  <a:lnTo>
                    <a:pt x="2752933" y="1816495"/>
                  </a:lnTo>
                  <a:lnTo>
                    <a:pt x="2753041" y="1816495"/>
                  </a:lnTo>
                  <a:lnTo>
                    <a:pt x="2753150" y="1816495"/>
                  </a:lnTo>
                  <a:lnTo>
                    <a:pt x="2753258" y="1816495"/>
                  </a:lnTo>
                  <a:lnTo>
                    <a:pt x="2753367" y="1816495"/>
                  </a:lnTo>
                  <a:lnTo>
                    <a:pt x="2753475" y="1816495"/>
                  </a:lnTo>
                  <a:lnTo>
                    <a:pt x="2753583" y="1816495"/>
                  </a:lnTo>
                  <a:lnTo>
                    <a:pt x="2753692" y="1816495"/>
                  </a:lnTo>
                  <a:lnTo>
                    <a:pt x="2753800" y="1816495"/>
                  </a:lnTo>
                  <a:lnTo>
                    <a:pt x="2753909" y="1816495"/>
                  </a:lnTo>
                  <a:lnTo>
                    <a:pt x="2754017" y="1816495"/>
                  </a:lnTo>
                  <a:lnTo>
                    <a:pt x="2754126" y="1816495"/>
                  </a:lnTo>
                  <a:lnTo>
                    <a:pt x="2754234" y="1816495"/>
                  </a:lnTo>
                  <a:lnTo>
                    <a:pt x="2754234" y="1815871"/>
                  </a:lnTo>
                  <a:lnTo>
                    <a:pt x="2754343" y="1815871"/>
                  </a:lnTo>
                  <a:lnTo>
                    <a:pt x="2754451" y="1815871"/>
                  </a:lnTo>
                  <a:lnTo>
                    <a:pt x="2754451" y="1815248"/>
                  </a:lnTo>
                  <a:lnTo>
                    <a:pt x="2754451" y="1814624"/>
                  </a:lnTo>
                  <a:lnTo>
                    <a:pt x="2754559" y="1814624"/>
                  </a:lnTo>
                  <a:lnTo>
                    <a:pt x="2754668" y="1814624"/>
                  </a:lnTo>
                  <a:lnTo>
                    <a:pt x="2754668" y="1814000"/>
                  </a:lnTo>
                  <a:lnTo>
                    <a:pt x="2754776" y="1814000"/>
                  </a:lnTo>
                  <a:lnTo>
                    <a:pt x="2754885" y="1814000"/>
                  </a:lnTo>
                  <a:lnTo>
                    <a:pt x="2754993" y="1814000"/>
                  </a:lnTo>
                  <a:lnTo>
                    <a:pt x="2754993" y="1813377"/>
                  </a:lnTo>
                  <a:lnTo>
                    <a:pt x="2755102" y="1813377"/>
                  </a:lnTo>
                  <a:lnTo>
                    <a:pt x="2755210" y="1813377"/>
                  </a:lnTo>
                  <a:lnTo>
                    <a:pt x="2755319" y="1813377"/>
                  </a:lnTo>
                  <a:lnTo>
                    <a:pt x="2755427" y="1813377"/>
                  </a:lnTo>
                  <a:lnTo>
                    <a:pt x="2755536" y="1813377"/>
                  </a:lnTo>
                  <a:lnTo>
                    <a:pt x="2755644" y="1813377"/>
                  </a:lnTo>
                  <a:lnTo>
                    <a:pt x="2755752" y="1813377"/>
                  </a:lnTo>
                  <a:lnTo>
                    <a:pt x="2755861" y="1813377"/>
                  </a:lnTo>
                  <a:lnTo>
                    <a:pt x="2755969" y="1813377"/>
                  </a:lnTo>
                  <a:lnTo>
                    <a:pt x="2756078" y="1813377"/>
                  </a:lnTo>
                  <a:lnTo>
                    <a:pt x="2756186" y="1813377"/>
                  </a:lnTo>
                  <a:lnTo>
                    <a:pt x="2756295" y="1813377"/>
                  </a:lnTo>
                  <a:lnTo>
                    <a:pt x="2756403" y="1813377"/>
                  </a:lnTo>
                  <a:lnTo>
                    <a:pt x="2756512" y="1813377"/>
                  </a:lnTo>
                  <a:lnTo>
                    <a:pt x="2756512" y="1812753"/>
                  </a:lnTo>
                  <a:lnTo>
                    <a:pt x="2756620" y="1812753"/>
                  </a:lnTo>
                  <a:lnTo>
                    <a:pt x="2756728" y="1812753"/>
                  </a:lnTo>
                  <a:lnTo>
                    <a:pt x="2756837" y="1812753"/>
                  </a:lnTo>
                  <a:lnTo>
                    <a:pt x="2756945" y="1812753"/>
                  </a:lnTo>
                  <a:lnTo>
                    <a:pt x="2757054" y="1812753"/>
                  </a:lnTo>
                  <a:lnTo>
                    <a:pt x="2757162" y="1812753"/>
                  </a:lnTo>
                  <a:lnTo>
                    <a:pt x="2757162" y="1812130"/>
                  </a:lnTo>
                  <a:lnTo>
                    <a:pt x="2757162" y="1811506"/>
                  </a:lnTo>
                  <a:lnTo>
                    <a:pt x="2757162" y="1810883"/>
                  </a:lnTo>
                  <a:lnTo>
                    <a:pt x="2757271" y="1810883"/>
                  </a:lnTo>
                  <a:lnTo>
                    <a:pt x="2757271" y="1810259"/>
                  </a:lnTo>
                  <a:lnTo>
                    <a:pt x="2757379" y="1810259"/>
                  </a:lnTo>
                  <a:lnTo>
                    <a:pt x="2757488" y="1810259"/>
                  </a:lnTo>
                  <a:lnTo>
                    <a:pt x="2757596" y="1810259"/>
                  </a:lnTo>
                  <a:lnTo>
                    <a:pt x="2757596" y="1809635"/>
                  </a:lnTo>
                  <a:lnTo>
                    <a:pt x="2757704" y="1809635"/>
                  </a:lnTo>
                  <a:lnTo>
                    <a:pt x="2757813" y="1809635"/>
                  </a:lnTo>
                  <a:lnTo>
                    <a:pt x="2757921" y="1809635"/>
                  </a:lnTo>
                  <a:lnTo>
                    <a:pt x="2758030" y="1809635"/>
                  </a:lnTo>
                  <a:lnTo>
                    <a:pt x="2758138" y="1809635"/>
                  </a:lnTo>
                  <a:lnTo>
                    <a:pt x="2758247" y="1809635"/>
                  </a:lnTo>
                  <a:lnTo>
                    <a:pt x="2758355" y="1809635"/>
                  </a:lnTo>
                  <a:lnTo>
                    <a:pt x="2758355" y="1809012"/>
                  </a:lnTo>
                  <a:lnTo>
                    <a:pt x="2758464" y="1809012"/>
                  </a:lnTo>
                  <a:lnTo>
                    <a:pt x="2758572" y="1809012"/>
                  </a:lnTo>
                  <a:lnTo>
                    <a:pt x="2758680" y="1809012"/>
                  </a:lnTo>
                  <a:lnTo>
                    <a:pt x="2758789" y="1809012"/>
                  </a:lnTo>
                  <a:lnTo>
                    <a:pt x="2758897" y="1809012"/>
                  </a:lnTo>
                  <a:lnTo>
                    <a:pt x="2759006" y="1809012"/>
                  </a:lnTo>
                  <a:lnTo>
                    <a:pt x="2759114" y="1809012"/>
                  </a:lnTo>
                  <a:lnTo>
                    <a:pt x="2759114" y="1808388"/>
                  </a:lnTo>
                  <a:lnTo>
                    <a:pt x="2759223" y="1808388"/>
                  </a:lnTo>
                  <a:lnTo>
                    <a:pt x="2759331" y="1808388"/>
                  </a:lnTo>
                  <a:lnTo>
                    <a:pt x="2759440" y="1808388"/>
                  </a:lnTo>
                  <a:lnTo>
                    <a:pt x="2759548" y="1808388"/>
                  </a:lnTo>
                  <a:lnTo>
                    <a:pt x="2759548" y="1807765"/>
                  </a:lnTo>
                  <a:lnTo>
                    <a:pt x="2759657" y="1807765"/>
                  </a:lnTo>
                  <a:lnTo>
                    <a:pt x="2759657" y="1807141"/>
                  </a:lnTo>
                  <a:lnTo>
                    <a:pt x="2759765" y="1807141"/>
                  </a:lnTo>
                  <a:lnTo>
                    <a:pt x="2759765" y="1806517"/>
                  </a:lnTo>
                  <a:lnTo>
                    <a:pt x="2759873" y="1806517"/>
                  </a:lnTo>
                  <a:lnTo>
                    <a:pt x="2759982" y="1806517"/>
                  </a:lnTo>
                  <a:lnTo>
                    <a:pt x="2760090" y="1806517"/>
                  </a:lnTo>
                  <a:lnTo>
                    <a:pt x="2760199" y="1806517"/>
                  </a:lnTo>
                  <a:lnTo>
                    <a:pt x="2760307" y="1806517"/>
                  </a:lnTo>
                  <a:lnTo>
                    <a:pt x="2760307" y="1805894"/>
                  </a:lnTo>
                  <a:lnTo>
                    <a:pt x="2760416" y="1805894"/>
                  </a:lnTo>
                  <a:lnTo>
                    <a:pt x="2760416" y="1805270"/>
                  </a:lnTo>
                  <a:lnTo>
                    <a:pt x="2760524" y="1805270"/>
                  </a:lnTo>
                  <a:lnTo>
                    <a:pt x="2760633" y="1805270"/>
                  </a:lnTo>
                  <a:lnTo>
                    <a:pt x="2760741" y="1805270"/>
                  </a:lnTo>
                  <a:lnTo>
                    <a:pt x="2760849" y="1805270"/>
                  </a:lnTo>
                  <a:lnTo>
                    <a:pt x="2760958" y="1805270"/>
                  </a:lnTo>
                  <a:lnTo>
                    <a:pt x="2761066" y="1805270"/>
                  </a:lnTo>
                  <a:lnTo>
                    <a:pt x="2761175" y="1805270"/>
                  </a:lnTo>
                  <a:lnTo>
                    <a:pt x="2761283" y="1805270"/>
                  </a:lnTo>
                  <a:lnTo>
                    <a:pt x="2761392" y="1805270"/>
                  </a:lnTo>
                  <a:lnTo>
                    <a:pt x="2761500" y="1805270"/>
                  </a:lnTo>
                  <a:lnTo>
                    <a:pt x="2761500" y="1804647"/>
                  </a:lnTo>
                  <a:lnTo>
                    <a:pt x="2761609" y="1804647"/>
                  </a:lnTo>
                  <a:lnTo>
                    <a:pt x="2761717" y="1804647"/>
                  </a:lnTo>
                  <a:lnTo>
                    <a:pt x="2761825" y="1804647"/>
                  </a:lnTo>
                  <a:lnTo>
                    <a:pt x="2761934" y="1804647"/>
                  </a:lnTo>
                  <a:lnTo>
                    <a:pt x="2762042" y="1804647"/>
                  </a:lnTo>
                  <a:lnTo>
                    <a:pt x="2762042" y="1804023"/>
                  </a:lnTo>
                  <a:lnTo>
                    <a:pt x="2762151" y="1804023"/>
                  </a:lnTo>
                  <a:lnTo>
                    <a:pt x="2762259" y="1804023"/>
                  </a:lnTo>
                  <a:lnTo>
                    <a:pt x="2762368" y="1804023"/>
                  </a:lnTo>
                  <a:lnTo>
                    <a:pt x="2762476" y="1804023"/>
                  </a:lnTo>
                  <a:lnTo>
                    <a:pt x="2762585" y="1804023"/>
                  </a:lnTo>
                  <a:lnTo>
                    <a:pt x="2762693" y="1804023"/>
                  </a:lnTo>
                  <a:lnTo>
                    <a:pt x="2762693" y="1803400"/>
                  </a:lnTo>
                  <a:lnTo>
                    <a:pt x="2762801" y="1803400"/>
                  </a:lnTo>
                  <a:lnTo>
                    <a:pt x="2762910" y="1803400"/>
                  </a:lnTo>
                  <a:lnTo>
                    <a:pt x="2763018" y="1803400"/>
                  </a:lnTo>
                  <a:lnTo>
                    <a:pt x="2763127" y="1803400"/>
                  </a:lnTo>
                  <a:lnTo>
                    <a:pt x="2763235" y="1803400"/>
                  </a:lnTo>
                  <a:lnTo>
                    <a:pt x="2763235" y="1802776"/>
                  </a:lnTo>
                  <a:lnTo>
                    <a:pt x="2763344" y="1802776"/>
                  </a:lnTo>
                  <a:lnTo>
                    <a:pt x="2763452" y="1802776"/>
                  </a:lnTo>
                  <a:lnTo>
                    <a:pt x="2763561" y="1802776"/>
                  </a:lnTo>
                  <a:lnTo>
                    <a:pt x="2763669" y="1802776"/>
                  </a:lnTo>
                  <a:lnTo>
                    <a:pt x="2763669" y="1802152"/>
                  </a:lnTo>
                  <a:lnTo>
                    <a:pt x="2763778" y="1802152"/>
                  </a:lnTo>
                  <a:lnTo>
                    <a:pt x="2763886" y="1802152"/>
                  </a:lnTo>
                  <a:lnTo>
                    <a:pt x="2763886" y="1801529"/>
                  </a:lnTo>
                  <a:lnTo>
                    <a:pt x="2763994" y="1801529"/>
                  </a:lnTo>
                  <a:lnTo>
                    <a:pt x="2764103" y="1801529"/>
                  </a:lnTo>
                  <a:lnTo>
                    <a:pt x="2764211" y="1801529"/>
                  </a:lnTo>
                  <a:lnTo>
                    <a:pt x="2764320" y="1801529"/>
                  </a:lnTo>
                  <a:lnTo>
                    <a:pt x="2764428" y="1801529"/>
                  </a:lnTo>
                  <a:lnTo>
                    <a:pt x="2764537" y="1801529"/>
                  </a:lnTo>
                  <a:lnTo>
                    <a:pt x="2764537" y="1800905"/>
                  </a:lnTo>
                  <a:lnTo>
                    <a:pt x="2764645" y="1800905"/>
                  </a:lnTo>
                  <a:lnTo>
                    <a:pt x="2764754" y="1800905"/>
                  </a:lnTo>
                  <a:lnTo>
                    <a:pt x="2764862" y="1800905"/>
                  </a:lnTo>
                  <a:lnTo>
                    <a:pt x="2764970" y="1800905"/>
                  </a:lnTo>
                  <a:lnTo>
                    <a:pt x="2765079" y="1800905"/>
                  </a:lnTo>
                  <a:lnTo>
                    <a:pt x="2765079" y="1800282"/>
                  </a:lnTo>
                  <a:lnTo>
                    <a:pt x="2765187" y="1800282"/>
                  </a:lnTo>
                  <a:lnTo>
                    <a:pt x="2765296" y="1800282"/>
                  </a:lnTo>
                  <a:lnTo>
                    <a:pt x="2765404" y="1800282"/>
                  </a:lnTo>
                  <a:lnTo>
                    <a:pt x="2765513" y="1800282"/>
                  </a:lnTo>
                  <a:lnTo>
                    <a:pt x="2765621" y="1800282"/>
                  </a:lnTo>
                  <a:lnTo>
                    <a:pt x="2765730" y="1800282"/>
                  </a:lnTo>
                  <a:lnTo>
                    <a:pt x="2765838" y="1800282"/>
                  </a:lnTo>
                  <a:lnTo>
                    <a:pt x="2765946" y="1800282"/>
                  </a:lnTo>
                  <a:lnTo>
                    <a:pt x="2766055" y="1800282"/>
                  </a:lnTo>
                  <a:lnTo>
                    <a:pt x="2766163" y="1800282"/>
                  </a:lnTo>
                  <a:lnTo>
                    <a:pt x="2766163" y="1799658"/>
                  </a:lnTo>
                  <a:lnTo>
                    <a:pt x="2766163" y="1799034"/>
                  </a:lnTo>
                  <a:lnTo>
                    <a:pt x="2766163" y="1798411"/>
                  </a:lnTo>
                  <a:lnTo>
                    <a:pt x="2766272" y="1798411"/>
                  </a:lnTo>
                  <a:lnTo>
                    <a:pt x="2766380" y="1798411"/>
                  </a:lnTo>
                  <a:lnTo>
                    <a:pt x="2766489" y="1798411"/>
                  </a:lnTo>
                  <a:lnTo>
                    <a:pt x="2766597" y="1798411"/>
                  </a:lnTo>
                  <a:lnTo>
                    <a:pt x="2766706" y="1798411"/>
                  </a:lnTo>
                  <a:lnTo>
                    <a:pt x="2766814" y="1798411"/>
                  </a:lnTo>
                  <a:lnTo>
                    <a:pt x="2766814" y="1797787"/>
                  </a:lnTo>
                  <a:lnTo>
                    <a:pt x="2766922" y="1797787"/>
                  </a:lnTo>
                  <a:lnTo>
                    <a:pt x="2767031" y="1797787"/>
                  </a:lnTo>
                  <a:lnTo>
                    <a:pt x="2767139" y="1797787"/>
                  </a:lnTo>
                  <a:lnTo>
                    <a:pt x="2767248" y="1797787"/>
                  </a:lnTo>
                  <a:lnTo>
                    <a:pt x="2767356" y="1797787"/>
                  </a:lnTo>
                  <a:lnTo>
                    <a:pt x="2767465" y="1797787"/>
                  </a:lnTo>
                  <a:lnTo>
                    <a:pt x="2767573" y="1797787"/>
                  </a:lnTo>
                  <a:lnTo>
                    <a:pt x="2767682" y="1797787"/>
                  </a:lnTo>
                  <a:lnTo>
                    <a:pt x="2767790" y="1797787"/>
                  </a:lnTo>
                  <a:lnTo>
                    <a:pt x="2767899" y="1797787"/>
                  </a:lnTo>
                  <a:lnTo>
                    <a:pt x="2768007" y="1797787"/>
                  </a:lnTo>
                  <a:lnTo>
                    <a:pt x="2768115" y="1797787"/>
                  </a:lnTo>
                  <a:lnTo>
                    <a:pt x="2768224" y="1797787"/>
                  </a:lnTo>
                  <a:lnTo>
                    <a:pt x="2768332" y="1797787"/>
                  </a:lnTo>
                  <a:lnTo>
                    <a:pt x="2768441" y="1797787"/>
                  </a:lnTo>
                  <a:lnTo>
                    <a:pt x="2768549" y="1797787"/>
                  </a:lnTo>
                  <a:lnTo>
                    <a:pt x="2768658" y="1797787"/>
                  </a:lnTo>
                  <a:lnTo>
                    <a:pt x="2768766" y="1797787"/>
                  </a:lnTo>
                  <a:lnTo>
                    <a:pt x="2768875" y="1797787"/>
                  </a:lnTo>
                  <a:lnTo>
                    <a:pt x="2768983" y="1797787"/>
                  </a:lnTo>
                  <a:lnTo>
                    <a:pt x="2768983" y="1797164"/>
                  </a:lnTo>
                  <a:lnTo>
                    <a:pt x="2769091" y="1797164"/>
                  </a:lnTo>
                  <a:lnTo>
                    <a:pt x="2769200" y="1797164"/>
                  </a:lnTo>
                  <a:lnTo>
                    <a:pt x="2769200" y="1796540"/>
                  </a:lnTo>
                  <a:lnTo>
                    <a:pt x="2769308" y="1796540"/>
                  </a:lnTo>
                  <a:lnTo>
                    <a:pt x="2769417" y="1796540"/>
                  </a:lnTo>
                  <a:lnTo>
                    <a:pt x="2769525" y="1796540"/>
                  </a:lnTo>
                  <a:lnTo>
                    <a:pt x="2769634" y="1796540"/>
                  </a:lnTo>
                  <a:lnTo>
                    <a:pt x="2769742" y="1796540"/>
                  </a:lnTo>
                  <a:lnTo>
                    <a:pt x="2769851" y="1796540"/>
                  </a:lnTo>
                  <a:lnTo>
                    <a:pt x="2769851" y="1795917"/>
                  </a:lnTo>
                  <a:lnTo>
                    <a:pt x="2769959" y="1795917"/>
                  </a:lnTo>
                  <a:lnTo>
                    <a:pt x="2770067" y="1795917"/>
                  </a:lnTo>
                  <a:lnTo>
                    <a:pt x="2770176" y="1795917"/>
                  </a:lnTo>
                  <a:lnTo>
                    <a:pt x="2770284" y="1795917"/>
                  </a:lnTo>
                  <a:lnTo>
                    <a:pt x="2770393" y="1795917"/>
                  </a:lnTo>
                  <a:lnTo>
                    <a:pt x="2770501" y="1795917"/>
                  </a:lnTo>
                  <a:lnTo>
                    <a:pt x="2770610" y="1795917"/>
                  </a:lnTo>
                  <a:lnTo>
                    <a:pt x="2770718" y="1795917"/>
                  </a:lnTo>
                  <a:lnTo>
                    <a:pt x="2770827" y="1795917"/>
                  </a:lnTo>
                  <a:lnTo>
                    <a:pt x="2770935" y="1795917"/>
                  </a:lnTo>
                  <a:lnTo>
                    <a:pt x="2771043" y="1795917"/>
                  </a:lnTo>
                  <a:lnTo>
                    <a:pt x="2771152" y="1795917"/>
                  </a:lnTo>
                  <a:lnTo>
                    <a:pt x="2771260" y="1795917"/>
                  </a:lnTo>
                  <a:lnTo>
                    <a:pt x="2771369" y="1795917"/>
                  </a:lnTo>
                  <a:lnTo>
                    <a:pt x="2771477" y="1795917"/>
                  </a:lnTo>
                  <a:lnTo>
                    <a:pt x="2771586" y="1795917"/>
                  </a:lnTo>
                  <a:lnTo>
                    <a:pt x="2771586" y="1795293"/>
                  </a:lnTo>
                  <a:lnTo>
                    <a:pt x="2771694" y="1795293"/>
                  </a:lnTo>
                  <a:lnTo>
                    <a:pt x="2771803" y="1795293"/>
                  </a:lnTo>
                  <a:lnTo>
                    <a:pt x="2771911" y="1795293"/>
                  </a:lnTo>
                  <a:lnTo>
                    <a:pt x="2772020" y="1795293"/>
                  </a:lnTo>
                  <a:lnTo>
                    <a:pt x="2772128" y="1795293"/>
                  </a:lnTo>
                  <a:lnTo>
                    <a:pt x="2772236" y="1795293"/>
                  </a:lnTo>
                  <a:lnTo>
                    <a:pt x="2772345" y="1795293"/>
                  </a:lnTo>
                  <a:lnTo>
                    <a:pt x="2772453" y="1795293"/>
                  </a:lnTo>
                  <a:lnTo>
                    <a:pt x="2772562" y="1795293"/>
                  </a:lnTo>
                  <a:lnTo>
                    <a:pt x="2772670" y="1795293"/>
                  </a:lnTo>
                  <a:lnTo>
                    <a:pt x="2772779" y="1795293"/>
                  </a:lnTo>
                  <a:lnTo>
                    <a:pt x="2772887" y="1795293"/>
                  </a:lnTo>
                  <a:lnTo>
                    <a:pt x="2772996" y="1795293"/>
                  </a:lnTo>
                  <a:lnTo>
                    <a:pt x="2773104" y="1795293"/>
                  </a:lnTo>
                  <a:lnTo>
                    <a:pt x="2773212" y="1795293"/>
                  </a:lnTo>
                  <a:lnTo>
                    <a:pt x="2773321" y="1795293"/>
                  </a:lnTo>
                  <a:lnTo>
                    <a:pt x="2773429" y="1795293"/>
                  </a:lnTo>
                  <a:lnTo>
                    <a:pt x="2773538" y="1795293"/>
                  </a:lnTo>
                  <a:lnTo>
                    <a:pt x="2773646" y="1795293"/>
                  </a:lnTo>
                  <a:lnTo>
                    <a:pt x="2773755" y="1795293"/>
                  </a:lnTo>
                  <a:lnTo>
                    <a:pt x="2773863" y="1795293"/>
                  </a:lnTo>
                  <a:lnTo>
                    <a:pt x="2773972" y="1795293"/>
                  </a:lnTo>
                  <a:lnTo>
                    <a:pt x="2774080" y="1795293"/>
                  </a:lnTo>
                  <a:lnTo>
                    <a:pt x="2774188" y="1795293"/>
                  </a:lnTo>
                  <a:lnTo>
                    <a:pt x="2774297" y="1795293"/>
                  </a:lnTo>
                  <a:lnTo>
                    <a:pt x="2774405" y="1795293"/>
                  </a:lnTo>
                  <a:lnTo>
                    <a:pt x="2774405" y="1794669"/>
                  </a:lnTo>
                  <a:lnTo>
                    <a:pt x="2774514" y="1794669"/>
                  </a:lnTo>
                  <a:lnTo>
                    <a:pt x="2774622" y="1794669"/>
                  </a:lnTo>
                  <a:lnTo>
                    <a:pt x="2774731" y="1794669"/>
                  </a:lnTo>
                  <a:lnTo>
                    <a:pt x="2774731" y="1794046"/>
                  </a:lnTo>
                  <a:lnTo>
                    <a:pt x="2774731" y="1793422"/>
                  </a:lnTo>
                  <a:lnTo>
                    <a:pt x="2774731" y="1792799"/>
                  </a:lnTo>
                  <a:lnTo>
                    <a:pt x="2774731" y="1792175"/>
                  </a:lnTo>
                  <a:lnTo>
                    <a:pt x="2774839" y="1792175"/>
                  </a:lnTo>
                  <a:lnTo>
                    <a:pt x="2774948" y="1792175"/>
                  </a:lnTo>
                  <a:lnTo>
                    <a:pt x="2774948" y="1791552"/>
                  </a:lnTo>
                  <a:lnTo>
                    <a:pt x="2775056" y="1791552"/>
                  </a:lnTo>
                  <a:lnTo>
                    <a:pt x="2775164" y="1791552"/>
                  </a:lnTo>
                  <a:lnTo>
                    <a:pt x="2775273" y="1791552"/>
                  </a:lnTo>
                  <a:lnTo>
                    <a:pt x="2775381" y="1791552"/>
                  </a:lnTo>
                  <a:lnTo>
                    <a:pt x="2775490" y="1791552"/>
                  </a:lnTo>
                  <a:lnTo>
                    <a:pt x="2775598" y="1791552"/>
                  </a:lnTo>
                  <a:lnTo>
                    <a:pt x="2775598" y="1790928"/>
                  </a:lnTo>
                  <a:lnTo>
                    <a:pt x="2775707" y="1790928"/>
                  </a:lnTo>
                  <a:lnTo>
                    <a:pt x="2775815" y="1790928"/>
                  </a:lnTo>
                  <a:lnTo>
                    <a:pt x="2775924" y="1790928"/>
                  </a:lnTo>
                  <a:lnTo>
                    <a:pt x="2776032" y="1790928"/>
                  </a:lnTo>
                  <a:lnTo>
                    <a:pt x="2776032" y="1790304"/>
                  </a:lnTo>
                  <a:lnTo>
                    <a:pt x="2776032" y="1789681"/>
                  </a:lnTo>
                  <a:lnTo>
                    <a:pt x="2776141" y="1789681"/>
                  </a:lnTo>
                  <a:lnTo>
                    <a:pt x="2776141" y="1789057"/>
                  </a:lnTo>
                  <a:lnTo>
                    <a:pt x="2776249" y="1789057"/>
                  </a:lnTo>
                  <a:lnTo>
                    <a:pt x="2776357" y="1789057"/>
                  </a:lnTo>
                  <a:lnTo>
                    <a:pt x="2776357" y="1788434"/>
                  </a:lnTo>
                  <a:lnTo>
                    <a:pt x="2776466" y="1788434"/>
                  </a:lnTo>
                  <a:lnTo>
                    <a:pt x="2776574" y="1788434"/>
                  </a:lnTo>
                  <a:lnTo>
                    <a:pt x="2776683" y="1788434"/>
                  </a:lnTo>
                  <a:lnTo>
                    <a:pt x="2776683" y="1787810"/>
                  </a:lnTo>
                  <a:lnTo>
                    <a:pt x="2776791" y="1787810"/>
                  </a:lnTo>
                  <a:lnTo>
                    <a:pt x="2776900" y="1787810"/>
                  </a:lnTo>
                  <a:lnTo>
                    <a:pt x="2777008" y="1787810"/>
                  </a:lnTo>
                  <a:lnTo>
                    <a:pt x="2777008" y="1787186"/>
                  </a:lnTo>
                  <a:lnTo>
                    <a:pt x="2777008" y="1786563"/>
                  </a:lnTo>
                  <a:lnTo>
                    <a:pt x="2777117" y="1786563"/>
                  </a:lnTo>
                  <a:lnTo>
                    <a:pt x="2777225" y="1786563"/>
                  </a:lnTo>
                  <a:lnTo>
                    <a:pt x="2777333" y="1786563"/>
                  </a:lnTo>
                  <a:lnTo>
                    <a:pt x="2777442" y="1786563"/>
                  </a:lnTo>
                  <a:lnTo>
                    <a:pt x="2777550" y="1786563"/>
                  </a:lnTo>
                  <a:lnTo>
                    <a:pt x="2777659" y="1786563"/>
                  </a:lnTo>
                  <a:lnTo>
                    <a:pt x="2777767" y="1786563"/>
                  </a:lnTo>
                  <a:lnTo>
                    <a:pt x="2777876" y="1786563"/>
                  </a:lnTo>
                  <a:lnTo>
                    <a:pt x="2777876" y="1785939"/>
                  </a:lnTo>
                  <a:lnTo>
                    <a:pt x="2777984" y="1785939"/>
                  </a:lnTo>
                  <a:lnTo>
                    <a:pt x="2778093" y="1785939"/>
                  </a:lnTo>
                  <a:lnTo>
                    <a:pt x="2778201" y="1785939"/>
                  </a:lnTo>
                  <a:lnTo>
                    <a:pt x="2778309" y="1785939"/>
                  </a:lnTo>
                  <a:lnTo>
                    <a:pt x="2778418" y="1785939"/>
                  </a:lnTo>
                  <a:lnTo>
                    <a:pt x="2778418" y="1785316"/>
                  </a:lnTo>
                  <a:lnTo>
                    <a:pt x="2778526" y="1785316"/>
                  </a:lnTo>
                  <a:lnTo>
                    <a:pt x="2778526" y="1784692"/>
                  </a:lnTo>
                  <a:lnTo>
                    <a:pt x="2778635" y="1784692"/>
                  </a:lnTo>
                  <a:lnTo>
                    <a:pt x="2778743" y="1784692"/>
                  </a:lnTo>
                  <a:lnTo>
                    <a:pt x="2778852" y="1784692"/>
                  </a:lnTo>
                  <a:lnTo>
                    <a:pt x="2778960" y="1784692"/>
                  </a:lnTo>
                  <a:lnTo>
                    <a:pt x="2779069" y="1784692"/>
                  </a:lnTo>
                  <a:lnTo>
                    <a:pt x="2779069" y="1784069"/>
                  </a:lnTo>
                  <a:lnTo>
                    <a:pt x="2779177" y="1784069"/>
                  </a:lnTo>
                  <a:lnTo>
                    <a:pt x="2779285" y="1784069"/>
                  </a:lnTo>
                  <a:lnTo>
                    <a:pt x="2779394" y="1784069"/>
                  </a:lnTo>
                  <a:lnTo>
                    <a:pt x="2779502" y="1784069"/>
                  </a:lnTo>
                  <a:lnTo>
                    <a:pt x="2779611" y="1784069"/>
                  </a:lnTo>
                  <a:lnTo>
                    <a:pt x="2779719" y="1784069"/>
                  </a:lnTo>
                  <a:lnTo>
                    <a:pt x="2779828" y="1784069"/>
                  </a:lnTo>
                  <a:lnTo>
                    <a:pt x="2779936" y="1784069"/>
                  </a:lnTo>
                  <a:lnTo>
                    <a:pt x="2780045" y="1784069"/>
                  </a:lnTo>
                  <a:lnTo>
                    <a:pt x="2780153" y="1784069"/>
                  </a:lnTo>
                  <a:lnTo>
                    <a:pt x="2780261" y="1784069"/>
                  </a:lnTo>
                  <a:lnTo>
                    <a:pt x="2780370" y="1784069"/>
                  </a:lnTo>
                  <a:lnTo>
                    <a:pt x="2780370" y="1783445"/>
                  </a:lnTo>
                  <a:lnTo>
                    <a:pt x="2780478" y="1783445"/>
                  </a:lnTo>
                  <a:lnTo>
                    <a:pt x="2780587" y="1783445"/>
                  </a:lnTo>
                  <a:lnTo>
                    <a:pt x="2780695" y="1783445"/>
                  </a:lnTo>
                  <a:lnTo>
                    <a:pt x="2780804" y="1783445"/>
                  </a:lnTo>
                  <a:lnTo>
                    <a:pt x="2780912" y="1783445"/>
                  </a:lnTo>
                  <a:lnTo>
                    <a:pt x="2781021" y="1783445"/>
                  </a:lnTo>
                  <a:lnTo>
                    <a:pt x="2781129" y="1783445"/>
                  </a:lnTo>
                  <a:lnTo>
                    <a:pt x="2781238" y="1783445"/>
                  </a:lnTo>
                  <a:lnTo>
                    <a:pt x="2781238" y="1782821"/>
                  </a:lnTo>
                  <a:lnTo>
                    <a:pt x="2781346" y="1782821"/>
                  </a:lnTo>
                  <a:lnTo>
                    <a:pt x="2781454" y="1782821"/>
                  </a:lnTo>
                  <a:lnTo>
                    <a:pt x="2781563" y="1782821"/>
                  </a:lnTo>
                  <a:lnTo>
                    <a:pt x="2781671" y="1782821"/>
                  </a:lnTo>
                  <a:lnTo>
                    <a:pt x="2781780" y="1782821"/>
                  </a:lnTo>
                  <a:lnTo>
                    <a:pt x="2781888" y="1782821"/>
                  </a:lnTo>
                  <a:lnTo>
                    <a:pt x="2781888" y="1782198"/>
                  </a:lnTo>
                  <a:lnTo>
                    <a:pt x="2781997" y="1782198"/>
                  </a:lnTo>
                  <a:lnTo>
                    <a:pt x="2782105" y="1782198"/>
                  </a:lnTo>
                  <a:lnTo>
                    <a:pt x="2782214" y="1782198"/>
                  </a:lnTo>
                  <a:lnTo>
                    <a:pt x="2782322" y="1782198"/>
                  </a:lnTo>
                  <a:lnTo>
                    <a:pt x="2782430" y="1782198"/>
                  </a:lnTo>
                  <a:lnTo>
                    <a:pt x="2782539" y="1782198"/>
                  </a:lnTo>
                  <a:lnTo>
                    <a:pt x="2782647" y="1782198"/>
                  </a:lnTo>
                  <a:lnTo>
                    <a:pt x="2782756" y="1782198"/>
                  </a:lnTo>
                  <a:lnTo>
                    <a:pt x="2782864" y="1782198"/>
                  </a:lnTo>
                  <a:lnTo>
                    <a:pt x="2782864" y="1781574"/>
                  </a:lnTo>
                  <a:lnTo>
                    <a:pt x="2782973" y="1781574"/>
                  </a:lnTo>
                  <a:lnTo>
                    <a:pt x="2783081" y="1781574"/>
                  </a:lnTo>
                  <a:lnTo>
                    <a:pt x="2783190" y="1781574"/>
                  </a:lnTo>
                  <a:lnTo>
                    <a:pt x="2783298" y="1781574"/>
                  </a:lnTo>
                  <a:lnTo>
                    <a:pt x="2783406" y="1781574"/>
                  </a:lnTo>
                  <a:lnTo>
                    <a:pt x="2783406" y="1780951"/>
                  </a:lnTo>
                  <a:lnTo>
                    <a:pt x="2783515" y="1780951"/>
                  </a:lnTo>
                  <a:lnTo>
                    <a:pt x="2783623" y="1780951"/>
                  </a:lnTo>
                  <a:lnTo>
                    <a:pt x="2783732" y="1780951"/>
                  </a:lnTo>
                  <a:lnTo>
                    <a:pt x="2783840" y="1780951"/>
                  </a:lnTo>
                  <a:lnTo>
                    <a:pt x="2783949" y="1780951"/>
                  </a:lnTo>
                  <a:lnTo>
                    <a:pt x="2784057" y="1780951"/>
                  </a:lnTo>
                  <a:lnTo>
                    <a:pt x="2784166" y="1780951"/>
                  </a:lnTo>
                  <a:lnTo>
                    <a:pt x="2784274" y="1780951"/>
                  </a:lnTo>
                  <a:lnTo>
                    <a:pt x="2784382" y="1780951"/>
                  </a:lnTo>
                  <a:lnTo>
                    <a:pt x="2784491" y="1780951"/>
                  </a:lnTo>
                  <a:lnTo>
                    <a:pt x="2784599" y="1780951"/>
                  </a:lnTo>
                  <a:lnTo>
                    <a:pt x="2784708" y="1780951"/>
                  </a:lnTo>
                  <a:lnTo>
                    <a:pt x="2784816" y="1780951"/>
                  </a:lnTo>
                  <a:lnTo>
                    <a:pt x="2784925" y="1780951"/>
                  </a:lnTo>
                  <a:lnTo>
                    <a:pt x="2785033" y="1780951"/>
                  </a:lnTo>
                  <a:lnTo>
                    <a:pt x="2785142" y="1780951"/>
                  </a:lnTo>
                  <a:lnTo>
                    <a:pt x="2785250" y="1780951"/>
                  </a:lnTo>
                  <a:lnTo>
                    <a:pt x="2785359" y="1780951"/>
                  </a:lnTo>
                  <a:lnTo>
                    <a:pt x="2785467" y="1780951"/>
                  </a:lnTo>
                  <a:lnTo>
                    <a:pt x="2785467" y="1780327"/>
                  </a:lnTo>
                  <a:lnTo>
                    <a:pt x="2785575" y="1780327"/>
                  </a:lnTo>
                  <a:lnTo>
                    <a:pt x="2785684" y="1780327"/>
                  </a:lnTo>
                  <a:lnTo>
                    <a:pt x="2785792" y="1780327"/>
                  </a:lnTo>
                  <a:lnTo>
                    <a:pt x="2785901" y="1780327"/>
                  </a:lnTo>
                  <a:lnTo>
                    <a:pt x="2786009" y="1780327"/>
                  </a:lnTo>
                  <a:lnTo>
                    <a:pt x="2786118" y="1780327"/>
                  </a:lnTo>
                  <a:lnTo>
                    <a:pt x="2786226" y="1780327"/>
                  </a:lnTo>
                  <a:lnTo>
                    <a:pt x="2786335" y="1780327"/>
                  </a:lnTo>
                  <a:lnTo>
                    <a:pt x="2786443" y="1780327"/>
                  </a:lnTo>
                  <a:lnTo>
                    <a:pt x="2786551" y="1780327"/>
                  </a:lnTo>
                  <a:lnTo>
                    <a:pt x="2786660" y="1780327"/>
                  </a:lnTo>
                  <a:lnTo>
                    <a:pt x="2786660" y="1779703"/>
                  </a:lnTo>
                  <a:lnTo>
                    <a:pt x="2786768" y="1779703"/>
                  </a:lnTo>
                  <a:lnTo>
                    <a:pt x="2786877" y="1779703"/>
                  </a:lnTo>
                  <a:lnTo>
                    <a:pt x="2786985" y="1779703"/>
                  </a:lnTo>
                  <a:lnTo>
                    <a:pt x="2787094" y="1779703"/>
                  </a:lnTo>
                  <a:lnTo>
                    <a:pt x="2787202" y="1779703"/>
                  </a:lnTo>
                  <a:lnTo>
                    <a:pt x="2787311" y="1779703"/>
                  </a:lnTo>
                  <a:lnTo>
                    <a:pt x="2787311" y="1779080"/>
                  </a:lnTo>
                  <a:lnTo>
                    <a:pt x="2787419" y="1779080"/>
                  </a:lnTo>
                  <a:lnTo>
                    <a:pt x="2787419" y="1778456"/>
                  </a:lnTo>
                  <a:lnTo>
                    <a:pt x="2787419" y="1777833"/>
                  </a:lnTo>
                  <a:lnTo>
                    <a:pt x="2787527" y="1777833"/>
                  </a:lnTo>
                  <a:lnTo>
                    <a:pt x="2787636" y="1777833"/>
                  </a:lnTo>
                  <a:lnTo>
                    <a:pt x="2787744" y="1777833"/>
                  </a:lnTo>
                  <a:lnTo>
                    <a:pt x="2787853" y="1777833"/>
                  </a:lnTo>
                  <a:lnTo>
                    <a:pt x="2787961" y="1777833"/>
                  </a:lnTo>
                  <a:lnTo>
                    <a:pt x="2788070" y="1777833"/>
                  </a:lnTo>
                  <a:lnTo>
                    <a:pt x="2788178" y="1777833"/>
                  </a:lnTo>
                  <a:lnTo>
                    <a:pt x="2788287" y="1777833"/>
                  </a:lnTo>
                  <a:lnTo>
                    <a:pt x="2788395" y="1777833"/>
                  </a:lnTo>
                  <a:lnTo>
                    <a:pt x="2788503" y="1777833"/>
                  </a:lnTo>
                  <a:lnTo>
                    <a:pt x="2788612" y="1777833"/>
                  </a:lnTo>
                  <a:lnTo>
                    <a:pt x="2788720" y="1777833"/>
                  </a:lnTo>
                  <a:lnTo>
                    <a:pt x="2788829" y="1777833"/>
                  </a:lnTo>
                  <a:lnTo>
                    <a:pt x="2788937" y="1777833"/>
                  </a:lnTo>
                  <a:lnTo>
                    <a:pt x="2788937" y="1777209"/>
                  </a:lnTo>
                  <a:lnTo>
                    <a:pt x="2789046" y="1777209"/>
                  </a:lnTo>
                  <a:lnTo>
                    <a:pt x="2789154" y="1777209"/>
                  </a:lnTo>
                  <a:lnTo>
                    <a:pt x="2789263" y="1777209"/>
                  </a:lnTo>
                  <a:lnTo>
                    <a:pt x="2789371" y="1777209"/>
                  </a:lnTo>
                  <a:lnTo>
                    <a:pt x="2789480" y="1777209"/>
                  </a:lnTo>
                  <a:lnTo>
                    <a:pt x="2789588" y="1777209"/>
                  </a:lnTo>
                  <a:lnTo>
                    <a:pt x="2789696" y="1777209"/>
                  </a:lnTo>
                  <a:lnTo>
                    <a:pt x="2789805" y="1777209"/>
                  </a:lnTo>
                  <a:lnTo>
                    <a:pt x="2789913" y="1777209"/>
                  </a:lnTo>
                  <a:lnTo>
                    <a:pt x="2790022" y="1777209"/>
                  </a:lnTo>
                  <a:lnTo>
                    <a:pt x="2790130" y="1777209"/>
                  </a:lnTo>
                  <a:lnTo>
                    <a:pt x="2790239" y="1777209"/>
                  </a:lnTo>
                  <a:lnTo>
                    <a:pt x="2790347" y="1777209"/>
                  </a:lnTo>
                  <a:lnTo>
                    <a:pt x="2790456" y="1777209"/>
                  </a:lnTo>
                  <a:lnTo>
                    <a:pt x="2790564" y="1777209"/>
                  </a:lnTo>
                  <a:lnTo>
                    <a:pt x="2790564" y="1776586"/>
                  </a:lnTo>
                  <a:lnTo>
                    <a:pt x="2790564" y="1775962"/>
                  </a:lnTo>
                  <a:lnTo>
                    <a:pt x="2790672" y="1775962"/>
                  </a:lnTo>
                  <a:lnTo>
                    <a:pt x="2790672" y="1775338"/>
                  </a:lnTo>
                  <a:lnTo>
                    <a:pt x="2790781" y="1775338"/>
                  </a:lnTo>
                  <a:lnTo>
                    <a:pt x="2790889" y="1775338"/>
                  </a:lnTo>
                  <a:lnTo>
                    <a:pt x="2790998" y="1775338"/>
                  </a:lnTo>
                  <a:lnTo>
                    <a:pt x="2791106" y="1775338"/>
                  </a:lnTo>
                  <a:lnTo>
                    <a:pt x="2791215" y="1775338"/>
                  </a:lnTo>
                  <a:lnTo>
                    <a:pt x="2791323" y="1775338"/>
                  </a:lnTo>
                  <a:lnTo>
                    <a:pt x="2791432" y="1775338"/>
                  </a:lnTo>
                  <a:lnTo>
                    <a:pt x="2791540" y="1775338"/>
                  </a:lnTo>
                  <a:lnTo>
                    <a:pt x="2791648" y="1775338"/>
                  </a:lnTo>
                  <a:lnTo>
                    <a:pt x="2791757" y="1775338"/>
                  </a:lnTo>
                  <a:lnTo>
                    <a:pt x="2791865" y="1775338"/>
                  </a:lnTo>
                  <a:lnTo>
                    <a:pt x="2791865" y="1774715"/>
                  </a:lnTo>
                  <a:lnTo>
                    <a:pt x="2791974" y="1774715"/>
                  </a:lnTo>
                  <a:lnTo>
                    <a:pt x="2792082" y="1774715"/>
                  </a:lnTo>
                  <a:lnTo>
                    <a:pt x="2792191" y="1774715"/>
                  </a:lnTo>
                  <a:lnTo>
                    <a:pt x="2792299" y="1774715"/>
                  </a:lnTo>
                  <a:lnTo>
                    <a:pt x="2792408" y="1774715"/>
                  </a:lnTo>
                  <a:lnTo>
                    <a:pt x="2792516" y="1774715"/>
                  </a:lnTo>
                  <a:lnTo>
                    <a:pt x="2792624" y="1774715"/>
                  </a:lnTo>
                  <a:lnTo>
                    <a:pt x="2792733" y="1774715"/>
                  </a:lnTo>
                  <a:lnTo>
                    <a:pt x="2792841" y="1774715"/>
                  </a:lnTo>
                  <a:lnTo>
                    <a:pt x="2792950" y="1774715"/>
                  </a:lnTo>
                  <a:lnTo>
                    <a:pt x="2793058" y="1774715"/>
                  </a:lnTo>
                  <a:lnTo>
                    <a:pt x="2793167" y="1774715"/>
                  </a:lnTo>
                  <a:lnTo>
                    <a:pt x="2793275" y="1774715"/>
                  </a:lnTo>
                  <a:lnTo>
                    <a:pt x="2793384" y="1774715"/>
                  </a:lnTo>
                  <a:lnTo>
                    <a:pt x="2793492" y="1774715"/>
                  </a:lnTo>
                  <a:lnTo>
                    <a:pt x="2793601" y="1774715"/>
                  </a:lnTo>
                  <a:lnTo>
                    <a:pt x="2793709" y="1774715"/>
                  </a:lnTo>
                  <a:lnTo>
                    <a:pt x="2793817" y="1774715"/>
                  </a:lnTo>
                  <a:lnTo>
                    <a:pt x="2793926" y="1774715"/>
                  </a:lnTo>
                  <a:lnTo>
                    <a:pt x="2794034" y="1774715"/>
                  </a:lnTo>
                  <a:lnTo>
                    <a:pt x="2794143" y="1774715"/>
                  </a:lnTo>
                  <a:lnTo>
                    <a:pt x="2794251" y="1774715"/>
                  </a:lnTo>
                  <a:lnTo>
                    <a:pt x="2794360" y="1774715"/>
                  </a:lnTo>
                  <a:lnTo>
                    <a:pt x="2794468" y="1774715"/>
                  </a:lnTo>
                  <a:lnTo>
                    <a:pt x="2794577" y="1774715"/>
                  </a:lnTo>
                  <a:lnTo>
                    <a:pt x="2794685" y="1774715"/>
                  </a:lnTo>
                  <a:lnTo>
                    <a:pt x="2794793" y="1774715"/>
                  </a:lnTo>
                  <a:lnTo>
                    <a:pt x="2794793" y="1774091"/>
                  </a:lnTo>
                  <a:lnTo>
                    <a:pt x="2794793" y="1773468"/>
                  </a:lnTo>
                  <a:lnTo>
                    <a:pt x="2794902" y="1773468"/>
                  </a:lnTo>
                  <a:lnTo>
                    <a:pt x="2794902" y="1772844"/>
                  </a:lnTo>
                  <a:lnTo>
                    <a:pt x="2795010" y="1772844"/>
                  </a:lnTo>
                  <a:lnTo>
                    <a:pt x="2795119" y="1772844"/>
                  </a:lnTo>
                  <a:lnTo>
                    <a:pt x="2795227" y="1772844"/>
                  </a:lnTo>
                  <a:lnTo>
                    <a:pt x="2795336" y="1772844"/>
                  </a:lnTo>
                  <a:lnTo>
                    <a:pt x="2795444" y="1772844"/>
                  </a:lnTo>
                  <a:lnTo>
                    <a:pt x="2795553" y="1772844"/>
                  </a:lnTo>
                  <a:lnTo>
                    <a:pt x="2795661" y="1772844"/>
                  </a:lnTo>
                  <a:lnTo>
                    <a:pt x="2795769" y="1772844"/>
                  </a:lnTo>
                  <a:lnTo>
                    <a:pt x="2795878" y="1772844"/>
                  </a:lnTo>
                  <a:lnTo>
                    <a:pt x="2795986" y="1772844"/>
                  </a:lnTo>
                  <a:lnTo>
                    <a:pt x="2796095" y="1772844"/>
                  </a:lnTo>
                  <a:lnTo>
                    <a:pt x="2796203" y="1772844"/>
                  </a:lnTo>
                  <a:lnTo>
                    <a:pt x="2796312" y="1772844"/>
                  </a:lnTo>
                  <a:lnTo>
                    <a:pt x="2796420" y="1772844"/>
                  </a:lnTo>
                  <a:lnTo>
                    <a:pt x="2796529" y="1772844"/>
                  </a:lnTo>
                  <a:lnTo>
                    <a:pt x="2796637" y="1772844"/>
                  </a:lnTo>
                  <a:lnTo>
                    <a:pt x="2796745" y="1772844"/>
                  </a:lnTo>
                  <a:lnTo>
                    <a:pt x="2796854" y="1772844"/>
                  </a:lnTo>
                  <a:lnTo>
                    <a:pt x="2796962" y="1772844"/>
                  </a:lnTo>
                  <a:lnTo>
                    <a:pt x="2796962" y="1772220"/>
                  </a:lnTo>
                  <a:lnTo>
                    <a:pt x="2796962" y="1771597"/>
                  </a:lnTo>
                  <a:lnTo>
                    <a:pt x="2797071" y="1771597"/>
                  </a:lnTo>
                  <a:lnTo>
                    <a:pt x="2797179" y="1771597"/>
                  </a:lnTo>
                  <a:lnTo>
                    <a:pt x="2797288" y="1771597"/>
                  </a:lnTo>
                  <a:lnTo>
                    <a:pt x="2797396" y="1771597"/>
                  </a:lnTo>
                  <a:lnTo>
                    <a:pt x="2797396" y="1770973"/>
                  </a:lnTo>
                  <a:lnTo>
                    <a:pt x="2797505" y="1770973"/>
                  </a:lnTo>
                  <a:lnTo>
                    <a:pt x="2797505" y="1770350"/>
                  </a:lnTo>
                  <a:lnTo>
                    <a:pt x="2797613" y="1770350"/>
                  </a:lnTo>
                  <a:lnTo>
                    <a:pt x="2797722" y="1770350"/>
                  </a:lnTo>
                  <a:lnTo>
                    <a:pt x="2797830" y="1770350"/>
                  </a:lnTo>
                  <a:lnTo>
                    <a:pt x="2797938" y="1770350"/>
                  </a:lnTo>
                  <a:lnTo>
                    <a:pt x="2798047" y="1770350"/>
                  </a:lnTo>
                  <a:lnTo>
                    <a:pt x="2798155" y="1770350"/>
                  </a:lnTo>
                  <a:lnTo>
                    <a:pt x="2798264" y="1770350"/>
                  </a:lnTo>
                  <a:lnTo>
                    <a:pt x="2798372" y="1770350"/>
                  </a:lnTo>
                  <a:lnTo>
                    <a:pt x="2798481" y="1770350"/>
                  </a:lnTo>
                  <a:lnTo>
                    <a:pt x="2798589" y="1770350"/>
                  </a:lnTo>
                  <a:lnTo>
                    <a:pt x="2798698" y="1770350"/>
                  </a:lnTo>
                  <a:lnTo>
                    <a:pt x="2798806" y="1770350"/>
                  </a:lnTo>
                  <a:lnTo>
                    <a:pt x="2798914" y="1770350"/>
                  </a:lnTo>
                  <a:lnTo>
                    <a:pt x="2799023" y="1770350"/>
                  </a:lnTo>
                  <a:lnTo>
                    <a:pt x="2799131" y="1770350"/>
                  </a:lnTo>
                  <a:lnTo>
                    <a:pt x="2799240" y="1770350"/>
                  </a:lnTo>
                  <a:lnTo>
                    <a:pt x="2799348" y="1770350"/>
                  </a:lnTo>
                  <a:lnTo>
                    <a:pt x="2799457" y="1770350"/>
                  </a:lnTo>
                  <a:lnTo>
                    <a:pt x="2799565" y="1770350"/>
                  </a:lnTo>
                  <a:lnTo>
                    <a:pt x="2799674" y="1770350"/>
                  </a:lnTo>
                  <a:lnTo>
                    <a:pt x="2799782" y="1770350"/>
                  </a:lnTo>
                  <a:lnTo>
                    <a:pt x="2799890" y="1770350"/>
                  </a:lnTo>
                  <a:lnTo>
                    <a:pt x="2799890" y="1769726"/>
                  </a:lnTo>
                  <a:lnTo>
                    <a:pt x="2799999" y="1769726"/>
                  </a:lnTo>
                  <a:lnTo>
                    <a:pt x="2800107" y="1769726"/>
                  </a:lnTo>
                  <a:lnTo>
                    <a:pt x="2800216" y="1769726"/>
                  </a:lnTo>
                  <a:lnTo>
                    <a:pt x="2800324" y="1769726"/>
                  </a:lnTo>
                  <a:lnTo>
                    <a:pt x="2800433" y="1769726"/>
                  </a:lnTo>
                  <a:lnTo>
                    <a:pt x="2800541" y="1769726"/>
                  </a:lnTo>
                  <a:lnTo>
                    <a:pt x="2800650" y="1769726"/>
                  </a:lnTo>
                  <a:lnTo>
                    <a:pt x="2800758" y="1769726"/>
                  </a:lnTo>
                  <a:lnTo>
                    <a:pt x="2800866" y="1769726"/>
                  </a:lnTo>
                  <a:lnTo>
                    <a:pt x="2800975" y="1769726"/>
                  </a:lnTo>
                  <a:lnTo>
                    <a:pt x="2801083" y="1769726"/>
                  </a:lnTo>
                  <a:lnTo>
                    <a:pt x="2801083" y="1769103"/>
                  </a:lnTo>
                  <a:lnTo>
                    <a:pt x="2801192" y="1769103"/>
                  </a:lnTo>
                  <a:lnTo>
                    <a:pt x="2801300" y="1769103"/>
                  </a:lnTo>
                  <a:lnTo>
                    <a:pt x="2801409" y="1769103"/>
                  </a:lnTo>
                  <a:lnTo>
                    <a:pt x="2801517" y="1769103"/>
                  </a:lnTo>
                  <a:lnTo>
                    <a:pt x="2801517" y="1768479"/>
                  </a:lnTo>
                  <a:lnTo>
                    <a:pt x="2801626" y="1768479"/>
                  </a:lnTo>
                  <a:lnTo>
                    <a:pt x="2801734" y="1768479"/>
                  </a:lnTo>
                  <a:lnTo>
                    <a:pt x="2801842" y="1768479"/>
                  </a:lnTo>
                  <a:lnTo>
                    <a:pt x="2801951" y="1768479"/>
                  </a:lnTo>
                  <a:lnTo>
                    <a:pt x="2802059" y="1768479"/>
                  </a:lnTo>
                  <a:lnTo>
                    <a:pt x="2802168" y="1768479"/>
                  </a:lnTo>
                  <a:lnTo>
                    <a:pt x="2802276" y="1768479"/>
                  </a:lnTo>
                  <a:lnTo>
                    <a:pt x="2802385" y="1768479"/>
                  </a:lnTo>
                  <a:lnTo>
                    <a:pt x="2802493" y="1768479"/>
                  </a:lnTo>
                  <a:lnTo>
                    <a:pt x="2802493" y="1767855"/>
                  </a:lnTo>
                  <a:lnTo>
                    <a:pt x="2802493" y="1767232"/>
                  </a:lnTo>
                  <a:lnTo>
                    <a:pt x="2802602" y="1767232"/>
                  </a:lnTo>
                  <a:lnTo>
                    <a:pt x="2802710" y="1767232"/>
                  </a:lnTo>
                  <a:lnTo>
                    <a:pt x="2802819" y="1767232"/>
                  </a:lnTo>
                  <a:lnTo>
                    <a:pt x="2802819" y="1766608"/>
                  </a:lnTo>
                  <a:lnTo>
                    <a:pt x="2802927" y="1766608"/>
                  </a:lnTo>
                  <a:lnTo>
                    <a:pt x="2803035" y="1766608"/>
                  </a:lnTo>
                  <a:lnTo>
                    <a:pt x="2803144" y="1766608"/>
                  </a:lnTo>
                  <a:lnTo>
                    <a:pt x="2803252" y="1766608"/>
                  </a:lnTo>
                  <a:lnTo>
                    <a:pt x="2803361" y="1766608"/>
                  </a:lnTo>
                  <a:lnTo>
                    <a:pt x="2803469" y="1766608"/>
                  </a:lnTo>
                  <a:lnTo>
                    <a:pt x="2803578" y="1766608"/>
                  </a:lnTo>
                  <a:lnTo>
                    <a:pt x="2803686" y="1766608"/>
                  </a:lnTo>
                  <a:lnTo>
                    <a:pt x="2803795" y="1766608"/>
                  </a:lnTo>
                  <a:lnTo>
                    <a:pt x="2803903" y="1766608"/>
                  </a:lnTo>
                  <a:lnTo>
                    <a:pt x="2804011" y="1766608"/>
                  </a:lnTo>
                  <a:lnTo>
                    <a:pt x="2804120" y="1766608"/>
                  </a:lnTo>
                  <a:lnTo>
                    <a:pt x="2804228" y="1766608"/>
                  </a:lnTo>
                  <a:lnTo>
                    <a:pt x="2804337" y="1766608"/>
                  </a:lnTo>
                  <a:lnTo>
                    <a:pt x="2804337" y="1765985"/>
                  </a:lnTo>
                  <a:lnTo>
                    <a:pt x="2804445" y="1765985"/>
                  </a:lnTo>
                  <a:lnTo>
                    <a:pt x="2804554" y="1765985"/>
                  </a:lnTo>
                  <a:lnTo>
                    <a:pt x="2804662" y="1765985"/>
                  </a:lnTo>
                  <a:lnTo>
                    <a:pt x="2804771" y="1765985"/>
                  </a:lnTo>
                  <a:lnTo>
                    <a:pt x="2804879" y="1765985"/>
                  </a:lnTo>
                  <a:lnTo>
                    <a:pt x="2804987" y="1765985"/>
                  </a:lnTo>
                  <a:lnTo>
                    <a:pt x="2805096" y="1765985"/>
                  </a:lnTo>
                  <a:lnTo>
                    <a:pt x="2805204" y="1765985"/>
                  </a:lnTo>
                  <a:lnTo>
                    <a:pt x="2805313" y="1765985"/>
                  </a:lnTo>
                  <a:lnTo>
                    <a:pt x="2805421" y="1765985"/>
                  </a:lnTo>
                  <a:lnTo>
                    <a:pt x="2805530" y="1765985"/>
                  </a:lnTo>
                  <a:lnTo>
                    <a:pt x="2805530" y="1765361"/>
                  </a:lnTo>
                  <a:lnTo>
                    <a:pt x="2805638" y="1765361"/>
                  </a:lnTo>
                  <a:lnTo>
                    <a:pt x="2805747" y="1765361"/>
                  </a:lnTo>
                  <a:lnTo>
                    <a:pt x="2805855" y="1765361"/>
                  </a:lnTo>
                  <a:lnTo>
                    <a:pt x="2805963" y="1765361"/>
                  </a:lnTo>
                  <a:lnTo>
                    <a:pt x="2805963" y="1764737"/>
                  </a:lnTo>
                  <a:lnTo>
                    <a:pt x="2806072" y="1764737"/>
                  </a:lnTo>
                  <a:lnTo>
                    <a:pt x="2806180" y="1764737"/>
                  </a:lnTo>
                  <a:lnTo>
                    <a:pt x="2806289" y="1764737"/>
                  </a:lnTo>
                  <a:lnTo>
                    <a:pt x="2806397" y="1764737"/>
                  </a:lnTo>
                  <a:lnTo>
                    <a:pt x="2806506" y="1764737"/>
                  </a:lnTo>
                  <a:lnTo>
                    <a:pt x="2806614" y="1764737"/>
                  </a:lnTo>
                  <a:lnTo>
                    <a:pt x="2806723" y="1764737"/>
                  </a:lnTo>
                  <a:lnTo>
                    <a:pt x="2806831" y="1764737"/>
                  </a:lnTo>
                  <a:lnTo>
                    <a:pt x="2806940" y="1764737"/>
                  </a:lnTo>
                  <a:lnTo>
                    <a:pt x="2806940" y="1764114"/>
                  </a:lnTo>
                  <a:lnTo>
                    <a:pt x="2807048" y="1764114"/>
                  </a:lnTo>
                  <a:lnTo>
                    <a:pt x="2807156" y="1764114"/>
                  </a:lnTo>
                  <a:lnTo>
                    <a:pt x="2807265" y="1764114"/>
                  </a:lnTo>
                  <a:lnTo>
                    <a:pt x="2807373" y="1764114"/>
                  </a:lnTo>
                  <a:lnTo>
                    <a:pt x="2807482" y="1764114"/>
                  </a:lnTo>
                  <a:lnTo>
                    <a:pt x="2807590" y="1764114"/>
                  </a:lnTo>
                  <a:lnTo>
                    <a:pt x="2807699" y="1764114"/>
                  </a:lnTo>
                  <a:lnTo>
                    <a:pt x="2807807" y="1764114"/>
                  </a:lnTo>
                  <a:lnTo>
                    <a:pt x="2807916" y="1764114"/>
                  </a:lnTo>
                  <a:lnTo>
                    <a:pt x="2808024" y="1764114"/>
                  </a:lnTo>
                  <a:lnTo>
                    <a:pt x="2808024" y="1763490"/>
                  </a:lnTo>
                  <a:lnTo>
                    <a:pt x="2808024" y="1762867"/>
                  </a:lnTo>
                  <a:lnTo>
                    <a:pt x="2808132" y="1762867"/>
                  </a:lnTo>
                  <a:lnTo>
                    <a:pt x="2808241" y="1762867"/>
                  </a:lnTo>
                  <a:lnTo>
                    <a:pt x="2808241" y="1762243"/>
                  </a:lnTo>
                  <a:lnTo>
                    <a:pt x="2808349" y="1762243"/>
                  </a:lnTo>
                  <a:lnTo>
                    <a:pt x="2808458" y="1762243"/>
                  </a:lnTo>
                  <a:lnTo>
                    <a:pt x="2808566" y="1762243"/>
                  </a:lnTo>
                  <a:lnTo>
                    <a:pt x="2808675" y="1762243"/>
                  </a:lnTo>
                  <a:lnTo>
                    <a:pt x="2808783" y="1762243"/>
                  </a:lnTo>
                  <a:lnTo>
                    <a:pt x="2808892" y="1762243"/>
                  </a:lnTo>
                  <a:lnTo>
                    <a:pt x="2809000" y="1762243"/>
                  </a:lnTo>
                  <a:lnTo>
                    <a:pt x="2809108" y="1762243"/>
                  </a:lnTo>
                  <a:lnTo>
                    <a:pt x="2809217" y="1762243"/>
                  </a:lnTo>
                  <a:lnTo>
                    <a:pt x="2809325" y="1762243"/>
                  </a:lnTo>
                  <a:lnTo>
                    <a:pt x="2809434" y="1762243"/>
                  </a:lnTo>
                  <a:lnTo>
                    <a:pt x="2809542" y="1762243"/>
                  </a:lnTo>
                  <a:lnTo>
                    <a:pt x="2809542" y="1761620"/>
                  </a:lnTo>
                  <a:lnTo>
                    <a:pt x="2809542" y="1760996"/>
                  </a:lnTo>
                  <a:lnTo>
                    <a:pt x="2809651" y="1760996"/>
                  </a:lnTo>
                  <a:lnTo>
                    <a:pt x="2809759" y="1760996"/>
                  </a:lnTo>
                  <a:lnTo>
                    <a:pt x="2809868" y="1760996"/>
                  </a:lnTo>
                  <a:lnTo>
                    <a:pt x="2809976" y="1760996"/>
                  </a:lnTo>
                  <a:lnTo>
                    <a:pt x="2809976" y="1760372"/>
                  </a:lnTo>
                  <a:lnTo>
                    <a:pt x="2810084" y="1760372"/>
                  </a:lnTo>
                  <a:lnTo>
                    <a:pt x="2810193" y="1760372"/>
                  </a:lnTo>
                  <a:lnTo>
                    <a:pt x="2810301" y="1760372"/>
                  </a:lnTo>
                  <a:lnTo>
                    <a:pt x="2810410" y="1760372"/>
                  </a:lnTo>
                  <a:lnTo>
                    <a:pt x="2810518" y="1760372"/>
                  </a:lnTo>
                  <a:lnTo>
                    <a:pt x="2810518" y="1759749"/>
                  </a:lnTo>
                  <a:lnTo>
                    <a:pt x="2810627" y="1759749"/>
                  </a:lnTo>
                  <a:lnTo>
                    <a:pt x="2810735" y="1759749"/>
                  </a:lnTo>
                  <a:lnTo>
                    <a:pt x="2810735" y="1759125"/>
                  </a:lnTo>
                  <a:lnTo>
                    <a:pt x="2810844" y="1759125"/>
                  </a:lnTo>
                  <a:lnTo>
                    <a:pt x="2810952" y="1759125"/>
                  </a:lnTo>
                  <a:lnTo>
                    <a:pt x="2811061" y="1759125"/>
                  </a:lnTo>
                  <a:lnTo>
                    <a:pt x="2811061" y="1758502"/>
                  </a:lnTo>
                  <a:lnTo>
                    <a:pt x="2811169" y="1758502"/>
                  </a:lnTo>
                  <a:lnTo>
                    <a:pt x="2811277" y="1758502"/>
                  </a:lnTo>
                  <a:lnTo>
                    <a:pt x="2811386" y="1758502"/>
                  </a:lnTo>
                  <a:lnTo>
                    <a:pt x="2811494" y="1758502"/>
                  </a:lnTo>
                  <a:lnTo>
                    <a:pt x="2811603" y="1758502"/>
                  </a:lnTo>
                  <a:lnTo>
                    <a:pt x="2811711" y="1758502"/>
                  </a:lnTo>
                  <a:lnTo>
                    <a:pt x="2811820" y="1758502"/>
                  </a:lnTo>
                  <a:lnTo>
                    <a:pt x="2811928" y="1758502"/>
                  </a:lnTo>
                  <a:lnTo>
                    <a:pt x="2811928" y="1757878"/>
                  </a:lnTo>
                  <a:lnTo>
                    <a:pt x="2812037" y="1757878"/>
                  </a:lnTo>
                  <a:lnTo>
                    <a:pt x="2812145" y="1757878"/>
                  </a:lnTo>
                  <a:lnTo>
                    <a:pt x="2812253" y="1757878"/>
                  </a:lnTo>
                  <a:lnTo>
                    <a:pt x="2812362" y="1757878"/>
                  </a:lnTo>
                  <a:lnTo>
                    <a:pt x="2812470" y="1757878"/>
                  </a:lnTo>
                  <a:lnTo>
                    <a:pt x="2812579" y="1757878"/>
                  </a:lnTo>
                  <a:lnTo>
                    <a:pt x="2812687" y="1757878"/>
                  </a:lnTo>
                  <a:lnTo>
                    <a:pt x="2812796" y="1757878"/>
                  </a:lnTo>
                  <a:lnTo>
                    <a:pt x="2812796" y="1757254"/>
                  </a:lnTo>
                  <a:lnTo>
                    <a:pt x="2812796" y="1756631"/>
                  </a:lnTo>
                  <a:lnTo>
                    <a:pt x="2812904" y="1756631"/>
                  </a:lnTo>
                  <a:lnTo>
                    <a:pt x="2813013" y="1756631"/>
                  </a:lnTo>
                  <a:lnTo>
                    <a:pt x="2813121" y="1756631"/>
                  </a:lnTo>
                  <a:lnTo>
                    <a:pt x="2813229" y="1756631"/>
                  </a:lnTo>
                  <a:lnTo>
                    <a:pt x="2813338" y="1756631"/>
                  </a:lnTo>
                  <a:lnTo>
                    <a:pt x="2813446" y="1756631"/>
                  </a:lnTo>
                  <a:lnTo>
                    <a:pt x="2813555" y="1756631"/>
                  </a:lnTo>
                  <a:lnTo>
                    <a:pt x="2813663" y="1756631"/>
                  </a:lnTo>
                  <a:lnTo>
                    <a:pt x="2813772" y="1756631"/>
                  </a:lnTo>
                  <a:lnTo>
                    <a:pt x="2813880" y="1756631"/>
                  </a:lnTo>
                  <a:lnTo>
                    <a:pt x="2813989" y="1756631"/>
                  </a:lnTo>
                  <a:lnTo>
                    <a:pt x="2814097" y="1756631"/>
                  </a:lnTo>
                  <a:lnTo>
                    <a:pt x="2814205" y="1756631"/>
                  </a:lnTo>
                  <a:lnTo>
                    <a:pt x="2814314" y="1756631"/>
                  </a:lnTo>
                  <a:lnTo>
                    <a:pt x="2814314" y="1756007"/>
                  </a:lnTo>
                  <a:lnTo>
                    <a:pt x="2814422" y="1756007"/>
                  </a:lnTo>
                  <a:lnTo>
                    <a:pt x="2814531" y="1756007"/>
                  </a:lnTo>
                  <a:lnTo>
                    <a:pt x="2814639" y="1756007"/>
                  </a:lnTo>
                  <a:lnTo>
                    <a:pt x="2814748" y="1756007"/>
                  </a:lnTo>
                  <a:lnTo>
                    <a:pt x="2814856" y="1756007"/>
                  </a:lnTo>
                  <a:lnTo>
                    <a:pt x="2814965" y="1756007"/>
                  </a:lnTo>
                  <a:lnTo>
                    <a:pt x="2814965" y="1755384"/>
                  </a:lnTo>
                  <a:lnTo>
                    <a:pt x="2814965" y="1754760"/>
                  </a:lnTo>
                  <a:lnTo>
                    <a:pt x="2815073" y="1754760"/>
                  </a:lnTo>
                  <a:lnTo>
                    <a:pt x="2815182" y="1754760"/>
                  </a:lnTo>
                  <a:lnTo>
                    <a:pt x="2815290" y="1754760"/>
                  </a:lnTo>
                  <a:lnTo>
                    <a:pt x="2815398" y="1754760"/>
                  </a:lnTo>
                  <a:lnTo>
                    <a:pt x="2815507" y="1754760"/>
                  </a:lnTo>
                  <a:lnTo>
                    <a:pt x="2815615" y="1754760"/>
                  </a:lnTo>
                  <a:lnTo>
                    <a:pt x="2815724" y="1754760"/>
                  </a:lnTo>
                  <a:lnTo>
                    <a:pt x="2815724" y="1754137"/>
                  </a:lnTo>
                  <a:lnTo>
                    <a:pt x="2815832" y="1754137"/>
                  </a:lnTo>
                  <a:lnTo>
                    <a:pt x="2815941" y="1754137"/>
                  </a:lnTo>
                  <a:lnTo>
                    <a:pt x="2816049" y="1754137"/>
                  </a:lnTo>
                  <a:lnTo>
                    <a:pt x="2816158" y="1754137"/>
                  </a:lnTo>
                  <a:lnTo>
                    <a:pt x="2816266" y="1754137"/>
                  </a:lnTo>
                  <a:lnTo>
                    <a:pt x="2816266" y="1753513"/>
                  </a:lnTo>
                  <a:lnTo>
                    <a:pt x="2816266" y="1752889"/>
                  </a:lnTo>
                  <a:lnTo>
                    <a:pt x="2816374" y="1752889"/>
                  </a:lnTo>
                  <a:lnTo>
                    <a:pt x="2816483" y="1752889"/>
                  </a:lnTo>
                  <a:lnTo>
                    <a:pt x="2816591" y="1752889"/>
                  </a:lnTo>
                  <a:lnTo>
                    <a:pt x="2816591" y="1752266"/>
                  </a:lnTo>
                  <a:lnTo>
                    <a:pt x="2816700" y="1752266"/>
                  </a:lnTo>
                  <a:lnTo>
                    <a:pt x="2816808" y="1752266"/>
                  </a:lnTo>
                  <a:lnTo>
                    <a:pt x="2816917" y="1752266"/>
                  </a:lnTo>
                  <a:lnTo>
                    <a:pt x="2817025" y="1752266"/>
                  </a:lnTo>
                  <a:lnTo>
                    <a:pt x="2817134" y="1752266"/>
                  </a:lnTo>
                  <a:lnTo>
                    <a:pt x="2817242" y="1752266"/>
                  </a:lnTo>
                  <a:lnTo>
                    <a:pt x="2817350" y="1752266"/>
                  </a:lnTo>
                  <a:lnTo>
                    <a:pt x="2817459" y="1752266"/>
                  </a:lnTo>
                  <a:lnTo>
                    <a:pt x="2817459" y="1751642"/>
                  </a:lnTo>
                  <a:lnTo>
                    <a:pt x="2817567" y="1751642"/>
                  </a:lnTo>
                  <a:lnTo>
                    <a:pt x="2817567" y="1751019"/>
                  </a:lnTo>
                  <a:lnTo>
                    <a:pt x="2817567" y="1750395"/>
                  </a:lnTo>
                  <a:lnTo>
                    <a:pt x="2817676" y="1750395"/>
                  </a:lnTo>
                  <a:lnTo>
                    <a:pt x="2817676" y="1749771"/>
                  </a:lnTo>
                  <a:lnTo>
                    <a:pt x="2817784" y="1749771"/>
                  </a:lnTo>
                  <a:lnTo>
                    <a:pt x="2817893" y="1749771"/>
                  </a:lnTo>
                  <a:lnTo>
                    <a:pt x="2818001" y="1749771"/>
                  </a:lnTo>
                  <a:lnTo>
                    <a:pt x="2818110" y="1749771"/>
                  </a:lnTo>
                  <a:lnTo>
                    <a:pt x="2818218" y="1749771"/>
                  </a:lnTo>
                  <a:lnTo>
                    <a:pt x="2818326" y="1749771"/>
                  </a:lnTo>
                  <a:lnTo>
                    <a:pt x="2818435" y="1749771"/>
                  </a:lnTo>
                  <a:lnTo>
                    <a:pt x="2818543" y="1749771"/>
                  </a:lnTo>
                  <a:lnTo>
                    <a:pt x="2818652" y="1749771"/>
                  </a:lnTo>
                  <a:lnTo>
                    <a:pt x="2818760" y="1749771"/>
                  </a:lnTo>
                  <a:lnTo>
                    <a:pt x="2818869" y="1749771"/>
                  </a:lnTo>
                  <a:lnTo>
                    <a:pt x="2818977" y="1749771"/>
                  </a:lnTo>
                  <a:lnTo>
                    <a:pt x="2818977" y="1749148"/>
                  </a:lnTo>
                  <a:lnTo>
                    <a:pt x="2819086" y="1749148"/>
                  </a:lnTo>
                  <a:lnTo>
                    <a:pt x="2819086" y="1748524"/>
                  </a:lnTo>
                  <a:lnTo>
                    <a:pt x="2819194" y="1748524"/>
                  </a:lnTo>
                  <a:lnTo>
                    <a:pt x="2819303" y="1748524"/>
                  </a:lnTo>
                  <a:lnTo>
                    <a:pt x="2819411" y="1748524"/>
                  </a:lnTo>
                  <a:lnTo>
                    <a:pt x="2819519" y="1748524"/>
                  </a:lnTo>
                  <a:lnTo>
                    <a:pt x="2819628" y="1748524"/>
                  </a:lnTo>
                  <a:lnTo>
                    <a:pt x="2819736" y="1748524"/>
                  </a:lnTo>
                  <a:lnTo>
                    <a:pt x="2819736" y="1747901"/>
                  </a:lnTo>
                  <a:lnTo>
                    <a:pt x="2819736" y="1747277"/>
                  </a:lnTo>
                  <a:lnTo>
                    <a:pt x="2819845" y="1747277"/>
                  </a:lnTo>
                  <a:lnTo>
                    <a:pt x="2819953" y="1747277"/>
                  </a:lnTo>
                  <a:lnTo>
                    <a:pt x="2820062" y="1747277"/>
                  </a:lnTo>
                  <a:lnTo>
                    <a:pt x="2820170" y="1747277"/>
                  </a:lnTo>
                  <a:lnTo>
                    <a:pt x="2820279" y="1747277"/>
                  </a:lnTo>
                  <a:lnTo>
                    <a:pt x="2820279" y="1746654"/>
                  </a:lnTo>
                  <a:lnTo>
                    <a:pt x="2820387" y="1746654"/>
                  </a:lnTo>
                  <a:lnTo>
                    <a:pt x="2820495" y="1746654"/>
                  </a:lnTo>
                  <a:lnTo>
                    <a:pt x="2820604" y="1746654"/>
                  </a:lnTo>
                  <a:lnTo>
                    <a:pt x="2820712" y="1746654"/>
                  </a:lnTo>
                  <a:lnTo>
                    <a:pt x="2820821" y="1746654"/>
                  </a:lnTo>
                  <a:lnTo>
                    <a:pt x="2820929" y="1746654"/>
                  </a:lnTo>
                  <a:lnTo>
                    <a:pt x="2821038" y="1746654"/>
                  </a:lnTo>
                  <a:lnTo>
                    <a:pt x="2821146" y="1746654"/>
                  </a:lnTo>
                  <a:lnTo>
                    <a:pt x="2821255" y="1746654"/>
                  </a:lnTo>
                  <a:lnTo>
                    <a:pt x="2821255" y="1746030"/>
                  </a:lnTo>
                  <a:lnTo>
                    <a:pt x="2821363" y="1746030"/>
                  </a:lnTo>
                  <a:lnTo>
                    <a:pt x="2821363" y="1745406"/>
                  </a:lnTo>
                  <a:lnTo>
                    <a:pt x="2821471" y="1745406"/>
                  </a:lnTo>
                  <a:lnTo>
                    <a:pt x="2821580" y="1745406"/>
                  </a:lnTo>
                  <a:lnTo>
                    <a:pt x="2821688" y="1745406"/>
                  </a:lnTo>
                  <a:lnTo>
                    <a:pt x="2821797" y="1745406"/>
                  </a:lnTo>
                  <a:lnTo>
                    <a:pt x="2821905" y="1745406"/>
                  </a:lnTo>
                  <a:lnTo>
                    <a:pt x="2822014" y="1745406"/>
                  </a:lnTo>
                  <a:lnTo>
                    <a:pt x="2822122" y="1745406"/>
                  </a:lnTo>
                  <a:lnTo>
                    <a:pt x="2822122" y="1744783"/>
                  </a:lnTo>
                  <a:lnTo>
                    <a:pt x="2822231" y="1744783"/>
                  </a:lnTo>
                  <a:lnTo>
                    <a:pt x="2822339" y="1744783"/>
                  </a:lnTo>
                  <a:lnTo>
                    <a:pt x="2822447" y="1744783"/>
                  </a:lnTo>
                  <a:lnTo>
                    <a:pt x="2822556" y="1744783"/>
                  </a:lnTo>
                  <a:lnTo>
                    <a:pt x="2822664" y="1744783"/>
                  </a:lnTo>
                  <a:lnTo>
                    <a:pt x="2822773" y="1744783"/>
                  </a:lnTo>
                  <a:lnTo>
                    <a:pt x="2822881" y="1744783"/>
                  </a:lnTo>
                  <a:lnTo>
                    <a:pt x="2822990" y="1744783"/>
                  </a:lnTo>
                  <a:lnTo>
                    <a:pt x="2823098" y="1744783"/>
                  </a:lnTo>
                  <a:lnTo>
                    <a:pt x="2823207" y="1744783"/>
                  </a:lnTo>
                  <a:lnTo>
                    <a:pt x="2823315" y="1744783"/>
                  </a:lnTo>
                  <a:lnTo>
                    <a:pt x="2823423" y="1744783"/>
                  </a:lnTo>
                  <a:lnTo>
                    <a:pt x="2823532" y="1744783"/>
                  </a:lnTo>
                  <a:lnTo>
                    <a:pt x="2823640" y="1744783"/>
                  </a:lnTo>
                  <a:lnTo>
                    <a:pt x="2823749" y="1744783"/>
                  </a:lnTo>
                  <a:lnTo>
                    <a:pt x="2823857" y="1744783"/>
                  </a:lnTo>
                  <a:lnTo>
                    <a:pt x="2823966" y="1744783"/>
                  </a:lnTo>
                  <a:lnTo>
                    <a:pt x="2824074" y="1744783"/>
                  </a:lnTo>
                  <a:lnTo>
                    <a:pt x="2824183" y="1744783"/>
                  </a:lnTo>
                  <a:lnTo>
                    <a:pt x="2824291" y="1744783"/>
                  </a:lnTo>
                  <a:lnTo>
                    <a:pt x="2824400" y="1744783"/>
                  </a:lnTo>
                  <a:lnTo>
                    <a:pt x="2824508" y="1744783"/>
                  </a:lnTo>
                  <a:lnTo>
                    <a:pt x="2824616" y="1744783"/>
                  </a:lnTo>
                  <a:lnTo>
                    <a:pt x="2824725" y="1744783"/>
                  </a:lnTo>
                  <a:lnTo>
                    <a:pt x="2824833" y="1744783"/>
                  </a:lnTo>
                  <a:lnTo>
                    <a:pt x="2824942" y="1744783"/>
                  </a:lnTo>
                  <a:lnTo>
                    <a:pt x="2824942" y="1744159"/>
                  </a:lnTo>
                  <a:lnTo>
                    <a:pt x="2825050" y="1744159"/>
                  </a:lnTo>
                  <a:lnTo>
                    <a:pt x="2825159" y="1744159"/>
                  </a:lnTo>
                  <a:lnTo>
                    <a:pt x="2825267" y="1744159"/>
                  </a:lnTo>
                  <a:lnTo>
                    <a:pt x="2825376" y="1744159"/>
                  </a:lnTo>
                  <a:lnTo>
                    <a:pt x="2825484" y="1744159"/>
                  </a:lnTo>
                  <a:lnTo>
                    <a:pt x="2825592" y="1744159"/>
                  </a:lnTo>
                  <a:lnTo>
                    <a:pt x="2825592" y="1743536"/>
                  </a:lnTo>
                  <a:lnTo>
                    <a:pt x="2825701" y="1743536"/>
                  </a:lnTo>
                  <a:lnTo>
                    <a:pt x="2825809" y="1743536"/>
                  </a:lnTo>
                  <a:lnTo>
                    <a:pt x="2825918" y="1743536"/>
                  </a:lnTo>
                  <a:lnTo>
                    <a:pt x="2826026" y="1743536"/>
                  </a:lnTo>
                  <a:lnTo>
                    <a:pt x="2826026" y="1742912"/>
                  </a:lnTo>
                  <a:lnTo>
                    <a:pt x="2826135" y="1742912"/>
                  </a:lnTo>
                  <a:lnTo>
                    <a:pt x="2826243" y="1742912"/>
                  </a:lnTo>
                  <a:lnTo>
                    <a:pt x="2826352" y="1742912"/>
                  </a:lnTo>
                  <a:lnTo>
                    <a:pt x="2826460" y="1742912"/>
                  </a:lnTo>
                  <a:lnTo>
                    <a:pt x="2826460" y="1742288"/>
                  </a:lnTo>
                  <a:lnTo>
                    <a:pt x="2826568" y="1742288"/>
                  </a:lnTo>
                  <a:lnTo>
                    <a:pt x="2826677" y="1742288"/>
                  </a:lnTo>
                  <a:lnTo>
                    <a:pt x="2826785" y="1742288"/>
                  </a:lnTo>
                  <a:lnTo>
                    <a:pt x="2826894" y="1742288"/>
                  </a:lnTo>
                  <a:lnTo>
                    <a:pt x="2827002" y="1742288"/>
                  </a:lnTo>
                  <a:lnTo>
                    <a:pt x="2827111" y="1742288"/>
                  </a:lnTo>
                  <a:lnTo>
                    <a:pt x="2827219" y="1742288"/>
                  </a:lnTo>
                  <a:lnTo>
                    <a:pt x="2827219" y="1741665"/>
                  </a:lnTo>
                  <a:lnTo>
                    <a:pt x="2827328" y="1741665"/>
                  </a:lnTo>
                  <a:lnTo>
                    <a:pt x="2827436" y="1741665"/>
                  </a:lnTo>
                  <a:lnTo>
                    <a:pt x="2827544" y="1741665"/>
                  </a:lnTo>
                  <a:lnTo>
                    <a:pt x="2827653" y="1741665"/>
                  </a:lnTo>
                  <a:lnTo>
                    <a:pt x="2827761" y="1741665"/>
                  </a:lnTo>
                  <a:lnTo>
                    <a:pt x="2827870" y="1741665"/>
                  </a:lnTo>
                  <a:lnTo>
                    <a:pt x="2827978" y="1741665"/>
                  </a:lnTo>
                  <a:lnTo>
                    <a:pt x="2828087" y="1741665"/>
                  </a:lnTo>
                  <a:lnTo>
                    <a:pt x="2828087" y="1741041"/>
                  </a:lnTo>
                  <a:lnTo>
                    <a:pt x="2828195" y="1741041"/>
                  </a:lnTo>
                  <a:lnTo>
                    <a:pt x="2828304" y="1741041"/>
                  </a:lnTo>
                  <a:lnTo>
                    <a:pt x="2828412" y="1741041"/>
                  </a:lnTo>
                  <a:lnTo>
                    <a:pt x="2828521" y="1741041"/>
                  </a:lnTo>
                  <a:lnTo>
                    <a:pt x="2828629" y="1741041"/>
                  </a:lnTo>
                  <a:lnTo>
                    <a:pt x="2828737" y="1741041"/>
                  </a:lnTo>
                  <a:lnTo>
                    <a:pt x="2828846" y="1741041"/>
                  </a:lnTo>
                  <a:lnTo>
                    <a:pt x="2828846" y="1740418"/>
                  </a:lnTo>
                  <a:lnTo>
                    <a:pt x="2828954" y="1740418"/>
                  </a:lnTo>
                  <a:lnTo>
                    <a:pt x="2829063" y="1740418"/>
                  </a:lnTo>
                  <a:lnTo>
                    <a:pt x="2829171" y="1740418"/>
                  </a:lnTo>
                  <a:lnTo>
                    <a:pt x="2829280" y="1740418"/>
                  </a:lnTo>
                  <a:lnTo>
                    <a:pt x="2829388" y="1740418"/>
                  </a:lnTo>
                  <a:lnTo>
                    <a:pt x="2829388" y="1739794"/>
                  </a:lnTo>
                  <a:lnTo>
                    <a:pt x="2829388" y="1739171"/>
                  </a:lnTo>
                  <a:lnTo>
                    <a:pt x="2829388" y="1738547"/>
                  </a:lnTo>
                  <a:lnTo>
                    <a:pt x="2829497" y="1738547"/>
                  </a:lnTo>
                  <a:lnTo>
                    <a:pt x="2829605" y="1738547"/>
                  </a:lnTo>
                  <a:lnTo>
                    <a:pt x="2829713" y="1738547"/>
                  </a:lnTo>
                  <a:lnTo>
                    <a:pt x="2829822" y="1738547"/>
                  </a:lnTo>
                  <a:lnTo>
                    <a:pt x="2829930" y="1738547"/>
                  </a:lnTo>
                  <a:lnTo>
                    <a:pt x="2830039" y="1738547"/>
                  </a:lnTo>
                  <a:lnTo>
                    <a:pt x="2830147" y="1738547"/>
                  </a:lnTo>
                  <a:lnTo>
                    <a:pt x="2830256" y="1738547"/>
                  </a:lnTo>
                  <a:lnTo>
                    <a:pt x="2830364" y="1738547"/>
                  </a:lnTo>
                  <a:lnTo>
                    <a:pt x="2830364" y="1737923"/>
                  </a:lnTo>
                  <a:lnTo>
                    <a:pt x="2830473" y="1737923"/>
                  </a:lnTo>
                  <a:lnTo>
                    <a:pt x="2830581" y="1737923"/>
                  </a:lnTo>
                  <a:lnTo>
                    <a:pt x="2830689" y="1737923"/>
                  </a:lnTo>
                  <a:lnTo>
                    <a:pt x="2830798" y="1737923"/>
                  </a:lnTo>
                  <a:lnTo>
                    <a:pt x="2830906" y="1737923"/>
                  </a:lnTo>
                  <a:lnTo>
                    <a:pt x="2831015" y="1737923"/>
                  </a:lnTo>
                  <a:lnTo>
                    <a:pt x="2831123" y="1737923"/>
                  </a:lnTo>
                  <a:lnTo>
                    <a:pt x="2831232" y="1737923"/>
                  </a:lnTo>
                  <a:lnTo>
                    <a:pt x="2831340" y="1737923"/>
                  </a:lnTo>
                  <a:lnTo>
                    <a:pt x="2831449" y="1737923"/>
                  </a:lnTo>
                  <a:lnTo>
                    <a:pt x="2831449" y="1737300"/>
                  </a:lnTo>
                  <a:lnTo>
                    <a:pt x="2831557" y="1737300"/>
                  </a:lnTo>
                  <a:lnTo>
                    <a:pt x="2831665" y="1737300"/>
                  </a:lnTo>
                  <a:lnTo>
                    <a:pt x="2831774" y="1737300"/>
                  </a:lnTo>
                  <a:lnTo>
                    <a:pt x="2831774" y="1736676"/>
                  </a:lnTo>
                  <a:lnTo>
                    <a:pt x="2831882" y="1736676"/>
                  </a:lnTo>
                  <a:lnTo>
                    <a:pt x="2831991" y="1736676"/>
                  </a:lnTo>
                  <a:lnTo>
                    <a:pt x="2832099" y="1736676"/>
                  </a:lnTo>
                  <a:lnTo>
                    <a:pt x="2832208" y="1736676"/>
                  </a:lnTo>
                  <a:lnTo>
                    <a:pt x="2832316" y="1736676"/>
                  </a:lnTo>
                  <a:lnTo>
                    <a:pt x="2832425" y="1736676"/>
                  </a:lnTo>
                  <a:lnTo>
                    <a:pt x="2832533" y="1736676"/>
                  </a:lnTo>
                  <a:lnTo>
                    <a:pt x="2832642" y="1736676"/>
                  </a:lnTo>
                  <a:lnTo>
                    <a:pt x="2832750" y="1736676"/>
                  </a:lnTo>
                  <a:lnTo>
                    <a:pt x="2832858" y="1736676"/>
                  </a:lnTo>
                  <a:lnTo>
                    <a:pt x="2832967" y="1736676"/>
                  </a:lnTo>
                  <a:lnTo>
                    <a:pt x="2833075" y="1736676"/>
                  </a:lnTo>
                  <a:lnTo>
                    <a:pt x="2833184" y="1736676"/>
                  </a:lnTo>
                  <a:lnTo>
                    <a:pt x="2833292" y="1736676"/>
                  </a:lnTo>
                  <a:lnTo>
                    <a:pt x="2833401" y="1736676"/>
                  </a:lnTo>
                  <a:lnTo>
                    <a:pt x="2833509" y="1736676"/>
                  </a:lnTo>
                  <a:lnTo>
                    <a:pt x="2833618" y="1736676"/>
                  </a:lnTo>
                  <a:lnTo>
                    <a:pt x="2833726" y="1736676"/>
                  </a:lnTo>
                  <a:lnTo>
                    <a:pt x="2833834" y="1736676"/>
                  </a:lnTo>
                  <a:lnTo>
                    <a:pt x="2833943" y="1736676"/>
                  </a:lnTo>
                  <a:lnTo>
                    <a:pt x="2834051" y="1736676"/>
                  </a:lnTo>
                  <a:lnTo>
                    <a:pt x="2834160" y="1736676"/>
                  </a:lnTo>
                  <a:lnTo>
                    <a:pt x="2834268" y="1736676"/>
                  </a:lnTo>
                  <a:lnTo>
                    <a:pt x="2834377" y="1736676"/>
                  </a:lnTo>
                  <a:lnTo>
                    <a:pt x="2834485" y="1736676"/>
                  </a:lnTo>
                  <a:lnTo>
                    <a:pt x="2834594" y="1736676"/>
                  </a:lnTo>
                  <a:lnTo>
                    <a:pt x="2834594" y="1736053"/>
                  </a:lnTo>
                  <a:lnTo>
                    <a:pt x="2834702" y="1736053"/>
                  </a:lnTo>
                  <a:lnTo>
                    <a:pt x="2834810" y="1736053"/>
                  </a:lnTo>
                  <a:lnTo>
                    <a:pt x="2834919" y="1736053"/>
                  </a:lnTo>
                  <a:lnTo>
                    <a:pt x="2835027" y="1736053"/>
                  </a:lnTo>
                  <a:lnTo>
                    <a:pt x="2835136" y="1736053"/>
                  </a:lnTo>
                  <a:lnTo>
                    <a:pt x="2835244" y="1736053"/>
                  </a:lnTo>
                  <a:lnTo>
                    <a:pt x="2835353" y="1736053"/>
                  </a:lnTo>
                  <a:lnTo>
                    <a:pt x="2835461" y="1736053"/>
                  </a:lnTo>
                  <a:lnTo>
                    <a:pt x="2835570" y="1736053"/>
                  </a:lnTo>
                  <a:lnTo>
                    <a:pt x="2835678" y="1736053"/>
                  </a:lnTo>
                  <a:lnTo>
                    <a:pt x="2835786" y="1736053"/>
                  </a:lnTo>
                  <a:lnTo>
                    <a:pt x="2835786" y="1735429"/>
                  </a:lnTo>
                  <a:lnTo>
                    <a:pt x="2835895" y="1735429"/>
                  </a:lnTo>
                  <a:lnTo>
                    <a:pt x="2836003" y="1735429"/>
                  </a:lnTo>
                  <a:lnTo>
                    <a:pt x="2836112" y="1735429"/>
                  </a:lnTo>
                  <a:lnTo>
                    <a:pt x="2836112" y="1734806"/>
                  </a:lnTo>
                  <a:lnTo>
                    <a:pt x="2836220" y="1734806"/>
                  </a:lnTo>
                  <a:lnTo>
                    <a:pt x="2836329" y="1734806"/>
                  </a:lnTo>
                  <a:lnTo>
                    <a:pt x="2836329" y="1734182"/>
                  </a:lnTo>
                  <a:lnTo>
                    <a:pt x="2836437" y="1734182"/>
                  </a:lnTo>
                  <a:lnTo>
                    <a:pt x="2836546" y="1734182"/>
                  </a:lnTo>
                  <a:lnTo>
                    <a:pt x="2836654" y="1734182"/>
                  </a:lnTo>
                  <a:lnTo>
                    <a:pt x="2836763" y="1734182"/>
                  </a:lnTo>
                  <a:lnTo>
                    <a:pt x="2836871" y="1734182"/>
                  </a:lnTo>
                  <a:lnTo>
                    <a:pt x="2836979" y="1734182"/>
                  </a:lnTo>
                  <a:lnTo>
                    <a:pt x="2837088" y="1734182"/>
                  </a:lnTo>
                  <a:lnTo>
                    <a:pt x="2837196" y="1734182"/>
                  </a:lnTo>
                  <a:lnTo>
                    <a:pt x="2837305" y="1734182"/>
                  </a:lnTo>
                  <a:lnTo>
                    <a:pt x="2837413" y="1734182"/>
                  </a:lnTo>
                  <a:lnTo>
                    <a:pt x="2837413" y="1733558"/>
                  </a:lnTo>
                  <a:lnTo>
                    <a:pt x="2837522" y="1733558"/>
                  </a:lnTo>
                  <a:lnTo>
                    <a:pt x="2837522" y="1732935"/>
                  </a:lnTo>
                  <a:lnTo>
                    <a:pt x="2837630" y="1732935"/>
                  </a:lnTo>
                  <a:lnTo>
                    <a:pt x="2837739" y="1732935"/>
                  </a:lnTo>
                  <a:lnTo>
                    <a:pt x="2837847" y="1732935"/>
                  </a:lnTo>
                  <a:lnTo>
                    <a:pt x="2837955" y="1732935"/>
                  </a:lnTo>
                  <a:lnTo>
                    <a:pt x="2838064" y="1732935"/>
                  </a:lnTo>
                  <a:lnTo>
                    <a:pt x="2838172" y="1732935"/>
                  </a:lnTo>
                  <a:lnTo>
                    <a:pt x="2838281" y="1732935"/>
                  </a:lnTo>
                  <a:lnTo>
                    <a:pt x="2838389" y="1732935"/>
                  </a:lnTo>
                  <a:lnTo>
                    <a:pt x="2838498" y="1732935"/>
                  </a:lnTo>
                  <a:lnTo>
                    <a:pt x="2838498" y="1732311"/>
                  </a:lnTo>
                  <a:lnTo>
                    <a:pt x="2838606" y="1732311"/>
                  </a:lnTo>
                  <a:lnTo>
                    <a:pt x="2838715" y="1732311"/>
                  </a:lnTo>
                  <a:lnTo>
                    <a:pt x="2838823" y="1732311"/>
                  </a:lnTo>
                  <a:lnTo>
                    <a:pt x="2838823" y="1731688"/>
                  </a:lnTo>
                  <a:lnTo>
                    <a:pt x="2838931" y="1731688"/>
                  </a:lnTo>
                  <a:lnTo>
                    <a:pt x="2839040" y="1731688"/>
                  </a:lnTo>
                  <a:lnTo>
                    <a:pt x="2839148" y="1731688"/>
                  </a:lnTo>
                  <a:lnTo>
                    <a:pt x="2839257" y="1731688"/>
                  </a:lnTo>
                  <a:lnTo>
                    <a:pt x="2839365" y="1731688"/>
                  </a:lnTo>
                  <a:lnTo>
                    <a:pt x="2839365" y="1731064"/>
                  </a:lnTo>
                  <a:lnTo>
                    <a:pt x="2839474" y="1731064"/>
                  </a:lnTo>
                  <a:lnTo>
                    <a:pt x="2839474" y="1730440"/>
                  </a:lnTo>
                  <a:lnTo>
                    <a:pt x="2839582" y="1730440"/>
                  </a:lnTo>
                  <a:lnTo>
                    <a:pt x="2839691" y="1730440"/>
                  </a:lnTo>
                  <a:lnTo>
                    <a:pt x="2839691" y="1729817"/>
                  </a:lnTo>
                  <a:lnTo>
                    <a:pt x="2839691" y="1729193"/>
                  </a:lnTo>
                  <a:lnTo>
                    <a:pt x="2839799" y="1729193"/>
                  </a:lnTo>
                  <a:lnTo>
                    <a:pt x="2839799" y="1728570"/>
                  </a:lnTo>
                  <a:lnTo>
                    <a:pt x="2839907" y="1728570"/>
                  </a:lnTo>
                  <a:lnTo>
                    <a:pt x="2840016" y="1728570"/>
                  </a:lnTo>
                  <a:lnTo>
                    <a:pt x="2840124" y="1728570"/>
                  </a:lnTo>
                  <a:lnTo>
                    <a:pt x="2840233" y="1728570"/>
                  </a:lnTo>
                  <a:lnTo>
                    <a:pt x="2840341" y="1728570"/>
                  </a:lnTo>
                  <a:lnTo>
                    <a:pt x="2840450" y="1728570"/>
                  </a:lnTo>
                  <a:lnTo>
                    <a:pt x="2840558" y="1728570"/>
                  </a:lnTo>
                  <a:lnTo>
                    <a:pt x="2840667" y="1728570"/>
                  </a:lnTo>
                  <a:lnTo>
                    <a:pt x="2840775" y="1728570"/>
                  </a:lnTo>
                  <a:lnTo>
                    <a:pt x="2840775" y="1727946"/>
                  </a:lnTo>
                  <a:lnTo>
                    <a:pt x="2840884" y="1727946"/>
                  </a:lnTo>
                  <a:lnTo>
                    <a:pt x="2840992" y="1727946"/>
                  </a:lnTo>
                  <a:lnTo>
                    <a:pt x="2841100" y="1727946"/>
                  </a:lnTo>
                  <a:lnTo>
                    <a:pt x="2841209" y="1727946"/>
                  </a:lnTo>
                  <a:lnTo>
                    <a:pt x="2841317" y="1727946"/>
                  </a:lnTo>
                  <a:lnTo>
                    <a:pt x="2841426" y="1727946"/>
                  </a:lnTo>
                  <a:lnTo>
                    <a:pt x="2841534" y="1727946"/>
                  </a:lnTo>
                  <a:lnTo>
                    <a:pt x="2841643" y="1727946"/>
                  </a:lnTo>
                  <a:lnTo>
                    <a:pt x="2841643" y="1727323"/>
                  </a:lnTo>
                  <a:lnTo>
                    <a:pt x="2841751" y="1727323"/>
                  </a:lnTo>
                  <a:lnTo>
                    <a:pt x="2841751" y="1726699"/>
                  </a:lnTo>
                  <a:lnTo>
                    <a:pt x="2841860" y="1726699"/>
                  </a:lnTo>
                  <a:lnTo>
                    <a:pt x="2841968" y="1726699"/>
                  </a:lnTo>
                  <a:lnTo>
                    <a:pt x="2842076" y="1726699"/>
                  </a:lnTo>
                  <a:lnTo>
                    <a:pt x="2842185" y="1726699"/>
                  </a:lnTo>
                  <a:lnTo>
                    <a:pt x="2842293" y="1726699"/>
                  </a:lnTo>
                  <a:lnTo>
                    <a:pt x="2842402" y="1726699"/>
                  </a:lnTo>
                  <a:lnTo>
                    <a:pt x="2842510" y="1726699"/>
                  </a:lnTo>
                  <a:lnTo>
                    <a:pt x="2842619" y="1726699"/>
                  </a:lnTo>
                  <a:lnTo>
                    <a:pt x="2842727" y="1726699"/>
                  </a:lnTo>
                  <a:lnTo>
                    <a:pt x="2842836" y="1726699"/>
                  </a:lnTo>
                  <a:lnTo>
                    <a:pt x="2842836" y="1726075"/>
                  </a:lnTo>
                  <a:lnTo>
                    <a:pt x="2842944" y="1726075"/>
                  </a:lnTo>
                  <a:lnTo>
                    <a:pt x="2843052" y="1726075"/>
                  </a:lnTo>
                  <a:lnTo>
                    <a:pt x="2843161" y="1726075"/>
                  </a:lnTo>
                  <a:lnTo>
                    <a:pt x="2843269" y="1726075"/>
                  </a:lnTo>
                  <a:lnTo>
                    <a:pt x="2843378" y="1726075"/>
                  </a:lnTo>
                  <a:lnTo>
                    <a:pt x="2843486" y="1726075"/>
                  </a:lnTo>
                  <a:lnTo>
                    <a:pt x="2843595" y="1726075"/>
                  </a:lnTo>
                  <a:lnTo>
                    <a:pt x="2843703" y="1726075"/>
                  </a:lnTo>
                  <a:lnTo>
                    <a:pt x="2843703" y="1725452"/>
                  </a:lnTo>
                  <a:lnTo>
                    <a:pt x="2843812" y="1725452"/>
                  </a:lnTo>
                  <a:lnTo>
                    <a:pt x="2843920" y="1725452"/>
                  </a:lnTo>
                  <a:lnTo>
                    <a:pt x="2844028" y="1725452"/>
                  </a:lnTo>
                  <a:lnTo>
                    <a:pt x="2844137" y="1725452"/>
                  </a:lnTo>
                  <a:lnTo>
                    <a:pt x="2844245" y="1725452"/>
                  </a:lnTo>
                  <a:lnTo>
                    <a:pt x="2844245" y="1724828"/>
                  </a:lnTo>
                  <a:lnTo>
                    <a:pt x="2844245" y="1724205"/>
                  </a:lnTo>
                  <a:lnTo>
                    <a:pt x="2844354" y="1724205"/>
                  </a:lnTo>
                  <a:lnTo>
                    <a:pt x="2844462" y="1724205"/>
                  </a:lnTo>
                  <a:lnTo>
                    <a:pt x="2844571" y="1724205"/>
                  </a:lnTo>
                  <a:lnTo>
                    <a:pt x="2844679" y="1724205"/>
                  </a:lnTo>
                  <a:lnTo>
                    <a:pt x="2844788" y="1724205"/>
                  </a:lnTo>
                  <a:lnTo>
                    <a:pt x="2844896" y="1724205"/>
                  </a:lnTo>
                  <a:lnTo>
                    <a:pt x="2845005" y="1724205"/>
                  </a:lnTo>
                  <a:lnTo>
                    <a:pt x="2845113" y="1724205"/>
                  </a:lnTo>
                  <a:lnTo>
                    <a:pt x="2845221" y="1724205"/>
                  </a:lnTo>
                  <a:lnTo>
                    <a:pt x="2845330" y="1724205"/>
                  </a:lnTo>
                  <a:lnTo>
                    <a:pt x="2845438" y="1724205"/>
                  </a:lnTo>
                  <a:lnTo>
                    <a:pt x="2845547" y="1724205"/>
                  </a:lnTo>
                  <a:lnTo>
                    <a:pt x="2845655" y="1724205"/>
                  </a:lnTo>
                  <a:lnTo>
                    <a:pt x="2845764" y="1724205"/>
                  </a:lnTo>
                  <a:lnTo>
                    <a:pt x="2845872" y="1724205"/>
                  </a:lnTo>
                  <a:lnTo>
                    <a:pt x="2845981" y="1724205"/>
                  </a:lnTo>
                  <a:lnTo>
                    <a:pt x="2846089" y="1724205"/>
                  </a:lnTo>
                  <a:lnTo>
                    <a:pt x="2846197" y="1724205"/>
                  </a:lnTo>
                  <a:lnTo>
                    <a:pt x="2846306" y="1724205"/>
                  </a:lnTo>
                  <a:lnTo>
                    <a:pt x="2846414" y="1724205"/>
                  </a:lnTo>
                  <a:lnTo>
                    <a:pt x="2846523" y="1724205"/>
                  </a:lnTo>
                  <a:lnTo>
                    <a:pt x="2846631" y="1724205"/>
                  </a:lnTo>
                  <a:lnTo>
                    <a:pt x="2846740" y="1724205"/>
                  </a:lnTo>
                  <a:lnTo>
                    <a:pt x="2846848" y="1724205"/>
                  </a:lnTo>
                  <a:lnTo>
                    <a:pt x="2846957" y="1724205"/>
                  </a:lnTo>
                  <a:lnTo>
                    <a:pt x="2847065" y="1724205"/>
                  </a:lnTo>
                  <a:lnTo>
                    <a:pt x="2847173" y="1724205"/>
                  </a:lnTo>
                  <a:lnTo>
                    <a:pt x="2847282" y="1724205"/>
                  </a:lnTo>
                  <a:lnTo>
                    <a:pt x="2847390" y="1724205"/>
                  </a:lnTo>
                  <a:lnTo>
                    <a:pt x="2847499" y="1724205"/>
                  </a:lnTo>
                  <a:lnTo>
                    <a:pt x="2847607" y="1724205"/>
                  </a:lnTo>
                  <a:lnTo>
                    <a:pt x="2847716" y="1724205"/>
                  </a:lnTo>
                  <a:lnTo>
                    <a:pt x="2847824" y="1724205"/>
                  </a:lnTo>
                  <a:lnTo>
                    <a:pt x="2847933" y="1724205"/>
                  </a:lnTo>
                  <a:lnTo>
                    <a:pt x="2848041" y="1724205"/>
                  </a:lnTo>
                  <a:lnTo>
                    <a:pt x="2848041" y="1723581"/>
                  </a:lnTo>
                  <a:lnTo>
                    <a:pt x="2848149" y="1723581"/>
                  </a:lnTo>
                  <a:lnTo>
                    <a:pt x="2848258" y="1723581"/>
                  </a:lnTo>
                  <a:lnTo>
                    <a:pt x="2848366" y="1723581"/>
                  </a:lnTo>
                  <a:lnTo>
                    <a:pt x="2848475" y="1723581"/>
                  </a:lnTo>
                  <a:lnTo>
                    <a:pt x="2848475" y="1722957"/>
                  </a:lnTo>
                  <a:lnTo>
                    <a:pt x="2848583" y="1722957"/>
                  </a:lnTo>
                  <a:lnTo>
                    <a:pt x="2848692" y="1722957"/>
                  </a:lnTo>
                  <a:lnTo>
                    <a:pt x="2848800" y="1722957"/>
                  </a:lnTo>
                  <a:lnTo>
                    <a:pt x="2848909" y="1722957"/>
                  </a:lnTo>
                  <a:lnTo>
                    <a:pt x="2849017" y="1722957"/>
                  </a:lnTo>
                  <a:lnTo>
                    <a:pt x="2849125" y="1722957"/>
                  </a:lnTo>
                  <a:lnTo>
                    <a:pt x="2849234" y="1722957"/>
                  </a:lnTo>
                  <a:lnTo>
                    <a:pt x="2849342" y="1722957"/>
                  </a:lnTo>
                  <a:lnTo>
                    <a:pt x="2849451" y="1722957"/>
                  </a:lnTo>
                  <a:lnTo>
                    <a:pt x="2849559" y="1722957"/>
                  </a:lnTo>
                  <a:lnTo>
                    <a:pt x="2849668" y="1722957"/>
                  </a:lnTo>
                  <a:lnTo>
                    <a:pt x="2849668" y="1722334"/>
                  </a:lnTo>
                  <a:lnTo>
                    <a:pt x="2849776" y="1722334"/>
                  </a:lnTo>
                  <a:lnTo>
                    <a:pt x="2849885" y="1722334"/>
                  </a:lnTo>
                  <a:lnTo>
                    <a:pt x="2849993" y="1722334"/>
                  </a:lnTo>
                  <a:lnTo>
                    <a:pt x="2850102" y="1722334"/>
                  </a:lnTo>
                  <a:lnTo>
                    <a:pt x="2850210" y="1722334"/>
                  </a:lnTo>
                  <a:lnTo>
                    <a:pt x="2850318" y="1722334"/>
                  </a:lnTo>
                  <a:lnTo>
                    <a:pt x="2850427" y="1722334"/>
                  </a:lnTo>
                  <a:lnTo>
                    <a:pt x="2850535" y="1722334"/>
                  </a:lnTo>
                  <a:lnTo>
                    <a:pt x="2850644" y="1722334"/>
                  </a:lnTo>
                  <a:lnTo>
                    <a:pt x="2850752" y="1722334"/>
                  </a:lnTo>
                  <a:lnTo>
                    <a:pt x="2850861" y="1722334"/>
                  </a:lnTo>
                  <a:lnTo>
                    <a:pt x="2850861" y="1721710"/>
                  </a:lnTo>
                  <a:lnTo>
                    <a:pt x="2850969" y="1721710"/>
                  </a:lnTo>
                  <a:lnTo>
                    <a:pt x="2851078" y="1721710"/>
                  </a:lnTo>
                  <a:lnTo>
                    <a:pt x="2851186" y="1721710"/>
                  </a:lnTo>
                  <a:lnTo>
                    <a:pt x="2851294" y="1721710"/>
                  </a:lnTo>
                  <a:lnTo>
                    <a:pt x="2851403" y="1721710"/>
                  </a:lnTo>
                  <a:lnTo>
                    <a:pt x="2851511" y="1721710"/>
                  </a:lnTo>
                  <a:lnTo>
                    <a:pt x="2851511" y="1721087"/>
                  </a:lnTo>
                  <a:lnTo>
                    <a:pt x="2851511" y="1720463"/>
                  </a:lnTo>
                  <a:lnTo>
                    <a:pt x="2851620" y="1720463"/>
                  </a:lnTo>
                  <a:lnTo>
                    <a:pt x="2851728" y="1720463"/>
                  </a:lnTo>
                  <a:lnTo>
                    <a:pt x="2851837" y="1720463"/>
                  </a:lnTo>
                  <a:lnTo>
                    <a:pt x="2851945" y="1720463"/>
                  </a:lnTo>
                  <a:lnTo>
                    <a:pt x="2852054" y="1720463"/>
                  </a:lnTo>
                  <a:lnTo>
                    <a:pt x="2852162" y="1720463"/>
                  </a:lnTo>
                  <a:lnTo>
                    <a:pt x="2852162" y="1719840"/>
                  </a:lnTo>
                  <a:lnTo>
                    <a:pt x="2852162" y="1719216"/>
                  </a:lnTo>
                  <a:lnTo>
                    <a:pt x="2852270" y="1719216"/>
                  </a:lnTo>
                  <a:lnTo>
                    <a:pt x="2852379" y="1719216"/>
                  </a:lnTo>
                  <a:lnTo>
                    <a:pt x="2852487" y="1719216"/>
                  </a:lnTo>
                  <a:lnTo>
                    <a:pt x="2852596" y="1719216"/>
                  </a:lnTo>
                  <a:lnTo>
                    <a:pt x="2852704" y="1719216"/>
                  </a:lnTo>
                  <a:lnTo>
                    <a:pt x="2852813" y="1719216"/>
                  </a:lnTo>
                  <a:lnTo>
                    <a:pt x="2852921" y="1719216"/>
                  </a:lnTo>
                  <a:lnTo>
                    <a:pt x="2853030" y="1719216"/>
                  </a:lnTo>
                  <a:lnTo>
                    <a:pt x="2853138" y="1719216"/>
                  </a:lnTo>
                  <a:lnTo>
                    <a:pt x="2853138" y="1718592"/>
                  </a:lnTo>
                  <a:lnTo>
                    <a:pt x="2853246" y="1718592"/>
                  </a:lnTo>
                  <a:lnTo>
                    <a:pt x="2853355" y="1718592"/>
                  </a:lnTo>
                  <a:lnTo>
                    <a:pt x="2853355" y="1717969"/>
                  </a:lnTo>
                  <a:lnTo>
                    <a:pt x="2853463" y="1717969"/>
                  </a:lnTo>
                  <a:lnTo>
                    <a:pt x="2853572" y="1717969"/>
                  </a:lnTo>
                  <a:lnTo>
                    <a:pt x="2853680" y="1717969"/>
                  </a:lnTo>
                  <a:lnTo>
                    <a:pt x="2853789" y="1717969"/>
                  </a:lnTo>
                  <a:lnTo>
                    <a:pt x="2853789" y="1717345"/>
                  </a:lnTo>
                  <a:lnTo>
                    <a:pt x="2853897" y="1717345"/>
                  </a:lnTo>
                  <a:lnTo>
                    <a:pt x="2854006" y="1717345"/>
                  </a:lnTo>
                  <a:lnTo>
                    <a:pt x="2854114" y="1717345"/>
                  </a:lnTo>
                  <a:lnTo>
                    <a:pt x="2854223" y="1717345"/>
                  </a:lnTo>
                  <a:lnTo>
                    <a:pt x="2854331" y="1717345"/>
                  </a:lnTo>
                  <a:lnTo>
                    <a:pt x="2854439" y="1717345"/>
                  </a:lnTo>
                  <a:lnTo>
                    <a:pt x="2854548" y="1717345"/>
                  </a:lnTo>
                  <a:lnTo>
                    <a:pt x="2854656" y="1717345"/>
                  </a:lnTo>
                  <a:lnTo>
                    <a:pt x="2854765" y="1717345"/>
                  </a:lnTo>
                  <a:lnTo>
                    <a:pt x="2854873" y="1717345"/>
                  </a:lnTo>
                  <a:lnTo>
                    <a:pt x="2854873" y="1716722"/>
                  </a:lnTo>
                  <a:lnTo>
                    <a:pt x="2854982" y="1716722"/>
                  </a:lnTo>
                  <a:lnTo>
                    <a:pt x="2855090" y="1716722"/>
                  </a:lnTo>
                  <a:lnTo>
                    <a:pt x="2855199" y="1716722"/>
                  </a:lnTo>
                  <a:lnTo>
                    <a:pt x="2855307" y="1716722"/>
                  </a:lnTo>
                  <a:lnTo>
                    <a:pt x="2855415" y="1716722"/>
                  </a:lnTo>
                  <a:lnTo>
                    <a:pt x="2855524" y="1716722"/>
                  </a:lnTo>
                  <a:lnTo>
                    <a:pt x="2855632" y="1716722"/>
                  </a:lnTo>
                  <a:lnTo>
                    <a:pt x="2855741" y="1716722"/>
                  </a:lnTo>
                  <a:lnTo>
                    <a:pt x="2855741" y="1716098"/>
                  </a:lnTo>
                  <a:lnTo>
                    <a:pt x="2855849" y="1716098"/>
                  </a:lnTo>
                  <a:lnTo>
                    <a:pt x="2855958" y="1716098"/>
                  </a:lnTo>
                  <a:lnTo>
                    <a:pt x="2856066" y="1716098"/>
                  </a:lnTo>
                  <a:lnTo>
                    <a:pt x="2856175" y="1716098"/>
                  </a:lnTo>
                  <a:lnTo>
                    <a:pt x="2856283" y="1716098"/>
                  </a:lnTo>
                  <a:lnTo>
                    <a:pt x="2856391" y="1716098"/>
                  </a:lnTo>
                  <a:lnTo>
                    <a:pt x="2856500" y="1716098"/>
                  </a:lnTo>
                  <a:lnTo>
                    <a:pt x="2856608" y="1716098"/>
                  </a:lnTo>
                  <a:lnTo>
                    <a:pt x="2856717" y="1716098"/>
                  </a:lnTo>
                  <a:lnTo>
                    <a:pt x="2856825" y="1716098"/>
                  </a:lnTo>
                  <a:lnTo>
                    <a:pt x="2856934" y="1716098"/>
                  </a:lnTo>
                  <a:lnTo>
                    <a:pt x="2857042" y="1716098"/>
                  </a:lnTo>
                  <a:lnTo>
                    <a:pt x="2857151" y="1716098"/>
                  </a:lnTo>
                  <a:lnTo>
                    <a:pt x="2857259" y="1716098"/>
                  </a:lnTo>
                  <a:lnTo>
                    <a:pt x="2857367" y="1716098"/>
                  </a:lnTo>
                  <a:lnTo>
                    <a:pt x="2857476" y="1716098"/>
                  </a:lnTo>
                  <a:lnTo>
                    <a:pt x="2857584" y="1716098"/>
                  </a:lnTo>
                  <a:lnTo>
                    <a:pt x="2857693" y="1716098"/>
                  </a:lnTo>
                  <a:lnTo>
                    <a:pt x="2857801" y="1716098"/>
                  </a:lnTo>
                  <a:lnTo>
                    <a:pt x="2857910" y="1716098"/>
                  </a:lnTo>
                  <a:lnTo>
                    <a:pt x="2858018" y="1716098"/>
                  </a:lnTo>
                  <a:lnTo>
                    <a:pt x="2858127" y="1716098"/>
                  </a:lnTo>
                  <a:lnTo>
                    <a:pt x="2858235" y="1716098"/>
                  </a:lnTo>
                  <a:lnTo>
                    <a:pt x="2858344" y="1716098"/>
                  </a:lnTo>
                  <a:lnTo>
                    <a:pt x="2858344" y="1715474"/>
                  </a:lnTo>
                  <a:lnTo>
                    <a:pt x="2858452" y="1715474"/>
                  </a:lnTo>
                  <a:lnTo>
                    <a:pt x="2858560" y="1715474"/>
                  </a:lnTo>
                  <a:lnTo>
                    <a:pt x="2858669" y="1715474"/>
                  </a:lnTo>
                  <a:lnTo>
                    <a:pt x="2858777" y="1715474"/>
                  </a:lnTo>
                  <a:lnTo>
                    <a:pt x="2858886" y="1715474"/>
                  </a:lnTo>
                  <a:lnTo>
                    <a:pt x="2858994" y="1715474"/>
                  </a:lnTo>
                  <a:lnTo>
                    <a:pt x="2859103" y="1715474"/>
                  </a:lnTo>
                  <a:lnTo>
                    <a:pt x="2859211" y="1715474"/>
                  </a:lnTo>
                  <a:lnTo>
                    <a:pt x="2859320" y="1715474"/>
                  </a:lnTo>
                  <a:lnTo>
                    <a:pt x="2859428" y="1715474"/>
                  </a:lnTo>
                  <a:lnTo>
                    <a:pt x="2859536" y="1715474"/>
                  </a:lnTo>
                  <a:lnTo>
                    <a:pt x="2859645" y="1715474"/>
                  </a:lnTo>
                  <a:lnTo>
                    <a:pt x="2859753" y="1715474"/>
                  </a:lnTo>
                  <a:lnTo>
                    <a:pt x="2859862" y="1715474"/>
                  </a:lnTo>
                  <a:lnTo>
                    <a:pt x="2859970" y="1715474"/>
                  </a:lnTo>
                  <a:lnTo>
                    <a:pt x="2860079" y="1715474"/>
                  </a:lnTo>
                  <a:lnTo>
                    <a:pt x="2860079" y="1714851"/>
                  </a:lnTo>
                  <a:lnTo>
                    <a:pt x="2860187" y="1714851"/>
                  </a:lnTo>
                  <a:lnTo>
                    <a:pt x="2860296" y="1714851"/>
                  </a:lnTo>
                  <a:lnTo>
                    <a:pt x="2860404" y="1714851"/>
                  </a:lnTo>
                  <a:lnTo>
                    <a:pt x="2860512" y="1714851"/>
                  </a:lnTo>
                  <a:lnTo>
                    <a:pt x="2860621" y="1714851"/>
                  </a:lnTo>
                  <a:lnTo>
                    <a:pt x="2860729" y="1714851"/>
                  </a:lnTo>
                  <a:lnTo>
                    <a:pt x="2860838" y="1714851"/>
                  </a:lnTo>
                  <a:lnTo>
                    <a:pt x="2860946" y="1714851"/>
                  </a:lnTo>
                  <a:lnTo>
                    <a:pt x="2861055" y="1714851"/>
                  </a:lnTo>
                  <a:lnTo>
                    <a:pt x="2861163" y="1714851"/>
                  </a:lnTo>
                  <a:lnTo>
                    <a:pt x="2861272" y="1714851"/>
                  </a:lnTo>
                  <a:lnTo>
                    <a:pt x="2861380" y="1714851"/>
                  </a:lnTo>
                  <a:lnTo>
                    <a:pt x="2861488" y="1714851"/>
                  </a:lnTo>
                  <a:lnTo>
                    <a:pt x="2861597" y="1714851"/>
                  </a:lnTo>
                  <a:lnTo>
                    <a:pt x="2861705" y="1714851"/>
                  </a:lnTo>
                  <a:lnTo>
                    <a:pt x="2861814" y="1714851"/>
                  </a:lnTo>
                  <a:lnTo>
                    <a:pt x="2861922" y="1714851"/>
                  </a:lnTo>
                  <a:lnTo>
                    <a:pt x="2862031" y="1714851"/>
                  </a:lnTo>
                  <a:lnTo>
                    <a:pt x="2862139" y="1714851"/>
                  </a:lnTo>
                  <a:lnTo>
                    <a:pt x="2862248" y="1714851"/>
                  </a:lnTo>
                  <a:lnTo>
                    <a:pt x="2862356" y="1714851"/>
                  </a:lnTo>
                  <a:lnTo>
                    <a:pt x="2862465" y="1714851"/>
                  </a:lnTo>
                  <a:lnTo>
                    <a:pt x="2862573" y="1714851"/>
                  </a:lnTo>
                  <a:lnTo>
                    <a:pt x="2862681" y="1714851"/>
                  </a:lnTo>
                  <a:lnTo>
                    <a:pt x="2862790" y="1714851"/>
                  </a:lnTo>
                  <a:lnTo>
                    <a:pt x="2862898" y="1714851"/>
                  </a:lnTo>
                  <a:lnTo>
                    <a:pt x="2863007" y="1714851"/>
                  </a:lnTo>
                  <a:lnTo>
                    <a:pt x="2863115" y="1714851"/>
                  </a:lnTo>
                  <a:lnTo>
                    <a:pt x="2863224" y="1714851"/>
                  </a:lnTo>
                  <a:lnTo>
                    <a:pt x="2863332" y="1714851"/>
                  </a:lnTo>
                  <a:lnTo>
                    <a:pt x="2863332" y="1714227"/>
                  </a:lnTo>
                  <a:lnTo>
                    <a:pt x="2863441" y="1714227"/>
                  </a:lnTo>
                  <a:lnTo>
                    <a:pt x="2863549" y="1714227"/>
                  </a:lnTo>
                  <a:lnTo>
                    <a:pt x="2863657" y="1714227"/>
                  </a:lnTo>
                  <a:lnTo>
                    <a:pt x="2863766" y="1714227"/>
                  </a:lnTo>
                  <a:lnTo>
                    <a:pt x="2863874" y="1714227"/>
                  </a:lnTo>
                  <a:lnTo>
                    <a:pt x="2863983" y="1714227"/>
                  </a:lnTo>
                  <a:lnTo>
                    <a:pt x="2864091" y="1714227"/>
                  </a:lnTo>
                  <a:lnTo>
                    <a:pt x="2864200" y="1714227"/>
                  </a:lnTo>
                  <a:lnTo>
                    <a:pt x="2864308" y="1714227"/>
                  </a:lnTo>
                  <a:lnTo>
                    <a:pt x="2864417" y="1714227"/>
                  </a:lnTo>
                  <a:lnTo>
                    <a:pt x="2864417" y="1713604"/>
                  </a:lnTo>
                  <a:lnTo>
                    <a:pt x="2864525" y="1713604"/>
                  </a:lnTo>
                  <a:lnTo>
                    <a:pt x="2864633" y="1713604"/>
                  </a:lnTo>
                  <a:lnTo>
                    <a:pt x="2864742" y="1713604"/>
                  </a:lnTo>
                  <a:lnTo>
                    <a:pt x="2864850" y="1713604"/>
                  </a:lnTo>
                  <a:lnTo>
                    <a:pt x="2864850" y="1712980"/>
                  </a:lnTo>
                  <a:lnTo>
                    <a:pt x="2864959" y="1712980"/>
                  </a:lnTo>
                  <a:lnTo>
                    <a:pt x="2865067" y="1712980"/>
                  </a:lnTo>
                  <a:lnTo>
                    <a:pt x="2865176" y="1712980"/>
                  </a:lnTo>
                  <a:lnTo>
                    <a:pt x="2865284" y="1712980"/>
                  </a:lnTo>
                  <a:lnTo>
                    <a:pt x="2865393" y="1712980"/>
                  </a:lnTo>
                  <a:lnTo>
                    <a:pt x="2865501" y="1712980"/>
                  </a:lnTo>
                  <a:lnTo>
                    <a:pt x="2865609" y="1712980"/>
                  </a:lnTo>
                  <a:lnTo>
                    <a:pt x="2865718" y="1712980"/>
                  </a:lnTo>
                  <a:lnTo>
                    <a:pt x="2865826" y="1712980"/>
                  </a:lnTo>
                  <a:lnTo>
                    <a:pt x="2865935" y="1712980"/>
                  </a:lnTo>
                  <a:lnTo>
                    <a:pt x="2865935" y="1712357"/>
                  </a:lnTo>
                  <a:lnTo>
                    <a:pt x="2865935" y="1711733"/>
                  </a:lnTo>
                  <a:lnTo>
                    <a:pt x="2866043" y="1711733"/>
                  </a:lnTo>
                  <a:lnTo>
                    <a:pt x="2866152" y="1711733"/>
                  </a:lnTo>
                  <a:lnTo>
                    <a:pt x="2866260" y="1711733"/>
                  </a:lnTo>
                  <a:lnTo>
                    <a:pt x="2866369" y="1711733"/>
                  </a:lnTo>
                  <a:lnTo>
                    <a:pt x="2866477" y="1711733"/>
                  </a:lnTo>
                  <a:lnTo>
                    <a:pt x="2866586" y="1711733"/>
                  </a:lnTo>
                  <a:lnTo>
                    <a:pt x="2866694" y="1711733"/>
                  </a:lnTo>
                  <a:lnTo>
                    <a:pt x="2866802" y="1711733"/>
                  </a:lnTo>
                  <a:lnTo>
                    <a:pt x="2866802" y="1711109"/>
                  </a:lnTo>
                  <a:lnTo>
                    <a:pt x="2866802" y="1710486"/>
                  </a:lnTo>
                  <a:lnTo>
                    <a:pt x="2866802" y="1709862"/>
                  </a:lnTo>
                  <a:lnTo>
                    <a:pt x="2866911" y="1709862"/>
                  </a:lnTo>
                  <a:lnTo>
                    <a:pt x="2866911" y="1709239"/>
                  </a:lnTo>
                  <a:lnTo>
                    <a:pt x="2867019" y="1709239"/>
                  </a:lnTo>
                  <a:lnTo>
                    <a:pt x="2867128" y="1709239"/>
                  </a:lnTo>
                  <a:lnTo>
                    <a:pt x="2867128" y="1708615"/>
                  </a:lnTo>
                  <a:lnTo>
                    <a:pt x="2867236" y="1708615"/>
                  </a:lnTo>
                  <a:lnTo>
                    <a:pt x="2867345" y="1708615"/>
                  </a:lnTo>
                  <a:lnTo>
                    <a:pt x="2867453" y="1708615"/>
                  </a:lnTo>
                  <a:lnTo>
                    <a:pt x="2867562" y="1708615"/>
                  </a:lnTo>
                  <a:lnTo>
                    <a:pt x="2867670" y="1708615"/>
                  </a:lnTo>
                  <a:lnTo>
                    <a:pt x="2867778" y="1708615"/>
                  </a:lnTo>
                  <a:lnTo>
                    <a:pt x="2867887" y="1708615"/>
                  </a:lnTo>
                  <a:lnTo>
                    <a:pt x="2867995" y="1708615"/>
                  </a:lnTo>
                  <a:lnTo>
                    <a:pt x="2868104" y="1708615"/>
                  </a:lnTo>
                  <a:lnTo>
                    <a:pt x="2868212" y="1708615"/>
                  </a:lnTo>
                  <a:lnTo>
                    <a:pt x="2868321" y="1708615"/>
                  </a:lnTo>
                  <a:lnTo>
                    <a:pt x="2868321" y="1707991"/>
                  </a:lnTo>
                  <a:lnTo>
                    <a:pt x="2868429" y="1707991"/>
                  </a:lnTo>
                  <a:lnTo>
                    <a:pt x="2868538" y="1707991"/>
                  </a:lnTo>
                  <a:lnTo>
                    <a:pt x="2868646" y="1707991"/>
                  </a:lnTo>
                  <a:lnTo>
                    <a:pt x="2868754" y="1707991"/>
                  </a:lnTo>
                  <a:lnTo>
                    <a:pt x="2868863" y="1707991"/>
                  </a:lnTo>
                  <a:lnTo>
                    <a:pt x="2868971" y="1707991"/>
                  </a:lnTo>
                  <a:lnTo>
                    <a:pt x="2869080" y="1707991"/>
                  </a:lnTo>
                  <a:lnTo>
                    <a:pt x="2869188" y="1707991"/>
                  </a:lnTo>
                  <a:lnTo>
                    <a:pt x="2869297" y="1707991"/>
                  </a:lnTo>
                  <a:lnTo>
                    <a:pt x="2869405" y="1707991"/>
                  </a:lnTo>
                  <a:lnTo>
                    <a:pt x="2869514" y="1707991"/>
                  </a:lnTo>
                  <a:lnTo>
                    <a:pt x="2869622" y="1707991"/>
                  </a:lnTo>
                  <a:lnTo>
                    <a:pt x="2869730" y="1707991"/>
                  </a:lnTo>
                  <a:lnTo>
                    <a:pt x="2869839" y="1707991"/>
                  </a:lnTo>
                  <a:lnTo>
                    <a:pt x="2869947" y="1707991"/>
                  </a:lnTo>
                  <a:lnTo>
                    <a:pt x="2870056" y="1707991"/>
                  </a:lnTo>
                  <a:lnTo>
                    <a:pt x="2870164" y="1707991"/>
                  </a:lnTo>
                  <a:lnTo>
                    <a:pt x="2870273" y="1707991"/>
                  </a:lnTo>
                  <a:lnTo>
                    <a:pt x="2870381" y="1707991"/>
                  </a:lnTo>
                  <a:lnTo>
                    <a:pt x="2870490" y="1707991"/>
                  </a:lnTo>
                  <a:lnTo>
                    <a:pt x="2870598" y="1707991"/>
                  </a:lnTo>
                  <a:lnTo>
                    <a:pt x="2870706" y="1707991"/>
                  </a:lnTo>
                  <a:lnTo>
                    <a:pt x="2870815" y="1707991"/>
                  </a:lnTo>
                  <a:lnTo>
                    <a:pt x="2870923" y="1707991"/>
                  </a:lnTo>
                  <a:lnTo>
                    <a:pt x="2871032" y="1707991"/>
                  </a:lnTo>
                  <a:lnTo>
                    <a:pt x="2871140" y="1707991"/>
                  </a:lnTo>
                  <a:lnTo>
                    <a:pt x="2871249" y="1707991"/>
                  </a:lnTo>
                  <a:lnTo>
                    <a:pt x="2871357" y="1707991"/>
                  </a:lnTo>
                  <a:lnTo>
                    <a:pt x="2871466" y="1707991"/>
                  </a:lnTo>
                  <a:lnTo>
                    <a:pt x="2871574" y="1707991"/>
                  </a:lnTo>
                  <a:lnTo>
                    <a:pt x="2871683" y="1707991"/>
                  </a:lnTo>
                  <a:lnTo>
                    <a:pt x="2871791" y="1707991"/>
                  </a:lnTo>
                  <a:lnTo>
                    <a:pt x="2871899" y="1707991"/>
                  </a:lnTo>
                  <a:lnTo>
                    <a:pt x="2872008" y="1707991"/>
                  </a:lnTo>
                  <a:lnTo>
                    <a:pt x="2872008" y="1707368"/>
                  </a:lnTo>
                  <a:lnTo>
                    <a:pt x="2872116" y="1707368"/>
                  </a:lnTo>
                  <a:lnTo>
                    <a:pt x="2872225" y="1707368"/>
                  </a:lnTo>
                  <a:lnTo>
                    <a:pt x="2872225" y="1706744"/>
                  </a:lnTo>
                  <a:lnTo>
                    <a:pt x="2872333" y="1706744"/>
                  </a:lnTo>
                  <a:lnTo>
                    <a:pt x="2872442" y="1706744"/>
                  </a:lnTo>
                  <a:lnTo>
                    <a:pt x="2872550" y="1706744"/>
                  </a:lnTo>
                  <a:lnTo>
                    <a:pt x="2872659" y="1706744"/>
                  </a:lnTo>
                  <a:lnTo>
                    <a:pt x="2872659" y="1706121"/>
                  </a:lnTo>
                  <a:lnTo>
                    <a:pt x="2872767" y="1706121"/>
                  </a:lnTo>
                  <a:lnTo>
                    <a:pt x="2872875" y="1706121"/>
                  </a:lnTo>
                  <a:lnTo>
                    <a:pt x="2872984" y="1706121"/>
                  </a:lnTo>
                  <a:lnTo>
                    <a:pt x="2873092" y="1706121"/>
                  </a:lnTo>
                  <a:lnTo>
                    <a:pt x="2873201" y="1706121"/>
                  </a:lnTo>
                  <a:lnTo>
                    <a:pt x="2873309" y="1706121"/>
                  </a:lnTo>
                  <a:lnTo>
                    <a:pt x="2873309" y="1705497"/>
                  </a:lnTo>
                  <a:lnTo>
                    <a:pt x="2873418" y="1705497"/>
                  </a:lnTo>
                  <a:lnTo>
                    <a:pt x="2873526" y="1705497"/>
                  </a:lnTo>
                  <a:lnTo>
                    <a:pt x="2873635" y="1705497"/>
                  </a:lnTo>
                  <a:lnTo>
                    <a:pt x="2873743" y="1705497"/>
                  </a:lnTo>
                  <a:lnTo>
                    <a:pt x="2873851" y="1705497"/>
                  </a:lnTo>
                  <a:lnTo>
                    <a:pt x="2873851" y="1704874"/>
                  </a:lnTo>
                  <a:lnTo>
                    <a:pt x="2873960" y="1704874"/>
                  </a:lnTo>
                  <a:lnTo>
                    <a:pt x="2874068" y="1704874"/>
                  </a:lnTo>
                  <a:lnTo>
                    <a:pt x="2874068" y="1704250"/>
                  </a:lnTo>
                  <a:lnTo>
                    <a:pt x="2874068" y="1703626"/>
                  </a:lnTo>
                  <a:lnTo>
                    <a:pt x="2874177" y="1703626"/>
                  </a:lnTo>
                  <a:lnTo>
                    <a:pt x="2874285" y="1703626"/>
                  </a:lnTo>
                  <a:lnTo>
                    <a:pt x="2874394" y="1703626"/>
                  </a:lnTo>
                  <a:lnTo>
                    <a:pt x="2874502" y="1703626"/>
                  </a:lnTo>
                  <a:lnTo>
                    <a:pt x="2874611" y="1703626"/>
                  </a:lnTo>
                  <a:lnTo>
                    <a:pt x="2874719" y="1703626"/>
                  </a:lnTo>
                  <a:lnTo>
                    <a:pt x="2874827" y="1703626"/>
                  </a:lnTo>
                  <a:lnTo>
                    <a:pt x="2874936" y="1703626"/>
                  </a:lnTo>
                  <a:lnTo>
                    <a:pt x="2875044" y="1703626"/>
                  </a:lnTo>
                  <a:lnTo>
                    <a:pt x="2875153" y="1703626"/>
                  </a:lnTo>
                  <a:lnTo>
                    <a:pt x="2875261" y="1703626"/>
                  </a:lnTo>
                  <a:lnTo>
                    <a:pt x="2875370" y="1703626"/>
                  </a:lnTo>
                  <a:lnTo>
                    <a:pt x="2875370" y="1703003"/>
                  </a:lnTo>
                  <a:lnTo>
                    <a:pt x="2875478" y="1703003"/>
                  </a:lnTo>
                  <a:lnTo>
                    <a:pt x="2875587" y="1703003"/>
                  </a:lnTo>
                  <a:lnTo>
                    <a:pt x="2875695" y="1703003"/>
                  </a:lnTo>
                  <a:lnTo>
                    <a:pt x="2875804" y="1703003"/>
                  </a:lnTo>
                  <a:lnTo>
                    <a:pt x="2875912" y="1703003"/>
                  </a:lnTo>
                  <a:lnTo>
                    <a:pt x="2876020" y="1703003"/>
                  </a:lnTo>
                  <a:lnTo>
                    <a:pt x="2876129" y="1703003"/>
                  </a:lnTo>
                  <a:lnTo>
                    <a:pt x="2876237" y="1703003"/>
                  </a:lnTo>
                  <a:lnTo>
                    <a:pt x="2876346" y="1703003"/>
                  </a:lnTo>
                  <a:lnTo>
                    <a:pt x="2876454" y="1703003"/>
                  </a:lnTo>
                  <a:lnTo>
                    <a:pt x="2876563" y="1703003"/>
                  </a:lnTo>
                  <a:lnTo>
                    <a:pt x="2876671" y="1703003"/>
                  </a:lnTo>
                  <a:lnTo>
                    <a:pt x="2876780" y="1703003"/>
                  </a:lnTo>
                  <a:lnTo>
                    <a:pt x="2876888" y="1703003"/>
                  </a:lnTo>
                  <a:lnTo>
                    <a:pt x="2876888" y="1702379"/>
                  </a:lnTo>
                  <a:lnTo>
                    <a:pt x="2876996" y="1702379"/>
                  </a:lnTo>
                  <a:lnTo>
                    <a:pt x="2877105" y="1702379"/>
                  </a:lnTo>
                  <a:lnTo>
                    <a:pt x="2877213" y="1702379"/>
                  </a:lnTo>
                  <a:lnTo>
                    <a:pt x="2877322" y="1702379"/>
                  </a:lnTo>
                  <a:lnTo>
                    <a:pt x="2877430" y="1702379"/>
                  </a:lnTo>
                  <a:lnTo>
                    <a:pt x="2877539" y="1702379"/>
                  </a:lnTo>
                  <a:lnTo>
                    <a:pt x="2877647" y="1702379"/>
                  </a:lnTo>
                  <a:lnTo>
                    <a:pt x="2877647" y="1701756"/>
                  </a:lnTo>
                  <a:lnTo>
                    <a:pt x="2877756" y="1701756"/>
                  </a:lnTo>
                  <a:lnTo>
                    <a:pt x="2877864" y="1701756"/>
                  </a:lnTo>
                  <a:lnTo>
                    <a:pt x="2877972" y="1701756"/>
                  </a:lnTo>
                  <a:lnTo>
                    <a:pt x="2878081" y="1701756"/>
                  </a:lnTo>
                  <a:lnTo>
                    <a:pt x="2878189" y="1701756"/>
                  </a:lnTo>
                  <a:lnTo>
                    <a:pt x="2878298" y="1701756"/>
                  </a:lnTo>
                  <a:lnTo>
                    <a:pt x="2878406" y="1701756"/>
                  </a:lnTo>
                  <a:lnTo>
                    <a:pt x="2878515" y="1701756"/>
                  </a:lnTo>
                  <a:lnTo>
                    <a:pt x="2878623" y="1701756"/>
                  </a:lnTo>
                  <a:lnTo>
                    <a:pt x="2878732" y="1701756"/>
                  </a:lnTo>
                  <a:lnTo>
                    <a:pt x="2878840" y="1701756"/>
                  </a:lnTo>
                  <a:lnTo>
                    <a:pt x="2878948" y="1701756"/>
                  </a:lnTo>
                  <a:lnTo>
                    <a:pt x="2879057" y="1701756"/>
                  </a:lnTo>
                  <a:lnTo>
                    <a:pt x="2879057" y="1701132"/>
                  </a:lnTo>
                  <a:lnTo>
                    <a:pt x="2879057" y="1700508"/>
                  </a:lnTo>
                  <a:lnTo>
                    <a:pt x="2879057" y="1699885"/>
                  </a:lnTo>
                  <a:lnTo>
                    <a:pt x="2879165" y="1699885"/>
                  </a:lnTo>
                  <a:lnTo>
                    <a:pt x="2879274" y="1699885"/>
                  </a:lnTo>
                  <a:lnTo>
                    <a:pt x="2879274" y="1699261"/>
                  </a:lnTo>
                  <a:lnTo>
                    <a:pt x="2879382" y="1699261"/>
                  </a:lnTo>
                  <a:lnTo>
                    <a:pt x="2879491" y="1699261"/>
                  </a:lnTo>
                  <a:lnTo>
                    <a:pt x="2879599" y="1699261"/>
                  </a:lnTo>
                  <a:lnTo>
                    <a:pt x="2879599" y="1698638"/>
                  </a:lnTo>
                  <a:lnTo>
                    <a:pt x="2879708" y="1698638"/>
                  </a:lnTo>
                  <a:lnTo>
                    <a:pt x="2879708" y="1698014"/>
                  </a:lnTo>
                  <a:lnTo>
                    <a:pt x="2879708" y="1697391"/>
                  </a:lnTo>
                  <a:lnTo>
                    <a:pt x="2879816" y="1697391"/>
                  </a:lnTo>
                  <a:lnTo>
                    <a:pt x="2879925" y="1697391"/>
                  </a:lnTo>
                  <a:lnTo>
                    <a:pt x="2880033" y="1697391"/>
                  </a:lnTo>
                  <a:lnTo>
                    <a:pt x="2880141" y="1697391"/>
                  </a:lnTo>
                  <a:lnTo>
                    <a:pt x="2880141" y="1696767"/>
                  </a:lnTo>
                  <a:lnTo>
                    <a:pt x="2880250" y="1696767"/>
                  </a:lnTo>
                  <a:lnTo>
                    <a:pt x="2880358" y="1696767"/>
                  </a:lnTo>
                  <a:lnTo>
                    <a:pt x="2880467" y="1696767"/>
                  </a:lnTo>
                  <a:lnTo>
                    <a:pt x="2880575" y="1696767"/>
                  </a:lnTo>
                  <a:lnTo>
                    <a:pt x="2880684" y="1696767"/>
                  </a:lnTo>
                  <a:lnTo>
                    <a:pt x="2880792" y="1696767"/>
                  </a:lnTo>
                  <a:lnTo>
                    <a:pt x="2880901" y="1696767"/>
                  </a:lnTo>
                  <a:lnTo>
                    <a:pt x="2881009" y="1696767"/>
                  </a:lnTo>
                  <a:lnTo>
                    <a:pt x="2881117" y="1696767"/>
                  </a:lnTo>
                  <a:lnTo>
                    <a:pt x="2881226" y="1696767"/>
                  </a:lnTo>
                  <a:lnTo>
                    <a:pt x="2881226" y="1696143"/>
                  </a:lnTo>
                  <a:lnTo>
                    <a:pt x="2881334" y="1696143"/>
                  </a:lnTo>
                  <a:lnTo>
                    <a:pt x="2881334" y="1695520"/>
                  </a:lnTo>
                  <a:lnTo>
                    <a:pt x="2881443" y="1695520"/>
                  </a:lnTo>
                  <a:lnTo>
                    <a:pt x="2881443" y="1694896"/>
                  </a:lnTo>
                  <a:lnTo>
                    <a:pt x="2881551" y="1694896"/>
                  </a:lnTo>
                  <a:lnTo>
                    <a:pt x="2881660" y="1694896"/>
                  </a:lnTo>
                  <a:lnTo>
                    <a:pt x="2881768" y="1694896"/>
                  </a:lnTo>
                  <a:lnTo>
                    <a:pt x="2881768" y="1694273"/>
                  </a:lnTo>
                  <a:lnTo>
                    <a:pt x="2881877" y="1694273"/>
                  </a:lnTo>
                  <a:lnTo>
                    <a:pt x="2881985" y="1694273"/>
                  </a:lnTo>
                  <a:lnTo>
                    <a:pt x="2882093" y="1694273"/>
                  </a:lnTo>
                  <a:lnTo>
                    <a:pt x="2882202" y="1694273"/>
                  </a:lnTo>
                  <a:lnTo>
                    <a:pt x="2882310" y="1694273"/>
                  </a:lnTo>
                  <a:lnTo>
                    <a:pt x="2882419" y="1694273"/>
                  </a:lnTo>
                  <a:lnTo>
                    <a:pt x="2882419" y="1693649"/>
                  </a:lnTo>
                  <a:lnTo>
                    <a:pt x="2882527" y="1693649"/>
                  </a:lnTo>
                  <a:lnTo>
                    <a:pt x="2882636" y="1693649"/>
                  </a:lnTo>
                  <a:lnTo>
                    <a:pt x="2882744" y="1693649"/>
                  </a:lnTo>
                  <a:lnTo>
                    <a:pt x="2882853" y="1693649"/>
                  </a:lnTo>
                  <a:lnTo>
                    <a:pt x="2882853" y="1693025"/>
                  </a:lnTo>
                  <a:lnTo>
                    <a:pt x="2882961" y="1693025"/>
                  </a:lnTo>
                  <a:lnTo>
                    <a:pt x="2883069" y="1693025"/>
                  </a:lnTo>
                  <a:lnTo>
                    <a:pt x="2883178" y="1693025"/>
                  </a:lnTo>
                  <a:lnTo>
                    <a:pt x="2883286" y="1693025"/>
                  </a:lnTo>
                  <a:lnTo>
                    <a:pt x="2883395" y="1693025"/>
                  </a:lnTo>
                  <a:lnTo>
                    <a:pt x="2883503" y="1693025"/>
                  </a:lnTo>
                  <a:lnTo>
                    <a:pt x="2883612" y="1693025"/>
                  </a:lnTo>
                  <a:lnTo>
                    <a:pt x="2883720" y="1693025"/>
                  </a:lnTo>
                  <a:lnTo>
                    <a:pt x="2883829" y="1693025"/>
                  </a:lnTo>
                  <a:lnTo>
                    <a:pt x="2883937" y="1693025"/>
                  </a:lnTo>
                  <a:lnTo>
                    <a:pt x="2884046" y="1693025"/>
                  </a:lnTo>
                  <a:lnTo>
                    <a:pt x="2884046" y="1692402"/>
                  </a:lnTo>
                  <a:lnTo>
                    <a:pt x="2884154" y="1692402"/>
                  </a:lnTo>
                  <a:lnTo>
                    <a:pt x="2884262" y="1692402"/>
                  </a:lnTo>
                  <a:lnTo>
                    <a:pt x="2884371" y="1692402"/>
                  </a:lnTo>
                  <a:lnTo>
                    <a:pt x="2884479" y="1692402"/>
                  </a:lnTo>
                  <a:lnTo>
                    <a:pt x="2884479" y="1691778"/>
                  </a:lnTo>
                  <a:lnTo>
                    <a:pt x="2884479" y="1691155"/>
                  </a:lnTo>
                  <a:lnTo>
                    <a:pt x="2884479" y="1690531"/>
                  </a:lnTo>
                  <a:lnTo>
                    <a:pt x="2884479" y="1689908"/>
                  </a:lnTo>
                  <a:lnTo>
                    <a:pt x="2884588" y="1689908"/>
                  </a:lnTo>
                  <a:lnTo>
                    <a:pt x="2884696" y="1689908"/>
                  </a:lnTo>
                  <a:lnTo>
                    <a:pt x="2884805" y="1689908"/>
                  </a:lnTo>
                  <a:lnTo>
                    <a:pt x="2884805" y="1689284"/>
                  </a:lnTo>
                  <a:lnTo>
                    <a:pt x="2884913" y="1689284"/>
                  </a:lnTo>
                  <a:lnTo>
                    <a:pt x="2884913" y="1688660"/>
                  </a:lnTo>
                  <a:lnTo>
                    <a:pt x="2884913" y="1688037"/>
                  </a:lnTo>
                  <a:lnTo>
                    <a:pt x="2885022" y="1688037"/>
                  </a:lnTo>
                  <a:lnTo>
                    <a:pt x="2885022" y="1687413"/>
                  </a:lnTo>
                  <a:lnTo>
                    <a:pt x="2885130" y="1687413"/>
                  </a:lnTo>
                  <a:lnTo>
                    <a:pt x="2885238" y="1687413"/>
                  </a:lnTo>
                  <a:lnTo>
                    <a:pt x="2885347" y="1687413"/>
                  </a:lnTo>
                  <a:lnTo>
                    <a:pt x="2885455" y="1687413"/>
                  </a:lnTo>
                  <a:lnTo>
                    <a:pt x="2885564" y="1687413"/>
                  </a:lnTo>
                  <a:lnTo>
                    <a:pt x="2885672" y="1687413"/>
                  </a:lnTo>
                  <a:lnTo>
                    <a:pt x="2885781" y="1687413"/>
                  </a:lnTo>
                  <a:lnTo>
                    <a:pt x="2885781" y="1686790"/>
                  </a:lnTo>
                  <a:lnTo>
                    <a:pt x="2885889" y="1686790"/>
                  </a:lnTo>
                  <a:lnTo>
                    <a:pt x="2885998" y="1686790"/>
                  </a:lnTo>
                  <a:lnTo>
                    <a:pt x="2886106" y="1686790"/>
                  </a:lnTo>
                  <a:lnTo>
                    <a:pt x="2886214" y="1686790"/>
                  </a:lnTo>
                  <a:lnTo>
                    <a:pt x="2886323" y="1686790"/>
                  </a:lnTo>
                  <a:lnTo>
                    <a:pt x="2886431" y="1686790"/>
                  </a:lnTo>
                  <a:lnTo>
                    <a:pt x="2886540" y="1686790"/>
                  </a:lnTo>
                  <a:lnTo>
                    <a:pt x="2886648" y="1686790"/>
                  </a:lnTo>
                  <a:lnTo>
                    <a:pt x="2886757" y="1686790"/>
                  </a:lnTo>
                  <a:lnTo>
                    <a:pt x="2886865" y="1686790"/>
                  </a:lnTo>
                  <a:lnTo>
                    <a:pt x="2886974" y="1686790"/>
                  </a:lnTo>
                  <a:lnTo>
                    <a:pt x="2887082" y="1686790"/>
                  </a:lnTo>
                  <a:lnTo>
                    <a:pt x="2887190" y="1686790"/>
                  </a:lnTo>
                  <a:lnTo>
                    <a:pt x="2887299" y="1686790"/>
                  </a:lnTo>
                  <a:lnTo>
                    <a:pt x="2887407" y="1686790"/>
                  </a:lnTo>
                  <a:lnTo>
                    <a:pt x="2887516" y="1686790"/>
                  </a:lnTo>
                  <a:lnTo>
                    <a:pt x="2887624" y="1686790"/>
                  </a:lnTo>
                  <a:lnTo>
                    <a:pt x="2887733" y="1686790"/>
                  </a:lnTo>
                  <a:lnTo>
                    <a:pt x="2887841" y="1686790"/>
                  </a:lnTo>
                  <a:lnTo>
                    <a:pt x="2887950" y="1686790"/>
                  </a:lnTo>
                  <a:lnTo>
                    <a:pt x="2888058" y="1686790"/>
                  </a:lnTo>
                  <a:lnTo>
                    <a:pt x="2888167" y="1686790"/>
                  </a:lnTo>
                  <a:lnTo>
                    <a:pt x="2888275" y="1686790"/>
                  </a:lnTo>
                  <a:lnTo>
                    <a:pt x="2888383" y="1686790"/>
                  </a:lnTo>
                  <a:lnTo>
                    <a:pt x="2888492" y="1686790"/>
                  </a:lnTo>
                  <a:lnTo>
                    <a:pt x="2888492" y="1686166"/>
                  </a:lnTo>
                  <a:lnTo>
                    <a:pt x="2888600" y="1686166"/>
                  </a:lnTo>
                  <a:lnTo>
                    <a:pt x="2888709" y="1686166"/>
                  </a:lnTo>
                  <a:lnTo>
                    <a:pt x="2888817" y="1686166"/>
                  </a:lnTo>
                  <a:lnTo>
                    <a:pt x="2888926" y="1686166"/>
                  </a:lnTo>
                  <a:lnTo>
                    <a:pt x="2889034" y="1686166"/>
                  </a:lnTo>
                  <a:lnTo>
                    <a:pt x="2889143" y="1686166"/>
                  </a:lnTo>
                  <a:lnTo>
                    <a:pt x="2889251" y="1686166"/>
                  </a:lnTo>
                  <a:lnTo>
                    <a:pt x="2889359" y="1686166"/>
                  </a:lnTo>
                  <a:lnTo>
                    <a:pt x="2889468" y="1686166"/>
                  </a:lnTo>
                  <a:lnTo>
                    <a:pt x="2889576" y="1686166"/>
                  </a:lnTo>
                  <a:lnTo>
                    <a:pt x="2889685" y="1686166"/>
                  </a:lnTo>
                  <a:lnTo>
                    <a:pt x="2889793" y="1686166"/>
                  </a:lnTo>
                  <a:lnTo>
                    <a:pt x="2889902" y="1686166"/>
                  </a:lnTo>
                  <a:lnTo>
                    <a:pt x="2890010" y="1686166"/>
                  </a:lnTo>
                  <a:lnTo>
                    <a:pt x="2890010" y="1685543"/>
                  </a:lnTo>
                  <a:lnTo>
                    <a:pt x="2890119" y="1685543"/>
                  </a:lnTo>
                  <a:lnTo>
                    <a:pt x="2890227" y="1685543"/>
                  </a:lnTo>
                  <a:lnTo>
                    <a:pt x="2890335" y="1685543"/>
                  </a:lnTo>
                  <a:lnTo>
                    <a:pt x="2890444" y="1685543"/>
                  </a:lnTo>
                  <a:lnTo>
                    <a:pt x="2890552" y="1685543"/>
                  </a:lnTo>
                  <a:lnTo>
                    <a:pt x="2890661" y="1685543"/>
                  </a:lnTo>
                  <a:lnTo>
                    <a:pt x="2890769" y="1685543"/>
                  </a:lnTo>
                  <a:lnTo>
                    <a:pt x="2890878" y="1685543"/>
                  </a:lnTo>
                  <a:lnTo>
                    <a:pt x="2890986" y="1685543"/>
                  </a:lnTo>
                  <a:lnTo>
                    <a:pt x="2890986" y="1684919"/>
                  </a:lnTo>
                  <a:lnTo>
                    <a:pt x="2891095" y="1684919"/>
                  </a:lnTo>
                  <a:lnTo>
                    <a:pt x="2891203" y="1684919"/>
                  </a:lnTo>
                  <a:lnTo>
                    <a:pt x="2891311" y="1684919"/>
                  </a:lnTo>
                  <a:lnTo>
                    <a:pt x="2891420" y="1684919"/>
                  </a:lnTo>
                  <a:lnTo>
                    <a:pt x="2891528" y="1684919"/>
                  </a:lnTo>
                  <a:lnTo>
                    <a:pt x="2891637" y="1684919"/>
                  </a:lnTo>
                  <a:lnTo>
                    <a:pt x="2891745" y="1684919"/>
                  </a:lnTo>
                  <a:lnTo>
                    <a:pt x="2891854" y="1684919"/>
                  </a:lnTo>
                  <a:lnTo>
                    <a:pt x="2891962" y="1684919"/>
                  </a:lnTo>
                  <a:lnTo>
                    <a:pt x="2892071" y="1684919"/>
                  </a:lnTo>
                  <a:lnTo>
                    <a:pt x="2892179" y="1684919"/>
                  </a:lnTo>
                  <a:lnTo>
                    <a:pt x="2892287" y="1684919"/>
                  </a:lnTo>
                  <a:lnTo>
                    <a:pt x="2892287" y="1684295"/>
                  </a:lnTo>
                  <a:lnTo>
                    <a:pt x="2892396" y="1684295"/>
                  </a:lnTo>
                  <a:lnTo>
                    <a:pt x="2892504" y="1684295"/>
                  </a:lnTo>
                  <a:lnTo>
                    <a:pt x="2892613" y="1684295"/>
                  </a:lnTo>
                  <a:lnTo>
                    <a:pt x="2892721" y="1684295"/>
                  </a:lnTo>
                  <a:lnTo>
                    <a:pt x="2892830" y="1684295"/>
                  </a:lnTo>
                  <a:lnTo>
                    <a:pt x="2892938" y="1684295"/>
                  </a:lnTo>
                  <a:lnTo>
                    <a:pt x="2893047" y="1684295"/>
                  </a:lnTo>
                  <a:lnTo>
                    <a:pt x="2893155" y="1684295"/>
                  </a:lnTo>
                  <a:lnTo>
                    <a:pt x="2893155" y="1683672"/>
                  </a:lnTo>
                  <a:lnTo>
                    <a:pt x="2893264" y="1683672"/>
                  </a:lnTo>
                  <a:lnTo>
                    <a:pt x="2893372" y="1683672"/>
                  </a:lnTo>
                  <a:lnTo>
                    <a:pt x="2893480" y="1683672"/>
                  </a:lnTo>
                  <a:lnTo>
                    <a:pt x="2893589" y="1683672"/>
                  </a:lnTo>
                  <a:lnTo>
                    <a:pt x="2893697" y="1683672"/>
                  </a:lnTo>
                  <a:lnTo>
                    <a:pt x="2893806" y="1683672"/>
                  </a:lnTo>
                  <a:lnTo>
                    <a:pt x="2893914" y="1683672"/>
                  </a:lnTo>
                  <a:lnTo>
                    <a:pt x="2894023" y="1683672"/>
                  </a:lnTo>
                  <a:lnTo>
                    <a:pt x="2894131" y="1683672"/>
                  </a:lnTo>
                  <a:lnTo>
                    <a:pt x="2894240" y="1683672"/>
                  </a:lnTo>
                  <a:lnTo>
                    <a:pt x="2894348" y="1683672"/>
                  </a:lnTo>
                  <a:lnTo>
                    <a:pt x="2894456" y="1683672"/>
                  </a:lnTo>
                  <a:lnTo>
                    <a:pt x="2894565" y="1683672"/>
                  </a:lnTo>
                  <a:lnTo>
                    <a:pt x="2894565" y="1683048"/>
                  </a:lnTo>
                  <a:lnTo>
                    <a:pt x="2894673" y="1683048"/>
                  </a:lnTo>
                  <a:lnTo>
                    <a:pt x="2894782" y="1683048"/>
                  </a:lnTo>
                  <a:lnTo>
                    <a:pt x="2894890" y="1683048"/>
                  </a:lnTo>
                  <a:lnTo>
                    <a:pt x="2894999" y="1683048"/>
                  </a:lnTo>
                  <a:lnTo>
                    <a:pt x="2895107" y="1683048"/>
                  </a:lnTo>
                  <a:lnTo>
                    <a:pt x="2895216" y="1683048"/>
                  </a:lnTo>
                  <a:lnTo>
                    <a:pt x="2895324" y="1683048"/>
                  </a:lnTo>
                  <a:lnTo>
                    <a:pt x="2895432" y="1683048"/>
                  </a:lnTo>
                  <a:lnTo>
                    <a:pt x="2895541" y="1683048"/>
                  </a:lnTo>
                  <a:lnTo>
                    <a:pt x="2895649" y="1683048"/>
                  </a:lnTo>
                  <a:lnTo>
                    <a:pt x="2895758" y="1683048"/>
                  </a:lnTo>
                  <a:lnTo>
                    <a:pt x="2895866" y="1683048"/>
                  </a:lnTo>
                  <a:lnTo>
                    <a:pt x="2895866" y="1682425"/>
                  </a:lnTo>
                  <a:lnTo>
                    <a:pt x="2895975" y="1682425"/>
                  </a:lnTo>
                  <a:lnTo>
                    <a:pt x="2896083" y="1682425"/>
                  </a:lnTo>
                  <a:lnTo>
                    <a:pt x="2896192" y="1682425"/>
                  </a:lnTo>
                  <a:lnTo>
                    <a:pt x="2896300" y="1682425"/>
                  </a:lnTo>
                  <a:lnTo>
                    <a:pt x="2896408" y="1682425"/>
                  </a:lnTo>
                  <a:lnTo>
                    <a:pt x="2896517" y="1682425"/>
                  </a:lnTo>
                  <a:lnTo>
                    <a:pt x="2896625" y="1682425"/>
                  </a:lnTo>
                  <a:lnTo>
                    <a:pt x="2896625" y="1681801"/>
                  </a:lnTo>
                  <a:lnTo>
                    <a:pt x="2896734" y="1681801"/>
                  </a:lnTo>
                  <a:lnTo>
                    <a:pt x="2896842" y="1681801"/>
                  </a:lnTo>
                  <a:lnTo>
                    <a:pt x="2896951" y="1681801"/>
                  </a:lnTo>
                  <a:lnTo>
                    <a:pt x="2897059" y="1681801"/>
                  </a:lnTo>
                  <a:lnTo>
                    <a:pt x="2897168" y="1681801"/>
                  </a:lnTo>
                  <a:lnTo>
                    <a:pt x="2897276" y="1681801"/>
                  </a:lnTo>
                  <a:lnTo>
                    <a:pt x="2897385" y="1681801"/>
                  </a:lnTo>
                  <a:lnTo>
                    <a:pt x="2897493" y="1681801"/>
                  </a:lnTo>
                  <a:lnTo>
                    <a:pt x="2897601" y="1681801"/>
                  </a:lnTo>
                  <a:lnTo>
                    <a:pt x="2897601" y="1681177"/>
                  </a:lnTo>
                  <a:lnTo>
                    <a:pt x="2897710" y="1681177"/>
                  </a:lnTo>
                  <a:lnTo>
                    <a:pt x="2897818" y="1681177"/>
                  </a:lnTo>
                  <a:lnTo>
                    <a:pt x="2897927" y="1681177"/>
                  </a:lnTo>
                  <a:lnTo>
                    <a:pt x="2898035" y="1681177"/>
                  </a:lnTo>
                  <a:lnTo>
                    <a:pt x="2898144" y="1681177"/>
                  </a:lnTo>
                  <a:lnTo>
                    <a:pt x="2898252" y="1681177"/>
                  </a:lnTo>
                  <a:lnTo>
                    <a:pt x="2898252" y="1680554"/>
                  </a:lnTo>
                  <a:lnTo>
                    <a:pt x="2898361" y="1680554"/>
                  </a:lnTo>
                  <a:lnTo>
                    <a:pt x="2898469" y="1680554"/>
                  </a:lnTo>
                  <a:lnTo>
                    <a:pt x="2898577" y="1680554"/>
                  </a:lnTo>
                  <a:lnTo>
                    <a:pt x="2898686" y="1680554"/>
                  </a:lnTo>
                  <a:lnTo>
                    <a:pt x="2898794" y="1680554"/>
                  </a:lnTo>
                  <a:lnTo>
                    <a:pt x="2898903" y="1680554"/>
                  </a:lnTo>
                  <a:lnTo>
                    <a:pt x="2899011" y="1680554"/>
                  </a:lnTo>
                  <a:lnTo>
                    <a:pt x="2899120" y="1680554"/>
                  </a:lnTo>
                  <a:lnTo>
                    <a:pt x="2899228" y="1680554"/>
                  </a:lnTo>
                  <a:lnTo>
                    <a:pt x="2899337" y="1680554"/>
                  </a:lnTo>
                  <a:lnTo>
                    <a:pt x="2899445" y="1680554"/>
                  </a:lnTo>
                  <a:lnTo>
                    <a:pt x="2899553" y="1680554"/>
                  </a:lnTo>
                  <a:lnTo>
                    <a:pt x="2899662" y="1680554"/>
                  </a:lnTo>
                  <a:lnTo>
                    <a:pt x="2899770" y="1680554"/>
                  </a:lnTo>
                  <a:lnTo>
                    <a:pt x="2899770" y="1679930"/>
                  </a:lnTo>
                  <a:lnTo>
                    <a:pt x="2899879" y="1679930"/>
                  </a:lnTo>
                  <a:lnTo>
                    <a:pt x="2899987" y="1679930"/>
                  </a:lnTo>
                  <a:lnTo>
                    <a:pt x="2900096" y="1679930"/>
                  </a:lnTo>
                  <a:lnTo>
                    <a:pt x="2900204" y="1679930"/>
                  </a:lnTo>
                  <a:lnTo>
                    <a:pt x="2900313" y="1679930"/>
                  </a:lnTo>
                  <a:lnTo>
                    <a:pt x="2900421" y="1679930"/>
                  </a:lnTo>
                  <a:lnTo>
                    <a:pt x="2900529" y="1679930"/>
                  </a:lnTo>
                  <a:lnTo>
                    <a:pt x="2900638" y="1679930"/>
                  </a:lnTo>
                  <a:lnTo>
                    <a:pt x="2900746" y="1679930"/>
                  </a:lnTo>
                  <a:lnTo>
                    <a:pt x="2900855" y="1679930"/>
                  </a:lnTo>
                  <a:lnTo>
                    <a:pt x="2900963" y="1679930"/>
                  </a:lnTo>
                  <a:lnTo>
                    <a:pt x="2901072" y="1679930"/>
                  </a:lnTo>
                  <a:lnTo>
                    <a:pt x="2901180" y="1679930"/>
                  </a:lnTo>
                  <a:lnTo>
                    <a:pt x="2901180" y="1679307"/>
                  </a:lnTo>
                  <a:lnTo>
                    <a:pt x="2901289" y="1679307"/>
                  </a:lnTo>
                  <a:lnTo>
                    <a:pt x="2901397" y="1679307"/>
                  </a:lnTo>
                  <a:lnTo>
                    <a:pt x="2901506" y="1679307"/>
                  </a:lnTo>
                  <a:lnTo>
                    <a:pt x="2901614" y="1679307"/>
                  </a:lnTo>
                  <a:lnTo>
                    <a:pt x="2901722" y="1679307"/>
                  </a:lnTo>
                  <a:lnTo>
                    <a:pt x="2901831" y="1679307"/>
                  </a:lnTo>
                  <a:lnTo>
                    <a:pt x="2901939" y="1679307"/>
                  </a:lnTo>
                  <a:lnTo>
                    <a:pt x="2902048" y="1679307"/>
                  </a:lnTo>
                  <a:lnTo>
                    <a:pt x="2902156" y="1679307"/>
                  </a:lnTo>
                  <a:lnTo>
                    <a:pt x="2902265" y="1679307"/>
                  </a:lnTo>
                  <a:lnTo>
                    <a:pt x="2902373" y="1679307"/>
                  </a:lnTo>
                  <a:lnTo>
                    <a:pt x="2902482" y="1679307"/>
                  </a:lnTo>
                  <a:lnTo>
                    <a:pt x="2902482" y="1678683"/>
                  </a:lnTo>
                  <a:lnTo>
                    <a:pt x="2902590" y="1678683"/>
                  </a:lnTo>
                  <a:lnTo>
                    <a:pt x="2902698" y="1678683"/>
                  </a:lnTo>
                  <a:lnTo>
                    <a:pt x="2902807" y="1678683"/>
                  </a:lnTo>
                  <a:lnTo>
                    <a:pt x="2902915" y="1678683"/>
                  </a:lnTo>
                  <a:lnTo>
                    <a:pt x="2903024" y="1678683"/>
                  </a:lnTo>
                  <a:lnTo>
                    <a:pt x="2903132" y="1678683"/>
                  </a:lnTo>
                  <a:lnTo>
                    <a:pt x="2903241" y="1678683"/>
                  </a:lnTo>
                  <a:lnTo>
                    <a:pt x="2903349" y="1678683"/>
                  </a:lnTo>
                  <a:lnTo>
                    <a:pt x="2903458" y="1678683"/>
                  </a:lnTo>
                  <a:lnTo>
                    <a:pt x="2903566" y="1678683"/>
                  </a:lnTo>
                  <a:lnTo>
                    <a:pt x="2903566" y="1678060"/>
                  </a:lnTo>
                  <a:lnTo>
                    <a:pt x="2903674" y="1678060"/>
                  </a:lnTo>
                  <a:lnTo>
                    <a:pt x="2903783" y="1678060"/>
                  </a:lnTo>
                  <a:lnTo>
                    <a:pt x="2903891" y="1678060"/>
                  </a:lnTo>
                  <a:lnTo>
                    <a:pt x="2904000" y="1678060"/>
                  </a:lnTo>
                  <a:lnTo>
                    <a:pt x="2904108" y="1678060"/>
                  </a:lnTo>
                  <a:lnTo>
                    <a:pt x="2904217" y="1678060"/>
                  </a:lnTo>
                  <a:lnTo>
                    <a:pt x="2904325" y="1678060"/>
                  </a:lnTo>
                  <a:lnTo>
                    <a:pt x="2904434" y="1678060"/>
                  </a:lnTo>
                  <a:lnTo>
                    <a:pt x="2904542" y="1678060"/>
                  </a:lnTo>
                  <a:lnTo>
                    <a:pt x="2904650" y="1678060"/>
                  </a:lnTo>
                  <a:lnTo>
                    <a:pt x="2904759" y="1678060"/>
                  </a:lnTo>
                  <a:lnTo>
                    <a:pt x="2904867" y="1678060"/>
                  </a:lnTo>
                  <a:lnTo>
                    <a:pt x="2904976" y="1678060"/>
                  </a:lnTo>
                  <a:lnTo>
                    <a:pt x="2905084" y="1678060"/>
                  </a:lnTo>
                  <a:lnTo>
                    <a:pt x="2905193" y="1678060"/>
                  </a:lnTo>
                  <a:lnTo>
                    <a:pt x="2905301" y="1678060"/>
                  </a:lnTo>
                  <a:lnTo>
                    <a:pt x="2905410" y="1678060"/>
                  </a:lnTo>
                  <a:lnTo>
                    <a:pt x="2905518" y="1678060"/>
                  </a:lnTo>
                  <a:lnTo>
                    <a:pt x="2905518" y="1677436"/>
                  </a:lnTo>
                  <a:lnTo>
                    <a:pt x="2905627" y="1677436"/>
                  </a:lnTo>
                  <a:lnTo>
                    <a:pt x="2905735" y="1677436"/>
                  </a:lnTo>
                  <a:lnTo>
                    <a:pt x="2905843" y="1677436"/>
                  </a:lnTo>
                  <a:lnTo>
                    <a:pt x="2905952" y="1677436"/>
                  </a:lnTo>
                  <a:lnTo>
                    <a:pt x="2906060" y="1677436"/>
                  </a:lnTo>
                  <a:lnTo>
                    <a:pt x="2906169" y="1677436"/>
                  </a:lnTo>
                  <a:lnTo>
                    <a:pt x="2906169" y="1676812"/>
                  </a:lnTo>
                  <a:lnTo>
                    <a:pt x="2906277" y="1676812"/>
                  </a:lnTo>
                  <a:lnTo>
                    <a:pt x="2906386" y="1676812"/>
                  </a:lnTo>
                  <a:lnTo>
                    <a:pt x="2906386" y="1676189"/>
                  </a:lnTo>
                  <a:lnTo>
                    <a:pt x="2906494" y="1676189"/>
                  </a:lnTo>
                  <a:lnTo>
                    <a:pt x="2906603" y="1676189"/>
                  </a:lnTo>
                  <a:lnTo>
                    <a:pt x="2906711" y="1676189"/>
                  </a:lnTo>
                  <a:lnTo>
                    <a:pt x="2906819" y="1676189"/>
                  </a:lnTo>
                  <a:lnTo>
                    <a:pt x="2906928" y="1676189"/>
                  </a:lnTo>
                  <a:lnTo>
                    <a:pt x="2907036" y="1676189"/>
                  </a:lnTo>
                  <a:lnTo>
                    <a:pt x="2907145" y="1676189"/>
                  </a:lnTo>
                  <a:lnTo>
                    <a:pt x="2907253" y="1676189"/>
                  </a:lnTo>
                  <a:lnTo>
                    <a:pt x="2907362" y="1676189"/>
                  </a:lnTo>
                  <a:lnTo>
                    <a:pt x="2907470" y="1676189"/>
                  </a:lnTo>
                  <a:lnTo>
                    <a:pt x="2907579" y="1676189"/>
                  </a:lnTo>
                  <a:lnTo>
                    <a:pt x="2907687" y="1676189"/>
                  </a:lnTo>
                  <a:lnTo>
                    <a:pt x="2907687" y="1675565"/>
                  </a:lnTo>
                  <a:lnTo>
                    <a:pt x="2907795" y="1675565"/>
                  </a:lnTo>
                  <a:lnTo>
                    <a:pt x="2907904" y="1675565"/>
                  </a:lnTo>
                  <a:lnTo>
                    <a:pt x="2908012" y="1675565"/>
                  </a:lnTo>
                  <a:lnTo>
                    <a:pt x="2908121" y="1675565"/>
                  </a:lnTo>
                  <a:lnTo>
                    <a:pt x="2908229" y="1675565"/>
                  </a:lnTo>
                  <a:lnTo>
                    <a:pt x="2908338" y="1675565"/>
                  </a:lnTo>
                  <a:lnTo>
                    <a:pt x="2908446" y="1675565"/>
                  </a:lnTo>
                  <a:lnTo>
                    <a:pt x="2908555" y="1675565"/>
                  </a:lnTo>
                  <a:lnTo>
                    <a:pt x="2908663" y="1675565"/>
                  </a:lnTo>
                  <a:lnTo>
                    <a:pt x="2908771" y="1675565"/>
                  </a:lnTo>
                  <a:lnTo>
                    <a:pt x="2908880" y="1675565"/>
                  </a:lnTo>
                  <a:lnTo>
                    <a:pt x="2908880" y="1674942"/>
                  </a:lnTo>
                  <a:lnTo>
                    <a:pt x="2908988" y="1674942"/>
                  </a:lnTo>
                  <a:lnTo>
                    <a:pt x="2908988" y="1674318"/>
                  </a:lnTo>
                  <a:lnTo>
                    <a:pt x="2909097" y="1674318"/>
                  </a:lnTo>
                  <a:lnTo>
                    <a:pt x="2909205" y="1674318"/>
                  </a:lnTo>
                  <a:lnTo>
                    <a:pt x="2909314" y="1674318"/>
                  </a:lnTo>
                  <a:lnTo>
                    <a:pt x="2909422" y="1674318"/>
                  </a:lnTo>
                  <a:lnTo>
                    <a:pt x="2909531" y="1674318"/>
                  </a:lnTo>
                  <a:lnTo>
                    <a:pt x="2909639" y="1674318"/>
                  </a:lnTo>
                  <a:lnTo>
                    <a:pt x="2909748" y="1674318"/>
                  </a:lnTo>
                  <a:lnTo>
                    <a:pt x="2909856" y="1674318"/>
                  </a:lnTo>
                  <a:lnTo>
                    <a:pt x="2909964" y="1674318"/>
                  </a:lnTo>
                  <a:lnTo>
                    <a:pt x="2910073" y="1674318"/>
                  </a:lnTo>
                  <a:lnTo>
                    <a:pt x="2910181" y="1674318"/>
                  </a:lnTo>
                  <a:lnTo>
                    <a:pt x="2910290" y="1674318"/>
                  </a:lnTo>
                  <a:lnTo>
                    <a:pt x="2910398" y="1674318"/>
                  </a:lnTo>
                  <a:lnTo>
                    <a:pt x="2910507" y="1674318"/>
                  </a:lnTo>
                  <a:lnTo>
                    <a:pt x="2910507" y="1673694"/>
                  </a:lnTo>
                  <a:lnTo>
                    <a:pt x="2910615" y="1673694"/>
                  </a:lnTo>
                  <a:lnTo>
                    <a:pt x="2910724" y="1673694"/>
                  </a:lnTo>
                  <a:lnTo>
                    <a:pt x="2910832" y="1673694"/>
                  </a:lnTo>
                  <a:lnTo>
                    <a:pt x="2910940" y="1673694"/>
                  </a:lnTo>
                  <a:lnTo>
                    <a:pt x="2911049" y="1673694"/>
                  </a:lnTo>
                  <a:lnTo>
                    <a:pt x="2911157" y="1673694"/>
                  </a:lnTo>
                  <a:lnTo>
                    <a:pt x="2911266" y="1673694"/>
                  </a:lnTo>
                  <a:lnTo>
                    <a:pt x="2911374" y="1673694"/>
                  </a:lnTo>
                  <a:lnTo>
                    <a:pt x="2911483" y="1673694"/>
                  </a:lnTo>
                  <a:lnTo>
                    <a:pt x="2911591" y="1673694"/>
                  </a:lnTo>
                  <a:lnTo>
                    <a:pt x="2911700" y="1673694"/>
                  </a:lnTo>
                  <a:lnTo>
                    <a:pt x="2911808" y="1673694"/>
                  </a:lnTo>
                  <a:lnTo>
                    <a:pt x="2911916" y="1673694"/>
                  </a:lnTo>
                  <a:lnTo>
                    <a:pt x="2912025" y="1673694"/>
                  </a:lnTo>
                  <a:lnTo>
                    <a:pt x="2912133" y="1673694"/>
                  </a:lnTo>
                  <a:lnTo>
                    <a:pt x="2912133" y="1673071"/>
                  </a:lnTo>
                  <a:lnTo>
                    <a:pt x="2912242" y="1673071"/>
                  </a:lnTo>
                  <a:lnTo>
                    <a:pt x="2912350" y="1673071"/>
                  </a:lnTo>
                  <a:lnTo>
                    <a:pt x="2912459" y="1673071"/>
                  </a:lnTo>
                  <a:lnTo>
                    <a:pt x="2912567" y="1673071"/>
                  </a:lnTo>
                  <a:lnTo>
                    <a:pt x="2912676" y="1673071"/>
                  </a:lnTo>
                  <a:lnTo>
                    <a:pt x="2912676" y="1672447"/>
                  </a:lnTo>
                  <a:lnTo>
                    <a:pt x="2912784" y="1672447"/>
                  </a:lnTo>
                  <a:lnTo>
                    <a:pt x="2912892" y="1672447"/>
                  </a:lnTo>
                  <a:lnTo>
                    <a:pt x="2913001" y="1672447"/>
                  </a:lnTo>
                  <a:lnTo>
                    <a:pt x="2913001" y="1671824"/>
                  </a:lnTo>
                  <a:lnTo>
                    <a:pt x="2913001" y="1671200"/>
                  </a:lnTo>
                  <a:lnTo>
                    <a:pt x="2913109" y="1671200"/>
                  </a:lnTo>
                  <a:lnTo>
                    <a:pt x="2913218" y="1671200"/>
                  </a:lnTo>
                  <a:lnTo>
                    <a:pt x="2913218" y="1670577"/>
                  </a:lnTo>
                  <a:lnTo>
                    <a:pt x="2913326" y="1670577"/>
                  </a:lnTo>
                  <a:lnTo>
                    <a:pt x="2913435" y="1670577"/>
                  </a:lnTo>
                  <a:lnTo>
                    <a:pt x="2913543" y="1670577"/>
                  </a:lnTo>
                  <a:lnTo>
                    <a:pt x="2913652" y="1670577"/>
                  </a:lnTo>
                  <a:lnTo>
                    <a:pt x="2913760" y="1670577"/>
                  </a:lnTo>
                  <a:lnTo>
                    <a:pt x="2913869" y="1670577"/>
                  </a:lnTo>
                  <a:lnTo>
                    <a:pt x="2913977" y="1670577"/>
                  </a:lnTo>
                  <a:lnTo>
                    <a:pt x="2914085" y="1670577"/>
                  </a:lnTo>
                  <a:lnTo>
                    <a:pt x="2914194" y="1670577"/>
                  </a:lnTo>
                  <a:lnTo>
                    <a:pt x="2914194" y="1669953"/>
                  </a:lnTo>
                  <a:lnTo>
                    <a:pt x="2914302" y="1669953"/>
                  </a:lnTo>
                  <a:lnTo>
                    <a:pt x="2914411" y="1669953"/>
                  </a:lnTo>
                  <a:lnTo>
                    <a:pt x="2914519" y="1669953"/>
                  </a:lnTo>
                  <a:lnTo>
                    <a:pt x="2914519" y="1669329"/>
                  </a:lnTo>
                  <a:lnTo>
                    <a:pt x="2914628" y="1669329"/>
                  </a:lnTo>
                  <a:lnTo>
                    <a:pt x="2914736" y="1669329"/>
                  </a:lnTo>
                  <a:lnTo>
                    <a:pt x="2914845" y="1669329"/>
                  </a:lnTo>
                  <a:lnTo>
                    <a:pt x="2914953" y="1669329"/>
                  </a:lnTo>
                  <a:lnTo>
                    <a:pt x="2915061" y="1669329"/>
                  </a:lnTo>
                  <a:lnTo>
                    <a:pt x="2915170" y="1669329"/>
                  </a:lnTo>
                  <a:lnTo>
                    <a:pt x="2915278" y="1669329"/>
                  </a:lnTo>
                  <a:lnTo>
                    <a:pt x="2915387" y="1669329"/>
                  </a:lnTo>
                  <a:lnTo>
                    <a:pt x="2915387" y="1668706"/>
                  </a:lnTo>
                  <a:lnTo>
                    <a:pt x="2915495" y="1668706"/>
                  </a:lnTo>
                  <a:lnTo>
                    <a:pt x="2915604" y="1668706"/>
                  </a:lnTo>
                  <a:lnTo>
                    <a:pt x="2915712" y="1668706"/>
                  </a:lnTo>
                  <a:lnTo>
                    <a:pt x="2915821" y="1668706"/>
                  </a:lnTo>
                  <a:lnTo>
                    <a:pt x="2915929" y="1668706"/>
                  </a:lnTo>
                  <a:lnTo>
                    <a:pt x="2916037" y="1668706"/>
                  </a:lnTo>
                  <a:lnTo>
                    <a:pt x="2916146" y="1668706"/>
                  </a:lnTo>
                  <a:lnTo>
                    <a:pt x="2916254" y="1668706"/>
                  </a:lnTo>
                  <a:lnTo>
                    <a:pt x="2916363" y="1668706"/>
                  </a:lnTo>
                  <a:lnTo>
                    <a:pt x="2916471" y="1668706"/>
                  </a:lnTo>
                  <a:lnTo>
                    <a:pt x="2916580" y="1668706"/>
                  </a:lnTo>
                  <a:lnTo>
                    <a:pt x="2916580" y="1668082"/>
                  </a:lnTo>
                  <a:lnTo>
                    <a:pt x="2916688" y="1668082"/>
                  </a:lnTo>
                  <a:lnTo>
                    <a:pt x="2916797" y="1668082"/>
                  </a:lnTo>
                  <a:lnTo>
                    <a:pt x="2916905" y="1668082"/>
                  </a:lnTo>
                  <a:lnTo>
                    <a:pt x="2916905" y="1667459"/>
                  </a:lnTo>
                  <a:lnTo>
                    <a:pt x="2917013" y="1667459"/>
                  </a:lnTo>
                  <a:lnTo>
                    <a:pt x="2917122" y="1667459"/>
                  </a:lnTo>
                  <a:lnTo>
                    <a:pt x="2917230" y="1667459"/>
                  </a:lnTo>
                  <a:lnTo>
                    <a:pt x="2917230" y="1666835"/>
                  </a:lnTo>
                  <a:lnTo>
                    <a:pt x="2917339" y="1666835"/>
                  </a:lnTo>
                  <a:lnTo>
                    <a:pt x="2917339" y="1666211"/>
                  </a:lnTo>
                  <a:lnTo>
                    <a:pt x="2917447" y="1666211"/>
                  </a:lnTo>
                  <a:lnTo>
                    <a:pt x="2917556" y="1666211"/>
                  </a:lnTo>
                  <a:lnTo>
                    <a:pt x="2917664" y="1666211"/>
                  </a:lnTo>
                  <a:lnTo>
                    <a:pt x="2917773" y="1666211"/>
                  </a:lnTo>
                  <a:lnTo>
                    <a:pt x="2917881" y="1666211"/>
                  </a:lnTo>
                  <a:lnTo>
                    <a:pt x="2917989" y="1666211"/>
                  </a:lnTo>
                  <a:lnTo>
                    <a:pt x="2917989" y="1665588"/>
                  </a:lnTo>
                  <a:lnTo>
                    <a:pt x="2918098" y="1665588"/>
                  </a:lnTo>
                  <a:lnTo>
                    <a:pt x="2918098" y="1664964"/>
                  </a:lnTo>
                  <a:lnTo>
                    <a:pt x="2918206" y="1664964"/>
                  </a:lnTo>
                  <a:lnTo>
                    <a:pt x="2918206" y="1664341"/>
                  </a:lnTo>
                  <a:lnTo>
                    <a:pt x="2918315" y="1664341"/>
                  </a:lnTo>
                  <a:lnTo>
                    <a:pt x="2918423" y="1664341"/>
                  </a:lnTo>
                  <a:lnTo>
                    <a:pt x="2918532" y="1664341"/>
                  </a:lnTo>
                  <a:lnTo>
                    <a:pt x="2918640" y="1664341"/>
                  </a:lnTo>
                  <a:lnTo>
                    <a:pt x="2918749" y="1664341"/>
                  </a:lnTo>
                  <a:lnTo>
                    <a:pt x="2918749" y="1663717"/>
                  </a:lnTo>
                  <a:lnTo>
                    <a:pt x="2918857" y="1663717"/>
                  </a:lnTo>
                  <a:lnTo>
                    <a:pt x="2918966" y="1663717"/>
                  </a:lnTo>
                  <a:lnTo>
                    <a:pt x="2918966" y="1663094"/>
                  </a:lnTo>
                  <a:lnTo>
                    <a:pt x="2919074" y="1663094"/>
                  </a:lnTo>
                  <a:lnTo>
                    <a:pt x="2919182" y="1663094"/>
                  </a:lnTo>
                  <a:lnTo>
                    <a:pt x="2919291" y="1663094"/>
                  </a:lnTo>
                  <a:lnTo>
                    <a:pt x="2919399" y="1663094"/>
                  </a:lnTo>
                  <a:lnTo>
                    <a:pt x="2919508" y="1663094"/>
                  </a:lnTo>
                  <a:lnTo>
                    <a:pt x="2919508" y="1662470"/>
                  </a:lnTo>
                  <a:lnTo>
                    <a:pt x="2919616" y="1662470"/>
                  </a:lnTo>
                  <a:lnTo>
                    <a:pt x="2919725" y="1662470"/>
                  </a:lnTo>
                  <a:lnTo>
                    <a:pt x="2919833" y="1662470"/>
                  </a:lnTo>
                  <a:lnTo>
                    <a:pt x="2919942" y="1662470"/>
                  </a:lnTo>
                  <a:lnTo>
                    <a:pt x="2919942" y="1661846"/>
                  </a:lnTo>
                  <a:lnTo>
                    <a:pt x="2920050" y="1661846"/>
                  </a:lnTo>
                  <a:lnTo>
                    <a:pt x="2920158" y="1661846"/>
                  </a:lnTo>
                  <a:lnTo>
                    <a:pt x="2920267" y="1661846"/>
                  </a:lnTo>
                  <a:lnTo>
                    <a:pt x="2920375" y="1661846"/>
                  </a:lnTo>
                  <a:lnTo>
                    <a:pt x="2920484" y="1661846"/>
                  </a:lnTo>
                  <a:lnTo>
                    <a:pt x="2920592" y="1661846"/>
                  </a:lnTo>
                  <a:lnTo>
                    <a:pt x="2920701" y="1661846"/>
                  </a:lnTo>
                  <a:lnTo>
                    <a:pt x="2920809" y="1661846"/>
                  </a:lnTo>
                  <a:lnTo>
                    <a:pt x="2920809" y="1661223"/>
                  </a:lnTo>
                  <a:lnTo>
                    <a:pt x="2920918" y="1661223"/>
                  </a:lnTo>
                  <a:lnTo>
                    <a:pt x="2921026" y="1661223"/>
                  </a:lnTo>
                  <a:lnTo>
                    <a:pt x="2921134" y="1661223"/>
                  </a:lnTo>
                  <a:lnTo>
                    <a:pt x="2921243" y="1661223"/>
                  </a:lnTo>
                  <a:lnTo>
                    <a:pt x="2921351" y="1661223"/>
                  </a:lnTo>
                  <a:lnTo>
                    <a:pt x="2921351" y="1660599"/>
                  </a:lnTo>
                  <a:lnTo>
                    <a:pt x="2921460" y="1660599"/>
                  </a:lnTo>
                  <a:lnTo>
                    <a:pt x="2921568" y="1660599"/>
                  </a:lnTo>
                  <a:lnTo>
                    <a:pt x="2921568" y="1659976"/>
                  </a:lnTo>
                  <a:lnTo>
                    <a:pt x="2921568" y="1659352"/>
                  </a:lnTo>
                  <a:lnTo>
                    <a:pt x="2921568" y="1658728"/>
                  </a:lnTo>
                  <a:lnTo>
                    <a:pt x="2921677" y="1658728"/>
                  </a:lnTo>
                  <a:lnTo>
                    <a:pt x="2921785" y="1658728"/>
                  </a:lnTo>
                  <a:lnTo>
                    <a:pt x="2921894" y="1658728"/>
                  </a:lnTo>
                  <a:lnTo>
                    <a:pt x="2922002" y="1658728"/>
                  </a:lnTo>
                  <a:lnTo>
                    <a:pt x="2922110" y="1658728"/>
                  </a:lnTo>
                  <a:lnTo>
                    <a:pt x="2922219" y="1658728"/>
                  </a:lnTo>
                  <a:lnTo>
                    <a:pt x="2922219" y="1658105"/>
                  </a:lnTo>
                  <a:lnTo>
                    <a:pt x="2922219" y="1657481"/>
                  </a:lnTo>
                  <a:lnTo>
                    <a:pt x="2922327" y="1657481"/>
                  </a:lnTo>
                  <a:lnTo>
                    <a:pt x="2922436" y="1657481"/>
                  </a:lnTo>
                  <a:lnTo>
                    <a:pt x="2922544" y="1657481"/>
                  </a:lnTo>
                  <a:lnTo>
                    <a:pt x="2922653" y="1657481"/>
                  </a:lnTo>
                  <a:lnTo>
                    <a:pt x="2922761" y="1657481"/>
                  </a:lnTo>
                  <a:lnTo>
                    <a:pt x="2922870" y="1657481"/>
                  </a:lnTo>
                  <a:lnTo>
                    <a:pt x="2922978" y="1657481"/>
                  </a:lnTo>
                  <a:lnTo>
                    <a:pt x="2923087" y="1657481"/>
                  </a:lnTo>
                  <a:lnTo>
                    <a:pt x="2923195" y="1657481"/>
                  </a:lnTo>
                  <a:lnTo>
                    <a:pt x="2923303" y="1657481"/>
                  </a:lnTo>
                  <a:lnTo>
                    <a:pt x="2923412" y="1657481"/>
                  </a:lnTo>
                  <a:lnTo>
                    <a:pt x="2923520" y="1657481"/>
                  </a:lnTo>
                  <a:lnTo>
                    <a:pt x="2923629" y="1657481"/>
                  </a:lnTo>
                  <a:lnTo>
                    <a:pt x="2923737" y="1657481"/>
                  </a:lnTo>
                  <a:lnTo>
                    <a:pt x="2923846" y="1657481"/>
                  </a:lnTo>
                  <a:lnTo>
                    <a:pt x="2923954" y="1657481"/>
                  </a:lnTo>
                  <a:lnTo>
                    <a:pt x="2924063" y="1657481"/>
                  </a:lnTo>
                  <a:lnTo>
                    <a:pt x="2924063" y="1656858"/>
                  </a:lnTo>
                  <a:lnTo>
                    <a:pt x="2924171" y="1656858"/>
                  </a:lnTo>
                  <a:lnTo>
                    <a:pt x="2924279" y="1656858"/>
                  </a:lnTo>
                  <a:lnTo>
                    <a:pt x="2924279" y="1656234"/>
                  </a:lnTo>
                  <a:lnTo>
                    <a:pt x="2924388" y="1656234"/>
                  </a:lnTo>
                  <a:lnTo>
                    <a:pt x="2924496" y="1656234"/>
                  </a:lnTo>
                  <a:lnTo>
                    <a:pt x="2924605" y="1656234"/>
                  </a:lnTo>
                  <a:lnTo>
                    <a:pt x="2924713" y="1656234"/>
                  </a:lnTo>
                  <a:lnTo>
                    <a:pt x="2924713" y="1655611"/>
                  </a:lnTo>
                  <a:lnTo>
                    <a:pt x="2924822" y="1655611"/>
                  </a:lnTo>
                  <a:lnTo>
                    <a:pt x="2924930" y="1655611"/>
                  </a:lnTo>
                  <a:lnTo>
                    <a:pt x="2925039" y="1655611"/>
                  </a:lnTo>
                  <a:lnTo>
                    <a:pt x="2925147" y="1655611"/>
                  </a:lnTo>
                  <a:lnTo>
                    <a:pt x="2925255" y="1655611"/>
                  </a:lnTo>
                  <a:lnTo>
                    <a:pt x="2925364" y="1655611"/>
                  </a:lnTo>
                  <a:lnTo>
                    <a:pt x="2925472" y="1655611"/>
                  </a:lnTo>
                  <a:lnTo>
                    <a:pt x="2925581" y="1655611"/>
                  </a:lnTo>
                  <a:lnTo>
                    <a:pt x="2925689" y="1655611"/>
                  </a:lnTo>
                  <a:lnTo>
                    <a:pt x="2925798" y="1655611"/>
                  </a:lnTo>
                  <a:lnTo>
                    <a:pt x="2925798" y="1654987"/>
                  </a:lnTo>
                  <a:lnTo>
                    <a:pt x="2925906" y="1654987"/>
                  </a:lnTo>
                  <a:lnTo>
                    <a:pt x="2926015" y="1654987"/>
                  </a:lnTo>
                  <a:lnTo>
                    <a:pt x="2926123" y="1654987"/>
                  </a:lnTo>
                  <a:lnTo>
                    <a:pt x="2926231" y="1654987"/>
                  </a:lnTo>
                  <a:lnTo>
                    <a:pt x="2926231" y="1654363"/>
                  </a:lnTo>
                  <a:lnTo>
                    <a:pt x="2926340" y="1654363"/>
                  </a:lnTo>
                  <a:lnTo>
                    <a:pt x="2926340" y="1653740"/>
                  </a:lnTo>
                  <a:lnTo>
                    <a:pt x="2926340" y="1653116"/>
                  </a:lnTo>
                  <a:lnTo>
                    <a:pt x="2926340" y="1652493"/>
                  </a:lnTo>
                  <a:lnTo>
                    <a:pt x="2926340" y="1651869"/>
                  </a:lnTo>
                  <a:lnTo>
                    <a:pt x="2926448" y="1651869"/>
                  </a:lnTo>
                  <a:lnTo>
                    <a:pt x="2926448" y="1651245"/>
                  </a:lnTo>
                  <a:lnTo>
                    <a:pt x="2926557" y="1651245"/>
                  </a:lnTo>
                  <a:lnTo>
                    <a:pt x="2926557" y="1650622"/>
                  </a:lnTo>
                  <a:lnTo>
                    <a:pt x="2926665" y="1650622"/>
                  </a:lnTo>
                  <a:lnTo>
                    <a:pt x="2926774" y="1650622"/>
                  </a:lnTo>
                  <a:lnTo>
                    <a:pt x="2926882" y="1650622"/>
                  </a:lnTo>
                  <a:lnTo>
                    <a:pt x="2926991" y="1650622"/>
                  </a:lnTo>
                  <a:lnTo>
                    <a:pt x="2927099" y="1650622"/>
                  </a:lnTo>
                  <a:lnTo>
                    <a:pt x="2927208" y="1650622"/>
                  </a:lnTo>
                  <a:lnTo>
                    <a:pt x="2927316" y="1650622"/>
                  </a:lnTo>
                  <a:lnTo>
                    <a:pt x="2927424" y="1650622"/>
                  </a:lnTo>
                  <a:lnTo>
                    <a:pt x="2927533" y="1650622"/>
                  </a:lnTo>
                  <a:lnTo>
                    <a:pt x="2927641" y="1650622"/>
                  </a:lnTo>
                  <a:lnTo>
                    <a:pt x="2927641" y="1649998"/>
                  </a:lnTo>
                  <a:lnTo>
                    <a:pt x="2927750" y="1649998"/>
                  </a:lnTo>
                  <a:lnTo>
                    <a:pt x="2927858" y="1649998"/>
                  </a:lnTo>
                  <a:lnTo>
                    <a:pt x="2927967" y="1649998"/>
                  </a:lnTo>
                  <a:lnTo>
                    <a:pt x="2928075" y="1649998"/>
                  </a:lnTo>
                  <a:lnTo>
                    <a:pt x="2928184" y="1649998"/>
                  </a:lnTo>
                  <a:lnTo>
                    <a:pt x="2928292" y="1649998"/>
                  </a:lnTo>
                  <a:lnTo>
                    <a:pt x="2928400" y="1649998"/>
                  </a:lnTo>
                  <a:lnTo>
                    <a:pt x="2928509" y="1649998"/>
                  </a:lnTo>
                  <a:lnTo>
                    <a:pt x="2928617" y="1649998"/>
                  </a:lnTo>
                  <a:lnTo>
                    <a:pt x="2928726" y="1649998"/>
                  </a:lnTo>
                  <a:lnTo>
                    <a:pt x="2928834" y="1649998"/>
                  </a:lnTo>
                  <a:lnTo>
                    <a:pt x="2928943" y="1649998"/>
                  </a:lnTo>
                  <a:lnTo>
                    <a:pt x="2929051" y="1649998"/>
                  </a:lnTo>
                  <a:lnTo>
                    <a:pt x="2929160" y="1649998"/>
                  </a:lnTo>
                  <a:lnTo>
                    <a:pt x="2929268" y="1649998"/>
                  </a:lnTo>
                  <a:lnTo>
                    <a:pt x="2929376" y="1649998"/>
                  </a:lnTo>
                  <a:lnTo>
                    <a:pt x="2929485" y="1649998"/>
                  </a:lnTo>
                  <a:lnTo>
                    <a:pt x="2929593" y="1649998"/>
                  </a:lnTo>
                  <a:lnTo>
                    <a:pt x="2929702" y="1649998"/>
                  </a:lnTo>
                  <a:lnTo>
                    <a:pt x="2929810" y="1649998"/>
                  </a:lnTo>
                  <a:lnTo>
                    <a:pt x="2929919" y="1649998"/>
                  </a:lnTo>
                  <a:lnTo>
                    <a:pt x="2930027" y="1649998"/>
                  </a:lnTo>
                  <a:lnTo>
                    <a:pt x="2930136" y="1649998"/>
                  </a:lnTo>
                  <a:lnTo>
                    <a:pt x="2930244" y="1649998"/>
                  </a:lnTo>
                  <a:lnTo>
                    <a:pt x="2930244" y="1649375"/>
                  </a:lnTo>
                  <a:lnTo>
                    <a:pt x="2930352" y="1649375"/>
                  </a:lnTo>
                  <a:lnTo>
                    <a:pt x="2930461" y="1649375"/>
                  </a:lnTo>
                  <a:lnTo>
                    <a:pt x="2930461" y="1648751"/>
                  </a:lnTo>
                  <a:lnTo>
                    <a:pt x="2930569" y="1648751"/>
                  </a:lnTo>
                  <a:lnTo>
                    <a:pt x="2930678" y="1648751"/>
                  </a:lnTo>
                  <a:lnTo>
                    <a:pt x="2930786" y="1648751"/>
                  </a:lnTo>
                  <a:lnTo>
                    <a:pt x="2930895" y="1648751"/>
                  </a:lnTo>
                  <a:lnTo>
                    <a:pt x="2931003" y="1648751"/>
                  </a:lnTo>
                  <a:lnTo>
                    <a:pt x="2931112" y="1648751"/>
                  </a:lnTo>
                  <a:lnTo>
                    <a:pt x="2931220" y="1648751"/>
                  </a:lnTo>
                  <a:lnTo>
                    <a:pt x="2931220" y="1648128"/>
                  </a:lnTo>
                  <a:lnTo>
                    <a:pt x="2931329" y="1648128"/>
                  </a:lnTo>
                  <a:lnTo>
                    <a:pt x="2931437" y="1648128"/>
                  </a:lnTo>
                  <a:lnTo>
                    <a:pt x="2931545" y="1648128"/>
                  </a:lnTo>
                  <a:lnTo>
                    <a:pt x="2931654" y="1648128"/>
                  </a:lnTo>
                  <a:lnTo>
                    <a:pt x="2931762" y="1648128"/>
                  </a:lnTo>
                  <a:lnTo>
                    <a:pt x="2931871" y="1648128"/>
                  </a:lnTo>
                  <a:lnTo>
                    <a:pt x="2931979" y="1648128"/>
                  </a:lnTo>
                  <a:lnTo>
                    <a:pt x="2932088" y="1648128"/>
                  </a:lnTo>
                  <a:lnTo>
                    <a:pt x="2932196" y="1648128"/>
                  </a:lnTo>
                  <a:lnTo>
                    <a:pt x="2932305" y="1648128"/>
                  </a:lnTo>
                  <a:lnTo>
                    <a:pt x="2932413" y="1648128"/>
                  </a:lnTo>
                  <a:lnTo>
                    <a:pt x="2932521" y="1648128"/>
                  </a:lnTo>
                  <a:lnTo>
                    <a:pt x="2932630" y="1648128"/>
                  </a:lnTo>
                  <a:lnTo>
                    <a:pt x="2932738" y="1648128"/>
                  </a:lnTo>
                  <a:lnTo>
                    <a:pt x="2932847" y="1648128"/>
                  </a:lnTo>
                  <a:lnTo>
                    <a:pt x="2932955" y="1648128"/>
                  </a:lnTo>
                  <a:lnTo>
                    <a:pt x="2932955" y="1647504"/>
                  </a:lnTo>
                  <a:lnTo>
                    <a:pt x="2933064" y="1647504"/>
                  </a:lnTo>
                  <a:lnTo>
                    <a:pt x="2933172" y="1647504"/>
                  </a:lnTo>
                  <a:lnTo>
                    <a:pt x="2933172" y="1646880"/>
                  </a:lnTo>
                  <a:lnTo>
                    <a:pt x="2933281" y="1646880"/>
                  </a:lnTo>
                  <a:lnTo>
                    <a:pt x="2933389" y="1646880"/>
                  </a:lnTo>
                  <a:lnTo>
                    <a:pt x="2933497" y="1646880"/>
                  </a:lnTo>
                  <a:lnTo>
                    <a:pt x="2933606" y="1646880"/>
                  </a:lnTo>
                  <a:lnTo>
                    <a:pt x="2933606" y="1646257"/>
                  </a:lnTo>
                  <a:lnTo>
                    <a:pt x="2933714" y="1646257"/>
                  </a:lnTo>
                  <a:lnTo>
                    <a:pt x="2933823" y="1646257"/>
                  </a:lnTo>
                  <a:lnTo>
                    <a:pt x="2933931" y="1646257"/>
                  </a:lnTo>
                  <a:lnTo>
                    <a:pt x="2934040" y="1646257"/>
                  </a:lnTo>
                  <a:lnTo>
                    <a:pt x="2934148" y="1646257"/>
                  </a:lnTo>
                  <a:lnTo>
                    <a:pt x="2934257" y="1646257"/>
                  </a:lnTo>
                  <a:lnTo>
                    <a:pt x="2934257" y="1645633"/>
                  </a:lnTo>
                  <a:lnTo>
                    <a:pt x="2934365" y="1645633"/>
                  </a:lnTo>
                  <a:lnTo>
                    <a:pt x="2934365" y="1645010"/>
                  </a:lnTo>
                  <a:lnTo>
                    <a:pt x="2934365" y="1644386"/>
                  </a:lnTo>
                  <a:lnTo>
                    <a:pt x="2934473" y="1644386"/>
                  </a:lnTo>
                  <a:lnTo>
                    <a:pt x="2934473" y="1643762"/>
                  </a:lnTo>
                  <a:lnTo>
                    <a:pt x="2934473" y="1643139"/>
                  </a:lnTo>
                  <a:lnTo>
                    <a:pt x="2934582" y="1643139"/>
                  </a:lnTo>
                  <a:lnTo>
                    <a:pt x="2934690" y="1643139"/>
                  </a:lnTo>
                  <a:lnTo>
                    <a:pt x="2934799" y="1643139"/>
                  </a:lnTo>
                  <a:lnTo>
                    <a:pt x="2934907" y="1643139"/>
                  </a:lnTo>
                  <a:lnTo>
                    <a:pt x="2934907" y="1642515"/>
                  </a:lnTo>
                  <a:lnTo>
                    <a:pt x="2935016" y="1642515"/>
                  </a:lnTo>
                  <a:lnTo>
                    <a:pt x="2935124" y="1642515"/>
                  </a:lnTo>
                  <a:lnTo>
                    <a:pt x="2935233" y="1642515"/>
                  </a:lnTo>
                  <a:lnTo>
                    <a:pt x="2935341" y="1642515"/>
                  </a:lnTo>
                  <a:lnTo>
                    <a:pt x="2935450" y="1642515"/>
                  </a:lnTo>
                  <a:lnTo>
                    <a:pt x="2935450" y="1641892"/>
                  </a:lnTo>
                  <a:lnTo>
                    <a:pt x="2935558" y="1641892"/>
                  </a:lnTo>
                  <a:lnTo>
                    <a:pt x="2935666" y="1641892"/>
                  </a:lnTo>
                  <a:lnTo>
                    <a:pt x="2935666" y="1641268"/>
                  </a:lnTo>
                  <a:lnTo>
                    <a:pt x="2935775" y="1641268"/>
                  </a:lnTo>
                  <a:lnTo>
                    <a:pt x="2935883" y="1641268"/>
                  </a:lnTo>
                  <a:lnTo>
                    <a:pt x="2935992" y="1641268"/>
                  </a:lnTo>
                  <a:lnTo>
                    <a:pt x="2936100" y="1641268"/>
                  </a:lnTo>
                  <a:lnTo>
                    <a:pt x="2936100" y="1640645"/>
                  </a:lnTo>
                  <a:lnTo>
                    <a:pt x="2936209" y="1640645"/>
                  </a:lnTo>
                  <a:lnTo>
                    <a:pt x="2936209" y="1640021"/>
                  </a:lnTo>
                  <a:lnTo>
                    <a:pt x="2936317" y="1640021"/>
                  </a:lnTo>
                  <a:lnTo>
                    <a:pt x="2936426" y="1640021"/>
                  </a:lnTo>
                  <a:lnTo>
                    <a:pt x="2936534" y="1640021"/>
                  </a:lnTo>
                  <a:lnTo>
                    <a:pt x="2936642" y="1640021"/>
                  </a:lnTo>
                  <a:lnTo>
                    <a:pt x="2936751" y="1640021"/>
                  </a:lnTo>
                  <a:lnTo>
                    <a:pt x="2936859" y="1640021"/>
                  </a:lnTo>
                  <a:lnTo>
                    <a:pt x="2936968" y="1640021"/>
                  </a:lnTo>
                  <a:lnTo>
                    <a:pt x="2937076" y="1640021"/>
                  </a:lnTo>
                  <a:lnTo>
                    <a:pt x="2937185" y="1640021"/>
                  </a:lnTo>
                  <a:lnTo>
                    <a:pt x="2937185" y="1639397"/>
                  </a:lnTo>
                  <a:lnTo>
                    <a:pt x="2937185" y="1638774"/>
                  </a:lnTo>
                  <a:lnTo>
                    <a:pt x="2937293" y="1638774"/>
                  </a:lnTo>
                  <a:lnTo>
                    <a:pt x="2937402" y="1638774"/>
                  </a:lnTo>
                  <a:lnTo>
                    <a:pt x="2937510" y="1638774"/>
                  </a:lnTo>
                  <a:lnTo>
                    <a:pt x="2937618" y="1638774"/>
                  </a:lnTo>
                  <a:lnTo>
                    <a:pt x="2937727" y="1638774"/>
                  </a:lnTo>
                  <a:lnTo>
                    <a:pt x="2937835" y="1638774"/>
                  </a:lnTo>
                  <a:lnTo>
                    <a:pt x="2937944" y="1638774"/>
                  </a:lnTo>
                  <a:lnTo>
                    <a:pt x="2938052" y="1638774"/>
                  </a:lnTo>
                  <a:lnTo>
                    <a:pt x="2938161" y="1638774"/>
                  </a:lnTo>
                  <a:lnTo>
                    <a:pt x="2938269" y="1638774"/>
                  </a:lnTo>
                  <a:lnTo>
                    <a:pt x="2938378" y="1638774"/>
                  </a:lnTo>
                  <a:lnTo>
                    <a:pt x="2938378" y="1638150"/>
                  </a:lnTo>
                  <a:lnTo>
                    <a:pt x="2938486" y="1638150"/>
                  </a:lnTo>
                  <a:lnTo>
                    <a:pt x="2938594" y="1638150"/>
                  </a:lnTo>
                  <a:lnTo>
                    <a:pt x="2938703" y="1638150"/>
                  </a:lnTo>
                  <a:lnTo>
                    <a:pt x="2938703" y="1637527"/>
                  </a:lnTo>
                  <a:lnTo>
                    <a:pt x="2938811" y="1637527"/>
                  </a:lnTo>
                  <a:lnTo>
                    <a:pt x="2938811" y="1636903"/>
                  </a:lnTo>
                  <a:lnTo>
                    <a:pt x="2938920" y="1636903"/>
                  </a:lnTo>
                  <a:lnTo>
                    <a:pt x="2939028" y="1636903"/>
                  </a:lnTo>
                  <a:lnTo>
                    <a:pt x="2939137" y="1636903"/>
                  </a:lnTo>
                  <a:lnTo>
                    <a:pt x="2939245" y="1636903"/>
                  </a:lnTo>
                  <a:lnTo>
                    <a:pt x="2939354" y="1636903"/>
                  </a:lnTo>
                  <a:lnTo>
                    <a:pt x="2939462" y="1636903"/>
                  </a:lnTo>
                  <a:lnTo>
                    <a:pt x="2939570" y="1636903"/>
                  </a:lnTo>
                  <a:lnTo>
                    <a:pt x="2939679" y="1636903"/>
                  </a:lnTo>
                  <a:lnTo>
                    <a:pt x="2939787" y="1636903"/>
                  </a:lnTo>
                  <a:lnTo>
                    <a:pt x="2939896" y="1636903"/>
                  </a:lnTo>
                  <a:lnTo>
                    <a:pt x="2940004" y="1636903"/>
                  </a:lnTo>
                  <a:lnTo>
                    <a:pt x="2940113" y="1636903"/>
                  </a:lnTo>
                  <a:lnTo>
                    <a:pt x="2940221" y="1636903"/>
                  </a:lnTo>
                  <a:lnTo>
                    <a:pt x="2940330" y="1636903"/>
                  </a:lnTo>
                  <a:lnTo>
                    <a:pt x="2940438" y="1636903"/>
                  </a:lnTo>
                  <a:lnTo>
                    <a:pt x="2940547" y="1636903"/>
                  </a:lnTo>
                  <a:lnTo>
                    <a:pt x="2940655" y="1636903"/>
                  </a:lnTo>
                  <a:lnTo>
                    <a:pt x="2940763" y="1636903"/>
                  </a:lnTo>
                  <a:lnTo>
                    <a:pt x="2940872" y="1636903"/>
                  </a:lnTo>
                  <a:lnTo>
                    <a:pt x="2940980" y="1636903"/>
                  </a:lnTo>
                  <a:lnTo>
                    <a:pt x="2941089" y="1636903"/>
                  </a:lnTo>
                  <a:lnTo>
                    <a:pt x="2941197" y="1636903"/>
                  </a:lnTo>
                  <a:lnTo>
                    <a:pt x="2941197" y="1636280"/>
                  </a:lnTo>
                  <a:lnTo>
                    <a:pt x="2941306" y="1636280"/>
                  </a:lnTo>
                  <a:lnTo>
                    <a:pt x="2941414" y="1636280"/>
                  </a:lnTo>
                  <a:lnTo>
                    <a:pt x="2941523" y="1636280"/>
                  </a:lnTo>
                  <a:lnTo>
                    <a:pt x="2941631" y="1636280"/>
                  </a:lnTo>
                  <a:lnTo>
                    <a:pt x="2941739" y="1636280"/>
                  </a:lnTo>
                  <a:lnTo>
                    <a:pt x="2941848" y="1636280"/>
                  </a:lnTo>
                  <a:lnTo>
                    <a:pt x="2941956" y="1636280"/>
                  </a:lnTo>
                  <a:lnTo>
                    <a:pt x="2942065" y="1636280"/>
                  </a:lnTo>
                  <a:lnTo>
                    <a:pt x="2942173" y="1636280"/>
                  </a:lnTo>
                  <a:lnTo>
                    <a:pt x="2942282" y="1636280"/>
                  </a:lnTo>
                  <a:lnTo>
                    <a:pt x="2942390" y="1636280"/>
                  </a:lnTo>
                  <a:lnTo>
                    <a:pt x="2942499" y="1636280"/>
                  </a:lnTo>
                  <a:lnTo>
                    <a:pt x="2942607" y="1636280"/>
                  </a:lnTo>
                  <a:lnTo>
                    <a:pt x="2942715" y="1636280"/>
                  </a:lnTo>
                  <a:lnTo>
                    <a:pt x="2942824" y="1636280"/>
                  </a:lnTo>
                  <a:lnTo>
                    <a:pt x="2942932" y="1636280"/>
                  </a:lnTo>
                  <a:lnTo>
                    <a:pt x="2943041" y="1636280"/>
                  </a:lnTo>
                  <a:lnTo>
                    <a:pt x="2943149" y="1636280"/>
                  </a:lnTo>
                  <a:lnTo>
                    <a:pt x="2943258" y="1636280"/>
                  </a:lnTo>
                  <a:lnTo>
                    <a:pt x="2943366" y="1636280"/>
                  </a:lnTo>
                  <a:lnTo>
                    <a:pt x="2943475" y="1636280"/>
                  </a:lnTo>
                  <a:lnTo>
                    <a:pt x="2943583" y="1636280"/>
                  </a:lnTo>
                  <a:lnTo>
                    <a:pt x="2943691" y="1636280"/>
                  </a:lnTo>
                  <a:lnTo>
                    <a:pt x="2943691" y="1635656"/>
                  </a:lnTo>
                  <a:lnTo>
                    <a:pt x="2943800" y="1635656"/>
                  </a:lnTo>
                  <a:lnTo>
                    <a:pt x="2943908" y="1635656"/>
                  </a:lnTo>
                  <a:lnTo>
                    <a:pt x="2944017" y="1635656"/>
                  </a:lnTo>
                  <a:lnTo>
                    <a:pt x="2944125" y="1635656"/>
                  </a:lnTo>
                  <a:lnTo>
                    <a:pt x="2944125" y="1635032"/>
                  </a:lnTo>
                  <a:lnTo>
                    <a:pt x="2944234" y="1635032"/>
                  </a:lnTo>
                  <a:lnTo>
                    <a:pt x="2944342" y="1635032"/>
                  </a:lnTo>
                  <a:lnTo>
                    <a:pt x="2944342" y="1634409"/>
                  </a:lnTo>
                  <a:lnTo>
                    <a:pt x="2944451" y="1634409"/>
                  </a:lnTo>
                  <a:lnTo>
                    <a:pt x="2944559" y="1634409"/>
                  </a:lnTo>
                  <a:lnTo>
                    <a:pt x="2944668" y="1634409"/>
                  </a:lnTo>
                  <a:lnTo>
                    <a:pt x="2944776" y="1634409"/>
                  </a:lnTo>
                  <a:lnTo>
                    <a:pt x="2944884" y="1634409"/>
                  </a:lnTo>
                  <a:lnTo>
                    <a:pt x="2944993" y="1634409"/>
                  </a:lnTo>
                  <a:lnTo>
                    <a:pt x="2945101" y="1634409"/>
                  </a:lnTo>
                  <a:lnTo>
                    <a:pt x="2945210" y="1634409"/>
                  </a:lnTo>
                  <a:lnTo>
                    <a:pt x="2945318" y="1634409"/>
                  </a:lnTo>
                  <a:lnTo>
                    <a:pt x="2945427" y="1634409"/>
                  </a:lnTo>
                  <a:lnTo>
                    <a:pt x="2945535" y="1634409"/>
                  </a:lnTo>
                  <a:lnTo>
                    <a:pt x="2945644" y="1634409"/>
                  </a:lnTo>
                  <a:lnTo>
                    <a:pt x="2945752" y="1634409"/>
                  </a:lnTo>
                  <a:lnTo>
                    <a:pt x="2945860" y="1634409"/>
                  </a:lnTo>
                  <a:lnTo>
                    <a:pt x="2945860" y="1633785"/>
                  </a:lnTo>
                  <a:lnTo>
                    <a:pt x="2945969" y="1633785"/>
                  </a:lnTo>
                  <a:lnTo>
                    <a:pt x="2946077" y="1633785"/>
                  </a:lnTo>
                  <a:lnTo>
                    <a:pt x="2946186" y="1633785"/>
                  </a:lnTo>
                  <a:lnTo>
                    <a:pt x="2946294" y="1633785"/>
                  </a:lnTo>
                  <a:lnTo>
                    <a:pt x="2946294" y="1633162"/>
                  </a:lnTo>
                  <a:lnTo>
                    <a:pt x="2946403" y="1633162"/>
                  </a:lnTo>
                  <a:lnTo>
                    <a:pt x="2946511" y="1633162"/>
                  </a:lnTo>
                  <a:lnTo>
                    <a:pt x="2946620" y="1633162"/>
                  </a:lnTo>
                  <a:lnTo>
                    <a:pt x="2946728" y="1633162"/>
                  </a:lnTo>
                  <a:lnTo>
                    <a:pt x="2946836" y="1633162"/>
                  </a:lnTo>
                  <a:lnTo>
                    <a:pt x="2946836" y="1632538"/>
                  </a:lnTo>
                  <a:lnTo>
                    <a:pt x="2946945" y="1632538"/>
                  </a:lnTo>
                  <a:lnTo>
                    <a:pt x="2947053" y="1632538"/>
                  </a:lnTo>
                  <a:lnTo>
                    <a:pt x="2947162" y="1632538"/>
                  </a:lnTo>
                  <a:lnTo>
                    <a:pt x="2947270" y="1632538"/>
                  </a:lnTo>
                  <a:lnTo>
                    <a:pt x="2947379" y="1632538"/>
                  </a:lnTo>
                  <a:lnTo>
                    <a:pt x="2947487" y="1632538"/>
                  </a:lnTo>
                  <a:lnTo>
                    <a:pt x="2947596" y="1632538"/>
                  </a:lnTo>
                  <a:lnTo>
                    <a:pt x="2947596" y="1631914"/>
                  </a:lnTo>
                  <a:lnTo>
                    <a:pt x="2947704" y="1631914"/>
                  </a:lnTo>
                  <a:lnTo>
                    <a:pt x="2947812" y="1631914"/>
                  </a:lnTo>
                  <a:lnTo>
                    <a:pt x="2947812" y="1631291"/>
                  </a:lnTo>
                  <a:lnTo>
                    <a:pt x="2947921" y="1631291"/>
                  </a:lnTo>
                  <a:lnTo>
                    <a:pt x="2947921" y="1630667"/>
                  </a:lnTo>
                  <a:lnTo>
                    <a:pt x="2948029" y="1630667"/>
                  </a:lnTo>
                  <a:lnTo>
                    <a:pt x="2948138" y="1630667"/>
                  </a:lnTo>
                  <a:lnTo>
                    <a:pt x="2948246" y="1630667"/>
                  </a:lnTo>
                  <a:lnTo>
                    <a:pt x="2948246" y="1630044"/>
                  </a:lnTo>
                  <a:lnTo>
                    <a:pt x="2948355" y="1630044"/>
                  </a:lnTo>
                  <a:lnTo>
                    <a:pt x="2948463" y="1630044"/>
                  </a:lnTo>
                  <a:lnTo>
                    <a:pt x="2948572" y="1630044"/>
                  </a:lnTo>
                  <a:lnTo>
                    <a:pt x="2948680" y="1630044"/>
                  </a:lnTo>
                  <a:lnTo>
                    <a:pt x="2948680" y="1629420"/>
                  </a:lnTo>
                  <a:lnTo>
                    <a:pt x="2948789" y="1629420"/>
                  </a:lnTo>
                  <a:lnTo>
                    <a:pt x="2948897" y="1629420"/>
                  </a:lnTo>
                  <a:lnTo>
                    <a:pt x="2948897" y="1628797"/>
                  </a:lnTo>
                  <a:lnTo>
                    <a:pt x="2949005" y="1628797"/>
                  </a:lnTo>
                  <a:lnTo>
                    <a:pt x="2949005" y="1628173"/>
                  </a:lnTo>
                  <a:lnTo>
                    <a:pt x="2949005" y="1627549"/>
                  </a:lnTo>
                  <a:lnTo>
                    <a:pt x="2949114" y="1627549"/>
                  </a:lnTo>
                  <a:lnTo>
                    <a:pt x="2949222" y="1627549"/>
                  </a:lnTo>
                  <a:lnTo>
                    <a:pt x="2949331" y="1627549"/>
                  </a:lnTo>
                  <a:lnTo>
                    <a:pt x="2949439" y="1627549"/>
                  </a:lnTo>
                  <a:lnTo>
                    <a:pt x="2949548" y="1627549"/>
                  </a:lnTo>
                  <a:lnTo>
                    <a:pt x="2949656" y="1627549"/>
                  </a:lnTo>
                  <a:lnTo>
                    <a:pt x="2949765" y="1627549"/>
                  </a:lnTo>
                  <a:lnTo>
                    <a:pt x="2949873" y="1627549"/>
                  </a:lnTo>
                  <a:lnTo>
                    <a:pt x="2949873" y="1626926"/>
                  </a:lnTo>
                  <a:lnTo>
                    <a:pt x="2949981" y="1626926"/>
                  </a:lnTo>
                  <a:lnTo>
                    <a:pt x="2950090" y="1626926"/>
                  </a:lnTo>
                  <a:lnTo>
                    <a:pt x="2950198" y="1626926"/>
                  </a:lnTo>
                  <a:lnTo>
                    <a:pt x="2950307" y="1626926"/>
                  </a:lnTo>
                  <a:lnTo>
                    <a:pt x="2950415" y="1626926"/>
                  </a:lnTo>
                  <a:lnTo>
                    <a:pt x="2950415" y="1626302"/>
                  </a:lnTo>
                  <a:lnTo>
                    <a:pt x="2950524" y="1626302"/>
                  </a:lnTo>
                  <a:lnTo>
                    <a:pt x="2950524" y="1625679"/>
                  </a:lnTo>
                  <a:lnTo>
                    <a:pt x="2950632" y="1625679"/>
                  </a:lnTo>
                  <a:lnTo>
                    <a:pt x="2950741" y="1625679"/>
                  </a:lnTo>
                  <a:lnTo>
                    <a:pt x="2950849" y="1625679"/>
                  </a:lnTo>
                  <a:lnTo>
                    <a:pt x="2950957" y="1625679"/>
                  </a:lnTo>
                  <a:lnTo>
                    <a:pt x="2951066" y="1625679"/>
                  </a:lnTo>
                  <a:lnTo>
                    <a:pt x="2951174" y="1625679"/>
                  </a:lnTo>
                  <a:lnTo>
                    <a:pt x="2951283" y="1625679"/>
                  </a:lnTo>
                  <a:lnTo>
                    <a:pt x="2951391" y="1625679"/>
                  </a:lnTo>
                  <a:lnTo>
                    <a:pt x="2951500" y="1625679"/>
                  </a:lnTo>
                  <a:lnTo>
                    <a:pt x="2951608" y="1625679"/>
                  </a:lnTo>
                  <a:lnTo>
                    <a:pt x="2951717" y="1625679"/>
                  </a:lnTo>
                  <a:lnTo>
                    <a:pt x="2951825" y="1625679"/>
                  </a:lnTo>
                  <a:lnTo>
                    <a:pt x="2951933" y="1625679"/>
                  </a:lnTo>
                  <a:lnTo>
                    <a:pt x="2952042" y="1625679"/>
                  </a:lnTo>
                  <a:lnTo>
                    <a:pt x="2952150" y="1625679"/>
                  </a:lnTo>
                  <a:lnTo>
                    <a:pt x="2952259" y="1625679"/>
                  </a:lnTo>
                  <a:lnTo>
                    <a:pt x="2952367" y="1625679"/>
                  </a:lnTo>
                  <a:lnTo>
                    <a:pt x="2952476" y="1625679"/>
                  </a:lnTo>
                  <a:lnTo>
                    <a:pt x="2952584" y="1625679"/>
                  </a:lnTo>
                  <a:lnTo>
                    <a:pt x="2952693" y="1625679"/>
                  </a:lnTo>
                  <a:lnTo>
                    <a:pt x="2952801" y="1625679"/>
                  </a:lnTo>
                  <a:lnTo>
                    <a:pt x="2952910" y="1625679"/>
                  </a:lnTo>
                  <a:lnTo>
                    <a:pt x="2953018" y="1625679"/>
                  </a:lnTo>
                  <a:lnTo>
                    <a:pt x="2953126" y="1625679"/>
                  </a:lnTo>
                  <a:lnTo>
                    <a:pt x="2953235" y="1625679"/>
                  </a:lnTo>
                  <a:lnTo>
                    <a:pt x="2953343" y="1625679"/>
                  </a:lnTo>
                  <a:lnTo>
                    <a:pt x="2953452" y="1625679"/>
                  </a:lnTo>
                  <a:lnTo>
                    <a:pt x="2953560" y="1625679"/>
                  </a:lnTo>
                  <a:lnTo>
                    <a:pt x="2953669" y="1625679"/>
                  </a:lnTo>
                  <a:lnTo>
                    <a:pt x="2953777" y="1625679"/>
                  </a:lnTo>
                  <a:lnTo>
                    <a:pt x="2953886" y="1625679"/>
                  </a:lnTo>
                  <a:lnTo>
                    <a:pt x="2953994" y="1625679"/>
                  </a:lnTo>
                  <a:lnTo>
                    <a:pt x="2954102" y="1625679"/>
                  </a:lnTo>
                  <a:lnTo>
                    <a:pt x="2954211" y="1625679"/>
                  </a:lnTo>
                  <a:lnTo>
                    <a:pt x="2954319" y="1625679"/>
                  </a:lnTo>
                  <a:lnTo>
                    <a:pt x="2954428" y="1625679"/>
                  </a:lnTo>
                  <a:lnTo>
                    <a:pt x="2954536" y="1625679"/>
                  </a:lnTo>
                  <a:lnTo>
                    <a:pt x="2954536" y="1625055"/>
                  </a:lnTo>
                  <a:lnTo>
                    <a:pt x="2954645" y="1625055"/>
                  </a:lnTo>
                  <a:lnTo>
                    <a:pt x="2954645" y="1624431"/>
                  </a:lnTo>
                  <a:lnTo>
                    <a:pt x="2954645" y="1623808"/>
                  </a:lnTo>
                  <a:lnTo>
                    <a:pt x="2954645" y="1623184"/>
                  </a:lnTo>
                  <a:lnTo>
                    <a:pt x="2954753" y="1623184"/>
                  </a:lnTo>
                  <a:lnTo>
                    <a:pt x="2954862" y="1623184"/>
                  </a:lnTo>
                  <a:lnTo>
                    <a:pt x="2954970" y="1623184"/>
                  </a:lnTo>
                  <a:lnTo>
                    <a:pt x="2955078" y="1623184"/>
                  </a:lnTo>
                  <a:lnTo>
                    <a:pt x="2955187" y="1623184"/>
                  </a:lnTo>
                  <a:lnTo>
                    <a:pt x="2955295" y="1623184"/>
                  </a:lnTo>
                  <a:lnTo>
                    <a:pt x="2955404" y="1623184"/>
                  </a:lnTo>
                  <a:lnTo>
                    <a:pt x="2955404" y="1622561"/>
                  </a:lnTo>
                  <a:lnTo>
                    <a:pt x="2955512" y="1622561"/>
                  </a:lnTo>
                  <a:lnTo>
                    <a:pt x="2955512" y="1621937"/>
                  </a:lnTo>
                  <a:lnTo>
                    <a:pt x="2955621" y="1621937"/>
                  </a:lnTo>
                  <a:lnTo>
                    <a:pt x="2955729" y="1621937"/>
                  </a:lnTo>
                  <a:lnTo>
                    <a:pt x="2955838" y="1621937"/>
                  </a:lnTo>
                  <a:lnTo>
                    <a:pt x="2955946" y="1621937"/>
                  </a:lnTo>
                  <a:lnTo>
                    <a:pt x="2956054" y="1621937"/>
                  </a:lnTo>
                  <a:lnTo>
                    <a:pt x="2956163" y="1621937"/>
                  </a:lnTo>
                  <a:lnTo>
                    <a:pt x="2956163" y="1621314"/>
                  </a:lnTo>
                  <a:lnTo>
                    <a:pt x="2956271" y="1621314"/>
                  </a:lnTo>
                  <a:lnTo>
                    <a:pt x="2956271" y="1620690"/>
                  </a:lnTo>
                  <a:lnTo>
                    <a:pt x="2956380" y="1620690"/>
                  </a:lnTo>
                  <a:lnTo>
                    <a:pt x="2956488" y="1620690"/>
                  </a:lnTo>
                  <a:lnTo>
                    <a:pt x="2956597" y="1620690"/>
                  </a:lnTo>
                  <a:lnTo>
                    <a:pt x="2956705" y="1620690"/>
                  </a:lnTo>
                  <a:lnTo>
                    <a:pt x="2956814" y="1620690"/>
                  </a:lnTo>
                  <a:lnTo>
                    <a:pt x="2956922" y="1620690"/>
                  </a:lnTo>
                  <a:lnTo>
                    <a:pt x="2956922" y="1620066"/>
                  </a:lnTo>
                  <a:lnTo>
                    <a:pt x="2957031" y="1620066"/>
                  </a:lnTo>
                  <a:lnTo>
                    <a:pt x="2957031" y="1619443"/>
                  </a:lnTo>
                  <a:lnTo>
                    <a:pt x="2957139" y="1619443"/>
                  </a:lnTo>
                  <a:lnTo>
                    <a:pt x="2957247" y="1619443"/>
                  </a:lnTo>
                  <a:lnTo>
                    <a:pt x="2957247" y="1618819"/>
                  </a:lnTo>
                  <a:lnTo>
                    <a:pt x="2957247" y="1618196"/>
                  </a:lnTo>
                  <a:lnTo>
                    <a:pt x="2957356" y="1618196"/>
                  </a:lnTo>
                  <a:lnTo>
                    <a:pt x="2957464" y="1618196"/>
                  </a:lnTo>
                  <a:lnTo>
                    <a:pt x="2957573" y="1618196"/>
                  </a:lnTo>
                  <a:lnTo>
                    <a:pt x="2957681" y="1618196"/>
                  </a:lnTo>
                  <a:lnTo>
                    <a:pt x="2957790" y="1618196"/>
                  </a:lnTo>
                  <a:lnTo>
                    <a:pt x="2957898" y="1618196"/>
                  </a:lnTo>
                  <a:lnTo>
                    <a:pt x="2958007" y="1618196"/>
                  </a:lnTo>
                  <a:lnTo>
                    <a:pt x="2958007" y="1617572"/>
                  </a:lnTo>
                  <a:lnTo>
                    <a:pt x="2958115" y="1617572"/>
                  </a:lnTo>
                  <a:lnTo>
                    <a:pt x="2958223" y="1617572"/>
                  </a:lnTo>
                  <a:lnTo>
                    <a:pt x="2958223" y="1616948"/>
                  </a:lnTo>
                  <a:lnTo>
                    <a:pt x="2958332" y="1616948"/>
                  </a:lnTo>
                  <a:lnTo>
                    <a:pt x="2958440" y="1616948"/>
                  </a:lnTo>
                  <a:lnTo>
                    <a:pt x="2958549" y="1616948"/>
                  </a:lnTo>
                  <a:lnTo>
                    <a:pt x="2958657" y="1616948"/>
                  </a:lnTo>
                  <a:lnTo>
                    <a:pt x="2958766" y="1616948"/>
                  </a:lnTo>
                  <a:lnTo>
                    <a:pt x="2958874" y="1616948"/>
                  </a:lnTo>
                  <a:lnTo>
                    <a:pt x="2958983" y="1616948"/>
                  </a:lnTo>
                  <a:lnTo>
                    <a:pt x="2958983" y="1616325"/>
                  </a:lnTo>
                  <a:lnTo>
                    <a:pt x="2959091" y="1616325"/>
                  </a:lnTo>
                  <a:lnTo>
                    <a:pt x="2959199" y="1616325"/>
                  </a:lnTo>
                  <a:lnTo>
                    <a:pt x="2959308" y="1616325"/>
                  </a:lnTo>
                  <a:lnTo>
                    <a:pt x="2959416" y="1616325"/>
                  </a:lnTo>
                  <a:lnTo>
                    <a:pt x="2959525" y="1616325"/>
                  </a:lnTo>
                  <a:lnTo>
                    <a:pt x="2959633" y="1616325"/>
                  </a:lnTo>
                  <a:lnTo>
                    <a:pt x="2959742" y="1616325"/>
                  </a:lnTo>
                  <a:lnTo>
                    <a:pt x="2959742" y="1615701"/>
                  </a:lnTo>
                  <a:lnTo>
                    <a:pt x="2959850" y="1615701"/>
                  </a:lnTo>
                  <a:lnTo>
                    <a:pt x="2959959" y="1615701"/>
                  </a:lnTo>
                  <a:lnTo>
                    <a:pt x="2960067" y="1615701"/>
                  </a:lnTo>
                  <a:lnTo>
                    <a:pt x="2960175" y="1615701"/>
                  </a:lnTo>
                  <a:lnTo>
                    <a:pt x="2960284" y="1615701"/>
                  </a:lnTo>
                  <a:lnTo>
                    <a:pt x="2960392" y="1615701"/>
                  </a:lnTo>
                  <a:lnTo>
                    <a:pt x="2960501" y="1615701"/>
                  </a:lnTo>
                  <a:lnTo>
                    <a:pt x="2960609" y="1615701"/>
                  </a:lnTo>
                  <a:lnTo>
                    <a:pt x="2960718" y="1615701"/>
                  </a:lnTo>
                  <a:lnTo>
                    <a:pt x="2960826" y="1615701"/>
                  </a:lnTo>
                  <a:lnTo>
                    <a:pt x="2960826" y="1615078"/>
                  </a:lnTo>
                  <a:lnTo>
                    <a:pt x="2960935" y="1615078"/>
                  </a:lnTo>
                  <a:lnTo>
                    <a:pt x="2961043" y="1615078"/>
                  </a:lnTo>
                  <a:lnTo>
                    <a:pt x="2961151" y="1615078"/>
                  </a:lnTo>
                  <a:lnTo>
                    <a:pt x="2961260" y="1615078"/>
                  </a:lnTo>
                  <a:lnTo>
                    <a:pt x="2961368" y="1615078"/>
                  </a:lnTo>
                  <a:lnTo>
                    <a:pt x="2961477" y="1615078"/>
                  </a:lnTo>
                  <a:lnTo>
                    <a:pt x="2961585" y="1615078"/>
                  </a:lnTo>
                  <a:lnTo>
                    <a:pt x="2961694" y="1615078"/>
                  </a:lnTo>
                  <a:lnTo>
                    <a:pt x="2961694" y="1614454"/>
                  </a:lnTo>
                  <a:lnTo>
                    <a:pt x="2961802" y="1614454"/>
                  </a:lnTo>
                  <a:lnTo>
                    <a:pt x="2961911" y="1614454"/>
                  </a:lnTo>
                  <a:lnTo>
                    <a:pt x="2962019" y="1614454"/>
                  </a:lnTo>
                  <a:lnTo>
                    <a:pt x="2962128" y="1614454"/>
                  </a:lnTo>
                  <a:lnTo>
                    <a:pt x="2962236" y="1614454"/>
                  </a:lnTo>
                  <a:lnTo>
                    <a:pt x="2962344" y="1614454"/>
                  </a:lnTo>
                  <a:lnTo>
                    <a:pt x="2962344" y="1613831"/>
                  </a:lnTo>
                  <a:lnTo>
                    <a:pt x="2962453" y="1613831"/>
                  </a:lnTo>
                  <a:lnTo>
                    <a:pt x="2962561" y="1613831"/>
                  </a:lnTo>
                  <a:lnTo>
                    <a:pt x="2962561" y="1613207"/>
                  </a:lnTo>
                  <a:lnTo>
                    <a:pt x="2962670" y="1613207"/>
                  </a:lnTo>
                  <a:lnTo>
                    <a:pt x="2962778" y="1613207"/>
                  </a:lnTo>
                  <a:lnTo>
                    <a:pt x="2962887" y="1613207"/>
                  </a:lnTo>
                  <a:lnTo>
                    <a:pt x="2962887" y="1612583"/>
                  </a:lnTo>
                  <a:lnTo>
                    <a:pt x="2962995" y="1612583"/>
                  </a:lnTo>
                  <a:lnTo>
                    <a:pt x="2963104" y="1612583"/>
                  </a:lnTo>
                  <a:lnTo>
                    <a:pt x="2963212" y="1612583"/>
                  </a:lnTo>
                  <a:lnTo>
                    <a:pt x="2963320" y="1612583"/>
                  </a:lnTo>
                  <a:lnTo>
                    <a:pt x="2963320" y="1611960"/>
                  </a:lnTo>
                  <a:lnTo>
                    <a:pt x="2963429" y="1611960"/>
                  </a:lnTo>
                  <a:lnTo>
                    <a:pt x="2963537" y="1611960"/>
                  </a:lnTo>
                  <a:lnTo>
                    <a:pt x="2963646" y="1611960"/>
                  </a:lnTo>
                  <a:lnTo>
                    <a:pt x="2963754" y="1611960"/>
                  </a:lnTo>
                  <a:lnTo>
                    <a:pt x="2963863" y="1611960"/>
                  </a:lnTo>
                  <a:lnTo>
                    <a:pt x="2963971" y="1611960"/>
                  </a:lnTo>
                  <a:lnTo>
                    <a:pt x="2964080" y="1611960"/>
                  </a:lnTo>
                  <a:lnTo>
                    <a:pt x="2964188" y="1611960"/>
                  </a:lnTo>
                  <a:lnTo>
                    <a:pt x="2964296" y="1611960"/>
                  </a:lnTo>
                  <a:lnTo>
                    <a:pt x="2964405" y="1611960"/>
                  </a:lnTo>
                  <a:lnTo>
                    <a:pt x="2964513" y="1611960"/>
                  </a:lnTo>
                  <a:lnTo>
                    <a:pt x="2964622" y="1611960"/>
                  </a:lnTo>
                  <a:lnTo>
                    <a:pt x="2964730" y="1611960"/>
                  </a:lnTo>
                  <a:lnTo>
                    <a:pt x="2964839" y="1611960"/>
                  </a:lnTo>
                  <a:lnTo>
                    <a:pt x="2964839" y="1611336"/>
                  </a:lnTo>
                  <a:lnTo>
                    <a:pt x="2964947" y="1611336"/>
                  </a:lnTo>
                  <a:lnTo>
                    <a:pt x="2965056" y="1611336"/>
                  </a:lnTo>
                  <a:lnTo>
                    <a:pt x="2965164" y="1611336"/>
                  </a:lnTo>
                  <a:lnTo>
                    <a:pt x="2965272" y="1611336"/>
                  </a:lnTo>
                  <a:lnTo>
                    <a:pt x="2965381" y="1611336"/>
                  </a:lnTo>
                  <a:lnTo>
                    <a:pt x="2965489" y="1611336"/>
                  </a:lnTo>
                  <a:lnTo>
                    <a:pt x="2965598" y="1611336"/>
                  </a:lnTo>
                  <a:lnTo>
                    <a:pt x="2965706" y="1611336"/>
                  </a:lnTo>
                  <a:lnTo>
                    <a:pt x="2965815" y="1611336"/>
                  </a:lnTo>
                  <a:lnTo>
                    <a:pt x="2965923" y="1611336"/>
                  </a:lnTo>
                  <a:lnTo>
                    <a:pt x="2966032" y="1611336"/>
                  </a:lnTo>
                  <a:lnTo>
                    <a:pt x="2966140" y="1611336"/>
                  </a:lnTo>
                  <a:lnTo>
                    <a:pt x="2966140" y="1610713"/>
                  </a:lnTo>
                  <a:lnTo>
                    <a:pt x="2966249" y="1610713"/>
                  </a:lnTo>
                  <a:lnTo>
                    <a:pt x="2966357" y="1610713"/>
                  </a:lnTo>
                  <a:lnTo>
                    <a:pt x="2966465" y="1610713"/>
                  </a:lnTo>
                  <a:lnTo>
                    <a:pt x="2966574" y="1610713"/>
                  </a:lnTo>
                  <a:lnTo>
                    <a:pt x="2966682" y="1610713"/>
                  </a:lnTo>
                  <a:lnTo>
                    <a:pt x="2966791" y="1610713"/>
                  </a:lnTo>
                  <a:lnTo>
                    <a:pt x="2966899" y="1610713"/>
                  </a:lnTo>
                  <a:lnTo>
                    <a:pt x="2967008" y="1610713"/>
                  </a:lnTo>
                  <a:lnTo>
                    <a:pt x="2967116" y="1610713"/>
                  </a:lnTo>
                  <a:lnTo>
                    <a:pt x="2967116" y="1610089"/>
                  </a:lnTo>
                  <a:lnTo>
                    <a:pt x="2967225" y="1610089"/>
                  </a:lnTo>
                  <a:lnTo>
                    <a:pt x="2967225" y="1609465"/>
                  </a:lnTo>
                  <a:lnTo>
                    <a:pt x="2967333" y="1609465"/>
                  </a:lnTo>
                  <a:lnTo>
                    <a:pt x="2967441" y="1609465"/>
                  </a:lnTo>
                  <a:lnTo>
                    <a:pt x="2967550" y="1609465"/>
                  </a:lnTo>
                  <a:lnTo>
                    <a:pt x="2967658" y="1609465"/>
                  </a:lnTo>
                  <a:lnTo>
                    <a:pt x="2967767" y="1609465"/>
                  </a:lnTo>
                  <a:lnTo>
                    <a:pt x="2967875" y="1609465"/>
                  </a:lnTo>
                  <a:lnTo>
                    <a:pt x="2967984" y="1609465"/>
                  </a:lnTo>
                  <a:lnTo>
                    <a:pt x="2968092" y="1609465"/>
                  </a:lnTo>
                  <a:lnTo>
                    <a:pt x="2968201" y="1609465"/>
                  </a:lnTo>
                  <a:lnTo>
                    <a:pt x="2968309" y="1609465"/>
                  </a:lnTo>
                  <a:lnTo>
                    <a:pt x="2968417" y="1609465"/>
                  </a:lnTo>
                  <a:lnTo>
                    <a:pt x="2968526" y="1609465"/>
                  </a:lnTo>
                  <a:lnTo>
                    <a:pt x="2968634" y="1609465"/>
                  </a:lnTo>
                  <a:lnTo>
                    <a:pt x="2968743" y="1609465"/>
                  </a:lnTo>
                  <a:lnTo>
                    <a:pt x="2968851" y="1609465"/>
                  </a:lnTo>
                  <a:lnTo>
                    <a:pt x="2968960" y="1609465"/>
                  </a:lnTo>
                  <a:lnTo>
                    <a:pt x="2969068" y="1609465"/>
                  </a:lnTo>
                  <a:lnTo>
                    <a:pt x="2969177" y="1609465"/>
                  </a:lnTo>
                  <a:lnTo>
                    <a:pt x="2969285" y="1609465"/>
                  </a:lnTo>
                  <a:lnTo>
                    <a:pt x="2969393" y="1609465"/>
                  </a:lnTo>
                  <a:lnTo>
                    <a:pt x="2969502" y="1609465"/>
                  </a:lnTo>
                  <a:lnTo>
                    <a:pt x="2969502" y="1608842"/>
                  </a:lnTo>
                  <a:lnTo>
                    <a:pt x="2969610" y="1608842"/>
                  </a:lnTo>
                  <a:lnTo>
                    <a:pt x="2969719" y="1608842"/>
                  </a:lnTo>
                  <a:lnTo>
                    <a:pt x="2969827" y="1608842"/>
                  </a:lnTo>
                  <a:lnTo>
                    <a:pt x="2969936" y="1608842"/>
                  </a:lnTo>
                  <a:lnTo>
                    <a:pt x="2970044" y="1608842"/>
                  </a:lnTo>
                  <a:lnTo>
                    <a:pt x="2970153" y="1608842"/>
                  </a:lnTo>
                  <a:lnTo>
                    <a:pt x="2970261" y="1608842"/>
                  </a:lnTo>
                  <a:lnTo>
                    <a:pt x="2970370" y="1608842"/>
                  </a:lnTo>
                  <a:lnTo>
                    <a:pt x="2970478" y="1608842"/>
                  </a:lnTo>
                  <a:lnTo>
                    <a:pt x="2970586" y="1608842"/>
                  </a:lnTo>
                  <a:lnTo>
                    <a:pt x="2970586" y="1608218"/>
                  </a:lnTo>
                  <a:lnTo>
                    <a:pt x="2970695" y="1608218"/>
                  </a:lnTo>
                  <a:lnTo>
                    <a:pt x="2970803" y="1608218"/>
                  </a:lnTo>
                  <a:lnTo>
                    <a:pt x="2970803" y="1607595"/>
                  </a:lnTo>
                  <a:lnTo>
                    <a:pt x="2970912" y="1607595"/>
                  </a:lnTo>
                  <a:lnTo>
                    <a:pt x="2971020" y="1607595"/>
                  </a:lnTo>
                  <a:lnTo>
                    <a:pt x="2971129" y="1607595"/>
                  </a:lnTo>
                  <a:lnTo>
                    <a:pt x="2971237" y="1607595"/>
                  </a:lnTo>
                  <a:lnTo>
                    <a:pt x="2971346" y="1607595"/>
                  </a:lnTo>
                  <a:lnTo>
                    <a:pt x="2971454" y="1607595"/>
                  </a:lnTo>
                  <a:lnTo>
                    <a:pt x="2971562" y="1607595"/>
                  </a:lnTo>
                  <a:lnTo>
                    <a:pt x="2971671" y="1607595"/>
                  </a:lnTo>
                  <a:lnTo>
                    <a:pt x="2971779" y="1607595"/>
                  </a:lnTo>
                  <a:lnTo>
                    <a:pt x="2971888" y="1607595"/>
                  </a:lnTo>
                  <a:lnTo>
                    <a:pt x="2971996" y="1607595"/>
                  </a:lnTo>
                  <a:lnTo>
                    <a:pt x="2972105" y="1607595"/>
                  </a:lnTo>
                  <a:lnTo>
                    <a:pt x="2972213" y="1607595"/>
                  </a:lnTo>
                  <a:lnTo>
                    <a:pt x="2972322" y="1607595"/>
                  </a:lnTo>
                  <a:lnTo>
                    <a:pt x="2972430" y="1607595"/>
                  </a:lnTo>
                  <a:lnTo>
                    <a:pt x="2972538" y="1607595"/>
                  </a:lnTo>
                  <a:lnTo>
                    <a:pt x="2972538" y="1606971"/>
                  </a:lnTo>
                  <a:lnTo>
                    <a:pt x="2972538" y="1606348"/>
                  </a:lnTo>
                  <a:lnTo>
                    <a:pt x="2972538" y="1605724"/>
                  </a:lnTo>
                  <a:lnTo>
                    <a:pt x="2972647" y="1605724"/>
                  </a:lnTo>
                  <a:lnTo>
                    <a:pt x="2972755" y="1605724"/>
                  </a:lnTo>
                  <a:lnTo>
                    <a:pt x="2972864" y="1605724"/>
                  </a:lnTo>
                  <a:lnTo>
                    <a:pt x="2972972" y="1605724"/>
                  </a:lnTo>
                  <a:lnTo>
                    <a:pt x="2973081" y="1605724"/>
                  </a:lnTo>
                  <a:lnTo>
                    <a:pt x="2973189" y="1605724"/>
                  </a:lnTo>
                  <a:lnTo>
                    <a:pt x="2973298" y="1605724"/>
                  </a:lnTo>
                  <a:lnTo>
                    <a:pt x="2973406" y="1605724"/>
                  </a:lnTo>
                  <a:lnTo>
                    <a:pt x="2973514" y="1605724"/>
                  </a:lnTo>
                  <a:lnTo>
                    <a:pt x="2973623" y="1605724"/>
                  </a:lnTo>
                  <a:lnTo>
                    <a:pt x="2973623" y="1605100"/>
                  </a:lnTo>
                  <a:lnTo>
                    <a:pt x="2973731" y="1605100"/>
                  </a:lnTo>
                  <a:lnTo>
                    <a:pt x="2973840" y="1605100"/>
                  </a:lnTo>
                  <a:lnTo>
                    <a:pt x="2973948" y="1605100"/>
                  </a:lnTo>
                  <a:lnTo>
                    <a:pt x="2973948" y="1604477"/>
                  </a:lnTo>
                  <a:lnTo>
                    <a:pt x="2974057" y="1604477"/>
                  </a:lnTo>
                  <a:lnTo>
                    <a:pt x="2974165" y="1604477"/>
                  </a:lnTo>
                  <a:lnTo>
                    <a:pt x="2974165" y="1603853"/>
                  </a:lnTo>
                  <a:lnTo>
                    <a:pt x="2974274" y="1603853"/>
                  </a:lnTo>
                  <a:lnTo>
                    <a:pt x="2974382" y="1603853"/>
                  </a:lnTo>
                  <a:lnTo>
                    <a:pt x="2974491" y="1603853"/>
                  </a:lnTo>
                  <a:lnTo>
                    <a:pt x="2974599" y="1603853"/>
                  </a:lnTo>
                  <a:lnTo>
                    <a:pt x="2974707" y="1603853"/>
                  </a:lnTo>
                  <a:lnTo>
                    <a:pt x="2974816" y="1603853"/>
                  </a:lnTo>
                  <a:lnTo>
                    <a:pt x="2974924" y="1603853"/>
                  </a:lnTo>
                  <a:lnTo>
                    <a:pt x="2975033" y="1603853"/>
                  </a:lnTo>
                  <a:lnTo>
                    <a:pt x="2975141" y="1603853"/>
                  </a:lnTo>
                  <a:lnTo>
                    <a:pt x="2975250" y="1603853"/>
                  </a:lnTo>
                  <a:lnTo>
                    <a:pt x="2975358" y="1603853"/>
                  </a:lnTo>
                  <a:lnTo>
                    <a:pt x="2975467" y="1603853"/>
                  </a:lnTo>
                  <a:lnTo>
                    <a:pt x="2975575" y="1603853"/>
                  </a:lnTo>
                  <a:lnTo>
                    <a:pt x="2975683" y="1603853"/>
                  </a:lnTo>
                  <a:lnTo>
                    <a:pt x="2975792" y="1603853"/>
                  </a:lnTo>
                  <a:lnTo>
                    <a:pt x="2975900" y="1603853"/>
                  </a:lnTo>
                  <a:lnTo>
                    <a:pt x="2976009" y="1603853"/>
                  </a:lnTo>
                  <a:lnTo>
                    <a:pt x="2976009" y="1603230"/>
                  </a:lnTo>
                  <a:lnTo>
                    <a:pt x="2976117" y="1603230"/>
                  </a:lnTo>
                  <a:lnTo>
                    <a:pt x="2976226" y="1603230"/>
                  </a:lnTo>
                  <a:lnTo>
                    <a:pt x="2976334" y="1603230"/>
                  </a:lnTo>
                  <a:lnTo>
                    <a:pt x="2976334" y="1602606"/>
                  </a:lnTo>
                  <a:lnTo>
                    <a:pt x="2976443" y="1602606"/>
                  </a:lnTo>
                  <a:lnTo>
                    <a:pt x="2976443" y="1601982"/>
                  </a:lnTo>
                  <a:lnTo>
                    <a:pt x="2976551" y="1601982"/>
                  </a:lnTo>
                  <a:lnTo>
                    <a:pt x="2976659" y="1601982"/>
                  </a:lnTo>
                  <a:lnTo>
                    <a:pt x="2976659" y="1601359"/>
                  </a:lnTo>
                  <a:lnTo>
                    <a:pt x="2976768" y="1601359"/>
                  </a:lnTo>
                  <a:lnTo>
                    <a:pt x="2976876" y="1601359"/>
                  </a:lnTo>
                  <a:lnTo>
                    <a:pt x="2976985" y="1601359"/>
                  </a:lnTo>
                  <a:lnTo>
                    <a:pt x="2976985" y="1600735"/>
                  </a:lnTo>
                  <a:lnTo>
                    <a:pt x="2977093" y="1600735"/>
                  </a:lnTo>
                  <a:lnTo>
                    <a:pt x="2977202" y="1600735"/>
                  </a:lnTo>
                  <a:lnTo>
                    <a:pt x="2977310" y="1600735"/>
                  </a:lnTo>
                  <a:lnTo>
                    <a:pt x="2977419" y="1600735"/>
                  </a:lnTo>
                  <a:lnTo>
                    <a:pt x="2977527" y="1600735"/>
                  </a:lnTo>
                  <a:lnTo>
                    <a:pt x="2977635" y="1600735"/>
                  </a:lnTo>
                  <a:lnTo>
                    <a:pt x="2977635" y="1600112"/>
                  </a:lnTo>
                  <a:lnTo>
                    <a:pt x="2977635" y="1599488"/>
                  </a:lnTo>
                  <a:lnTo>
                    <a:pt x="2977744" y="1599488"/>
                  </a:lnTo>
                  <a:lnTo>
                    <a:pt x="2977852" y="1599488"/>
                  </a:lnTo>
                  <a:lnTo>
                    <a:pt x="2977961" y="1599488"/>
                  </a:lnTo>
                  <a:lnTo>
                    <a:pt x="2978069" y="1599488"/>
                  </a:lnTo>
                  <a:lnTo>
                    <a:pt x="2978178" y="1599488"/>
                  </a:lnTo>
                  <a:lnTo>
                    <a:pt x="2978286" y="1599488"/>
                  </a:lnTo>
                  <a:lnTo>
                    <a:pt x="2978395" y="1599488"/>
                  </a:lnTo>
                  <a:lnTo>
                    <a:pt x="2978503" y="1599488"/>
                  </a:lnTo>
                  <a:lnTo>
                    <a:pt x="2978612" y="1599488"/>
                  </a:lnTo>
                  <a:lnTo>
                    <a:pt x="2978720" y="1599488"/>
                  </a:lnTo>
                  <a:lnTo>
                    <a:pt x="2978828" y="1599488"/>
                  </a:lnTo>
                  <a:lnTo>
                    <a:pt x="2978828" y="1598865"/>
                  </a:lnTo>
                  <a:lnTo>
                    <a:pt x="2978828" y="1598241"/>
                  </a:lnTo>
                  <a:lnTo>
                    <a:pt x="2978937" y="1598241"/>
                  </a:lnTo>
                  <a:lnTo>
                    <a:pt x="2979045" y="1598241"/>
                  </a:lnTo>
                  <a:lnTo>
                    <a:pt x="2979154" y="1598241"/>
                  </a:lnTo>
                  <a:lnTo>
                    <a:pt x="2979262" y="1598241"/>
                  </a:lnTo>
                  <a:lnTo>
                    <a:pt x="2979371" y="1598241"/>
                  </a:lnTo>
                  <a:lnTo>
                    <a:pt x="2979479" y="1598241"/>
                  </a:lnTo>
                  <a:lnTo>
                    <a:pt x="2979588" y="1598241"/>
                  </a:lnTo>
                  <a:lnTo>
                    <a:pt x="2979588" y="1597617"/>
                  </a:lnTo>
                  <a:lnTo>
                    <a:pt x="2979696" y="1597617"/>
                  </a:lnTo>
                  <a:lnTo>
                    <a:pt x="2979696" y="1596994"/>
                  </a:lnTo>
                  <a:lnTo>
                    <a:pt x="2979804" y="1596994"/>
                  </a:lnTo>
                  <a:lnTo>
                    <a:pt x="2979804" y="1596370"/>
                  </a:lnTo>
                  <a:lnTo>
                    <a:pt x="2979913" y="1596370"/>
                  </a:lnTo>
                  <a:lnTo>
                    <a:pt x="2980021" y="1596370"/>
                  </a:lnTo>
                  <a:lnTo>
                    <a:pt x="2980130" y="1596370"/>
                  </a:lnTo>
                  <a:lnTo>
                    <a:pt x="2980238" y="1596370"/>
                  </a:lnTo>
                  <a:lnTo>
                    <a:pt x="2980347" y="1596370"/>
                  </a:lnTo>
                  <a:lnTo>
                    <a:pt x="2980455" y="1596370"/>
                  </a:lnTo>
                  <a:lnTo>
                    <a:pt x="2980564" y="1596370"/>
                  </a:lnTo>
                  <a:lnTo>
                    <a:pt x="2980564" y="1595747"/>
                  </a:lnTo>
                  <a:lnTo>
                    <a:pt x="2980564" y="1595123"/>
                  </a:lnTo>
                  <a:lnTo>
                    <a:pt x="2980672" y="1595123"/>
                  </a:lnTo>
                  <a:lnTo>
                    <a:pt x="2980672" y="1594499"/>
                  </a:lnTo>
                  <a:lnTo>
                    <a:pt x="2980780" y="1594499"/>
                  </a:lnTo>
                  <a:lnTo>
                    <a:pt x="2980780" y="1593876"/>
                  </a:lnTo>
                  <a:lnTo>
                    <a:pt x="2980889" y="1593876"/>
                  </a:lnTo>
                  <a:lnTo>
                    <a:pt x="2980997" y="1593876"/>
                  </a:lnTo>
                  <a:lnTo>
                    <a:pt x="2980997" y="1593252"/>
                  </a:lnTo>
                  <a:lnTo>
                    <a:pt x="2981106" y="1593252"/>
                  </a:lnTo>
                  <a:lnTo>
                    <a:pt x="2981214" y="1593252"/>
                  </a:lnTo>
                  <a:lnTo>
                    <a:pt x="2981323" y="1593252"/>
                  </a:lnTo>
                  <a:lnTo>
                    <a:pt x="2981431" y="1593252"/>
                  </a:lnTo>
                  <a:lnTo>
                    <a:pt x="2981540" y="1593252"/>
                  </a:lnTo>
                  <a:lnTo>
                    <a:pt x="2981648" y="1593252"/>
                  </a:lnTo>
                  <a:lnTo>
                    <a:pt x="2981756" y="1593252"/>
                  </a:lnTo>
                  <a:lnTo>
                    <a:pt x="2981865" y="1593252"/>
                  </a:lnTo>
                  <a:lnTo>
                    <a:pt x="2981973" y="1593252"/>
                  </a:lnTo>
                  <a:lnTo>
                    <a:pt x="2982082" y="1593252"/>
                  </a:lnTo>
                  <a:lnTo>
                    <a:pt x="2982190" y="1593252"/>
                  </a:lnTo>
                  <a:lnTo>
                    <a:pt x="2982299" y="1593252"/>
                  </a:lnTo>
                  <a:lnTo>
                    <a:pt x="2982407" y="1593252"/>
                  </a:lnTo>
                  <a:lnTo>
                    <a:pt x="2982407" y="1592629"/>
                  </a:lnTo>
                  <a:lnTo>
                    <a:pt x="2982516" y="1592629"/>
                  </a:lnTo>
                  <a:lnTo>
                    <a:pt x="2982624" y="1592629"/>
                  </a:lnTo>
                  <a:lnTo>
                    <a:pt x="2982733" y="1592629"/>
                  </a:lnTo>
                  <a:lnTo>
                    <a:pt x="2982841" y="1592629"/>
                  </a:lnTo>
                  <a:lnTo>
                    <a:pt x="2982949" y="1592629"/>
                  </a:lnTo>
                  <a:lnTo>
                    <a:pt x="2982949" y="1592005"/>
                  </a:lnTo>
                  <a:lnTo>
                    <a:pt x="2983058" y="1592005"/>
                  </a:lnTo>
                  <a:lnTo>
                    <a:pt x="2983166" y="1592005"/>
                  </a:lnTo>
                  <a:lnTo>
                    <a:pt x="2983275" y="1592005"/>
                  </a:lnTo>
                  <a:lnTo>
                    <a:pt x="2983383" y="1592005"/>
                  </a:lnTo>
                  <a:lnTo>
                    <a:pt x="2983492" y="1592005"/>
                  </a:lnTo>
                  <a:lnTo>
                    <a:pt x="2983600" y="1592005"/>
                  </a:lnTo>
                  <a:lnTo>
                    <a:pt x="2983709" y="1592005"/>
                  </a:lnTo>
                  <a:lnTo>
                    <a:pt x="2983817" y="1592005"/>
                  </a:lnTo>
                  <a:lnTo>
                    <a:pt x="2983925" y="1592005"/>
                  </a:lnTo>
                  <a:lnTo>
                    <a:pt x="2984034" y="1592005"/>
                  </a:lnTo>
                  <a:lnTo>
                    <a:pt x="2984142" y="1592005"/>
                  </a:lnTo>
                  <a:lnTo>
                    <a:pt x="2984251" y="1592005"/>
                  </a:lnTo>
                  <a:lnTo>
                    <a:pt x="2984359" y="1592005"/>
                  </a:lnTo>
                  <a:lnTo>
                    <a:pt x="2984468" y="1592005"/>
                  </a:lnTo>
                  <a:lnTo>
                    <a:pt x="2984468" y="1591382"/>
                  </a:lnTo>
                  <a:lnTo>
                    <a:pt x="2984576" y="1591382"/>
                  </a:lnTo>
                  <a:lnTo>
                    <a:pt x="2984685" y="1591382"/>
                  </a:lnTo>
                  <a:lnTo>
                    <a:pt x="2984793" y="1591382"/>
                  </a:lnTo>
                  <a:lnTo>
                    <a:pt x="2984901" y="1591382"/>
                  </a:lnTo>
                  <a:lnTo>
                    <a:pt x="2985010" y="1591382"/>
                  </a:lnTo>
                  <a:lnTo>
                    <a:pt x="2985010" y="1590758"/>
                  </a:lnTo>
                  <a:lnTo>
                    <a:pt x="2985118" y="1590758"/>
                  </a:lnTo>
                  <a:lnTo>
                    <a:pt x="2985118" y="1590134"/>
                  </a:lnTo>
                  <a:lnTo>
                    <a:pt x="2985227" y="1590134"/>
                  </a:lnTo>
                  <a:lnTo>
                    <a:pt x="2985335" y="1590134"/>
                  </a:lnTo>
                  <a:lnTo>
                    <a:pt x="2985444" y="1590134"/>
                  </a:lnTo>
                  <a:lnTo>
                    <a:pt x="2985444" y="1589511"/>
                  </a:lnTo>
                  <a:lnTo>
                    <a:pt x="2985552" y="1589511"/>
                  </a:lnTo>
                  <a:lnTo>
                    <a:pt x="2985661" y="1589511"/>
                  </a:lnTo>
                  <a:lnTo>
                    <a:pt x="2985769" y="1589511"/>
                  </a:lnTo>
                  <a:lnTo>
                    <a:pt x="2985877" y="1589511"/>
                  </a:lnTo>
                  <a:lnTo>
                    <a:pt x="2985986" y="1589511"/>
                  </a:lnTo>
                  <a:lnTo>
                    <a:pt x="2986094" y="1589511"/>
                  </a:lnTo>
                  <a:lnTo>
                    <a:pt x="2986203" y="1589511"/>
                  </a:lnTo>
                  <a:lnTo>
                    <a:pt x="2986311" y="1589511"/>
                  </a:lnTo>
                  <a:lnTo>
                    <a:pt x="2986420" y="1589511"/>
                  </a:lnTo>
                  <a:lnTo>
                    <a:pt x="2986528" y="1589511"/>
                  </a:lnTo>
                  <a:lnTo>
                    <a:pt x="2986637" y="1589511"/>
                  </a:lnTo>
                  <a:lnTo>
                    <a:pt x="2986745" y="1589511"/>
                  </a:lnTo>
                  <a:lnTo>
                    <a:pt x="2986853" y="1589511"/>
                  </a:lnTo>
                  <a:lnTo>
                    <a:pt x="2986962" y="1589511"/>
                  </a:lnTo>
                  <a:lnTo>
                    <a:pt x="2987070" y="1589511"/>
                  </a:lnTo>
                  <a:lnTo>
                    <a:pt x="2987179" y="1589511"/>
                  </a:lnTo>
                  <a:lnTo>
                    <a:pt x="2987287" y="1589511"/>
                  </a:lnTo>
                  <a:lnTo>
                    <a:pt x="2987396" y="1589511"/>
                  </a:lnTo>
                  <a:lnTo>
                    <a:pt x="2987504" y="1589511"/>
                  </a:lnTo>
                  <a:lnTo>
                    <a:pt x="2987613" y="1589511"/>
                  </a:lnTo>
                  <a:lnTo>
                    <a:pt x="2987721" y="1589511"/>
                  </a:lnTo>
                  <a:lnTo>
                    <a:pt x="2987830" y="1589511"/>
                  </a:lnTo>
                  <a:lnTo>
                    <a:pt x="2987938" y="1589511"/>
                  </a:lnTo>
                  <a:lnTo>
                    <a:pt x="2987938" y="1588887"/>
                  </a:lnTo>
                  <a:lnTo>
                    <a:pt x="2987938" y="1588264"/>
                  </a:lnTo>
                  <a:lnTo>
                    <a:pt x="2988046" y="1588264"/>
                  </a:lnTo>
                  <a:lnTo>
                    <a:pt x="2988046" y="1587640"/>
                  </a:lnTo>
                  <a:lnTo>
                    <a:pt x="2988046" y="1587017"/>
                  </a:lnTo>
                  <a:lnTo>
                    <a:pt x="2988155" y="1587017"/>
                  </a:lnTo>
                  <a:lnTo>
                    <a:pt x="2988263" y="1587017"/>
                  </a:lnTo>
                  <a:lnTo>
                    <a:pt x="2988372" y="1587017"/>
                  </a:lnTo>
                  <a:lnTo>
                    <a:pt x="2988480" y="1587017"/>
                  </a:lnTo>
                  <a:lnTo>
                    <a:pt x="2988480" y="1586393"/>
                  </a:lnTo>
                  <a:lnTo>
                    <a:pt x="2988589" y="1586393"/>
                  </a:lnTo>
                  <a:lnTo>
                    <a:pt x="2988697" y="1586393"/>
                  </a:lnTo>
                  <a:lnTo>
                    <a:pt x="2988806" y="1586393"/>
                  </a:lnTo>
                  <a:lnTo>
                    <a:pt x="2988914" y="1586393"/>
                  </a:lnTo>
                  <a:lnTo>
                    <a:pt x="2989022" y="1586393"/>
                  </a:lnTo>
                  <a:lnTo>
                    <a:pt x="2989131" y="1586393"/>
                  </a:lnTo>
                  <a:lnTo>
                    <a:pt x="2989239" y="1586393"/>
                  </a:lnTo>
                  <a:lnTo>
                    <a:pt x="2989348" y="1586393"/>
                  </a:lnTo>
                  <a:lnTo>
                    <a:pt x="2989348" y="1585769"/>
                  </a:lnTo>
                  <a:lnTo>
                    <a:pt x="2989456" y="1585769"/>
                  </a:lnTo>
                  <a:lnTo>
                    <a:pt x="2989456" y="1585146"/>
                  </a:lnTo>
                  <a:lnTo>
                    <a:pt x="2989565" y="1585146"/>
                  </a:lnTo>
                  <a:lnTo>
                    <a:pt x="2989673" y="1585146"/>
                  </a:lnTo>
                  <a:lnTo>
                    <a:pt x="2989782" y="1585146"/>
                  </a:lnTo>
                  <a:lnTo>
                    <a:pt x="2989890" y="1585146"/>
                  </a:lnTo>
                  <a:lnTo>
                    <a:pt x="2989998" y="1585146"/>
                  </a:lnTo>
                  <a:lnTo>
                    <a:pt x="2990107" y="1585146"/>
                  </a:lnTo>
                  <a:lnTo>
                    <a:pt x="2990107" y="1584522"/>
                  </a:lnTo>
                  <a:lnTo>
                    <a:pt x="2990215" y="1584522"/>
                  </a:lnTo>
                  <a:lnTo>
                    <a:pt x="2990215" y="1583899"/>
                  </a:lnTo>
                  <a:lnTo>
                    <a:pt x="2990324" y="1583899"/>
                  </a:lnTo>
                  <a:lnTo>
                    <a:pt x="2990432" y="1583899"/>
                  </a:lnTo>
                  <a:lnTo>
                    <a:pt x="2990541" y="1583899"/>
                  </a:lnTo>
                  <a:lnTo>
                    <a:pt x="2990649" y="1583899"/>
                  </a:lnTo>
                  <a:lnTo>
                    <a:pt x="2990758" y="1583899"/>
                  </a:lnTo>
                  <a:lnTo>
                    <a:pt x="2990866" y="1583899"/>
                  </a:lnTo>
                  <a:lnTo>
                    <a:pt x="2990974" y="1583899"/>
                  </a:lnTo>
                  <a:lnTo>
                    <a:pt x="2991083" y="1583899"/>
                  </a:lnTo>
                  <a:lnTo>
                    <a:pt x="2991083" y="1583275"/>
                  </a:lnTo>
                  <a:lnTo>
                    <a:pt x="2991083" y="1582651"/>
                  </a:lnTo>
                  <a:lnTo>
                    <a:pt x="2991191" y="1582651"/>
                  </a:lnTo>
                  <a:lnTo>
                    <a:pt x="2991300" y="1582651"/>
                  </a:lnTo>
                  <a:lnTo>
                    <a:pt x="2991300" y="1582028"/>
                  </a:lnTo>
                  <a:lnTo>
                    <a:pt x="2991408" y="1582028"/>
                  </a:lnTo>
                  <a:lnTo>
                    <a:pt x="2991517" y="1582028"/>
                  </a:lnTo>
                  <a:lnTo>
                    <a:pt x="2991625" y="1582028"/>
                  </a:lnTo>
                  <a:lnTo>
                    <a:pt x="2991625" y="1581404"/>
                  </a:lnTo>
                  <a:lnTo>
                    <a:pt x="2991734" y="1581404"/>
                  </a:lnTo>
                  <a:lnTo>
                    <a:pt x="2991842" y="1581404"/>
                  </a:lnTo>
                  <a:lnTo>
                    <a:pt x="2991951" y="1581404"/>
                  </a:lnTo>
                  <a:lnTo>
                    <a:pt x="2992059" y="1581404"/>
                  </a:lnTo>
                  <a:lnTo>
                    <a:pt x="2992059" y="1580781"/>
                  </a:lnTo>
                  <a:lnTo>
                    <a:pt x="2992059" y="1580157"/>
                  </a:lnTo>
                  <a:lnTo>
                    <a:pt x="2992167" y="1580157"/>
                  </a:lnTo>
                  <a:lnTo>
                    <a:pt x="2992276" y="1580157"/>
                  </a:lnTo>
                  <a:lnTo>
                    <a:pt x="2992384" y="1580157"/>
                  </a:lnTo>
                  <a:lnTo>
                    <a:pt x="2992493" y="1580157"/>
                  </a:lnTo>
                  <a:lnTo>
                    <a:pt x="2992601" y="1580157"/>
                  </a:lnTo>
                  <a:lnTo>
                    <a:pt x="2992710" y="1580157"/>
                  </a:lnTo>
                  <a:lnTo>
                    <a:pt x="2992818" y="1580157"/>
                  </a:lnTo>
                  <a:lnTo>
                    <a:pt x="2992927" y="1580157"/>
                  </a:lnTo>
                  <a:lnTo>
                    <a:pt x="2993035" y="1580157"/>
                  </a:lnTo>
                  <a:lnTo>
                    <a:pt x="2993143" y="1580157"/>
                  </a:lnTo>
                  <a:lnTo>
                    <a:pt x="2993252" y="1580157"/>
                  </a:lnTo>
                  <a:lnTo>
                    <a:pt x="2993252" y="1579534"/>
                  </a:lnTo>
                  <a:lnTo>
                    <a:pt x="2993360" y="1579534"/>
                  </a:lnTo>
                  <a:lnTo>
                    <a:pt x="2993469" y="1579534"/>
                  </a:lnTo>
                  <a:lnTo>
                    <a:pt x="2993577" y="1579534"/>
                  </a:lnTo>
                  <a:lnTo>
                    <a:pt x="2993686" y="1579534"/>
                  </a:lnTo>
                  <a:lnTo>
                    <a:pt x="2993794" y="1579534"/>
                  </a:lnTo>
                  <a:lnTo>
                    <a:pt x="2993903" y="1579534"/>
                  </a:lnTo>
                  <a:lnTo>
                    <a:pt x="2994011" y="1579534"/>
                  </a:lnTo>
                  <a:lnTo>
                    <a:pt x="2994119" y="1579534"/>
                  </a:lnTo>
                  <a:lnTo>
                    <a:pt x="2994228" y="1579534"/>
                  </a:lnTo>
                  <a:lnTo>
                    <a:pt x="2994336" y="1579534"/>
                  </a:lnTo>
                  <a:lnTo>
                    <a:pt x="2994336" y="1578910"/>
                  </a:lnTo>
                  <a:lnTo>
                    <a:pt x="2994445" y="1578910"/>
                  </a:lnTo>
                  <a:lnTo>
                    <a:pt x="2994553" y="1578910"/>
                  </a:lnTo>
                  <a:lnTo>
                    <a:pt x="2994662" y="1578910"/>
                  </a:lnTo>
                  <a:lnTo>
                    <a:pt x="2994770" y="1578910"/>
                  </a:lnTo>
                  <a:lnTo>
                    <a:pt x="2994879" y="1578910"/>
                  </a:lnTo>
                  <a:lnTo>
                    <a:pt x="2994987" y="1578910"/>
                  </a:lnTo>
                  <a:lnTo>
                    <a:pt x="2995095" y="1578910"/>
                  </a:lnTo>
                  <a:lnTo>
                    <a:pt x="2995204" y="1578910"/>
                  </a:lnTo>
                  <a:lnTo>
                    <a:pt x="2995312" y="1578910"/>
                  </a:lnTo>
                  <a:lnTo>
                    <a:pt x="2995421" y="1578910"/>
                  </a:lnTo>
                  <a:lnTo>
                    <a:pt x="2995529" y="1578910"/>
                  </a:lnTo>
                  <a:lnTo>
                    <a:pt x="2995638" y="1578910"/>
                  </a:lnTo>
                  <a:lnTo>
                    <a:pt x="2995746" y="1578910"/>
                  </a:lnTo>
                  <a:lnTo>
                    <a:pt x="2995855" y="1578910"/>
                  </a:lnTo>
                  <a:lnTo>
                    <a:pt x="2995963" y="1578910"/>
                  </a:lnTo>
                  <a:lnTo>
                    <a:pt x="2996072" y="1578910"/>
                  </a:lnTo>
                  <a:lnTo>
                    <a:pt x="2996180" y="1578910"/>
                  </a:lnTo>
                  <a:lnTo>
                    <a:pt x="2996288" y="1578910"/>
                  </a:lnTo>
                  <a:lnTo>
                    <a:pt x="2996397" y="1578910"/>
                  </a:lnTo>
                  <a:lnTo>
                    <a:pt x="2996397" y="1578286"/>
                  </a:lnTo>
                  <a:lnTo>
                    <a:pt x="2996505" y="1578286"/>
                  </a:lnTo>
                  <a:lnTo>
                    <a:pt x="2996614" y="1578286"/>
                  </a:lnTo>
                  <a:lnTo>
                    <a:pt x="2996722" y="1578286"/>
                  </a:lnTo>
                  <a:lnTo>
                    <a:pt x="2996831" y="1578286"/>
                  </a:lnTo>
                  <a:lnTo>
                    <a:pt x="2996939" y="1578286"/>
                  </a:lnTo>
                  <a:lnTo>
                    <a:pt x="2997048" y="1578286"/>
                  </a:lnTo>
                  <a:lnTo>
                    <a:pt x="2997156" y="1578286"/>
                  </a:lnTo>
                  <a:lnTo>
                    <a:pt x="2997264" y="1578286"/>
                  </a:lnTo>
                  <a:lnTo>
                    <a:pt x="2997373" y="1578286"/>
                  </a:lnTo>
                  <a:lnTo>
                    <a:pt x="2997481" y="1578286"/>
                  </a:lnTo>
                  <a:lnTo>
                    <a:pt x="2997590" y="1578286"/>
                  </a:lnTo>
                  <a:lnTo>
                    <a:pt x="2997698" y="1578286"/>
                  </a:lnTo>
                  <a:lnTo>
                    <a:pt x="2997807" y="1578286"/>
                  </a:lnTo>
                  <a:lnTo>
                    <a:pt x="2997915" y="1578286"/>
                  </a:lnTo>
                  <a:lnTo>
                    <a:pt x="2998024" y="1578286"/>
                  </a:lnTo>
                  <a:lnTo>
                    <a:pt x="2998132" y="1578286"/>
                  </a:lnTo>
                  <a:lnTo>
                    <a:pt x="2998240" y="1578286"/>
                  </a:lnTo>
                  <a:lnTo>
                    <a:pt x="2998349" y="1578286"/>
                  </a:lnTo>
                  <a:lnTo>
                    <a:pt x="2998457" y="1578286"/>
                  </a:lnTo>
                  <a:lnTo>
                    <a:pt x="2998457" y="1577663"/>
                  </a:lnTo>
                  <a:lnTo>
                    <a:pt x="2998566" y="1577663"/>
                  </a:lnTo>
                  <a:lnTo>
                    <a:pt x="2998674" y="1577663"/>
                  </a:lnTo>
                  <a:lnTo>
                    <a:pt x="2998674" y="1577039"/>
                  </a:lnTo>
                  <a:lnTo>
                    <a:pt x="2998783" y="1577039"/>
                  </a:lnTo>
                  <a:lnTo>
                    <a:pt x="2998891" y="1577039"/>
                  </a:lnTo>
                  <a:lnTo>
                    <a:pt x="2999000" y="1577039"/>
                  </a:lnTo>
                  <a:lnTo>
                    <a:pt x="2999108" y="1577039"/>
                  </a:lnTo>
                  <a:lnTo>
                    <a:pt x="2999216" y="1577039"/>
                  </a:lnTo>
                  <a:lnTo>
                    <a:pt x="2999325" y="1577039"/>
                  </a:lnTo>
                  <a:lnTo>
                    <a:pt x="2999433" y="1577039"/>
                  </a:lnTo>
                  <a:lnTo>
                    <a:pt x="2999542" y="1577039"/>
                  </a:lnTo>
                  <a:lnTo>
                    <a:pt x="2999542" y="1576416"/>
                  </a:lnTo>
                  <a:lnTo>
                    <a:pt x="2999650" y="1576416"/>
                  </a:lnTo>
                  <a:lnTo>
                    <a:pt x="2999759" y="1576416"/>
                  </a:lnTo>
                  <a:lnTo>
                    <a:pt x="2999867" y="1576416"/>
                  </a:lnTo>
                  <a:lnTo>
                    <a:pt x="2999976" y="1576416"/>
                  </a:lnTo>
                  <a:lnTo>
                    <a:pt x="3000084" y="1576416"/>
                  </a:lnTo>
                  <a:lnTo>
                    <a:pt x="3000193" y="1576416"/>
                  </a:lnTo>
                  <a:lnTo>
                    <a:pt x="3000193" y="1575792"/>
                  </a:lnTo>
                  <a:lnTo>
                    <a:pt x="3000301" y="1575792"/>
                  </a:lnTo>
                  <a:lnTo>
                    <a:pt x="3000409" y="1575792"/>
                  </a:lnTo>
                  <a:lnTo>
                    <a:pt x="3000518" y="1575792"/>
                  </a:lnTo>
                  <a:lnTo>
                    <a:pt x="3000626" y="1575792"/>
                  </a:lnTo>
                  <a:lnTo>
                    <a:pt x="3000735" y="1575792"/>
                  </a:lnTo>
                  <a:lnTo>
                    <a:pt x="3000843" y="1575792"/>
                  </a:lnTo>
                  <a:lnTo>
                    <a:pt x="3000952" y="1575792"/>
                  </a:lnTo>
                  <a:lnTo>
                    <a:pt x="3001060" y="1575792"/>
                  </a:lnTo>
                  <a:lnTo>
                    <a:pt x="3001169" y="1575792"/>
                  </a:lnTo>
                  <a:lnTo>
                    <a:pt x="3001277" y="1575792"/>
                  </a:lnTo>
                  <a:lnTo>
                    <a:pt x="3001385" y="1575792"/>
                  </a:lnTo>
                  <a:lnTo>
                    <a:pt x="3001494" y="1575792"/>
                  </a:lnTo>
                  <a:lnTo>
                    <a:pt x="3001602" y="1575792"/>
                  </a:lnTo>
                  <a:lnTo>
                    <a:pt x="3001711" y="1575792"/>
                  </a:lnTo>
                  <a:lnTo>
                    <a:pt x="3001819" y="1575792"/>
                  </a:lnTo>
                  <a:lnTo>
                    <a:pt x="3001928" y="1575792"/>
                  </a:lnTo>
                  <a:lnTo>
                    <a:pt x="3002036" y="1575792"/>
                  </a:lnTo>
                  <a:lnTo>
                    <a:pt x="3002145" y="1575792"/>
                  </a:lnTo>
                  <a:lnTo>
                    <a:pt x="3002253" y="1575792"/>
                  </a:lnTo>
                  <a:lnTo>
                    <a:pt x="3002361" y="1575792"/>
                  </a:lnTo>
                  <a:lnTo>
                    <a:pt x="3002361" y="1575168"/>
                  </a:lnTo>
                  <a:lnTo>
                    <a:pt x="3002470" y="1575168"/>
                  </a:lnTo>
                  <a:lnTo>
                    <a:pt x="3002578" y="1575168"/>
                  </a:lnTo>
                  <a:lnTo>
                    <a:pt x="3002578" y="1574545"/>
                  </a:lnTo>
                  <a:lnTo>
                    <a:pt x="3002687" y="1574545"/>
                  </a:lnTo>
                  <a:lnTo>
                    <a:pt x="3002795" y="1574545"/>
                  </a:lnTo>
                  <a:lnTo>
                    <a:pt x="3002904" y="1574545"/>
                  </a:lnTo>
                  <a:lnTo>
                    <a:pt x="3003012" y="1574545"/>
                  </a:lnTo>
                  <a:lnTo>
                    <a:pt x="3003121" y="1574545"/>
                  </a:lnTo>
                  <a:lnTo>
                    <a:pt x="3003229" y="1574545"/>
                  </a:lnTo>
                  <a:lnTo>
                    <a:pt x="3003337" y="1574545"/>
                  </a:lnTo>
                  <a:lnTo>
                    <a:pt x="3003446" y="1574545"/>
                  </a:lnTo>
                  <a:lnTo>
                    <a:pt x="3003554" y="1574545"/>
                  </a:lnTo>
                  <a:lnTo>
                    <a:pt x="3003663" y="1574545"/>
                  </a:lnTo>
                  <a:lnTo>
                    <a:pt x="3003663" y="1573921"/>
                  </a:lnTo>
                  <a:lnTo>
                    <a:pt x="3003771" y="1573921"/>
                  </a:lnTo>
                  <a:lnTo>
                    <a:pt x="3003880" y="1573921"/>
                  </a:lnTo>
                  <a:lnTo>
                    <a:pt x="3003988" y="1573921"/>
                  </a:lnTo>
                  <a:lnTo>
                    <a:pt x="3004097" y="1573921"/>
                  </a:lnTo>
                  <a:lnTo>
                    <a:pt x="3004097" y="1573298"/>
                  </a:lnTo>
                  <a:lnTo>
                    <a:pt x="3004205" y="1573298"/>
                  </a:lnTo>
                  <a:lnTo>
                    <a:pt x="3004205" y="1572674"/>
                  </a:lnTo>
                  <a:lnTo>
                    <a:pt x="3004314" y="1572674"/>
                  </a:lnTo>
                  <a:lnTo>
                    <a:pt x="3004314" y="1572051"/>
                  </a:lnTo>
                  <a:lnTo>
                    <a:pt x="3004422" y="1572051"/>
                  </a:lnTo>
                  <a:lnTo>
                    <a:pt x="3004530" y="1572051"/>
                  </a:lnTo>
                  <a:lnTo>
                    <a:pt x="3004639" y="1572051"/>
                  </a:lnTo>
                  <a:lnTo>
                    <a:pt x="3004747" y="1572051"/>
                  </a:lnTo>
                  <a:lnTo>
                    <a:pt x="3004856" y="1572051"/>
                  </a:lnTo>
                  <a:lnTo>
                    <a:pt x="3004856" y="1571427"/>
                  </a:lnTo>
                  <a:lnTo>
                    <a:pt x="3004964" y="1571427"/>
                  </a:lnTo>
                  <a:lnTo>
                    <a:pt x="3005073" y="1571427"/>
                  </a:lnTo>
                  <a:lnTo>
                    <a:pt x="3005181" y="1571427"/>
                  </a:lnTo>
                  <a:lnTo>
                    <a:pt x="3005290" y="1571427"/>
                  </a:lnTo>
                  <a:lnTo>
                    <a:pt x="3005398" y="1571427"/>
                  </a:lnTo>
                  <a:lnTo>
                    <a:pt x="3005506" y="1571427"/>
                  </a:lnTo>
                  <a:lnTo>
                    <a:pt x="3005615" y="1571427"/>
                  </a:lnTo>
                  <a:lnTo>
                    <a:pt x="3005723" y="1571427"/>
                  </a:lnTo>
                  <a:lnTo>
                    <a:pt x="3005832" y="1571427"/>
                  </a:lnTo>
                  <a:lnTo>
                    <a:pt x="3005832" y="1570803"/>
                  </a:lnTo>
                  <a:lnTo>
                    <a:pt x="3005940" y="1570803"/>
                  </a:lnTo>
                  <a:lnTo>
                    <a:pt x="3006049" y="1570803"/>
                  </a:lnTo>
                  <a:lnTo>
                    <a:pt x="3006157" y="1570803"/>
                  </a:lnTo>
                  <a:lnTo>
                    <a:pt x="3006266" y="1570803"/>
                  </a:lnTo>
                  <a:lnTo>
                    <a:pt x="3006374" y="1570803"/>
                  </a:lnTo>
                  <a:lnTo>
                    <a:pt x="3006482" y="1570803"/>
                  </a:lnTo>
                  <a:lnTo>
                    <a:pt x="3006591" y="1570803"/>
                  </a:lnTo>
                  <a:lnTo>
                    <a:pt x="3006699" y="1570803"/>
                  </a:lnTo>
                  <a:lnTo>
                    <a:pt x="3006808" y="1570803"/>
                  </a:lnTo>
                  <a:lnTo>
                    <a:pt x="3006916" y="1570803"/>
                  </a:lnTo>
                  <a:lnTo>
                    <a:pt x="3007025" y="1570803"/>
                  </a:lnTo>
                  <a:lnTo>
                    <a:pt x="3007133" y="1570803"/>
                  </a:lnTo>
                  <a:lnTo>
                    <a:pt x="3007242" y="1570803"/>
                  </a:lnTo>
                  <a:lnTo>
                    <a:pt x="3007350" y="1570803"/>
                  </a:lnTo>
                  <a:lnTo>
                    <a:pt x="3007458" y="1570803"/>
                  </a:lnTo>
                  <a:lnTo>
                    <a:pt x="3007458" y="1570180"/>
                  </a:lnTo>
                  <a:lnTo>
                    <a:pt x="3007567" y="1570180"/>
                  </a:lnTo>
                  <a:lnTo>
                    <a:pt x="3007675" y="1570180"/>
                  </a:lnTo>
                  <a:lnTo>
                    <a:pt x="3007784" y="1570180"/>
                  </a:lnTo>
                  <a:lnTo>
                    <a:pt x="3007892" y="1570180"/>
                  </a:lnTo>
                  <a:lnTo>
                    <a:pt x="3008001" y="1570180"/>
                  </a:lnTo>
                  <a:lnTo>
                    <a:pt x="3008109" y="1570180"/>
                  </a:lnTo>
                  <a:lnTo>
                    <a:pt x="3008218" y="1570180"/>
                  </a:lnTo>
                  <a:lnTo>
                    <a:pt x="3008326" y="1570180"/>
                  </a:lnTo>
                  <a:lnTo>
                    <a:pt x="3008434" y="1570180"/>
                  </a:lnTo>
                  <a:lnTo>
                    <a:pt x="3008543" y="1570180"/>
                  </a:lnTo>
                  <a:lnTo>
                    <a:pt x="3008543" y="1569556"/>
                  </a:lnTo>
                  <a:lnTo>
                    <a:pt x="3008651" y="1569556"/>
                  </a:lnTo>
                  <a:lnTo>
                    <a:pt x="3008760" y="1569556"/>
                  </a:lnTo>
                  <a:lnTo>
                    <a:pt x="3008868" y="1569556"/>
                  </a:lnTo>
                  <a:lnTo>
                    <a:pt x="3008868" y="1568933"/>
                  </a:lnTo>
                  <a:lnTo>
                    <a:pt x="3008977" y="1568933"/>
                  </a:lnTo>
                  <a:lnTo>
                    <a:pt x="3009085" y="1568933"/>
                  </a:lnTo>
                  <a:lnTo>
                    <a:pt x="3009194" y="1568933"/>
                  </a:lnTo>
                  <a:lnTo>
                    <a:pt x="3009302" y="1568933"/>
                  </a:lnTo>
                  <a:lnTo>
                    <a:pt x="3009411" y="1568933"/>
                  </a:lnTo>
                  <a:lnTo>
                    <a:pt x="3009519" y="1568933"/>
                  </a:lnTo>
                  <a:lnTo>
                    <a:pt x="3009627" y="1568933"/>
                  </a:lnTo>
                  <a:lnTo>
                    <a:pt x="3009736" y="1568933"/>
                  </a:lnTo>
                  <a:lnTo>
                    <a:pt x="3009844" y="1568933"/>
                  </a:lnTo>
                  <a:lnTo>
                    <a:pt x="3009953" y="1568933"/>
                  </a:lnTo>
                  <a:lnTo>
                    <a:pt x="3009953" y="1568309"/>
                  </a:lnTo>
                  <a:lnTo>
                    <a:pt x="3010061" y="1568309"/>
                  </a:lnTo>
                  <a:lnTo>
                    <a:pt x="3010170" y="1568309"/>
                  </a:lnTo>
                  <a:lnTo>
                    <a:pt x="3010170" y="1567685"/>
                  </a:lnTo>
                  <a:lnTo>
                    <a:pt x="3010278" y="1567685"/>
                  </a:lnTo>
                  <a:lnTo>
                    <a:pt x="3010278" y="1567062"/>
                  </a:lnTo>
                  <a:lnTo>
                    <a:pt x="3010387" y="1567062"/>
                  </a:lnTo>
                  <a:lnTo>
                    <a:pt x="3010495" y="1567062"/>
                  </a:lnTo>
                  <a:lnTo>
                    <a:pt x="3010603" y="1567062"/>
                  </a:lnTo>
                  <a:lnTo>
                    <a:pt x="3010712" y="1567062"/>
                  </a:lnTo>
                  <a:lnTo>
                    <a:pt x="3010820" y="1567062"/>
                  </a:lnTo>
                  <a:lnTo>
                    <a:pt x="3010929" y="1567062"/>
                  </a:lnTo>
                  <a:lnTo>
                    <a:pt x="3011037" y="1567062"/>
                  </a:lnTo>
                  <a:lnTo>
                    <a:pt x="3011146" y="1567062"/>
                  </a:lnTo>
                  <a:lnTo>
                    <a:pt x="3011254" y="1567062"/>
                  </a:lnTo>
                  <a:lnTo>
                    <a:pt x="3011363" y="1567062"/>
                  </a:lnTo>
                  <a:lnTo>
                    <a:pt x="3011471" y="1567062"/>
                  </a:lnTo>
                  <a:lnTo>
                    <a:pt x="3011579" y="1567062"/>
                  </a:lnTo>
                  <a:lnTo>
                    <a:pt x="3011688" y="1567062"/>
                  </a:lnTo>
                  <a:lnTo>
                    <a:pt x="3011796" y="1567062"/>
                  </a:lnTo>
                  <a:lnTo>
                    <a:pt x="3011905" y="1567062"/>
                  </a:lnTo>
                  <a:lnTo>
                    <a:pt x="3012013" y="1567062"/>
                  </a:lnTo>
                  <a:lnTo>
                    <a:pt x="3012122" y="1567062"/>
                  </a:lnTo>
                  <a:lnTo>
                    <a:pt x="3012230" y="1567062"/>
                  </a:lnTo>
                  <a:lnTo>
                    <a:pt x="3012339" y="1567062"/>
                  </a:lnTo>
                  <a:lnTo>
                    <a:pt x="3012447" y="1567062"/>
                  </a:lnTo>
                  <a:lnTo>
                    <a:pt x="3012555" y="1567062"/>
                  </a:lnTo>
                  <a:lnTo>
                    <a:pt x="3012664" y="1567062"/>
                  </a:lnTo>
                  <a:lnTo>
                    <a:pt x="3012772" y="1567062"/>
                  </a:lnTo>
                  <a:lnTo>
                    <a:pt x="3012881" y="1567062"/>
                  </a:lnTo>
                  <a:lnTo>
                    <a:pt x="3012989" y="1567062"/>
                  </a:lnTo>
                  <a:lnTo>
                    <a:pt x="3013098" y="1567062"/>
                  </a:lnTo>
                  <a:lnTo>
                    <a:pt x="3013206" y="1567062"/>
                  </a:lnTo>
                  <a:lnTo>
                    <a:pt x="3013315" y="1567062"/>
                  </a:lnTo>
                  <a:lnTo>
                    <a:pt x="3013423" y="1567062"/>
                  </a:lnTo>
                  <a:lnTo>
                    <a:pt x="3013532" y="1567062"/>
                  </a:lnTo>
                  <a:lnTo>
                    <a:pt x="3013640" y="1567062"/>
                  </a:lnTo>
                  <a:lnTo>
                    <a:pt x="3013640" y="1566438"/>
                  </a:lnTo>
                  <a:lnTo>
                    <a:pt x="3013640" y="1565815"/>
                  </a:lnTo>
                  <a:lnTo>
                    <a:pt x="3013748" y="1565815"/>
                  </a:lnTo>
                  <a:lnTo>
                    <a:pt x="3013857" y="1565815"/>
                  </a:lnTo>
                  <a:lnTo>
                    <a:pt x="3013965" y="1565815"/>
                  </a:lnTo>
                  <a:lnTo>
                    <a:pt x="3014074" y="1565815"/>
                  </a:lnTo>
                  <a:lnTo>
                    <a:pt x="3014182" y="1565815"/>
                  </a:lnTo>
                  <a:lnTo>
                    <a:pt x="3014291" y="1565815"/>
                  </a:lnTo>
                  <a:lnTo>
                    <a:pt x="3014399" y="1565815"/>
                  </a:lnTo>
                  <a:lnTo>
                    <a:pt x="3014508" y="1565815"/>
                  </a:lnTo>
                  <a:lnTo>
                    <a:pt x="3014616" y="1565815"/>
                  </a:lnTo>
                  <a:lnTo>
                    <a:pt x="3014724" y="1565815"/>
                  </a:lnTo>
                  <a:lnTo>
                    <a:pt x="3014833" y="1565815"/>
                  </a:lnTo>
                  <a:lnTo>
                    <a:pt x="3014941" y="1565815"/>
                  </a:lnTo>
                  <a:lnTo>
                    <a:pt x="3015050" y="1565815"/>
                  </a:lnTo>
                  <a:lnTo>
                    <a:pt x="3015158" y="1565815"/>
                  </a:lnTo>
                  <a:lnTo>
                    <a:pt x="3015267" y="1565815"/>
                  </a:lnTo>
                  <a:lnTo>
                    <a:pt x="3015375" y="1565815"/>
                  </a:lnTo>
                  <a:lnTo>
                    <a:pt x="3015484" y="1565815"/>
                  </a:lnTo>
                  <a:lnTo>
                    <a:pt x="3015592" y="1565815"/>
                  </a:lnTo>
                  <a:lnTo>
                    <a:pt x="3015700" y="1565815"/>
                  </a:lnTo>
                  <a:lnTo>
                    <a:pt x="3015809" y="1565815"/>
                  </a:lnTo>
                  <a:lnTo>
                    <a:pt x="3015917" y="1565815"/>
                  </a:lnTo>
                  <a:lnTo>
                    <a:pt x="3016026" y="1565815"/>
                  </a:lnTo>
                  <a:lnTo>
                    <a:pt x="3016134" y="1565815"/>
                  </a:lnTo>
                  <a:lnTo>
                    <a:pt x="3016243" y="1565815"/>
                  </a:lnTo>
                  <a:lnTo>
                    <a:pt x="3016351" y="1565815"/>
                  </a:lnTo>
                  <a:lnTo>
                    <a:pt x="3016460" y="1565815"/>
                  </a:lnTo>
                  <a:lnTo>
                    <a:pt x="3016568" y="1565815"/>
                  </a:lnTo>
                  <a:lnTo>
                    <a:pt x="3016676" y="1565815"/>
                  </a:lnTo>
                  <a:lnTo>
                    <a:pt x="3016785" y="1565815"/>
                  </a:lnTo>
                  <a:lnTo>
                    <a:pt x="3016893" y="1565815"/>
                  </a:lnTo>
                  <a:lnTo>
                    <a:pt x="3016893" y="1565191"/>
                  </a:lnTo>
                  <a:lnTo>
                    <a:pt x="3017002" y="1565191"/>
                  </a:lnTo>
                  <a:lnTo>
                    <a:pt x="3017002" y="1564568"/>
                  </a:lnTo>
                  <a:lnTo>
                    <a:pt x="3017002" y="1563944"/>
                  </a:lnTo>
                  <a:lnTo>
                    <a:pt x="3017110" y="1563944"/>
                  </a:lnTo>
                  <a:lnTo>
                    <a:pt x="3017219" y="1563944"/>
                  </a:lnTo>
                  <a:lnTo>
                    <a:pt x="3017327" y="1563944"/>
                  </a:lnTo>
                  <a:lnTo>
                    <a:pt x="3017436" y="1563944"/>
                  </a:lnTo>
                  <a:lnTo>
                    <a:pt x="3017544" y="1563944"/>
                  </a:lnTo>
                  <a:lnTo>
                    <a:pt x="3017653" y="1563944"/>
                  </a:lnTo>
                  <a:lnTo>
                    <a:pt x="3017761" y="1563944"/>
                  </a:lnTo>
                  <a:lnTo>
                    <a:pt x="3017869" y="1563944"/>
                  </a:lnTo>
                  <a:lnTo>
                    <a:pt x="3017978" y="1563944"/>
                  </a:lnTo>
                  <a:lnTo>
                    <a:pt x="3018086" y="1563944"/>
                  </a:lnTo>
                  <a:lnTo>
                    <a:pt x="3018086" y="1563320"/>
                  </a:lnTo>
                  <a:lnTo>
                    <a:pt x="3018086" y="1562697"/>
                  </a:lnTo>
                  <a:lnTo>
                    <a:pt x="3018195" y="1562697"/>
                  </a:lnTo>
                  <a:lnTo>
                    <a:pt x="3018303" y="1562697"/>
                  </a:lnTo>
                  <a:lnTo>
                    <a:pt x="3018412" y="1562697"/>
                  </a:lnTo>
                  <a:lnTo>
                    <a:pt x="3018520" y="1562697"/>
                  </a:lnTo>
                  <a:lnTo>
                    <a:pt x="3018520" y="1562073"/>
                  </a:lnTo>
                  <a:lnTo>
                    <a:pt x="3018629" y="1562073"/>
                  </a:lnTo>
                  <a:lnTo>
                    <a:pt x="3018737" y="1562073"/>
                  </a:lnTo>
                  <a:lnTo>
                    <a:pt x="3018845" y="1562073"/>
                  </a:lnTo>
                  <a:lnTo>
                    <a:pt x="3018954" y="1562073"/>
                  </a:lnTo>
                  <a:lnTo>
                    <a:pt x="3019062" y="1562073"/>
                  </a:lnTo>
                  <a:lnTo>
                    <a:pt x="3019171" y="1562073"/>
                  </a:lnTo>
                  <a:lnTo>
                    <a:pt x="3019279" y="1562073"/>
                  </a:lnTo>
                  <a:lnTo>
                    <a:pt x="3019388" y="1562073"/>
                  </a:lnTo>
                  <a:lnTo>
                    <a:pt x="3019496" y="1562073"/>
                  </a:lnTo>
                  <a:lnTo>
                    <a:pt x="3019496" y="1561450"/>
                  </a:lnTo>
                  <a:lnTo>
                    <a:pt x="3019605" y="1561450"/>
                  </a:lnTo>
                  <a:lnTo>
                    <a:pt x="3019713" y="1561450"/>
                  </a:lnTo>
                  <a:lnTo>
                    <a:pt x="3019821" y="1561450"/>
                  </a:lnTo>
                  <a:lnTo>
                    <a:pt x="3019930" y="1561450"/>
                  </a:lnTo>
                  <a:lnTo>
                    <a:pt x="3020038" y="1561450"/>
                  </a:lnTo>
                  <a:lnTo>
                    <a:pt x="3020147" y="1561450"/>
                  </a:lnTo>
                  <a:lnTo>
                    <a:pt x="3020255" y="1561450"/>
                  </a:lnTo>
                  <a:lnTo>
                    <a:pt x="3020364" y="1561450"/>
                  </a:lnTo>
                  <a:lnTo>
                    <a:pt x="3020472" y="1561450"/>
                  </a:lnTo>
                  <a:lnTo>
                    <a:pt x="3020472" y="1560826"/>
                  </a:lnTo>
                  <a:lnTo>
                    <a:pt x="3020472" y="1560202"/>
                  </a:lnTo>
                  <a:lnTo>
                    <a:pt x="3020581" y="1560202"/>
                  </a:lnTo>
                  <a:lnTo>
                    <a:pt x="3020581" y="1559579"/>
                  </a:lnTo>
                  <a:lnTo>
                    <a:pt x="3020689" y="1559579"/>
                  </a:lnTo>
                  <a:lnTo>
                    <a:pt x="3020797" y="1559579"/>
                  </a:lnTo>
                  <a:lnTo>
                    <a:pt x="3020906" y="1559579"/>
                  </a:lnTo>
                  <a:lnTo>
                    <a:pt x="3021014" y="1559579"/>
                  </a:lnTo>
                  <a:lnTo>
                    <a:pt x="3021123" y="1559579"/>
                  </a:lnTo>
                  <a:lnTo>
                    <a:pt x="3021231" y="1559579"/>
                  </a:lnTo>
                  <a:lnTo>
                    <a:pt x="3021340" y="1559579"/>
                  </a:lnTo>
                  <a:lnTo>
                    <a:pt x="3021340" y="1558955"/>
                  </a:lnTo>
                  <a:lnTo>
                    <a:pt x="3021448" y="1558955"/>
                  </a:lnTo>
                  <a:lnTo>
                    <a:pt x="3021557" y="1558955"/>
                  </a:lnTo>
                  <a:lnTo>
                    <a:pt x="3021665" y="1558955"/>
                  </a:lnTo>
                  <a:lnTo>
                    <a:pt x="3021774" y="1558955"/>
                  </a:lnTo>
                  <a:lnTo>
                    <a:pt x="3021882" y="1558955"/>
                  </a:lnTo>
                  <a:lnTo>
                    <a:pt x="3021990" y="1558955"/>
                  </a:lnTo>
                  <a:lnTo>
                    <a:pt x="3021990" y="1558332"/>
                  </a:lnTo>
                  <a:lnTo>
                    <a:pt x="3022099" y="1558332"/>
                  </a:lnTo>
                  <a:lnTo>
                    <a:pt x="3022207" y="1558332"/>
                  </a:lnTo>
                  <a:lnTo>
                    <a:pt x="3022316" y="1558332"/>
                  </a:lnTo>
                  <a:lnTo>
                    <a:pt x="3022424" y="1558332"/>
                  </a:lnTo>
                  <a:lnTo>
                    <a:pt x="3022533" y="1558332"/>
                  </a:lnTo>
                  <a:lnTo>
                    <a:pt x="3022641" y="1558332"/>
                  </a:lnTo>
                  <a:lnTo>
                    <a:pt x="3022641" y="1557708"/>
                  </a:lnTo>
                  <a:lnTo>
                    <a:pt x="3022750" y="1557708"/>
                  </a:lnTo>
                  <a:lnTo>
                    <a:pt x="3022858" y="1557708"/>
                  </a:lnTo>
                  <a:lnTo>
                    <a:pt x="3022966" y="1557708"/>
                  </a:lnTo>
                  <a:lnTo>
                    <a:pt x="3023075" y="1557708"/>
                  </a:lnTo>
                  <a:lnTo>
                    <a:pt x="3023183" y="1557708"/>
                  </a:lnTo>
                  <a:lnTo>
                    <a:pt x="3023292" y="1557708"/>
                  </a:lnTo>
                  <a:lnTo>
                    <a:pt x="3023400" y="1557708"/>
                  </a:lnTo>
                  <a:lnTo>
                    <a:pt x="3023400" y="1557085"/>
                  </a:lnTo>
                  <a:lnTo>
                    <a:pt x="3023509" y="1557085"/>
                  </a:lnTo>
                  <a:lnTo>
                    <a:pt x="3023617" y="1557085"/>
                  </a:lnTo>
                  <a:lnTo>
                    <a:pt x="3023726" y="1557085"/>
                  </a:lnTo>
                  <a:lnTo>
                    <a:pt x="3023834" y="1557085"/>
                  </a:lnTo>
                  <a:lnTo>
                    <a:pt x="3023942" y="1557085"/>
                  </a:lnTo>
                  <a:lnTo>
                    <a:pt x="3024051" y="1557085"/>
                  </a:lnTo>
                  <a:lnTo>
                    <a:pt x="3024159" y="1557085"/>
                  </a:lnTo>
                  <a:lnTo>
                    <a:pt x="3024268" y="1557085"/>
                  </a:lnTo>
                  <a:lnTo>
                    <a:pt x="3024376" y="1557085"/>
                  </a:lnTo>
                  <a:lnTo>
                    <a:pt x="3024376" y="1556461"/>
                  </a:lnTo>
                  <a:lnTo>
                    <a:pt x="3024485" y="1556461"/>
                  </a:lnTo>
                  <a:lnTo>
                    <a:pt x="3024485" y="1555837"/>
                  </a:lnTo>
                  <a:lnTo>
                    <a:pt x="3024593" y="1555837"/>
                  </a:lnTo>
                  <a:lnTo>
                    <a:pt x="3024702" y="1555837"/>
                  </a:lnTo>
                  <a:lnTo>
                    <a:pt x="3024810" y="1555837"/>
                  </a:lnTo>
                  <a:lnTo>
                    <a:pt x="3024918" y="1555837"/>
                  </a:lnTo>
                  <a:lnTo>
                    <a:pt x="3025027" y="1555837"/>
                  </a:lnTo>
                  <a:lnTo>
                    <a:pt x="3025135" y="1555837"/>
                  </a:lnTo>
                  <a:lnTo>
                    <a:pt x="3025135" y="1555214"/>
                  </a:lnTo>
                  <a:lnTo>
                    <a:pt x="3025244" y="1555214"/>
                  </a:lnTo>
                  <a:lnTo>
                    <a:pt x="3025352" y="1555214"/>
                  </a:lnTo>
                  <a:lnTo>
                    <a:pt x="3025352" y="1554590"/>
                  </a:lnTo>
                  <a:lnTo>
                    <a:pt x="3025461" y="1554590"/>
                  </a:lnTo>
                  <a:lnTo>
                    <a:pt x="3025461" y="1553967"/>
                  </a:lnTo>
                  <a:lnTo>
                    <a:pt x="3025569" y="1553967"/>
                  </a:lnTo>
                  <a:lnTo>
                    <a:pt x="3025678" y="1553967"/>
                  </a:lnTo>
                  <a:lnTo>
                    <a:pt x="3025786" y="1553967"/>
                  </a:lnTo>
                  <a:lnTo>
                    <a:pt x="3025895" y="1553967"/>
                  </a:lnTo>
                  <a:lnTo>
                    <a:pt x="3026003" y="1553967"/>
                  </a:lnTo>
                  <a:lnTo>
                    <a:pt x="3026003" y="1553343"/>
                  </a:lnTo>
                  <a:lnTo>
                    <a:pt x="3026111" y="1553343"/>
                  </a:lnTo>
                  <a:lnTo>
                    <a:pt x="3026111" y="1552719"/>
                  </a:lnTo>
                  <a:lnTo>
                    <a:pt x="3026111" y="1552096"/>
                  </a:lnTo>
                  <a:lnTo>
                    <a:pt x="3026220" y="1552096"/>
                  </a:lnTo>
                  <a:lnTo>
                    <a:pt x="3026328" y="1552096"/>
                  </a:lnTo>
                  <a:lnTo>
                    <a:pt x="3026437" y="1552096"/>
                  </a:lnTo>
                  <a:lnTo>
                    <a:pt x="3026545" y="1552096"/>
                  </a:lnTo>
                  <a:lnTo>
                    <a:pt x="3026654" y="1552096"/>
                  </a:lnTo>
                  <a:lnTo>
                    <a:pt x="3026762" y="1552096"/>
                  </a:lnTo>
                  <a:lnTo>
                    <a:pt x="3026871" y="1552096"/>
                  </a:lnTo>
                  <a:lnTo>
                    <a:pt x="3026979" y="1552096"/>
                  </a:lnTo>
                  <a:lnTo>
                    <a:pt x="3027087" y="1552096"/>
                  </a:lnTo>
                  <a:lnTo>
                    <a:pt x="3027196" y="1552096"/>
                  </a:lnTo>
                  <a:lnTo>
                    <a:pt x="3027196" y="1551472"/>
                  </a:lnTo>
                  <a:lnTo>
                    <a:pt x="3027304" y="1551472"/>
                  </a:lnTo>
                  <a:lnTo>
                    <a:pt x="3027413" y="1551472"/>
                  </a:lnTo>
                  <a:lnTo>
                    <a:pt x="3027521" y="1551472"/>
                  </a:lnTo>
                  <a:lnTo>
                    <a:pt x="3027630" y="1551472"/>
                  </a:lnTo>
                  <a:lnTo>
                    <a:pt x="3027738" y="1551472"/>
                  </a:lnTo>
                  <a:lnTo>
                    <a:pt x="3027738" y="1550849"/>
                  </a:lnTo>
                  <a:lnTo>
                    <a:pt x="3027847" y="1550849"/>
                  </a:lnTo>
                  <a:lnTo>
                    <a:pt x="3027955" y="1550849"/>
                  </a:lnTo>
                  <a:lnTo>
                    <a:pt x="3028063" y="1550849"/>
                  </a:lnTo>
                  <a:lnTo>
                    <a:pt x="3028172" y="1550849"/>
                  </a:lnTo>
                  <a:lnTo>
                    <a:pt x="3028280" y="1550849"/>
                  </a:lnTo>
                  <a:lnTo>
                    <a:pt x="3028389" y="1550849"/>
                  </a:lnTo>
                  <a:lnTo>
                    <a:pt x="3028497" y="1550849"/>
                  </a:lnTo>
                  <a:lnTo>
                    <a:pt x="3028606" y="1550849"/>
                  </a:lnTo>
                  <a:lnTo>
                    <a:pt x="3028714" y="1550849"/>
                  </a:lnTo>
                  <a:lnTo>
                    <a:pt x="3028823" y="1550849"/>
                  </a:lnTo>
                  <a:lnTo>
                    <a:pt x="3028931" y="1550849"/>
                  </a:lnTo>
                  <a:lnTo>
                    <a:pt x="3029039" y="1550849"/>
                  </a:lnTo>
                  <a:lnTo>
                    <a:pt x="3029148" y="1550849"/>
                  </a:lnTo>
                  <a:lnTo>
                    <a:pt x="3029256" y="1550849"/>
                  </a:lnTo>
                  <a:lnTo>
                    <a:pt x="3029365" y="1550849"/>
                  </a:lnTo>
                  <a:lnTo>
                    <a:pt x="3029473" y="1550849"/>
                  </a:lnTo>
                  <a:lnTo>
                    <a:pt x="3029582" y="1550849"/>
                  </a:lnTo>
                  <a:lnTo>
                    <a:pt x="3029690" y="1550849"/>
                  </a:lnTo>
                  <a:lnTo>
                    <a:pt x="3029690" y="1550225"/>
                  </a:lnTo>
                  <a:lnTo>
                    <a:pt x="3029799" y="1550225"/>
                  </a:lnTo>
                  <a:lnTo>
                    <a:pt x="3029907" y="1550225"/>
                  </a:lnTo>
                  <a:lnTo>
                    <a:pt x="3030015" y="1550225"/>
                  </a:lnTo>
                  <a:lnTo>
                    <a:pt x="3030124" y="1550225"/>
                  </a:lnTo>
                  <a:lnTo>
                    <a:pt x="3030232" y="1550225"/>
                  </a:lnTo>
                  <a:lnTo>
                    <a:pt x="3030341" y="1550225"/>
                  </a:lnTo>
                  <a:lnTo>
                    <a:pt x="3030449" y="1550225"/>
                  </a:lnTo>
                  <a:lnTo>
                    <a:pt x="3030558" y="1550225"/>
                  </a:lnTo>
                  <a:lnTo>
                    <a:pt x="3030666" y="1550225"/>
                  </a:lnTo>
                  <a:lnTo>
                    <a:pt x="3030775" y="1550225"/>
                  </a:lnTo>
                  <a:lnTo>
                    <a:pt x="3030883" y="1550225"/>
                  </a:lnTo>
                  <a:lnTo>
                    <a:pt x="3030992" y="1550225"/>
                  </a:lnTo>
                  <a:lnTo>
                    <a:pt x="3031100" y="1550225"/>
                  </a:lnTo>
                  <a:lnTo>
                    <a:pt x="3031208" y="1550225"/>
                  </a:lnTo>
                  <a:lnTo>
                    <a:pt x="3031317" y="1550225"/>
                  </a:lnTo>
                  <a:lnTo>
                    <a:pt x="3031425" y="1550225"/>
                  </a:lnTo>
                  <a:lnTo>
                    <a:pt x="3031534" y="1550225"/>
                  </a:lnTo>
                  <a:lnTo>
                    <a:pt x="3031642" y="1550225"/>
                  </a:lnTo>
                  <a:lnTo>
                    <a:pt x="3031751" y="1550225"/>
                  </a:lnTo>
                  <a:lnTo>
                    <a:pt x="3031751" y="1549602"/>
                  </a:lnTo>
                  <a:lnTo>
                    <a:pt x="3031859" y="1549602"/>
                  </a:lnTo>
                  <a:lnTo>
                    <a:pt x="3031968" y="1549602"/>
                  </a:lnTo>
                  <a:lnTo>
                    <a:pt x="3032076" y="1549602"/>
                  </a:lnTo>
                  <a:lnTo>
                    <a:pt x="3032076" y="1548978"/>
                  </a:lnTo>
                  <a:lnTo>
                    <a:pt x="3032184" y="1548978"/>
                  </a:lnTo>
                  <a:lnTo>
                    <a:pt x="3032293" y="1548978"/>
                  </a:lnTo>
                  <a:lnTo>
                    <a:pt x="3032293" y="1548354"/>
                  </a:lnTo>
                  <a:lnTo>
                    <a:pt x="3032293" y="1547731"/>
                  </a:lnTo>
                  <a:lnTo>
                    <a:pt x="3032401" y="1547731"/>
                  </a:lnTo>
                  <a:lnTo>
                    <a:pt x="3032510" y="1547731"/>
                  </a:lnTo>
                  <a:lnTo>
                    <a:pt x="3032618" y="1547731"/>
                  </a:lnTo>
                  <a:lnTo>
                    <a:pt x="3032727" y="1547731"/>
                  </a:lnTo>
                  <a:lnTo>
                    <a:pt x="3032835" y="1547731"/>
                  </a:lnTo>
                  <a:lnTo>
                    <a:pt x="3032944" y="1547731"/>
                  </a:lnTo>
                  <a:lnTo>
                    <a:pt x="3033052" y="1547731"/>
                  </a:lnTo>
                  <a:lnTo>
                    <a:pt x="3033160" y="1547731"/>
                  </a:lnTo>
                  <a:lnTo>
                    <a:pt x="3033269" y="1547731"/>
                  </a:lnTo>
                  <a:lnTo>
                    <a:pt x="3033377" y="1547731"/>
                  </a:lnTo>
                  <a:lnTo>
                    <a:pt x="3033486" y="1547731"/>
                  </a:lnTo>
                  <a:lnTo>
                    <a:pt x="3033594" y="1547731"/>
                  </a:lnTo>
                  <a:lnTo>
                    <a:pt x="3033703" y="1547731"/>
                  </a:lnTo>
                  <a:lnTo>
                    <a:pt x="3033811" y="1547731"/>
                  </a:lnTo>
                  <a:lnTo>
                    <a:pt x="3033920" y="1547731"/>
                  </a:lnTo>
                  <a:lnTo>
                    <a:pt x="3034028" y="1547731"/>
                  </a:lnTo>
                  <a:lnTo>
                    <a:pt x="3034136" y="1547731"/>
                  </a:lnTo>
                  <a:lnTo>
                    <a:pt x="3034245" y="1547731"/>
                  </a:lnTo>
                  <a:lnTo>
                    <a:pt x="3034353" y="1547731"/>
                  </a:lnTo>
                  <a:lnTo>
                    <a:pt x="3034462" y="1547731"/>
                  </a:lnTo>
                  <a:lnTo>
                    <a:pt x="3034462" y="1547107"/>
                  </a:lnTo>
                  <a:lnTo>
                    <a:pt x="3034570" y="1547107"/>
                  </a:lnTo>
                  <a:lnTo>
                    <a:pt x="3034679" y="1547107"/>
                  </a:lnTo>
                  <a:lnTo>
                    <a:pt x="3034787" y="1547107"/>
                  </a:lnTo>
                  <a:lnTo>
                    <a:pt x="3034896" y="1547107"/>
                  </a:lnTo>
                  <a:lnTo>
                    <a:pt x="3035004" y="1547107"/>
                  </a:lnTo>
                  <a:lnTo>
                    <a:pt x="3035113" y="1547107"/>
                  </a:lnTo>
                  <a:lnTo>
                    <a:pt x="3035221" y="1547107"/>
                  </a:lnTo>
                  <a:lnTo>
                    <a:pt x="3035329" y="1547107"/>
                  </a:lnTo>
                  <a:lnTo>
                    <a:pt x="3035438" y="1547107"/>
                  </a:lnTo>
                  <a:lnTo>
                    <a:pt x="3035438" y="1546484"/>
                  </a:lnTo>
                  <a:lnTo>
                    <a:pt x="3035546" y="1546484"/>
                  </a:lnTo>
                  <a:lnTo>
                    <a:pt x="3035546" y="1545860"/>
                  </a:lnTo>
                  <a:lnTo>
                    <a:pt x="3035546" y="1545236"/>
                  </a:lnTo>
                  <a:lnTo>
                    <a:pt x="3035655" y="1545236"/>
                  </a:lnTo>
                  <a:lnTo>
                    <a:pt x="3035763" y="1545236"/>
                  </a:lnTo>
                  <a:lnTo>
                    <a:pt x="3035872" y="1545236"/>
                  </a:lnTo>
                  <a:lnTo>
                    <a:pt x="3035980" y="1545236"/>
                  </a:lnTo>
                  <a:lnTo>
                    <a:pt x="3035980" y="1544613"/>
                  </a:lnTo>
                  <a:lnTo>
                    <a:pt x="3035980" y="1543989"/>
                  </a:lnTo>
                  <a:lnTo>
                    <a:pt x="3036089" y="1543989"/>
                  </a:lnTo>
                  <a:lnTo>
                    <a:pt x="3036197" y="1543989"/>
                  </a:lnTo>
                  <a:lnTo>
                    <a:pt x="3036305" y="1543989"/>
                  </a:lnTo>
                  <a:lnTo>
                    <a:pt x="3036414" y="1543989"/>
                  </a:lnTo>
                  <a:lnTo>
                    <a:pt x="3036522" y="1543989"/>
                  </a:lnTo>
                  <a:lnTo>
                    <a:pt x="3036631" y="1543989"/>
                  </a:lnTo>
                  <a:lnTo>
                    <a:pt x="3036739" y="1543989"/>
                  </a:lnTo>
                  <a:lnTo>
                    <a:pt x="3036848" y="1543989"/>
                  </a:lnTo>
                  <a:lnTo>
                    <a:pt x="3036956" y="1543989"/>
                  </a:lnTo>
                  <a:lnTo>
                    <a:pt x="3037065" y="1543989"/>
                  </a:lnTo>
                  <a:lnTo>
                    <a:pt x="3037065" y="1543366"/>
                  </a:lnTo>
                  <a:lnTo>
                    <a:pt x="3037173" y="1543366"/>
                  </a:lnTo>
                  <a:lnTo>
                    <a:pt x="3037173" y="1542742"/>
                  </a:lnTo>
                  <a:lnTo>
                    <a:pt x="3037281" y="1542742"/>
                  </a:lnTo>
                  <a:lnTo>
                    <a:pt x="3037390" y="1542742"/>
                  </a:lnTo>
                  <a:lnTo>
                    <a:pt x="3037390" y="1542119"/>
                  </a:lnTo>
                  <a:lnTo>
                    <a:pt x="3037498" y="1542119"/>
                  </a:lnTo>
                  <a:lnTo>
                    <a:pt x="3037607" y="1542119"/>
                  </a:lnTo>
                  <a:lnTo>
                    <a:pt x="3037715" y="1542119"/>
                  </a:lnTo>
                  <a:lnTo>
                    <a:pt x="3037824" y="1542119"/>
                  </a:lnTo>
                  <a:lnTo>
                    <a:pt x="3037932" y="1542119"/>
                  </a:lnTo>
                  <a:lnTo>
                    <a:pt x="3038041" y="1542119"/>
                  </a:lnTo>
                  <a:lnTo>
                    <a:pt x="3038041" y="1541495"/>
                  </a:lnTo>
                  <a:lnTo>
                    <a:pt x="3038149" y="1541495"/>
                  </a:lnTo>
                  <a:lnTo>
                    <a:pt x="3038257" y="1541495"/>
                  </a:lnTo>
                  <a:lnTo>
                    <a:pt x="3038366" y="1541495"/>
                  </a:lnTo>
                  <a:lnTo>
                    <a:pt x="3038366" y="1540871"/>
                  </a:lnTo>
                  <a:lnTo>
                    <a:pt x="3038474" y="1540871"/>
                  </a:lnTo>
                  <a:lnTo>
                    <a:pt x="3038474" y="1540248"/>
                  </a:lnTo>
                  <a:lnTo>
                    <a:pt x="3038583" y="1540248"/>
                  </a:lnTo>
                  <a:lnTo>
                    <a:pt x="3038583" y="1539624"/>
                  </a:lnTo>
                  <a:lnTo>
                    <a:pt x="3038691" y="1539624"/>
                  </a:lnTo>
                  <a:lnTo>
                    <a:pt x="3038800" y="1539624"/>
                  </a:lnTo>
                  <a:lnTo>
                    <a:pt x="3038908" y="1539624"/>
                  </a:lnTo>
                  <a:lnTo>
                    <a:pt x="3039017" y="1539624"/>
                  </a:lnTo>
                  <a:lnTo>
                    <a:pt x="3039125" y="1539624"/>
                  </a:lnTo>
                  <a:lnTo>
                    <a:pt x="3039234" y="1539624"/>
                  </a:lnTo>
                  <a:lnTo>
                    <a:pt x="3039234" y="1539001"/>
                  </a:lnTo>
                  <a:lnTo>
                    <a:pt x="3039342" y="1539001"/>
                  </a:lnTo>
                  <a:lnTo>
                    <a:pt x="3039342" y="1538377"/>
                  </a:lnTo>
                  <a:lnTo>
                    <a:pt x="3039450" y="1538377"/>
                  </a:lnTo>
                  <a:lnTo>
                    <a:pt x="3039450" y="1537753"/>
                  </a:lnTo>
                  <a:lnTo>
                    <a:pt x="3039559" y="1537753"/>
                  </a:lnTo>
                  <a:lnTo>
                    <a:pt x="3039667" y="1537753"/>
                  </a:lnTo>
                  <a:lnTo>
                    <a:pt x="3039776" y="1537753"/>
                  </a:lnTo>
                  <a:lnTo>
                    <a:pt x="3039884" y="1537753"/>
                  </a:lnTo>
                  <a:lnTo>
                    <a:pt x="3039993" y="1537753"/>
                  </a:lnTo>
                  <a:lnTo>
                    <a:pt x="3040101" y="1537753"/>
                  </a:lnTo>
                  <a:lnTo>
                    <a:pt x="3040210" y="1537753"/>
                  </a:lnTo>
                  <a:lnTo>
                    <a:pt x="3040318" y="1537753"/>
                  </a:lnTo>
                  <a:lnTo>
                    <a:pt x="3040426" y="1537753"/>
                  </a:lnTo>
                  <a:lnTo>
                    <a:pt x="3040535" y="1537753"/>
                  </a:lnTo>
                  <a:lnTo>
                    <a:pt x="3040643" y="1537753"/>
                  </a:lnTo>
                  <a:lnTo>
                    <a:pt x="3040752" y="1537753"/>
                  </a:lnTo>
                  <a:lnTo>
                    <a:pt x="3040860" y="1537753"/>
                  </a:lnTo>
                  <a:lnTo>
                    <a:pt x="3040860" y="1537130"/>
                  </a:lnTo>
                  <a:lnTo>
                    <a:pt x="3040969" y="1537130"/>
                  </a:lnTo>
                  <a:lnTo>
                    <a:pt x="3041077" y="1537130"/>
                  </a:lnTo>
                  <a:lnTo>
                    <a:pt x="3041186" y="1537130"/>
                  </a:lnTo>
                  <a:lnTo>
                    <a:pt x="3041294" y="1537130"/>
                  </a:lnTo>
                  <a:lnTo>
                    <a:pt x="3041402" y="1537130"/>
                  </a:lnTo>
                  <a:lnTo>
                    <a:pt x="3041511" y="1537130"/>
                  </a:lnTo>
                  <a:lnTo>
                    <a:pt x="3041511" y="1536506"/>
                  </a:lnTo>
                  <a:lnTo>
                    <a:pt x="3041619" y="1536506"/>
                  </a:lnTo>
                  <a:lnTo>
                    <a:pt x="3041728" y="1536506"/>
                  </a:lnTo>
                  <a:lnTo>
                    <a:pt x="3041836" y="1536506"/>
                  </a:lnTo>
                  <a:lnTo>
                    <a:pt x="3041945" y="1536506"/>
                  </a:lnTo>
                  <a:lnTo>
                    <a:pt x="3042053" y="1536506"/>
                  </a:lnTo>
                  <a:lnTo>
                    <a:pt x="3042162" y="1536506"/>
                  </a:lnTo>
                  <a:lnTo>
                    <a:pt x="3042270" y="1536506"/>
                  </a:lnTo>
                  <a:lnTo>
                    <a:pt x="3042378" y="1536506"/>
                  </a:lnTo>
                  <a:lnTo>
                    <a:pt x="3042487" y="1536506"/>
                  </a:lnTo>
                  <a:lnTo>
                    <a:pt x="3042487" y="1535883"/>
                  </a:lnTo>
                  <a:lnTo>
                    <a:pt x="3042595" y="1535883"/>
                  </a:lnTo>
                  <a:lnTo>
                    <a:pt x="3042704" y="1535883"/>
                  </a:lnTo>
                  <a:lnTo>
                    <a:pt x="3042812" y="1535883"/>
                  </a:lnTo>
                  <a:lnTo>
                    <a:pt x="3042921" y="1535883"/>
                  </a:lnTo>
                  <a:lnTo>
                    <a:pt x="3042921" y="1535259"/>
                  </a:lnTo>
                  <a:lnTo>
                    <a:pt x="3043029" y="1535259"/>
                  </a:lnTo>
                  <a:lnTo>
                    <a:pt x="3043138" y="1535259"/>
                  </a:lnTo>
                  <a:lnTo>
                    <a:pt x="3043246" y="1535259"/>
                  </a:lnTo>
                  <a:lnTo>
                    <a:pt x="3043355" y="1535259"/>
                  </a:lnTo>
                  <a:lnTo>
                    <a:pt x="3043463" y="1535259"/>
                  </a:lnTo>
                  <a:lnTo>
                    <a:pt x="3043571" y="1535259"/>
                  </a:lnTo>
                  <a:lnTo>
                    <a:pt x="3043680" y="1535259"/>
                  </a:lnTo>
                  <a:lnTo>
                    <a:pt x="3043788" y="1535259"/>
                  </a:lnTo>
                  <a:lnTo>
                    <a:pt x="3043897" y="1535259"/>
                  </a:lnTo>
                  <a:lnTo>
                    <a:pt x="3044005" y="1535259"/>
                  </a:lnTo>
                  <a:lnTo>
                    <a:pt x="3044114" y="1535259"/>
                  </a:lnTo>
                  <a:lnTo>
                    <a:pt x="3044222" y="1535259"/>
                  </a:lnTo>
                  <a:lnTo>
                    <a:pt x="3044331" y="1535259"/>
                  </a:lnTo>
                  <a:lnTo>
                    <a:pt x="3044439" y="1535259"/>
                  </a:lnTo>
                  <a:lnTo>
                    <a:pt x="3044547" y="1535259"/>
                  </a:lnTo>
                  <a:lnTo>
                    <a:pt x="3044656" y="1535259"/>
                  </a:lnTo>
                  <a:lnTo>
                    <a:pt x="3044764" y="1535259"/>
                  </a:lnTo>
                  <a:lnTo>
                    <a:pt x="3044873" y="1535259"/>
                  </a:lnTo>
                  <a:lnTo>
                    <a:pt x="3044981" y="1535259"/>
                  </a:lnTo>
                  <a:lnTo>
                    <a:pt x="3044981" y="1534636"/>
                  </a:lnTo>
                  <a:lnTo>
                    <a:pt x="3045090" y="1534636"/>
                  </a:lnTo>
                  <a:lnTo>
                    <a:pt x="3045198" y="1534636"/>
                  </a:lnTo>
                  <a:lnTo>
                    <a:pt x="3045307" y="1534636"/>
                  </a:lnTo>
                  <a:lnTo>
                    <a:pt x="3045415" y="1534636"/>
                  </a:lnTo>
                  <a:lnTo>
                    <a:pt x="3045523" y="1534636"/>
                  </a:lnTo>
                  <a:lnTo>
                    <a:pt x="3045632" y="1534636"/>
                  </a:lnTo>
                  <a:lnTo>
                    <a:pt x="3045740" y="1534636"/>
                  </a:lnTo>
                  <a:lnTo>
                    <a:pt x="3045849" y="1534636"/>
                  </a:lnTo>
                  <a:lnTo>
                    <a:pt x="3045957" y="1534636"/>
                  </a:lnTo>
                  <a:lnTo>
                    <a:pt x="3046066" y="1534636"/>
                  </a:lnTo>
                  <a:lnTo>
                    <a:pt x="3046174" y="1534636"/>
                  </a:lnTo>
                  <a:lnTo>
                    <a:pt x="3046283" y="1534636"/>
                  </a:lnTo>
                  <a:lnTo>
                    <a:pt x="3046391" y="1534636"/>
                  </a:lnTo>
                  <a:lnTo>
                    <a:pt x="3046391" y="1534012"/>
                  </a:lnTo>
                  <a:lnTo>
                    <a:pt x="3046499" y="1534012"/>
                  </a:lnTo>
                  <a:lnTo>
                    <a:pt x="3046608" y="1534012"/>
                  </a:lnTo>
                  <a:lnTo>
                    <a:pt x="3046716" y="1534012"/>
                  </a:lnTo>
                  <a:lnTo>
                    <a:pt x="3046825" y="1534012"/>
                  </a:lnTo>
                  <a:lnTo>
                    <a:pt x="3046933" y="1534012"/>
                  </a:lnTo>
                  <a:lnTo>
                    <a:pt x="3047042" y="1534012"/>
                  </a:lnTo>
                  <a:lnTo>
                    <a:pt x="3047150" y="1534012"/>
                  </a:lnTo>
                  <a:lnTo>
                    <a:pt x="3047259" y="1534012"/>
                  </a:lnTo>
                  <a:lnTo>
                    <a:pt x="3047367" y="1534012"/>
                  </a:lnTo>
                  <a:lnTo>
                    <a:pt x="3047476" y="1534012"/>
                  </a:lnTo>
                  <a:lnTo>
                    <a:pt x="3047584" y="1534012"/>
                  </a:lnTo>
                  <a:lnTo>
                    <a:pt x="3047692" y="1534012"/>
                  </a:lnTo>
                  <a:lnTo>
                    <a:pt x="3047801" y="1534012"/>
                  </a:lnTo>
                  <a:lnTo>
                    <a:pt x="3047801" y="1533388"/>
                  </a:lnTo>
                  <a:lnTo>
                    <a:pt x="3047909" y="1533388"/>
                  </a:lnTo>
                  <a:lnTo>
                    <a:pt x="3048018" y="1533388"/>
                  </a:lnTo>
                  <a:lnTo>
                    <a:pt x="3048126" y="1533388"/>
                  </a:lnTo>
                  <a:lnTo>
                    <a:pt x="3048126" y="1532765"/>
                  </a:lnTo>
                  <a:lnTo>
                    <a:pt x="3048235" y="1532765"/>
                  </a:lnTo>
                  <a:lnTo>
                    <a:pt x="3048343" y="1532765"/>
                  </a:lnTo>
                  <a:lnTo>
                    <a:pt x="3048452" y="1532765"/>
                  </a:lnTo>
                  <a:lnTo>
                    <a:pt x="3048560" y="1532765"/>
                  </a:lnTo>
                  <a:lnTo>
                    <a:pt x="3048560" y="1532141"/>
                  </a:lnTo>
                  <a:lnTo>
                    <a:pt x="3048668" y="1532141"/>
                  </a:lnTo>
                  <a:lnTo>
                    <a:pt x="3048777" y="1532141"/>
                  </a:lnTo>
                  <a:lnTo>
                    <a:pt x="3048885" y="1532141"/>
                  </a:lnTo>
                  <a:lnTo>
                    <a:pt x="3048994" y="1532141"/>
                  </a:lnTo>
                  <a:lnTo>
                    <a:pt x="3048994" y="1531518"/>
                  </a:lnTo>
                  <a:lnTo>
                    <a:pt x="3049102" y="1531518"/>
                  </a:lnTo>
                  <a:lnTo>
                    <a:pt x="3049211" y="1531518"/>
                  </a:lnTo>
                  <a:lnTo>
                    <a:pt x="3049319" y="1531518"/>
                  </a:lnTo>
                  <a:lnTo>
                    <a:pt x="3049428" y="1531518"/>
                  </a:lnTo>
                  <a:lnTo>
                    <a:pt x="3049536" y="1531518"/>
                  </a:lnTo>
                  <a:lnTo>
                    <a:pt x="3049644" y="1531518"/>
                  </a:lnTo>
                  <a:lnTo>
                    <a:pt x="3049753" y="1531518"/>
                  </a:lnTo>
                  <a:lnTo>
                    <a:pt x="3049861" y="1531518"/>
                  </a:lnTo>
                  <a:lnTo>
                    <a:pt x="3049970" y="1531518"/>
                  </a:lnTo>
                  <a:lnTo>
                    <a:pt x="3050078" y="1531518"/>
                  </a:lnTo>
                  <a:lnTo>
                    <a:pt x="3050187" y="1531518"/>
                  </a:lnTo>
                  <a:lnTo>
                    <a:pt x="3050295" y="1531518"/>
                  </a:lnTo>
                  <a:lnTo>
                    <a:pt x="3050404" y="1531518"/>
                  </a:lnTo>
                  <a:lnTo>
                    <a:pt x="3050512" y="1531518"/>
                  </a:lnTo>
                  <a:lnTo>
                    <a:pt x="3050620" y="1531518"/>
                  </a:lnTo>
                  <a:lnTo>
                    <a:pt x="3050620" y="1530894"/>
                  </a:lnTo>
                  <a:lnTo>
                    <a:pt x="3050729" y="1530894"/>
                  </a:lnTo>
                  <a:lnTo>
                    <a:pt x="3050837" y="1530894"/>
                  </a:lnTo>
                  <a:lnTo>
                    <a:pt x="3050946" y="1530894"/>
                  </a:lnTo>
                  <a:lnTo>
                    <a:pt x="3051054" y="1530894"/>
                  </a:lnTo>
                  <a:lnTo>
                    <a:pt x="3051163" y="1530894"/>
                  </a:lnTo>
                  <a:lnTo>
                    <a:pt x="3051271" y="1530894"/>
                  </a:lnTo>
                  <a:lnTo>
                    <a:pt x="3051380" y="1530894"/>
                  </a:lnTo>
                  <a:lnTo>
                    <a:pt x="3051488" y="1530894"/>
                  </a:lnTo>
                  <a:lnTo>
                    <a:pt x="3051597" y="1530894"/>
                  </a:lnTo>
                  <a:lnTo>
                    <a:pt x="3051705" y="1530894"/>
                  </a:lnTo>
                  <a:lnTo>
                    <a:pt x="3051813" y="1530894"/>
                  </a:lnTo>
                  <a:lnTo>
                    <a:pt x="3051922" y="1530894"/>
                  </a:lnTo>
                  <a:lnTo>
                    <a:pt x="3052030" y="1530894"/>
                  </a:lnTo>
                  <a:lnTo>
                    <a:pt x="3052139" y="1530894"/>
                  </a:lnTo>
                  <a:lnTo>
                    <a:pt x="3052247" y="1530894"/>
                  </a:lnTo>
                  <a:lnTo>
                    <a:pt x="3052356" y="1530894"/>
                  </a:lnTo>
                  <a:lnTo>
                    <a:pt x="3052464" y="1530894"/>
                  </a:lnTo>
                  <a:lnTo>
                    <a:pt x="3052464" y="1530271"/>
                  </a:lnTo>
                  <a:lnTo>
                    <a:pt x="3052573" y="1530271"/>
                  </a:lnTo>
                  <a:lnTo>
                    <a:pt x="3052681" y="1530271"/>
                  </a:lnTo>
                  <a:lnTo>
                    <a:pt x="3052789" y="1530271"/>
                  </a:lnTo>
                  <a:lnTo>
                    <a:pt x="3052898" y="1530271"/>
                  </a:lnTo>
                  <a:lnTo>
                    <a:pt x="3053006" y="1530271"/>
                  </a:lnTo>
                  <a:lnTo>
                    <a:pt x="3053115" y="1530271"/>
                  </a:lnTo>
                  <a:lnTo>
                    <a:pt x="3053223" y="1530271"/>
                  </a:lnTo>
                  <a:lnTo>
                    <a:pt x="3053332" y="1530271"/>
                  </a:lnTo>
                  <a:lnTo>
                    <a:pt x="3053440" y="1530271"/>
                  </a:lnTo>
                  <a:lnTo>
                    <a:pt x="3053440" y="1529647"/>
                  </a:lnTo>
                  <a:lnTo>
                    <a:pt x="3053549" y="1529647"/>
                  </a:lnTo>
                  <a:lnTo>
                    <a:pt x="3053657" y="1529647"/>
                  </a:lnTo>
                  <a:lnTo>
                    <a:pt x="3053765" y="1529647"/>
                  </a:lnTo>
                  <a:lnTo>
                    <a:pt x="3053765" y="1529023"/>
                  </a:lnTo>
                  <a:lnTo>
                    <a:pt x="3053874" y="1529023"/>
                  </a:lnTo>
                  <a:lnTo>
                    <a:pt x="3053982" y="1529023"/>
                  </a:lnTo>
                  <a:lnTo>
                    <a:pt x="3054091" y="1529023"/>
                  </a:lnTo>
                  <a:lnTo>
                    <a:pt x="3054199" y="1529023"/>
                  </a:lnTo>
                  <a:lnTo>
                    <a:pt x="3054308" y="1529023"/>
                  </a:lnTo>
                  <a:lnTo>
                    <a:pt x="3054416" y="1529023"/>
                  </a:lnTo>
                  <a:lnTo>
                    <a:pt x="3054525" y="1529023"/>
                  </a:lnTo>
                  <a:lnTo>
                    <a:pt x="3054633" y="1529023"/>
                  </a:lnTo>
                  <a:lnTo>
                    <a:pt x="3054633" y="1528400"/>
                  </a:lnTo>
                  <a:lnTo>
                    <a:pt x="3054741" y="1528400"/>
                  </a:lnTo>
                  <a:lnTo>
                    <a:pt x="3054850" y="1528400"/>
                  </a:lnTo>
                  <a:lnTo>
                    <a:pt x="3054958" y="1528400"/>
                  </a:lnTo>
                  <a:lnTo>
                    <a:pt x="3055067" y="1528400"/>
                  </a:lnTo>
                  <a:lnTo>
                    <a:pt x="3055175" y="1528400"/>
                  </a:lnTo>
                  <a:lnTo>
                    <a:pt x="3055284" y="1528400"/>
                  </a:lnTo>
                  <a:lnTo>
                    <a:pt x="3055392" y="1528400"/>
                  </a:lnTo>
                  <a:lnTo>
                    <a:pt x="3055501" y="1528400"/>
                  </a:lnTo>
                  <a:lnTo>
                    <a:pt x="3055501" y="1527776"/>
                  </a:lnTo>
                  <a:lnTo>
                    <a:pt x="3055609" y="1527776"/>
                  </a:lnTo>
                  <a:lnTo>
                    <a:pt x="3055717" y="1527776"/>
                  </a:lnTo>
                  <a:lnTo>
                    <a:pt x="3055826" y="1527776"/>
                  </a:lnTo>
                  <a:lnTo>
                    <a:pt x="3055934" y="1527776"/>
                  </a:lnTo>
                  <a:lnTo>
                    <a:pt x="3056043" y="1527776"/>
                  </a:lnTo>
                  <a:lnTo>
                    <a:pt x="3056151" y="1527776"/>
                  </a:lnTo>
                  <a:lnTo>
                    <a:pt x="3056151" y="1527153"/>
                  </a:lnTo>
                  <a:lnTo>
                    <a:pt x="3056260" y="1527153"/>
                  </a:lnTo>
                  <a:lnTo>
                    <a:pt x="3056368" y="1527153"/>
                  </a:lnTo>
                  <a:lnTo>
                    <a:pt x="3056477" y="1527153"/>
                  </a:lnTo>
                  <a:lnTo>
                    <a:pt x="3056477" y="1526529"/>
                  </a:lnTo>
                  <a:lnTo>
                    <a:pt x="3056585" y="1526529"/>
                  </a:lnTo>
                  <a:lnTo>
                    <a:pt x="3056694" y="1526529"/>
                  </a:lnTo>
                  <a:lnTo>
                    <a:pt x="3056802" y="1526529"/>
                  </a:lnTo>
                  <a:lnTo>
                    <a:pt x="3056910" y="1526529"/>
                  </a:lnTo>
                  <a:lnTo>
                    <a:pt x="3056910" y="1525905"/>
                  </a:lnTo>
                  <a:lnTo>
                    <a:pt x="3057019" y="1525905"/>
                  </a:lnTo>
                  <a:lnTo>
                    <a:pt x="3057127" y="1525905"/>
                  </a:lnTo>
                  <a:lnTo>
                    <a:pt x="3057236" y="1525905"/>
                  </a:lnTo>
                  <a:lnTo>
                    <a:pt x="3057344" y="1525905"/>
                  </a:lnTo>
                  <a:lnTo>
                    <a:pt x="3057453" y="1525905"/>
                  </a:lnTo>
                  <a:lnTo>
                    <a:pt x="3057561" y="1525905"/>
                  </a:lnTo>
                  <a:lnTo>
                    <a:pt x="3057670" y="1525905"/>
                  </a:lnTo>
                  <a:lnTo>
                    <a:pt x="3057670" y="1525282"/>
                  </a:lnTo>
                  <a:lnTo>
                    <a:pt x="3057778" y="1525282"/>
                  </a:lnTo>
                  <a:lnTo>
                    <a:pt x="3057886" y="1525282"/>
                  </a:lnTo>
                  <a:lnTo>
                    <a:pt x="3057995" y="1525282"/>
                  </a:lnTo>
                  <a:lnTo>
                    <a:pt x="3058103" y="1525282"/>
                  </a:lnTo>
                  <a:lnTo>
                    <a:pt x="3058212" y="1525282"/>
                  </a:lnTo>
                  <a:lnTo>
                    <a:pt x="3058320" y="1525282"/>
                  </a:lnTo>
                  <a:lnTo>
                    <a:pt x="3058429" y="1525282"/>
                  </a:lnTo>
                  <a:lnTo>
                    <a:pt x="3058537" y="1525282"/>
                  </a:lnTo>
                  <a:lnTo>
                    <a:pt x="3058646" y="1525282"/>
                  </a:lnTo>
                  <a:lnTo>
                    <a:pt x="3058754" y="1525282"/>
                  </a:lnTo>
                  <a:lnTo>
                    <a:pt x="3058862" y="1525282"/>
                  </a:lnTo>
                  <a:lnTo>
                    <a:pt x="3058862" y="1524658"/>
                  </a:lnTo>
                  <a:lnTo>
                    <a:pt x="3058971" y="1524658"/>
                  </a:lnTo>
                  <a:lnTo>
                    <a:pt x="3059079" y="1524658"/>
                  </a:lnTo>
                  <a:lnTo>
                    <a:pt x="3059188" y="1524658"/>
                  </a:lnTo>
                  <a:lnTo>
                    <a:pt x="3059296" y="1524658"/>
                  </a:lnTo>
                  <a:lnTo>
                    <a:pt x="3059296" y="1524035"/>
                  </a:lnTo>
                  <a:lnTo>
                    <a:pt x="3059405" y="1524035"/>
                  </a:lnTo>
                  <a:lnTo>
                    <a:pt x="3059513" y="1524035"/>
                  </a:lnTo>
                  <a:lnTo>
                    <a:pt x="3059622" y="1524035"/>
                  </a:lnTo>
                  <a:lnTo>
                    <a:pt x="3059730" y="1524035"/>
                  </a:lnTo>
                  <a:lnTo>
                    <a:pt x="3059838" y="1524035"/>
                  </a:lnTo>
                  <a:lnTo>
                    <a:pt x="3059947" y="1524035"/>
                  </a:lnTo>
                  <a:lnTo>
                    <a:pt x="3060055" y="1524035"/>
                  </a:lnTo>
                  <a:lnTo>
                    <a:pt x="3060164" y="1524035"/>
                  </a:lnTo>
                  <a:lnTo>
                    <a:pt x="3060272" y="1524035"/>
                  </a:lnTo>
                  <a:lnTo>
                    <a:pt x="3060381" y="1524035"/>
                  </a:lnTo>
                  <a:lnTo>
                    <a:pt x="3060381" y="1523411"/>
                  </a:lnTo>
                  <a:lnTo>
                    <a:pt x="3060489" y="1523411"/>
                  </a:lnTo>
                  <a:lnTo>
                    <a:pt x="3060598" y="1523411"/>
                  </a:lnTo>
                  <a:lnTo>
                    <a:pt x="3060706" y="1523411"/>
                  </a:lnTo>
                  <a:lnTo>
                    <a:pt x="3060815" y="1523411"/>
                  </a:lnTo>
                  <a:lnTo>
                    <a:pt x="3060923" y="1523411"/>
                  </a:lnTo>
                  <a:lnTo>
                    <a:pt x="3061031" y="1523411"/>
                  </a:lnTo>
                  <a:lnTo>
                    <a:pt x="3061140" y="1523411"/>
                  </a:lnTo>
                  <a:lnTo>
                    <a:pt x="3061248" y="1523411"/>
                  </a:lnTo>
                  <a:lnTo>
                    <a:pt x="3061357" y="1523411"/>
                  </a:lnTo>
                  <a:lnTo>
                    <a:pt x="3061465" y="1523411"/>
                  </a:lnTo>
                  <a:lnTo>
                    <a:pt x="3061465" y="1522788"/>
                  </a:lnTo>
                  <a:lnTo>
                    <a:pt x="3061574" y="1522788"/>
                  </a:lnTo>
                  <a:lnTo>
                    <a:pt x="3061574" y="1522164"/>
                  </a:lnTo>
                  <a:lnTo>
                    <a:pt x="3061682" y="1522164"/>
                  </a:lnTo>
                  <a:lnTo>
                    <a:pt x="3061791" y="1522164"/>
                  </a:lnTo>
                  <a:lnTo>
                    <a:pt x="3061791" y="1521540"/>
                  </a:lnTo>
                  <a:lnTo>
                    <a:pt x="3061899" y="1521540"/>
                  </a:lnTo>
                  <a:lnTo>
                    <a:pt x="3062007" y="1521540"/>
                  </a:lnTo>
                  <a:lnTo>
                    <a:pt x="3062116" y="1521540"/>
                  </a:lnTo>
                  <a:lnTo>
                    <a:pt x="3062116" y="1520917"/>
                  </a:lnTo>
                  <a:lnTo>
                    <a:pt x="3062224" y="1520917"/>
                  </a:lnTo>
                  <a:lnTo>
                    <a:pt x="3062333" y="1520917"/>
                  </a:lnTo>
                  <a:lnTo>
                    <a:pt x="3062441" y="1520917"/>
                  </a:lnTo>
                  <a:lnTo>
                    <a:pt x="3062550" y="1520917"/>
                  </a:lnTo>
                  <a:lnTo>
                    <a:pt x="3062658" y="1520917"/>
                  </a:lnTo>
                  <a:lnTo>
                    <a:pt x="3062767" y="1520917"/>
                  </a:lnTo>
                  <a:lnTo>
                    <a:pt x="3062767" y="1520293"/>
                  </a:lnTo>
                  <a:lnTo>
                    <a:pt x="3062875" y="1520293"/>
                  </a:lnTo>
                  <a:lnTo>
                    <a:pt x="3062983" y="1520293"/>
                  </a:lnTo>
                  <a:lnTo>
                    <a:pt x="3063092" y="1520293"/>
                  </a:lnTo>
                  <a:lnTo>
                    <a:pt x="3063092" y="1519670"/>
                  </a:lnTo>
                  <a:lnTo>
                    <a:pt x="3063200" y="1519670"/>
                  </a:lnTo>
                  <a:lnTo>
                    <a:pt x="3063309" y="1519670"/>
                  </a:lnTo>
                  <a:lnTo>
                    <a:pt x="3063417" y="1519670"/>
                  </a:lnTo>
                  <a:lnTo>
                    <a:pt x="3063526" y="1519670"/>
                  </a:lnTo>
                  <a:lnTo>
                    <a:pt x="3063634" y="1519670"/>
                  </a:lnTo>
                  <a:lnTo>
                    <a:pt x="3063743" y="1519670"/>
                  </a:lnTo>
                  <a:lnTo>
                    <a:pt x="3063851" y="1519670"/>
                  </a:lnTo>
                  <a:lnTo>
                    <a:pt x="3063959" y="1519670"/>
                  </a:lnTo>
                  <a:lnTo>
                    <a:pt x="3064068" y="1519670"/>
                  </a:lnTo>
                  <a:lnTo>
                    <a:pt x="3064176" y="1519670"/>
                  </a:lnTo>
                  <a:lnTo>
                    <a:pt x="3064285" y="1519670"/>
                  </a:lnTo>
                  <a:lnTo>
                    <a:pt x="3064393" y="1519670"/>
                  </a:lnTo>
                  <a:lnTo>
                    <a:pt x="3064502" y="1519670"/>
                  </a:lnTo>
                  <a:lnTo>
                    <a:pt x="3064610" y="1519670"/>
                  </a:lnTo>
                  <a:lnTo>
                    <a:pt x="3064719" y="1519670"/>
                  </a:lnTo>
                  <a:lnTo>
                    <a:pt x="3064827" y="1519670"/>
                  </a:lnTo>
                  <a:lnTo>
                    <a:pt x="3064936" y="1519670"/>
                  </a:lnTo>
                  <a:lnTo>
                    <a:pt x="3065044" y="1519670"/>
                  </a:lnTo>
                  <a:lnTo>
                    <a:pt x="3065152" y="1519670"/>
                  </a:lnTo>
                  <a:lnTo>
                    <a:pt x="3065261" y="1519670"/>
                  </a:lnTo>
                  <a:lnTo>
                    <a:pt x="3065369" y="1519670"/>
                  </a:lnTo>
                  <a:lnTo>
                    <a:pt x="3065369" y="1519046"/>
                  </a:lnTo>
                  <a:lnTo>
                    <a:pt x="3065478" y="1519046"/>
                  </a:lnTo>
                  <a:lnTo>
                    <a:pt x="3065586" y="1519046"/>
                  </a:lnTo>
                  <a:lnTo>
                    <a:pt x="3065695" y="1519046"/>
                  </a:lnTo>
                  <a:lnTo>
                    <a:pt x="3065803" y="1519046"/>
                  </a:lnTo>
                  <a:lnTo>
                    <a:pt x="3065912" y="1519046"/>
                  </a:lnTo>
                  <a:lnTo>
                    <a:pt x="3066020" y="1519046"/>
                  </a:lnTo>
                  <a:lnTo>
                    <a:pt x="3066128" y="1519046"/>
                  </a:lnTo>
                  <a:lnTo>
                    <a:pt x="3066237" y="1519046"/>
                  </a:lnTo>
                  <a:lnTo>
                    <a:pt x="3066345" y="1519046"/>
                  </a:lnTo>
                  <a:lnTo>
                    <a:pt x="3066454" y="1519046"/>
                  </a:lnTo>
                  <a:lnTo>
                    <a:pt x="3066562" y="1519046"/>
                  </a:lnTo>
                  <a:lnTo>
                    <a:pt x="3066671" y="1519046"/>
                  </a:lnTo>
                  <a:lnTo>
                    <a:pt x="3066779" y="1519046"/>
                  </a:lnTo>
                  <a:lnTo>
                    <a:pt x="3066888" y="1519046"/>
                  </a:lnTo>
                  <a:lnTo>
                    <a:pt x="3066996" y="1519046"/>
                  </a:lnTo>
                  <a:lnTo>
                    <a:pt x="3066996" y="1518422"/>
                  </a:lnTo>
                  <a:lnTo>
                    <a:pt x="3066996" y="1517799"/>
                  </a:lnTo>
                  <a:lnTo>
                    <a:pt x="3067104" y="1517799"/>
                  </a:lnTo>
                  <a:lnTo>
                    <a:pt x="3067213" y="1517799"/>
                  </a:lnTo>
                  <a:lnTo>
                    <a:pt x="3067321" y="1517799"/>
                  </a:lnTo>
                  <a:lnTo>
                    <a:pt x="3067430" y="1517799"/>
                  </a:lnTo>
                  <a:lnTo>
                    <a:pt x="3067430" y="1517175"/>
                  </a:lnTo>
                  <a:lnTo>
                    <a:pt x="3067538" y="1517175"/>
                  </a:lnTo>
                  <a:lnTo>
                    <a:pt x="3067647" y="1517175"/>
                  </a:lnTo>
                  <a:lnTo>
                    <a:pt x="3067755" y="1517175"/>
                  </a:lnTo>
                  <a:lnTo>
                    <a:pt x="3067864" y="1517175"/>
                  </a:lnTo>
                  <a:lnTo>
                    <a:pt x="3067972" y="1517175"/>
                  </a:lnTo>
                  <a:lnTo>
                    <a:pt x="3068080" y="1517175"/>
                  </a:lnTo>
                  <a:lnTo>
                    <a:pt x="3068189" y="1517175"/>
                  </a:lnTo>
                  <a:lnTo>
                    <a:pt x="3068297" y="1517175"/>
                  </a:lnTo>
                  <a:lnTo>
                    <a:pt x="3068406" y="1517175"/>
                  </a:lnTo>
                  <a:lnTo>
                    <a:pt x="3068514" y="1517175"/>
                  </a:lnTo>
                  <a:lnTo>
                    <a:pt x="3068514" y="1516552"/>
                  </a:lnTo>
                  <a:lnTo>
                    <a:pt x="3068623" y="1516552"/>
                  </a:lnTo>
                  <a:lnTo>
                    <a:pt x="3068731" y="1516552"/>
                  </a:lnTo>
                  <a:lnTo>
                    <a:pt x="3068840" y="1516552"/>
                  </a:lnTo>
                  <a:lnTo>
                    <a:pt x="3068948" y="1516552"/>
                  </a:lnTo>
                  <a:lnTo>
                    <a:pt x="3069057" y="1516552"/>
                  </a:lnTo>
                  <a:lnTo>
                    <a:pt x="3069165" y="1516552"/>
                  </a:lnTo>
                  <a:lnTo>
                    <a:pt x="3069165" y="1515928"/>
                  </a:lnTo>
                  <a:lnTo>
                    <a:pt x="3069165" y="1515305"/>
                  </a:lnTo>
                  <a:lnTo>
                    <a:pt x="3069273" y="1515305"/>
                  </a:lnTo>
                  <a:lnTo>
                    <a:pt x="3069382" y="1515305"/>
                  </a:lnTo>
                  <a:lnTo>
                    <a:pt x="3069382" y="1514681"/>
                  </a:lnTo>
                  <a:lnTo>
                    <a:pt x="3069490" y="1514681"/>
                  </a:lnTo>
                  <a:lnTo>
                    <a:pt x="3069490" y="1514057"/>
                  </a:lnTo>
                  <a:lnTo>
                    <a:pt x="3069599" y="1514057"/>
                  </a:lnTo>
                  <a:lnTo>
                    <a:pt x="3069707" y="1514057"/>
                  </a:lnTo>
                  <a:lnTo>
                    <a:pt x="3069816" y="1514057"/>
                  </a:lnTo>
                  <a:lnTo>
                    <a:pt x="3069924" y="1514057"/>
                  </a:lnTo>
                  <a:lnTo>
                    <a:pt x="3070033" y="1514057"/>
                  </a:lnTo>
                  <a:lnTo>
                    <a:pt x="3070141" y="1514057"/>
                  </a:lnTo>
                  <a:lnTo>
                    <a:pt x="3070249" y="1514057"/>
                  </a:lnTo>
                  <a:lnTo>
                    <a:pt x="3070358" y="1514057"/>
                  </a:lnTo>
                  <a:lnTo>
                    <a:pt x="3070358" y="1513434"/>
                  </a:lnTo>
                  <a:lnTo>
                    <a:pt x="3070466" y="1513434"/>
                  </a:lnTo>
                  <a:lnTo>
                    <a:pt x="3070466" y="1512810"/>
                  </a:lnTo>
                  <a:lnTo>
                    <a:pt x="3070575" y="1512810"/>
                  </a:lnTo>
                  <a:lnTo>
                    <a:pt x="3070683" y="1512810"/>
                  </a:lnTo>
                  <a:lnTo>
                    <a:pt x="3070792" y="1512810"/>
                  </a:lnTo>
                  <a:lnTo>
                    <a:pt x="3070900" y="1512810"/>
                  </a:lnTo>
                  <a:lnTo>
                    <a:pt x="3071009" y="1512810"/>
                  </a:lnTo>
                  <a:lnTo>
                    <a:pt x="3071117" y="1512810"/>
                  </a:lnTo>
                  <a:lnTo>
                    <a:pt x="3071225" y="1512810"/>
                  </a:lnTo>
                  <a:lnTo>
                    <a:pt x="3071334" y="1512810"/>
                  </a:lnTo>
                  <a:lnTo>
                    <a:pt x="3071442" y="1512810"/>
                  </a:lnTo>
                  <a:lnTo>
                    <a:pt x="3071551" y="1512810"/>
                  </a:lnTo>
                  <a:lnTo>
                    <a:pt x="3071551" y="1512187"/>
                  </a:lnTo>
                  <a:lnTo>
                    <a:pt x="3071659" y="1512187"/>
                  </a:lnTo>
                  <a:lnTo>
                    <a:pt x="3071768" y="1512187"/>
                  </a:lnTo>
                  <a:lnTo>
                    <a:pt x="3071876" y="1512187"/>
                  </a:lnTo>
                  <a:lnTo>
                    <a:pt x="3071876" y="1511563"/>
                  </a:lnTo>
                  <a:lnTo>
                    <a:pt x="3071985" y="1511563"/>
                  </a:lnTo>
                  <a:lnTo>
                    <a:pt x="3071985" y="1510939"/>
                  </a:lnTo>
                  <a:lnTo>
                    <a:pt x="3072093" y="1510939"/>
                  </a:lnTo>
                  <a:lnTo>
                    <a:pt x="3072201" y="1510939"/>
                  </a:lnTo>
                  <a:lnTo>
                    <a:pt x="3072201" y="1510316"/>
                  </a:lnTo>
                  <a:lnTo>
                    <a:pt x="3072310" y="1510316"/>
                  </a:lnTo>
                  <a:lnTo>
                    <a:pt x="3072418" y="1510316"/>
                  </a:lnTo>
                  <a:lnTo>
                    <a:pt x="3072527" y="1510316"/>
                  </a:lnTo>
                  <a:lnTo>
                    <a:pt x="3072635" y="1510316"/>
                  </a:lnTo>
                  <a:lnTo>
                    <a:pt x="3072744" y="1510316"/>
                  </a:lnTo>
                  <a:lnTo>
                    <a:pt x="3072852" y="1510316"/>
                  </a:lnTo>
                  <a:lnTo>
                    <a:pt x="3072961" y="1510316"/>
                  </a:lnTo>
                  <a:lnTo>
                    <a:pt x="3073069" y="1510316"/>
                  </a:lnTo>
                  <a:lnTo>
                    <a:pt x="3073178" y="1510316"/>
                  </a:lnTo>
                  <a:lnTo>
                    <a:pt x="3073286" y="1510316"/>
                  </a:lnTo>
                  <a:lnTo>
                    <a:pt x="3073394" y="1510316"/>
                  </a:lnTo>
                  <a:lnTo>
                    <a:pt x="3073394" y="1509692"/>
                  </a:lnTo>
                  <a:lnTo>
                    <a:pt x="3073503" y="1509692"/>
                  </a:lnTo>
                  <a:lnTo>
                    <a:pt x="3073503" y="1509069"/>
                  </a:lnTo>
                  <a:lnTo>
                    <a:pt x="3073611" y="1509069"/>
                  </a:lnTo>
                  <a:lnTo>
                    <a:pt x="3073720" y="1509069"/>
                  </a:lnTo>
                  <a:lnTo>
                    <a:pt x="3073828" y="1509069"/>
                  </a:lnTo>
                  <a:lnTo>
                    <a:pt x="3073937" y="1509069"/>
                  </a:lnTo>
                  <a:lnTo>
                    <a:pt x="3074045" y="1509069"/>
                  </a:lnTo>
                  <a:lnTo>
                    <a:pt x="3074154" y="1509069"/>
                  </a:lnTo>
                  <a:lnTo>
                    <a:pt x="3074262" y="1509069"/>
                  </a:lnTo>
                  <a:lnTo>
                    <a:pt x="3074370" y="1509069"/>
                  </a:lnTo>
                  <a:lnTo>
                    <a:pt x="3074479" y="1509069"/>
                  </a:lnTo>
                  <a:lnTo>
                    <a:pt x="3074587" y="1509069"/>
                  </a:lnTo>
                  <a:lnTo>
                    <a:pt x="3074696" y="1509069"/>
                  </a:lnTo>
                  <a:lnTo>
                    <a:pt x="3074804" y="1509069"/>
                  </a:lnTo>
                  <a:lnTo>
                    <a:pt x="3074913" y="1509069"/>
                  </a:lnTo>
                  <a:lnTo>
                    <a:pt x="3075021" y="1509069"/>
                  </a:lnTo>
                  <a:lnTo>
                    <a:pt x="3075130" y="1509069"/>
                  </a:lnTo>
                  <a:lnTo>
                    <a:pt x="3075238" y="1509069"/>
                  </a:lnTo>
                  <a:lnTo>
                    <a:pt x="3075346" y="1509069"/>
                  </a:lnTo>
                  <a:lnTo>
                    <a:pt x="3075346" y="1508445"/>
                  </a:lnTo>
                  <a:lnTo>
                    <a:pt x="3075455" y="1508445"/>
                  </a:lnTo>
                  <a:lnTo>
                    <a:pt x="3075563" y="1508445"/>
                  </a:lnTo>
                  <a:lnTo>
                    <a:pt x="3075672" y="1508445"/>
                  </a:lnTo>
                  <a:lnTo>
                    <a:pt x="3075780" y="1508445"/>
                  </a:lnTo>
                  <a:lnTo>
                    <a:pt x="3075889" y="1508445"/>
                  </a:lnTo>
                  <a:lnTo>
                    <a:pt x="3075997" y="1508445"/>
                  </a:lnTo>
                  <a:lnTo>
                    <a:pt x="3076106" y="1508445"/>
                  </a:lnTo>
                  <a:lnTo>
                    <a:pt x="3076214" y="1508445"/>
                  </a:lnTo>
                  <a:lnTo>
                    <a:pt x="3076322" y="1508445"/>
                  </a:lnTo>
                  <a:lnTo>
                    <a:pt x="3076431" y="1508445"/>
                  </a:lnTo>
                  <a:lnTo>
                    <a:pt x="3076539" y="1508445"/>
                  </a:lnTo>
                  <a:lnTo>
                    <a:pt x="3076539" y="1507822"/>
                  </a:lnTo>
                  <a:lnTo>
                    <a:pt x="3076539" y="1507198"/>
                  </a:lnTo>
                  <a:lnTo>
                    <a:pt x="3076648" y="1507198"/>
                  </a:lnTo>
                  <a:lnTo>
                    <a:pt x="3076756" y="1507198"/>
                  </a:lnTo>
                  <a:lnTo>
                    <a:pt x="3076756" y="1506574"/>
                  </a:lnTo>
                  <a:lnTo>
                    <a:pt x="3076865" y="1506574"/>
                  </a:lnTo>
                  <a:lnTo>
                    <a:pt x="3076973" y="1506574"/>
                  </a:lnTo>
                  <a:lnTo>
                    <a:pt x="3077082" y="1506574"/>
                  </a:lnTo>
                  <a:lnTo>
                    <a:pt x="3077190" y="1506574"/>
                  </a:lnTo>
                  <a:lnTo>
                    <a:pt x="3077298" y="1506574"/>
                  </a:lnTo>
                  <a:lnTo>
                    <a:pt x="3077407" y="1506574"/>
                  </a:lnTo>
                  <a:lnTo>
                    <a:pt x="3077515" y="1506574"/>
                  </a:lnTo>
                  <a:lnTo>
                    <a:pt x="3077624" y="1506574"/>
                  </a:lnTo>
                  <a:lnTo>
                    <a:pt x="3077732" y="1506574"/>
                  </a:lnTo>
                  <a:lnTo>
                    <a:pt x="3077841" y="1506574"/>
                  </a:lnTo>
                  <a:lnTo>
                    <a:pt x="3077841" y="1505951"/>
                  </a:lnTo>
                  <a:lnTo>
                    <a:pt x="3077949" y="1505951"/>
                  </a:lnTo>
                  <a:lnTo>
                    <a:pt x="3078058" y="1505951"/>
                  </a:lnTo>
                  <a:lnTo>
                    <a:pt x="3078166" y="1505951"/>
                  </a:lnTo>
                  <a:lnTo>
                    <a:pt x="3078275" y="1505951"/>
                  </a:lnTo>
                  <a:lnTo>
                    <a:pt x="3078383" y="1505951"/>
                  </a:lnTo>
                  <a:lnTo>
                    <a:pt x="3078491" y="1505951"/>
                  </a:lnTo>
                  <a:lnTo>
                    <a:pt x="3078600" y="1505951"/>
                  </a:lnTo>
                  <a:lnTo>
                    <a:pt x="3078708" y="1505951"/>
                  </a:lnTo>
                  <a:lnTo>
                    <a:pt x="3078817" y="1505951"/>
                  </a:lnTo>
                  <a:lnTo>
                    <a:pt x="3078925" y="1505951"/>
                  </a:lnTo>
                  <a:lnTo>
                    <a:pt x="3079034" y="1505951"/>
                  </a:lnTo>
                  <a:lnTo>
                    <a:pt x="3079142" y="1505951"/>
                  </a:lnTo>
                  <a:lnTo>
                    <a:pt x="3079251" y="1505951"/>
                  </a:lnTo>
                  <a:lnTo>
                    <a:pt x="3079359" y="1505951"/>
                  </a:lnTo>
                  <a:lnTo>
                    <a:pt x="3079467" y="1505951"/>
                  </a:lnTo>
                  <a:lnTo>
                    <a:pt x="3079576" y="1505951"/>
                  </a:lnTo>
                  <a:lnTo>
                    <a:pt x="3079684" y="1505951"/>
                  </a:lnTo>
                  <a:lnTo>
                    <a:pt x="3079793" y="1505951"/>
                  </a:lnTo>
                  <a:lnTo>
                    <a:pt x="3079901" y="1505951"/>
                  </a:lnTo>
                  <a:lnTo>
                    <a:pt x="3080010" y="1505951"/>
                  </a:lnTo>
                  <a:lnTo>
                    <a:pt x="3080118" y="1505951"/>
                  </a:lnTo>
                  <a:lnTo>
                    <a:pt x="3080227" y="1505951"/>
                  </a:lnTo>
                  <a:lnTo>
                    <a:pt x="3080227" y="1505327"/>
                  </a:lnTo>
                  <a:lnTo>
                    <a:pt x="3080227" y="1504704"/>
                  </a:lnTo>
                  <a:lnTo>
                    <a:pt x="3080335" y="1504704"/>
                  </a:lnTo>
                  <a:lnTo>
                    <a:pt x="3080443" y="1504704"/>
                  </a:lnTo>
                  <a:lnTo>
                    <a:pt x="3080443" y="1504080"/>
                  </a:lnTo>
                  <a:lnTo>
                    <a:pt x="3080552" y="1504080"/>
                  </a:lnTo>
                  <a:lnTo>
                    <a:pt x="3080660" y="1504080"/>
                  </a:lnTo>
                  <a:lnTo>
                    <a:pt x="3080769" y="1504080"/>
                  </a:lnTo>
                  <a:lnTo>
                    <a:pt x="3080877" y="1504080"/>
                  </a:lnTo>
                  <a:lnTo>
                    <a:pt x="3080986" y="1504080"/>
                  </a:lnTo>
                  <a:lnTo>
                    <a:pt x="3081094" y="1504080"/>
                  </a:lnTo>
                  <a:lnTo>
                    <a:pt x="3081203" y="1504080"/>
                  </a:lnTo>
                  <a:lnTo>
                    <a:pt x="3081311" y="1504080"/>
                  </a:lnTo>
                  <a:lnTo>
                    <a:pt x="3081419" y="1504080"/>
                  </a:lnTo>
                  <a:lnTo>
                    <a:pt x="3081528" y="1504080"/>
                  </a:lnTo>
                  <a:lnTo>
                    <a:pt x="3081636" y="1504080"/>
                  </a:lnTo>
                  <a:lnTo>
                    <a:pt x="3081745" y="1504080"/>
                  </a:lnTo>
                  <a:lnTo>
                    <a:pt x="3081853" y="1504080"/>
                  </a:lnTo>
                  <a:lnTo>
                    <a:pt x="3081962" y="1504080"/>
                  </a:lnTo>
                  <a:lnTo>
                    <a:pt x="3082070" y="1504080"/>
                  </a:lnTo>
                  <a:lnTo>
                    <a:pt x="3082179" y="1504080"/>
                  </a:lnTo>
                  <a:lnTo>
                    <a:pt x="3082287" y="1504080"/>
                  </a:lnTo>
                  <a:lnTo>
                    <a:pt x="3082396" y="1504080"/>
                  </a:lnTo>
                  <a:lnTo>
                    <a:pt x="3082504" y="1504080"/>
                  </a:lnTo>
                  <a:lnTo>
                    <a:pt x="3082612" y="1504080"/>
                  </a:lnTo>
                  <a:lnTo>
                    <a:pt x="3082721" y="1504080"/>
                  </a:lnTo>
                  <a:lnTo>
                    <a:pt x="3082829" y="1504080"/>
                  </a:lnTo>
                  <a:lnTo>
                    <a:pt x="3082829" y="1503456"/>
                  </a:lnTo>
                  <a:lnTo>
                    <a:pt x="3082829" y="1502833"/>
                  </a:lnTo>
                  <a:lnTo>
                    <a:pt x="3082938" y="1502833"/>
                  </a:lnTo>
                  <a:lnTo>
                    <a:pt x="3083046" y="1502833"/>
                  </a:lnTo>
                  <a:lnTo>
                    <a:pt x="3083155" y="1502833"/>
                  </a:lnTo>
                  <a:lnTo>
                    <a:pt x="3083263" y="1502833"/>
                  </a:lnTo>
                  <a:lnTo>
                    <a:pt x="3083372" y="1502833"/>
                  </a:lnTo>
                  <a:lnTo>
                    <a:pt x="3083480" y="1502833"/>
                  </a:lnTo>
                  <a:lnTo>
                    <a:pt x="3083480" y="1502209"/>
                  </a:lnTo>
                  <a:lnTo>
                    <a:pt x="3083588" y="1502209"/>
                  </a:lnTo>
                  <a:lnTo>
                    <a:pt x="3083697" y="1502209"/>
                  </a:lnTo>
                  <a:lnTo>
                    <a:pt x="3083805" y="1502209"/>
                  </a:lnTo>
                  <a:lnTo>
                    <a:pt x="3083914" y="1502209"/>
                  </a:lnTo>
                  <a:lnTo>
                    <a:pt x="3084022" y="1502209"/>
                  </a:lnTo>
                  <a:lnTo>
                    <a:pt x="3084022" y="1501586"/>
                  </a:lnTo>
                  <a:lnTo>
                    <a:pt x="3084131" y="1501586"/>
                  </a:lnTo>
                  <a:lnTo>
                    <a:pt x="3084239" y="1501586"/>
                  </a:lnTo>
                  <a:lnTo>
                    <a:pt x="3084348" y="1501586"/>
                  </a:lnTo>
                  <a:lnTo>
                    <a:pt x="3084456" y="1501586"/>
                  </a:lnTo>
                  <a:lnTo>
                    <a:pt x="3084564" y="1501586"/>
                  </a:lnTo>
                  <a:lnTo>
                    <a:pt x="3084673" y="1501586"/>
                  </a:lnTo>
                  <a:lnTo>
                    <a:pt x="3084673" y="1500962"/>
                  </a:lnTo>
                  <a:lnTo>
                    <a:pt x="3084781" y="1500962"/>
                  </a:lnTo>
                  <a:lnTo>
                    <a:pt x="3084890" y="1500962"/>
                  </a:lnTo>
                  <a:lnTo>
                    <a:pt x="3084998" y="1500962"/>
                  </a:lnTo>
                  <a:lnTo>
                    <a:pt x="3085107" y="1500962"/>
                  </a:lnTo>
                  <a:lnTo>
                    <a:pt x="3085107" y="1500339"/>
                  </a:lnTo>
                  <a:lnTo>
                    <a:pt x="3085215" y="1500339"/>
                  </a:lnTo>
                  <a:lnTo>
                    <a:pt x="3085324" y="1500339"/>
                  </a:lnTo>
                  <a:lnTo>
                    <a:pt x="3085432" y="1500339"/>
                  </a:lnTo>
                  <a:lnTo>
                    <a:pt x="3085540" y="1500339"/>
                  </a:lnTo>
                  <a:lnTo>
                    <a:pt x="3085649" y="1500339"/>
                  </a:lnTo>
                  <a:lnTo>
                    <a:pt x="3085757" y="1500339"/>
                  </a:lnTo>
                  <a:lnTo>
                    <a:pt x="3085757" y="1499715"/>
                  </a:lnTo>
                  <a:lnTo>
                    <a:pt x="3085866" y="1499715"/>
                  </a:lnTo>
                  <a:lnTo>
                    <a:pt x="3085974" y="1499715"/>
                  </a:lnTo>
                  <a:lnTo>
                    <a:pt x="3086083" y="1499715"/>
                  </a:lnTo>
                  <a:lnTo>
                    <a:pt x="3086083" y="1499091"/>
                  </a:lnTo>
                  <a:lnTo>
                    <a:pt x="3086191" y="1499091"/>
                  </a:lnTo>
                  <a:lnTo>
                    <a:pt x="3086300" y="1499091"/>
                  </a:lnTo>
                  <a:lnTo>
                    <a:pt x="3086300" y="1498468"/>
                  </a:lnTo>
                  <a:lnTo>
                    <a:pt x="3086408" y="1498468"/>
                  </a:lnTo>
                  <a:lnTo>
                    <a:pt x="3086517" y="1498468"/>
                  </a:lnTo>
                  <a:lnTo>
                    <a:pt x="3086625" y="1498468"/>
                  </a:lnTo>
                  <a:lnTo>
                    <a:pt x="3086733" y="1498468"/>
                  </a:lnTo>
                  <a:lnTo>
                    <a:pt x="3086842" y="1498468"/>
                  </a:lnTo>
                  <a:lnTo>
                    <a:pt x="3086950" y="1498468"/>
                  </a:lnTo>
                  <a:lnTo>
                    <a:pt x="3087059" y="1498468"/>
                  </a:lnTo>
                  <a:lnTo>
                    <a:pt x="3087059" y="1497844"/>
                  </a:lnTo>
                  <a:lnTo>
                    <a:pt x="3087167" y="1497844"/>
                  </a:lnTo>
                  <a:lnTo>
                    <a:pt x="3087276" y="1497844"/>
                  </a:lnTo>
                  <a:lnTo>
                    <a:pt x="3087384" y="1497844"/>
                  </a:lnTo>
                  <a:lnTo>
                    <a:pt x="3087493" y="1497844"/>
                  </a:lnTo>
                  <a:lnTo>
                    <a:pt x="3087601" y="1497844"/>
                  </a:lnTo>
                  <a:lnTo>
                    <a:pt x="3087709" y="1497844"/>
                  </a:lnTo>
                  <a:lnTo>
                    <a:pt x="3087818" y="1497844"/>
                  </a:lnTo>
                  <a:lnTo>
                    <a:pt x="3087926" y="1497844"/>
                  </a:lnTo>
                  <a:lnTo>
                    <a:pt x="3088035" y="1497844"/>
                  </a:lnTo>
                  <a:lnTo>
                    <a:pt x="3088035" y="1497221"/>
                  </a:lnTo>
                  <a:lnTo>
                    <a:pt x="3088143" y="1497221"/>
                  </a:lnTo>
                  <a:lnTo>
                    <a:pt x="3088252" y="1497221"/>
                  </a:lnTo>
                  <a:lnTo>
                    <a:pt x="3088360" y="1497221"/>
                  </a:lnTo>
                  <a:lnTo>
                    <a:pt x="3088469" y="1497221"/>
                  </a:lnTo>
                  <a:lnTo>
                    <a:pt x="3088577" y="1497221"/>
                  </a:lnTo>
                  <a:lnTo>
                    <a:pt x="3088685" y="1497221"/>
                  </a:lnTo>
                  <a:lnTo>
                    <a:pt x="3088794" y="1497221"/>
                  </a:lnTo>
                  <a:lnTo>
                    <a:pt x="3088902" y="1497221"/>
                  </a:lnTo>
                  <a:lnTo>
                    <a:pt x="3089011" y="1497221"/>
                  </a:lnTo>
                  <a:lnTo>
                    <a:pt x="3089119" y="1497221"/>
                  </a:lnTo>
                  <a:lnTo>
                    <a:pt x="3089228" y="1497221"/>
                  </a:lnTo>
                  <a:lnTo>
                    <a:pt x="3089336" y="1497221"/>
                  </a:lnTo>
                  <a:lnTo>
                    <a:pt x="3089336" y="1496597"/>
                  </a:lnTo>
                  <a:lnTo>
                    <a:pt x="3089445" y="1496597"/>
                  </a:lnTo>
                  <a:lnTo>
                    <a:pt x="3089553" y="1496597"/>
                  </a:lnTo>
                  <a:lnTo>
                    <a:pt x="3089661" y="1496597"/>
                  </a:lnTo>
                  <a:lnTo>
                    <a:pt x="3089661" y="1495973"/>
                  </a:lnTo>
                  <a:lnTo>
                    <a:pt x="3089770" y="1495973"/>
                  </a:lnTo>
                  <a:lnTo>
                    <a:pt x="3089878" y="1495973"/>
                  </a:lnTo>
                  <a:lnTo>
                    <a:pt x="3089878" y="1495350"/>
                  </a:lnTo>
                  <a:lnTo>
                    <a:pt x="3089987" y="1495350"/>
                  </a:lnTo>
                  <a:lnTo>
                    <a:pt x="3090095" y="1495350"/>
                  </a:lnTo>
                  <a:lnTo>
                    <a:pt x="3090204" y="1495350"/>
                  </a:lnTo>
                  <a:lnTo>
                    <a:pt x="3090312" y="1495350"/>
                  </a:lnTo>
                  <a:lnTo>
                    <a:pt x="3090312" y="1494726"/>
                  </a:lnTo>
                  <a:lnTo>
                    <a:pt x="3090421" y="1494726"/>
                  </a:lnTo>
                  <a:lnTo>
                    <a:pt x="3090529" y="1494726"/>
                  </a:lnTo>
                  <a:lnTo>
                    <a:pt x="3090638" y="1494726"/>
                  </a:lnTo>
                  <a:lnTo>
                    <a:pt x="3090746" y="1494726"/>
                  </a:lnTo>
                  <a:lnTo>
                    <a:pt x="3090854" y="1494726"/>
                  </a:lnTo>
                  <a:lnTo>
                    <a:pt x="3090963" y="1494726"/>
                  </a:lnTo>
                  <a:lnTo>
                    <a:pt x="3091071" y="1494726"/>
                  </a:lnTo>
                  <a:lnTo>
                    <a:pt x="3091180" y="1494726"/>
                  </a:lnTo>
                  <a:lnTo>
                    <a:pt x="3091288" y="1494726"/>
                  </a:lnTo>
                  <a:lnTo>
                    <a:pt x="3091397" y="1494726"/>
                  </a:lnTo>
                  <a:lnTo>
                    <a:pt x="3091505" y="1494726"/>
                  </a:lnTo>
                  <a:lnTo>
                    <a:pt x="3091614" y="1494726"/>
                  </a:lnTo>
                  <a:lnTo>
                    <a:pt x="3091722" y="1494726"/>
                  </a:lnTo>
                  <a:lnTo>
                    <a:pt x="3091830" y="1494726"/>
                  </a:lnTo>
                  <a:lnTo>
                    <a:pt x="3091939" y="1494726"/>
                  </a:lnTo>
                  <a:lnTo>
                    <a:pt x="3092047" y="1494726"/>
                  </a:lnTo>
                  <a:lnTo>
                    <a:pt x="3092156" y="1494726"/>
                  </a:lnTo>
                  <a:lnTo>
                    <a:pt x="3092264" y="1494726"/>
                  </a:lnTo>
                  <a:lnTo>
                    <a:pt x="3092373" y="1494726"/>
                  </a:lnTo>
                  <a:lnTo>
                    <a:pt x="3092373" y="1494103"/>
                  </a:lnTo>
                  <a:lnTo>
                    <a:pt x="3092481" y="1494103"/>
                  </a:lnTo>
                  <a:lnTo>
                    <a:pt x="3092590" y="1494103"/>
                  </a:lnTo>
                  <a:lnTo>
                    <a:pt x="3092698" y="1494103"/>
                  </a:lnTo>
                  <a:lnTo>
                    <a:pt x="3092806" y="1494103"/>
                  </a:lnTo>
                  <a:lnTo>
                    <a:pt x="3092915" y="1494103"/>
                  </a:lnTo>
                  <a:lnTo>
                    <a:pt x="3093023" y="1494103"/>
                  </a:lnTo>
                  <a:lnTo>
                    <a:pt x="3093132" y="1494103"/>
                  </a:lnTo>
                  <a:lnTo>
                    <a:pt x="3093240" y="1494103"/>
                  </a:lnTo>
                  <a:lnTo>
                    <a:pt x="3093349" y="1494103"/>
                  </a:lnTo>
                  <a:lnTo>
                    <a:pt x="3093457" y="1494103"/>
                  </a:lnTo>
                  <a:lnTo>
                    <a:pt x="3093566" y="1494103"/>
                  </a:lnTo>
                  <a:lnTo>
                    <a:pt x="3093566" y="1493479"/>
                  </a:lnTo>
                  <a:lnTo>
                    <a:pt x="3093674" y="1493479"/>
                  </a:lnTo>
                  <a:lnTo>
                    <a:pt x="3093782" y="1493479"/>
                  </a:lnTo>
                  <a:lnTo>
                    <a:pt x="3093891" y="1493479"/>
                  </a:lnTo>
                  <a:lnTo>
                    <a:pt x="3093999" y="1493479"/>
                  </a:lnTo>
                  <a:lnTo>
                    <a:pt x="3094108" y="1493479"/>
                  </a:lnTo>
                  <a:lnTo>
                    <a:pt x="3094216" y="1493479"/>
                  </a:lnTo>
                  <a:lnTo>
                    <a:pt x="3094216" y="1492856"/>
                  </a:lnTo>
                  <a:lnTo>
                    <a:pt x="3094325" y="1492856"/>
                  </a:lnTo>
                  <a:lnTo>
                    <a:pt x="3094433" y="1492856"/>
                  </a:lnTo>
                  <a:lnTo>
                    <a:pt x="3094542" y="1492856"/>
                  </a:lnTo>
                  <a:lnTo>
                    <a:pt x="3094650" y="1492856"/>
                  </a:lnTo>
                  <a:lnTo>
                    <a:pt x="3094759" y="1492856"/>
                  </a:lnTo>
                  <a:lnTo>
                    <a:pt x="3094867" y="1492856"/>
                  </a:lnTo>
                  <a:lnTo>
                    <a:pt x="3094975" y="1492856"/>
                  </a:lnTo>
                  <a:lnTo>
                    <a:pt x="3094975" y="1492232"/>
                  </a:lnTo>
                  <a:lnTo>
                    <a:pt x="3094975" y="1491608"/>
                  </a:lnTo>
                  <a:lnTo>
                    <a:pt x="3095084" y="1491608"/>
                  </a:lnTo>
                  <a:lnTo>
                    <a:pt x="3095192" y="1491608"/>
                  </a:lnTo>
                  <a:lnTo>
                    <a:pt x="3095301" y="1491608"/>
                  </a:lnTo>
                  <a:lnTo>
                    <a:pt x="3095409" y="1491608"/>
                  </a:lnTo>
                  <a:lnTo>
                    <a:pt x="3095518" y="1491608"/>
                  </a:lnTo>
                  <a:lnTo>
                    <a:pt x="3095626" y="1491608"/>
                  </a:lnTo>
                  <a:lnTo>
                    <a:pt x="3095735" y="1491608"/>
                  </a:lnTo>
                  <a:lnTo>
                    <a:pt x="3095843" y="1491608"/>
                  </a:lnTo>
                  <a:lnTo>
                    <a:pt x="3095951" y="1491608"/>
                  </a:lnTo>
                  <a:lnTo>
                    <a:pt x="3096060" y="1491608"/>
                  </a:lnTo>
                  <a:lnTo>
                    <a:pt x="3096168" y="1491608"/>
                  </a:lnTo>
                  <a:lnTo>
                    <a:pt x="3096277" y="1491608"/>
                  </a:lnTo>
                  <a:lnTo>
                    <a:pt x="3096385" y="1491608"/>
                  </a:lnTo>
                  <a:lnTo>
                    <a:pt x="3096494" y="1491608"/>
                  </a:lnTo>
                  <a:lnTo>
                    <a:pt x="3096602" y="1491608"/>
                  </a:lnTo>
                  <a:lnTo>
                    <a:pt x="3096711" y="1491608"/>
                  </a:lnTo>
                  <a:lnTo>
                    <a:pt x="3096819" y="1491608"/>
                  </a:lnTo>
                  <a:lnTo>
                    <a:pt x="3096927" y="1491608"/>
                  </a:lnTo>
                  <a:lnTo>
                    <a:pt x="3097036" y="1491608"/>
                  </a:lnTo>
                  <a:lnTo>
                    <a:pt x="3097144" y="1491608"/>
                  </a:lnTo>
                  <a:lnTo>
                    <a:pt x="3097253" y="1491608"/>
                  </a:lnTo>
                  <a:lnTo>
                    <a:pt x="3097361" y="1491608"/>
                  </a:lnTo>
                  <a:lnTo>
                    <a:pt x="3097470" y="1491608"/>
                  </a:lnTo>
                  <a:lnTo>
                    <a:pt x="3097578" y="1491608"/>
                  </a:lnTo>
                  <a:lnTo>
                    <a:pt x="3097687" y="1491608"/>
                  </a:lnTo>
                  <a:lnTo>
                    <a:pt x="3097687" y="1490985"/>
                  </a:lnTo>
                  <a:lnTo>
                    <a:pt x="3097795" y="1490985"/>
                  </a:lnTo>
                  <a:lnTo>
                    <a:pt x="3097795" y="1490361"/>
                  </a:lnTo>
                  <a:lnTo>
                    <a:pt x="3097903" y="1490361"/>
                  </a:lnTo>
                  <a:lnTo>
                    <a:pt x="3098012" y="1490361"/>
                  </a:lnTo>
                  <a:lnTo>
                    <a:pt x="3098120" y="1490361"/>
                  </a:lnTo>
                  <a:lnTo>
                    <a:pt x="3098229" y="1490361"/>
                  </a:lnTo>
                  <a:lnTo>
                    <a:pt x="3098337" y="1490361"/>
                  </a:lnTo>
                  <a:lnTo>
                    <a:pt x="3098446" y="1490361"/>
                  </a:lnTo>
                  <a:lnTo>
                    <a:pt x="3098554" y="1490361"/>
                  </a:lnTo>
                  <a:lnTo>
                    <a:pt x="3098663" y="1490361"/>
                  </a:lnTo>
                  <a:lnTo>
                    <a:pt x="3098771" y="1490361"/>
                  </a:lnTo>
                  <a:lnTo>
                    <a:pt x="3098879" y="1490361"/>
                  </a:lnTo>
                  <a:lnTo>
                    <a:pt x="3098988" y="1490361"/>
                  </a:lnTo>
                  <a:lnTo>
                    <a:pt x="3099096" y="1490361"/>
                  </a:lnTo>
                  <a:lnTo>
                    <a:pt x="3099205" y="1490361"/>
                  </a:lnTo>
                  <a:lnTo>
                    <a:pt x="3099313" y="1490361"/>
                  </a:lnTo>
                  <a:lnTo>
                    <a:pt x="3099422" y="1490361"/>
                  </a:lnTo>
                  <a:lnTo>
                    <a:pt x="3099530" y="1490361"/>
                  </a:lnTo>
                  <a:lnTo>
                    <a:pt x="3099639" y="1490361"/>
                  </a:lnTo>
                  <a:lnTo>
                    <a:pt x="3099639" y="1489738"/>
                  </a:lnTo>
                  <a:lnTo>
                    <a:pt x="3099747" y="1489738"/>
                  </a:lnTo>
                  <a:lnTo>
                    <a:pt x="3099747" y="1489114"/>
                  </a:lnTo>
                  <a:lnTo>
                    <a:pt x="3099856" y="1489114"/>
                  </a:lnTo>
                  <a:lnTo>
                    <a:pt x="3099964" y="1489114"/>
                  </a:lnTo>
                  <a:lnTo>
                    <a:pt x="3100072" y="1489114"/>
                  </a:lnTo>
                  <a:lnTo>
                    <a:pt x="3100181" y="1489114"/>
                  </a:lnTo>
                  <a:lnTo>
                    <a:pt x="3100289" y="1489114"/>
                  </a:lnTo>
                  <a:lnTo>
                    <a:pt x="3100398" y="1489114"/>
                  </a:lnTo>
                  <a:lnTo>
                    <a:pt x="3100506" y="1489114"/>
                  </a:lnTo>
                  <a:lnTo>
                    <a:pt x="3100506" y="1488490"/>
                  </a:lnTo>
                  <a:lnTo>
                    <a:pt x="3100615" y="1488490"/>
                  </a:lnTo>
                  <a:lnTo>
                    <a:pt x="3100615" y="1487867"/>
                  </a:lnTo>
                  <a:lnTo>
                    <a:pt x="3100723" y="1487867"/>
                  </a:lnTo>
                  <a:lnTo>
                    <a:pt x="3100832" y="1487867"/>
                  </a:lnTo>
                  <a:lnTo>
                    <a:pt x="3100940" y="1487867"/>
                  </a:lnTo>
                  <a:lnTo>
                    <a:pt x="3100940" y="1487243"/>
                  </a:lnTo>
                  <a:lnTo>
                    <a:pt x="3101048" y="1487243"/>
                  </a:lnTo>
                  <a:lnTo>
                    <a:pt x="3101157" y="1487243"/>
                  </a:lnTo>
                  <a:lnTo>
                    <a:pt x="3101265" y="1487243"/>
                  </a:lnTo>
                  <a:lnTo>
                    <a:pt x="3101374" y="1487243"/>
                  </a:lnTo>
                  <a:lnTo>
                    <a:pt x="3101482" y="1487243"/>
                  </a:lnTo>
                  <a:lnTo>
                    <a:pt x="3101591" y="1487243"/>
                  </a:lnTo>
                  <a:lnTo>
                    <a:pt x="3101699" y="1487243"/>
                  </a:lnTo>
                  <a:lnTo>
                    <a:pt x="3101808" y="1487243"/>
                  </a:lnTo>
                  <a:lnTo>
                    <a:pt x="3101808" y="1486620"/>
                  </a:lnTo>
                  <a:lnTo>
                    <a:pt x="3101916" y="1486620"/>
                  </a:lnTo>
                  <a:lnTo>
                    <a:pt x="3102024" y="1486620"/>
                  </a:lnTo>
                  <a:lnTo>
                    <a:pt x="3102133" y="1486620"/>
                  </a:lnTo>
                  <a:lnTo>
                    <a:pt x="3102241" y="1486620"/>
                  </a:lnTo>
                  <a:lnTo>
                    <a:pt x="3102350" y="1486620"/>
                  </a:lnTo>
                  <a:lnTo>
                    <a:pt x="3102458" y="1486620"/>
                  </a:lnTo>
                  <a:lnTo>
                    <a:pt x="3102567" y="1486620"/>
                  </a:lnTo>
                  <a:lnTo>
                    <a:pt x="3102675" y="1486620"/>
                  </a:lnTo>
                  <a:lnTo>
                    <a:pt x="3102784" y="1486620"/>
                  </a:lnTo>
                  <a:lnTo>
                    <a:pt x="3102892" y="1486620"/>
                  </a:lnTo>
                  <a:lnTo>
                    <a:pt x="3103000" y="1486620"/>
                  </a:lnTo>
                  <a:lnTo>
                    <a:pt x="3103000" y="1485996"/>
                  </a:lnTo>
                  <a:lnTo>
                    <a:pt x="3103109" y="1485996"/>
                  </a:lnTo>
                  <a:lnTo>
                    <a:pt x="3103109" y="1485373"/>
                  </a:lnTo>
                  <a:lnTo>
                    <a:pt x="3103217" y="1485373"/>
                  </a:lnTo>
                  <a:lnTo>
                    <a:pt x="3103326" y="1485373"/>
                  </a:lnTo>
                  <a:lnTo>
                    <a:pt x="3103434" y="1485373"/>
                  </a:lnTo>
                  <a:lnTo>
                    <a:pt x="3103543" y="1485373"/>
                  </a:lnTo>
                  <a:lnTo>
                    <a:pt x="3103651" y="1485373"/>
                  </a:lnTo>
                  <a:lnTo>
                    <a:pt x="3103760" y="1485373"/>
                  </a:lnTo>
                  <a:lnTo>
                    <a:pt x="3103868" y="1485373"/>
                  </a:lnTo>
                  <a:lnTo>
                    <a:pt x="3103977" y="1485373"/>
                  </a:lnTo>
                  <a:lnTo>
                    <a:pt x="3104085" y="1485373"/>
                  </a:lnTo>
                  <a:lnTo>
                    <a:pt x="3104193" y="1485373"/>
                  </a:lnTo>
                  <a:lnTo>
                    <a:pt x="3104302" y="1485373"/>
                  </a:lnTo>
                  <a:lnTo>
                    <a:pt x="3104410" y="1485373"/>
                  </a:lnTo>
                  <a:lnTo>
                    <a:pt x="3104519" y="1485373"/>
                  </a:lnTo>
                  <a:lnTo>
                    <a:pt x="3104627" y="1485373"/>
                  </a:lnTo>
                  <a:lnTo>
                    <a:pt x="3104736" y="1485373"/>
                  </a:lnTo>
                  <a:lnTo>
                    <a:pt x="3104844" y="1485373"/>
                  </a:lnTo>
                  <a:lnTo>
                    <a:pt x="3104953" y="1485373"/>
                  </a:lnTo>
                  <a:lnTo>
                    <a:pt x="3105061" y="1485373"/>
                  </a:lnTo>
                  <a:lnTo>
                    <a:pt x="3105169" y="1485373"/>
                  </a:lnTo>
                  <a:lnTo>
                    <a:pt x="3105169" y="1484749"/>
                  </a:lnTo>
                  <a:lnTo>
                    <a:pt x="3105278" y="1484749"/>
                  </a:lnTo>
                  <a:lnTo>
                    <a:pt x="3105386" y="1484749"/>
                  </a:lnTo>
                  <a:lnTo>
                    <a:pt x="3105495" y="1484749"/>
                  </a:lnTo>
                  <a:lnTo>
                    <a:pt x="3105603" y="1484749"/>
                  </a:lnTo>
                  <a:lnTo>
                    <a:pt x="3105712" y="1484749"/>
                  </a:lnTo>
                  <a:lnTo>
                    <a:pt x="3105820" y="1484749"/>
                  </a:lnTo>
                  <a:lnTo>
                    <a:pt x="3105820" y="1484125"/>
                  </a:lnTo>
                  <a:lnTo>
                    <a:pt x="3105929" y="1484125"/>
                  </a:lnTo>
                  <a:lnTo>
                    <a:pt x="3106037" y="1484125"/>
                  </a:lnTo>
                  <a:lnTo>
                    <a:pt x="3106145" y="1484125"/>
                  </a:lnTo>
                  <a:lnTo>
                    <a:pt x="3106254" y="1484125"/>
                  </a:lnTo>
                  <a:lnTo>
                    <a:pt x="3106362" y="1484125"/>
                  </a:lnTo>
                  <a:lnTo>
                    <a:pt x="3106471" y="1484125"/>
                  </a:lnTo>
                  <a:lnTo>
                    <a:pt x="3106579" y="1484125"/>
                  </a:lnTo>
                  <a:lnTo>
                    <a:pt x="3106579" y="1483502"/>
                  </a:lnTo>
                  <a:lnTo>
                    <a:pt x="3106688" y="1483502"/>
                  </a:lnTo>
                  <a:lnTo>
                    <a:pt x="3106796" y="1483502"/>
                  </a:lnTo>
                  <a:lnTo>
                    <a:pt x="3106905" y="1483502"/>
                  </a:lnTo>
                  <a:lnTo>
                    <a:pt x="3106905" y="1482878"/>
                  </a:lnTo>
                  <a:lnTo>
                    <a:pt x="3107013" y="1482878"/>
                  </a:lnTo>
                  <a:lnTo>
                    <a:pt x="3107121" y="1482878"/>
                  </a:lnTo>
                  <a:lnTo>
                    <a:pt x="3107121" y="1482255"/>
                  </a:lnTo>
                  <a:lnTo>
                    <a:pt x="3107121" y="1481631"/>
                  </a:lnTo>
                  <a:lnTo>
                    <a:pt x="3107230" y="1481631"/>
                  </a:lnTo>
                  <a:lnTo>
                    <a:pt x="3107338" y="1481631"/>
                  </a:lnTo>
                  <a:lnTo>
                    <a:pt x="3107447" y="1481631"/>
                  </a:lnTo>
                  <a:lnTo>
                    <a:pt x="3107447" y="1481008"/>
                  </a:lnTo>
                  <a:lnTo>
                    <a:pt x="3107555" y="1481008"/>
                  </a:lnTo>
                  <a:lnTo>
                    <a:pt x="3107664" y="1481008"/>
                  </a:lnTo>
                  <a:lnTo>
                    <a:pt x="3107772" y="1481008"/>
                  </a:lnTo>
                  <a:lnTo>
                    <a:pt x="3107881" y="1481008"/>
                  </a:lnTo>
                  <a:lnTo>
                    <a:pt x="3107989" y="1481008"/>
                  </a:lnTo>
                  <a:lnTo>
                    <a:pt x="3108098" y="1481008"/>
                  </a:lnTo>
                  <a:lnTo>
                    <a:pt x="3108206" y="1481008"/>
                  </a:lnTo>
                  <a:lnTo>
                    <a:pt x="3108314" y="1481008"/>
                  </a:lnTo>
                  <a:lnTo>
                    <a:pt x="3108423" y="1481008"/>
                  </a:lnTo>
                  <a:lnTo>
                    <a:pt x="3108531" y="1481008"/>
                  </a:lnTo>
                  <a:lnTo>
                    <a:pt x="3108640" y="1481008"/>
                  </a:lnTo>
                  <a:lnTo>
                    <a:pt x="3108640" y="1480384"/>
                  </a:lnTo>
                  <a:lnTo>
                    <a:pt x="3108748" y="1480384"/>
                  </a:lnTo>
                  <a:lnTo>
                    <a:pt x="3108857" y="1480384"/>
                  </a:lnTo>
                  <a:lnTo>
                    <a:pt x="3108965" y="1480384"/>
                  </a:lnTo>
                  <a:lnTo>
                    <a:pt x="3109074" y="1480384"/>
                  </a:lnTo>
                  <a:lnTo>
                    <a:pt x="3109074" y="1479760"/>
                  </a:lnTo>
                  <a:lnTo>
                    <a:pt x="3109074" y="1479137"/>
                  </a:lnTo>
                  <a:lnTo>
                    <a:pt x="3109182" y="1479137"/>
                  </a:lnTo>
                  <a:lnTo>
                    <a:pt x="3109182" y="1478513"/>
                  </a:lnTo>
                  <a:lnTo>
                    <a:pt x="3109290" y="1478513"/>
                  </a:lnTo>
                  <a:lnTo>
                    <a:pt x="3109399" y="1478513"/>
                  </a:lnTo>
                  <a:lnTo>
                    <a:pt x="3109507" y="1478513"/>
                  </a:lnTo>
                  <a:lnTo>
                    <a:pt x="3109616" y="1478513"/>
                  </a:lnTo>
                  <a:lnTo>
                    <a:pt x="3109724" y="1478513"/>
                  </a:lnTo>
                  <a:lnTo>
                    <a:pt x="3109833" y="1478513"/>
                  </a:lnTo>
                  <a:lnTo>
                    <a:pt x="3109941" y="1478513"/>
                  </a:lnTo>
                  <a:lnTo>
                    <a:pt x="3110050" y="1478513"/>
                  </a:lnTo>
                  <a:lnTo>
                    <a:pt x="3110158" y="1478513"/>
                  </a:lnTo>
                  <a:lnTo>
                    <a:pt x="3110266" y="1478513"/>
                  </a:lnTo>
                  <a:lnTo>
                    <a:pt x="3110375" y="1478513"/>
                  </a:lnTo>
                  <a:lnTo>
                    <a:pt x="3110483" y="1478513"/>
                  </a:lnTo>
                  <a:lnTo>
                    <a:pt x="3110592" y="1478513"/>
                  </a:lnTo>
                  <a:lnTo>
                    <a:pt x="3110700" y="1478513"/>
                  </a:lnTo>
                  <a:lnTo>
                    <a:pt x="3110809" y="1478513"/>
                  </a:lnTo>
                  <a:lnTo>
                    <a:pt x="3110917" y="1478513"/>
                  </a:lnTo>
                  <a:lnTo>
                    <a:pt x="3111026" y="1478513"/>
                  </a:lnTo>
                  <a:lnTo>
                    <a:pt x="3111134" y="1478513"/>
                  </a:lnTo>
                  <a:lnTo>
                    <a:pt x="3111242" y="1478513"/>
                  </a:lnTo>
                  <a:lnTo>
                    <a:pt x="3111351" y="1478513"/>
                  </a:lnTo>
                  <a:lnTo>
                    <a:pt x="3111459" y="1478513"/>
                  </a:lnTo>
                  <a:lnTo>
                    <a:pt x="3111568" y="1478513"/>
                  </a:lnTo>
                  <a:lnTo>
                    <a:pt x="3111676" y="1478513"/>
                  </a:lnTo>
                  <a:lnTo>
                    <a:pt x="3111785" y="1478513"/>
                  </a:lnTo>
                  <a:lnTo>
                    <a:pt x="3111893" y="1478513"/>
                  </a:lnTo>
                  <a:lnTo>
                    <a:pt x="3112002" y="1478513"/>
                  </a:lnTo>
                  <a:lnTo>
                    <a:pt x="3112002" y="1477890"/>
                  </a:lnTo>
                  <a:lnTo>
                    <a:pt x="3112110" y="1477890"/>
                  </a:lnTo>
                  <a:lnTo>
                    <a:pt x="3112110" y="1477266"/>
                  </a:lnTo>
                  <a:lnTo>
                    <a:pt x="3112219" y="1477266"/>
                  </a:lnTo>
                  <a:lnTo>
                    <a:pt x="3112327" y="1477266"/>
                  </a:lnTo>
                  <a:lnTo>
                    <a:pt x="3112435" y="1477266"/>
                  </a:lnTo>
                  <a:lnTo>
                    <a:pt x="3112544" y="1477266"/>
                  </a:lnTo>
                  <a:lnTo>
                    <a:pt x="3112652" y="1477266"/>
                  </a:lnTo>
                  <a:lnTo>
                    <a:pt x="3112761" y="1477266"/>
                  </a:lnTo>
                  <a:lnTo>
                    <a:pt x="3112869" y="1477266"/>
                  </a:lnTo>
                  <a:lnTo>
                    <a:pt x="3112978" y="1477266"/>
                  </a:lnTo>
                  <a:lnTo>
                    <a:pt x="3113086" y="1477266"/>
                  </a:lnTo>
                  <a:lnTo>
                    <a:pt x="3113195" y="1477266"/>
                  </a:lnTo>
                  <a:lnTo>
                    <a:pt x="3113303" y="1477266"/>
                  </a:lnTo>
                  <a:lnTo>
                    <a:pt x="3113411" y="1477266"/>
                  </a:lnTo>
                  <a:lnTo>
                    <a:pt x="3113520" y="1477266"/>
                  </a:lnTo>
                  <a:lnTo>
                    <a:pt x="3113628" y="1477266"/>
                  </a:lnTo>
                  <a:lnTo>
                    <a:pt x="3113737" y="1477266"/>
                  </a:lnTo>
                  <a:lnTo>
                    <a:pt x="3113845" y="1477266"/>
                  </a:lnTo>
                  <a:lnTo>
                    <a:pt x="3113954" y="1477266"/>
                  </a:lnTo>
                  <a:lnTo>
                    <a:pt x="3114062" y="1477266"/>
                  </a:lnTo>
                  <a:lnTo>
                    <a:pt x="3114171" y="1477266"/>
                  </a:lnTo>
                  <a:lnTo>
                    <a:pt x="3114279" y="1477266"/>
                  </a:lnTo>
                  <a:lnTo>
                    <a:pt x="3114387" y="1477266"/>
                  </a:lnTo>
                  <a:lnTo>
                    <a:pt x="3114496" y="1477266"/>
                  </a:lnTo>
                  <a:lnTo>
                    <a:pt x="3114604" y="1477266"/>
                  </a:lnTo>
                  <a:lnTo>
                    <a:pt x="3114713" y="1477266"/>
                  </a:lnTo>
                  <a:lnTo>
                    <a:pt x="3114821" y="1477266"/>
                  </a:lnTo>
                  <a:lnTo>
                    <a:pt x="3114930" y="1477266"/>
                  </a:lnTo>
                  <a:lnTo>
                    <a:pt x="3114930" y="1476642"/>
                  </a:lnTo>
                  <a:lnTo>
                    <a:pt x="3114930" y="1476019"/>
                  </a:lnTo>
                  <a:lnTo>
                    <a:pt x="3114930" y="1475395"/>
                  </a:lnTo>
                  <a:lnTo>
                    <a:pt x="3115038" y="1475395"/>
                  </a:lnTo>
                  <a:lnTo>
                    <a:pt x="3115147" y="1475395"/>
                  </a:lnTo>
                  <a:lnTo>
                    <a:pt x="3115255" y="1475395"/>
                  </a:lnTo>
                  <a:lnTo>
                    <a:pt x="3115363" y="1475395"/>
                  </a:lnTo>
                  <a:lnTo>
                    <a:pt x="3115472" y="1475395"/>
                  </a:lnTo>
                  <a:lnTo>
                    <a:pt x="3115580" y="1475395"/>
                  </a:lnTo>
                  <a:lnTo>
                    <a:pt x="3115689" y="1475395"/>
                  </a:lnTo>
                  <a:lnTo>
                    <a:pt x="3115797" y="1475395"/>
                  </a:lnTo>
                  <a:lnTo>
                    <a:pt x="3115906" y="1475395"/>
                  </a:lnTo>
                  <a:lnTo>
                    <a:pt x="3115906" y="1474772"/>
                  </a:lnTo>
                  <a:lnTo>
                    <a:pt x="3115906" y="1474148"/>
                  </a:lnTo>
                  <a:lnTo>
                    <a:pt x="3115906" y="1473525"/>
                  </a:lnTo>
                  <a:lnTo>
                    <a:pt x="3116014" y="1473525"/>
                  </a:lnTo>
                  <a:lnTo>
                    <a:pt x="3116123" y="1473525"/>
                  </a:lnTo>
                  <a:lnTo>
                    <a:pt x="3116231" y="1473525"/>
                  </a:lnTo>
                  <a:lnTo>
                    <a:pt x="3116340" y="1473525"/>
                  </a:lnTo>
                  <a:lnTo>
                    <a:pt x="3116340" y="1472901"/>
                  </a:lnTo>
                  <a:lnTo>
                    <a:pt x="3116448" y="1472901"/>
                  </a:lnTo>
                  <a:lnTo>
                    <a:pt x="3116448" y="1472277"/>
                  </a:lnTo>
                  <a:lnTo>
                    <a:pt x="3116556" y="1472277"/>
                  </a:lnTo>
                  <a:lnTo>
                    <a:pt x="3116556" y="1471654"/>
                  </a:lnTo>
                  <a:lnTo>
                    <a:pt x="3116665" y="1471654"/>
                  </a:lnTo>
                  <a:lnTo>
                    <a:pt x="3116773" y="1471654"/>
                  </a:lnTo>
                  <a:lnTo>
                    <a:pt x="3116882" y="1471654"/>
                  </a:lnTo>
                  <a:lnTo>
                    <a:pt x="3116990" y="1471654"/>
                  </a:lnTo>
                  <a:lnTo>
                    <a:pt x="3117099" y="1471654"/>
                  </a:lnTo>
                  <a:lnTo>
                    <a:pt x="3117099" y="1471030"/>
                  </a:lnTo>
                  <a:lnTo>
                    <a:pt x="3117207" y="1471030"/>
                  </a:lnTo>
                  <a:lnTo>
                    <a:pt x="3117316" y="1471030"/>
                  </a:lnTo>
                  <a:lnTo>
                    <a:pt x="3117424" y="1471030"/>
                  </a:lnTo>
                  <a:lnTo>
                    <a:pt x="3117532" y="1471030"/>
                  </a:lnTo>
                  <a:lnTo>
                    <a:pt x="3117641" y="1471030"/>
                  </a:lnTo>
                  <a:lnTo>
                    <a:pt x="3117749" y="1471030"/>
                  </a:lnTo>
                  <a:lnTo>
                    <a:pt x="3117858" y="1471030"/>
                  </a:lnTo>
                  <a:lnTo>
                    <a:pt x="3117966" y="1471030"/>
                  </a:lnTo>
                  <a:lnTo>
                    <a:pt x="3118075" y="1471030"/>
                  </a:lnTo>
                  <a:lnTo>
                    <a:pt x="3118183" y="1471030"/>
                  </a:lnTo>
                  <a:lnTo>
                    <a:pt x="3118292" y="1471030"/>
                  </a:lnTo>
                  <a:lnTo>
                    <a:pt x="3118400" y="1471030"/>
                  </a:lnTo>
                  <a:lnTo>
                    <a:pt x="3118508" y="1471030"/>
                  </a:lnTo>
                  <a:lnTo>
                    <a:pt x="3118508" y="1470407"/>
                  </a:lnTo>
                  <a:lnTo>
                    <a:pt x="3118617" y="1470407"/>
                  </a:lnTo>
                  <a:lnTo>
                    <a:pt x="3118617" y="1469783"/>
                  </a:lnTo>
                  <a:lnTo>
                    <a:pt x="3118617" y="1469159"/>
                  </a:lnTo>
                  <a:lnTo>
                    <a:pt x="3118725" y="1469159"/>
                  </a:lnTo>
                  <a:lnTo>
                    <a:pt x="3118834" y="1469159"/>
                  </a:lnTo>
                  <a:lnTo>
                    <a:pt x="3118834" y="1468536"/>
                  </a:lnTo>
                  <a:lnTo>
                    <a:pt x="3118942" y="1468536"/>
                  </a:lnTo>
                  <a:lnTo>
                    <a:pt x="3119051" y="1468536"/>
                  </a:lnTo>
                  <a:lnTo>
                    <a:pt x="3119159" y="1468536"/>
                  </a:lnTo>
                  <a:lnTo>
                    <a:pt x="3119268" y="1468536"/>
                  </a:lnTo>
                  <a:lnTo>
                    <a:pt x="3119376" y="1468536"/>
                  </a:lnTo>
                  <a:lnTo>
                    <a:pt x="3119484" y="1468536"/>
                  </a:lnTo>
                  <a:lnTo>
                    <a:pt x="3119593" y="1468536"/>
                  </a:lnTo>
                  <a:lnTo>
                    <a:pt x="3119701" y="1468536"/>
                  </a:lnTo>
                  <a:lnTo>
                    <a:pt x="3119810" y="1468536"/>
                  </a:lnTo>
                  <a:lnTo>
                    <a:pt x="3119918" y="1468536"/>
                  </a:lnTo>
                  <a:lnTo>
                    <a:pt x="3119918" y="1467912"/>
                  </a:lnTo>
                  <a:lnTo>
                    <a:pt x="3120027" y="1467912"/>
                  </a:lnTo>
                  <a:lnTo>
                    <a:pt x="3120135" y="1467912"/>
                  </a:lnTo>
                  <a:lnTo>
                    <a:pt x="3120244" y="1467912"/>
                  </a:lnTo>
                  <a:lnTo>
                    <a:pt x="3120352" y="1467912"/>
                  </a:lnTo>
                  <a:lnTo>
                    <a:pt x="3120461" y="1467912"/>
                  </a:lnTo>
                  <a:lnTo>
                    <a:pt x="3120569" y="1467912"/>
                  </a:lnTo>
                  <a:lnTo>
                    <a:pt x="3120677" y="1467912"/>
                  </a:lnTo>
                  <a:lnTo>
                    <a:pt x="3120677" y="1467289"/>
                  </a:lnTo>
                  <a:lnTo>
                    <a:pt x="3120786" y="1467289"/>
                  </a:lnTo>
                  <a:lnTo>
                    <a:pt x="3120894" y="1467289"/>
                  </a:lnTo>
                  <a:lnTo>
                    <a:pt x="3121003" y="1467289"/>
                  </a:lnTo>
                  <a:lnTo>
                    <a:pt x="3121003" y="1466665"/>
                  </a:lnTo>
                  <a:lnTo>
                    <a:pt x="3121111" y="1466665"/>
                  </a:lnTo>
                  <a:lnTo>
                    <a:pt x="3121220" y="1466665"/>
                  </a:lnTo>
                  <a:lnTo>
                    <a:pt x="3121328" y="1466665"/>
                  </a:lnTo>
                  <a:lnTo>
                    <a:pt x="3121437" y="1466665"/>
                  </a:lnTo>
                  <a:lnTo>
                    <a:pt x="3121545" y="1466665"/>
                  </a:lnTo>
                  <a:lnTo>
                    <a:pt x="3121653" y="1466665"/>
                  </a:lnTo>
                  <a:lnTo>
                    <a:pt x="3121762" y="1466665"/>
                  </a:lnTo>
                  <a:lnTo>
                    <a:pt x="3121870" y="1466665"/>
                  </a:lnTo>
                  <a:lnTo>
                    <a:pt x="3121979" y="1466665"/>
                  </a:lnTo>
                  <a:lnTo>
                    <a:pt x="3122087" y="1466665"/>
                  </a:lnTo>
                  <a:lnTo>
                    <a:pt x="3122196" y="1466665"/>
                  </a:lnTo>
                  <a:lnTo>
                    <a:pt x="3122304" y="1466665"/>
                  </a:lnTo>
                  <a:lnTo>
                    <a:pt x="3122413" y="1466665"/>
                  </a:lnTo>
                  <a:lnTo>
                    <a:pt x="3122413" y="1466042"/>
                  </a:lnTo>
                  <a:lnTo>
                    <a:pt x="3122521" y="1466042"/>
                  </a:lnTo>
                  <a:lnTo>
                    <a:pt x="3122521" y="1465418"/>
                  </a:lnTo>
                  <a:lnTo>
                    <a:pt x="3122629" y="1465418"/>
                  </a:lnTo>
                  <a:lnTo>
                    <a:pt x="3122738" y="1465418"/>
                  </a:lnTo>
                  <a:lnTo>
                    <a:pt x="3122846" y="1465418"/>
                  </a:lnTo>
                  <a:lnTo>
                    <a:pt x="3122955" y="1465418"/>
                  </a:lnTo>
                  <a:lnTo>
                    <a:pt x="3123063" y="1465418"/>
                  </a:lnTo>
                  <a:lnTo>
                    <a:pt x="3123172" y="1465418"/>
                  </a:lnTo>
                  <a:lnTo>
                    <a:pt x="3123280" y="1465418"/>
                  </a:lnTo>
                  <a:lnTo>
                    <a:pt x="3123389" y="1465418"/>
                  </a:lnTo>
                  <a:lnTo>
                    <a:pt x="3123497" y="1465418"/>
                  </a:lnTo>
                  <a:lnTo>
                    <a:pt x="3123605" y="1465418"/>
                  </a:lnTo>
                  <a:lnTo>
                    <a:pt x="3123714" y="1465418"/>
                  </a:lnTo>
                  <a:lnTo>
                    <a:pt x="3123822" y="1465418"/>
                  </a:lnTo>
                  <a:lnTo>
                    <a:pt x="3123931" y="1465418"/>
                  </a:lnTo>
                  <a:lnTo>
                    <a:pt x="3124039" y="1465418"/>
                  </a:lnTo>
                  <a:lnTo>
                    <a:pt x="3124148" y="1465418"/>
                  </a:lnTo>
                  <a:lnTo>
                    <a:pt x="3124256" y="1465418"/>
                  </a:lnTo>
                  <a:lnTo>
                    <a:pt x="3124365" y="1465418"/>
                  </a:lnTo>
                  <a:lnTo>
                    <a:pt x="3124473" y="1465418"/>
                  </a:lnTo>
                  <a:lnTo>
                    <a:pt x="3124473" y="1464794"/>
                  </a:lnTo>
                  <a:lnTo>
                    <a:pt x="3124581" y="1464794"/>
                  </a:lnTo>
                  <a:lnTo>
                    <a:pt x="3124690" y="1464794"/>
                  </a:lnTo>
                  <a:lnTo>
                    <a:pt x="3124798" y="1464794"/>
                  </a:lnTo>
                  <a:lnTo>
                    <a:pt x="3124798" y="1464171"/>
                  </a:lnTo>
                  <a:lnTo>
                    <a:pt x="3124907" y="1464171"/>
                  </a:lnTo>
                  <a:lnTo>
                    <a:pt x="3125015" y="1464171"/>
                  </a:lnTo>
                  <a:lnTo>
                    <a:pt x="3125015" y="1463547"/>
                  </a:lnTo>
                  <a:lnTo>
                    <a:pt x="3125124" y="1463547"/>
                  </a:lnTo>
                  <a:lnTo>
                    <a:pt x="3125124" y="1462924"/>
                  </a:lnTo>
                  <a:lnTo>
                    <a:pt x="3125232" y="1462924"/>
                  </a:lnTo>
                  <a:lnTo>
                    <a:pt x="3125341" y="1462924"/>
                  </a:lnTo>
                  <a:lnTo>
                    <a:pt x="3125449" y="1462924"/>
                  </a:lnTo>
                  <a:lnTo>
                    <a:pt x="3125558" y="1462924"/>
                  </a:lnTo>
                  <a:lnTo>
                    <a:pt x="3125558" y="1462300"/>
                  </a:lnTo>
                  <a:lnTo>
                    <a:pt x="3125666" y="1462300"/>
                  </a:lnTo>
                  <a:lnTo>
                    <a:pt x="3125774" y="1462300"/>
                  </a:lnTo>
                  <a:lnTo>
                    <a:pt x="3125883" y="1462300"/>
                  </a:lnTo>
                  <a:lnTo>
                    <a:pt x="3125991" y="1462300"/>
                  </a:lnTo>
                  <a:lnTo>
                    <a:pt x="3126100" y="1462300"/>
                  </a:lnTo>
                  <a:lnTo>
                    <a:pt x="3126208" y="1462300"/>
                  </a:lnTo>
                  <a:lnTo>
                    <a:pt x="3126317" y="1462300"/>
                  </a:lnTo>
                  <a:lnTo>
                    <a:pt x="3126317" y="1461676"/>
                  </a:lnTo>
                  <a:lnTo>
                    <a:pt x="3126425" y="1461676"/>
                  </a:lnTo>
                  <a:lnTo>
                    <a:pt x="3126534" y="1461676"/>
                  </a:lnTo>
                  <a:lnTo>
                    <a:pt x="3126642" y="1461676"/>
                  </a:lnTo>
                  <a:lnTo>
                    <a:pt x="3126750" y="1461676"/>
                  </a:lnTo>
                  <a:lnTo>
                    <a:pt x="3126859" y="1461676"/>
                  </a:lnTo>
                  <a:lnTo>
                    <a:pt x="3126967" y="1461676"/>
                  </a:lnTo>
                  <a:lnTo>
                    <a:pt x="3127076" y="1461676"/>
                  </a:lnTo>
                  <a:lnTo>
                    <a:pt x="3127184" y="1461676"/>
                  </a:lnTo>
                  <a:lnTo>
                    <a:pt x="3127184" y="1461053"/>
                  </a:lnTo>
                  <a:lnTo>
                    <a:pt x="3127293" y="1461053"/>
                  </a:lnTo>
                  <a:lnTo>
                    <a:pt x="3127401" y="1461053"/>
                  </a:lnTo>
                  <a:lnTo>
                    <a:pt x="3127510" y="1461053"/>
                  </a:lnTo>
                  <a:lnTo>
                    <a:pt x="3127510" y="1460429"/>
                  </a:lnTo>
                  <a:lnTo>
                    <a:pt x="3127618" y="1460429"/>
                  </a:lnTo>
                  <a:lnTo>
                    <a:pt x="3127726" y="1460429"/>
                  </a:lnTo>
                  <a:lnTo>
                    <a:pt x="3127835" y="1460429"/>
                  </a:lnTo>
                  <a:lnTo>
                    <a:pt x="3127835" y="1459806"/>
                  </a:lnTo>
                  <a:lnTo>
                    <a:pt x="3127943" y="1459806"/>
                  </a:lnTo>
                  <a:lnTo>
                    <a:pt x="3128052" y="1459806"/>
                  </a:lnTo>
                  <a:lnTo>
                    <a:pt x="3128160" y="1459806"/>
                  </a:lnTo>
                  <a:lnTo>
                    <a:pt x="3128269" y="1459806"/>
                  </a:lnTo>
                  <a:lnTo>
                    <a:pt x="3128377" y="1459806"/>
                  </a:lnTo>
                  <a:lnTo>
                    <a:pt x="3128486" y="1459806"/>
                  </a:lnTo>
                  <a:lnTo>
                    <a:pt x="3128594" y="1459806"/>
                  </a:lnTo>
                  <a:lnTo>
                    <a:pt x="3128702" y="1459806"/>
                  </a:lnTo>
                  <a:lnTo>
                    <a:pt x="3128811" y="1459806"/>
                  </a:lnTo>
                  <a:lnTo>
                    <a:pt x="3128919" y="1459806"/>
                  </a:lnTo>
                  <a:lnTo>
                    <a:pt x="3128919" y="1459182"/>
                  </a:lnTo>
                  <a:lnTo>
                    <a:pt x="3129028" y="1459182"/>
                  </a:lnTo>
                  <a:lnTo>
                    <a:pt x="3129136" y="1459182"/>
                  </a:lnTo>
                  <a:lnTo>
                    <a:pt x="3129245" y="1459182"/>
                  </a:lnTo>
                  <a:lnTo>
                    <a:pt x="3129353" y="1459182"/>
                  </a:lnTo>
                  <a:lnTo>
                    <a:pt x="3129462" y="1459182"/>
                  </a:lnTo>
                  <a:lnTo>
                    <a:pt x="3129570" y="1459182"/>
                  </a:lnTo>
                  <a:lnTo>
                    <a:pt x="3129679" y="1459182"/>
                  </a:lnTo>
                  <a:lnTo>
                    <a:pt x="3129787" y="1459182"/>
                  </a:lnTo>
                  <a:lnTo>
                    <a:pt x="3129895" y="1459182"/>
                  </a:lnTo>
                  <a:lnTo>
                    <a:pt x="3130004" y="1459182"/>
                  </a:lnTo>
                  <a:lnTo>
                    <a:pt x="3130112" y="1459182"/>
                  </a:lnTo>
                  <a:lnTo>
                    <a:pt x="3130221" y="1459182"/>
                  </a:lnTo>
                  <a:lnTo>
                    <a:pt x="3130329" y="1459182"/>
                  </a:lnTo>
                  <a:lnTo>
                    <a:pt x="3130438" y="1459182"/>
                  </a:lnTo>
                  <a:lnTo>
                    <a:pt x="3130546" y="1459182"/>
                  </a:lnTo>
                  <a:lnTo>
                    <a:pt x="3130655" y="1459182"/>
                  </a:lnTo>
                  <a:lnTo>
                    <a:pt x="3130763" y="1459182"/>
                  </a:lnTo>
                  <a:lnTo>
                    <a:pt x="3130871" y="1459182"/>
                  </a:lnTo>
                  <a:lnTo>
                    <a:pt x="3130980" y="1459182"/>
                  </a:lnTo>
                  <a:lnTo>
                    <a:pt x="3131088" y="1459182"/>
                  </a:lnTo>
                  <a:lnTo>
                    <a:pt x="3131197" y="1459182"/>
                  </a:lnTo>
                  <a:lnTo>
                    <a:pt x="3131305" y="1459182"/>
                  </a:lnTo>
                  <a:lnTo>
                    <a:pt x="3131414" y="1459182"/>
                  </a:lnTo>
                  <a:lnTo>
                    <a:pt x="3131522" y="1459182"/>
                  </a:lnTo>
                  <a:lnTo>
                    <a:pt x="3131631" y="1459182"/>
                  </a:lnTo>
                  <a:lnTo>
                    <a:pt x="3131739" y="1459182"/>
                  </a:lnTo>
                  <a:lnTo>
                    <a:pt x="3131739" y="1458559"/>
                  </a:lnTo>
                  <a:lnTo>
                    <a:pt x="3131739" y="1457935"/>
                  </a:lnTo>
                  <a:lnTo>
                    <a:pt x="3131847" y="1457935"/>
                  </a:lnTo>
                  <a:lnTo>
                    <a:pt x="3131956" y="1457935"/>
                  </a:lnTo>
                  <a:lnTo>
                    <a:pt x="3132064" y="1457935"/>
                  </a:lnTo>
                  <a:lnTo>
                    <a:pt x="3132173" y="1457935"/>
                  </a:lnTo>
                  <a:lnTo>
                    <a:pt x="3132281" y="1457935"/>
                  </a:lnTo>
                  <a:lnTo>
                    <a:pt x="3132390" y="1457935"/>
                  </a:lnTo>
                  <a:lnTo>
                    <a:pt x="3132390" y="1457311"/>
                  </a:lnTo>
                  <a:lnTo>
                    <a:pt x="3132390" y="1456688"/>
                  </a:lnTo>
                  <a:lnTo>
                    <a:pt x="3132498" y="1456688"/>
                  </a:lnTo>
                  <a:lnTo>
                    <a:pt x="3132607" y="1456688"/>
                  </a:lnTo>
                  <a:lnTo>
                    <a:pt x="3132715" y="1456688"/>
                  </a:lnTo>
                  <a:lnTo>
                    <a:pt x="3132823" y="1456688"/>
                  </a:lnTo>
                  <a:lnTo>
                    <a:pt x="3132932" y="1456688"/>
                  </a:lnTo>
                  <a:lnTo>
                    <a:pt x="3133040" y="1456688"/>
                  </a:lnTo>
                  <a:lnTo>
                    <a:pt x="3133149" y="1456688"/>
                  </a:lnTo>
                  <a:lnTo>
                    <a:pt x="3133149" y="1456064"/>
                  </a:lnTo>
                  <a:lnTo>
                    <a:pt x="3133257" y="1456064"/>
                  </a:lnTo>
                  <a:lnTo>
                    <a:pt x="3133366" y="1456064"/>
                  </a:lnTo>
                  <a:lnTo>
                    <a:pt x="3133474" y="1456064"/>
                  </a:lnTo>
                  <a:lnTo>
                    <a:pt x="3133583" y="1456064"/>
                  </a:lnTo>
                  <a:lnTo>
                    <a:pt x="3133691" y="1456064"/>
                  </a:lnTo>
                  <a:lnTo>
                    <a:pt x="3133691" y="1455441"/>
                  </a:lnTo>
                  <a:lnTo>
                    <a:pt x="3133691" y="1454817"/>
                  </a:lnTo>
                  <a:lnTo>
                    <a:pt x="3133800" y="1454817"/>
                  </a:lnTo>
                  <a:lnTo>
                    <a:pt x="3133908" y="1454817"/>
                  </a:lnTo>
                  <a:lnTo>
                    <a:pt x="3134016" y="1454817"/>
                  </a:lnTo>
                  <a:lnTo>
                    <a:pt x="3134016" y="1454193"/>
                  </a:lnTo>
                  <a:lnTo>
                    <a:pt x="3134125" y="1454193"/>
                  </a:lnTo>
                  <a:lnTo>
                    <a:pt x="3134233" y="1454193"/>
                  </a:lnTo>
                  <a:lnTo>
                    <a:pt x="3134342" y="1454193"/>
                  </a:lnTo>
                  <a:lnTo>
                    <a:pt x="3134450" y="1454193"/>
                  </a:lnTo>
                  <a:lnTo>
                    <a:pt x="3134450" y="1453570"/>
                  </a:lnTo>
                  <a:lnTo>
                    <a:pt x="3134559" y="1453570"/>
                  </a:lnTo>
                  <a:lnTo>
                    <a:pt x="3134667" y="1453570"/>
                  </a:lnTo>
                  <a:lnTo>
                    <a:pt x="3134776" y="1453570"/>
                  </a:lnTo>
                  <a:lnTo>
                    <a:pt x="3134776" y="1452946"/>
                  </a:lnTo>
                  <a:lnTo>
                    <a:pt x="3134884" y="1452946"/>
                  </a:lnTo>
                  <a:lnTo>
                    <a:pt x="3134884" y="1452323"/>
                  </a:lnTo>
                  <a:lnTo>
                    <a:pt x="3134884" y="1451699"/>
                  </a:lnTo>
                  <a:lnTo>
                    <a:pt x="3134992" y="1451699"/>
                  </a:lnTo>
                  <a:lnTo>
                    <a:pt x="3135101" y="1451699"/>
                  </a:lnTo>
                  <a:lnTo>
                    <a:pt x="3135209" y="1451699"/>
                  </a:lnTo>
                  <a:lnTo>
                    <a:pt x="3135318" y="1451699"/>
                  </a:lnTo>
                  <a:lnTo>
                    <a:pt x="3135426" y="1451699"/>
                  </a:lnTo>
                  <a:lnTo>
                    <a:pt x="3135535" y="1451699"/>
                  </a:lnTo>
                  <a:lnTo>
                    <a:pt x="3135643" y="1451699"/>
                  </a:lnTo>
                  <a:lnTo>
                    <a:pt x="3135752" y="1451699"/>
                  </a:lnTo>
                  <a:lnTo>
                    <a:pt x="3135860" y="1451699"/>
                  </a:lnTo>
                  <a:lnTo>
                    <a:pt x="3135968" y="1451699"/>
                  </a:lnTo>
                  <a:lnTo>
                    <a:pt x="3136077" y="1451699"/>
                  </a:lnTo>
                  <a:lnTo>
                    <a:pt x="3136185" y="1451699"/>
                  </a:lnTo>
                  <a:lnTo>
                    <a:pt x="3136294" y="1451699"/>
                  </a:lnTo>
                  <a:lnTo>
                    <a:pt x="3136402" y="1451699"/>
                  </a:lnTo>
                  <a:lnTo>
                    <a:pt x="3136511" y="1451699"/>
                  </a:lnTo>
                  <a:lnTo>
                    <a:pt x="3136511" y="1451076"/>
                  </a:lnTo>
                  <a:lnTo>
                    <a:pt x="3136511" y="1450452"/>
                  </a:lnTo>
                  <a:lnTo>
                    <a:pt x="3136619" y="1450452"/>
                  </a:lnTo>
                  <a:lnTo>
                    <a:pt x="3136728" y="1450452"/>
                  </a:lnTo>
                  <a:lnTo>
                    <a:pt x="3136836" y="1450452"/>
                  </a:lnTo>
                  <a:lnTo>
                    <a:pt x="3136836" y="1449828"/>
                  </a:lnTo>
                  <a:lnTo>
                    <a:pt x="3136944" y="1449828"/>
                  </a:lnTo>
                  <a:lnTo>
                    <a:pt x="3136944" y="1449205"/>
                  </a:lnTo>
                  <a:lnTo>
                    <a:pt x="3137053" y="1449205"/>
                  </a:lnTo>
                  <a:lnTo>
                    <a:pt x="3137161" y="1449205"/>
                  </a:lnTo>
                  <a:lnTo>
                    <a:pt x="3137270" y="1449205"/>
                  </a:lnTo>
                  <a:lnTo>
                    <a:pt x="3137378" y="1449205"/>
                  </a:lnTo>
                  <a:lnTo>
                    <a:pt x="3137487" y="1449205"/>
                  </a:lnTo>
                  <a:lnTo>
                    <a:pt x="3137487" y="1448581"/>
                  </a:lnTo>
                  <a:lnTo>
                    <a:pt x="3137595" y="1448581"/>
                  </a:lnTo>
                  <a:lnTo>
                    <a:pt x="3137704" y="1448581"/>
                  </a:lnTo>
                  <a:lnTo>
                    <a:pt x="3137812" y="1448581"/>
                  </a:lnTo>
                  <a:lnTo>
                    <a:pt x="3137921" y="1448581"/>
                  </a:lnTo>
                  <a:lnTo>
                    <a:pt x="3138029" y="1448581"/>
                  </a:lnTo>
                  <a:lnTo>
                    <a:pt x="3138137" y="1448581"/>
                  </a:lnTo>
                  <a:lnTo>
                    <a:pt x="3138137" y="1447958"/>
                  </a:lnTo>
                  <a:lnTo>
                    <a:pt x="3138246" y="1447958"/>
                  </a:lnTo>
                  <a:lnTo>
                    <a:pt x="3138354" y="1447958"/>
                  </a:lnTo>
                  <a:lnTo>
                    <a:pt x="3138354" y="1447334"/>
                  </a:lnTo>
                  <a:lnTo>
                    <a:pt x="3138463" y="1447334"/>
                  </a:lnTo>
                  <a:lnTo>
                    <a:pt x="3138463" y="1446710"/>
                  </a:lnTo>
                  <a:lnTo>
                    <a:pt x="3138571" y="1446710"/>
                  </a:lnTo>
                  <a:lnTo>
                    <a:pt x="3138680" y="1446710"/>
                  </a:lnTo>
                  <a:lnTo>
                    <a:pt x="3138788" y="1446710"/>
                  </a:lnTo>
                  <a:lnTo>
                    <a:pt x="3138897" y="1446710"/>
                  </a:lnTo>
                  <a:lnTo>
                    <a:pt x="3139005" y="1446710"/>
                  </a:lnTo>
                  <a:lnTo>
                    <a:pt x="3139113" y="1446710"/>
                  </a:lnTo>
                  <a:lnTo>
                    <a:pt x="3139222" y="1446710"/>
                  </a:lnTo>
                  <a:lnTo>
                    <a:pt x="3139330" y="1446710"/>
                  </a:lnTo>
                  <a:lnTo>
                    <a:pt x="3139439" y="1446710"/>
                  </a:lnTo>
                  <a:lnTo>
                    <a:pt x="3139547" y="1446710"/>
                  </a:lnTo>
                  <a:lnTo>
                    <a:pt x="3139656" y="1446710"/>
                  </a:lnTo>
                  <a:lnTo>
                    <a:pt x="3139764" y="1446710"/>
                  </a:lnTo>
                  <a:lnTo>
                    <a:pt x="3139873" y="1446710"/>
                  </a:lnTo>
                  <a:lnTo>
                    <a:pt x="3139873" y="1446087"/>
                  </a:lnTo>
                  <a:lnTo>
                    <a:pt x="3139981" y="1446087"/>
                  </a:lnTo>
                  <a:lnTo>
                    <a:pt x="3140089" y="1446087"/>
                  </a:lnTo>
                  <a:lnTo>
                    <a:pt x="3140198" y="1446087"/>
                  </a:lnTo>
                  <a:lnTo>
                    <a:pt x="3140306" y="1446087"/>
                  </a:lnTo>
                  <a:lnTo>
                    <a:pt x="3140415" y="1446087"/>
                  </a:lnTo>
                  <a:lnTo>
                    <a:pt x="3140415" y="1445463"/>
                  </a:lnTo>
                  <a:lnTo>
                    <a:pt x="3140523" y="1445463"/>
                  </a:lnTo>
                  <a:lnTo>
                    <a:pt x="3140632" y="1445463"/>
                  </a:lnTo>
                  <a:lnTo>
                    <a:pt x="3140740" y="1445463"/>
                  </a:lnTo>
                  <a:lnTo>
                    <a:pt x="3140849" y="1445463"/>
                  </a:lnTo>
                  <a:lnTo>
                    <a:pt x="3140957" y="1445463"/>
                  </a:lnTo>
                  <a:lnTo>
                    <a:pt x="3141065" y="1445463"/>
                  </a:lnTo>
                  <a:lnTo>
                    <a:pt x="3141174" y="1445463"/>
                  </a:lnTo>
                  <a:lnTo>
                    <a:pt x="3141282" y="1445463"/>
                  </a:lnTo>
                  <a:lnTo>
                    <a:pt x="3141391" y="1445463"/>
                  </a:lnTo>
                  <a:lnTo>
                    <a:pt x="3141391" y="1444840"/>
                  </a:lnTo>
                  <a:lnTo>
                    <a:pt x="3141499" y="1444840"/>
                  </a:lnTo>
                  <a:lnTo>
                    <a:pt x="3141608" y="1444840"/>
                  </a:lnTo>
                  <a:lnTo>
                    <a:pt x="3141716" y="1444840"/>
                  </a:lnTo>
                  <a:lnTo>
                    <a:pt x="3141825" y="1444840"/>
                  </a:lnTo>
                  <a:lnTo>
                    <a:pt x="3141933" y="1444840"/>
                  </a:lnTo>
                  <a:lnTo>
                    <a:pt x="3142042" y="1444840"/>
                  </a:lnTo>
                  <a:lnTo>
                    <a:pt x="3142150" y="1444840"/>
                  </a:lnTo>
                  <a:lnTo>
                    <a:pt x="3142258" y="1444840"/>
                  </a:lnTo>
                  <a:lnTo>
                    <a:pt x="3142367" y="1444840"/>
                  </a:lnTo>
                  <a:lnTo>
                    <a:pt x="3142475" y="1444840"/>
                  </a:lnTo>
                  <a:lnTo>
                    <a:pt x="3142584" y="1444840"/>
                  </a:lnTo>
                  <a:lnTo>
                    <a:pt x="3142692" y="1444840"/>
                  </a:lnTo>
                  <a:lnTo>
                    <a:pt x="3142801" y="1444840"/>
                  </a:lnTo>
                  <a:lnTo>
                    <a:pt x="3142909" y="1444840"/>
                  </a:lnTo>
                  <a:lnTo>
                    <a:pt x="3143018" y="1444840"/>
                  </a:lnTo>
                  <a:lnTo>
                    <a:pt x="3143018" y="1444216"/>
                  </a:lnTo>
                  <a:lnTo>
                    <a:pt x="3143126" y="1444216"/>
                  </a:lnTo>
                  <a:lnTo>
                    <a:pt x="3143126" y="1443593"/>
                  </a:lnTo>
                  <a:lnTo>
                    <a:pt x="3143234" y="1443593"/>
                  </a:lnTo>
                  <a:lnTo>
                    <a:pt x="3143234" y="1442969"/>
                  </a:lnTo>
                  <a:lnTo>
                    <a:pt x="3143343" y="1442969"/>
                  </a:lnTo>
                  <a:lnTo>
                    <a:pt x="3143451" y="1442969"/>
                  </a:lnTo>
                  <a:lnTo>
                    <a:pt x="3143560" y="1442969"/>
                  </a:lnTo>
                  <a:lnTo>
                    <a:pt x="3143668" y="1442969"/>
                  </a:lnTo>
                  <a:lnTo>
                    <a:pt x="3143777" y="1442969"/>
                  </a:lnTo>
                  <a:lnTo>
                    <a:pt x="3143885" y="1442969"/>
                  </a:lnTo>
                  <a:lnTo>
                    <a:pt x="3143994" y="1442969"/>
                  </a:lnTo>
                  <a:lnTo>
                    <a:pt x="3143994" y="1442345"/>
                  </a:lnTo>
                  <a:lnTo>
                    <a:pt x="3143994" y="1441722"/>
                  </a:lnTo>
                  <a:lnTo>
                    <a:pt x="3144102" y="1441722"/>
                  </a:lnTo>
                  <a:lnTo>
                    <a:pt x="3144210" y="1441722"/>
                  </a:lnTo>
                  <a:lnTo>
                    <a:pt x="3144210" y="1441098"/>
                  </a:lnTo>
                  <a:lnTo>
                    <a:pt x="3144319" y="1441098"/>
                  </a:lnTo>
                  <a:lnTo>
                    <a:pt x="3144427" y="1441098"/>
                  </a:lnTo>
                  <a:lnTo>
                    <a:pt x="3144536" y="1441098"/>
                  </a:lnTo>
                  <a:lnTo>
                    <a:pt x="3144536" y="1440475"/>
                  </a:lnTo>
                  <a:lnTo>
                    <a:pt x="3144644" y="1440475"/>
                  </a:lnTo>
                  <a:lnTo>
                    <a:pt x="3144753" y="1440475"/>
                  </a:lnTo>
                  <a:lnTo>
                    <a:pt x="3144861" y="1440475"/>
                  </a:lnTo>
                  <a:lnTo>
                    <a:pt x="3144970" y="1440475"/>
                  </a:lnTo>
                  <a:lnTo>
                    <a:pt x="3145078" y="1440475"/>
                  </a:lnTo>
                  <a:lnTo>
                    <a:pt x="3145186" y="1440475"/>
                  </a:lnTo>
                  <a:lnTo>
                    <a:pt x="3145295" y="1440475"/>
                  </a:lnTo>
                  <a:lnTo>
                    <a:pt x="3145403" y="1440475"/>
                  </a:lnTo>
                  <a:lnTo>
                    <a:pt x="3145512" y="1440475"/>
                  </a:lnTo>
                  <a:lnTo>
                    <a:pt x="3145620" y="1440475"/>
                  </a:lnTo>
                  <a:lnTo>
                    <a:pt x="3145729" y="1440475"/>
                  </a:lnTo>
                  <a:lnTo>
                    <a:pt x="3145837" y="1440475"/>
                  </a:lnTo>
                  <a:lnTo>
                    <a:pt x="3145946" y="1440475"/>
                  </a:lnTo>
                  <a:lnTo>
                    <a:pt x="3146054" y="1440475"/>
                  </a:lnTo>
                  <a:lnTo>
                    <a:pt x="3146162" y="1440475"/>
                  </a:lnTo>
                  <a:lnTo>
                    <a:pt x="3146271" y="1440475"/>
                  </a:lnTo>
                  <a:lnTo>
                    <a:pt x="3146379" y="1440475"/>
                  </a:lnTo>
                  <a:lnTo>
                    <a:pt x="3146488" y="1440475"/>
                  </a:lnTo>
                  <a:lnTo>
                    <a:pt x="3146596" y="1440475"/>
                  </a:lnTo>
                  <a:lnTo>
                    <a:pt x="3146705" y="1440475"/>
                  </a:lnTo>
                  <a:lnTo>
                    <a:pt x="3146813" y="1440475"/>
                  </a:lnTo>
                  <a:lnTo>
                    <a:pt x="3146813" y="1439851"/>
                  </a:lnTo>
                  <a:lnTo>
                    <a:pt x="3146813" y="1439227"/>
                  </a:lnTo>
                  <a:lnTo>
                    <a:pt x="3146813" y="1438604"/>
                  </a:lnTo>
                  <a:lnTo>
                    <a:pt x="3146922" y="1438604"/>
                  </a:lnTo>
                  <a:lnTo>
                    <a:pt x="3147030" y="1438604"/>
                  </a:lnTo>
                  <a:lnTo>
                    <a:pt x="3147139" y="1438604"/>
                  </a:lnTo>
                  <a:lnTo>
                    <a:pt x="3147247" y="1438604"/>
                  </a:lnTo>
                  <a:lnTo>
                    <a:pt x="3147355" y="1438604"/>
                  </a:lnTo>
                  <a:lnTo>
                    <a:pt x="3147464" y="1438604"/>
                  </a:lnTo>
                  <a:lnTo>
                    <a:pt x="3147572" y="1438604"/>
                  </a:lnTo>
                  <a:lnTo>
                    <a:pt x="3147681" y="1438604"/>
                  </a:lnTo>
                  <a:lnTo>
                    <a:pt x="3147789" y="1438604"/>
                  </a:lnTo>
                  <a:lnTo>
                    <a:pt x="3147898" y="1438604"/>
                  </a:lnTo>
                  <a:lnTo>
                    <a:pt x="3148006" y="1438604"/>
                  </a:lnTo>
                  <a:lnTo>
                    <a:pt x="3148115" y="1438604"/>
                  </a:lnTo>
                  <a:lnTo>
                    <a:pt x="3148223" y="1438604"/>
                  </a:lnTo>
                  <a:lnTo>
                    <a:pt x="3148331" y="1438604"/>
                  </a:lnTo>
                  <a:lnTo>
                    <a:pt x="3148440" y="1438604"/>
                  </a:lnTo>
                  <a:lnTo>
                    <a:pt x="3148440" y="1437980"/>
                  </a:lnTo>
                  <a:lnTo>
                    <a:pt x="3148548" y="1437980"/>
                  </a:lnTo>
                  <a:lnTo>
                    <a:pt x="3148657" y="1437980"/>
                  </a:lnTo>
                  <a:lnTo>
                    <a:pt x="3148765" y="1437980"/>
                  </a:lnTo>
                  <a:lnTo>
                    <a:pt x="3148765" y="1437357"/>
                  </a:lnTo>
                  <a:lnTo>
                    <a:pt x="3148874" y="1437357"/>
                  </a:lnTo>
                  <a:lnTo>
                    <a:pt x="3148982" y="1437357"/>
                  </a:lnTo>
                  <a:lnTo>
                    <a:pt x="3149091" y="1437357"/>
                  </a:lnTo>
                  <a:lnTo>
                    <a:pt x="3149199" y="1437357"/>
                  </a:lnTo>
                  <a:lnTo>
                    <a:pt x="3149307" y="1437357"/>
                  </a:lnTo>
                  <a:lnTo>
                    <a:pt x="3149307" y="1436733"/>
                  </a:lnTo>
                  <a:lnTo>
                    <a:pt x="3149307" y="1436110"/>
                  </a:lnTo>
                  <a:lnTo>
                    <a:pt x="3149416" y="1436110"/>
                  </a:lnTo>
                  <a:lnTo>
                    <a:pt x="3149524" y="1436110"/>
                  </a:lnTo>
                  <a:lnTo>
                    <a:pt x="3149633" y="1436110"/>
                  </a:lnTo>
                  <a:lnTo>
                    <a:pt x="3149741" y="1436110"/>
                  </a:lnTo>
                  <a:lnTo>
                    <a:pt x="3149850" y="1436110"/>
                  </a:lnTo>
                  <a:lnTo>
                    <a:pt x="3149958" y="1436110"/>
                  </a:lnTo>
                  <a:lnTo>
                    <a:pt x="3150067" y="1436110"/>
                  </a:lnTo>
                  <a:lnTo>
                    <a:pt x="3150175" y="1436110"/>
                  </a:lnTo>
                  <a:lnTo>
                    <a:pt x="3150175" y="1435486"/>
                  </a:lnTo>
                  <a:lnTo>
                    <a:pt x="3150283" y="1435486"/>
                  </a:lnTo>
                  <a:lnTo>
                    <a:pt x="3150392" y="1435486"/>
                  </a:lnTo>
                  <a:lnTo>
                    <a:pt x="3150500" y="1435486"/>
                  </a:lnTo>
                  <a:lnTo>
                    <a:pt x="3150609" y="1435486"/>
                  </a:lnTo>
                  <a:lnTo>
                    <a:pt x="3150717" y="1435486"/>
                  </a:lnTo>
                  <a:lnTo>
                    <a:pt x="3150826" y="1435486"/>
                  </a:lnTo>
                  <a:lnTo>
                    <a:pt x="3150826" y="1434862"/>
                  </a:lnTo>
                  <a:lnTo>
                    <a:pt x="3150934" y="1434862"/>
                  </a:lnTo>
                  <a:lnTo>
                    <a:pt x="3151043" y="1434862"/>
                  </a:lnTo>
                  <a:lnTo>
                    <a:pt x="3151151" y="1434862"/>
                  </a:lnTo>
                  <a:lnTo>
                    <a:pt x="3151260" y="1434862"/>
                  </a:lnTo>
                  <a:lnTo>
                    <a:pt x="3151368" y="1434862"/>
                  </a:lnTo>
                  <a:lnTo>
                    <a:pt x="3151476" y="1434862"/>
                  </a:lnTo>
                  <a:lnTo>
                    <a:pt x="3151476" y="1434239"/>
                  </a:lnTo>
                  <a:lnTo>
                    <a:pt x="3151476" y="1433615"/>
                  </a:lnTo>
                  <a:lnTo>
                    <a:pt x="3151585" y="1433615"/>
                  </a:lnTo>
                  <a:lnTo>
                    <a:pt x="3151693" y="1433615"/>
                  </a:lnTo>
                  <a:lnTo>
                    <a:pt x="3151693" y="1432992"/>
                  </a:lnTo>
                  <a:lnTo>
                    <a:pt x="3151802" y="1432992"/>
                  </a:lnTo>
                  <a:lnTo>
                    <a:pt x="3151910" y="1432992"/>
                  </a:lnTo>
                  <a:lnTo>
                    <a:pt x="3152019" y="1432992"/>
                  </a:lnTo>
                  <a:lnTo>
                    <a:pt x="3152127" y="1432992"/>
                  </a:lnTo>
                  <a:lnTo>
                    <a:pt x="3152236" y="1432992"/>
                  </a:lnTo>
                  <a:lnTo>
                    <a:pt x="3152344" y="1432992"/>
                  </a:lnTo>
                  <a:lnTo>
                    <a:pt x="3152452" y="1432992"/>
                  </a:lnTo>
                  <a:lnTo>
                    <a:pt x="3152561" y="1432992"/>
                  </a:lnTo>
                  <a:lnTo>
                    <a:pt x="3152561" y="1432368"/>
                  </a:lnTo>
                  <a:lnTo>
                    <a:pt x="3152561" y="1431745"/>
                  </a:lnTo>
                  <a:lnTo>
                    <a:pt x="3152669" y="1431745"/>
                  </a:lnTo>
                  <a:lnTo>
                    <a:pt x="3152778" y="1431745"/>
                  </a:lnTo>
                  <a:lnTo>
                    <a:pt x="3152778" y="1431121"/>
                  </a:lnTo>
                  <a:lnTo>
                    <a:pt x="3152886" y="1431121"/>
                  </a:lnTo>
                  <a:lnTo>
                    <a:pt x="3152995" y="1431121"/>
                  </a:lnTo>
                  <a:lnTo>
                    <a:pt x="3153103" y="1431121"/>
                  </a:lnTo>
                  <a:lnTo>
                    <a:pt x="3153212" y="1431121"/>
                  </a:lnTo>
                  <a:lnTo>
                    <a:pt x="3153320" y="1431121"/>
                  </a:lnTo>
                  <a:lnTo>
                    <a:pt x="3153428" y="1431121"/>
                  </a:lnTo>
                  <a:lnTo>
                    <a:pt x="3153537" y="1431121"/>
                  </a:lnTo>
                  <a:lnTo>
                    <a:pt x="3153645" y="1431121"/>
                  </a:lnTo>
                  <a:lnTo>
                    <a:pt x="3153645" y="1430497"/>
                  </a:lnTo>
                  <a:lnTo>
                    <a:pt x="3153645" y="1429874"/>
                  </a:lnTo>
                  <a:lnTo>
                    <a:pt x="3153754" y="1429874"/>
                  </a:lnTo>
                  <a:lnTo>
                    <a:pt x="3153862" y="1429874"/>
                  </a:lnTo>
                  <a:lnTo>
                    <a:pt x="3153971" y="1429874"/>
                  </a:lnTo>
                  <a:lnTo>
                    <a:pt x="3154079" y="1429874"/>
                  </a:lnTo>
                  <a:lnTo>
                    <a:pt x="3154188" y="1429874"/>
                  </a:lnTo>
                  <a:lnTo>
                    <a:pt x="3154296" y="1429874"/>
                  </a:lnTo>
                  <a:lnTo>
                    <a:pt x="3154404" y="1429874"/>
                  </a:lnTo>
                  <a:lnTo>
                    <a:pt x="3154513" y="1429874"/>
                  </a:lnTo>
                  <a:lnTo>
                    <a:pt x="3154513" y="1429250"/>
                  </a:lnTo>
                  <a:lnTo>
                    <a:pt x="3154621" y="1429250"/>
                  </a:lnTo>
                  <a:lnTo>
                    <a:pt x="3154730" y="1429250"/>
                  </a:lnTo>
                  <a:lnTo>
                    <a:pt x="3154838" y="1429250"/>
                  </a:lnTo>
                  <a:lnTo>
                    <a:pt x="3154947" y="1429250"/>
                  </a:lnTo>
                  <a:lnTo>
                    <a:pt x="3155055" y="1429250"/>
                  </a:lnTo>
                  <a:lnTo>
                    <a:pt x="3155164" y="1429250"/>
                  </a:lnTo>
                  <a:lnTo>
                    <a:pt x="3155272" y="1429250"/>
                  </a:lnTo>
                  <a:lnTo>
                    <a:pt x="3155381" y="1429250"/>
                  </a:lnTo>
                  <a:lnTo>
                    <a:pt x="3155381" y="1428627"/>
                  </a:lnTo>
                  <a:lnTo>
                    <a:pt x="3155489" y="1428627"/>
                  </a:lnTo>
                  <a:lnTo>
                    <a:pt x="3155597" y="1428627"/>
                  </a:lnTo>
                  <a:lnTo>
                    <a:pt x="3155706" y="1428627"/>
                  </a:lnTo>
                  <a:lnTo>
                    <a:pt x="3155814" y="1428627"/>
                  </a:lnTo>
                  <a:lnTo>
                    <a:pt x="3155923" y="1428627"/>
                  </a:lnTo>
                  <a:lnTo>
                    <a:pt x="3156031" y="1428627"/>
                  </a:lnTo>
                  <a:lnTo>
                    <a:pt x="3156140" y="1428627"/>
                  </a:lnTo>
                  <a:lnTo>
                    <a:pt x="3156248" y="1428627"/>
                  </a:lnTo>
                  <a:lnTo>
                    <a:pt x="3156357" y="1428627"/>
                  </a:lnTo>
                  <a:lnTo>
                    <a:pt x="3156465" y="1428627"/>
                  </a:lnTo>
                  <a:lnTo>
                    <a:pt x="3156573" y="1428627"/>
                  </a:lnTo>
                  <a:lnTo>
                    <a:pt x="3156682" y="1428627"/>
                  </a:lnTo>
                  <a:lnTo>
                    <a:pt x="3156790" y="1428627"/>
                  </a:lnTo>
                  <a:lnTo>
                    <a:pt x="3156790" y="1428003"/>
                  </a:lnTo>
                  <a:lnTo>
                    <a:pt x="3156899" y="1428003"/>
                  </a:lnTo>
                  <a:lnTo>
                    <a:pt x="3157007" y="1428003"/>
                  </a:lnTo>
                  <a:lnTo>
                    <a:pt x="3157116" y="1428003"/>
                  </a:lnTo>
                  <a:lnTo>
                    <a:pt x="3157224" y="1428003"/>
                  </a:lnTo>
                  <a:lnTo>
                    <a:pt x="3157333" y="1428003"/>
                  </a:lnTo>
                  <a:lnTo>
                    <a:pt x="3157441" y="1428003"/>
                  </a:lnTo>
                  <a:lnTo>
                    <a:pt x="3157549" y="1428003"/>
                  </a:lnTo>
                  <a:lnTo>
                    <a:pt x="3157658" y="1428003"/>
                  </a:lnTo>
                  <a:lnTo>
                    <a:pt x="3157766" y="1428003"/>
                  </a:lnTo>
                  <a:lnTo>
                    <a:pt x="3157766" y="1427379"/>
                  </a:lnTo>
                  <a:lnTo>
                    <a:pt x="3157875" y="1427379"/>
                  </a:lnTo>
                  <a:lnTo>
                    <a:pt x="3157875" y="1426756"/>
                  </a:lnTo>
                  <a:lnTo>
                    <a:pt x="3157983" y="1426756"/>
                  </a:lnTo>
                  <a:lnTo>
                    <a:pt x="3157983" y="1426132"/>
                  </a:lnTo>
                  <a:lnTo>
                    <a:pt x="3158092" y="1426132"/>
                  </a:lnTo>
                  <a:lnTo>
                    <a:pt x="3158092" y="1425509"/>
                  </a:lnTo>
                  <a:lnTo>
                    <a:pt x="3158200" y="1425509"/>
                  </a:lnTo>
                  <a:lnTo>
                    <a:pt x="3158309" y="1425509"/>
                  </a:lnTo>
                  <a:lnTo>
                    <a:pt x="3158309" y="1424885"/>
                  </a:lnTo>
                  <a:lnTo>
                    <a:pt x="3158417" y="1424885"/>
                  </a:lnTo>
                  <a:lnTo>
                    <a:pt x="3158525" y="1424885"/>
                  </a:lnTo>
                  <a:lnTo>
                    <a:pt x="3158634" y="1424885"/>
                  </a:lnTo>
                  <a:lnTo>
                    <a:pt x="3158742" y="1424885"/>
                  </a:lnTo>
                  <a:lnTo>
                    <a:pt x="3158742" y="1424262"/>
                  </a:lnTo>
                  <a:lnTo>
                    <a:pt x="3158742" y="1423638"/>
                  </a:lnTo>
                  <a:lnTo>
                    <a:pt x="3158851" y="1423638"/>
                  </a:lnTo>
                  <a:lnTo>
                    <a:pt x="3158959" y="1423638"/>
                  </a:lnTo>
                  <a:lnTo>
                    <a:pt x="3159068" y="1423638"/>
                  </a:lnTo>
                  <a:lnTo>
                    <a:pt x="3159176" y="1423638"/>
                  </a:lnTo>
                  <a:lnTo>
                    <a:pt x="3159285" y="1423638"/>
                  </a:lnTo>
                  <a:lnTo>
                    <a:pt x="3159393" y="1423638"/>
                  </a:lnTo>
                  <a:lnTo>
                    <a:pt x="3159502" y="1423638"/>
                  </a:lnTo>
                  <a:lnTo>
                    <a:pt x="3159502" y="1423014"/>
                  </a:lnTo>
                  <a:lnTo>
                    <a:pt x="3159610" y="1423014"/>
                  </a:lnTo>
                  <a:lnTo>
                    <a:pt x="3159718" y="1423014"/>
                  </a:lnTo>
                  <a:lnTo>
                    <a:pt x="3159827" y="1423014"/>
                  </a:lnTo>
                  <a:lnTo>
                    <a:pt x="3159935" y="1423014"/>
                  </a:lnTo>
                  <a:lnTo>
                    <a:pt x="3160044" y="1423014"/>
                  </a:lnTo>
                  <a:lnTo>
                    <a:pt x="3160152" y="1423014"/>
                  </a:lnTo>
                  <a:lnTo>
                    <a:pt x="3160261" y="1423014"/>
                  </a:lnTo>
                  <a:lnTo>
                    <a:pt x="3160369" y="1423014"/>
                  </a:lnTo>
                  <a:lnTo>
                    <a:pt x="3160478" y="1423014"/>
                  </a:lnTo>
                  <a:lnTo>
                    <a:pt x="3160586" y="1423014"/>
                  </a:lnTo>
                  <a:lnTo>
                    <a:pt x="3160694" y="1423014"/>
                  </a:lnTo>
                  <a:lnTo>
                    <a:pt x="3160803" y="1423014"/>
                  </a:lnTo>
                  <a:lnTo>
                    <a:pt x="3160803" y="1422391"/>
                  </a:lnTo>
                  <a:lnTo>
                    <a:pt x="3160803" y="1421767"/>
                  </a:lnTo>
                  <a:lnTo>
                    <a:pt x="3160911" y="1421767"/>
                  </a:lnTo>
                  <a:lnTo>
                    <a:pt x="3161020" y="1421767"/>
                  </a:lnTo>
                  <a:lnTo>
                    <a:pt x="3161128" y="1421767"/>
                  </a:lnTo>
                  <a:lnTo>
                    <a:pt x="3161237" y="1421767"/>
                  </a:lnTo>
                  <a:lnTo>
                    <a:pt x="3161237" y="1421144"/>
                  </a:lnTo>
                  <a:lnTo>
                    <a:pt x="3161345" y="1421144"/>
                  </a:lnTo>
                  <a:lnTo>
                    <a:pt x="3161454" y="1421144"/>
                  </a:lnTo>
                  <a:lnTo>
                    <a:pt x="3161562" y="1421144"/>
                  </a:lnTo>
                  <a:lnTo>
                    <a:pt x="3161670" y="1421144"/>
                  </a:lnTo>
                  <a:lnTo>
                    <a:pt x="3161779" y="1421144"/>
                  </a:lnTo>
                  <a:lnTo>
                    <a:pt x="3161887" y="1421144"/>
                  </a:lnTo>
                  <a:lnTo>
                    <a:pt x="3161996" y="1421144"/>
                  </a:lnTo>
                  <a:lnTo>
                    <a:pt x="3162104" y="1421144"/>
                  </a:lnTo>
                  <a:lnTo>
                    <a:pt x="3162213" y="1421144"/>
                  </a:lnTo>
                  <a:lnTo>
                    <a:pt x="3162321" y="1421144"/>
                  </a:lnTo>
                  <a:lnTo>
                    <a:pt x="3162430" y="1421144"/>
                  </a:lnTo>
                  <a:lnTo>
                    <a:pt x="3162538" y="1421144"/>
                  </a:lnTo>
                  <a:lnTo>
                    <a:pt x="3162646" y="1421144"/>
                  </a:lnTo>
                  <a:lnTo>
                    <a:pt x="3162755" y="1421144"/>
                  </a:lnTo>
                  <a:lnTo>
                    <a:pt x="3162863" y="1421144"/>
                  </a:lnTo>
                  <a:lnTo>
                    <a:pt x="3162972" y="1421144"/>
                  </a:lnTo>
                  <a:lnTo>
                    <a:pt x="3163080" y="1421144"/>
                  </a:lnTo>
                  <a:lnTo>
                    <a:pt x="3163189" y="1421144"/>
                  </a:lnTo>
                  <a:lnTo>
                    <a:pt x="3163297" y="1421144"/>
                  </a:lnTo>
                  <a:lnTo>
                    <a:pt x="3163406" y="1421144"/>
                  </a:lnTo>
                  <a:lnTo>
                    <a:pt x="3163514" y="1421144"/>
                  </a:lnTo>
                  <a:lnTo>
                    <a:pt x="3163623" y="1421144"/>
                  </a:lnTo>
                  <a:lnTo>
                    <a:pt x="3163731" y="1421144"/>
                  </a:lnTo>
                  <a:lnTo>
                    <a:pt x="3163839" y="1421144"/>
                  </a:lnTo>
                  <a:lnTo>
                    <a:pt x="3163948" y="1421144"/>
                  </a:lnTo>
                  <a:lnTo>
                    <a:pt x="3163948" y="1420520"/>
                  </a:lnTo>
                  <a:lnTo>
                    <a:pt x="3164056" y="1420520"/>
                  </a:lnTo>
                  <a:lnTo>
                    <a:pt x="3164165" y="1420520"/>
                  </a:lnTo>
                  <a:lnTo>
                    <a:pt x="3164273" y="1420520"/>
                  </a:lnTo>
                  <a:lnTo>
                    <a:pt x="3164382" y="1420520"/>
                  </a:lnTo>
                  <a:lnTo>
                    <a:pt x="3164490" y="1420520"/>
                  </a:lnTo>
                  <a:lnTo>
                    <a:pt x="3164599" y="1420520"/>
                  </a:lnTo>
                  <a:lnTo>
                    <a:pt x="3164707" y="1420520"/>
                  </a:lnTo>
                  <a:lnTo>
                    <a:pt x="3164815" y="1420520"/>
                  </a:lnTo>
                  <a:lnTo>
                    <a:pt x="3164815" y="1419896"/>
                  </a:lnTo>
                  <a:lnTo>
                    <a:pt x="3164924" y="1419896"/>
                  </a:lnTo>
                  <a:lnTo>
                    <a:pt x="3165032" y="1419896"/>
                  </a:lnTo>
                  <a:lnTo>
                    <a:pt x="3165141" y="1419896"/>
                  </a:lnTo>
                  <a:lnTo>
                    <a:pt x="3165249" y="1419896"/>
                  </a:lnTo>
                  <a:lnTo>
                    <a:pt x="3165358" y="1419896"/>
                  </a:lnTo>
                  <a:lnTo>
                    <a:pt x="3165466" y="1419896"/>
                  </a:lnTo>
                  <a:lnTo>
                    <a:pt x="3165575" y="1419896"/>
                  </a:lnTo>
                  <a:lnTo>
                    <a:pt x="3165683" y="1419896"/>
                  </a:lnTo>
                  <a:lnTo>
                    <a:pt x="3165791" y="1419896"/>
                  </a:lnTo>
                  <a:lnTo>
                    <a:pt x="3165900" y="1419896"/>
                  </a:lnTo>
                  <a:lnTo>
                    <a:pt x="3166008" y="1419896"/>
                  </a:lnTo>
                  <a:lnTo>
                    <a:pt x="3166117" y="1419896"/>
                  </a:lnTo>
                  <a:lnTo>
                    <a:pt x="3166225" y="1419896"/>
                  </a:lnTo>
                  <a:lnTo>
                    <a:pt x="3166334" y="1419896"/>
                  </a:lnTo>
                  <a:lnTo>
                    <a:pt x="3166442" y="1419896"/>
                  </a:lnTo>
                  <a:lnTo>
                    <a:pt x="3166551" y="1419896"/>
                  </a:lnTo>
                  <a:lnTo>
                    <a:pt x="3166551" y="1419273"/>
                  </a:lnTo>
                  <a:lnTo>
                    <a:pt x="3166659" y="1419273"/>
                  </a:lnTo>
                  <a:lnTo>
                    <a:pt x="3166767" y="1419273"/>
                  </a:lnTo>
                  <a:lnTo>
                    <a:pt x="3166767" y="1418649"/>
                  </a:lnTo>
                  <a:lnTo>
                    <a:pt x="3166876" y="1418649"/>
                  </a:lnTo>
                  <a:lnTo>
                    <a:pt x="3166984" y="1418649"/>
                  </a:lnTo>
                  <a:lnTo>
                    <a:pt x="3167093" y="1418649"/>
                  </a:lnTo>
                  <a:lnTo>
                    <a:pt x="3167093" y="1418026"/>
                  </a:lnTo>
                  <a:lnTo>
                    <a:pt x="3167093" y="1417402"/>
                  </a:lnTo>
                  <a:lnTo>
                    <a:pt x="3167201" y="1417402"/>
                  </a:lnTo>
                  <a:lnTo>
                    <a:pt x="3167310" y="1417402"/>
                  </a:lnTo>
                  <a:lnTo>
                    <a:pt x="3167418" y="1417402"/>
                  </a:lnTo>
                  <a:lnTo>
                    <a:pt x="3167527" y="1417402"/>
                  </a:lnTo>
                  <a:lnTo>
                    <a:pt x="3167635" y="1417402"/>
                  </a:lnTo>
                  <a:lnTo>
                    <a:pt x="3167743" y="1417402"/>
                  </a:lnTo>
                  <a:lnTo>
                    <a:pt x="3167852" y="1417402"/>
                  </a:lnTo>
                  <a:lnTo>
                    <a:pt x="3167960" y="1417402"/>
                  </a:lnTo>
                  <a:lnTo>
                    <a:pt x="3168069" y="1417402"/>
                  </a:lnTo>
                  <a:lnTo>
                    <a:pt x="3168177" y="1417402"/>
                  </a:lnTo>
                  <a:lnTo>
                    <a:pt x="3168286" y="1417402"/>
                  </a:lnTo>
                  <a:lnTo>
                    <a:pt x="3168394" y="1417402"/>
                  </a:lnTo>
                  <a:lnTo>
                    <a:pt x="3168503" y="1417402"/>
                  </a:lnTo>
                  <a:lnTo>
                    <a:pt x="3168611" y="1417402"/>
                  </a:lnTo>
                  <a:lnTo>
                    <a:pt x="3168720" y="1417402"/>
                  </a:lnTo>
                  <a:lnTo>
                    <a:pt x="3168828" y="1417402"/>
                  </a:lnTo>
                  <a:lnTo>
                    <a:pt x="3168936" y="1417402"/>
                  </a:lnTo>
                  <a:lnTo>
                    <a:pt x="3169045" y="1417402"/>
                  </a:lnTo>
                  <a:lnTo>
                    <a:pt x="3169153" y="1417402"/>
                  </a:lnTo>
                  <a:lnTo>
                    <a:pt x="3169262" y="1417402"/>
                  </a:lnTo>
                  <a:lnTo>
                    <a:pt x="3169370" y="1417402"/>
                  </a:lnTo>
                  <a:lnTo>
                    <a:pt x="3169479" y="1417402"/>
                  </a:lnTo>
                  <a:lnTo>
                    <a:pt x="3169587" y="1417402"/>
                  </a:lnTo>
                  <a:lnTo>
                    <a:pt x="3169696" y="1417402"/>
                  </a:lnTo>
                  <a:lnTo>
                    <a:pt x="3169804" y="1417402"/>
                  </a:lnTo>
                  <a:lnTo>
                    <a:pt x="3169804" y="1416779"/>
                  </a:lnTo>
                  <a:lnTo>
                    <a:pt x="3169912" y="1416779"/>
                  </a:lnTo>
                  <a:lnTo>
                    <a:pt x="3170021" y="1416779"/>
                  </a:lnTo>
                  <a:lnTo>
                    <a:pt x="3170129" y="1416779"/>
                  </a:lnTo>
                  <a:lnTo>
                    <a:pt x="3170129" y="1416155"/>
                  </a:lnTo>
                  <a:lnTo>
                    <a:pt x="3170238" y="1416155"/>
                  </a:lnTo>
                  <a:lnTo>
                    <a:pt x="3170346" y="1416155"/>
                  </a:lnTo>
                  <a:lnTo>
                    <a:pt x="3170455" y="1416155"/>
                  </a:lnTo>
                  <a:lnTo>
                    <a:pt x="3170563" y="1416155"/>
                  </a:lnTo>
                  <a:lnTo>
                    <a:pt x="3170672" y="1416155"/>
                  </a:lnTo>
                  <a:lnTo>
                    <a:pt x="3170780" y="1416155"/>
                  </a:lnTo>
                  <a:lnTo>
                    <a:pt x="3170888" y="1416155"/>
                  </a:lnTo>
                  <a:lnTo>
                    <a:pt x="3170997" y="1416155"/>
                  </a:lnTo>
                  <a:lnTo>
                    <a:pt x="3171105" y="1416155"/>
                  </a:lnTo>
                  <a:lnTo>
                    <a:pt x="3171105" y="1415531"/>
                  </a:lnTo>
                  <a:lnTo>
                    <a:pt x="3171214" y="1415531"/>
                  </a:lnTo>
                  <a:lnTo>
                    <a:pt x="3171322" y="1415531"/>
                  </a:lnTo>
                  <a:lnTo>
                    <a:pt x="3171431" y="1415531"/>
                  </a:lnTo>
                  <a:lnTo>
                    <a:pt x="3171539" y="1415531"/>
                  </a:lnTo>
                  <a:lnTo>
                    <a:pt x="3171648" y="1415531"/>
                  </a:lnTo>
                  <a:lnTo>
                    <a:pt x="3171756" y="1415531"/>
                  </a:lnTo>
                  <a:lnTo>
                    <a:pt x="3171864" y="1415531"/>
                  </a:lnTo>
                  <a:lnTo>
                    <a:pt x="3171973" y="1415531"/>
                  </a:lnTo>
                  <a:lnTo>
                    <a:pt x="3172081" y="1415531"/>
                  </a:lnTo>
                  <a:lnTo>
                    <a:pt x="3172190" y="1415531"/>
                  </a:lnTo>
                  <a:lnTo>
                    <a:pt x="3172298" y="1415531"/>
                  </a:lnTo>
                  <a:lnTo>
                    <a:pt x="3172407" y="1415531"/>
                  </a:lnTo>
                  <a:lnTo>
                    <a:pt x="3172515" y="1415531"/>
                  </a:lnTo>
                  <a:lnTo>
                    <a:pt x="3172624" y="1415531"/>
                  </a:lnTo>
                  <a:lnTo>
                    <a:pt x="3172732" y="1415531"/>
                  </a:lnTo>
                  <a:lnTo>
                    <a:pt x="3172841" y="1415531"/>
                  </a:lnTo>
                  <a:lnTo>
                    <a:pt x="3172949" y="1415531"/>
                  </a:lnTo>
                  <a:lnTo>
                    <a:pt x="3173057" y="1415531"/>
                  </a:lnTo>
                  <a:lnTo>
                    <a:pt x="3173166" y="1415531"/>
                  </a:lnTo>
                  <a:lnTo>
                    <a:pt x="3173166" y="1414908"/>
                  </a:lnTo>
                  <a:lnTo>
                    <a:pt x="3173166" y="1414284"/>
                  </a:lnTo>
                  <a:lnTo>
                    <a:pt x="3173274" y="1414284"/>
                  </a:lnTo>
                  <a:lnTo>
                    <a:pt x="3173383" y="1414284"/>
                  </a:lnTo>
                  <a:lnTo>
                    <a:pt x="3173491" y="1414284"/>
                  </a:lnTo>
                  <a:lnTo>
                    <a:pt x="3173600" y="1414284"/>
                  </a:lnTo>
                  <a:lnTo>
                    <a:pt x="3173708" y="1414284"/>
                  </a:lnTo>
                  <a:lnTo>
                    <a:pt x="3173817" y="1414284"/>
                  </a:lnTo>
                  <a:lnTo>
                    <a:pt x="3173925" y="1414284"/>
                  </a:lnTo>
                  <a:lnTo>
                    <a:pt x="3174033" y="1414284"/>
                  </a:lnTo>
                  <a:lnTo>
                    <a:pt x="3174142" y="1414284"/>
                  </a:lnTo>
                  <a:lnTo>
                    <a:pt x="3174250" y="1414284"/>
                  </a:lnTo>
                  <a:lnTo>
                    <a:pt x="3174359" y="1414284"/>
                  </a:lnTo>
                  <a:lnTo>
                    <a:pt x="3174467" y="1414284"/>
                  </a:lnTo>
                  <a:lnTo>
                    <a:pt x="3174576" y="1414284"/>
                  </a:lnTo>
                  <a:lnTo>
                    <a:pt x="3174684" y="1414284"/>
                  </a:lnTo>
                  <a:lnTo>
                    <a:pt x="3174793" y="1414284"/>
                  </a:lnTo>
                  <a:lnTo>
                    <a:pt x="3174901" y="1414284"/>
                  </a:lnTo>
                  <a:lnTo>
                    <a:pt x="3175009" y="1414284"/>
                  </a:lnTo>
                  <a:lnTo>
                    <a:pt x="3175118" y="1414284"/>
                  </a:lnTo>
                  <a:lnTo>
                    <a:pt x="3175226" y="1414284"/>
                  </a:lnTo>
                  <a:lnTo>
                    <a:pt x="3175226" y="1413661"/>
                  </a:lnTo>
                  <a:lnTo>
                    <a:pt x="3175335" y="1413661"/>
                  </a:lnTo>
                  <a:lnTo>
                    <a:pt x="3175335" y="1413037"/>
                  </a:lnTo>
                  <a:lnTo>
                    <a:pt x="3175443" y="1413037"/>
                  </a:lnTo>
                  <a:lnTo>
                    <a:pt x="3175552" y="1413037"/>
                  </a:lnTo>
                  <a:lnTo>
                    <a:pt x="3175660" y="1413037"/>
                  </a:lnTo>
                  <a:lnTo>
                    <a:pt x="3175769" y="1413037"/>
                  </a:lnTo>
                  <a:lnTo>
                    <a:pt x="3175877" y="1413037"/>
                  </a:lnTo>
                  <a:lnTo>
                    <a:pt x="3175985" y="1413037"/>
                  </a:lnTo>
                  <a:lnTo>
                    <a:pt x="3176094" y="1413037"/>
                  </a:lnTo>
                  <a:lnTo>
                    <a:pt x="3176202" y="1413037"/>
                  </a:lnTo>
                  <a:lnTo>
                    <a:pt x="3176202" y="1412413"/>
                  </a:lnTo>
                  <a:lnTo>
                    <a:pt x="3176311" y="1412413"/>
                  </a:lnTo>
                  <a:lnTo>
                    <a:pt x="3176419" y="1412413"/>
                  </a:lnTo>
                  <a:lnTo>
                    <a:pt x="3176419" y="1411790"/>
                  </a:lnTo>
                  <a:lnTo>
                    <a:pt x="3176528" y="1411790"/>
                  </a:lnTo>
                  <a:lnTo>
                    <a:pt x="3176528" y="1411166"/>
                  </a:lnTo>
                  <a:lnTo>
                    <a:pt x="3176636" y="1411166"/>
                  </a:lnTo>
                  <a:lnTo>
                    <a:pt x="3176636" y="1410543"/>
                  </a:lnTo>
                  <a:lnTo>
                    <a:pt x="3176745" y="1410543"/>
                  </a:lnTo>
                  <a:lnTo>
                    <a:pt x="3176853" y="1410543"/>
                  </a:lnTo>
                  <a:lnTo>
                    <a:pt x="3176853" y="1409919"/>
                  </a:lnTo>
                  <a:lnTo>
                    <a:pt x="3176962" y="1409919"/>
                  </a:lnTo>
                  <a:lnTo>
                    <a:pt x="3177070" y="1409919"/>
                  </a:lnTo>
                  <a:lnTo>
                    <a:pt x="3177178" y="1409919"/>
                  </a:lnTo>
                  <a:lnTo>
                    <a:pt x="3177287" y="1409919"/>
                  </a:lnTo>
                  <a:lnTo>
                    <a:pt x="3177287" y="1409296"/>
                  </a:lnTo>
                  <a:lnTo>
                    <a:pt x="3177395" y="1409296"/>
                  </a:lnTo>
                  <a:lnTo>
                    <a:pt x="3177504" y="1409296"/>
                  </a:lnTo>
                  <a:lnTo>
                    <a:pt x="3177612" y="1409296"/>
                  </a:lnTo>
                  <a:lnTo>
                    <a:pt x="3177612" y="1408672"/>
                  </a:lnTo>
                  <a:lnTo>
                    <a:pt x="3177721" y="1408672"/>
                  </a:lnTo>
                  <a:lnTo>
                    <a:pt x="3177829" y="1408672"/>
                  </a:lnTo>
                  <a:lnTo>
                    <a:pt x="3177938" y="1408672"/>
                  </a:lnTo>
                  <a:lnTo>
                    <a:pt x="3178046" y="1408672"/>
                  </a:lnTo>
                  <a:lnTo>
                    <a:pt x="3178154" y="1408672"/>
                  </a:lnTo>
                  <a:lnTo>
                    <a:pt x="3178263" y="1408672"/>
                  </a:lnTo>
                  <a:lnTo>
                    <a:pt x="3178371" y="1408672"/>
                  </a:lnTo>
                  <a:lnTo>
                    <a:pt x="3178480" y="1408672"/>
                  </a:lnTo>
                  <a:lnTo>
                    <a:pt x="3178588" y="1408672"/>
                  </a:lnTo>
                  <a:lnTo>
                    <a:pt x="3178588" y="1408048"/>
                  </a:lnTo>
                  <a:lnTo>
                    <a:pt x="3178697" y="1408048"/>
                  </a:lnTo>
                  <a:lnTo>
                    <a:pt x="3178805" y="1408048"/>
                  </a:lnTo>
                  <a:lnTo>
                    <a:pt x="3178914" y="1408048"/>
                  </a:lnTo>
                  <a:lnTo>
                    <a:pt x="3179022" y="1408048"/>
                  </a:lnTo>
                  <a:lnTo>
                    <a:pt x="3179130" y="1408048"/>
                  </a:lnTo>
                  <a:lnTo>
                    <a:pt x="3179239" y="1408048"/>
                  </a:lnTo>
                  <a:lnTo>
                    <a:pt x="3179239" y="1407425"/>
                  </a:lnTo>
                  <a:lnTo>
                    <a:pt x="3179347" y="1407425"/>
                  </a:lnTo>
                  <a:lnTo>
                    <a:pt x="3179456" y="1407425"/>
                  </a:lnTo>
                  <a:lnTo>
                    <a:pt x="3179564" y="1407425"/>
                  </a:lnTo>
                  <a:lnTo>
                    <a:pt x="3179673" y="1407425"/>
                  </a:lnTo>
                  <a:lnTo>
                    <a:pt x="3179781" y="1407425"/>
                  </a:lnTo>
                  <a:lnTo>
                    <a:pt x="3179890" y="1407425"/>
                  </a:lnTo>
                  <a:lnTo>
                    <a:pt x="3179998" y="1407425"/>
                  </a:lnTo>
                  <a:lnTo>
                    <a:pt x="3180106" y="1407425"/>
                  </a:lnTo>
                  <a:lnTo>
                    <a:pt x="3180215" y="1407425"/>
                  </a:lnTo>
                  <a:lnTo>
                    <a:pt x="3180215" y="1406801"/>
                  </a:lnTo>
                  <a:lnTo>
                    <a:pt x="3180323" y="1406801"/>
                  </a:lnTo>
                  <a:lnTo>
                    <a:pt x="3180432" y="1406801"/>
                  </a:lnTo>
                  <a:lnTo>
                    <a:pt x="3180540" y="1406801"/>
                  </a:lnTo>
                  <a:lnTo>
                    <a:pt x="3180649" y="1406801"/>
                  </a:lnTo>
                  <a:lnTo>
                    <a:pt x="3180757" y="1406801"/>
                  </a:lnTo>
                  <a:lnTo>
                    <a:pt x="3180866" y="1406801"/>
                  </a:lnTo>
                  <a:lnTo>
                    <a:pt x="3180866" y="1406178"/>
                  </a:lnTo>
                  <a:lnTo>
                    <a:pt x="3180866" y="1405554"/>
                  </a:lnTo>
                  <a:lnTo>
                    <a:pt x="3180974" y="1405554"/>
                  </a:lnTo>
                  <a:lnTo>
                    <a:pt x="3181083" y="1405554"/>
                  </a:lnTo>
                  <a:lnTo>
                    <a:pt x="3181191" y="1405554"/>
                  </a:lnTo>
                  <a:lnTo>
                    <a:pt x="3181299" y="1405554"/>
                  </a:lnTo>
                  <a:lnTo>
                    <a:pt x="3181408" y="1405554"/>
                  </a:lnTo>
                  <a:lnTo>
                    <a:pt x="3181516" y="1405554"/>
                  </a:lnTo>
                  <a:lnTo>
                    <a:pt x="3181625" y="1405554"/>
                  </a:lnTo>
                  <a:lnTo>
                    <a:pt x="3181733" y="1405554"/>
                  </a:lnTo>
                  <a:lnTo>
                    <a:pt x="3181733" y="1404930"/>
                  </a:lnTo>
                  <a:lnTo>
                    <a:pt x="3181842" y="1404930"/>
                  </a:lnTo>
                  <a:lnTo>
                    <a:pt x="3181950" y="1404930"/>
                  </a:lnTo>
                  <a:lnTo>
                    <a:pt x="3182059" y="1404930"/>
                  </a:lnTo>
                  <a:lnTo>
                    <a:pt x="3182167" y="1404930"/>
                  </a:lnTo>
                  <a:lnTo>
                    <a:pt x="3182275" y="1404930"/>
                  </a:lnTo>
                  <a:lnTo>
                    <a:pt x="3182384" y="1404930"/>
                  </a:lnTo>
                  <a:lnTo>
                    <a:pt x="3182492" y="1404930"/>
                  </a:lnTo>
                  <a:lnTo>
                    <a:pt x="3182601" y="1404930"/>
                  </a:lnTo>
                  <a:lnTo>
                    <a:pt x="3182709" y="1404930"/>
                  </a:lnTo>
                  <a:lnTo>
                    <a:pt x="3182709" y="1404307"/>
                  </a:lnTo>
                  <a:lnTo>
                    <a:pt x="3182818" y="1404307"/>
                  </a:lnTo>
                  <a:lnTo>
                    <a:pt x="3182926" y="1404307"/>
                  </a:lnTo>
                  <a:lnTo>
                    <a:pt x="3183035" y="1404307"/>
                  </a:lnTo>
                  <a:lnTo>
                    <a:pt x="3183143" y="1404307"/>
                  </a:lnTo>
                  <a:lnTo>
                    <a:pt x="3183251" y="1404307"/>
                  </a:lnTo>
                  <a:lnTo>
                    <a:pt x="3183360" y="1404307"/>
                  </a:lnTo>
                  <a:lnTo>
                    <a:pt x="3183468" y="1404307"/>
                  </a:lnTo>
                  <a:lnTo>
                    <a:pt x="3183577" y="1404307"/>
                  </a:lnTo>
                  <a:lnTo>
                    <a:pt x="3183685" y="1404307"/>
                  </a:lnTo>
                  <a:lnTo>
                    <a:pt x="3183794" y="1404307"/>
                  </a:lnTo>
                  <a:lnTo>
                    <a:pt x="3183902" y="1404307"/>
                  </a:lnTo>
                  <a:lnTo>
                    <a:pt x="3183902" y="1403683"/>
                  </a:lnTo>
                  <a:lnTo>
                    <a:pt x="3184011" y="1403683"/>
                  </a:lnTo>
                  <a:lnTo>
                    <a:pt x="3184119" y="1403683"/>
                  </a:lnTo>
                  <a:lnTo>
                    <a:pt x="3184227" y="1403683"/>
                  </a:lnTo>
                  <a:lnTo>
                    <a:pt x="3184336" y="1403683"/>
                  </a:lnTo>
                  <a:lnTo>
                    <a:pt x="3184444" y="1403683"/>
                  </a:lnTo>
                  <a:lnTo>
                    <a:pt x="3184553" y="1403683"/>
                  </a:lnTo>
                  <a:lnTo>
                    <a:pt x="3184661" y="1403683"/>
                  </a:lnTo>
                  <a:lnTo>
                    <a:pt x="3184661" y="1403060"/>
                  </a:lnTo>
                  <a:lnTo>
                    <a:pt x="3184770" y="1403060"/>
                  </a:lnTo>
                  <a:lnTo>
                    <a:pt x="3184878" y="1403060"/>
                  </a:lnTo>
                  <a:lnTo>
                    <a:pt x="3184878" y="1402436"/>
                  </a:lnTo>
                  <a:lnTo>
                    <a:pt x="3184987" y="1402436"/>
                  </a:lnTo>
                  <a:lnTo>
                    <a:pt x="3185095" y="1402436"/>
                  </a:lnTo>
                  <a:lnTo>
                    <a:pt x="3185204" y="1402436"/>
                  </a:lnTo>
                  <a:lnTo>
                    <a:pt x="3185312" y="1402436"/>
                  </a:lnTo>
                  <a:lnTo>
                    <a:pt x="3185420" y="1402436"/>
                  </a:lnTo>
                  <a:lnTo>
                    <a:pt x="3185529" y="1402436"/>
                  </a:lnTo>
                  <a:lnTo>
                    <a:pt x="3185637" y="1402436"/>
                  </a:lnTo>
                  <a:lnTo>
                    <a:pt x="3185746" y="1402436"/>
                  </a:lnTo>
                  <a:lnTo>
                    <a:pt x="3185854" y="1402436"/>
                  </a:lnTo>
                  <a:lnTo>
                    <a:pt x="3185854" y="1401813"/>
                  </a:lnTo>
                  <a:lnTo>
                    <a:pt x="3185963" y="1401813"/>
                  </a:lnTo>
                  <a:lnTo>
                    <a:pt x="3186071" y="1401813"/>
                  </a:lnTo>
                  <a:lnTo>
                    <a:pt x="3186180" y="1401813"/>
                  </a:lnTo>
                  <a:lnTo>
                    <a:pt x="3186288" y="1401813"/>
                  </a:lnTo>
                  <a:lnTo>
                    <a:pt x="3186396" y="1401813"/>
                  </a:lnTo>
                  <a:lnTo>
                    <a:pt x="3186505" y="1401813"/>
                  </a:lnTo>
                  <a:lnTo>
                    <a:pt x="3186613" y="1401813"/>
                  </a:lnTo>
                  <a:lnTo>
                    <a:pt x="3186722" y="1401813"/>
                  </a:lnTo>
                  <a:lnTo>
                    <a:pt x="3186830" y="1401813"/>
                  </a:lnTo>
                  <a:lnTo>
                    <a:pt x="3186939" y="1401813"/>
                  </a:lnTo>
                  <a:lnTo>
                    <a:pt x="3187047" y="1401813"/>
                  </a:lnTo>
                  <a:lnTo>
                    <a:pt x="3187156" y="1401813"/>
                  </a:lnTo>
                  <a:lnTo>
                    <a:pt x="3187264" y="1401813"/>
                  </a:lnTo>
                  <a:lnTo>
                    <a:pt x="3187372" y="1401813"/>
                  </a:lnTo>
                  <a:lnTo>
                    <a:pt x="3187481" y="1401813"/>
                  </a:lnTo>
                  <a:lnTo>
                    <a:pt x="3187589" y="1401813"/>
                  </a:lnTo>
                  <a:lnTo>
                    <a:pt x="3187698" y="1401813"/>
                  </a:lnTo>
                  <a:lnTo>
                    <a:pt x="3187698" y="1401189"/>
                  </a:lnTo>
                  <a:lnTo>
                    <a:pt x="3187806" y="1401189"/>
                  </a:lnTo>
                  <a:lnTo>
                    <a:pt x="3187915" y="1401189"/>
                  </a:lnTo>
                  <a:lnTo>
                    <a:pt x="3188023" y="1401189"/>
                  </a:lnTo>
                  <a:lnTo>
                    <a:pt x="3188132" y="1401189"/>
                  </a:lnTo>
                  <a:lnTo>
                    <a:pt x="3188240" y="1401189"/>
                  </a:lnTo>
                  <a:lnTo>
                    <a:pt x="3188348" y="1401189"/>
                  </a:lnTo>
                  <a:lnTo>
                    <a:pt x="3188457" y="1401189"/>
                  </a:lnTo>
                  <a:lnTo>
                    <a:pt x="3188457" y="1400565"/>
                  </a:lnTo>
                  <a:lnTo>
                    <a:pt x="3188565" y="1400565"/>
                  </a:lnTo>
                  <a:lnTo>
                    <a:pt x="3188674" y="1400565"/>
                  </a:lnTo>
                  <a:lnTo>
                    <a:pt x="3188782" y="1400565"/>
                  </a:lnTo>
                  <a:lnTo>
                    <a:pt x="3188891" y="1400565"/>
                  </a:lnTo>
                  <a:lnTo>
                    <a:pt x="3188999" y="1400565"/>
                  </a:lnTo>
                  <a:lnTo>
                    <a:pt x="3189108" y="1400565"/>
                  </a:lnTo>
                  <a:lnTo>
                    <a:pt x="3189216" y="1400565"/>
                  </a:lnTo>
                  <a:lnTo>
                    <a:pt x="3189325" y="1400565"/>
                  </a:lnTo>
                  <a:lnTo>
                    <a:pt x="3189325" y="1399942"/>
                  </a:lnTo>
                  <a:lnTo>
                    <a:pt x="3189433" y="1399942"/>
                  </a:lnTo>
                  <a:lnTo>
                    <a:pt x="3189541" y="1399942"/>
                  </a:lnTo>
                  <a:lnTo>
                    <a:pt x="3189650" y="1399942"/>
                  </a:lnTo>
                  <a:lnTo>
                    <a:pt x="3189758" y="1399942"/>
                  </a:lnTo>
                  <a:lnTo>
                    <a:pt x="3189867" y="1399942"/>
                  </a:lnTo>
                  <a:lnTo>
                    <a:pt x="3189975" y="1399942"/>
                  </a:lnTo>
                  <a:lnTo>
                    <a:pt x="3190084" y="1399942"/>
                  </a:lnTo>
                  <a:lnTo>
                    <a:pt x="3190084" y="1399318"/>
                  </a:lnTo>
                  <a:lnTo>
                    <a:pt x="3190084" y="1398695"/>
                  </a:lnTo>
                  <a:lnTo>
                    <a:pt x="3190192" y="1398695"/>
                  </a:lnTo>
                  <a:lnTo>
                    <a:pt x="3190301" y="1398695"/>
                  </a:lnTo>
                  <a:lnTo>
                    <a:pt x="3190409" y="1398695"/>
                  </a:lnTo>
                  <a:lnTo>
                    <a:pt x="3190409" y="1398071"/>
                  </a:lnTo>
                  <a:lnTo>
                    <a:pt x="3190517" y="1398071"/>
                  </a:lnTo>
                  <a:lnTo>
                    <a:pt x="3190626" y="1398071"/>
                  </a:lnTo>
                  <a:lnTo>
                    <a:pt x="3190734" y="1398071"/>
                  </a:lnTo>
                  <a:lnTo>
                    <a:pt x="3190843" y="1398071"/>
                  </a:lnTo>
                  <a:lnTo>
                    <a:pt x="3190951" y="1398071"/>
                  </a:lnTo>
                  <a:lnTo>
                    <a:pt x="3191060" y="1398071"/>
                  </a:lnTo>
                  <a:lnTo>
                    <a:pt x="3191168" y="1398071"/>
                  </a:lnTo>
                  <a:lnTo>
                    <a:pt x="3191277" y="1398071"/>
                  </a:lnTo>
                  <a:lnTo>
                    <a:pt x="3191385" y="1398071"/>
                  </a:lnTo>
                  <a:lnTo>
                    <a:pt x="3191493" y="1398071"/>
                  </a:lnTo>
                  <a:lnTo>
                    <a:pt x="3191602" y="1398071"/>
                  </a:lnTo>
                  <a:lnTo>
                    <a:pt x="3191710" y="1398071"/>
                  </a:lnTo>
                  <a:lnTo>
                    <a:pt x="3191819" y="1398071"/>
                  </a:lnTo>
                  <a:lnTo>
                    <a:pt x="3191927" y="1398071"/>
                  </a:lnTo>
                  <a:lnTo>
                    <a:pt x="3192036" y="1398071"/>
                  </a:lnTo>
                  <a:lnTo>
                    <a:pt x="3192144" y="1398071"/>
                  </a:lnTo>
                  <a:lnTo>
                    <a:pt x="3192253" y="1398071"/>
                  </a:lnTo>
                  <a:lnTo>
                    <a:pt x="3192361" y="1398071"/>
                  </a:lnTo>
                  <a:lnTo>
                    <a:pt x="3192469" y="1398071"/>
                  </a:lnTo>
                  <a:lnTo>
                    <a:pt x="3192578" y="1398071"/>
                  </a:lnTo>
                  <a:lnTo>
                    <a:pt x="3192686" y="1398071"/>
                  </a:lnTo>
                  <a:lnTo>
                    <a:pt x="3192795" y="1398071"/>
                  </a:lnTo>
                  <a:lnTo>
                    <a:pt x="3192795" y="1397447"/>
                  </a:lnTo>
                  <a:lnTo>
                    <a:pt x="3192903" y="1397447"/>
                  </a:lnTo>
                  <a:lnTo>
                    <a:pt x="3193012" y="1397447"/>
                  </a:lnTo>
                  <a:lnTo>
                    <a:pt x="3193120" y="1397447"/>
                  </a:lnTo>
                  <a:lnTo>
                    <a:pt x="3193229" y="1397447"/>
                  </a:lnTo>
                  <a:lnTo>
                    <a:pt x="3193337" y="1397447"/>
                  </a:lnTo>
                  <a:lnTo>
                    <a:pt x="3193445" y="1397447"/>
                  </a:lnTo>
                  <a:lnTo>
                    <a:pt x="3193554" y="1397447"/>
                  </a:lnTo>
                  <a:lnTo>
                    <a:pt x="3193662" y="1397447"/>
                  </a:lnTo>
                  <a:lnTo>
                    <a:pt x="3193771" y="1397447"/>
                  </a:lnTo>
                  <a:lnTo>
                    <a:pt x="3193771" y="1396824"/>
                  </a:lnTo>
                  <a:lnTo>
                    <a:pt x="3193879" y="1396824"/>
                  </a:lnTo>
                  <a:lnTo>
                    <a:pt x="3193879" y="1396200"/>
                  </a:lnTo>
                  <a:lnTo>
                    <a:pt x="3193879" y="1395577"/>
                  </a:lnTo>
                  <a:lnTo>
                    <a:pt x="3193988" y="1395577"/>
                  </a:lnTo>
                  <a:lnTo>
                    <a:pt x="3194096" y="1395577"/>
                  </a:lnTo>
                  <a:lnTo>
                    <a:pt x="3194205" y="1395577"/>
                  </a:lnTo>
                  <a:lnTo>
                    <a:pt x="3194313" y="1395577"/>
                  </a:lnTo>
                  <a:lnTo>
                    <a:pt x="3194313" y="1394953"/>
                  </a:lnTo>
                  <a:lnTo>
                    <a:pt x="3194422" y="1394953"/>
                  </a:lnTo>
                  <a:lnTo>
                    <a:pt x="3194530" y="1394953"/>
                  </a:lnTo>
                  <a:lnTo>
                    <a:pt x="3194638" y="1394953"/>
                  </a:lnTo>
                  <a:lnTo>
                    <a:pt x="3194747" y="1394953"/>
                  </a:lnTo>
                  <a:lnTo>
                    <a:pt x="3194855" y="1394953"/>
                  </a:lnTo>
                  <a:lnTo>
                    <a:pt x="3194964" y="1394953"/>
                  </a:lnTo>
                  <a:lnTo>
                    <a:pt x="3195072" y="1394953"/>
                  </a:lnTo>
                  <a:lnTo>
                    <a:pt x="3195181" y="1394953"/>
                  </a:lnTo>
                  <a:lnTo>
                    <a:pt x="3195289" y="1394953"/>
                  </a:lnTo>
                  <a:lnTo>
                    <a:pt x="3195398" y="1394953"/>
                  </a:lnTo>
                  <a:lnTo>
                    <a:pt x="3195506" y="1394953"/>
                  </a:lnTo>
                  <a:lnTo>
                    <a:pt x="3195614" y="1394953"/>
                  </a:lnTo>
                  <a:lnTo>
                    <a:pt x="3195723" y="1394953"/>
                  </a:lnTo>
                  <a:lnTo>
                    <a:pt x="3195831" y="1394953"/>
                  </a:lnTo>
                  <a:lnTo>
                    <a:pt x="3195940" y="1394953"/>
                  </a:lnTo>
                  <a:lnTo>
                    <a:pt x="3196048" y="1394953"/>
                  </a:lnTo>
                  <a:lnTo>
                    <a:pt x="3196048" y="1394330"/>
                  </a:lnTo>
                  <a:lnTo>
                    <a:pt x="3196157" y="1394330"/>
                  </a:lnTo>
                  <a:lnTo>
                    <a:pt x="3196265" y="1394330"/>
                  </a:lnTo>
                  <a:lnTo>
                    <a:pt x="3196374" y="1394330"/>
                  </a:lnTo>
                  <a:lnTo>
                    <a:pt x="3196482" y="1394330"/>
                  </a:lnTo>
                  <a:lnTo>
                    <a:pt x="3196590" y="1394330"/>
                  </a:lnTo>
                  <a:lnTo>
                    <a:pt x="3196699" y="1394330"/>
                  </a:lnTo>
                  <a:lnTo>
                    <a:pt x="3196807" y="1394330"/>
                  </a:lnTo>
                  <a:lnTo>
                    <a:pt x="3196916" y="1394330"/>
                  </a:lnTo>
                  <a:lnTo>
                    <a:pt x="3197024" y="1394330"/>
                  </a:lnTo>
                  <a:lnTo>
                    <a:pt x="3197024" y="1393706"/>
                  </a:lnTo>
                  <a:lnTo>
                    <a:pt x="3197133" y="1393706"/>
                  </a:lnTo>
                  <a:lnTo>
                    <a:pt x="3197133" y="1393082"/>
                  </a:lnTo>
                  <a:lnTo>
                    <a:pt x="3197241" y="1393082"/>
                  </a:lnTo>
                  <a:lnTo>
                    <a:pt x="3197350" y="1393082"/>
                  </a:lnTo>
                  <a:lnTo>
                    <a:pt x="3197458" y="1393082"/>
                  </a:lnTo>
                  <a:lnTo>
                    <a:pt x="3197566" y="1393082"/>
                  </a:lnTo>
                  <a:lnTo>
                    <a:pt x="3197675" y="1393082"/>
                  </a:lnTo>
                  <a:lnTo>
                    <a:pt x="3197783" y="1393082"/>
                  </a:lnTo>
                  <a:lnTo>
                    <a:pt x="3197783" y="1392459"/>
                  </a:lnTo>
                  <a:lnTo>
                    <a:pt x="3197892" y="1392459"/>
                  </a:lnTo>
                  <a:lnTo>
                    <a:pt x="3198000" y="1392459"/>
                  </a:lnTo>
                  <a:lnTo>
                    <a:pt x="3198109" y="1392459"/>
                  </a:lnTo>
                  <a:lnTo>
                    <a:pt x="3198217" y="1392459"/>
                  </a:lnTo>
                  <a:lnTo>
                    <a:pt x="3198326" y="1392459"/>
                  </a:lnTo>
                  <a:lnTo>
                    <a:pt x="3198434" y="1392459"/>
                  </a:lnTo>
                  <a:lnTo>
                    <a:pt x="3198543" y="1392459"/>
                  </a:lnTo>
                  <a:lnTo>
                    <a:pt x="3198651" y="1392459"/>
                  </a:lnTo>
                  <a:lnTo>
                    <a:pt x="3198759" y="1392459"/>
                  </a:lnTo>
                  <a:lnTo>
                    <a:pt x="3198868" y="1392459"/>
                  </a:lnTo>
                  <a:lnTo>
                    <a:pt x="3198976" y="1392459"/>
                  </a:lnTo>
                  <a:lnTo>
                    <a:pt x="3198976" y="1391835"/>
                  </a:lnTo>
                  <a:lnTo>
                    <a:pt x="3199085" y="1391835"/>
                  </a:lnTo>
                  <a:lnTo>
                    <a:pt x="3199193" y="1391835"/>
                  </a:lnTo>
                  <a:lnTo>
                    <a:pt x="3199193" y="1391212"/>
                  </a:lnTo>
                  <a:lnTo>
                    <a:pt x="3199302" y="1391212"/>
                  </a:lnTo>
                  <a:lnTo>
                    <a:pt x="3199410" y="1391212"/>
                  </a:lnTo>
                  <a:lnTo>
                    <a:pt x="3199519" y="1391212"/>
                  </a:lnTo>
                  <a:lnTo>
                    <a:pt x="3199627" y="1391212"/>
                  </a:lnTo>
                  <a:lnTo>
                    <a:pt x="3199735" y="1391212"/>
                  </a:lnTo>
                  <a:lnTo>
                    <a:pt x="3199844" y="1391212"/>
                  </a:lnTo>
                  <a:lnTo>
                    <a:pt x="3199844" y="1390588"/>
                  </a:lnTo>
                  <a:lnTo>
                    <a:pt x="3199844" y="1389964"/>
                  </a:lnTo>
                  <a:lnTo>
                    <a:pt x="3199952" y="1389964"/>
                  </a:lnTo>
                  <a:lnTo>
                    <a:pt x="3200061" y="1389964"/>
                  </a:lnTo>
                  <a:lnTo>
                    <a:pt x="3200169" y="1389964"/>
                  </a:lnTo>
                  <a:lnTo>
                    <a:pt x="3200278" y="1389964"/>
                  </a:lnTo>
                  <a:lnTo>
                    <a:pt x="3200386" y="1389964"/>
                  </a:lnTo>
                  <a:lnTo>
                    <a:pt x="3200495" y="1389964"/>
                  </a:lnTo>
                  <a:lnTo>
                    <a:pt x="3200603" y="1389964"/>
                  </a:lnTo>
                  <a:lnTo>
                    <a:pt x="3200711" y="1389964"/>
                  </a:lnTo>
                  <a:lnTo>
                    <a:pt x="3200820" y="1389964"/>
                  </a:lnTo>
                  <a:lnTo>
                    <a:pt x="3200928" y="1389964"/>
                  </a:lnTo>
                  <a:lnTo>
                    <a:pt x="3201037" y="1389964"/>
                  </a:lnTo>
                  <a:lnTo>
                    <a:pt x="3201145" y="1389964"/>
                  </a:lnTo>
                  <a:lnTo>
                    <a:pt x="3201254" y="1389964"/>
                  </a:lnTo>
                  <a:lnTo>
                    <a:pt x="3201362" y="1389964"/>
                  </a:lnTo>
                  <a:lnTo>
                    <a:pt x="3201471" y="1389964"/>
                  </a:lnTo>
                  <a:lnTo>
                    <a:pt x="3201579" y="1389964"/>
                  </a:lnTo>
                  <a:lnTo>
                    <a:pt x="3201687" y="1389964"/>
                  </a:lnTo>
                  <a:lnTo>
                    <a:pt x="3201796" y="1389964"/>
                  </a:lnTo>
                  <a:lnTo>
                    <a:pt x="3201904" y="1389964"/>
                  </a:lnTo>
                  <a:lnTo>
                    <a:pt x="3202013" y="1389964"/>
                  </a:lnTo>
                  <a:lnTo>
                    <a:pt x="3202121" y="1389964"/>
                  </a:lnTo>
                  <a:lnTo>
                    <a:pt x="3202230" y="1389964"/>
                  </a:lnTo>
                  <a:lnTo>
                    <a:pt x="3202338" y="1389964"/>
                  </a:lnTo>
                  <a:lnTo>
                    <a:pt x="3202447" y="1389964"/>
                  </a:lnTo>
                  <a:lnTo>
                    <a:pt x="3202555" y="1389964"/>
                  </a:lnTo>
                  <a:lnTo>
                    <a:pt x="3202555" y="1389341"/>
                  </a:lnTo>
                  <a:lnTo>
                    <a:pt x="3202664" y="1389341"/>
                  </a:lnTo>
                  <a:lnTo>
                    <a:pt x="3202772" y="1389341"/>
                  </a:lnTo>
                  <a:lnTo>
                    <a:pt x="3202880" y="1389341"/>
                  </a:lnTo>
                  <a:lnTo>
                    <a:pt x="3202880" y="1388717"/>
                  </a:lnTo>
                  <a:lnTo>
                    <a:pt x="3202989" y="1388717"/>
                  </a:lnTo>
                  <a:lnTo>
                    <a:pt x="3203097" y="1388717"/>
                  </a:lnTo>
                  <a:lnTo>
                    <a:pt x="3203206" y="1388717"/>
                  </a:lnTo>
                  <a:lnTo>
                    <a:pt x="3203314" y="1388717"/>
                  </a:lnTo>
                  <a:lnTo>
                    <a:pt x="3203314" y="1388094"/>
                  </a:lnTo>
                  <a:lnTo>
                    <a:pt x="3203423" y="1388094"/>
                  </a:lnTo>
                  <a:lnTo>
                    <a:pt x="3203531" y="1388094"/>
                  </a:lnTo>
                  <a:lnTo>
                    <a:pt x="3203640" y="1388094"/>
                  </a:lnTo>
                  <a:lnTo>
                    <a:pt x="3203640" y="1387470"/>
                  </a:lnTo>
                  <a:lnTo>
                    <a:pt x="3203640" y="1386847"/>
                  </a:lnTo>
                  <a:lnTo>
                    <a:pt x="3203748" y="1386847"/>
                  </a:lnTo>
                  <a:lnTo>
                    <a:pt x="3203856" y="1386847"/>
                  </a:lnTo>
                  <a:lnTo>
                    <a:pt x="3203965" y="1386847"/>
                  </a:lnTo>
                  <a:lnTo>
                    <a:pt x="3203965" y="1386223"/>
                  </a:lnTo>
                  <a:lnTo>
                    <a:pt x="3204073" y="1386223"/>
                  </a:lnTo>
                  <a:lnTo>
                    <a:pt x="3204182" y="1386223"/>
                  </a:lnTo>
                  <a:lnTo>
                    <a:pt x="3204290" y="1386223"/>
                  </a:lnTo>
                  <a:lnTo>
                    <a:pt x="3204399" y="1386223"/>
                  </a:lnTo>
                  <a:lnTo>
                    <a:pt x="3204507" y="1386223"/>
                  </a:lnTo>
                  <a:lnTo>
                    <a:pt x="3204616" y="1386223"/>
                  </a:lnTo>
                  <a:lnTo>
                    <a:pt x="3204724" y="1386223"/>
                  </a:lnTo>
                  <a:lnTo>
                    <a:pt x="3204832" y="1386223"/>
                  </a:lnTo>
                  <a:lnTo>
                    <a:pt x="3204941" y="1386223"/>
                  </a:lnTo>
                  <a:lnTo>
                    <a:pt x="3205049" y="1386223"/>
                  </a:lnTo>
                  <a:lnTo>
                    <a:pt x="3205158" y="1386223"/>
                  </a:lnTo>
                  <a:lnTo>
                    <a:pt x="3205266" y="1386223"/>
                  </a:lnTo>
                  <a:lnTo>
                    <a:pt x="3205375" y="1386223"/>
                  </a:lnTo>
                  <a:lnTo>
                    <a:pt x="3205483" y="1386223"/>
                  </a:lnTo>
                  <a:lnTo>
                    <a:pt x="3205592" y="1386223"/>
                  </a:lnTo>
                  <a:lnTo>
                    <a:pt x="3205700" y="1386223"/>
                  </a:lnTo>
                  <a:lnTo>
                    <a:pt x="3205808" y="1386223"/>
                  </a:lnTo>
                  <a:lnTo>
                    <a:pt x="3205917" y="1386223"/>
                  </a:lnTo>
                  <a:lnTo>
                    <a:pt x="3206025" y="1386223"/>
                  </a:lnTo>
                  <a:lnTo>
                    <a:pt x="3206134" y="1386223"/>
                  </a:lnTo>
                  <a:lnTo>
                    <a:pt x="3206242" y="1386223"/>
                  </a:lnTo>
                  <a:lnTo>
                    <a:pt x="3206351" y="1386223"/>
                  </a:lnTo>
                  <a:lnTo>
                    <a:pt x="3206459" y="1386223"/>
                  </a:lnTo>
                  <a:lnTo>
                    <a:pt x="3206568" y="1386223"/>
                  </a:lnTo>
                  <a:lnTo>
                    <a:pt x="3206676" y="1386223"/>
                  </a:lnTo>
                  <a:lnTo>
                    <a:pt x="3206785" y="1386223"/>
                  </a:lnTo>
                  <a:lnTo>
                    <a:pt x="3206893" y="1386223"/>
                  </a:lnTo>
                  <a:lnTo>
                    <a:pt x="3207001" y="1386223"/>
                  </a:lnTo>
                  <a:lnTo>
                    <a:pt x="3207001" y="1385599"/>
                  </a:lnTo>
                  <a:lnTo>
                    <a:pt x="3207110" y="1385599"/>
                  </a:lnTo>
                  <a:lnTo>
                    <a:pt x="3207218" y="1385599"/>
                  </a:lnTo>
                  <a:lnTo>
                    <a:pt x="3207327" y="1385599"/>
                  </a:lnTo>
                  <a:lnTo>
                    <a:pt x="3207435" y="1385599"/>
                  </a:lnTo>
                  <a:lnTo>
                    <a:pt x="3207435" y="1384976"/>
                  </a:lnTo>
                  <a:lnTo>
                    <a:pt x="3207544" y="1384976"/>
                  </a:lnTo>
                  <a:lnTo>
                    <a:pt x="3207544" y="1384352"/>
                  </a:lnTo>
                  <a:lnTo>
                    <a:pt x="3207652" y="1384352"/>
                  </a:lnTo>
                  <a:lnTo>
                    <a:pt x="3207761" y="1384352"/>
                  </a:lnTo>
                  <a:lnTo>
                    <a:pt x="3207869" y="1384352"/>
                  </a:lnTo>
                  <a:lnTo>
                    <a:pt x="3207977" y="1384352"/>
                  </a:lnTo>
                  <a:lnTo>
                    <a:pt x="3208086" y="1384352"/>
                  </a:lnTo>
                  <a:lnTo>
                    <a:pt x="3208194" y="1384352"/>
                  </a:lnTo>
                  <a:lnTo>
                    <a:pt x="3208303" y="1384352"/>
                  </a:lnTo>
                  <a:lnTo>
                    <a:pt x="3208303" y="1383729"/>
                  </a:lnTo>
                  <a:lnTo>
                    <a:pt x="3208411" y="1383729"/>
                  </a:lnTo>
                  <a:lnTo>
                    <a:pt x="3208520" y="1383729"/>
                  </a:lnTo>
                  <a:lnTo>
                    <a:pt x="3208520" y="1383105"/>
                  </a:lnTo>
                  <a:lnTo>
                    <a:pt x="3208628" y="1383105"/>
                  </a:lnTo>
                  <a:lnTo>
                    <a:pt x="3208737" y="1383105"/>
                  </a:lnTo>
                  <a:lnTo>
                    <a:pt x="3208845" y="1383105"/>
                  </a:lnTo>
                  <a:lnTo>
                    <a:pt x="3208953" y="1383105"/>
                  </a:lnTo>
                  <a:lnTo>
                    <a:pt x="3209062" y="1383105"/>
                  </a:lnTo>
                  <a:lnTo>
                    <a:pt x="3209170" y="1383105"/>
                  </a:lnTo>
                  <a:lnTo>
                    <a:pt x="3209279" y="1383105"/>
                  </a:lnTo>
                  <a:lnTo>
                    <a:pt x="3209279" y="1382482"/>
                  </a:lnTo>
                  <a:lnTo>
                    <a:pt x="3209387" y="1382482"/>
                  </a:lnTo>
                  <a:lnTo>
                    <a:pt x="3209496" y="1382482"/>
                  </a:lnTo>
                  <a:lnTo>
                    <a:pt x="3209604" y="1382482"/>
                  </a:lnTo>
                  <a:lnTo>
                    <a:pt x="3209713" y="1382482"/>
                  </a:lnTo>
                  <a:lnTo>
                    <a:pt x="3209821" y="1382482"/>
                  </a:lnTo>
                  <a:lnTo>
                    <a:pt x="3209929" y="1382482"/>
                  </a:lnTo>
                  <a:lnTo>
                    <a:pt x="3210038" y="1382482"/>
                  </a:lnTo>
                  <a:lnTo>
                    <a:pt x="3210146" y="1382482"/>
                  </a:lnTo>
                  <a:lnTo>
                    <a:pt x="3210255" y="1382482"/>
                  </a:lnTo>
                  <a:lnTo>
                    <a:pt x="3210363" y="1382482"/>
                  </a:lnTo>
                  <a:lnTo>
                    <a:pt x="3210363" y="1381858"/>
                  </a:lnTo>
                  <a:lnTo>
                    <a:pt x="3210472" y="1381858"/>
                  </a:lnTo>
                  <a:lnTo>
                    <a:pt x="3210580" y="1381858"/>
                  </a:lnTo>
                  <a:lnTo>
                    <a:pt x="3210689" y="1381858"/>
                  </a:lnTo>
                  <a:lnTo>
                    <a:pt x="3210797" y="1381858"/>
                  </a:lnTo>
                  <a:lnTo>
                    <a:pt x="3210906" y="1381858"/>
                  </a:lnTo>
                  <a:lnTo>
                    <a:pt x="3211014" y="1381858"/>
                  </a:lnTo>
                  <a:lnTo>
                    <a:pt x="3211122" y="1381858"/>
                  </a:lnTo>
                  <a:lnTo>
                    <a:pt x="3211231" y="1381858"/>
                  </a:lnTo>
                  <a:lnTo>
                    <a:pt x="3211231" y="1381234"/>
                  </a:lnTo>
                  <a:lnTo>
                    <a:pt x="3211339" y="1381234"/>
                  </a:lnTo>
                  <a:lnTo>
                    <a:pt x="3211448" y="1381234"/>
                  </a:lnTo>
                  <a:lnTo>
                    <a:pt x="3211556" y="1381234"/>
                  </a:lnTo>
                  <a:lnTo>
                    <a:pt x="3211665" y="1381234"/>
                  </a:lnTo>
                  <a:lnTo>
                    <a:pt x="3211773" y="1381234"/>
                  </a:lnTo>
                  <a:lnTo>
                    <a:pt x="3211882" y="1381234"/>
                  </a:lnTo>
                  <a:lnTo>
                    <a:pt x="3211990" y="1381234"/>
                  </a:lnTo>
                  <a:lnTo>
                    <a:pt x="3212098" y="1381234"/>
                  </a:lnTo>
                  <a:lnTo>
                    <a:pt x="3212207" y="1381234"/>
                  </a:lnTo>
                  <a:lnTo>
                    <a:pt x="3212315" y="1381234"/>
                  </a:lnTo>
                  <a:lnTo>
                    <a:pt x="3212424" y="1381234"/>
                  </a:lnTo>
                  <a:lnTo>
                    <a:pt x="3212532" y="1381234"/>
                  </a:lnTo>
                  <a:lnTo>
                    <a:pt x="3212641" y="1381234"/>
                  </a:lnTo>
                  <a:lnTo>
                    <a:pt x="3212749" y="1381234"/>
                  </a:lnTo>
                  <a:lnTo>
                    <a:pt x="3212749" y="1380611"/>
                  </a:lnTo>
                  <a:lnTo>
                    <a:pt x="3212858" y="1380611"/>
                  </a:lnTo>
                  <a:lnTo>
                    <a:pt x="3212966" y="1380611"/>
                  </a:lnTo>
                  <a:lnTo>
                    <a:pt x="3213074" y="1380611"/>
                  </a:lnTo>
                  <a:lnTo>
                    <a:pt x="3213183" y="1380611"/>
                  </a:lnTo>
                  <a:lnTo>
                    <a:pt x="3213291" y="1380611"/>
                  </a:lnTo>
                  <a:lnTo>
                    <a:pt x="3213400" y="1380611"/>
                  </a:lnTo>
                  <a:lnTo>
                    <a:pt x="3213508" y="1380611"/>
                  </a:lnTo>
                  <a:lnTo>
                    <a:pt x="3213508" y="1379987"/>
                  </a:lnTo>
                  <a:lnTo>
                    <a:pt x="3213617" y="1379987"/>
                  </a:lnTo>
                  <a:lnTo>
                    <a:pt x="3213617" y="1379364"/>
                  </a:lnTo>
                  <a:lnTo>
                    <a:pt x="3213725" y="1379364"/>
                  </a:lnTo>
                  <a:lnTo>
                    <a:pt x="3213834" y="1379364"/>
                  </a:lnTo>
                  <a:lnTo>
                    <a:pt x="3213942" y="1379364"/>
                  </a:lnTo>
                  <a:lnTo>
                    <a:pt x="3214050" y="1379364"/>
                  </a:lnTo>
                  <a:lnTo>
                    <a:pt x="3214050" y="1378740"/>
                  </a:lnTo>
                  <a:lnTo>
                    <a:pt x="3214159" y="1378740"/>
                  </a:lnTo>
                  <a:lnTo>
                    <a:pt x="3214267" y="1378740"/>
                  </a:lnTo>
                  <a:lnTo>
                    <a:pt x="3214376" y="1378740"/>
                  </a:lnTo>
                  <a:lnTo>
                    <a:pt x="3214376" y="1378116"/>
                  </a:lnTo>
                  <a:lnTo>
                    <a:pt x="3214484" y="1378116"/>
                  </a:lnTo>
                  <a:lnTo>
                    <a:pt x="3214593" y="1378116"/>
                  </a:lnTo>
                  <a:lnTo>
                    <a:pt x="3214701" y="1378116"/>
                  </a:lnTo>
                  <a:lnTo>
                    <a:pt x="3214810" y="1378116"/>
                  </a:lnTo>
                  <a:lnTo>
                    <a:pt x="3214918" y="1378116"/>
                  </a:lnTo>
                  <a:lnTo>
                    <a:pt x="3215026" y="1378116"/>
                  </a:lnTo>
                  <a:lnTo>
                    <a:pt x="3215135" y="1378116"/>
                  </a:lnTo>
                  <a:lnTo>
                    <a:pt x="3215243" y="1378116"/>
                  </a:lnTo>
                  <a:lnTo>
                    <a:pt x="3215352" y="1378116"/>
                  </a:lnTo>
                  <a:lnTo>
                    <a:pt x="3215352" y="1377493"/>
                  </a:lnTo>
                  <a:lnTo>
                    <a:pt x="3215460" y="1377493"/>
                  </a:lnTo>
                  <a:lnTo>
                    <a:pt x="3215460" y="1376869"/>
                  </a:lnTo>
                  <a:lnTo>
                    <a:pt x="3215569" y="1376869"/>
                  </a:lnTo>
                  <a:lnTo>
                    <a:pt x="3215677" y="1376869"/>
                  </a:lnTo>
                  <a:lnTo>
                    <a:pt x="3215786" y="1376869"/>
                  </a:lnTo>
                  <a:lnTo>
                    <a:pt x="3215894" y="1376869"/>
                  </a:lnTo>
                  <a:lnTo>
                    <a:pt x="3215894" y="1376246"/>
                  </a:lnTo>
                  <a:lnTo>
                    <a:pt x="3216003" y="1376246"/>
                  </a:lnTo>
                  <a:lnTo>
                    <a:pt x="3216003" y="1375622"/>
                  </a:lnTo>
                  <a:lnTo>
                    <a:pt x="3216111" y="1375622"/>
                  </a:lnTo>
                  <a:lnTo>
                    <a:pt x="3216219" y="1375622"/>
                  </a:lnTo>
                  <a:lnTo>
                    <a:pt x="3216328" y="1375622"/>
                  </a:lnTo>
                  <a:lnTo>
                    <a:pt x="3216436" y="1375622"/>
                  </a:lnTo>
                  <a:lnTo>
                    <a:pt x="3216545" y="1375622"/>
                  </a:lnTo>
                  <a:lnTo>
                    <a:pt x="3216545" y="1374999"/>
                  </a:lnTo>
                  <a:lnTo>
                    <a:pt x="3216653" y="1374999"/>
                  </a:lnTo>
                  <a:lnTo>
                    <a:pt x="3216762" y="1374999"/>
                  </a:lnTo>
                  <a:lnTo>
                    <a:pt x="3216870" y="1374999"/>
                  </a:lnTo>
                  <a:lnTo>
                    <a:pt x="3216979" y="1374999"/>
                  </a:lnTo>
                  <a:lnTo>
                    <a:pt x="3217087" y="1374999"/>
                  </a:lnTo>
                  <a:lnTo>
                    <a:pt x="3217195" y="1374999"/>
                  </a:lnTo>
                  <a:lnTo>
                    <a:pt x="3217304" y="1374999"/>
                  </a:lnTo>
                  <a:lnTo>
                    <a:pt x="3217412" y="1374999"/>
                  </a:lnTo>
                  <a:lnTo>
                    <a:pt x="3217521" y="1374999"/>
                  </a:lnTo>
                  <a:lnTo>
                    <a:pt x="3217629" y="1374999"/>
                  </a:lnTo>
                  <a:lnTo>
                    <a:pt x="3217738" y="1374999"/>
                  </a:lnTo>
                  <a:lnTo>
                    <a:pt x="3217846" y="1374999"/>
                  </a:lnTo>
                  <a:lnTo>
                    <a:pt x="3217955" y="1374999"/>
                  </a:lnTo>
                  <a:lnTo>
                    <a:pt x="3218063" y="1374999"/>
                  </a:lnTo>
                  <a:lnTo>
                    <a:pt x="3218171" y="1374999"/>
                  </a:lnTo>
                  <a:lnTo>
                    <a:pt x="3218280" y="1374999"/>
                  </a:lnTo>
                  <a:lnTo>
                    <a:pt x="3218388" y="1374999"/>
                  </a:lnTo>
                  <a:lnTo>
                    <a:pt x="3218388" y="1374375"/>
                  </a:lnTo>
                  <a:lnTo>
                    <a:pt x="3218388" y="1373751"/>
                  </a:lnTo>
                  <a:lnTo>
                    <a:pt x="3218497" y="1373751"/>
                  </a:lnTo>
                  <a:lnTo>
                    <a:pt x="3218605" y="1373751"/>
                  </a:lnTo>
                  <a:lnTo>
                    <a:pt x="3218714" y="1373751"/>
                  </a:lnTo>
                  <a:lnTo>
                    <a:pt x="3218822" y="1373751"/>
                  </a:lnTo>
                  <a:lnTo>
                    <a:pt x="3218931" y="1373751"/>
                  </a:lnTo>
                  <a:lnTo>
                    <a:pt x="3219039" y="1373751"/>
                  </a:lnTo>
                  <a:lnTo>
                    <a:pt x="3219147" y="1373751"/>
                  </a:lnTo>
                  <a:lnTo>
                    <a:pt x="3219147" y="1373128"/>
                  </a:lnTo>
                  <a:lnTo>
                    <a:pt x="3219256" y="1373128"/>
                  </a:lnTo>
                  <a:lnTo>
                    <a:pt x="3219364" y="1373128"/>
                  </a:lnTo>
                  <a:lnTo>
                    <a:pt x="3219473" y="1373128"/>
                  </a:lnTo>
                  <a:lnTo>
                    <a:pt x="3219581" y="1373128"/>
                  </a:lnTo>
                  <a:lnTo>
                    <a:pt x="3219690" y="1373128"/>
                  </a:lnTo>
                  <a:lnTo>
                    <a:pt x="3219798" y="1373128"/>
                  </a:lnTo>
                  <a:lnTo>
                    <a:pt x="3219907" y="1373128"/>
                  </a:lnTo>
                  <a:lnTo>
                    <a:pt x="3220015" y="1373128"/>
                  </a:lnTo>
                  <a:lnTo>
                    <a:pt x="3220124" y="1373128"/>
                  </a:lnTo>
                  <a:lnTo>
                    <a:pt x="3220232" y="1373128"/>
                  </a:lnTo>
                  <a:lnTo>
                    <a:pt x="3220340" y="1373128"/>
                  </a:lnTo>
                  <a:lnTo>
                    <a:pt x="3220449" y="1373128"/>
                  </a:lnTo>
                  <a:lnTo>
                    <a:pt x="3220557" y="1373128"/>
                  </a:lnTo>
                  <a:lnTo>
                    <a:pt x="3220666" y="1373128"/>
                  </a:lnTo>
                  <a:lnTo>
                    <a:pt x="3220774" y="1373128"/>
                  </a:lnTo>
                  <a:lnTo>
                    <a:pt x="3220883" y="1373128"/>
                  </a:lnTo>
                  <a:lnTo>
                    <a:pt x="3220991" y="1373128"/>
                  </a:lnTo>
                  <a:lnTo>
                    <a:pt x="3221100" y="1373128"/>
                  </a:lnTo>
                  <a:lnTo>
                    <a:pt x="3221208" y="1373128"/>
                  </a:lnTo>
                  <a:lnTo>
                    <a:pt x="3221316" y="1373128"/>
                  </a:lnTo>
                  <a:lnTo>
                    <a:pt x="3221425" y="1373128"/>
                  </a:lnTo>
                  <a:lnTo>
                    <a:pt x="3221533" y="1373128"/>
                  </a:lnTo>
                  <a:lnTo>
                    <a:pt x="3221642" y="1373128"/>
                  </a:lnTo>
                  <a:lnTo>
                    <a:pt x="3221750" y="1373128"/>
                  </a:lnTo>
                  <a:lnTo>
                    <a:pt x="3221859" y="1373128"/>
                  </a:lnTo>
                  <a:lnTo>
                    <a:pt x="3221967" y="1373128"/>
                  </a:lnTo>
                  <a:lnTo>
                    <a:pt x="3222076" y="1373128"/>
                  </a:lnTo>
                  <a:lnTo>
                    <a:pt x="3222076" y="1372504"/>
                  </a:lnTo>
                  <a:lnTo>
                    <a:pt x="3222184" y="1372504"/>
                  </a:lnTo>
                  <a:lnTo>
                    <a:pt x="3222184" y="1371881"/>
                  </a:lnTo>
                  <a:lnTo>
                    <a:pt x="3222292" y="1371881"/>
                  </a:lnTo>
                  <a:lnTo>
                    <a:pt x="3222401" y="1371881"/>
                  </a:lnTo>
                  <a:lnTo>
                    <a:pt x="3222509" y="1371881"/>
                  </a:lnTo>
                  <a:lnTo>
                    <a:pt x="3222618" y="1371881"/>
                  </a:lnTo>
                  <a:lnTo>
                    <a:pt x="3222726" y="1371881"/>
                  </a:lnTo>
                  <a:lnTo>
                    <a:pt x="3222835" y="1371881"/>
                  </a:lnTo>
                  <a:lnTo>
                    <a:pt x="3222835" y="1371257"/>
                  </a:lnTo>
                  <a:lnTo>
                    <a:pt x="3222943" y="1371257"/>
                  </a:lnTo>
                  <a:lnTo>
                    <a:pt x="3222943" y="1370633"/>
                  </a:lnTo>
                  <a:lnTo>
                    <a:pt x="3223052" y="1370633"/>
                  </a:lnTo>
                  <a:lnTo>
                    <a:pt x="3223160" y="1370633"/>
                  </a:lnTo>
                  <a:lnTo>
                    <a:pt x="3223268" y="1370633"/>
                  </a:lnTo>
                  <a:lnTo>
                    <a:pt x="3223377" y="1370633"/>
                  </a:lnTo>
                  <a:lnTo>
                    <a:pt x="3223377" y="1370010"/>
                  </a:lnTo>
                  <a:lnTo>
                    <a:pt x="3223485" y="1370010"/>
                  </a:lnTo>
                  <a:lnTo>
                    <a:pt x="3223594" y="1370010"/>
                  </a:lnTo>
                  <a:lnTo>
                    <a:pt x="3223702" y="1370010"/>
                  </a:lnTo>
                  <a:lnTo>
                    <a:pt x="3223702" y="1369386"/>
                  </a:lnTo>
                  <a:lnTo>
                    <a:pt x="3223811" y="1369386"/>
                  </a:lnTo>
                  <a:lnTo>
                    <a:pt x="3223919" y="1369386"/>
                  </a:lnTo>
                  <a:lnTo>
                    <a:pt x="3224028" y="1369386"/>
                  </a:lnTo>
                  <a:lnTo>
                    <a:pt x="3224136" y="1369386"/>
                  </a:lnTo>
                  <a:lnTo>
                    <a:pt x="3224136" y="1368763"/>
                  </a:lnTo>
                  <a:lnTo>
                    <a:pt x="3224245" y="1368763"/>
                  </a:lnTo>
                  <a:lnTo>
                    <a:pt x="3224353" y="1368763"/>
                  </a:lnTo>
                  <a:lnTo>
                    <a:pt x="3224353" y="1368139"/>
                  </a:lnTo>
                  <a:lnTo>
                    <a:pt x="3224461" y="1368139"/>
                  </a:lnTo>
                  <a:lnTo>
                    <a:pt x="3224570" y="1368139"/>
                  </a:lnTo>
                  <a:lnTo>
                    <a:pt x="3224678" y="1368139"/>
                  </a:lnTo>
                  <a:lnTo>
                    <a:pt x="3224787" y="1368139"/>
                  </a:lnTo>
                  <a:lnTo>
                    <a:pt x="3224895" y="1368139"/>
                  </a:lnTo>
                  <a:lnTo>
                    <a:pt x="3225004" y="1368139"/>
                  </a:lnTo>
                  <a:lnTo>
                    <a:pt x="3225112" y="1368139"/>
                  </a:lnTo>
                  <a:lnTo>
                    <a:pt x="3225221" y="1368139"/>
                  </a:lnTo>
                  <a:lnTo>
                    <a:pt x="3225329" y="1368139"/>
                  </a:lnTo>
                  <a:lnTo>
                    <a:pt x="3225437" y="1368139"/>
                  </a:lnTo>
                  <a:lnTo>
                    <a:pt x="3225437" y="1367516"/>
                  </a:lnTo>
                  <a:lnTo>
                    <a:pt x="3225546" y="1367516"/>
                  </a:lnTo>
                  <a:lnTo>
                    <a:pt x="3225654" y="1367516"/>
                  </a:lnTo>
                  <a:lnTo>
                    <a:pt x="3225763" y="1367516"/>
                  </a:lnTo>
                  <a:lnTo>
                    <a:pt x="3225763" y="1366892"/>
                  </a:lnTo>
                  <a:lnTo>
                    <a:pt x="3225871" y="1366892"/>
                  </a:lnTo>
                  <a:lnTo>
                    <a:pt x="3225980" y="1366892"/>
                  </a:lnTo>
                  <a:lnTo>
                    <a:pt x="3226088" y="1366892"/>
                  </a:lnTo>
                  <a:lnTo>
                    <a:pt x="3226197" y="1366892"/>
                  </a:lnTo>
                  <a:lnTo>
                    <a:pt x="3226305" y="1366892"/>
                  </a:lnTo>
                  <a:lnTo>
                    <a:pt x="3226413" y="1366892"/>
                  </a:lnTo>
                  <a:lnTo>
                    <a:pt x="3226522" y="1366892"/>
                  </a:lnTo>
                  <a:lnTo>
                    <a:pt x="3226630" y="1366892"/>
                  </a:lnTo>
                  <a:lnTo>
                    <a:pt x="3226739" y="1366892"/>
                  </a:lnTo>
                  <a:lnTo>
                    <a:pt x="3226847" y="1366892"/>
                  </a:lnTo>
                  <a:lnTo>
                    <a:pt x="3226956" y="1366892"/>
                  </a:lnTo>
                  <a:lnTo>
                    <a:pt x="3226956" y="1366268"/>
                  </a:lnTo>
                  <a:lnTo>
                    <a:pt x="3227064" y="1366268"/>
                  </a:lnTo>
                  <a:lnTo>
                    <a:pt x="3227173" y="1366268"/>
                  </a:lnTo>
                  <a:lnTo>
                    <a:pt x="3227281" y="1366268"/>
                  </a:lnTo>
                  <a:lnTo>
                    <a:pt x="3227389" y="1366268"/>
                  </a:lnTo>
                  <a:lnTo>
                    <a:pt x="3227498" y="1366268"/>
                  </a:lnTo>
                  <a:lnTo>
                    <a:pt x="3227606" y="1366268"/>
                  </a:lnTo>
                  <a:lnTo>
                    <a:pt x="3227715" y="1366268"/>
                  </a:lnTo>
                  <a:lnTo>
                    <a:pt x="3227823" y="1366268"/>
                  </a:lnTo>
                  <a:lnTo>
                    <a:pt x="3227932" y="1366268"/>
                  </a:lnTo>
                  <a:lnTo>
                    <a:pt x="3228040" y="1366268"/>
                  </a:lnTo>
                  <a:lnTo>
                    <a:pt x="3228149" y="1366268"/>
                  </a:lnTo>
                  <a:lnTo>
                    <a:pt x="3228257" y="1366268"/>
                  </a:lnTo>
                  <a:lnTo>
                    <a:pt x="3228257" y="1365645"/>
                  </a:lnTo>
                  <a:lnTo>
                    <a:pt x="3228366" y="1365645"/>
                  </a:lnTo>
                  <a:lnTo>
                    <a:pt x="3228474" y="1365645"/>
                  </a:lnTo>
                  <a:lnTo>
                    <a:pt x="3228474" y="1365021"/>
                  </a:lnTo>
                  <a:lnTo>
                    <a:pt x="3228582" y="1365021"/>
                  </a:lnTo>
                  <a:lnTo>
                    <a:pt x="3228691" y="1365021"/>
                  </a:lnTo>
                  <a:lnTo>
                    <a:pt x="3228799" y="1365021"/>
                  </a:lnTo>
                  <a:lnTo>
                    <a:pt x="3228908" y="1365021"/>
                  </a:lnTo>
                  <a:lnTo>
                    <a:pt x="3229016" y="1365021"/>
                  </a:lnTo>
                  <a:lnTo>
                    <a:pt x="3229125" y="1365021"/>
                  </a:lnTo>
                  <a:lnTo>
                    <a:pt x="3229125" y="1364398"/>
                  </a:lnTo>
                  <a:lnTo>
                    <a:pt x="3229233" y="1364398"/>
                  </a:lnTo>
                  <a:lnTo>
                    <a:pt x="3229342" y="1364398"/>
                  </a:lnTo>
                  <a:lnTo>
                    <a:pt x="3229450" y="1364398"/>
                  </a:lnTo>
                  <a:lnTo>
                    <a:pt x="3229450" y="1363774"/>
                  </a:lnTo>
                  <a:lnTo>
                    <a:pt x="3229558" y="1363774"/>
                  </a:lnTo>
                  <a:lnTo>
                    <a:pt x="3229667" y="1363774"/>
                  </a:lnTo>
                  <a:lnTo>
                    <a:pt x="3229775" y="1363774"/>
                  </a:lnTo>
                  <a:lnTo>
                    <a:pt x="3229884" y="1363774"/>
                  </a:lnTo>
                  <a:lnTo>
                    <a:pt x="3229992" y="1363774"/>
                  </a:lnTo>
                  <a:lnTo>
                    <a:pt x="3230101" y="1363774"/>
                  </a:lnTo>
                  <a:lnTo>
                    <a:pt x="3230209" y="1363774"/>
                  </a:lnTo>
                  <a:lnTo>
                    <a:pt x="3230209" y="1363150"/>
                  </a:lnTo>
                  <a:lnTo>
                    <a:pt x="3230318" y="1363150"/>
                  </a:lnTo>
                  <a:lnTo>
                    <a:pt x="3230318" y="1362527"/>
                  </a:lnTo>
                  <a:lnTo>
                    <a:pt x="3230426" y="1362527"/>
                  </a:lnTo>
                  <a:lnTo>
                    <a:pt x="3230534" y="1362527"/>
                  </a:lnTo>
                  <a:lnTo>
                    <a:pt x="3230534" y="1361903"/>
                  </a:lnTo>
                  <a:lnTo>
                    <a:pt x="3230643" y="1361903"/>
                  </a:lnTo>
                  <a:lnTo>
                    <a:pt x="3230751" y="1361903"/>
                  </a:lnTo>
                  <a:lnTo>
                    <a:pt x="3230860" y="1361903"/>
                  </a:lnTo>
                  <a:lnTo>
                    <a:pt x="3230968" y="1361903"/>
                  </a:lnTo>
                  <a:lnTo>
                    <a:pt x="3231077" y="1361903"/>
                  </a:lnTo>
                  <a:lnTo>
                    <a:pt x="3231185" y="1361903"/>
                  </a:lnTo>
                  <a:lnTo>
                    <a:pt x="3231185" y="1361280"/>
                  </a:lnTo>
                  <a:lnTo>
                    <a:pt x="3231294" y="1361280"/>
                  </a:lnTo>
                  <a:lnTo>
                    <a:pt x="3231402" y="1361280"/>
                  </a:lnTo>
                  <a:lnTo>
                    <a:pt x="3231510" y="1361280"/>
                  </a:lnTo>
                  <a:lnTo>
                    <a:pt x="3231510" y="1360656"/>
                  </a:lnTo>
                  <a:lnTo>
                    <a:pt x="3231619" y="1360656"/>
                  </a:lnTo>
                  <a:lnTo>
                    <a:pt x="3231727" y="1360656"/>
                  </a:lnTo>
                  <a:lnTo>
                    <a:pt x="3231836" y="1360656"/>
                  </a:lnTo>
                  <a:lnTo>
                    <a:pt x="3231944" y="1360656"/>
                  </a:lnTo>
                  <a:lnTo>
                    <a:pt x="3232053" y="1360656"/>
                  </a:lnTo>
                  <a:lnTo>
                    <a:pt x="3232161" y="1360656"/>
                  </a:lnTo>
                  <a:lnTo>
                    <a:pt x="3232270" y="1360656"/>
                  </a:lnTo>
                  <a:lnTo>
                    <a:pt x="3232270" y="1360033"/>
                  </a:lnTo>
                  <a:lnTo>
                    <a:pt x="3232378" y="1360033"/>
                  </a:lnTo>
                  <a:lnTo>
                    <a:pt x="3232487" y="1360033"/>
                  </a:lnTo>
                  <a:lnTo>
                    <a:pt x="3232595" y="1360033"/>
                  </a:lnTo>
                  <a:lnTo>
                    <a:pt x="3232703" y="1360033"/>
                  </a:lnTo>
                  <a:lnTo>
                    <a:pt x="3232812" y="1360033"/>
                  </a:lnTo>
                  <a:lnTo>
                    <a:pt x="3232812" y="1359409"/>
                  </a:lnTo>
                  <a:lnTo>
                    <a:pt x="3232812" y="1358785"/>
                  </a:lnTo>
                  <a:lnTo>
                    <a:pt x="3232920" y="1358785"/>
                  </a:lnTo>
                  <a:lnTo>
                    <a:pt x="3233029" y="1358785"/>
                  </a:lnTo>
                  <a:lnTo>
                    <a:pt x="3233137" y="1358785"/>
                  </a:lnTo>
                  <a:lnTo>
                    <a:pt x="3233246" y="1358785"/>
                  </a:lnTo>
                  <a:lnTo>
                    <a:pt x="3233354" y="1358785"/>
                  </a:lnTo>
                  <a:lnTo>
                    <a:pt x="3233463" y="1358785"/>
                  </a:lnTo>
                  <a:lnTo>
                    <a:pt x="3233571" y="1358785"/>
                  </a:lnTo>
                  <a:lnTo>
                    <a:pt x="3233679" y="1358785"/>
                  </a:lnTo>
                  <a:lnTo>
                    <a:pt x="3233788" y="1358785"/>
                  </a:lnTo>
                  <a:lnTo>
                    <a:pt x="3233896" y="1358785"/>
                  </a:lnTo>
                  <a:lnTo>
                    <a:pt x="3234005" y="1358785"/>
                  </a:lnTo>
                  <a:lnTo>
                    <a:pt x="3234113" y="1358785"/>
                  </a:lnTo>
                  <a:lnTo>
                    <a:pt x="3234222" y="1358785"/>
                  </a:lnTo>
                  <a:lnTo>
                    <a:pt x="3234330" y="1358785"/>
                  </a:lnTo>
                  <a:lnTo>
                    <a:pt x="3234439" y="1358785"/>
                  </a:lnTo>
                  <a:lnTo>
                    <a:pt x="3234547" y="1358785"/>
                  </a:lnTo>
                  <a:lnTo>
                    <a:pt x="3234655" y="1358785"/>
                  </a:lnTo>
                  <a:lnTo>
                    <a:pt x="3234655" y="1358162"/>
                  </a:lnTo>
                  <a:lnTo>
                    <a:pt x="3234764" y="1358162"/>
                  </a:lnTo>
                  <a:lnTo>
                    <a:pt x="3234872" y="1358162"/>
                  </a:lnTo>
                  <a:lnTo>
                    <a:pt x="3234981" y="1358162"/>
                  </a:lnTo>
                  <a:lnTo>
                    <a:pt x="3235089" y="1358162"/>
                  </a:lnTo>
                  <a:lnTo>
                    <a:pt x="3235198" y="1358162"/>
                  </a:lnTo>
                  <a:lnTo>
                    <a:pt x="3235306" y="1358162"/>
                  </a:lnTo>
                  <a:lnTo>
                    <a:pt x="3235306" y="1357538"/>
                  </a:lnTo>
                  <a:lnTo>
                    <a:pt x="3235415" y="1357538"/>
                  </a:lnTo>
                  <a:lnTo>
                    <a:pt x="3235523" y="1357538"/>
                  </a:lnTo>
                  <a:lnTo>
                    <a:pt x="3235631" y="1357538"/>
                  </a:lnTo>
                  <a:lnTo>
                    <a:pt x="3235740" y="1357538"/>
                  </a:lnTo>
                  <a:lnTo>
                    <a:pt x="3235848" y="1357538"/>
                  </a:lnTo>
                  <a:lnTo>
                    <a:pt x="3235957" y="1357538"/>
                  </a:lnTo>
                  <a:lnTo>
                    <a:pt x="3236065" y="1357538"/>
                  </a:lnTo>
                  <a:lnTo>
                    <a:pt x="3236065" y="1356915"/>
                  </a:lnTo>
                  <a:lnTo>
                    <a:pt x="3236174" y="1356915"/>
                  </a:lnTo>
                  <a:lnTo>
                    <a:pt x="3236174" y="1356291"/>
                  </a:lnTo>
                  <a:lnTo>
                    <a:pt x="3236282" y="1356291"/>
                  </a:lnTo>
                  <a:lnTo>
                    <a:pt x="3236391" y="1356291"/>
                  </a:lnTo>
                  <a:lnTo>
                    <a:pt x="3236499" y="1356291"/>
                  </a:lnTo>
                  <a:lnTo>
                    <a:pt x="3236607" y="1356291"/>
                  </a:lnTo>
                  <a:lnTo>
                    <a:pt x="3236716" y="1356291"/>
                  </a:lnTo>
                  <a:lnTo>
                    <a:pt x="3236824" y="1356291"/>
                  </a:lnTo>
                  <a:lnTo>
                    <a:pt x="3236933" y="1356291"/>
                  </a:lnTo>
                  <a:lnTo>
                    <a:pt x="3237041" y="1356291"/>
                  </a:lnTo>
                  <a:lnTo>
                    <a:pt x="3237150" y="1356291"/>
                  </a:lnTo>
                  <a:lnTo>
                    <a:pt x="3237258" y="1356291"/>
                  </a:lnTo>
                  <a:lnTo>
                    <a:pt x="3237367" y="1356291"/>
                  </a:lnTo>
                  <a:lnTo>
                    <a:pt x="3237475" y="1356291"/>
                  </a:lnTo>
                  <a:lnTo>
                    <a:pt x="3237584" y="1356291"/>
                  </a:lnTo>
                  <a:lnTo>
                    <a:pt x="3237692" y="1356291"/>
                  </a:lnTo>
                  <a:lnTo>
                    <a:pt x="3237800" y="1356291"/>
                  </a:lnTo>
                  <a:lnTo>
                    <a:pt x="3237909" y="1356291"/>
                  </a:lnTo>
                  <a:lnTo>
                    <a:pt x="3237909" y="1355667"/>
                  </a:lnTo>
                  <a:lnTo>
                    <a:pt x="3238017" y="1355667"/>
                  </a:lnTo>
                  <a:lnTo>
                    <a:pt x="3238126" y="1355667"/>
                  </a:lnTo>
                  <a:lnTo>
                    <a:pt x="3238234" y="1355667"/>
                  </a:lnTo>
                  <a:lnTo>
                    <a:pt x="3238343" y="1355667"/>
                  </a:lnTo>
                  <a:lnTo>
                    <a:pt x="3238451" y="1355667"/>
                  </a:lnTo>
                  <a:lnTo>
                    <a:pt x="3238560" y="1355667"/>
                  </a:lnTo>
                  <a:lnTo>
                    <a:pt x="3238668" y="1355667"/>
                  </a:lnTo>
                  <a:lnTo>
                    <a:pt x="3238776" y="1355667"/>
                  </a:lnTo>
                  <a:lnTo>
                    <a:pt x="3238885" y="1355667"/>
                  </a:lnTo>
                  <a:lnTo>
                    <a:pt x="3238993" y="1355667"/>
                  </a:lnTo>
                  <a:lnTo>
                    <a:pt x="3239102" y="1355667"/>
                  </a:lnTo>
                  <a:lnTo>
                    <a:pt x="3239210" y="1355667"/>
                  </a:lnTo>
                  <a:lnTo>
                    <a:pt x="3239319" y="1355667"/>
                  </a:lnTo>
                  <a:lnTo>
                    <a:pt x="3239319" y="1355044"/>
                  </a:lnTo>
                  <a:lnTo>
                    <a:pt x="3239427" y="1355044"/>
                  </a:lnTo>
                  <a:lnTo>
                    <a:pt x="3239536" y="1355044"/>
                  </a:lnTo>
                  <a:lnTo>
                    <a:pt x="3239644" y="1355044"/>
                  </a:lnTo>
                  <a:lnTo>
                    <a:pt x="3239752" y="1355044"/>
                  </a:lnTo>
                  <a:lnTo>
                    <a:pt x="3239861" y="1355044"/>
                  </a:lnTo>
                  <a:lnTo>
                    <a:pt x="3239969" y="1355044"/>
                  </a:lnTo>
                  <a:lnTo>
                    <a:pt x="3239969" y="1354420"/>
                  </a:lnTo>
                  <a:lnTo>
                    <a:pt x="3240078" y="1354420"/>
                  </a:lnTo>
                  <a:lnTo>
                    <a:pt x="3240186" y="1354420"/>
                  </a:lnTo>
                  <a:lnTo>
                    <a:pt x="3240295" y="1354420"/>
                  </a:lnTo>
                  <a:lnTo>
                    <a:pt x="3240403" y="1354420"/>
                  </a:lnTo>
                  <a:lnTo>
                    <a:pt x="3240512" y="1354420"/>
                  </a:lnTo>
                  <a:lnTo>
                    <a:pt x="3240620" y="1354420"/>
                  </a:lnTo>
                  <a:lnTo>
                    <a:pt x="3240728" y="1354420"/>
                  </a:lnTo>
                  <a:lnTo>
                    <a:pt x="3240837" y="1354420"/>
                  </a:lnTo>
                  <a:lnTo>
                    <a:pt x="3240837" y="1353797"/>
                  </a:lnTo>
                  <a:lnTo>
                    <a:pt x="3240945" y="1353797"/>
                  </a:lnTo>
                  <a:lnTo>
                    <a:pt x="3241054" y="1353797"/>
                  </a:lnTo>
                  <a:lnTo>
                    <a:pt x="3241162" y="1353797"/>
                  </a:lnTo>
                  <a:lnTo>
                    <a:pt x="3241271" y="1353797"/>
                  </a:lnTo>
                  <a:lnTo>
                    <a:pt x="3241379" y="1353797"/>
                  </a:lnTo>
                  <a:lnTo>
                    <a:pt x="3241488" y="1353797"/>
                  </a:lnTo>
                  <a:lnTo>
                    <a:pt x="3241596" y="1353797"/>
                  </a:lnTo>
                  <a:lnTo>
                    <a:pt x="3241705" y="1353797"/>
                  </a:lnTo>
                  <a:lnTo>
                    <a:pt x="3241813" y="1353797"/>
                  </a:lnTo>
                  <a:lnTo>
                    <a:pt x="3241921" y="1353797"/>
                  </a:lnTo>
                  <a:lnTo>
                    <a:pt x="3242030" y="1353797"/>
                  </a:lnTo>
                  <a:lnTo>
                    <a:pt x="3242138" y="1353797"/>
                  </a:lnTo>
                  <a:lnTo>
                    <a:pt x="3242247" y="1353797"/>
                  </a:lnTo>
                  <a:lnTo>
                    <a:pt x="3242355" y="1353797"/>
                  </a:lnTo>
                  <a:lnTo>
                    <a:pt x="3242464" y="1353797"/>
                  </a:lnTo>
                  <a:lnTo>
                    <a:pt x="3242572" y="1353797"/>
                  </a:lnTo>
                  <a:lnTo>
                    <a:pt x="3242681" y="1353797"/>
                  </a:lnTo>
                  <a:lnTo>
                    <a:pt x="3242789" y="1353797"/>
                  </a:lnTo>
                  <a:lnTo>
                    <a:pt x="3242897" y="1353797"/>
                  </a:lnTo>
                  <a:lnTo>
                    <a:pt x="3243006" y="1353797"/>
                  </a:lnTo>
                  <a:lnTo>
                    <a:pt x="3243114" y="1353797"/>
                  </a:lnTo>
                  <a:lnTo>
                    <a:pt x="3243223" y="1353797"/>
                  </a:lnTo>
                  <a:lnTo>
                    <a:pt x="3243223" y="1353173"/>
                  </a:lnTo>
                  <a:lnTo>
                    <a:pt x="3243331" y="1353173"/>
                  </a:lnTo>
                  <a:lnTo>
                    <a:pt x="3243440" y="1353173"/>
                  </a:lnTo>
                  <a:lnTo>
                    <a:pt x="3243548" y="1353173"/>
                  </a:lnTo>
                  <a:lnTo>
                    <a:pt x="3243657" y="1353173"/>
                  </a:lnTo>
                  <a:lnTo>
                    <a:pt x="3243765" y="1353173"/>
                  </a:lnTo>
                  <a:lnTo>
                    <a:pt x="3243873" y="1353173"/>
                  </a:lnTo>
                  <a:lnTo>
                    <a:pt x="3243982" y="1353173"/>
                  </a:lnTo>
                  <a:lnTo>
                    <a:pt x="3243982" y="1352550"/>
                  </a:lnTo>
                  <a:lnTo>
                    <a:pt x="3244090" y="1352550"/>
                  </a:lnTo>
                  <a:lnTo>
                    <a:pt x="3244199" y="1352550"/>
                  </a:lnTo>
                  <a:lnTo>
                    <a:pt x="3244307" y="1352550"/>
                  </a:lnTo>
                  <a:lnTo>
                    <a:pt x="3244416" y="1352550"/>
                  </a:lnTo>
                  <a:lnTo>
                    <a:pt x="3244416" y="1351926"/>
                  </a:lnTo>
                  <a:lnTo>
                    <a:pt x="3244524" y="1351926"/>
                  </a:lnTo>
                  <a:lnTo>
                    <a:pt x="3244633" y="1351926"/>
                  </a:lnTo>
                  <a:lnTo>
                    <a:pt x="3244741" y="1351926"/>
                  </a:lnTo>
                  <a:lnTo>
                    <a:pt x="3244849" y="1351926"/>
                  </a:lnTo>
                  <a:lnTo>
                    <a:pt x="3244958" y="1351926"/>
                  </a:lnTo>
                  <a:lnTo>
                    <a:pt x="3245066" y="1351926"/>
                  </a:lnTo>
                  <a:lnTo>
                    <a:pt x="3245066" y="1351302"/>
                  </a:lnTo>
                  <a:lnTo>
                    <a:pt x="3245175" y="1351302"/>
                  </a:lnTo>
                  <a:lnTo>
                    <a:pt x="3245283" y="1351302"/>
                  </a:lnTo>
                  <a:lnTo>
                    <a:pt x="3245392" y="1351302"/>
                  </a:lnTo>
                  <a:lnTo>
                    <a:pt x="3245500" y="1351302"/>
                  </a:lnTo>
                  <a:lnTo>
                    <a:pt x="3245609" y="1351302"/>
                  </a:lnTo>
                  <a:lnTo>
                    <a:pt x="3245717" y="1351302"/>
                  </a:lnTo>
                  <a:lnTo>
                    <a:pt x="3245826" y="1351302"/>
                  </a:lnTo>
                  <a:lnTo>
                    <a:pt x="3245934" y="1351302"/>
                  </a:lnTo>
                  <a:lnTo>
                    <a:pt x="3246042" y="1351302"/>
                  </a:lnTo>
                  <a:lnTo>
                    <a:pt x="3246042" y="1350679"/>
                  </a:lnTo>
                  <a:lnTo>
                    <a:pt x="3246151" y="1350679"/>
                  </a:lnTo>
                  <a:lnTo>
                    <a:pt x="3246259" y="1350679"/>
                  </a:lnTo>
                  <a:lnTo>
                    <a:pt x="3246368" y="1350679"/>
                  </a:lnTo>
                  <a:lnTo>
                    <a:pt x="3246476" y="1350679"/>
                  </a:lnTo>
                  <a:lnTo>
                    <a:pt x="3246476" y="1350055"/>
                  </a:lnTo>
                  <a:lnTo>
                    <a:pt x="3246585" y="1350055"/>
                  </a:lnTo>
                  <a:lnTo>
                    <a:pt x="3246693" y="1350055"/>
                  </a:lnTo>
                  <a:lnTo>
                    <a:pt x="3246802" y="1350055"/>
                  </a:lnTo>
                  <a:lnTo>
                    <a:pt x="3246910" y="1350055"/>
                  </a:lnTo>
                  <a:lnTo>
                    <a:pt x="3247018" y="1350055"/>
                  </a:lnTo>
                  <a:lnTo>
                    <a:pt x="3247127" y="1350055"/>
                  </a:lnTo>
                  <a:lnTo>
                    <a:pt x="3247127" y="1349432"/>
                  </a:lnTo>
                  <a:lnTo>
                    <a:pt x="3247235" y="1349432"/>
                  </a:lnTo>
                  <a:lnTo>
                    <a:pt x="3247344" y="1349432"/>
                  </a:lnTo>
                  <a:lnTo>
                    <a:pt x="3247344" y="1348808"/>
                  </a:lnTo>
                  <a:lnTo>
                    <a:pt x="3247452" y="1348808"/>
                  </a:lnTo>
                  <a:lnTo>
                    <a:pt x="3247561" y="1348808"/>
                  </a:lnTo>
                  <a:lnTo>
                    <a:pt x="3247669" y="1348808"/>
                  </a:lnTo>
                  <a:lnTo>
                    <a:pt x="3247778" y="1348808"/>
                  </a:lnTo>
                  <a:lnTo>
                    <a:pt x="3247886" y="1348808"/>
                  </a:lnTo>
                  <a:lnTo>
                    <a:pt x="3247994" y="1348808"/>
                  </a:lnTo>
                  <a:lnTo>
                    <a:pt x="3248103" y="1348808"/>
                  </a:lnTo>
                  <a:lnTo>
                    <a:pt x="3248211" y="1348808"/>
                  </a:lnTo>
                  <a:lnTo>
                    <a:pt x="3248320" y="1348808"/>
                  </a:lnTo>
                  <a:lnTo>
                    <a:pt x="3248428" y="1348808"/>
                  </a:lnTo>
                  <a:lnTo>
                    <a:pt x="3248537" y="1348808"/>
                  </a:lnTo>
                  <a:lnTo>
                    <a:pt x="3248645" y="1348808"/>
                  </a:lnTo>
                  <a:lnTo>
                    <a:pt x="3248754" y="1348808"/>
                  </a:lnTo>
                  <a:lnTo>
                    <a:pt x="3248862" y="1348808"/>
                  </a:lnTo>
                  <a:lnTo>
                    <a:pt x="3248970" y="1348808"/>
                  </a:lnTo>
                  <a:lnTo>
                    <a:pt x="3249079" y="1348808"/>
                  </a:lnTo>
                  <a:lnTo>
                    <a:pt x="3249187" y="1348808"/>
                  </a:lnTo>
                  <a:lnTo>
                    <a:pt x="3249296" y="1348808"/>
                  </a:lnTo>
                  <a:lnTo>
                    <a:pt x="3249404" y="1348808"/>
                  </a:lnTo>
                  <a:lnTo>
                    <a:pt x="3249513" y="1348808"/>
                  </a:lnTo>
                  <a:lnTo>
                    <a:pt x="3249621" y="1348808"/>
                  </a:lnTo>
                  <a:lnTo>
                    <a:pt x="3249730" y="1348808"/>
                  </a:lnTo>
                  <a:lnTo>
                    <a:pt x="3249838" y="1348808"/>
                  </a:lnTo>
                  <a:lnTo>
                    <a:pt x="3249947" y="1348808"/>
                  </a:lnTo>
                  <a:lnTo>
                    <a:pt x="3250055" y="1348808"/>
                  </a:lnTo>
                  <a:lnTo>
                    <a:pt x="3250163" y="1348808"/>
                  </a:lnTo>
                  <a:lnTo>
                    <a:pt x="3250272" y="1348808"/>
                  </a:lnTo>
                  <a:lnTo>
                    <a:pt x="3250380" y="1348808"/>
                  </a:lnTo>
                  <a:lnTo>
                    <a:pt x="3250380" y="1348184"/>
                  </a:lnTo>
                  <a:lnTo>
                    <a:pt x="3250489" y="1348184"/>
                  </a:lnTo>
                  <a:lnTo>
                    <a:pt x="3250597" y="1348184"/>
                  </a:lnTo>
                  <a:lnTo>
                    <a:pt x="3250706" y="1348184"/>
                  </a:lnTo>
                  <a:lnTo>
                    <a:pt x="3250706" y="1347561"/>
                  </a:lnTo>
                  <a:lnTo>
                    <a:pt x="3250814" y="1347561"/>
                  </a:lnTo>
                  <a:lnTo>
                    <a:pt x="3250923" y="1347561"/>
                  </a:lnTo>
                  <a:lnTo>
                    <a:pt x="3250923" y="1346937"/>
                  </a:lnTo>
                  <a:lnTo>
                    <a:pt x="3251031" y="1346937"/>
                  </a:lnTo>
                  <a:lnTo>
                    <a:pt x="3251031" y="1346314"/>
                  </a:lnTo>
                  <a:lnTo>
                    <a:pt x="3251031" y="1345690"/>
                  </a:lnTo>
                  <a:lnTo>
                    <a:pt x="3251031" y="1345067"/>
                  </a:lnTo>
                  <a:lnTo>
                    <a:pt x="3251139" y="1345067"/>
                  </a:lnTo>
                  <a:lnTo>
                    <a:pt x="3251248" y="1345067"/>
                  </a:lnTo>
                  <a:lnTo>
                    <a:pt x="3251356" y="1345067"/>
                  </a:lnTo>
                  <a:lnTo>
                    <a:pt x="3251465" y="1345067"/>
                  </a:lnTo>
                  <a:lnTo>
                    <a:pt x="3251573" y="1345067"/>
                  </a:lnTo>
                  <a:lnTo>
                    <a:pt x="3251682" y="1345067"/>
                  </a:lnTo>
                  <a:lnTo>
                    <a:pt x="3251790" y="1345067"/>
                  </a:lnTo>
                  <a:lnTo>
                    <a:pt x="3251899" y="1345067"/>
                  </a:lnTo>
                  <a:lnTo>
                    <a:pt x="3252007" y="1345067"/>
                  </a:lnTo>
                  <a:lnTo>
                    <a:pt x="3252115" y="1345067"/>
                  </a:lnTo>
                  <a:lnTo>
                    <a:pt x="3252224" y="1345067"/>
                  </a:lnTo>
                  <a:lnTo>
                    <a:pt x="3252224" y="1344443"/>
                  </a:lnTo>
                  <a:lnTo>
                    <a:pt x="3252332" y="1344443"/>
                  </a:lnTo>
                  <a:lnTo>
                    <a:pt x="3252441" y="1344443"/>
                  </a:lnTo>
                  <a:lnTo>
                    <a:pt x="3252549" y="1344443"/>
                  </a:lnTo>
                  <a:lnTo>
                    <a:pt x="3252658" y="1344443"/>
                  </a:lnTo>
                  <a:lnTo>
                    <a:pt x="3252766" y="1344443"/>
                  </a:lnTo>
                  <a:lnTo>
                    <a:pt x="3252875" y="1344443"/>
                  </a:lnTo>
                  <a:lnTo>
                    <a:pt x="3252983" y="1344443"/>
                  </a:lnTo>
                  <a:lnTo>
                    <a:pt x="3252983" y="1343819"/>
                  </a:lnTo>
                  <a:lnTo>
                    <a:pt x="3253091" y="1343819"/>
                  </a:lnTo>
                  <a:lnTo>
                    <a:pt x="3253200" y="1343819"/>
                  </a:lnTo>
                  <a:lnTo>
                    <a:pt x="3253200" y="1343196"/>
                  </a:lnTo>
                  <a:lnTo>
                    <a:pt x="3253308" y="1343196"/>
                  </a:lnTo>
                  <a:lnTo>
                    <a:pt x="3253417" y="1343196"/>
                  </a:lnTo>
                  <a:lnTo>
                    <a:pt x="3253525" y="1343196"/>
                  </a:lnTo>
                  <a:lnTo>
                    <a:pt x="3253634" y="1343196"/>
                  </a:lnTo>
                  <a:lnTo>
                    <a:pt x="3253742" y="1343196"/>
                  </a:lnTo>
                  <a:lnTo>
                    <a:pt x="3253742" y="1342572"/>
                  </a:lnTo>
                  <a:lnTo>
                    <a:pt x="3253851" y="1342572"/>
                  </a:lnTo>
                  <a:lnTo>
                    <a:pt x="3253959" y="1342572"/>
                  </a:lnTo>
                  <a:lnTo>
                    <a:pt x="3254068" y="1342572"/>
                  </a:lnTo>
                  <a:lnTo>
                    <a:pt x="3254068" y="1341949"/>
                  </a:lnTo>
                  <a:lnTo>
                    <a:pt x="3254176" y="1341949"/>
                  </a:lnTo>
                  <a:lnTo>
                    <a:pt x="3254284" y="1341949"/>
                  </a:lnTo>
                  <a:lnTo>
                    <a:pt x="3254393" y="1341949"/>
                  </a:lnTo>
                  <a:lnTo>
                    <a:pt x="3254501" y="1341949"/>
                  </a:lnTo>
                  <a:lnTo>
                    <a:pt x="3254610" y="1341949"/>
                  </a:lnTo>
                  <a:lnTo>
                    <a:pt x="3254718" y="1341949"/>
                  </a:lnTo>
                  <a:lnTo>
                    <a:pt x="3254718" y="1341325"/>
                  </a:lnTo>
                  <a:lnTo>
                    <a:pt x="3254827" y="1341325"/>
                  </a:lnTo>
                  <a:lnTo>
                    <a:pt x="3254935" y="1341325"/>
                  </a:lnTo>
                  <a:lnTo>
                    <a:pt x="3255044" y="1341325"/>
                  </a:lnTo>
                  <a:lnTo>
                    <a:pt x="3255044" y="1340701"/>
                  </a:lnTo>
                  <a:lnTo>
                    <a:pt x="3255152" y="1340701"/>
                  </a:lnTo>
                  <a:lnTo>
                    <a:pt x="3255152" y="1340078"/>
                  </a:lnTo>
                  <a:lnTo>
                    <a:pt x="3255152" y="1339454"/>
                  </a:lnTo>
                  <a:lnTo>
                    <a:pt x="3255152" y="1338831"/>
                  </a:lnTo>
                  <a:lnTo>
                    <a:pt x="3255152" y="1338207"/>
                  </a:lnTo>
                  <a:lnTo>
                    <a:pt x="3255152" y="1337584"/>
                  </a:lnTo>
                  <a:lnTo>
                    <a:pt x="3255260" y="1337584"/>
                  </a:lnTo>
                  <a:lnTo>
                    <a:pt x="3255369" y="1337584"/>
                  </a:lnTo>
                  <a:lnTo>
                    <a:pt x="3255477" y="1337584"/>
                  </a:lnTo>
                  <a:lnTo>
                    <a:pt x="3255586" y="1337584"/>
                  </a:lnTo>
                  <a:lnTo>
                    <a:pt x="3255694" y="1337584"/>
                  </a:lnTo>
                  <a:lnTo>
                    <a:pt x="3255803" y="1337584"/>
                  </a:lnTo>
                  <a:lnTo>
                    <a:pt x="3255911" y="1337584"/>
                  </a:lnTo>
                  <a:lnTo>
                    <a:pt x="3256020" y="1337584"/>
                  </a:lnTo>
                  <a:lnTo>
                    <a:pt x="3256020" y="1336960"/>
                  </a:lnTo>
                  <a:lnTo>
                    <a:pt x="3256128" y="1336960"/>
                  </a:lnTo>
                  <a:lnTo>
                    <a:pt x="3256128" y="1336336"/>
                  </a:lnTo>
                  <a:lnTo>
                    <a:pt x="3256236" y="1336336"/>
                  </a:lnTo>
                  <a:lnTo>
                    <a:pt x="3256345" y="1336336"/>
                  </a:lnTo>
                  <a:lnTo>
                    <a:pt x="3256453" y="1336336"/>
                  </a:lnTo>
                  <a:lnTo>
                    <a:pt x="3256562" y="1336336"/>
                  </a:lnTo>
                  <a:lnTo>
                    <a:pt x="3256670" y="1336336"/>
                  </a:lnTo>
                  <a:lnTo>
                    <a:pt x="3256779" y="1336336"/>
                  </a:lnTo>
                  <a:lnTo>
                    <a:pt x="3256887" y="1336336"/>
                  </a:lnTo>
                  <a:lnTo>
                    <a:pt x="3256996" y="1336336"/>
                  </a:lnTo>
                  <a:lnTo>
                    <a:pt x="3257104" y="1336336"/>
                  </a:lnTo>
                  <a:lnTo>
                    <a:pt x="3257212" y="1336336"/>
                  </a:lnTo>
                  <a:lnTo>
                    <a:pt x="3257321" y="1336336"/>
                  </a:lnTo>
                  <a:lnTo>
                    <a:pt x="3257429" y="1336336"/>
                  </a:lnTo>
                  <a:lnTo>
                    <a:pt x="3257538" y="1336336"/>
                  </a:lnTo>
                  <a:lnTo>
                    <a:pt x="3257538" y="1335713"/>
                  </a:lnTo>
                  <a:lnTo>
                    <a:pt x="3257646" y="1335713"/>
                  </a:lnTo>
                  <a:lnTo>
                    <a:pt x="3257646" y="1335089"/>
                  </a:lnTo>
                  <a:lnTo>
                    <a:pt x="3257755" y="1335089"/>
                  </a:lnTo>
                  <a:lnTo>
                    <a:pt x="3257755" y="1334466"/>
                  </a:lnTo>
                  <a:lnTo>
                    <a:pt x="3257863" y="1334466"/>
                  </a:lnTo>
                  <a:lnTo>
                    <a:pt x="3257972" y="1334466"/>
                  </a:lnTo>
                  <a:lnTo>
                    <a:pt x="3258080" y="1334466"/>
                  </a:lnTo>
                  <a:lnTo>
                    <a:pt x="3258189" y="1334466"/>
                  </a:lnTo>
                  <a:lnTo>
                    <a:pt x="3258297" y="1334466"/>
                  </a:lnTo>
                  <a:lnTo>
                    <a:pt x="3258405" y="1334466"/>
                  </a:lnTo>
                  <a:lnTo>
                    <a:pt x="3258514" y="1334466"/>
                  </a:lnTo>
                  <a:lnTo>
                    <a:pt x="3258622" y="1334466"/>
                  </a:lnTo>
                  <a:lnTo>
                    <a:pt x="3258731" y="1334466"/>
                  </a:lnTo>
                  <a:lnTo>
                    <a:pt x="3258839" y="1334466"/>
                  </a:lnTo>
                  <a:lnTo>
                    <a:pt x="3258948" y="1334466"/>
                  </a:lnTo>
                  <a:lnTo>
                    <a:pt x="3259056" y="1334466"/>
                  </a:lnTo>
                  <a:lnTo>
                    <a:pt x="3259165" y="1334466"/>
                  </a:lnTo>
                  <a:lnTo>
                    <a:pt x="3259273" y="1334466"/>
                  </a:lnTo>
                  <a:lnTo>
                    <a:pt x="3259381" y="1334466"/>
                  </a:lnTo>
                  <a:lnTo>
                    <a:pt x="3259490" y="1334466"/>
                  </a:lnTo>
                  <a:lnTo>
                    <a:pt x="3259598" y="1334466"/>
                  </a:lnTo>
                  <a:lnTo>
                    <a:pt x="3259707" y="1334466"/>
                  </a:lnTo>
                  <a:lnTo>
                    <a:pt x="3259815" y="1334466"/>
                  </a:lnTo>
                  <a:lnTo>
                    <a:pt x="3259815" y="1333842"/>
                  </a:lnTo>
                  <a:lnTo>
                    <a:pt x="3259924" y="1333842"/>
                  </a:lnTo>
                  <a:lnTo>
                    <a:pt x="3260032" y="1333842"/>
                  </a:lnTo>
                  <a:lnTo>
                    <a:pt x="3260141" y="1333842"/>
                  </a:lnTo>
                  <a:lnTo>
                    <a:pt x="3260141" y="1333218"/>
                  </a:lnTo>
                  <a:lnTo>
                    <a:pt x="3260249" y="1333218"/>
                  </a:lnTo>
                  <a:lnTo>
                    <a:pt x="3260357" y="1333218"/>
                  </a:lnTo>
                  <a:lnTo>
                    <a:pt x="3260466" y="1333218"/>
                  </a:lnTo>
                  <a:lnTo>
                    <a:pt x="3260574" y="1333218"/>
                  </a:lnTo>
                  <a:lnTo>
                    <a:pt x="3260683" y="1333218"/>
                  </a:lnTo>
                  <a:lnTo>
                    <a:pt x="3260791" y="1333218"/>
                  </a:lnTo>
                  <a:lnTo>
                    <a:pt x="3260900" y="1333218"/>
                  </a:lnTo>
                  <a:lnTo>
                    <a:pt x="3261008" y="1333218"/>
                  </a:lnTo>
                  <a:lnTo>
                    <a:pt x="3261117" y="1333218"/>
                  </a:lnTo>
                  <a:lnTo>
                    <a:pt x="3261225" y="1333218"/>
                  </a:lnTo>
                  <a:lnTo>
                    <a:pt x="3261333" y="1333218"/>
                  </a:lnTo>
                  <a:lnTo>
                    <a:pt x="3261442" y="1333218"/>
                  </a:lnTo>
                  <a:lnTo>
                    <a:pt x="3261550" y="1333218"/>
                  </a:lnTo>
                  <a:lnTo>
                    <a:pt x="3261659" y="1333218"/>
                  </a:lnTo>
                  <a:lnTo>
                    <a:pt x="3261767" y="1333218"/>
                  </a:lnTo>
                  <a:lnTo>
                    <a:pt x="3261767" y="1332595"/>
                  </a:lnTo>
                  <a:lnTo>
                    <a:pt x="3261876" y="1332595"/>
                  </a:lnTo>
                  <a:lnTo>
                    <a:pt x="3261984" y="1332595"/>
                  </a:lnTo>
                  <a:lnTo>
                    <a:pt x="3262093" y="1332595"/>
                  </a:lnTo>
                  <a:lnTo>
                    <a:pt x="3262093" y="1331971"/>
                  </a:lnTo>
                  <a:lnTo>
                    <a:pt x="3262201" y="1331971"/>
                  </a:lnTo>
                  <a:lnTo>
                    <a:pt x="3262309" y="1331971"/>
                  </a:lnTo>
                  <a:lnTo>
                    <a:pt x="3262418" y="1331971"/>
                  </a:lnTo>
                  <a:lnTo>
                    <a:pt x="3262526" y="1331971"/>
                  </a:lnTo>
                  <a:lnTo>
                    <a:pt x="3262635" y="1331971"/>
                  </a:lnTo>
                  <a:lnTo>
                    <a:pt x="3262743" y="1331971"/>
                  </a:lnTo>
                  <a:lnTo>
                    <a:pt x="3262852" y="1331971"/>
                  </a:lnTo>
                  <a:lnTo>
                    <a:pt x="3262960" y="1331971"/>
                  </a:lnTo>
                  <a:lnTo>
                    <a:pt x="3262960" y="1331348"/>
                  </a:lnTo>
                  <a:lnTo>
                    <a:pt x="3263069" y="1331348"/>
                  </a:lnTo>
                  <a:lnTo>
                    <a:pt x="3263177" y="1331348"/>
                  </a:lnTo>
                  <a:lnTo>
                    <a:pt x="3263286" y="1331348"/>
                  </a:lnTo>
                  <a:lnTo>
                    <a:pt x="3263286" y="1330724"/>
                  </a:lnTo>
                  <a:lnTo>
                    <a:pt x="3263394" y="1330724"/>
                  </a:lnTo>
                  <a:lnTo>
                    <a:pt x="3263502" y="1330724"/>
                  </a:lnTo>
                  <a:lnTo>
                    <a:pt x="3263611" y="1330724"/>
                  </a:lnTo>
                  <a:lnTo>
                    <a:pt x="3263719" y="1330724"/>
                  </a:lnTo>
                  <a:lnTo>
                    <a:pt x="3263828" y="1330724"/>
                  </a:lnTo>
                  <a:lnTo>
                    <a:pt x="3263936" y="1330724"/>
                  </a:lnTo>
                  <a:lnTo>
                    <a:pt x="3263936" y="1330101"/>
                  </a:lnTo>
                  <a:lnTo>
                    <a:pt x="3264045" y="1330101"/>
                  </a:lnTo>
                  <a:lnTo>
                    <a:pt x="3264153" y="1330101"/>
                  </a:lnTo>
                  <a:lnTo>
                    <a:pt x="3264262" y="1330101"/>
                  </a:lnTo>
                  <a:lnTo>
                    <a:pt x="3264370" y="1330101"/>
                  </a:lnTo>
                  <a:lnTo>
                    <a:pt x="3264478" y="1330101"/>
                  </a:lnTo>
                  <a:lnTo>
                    <a:pt x="3264587" y="1330101"/>
                  </a:lnTo>
                  <a:lnTo>
                    <a:pt x="3264695" y="1330101"/>
                  </a:lnTo>
                  <a:lnTo>
                    <a:pt x="3264804" y="1330101"/>
                  </a:lnTo>
                  <a:lnTo>
                    <a:pt x="3264912" y="1330101"/>
                  </a:lnTo>
                  <a:lnTo>
                    <a:pt x="3265021" y="1330101"/>
                  </a:lnTo>
                  <a:lnTo>
                    <a:pt x="3265129" y="1330101"/>
                  </a:lnTo>
                  <a:lnTo>
                    <a:pt x="3265238" y="1330101"/>
                  </a:lnTo>
                  <a:lnTo>
                    <a:pt x="3265346" y="1330101"/>
                  </a:lnTo>
                  <a:lnTo>
                    <a:pt x="3265454" y="1330101"/>
                  </a:lnTo>
                  <a:lnTo>
                    <a:pt x="3265563" y="1330101"/>
                  </a:lnTo>
                  <a:lnTo>
                    <a:pt x="3265671" y="1330101"/>
                  </a:lnTo>
                  <a:lnTo>
                    <a:pt x="3265780" y="1330101"/>
                  </a:lnTo>
                  <a:lnTo>
                    <a:pt x="3265888" y="1330101"/>
                  </a:lnTo>
                  <a:lnTo>
                    <a:pt x="3265997" y="1330101"/>
                  </a:lnTo>
                  <a:lnTo>
                    <a:pt x="3266105" y="1330101"/>
                  </a:lnTo>
                  <a:lnTo>
                    <a:pt x="3266214" y="1330101"/>
                  </a:lnTo>
                  <a:lnTo>
                    <a:pt x="3266322" y="1330101"/>
                  </a:lnTo>
                  <a:lnTo>
                    <a:pt x="3266430" y="1330101"/>
                  </a:lnTo>
                  <a:lnTo>
                    <a:pt x="3266430" y="1329477"/>
                  </a:lnTo>
                  <a:lnTo>
                    <a:pt x="3266539" y="1329477"/>
                  </a:lnTo>
                  <a:lnTo>
                    <a:pt x="3266647" y="1329477"/>
                  </a:lnTo>
                  <a:lnTo>
                    <a:pt x="3266756" y="1329477"/>
                  </a:lnTo>
                  <a:lnTo>
                    <a:pt x="3266864" y="1329477"/>
                  </a:lnTo>
                  <a:lnTo>
                    <a:pt x="3266973" y="1329477"/>
                  </a:lnTo>
                  <a:lnTo>
                    <a:pt x="3266973" y="1328853"/>
                  </a:lnTo>
                  <a:lnTo>
                    <a:pt x="3267081" y="1328853"/>
                  </a:lnTo>
                  <a:lnTo>
                    <a:pt x="3267190" y="1328853"/>
                  </a:lnTo>
                  <a:lnTo>
                    <a:pt x="3267190" y="1328230"/>
                  </a:lnTo>
                  <a:lnTo>
                    <a:pt x="3267190" y="1327606"/>
                  </a:lnTo>
                  <a:lnTo>
                    <a:pt x="3267298" y="1327606"/>
                  </a:lnTo>
                  <a:lnTo>
                    <a:pt x="3267407" y="1327606"/>
                  </a:lnTo>
                  <a:lnTo>
                    <a:pt x="3267515" y="1327606"/>
                  </a:lnTo>
                  <a:lnTo>
                    <a:pt x="3267623" y="1327606"/>
                  </a:lnTo>
                  <a:lnTo>
                    <a:pt x="3267732" y="1327606"/>
                  </a:lnTo>
                  <a:lnTo>
                    <a:pt x="3267840" y="1327606"/>
                  </a:lnTo>
                  <a:lnTo>
                    <a:pt x="3267949" y="1327606"/>
                  </a:lnTo>
                  <a:lnTo>
                    <a:pt x="3267949" y="1326983"/>
                  </a:lnTo>
                  <a:lnTo>
                    <a:pt x="3268057" y="1326983"/>
                  </a:lnTo>
                  <a:lnTo>
                    <a:pt x="3268166" y="1326983"/>
                  </a:lnTo>
                  <a:lnTo>
                    <a:pt x="3268274" y="1326983"/>
                  </a:lnTo>
                  <a:lnTo>
                    <a:pt x="3268383" y="1326983"/>
                  </a:lnTo>
                  <a:lnTo>
                    <a:pt x="3268491" y="1326983"/>
                  </a:lnTo>
                  <a:lnTo>
                    <a:pt x="3268599" y="1326983"/>
                  </a:lnTo>
                  <a:lnTo>
                    <a:pt x="3268708" y="1326983"/>
                  </a:lnTo>
                  <a:lnTo>
                    <a:pt x="3268816" y="1326983"/>
                  </a:lnTo>
                  <a:lnTo>
                    <a:pt x="3268925" y="1326983"/>
                  </a:lnTo>
                  <a:lnTo>
                    <a:pt x="3268925" y="1326359"/>
                  </a:lnTo>
                  <a:lnTo>
                    <a:pt x="3269033" y="1326359"/>
                  </a:lnTo>
                  <a:lnTo>
                    <a:pt x="3269142" y="1326359"/>
                  </a:lnTo>
                  <a:lnTo>
                    <a:pt x="3269250" y="1326359"/>
                  </a:lnTo>
                  <a:lnTo>
                    <a:pt x="3269359" y="1326359"/>
                  </a:lnTo>
                  <a:lnTo>
                    <a:pt x="3269467" y="1326359"/>
                  </a:lnTo>
                  <a:lnTo>
                    <a:pt x="3269575" y="1326359"/>
                  </a:lnTo>
                  <a:lnTo>
                    <a:pt x="3269575" y="1325736"/>
                  </a:lnTo>
                  <a:lnTo>
                    <a:pt x="3269575" y="1325112"/>
                  </a:lnTo>
                  <a:lnTo>
                    <a:pt x="3269684" y="1325112"/>
                  </a:lnTo>
                  <a:lnTo>
                    <a:pt x="3269792" y="1325112"/>
                  </a:lnTo>
                  <a:lnTo>
                    <a:pt x="3269792" y="1324488"/>
                  </a:lnTo>
                  <a:lnTo>
                    <a:pt x="3269901" y="1324488"/>
                  </a:lnTo>
                  <a:lnTo>
                    <a:pt x="3270009" y="1324488"/>
                  </a:lnTo>
                  <a:lnTo>
                    <a:pt x="3270118" y="1324488"/>
                  </a:lnTo>
                  <a:lnTo>
                    <a:pt x="3270226" y="1324488"/>
                  </a:lnTo>
                  <a:lnTo>
                    <a:pt x="3270335" y="1324488"/>
                  </a:lnTo>
                  <a:lnTo>
                    <a:pt x="3270443" y="1324488"/>
                  </a:lnTo>
                  <a:lnTo>
                    <a:pt x="3270551" y="1324488"/>
                  </a:lnTo>
                  <a:lnTo>
                    <a:pt x="3270551" y="1323865"/>
                  </a:lnTo>
                  <a:lnTo>
                    <a:pt x="3270660" y="1323865"/>
                  </a:lnTo>
                  <a:lnTo>
                    <a:pt x="3270660" y="1323241"/>
                  </a:lnTo>
                  <a:lnTo>
                    <a:pt x="3270660" y="1322618"/>
                  </a:lnTo>
                  <a:lnTo>
                    <a:pt x="3270768" y="1322618"/>
                  </a:lnTo>
                  <a:lnTo>
                    <a:pt x="3270768" y="1321994"/>
                  </a:lnTo>
                  <a:lnTo>
                    <a:pt x="3270877" y="1321994"/>
                  </a:lnTo>
                  <a:lnTo>
                    <a:pt x="3270985" y="1321994"/>
                  </a:lnTo>
                  <a:lnTo>
                    <a:pt x="3271094" y="1321994"/>
                  </a:lnTo>
                  <a:lnTo>
                    <a:pt x="3271202" y="1321994"/>
                  </a:lnTo>
                  <a:lnTo>
                    <a:pt x="3271311" y="1321994"/>
                  </a:lnTo>
                  <a:lnTo>
                    <a:pt x="3271419" y="1321994"/>
                  </a:lnTo>
                  <a:lnTo>
                    <a:pt x="3271528" y="1321994"/>
                  </a:lnTo>
                  <a:lnTo>
                    <a:pt x="3271636" y="1321994"/>
                  </a:lnTo>
                  <a:lnTo>
                    <a:pt x="3271744" y="1321994"/>
                  </a:lnTo>
                  <a:lnTo>
                    <a:pt x="3271853" y="1321994"/>
                  </a:lnTo>
                  <a:lnTo>
                    <a:pt x="3271853" y="1321370"/>
                  </a:lnTo>
                  <a:lnTo>
                    <a:pt x="3271961" y="1321370"/>
                  </a:lnTo>
                  <a:lnTo>
                    <a:pt x="3271961" y="1320747"/>
                  </a:lnTo>
                  <a:lnTo>
                    <a:pt x="3271961" y="1320123"/>
                  </a:lnTo>
                  <a:lnTo>
                    <a:pt x="3271961" y="1319500"/>
                  </a:lnTo>
                  <a:lnTo>
                    <a:pt x="3271961" y="1318876"/>
                  </a:lnTo>
                  <a:lnTo>
                    <a:pt x="3272070" y="1318876"/>
                  </a:lnTo>
                  <a:lnTo>
                    <a:pt x="3272178" y="1318876"/>
                  </a:lnTo>
                  <a:lnTo>
                    <a:pt x="3272287" y="1318876"/>
                  </a:lnTo>
                  <a:lnTo>
                    <a:pt x="3272287" y="1318253"/>
                  </a:lnTo>
                  <a:lnTo>
                    <a:pt x="3272395" y="1318253"/>
                  </a:lnTo>
                  <a:lnTo>
                    <a:pt x="3272504" y="1318253"/>
                  </a:lnTo>
                  <a:lnTo>
                    <a:pt x="3272612" y="1318253"/>
                  </a:lnTo>
                  <a:lnTo>
                    <a:pt x="3272720" y="1318253"/>
                  </a:lnTo>
                  <a:lnTo>
                    <a:pt x="3272829" y="1318253"/>
                  </a:lnTo>
                  <a:lnTo>
                    <a:pt x="3272937" y="1318253"/>
                  </a:lnTo>
                  <a:lnTo>
                    <a:pt x="3273046" y="1318253"/>
                  </a:lnTo>
                  <a:lnTo>
                    <a:pt x="3273154" y="1318253"/>
                  </a:lnTo>
                  <a:lnTo>
                    <a:pt x="3273263" y="1318253"/>
                  </a:lnTo>
                  <a:lnTo>
                    <a:pt x="3273371" y="1318253"/>
                  </a:lnTo>
                  <a:lnTo>
                    <a:pt x="3273480" y="1318253"/>
                  </a:lnTo>
                  <a:lnTo>
                    <a:pt x="3273588" y="1318253"/>
                  </a:lnTo>
                  <a:lnTo>
                    <a:pt x="3273696" y="1318253"/>
                  </a:lnTo>
                  <a:lnTo>
                    <a:pt x="3273805" y="1318253"/>
                  </a:lnTo>
                  <a:lnTo>
                    <a:pt x="3273913" y="1318253"/>
                  </a:lnTo>
                  <a:lnTo>
                    <a:pt x="3274022" y="1318253"/>
                  </a:lnTo>
                  <a:lnTo>
                    <a:pt x="3274130" y="1318253"/>
                  </a:lnTo>
                  <a:lnTo>
                    <a:pt x="3274239" y="1318253"/>
                  </a:lnTo>
                  <a:lnTo>
                    <a:pt x="3274347" y="1318253"/>
                  </a:lnTo>
                  <a:lnTo>
                    <a:pt x="3274456" y="1318253"/>
                  </a:lnTo>
                  <a:lnTo>
                    <a:pt x="3274564" y="1318253"/>
                  </a:lnTo>
                  <a:lnTo>
                    <a:pt x="3274672" y="1318253"/>
                  </a:lnTo>
                  <a:lnTo>
                    <a:pt x="3274781" y="1318253"/>
                  </a:lnTo>
                  <a:lnTo>
                    <a:pt x="3274889" y="1318253"/>
                  </a:lnTo>
                  <a:lnTo>
                    <a:pt x="3274889" y="1317629"/>
                  </a:lnTo>
                  <a:lnTo>
                    <a:pt x="3274998" y="1317629"/>
                  </a:lnTo>
                  <a:lnTo>
                    <a:pt x="3275106" y="1317629"/>
                  </a:lnTo>
                  <a:lnTo>
                    <a:pt x="3275106" y="1317005"/>
                  </a:lnTo>
                  <a:lnTo>
                    <a:pt x="3275215" y="1317005"/>
                  </a:lnTo>
                  <a:lnTo>
                    <a:pt x="3275323" y="1317005"/>
                  </a:lnTo>
                  <a:lnTo>
                    <a:pt x="3275432" y="1317005"/>
                  </a:lnTo>
                  <a:lnTo>
                    <a:pt x="3275540" y="1317005"/>
                  </a:lnTo>
                  <a:lnTo>
                    <a:pt x="3275649" y="1317005"/>
                  </a:lnTo>
                  <a:lnTo>
                    <a:pt x="3275757" y="1317005"/>
                  </a:lnTo>
                  <a:lnTo>
                    <a:pt x="3275865" y="1317005"/>
                  </a:lnTo>
                  <a:lnTo>
                    <a:pt x="3275974" y="1317005"/>
                  </a:lnTo>
                  <a:lnTo>
                    <a:pt x="3276082" y="1317005"/>
                  </a:lnTo>
                  <a:lnTo>
                    <a:pt x="3276191" y="1317005"/>
                  </a:lnTo>
                  <a:lnTo>
                    <a:pt x="3276299" y="1317005"/>
                  </a:lnTo>
                  <a:lnTo>
                    <a:pt x="3276408" y="1317005"/>
                  </a:lnTo>
                  <a:lnTo>
                    <a:pt x="3276516" y="1317005"/>
                  </a:lnTo>
                  <a:lnTo>
                    <a:pt x="3276516" y="1316382"/>
                  </a:lnTo>
                  <a:lnTo>
                    <a:pt x="3276625" y="1316382"/>
                  </a:lnTo>
                  <a:lnTo>
                    <a:pt x="3276733" y="1316382"/>
                  </a:lnTo>
                  <a:lnTo>
                    <a:pt x="3276733" y="1315758"/>
                  </a:lnTo>
                  <a:lnTo>
                    <a:pt x="3276841" y="1315758"/>
                  </a:lnTo>
                  <a:lnTo>
                    <a:pt x="3276950" y="1315758"/>
                  </a:lnTo>
                  <a:lnTo>
                    <a:pt x="3277058" y="1315758"/>
                  </a:lnTo>
                  <a:lnTo>
                    <a:pt x="3277167" y="1315758"/>
                  </a:lnTo>
                  <a:lnTo>
                    <a:pt x="3277275" y="1315758"/>
                  </a:lnTo>
                  <a:lnTo>
                    <a:pt x="3277384" y="1315758"/>
                  </a:lnTo>
                  <a:lnTo>
                    <a:pt x="3277384" y="1315135"/>
                  </a:lnTo>
                  <a:lnTo>
                    <a:pt x="3277492" y="1315135"/>
                  </a:lnTo>
                  <a:lnTo>
                    <a:pt x="3277601" y="1315135"/>
                  </a:lnTo>
                  <a:lnTo>
                    <a:pt x="3277709" y="1315135"/>
                  </a:lnTo>
                  <a:lnTo>
                    <a:pt x="3277817" y="1315135"/>
                  </a:lnTo>
                  <a:lnTo>
                    <a:pt x="3277926" y="1315135"/>
                  </a:lnTo>
                  <a:lnTo>
                    <a:pt x="3278034" y="1315135"/>
                  </a:lnTo>
                  <a:lnTo>
                    <a:pt x="3278143" y="1315135"/>
                  </a:lnTo>
                  <a:lnTo>
                    <a:pt x="3278251" y="1315135"/>
                  </a:lnTo>
                  <a:lnTo>
                    <a:pt x="3278360" y="1315135"/>
                  </a:lnTo>
                  <a:lnTo>
                    <a:pt x="3278468" y="1315135"/>
                  </a:lnTo>
                  <a:lnTo>
                    <a:pt x="3278577" y="1315135"/>
                  </a:lnTo>
                  <a:lnTo>
                    <a:pt x="3278685" y="1315135"/>
                  </a:lnTo>
                  <a:lnTo>
                    <a:pt x="3278793" y="1315135"/>
                  </a:lnTo>
                  <a:lnTo>
                    <a:pt x="3278902" y="1315135"/>
                  </a:lnTo>
                  <a:lnTo>
                    <a:pt x="3279010" y="1315135"/>
                  </a:lnTo>
                  <a:lnTo>
                    <a:pt x="3279119" y="1315135"/>
                  </a:lnTo>
                  <a:lnTo>
                    <a:pt x="3279227" y="1315135"/>
                  </a:lnTo>
                  <a:lnTo>
                    <a:pt x="3279336" y="1315135"/>
                  </a:lnTo>
                  <a:lnTo>
                    <a:pt x="3279444" y="1315135"/>
                  </a:lnTo>
                  <a:lnTo>
                    <a:pt x="3279553" y="1315135"/>
                  </a:lnTo>
                  <a:lnTo>
                    <a:pt x="3279661" y="1315135"/>
                  </a:lnTo>
                  <a:lnTo>
                    <a:pt x="3279770" y="1315135"/>
                  </a:lnTo>
                  <a:lnTo>
                    <a:pt x="3279878" y="1315135"/>
                  </a:lnTo>
                  <a:lnTo>
                    <a:pt x="3279986" y="1315135"/>
                  </a:lnTo>
                  <a:lnTo>
                    <a:pt x="3280095" y="1315135"/>
                  </a:lnTo>
                  <a:lnTo>
                    <a:pt x="3280095" y="1314511"/>
                  </a:lnTo>
                  <a:lnTo>
                    <a:pt x="3280203" y="1314511"/>
                  </a:lnTo>
                  <a:lnTo>
                    <a:pt x="3280312" y="1314511"/>
                  </a:lnTo>
                  <a:lnTo>
                    <a:pt x="3280420" y="1314511"/>
                  </a:lnTo>
                  <a:lnTo>
                    <a:pt x="3280529" y="1314511"/>
                  </a:lnTo>
                  <a:lnTo>
                    <a:pt x="3280637" y="1314511"/>
                  </a:lnTo>
                  <a:lnTo>
                    <a:pt x="3280746" y="1314511"/>
                  </a:lnTo>
                  <a:lnTo>
                    <a:pt x="3280854" y="1314511"/>
                  </a:lnTo>
                  <a:lnTo>
                    <a:pt x="3280962" y="1314511"/>
                  </a:lnTo>
                  <a:lnTo>
                    <a:pt x="3281071" y="1314511"/>
                  </a:lnTo>
                  <a:lnTo>
                    <a:pt x="3281179" y="1314511"/>
                  </a:lnTo>
                  <a:lnTo>
                    <a:pt x="3281179" y="1313887"/>
                  </a:lnTo>
                  <a:lnTo>
                    <a:pt x="3281179" y="1313264"/>
                  </a:lnTo>
                  <a:lnTo>
                    <a:pt x="3281179" y="1312640"/>
                  </a:lnTo>
                  <a:lnTo>
                    <a:pt x="3281288" y="1312640"/>
                  </a:lnTo>
                  <a:lnTo>
                    <a:pt x="3281396" y="1312640"/>
                  </a:lnTo>
                  <a:lnTo>
                    <a:pt x="3281505" y="1312640"/>
                  </a:lnTo>
                  <a:lnTo>
                    <a:pt x="3281613" y="1312640"/>
                  </a:lnTo>
                  <a:lnTo>
                    <a:pt x="3281722" y="1312640"/>
                  </a:lnTo>
                  <a:lnTo>
                    <a:pt x="3281830" y="1312640"/>
                  </a:lnTo>
                  <a:lnTo>
                    <a:pt x="3281830" y="1312017"/>
                  </a:lnTo>
                  <a:lnTo>
                    <a:pt x="3281938" y="1312017"/>
                  </a:lnTo>
                  <a:lnTo>
                    <a:pt x="3282047" y="1312017"/>
                  </a:lnTo>
                  <a:lnTo>
                    <a:pt x="3282047" y="1311393"/>
                  </a:lnTo>
                  <a:lnTo>
                    <a:pt x="3282155" y="1311393"/>
                  </a:lnTo>
                  <a:lnTo>
                    <a:pt x="3282264" y="1311393"/>
                  </a:lnTo>
                  <a:lnTo>
                    <a:pt x="3282372" y="1311393"/>
                  </a:lnTo>
                  <a:lnTo>
                    <a:pt x="3282481" y="1311393"/>
                  </a:lnTo>
                  <a:lnTo>
                    <a:pt x="3282589" y="1311393"/>
                  </a:lnTo>
                  <a:lnTo>
                    <a:pt x="3282698" y="1311393"/>
                  </a:lnTo>
                  <a:lnTo>
                    <a:pt x="3282806" y="1311393"/>
                  </a:lnTo>
                  <a:lnTo>
                    <a:pt x="3282806" y="1310770"/>
                  </a:lnTo>
                  <a:lnTo>
                    <a:pt x="3282914" y="1310770"/>
                  </a:lnTo>
                  <a:lnTo>
                    <a:pt x="3283023" y="1310770"/>
                  </a:lnTo>
                  <a:lnTo>
                    <a:pt x="3283131" y="1310770"/>
                  </a:lnTo>
                  <a:lnTo>
                    <a:pt x="3283240" y="1310770"/>
                  </a:lnTo>
                  <a:lnTo>
                    <a:pt x="3283348" y="1310770"/>
                  </a:lnTo>
                  <a:lnTo>
                    <a:pt x="3283457" y="1310770"/>
                  </a:lnTo>
                  <a:lnTo>
                    <a:pt x="3283565" y="1310770"/>
                  </a:lnTo>
                  <a:lnTo>
                    <a:pt x="3283674" y="1310770"/>
                  </a:lnTo>
                  <a:lnTo>
                    <a:pt x="3283674" y="1310146"/>
                  </a:lnTo>
                  <a:lnTo>
                    <a:pt x="3283782" y="1310146"/>
                  </a:lnTo>
                  <a:lnTo>
                    <a:pt x="3283890" y="1310146"/>
                  </a:lnTo>
                  <a:lnTo>
                    <a:pt x="3283999" y="1310146"/>
                  </a:lnTo>
                  <a:lnTo>
                    <a:pt x="3284107" y="1310146"/>
                  </a:lnTo>
                  <a:lnTo>
                    <a:pt x="3284216" y="1310146"/>
                  </a:lnTo>
                  <a:lnTo>
                    <a:pt x="3284324" y="1310146"/>
                  </a:lnTo>
                  <a:lnTo>
                    <a:pt x="3284433" y="1310146"/>
                  </a:lnTo>
                  <a:lnTo>
                    <a:pt x="3284541" y="1310146"/>
                  </a:lnTo>
                  <a:lnTo>
                    <a:pt x="3284650" y="1310146"/>
                  </a:lnTo>
                  <a:lnTo>
                    <a:pt x="3284758" y="1310146"/>
                  </a:lnTo>
                  <a:lnTo>
                    <a:pt x="3284758" y="1309522"/>
                  </a:lnTo>
                  <a:lnTo>
                    <a:pt x="3284867" y="1309522"/>
                  </a:lnTo>
                  <a:lnTo>
                    <a:pt x="3284975" y="1309522"/>
                  </a:lnTo>
                  <a:lnTo>
                    <a:pt x="3285083" y="1309522"/>
                  </a:lnTo>
                  <a:lnTo>
                    <a:pt x="3285192" y="1309522"/>
                  </a:lnTo>
                  <a:lnTo>
                    <a:pt x="3285300" y="1309522"/>
                  </a:lnTo>
                  <a:lnTo>
                    <a:pt x="3285409" y="1309522"/>
                  </a:lnTo>
                  <a:lnTo>
                    <a:pt x="3285517" y="1309522"/>
                  </a:lnTo>
                  <a:lnTo>
                    <a:pt x="3285517" y="1308899"/>
                  </a:lnTo>
                  <a:lnTo>
                    <a:pt x="3285626" y="1308899"/>
                  </a:lnTo>
                  <a:lnTo>
                    <a:pt x="3285734" y="1308899"/>
                  </a:lnTo>
                  <a:lnTo>
                    <a:pt x="3285843" y="1308899"/>
                  </a:lnTo>
                  <a:lnTo>
                    <a:pt x="3285843" y="1308275"/>
                  </a:lnTo>
                  <a:lnTo>
                    <a:pt x="3285951" y="1308275"/>
                  </a:lnTo>
                  <a:lnTo>
                    <a:pt x="3286059" y="1308275"/>
                  </a:lnTo>
                  <a:lnTo>
                    <a:pt x="3286168" y="1308275"/>
                  </a:lnTo>
                  <a:lnTo>
                    <a:pt x="3286276" y="1308275"/>
                  </a:lnTo>
                  <a:lnTo>
                    <a:pt x="3286385" y="1308275"/>
                  </a:lnTo>
                  <a:lnTo>
                    <a:pt x="3286493" y="1308275"/>
                  </a:lnTo>
                  <a:lnTo>
                    <a:pt x="3286602" y="1308275"/>
                  </a:lnTo>
                  <a:lnTo>
                    <a:pt x="3286710" y="1308275"/>
                  </a:lnTo>
                  <a:lnTo>
                    <a:pt x="3286819" y="1308275"/>
                  </a:lnTo>
                  <a:lnTo>
                    <a:pt x="3286927" y="1308275"/>
                  </a:lnTo>
                  <a:lnTo>
                    <a:pt x="3286927" y="1307652"/>
                  </a:lnTo>
                  <a:lnTo>
                    <a:pt x="3286927" y="1307028"/>
                  </a:lnTo>
                  <a:lnTo>
                    <a:pt x="3287035" y="1307028"/>
                  </a:lnTo>
                  <a:lnTo>
                    <a:pt x="3287144" y="1307028"/>
                  </a:lnTo>
                  <a:lnTo>
                    <a:pt x="3287252" y="1307028"/>
                  </a:lnTo>
                  <a:lnTo>
                    <a:pt x="3287361" y="1307028"/>
                  </a:lnTo>
                  <a:lnTo>
                    <a:pt x="3287469" y="1307028"/>
                  </a:lnTo>
                  <a:lnTo>
                    <a:pt x="3287578" y="1307028"/>
                  </a:lnTo>
                  <a:lnTo>
                    <a:pt x="3287578" y="1306404"/>
                  </a:lnTo>
                  <a:lnTo>
                    <a:pt x="3287686" y="1306404"/>
                  </a:lnTo>
                  <a:lnTo>
                    <a:pt x="3287795" y="1306404"/>
                  </a:lnTo>
                  <a:lnTo>
                    <a:pt x="3287903" y="1306404"/>
                  </a:lnTo>
                  <a:lnTo>
                    <a:pt x="3287903" y="1305781"/>
                  </a:lnTo>
                  <a:lnTo>
                    <a:pt x="3288011" y="1305781"/>
                  </a:lnTo>
                  <a:lnTo>
                    <a:pt x="3288120" y="1305781"/>
                  </a:lnTo>
                  <a:lnTo>
                    <a:pt x="3288228" y="1305781"/>
                  </a:lnTo>
                  <a:lnTo>
                    <a:pt x="3288337" y="1305781"/>
                  </a:lnTo>
                  <a:lnTo>
                    <a:pt x="3288445" y="1305781"/>
                  </a:lnTo>
                  <a:lnTo>
                    <a:pt x="3288554" y="1305781"/>
                  </a:lnTo>
                  <a:lnTo>
                    <a:pt x="3288662" y="1305781"/>
                  </a:lnTo>
                  <a:lnTo>
                    <a:pt x="3288662" y="1305157"/>
                  </a:lnTo>
                  <a:lnTo>
                    <a:pt x="3288771" y="1305157"/>
                  </a:lnTo>
                  <a:lnTo>
                    <a:pt x="3288771" y="1304534"/>
                  </a:lnTo>
                  <a:lnTo>
                    <a:pt x="3288879" y="1304534"/>
                  </a:lnTo>
                  <a:lnTo>
                    <a:pt x="3288988" y="1304534"/>
                  </a:lnTo>
                  <a:lnTo>
                    <a:pt x="3288988" y="1303910"/>
                  </a:lnTo>
                  <a:lnTo>
                    <a:pt x="3289096" y="1303910"/>
                  </a:lnTo>
                  <a:lnTo>
                    <a:pt x="3289204" y="1303910"/>
                  </a:lnTo>
                  <a:lnTo>
                    <a:pt x="3289313" y="1303910"/>
                  </a:lnTo>
                  <a:lnTo>
                    <a:pt x="3289421" y="1303910"/>
                  </a:lnTo>
                  <a:lnTo>
                    <a:pt x="3289530" y="1303910"/>
                  </a:lnTo>
                  <a:lnTo>
                    <a:pt x="3289638" y="1303910"/>
                  </a:lnTo>
                  <a:lnTo>
                    <a:pt x="3289747" y="1303910"/>
                  </a:lnTo>
                  <a:lnTo>
                    <a:pt x="3289855" y="1303910"/>
                  </a:lnTo>
                  <a:lnTo>
                    <a:pt x="3289964" y="1303910"/>
                  </a:lnTo>
                  <a:lnTo>
                    <a:pt x="3290072" y="1303910"/>
                  </a:lnTo>
                  <a:lnTo>
                    <a:pt x="3290180" y="1303910"/>
                  </a:lnTo>
                  <a:lnTo>
                    <a:pt x="3290289" y="1303910"/>
                  </a:lnTo>
                  <a:lnTo>
                    <a:pt x="3290397" y="1303910"/>
                  </a:lnTo>
                  <a:lnTo>
                    <a:pt x="3290506" y="1303910"/>
                  </a:lnTo>
                  <a:lnTo>
                    <a:pt x="3290614" y="1303910"/>
                  </a:lnTo>
                  <a:lnTo>
                    <a:pt x="3290723" y="1303910"/>
                  </a:lnTo>
                  <a:lnTo>
                    <a:pt x="3290831" y="1303910"/>
                  </a:lnTo>
                  <a:lnTo>
                    <a:pt x="3290831" y="1303287"/>
                  </a:lnTo>
                  <a:lnTo>
                    <a:pt x="3290940" y="1303287"/>
                  </a:lnTo>
                  <a:lnTo>
                    <a:pt x="3291048" y="1303287"/>
                  </a:lnTo>
                  <a:lnTo>
                    <a:pt x="3291048" y="1302663"/>
                  </a:lnTo>
                  <a:lnTo>
                    <a:pt x="3291156" y="1302663"/>
                  </a:lnTo>
                  <a:lnTo>
                    <a:pt x="3291265" y="1302663"/>
                  </a:lnTo>
                  <a:lnTo>
                    <a:pt x="3291373" y="1302663"/>
                  </a:lnTo>
                  <a:lnTo>
                    <a:pt x="3291482" y="1302663"/>
                  </a:lnTo>
                  <a:lnTo>
                    <a:pt x="3291590" y="1302663"/>
                  </a:lnTo>
                  <a:lnTo>
                    <a:pt x="3291699" y="1302663"/>
                  </a:lnTo>
                  <a:lnTo>
                    <a:pt x="3291807" y="1302663"/>
                  </a:lnTo>
                  <a:lnTo>
                    <a:pt x="3291916" y="1302663"/>
                  </a:lnTo>
                  <a:lnTo>
                    <a:pt x="3292024" y="1302663"/>
                  </a:lnTo>
                  <a:lnTo>
                    <a:pt x="3292132" y="1302663"/>
                  </a:lnTo>
                  <a:lnTo>
                    <a:pt x="3292241" y="1302663"/>
                  </a:lnTo>
                  <a:lnTo>
                    <a:pt x="3292349" y="1302663"/>
                  </a:lnTo>
                  <a:lnTo>
                    <a:pt x="3292458" y="1302663"/>
                  </a:lnTo>
                  <a:lnTo>
                    <a:pt x="3292566" y="1302663"/>
                  </a:lnTo>
                  <a:lnTo>
                    <a:pt x="3292675" y="1302663"/>
                  </a:lnTo>
                  <a:lnTo>
                    <a:pt x="3292783" y="1302663"/>
                  </a:lnTo>
                  <a:lnTo>
                    <a:pt x="3292892" y="1302663"/>
                  </a:lnTo>
                  <a:lnTo>
                    <a:pt x="3293000" y="1302663"/>
                  </a:lnTo>
                  <a:lnTo>
                    <a:pt x="3293109" y="1302663"/>
                  </a:lnTo>
                  <a:lnTo>
                    <a:pt x="3293217" y="1302663"/>
                  </a:lnTo>
                  <a:lnTo>
                    <a:pt x="3293217" y="1302039"/>
                  </a:lnTo>
                  <a:lnTo>
                    <a:pt x="3293325" y="1302039"/>
                  </a:lnTo>
                  <a:lnTo>
                    <a:pt x="3293434" y="1302039"/>
                  </a:lnTo>
                  <a:lnTo>
                    <a:pt x="3293434" y="1301416"/>
                  </a:lnTo>
                  <a:lnTo>
                    <a:pt x="3293542" y="1301416"/>
                  </a:lnTo>
                  <a:lnTo>
                    <a:pt x="3293651" y="1301416"/>
                  </a:lnTo>
                  <a:lnTo>
                    <a:pt x="3293759" y="1301416"/>
                  </a:lnTo>
                  <a:lnTo>
                    <a:pt x="3293868" y="1301416"/>
                  </a:lnTo>
                  <a:lnTo>
                    <a:pt x="3293976" y="1301416"/>
                  </a:lnTo>
                  <a:lnTo>
                    <a:pt x="3294085" y="1301416"/>
                  </a:lnTo>
                  <a:lnTo>
                    <a:pt x="3294193" y="1301416"/>
                  </a:lnTo>
                  <a:lnTo>
                    <a:pt x="3294301" y="1301416"/>
                  </a:lnTo>
                  <a:lnTo>
                    <a:pt x="3294410" y="1301416"/>
                  </a:lnTo>
                  <a:lnTo>
                    <a:pt x="3294518" y="1301416"/>
                  </a:lnTo>
                  <a:lnTo>
                    <a:pt x="3294518" y="1300792"/>
                  </a:lnTo>
                  <a:lnTo>
                    <a:pt x="3294627" y="1300792"/>
                  </a:lnTo>
                  <a:lnTo>
                    <a:pt x="3294627" y="1300169"/>
                  </a:lnTo>
                  <a:lnTo>
                    <a:pt x="3294627" y="1299545"/>
                  </a:lnTo>
                  <a:lnTo>
                    <a:pt x="3294735" y="1299545"/>
                  </a:lnTo>
                  <a:lnTo>
                    <a:pt x="3294735" y="1298921"/>
                  </a:lnTo>
                  <a:lnTo>
                    <a:pt x="3294844" y="1298921"/>
                  </a:lnTo>
                  <a:lnTo>
                    <a:pt x="3294844" y="1298298"/>
                  </a:lnTo>
                  <a:lnTo>
                    <a:pt x="3294952" y="1298298"/>
                  </a:lnTo>
                  <a:lnTo>
                    <a:pt x="3295061" y="1298298"/>
                  </a:lnTo>
                  <a:lnTo>
                    <a:pt x="3295061" y="1297674"/>
                  </a:lnTo>
                  <a:lnTo>
                    <a:pt x="3295169" y="1297674"/>
                  </a:lnTo>
                  <a:lnTo>
                    <a:pt x="3295277" y="1297674"/>
                  </a:lnTo>
                  <a:lnTo>
                    <a:pt x="3295386" y="1297674"/>
                  </a:lnTo>
                  <a:lnTo>
                    <a:pt x="3295494" y="1297674"/>
                  </a:lnTo>
                  <a:lnTo>
                    <a:pt x="3295603" y="1297674"/>
                  </a:lnTo>
                  <a:lnTo>
                    <a:pt x="3295711" y="1297674"/>
                  </a:lnTo>
                  <a:lnTo>
                    <a:pt x="3295820" y="1297674"/>
                  </a:lnTo>
                  <a:lnTo>
                    <a:pt x="3295928" y="1297674"/>
                  </a:lnTo>
                  <a:lnTo>
                    <a:pt x="3296037" y="1297674"/>
                  </a:lnTo>
                  <a:lnTo>
                    <a:pt x="3296145" y="1297674"/>
                  </a:lnTo>
                  <a:lnTo>
                    <a:pt x="3296253" y="1297674"/>
                  </a:lnTo>
                  <a:lnTo>
                    <a:pt x="3296362" y="1297674"/>
                  </a:lnTo>
                  <a:lnTo>
                    <a:pt x="3296470" y="1297674"/>
                  </a:lnTo>
                  <a:lnTo>
                    <a:pt x="3296579" y="1297674"/>
                  </a:lnTo>
                  <a:lnTo>
                    <a:pt x="3296579" y="1297051"/>
                  </a:lnTo>
                  <a:lnTo>
                    <a:pt x="3296687" y="1297051"/>
                  </a:lnTo>
                  <a:lnTo>
                    <a:pt x="3296796" y="1297051"/>
                  </a:lnTo>
                  <a:lnTo>
                    <a:pt x="3296796" y="1296427"/>
                  </a:lnTo>
                  <a:lnTo>
                    <a:pt x="3296904" y="1296427"/>
                  </a:lnTo>
                  <a:lnTo>
                    <a:pt x="3296904" y="1295804"/>
                  </a:lnTo>
                  <a:lnTo>
                    <a:pt x="3297013" y="1295804"/>
                  </a:lnTo>
                  <a:lnTo>
                    <a:pt x="3297121" y="1295804"/>
                  </a:lnTo>
                  <a:lnTo>
                    <a:pt x="3297230" y="1295804"/>
                  </a:lnTo>
                  <a:lnTo>
                    <a:pt x="3297338" y="1295804"/>
                  </a:lnTo>
                  <a:lnTo>
                    <a:pt x="3297446" y="1295804"/>
                  </a:lnTo>
                  <a:lnTo>
                    <a:pt x="3297555" y="1295804"/>
                  </a:lnTo>
                  <a:lnTo>
                    <a:pt x="3297663" y="1295804"/>
                  </a:lnTo>
                  <a:lnTo>
                    <a:pt x="3297772" y="1295804"/>
                  </a:lnTo>
                  <a:lnTo>
                    <a:pt x="3297772" y="1295180"/>
                  </a:lnTo>
                  <a:lnTo>
                    <a:pt x="3297880" y="1295180"/>
                  </a:lnTo>
                  <a:lnTo>
                    <a:pt x="3297880" y="1294556"/>
                  </a:lnTo>
                  <a:lnTo>
                    <a:pt x="3297880" y="1293933"/>
                  </a:lnTo>
                  <a:lnTo>
                    <a:pt x="3297989" y="1293933"/>
                  </a:lnTo>
                  <a:lnTo>
                    <a:pt x="3298097" y="1293933"/>
                  </a:lnTo>
                  <a:lnTo>
                    <a:pt x="3298206" y="1293933"/>
                  </a:lnTo>
                  <a:lnTo>
                    <a:pt x="3298314" y="1293933"/>
                  </a:lnTo>
                  <a:lnTo>
                    <a:pt x="3298422" y="1293933"/>
                  </a:lnTo>
                  <a:lnTo>
                    <a:pt x="3298531" y="1293933"/>
                  </a:lnTo>
                  <a:lnTo>
                    <a:pt x="3298639" y="1293933"/>
                  </a:lnTo>
                  <a:lnTo>
                    <a:pt x="3298639" y="1293309"/>
                  </a:lnTo>
                  <a:lnTo>
                    <a:pt x="3298748" y="1293309"/>
                  </a:lnTo>
                  <a:lnTo>
                    <a:pt x="3298856" y="1293309"/>
                  </a:lnTo>
                  <a:lnTo>
                    <a:pt x="3298856" y="1292686"/>
                  </a:lnTo>
                  <a:lnTo>
                    <a:pt x="3298856" y="1292062"/>
                  </a:lnTo>
                  <a:lnTo>
                    <a:pt x="3298965" y="1292062"/>
                  </a:lnTo>
                  <a:lnTo>
                    <a:pt x="3299073" y="1292062"/>
                  </a:lnTo>
                  <a:lnTo>
                    <a:pt x="3299182" y="1292062"/>
                  </a:lnTo>
                  <a:lnTo>
                    <a:pt x="3299290" y="1292062"/>
                  </a:lnTo>
                  <a:lnTo>
                    <a:pt x="3299398" y="1292062"/>
                  </a:lnTo>
                  <a:lnTo>
                    <a:pt x="3299507" y="1292062"/>
                  </a:lnTo>
                  <a:lnTo>
                    <a:pt x="3299615" y="1292062"/>
                  </a:lnTo>
                  <a:lnTo>
                    <a:pt x="3299724" y="1292062"/>
                  </a:lnTo>
                  <a:lnTo>
                    <a:pt x="3299832" y="1292062"/>
                  </a:lnTo>
                  <a:lnTo>
                    <a:pt x="3299941" y="1292062"/>
                  </a:lnTo>
                  <a:lnTo>
                    <a:pt x="3299941" y="1291438"/>
                  </a:lnTo>
                  <a:lnTo>
                    <a:pt x="3300049" y="1291438"/>
                  </a:lnTo>
                  <a:lnTo>
                    <a:pt x="3300158" y="1291438"/>
                  </a:lnTo>
                  <a:lnTo>
                    <a:pt x="3300266" y="1291438"/>
                  </a:lnTo>
                  <a:lnTo>
                    <a:pt x="3300374" y="1291438"/>
                  </a:lnTo>
                  <a:lnTo>
                    <a:pt x="3300483" y="1291438"/>
                  </a:lnTo>
                  <a:lnTo>
                    <a:pt x="3300591" y="1291438"/>
                  </a:lnTo>
                  <a:lnTo>
                    <a:pt x="3300700" y="1291438"/>
                  </a:lnTo>
                  <a:lnTo>
                    <a:pt x="3300808" y="1291438"/>
                  </a:lnTo>
                  <a:lnTo>
                    <a:pt x="3300917" y="1291438"/>
                  </a:lnTo>
                  <a:lnTo>
                    <a:pt x="3301025" y="1291438"/>
                  </a:lnTo>
                  <a:lnTo>
                    <a:pt x="3301134" y="1291438"/>
                  </a:lnTo>
                  <a:lnTo>
                    <a:pt x="3301242" y="1291438"/>
                  </a:lnTo>
                  <a:lnTo>
                    <a:pt x="3301351" y="1291438"/>
                  </a:lnTo>
                  <a:lnTo>
                    <a:pt x="3301459" y="1291438"/>
                  </a:lnTo>
                  <a:lnTo>
                    <a:pt x="3301567" y="1291438"/>
                  </a:lnTo>
                  <a:lnTo>
                    <a:pt x="3301676" y="1291438"/>
                  </a:lnTo>
                  <a:lnTo>
                    <a:pt x="3301784" y="1291438"/>
                  </a:lnTo>
                  <a:lnTo>
                    <a:pt x="3301893" y="1291438"/>
                  </a:lnTo>
                  <a:lnTo>
                    <a:pt x="3302001" y="1291438"/>
                  </a:lnTo>
                  <a:lnTo>
                    <a:pt x="3302001" y="1290815"/>
                  </a:lnTo>
                  <a:lnTo>
                    <a:pt x="3302110" y="1290815"/>
                  </a:lnTo>
                  <a:lnTo>
                    <a:pt x="3302218" y="1290815"/>
                  </a:lnTo>
                  <a:lnTo>
                    <a:pt x="3302327" y="1290815"/>
                  </a:lnTo>
                  <a:lnTo>
                    <a:pt x="3302435" y="1290815"/>
                  </a:lnTo>
                  <a:lnTo>
                    <a:pt x="3302543" y="1290815"/>
                  </a:lnTo>
                  <a:lnTo>
                    <a:pt x="3302652" y="1290815"/>
                  </a:lnTo>
                  <a:lnTo>
                    <a:pt x="3302760" y="1290815"/>
                  </a:lnTo>
                  <a:lnTo>
                    <a:pt x="3302869" y="1290815"/>
                  </a:lnTo>
                  <a:lnTo>
                    <a:pt x="3302869" y="1290191"/>
                  </a:lnTo>
                  <a:lnTo>
                    <a:pt x="3302977" y="1290191"/>
                  </a:lnTo>
                  <a:lnTo>
                    <a:pt x="3303086" y="1290191"/>
                  </a:lnTo>
                  <a:lnTo>
                    <a:pt x="3303194" y="1290191"/>
                  </a:lnTo>
                  <a:lnTo>
                    <a:pt x="3303303" y="1290191"/>
                  </a:lnTo>
                  <a:lnTo>
                    <a:pt x="3303411" y="1290191"/>
                  </a:lnTo>
                  <a:lnTo>
                    <a:pt x="3303519" y="1290191"/>
                  </a:lnTo>
                  <a:lnTo>
                    <a:pt x="3303628" y="1290191"/>
                  </a:lnTo>
                  <a:lnTo>
                    <a:pt x="3303736" y="1290191"/>
                  </a:lnTo>
                  <a:lnTo>
                    <a:pt x="3303845" y="1290191"/>
                  </a:lnTo>
                  <a:lnTo>
                    <a:pt x="3303953" y="1290191"/>
                  </a:lnTo>
                  <a:lnTo>
                    <a:pt x="3304062" y="1290191"/>
                  </a:lnTo>
                  <a:lnTo>
                    <a:pt x="3304062" y="1289568"/>
                  </a:lnTo>
                  <a:lnTo>
                    <a:pt x="3304062" y="1288944"/>
                  </a:lnTo>
                  <a:lnTo>
                    <a:pt x="3304170" y="1288944"/>
                  </a:lnTo>
                  <a:lnTo>
                    <a:pt x="3304279" y="1288944"/>
                  </a:lnTo>
                  <a:lnTo>
                    <a:pt x="3304387" y="1288944"/>
                  </a:lnTo>
                  <a:lnTo>
                    <a:pt x="3304495" y="1288944"/>
                  </a:lnTo>
                  <a:lnTo>
                    <a:pt x="3304604" y="1288944"/>
                  </a:lnTo>
                  <a:lnTo>
                    <a:pt x="3304712" y="1288944"/>
                  </a:lnTo>
                  <a:lnTo>
                    <a:pt x="3304821" y="1288944"/>
                  </a:lnTo>
                  <a:lnTo>
                    <a:pt x="3304929" y="1288944"/>
                  </a:lnTo>
                  <a:lnTo>
                    <a:pt x="3304929" y="1288321"/>
                  </a:lnTo>
                  <a:lnTo>
                    <a:pt x="3305038" y="1288321"/>
                  </a:lnTo>
                  <a:lnTo>
                    <a:pt x="3305146" y="1288321"/>
                  </a:lnTo>
                  <a:lnTo>
                    <a:pt x="3305146" y="1287697"/>
                  </a:lnTo>
                  <a:lnTo>
                    <a:pt x="3305255" y="1287697"/>
                  </a:lnTo>
                  <a:lnTo>
                    <a:pt x="3305363" y="1287697"/>
                  </a:lnTo>
                  <a:lnTo>
                    <a:pt x="3305471" y="1287697"/>
                  </a:lnTo>
                  <a:lnTo>
                    <a:pt x="3305580" y="1287697"/>
                  </a:lnTo>
                  <a:lnTo>
                    <a:pt x="3305580" y="1287073"/>
                  </a:lnTo>
                  <a:lnTo>
                    <a:pt x="3305688" y="1287073"/>
                  </a:lnTo>
                  <a:lnTo>
                    <a:pt x="3305688" y="1286450"/>
                  </a:lnTo>
                  <a:lnTo>
                    <a:pt x="3305797" y="1286450"/>
                  </a:lnTo>
                  <a:lnTo>
                    <a:pt x="3305905" y="1286450"/>
                  </a:lnTo>
                  <a:lnTo>
                    <a:pt x="3306014" y="1286450"/>
                  </a:lnTo>
                  <a:lnTo>
                    <a:pt x="3306122" y="1286450"/>
                  </a:lnTo>
                  <a:lnTo>
                    <a:pt x="3306231" y="1286450"/>
                  </a:lnTo>
                  <a:lnTo>
                    <a:pt x="3306339" y="1286450"/>
                  </a:lnTo>
                  <a:lnTo>
                    <a:pt x="3306448" y="1286450"/>
                  </a:lnTo>
                  <a:lnTo>
                    <a:pt x="3306448" y="1285826"/>
                  </a:lnTo>
                  <a:lnTo>
                    <a:pt x="3306556" y="1285826"/>
                  </a:lnTo>
                  <a:lnTo>
                    <a:pt x="3306664" y="1285826"/>
                  </a:lnTo>
                  <a:lnTo>
                    <a:pt x="3306773" y="1285826"/>
                  </a:lnTo>
                  <a:lnTo>
                    <a:pt x="3306881" y="1285826"/>
                  </a:lnTo>
                  <a:lnTo>
                    <a:pt x="3306990" y="1285826"/>
                  </a:lnTo>
                  <a:lnTo>
                    <a:pt x="3307098" y="1285826"/>
                  </a:lnTo>
                  <a:lnTo>
                    <a:pt x="3307207" y="1285826"/>
                  </a:lnTo>
                  <a:lnTo>
                    <a:pt x="3307315" y="1285826"/>
                  </a:lnTo>
                  <a:lnTo>
                    <a:pt x="3307424" y="1285826"/>
                  </a:lnTo>
                  <a:lnTo>
                    <a:pt x="3307532" y="1285826"/>
                  </a:lnTo>
                  <a:lnTo>
                    <a:pt x="3307640" y="1285826"/>
                  </a:lnTo>
                  <a:lnTo>
                    <a:pt x="3307749" y="1285826"/>
                  </a:lnTo>
                  <a:lnTo>
                    <a:pt x="3307857" y="1285826"/>
                  </a:lnTo>
                  <a:lnTo>
                    <a:pt x="3307966" y="1285826"/>
                  </a:lnTo>
                  <a:lnTo>
                    <a:pt x="3308074" y="1285826"/>
                  </a:lnTo>
                  <a:lnTo>
                    <a:pt x="3308183" y="1285826"/>
                  </a:lnTo>
                  <a:lnTo>
                    <a:pt x="3308291" y="1285826"/>
                  </a:lnTo>
                  <a:lnTo>
                    <a:pt x="3308400" y="1285826"/>
                  </a:lnTo>
                  <a:lnTo>
                    <a:pt x="3308508" y="1285826"/>
                  </a:lnTo>
                  <a:lnTo>
                    <a:pt x="3308616" y="1285826"/>
                  </a:lnTo>
                  <a:lnTo>
                    <a:pt x="3308725" y="1285826"/>
                  </a:lnTo>
                  <a:lnTo>
                    <a:pt x="3308833" y="1285826"/>
                  </a:lnTo>
                  <a:lnTo>
                    <a:pt x="3308942" y="1285826"/>
                  </a:lnTo>
                  <a:lnTo>
                    <a:pt x="3309050" y="1285826"/>
                  </a:lnTo>
                  <a:lnTo>
                    <a:pt x="3309159" y="1285826"/>
                  </a:lnTo>
                  <a:lnTo>
                    <a:pt x="3309267" y="1285826"/>
                  </a:lnTo>
                  <a:lnTo>
                    <a:pt x="3309376" y="1285826"/>
                  </a:lnTo>
                  <a:lnTo>
                    <a:pt x="3309376" y="1285203"/>
                  </a:lnTo>
                  <a:lnTo>
                    <a:pt x="3309484" y="1285203"/>
                  </a:lnTo>
                  <a:lnTo>
                    <a:pt x="3309592" y="1285203"/>
                  </a:lnTo>
                  <a:lnTo>
                    <a:pt x="3309701" y="1285203"/>
                  </a:lnTo>
                  <a:lnTo>
                    <a:pt x="3309809" y="1285203"/>
                  </a:lnTo>
                  <a:lnTo>
                    <a:pt x="3309918" y="1285203"/>
                  </a:lnTo>
                  <a:lnTo>
                    <a:pt x="3310026" y="1285203"/>
                  </a:lnTo>
                  <a:lnTo>
                    <a:pt x="3310026" y="1284579"/>
                  </a:lnTo>
                  <a:lnTo>
                    <a:pt x="3310135" y="1284579"/>
                  </a:lnTo>
                  <a:lnTo>
                    <a:pt x="3310243" y="1284579"/>
                  </a:lnTo>
                  <a:lnTo>
                    <a:pt x="3310352" y="1284579"/>
                  </a:lnTo>
                  <a:lnTo>
                    <a:pt x="3310460" y="1284579"/>
                  </a:lnTo>
                  <a:lnTo>
                    <a:pt x="3310569" y="1284579"/>
                  </a:lnTo>
                  <a:lnTo>
                    <a:pt x="3310677" y="1284579"/>
                  </a:lnTo>
                  <a:lnTo>
                    <a:pt x="3310785" y="1284579"/>
                  </a:lnTo>
                  <a:lnTo>
                    <a:pt x="3310785" y="1283955"/>
                  </a:lnTo>
                  <a:lnTo>
                    <a:pt x="3310894" y="1283955"/>
                  </a:lnTo>
                  <a:lnTo>
                    <a:pt x="3311002" y="1283955"/>
                  </a:lnTo>
                  <a:lnTo>
                    <a:pt x="3311002" y="1283332"/>
                  </a:lnTo>
                  <a:lnTo>
                    <a:pt x="3311111" y="1283332"/>
                  </a:lnTo>
                  <a:lnTo>
                    <a:pt x="3311219" y="1283332"/>
                  </a:lnTo>
                  <a:lnTo>
                    <a:pt x="3311328" y="1283332"/>
                  </a:lnTo>
                  <a:lnTo>
                    <a:pt x="3311436" y="1283332"/>
                  </a:lnTo>
                  <a:lnTo>
                    <a:pt x="3311436" y="1282708"/>
                  </a:lnTo>
                  <a:lnTo>
                    <a:pt x="3311545" y="1282708"/>
                  </a:lnTo>
                  <a:lnTo>
                    <a:pt x="3311653" y="1282708"/>
                  </a:lnTo>
                  <a:lnTo>
                    <a:pt x="3311761" y="1282708"/>
                  </a:lnTo>
                  <a:lnTo>
                    <a:pt x="3311870" y="1282708"/>
                  </a:lnTo>
                  <a:lnTo>
                    <a:pt x="3311978" y="1282708"/>
                  </a:lnTo>
                  <a:lnTo>
                    <a:pt x="3312087" y="1282708"/>
                  </a:lnTo>
                  <a:lnTo>
                    <a:pt x="3312195" y="1282708"/>
                  </a:lnTo>
                  <a:lnTo>
                    <a:pt x="3312304" y="1282708"/>
                  </a:lnTo>
                  <a:lnTo>
                    <a:pt x="3312412" y="1282708"/>
                  </a:lnTo>
                  <a:lnTo>
                    <a:pt x="3312521" y="1282708"/>
                  </a:lnTo>
                  <a:lnTo>
                    <a:pt x="3312629" y="1282708"/>
                  </a:lnTo>
                  <a:lnTo>
                    <a:pt x="3312737" y="1282708"/>
                  </a:lnTo>
                  <a:lnTo>
                    <a:pt x="3312846" y="1282708"/>
                  </a:lnTo>
                  <a:lnTo>
                    <a:pt x="3312954" y="1282708"/>
                  </a:lnTo>
                  <a:lnTo>
                    <a:pt x="3313063" y="1282708"/>
                  </a:lnTo>
                  <a:lnTo>
                    <a:pt x="3313171" y="1282708"/>
                  </a:lnTo>
                  <a:lnTo>
                    <a:pt x="3313280" y="1282708"/>
                  </a:lnTo>
                  <a:lnTo>
                    <a:pt x="3313388" y="1282708"/>
                  </a:lnTo>
                  <a:lnTo>
                    <a:pt x="3313497" y="1282708"/>
                  </a:lnTo>
                  <a:lnTo>
                    <a:pt x="3313605" y="1282708"/>
                  </a:lnTo>
                  <a:lnTo>
                    <a:pt x="3313713" y="1282708"/>
                  </a:lnTo>
                  <a:lnTo>
                    <a:pt x="3313713" y="1282085"/>
                  </a:lnTo>
                  <a:lnTo>
                    <a:pt x="3313713" y="1281461"/>
                  </a:lnTo>
                  <a:lnTo>
                    <a:pt x="3313822" y="1281461"/>
                  </a:lnTo>
                  <a:lnTo>
                    <a:pt x="3313930" y="1281461"/>
                  </a:lnTo>
                  <a:lnTo>
                    <a:pt x="3314039" y="1281461"/>
                  </a:lnTo>
                  <a:lnTo>
                    <a:pt x="3314147" y="1281461"/>
                  </a:lnTo>
                  <a:lnTo>
                    <a:pt x="3314256" y="1281461"/>
                  </a:lnTo>
                  <a:lnTo>
                    <a:pt x="3314364" y="1281461"/>
                  </a:lnTo>
                  <a:lnTo>
                    <a:pt x="3314364" y="1280838"/>
                  </a:lnTo>
                  <a:lnTo>
                    <a:pt x="3314473" y="1280838"/>
                  </a:lnTo>
                  <a:lnTo>
                    <a:pt x="3314581" y="1280838"/>
                  </a:lnTo>
                  <a:lnTo>
                    <a:pt x="3314690" y="1280838"/>
                  </a:lnTo>
                  <a:lnTo>
                    <a:pt x="3314690" y="1280214"/>
                  </a:lnTo>
                  <a:lnTo>
                    <a:pt x="3314798" y="1280214"/>
                  </a:lnTo>
                  <a:lnTo>
                    <a:pt x="3314906" y="1280214"/>
                  </a:lnTo>
                  <a:lnTo>
                    <a:pt x="3315015" y="1280214"/>
                  </a:lnTo>
                  <a:lnTo>
                    <a:pt x="3315123" y="1280214"/>
                  </a:lnTo>
                  <a:lnTo>
                    <a:pt x="3315232" y="1280214"/>
                  </a:lnTo>
                  <a:lnTo>
                    <a:pt x="3315340" y="1280214"/>
                  </a:lnTo>
                  <a:lnTo>
                    <a:pt x="3315449" y="1280214"/>
                  </a:lnTo>
                  <a:lnTo>
                    <a:pt x="3315449" y="1279590"/>
                  </a:lnTo>
                  <a:lnTo>
                    <a:pt x="3315557" y="1279590"/>
                  </a:lnTo>
                  <a:lnTo>
                    <a:pt x="3315666" y="1279590"/>
                  </a:lnTo>
                  <a:lnTo>
                    <a:pt x="3315774" y="1279590"/>
                  </a:lnTo>
                  <a:lnTo>
                    <a:pt x="3315774" y="1278967"/>
                  </a:lnTo>
                  <a:lnTo>
                    <a:pt x="3315774" y="1278343"/>
                  </a:lnTo>
                  <a:lnTo>
                    <a:pt x="3315882" y="1278343"/>
                  </a:lnTo>
                  <a:lnTo>
                    <a:pt x="3315991" y="1278343"/>
                  </a:lnTo>
                  <a:lnTo>
                    <a:pt x="3316099" y="1278343"/>
                  </a:lnTo>
                  <a:lnTo>
                    <a:pt x="3316208" y="1278343"/>
                  </a:lnTo>
                  <a:lnTo>
                    <a:pt x="3316316" y="1278343"/>
                  </a:lnTo>
                  <a:lnTo>
                    <a:pt x="3316425" y="1278343"/>
                  </a:lnTo>
                  <a:lnTo>
                    <a:pt x="3316533" y="1278343"/>
                  </a:lnTo>
                  <a:lnTo>
                    <a:pt x="3316642" y="1278343"/>
                  </a:lnTo>
                  <a:lnTo>
                    <a:pt x="3316750" y="1278343"/>
                  </a:lnTo>
                  <a:lnTo>
                    <a:pt x="3316858" y="1278343"/>
                  </a:lnTo>
                  <a:lnTo>
                    <a:pt x="3316967" y="1278343"/>
                  </a:lnTo>
                  <a:lnTo>
                    <a:pt x="3317075" y="1278343"/>
                  </a:lnTo>
                  <a:lnTo>
                    <a:pt x="3317184" y="1278343"/>
                  </a:lnTo>
                  <a:lnTo>
                    <a:pt x="3317292" y="1278343"/>
                  </a:lnTo>
                  <a:lnTo>
                    <a:pt x="3317401" y="1278343"/>
                  </a:lnTo>
                  <a:lnTo>
                    <a:pt x="3317401" y="1277720"/>
                  </a:lnTo>
                  <a:lnTo>
                    <a:pt x="3317509" y="1277720"/>
                  </a:lnTo>
                  <a:lnTo>
                    <a:pt x="3317509" y="1277096"/>
                  </a:lnTo>
                  <a:lnTo>
                    <a:pt x="3317618" y="1277096"/>
                  </a:lnTo>
                  <a:lnTo>
                    <a:pt x="3317726" y="1277096"/>
                  </a:lnTo>
                  <a:lnTo>
                    <a:pt x="3317834" y="1277096"/>
                  </a:lnTo>
                  <a:lnTo>
                    <a:pt x="3317943" y="1277096"/>
                  </a:lnTo>
                  <a:lnTo>
                    <a:pt x="3318051" y="1277096"/>
                  </a:lnTo>
                  <a:lnTo>
                    <a:pt x="3318160" y="1277096"/>
                  </a:lnTo>
                  <a:lnTo>
                    <a:pt x="3318268" y="1277096"/>
                  </a:lnTo>
                  <a:lnTo>
                    <a:pt x="3318268" y="1276473"/>
                  </a:lnTo>
                  <a:lnTo>
                    <a:pt x="3318377" y="1276473"/>
                  </a:lnTo>
                  <a:lnTo>
                    <a:pt x="3318485" y="1276473"/>
                  </a:lnTo>
                  <a:lnTo>
                    <a:pt x="3318594" y="1276473"/>
                  </a:lnTo>
                  <a:lnTo>
                    <a:pt x="3318702" y="1276473"/>
                  </a:lnTo>
                  <a:lnTo>
                    <a:pt x="3318702" y="1275849"/>
                  </a:lnTo>
                  <a:lnTo>
                    <a:pt x="3318811" y="1275849"/>
                  </a:lnTo>
                  <a:lnTo>
                    <a:pt x="3318919" y="1275849"/>
                  </a:lnTo>
                  <a:lnTo>
                    <a:pt x="3319027" y="1275849"/>
                  </a:lnTo>
                  <a:lnTo>
                    <a:pt x="3319136" y="1275849"/>
                  </a:lnTo>
                  <a:lnTo>
                    <a:pt x="3319244" y="1275849"/>
                  </a:lnTo>
                  <a:lnTo>
                    <a:pt x="3319353" y="1275849"/>
                  </a:lnTo>
                  <a:lnTo>
                    <a:pt x="3319353" y="1275225"/>
                  </a:lnTo>
                  <a:lnTo>
                    <a:pt x="3319353" y="1274602"/>
                  </a:lnTo>
                  <a:lnTo>
                    <a:pt x="3319461" y="1274602"/>
                  </a:lnTo>
                  <a:lnTo>
                    <a:pt x="3319570" y="1274602"/>
                  </a:lnTo>
                  <a:lnTo>
                    <a:pt x="3319678" y="1274602"/>
                  </a:lnTo>
                  <a:lnTo>
                    <a:pt x="3319787" y="1274602"/>
                  </a:lnTo>
                  <a:lnTo>
                    <a:pt x="3319895" y="1274602"/>
                  </a:lnTo>
                  <a:lnTo>
                    <a:pt x="3320003" y="1274602"/>
                  </a:lnTo>
                  <a:lnTo>
                    <a:pt x="3320112" y="1274602"/>
                  </a:lnTo>
                  <a:lnTo>
                    <a:pt x="3320220" y="1274602"/>
                  </a:lnTo>
                  <a:lnTo>
                    <a:pt x="3320329" y="1274602"/>
                  </a:lnTo>
                  <a:lnTo>
                    <a:pt x="3320437" y="1274602"/>
                  </a:lnTo>
                  <a:lnTo>
                    <a:pt x="3320546" y="1274602"/>
                  </a:lnTo>
                  <a:lnTo>
                    <a:pt x="3320654" y="1274602"/>
                  </a:lnTo>
                  <a:lnTo>
                    <a:pt x="3320763" y="1274602"/>
                  </a:lnTo>
                  <a:lnTo>
                    <a:pt x="3320871" y="1274602"/>
                  </a:lnTo>
                  <a:lnTo>
                    <a:pt x="3320979" y="1274602"/>
                  </a:lnTo>
                  <a:lnTo>
                    <a:pt x="3321088" y="1274602"/>
                  </a:lnTo>
                  <a:lnTo>
                    <a:pt x="3321196" y="1274602"/>
                  </a:lnTo>
                  <a:lnTo>
                    <a:pt x="3321196" y="1273978"/>
                  </a:lnTo>
                  <a:lnTo>
                    <a:pt x="3321305" y="1273978"/>
                  </a:lnTo>
                  <a:lnTo>
                    <a:pt x="3321413" y="1273978"/>
                  </a:lnTo>
                  <a:lnTo>
                    <a:pt x="3321522" y="1273978"/>
                  </a:lnTo>
                  <a:lnTo>
                    <a:pt x="3321630" y="1273978"/>
                  </a:lnTo>
                  <a:lnTo>
                    <a:pt x="3321739" y="1273978"/>
                  </a:lnTo>
                  <a:lnTo>
                    <a:pt x="3321847" y="1273978"/>
                  </a:lnTo>
                  <a:lnTo>
                    <a:pt x="3321847" y="1273355"/>
                  </a:lnTo>
                  <a:lnTo>
                    <a:pt x="3321955" y="1273355"/>
                  </a:lnTo>
                  <a:lnTo>
                    <a:pt x="3322064" y="1273355"/>
                  </a:lnTo>
                  <a:lnTo>
                    <a:pt x="3322172" y="1273355"/>
                  </a:lnTo>
                  <a:lnTo>
                    <a:pt x="3322281" y="1273355"/>
                  </a:lnTo>
                  <a:lnTo>
                    <a:pt x="3322389" y="1273355"/>
                  </a:lnTo>
                  <a:lnTo>
                    <a:pt x="3322498" y="1273355"/>
                  </a:lnTo>
                  <a:lnTo>
                    <a:pt x="3322606" y="1273355"/>
                  </a:lnTo>
                  <a:lnTo>
                    <a:pt x="3322715" y="1273355"/>
                  </a:lnTo>
                  <a:lnTo>
                    <a:pt x="3322823" y="1273355"/>
                  </a:lnTo>
                  <a:lnTo>
                    <a:pt x="3322932" y="1273355"/>
                  </a:lnTo>
                  <a:lnTo>
                    <a:pt x="3323040" y="1273355"/>
                  </a:lnTo>
                  <a:lnTo>
                    <a:pt x="3323148" y="1273355"/>
                  </a:lnTo>
                  <a:lnTo>
                    <a:pt x="3323257" y="1273355"/>
                  </a:lnTo>
                  <a:lnTo>
                    <a:pt x="3323365" y="1273355"/>
                  </a:lnTo>
                  <a:lnTo>
                    <a:pt x="3323474" y="1273355"/>
                  </a:lnTo>
                  <a:lnTo>
                    <a:pt x="3323582" y="1273355"/>
                  </a:lnTo>
                  <a:lnTo>
                    <a:pt x="3323691" y="1273355"/>
                  </a:lnTo>
                  <a:lnTo>
                    <a:pt x="3323799" y="1273355"/>
                  </a:lnTo>
                  <a:lnTo>
                    <a:pt x="3323908" y="1273355"/>
                  </a:lnTo>
                  <a:lnTo>
                    <a:pt x="3324016" y="1273355"/>
                  </a:lnTo>
                  <a:lnTo>
                    <a:pt x="3324016" y="1272731"/>
                  </a:lnTo>
                  <a:lnTo>
                    <a:pt x="3324124" y="1272731"/>
                  </a:lnTo>
                  <a:lnTo>
                    <a:pt x="3324233" y="1272731"/>
                  </a:lnTo>
                  <a:lnTo>
                    <a:pt x="3324341" y="1272731"/>
                  </a:lnTo>
                  <a:lnTo>
                    <a:pt x="3324450" y="1272731"/>
                  </a:lnTo>
                  <a:lnTo>
                    <a:pt x="3324558" y="1272731"/>
                  </a:lnTo>
                  <a:lnTo>
                    <a:pt x="3324667" y="1272731"/>
                  </a:lnTo>
                  <a:lnTo>
                    <a:pt x="3324667" y="1272107"/>
                  </a:lnTo>
                  <a:lnTo>
                    <a:pt x="3324775" y="1272107"/>
                  </a:lnTo>
                  <a:lnTo>
                    <a:pt x="3324884" y="1272107"/>
                  </a:lnTo>
                  <a:lnTo>
                    <a:pt x="3324992" y="1272107"/>
                  </a:lnTo>
                  <a:lnTo>
                    <a:pt x="3325100" y="1272107"/>
                  </a:lnTo>
                  <a:lnTo>
                    <a:pt x="3325209" y="1272107"/>
                  </a:lnTo>
                  <a:lnTo>
                    <a:pt x="3325317" y="1272107"/>
                  </a:lnTo>
                  <a:lnTo>
                    <a:pt x="3325426" y="1272107"/>
                  </a:lnTo>
                  <a:lnTo>
                    <a:pt x="3325534" y="1272107"/>
                  </a:lnTo>
                  <a:lnTo>
                    <a:pt x="3325643" y="1272107"/>
                  </a:lnTo>
                  <a:lnTo>
                    <a:pt x="3325643" y="1271484"/>
                  </a:lnTo>
                  <a:lnTo>
                    <a:pt x="3325643" y="1270860"/>
                  </a:lnTo>
                  <a:lnTo>
                    <a:pt x="3325751" y="1270860"/>
                  </a:lnTo>
                  <a:lnTo>
                    <a:pt x="3325860" y="1270860"/>
                  </a:lnTo>
                  <a:lnTo>
                    <a:pt x="3325860" y="1270237"/>
                  </a:lnTo>
                  <a:lnTo>
                    <a:pt x="3325860" y="1269613"/>
                  </a:lnTo>
                  <a:lnTo>
                    <a:pt x="3325860" y="1268990"/>
                  </a:lnTo>
                  <a:lnTo>
                    <a:pt x="3325968" y="1268990"/>
                  </a:lnTo>
                  <a:lnTo>
                    <a:pt x="3326076" y="1268990"/>
                  </a:lnTo>
                  <a:lnTo>
                    <a:pt x="3326185" y="1268990"/>
                  </a:lnTo>
                  <a:lnTo>
                    <a:pt x="3326293" y="1268990"/>
                  </a:lnTo>
                  <a:lnTo>
                    <a:pt x="3326402" y="1268990"/>
                  </a:lnTo>
                  <a:lnTo>
                    <a:pt x="3326510" y="1268990"/>
                  </a:lnTo>
                  <a:lnTo>
                    <a:pt x="3326619" y="1268990"/>
                  </a:lnTo>
                  <a:lnTo>
                    <a:pt x="3326727" y="1268990"/>
                  </a:lnTo>
                  <a:lnTo>
                    <a:pt x="3326836" y="1268990"/>
                  </a:lnTo>
                  <a:lnTo>
                    <a:pt x="3326836" y="1268366"/>
                  </a:lnTo>
                  <a:lnTo>
                    <a:pt x="3326944" y="1268366"/>
                  </a:lnTo>
                  <a:lnTo>
                    <a:pt x="3327053" y="1268366"/>
                  </a:lnTo>
                  <a:lnTo>
                    <a:pt x="3327161" y="1268366"/>
                  </a:lnTo>
                  <a:lnTo>
                    <a:pt x="3327269" y="1268366"/>
                  </a:lnTo>
                  <a:lnTo>
                    <a:pt x="3327269" y="1267742"/>
                  </a:lnTo>
                  <a:lnTo>
                    <a:pt x="3327378" y="1267742"/>
                  </a:lnTo>
                  <a:lnTo>
                    <a:pt x="3327486" y="1267742"/>
                  </a:lnTo>
                  <a:lnTo>
                    <a:pt x="3327595" y="1267742"/>
                  </a:lnTo>
                  <a:lnTo>
                    <a:pt x="3327703" y="1267742"/>
                  </a:lnTo>
                  <a:lnTo>
                    <a:pt x="3327812" y="1267742"/>
                  </a:lnTo>
                  <a:lnTo>
                    <a:pt x="3327920" y="1267742"/>
                  </a:lnTo>
                  <a:lnTo>
                    <a:pt x="3328029" y="1267742"/>
                  </a:lnTo>
                  <a:lnTo>
                    <a:pt x="3328137" y="1267742"/>
                  </a:lnTo>
                  <a:lnTo>
                    <a:pt x="3328245" y="1267742"/>
                  </a:lnTo>
                  <a:lnTo>
                    <a:pt x="3328354" y="1267742"/>
                  </a:lnTo>
                  <a:lnTo>
                    <a:pt x="3328462" y="1267742"/>
                  </a:lnTo>
                  <a:lnTo>
                    <a:pt x="3328571" y="1267742"/>
                  </a:lnTo>
                  <a:lnTo>
                    <a:pt x="3328679" y="1267742"/>
                  </a:lnTo>
                  <a:lnTo>
                    <a:pt x="3328788" y="1267742"/>
                  </a:lnTo>
                  <a:lnTo>
                    <a:pt x="3328896" y="1267742"/>
                  </a:lnTo>
                  <a:lnTo>
                    <a:pt x="3329005" y="1267742"/>
                  </a:lnTo>
                  <a:lnTo>
                    <a:pt x="3329113" y="1267742"/>
                  </a:lnTo>
                  <a:lnTo>
                    <a:pt x="3329221" y="1267742"/>
                  </a:lnTo>
                  <a:lnTo>
                    <a:pt x="3329330" y="1267742"/>
                  </a:lnTo>
                  <a:lnTo>
                    <a:pt x="3329438" y="1267742"/>
                  </a:lnTo>
                  <a:lnTo>
                    <a:pt x="3329438" y="1267119"/>
                  </a:lnTo>
                  <a:lnTo>
                    <a:pt x="3329547" y="1267119"/>
                  </a:lnTo>
                  <a:lnTo>
                    <a:pt x="3329655" y="1267119"/>
                  </a:lnTo>
                  <a:lnTo>
                    <a:pt x="3329764" y="1267119"/>
                  </a:lnTo>
                  <a:lnTo>
                    <a:pt x="3329872" y="1267119"/>
                  </a:lnTo>
                  <a:lnTo>
                    <a:pt x="3329981" y="1267119"/>
                  </a:lnTo>
                  <a:lnTo>
                    <a:pt x="3330089" y="1267119"/>
                  </a:lnTo>
                  <a:lnTo>
                    <a:pt x="3330089" y="1266495"/>
                  </a:lnTo>
                  <a:lnTo>
                    <a:pt x="3330197" y="1266495"/>
                  </a:lnTo>
                  <a:lnTo>
                    <a:pt x="3330306" y="1266495"/>
                  </a:lnTo>
                  <a:lnTo>
                    <a:pt x="3330414" y="1266495"/>
                  </a:lnTo>
                  <a:lnTo>
                    <a:pt x="3330523" y="1266495"/>
                  </a:lnTo>
                  <a:lnTo>
                    <a:pt x="3330631" y="1266495"/>
                  </a:lnTo>
                  <a:lnTo>
                    <a:pt x="3330740" y="1266495"/>
                  </a:lnTo>
                  <a:lnTo>
                    <a:pt x="3330848" y="1266495"/>
                  </a:lnTo>
                  <a:lnTo>
                    <a:pt x="3330848" y="1265872"/>
                  </a:lnTo>
                  <a:lnTo>
                    <a:pt x="3330957" y="1265872"/>
                  </a:lnTo>
                  <a:lnTo>
                    <a:pt x="3330957" y="1265248"/>
                  </a:lnTo>
                  <a:lnTo>
                    <a:pt x="3331065" y="1265248"/>
                  </a:lnTo>
                  <a:lnTo>
                    <a:pt x="3331173" y="1265248"/>
                  </a:lnTo>
                  <a:lnTo>
                    <a:pt x="3331282" y="1265248"/>
                  </a:lnTo>
                  <a:lnTo>
                    <a:pt x="3331390" y="1265248"/>
                  </a:lnTo>
                  <a:lnTo>
                    <a:pt x="3331499" y="1265248"/>
                  </a:lnTo>
                  <a:lnTo>
                    <a:pt x="3331607" y="1265248"/>
                  </a:lnTo>
                  <a:lnTo>
                    <a:pt x="3331716" y="1265248"/>
                  </a:lnTo>
                  <a:lnTo>
                    <a:pt x="3331824" y="1265248"/>
                  </a:lnTo>
                  <a:lnTo>
                    <a:pt x="3331933" y="1265248"/>
                  </a:lnTo>
                  <a:lnTo>
                    <a:pt x="3332041" y="1265248"/>
                  </a:lnTo>
                  <a:lnTo>
                    <a:pt x="3332150" y="1265248"/>
                  </a:lnTo>
                  <a:lnTo>
                    <a:pt x="3332258" y="1265248"/>
                  </a:lnTo>
                  <a:lnTo>
                    <a:pt x="3332366" y="1265248"/>
                  </a:lnTo>
                  <a:lnTo>
                    <a:pt x="3332475" y="1265248"/>
                  </a:lnTo>
                  <a:lnTo>
                    <a:pt x="3332583" y="1265248"/>
                  </a:lnTo>
                  <a:lnTo>
                    <a:pt x="3332692" y="1265248"/>
                  </a:lnTo>
                  <a:lnTo>
                    <a:pt x="3332692" y="1264624"/>
                  </a:lnTo>
                  <a:lnTo>
                    <a:pt x="3332800" y="1264624"/>
                  </a:lnTo>
                  <a:lnTo>
                    <a:pt x="3332909" y="1264624"/>
                  </a:lnTo>
                  <a:lnTo>
                    <a:pt x="3333017" y="1264624"/>
                  </a:lnTo>
                  <a:lnTo>
                    <a:pt x="3333126" y="1264624"/>
                  </a:lnTo>
                  <a:lnTo>
                    <a:pt x="3333234" y="1264624"/>
                  </a:lnTo>
                  <a:lnTo>
                    <a:pt x="3333342" y="1264624"/>
                  </a:lnTo>
                  <a:lnTo>
                    <a:pt x="3333342" y="1264001"/>
                  </a:lnTo>
                  <a:lnTo>
                    <a:pt x="3333342" y="1263377"/>
                  </a:lnTo>
                  <a:lnTo>
                    <a:pt x="3333451" y="1263377"/>
                  </a:lnTo>
                  <a:lnTo>
                    <a:pt x="3333559" y="1263377"/>
                  </a:lnTo>
                  <a:lnTo>
                    <a:pt x="3333668" y="1263377"/>
                  </a:lnTo>
                  <a:lnTo>
                    <a:pt x="3333776" y="1263377"/>
                  </a:lnTo>
                  <a:lnTo>
                    <a:pt x="3333885" y="1263377"/>
                  </a:lnTo>
                  <a:lnTo>
                    <a:pt x="3333993" y="1263377"/>
                  </a:lnTo>
                  <a:lnTo>
                    <a:pt x="3334102" y="1263377"/>
                  </a:lnTo>
                  <a:lnTo>
                    <a:pt x="3334210" y="1263377"/>
                  </a:lnTo>
                  <a:lnTo>
                    <a:pt x="3334318" y="1263377"/>
                  </a:lnTo>
                  <a:lnTo>
                    <a:pt x="3334427" y="1263377"/>
                  </a:lnTo>
                  <a:lnTo>
                    <a:pt x="3334427" y="1262754"/>
                  </a:lnTo>
                  <a:lnTo>
                    <a:pt x="3334535" y="1262754"/>
                  </a:lnTo>
                  <a:lnTo>
                    <a:pt x="3334644" y="1262754"/>
                  </a:lnTo>
                  <a:lnTo>
                    <a:pt x="3334752" y="1262754"/>
                  </a:lnTo>
                  <a:lnTo>
                    <a:pt x="3334861" y="1262754"/>
                  </a:lnTo>
                  <a:lnTo>
                    <a:pt x="3334969" y="1262754"/>
                  </a:lnTo>
                  <a:lnTo>
                    <a:pt x="3335078" y="1262754"/>
                  </a:lnTo>
                  <a:lnTo>
                    <a:pt x="3335186" y="1262754"/>
                  </a:lnTo>
                  <a:lnTo>
                    <a:pt x="3335294" y="1262754"/>
                  </a:lnTo>
                  <a:lnTo>
                    <a:pt x="3335403" y="1262754"/>
                  </a:lnTo>
                  <a:lnTo>
                    <a:pt x="3335511" y="1262754"/>
                  </a:lnTo>
                  <a:lnTo>
                    <a:pt x="3335620" y="1262754"/>
                  </a:lnTo>
                  <a:lnTo>
                    <a:pt x="3335728" y="1262754"/>
                  </a:lnTo>
                  <a:lnTo>
                    <a:pt x="3335837" y="1262754"/>
                  </a:lnTo>
                  <a:lnTo>
                    <a:pt x="3335837" y="1262130"/>
                  </a:lnTo>
                  <a:lnTo>
                    <a:pt x="3335945" y="1262130"/>
                  </a:lnTo>
                  <a:lnTo>
                    <a:pt x="3336054" y="1262130"/>
                  </a:lnTo>
                  <a:lnTo>
                    <a:pt x="3336162" y="1262130"/>
                  </a:lnTo>
                  <a:lnTo>
                    <a:pt x="3336271" y="1262130"/>
                  </a:lnTo>
                  <a:lnTo>
                    <a:pt x="3336379" y="1262130"/>
                  </a:lnTo>
                  <a:lnTo>
                    <a:pt x="3336487" y="1262130"/>
                  </a:lnTo>
                  <a:lnTo>
                    <a:pt x="3336596" y="1262130"/>
                  </a:lnTo>
                  <a:lnTo>
                    <a:pt x="3336704" y="1262130"/>
                  </a:lnTo>
                  <a:lnTo>
                    <a:pt x="3336813" y="1262130"/>
                  </a:lnTo>
                  <a:lnTo>
                    <a:pt x="3336921" y="1262130"/>
                  </a:lnTo>
                  <a:lnTo>
                    <a:pt x="3337030" y="1262130"/>
                  </a:lnTo>
                  <a:lnTo>
                    <a:pt x="3337138" y="1262130"/>
                  </a:lnTo>
                  <a:lnTo>
                    <a:pt x="3337247" y="1262130"/>
                  </a:lnTo>
                  <a:lnTo>
                    <a:pt x="3337355" y="1262130"/>
                  </a:lnTo>
                  <a:lnTo>
                    <a:pt x="3337355" y="1261507"/>
                  </a:lnTo>
                  <a:lnTo>
                    <a:pt x="3337463" y="1261507"/>
                  </a:lnTo>
                  <a:lnTo>
                    <a:pt x="3337572" y="1261507"/>
                  </a:lnTo>
                  <a:lnTo>
                    <a:pt x="3337680" y="1261507"/>
                  </a:lnTo>
                  <a:lnTo>
                    <a:pt x="3337789" y="1261507"/>
                  </a:lnTo>
                  <a:lnTo>
                    <a:pt x="3337897" y="1261507"/>
                  </a:lnTo>
                  <a:lnTo>
                    <a:pt x="3337897" y="1260883"/>
                  </a:lnTo>
                  <a:lnTo>
                    <a:pt x="3338006" y="1260883"/>
                  </a:lnTo>
                  <a:lnTo>
                    <a:pt x="3338114" y="1260883"/>
                  </a:lnTo>
                  <a:lnTo>
                    <a:pt x="3338223" y="1260883"/>
                  </a:lnTo>
                  <a:lnTo>
                    <a:pt x="3338331" y="1260883"/>
                  </a:lnTo>
                  <a:lnTo>
                    <a:pt x="3338439" y="1260883"/>
                  </a:lnTo>
                  <a:lnTo>
                    <a:pt x="3338548" y="1260883"/>
                  </a:lnTo>
                  <a:lnTo>
                    <a:pt x="3338656" y="1260883"/>
                  </a:lnTo>
                  <a:lnTo>
                    <a:pt x="3338765" y="1260883"/>
                  </a:lnTo>
                  <a:lnTo>
                    <a:pt x="3338873" y="1260883"/>
                  </a:lnTo>
                  <a:lnTo>
                    <a:pt x="3338982" y="1260883"/>
                  </a:lnTo>
                  <a:lnTo>
                    <a:pt x="3339090" y="1260883"/>
                  </a:lnTo>
                  <a:lnTo>
                    <a:pt x="3339090" y="1260259"/>
                  </a:lnTo>
                  <a:lnTo>
                    <a:pt x="3339199" y="1260259"/>
                  </a:lnTo>
                  <a:lnTo>
                    <a:pt x="3339307" y="1260259"/>
                  </a:lnTo>
                  <a:lnTo>
                    <a:pt x="3339415" y="1260259"/>
                  </a:lnTo>
                  <a:lnTo>
                    <a:pt x="3339524" y="1260259"/>
                  </a:lnTo>
                  <a:lnTo>
                    <a:pt x="3339632" y="1260259"/>
                  </a:lnTo>
                  <a:lnTo>
                    <a:pt x="3339741" y="1260259"/>
                  </a:lnTo>
                  <a:lnTo>
                    <a:pt x="3339849" y="1260259"/>
                  </a:lnTo>
                  <a:lnTo>
                    <a:pt x="3339849" y="1259636"/>
                  </a:lnTo>
                  <a:lnTo>
                    <a:pt x="3339958" y="1259636"/>
                  </a:lnTo>
                  <a:lnTo>
                    <a:pt x="3339958" y="1259012"/>
                  </a:lnTo>
                  <a:lnTo>
                    <a:pt x="3340066" y="1259012"/>
                  </a:lnTo>
                  <a:lnTo>
                    <a:pt x="3340175" y="1259012"/>
                  </a:lnTo>
                  <a:lnTo>
                    <a:pt x="3340283" y="1259012"/>
                  </a:lnTo>
                  <a:lnTo>
                    <a:pt x="3340392" y="1259012"/>
                  </a:lnTo>
                  <a:lnTo>
                    <a:pt x="3340500" y="1259012"/>
                  </a:lnTo>
                  <a:lnTo>
                    <a:pt x="3340608" y="1259012"/>
                  </a:lnTo>
                  <a:lnTo>
                    <a:pt x="3340717" y="1259012"/>
                  </a:lnTo>
                  <a:lnTo>
                    <a:pt x="3340825" y="1259012"/>
                  </a:lnTo>
                  <a:lnTo>
                    <a:pt x="3340934" y="1259012"/>
                  </a:lnTo>
                  <a:lnTo>
                    <a:pt x="3341042" y="1259012"/>
                  </a:lnTo>
                  <a:lnTo>
                    <a:pt x="3341151" y="1259012"/>
                  </a:lnTo>
                  <a:lnTo>
                    <a:pt x="3341259" y="1259012"/>
                  </a:lnTo>
                  <a:lnTo>
                    <a:pt x="3341368" y="1259012"/>
                  </a:lnTo>
                  <a:lnTo>
                    <a:pt x="3341476" y="1259012"/>
                  </a:lnTo>
                  <a:lnTo>
                    <a:pt x="3341584" y="1259012"/>
                  </a:lnTo>
                  <a:lnTo>
                    <a:pt x="3341693" y="1259012"/>
                  </a:lnTo>
                  <a:lnTo>
                    <a:pt x="3341801" y="1259012"/>
                  </a:lnTo>
                  <a:lnTo>
                    <a:pt x="3341910" y="1259012"/>
                  </a:lnTo>
                  <a:lnTo>
                    <a:pt x="3342018" y="1259012"/>
                  </a:lnTo>
                  <a:lnTo>
                    <a:pt x="3342127" y="1259012"/>
                  </a:lnTo>
                  <a:lnTo>
                    <a:pt x="3342235" y="1259012"/>
                  </a:lnTo>
                  <a:lnTo>
                    <a:pt x="3342344" y="1259012"/>
                  </a:lnTo>
                  <a:lnTo>
                    <a:pt x="3342452" y="1259012"/>
                  </a:lnTo>
                  <a:lnTo>
                    <a:pt x="3342560" y="1259012"/>
                  </a:lnTo>
                  <a:lnTo>
                    <a:pt x="3342669" y="1259012"/>
                  </a:lnTo>
                  <a:lnTo>
                    <a:pt x="3342777" y="1259012"/>
                  </a:lnTo>
                  <a:lnTo>
                    <a:pt x="3342886" y="1259012"/>
                  </a:lnTo>
                  <a:lnTo>
                    <a:pt x="3342994" y="1259012"/>
                  </a:lnTo>
                  <a:lnTo>
                    <a:pt x="3343103" y="1259012"/>
                  </a:lnTo>
                  <a:lnTo>
                    <a:pt x="3343211" y="1259012"/>
                  </a:lnTo>
                  <a:lnTo>
                    <a:pt x="3343320" y="1259012"/>
                  </a:lnTo>
                  <a:lnTo>
                    <a:pt x="3343320" y="1258389"/>
                  </a:lnTo>
                  <a:lnTo>
                    <a:pt x="3343428" y="1258389"/>
                  </a:lnTo>
                  <a:lnTo>
                    <a:pt x="3343536" y="1258389"/>
                  </a:lnTo>
                  <a:lnTo>
                    <a:pt x="3343536" y="1257765"/>
                  </a:lnTo>
                  <a:lnTo>
                    <a:pt x="3343645" y="1257765"/>
                  </a:lnTo>
                  <a:lnTo>
                    <a:pt x="3343753" y="1257765"/>
                  </a:lnTo>
                  <a:lnTo>
                    <a:pt x="3343862" y="1257765"/>
                  </a:lnTo>
                  <a:lnTo>
                    <a:pt x="3343970" y="1257765"/>
                  </a:lnTo>
                  <a:lnTo>
                    <a:pt x="3344079" y="1257765"/>
                  </a:lnTo>
                  <a:lnTo>
                    <a:pt x="3344187" y="1257765"/>
                  </a:lnTo>
                  <a:lnTo>
                    <a:pt x="3344296" y="1257765"/>
                  </a:lnTo>
                  <a:lnTo>
                    <a:pt x="3344404" y="1257765"/>
                  </a:lnTo>
                  <a:lnTo>
                    <a:pt x="3344513" y="1257765"/>
                  </a:lnTo>
                  <a:lnTo>
                    <a:pt x="3344621" y="1257765"/>
                  </a:lnTo>
                  <a:lnTo>
                    <a:pt x="3344729" y="1257765"/>
                  </a:lnTo>
                  <a:lnTo>
                    <a:pt x="3344838" y="1257765"/>
                  </a:lnTo>
                  <a:lnTo>
                    <a:pt x="3344946" y="1257765"/>
                  </a:lnTo>
                  <a:lnTo>
                    <a:pt x="3345055" y="1257765"/>
                  </a:lnTo>
                  <a:lnTo>
                    <a:pt x="3345163" y="1257765"/>
                  </a:lnTo>
                  <a:lnTo>
                    <a:pt x="3345272" y="1257765"/>
                  </a:lnTo>
                  <a:lnTo>
                    <a:pt x="3345380" y="1257765"/>
                  </a:lnTo>
                  <a:lnTo>
                    <a:pt x="3345489" y="1257765"/>
                  </a:lnTo>
                  <a:lnTo>
                    <a:pt x="3345597" y="1257765"/>
                  </a:lnTo>
                  <a:lnTo>
                    <a:pt x="3345597" y="1257141"/>
                  </a:lnTo>
                  <a:lnTo>
                    <a:pt x="3345705" y="1257141"/>
                  </a:lnTo>
                  <a:lnTo>
                    <a:pt x="3345814" y="1257141"/>
                  </a:lnTo>
                  <a:lnTo>
                    <a:pt x="3345922" y="1257141"/>
                  </a:lnTo>
                  <a:lnTo>
                    <a:pt x="3346031" y="1257141"/>
                  </a:lnTo>
                  <a:lnTo>
                    <a:pt x="3346031" y="1256518"/>
                  </a:lnTo>
                  <a:lnTo>
                    <a:pt x="3346139" y="1256518"/>
                  </a:lnTo>
                  <a:lnTo>
                    <a:pt x="3346248" y="1256518"/>
                  </a:lnTo>
                  <a:lnTo>
                    <a:pt x="3346356" y="1256518"/>
                  </a:lnTo>
                  <a:lnTo>
                    <a:pt x="3346465" y="1256518"/>
                  </a:lnTo>
                  <a:lnTo>
                    <a:pt x="3346573" y="1256518"/>
                  </a:lnTo>
                  <a:lnTo>
                    <a:pt x="3346681" y="1256518"/>
                  </a:lnTo>
                  <a:lnTo>
                    <a:pt x="3346790" y="1256518"/>
                  </a:lnTo>
                  <a:lnTo>
                    <a:pt x="3346898" y="1256518"/>
                  </a:lnTo>
                  <a:lnTo>
                    <a:pt x="3347007" y="1256518"/>
                  </a:lnTo>
                  <a:lnTo>
                    <a:pt x="3347115" y="1256518"/>
                  </a:lnTo>
                  <a:lnTo>
                    <a:pt x="3347224" y="1256518"/>
                  </a:lnTo>
                  <a:lnTo>
                    <a:pt x="3347332" y="1256518"/>
                  </a:lnTo>
                  <a:lnTo>
                    <a:pt x="3347441" y="1256518"/>
                  </a:lnTo>
                  <a:lnTo>
                    <a:pt x="3347549" y="1256518"/>
                  </a:lnTo>
                  <a:lnTo>
                    <a:pt x="3347657" y="1256518"/>
                  </a:lnTo>
                  <a:lnTo>
                    <a:pt x="3347766" y="1256518"/>
                  </a:lnTo>
                  <a:lnTo>
                    <a:pt x="3347874" y="1256518"/>
                  </a:lnTo>
                  <a:lnTo>
                    <a:pt x="3347983" y="1256518"/>
                  </a:lnTo>
                  <a:lnTo>
                    <a:pt x="3348091" y="1256518"/>
                  </a:lnTo>
                  <a:lnTo>
                    <a:pt x="3348200" y="1256518"/>
                  </a:lnTo>
                  <a:lnTo>
                    <a:pt x="3348308" y="1256518"/>
                  </a:lnTo>
                  <a:lnTo>
                    <a:pt x="3348417" y="1256518"/>
                  </a:lnTo>
                  <a:lnTo>
                    <a:pt x="3348525" y="1256518"/>
                  </a:lnTo>
                  <a:lnTo>
                    <a:pt x="3348634" y="1256518"/>
                  </a:lnTo>
                  <a:lnTo>
                    <a:pt x="3348742" y="1256518"/>
                  </a:lnTo>
                  <a:lnTo>
                    <a:pt x="3348850" y="1256518"/>
                  </a:lnTo>
                  <a:lnTo>
                    <a:pt x="3348959" y="1256518"/>
                  </a:lnTo>
                  <a:lnTo>
                    <a:pt x="3349067" y="1256518"/>
                  </a:lnTo>
                  <a:lnTo>
                    <a:pt x="3349176" y="1256518"/>
                  </a:lnTo>
                  <a:lnTo>
                    <a:pt x="3349284" y="1256518"/>
                  </a:lnTo>
                  <a:lnTo>
                    <a:pt x="3349393" y="1256518"/>
                  </a:lnTo>
                  <a:lnTo>
                    <a:pt x="3349501" y="1256518"/>
                  </a:lnTo>
                  <a:lnTo>
                    <a:pt x="3349610" y="1256518"/>
                  </a:lnTo>
                  <a:lnTo>
                    <a:pt x="3349610" y="1255894"/>
                  </a:lnTo>
                  <a:lnTo>
                    <a:pt x="3349610" y="1255271"/>
                  </a:lnTo>
                  <a:lnTo>
                    <a:pt x="3349610" y="1254647"/>
                  </a:lnTo>
                  <a:lnTo>
                    <a:pt x="3349718" y="1254647"/>
                  </a:lnTo>
                  <a:lnTo>
                    <a:pt x="3349826" y="1254647"/>
                  </a:lnTo>
                  <a:lnTo>
                    <a:pt x="3349935" y="1254647"/>
                  </a:lnTo>
                  <a:lnTo>
                    <a:pt x="3350043" y="1254647"/>
                  </a:lnTo>
                  <a:lnTo>
                    <a:pt x="3350152" y="1254647"/>
                  </a:lnTo>
                  <a:lnTo>
                    <a:pt x="3350260" y="1254647"/>
                  </a:lnTo>
                  <a:lnTo>
                    <a:pt x="3350369" y="1254647"/>
                  </a:lnTo>
                  <a:lnTo>
                    <a:pt x="3350477" y="1254647"/>
                  </a:lnTo>
                  <a:lnTo>
                    <a:pt x="3350586" y="1254647"/>
                  </a:lnTo>
                  <a:lnTo>
                    <a:pt x="3350694" y="1254647"/>
                  </a:lnTo>
                  <a:lnTo>
                    <a:pt x="3350802" y="1254647"/>
                  </a:lnTo>
                  <a:lnTo>
                    <a:pt x="3350911" y="1254647"/>
                  </a:lnTo>
                  <a:lnTo>
                    <a:pt x="3351019" y="1254647"/>
                  </a:lnTo>
                  <a:lnTo>
                    <a:pt x="3351128" y="1254647"/>
                  </a:lnTo>
                  <a:lnTo>
                    <a:pt x="3351236" y="1254647"/>
                  </a:lnTo>
                  <a:lnTo>
                    <a:pt x="3351345" y="1254647"/>
                  </a:lnTo>
                  <a:lnTo>
                    <a:pt x="3351453" y="1254647"/>
                  </a:lnTo>
                  <a:lnTo>
                    <a:pt x="3351562" y="1254647"/>
                  </a:lnTo>
                  <a:lnTo>
                    <a:pt x="3351670" y="1254647"/>
                  </a:lnTo>
                  <a:lnTo>
                    <a:pt x="3351778" y="1254647"/>
                  </a:lnTo>
                  <a:lnTo>
                    <a:pt x="3351887" y="1254647"/>
                  </a:lnTo>
                  <a:lnTo>
                    <a:pt x="3351995" y="1254647"/>
                  </a:lnTo>
                  <a:lnTo>
                    <a:pt x="3352104" y="1254647"/>
                  </a:lnTo>
                  <a:lnTo>
                    <a:pt x="3352212" y="1254647"/>
                  </a:lnTo>
                  <a:lnTo>
                    <a:pt x="3352321" y="1254647"/>
                  </a:lnTo>
                  <a:lnTo>
                    <a:pt x="3352429" y="1254647"/>
                  </a:lnTo>
                  <a:lnTo>
                    <a:pt x="3352429" y="1254024"/>
                  </a:lnTo>
                  <a:lnTo>
                    <a:pt x="3352538" y="1254024"/>
                  </a:lnTo>
                  <a:lnTo>
                    <a:pt x="3352646" y="1254024"/>
                  </a:lnTo>
                  <a:lnTo>
                    <a:pt x="3352754" y="1254024"/>
                  </a:lnTo>
                  <a:lnTo>
                    <a:pt x="3352863" y="1254024"/>
                  </a:lnTo>
                  <a:lnTo>
                    <a:pt x="3352971" y="1254024"/>
                  </a:lnTo>
                  <a:lnTo>
                    <a:pt x="3353080" y="1254024"/>
                  </a:lnTo>
                  <a:lnTo>
                    <a:pt x="3353188" y="1254024"/>
                  </a:lnTo>
                  <a:lnTo>
                    <a:pt x="3353297" y="1254024"/>
                  </a:lnTo>
                  <a:lnTo>
                    <a:pt x="3353297" y="1253400"/>
                  </a:lnTo>
                  <a:lnTo>
                    <a:pt x="3353297" y="1252776"/>
                  </a:lnTo>
                  <a:lnTo>
                    <a:pt x="3353405" y="1252776"/>
                  </a:lnTo>
                  <a:lnTo>
                    <a:pt x="3353514" y="1252776"/>
                  </a:lnTo>
                  <a:lnTo>
                    <a:pt x="3353622" y="1252776"/>
                  </a:lnTo>
                  <a:lnTo>
                    <a:pt x="3353731" y="1252776"/>
                  </a:lnTo>
                  <a:lnTo>
                    <a:pt x="3353731" y="1252153"/>
                  </a:lnTo>
                  <a:lnTo>
                    <a:pt x="3353839" y="1252153"/>
                  </a:lnTo>
                  <a:lnTo>
                    <a:pt x="3353947" y="1252153"/>
                  </a:lnTo>
                  <a:lnTo>
                    <a:pt x="3354056" y="1252153"/>
                  </a:lnTo>
                  <a:lnTo>
                    <a:pt x="3354164" y="1252153"/>
                  </a:lnTo>
                  <a:lnTo>
                    <a:pt x="3354273" y="1252153"/>
                  </a:lnTo>
                  <a:lnTo>
                    <a:pt x="3354381" y="1252153"/>
                  </a:lnTo>
                  <a:lnTo>
                    <a:pt x="3354381" y="1251529"/>
                  </a:lnTo>
                  <a:lnTo>
                    <a:pt x="3354381" y="1250906"/>
                  </a:lnTo>
                  <a:lnTo>
                    <a:pt x="3354490" y="1250906"/>
                  </a:lnTo>
                  <a:lnTo>
                    <a:pt x="3354598" y="1250906"/>
                  </a:lnTo>
                  <a:lnTo>
                    <a:pt x="3354598" y="1250282"/>
                  </a:lnTo>
                  <a:lnTo>
                    <a:pt x="3354707" y="1250282"/>
                  </a:lnTo>
                  <a:lnTo>
                    <a:pt x="3354815" y="1250282"/>
                  </a:lnTo>
                  <a:lnTo>
                    <a:pt x="3354815" y="1249658"/>
                  </a:lnTo>
                  <a:lnTo>
                    <a:pt x="3354923" y="1249658"/>
                  </a:lnTo>
                  <a:lnTo>
                    <a:pt x="3355032" y="1249658"/>
                  </a:lnTo>
                  <a:lnTo>
                    <a:pt x="3355032" y="1249035"/>
                  </a:lnTo>
                  <a:lnTo>
                    <a:pt x="3355140" y="1249035"/>
                  </a:lnTo>
                  <a:lnTo>
                    <a:pt x="3355249" y="1249035"/>
                  </a:lnTo>
                  <a:lnTo>
                    <a:pt x="3355357" y="1249035"/>
                  </a:lnTo>
                  <a:lnTo>
                    <a:pt x="3355466" y="1249035"/>
                  </a:lnTo>
                  <a:lnTo>
                    <a:pt x="3355466" y="1248411"/>
                  </a:lnTo>
                  <a:lnTo>
                    <a:pt x="3355574" y="1248411"/>
                  </a:lnTo>
                  <a:lnTo>
                    <a:pt x="3355683" y="1248411"/>
                  </a:lnTo>
                  <a:lnTo>
                    <a:pt x="3355791" y="1248411"/>
                  </a:lnTo>
                  <a:lnTo>
                    <a:pt x="3355899" y="1248411"/>
                  </a:lnTo>
                  <a:lnTo>
                    <a:pt x="3356008" y="1248411"/>
                  </a:lnTo>
                  <a:lnTo>
                    <a:pt x="3356116" y="1248411"/>
                  </a:lnTo>
                  <a:lnTo>
                    <a:pt x="3356225" y="1248411"/>
                  </a:lnTo>
                  <a:lnTo>
                    <a:pt x="3356333" y="1248411"/>
                  </a:lnTo>
                  <a:lnTo>
                    <a:pt x="3356442" y="1248411"/>
                  </a:lnTo>
                  <a:lnTo>
                    <a:pt x="3356550" y="1248411"/>
                  </a:lnTo>
                  <a:lnTo>
                    <a:pt x="3356659" y="1248411"/>
                  </a:lnTo>
                  <a:lnTo>
                    <a:pt x="3356767" y="1248411"/>
                  </a:lnTo>
                  <a:lnTo>
                    <a:pt x="3356875" y="1248411"/>
                  </a:lnTo>
                  <a:lnTo>
                    <a:pt x="3356984" y="1248411"/>
                  </a:lnTo>
                  <a:lnTo>
                    <a:pt x="3357092" y="1248411"/>
                  </a:lnTo>
                  <a:lnTo>
                    <a:pt x="3357201" y="1248411"/>
                  </a:lnTo>
                  <a:lnTo>
                    <a:pt x="3357309" y="1248411"/>
                  </a:lnTo>
                  <a:lnTo>
                    <a:pt x="3357418" y="1248411"/>
                  </a:lnTo>
                  <a:lnTo>
                    <a:pt x="3357526" y="1248411"/>
                  </a:lnTo>
                  <a:lnTo>
                    <a:pt x="3357635" y="1248411"/>
                  </a:lnTo>
                  <a:lnTo>
                    <a:pt x="3357743" y="1248411"/>
                  </a:lnTo>
                  <a:lnTo>
                    <a:pt x="3357852" y="1248411"/>
                  </a:lnTo>
                  <a:lnTo>
                    <a:pt x="3357960" y="1248411"/>
                  </a:lnTo>
                  <a:lnTo>
                    <a:pt x="3358068" y="1248411"/>
                  </a:lnTo>
                  <a:lnTo>
                    <a:pt x="3358177" y="1248411"/>
                  </a:lnTo>
                  <a:lnTo>
                    <a:pt x="3358177" y="1247788"/>
                  </a:lnTo>
                  <a:lnTo>
                    <a:pt x="3358177" y="1247164"/>
                  </a:lnTo>
                  <a:lnTo>
                    <a:pt x="3358285" y="1247164"/>
                  </a:lnTo>
                  <a:lnTo>
                    <a:pt x="3358394" y="1247164"/>
                  </a:lnTo>
                  <a:lnTo>
                    <a:pt x="3358502" y="1247164"/>
                  </a:lnTo>
                  <a:lnTo>
                    <a:pt x="3358611" y="1247164"/>
                  </a:lnTo>
                  <a:lnTo>
                    <a:pt x="3358719" y="1247164"/>
                  </a:lnTo>
                  <a:lnTo>
                    <a:pt x="3358828" y="1247164"/>
                  </a:lnTo>
                  <a:lnTo>
                    <a:pt x="3358936" y="1247164"/>
                  </a:lnTo>
                  <a:lnTo>
                    <a:pt x="3358936" y="1246541"/>
                  </a:lnTo>
                  <a:lnTo>
                    <a:pt x="3359044" y="1246541"/>
                  </a:lnTo>
                  <a:lnTo>
                    <a:pt x="3359153" y="1246541"/>
                  </a:lnTo>
                  <a:lnTo>
                    <a:pt x="3359261" y="1246541"/>
                  </a:lnTo>
                  <a:lnTo>
                    <a:pt x="3359370" y="1246541"/>
                  </a:lnTo>
                  <a:lnTo>
                    <a:pt x="3359478" y="1246541"/>
                  </a:lnTo>
                  <a:lnTo>
                    <a:pt x="3359587" y="1246541"/>
                  </a:lnTo>
                  <a:lnTo>
                    <a:pt x="3359695" y="1246541"/>
                  </a:lnTo>
                  <a:lnTo>
                    <a:pt x="3359695" y="1245917"/>
                  </a:lnTo>
                  <a:lnTo>
                    <a:pt x="3359804" y="1245917"/>
                  </a:lnTo>
                  <a:lnTo>
                    <a:pt x="3359912" y="1245917"/>
                  </a:lnTo>
                  <a:lnTo>
                    <a:pt x="3360020" y="1245917"/>
                  </a:lnTo>
                  <a:lnTo>
                    <a:pt x="3360129" y="1245917"/>
                  </a:lnTo>
                  <a:lnTo>
                    <a:pt x="3360129" y="1245293"/>
                  </a:lnTo>
                  <a:lnTo>
                    <a:pt x="3360129" y="1244670"/>
                  </a:lnTo>
                  <a:lnTo>
                    <a:pt x="3360237" y="1244670"/>
                  </a:lnTo>
                  <a:lnTo>
                    <a:pt x="3360237" y="1244046"/>
                  </a:lnTo>
                  <a:lnTo>
                    <a:pt x="3360346" y="1244046"/>
                  </a:lnTo>
                  <a:lnTo>
                    <a:pt x="3360454" y="1244046"/>
                  </a:lnTo>
                  <a:lnTo>
                    <a:pt x="3360454" y="1243423"/>
                  </a:lnTo>
                  <a:lnTo>
                    <a:pt x="3360563" y="1243423"/>
                  </a:lnTo>
                  <a:lnTo>
                    <a:pt x="3360671" y="1243423"/>
                  </a:lnTo>
                  <a:lnTo>
                    <a:pt x="3360780" y="1243423"/>
                  </a:lnTo>
                  <a:lnTo>
                    <a:pt x="3360888" y="1243423"/>
                  </a:lnTo>
                  <a:lnTo>
                    <a:pt x="3360996" y="1243423"/>
                  </a:lnTo>
                  <a:lnTo>
                    <a:pt x="3361105" y="1243423"/>
                  </a:lnTo>
                  <a:lnTo>
                    <a:pt x="3361213" y="1243423"/>
                  </a:lnTo>
                  <a:lnTo>
                    <a:pt x="3361322" y="1243423"/>
                  </a:lnTo>
                  <a:lnTo>
                    <a:pt x="3361430" y="1243423"/>
                  </a:lnTo>
                  <a:lnTo>
                    <a:pt x="3361430" y="1242799"/>
                  </a:lnTo>
                  <a:lnTo>
                    <a:pt x="3361539" y="1242799"/>
                  </a:lnTo>
                  <a:lnTo>
                    <a:pt x="3361647" y="1242799"/>
                  </a:lnTo>
                  <a:lnTo>
                    <a:pt x="3361756" y="1242799"/>
                  </a:lnTo>
                  <a:lnTo>
                    <a:pt x="3361864" y="1242799"/>
                  </a:lnTo>
                  <a:lnTo>
                    <a:pt x="3361973" y="1242799"/>
                  </a:lnTo>
                  <a:lnTo>
                    <a:pt x="3362081" y="1242799"/>
                  </a:lnTo>
                  <a:lnTo>
                    <a:pt x="3362189" y="1242799"/>
                  </a:lnTo>
                  <a:lnTo>
                    <a:pt x="3362189" y="1242175"/>
                  </a:lnTo>
                  <a:lnTo>
                    <a:pt x="3362298" y="1242175"/>
                  </a:lnTo>
                  <a:lnTo>
                    <a:pt x="3362406" y="1242175"/>
                  </a:lnTo>
                  <a:lnTo>
                    <a:pt x="3362406" y="1241552"/>
                  </a:lnTo>
                  <a:lnTo>
                    <a:pt x="3362515" y="1241552"/>
                  </a:lnTo>
                  <a:lnTo>
                    <a:pt x="3362515" y="1240928"/>
                  </a:lnTo>
                  <a:lnTo>
                    <a:pt x="3362623" y="1240928"/>
                  </a:lnTo>
                  <a:lnTo>
                    <a:pt x="3362732" y="1240928"/>
                  </a:lnTo>
                  <a:lnTo>
                    <a:pt x="3362840" y="1240928"/>
                  </a:lnTo>
                  <a:lnTo>
                    <a:pt x="3362949" y="1240928"/>
                  </a:lnTo>
                  <a:lnTo>
                    <a:pt x="3363057" y="1240928"/>
                  </a:lnTo>
                  <a:lnTo>
                    <a:pt x="3363165" y="1240928"/>
                  </a:lnTo>
                  <a:lnTo>
                    <a:pt x="3363274" y="1240928"/>
                  </a:lnTo>
                  <a:lnTo>
                    <a:pt x="3363382" y="1240928"/>
                  </a:lnTo>
                  <a:lnTo>
                    <a:pt x="3363491" y="1240928"/>
                  </a:lnTo>
                  <a:lnTo>
                    <a:pt x="3363599" y="1240928"/>
                  </a:lnTo>
                  <a:lnTo>
                    <a:pt x="3363599" y="1240305"/>
                  </a:lnTo>
                  <a:lnTo>
                    <a:pt x="3363708" y="1240305"/>
                  </a:lnTo>
                  <a:lnTo>
                    <a:pt x="3363816" y="1240305"/>
                  </a:lnTo>
                  <a:lnTo>
                    <a:pt x="3363925" y="1240305"/>
                  </a:lnTo>
                  <a:lnTo>
                    <a:pt x="3364033" y="1240305"/>
                  </a:lnTo>
                  <a:lnTo>
                    <a:pt x="3364141" y="1240305"/>
                  </a:lnTo>
                  <a:lnTo>
                    <a:pt x="3364250" y="1240305"/>
                  </a:lnTo>
                  <a:lnTo>
                    <a:pt x="3364358" y="1240305"/>
                  </a:lnTo>
                  <a:lnTo>
                    <a:pt x="3364467" y="1240305"/>
                  </a:lnTo>
                  <a:lnTo>
                    <a:pt x="3364575" y="1240305"/>
                  </a:lnTo>
                  <a:lnTo>
                    <a:pt x="3364575" y="1239681"/>
                  </a:lnTo>
                  <a:lnTo>
                    <a:pt x="3364684" y="1239681"/>
                  </a:lnTo>
                  <a:lnTo>
                    <a:pt x="3364792" y="1239681"/>
                  </a:lnTo>
                  <a:lnTo>
                    <a:pt x="3364901" y="1239681"/>
                  </a:lnTo>
                  <a:lnTo>
                    <a:pt x="3365009" y="1239681"/>
                  </a:lnTo>
                  <a:lnTo>
                    <a:pt x="3365117" y="1239681"/>
                  </a:lnTo>
                  <a:lnTo>
                    <a:pt x="3365226" y="1239681"/>
                  </a:lnTo>
                  <a:lnTo>
                    <a:pt x="3365334" y="1239681"/>
                  </a:lnTo>
                  <a:lnTo>
                    <a:pt x="3365443" y="1239681"/>
                  </a:lnTo>
                  <a:lnTo>
                    <a:pt x="3365551" y="1239681"/>
                  </a:lnTo>
                  <a:lnTo>
                    <a:pt x="3365551" y="1239058"/>
                  </a:lnTo>
                  <a:lnTo>
                    <a:pt x="3365660" y="1239058"/>
                  </a:lnTo>
                  <a:lnTo>
                    <a:pt x="3365768" y="1239058"/>
                  </a:lnTo>
                  <a:lnTo>
                    <a:pt x="3365768" y="1238434"/>
                  </a:lnTo>
                  <a:lnTo>
                    <a:pt x="3365877" y="1238434"/>
                  </a:lnTo>
                  <a:lnTo>
                    <a:pt x="3365985" y="1238434"/>
                  </a:lnTo>
                  <a:lnTo>
                    <a:pt x="3366094" y="1238434"/>
                  </a:lnTo>
                  <a:lnTo>
                    <a:pt x="3366202" y="1238434"/>
                  </a:lnTo>
                  <a:lnTo>
                    <a:pt x="3366310" y="1238434"/>
                  </a:lnTo>
                  <a:lnTo>
                    <a:pt x="3366419" y="1238434"/>
                  </a:lnTo>
                  <a:lnTo>
                    <a:pt x="3366527" y="1238434"/>
                  </a:lnTo>
                  <a:lnTo>
                    <a:pt x="3366636" y="1238434"/>
                  </a:lnTo>
                  <a:lnTo>
                    <a:pt x="3366744" y="1238434"/>
                  </a:lnTo>
                  <a:lnTo>
                    <a:pt x="3366853" y="1238434"/>
                  </a:lnTo>
                  <a:lnTo>
                    <a:pt x="3366961" y="1238434"/>
                  </a:lnTo>
                  <a:lnTo>
                    <a:pt x="3366961" y="1237810"/>
                  </a:lnTo>
                  <a:lnTo>
                    <a:pt x="3367070" y="1237810"/>
                  </a:lnTo>
                  <a:lnTo>
                    <a:pt x="3367178" y="1237810"/>
                  </a:lnTo>
                  <a:lnTo>
                    <a:pt x="3367286" y="1237810"/>
                  </a:lnTo>
                  <a:lnTo>
                    <a:pt x="3367395" y="1237810"/>
                  </a:lnTo>
                  <a:lnTo>
                    <a:pt x="3367395" y="1237187"/>
                  </a:lnTo>
                  <a:lnTo>
                    <a:pt x="3367503" y="1237187"/>
                  </a:lnTo>
                  <a:lnTo>
                    <a:pt x="3367612" y="1237187"/>
                  </a:lnTo>
                  <a:lnTo>
                    <a:pt x="3367612" y="1236563"/>
                  </a:lnTo>
                  <a:lnTo>
                    <a:pt x="3367720" y="1236563"/>
                  </a:lnTo>
                  <a:lnTo>
                    <a:pt x="3367829" y="1236563"/>
                  </a:lnTo>
                  <a:lnTo>
                    <a:pt x="3367937" y="1236563"/>
                  </a:lnTo>
                  <a:lnTo>
                    <a:pt x="3368046" y="1236563"/>
                  </a:lnTo>
                  <a:lnTo>
                    <a:pt x="3368046" y="1235940"/>
                  </a:lnTo>
                  <a:lnTo>
                    <a:pt x="3368046" y="1235316"/>
                  </a:lnTo>
                  <a:lnTo>
                    <a:pt x="3368154" y="1235316"/>
                  </a:lnTo>
                  <a:lnTo>
                    <a:pt x="3368262" y="1235316"/>
                  </a:lnTo>
                  <a:lnTo>
                    <a:pt x="3368371" y="1235316"/>
                  </a:lnTo>
                  <a:lnTo>
                    <a:pt x="3368479" y="1235316"/>
                  </a:lnTo>
                  <a:lnTo>
                    <a:pt x="3368588" y="1235316"/>
                  </a:lnTo>
                  <a:lnTo>
                    <a:pt x="3368696" y="1235316"/>
                  </a:lnTo>
                  <a:lnTo>
                    <a:pt x="3368805" y="1235316"/>
                  </a:lnTo>
                  <a:lnTo>
                    <a:pt x="3368913" y="1235316"/>
                  </a:lnTo>
                  <a:lnTo>
                    <a:pt x="3369022" y="1235316"/>
                  </a:lnTo>
                  <a:lnTo>
                    <a:pt x="3369130" y="1235316"/>
                  </a:lnTo>
                  <a:lnTo>
                    <a:pt x="3369238" y="1235316"/>
                  </a:lnTo>
                  <a:lnTo>
                    <a:pt x="3369347" y="1235316"/>
                  </a:lnTo>
                  <a:lnTo>
                    <a:pt x="3369455" y="1235316"/>
                  </a:lnTo>
                  <a:lnTo>
                    <a:pt x="3369455" y="1234692"/>
                  </a:lnTo>
                  <a:lnTo>
                    <a:pt x="3369564" y="1234692"/>
                  </a:lnTo>
                  <a:lnTo>
                    <a:pt x="3369672" y="1234692"/>
                  </a:lnTo>
                  <a:lnTo>
                    <a:pt x="3369781" y="1234692"/>
                  </a:lnTo>
                  <a:lnTo>
                    <a:pt x="3369889" y="1234692"/>
                  </a:lnTo>
                  <a:lnTo>
                    <a:pt x="3369998" y="1234692"/>
                  </a:lnTo>
                  <a:lnTo>
                    <a:pt x="3370106" y="1234692"/>
                  </a:lnTo>
                  <a:lnTo>
                    <a:pt x="3370215" y="1234692"/>
                  </a:lnTo>
                  <a:lnTo>
                    <a:pt x="3370323" y="1234692"/>
                  </a:lnTo>
                  <a:lnTo>
                    <a:pt x="3370431" y="1234692"/>
                  </a:lnTo>
                  <a:lnTo>
                    <a:pt x="3370540" y="1234692"/>
                  </a:lnTo>
                  <a:lnTo>
                    <a:pt x="3370648" y="1234692"/>
                  </a:lnTo>
                  <a:lnTo>
                    <a:pt x="3370757" y="1234692"/>
                  </a:lnTo>
                  <a:lnTo>
                    <a:pt x="3370865" y="1234692"/>
                  </a:lnTo>
                  <a:lnTo>
                    <a:pt x="3370974" y="1234692"/>
                  </a:lnTo>
                  <a:lnTo>
                    <a:pt x="3371082" y="1234692"/>
                  </a:lnTo>
                  <a:lnTo>
                    <a:pt x="3371191" y="1234692"/>
                  </a:lnTo>
                  <a:lnTo>
                    <a:pt x="3371299" y="1234692"/>
                  </a:lnTo>
                  <a:lnTo>
                    <a:pt x="3371407" y="1234692"/>
                  </a:lnTo>
                  <a:lnTo>
                    <a:pt x="3371407" y="1234069"/>
                  </a:lnTo>
                  <a:lnTo>
                    <a:pt x="3371516" y="1234069"/>
                  </a:lnTo>
                  <a:lnTo>
                    <a:pt x="3371624" y="1234069"/>
                  </a:lnTo>
                  <a:lnTo>
                    <a:pt x="3371733" y="1234069"/>
                  </a:lnTo>
                  <a:lnTo>
                    <a:pt x="3371841" y="1234069"/>
                  </a:lnTo>
                  <a:lnTo>
                    <a:pt x="3371950" y="1234069"/>
                  </a:lnTo>
                  <a:lnTo>
                    <a:pt x="3372058" y="1234069"/>
                  </a:lnTo>
                  <a:lnTo>
                    <a:pt x="3372058" y="1233445"/>
                  </a:lnTo>
                  <a:lnTo>
                    <a:pt x="3372058" y="1232822"/>
                  </a:lnTo>
                  <a:lnTo>
                    <a:pt x="3372167" y="1232822"/>
                  </a:lnTo>
                  <a:lnTo>
                    <a:pt x="3372275" y="1232822"/>
                  </a:lnTo>
                  <a:lnTo>
                    <a:pt x="3372383" y="1232822"/>
                  </a:lnTo>
                  <a:lnTo>
                    <a:pt x="3372492" y="1232822"/>
                  </a:lnTo>
                  <a:lnTo>
                    <a:pt x="3372600" y="1232822"/>
                  </a:lnTo>
                  <a:lnTo>
                    <a:pt x="3372709" y="1232822"/>
                  </a:lnTo>
                  <a:lnTo>
                    <a:pt x="3372817" y="1232822"/>
                  </a:lnTo>
                  <a:lnTo>
                    <a:pt x="3372926" y="1232822"/>
                  </a:lnTo>
                  <a:lnTo>
                    <a:pt x="3373034" y="1232822"/>
                  </a:lnTo>
                  <a:lnTo>
                    <a:pt x="3373143" y="1232822"/>
                  </a:lnTo>
                  <a:lnTo>
                    <a:pt x="3373143" y="1232198"/>
                  </a:lnTo>
                  <a:lnTo>
                    <a:pt x="3373251" y="1232198"/>
                  </a:lnTo>
                  <a:lnTo>
                    <a:pt x="3373359" y="1232198"/>
                  </a:lnTo>
                  <a:lnTo>
                    <a:pt x="3373468" y="1232198"/>
                  </a:lnTo>
                  <a:lnTo>
                    <a:pt x="3373576" y="1232198"/>
                  </a:lnTo>
                  <a:lnTo>
                    <a:pt x="3373576" y="1231575"/>
                  </a:lnTo>
                  <a:lnTo>
                    <a:pt x="3373685" y="1231575"/>
                  </a:lnTo>
                  <a:lnTo>
                    <a:pt x="3373793" y="1231575"/>
                  </a:lnTo>
                  <a:lnTo>
                    <a:pt x="3373902" y="1231575"/>
                  </a:lnTo>
                  <a:lnTo>
                    <a:pt x="3374010" y="1231575"/>
                  </a:lnTo>
                  <a:lnTo>
                    <a:pt x="3374119" y="1231575"/>
                  </a:lnTo>
                  <a:lnTo>
                    <a:pt x="3374227" y="1231575"/>
                  </a:lnTo>
                  <a:lnTo>
                    <a:pt x="3374335" y="1231575"/>
                  </a:lnTo>
                  <a:lnTo>
                    <a:pt x="3374444" y="1231575"/>
                  </a:lnTo>
                  <a:lnTo>
                    <a:pt x="3374552" y="1231575"/>
                  </a:lnTo>
                  <a:lnTo>
                    <a:pt x="3374661" y="1231575"/>
                  </a:lnTo>
                  <a:lnTo>
                    <a:pt x="3374769" y="1231575"/>
                  </a:lnTo>
                  <a:lnTo>
                    <a:pt x="3374769" y="1230951"/>
                  </a:lnTo>
                  <a:lnTo>
                    <a:pt x="3374878" y="1230951"/>
                  </a:lnTo>
                  <a:lnTo>
                    <a:pt x="3374986" y="1230951"/>
                  </a:lnTo>
                  <a:lnTo>
                    <a:pt x="3375095" y="1230951"/>
                  </a:lnTo>
                  <a:lnTo>
                    <a:pt x="3375203" y="1230951"/>
                  </a:lnTo>
                  <a:lnTo>
                    <a:pt x="3375312" y="1230951"/>
                  </a:lnTo>
                  <a:lnTo>
                    <a:pt x="3375420" y="1230951"/>
                  </a:lnTo>
                  <a:lnTo>
                    <a:pt x="3375528" y="1230951"/>
                  </a:lnTo>
                  <a:lnTo>
                    <a:pt x="3375637" y="1230951"/>
                  </a:lnTo>
                  <a:lnTo>
                    <a:pt x="3375745" y="1230951"/>
                  </a:lnTo>
                  <a:lnTo>
                    <a:pt x="3375854" y="1230951"/>
                  </a:lnTo>
                  <a:lnTo>
                    <a:pt x="3375962" y="1230951"/>
                  </a:lnTo>
                  <a:lnTo>
                    <a:pt x="3376071" y="1230951"/>
                  </a:lnTo>
                  <a:lnTo>
                    <a:pt x="3376179" y="1230951"/>
                  </a:lnTo>
                  <a:lnTo>
                    <a:pt x="3376288" y="1230951"/>
                  </a:lnTo>
                  <a:lnTo>
                    <a:pt x="3376396" y="1230951"/>
                  </a:lnTo>
                  <a:lnTo>
                    <a:pt x="3376504" y="1230951"/>
                  </a:lnTo>
                  <a:lnTo>
                    <a:pt x="3376504" y="1230327"/>
                  </a:lnTo>
                  <a:lnTo>
                    <a:pt x="3376613" y="1230327"/>
                  </a:lnTo>
                  <a:lnTo>
                    <a:pt x="3376721" y="1230327"/>
                  </a:lnTo>
                  <a:lnTo>
                    <a:pt x="3376830" y="1230327"/>
                  </a:lnTo>
                  <a:lnTo>
                    <a:pt x="3376938" y="1230327"/>
                  </a:lnTo>
                  <a:lnTo>
                    <a:pt x="3376938" y="1229704"/>
                  </a:lnTo>
                  <a:lnTo>
                    <a:pt x="3376938" y="1229080"/>
                  </a:lnTo>
                  <a:lnTo>
                    <a:pt x="3376938" y="1228457"/>
                  </a:lnTo>
                  <a:lnTo>
                    <a:pt x="3377047" y="1228457"/>
                  </a:lnTo>
                  <a:lnTo>
                    <a:pt x="3377155" y="1228457"/>
                  </a:lnTo>
                  <a:lnTo>
                    <a:pt x="3377264" y="1228457"/>
                  </a:lnTo>
                  <a:lnTo>
                    <a:pt x="3377372" y="1228457"/>
                  </a:lnTo>
                  <a:lnTo>
                    <a:pt x="3377480" y="1228457"/>
                  </a:lnTo>
                  <a:lnTo>
                    <a:pt x="3377589" y="1228457"/>
                  </a:lnTo>
                  <a:lnTo>
                    <a:pt x="3377697" y="1228457"/>
                  </a:lnTo>
                  <a:lnTo>
                    <a:pt x="3377806" y="1228457"/>
                  </a:lnTo>
                  <a:lnTo>
                    <a:pt x="3377914" y="1228457"/>
                  </a:lnTo>
                  <a:lnTo>
                    <a:pt x="3378023" y="1228457"/>
                  </a:lnTo>
                  <a:lnTo>
                    <a:pt x="3378131" y="1228457"/>
                  </a:lnTo>
                  <a:lnTo>
                    <a:pt x="3378240" y="1228457"/>
                  </a:lnTo>
                  <a:lnTo>
                    <a:pt x="3378348" y="1228457"/>
                  </a:lnTo>
                  <a:lnTo>
                    <a:pt x="3378456" y="1228457"/>
                  </a:lnTo>
                  <a:lnTo>
                    <a:pt x="3378565" y="1228457"/>
                  </a:lnTo>
                  <a:lnTo>
                    <a:pt x="3378673" y="1228457"/>
                  </a:lnTo>
                  <a:lnTo>
                    <a:pt x="3378782" y="1228457"/>
                  </a:lnTo>
                  <a:lnTo>
                    <a:pt x="3378890" y="1228457"/>
                  </a:lnTo>
                  <a:lnTo>
                    <a:pt x="3378999" y="1228457"/>
                  </a:lnTo>
                  <a:lnTo>
                    <a:pt x="3379107" y="1228457"/>
                  </a:lnTo>
                  <a:lnTo>
                    <a:pt x="3379216" y="1228457"/>
                  </a:lnTo>
                  <a:lnTo>
                    <a:pt x="3379324" y="1228457"/>
                  </a:lnTo>
                  <a:lnTo>
                    <a:pt x="3379433" y="1228457"/>
                  </a:lnTo>
                  <a:lnTo>
                    <a:pt x="3379541" y="1228457"/>
                  </a:lnTo>
                  <a:lnTo>
                    <a:pt x="3379649" y="1228457"/>
                  </a:lnTo>
                  <a:lnTo>
                    <a:pt x="3379649" y="1227833"/>
                  </a:lnTo>
                  <a:lnTo>
                    <a:pt x="3379758" y="1227833"/>
                  </a:lnTo>
                  <a:lnTo>
                    <a:pt x="3379866" y="1227833"/>
                  </a:lnTo>
                  <a:lnTo>
                    <a:pt x="3379975" y="1227833"/>
                  </a:lnTo>
                  <a:lnTo>
                    <a:pt x="3380083" y="1227833"/>
                  </a:lnTo>
                  <a:lnTo>
                    <a:pt x="3380083" y="1227210"/>
                  </a:lnTo>
                  <a:lnTo>
                    <a:pt x="3380192" y="1227210"/>
                  </a:lnTo>
                  <a:lnTo>
                    <a:pt x="3380300" y="1227210"/>
                  </a:lnTo>
                  <a:lnTo>
                    <a:pt x="3380409" y="1227210"/>
                  </a:lnTo>
                  <a:lnTo>
                    <a:pt x="3380517" y="1227210"/>
                  </a:lnTo>
                  <a:lnTo>
                    <a:pt x="3380625" y="1227210"/>
                  </a:lnTo>
                  <a:lnTo>
                    <a:pt x="3380734" y="1227210"/>
                  </a:lnTo>
                  <a:lnTo>
                    <a:pt x="3380842" y="1227210"/>
                  </a:lnTo>
                  <a:lnTo>
                    <a:pt x="3380842" y="1226586"/>
                  </a:lnTo>
                  <a:lnTo>
                    <a:pt x="3380842" y="1225962"/>
                  </a:lnTo>
                  <a:lnTo>
                    <a:pt x="3380951" y="1225962"/>
                  </a:lnTo>
                  <a:lnTo>
                    <a:pt x="3381059" y="1225962"/>
                  </a:lnTo>
                  <a:lnTo>
                    <a:pt x="3381168" y="1225962"/>
                  </a:lnTo>
                  <a:lnTo>
                    <a:pt x="3381276" y="1225962"/>
                  </a:lnTo>
                  <a:lnTo>
                    <a:pt x="3381385" y="1225962"/>
                  </a:lnTo>
                  <a:lnTo>
                    <a:pt x="3381493" y="1225962"/>
                  </a:lnTo>
                  <a:lnTo>
                    <a:pt x="3381601" y="1225962"/>
                  </a:lnTo>
                  <a:lnTo>
                    <a:pt x="3381710" y="1225962"/>
                  </a:lnTo>
                  <a:lnTo>
                    <a:pt x="3381818" y="1225962"/>
                  </a:lnTo>
                  <a:lnTo>
                    <a:pt x="3381927" y="1225962"/>
                  </a:lnTo>
                  <a:lnTo>
                    <a:pt x="3382035" y="1225962"/>
                  </a:lnTo>
                  <a:lnTo>
                    <a:pt x="3382144" y="1225962"/>
                  </a:lnTo>
                  <a:lnTo>
                    <a:pt x="3382252" y="1225962"/>
                  </a:lnTo>
                  <a:lnTo>
                    <a:pt x="3382361" y="1225962"/>
                  </a:lnTo>
                  <a:lnTo>
                    <a:pt x="3382469" y="1225962"/>
                  </a:lnTo>
                  <a:lnTo>
                    <a:pt x="3382577" y="1225962"/>
                  </a:lnTo>
                  <a:lnTo>
                    <a:pt x="3382686" y="1225962"/>
                  </a:lnTo>
                  <a:lnTo>
                    <a:pt x="3382794" y="1225962"/>
                  </a:lnTo>
                  <a:lnTo>
                    <a:pt x="3382903" y="1225962"/>
                  </a:lnTo>
                  <a:lnTo>
                    <a:pt x="3383011" y="1225962"/>
                  </a:lnTo>
                  <a:lnTo>
                    <a:pt x="3383120" y="1225962"/>
                  </a:lnTo>
                  <a:lnTo>
                    <a:pt x="3383228" y="1225962"/>
                  </a:lnTo>
                  <a:lnTo>
                    <a:pt x="3383337" y="1225962"/>
                  </a:lnTo>
                  <a:lnTo>
                    <a:pt x="3383337" y="1225339"/>
                  </a:lnTo>
                  <a:lnTo>
                    <a:pt x="3383445" y="1225339"/>
                  </a:lnTo>
                  <a:lnTo>
                    <a:pt x="3383554" y="1225339"/>
                  </a:lnTo>
                  <a:lnTo>
                    <a:pt x="3383662" y="1225339"/>
                  </a:lnTo>
                  <a:lnTo>
                    <a:pt x="3383662" y="1224715"/>
                  </a:lnTo>
                  <a:lnTo>
                    <a:pt x="3383770" y="1224715"/>
                  </a:lnTo>
                  <a:lnTo>
                    <a:pt x="3383879" y="1224715"/>
                  </a:lnTo>
                  <a:lnTo>
                    <a:pt x="3383987" y="1224715"/>
                  </a:lnTo>
                  <a:lnTo>
                    <a:pt x="3384096" y="1224715"/>
                  </a:lnTo>
                  <a:lnTo>
                    <a:pt x="3384204" y="1224715"/>
                  </a:lnTo>
                  <a:lnTo>
                    <a:pt x="3384313" y="1224715"/>
                  </a:lnTo>
                  <a:lnTo>
                    <a:pt x="3384421" y="1224715"/>
                  </a:lnTo>
                  <a:lnTo>
                    <a:pt x="3384530" y="1224715"/>
                  </a:lnTo>
                  <a:lnTo>
                    <a:pt x="3384638" y="1224715"/>
                  </a:lnTo>
                  <a:lnTo>
                    <a:pt x="3384746" y="1224715"/>
                  </a:lnTo>
                  <a:lnTo>
                    <a:pt x="3384746" y="1224092"/>
                  </a:lnTo>
                  <a:lnTo>
                    <a:pt x="3384855" y="1224092"/>
                  </a:lnTo>
                  <a:lnTo>
                    <a:pt x="3384855" y="1223468"/>
                  </a:lnTo>
                  <a:lnTo>
                    <a:pt x="3384963" y="1223468"/>
                  </a:lnTo>
                  <a:lnTo>
                    <a:pt x="3384963" y="1222844"/>
                  </a:lnTo>
                  <a:lnTo>
                    <a:pt x="3385072" y="1222844"/>
                  </a:lnTo>
                  <a:lnTo>
                    <a:pt x="3385180" y="1222844"/>
                  </a:lnTo>
                  <a:lnTo>
                    <a:pt x="3385289" y="1222844"/>
                  </a:lnTo>
                  <a:lnTo>
                    <a:pt x="3385397" y="1222844"/>
                  </a:lnTo>
                  <a:lnTo>
                    <a:pt x="3385506" y="1222844"/>
                  </a:lnTo>
                  <a:lnTo>
                    <a:pt x="3385614" y="1222844"/>
                  </a:lnTo>
                  <a:lnTo>
                    <a:pt x="3385722" y="1222844"/>
                  </a:lnTo>
                  <a:lnTo>
                    <a:pt x="3385831" y="1222844"/>
                  </a:lnTo>
                  <a:lnTo>
                    <a:pt x="3385939" y="1222844"/>
                  </a:lnTo>
                  <a:lnTo>
                    <a:pt x="3386048" y="1222844"/>
                  </a:lnTo>
                  <a:lnTo>
                    <a:pt x="3386156" y="1222844"/>
                  </a:lnTo>
                  <a:lnTo>
                    <a:pt x="3386265" y="1222844"/>
                  </a:lnTo>
                  <a:lnTo>
                    <a:pt x="3386373" y="1222844"/>
                  </a:lnTo>
                  <a:lnTo>
                    <a:pt x="3386482" y="1222844"/>
                  </a:lnTo>
                  <a:lnTo>
                    <a:pt x="3386590" y="1222844"/>
                  </a:lnTo>
                  <a:lnTo>
                    <a:pt x="3386590" y="1222221"/>
                  </a:lnTo>
                  <a:lnTo>
                    <a:pt x="3386698" y="1222221"/>
                  </a:lnTo>
                  <a:lnTo>
                    <a:pt x="3386807" y="1222221"/>
                  </a:lnTo>
                  <a:lnTo>
                    <a:pt x="3386915" y="1222221"/>
                  </a:lnTo>
                  <a:lnTo>
                    <a:pt x="3387024" y="1222221"/>
                  </a:lnTo>
                  <a:lnTo>
                    <a:pt x="3387132" y="1222221"/>
                  </a:lnTo>
                  <a:lnTo>
                    <a:pt x="3387241" y="1222221"/>
                  </a:lnTo>
                  <a:lnTo>
                    <a:pt x="3387349" y="1222221"/>
                  </a:lnTo>
                  <a:lnTo>
                    <a:pt x="3387458" y="1222221"/>
                  </a:lnTo>
                  <a:lnTo>
                    <a:pt x="3387566" y="1222221"/>
                  </a:lnTo>
                  <a:lnTo>
                    <a:pt x="3387675" y="1222221"/>
                  </a:lnTo>
                  <a:lnTo>
                    <a:pt x="3387783" y="1222221"/>
                  </a:lnTo>
                  <a:lnTo>
                    <a:pt x="3387891" y="1222221"/>
                  </a:lnTo>
                  <a:lnTo>
                    <a:pt x="3388000" y="1222221"/>
                  </a:lnTo>
                  <a:lnTo>
                    <a:pt x="3388108" y="1222221"/>
                  </a:lnTo>
                  <a:lnTo>
                    <a:pt x="3388217" y="1222221"/>
                  </a:lnTo>
                  <a:lnTo>
                    <a:pt x="3388325" y="1222221"/>
                  </a:lnTo>
                  <a:lnTo>
                    <a:pt x="3388434" y="1222221"/>
                  </a:lnTo>
                  <a:lnTo>
                    <a:pt x="3388542" y="1222221"/>
                  </a:lnTo>
                  <a:lnTo>
                    <a:pt x="3388651" y="1222221"/>
                  </a:lnTo>
                  <a:lnTo>
                    <a:pt x="3388651" y="1221597"/>
                  </a:lnTo>
                  <a:lnTo>
                    <a:pt x="3388759" y="1221597"/>
                  </a:lnTo>
                  <a:lnTo>
                    <a:pt x="3388867" y="1221597"/>
                  </a:lnTo>
                  <a:lnTo>
                    <a:pt x="3388976" y="1221597"/>
                  </a:lnTo>
                  <a:lnTo>
                    <a:pt x="3389084" y="1221597"/>
                  </a:lnTo>
                  <a:lnTo>
                    <a:pt x="3389193" y="1221597"/>
                  </a:lnTo>
                  <a:lnTo>
                    <a:pt x="3389301" y="1221597"/>
                  </a:lnTo>
                  <a:lnTo>
                    <a:pt x="3389410" y="1221597"/>
                  </a:lnTo>
                  <a:lnTo>
                    <a:pt x="3389518" y="1221597"/>
                  </a:lnTo>
                  <a:lnTo>
                    <a:pt x="3389627" y="1221597"/>
                  </a:lnTo>
                  <a:lnTo>
                    <a:pt x="3389735" y="1221597"/>
                  </a:lnTo>
                  <a:lnTo>
                    <a:pt x="3389735" y="1220974"/>
                  </a:lnTo>
                  <a:lnTo>
                    <a:pt x="3389843" y="1220974"/>
                  </a:lnTo>
                  <a:lnTo>
                    <a:pt x="3389952" y="1220974"/>
                  </a:lnTo>
                  <a:lnTo>
                    <a:pt x="3389952" y="1220350"/>
                  </a:lnTo>
                  <a:lnTo>
                    <a:pt x="3390060" y="1220350"/>
                  </a:lnTo>
                  <a:lnTo>
                    <a:pt x="3390169" y="1220350"/>
                  </a:lnTo>
                  <a:lnTo>
                    <a:pt x="3390277" y="1220350"/>
                  </a:lnTo>
                  <a:lnTo>
                    <a:pt x="3390277" y="1219727"/>
                  </a:lnTo>
                  <a:lnTo>
                    <a:pt x="3390386" y="1219727"/>
                  </a:lnTo>
                  <a:lnTo>
                    <a:pt x="3390494" y="1219727"/>
                  </a:lnTo>
                  <a:lnTo>
                    <a:pt x="3390603" y="1219727"/>
                  </a:lnTo>
                  <a:lnTo>
                    <a:pt x="3390711" y="1219727"/>
                  </a:lnTo>
                  <a:lnTo>
                    <a:pt x="3390819" y="1219727"/>
                  </a:lnTo>
                  <a:lnTo>
                    <a:pt x="3390928" y="1219727"/>
                  </a:lnTo>
                  <a:lnTo>
                    <a:pt x="3391036" y="1219727"/>
                  </a:lnTo>
                  <a:lnTo>
                    <a:pt x="3391036" y="1219103"/>
                  </a:lnTo>
                  <a:lnTo>
                    <a:pt x="3391145" y="1219103"/>
                  </a:lnTo>
                  <a:lnTo>
                    <a:pt x="3391253" y="1219103"/>
                  </a:lnTo>
                  <a:lnTo>
                    <a:pt x="3391362" y="1219103"/>
                  </a:lnTo>
                  <a:lnTo>
                    <a:pt x="3391470" y="1219103"/>
                  </a:lnTo>
                  <a:lnTo>
                    <a:pt x="3391579" y="1219103"/>
                  </a:lnTo>
                  <a:lnTo>
                    <a:pt x="3391687" y="1219103"/>
                  </a:lnTo>
                  <a:lnTo>
                    <a:pt x="3391796" y="1219103"/>
                  </a:lnTo>
                  <a:lnTo>
                    <a:pt x="3391904" y="1219103"/>
                  </a:lnTo>
                  <a:lnTo>
                    <a:pt x="3392012" y="1219103"/>
                  </a:lnTo>
                  <a:lnTo>
                    <a:pt x="3392121" y="1219103"/>
                  </a:lnTo>
                  <a:lnTo>
                    <a:pt x="3392229" y="1219103"/>
                  </a:lnTo>
                  <a:lnTo>
                    <a:pt x="3392338" y="1219103"/>
                  </a:lnTo>
                  <a:lnTo>
                    <a:pt x="3392446" y="1219103"/>
                  </a:lnTo>
                  <a:lnTo>
                    <a:pt x="3392555" y="1219103"/>
                  </a:lnTo>
                  <a:lnTo>
                    <a:pt x="3392663" y="1219103"/>
                  </a:lnTo>
                  <a:lnTo>
                    <a:pt x="3392772" y="1219103"/>
                  </a:lnTo>
                  <a:lnTo>
                    <a:pt x="3392772" y="1218479"/>
                  </a:lnTo>
                  <a:lnTo>
                    <a:pt x="3392772" y="1217856"/>
                  </a:lnTo>
                  <a:lnTo>
                    <a:pt x="3392880" y="1217856"/>
                  </a:lnTo>
                  <a:lnTo>
                    <a:pt x="3392988" y="1217856"/>
                  </a:lnTo>
                  <a:lnTo>
                    <a:pt x="3393097" y="1217856"/>
                  </a:lnTo>
                  <a:lnTo>
                    <a:pt x="3393205" y="1217856"/>
                  </a:lnTo>
                  <a:lnTo>
                    <a:pt x="3393314" y="1217856"/>
                  </a:lnTo>
                  <a:lnTo>
                    <a:pt x="3393422" y="1217856"/>
                  </a:lnTo>
                  <a:lnTo>
                    <a:pt x="3393531" y="1217856"/>
                  </a:lnTo>
                  <a:lnTo>
                    <a:pt x="3393639" y="1217856"/>
                  </a:lnTo>
                  <a:lnTo>
                    <a:pt x="3393748" y="1217856"/>
                  </a:lnTo>
                  <a:lnTo>
                    <a:pt x="3393856" y="1217856"/>
                  </a:lnTo>
                  <a:lnTo>
                    <a:pt x="3393964" y="1217856"/>
                  </a:lnTo>
                  <a:lnTo>
                    <a:pt x="3394073" y="1217856"/>
                  </a:lnTo>
                  <a:lnTo>
                    <a:pt x="3394181" y="1217856"/>
                  </a:lnTo>
                  <a:lnTo>
                    <a:pt x="3394290" y="1217856"/>
                  </a:lnTo>
                  <a:lnTo>
                    <a:pt x="3394398" y="1217856"/>
                  </a:lnTo>
                  <a:lnTo>
                    <a:pt x="3394507" y="1217856"/>
                  </a:lnTo>
                  <a:lnTo>
                    <a:pt x="3394615" y="1217856"/>
                  </a:lnTo>
                  <a:lnTo>
                    <a:pt x="3394724" y="1217856"/>
                  </a:lnTo>
                  <a:lnTo>
                    <a:pt x="3394832" y="1217856"/>
                  </a:lnTo>
                  <a:lnTo>
                    <a:pt x="3394940" y="1217856"/>
                  </a:lnTo>
                  <a:lnTo>
                    <a:pt x="3395049" y="1217856"/>
                  </a:lnTo>
                  <a:lnTo>
                    <a:pt x="3395157" y="1217856"/>
                  </a:lnTo>
                  <a:lnTo>
                    <a:pt x="3395266" y="1217856"/>
                  </a:lnTo>
                  <a:lnTo>
                    <a:pt x="3395374" y="1217856"/>
                  </a:lnTo>
                  <a:lnTo>
                    <a:pt x="3395483" y="1217856"/>
                  </a:lnTo>
                  <a:lnTo>
                    <a:pt x="3395591" y="1217856"/>
                  </a:lnTo>
                  <a:lnTo>
                    <a:pt x="3395700" y="1217856"/>
                  </a:lnTo>
                  <a:lnTo>
                    <a:pt x="3395700" y="1217232"/>
                  </a:lnTo>
                  <a:lnTo>
                    <a:pt x="3395808" y="1217232"/>
                  </a:lnTo>
                  <a:lnTo>
                    <a:pt x="3395917" y="1217232"/>
                  </a:lnTo>
                  <a:lnTo>
                    <a:pt x="3396025" y="1217232"/>
                  </a:lnTo>
                  <a:lnTo>
                    <a:pt x="3396133" y="1217232"/>
                  </a:lnTo>
                  <a:lnTo>
                    <a:pt x="3396242" y="1217232"/>
                  </a:lnTo>
                  <a:lnTo>
                    <a:pt x="3396350" y="1217232"/>
                  </a:lnTo>
                  <a:lnTo>
                    <a:pt x="3396459" y="1217232"/>
                  </a:lnTo>
                  <a:lnTo>
                    <a:pt x="3396567" y="1217232"/>
                  </a:lnTo>
                  <a:lnTo>
                    <a:pt x="3396676" y="1217232"/>
                  </a:lnTo>
                  <a:lnTo>
                    <a:pt x="3396784" y="1217232"/>
                  </a:lnTo>
                  <a:lnTo>
                    <a:pt x="3396893" y="1217232"/>
                  </a:lnTo>
                  <a:lnTo>
                    <a:pt x="3397001" y="1217232"/>
                  </a:lnTo>
                  <a:lnTo>
                    <a:pt x="3397109" y="1217232"/>
                  </a:lnTo>
                  <a:lnTo>
                    <a:pt x="3397218" y="1217232"/>
                  </a:lnTo>
                  <a:lnTo>
                    <a:pt x="3397326" y="1217232"/>
                  </a:lnTo>
                  <a:lnTo>
                    <a:pt x="3397435" y="1217232"/>
                  </a:lnTo>
                  <a:lnTo>
                    <a:pt x="3397543" y="1217232"/>
                  </a:lnTo>
                  <a:lnTo>
                    <a:pt x="3397652" y="1217232"/>
                  </a:lnTo>
                  <a:lnTo>
                    <a:pt x="3397760" y="1217232"/>
                  </a:lnTo>
                  <a:lnTo>
                    <a:pt x="3397869" y="1217232"/>
                  </a:lnTo>
                  <a:lnTo>
                    <a:pt x="3397977" y="1217232"/>
                  </a:lnTo>
                  <a:lnTo>
                    <a:pt x="3398085" y="1217232"/>
                  </a:lnTo>
                  <a:lnTo>
                    <a:pt x="3398194" y="1217232"/>
                  </a:lnTo>
                  <a:lnTo>
                    <a:pt x="3398302" y="1217232"/>
                  </a:lnTo>
                  <a:lnTo>
                    <a:pt x="3398411" y="1217232"/>
                  </a:lnTo>
                  <a:lnTo>
                    <a:pt x="3398519" y="1217232"/>
                  </a:lnTo>
                  <a:lnTo>
                    <a:pt x="3398628" y="1217232"/>
                  </a:lnTo>
                  <a:lnTo>
                    <a:pt x="3398628" y="1216609"/>
                  </a:lnTo>
                  <a:lnTo>
                    <a:pt x="3398736" y="1216609"/>
                  </a:lnTo>
                  <a:lnTo>
                    <a:pt x="3398736" y="1215985"/>
                  </a:lnTo>
                  <a:lnTo>
                    <a:pt x="3398845" y="1215985"/>
                  </a:lnTo>
                  <a:lnTo>
                    <a:pt x="3398953" y="1215985"/>
                  </a:lnTo>
                  <a:lnTo>
                    <a:pt x="3399061" y="1215985"/>
                  </a:lnTo>
                  <a:lnTo>
                    <a:pt x="3399170" y="1215985"/>
                  </a:lnTo>
                  <a:lnTo>
                    <a:pt x="3399278" y="1215985"/>
                  </a:lnTo>
                  <a:lnTo>
                    <a:pt x="3399387" y="1215985"/>
                  </a:lnTo>
                  <a:lnTo>
                    <a:pt x="3399495" y="1215985"/>
                  </a:lnTo>
                  <a:lnTo>
                    <a:pt x="3399604" y="1215985"/>
                  </a:lnTo>
                  <a:lnTo>
                    <a:pt x="3399712" y="1215985"/>
                  </a:lnTo>
                  <a:lnTo>
                    <a:pt x="3399821" y="1215985"/>
                  </a:lnTo>
                  <a:lnTo>
                    <a:pt x="3399929" y="1215985"/>
                  </a:lnTo>
                  <a:lnTo>
                    <a:pt x="3400037" y="1215985"/>
                  </a:lnTo>
                  <a:lnTo>
                    <a:pt x="3400146" y="1215985"/>
                  </a:lnTo>
                  <a:lnTo>
                    <a:pt x="3400254" y="1215985"/>
                  </a:lnTo>
                  <a:lnTo>
                    <a:pt x="3400363" y="1215985"/>
                  </a:lnTo>
                  <a:lnTo>
                    <a:pt x="3400471" y="1215985"/>
                  </a:lnTo>
                  <a:lnTo>
                    <a:pt x="3400580" y="1215985"/>
                  </a:lnTo>
                  <a:lnTo>
                    <a:pt x="3400688" y="1215985"/>
                  </a:lnTo>
                  <a:lnTo>
                    <a:pt x="3400797" y="1215985"/>
                  </a:lnTo>
                  <a:lnTo>
                    <a:pt x="3400797" y="1215361"/>
                  </a:lnTo>
                  <a:lnTo>
                    <a:pt x="3400905" y="1215361"/>
                  </a:lnTo>
                  <a:lnTo>
                    <a:pt x="3401014" y="1215361"/>
                  </a:lnTo>
                  <a:lnTo>
                    <a:pt x="3401122" y="1215361"/>
                  </a:lnTo>
                  <a:lnTo>
                    <a:pt x="3401230" y="1215361"/>
                  </a:lnTo>
                  <a:lnTo>
                    <a:pt x="3401339" y="1215361"/>
                  </a:lnTo>
                  <a:lnTo>
                    <a:pt x="3401447" y="1215361"/>
                  </a:lnTo>
                  <a:lnTo>
                    <a:pt x="3401556" y="1215361"/>
                  </a:lnTo>
                  <a:lnTo>
                    <a:pt x="3401664" y="1215361"/>
                  </a:lnTo>
                  <a:lnTo>
                    <a:pt x="3401773" y="1215361"/>
                  </a:lnTo>
                  <a:lnTo>
                    <a:pt x="3401881" y="1215361"/>
                  </a:lnTo>
                  <a:lnTo>
                    <a:pt x="3401990" y="1215361"/>
                  </a:lnTo>
                  <a:lnTo>
                    <a:pt x="3401990" y="1214738"/>
                  </a:lnTo>
                  <a:lnTo>
                    <a:pt x="3402098" y="1214738"/>
                  </a:lnTo>
                  <a:lnTo>
                    <a:pt x="3402206" y="1214738"/>
                  </a:lnTo>
                  <a:lnTo>
                    <a:pt x="3402206" y="1214114"/>
                  </a:lnTo>
                  <a:lnTo>
                    <a:pt x="3402206" y="1213491"/>
                  </a:lnTo>
                  <a:lnTo>
                    <a:pt x="3402315" y="1213491"/>
                  </a:lnTo>
                  <a:lnTo>
                    <a:pt x="3402423" y="1213491"/>
                  </a:lnTo>
                  <a:lnTo>
                    <a:pt x="3402532" y="1213491"/>
                  </a:lnTo>
                  <a:lnTo>
                    <a:pt x="3402640" y="1213491"/>
                  </a:lnTo>
                  <a:lnTo>
                    <a:pt x="3402749" y="1213491"/>
                  </a:lnTo>
                  <a:lnTo>
                    <a:pt x="3402857" y="1213491"/>
                  </a:lnTo>
                  <a:lnTo>
                    <a:pt x="3402966" y="1213491"/>
                  </a:lnTo>
                  <a:lnTo>
                    <a:pt x="3402966" y="1212867"/>
                  </a:lnTo>
                  <a:lnTo>
                    <a:pt x="3403074" y="1212867"/>
                  </a:lnTo>
                  <a:lnTo>
                    <a:pt x="3403182" y="1212867"/>
                  </a:lnTo>
                  <a:lnTo>
                    <a:pt x="3403182" y="1212244"/>
                  </a:lnTo>
                  <a:lnTo>
                    <a:pt x="3403291" y="1212244"/>
                  </a:lnTo>
                  <a:lnTo>
                    <a:pt x="3403399" y="1212244"/>
                  </a:lnTo>
                  <a:lnTo>
                    <a:pt x="3403508" y="1212244"/>
                  </a:lnTo>
                  <a:lnTo>
                    <a:pt x="3403616" y="1212244"/>
                  </a:lnTo>
                  <a:lnTo>
                    <a:pt x="3403725" y="1212244"/>
                  </a:lnTo>
                  <a:lnTo>
                    <a:pt x="3403833" y="1212244"/>
                  </a:lnTo>
                  <a:lnTo>
                    <a:pt x="3403942" y="1212244"/>
                  </a:lnTo>
                  <a:lnTo>
                    <a:pt x="3403942" y="1211620"/>
                  </a:lnTo>
                  <a:lnTo>
                    <a:pt x="3404050" y="1211620"/>
                  </a:lnTo>
                  <a:lnTo>
                    <a:pt x="3404158" y="1211620"/>
                  </a:lnTo>
                  <a:lnTo>
                    <a:pt x="3404267" y="1211620"/>
                  </a:lnTo>
                  <a:lnTo>
                    <a:pt x="3404375" y="1211620"/>
                  </a:lnTo>
                  <a:lnTo>
                    <a:pt x="3404484" y="1211620"/>
                  </a:lnTo>
                  <a:lnTo>
                    <a:pt x="3404592" y="1211620"/>
                  </a:lnTo>
                  <a:lnTo>
                    <a:pt x="3404701" y="1211620"/>
                  </a:lnTo>
                  <a:lnTo>
                    <a:pt x="3404809" y="1211620"/>
                  </a:lnTo>
                  <a:lnTo>
                    <a:pt x="3404918" y="1211620"/>
                  </a:lnTo>
                  <a:lnTo>
                    <a:pt x="3405026" y="1211620"/>
                  </a:lnTo>
                  <a:lnTo>
                    <a:pt x="3405135" y="1211620"/>
                  </a:lnTo>
                  <a:lnTo>
                    <a:pt x="3405135" y="1210996"/>
                  </a:lnTo>
                  <a:lnTo>
                    <a:pt x="3405243" y="1210996"/>
                  </a:lnTo>
                  <a:lnTo>
                    <a:pt x="3405351" y="1210996"/>
                  </a:lnTo>
                  <a:lnTo>
                    <a:pt x="3405460" y="1210996"/>
                  </a:lnTo>
                  <a:lnTo>
                    <a:pt x="3405568" y="1210996"/>
                  </a:lnTo>
                  <a:lnTo>
                    <a:pt x="3405568" y="1210373"/>
                  </a:lnTo>
                  <a:lnTo>
                    <a:pt x="3405677" y="1210373"/>
                  </a:lnTo>
                  <a:lnTo>
                    <a:pt x="3405785" y="1210373"/>
                  </a:lnTo>
                  <a:lnTo>
                    <a:pt x="3405894" y="1210373"/>
                  </a:lnTo>
                  <a:lnTo>
                    <a:pt x="3406002" y="1210373"/>
                  </a:lnTo>
                  <a:lnTo>
                    <a:pt x="3406002" y="1209749"/>
                  </a:lnTo>
                  <a:lnTo>
                    <a:pt x="3406111" y="1209749"/>
                  </a:lnTo>
                  <a:lnTo>
                    <a:pt x="3406219" y="1209749"/>
                  </a:lnTo>
                  <a:lnTo>
                    <a:pt x="3406327" y="1209749"/>
                  </a:lnTo>
                  <a:lnTo>
                    <a:pt x="3406436" y="1209749"/>
                  </a:lnTo>
                  <a:lnTo>
                    <a:pt x="3406544" y="1209749"/>
                  </a:lnTo>
                  <a:lnTo>
                    <a:pt x="3406653" y="1209749"/>
                  </a:lnTo>
                  <a:lnTo>
                    <a:pt x="3406761" y="1209749"/>
                  </a:lnTo>
                  <a:lnTo>
                    <a:pt x="3406870" y="1209749"/>
                  </a:lnTo>
                  <a:lnTo>
                    <a:pt x="3406978" y="1209749"/>
                  </a:lnTo>
                  <a:lnTo>
                    <a:pt x="3407087" y="1209749"/>
                  </a:lnTo>
                  <a:lnTo>
                    <a:pt x="3407195" y="1209749"/>
                  </a:lnTo>
                  <a:lnTo>
                    <a:pt x="3407303" y="1209749"/>
                  </a:lnTo>
                  <a:lnTo>
                    <a:pt x="3407412" y="1209749"/>
                  </a:lnTo>
                  <a:lnTo>
                    <a:pt x="3407520" y="1209749"/>
                  </a:lnTo>
                  <a:lnTo>
                    <a:pt x="3407629" y="1209749"/>
                  </a:lnTo>
                  <a:lnTo>
                    <a:pt x="3407629" y="1209126"/>
                  </a:lnTo>
                  <a:lnTo>
                    <a:pt x="3407737" y="1209126"/>
                  </a:lnTo>
                  <a:lnTo>
                    <a:pt x="3407846" y="1209126"/>
                  </a:lnTo>
                  <a:lnTo>
                    <a:pt x="3407954" y="1209126"/>
                  </a:lnTo>
                  <a:lnTo>
                    <a:pt x="3408063" y="1209126"/>
                  </a:lnTo>
                  <a:lnTo>
                    <a:pt x="3408171" y="1209126"/>
                  </a:lnTo>
                  <a:lnTo>
                    <a:pt x="3408279" y="1209126"/>
                  </a:lnTo>
                  <a:lnTo>
                    <a:pt x="3408388" y="1209126"/>
                  </a:lnTo>
                  <a:lnTo>
                    <a:pt x="3408496" y="1209126"/>
                  </a:lnTo>
                  <a:lnTo>
                    <a:pt x="3408605" y="1209126"/>
                  </a:lnTo>
                  <a:lnTo>
                    <a:pt x="3408713" y="1209126"/>
                  </a:lnTo>
                  <a:lnTo>
                    <a:pt x="3408713" y="1208502"/>
                  </a:lnTo>
                  <a:lnTo>
                    <a:pt x="3408822" y="1208502"/>
                  </a:lnTo>
                  <a:lnTo>
                    <a:pt x="3408822" y="1207878"/>
                  </a:lnTo>
                  <a:lnTo>
                    <a:pt x="3408930" y="1207878"/>
                  </a:lnTo>
                  <a:lnTo>
                    <a:pt x="3408930" y="1207255"/>
                  </a:lnTo>
                  <a:lnTo>
                    <a:pt x="3409039" y="1207255"/>
                  </a:lnTo>
                  <a:lnTo>
                    <a:pt x="3409147" y="1207255"/>
                  </a:lnTo>
                  <a:lnTo>
                    <a:pt x="3409147" y="1206631"/>
                  </a:lnTo>
                  <a:lnTo>
                    <a:pt x="3409256" y="1206631"/>
                  </a:lnTo>
                  <a:lnTo>
                    <a:pt x="3409364" y="1206631"/>
                  </a:lnTo>
                  <a:lnTo>
                    <a:pt x="3409472" y="1206631"/>
                  </a:lnTo>
                  <a:lnTo>
                    <a:pt x="3409581" y="1206631"/>
                  </a:lnTo>
                  <a:lnTo>
                    <a:pt x="3409581" y="1206008"/>
                  </a:lnTo>
                  <a:lnTo>
                    <a:pt x="3409689" y="1206008"/>
                  </a:lnTo>
                  <a:lnTo>
                    <a:pt x="3409798" y="1206008"/>
                  </a:lnTo>
                  <a:lnTo>
                    <a:pt x="3409906" y="1206008"/>
                  </a:lnTo>
                  <a:lnTo>
                    <a:pt x="3410015" y="1206008"/>
                  </a:lnTo>
                  <a:lnTo>
                    <a:pt x="3410123" y="1206008"/>
                  </a:lnTo>
                  <a:lnTo>
                    <a:pt x="3410232" y="1206008"/>
                  </a:lnTo>
                  <a:lnTo>
                    <a:pt x="3410340" y="1206008"/>
                  </a:lnTo>
                  <a:lnTo>
                    <a:pt x="3410448" y="1206008"/>
                  </a:lnTo>
                  <a:lnTo>
                    <a:pt x="3410557" y="1206008"/>
                  </a:lnTo>
                  <a:lnTo>
                    <a:pt x="3410665" y="1206008"/>
                  </a:lnTo>
                  <a:lnTo>
                    <a:pt x="3410665" y="1205384"/>
                  </a:lnTo>
                  <a:lnTo>
                    <a:pt x="3410774" y="1205384"/>
                  </a:lnTo>
                  <a:lnTo>
                    <a:pt x="3410882" y="1205384"/>
                  </a:lnTo>
                  <a:lnTo>
                    <a:pt x="3410991" y="1205384"/>
                  </a:lnTo>
                  <a:lnTo>
                    <a:pt x="3411099" y="1205384"/>
                  </a:lnTo>
                  <a:lnTo>
                    <a:pt x="3411208" y="1205384"/>
                  </a:lnTo>
                  <a:lnTo>
                    <a:pt x="3411316" y="1205384"/>
                  </a:lnTo>
                  <a:lnTo>
                    <a:pt x="3411424" y="1205384"/>
                  </a:lnTo>
                  <a:lnTo>
                    <a:pt x="3411533" y="1205384"/>
                  </a:lnTo>
                  <a:lnTo>
                    <a:pt x="3411641" y="1205384"/>
                  </a:lnTo>
                  <a:lnTo>
                    <a:pt x="3411750" y="1205384"/>
                  </a:lnTo>
                  <a:lnTo>
                    <a:pt x="3411858" y="1205384"/>
                  </a:lnTo>
                  <a:lnTo>
                    <a:pt x="3411967" y="1205384"/>
                  </a:lnTo>
                  <a:lnTo>
                    <a:pt x="3411967" y="1204761"/>
                  </a:lnTo>
                  <a:lnTo>
                    <a:pt x="3412075" y="1204761"/>
                  </a:lnTo>
                  <a:lnTo>
                    <a:pt x="3412184" y="1204761"/>
                  </a:lnTo>
                  <a:lnTo>
                    <a:pt x="3412292" y="1204761"/>
                  </a:lnTo>
                  <a:lnTo>
                    <a:pt x="3412400" y="1204761"/>
                  </a:lnTo>
                  <a:lnTo>
                    <a:pt x="3412509" y="1204761"/>
                  </a:lnTo>
                  <a:lnTo>
                    <a:pt x="3412617" y="1204761"/>
                  </a:lnTo>
                  <a:lnTo>
                    <a:pt x="3412726" y="1204761"/>
                  </a:lnTo>
                  <a:lnTo>
                    <a:pt x="3412834" y="1204761"/>
                  </a:lnTo>
                  <a:lnTo>
                    <a:pt x="3412943" y="1204761"/>
                  </a:lnTo>
                  <a:lnTo>
                    <a:pt x="3413051" y="1204761"/>
                  </a:lnTo>
                  <a:lnTo>
                    <a:pt x="3413160" y="1204761"/>
                  </a:lnTo>
                  <a:lnTo>
                    <a:pt x="3413268" y="1204761"/>
                  </a:lnTo>
                  <a:lnTo>
                    <a:pt x="3413377" y="1204761"/>
                  </a:lnTo>
                  <a:lnTo>
                    <a:pt x="3413485" y="1204761"/>
                  </a:lnTo>
                  <a:lnTo>
                    <a:pt x="3413593" y="1204761"/>
                  </a:lnTo>
                  <a:lnTo>
                    <a:pt x="3413702" y="1204761"/>
                  </a:lnTo>
                  <a:lnTo>
                    <a:pt x="3413810" y="1204761"/>
                  </a:lnTo>
                  <a:lnTo>
                    <a:pt x="3413919" y="1204761"/>
                  </a:lnTo>
                  <a:lnTo>
                    <a:pt x="3414027" y="1204761"/>
                  </a:lnTo>
                  <a:lnTo>
                    <a:pt x="3414027" y="1204137"/>
                  </a:lnTo>
                  <a:lnTo>
                    <a:pt x="3414136" y="1204137"/>
                  </a:lnTo>
                  <a:lnTo>
                    <a:pt x="3414244" y="1204137"/>
                  </a:lnTo>
                  <a:lnTo>
                    <a:pt x="3414353" y="1204137"/>
                  </a:lnTo>
                  <a:lnTo>
                    <a:pt x="3414461" y="1204137"/>
                  </a:lnTo>
                  <a:lnTo>
                    <a:pt x="3414569" y="1204137"/>
                  </a:lnTo>
                  <a:lnTo>
                    <a:pt x="3414678" y="1204137"/>
                  </a:lnTo>
                  <a:lnTo>
                    <a:pt x="3414786" y="1204137"/>
                  </a:lnTo>
                  <a:lnTo>
                    <a:pt x="3414895" y="1204137"/>
                  </a:lnTo>
                  <a:lnTo>
                    <a:pt x="3415003" y="1204137"/>
                  </a:lnTo>
                  <a:lnTo>
                    <a:pt x="3415112" y="1204137"/>
                  </a:lnTo>
                  <a:lnTo>
                    <a:pt x="3415220" y="1204137"/>
                  </a:lnTo>
                  <a:lnTo>
                    <a:pt x="3415329" y="1204137"/>
                  </a:lnTo>
                  <a:lnTo>
                    <a:pt x="3415437" y="1204137"/>
                  </a:lnTo>
                  <a:lnTo>
                    <a:pt x="3415545" y="1204137"/>
                  </a:lnTo>
                  <a:lnTo>
                    <a:pt x="3415654" y="1204137"/>
                  </a:lnTo>
                  <a:lnTo>
                    <a:pt x="3415762" y="1204137"/>
                  </a:lnTo>
                  <a:lnTo>
                    <a:pt x="3415871" y="1204137"/>
                  </a:lnTo>
                  <a:lnTo>
                    <a:pt x="3415979" y="1204137"/>
                  </a:lnTo>
                  <a:lnTo>
                    <a:pt x="3416088" y="1204137"/>
                  </a:lnTo>
                  <a:lnTo>
                    <a:pt x="3416196" y="1204137"/>
                  </a:lnTo>
                  <a:lnTo>
                    <a:pt x="3416305" y="1204137"/>
                  </a:lnTo>
                  <a:lnTo>
                    <a:pt x="3416413" y="1204137"/>
                  </a:lnTo>
                  <a:lnTo>
                    <a:pt x="3416521" y="1204137"/>
                  </a:lnTo>
                  <a:lnTo>
                    <a:pt x="3416630" y="1204137"/>
                  </a:lnTo>
                  <a:lnTo>
                    <a:pt x="3416738" y="1204137"/>
                  </a:lnTo>
                  <a:lnTo>
                    <a:pt x="3416847" y="1204137"/>
                  </a:lnTo>
                  <a:lnTo>
                    <a:pt x="3416955" y="1204137"/>
                  </a:lnTo>
                  <a:lnTo>
                    <a:pt x="3417064" y="1204137"/>
                  </a:lnTo>
                  <a:lnTo>
                    <a:pt x="3417172" y="1204137"/>
                  </a:lnTo>
                  <a:lnTo>
                    <a:pt x="3417281" y="1204137"/>
                  </a:lnTo>
                  <a:lnTo>
                    <a:pt x="3417389" y="1204137"/>
                  </a:lnTo>
                  <a:lnTo>
                    <a:pt x="3417498" y="1204137"/>
                  </a:lnTo>
                  <a:lnTo>
                    <a:pt x="3417606" y="1204137"/>
                  </a:lnTo>
                  <a:lnTo>
                    <a:pt x="3417714" y="1204137"/>
                  </a:lnTo>
                  <a:lnTo>
                    <a:pt x="3417823" y="1204137"/>
                  </a:lnTo>
                  <a:lnTo>
                    <a:pt x="3417931" y="1204137"/>
                  </a:lnTo>
                  <a:lnTo>
                    <a:pt x="3418040" y="1204137"/>
                  </a:lnTo>
                  <a:lnTo>
                    <a:pt x="3418148" y="1204137"/>
                  </a:lnTo>
                  <a:lnTo>
                    <a:pt x="3418257" y="1204137"/>
                  </a:lnTo>
                  <a:lnTo>
                    <a:pt x="3418365" y="1204137"/>
                  </a:lnTo>
                  <a:lnTo>
                    <a:pt x="3418474" y="1204137"/>
                  </a:lnTo>
                  <a:lnTo>
                    <a:pt x="3418582" y="1204137"/>
                  </a:lnTo>
                  <a:lnTo>
                    <a:pt x="3418690" y="1204137"/>
                  </a:lnTo>
                  <a:lnTo>
                    <a:pt x="3418799" y="1204137"/>
                  </a:lnTo>
                  <a:lnTo>
                    <a:pt x="3418907" y="1204137"/>
                  </a:lnTo>
                  <a:lnTo>
                    <a:pt x="3419016" y="1204137"/>
                  </a:lnTo>
                  <a:lnTo>
                    <a:pt x="3419124" y="1204137"/>
                  </a:lnTo>
                  <a:lnTo>
                    <a:pt x="3419233" y="1204137"/>
                  </a:lnTo>
                  <a:lnTo>
                    <a:pt x="3419341" y="1204137"/>
                  </a:lnTo>
                  <a:lnTo>
                    <a:pt x="3419450" y="1204137"/>
                  </a:lnTo>
                  <a:lnTo>
                    <a:pt x="3419558" y="1204137"/>
                  </a:lnTo>
                  <a:lnTo>
                    <a:pt x="3419666" y="1204137"/>
                  </a:lnTo>
                  <a:lnTo>
                    <a:pt x="3419666" y="1203513"/>
                  </a:lnTo>
                  <a:lnTo>
                    <a:pt x="3419775" y="1203513"/>
                  </a:lnTo>
                  <a:lnTo>
                    <a:pt x="3419883" y="1203513"/>
                  </a:lnTo>
                  <a:lnTo>
                    <a:pt x="3419883" y="1202890"/>
                  </a:lnTo>
                  <a:lnTo>
                    <a:pt x="3419992" y="1202890"/>
                  </a:lnTo>
                  <a:lnTo>
                    <a:pt x="3420100" y="1202890"/>
                  </a:lnTo>
                  <a:lnTo>
                    <a:pt x="3420209" y="1202890"/>
                  </a:lnTo>
                  <a:lnTo>
                    <a:pt x="3420209" y="1202266"/>
                  </a:lnTo>
                  <a:lnTo>
                    <a:pt x="3420317" y="1202266"/>
                  </a:lnTo>
                  <a:lnTo>
                    <a:pt x="3420426" y="1202266"/>
                  </a:lnTo>
                  <a:lnTo>
                    <a:pt x="3420534" y="1202266"/>
                  </a:lnTo>
                  <a:lnTo>
                    <a:pt x="3420642" y="1202266"/>
                  </a:lnTo>
                  <a:lnTo>
                    <a:pt x="3420642" y="1201643"/>
                  </a:lnTo>
                  <a:lnTo>
                    <a:pt x="3420751" y="1201643"/>
                  </a:lnTo>
                  <a:lnTo>
                    <a:pt x="3420859" y="1201643"/>
                  </a:lnTo>
                  <a:lnTo>
                    <a:pt x="3420968" y="1201643"/>
                  </a:lnTo>
                  <a:lnTo>
                    <a:pt x="3420968" y="1201019"/>
                  </a:lnTo>
                  <a:lnTo>
                    <a:pt x="3421076" y="1201019"/>
                  </a:lnTo>
                  <a:lnTo>
                    <a:pt x="3421185" y="1201019"/>
                  </a:lnTo>
                  <a:lnTo>
                    <a:pt x="3421293" y="1201019"/>
                  </a:lnTo>
                  <a:lnTo>
                    <a:pt x="3421402" y="1201019"/>
                  </a:lnTo>
                  <a:lnTo>
                    <a:pt x="3421510" y="1201019"/>
                  </a:lnTo>
                  <a:lnTo>
                    <a:pt x="3421618" y="1201019"/>
                  </a:lnTo>
                  <a:lnTo>
                    <a:pt x="3421618" y="1200395"/>
                  </a:lnTo>
                  <a:lnTo>
                    <a:pt x="3421618" y="1199772"/>
                  </a:lnTo>
                  <a:lnTo>
                    <a:pt x="3421727" y="1199772"/>
                  </a:lnTo>
                  <a:lnTo>
                    <a:pt x="3421727" y="1199148"/>
                  </a:lnTo>
                  <a:lnTo>
                    <a:pt x="3421835" y="1199148"/>
                  </a:lnTo>
                  <a:lnTo>
                    <a:pt x="3421944" y="1199148"/>
                  </a:lnTo>
                  <a:lnTo>
                    <a:pt x="3422052" y="1199148"/>
                  </a:lnTo>
                  <a:lnTo>
                    <a:pt x="3422161" y="1199148"/>
                  </a:lnTo>
                  <a:lnTo>
                    <a:pt x="3422269" y="1199148"/>
                  </a:lnTo>
                  <a:lnTo>
                    <a:pt x="3422378" y="1199148"/>
                  </a:lnTo>
                  <a:lnTo>
                    <a:pt x="3422486" y="1199148"/>
                  </a:lnTo>
                  <a:lnTo>
                    <a:pt x="3422595" y="1199148"/>
                  </a:lnTo>
                  <a:lnTo>
                    <a:pt x="3422703" y="1199148"/>
                  </a:lnTo>
                  <a:lnTo>
                    <a:pt x="3422811" y="1199148"/>
                  </a:lnTo>
                  <a:lnTo>
                    <a:pt x="3422920" y="1199148"/>
                  </a:lnTo>
                  <a:lnTo>
                    <a:pt x="3423028" y="1199148"/>
                  </a:lnTo>
                  <a:lnTo>
                    <a:pt x="3423137" y="1199148"/>
                  </a:lnTo>
                  <a:lnTo>
                    <a:pt x="3423137" y="1198525"/>
                  </a:lnTo>
                  <a:lnTo>
                    <a:pt x="3423245" y="1198525"/>
                  </a:lnTo>
                  <a:lnTo>
                    <a:pt x="3423354" y="1198525"/>
                  </a:lnTo>
                  <a:lnTo>
                    <a:pt x="3423462" y="1198525"/>
                  </a:lnTo>
                  <a:lnTo>
                    <a:pt x="3423571" y="1198525"/>
                  </a:lnTo>
                  <a:lnTo>
                    <a:pt x="3423679" y="1198525"/>
                  </a:lnTo>
                  <a:lnTo>
                    <a:pt x="3423787" y="1198525"/>
                  </a:lnTo>
                  <a:lnTo>
                    <a:pt x="3423896" y="1198525"/>
                  </a:lnTo>
                  <a:lnTo>
                    <a:pt x="3424004" y="1198525"/>
                  </a:lnTo>
                  <a:lnTo>
                    <a:pt x="3424113" y="1198525"/>
                  </a:lnTo>
                  <a:lnTo>
                    <a:pt x="3424221" y="1198525"/>
                  </a:lnTo>
                  <a:lnTo>
                    <a:pt x="3424221" y="1197901"/>
                  </a:lnTo>
                  <a:lnTo>
                    <a:pt x="3424330" y="1197901"/>
                  </a:lnTo>
                  <a:lnTo>
                    <a:pt x="3424438" y="1197901"/>
                  </a:lnTo>
                  <a:lnTo>
                    <a:pt x="3424438" y="1197278"/>
                  </a:lnTo>
                  <a:lnTo>
                    <a:pt x="3424547" y="1197278"/>
                  </a:lnTo>
                  <a:lnTo>
                    <a:pt x="3424655" y="1197278"/>
                  </a:lnTo>
                  <a:lnTo>
                    <a:pt x="3424655" y="1196654"/>
                  </a:lnTo>
                  <a:lnTo>
                    <a:pt x="3424763" y="1196654"/>
                  </a:lnTo>
                  <a:lnTo>
                    <a:pt x="3424872" y="1196654"/>
                  </a:lnTo>
                  <a:lnTo>
                    <a:pt x="3424980" y="1196654"/>
                  </a:lnTo>
                  <a:lnTo>
                    <a:pt x="3425089" y="1196654"/>
                  </a:lnTo>
                  <a:lnTo>
                    <a:pt x="3425197" y="1196654"/>
                  </a:lnTo>
                  <a:lnTo>
                    <a:pt x="3425306" y="1196654"/>
                  </a:lnTo>
                  <a:lnTo>
                    <a:pt x="3425306" y="1196030"/>
                  </a:lnTo>
                  <a:lnTo>
                    <a:pt x="3425414" y="1196030"/>
                  </a:lnTo>
                  <a:lnTo>
                    <a:pt x="3425523" y="1196030"/>
                  </a:lnTo>
                  <a:lnTo>
                    <a:pt x="3425631" y="1196030"/>
                  </a:lnTo>
                  <a:lnTo>
                    <a:pt x="3425631" y="1195407"/>
                  </a:lnTo>
                  <a:lnTo>
                    <a:pt x="3425739" y="1195407"/>
                  </a:lnTo>
                  <a:lnTo>
                    <a:pt x="3425848" y="1195407"/>
                  </a:lnTo>
                  <a:lnTo>
                    <a:pt x="3425956" y="1195407"/>
                  </a:lnTo>
                  <a:lnTo>
                    <a:pt x="3426065" y="1195407"/>
                  </a:lnTo>
                  <a:lnTo>
                    <a:pt x="3426173" y="1195407"/>
                  </a:lnTo>
                  <a:lnTo>
                    <a:pt x="3426282" y="1195407"/>
                  </a:lnTo>
                  <a:lnTo>
                    <a:pt x="3426282" y="1194783"/>
                  </a:lnTo>
                  <a:lnTo>
                    <a:pt x="3426390" y="1194783"/>
                  </a:lnTo>
                  <a:lnTo>
                    <a:pt x="3426499" y="1194783"/>
                  </a:lnTo>
                  <a:lnTo>
                    <a:pt x="3426607" y="1194783"/>
                  </a:lnTo>
                  <a:lnTo>
                    <a:pt x="3426607" y="1194160"/>
                  </a:lnTo>
                  <a:lnTo>
                    <a:pt x="3426716" y="1194160"/>
                  </a:lnTo>
                  <a:lnTo>
                    <a:pt x="3426824" y="1194160"/>
                  </a:lnTo>
                  <a:lnTo>
                    <a:pt x="3426932" y="1194160"/>
                  </a:lnTo>
                  <a:lnTo>
                    <a:pt x="3427041" y="1194160"/>
                  </a:lnTo>
                  <a:lnTo>
                    <a:pt x="3427041" y="1193536"/>
                  </a:lnTo>
                  <a:lnTo>
                    <a:pt x="3427149" y="1193536"/>
                  </a:lnTo>
                  <a:lnTo>
                    <a:pt x="3427258" y="1193536"/>
                  </a:lnTo>
                  <a:lnTo>
                    <a:pt x="3427366" y="1193536"/>
                  </a:lnTo>
                  <a:lnTo>
                    <a:pt x="3427366" y="1192912"/>
                  </a:lnTo>
                  <a:lnTo>
                    <a:pt x="3427366" y="1192289"/>
                  </a:lnTo>
                  <a:lnTo>
                    <a:pt x="3427475" y="1192289"/>
                  </a:lnTo>
                  <a:lnTo>
                    <a:pt x="3427583" y="1192289"/>
                  </a:lnTo>
                  <a:lnTo>
                    <a:pt x="3427692" y="1192289"/>
                  </a:lnTo>
                  <a:lnTo>
                    <a:pt x="3427692" y="1191665"/>
                  </a:lnTo>
                  <a:lnTo>
                    <a:pt x="3427692" y="1191042"/>
                  </a:lnTo>
                  <a:lnTo>
                    <a:pt x="3427800" y="1191042"/>
                  </a:lnTo>
                  <a:lnTo>
                    <a:pt x="3427908" y="1191042"/>
                  </a:lnTo>
                  <a:lnTo>
                    <a:pt x="3428017" y="1191042"/>
                  </a:lnTo>
                  <a:lnTo>
                    <a:pt x="3428125" y="1191042"/>
                  </a:lnTo>
                  <a:lnTo>
                    <a:pt x="3428234" y="1191042"/>
                  </a:lnTo>
                  <a:lnTo>
                    <a:pt x="3428342" y="1191042"/>
                  </a:lnTo>
                  <a:lnTo>
                    <a:pt x="3428451" y="1191042"/>
                  </a:lnTo>
                  <a:lnTo>
                    <a:pt x="3428559" y="1191042"/>
                  </a:lnTo>
                  <a:lnTo>
                    <a:pt x="3428668" y="1191042"/>
                  </a:lnTo>
                  <a:lnTo>
                    <a:pt x="3428776" y="1191042"/>
                  </a:lnTo>
                  <a:lnTo>
                    <a:pt x="3428884" y="1191042"/>
                  </a:lnTo>
                  <a:lnTo>
                    <a:pt x="3428993" y="1191042"/>
                  </a:lnTo>
                  <a:lnTo>
                    <a:pt x="3429101" y="1191042"/>
                  </a:lnTo>
                  <a:lnTo>
                    <a:pt x="3429210" y="1191042"/>
                  </a:lnTo>
                  <a:lnTo>
                    <a:pt x="3429210" y="1190418"/>
                  </a:lnTo>
                  <a:lnTo>
                    <a:pt x="3429318" y="1190418"/>
                  </a:lnTo>
                  <a:lnTo>
                    <a:pt x="3429427" y="1190418"/>
                  </a:lnTo>
                  <a:lnTo>
                    <a:pt x="3429427" y="1189795"/>
                  </a:lnTo>
                  <a:lnTo>
                    <a:pt x="3429535" y="1189795"/>
                  </a:lnTo>
                  <a:lnTo>
                    <a:pt x="3429644" y="1189795"/>
                  </a:lnTo>
                  <a:lnTo>
                    <a:pt x="3429752" y="1189795"/>
                  </a:lnTo>
                  <a:lnTo>
                    <a:pt x="3429860" y="1189795"/>
                  </a:lnTo>
                  <a:lnTo>
                    <a:pt x="3429969" y="1189795"/>
                  </a:lnTo>
                  <a:lnTo>
                    <a:pt x="3430077" y="1189795"/>
                  </a:lnTo>
                  <a:lnTo>
                    <a:pt x="3430186" y="1189795"/>
                  </a:lnTo>
                  <a:lnTo>
                    <a:pt x="3430294" y="1189795"/>
                  </a:lnTo>
                  <a:lnTo>
                    <a:pt x="3430294" y="1189171"/>
                  </a:lnTo>
                  <a:lnTo>
                    <a:pt x="3430294" y="1188547"/>
                  </a:lnTo>
                  <a:lnTo>
                    <a:pt x="3430403" y="1188547"/>
                  </a:lnTo>
                  <a:lnTo>
                    <a:pt x="3430511" y="1188547"/>
                  </a:lnTo>
                  <a:lnTo>
                    <a:pt x="3430511" y="1187924"/>
                  </a:lnTo>
                  <a:lnTo>
                    <a:pt x="3430620" y="1187924"/>
                  </a:lnTo>
                  <a:lnTo>
                    <a:pt x="3430728" y="1187924"/>
                  </a:lnTo>
                  <a:lnTo>
                    <a:pt x="3430837" y="1187924"/>
                  </a:lnTo>
                  <a:lnTo>
                    <a:pt x="3430945" y="1187924"/>
                  </a:lnTo>
                  <a:lnTo>
                    <a:pt x="3431053" y="1187924"/>
                  </a:lnTo>
                  <a:lnTo>
                    <a:pt x="3431162" y="1187924"/>
                  </a:lnTo>
                  <a:lnTo>
                    <a:pt x="3431270" y="1187924"/>
                  </a:lnTo>
                  <a:lnTo>
                    <a:pt x="3431379" y="1187924"/>
                  </a:lnTo>
                  <a:lnTo>
                    <a:pt x="3431487" y="1187924"/>
                  </a:lnTo>
                  <a:lnTo>
                    <a:pt x="3431596" y="1187924"/>
                  </a:lnTo>
                  <a:lnTo>
                    <a:pt x="3431704" y="1187924"/>
                  </a:lnTo>
                  <a:lnTo>
                    <a:pt x="3431704" y="1187300"/>
                  </a:lnTo>
                  <a:lnTo>
                    <a:pt x="3431813" y="1187300"/>
                  </a:lnTo>
                  <a:lnTo>
                    <a:pt x="3431813" y="1186677"/>
                  </a:lnTo>
                  <a:lnTo>
                    <a:pt x="3431921" y="1186677"/>
                  </a:lnTo>
                  <a:lnTo>
                    <a:pt x="3432029" y="1186677"/>
                  </a:lnTo>
                  <a:lnTo>
                    <a:pt x="3432138" y="1186677"/>
                  </a:lnTo>
                  <a:lnTo>
                    <a:pt x="3432246" y="1186677"/>
                  </a:lnTo>
                  <a:lnTo>
                    <a:pt x="3432246" y="1186053"/>
                  </a:lnTo>
                  <a:lnTo>
                    <a:pt x="3432355" y="1186053"/>
                  </a:lnTo>
                  <a:lnTo>
                    <a:pt x="3432463" y="1186053"/>
                  </a:lnTo>
                  <a:lnTo>
                    <a:pt x="3432572" y="1186053"/>
                  </a:lnTo>
                  <a:lnTo>
                    <a:pt x="3432680" y="1186053"/>
                  </a:lnTo>
                  <a:lnTo>
                    <a:pt x="3432680" y="1185429"/>
                  </a:lnTo>
                  <a:lnTo>
                    <a:pt x="3432789" y="1185429"/>
                  </a:lnTo>
                  <a:lnTo>
                    <a:pt x="3432897" y="1185429"/>
                  </a:lnTo>
                  <a:lnTo>
                    <a:pt x="3433005" y="1185429"/>
                  </a:lnTo>
                  <a:lnTo>
                    <a:pt x="3433114" y="1185429"/>
                  </a:lnTo>
                  <a:lnTo>
                    <a:pt x="3433222" y="1185429"/>
                  </a:lnTo>
                  <a:lnTo>
                    <a:pt x="3433331" y="1185429"/>
                  </a:lnTo>
                  <a:lnTo>
                    <a:pt x="3433439" y="1185429"/>
                  </a:lnTo>
                  <a:lnTo>
                    <a:pt x="3433439" y="1184806"/>
                  </a:lnTo>
                  <a:lnTo>
                    <a:pt x="3433439" y="1184182"/>
                  </a:lnTo>
                  <a:lnTo>
                    <a:pt x="3433548" y="1184182"/>
                  </a:lnTo>
                  <a:lnTo>
                    <a:pt x="3433656" y="1184182"/>
                  </a:lnTo>
                  <a:lnTo>
                    <a:pt x="3433765" y="1184182"/>
                  </a:lnTo>
                  <a:lnTo>
                    <a:pt x="3433873" y="1184182"/>
                  </a:lnTo>
                  <a:lnTo>
                    <a:pt x="3433873" y="1183559"/>
                  </a:lnTo>
                  <a:lnTo>
                    <a:pt x="3433981" y="1183559"/>
                  </a:lnTo>
                  <a:lnTo>
                    <a:pt x="3434090" y="1183559"/>
                  </a:lnTo>
                  <a:lnTo>
                    <a:pt x="3434198" y="1183559"/>
                  </a:lnTo>
                  <a:lnTo>
                    <a:pt x="3434307" y="1183559"/>
                  </a:lnTo>
                  <a:lnTo>
                    <a:pt x="3434415" y="1183559"/>
                  </a:lnTo>
                  <a:lnTo>
                    <a:pt x="3434415" y="1182935"/>
                  </a:lnTo>
                  <a:lnTo>
                    <a:pt x="3434524" y="1182935"/>
                  </a:lnTo>
                  <a:lnTo>
                    <a:pt x="3434632" y="1182935"/>
                  </a:lnTo>
                  <a:lnTo>
                    <a:pt x="3434632" y="1182312"/>
                  </a:lnTo>
                  <a:lnTo>
                    <a:pt x="3434632" y="1181688"/>
                  </a:lnTo>
                  <a:lnTo>
                    <a:pt x="3434741" y="1181688"/>
                  </a:lnTo>
                  <a:lnTo>
                    <a:pt x="3434849" y="1181688"/>
                  </a:lnTo>
                  <a:lnTo>
                    <a:pt x="3434849" y="1181064"/>
                  </a:lnTo>
                  <a:lnTo>
                    <a:pt x="3434958" y="1181064"/>
                  </a:lnTo>
                  <a:lnTo>
                    <a:pt x="3434958" y="1180441"/>
                  </a:lnTo>
                  <a:lnTo>
                    <a:pt x="3435066" y="1180441"/>
                  </a:lnTo>
                  <a:lnTo>
                    <a:pt x="3435174" y="1180441"/>
                  </a:lnTo>
                  <a:lnTo>
                    <a:pt x="3435174" y="1179817"/>
                  </a:lnTo>
                  <a:lnTo>
                    <a:pt x="3435174" y="1179194"/>
                  </a:lnTo>
                  <a:lnTo>
                    <a:pt x="3435283" y="1179194"/>
                  </a:lnTo>
                  <a:lnTo>
                    <a:pt x="3435391" y="1179194"/>
                  </a:lnTo>
                  <a:lnTo>
                    <a:pt x="3435500" y="1179194"/>
                  </a:lnTo>
                  <a:lnTo>
                    <a:pt x="3435608" y="1179194"/>
                  </a:lnTo>
                  <a:lnTo>
                    <a:pt x="3435717" y="1179194"/>
                  </a:lnTo>
                  <a:lnTo>
                    <a:pt x="3435717" y="1178570"/>
                  </a:lnTo>
                  <a:lnTo>
                    <a:pt x="3435825" y="1178570"/>
                  </a:lnTo>
                  <a:lnTo>
                    <a:pt x="3435825" y="1177947"/>
                  </a:lnTo>
                  <a:lnTo>
                    <a:pt x="3435934" y="1177947"/>
                  </a:lnTo>
                  <a:lnTo>
                    <a:pt x="3436042" y="1177947"/>
                  </a:lnTo>
                  <a:lnTo>
                    <a:pt x="3436150" y="1177947"/>
                  </a:lnTo>
                  <a:lnTo>
                    <a:pt x="3436259" y="1177947"/>
                  </a:lnTo>
                  <a:lnTo>
                    <a:pt x="3436259" y="1177323"/>
                  </a:lnTo>
                  <a:lnTo>
                    <a:pt x="3436367" y="1177323"/>
                  </a:lnTo>
                  <a:lnTo>
                    <a:pt x="3436476" y="1177323"/>
                  </a:lnTo>
                  <a:lnTo>
                    <a:pt x="3436584" y="1177323"/>
                  </a:lnTo>
                  <a:lnTo>
                    <a:pt x="3436693" y="1177323"/>
                  </a:lnTo>
                  <a:lnTo>
                    <a:pt x="3436801" y="1177323"/>
                  </a:lnTo>
                  <a:lnTo>
                    <a:pt x="3436910" y="1177323"/>
                  </a:lnTo>
                  <a:lnTo>
                    <a:pt x="3437018" y="1177323"/>
                  </a:lnTo>
                  <a:lnTo>
                    <a:pt x="3437126" y="1177323"/>
                  </a:lnTo>
                  <a:lnTo>
                    <a:pt x="3437235" y="1177323"/>
                  </a:lnTo>
                  <a:lnTo>
                    <a:pt x="3437343" y="1177323"/>
                  </a:lnTo>
                  <a:lnTo>
                    <a:pt x="3437452" y="1177323"/>
                  </a:lnTo>
                  <a:lnTo>
                    <a:pt x="3437560" y="1177323"/>
                  </a:lnTo>
                  <a:lnTo>
                    <a:pt x="3437669" y="1177323"/>
                  </a:lnTo>
                  <a:lnTo>
                    <a:pt x="3437777" y="1177323"/>
                  </a:lnTo>
                  <a:lnTo>
                    <a:pt x="3437886" y="1177323"/>
                  </a:lnTo>
                  <a:lnTo>
                    <a:pt x="3437994" y="1177323"/>
                  </a:lnTo>
                  <a:lnTo>
                    <a:pt x="3438102" y="1177323"/>
                  </a:lnTo>
                  <a:lnTo>
                    <a:pt x="3438211" y="1177323"/>
                  </a:lnTo>
                  <a:lnTo>
                    <a:pt x="3438319" y="1177323"/>
                  </a:lnTo>
                  <a:lnTo>
                    <a:pt x="3438428" y="1177323"/>
                  </a:lnTo>
                  <a:lnTo>
                    <a:pt x="3438536" y="1177323"/>
                  </a:lnTo>
                  <a:lnTo>
                    <a:pt x="3438645" y="1177323"/>
                  </a:lnTo>
                  <a:lnTo>
                    <a:pt x="3438753" y="1177323"/>
                  </a:lnTo>
                  <a:lnTo>
                    <a:pt x="3438862" y="1177323"/>
                  </a:lnTo>
                  <a:lnTo>
                    <a:pt x="3438970" y="1177323"/>
                  </a:lnTo>
                  <a:lnTo>
                    <a:pt x="3439079" y="1177323"/>
                  </a:lnTo>
                  <a:lnTo>
                    <a:pt x="3439187" y="1177323"/>
                  </a:lnTo>
                  <a:lnTo>
                    <a:pt x="3439295" y="1177323"/>
                  </a:lnTo>
                  <a:lnTo>
                    <a:pt x="3439404" y="1177323"/>
                  </a:lnTo>
                  <a:lnTo>
                    <a:pt x="3439512" y="1177323"/>
                  </a:lnTo>
                  <a:lnTo>
                    <a:pt x="3439621" y="1177323"/>
                  </a:lnTo>
                  <a:lnTo>
                    <a:pt x="3439729" y="1177323"/>
                  </a:lnTo>
                  <a:lnTo>
                    <a:pt x="3439838" y="1177323"/>
                  </a:lnTo>
                  <a:lnTo>
                    <a:pt x="3439946" y="1177323"/>
                  </a:lnTo>
                  <a:lnTo>
                    <a:pt x="3440055" y="1177323"/>
                  </a:lnTo>
                  <a:lnTo>
                    <a:pt x="3440163" y="1177323"/>
                  </a:lnTo>
                  <a:lnTo>
                    <a:pt x="3440271" y="1177323"/>
                  </a:lnTo>
                  <a:lnTo>
                    <a:pt x="3440380" y="1177323"/>
                  </a:lnTo>
                  <a:lnTo>
                    <a:pt x="3440488" y="1177323"/>
                  </a:lnTo>
                  <a:lnTo>
                    <a:pt x="3440597" y="1177323"/>
                  </a:lnTo>
                  <a:lnTo>
                    <a:pt x="3440705" y="1177323"/>
                  </a:lnTo>
                  <a:lnTo>
                    <a:pt x="3440814" y="1177323"/>
                  </a:lnTo>
                  <a:lnTo>
                    <a:pt x="3440814" y="1176699"/>
                  </a:lnTo>
                  <a:lnTo>
                    <a:pt x="3440922" y="1176699"/>
                  </a:lnTo>
                  <a:lnTo>
                    <a:pt x="3441031" y="1176699"/>
                  </a:lnTo>
                  <a:lnTo>
                    <a:pt x="3441139" y="1176699"/>
                  </a:lnTo>
                  <a:lnTo>
                    <a:pt x="3441247" y="1176699"/>
                  </a:lnTo>
                  <a:lnTo>
                    <a:pt x="3441356" y="1176699"/>
                  </a:lnTo>
                  <a:lnTo>
                    <a:pt x="3441464" y="1176699"/>
                  </a:lnTo>
                  <a:lnTo>
                    <a:pt x="3441573" y="1176699"/>
                  </a:lnTo>
                  <a:lnTo>
                    <a:pt x="3441681" y="1176699"/>
                  </a:lnTo>
                  <a:lnTo>
                    <a:pt x="3441790" y="1176699"/>
                  </a:lnTo>
                  <a:lnTo>
                    <a:pt x="3441898" y="1176699"/>
                  </a:lnTo>
                  <a:lnTo>
                    <a:pt x="3442007" y="1176699"/>
                  </a:lnTo>
                  <a:lnTo>
                    <a:pt x="3442115" y="1176699"/>
                  </a:lnTo>
                  <a:lnTo>
                    <a:pt x="3442223" y="1176699"/>
                  </a:lnTo>
                  <a:lnTo>
                    <a:pt x="3442332" y="1176699"/>
                  </a:lnTo>
                  <a:lnTo>
                    <a:pt x="3442440" y="1176699"/>
                  </a:lnTo>
                  <a:lnTo>
                    <a:pt x="3442549" y="1176699"/>
                  </a:lnTo>
                  <a:lnTo>
                    <a:pt x="3442657" y="1176699"/>
                  </a:lnTo>
                  <a:lnTo>
                    <a:pt x="3442766" y="1176699"/>
                  </a:lnTo>
                  <a:lnTo>
                    <a:pt x="3442874" y="1176699"/>
                  </a:lnTo>
                  <a:lnTo>
                    <a:pt x="3442983" y="1176699"/>
                  </a:lnTo>
                  <a:lnTo>
                    <a:pt x="3443091" y="1176699"/>
                  </a:lnTo>
                  <a:lnTo>
                    <a:pt x="3443091" y="1176076"/>
                  </a:lnTo>
                  <a:lnTo>
                    <a:pt x="3443091" y="1175452"/>
                  </a:lnTo>
                  <a:lnTo>
                    <a:pt x="3443199" y="1175452"/>
                  </a:lnTo>
                  <a:lnTo>
                    <a:pt x="3443308" y="1175452"/>
                  </a:lnTo>
                  <a:lnTo>
                    <a:pt x="3443416" y="1175452"/>
                  </a:lnTo>
                  <a:lnTo>
                    <a:pt x="3443525" y="1175452"/>
                  </a:lnTo>
                  <a:lnTo>
                    <a:pt x="3443633" y="1175452"/>
                  </a:lnTo>
                  <a:lnTo>
                    <a:pt x="3443742" y="1175452"/>
                  </a:lnTo>
                  <a:lnTo>
                    <a:pt x="3443850" y="1175452"/>
                  </a:lnTo>
                  <a:lnTo>
                    <a:pt x="3443959" y="1175452"/>
                  </a:lnTo>
                  <a:lnTo>
                    <a:pt x="3444067" y="1175452"/>
                  </a:lnTo>
                  <a:lnTo>
                    <a:pt x="3444176" y="1175452"/>
                  </a:lnTo>
                  <a:lnTo>
                    <a:pt x="3444284" y="1175452"/>
                  </a:lnTo>
                  <a:lnTo>
                    <a:pt x="3444392" y="1175452"/>
                  </a:lnTo>
                  <a:lnTo>
                    <a:pt x="3444501" y="1175452"/>
                  </a:lnTo>
                  <a:lnTo>
                    <a:pt x="3444609" y="1175452"/>
                  </a:lnTo>
                  <a:lnTo>
                    <a:pt x="3444718" y="1175452"/>
                  </a:lnTo>
                  <a:lnTo>
                    <a:pt x="3444826" y="1175452"/>
                  </a:lnTo>
                  <a:lnTo>
                    <a:pt x="3444935" y="1175452"/>
                  </a:lnTo>
                  <a:lnTo>
                    <a:pt x="3445043" y="1175452"/>
                  </a:lnTo>
                  <a:lnTo>
                    <a:pt x="3445043" y="1174829"/>
                  </a:lnTo>
                  <a:lnTo>
                    <a:pt x="3445152" y="1174829"/>
                  </a:lnTo>
                  <a:lnTo>
                    <a:pt x="3445260" y="1174829"/>
                  </a:lnTo>
                  <a:lnTo>
                    <a:pt x="3445368" y="1174829"/>
                  </a:lnTo>
                  <a:lnTo>
                    <a:pt x="3445477" y="1174829"/>
                  </a:lnTo>
                  <a:lnTo>
                    <a:pt x="3445585" y="1174829"/>
                  </a:lnTo>
                  <a:lnTo>
                    <a:pt x="3445694" y="1174829"/>
                  </a:lnTo>
                  <a:lnTo>
                    <a:pt x="3445802" y="1174829"/>
                  </a:lnTo>
                  <a:lnTo>
                    <a:pt x="3445911" y="1174829"/>
                  </a:lnTo>
                  <a:lnTo>
                    <a:pt x="3445911" y="1174205"/>
                  </a:lnTo>
                  <a:lnTo>
                    <a:pt x="3446019" y="1174205"/>
                  </a:lnTo>
                  <a:lnTo>
                    <a:pt x="3446128" y="1174205"/>
                  </a:lnTo>
                  <a:lnTo>
                    <a:pt x="3446236" y="1174205"/>
                  </a:lnTo>
                  <a:lnTo>
                    <a:pt x="3446236" y="1173581"/>
                  </a:lnTo>
                  <a:lnTo>
                    <a:pt x="3446344" y="1173581"/>
                  </a:lnTo>
                  <a:lnTo>
                    <a:pt x="3446453" y="1173581"/>
                  </a:lnTo>
                  <a:lnTo>
                    <a:pt x="3446561" y="1173581"/>
                  </a:lnTo>
                  <a:lnTo>
                    <a:pt x="3446670" y="1173581"/>
                  </a:lnTo>
                  <a:lnTo>
                    <a:pt x="3446778" y="1173581"/>
                  </a:lnTo>
                  <a:lnTo>
                    <a:pt x="3446887" y="1173581"/>
                  </a:lnTo>
                  <a:lnTo>
                    <a:pt x="3446995" y="1173581"/>
                  </a:lnTo>
                  <a:lnTo>
                    <a:pt x="3447104" y="1173581"/>
                  </a:lnTo>
                  <a:lnTo>
                    <a:pt x="3447212" y="1173581"/>
                  </a:lnTo>
                  <a:lnTo>
                    <a:pt x="3447320" y="1173581"/>
                  </a:lnTo>
                  <a:lnTo>
                    <a:pt x="3447429" y="1173581"/>
                  </a:lnTo>
                  <a:lnTo>
                    <a:pt x="3447537" y="1173581"/>
                  </a:lnTo>
                  <a:lnTo>
                    <a:pt x="3447646" y="1173581"/>
                  </a:lnTo>
                  <a:lnTo>
                    <a:pt x="3447754" y="1173581"/>
                  </a:lnTo>
                  <a:lnTo>
                    <a:pt x="3447863" y="1173581"/>
                  </a:lnTo>
                  <a:lnTo>
                    <a:pt x="3447971" y="1173581"/>
                  </a:lnTo>
                  <a:lnTo>
                    <a:pt x="3448080" y="1173581"/>
                  </a:lnTo>
                  <a:lnTo>
                    <a:pt x="3448188" y="1173581"/>
                  </a:lnTo>
                  <a:lnTo>
                    <a:pt x="3448297" y="1173581"/>
                  </a:lnTo>
                  <a:lnTo>
                    <a:pt x="3448405" y="1173581"/>
                  </a:lnTo>
                  <a:lnTo>
                    <a:pt x="3448513" y="1173581"/>
                  </a:lnTo>
                  <a:lnTo>
                    <a:pt x="3448622" y="1173581"/>
                  </a:lnTo>
                  <a:lnTo>
                    <a:pt x="3448730" y="1173581"/>
                  </a:lnTo>
                  <a:lnTo>
                    <a:pt x="3448839" y="1173581"/>
                  </a:lnTo>
                  <a:lnTo>
                    <a:pt x="3448947" y="1173581"/>
                  </a:lnTo>
                  <a:lnTo>
                    <a:pt x="3449056" y="1173581"/>
                  </a:lnTo>
                  <a:lnTo>
                    <a:pt x="3449164" y="1173581"/>
                  </a:lnTo>
                  <a:lnTo>
                    <a:pt x="3449273" y="1173581"/>
                  </a:lnTo>
                  <a:lnTo>
                    <a:pt x="3449381" y="1173581"/>
                  </a:lnTo>
                  <a:lnTo>
                    <a:pt x="3449489" y="1173581"/>
                  </a:lnTo>
                  <a:lnTo>
                    <a:pt x="3449598" y="1173581"/>
                  </a:lnTo>
                  <a:lnTo>
                    <a:pt x="3449706" y="1173581"/>
                  </a:lnTo>
                  <a:lnTo>
                    <a:pt x="3449815" y="1173581"/>
                  </a:lnTo>
                  <a:lnTo>
                    <a:pt x="3449923" y="1173581"/>
                  </a:lnTo>
                  <a:lnTo>
                    <a:pt x="3449923" y="1172958"/>
                  </a:lnTo>
                  <a:lnTo>
                    <a:pt x="3450032" y="1172958"/>
                  </a:lnTo>
                  <a:lnTo>
                    <a:pt x="3450140" y="1172958"/>
                  </a:lnTo>
                  <a:lnTo>
                    <a:pt x="3450249" y="1172958"/>
                  </a:lnTo>
                  <a:lnTo>
                    <a:pt x="3450249" y="1172334"/>
                  </a:lnTo>
                  <a:lnTo>
                    <a:pt x="3450249" y="1171711"/>
                  </a:lnTo>
                  <a:lnTo>
                    <a:pt x="3450357" y="1171711"/>
                  </a:lnTo>
                  <a:lnTo>
                    <a:pt x="3450465" y="1171711"/>
                  </a:lnTo>
                  <a:lnTo>
                    <a:pt x="3450574" y="1171711"/>
                  </a:lnTo>
                  <a:lnTo>
                    <a:pt x="3450682" y="1171711"/>
                  </a:lnTo>
                  <a:lnTo>
                    <a:pt x="3450791" y="1171711"/>
                  </a:lnTo>
                  <a:lnTo>
                    <a:pt x="3450791" y="1171087"/>
                  </a:lnTo>
                  <a:lnTo>
                    <a:pt x="3450791" y="1170464"/>
                  </a:lnTo>
                  <a:lnTo>
                    <a:pt x="3450899" y="1170464"/>
                  </a:lnTo>
                  <a:lnTo>
                    <a:pt x="3451008" y="1170464"/>
                  </a:lnTo>
                  <a:lnTo>
                    <a:pt x="3451116" y="1170464"/>
                  </a:lnTo>
                  <a:lnTo>
                    <a:pt x="3451225" y="1170464"/>
                  </a:lnTo>
                  <a:lnTo>
                    <a:pt x="3451333" y="1170464"/>
                  </a:lnTo>
                  <a:lnTo>
                    <a:pt x="3451441" y="1170464"/>
                  </a:lnTo>
                  <a:lnTo>
                    <a:pt x="3451550" y="1170464"/>
                  </a:lnTo>
                  <a:lnTo>
                    <a:pt x="3451658" y="1170464"/>
                  </a:lnTo>
                  <a:lnTo>
                    <a:pt x="3451767" y="1170464"/>
                  </a:lnTo>
                  <a:lnTo>
                    <a:pt x="3451875" y="1170464"/>
                  </a:lnTo>
                  <a:lnTo>
                    <a:pt x="3451875" y="1169840"/>
                  </a:lnTo>
                  <a:lnTo>
                    <a:pt x="3451984" y="1169840"/>
                  </a:lnTo>
                  <a:lnTo>
                    <a:pt x="3452092" y="1169840"/>
                  </a:lnTo>
                  <a:lnTo>
                    <a:pt x="3452092" y="1169216"/>
                  </a:lnTo>
                  <a:lnTo>
                    <a:pt x="3452201" y="1169216"/>
                  </a:lnTo>
                  <a:lnTo>
                    <a:pt x="3452201" y="1168593"/>
                  </a:lnTo>
                  <a:lnTo>
                    <a:pt x="3452309" y="1168593"/>
                  </a:lnTo>
                  <a:lnTo>
                    <a:pt x="3452418" y="1168593"/>
                  </a:lnTo>
                  <a:lnTo>
                    <a:pt x="3452526" y="1168593"/>
                  </a:lnTo>
                  <a:lnTo>
                    <a:pt x="3452634" y="1168593"/>
                  </a:lnTo>
                  <a:lnTo>
                    <a:pt x="3452743" y="1168593"/>
                  </a:lnTo>
                  <a:lnTo>
                    <a:pt x="3452851" y="1168593"/>
                  </a:lnTo>
                  <a:lnTo>
                    <a:pt x="3452960" y="1168593"/>
                  </a:lnTo>
                  <a:lnTo>
                    <a:pt x="3453068" y="1168593"/>
                  </a:lnTo>
                  <a:lnTo>
                    <a:pt x="3453177" y="1168593"/>
                  </a:lnTo>
                  <a:lnTo>
                    <a:pt x="3453285" y="1168593"/>
                  </a:lnTo>
                  <a:lnTo>
                    <a:pt x="3453394" y="1168593"/>
                  </a:lnTo>
                  <a:lnTo>
                    <a:pt x="3453502" y="1168593"/>
                  </a:lnTo>
                  <a:lnTo>
                    <a:pt x="3453610" y="1168593"/>
                  </a:lnTo>
                  <a:lnTo>
                    <a:pt x="3453719" y="1168593"/>
                  </a:lnTo>
                  <a:lnTo>
                    <a:pt x="3453719" y="1167969"/>
                  </a:lnTo>
                  <a:lnTo>
                    <a:pt x="3453827" y="1167969"/>
                  </a:lnTo>
                  <a:lnTo>
                    <a:pt x="3453936" y="1167969"/>
                  </a:lnTo>
                  <a:lnTo>
                    <a:pt x="3454044" y="1167969"/>
                  </a:lnTo>
                  <a:lnTo>
                    <a:pt x="3454153" y="1167969"/>
                  </a:lnTo>
                  <a:lnTo>
                    <a:pt x="3454261" y="1167969"/>
                  </a:lnTo>
                  <a:lnTo>
                    <a:pt x="3454370" y="1167969"/>
                  </a:lnTo>
                  <a:lnTo>
                    <a:pt x="3454478" y="1167969"/>
                  </a:lnTo>
                  <a:lnTo>
                    <a:pt x="3454586" y="1167969"/>
                  </a:lnTo>
                  <a:lnTo>
                    <a:pt x="3454695" y="1167969"/>
                  </a:lnTo>
                  <a:lnTo>
                    <a:pt x="3454803" y="1167969"/>
                  </a:lnTo>
                  <a:lnTo>
                    <a:pt x="3454912" y="1167969"/>
                  </a:lnTo>
                  <a:lnTo>
                    <a:pt x="3455020" y="1167969"/>
                  </a:lnTo>
                  <a:lnTo>
                    <a:pt x="3455129" y="1167969"/>
                  </a:lnTo>
                  <a:lnTo>
                    <a:pt x="3455237" y="1167969"/>
                  </a:lnTo>
                  <a:lnTo>
                    <a:pt x="3455346" y="1167969"/>
                  </a:lnTo>
                  <a:lnTo>
                    <a:pt x="3455454" y="1167969"/>
                  </a:lnTo>
                  <a:lnTo>
                    <a:pt x="3455562" y="1167969"/>
                  </a:lnTo>
                  <a:lnTo>
                    <a:pt x="3455671" y="1167969"/>
                  </a:lnTo>
                  <a:lnTo>
                    <a:pt x="3455779" y="1167969"/>
                  </a:lnTo>
                  <a:lnTo>
                    <a:pt x="3455888" y="1167969"/>
                  </a:lnTo>
                  <a:lnTo>
                    <a:pt x="3455996" y="1167969"/>
                  </a:lnTo>
                  <a:lnTo>
                    <a:pt x="3456105" y="1167969"/>
                  </a:lnTo>
                  <a:lnTo>
                    <a:pt x="3456213" y="1167969"/>
                  </a:lnTo>
                  <a:lnTo>
                    <a:pt x="3456322" y="1167969"/>
                  </a:lnTo>
                  <a:lnTo>
                    <a:pt x="3456430" y="1167969"/>
                  </a:lnTo>
                  <a:lnTo>
                    <a:pt x="3456539" y="1167969"/>
                  </a:lnTo>
                  <a:lnTo>
                    <a:pt x="3456647" y="1167969"/>
                  </a:lnTo>
                  <a:lnTo>
                    <a:pt x="3456647" y="1167346"/>
                  </a:lnTo>
                  <a:lnTo>
                    <a:pt x="3456755" y="1167346"/>
                  </a:lnTo>
                  <a:lnTo>
                    <a:pt x="3456864" y="1167346"/>
                  </a:lnTo>
                  <a:lnTo>
                    <a:pt x="3456972" y="1167346"/>
                  </a:lnTo>
                  <a:lnTo>
                    <a:pt x="3457081" y="1167346"/>
                  </a:lnTo>
                  <a:lnTo>
                    <a:pt x="3457189" y="1167346"/>
                  </a:lnTo>
                  <a:lnTo>
                    <a:pt x="3457298" y="1167346"/>
                  </a:lnTo>
                  <a:lnTo>
                    <a:pt x="3457406" y="1167346"/>
                  </a:lnTo>
                  <a:lnTo>
                    <a:pt x="3457515" y="1167346"/>
                  </a:lnTo>
                  <a:lnTo>
                    <a:pt x="3457623" y="1167346"/>
                  </a:lnTo>
                  <a:lnTo>
                    <a:pt x="3457623" y="1166722"/>
                  </a:lnTo>
                  <a:lnTo>
                    <a:pt x="3457731" y="1166722"/>
                  </a:lnTo>
                  <a:lnTo>
                    <a:pt x="3457840" y="1166722"/>
                  </a:lnTo>
                  <a:lnTo>
                    <a:pt x="3457948" y="1166722"/>
                  </a:lnTo>
                  <a:lnTo>
                    <a:pt x="3458057" y="1166722"/>
                  </a:lnTo>
                  <a:lnTo>
                    <a:pt x="3458165" y="1166722"/>
                  </a:lnTo>
                  <a:lnTo>
                    <a:pt x="3458274" y="1166722"/>
                  </a:lnTo>
                  <a:lnTo>
                    <a:pt x="3458382" y="1166722"/>
                  </a:lnTo>
                  <a:lnTo>
                    <a:pt x="3458382" y="1166098"/>
                  </a:lnTo>
                  <a:lnTo>
                    <a:pt x="3458491" y="1166098"/>
                  </a:lnTo>
                  <a:lnTo>
                    <a:pt x="3458599" y="1166098"/>
                  </a:lnTo>
                  <a:lnTo>
                    <a:pt x="3458707" y="1166098"/>
                  </a:lnTo>
                  <a:lnTo>
                    <a:pt x="3458816" y="1166098"/>
                  </a:lnTo>
                  <a:lnTo>
                    <a:pt x="3458924" y="1166098"/>
                  </a:lnTo>
                  <a:lnTo>
                    <a:pt x="3459033" y="1166098"/>
                  </a:lnTo>
                  <a:lnTo>
                    <a:pt x="3459033" y="1165475"/>
                  </a:lnTo>
                  <a:lnTo>
                    <a:pt x="3459141" y="1165475"/>
                  </a:lnTo>
                  <a:lnTo>
                    <a:pt x="3459141" y="1164851"/>
                  </a:lnTo>
                  <a:lnTo>
                    <a:pt x="3459250" y="1164851"/>
                  </a:lnTo>
                  <a:lnTo>
                    <a:pt x="3459358" y="1164851"/>
                  </a:lnTo>
                  <a:lnTo>
                    <a:pt x="3459467" y="1164851"/>
                  </a:lnTo>
                  <a:lnTo>
                    <a:pt x="3459575" y="1164851"/>
                  </a:lnTo>
                  <a:lnTo>
                    <a:pt x="3459683" y="1164851"/>
                  </a:lnTo>
                  <a:lnTo>
                    <a:pt x="3459792" y="1164851"/>
                  </a:lnTo>
                  <a:lnTo>
                    <a:pt x="3459900" y="1164851"/>
                  </a:lnTo>
                  <a:lnTo>
                    <a:pt x="3460009" y="1164851"/>
                  </a:lnTo>
                  <a:lnTo>
                    <a:pt x="3460117" y="1164851"/>
                  </a:lnTo>
                  <a:lnTo>
                    <a:pt x="3460226" y="1164851"/>
                  </a:lnTo>
                  <a:lnTo>
                    <a:pt x="3460334" y="1164851"/>
                  </a:lnTo>
                  <a:lnTo>
                    <a:pt x="3460443" y="1164851"/>
                  </a:lnTo>
                  <a:lnTo>
                    <a:pt x="3460551" y="1164851"/>
                  </a:lnTo>
                  <a:lnTo>
                    <a:pt x="3460660" y="1164851"/>
                  </a:lnTo>
                  <a:lnTo>
                    <a:pt x="3460768" y="1164851"/>
                  </a:lnTo>
                  <a:lnTo>
                    <a:pt x="3460876" y="1164851"/>
                  </a:lnTo>
                  <a:lnTo>
                    <a:pt x="3460985" y="1164851"/>
                  </a:lnTo>
                  <a:lnTo>
                    <a:pt x="3461093" y="1164851"/>
                  </a:lnTo>
                  <a:lnTo>
                    <a:pt x="3461202" y="1164851"/>
                  </a:lnTo>
                  <a:lnTo>
                    <a:pt x="3461310" y="1164851"/>
                  </a:lnTo>
                  <a:lnTo>
                    <a:pt x="3461419" y="1164851"/>
                  </a:lnTo>
                  <a:lnTo>
                    <a:pt x="3461527" y="1164851"/>
                  </a:lnTo>
                  <a:lnTo>
                    <a:pt x="3461527" y="1164228"/>
                  </a:lnTo>
                  <a:lnTo>
                    <a:pt x="3461636" y="1164228"/>
                  </a:lnTo>
                  <a:lnTo>
                    <a:pt x="3461744" y="1164228"/>
                  </a:lnTo>
                  <a:lnTo>
                    <a:pt x="3461744" y="1163604"/>
                  </a:lnTo>
                  <a:lnTo>
                    <a:pt x="3461852" y="1163604"/>
                  </a:lnTo>
                  <a:lnTo>
                    <a:pt x="3461961" y="1163604"/>
                  </a:lnTo>
                  <a:lnTo>
                    <a:pt x="3462069" y="1163604"/>
                  </a:lnTo>
                  <a:lnTo>
                    <a:pt x="3462178" y="1163604"/>
                  </a:lnTo>
                  <a:lnTo>
                    <a:pt x="3462286" y="1163604"/>
                  </a:lnTo>
                  <a:lnTo>
                    <a:pt x="3462395" y="1163604"/>
                  </a:lnTo>
                  <a:lnTo>
                    <a:pt x="3462395" y="1162981"/>
                  </a:lnTo>
                  <a:lnTo>
                    <a:pt x="3462503" y="1162981"/>
                  </a:lnTo>
                  <a:lnTo>
                    <a:pt x="3462612" y="1162981"/>
                  </a:lnTo>
                  <a:lnTo>
                    <a:pt x="3462612" y="1162357"/>
                  </a:lnTo>
                  <a:lnTo>
                    <a:pt x="3462720" y="1162357"/>
                  </a:lnTo>
                  <a:lnTo>
                    <a:pt x="3462828" y="1162357"/>
                  </a:lnTo>
                  <a:lnTo>
                    <a:pt x="3462828" y="1161733"/>
                  </a:lnTo>
                  <a:lnTo>
                    <a:pt x="3462828" y="1161110"/>
                  </a:lnTo>
                  <a:lnTo>
                    <a:pt x="3462828" y="1160486"/>
                  </a:lnTo>
                  <a:lnTo>
                    <a:pt x="3462937" y="1160486"/>
                  </a:lnTo>
                  <a:lnTo>
                    <a:pt x="3463045" y="1160486"/>
                  </a:lnTo>
                  <a:lnTo>
                    <a:pt x="3463045" y="1159863"/>
                  </a:lnTo>
                  <a:lnTo>
                    <a:pt x="3463154" y="1159863"/>
                  </a:lnTo>
                  <a:lnTo>
                    <a:pt x="3463262" y="1159863"/>
                  </a:lnTo>
                  <a:lnTo>
                    <a:pt x="3463371" y="1159863"/>
                  </a:lnTo>
                  <a:lnTo>
                    <a:pt x="3463479" y="1159863"/>
                  </a:lnTo>
                  <a:lnTo>
                    <a:pt x="3463588" y="1159863"/>
                  </a:lnTo>
                  <a:lnTo>
                    <a:pt x="3463696" y="1159863"/>
                  </a:lnTo>
                  <a:lnTo>
                    <a:pt x="3463804" y="1159863"/>
                  </a:lnTo>
                  <a:lnTo>
                    <a:pt x="3463913" y="1159863"/>
                  </a:lnTo>
                  <a:lnTo>
                    <a:pt x="3463913" y="1159239"/>
                  </a:lnTo>
                  <a:lnTo>
                    <a:pt x="3464021" y="1159239"/>
                  </a:lnTo>
                  <a:lnTo>
                    <a:pt x="3464021" y="1158615"/>
                  </a:lnTo>
                  <a:lnTo>
                    <a:pt x="3464130" y="1158615"/>
                  </a:lnTo>
                  <a:lnTo>
                    <a:pt x="3464238" y="1158615"/>
                  </a:lnTo>
                  <a:lnTo>
                    <a:pt x="3464347" y="1158615"/>
                  </a:lnTo>
                  <a:lnTo>
                    <a:pt x="3464455" y="1158615"/>
                  </a:lnTo>
                  <a:lnTo>
                    <a:pt x="3464564" y="1158615"/>
                  </a:lnTo>
                  <a:lnTo>
                    <a:pt x="3464672" y="1158615"/>
                  </a:lnTo>
                  <a:lnTo>
                    <a:pt x="3464781" y="1158615"/>
                  </a:lnTo>
                  <a:lnTo>
                    <a:pt x="3464889" y="1158615"/>
                  </a:lnTo>
                  <a:lnTo>
                    <a:pt x="3464997" y="1158615"/>
                  </a:lnTo>
                  <a:lnTo>
                    <a:pt x="3465106" y="1158615"/>
                  </a:lnTo>
                  <a:lnTo>
                    <a:pt x="3465106" y="1157992"/>
                  </a:lnTo>
                  <a:lnTo>
                    <a:pt x="3465214" y="1157992"/>
                  </a:lnTo>
                  <a:lnTo>
                    <a:pt x="3465323" y="1157992"/>
                  </a:lnTo>
                  <a:lnTo>
                    <a:pt x="3465431" y="1157992"/>
                  </a:lnTo>
                  <a:lnTo>
                    <a:pt x="3465540" y="1157992"/>
                  </a:lnTo>
                  <a:lnTo>
                    <a:pt x="3465540" y="1157368"/>
                  </a:lnTo>
                  <a:lnTo>
                    <a:pt x="3465648" y="1157368"/>
                  </a:lnTo>
                  <a:lnTo>
                    <a:pt x="3465757" y="1157368"/>
                  </a:lnTo>
                  <a:lnTo>
                    <a:pt x="3465865" y="1157368"/>
                  </a:lnTo>
                  <a:lnTo>
                    <a:pt x="3465973" y="1157368"/>
                  </a:lnTo>
                  <a:lnTo>
                    <a:pt x="3466082" y="1157368"/>
                  </a:lnTo>
                  <a:lnTo>
                    <a:pt x="3466190" y="1157368"/>
                  </a:lnTo>
                  <a:lnTo>
                    <a:pt x="3466190" y="1156745"/>
                  </a:lnTo>
                  <a:lnTo>
                    <a:pt x="3466299" y="1156745"/>
                  </a:lnTo>
                  <a:lnTo>
                    <a:pt x="3466407" y="1156745"/>
                  </a:lnTo>
                  <a:lnTo>
                    <a:pt x="3466516" y="1156745"/>
                  </a:lnTo>
                  <a:lnTo>
                    <a:pt x="3466624" y="1156745"/>
                  </a:lnTo>
                  <a:lnTo>
                    <a:pt x="3466733" y="1156745"/>
                  </a:lnTo>
                  <a:lnTo>
                    <a:pt x="3466841" y="1156745"/>
                  </a:lnTo>
                  <a:lnTo>
                    <a:pt x="3466841" y="1156121"/>
                  </a:lnTo>
                  <a:lnTo>
                    <a:pt x="3466949" y="1156121"/>
                  </a:lnTo>
                  <a:lnTo>
                    <a:pt x="3467058" y="1156121"/>
                  </a:lnTo>
                  <a:lnTo>
                    <a:pt x="3467166" y="1156121"/>
                  </a:lnTo>
                  <a:lnTo>
                    <a:pt x="3467275" y="1156121"/>
                  </a:lnTo>
                  <a:lnTo>
                    <a:pt x="3467383" y="1156121"/>
                  </a:lnTo>
                  <a:lnTo>
                    <a:pt x="3467492" y="1156121"/>
                  </a:lnTo>
                  <a:lnTo>
                    <a:pt x="3467600" y="1156121"/>
                  </a:lnTo>
                  <a:lnTo>
                    <a:pt x="3467709" y="1156121"/>
                  </a:lnTo>
                  <a:lnTo>
                    <a:pt x="3467817" y="1156121"/>
                  </a:lnTo>
                  <a:lnTo>
                    <a:pt x="3467925" y="1156121"/>
                  </a:lnTo>
                  <a:lnTo>
                    <a:pt x="3468034" y="1156121"/>
                  </a:lnTo>
                  <a:lnTo>
                    <a:pt x="3468142" y="1156121"/>
                  </a:lnTo>
                  <a:lnTo>
                    <a:pt x="3468251" y="1156121"/>
                  </a:lnTo>
                  <a:lnTo>
                    <a:pt x="3468359" y="1156121"/>
                  </a:lnTo>
                  <a:lnTo>
                    <a:pt x="3468468" y="1156121"/>
                  </a:lnTo>
                  <a:lnTo>
                    <a:pt x="3468576" y="1156121"/>
                  </a:lnTo>
                  <a:lnTo>
                    <a:pt x="3468685" y="1156121"/>
                  </a:lnTo>
                  <a:lnTo>
                    <a:pt x="3468793" y="1156121"/>
                  </a:lnTo>
                  <a:lnTo>
                    <a:pt x="3468901" y="1156121"/>
                  </a:lnTo>
                  <a:lnTo>
                    <a:pt x="3469010" y="1156121"/>
                  </a:lnTo>
                  <a:lnTo>
                    <a:pt x="3469010" y="1155498"/>
                  </a:lnTo>
                  <a:lnTo>
                    <a:pt x="3469010" y="1154874"/>
                  </a:lnTo>
                  <a:lnTo>
                    <a:pt x="3469118" y="1154874"/>
                  </a:lnTo>
                  <a:lnTo>
                    <a:pt x="3469227" y="1154874"/>
                  </a:lnTo>
                  <a:lnTo>
                    <a:pt x="3469335" y="1154874"/>
                  </a:lnTo>
                  <a:lnTo>
                    <a:pt x="3469444" y="1154874"/>
                  </a:lnTo>
                  <a:lnTo>
                    <a:pt x="3469444" y="1154250"/>
                  </a:lnTo>
                  <a:lnTo>
                    <a:pt x="3469552" y="1154250"/>
                  </a:lnTo>
                  <a:lnTo>
                    <a:pt x="3469661" y="1154250"/>
                  </a:lnTo>
                  <a:lnTo>
                    <a:pt x="3469769" y="1154250"/>
                  </a:lnTo>
                  <a:lnTo>
                    <a:pt x="3469878" y="1154250"/>
                  </a:lnTo>
                  <a:lnTo>
                    <a:pt x="3469986" y="1154250"/>
                  </a:lnTo>
                  <a:lnTo>
                    <a:pt x="3470094" y="1154250"/>
                  </a:lnTo>
                  <a:lnTo>
                    <a:pt x="3470203" y="1154250"/>
                  </a:lnTo>
                  <a:lnTo>
                    <a:pt x="3470311" y="1154250"/>
                  </a:lnTo>
                  <a:lnTo>
                    <a:pt x="3470420" y="1154250"/>
                  </a:lnTo>
                  <a:lnTo>
                    <a:pt x="3470528" y="1154250"/>
                  </a:lnTo>
                  <a:lnTo>
                    <a:pt x="3470528" y="1153627"/>
                  </a:lnTo>
                  <a:lnTo>
                    <a:pt x="3470637" y="1153627"/>
                  </a:lnTo>
                  <a:lnTo>
                    <a:pt x="3470745" y="1153627"/>
                  </a:lnTo>
                  <a:lnTo>
                    <a:pt x="3470854" y="1153627"/>
                  </a:lnTo>
                  <a:lnTo>
                    <a:pt x="3470962" y="1153627"/>
                  </a:lnTo>
                  <a:lnTo>
                    <a:pt x="3471070" y="1153627"/>
                  </a:lnTo>
                  <a:lnTo>
                    <a:pt x="3471179" y="1153627"/>
                  </a:lnTo>
                  <a:lnTo>
                    <a:pt x="3471287" y="1153627"/>
                  </a:lnTo>
                  <a:lnTo>
                    <a:pt x="3471287" y="1153003"/>
                  </a:lnTo>
                  <a:lnTo>
                    <a:pt x="3471396" y="1153003"/>
                  </a:lnTo>
                  <a:lnTo>
                    <a:pt x="3471504" y="1153003"/>
                  </a:lnTo>
                  <a:lnTo>
                    <a:pt x="3471613" y="1153003"/>
                  </a:lnTo>
                  <a:lnTo>
                    <a:pt x="3471721" y="1153003"/>
                  </a:lnTo>
                  <a:lnTo>
                    <a:pt x="3471830" y="1153003"/>
                  </a:lnTo>
                  <a:lnTo>
                    <a:pt x="3471938" y="1153003"/>
                  </a:lnTo>
                  <a:lnTo>
                    <a:pt x="3472046" y="1153003"/>
                  </a:lnTo>
                  <a:lnTo>
                    <a:pt x="3472046" y="1152380"/>
                  </a:lnTo>
                  <a:lnTo>
                    <a:pt x="3472155" y="1152380"/>
                  </a:lnTo>
                  <a:lnTo>
                    <a:pt x="3472263" y="1152380"/>
                  </a:lnTo>
                  <a:lnTo>
                    <a:pt x="3472372" y="1152380"/>
                  </a:lnTo>
                  <a:lnTo>
                    <a:pt x="3472480" y="1152380"/>
                  </a:lnTo>
                  <a:lnTo>
                    <a:pt x="3472589" y="1152380"/>
                  </a:lnTo>
                  <a:lnTo>
                    <a:pt x="3472697" y="1152380"/>
                  </a:lnTo>
                  <a:lnTo>
                    <a:pt x="3472806" y="1152380"/>
                  </a:lnTo>
                  <a:lnTo>
                    <a:pt x="3472914" y="1152380"/>
                  </a:lnTo>
                  <a:lnTo>
                    <a:pt x="3473022" y="1152380"/>
                  </a:lnTo>
                  <a:lnTo>
                    <a:pt x="3473131" y="1152380"/>
                  </a:lnTo>
                  <a:lnTo>
                    <a:pt x="3473239" y="1152380"/>
                  </a:lnTo>
                  <a:lnTo>
                    <a:pt x="3473239" y="1151756"/>
                  </a:lnTo>
                  <a:lnTo>
                    <a:pt x="3473239" y="1151132"/>
                  </a:lnTo>
                  <a:lnTo>
                    <a:pt x="3473348" y="1151132"/>
                  </a:lnTo>
                  <a:lnTo>
                    <a:pt x="3473456" y="1151132"/>
                  </a:lnTo>
                  <a:lnTo>
                    <a:pt x="3473565" y="1151132"/>
                  </a:lnTo>
                  <a:lnTo>
                    <a:pt x="3473673" y="1151132"/>
                  </a:lnTo>
                  <a:lnTo>
                    <a:pt x="3473782" y="1151132"/>
                  </a:lnTo>
                  <a:lnTo>
                    <a:pt x="3473890" y="1151132"/>
                  </a:lnTo>
                  <a:lnTo>
                    <a:pt x="3473999" y="1151132"/>
                  </a:lnTo>
                  <a:lnTo>
                    <a:pt x="3474107" y="1151132"/>
                  </a:lnTo>
                  <a:lnTo>
                    <a:pt x="3474215" y="1151132"/>
                  </a:lnTo>
                  <a:lnTo>
                    <a:pt x="3474324" y="1151132"/>
                  </a:lnTo>
                  <a:lnTo>
                    <a:pt x="3474432" y="1151132"/>
                  </a:lnTo>
                  <a:lnTo>
                    <a:pt x="3474541" y="1151132"/>
                  </a:lnTo>
                  <a:lnTo>
                    <a:pt x="3474649" y="1151132"/>
                  </a:lnTo>
                  <a:lnTo>
                    <a:pt x="3474758" y="1151132"/>
                  </a:lnTo>
                  <a:lnTo>
                    <a:pt x="3474866" y="1151132"/>
                  </a:lnTo>
                  <a:lnTo>
                    <a:pt x="3474975" y="1151132"/>
                  </a:lnTo>
                  <a:lnTo>
                    <a:pt x="3475083" y="1151132"/>
                  </a:lnTo>
                  <a:lnTo>
                    <a:pt x="3475191" y="1151132"/>
                  </a:lnTo>
                  <a:lnTo>
                    <a:pt x="3475300" y="1151132"/>
                  </a:lnTo>
                  <a:lnTo>
                    <a:pt x="3475408" y="1151132"/>
                  </a:lnTo>
                  <a:lnTo>
                    <a:pt x="3475517" y="1151132"/>
                  </a:lnTo>
                  <a:lnTo>
                    <a:pt x="3475625" y="1151132"/>
                  </a:lnTo>
                  <a:lnTo>
                    <a:pt x="3475734" y="1151132"/>
                  </a:lnTo>
                  <a:lnTo>
                    <a:pt x="3475842" y="1151132"/>
                  </a:lnTo>
                  <a:lnTo>
                    <a:pt x="3475951" y="1151132"/>
                  </a:lnTo>
                  <a:lnTo>
                    <a:pt x="3476059" y="1151132"/>
                  </a:lnTo>
                  <a:lnTo>
                    <a:pt x="3476167" y="1151132"/>
                  </a:lnTo>
                  <a:lnTo>
                    <a:pt x="3476276" y="1151132"/>
                  </a:lnTo>
                  <a:lnTo>
                    <a:pt x="3476384" y="1151132"/>
                  </a:lnTo>
                  <a:lnTo>
                    <a:pt x="3476493" y="1151132"/>
                  </a:lnTo>
                  <a:lnTo>
                    <a:pt x="3476601" y="1151132"/>
                  </a:lnTo>
                  <a:lnTo>
                    <a:pt x="3476710" y="1151132"/>
                  </a:lnTo>
                  <a:lnTo>
                    <a:pt x="3476818" y="1151132"/>
                  </a:lnTo>
                  <a:lnTo>
                    <a:pt x="3476927" y="1151132"/>
                  </a:lnTo>
                  <a:lnTo>
                    <a:pt x="3477035" y="1151132"/>
                  </a:lnTo>
                  <a:lnTo>
                    <a:pt x="3477143" y="1151132"/>
                  </a:lnTo>
                  <a:lnTo>
                    <a:pt x="3477252" y="1151132"/>
                  </a:lnTo>
                  <a:lnTo>
                    <a:pt x="3477360" y="1151132"/>
                  </a:lnTo>
                  <a:lnTo>
                    <a:pt x="3477469" y="1151132"/>
                  </a:lnTo>
                  <a:lnTo>
                    <a:pt x="3477577" y="1151132"/>
                  </a:lnTo>
                  <a:lnTo>
                    <a:pt x="3477686" y="1151132"/>
                  </a:lnTo>
                  <a:lnTo>
                    <a:pt x="3477794" y="1151132"/>
                  </a:lnTo>
                  <a:lnTo>
                    <a:pt x="3477903" y="1151132"/>
                  </a:lnTo>
                  <a:lnTo>
                    <a:pt x="3478011" y="1151132"/>
                  </a:lnTo>
                  <a:lnTo>
                    <a:pt x="3478120" y="1151132"/>
                  </a:lnTo>
                  <a:lnTo>
                    <a:pt x="3478228" y="1151132"/>
                  </a:lnTo>
                  <a:lnTo>
                    <a:pt x="3478336" y="1151132"/>
                  </a:lnTo>
                  <a:lnTo>
                    <a:pt x="3478445" y="1151132"/>
                  </a:lnTo>
                  <a:lnTo>
                    <a:pt x="3478553" y="1151132"/>
                  </a:lnTo>
                  <a:lnTo>
                    <a:pt x="3478662" y="1151132"/>
                  </a:lnTo>
                  <a:lnTo>
                    <a:pt x="3478662" y="1150509"/>
                  </a:lnTo>
                  <a:lnTo>
                    <a:pt x="3478770" y="1150509"/>
                  </a:lnTo>
                  <a:lnTo>
                    <a:pt x="3478879" y="1150509"/>
                  </a:lnTo>
                  <a:lnTo>
                    <a:pt x="3478879" y="1149885"/>
                  </a:lnTo>
                  <a:lnTo>
                    <a:pt x="3478987" y="1149885"/>
                  </a:lnTo>
                  <a:lnTo>
                    <a:pt x="3479096" y="1149885"/>
                  </a:lnTo>
                  <a:lnTo>
                    <a:pt x="3479204" y="1149885"/>
                  </a:lnTo>
                  <a:lnTo>
                    <a:pt x="3479312" y="1149885"/>
                  </a:lnTo>
                  <a:lnTo>
                    <a:pt x="3479421" y="1149885"/>
                  </a:lnTo>
                  <a:lnTo>
                    <a:pt x="3479529" y="1149885"/>
                  </a:lnTo>
                  <a:lnTo>
                    <a:pt x="3479638" y="1149885"/>
                  </a:lnTo>
                  <a:lnTo>
                    <a:pt x="3479638" y="1149262"/>
                  </a:lnTo>
                  <a:lnTo>
                    <a:pt x="3479638" y="1148638"/>
                  </a:lnTo>
                  <a:lnTo>
                    <a:pt x="3479746" y="1148638"/>
                  </a:lnTo>
                  <a:lnTo>
                    <a:pt x="3479855" y="1148638"/>
                  </a:lnTo>
                  <a:lnTo>
                    <a:pt x="3479963" y="1148638"/>
                  </a:lnTo>
                  <a:lnTo>
                    <a:pt x="3480072" y="1148638"/>
                  </a:lnTo>
                  <a:lnTo>
                    <a:pt x="3480180" y="1148638"/>
                  </a:lnTo>
                  <a:lnTo>
                    <a:pt x="3480180" y="1148015"/>
                  </a:lnTo>
                  <a:lnTo>
                    <a:pt x="3480180" y="1147391"/>
                  </a:lnTo>
                  <a:lnTo>
                    <a:pt x="3480288" y="1147391"/>
                  </a:lnTo>
                  <a:lnTo>
                    <a:pt x="3480397" y="1147391"/>
                  </a:lnTo>
                  <a:lnTo>
                    <a:pt x="3480505" y="1147391"/>
                  </a:lnTo>
                  <a:lnTo>
                    <a:pt x="3480614" y="1147391"/>
                  </a:lnTo>
                  <a:lnTo>
                    <a:pt x="3480722" y="1147391"/>
                  </a:lnTo>
                  <a:lnTo>
                    <a:pt x="3480831" y="1147391"/>
                  </a:lnTo>
                  <a:lnTo>
                    <a:pt x="3480939" y="1147391"/>
                  </a:lnTo>
                  <a:lnTo>
                    <a:pt x="3481048" y="1147391"/>
                  </a:lnTo>
                  <a:lnTo>
                    <a:pt x="3481048" y="1146767"/>
                  </a:lnTo>
                  <a:lnTo>
                    <a:pt x="3481156" y="1146767"/>
                  </a:lnTo>
                  <a:lnTo>
                    <a:pt x="3481264" y="1146767"/>
                  </a:lnTo>
                  <a:lnTo>
                    <a:pt x="3481373" y="1146767"/>
                  </a:lnTo>
                  <a:lnTo>
                    <a:pt x="3481481" y="1146767"/>
                  </a:lnTo>
                  <a:lnTo>
                    <a:pt x="3481590" y="1146767"/>
                  </a:lnTo>
                  <a:lnTo>
                    <a:pt x="3481698" y="1146767"/>
                  </a:lnTo>
                  <a:lnTo>
                    <a:pt x="3481807" y="1146767"/>
                  </a:lnTo>
                  <a:lnTo>
                    <a:pt x="3481915" y="1146767"/>
                  </a:lnTo>
                  <a:lnTo>
                    <a:pt x="3481915" y="1146144"/>
                  </a:lnTo>
                  <a:lnTo>
                    <a:pt x="3482024" y="1146144"/>
                  </a:lnTo>
                  <a:lnTo>
                    <a:pt x="3482132" y="1146144"/>
                  </a:lnTo>
                  <a:lnTo>
                    <a:pt x="3482241" y="1146144"/>
                  </a:lnTo>
                  <a:lnTo>
                    <a:pt x="3482349" y="1146144"/>
                  </a:lnTo>
                  <a:lnTo>
                    <a:pt x="3482457" y="1146144"/>
                  </a:lnTo>
                  <a:lnTo>
                    <a:pt x="3482566" y="1146144"/>
                  </a:lnTo>
                  <a:lnTo>
                    <a:pt x="3482674" y="1146144"/>
                  </a:lnTo>
                  <a:lnTo>
                    <a:pt x="3482783" y="1146144"/>
                  </a:lnTo>
                  <a:lnTo>
                    <a:pt x="3482891" y="1146144"/>
                  </a:lnTo>
                  <a:lnTo>
                    <a:pt x="3483000" y="1146144"/>
                  </a:lnTo>
                  <a:lnTo>
                    <a:pt x="3483000" y="1145520"/>
                  </a:lnTo>
                  <a:lnTo>
                    <a:pt x="3483108" y="1145520"/>
                  </a:lnTo>
                  <a:lnTo>
                    <a:pt x="3483217" y="1145520"/>
                  </a:lnTo>
                  <a:lnTo>
                    <a:pt x="3483325" y="1145520"/>
                  </a:lnTo>
                  <a:lnTo>
                    <a:pt x="3483433" y="1145520"/>
                  </a:lnTo>
                  <a:lnTo>
                    <a:pt x="3483542" y="1145520"/>
                  </a:lnTo>
                  <a:lnTo>
                    <a:pt x="3483650" y="1145520"/>
                  </a:lnTo>
                  <a:lnTo>
                    <a:pt x="3483759" y="1145520"/>
                  </a:lnTo>
                  <a:lnTo>
                    <a:pt x="3483867" y="1145520"/>
                  </a:lnTo>
                  <a:lnTo>
                    <a:pt x="3483976" y="1145520"/>
                  </a:lnTo>
                  <a:lnTo>
                    <a:pt x="3484084" y="1145520"/>
                  </a:lnTo>
                  <a:lnTo>
                    <a:pt x="3484193" y="1145520"/>
                  </a:lnTo>
                  <a:lnTo>
                    <a:pt x="3484301" y="1145520"/>
                  </a:lnTo>
                  <a:lnTo>
                    <a:pt x="3484409" y="1145520"/>
                  </a:lnTo>
                  <a:lnTo>
                    <a:pt x="3484518" y="1145520"/>
                  </a:lnTo>
                  <a:lnTo>
                    <a:pt x="3484626" y="1145520"/>
                  </a:lnTo>
                  <a:lnTo>
                    <a:pt x="3484735" y="1145520"/>
                  </a:lnTo>
                  <a:lnTo>
                    <a:pt x="3484843" y="1145520"/>
                  </a:lnTo>
                  <a:lnTo>
                    <a:pt x="3484843" y="1144897"/>
                  </a:lnTo>
                  <a:lnTo>
                    <a:pt x="3484952" y="1144897"/>
                  </a:lnTo>
                  <a:lnTo>
                    <a:pt x="3485060" y="1144897"/>
                  </a:lnTo>
                  <a:lnTo>
                    <a:pt x="3485169" y="1144897"/>
                  </a:lnTo>
                  <a:lnTo>
                    <a:pt x="3485277" y="1144897"/>
                  </a:lnTo>
                  <a:lnTo>
                    <a:pt x="3485385" y="1144897"/>
                  </a:lnTo>
                  <a:lnTo>
                    <a:pt x="3485494" y="1144897"/>
                  </a:lnTo>
                  <a:lnTo>
                    <a:pt x="3485602" y="1144897"/>
                  </a:lnTo>
                  <a:lnTo>
                    <a:pt x="3485711" y="1144897"/>
                  </a:lnTo>
                  <a:lnTo>
                    <a:pt x="3485711" y="1144273"/>
                  </a:lnTo>
                  <a:lnTo>
                    <a:pt x="3485819" y="1144273"/>
                  </a:lnTo>
                  <a:lnTo>
                    <a:pt x="3485928" y="1144273"/>
                  </a:lnTo>
                  <a:lnTo>
                    <a:pt x="3485928" y="1143649"/>
                  </a:lnTo>
                  <a:lnTo>
                    <a:pt x="3486036" y="1143649"/>
                  </a:lnTo>
                  <a:lnTo>
                    <a:pt x="3486145" y="1143649"/>
                  </a:lnTo>
                  <a:lnTo>
                    <a:pt x="3486253" y="1143649"/>
                  </a:lnTo>
                  <a:lnTo>
                    <a:pt x="3486253" y="1143026"/>
                  </a:lnTo>
                  <a:lnTo>
                    <a:pt x="3486362" y="1143026"/>
                  </a:lnTo>
                  <a:lnTo>
                    <a:pt x="3486470" y="1143026"/>
                  </a:lnTo>
                  <a:lnTo>
                    <a:pt x="3486578" y="1143026"/>
                  </a:lnTo>
                  <a:lnTo>
                    <a:pt x="3486687" y="1143026"/>
                  </a:lnTo>
                  <a:lnTo>
                    <a:pt x="3486795" y="1143026"/>
                  </a:lnTo>
                  <a:lnTo>
                    <a:pt x="3486904" y="1143026"/>
                  </a:lnTo>
                  <a:lnTo>
                    <a:pt x="3487012" y="1143026"/>
                  </a:lnTo>
                  <a:lnTo>
                    <a:pt x="3487121" y="1143026"/>
                  </a:lnTo>
                  <a:lnTo>
                    <a:pt x="3487229" y="1143026"/>
                  </a:lnTo>
                  <a:lnTo>
                    <a:pt x="3487338" y="1143026"/>
                  </a:lnTo>
                  <a:lnTo>
                    <a:pt x="3487446" y="1143026"/>
                  </a:lnTo>
                  <a:lnTo>
                    <a:pt x="3487554" y="1143026"/>
                  </a:lnTo>
                  <a:lnTo>
                    <a:pt x="3487663" y="1143026"/>
                  </a:lnTo>
                  <a:lnTo>
                    <a:pt x="3487771" y="1143026"/>
                  </a:lnTo>
                  <a:lnTo>
                    <a:pt x="3487880" y="1143026"/>
                  </a:lnTo>
                  <a:lnTo>
                    <a:pt x="3487988" y="1143026"/>
                  </a:lnTo>
                  <a:lnTo>
                    <a:pt x="3488097" y="1143026"/>
                  </a:lnTo>
                  <a:lnTo>
                    <a:pt x="3488097" y="1142402"/>
                  </a:lnTo>
                  <a:lnTo>
                    <a:pt x="3488097" y="1141779"/>
                  </a:lnTo>
                  <a:lnTo>
                    <a:pt x="3488205" y="1141779"/>
                  </a:lnTo>
                  <a:lnTo>
                    <a:pt x="3488314" y="1141779"/>
                  </a:lnTo>
                  <a:lnTo>
                    <a:pt x="3488422" y="1141779"/>
                  </a:lnTo>
                  <a:lnTo>
                    <a:pt x="3488530" y="1141779"/>
                  </a:lnTo>
                  <a:lnTo>
                    <a:pt x="3488639" y="1141779"/>
                  </a:lnTo>
                  <a:lnTo>
                    <a:pt x="3488747" y="1141779"/>
                  </a:lnTo>
                  <a:lnTo>
                    <a:pt x="3488747" y="1141155"/>
                  </a:lnTo>
                  <a:lnTo>
                    <a:pt x="3488747" y="1140532"/>
                  </a:lnTo>
                  <a:lnTo>
                    <a:pt x="3488856" y="1140532"/>
                  </a:lnTo>
                  <a:lnTo>
                    <a:pt x="3488964" y="1140532"/>
                  </a:lnTo>
                  <a:lnTo>
                    <a:pt x="3489073" y="1140532"/>
                  </a:lnTo>
                  <a:lnTo>
                    <a:pt x="3489181" y="1140532"/>
                  </a:lnTo>
                  <a:lnTo>
                    <a:pt x="3489290" y="1140532"/>
                  </a:lnTo>
                  <a:lnTo>
                    <a:pt x="3489398" y="1140532"/>
                  </a:lnTo>
                  <a:lnTo>
                    <a:pt x="3489506" y="1140532"/>
                  </a:lnTo>
                  <a:lnTo>
                    <a:pt x="3489615" y="1140532"/>
                  </a:lnTo>
                  <a:lnTo>
                    <a:pt x="3489615" y="1139908"/>
                  </a:lnTo>
                  <a:lnTo>
                    <a:pt x="3489723" y="1139908"/>
                  </a:lnTo>
                  <a:lnTo>
                    <a:pt x="3489832" y="1139908"/>
                  </a:lnTo>
                  <a:lnTo>
                    <a:pt x="3489940" y="1139908"/>
                  </a:lnTo>
                  <a:lnTo>
                    <a:pt x="3490049" y="1139908"/>
                  </a:lnTo>
                  <a:lnTo>
                    <a:pt x="3490157" y="1139908"/>
                  </a:lnTo>
                  <a:lnTo>
                    <a:pt x="3490266" y="1139908"/>
                  </a:lnTo>
                  <a:lnTo>
                    <a:pt x="3490374" y="1139908"/>
                  </a:lnTo>
                  <a:lnTo>
                    <a:pt x="3490374" y="1139284"/>
                  </a:lnTo>
                  <a:lnTo>
                    <a:pt x="3490482" y="1139284"/>
                  </a:lnTo>
                  <a:lnTo>
                    <a:pt x="3490482" y="1138661"/>
                  </a:lnTo>
                  <a:lnTo>
                    <a:pt x="3490591" y="1138661"/>
                  </a:lnTo>
                  <a:lnTo>
                    <a:pt x="3490699" y="1138661"/>
                  </a:lnTo>
                  <a:lnTo>
                    <a:pt x="3490808" y="1138661"/>
                  </a:lnTo>
                  <a:lnTo>
                    <a:pt x="3490808" y="1138037"/>
                  </a:lnTo>
                  <a:lnTo>
                    <a:pt x="3490916" y="1138037"/>
                  </a:lnTo>
                  <a:lnTo>
                    <a:pt x="3491025" y="1138037"/>
                  </a:lnTo>
                  <a:lnTo>
                    <a:pt x="3491133" y="1138037"/>
                  </a:lnTo>
                  <a:lnTo>
                    <a:pt x="3491242" y="1138037"/>
                  </a:lnTo>
                  <a:lnTo>
                    <a:pt x="3491350" y="1138037"/>
                  </a:lnTo>
                  <a:lnTo>
                    <a:pt x="3491459" y="1138037"/>
                  </a:lnTo>
                  <a:lnTo>
                    <a:pt x="3491567" y="1138037"/>
                  </a:lnTo>
                  <a:lnTo>
                    <a:pt x="3491675" y="1138037"/>
                  </a:lnTo>
                  <a:lnTo>
                    <a:pt x="3491784" y="1138037"/>
                  </a:lnTo>
                  <a:lnTo>
                    <a:pt x="3491784" y="1137414"/>
                  </a:lnTo>
                  <a:lnTo>
                    <a:pt x="3491892" y="1137414"/>
                  </a:lnTo>
                  <a:lnTo>
                    <a:pt x="3492001" y="1137414"/>
                  </a:lnTo>
                  <a:lnTo>
                    <a:pt x="3492109" y="1137414"/>
                  </a:lnTo>
                  <a:lnTo>
                    <a:pt x="3492109" y="1136790"/>
                  </a:lnTo>
                  <a:lnTo>
                    <a:pt x="3492218" y="1136790"/>
                  </a:lnTo>
                  <a:lnTo>
                    <a:pt x="3492326" y="1136790"/>
                  </a:lnTo>
                  <a:lnTo>
                    <a:pt x="3492435" y="1136790"/>
                  </a:lnTo>
                  <a:lnTo>
                    <a:pt x="3492543" y="1136790"/>
                  </a:lnTo>
                  <a:lnTo>
                    <a:pt x="3492651" y="1136790"/>
                  </a:lnTo>
                  <a:lnTo>
                    <a:pt x="3492760" y="1136790"/>
                  </a:lnTo>
                  <a:lnTo>
                    <a:pt x="3492760" y="1136166"/>
                  </a:lnTo>
                  <a:lnTo>
                    <a:pt x="3492760" y="1135543"/>
                  </a:lnTo>
                  <a:lnTo>
                    <a:pt x="3492868" y="1135543"/>
                  </a:lnTo>
                  <a:lnTo>
                    <a:pt x="3492977" y="1135543"/>
                  </a:lnTo>
                  <a:lnTo>
                    <a:pt x="3493085" y="1135543"/>
                  </a:lnTo>
                  <a:lnTo>
                    <a:pt x="3493194" y="1135543"/>
                  </a:lnTo>
                  <a:lnTo>
                    <a:pt x="3493302" y="1135543"/>
                  </a:lnTo>
                  <a:lnTo>
                    <a:pt x="3493411" y="1135543"/>
                  </a:lnTo>
                  <a:lnTo>
                    <a:pt x="3493519" y="1135543"/>
                  </a:lnTo>
                  <a:lnTo>
                    <a:pt x="3493519" y="1134919"/>
                  </a:lnTo>
                  <a:lnTo>
                    <a:pt x="3493627" y="1134919"/>
                  </a:lnTo>
                  <a:lnTo>
                    <a:pt x="3493736" y="1134919"/>
                  </a:lnTo>
                  <a:lnTo>
                    <a:pt x="3493844" y="1134919"/>
                  </a:lnTo>
                  <a:lnTo>
                    <a:pt x="3493844" y="1134296"/>
                  </a:lnTo>
                  <a:lnTo>
                    <a:pt x="3493953" y="1134296"/>
                  </a:lnTo>
                  <a:lnTo>
                    <a:pt x="3494061" y="1134296"/>
                  </a:lnTo>
                  <a:lnTo>
                    <a:pt x="3494170" y="1134296"/>
                  </a:lnTo>
                  <a:lnTo>
                    <a:pt x="3494278" y="1134296"/>
                  </a:lnTo>
                  <a:lnTo>
                    <a:pt x="3494387" y="1134296"/>
                  </a:lnTo>
                  <a:lnTo>
                    <a:pt x="3494495" y="1134296"/>
                  </a:lnTo>
                  <a:lnTo>
                    <a:pt x="3494603" y="1134296"/>
                  </a:lnTo>
                  <a:lnTo>
                    <a:pt x="3494712" y="1134296"/>
                  </a:lnTo>
                  <a:lnTo>
                    <a:pt x="3494820" y="1134296"/>
                  </a:lnTo>
                  <a:lnTo>
                    <a:pt x="3494929" y="1134296"/>
                  </a:lnTo>
                  <a:lnTo>
                    <a:pt x="3495037" y="1134296"/>
                  </a:lnTo>
                  <a:lnTo>
                    <a:pt x="3495146" y="1134296"/>
                  </a:lnTo>
                  <a:lnTo>
                    <a:pt x="3495254" y="1134296"/>
                  </a:lnTo>
                  <a:lnTo>
                    <a:pt x="3495363" y="1134296"/>
                  </a:lnTo>
                  <a:lnTo>
                    <a:pt x="3495471" y="1134296"/>
                  </a:lnTo>
                  <a:lnTo>
                    <a:pt x="3495580" y="1134296"/>
                  </a:lnTo>
                  <a:lnTo>
                    <a:pt x="3495688" y="1134296"/>
                  </a:lnTo>
                  <a:lnTo>
                    <a:pt x="3495796" y="1134296"/>
                  </a:lnTo>
                  <a:lnTo>
                    <a:pt x="3495905" y="1134296"/>
                  </a:lnTo>
                  <a:lnTo>
                    <a:pt x="3496013" y="1134296"/>
                  </a:lnTo>
                  <a:lnTo>
                    <a:pt x="3496122" y="1134296"/>
                  </a:lnTo>
                  <a:lnTo>
                    <a:pt x="3496230" y="1134296"/>
                  </a:lnTo>
                  <a:lnTo>
                    <a:pt x="3496339" y="1134296"/>
                  </a:lnTo>
                  <a:lnTo>
                    <a:pt x="3496447" y="1134296"/>
                  </a:lnTo>
                  <a:lnTo>
                    <a:pt x="3496556" y="1134296"/>
                  </a:lnTo>
                  <a:lnTo>
                    <a:pt x="3496664" y="1134296"/>
                  </a:lnTo>
                  <a:lnTo>
                    <a:pt x="3496772" y="1134296"/>
                  </a:lnTo>
                  <a:lnTo>
                    <a:pt x="3496881" y="1134296"/>
                  </a:lnTo>
                  <a:lnTo>
                    <a:pt x="3496989" y="1134296"/>
                  </a:lnTo>
                  <a:lnTo>
                    <a:pt x="3497098" y="1134296"/>
                  </a:lnTo>
                  <a:lnTo>
                    <a:pt x="3497206" y="1134296"/>
                  </a:lnTo>
                  <a:lnTo>
                    <a:pt x="3497315" y="1134296"/>
                  </a:lnTo>
                  <a:lnTo>
                    <a:pt x="3497423" y="1134296"/>
                  </a:lnTo>
                  <a:lnTo>
                    <a:pt x="3497532" y="1134296"/>
                  </a:lnTo>
                  <a:lnTo>
                    <a:pt x="3497640" y="1134296"/>
                  </a:lnTo>
                  <a:lnTo>
                    <a:pt x="3497640" y="1133672"/>
                  </a:lnTo>
                  <a:lnTo>
                    <a:pt x="3497748" y="1133672"/>
                  </a:lnTo>
                  <a:lnTo>
                    <a:pt x="3497857" y="1133672"/>
                  </a:lnTo>
                  <a:lnTo>
                    <a:pt x="3497965" y="1133672"/>
                  </a:lnTo>
                  <a:lnTo>
                    <a:pt x="3498074" y="1133672"/>
                  </a:lnTo>
                  <a:lnTo>
                    <a:pt x="3498182" y="1133672"/>
                  </a:lnTo>
                  <a:lnTo>
                    <a:pt x="3498291" y="1133672"/>
                  </a:lnTo>
                  <a:lnTo>
                    <a:pt x="3498399" y="1133672"/>
                  </a:lnTo>
                  <a:lnTo>
                    <a:pt x="3498508" y="1133672"/>
                  </a:lnTo>
                  <a:lnTo>
                    <a:pt x="3498616" y="1133672"/>
                  </a:lnTo>
                  <a:lnTo>
                    <a:pt x="3498724" y="1133672"/>
                  </a:lnTo>
                  <a:lnTo>
                    <a:pt x="3498833" y="1133672"/>
                  </a:lnTo>
                  <a:lnTo>
                    <a:pt x="3498941" y="1133672"/>
                  </a:lnTo>
                  <a:lnTo>
                    <a:pt x="3499050" y="1133672"/>
                  </a:lnTo>
                  <a:lnTo>
                    <a:pt x="3499158" y="1133672"/>
                  </a:lnTo>
                  <a:lnTo>
                    <a:pt x="3499267" y="1133672"/>
                  </a:lnTo>
                  <a:lnTo>
                    <a:pt x="3499375" y="1133672"/>
                  </a:lnTo>
                  <a:lnTo>
                    <a:pt x="3499484" y="1133672"/>
                  </a:lnTo>
                  <a:lnTo>
                    <a:pt x="3499592" y="1133672"/>
                  </a:lnTo>
                  <a:lnTo>
                    <a:pt x="3499592" y="1133049"/>
                  </a:lnTo>
                  <a:lnTo>
                    <a:pt x="3499701" y="1133049"/>
                  </a:lnTo>
                  <a:lnTo>
                    <a:pt x="3499809" y="1133049"/>
                  </a:lnTo>
                  <a:lnTo>
                    <a:pt x="3499917" y="1133049"/>
                  </a:lnTo>
                  <a:lnTo>
                    <a:pt x="3500026" y="1133049"/>
                  </a:lnTo>
                  <a:lnTo>
                    <a:pt x="3500134" y="1133049"/>
                  </a:lnTo>
                  <a:lnTo>
                    <a:pt x="3500243" y="1133049"/>
                  </a:lnTo>
                  <a:lnTo>
                    <a:pt x="3500351" y="1133049"/>
                  </a:lnTo>
                  <a:lnTo>
                    <a:pt x="3500460" y="1133049"/>
                  </a:lnTo>
                  <a:lnTo>
                    <a:pt x="3500568" y="1133049"/>
                  </a:lnTo>
                  <a:lnTo>
                    <a:pt x="3500677" y="1133049"/>
                  </a:lnTo>
                  <a:lnTo>
                    <a:pt x="3500785" y="1133049"/>
                  </a:lnTo>
                  <a:lnTo>
                    <a:pt x="3500893" y="1133049"/>
                  </a:lnTo>
                  <a:lnTo>
                    <a:pt x="3501002" y="1133049"/>
                  </a:lnTo>
                  <a:lnTo>
                    <a:pt x="3501110" y="1133049"/>
                  </a:lnTo>
                  <a:lnTo>
                    <a:pt x="3501219" y="1133049"/>
                  </a:lnTo>
                  <a:lnTo>
                    <a:pt x="3501327" y="1133049"/>
                  </a:lnTo>
                  <a:lnTo>
                    <a:pt x="3501436" y="1133049"/>
                  </a:lnTo>
                  <a:lnTo>
                    <a:pt x="3501544" y="1133049"/>
                  </a:lnTo>
                  <a:lnTo>
                    <a:pt x="3501653" y="1133049"/>
                  </a:lnTo>
                  <a:lnTo>
                    <a:pt x="3501761" y="1133049"/>
                  </a:lnTo>
                  <a:lnTo>
                    <a:pt x="3501869" y="1133049"/>
                  </a:lnTo>
                  <a:lnTo>
                    <a:pt x="3501978" y="1133049"/>
                  </a:lnTo>
                  <a:lnTo>
                    <a:pt x="3502086" y="1133049"/>
                  </a:lnTo>
                  <a:lnTo>
                    <a:pt x="3502195" y="1133049"/>
                  </a:lnTo>
                  <a:lnTo>
                    <a:pt x="3502303" y="1133049"/>
                  </a:lnTo>
                  <a:lnTo>
                    <a:pt x="3502303" y="1132425"/>
                  </a:lnTo>
                  <a:lnTo>
                    <a:pt x="3502412" y="1132425"/>
                  </a:lnTo>
                  <a:lnTo>
                    <a:pt x="3502520" y="1132425"/>
                  </a:lnTo>
                  <a:lnTo>
                    <a:pt x="3502629" y="1132425"/>
                  </a:lnTo>
                  <a:lnTo>
                    <a:pt x="3502737" y="1132425"/>
                  </a:lnTo>
                  <a:lnTo>
                    <a:pt x="3502845" y="1132425"/>
                  </a:lnTo>
                  <a:lnTo>
                    <a:pt x="3502954" y="1132425"/>
                  </a:lnTo>
                  <a:lnTo>
                    <a:pt x="3503062" y="1132425"/>
                  </a:lnTo>
                  <a:lnTo>
                    <a:pt x="3503171" y="1132425"/>
                  </a:lnTo>
                  <a:lnTo>
                    <a:pt x="3503279" y="1132425"/>
                  </a:lnTo>
                  <a:lnTo>
                    <a:pt x="3503388" y="1132425"/>
                  </a:lnTo>
                  <a:lnTo>
                    <a:pt x="3503496" y="1132425"/>
                  </a:lnTo>
                  <a:lnTo>
                    <a:pt x="3503605" y="1132425"/>
                  </a:lnTo>
                  <a:lnTo>
                    <a:pt x="3503713" y="1132425"/>
                  </a:lnTo>
                  <a:lnTo>
                    <a:pt x="3503713" y="1131801"/>
                  </a:lnTo>
                  <a:lnTo>
                    <a:pt x="3503822" y="1131801"/>
                  </a:lnTo>
                  <a:lnTo>
                    <a:pt x="3503930" y="1131801"/>
                  </a:lnTo>
                  <a:lnTo>
                    <a:pt x="3503930" y="1131178"/>
                  </a:lnTo>
                  <a:lnTo>
                    <a:pt x="3504038" y="1131178"/>
                  </a:lnTo>
                  <a:lnTo>
                    <a:pt x="3504147" y="1131178"/>
                  </a:lnTo>
                  <a:lnTo>
                    <a:pt x="3504255" y="1131178"/>
                  </a:lnTo>
                  <a:lnTo>
                    <a:pt x="3504364" y="1131178"/>
                  </a:lnTo>
                  <a:lnTo>
                    <a:pt x="3504472" y="1131178"/>
                  </a:lnTo>
                  <a:lnTo>
                    <a:pt x="3504581" y="1131178"/>
                  </a:lnTo>
                  <a:lnTo>
                    <a:pt x="3504581" y="1130554"/>
                  </a:lnTo>
                  <a:lnTo>
                    <a:pt x="3504689" y="1130554"/>
                  </a:lnTo>
                  <a:lnTo>
                    <a:pt x="3504798" y="1130554"/>
                  </a:lnTo>
                  <a:lnTo>
                    <a:pt x="3504906" y="1130554"/>
                  </a:lnTo>
                  <a:lnTo>
                    <a:pt x="3505014" y="1130554"/>
                  </a:lnTo>
                  <a:lnTo>
                    <a:pt x="3505014" y="1129931"/>
                  </a:lnTo>
                  <a:lnTo>
                    <a:pt x="3505123" y="1129931"/>
                  </a:lnTo>
                  <a:lnTo>
                    <a:pt x="3505123" y="1129307"/>
                  </a:lnTo>
                  <a:lnTo>
                    <a:pt x="3505231" y="1129307"/>
                  </a:lnTo>
                  <a:lnTo>
                    <a:pt x="3505340" y="1129307"/>
                  </a:lnTo>
                  <a:lnTo>
                    <a:pt x="3505448" y="1129307"/>
                  </a:lnTo>
                  <a:lnTo>
                    <a:pt x="3505557" y="1129307"/>
                  </a:lnTo>
                  <a:lnTo>
                    <a:pt x="3505557" y="1128683"/>
                  </a:lnTo>
                  <a:lnTo>
                    <a:pt x="3505665" y="1128683"/>
                  </a:lnTo>
                  <a:lnTo>
                    <a:pt x="3505774" y="1128683"/>
                  </a:lnTo>
                  <a:lnTo>
                    <a:pt x="3505882" y="1128683"/>
                  </a:lnTo>
                  <a:lnTo>
                    <a:pt x="3505990" y="1128683"/>
                  </a:lnTo>
                  <a:lnTo>
                    <a:pt x="3506099" y="1128683"/>
                  </a:lnTo>
                  <a:lnTo>
                    <a:pt x="3506207" y="1128683"/>
                  </a:lnTo>
                  <a:lnTo>
                    <a:pt x="3506316" y="1128683"/>
                  </a:lnTo>
                  <a:lnTo>
                    <a:pt x="3506424" y="1128683"/>
                  </a:lnTo>
                  <a:lnTo>
                    <a:pt x="3506424" y="1128060"/>
                  </a:lnTo>
                  <a:lnTo>
                    <a:pt x="3506533" y="1128060"/>
                  </a:lnTo>
                  <a:lnTo>
                    <a:pt x="3506641" y="1128060"/>
                  </a:lnTo>
                  <a:lnTo>
                    <a:pt x="3506750" y="1128060"/>
                  </a:lnTo>
                  <a:lnTo>
                    <a:pt x="3506858" y="1128060"/>
                  </a:lnTo>
                  <a:lnTo>
                    <a:pt x="3506858" y="1127436"/>
                  </a:lnTo>
                  <a:lnTo>
                    <a:pt x="3506966" y="1127436"/>
                  </a:lnTo>
                  <a:lnTo>
                    <a:pt x="3507075" y="1127436"/>
                  </a:lnTo>
                  <a:lnTo>
                    <a:pt x="3507183" y="1127436"/>
                  </a:lnTo>
                  <a:lnTo>
                    <a:pt x="3507183" y="1126813"/>
                  </a:lnTo>
                  <a:lnTo>
                    <a:pt x="3507292" y="1126813"/>
                  </a:lnTo>
                  <a:lnTo>
                    <a:pt x="3507400" y="1126813"/>
                  </a:lnTo>
                  <a:lnTo>
                    <a:pt x="3507509" y="1126813"/>
                  </a:lnTo>
                  <a:lnTo>
                    <a:pt x="3507617" y="1126813"/>
                  </a:lnTo>
                  <a:lnTo>
                    <a:pt x="3507726" y="1126813"/>
                  </a:lnTo>
                  <a:lnTo>
                    <a:pt x="3507834" y="1126813"/>
                  </a:lnTo>
                  <a:lnTo>
                    <a:pt x="3507943" y="1126813"/>
                  </a:lnTo>
                  <a:lnTo>
                    <a:pt x="3508051" y="1126813"/>
                  </a:lnTo>
                  <a:lnTo>
                    <a:pt x="3508159" y="1126813"/>
                  </a:lnTo>
                  <a:lnTo>
                    <a:pt x="3508268" y="1126813"/>
                  </a:lnTo>
                  <a:lnTo>
                    <a:pt x="3508376" y="1126813"/>
                  </a:lnTo>
                  <a:lnTo>
                    <a:pt x="3508485" y="1126813"/>
                  </a:lnTo>
                  <a:lnTo>
                    <a:pt x="3508593" y="1126813"/>
                  </a:lnTo>
                  <a:lnTo>
                    <a:pt x="3508702" y="1126813"/>
                  </a:lnTo>
                  <a:lnTo>
                    <a:pt x="3508810" y="1126813"/>
                  </a:lnTo>
                  <a:lnTo>
                    <a:pt x="3508919" y="1126813"/>
                  </a:lnTo>
                  <a:lnTo>
                    <a:pt x="3509027" y="1126813"/>
                  </a:lnTo>
                  <a:lnTo>
                    <a:pt x="3509135" y="1126813"/>
                  </a:lnTo>
                  <a:lnTo>
                    <a:pt x="3509244" y="1126813"/>
                  </a:lnTo>
                  <a:lnTo>
                    <a:pt x="3509352" y="1126813"/>
                  </a:lnTo>
                  <a:lnTo>
                    <a:pt x="3509461" y="1126813"/>
                  </a:lnTo>
                  <a:lnTo>
                    <a:pt x="3509569" y="1126813"/>
                  </a:lnTo>
                  <a:lnTo>
                    <a:pt x="3509569" y="1126189"/>
                  </a:lnTo>
                  <a:lnTo>
                    <a:pt x="3509678" y="1126189"/>
                  </a:lnTo>
                  <a:lnTo>
                    <a:pt x="3509786" y="1126189"/>
                  </a:lnTo>
                  <a:lnTo>
                    <a:pt x="3509895" y="1126189"/>
                  </a:lnTo>
                  <a:lnTo>
                    <a:pt x="3510003" y="1126189"/>
                  </a:lnTo>
                  <a:lnTo>
                    <a:pt x="3510111" y="1126189"/>
                  </a:lnTo>
                  <a:lnTo>
                    <a:pt x="3510220" y="1126189"/>
                  </a:lnTo>
                  <a:lnTo>
                    <a:pt x="3510328" y="1126189"/>
                  </a:lnTo>
                  <a:lnTo>
                    <a:pt x="3510437" y="1126189"/>
                  </a:lnTo>
                  <a:lnTo>
                    <a:pt x="3510545" y="1126189"/>
                  </a:lnTo>
                  <a:lnTo>
                    <a:pt x="3510654" y="1126189"/>
                  </a:lnTo>
                  <a:lnTo>
                    <a:pt x="3510762" y="1126189"/>
                  </a:lnTo>
                  <a:lnTo>
                    <a:pt x="3510762" y="1125566"/>
                  </a:lnTo>
                  <a:lnTo>
                    <a:pt x="3510871" y="1125566"/>
                  </a:lnTo>
                  <a:lnTo>
                    <a:pt x="3510979" y="1125566"/>
                  </a:lnTo>
                  <a:lnTo>
                    <a:pt x="3511087" y="1125566"/>
                  </a:lnTo>
                  <a:lnTo>
                    <a:pt x="3511196" y="1125566"/>
                  </a:lnTo>
                  <a:lnTo>
                    <a:pt x="3511304" y="1125566"/>
                  </a:lnTo>
                  <a:lnTo>
                    <a:pt x="3511413" y="1125566"/>
                  </a:lnTo>
                  <a:lnTo>
                    <a:pt x="3511521" y="1125566"/>
                  </a:lnTo>
                  <a:lnTo>
                    <a:pt x="3511630" y="1125566"/>
                  </a:lnTo>
                  <a:lnTo>
                    <a:pt x="3511738" y="1125566"/>
                  </a:lnTo>
                  <a:lnTo>
                    <a:pt x="3511847" y="1125566"/>
                  </a:lnTo>
                  <a:lnTo>
                    <a:pt x="3511955" y="1125566"/>
                  </a:lnTo>
                  <a:lnTo>
                    <a:pt x="3512063" y="1125566"/>
                  </a:lnTo>
                  <a:lnTo>
                    <a:pt x="3512172" y="1125566"/>
                  </a:lnTo>
                  <a:lnTo>
                    <a:pt x="3512280" y="1125566"/>
                  </a:lnTo>
                  <a:lnTo>
                    <a:pt x="3512389" y="1125566"/>
                  </a:lnTo>
                  <a:lnTo>
                    <a:pt x="3512497" y="1125566"/>
                  </a:lnTo>
                  <a:lnTo>
                    <a:pt x="3512606" y="1125566"/>
                  </a:lnTo>
                  <a:lnTo>
                    <a:pt x="3512606" y="1124942"/>
                  </a:lnTo>
                  <a:lnTo>
                    <a:pt x="3512714" y="1124942"/>
                  </a:lnTo>
                  <a:lnTo>
                    <a:pt x="3512823" y="1124942"/>
                  </a:lnTo>
                  <a:lnTo>
                    <a:pt x="3512931" y="1124942"/>
                  </a:lnTo>
                  <a:lnTo>
                    <a:pt x="3513040" y="1124942"/>
                  </a:lnTo>
                  <a:lnTo>
                    <a:pt x="3513148" y="1124942"/>
                  </a:lnTo>
                  <a:lnTo>
                    <a:pt x="3513256" y="1124942"/>
                  </a:lnTo>
                  <a:lnTo>
                    <a:pt x="3513365" y="1124942"/>
                  </a:lnTo>
                  <a:lnTo>
                    <a:pt x="3513473" y="1124942"/>
                  </a:lnTo>
                  <a:lnTo>
                    <a:pt x="3513582" y="1124942"/>
                  </a:lnTo>
                  <a:lnTo>
                    <a:pt x="3513690" y="1124942"/>
                  </a:lnTo>
                  <a:lnTo>
                    <a:pt x="3513799" y="1124942"/>
                  </a:lnTo>
                  <a:lnTo>
                    <a:pt x="3513799" y="1124318"/>
                  </a:lnTo>
                  <a:lnTo>
                    <a:pt x="3513907" y="1124318"/>
                  </a:lnTo>
                  <a:lnTo>
                    <a:pt x="3514016" y="1124318"/>
                  </a:lnTo>
                  <a:lnTo>
                    <a:pt x="3514124" y="1124318"/>
                  </a:lnTo>
                  <a:lnTo>
                    <a:pt x="3514232" y="1124318"/>
                  </a:lnTo>
                  <a:lnTo>
                    <a:pt x="3514341" y="1124318"/>
                  </a:lnTo>
                  <a:lnTo>
                    <a:pt x="3514449" y="1124318"/>
                  </a:lnTo>
                  <a:lnTo>
                    <a:pt x="3514558" y="1124318"/>
                  </a:lnTo>
                  <a:lnTo>
                    <a:pt x="3514558" y="1123695"/>
                  </a:lnTo>
                  <a:lnTo>
                    <a:pt x="3514666" y="1123695"/>
                  </a:lnTo>
                  <a:lnTo>
                    <a:pt x="3514775" y="1123695"/>
                  </a:lnTo>
                  <a:lnTo>
                    <a:pt x="3514883" y="1123695"/>
                  </a:lnTo>
                  <a:lnTo>
                    <a:pt x="3514992" y="1123695"/>
                  </a:lnTo>
                  <a:lnTo>
                    <a:pt x="3515100" y="1123695"/>
                  </a:lnTo>
                  <a:lnTo>
                    <a:pt x="3515208" y="1123695"/>
                  </a:lnTo>
                  <a:lnTo>
                    <a:pt x="3515317" y="1123695"/>
                  </a:lnTo>
                  <a:lnTo>
                    <a:pt x="3515425" y="1123695"/>
                  </a:lnTo>
                  <a:lnTo>
                    <a:pt x="3515534" y="1123695"/>
                  </a:lnTo>
                  <a:lnTo>
                    <a:pt x="3515642" y="1123695"/>
                  </a:lnTo>
                  <a:lnTo>
                    <a:pt x="3515751" y="1123695"/>
                  </a:lnTo>
                  <a:lnTo>
                    <a:pt x="3515859" y="1123695"/>
                  </a:lnTo>
                  <a:lnTo>
                    <a:pt x="3515968" y="1123695"/>
                  </a:lnTo>
                  <a:lnTo>
                    <a:pt x="3515968" y="1123071"/>
                  </a:lnTo>
                  <a:lnTo>
                    <a:pt x="3516076" y="1123071"/>
                  </a:lnTo>
                  <a:lnTo>
                    <a:pt x="3516184" y="1123071"/>
                  </a:lnTo>
                  <a:lnTo>
                    <a:pt x="3516293" y="1123071"/>
                  </a:lnTo>
                  <a:lnTo>
                    <a:pt x="3516401" y="1123071"/>
                  </a:lnTo>
                  <a:lnTo>
                    <a:pt x="3516510" y="1123071"/>
                  </a:lnTo>
                  <a:lnTo>
                    <a:pt x="3516618" y="1123071"/>
                  </a:lnTo>
                  <a:lnTo>
                    <a:pt x="3516727" y="1123071"/>
                  </a:lnTo>
                  <a:lnTo>
                    <a:pt x="3516727" y="1122448"/>
                  </a:lnTo>
                  <a:lnTo>
                    <a:pt x="3516835" y="1122448"/>
                  </a:lnTo>
                  <a:lnTo>
                    <a:pt x="3516944" y="1122448"/>
                  </a:lnTo>
                  <a:lnTo>
                    <a:pt x="3517052" y="1122448"/>
                  </a:lnTo>
                  <a:lnTo>
                    <a:pt x="3517161" y="1122448"/>
                  </a:lnTo>
                  <a:lnTo>
                    <a:pt x="3517269" y="1122448"/>
                  </a:lnTo>
                  <a:lnTo>
                    <a:pt x="3517377" y="1122448"/>
                  </a:lnTo>
                  <a:lnTo>
                    <a:pt x="3517377" y="1121824"/>
                  </a:lnTo>
                  <a:lnTo>
                    <a:pt x="3517486" y="1121824"/>
                  </a:lnTo>
                  <a:lnTo>
                    <a:pt x="3517594" y="1121824"/>
                  </a:lnTo>
                  <a:lnTo>
                    <a:pt x="3517703" y="1121824"/>
                  </a:lnTo>
                  <a:lnTo>
                    <a:pt x="3517811" y="1121824"/>
                  </a:lnTo>
                  <a:lnTo>
                    <a:pt x="3517920" y="1121824"/>
                  </a:lnTo>
                  <a:lnTo>
                    <a:pt x="3518028" y="1121824"/>
                  </a:lnTo>
                  <a:lnTo>
                    <a:pt x="3518137" y="1121824"/>
                  </a:lnTo>
                  <a:lnTo>
                    <a:pt x="3518245" y="1121824"/>
                  </a:lnTo>
                  <a:lnTo>
                    <a:pt x="3518353" y="1121824"/>
                  </a:lnTo>
                  <a:lnTo>
                    <a:pt x="3518462" y="1121824"/>
                  </a:lnTo>
                  <a:lnTo>
                    <a:pt x="3518570" y="1121824"/>
                  </a:lnTo>
                  <a:lnTo>
                    <a:pt x="3518679" y="1121824"/>
                  </a:lnTo>
                  <a:lnTo>
                    <a:pt x="3518787" y="1121824"/>
                  </a:lnTo>
                  <a:lnTo>
                    <a:pt x="3518896" y="1121824"/>
                  </a:lnTo>
                  <a:lnTo>
                    <a:pt x="3519004" y="1121824"/>
                  </a:lnTo>
                  <a:lnTo>
                    <a:pt x="3519113" y="1121824"/>
                  </a:lnTo>
                  <a:lnTo>
                    <a:pt x="3519221" y="1121824"/>
                  </a:lnTo>
                  <a:lnTo>
                    <a:pt x="3519329" y="1121824"/>
                  </a:lnTo>
                  <a:lnTo>
                    <a:pt x="3519438" y="1121824"/>
                  </a:lnTo>
                  <a:lnTo>
                    <a:pt x="3519546" y="1121824"/>
                  </a:lnTo>
                  <a:lnTo>
                    <a:pt x="3519655" y="1121824"/>
                  </a:lnTo>
                  <a:lnTo>
                    <a:pt x="3519763" y="1121824"/>
                  </a:lnTo>
                  <a:lnTo>
                    <a:pt x="3519872" y="1121824"/>
                  </a:lnTo>
                  <a:lnTo>
                    <a:pt x="3519980" y="1121824"/>
                  </a:lnTo>
                  <a:lnTo>
                    <a:pt x="3520089" y="1121824"/>
                  </a:lnTo>
                  <a:lnTo>
                    <a:pt x="3520197" y="1121824"/>
                  </a:lnTo>
                  <a:lnTo>
                    <a:pt x="3520305" y="1121824"/>
                  </a:lnTo>
                  <a:lnTo>
                    <a:pt x="3520414" y="1121824"/>
                  </a:lnTo>
                  <a:lnTo>
                    <a:pt x="3520414" y="1121201"/>
                  </a:lnTo>
                  <a:lnTo>
                    <a:pt x="3520522" y="1121201"/>
                  </a:lnTo>
                  <a:lnTo>
                    <a:pt x="3520631" y="1121201"/>
                  </a:lnTo>
                  <a:lnTo>
                    <a:pt x="3520739" y="1121201"/>
                  </a:lnTo>
                  <a:lnTo>
                    <a:pt x="3520848" y="1121201"/>
                  </a:lnTo>
                  <a:lnTo>
                    <a:pt x="3520956" y="1121201"/>
                  </a:lnTo>
                  <a:lnTo>
                    <a:pt x="3521065" y="1121201"/>
                  </a:lnTo>
                  <a:lnTo>
                    <a:pt x="3521173" y="1121201"/>
                  </a:lnTo>
                  <a:lnTo>
                    <a:pt x="3521282" y="1121201"/>
                  </a:lnTo>
                  <a:lnTo>
                    <a:pt x="3521390" y="1121201"/>
                  </a:lnTo>
                  <a:lnTo>
                    <a:pt x="3521498" y="1121201"/>
                  </a:lnTo>
                  <a:lnTo>
                    <a:pt x="3521607" y="1121201"/>
                  </a:lnTo>
                  <a:lnTo>
                    <a:pt x="3521607" y="1120577"/>
                  </a:lnTo>
                  <a:lnTo>
                    <a:pt x="3521715" y="1120577"/>
                  </a:lnTo>
                  <a:lnTo>
                    <a:pt x="3521824" y="1120577"/>
                  </a:lnTo>
                  <a:lnTo>
                    <a:pt x="3521932" y="1120577"/>
                  </a:lnTo>
                  <a:lnTo>
                    <a:pt x="3522041" y="1120577"/>
                  </a:lnTo>
                  <a:lnTo>
                    <a:pt x="3522149" y="1120577"/>
                  </a:lnTo>
                  <a:lnTo>
                    <a:pt x="3522149" y="1119953"/>
                  </a:lnTo>
                  <a:lnTo>
                    <a:pt x="3522258" y="1119953"/>
                  </a:lnTo>
                  <a:lnTo>
                    <a:pt x="3522366" y="1119953"/>
                  </a:lnTo>
                  <a:lnTo>
                    <a:pt x="3522474" y="1119953"/>
                  </a:lnTo>
                  <a:lnTo>
                    <a:pt x="3522583" y="1119953"/>
                  </a:lnTo>
                  <a:lnTo>
                    <a:pt x="3522691" y="1119953"/>
                  </a:lnTo>
                  <a:lnTo>
                    <a:pt x="3522800" y="1119953"/>
                  </a:lnTo>
                  <a:lnTo>
                    <a:pt x="3522908" y="1119953"/>
                  </a:lnTo>
                  <a:lnTo>
                    <a:pt x="3523017" y="1119953"/>
                  </a:lnTo>
                  <a:lnTo>
                    <a:pt x="3523125" y="1119953"/>
                  </a:lnTo>
                  <a:lnTo>
                    <a:pt x="3523234" y="1119953"/>
                  </a:lnTo>
                  <a:lnTo>
                    <a:pt x="3523342" y="1119953"/>
                  </a:lnTo>
                  <a:lnTo>
                    <a:pt x="3523450" y="1119953"/>
                  </a:lnTo>
                  <a:lnTo>
                    <a:pt x="3523559" y="1119953"/>
                  </a:lnTo>
                  <a:lnTo>
                    <a:pt x="3523667" y="1119953"/>
                  </a:lnTo>
                  <a:lnTo>
                    <a:pt x="3523776" y="1119953"/>
                  </a:lnTo>
                  <a:lnTo>
                    <a:pt x="3523884" y="1119953"/>
                  </a:lnTo>
                  <a:lnTo>
                    <a:pt x="3523993" y="1119953"/>
                  </a:lnTo>
                  <a:lnTo>
                    <a:pt x="3524101" y="1119953"/>
                  </a:lnTo>
                  <a:lnTo>
                    <a:pt x="3524210" y="1119953"/>
                  </a:lnTo>
                  <a:lnTo>
                    <a:pt x="3524318" y="1119953"/>
                  </a:lnTo>
                  <a:lnTo>
                    <a:pt x="3524426" y="1119953"/>
                  </a:lnTo>
                  <a:lnTo>
                    <a:pt x="3524535" y="1119953"/>
                  </a:lnTo>
                  <a:lnTo>
                    <a:pt x="3524643" y="1119953"/>
                  </a:lnTo>
                  <a:lnTo>
                    <a:pt x="3524752" y="1119953"/>
                  </a:lnTo>
                  <a:lnTo>
                    <a:pt x="3524860" y="1119953"/>
                  </a:lnTo>
                  <a:lnTo>
                    <a:pt x="3524969" y="1119953"/>
                  </a:lnTo>
                  <a:lnTo>
                    <a:pt x="3524969" y="1119330"/>
                  </a:lnTo>
                  <a:lnTo>
                    <a:pt x="3525077" y="1119330"/>
                  </a:lnTo>
                  <a:lnTo>
                    <a:pt x="3525186" y="1119330"/>
                  </a:lnTo>
                  <a:lnTo>
                    <a:pt x="3525294" y="1119330"/>
                  </a:lnTo>
                  <a:lnTo>
                    <a:pt x="3525403" y="1119330"/>
                  </a:lnTo>
                  <a:lnTo>
                    <a:pt x="3525511" y="1119330"/>
                  </a:lnTo>
                  <a:lnTo>
                    <a:pt x="3525619" y="1119330"/>
                  </a:lnTo>
                  <a:lnTo>
                    <a:pt x="3525728" y="1119330"/>
                  </a:lnTo>
                  <a:lnTo>
                    <a:pt x="3525836" y="1119330"/>
                  </a:lnTo>
                  <a:lnTo>
                    <a:pt x="3525945" y="1119330"/>
                  </a:lnTo>
                  <a:lnTo>
                    <a:pt x="3526053" y="1119330"/>
                  </a:lnTo>
                  <a:lnTo>
                    <a:pt x="3526162" y="1119330"/>
                  </a:lnTo>
                  <a:lnTo>
                    <a:pt x="3526270" y="1119330"/>
                  </a:lnTo>
                  <a:lnTo>
                    <a:pt x="3526379" y="1119330"/>
                  </a:lnTo>
                  <a:lnTo>
                    <a:pt x="3526487" y="1119330"/>
                  </a:lnTo>
                  <a:lnTo>
                    <a:pt x="3526595" y="1119330"/>
                  </a:lnTo>
                  <a:lnTo>
                    <a:pt x="3526704" y="1119330"/>
                  </a:lnTo>
                  <a:lnTo>
                    <a:pt x="3526704" y="1118706"/>
                  </a:lnTo>
                  <a:lnTo>
                    <a:pt x="3526812" y="1118706"/>
                  </a:lnTo>
                  <a:lnTo>
                    <a:pt x="3526921" y="1118706"/>
                  </a:lnTo>
                  <a:lnTo>
                    <a:pt x="3527029" y="1118706"/>
                  </a:lnTo>
                  <a:lnTo>
                    <a:pt x="3527138" y="1118706"/>
                  </a:lnTo>
                  <a:lnTo>
                    <a:pt x="3527246" y="1118706"/>
                  </a:lnTo>
                  <a:lnTo>
                    <a:pt x="3527355" y="1118706"/>
                  </a:lnTo>
                  <a:lnTo>
                    <a:pt x="3527463" y="1118706"/>
                  </a:lnTo>
                  <a:lnTo>
                    <a:pt x="3527571" y="1118706"/>
                  </a:lnTo>
                  <a:lnTo>
                    <a:pt x="3527680" y="1118706"/>
                  </a:lnTo>
                  <a:lnTo>
                    <a:pt x="3527680" y="1118083"/>
                  </a:lnTo>
                  <a:lnTo>
                    <a:pt x="3527788" y="1118083"/>
                  </a:lnTo>
                  <a:lnTo>
                    <a:pt x="3527897" y="1118083"/>
                  </a:lnTo>
                  <a:lnTo>
                    <a:pt x="3528005" y="1118083"/>
                  </a:lnTo>
                  <a:lnTo>
                    <a:pt x="3528114" y="1118083"/>
                  </a:lnTo>
                  <a:lnTo>
                    <a:pt x="3528114" y="1117459"/>
                  </a:lnTo>
                  <a:lnTo>
                    <a:pt x="3528114" y="1116835"/>
                  </a:lnTo>
                  <a:lnTo>
                    <a:pt x="3528222" y="1116835"/>
                  </a:lnTo>
                  <a:lnTo>
                    <a:pt x="3528331" y="1116835"/>
                  </a:lnTo>
                  <a:lnTo>
                    <a:pt x="3528439" y="1116835"/>
                  </a:lnTo>
                  <a:lnTo>
                    <a:pt x="3528547" y="1116835"/>
                  </a:lnTo>
                  <a:lnTo>
                    <a:pt x="3528656" y="1116835"/>
                  </a:lnTo>
                  <a:lnTo>
                    <a:pt x="3528764" y="1116835"/>
                  </a:lnTo>
                  <a:lnTo>
                    <a:pt x="3528873" y="1116835"/>
                  </a:lnTo>
                  <a:lnTo>
                    <a:pt x="3528981" y="1116835"/>
                  </a:lnTo>
                  <a:lnTo>
                    <a:pt x="3529090" y="1116835"/>
                  </a:lnTo>
                  <a:lnTo>
                    <a:pt x="3529090" y="1116212"/>
                  </a:lnTo>
                  <a:lnTo>
                    <a:pt x="3529090" y="1115588"/>
                  </a:lnTo>
                  <a:lnTo>
                    <a:pt x="3529198" y="1115588"/>
                  </a:lnTo>
                  <a:lnTo>
                    <a:pt x="3529307" y="1115588"/>
                  </a:lnTo>
                  <a:lnTo>
                    <a:pt x="3529415" y="1115588"/>
                  </a:lnTo>
                  <a:lnTo>
                    <a:pt x="3529524" y="1115588"/>
                  </a:lnTo>
                  <a:lnTo>
                    <a:pt x="3529632" y="1115588"/>
                  </a:lnTo>
                  <a:lnTo>
                    <a:pt x="3529740" y="1115588"/>
                  </a:lnTo>
                  <a:lnTo>
                    <a:pt x="3529849" y="1115588"/>
                  </a:lnTo>
                  <a:lnTo>
                    <a:pt x="3529957" y="1115588"/>
                  </a:lnTo>
                  <a:lnTo>
                    <a:pt x="3530066" y="1115588"/>
                  </a:lnTo>
                  <a:lnTo>
                    <a:pt x="3530174" y="1115588"/>
                  </a:lnTo>
                  <a:lnTo>
                    <a:pt x="3530283" y="1115588"/>
                  </a:lnTo>
                  <a:lnTo>
                    <a:pt x="3530283" y="1114965"/>
                  </a:lnTo>
                  <a:lnTo>
                    <a:pt x="3530391" y="1114965"/>
                  </a:lnTo>
                  <a:lnTo>
                    <a:pt x="3530500" y="1114965"/>
                  </a:lnTo>
                  <a:lnTo>
                    <a:pt x="3530608" y="1114965"/>
                  </a:lnTo>
                  <a:lnTo>
                    <a:pt x="3530716" y="1114965"/>
                  </a:lnTo>
                  <a:lnTo>
                    <a:pt x="3530825" y="1114965"/>
                  </a:lnTo>
                  <a:lnTo>
                    <a:pt x="3530825" y="1114341"/>
                  </a:lnTo>
                  <a:lnTo>
                    <a:pt x="3530933" y="1114341"/>
                  </a:lnTo>
                  <a:lnTo>
                    <a:pt x="3531042" y="1114341"/>
                  </a:lnTo>
                  <a:lnTo>
                    <a:pt x="3531150" y="1114341"/>
                  </a:lnTo>
                  <a:lnTo>
                    <a:pt x="3531259" y="1114341"/>
                  </a:lnTo>
                  <a:lnTo>
                    <a:pt x="3531367" y="1114341"/>
                  </a:lnTo>
                  <a:lnTo>
                    <a:pt x="3531476" y="1114341"/>
                  </a:lnTo>
                  <a:lnTo>
                    <a:pt x="3531584" y="1114341"/>
                  </a:lnTo>
                  <a:lnTo>
                    <a:pt x="3531692" y="1114341"/>
                  </a:lnTo>
                  <a:lnTo>
                    <a:pt x="3531801" y="1114341"/>
                  </a:lnTo>
                  <a:lnTo>
                    <a:pt x="3531909" y="1114341"/>
                  </a:lnTo>
                  <a:lnTo>
                    <a:pt x="3531909" y="1113718"/>
                  </a:lnTo>
                  <a:lnTo>
                    <a:pt x="3532018" y="1113718"/>
                  </a:lnTo>
                  <a:lnTo>
                    <a:pt x="3532126" y="1113718"/>
                  </a:lnTo>
                  <a:lnTo>
                    <a:pt x="3532235" y="1113718"/>
                  </a:lnTo>
                  <a:lnTo>
                    <a:pt x="3532343" y="1113718"/>
                  </a:lnTo>
                  <a:lnTo>
                    <a:pt x="3532452" y="1113718"/>
                  </a:lnTo>
                  <a:lnTo>
                    <a:pt x="3532560" y="1113718"/>
                  </a:lnTo>
                  <a:lnTo>
                    <a:pt x="3532668" y="1113718"/>
                  </a:lnTo>
                  <a:lnTo>
                    <a:pt x="3532777" y="1113718"/>
                  </a:lnTo>
                  <a:lnTo>
                    <a:pt x="3532885" y="1113718"/>
                  </a:lnTo>
                  <a:lnTo>
                    <a:pt x="3532994" y="1113718"/>
                  </a:lnTo>
                  <a:lnTo>
                    <a:pt x="3533102" y="1113718"/>
                  </a:lnTo>
                  <a:lnTo>
                    <a:pt x="3533211" y="1113718"/>
                  </a:lnTo>
                  <a:lnTo>
                    <a:pt x="3533319" y="1113718"/>
                  </a:lnTo>
                  <a:lnTo>
                    <a:pt x="3533428" y="1113718"/>
                  </a:lnTo>
                  <a:lnTo>
                    <a:pt x="3533536" y="1113718"/>
                  </a:lnTo>
                  <a:lnTo>
                    <a:pt x="3533645" y="1113718"/>
                  </a:lnTo>
                  <a:lnTo>
                    <a:pt x="3533753" y="1113718"/>
                  </a:lnTo>
                  <a:lnTo>
                    <a:pt x="3533753" y="1113094"/>
                  </a:lnTo>
                  <a:lnTo>
                    <a:pt x="3533861" y="1113094"/>
                  </a:lnTo>
                  <a:lnTo>
                    <a:pt x="3533970" y="1113094"/>
                  </a:lnTo>
                  <a:lnTo>
                    <a:pt x="3534078" y="1113094"/>
                  </a:lnTo>
                  <a:lnTo>
                    <a:pt x="3534187" y="1113094"/>
                  </a:lnTo>
                  <a:lnTo>
                    <a:pt x="3534295" y="1113094"/>
                  </a:lnTo>
                  <a:lnTo>
                    <a:pt x="3534404" y="1113094"/>
                  </a:lnTo>
                  <a:lnTo>
                    <a:pt x="3534512" y="1113094"/>
                  </a:lnTo>
                  <a:lnTo>
                    <a:pt x="3534621" y="1113094"/>
                  </a:lnTo>
                  <a:lnTo>
                    <a:pt x="3534621" y="1112470"/>
                  </a:lnTo>
                  <a:lnTo>
                    <a:pt x="3534729" y="1112470"/>
                  </a:lnTo>
                  <a:lnTo>
                    <a:pt x="3534837" y="1112470"/>
                  </a:lnTo>
                  <a:lnTo>
                    <a:pt x="3534946" y="1112470"/>
                  </a:lnTo>
                  <a:lnTo>
                    <a:pt x="3535054" y="1112470"/>
                  </a:lnTo>
                  <a:lnTo>
                    <a:pt x="3535163" y="1112470"/>
                  </a:lnTo>
                  <a:lnTo>
                    <a:pt x="3535271" y="1112470"/>
                  </a:lnTo>
                  <a:lnTo>
                    <a:pt x="3535271" y="1111847"/>
                  </a:lnTo>
                  <a:lnTo>
                    <a:pt x="3535380" y="1111847"/>
                  </a:lnTo>
                  <a:lnTo>
                    <a:pt x="3535488" y="1111847"/>
                  </a:lnTo>
                  <a:lnTo>
                    <a:pt x="3535488" y="1111223"/>
                  </a:lnTo>
                  <a:lnTo>
                    <a:pt x="3535488" y="1110600"/>
                  </a:lnTo>
                  <a:lnTo>
                    <a:pt x="3535597" y="1110600"/>
                  </a:lnTo>
                  <a:lnTo>
                    <a:pt x="3535705" y="1110600"/>
                  </a:lnTo>
                  <a:lnTo>
                    <a:pt x="3535813" y="1110600"/>
                  </a:lnTo>
                  <a:lnTo>
                    <a:pt x="3535813" y="1109976"/>
                  </a:lnTo>
                  <a:lnTo>
                    <a:pt x="3535922" y="1109976"/>
                  </a:lnTo>
                  <a:lnTo>
                    <a:pt x="3535922" y="1109352"/>
                  </a:lnTo>
                  <a:lnTo>
                    <a:pt x="3536030" y="1109352"/>
                  </a:lnTo>
                  <a:lnTo>
                    <a:pt x="3536139" y="1109352"/>
                  </a:lnTo>
                  <a:lnTo>
                    <a:pt x="3536139" y="1108729"/>
                  </a:lnTo>
                  <a:lnTo>
                    <a:pt x="3536247" y="1108729"/>
                  </a:lnTo>
                  <a:lnTo>
                    <a:pt x="3536356" y="1108729"/>
                  </a:lnTo>
                  <a:lnTo>
                    <a:pt x="3536356" y="1108105"/>
                  </a:lnTo>
                  <a:lnTo>
                    <a:pt x="3536464" y="1108105"/>
                  </a:lnTo>
                  <a:lnTo>
                    <a:pt x="3536573" y="1108105"/>
                  </a:lnTo>
                  <a:lnTo>
                    <a:pt x="3536681" y="1108105"/>
                  </a:lnTo>
                  <a:lnTo>
                    <a:pt x="3536789" y="1108105"/>
                  </a:lnTo>
                  <a:lnTo>
                    <a:pt x="3536898" y="1108105"/>
                  </a:lnTo>
                  <a:lnTo>
                    <a:pt x="3537006" y="1108105"/>
                  </a:lnTo>
                  <a:lnTo>
                    <a:pt x="3537115" y="1108105"/>
                  </a:lnTo>
                  <a:lnTo>
                    <a:pt x="3537223" y="1108105"/>
                  </a:lnTo>
                  <a:lnTo>
                    <a:pt x="3537332" y="1108105"/>
                  </a:lnTo>
                  <a:lnTo>
                    <a:pt x="3537440" y="1108105"/>
                  </a:lnTo>
                  <a:lnTo>
                    <a:pt x="3537549" y="1108105"/>
                  </a:lnTo>
                  <a:lnTo>
                    <a:pt x="3537657" y="1108105"/>
                  </a:lnTo>
                  <a:lnTo>
                    <a:pt x="3537657" y="1107482"/>
                  </a:lnTo>
                  <a:lnTo>
                    <a:pt x="3537765" y="1107482"/>
                  </a:lnTo>
                  <a:lnTo>
                    <a:pt x="3537874" y="1107482"/>
                  </a:lnTo>
                  <a:lnTo>
                    <a:pt x="3537982" y="1107482"/>
                  </a:lnTo>
                  <a:lnTo>
                    <a:pt x="3538091" y="1107482"/>
                  </a:lnTo>
                  <a:lnTo>
                    <a:pt x="3538199" y="1107482"/>
                  </a:lnTo>
                  <a:lnTo>
                    <a:pt x="3538308" y="1107482"/>
                  </a:lnTo>
                  <a:lnTo>
                    <a:pt x="3538416" y="1107482"/>
                  </a:lnTo>
                  <a:lnTo>
                    <a:pt x="3538525" y="1107482"/>
                  </a:lnTo>
                  <a:lnTo>
                    <a:pt x="3538633" y="1107482"/>
                  </a:lnTo>
                  <a:lnTo>
                    <a:pt x="3538742" y="1107482"/>
                  </a:lnTo>
                  <a:lnTo>
                    <a:pt x="3538850" y="1107482"/>
                  </a:lnTo>
                  <a:lnTo>
                    <a:pt x="3538958" y="1107482"/>
                  </a:lnTo>
                  <a:lnTo>
                    <a:pt x="3539067" y="1107482"/>
                  </a:lnTo>
                  <a:lnTo>
                    <a:pt x="3539175" y="1107482"/>
                  </a:lnTo>
                  <a:lnTo>
                    <a:pt x="3539284" y="1107482"/>
                  </a:lnTo>
                  <a:lnTo>
                    <a:pt x="3539392" y="1107482"/>
                  </a:lnTo>
                  <a:lnTo>
                    <a:pt x="3539501" y="1107482"/>
                  </a:lnTo>
                  <a:lnTo>
                    <a:pt x="3539609" y="1107482"/>
                  </a:lnTo>
                  <a:lnTo>
                    <a:pt x="3539609" y="1106858"/>
                  </a:lnTo>
                  <a:lnTo>
                    <a:pt x="3539718" y="1106858"/>
                  </a:lnTo>
                  <a:lnTo>
                    <a:pt x="3539826" y="1106858"/>
                  </a:lnTo>
                  <a:lnTo>
                    <a:pt x="3539934" y="1106858"/>
                  </a:lnTo>
                  <a:lnTo>
                    <a:pt x="3540043" y="1106858"/>
                  </a:lnTo>
                  <a:lnTo>
                    <a:pt x="3540151" y="1106858"/>
                  </a:lnTo>
                  <a:lnTo>
                    <a:pt x="3540260" y="1106858"/>
                  </a:lnTo>
                  <a:lnTo>
                    <a:pt x="3540260" y="1106235"/>
                  </a:lnTo>
                  <a:lnTo>
                    <a:pt x="3540368" y="1106235"/>
                  </a:lnTo>
                  <a:lnTo>
                    <a:pt x="3540477" y="1106235"/>
                  </a:lnTo>
                  <a:lnTo>
                    <a:pt x="3540585" y="1106235"/>
                  </a:lnTo>
                  <a:lnTo>
                    <a:pt x="3540585" y="1105611"/>
                  </a:lnTo>
                  <a:lnTo>
                    <a:pt x="3540694" y="1105611"/>
                  </a:lnTo>
                  <a:lnTo>
                    <a:pt x="3540802" y="1105611"/>
                  </a:lnTo>
                  <a:lnTo>
                    <a:pt x="3540802" y="1104987"/>
                  </a:lnTo>
                  <a:lnTo>
                    <a:pt x="3540910" y="1104987"/>
                  </a:lnTo>
                  <a:lnTo>
                    <a:pt x="3541019" y="1104987"/>
                  </a:lnTo>
                  <a:lnTo>
                    <a:pt x="3541127" y="1104987"/>
                  </a:lnTo>
                  <a:lnTo>
                    <a:pt x="3541236" y="1104987"/>
                  </a:lnTo>
                  <a:lnTo>
                    <a:pt x="3541344" y="1104987"/>
                  </a:lnTo>
                  <a:lnTo>
                    <a:pt x="3541344" y="1104364"/>
                  </a:lnTo>
                  <a:lnTo>
                    <a:pt x="3541344" y="1103740"/>
                  </a:lnTo>
                  <a:lnTo>
                    <a:pt x="3541453" y="1103740"/>
                  </a:lnTo>
                  <a:lnTo>
                    <a:pt x="3541561" y="1103740"/>
                  </a:lnTo>
                  <a:lnTo>
                    <a:pt x="3541670" y="1103740"/>
                  </a:lnTo>
                  <a:lnTo>
                    <a:pt x="3541670" y="1103117"/>
                  </a:lnTo>
                  <a:lnTo>
                    <a:pt x="3541778" y="1103117"/>
                  </a:lnTo>
                  <a:lnTo>
                    <a:pt x="3541886" y="1103117"/>
                  </a:lnTo>
                  <a:lnTo>
                    <a:pt x="3541886" y="1102493"/>
                  </a:lnTo>
                  <a:lnTo>
                    <a:pt x="3541995" y="1102493"/>
                  </a:lnTo>
                  <a:lnTo>
                    <a:pt x="3542103" y="1102493"/>
                  </a:lnTo>
                  <a:lnTo>
                    <a:pt x="3542212" y="1102493"/>
                  </a:lnTo>
                  <a:lnTo>
                    <a:pt x="3542320" y="1102493"/>
                  </a:lnTo>
                  <a:lnTo>
                    <a:pt x="3542429" y="1102493"/>
                  </a:lnTo>
                  <a:lnTo>
                    <a:pt x="3542537" y="1102493"/>
                  </a:lnTo>
                  <a:lnTo>
                    <a:pt x="3542646" y="1102493"/>
                  </a:lnTo>
                  <a:lnTo>
                    <a:pt x="3542754" y="1102493"/>
                  </a:lnTo>
                  <a:lnTo>
                    <a:pt x="3542863" y="1102493"/>
                  </a:lnTo>
                  <a:lnTo>
                    <a:pt x="3542971" y="1102493"/>
                  </a:lnTo>
                  <a:lnTo>
                    <a:pt x="3543079" y="1102493"/>
                  </a:lnTo>
                  <a:lnTo>
                    <a:pt x="3543188" y="1102493"/>
                  </a:lnTo>
                  <a:lnTo>
                    <a:pt x="3543296" y="1102493"/>
                  </a:lnTo>
                  <a:lnTo>
                    <a:pt x="3543405" y="1102493"/>
                  </a:lnTo>
                  <a:lnTo>
                    <a:pt x="3543513" y="1102493"/>
                  </a:lnTo>
                  <a:lnTo>
                    <a:pt x="3543622" y="1102493"/>
                  </a:lnTo>
                  <a:lnTo>
                    <a:pt x="3543730" y="1102493"/>
                  </a:lnTo>
                  <a:lnTo>
                    <a:pt x="3543839" y="1102493"/>
                  </a:lnTo>
                  <a:lnTo>
                    <a:pt x="3543947" y="1102493"/>
                  </a:lnTo>
                  <a:lnTo>
                    <a:pt x="3544055" y="1102493"/>
                  </a:lnTo>
                  <a:lnTo>
                    <a:pt x="3544164" y="1102493"/>
                  </a:lnTo>
                  <a:lnTo>
                    <a:pt x="3544272" y="1102493"/>
                  </a:lnTo>
                  <a:lnTo>
                    <a:pt x="3544381" y="1102493"/>
                  </a:lnTo>
                  <a:lnTo>
                    <a:pt x="3544489" y="1102493"/>
                  </a:lnTo>
                  <a:lnTo>
                    <a:pt x="3544489" y="1101869"/>
                  </a:lnTo>
                  <a:lnTo>
                    <a:pt x="3544489" y="1101246"/>
                  </a:lnTo>
                  <a:lnTo>
                    <a:pt x="3544598" y="1101246"/>
                  </a:lnTo>
                  <a:lnTo>
                    <a:pt x="3544706" y="1101246"/>
                  </a:lnTo>
                  <a:lnTo>
                    <a:pt x="3544815" y="1101246"/>
                  </a:lnTo>
                  <a:lnTo>
                    <a:pt x="3544923" y="1101246"/>
                  </a:lnTo>
                  <a:lnTo>
                    <a:pt x="3545031" y="1101246"/>
                  </a:lnTo>
                  <a:lnTo>
                    <a:pt x="3545140" y="1101246"/>
                  </a:lnTo>
                  <a:lnTo>
                    <a:pt x="3545140" y="1100622"/>
                  </a:lnTo>
                  <a:lnTo>
                    <a:pt x="3545248" y="1100622"/>
                  </a:lnTo>
                  <a:lnTo>
                    <a:pt x="3545357" y="1100622"/>
                  </a:lnTo>
                  <a:lnTo>
                    <a:pt x="3545465" y="1100622"/>
                  </a:lnTo>
                  <a:lnTo>
                    <a:pt x="3545574" y="1100622"/>
                  </a:lnTo>
                  <a:lnTo>
                    <a:pt x="3545574" y="1099999"/>
                  </a:lnTo>
                  <a:lnTo>
                    <a:pt x="3545682" y="1099999"/>
                  </a:lnTo>
                  <a:lnTo>
                    <a:pt x="3545791" y="1099999"/>
                  </a:lnTo>
                  <a:lnTo>
                    <a:pt x="3545899" y="1099999"/>
                  </a:lnTo>
                  <a:lnTo>
                    <a:pt x="3546007" y="1099999"/>
                  </a:lnTo>
                  <a:lnTo>
                    <a:pt x="3546116" y="1099999"/>
                  </a:lnTo>
                  <a:lnTo>
                    <a:pt x="3546224" y="1099999"/>
                  </a:lnTo>
                  <a:lnTo>
                    <a:pt x="3546333" y="1099999"/>
                  </a:lnTo>
                  <a:lnTo>
                    <a:pt x="3546441" y="1099999"/>
                  </a:lnTo>
                  <a:lnTo>
                    <a:pt x="3546550" y="1099999"/>
                  </a:lnTo>
                  <a:lnTo>
                    <a:pt x="3546658" y="1099999"/>
                  </a:lnTo>
                  <a:lnTo>
                    <a:pt x="3546767" y="1099999"/>
                  </a:lnTo>
                  <a:lnTo>
                    <a:pt x="3546875" y="1099999"/>
                  </a:lnTo>
                  <a:lnTo>
                    <a:pt x="3546984" y="1099999"/>
                  </a:lnTo>
                  <a:lnTo>
                    <a:pt x="3546984" y="1099375"/>
                  </a:lnTo>
                  <a:lnTo>
                    <a:pt x="3547092" y="1099375"/>
                  </a:lnTo>
                  <a:lnTo>
                    <a:pt x="3547200" y="1099375"/>
                  </a:lnTo>
                  <a:lnTo>
                    <a:pt x="3547309" y="1099375"/>
                  </a:lnTo>
                  <a:lnTo>
                    <a:pt x="3547309" y="1098752"/>
                  </a:lnTo>
                  <a:lnTo>
                    <a:pt x="3547417" y="1098752"/>
                  </a:lnTo>
                  <a:lnTo>
                    <a:pt x="3547526" y="1098752"/>
                  </a:lnTo>
                  <a:lnTo>
                    <a:pt x="3547634" y="1098752"/>
                  </a:lnTo>
                  <a:lnTo>
                    <a:pt x="3547743" y="1098752"/>
                  </a:lnTo>
                  <a:lnTo>
                    <a:pt x="3547851" y="1098752"/>
                  </a:lnTo>
                  <a:lnTo>
                    <a:pt x="3547960" y="1098752"/>
                  </a:lnTo>
                  <a:lnTo>
                    <a:pt x="3548068" y="1098752"/>
                  </a:lnTo>
                  <a:lnTo>
                    <a:pt x="3548176" y="1098752"/>
                  </a:lnTo>
                  <a:lnTo>
                    <a:pt x="3548285" y="1098752"/>
                  </a:lnTo>
                  <a:lnTo>
                    <a:pt x="3548393" y="1098752"/>
                  </a:lnTo>
                  <a:lnTo>
                    <a:pt x="3548502" y="1098752"/>
                  </a:lnTo>
                  <a:lnTo>
                    <a:pt x="3548610" y="1098752"/>
                  </a:lnTo>
                  <a:lnTo>
                    <a:pt x="3548719" y="1098752"/>
                  </a:lnTo>
                  <a:lnTo>
                    <a:pt x="3548827" y="1098752"/>
                  </a:lnTo>
                  <a:lnTo>
                    <a:pt x="3548936" y="1098752"/>
                  </a:lnTo>
                  <a:lnTo>
                    <a:pt x="3549044" y="1098752"/>
                  </a:lnTo>
                  <a:lnTo>
                    <a:pt x="3549152" y="1098752"/>
                  </a:lnTo>
                  <a:lnTo>
                    <a:pt x="3549261" y="1098752"/>
                  </a:lnTo>
                  <a:lnTo>
                    <a:pt x="3549369" y="1098752"/>
                  </a:lnTo>
                  <a:lnTo>
                    <a:pt x="3549478" y="1098752"/>
                  </a:lnTo>
                  <a:lnTo>
                    <a:pt x="3549586" y="1098752"/>
                  </a:lnTo>
                  <a:lnTo>
                    <a:pt x="3549695" y="1098752"/>
                  </a:lnTo>
                  <a:lnTo>
                    <a:pt x="3549803" y="1098752"/>
                  </a:lnTo>
                  <a:lnTo>
                    <a:pt x="3549912" y="1098752"/>
                  </a:lnTo>
                  <a:lnTo>
                    <a:pt x="3550020" y="1098752"/>
                  </a:lnTo>
                  <a:lnTo>
                    <a:pt x="3550128" y="1098752"/>
                  </a:lnTo>
                  <a:lnTo>
                    <a:pt x="3550237" y="1098752"/>
                  </a:lnTo>
                  <a:lnTo>
                    <a:pt x="3550345" y="1098752"/>
                  </a:lnTo>
                  <a:lnTo>
                    <a:pt x="3550454" y="1098752"/>
                  </a:lnTo>
                  <a:lnTo>
                    <a:pt x="3550562" y="1098752"/>
                  </a:lnTo>
                  <a:lnTo>
                    <a:pt x="3550671" y="1098752"/>
                  </a:lnTo>
                  <a:lnTo>
                    <a:pt x="3550779" y="1098752"/>
                  </a:lnTo>
                  <a:lnTo>
                    <a:pt x="3550888" y="1098752"/>
                  </a:lnTo>
                  <a:lnTo>
                    <a:pt x="3550996" y="1098752"/>
                  </a:lnTo>
                  <a:lnTo>
                    <a:pt x="3551105" y="1098752"/>
                  </a:lnTo>
                  <a:lnTo>
                    <a:pt x="3551213" y="1098752"/>
                  </a:lnTo>
                  <a:lnTo>
                    <a:pt x="3551321" y="1098752"/>
                  </a:lnTo>
                  <a:lnTo>
                    <a:pt x="3551430" y="1098752"/>
                  </a:lnTo>
                  <a:lnTo>
                    <a:pt x="3551538" y="1098752"/>
                  </a:lnTo>
                  <a:lnTo>
                    <a:pt x="3551647" y="1098752"/>
                  </a:lnTo>
                  <a:lnTo>
                    <a:pt x="3551755" y="1098752"/>
                  </a:lnTo>
                  <a:lnTo>
                    <a:pt x="3551864" y="1098752"/>
                  </a:lnTo>
                  <a:lnTo>
                    <a:pt x="3551972" y="1098752"/>
                  </a:lnTo>
                  <a:lnTo>
                    <a:pt x="3551972" y="1098128"/>
                  </a:lnTo>
                  <a:lnTo>
                    <a:pt x="3552081" y="1098128"/>
                  </a:lnTo>
                  <a:lnTo>
                    <a:pt x="3552189" y="1098128"/>
                  </a:lnTo>
                  <a:lnTo>
                    <a:pt x="3552297" y="1098128"/>
                  </a:lnTo>
                  <a:lnTo>
                    <a:pt x="3552406" y="1098128"/>
                  </a:lnTo>
                  <a:lnTo>
                    <a:pt x="3552514" y="1098128"/>
                  </a:lnTo>
                  <a:lnTo>
                    <a:pt x="3552514" y="1097504"/>
                  </a:lnTo>
                  <a:lnTo>
                    <a:pt x="3552623" y="1097504"/>
                  </a:lnTo>
                  <a:lnTo>
                    <a:pt x="3552731" y="1097504"/>
                  </a:lnTo>
                  <a:lnTo>
                    <a:pt x="3552840" y="1097504"/>
                  </a:lnTo>
                  <a:lnTo>
                    <a:pt x="3552948" y="1097504"/>
                  </a:lnTo>
                  <a:lnTo>
                    <a:pt x="3553057" y="1097504"/>
                  </a:lnTo>
                  <a:lnTo>
                    <a:pt x="3553165" y="1097504"/>
                  </a:lnTo>
                  <a:lnTo>
                    <a:pt x="3553273" y="1097504"/>
                  </a:lnTo>
                  <a:lnTo>
                    <a:pt x="3553382" y="1097504"/>
                  </a:lnTo>
                  <a:lnTo>
                    <a:pt x="3553490" y="1097504"/>
                  </a:lnTo>
                  <a:lnTo>
                    <a:pt x="3553599" y="1097504"/>
                  </a:lnTo>
                  <a:lnTo>
                    <a:pt x="3553599" y="1096881"/>
                  </a:lnTo>
                  <a:lnTo>
                    <a:pt x="3553707" y="1096881"/>
                  </a:lnTo>
                  <a:lnTo>
                    <a:pt x="3553707" y="1096257"/>
                  </a:lnTo>
                  <a:lnTo>
                    <a:pt x="3553707" y="1095634"/>
                  </a:lnTo>
                  <a:lnTo>
                    <a:pt x="3553816" y="1095634"/>
                  </a:lnTo>
                  <a:lnTo>
                    <a:pt x="3553924" y="1095634"/>
                  </a:lnTo>
                  <a:lnTo>
                    <a:pt x="3554033" y="1095634"/>
                  </a:lnTo>
                  <a:lnTo>
                    <a:pt x="3554141" y="1095634"/>
                  </a:lnTo>
                  <a:lnTo>
                    <a:pt x="3554249" y="1095634"/>
                  </a:lnTo>
                  <a:lnTo>
                    <a:pt x="3554358" y="1095634"/>
                  </a:lnTo>
                  <a:lnTo>
                    <a:pt x="3554466" y="1095634"/>
                  </a:lnTo>
                  <a:lnTo>
                    <a:pt x="3554575" y="1095634"/>
                  </a:lnTo>
                  <a:lnTo>
                    <a:pt x="3554683" y="1095634"/>
                  </a:lnTo>
                  <a:lnTo>
                    <a:pt x="3554792" y="1095634"/>
                  </a:lnTo>
                  <a:lnTo>
                    <a:pt x="3554900" y="1095634"/>
                  </a:lnTo>
                  <a:lnTo>
                    <a:pt x="3555009" y="1095634"/>
                  </a:lnTo>
                  <a:lnTo>
                    <a:pt x="3555117" y="1095634"/>
                  </a:lnTo>
                  <a:lnTo>
                    <a:pt x="3555226" y="1095634"/>
                  </a:lnTo>
                  <a:lnTo>
                    <a:pt x="3555334" y="1095634"/>
                  </a:lnTo>
                  <a:lnTo>
                    <a:pt x="3555334" y="1095010"/>
                  </a:lnTo>
                  <a:lnTo>
                    <a:pt x="3555442" y="1095010"/>
                  </a:lnTo>
                  <a:lnTo>
                    <a:pt x="3555551" y="1095010"/>
                  </a:lnTo>
                  <a:lnTo>
                    <a:pt x="3555659" y="1095010"/>
                  </a:lnTo>
                  <a:lnTo>
                    <a:pt x="3555768" y="1095010"/>
                  </a:lnTo>
                  <a:lnTo>
                    <a:pt x="3555876" y="1095010"/>
                  </a:lnTo>
                  <a:lnTo>
                    <a:pt x="3555985" y="1095010"/>
                  </a:lnTo>
                  <a:lnTo>
                    <a:pt x="3556093" y="1095010"/>
                  </a:lnTo>
                  <a:lnTo>
                    <a:pt x="3556202" y="1095010"/>
                  </a:lnTo>
                  <a:lnTo>
                    <a:pt x="3556310" y="1095010"/>
                  </a:lnTo>
                  <a:lnTo>
                    <a:pt x="3556418" y="1095010"/>
                  </a:lnTo>
                  <a:lnTo>
                    <a:pt x="3556527" y="1095010"/>
                  </a:lnTo>
                  <a:lnTo>
                    <a:pt x="3556635" y="1095010"/>
                  </a:lnTo>
                  <a:lnTo>
                    <a:pt x="3556744" y="1095010"/>
                  </a:lnTo>
                  <a:lnTo>
                    <a:pt x="3556852" y="1095010"/>
                  </a:lnTo>
                  <a:lnTo>
                    <a:pt x="3556961" y="1095010"/>
                  </a:lnTo>
                  <a:lnTo>
                    <a:pt x="3557069" y="1095010"/>
                  </a:lnTo>
                  <a:lnTo>
                    <a:pt x="3557178" y="1095010"/>
                  </a:lnTo>
                  <a:lnTo>
                    <a:pt x="3557286" y="1095010"/>
                  </a:lnTo>
                  <a:lnTo>
                    <a:pt x="3557394" y="1095010"/>
                  </a:lnTo>
                  <a:lnTo>
                    <a:pt x="3557503" y="1095010"/>
                  </a:lnTo>
                  <a:lnTo>
                    <a:pt x="3557611" y="1095010"/>
                  </a:lnTo>
                  <a:lnTo>
                    <a:pt x="3557720" y="1095010"/>
                  </a:lnTo>
                  <a:lnTo>
                    <a:pt x="3557828" y="1095010"/>
                  </a:lnTo>
                  <a:lnTo>
                    <a:pt x="3557828" y="1094386"/>
                  </a:lnTo>
                  <a:lnTo>
                    <a:pt x="3557937" y="1094386"/>
                  </a:lnTo>
                  <a:lnTo>
                    <a:pt x="3558045" y="1094386"/>
                  </a:lnTo>
                  <a:lnTo>
                    <a:pt x="3558154" y="1094386"/>
                  </a:lnTo>
                  <a:lnTo>
                    <a:pt x="3558262" y="1094386"/>
                  </a:lnTo>
                  <a:lnTo>
                    <a:pt x="3558262" y="1093763"/>
                  </a:lnTo>
                  <a:lnTo>
                    <a:pt x="3558370" y="1093763"/>
                  </a:lnTo>
                  <a:lnTo>
                    <a:pt x="3558479" y="1093763"/>
                  </a:lnTo>
                  <a:lnTo>
                    <a:pt x="3558587" y="1093763"/>
                  </a:lnTo>
                  <a:lnTo>
                    <a:pt x="3558696" y="1093763"/>
                  </a:lnTo>
                  <a:lnTo>
                    <a:pt x="3558804" y="1093763"/>
                  </a:lnTo>
                  <a:lnTo>
                    <a:pt x="3558804" y="1093139"/>
                  </a:lnTo>
                  <a:lnTo>
                    <a:pt x="3558913" y="1093139"/>
                  </a:lnTo>
                  <a:lnTo>
                    <a:pt x="3559021" y="1093139"/>
                  </a:lnTo>
                  <a:lnTo>
                    <a:pt x="3559130" y="1093139"/>
                  </a:lnTo>
                  <a:lnTo>
                    <a:pt x="3559238" y="1093139"/>
                  </a:lnTo>
                  <a:lnTo>
                    <a:pt x="3559238" y="1092516"/>
                  </a:lnTo>
                  <a:lnTo>
                    <a:pt x="3559346" y="1092516"/>
                  </a:lnTo>
                  <a:lnTo>
                    <a:pt x="3559455" y="1092516"/>
                  </a:lnTo>
                  <a:lnTo>
                    <a:pt x="3559563" y="1092516"/>
                  </a:lnTo>
                  <a:lnTo>
                    <a:pt x="3559672" y="1092516"/>
                  </a:lnTo>
                  <a:lnTo>
                    <a:pt x="3559780" y="1092516"/>
                  </a:lnTo>
                  <a:lnTo>
                    <a:pt x="3559889" y="1092516"/>
                  </a:lnTo>
                  <a:lnTo>
                    <a:pt x="3559997" y="1092516"/>
                  </a:lnTo>
                  <a:lnTo>
                    <a:pt x="3560106" y="1092516"/>
                  </a:lnTo>
                  <a:lnTo>
                    <a:pt x="3560214" y="1092516"/>
                  </a:lnTo>
                  <a:lnTo>
                    <a:pt x="3560214" y="1091892"/>
                  </a:lnTo>
                  <a:lnTo>
                    <a:pt x="3560323" y="1091892"/>
                  </a:lnTo>
                  <a:lnTo>
                    <a:pt x="3560431" y="1091892"/>
                  </a:lnTo>
                  <a:lnTo>
                    <a:pt x="3560539" y="1091892"/>
                  </a:lnTo>
                  <a:lnTo>
                    <a:pt x="3560648" y="1091892"/>
                  </a:lnTo>
                  <a:lnTo>
                    <a:pt x="3560648" y="1091269"/>
                  </a:lnTo>
                  <a:lnTo>
                    <a:pt x="3560756" y="1091269"/>
                  </a:lnTo>
                  <a:lnTo>
                    <a:pt x="3560865" y="1091269"/>
                  </a:lnTo>
                  <a:lnTo>
                    <a:pt x="3560973" y="1091269"/>
                  </a:lnTo>
                  <a:lnTo>
                    <a:pt x="3561082" y="1091269"/>
                  </a:lnTo>
                  <a:lnTo>
                    <a:pt x="3561190" y="1091269"/>
                  </a:lnTo>
                  <a:lnTo>
                    <a:pt x="3561299" y="1091269"/>
                  </a:lnTo>
                  <a:lnTo>
                    <a:pt x="3561407" y="1091269"/>
                  </a:lnTo>
                  <a:lnTo>
                    <a:pt x="3561407" y="1090645"/>
                  </a:lnTo>
                  <a:lnTo>
                    <a:pt x="3561515" y="1090645"/>
                  </a:lnTo>
                  <a:lnTo>
                    <a:pt x="3561624" y="1090645"/>
                  </a:lnTo>
                  <a:lnTo>
                    <a:pt x="3561732" y="1090645"/>
                  </a:lnTo>
                  <a:lnTo>
                    <a:pt x="3561732" y="1090021"/>
                  </a:lnTo>
                  <a:lnTo>
                    <a:pt x="3561841" y="1090021"/>
                  </a:lnTo>
                  <a:lnTo>
                    <a:pt x="3561949" y="1090021"/>
                  </a:lnTo>
                  <a:lnTo>
                    <a:pt x="3562058" y="1090021"/>
                  </a:lnTo>
                  <a:lnTo>
                    <a:pt x="3562166" y="1090021"/>
                  </a:lnTo>
                  <a:lnTo>
                    <a:pt x="3562275" y="1090021"/>
                  </a:lnTo>
                  <a:lnTo>
                    <a:pt x="3562275" y="1089398"/>
                  </a:lnTo>
                  <a:lnTo>
                    <a:pt x="3562383" y="1089398"/>
                  </a:lnTo>
                  <a:lnTo>
                    <a:pt x="3562491" y="1089398"/>
                  </a:lnTo>
                  <a:lnTo>
                    <a:pt x="3562600" y="1089398"/>
                  </a:lnTo>
                  <a:lnTo>
                    <a:pt x="3562708" y="1089398"/>
                  </a:lnTo>
                  <a:lnTo>
                    <a:pt x="3562817" y="1089398"/>
                  </a:lnTo>
                  <a:lnTo>
                    <a:pt x="3562925" y="1089398"/>
                  </a:lnTo>
                  <a:lnTo>
                    <a:pt x="3563034" y="1089398"/>
                  </a:lnTo>
                  <a:lnTo>
                    <a:pt x="3563142" y="1089398"/>
                  </a:lnTo>
                  <a:lnTo>
                    <a:pt x="3563251" y="1089398"/>
                  </a:lnTo>
                  <a:lnTo>
                    <a:pt x="3563359" y="1089398"/>
                  </a:lnTo>
                  <a:lnTo>
                    <a:pt x="3563467" y="1089398"/>
                  </a:lnTo>
                  <a:lnTo>
                    <a:pt x="3563576" y="1089398"/>
                  </a:lnTo>
                  <a:lnTo>
                    <a:pt x="3563684" y="1089398"/>
                  </a:lnTo>
                  <a:lnTo>
                    <a:pt x="3563793" y="1089398"/>
                  </a:lnTo>
                  <a:lnTo>
                    <a:pt x="3563793" y="1088774"/>
                  </a:lnTo>
                  <a:lnTo>
                    <a:pt x="3563901" y="1088774"/>
                  </a:lnTo>
                  <a:lnTo>
                    <a:pt x="3564010" y="1088774"/>
                  </a:lnTo>
                  <a:lnTo>
                    <a:pt x="3564118" y="1088774"/>
                  </a:lnTo>
                  <a:lnTo>
                    <a:pt x="3564227" y="1088774"/>
                  </a:lnTo>
                  <a:lnTo>
                    <a:pt x="3564335" y="1088774"/>
                  </a:lnTo>
                  <a:lnTo>
                    <a:pt x="3564335" y="1088151"/>
                  </a:lnTo>
                  <a:lnTo>
                    <a:pt x="3564444" y="1088151"/>
                  </a:lnTo>
                  <a:lnTo>
                    <a:pt x="3564552" y="1088151"/>
                  </a:lnTo>
                  <a:lnTo>
                    <a:pt x="3564660" y="1088151"/>
                  </a:lnTo>
                  <a:lnTo>
                    <a:pt x="3564769" y="1088151"/>
                  </a:lnTo>
                  <a:lnTo>
                    <a:pt x="3564877" y="1088151"/>
                  </a:lnTo>
                  <a:lnTo>
                    <a:pt x="3564877" y="1087527"/>
                  </a:lnTo>
                  <a:lnTo>
                    <a:pt x="3564986" y="1087527"/>
                  </a:lnTo>
                  <a:lnTo>
                    <a:pt x="3565094" y="1087527"/>
                  </a:lnTo>
                  <a:lnTo>
                    <a:pt x="3565203" y="1087527"/>
                  </a:lnTo>
                  <a:lnTo>
                    <a:pt x="3565311" y="1087527"/>
                  </a:lnTo>
                  <a:lnTo>
                    <a:pt x="3565420" y="1087527"/>
                  </a:lnTo>
                  <a:lnTo>
                    <a:pt x="3565528" y="1087527"/>
                  </a:lnTo>
                  <a:lnTo>
                    <a:pt x="3565636" y="1087527"/>
                  </a:lnTo>
                  <a:lnTo>
                    <a:pt x="3565745" y="1087527"/>
                  </a:lnTo>
                  <a:lnTo>
                    <a:pt x="3565853" y="1087527"/>
                  </a:lnTo>
                  <a:lnTo>
                    <a:pt x="3565962" y="1087527"/>
                  </a:lnTo>
                  <a:lnTo>
                    <a:pt x="3566070" y="1087527"/>
                  </a:lnTo>
                  <a:lnTo>
                    <a:pt x="3566179" y="1087527"/>
                  </a:lnTo>
                  <a:lnTo>
                    <a:pt x="3566287" y="1087527"/>
                  </a:lnTo>
                  <a:lnTo>
                    <a:pt x="3566396" y="1087527"/>
                  </a:lnTo>
                  <a:lnTo>
                    <a:pt x="3566504" y="1087527"/>
                  </a:lnTo>
                  <a:lnTo>
                    <a:pt x="3566612" y="1087527"/>
                  </a:lnTo>
                  <a:lnTo>
                    <a:pt x="3566721" y="1087527"/>
                  </a:lnTo>
                  <a:lnTo>
                    <a:pt x="3566829" y="1087527"/>
                  </a:lnTo>
                  <a:lnTo>
                    <a:pt x="3566938" y="1087527"/>
                  </a:lnTo>
                  <a:lnTo>
                    <a:pt x="3567046" y="1087527"/>
                  </a:lnTo>
                  <a:lnTo>
                    <a:pt x="3567155" y="1087527"/>
                  </a:lnTo>
                  <a:lnTo>
                    <a:pt x="3567263" y="1087527"/>
                  </a:lnTo>
                  <a:lnTo>
                    <a:pt x="3567263" y="1086903"/>
                  </a:lnTo>
                  <a:lnTo>
                    <a:pt x="3567372" y="1086903"/>
                  </a:lnTo>
                  <a:lnTo>
                    <a:pt x="3567480" y="1086903"/>
                  </a:lnTo>
                  <a:lnTo>
                    <a:pt x="3567588" y="1086903"/>
                  </a:lnTo>
                  <a:lnTo>
                    <a:pt x="3567697" y="1086903"/>
                  </a:lnTo>
                  <a:lnTo>
                    <a:pt x="3567805" y="1086903"/>
                  </a:lnTo>
                  <a:lnTo>
                    <a:pt x="3567914" y="1086903"/>
                  </a:lnTo>
                  <a:lnTo>
                    <a:pt x="3568022" y="1086903"/>
                  </a:lnTo>
                  <a:lnTo>
                    <a:pt x="3568131" y="1086903"/>
                  </a:lnTo>
                  <a:lnTo>
                    <a:pt x="3568239" y="1086903"/>
                  </a:lnTo>
                  <a:lnTo>
                    <a:pt x="3568348" y="1086903"/>
                  </a:lnTo>
                  <a:lnTo>
                    <a:pt x="3568348" y="1086280"/>
                  </a:lnTo>
                  <a:lnTo>
                    <a:pt x="3568456" y="1086280"/>
                  </a:lnTo>
                  <a:lnTo>
                    <a:pt x="3568565" y="1086280"/>
                  </a:lnTo>
                  <a:lnTo>
                    <a:pt x="3568673" y="1086280"/>
                  </a:lnTo>
                  <a:lnTo>
                    <a:pt x="3568673" y="1085656"/>
                  </a:lnTo>
                  <a:lnTo>
                    <a:pt x="3568781" y="1085656"/>
                  </a:lnTo>
                  <a:lnTo>
                    <a:pt x="3568890" y="1085656"/>
                  </a:lnTo>
                  <a:lnTo>
                    <a:pt x="3568998" y="1085656"/>
                  </a:lnTo>
                  <a:lnTo>
                    <a:pt x="3569107" y="1085656"/>
                  </a:lnTo>
                  <a:lnTo>
                    <a:pt x="3569215" y="1085656"/>
                  </a:lnTo>
                  <a:lnTo>
                    <a:pt x="3569324" y="1085656"/>
                  </a:lnTo>
                  <a:lnTo>
                    <a:pt x="3569432" y="1085656"/>
                  </a:lnTo>
                  <a:lnTo>
                    <a:pt x="3569432" y="1085033"/>
                  </a:lnTo>
                  <a:lnTo>
                    <a:pt x="3569432" y="1084409"/>
                  </a:lnTo>
                  <a:lnTo>
                    <a:pt x="3569432" y="1083786"/>
                  </a:lnTo>
                  <a:lnTo>
                    <a:pt x="3569541" y="1083786"/>
                  </a:lnTo>
                  <a:lnTo>
                    <a:pt x="3569649" y="1083786"/>
                  </a:lnTo>
                  <a:lnTo>
                    <a:pt x="3569757" y="1083786"/>
                  </a:lnTo>
                  <a:lnTo>
                    <a:pt x="3569866" y="1083786"/>
                  </a:lnTo>
                  <a:lnTo>
                    <a:pt x="3569974" y="1083786"/>
                  </a:lnTo>
                  <a:lnTo>
                    <a:pt x="3570083" y="1083786"/>
                  </a:lnTo>
                  <a:lnTo>
                    <a:pt x="3570191" y="1083786"/>
                  </a:lnTo>
                  <a:lnTo>
                    <a:pt x="3570300" y="1083786"/>
                  </a:lnTo>
                  <a:lnTo>
                    <a:pt x="3570300" y="1083162"/>
                  </a:lnTo>
                  <a:lnTo>
                    <a:pt x="3570408" y="1083162"/>
                  </a:lnTo>
                  <a:lnTo>
                    <a:pt x="3570408" y="1082538"/>
                  </a:lnTo>
                  <a:lnTo>
                    <a:pt x="3570517" y="1082538"/>
                  </a:lnTo>
                  <a:lnTo>
                    <a:pt x="3570625" y="1082538"/>
                  </a:lnTo>
                  <a:lnTo>
                    <a:pt x="3570733" y="1082538"/>
                  </a:lnTo>
                  <a:lnTo>
                    <a:pt x="3570733" y="1081915"/>
                  </a:lnTo>
                  <a:lnTo>
                    <a:pt x="3570842" y="1081915"/>
                  </a:lnTo>
                  <a:lnTo>
                    <a:pt x="3570842" y="1081291"/>
                  </a:lnTo>
                  <a:lnTo>
                    <a:pt x="3570842" y="1080668"/>
                  </a:lnTo>
                  <a:lnTo>
                    <a:pt x="3570950" y="1080668"/>
                  </a:lnTo>
                  <a:lnTo>
                    <a:pt x="3571059" y="1080668"/>
                  </a:lnTo>
                  <a:lnTo>
                    <a:pt x="3571167" y="1080668"/>
                  </a:lnTo>
                  <a:lnTo>
                    <a:pt x="3571276" y="1080668"/>
                  </a:lnTo>
                  <a:lnTo>
                    <a:pt x="3571276" y="1080044"/>
                  </a:lnTo>
                  <a:lnTo>
                    <a:pt x="3571384" y="1080044"/>
                  </a:lnTo>
                  <a:lnTo>
                    <a:pt x="3571493" y="1080044"/>
                  </a:lnTo>
                  <a:lnTo>
                    <a:pt x="3571601" y="1080044"/>
                  </a:lnTo>
                  <a:lnTo>
                    <a:pt x="3571709" y="1080044"/>
                  </a:lnTo>
                  <a:lnTo>
                    <a:pt x="3571818" y="1080044"/>
                  </a:lnTo>
                  <a:lnTo>
                    <a:pt x="3571926" y="1080044"/>
                  </a:lnTo>
                  <a:lnTo>
                    <a:pt x="3572035" y="1080044"/>
                  </a:lnTo>
                  <a:lnTo>
                    <a:pt x="3572143" y="1080044"/>
                  </a:lnTo>
                  <a:lnTo>
                    <a:pt x="3572252" y="1080044"/>
                  </a:lnTo>
                  <a:lnTo>
                    <a:pt x="3572360" y="1080044"/>
                  </a:lnTo>
                  <a:lnTo>
                    <a:pt x="3572469" y="1080044"/>
                  </a:lnTo>
                  <a:lnTo>
                    <a:pt x="3572577" y="1080044"/>
                  </a:lnTo>
                  <a:lnTo>
                    <a:pt x="3572686" y="1080044"/>
                  </a:lnTo>
                  <a:lnTo>
                    <a:pt x="3572794" y="1080044"/>
                  </a:lnTo>
                  <a:lnTo>
                    <a:pt x="3572902" y="1080044"/>
                  </a:lnTo>
                  <a:lnTo>
                    <a:pt x="3573011" y="1080044"/>
                  </a:lnTo>
                  <a:lnTo>
                    <a:pt x="3573119" y="1080044"/>
                  </a:lnTo>
                  <a:lnTo>
                    <a:pt x="3573228" y="1080044"/>
                  </a:lnTo>
                  <a:lnTo>
                    <a:pt x="3573336" y="1080044"/>
                  </a:lnTo>
                  <a:lnTo>
                    <a:pt x="3573445" y="1080044"/>
                  </a:lnTo>
                  <a:lnTo>
                    <a:pt x="3573445" y="1079420"/>
                  </a:lnTo>
                  <a:lnTo>
                    <a:pt x="3573553" y="1079420"/>
                  </a:lnTo>
                  <a:lnTo>
                    <a:pt x="3573553" y="1078797"/>
                  </a:lnTo>
                  <a:lnTo>
                    <a:pt x="3573662" y="1078797"/>
                  </a:lnTo>
                  <a:lnTo>
                    <a:pt x="3573662" y="1078173"/>
                  </a:lnTo>
                  <a:lnTo>
                    <a:pt x="3573662" y="1077550"/>
                  </a:lnTo>
                  <a:lnTo>
                    <a:pt x="3573770" y="1077550"/>
                  </a:lnTo>
                  <a:lnTo>
                    <a:pt x="3573878" y="1077550"/>
                  </a:lnTo>
                  <a:lnTo>
                    <a:pt x="3573987" y="1077550"/>
                  </a:lnTo>
                  <a:lnTo>
                    <a:pt x="3574095" y="1077550"/>
                  </a:lnTo>
                  <a:lnTo>
                    <a:pt x="3574095" y="1076926"/>
                  </a:lnTo>
                  <a:lnTo>
                    <a:pt x="3574095" y="1076303"/>
                  </a:lnTo>
                  <a:lnTo>
                    <a:pt x="3574204" y="1076303"/>
                  </a:lnTo>
                  <a:lnTo>
                    <a:pt x="3574312" y="1076303"/>
                  </a:lnTo>
                  <a:lnTo>
                    <a:pt x="3574421" y="1076303"/>
                  </a:lnTo>
                  <a:lnTo>
                    <a:pt x="3574529" y="1076303"/>
                  </a:lnTo>
                  <a:lnTo>
                    <a:pt x="3574638" y="1076303"/>
                  </a:lnTo>
                  <a:lnTo>
                    <a:pt x="3574746" y="1076303"/>
                  </a:lnTo>
                  <a:lnTo>
                    <a:pt x="3574746" y="1075679"/>
                  </a:lnTo>
                  <a:lnTo>
                    <a:pt x="3574854" y="1075679"/>
                  </a:lnTo>
                  <a:lnTo>
                    <a:pt x="3574963" y="1075679"/>
                  </a:lnTo>
                  <a:lnTo>
                    <a:pt x="3575071" y="1075679"/>
                  </a:lnTo>
                  <a:lnTo>
                    <a:pt x="3575180" y="1075679"/>
                  </a:lnTo>
                  <a:lnTo>
                    <a:pt x="3575180" y="1075055"/>
                  </a:lnTo>
                  <a:lnTo>
                    <a:pt x="3575288" y="1075055"/>
                  </a:lnTo>
                  <a:lnTo>
                    <a:pt x="3575397" y="1075055"/>
                  </a:lnTo>
                  <a:lnTo>
                    <a:pt x="3575505" y="1075055"/>
                  </a:lnTo>
                  <a:lnTo>
                    <a:pt x="3575614" y="1075055"/>
                  </a:lnTo>
                  <a:lnTo>
                    <a:pt x="3575722" y="1075055"/>
                  </a:lnTo>
                  <a:lnTo>
                    <a:pt x="3575722" y="1074432"/>
                  </a:lnTo>
                  <a:lnTo>
                    <a:pt x="3575830" y="1074432"/>
                  </a:lnTo>
                  <a:lnTo>
                    <a:pt x="3575939" y="1074432"/>
                  </a:lnTo>
                  <a:lnTo>
                    <a:pt x="3576047" y="1074432"/>
                  </a:lnTo>
                  <a:lnTo>
                    <a:pt x="3576156" y="1074432"/>
                  </a:lnTo>
                  <a:lnTo>
                    <a:pt x="3576264" y="1074432"/>
                  </a:lnTo>
                  <a:lnTo>
                    <a:pt x="3576373" y="1074432"/>
                  </a:lnTo>
                  <a:lnTo>
                    <a:pt x="3576481" y="1074432"/>
                  </a:lnTo>
                  <a:lnTo>
                    <a:pt x="3576590" y="1074432"/>
                  </a:lnTo>
                  <a:lnTo>
                    <a:pt x="3576698" y="1074432"/>
                  </a:lnTo>
                  <a:lnTo>
                    <a:pt x="3576807" y="1074432"/>
                  </a:lnTo>
                  <a:lnTo>
                    <a:pt x="3576807" y="1073808"/>
                  </a:lnTo>
                  <a:lnTo>
                    <a:pt x="3576807" y="1073185"/>
                  </a:lnTo>
                  <a:lnTo>
                    <a:pt x="3576807" y="1072561"/>
                  </a:lnTo>
                  <a:lnTo>
                    <a:pt x="3576915" y="1072561"/>
                  </a:lnTo>
                  <a:lnTo>
                    <a:pt x="3577023" y="1072561"/>
                  </a:lnTo>
                  <a:lnTo>
                    <a:pt x="3577132" y="1072561"/>
                  </a:lnTo>
                  <a:lnTo>
                    <a:pt x="3577240" y="1072561"/>
                  </a:lnTo>
                  <a:lnTo>
                    <a:pt x="3577240" y="1071938"/>
                  </a:lnTo>
                  <a:lnTo>
                    <a:pt x="3577349" y="1071938"/>
                  </a:lnTo>
                  <a:lnTo>
                    <a:pt x="3577457" y="1071938"/>
                  </a:lnTo>
                  <a:lnTo>
                    <a:pt x="3577566" y="1071938"/>
                  </a:lnTo>
                  <a:lnTo>
                    <a:pt x="3577674" y="1071938"/>
                  </a:lnTo>
                  <a:lnTo>
                    <a:pt x="3577783" y="1071938"/>
                  </a:lnTo>
                  <a:lnTo>
                    <a:pt x="3577783" y="1071314"/>
                  </a:lnTo>
                  <a:lnTo>
                    <a:pt x="3577891" y="1071314"/>
                  </a:lnTo>
                  <a:lnTo>
                    <a:pt x="3577999" y="1071314"/>
                  </a:lnTo>
                  <a:lnTo>
                    <a:pt x="3578108" y="1071314"/>
                  </a:lnTo>
                  <a:lnTo>
                    <a:pt x="3578216" y="1071314"/>
                  </a:lnTo>
                  <a:lnTo>
                    <a:pt x="3578325" y="1071314"/>
                  </a:lnTo>
                  <a:lnTo>
                    <a:pt x="3578433" y="1071314"/>
                  </a:lnTo>
                  <a:lnTo>
                    <a:pt x="3578433" y="1070690"/>
                  </a:lnTo>
                  <a:lnTo>
                    <a:pt x="3578542" y="1070690"/>
                  </a:lnTo>
                  <a:lnTo>
                    <a:pt x="3578542" y="1070067"/>
                  </a:lnTo>
                  <a:lnTo>
                    <a:pt x="3578650" y="1070067"/>
                  </a:lnTo>
                  <a:lnTo>
                    <a:pt x="3578759" y="1070067"/>
                  </a:lnTo>
                  <a:lnTo>
                    <a:pt x="3578867" y="1070067"/>
                  </a:lnTo>
                  <a:lnTo>
                    <a:pt x="3578975" y="1070067"/>
                  </a:lnTo>
                  <a:lnTo>
                    <a:pt x="3579084" y="1070067"/>
                  </a:lnTo>
                  <a:lnTo>
                    <a:pt x="3579192" y="1070067"/>
                  </a:lnTo>
                  <a:lnTo>
                    <a:pt x="3579192" y="1069443"/>
                  </a:lnTo>
                  <a:lnTo>
                    <a:pt x="3579301" y="1069443"/>
                  </a:lnTo>
                  <a:lnTo>
                    <a:pt x="3579409" y="1069443"/>
                  </a:lnTo>
                  <a:lnTo>
                    <a:pt x="3579518" y="1069443"/>
                  </a:lnTo>
                  <a:lnTo>
                    <a:pt x="3579626" y="1069443"/>
                  </a:lnTo>
                  <a:lnTo>
                    <a:pt x="3579735" y="1069443"/>
                  </a:lnTo>
                  <a:lnTo>
                    <a:pt x="3579843" y="1069443"/>
                  </a:lnTo>
                  <a:lnTo>
                    <a:pt x="3579951" y="1069443"/>
                  </a:lnTo>
                  <a:lnTo>
                    <a:pt x="3580060" y="1069443"/>
                  </a:lnTo>
                  <a:lnTo>
                    <a:pt x="3580168" y="1069443"/>
                  </a:lnTo>
                  <a:lnTo>
                    <a:pt x="3580168" y="1068820"/>
                  </a:lnTo>
                  <a:lnTo>
                    <a:pt x="3580277" y="1068820"/>
                  </a:lnTo>
                  <a:lnTo>
                    <a:pt x="3580385" y="1068820"/>
                  </a:lnTo>
                  <a:lnTo>
                    <a:pt x="3580494" y="1068820"/>
                  </a:lnTo>
                  <a:lnTo>
                    <a:pt x="3580602" y="1068820"/>
                  </a:lnTo>
                  <a:lnTo>
                    <a:pt x="3580711" y="1068820"/>
                  </a:lnTo>
                  <a:lnTo>
                    <a:pt x="3580819" y="1068820"/>
                  </a:lnTo>
                  <a:lnTo>
                    <a:pt x="3580927" y="1068820"/>
                  </a:lnTo>
                  <a:lnTo>
                    <a:pt x="3580927" y="1068196"/>
                  </a:lnTo>
                  <a:lnTo>
                    <a:pt x="3581036" y="1068196"/>
                  </a:lnTo>
                  <a:lnTo>
                    <a:pt x="3581144" y="1068196"/>
                  </a:lnTo>
                  <a:lnTo>
                    <a:pt x="3581253" y="1068196"/>
                  </a:lnTo>
                  <a:lnTo>
                    <a:pt x="3581361" y="1068196"/>
                  </a:lnTo>
                  <a:lnTo>
                    <a:pt x="3581361" y="1067572"/>
                  </a:lnTo>
                  <a:lnTo>
                    <a:pt x="3581470" y="1067572"/>
                  </a:lnTo>
                  <a:lnTo>
                    <a:pt x="3581578" y="1067572"/>
                  </a:lnTo>
                  <a:lnTo>
                    <a:pt x="3581687" y="1067572"/>
                  </a:lnTo>
                  <a:lnTo>
                    <a:pt x="3581795" y="1067572"/>
                  </a:lnTo>
                  <a:lnTo>
                    <a:pt x="3581904" y="1067572"/>
                  </a:lnTo>
                  <a:lnTo>
                    <a:pt x="3582012" y="1067572"/>
                  </a:lnTo>
                  <a:lnTo>
                    <a:pt x="3582120" y="1067572"/>
                  </a:lnTo>
                  <a:lnTo>
                    <a:pt x="3582229" y="1067572"/>
                  </a:lnTo>
                  <a:lnTo>
                    <a:pt x="3582337" y="1067572"/>
                  </a:lnTo>
                  <a:lnTo>
                    <a:pt x="3582446" y="1067572"/>
                  </a:lnTo>
                  <a:lnTo>
                    <a:pt x="3582554" y="1067572"/>
                  </a:lnTo>
                  <a:lnTo>
                    <a:pt x="3582663" y="1067572"/>
                  </a:lnTo>
                  <a:lnTo>
                    <a:pt x="3582771" y="1067572"/>
                  </a:lnTo>
                  <a:lnTo>
                    <a:pt x="3582880" y="1067572"/>
                  </a:lnTo>
                  <a:lnTo>
                    <a:pt x="3582988" y="1067572"/>
                  </a:lnTo>
                  <a:lnTo>
                    <a:pt x="3583096" y="1067572"/>
                  </a:lnTo>
                  <a:lnTo>
                    <a:pt x="3583205" y="1067572"/>
                  </a:lnTo>
                  <a:lnTo>
                    <a:pt x="3583313" y="1067572"/>
                  </a:lnTo>
                  <a:lnTo>
                    <a:pt x="3583422" y="1067572"/>
                  </a:lnTo>
                  <a:lnTo>
                    <a:pt x="3583530" y="1067572"/>
                  </a:lnTo>
                  <a:lnTo>
                    <a:pt x="3583639" y="1067572"/>
                  </a:lnTo>
                  <a:lnTo>
                    <a:pt x="3583747" y="1067572"/>
                  </a:lnTo>
                  <a:lnTo>
                    <a:pt x="3583856" y="1067572"/>
                  </a:lnTo>
                  <a:lnTo>
                    <a:pt x="3583964" y="1067572"/>
                  </a:lnTo>
                  <a:lnTo>
                    <a:pt x="3584072" y="1067572"/>
                  </a:lnTo>
                  <a:lnTo>
                    <a:pt x="3584072" y="1066949"/>
                  </a:lnTo>
                  <a:lnTo>
                    <a:pt x="3584181" y="1066949"/>
                  </a:lnTo>
                  <a:lnTo>
                    <a:pt x="3584289" y="1066949"/>
                  </a:lnTo>
                  <a:lnTo>
                    <a:pt x="3584398" y="1066949"/>
                  </a:lnTo>
                  <a:lnTo>
                    <a:pt x="3584398" y="1066325"/>
                  </a:lnTo>
                  <a:lnTo>
                    <a:pt x="3584506" y="1066325"/>
                  </a:lnTo>
                  <a:lnTo>
                    <a:pt x="3584615" y="1066325"/>
                  </a:lnTo>
                  <a:lnTo>
                    <a:pt x="3584723" y="1066325"/>
                  </a:lnTo>
                  <a:lnTo>
                    <a:pt x="3584723" y="1065702"/>
                  </a:lnTo>
                  <a:lnTo>
                    <a:pt x="3584723" y="1065078"/>
                  </a:lnTo>
                  <a:lnTo>
                    <a:pt x="3584723" y="1064455"/>
                  </a:lnTo>
                  <a:lnTo>
                    <a:pt x="3584832" y="1064455"/>
                  </a:lnTo>
                  <a:lnTo>
                    <a:pt x="3584940" y="1064455"/>
                  </a:lnTo>
                  <a:lnTo>
                    <a:pt x="3585048" y="1064455"/>
                  </a:lnTo>
                  <a:lnTo>
                    <a:pt x="3585157" y="1064455"/>
                  </a:lnTo>
                  <a:lnTo>
                    <a:pt x="3585265" y="1064455"/>
                  </a:lnTo>
                  <a:lnTo>
                    <a:pt x="3585374" y="1064455"/>
                  </a:lnTo>
                  <a:lnTo>
                    <a:pt x="3585482" y="1064455"/>
                  </a:lnTo>
                  <a:lnTo>
                    <a:pt x="3585591" y="1064455"/>
                  </a:lnTo>
                  <a:lnTo>
                    <a:pt x="3585699" y="1064455"/>
                  </a:lnTo>
                  <a:lnTo>
                    <a:pt x="3585808" y="1064455"/>
                  </a:lnTo>
                  <a:lnTo>
                    <a:pt x="3585808" y="1063831"/>
                  </a:lnTo>
                  <a:lnTo>
                    <a:pt x="3585916" y="1063831"/>
                  </a:lnTo>
                  <a:lnTo>
                    <a:pt x="3586025" y="1063831"/>
                  </a:lnTo>
                  <a:lnTo>
                    <a:pt x="3586133" y="1063831"/>
                  </a:lnTo>
                  <a:lnTo>
                    <a:pt x="3586241" y="1063831"/>
                  </a:lnTo>
                  <a:lnTo>
                    <a:pt x="3586350" y="1063831"/>
                  </a:lnTo>
                  <a:lnTo>
                    <a:pt x="3586458" y="1063831"/>
                  </a:lnTo>
                  <a:lnTo>
                    <a:pt x="3586458" y="1063207"/>
                  </a:lnTo>
                  <a:lnTo>
                    <a:pt x="3586567" y="1063207"/>
                  </a:lnTo>
                  <a:lnTo>
                    <a:pt x="3586675" y="1063207"/>
                  </a:lnTo>
                  <a:lnTo>
                    <a:pt x="3586675" y="1062584"/>
                  </a:lnTo>
                  <a:lnTo>
                    <a:pt x="3586784" y="1062584"/>
                  </a:lnTo>
                  <a:lnTo>
                    <a:pt x="3586892" y="1062584"/>
                  </a:lnTo>
                  <a:lnTo>
                    <a:pt x="3587001" y="1062584"/>
                  </a:lnTo>
                  <a:lnTo>
                    <a:pt x="3587001" y="1061960"/>
                  </a:lnTo>
                  <a:lnTo>
                    <a:pt x="3587109" y="1061960"/>
                  </a:lnTo>
                  <a:lnTo>
                    <a:pt x="3587217" y="1061960"/>
                  </a:lnTo>
                  <a:lnTo>
                    <a:pt x="3587217" y="1061337"/>
                  </a:lnTo>
                  <a:lnTo>
                    <a:pt x="3587326" y="1061337"/>
                  </a:lnTo>
                  <a:lnTo>
                    <a:pt x="3587434" y="1061337"/>
                  </a:lnTo>
                  <a:lnTo>
                    <a:pt x="3587543" y="1061337"/>
                  </a:lnTo>
                  <a:lnTo>
                    <a:pt x="3587651" y="1061337"/>
                  </a:lnTo>
                  <a:lnTo>
                    <a:pt x="3587760" y="1061337"/>
                  </a:lnTo>
                  <a:lnTo>
                    <a:pt x="3587868" y="1061337"/>
                  </a:lnTo>
                  <a:lnTo>
                    <a:pt x="3587977" y="1061337"/>
                  </a:lnTo>
                  <a:lnTo>
                    <a:pt x="3588085" y="1061337"/>
                  </a:lnTo>
                  <a:lnTo>
                    <a:pt x="3588193" y="1061337"/>
                  </a:lnTo>
                  <a:lnTo>
                    <a:pt x="3588302" y="1061337"/>
                  </a:lnTo>
                  <a:lnTo>
                    <a:pt x="3588410" y="1061337"/>
                  </a:lnTo>
                  <a:lnTo>
                    <a:pt x="3588519" y="1061337"/>
                  </a:lnTo>
                  <a:lnTo>
                    <a:pt x="3588627" y="1061337"/>
                  </a:lnTo>
                  <a:lnTo>
                    <a:pt x="3588736" y="1061337"/>
                  </a:lnTo>
                  <a:lnTo>
                    <a:pt x="3588844" y="1061337"/>
                  </a:lnTo>
                  <a:lnTo>
                    <a:pt x="3588953" y="1061337"/>
                  </a:lnTo>
                  <a:lnTo>
                    <a:pt x="3589061" y="1061337"/>
                  </a:lnTo>
                  <a:lnTo>
                    <a:pt x="3589169" y="1061337"/>
                  </a:lnTo>
                  <a:lnTo>
                    <a:pt x="3589278" y="1061337"/>
                  </a:lnTo>
                  <a:lnTo>
                    <a:pt x="3589386" y="1061337"/>
                  </a:lnTo>
                  <a:lnTo>
                    <a:pt x="3589495" y="1061337"/>
                  </a:lnTo>
                  <a:lnTo>
                    <a:pt x="3589603" y="1061337"/>
                  </a:lnTo>
                  <a:lnTo>
                    <a:pt x="3589603" y="1060713"/>
                  </a:lnTo>
                  <a:lnTo>
                    <a:pt x="3589712" y="1060713"/>
                  </a:lnTo>
                  <a:lnTo>
                    <a:pt x="3589820" y="1060713"/>
                  </a:lnTo>
                  <a:lnTo>
                    <a:pt x="3589929" y="1060713"/>
                  </a:lnTo>
                  <a:lnTo>
                    <a:pt x="3589929" y="1060089"/>
                  </a:lnTo>
                  <a:lnTo>
                    <a:pt x="3590037" y="1060089"/>
                  </a:lnTo>
                  <a:lnTo>
                    <a:pt x="3590146" y="1060089"/>
                  </a:lnTo>
                  <a:lnTo>
                    <a:pt x="3590254" y="1060089"/>
                  </a:lnTo>
                  <a:lnTo>
                    <a:pt x="3590362" y="1060089"/>
                  </a:lnTo>
                  <a:lnTo>
                    <a:pt x="3590471" y="1060089"/>
                  </a:lnTo>
                  <a:lnTo>
                    <a:pt x="3590579" y="1060089"/>
                  </a:lnTo>
                  <a:lnTo>
                    <a:pt x="3590688" y="1060089"/>
                  </a:lnTo>
                  <a:lnTo>
                    <a:pt x="3590796" y="1060089"/>
                  </a:lnTo>
                  <a:lnTo>
                    <a:pt x="3590905" y="1060089"/>
                  </a:lnTo>
                  <a:lnTo>
                    <a:pt x="3591013" y="1060089"/>
                  </a:lnTo>
                  <a:lnTo>
                    <a:pt x="3591122" y="1060089"/>
                  </a:lnTo>
                  <a:lnTo>
                    <a:pt x="3591230" y="1060089"/>
                  </a:lnTo>
                  <a:lnTo>
                    <a:pt x="3591338" y="1060089"/>
                  </a:lnTo>
                  <a:lnTo>
                    <a:pt x="3591447" y="1060089"/>
                  </a:lnTo>
                  <a:lnTo>
                    <a:pt x="3591555" y="1060089"/>
                  </a:lnTo>
                  <a:lnTo>
                    <a:pt x="3591664" y="1060089"/>
                  </a:lnTo>
                  <a:lnTo>
                    <a:pt x="3591772" y="1060089"/>
                  </a:lnTo>
                  <a:lnTo>
                    <a:pt x="3591881" y="1060089"/>
                  </a:lnTo>
                  <a:lnTo>
                    <a:pt x="3591989" y="1060089"/>
                  </a:lnTo>
                  <a:lnTo>
                    <a:pt x="3592098" y="1060089"/>
                  </a:lnTo>
                  <a:lnTo>
                    <a:pt x="3592098" y="1059466"/>
                  </a:lnTo>
                  <a:lnTo>
                    <a:pt x="3592098" y="1058842"/>
                  </a:lnTo>
                  <a:lnTo>
                    <a:pt x="3592098" y="1058219"/>
                  </a:lnTo>
                  <a:lnTo>
                    <a:pt x="3592206" y="1058219"/>
                  </a:lnTo>
                  <a:lnTo>
                    <a:pt x="3592314" y="1058219"/>
                  </a:lnTo>
                  <a:lnTo>
                    <a:pt x="3592423" y="1058219"/>
                  </a:lnTo>
                  <a:lnTo>
                    <a:pt x="3592531" y="1058219"/>
                  </a:lnTo>
                  <a:lnTo>
                    <a:pt x="3592640" y="1058219"/>
                  </a:lnTo>
                  <a:lnTo>
                    <a:pt x="3592748" y="1058219"/>
                  </a:lnTo>
                  <a:lnTo>
                    <a:pt x="3592857" y="1058219"/>
                  </a:lnTo>
                  <a:lnTo>
                    <a:pt x="3592965" y="1058219"/>
                  </a:lnTo>
                  <a:lnTo>
                    <a:pt x="3593074" y="1058219"/>
                  </a:lnTo>
                  <a:lnTo>
                    <a:pt x="3593182" y="1058219"/>
                  </a:lnTo>
                  <a:lnTo>
                    <a:pt x="3593290" y="1058219"/>
                  </a:lnTo>
                  <a:lnTo>
                    <a:pt x="3593399" y="1058219"/>
                  </a:lnTo>
                  <a:lnTo>
                    <a:pt x="3593507" y="1058219"/>
                  </a:lnTo>
                  <a:lnTo>
                    <a:pt x="3593616" y="1058219"/>
                  </a:lnTo>
                  <a:lnTo>
                    <a:pt x="3593724" y="1058219"/>
                  </a:lnTo>
                  <a:lnTo>
                    <a:pt x="3593833" y="1058219"/>
                  </a:lnTo>
                  <a:lnTo>
                    <a:pt x="3593941" y="1058219"/>
                  </a:lnTo>
                  <a:lnTo>
                    <a:pt x="3594050" y="1058219"/>
                  </a:lnTo>
                  <a:lnTo>
                    <a:pt x="3594158" y="1058219"/>
                  </a:lnTo>
                  <a:lnTo>
                    <a:pt x="3594267" y="1058219"/>
                  </a:lnTo>
                  <a:lnTo>
                    <a:pt x="3594375" y="1058219"/>
                  </a:lnTo>
                  <a:lnTo>
                    <a:pt x="3594483" y="1058219"/>
                  </a:lnTo>
                  <a:lnTo>
                    <a:pt x="3594592" y="1058219"/>
                  </a:lnTo>
                  <a:lnTo>
                    <a:pt x="3594700" y="1058219"/>
                  </a:lnTo>
                  <a:lnTo>
                    <a:pt x="3594809" y="1058219"/>
                  </a:lnTo>
                  <a:lnTo>
                    <a:pt x="3594809" y="1057595"/>
                  </a:lnTo>
                  <a:lnTo>
                    <a:pt x="3594917" y="1057595"/>
                  </a:lnTo>
                  <a:lnTo>
                    <a:pt x="3595026" y="1057595"/>
                  </a:lnTo>
                  <a:lnTo>
                    <a:pt x="3595134" y="1057595"/>
                  </a:lnTo>
                  <a:lnTo>
                    <a:pt x="3595243" y="1057595"/>
                  </a:lnTo>
                  <a:lnTo>
                    <a:pt x="3595351" y="1057595"/>
                  </a:lnTo>
                  <a:lnTo>
                    <a:pt x="3595459" y="1057595"/>
                  </a:lnTo>
                  <a:lnTo>
                    <a:pt x="3595568" y="1057595"/>
                  </a:lnTo>
                  <a:lnTo>
                    <a:pt x="3595676" y="1057595"/>
                  </a:lnTo>
                  <a:lnTo>
                    <a:pt x="3595785" y="1057595"/>
                  </a:lnTo>
                  <a:lnTo>
                    <a:pt x="3595893" y="1057595"/>
                  </a:lnTo>
                  <a:lnTo>
                    <a:pt x="3596002" y="1057595"/>
                  </a:lnTo>
                  <a:lnTo>
                    <a:pt x="3596110" y="1057595"/>
                  </a:lnTo>
                  <a:lnTo>
                    <a:pt x="3596219" y="1057595"/>
                  </a:lnTo>
                  <a:lnTo>
                    <a:pt x="3596327" y="1057595"/>
                  </a:lnTo>
                  <a:lnTo>
                    <a:pt x="3596435" y="1057595"/>
                  </a:lnTo>
                  <a:lnTo>
                    <a:pt x="3596544" y="1057595"/>
                  </a:lnTo>
                  <a:lnTo>
                    <a:pt x="3596652" y="1057595"/>
                  </a:lnTo>
                  <a:lnTo>
                    <a:pt x="3596761" y="1057595"/>
                  </a:lnTo>
                  <a:lnTo>
                    <a:pt x="3596869" y="1057595"/>
                  </a:lnTo>
                  <a:lnTo>
                    <a:pt x="3596869" y="1056972"/>
                  </a:lnTo>
                  <a:lnTo>
                    <a:pt x="3596978" y="1056972"/>
                  </a:lnTo>
                  <a:lnTo>
                    <a:pt x="3597086" y="1056972"/>
                  </a:lnTo>
                  <a:lnTo>
                    <a:pt x="3597195" y="1056972"/>
                  </a:lnTo>
                  <a:lnTo>
                    <a:pt x="3597303" y="1056972"/>
                  </a:lnTo>
                  <a:lnTo>
                    <a:pt x="3597411" y="1056972"/>
                  </a:lnTo>
                  <a:lnTo>
                    <a:pt x="3597520" y="1056972"/>
                  </a:lnTo>
                  <a:lnTo>
                    <a:pt x="3597628" y="1056972"/>
                  </a:lnTo>
                  <a:lnTo>
                    <a:pt x="3597737" y="1056972"/>
                  </a:lnTo>
                  <a:lnTo>
                    <a:pt x="3597845" y="1056972"/>
                  </a:lnTo>
                  <a:lnTo>
                    <a:pt x="3597954" y="1056972"/>
                  </a:lnTo>
                  <a:lnTo>
                    <a:pt x="3598062" y="1056972"/>
                  </a:lnTo>
                  <a:lnTo>
                    <a:pt x="3598171" y="1056972"/>
                  </a:lnTo>
                  <a:lnTo>
                    <a:pt x="3598279" y="1056972"/>
                  </a:lnTo>
                  <a:lnTo>
                    <a:pt x="3598388" y="1056972"/>
                  </a:lnTo>
                  <a:lnTo>
                    <a:pt x="3598496" y="1056972"/>
                  </a:lnTo>
                  <a:lnTo>
                    <a:pt x="3598604" y="1056972"/>
                  </a:lnTo>
                  <a:lnTo>
                    <a:pt x="3598713" y="1056972"/>
                  </a:lnTo>
                  <a:lnTo>
                    <a:pt x="3598821" y="1056972"/>
                  </a:lnTo>
                  <a:lnTo>
                    <a:pt x="3598930" y="1056972"/>
                  </a:lnTo>
                  <a:lnTo>
                    <a:pt x="3599038" y="1056972"/>
                  </a:lnTo>
                  <a:lnTo>
                    <a:pt x="3599147" y="1056972"/>
                  </a:lnTo>
                  <a:lnTo>
                    <a:pt x="3599255" y="1056972"/>
                  </a:lnTo>
                  <a:lnTo>
                    <a:pt x="3599364" y="1056972"/>
                  </a:lnTo>
                  <a:lnTo>
                    <a:pt x="3599472" y="1056972"/>
                  </a:lnTo>
                  <a:lnTo>
                    <a:pt x="3599580" y="1056972"/>
                  </a:lnTo>
                  <a:lnTo>
                    <a:pt x="3599689" y="1056972"/>
                  </a:lnTo>
                  <a:lnTo>
                    <a:pt x="3599797" y="1056972"/>
                  </a:lnTo>
                  <a:lnTo>
                    <a:pt x="3599906" y="1056972"/>
                  </a:lnTo>
                  <a:lnTo>
                    <a:pt x="3600014" y="1056972"/>
                  </a:lnTo>
                  <a:lnTo>
                    <a:pt x="3600123" y="1056972"/>
                  </a:lnTo>
                  <a:lnTo>
                    <a:pt x="3600231" y="1056972"/>
                  </a:lnTo>
                  <a:lnTo>
                    <a:pt x="3600340" y="1056972"/>
                  </a:lnTo>
                  <a:lnTo>
                    <a:pt x="3600448" y="1056972"/>
                  </a:lnTo>
                  <a:lnTo>
                    <a:pt x="3600448" y="1056348"/>
                  </a:lnTo>
                  <a:lnTo>
                    <a:pt x="3600556" y="1056348"/>
                  </a:lnTo>
                  <a:lnTo>
                    <a:pt x="3600665" y="1056348"/>
                  </a:lnTo>
                  <a:lnTo>
                    <a:pt x="3600773" y="1056348"/>
                  </a:lnTo>
                  <a:lnTo>
                    <a:pt x="3600882" y="1056348"/>
                  </a:lnTo>
                  <a:lnTo>
                    <a:pt x="3600990" y="1056348"/>
                  </a:lnTo>
                  <a:lnTo>
                    <a:pt x="3601099" y="1056348"/>
                  </a:lnTo>
                  <a:lnTo>
                    <a:pt x="3601207" y="1056348"/>
                  </a:lnTo>
                  <a:lnTo>
                    <a:pt x="3601316" y="1056348"/>
                  </a:lnTo>
                  <a:lnTo>
                    <a:pt x="3601316" y="1055724"/>
                  </a:lnTo>
                  <a:lnTo>
                    <a:pt x="3601424" y="1055724"/>
                  </a:lnTo>
                  <a:lnTo>
                    <a:pt x="3601532" y="1055724"/>
                  </a:lnTo>
                  <a:lnTo>
                    <a:pt x="3601641" y="1055724"/>
                  </a:lnTo>
                  <a:lnTo>
                    <a:pt x="3601641" y="1055101"/>
                  </a:lnTo>
                  <a:lnTo>
                    <a:pt x="3601749" y="1055101"/>
                  </a:lnTo>
                  <a:lnTo>
                    <a:pt x="3601858" y="1055101"/>
                  </a:lnTo>
                  <a:lnTo>
                    <a:pt x="3601966" y="1055101"/>
                  </a:lnTo>
                  <a:lnTo>
                    <a:pt x="3602075" y="1055101"/>
                  </a:lnTo>
                  <a:lnTo>
                    <a:pt x="3602183" y="1055101"/>
                  </a:lnTo>
                  <a:lnTo>
                    <a:pt x="3602292" y="1055101"/>
                  </a:lnTo>
                  <a:lnTo>
                    <a:pt x="3602400" y="1055101"/>
                  </a:lnTo>
                  <a:lnTo>
                    <a:pt x="3602509" y="1055101"/>
                  </a:lnTo>
                  <a:lnTo>
                    <a:pt x="3602617" y="1055101"/>
                  </a:lnTo>
                  <a:lnTo>
                    <a:pt x="3602725" y="1055101"/>
                  </a:lnTo>
                  <a:lnTo>
                    <a:pt x="3602834" y="1055101"/>
                  </a:lnTo>
                  <a:lnTo>
                    <a:pt x="3602942" y="1055101"/>
                  </a:lnTo>
                  <a:lnTo>
                    <a:pt x="3603051" y="1055101"/>
                  </a:lnTo>
                  <a:lnTo>
                    <a:pt x="3603159" y="1055101"/>
                  </a:lnTo>
                  <a:lnTo>
                    <a:pt x="3603268" y="1055101"/>
                  </a:lnTo>
                  <a:lnTo>
                    <a:pt x="3603376" y="1055101"/>
                  </a:lnTo>
                  <a:lnTo>
                    <a:pt x="3603485" y="1055101"/>
                  </a:lnTo>
                  <a:lnTo>
                    <a:pt x="3603593" y="1055101"/>
                  </a:lnTo>
                  <a:lnTo>
                    <a:pt x="3603701" y="1055101"/>
                  </a:lnTo>
                  <a:lnTo>
                    <a:pt x="3603810" y="1055101"/>
                  </a:lnTo>
                  <a:lnTo>
                    <a:pt x="3603918" y="1055101"/>
                  </a:lnTo>
                  <a:lnTo>
                    <a:pt x="3604027" y="1055101"/>
                  </a:lnTo>
                  <a:lnTo>
                    <a:pt x="3604135" y="1055101"/>
                  </a:lnTo>
                  <a:lnTo>
                    <a:pt x="3604244" y="1055101"/>
                  </a:lnTo>
                  <a:lnTo>
                    <a:pt x="3604352" y="1055101"/>
                  </a:lnTo>
                  <a:lnTo>
                    <a:pt x="3604461" y="1055101"/>
                  </a:lnTo>
                  <a:lnTo>
                    <a:pt x="3604569" y="1055101"/>
                  </a:lnTo>
                  <a:lnTo>
                    <a:pt x="3604677" y="1055101"/>
                  </a:lnTo>
                  <a:lnTo>
                    <a:pt x="3604786" y="1055101"/>
                  </a:lnTo>
                  <a:lnTo>
                    <a:pt x="3604894" y="1055101"/>
                  </a:lnTo>
                  <a:lnTo>
                    <a:pt x="3605003" y="1055101"/>
                  </a:lnTo>
                  <a:lnTo>
                    <a:pt x="3605111" y="1055101"/>
                  </a:lnTo>
                  <a:lnTo>
                    <a:pt x="3605220" y="1055101"/>
                  </a:lnTo>
                  <a:lnTo>
                    <a:pt x="3605220" y="1054477"/>
                  </a:lnTo>
                  <a:lnTo>
                    <a:pt x="3605328" y="1054477"/>
                  </a:lnTo>
                  <a:lnTo>
                    <a:pt x="3605328" y="1053854"/>
                  </a:lnTo>
                  <a:lnTo>
                    <a:pt x="3605437" y="1053854"/>
                  </a:lnTo>
                  <a:lnTo>
                    <a:pt x="3605437" y="1053230"/>
                  </a:lnTo>
                  <a:lnTo>
                    <a:pt x="3605545" y="1053230"/>
                  </a:lnTo>
                  <a:lnTo>
                    <a:pt x="3605653" y="1053230"/>
                  </a:lnTo>
                  <a:lnTo>
                    <a:pt x="3605653" y="1052606"/>
                  </a:lnTo>
                  <a:lnTo>
                    <a:pt x="3605762" y="1052606"/>
                  </a:lnTo>
                  <a:lnTo>
                    <a:pt x="3605870" y="1052606"/>
                  </a:lnTo>
                  <a:lnTo>
                    <a:pt x="3605979" y="1052606"/>
                  </a:lnTo>
                  <a:lnTo>
                    <a:pt x="3606087" y="1052606"/>
                  </a:lnTo>
                  <a:lnTo>
                    <a:pt x="3606196" y="1052606"/>
                  </a:lnTo>
                  <a:lnTo>
                    <a:pt x="3606304" y="1052606"/>
                  </a:lnTo>
                  <a:lnTo>
                    <a:pt x="3606413" y="1052606"/>
                  </a:lnTo>
                  <a:lnTo>
                    <a:pt x="3606521" y="1052606"/>
                  </a:lnTo>
                  <a:lnTo>
                    <a:pt x="3606629" y="1052606"/>
                  </a:lnTo>
                  <a:lnTo>
                    <a:pt x="3606738" y="1052606"/>
                  </a:lnTo>
                  <a:lnTo>
                    <a:pt x="3606846" y="1052606"/>
                  </a:lnTo>
                  <a:lnTo>
                    <a:pt x="3606955" y="1052606"/>
                  </a:lnTo>
                  <a:lnTo>
                    <a:pt x="3607063" y="1052606"/>
                  </a:lnTo>
                  <a:lnTo>
                    <a:pt x="3607172" y="1052606"/>
                  </a:lnTo>
                  <a:lnTo>
                    <a:pt x="3607280" y="1052606"/>
                  </a:lnTo>
                  <a:lnTo>
                    <a:pt x="3607389" y="1052606"/>
                  </a:lnTo>
                  <a:lnTo>
                    <a:pt x="3607497" y="1052606"/>
                  </a:lnTo>
                  <a:lnTo>
                    <a:pt x="3607606" y="1052606"/>
                  </a:lnTo>
                  <a:lnTo>
                    <a:pt x="3607714" y="1052606"/>
                  </a:lnTo>
                  <a:lnTo>
                    <a:pt x="3607822" y="1052606"/>
                  </a:lnTo>
                  <a:lnTo>
                    <a:pt x="3607931" y="1052606"/>
                  </a:lnTo>
                  <a:lnTo>
                    <a:pt x="3608039" y="1052606"/>
                  </a:lnTo>
                  <a:lnTo>
                    <a:pt x="3608148" y="1052606"/>
                  </a:lnTo>
                  <a:lnTo>
                    <a:pt x="3608256" y="1052606"/>
                  </a:lnTo>
                  <a:lnTo>
                    <a:pt x="3608365" y="1052606"/>
                  </a:lnTo>
                  <a:lnTo>
                    <a:pt x="3608473" y="1052606"/>
                  </a:lnTo>
                  <a:lnTo>
                    <a:pt x="3608582" y="1052606"/>
                  </a:lnTo>
                  <a:lnTo>
                    <a:pt x="3608690" y="1052606"/>
                  </a:lnTo>
                  <a:lnTo>
                    <a:pt x="3608798" y="1052606"/>
                  </a:lnTo>
                  <a:lnTo>
                    <a:pt x="3608907" y="1052606"/>
                  </a:lnTo>
                  <a:lnTo>
                    <a:pt x="3609015" y="1052606"/>
                  </a:lnTo>
                  <a:lnTo>
                    <a:pt x="3609124" y="1052606"/>
                  </a:lnTo>
                  <a:lnTo>
                    <a:pt x="3609124" y="1051983"/>
                  </a:lnTo>
                  <a:lnTo>
                    <a:pt x="3609232" y="1051983"/>
                  </a:lnTo>
                  <a:lnTo>
                    <a:pt x="3609232" y="1051359"/>
                  </a:lnTo>
                  <a:lnTo>
                    <a:pt x="3609341" y="1051359"/>
                  </a:lnTo>
                  <a:lnTo>
                    <a:pt x="3609449" y="1051359"/>
                  </a:lnTo>
                  <a:lnTo>
                    <a:pt x="3609449" y="1050736"/>
                  </a:lnTo>
                  <a:lnTo>
                    <a:pt x="3609558" y="1050736"/>
                  </a:lnTo>
                  <a:lnTo>
                    <a:pt x="3609558" y="1050112"/>
                  </a:lnTo>
                  <a:lnTo>
                    <a:pt x="3609666" y="1050112"/>
                  </a:lnTo>
                  <a:lnTo>
                    <a:pt x="3609774" y="1050112"/>
                  </a:lnTo>
                  <a:lnTo>
                    <a:pt x="3609883" y="1050112"/>
                  </a:lnTo>
                  <a:lnTo>
                    <a:pt x="3609991" y="1050112"/>
                  </a:lnTo>
                  <a:lnTo>
                    <a:pt x="3610100" y="1050112"/>
                  </a:lnTo>
                  <a:lnTo>
                    <a:pt x="3610208" y="1050112"/>
                  </a:lnTo>
                  <a:lnTo>
                    <a:pt x="3610317" y="1050112"/>
                  </a:lnTo>
                  <a:lnTo>
                    <a:pt x="3610425" y="1050112"/>
                  </a:lnTo>
                  <a:lnTo>
                    <a:pt x="3610534" y="1050112"/>
                  </a:lnTo>
                  <a:lnTo>
                    <a:pt x="3610534" y="1049489"/>
                  </a:lnTo>
                  <a:lnTo>
                    <a:pt x="3610534" y="1048865"/>
                  </a:lnTo>
                  <a:lnTo>
                    <a:pt x="3610642" y="1048865"/>
                  </a:lnTo>
                  <a:lnTo>
                    <a:pt x="3610750" y="1048865"/>
                  </a:lnTo>
                  <a:lnTo>
                    <a:pt x="3610859" y="1048865"/>
                  </a:lnTo>
                  <a:lnTo>
                    <a:pt x="3610967" y="1048865"/>
                  </a:lnTo>
                  <a:lnTo>
                    <a:pt x="3611076" y="1048865"/>
                  </a:lnTo>
                  <a:lnTo>
                    <a:pt x="3611076" y="1048241"/>
                  </a:lnTo>
                  <a:lnTo>
                    <a:pt x="3611184" y="1048241"/>
                  </a:lnTo>
                  <a:lnTo>
                    <a:pt x="3611293" y="1048241"/>
                  </a:lnTo>
                  <a:lnTo>
                    <a:pt x="3611401" y="1048241"/>
                  </a:lnTo>
                  <a:lnTo>
                    <a:pt x="3611510" y="1048241"/>
                  </a:lnTo>
                  <a:lnTo>
                    <a:pt x="3611618" y="1048241"/>
                  </a:lnTo>
                  <a:lnTo>
                    <a:pt x="3611618" y="1047618"/>
                  </a:lnTo>
                  <a:lnTo>
                    <a:pt x="3611727" y="1047618"/>
                  </a:lnTo>
                  <a:lnTo>
                    <a:pt x="3611835" y="1047618"/>
                  </a:lnTo>
                  <a:lnTo>
                    <a:pt x="3611943" y="1047618"/>
                  </a:lnTo>
                  <a:lnTo>
                    <a:pt x="3612052" y="1047618"/>
                  </a:lnTo>
                  <a:lnTo>
                    <a:pt x="3612052" y="1046994"/>
                  </a:lnTo>
                  <a:lnTo>
                    <a:pt x="3612160" y="1046994"/>
                  </a:lnTo>
                  <a:lnTo>
                    <a:pt x="3612269" y="1046994"/>
                  </a:lnTo>
                  <a:lnTo>
                    <a:pt x="3612377" y="1046994"/>
                  </a:lnTo>
                  <a:lnTo>
                    <a:pt x="3612486" y="1046994"/>
                  </a:lnTo>
                  <a:lnTo>
                    <a:pt x="3612594" y="1046994"/>
                  </a:lnTo>
                  <a:lnTo>
                    <a:pt x="3612703" y="1046994"/>
                  </a:lnTo>
                  <a:lnTo>
                    <a:pt x="3612703" y="1046371"/>
                  </a:lnTo>
                  <a:lnTo>
                    <a:pt x="3612811" y="1046371"/>
                  </a:lnTo>
                  <a:lnTo>
                    <a:pt x="3612919" y="1046371"/>
                  </a:lnTo>
                  <a:lnTo>
                    <a:pt x="3613028" y="1046371"/>
                  </a:lnTo>
                  <a:lnTo>
                    <a:pt x="3613136" y="1046371"/>
                  </a:lnTo>
                  <a:lnTo>
                    <a:pt x="3613245" y="1046371"/>
                  </a:lnTo>
                  <a:lnTo>
                    <a:pt x="3613245" y="1045747"/>
                  </a:lnTo>
                  <a:lnTo>
                    <a:pt x="3613353" y="1045747"/>
                  </a:lnTo>
                  <a:lnTo>
                    <a:pt x="3613462" y="1045747"/>
                  </a:lnTo>
                  <a:lnTo>
                    <a:pt x="3613570" y="1045747"/>
                  </a:lnTo>
                  <a:lnTo>
                    <a:pt x="3613570" y="1045123"/>
                  </a:lnTo>
                  <a:lnTo>
                    <a:pt x="3613679" y="1045123"/>
                  </a:lnTo>
                  <a:lnTo>
                    <a:pt x="3613787" y="1045123"/>
                  </a:lnTo>
                  <a:lnTo>
                    <a:pt x="3613895" y="1045123"/>
                  </a:lnTo>
                  <a:lnTo>
                    <a:pt x="3614004" y="1045123"/>
                  </a:lnTo>
                  <a:lnTo>
                    <a:pt x="3614112" y="1045123"/>
                  </a:lnTo>
                  <a:lnTo>
                    <a:pt x="3614221" y="1045123"/>
                  </a:lnTo>
                  <a:lnTo>
                    <a:pt x="3614329" y="1045123"/>
                  </a:lnTo>
                  <a:lnTo>
                    <a:pt x="3614438" y="1045123"/>
                  </a:lnTo>
                  <a:lnTo>
                    <a:pt x="3614546" y="1045123"/>
                  </a:lnTo>
                  <a:lnTo>
                    <a:pt x="3614546" y="1044500"/>
                  </a:lnTo>
                  <a:lnTo>
                    <a:pt x="3614655" y="1044500"/>
                  </a:lnTo>
                  <a:lnTo>
                    <a:pt x="3614763" y="1044500"/>
                  </a:lnTo>
                  <a:lnTo>
                    <a:pt x="3614871" y="1044500"/>
                  </a:lnTo>
                  <a:lnTo>
                    <a:pt x="3614980" y="1044500"/>
                  </a:lnTo>
                  <a:lnTo>
                    <a:pt x="3615088" y="1044500"/>
                  </a:lnTo>
                  <a:lnTo>
                    <a:pt x="3615197" y="1044500"/>
                  </a:lnTo>
                  <a:lnTo>
                    <a:pt x="3615305" y="1044500"/>
                  </a:lnTo>
                  <a:lnTo>
                    <a:pt x="3615414" y="1044500"/>
                  </a:lnTo>
                  <a:lnTo>
                    <a:pt x="3615522" y="1044500"/>
                  </a:lnTo>
                  <a:lnTo>
                    <a:pt x="3615631" y="1044500"/>
                  </a:lnTo>
                  <a:lnTo>
                    <a:pt x="3615739" y="1044500"/>
                  </a:lnTo>
                  <a:lnTo>
                    <a:pt x="3615848" y="1044500"/>
                  </a:lnTo>
                  <a:lnTo>
                    <a:pt x="3615956" y="1044500"/>
                  </a:lnTo>
                  <a:lnTo>
                    <a:pt x="3616064" y="1044500"/>
                  </a:lnTo>
                  <a:lnTo>
                    <a:pt x="3616173" y="1044500"/>
                  </a:lnTo>
                  <a:lnTo>
                    <a:pt x="3616281" y="1044500"/>
                  </a:lnTo>
                  <a:lnTo>
                    <a:pt x="3616390" y="1044500"/>
                  </a:lnTo>
                  <a:lnTo>
                    <a:pt x="3616498" y="1044500"/>
                  </a:lnTo>
                  <a:lnTo>
                    <a:pt x="3616607" y="1044500"/>
                  </a:lnTo>
                  <a:lnTo>
                    <a:pt x="3616715" y="1044500"/>
                  </a:lnTo>
                  <a:lnTo>
                    <a:pt x="3616824" y="1044500"/>
                  </a:lnTo>
                  <a:lnTo>
                    <a:pt x="3616932" y="1044500"/>
                  </a:lnTo>
                  <a:lnTo>
                    <a:pt x="3617040" y="1044500"/>
                  </a:lnTo>
                  <a:lnTo>
                    <a:pt x="3617040" y="1043876"/>
                  </a:lnTo>
                  <a:lnTo>
                    <a:pt x="3617149" y="1043876"/>
                  </a:lnTo>
                  <a:lnTo>
                    <a:pt x="3617257" y="1043876"/>
                  </a:lnTo>
                  <a:lnTo>
                    <a:pt x="3617366" y="1043876"/>
                  </a:lnTo>
                  <a:lnTo>
                    <a:pt x="3617474" y="1043876"/>
                  </a:lnTo>
                  <a:lnTo>
                    <a:pt x="3617474" y="1043253"/>
                  </a:lnTo>
                  <a:lnTo>
                    <a:pt x="3617583" y="1043253"/>
                  </a:lnTo>
                  <a:lnTo>
                    <a:pt x="3617691" y="1043253"/>
                  </a:lnTo>
                  <a:lnTo>
                    <a:pt x="3617800" y="1043253"/>
                  </a:lnTo>
                  <a:lnTo>
                    <a:pt x="3617908" y="1043253"/>
                  </a:lnTo>
                  <a:lnTo>
                    <a:pt x="3618016" y="1043253"/>
                  </a:lnTo>
                  <a:lnTo>
                    <a:pt x="3618125" y="1043253"/>
                  </a:lnTo>
                  <a:lnTo>
                    <a:pt x="3618233" y="1043253"/>
                  </a:lnTo>
                  <a:lnTo>
                    <a:pt x="3618342" y="1043253"/>
                  </a:lnTo>
                  <a:lnTo>
                    <a:pt x="3618450" y="1043253"/>
                  </a:lnTo>
                  <a:lnTo>
                    <a:pt x="3618559" y="1043253"/>
                  </a:lnTo>
                  <a:lnTo>
                    <a:pt x="3618667" y="1043253"/>
                  </a:lnTo>
                  <a:lnTo>
                    <a:pt x="3618776" y="1043253"/>
                  </a:lnTo>
                  <a:lnTo>
                    <a:pt x="3618884" y="1043253"/>
                  </a:lnTo>
                  <a:lnTo>
                    <a:pt x="3618992" y="1043253"/>
                  </a:lnTo>
                  <a:lnTo>
                    <a:pt x="3619101" y="1043253"/>
                  </a:lnTo>
                  <a:lnTo>
                    <a:pt x="3619209" y="1043253"/>
                  </a:lnTo>
                  <a:lnTo>
                    <a:pt x="3619209" y="1042629"/>
                  </a:lnTo>
                  <a:lnTo>
                    <a:pt x="3619209" y="1042006"/>
                  </a:lnTo>
                  <a:lnTo>
                    <a:pt x="3619318" y="1042006"/>
                  </a:lnTo>
                  <a:lnTo>
                    <a:pt x="3619426" y="1042006"/>
                  </a:lnTo>
                  <a:lnTo>
                    <a:pt x="3619535" y="1042006"/>
                  </a:lnTo>
                  <a:lnTo>
                    <a:pt x="3619643" y="1042006"/>
                  </a:lnTo>
                  <a:lnTo>
                    <a:pt x="3619752" y="1042006"/>
                  </a:lnTo>
                  <a:lnTo>
                    <a:pt x="3619860" y="1042006"/>
                  </a:lnTo>
                  <a:lnTo>
                    <a:pt x="3619969" y="1042006"/>
                  </a:lnTo>
                  <a:lnTo>
                    <a:pt x="3620077" y="1042006"/>
                  </a:lnTo>
                  <a:lnTo>
                    <a:pt x="3620185" y="1042006"/>
                  </a:lnTo>
                  <a:lnTo>
                    <a:pt x="3620185" y="1041382"/>
                  </a:lnTo>
                  <a:lnTo>
                    <a:pt x="3620294" y="1041382"/>
                  </a:lnTo>
                  <a:lnTo>
                    <a:pt x="3620402" y="1041382"/>
                  </a:lnTo>
                  <a:lnTo>
                    <a:pt x="3620511" y="1041382"/>
                  </a:lnTo>
                  <a:lnTo>
                    <a:pt x="3620619" y="1041382"/>
                  </a:lnTo>
                  <a:lnTo>
                    <a:pt x="3620728" y="1041382"/>
                  </a:lnTo>
                  <a:lnTo>
                    <a:pt x="3620728" y="1040758"/>
                  </a:lnTo>
                  <a:lnTo>
                    <a:pt x="3620836" y="1040758"/>
                  </a:lnTo>
                  <a:lnTo>
                    <a:pt x="3620945" y="1040758"/>
                  </a:lnTo>
                  <a:lnTo>
                    <a:pt x="3621053" y="1040758"/>
                  </a:lnTo>
                  <a:lnTo>
                    <a:pt x="3621161" y="1040758"/>
                  </a:lnTo>
                  <a:lnTo>
                    <a:pt x="3621270" y="1040758"/>
                  </a:lnTo>
                  <a:lnTo>
                    <a:pt x="3621270" y="1040135"/>
                  </a:lnTo>
                  <a:lnTo>
                    <a:pt x="3621378" y="1040135"/>
                  </a:lnTo>
                  <a:lnTo>
                    <a:pt x="3621487" y="1040135"/>
                  </a:lnTo>
                  <a:lnTo>
                    <a:pt x="3621487" y="1039511"/>
                  </a:lnTo>
                  <a:lnTo>
                    <a:pt x="3621595" y="1039511"/>
                  </a:lnTo>
                  <a:lnTo>
                    <a:pt x="3621704" y="1039511"/>
                  </a:lnTo>
                  <a:lnTo>
                    <a:pt x="3621812" y="1039511"/>
                  </a:lnTo>
                  <a:lnTo>
                    <a:pt x="3621921" y="1039511"/>
                  </a:lnTo>
                  <a:lnTo>
                    <a:pt x="3622029" y="1039511"/>
                  </a:lnTo>
                  <a:lnTo>
                    <a:pt x="3622137" y="1039511"/>
                  </a:lnTo>
                  <a:lnTo>
                    <a:pt x="3622246" y="1039511"/>
                  </a:lnTo>
                  <a:lnTo>
                    <a:pt x="3622354" y="1039511"/>
                  </a:lnTo>
                  <a:lnTo>
                    <a:pt x="3622463" y="1039511"/>
                  </a:lnTo>
                  <a:lnTo>
                    <a:pt x="3622571" y="1039511"/>
                  </a:lnTo>
                  <a:lnTo>
                    <a:pt x="3622680" y="1039511"/>
                  </a:lnTo>
                  <a:lnTo>
                    <a:pt x="3622788" y="1039511"/>
                  </a:lnTo>
                  <a:lnTo>
                    <a:pt x="3622897" y="1039511"/>
                  </a:lnTo>
                  <a:lnTo>
                    <a:pt x="3623005" y="1039511"/>
                  </a:lnTo>
                  <a:lnTo>
                    <a:pt x="3623113" y="1039511"/>
                  </a:lnTo>
                  <a:lnTo>
                    <a:pt x="3623222" y="1039511"/>
                  </a:lnTo>
                  <a:lnTo>
                    <a:pt x="3623222" y="1038888"/>
                  </a:lnTo>
                  <a:lnTo>
                    <a:pt x="3623330" y="1038888"/>
                  </a:lnTo>
                  <a:lnTo>
                    <a:pt x="3623439" y="1038888"/>
                  </a:lnTo>
                  <a:lnTo>
                    <a:pt x="3623547" y="1038888"/>
                  </a:lnTo>
                  <a:lnTo>
                    <a:pt x="3623656" y="1038888"/>
                  </a:lnTo>
                  <a:lnTo>
                    <a:pt x="3623764" y="1038888"/>
                  </a:lnTo>
                  <a:lnTo>
                    <a:pt x="3623873" y="1038888"/>
                  </a:lnTo>
                  <a:lnTo>
                    <a:pt x="3623981" y="1038888"/>
                  </a:lnTo>
                  <a:lnTo>
                    <a:pt x="3624090" y="1038888"/>
                  </a:lnTo>
                  <a:lnTo>
                    <a:pt x="3624198" y="1038888"/>
                  </a:lnTo>
                  <a:lnTo>
                    <a:pt x="3624306" y="1038888"/>
                  </a:lnTo>
                  <a:lnTo>
                    <a:pt x="3624415" y="1038888"/>
                  </a:lnTo>
                  <a:lnTo>
                    <a:pt x="3624415" y="1038264"/>
                  </a:lnTo>
                  <a:lnTo>
                    <a:pt x="3624523" y="1038264"/>
                  </a:lnTo>
                  <a:lnTo>
                    <a:pt x="3624632" y="1038264"/>
                  </a:lnTo>
                  <a:lnTo>
                    <a:pt x="3624740" y="1038264"/>
                  </a:lnTo>
                  <a:lnTo>
                    <a:pt x="3624740" y="1037640"/>
                  </a:lnTo>
                  <a:lnTo>
                    <a:pt x="3624849" y="1037640"/>
                  </a:lnTo>
                  <a:lnTo>
                    <a:pt x="3624957" y="1037640"/>
                  </a:lnTo>
                  <a:lnTo>
                    <a:pt x="3625066" y="1037640"/>
                  </a:lnTo>
                  <a:lnTo>
                    <a:pt x="3625174" y="1037640"/>
                  </a:lnTo>
                  <a:lnTo>
                    <a:pt x="3625174" y="1037017"/>
                  </a:lnTo>
                  <a:lnTo>
                    <a:pt x="3625174" y="1036393"/>
                  </a:lnTo>
                  <a:lnTo>
                    <a:pt x="3625282" y="1036393"/>
                  </a:lnTo>
                  <a:lnTo>
                    <a:pt x="3625391" y="1036393"/>
                  </a:lnTo>
                  <a:lnTo>
                    <a:pt x="3625391" y="1035770"/>
                  </a:lnTo>
                  <a:lnTo>
                    <a:pt x="3625499" y="1035770"/>
                  </a:lnTo>
                  <a:lnTo>
                    <a:pt x="3625608" y="1035770"/>
                  </a:lnTo>
                  <a:lnTo>
                    <a:pt x="3625716" y="1035770"/>
                  </a:lnTo>
                  <a:lnTo>
                    <a:pt x="3625825" y="1035770"/>
                  </a:lnTo>
                  <a:lnTo>
                    <a:pt x="3625933" y="1035770"/>
                  </a:lnTo>
                  <a:lnTo>
                    <a:pt x="3626042" y="1035770"/>
                  </a:lnTo>
                  <a:lnTo>
                    <a:pt x="3626150" y="1035770"/>
                  </a:lnTo>
                  <a:lnTo>
                    <a:pt x="3626258" y="1035770"/>
                  </a:lnTo>
                  <a:lnTo>
                    <a:pt x="3626258" y="1035146"/>
                  </a:lnTo>
                  <a:lnTo>
                    <a:pt x="3626367" y="1035146"/>
                  </a:lnTo>
                  <a:lnTo>
                    <a:pt x="3626475" y="1035146"/>
                  </a:lnTo>
                  <a:lnTo>
                    <a:pt x="3626584" y="1035146"/>
                  </a:lnTo>
                  <a:lnTo>
                    <a:pt x="3626692" y="1035146"/>
                  </a:lnTo>
                  <a:lnTo>
                    <a:pt x="3626801" y="1035146"/>
                  </a:lnTo>
                  <a:lnTo>
                    <a:pt x="3626909" y="1035146"/>
                  </a:lnTo>
                  <a:lnTo>
                    <a:pt x="3627018" y="1035146"/>
                  </a:lnTo>
                  <a:lnTo>
                    <a:pt x="3627126" y="1035146"/>
                  </a:lnTo>
                  <a:lnTo>
                    <a:pt x="3627234" y="1035146"/>
                  </a:lnTo>
                  <a:lnTo>
                    <a:pt x="3627343" y="1035146"/>
                  </a:lnTo>
                  <a:lnTo>
                    <a:pt x="3627451" y="1035146"/>
                  </a:lnTo>
                  <a:lnTo>
                    <a:pt x="3627560" y="1035146"/>
                  </a:lnTo>
                  <a:lnTo>
                    <a:pt x="3627668" y="1035146"/>
                  </a:lnTo>
                  <a:lnTo>
                    <a:pt x="3627777" y="1035146"/>
                  </a:lnTo>
                  <a:lnTo>
                    <a:pt x="3627885" y="1035146"/>
                  </a:lnTo>
                  <a:lnTo>
                    <a:pt x="3627994" y="1035146"/>
                  </a:lnTo>
                  <a:lnTo>
                    <a:pt x="3628102" y="1035146"/>
                  </a:lnTo>
                  <a:lnTo>
                    <a:pt x="3628210" y="1035146"/>
                  </a:lnTo>
                  <a:lnTo>
                    <a:pt x="3628319" y="1035146"/>
                  </a:lnTo>
                  <a:lnTo>
                    <a:pt x="3628427" y="1035146"/>
                  </a:lnTo>
                  <a:lnTo>
                    <a:pt x="3628536" y="1035146"/>
                  </a:lnTo>
                  <a:lnTo>
                    <a:pt x="3628644" y="1035146"/>
                  </a:lnTo>
                  <a:lnTo>
                    <a:pt x="3628753" y="1035146"/>
                  </a:lnTo>
                  <a:lnTo>
                    <a:pt x="3628861" y="1035146"/>
                  </a:lnTo>
                  <a:lnTo>
                    <a:pt x="3628970" y="1035146"/>
                  </a:lnTo>
                  <a:lnTo>
                    <a:pt x="3629078" y="1035146"/>
                  </a:lnTo>
                  <a:lnTo>
                    <a:pt x="3629078" y="1034523"/>
                  </a:lnTo>
                  <a:lnTo>
                    <a:pt x="3629187" y="1034523"/>
                  </a:lnTo>
                  <a:lnTo>
                    <a:pt x="3629295" y="1034523"/>
                  </a:lnTo>
                  <a:lnTo>
                    <a:pt x="3629403" y="1034523"/>
                  </a:lnTo>
                  <a:lnTo>
                    <a:pt x="3629512" y="1034523"/>
                  </a:lnTo>
                  <a:lnTo>
                    <a:pt x="3629620" y="1034523"/>
                  </a:lnTo>
                  <a:lnTo>
                    <a:pt x="3629729" y="1034523"/>
                  </a:lnTo>
                  <a:lnTo>
                    <a:pt x="3629837" y="1034523"/>
                  </a:lnTo>
                  <a:lnTo>
                    <a:pt x="3629946" y="1034523"/>
                  </a:lnTo>
                  <a:lnTo>
                    <a:pt x="3630054" y="1034523"/>
                  </a:lnTo>
                  <a:lnTo>
                    <a:pt x="3630163" y="1034523"/>
                  </a:lnTo>
                  <a:lnTo>
                    <a:pt x="3630271" y="1034523"/>
                  </a:lnTo>
                  <a:lnTo>
                    <a:pt x="3630379" y="1034523"/>
                  </a:lnTo>
                  <a:lnTo>
                    <a:pt x="3630488" y="1034523"/>
                  </a:lnTo>
                  <a:lnTo>
                    <a:pt x="3630488" y="1033899"/>
                  </a:lnTo>
                  <a:lnTo>
                    <a:pt x="3630596" y="1033899"/>
                  </a:lnTo>
                  <a:lnTo>
                    <a:pt x="3630705" y="1033899"/>
                  </a:lnTo>
                  <a:lnTo>
                    <a:pt x="3630813" y="1033899"/>
                  </a:lnTo>
                  <a:lnTo>
                    <a:pt x="3630922" y="1033899"/>
                  </a:lnTo>
                  <a:lnTo>
                    <a:pt x="3631030" y="1033899"/>
                  </a:lnTo>
                  <a:lnTo>
                    <a:pt x="3631139" y="1033899"/>
                  </a:lnTo>
                  <a:lnTo>
                    <a:pt x="3631247" y="1033899"/>
                  </a:lnTo>
                  <a:lnTo>
                    <a:pt x="3631355" y="1033899"/>
                  </a:lnTo>
                  <a:lnTo>
                    <a:pt x="3631355" y="1033275"/>
                  </a:lnTo>
                  <a:lnTo>
                    <a:pt x="3631464" y="1033275"/>
                  </a:lnTo>
                  <a:lnTo>
                    <a:pt x="3631572" y="1033275"/>
                  </a:lnTo>
                  <a:lnTo>
                    <a:pt x="3631681" y="1033275"/>
                  </a:lnTo>
                  <a:lnTo>
                    <a:pt x="3631681" y="1032652"/>
                  </a:lnTo>
                  <a:lnTo>
                    <a:pt x="3631789" y="1032652"/>
                  </a:lnTo>
                  <a:lnTo>
                    <a:pt x="3631898" y="1032652"/>
                  </a:lnTo>
                  <a:lnTo>
                    <a:pt x="3631898" y="1032028"/>
                  </a:lnTo>
                  <a:lnTo>
                    <a:pt x="3632006" y="1032028"/>
                  </a:lnTo>
                  <a:lnTo>
                    <a:pt x="3632115" y="1032028"/>
                  </a:lnTo>
                  <a:lnTo>
                    <a:pt x="3632223" y="1032028"/>
                  </a:lnTo>
                  <a:lnTo>
                    <a:pt x="3632331" y="1032028"/>
                  </a:lnTo>
                  <a:lnTo>
                    <a:pt x="3632440" y="1032028"/>
                  </a:lnTo>
                  <a:lnTo>
                    <a:pt x="3632548" y="1032028"/>
                  </a:lnTo>
                  <a:lnTo>
                    <a:pt x="3632548" y="1031405"/>
                  </a:lnTo>
                  <a:lnTo>
                    <a:pt x="3632657" y="1031405"/>
                  </a:lnTo>
                  <a:lnTo>
                    <a:pt x="3632765" y="1031405"/>
                  </a:lnTo>
                  <a:lnTo>
                    <a:pt x="3632874" y="1031405"/>
                  </a:lnTo>
                  <a:lnTo>
                    <a:pt x="3632982" y="1031405"/>
                  </a:lnTo>
                  <a:lnTo>
                    <a:pt x="3632982" y="1030781"/>
                  </a:lnTo>
                  <a:lnTo>
                    <a:pt x="3633091" y="1030781"/>
                  </a:lnTo>
                  <a:lnTo>
                    <a:pt x="3633091" y="1030157"/>
                  </a:lnTo>
                  <a:lnTo>
                    <a:pt x="3633199" y="1030157"/>
                  </a:lnTo>
                  <a:lnTo>
                    <a:pt x="3633308" y="1030157"/>
                  </a:lnTo>
                  <a:lnTo>
                    <a:pt x="3633416" y="1030157"/>
                  </a:lnTo>
                  <a:lnTo>
                    <a:pt x="3633524" y="1030157"/>
                  </a:lnTo>
                  <a:lnTo>
                    <a:pt x="3633633" y="1030157"/>
                  </a:lnTo>
                  <a:lnTo>
                    <a:pt x="3633741" y="1030157"/>
                  </a:lnTo>
                  <a:lnTo>
                    <a:pt x="3633850" y="1030157"/>
                  </a:lnTo>
                  <a:lnTo>
                    <a:pt x="3633958" y="1030157"/>
                  </a:lnTo>
                  <a:lnTo>
                    <a:pt x="3634067" y="1030157"/>
                  </a:lnTo>
                  <a:lnTo>
                    <a:pt x="3634067" y="1029534"/>
                  </a:lnTo>
                  <a:lnTo>
                    <a:pt x="3634067" y="1028910"/>
                  </a:lnTo>
                  <a:lnTo>
                    <a:pt x="3634175" y="1028910"/>
                  </a:lnTo>
                  <a:lnTo>
                    <a:pt x="3634284" y="1028910"/>
                  </a:lnTo>
                  <a:lnTo>
                    <a:pt x="3634392" y="1028910"/>
                  </a:lnTo>
                  <a:lnTo>
                    <a:pt x="3634500" y="1028910"/>
                  </a:lnTo>
                  <a:lnTo>
                    <a:pt x="3634609" y="1028910"/>
                  </a:lnTo>
                  <a:lnTo>
                    <a:pt x="3634717" y="1028910"/>
                  </a:lnTo>
                  <a:lnTo>
                    <a:pt x="3634826" y="1028910"/>
                  </a:lnTo>
                  <a:lnTo>
                    <a:pt x="3634934" y="1028910"/>
                  </a:lnTo>
                  <a:lnTo>
                    <a:pt x="3635043" y="1028910"/>
                  </a:lnTo>
                  <a:lnTo>
                    <a:pt x="3635151" y="1028910"/>
                  </a:lnTo>
                  <a:lnTo>
                    <a:pt x="3635260" y="1028910"/>
                  </a:lnTo>
                  <a:lnTo>
                    <a:pt x="3635368" y="1028910"/>
                  </a:lnTo>
                  <a:lnTo>
                    <a:pt x="3635476" y="1028910"/>
                  </a:lnTo>
                  <a:lnTo>
                    <a:pt x="3635585" y="1028910"/>
                  </a:lnTo>
                  <a:lnTo>
                    <a:pt x="3635693" y="1028910"/>
                  </a:lnTo>
                  <a:lnTo>
                    <a:pt x="3635802" y="1028910"/>
                  </a:lnTo>
                  <a:lnTo>
                    <a:pt x="3635910" y="1028910"/>
                  </a:lnTo>
                  <a:lnTo>
                    <a:pt x="3635910" y="1028287"/>
                  </a:lnTo>
                  <a:lnTo>
                    <a:pt x="3636019" y="1028287"/>
                  </a:lnTo>
                  <a:lnTo>
                    <a:pt x="3636127" y="1028287"/>
                  </a:lnTo>
                  <a:lnTo>
                    <a:pt x="3636127" y="1027663"/>
                  </a:lnTo>
                  <a:lnTo>
                    <a:pt x="3636236" y="1027663"/>
                  </a:lnTo>
                  <a:lnTo>
                    <a:pt x="3636344" y="1027663"/>
                  </a:lnTo>
                  <a:lnTo>
                    <a:pt x="3636452" y="1027663"/>
                  </a:lnTo>
                  <a:lnTo>
                    <a:pt x="3636561" y="1027663"/>
                  </a:lnTo>
                  <a:lnTo>
                    <a:pt x="3636669" y="1027663"/>
                  </a:lnTo>
                  <a:lnTo>
                    <a:pt x="3636778" y="1027663"/>
                  </a:lnTo>
                  <a:lnTo>
                    <a:pt x="3636886" y="1027663"/>
                  </a:lnTo>
                  <a:lnTo>
                    <a:pt x="3636995" y="1027663"/>
                  </a:lnTo>
                  <a:lnTo>
                    <a:pt x="3637103" y="1027663"/>
                  </a:lnTo>
                  <a:lnTo>
                    <a:pt x="3637212" y="1027663"/>
                  </a:lnTo>
                  <a:lnTo>
                    <a:pt x="3637320" y="1027663"/>
                  </a:lnTo>
                  <a:lnTo>
                    <a:pt x="3637429" y="1027663"/>
                  </a:lnTo>
                  <a:lnTo>
                    <a:pt x="3637537" y="1027663"/>
                  </a:lnTo>
                  <a:lnTo>
                    <a:pt x="3637645" y="1027663"/>
                  </a:lnTo>
                  <a:lnTo>
                    <a:pt x="3637754" y="1027663"/>
                  </a:lnTo>
                  <a:lnTo>
                    <a:pt x="3637862" y="1027663"/>
                  </a:lnTo>
                  <a:lnTo>
                    <a:pt x="3637971" y="1027663"/>
                  </a:lnTo>
                  <a:lnTo>
                    <a:pt x="3638079" y="1027663"/>
                  </a:lnTo>
                  <a:lnTo>
                    <a:pt x="3638188" y="1027663"/>
                  </a:lnTo>
                  <a:lnTo>
                    <a:pt x="3638296" y="1027663"/>
                  </a:lnTo>
                  <a:lnTo>
                    <a:pt x="3638405" y="1027663"/>
                  </a:lnTo>
                  <a:lnTo>
                    <a:pt x="3638513" y="1027663"/>
                  </a:lnTo>
                  <a:lnTo>
                    <a:pt x="3638621" y="1027663"/>
                  </a:lnTo>
                  <a:lnTo>
                    <a:pt x="3638730" y="1027663"/>
                  </a:lnTo>
                  <a:lnTo>
                    <a:pt x="3638838" y="1027663"/>
                  </a:lnTo>
                  <a:lnTo>
                    <a:pt x="3638947" y="1027663"/>
                  </a:lnTo>
                  <a:lnTo>
                    <a:pt x="3639055" y="1027663"/>
                  </a:lnTo>
                  <a:lnTo>
                    <a:pt x="3639164" y="1027663"/>
                  </a:lnTo>
                  <a:lnTo>
                    <a:pt x="3639164" y="1027040"/>
                  </a:lnTo>
                  <a:lnTo>
                    <a:pt x="3639272" y="1027040"/>
                  </a:lnTo>
                  <a:lnTo>
                    <a:pt x="3639381" y="1027040"/>
                  </a:lnTo>
                  <a:lnTo>
                    <a:pt x="3639489" y="1027040"/>
                  </a:lnTo>
                  <a:lnTo>
                    <a:pt x="3639597" y="1027040"/>
                  </a:lnTo>
                  <a:lnTo>
                    <a:pt x="3639706" y="1027040"/>
                  </a:lnTo>
                  <a:lnTo>
                    <a:pt x="3639706" y="1026416"/>
                  </a:lnTo>
                  <a:lnTo>
                    <a:pt x="3639706" y="1025792"/>
                  </a:lnTo>
                  <a:lnTo>
                    <a:pt x="3639814" y="1025792"/>
                  </a:lnTo>
                  <a:lnTo>
                    <a:pt x="3639923" y="1025792"/>
                  </a:lnTo>
                  <a:lnTo>
                    <a:pt x="3640031" y="1025792"/>
                  </a:lnTo>
                  <a:lnTo>
                    <a:pt x="3640140" y="1025792"/>
                  </a:lnTo>
                  <a:lnTo>
                    <a:pt x="3640248" y="1025792"/>
                  </a:lnTo>
                  <a:lnTo>
                    <a:pt x="3640357" y="1025792"/>
                  </a:lnTo>
                  <a:lnTo>
                    <a:pt x="3640465" y="1025792"/>
                  </a:lnTo>
                  <a:lnTo>
                    <a:pt x="3640465" y="1025169"/>
                  </a:lnTo>
                  <a:lnTo>
                    <a:pt x="3640573" y="1025169"/>
                  </a:lnTo>
                  <a:lnTo>
                    <a:pt x="3640682" y="1025169"/>
                  </a:lnTo>
                  <a:lnTo>
                    <a:pt x="3640790" y="1025169"/>
                  </a:lnTo>
                  <a:lnTo>
                    <a:pt x="3640899" y="1025169"/>
                  </a:lnTo>
                  <a:lnTo>
                    <a:pt x="3641007" y="1025169"/>
                  </a:lnTo>
                  <a:lnTo>
                    <a:pt x="3641116" y="1025169"/>
                  </a:lnTo>
                  <a:lnTo>
                    <a:pt x="3641224" y="1025169"/>
                  </a:lnTo>
                  <a:lnTo>
                    <a:pt x="3641333" y="1025169"/>
                  </a:lnTo>
                  <a:lnTo>
                    <a:pt x="3641441" y="1025169"/>
                  </a:lnTo>
                  <a:lnTo>
                    <a:pt x="3641550" y="1025169"/>
                  </a:lnTo>
                  <a:lnTo>
                    <a:pt x="3641658" y="1025169"/>
                  </a:lnTo>
                  <a:lnTo>
                    <a:pt x="3641766" y="1025169"/>
                  </a:lnTo>
                  <a:lnTo>
                    <a:pt x="3641875" y="1025169"/>
                  </a:lnTo>
                  <a:lnTo>
                    <a:pt x="3641983" y="1025169"/>
                  </a:lnTo>
                  <a:lnTo>
                    <a:pt x="3642092" y="1025169"/>
                  </a:lnTo>
                  <a:lnTo>
                    <a:pt x="3642200" y="1025169"/>
                  </a:lnTo>
                  <a:lnTo>
                    <a:pt x="3642200" y="1024545"/>
                  </a:lnTo>
                  <a:lnTo>
                    <a:pt x="3642309" y="1024545"/>
                  </a:lnTo>
                  <a:lnTo>
                    <a:pt x="3642417" y="1024545"/>
                  </a:lnTo>
                  <a:lnTo>
                    <a:pt x="3642526" y="1024545"/>
                  </a:lnTo>
                  <a:lnTo>
                    <a:pt x="3642634" y="1024545"/>
                  </a:lnTo>
                  <a:lnTo>
                    <a:pt x="3642634" y="1023922"/>
                  </a:lnTo>
                  <a:lnTo>
                    <a:pt x="3642634" y="1023298"/>
                  </a:lnTo>
                  <a:lnTo>
                    <a:pt x="3642742" y="1023298"/>
                  </a:lnTo>
                  <a:lnTo>
                    <a:pt x="3642851" y="1023298"/>
                  </a:lnTo>
                  <a:lnTo>
                    <a:pt x="3642959" y="1023298"/>
                  </a:lnTo>
                  <a:lnTo>
                    <a:pt x="3643068" y="1023298"/>
                  </a:lnTo>
                  <a:lnTo>
                    <a:pt x="3643176" y="1023298"/>
                  </a:lnTo>
                  <a:lnTo>
                    <a:pt x="3643285" y="1023298"/>
                  </a:lnTo>
                  <a:lnTo>
                    <a:pt x="3643393" y="1023298"/>
                  </a:lnTo>
                  <a:lnTo>
                    <a:pt x="3643502" y="1023298"/>
                  </a:lnTo>
                  <a:lnTo>
                    <a:pt x="3643610" y="1023298"/>
                  </a:lnTo>
                  <a:lnTo>
                    <a:pt x="3643718" y="1023298"/>
                  </a:lnTo>
                  <a:lnTo>
                    <a:pt x="3643827" y="1023298"/>
                  </a:lnTo>
                  <a:lnTo>
                    <a:pt x="3643935" y="1023298"/>
                  </a:lnTo>
                  <a:lnTo>
                    <a:pt x="3643935" y="1022675"/>
                  </a:lnTo>
                  <a:lnTo>
                    <a:pt x="3643935" y="1022051"/>
                  </a:lnTo>
                  <a:lnTo>
                    <a:pt x="3644044" y="1022051"/>
                  </a:lnTo>
                  <a:lnTo>
                    <a:pt x="3644152" y="1022051"/>
                  </a:lnTo>
                  <a:lnTo>
                    <a:pt x="3644152" y="1021427"/>
                  </a:lnTo>
                  <a:lnTo>
                    <a:pt x="3644261" y="1021427"/>
                  </a:lnTo>
                  <a:lnTo>
                    <a:pt x="3644369" y="1021427"/>
                  </a:lnTo>
                  <a:lnTo>
                    <a:pt x="3644478" y="1021427"/>
                  </a:lnTo>
                  <a:lnTo>
                    <a:pt x="3644586" y="1021427"/>
                  </a:lnTo>
                  <a:lnTo>
                    <a:pt x="3644694" y="1021427"/>
                  </a:lnTo>
                  <a:lnTo>
                    <a:pt x="3644803" y="1021427"/>
                  </a:lnTo>
                  <a:lnTo>
                    <a:pt x="3644911" y="1021427"/>
                  </a:lnTo>
                  <a:lnTo>
                    <a:pt x="3645020" y="1021427"/>
                  </a:lnTo>
                  <a:lnTo>
                    <a:pt x="3645128" y="1021427"/>
                  </a:lnTo>
                  <a:lnTo>
                    <a:pt x="3645237" y="1021427"/>
                  </a:lnTo>
                  <a:lnTo>
                    <a:pt x="3645345" y="1021427"/>
                  </a:lnTo>
                  <a:lnTo>
                    <a:pt x="3645454" y="1021427"/>
                  </a:lnTo>
                  <a:lnTo>
                    <a:pt x="3645454" y="1020804"/>
                  </a:lnTo>
                  <a:lnTo>
                    <a:pt x="3645562" y="1020804"/>
                  </a:lnTo>
                  <a:lnTo>
                    <a:pt x="3645562" y="1020180"/>
                  </a:lnTo>
                  <a:lnTo>
                    <a:pt x="3645671" y="1020180"/>
                  </a:lnTo>
                  <a:lnTo>
                    <a:pt x="3645779" y="1020180"/>
                  </a:lnTo>
                  <a:lnTo>
                    <a:pt x="3645887" y="1020180"/>
                  </a:lnTo>
                  <a:lnTo>
                    <a:pt x="3645996" y="1020180"/>
                  </a:lnTo>
                  <a:lnTo>
                    <a:pt x="3646104" y="1020180"/>
                  </a:lnTo>
                  <a:lnTo>
                    <a:pt x="3646213" y="1020180"/>
                  </a:lnTo>
                  <a:lnTo>
                    <a:pt x="3646321" y="1020180"/>
                  </a:lnTo>
                  <a:lnTo>
                    <a:pt x="3646430" y="1020180"/>
                  </a:lnTo>
                  <a:lnTo>
                    <a:pt x="3646538" y="1020180"/>
                  </a:lnTo>
                  <a:lnTo>
                    <a:pt x="3646647" y="1020180"/>
                  </a:lnTo>
                  <a:lnTo>
                    <a:pt x="3646755" y="1020180"/>
                  </a:lnTo>
                  <a:lnTo>
                    <a:pt x="3646863" y="1020180"/>
                  </a:lnTo>
                  <a:lnTo>
                    <a:pt x="3646972" y="1020180"/>
                  </a:lnTo>
                  <a:lnTo>
                    <a:pt x="3646972" y="1019557"/>
                  </a:lnTo>
                  <a:lnTo>
                    <a:pt x="3647080" y="1019557"/>
                  </a:lnTo>
                  <a:lnTo>
                    <a:pt x="3647189" y="1019557"/>
                  </a:lnTo>
                  <a:lnTo>
                    <a:pt x="3647297" y="1019557"/>
                  </a:lnTo>
                  <a:lnTo>
                    <a:pt x="3647406" y="1019557"/>
                  </a:lnTo>
                  <a:lnTo>
                    <a:pt x="3647514" y="1019557"/>
                  </a:lnTo>
                  <a:lnTo>
                    <a:pt x="3647623" y="1019557"/>
                  </a:lnTo>
                  <a:lnTo>
                    <a:pt x="3647731" y="1019557"/>
                  </a:lnTo>
                  <a:lnTo>
                    <a:pt x="3647839" y="1019557"/>
                  </a:lnTo>
                  <a:lnTo>
                    <a:pt x="3647948" y="1019557"/>
                  </a:lnTo>
                  <a:lnTo>
                    <a:pt x="3648056" y="1019557"/>
                  </a:lnTo>
                  <a:lnTo>
                    <a:pt x="3648056" y="1018933"/>
                  </a:lnTo>
                  <a:lnTo>
                    <a:pt x="3648165" y="1018933"/>
                  </a:lnTo>
                  <a:lnTo>
                    <a:pt x="3648273" y="1018933"/>
                  </a:lnTo>
                  <a:lnTo>
                    <a:pt x="3648382" y="1018933"/>
                  </a:lnTo>
                  <a:lnTo>
                    <a:pt x="3648490" y="1018933"/>
                  </a:lnTo>
                  <a:lnTo>
                    <a:pt x="3648599" y="1018933"/>
                  </a:lnTo>
                  <a:lnTo>
                    <a:pt x="3648707" y="1018933"/>
                  </a:lnTo>
                  <a:lnTo>
                    <a:pt x="3648815" y="1018933"/>
                  </a:lnTo>
                  <a:lnTo>
                    <a:pt x="3648924" y="1018933"/>
                  </a:lnTo>
                  <a:lnTo>
                    <a:pt x="3649032" y="1018933"/>
                  </a:lnTo>
                  <a:lnTo>
                    <a:pt x="3649141" y="1018933"/>
                  </a:lnTo>
                  <a:lnTo>
                    <a:pt x="3649249" y="1018933"/>
                  </a:lnTo>
                  <a:lnTo>
                    <a:pt x="3649358" y="1018933"/>
                  </a:lnTo>
                  <a:lnTo>
                    <a:pt x="3649466" y="1018933"/>
                  </a:lnTo>
                  <a:lnTo>
                    <a:pt x="3649575" y="1018933"/>
                  </a:lnTo>
                  <a:lnTo>
                    <a:pt x="3649575" y="1018309"/>
                  </a:lnTo>
                  <a:lnTo>
                    <a:pt x="3649683" y="1018309"/>
                  </a:lnTo>
                  <a:lnTo>
                    <a:pt x="3649791" y="1018309"/>
                  </a:lnTo>
                  <a:lnTo>
                    <a:pt x="3649900" y="1018309"/>
                  </a:lnTo>
                  <a:lnTo>
                    <a:pt x="3650008" y="1018309"/>
                  </a:lnTo>
                  <a:lnTo>
                    <a:pt x="3650117" y="1018309"/>
                  </a:lnTo>
                  <a:lnTo>
                    <a:pt x="3650225" y="1018309"/>
                  </a:lnTo>
                  <a:lnTo>
                    <a:pt x="3650334" y="1018309"/>
                  </a:lnTo>
                  <a:lnTo>
                    <a:pt x="3650442" y="1018309"/>
                  </a:lnTo>
                  <a:lnTo>
                    <a:pt x="3650551" y="1018309"/>
                  </a:lnTo>
                  <a:lnTo>
                    <a:pt x="3650659" y="1018309"/>
                  </a:lnTo>
                  <a:lnTo>
                    <a:pt x="3650768" y="1018309"/>
                  </a:lnTo>
                  <a:lnTo>
                    <a:pt x="3650876" y="1018309"/>
                  </a:lnTo>
                  <a:lnTo>
                    <a:pt x="3650984" y="1018309"/>
                  </a:lnTo>
                  <a:lnTo>
                    <a:pt x="3651093" y="1018309"/>
                  </a:lnTo>
                  <a:lnTo>
                    <a:pt x="3651201" y="1018309"/>
                  </a:lnTo>
                  <a:lnTo>
                    <a:pt x="3651201" y="1017686"/>
                  </a:lnTo>
                  <a:lnTo>
                    <a:pt x="3651310" y="1017686"/>
                  </a:lnTo>
                  <a:lnTo>
                    <a:pt x="3651418" y="1017686"/>
                  </a:lnTo>
                  <a:lnTo>
                    <a:pt x="3651418" y="1017062"/>
                  </a:lnTo>
                  <a:lnTo>
                    <a:pt x="3651527" y="1017062"/>
                  </a:lnTo>
                  <a:lnTo>
                    <a:pt x="3651635" y="1017062"/>
                  </a:lnTo>
                  <a:lnTo>
                    <a:pt x="3651744" y="1017062"/>
                  </a:lnTo>
                  <a:lnTo>
                    <a:pt x="3651852" y="1017062"/>
                  </a:lnTo>
                  <a:lnTo>
                    <a:pt x="3651960" y="1017062"/>
                  </a:lnTo>
                  <a:lnTo>
                    <a:pt x="3651960" y="1016439"/>
                  </a:lnTo>
                  <a:lnTo>
                    <a:pt x="3652069" y="1016439"/>
                  </a:lnTo>
                  <a:lnTo>
                    <a:pt x="3652177" y="1016439"/>
                  </a:lnTo>
                  <a:lnTo>
                    <a:pt x="3652286" y="1016439"/>
                  </a:lnTo>
                  <a:lnTo>
                    <a:pt x="3652286" y="1015815"/>
                  </a:lnTo>
                  <a:lnTo>
                    <a:pt x="3652286" y="1015192"/>
                  </a:lnTo>
                  <a:lnTo>
                    <a:pt x="3652394" y="1015192"/>
                  </a:lnTo>
                  <a:lnTo>
                    <a:pt x="3652503" y="1015192"/>
                  </a:lnTo>
                  <a:lnTo>
                    <a:pt x="3652611" y="1015192"/>
                  </a:lnTo>
                  <a:lnTo>
                    <a:pt x="3652720" y="1015192"/>
                  </a:lnTo>
                  <a:lnTo>
                    <a:pt x="3652828" y="1015192"/>
                  </a:lnTo>
                  <a:lnTo>
                    <a:pt x="3652936" y="1015192"/>
                  </a:lnTo>
                  <a:lnTo>
                    <a:pt x="3653045" y="1015192"/>
                  </a:lnTo>
                  <a:lnTo>
                    <a:pt x="3653153" y="1015192"/>
                  </a:lnTo>
                  <a:lnTo>
                    <a:pt x="3653262" y="1015192"/>
                  </a:lnTo>
                  <a:lnTo>
                    <a:pt x="3653370" y="1015192"/>
                  </a:lnTo>
                  <a:lnTo>
                    <a:pt x="3653479" y="1015192"/>
                  </a:lnTo>
                  <a:lnTo>
                    <a:pt x="3653587" y="1015192"/>
                  </a:lnTo>
                  <a:lnTo>
                    <a:pt x="3653696" y="1015192"/>
                  </a:lnTo>
                  <a:lnTo>
                    <a:pt x="3653804" y="1015192"/>
                  </a:lnTo>
                  <a:lnTo>
                    <a:pt x="3653912" y="1015192"/>
                  </a:lnTo>
                  <a:lnTo>
                    <a:pt x="3654021" y="1015192"/>
                  </a:lnTo>
                  <a:lnTo>
                    <a:pt x="3654129" y="1015192"/>
                  </a:lnTo>
                  <a:lnTo>
                    <a:pt x="3654129" y="1014568"/>
                  </a:lnTo>
                  <a:lnTo>
                    <a:pt x="3654238" y="1014568"/>
                  </a:lnTo>
                  <a:lnTo>
                    <a:pt x="3654346" y="1014568"/>
                  </a:lnTo>
                  <a:lnTo>
                    <a:pt x="3654455" y="1014568"/>
                  </a:lnTo>
                  <a:lnTo>
                    <a:pt x="3654563" y="1014568"/>
                  </a:lnTo>
                  <a:lnTo>
                    <a:pt x="3654672" y="1014568"/>
                  </a:lnTo>
                  <a:lnTo>
                    <a:pt x="3654780" y="1014568"/>
                  </a:lnTo>
                  <a:lnTo>
                    <a:pt x="3654889" y="1014568"/>
                  </a:lnTo>
                  <a:lnTo>
                    <a:pt x="3654997" y="1014568"/>
                  </a:lnTo>
                  <a:lnTo>
                    <a:pt x="3655105" y="1014568"/>
                  </a:lnTo>
                  <a:lnTo>
                    <a:pt x="3655214" y="1014568"/>
                  </a:lnTo>
                  <a:lnTo>
                    <a:pt x="3655322" y="1014568"/>
                  </a:lnTo>
                  <a:lnTo>
                    <a:pt x="3655322" y="1013944"/>
                  </a:lnTo>
                  <a:lnTo>
                    <a:pt x="3655431" y="1013944"/>
                  </a:lnTo>
                  <a:lnTo>
                    <a:pt x="3655539" y="1013944"/>
                  </a:lnTo>
                  <a:lnTo>
                    <a:pt x="3655648" y="1013944"/>
                  </a:lnTo>
                  <a:lnTo>
                    <a:pt x="3655756" y="1013944"/>
                  </a:lnTo>
                  <a:lnTo>
                    <a:pt x="3655865" y="1013944"/>
                  </a:lnTo>
                  <a:lnTo>
                    <a:pt x="3655973" y="1013944"/>
                  </a:lnTo>
                  <a:lnTo>
                    <a:pt x="3655973" y="1013321"/>
                  </a:lnTo>
                  <a:lnTo>
                    <a:pt x="3656081" y="1013321"/>
                  </a:lnTo>
                  <a:lnTo>
                    <a:pt x="3656190" y="1013321"/>
                  </a:lnTo>
                  <a:lnTo>
                    <a:pt x="3656298" y="1013321"/>
                  </a:lnTo>
                  <a:lnTo>
                    <a:pt x="3656407" y="1013321"/>
                  </a:lnTo>
                  <a:lnTo>
                    <a:pt x="3656515" y="1013321"/>
                  </a:lnTo>
                  <a:lnTo>
                    <a:pt x="3656624" y="1013321"/>
                  </a:lnTo>
                  <a:lnTo>
                    <a:pt x="3656624" y="1012697"/>
                  </a:lnTo>
                  <a:lnTo>
                    <a:pt x="3656732" y="1012697"/>
                  </a:lnTo>
                  <a:lnTo>
                    <a:pt x="3656841" y="1012697"/>
                  </a:lnTo>
                  <a:lnTo>
                    <a:pt x="3656949" y="1012697"/>
                  </a:lnTo>
                  <a:lnTo>
                    <a:pt x="3657057" y="1012697"/>
                  </a:lnTo>
                  <a:lnTo>
                    <a:pt x="3657166" y="1012697"/>
                  </a:lnTo>
                  <a:lnTo>
                    <a:pt x="3657274" y="1012697"/>
                  </a:lnTo>
                  <a:lnTo>
                    <a:pt x="3657383" y="1012697"/>
                  </a:lnTo>
                  <a:lnTo>
                    <a:pt x="3657383" y="1012074"/>
                  </a:lnTo>
                  <a:lnTo>
                    <a:pt x="3657491" y="1012074"/>
                  </a:lnTo>
                  <a:lnTo>
                    <a:pt x="3657600" y="1012074"/>
                  </a:lnTo>
                  <a:lnTo>
                    <a:pt x="3657708" y="1012074"/>
                  </a:lnTo>
                  <a:lnTo>
                    <a:pt x="3657817" y="1012074"/>
                  </a:lnTo>
                  <a:lnTo>
                    <a:pt x="3657925" y="1012074"/>
                  </a:lnTo>
                  <a:lnTo>
                    <a:pt x="3658033" y="1012074"/>
                  </a:lnTo>
                  <a:lnTo>
                    <a:pt x="3658142" y="1012074"/>
                  </a:lnTo>
                  <a:lnTo>
                    <a:pt x="3658250" y="1012074"/>
                  </a:lnTo>
                  <a:lnTo>
                    <a:pt x="3658359" y="1012074"/>
                  </a:lnTo>
                  <a:lnTo>
                    <a:pt x="3658467" y="1012074"/>
                  </a:lnTo>
                  <a:lnTo>
                    <a:pt x="3658467" y="1011450"/>
                  </a:lnTo>
                  <a:lnTo>
                    <a:pt x="3658576" y="1011450"/>
                  </a:lnTo>
                  <a:lnTo>
                    <a:pt x="3658576" y="1010826"/>
                  </a:lnTo>
                  <a:lnTo>
                    <a:pt x="3658684" y="1010826"/>
                  </a:lnTo>
                  <a:lnTo>
                    <a:pt x="3658793" y="1010826"/>
                  </a:lnTo>
                  <a:lnTo>
                    <a:pt x="3658901" y="1010826"/>
                  </a:lnTo>
                  <a:lnTo>
                    <a:pt x="3659010" y="1010826"/>
                  </a:lnTo>
                  <a:lnTo>
                    <a:pt x="3659118" y="1010826"/>
                  </a:lnTo>
                  <a:lnTo>
                    <a:pt x="3659226" y="1010826"/>
                  </a:lnTo>
                  <a:lnTo>
                    <a:pt x="3659335" y="1010826"/>
                  </a:lnTo>
                  <a:lnTo>
                    <a:pt x="3659443" y="1010826"/>
                  </a:lnTo>
                  <a:lnTo>
                    <a:pt x="3659552" y="1010826"/>
                  </a:lnTo>
                  <a:lnTo>
                    <a:pt x="3659660" y="1010826"/>
                  </a:lnTo>
                  <a:lnTo>
                    <a:pt x="3659769" y="1010826"/>
                  </a:lnTo>
                  <a:lnTo>
                    <a:pt x="3659877" y="1010826"/>
                  </a:lnTo>
                  <a:lnTo>
                    <a:pt x="3659986" y="1010826"/>
                  </a:lnTo>
                  <a:lnTo>
                    <a:pt x="3660094" y="1010826"/>
                  </a:lnTo>
                  <a:lnTo>
                    <a:pt x="3660202" y="1010826"/>
                  </a:lnTo>
                  <a:lnTo>
                    <a:pt x="3660311" y="1010826"/>
                  </a:lnTo>
                  <a:lnTo>
                    <a:pt x="3660419" y="1010826"/>
                  </a:lnTo>
                  <a:lnTo>
                    <a:pt x="3660528" y="1010826"/>
                  </a:lnTo>
                  <a:lnTo>
                    <a:pt x="3660528" y="1010203"/>
                  </a:lnTo>
                  <a:lnTo>
                    <a:pt x="3660636" y="1010203"/>
                  </a:lnTo>
                  <a:lnTo>
                    <a:pt x="3660745" y="1010203"/>
                  </a:lnTo>
                  <a:lnTo>
                    <a:pt x="3660853" y="1010203"/>
                  </a:lnTo>
                  <a:lnTo>
                    <a:pt x="3660962" y="1010203"/>
                  </a:lnTo>
                  <a:lnTo>
                    <a:pt x="3661070" y="1010203"/>
                  </a:lnTo>
                  <a:lnTo>
                    <a:pt x="3661070" y="1009579"/>
                  </a:lnTo>
                  <a:lnTo>
                    <a:pt x="3661178" y="1009579"/>
                  </a:lnTo>
                  <a:lnTo>
                    <a:pt x="3661287" y="1009579"/>
                  </a:lnTo>
                  <a:lnTo>
                    <a:pt x="3661395" y="1009579"/>
                  </a:lnTo>
                  <a:lnTo>
                    <a:pt x="3661504" y="1009579"/>
                  </a:lnTo>
                  <a:lnTo>
                    <a:pt x="3661504" y="1008956"/>
                  </a:lnTo>
                  <a:lnTo>
                    <a:pt x="3661612" y="1008956"/>
                  </a:lnTo>
                  <a:lnTo>
                    <a:pt x="3661721" y="1008956"/>
                  </a:lnTo>
                  <a:lnTo>
                    <a:pt x="3661829" y="1008956"/>
                  </a:lnTo>
                  <a:lnTo>
                    <a:pt x="3661938" y="1008956"/>
                  </a:lnTo>
                  <a:lnTo>
                    <a:pt x="3662046" y="1008956"/>
                  </a:lnTo>
                  <a:lnTo>
                    <a:pt x="3662046" y="1008332"/>
                  </a:lnTo>
                  <a:lnTo>
                    <a:pt x="3662154" y="1008332"/>
                  </a:lnTo>
                  <a:lnTo>
                    <a:pt x="3662263" y="1008332"/>
                  </a:lnTo>
                  <a:lnTo>
                    <a:pt x="3662371" y="1008332"/>
                  </a:lnTo>
                  <a:lnTo>
                    <a:pt x="3662480" y="1008332"/>
                  </a:lnTo>
                  <a:lnTo>
                    <a:pt x="3662588" y="1008332"/>
                  </a:lnTo>
                  <a:lnTo>
                    <a:pt x="3662697" y="1008332"/>
                  </a:lnTo>
                  <a:lnTo>
                    <a:pt x="3662805" y="1008332"/>
                  </a:lnTo>
                  <a:lnTo>
                    <a:pt x="3662914" y="1008332"/>
                  </a:lnTo>
                  <a:lnTo>
                    <a:pt x="3663022" y="1008332"/>
                  </a:lnTo>
                  <a:lnTo>
                    <a:pt x="3663131" y="1008332"/>
                  </a:lnTo>
                  <a:lnTo>
                    <a:pt x="3663239" y="1008332"/>
                  </a:lnTo>
                  <a:lnTo>
                    <a:pt x="3663239" y="1007709"/>
                  </a:lnTo>
                  <a:lnTo>
                    <a:pt x="3663347" y="1007709"/>
                  </a:lnTo>
                  <a:lnTo>
                    <a:pt x="3663456" y="1007709"/>
                  </a:lnTo>
                  <a:lnTo>
                    <a:pt x="3663564" y="1007709"/>
                  </a:lnTo>
                  <a:lnTo>
                    <a:pt x="3663673" y="1007709"/>
                  </a:lnTo>
                  <a:lnTo>
                    <a:pt x="3663781" y="1007709"/>
                  </a:lnTo>
                  <a:lnTo>
                    <a:pt x="3663890" y="1007709"/>
                  </a:lnTo>
                  <a:lnTo>
                    <a:pt x="3663998" y="1007709"/>
                  </a:lnTo>
                  <a:lnTo>
                    <a:pt x="3664107" y="1007709"/>
                  </a:lnTo>
                  <a:lnTo>
                    <a:pt x="3664107" y="1007085"/>
                  </a:lnTo>
                  <a:lnTo>
                    <a:pt x="3664215" y="1007085"/>
                  </a:lnTo>
                  <a:lnTo>
                    <a:pt x="3664323" y="1007085"/>
                  </a:lnTo>
                  <a:lnTo>
                    <a:pt x="3664432" y="1007085"/>
                  </a:lnTo>
                  <a:lnTo>
                    <a:pt x="3664540" y="1007085"/>
                  </a:lnTo>
                  <a:lnTo>
                    <a:pt x="3664649" y="1007085"/>
                  </a:lnTo>
                  <a:lnTo>
                    <a:pt x="3664757" y="1007085"/>
                  </a:lnTo>
                  <a:lnTo>
                    <a:pt x="3664866" y="1007085"/>
                  </a:lnTo>
                  <a:lnTo>
                    <a:pt x="3664974" y="1007085"/>
                  </a:lnTo>
                  <a:lnTo>
                    <a:pt x="3665083" y="1007085"/>
                  </a:lnTo>
                  <a:lnTo>
                    <a:pt x="3665191" y="1007085"/>
                  </a:lnTo>
                  <a:lnTo>
                    <a:pt x="3665299" y="1007085"/>
                  </a:lnTo>
                  <a:lnTo>
                    <a:pt x="3665408" y="1007085"/>
                  </a:lnTo>
                  <a:lnTo>
                    <a:pt x="3665516" y="1007085"/>
                  </a:lnTo>
                  <a:lnTo>
                    <a:pt x="3665625" y="1007085"/>
                  </a:lnTo>
                  <a:lnTo>
                    <a:pt x="3665733" y="1007085"/>
                  </a:lnTo>
                  <a:lnTo>
                    <a:pt x="3665842" y="1007085"/>
                  </a:lnTo>
                  <a:lnTo>
                    <a:pt x="3665950" y="1007085"/>
                  </a:lnTo>
                  <a:lnTo>
                    <a:pt x="3666059" y="1007085"/>
                  </a:lnTo>
                  <a:lnTo>
                    <a:pt x="3666059" y="1006461"/>
                  </a:lnTo>
                  <a:lnTo>
                    <a:pt x="3666167" y="1006461"/>
                  </a:lnTo>
                  <a:lnTo>
                    <a:pt x="3666275" y="1006461"/>
                  </a:lnTo>
                  <a:lnTo>
                    <a:pt x="3666384" y="1006461"/>
                  </a:lnTo>
                  <a:lnTo>
                    <a:pt x="3666492" y="1006461"/>
                  </a:lnTo>
                  <a:lnTo>
                    <a:pt x="3666601" y="1006461"/>
                  </a:lnTo>
                  <a:lnTo>
                    <a:pt x="3666709" y="1006461"/>
                  </a:lnTo>
                  <a:lnTo>
                    <a:pt x="3666818" y="1006461"/>
                  </a:lnTo>
                  <a:lnTo>
                    <a:pt x="3666926" y="1006461"/>
                  </a:lnTo>
                  <a:lnTo>
                    <a:pt x="3667035" y="1006461"/>
                  </a:lnTo>
                  <a:lnTo>
                    <a:pt x="3667035" y="1005838"/>
                  </a:lnTo>
                  <a:lnTo>
                    <a:pt x="3667143" y="1005838"/>
                  </a:lnTo>
                  <a:lnTo>
                    <a:pt x="3667143" y="1005214"/>
                  </a:lnTo>
                  <a:lnTo>
                    <a:pt x="3667252" y="1005214"/>
                  </a:lnTo>
                  <a:lnTo>
                    <a:pt x="3667360" y="1005214"/>
                  </a:lnTo>
                  <a:lnTo>
                    <a:pt x="3667468" y="1005214"/>
                  </a:lnTo>
                  <a:lnTo>
                    <a:pt x="3667577" y="1005214"/>
                  </a:lnTo>
                  <a:lnTo>
                    <a:pt x="3667685" y="1005214"/>
                  </a:lnTo>
                  <a:lnTo>
                    <a:pt x="3667794" y="1005214"/>
                  </a:lnTo>
                  <a:lnTo>
                    <a:pt x="3667902" y="1005214"/>
                  </a:lnTo>
                  <a:lnTo>
                    <a:pt x="3668011" y="1005214"/>
                  </a:lnTo>
                  <a:lnTo>
                    <a:pt x="3668119" y="1005214"/>
                  </a:lnTo>
                  <a:lnTo>
                    <a:pt x="3668228" y="1005214"/>
                  </a:lnTo>
                  <a:lnTo>
                    <a:pt x="3668336" y="1005214"/>
                  </a:lnTo>
                  <a:lnTo>
                    <a:pt x="3668444" y="1005214"/>
                  </a:lnTo>
                  <a:lnTo>
                    <a:pt x="3668553" y="1005214"/>
                  </a:lnTo>
                  <a:lnTo>
                    <a:pt x="3668661" y="1005214"/>
                  </a:lnTo>
                  <a:lnTo>
                    <a:pt x="3668770" y="1005214"/>
                  </a:lnTo>
                  <a:lnTo>
                    <a:pt x="3668878" y="1005214"/>
                  </a:lnTo>
                  <a:lnTo>
                    <a:pt x="3668987" y="1005214"/>
                  </a:lnTo>
                  <a:lnTo>
                    <a:pt x="3669095" y="1005214"/>
                  </a:lnTo>
                  <a:lnTo>
                    <a:pt x="3669095" y="1004591"/>
                  </a:lnTo>
                  <a:lnTo>
                    <a:pt x="3669204" y="1004591"/>
                  </a:lnTo>
                  <a:lnTo>
                    <a:pt x="3669312" y="1004591"/>
                  </a:lnTo>
                  <a:lnTo>
                    <a:pt x="3669420" y="1004591"/>
                  </a:lnTo>
                  <a:lnTo>
                    <a:pt x="3669529" y="1004591"/>
                  </a:lnTo>
                  <a:lnTo>
                    <a:pt x="3669637" y="1004591"/>
                  </a:lnTo>
                  <a:lnTo>
                    <a:pt x="3669637" y="1003967"/>
                  </a:lnTo>
                  <a:lnTo>
                    <a:pt x="3669746" y="1003967"/>
                  </a:lnTo>
                  <a:lnTo>
                    <a:pt x="3669854" y="1003967"/>
                  </a:lnTo>
                  <a:lnTo>
                    <a:pt x="3669963" y="1003967"/>
                  </a:lnTo>
                  <a:lnTo>
                    <a:pt x="3670071" y="1003967"/>
                  </a:lnTo>
                  <a:lnTo>
                    <a:pt x="3670180" y="1003967"/>
                  </a:lnTo>
                  <a:lnTo>
                    <a:pt x="3670288" y="1003967"/>
                  </a:lnTo>
                  <a:lnTo>
                    <a:pt x="3670396" y="1003967"/>
                  </a:lnTo>
                  <a:lnTo>
                    <a:pt x="3670505" y="1003967"/>
                  </a:lnTo>
                  <a:lnTo>
                    <a:pt x="3670613" y="1003967"/>
                  </a:lnTo>
                  <a:lnTo>
                    <a:pt x="3670722" y="1003967"/>
                  </a:lnTo>
                  <a:lnTo>
                    <a:pt x="3670830" y="1003967"/>
                  </a:lnTo>
                  <a:lnTo>
                    <a:pt x="3670939" y="1003967"/>
                  </a:lnTo>
                  <a:lnTo>
                    <a:pt x="3671047" y="1003967"/>
                  </a:lnTo>
                  <a:lnTo>
                    <a:pt x="3671156" y="1003967"/>
                  </a:lnTo>
                  <a:lnTo>
                    <a:pt x="3671264" y="1003967"/>
                  </a:lnTo>
                  <a:lnTo>
                    <a:pt x="3671373" y="1003967"/>
                  </a:lnTo>
                  <a:lnTo>
                    <a:pt x="3671481" y="1003967"/>
                  </a:lnTo>
                  <a:lnTo>
                    <a:pt x="3671481" y="1003343"/>
                  </a:lnTo>
                  <a:lnTo>
                    <a:pt x="3671589" y="1003343"/>
                  </a:lnTo>
                  <a:lnTo>
                    <a:pt x="3671698" y="1003343"/>
                  </a:lnTo>
                  <a:lnTo>
                    <a:pt x="3671806" y="1003343"/>
                  </a:lnTo>
                  <a:lnTo>
                    <a:pt x="3671915" y="1003343"/>
                  </a:lnTo>
                  <a:lnTo>
                    <a:pt x="3672023" y="1003343"/>
                  </a:lnTo>
                  <a:lnTo>
                    <a:pt x="3672132" y="1003343"/>
                  </a:lnTo>
                  <a:lnTo>
                    <a:pt x="3672132" y="1002720"/>
                  </a:lnTo>
                  <a:lnTo>
                    <a:pt x="3672240" y="1002720"/>
                  </a:lnTo>
                  <a:lnTo>
                    <a:pt x="3672349" y="1002720"/>
                  </a:lnTo>
                  <a:lnTo>
                    <a:pt x="3672457" y="1002720"/>
                  </a:lnTo>
                  <a:lnTo>
                    <a:pt x="3672565" y="1002720"/>
                  </a:lnTo>
                  <a:lnTo>
                    <a:pt x="3672674" y="1002720"/>
                  </a:lnTo>
                  <a:lnTo>
                    <a:pt x="3672782" y="1002720"/>
                  </a:lnTo>
                  <a:lnTo>
                    <a:pt x="3672891" y="1002720"/>
                  </a:lnTo>
                  <a:lnTo>
                    <a:pt x="3672999" y="1002720"/>
                  </a:lnTo>
                  <a:lnTo>
                    <a:pt x="3673108" y="1002720"/>
                  </a:lnTo>
                  <a:lnTo>
                    <a:pt x="3673216" y="1002720"/>
                  </a:lnTo>
                  <a:lnTo>
                    <a:pt x="3673325" y="1002720"/>
                  </a:lnTo>
                  <a:lnTo>
                    <a:pt x="3673433" y="1002720"/>
                  </a:lnTo>
                  <a:lnTo>
                    <a:pt x="3673541" y="1002720"/>
                  </a:lnTo>
                  <a:lnTo>
                    <a:pt x="3673650" y="1002720"/>
                  </a:lnTo>
                  <a:lnTo>
                    <a:pt x="3673758" y="1002720"/>
                  </a:lnTo>
                  <a:lnTo>
                    <a:pt x="3673867" y="1002720"/>
                  </a:lnTo>
                  <a:lnTo>
                    <a:pt x="3673975" y="1002720"/>
                  </a:lnTo>
                  <a:lnTo>
                    <a:pt x="3674084" y="1002720"/>
                  </a:lnTo>
                  <a:lnTo>
                    <a:pt x="3674084" y="1002096"/>
                  </a:lnTo>
                  <a:lnTo>
                    <a:pt x="3674192" y="1002096"/>
                  </a:lnTo>
                  <a:lnTo>
                    <a:pt x="3674301" y="1002096"/>
                  </a:lnTo>
                  <a:lnTo>
                    <a:pt x="3674409" y="1002096"/>
                  </a:lnTo>
                  <a:lnTo>
                    <a:pt x="3674517" y="1002096"/>
                  </a:lnTo>
                  <a:lnTo>
                    <a:pt x="3674626" y="1002096"/>
                  </a:lnTo>
                  <a:lnTo>
                    <a:pt x="3674734" y="1002096"/>
                  </a:lnTo>
                  <a:lnTo>
                    <a:pt x="3674843" y="1002096"/>
                  </a:lnTo>
                  <a:lnTo>
                    <a:pt x="3674951" y="1002096"/>
                  </a:lnTo>
                  <a:lnTo>
                    <a:pt x="3675060" y="1002096"/>
                  </a:lnTo>
                  <a:lnTo>
                    <a:pt x="3675168" y="1002096"/>
                  </a:lnTo>
                  <a:lnTo>
                    <a:pt x="3675277" y="1002096"/>
                  </a:lnTo>
                  <a:lnTo>
                    <a:pt x="3675277" y="1001473"/>
                  </a:lnTo>
                  <a:lnTo>
                    <a:pt x="3675385" y="1001473"/>
                  </a:lnTo>
                  <a:lnTo>
                    <a:pt x="3675493" y="1001473"/>
                  </a:lnTo>
                  <a:lnTo>
                    <a:pt x="3675602" y="1001473"/>
                  </a:lnTo>
                  <a:lnTo>
                    <a:pt x="3675710" y="1001473"/>
                  </a:lnTo>
                  <a:lnTo>
                    <a:pt x="3675819" y="1001473"/>
                  </a:lnTo>
                  <a:lnTo>
                    <a:pt x="3675927" y="1001473"/>
                  </a:lnTo>
                  <a:lnTo>
                    <a:pt x="3675927" y="1000849"/>
                  </a:lnTo>
                  <a:lnTo>
                    <a:pt x="3676036" y="1000849"/>
                  </a:lnTo>
                  <a:lnTo>
                    <a:pt x="3676144" y="1000849"/>
                  </a:lnTo>
                  <a:lnTo>
                    <a:pt x="3676253" y="1000849"/>
                  </a:lnTo>
                  <a:lnTo>
                    <a:pt x="3676361" y="1000849"/>
                  </a:lnTo>
                  <a:lnTo>
                    <a:pt x="3676470" y="1000849"/>
                  </a:lnTo>
                  <a:lnTo>
                    <a:pt x="3676578" y="1000849"/>
                  </a:lnTo>
                  <a:lnTo>
                    <a:pt x="3676686" y="1000849"/>
                  </a:lnTo>
                  <a:lnTo>
                    <a:pt x="3676795" y="1000849"/>
                  </a:lnTo>
                  <a:lnTo>
                    <a:pt x="3676903" y="1000849"/>
                  </a:lnTo>
                  <a:lnTo>
                    <a:pt x="3677012" y="1000849"/>
                  </a:lnTo>
                  <a:lnTo>
                    <a:pt x="3677120" y="1000849"/>
                  </a:lnTo>
                  <a:lnTo>
                    <a:pt x="3677229" y="1000849"/>
                  </a:lnTo>
                  <a:lnTo>
                    <a:pt x="3677337" y="1000849"/>
                  </a:lnTo>
                  <a:lnTo>
                    <a:pt x="3677446" y="1000849"/>
                  </a:lnTo>
                  <a:lnTo>
                    <a:pt x="3677554" y="1000849"/>
                  </a:lnTo>
                  <a:lnTo>
                    <a:pt x="3677662" y="1000849"/>
                  </a:lnTo>
                  <a:lnTo>
                    <a:pt x="3677771" y="1000849"/>
                  </a:lnTo>
                  <a:lnTo>
                    <a:pt x="3677879" y="1000849"/>
                  </a:lnTo>
                  <a:lnTo>
                    <a:pt x="3677988" y="1000849"/>
                  </a:lnTo>
                  <a:lnTo>
                    <a:pt x="3678096" y="1000849"/>
                  </a:lnTo>
                  <a:lnTo>
                    <a:pt x="3678205" y="1000849"/>
                  </a:lnTo>
                  <a:lnTo>
                    <a:pt x="3678313" y="1000849"/>
                  </a:lnTo>
                  <a:lnTo>
                    <a:pt x="3678313" y="1000226"/>
                  </a:lnTo>
                  <a:lnTo>
                    <a:pt x="3678422" y="1000226"/>
                  </a:lnTo>
                  <a:lnTo>
                    <a:pt x="3678530" y="1000226"/>
                  </a:lnTo>
                  <a:lnTo>
                    <a:pt x="3678530" y="999602"/>
                  </a:lnTo>
                  <a:lnTo>
                    <a:pt x="3678530" y="998978"/>
                  </a:lnTo>
                  <a:lnTo>
                    <a:pt x="3678638" y="998978"/>
                  </a:lnTo>
                  <a:lnTo>
                    <a:pt x="3678747" y="998978"/>
                  </a:lnTo>
                  <a:lnTo>
                    <a:pt x="3678855" y="998978"/>
                  </a:lnTo>
                  <a:lnTo>
                    <a:pt x="3678964" y="998978"/>
                  </a:lnTo>
                  <a:lnTo>
                    <a:pt x="3679072" y="998978"/>
                  </a:lnTo>
                  <a:lnTo>
                    <a:pt x="3679181" y="998978"/>
                  </a:lnTo>
                  <a:lnTo>
                    <a:pt x="3679289" y="998978"/>
                  </a:lnTo>
                  <a:lnTo>
                    <a:pt x="3679289" y="998355"/>
                  </a:lnTo>
                  <a:lnTo>
                    <a:pt x="3679289" y="997731"/>
                  </a:lnTo>
                  <a:lnTo>
                    <a:pt x="3679398" y="997731"/>
                  </a:lnTo>
                  <a:lnTo>
                    <a:pt x="3679506" y="997731"/>
                  </a:lnTo>
                  <a:lnTo>
                    <a:pt x="3679614" y="997731"/>
                  </a:lnTo>
                  <a:lnTo>
                    <a:pt x="3679723" y="997731"/>
                  </a:lnTo>
                  <a:lnTo>
                    <a:pt x="3679831" y="997731"/>
                  </a:lnTo>
                  <a:lnTo>
                    <a:pt x="3679940" y="997731"/>
                  </a:lnTo>
                  <a:lnTo>
                    <a:pt x="3680048" y="997731"/>
                  </a:lnTo>
                  <a:lnTo>
                    <a:pt x="3680157" y="997731"/>
                  </a:lnTo>
                  <a:lnTo>
                    <a:pt x="3680265" y="997731"/>
                  </a:lnTo>
                  <a:lnTo>
                    <a:pt x="3680374" y="997731"/>
                  </a:lnTo>
                  <a:lnTo>
                    <a:pt x="3680482" y="997731"/>
                  </a:lnTo>
                  <a:lnTo>
                    <a:pt x="3680591" y="997731"/>
                  </a:lnTo>
                  <a:lnTo>
                    <a:pt x="3680699" y="997731"/>
                  </a:lnTo>
                  <a:lnTo>
                    <a:pt x="3680807" y="997731"/>
                  </a:lnTo>
                  <a:lnTo>
                    <a:pt x="3680916" y="997731"/>
                  </a:lnTo>
                  <a:lnTo>
                    <a:pt x="3681024" y="997731"/>
                  </a:lnTo>
                  <a:lnTo>
                    <a:pt x="3681133" y="997731"/>
                  </a:lnTo>
                  <a:lnTo>
                    <a:pt x="3681241" y="997731"/>
                  </a:lnTo>
                  <a:lnTo>
                    <a:pt x="3681350" y="997731"/>
                  </a:lnTo>
                  <a:lnTo>
                    <a:pt x="3681458" y="997731"/>
                  </a:lnTo>
                  <a:lnTo>
                    <a:pt x="3681567" y="997731"/>
                  </a:lnTo>
                  <a:lnTo>
                    <a:pt x="3681675" y="997731"/>
                  </a:lnTo>
                  <a:lnTo>
                    <a:pt x="3681783" y="997731"/>
                  </a:lnTo>
                  <a:lnTo>
                    <a:pt x="3681892" y="997731"/>
                  </a:lnTo>
                  <a:lnTo>
                    <a:pt x="3682000" y="997731"/>
                  </a:lnTo>
                  <a:lnTo>
                    <a:pt x="3682109" y="997731"/>
                  </a:lnTo>
                  <a:lnTo>
                    <a:pt x="3682217" y="997731"/>
                  </a:lnTo>
                  <a:lnTo>
                    <a:pt x="3682326" y="997731"/>
                  </a:lnTo>
                  <a:lnTo>
                    <a:pt x="3682434" y="997731"/>
                  </a:lnTo>
                  <a:lnTo>
                    <a:pt x="3682543" y="997731"/>
                  </a:lnTo>
                  <a:lnTo>
                    <a:pt x="3682651" y="997731"/>
                  </a:lnTo>
                  <a:lnTo>
                    <a:pt x="3682759" y="997731"/>
                  </a:lnTo>
                  <a:lnTo>
                    <a:pt x="3682868" y="997731"/>
                  </a:lnTo>
                  <a:lnTo>
                    <a:pt x="3682976" y="997731"/>
                  </a:lnTo>
                  <a:lnTo>
                    <a:pt x="3683085" y="997731"/>
                  </a:lnTo>
                  <a:lnTo>
                    <a:pt x="3683193" y="997731"/>
                  </a:lnTo>
                  <a:lnTo>
                    <a:pt x="3683302" y="997731"/>
                  </a:lnTo>
                  <a:lnTo>
                    <a:pt x="3683410" y="997731"/>
                  </a:lnTo>
                  <a:lnTo>
                    <a:pt x="3683519" y="997731"/>
                  </a:lnTo>
                  <a:lnTo>
                    <a:pt x="3683627" y="997731"/>
                  </a:lnTo>
                  <a:lnTo>
                    <a:pt x="3683735" y="997731"/>
                  </a:lnTo>
                  <a:lnTo>
                    <a:pt x="3683844" y="997731"/>
                  </a:lnTo>
                  <a:lnTo>
                    <a:pt x="3683952" y="997731"/>
                  </a:lnTo>
                  <a:lnTo>
                    <a:pt x="3684061" y="997731"/>
                  </a:lnTo>
                  <a:lnTo>
                    <a:pt x="3684169" y="997731"/>
                  </a:lnTo>
                  <a:lnTo>
                    <a:pt x="3684278" y="997731"/>
                  </a:lnTo>
                  <a:lnTo>
                    <a:pt x="3684386" y="997731"/>
                  </a:lnTo>
                  <a:lnTo>
                    <a:pt x="3684495" y="997731"/>
                  </a:lnTo>
                  <a:lnTo>
                    <a:pt x="3684603" y="997731"/>
                  </a:lnTo>
                  <a:lnTo>
                    <a:pt x="3684712" y="997731"/>
                  </a:lnTo>
                  <a:lnTo>
                    <a:pt x="3684712" y="997108"/>
                  </a:lnTo>
                  <a:lnTo>
                    <a:pt x="3684820" y="997108"/>
                  </a:lnTo>
                  <a:lnTo>
                    <a:pt x="3684928" y="997108"/>
                  </a:lnTo>
                  <a:lnTo>
                    <a:pt x="3684928" y="996484"/>
                  </a:lnTo>
                  <a:lnTo>
                    <a:pt x="3685037" y="996484"/>
                  </a:lnTo>
                  <a:lnTo>
                    <a:pt x="3685145" y="996484"/>
                  </a:lnTo>
                  <a:lnTo>
                    <a:pt x="3685254" y="996484"/>
                  </a:lnTo>
                  <a:lnTo>
                    <a:pt x="3685362" y="996484"/>
                  </a:lnTo>
                  <a:lnTo>
                    <a:pt x="3685471" y="996484"/>
                  </a:lnTo>
                  <a:lnTo>
                    <a:pt x="3685579" y="996484"/>
                  </a:lnTo>
                  <a:lnTo>
                    <a:pt x="3685688" y="996484"/>
                  </a:lnTo>
                  <a:lnTo>
                    <a:pt x="3685796" y="996484"/>
                  </a:lnTo>
                  <a:lnTo>
                    <a:pt x="3685904" y="996484"/>
                  </a:lnTo>
                  <a:lnTo>
                    <a:pt x="3685904" y="995860"/>
                  </a:lnTo>
                  <a:lnTo>
                    <a:pt x="3686013" y="995860"/>
                  </a:lnTo>
                  <a:lnTo>
                    <a:pt x="3686121" y="995860"/>
                  </a:lnTo>
                  <a:lnTo>
                    <a:pt x="3686230" y="995860"/>
                  </a:lnTo>
                  <a:lnTo>
                    <a:pt x="3686338" y="995860"/>
                  </a:lnTo>
                  <a:lnTo>
                    <a:pt x="3686447" y="995860"/>
                  </a:lnTo>
                  <a:lnTo>
                    <a:pt x="3686555" y="995860"/>
                  </a:lnTo>
                  <a:lnTo>
                    <a:pt x="3686664" y="995860"/>
                  </a:lnTo>
                  <a:lnTo>
                    <a:pt x="3686772" y="995860"/>
                  </a:lnTo>
                  <a:lnTo>
                    <a:pt x="3686880" y="995860"/>
                  </a:lnTo>
                  <a:lnTo>
                    <a:pt x="3686989" y="995860"/>
                  </a:lnTo>
                  <a:lnTo>
                    <a:pt x="3687097" y="995860"/>
                  </a:lnTo>
                  <a:lnTo>
                    <a:pt x="3687206" y="995860"/>
                  </a:lnTo>
                  <a:lnTo>
                    <a:pt x="3687314" y="995860"/>
                  </a:lnTo>
                  <a:lnTo>
                    <a:pt x="3687423" y="995860"/>
                  </a:lnTo>
                  <a:lnTo>
                    <a:pt x="3687531" y="995860"/>
                  </a:lnTo>
                  <a:lnTo>
                    <a:pt x="3687640" y="995860"/>
                  </a:lnTo>
                  <a:lnTo>
                    <a:pt x="3687748" y="995860"/>
                  </a:lnTo>
                  <a:lnTo>
                    <a:pt x="3687856" y="995860"/>
                  </a:lnTo>
                  <a:lnTo>
                    <a:pt x="3687965" y="995860"/>
                  </a:lnTo>
                  <a:lnTo>
                    <a:pt x="3688073" y="995860"/>
                  </a:lnTo>
                  <a:lnTo>
                    <a:pt x="3688182" y="995860"/>
                  </a:lnTo>
                  <a:lnTo>
                    <a:pt x="3688290" y="995860"/>
                  </a:lnTo>
                  <a:lnTo>
                    <a:pt x="3688399" y="995860"/>
                  </a:lnTo>
                  <a:lnTo>
                    <a:pt x="3688399" y="995237"/>
                  </a:lnTo>
                  <a:lnTo>
                    <a:pt x="3688507" y="995237"/>
                  </a:lnTo>
                  <a:lnTo>
                    <a:pt x="3688616" y="995237"/>
                  </a:lnTo>
                  <a:lnTo>
                    <a:pt x="3688724" y="995237"/>
                  </a:lnTo>
                  <a:lnTo>
                    <a:pt x="3688833" y="995237"/>
                  </a:lnTo>
                  <a:lnTo>
                    <a:pt x="3688941" y="995237"/>
                  </a:lnTo>
                  <a:lnTo>
                    <a:pt x="3689049" y="995237"/>
                  </a:lnTo>
                  <a:lnTo>
                    <a:pt x="3689158" y="995237"/>
                  </a:lnTo>
                  <a:lnTo>
                    <a:pt x="3689266" y="995237"/>
                  </a:lnTo>
                  <a:lnTo>
                    <a:pt x="3689266" y="994613"/>
                  </a:lnTo>
                  <a:lnTo>
                    <a:pt x="3689375" y="994613"/>
                  </a:lnTo>
                  <a:lnTo>
                    <a:pt x="3689483" y="994613"/>
                  </a:lnTo>
                  <a:lnTo>
                    <a:pt x="3689592" y="994613"/>
                  </a:lnTo>
                  <a:lnTo>
                    <a:pt x="3689700" y="994613"/>
                  </a:lnTo>
                  <a:lnTo>
                    <a:pt x="3689809" y="994613"/>
                  </a:lnTo>
                  <a:lnTo>
                    <a:pt x="3689917" y="994613"/>
                  </a:lnTo>
                  <a:lnTo>
                    <a:pt x="3690025" y="994613"/>
                  </a:lnTo>
                  <a:lnTo>
                    <a:pt x="3690134" y="994613"/>
                  </a:lnTo>
                  <a:lnTo>
                    <a:pt x="3690242" y="994613"/>
                  </a:lnTo>
                  <a:lnTo>
                    <a:pt x="3690351" y="994613"/>
                  </a:lnTo>
                  <a:lnTo>
                    <a:pt x="3690459" y="994613"/>
                  </a:lnTo>
                  <a:lnTo>
                    <a:pt x="3690568" y="994613"/>
                  </a:lnTo>
                  <a:lnTo>
                    <a:pt x="3690676" y="994613"/>
                  </a:lnTo>
                  <a:lnTo>
                    <a:pt x="3690785" y="994613"/>
                  </a:lnTo>
                  <a:lnTo>
                    <a:pt x="3690893" y="994613"/>
                  </a:lnTo>
                  <a:lnTo>
                    <a:pt x="3691001" y="994613"/>
                  </a:lnTo>
                  <a:lnTo>
                    <a:pt x="3691001" y="993990"/>
                  </a:lnTo>
                  <a:lnTo>
                    <a:pt x="3691001" y="993366"/>
                  </a:lnTo>
                  <a:lnTo>
                    <a:pt x="3691110" y="993366"/>
                  </a:lnTo>
                  <a:lnTo>
                    <a:pt x="3691218" y="993366"/>
                  </a:lnTo>
                  <a:lnTo>
                    <a:pt x="3691327" y="993366"/>
                  </a:lnTo>
                  <a:lnTo>
                    <a:pt x="3691435" y="993366"/>
                  </a:lnTo>
                  <a:lnTo>
                    <a:pt x="3691544" y="993366"/>
                  </a:lnTo>
                  <a:lnTo>
                    <a:pt x="3691544" y="992743"/>
                  </a:lnTo>
                  <a:lnTo>
                    <a:pt x="3691652" y="992743"/>
                  </a:lnTo>
                  <a:lnTo>
                    <a:pt x="3691652" y="992119"/>
                  </a:lnTo>
                  <a:lnTo>
                    <a:pt x="3691761" y="992119"/>
                  </a:lnTo>
                  <a:lnTo>
                    <a:pt x="3691869" y="992119"/>
                  </a:lnTo>
                  <a:lnTo>
                    <a:pt x="3691869" y="991495"/>
                  </a:lnTo>
                  <a:lnTo>
                    <a:pt x="3691977" y="991495"/>
                  </a:lnTo>
                  <a:lnTo>
                    <a:pt x="3692086" y="991495"/>
                  </a:lnTo>
                  <a:lnTo>
                    <a:pt x="3692086" y="990872"/>
                  </a:lnTo>
                  <a:lnTo>
                    <a:pt x="3692194" y="990872"/>
                  </a:lnTo>
                  <a:lnTo>
                    <a:pt x="3692303" y="990872"/>
                  </a:lnTo>
                  <a:lnTo>
                    <a:pt x="3692411" y="990872"/>
                  </a:lnTo>
                  <a:lnTo>
                    <a:pt x="3692520" y="990872"/>
                  </a:lnTo>
                  <a:lnTo>
                    <a:pt x="3692628" y="990872"/>
                  </a:lnTo>
                  <a:lnTo>
                    <a:pt x="3692737" y="990872"/>
                  </a:lnTo>
                  <a:lnTo>
                    <a:pt x="3692845" y="990872"/>
                  </a:lnTo>
                  <a:lnTo>
                    <a:pt x="3692954" y="990872"/>
                  </a:lnTo>
                  <a:lnTo>
                    <a:pt x="3693062" y="990872"/>
                  </a:lnTo>
                  <a:lnTo>
                    <a:pt x="3693170" y="990872"/>
                  </a:lnTo>
                  <a:lnTo>
                    <a:pt x="3693170" y="990248"/>
                  </a:lnTo>
                  <a:lnTo>
                    <a:pt x="3693279" y="990248"/>
                  </a:lnTo>
                  <a:lnTo>
                    <a:pt x="3693387" y="990248"/>
                  </a:lnTo>
                  <a:lnTo>
                    <a:pt x="3693496" y="990248"/>
                  </a:lnTo>
                  <a:lnTo>
                    <a:pt x="3693604" y="990248"/>
                  </a:lnTo>
                  <a:lnTo>
                    <a:pt x="3693604" y="989625"/>
                  </a:lnTo>
                  <a:lnTo>
                    <a:pt x="3693713" y="989625"/>
                  </a:lnTo>
                  <a:lnTo>
                    <a:pt x="3693821" y="989625"/>
                  </a:lnTo>
                  <a:lnTo>
                    <a:pt x="3693930" y="989625"/>
                  </a:lnTo>
                  <a:lnTo>
                    <a:pt x="3693930" y="989001"/>
                  </a:lnTo>
                  <a:lnTo>
                    <a:pt x="3694038" y="989001"/>
                  </a:lnTo>
                  <a:lnTo>
                    <a:pt x="3694146" y="989001"/>
                  </a:lnTo>
                  <a:lnTo>
                    <a:pt x="3694255" y="989001"/>
                  </a:lnTo>
                  <a:lnTo>
                    <a:pt x="3694363" y="989001"/>
                  </a:lnTo>
                  <a:lnTo>
                    <a:pt x="3694363" y="988377"/>
                  </a:lnTo>
                  <a:lnTo>
                    <a:pt x="3694472" y="988377"/>
                  </a:lnTo>
                  <a:lnTo>
                    <a:pt x="3694580" y="988377"/>
                  </a:lnTo>
                  <a:lnTo>
                    <a:pt x="3694689" y="988377"/>
                  </a:lnTo>
                  <a:lnTo>
                    <a:pt x="3694797" y="988377"/>
                  </a:lnTo>
                  <a:lnTo>
                    <a:pt x="3694906" y="988377"/>
                  </a:lnTo>
                  <a:lnTo>
                    <a:pt x="3695014" y="988377"/>
                  </a:lnTo>
                  <a:lnTo>
                    <a:pt x="3695122" y="988377"/>
                  </a:lnTo>
                  <a:lnTo>
                    <a:pt x="3695231" y="988377"/>
                  </a:lnTo>
                  <a:lnTo>
                    <a:pt x="3695339" y="988377"/>
                  </a:lnTo>
                  <a:lnTo>
                    <a:pt x="3695448" y="988377"/>
                  </a:lnTo>
                  <a:lnTo>
                    <a:pt x="3695556" y="988377"/>
                  </a:lnTo>
                  <a:lnTo>
                    <a:pt x="3695665" y="988377"/>
                  </a:lnTo>
                  <a:lnTo>
                    <a:pt x="3695773" y="988377"/>
                  </a:lnTo>
                  <a:lnTo>
                    <a:pt x="3695773" y="987754"/>
                  </a:lnTo>
                  <a:lnTo>
                    <a:pt x="3695882" y="987754"/>
                  </a:lnTo>
                  <a:lnTo>
                    <a:pt x="3695990" y="987754"/>
                  </a:lnTo>
                  <a:lnTo>
                    <a:pt x="3696098" y="987754"/>
                  </a:lnTo>
                  <a:lnTo>
                    <a:pt x="3696207" y="987754"/>
                  </a:lnTo>
                  <a:lnTo>
                    <a:pt x="3696315" y="987754"/>
                  </a:lnTo>
                  <a:lnTo>
                    <a:pt x="3696424" y="987754"/>
                  </a:lnTo>
                  <a:lnTo>
                    <a:pt x="3696424" y="987130"/>
                  </a:lnTo>
                  <a:lnTo>
                    <a:pt x="3696532" y="987130"/>
                  </a:lnTo>
                  <a:lnTo>
                    <a:pt x="3696641" y="987130"/>
                  </a:lnTo>
                  <a:lnTo>
                    <a:pt x="3696749" y="987130"/>
                  </a:lnTo>
                  <a:lnTo>
                    <a:pt x="3696858" y="987130"/>
                  </a:lnTo>
                  <a:lnTo>
                    <a:pt x="3696966" y="987130"/>
                  </a:lnTo>
                  <a:lnTo>
                    <a:pt x="3697074" y="987130"/>
                  </a:lnTo>
                  <a:lnTo>
                    <a:pt x="3697183" y="987130"/>
                  </a:lnTo>
                  <a:lnTo>
                    <a:pt x="3697291" y="987130"/>
                  </a:lnTo>
                  <a:lnTo>
                    <a:pt x="3697400" y="987130"/>
                  </a:lnTo>
                  <a:lnTo>
                    <a:pt x="3697400" y="986507"/>
                  </a:lnTo>
                  <a:lnTo>
                    <a:pt x="3697508" y="986507"/>
                  </a:lnTo>
                  <a:lnTo>
                    <a:pt x="3697617" y="986507"/>
                  </a:lnTo>
                  <a:lnTo>
                    <a:pt x="3697725" y="986507"/>
                  </a:lnTo>
                  <a:lnTo>
                    <a:pt x="3697725" y="985883"/>
                  </a:lnTo>
                  <a:lnTo>
                    <a:pt x="3697834" y="985883"/>
                  </a:lnTo>
                  <a:lnTo>
                    <a:pt x="3697942" y="985883"/>
                  </a:lnTo>
                  <a:lnTo>
                    <a:pt x="3698051" y="985883"/>
                  </a:lnTo>
                  <a:lnTo>
                    <a:pt x="3698051" y="985260"/>
                  </a:lnTo>
                  <a:lnTo>
                    <a:pt x="3698159" y="985260"/>
                  </a:lnTo>
                  <a:lnTo>
                    <a:pt x="3698267" y="985260"/>
                  </a:lnTo>
                  <a:lnTo>
                    <a:pt x="3698376" y="985260"/>
                  </a:lnTo>
                  <a:lnTo>
                    <a:pt x="3698484" y="985260"/>
                  </a:lnTo>
                  <a:lnTo>
                    <a:pt x="3698484" y="984636"/>
                  </a:lnTo>
                  <a:lnTo>
                    <a:pt x="3698593" y="984636"/>
                  </a:lnTo>
                  <a:lnTo>
                    <a:pt x="3698701" y="984636"/>
                  </a:lnTo>
                  <a:lnTo>
                    <a:pt x="3698701" y="984012"/>
                  </a:lnTo>
                  <a:lnTo>
                    <a:pt x="3698810" y="984012"/>
                  </a:lnTo>
                  <a:lnTo>
                    <a:pt x="3698918" y="984012"/>
                  </a:lnTo>
                  <a:lnTo>
                    <a:pt x="3698918" y="983389"/>
                  </a:lnTo>
                  <a:lnTo>
                    <a:pt x="3699027" y="983389"/>
                  </a:lnTo>
                  <a:lnTo>
                    <a:pt x="3699135" y="983389"/>
                  </a:lnTo>
                  <a:lnTo>
                    <a:pt x="3699135" y="982765"/>
                  </a:lnTo>
                  <a:lnTo>
                    <a:pt x="3699243" y="982765"/>
                  </a:lnTo>
                  <a:lnTo>
                    <a:pt x="3699352" y="982765"/>
                  </a:lnTo>
                  <a:lnTo>
                    <a:pt x="3699460" y="982765"/>
                  </a:lnTo>
                  <a:lnTo>
                    <a:pt x="3699460" y="982142"/>
                  </a:lnTo>
                  <a:lnTo>
                    <a:pt x="3699569" y="982142"/>
                  </a:lnTo>
                  <a:lnTo>
                    <a:pt x="3699677" y="982142"/>
                  </a:lnTo>
                  <a:lnTo>
                    <a:pt x="3699786" y="982142"/>
                  </a:lnTo>
                  <a:lnTo>
                    <a:pt x="3699894" y="982142"/>
                  </a:lnTo>
                  <a:lnTo>
                    <a:pt x="3700003" y="982142"/>
                  </a:lnTo>
                  <a:lnTo>
                    <a:pt x="3700111" y="982142"/>
                  </a:lnTo>
                  <a:lnTo>
                    <a:pt x="3700219" y="982142"/>
                  </a:lnTo>
                  <a:lnTo>
                    <a:pt x="3700328" y="982142"/>
                  </a:lnTo>
                  <a:lnTo>
                    <a:pt x="3700436" y="982142"/>
                  </a:lnTo>
                  <a:lnTo>
                    <a:pt x="3700545" y="982142"/>
                  </a:lnTo>
                  <a:lnTo>
                    <a:pt x="3700653" y="982142"/>
                  </a:lnTo>
                  <a:lnTo>
                    <a:pt x="3700762" y="982142"/>
                  </a:lnTo>
                  <a:lnTo>
                    <a:pt x="3700870" y="982142"/>
                  </a:lnTo>
                  <a:lnTo>
                    <a:pt x="3700979" y="982142"/>
                  </a:lnTo>
                  <a:lnTo>
                    <a:pt x="3701087" y="982142"/>
                  </a:lnTo>
                  <a:lnTo>
                    <a:pt x="3701195" y="982142"/>
                  </a:lnTo>
                  <a:lnTo>
                    <a:pt x="3701195" y="981518"/>
                  </a:lnTo>
                  <a:lnTo>
                    <a:pt x="3701304" y="981518"/>
                  </a:lnTo>
                  <a:lnTo>
                    <a:pt x="3701412" y="981518"/>
                  </a:lnTo>
                  <a:lnTo>
                    <a:pt x="3701521" y="981518"/>
                  </a:lnTo>
                  <a:lnTo>
                    <a:pt x="3701629" y="981518"/>
                  </a:lnTo>
                  <a:lnTo>
                    <a:pt x="3701738" y="981518"/>
                  </a:lnTo>
                  <a:lnTo>
                    <a:pt x="3701846" y="981518"/>
                  </a:lnTo>
                  <a:lnTo>
                    <a:pt x="3701955" y="981518"/>
                  </a:lnTo>
                  <a:lnTo>
                    <a:pt x="3702063" y="981518"/>
                  </a:lnTo>
                  <a:lnTo>
                    <a:pt x="3702063" y="980894"/>
                  </a:lnTo>
                  <a:lnTo>
                    <a:pt x="3702063" y="980271"/>
                  </a:lnTo>
                  <a:lnTo>
                    <a:pt x="3702172" y="980271"/>
                  </a:lnTo>
                  <a:lnTo>
                    <a:pt x="3702280" y="980271"/>
                  </a:lnTo>
                  <a:lnTo>
                    <a:pt x="3702388" y="980271"/>
                  </a:lnTo>
                  <a:lnTo>
                    <a:pt x="3702497" y="980271"/>
                  </a:lnTo>
                  <a:lnTo>
                    <a:pt x="3702605" y="980271"/>
                  </a:lnTo>
                  <a:lnTo>
                    <a:pt x="3702714" y="980271"/>
                  </a:lnTo>
                  <a:lnTo>
                    <a:pt x="3702822" y="980271"/>
                  </a:lnTo>
                  <a:lnTo>
                    <a:pt x="3702931" y="980271"/>
                  </a:lnTo>
                  <a:lnTo>
                    <a:pt x="3703039" y="980271"/>
                  </a:lnTo>
                  <a:lnTo>
                    <a:pt x="3703148" y="980271"/>
                  </a:lnTo>
                  <a:lnTo>
                    <a:pt x="3703148" y="979647"/>
                  </a:lnTo>
                  <a:lnTo>
                    <a:pt x="3703256" y="979647"/>
                  </a:lnTo>
                  <a:lnTo>
                    <a:pt x="3703364" y="979647"/>
                  </a:lnTo>
                  <a:lnTo>
                    <a:pt x="3703473" y="979647"/>
                  </a:lnTo>
                  <a:lnTo>
                    <a:pt x="3703581" y="979647"/>
                  </a:lnTo>
                  <a:lnTo>
                    <a:pt x="3703690" y="979647"/>
                  </a:lnTo>
                  <a:lnTo>
                    <a:pt x="3703798" y="979647"/>
                  </a:lnTo>
                  <a:lnTo>
                    <a:pt x="3703907" y="979647"/>
                  </a:lnTo>
                  <a:lnTo>
                    <a:pt x="3703907" y="979024"/>
                  </a:lnTo>
                  <a:lnTo>
                    <a:pt x="3704015" y="979024"/>
                  </a:lnTo>
                  <a:lnTo>
                    <a:pt x="3704124" y="979024"/>
                  </a:lnTo>
                  <a:lnTo>
                    <a:pt x="3704232" y="979024"/>
                  </a:lnTo>
                  <a:lnTo>
                    <a:pt x="3704340" y="979024"/>
                  </a:lnTo>
                  <a:lnTo>
                    <a:pt x="3704340" y="978400"/>
                  </a:lnTo>
                  <a:lnTo>
                    <a:pt x="3704449" y="978400"/>
                  </a:lnTo>
                  <a:lnTo>
                    <a:pt x="3704557" y="978400"/>
                  </a:lnTo>
                  <a:lnTo>
                    <a:pt x="3704666" y="978400"/>
                  </a:lnTo>
                  <a:lnTo>
                    <a:pt x="3704774" y="978400"/>
                  </a:lnTo>
                  <a:lnTo>
                    <a:pt x="3704883" y="978400"/>
                  </a:lnTo>
                  <a:lnTo>
                    <a:pt x="3704991" y="978400"/>
                  </a:lnTo>
                  <a:lnTo>
                    <a:pt x="3705100" y="978400"/>
                  </a:lnTo>
                  <a:lnTo>
                    <a:pt x="3705208" y="978400"/>
                  </a:lnTo>
                  <a:lnTo>
                    <a:pt x="3705316" y="978400"/>
                  </a:lnTo>
                  <a:lnTo>
                    <a:pt x="3705316" y="977777"/>
                  </a:lnTo>
                  <a:lnTo>
                    <a:pt x="3705316" y="977153"/>
                  </a:lnTo>
                  <a:lnTo>
                    <a:pt x="3705425" y="977153"/>
                  </a:lnTo>
                  <a:lnTo>
                    <a:pt x="3705533" y="977153"/>
                  </a:lnTo>
                  <a:lnTo>
                    <a:pt x="3705642" y="977153"/>
                  </a:lnTo>
                  <a:lnTo>
                    <a:pt x="3705750" y="977153"/>
                  </a:lnTo>
                  <a:lnTo>
                    <a:pt x="3705859" y="977153"/>
                  </a:lnTo>
                  <a:lnTo>
                    <a:pt x="3705967" y="977153"/>
                  </a:lnTo>
                  <a:lnTo>
                    <a:pt x="3706076" y="977153"/>
                  </a:lnTo>
                  <a:lnTo>
                    <a:pt x="3706184" y="977153"/>
                  </a:lnTo>
                  <a:lnTo>
                    <a:pt x="3706184" y="976529"/>
                  </a:lnTo>
                  <a:lnTo>
                    <a:pt x="3706293" y="976529"/>
                  </a:lnTo>
                  <a:lnTo>
                    <a:pt x="3706401" y="976529"/>
                  </a:lnTo>
                  <a:lnTo>
                    <a:pt x="3706509" y="976529"/>
                  </a:lnTo>
                  <a:lnTo>
                    <a:pt x="3706618" y="976529"/>
                  </a:lnTo>
                  <a:lnTo>
                    <a:pt x="3706726" y="976529"/>
                  </a:lnTo>
                  <a:lnTo>
                    <a:pt x="3706726" y="975906"/>
                  </a:lnTo>
                  <a:lnTo>
                    <a:pt x="3706835" y="975906"/>
                  </a:lnTo>
                  <a:lnTo>
                    <a:pt x="3706835" y="975282"/>
                  </a:lnTo>
                  <a:lnTo>
                    <a:pt x="3706943" y="975282"/>
                  </a:lnTo>
                  <a:lnTo>
                    <a:pt x="3707052" y="975282"/>
                  </a:lnTo>
                  <a:lnTo>
                    <a:pt x="3707160" y="975282"/>
                  </a:lnTo>
                  <a:lnTo>
                    <a:pt x="3707269" y="975282"/>
                  </a:lnTo>
                  <a:lnTo>
                    <a:pt x="3707377" y="975282"/>
                  </a:lnTo>
                  <a:lnTo>
                    <a:pt x="3707485" y="975282"/>
                  </a:lnTo>
                  <a:lnTo>
                    <a:pt x="3707594" y="975282"/>
                  </a:lnTo>
                  <a:lnTo>
                    <a:pt x="3707702" y="975282"/>
                  </a:lnTo>
                  <a:lnTo>
                    <a:pt x="3707811" y="975282"/>
                  </a:lnTo>
                  <a:lnTo>
                    <a:pt x="3707811" y="974659"/>
                  </a:lnTo>
                  <a:lnTo>
                    <a:pt x="3707919" y="974659"/>
                  </a:lnTo>
                  <a:lnTo>
                    <a:pt x="3707919" y="974035"/>
                  </a:lnTo>
                  <a:lnTo>
                    <a:pt x="3708028" y="974035"/>
                  </a:lnTo>
                  <a:lnTo>
                    <a:pt x="3708136" y="974035"/>
                  </a:lnTo>
                  <a:lnTo>
                    <a:pt x="3708245" y="974035"/>
                  </a:lnTo>
                  <a:lnTo>
                    <a:pt x="3708353" y="974035"/>
                  </a:lnTo>
                  <a:lnTo>
                    <a:pt x="3708461" y="974035"/>
                  </a:lnTo>
                  <a:lnTo>
                    <a:pt x="3708570" y="974035"/>
                  </a:lnTo>
                  <a:lnTo>
                    <a:pt x="3708570" y="973412"/>
                  </a:lnTo>
                  <a:lnTo>
                    <a:pt x="3708678" y="973412"/>
                  </a:lnTo>
                  <a:lnTo>
                    <a:pt x="3708787" y="973412"/>
                  </a:lnTo>
                  <a:lnTo>
                    <a:pt x="3708895" y="973412"/>
                  </a:lnTo>
                  <a:lnTo>
                    <a:pt x="3708895" y="972788"/>
                  </a:lnTo>
                  <a:lnTo>
                    <a:pt x="3709004" y="972788"/>
                  </a:lnTo>
                  <a:lnTo>
                    <a:pt x="3709112" y="972788"/>
                  </a:lnTo>
                  <a:lnTo>
                    <a:pt x="3709221" y="972788"/>
                  </a:lnTo>
                  <a:lnTo>
                    <a:pt x="3709329" y="972788"/>
                  </a:lnTo>
                  <a:lnTo>
                    <a:pt x="3709437" y="972788"/>
                  </a:lnTo>
                  <a:lnTo>
                    <a:pt x="3709546" y="972788"/>
                  </a:lnTo>
                  <a:lnTo>
                    <a:pt x="3709546" y="972164"/>
                  </a:lnTo>
                  <a:lnTo>
                    <a:pt x="3709654" y="972164"/>
                  </a:lnTo>
                  <a:lnTo>
                    <a:pt x="3709763" y="972164"/>
                  </a:lnTo>
                  <a:lnTo>
                    <a:pt x="3709871" y="972164"/>
                  </a:lnTo>
                  <a:lnTo>
                    <a:pt x="3709980" y="972164"/>
                  </a:lnTo>
                  <a:lnTo>
                    <a:pt x="3710088" y="972164"/>
                  </a:lnTo>
                  <a:lnTo>
                    <a:pt x="3710088" y="971541"/>
                  </a:lnTo>
                  <a:lnTo>
                    <a:pt x="3710197" y="971541"/>
                  </a:lnTo>
                  <a:lnTo>
                    <a:pt x="3710305" y="971541"/>
                  </a:lnTo>
                  <a:lnTo>
                    <a:pt x="3710414" y="971541"/>
                  </a:lnTo>
                  <a:lnTo>
                    <a:pt x="3710522" y="971541"/>
                  </a:lnTo>
                  <a:lnTo>
                    <a:pt x="3710630" y="971541"/>
                  </a:lnTo>
                  <a:lnTo>
                    <a:pt x="3710739" y="971541"/>
                  </a:lnTo>
                  <a:lnTo>
                    <a:pt x="3710847" y="971541"/>
                  </a:lnTo>
                  <a:lnTo>
                    <a:pt x="3710956" y="971541"/>
                  </a:lnTo>
                  <a:lnTo>
                    <a:pt x="3711064" y="971541"/>
                  </a:lnTo>
                  <a:lnTo>
                    <a:pt x="3711173" y="971541"/>
                  </a:lnTo>
                  <a:lnTo>
                    <a:pt x="3711281" y="971541"/>
                  </a:lnTo>
                  <a:lnTo>
                    <a:pt x="3711281" y="970917"/>
                  </a:lnTo>
                  <a:lnTo>
                    <a:pt x="3711390" y="970917"/>
                  </a:lnTo>
                  <a:lnTo>
                    <a:pt x="3711498" y="970917"/>
                  </a:lnTo>
                  <a:lnTo>
                    <a:pt x="3711606" y="970917"/>
                  </a:lnTo>
                  <a:lnTo>
                    <a:pt x="3711606" y="970294"/>
                  </a:lnTo>
                  <a:lnTo>
                    <a:pt x="3711715" y="970294"/>
                  </a:lnTo>
                  <a:lnTo>
                    <a:pt x="3711823" y="970294"/>
                  </a:lnTo>
                  <a:lnTo>
                    <a:pt x="3711932" y="970294"/>
                  </a:lnTo>
                  <a:lnTo>
                    <a:pt x="3712040" y="970294"/>
                  </a:lnTo>
                  <a:lnTo>
                    <a:pt x="3712149" y="970294"/>
                  </a:lnTo>
                  <a:lnTo>
                    <a:pt x="3712257" y="970294"/>
                  </a:lnTo>
                  <a:lnTo>
                    <a:pt x="3712366" y="970294"/>
                  </a:lnTo>
                  <a:lnTo>
                    <a:pt x="3712474" y="970294"/>
                  </a:lnTo>
                  <a:lnTo>
                    <a:pt x="3712582" y="970294"/>
                  </a:lnTo>
                  <a:lnTo>
                    <a:pt x="3712582" y="969670"/>
                  </a:lnTo>
                  <a:lnTo>
                    <a:pt x="3712691" y="969670"/>
                  </a:lnTo>
                  <a:lnTo>
                    <a:pt x="3712799" y="969670"/>
                  </a:lnTo>
                  <a:lnTo>
                    <a:pt x="3712908" y="969670"/>
                  </a:lnTo>
                  <a:lnTo>
                    <a:pt x="3713016" y="969670"/>
                  </a:lnTo>
                  <a:lnTo>
                    <a:pt x="3713125" y="969670"/>
                  </a:lnTo>
                  <a:lnTo>
                    <a:pt x="3713233" y="969670"/>
                  </a:lnTo>
                  <a:lnTo>
                    <a:pt x="3713233" y="969046"/>
                  </a:lnTo>
                  <a:lnTo>
                    <a:pt x="3713342" y="969046"/>
                  </a:lnTo>
                  <a:lnTo>
                    <a:pt x="3713450" y="969046"/>
                  </a:lnTo>
                  <a:lnTo>
                    <a:pt x="3713450" y="968423"/>
                  </a:lnTo>
                  <a:lnTo>
                    <a:pt x="3713450" y="967799"/>
                  </a:lnTo>
                  <a:lnTo>
                    <a:pt x="3713450" y="967176"/>
                  </a:lnTo>
                  <a:lnTo>
                    <a:pt x="3713558" y="967176"/>
                  </a:lnTo>
                  <a:lnTo>
                    <a:pt x="3713667" y="967176"/>
                  </a:lnTo>
                  <a:lnTo>
                    <a:pt x="3713775" y="967176"/>
                  </a:lnTo>
                  <a:lnTo>
                    <a:pt x="3713884" y="967176"/>
                  </a:lnTo>
                  <a:lnTo>
                    <a:pt x="3713992" y="967176"/>
                  </a:lnTo>
                  <a:lnTo>
                    <a:pt x="3713992" y="966552"/>
                  </a:lnTo>
                  <a:lnTo>
                    <a:pt x="3713992" y="965929"/>
                  </a:lnTo>
                  <a:lnTo>
                    <a:pt x="3714101" y="965929"/>
                  </a:lnTo>
                  <a:lnTo>
                    <a:pt x="3714101" y="965305"/>
                  </a:lnTo>
                  <a:lnTo>
                    <a:pt x="3714209" y="965305"/>
                  </a:lnTo>
                  <a:lnTo>
                    <a:pt x="3714318" y="965305"/>
                  </a:lnTo>
                  <a:lnTo>
                    <a:pt x="3714426" y="965305"/>
                  </a:lnTo>
                  <a:lnTo>
                    <a:pt x="3714535" y="965305"/>
                  </a:lnTo>
                  <a:lnTo>
                    <a:pt x="3714643" y="965305"/>
                  </a:lnTo>
                  <a:lnTo>
                    <a:pt x="3714751" y="965305"/>
                  </a:lnTo>
                  <a:lnTo>
                    <a:pt x="3714860" y="965305"/>
                  </a:lnTo>
                  <a:lnTo>
                    <a:pt x="3714968" y="965305"/>
                  </a:lnTo>
                  <a:lnTo>
                    <a:pt x="3715077" y="965305"/>
                  </a:lnTo>
                  <a:lnTo>
                    <a:pt x="3715185" y="965305"/>
                  </a:lnTo>
                  <a:lnTo>
                    <a:pt x="3715294" y="965305"/>
                  </a:lnTo>
                  <a:lnTo>
                    <a:pt x="3715402" y="965305"/>
                  </a:lnTo>
                  <a:lnTo>
                    <a:pt x="3715511" y="965305"/>
                  </a:lnTo>
                  <a:lnTo>
                    <a:pt x="3715511" y="964681"/>
                  </a:lnTo>
                  <a:lnTo>
                    <a:pt x="3715511" y="964058"/>
                  </a:lnTo>
                  <a:lnTo>
                    <a:pt x="3715619" y="964058"/>
                  </a:lnTo>
                  <a:lnTo>
                    <a:pt x="3715727" y="964058"/>
                  </a:lnTo>
                  <a:lnTo>
                    <a:pt x="3715836" y="964058"/>
                  </a:lnTo>
                  <a:lnTo>
                    <a:pt x="3715944" y="964058"/>
                  </a:lnTo>
                  <a:lnTo>
                    <a:pt x="3716053" y="964058"/>
                  </a:lnTo>
                  <a:lnTo>
                    <a:pt x="3716161" y="964058"/>
                  </a:lnTo>
                  <a:lnTo>
                    <a:pt x="3716270" y="964058"/>
                  </a:lnTo>
                  <a:lnTo>
                    <a:pt x="3716378" y="964058"/>
                  </a:lnTo>
                  <a:lnTo>
                    <a:pt x="3716487" y="964058"/>
                  </a:lnTo>
                  <a:lnTo>
                    <a:pt x="3716595" y="964058"/>
                  </a:lnTo>
                  <a:lnTo>
                    <a:pt x="3716703" y="964058"/>
                  </a:lnTo>
                  <a:lnTo>
                    <a:pt x="3716812" y="964058"/>
                  </a:lnTo>
                  <a:lnTo>
                    <a:pt x="3716920" y="964058"/>
                  </a:lnTo>
                  <a:lnTo>
                    <a:pt x="3716920" y="963434"/>
                  </a:lnTo>
                  <a:lnTo>
                    <a:pt x="3717029" y="963434"/>
                  </a:lnTo>
                  <a:lnTo>
                    <a:pt x="3717137" y="963434"/>
                  </a:lnTo>
                  <a:lnTo>
                    <a:pt x="3717137" y="962811"/>
                  </a:lnTo>
                  <a:lnTo>
                    <a:pt x="3717137" y="962187"/>
                  </a:lnTo>
                  <a:lnTo>
                    <a:pt x="3717246" y="962187"/>
                  </a:lnTo>
                  <a:lnTo>
                    <a:pt x="3717354" y="962187"/>
                  </a:lnTo>
                  <a:lnTo>
                    <a:pt x="3717463" y="962187"/>
                  </a:lnTo>
                  <a:lnTo>
                    <a:pt x="3717571" y="962187"/>
                  </a:lnTo>
                  <a:lnTo>
                    <a:pt x="3717571" y="961563"/>
                  </a:lnTo>
                  <a:lnTo>
                    <a:pt x="3717679" y="961563"/>
                  </a:lnTo>
                  <a:lnTo>
                    <a:pt x="3717788" y="961563"/>
                  </a:lnTo>
                  <a:lnTo>
                    <a:pt x="3717896" y="961563"/>
                  </a:lnTo>
                  <a:lnTo>
                    <a:pt x="3718005" y="961563"/>
                  </a:lnTo>
                  <a:lnTo>
                    <a:pt x="3718005" y="960940"/>
                  </a:lnTo>
                  <a:lnTo>
                    <a:pt x="3718113" y="960940"/>
                  </a:lnTo>
                  <a:lnTo>
                    <a:pt x="3718222" y="960940"/>
                  </a:lnTo>
                  <a:lnTo>
                    <a:pt x="3718330" y="960940"/>
                  </a:lnTo>
                  <a:lnTo>
                    <a:pt x="3718439" y="960940"/>
                  </a:lnTo>
                  <a:lnTo>
                    <a:pt x="3718547" y="960940"/>
                  </a:lnTo>
                  <a:lnTo>
                    <a:pt x="3718655" y="960940"/>
                  </a:lnTo>
                  <a:lnTo>
                    <a:pt x="3718764" y="960940"/>
                  </a:lnTo>
                  <a:lnTo>
                    <a:pt x="3718872" y="960940"/>
                  </a:lnTo>
                  <a:lnTo>
                    <a:pt x="3718981" y="960940"/>
                  </a:lnTo>
                  <a:lnTo>
                    <a:pt x="3719089" y="960940"/>
                  </a:lnTo>
                  <a:lnTo>
                    <a:pt x="3719198" y="960940"/>
                  </a:lnTo>
                  <a:lnTo>
                    <a:pt x="3719306" y="960940"/>
                  </a:lnTo>
                  <a:lnTo>
                    <a:pt x="3719415" y="960940"/>
                  </a:lnTo>
                  <a:lnTo>
                    <a:pt x="3719523" y="960940"/>
                  </a:lnTo>
                  <a:lnTo>
                    <a:pt x="3719523" y="960316"/>
                  </a:lnTo>
                  <a:lnTo>
                    <a:pt x="3719632" y="960316"/>
                  </a:lnTo>
                  <a:lnTo>
                    <a:pt x="3719740" y="960316"/>
                  </a:lnTo>
                  <a:lnTo>
                    <a:pt x="3719848" y="960316"/>
                  </a:lnTo>
                  <a:lnTo>
                    <a:pt x="3719957" y="960316"/>
                  </a:lnTo>
                  <a:lnTo>
                    <a:pt x="3720065" y="960316"/>
                  </a:lnTo>
                  <a:lnTo>
                    <a:pt x="3720174" y="960316"/>
                  </a:lnTo>
                  <a:lnTo>
                    <a:pt x="3720282" y="960316"/>
                  </a:lnTo>
                  <a:lnTo>
                    <a:pt x="3720391" y="960316"/>
                  </a:lnTo>
                  <a:lnTo>
                    <a:pt x="3720499" y="960316"/>
                  </a:lnTo>
                  <a:lnTo>
                    <a:pt x="3720499" y="959693"/>
                  </a:lnTo>
                  <a:lnTo>
                    <a:pt x="3720608" y="959693"/>
                  </a:lnTo>
                  <a:lnTo>
                    <a:pt x="3720716" y="959693"/>
                  </a:lnTo>
                  <a:lnTo>
                    <a:pt x="3720824" y="959693"/>
                  </a:lnTo>
                  <a:lnTo>
                    <a:pt x="3720824" y="959069"/>
                  </a:lnTo>
                  <a:lnTo>
                    <a:pt x="3720933" y="959069"/>
                  </a:lnTo>
                  <a:lnTo>
                    <a:pt x="3721041" y="959069"/>
                  </a:lnTo>
                  <a:lnTo>
                    <a:pt x="3721150" y="959069"/>
                  </a:lnTo>
                  <a:lnTo>
                    <a:pt x="3721150" y="958446"/>
                  </a:lnTo>
                  <a:lnTo>
                    <a:pt x="3721258" y="958446"/>
                  </a:lnTo>
                  <a:lnTo>
                    <a:pt x="3721367" y="958446"/>
                  </a:lnTo>
                  <a:lnTo>
                    <a:pt x="3721475" y="958446"/>
                  </a:lnTo>
                  <a:lnTo>
                    <a:pt x="3721584" y="958446"/>
                  </a:lnTo>
                  <a:lnTo>
                    <a:pt x="3721692" y="958446"/>
                  </a:lnTo>
                  <a:lnTo>
                    <a:pt x="3721800" y="958446"/>
                  </a:lnTo>
                  <a:lnTo>
                    <a:pt x="3721909" y="958446"/>
                  </a:lnTo>
                  <a:lnTo>
                    <a:pt x="3722017" y="958446"/>
                  </a:lnTo>
                  <a:lnTo>
                    <a:pt x="3722017" y="957822"/>
                  </a:lnTo>
                  <a:lnTo>
                    <a:pt x="3722126" y="957822"/>
                  </a:lnTo>
                  <a:lnTo>
                    <a:pt x="3722234" y="957822"/>
                  </a:lnTo>
                  <a:lnTo>
                    <a:pt x="3722343" y="957822"/>
                  </a:lnTo>
                  <a:lnTo>
                    <a:pt x="3722451" y="957822"/>
                  </a:lnTo>
                  <a:lnTo>
                    <a:pt x="3722560" y="957822"/>
                  </a:lnTo>
                  <a:lnTo>
                    <a:pt x="3722668" y="957822"/>
                  </a:lnTo>
                  <a:lnTo>
                    <a:pt x="3722776" y="957822"/>
                  </a:lnTo>
                  <a:lnTo>
                    <a:pt x="3722885" y="957822"/>
                  </a:lnTo>
                  <a:lnTo>
                    <a:pt x="3722993" y="957822"/>
                  </a:lnTo>
                  <a:lnTo>
                    <a:pt x="3723102" y="957822"/>
                  </a:lnTo>
                  <a:lnTo>
                    <a:pt x="3723210" y="957822"/>
                  </a:lnTo>
                  <a:lnTo>
                    <a:pt x="3723319" y="957822"/>
                  </a:lnTo>
                  <a:lnTo>
                    <a:pt x="3723427" y="957822"/>
                  </a:lnTo>
                  <a:lnTo>
                    <a:pt x="3723536" y="957822"/>
                  </a:lnTo>
                  <a:lnTo>
                    <a:pt x="3723644" y="957822"/>
                  </a:lnTo>
                  <a:lnTo>
                    <a:pt x="3723753" y="957822"/>
                  </a:lnTo>
                  <a:lnTo>
                    <a:pt x="3723861" y="957822"/>
                  </a:lnTo>
                  <a:lnTo>
                    <a:pt x="3723969" y="957822"/>
                  </a:lnTo>
                  <a:lnTo>
                    <a:pt x="3724078" y="957822"/>
                  </a:lnTo>
                  <a:lnTo>
                    <a:pt x="3724186" y="957822"/>
                  </a:lnTo>
                  <a:lnTo>
                    <a:pt x="3724295" y="957822"/>
                  </a:lnTo>
                  <a:lnTo>
                    <a:pt x="3724295" y="957198"/>
                  </a:lnTo>
                  <a:lnTo>
                    <a:pt x="3724403" y="957198"/>
                  </a:lnTo>
                  <a:lnTo>
                    <a:pt x="3724512" y="957198"/>
                  </a:lnTo>
                  <a:lnTo>
                    <a:pt x="3724620" y="957198"/>
                  </a:lnTo>
                  <a:lnTo>
                    <a:pt x="3724729" y="957198"/>
                  </a:lnTo>
                  <a:lnTo>
                    <a:pt x="3724837" y="957198"/>
                  </a:lnTo>
                  <a:lnTo>
                    <a:pt x="3724945" y="957198"/>
                  </a:lnTo>
                  <a:lnTo>
                    <a:pt x="3725054" y="957198"/>
                  </a:lnTo>
                  <a:lnTo>
                    <a:pt x="3725162" y="957198"/>
                  </a:lnTo>
                  <a:lnTo>
                    <a:pt x="3725271" y="957198"/>
                  </a:lnTo>
                  <a:lnTo>
                    <a:pt x="3725379" y="957198"/>
                  </a:lnTo>
                  <a:lnTo>
                    <a:pt x="3725488" y="957198"/>
                  </a:lnTo>
                  <a:lnTo>
                    <a:pt x="3725596" y="957198"/>
                  </a:lnTo>
                  <a:lnTo>
                    <a:pt x="3725705" y="957198"/>
                  </a:lnTo>
                  <a:lnTo>
                    <a:pt x="3725705" y="956575"/>
                  </a:lnTo>
                  <a:lnTo>
                    <a:pt x="3725813" y="956575"/>
                  </a:lnTo>
                  <a:lnTo>
                    <a:pt x="3725921" y="956575"/>
                  </a:lnTo>
                  <a:lnTo>
                    <a:pt x="3725921" y="955951"/>
                  </a:lnTo>
                  <a:lnTo>
                    <a:pt x="3726030" y="955951"/>
                  </a:lnTo>
                  <a:lnTo>
                    <a:pt x="3726030" y="955328"/>
                  </a:lnTo>
                  <a:lnTo>
                    <a:pt x="3726138" y="955328"/>
                  </a:lnTo>
                  <a:lnTo>
                    <a:pt x="3726247" y="955328"/>
                  </a:lnTo>
                  <a:lnTo>
                    <a:pt x="3726355" y="955328"/>
                  </a:lnTo>
                  <a:lnTo>
                    <a:pt x="3726355" y="954704"/>
                  </a:lnTo>
                  <a:lnTo>
                    <a:pt x="3726464" y="954704"/>
                  </a:lnTo>
                  <a:lnTo>
                    <a:pt x="3726464" y="954080"/>
                  </a:lnTo>
                  <a:lnTo>
                    <a:pt x="3726572" y="954080"/>
                  </a:lnTo>
                  <a:lnTo>
                    <a:pt x="3726681" y="954080"/>
                  </a:lnTo>
                  <a:lnTo>
                    <a:pt x="3726789" y="954080"/>
                  </a:lnTo>
                  <a:lnTo>
                    <a:pt x="3726897" y="954080"/>
                  </a:lnTo>
                  <a:lnTo>
                    <a:pt x="3727006" y="954080"/>
                  </a:lnTo>
                  <a:lnTo>
                    <a:pt x="3727114" y="954080"/>
                  </a:lnTo>
                  <a:lnTo>
                    <a:pt x="3727223" y="954080"/>
                  </a:lnTo>
                  <a:lnTo>
                    <a:pt x="3727331" y="954080"/>
                  </a:lnTo>
                  <a:lnTo>
                    <a:pt x="3727440" y="954080"/>
                  </a:lnTo>
                  <a:lnTo>
                    <a:pt x="3727548" y="954080"/>
                  </a:lnTo>
                  <a:lnTo>
                    <a:pt x="3727657" y="954080"/>
                  </a:lnTo>
                  <a:lnTo>
                    <a:pt x="3727765" y="954080"/>
                  </a:lnTo>
                  <a:lnTo>
                    <a:pt x="3727874" y="954080"/>
                  </a:lnTo>
                  <a:lnTo>
                    <a:pt x="3727982" y="954080"/>
                  </a:lnTo>
                  <a:lnTo>
                    <a:pt x="3728090" y="954080"/>
                  </a:lnTo>
                  <a:lnTo>
                    <a:pt x="3728199" y="954080"/>
                  </a:lnTo>
                  <a:lnTo>
                    <a:pt x="3728307" y="954080"/>
                  </a:lnTo>
                  <a:lnTo>
                    <a:pt x="3728416" y="954080"/>
                  </a:lnTo>
                  <a:lnTo>
                    <a:pt x="3728524" y="954080"/>
                  </a:lnTo>
                  <a:lnTo>
                    <a:pt x="3728633" y="954080"/>
                  </a:lnTo>
                  <a:lnTo>
                    <a:pt x="3728741" y="954080"/>
                  </a:lnTo>
                  <a:lnTo>
                    <a:pt x="3728850" y="954080"/>
                  </a:lnTo>
                  <a:lnTo>
                    <a:pt x="3728958" y="954080"/>
                  </a:lnTo>
                  <a:lnTo>
                    <a:pt x="3729066" y="954080"/>
                  </a:lnTo>
                  <a:lnTo>
                    <a:pt x="3729066" y="953457"/>
                  </a:lnTo>
                  <a:lnTo>
                    <a:pt x="3729175" y="953457"/>
                  </a:lnTo>
                  <a:lnTo>
                    <a:pt x="3729283" y="953457"/>
                  </a:lnTo>
                  <a:lnTo>
                    <a:pt x="3729392" y="953457"/>
                  </a:lnTo>
                  <a:lnTo>
                    <a:pt x="3729500" y="953457"/>
                  </a:lnTo>
                  <a:lnTo>
                    <a:pt x="3729609" y="953457"/>
                  </a:lnTo>
                  <a:lnTo>
                    <a:pt x="3729717" y="953457"/>
                  </a:lnTo>
                  <a:lnTo>
                    <a:pt x="3729717" y="952833"/>
                  </a:lnTo>
                  <a:lnTo>
                    <a:pt x="3729826" y="952833"/>
                  </a:lnTo>
                  <a:lnTo>
                    <a:pt x="3729826" y="952210"/>
                  </a:lnTo>
                  <a:lnTo>
                    <a:pt x="3729934" y="952210"/>
                  </a:lnTo>
                  <a:lnTo>
                    <a:pt x="3730042" y="952210"/>
                  </a:lnTo>
                  <a:lnTo>
                    <a:pt x="3730151" y="952210"/>
                  </a:lnTo>
                  <a:lnTo>
                    <a:pt x="3730259" y="952210"/>
                  </a:lnTo>
                  <a:lnTo>
                    <a:pt x="3730368" y="952210"/>
                  </a:lnTo>
                  <a:lnTo>
                    <a:pt x="3730476" y="952210"/>
                  </a:lnTo>
                  <a:lnTo>
                    <a:pt x="3730585" y="952210"/>
                  </a:lnTo>
                  <a:lnTo>
                    <a:pt x="3730585" y="951586"/>
                  </a:lnTo>
                  <a:lnTo>
                    <a:pt x="3730693" y="951586"/>
                  </a:lnTo>
                  <a:lnTo>
                    <a:pt x="3730802" y="951586"/>
                  </a:lnTo>
                  <a:lnTo>
                    <a:pt x="3730910" y="951586"/>
                  </a:lnTo>
                  <a:lnTo>
                    <a:pt x="3731018" y="951586"/>
                  </a:lnTo>
                  <a:lnTo>
                    <a:pt x="3731127" y="951586"/>
                  </a:lnTo>
                  <a:lnTo>
                    <a:pt x="3731235" y="951586"/>
                  </a:lnTo>
                  <a:lnTo>
                    <a:pt x="3731344" y="951586"/>
                  </a:lnTo>
                  <a:lnTo>
                    <a:pt x="3731452" y="951586"/>
                  </a:lnTo>
                  <a:lnTo>
                    <a:pt x="3731561" y="951586"/>
                  </a:lnTo>
                  <a:lnTo>
                    <a:pt x="3731669" y="951586"/>
                  </a:lnTo>
                  <a:lnTo>
                    <a:pt x="3731778" y="951586"/>
                  </a:lnTo>
                  <a:lnTo>
                    <a:pt x="3731886" y="951586"/>
                  </a:lnTo>
                  <a:lnTo>
                    <a:pt x="3731995" y="951586"/>
                  </a:lnTo>
                  <a:lnTo>
                    <a:pt x="3732103" y="951586"/>
                  </a:lnTo>
                  <a:lnTo>
                    <a:pt x="3732211" y="951586"/>
                  </a:lnTo>
                  <a:lnTo>
                    <a:pt x="3732320" y="951586"/>
                  </a:lnTo>
                  <a:lnTo>
                    <a:pt x="3732428" y="951586"/>
                  </a:lnTo>
                  <a:lnTo>
                    <a:pt x="3732537" y="951586"/>
                  </a:lnTo>
                  <a:lnTo>
                    <a:pt x="3732645" y="951586"/>
                  </a:lnTo>
                  <a:lnTo>
                    <a:pt x="3732754" y="951586"/>
                  </a:lnTo>
                  <a:lnTo>
                    <a:pt x="3732862" y="951586"/>
                  </a:lnTo>
                  <a:lnTo>
                    <a:pt x="3732971" y="951586"/>
                  </a:lnTo>
                  <a:lnTo>
                    <a:pt x="3733079" y="951586"/>
                  </a:lnTo>
                  <a:lnTo>
                    <a:pt x="3733079" y="950963"/>
                  </a:lnTo>
                  <a:lnTo>
                    <a:pt x="3733187" y="950963"/>
                  </a:lnTo>
                  <a:lnTo>
                    <a:pt x="3733296" y="950963"/>
                  </a:lnTo>
                  <a:lnTo>
                    <a:pt x="3733404" y="950963"/>
                  </a:lnTo>
                  <a:lnTo>
                    <a:pt x="3733513" y="950963"/>
                  </a:lnTo>
                  <a:lnTo>
                    <a:pt x="3733621" y="950963"/>
                  </a:lnTo>
                  <a:lnTo>
                    <a:pt x="3733730" y="950963"/>
                  </a:lnTo>
                  <a:lnTo>
                    <a:pt x="3733838" y="950963"/>
                  </a:lnTo>
                  <a:lnTo>
                    <a:pt x="3733947" y="950963"/>
                  </a:lnTo>
                  <a:lnTo>
                    <a:pt x="3734055" y="950963"/>
                  </a:lnTo>
                  <a:lnTo>
                    <a:pt x="3734163" y="950963"/>
                  </a:lnTo>
                  <a:lnTo>
                    <a:pt x="3734272" y="950963"/>
                  </a:lnTo>
                  <a:lnTo>
                    <a:pt x="3734380" y="950963"/>
                  </a:lnTo>
                  <a:lnTo>
                    <a:pt x="3734380" y="950339"/>
                  </a:lnTo>
                  <a:lnTo>
                    <a:pt x="3734489" y="950339"/>
                  </a:lnTo>
                  <a:lnTo>
                    <a:pt x="3734597" y="950339"/>
                  </a:lnTo>
                  <a:lnTo>
                    <a:pt x="3734597" y="949715"/>
                  </a:lnTo>
                  <a:lnTo>
                    <a:pt x="3734706" y="949715"/>
                  </a:lnTo>
                  <a:lnTo>
                    <a:pt x="3734814" y="949715"/>
                  </a:lnTo>
                  <a:lnTo>
                    <a:pt x="3734923" y="949715"/>
                  </a:lnTo>
                  <a:lnTo>
                    <a:pt x="3734923" y="949092"/>
                  </a:lnTo>
                  <a:lnTo>
                    <a:pt x="3735031" y="949092"/>
                  </a:lnTo>
                  <a:lnTo>
                    <a:pt x="3735139" y="949092"/>
                  </a:lnTo>
                  <a:lnTo>
                    <a:pt x="3735248" y="949092"/>
                  </a:lnTo>
                  <a:lnTo>
                    <a:pt x="3735356" y="949092"/>
                  </a:lnTo>
                  <a:lnTo>
                    <a:pt x="3735356" y="948468"/>
                  </a:lnTo>
                  <a:lnTo>
                    <a:pt x="3735356" y="947845"/>
                  </a:lnTo>
                  <a:lnTo>
                    <a:pt x="3735465" y="947845"/>
                  </a:lnTo>
                  <a:lnTo>
                    <a:pt x="3735573" y="947845"/>
                  </a:lnTo>
                  <a:lnTo>
                    <a:pt x="3735682" y="947845"/>
                  </a:lnTo>
                  <a:lnTo>
                    <a:pt x="3735790" y="947845"/>
                  </a:lnTo>
                  <a:lnTo>
                    <a:pt x="3735899" y="947845"/>
                  </a:lnTo>
                  <a:lnTo>
                    <a:pt x="3736007" y="947845"/>
                  </a:lnTo>
                  <a:lnTo>
                    <a:pt x="3736116" y="947845"/>
                  </a:lnTo>
                  <a:lnTo>
                    <a:pt x="3736116" y="947221"/>
                  </a:lnTo>
                  <a:lnTo>
                    <a:pt x="3736224" y="947221"/>
                  </a:lnTo>
                  <a:lnTo>
                    <a:pt x="3736332" y="947221"/>
                  </a:lnTo>
                  <a:lnTo>
                    <a:pt x="3736441" y="947221"/>
                  </a:lnTo>
                  <a:lnTo>
                    <a:pt x="3736549" y="947221"/>
                  </a:lnTo>
                  <a:lnTo>
                    <a:pt x="3736658" y="947221"/>
                  </a:lnTo>
                  <a:lnTo>
                    <a:pt x="3736766" y="947221"/>
                  </a:lnTo>
                  <a:lnTo>
                    <a:pt x="3736875" y="947221"/>
                  </a:lnTo>
                  <a:lnTo>
                    <a:pt x="3736983" y="947221"/>
                  </a:lnTo>
                  <a:lnTo>
                    <a:pt x="3737092" y="947221"/>
                  </a:lnTo>
                  <a:lnTo>
                    <a:pt x="3737200" y="947221"/>
                  </a:lnTo>
                  <a:lnTo>
                    <a:pt x="3737200" y="946597"/>
                  </a:lnTo>
                  <a:lnTo>
                    <a:pt x="3737308" y="946597"/>
                  </a:lnTo>
                  <a:lnTo>
                    <a:pt x="3737308" y="945974"/>
                  </a:lnTo>
                  <a:lnTo>
                    <a:pt x="3737417" y="945974"/>
                  </a:lnTo>
                  <a:lnTo>
                    <a:pt x="3737525" y="945974"/>
                  </a:lnTo>
                  <a:lnTo>
                    <a:pt x="3737634" y="945974"/>
                  </a:lnTo>
                  <a:lnTo>
                    <a:pt x="3737742" y="945974"/>
                  </a:lnTo>
                  <a:lnTo>
                    <a:pt x="3737851" y="945974"/>
                  </a:lnTo>
                  <a:lnTo>
                    <a:pt x="3737959" y="945974"/>
                  </a:lnTo>
                  <a:lnTo>
                    <a:pt x="3738068" y="945974"/>
                  </a:lnTo>
                  <a:lnTo>
                    <a:pt x="3738176" y="945974"/>
                  </a:lnTo>
                  <a:lnTo>
                    <a:pt x="3738176" y="945350"/>
                  </a:lnTo>
                  <a:lnTo>
                    <a:pt x="3738284" y="945350"/>
                  </a:lnTo>
                  <a:lnTo>
                    <a:pt x="3738393" y="945350"/>
                  </a:lnTo>
                  <a:lnTo>
                    <a:pt x="3738501" y="945350"/>
                  </a:lnTo>
                  <a:lnTo>
                    <a:pt x="3738610" y="945350"/>
                  </a:lnTo>
                  <a:lnTo>
                    <a:pt x="3738718" y="945350"/>
                  </a:lnTo>
                  <a:lnTo>
                    <a:pt x="3738827" y="945350"/>
                  </a:lnTo>
                  <a:lnTo>
                    <a:pt x="3738935" y="945350"/>
                  </a:lnTo>
                  <a:lnTo>
                    <a:pt x="3738935" y="944727"/>
                  </a:lnTo>
                  <a:lnTo>
                    <a:pt x="3739044" y="944727"/>
                  </a:lnTo>
                  <a:lnTo>
                    <a:pt x="3739152" y="944727"/>
                  </a:lnTo>
                  <a:lnTo>
                    <a:pt x="3739260" y="944727"/>
                  </a:lnTo>
                  <a:lnTo>
                    <a:pt x="3739260" y="944103"/>
                  </a:lnTo>
                  <a:lnTo>
                    <a:pt x="3739369" y="944103"/>
                  </a:lnTo>
                  <a:lnTo>
                    <a:pt x="3739369" y="943480"/>
                  </a:lnTo>
                  <a:lnTo>
                    <a:pt x="3739477" y="943480"/>
                  </a:lnTo>
                  <a:lnTo>
                    <a:pt x="3739586" y="943480"/>
                  </a:lnTo>
                  <a:lnTo>
                    <a:pt x="3739586" y="942856"/>
                  </a:lnTo>
                  <a:lnTo>
                    <a:pt x="3739694" y="942856"/>
                  </a:lnTo>
                  <a:lnTo>
                    <a:pt x="3739803" y="942856"/>
                  </a:lnTo>
                  <a:lnTo>
                    <a:pt x="3739911" y="942856"/>
                  </a:lnTo>
                  <a:lnTo>
                    <a:pt x="3739911" y="942232"/>
                  </a:lnTo>
                  <a:lnTo>
                    <a:pt x="3739911" y="941609"/>
                  </a:lnTo>
                  <a:lnTo>
                    <a:pt x="3740020" y="941609"/>
                  </a:lnTo>
                  <a:lnTo>
                    <a:pt x="3740128" y="941609"/>
                  </a:lnTo>
                  <a:lnTo>
                    <a:pt x="3740237" y="941609"/>
                  </a:lnTo>
                  <a:lnTo>
                    <a:pt x="3740345" y="941609"/>
                  </a:lnTo>
                  <a:lnTo>
                    <a:pt x="3740453" y="941609"/>
                  </a:lnTo>
                  <a:lnTo>
                    <a:pt x="3740562" y="941609"/>
                  </a:lnTo>
                  <a:lnTo>
                    <a:pt x="3740670" y="941609"/>
                  </a:lnTo>
                  <a:lnTo>
                    <a:pt x="3740779" y="941609"/>
                  </a:lnTo>
                  <a:lnTo>
                    <a:pt x="3740779" y="940985"/>
                  </a:lnTo>
                  <a:lnTo>
                    <a:pt x="3740887" y="940985"/>
                  </a:lnTo>
                  <a:lnTo>
                    <a:pt x="3740996" y="940985"/>
                  </a:lnTo>
                  <a:lnTo>
                    <a:pt x="3741104" y="940985"/>
                  </a:lnTo>
                  <a:lnTo>
                    <a:pt x="3741104" y="940362"/>
                  </a:lnTo>
                  <a:lnTo>
                    <a:pt x="3741213" y="940362"/>
                  </a:lnTo>
                  <a:lnTo>
                    <a:pt x="3741321" y="940362"/>
                  </a:lnTo>
                  <a:lnTo>
                    <a:pt x="3741429" y="940362"/>
                  </a:lnTo>
                  <a:lnTo>
                    <a:pt x="3741538" y="940362"/>
                  </a:lnTo>
                  <a:lnTo>
                    <a:pt x="3741538" y="939738"/>
                  </a:lnTo>
                  <a:lnTo>
                    <a:pt x="3741538" y="939114"/>
                  </a:lnTo>
                  <a:lnTo>
                    <a:pt x="3741646" y="939114"/>
                  </a:lnTo>
                  <a:lnTo>
                    <a:pt x="3741755" y="939114"/>
                  </a:lnTo>
                  <a:lnTo>
                    <a:pt x="3741755" y="938491"/>
                  </a:lnTo>
                  <a:lnTo>
                    <a:pt x="3741863" y="938491"/>
                  </a:lnTo>
                  <a:lnTo>
                    <a:pt x="3741972" y="938491"/>
                  </a:lnTo>
                  <a:lnTo>
                    <a:pt x="3741972" y="937867"/>
                  </a:lnTo>
                  <a:lnTo>
                    <a:pt x="3742080" y="937867"/>
                  </a:lnTo>
                  <a:lnTo>
                    <a:pt x="3742080" y="937244"/>
                  </a:lnTo>
                  <a:lnTo>
                    <a:pt x="3742189" y="937244"/>
                  </a:lnTo>
                  <a:lnTo>
                    <a:pt x="3742297" y="937244"/>
                  </a:lnTo>
                  <a:lnTo>
                    <a:pt x="3742405" y="937244"/>
                  </a:lnTo>
                  <a:lnTo>
                    <a:pt x="3742405" y="936620"/>
                  </a:lnTo>
                  <a:lnTo>
                    <a:pt x="3742514" y="936620"/>
                  </a:lnTo>
                  <a:lnTo>
                    <a:pt x="3742622" y="936620"/>
                  </a:lnTo>
                  <a:lnTo>
                    <a:pt x="3742731" y="936620"/>
                  </a:lnTo>
                  <a:lnTo>
                    <a:pt x="3742839" y="936620"/>
                  </a:lnTo>
                  <a:lnTo>
                    <a:pt x="3742948" y="936620"/>
                  </a:lnTo>
                  <a:lnTo>
                    <a:pt x="3743056" y="936620"/>
                  </a:lnTo>
                  <a:lnTo>
                    <a:pt x="3743056" y="935997"/>
                  </a:lnTo>
                  <a:lnTo>
                    <a:pt x="3743165" y="935997"/>
                  </a:lnTo>
                  <a:lnTo>
                    <a:pt x="3743273" y="935997"/>
                  </a:lnTo>
                  <a:lnTo>
                    <a:pt x="3743381" y="935997"/>
                  </a:lnTo>
                  <a:lnTo>
                    <a:pt x="3743490" y="935997"/>
                  </a:lnTo>
                  <a:lnTo>
                    <a:pt x="3743598" y="935997"/>
                  </a:lnTo>
                  <a:lnTo>
                    <a:pt x="3743707" y="935997"/>
                  </a:lnTo>
                  <a:lnTo>
                    <a:pt x="3743815" y="935997"/>
                  </a:lnTo>
                  <a:lnTo>
                    <a:pt x="3743924" y="935997"/>
                  </a:lnTo>
                  <a:lnTo>
                    <a:pt x="3744032" y="935997"/>
                  </a:lnTo>
                  <a:lnTo>
                    <a:pt x="3744141" y="935997"/>
                  </a:lnTo>
                  <a:lnTo>
                    <a:pt x="3744249" y="935997"/>
                  </a:lnTo>
                  <a:lnTo>
                    <a:pt x="3744249" y="935373"/>
                  </a:lnTo>
                  <a:lnTo>
                    <a:pt x="3744357" y="935373"/>
                  </a:lnTo>
                  <a:lnTo>
                    <a:pt x="3744466" y="935373"/>
                  </a:lnTo>
                  <a:lnTo>
                    <a:pt x="3744466" y="934749"/>
                  </a:lnTo>
                  <a:lnTo>
                    <a:pt x="3744574" y="934749"/>
                  </a:lnTo>
                  <a:lnTo>
                    <a:pt x="3744683" y="934749"/>
                  </a:lnTo>
                  <a:lnTo>
                    <a:pt x="3744791" y="934749"/>
                  </a:lnTo>
                  <a:lnTo>
                    <a:pt x="3744900" y="934749"/>
                  </a:lnTo>
                  <a:lnTo>
                    <a:pt x="3745008" y="934749"/>
                  </a:lnTo>
                  <a:lnTo>
                    <a:pt x="3745117" y="934749"/>
                  </a:lnTo>
                  <a:lnTo>
                    <a:pt x="3745225" y="934749"/>
                  </a:lnTo>
                  <a:lnTo>
                    <a:pt x="3745334" y="934749"/>
                  </a:lnTo>
                  <a:lnTo>
                    <a:pt x="3745442" y="934749"/>
                  </a:lnTo>
                  <a:lnTo>
                    <a:pt x="3745550" y="934749"/>
                  </a:lnTo>
                  <a:lnTo>
                    <a:pt x="3745550" y="934126"/>
                  </a:lnTo>
                  <a:lnTo>
                    <a:pt x="3745659" y="934126"/>
                  </a:lnTo>
                  <a:lnTo>
                    <a:pt x="3745767" y="934126"/>
                  </a:lnTo>
                  <a:lnTo>
                    <a:pt x="3745876" y="934126"/>
                  </a:lnTo>
                  <a:lnTo>
                    <a:pt x="3745984" y="934126"/>
                  </a:lnTo>
                  <a:lnTo>
                    <a:pt x="3746093" y="934126"/>
                  </a:lnTo>
                  <a:lnTo>
                    <a:pt x="3746201" y="934126"/>
                  </a:lnTo>
                  <a:lnTo>
                    <a:pt x="3746310" y="934126"/>
                  </a:lnTo>
                  <a:lnTo>
                    <a:pt x="3746418" y="934126"/>
                  </a:lnTo>
                  <a:lnTo>
                    <a:pt x="3746526" y="934126"/>
                  </a:lnTo>
                  <a:lnTo>
                    <a:pt x="3746635" y="934126"/>
                  </a:lnTo>
                  <a:lnTo>
                    <a:pt x="3746743" y="934126"/>
                  </a:lnTo>
                  <a:lnTo>
                    <a:pt x="3746852" y="934126"/>
                  </a:lnTo>
                  <a:lnTo>
                    <a:pt x="3746960" y="934126"/>
                  </a:lnTo>
                  <a:lnTo>
                    <a:pt x="3747069" y="934126"/>
                  </a:lnTo>
                  <a:lnTo>
                    <a:pt x="3747177" y="934126"/>
                  </a:lnTo>
                  <a:lnTo>
                    <a:pt x="3747286" y="934126"/>
                  </a:lnTo>
                  <a:lnTo>
                    <a:pt x="3747394" y="934126"/>
                  </a:lnTo>
                  <a:lnTo>
                    <a:pt x="3747502" y="934126"/>
                  </a:lnTo>
                  <a:lnTo>
                    <a:pt x="3747611" y="934126"/>
                  </a:lnTo>
                  <a:lnTo>
                    <a:pt x="3747719" y="934126"/>
                  </a:lnTo>
                  <a:lnTo>
                    <a:pt x="3747828" y="934126"/>
                  </a:lnTo>
                  <a:lnTo>
                    <a:pt x="3747936" y="934126"/>
                  </a:lnTo>
                  <a:lnTo>
                    <a:pt x="3748045" y="934126"/>
                  </a:lnTo>
                  <a:lnTo>
                    <a:pt x="3748153" y="934126"/>
                  </a:lnTo>
                  <a:lnTo>
                    <a:pt x="3748262" y="934126"/>
                  </a:lnTo>
                  <a:lnTo>
                    <a:pt x="3748370" y="934126"/>
                  </a:lnTo>
                  <a:lnTo>
                    <a:pt x="3748478" y="934126"/>
                  </a:lnTo>
                  <a:lnTo>
                    <a:pt x="3748587" y="934126"/>
                  </a:lnTo>
                  <a:lnTo>
                    <a:pt x="3748695" y="934126"/>
                  </a:lnTo>
                  <a:lnTo>
                    <a:pt x="3748804" y="934126"/>
                  </a:lnTo>
                  <a:lnTo>
                    <a:pt x="3748912" y="934126"/>
                  </a:lnTo>
                  <a:lnTo>
                    <a:pt x="3749021" y="934126"/>
                  </a:lnTo>
                  <a:lnTo>
                    <a:pt x="3749129" y="934126"/>
                  </a:lnTo>
                  <a:lnTo>
                    <a:pt x="3749238" y="934126"/>
                  </a:lnTo>
                  <a:lnTo>
                    <a:pt x="3749346" y="934126"/>
                  </a:lnTo>
                  <a:lnTo>
                    <a:pt x="3749455" y="934126"/>
                  </a:lnTo>
                  <a:lnTo>
                    <a:pt x="3749563" y="934126"/>
                  </a:lnTo>
                  <a:lnTo>
                    <a:pt x="3749671" y="934126"/>
                  </a:lnTo>
                  <a:lnTo>
                    <a:pt x="3749780" y="934126"/>
                  </a:lnTo>
                  <a:lnTo>
                    <a:pt x="3749888" y="934126"/>
                  </a:lnTo>
                  <a:lnTo>
                    <a:pt x="3749997" y="934126"/>
                  </a:lnTo>
                  <a:lnTo>
                    <a:pt x="3750105" y="934126"/>
                  </a:lnTo>
                  <a:lnTo>
                    <a:pt x="3750214" y="934126"/>
                  </a:lnTo>
                  <a:lnTo>
                    <a:pt x="3750322" y="934126"/>
                  </a:lnTo>
                  <a:lnTo>
                    <a:pt x="3750322" y="933502"/>
                  </a:lnTo>
                  <a:lnTo>
                    <a:pt x="3750431" y="933502"/>
                  </a:lnTo>
                  <a:lnTo>
                    <a:pt x="3750539" y="933502"/>
                  </a:lnTo>
                  <a:lnTo>
                    <a:pt x="3750647" y="933502"/>
                  </a:lnTo>
                  <a:lnTo>
                    <a:pt x="3750756" y="933502"/>
                  </a:lnTo>
                  <a:lnTo>
                    <a:pt x="3750756" y="932879"/>
                  </a:lnTo>
                  <a:lnTo>
                    <a:pt x="3750864" y="932879"/>
                  </a:lnTo>
                  <a:lnTo>
                    <a:pt x="3750973" y="932879"/>
                  </a:lnTo>
                  <a:lnTo>
                    <a:pt x="3751081" y="932879"/>
                  </a:lnTo>
                  <a:lnTo>
                    <a:pt x="3751190" y="932879"/>
                  </a:lnTo>
                  <a:lnTo>
                    <a:pt x="3751298" y="932879"/>
                  </a:lnTo>
                  <a:lnTo>
                    <a:pt x="3751407" y="932879"/>
                  </a:lnTo>
                  <a:lnTo>
                    <a:pt x="3751407" y="932255"/>
                  </a:lnTo>
                  <a:lnTo>
                    <a:pt x="3751515" y="932255"/>
                  </a:lnTo>
                  <a:lnTo>
                    <a:pt x="3751623" y="932255"/>
                  </a:lnTo>
                  <a:lnTo>
                    <a:pt x="3751732" y="932255"/>
                  </a:lnTo>
                  <a:lnTo>
                    <a:pt x="3751840" y="932255"/>
                  </a:lnTo>
                  <a:lnTo>
                    <a:pt x="3751949" y="932255"/>
                  </a:lnTo>
                  <a:lnTo>
                    <a:pt x="3752057" y="932255"/>
                  </a:lnTo>
                  <a:lnTo>
                    <a:pt x="3752166" y="932255"/>
                  </a:lnTo>
                  <a:lnTo>
                    <a:pt x="3752274" y="932255"/>
                  </a:lnTo>
                  <a:lnTo>
                    <a:pt x="3752383" y="932255"/>
                  </a:lnTo>
                  <a:lnTo>
                    <a:pt x="3752491" y="932255"/>
                  </a:lnTo>
                  <a:lnTo>
                    <a:pt x="3752599" y="932255"/>
                  </a:lnTo>
                  <a:lnTo>
                    <a:pt x="3752599" y="931631"/>
                  </a:lnTo>
                  <a:lnTo>
                    <a:pt x="3752708" y="931631"/>
                  </a:lnTo>
                  <a:lnTo>
                    <a:pt x="3752708" y="931008"/>
                  </a:lnTo>
                  <a:lnTo>
                    <a:pt x="3752816" y="931008"/>
                  </a:lnTo>
                  <a:lnTo>
                    <a:pt x="3752925" y="931008"/>
                  </a:lnTo>
                  <a:lnTo>
                    <a:pt x="3753033" y="931008"/>
                  </a:lnTo>
                  <a:lnTo>
                    <a:pt x="3753142" y="931008"/>
                  </a:lnTo>
                  <a:lnTo>
                    <a:pt x="3753250" y="931008"/>
                  </a:lnTo>
                  <a:lnTo>
                    <a:pt x="3753359" y="931008"/>
                  </a:lnTo>
                  <a:lnTo>
                    <a:pt x="3753467" y="931008"/>
                  </a:lnTo>
                  <a:lnTo>
                    <a:pt x="3753576" y="931008"/>
                  </a:lnTo>
                  <a:lnTo>
                    <a:pt x="3753684" y="931008"/>
                  </a:lnTo>
                  <a:lnTo>
                    <a:pt x="3753684" y="930384"/>
                  </a:lnTo>
                  <a:lnTo>
                    <a:pt x="3753792" y="930384"/>
                  </a:lnTo>
                  <a:lnTo>
                    <a:pt x="3753901" y="930384"/>
                  </a:lnTo>
                  <a:lnTo>
                    <a:pt x="3754009" y="930384"/>
                  </a:lnTo>
                  <a:lnTo>
                    <a:pt x="3754118" y="930384"/>
                  </a:lnTo>
                  <a:lnTo>
                    <a:pt x="3754226" y="930384"/>
                  </a:lnTo>
                  <a:lnTo>
                    <a:pt x="3754335" y="930384"/>
                  </a:lnTo>
                  <a:lnTo>
                    <a:pt x="3754335" y="929761"/>
                  </a:lnTo>
                  <a:lnTo>
                    <a:pt x="3754335" y="929137"/>
                  </a:lnTo>
                  <a:lnTo>
                    <a:pt x="3754443" y="929137"/>
                  </a:lnTo>
                  <a:lnTo>
                    <a:pt x="3754552" y="929137"/>
                  </a:lnTo>
                  <a:lnTo>
                    <a:pt x="3754660" y="929137"/>
                  </a:lnTo>
                  <a:lnTo>
                    <a:pt x="3754768" y="929137"/>
                  </a:lnTo>
                  <a:lnTo>
                    <a:pt x="3754877" y="929137"/>
                  </a:lnTo>
                  <a:lnTo>
                    <a:pt x="3754985" y="929137"/>
                  </a:lnTo>
                  <a:lnTo>
                    <a:pt x="3755094" y="929137"/>
                  </a:lnTo>
                  <a:lnTo>
                    <a:pt x="3755202" y="929137"/>
                  </a:lnTo>
                  <a:lnTo>
                    <a:pt x="3755311" y="929137"/>
                  </a:lnTo>
                  <a:lnTo>
                    <a:pt x="3755419" y="929137"/>
                  </a:lnTo>
                  <a:lnTo>
                    <a:pt x="3755528" y="929137"/>
                  </a:lnTo>
                  <a:lnTo>
                    <a:pt x="3755636" y="929137"/>
                  </a:lnTo>
                  <a:lnTo>
                    <a:pt x="3755744" y="929137"/>
                  </a:lnTo>
                  <a:lnTo>
                    <a:pt x="3755853" y="929137"/>
                  </a:lnTo>
                  <a:lnTo>
                    <a:pt x="3755961" y="929137"/>
                  </a:lnTo>
                  <a:lnTo>
                    <a:pt x="3756070" y="929137"/>
                  </a:lnTo>
                  <a:lnTo>
                    <a:pt x="3756178" y="929137"/>
                  </a:lnTo>
                  <a:lnTo>
                    <a:pt x="3756287" y="929137"/>
                  </a:lnTo>
                  <a:lnTo>
                    <a:pt x="3756395" y="929137"/>
                  </a:lnTo>
                  <a:lnTo>
                    <a:pt x="3756504" y="929137"/>
                  </a:lnTo>
                  <a:lnTo>
                    <a:pt x="3756612" y="929137"/>
                  </a:lnTo>
                  <a:lnTo>
                    <a:pt x="3756720" y="929137"/>
                  </a:lnTo>
                  <a:lnTo>
                    <a:pt x="3756829" y="929137"/>
                  </a:lnTo>
                  <a:lnTo>
                    <a:pt x="3756937" y="929137"/>
                  </a:lnTo>
                  <a:lnTo>
                    <a:pt x="3757046" y="929137"/>
                  </a:lnTo>
                  <a:lnTo>
                    <a:pt x="3757154" y="929137"/>
                  </a:lnTo>
                  <a:lnTo>
                    <a:pt x="3757263" y="929137"/>
                  </a:lnTo>
                  <a:lnTo>
                    <a:pt x="3757371" y="929137"/>
                  </a:lnTo>
                  <a:lnTo>
                    <a:pt x="3757480" y="929137"/>
                  </a:lnTo>
                  <a:lnTo>
                    <a:pt x="3757588" y="929137"/>
                  </a:lnTo>
                  <a:lnTo>
                    <a:pt x="3757588" y="928514"/>
                  </a:lnTo>
                  <a:lnTo>
                    <a:pt x="3757697" y="928514"/>
                  </a:lnTo>
                  <a:lnTo>
                    <a:pt x="3757805" y="928514"/>
                  </a:lnTo>
                  <a:lnTo>
                    <a:pt x="3757805" y="927890"/>
                  </a:lnTo>
                  <a:lnTo>
                    <a:pt x="3757913" y="927890"/>
                  </a:lnTo>
                  <a:lnTo>
                    <a:pt x="3758022" y="927890"/>
                  </a:lnTo>
                  <a:lnTo>
                    <a:pt x="3758130" y="927890"/>
                  </a:lnTo>
                  <a:lnTo>
                    <a:pt x="3758239" y="927890"/>
                  </a:lnTo>
                  <a:lnTo>
                    <a:pt x="3758347" y="927890"/>
                  </a:lnTo>
                  <a:lnTo>
                    <a:pt x="3758456" y="927890"/>
                  </a:lnTo>
                  <a:lnTo>
                    <a:pt x="3758456" y="927266"/>
                  </a:lnTo>
                  <a:lnTo>
                    <a:pt x="3758564" y="927266"/>
                  </a:lnTo>
                  <a:lnTo>
                    <a:pt x="3758673" y="927266"/>
                  </a:lnTo>
                  <a:lnTo>
                    <a:pt x="3758781" y="927266"/>
                  </a:lnTo>
                  <a:lnTo>
                    <a:pt x="3758889" y="927266"/>
                  </a:lnTo>
                  <a:lnTo>
                    <a:pt x="3758998" y="927266"/>
                  </a:lnTo>
                  <a:lnTo>
                    <a:pt x="3759106" y="927266"/>
                  </a:lnTo>
                  <a:lnTo>
                    <a:pt x="3759215" y="927266"/>
                  </a:lnTo>
                  <a:lnTo>
                    <a:pt x="3759323" y="927266"/>
                  </a:lnTo>
                  <a:lnTo>
                    <a:pt x="3759432" y="927266"/>
                  </a:lnTo>
                  <a:lnTo>
                    <a:pt x="3759540" y="927266"/>
                  </a:lnTo>
                  <a:lnTo>
                    <a:pt x="3759649" y="927266"/>
                  </a:lnTo>
                  <a:lnTo>
                    <a:pt x="3759757" y="927266"/>
                  </a:lnTo>
                  <a:lnTo>
                    <a:pt x="3759865" y="927266"/>
                  </a:lnTo>
                  <a:lnTo>
                    <a:pt x="3759974" y="927266"/>
                  </a:lnTo>
                  <a:lnTo>
                    <a:pt x="3760082" y="927266"/>
                  </a:lnTo>
                  <a:lnTo>
                    <a:pt x="3760191" y="927266"/>
                  </a:lnTo>
                  <a:lnTo>
                    <a:pt x="3760191" y="926643"/>
                  </a:lnTo>
                  <a:lnTo>
                    <a:pt x="3760299" y="926643"/>
                  </a:lnTo>
                  <a:lnTo>
                    <a:pt x="3760408" y="926643"/>
                  </a:lnTo>
                  <a:lnTo>
                    <a:pt x="3760516" y="926643"/>
                  </a:lnTo>
                  <a:lnTo>
                    <a:pt x="3760625" y="926643"/>
                  </a:lnTo>
                  <a:lnTo>
                    <a:pt x="3760625" y="926019"/>
                  </a:lnTo>
                  <a:lnTo>
                    <a:pt x="3760733" y="926019"/>
                  </a:lnTo>
                  <a:lnTo>
                    <a:pt x="3760841" y="926019"/>
                  </a:lnTo>
                  <a:lnTo>
                    <a:pt x="3760950" y="926019"/>
                  </a:lnTo>
                  <a:lnTo>
                    <a:pt x="3760950" y="925396"/>
                  </a:lnTo>
                  <a:lnTo>
                    <a:pt x="3761058" y="925396"/>
                  </a:lnTo>
                  <a:lnTo>
                    <a:pt x="3761167" y="925396"/>
                  </a:lnTo>
                  <a:lnTo>
                    <a:pt x="3761167" y="924772"/>
                  </a:lnTo>
                  <a:lnTo>
                    <a:pt x="3761275" y="924772"/>
                  </a:lnTo>
                  <a:lnTo>
                    <a:pt x="3761384" y="924772"/>
                  </a:lnTo>
                  <a:lnTo>
                    <a:pt x="3761492" y="924772"/>
                  </a:lnTo>
                  <a:lnTo>
                    <a:pt x="3761492" y="924148"/>
                  </a:lnTo>
                  <a:lnTo>
                    <a:pt x="3761601" y="924148"/>
                  </a:lnTo>
                  <a:lnTo>
                    <a:pt x="3761709" y="924148"/>
                  </a:lnTo>
                  <a:lnTo>
                    <a:pt x="3761818" y="924148"/>
                  </a:lnTo>
                  <a:lnTo>
                    <a:pt x="3761818" y="923525"/>
                  </a:lnTo>
                  <a:lnTo>
                    <a:pt x="3761926" y="923525"/>
                  </a:lnTo>
                  <a:lnTo>
                    <a:pt x="3762034" y="923525"/>
                  </a:lnTo>
                  <a:lnTo>
                    <a:pt x="3762034" y="922901"/>
                  </a:lnTo>
                  <a:lnTo>
                    <a:pt x="3762143" y="922901"/>
                  </a:lnTo>
                  <a:lnTo>
                    <a:pt x="3762251" y="922901"/>
                  </a:lnTo>
                  <a:lnTo>
                    <a:pt x="3762360" y="922901"/>
                  </a:lnTo>
                  <a:lnTo>
                    <a:pt x="3762360" y="922278"/>
                  </a:lnTo>
                  <a:lnTo>
                    <a:pt x="3762468" y="922278"/>
                  </a:lnTo>
                  <a:lnTo>
                    <a:pt x="3762577" y="922278"/>
                  </a:lnTo>
                  <a:lnTo>
                    <a:pt x="3762685" y="922278"/>
                  </a:lnTo>
                  <a:lnTo>
                    <a:pt x="3762794" y="922278"/>
                  </a:lnTo>
                  <a:lnTo>
                    <a:pt x="3762902" y="922278"/>
                  </a:lnTo>
                  <a:lnTo>
                    <a:pt x="3763010" y="922278"/>
                  </a:lnTo>
                  <a:lnTo>
                    <a:pt x="3763119" y="922278"/>
                  </a:lnTo>
                  <a:lnTo>
                    <a:pt x="3763227" y="922278"/>
                  </a:lnTo>
                  <a:lnTo>
                    <a:pt x="3763336" y="922278"/>
                  </a:lnTo>
                  <a:lnTo>
                    <a:pt x="3763336" y="921654"/>
                  </a:lnTo>
                  <a:lnTo>
                    <a:pt x="3763444" y="921654"/>
                  </a:lnTo>
                  <a:lnTo>
                    <a:pt x="3763553" y="921654"/>
                  </a:lnTo>
                  <a:lnTo>
                    <a:pt x="3763661" y="921654"/>
                  </a:lnTo>
                  <a:lnTo>
                    <a:pt x="3763770" y="921654"/>
                  </a:lnTo>
                  <a:lnTo>
                    <a:pt x="3763878" y="921654"/>
                  </a:lnTo>
                  <a:lnTo>
                    <a:pt x="3763986" y="921654"/>
                  </a:lnTo>
                  <a:lnTo>
                    <a:pt x="3764095" y="921654"/>
                  </a:lnTo>
                  <a:lnTo>
                    <a:pt x="3764203" y="921654"/>
                  </a:lnTo>
                  <a:lnTo>
                    <a:pt x="3764203" y="921031"/>
                  </a:lnTo>
                  <a:lnTo>
                    <a:pt x="3764312" y="921031"/>
                  </a:lnTo>
                  <a:lnTo>
                    <a:pt x="3764420" y="921031"/>
                  </a:lnTo>
                  <a:lnTo>
                    <a:pt x="3764529" y="921031"/>
                  </a:lnTo>
                  <a:lnTo>
                    <a:pt x="3764637" y="921031"/>
                  </a:lnTo>
                  <a:lnTo>
                    <a:pt x="3764746" y="921031"/>
                  </a:lnTo>
                  <a:lnTo>
                    <a:pt x="3764854" y="921031"/>
                  </a:lnTo>
                  <a:lnTo>
                    <a:pt x="3764962" y="921031"/>
                  </a:lnTo>
                  <a:lnTo>
                    <a:pt x="3765071" y="921031"/>
                  </a:lnTo>
                  <a:lnTo>
                    <a:pt x="3765071" y="920407"/>
                  </a:lnTo>
                  <a:lnTo>
                    <a:pt x="3765179" y="920407"/>
                  </a:lnTo>
                  <a:lnTo>
                    <a:pt x="3765288" y="920407"/>
                  </a:lnTo>
                  <a:lnTo>
                    <a:pt x="3765396" y="920407"/>
                  </a:lnTo>
                  <a:lnTo>
                    <a:pt x="3765505" y="920407"/>
                  </a:lnTo>
                  <a:lnTo>
                    <a:pt x="3765613" y="920407"/>
                  </a:lnTo>
                  <a:lnTo>
                    <a:pt x="3765722" y="920407"/>
                  </a:lnTo>
                  <a:lnTo>
                    <a:pt x="3765830" y="920407"/>
                  </a:lnTo>
                  <a:lnTo>
                    <a:pt x="3765938" y="920407"/>
                  </a:lnTo>
                  <a:lnTo>
                    <a:pt x="3766047" y="920407"/>
                  </a:lnTo>
                  <a:lnTo>
                    <a:pt x="3766155" y="920407"/>
                  </a:lnTo>
                  <a:lnTo>
                    <a:pt x="3766264" y="920407"/>
                  </a:lnTo>
                  <a:lnTo>
                    <a:pt x="3766372" y="920407"/>
                  </a:lnTo>
                  <a:lnTo>
                    <a:pt x="3766481" y="920407"/>
                  </a:lnTo>
                  <a:lnTo>
                    <a:pt x="3766589" y="920407"/>
                  </a:lnTo>
                  <a:lnTo>
                    <a:pt x="3766698" y="920407"/>
                  </a:lnTo>
                  <a:lnTo>
                    <a:pt x="3766806" y="920407"/>
                  </a:lnTo>
                  <a:lnTo>
                    <a:pt x="3766915" y="920407"/>
                  </a:lnTo>
                  <a:lnTo>
                    <a:pt x="3767023" y="920407"/>
                  </a:lnTo>
                  <a:lnTo>
                    <a:pt x="3767131" y="920407"/>
                  </a:lnTo>
                  <a:lnTo>
                    <a:pt x="3767240" y="920407"/>
                  </a:lnTo>
                  <a:lnTo>
                    <a:pt x="3767240" y="919783"/>
                  </a:lnTo>
                  <a:lnTo>
                    <a:pt x="3767348" y="919783"/>
                  </a:lnTo>
                  <a:lnTo>
                    <a:pt x="3767348" y="919160"/>
                  </a:lnTo>
                  <a:lnTo>
                    <a:pt x="3767348" y="918536"/>
                  </a:lnTo>
                  <a:lnTo>
                    <a:pt x="3767457" y="918536"/>
                  </a:lnTo>
                  <a:lnTo>
                    <a:pt x="3767565" y="918536"/>
                  </a:lnTo>
                  <a:lnTo>
                    <a:pt x="3767674" y="918536"/>
                  </a:lnTo>
                  <a:lnTo>
                    <a:pt x="3767782" y="918536"/>
                  </a:lnTo>
                  <a:lnTo>
                    <a:pt x="3767891" y="918536"/>
                  </a:lnTo>
                  <a:lnTo>
                    <a:pt x="3767999" y="918536"/>
                  </a:lnTo>
                  <a:lnTo>
                    <a:pt x="3768107" y="918536"/>
                  </a:lnTo>
                  <a:lnTo>
                    <a:pt x="3768216" y="918536"/>
                  </a:lnTo>
                  <a:lnTo>
                    <a:pt x="3768324" y="918536"/>
                  </a:lnTo>
                  <a:lnTo>
                    <a:pt x="3768433" y="918536"/>
                  </a:lnTo>
                  <a:lnTo>
                    <a:pt x="3768541" y="918536"/>
                  </a:lnTo>
                  <a:lnTo>
                    <a:pt x="3768650" y="918536"/>
                  </a:lnTo>
                  <a:lnTo>
                    <a:pt x="3768758" y="918536"/>
                  </a:lnTo>
                  <a:lnTo>
                    <a:pt x="3768867" y="918536"/>
                  </a:lnTo>
                  <a:lnTo>
                    <a:pt x="3768975" y="918536"/>
                  </a:lnTo>
                  <a:lnTo>
                    <a:pt x="3769083" y="918536"/>
                  </a:lnTo>
                  <a:lnTo>
                    <a:pt x="3769192" y="918536"/>
                  </a:lnTo>
                  <a:lnTo>
                    <a:pt x="3769300" y="918536"/>
                  </a:lnTo>
                  <a:lnTo>
                    <a:pt x="3769409" y="918536"/>
                  </a:lnTo>
                  <a:lnTo>
                    <a:pt x="3769517" y="918536"/>
                  </a:lnTo>
                  <a:lnTo>
                    <a:pt x="3769626" y="918536"/>
                  </a:lnTo>
                  <a:lnTo>
                    <a:pt x="3769734" y="918536"/>
                  </a:lnTo>
                  <a:lnTo>
                    <a:pt x="3769843" y="918536"/>
                  </a:lnTo>
                  <a:lnTo>
                    <a:pt x="3769951" y="918536"/>
                  </a:lnTo>
                  <a:lnTo>
                    <a:pt x="3770059" y="918536"/>
                  </a:lnTo>
                  <a:lnTo>
                    <a:pt x="3770168" y="918536"/>
                  </a:lnTo>
                  <a:lnTo>
                    <a:pt x="3770276" y="918536"/>
                  </a:lnTo>
                  <a:lnTo>
                    <a:pt x="3770385" y="918536"/>
                  </a:lnTo>
                  <a:lnTo>
                    <a:pt x="3770493" y="918536"/>
                  </a:lnTo>
                  <a:lnTo>
                    <a:pt x="3770602" y="918536"/>
                  </a:lnTo>
                  <a:lnTo>
                    <a:pt x="3770710" y="918536"/>
                  </a:lnTo>
                  <a:lnTo>
                    <a:pt x="3770819" y="918536"/>
                  </a:lnTo>
                  <a:lnTo>
                    <a:pt x="3770927" y="918536"/>
                  </a:lnTo>
                  <a:lnTo>
                    <a:pt x="3771036" y="918536"/>
                  </a:lnTo>
                  <a:lnTo>
                    <a:pt x="3771144" y="918536"/>
                  </a:lnTo>
                  <a:lnTo>
                    <a:pt x="3771252" y="918536"/>
                  </a:lnTo>
                  <a:lnTo>
                    <a:pt x="3771361" y="918536"/>
                  </a:lnTo>
                  <a:lnTo>
                    <a:pt x="3771469" y="918536"/>
                  </a:lnTo>
                  <a:lnTo>
                    <a:pt x="3771578" y="918536"/>
                  </a:lnTo>
                  <a:lnTo>
                    <a:pt x="3771578" y="917913"/>
                  </a:lnTo>
                  <a:lnTo>
                    <a:pt x="3771686" y="917913"/>
                  </a:lnTo>
                  <a:lnTo>
                    <a:pt x="3771686" y="917289"/>
                  </a:lnTo>
                  <a:lnTo>
                    <a:pt x="3771795" y="917289"/>
                  </a:lnTo>
                  <a:lnTo>
                    <a:pt x="3771903" y="917289"/>
                  </a:lnTo>
                  <a:lnTo>
                    <a:pt x="3772012" y="917289"/>
                  </a:lnTo>
                  <a:lnTo>
                    <a:pt x="3772120" y="917289"/>
                  </a:lnTo>
                  <a:lnTo>
                    <a:pt x="3772228" y="917289"/>
                  </a:lnTo>
                  <a:lnTo>
                    <a:pt x="3772337" y="917289"/>
                  </a:lnTo>
                  <a:lnTo>
                    <a:pt x="3772445" y="917289"/>
                  </a:lnTo>
                  <a:lnTo>
                    <a:pt x="3772554" y="917289"/>
                  </a:lnTo>
                  <a:lnTo>
                    <a:pt x="3772662" y="917289"/>
                  </a:lnTo>
                  <a:lnTo>
                    <a:pt x="3772662" y="916666"/>
                  </a:lnTo>
                  <a:lnTo>
                    <a:pt x="3772771" y="916666"/>
                  </a:lnTo>
                  <a:lnTo>
                    <a:pt x="3772879" y="916666"/>
                  </a:lnTo>
                  <a:lnTo>
                    <a:pt x="3772988" y="916666"/>
                  </a:lnTo>
                  <a:lnTo>
                    <a:pt x="3773096" y="916666"/>
                  </a:lnTo>
                  <a:lnTo>
                    <a:pt x="3773204" y="916666"/>
                  </a:lnTo>
                  <a:lnTo>
                    <a:pt x="3773313" y="916666"/>
                  </a:lnTo>
                  <a:lnTo>
                    <a:pt x="3773421" y="916666"/>
                  </a:lnTo>
                  <a:lnTo>
                    <a:pt x="3773530" y="916666"/>
                  </a:lnTo>
                  <a:lnTo>
                    <a:pt x="3773638" y="916666"/>
                  </a:lnTo>
                  <a:lnTo>
                    <a:pt x="3773747" y="916666"/>
                  </a:lnTo>
                  <a:lnTo>
                    <a:pt x="3773855" y="916666"/>
                  </a:lnTo>
                  <a:lnTo>
                    <a:pt x="3773964" y="916666"/>
                  </a:lnTo>
                  <a:lnTo>
                    <a:pt x="3774072" y="916666"/>
                  </a:lnTo>
                  <a:lnTo>
                    <a:pt x="3774180" y="916666"/>
                  </a:lnTo>
                  <a:lnTo>
                    <a:pt x="3774289" y="916666"/>
                  </a:lnTo>
                  <a:lnTo>
                    <a:pt x="3774397" y="916666"/>
                  </a:lnTo>
                  <a:lnTo>
                    <a:pt x="3774506" y="916666"/>
                  </a:lnTo>
                  <a:lnTo>
                    <a:pt x="3774614" y="916666"/>
                  </a:lnTo>
                  <a:lnTo>
                    <a:pt x="3774723" y="916666"/>
                  </a:lnTo>
                  <a:lnTo>
                    <a:pt x="3774831" y="916666"/>
                  </a:lnTo>
                  <a:lnTo>
                    <a:pt x="3774940" y="916666"/>
                  </a:lnTo>
                  <a:lnTo>
                    <a:pt x="3774940" y="916042"/>
                  </a:lnTo>
                  <a:lnTo>
                    <a:pt x="3775048" y="916042"/>
                  </a:lnTo>
                  <a:lnTo>
                    <a:pt x="3775157" y="916042"/>
                  </a:lnTo>
                  <a:lnTo>
                    <a:pt x="3775265" y="916042"/>
                  </a:lnTo>
                  <a:lnTo>
                    <a:pt x="3775373" y="916042"/>
                  </a:lnTo>
                  <a:lnTo>
                    <a:pt x="3775482" y="916042"/>
                  </a:lnTo>
                  <a:lnTo>
                    <a:pt x="3775590" y="916042"/>
                  </a:lnTo>
                  <a:lnTo>
                    <a:pt x="3775699" y="916042"/>
                  </a:lnTo>
                  <a:lnTo>
                    <a:pt x="3775699" y="915418"/>
                  </a:lnTo>
                  <a:lnTo>
                    <a:pt x="3775807" y="915418"/>
                  </a:lnTo>
                  <a:lnTo>
                    <a:pt x="3775916" y="915418"/>
                  </a:lnTo>
                  <a:lnTo>
                    <a:pt x="3776024" y="915418"/>
                  </a:lnTo>
                  <a:lnTo>
                    <a:pt x="3776133" y="915418"/>
                  </a:lnTo>
                  <a:lnTo>
                    <a:pt x="3776241" y="915418"/>
                  </a:lnTo>
                  <a:lnTo>
                    <a:pt x="3776349" y="915418"/>
                  </a:lnTo>
                  <a:lnTo>
                    <a:pt x="3776458" y="915418"/>
                  </a:lnTo>
                  <a:lnTo>
                    <a:pt x="3776566" y="915418"/>
                  </a:lnTo>
                  <a:lnTo>
                    <a:pt x="3776675" y="915418"/>
                  </a:lnTo>
                  <a:lnTo>
                    <a:pt x="3776783" y="915418"/>
                  </a:lnTo>
                  <a:lnTo>
                    <a:pt x="3776892" y="915418"/>
                  </a:lnTo>
                  <a:lnTo>
                    <a:pt x="3777000" y="915418"/>
                  </a:lnTo>
                  <a:lnTo>
                    <a:pt x="3777109" y="915418"/>
                  </a:lnTo>
                  <a:lnTo>
                    <a:pt x="3777217" y="915418"/>
                  </a:lnTo>
                  <a:lnTo>
                    <a:pt x="3777325" y="915418"/>
                  </a:lnTo>
                  <a:lnTo>
                    <a:pt x="3777325" y="914795"/>
                  </a:lnTo>
                  <a:lnTo>
                    <a:pt x="3777325" y="914171"/>
                  </a:lnTo>
                  <a:lnTo>
                    <a:pt x="3777434" y="914171"/>
                  </a:lnTo>
                  <a:lnTo>
                    <a:pt x="3777542" y="914171"/>
                  </a:lnTo>
                  <a:lnTo>
                    <a:pt x="3777651" y="914171"/>
                  </a:lnTo>
                  <a:lnTo>
                    <a:pt x="3777759" y="914171"/>
                  </a:lnTo>
                  <a:lnTo>
                    <a:pt x="3777759" y="913548"/>
                  </a:lnTo>
                  <a:lnTo>
                    <a:pt x="3777868" y="913548"/>
                  </a:lnTo>
                  <a:lnTo>
                    <a:pt x="3777976" y="913548"/>
                  </a:lnTo>
                  <a:lnTo>
                    <a:pt x="3778085" y="913548"/>
                  </a:lnTo>
                  <a:lnTo>
                    <a:pt x="3778193" y="913548"/>
                  </a:lnTo>
                  <a:lnTo>
                    <a:pt x="3778301" y="913548"/>
                  </a:lnTo>
                  <a:lnTo>
                    <a:pt x="3778410" y="913548"/>
                  </a:lnTo>
                  <a:lnTo>
                    <a:pt x="3778518" y="913548"/>
                  </a:lnTo>
                  <a:lnTo>
                    <a:pt x="3778518" y="912924"/>
                  </a:lnTo>
                  <a:lnTo>
                    <a:pt x="3778627" y="912924"/>
                  </a:lnTo>
                  <a:lnTo>
                    <a:pt x="3778735" y="912924"/>
                  </a:lnTo>
                  <a:lnTo>
                    <a:pt x="3778844" y="912924"/>
                  </a:lnTo>
                  <a:lnTo>
                    <a:pt x="3778952" y="912924"/>
                  </a:lnTo>
                  <a:lnTo>
                    <a:pt x="3779061" y="912924"/>
                  </a:lnTo>
                  <a:lnTo>
                    <a:pt x="3779169" y="912924"/>
                  </a:lnTo>
                  <a:lnTo>
                    <a:pt x="3779278" y="912924"/>
                  </a:lnTo>
                  <a:lnTo>
                    <a:pt x="3779386" y="912924"/>
                  </a:lnTo>
                  <a:lnTo>
                    <a:pt x="3779494" y="912924"/>
                  </a:lnTo>
                  <a:lnTo>
                    <a:pt x="3779603" y="912924"/>
                  </a:lnTo>
                  <a:lnTo>
                    <a:pt x="3779711" y="912924"/>
                  </a:lnTo>
                  <a:lnTo>
                    <a:pt x="3779820" y="912924"/>
                  </a:lnTo>
                  <a:lnTo>
                    <a:pt x="3779928" y="912924"/>
                  </a:lnTo>
                  <a:lnTo>
                    <a:pt x="3780037" y="912924"/>
                  </a:lnTo>
                  <a:lnTo>
                    <a:pt x="3780145" y="912924"/>
                  </a:lnTo>
                  <a:lnTo>
                    <a:pt x="3780254" y="912924"/>
                  </a:lnTo>
                  <a:lnTo>
                    <a:pt x="3780362" y="912924"/>
                  </a:lnTo>
                  <a:lnTo>
                    <a:pt x="3780470" y="912924"/>
                  </a:lnTo>
                  <a:lnTo>
                    <a:pt x="3780579" y="912924"/>
                  </a:lnTo>
                  <a:lnTo>
                    <a:pt x="3780687" y="912924"/>
                  </a:lnTo>
                  <a:lnTo>
                    <a:pt x="3780796" y="912924"/>
                  </a:lnTo>
                  <a:lnTo>
                    <a:pt x="3780904" y="912924"/>
                  </a:lnTo>
                  <a:lnTo>
                    <a:pt x="3781013" y="912924"/>
                  </a:lnTo>
                  <a:lnTo>
                    <a:pt x="3781121" y="912924"/>
                  </a:lnTo>
                  <a:lnTo>
                    <a:pt x="3781230" y="912924"/>
                  </a:lnTo>
                  <a:lnTo>
                    <a:pt x="3781338" y="912924"/>
                  </a:lnTo>
                  <a:lnTo>
                    <a:pt x="3781446" y="912924"/>
                  </a:lnTo>
                  <a:lnTo>
                    <a:pt x="3781555" y="912924"/>
                  </a:lnTo>
                  <a:lnTo>
                    <a:pt x="3781663" y="912924"/>
                  </a:lnTo>
                  <a:lnTo>
                    <a:pt x="3781772" y="912924"/>
                  </a:lnTo>
                  <a:lnTo>
                    <a:pt x="3781880" y="912924"/>
                  </a:lnTo>
                  <a:lnTo>
                    <a:pt x="3781989" y="912924"/>
                  </a:lnTo>
                  <a:lnTo>
                    <a:pt x="3782097" y="912924"/>
                  </a:lnTo>
                  <a:lnTo>
                    <a:pt x="3782206" y="912924"/>
                  </a:lnTo>
                  <a:lnTo>
                    <a:pt x="3782314" y="912924"/>
                  </a:lnTo>
                  <a:lnTo>
                    <a:pt x="3782314" y="912300"/>
                  </a:lnTo>
                  <a:lnTo>
                    <a:pt x="3782422" y="912300"/>
                  </a:lnTo>
                  <a:lnTo>
                    <a:pt x="3782531" y="912300"/>
                  </a:lnTo>
                  <a:lnTo>
                    <a:pt x="3782639" y="912300"/>
                  </a:lnTo>
                  <a:lnTo>
                    <a:pt x="3782748" y="912300"/>
                  </a:lnTo>
                  <a:lnTo>
                    <a:pt x="3782856" y="912300"/>
                  </a:lnTo>
                  <a:lnTo>
                    <a:pt x="3782965" y="912300"/>
                  </a:lnTo>
                  <a:lnTo>
                    <a:pt x="3783073" y="912300"/>
                  </a:lnTo>
                  <a:lnTo>
                    <a:pt x="3783182" y="912300"/>
                  </a:lnTo>
                  <a:lnTo>
                    <a:pt x="3783290" y="912300"/>
                  </a:lnTo>
                  <a:lnTo>
                    <a:pt x="3783399" y="912300"/>
                  </a:lnTo>
                  <a:lnTo>
                    <a:pt x="3783507" y="912300"/>
                  </a:lnTo>
                  <a:lnTo>
                    <a:pt x="3783615" y="912300"/>
                  </a:lnTo>
                  <a:lnTo>
                    <a:pt x="3783724" y="912300"/>
                  </a:lnTo>
                  <a:lnTo>
                    <a:pt x="3783832" y="912300"/>
                  </a:lnTo>
                  <a:lnTo>
                    <a:pt x="3783941" y="912300"/>
                  </a:lnTo>
                  <a:lnTo>
                    <a:pt x="3784049" y="912300"/>
                  </a:lnTo>
                  <a:lnTo>
                    <a:pt x="3784158" y="912300"/>
                  </a:lnTo>
                  <a:lnTo>
                    <a:pt x="3784158" y="911677"/>
                  </a:lnTo>
                  <a:lnTo>
                    <a:pt x="3784266" y="911677"/>
                  </a:lnTo>
                  <a:lnTo>
                    <a:pt x="3784375" y="911677"/>
                  </a:lnTo>
                  <a:lnTo>
                    <a:pt x="3784483" y="911677"/>
                  </a:lnTo>
                  <a:lnTo>
                    <a:pt x="3784591" y="911677"/>
                  </a:lnTo>
                  <a:lnTo>
                    <a:pt x="3784700" y="911677"/>
                  </a:lnTo>
                  <a:lnTo>
                    <a:pt x="3784808" y="911677"/>
                  </a:lnTo>
                  <a:lnTo>
                    <a:pt x="3784808" y="911053"/>
                  </a:lnTo>
                  <a:lnTo>
                    <a:pt x="3784917" y="911053"/>
                  </a:lnTo>
                  <a:lnTo>
                    <a:pt x="3785025" y="911053"/>
                  </a:lnTo>
                  <a:lnTo>
                    <a:pt x="3785134" y="911053"/>
                  </a:lnTo>
                  <a:lnTo>
                    <a:pt x="3785242" y="911053"/>
                  </a:lnTo>
                  <a:lnTo>
                    <a:pt x="3785351" y="911053"/>
                  </a:lnTo>
                  <a:lnTo>
                    <a:pt x="3785459" y="911053"/>
                  </a:lnTo>
                  <a:lnTo>
                    <a:pt x="3785567" y="911053"/>
                  </a:lnTo>
                  <a:lnTo>
                    <a:pt x="3785676" y="911053"/>
                  </a:lnTo>
                  <a:lnTo>
                    <a:pt x="3785676" y="910430"/>
                  </a:lnTo>
                  <a:lnTo>
                    <a:pt x="3785784" y="910430"/>
                  </a:lnTo>
                  <a:lnTo>
                    <a:pt x="3785893" y="910430"/>
                  </a:lnTo>
                  <a:lnTo>
                    <a:pt x="3786001" y="910430"/>
                  </a:lnTo>
                  <a:lnTo>
                    <a:pt x="3786110" y="910430"/>
                  </a:lnTo>
                  <a:lnTo>
                    <a:pt x="3786110" y="909806"/>
                  </a:lnTo>
                  <a:lnTo>
                    <a:pt x="3786218" y="909806"/>
                  </a:lnTo>
                  <a:lnTo>
                    <a:pt x="3786218" y="909183"/>
                  </a:lnTo>
                  <a:lnTo>
                    <a:pt x="3786327" y="909183"/>
                  </a:lnTo>
                  <a:lnTo>
                    <a:pt x="3786435" y="909183"/>
                  </a:lnTo>
                  <a:lnTo>
                    <a:pt x="3786543" y="909183"/>
                  </a:lnTo>
                  <a:lnTo>
                    <a:pt x="3786652" y="909183"/>
                  </a:lnTo>
                  <a:lnTo>
                    <a:pt x="3786760" y="909183"/>
                  </a:lnTo>
                  <a:lnTo>
                    <a:pt x="3786869" y="909183"/>
                  </a:lnTo>
                  <a:lnTo>
                    <a:pt x="3786869" y="908559"/>
                  </a:lnTo>
                  <a:lnTo>
                    <a:pt x="3786977" y="908559"/>
                  </a:lnTo>
                  <a:lnTo>
                    <a:pt x="3787086" y="908559"/>
                  </a:lnTo>
                  <a:lnTo>
                    <a:pt x="3787194" y="908559"/>
                  </a:lnTo>
                  <a:lnTo>
                    <a:pt x="3787194" y="907935"/>
                  </a:lnTo>
                  <a:lnTo>
                    <a:pt x="3787303" y="907935"/>
                  </a:lnTo>
                  <a:lnTo>
                    <a:pt x="3787411" y="907935"/>
                  </a:lnTo>
                  <a:lnTo>
                    <a:pt x="3787411" y="907312"/>
                  </a:lnTo>
                  <a:lnTo>
                    <a:pt x="3787411" y="906688"/>
                  </a:lnTo>
                  <a:lnTo>
                    <a:pt x="3787519" y="906688"/>
                  </a:lnTo>
                  <a:lnTo>
                    <a:pt x="3787628" y="906688"/>
                  </a:lnTo>
                  <a:lnTo>
                    <a:pt x="3787736" y="906688"/>
                  </a:lnTo>
                  <a:lnTo>
                    <a:pt x="3787845" y="906688"/>
                  </a:lnTo>
                  <a:lnTo>
                    <a:pt x="3787953" y="906688"/>
                  </a:lnTo>
                  <a:lnTo>
                    <a:pt x="3788062" y="906688"/>
                  </a:lnTo>
                  <a:lnTo>
                    <a:pt x="3788170" y="906688"/>
                  </a:lnTo>
                  <a:lnTo>
                    <a:pt x="3788279" y="906688"/>
                  </a:lnTo>
                  <a:lnTo>
                    <a:pt x="3788387" y="906688"/>
                  </a:lnTo>
                  <a:lnTo>
                    <a:pt x="3788496" y="906688"/>
                  </a:lnTo>
                  <a:lnTo>
                    <a:pt x="3788604" y="906688"/>
                  </a:lnTo>
                  <a:lnTo>
                    <a:pt x="3788712" y="906688"/>
                  </a:lnTo>
                  <a:lnTo>
                    <a:pt x="3788821" y="906688"/>
                  </a:lnTo>
                  <a:lnTo>
                    <a:pt x="3788929" y="906688"/>
                  </a:lnTo>
                  <a:lnTo>
                    <a:pt x="3789038" y="906688"/>
                  </a:lnTo>
                  <a:lnTo>
                    <a:pt x="3789146" y="906688"/>
                  </a:lnTo>
                  <a:lnTo>
                    <a:pt x="3789146" y="906065"/>
                  </a:lnTo>
                  <a:lnTo>
                    <a:pt x="3789255" y="906065"/>
                  </a:lnTo>
                  <a:lnTo>
                    <a:pt x="3789363" y="906065"/>
                  </a:lnTo>
                  <a:lnTo>
                    <a:pt x="3789472" y="906065"/>
                  </a:lnTo>
                  <a:lnTo>
                    <a:pt x="3789472" y="905441"/>
                  </a:lnTo>
                  <a:lnTo>
                    <a:pt x="3789580" y="905441"/>
                  </a:lnTo>
                  <a:lnTo>
                    <a:pt x="3789580" y="904817"/>
                  </a:lnTo>
                  <a:lnTo>
                    <a:pt x="3789580" y="904194"/>
                  </a:lnTo>
                  <a:lnTo>
                    <a:pt x="3789580" y="903570"/>
                  </a:lnTo>
                  <a:lnTo>
                    <a:pt x="3789580" y="902947"/>
                  </a:lnTo>
                  <a:lnTo>
                    <a:pt x="3789688" y="902947"/>
                  </a:lnTo>
                  <a:lnTo>
                    <a:pt x="3789797" y="902947"/>
                  </a:lnTo>
                  <a:lnTo>
                    <a:pt x="3789905" y="902947"/>
                  </a:lnTo>
                  <a:lnTo>
                    <a:pt x="3790014" y="902947"/>
                  </a:lnTo>
                  <a:lnTo>
                    <a:pt x="3790122" y="902947"/>
                  </a:lnTo>
                  <a:lnTo>
                    <a:pt x="3790231" y="902947"/>
                  </a:lnTo>
                  <a:lnTo>
                    <a:pt x="3790339" y="902947"/>
                  </a:lnTo>
                  <a:lnTo>
                    <a:pt x="3790448" y="902947"/>
                  </a:lnTo>
                  <a:lnTo>
                    <a:pt x="3790556" y="902947"/>
                  </a:lnTo>
                  <a:lnTo>
                    <a:pt x="3790664" y="902947"/>
                  </a:lnTo>
                  <a:lnTo>
                    <a:pt x="3790773" y="902947"/>
                  </a:lnTo>
                  <a:lnTo>
                    <a:pt x="3790881" y="902947"/>
                  </a:lnTo>
                  <a:lnTo>
                    <a:pt x="3790990" y="902947"/>
                  </a:lnTo>
                  <a:lnTo>
                    <a:pt x="3791098" y="902947"/>
                  </a:lnTo>
                  <a:lnTo>
                    <a:pt x="3791207" y="902947"/>
                  </a:lnTo>
                  <a:lnTo>
                    <a:pt x="3791315" y="902947"/>
                  </a:lnTo>
                  <a:lnTo>
                    <a:pt x="3791315" y="902323"/>
                  </a:lnTo>
                  <a:lnTo>
                    <a:pt x="3791424" y="902323"/>
                  </a:lnTo>
                  <a:lnTo>
                    <a:pt x="3791532" y="902323"/>
                  </a:lnTo>
                  <a:lnTo>
                    <a:pt x="3791640" y="902323"/>
                  </a:lnTo>
                  <a:lnTo>
                    <a:pt x="3791749" y="902323"/>
                  </a:lnTo>
                  <a:lnTo>
                    <a:pt x="3791857" y="902323"/>
                  </a:lnTo>
                  <a:lnTo>
                    <a:pt x="3791966" y="902323"/>
                  </a:lnTo>
                  <a:lnTo>
                    <a:pt x="3791966" y="901700"/>
                  </a:lnTo>
                  <a:lnTo>
                    <a:pt x="3792074" y="901700"/>
                  </a:lnTo>
                  <a:lnTo>
                    <a:pt x="3792183" y="901700"/>
                  </a:lnTo>
                  <a:lnTo>
                    <a:pt x="3792291" y="901700"/>
                  </a:lnTo>
                  <a:lnTo>
                    <a:pt x="3792400" y="901700"/>
                  </a:lnTo>
                  <a:lnTo>
                    <a:pt x="3792508" y="901700"/>
                  </a:lnTo>
                  <a:lnTo>
                    <a:pt x="3792617" y="901700"/>
                  </a:lnTo>
                  <a:lnTo>
                    <a:pt x="3792725" y="901700"/>
                  </a:lnTo>
                  <a:lnTo>
                    <a:pt x="3792833" y="901700"/>
                  </a:lnTo>
                  <a:lnTo>
                    <a:pt x="3792942" y="901700"/>
                  </a:lnTo>
                  <a:lnTo>
                    <a:pt x="3793050" y="901700"/>
                  </a:lnTo>
                  <a:lnTo>
                    <a:pt x="3793159" y="901700"/>
                  </a:lnTo>
                  <a:lnTo>
                    <a:pt x="3793267" y="901700"/>
                  </a:lnTo>
                  <a:lnTo>
                    <a:pt x="3793376" y="901700"/>
                  </a:lnTo>
                  <a:lnTo>
                    <a:pt x="3793484" y="901700"/>
                  </a:lnTo>
                  <a:lnTo>
                    <a:pt x="3793484" y="901076"/>
                  </a:lnTo>
                  <a:lnTo>
                    <a:pt x="3793593" y="901076"/>
                  </a:lnTo>
                  <a:lnTo>
                    <a:pt x="3793701" y="901076"/>
                  </a:lnTo>
                  <a:lnTo>
                    <a:pt x="3793809" y="901076"/>
                  </a:lnTo>
                  <a:lnTo>
                    <a:pt x="3793918" y="901076"/>
                  </a:lnTo>
                  <a:lnTo>
                    <a:pt x="3794026" y="901076"/>
                  </a:lnTo>
                  <a:lnTo>
                    <a:pt x="3794135" y="901076"/>
                  </a:lnTo>
                  <a:lnTo>
                    <a:pt x="3794135" y="900452"/>
                  </a:lnTo>
                  <a:lnTo>
                    <a:pt x="3794243" y="900452"/>
                  </a:lnTo>
                  <a:lnTo>
                    <a:pt x="3794352" y="900452"/>
                  </a:lnTo>
                  <a:lnTo>
                    <a:pt x="3794460" y="900452"/>
                  </a:lnTo>
                  <a:lnTo>
                    <a:pt x="3794460" y="899829"/>
                  </a:lnTo>
                  <a:lnTo>
                    <a:pt x="3794569" y="899829"/>
                  </a:lnTo>
                  <a:lnTo>
                    <a:pt x="3794677" y="899829"/>
                  </a:lnTo>
                  <a:lnTo>
                    <a:pt x="3794785" y="899829"/>
                  </a:lnTo>
                  <a:lnTo>
                    <a:pt x="3794894" y="899829"/>
                  </a:lnTo>
                  <a:lnTo>
                    <a:pt x="3795002" y="899829"/>
                  </a:lnTo>
                  <a:lnTo>
                    <a:pt x="3795111" y="899829"/>
                  </a:lnTo>
                  <a:lnTo>
                    <a:pt x="3795219" y="899829"/>
                  </a:lnTo>
                  <a:lnTo>
                    <a:pt x="3795328" y="899829"/>
                  </a:lnTo>
                  <a:lnTo>
                    <a:pt x="3795436" y="899829"/>
                  </a:lnTo>
                  <a:lnTo>
                    <a:pt x="3795436" y="899205"/>
                  </a:lnTo>
                  <a:lnTo>
                    <a:pt x="3795545" y="899205"/>
                  </a:lnTo>
                  <a:lnTo>
                    <a:pt x="3795653" y="899205"/>
                  </a:lnTo>
                  <a:lnTo>
                    <a:pt x="3795761" y="899205"/>
                  </a:lnTo>
                  <a:lnTo>
                    <a:pt x="3795870" y="899205"/>
                  </a:lnTo>
                  <a:lnTo>
                    <a:pt x="3795978" y="899205"/>
                  </a:lnTo>
                  <a:lnTo>
                    <a:pt x="3796087" y="899205"/>
                  </a:lnTo>
                  <a:lnTo>
                    <a:pt x="3796195" y="899205"/>
                  </a:lnTo>
                  <a:lnTo>
                    <a:pt x="3796304" y="899205"/>
                  </a:lnTo>
                  <a:lnTo>
                    <a:pt x="3796412" y="899205"/>
                  </a:lnTo>
                  <a:lnTo>
                    <a:pt x="3796521" y="899205"/>
                  </a:lnTo>
                  <a:lnTo>
                    <a:pt x="3796629" y="899205"/>
                  </a:lnTo>
                  <a:lnTo>
                    <a:pt x="3796738" y="899205"/>
                  </a:lnTo>
                  <a:lnTo>
                    <a:pt x="3796846" y="899205"/>
                  </a:lnTo>
                  <a:lnTo>
                    <a:pt x="3796954" y="899205"/>
                  </a:lnTo>
                  <a:lnTo>
                    <a:pt x="3797063" y="899205"/>
                  </a:lnTo>
                  <a:lnTo>
                    <a:pt x="3797171" y="899205"/>
                  </a:lnTo>
                  <a:lnTo>
                    <a:pt x="3797280" y="899205"/>
                  </a:lnTo>
                  <a:lnTo>
                    <a:pt x="3797388" y="899205"/>
                  </a:lnTo>
                  <a:lnTo>
                    <a:pt x="3797497" y="899205"/>
                  </a:lnTo>
                  <a:lnTo>
                    <a:pt x="3797605" y="899205"/>
                  </a:lnTo>
                  <a:lnTo>
                    <a:pt x="3797714" y="899205"/>
                  </a:lnTo>
                  <a:lnTo>
                    <a:pt x="3797822" y="899205"/>
                  </a:lnTo>
                  <a:lnTo>
                    <a:pt x="3797930" y="899205"/>
                  </a:lnTo>
                  <a:lnTo>
                    <a:pt x="3797930" y="898582"/>
                  </a:lnTo>
                  <a:lnTo>
                    <a:pt x="3798039" y="898582"/>
                  </a:lnTo>
                  <a:lnTo>
                    <a:pt x="3798147" y="898582"/>
                  </a:lnTo>
                  <a:lnTo>
                    <a:pt x="3798256" y="898582"/>
                  </a:lnTo>
                  <a:lnTo>
                    <a:pt x="3798256" y="897958"/>
                  </a:lnTo>
                  <a:lnTo>
                    <a:pt x="3798364" y="897958"/>
                  </a:lnTo>
                  <a:lnTo>
                    <a:pt x="3798473" y="897958"/>
                  </a:lnTo>
                  <a:lnTo>
                    <a:pt x="3798473" y="897334"/>
                  </a:lnTo>
                  <a:lnTo>
                    <a:pt x="3798581" y="897334"/>
                  </a:lnTo>
                  <a:lnTo>
                    <a:pt x="3798581" y="896711"/>
                  </a:lnTo>
                  <a:lnTo>
                    <a:pt x="3798581" y="896087"/>
                  </a:lnTo>
                  <a:lnTo>
                    <a:pt x="3798690" y="896087"/>
                  </a:lnTo>
                  <a:lnTo>
                    <a:pt x="3798798" y="896087"/>
                  </a:lnTo>
                  <a:lnTo>
                    <a:pt x="3798906" y="896087"/>
                  </a:lnTo>
                  <a:lnTo>
                    <a:pt x="3799015" y="896087"/>
                  </a:lnTo>
                  <a:lnTo>
                    <a:pt x="3799123" y="896087"/>
                  </a:lnTo>
                  <a:lnTo>
                    <a:pt x="3799232" y="896087"/>
                  </a:lnTo>
                  <a:lnTo>
                    <a:pt x="3799340" y="896087"/>
                  </a:lnTo>
                  <a:lnTo>
                    <a:pt x="3799449" y="896087"/>
                  </a:lnTo>
                  <a:lnTo>
                    <a:pt x="3799557" y="896087"/>
                  </a:lnTo>
                  <a:lnTo>
                    <a:pt x="3799666" y="896087"/>
                  </a:lnTo>
                  <a:lnTo>
                    <a:pt x="3799774" y="896087"/>
                  </a:lnTo>
                  <a:lnTo>
                    <a:pt x="3799882" y="896087"/>
                  </a:lnTo>
                  <a:lnTo>
                    <a:pt x="3799991" y="896087"/>
                  </a:lnTo>
                  <a:lnTo>
                    <a:pt x="3800099" y="896087"/>
                  </a:lnTo>
                  <a:lnTo>
                    <a:pt x="3800099" y="895464"/>
                  </a:lnTo>
                  <a:lnTo>
                    <a:pt x="3800208" y="895464"/>
                  </a:lnTo>
                  <a:lnTo>
                    <a:pt x="3800316" y="895464"/>
                  </a:lnTo>
                  <a:lnTo>
                    <a:pt x="3800425" y="895464"/>
                  </a:lnTo>
                  <a:lnTo>
                    <a:pt x="3800533" y="895464"/>
                  </a:lnTo>
                  <a:lnTo>
                    <a:pt x="3800642" y="895464"/>
                  </a:lnTo>
                  <a:lnTo>
                    <a:pt x="3800750" y="895464"/>
                  </a:lnTo>
                  <a:lnTo>
                    <a:pt x="3800859" y="895464"/>
                  </a:lnTo>
                  <a:lnTo>
                    <a:pt x="3800859" y="894840"/>
                  </a:lnTo>
                  <a:lnTo>
                    <a:pt x="3800967" y="894840"/>
                  </a:lnTo>
                  <a:lnTo>
                    <a:pt x="3801075" y="894840"/>
                  </a:lnTo>
                  <a:lnTo>
                    <a:pt x="3801184" y="894840"/>
                  </a:lnTo>
                  <a:lnTo>
                    <a:pt x="3801292" y="894840"/>
                  </a:lnTo>
                  <a:lnTo>
                    <a:pt x="3801401" y="894840"/>
                  </a:lnTo>
                  <a:lnTo>
                    <a:pt x="3801509" y="894840"/>
                  </a:lnTo>
                  <a:lnTo>
                    <a:pt x="3801618" y="894840"/>
                  </a:lnTo>
                  <a:lnTo>
                    <a:pt x="3801726" y="894840"/>
                  </a:lnTo>
                  <a:lnTo>
                    <a:pt x="3801835" y="894840"/>
                  </a:lnTo>
                  <a:lnTo>
                    <a:pt x="3801943" y="894840"/>
                  </a:lnTo>
                  <a:lnTo>
                    <a:pt x="3802051" y="894840"/>
                  </a:lnTo>
                  <a:lnTo>
                    <a:pt x="3802160" y="894840"/>
                  </a:lnTo>
                  <a:lnTo>
                    <a:pt x="3802268" y="894840"/>
                  </a:lnTo>
                  <a:lnTo>
                    <a:pt x="3802268" y="894217"/>
                  </a:lnTo>
                  <a:lnTo>
                    <a:pt x="3802377" y="894217"/>
                  </a:lnTo>
                  <a:lnTo>
                    <a:pt x="3802485" y="894217"/>
                  </a:lnTo>
                  <a:lnTo>
                    <a:pt x="3802594" y="894217"/>
                  </a:lnTo>
                  <a:lnTo>
                    <a:pt x="3802702" y="894217"/>
                  </a:lnTo>
                  <a:lnTo>
                    <a:pt x="3802811" y="894217"/>
                  </a:lnTo>
                  <a:lnTo>
                    <a:pt x="3802811" y="893593"/>
                  </a:lnTo>
                  <a:lnTo>
                    <a:pt x="3802811" y="892969"/>
                  </a:lnTo>
                  <a:lnTo>
                    <a:pt x="3802919" y="892969"/>
                  </a:lnTo>
                  <a:lnTo>
                    <a:pt x="3803027" y="892969"/>
                  </a:lnTo>
                  <a:lnTo>
                    <a:pt x="3803136" y="892969"/>
                  </a:lnTo>
                  <a:lnTo>
                    <a:pt x="3803244" y="892969"/>
                  </a:lnTo>
                  <a:lnTo>
                    <a:pt x="3803244" y="892346"/>
                  </a:lnTo>
                  <a:lnTo>
                    <a:pt x="3803353" y="892346"/>
                  </a:lnTo>
                  <a:lnTo>
                    <a:pt x="3803461" y="892346"/>
                  </a:lnTo>
                  <a:lnTo>
                    <a:pt x="3803570" y="892346"/>
                  </a:lnTo>
                  <a:lnTo>
                    <a:pt x="3803678" y="892346"/>
                  </a:lnTo>
                  <a:lnTo>
                    <a:pt x="3803787" y="892346"/>
                  </a:lnTo>
                  <a:lnTo>
                    <a:pt x="3803895" y="892346"/>
                  </a:lnTo>
                  <a:lnTo>
                    <a:pt x="3804003" y="892346"/>
                  </a:lnTo>
                  <a:lnTo>
                    <a:pt x="3804003" y="891722"/>
                  </a:lnTo>
                  <a:lnTo>
                    <a:pt x="3804112" y="891722"/>
                  </a:lnTo>
                  <a:lnTo>
                    <a:pt x="3804220" y="891722"/>
                  </a:lnTo>
                  <a:lnTo>
                    <a:pt x="3804329" y="891722"/>
                  </a:lnTo>
                  <a:lnTo>
                    <a:pt x="3804437" y="891722"/>
                  </a:lnTo>
                  <a:lnTo>
                    <a:pt x="3804546" y="891722"/>
                  </a:lnTo>
                  <a:lnTo>
                    <a:pt x="3804654" y="891722"/>
                  </a:lnTo>
                  <a:lnTo>
                    <a:pt x="3804654" y="891099"/>
                  </a:lnTo>
                  <a:lnTo>
                    <a:pt x="3804763" y="891099"/>
                  </a:lnTo>
                  <a:lnTo>
                    <a:pt x="3804871" y="891099"/>
                  </a:lnTo>
                  <a:lnTo>
                    <a:pt x="3804980" y="891099"/>
                  </a:lnTo>
                  <a:lnTo>
                    <a:pt x="3805088" y="891099"/>
                  </a:lnTo>
                  <a:lnTo>
                    <a:pt x="3805196" y="891099"/>
                  </a:lnTo>
                  <a:lnTo>
                    <a:pt x="3805305" y="891099"/>
                  </a:lnTo>
                  <a:lnTo>
                    <a:pt x="3805413" y="891099"/>
                  </a:lnTo>
                  <a:lnTo>
                    <a:pt x="3805522" y="891099"/>
                  </a:lnTo>
                  <a:lnTo>
                    <a:pt x="3805630" y="891099"/>
                  </a:lnTo>
                  <a:lnTo>
                    <a:pt x="3805739" y="891099"/>
                  </a:lnTo>
                  <a:lnTo>
                    <a:pt x="3805847" y="891099"/>
                  </a:lnTo>
                  <a:lnTo>
                    <a:pt x="3805956" y="891099"/>
                  </a:lnTo>
                  <a:lnTo>
                    <a:pt x="3806064" y="891099"/>
                  </a:lnTo>
                  <a:lnTo>
                    <a:pt x="3806172" y="891099"/>
                  </a:lnTo>
                  <a:lnTo>
                    <a:pt x="3806281" y="891099"/>
                  </a:lnTo>
                  <a:lnTo>
                    <a:pt x="3806389" y="891099"/>
                  </a:lnTo>
                  <a:lnTo>
                    <a:pt x="3806498" y="891099"/>
                  </a:lnTo>
                  <a:lnTo>
                    <a:pt x="3806498" y="890475"/>
                  </a:lnTo>
                  <a:lnTo>
                    <a:pt x="3806606" y="890475"/>
                  </a:lnTo>
                  <a:lnTo>
                    <a:pt x="3806715" y="890475"/>
                  </a:lnTo>
                  <a:lnTo>
                    <a:pt x="3806823" y="890475"/>
                  </a:lnTo>
                  <a:lnTo>
                    <a:pt x="3806932" y="890475"/>
                  </a:lnTo>
                  <a:lnTo>
                    <a:pt x="3807040" y="890475"/>
                  </a:lnTo>
                  <a:lnTo>
                    <a:pt x="3807040" y="889851"/>
                  </a:lnTo>
                  <a:lnTo>
                    <a:pt x="3807148" y="889851"/>
                  </a:lnTo>
                  <a:lnTo>
                    <a:pt x="3807257" y="889851"/>
                  </a:lnTo>
                  <a:lnTo>
                    <a:pt x="3807365" y="889851"/>
                  </a:lnTo>
                  <a:lnTo>
                    <a:pt x="3807474" y="889851"/>
                  </a:lnTo>
                  <a:lnTo>
                    <a:pt x="3807582" y="889851"/>
                  </a:lnTo>
                  <a:lnTo>
                    <a:pt x="3807691" y="889851"/>
                  </a:lnTo>
                  <a:lnTo>
                    <a:pt x="3807799" y="889851"/>
                  </a:lnTo>
                  <a:lnTo>
                    <a:pt x="3807908" y="889851"/>
                  </a:lnTo>
                  <a:lnTo>
                    <a:pt x="3808016" y="889851"/>
                  </a:lnTo>
                  <a:lnTo>
                    <a:pt x="3808124" y="889851"/>
                  </a:lnTo>
                  <a:lnTo>
                    <a:pt x="3808233" y="889851"/>
                  </a:lnTo>
                  <a:lnTo>
                    <a:pt x="3808341" y="889851"/>
                  </a:lnTo>
                  <a:lnTo>
                    <a:pt x="3808341" y="889228"/>
                  </a:lnTo>
                  <a:lnTo>
                    <a:pt x="3808450" y="889228"/>
                  </a:lnTo>
                  <a:lnTo>
                    <a:pt x="3808558" y="889228"/>
                  </a:lnTo>
                  <a:lnTo>
                    <a:pt x="3808667" y="889228"/>
                  </a:lnTo>
                  <a:lnTo>
                    <a:pt x="3808775" y="889228"/>
                  </a:lnTo>
                  <a:lnTo>
                    <a:pt x="3808884" y="889228"/>
                  </a:lnTo>
                  <a:lnTo>
                    <a:pt x="3808992" y="889228"/>
                  </a:lnTo>
                  <a:lnTo>
                    <a:pt x="3809101" y="889228"/>
                  </a:lnTo>
                  <a:lnTo>
                    <a:pt x="3809209" y="889228"/>
                  </a:lnTo>
                  <a:lnTo>
                    <a:pt x="3809317" y="889228"/>
                  </a:lnTo>
                  <a:lnTo>
                    <a:pt x="3809426" y="889228"/>
                  </a:lnTo>
                  <a:lnTo>
                    <a:pt x="3809534" y="889228"/>
                  </a:lnTo>
                  <a:lnTo>
                    <a:pt x="3809643" y="889228"/>
                  </a:lnTo>
                  <a:lnTo>
                    <a:pt x="3809643" y="888604"/>
                  </a:lnTo>
                  <a:lnTo>
                    <a:pt x="3809751" y="888604"/>
                  </a:lnTo>
                  <a:lnTo>
                    <a:pt x="3809860" y="888604"/>
                  </a:lnTo>
                  <a:lnTo>
                    <a:pt x="3809968" y="888604"/>
                  </a:lnTo>
                  <a:lnTo>
                    <a:pt x="3810077" y="888604"/>
                  </a:lnTo>
                  <a:lnTo>
                    <a:pt x="3810185" y="888604"/>
                  </a:lnTo>
                  <a:lnTo>
                    <a:pt x="3810293" y="888604"/>
                  </a:lnTo>
                  <a:lnTo>
                    <a:pt x="3810402" y="888604"/>
                  </a:lnTo>
                  <a:lnTo>
                    <a:pt x="3810402" y="887981"/>
                  </a:lnTo>
                  <a:lnTo>
                    <a:pt x="3810510" y="887981"/>
                  </a:lnTo>
                  <a:lnTo>
                    <a:pt x="3810619" y="887981"/>
                  </a:lnTo>
                  <a:lnTo>
                    <a:pt x="3810619" y="887357"/>
                  </a:lnTo>
                  <a:lnTo>
                    <a:pt x="3810727" y="887357"/>
                  </a:lnTo>
                  <a:lnTo>
                    <a:pt x="3810836" y="887357"/>
                  </a:lnTo>
                  <a:lnTo>
                    <a:pt x="3810944" y="887357"/>
                  </a:lnTo>
                  <a:lnTo>
                    <a:pt x="3811053" y="887357"/>
                  </a:lnTo>
                  <a:lnTo>
                    <a:pt x="3811161" y="887357"/>
                  </a:lnTo>
                  <a:lnTo>
                    <a:pt x="3811269" y="887357"/>
                  </a:lnTo>
                  <a:lnTo>
                    <a:pt x="3811378" y="887357"/>
                  </a:lnTo>
                  <a:lnTo>
                    <a:pt x="3811486" y="887357"/>
                  </a:lnTo>
                  <a:lnTo>
                    <a:pt x="3811486" y="886734"/>
                  </a:lnTo>
                  <a:lnTo>
                    <a:pt x="3811595" y="886734"/>
                  </a:lnTo>
                  <a:lnTo>
                    <a:pt x="3811703" y="886734"/>
                  </a:lnTo>
                  <a:lnTo>
                    <a:pt x="3811703" y="886110"/>
                  </a:lnTo>
                  <a:lnTo>
                    <a:pt x="3811812" y="886110"/>
                  </a:lnTo>
                  <a:lnTo>
                    <a:pt x="3811920" y="886110"/>
                  </a:lnTo>
                  <a:lnTo>
                    <a:pt x="3812029" y="886110"/>
                  </a:lnTo>
                  <a:lnTo>
                    <a:pt x="3812137" y="886110"/>
                  </a:lnTo>
                  <a:lnTo>
                    <a:pt x="3812245" y="886110"/>
                  </a:lnTo>
                  <a:lnTo>
                    <a:pt x="3812354" y="886110"/>
                  </a:lnTo>
                  <a:lnTo>
                    <a:pt x="3812462" y="886110"/>
                  </a:lnTo>
                  <a:lnTo>
                    <a:pt x="3812571" y="886110"/>
                  </a:lnTo>
                  <a:lnTo>
                    <a:pt x="3812679" y="886110"/>
                  </a:lnTo>
                  <a:lnTo>
                    <a:pt x="3812788" y="886110"/>
                  </a:lnTo>
                  <a:lnTo>
                    <a:pt x="3812896" y="886110"/>
                  </a:lnTo>
                  <a:lnTo>
                    <a:pt x="3813005" y="886110"/>
                  </a:lnTo>
                  <a:lnTo>
                    <a:pt x="3813113" y="886110"/>
                  </a:lnTo>
                  <a:lnTo>
                    <a:pt x="3813221" y="886110"/>
                  </a:lnTo>
                  <a:lnTo>
                    <a:pt x="3813330" y="886110"/>
                  </a:lnTo>
                  <a:lnTo>
                    <a:pt x="3813438" y="886110"/>
                  </a:lnTo>
                  <a:lnTo>
                    <a:pt x="3813547" y="886110"/>
                  </a:lnTo>
                  <a:lnTo>
                    <a:pt x="3813655" y="886110"/>
                  </a:lnTo>
                  <a:lnTo>
                    <a:pt x="3813764" y="886110"/>
                  </a:lnTo>
                  <a:lnTo>
                    <a:pt x="3813764" y="885486"/>
                  </a:lnTo>
                  <a:lnTo>
                    <a:pt x="3813872" y="885486"/>
                  </a:lnTo>
                  <a:lnTo>
                    <a:pt x="3813981" y="885486"/>
                  </a:lnTo>
                  <a:lnTo>
                    <a:pt x="3814089" y="885486"/>
                  </a:lnTo>
                  <a:lnTo>
                    <a:pt x="3814198" y="885486"/>
                  </a:lnTo>
                  <a:lnTo>
                    <a:pt x="3814306" y="885486"/>
                  </a:lnTo>
                  <a:lnTo>
                    <a:pt x="3814414" y="885486"/>
                  </a:lnTo>
                  <a:lnTo>
                    <a:pt x="3814414" y="884863"/>
                  </a:lnTo>
                  <a:lnTo>
                    <a:pt x="3814523" y="884863"/>
                  </a:lnTo>
                  <a:lnTo>
                    <a:pt x="3814631" y="884863"/>
                  </a:lnTo>
                  <a:lnTo>
                    <a:pt x="3814740" y="884863"/>
                  </a:lnTo>
                  <a:lnTo>
                    <a:pt x="3814740" y="884239"/>
                  </a:lnTo>
                  <a:lnTo>
                    <a:pt x="3814848" y="884239"/>
                  </a:lnTo>
                  <a:lnTo>
                    <a:pt x="3814957" y="884239"/>
                  </a:lnTo>
                  <a:lnTo>
                    <a:pt x="3814957" y="883616"/>
                  </a:lnTo>
                  <a:lnTo>
                    <a:pt x="3815065" y="883616"/>
                  </a:lnTo>
                  <a:lnTo>
                    <a:pt x="3815174" y="883616"/>
                  </a:lnTo>
                  <a:lnTo>
                    <a:pt x="3815282" y="883616"/>
                  </a:lnTo>
                  <a:lnTo>
                    <a:pt x="3815390" y="883616"/>
                  </a:lnTo>
                  <a:lnTo>
                    <a:pt x="3815499" y="883616"/>
                  </a:lnTo>
                  <a:lnTo>
                    <a:pt x="3815607" y="883616"/>
                  </a:lnTo>
                  <a:lnTo>
                    <a:pt x="3815607" y="882992"/>
                  </a:lnTo>
                  <a:lnTo>
                    <a:pt x="3815716" y="882992"/>
                  </a:lnTo>
                  <a:lnTo>
                    <a:pt x="3815824" y="882992"/>
                  </a:lnTo>
                  <a:lnTo>
                    <a:pt x="3815933" y="882992"/>
                  </a:lnTo>
                  <a:lnTo>
                    <a:pt x="3816041" y="882992"/>
                  </a:lnTo>
                  <a:lnTo>
                    <a:pt x="3816150" y="882992"/>
                  </a:lnTo>
                  <a:lnTo>
                    <a:pt x="3816258" y="882992"/>
                  </a:lnTo>
                  <a:lnTo>
                    <a:pt x="3816366" y="882992"/>
                  </a:lnTo>
                  <a:lnTo>
                    <a:pt x="3816475" y="882992"/>
                  </a:lnTo>
                  <a:lnTo>
                    <a:pt x="3816583" y="882992"/>
                  </a:lnTo>
                  <a:lnTo>
                    <a:pt x="3816692" y="882992"/>
                  </a:lnTo>
                  <a:lnTo>
                    <a:pt x="3816800" y="882992"/>
                  </a:lnTo>
                  <a:lnTo>
                    <a:pt x="3816909" y="882992"/>
                  </a:lnTo>
                  <a:lnTo>
                    <a:pt x="3817017" y="882992"/>
                  </a:lnTo>
                  <a:lnTo>
                    <a:pt x="3817017" y="882368"/>
                  </a:lnTo>
                  <a:lnTo>
                    <a:pt x="3817126" y="882368"/>
                  </a:lnTo>
                  <a:lnTo>
                    <a:pt x="3817234" y="882368"/>
                  </a:lnTo>
                  <a:lnTo>
                    <a:pt x="3817234" y="881745"/>
                  </a:lnTo>
                  <a:lnTo>
                    <a:pt x="3817342" y="881745"/>
                  </a:lnTo>
                  <a:lnTo>
                    <a:pt x="3817451" y="881745"/>
                  </a:lnTo>
                  <a:lnTo>
                    <a:pt x="3817559" y="881745"/>
                  </a:lnTo>
                  <a:lnTo>
                    <a:pt x="3817668" y="881745"/>
                  </a:lnTo>
                  <a:lnTo>
                    <a:pt x="3817776" y="881745"/>
                  </a:lnTo>
                  <a:lnTo>
                    <a:pt x="3817885" y="881745"/>
                  </a:lnTo>
                  <a:lnTo>
                    <a:pt x="3817993" y="881745"/>
                  </a:lnTo>
                  <a:lnTo>
                    <a:pt x="3818102" y="881745"/>
                  </a:lnTo>
                  <a:lnTo>
                    <a:pt x="3818210" y="881745"/>
                  </a:lnTo>
                  <a:lnTo>
                    <a:pt x="3818210" y="881121"/>
                  </a:lnTo>
                  <a:lnTo>
                    <a:pt x="3818319" y="881121"/>
                  </a:lnTo>
                  <a:lnTo>
                    <a:pt x="3818427" y="881121"/>
                  </a:lnTo>
                  <a:lnTo>
                    <a:pt x="3818535" y="881121"/>
                  </a:lnTo>
                  <a:lnTo>
                    <a:pt x="3818644" y="881121"/>
                  </a:lnTo>
                  <a:lnTo>
                    <a:pt x="3818752" y="881121"/>
                  </a:lnTo>
                  <a:lnTo>
                    <a:pt x="3818861" y="881121"/>
                  </a:lnTo>
                  <a:lnTo>
                    <a:pt x="3818969" y="881121"/>
                  </a:lnTo>
                  <a:lnTo>
                    <a:pt x="3818969" y="880498"/>
                  </a:lnTo>
                  <a:lnTo>
                    <a:pt x="3819078" y="880498"/>
                  </a:lnTo>
                  <a:lnTo>
                    <a:pt x="3819186" y="880498"/>
                  </a:lnTo>
                  <a:lnTo>
                    <a:pt x="3819295" y="880498"/>
                  </a:lnTo>
                  <a:lnTo>
                    <a:pt x="3819403" y="880498"/>
                  </a:lnTo>
                  <a:lnTo>
                    <a:pt x="3819511" y="880498"/>
                  </a:lnTo>
                  <a:lnTo>
                    <a:pt x="3819511" y="879874"/>
                  </a:lnTo>
                  <a:lnTo>
                    <a:pt x="3819620" y="879874"/>
                  </a:lnTo>
                  <a:lnTo>
                    <a:pt x="3819728" y="879874"/>
                  </a:lnTo>
                  <a:lnTo>
                    <a:pt x="3819837" y="879874"/>
                  </a:lnTo>
                  <a:lnTo>
                    <a:pt x="3819945" y="879874"/>
                  </a:lnTo>
                  <a:lnTo>
                    <a:pt x="3820054" y="879874"/>
                  </a:lnTo>
                  <a:lnTo>
                    <a:pt x="3820162" y="879874"/>
                  </a:lnTo>
                  <a:lnTo>
                    <a:pt x="3820271" y="879874"/>
                  </a:lnTo>
                  <a:lnTo>
                    <a:pt x="3820271" y="879251"/>
                  </a:lnTo>
                  <a:lnTo>
                    <a:pt x="3820379" y="879251"/>
                  </a:lnTo>
                  <a:lnTo>
                    <a:pt x="3820487" y="879251"/>
                  </a:lnTo>
                  <a:lnTo>
                    <a:pt x="3820596" y="879251"/>
                  </a:lnTo>
                  <a:lnTo>
                    <a:pt x="3820704" y="879251"/>
                  </a:lnTo>
                  <a:lnTo>
                    <a:pt x="3820704" y="878627"/>
                  </a:lnTo>
                  <a:lnTo>
                    <a:pt x="3820704" y="878003"/>
                  </a:lnTo>
                  <a:lnTo>
                    <a:pt x="3820813" y="878003"/>
                  </a:lnTo>
                  <a:lnTo>
                    <a:pt x="3820921" y="878003"/>
                  </a:lnTo>
                  <a:lnTo>
                    <a:pt x="3821030" y="878003"/>
                  </a:lnTo>
                  <a:lnTo>
                    <a:pt x="3821138" y="878003"/>
                  </a:lnTo>
                  <a:lnTo>
                    <a:pt x="3821247" y="878003"/>
                  </a:lnTo>
                  <a:lnTo>
                    <a:pt x="3821355" y="878003"/>
                  </a:lnTo>
                  <a:lnTo>
                    <a:pt x="3821463" y="878003"/>
                  </a:lnTo>
                  <a:lnTo>
                    <a:pt x="3821572" y="878003"/>
                  </a:lnTo>
                  <a:lnTo>
                    <a:pt x="3821680" y="878003"/>
                  </a:lnTo>
                  <a:lnTo>
                    <a:pt x="3821789" y="878003"/>
                  </a:lnTo>
                  <a:lnTo>
                    <a:pt x="3821897" y="878003"/>
                  </a:lnTo>
                  <a:lnTo>
                    <a:pt x="3822006" y="878003"/>
                  </a:lnTo>
                  <a:lnTo>
                    <a:pt x="3822114" y="878003"/>
                  </a:lnTo>
                  <a:lnTo>
                    <a:pt x="3822223" y="878003"/>
                  </a:lnTo>
                  <a:lnTo>
                    <a:pt x="3822331" y="878003"/>
                  </a:lnTo>
                  <a:lnTo>
                    <a:pt x="3822440" y="878003"/>
                  </a:lnTo>
                  <a:lnTo>
                    <a:pt x="3822548" y="878003"/>
                  </a:lnTo>
                  <a:lnTo>
                    <a:pt x="3822656" y="878003"/>
                  </a:lnTo>
                  <a:lnTo>
                    <a:pt x="3822765" y="878003"/>
                  </a:lnTo>
                  <a:lnTo>
                    <a:pt x="3822873" y="878003"/>
                  </a:lnTo>
                  <a:lnTo>
                    <a:pt x="3822982" y="878003"/>
                  </a:lnTo>
                  <a:lnTo>
                    <a:pt x="3823090" y="878003"/>
                  </a:lnTo>
                  <a:lnTo>
                    <a:pt x="3823199" y="878003"/>
                  </a:lnTo>
                  <a:lnTo>
                    <a:pt x="3823307" y="878003"/>
                  </a:lnTo>
                  <a:lnTo>
                    <a:pt x="3823416" y="878003"/>
                  </a:lnTo>
                  <a:lnTo>
                    <a:pt x="3823524" y="878003"/>
                  </a:lnTo>
                  <a:lnTo>
                    <a:pt x="3823632" y="878003"/>
                  </a:lnTo>
                  <a:lnTo>
                    <a:pt x="3823741" y="878003"/>
                  </a:lnTo>
                  <a:lnTo>
                    <a:pt x="3823849" y="878003"/>
                  </a:lnTo>
                  <a:lnTo>
                    <a:pt x="3823958" y="878003"/>
                  </a:lnTo>
                  <a:lnTo>
                    <a:pt x="3824066" y="878003"/>
                  </a:lnTo>
                  <a:lnTo>
                    <a:pt x="3824175" y="878003"/>
                  </a:lnTo>
                  <a:lnTo>
                    <a:pt x="3824283" y="878003"/>
                  </a:lnTo>
                  <a:lnTo>
                    <a:pt x="3824392" y="878003"/>
                  </a:lnTo>
                  <a:lnTo>
                    <a:pt x="3824500" y="878003"/>
                  </a:lnTo>
                  <a:lnTo>
                    <a:pt x="3824608" y="878003"/>
                  </a:lnTo>
                  <a:lnTo>
                    <a:pt x="3824717" y="878003"/>
                  </a:lnTo>
                  <a:lnTo>
                    <a:pt x="3824825" y="878003"/>
                  </a:lnTo>
                  <a:lnTo>
                    <a:pt x="3824825" y="877380"/>
                  </a:lnTo>
                  <a:lnTo>
                    <a:pt x="3824934" y="877380"/>
                  </a:lnTo>
                  <a:lnTo>
                    <a:pt x="3825042" y="877380"/>
                  </a:lnTo>
                  <a:lnTo>
                    <a:pt x="3825151" y="877380"/>
                  </a:lnTo>
                  <a:lnTo>
                    <a:pt x="3825259" y="877380"/>
                  </a:lnTo>
                  <a:lnTo>
                    <a:pt x="3825368" y="877380"/>
                  </a:lnTo>
                  <a:lnTo>
                    <a:pt x="3825476" y="877380"/>
                  </a:lnTo>
                  <a:lnTo>
                    <a:pt x="3825584" y="877380"/>
                  </a:lnTo>
                  <a:lnTo>
                    <a:pt x="3825693" y="877380"/>
                  </a:lnTo>
                  <a:lnTo>
                    <a:pt x="3825801" y="877380"/>
                  </a:lnTo>
                  <a:lnTo>
                    <a:pt x="3825910" y="877380"/>
                  </a:lnTo>
                  <a:lnTo>
                    <a:pt x="3826018" y="877380"/>
                  </a:lnTo>
                  <a:lnTo>
                    <a:pt x="3826127" y="877380"/>
                  </a:lnTo>
                  <a:lnTo>
                    <a:pt x="3826235" y="877380"/>
                  </a:lnTo>
                  <a:lnTo>
                    <a:pt x="3826344" y="877380"/>
                  </a:lnTo>
                  <a:lnTo>
                    <a:pt x="3826452" y="877380"/>
                  </a:lnTo>
                  <a:lnTo>
                    <a:pt x="3826561" y="877380"/>
                  </a:lnTo>
                  <a:lnTo>
                    <a:pt x="3826669" y="877380"/>
                  </a:lnTo>
                  <a:lnTo>
                    <a:pt x="3826669" y="876756"/>
                  </a:lnTo>
                  <a:lnTo>
                    <a:pt x="3826777" y="876756"/>
                  </a:lnTo>
                  <a:lnTo>
                    <a:pt x="3826886" y="876756"/>
                  </a:lnTo>
                  <a:lnTo>
                    <a:pt x="3826994" y="876756"/>
                  </a:lnTo>
                  <a:lnTo>
                    <a:pt x="3827103" y="876756"/>
                  </a:lnTo>
                  <a:lnTo>
                    <a:pt x="3827211" y="876756"/>
                  </a:lnTo>
                  <a:lnTo>
                    <a:pt x="3827320" y="876756"/>
                  </a:lnTo>
                  <a:lnTo>
                    <a:pt x="3827320" y="876133"/>
                  </a:lnTo>
                  <a:lnTo>
                    <a:pt x="3827320" y="875509"/>
                  </a:lnTo>
                  <a:lnTo>
                    <a:pt x="3827428" y="875509"/>
                  </a:lnTo>
                  <a:lnTo>
                    <a:pt x="3827428" y="874885"/>
                  </a:lnTo>
                  <a:lnTo>
                    <a:pt x="3827537" y="874885"/>
                  </a:lnTo>
                  <a:lnTo>
                    <a:pt x="3827645" y="874885"/>
                  </a:lnTo>
                  <a:lnTo>
                    <a:pt x="3827753" y="874885"/>
                  </a:lnTo>
                  <a:lnTo>
                    <a:pt x="3827753" y="874262"/>
                  </a:lnTo>
                  <a:lnTo>
                    <a:pt x="3827862" y="874262"/>
                  </a:lnTo>
                  <a:lnTo>
                    <a:pt x="3827970" y="874262"/>
                  </a:lnTo>
                  <a:lnTo>
                    <a:pt x="3828079" y="874262"/>
                  </a:lnTo>
                  <a:lnTo>
                    <a:pt x="3828187" y="874262"/>
                  </a:lnTo>
                  <a:lnTo>
                    <a:pt x="3828296" y="874262"/>
                  </a:lnTo>
                  <a:lnTo>
                    <a:pt x="3828404" y="874262"/>
                  </a:lnTo>
                  <a:lnTo>
                    <a:pt x="3828513" y="874262"/>
                  </a:lnTo>
                  <a:lnTo>
                    <a:pt x="3828513" y="873638"/>
                  </a:lnTo>
                  <a:lnTo>
                    <a:pt x="3828621" y="873638"/>
                  </a:lnTo>
                  <a:lnTo>
                    <a:pt x="3828621" y="873015"/>
                  </a:lnTo>
                  <a:lnTo>
                    <a:pt x="3828729" y="873015"/>
                  </a:lnTo>
                  <a:lnTo>
                    <a:pt x="3828838" y="873015"/>
                  </a:lnTo>
                  <a:lnTo>
                    <a:pt x="3828946" y="873015"/>
                  </a:lnTo>
                  <a:lnTo>
                    <a:pt x="3829055" y="873015"/>
                  </a:lnTo>
                  <a:lnTo>
                    <a:pt x="3829163" y="873015"/>
                  </a:lnTo>
                  <a:lnTo>
                    <a:pt x="3829272" y="873015"/>
                  </a:lnTo>
                  <a:lnTo>
                    <a:pt x="3829380" y="873015"/>
                  </a:lnTo>
                  <a:lnTo>
                    <a:pt x="3829489" y="873015"/>
                  </a:lnTo>
                  <a:lnTo>
                    <a:pt x="3829597" y="873015"/>
                  </a:lnTo>
                  <a:lnTo>
                    <a:pt x="3829705" y="873015"/>
                  </a:lnTo>
                  <a:lnTo>
                    <a:pt x="3829814" y="873015"/>
                  </a:lnTo>
                  <a:lnTo>
                    <a:pt x="3829922" y="873015"/>
                  </a:lnTo>
                  <a:lnTo>
                    <a:pt x="3829922" y="872391"/>
                  </a:lnTo>
                  <a:lnTo>
                    <a:pt x="3830031" y="872391"/>
                  </a:lnTo>
                  <a:lnTo>
                    <a:pt x="3830139" y="872391"/>
                  </a:lnTo>
                  <a:lnTo>
                    <a:pt x="3830248" y="872391"/>
                  </a:lnTo>
                  <a:lnTo>
                    <a:pt x="3830356" y="872391"/>
                  </a:lnTo>
                  <a:lnTo>
                    <a:pt x="3830465" y="872391"/>
                  </a:lnTo>
                  <a:lnTo>
                    <a:pt x="3830465" y="871768"/>
                  </a:lnTo>
                  <a:lnTo>
                    <a:pt x="3830573" y="871768"/>
                  </a:lnTo>
                  <a:lnTo>
                    <a:pt x="3830682" y="871768"/>
                  </a:lnTo>
                  <a:lnTo>
                    <a:pt x="3830790" y="871768"/>
                  </a:lnTo>
                  <a:lnTo>
                    <a:pt x="3830790" y="871144"/>
                  </a:lnTo>
                  <a:lnTo>
                    <a:pt x="3830898" y="871144"/>
                  </a:lnTo>
                  <a:lnTo>
                    <a:pt x="3831007" y="871144"/>
                  </a:lnTo>
                  <a:lnTo>
                    <a:pt x="3831115" y="871144"/>
                  </a:lnTo>
                  <a:lnTo>
                    <a:pt x="3831224" y="871144"/>
                  </a:lnTo>
                  <a:lnTo>
                    <a:pt x="3831332" y="871144"/>
                  </a:lnTo>
                  <a:lnTo>
                    <a:pt x="3831441" y="871144"/>
                  </a:lnTo>
                  <a:lnTo>
                    <a:pt x="3831549" y="871144"/>
                  </a:lnTo>
                  <a:lnTo>
                    <a:pt x="3831658" y="871144"/>
                  </a:lnTo>
                  <a:lnTo>
                    <a:pt x="3831766" y="871144"/>
                  </a:lnTo>
                  <a:lnTo>
                    <a:pt x="3831874" y="871144"/>
                  </a:lnTo>
                  <a:lnTo>
                    <a:pt x="3831983" y="871144"/>
                  </a:lnTo>
                  <a:lnTo>
                    <a:pt x="3831983" y="870520"/>
                  </a:lnTo>
                  <a:lnTo>
                    <a:pt x="3832091" y="870520"/>
                  </a:lnTo>
                  <a:lnTo>
                    <a:pt x="3832200" y="870520"/>
                  </a:lnTo>
                  <a:lnTo>
                    <a:pt x="3832308" y="870520"/>
                  </a:lnTo>
                  <a:lnTo>
                    <a:pt x="3832417" y="870520"/>
                  </a:lnTo>
                  <a:lnTo>
                    <a:pt x="3832525" y="870520"/>
                  </a:lnTo>
                  <a:lnTo>
                    <a:pt x="3832634" y="870520"/>
                  </a:lnTo>
                  <a:lnTo>
                    <a:pt x="3832742" y="870520"/>
                  </a:lnTo>
                  <a:lnTo>
                    <a:pt x="3832850" y="870520"/>
                  </a:lnTo>
                  <a:lnTo>
                    <a:pt x="3832959" y="870520"/>
                  </a:lnTo>
                  <a:lnTo>
                    <a:pt x="3833067" y="870520"/>
                  </a:lnTo>
                  <a:lnTo>
                    <a:pt x="3833176" y="870520"/>
                  </a:lnTo>
                  <a:lnTo>
                    <a:pt x="3833284" y="870520"/>
                  </a:lnTo>
                  <a:lnTo>
                    <a:pt x="3833393" y="870520"/>
                  </a:lnTo>
                  <a:lnTo>
                    <a:pt x="3833501" y="870520"/>
                  </a:lnTo>
                  <a:lnTo>
                    <a:pt x="3833610" y="870520"/>
                  </a:lnTo>
                  <a:lnTo>
                    <a:pt x="3833718" y="870520"/>
                  </a:lnTo>
                  <a:lnTo>
                    <a:pt x="3833826" y="870520"/>
                  </a:lnTo>
                  <a:lnTo>
                    <a:pt x="3833935" y="870520"/>
                  </a:lnTo>
                  <a:lnTo>
                    <a:pt x="3834043" y="870520"/>
                  </a:lnTo>
                  <a:lnTo>
                    <a:pt x="3834152" y="870520"/>
                  </a:lnTo>
                  <a:lnTo>
                    <a:pt x="3834260" y="870520"/>
                  </a:lnTo>
                  <a:lnTo>
                    <a:pt x="3834369" y="870520"/>
                  </a:lnTo>
                  <a:lnTo>
                    <a:pt x="3834477" y="870520"/>
                  </a:lnTo>
                  <a:lnTo>
                    <a:pt x="3834586" y="870520"/>
                  </a:lnTo>
                  <a:lnTo>
                    <a:pt x="3834694" y="870520"/>
                  </a:lnTo>
                  <a:lnTo>
                    <a:pt x="3834802" y="870520"/>
                  </a:lnTo>
                  <a:lnTo>
                    <a:pt x="3834911" y="870520"/>
                  </a:lnTo>
                  <a:lnTo>
                    <a:pt x="3835019" y="870520"/>
                  </a:lnTo>
                  <a:lnTo>
                    <a:pt x="3835128" y="870520"/>
                  </a:lnTo>
                  <a:lnTo>
                    <a:pt x="3835236" y="870520"/>
                  </a:lnTo>
                  <a:lnTo>
                    <a:pt x="3835345" y="870520"/>
                  </a:lnTo>
                  <a:lnTo>
                    <a:pt x="3835453" y="870520"/>
                  </a:lnTo>
                  <a:lnTo>
                    <a:pt x="3835562" y="870520"/>
                  </a:lnTo>
                  <a:lnTo>
                    <a:pt x="3835670" y="870520"/>
                  </a:lnTo>
                  <a:lnTo>
                    <a:pt x="3835779" y="870520"/>
                  </a:lnTo>
                  <a:lnTo>
                    <a:pt x="3835887" y="870520"/>
                  </a:lnTo>
                  <a:lnTo>
                    <a:pt x="3835995" y="870520"/>
                  </a:lnTo>
                  <a:lnTo>
                    <a:pt x="3836104" y="870520"/>
                  </a:lnTo>
                  <a:lnTo>
                    <a:pt x="3836212" y="870520"/>
                  </a:lnTo>
                  <a:lnTo>
                    <a:pt x="3836321" y="870520"/>
                  </a:lnTo>
                  <a:lnTo>
                    <a:pt x="3836429" y="870520"/>
                  </a:lnTo>
                  <a:lnTo>
                    <a:pt x="3836538" y="870520"/>
                  </a:lnTo>
                  <a:lnTo>
                    <a:pt x="3836538" y="869897"/>
                  </a:lnTo>
                  <a:lnTo>
                    <a:pt x="3836646" y="869897"/>
                  </a:lnTo>
                  <a:lnTo>
                    <a:pt x="3836755" y="869897"/>
                  </a:lnTo>
                  <a:lnTo>
                    <a:pt x="3836863" y="869897"/>
                  </a:lnTo>
                  <a:lnTo>
                    <a:pt x="3836863" y="869273"/>
                  </a:lnTo>
                  <a:lnTo>
                    <a:pt x="3836863" y="868650"/>
                  </a:lnTo>
                  <a:lnTo>
                    <a:pt x="3836971" y="868650"/>
                  </a:lnTo>
                  <a:lnTo>
                    <a:pt x="3837080" y="868650"/>
                  </a:lnTo>
                  <a:lnTo>
                    <a:pt x="3837080" y="868026"/>
                  </a:lnTo>
                  <a:lnTo>
                    <a:pt x="3837188" y="868026"/>
                  </a:lnTo>
                  <a:lnTo>
                    <a:pt x="3837297" y="868026"/>
                  </a:lnTo>
                  <a:lnTo>
                    <a:pt x="3837405" y="868026"/>
                  </a:lnTo>
                  <a:lnTo>
                    <a:pt x="3837514" y="868026"/>
                  </a:lnTo>
                  <a:lnTo>
                    <a:pt x="3837622" y="868026"/>
                  </a:lnTo>
                  <a:lnTo>
                    <a:pt x="3837731" y="868026"/>
                  </a:lnTo>
                  <a:lnTo>
                    <a:pt x="3837731" y="867403"/>
                  </a:lnTo>
                  <a:lnTo>
                    <a:pt x="3837839" y="867403"/>
                  </a:lnTo>
                  <a:lnTo>
                    <a:pt x="3837947" y="867403"/>
                  </a:lnTo>
                  <a:lnTo>
                    <a:pt x="3838056" y="867403"/>
                  </a:lnTo>
                  <a:lnTo>
                    <a:pt x="3838164" y="867403"/>
                  </a:lnTo>
                  <a:lnTo>
                    <a:pt x="3838273" y="867403"/>
                  </a:lnTo>
                  <a:lnTo>
                    <a:pt x="3838381" y="867403"/>
                  </a:lnTo>
                  <a:lnTo>
                    <a:pt x="3838381" y="866779"/>
                  </a:lnTo>
                  <a:lnTo>
                    <a:pt x="3838490" y="866779"/>
                  </a:lnTo>
                  <a:lnTo>
                    <a:pt x="3838598" y="866779"/>
                  </a:lnTo>
                  <a:lnTo>
                    <a:pt x="3838707" y="866779"/>
                  </a:lnTo>
                  <a:lnTo>
                    <a:pt x="3838815" y="866779"/>
                  </a:lnTo>
                  <a:lnTo>
                    <a:pt x="3838923" y="866779"/>
                  </a:lnTo>
                  <a:lnTo>
                    <a:pt x="3839032" y="866779"/>
                  </a:lnTo>
                  <a:lnTo>
                    <a:pt x="3839140" y="866779"/>
                  </a:lnTo>
                  <a:lnTo>
                    <a:pt x="3839249" y="866779"/>
                  </a:lnTo>
                  <a:lnTo>
                    <a:pt x="3839357" y="866779"/>
                  </a:lnTo>
                  <a:lnTo>
                    <a:pt x="3839466" y="866779"/>
                  </a:lnTo>
                  <a:lnTo>
                    <a:pt x="3839574" y="866779"/>
                  </a:lnTo>
                  <a:lnTo>
                    <a:pt x="3839683" y="866779"/>
                  </a:lnTo>
                  <a:lnTo>
                    <a:pt x="3839683" y="866155"/>
                  </a:lnTo>
                  <a:lnTo>
                    <a:pt x="3839683" y="865532"/>
                  </a:lnTo>
                  <a:lnTo>
                    <a:pt x="3839683" y="864908"/>
                  </a:lnTo>
                  <a:lnTo>
                    <a:pt x="3839791" y="864908"/>
                  </a:lnTo>
                  <a:lnTo>
                    <a:pt x="3839900" y="864908"/>
                  </a:lnTo>
                  <a:lnTo>
                    <a:pt x="3839900" y="864285"/>
                  </a:lnTo>
                  <a:lnTo>
                    <a:pt x="3840008" y="864285"/>
                  </a:lnTo>
                  <a:lnTo>
                    <a:pt x="3840008" y="863661"/>
                  </a:lnTo>
                  <a:lnTo>
                    <a:pt x="3840116" y="863661"/>
                  </a:lnTo>
                  <a:lnTo>
                    <a:pt x="3840225" y="863661"/>
                  </a:lnTo>
                  <a:lnTo>
                    <a:pt x="3840333" y="863661"/>
                  </a:lnTo>
                  <a:lnTo>
                    <a:pt x="3840442" y="863661"/>
                  </a:lnTo>
                  <a:lnTo>
                    <a:pt x="3840550" y="863661"/>
                  </a:lnTo>
                  <a:lnTo>
                    <a:pt x="3840659" y="863661"/>
                  </a:lnTo>
                  <a:lnTo>
                    <a:pt x="3840767" y="863661"/>
                  </a:lnTo>
                  <a:lnTo>
                    <a:pt x="3840876" y="863661"/>
                  </a:lnTo>
                  <a:lnTo>
                    <a:pt x="3840984" y="863661"/>
                  </a:lnTo>
                  <a:lnTo>
                    <a:pt x="3841092" y="863661"/>
                  </a:lnTo>
                  <a:lnTo>
                    <a:pt x="3841201" y="863661"/>
                  </a:lnTo>
                  <a:lnTo>
                    <a:pt x="3841309" y="863661"/>
                  </a:lnTo>
                  <a:lnTo>
                    <a:pt x="3841418" y="863661"/>
                  </a:lnTo>
                  <a:lnTo>
                    <a:pt x="3841526" y="863661"/>
                  </a:lnTo>
                  <a:lnTo>
                    <a:pt x="3841635" y="863661"/>
                  </a:lnTo>
                  <a:lnTo>
                    <a:pt x="3841743" y="863661"/>
                  </a:lnTo>
                  <a:lnTo>
                    <a:pt x="3841852" y="863661"/>
                  </a:lnTo>
                  <a:lnTo>
                    <a:pt x="3841960" y="863661"/>
                  </a:lnTo>
                  <a:lnTo>
                    <a:pt x="3842068" y="863661"/>
                  </a:lnTo>
                  <a:lnTo>
                    <a:pt x="3842177" y="863661"/>
                  </a:lnTo>
                  <a:lnTo>
                    <a:pt x="3842285" y="863661"/>
                  </a:lnTo>
                  <a:lnTo>
                    <a:pt x="3842394" y="863661"/>
                  </a:lnTo>
                  <a:lnTo>
                    <a:pt x="3842394" y="863037"/>
                  </a:lnTo>
                  <a:lnTo>
                    <a:pt x="3842502" y="863037"/>
                  </a:lnTo>
                  <a:lnTo>
                    <a:pt x="3842611" y="863037"/>
                  </a:lnTo>
                  <a:lnTo>
                    <a:pt x="3842719" y="863037"/>
                  </a:lnTo>
                  <a:lnTo>
                    <a:pt x="3842828" y="863037"/>
                  </a:lnTo>
                  <a:lnTo>
                    <a:pt x="3842936" y="863037"/>
                  </a:lnTo>
                  <a:lnTo>
                    <a:pt x="3843044" y="863037"/>
                  </a:lnTo>
                  <a:lnTo>
                    <a:pt x="3843153" y="863037"/>
                  </a:lnTo>
                  <a:lnTo>
                    <a:pt x="3843153" y="862414"/>
                  </a:lnTo>
                  <a:lnTo>
                    <a:pt x="3843261" y="862414"/>
                  </a:lnTo>
                  <a:lnTo>
                    <a:pt x="3843370" y="862414"/>
                  </a:lnTo>
                  <a:lnTo>
                    <a:pt x="3843478" y="862414"/>
                  </a:lnTo>
                  <a:lnTo>
                    <a:pt x="3843587" y="862414"/>
                  </a:lnTo>
                  <a:lnTo>
                    <a:pt x="3843695" y="862414"/>
                  </a:lnTo>
                  <a:lnTo>
                    <a:pt x="3843695" y="861790"/>
                  </a:lnTo>
                  <a:lnTo>
                    <a:pt x="3843804" y="861790"/>
                  </a:lnTo>
                  <a:lnTo>
                    <a:pt x="3843912" y="861790"/>
                  </a:lnTo>
                  <a:lnTo>
                    <a:pt x="3844021" y="861790"/>
                  </a:lnTo>
                  <a:lnTo>
                    <a:pt x="3844129" y="861790"/>
                  </a:lnTo>
                  <a:lnTo>
                    <a:pt x="3844237" y="861790"/>
                  </a:lnTo>
                  <a:lnTo>
                    <a:pt x="3844346" y="861790"/>
                  </a:lnTo>
                  <a:lnTo>
                    <a:pt x="3844454" y="861790"/>
                  </a:lnTo>
                  <a:lnTo>
                    <a:pt x="3844563" y="861790"/>
                  </a:lnTo>
                  <a:lnTo>
                    <a:pt x="3844671" y="861790"/>
                  </a:lnTo>
                  <a:lnTo>
                    <a:pt x="3844780" y="861790"/>
                  </a:lnTo>
                  <a:lnTo>
                    <a:pt x="3844888" y="861790"/>
                  </a:lnTo>
                  <a:lnTo>
                    <a:pt x="3844997" y="861790"/>
                  </a:lnTo>
                  <a:lnTo>
                    <a:pt x="3845105" y="861790"/>
                  </a:lnTo>
                  <a:lnTo>
                    <a:pt x="3845213" y="861790"/>
                  </a:lnTo>
                  <a:lnTo>
                    <a:pt x="3845322" y="861790"/>
                  </a:lnTo>
                  <a:lnTo>
                    <a:pt x="3845430" y="861790"/>
                  </a:lnTo>
                  <a:lnTo>
                    <a:pt x="3845539" y="861790"/>
                  </a:lnTo>
                  <a:lnTo>
                    <a:pt x="3845647" y="861790"/>
                  </a:lnTo>
                  <a:lnTo>
                    <a:pt x="3845756" y="861790"/>
                  </a:lnTo>
                  <a:lnTo>
                    <a:pt x="3845864" y="861790"/>
                  </a:lnTo>
                  <a:lnTo>
                    <a:pt x="3845973" y="861790"/>
                  </a:lnTo>
                  <a:lnTo>
                    <a:pt x="3846081" y="861790"/>
                  </a:lnTo>
                  <a:lnTo>
                    <a:pt x="3846189" y="861790"/>
                  </a:lnTo>
                  <a:lnTo>
                    <a:pt x="3846298" y="861790"/>
                  </a:lnTo>
                  <a:lnTo>
                    <a:pt x="3846406" y="861790"/>
                  </a:lnTo>
                  <a:lnTo>
                    <a:pt x="3846515" y="861790"/>
                  </a:lnTo>
                  <a:lnTo>
                    <a:pt x="3846515" y="861167"/>
                  </a:lnTo>
                  <a:lnTo>
                    <a:pt x="3846623" y="861167"/>
                  </a:lnTo>
                  <a:lnTo>
                    <a:pt x="3846732" y="861167"/>
                  </a:lnTo>
                  <a:lnTo>
                    <a:pt x="3846840" y="861167"/>
                  </a:lnTo>
                  <a:lnTo>
                    <a:pt x="3846949" y="861167"/>
                  </a:lnTo>
                  <a:lnTo>
                    <a:pt x="3847057" y="861167"/>
                  </a:lnTo>
                  <a:lnTo>
                    <a:pt x="3847165" y="861167"/>
                  </a:lnTo>
                  <a:lnTo>
                    <a:pt x="3847274" y="861167"/>
                  </a:lnTo>
                  <a:lnTo>
                    <a:pt x="3847382" y="861167"/>
                  </a:lnTo>
                  <a:lnTo>
                    <a:pt x="3847491" y="861167"/>
                  </a:lnTo>
                  <a:lnTo>
                    <a:pt x="3847599" y="861167"/>
                  </a:lnTo>
                  <a:lnTo>
                    <a:pt x="3847708" y="861167"/>
                  </a:lnTo>
                  <a:lnTo>
                    <a:pt x="3847816" y="861167"/>
                  </a:lnTo>
                  <a:lnTo>
                    <a:pt x="3847925" y="861167"/>
                  </a:lnTo>
                  <a:lnTo>
                    <a:pt x="3848033" y="861167"/>
                  </a:lnTo>
                  <a:lnTo>
                    <a:pt x="3848033" y="860543"/>
                  </a:lnTo>
                  <a:lnTo>
                    <a:pt x="3848142" y="860543"/>
                  </a:lnTo>
                  <a:lnTo>
                    <a:pt x="3848250" y="860543"/>
                  </a:lnTo>
                  <a:lnTo>
                    <a:pt x="3848358" y="860543"/>
                  </a:lnTo>
                  <a:lnTo>
                    <a:pt x="3848467" y="860543"/>
                  </a:lnTo>
                  <a:lnTo>
                    <a:pt x="3848575" y="860543"/>
                  </a:lnTo>
                  <a:lnTo>
                    <a:pt x="3848575" y="859920"/>
                  </a:lnTo>
                  <a:lnTo>
                    <a:pt x="3848684" y="859920"/>
                  </a:lnTo>
                  <a:lnTo>
                    <a:pt x="3848792" y="859920"/>
                  </a:lnTo>
                  <a:lnTo>
                    <a:pt x="3848901" y="859920"/>
                  </a:lnTo>
                  <a:lnTo>
                    <a:pt x="3849009" y="859920"/>
                  </a:lnTo>
                  <a:lnTo>
                    <a:pt x="3849118" y="859920"/>
                  </a:lnTo>
                  <a:lnTo>
                    <a:pt x="3849226" y="859920"/>
                  </a:lnTo>
                  <a:lnTo>
                    <a:pt x="3849334" y="859920"/>
                  </a:lnTo>
                  <a:lnTo>
                    <a:pt x="3849443" y="859920"/>
                  </a:lnTo>
                  <a:lnTo>
                    <a:pt x="3849551" y="859920"/>
                  </a:lnTo>
                  <a:lnTo>
                    <a:pt x="3849660" y="859920"/>
                  </a:lnTo>
                  <a:lnTo>
                    <a:pt x="3849768" y="859920"/>
                  </a:lnTo>
                  <a:lnTo>
                    <a:pt x="3849877" y="859920"/>
                  </a:lnTo>
                  <a:lnTo>
                    <a:pt x="3849985" y="859920"/>
                  </a:lnTo>
                  <a:lnTo>
                    <a:pt x="3850094" y="859920"/>
                  </a:lnTo>
                  <a:lnTo>
                    <a:pt x="3850202" y="859920"/>
                  </a:lnTo>
                  <a:lnTo>
                    <a:pt x="3850310" y="859920"/>
                  </a:lnTo>
                  <a:lnTo>
                    <a:pt x="3850419" y="859920"/>
                  </a:lnTo>
                  <a:lnTo>
                    <a:pt x="3850527" y="859920"/>
                  </a:lnTo>
                  <a:lnTo>
                    <a:pt x="3850636" y="859920"/>
                  </a:lnTo>
                  <a:lnTo>
                    <a:pt x="3850744" y="859920"/>
                  </a:lnTo>
                  <a:lnTo>
                    <a:pt x="3850853" y="859920"/>
                  </a:lnTo>
                  <a:lnTo>
                    <a:pt x="3850961" y="859920"/>
                  </a:lnTo>
                  <a:lnTo>
                    <a:pt x="3851070" y="859920"/>
                  </a:lnTo>
                  <a:lnTo>
                    <a:pt x="3851178" y="859920"/>
                  </a:lnTo>
                  <a:lnTo>
                    <a:pt x="3851286" y="859920"/>
                  </a:lnTo>
                  <a:lnTo>
                    <a:pt x="3851395" y="859920"/>
                  </a:lnTo>
                  <a:lnTo>
                    <a:pt x="3851503" y="859920"/>
                  </a:lnTo>
                  <a:lnTo>
                    <a:pt x="3851503" y="859296"/>
                  </a:lnTo>
                  <a:lnTo>
                    <a:pt x="3851612" y="859296"/>
                  </a:lnTo>
                  <a:lnTo>
                    <a:pt x="3851720" y="859296"/>
                  </a:lnTo>
                  <a:lnTo>
                    <a:pt x="3851829" y="859296"/>
                  </a:lnTo>
                  <a:lnTo>
                    <a:pt x="3851937" y="859296"/>
                  </a:lnTo>
                  <a:lnTo>
                    <a:pt x="3852046" y="859296"/>
                  </a:lnTo>
                  <a:lnTo>
                    <a:pt x="3852154" y="859296"/>
                  </a:lnTo>
                  <a:lnTo>
                    <a:pt x="3852263" y="859296"/>
                  </a:lnTo>
                  <a:lnTo>
                    <a:pt x="3852371" y="859296"/>
                  </a:lnTo>
                  <a:lnTo>
                    <a:pt x="3852479" y="859296"/>
                  </a:lnTo>
                  <a:lnTo>
                    <a:pt x="3852588" y="859296"/>
                  </a:lnTo>
                  <a:lnTo>
                    <a:pt x="3852696" y="859296"/>
                  </a:lnTo>
                  <a:lnTo>
                    <a:pt x="3852696" y="858672"/>
                  </a:lnTo>
                  <a:lnTo>
                    <a:pt x="3852696" y="858049"/>
                  </a:lnTo>
                  <a:lnTo>
                    <a:pt x="3852805" y="858049"/>
                  </a:lnTo>
                  <a:lnTo>
                    <a:pt x="3852913" y="858049"/>
                  </a:lnTo>
                  <a:lnTo>
                    <a:pt x="3853022" y="858049"/>
                  </a:lnTo>
                  <a:lnTo>
                    <a:pt x="3853130" y="858049"/>
                  </a:lnTo>
                  <a:lnTo>
                    <a:pt x="3853239" y="858049"/>
                  </a:lnTo>
                  <a:lnTo>
                    <a:pt x="3853347" y="858049"/>
                  </a:lnTo>
                  <a:lnTo>
                    <a:pt x="3853347" y="857425"/>
                  </a:lnTo>
                  <a:lnTo>
                    <a:pt x="3853455" y="857425"/>
                  </a:lnTo>
                  <a:lnTo>
                    <a:pt x="3853564" y="857425"/>
                  </a:lnTo>
                  <a:lnTo>
                    <a:pt x="3853672" y="857425"/>
                  </a:lnTo>
                  <a:lnTo>
                    <a:pt x="3853781" y="857425"/>
                  </a:lnTo>
                  <a:lnTo>
                    <a:pt x="3853889" y="857425"/>
                  </a:lnTo>
                  <a:lnTo>
                    <a:pt x="3853998" y="857425"/>
                  </a:lnTo>
                  <a:lnTo>
                    <a:pt x="3854106" y="857425"/>
                  </a:lnTo>
                  <a:lnTo>
                    <a:pt x="3854215" y="857425"/>
                  </a:lnTo>
                  <a:lnTo>
                    <a:pt x="3854323" y="857425"/>
                  </a:lnTo>
                  <a:lnTo>
                    <a:pt x="3854431" y="857425"/>
                  </a:lnTo>
                  <a:lnTo>
                    <a:pt x="3854540" y="857425"/>
                  </a:lnTo>
                  <a:lnTo>
                    <a:pt x="3854648" y="857425"/>
                  </a:lnTo>
                  <a:lnTo>
                    <a:pt x="3854757" y="857425"/>
                  </a:lnTo>
                  <a:lnTo>
                    <a:pt x="3854865" y="857425"/>
                  </a:lnTo>
                  <a:lnTo>
                    <a:pt x="3854974" y="857425"/>
                  </a:lnTo>
                  <a:lnTo>
                    <a:pt x="3855082" y="857425"/>
                  </a:lnTo>
                  <a:lnTo>
                    <a:pt x="3855191" y="857425"/>
                  </a:lnTo>
                  <a:lnTo>
                    <a:pt x="3855299" y="857425"/>
                  </a:lnTo>
                  <a:lnTo>
                    <a:pt x="3855299" y="856802"/>
                  </a:lnTo>
                  <a:lnTo>
                    <a:pt x="3855299" y="856178"/>
                  </a:lnTo>
                  <a:lnTo>
                    <a:pt x="3855407" y="856178"/>
                  </a:lnTo>
                  <a:lnTo>
                    <a:pt x="3855516" y="856178"/>
                  </a:lnTo>
                  <a:lnTo>
                    <a:pt x="3855624" y="856178"/>
                  </a:lnTo>
                  <a:lnTo>
                    <a:pt x="3855733" y="856178"/>
                  </a:lnTo>
                  <a:lnTo>
                    <a:pt x="3855841" y="856178"/>
                  </a:lnTo>
                  <a:lnTo>
                    <a:pt x="3855950" y="856178"/>
                  </a:lnTo>
                  <a:lnTo>
                    <a:pt x="3856058" y="856178"/>
                  </a:lnTo>
                  <a:lnTo>
                    <a:pt x="3856167" y="856178"/>
                  </a:lnTo>
                  <a:lnTo>
                    <a:pt x="3856167" y="855554"/>
                  </a:lnTo>
                  <a:lnTo>
                    <a:pt x="3856275" y="855554"/>
                  </a:lnTo>
                  <a:lnTo>
                    <a:pt x="3856383" y="855554"/>
                  </a:lnTo>
                  <a:lnTo>
                    <a:pt x="3856492" y="855554"/>
                  </a:lnTo>
                  <a:lnTo>
                    <a:pt x="3856600" y="855554"/>
                  </a:lnTo>
                  <a:lnTo>
                    <a:pt x="3856709" y="855554"/>
                  </a:lnTo>
                  <a:lnTo>
                    <a:pt x="3856817" y="855554"/>
                  </a:lnTo>
                  <a:lnTo>
                    <a:pt x="3856926" y="855554"/>
                  </a:lnTo>
                  <a:lnTo>
                    <a:pt x="3857034" y="855554"/>
                  </a:lnTo>
                  <a:lnTo>
                    <a:pt x="3857143" y="855554"/>
                  </a:lnTo>
                  <a:lnTo>
                    <a:pt x="3857251" y="855554"/>
                  </a:lnTo>
                  <a:lnTo>
                    <a:pt x="3857251" y="854931"/>
                  </a:lnTo>
                  <a:lnTo>
                    <a:pt x="3857360" y="854931"/>
                  </a:lnTo>
                  <a:lnTo>
                    <a:pt x="3857468" y="854931"/>
                  </a:lnTo>
                  <a:lnTo>
                    <a:pt x="3857576" y="854931"/>
                  </a:lnTo>
                  <a:lnTo>
                    <a:pt x="3857685" y="854931"/>
                  </a:lnTo>
                  <a:lnTo>
                    <a:pt x="3857793" y="854931"/>
                  </a:lnTo>
                  <a:lnTo>
                    <a:pt x="3857793" y="854307"/>
                  </a:lnTo>
                  <a:lnTo>
                    <a:pt x="3857902" y="854307"/>
                  </a:lnTo>
                  <a:lnTo>
                    <a:pt x="3858010" y="854307"/>
                  </a:lnTo>
                  <a:lnTo>
                    <a:pt x="3858119" y="854307"/>
                  </a:lnTo>
                  <a:lnTo>
                    <a:pt x="3858227" y="854307"/>
                  </a:lnTo>
                  <a:lnTo>
                    <a:pt x="3858227" y="853684"/>
                  </a:lnTo>
                  <a:lnTo>
                    <a:pt x="3858336" y="853684"/>
                  </a:lnTo>
                  <a:lnTo>
                    <a:pt x="3858444" y="853684"/>
                  </a:lnTo>
                  <a:lnTo>
                    <a:pt x="3858552" y="853684"/>
                  </a:lnTo>
                  <a:lnTo>
                    <a:pt x="3858661" y="853684"/>
                  </a:lnTo>
                  <a:lnTo>
                    <a:pt x="3858769" y="853684"/>
                  </a:lnTo>
                  <a:lnTo>
                    <a:pt x="3858878" y="853684"/>
                  </a:lnTo>
                  <a:lnTo>
                    <a:pt x="3858878" y="853060"/>
                  </a:lnTo>
                  <a:lnTo>
                    <a:pt x="3858878" y="852437"/>
                  </a:lnTo>
                  <a:lnTo>
                    <a:pt x="3858986" y="852437"/>
                  </a:lnTo>
                  <a:lnTo>
                    <a:pt x="3859095" y="852437"/>
                  </a:lnTo>
                  <a:lnTo>
                    <a:pt x="3859203" y="852437"/>
                  </a:lnTo>
                  <a:lnTo>
                    <a:pt x="3859312" y="852437"/>
                  </a:lnTo>
                  <a:lnTo>
                    <a:pt x="3859420" y="852437"/>
                  </a:lnTo>
                  <a:lnTo>
                    <a:pt x="3859528" y="852437"/>
                  </a:lnTo>
                  <a:lnTo>
                    <a:pt x="3859637" y="852437"/>
                  </a:lnTo>
                  <a:lnTo>
                    <a:pt x="3859745" y="852437"/>
                  </a:lnTo>
                  <a:lnTo>
                    <a:pt x="3859854" y="852437"/>
                  </a:lnTo>
                  <a:lnTo>
                    <a:pt x="3859962" y="852437"/>
                  </a:lnTo>
                  <a:lnTo>
                    <a:pt x="3860071" y="852437"/>
                  </a:lnTo>
                  <a:lnTo>
                    <a:pt x="3860179" y="852437"/>
                  </a:lnTo>
                  <a:lnTo>
                    <a:pt x="3860288" y="852437"/>
                  </a:lnTo>
                  <a:lnTo>
                    <a:pt x="3860288" y="851813"/>
                  </a:lnTo>
                  <a:lnTo>
                    <a:pt x="3860396" y="851813"/>
                  </a:lnTo>
                  <a:lnTo>
                    <a:pt x="3860504" y="851813"/>
                  </a:lnTo>
                  <a:lnTo>
                    <a:pt x="3860613" y="851813"/>
                  </a:lnTo>
                  <a:lnTo>
                    <a:pt x="3860721" y="851813"/>
                  </a:lnTo>
                  <a:lnTo>
                    <a:pt x="3860830" y="851813"/>
                  </a:lnTo>
                  <a:lnTo>
                    <a:pt x="3860938" y="851813"/>
                  </a:lnTo>
                  <a:lnTo>
                    <a:pt x="3861047" y="851813"/>
                  </a:lnTo>
                  <a:lnTo>
                    <a:pt x="3861155" y="851813"/>
                  </a:lnTo>
                  <a:lnTo>
                    <a:pt x="3861264" y="851813"/>
                  </a:lnTo>
                  <a:lnTo>
                    <a:pt x="3861372" y="851813"/>
                  </a:lnTo>
                  <a:lnTo>
                    <a:pt x="3861481" y="851813"/>
                  </a:lnTo>
                  <a:lnTo>
                    <a:pt x="3861589" y="851813"/>
                  </a:lnTo>
                  <a:lnTo>
                    <a:pt x="3861697" y="851813"/>
                  </a:lnTo>
                  <a:lnTo>
                    <a:pt x="3861806" y="851813"/>
                  </a:lnTo>
                  <a:lnTo>
                    <a:pt x="3861914" y="851813"/>
                  </a:lnTo>
                  <a:lnTo>
                    <a:pt x="3862023" y="851813"/>
                  </a:lnTo>
                  <a:lnTo>
                    <a:pt x="3862131" y="851813"/>
                  </a:lnTo>
                  <a:lnTo>
                    <a:pt x="3862240" y="851813"/>
                  </a:lnTo>
                  <a:lnTo>
                    <a:pt x="3862348" y="851813"/>
                  </a:lnTo>
                  <a:lnTo>
                    <a:pt x="3862457" y="851813"/>
                  </a:lnTo>
                  <a:lnTo>
                    <a:pt x="3862565" y="851813"/>
                  </a:lnTo>
                  <a:lnTo>
                    <a:pt x="3862565" y="851189"/>
                  </a:lnTo>
                  <a:lnTo>
                    <a:pt x="3862673" y="851189"/>
                  </a:lnTo>
                  <a:lnTo>
                    <a:pt x="3862782" y="851189"/>
                  </a:lnTo>
                  <a:lnTo>
                    <a:pt x="3862890" y="851189"/>
                  </a:lnTo>
                  <a:lnTo>
                    <a:pt x="3862999" y="851189"/>
                  </a:lnTo>
                  <a:lnTo>
                    <a:pt x="3863107" y="851189"/>
                  </a:lnTo>
                  <a:lnTo>
                    <a:pt x="3863216" y="851189"/>
                  </a:lnTo>
                  <a:lnTo>
                    <a:pt x="3863216" y="850566"/>
                  </a:lnTo>
                  <a:lnTo>
                    <a:pt x="3863324" y="850566"/>
                  </a:lnTo>
                  <a:lnTo>
                    <a:pt x="3863433" y="850566"/>
                  </a:lnTo>
                  <a:lnTo>
                    <a:pt x="3863541" y="850566"/>
                  </a:lnTo>
                  <a:lnTo>
                    <a:pt x="3863649" y="850566"/>
                  </a:lnTo>
                  <a:lnTo>
                    <a:pt x="3863649" y="849942"/>
                  </a:lnTo>
                  <a:lnTo>
                    <a:pt x="3863758" y="849942"/>
                  </a:lnTo>
                  <a:lnTo>
                    <a:pt x="3863866" y="849942"/>
                  </a:lnTo>
                  <a:lnTo>
                    <a:pt x="3863975" y="849942"/>
                  </a:lnTo>
                  <a:lnTo>
                    <a:pt x="3863975" y="849319"/>
                  </a:lnTo>
                  <a:lnTo>
                    <a:pt x="3864083" y="849319"/>
                  </a:lnTo>
                  <a:lnTo>
                    <a:pt x="3864083" y="848695"/>
                  </a:lnTo>
                  <a:lnTo>
                    <a:pt x="3864192" y="848695"/>
                  </a:lnTo>
                  <a:lnTo>
                    <a:pt x="3864300" y="848695"/>
                  </a:lnTo>
                  <a:lnTo>
                    <a:pt x="3864409" y="848695"/>
                  </a:lnTo>
                  <a:lnTo>
                    <a:pt x="3864517" y="848695"/>
                  </a:lnTo>
                  <a:lnTo>
                    <a:pt x="3864625" y="848695"/>
                  </a:lnTo>
                  <a:lnTo>
                    <a:pt x="3864625" y="848071"/>
                  </a:lnTo>
                  <a:lnTo>
                    <a:pt x="3864734" y="848071"/>
                  </a:lnTo>
                  <a:lnTo>
                    <a:pt x="3864842" y="848071"/>
                  </a:lnTo>
                  <a:lnTo>
                    <a:pt x="3864842" y="847448"/>
                  </a:lnTo>
                  <a:lnTo>
                    <a:pt x="3864951" y="847448"/>
                  </a:lnTo>
                  <a:lnTo>
                    <a:pt x="3864951" y="846824"/>
                  </a:lnTo>
                  <a:lnTo>
                    <a:pt x="3865059" y="846824"/>
                  </a:lnTo>
                  <a:lnTo>
                    <a:pt x="3865168" y="846824"/>
                  </a:lnTo>
                  <a:lnTo>
                    <a:pt x="3865276" y="846824"/>
                  </a:lnTo>
                  <a:lnTo>
                    <a:pt x="3865385" y="846824"/>
                  </a:lnTo>
                  <a:lnTo>
                    <a:pt x="3865493" y="846824"/>
                  </a:lnTo>
                  <a:lnTo>
                    <a:pt x="3865602" y="846824"/>
                  </a:lnTo>
                  <a:lnTo>
                    <a:pt x="3865710" y="846824"/>
                  </a:lnTo>
                  <a:lnTo>
                    <a:pt x="3865818" y="846824"/>
                  </a:lnTo>
                  <a:lnTo>
                    <a:pt x="3865818" y="846201"/>
                  </a:lnTo>
                  <a:lnTo>
                    <a:pt x="3865927" y="846201"/>
                  </a:lnTo>
                  <a:lnTo>
                    <a:pt x="3866035" y="846201"/>
                  </a:lnTo>
                  <a:lnTo>
                    <a:pt x="3866144" y="846201"/>
                  </a:lnTo>
                  <a:lnTo>
                    <a:pt x="3866252" y="846201"/>
                  </a:lnTo>
                  <a:lnTo>
                    <a:pt x="3866361" y="846201"/>
                  </a:lnTo>
                  <a:lnTo>
                    <a:pt x="3866469" y="846201"/>
                  </a:lnTo>
                  <a:lnTo>
                    <a:pt x="3866578" y="846201"/>
                  </a:lnTo>
                  <a:lnTo>
                    <a:pt x="3866686" y="846201"/>
                  </a:lnTo>
                  <a:lnTo>
                    <a:pt x="3866686" y="845577"/>
                  </a:lnTo>
                  <a:lnTo>
                    <a:pt x="3866794" y="845577"/>
                  </a:lnTo>
                  <a:lnTo>
                    <a:pt x="3866903" y="845577"/>
                  </a:lnTo>
                  <a:lnTo>
                    <a:pt x="3867011" y="845577"/>
                  </a:lnTo>
                  <a:lnTo>
                    <a:pt x="3867120" y="845577"/>
                  </a:lnTo>
                  <a:lnTo>
                    <a:pt x="3867228" y="845577"/>
                  </a:lnTo>
                  <a:lnTo>
                    <a:pt x="3867337" y="845577"/>
                  </a:lnTo>
                  <a:lnTo>
                    <a:pt x="3867445" y="845577"/>
                  </a:lnTo>
                  <a:lnTo>
                    <a:pt x="3867554" y="845577"/>
                  </a:lnTo>
                  <a:lnTo>
                    <a:pt x="3867662" y="845577"/>
                  </a:lnTo>
                  <a:lnTo>
                    <a:pt x="3867770" y="845577"/>
                  </a:lnTo>
                  <a:lnTo>
                    <a:pt x="3867879" y="845577"/>
                  </a:lnTo>
                  <a:lnTo>
                    <a:pt x="3867987" y="845577"/>
                  </a:lnTo>
                  <a:lnTo>
                    <a:pt x="3868096" y="845577"/>
                  </a:lnTo>
                  <a:lnTo>
                    <a:pt x="3868204" y="845577"/>
                  </a:lnTo>
                  <a:lnTo>
                    <a:pt x="3868313" y="845577"/>
                  </a:lnTo>
                  <a:lnTo>
                    <a:pt x="3868421" y="845577"/>
                  </a:lnTo>
                  <a:lnTo>
                    <a:pt x="3868530" y="845577"/>
                  </a:lnTo>
                  <a:lnTo>
                    <a:pt x="3868638" y="845577"/>
                  </a:lnTo>
                  <a:lnTo>
                    <a:pt x="3868746" y="845577"/>
                  </a:lnTo>
                  <a:lnTo>
                    <a:pt x="3868746" y="844954"/>
                  </a:lnTo>
                  <a:lnTo>
                    <a:pt x="3868855" y="844954"/>
                  </a:lnTo>
                  <a:lnTo>
                    <a:pt x="3868963" y="844954"/>
                  </a:lnTo>
                  <a:lnTo>
                    <a:pt x="3869072" y="844954"/>
                  </a:lnTo>
                  <a:lnTo>
                    <a:pt x="3869180" y="844954"/>
                  </a:lnTo>
                  <a:lnTo>
                    <a:pt x="3869289" y="844954"/>
                  </a:lnTo>
                  <a:lnTo>
                    <a:pt x="3869397" y="844954"/>
                  </a:lnTo>
                  <a:lnTo>
                    <a:pt x="3869506" y="844954"/>
                  </a:lnTo>
                  <a:lnTo>
                    <a:pt x="3869614" y="844954"/>
                  </a:lnTo>
                  <a:lnTo>
                    <a:pt x="3869614" y="844330"/>
                  </a:lnTo>
                  <a:lnTo>
                    <a:pt x="3869614" y="843706"/>
                  </a:lnTo>
                  <a:lnTo>
                    <a:pt x="3869723" y="843706"/>
                  </a:lnTo>
                  <a:lnTo>
                    <a:pt x="3869831" y="843706"/>
                  </a:lnTo>
                  <a:lnTo>
                    <a:pt x="3869939" y="843706"/>
                  </a:lnTo>
                  <a:lnTo>
                    <a:pt x="3870048" y="843706"/>
                  </a:lnTo>
                  <a:lnTo>
                    <a:pt x="3870156" y="843706"/>
                  </a:lnTo>
                  <a:lnTo>
                    <a:pt x="3870156" y="843083"/>
                  </a:lnTo>
                  <a:lnTo>
                    <a:pt x="3870265" y="843083"/>
                  </a:lnTo>
                  <a:lnTo>
                    <a:pt x="3870373" y="843083"/>
                  </a:lnTo>
                  <a:lnTo>
                    <a:pt x="3870482" y="843083"/>
                  </a:lnTo>
                  <a:lnTo>
                    <a:pt x="3870590" y="843083"/>
                  </a:lnTo>
                  <a:lnTo>
                    <a:pt x="3870590" y="842459"/>
                  </a:lnTo>
                  <a:lnTo>
                    <a:pt x="3870699" y="842459"/>
                  </a:lnTo>
                  <a:lnTo>
                    <a:pt x="3870807" y="842459"/>
                  </a:lnTo>
                  <a:lnTo>
                    <a:pt x="3870915" y="842459"/>
                  </a:lnTo>
                  <a:lnTo>
                    <a:pt x="3871024" y="842459"/>
                  </a:lnTo>
                  <a:lnTo>
                    <a:pt x="3871132" y="842459"/>
                  </a:lnTo>
                  <a:lnTo>
                    <a:pt x="3871241" y="842459"/>
                  </a:lnTo>
                  <a:lnTo>
                    <a:pt x="3871349" y="842459"/>
                  </a:lnTo>
                  <a:lnTo>
                    <a:pt x="3871458" y="842459"/>
                  </a:lnTo>
                  <a:lnTo>
                    <a:pt x="3871566" y="842459"/>
                  </a:lnTo>
                  <a:lnTo>
                    <a:pt x="3871566" y="841836"/>
                  </a:lnTo>
                  <a:lnTo>
                    <a:pt x="3871675" y="841836"/>
                  </a:lnTo>
                  <a:lnTo>
                    <a:pt x="3871783" y="841836"/>
                  </a:lnTo>
                  <a:lnTo>
                    <a:pt x="3871891" y="841836"/>
                  </a:lnTo>
                  <a:lnTo>
                    <a:pt x="3872000" y="841836"/>
                  </a:lnTo>
                  <a:lnTo>
                    <a:pt x="3872108" y="841836"/>
                  </a:lnTo>
                  <a:lnTo>
                    <a:pt x="3872217" y="841836"/>
                  </a:lnTo>
                  <a:lnTo>
                    <a:pt x="3872325" y="841836"/>
                  </a:lnTo>
                  <a:lnTo>
                    <a:pt x="3872434" y="841836"/>
                  </a:lnTo>
                  <a:lnTo>
                    <a:pt x="3872542" y="841836"/>
                  </a:lnTo>
                  <a:lnTo>
                    <a:pt x="3872651" y="841836"/>
                  </a:lnTo>
                  <a:lnTo>
                    <a:pt x="3872651" y="841212"/>
                  </a:lnTo>
                  <a:lnTo>
                    <a:pt x="3872759" y="841212"/>
                  </a:lnTo>
                  <a:lnTo>
                    <a:pt x="3872867" y="841212"/>
                  </a:lnTo>
                  <a:lnTo>
                    <a:pt x="3872976" y="841212"/>
                  </a:lnTo>
                  <a:lnTo>
                    <a:pt x="3872976" y="840588"/>
                  </a:lnTo>
                  <a:lnTo>
                    <a:pt x="3873084" y="840588"/>
                  </a:lnTo>
                  <a:lnTo>
                    <a:pt x="3873193" y="840588"/>
                  </a:lnTo>
                  <a:lnTo>
                    <a:pt x="3873301" y="840588"/>
                  </a:lnTo>
                  <a:lnTo>
                    <a:pt x="3873410" y="840588"/>
                  </a:lnTo>
                  <a:lnTo>
                    <a:pt x="3873518" y="840588"/>
                  </a:lnTo>
                  <a:lnTo>
                    <a:pt x="3873627" y="840588"/>
                  </a:lnTo>
                  <a:lnTo>
                    <a:pt x="3873735" y="840588"/>
                  </a:lnTo>
                  <a:lnTo>
                    <a:pt x="3873844" y="840588"/>
                  </a:lnTo>
                  <a:lnTo>
                    <a:pt x="3873952" y="840588"/>
                  </a:lnTo>
                  <a:lnTo>
                    <a:pt x="3873952" y="839965"/>
                  </a:lnTo>
                  <a:lnTo>
                    <a:pt x="3874060" y="839965"/>
                  </a:lnTo>
                  <a:lnTo>
                    <a:pt x="3874169" y="839965"/>
                  </a:lnTo>
                  <a:lnTo>
                    <a:pt x="3874277" y="839965"/>
                  </a:lnTo>
                  <a:lnTo>
                    <a:pt x="3874386" y="839965"/>
                  </a:lnTo>
                  <a:lnTo>
                    <a:pt x="3874494" y="839965"/>
                  </a:lnTo>
                  <a:lnTo>
                    <a:pt x="3874603" y="839965"/>
                  </a:lnTo>
                  <a:lnTo>
                    <a:pt x="3874603" y="839341"/>
                  </a:lnTo>
                  <a:lnTo>
                    <a:pt x="3874603" y="838718"/>
                  </a:lnTo>
                  <a:lnTo>
                    <a:pt x="3874711" y="838718"/>
                  </a:lnTo>
                  <a:lnTo>
                    <a:pt x="3874711" y="838094"/>
                  </a:lnTo>
                  <a:lnTo>
                    <a:pt x="3874820" y="838094"/>
                  </a:lnTo>
                  <a:lnTo>
                    <a:pt x="3874928" y="838094"/>
                  </a:lnTo>
                  <a:lnTo>
                    <a:pt x="3875036" y="838094"/>
                  </a:lnTo>
                  <a:lnTo>
                    <a:pt x="3875145" y="838094"/>
                  </a:lnTo>
                  <a:lnTo>
                    <a:pt x="3875253" y="838094"/>
                  </a:lnTo>
                  <a:lnTo>
                    <a:pt x="3875362" y="838094"/>
                  </a:lnTo>
                  <a:lnTo>
                    <a:pt x="3875470" y="838094"/>
                  </a:lnTo>
                  <a:lnTo>
                    <a:pt x="3875579" y="838094"/>
                  </a:lnTo>
                  <a:lnTo>
                    <a:pt x="3875687" y="838094"/>
                  </a:lnTo>
                  <a:lnTo>
                    <a:pt x="3875796" y="838094"/>
                  </a:lnTo>
                  <a:lnTo>
                    <a:pt x="3875904" y="838094"/>
                  </a:lnTo>
                  <a:lnTo>
                    <a:pt x="3876012" y="838094"/>
                  </a:lnTo>
                  <a:lnTo>
                    <a:pt x="3876121" y="838094"/>
                  </a:lnTo>
                  <a:lnTo>
                    <a:pt x="3876229" y="838094"/>
                  </a:lnTo>
                  <a:lnTo>
                    <a:pt x="3876338" y="838094"/>
                  </a:lnTo>
                  <a:lnTo>
                    <a:pt x="3876446" y="838094"/>
                  </a:lnTo>
                  <a:lnTo>
                    <a:pt x="3876555" y="838094"/>
                  </a:lnTo>
                  <a:lnTo>
                    <a:pt x="3876663" y="838094"/>
                  </a:lnTo>
                  <a:lnTo>
                    <a:pt x="3876772" y="838094"/>
                  </a:lnTo>
                  <a:lnTo>
                    <a:pt x="3876880" y="838094"/>
                  </a:lnTo>
                  <a:lnTo>
                    <a:pt x="3876988" y="838094"/>
                  </a:lnTo>
                  <a:lnTo>
                    <a:pt x="3877097" y="838094"/>
                  </a:lnTo>
                  <a:lnTo>
                    <a:pt x="3877205" y="838094"/>
                  </a:lnTo>
                  <a:lnTo>
                    <a:pt x="3877314" y="838094"/>
                  </a:lnTo>
                  <a:lnTo>
                    <a:pt x="3877422" y="838094"/>
                  </a:lnTo>
                  <a:lnTo>
                    <a:pt x="3877531" y="838094"/>
                  </a:lnTo>
                  <a:lnTo>
                    <a:pt x="3877531" y="837471"/>
                  </a:lnTo>
                  <a:lnTo>
                    <a:pt x="3877639" y="837471"/>
                  </a:lnTo>
                  <a:lnTo>
                    <a:pt x="3877748" y="837471"/>
                  </a:lnTo>
                  <a:lnTo>
                    <a:pt x="3877856" y="837471"/>
                  </a:lnTo>
                  <a:lnTo>
                    <a:pt x="3877856" y="836847"/>
                  </a:lnTo>
                  <a:lnTo>
                    <a:pt x="3877965" y="836847"/>
                  </a:lnTo>
                  <a:lnTo>
                    <a:pt x="3878073" y="836847"/>
                  </a:lnTo>
                  <a:lnTo>
                    <a:pt x="3878181" y="836847"/>
                  </a:lnTo>
                  <a:lnTo>
                    <a:pt x="3878290" y="836847"/>
                  </a:lnTo>
                  <a:lnTo>
                    <a:pt x="3878398" y="836847"/>
                  </a:lnTo>
                  <a:lnTo>
                    <a:pt x="3878507" y="836847"/>
                  </a:lnTo>
                  <a:lnTo>
                    <a:pt x="3878615" y="836847"/>
                  </a:lnTo>
                  <a:lnTo>
                    <a:pt x="3878724" y="836847"/>
                  </a:lnTo>
                  <a:lnTo>
                    <a:pt x="3878832" y="836847"/>
                  </a:lnTo>
                  <a:lnTo>
                    <a:pt x="3878941" y="836847"/>
                  </a:lnTo>
                  <a:lnTo>
                    <a:pt x="3879049" y="836847"/>
                  </a:lnTo>
                  <a:lnTo>
                    <a:pt x="3879157" y="836847"/>
                  </a:lnTo>
                  <a:lnTo>
                    <a:pt x="3879266" y="836847"/>
                  </a:lnTo>
                  <a:lnTo>
                    <a:pt x="3879374" y="836847"/>
                  </a:lnTo>
                  <a:lnTo>
                    <a:pt x="3879483" y="836847"/>
                  </a:lnTo>
                  <a:lnTo>
                    <a:pt x="3879483" y="836223"/>
                  </a:lnTo>
                  <a:lnTo>
                    <a:pt x="3879591" y="836223"/>
                  </a:lnTo>
                  <a:lnTo>
                    <a:pt x="3879700" y="836223"/>
                  </a:lnTo>
                  <a:lnTo>
                    <a:pt x="3879808" y="836223"/>
                  </a:lnTo>
                  <a:lnTo>
                    <a:pt x="3879917" y="836223"/>
                  </a:lnTo>
                  <a:lnTo>
                    <a:pt x="3880025" y="836223"/>
                  </a:lnTo>
                  <a:lnTo>
                    <a:pt x="3880133" y="836223"/>
                  </a:lnTo>
                  <a:lnTo>
                    <a:pt x="3880242" y="836223"/>
                  </a:lnTo>
                  <a:lnTo>
                    <a:pt x="3880350" y="836223"/>
                  </a:lnTo>
                  <a:lnTo>
                    <a:pt x="3880459" y="836223"/>
                  </a:lnTo>
                  <a:lnTo>
                    <a:pt x="3880567" y="836223"/>
                  </a:lnTo>
                  <a:lnTo>
                    <a:pt x="3880676" y="836223"/>
                  </a:lnTo>
                  <a:lnTo>
                    <a:pt x="3880784" y="836223"/>
                  </a:lnTo>
                  <a:lnTo>
                    <a:pt x="3880893" y="836223"/>
                  </a:lnTo>
                  <a:lnTo>
                    <a:pt x="3881001" y="836223"/>
                  </a:lnTo>
                  <a:lnTo>
                    <a:pt x="3881109" y="836223"/>
                  </a:lnTo>
                  <a:lnTo>
                    <a:pt x="3881218" y="836223"/>
                  </a:lnTo>
                  <a:lnTo>
                    <a:pt x="3881326" y="836223"/>
                  </a:lnTo>
                  <a:lnTo>
                    <a:pt x="3881326" y="835600"/>
                  </a:lnTo>
                  <a:lnTo>
                    <a:pt x="3881326" y="834976"/>
                  </a:lnTo>
                  <a:lnTo>
                    <a:pt x="3881435" y="834976"/>
                  </a:lnTo>
                  <a:lnTo>
                    <a:pt x="3881543" y="834976"/>
                  </a:lnTo>
                  <a:lnTo>
                    <a:pt x="3881652" y="834976"/>
                  </a:lnTo>
                  <a:lnTo>
                    <a:pt x="3881760" y="834976"/>
                  </a:lnTo>
                  <a:lnTo>
                    <a:pt x="3881869" y="834976"/>
                  </a:lnTo>
                  <a:lnTo>
                    <a:pt x="3881977" y="834976"/>
                  </a:lnTo>
                  <a:lnTo>
                    <a:pt x="3882085" y="834976"/>
                  </a:lnTo>
                  <a:lnTo>
                    <a:pt x="3882194" y="834976"/>
                  </a:lnTo>
                  <a:lnTo>
                    <a:pt x="3882302" y="834976"/>
                  </a:lnTo>
                  <a:lnTo>
                    <a:pt x="3882411" y="834976"/>
                  </a:lnTo>
                  <a:lnTo>
                    <a:pt x="3882519" y="834976"/>
                  </a:lnTo>
                  <a:lnTo>
                    <a:pt x="3882628" y="834976"/>
                  </a:lnTo>
                  <a:lnTo>
                    <a:pt x="3882736" y="834976"/>
                  </a:lnTo>
                  <a:lnTo>
                    <a:pt x="3882845" y="834976"/>
                  </a:lnTo>
                  <a:lnTo>
                    <a:pt x="3882953" y="834976"/>
                  </a:lnTo>
                  <a:lnTo>
                    <a:pt x="3882953" y="834353"/>
                  </a:lnTo>
                  <a:lnTo>
                    <a:pt x="3883062" y="834353"/>
                  </a:lnTo>
                  <a:lnTo>
                    <a:pt x="3883170" y="834353"/>
                  </a:lnTo>
                  <a:lnTo>
                    <a:pt x="3883278" y="834353"/>
                  </a:lnTo>
                  <a:lnTo>
                    <a:pt x="3883387" y="834353"/>
                  </a:lnTo>
                  <a:lnTo>
                    <a:pt x="3883495" y="834353"/>
                  </a:lnTo>
                  <a:lnTo>
                    <a:pt x="3883604" y="834353"/>
                  </a:lnTo>
                  <a:lnTo>
                    <a:pt x="3883712" y="834353"/>
                  </a:lnTo>
                  <a:lnTo>
                    <a:pt x="3883821" y="834353"/>
                  </a:lnTo>
                  <a:lnTo>
                    <a:pt x="3883929" y="834353"/>
                  </a:lnTo>
                  <a:lnTo>
                    <a:pt x="3884038" y="834353"/>
                  </a:lnTo>
                  <a:lnTo>
                    <a:pt x="3884146" y="834353"/>
                  </a:lnTo>
                  <a:lnTo>
                    <a:pt x="3884146" y="833729"/>
                  </a:lnTo>
                  <a:lnTo>
                    <a:pt x="3884254" y="833729"/>
                  </a:lnTo>
                  <a:lnTo>
                    <a:pt x="3884363" y="833729"/>
                  </a:lnTo>
                  <a:lnTo>
                    <a:pt x="3884471" y="833729"/>
                  </a:lnTo>
                  <a:lnTo>
                    <a:pt x="3884580" y="833729"/>
                  </a:lnTo>
                  <a:lnTo>
                    <a:pt x="3884688" y="833729"/>
                  </a:lnTo>
                  <a:lnTo>
                    <a:pt x="3884797" y="833729"/>
                  </a:lnTo>
                  <a:lnTo>
                    <a:pt x="3884797" y="833105"/>
                  </a:lnTo>
                  <a:lnTo>
                    <a:pt x="3884905" y="833105"/>
                  </a:lnTo>
                  <a:lnTo>
                    <a:pt x="3885014" y="833105"/>
                  </a:lnTo>
                  <a:lnTo>
                    <a:pt x="3885122" y="833105"/>
                  </a:lnTo>
                  <a:lnTo>
                    <a:pt x="3885230" y="833105"/>
                  </a:lnTo>
                  <a:lnTo>
                    <a:pt x="3885230" y="832482"/>
                  </a:lnTo>
                  <a:lnTo>
                    <a:pt x="3885339" y="832482"/>
                  </a:lnTo>
                  <a:lnTo>
                    <a:pt x="3885447" y="832482"/>
                  </a:lnTo>
                  <a:lnTo>
                    <a:pt x="3885556" y="832482"/>
                  </a:lnTo>
                  <a:lnTo>
                    <a:pt x="3885664" y="832482"/>
                  </a:lnTo>
                  <a:lnTo>
                    <a:pt x="3885773" y="832482"/>
                  </a:lnTo>
                  <a:lnTo>
                    <a:pt x="3885881" y="832482"/>
                  </a:lnTo>
                  <a:lnTo>
                    <a:pt x="3885990" y="832482"/>
                  </a:lnTo>
                  <a:lnTo>
                    <a:pt x="3885990" y="831858"/>
                  </a:lnTo>
                  <a:lnTo>
                    <a:pt x="3885990" y="831235"/>
                  </a:lnTo>
                  <a:lnTo>
                    <a:pt x="3885990" y="830611"/>
                  </a:lnTo>
                  <a:lnTo>
                    <a:pt x="3886098" y="830611"/>
                  </a:lnTo>
                  <a:lnTo>
                    <a:pt x="3886206" y="830611"/>
                  </a:lnTo>
                  <a:lnTo>
                    <a:pt x="3886315" y="830611"/>
                  </a:lnTo>
                  <a:lnTo>
                    <a:pt x="3886423" y="830611"/>
                  </a:lnTo>
                  <a:lnTo>
                    <a:pt x="3886532" y="830611"/>
                  </a:lnTo>
                  <a:lnTo>
                    <a:pt x="3886640" y="830611"/>
                  </a:lnTo>
                  <a:lnTo>
                    <a:pt x="3886749" y="830611"/>
                  </a:lnTo>
                  <a:lnTo>
                    <a:pt x="3886857" y="830611"/>
                  </a:lnTo>
                  <a:lnTo>
                    <a:pt x="3886966" y="830611"/>
                  </a:lnTo>
                  <a:lnTo>
                    <a:pt x="3887074" y="830611"/>
                  </a:lnTo>
                  <a:lnTo>
                    <a:pt x="3887183" y="830611"/>
                  </a:lnTo>
                  <a:lnTo>
                    <a:pt x="3887291" y="830611"/>
                  </a:lnTo>
                  <a:lnTo>
                    <a:pt x="3887399" y="830611"/>
                  </a:lnTo>
                  <a:lnTo>
                    <a:pt x="3887508" y="830611"/>
                  </a:lnTo>
                  <a:lnTo>
                    <a:pt x="3887616" y="830611"/>
                  </a:lnTo>
                  <a:lnTo>
                    <a:pt x="3887725" y="830611"/>
                  </a:lnTo>
                  <a:lnTo>
                    <a:pt x="3887833" y="830611"/>
                  </a:lnTo>
                  <a:lnTo>
                    <a:pt x="3887942" y="830611"/>
                  </a:lnTo>
                  <a:lnTo>
                    <a:pt x="3888050" y="830611"/>
                  </a:lnTo>
                  <a:lnTo>
                    <a:pt x="3888159" y="830611"/>
                  </a:lnTo>
                  <a:lnTo>
                    <a:pt x="3888267" y="830611"/>
                  </a:lnTo>
                  <a:lnTo>
                    <a:pt x="3888375" y="830611"/>
                  </a:lnTo>
                  <a:lnTo>
                    <a:pt x="3888484" y="830611"/>
                  </a:lnTo>
                  <a:lnTo>
                    <a:pt x="3888592" y="830611"/>
                  </a:lnTo>
                  <a:lnTo>
                    <a:pt x="3888701" y="830611"/>
                  </a:lnTo>
                  <a:lnTo>
                    <a:pt x="3888809" y="830611"/>
                  </a:lnTo>
                  <a:lnTo>
                    <a:pt x="3888918" y="830611"/>
                  </a:lnTo>
                  <a:lnTo>
                    <a:pt x="3889026" y="830611"/>
                  </a:lnTo>
                  <a:lnTo>
                    <a:pt x="3889135" y="830611"/>
                  </a:lnTo>
                  <a:lnTo>
                    <a:pt x="3889243" y="830611"/>
                  </a:lnTo>
                  <a:lnTo>
                    <a:pt x="3889351" y="830611"/>
                  </a:lnTo>
                  <a:lnTo>
                    <a:pt x="3889460" y="830611"/>
                  </a:lnTo>
                  <a:lnTo>
                    <a:pt x="3889568" y="830611"/>
                  </a:lnTo>
                  <a:lnTo>
                    <a:pt x="3889677" y="830611"/>
                  </a:lnTo>
                  <a:lnTo>
                    <a:pt x="3889785" y="830611"/>
                  </a:lnTo>
                  <a:lnTo>
                    <a:pt x="3889894" y="830611"/>
                  </a:lnTo>
                  <a:lnTo>
                    <a:pt x="3890002" y="830611"/>
                  </a:lnTo>
                  <a:lnTo>
                    <a:pt x="3890111" y="830611"/>
                  </a:lnTo>
                  <a:lnTo>
                    <a:pt x="3890219" y="830611"/>
                  </a:lnTo>
                  <a:lnTo>
                    <a:pt x="3890327" y="830611"/>
                  </a:lnTo>
                  <a:lnTo>
                    <a:pt x="3890436" y="830611"/>
                  </a:lnTo>
                  <a:lnTo>
                    <a:pt x="3890544" y="830611"/>
                  </a:lnTo>
                  <a:lnTo>
                    <a:pt x="3890653" y="830611"/>
                  </a:lnTo>
                  <a:lnTo>
                    <a:pt x="3890761" y="830611"/>
                  </a:lnTo>
                  <a:lnTo>
                    <a:pt x="3890870" y="830611"/>
                  </a:lnTo>
                  <a:lnTo>
                    <a:pt x="3890978" y="830611"/>
                  </a:lnTo>
                  <a:lnTo>
                    <a:pt x="3891087" y="830611"/>
                  </a:lnTo>
                  <a:lnTo>
                    <a:pt x="3891195" y="830611"/>
                  </a:lnTo>
                  <a:lnTo>
                    <a:pt x="3891304" y="830611"/>
                  </a:lnTo>
                  <a:lnTo>
                    <a:pt x="3891412" y="830611"/>
                  </a:lnTo>
                  <a:lnTo>
                    <a:pt x="3891520" y="830611"/>
                  </a:lnTo>
                  <a:lnTo>
                    <a:pt x="3891520" y="829988"/>
                  </a:lnTo>
                  <a:lnTo>
                    <a:pt x="3891629" y="829988"/>
                  </a:lnTo>
                  <a:lnTo>
                    <a:pt x="3891737" y="829988"/>
                  </a:lnTo>
                  <a:lnTo>
                    <a:pt x="3891737" y="829364"/>
                  </a:lnTo>
                  <a:lnTo>
                    <a:pt x="3891846" y="829364"/>
                  </a:lnTo>
                  <a:lnTo>
                    <a:pt x="3891954" y="829364"/>
                  </a:lnTo>
                  <a:lnTo>
                    <a:pt x="3891954" y="828740"/>
                  </a:lnTo>
                  <a:lnTo>
                    <a:pt x="3892063" y="828740"/>
                  </a:lnTo>
                  <a:lnTo>
                    <a:pt x="3892171" y="828740"/>
                  </a:lnTo>
                  <a:lnTo>
                    <a:pt x="3892280" y="828740"/>
                  </a:lnTo>
                  <a:lnTo>
                    <a:pt x="3892388" y="828740"/>
                  </a:lnTo>
                  <a:lnTo>
                    <a:pt x="3892496" y="828740"/>
                  </a:lnTo>
                  <a:lnTo>
                    <a:pt x="3892496" y="828117"/>
                  </a:lnTo>
                  <a:lnTo>
                    <a:pt x="3892605" y="828117"/>
                  </a:lnTo>
                  <a:lnTo>
                    <a:pt x="3892605" y="827493"/>
                  </a:lnTo>
                  <a:lnTo>
                    <a:pt x="3892713" y="827493"/>
                  </a:lnTo>
                  <a:lnTo>
                    <a:pt x="3892822" y="827493"/>
                  </a:lnTo>
                  <a:lnTo>
                    <a:pt x="3892930" y="827493"/>
                  </a:lnTo>
                  <a:lnTo>
                    <a:pt x="3893039" y="827493"/>
                  </a:lnTo>
                  <a:lnTo>
                    <a:pt x="3893147" y="827493"/>
                  </a:lnTo>
                  <a:lnTo>
                    <a:pt x="3893256" y="827493"/>
                  </a:lnTo>
                  <a:lnTo>
                    <a:pt x="3893364" y="827493"/>
                  </a:lnTo>
                  <a:lnTo>
                    <a:pt x="3893472" y="827493"/>
                  </a:lnTo>
                  <a:lnTo>
                    <a:pt x="3893581" y="827493"/>
                  </a:lnTo>
                  <a:lnTo>
                    <a:pt x="3893689" y="827493"/>
                  </a:lnTo>
                  <a:lnTo>
                    <a:pt x="3893798" y="827493"/>
                  </a:lnTo>
                  <a:lnTo>
                    <a:pt x="3893906" y="827493"/>
                  </a:lnTo>
                  <a:lnTo>
                    <a:pt x="3894015" y="827493"/>
                  </a:lnTo>
                  <a:lnTo>
                    <a:pt x="3894123" y="827493"/>
                  </a:lnTo>
                  <a:lnTo>
                    <a:pt x="3894232" y="827493"/>
                  </a:lnTo>
                  <a:lnTo>
                    <a:pt x="3894232" y="826870"/>
                  </a:lnTo>
                  <a:lnTo>
                    <a:pt x="3894340" y="826870"/>
                  </a:lnTo>
                  <a:lnTo>
                    <a:pt x="3894448" y="826870"/>
                  </a:lnTo>
                  <a:lnTo>
                    <a:pt x="3894557" y="826870"/>
                  </a:lnTo>
                  <a:lnTo>
                    <a:pt x="3894665" y="826870"/>
                  </a:lnTo>
                  <a:lnTo>
                    <a:pt x="3894774" y="826870"/>
                  </a:lnTo>
                  <a:lnTo>
                    <a:pt x="3894882" y="826870"/>
                  </a:lnTo>
                  <a:lnTo>
                    <a:pt x="3894991" y="826870"/>
                  </a:lnTo>
                  <a:lnTo>
                    <a:pt x="3895099" y="826870"/>
                  </a:lnTo>
                  <a:lnTo>
                    <a:pt x="3895208" y="826870"/>
                  </a:lnTo>
                  <a:lnTo>
                    <a:pt x="3895316" y="826870"/>
                  </a:lnTo>
                  <a:lnTo>
                    <a:pt x="3895425" y="826870"/>
                  </a:lnTo>
                  <a:lnTo>
                    <a:pt x="3895533" y="826870"/>
                  </a:lnTo>
                  <a:lnTo>
                    <a:pt x="3895641" y="826870"/>
                  </a:lnTo>
                  <a:lnTo>
                    <a:pt x="3895750" y="826870"/>
                  </a:lnTo>
                  <a:lnTo>
                    <a:pt x="3895858" y="826870"/>
                  </a:lnTo>
                  <a:lnTo>
                    <a:pt x="3895858" y="826246"/>
                  </a:lnTo>
                  <a:lnTo>
                    <a:pt x="3895967" y="826246"/>
                  </a:lnTo>
                  <a:lnTo>
                    <a:pt x="3895967" y="825622"/>
                  </a:lnTo>
                  <a:lnTo>
                    <a:pt x="3896075" y="825622"/>
                  </a:lnTo>
                  <a:lnTo>
                    <a:pt x="3896075" y="824999"/>
                  </a:lnTo>
                  <a:lnTo>
                    <a:pt x="3896184" y="824999"/>
                  </a:lnTo>
                  <a:lnTo>
                    <a:pt x="3896292" y="824999"/>
                  </a:lnTo>
                  <a:lnTo>
                    <a:pt x="3896401" y="824999"/>
                  </a:lnTo>
                  <a:lnTo>
                    <a:pt x="3896509" y="824999"/>
                  </a:lnTo>
                  <a:lnTo>
                    <a:pt x="3896617" y="824999"/>
                  </a:lnTo>
                  <a:lnTo>
                    <a:pt x="3896726" y="824999"/>
                  </a:lnTo>
                  <a:lnTo>
                    <a:pt x="3896834" y="824999"/>
                  </a:lnTo>
                  <a:lnTo>
                    <a:pt x="3896943" y="824999"/>
                  </a:lnTo>
                  <a:lnTo>
                    <a:pt x="3897051" y="824999"/>
                  </a:lnTo>
                  <a:lnTo>
                    <a:pt x="3897051" y="824375"/>
                  </a:lnTo>
                  <a:lnTo>
                    <a:pt x="3897160" y="824375"/>
                  </a:lnTo>
                  <a:lnTo>
                    <a:pt x="3897268" y="824375"/>
                  </a:lnTo>
                  <a:lnTo>
                    <a:pt x="3897268" y="823752"/>
                  </a:lnTo>
                  <a:lnTo>
                    <a:pt x="3897377" y="823752"/>
                  </a:lnTo>
                  <a:lnTo>
                    <a:pt x="3897485" y="823752"/>
                  </a:lnTo>
                  <a:lnTo>
                    <a:pt x="3897593" y="823752"/>
                  </a:lnTo>
                  <a:lnTo>
                    <a:pt x="3897702" y="823752"/>
                  </a:lnTo>
                  <a:lnTo>
                    <a:pt x="3897810" y="823752"/>
                  </a:lnTo>
                  <a:lnTo>
                    <a:pt x="3897919" y="823752"/>
                  </a:lnTo>
                  <a:lnTo>
                    <a:pt x="3897919" y="823128"/>
                  </a:lnTo>
                  <a:lnTo>
                    <a:pt x="3898027" y="823128"/>
                  </a:lnTo>
                  <a:lnTo>
                    <a:pt x="3898136" y="823128"/>
                  </a:lnTo>
                  <a:lnTo>
                    <a:pt x="3898244" y="823128"/>
                  </a:lnTo>
                  <a:lnTo>
                    <a:pt x="3898353" y="823128"/>
                  </a:lnTo>
                  <a:lnTo>
                    <a:pt x="3898461" y="823128"/>
                  </a:lnTo>
                  <a:lnTo>
                    <a:pt x="3898569" y="823128"/>
                  </a:lnTo>
                  <a:lnTo>
                    <a:pt x="3898678" y="823128"/>
                  </a:lnTo>
                  <a:lnTo>
                    <a:pt x="3898786" y="823128"/>
                  </a:lnTo>
                  <a:lnTo>
                    <a:pt x="3898895" y="823128"/>
                  </a:lnTo>
                  <a:lnTo>
                    <a:pt x="3899003" y="823128"/>
                  </a:lnTo>
                  <a:lnTo>
                    <a:pt x="3899112" y="823128"/>
                  </a:lnTo>
                  <a:lnTo>
                    <a:pt x="3899220" y="823128"/>
                  </a:lnTo>
                  <a:lnTo>
                    <a:pt x="3899329" y="823128"/>
                  </a:lnTo>
                  <a:lnTo>
                    <a:pt x="3899437" y="823128"/>
                  </a:lnTo>
                  <a:lnTo>
                    <a:pt x="3899546" y="823128"/>
                  </a:lnTo>
                  <a:lnTo>
                    <a:pt x="3899654" y="823128"/>
                  </a:lnTo>
                  <a:lnTo>
                    <a:pt x="3899762" y="823128"/>
                  </a:lnTo>
                  <a:lnTo>
                    <a:pt x="3899871" y="823128"/>
                  </a:lnTo>
                  <a:lnTo>
                    <a:pt x="3899979" y="823128"/>
                  </a:lnTo>
                  <a:lnTo>
                    <a:pt x="3900088" y="823128"/>
                  </a:lnTo>
                  <a:lnTo>
                    <a:pt x="3900196" y="823128"/>
                  </a:lnTo>
                  <a:lnTo>
                    <a:pt x="3900305" y="823128"/>
                  </a:lnTo>
                  <a:lnTo>
                    <a:pt x="3900413" y="823128"/>
                  </a:lnTo>
                  <a:lnTo>
                    <a:pt x="3900413" y="822505"/>
                  </a:lnTo>
                  <a:lnTo>
                    <a:pt x="3900522" y="822505"/>
                  </a:lnTo>
                  <a:lnTo>
                    <a:pt x="3900630" y="822505"/>
                  </a:lnTo>
                  <a:lnTo>
                    <a:pt x="3900738" y="822505"/>
                  </a:lnTo>
                  <a:lnTo>
                    <a:pt x="3900847" y="822505"/>
                  </a:lnTo>
                  <a:lnTo>
                    <a:pt x="3900955" y="822505"/>
                  </a:lnTo>
                  <a:lnTo>
                    <a:pt x="3901064" y="822505"/>
                  </a:lnTo>
                  <a:lnTo>
                    <a:pt x="3901172" y="822505"/>
                  </a:lnTo>
                  <a:lnTo>
                    <a:pt x="3901281" y="822505"/>
                  </a:lnTo>
                  <a:lnTo>
                    <a:pt x="3901389" y="822505"/>
                  </a:lnTo>
                  <a:lnTo>
                    <a:pt x="3901389" y="821881"/>
                  </a:lnTo>
                  <a:lnTo>
                    <a:pt x="3901498" y="821881"/>
                  </a:lnTo>
                  <a:lnTo>
                    <a:pt x="3901606" y="821881"/>
                  </a:lnTo>
                  <a:lnTo>
                    <a:pt x="3901714" y="821881"/>
                  </a:lnTo>
                  <a:lnTo>
                    <a:pt x="3901823" y="821881"/>
                  </a:lnTo>
                  <a:lnTo>
                    <a:pt x="3901931" y="821881"/>
                  </a:lnTo>
                  <a:lnTo>
                    <a:pt x="3901931" y="821257"/>
                  </a:lnTo>
                  <a:lnTo>
                    <a:pt x="3902040" y="821257"/>
                  </a:lnTo>
                  <a:lnTo>
                    <a:pt x="3902148" y="821257"/>
                  </a:lnTo>
                  <a:lnTo>
                    <a:pt x="3902257" y="821257"/>
                  </a:lnTo>
                  <a:lnTo>
                    <a:pt x="3902365" y="821257"/>
                  </a:lnTo>
                  <a:lnTo>
                    <a:pt x="3902474" y="821257"/>
                  </a:lnTo>
                  <a:lnTo>
                    <a:pt x="3902474" y="820634"/>
                  </a:lnTo>
                  <a:lnTo>
                    <a:pt x="3902582" y="820634"/>
                  </a:lnTo>
                  <a:lnTo>
                    <a:pt x="3902690" y="820634"/>
                  </a:lnTo>
                  <a:lnTo>
                    <a:pt x="3902799" y="820634"/>
                  </a:lnTo>
                  <a:lnTo>
                    <a:pt x="3902907" y="820634"/>
                  </a:lnTo>
                  <a:lnTo>
                    <a:pt x="3903016" y="820634"/>
                  </a:lnTo>
                  <a:lnTo>
                    <a:pt x="3903124" y="820634"/>
                  </a:lnTo>
                  <a:lnTo>
                    <a:pt x="3903233" y="820634"/>
                  </a:lnTo>
                  <a:lnTo>
                    <a:pt x="3903341" y="820634"/>
                  </a:lnTo>
                  <a:lnTo>
                    <a:pt x="3903450" y="820634"/>
                  </a:lnTo>
                  <a:lnTo>
                    <a:pt x="3903558" y="820634"/>
                  </a:lnTo>
                  <a:lnTo>
                    <a:pt x="3903666" y="820634"/>
                  </a:lnTo>
                  <a:lnTo>
                    <a:pt x="3903666" y="820010"/>
                  </a:lnTo>
                  <a:lnTo>
                    <a:pt x="3903775" y="820010"/>
                  </a:lnTo>
                  <a:lnTo>
                    <a:pt x="3903883" y="820010"/>
                  </a:lnTo>
                  <a:lnTo>
                    <a:pt x="3903992" y="820010"/>
                  </a:lnTo>
                  <a:lnTo>
                    <a:pt x="3904100" y="820010"/>
                  </a:lnTo>
                  <a:lnTo>
                    <a:pt x="3904209" y="820010"/>
                  </a:lnTo>
                  <a:lnTo>
                    <a:pt x="3904317" y="820010"/>
                  </a:lnTo>
                  <a:lnTo>
                    <a:pt x="3904426" y="820010"/>
                  </a:lnTo>
                  <a:lnTo>
                    <a:pt x="3904534" y="820010"/>
                  </a:lnTo>
                  <a:lnTo>
                    <a:pt x="3904643" y="820010"/>
                  </a:lnTo>
                  <a:lnTo>
                    <a:pt x="3904751" y="820010"/>
                  </a:lnTo>
                  <a:lnTo>
                    <a:pt x="3904859" y="820010"/>
                  </a:lnTo>
                  <a:lnTo>
                    <a:pt x="3904968" y="820010"/>
                  </a:lnTo>
                  <a:lnTo>
                    <a:pt x="3905076" y="820010"/>
                  </a:lnTo>
                  <a:lnTo>
                    <a:pt x="3905185" y="820010"/>
                  </a:lnTo>
                  <a:lnTo>
                    <a:pt x="3905293" y="820010"/>
                  </a:lnTo>
                  <a:lnTo>
                    <a:pt x="3905402" y="820010"/>
                  </a:lnTo>
                  <a:lnTo>
                    <a:pt x="3905510" y="820010"/>
                  </a:lnTo>
                  <a:lnTo>
                    <a:pt x="3905619" y="820010"/>
                  </a:lnTo>
                  <a:lnTo>
                    <a:pt x="3905727" y="820010"/>
                  </a:lnTo>
                  <a:lnTo>
                    <a:pt x="3905835" y="820010"/>
                  </a:lnTo>
                  <a:lnTo>
                    <a:pt x="3905944" y="820010"/>
                  </a:lnTo>
                  <a:lnTo>
                    <a:pt x="3906052" y="820010"/>
                  </a:lnTo>
                  <a:lnTo>
                    <a:pt x="3906161" y="820010"/>
                  </a:lnTo>
                  <a:lnTo>
                    <a:pt x="3906269" y="820010"/>
                  </a:lnTo>
                  <a:lnTo>
                    <a:pt x="3906378" y="820010"/>
                  </a:lnTo>
                  <a:lnTo>
                    <a:pt x="3906486" y="820010"/>
                  </a:lnTo>
                  <a:lnTo>
                    <a:pt x="3906595" y="820010"/>
                  </a:lnTo>
                  <a:lnTo>
                    <a:pt x="3906703" y="820010"/>
                  </a:lnTo>
                  <a:lnTo>
                    <a:pt x="3906811" y="820010"/>
                  </a:lnTo>
                  <a:lnTo>
                    <a:pt x="3906811" y="819387"/>
                  </a:lnTo>
                  <a:lnTo>
                    <a:pt x="3906920" y="819387"/>
                  </a:lnTo>
                  <a:lnTo>
                    <a:pt x="3907028" y="819387"/>
                  </a:lnTo>
                  <a:lnTo>
                    <a:pt x="3907137" y="819387"/>
                  </a:lnTo>
                  <a:lnTo>
                    <a:pt x="3907137" y="818763"/>
                  </a:lnTo>
                  <a:lnTo>
                    <a:pt x="3907245" y="818763"/>
                  </a:lnTo>
                  <a:lnTo>
                    <a:pt x="3907354" y="818763"/>
                  </a:lnTo>
                  <a:lnTo>
                    <a:pt x="3907354" y="818140"/>
                  </a:lnTo>
                  <a:lnTo>
                    <a:pt x="3907462" y="818140"/>
                  </a:lnTo>
                  <a:lnTo>
                    <a:pt x="3907571" y="818140"/>
                  </a:lnTo>
                  <a:lnTo>
                    <a:pt x="3907679" y="818140"/>
                  </a:lnTo>
                  <a:lnTo>
                    <a:pt x="3907679" y="817516"/>
                  </a:lnTo>
                  <a:lnTo>
                    <a:pt x="3907787" y="817516"/>
                  </a:lnTo>
                  <a:lnTo>
                    <a:pt x="3907896" y="817516"/>
                  </a:lnTo>
                  <a:lnTo>
                    <a:pt x="3908004" y="817516"/>
                  </a:lnTo>
                  <a:lnTo>
                    <a:pt x="3908113" y="817516"/>
                  </a:lnTo>
                  <a:lnTo>
                    <a:pt x="3908221" y="817516"/>
                  </a:lnTo>
                  <a:lnTo>
                    <a:pt x="3908330" y="817516"/>
                  </a:lnTo>
                  <a:lnTo>
                    <a:pt x="3908438" y="817516"/>
                  </a:lnTo>
                  <a:lnTo>
                    <a:pt x="3908547" y="817516"/>
                  </a:lnTo>
                  <a:lnTo>
                    <a:pt x="3908655" y="817516"/>
                  </a:lnTo>
                  <a:lnTo>
                    <a:pt x="3908764" y="817516"/>
                  </a:lnTo>
                  <a:lnTo>
                    <a:pt x="3908872" y="817516"/>
                  </a:lnTo>
                  <a:lnTo>
                    <a:pt x="3908980" y="817516"/>
                  </a:lnTo>
                  <a:lnTo>
                    <a:pt x="3909089" y="817516"/>
                  </a:lnTo>
                  <a:lnTo>
                    <a:pt x="3909197" y="817516"/>
                  </a:lnTo>
                  <a:lnTo>
                    <a:pt x="3909306" y="817516"/>
                  </a:lnTo>
                  <a:lnTo>
                    <a:pt x="3909414" y="817516"/>
                  </a:lnTo>
                  <a:lnTo>
                    <a:pt x="3909523" y="817516"/>
                  </a:lnTo>
                  <a:lnTo>
                    <a:pt x="3909631" y="817516"/>
                  </a:lnTo>
                  <a:lnTo>
                    <a:pt x="3909740" y="817516"/>
                  </a:lnTo>
                  <a:lnTo>
                    <a:pt x="3909848" y="817516"/>
                  </a:lnTo>
                  <a:lnTo>
                    <a:pt x="3909956" y="817516"/>
                  </a:lnTo>
                  <a:lnTo>
                    <a:pt x="3910065" y="817516"/>
                  </a:lnTo>
                  <a:lnTo>
                    <a:pt x="3910173" y="817516"/>
                  </a:lnTo>
                  <a:lnTo>
                    <a:pt x="3910282" y="817516"/>
                  </a:lnTo>
                  <a:lnTo>
                    <a:pt x="3910390" y="817516"/>
                  </a:lnTo>
                  <a:lnTo>
                    <a:pt x="3910499" y="817516"/>
                  </a:lnTo>
                  <a:lnTo>
                    <a:pt x="3910607" y="817516"/>
                  </a:lnTo>
                  <a:lnTo>
                    <a:pt x="3910607" y="816892"/>
                  </a:lnTo>
                  <a:lnTo>
                    <a:pt x="3910716" y="816892"/>
                  </a:lnTo>
                  <a:lnTo>
                    <a:pt x="3910824" y="816892"/>
                  </a:lnTo>
                  <a:lnTo>
                    <a:pt x="3910932" y="816892"/>
                  </a:lnTo>
                  <a:lnTo>
                    <a:pt x="3910932" y="816269"/>
                  </a:lnTo>
                  <a:lnTo>
                    <a:pt x="3911041" y="816269"/>
                  </a:lnTo>
                  <a:lnTo>
                    <a:pt x="3911149" y="816269"/>
                  </a:lnTo>
                  <a:lnTo>
                    <a:pt x="3911258" y="816269"/>
                  </a:lnTo>
                  <a:lnTo>
                    <a:pt x="3911366" y="816269"/>
                  </a:lnTo>
                  <a:lnTo>
                    <a:pt x="3911475" y="816269"/>
                  </a:lnTo>
                  <a:lnTo>
                    <a:pt x="3911583" y="816269"/>
                  </a:lnTo>
                  <a:lnTo>
                    <a:pt x="3911692" y="816269"/>
                  </a:lnTo>
                  <a:lnTo>
                    <a:pt x="3911800" y="816269"/>
                  </a:lnTo>
                  <a:lnTo>
                    <a:pt x="3911908" y="816269"/>
                  </a:lnTo>
                  <a:lnTo>
                    <a:pt x="3912017" y="816269"/>
                  </a:lnTo>
                  <a:lnTo>
                    <a:pt x="3912125" y="816269"/>
                  </a:lnTo>
                  <a:lnTo>
                    <a:pt x="3912125" y="815645"/>
                  </a:lnTo>
                  <a:lnTo>
                    <a:pt x="3912234" y="815645"/>
                  </a:lnTo>
                  <a:lnTo>
                    <a:pt x="3912342" y="815645"/>
                  </a:lnTo>
                  <a:lnTo>
                    <a:pt x="3912451" y="815645"/>
                  </a:lnTo>
                  <a:lnTo>
                    <a:pt x="3912559" y="815645"/>
                  </a:lnTo>
                  <a:lnTo>
                    <a:pt x="3912668" y="815645"/>
                  </a:lnTo>
                  <a:lnTo>
                    <a:pt x="3912776" y="815645"/>
                  </a:lnTo>
                  <a:lnTo>
                    <a:pt x="3912776" y="815022"/>
                  </a:lnTo>
                  <a:lnTo>
                    <a:pt x="3912885" y="815022"/>
                  </a:lnTo>
                  <a:lnTo>
                    <a:pt x="3912885" y="814398"/>
                  </a:lnTo>
                  <a:lnTo>
                    <a:pt x="3912993" y="814398"/>
                  </a:lnTo>
                  <a:lnTo>
                    <a:pt x="3913101" y="814398"/>
                  </a:lnTo>
                  <a:lnTo>
                    <a:pt x="3913101" y="813774"/>
                  </a:lnTo>
                  <a:lnTo>
                    <a:pt x="3913210" y="813774"/>
                  </a:lnTo>
                  <a:lnTo>
                    <a:pt x="3913318" y="813774"/>
                  </a:lnTo>
                  <a:lnTo>
                    <a:pt x="3913427" y="813774"/>
                  </a:lnTo>
                  <a:lnTo>
                    <a:pt x="3913535" y="813774"/>
                  </a:lnTo>
                  <a:lnTo>
                    <a:pt x="3913644" y="813774"/>
                  </a:lnTo>
                  <a:lnTo>
                    <a:pt x="3913752" y="813774"/>
                  </a:lnTo>
                  <a:lnTo>
                    <a:pt x="3913861" y="813774"/>
                  </a:lnTo>
                  <a:lnTo>
                    <a:pt x="3913969" y="813774"/>
                  </a:lnTo>
                  <a:lnTo>
                    <a:pt x="3914077" y="813774"/>
                  </a:lnTo>
                  <a:lnTo>
                    <a:pt x="3914186" y="813774"/>
                  </a:lnTo>
                  <a:lnTo>
                    <a:pt x="3914294" y="813774"/>
                  </a:lnTo>
                  <a:lnTo>
                    <a:pt x="3914403" y="813774"/>
                  </a:lnTo>
                  <a:lnTo>
                    <a:pt x="3914511" y="813774"/>
                  </a:lnTo>
                  <a:lnTo>
                    <a:pt x="3914620" y="813774"/>
                  </a:lnTo>
                  <a:lnTo>
                    <a:pt x="3914728" y="813774"/>
                  </a:lnTo>
                  <a:lnTo>
                    <a:pt x="3914837" y="813774"/>
                  </a:lnTo>
                  <a:lnTo>
                    <a:pt x="3914945" y="813774"/>
                  </a:lnTo>
                  <a:lnTo>
                    <a:pt x="3915053" y="813774"/>
                  </a:lnTo>
                  <a:lnTo>
                    <a:pt x="3915162" y="813774"/>
                  </a:lnTo>
                  <a:lnTo>
                    <a:pt x="3915270" y="813774"/>
                  </a:lnTo>
                  <a:lnTo>
                    <a:pt x="3915379" y="813774"/>
                  </a:lnTo>
                  <a:lnTo>
                    <a:pt x="3915487" y="813774"/>
                  </a:lnTo>
                  <a:lnTo>
                    <a:pt x="3915596" y="813774"/>
                  </a:lnTo>
                  <a:lnTo>
                    <a:pt x="3915704" y="813774"/>
                  </a:lnTo>
                  <a:lnTo>
                    <a:pt x="3915813" y="813774"/>
                  </a:lnTo>
                  <a:lnTo>
                    <a:pt x="3915921" y="813774"/>
                  </a:lnTo>
                  <a:lnTo>
                    <a:pt x="3916029" y="813774"/>
                  </a:lnTo>
                  <a:lnTo>
                    <a:pt x="3916138" y="813774"/>
                  </a:lnTo>
                  <a:lnTo>
                    <a:pt x="3916246" y="813774"/>
                  </a:lnTo>
                  <a:lnTo>
                    <a:pt x="3916355" y="813774"/>
                  </a:lnTo>
                  <a:lnTo>
                    <a:pt x="3916463" y="813774"/>
                  </a:lnTo>
                  <a:lnTo>
                    <a:pt x="3916572" y="813774"/>
                  </a:lnTo>
                  <a:lnTo>
                    <a:pt x="3916680" y="813774"/>
                  </a:lnTo>
                  <a:lnTo>
                    <a:pt x="3916789" y="813774"/>
                  </a:lnTo>
                  <a:lnTo>
                    <a:pt x="3916897" y="813774"/>
                  </a:lnTo>
                  <a:lnTo>
                    <a:pt x="3916897" y="813151"/>
                  </a:lnTo>
                  <a:lnTo>
                    <a:pt x="3917006" y="813151"/>
                  </a:lnTo>
                  <a:lnTo>
                    <a:pt x="3917114" y="813151"/>
                  </a:lnTo>
                  <a:lnTo>
                    <a:pt x="3917222" y="813151"/>
                  </a:lnTo>
                  <a:lnTo>
                    <a:pt x="3917331" y="813151"/>
                  </a:lnTo>
                  <a:lnTo>
                    <a:pt x="3917439" y="813151"/>
                  </a:lnTo>
                  <a:lnTo>
                    <a:pt x="3917548" y="813151"/>
                  </a:lnTo>
                  <a:lnTo>
                    <a:pt x="3917656" y="813151"/>
                  </a:lnTo>
                  <a:lnTo>
                    <a:pt x="3917765" y="813151"/>
                  </a:lnTo>
                  <a:lnTo>
                    <a:pt x="3917873" y="813151"/>
                  </a:lnTo>
                  <a:lnTo>
                    <a:pt x="3917982" y="813151"/>
                  </a:lnTo>
                  <a:lnTo>
                    <a:pt x="3918090" y="813151"/>
                  </a:lnTo>
                  <a:lnTo>
                    <a:pt x="3918198" y="813151"/>
                  </a:lnTo>
                  <a:lnTo>
                    <a:pt x="3918307" y="813151"/>
                  </a:lnTo>
                  <a:lnTo>
                    <a:pt x="3918415" y="813151"/>
                  </a:lnTo>
                  <a:lnTo>
                    <a:pt x="3918524" y="813151"/>
                  </a:lnTo>
                  <a:lnTo>
                    <a:pt x="3918632" y="813151"/>
                  </a:lnTo>
                  <a:lnTo>
                    <a:pt x="3918741" y="813151"/>
                  </a:lnTo>
                  <a:lnTo>
                    <a:pt x="3918849" y="813151"/>
                  </a:lnTo>
                  <a:lnTo>
                    <a:pt x="3918958" y="813151"/>
                  </a:lnTo>
                  <a:lnTo>
                    <a:pt x="3919066" y="813151"/>
                  </a:lnTo>
                  <a:lnTo>
                    <a:pt x="3919174" y="813151"/>
                  </a:lnTo>
                  <a:lnTo>
                    <a:pt x="3919283" y="813151"/>
                  </a:lnTo>
                  <a:lnTo>
                    <a:pt x="3919391" y="813151"/>
                  </a:lnTo>
                  <a:lnTo>
                    <a:pt x="3919500" y="813151"/>
                  </a:lnTo>
                  <a:lnTo>
                    <a:pt x="3919608" y="813151"/>
                  </a:lnTo>
                  <a:lnTo>
                    <a:pt x="3919717" y="813151"/>
                  </a:lnTo>
                  <a:lnTo>
                    <a:pt x="3919825" y="813151"/>
                  </a:lnTo>
                  <a:lnTo>
                    <a:pt x="3919934" y="813151"/>
                  </a:lnTo>
                  <a:lnTo>
                    <a:pt x="3920042" y="813151"/>
                  </a:lnTo>
                  <a:lnTo>
                    <a:pt x="3920150" y="813151"/>
                  </a:lnTo>
                  <a:lnTo>
                    <a:pt x="3920150" y="812527"/>
                  </a:lnTo>
                  <a:lnTo>
                    <a:pt x="3920259" y="812527"/>
                  </a:lnTo>
                  <a:lnTo>
                    <a:pt x="3920367" y="812527"/>
                  </a:lnTo>
                  <a:lnTo>
                    <a:pt x="3920476" y="812527"/>
                  </a:lnTo>
                  <a:lnTo>
                    <a:pt x="3920584" y="812527"/>
                  </a:lnTo>
                  <a:lnTo>
                    <a:pt x="3920693" y="812527"/>
                  </a:lnTo>
                  <a:lnTo>
                    <a:pt x="3920801" y="812527"/>
                  </a:lnTo>
                  <a:lnTo>
                    <a:pt x="3920910" y="812527"/>
                  </a:lnTo>
                  <a:lnTo>
                    <a:pt x="3921018" y="812527"/>
                  </a:lnTo>
                  <a:lnTo>
                    <a:pt x="3921127" y="812527"/>
                  </a:lnTo>
                  <a:lnTo>
                    <a:pt x="3921235" y="812527"/>
                  </a:lnTo>
                  <a:lnTo>
                    <a:pt x="3921343" y="812527"/>
                  </a:lnTo>
                  <a:lnTo>
                    <a:pt x="3921452" y="812527"/>
                  </a:lnTo>
                  <a:lnTo>
                    <a:pt x="3921452" y="811904"/>
                  </a:lnTo>
                  <a:lnTo>
                    <a:pt x="3921560" y="811904"/>
                  </a:lnTo>
                  <a:lnTo>
                    <a:pt x="3921669" y="811904"/>
                  </a:lnTo>
                  <a:lnTo>
                    <a:pt x="3921777" y="811904"/>
                  </a:lnTo>
                  <a:lnTo>
                    <a:pt x="3921886" y="811904"/>
                  </a:lnTo>
                  <a:lnTo>
                    <a:pt x="3921994" y="811904"/>
                  </a:lnTo>
                  <a:lnTo>
                    <a:pt x="3922103" y="811904"/>
                  </a:lnTo>
                  <a:lnTo>
                    <a:pt x="3922103" y="811280"/>
                  </a:lnTo>
                  <a:lnTo>
                    <a:pt x="3922211" y="811280"/>
                  </a:lnTo>
                  <a:lnTo>
                    <a:pt x="3922319" y="811280"/>
                  </a:lnTo>
                  <a:lnTo>
                    <a:pt x="3922428" y="811280"/>
                  </a:lnTo>
                  <a:lnTo>
                    <a:pt x="3922536" y="811280"/>
                  </a:lnTo>
                  <a:lnTo>
                    <a:pt x="3922536" y="810657"/>
                  </a:lnTo>
                  <a:lnTo>
                    <a:pt x="3922645" y="810657"/>
                  </a:lnTo>
                  <a:lnTo>
                    <a:pt x="3922753" y="810657"/>
                  </a:lnTo>
                  <a:lnTo>
                    <a:pt x="3922862" y="810657"/>
                  </a:lnTo>
                  <a:lnTo>
                    <a:pt x="3922970" y="810657"/>
                  </a:lnTo>
                  <a:lnTo>
                    <a:pt x="3923079" y="810657"/>
                  </a:lnTo>
                  <a:lnTo>
                    <a:pt x="3923187" y="810657"/>
                  </a:lnTo>
                  <a:lnTo>
                    <a:pt x="3923295" y="810657"/>
                  </a:lnTo>
                  <a:lnTo>
                    <a:pt x="3923404" y="810657"/>
                  </a:lnTo>
                  <a:lnTo>
                    <a:pt x="3923404" y="810033"/>
                  </a:lnTo>
                  <a:lnTo>
                    <a:pt x="3923512" y="810033"/>
                  </a:lnTo>
                  <a:lnTo>
                    <a:pt x="3923512" y="809409"/>
                  </a:lnTo>
                  <a:lnTo>
                    <a:pt x="3923621" y="809409"/>
                  </a:lnTo>
                  <a:lnTo>
                    <a:pt x="3923621" y="808786"/>
                  </a:lnTo>
                  <a:lnTo>
                    <a:pt x="3923729" y="808786"/>
                  </a:lnTo>
                  <a:lnTo>
                    <a:pt x="3923838" y="808786"/>
                  </a:lnTo>
                  <a:lnTo>
                    <a:pt x="3923946" y="808786"/>
                  </a:lnTo>
                  <a:lnTo>
                    <a:pt x="3924055" y="808786"/>
                  </a:lnTo>
                  <a:lnTo>
                    <a:pt x="3924163" y="808786"/>
                  </a:lnTo>
                  <a:lnTo>
                    <a:pt x="3924271" y="808786"/>
                  </a:lnTo>
                  <a:lnTo>
                    <a:pt x="3924380" y="808786"/>
                  </a:lnTo>
                  <a:lnTo>
                    <a:pt x="3924488" y="808786"/>
                  </a:lnTo>
                  <a:lnTo>
                    <a:pt x="3924597" y="808786"/>
                  </a:lnTo>
                  <a:lnTo>
                    <a:pt x="3924705" y="808786"/>
                  </a:lnTo>
                  <a:lnTo>
                    <a:pt x="3924705" y="808162"/>
                  </a:lnTo>
                  <a:lnTo>
                    <a:pt x="3924814" y="808162"/>
                  </a:lnTo>
                  <a:lnTo>
                    <a:pt x="3924814" y="807539"/>
                  </a:lnTo>
                  <a:lnTo>
                    <a:pt x="3924922" y="807539"/>
                  </a:lnTo>
                  <a:lnTo>
                    <a:pt x="3925031" y="807539"/>
                  </a:lnTo>
                  <a:lnTo>
                    <a:pt x="3925139" y="807539"/>
                  </a:lnTo>
                  <a:lnTo>
                    <a:pt x="3925247" y="807539"/>
                  </a:lnTo>
                  <a:lnTo>
                    <a:pt x="3925356" y="807539"/>
                  </a:lnTo>
                  <a:lnTo>
                    <a:pt x="3925464" y="807539"/>
                  </a:lnTo>
                  <a:lnTo>
                    <a:pt x="3925573" y="807539"/>
                  </a:lnTo>
                  <a:lnTo>
                    <a:pt x="3925681" y="807539"/>
                  </a:lnTo>
                  <a:lnTo>
                    <a:pt x="3925681" y="806915"/>
                  </a:lnTo>
                  <a:lnTo>
                    <a:pt x="3925790" y="806915"/>
                  </a:lnTo>
                  <a:lnTo>
                    <a:pt x="3925898" y="806915"/>
                  </a:lnTo>
                  <a:lnTo>
                    <a:pt x="3926007" y="806915"/>
                  </a:lnTo>
                  <a:lnTo>
                    <a:pt x="3926007" y="806291"/>
                  </a:lnTo>
                  <a:lnTo>
                    <a:pt x="3926115" y="806291"/>
                  </a:lnTo>
                  <a:lnTo>
                    <a:pt x="3926224" y="806291"/>
                  </a:lnTo>
                  <a:lnTo>
                    <a:pt x="3926332" y="806291"/>
                  </a:lnTo>
                  <a:lnTo>
                    <a:pt x="3926440" y="806291"/>
                  </a:lnTo>
                  <a:lnTo>
                    <a:pt x="3926440" y="805668"/>
                  </a:lnTo>
                  <a:lnTo>
                    <a:pt x="3926549" y="805668"/>
                  </a:lnTo>
                  <a:lnTo>
                    <a:pt x="3926657" y="805668"/>
                  </a:lnTo>
                  <a:lnTo>
                    <a:pt x="3926766" y="805668"/>
                  </a:lnTo>
                  <a:lnTo>
                    <a:pt x="3926874" y="805668"/>
                  </a:lnTo>
                  <a:lnTo>
                    <a:pt x="3926983" y="805668"/>
                  </a:lnTo>
                  <a:lnTo>
                    <a:pt x="3927091" y="805668"/>
                  </a:lnTo>
                  <a:lnTo>
                    <a:pt x="3927200" y="805668"/>
                  </a:lnTo>
                  <a:lnTo>
                    <a:pt x="3927308" y="805668"/>
                  </a:lnTo>
                  <a:lnTo>
                    <a:pt x="3927416" y="805668"/>
                  </a:lnTo>
                  <a:lnTo>
                    <a:pt x="3927525" y="805668"/>
                  </a:lnTo>
                  <a:lnTo>
                    <a:pt x="3927633" y="805668"/>
                  </a:lnTo>
                  <a:lnTo>
                    <a:pt x="3927742" y="805668"/>
                  </a:lnTo>
                  <a:lnTo>
                    <a:pt x="3927850" y="805668"/>
                  </a:lnTo>
                  <a:lnTo>
                    <a:pt x="3927959" y="805668"/>
                  </a:lnTo>
                  <a:lnTo>
                    <a:pt x="3928067" y="805668"/>
                  </a:lnTo>
                  <a:lnTo>
                    <a:pt x="3928176" y="805668"/>
                  </a:lnTo>
                  <a:lnTo>
                    <a:pt x="3928284" y="805668"/>
                  </a:lnTo>
                  <a:lnTo>
                    <a:pt x="3928392" y="805668"/>
                  </a:lnTo>
                  <a:lnTo>
                    <a:pt x="3928501" y="805668"/>
                  </a:lnTo>
                  <a:lnTo>
                    <a:pt x="3928609" y="805668"/>
                  </a:lnTo>
                  <a:lnTo>
                    <a:pt x="3928609" y="805044"/>
                  </a:lnTo>
                  <a:lnTo>
                    <a:pt x="3928718" y="805044"/>
                  </a:lnTo>
                  <a:lnTo>
                    <a:pt x="3928718" y="804421"/>
                  </a:lnTo>
                  <a:lnTo>
                    <a:pt x="3928826" y="804421"/>
                  </a:lnTo>
                  <a:lnTo>
                    <a:pt x="3928826" y="803797"/>
                  </a:lnTo>
                  <a:lnTo>
                    <a:pt x="3928935" y="803797"/>
                  </a:lnTo>
                  <a:lnTo>
                    <a:pt x="3929043" y="803797"/>
                  </a:lnTo>
                  <a:lnTo>
                    <a:pt x="3929152" y="803797"/>
                  </a:lnTo>
                  <a:lnTo>
                    <a:pt x="3929260" y="803797"/>
                  </a:lnTo>
                  <a:lnTo>
                    <a:pt x="3929368" y="803797"/>
                  </a:lnTo>
                  <a:lnTo>
                    <a:pt x="3929477" y="803797"/>
                  </a:lnTo>
                  <a:lnTo>
                    <a:pt x="3929585" y="803797"/>
                  </a:lnTo>
                  <a:lnTo>
                    <a:pt x="3929694" y="803797"/>
                  </a:lnTo>
                  <a:lnTo>
                    <a:pt x="3929802" y="803797"/>
                  </a:lnTo>
                  <a:lnTo>
                    <a:pt x="3929911" y="803797"/>
                  </a:lnTo>
                  <a:lnTo>
                    <a:pt x="3930019" y="803797"/>
                  </a:lnTo>
                  <a:lnTo>
                    <a:pt x="3930128" y="803797"/>
                  </a:lnTo>
                  <a:lnTo>
                    <a:pt x="3930236" y="803797"/>
                  </a:lnTo>
                  <a:lnTo>
                    <a:pt x="3930345" y="803797"/>
                  </a:lnTo>
                  <a:lnTo>
                    <a:pt x="3930453" y="803797"/>
                  </a:lnTo>
                  <a:lnTo>
                    <a:pt x="3930561" y="803797"/>
                  </a:lnTo>
                  <a:lnTo>
                    <a:pt x="3930670" y="803797"/>
                  </a:lnTo>
                  <a:lnTo>
                    <a:pt x="3930778" y="803797"/>
                  </a:lnTo>
                  <a:lnTo>
                    <a:pt x="3930778" y="803174"/>
                  </a:lnTo>
                  <a:lnTo>
                    <a:pt x="3930887" y="803174"/>
                  </a:lnTo>
                  <a:lnTo>
                    <a:pt x="3930995" y="803174"/>
                  </a:lnTo>
                  <a:lnTo>
                    <a:pt x="3931104" y="803174"/>
                  </a:lnTo>
                  <a:lnTo>
                    <a:pt x="3931212" y="803174"/>
                  </a:lnTo>
                  <a:lnTo>
                    <a:pt x="3931321" y="803174"/>
                  </a:lnTo>
                  <a:lnTo>
                    <a:pt x="3931429" y="803174"/>
                  </a:lnTo>
                  <a:lnTo>
                    <a:pt x="3931537" y="803174"/>
                  </a:lnTo>
                  <a:lnTo>
                    <a:pt x="3931646" y="803174"/>
                  </a:lnTo>
                  <a:lnTo>
                    <a:pt x="3931754" y="803174"/>
                  </a:lnTo>
                  <a:lnTo>
                    <a:pt x="3931863" y="803174"/>
                  </a:lnTo>
                  <a:lnTo>
                    <a:pt x="3931971" y="803174"/>
                  </a:lnTo>
                  <a:lnTo>
                    <a:pt x="3932080" y="803174"/>
                  </a:lnTo>
                  <a:lnTo>
                    <a:pt x="3932080" y="802550"/>
                  </a:lnTo>
                  <a:lnTo>
                    <a:pt x="3932188" y="802550"/>
                  </a:lnTo>
                  <a:lnTo>
                    <a:pt x="3932297" y="802550"/>
                  </a:lnTo>
                  <a:lnTo>
                    <a:pt x="3932405" y="802550"/>
                  </a:lnTo>
                  <a:lnTo>
                    <a:pt x="3932513" y="802550"/>
                  </a:lnTo>
                  <a:lnTo>
                    <a:pt x="3932622" y="802550"/>
                  </a:lnTo>
                  <a:lnTo>
                    <a:pt x="3932730" y="802550"/>
                  </a:lnTo>
                  <a:lnTo>
                    <a:pt x="3932839" y="802550"/>
                  </a:lnTo>
                  <a:lnTo>
                    <a:pt x="3932947" y="802550"/>
                  </a:lnTo>
                  <a:lnTo>
                    <a:pt x="3933056" y="802550"/>
                  </a:lnTo>
                  <a:lnTo>
                    <a:pt x="3933164" y="802550"/>
                  </a:lnTo>
                  <a:lnTo>
                    <a:pt x="3933273" y="802550"/>
                  </a:lnTo>
                  <a:lnTo>
                    <a:pt x="3933381" y="802550"/>
                  </a:lnTo>
                  <a:lnTo>
                    <a:pt x="3933381" y="801926"/>
                  </a:lnTo>
                  <a:lnTo>
                    <a:pt x="3933489" y="801926"/>
                  </a:lnTo>
                  <a:lnTo>
                    <a:pt x="3933598" y="801926"/>
                  </a:lnTo>
                  <a:lnTo>
                    <a:pt x="3933706" y="801926"/>
                  </a:lnTo>
                  <a:lnTo>
                    <a:pt x="3933815" y="801926"/>
                  </a:lnTo>
                  <a:lnTo>
                    <a:pt x="3933923" y="801926"/>
                  </a:lnTo>
                  <a:lnTo>
                    <a:pt x="3934032" y="801926"/>
                  </a:lnTo>
                  <a:lnTo>
                    <a:pt x="3934140" y="801926"/>
                  </a:lnTo>
                  <a:lnTo>
                    <a:pt x="3934140" y="801303"/>
                  </a:lnTo>
                  <a:lnTo>
                    <a:pt x="3934249" y="801303"/>
                  </a:lnTo>
                  <a:lnTo>
                    <a:pt x="3934249" y="800679"/>
                  </a:lnTo>
                  <a:lnTo>
                    <a:pt x="3934357" y="800679"/>
                  </a:lnTo>
                  <a:lnTo>
                    <a:pt x="3934466" y="800679"/>
                  </a:lnTo>
                  <a:lnTo>
                    <a:pt x="3934574" y="800679"/>
                  </a:lnTo>
                  <a:lnTo>
                    <a:pt x="3934574" y="800056"/>
                  </a:lnTo>
                  <a:lnTo>
                    <a:pt x="3934682" y="800056"/>
                  </a:lnTo>
                  <a:lnTo>
                    <a:pt x="3934682" y="799432"/>
                  </a:lnTo>
                  <a:lnTo>
                    <a:pt x="3934791" y="799432"/>
                  </a:lnTo>
                  <a:lnTo>
                    <a:pt x="3934791" y="798808"/>
                  </a:lnTo>
                  <a:lnTo>
                    <a:pt x="3934899" y="798808"/>
                  </a:lnTo>
                  <a:lnTo>
                    <a:pt x="3935008" y="798808"/>
                  </a:lnTo>
                  <a:lnTo>
                    <a:pt x="3935116" y="798808"/>
                  </a:lnTo>
                  <a:lnTo>
                    <a:pt x="3935225" y="798808"/>
                  </a:lnTo>
                  <a:lnTo>
                    <a:pt x="3935333" y="798808"/>
                  </a:lnTo>
                  <a:lnTo>
                    <a:pt x="3935442" y="798808"/>
                  </a:lnTo>
                  <a:lnTo>
                    <a:pt x="3935550" y="798808"/>
                  </a:lnTo>
                  <a:lnTo>
                    <a:pt x="3935658" y="798808"/>
                  </a:lnTo>
                  <a:lnTo>
                    <a:pt x="3935767" y="798808"/>
                  </a:lnTo>
                  <a:lnTo>
                    <a:pt x="3935875" y="798808"/>
                  </a:lnTo>
                  <a:lnTo>
                    <a:pt x="3935984" y="798808"/>
                  </a:lnTo>
                  <a:lnTo>
                    <a:pt x="3936092" y="798808"/>
                  </a:lnTo>
                  <a:lnTo>
                    <a:pt x="3936201" y="798808"/>
                  </a:lnTo>
                  <a:lnTo>
                    <a:pt x="3936309" y="798808"/>
                  </a:lnTo>
                  <a:lnTo>
                    <a:pt x="3936418" y="798808"/>
                  </a:lnTo>
                  <a:lnTo>
                    <a:pt x="3936526" y="798808"/>
                  </a:lnTo>
                  <a:lnTo>
                    <a:pt x="3936634" y="798808"/>
                  </a:lnTo>
                  <a:lnTo>
                    <a:pt x="3936743" y="798808"/>
                  </a:lnTo>
                  <a:lnTo>
                    <a:pt x="3936851" y="798808"/>
                  </a:lnTo>
                  <a:lnTo>
                    <a:pt x="3936960" y="798808"/>
                  </a:lnTo>
                  <a:lnTo>
                    <a:pt x="3937068" y="798808"/>
                  </a:lnTo>
                  <a:lnTo>
                    <a:pt x="3937177" y="798808"/>
                  </a:lnTo>
                  <a:lnTo>
                    <a:pt x="3937285" y="798808"/>
                  </a:lnTo>
                  <a:lnTo>
                    <a:pt x="3937394" y="798808"/>
                  </a:lnTo>
                  <a:lnTo>
                    <a:pt x="3937502" y="798808"/>
                  </a:lnTo>
                  <a:lnTo>
                    <a:pt x="3937610" y="798808"/>
                  </a:lnTo>
                  <a:lnTo>
                    <a:pt x="3937719" y="798808"/>
                  </a:lnTo>
                  <a:lnTo>
                    <a:pt x="3937827" y="798808"/>
                  </a:lnTo>
                  <a:lnTo>
                    <a:pt x="3937936" y="798808"/>
                  </a:lnTo>
                  <a:lnTo>
                    <a:pt x="3938044" y="798808"/>
                  </a:lnTo>
                  <a:lnTo>
                    <a:pt x="3938153" y="798808"/>
                  </a:lnTo>
                  <a:lnTo>
                    <a:pt x="3938153" y="798185"/>
                  </a:lnTo>
                  <a:lnTo>
                    <a:pt x="3938261" y="798185"/>
                  </a:lnTo>
                  <a:lnTo>
                    <a:pt x="3938370" y="798185"/>
                  </a:lnTo>
                  <a:lnTo>
                    <a:pt x="3938478" y="798185"/>
                  </a:lnTo>
                  <a:lnTo>
                    <a:pt x="3938587" y="798185"/>
                  </a:lnTo>
                  <a:lnTo>
                    <a:pt x="3938695" y="798185"/>
                  </a:lnTo>
                  <a:lnTo>
                    <a:pt x="3938803" y="798185"/>
                  </a:lnTo>
                  <a:lnTo>
                    <a:pt x="3938912" y="798185"/>
                  </a:lnTo>
                  <a:lnTo>
                    <a:pt x="3938912" y="797561"/>
                  </a:lnTo>
                  <a:lnTo>
                    <a:pt x="3939020" y="797561"/>
                  </a:lnTo>
                  <a:lnTo>
                    <a:pt x="3939020" y="796938"/>
                  </a:lnTo>
                  <a:lnTo>
                    <a:pt x="3939129" y="796938"/>
                  </a:lnTo>
                  <a:lnTo>
                    <a:pt x="3939237" y="796938"/>
                  </a:lnTo>
                  <a:lnTo>
                    <a:pt x="3939346" y="796938"/>
                  </a:lnTo>
                  <a:lnTo>
                    <a:pt x="3939454" y="796938"/>
                  </a:lnTo>
                  <a:lnTo>
                    <a:pt x="3939563" y="796938"/>
                  </a:lnTo>
                  <a:lnTo>
                    <a:pt x="3939671" y="796938"/>
                  </a:lnTo>
                  <a:lnTo>
                    <a:pt x="3939779" y="796938"/>
                  </a:lnTo>
                  <a:lnTo>
                    <a:pt x="3939888" y="796938"/>
                  </a:lnTo>
                  <a:lnTo>
                    <a:pt x="3939996" y="796938"/>
                  </a:lnTo>
                  <a:lnTo>
                    <a:pt x="3939996" y="796314"/>
                  </a:lnTo>
                  <a:lnTo>
                    <a:pt x="3940105" y="796314"/>
                  </a:lnTo>
                  <a:lnTo>
                    <a:pt x="3940213" y="796314"/>
                  </a:lnTo>
                  <a:lnTo>
                    <a:pt x="3940322" y="796314"/>
                  </a:lnTo>
                  <a:lnTo>
                    <a:pt x="3940430" y="796314"/>
                  </a:lnTo>
                  <a:lnTo>
                    <a:pt x="3940539" y="796314"/>
                  </a:lnTo>
                  <a:lnTo>
                    <a:pt x="3940647" y="796314"/>
                  </a:lnTo>
                  <a:lnTo>
                    <a:pt x="3940755" y="796314"/>
                  </a:lnTo>
                  <a:lnTo>
                    <a:pt x="3940864" y="796314"/>
                  </a:lnTo>
                  <a:lnTo>
                    <a:pt x="3940972" y="796314"/>
                  </a:lnTo>
                  <a:lnTo>
                    <a:pt x="3941081" y="796314"/>
                  </a:lnTo>
                  <a:lnTo>
                    <a:pt x="3941189" y="796314"/>
                  </a:lnTo>
                  <a:lnTo>
                    <a:pt x="3941298" y="796314"/>
                  </a:lnTo>
                  <a:lnTo>
                    <a:pt x="3941406" y="796314"/>
                  </a:lnTo>
                  <a:lnTo>
                    <a:pt x="3941515" y="796314"/>
                  </a:lnTo>
                  <a:lnTo>
                    <a:pt x="3941623" y="796314"/>
                  </a:lnTo>
                  <a:lnTo>
                    <a:pt x="3941731" y="796314"/>
                  </a:lnTo>
                  <a:lnTo>
                    <a:pt x="3941731" y="795691"/>
                  </a:lnTo>
                  <a:lnTo>
                    <a:pt x="3941840" y="795691"/>
                  </a:lnTo>
                  <a:lnTo>
                    <a:pt x="3941948" y="795691"/>
                  </a:lnTo>
                  <a:lnTo>
                    <a:pt x="3942057" y="795691"/>
                  </a:lnTo>
                  <a:lnTo>
                    <a:pt x="3942165" y="795691"/>
                  </a:lnTo>
                  <a:lnTo>
                    <a:pt x="3942274" y="795691"/>
                  </a:lnTo>
                  <a:lnTo>
                    <a:pt x="3942382" y="795691"/>
                  </a:lnTo>
                  <a:lnTo>
                    <a:pt x="3942491" y="795691"/>
                  </a:lnTo>
                  <a:lnTo>
                    <a:pt x="3942599" y="795691"/>
                  </a:lnTo>
                  <a:lnTo>
                    <a:pt x="3942708" y="795691"/>
                  </a:lnTo>
                  <a:lnTo>
                    <a:pt x="3942816" y="795691"/>
                  </a:lnTo>
                  <a:lnTo>
                    <a:pt x="3942924" y="795691"/>
                  </a:lnTo>
                  <a:lnTo>
                    <a:pt x="3943033" y="795691"/>
                  </a:lnTo>
                  <a:lnTo>
                    <a:pt x="3943141" y="795691"/>
                  </a:lnTo>
                  <a:lnTo>
                    <a:pt x="3943250" y="795691"/>
                  </a:lnTo>
                  <a:lnTo>
                    <a:pt x="3943358" y="795691"/>
                  </a:lnTo>
                  <a:lnTo>
                    <a:pt x="3943467" y="795691"/>
                  </a:lnTo>
                  <a:lnTo>
                    <a:pt x="3943467" y="795067"/>
                  </a:lnTo>
                  <a:lnTo>
                    <a:pt x="3943575" y="795067"/>
                  </a:lnTo>
                  <a:lnTo>
                    <a:pt x="3943684" y="795067"/>
                  </a:lnTo>
                  <a:lnTo>
                    <a:pt x="3943792" y="795067"/>
                  </a:lnTo>
                  <a:lnTo>
                    <a:pt x="3943792" y="794443"/>
                  </a:lnTo>
                  <a:lnTo>
                    <a:pt x="3943900" y="794443"/>
                  </a:lnTo>
                  <a:lnTo>
                    <a:pt x="3944009" y="794443"/>
                  </a:lnTo>
                  <a:lnTo>
                    <a:pt x="3944117" y="794443"/>
                  </a:lnTo>
                  <a:lnTo>
                    <a:pt x="3944226" y="794443"/>
                  </a:lnTo>
                  <a:lnTo>
                    <a:pt x="3944334" y="794443"/>
                  </a:lnTo>
                  <a:lnTo>
                    <a:pt x="3944443" y="794443"/>
                  </a:lnTo>
                  <a:lnTo>
                    <a:pt x="3944551" y="794443"/>
                  </a:lnTo>
                  <a:lnTo>
                    <a:pt x="3944660" y="794443"/>
                  </a:lnTo>
                  <a:lnTo>
                    <a:pt x="3944768" y="794443"/>
                  </a:lnTo>
                  <a:lnTo>
                    <a:pt x="3944876" y="794443"/>
                  </a:lnTo>
                  <a:lnTo>
                    <a:pt x="3944985" y="794443"/>
                  </a:lnTo>
                  <a:lnTo>
                    <a:pt x="3945093" y="794443"/>
                  </a:lnTo>
                  <a:lnTo>
                    <a:pt x="3945202" y="794443"/>
                  </a:lnTo>
                  <a:lnTo>
                    <a:pt x="3945310" y="794443"/>
                  </a:lnTo>
                  <a:lnTo>
                    <a:pt x="3945419" y="794443"/>
                  </a:lnTo>
                  <a:lnTo>
                    <a:pt x="3945419" y="793820"/>
                  </a:lnTo>
                  <a:lnTo>
                    <a:pt x="3945419" y="793196"/>
                  </a:lnTo>
                  <a:lnTo>
                    <a:pt x="3945527" y="793196"/>
                  </a:lnTo>
                  <a:lnTo>
                    <a:pt x="3945636" y="793196"/>
                  </a:lnTo>
                  <a:lnTo>
                    <a:pt x="3945744" y="793196"/>
                  </a:lnTo>
                  <a:lnTo>
                    <a:pt x="3945852" y="793196"/>
                  </a:lnTo>
                  <a:lnTo>
                    <a:pt x="3945961" y="793196"/>
                  </a:lnTo>
                  <a:lnTo>
                    <a:pt x="3946069" y="793196"/>
                  </a:lnTo>
                  <a:lnTo>
                    <a:pt x="3946069" y="792573"/>
                  </a:lnTo>
                  <a:lnTo>
                    <a:pt x="3946178" y="792573"/>
                  </a:lnTo>
                  <a:lnTo>
                    <a:pt x="3946286" y="792573"/>
                  </a:lnTo>
                  <a:lnTo>
                    <a:pt x="3946395" y="792573"/>
                  </a:lnTo>
                  <a:lnTo>
                    <a:pt x="3946395" y="791949"/>
                  </a:lnTo>
                  <a:lnTo>
                    <a:pt x="3946503" y="791949"/>
                  </a:lnTo>
                  <a:lnTo>
                    <a:pt x="3946612" y="791949"/>
                  </a:lnTo>
                  <a:lnTo>
                    <a:pt x="3946720" y="791949"/>
                  </a:lnTo>
                  <a:lnTo>
                    <a:pt x="3946829" y="791949"/>
                  </a:lnTo>
                  <a:lnTo>
                    <a:pt x="3946937" y="791949"/>
                  </a:lnTo>
                  <a:lnTo>
                    <a:pt x="3947045" y="791949"/>
                  </a:lnTo>
                  <a:lnTo>
                    <a:pt x="3947154" y="791949"/>
                  </a:lnTo>
                  <a:lnTo>
                    <a:pt x="3947262" y="791949"/>
                  </a:lnTo>
                  <a:lnTo>
                    <a:pt x="3947371" y="791949"/>
                  </a:lnTo>
                  <a:lnTo>
                    <a:pt x="3947479" y="791949"/>
                  </a:lnTo>
                  <a:lnTo>
                    <a:pt x="3947588" y="791949"/>
                  </a:lnTo>
                  <a:lnTo>
                    <a:pt x="3947696" y="791949"/>
                  </a:lnTo>
                  <a:lnTo>
                    <a:pt x="3947805" y="791949"/>
                  </a:lnTo>
                  <a:lnTo>
                    <a:pt x="3947913" y="791949"/>
                  </a:lnTo>
                  <a:lnTo>
                    <a:pt x="3948021" y="791949"/>
                  </a:lnTo>
                  <a:lnTo>
                    <a:pt x="3948130" y="791949"/>
                  </a:lnTo>
                  <a:lnTo>
                    <a:pt x="3948238" y="791949"/>
                  </a:lnTo>
                  <a:lnTo>
                    <a:pt x="3948347" y="791949"/>
                  </a:lnTo>
                  <a:lnTo>
                    <a:pt x="3948455" y="791949"/>
                  </a:lnTo>
                  <a:lnTo>
                    <a:pt x="3948564" y="791949"/>
                  </a:lnTo>
                  <a:lnTo>
                    <a:pt x="3948672" y="791949"/>
                  </a:lnTo>
                  <a:lnTo>
                    <a:pt x="3948781" y="791949"/>
                  </a:lnTo>
                  <a:lnTo>
                    <a:pt x="3948781" y="791325"/>
                  </a:lnTo>
                  <a:lnTo>
                    <a:pt x="3948889" y="791325"/>
                  </a:lnTo>
                  <a:lnTo>
                    <a:pt x="3948997" y="791325"/>
                  </a:lnTo>
                  <a:lnTo>
                    <a:pt x="3949106" y="791325"/>
                  </a:lnTo>
                  <a:lnTo>
                    <a:pt x="3949214" y="791325"/>
                  </a:lnTo>
                  <a:lnTo>
                    <a:pt x="3949323" y="791325"/>
                  </a:lnTo>
                  <a:lnTo>
                    <a:pt x="3949431" y="791325"/>
                  </a:lnTo>
                  <a:lnTo>
                    <a:pt x="3949540" y="791325"/>
                  </a:lnTo>
                  <a:lnTo>
                    <a:pt x="3949648" y="791325"/>
                  </a:lnTo>
                  <a:lnTo>
                    <a:pt x="3949757" y="791325"/>
                  </a:lnTo>
                  <a:lnTo>
                    <a:pt x="3949865" y="791325"/>
                  </a:lnTo>
                  <a:lnTo>
                    <a:pt x="3949973" y="791325"/>
                  </a:lnTo>
                  <a:lnTo>
                    <a:pt x="3950082" y="791325"/>
                  </a:lnTo>
                  <a:lnTo>
                    <a:pt x="3950190" y="791325"/>
                  </a:lnTo>
                  <a:lnTo>
                    <a:pt x="3950299" y="791325"/>
                  </a:lnTo>
                  <a:lnTo>
                    <a:pt x="3950299" y="790702"/>
                  </a:lnTo>
                  <a:lnTo>
                    <a:pt x="3950407" y="790702"/>
                  </a:lnTo>
                  <a:lnTo>
                    <a:pt x="3950516" y="790702"/>
                  </a:lnTo>
                  <a:lnTo>
                    <a:pt x="3950624" y="790702"/>
                  </a:lnTo>
                  <a:lnTo>
                    <a:pt x="3950733" y="790702"/>
                  </a:lnTo>
                  <a:lnTo>
                    <a:pt x="3950841" y="790702"/>
                  </a:lnTo>
                  <a:lnTo>
                    <a:pt x="3950949" y="790702"/>
                  </a:lnTo>
                  <a:lnTo>
                    <a:pt x="3951058" y="790702"/>
                  </a:lnTo>
                  <a:lnTo>
                    <a:pt x="3951058" y="790078"/>
                  </a:lnTo>
                  <a:lnTo>
                    <a:pt x="3951166" y="790078"/>
                  </a:lnTo>
                  <a:lnTo>
                    <a:pt x="3951275" y="790078"/>
                  </a:lnTo>
                  <a:lnTo>
                    <a:pt x="3951383" y="790078"/>
                  </a:lnTo>
                  <a:lnTo>
                    <a:pt x="3951492" y="790078"/>
                  </a:lnTo>
                  <a:lnTo>
                    <a:pt x="3951600" y="790078"/>
                  </a:lnTo>
                  <a:lnTo>
                    <a:pt x="3951709" y="790078"/>
                  </a:lnTo>
                  <a:lnTo>
                    <a:pt x="3951709" y="789455"/>
                  </a:lnTo>
                  <a:lnTo>
                    <a:pt x="3951817" y="789455"/>
                  </a:lnTo>
                  <a:lnTo>
                    <a:pt x="3951926" y="789455"/>
                  </a:lnTo>
                  <a:lnTo>
                    <a:pt x="3952034" y="789455"/>
                  </a:lnTo>
                  <a:lnTo>
                    <a:pt x="3952142" y="789455"/>
                  </a:lnTo>
                  <a:lnTo>
                    <a:pt x="3952251" y="789455"/>
                  </a:lnTo>
                  <a:lnTo>
                    <a:pt x="3952359" y="789455"/>
                  </a:lnTo>
                  <a:lnTo>
                    <a:pt x="3952468" y="789455"/>
                  </a:lnTo>
                  <a:lnTo>
                    <a:pt x="3952576" y="789455"/>
                  </a:lnTo>
                  <a:lnTo>
                    <a:pt x="3952685" y="789455"/>
                  </a:lnTo>
                  <a:lnTo>
                    <a:pt x="3952793" y="789455"/>
                  </a:lnTo>
                  <a:lnTo>
                    <a:pt x="3952902" y="789455"/>
                  </a:lnTo>
                  <a:lnTo>
                    <a:pt x="3953010" y="789455"/>
                  </a:lnTo>
                  <a:lnTo>
                    <a:pt x="3953010" y="788831"/>
                  </a:lnTo>
                  <a:lnTo>
                    <a:pt x="3953118" y="788831"/>
                  </a:lnTo>
                  <a:lnTo>
                    <a:pt x="3953227" y="788831"/>
                  </a:lnTo>
                  <a:lnTo>
                    <a:pt x="3953335" y="788831"/>
                  </a:lnTo>
                  <a:lnTo>
                    <a:pt x="3953444" y="788831"/>
                  </a:lnTo>
                  <a:lnTo>
                    <a:pt x="3953552" y="788831"/>
                  </a:lnTo>
                  <a:lnTo>
                    <a:pt x="3953661" y="788831"/>
                  </a:lnTo>
                  <a:lnTo>
                    <a:pt x="3953769" y="788831"/>
                  </a:lnTo>
                  <a:lnTo>
                    <a:pt x="3953878" y="788831"/>
                  </a:lnTo>
                  <a:lnTo>
                    <a:pt x="3953986" y="788831"/>
                  </a:lnTo>
                  <a:lnTo>
                    <a:pt x="3954094" y="788831"/>
                  </a:lnTo>
                  <a:lnTo>
                    <a:pt x="3954203" y="788831"/>
                  </a:lnTo>
                  <a:lnTo>
                    <a:pt x="3954311" y="788831"/>
                  </a:lnTo>
                  <a:lnTo>
                    <a:pt x="3954420" y="788831"/>
                  </a:lnTo>
                  <a:lnTo>
                    <a:pt x="3954528" y="788831"/>
                  </a:lnTo>
                  <a:lnTo>
                    <a:pt x="3954637" y="788831"/>
                  </a:lnTo>
                  <a:lnTo>
                    <a:pt x="3954745" y="788831"/>
                  </a:lnTo>
                  <a:lnTo>
                    <a:pt x="3954745" y="788208"/>
                  </a:lnTo>
                  <a:lnTo>
                    <a:pt x="3954854" y="788208"/>
                  </a:lnTo>
                  <a:lnTo>
                    <a:pt x="3954962" y="788208"/>
                  </a:lnTo>
                  <a:lnTo>
                    <a:pt x="3955070" y="788208"/>
                  </a:lnTo>
                  <a:lnTo>
                    <a:pt x="3955179" y="788208"/>
                  </a:lnTo>
                  <a:lnTo>
                    <a:pt x="3955179" y="787584"/>
                  </a:lnTo>
                  <a:lnTo>
                    <a:pt x="3955287" y="787584"/>
                  </a:lnTo>
                  <a:lnTo>
                    <a:pt x="3955396" y="787584"/>
                  </a:lnTo>
                  <a:lnTo>
                    <a:pt x="3955504" y="787584"/>
                  </a:lnTo>
                  <a:lnTo>
                    <a:pt x="3955613" y="787584"/>
                  </a:lnTo>
                  <a:lnTo>
                    <a:pt x="3955721" y="787584"/>
                  </a:lnTo>
                  <a:lnTo>
                    <a:pt x="3955830" y="787584"/>
                  </a:lnTo>
                  <a:lnTo>
                    <a:pt x="3955938" y="787584"/>
                  </a:lnTo>
                  <a:lnTo>
                    <a:pt x="3956047" y="787584"/>
                  </a:lnTo>
                  <a:lnTo>
                    <a:pt x="3956155" y="787584"/>
                  </a:lnTo>
                  <a:lnTo>
                    <a:pt x="3956263" y="787584"/>
                  </a:lnTo>
                  <a:lnTo>
                    <a:pt x="3956372" y="787584"/>
                  </a:lnTo>
                  <a:lnTo>
                    <a:pt x="3956480" y="787584"/>
                  </a:lnTo>
                  <a:lnTo>
                    <a:pt x="3956589" y="787584"/>
                  </a:lnTo>
                  <a:lnTo>
                    <a:pt x="3956697" y="787584"/>
                  </a:lnTo>
                  <a:lnTo>
                    <a:pt x="3956806" y="787584"/>
                  </a:lnTo>
                  <a:lnTo>
                    <a:pt x="3956914" y="787584"/>
                  </a:lnTo>
                  <a:lnTo>
                    <a:pt x="3957023" y="787584"/>
                  </a:lnTo>
                  <a:lnTo>
                    <a:pt x="3957131" y="787584"/>
                  </a:lnTo>
                  <a:lnTo>
                    <a:pt x="3957239" y="787584"/>
                  </a:lnTo>
                  <a:lnTo>
                    <a:pt x="3957348" y="787584"/>
                  </a:lnTo>
                  <a:lnTo>
                    <a:pt x="3957456" y="787584"/>
                  </a:lnTo>
                  <a:lnTo>
                    <a:pt x="3957565" y="787584"/>
                  </a:lnTo>
                  <a:lnTo>
                    <a:pt x="3957673" y="787584"/>
                  </a:lnTo>
                  <a:lnTo>
                    <a:pt x="3957782" y="787584"/>
                  </a:lnTo>
                  <a:lnTo>
                    <a:pt x="3957890" y="787584"/>
                  </a:lnTo>
                  <a:lnTo>
                    <a:pt x="3957999" y="787584"/>
                  </a:lnTo>
                  <a:lnTo>
                    <a:pt x="3958107" y="787584"/>
                  </a:lnTo>
                  <a:lnTo>
                    <a:pt x="3958215" y="787584"/>
                  </a:lnTo>
                  <a:lnTo>
                    <a:pt x="3958324" y="787584"/>
                  </a:lnTo>
                  <a:lnTo>
                    <a:pt x="3958432" y="787584"/>
                  </a:lnTo>
                  <a:lnTo>
                    <a:pt x="3958541" y="787584"/>
                  </a:lnTo>
                  <a:lnTo>
                    <a:pt x="3958649" y="787584"/>
                  </a:lnTo>
                  <a:lnTo>
                    <a:pt x="3958758" y="787584"/>
                  </a:lnTo>
                  <a:lnTo>
                    <a:pt x="3958866" y="787584"/>
                  </a:lnTo>
                  <a:lnTo>
                    <a:pt x="3958975" y="787584"/>
                  </a:lnTo>
                  <a:lnTo>
                    <a:pt x="3958975" y="786960"/>
                  </a:lnTo>
                  <a:lnTo>
                    <a:pt x="3959083" y="786960"/>
                  </a:lnTo>
                  <a:lnTo>
                    <a:pt x="3959191" y="786960"/>
                  </a:lnTo>
                  <a:lnTo>
                    <a:pt x="3959300" y="786960"/>
                  </a:lnTo>
                  <a:lnTo>
                    <a:pt x="3959408" y="786960"/>
                  </a:lnTo>
                  <a:lnTo>
                    <a:pt x="3959517" y="786960"/>
                  </a:lnTo>
                  <a:lnTo>
                    <a:pt x="3959625" y="786960"/>
                  </a:lnTo>
                  <a:lnTo>
                    <a:pt x="3959734" y="786960"/>
                  </a:lnTo>
                  <a:lnTo>
                    <a:pt x="3959842" y="786960"/>
                  </a:lnTo>
                  <a:lnTo>
                    <a:pt x="3959951" y="786960"/>
                  </a:lnTo>
                  <a:lnTo>
                    <a:pt x="3960059" y="786960"/>
                  </a:lnTo>
                  <a:lnTo>
                    <a:pt x="3960168" y="786960"/>
                  </a:lnTo>
                  <a:lnTo>
                    <a:pt x="3960276" y="786960"/>
                  </a:lnTo>
                  <a:lnTo>
                    <a:pt x="3960384" y="786960"/>
                  </a:lnTo>
                  <a:lnTo>
                    <a:pt x="3960384" y="786337"/>
                  </a:lnTo>
                  <a:lnTo>
                    <a:pt x="3960493" y="786337"/>
                  </a:lnTo>
                  <a:lnTo>
                    <a:pt x="3960601" y="786337"/>
                  </a:lnTo>
                  <a:lnTo>
                    <a:pt x="3960601" y="785713"/>
                  </a:lnTo>
                  <a:lnTo>
                    <a:pt x="3960710" y="785713"/>
                  </a:lnTo>
                  <a:lnTo>
                    <a:pt x="3960818" y="785713"/>
                  </a:lnTo>
                  <a:lnTo>
                    <a:pt x="3960927" y="785713"/>
                  </a:lnTo>
                  <a:lnTo>
                    <a:pt x="3961035" y="785713"/>
                  </a:lnTo>
                  <a:lnTo>
                    <a:pt x="3961144" y="785713"/>
                  </a:lnTo>
                  <a:lnTo>
                    <a:pt x="3961252" y="785713"/>
                  </a:lnTo>
                  <a:lnTo>
                    <a:pt x="3961360" y="785713"/>
                  </a:lnTo>
                  <a:lnTo>
                    <a:pt x="3961469" y="785713"/>
                  </a:lnTo>
                  <a:lnTo>
                    <a:pt x="3961577" y="785713"/>
                  </a:lnTo>
                  <a:lnTo>
                    <a:pt x="3961686" y="785713"/>
                  </a:lnTo>
                  <a:lnTo>
                    <a:pt x="3961794" y="785713"/>
                  </a:lnTo>
                  <a:lnTo>
                    <a:pt x="3961903" y="785713"/>
                  </a:lnTo>
                  <a:lnTo>
                    <a:pt x="3962011" y="785713"/>
                  </a:lnTo>
                  <a:lnTo>
                    <a:pt x="3962120" y="785713"/>
                  </a:lnTo>
                  <a:lnTo>
                    <a:pt x="3962228" y="785713"/>
                  </a:lnTo>
                  <a:lnTo>
                    <a:pt x="3962336" y="785713"/>
                  </a:lnTo>
                  <a:lnTo>
                    <a:pt x="3962445" y="785713"/>
                  </a:lnTo>
                  <a:lnTo>
                    <a:pt x="3962553" y="785713"/>
                  </a:lnTo>
                  <a:lnTo>
                    <a:pt x="3962662" y="785713"/>
                  </a:lnTo>
                  <a:lnTo>
                    <a:pt x="3962770" y="785713"/>
                  </a:lnTo>
                  <a:lnTo>
                    <a:pt x="3962879" y="785713"/>
                  </a:lnTo>
                  <a:lnTo>
                    <a:pt x="3962987" y="785713"/>
                  </a:lnTo>
                  <a:lnTo>
                    <a:pt x="3963096" y="785713"/>
                  </a:lnTo>
                  <a:lnTo>
                    <a:pt x="3963204" y="785713"/>
                  </a:lnTo>
                  <a:lnTo>
                    <a:pt x="3963204" y="785090"/>
                  </a:lnTo>
                  <a:lnTo>
                    <a:pt x="3963312" y="785090"/>
                  </a:lnTo>
                  <a:lnTo>
                    <a:pt x="3963421" y="785090"/>
                  </a:lnTo>
                  <a:lnTo>
                    <a:pt x="3963529" y="785090"/>
                  </a:lnTo>
                  <a:lnTo>
                    <a:pt x="3963638" y="785090"/>
                  </a:lnTo>
                  <a:lnTo>
                    <a:pt x="3963746" y="785090"/>
                  </a:lnTo>
                  <a:lnTo>
                    <a:pt x="3963855" y="785090"/>
                  </a:lnTo>
                  <a:lnTo>
                    <a:pt x="3963963" y="785090"/>
                  </a:lnTo>
                  <a:lnTo>
                    <a:pt x="3964072" y="785090"/>
                  </a:lnTo>
                  <a:lnTo>
                    <a:pt x="3964180" y="785090"/>
                  </a:lnTo>
                  <a:lnTo>
                    <a:pt x="3964289" y="785090"/>
                  </a:lnTo>
                  <a:lnTo>
                    <a:pt x="3964397" y="785090"/>
                  </a:lnTo>
                  <a:lnTo>
                    <a:pt x="3964505" y="785090"/>
                  </a:lnTo>
                  <a:lnTo>
                    <a:pt x="3964614" y="785090"/>
                  </a:lnTo>
                  <a:lnTo>
                    <a:pt x="3964722" y="785090"/>
                  </a:lnTo>
                  <a:lnTo>
                    <a:pt x="3964831" y="785090"/>
                  </a:lnTo>
                  <a:lnTo>
                    <a:pt x="3964939" y="785090"/>
                  </a:lnTo>
                  <a:lnTo>
                    <a:pt x="3964939" y="784466"/>
                  </a:lnTo>
                  <a:lnTo>
                    <a:pt x="3965048" y="784466"/>
                  </a:lnTo>
                  <a:lnTo>
                    <a:pt x="3965156" y="784466"/>
                  </a:lnTo>
                  <a:lnTo>
                    <a:pt x="3965265" y="784466"/>
                  </a:lnTo>
                  <a:lnTo>
                    <a:pt x="3965265" y="783842"/>
                  </a:lnTo>
                  <a:lnTo>
                    <a:pt x="3965373" y="783842"/>
                  </a:lnTo>
                  <a:lnTo>
                    <a:pt x="3965481" y="783842"/>
                  </a:lnTo>
                  <a:lnTo>
                    <a:pt x="3965590" y="783842"/>
                  </a:lnTo>
                  <a:lnTo>
                    <a:pt x="3965698" y="783842"/>
                  </a:lnTo>
                  <a:lnTo>
                    <a:pt x="3965807" y="783842"/>
                  </a:lnTo>
                  <a:lnTo>
                    <a:pt x="3965807" y="783219"/>
                  </a:lnTo>
                  <a:lnTo>
                    <a:pt x="3965915" y="783219"/>
                  </a:lnTo>
                  <a:lnTo>
                    <a:pt x="3966024" y="783219"/>
                  </a:lnTo>
                  <a:lnTo>
                    <a:pt x="3966132" y="783219"/>
                  </a:lnTo>
                  <a:lnTo>
                    <a:pt x="3966241" y="783219"/>
                  </a:lnTo>
                  <a:lnTo>
                    <a:pt x="3966349" y="783219"/>
                  </a:lnTo>
                  <a:lnTo>
                    <a:pt x="3966457" y="783219"/>
                  </a:lnTo>
                  <a:lnTo>
                    <a:pt x="3966457" y="782595"/>
                  </a:lnTo>
                  <a:lnTo>
                    <a:pt x="3966566" y="782595"/>
                  </a:lnTo>
                  <a:lnTo>
                    <a:pt x="3966674" y="782595"/>
                  </a:lnTo>
                  <a:lnTo>
                    <a:pt x="3966783" y="782595"/>
                  </a:lnTo>
                  <a:lnTo>
                    <a:pt x="3966891" y="782595"/>
                  </a:lnTo>
                  <a:lnTo>
                    <a:pt x="3967000" y="782595"/>
                  </a:lnTo>
                  <a:lnTo>
                    <a:pt x="3967108" y="782595"/>
                  </a:lnTo>
                  <a:lnTo>
                    <a:pt x="3967108" y="781972"/>
                  </a:lnTo>
                  <a:lnTo>
                    <a:pt x="3967217" y="781972"/>
                  </a:lnTo>
                  <a:lnTo>
                    <a:pt x="3967325" y="781972"/>
                  </a:lnTo>
                  <a:lnTo>
                    <a:pt x="3967433" y="781972"/>
                  </a:lnTo>
                  <a:lnTo>
                    <a:pt x="3967542" y="781972"/>
                  </a:lnTo>
                  <a:lnTo>
                    <a:pt x="3967650" y="781972"/>
                  </a:lnTo>
                  <a:lnTo>
                    <a:pt x="3967759" y="781972"/>
                  </a:lnTo>
                  <a:lnTo>
                    <a:pt x="3967759" y="781348"/>
                  </a:lnTo>
                  <a:lnTo>
                    <a:pt x="3967867" y="781348"/>
                  </a:lnTo>
                  <a:lnTo>
                    <a:pt x="3967976" y="781348"/>
                  </a:lnTo>
                  <a:lnTo>
                    <a:pt x="3967976" y="780725"/>
                  </a:lnTo>
                  <a:lnTo>
                    <a:pt x="3968084" y="780725"/>
                  </a:lnTo>
                  <a:lnTo>
                    <a:pt x="3968193" y="780725"/>
                  </a:lnTo>
                  <a:lnTo>
                    <a:pt x="3968193" y="780101"/>
                  </a:lnTo>
                  <a:lnTo>
                    <a:pt x="3968301" y="780101"/>
                  </a:lnTo>
                  <a:lnTo>
                    <a:pt x="3968410" y="780101"/>
                  </a:lnTo>
                  <a:lnTo>
                    <a:pt x="3968518" y="780101"/>
                  </a:lnTo>
                  <a:lnTo>
                    <a:pt x="3968626" y="780101"/>
                  </a:lnTo>
                  <a:lnTo>
                    <a:pt x="3968735" y="780101"/>
                  </a:lnTo>
                  <a:lnTo>
                    <a:pt x="3968843" y="780101"/>
                  </a:lnTo>
                  <a:lnTo>
                    <a:pt x="3968952" y="780101"/>
                  </a:lnTo>
                  <a:lnTo>
                    <a:pt x="3969060" y="780101"/>
                  </a:lnTo>
                  <a:lnTo>
                    <a:pt x="3969169" y="780101"/>
                  </a:lnTo>
                  <a:lnTo>
                    <a:pt x="3969277" y="780101"/>
                  </a:lnTo>
                  <a:lnTo>
                    <a:pt x="3969386" y="780101"/>
                  </a:lnTo>
                  <a:lnTo>
                    <a:pt x="3969494" y="780101"/>
                  </a:lnTo>
                  <a:lnTo>
                    <a:pt x="3969602" y="780101"/>
                  </a:lnTo>
                  <a:lnTo>
                    <a:pt x="3969711" y="780101"/>
                  </a:lnTo>
                  <a:lnTo>
                    <a:pt x="3969819" y="780101"/>
                  </a:lnTo>
                  <a:lnTo>
                    <a:pt x="3969928" y="780101"/>
                  </a:lnTo>
                  <a:lnTo>
                    <a:pt x="3969928" y="779477"/>
                  </a:lnTo>
                  <a:lnTo>
                    <a:pt x="3970036" y="779477"/>
                  </a:lnTo>
                  <a:lnTo>
                    <a:pt x="3970145" y="779477"/>
                  </a:lnTo>
                  <a:lnTo>
                    <a:pt x="3970253" y="779477"/>
                  </a:lnTo>
                  <a:lnTo>
                    <a:pt x="3970362" y="779477"/>
                  </a:lnTo>
                  <a:lnTo>
                    <a:pt x="3970470" y="779477"/>
                  </a:lnTo>
                  <a:lnTo>
                    <a:pt x="3970578" y="779477"/>
                  </a:lnTo>
                  <a:lnTo>
                    <a:pt x="3970687" y="779477"/>
                  </a:lnTo>
                  <a:lnTo>
                    <a:pt x="3970795" y="779477"/>
                  </a:lnTo>
                  <a:lnTo>
                    <a:pt x="3970904" y="779477"/>
                  </a:lnTo>
                  <a:lnTo>
                    <a:pt x="3971012" y="779477"/>
                  </a:lnTo>
                  <a:lnTo>
                    <a:pt x="3971121" y="779477"/>
                  </a:lnTo>
                  <a:lnTo>
                    <a:pt x="3971229" y="779477"/>
                  </a:lnTo>
                  <a:lnTo>
                    <a:pt x="3971229" y="778854"/>
                  </a:lnTo>
                  <a:lnTo>
                    <a:pt x="3971338" y="778854"/>
                  </a:lnTo>
                  <a:lnTo>
                    <a:pt x="3971446" y="778854"/>
                  </a:lnTo>
                  <a:lnTo>
                    <a:pt x="3971554" y="778854"/>
                  </a:lnTo>
                  <a:lnTo>
                    <a:pt x="3971663" y="778854"/>
                  </a:lnTo>
                  <a:lnTo>
                    <a:pt x="3971771" y="778854"/>
                  </a:lnTo>
                  <a:lnTo>
                    <a:pt x="3971880" y="778854"/>
                  </a:lnTo>
                  <a:lnTo>
                    <a:pt x="3971988" y="778854"/>
                  </a:lnTo>
                  <a:lnTo>
                    <a:pt x="3972097" y="778854"/>
                  </a:lnTo>
                  <a:lnTo>
                    <a:pt x="3972205" y="778854"/>
                  </a:lnTo>
                  <a:lnTo>
                    <a:pt x="3972314" y="778854"/>
                  </a:lnTo>
                  <a:lnTo>
                    <a:pt x="3972422" y="778854"/>
                  </a:lnTo>
                  <a:lnTo>
                    <a:pt x="3972422" y="778230"/>
                  </a:lnTo>
                  <a:lnTo>
                    <a:pt x="3972422" y="777607"/>
                  </a:lnTo>
                  <a:lnTo>
                    <a:pt x="3972530" y="777607"/>
                  </a:lnTo>
                  <a:lnTo>
                    <a:pt x="3972639" y="777607"/>
                  </a:lnTo>
                  <a:lnTo>
                    <a:pt x="3972747" y="777607"/>
                  </a:lnTo>
                  <a:lnTo>
                    <a:pt x="3972856" y="777607"/>
                  </a:lnTo>
                  <a:lnTo>
                    <a:pt x="3972964" y="777607"/>
                  </a:lnTo>
                  <a:lnTo>
                    <a:pt x="3973073" y="777607"/>
                  </a:lnTo>
                  <a:lnTo>
                    <a:pt x="3973181" y="777607"/>
                  </a:lnTo>
                  <a:lnTo>
                    <a:pt x="3973290" y="777607"/>
                  </a:lnTo>
                  <a:lnTo>
                    <a:pt x="3973398" y="777607"/>
                  </a:lnTo>
                  <a:lnTo>
                    <a:pt x="3973507" y="777607"/>
                  </a:lnTo>
                  <a:lnTo>
                    <a:pt x="3973615" y="777607"/>
                  </a:lnTo>
                  <a:lnTo>
                    <a:pt x="3973723" y="777607"/>
                  </a:lnTo>
                  <a:lnTo>
                    <a:pt x="3973832" y="777607"/>
                  </a:lnTo>
                  <a:lnTo>
                    <a:pt x="3973832" y="776983"/>
                  </a:lnTo>
                  <a:lnTo>
                    <a:pt x="3973940" y="776983"/>
                  </a:lnTo>
                  <a:lnTo>
                    <a:pt x="3973940" y="776359"/>
                  </a:lnTo>
                  <a:lnTo>
                    <a:pt x="3974049" y="776359"/>
                  </a:lnTo>
                  <a:lnTo>
                    <a:pt x="3974157" y="776359"/>
                  </a:lnTo>
                  <a:lnTo>
                    <a:pt x="3974266" y="776359"/>
                  </a:lnTo>
                  <a:lnTo>
                    <a:pt x="3974374" y="776359"/>
                  </a:lnTo>
                  <a:lnTo>
                    <a:pt x="3974483" y="776359"/>
                  </a:lnTo>
                  <a:lnTo>
                    <a:pt x="3974591" y="776359"/>
                  </a:lnTo>
                  <a:lnTo>
                    <a:pt x="3974699" y="776359"/>
                  </a:lnTo>
                  <a:lnTo>
                    <a:pt x="3974808" y="776359"/>
                  </a:lnTo>
                  <a:lnTo>
                    <a:pt x="3974916" y="776359"/>
                  </a:lnTo>
                  <a:lnTo>
                    <a:pt x="3975025" y="776359"/>
                  </a:lnTo>
                  <a:lnTo>
                    <a:pt x="3975133" y="776359"/>
                  </a:lnTo>
                  <a:lnTo>
                    <a:pt x="3975242" y="776359"/>
                  </a:lnTo>
                  <a:lnTo>
                    <a:pt x="3975350" y="776359"/>
                  </a:lnTo>
                  <a:lnTo>
                    <a:pt x="3975459" y="776359"/>
                  </a:lnTo>
                  <a:lnTo>
                    <a:pt x="3975567" y="776359"/>
                  </a:lnTo>
                  <a:lnTo>
                    <a:pt x="3975675" y="776359"/>
                  </a:lnTo>
                  <a:lnTo>
                    <a:pt x="3975784" y="776359"/>
                  </a:lnTo>
                  <a:lnTo>
                    <a:pt x="3975892" y="776359"/>
                  </a:lnTo>
                  <a:lnTo>
                    <a:pt x="3976001" y="776359"/>
                  </a:lnTo>
                  <a:lnTo>
                    <a:pt x="3976109" y="776359"/>
                  </a:lnTo>
                  <a:lnTo>
                    <a:pt x="3976218" y="776359"/>
                  </a:lnTo>
                  <a:lnTo>
                    <a:pt x="3976326" y="776359"/>
                  </a:lnTo>
                  <a:lnTo>
                    <a:pt x="3976435" y="776359"/>
                  </a:lnTo>
                  <a:lnTo>
                    <a:pt x="3976543" y="776359"/>
                  </a:lnTo>
                  <a:lnTo>
                    <a:pt x="3976651" y="776359"/>
                  </a:lnTo>
                  <a:lnTo>
                    <a:pt x="3976760" y="776359"/>
                  </a:lnTo>
                  <a:lnTo>
                    <a:pt x="3976868" y="776359"/>
                  </a:lnTo>
                  <a:lnTo>
                    <a:pt x="3976977" y="776359"/>
                  </a:lnTo>
                  <a:lnTo>
                    <a:pt x="3977085" y="776359"/>
                  </a:lnTo>
                  <a:lnTo>
                    <a:pt x="3977085" y="775736"/>
                  </a:lnTo>
                  <a:lnTo>
                    <a:pt x="3977194" y="775736"/>
                  </a:lnTo>
                  <a:lnTo>
                    <a:pt x="3977302" y="775736"/>
                  </a:lnTo>
                  <a:lnTo>
                    <a:pt x="3977411" y="775736"/>
                  </a:lnTo>
                  <a:lnTo>
                    <a:pt x="3977411" y="775112"/>
                  </a:lnTo>
                  <a:lnTo>
                    <a:pt x="3977519" y="775112"/>
                  </a:lnTo>
                  <a:lnTo>
                    <a:pt x="3977628" y="775112"/>
                  </a:lnTo>
                  <a:lnTo>
                    <a:pt x="3977736" y="775112"/>
                  </a:lnTo>
                  <a:lnTo>
                    <a:pt x="3977844" y="775112"/>
                  </a:lnTo>
                  <a:lnTo>
                    <a:pt x="3977953" y="775112"/>
                  </a:lnTo>
                  <a:lnTo>
                    <a:pt x="3978061" y="775112"/>
                  </a:lnTo>
                  <a:lnTo>
                    <a:pt x="3978061" y="774489"/>
                  </a:lnTo>
                  <a:lnTo>
                    <a:pt x="3978170" y="774489"/>
                  </a:lnTo>
                  <a:lnTo>
                    <a:pt x="3978278" y="774489"/>
                  </a:lnTo>
                  <a:lnTo>
                    <a:pt x="3978387" y="774489"/>
                  </a:lnTo>
                  <a:lnTo>
                    <a:pt x="3978495" y="774489"/>
                  </a:lnTo>
                  <a:lnTo>
                    <a:pt x="3978604" y="774489"/>
                  </a:lnTo>
                  <a:lnTo>
                    <a:pt x="3978604" y="773865"/>
                  </a:lnTo>
                  <a:lnTo>
                    <a:pt x="3978712" y="773865"/>
                  </a:lnTo>
                  <a:lnTo>
                    <a:pt x="3978820" y="773865"/>
                  </a:lnTo>
                  <a:lnTo>
                    <a:pt x="3978929" y="773865"/>
                  </a:lnTo>
                  <a:lnTo>
                    <a:pt x="3979037" y="773865"/>
                  </a:lnTo>
                  <a:lnTo>
                    <a:pt x="3979146" y="773865"/>
                  </a:lnTo>
                  <a:lnTo>
                    <a:pt x="3979254" y="773865"/>
                  </a:lnTo>
                  <a:lnTo>
                    <a:pt x="3979363" y="773865"/>
                  </a:lnTo>
                  <a:lnTo>
                    <a:pt x="3979471" y="773865"/>
                  </a:lnTo>
                  <a:lnTo>
                    <a:pt x="3979580" y="773865"/>
                  </a:lnTo>
                  <a:lnTo>
                    <a:pt x="3979688" y="773865"/>
                  </a:lnTo>
                  <a:lnTo>
                    <a:pt x="3979796" y="773865"/>
                  </a:lnTo>
                  <a:lnTo>
                    <a:pt x="3979905" y="773865"/>
                  </a:lnTo>
                  <a:lnTo>
                    <a:pt x="3980013" y="773865"/>
                  </a:lnTo>
                  <a:lnTo>
                    <a:pt x="3980122" y="773865"/>
                  </a:lnTo>
                  <a:lnTo>
                    <a:pt x="3980230" y="773865"/>
                  </a:lnTo>
                  <a:lnTo>
                    <a:pt x="3980230" y="773242"/>
                  </a:lnTo>
                  <a:lnTo>
                    <a:pt x="3980339" y="773242"/>
                  </a:lnTo>
                  <a:lnTo>
                    <a:pt x="3980447" y="773242"/>
                  </a:lnTo>
                  <a:lnTo>
                    <a:pt x="3980556" y="773242"/>
                  </a:lnTo>
                  <a:lnTo>
                    <a:pt x="3980664" y="773242"/>
                  </a:lnTo>
                  <a:lnTo>
                    <a:pt x="3980772" y="773242"/>
                  </a:lnTo>
                  <a:lnTo>
                    <a:pt x="3980881" y="773242"/>
                  </a:lnTo>
                  <a:lnTo>
                    <a:pt x="3980989" y="773242"/>
                  </a:lnTo>
                  <a:lnTo>
                    <a:pt x="3981098" y="773242"/>
                  </a:lnTo>
                  <a:lnTo>
                    <a:pt x="3981206" y="773242"/>
                  </a:lnTo>
                  <a:lnTo>
                    <a:pt x="3981315" y="773242"/>
                  </a:lnTo>
                  <a:lnTo>
                    <a:pt x="3981423" y="773242"/>
                  </a:lnTo>
                  <a:lnTo>
                    <a:pt x="3981423" y="772618"/>
                  </a:lnTo>
                  <a:lnTo>
                    <a:pt x="3981423" y="771994"/>
                  </a:lnTo>
                  <a:lnTo>
                    <a:pt x="3981532" y="771994"/>
                  </a:lnTo>
                  <a:lnTo>
                    <a:pt x="3981640" y="771994"/>
                  </a:lnTo>
                  <a:lnTo>
                    <a:pt x="3981749" y="771994"/>
                  </a:lnTo>
                  <a:lnTo>
                    <a:pt x="3981857" y="771994"/>
                  </a:lnTo>
                  <a:lnTo>
                    <a:pt x="3981965" y="771994"/>
                  </a:lnTo>
                  <a:lnTo>
                    <a:pt x="3982074" y="771994"/>
                  </a:lnTo>
                  <a:lnTo>
                    <a:pt x="3982182" y="771994"/>
                  </a:lnTo>
                  <a:lnTo>
                    <a:pt x="3982291" y="771994"/>
                  </a:lnTo>
                  <a:lnTo>
                    <a:pt x="3982399" y="771994"/>
                  </a:lnTo>
                  <a:lnTo>
                    <a:pt x="3982399" y="771371"/>
                  </a:lnTo>
                  <a:lnTo>
                    <a:pt x="3982508" y="771371"/>
                  </a:lnTo>
                  <a:lnTo>
                    <a:pt x="3982616" y="771371"/>
                  </a:lnTo>
                  <a:lnTo>
                    <a:pt x="3982725" y="771371"/>
                  </a:lnTo>
                  <a:lnTo>
                    <a:pt x="3982833" y="771371"/>
                  </a:lnTo>
                  <a:lnTo>
                    <a:pt x="3982941" y="771371"/>
                  </a:lnTo>
                  <a:lnTo>
                    <a:pt x="3983050" y="771371"/>
                  </a:lnTo>
                  <a:lnTo>
                    <a:pt x="3983050" y="770747"/>
                  </a:lnTo>
                  <a:lnTo>
                    <a:pt x="3983158" y="770747"/>
                  </a:lnTo>
                  <a:lnTo>
                    <a:pt x="3983267" y="770747"/>
                  </a:lnTo>
                  <a:lnTo>
                    <a:pt x="3983375" y="770747"/>
                  </a:lnTo>
                  <a:lnTo>
                    <a:pt x="3983484" y="770747"/>
                  </a:lnTo>
                  <a:lnTo>
                    <a:pt x="3983592" y="770747"/>
                  </a:lnTo>
                  <a:lnTo>
                    <a:pt x="3983701" y="770747"/>
                  </a:lnTo>
                  <a:lnTo>
                    <a:pt x="3983809" y="770747"/>
                  </a:lnTo>
                  <a:lnTo>
                    <a:pt x="3983917" y="770747"/>
                  </a:lnTo>
                  <a:lnTo>
                    <a:pt x="3984026" y="770747"/>
                  </a:lnTo>
                  <a:lnTo>
                    <a:pt x="3984026" y="770124"/>
                  </a:lnTo>
                  <a:lnTo>
                    <a:pt x="3984026" y="769500"/>
                  </a:lnTo>
                  <a:lnTo>
                    <a:pt x="3984134" y="769500"/>
                  </a:lnTo>
                  <a:lnTo>
                    <a:pt x="3984243" y="769500"/>
                  </a:lnTo>
                  <a:lnTo>
                    <a:pt x="3984351" y="769500"/>
                  </a:lnTo>
                  <a:lnTo>
                    <a:pt x="3984460" y="769500"/>
                  </a:lnTo>
                  <a:lnTo>
                    <a:pt x="3984568" y="769500"/>
                  </a:lnTo>
                  <a:lnTo>
                    <a:pt x="3984677" y="769500"/>
                  </a:lnTo>
                  <a:lnTo>
                    <a:pt x="3984785" y="769500"/>
                  </a:lnTo>
                  <a:lnTo>
                    <a:pt x="3984893" y="769500"/>
                  </a:lnTo>
                  <a:lnTo>
                    <a:pt x="3985002" y="769500"/>
                  </a:lnTo>
                  <a:lnTo>
                    <a:pt x="3985110" y="769500"/>
                  </a:lnTo>
                  <a:lnTo>
                    <a:pt x="3985219" y="769500"/>
                  </a:lnTo>
                  <a:lnTo>
                    <a:pt x="3985327" y="769500"/>
                  </a:lnTo>
                  <a:lnTo>
                    <a:pt x="3985436" y="769500"/>
                  </a:lnTo>
                  <a:lnTo>
                    <a:pt x="3985544" y="769500"/>
                  </a:lnTo>
                  <a:lnTo>
                    <a:pt x="3985653" y="769500"/>
                  </a:lnTo>
                  <a:lnTo>
                    <a:pt x="3985653" y="768876"/>
                  </a:lnTo>
                  <a:lnTo>
                    <a:pt x="3985761" y="768876"/>
                  </a:lnTo>
                  <a:lnTo>
                    <a:pt x="3985870" y="768876"/>
                  </a:lnTo>
                  <a:lnTo>
                    <a:pt x="3985978" y="768876"/>
                  </a:lnTo>
                  <a:lnTo>
                    <a:pt x="3986086" y="768876"/>
                  </a:lnTo>
                  <a:lnTo>
                    <a:pt x="3986195" y="768876"/>
                  </a:lnTo>
                  <a:lnTo>
                    <a:pt x="3986303" y="768876"/>
                  </a:lnTo>
                  <a:lnTo>
                    <a:pt x="3986412" y="768876"/>
                  </a:lnTo>
                  <a:lnTo>
                    <a:pt x="3986520" y="768876"/>
                  </a:lnTo>
                  <a:lnTo>
                    <a:pt x="3986629" y="768876"/>
                  </a:lnTo>
                  <a:lnTo>
                    <a:pt x="3986629" y="768253"/>
                  </a:lnTo>
                  <a:lnTo>
                    <a:pt x="3986737" y="768253"/>
                  </a:lnTo>
                  <a:lnTo>
                    <a:pt x="3986846" y="768253"/>
                  </a:lnTo>
                  <a:lnTo>
                    <a:pt x="3986954" y="768253"/>
                  </a:lnTo>
                  <a:lnTo>
                    <a:pt x="3987062" y="768253"/>
                  </a:lnTo>
                  <a:lnTo>
                    <a:pt x="3987171" y="768253"/>
                  </a:lnTo>
                  <a:lnTo>
                    <a:pt x="3987279" y="768253"/>
                  </a:lnTo>
                  <a:lnTo>
                    <a:pt x="3987388" y="768253"/>
                  </a:lnTo>
                  <a:lnTo>
                    <a:pt x="3987496" y="768253"/>
                  </a:lnTo>
                  <a:lnTo>
                    <a:pt x="3987605" y="768253"/>
                  </a:lnTo>
                  <a:lnTo>
                    <a:pt x="3987713" y="768253"/>
                  </a:lnTo>
                  <a:lnTo>
                    <a:pt x="3987822" y="768253"/>
                  </a:lnTo>
                  <a:lnTo>
                    <a:pt x="3987930" y="768253"/>
                  </a:lnTo>
                  <a:lnTo>
                    <a:pt x="3988038" y="768253"/>
                  </a:lnTo>
                  <a:lnTo>
                    <a:pt x="3988147" y="768253"/>
                  </a:lnTo>
                  <a:lnTo>
                    <a:pt x="3988255" y="768253"/>
                  </a:lnTo>
                  <a:lnTo>
                    <a:pt x="3988364" y="768253"/>
                  </a:lnTo>
                  <a:lnTo>
                    <a:pt x="3988472" y="768253"/>
                  </a:lnTo>
                  <a:lnTo>
                    <a:pt x="3988581" y="768253"/>
                  </a:lnTo>
                  <a:lnTo>
                    <a:pt x="3988689" y="768253"/>
                  </a:lnTo>
                  <a:lnTo>
                    <a:pt x="3988798" y="768253"/>
                  </a:lnTo>
                  <a:lnTo>
                    <a:pt x="3988906" y="768253"/>
                  </a:lnTo>
                  <a:lnTo>
                    <a:pt x="3989014" y="768253"/>
                  </a:lnTo>
                  <a:lnTo>
                    <a:pt x="3989123" y="768253"/>
                  </a:lnTo>
                  <a:lnTo>
                    <a:pt x="3989231" y="768253"/>
                  </a:lnTo>
                  <a:lnTo>
                    <a:pt x="3989340" y="768253"/>
                  </a:lnTo>
                  <a:lnTo>
                    <a:pt x="3989340" y="767629"/>
                  </a:lnTo>
                  <a:lnTo>
                    <a:pt x="3989448" y="767629"/>
                  </a:lnTo>
                  <a:lnTo>
                    <a:pt x="3989557" y="767629"/>
                  </a:lnTo>
                  <a:lnTo>
                    <a:pt x="3989665" y="767629"/>
                  </a:lnTo>
                  <a:lnTo>
                    <a:pt x="3989665" y="767006"/>
                  </a:lnTo>
                  <a:lnTo>
                    <a:pt x="3989665" y="766382"/>
                  </a:lnTo>
                  <a:lnTo>
                    <a:pt x="3989774" y="766382"/>
                  </a:lnTo>
                  <a:lnTo>
                    <a:pt x="3989882" y="766382"/>
                  </a:lnTo>
                  <a:lnTo>
                    <a:pt x="3989991" y="766382"/>
                  </a:lnTo>
                  <a:lnTo>
                    <a:pt x="3990099" y="766382"/>
                  </a:lnTo>
                  <a:lnTo>
                    <a:pt x="3990207" y="766382"/>
                  </a:lnTo>
                  <a:lnTo>
                    <a:pt x="3990316" y="766382"/>
                  </a:lnTo>
                  <a:lnTo>
                    <a:pt x="3990424" y="766382"/>
                  </a:lnTo>
                  <a:lnTo>
                    <a:pt x="3990533" y="766382"/>
                  </a:lnTo>
                  <a:lnTo>
                    <a:pt x="3990641" y="766382"/>
                  </a:lnTo>
                  <a:lnTo>
                    <a:pt x="3990750" y="766382"/>
                  </a:lnTo>
                  <a:lnTo>
                    <a:pt x="3990858" y="766382"/>
                  </a:lnTo>
                  <a:lnTo>
                    <a:pt x="3990967" y="766382"/>
                  </a:lnTo>
                  <a:lnTo>
                    <a:pt x="3991075" y="766382"/>
                  </a:lnTo>
                  <a:lnTo>
                    <a:pt x="3991183" y="766382"/>
                  </a:lnTo>
                  <a:lnTo>
                    <a:pt x="3991292" y="766382"/>
                  </a:lnTo>
                  <a:lnTo>
                    <a:pt x="3991292" y="765759"/>
                  </a:lnTo>
                  <a:lnTo>
                    <a:pt x="3991400" y="765759"/>
                  </a:lnTo>
                  <a:lnTo>
                    <a:pt x="3991509" y="765759"/>
                  </a:lnTo>
                  <a:lnTo>
                    <a:pt x="3991617" y="765759"/>
                  </a:lnTo>
                  <a:lnTo>
                    <a:pt x="3991726" y="765759"/>
                  </a:lnTo>
                  <a:lnTo>
                    <a:pt x="3991834" y="765759"/>
                  </a:lnTo>
                  <a:lnTo>
                    <a:pt x="3991943" y="765759"/>
                  </a:lnTo>
                  <a:lnTo>
                    <a:pt x="3992051" y="765759"/>
                  </a:lnTo>
                  <a:lnTo>
                    <a:pt x="3992159" y="765759"/>
                  </a:lnTo>
                  <a:lnTo>
                    <a:pt x="3992268" y="765759"/>
                  </a:lnTo>
                  <a:lnTo>
                    <a:pt x="3992376" y="765759"/>
                  </a:lnTo>
                  <a:lnTo>
                    <a:pt x="3992485" y="765759"/>
                  </a:lnTo>
                  <a:lnTo>
                    <a:pt x="3992593" y="765759"/>
                  </a:lnTo>
                  <a:lnTo>
                    <a:pt x="3992702" y="765759"/>
                  </a:lnTo>
                  <a:lnTo>
                    <a:pt x="3992810" y="765759"/>
                  </a:lnTo>
                  <a:lnTo>
                    <a:pt x="3992919" y="765759"/>
                  </a:lnTo>
                  <a:lnTo>
                    <a:pt x="3993027" y="765759"/>
                  </a:lnTo>
                  <a:lnTo>
                    <a:pt x="3993135" y="765759"/>
                  </a:lnTo>
                  <a:lnTo>
                    <a:pt x="3993244" y="765759"/>
                  </a:lnTo>
                  <a:lnTo>
                    <a:pt x="3993352" y="765759"/>
                  </a:lnTo>
                  <a:lnTo>
                    <a:pt x="3993461" y="765759"/>
                  </a:lnTo>
                  <a:lnTo>
                    <a:pt x="3993569" y="765759"/>
                  </a:lnTo>
                  <a:lnTo>
                    <a:pt x="3993678" y="765759"/>
                  </a:lnTo>
                  <a:lnTo>
                    <a:pt x="3993786" y="765759"/>
                  </a:lnTo>
                  <a:lnTo>
                    <a:pt x="3993786" y="765135"/>
                  </a:lnTo>
                  <a:lnTo>
                    <a:pt x="3993895" y="765135"/>
                  </a:lnTo>
                  <a:lnTo>
                    <a:pt x="3994003" y="765135"/>
                  </a:lnTo>
                  <a:lnTo>
                    <a:pt x="3994111" y="765135"/>
                  </a:lnTo>
                  <a:lnTo>
                    <a:pt x="3994111" y="764511"/>
                  </a:lnTo>
                  <a:lnTo>
                    <a:pt x="3994220" y="764511"/>
                  </a:lnTo>
                  <a:lnTo>
                    <a:pt x="3994328" y="764511"/>
                  </a:lnTo>
                  <a:lnTo>
                    <a:pt x="3994437" y="764511"/>
                  </a:lnTo>
                  <a:lnTo>
                    <a:pt x="3994545" y="764511"/>
                  </a:lnTo>
                  <a:lnTo>
                    <a:pt x="3994654" y="764511"/>
                  </a:lnTo>
                  <a:lnTo>
                    <a:pt x="3994762" y="764511"/>
                  </a:lnTo>
                  <a:lnTo>
                    <a:pt x="3994871" y="764511"/>
                  </a:lnTo>
                  <a:lnTo>
                    <a:pt x="3994979" y="764511"/>
                  </a:lnTo>
                  <a:lnTo>
                    <a:pt x="3995088" y="764511"/>
                  </a:lnTo>
                  <a:lnTo>
                    <a:pt x="3995196" y="764511"/>
                  </a:lnTo>
                  <a:lnTo>
                    <a:pt x="3995304" y="764511"/>
                  </a:lnTo>
                  <a:lnTo>
                    <a:pt x="3995413" y="764511"/>
                  </a:lnTo>
                  <a:lnTo>
                    <a:pt x="3995521" y="764511"/>
                  </a:lnTo>
                  <a:lnTo>
                    <a:pt x="3995630" y="764511"/>
                  </a:lnTo>
                  <a:lnTo>
                    <a:pt x="3995738" y="764511"/>
                  </a:lnTo>
                  <a:lnTo>
                    <a:pt x="3995847" y="764511"/>
                  </a:lnTo>
                  <a:lnTo>
                    <a:pt x="3995955" y="764511"/>
                  </a:lnTo>
                  <a:lnTo>
                    <a:pt x="3996064" y="764511"/>
                  </a:lnTo>
                  <a:lnTo>
                    <a:pt x="3996172" y="764511"/>
                  </a:lnTo>
                  <a:lnTo>
                    <a:pt x="3996280" y="764511"/>
                  </a:lnTo>
                  <a:lnTo>
                    <a:pt x="3996389" y="764511"/>
                  </a:lnTo>
                  <a:lnTo>
                    <a:pt x="3996497" y="764511"/>
                  </a:lnTo>
                  <a:lnTo>
                    <a:pt x="3996606" y="764511"/>
                  </a:lnTo>
                  <a:lnTo>
                    <a:pt x="3996714" y="764511"/>
                  </a:lnTo>
                  <a:lnTo>
                    <a:pt x="3996714" y="763888"/>
                  </a:lnTo>
                  <a:lnTo>
                    <a:pt x="3996823" y="763888"/>
                  </a:lnTo>
                  <a:lnTo>
                    <a:pt x="3996931" y="763888"/>
                  </a:lnTo>
                  <a:lnTo>
                    <a:pt x="3997040" y="763888"/>
                  </a:lnTo>
                  <a:lnTo>
                    <a:pt x="3997148" y="763888"/>
                  </a:lnTo>
                  <a:lnTo>
                    <a:pt x="3997256" y="763888"/>
                  </a:lnTo>
                  <a:lnTo>
                    <a:pt x="3997365" y="763888"/>
                  </a:lnTo>
                  <a:lnTo>
                    <a:pt x="3997473" y="763888"/>
                  </a:lnTo>
                  <a:lnTo>
                    <a:pt x="3997582" y="763888"/>
                  </a:lnTo>
                  <a:lnTo>
                    <a:pt x="3997690" y="763888"/>
                  </a:lnTo>
                  <a:lnTo>
                    <a:pt x="3997799" y="763888"/>
                  </a:lnTo>
                  <a:lnTo>
                    <a:pt x="3997907" y="763888"/>
                  </a:lnTo>
                  <a:lnTo>
                    <a:pt x="3998016" y="763888"/>
                  </a:lnTo>
                  <a:lnTo>
                    <a:pt x="3998124" y="763888"/>
                  </a:lnTo>
                  <a:lnTo>
                    <a:pt x="3998232" y="763888"/>
                  </a:lnTo>
                  <a:lnTo>
                    <a:pt x="3998341" y="763888"/>
                  </a:lnTo>
                  <a:lnTo>
                    <a:pt x="3998449" y="763888"/>
                  </a:lnTo>
                  <a:lnTo>
                    <a:pt x="3998558" y="763888"/>
                  </a:lnTo>
                  <a:lnTo>
                    <a:pt x="3998666" y="763888"/>
                  </a:lnTo>
                  <a:lnTo>
                    <a:pt x="3998775" y="763888"/>
                  </a:lnTo>
                  <a:lnTo>
                    <a:pt x="3998883" y="763888"/>
                  </a:lnTo>
                  <a:lnTo>
                    <a:pt x="3998992" y="763888"/>
                  </a:lnTo>
                  <a:lnTo>
                    <a:pt x="3999100" y="763888"/>
                  </a:lnTo>
                  <a:lnTo>
                    <a:pt x="3999209" y="763888"/>
                  </a:lnTo>
                  <a:lnTo>
                    <a:pt x="3999317" y="763888"/>
                  </a:lnTo>
                  <a:lnTo>
                    <a:pt x="3999425" y="763888"/>
                  </a:lnTo>
                  <a:lnTo>
                    <a:pt x="3999534" y="763888"/>
                  </a:lnTo>
                  <a:lnTo>
                    <a:pt x="3999642" y="763888"/>
                  </a:lnTo>
                  <a:lnTo>
                    <a:pt x="3999642" y="763264"/>
                  </a:lnTo>
                  <a:lnTo>
                    <a:pt x="3999751" y="763264"/>
                  </a:lnTo>
                  <a:lnTo>
                    <a:pt x="3999859" y="763264"/>
                  </a:lnTo>
                  <a:lnTo>
                    <a:pt x="3999968" y="763264"/>
                  </a:lnTo>
                  <a:lnTo>
                    <a:pt x="4000076" y="763264"/>
                  </a:lnTo>
                  <a:lnTo>
                    <a:pt x="4000185" y="763264"/>
                  </a:lnTo>
                  <a:lnTo>
                    <a:pt x="4000293" y="763264"/>
                  </a:lnTo>
                  <a:lnTo>
                    <a:pt x="4000401" y="763264"/>
                  </a:lnTo>
                  <a:lnTo>
                    <a:pt x="4000510" y="763264"/>
                  </a:lnTo>
                  <a:lnTo>
                    <a:pt x="4000618" y="763264"/>
                  </a:lnTo>
                  <a:lnTo>
                    <a:pt x="4000727" y="763264"/>
                  </a:lnTo>
                  <a:lnTo>
                    <a:pt x="4000835" y="763264"/>
                  </a:lnTo>
                  <a:lnTo>
                    <a:pt x="4000944" y="763264"/>
                  </a:lnTo>
                  <a:lnTo>
                    <a:pt x="4001052" y="763264"/>
                  </a:lnTo>
                  <a:lnTo>
                    <a:pt x="4001161" y="763264"/>
                  </a:lnTo>
                  <a:lnTo>
                    <a:pt x="4001161" y="762641"/>
                  </a:lnTo>
                  <a:lnTo>
                    <a:pt x="4001269" y="762641"/>
                  </a:lnTo>
                  <a:lnTo>
                    <a:pt x="4001377" y="762641"/>
                  </a:lnTo>
                  <a:lnTo>
                    <a:pt x="4001486" y="762641"/>
                  </a:lnTo>
                  <a:lnTo>
                    <a:pt x="4001594" y="762641"/>
                  </a:lnTo>
                  <a:lnTo>
                    <a:pt x="4001703" y="762641"/>
                  </a:lnTo>
                  <a:lnTo>
                    <a:pt x="4001811" y="762641"/>
                  </a:lnTo>
                  <a:lnTo>
                    <a:pt x="4001920" y="762641"/>
                  </a:lnTo>
                  <a:lnTo>
                    <a:pt x="4002028" y="762641"/>
                  </a:lnTo>
                  <a:lnTo>
                    <a:pt x="4002137" y="762641"/>
                  </a:lnTo>
                  <a:lnTo>
                    <a:pt x="4002245" y="762641"/>
                  </a:lnTo>
                  <a:lnTo>
                    <a:pt x="4002353" y="762641"/>
                  </a:lnTo>
                  <a:lnTo>
                    <a:pt x="4002462" y="762641"/>
                  </a:lnTo>
                  <a:lnTo>
                    <a:pt x="4002570" y="762641"/>
                  </a:lnTo>
                  <a:lnTo>
                    <a:pt x="4002679" y="762641"/>
                  </a:lnTo>
                  <a:lnTo>
                    <a:pt x="4002787" y="762641"/>
                  </a:lnTo>
                  <a:lnTo>
                    <a:pt x="4002896" y="762641"/>
                  </a:lnTo>
                  <a:lnTo>
                    <a:pt x="4003004" y="762641"/>
                  </a:lnTo>
                  <a:lnTo>
                    <a:pt x="4003113" y="762641"/>
                  </a:lnTo>
                  <a:lnTo>
                    <a:pt x="4003221" y="762641"/>
                  </a:lnTo>
                  <a:lnTo>
                    <a:pt x="4003330" y="762641"/>
                  </a:lnTo>
                  <a:lnTo>
                    <a:pt x="4003438" y="762641"/>
                  </a:lnTo>
                  <a:lnTo>
                    <a:pt x="4003546" y="762641"/>
                  </a:lnTo>
                  <a:lnTo>
                    <a:pt x="4003655" y="762641"/>
                  </a:lnTo>
                  <a:lnTo>
                    <a:pt x="4003763" y="762641"/>
                  </a:lnTo>
                  <a:lnTo>
                    <a:pt x="4003872" y="762641"/>
                  </a:lnTo>
                  <a:lnTo>
                    <a:pt x="4003980" y="762641"/>
                  </a:lnTo>
                  <a:lnTo>
                    <a:pt x="4004089" y="762641"/>
                  </a:lnTo>
                  <a:lnTo>
                    <a:pt x="4004197" y="762641"/>
                  </a:lnTo>
                  <a:lnTo>
                    <a:pt x="4004306" y="762641"/>
                  </a:lnTo>
                  <a:lnTo>
                    <a:pt x="4004414" y="762641"/>
                  </a:lnTo>
                  <a:lnTo>
                    <a:pt x="4004414" y="762017"/>
                  </a:lnTo>
                  <a:lnTo>
                    <a:pt x="4004522" y="762017"/>
                  </a:lnTo>
                  <a:lnTo>
                    <a:pt x="4004631" y="762017"/>
                  </a:lnTo>
                  <a:lnTo>
                    <a:pt x="4004739" y="762017"/>
                  </a:lnTo>
                  <a:lnTo>
                    <a:pt x="4004848" y="762017"/>
                  </a:lnTo>
                  <a:lnTo>
                    <a:pt x="4004956" y="762017"/>
                  </a:lnTo>
                  <a:lnTo>
                    <a:pt x="4005065" y="762017"/>
                  </a:lnTo>
                  <a:lnTo>
                    <a:pt x="4005173" y="762017"/>
                  </a:lnTo>
                  <a:lnTo>
                    <a:pt x="4005173" y="761394"/>
                  </a:lnTo>
                  <a:lnTo>
                    <a:pt x="4005282" y="761394"/>
                  </a:lnTo>
                  <a:lnTo>
                    <a:pt x="4005282" y="760770"/>
                  </a:lnTo>
                  <a:lnTo>
                    <a:pt x="4005390" y="760770"/>
                  </a:lnTo>
                  <a:lnTo>
                    <a:pt x="4005498" y="760770"/>
                  </a:lnTo>
                  <a:lnTo>
                    <a:pt x="4005607" y="760770"/>
                  </a:lnTo>
                  <a:lnTo>
                    <a:pt x="4005715" y="760770"/>
                  </a:lnTo>
                  <a:lnTo>
                    <a:pt x="4005824" y="760770"/>
                  </a:lnTo>
                  <a:lnTo>
                    <a:pt x="4005932" y="760770"/>
                  </a:lnTo>
                  <a:lnTo>
                    <a:pt x="4006041" y="760770"/>
                  </a:lnTo>
                  <a:lnTo>
                    <a:pt x="4006149" y="760770"/>
                  </a:lnTo>
                  <a:lnTo>
                    <a:pt x="4006258" y="760770"/>
                  </a:lnTo>
                  <a:lnTo>
                    <a:pt x="4006366" y="760770"/>
                  </a:lnTo>
                  <a:lnTo>
                    <a:pt x="4006474" y="760770"/>
                  </a:lnTo>
                  <a:lnTo>
                    <a:pt x="4006583" y="760770"/>
                  </a:lnTo>
                  <a:lnTo>
                    <a:pt x="4006691" y="760770"/>
                  </a:lnTo>
                  <a:lnTo>
                    <a:pt x="4006800" y="760770"/>
                  </a:lnTo>
                  <a:lnTo>
                    <a:pt x="4006908" y="760770"/>
                  </a:lnTo>
                  <a:lnTo>
                    <a:pt x="4007017" y="760770"/>
                  </a:lnTo>
                  <a:lnTo>
                    <a:pt x="4007125" y="760770"/>
                  </a:lnTo>
                  <a:lnTo>
                    <a:pt x="4007234" y="760770"/>
                  </a:lnTo>
                  <a:lnTo>
                    <a:pt x="4007342" y="760770"/>
                  </a:lnTo>
                  <a:lnTo>
                    <a:pt x="4007451" y="760770"/>
                  </a:lnTo>
                  <a:lnTo>
                    <a:pt x="4007559" y="760770"/>
                  </a:lnTo>
                  <a:lnTo>
                    <a:pt x="4007667" y="760770"/>
                  </a:lnTo>
                  <a:lnTo>
                    <a:pt x="4007776" y="760770"/>
                  </a:lnTo>
                  <a:lnTo>
                    <a:pt x="4007884" y="760770"/>
                  </a:lnTo>
                  <a:lnTo>
                    <a:pt x="4007993" y="760770"/>
                  </a:lnTo>
                  <a:lnTo>
                    <a:pt x="4008101" y="760770"/>
                  </a:lnTo>
                  <a:lnTo>
                    <a:pt x="4008210" y="760770"/>
                  </a:lnTo>
                  <a:lnTo>
                    <a:pt x="4008318" y="760770"/>
                  </a:lnTo>
                  <a:lnTo>
                    <a:pt x="4008318" y="760146"/>
                  </a:lnTo>
                  <a:lnTo>
                    <a:pt x="4008427" y="760146"/>
                  </a:lnTo>
                  <a:lnTo>
                    <a:pt x="4008535" y="760146"/>
                  </a:lnTo>
                  <a:lnTo>
                    <a:pt x="4008643" y="760146"/>
                  </a:lnTo>
                  <a:lnTo>
                    <a:pt x="4008752" y="760146"/>
                  </a:lnTo>
                  <a:lnTo>
                    <a:pt x="4008860" y="760146"/>
                  </a:lnTo>
                  <a:lnTo>
                    <a:pt x="4008969" y="760146"/>
                  </a:lnTo>
                  <a:lnTo>
                    <a:pt x="4009077" y="760146"/>
                  </a:lnTo>
                  <a:lnTo>
                    <a:pt x="4009186" y="760146"/>
                  </a:lnTo>
                  <a:lnTo>
                    <a:pt x="4009294" y="760146"/>
                  </a:lnTo>
                  <a:lnTo>
                    <a:pt x="4009403" y="760146"/>
                  </a:lnTo>
                  <a:lnTo>
                    <a:pt x="4009511" y="760146"/>
                  </a:lnTo>
                  <a:lnTo>
                    <a:pt x="4009619" y="760146"/>
                  </a:lnTo>
                  <a:lnTo>
                    <a:pt x="4009728" y="760146"/>
                  </a:lnTo>
                  <a:lnTo>
                    <a:pt x="4009836" y="760146"/>
                  </a:lnTo>
                  <a:lnTo>
                    <a:pt x="4009945" y="760146"/>
                  </a:lnTo>
                  <a:lnTo>
                    <a:pt x="4010053" y="760146"/>
                  </a:lnTo>
                  <a:lnTo>
                    <a:pt x="4010162" y="760146"/>
                  </a:lnTo>
                  <a:lnTo>
                    <a:pt x="4010270" y="760146"/>
                  </a:lnTo>
                  <a:lnTo>
                    <a:pt x="4010379" y="760146"/>
                  </a:lnTo>
                  <a:lnTo>
                    <a:pt x="4010487" y="760146"/>
                  </a:lnTo>
                  <a:lnTo>
                    <a:pt x="4010487" y="759523"/>
                  </a:lnTo>
                  <a:lnTo>
                    <a:pt x="4010595" y="759523"/>
                  </a:lnTo>
                  <a:lnTo>
                    <a:pt x="4010704" y="759523"/>
                  </a:lnTo>
                  <a:lnTo>
                    <a:pt x="4010812" y="759523"/>
                  </a:lnTo>
                  <a:lnTo>
                    <a:pt x="4010921" y="759523"/>
                  </a:lnTo>
                  <a:lnTo>
                    <a:pt x="4011029" y="759523"/>
                  </a:lnTo>
                  <a:lnTo>
                    <a:pt x="4011138" y="759523"/>
                  </a:lnTo>
                  <a:lnTo>
                    <a:pt x="4011246" y="759523"/>
                  </a:lnTo>
                  <a:lnTo>
                    <a:pt x="4011246" y="758899"/>
                  </a:lnTo>
                  <a:lnTo>
                    <a:pt x="4011355" y="758899"/>
                  </a:lnTo>
                  <a:lnTo>
                    <a:pt x="4011463" y="758899"/>
                  </a:lnTo>
                  <a:lnTo>
                    <a:pt x="4011572" y="758899"/>
                  </a:lnTo>
                  <a:lnTo>
                    <a:pt x="4011680" y="758899"/>
                  </a:lnTo>
                  <a:lnTo>
                    <a:pt x="4011788" y="758899"/>
                  </a:lnTo>
                  <a:lnTo>
                    <a:pt x="4011788" y="758276"/>
                  </a:lnTo>
                  <a:lnTo>
                    <a:pt x="4011897" y="758276"/>
                  </a:lnTo>
                  <a:lnTo>
                    <a:pt x="4012005" y="758276"/>
                  </a:lnTo>
                  <a:lnTo>
                    <a:pt x="4012114" y="758276"/>
                  </a:lnTo>
                  <a:lnTo>
                    <a:pt x="4012222" y="758276"/>
                  </a:lnTo>
                  <a:lnTo>
                    <a:pt x="4012331" y="758276"/>
                  </a:lnTo>
                  <a:lnTo>
                    <a:pt x="4012439" y="758276"/>
                  </a:lnTo>
                  <a:lnTo>
                    <a:pt x="4012548" y="758276"/>
                  </a:lnTo>
                  <a:lnTo>
                    <a:pt x="4012656" y="758276"/>
                  </a:lnTo>
                  <a:lnTo>
                    <a:pt x="4012764" y="758276"/>
                  </a:lnTo>
                  <a:lnTo>
                    <a:pt x="4012873" y="758276"/>
                  </a:lnTo>
                  <a:lnTo>
                    <a:pt x="4012873" y="757652"/>
                  </a:lnTo>
                  <a:lnTo>
                    <a:pt x="4012981" y="757652"/>
                  </a:lnTo>
                  <a:lnTo>
                    <a:pt x="4013090" y="757652"/>
                  </a:lnTo>
                  <a:lnTo>
                    <a:pt x="4013198" y="757652"/>
                  </a:lnTo>
                  <a:lnTo>
                    <a:pt x="4013307" y="757652"/>
                  </a:lnTo>
                  <a:lnTo>
                    <a:pt x="4013415" y="757652"/>
                  </a:lnTo>
                  <a:lnTo>
                    <a:pt x="4013524" y="757652"/>
                  </a:lnTo>
                  <a:lnTo>
                    <a:pt x="4013632" y="757652"/>
                  </a:lnTo>
                  <a:lnTo>
                    <a:pt x="4013740" y="757652"/>
                  </a:lnTo>
                  <a:lnTo>
                    <a:pt x="4013849" y="757652"/>
                  </a:lnTo>
                  <a:lnTo>
                    <a:pt x="4013957" y="757652"/>
                  </a:lnTo>
                  <a:lnTo>
                    <a:pt x="4014066" y="757652"/>
                  </a:lnTo>
                  <a:lnTo>
                    <a:pt x="4014174" y="757652"/>
                  </a:lnTo>
                  <a:lnTo>
                    <a:pt x="4014283" y="757652"/>
                  </a:lnTo>
                  <a:lnTo>
                    <a:pt x="4014391" y="757652"/>
                  </a:lnTo>
                  <a:lnTo>
                    <a:pt x="4014500" y="757652"/>
                  </a:lnTo>
                  <a:lnTo>
                    <a:pt x="4014608" y="757652"/>
                  </a:lnTo>
                  <a:lnTo>
                    <a:pt x="4014716" y="757652"/>
                  </a:lnTo>
                  <a:lnTo>
                    <a:pt x="4014825" y="757652"/>
                  </a:lnTo>
                  <a:lnTo>
                    <a:pt x="4014933" y="757652"/>
                  </a:lnTo>
                  <a:lnTo>
                    <a:pt x="4015042" y="757652"/>
                  </a:lnTo>
                  <a:lnTo>
                    <a:pt x="4015150" y="757652"/>
                  </a:lnTo>
                  <a:lnTo>
                    <a:pt x="4015259" y="757652"/>
                  </a:lnTo>
                  <a:lnTo>
                    <a:pt x="4015367" y="757652"/>
                  </a:lnTo>
                  <a:lnTo>
                    <a:pt x="4015476" y="757652"/>
                  </a:lnTo>
                  <a:lnTo>
                    <a:pt x="4015584" y="757652"/>
                  </a:lnTo>
                  <a:lnTo>
                    <a:pt x="4015693" y="757652"/>
                  </a:lnTo>
                  <a:lnTo>
                    <a:pt x="4015801" y="757652"/>
                  </a:lnTo>
                  <a:lnTo>
                    <a:pt x="4015909" y="757652"/>
                  </a:lnTo>
                  <a:lnTo>
                    <a:pt x="4016018" y="757652"/>
                  </a:lnTo>
                  <a:lnTo>
                    <a:pt x="4016126" y="757652"/>
                  </a:lnTo>
                  <a:lnTo>
                    <a:pt x="4016235" y="757652"/>
                  </a:lnTo>
                  <a:lnTo>
                    <a:pt x="4016343" y="757652"/>
                  </a:lnTo>
                  <a:lnTo>
                    <a:pt x="4016452" y="757652"/>
                  </a:lnTo>
                  <a:lnTo>
                    <a:pt x="4016452" y="757028"/>
                  </a:lnTo>
                  <a:lnTo>
                    <a:pt x="4016560" y="757028"/>
                  </a:lnTo>
                  <a:lnTo>
                    <a:pt x="4016669" y="757028"/>
                  </a:lnTo>
                  <a:lnTo>
                    <a:pt x="4016777" y="757028"/>
                  </a:lnTo>
                  <a:lnTo>
                    <a:pt x="4016885" y="757028"/>
                  </a:lnTo>
                  <a:lnTo>
                    <a:pt x="4016994" y="757028"/>
                  </a:lnTo>
                  <a:lnTo>
                    <a:pt x="4017102" y="757028"/>
                  </a:lnTo>
                  <a:lnTo>
                    <a:pt x="4017211" y="757028"/>
                  </a:lnTo>
                  <a:lnTo>
                    <a:pt x="4017319" y="757028"/>
                  </a:lnTo>
                  <a:lnTo>
                    <a:pt x="4017428" y="757028"/>
                  </a:lnTo>
                  <a:lnTo>
                    <a:pt x="4017536" y="757028"/>
                  </a:lnTo>
                  <a:lnTo>
                    <a:pt x="4017645" y="757028"/>
                  </a:lnTo>
                  <a:lnTo>
                    <a:pt x="4017753" y="757028"/>
                  </a:lnTo>
                  <a:lnTo>
                    <a:pt x="4017861" y="757028"/>
                  </a:lnTo>
                  <a:lnTo>
                    <a:pt x="4017970" y="757028"/>
                  </a:lnTo>
                  <a:lnTo>
                    <a:pt x="4018078" y="757028"/>
                  </a:lnTo>
                  <a:lnTo>
                    <a:pt x="4018187" y="757028"/>
                  </a:lnTo>
                  <a:lnTo>
                    <a:pt x="4018295" y="757028"/>
                  </a:lnTo>
                  <a:lnTo>
                    <a:pt x="4018404" y="757028"/>
                  </a:lnTo>
                  <a:lnTo>
                    <a:pt x="4018512" y="757028"/>
                  </a:lnTo>
                  <a:lnTo>
                    <a:pt x="4018621" y="757028"/>
                  </a:lnTo>
                  <a:lnTo>
                    <a:pt x="4018729" y="757028"/>
                  </a:lnTo>
                  <a:lnTo>
                    <a:pt x="4018837" y="757028"/>
                  </a:lnTo>
                  <a:lnTo>
                    <a:pt x="4018946" y="757028"/>
                  </a:lnTo>
                  <a:lnTo>
                    <a:pt x="4019054" y="757028"/>
                  </a:lnTo>
                  <a:lnTo>
                    <a:pt x="4019163" y="757028"/>
                  </a:lnTo>
                  <a:lnTo>
                    <a:pt x="4019271" y="757028"/>
                  </a:lnTo>
                  <a:lnTo>
                    <a:pt x="4019380" y="757028"/>
                  </a:lnTo>
                  <a:lnTo>
                    <a:pt x="4019488" y="757028"/>
                  </a:lnTo>
                  <a:lnTo>
                    <a:pt x="4019597" y="757028"/>
                  </a:lnTo>
                  <a:lnTo>
                    <a:pt x="4019705" y="757028"/>
                  </a:lnTo>
                  <a:lnTo>
                    <a:pt x="4019813" y="757028"/>
                  </a:lnTo>
                  <a:lnTo>
                    <a:pt x="4019922" y="757028"/>
                  </a:lnTo>
                  <a:lnTo>
                    <a:pt x="4020030" y="757028"/>
                  </a:lnTo>
                  <a:lnTo>
                    <a:pt x="4020139" y="757028"/>
                  </a:lnTo>
                  <a:lnTo>
                    <a:pt x="4020247" y="757028"/>
                  </a:lnTo>
                  <a:lnTo>
                    <a:pt x="4020356" y="757028"/>
                  </a:lnTo>
                  <a:lnTo>
                    <a:pt x="4020464" y="757028"/>
                  </a:lnTo>
                  <a:lnTo>
                    <a:pt x="4020464" y="756405"/>
                  </a:lnTo>
                  <a:lnTo>
                    <a:pt x="4020573" y="756405"/>
                  </a:lnTo>
                  <a:lnTo>
                    <a:pt x="4020681" y="756405"/>
                  </a:lnTo>
                  <a:lnTo>
                    <a:pt x="4020790" y="756405"/>
                  </a:lnTo>
                  <a:lnTo>
                    <a:pt x="4020898" y="756405"/>
                  </a:lnTo>
                  <a:lnTo>
                    <a:pt x="4021006" y="756405"/>
                  </a:lnTo>
                  <a:lnTo>
                    <a:pt x="4021115" y="756405"/>
                  </a:lnTo>
                  <a:lnTo>
                    <a:pt x="4021223" y="756405"/>
                  </a:lnTo>
                  <a:lnTo>
                    <a:pt x="4021332" y="756405"/>
                  </a:lnTo>
                  <a:lnTo>
                    <a:pt x="4021440" y="756405"/>
                  </a:lnTo>
                  <a:lnTo>
                    <a:pt x="4021440" y="755781"/>
                  </a:lnTo>
                  <a:lnTo>
                    <a:pt x="4021549" y="755781"/>
                  </a:lnTo>
                  <a:lnTo>
                    <a:pt x="4021657" y="755781"/>
                  </a:lnTo>
                  <a:lnTo>
                    <a:pt x="4021766" y="755781"/>
                  </a:lnTo>
                  <a:lnTo>
                    <a:pt x="4021874" y="755781"/>
                  </a:lnTo>
                  <a:lnTo>
                    <a:pt x="4021982" y="755781"/>
                  </a:lnTo>
                  <a:lnTo>
                    <a:pt x="4022091" y="755781"/>
                  </a:lnTo>
                  <a:lnTo>
                    <a:pt x="4022199" y="755781"/>
                  </a:lnTo>
                  <a:lnTo>
                    <a:pt x="4022308" y="755781"/>
                  </a:lnTo>
                  <a:lnTo>
                    <a:pt x="4022416" y="755781"/>
                  </a:lnTo>
                  <a:lnTo>
                    <a:pt x="4022525" y="755781"/>
                  </a:lnTo>
                  <a:lnTo>
                    <a:pt x="4022633" y="755781"/>
                  </a:lnTo>
                  <a:lnTo>
                    <a:pt x="4022742" y="755781"/>
                  </a:lnTo>
                  <a:lnTo>
                    <a:pt x="4022850" y="755781"/>
                  </a:lnTo>
                  <a:lnTo>
                    <a:pt x="4022958" y="755781"/>
                  </a:lnTo>
                  <a:lnTo>
                    <a:pt x="4023067" y="755781"/>
                  </a:lnTo>
                  <a:lnTo>
                    <a:pt x="4023175" y="755781"/>
                  </a:lnTo>
                  <a:lnTo>
                    <a:pt x="4023284" y="755781"/>
                  </a:lnTo>
                  <a:lnTo>
                    <a:pt x="4023392" y="755781"/>
                  </a:lnTo>
                  <a:lnTo>
                    <a:pt x="4023501" y="755781"/>
                  </a:lnTo>
                  <a:lnTo>
                    <a:pt x="4023609" y="755781"/>
                  </a:lnTo>
                  <a:lnTo>
                    <a:pt x="4023718" y="755781"/>
                  </a:lnTo>
                  <a:lnTo>
                    <a:pt x="4023826" y="755781"/>
                  </a:lnTo>
                  <a:lnTo>
                    <a:pt x="4023934" y="755781"/>
                  </a:lnTo>
                  <a:lnTo>
                    <a:pt x="4024043" y="755781"/>
                  </a:lnTo>
                  <a:lnTo>
                    <a:pt x="4024151" y="755781"/>
                  </a:lnTo>
                  <a:lnTo>
                    <a:pt x="4024260" y="755781"/>
                  </a:lnTo>
                  <a:lnTo>
                    <a:pt x="4024368" y="755781"/>
                  </a:lnTo>
                  <a:lnTo>
                    <a:pt x="4024368" y="755158"/>
                  </a:lnTo>
                  <a:lnTo>
                    <a:pt x="4024477" y="755158"/>
                  </a:lnTo>
                  <a:lnTo>
                    <a:pt x="4024585" y="755158"/>
                  </a:lnTo>
                  <a:lnTo>
                    <a:pt x="4024694" y="755158"/>
                  </a:lnTo>
                  <a:lnTo>
                    <a:pt x="4024802" y="755158"/>
                  </a:lnTo>
                  <a:lnTo>
                    <a:pt x="4024911" y="755158"/>
                  </a:lnTo>
                  <a:lnTo>
                    <a:pt x="4025019" y="755158"/>
                  </a:lnTo>
                  <a:lnTo>
                    <a:pt x="4025127" y="755158"/>
                  </a:lnTo>
                  <a:lnTo>
                    <a:pt x="4025236" y="755158"/>
                  </a:lnTo>
                  <a:lnTo>
                    <a:pt x="4025344" y="755158"/>
                  </a:lnTo>
                  <a:lnTo>
                    <a:pt x="4025453" y="755158"/>
                  </a:lnTo>
                  <a:lnTo>
                    <a:pt x="4025561" y="755158"/>
                  </a:lnTo>
                  <a:lnTo>
                    <a:pt x="4025670" y="755158"/>
                  </a:lnTo>
                  <a:lnTo>
                    <a:pt x="4025670" y="754534"/>
                  </a:lnTo>
                  <a:lnTo>
                    <a:pt x="4025778" y="754534"/>
                  </a:lnTo>
                  <a:lnTo>
                    <a:pt x="4025887" y="754534"/>
                  </a:lnTo>
                  <a:lnTo>
                    <a:pt x="4025995" y="754534"/>
                  </a:lnTo>
                  <a:lnTo>
                    <a:pt x="4026103" y="754534"/>
                  </a:lnTo>
                  <a:lnTo>
                    <a:pt x="4026212" y="754534"/>
                  </a:lnTo>
                  <a:lnTo>
                    <a:pt x="4026320" y="754534"/>
                  </a:lnTo>
                  <a:lnTo>
                    <a:pt x="4026429" y="754534"/>
                  </a:lnTo>
                  <a:lnTo>
                    <a:pt x="4026537" y="754534"/>
                  </a:lnTo>
                  <a:lnTo>
                    <a:pt x="4026646" y="754534"/>
                  </a:lnTo>
                  <a:lnTo>
                    <a:pt x="4026754" y="754534"/>
                  </a:lnTo>
                  <a:lnTo>
                    <a:pt x="4026863" y="754534"/>
                  </a:lnTo>
                  <a:lnTo>
                    <a:pt x="4026971" y="754534"/>
                  </a:lnTo>
                  <a:lnTo>
                    <a:pt x="4027079" y="754534"/>
                  </a:lnTo>
                  <a:lnTo>
                    <a:pt x="4027188" y="754534"/>
                  </a:lnTo>
                  <a:lnTo>
                    <a:pt x="4027296" y="754534"/>
                  </a:lnTo>
                  <a:lnTo>
                    <a:pt x="4027405" y="754534"/>
                  </a:lnTo>
                  <a:lnTo>
                    <a:pt x="4027513" y="754534"/>
                  </a:lnTo>
                  <a:lnTo>
                    <a:pt x="4027622" y="754534"/>
                  </a:lnTo>
                  <a:lnTo>
                    <a:pt x="4027730" y="754534"/>
                  </a:lnTo>
                  <a:lnTo>
                    <a:pt x="4027839" y="754534"/>
                  </a:lnTo>
                  <a:lnTo>
                    <a:pt x="4027947" y="754534"/>
                  </a:lnTo>
                  <a:lnTo>
                    <a:pt x="4028055" y="754534"/>
                  </a:lnTo>
                  <a:lnTo>
                    <a:pt x="4028164" y="754534"/>
                  </a:lnTo>
                  <a:lnTo>
                    <a:pt x="4028272" y="754534"/>
                  </a:lnTo>
                  <a:lnTo>
                    <a:pt x="4028381" y="754534"/>
                  </a:lnTo>
                  <a:lnTo>
                    <a:pt x="4028489" y="754534"/>
                  </a:lnTo>
                  <a:lnTo>
                    <a:pt x="4028598" y="754534"/>
                  </a:lnTo>
                  <a:lnTo>
                    <a:pt x="4028706" y="754534"/>
                  </a:lnTo>
                  <a:lnTo>
                    <a:pt x="4028815" y="754534"/>
                  </a:lnTo>
                  <a:lnTo>
                    <a:pt x="4028923" y="754534"/>
                  </a:lnTo>
                  <a:lnTo>
                    <a:pt x="4029032" y="754534"/>
                  </a:lnTo>
                  <a:lnTo>
                    <a:pt x="4029140" y="754534"/>
                  </a:lnTo>
                  <a:lnTo>
                    <a:pt x="4029248" y="754534"/>
                  </a:lnTo>
                  <a:lnTo>
                    <a:pt x="4029357" y="754534"/>
                  </a:lnTo>
                  <a:lnTo>
                    <a:pt x="4029465" y="754534"/>
                  </a:lnTo>
                  <a:lnTo>
                    <a:pt x="4029574" y="754534"/>
                  </a:lnTo>
                  <a:lnTo>
                    <a:pt x="4029682" y="754534"/>
                  </a:lnTo>
                  <a:lnTo>
                    <a:pt x="4029791" y="754534"/>
                  </a:lnTo>
                  <a:lnTo>
                    <a:pt x="4029899" y="754534"/>
                  </a:lnTo>
                  <a:lnTo>
                    <a:pt x="4030008" y="754534"/>
                  </a:lnTo>
                  <a:lnTo>
                    <a:pt x="4030116" y="754534"/>
                  </a:lnTo>
                  <a:lnTo>
                    <a:pt x="4030224" y="754534"/>
                  </a:lnTo>
                  <a:lnTo>
                    <a:pt x="4030333" y="754534"/>
                  </a:lnTo>
                  <a:lnTo>
                    <a:pt x="4030441" y="754534"/>
                  </a:lnTo>
                  <a:lnTo>
                    <a:pt x="4030550" y="754534"/>
                  </a:lnTo>
                  <a:lnTo>
                    <a:pt x="4030658" y="754534"/>
                  </a:lnTo>
                  <a:lnTo>
                    <a:pt x="4030658" y="753911"/>
                  </a:lnTo>
                  <a:lnTo>
                    <a:pt x="4030767" y="753911"/>
                  </a:lnTo>
                  <a:lnTo>
                    <a:pt x="4030875" y="753911"/>
                  </a:lnTo>
                  <a:lnTo>
                    <a:pt x="4030984" y="753911"/>
                  </a:lnTo>
                  <a:lnTo>
                    <a:pt x="4031092" y="753911"/>
                  </a:lnTo>
                  <a:lnTo>
                    <a:pt x="4031200" y="753911"/>
                  </a:lnTo>
                  <a:lnTo>
                    <a:pt x="4031200" y="753287"/>
                  </a:lnTo>
                  <a:lnTo>
                    <a:pt x="4031309" y="753287"/>
                  </a:lnTo>
                  <a:lnTo>
                    <a:pt x="4031417" y="753287"/>
                  </a:lnTo>
                  <a:lnTo>
                    <a:pt x="4031526" y="753287"/>
                  </a:lnTo>
                  <a:lnTo>
                    <a:pt x="4031634" y="753287"/>
                  </a:lnTo>
                  <a:lnTo>
                    <a:pt x="4031743" y="753287"/>
                  </a:lnTo>
                  <a:lnTo>
                    <a:pt x="4031851" y="753287"/>
                  </a:lnTo>
                  <a:lnTo>
                    <a:pt x="4031960" y="753287"/>
                  </a:lnTo>
                  <a:lnTo>
                    <a:pt x="4032068" y="753287"/>
                  </a:lnTo>
                  <a:lnTo>
                    <a:pt x="4032176" y="753287"/>
                  </a:lnTo>
                  <a:lnTo>
                    <a:pt x="4032176" y="752663"/>
                  </a:lnTo>
                  <a:lnTo>
                    <a:pt x="4032285" y="752663"/>
                  </a:lnTo>
                  <a:lnTo>
                    <a:pt x="4032285" y="752040"/>
                  </a:lnTo>
                  <a:lnTo>
                    <a:pt x="4032393" y="752040"/>
                  </a:lnTo>
                  <a:lnTo>
                    <a:pt x="4032502" y="752040"/>
                  </a:lnTo>
                  <a:lnTo>
                    <a:pt x="4032610" y="752040"/>
                  </a:lnTo>
                  <a:lnTo>
                    <a:pt x="4032719" y="752040"/>
                  </a:lnTo>
                  <a:lnTo>
                    <a:pt x="4032719" y="751416"/>
                  </a:lnTo>
                  <a:lnTo>
                    <a:pt x="4032827" y="751416"/>
                  </a:lnTo>
                  <a:lnTo>
                    <a:pt x="4032936" y="751416"/>
                  </a:lnTo>
                  <a:lnTo>
                    <a:pt x="4033044" y="751416"/>
                  </a:lnTo>
                  <a:lnTo>
                    <a:pt x="4033153" y="751416"/>
                  </a:lnTo>
                  <a:lnTo>
                    <a:pt x="4033261" y="751416"/>
                  </a:lnTo>
                  <a:lnTo>
                    <a:pt x="4033261" y="750793"/>
                  </a:lnTo>
                  <a:lnTo>
                    <a:pt x="4033369" y="750793"/>
                  </a:lnTo>
                  <a:lnTo>
                    <a:pt x="4033478" y="750793"/>
                  </a:lnTo>
                  <a:lnTo>
                    <a:pt x="4033586" y="750793"/>
                  </a:lnTo>
                  <a:lnTo>
                    <a:pt x="4033695" y="750793"/>
                  </a:lnTo>
                  <a:lnTo>
                    <a:pt x="4033803" y="750793"/>
                  </a:lnTo>
                  <a:lnTo>
                    <a:pt x="4033912" y="750793"/>
                  </a:lnTo>
                  <a:lnTo>
                    <a:pt x="4034020" y="750793"/>
                  </a:lnTo>
                  <a:lnTo>
                    <a:pt x="4034129" y="750793"/>
                  </a:lnTo>
                  <a:lnTo>
                    <a:pt x="4034237" y="750793"/>
                  </a:lnTo>
                  <a:lnTo>
                    <a:pt x="4034345" y="750793"/>
                  </a:lnTo>
                  <a:lnTo>
                    <a:pt x="4034454" y="750793"/>
                  </a:lnTo>
                  <a:lnTo>
                    <a:pt x="4034562" y="750793"/>
                  </a:lnTo>
                  <a:lnTo>
                    <a:pt x="4034671" y="750793"/>
                  </a:lnTo>
                  <a:lnTo>
                    <a:pt x="4034779" y="750793"/>
                  </a:lnTo>
                  <a:lnTo>
                    <a:pt x="4034888" y="750793"/>
                  </a:lnTo>
                  <a:lnTo>
                    <a:pt x="4034996" y="750793"/>
                  </a:lnTo>
                  <a:lnTo>
                    <a:pt x="4034996" y="750169"/>
                  </a:lnTo>
                  <a:lnTo>
                    <a:pt x="4035105" y="750169"/>
                  </a:lnTo>
                  <a:lnTo>
                    <a:pt x="4035213" y="750169"/>
                  </a:lnTo>
                  <a:lnTo>
                    <a:pt x="4035321" y="750169"/>
                  </a:lnTo>
                  <a:lnTo>
                    <a:pt x="4035430" y="750169"/>
                  </a:lnTo>
                  <a:lnTo>
                    <a:pt x="4035538" y="750169"/>
                  </a:lnTo>
                  <a:lnTo>
                    <a:pt x="4035647" y="750169"/>
                  </a:lnTo>
                  <a:lnTo>
                    <a:pt x="4035755" y="750169"/>
                  </a:lnTo>
                  <a:lnTo>
                    <a:pt x="4035864" y="750169"/>
                  </a:lnTo>
                  <a:lnTo>
                    <a:pt x="4035972" y="750169"/>
                  </a:lnTo>
                  <a:lnTo>
                    <a:pt x="4036081" y="750169"/>
                  </a:lnTo>
                  <a:lnTo>
                    <a:pt x="4036189" y="750169"/>
                  </a:lnTo>
                  <a:lnTo>
                    <a:pt x="4036189" y="749545"/>
                  </a:lnTo>
                  <a:lnTo>
                    <a:pt x="4036297" y="749545"/>
                  </a:lnTo>
                  <a:lnTo>
                    <a:pt x="4036406" y="749545"/>
                  </a:lnTo>
                  <a:lnTo>
                    <a:pt x="4036514" y="749545"/>
                  </a:lnTo>
                  <a:lnTo>
                    <a:pt x="4036623" y="749545"/>
                  </a:lnTo>
                  <a:lnTo>
                    <a:pt x="4036731" y="749545"/>
                  </a:lnTo>
                  <a:lnTo>
                    <a:pt x="4036840" y="749545"/>
                  </a:lnTo>
                  <a:lnTo>
                    <a:pt x="4036948" y="749545"/>
                  </a:lnTo>
                  <a:lnTo>
                    <a:pt x="4037057" y="749545"/>
                  </a:lnTo>
                  <a:lnTo>
                    <a:pt x="4037165" y="749545"/>
                  </a:lnTo>
                  <a:lnTo>
                    <a:pt x="4037274" y="749545"/>
                  </a:lnTo>
                  <a:lnTo>
                    <a:pt x="4037382" y="749545"/>
                  </a:lnTo>
                  <a:lnTo>
                    <a:pt x="4037490" y="749545"/>
                  </a:lnTo>
                  <a:lnTo>
                    <a:pt x="4037599" y="749545"/>
                  </a:lnTo>
                  <a:lnTo>
                    <a:pt x="4037599" y="748922"/>
                  </a:lnTo>
                  <a:lnTo>
                    <a:pt x="4037707" y="748922"/>
                  </a:lnTo>
                  <a:lnTo>
                    <a:pt x="4037816" y="748922"/>
                  </a:lnTo>
                  <a:lnTo>
                    <a:pt x="4037924" y="748922"/>
                  </a:lnTo>
                  <a:lnTo>
                    <a:pt x="4038033" y="748922"/>
                  </a:lnTo>
                  <a:lnTo>
                    <a:pt x="4038141" y="748922"/>
                  </a:lnTo>
                  <a:lnTo>
                    <a:pt x="4038250" y="748922"/>
                  </a:lnTo>
                  <a:lnTo>
                    <a:pt x="4038358" y="748922"/>
                  </a:lnTo>
                  <a:lnTo>
                    <a:pt x="4038466" y="748922"/>
                  </a:lnTo>
                  <a:lnTo>
                    <a:pt x="4038575" y="748922"/>
                  </a:lnTo>
                  <a:lnTo>
                    <a:pt x="4038683" y="748922"/>
                  </a:lnTo>
                  <a:lnTo>
                    <a:pt x="4038792" y="748922"/>
                  </a:lnTo>
                  <a:lnTo>
                    <a:pt x="4038792" y="748298"/>
                  </a:lnTo>
                  <a:lnTo>
                    <a:pt x="4038900" y="748298"/>
                  </a:lnTo>
                  <a:lnTo>
                    <a:pt x="4039009" y="748298"/>
                  </a:lnTo>
                  <a:lnTo>
                    <a:pt x="4039117" y="748298"/>
                  </a:lnTo>
                  <a:lnTo>
                    <a:pt x="4039117" y="747675"/>
                  </a:lnTo>
                  <a:lnTo>
                    <a:pt x="4039117" y="747051"/>
                  </a:lnTo>
                  <a:lnTo>
                    <a:pt x="4039226" y="747051"/>
                  </a:lnTo>
                  <a:lnTo>
                    <a:pt x="4039334" y="747051"/>
                  </a:lnTo>
                  <a:lnTo>
                    <a:pt x="4039442" y="747051"/>
                  </a:lnTo>
                  <a:lnTo>
                    <a:pt x="4039551" y="747051"/>
                  </a:lnTo>
                  <a:lnTo>
                    <a:pt x="4039551" y="746428"/>
                  </a:lnTo>
                  <a:lnTo>
                    <a:pt x="4039659" y="746428"/>
                  </a:lnTo>
                  <a:lnTo>
                    <a:pt x="4039768" y="746428"/>
                  </a:lnTo>
                  <a:lnTo>
                    <a:pt x="4039876" y="746428"/>
                  </a:lnTo>
                  <a:lnTo>
                    <a:pt x="4039985" y="746428"/>
                  </a:lnTo>
                  <a:lnTo>
                    <a:pt x="4040093" y="746428"/>
                  </a:lnTo>
                  <a:lnTo>
                    <a:pt x="4040093" y="745804"/>
                  </a:lnTo>
                  <a:lnTo>
                    <a:pt x="4040202" y="745804"/>
                  </a:lnTo>
                  <a:lnTo>
                    <a:pt x="4040310" y="745804"/>
                  </a:lnTo>
                  <a:lnTo>
                    <a:pt x="4040418" y="745804"/>
                  </a:lnTo>
                  <a:lnTo>
                    <a:pt x="4040527" y="745804"/>
                  </a:lnTo>
                  <a:lnTo>
                    <a:pt x="4040635" y="745804"/>
                  </a:lnTo>
                  <a:lnTo>
                    <a:pt x="4040744" y="745804"/>
                  </a:lnTo>
                  <a:lnTo>
                    <a:pt x="4040852" y="745804"/>
                  </a:lnTo>
                  <a:lnTo>
                    <a:pt x="4040961" y="745804"/>
                  </a:lnTo>
                  <a:lnTo>
                    <a:pt x="4041069" y="745804"/>
                  </a:lnTo>
                  <a:lnTo>
                    <a:pt x="4041178" y="745804"/>
                  </a:lnTo>
                  <a:lnTo>
                    <a:pt x="4041286" y="745804"/>
                  </a:lnTo>
                  <a:lnTo>
                    <a:pt x="4041394" y="745804"/>
                  </a:lnTo>
                  <a:lnTo>
                    <a:pt x="4041503" y="745804"/>
                  </a:lnTo>
                  <a:lnTo>
                    <a:pt x="4041503" y="745180"/>
                  </a:lnTo>
                  <a:lnTo>
                    <a:pt x="4041503" y="744557"/>
                  </a:lnTo>
                  <a:lnTo>
                    <a:pt x="4041611" y="744557"/>
                  </a:lnTo>
                  <a:lnTo>
                    <a:pt x="4041611" y="743933"/>
                  </a:lnTo>
                  <a:lnTo>
                    <a:pt x="4041720" y="743933"/>
                  </a:lnTo>
                  <a:lnTo>
                    <a:pt x="4041828" y="743933"/>
                  </a:lnTo>
                  <a:lnTo>
                    <a:pt x="4041937" y="743933"/>
                  </a:lnTo>
                  <a:lnTo>
                    <a:pt x="4042045" y="743933"/>
                  </a:lnTo>
                  <a:lnTo>
                    <a:pt x="4042154" y="743933"/>
                  </a:lnTo>
                  <a:lnTo>
                    <a:pt x="4042262" y="743933"/>
                  </a:lnTo>
                  <a:lnTo>
                    <a:pt x="4042371" y="743933"/>
                  </a:lnTo>
                  <a:lnTo>
                    <a:pt x="4042479" y="743933"/>
                  </a:lnTo>
                  <a:lnTo>
                    <a:pt x="4042587" y="743933"/>
                  </a:lnTo>
                  <a:lnTo>
                    <a:pt x="4042696" y="743933"/>
                  </a:lnTo>
                  <a:lnTo>
                    <a:pt x="4042804" y="743933"/>
                  </a:lnTo>
                  <a:lnTo>
                    <a:pt x="4042913" y="743933"/>
                  </a:lnTo>
                  <a:lnTo>
                    <a:pt x="4043021" y="743933"/>
                  </a:lnTo>
                  <a:lnTo>
                    <a:pt x="4043130" y="743933"/>
                  </a:lnTo>
                  <a:lnTo>
                    <a:pt x="4043238" y="743933"/>
                  </a:lnTo>
                  <a:lnTo>
                    <a:pt x="4043347" y="743933"/>
                  </a:lnTo>
                  <a:lnTo>
                    <a:pt x="4043455" y="743933"/>
                  </a:lnTo>
                  <a:lnTo>
                    <a:pt x="4043563" y="743933"/>
                  </a:lnTo>
                  <a:lnTo>
                    <a:pt x="4043672" y="743933"/>
                  </a:lnTo>
                  <a:lnTo>
                    <a:pt x="4043780" y="743933"/>
                  </a:lnTo>
                  <a:lnTo>
                    <a:pt x="4043889" y="743933"/>
                  </a:lnTo>
                  <a:lnTo>
                    <a:pt x="4043997" y="743933"/>
                  </a:lnTo>
                  <a:lnTo>
                    <a:pt x="4044106" y="743933"/>
                  </a:lnTo>
                  <a:lnTo>
                    <a:pt x="4044214" y="743933"/>
                  </a:lnTo>
                  <a:lnTo>
                    <a:pt x="4044323" y="743933"/>
                  </a:lnTo>
                  <a:lnTo>
                    <a:pt x="4044431" y="743933"/>
                  </a:lnTo>
                  <a:lnTo>
                    <a:pt x="4044539" y="743933"/>
                  </a:lnTo>
                  <a:lnTo>
                    <a:pt x="4044539" y="743310"/>
                  </a:lnTo>
                  <a:lnTo>
                    <a:pt x="4044648" y="743310"/>
                  </a:lnTo>
                  <a:lnTo>
                    <a:pt x="4044756" y="743310"/>
                  </a:lnTo>
                  <a:lnTo>
                    <a:pt x="4044865" y="743310"/>
                  </a:lnTo>
                  <a:lnTo>
                    <a:pt x="4044865" y="742686"/>
                  </a:lnTo>
                  <a:lnTo>
                    <a:pt x="4044973" y="742686"/>
                  </a:lnTo>
                  <a:lnTo>
                    <a:pt x="4045082" y="742686"/>
                  </a:lnTo>
                  <a:lnTo>
                    <a:pt x="4045190" y="742686"/>
                  </a:lnTo>
                  <a:lnTo>
                    <a:pt x="4045299" y="742686"/>
                  </a:lnTo>
                  <a:lnTo>
                    <a:pt x="4045407" y="742686"/>
                  </a:lnTo>
                  <a:lnTo>
                    <a:pt x="4045515" y="742686"/>
                  </a:lnTo>
                  <a:lnTo>
                    <a:pt x="4045624" y="742686"/>
                  </a:lnTo>
                  <a:lnTo>
                    <a:pt x="4045732" y="742686"/>
                  </a:lnTo>
                  <a:lnTo>
                    <a:pt x="4045841" y="742686"/>
                  </a:lnTo>
                  <a:lnTo>
                    <a:pt x="4045949" y="742686"/>
                  </a:lnTo>
                  <a:lnTo>
                    <a:pt x="4046058" y="742686"/>
                  </a:lnTo>
                  <a:lnTo>
                    <a:pt x="4046166" y="742686"/>
                  </a:lnTo>
                  <a:lnTo>
                    <a:pt x="4046275" y="742686"/>
                  </a:lnTo>
                  <a:lnTo>
                    <a:pt x="4046383" y="742686"/>
                  </a:lnTo>
                  <a:lnTo>
                    <a:pt x="4046492" y="742686"/>
                  </a:lnTo>
                  <a:lnTo>
                    <a:pt x="4046492" y="742062"/>
                  </a:lnTo>
                  <a:lnTo>
                    <a:pt x="4046600" y="742062"/>
                  </a:lnTo>
                  <a:lnTo>
                    <a:pt x="4046708" y="742062"/>
                  </a:lnTo>
                  <a:lnTo>
                    <a:pt x="4046817" y="742062"/>
                  </a:lnTo>
                  <a:lnTo>
                    <a:pt x="4046925" y="742062"/>
                  </a:lnTo>
                  <a:lnTo>
                    <a:pt x="4047034" y="742062"/>
                  </a:lnTo>
                  <a:lnTo>
                    <a:pt x="4047142" y="742062"/>
                  </a:lnTo>
                  <a:lnTo>
                    <a:pt x="4047142" y="741439"/>
                  </a:lnTo>
                  <a:lnTo>
                    <a:pt x="4047251" y="741439"/>
                  </a:lnTo>
                  <a:lnTo>
                    <a:pt x="4047359" y="741439"/>
                  </a:lnTo>
                  <a:lnTo>
                    <a:pt x="4047468" y="741439"/>
                  </a:lnTo>
                  <a:lnTo>
                    <a:pt x="4047576" y="741439"/>
                  </a:lnTo>
                  <a:lnTo>
                    <a:pt x="4047684" y="741439"/>
                  </a:lnTo>
                  <a:lnTo>
                    <a:pt x="4047793" y="741439"/>
                  </a:lnTo>
                  <a:lnTo>
                    <a:pt x="4047901" y="741439"/>
                  </a:lnTo>
                  <a:lnTo>
                    <a:pt x="4048010" y="741439"/>
                  </a:lnTo>
                  <a:lnTo>
                    <a:pt x="4048118" y="741439"/>
                  </a:lnTo>
                  <a:lnTo>
                    <a:pt x="4048227" y="741439"/>
                  </a:lnTo>
                  <a:lnTo>
                    <a:pt x="4048335" y="741439"/>
                  </a:lnTo>
                  <a:lnTo>
                    <a:pt x="4048444" y="741439"/>
                  </a:lnTo>
                  <a:lnTo>
                    <a:pt x="4048552" y="741439"/>
                  </a:lnTo>
                  <a:lnTo>
                    <a:pt x="4048660" y="741439"/>
                  </a:lnTo>
                  <a:lnTo>
                    <a:pt x="4048769" y="741439"/>
                  </a:lnTo>
                  <a:lnTo>
                    <a:pt x="4048877" y="741439"/>
                  </a:lnTo>
                  <a:lnTo>
                    <a:pt x="4048986" y="741439"/>
                  </a:lnTo>
                  <a:lnTo>
                    <a:pt x="4049094" y="741439"/>
                  </a:lnTo>
                  <a:lnTo>
                    <a:pt x="4049203" y="741439"/>
                  </a:lnTo>
                  <a:lnTo>
                    <a:pt x="4049203" y="740815"/>
                  </a:lnTo>
                  <a:lnTo>
                    <a:pt x="4049311" y="740815"/>
                  </a:lnTo>
                  <a:lnTo>
                    <a:pt x="4049420" y="740815"/>
                  </a:lnTo>
                  <a:lnTo>
                    <a:pt x="4049528" y="740815"/>
                  </a:lnTo>
                  <a:lnTo>
                    <a:pt x="4049636" y="740815"/>
                  </a:lnTo>
                  <a:lnTo>
                    <a:pt x="4049745" y="740815"/>
                  </a:lnTo>
                  <a:lnTo>
                    <a:pt x="4049853" y="740815"/>
                  </a:lnTo>
                  <a:lnTo>
                    <a:pt x="4049962" y="740815"/>
                  </a:lnTo>
                  <a:lnTo>
                    <a:pt x="4050070" y="740815"/>
                  </a:lnTo>
                  <a:lnTo>
                    <a:pt x="4050179" y="740815"/>
                  </a:lnTo>
                  <a:lnTo>
                    <a:pt x="4050179" y="740192"/>
                  </a:lnTo>
                  <a:lnTo>
                    <a:pt x="4050287" y="740192"/>
                  </a:lnTo>
                  <a:lnTo>
                    <a:pt x="4050396" y="740192"/>
                  </a:lnTo>
                  <a:lnTo>
                    <a:pt x="4050504" y="740192"/>
                  </a:lnTo>
                  <a:lnTo>
                    <a:pt x="4050613" y="740192"/>
                  </a:lnTo>
                  <a:lnTo>
                    <a:pt x="4050721" y="740192"/>
                  </a:lnTo>
                  <a:lnTo>
                    <a:pt x="4050721" y="739568"/>
                  </a:lnTo>
                  <a:lnTo>
                    <a:pt x="4050829" y="739568"/>
                  </a:lnTo>
                  <a:lnTo>
                    <a:pt x="4050938" y="739568"/>
                  </a:lnTo>
                  <a:lnTo>
                    <a:pt x="4051046" y="739568"/>
                  </a:lnTo>
                  <a:lnTo>
                    <a:pt x="4051155" y="739568"/>
                  </a:lnTo>
                  <a:lnTo>
                    <a:pt x="4051263" y="739568"/>
                  </a:lnTo>
                  <a:lnTo>
                    <a:pt x="4051372" y="739568"/>
                  </a:lnTo>
                  <a:lnTo>
                    <a:pt x="4051480" y="739568"/>
                  </a:lnTo>
                  <a:lnTo>
                    <a:pt x="4051480" y="738945"/>
                  </a:lnTo>
                  <a:lnTo>
                    <a:pt x="4051589" y="738945"/>
                  </a:lnTo>
                  <a:lnTo>
                    <a:pt x="4051697" y="738945"/>
                  </a:lnTo>
                  <a:lnTo>
                    <a:pt x="4051805" y="738945"/>
                  </a:lnTo>
                  <a:lnTo>
                    <a:pt x="4051914" y="738945"/>
                  </a:lnTo>
                  <a:lnTo>
                    <a:pt x="4052022" y="738945"/>
                  </a:lnTo>
                  <a:lnTo>
                    <a:pt x="4052131" y="738945"/>
                  </a:lnTo>
                  <a:lnTo>
                    <a:pt x="4052239" y="738945"/>
                  </a:lnTo>
                  <a:lnTo>
                    <a:pt x="4052348" y="738945"/>
                  </a:lnTo>
                  <a:lnTo>
                    <a:pt x="4052456" y="738945"/>
                  </a:lnTo>
                  <a:lnTo>
                    <a:pt x="4052565" y="738945"/>
                  </a:lnTo>
                  <a:lnTo>
                    <a:pt x="4052673" y="738945"/>
                  </a:lnTo>
                  <a:lnTo>
                    <a:pt x="4052781" y="738945"/>
                  </a:lnTo>
                  <a:lnTo>
                    <a:pt x="4052890" y="738945"/>
                  </a:lnTo>
                  <a:lnTo>
                    <a:pt x="4052998" y="738945"/>
                  </a:lnTo>
                  <a:lnTo>
                    <a:pt x="4053107" y="738945"/>
                  </a:lnTo>
                  <a:lnTo>
                    <a:pt x="4053215" y="738945"/>
                  </a:lnTo>
                  <a:lnTo>
                    <a:pt x="4053215" y="738321"/>
                  </a:lnTo>
                  <a:lnTo>
                    <a:pt x="4053324" y="738321"/>
                  </a:lnTo>
                  <a:lnTo>
                    <a:pt x="4053432" y="738321"/>
                  </a:lnTo>
                  <a:lnTo>
                    <a:pt x="4053541" y="738321"/>
                  </a:lnTo>
                  <a:lnTo>
                    <a:pt x="4053649" y="738321"/>
                  </a:lnTo>
                  <a:lnTo>
                    <a:pt x="4053649" y="737697"/>
                  </a:lnTo>
                  <a:lnTo>
                    <a:pt x="4053757" y="737697"/>
                  </a:lnTo>
                  <a:lnTo>
                    <a:pt x="4053866" y="737697"/>
                  </a:lnTo>
                  <a:lnTo>
                    <a:pt x="4053974" y="737697"/>
                  </a:lnTo>
                  <a:lnTo>
                    <a:pt x="4054083" y="737697"/>
                  </a:lnTo>
                  <a:lnTo>
                    <a:pt x="4054191" y="737697"/>
                  </a:lnTo>
                  <a:lnTo>
                    <a:pt x="4054300" y="737697"/>
                  </a:lnTo>
                  <a:lnTo>
                    <a:pt x="4054408" y="737697"/>
                  </a:lnTo>
                  <a:lnTo>
                    <a:pt x="4054517" y="737697"/>
                  </a:lnTo>
                  <a:lnTo>
                    <a:pt x="4054625" y="737697"/>
                  </a:lnTo>
                  <a:lnTo>
                    <a:pt x="4054734" y="737697"/>
                  </a:lnTo>
                  <a:lnTo>
                    <a:pt x="4054842" y="737697"/>
                  </a:lnTo>
                  <a:lnTo>
                    <a:pt x="4054950" y="737697"/>
                  </a:lnTo>
                  <a:lnTo>
                    <a:pt x="4055059" y="737697"/>
                  </a:lnTo>
                  <a:lnTo>
                    <a:pt x="4055167" y="737697"/>
                  </a:lnTo>
                  <a:lnTo>
                    <a:pt x="4055276" y="737697"/>
                  </a:lnTo>
                  <a:lnTo>
                    <a:pt x="4055384" y="737697"/>
                  </a:lnTo>
                  <a:lnTo>
                    <a:pt x="4055493" y="737697"/>
                  </a:lnTo>
                  <a:lnTo>
                    <a:pt x="4055601" y="737697"/>
                  </a:lnTo>
                  <a:lnTo>
                    <a:pt x="4055710" y="737697"/>
                  </a:lnTo>
                  <a:lnTo>
                    <a:pt x="4055818" y="737697"/>
                  </a:lnTo>
                  <a:lnTo>
                    <a:pt x="4055926" y="737697"/>
                  </a:lnTo>
                  <a:lnTo>
                    <a:pt x="4056035" y="737697"/>
                  </a:lnTo>
                  <a:lnTo>
                    <a:pt x="4056143" y="737697"/>
                  </a:lnTo>
                  <a:lnTo>
                    <a:pt x="4056143" y="737074"/>
                  </a:lnTo>
                  <a:lnTo>
                    <a:pt x="4056252" y="737074"/>
                  </a:lnTo>
                  <a:lnTo>
                    <a:pt x="4056360" y="737074"/>
                  </a:lnTo>
                  <a:lnTo>
                    <a:pt x="4056469" y="737074"/>
                  </a:lnTo>
                  <a:lnTo>
                    <a:pt x="4056577" y="737074"/>
                  </a:lnTo>
                  <a:lnTo>
                    <a:pt x="4056686" y="737074"/>
                  </a:lnTo>
                  <a:lnTo>
                    <a:pt x="4056794" y="737074"/>
                  </a:lnTo>
                  <a:lnTo>
                    <a:pt x="4056902" y="737074"/>
                  </a:lnTo>
                  <a:lnTo>
                    <a:pt x="4057011" y="737074"/>
                  </a:lnTo>
                  <a:lnTo>
                    <a:pt x="4057119" y="737074"/>
                  </a:lnTo>
                  <a:lnTo>
                    <a:pt x="4057228" y="737074"/>
                  </a:lnTo>
                  <a:lnTo>
                    <a:pt x="4057336" y="737074"/>
                  </a:lnTo>
                  <a:lnTo>
                    <a:pt x="4057445" y="737074"/>
                  </a:lnTo>
                  <a:lnTo>
                    <a:pt x="4057553" y="737074"/>
                  </a:lnTo>
                  <a:lnTo>
                    <a:pt x="4057553" y="736450"/>
                  </a:lnTo>
                  <a:lnTo>
                    <a:pt x="4057662" y="736450"/>
                  </a:lnTo>
                  <a:lnTo>
                    <a:pt x="4057770" y="736450"/>
                  </a:lnTo>
                  <a:lnTo>
                    <a:pt x="4057878" y="736450"/>
                  </a:lnTo>
                  <a:lnTo>
                    <a:pt x="4057987" y="736450"/>
                  </a:lnTo>
                  <a:lnTo>
                    <a:pt x="4058095" y="736450"/>
                  </a:lnTo>
                  <a:lnTo>
                    <a:pt x="4058204" y="736450"/>
                  </a:lnTo>
                  <a:lnTo>
                    <a:pt x="4058312" y="736450"/>
                  </a:lnTo>
                  <a:lnTo>
                    <a:pt x="4058421" y="736450"/>
                  </a:lnTo>
                  <a:lnTo>
                    <a:pt x="4058529" y="736450"/>
                  </a:lnTo>
                  <a:lnTo>
                    <a:pt x="4058529" y="735827"/>
                  </a:lnTo>
                  <a:lnTo>
                    <a:pt x="4058638" y="735827"/>
                  </a:lnTo>
                  <a:lnTo>
                    <a:pt x="4058638" y="735203"/>
                  </a:lnTo>
                  <a:lnTo>
                    <a:pt x="4058746" y="735203"/>
                  </a:lnTo>
                  <a:lnTo>
                    <a:pt x="4058855" y="735203"/>
                  </a:lnTo>
                  <a:lnTo>
                    <a:pt x="4058963" y="735203"/>
                  </a:lnTo>
                  <a:lnTo>
                    <a:pt x="4059071" y="735203"/>
                  </a:lnTo>
                  <a:lnTo>
                    <a:pt x="4059180" y="735203"/>
                  </a:lnTo>
                  <a:lnTo>
                    <a:pt x="4059288" y="735203"/>
                  </a:lnTo>
                  <a:lnTo>
                    <a:pt x="4059397" y="735203"/>
                  </a:lnTo>
                  <a:lnTo>
                    <a:pt x="4059505" y="735203"/>
                  </a:lnTo>
                  <a:lnTo>
                    <a:pt x="4059614" y="735203"/>
                  </a:lnTo>
                  <a:lnTo>
                    <a:pt x="4059614" y="734579"/>
                  </a:lnTo>
                  <a:lnTo>
                    <a:pt x="4059722" y="734579"/>
                  </a:lnTo>
                  <a:lnTo>
                    <a:pt x="4059831" y="734579"/>
                  </a:lnTo>
                  <a:lnTo>
                    <a:pt x="4059939" y="734579"/>
                  </a:lnTo>
                  <a:lnTo>
                    <a:pt x="4060047" y="734579"/>
                  </a:lnTo>
                  <a:lnTo>
                    <a:pt x="4060156" y="734579"/>
                  </a:lnTo>
                  <a:lnTo>
                    <a:pt x="4060264" y="734579"/>
                  </a:lnTo>
                  <a:lnTo>
                    <a:pt x="4060373" y="734579"/>
                  </a:lnTo>
                  <a:lnTo>
                    <a:pt x="4060481" y="734579"/>
                  </a:lnTo>
                  <a:lnTo>
                    <a:pt x="4060590" y="734579"/>
                  </a:lnTo>
                  <a:lnTo>
                    <a:pt x="4060698" y="734579"/>
                  </a:lnTo>
                  <a:lnTo>
                    <a:pt x="4060807" y="734579"/>
                  </a:lnTo>
                  <a:lnTo>
                    <a:pt x="4060915" y="734579"/>
                  </a:lnTo>
                  <a:lnTo>
                    <a:pt x="4061023" y="734579"/>
                  </a:lnTo>
                  <a:lnTo>
                    <a:pt x="4061132" y="734579"/>
                  </a:lnTo>
                  <a:lnTo>
                    <a:pt x="4061240" y="734579"/>
                  </a:lnTo>
                  <a:lnTo>
                    <a:pt x="4061349" y="734579"/>
                  </a:lnTo>
                  <a:lnTo>
                    <a:pt x="4061457" y="734579"/>
                  </a:lnTo>
                  <a:lnTo>
                    <a:pt x="4061566" y="734579"/>
                  </a:lnTo>
                  <a:lnTo>
                    <a:pt x="4061674" y="734579"/>
                  </a:lnTo>
                  <a:lnTo>
                    <a:pt x="4061783" y="734579"/>
                  </a:lnTo>
                  <a:lnTo>
                    <a:pt x="4061891" y="734579"/>
                  </a:lnTo>
                  <a:lnTo>
                    <a:pt x="4061999" y="734579"/>
                  </a:lnTo>
                  <a:lnTo>
                    <a:pt x="4062108" y="734579"/>
                  </a:lnTo>
                  <a:lnTo>
                    <a:pt x="4062216" y="734579"/>
                  </a:lnTo>
                  <a:lnTo>
                    <a:pt x="4062325" y="734579"/>
                  </a:lnTo>
                  <a:lnTo>
                    <a:pt x="4062433" y="734579"/>
                  </a:lnTo>
                  <a:lnTo>
                    <a:pt x="4062542" y="734579"/>
                  </a:lnTo>
                  <a:lnTo>
                    <a:pt x="4062650" y="734579"/>
                  </a:lnTo>
                  <a:lnTo>
                    <a:pt x="4062759" y="734579"/>
                  </a:lnTo>
                  <a:lnTo>
                    <a:pt x="4062867" y="734579"/>
                  </a:lnTo>
                  <a:lnTo>
                    <a:pt x="4062975" y="734579"/>
                  </a:lnTo>
                  <a:lnTo>
                    <a:pt x="4063084" y="734579"/>
                  </a:lnTo>
                  <a:lnTo>
                    <a:pt x="4063192" y="734579"/>
                  </a:lnTo>
                  <a:lnTo>
                    <a:pt x="4063301" y="734579"/>
                  </a:lnTo>
                  <a:lnTo>
                    <a:pt x="4063409" y="734579"/>
                  </a:lnTo>
                  <a:lnTo>
                    <a:pt x="4063409" y="733956"/>
                  </a:lnTo>
                  <a:lnTo>
                    <a:pt x="4063518" y="733956"/>
                  </a:lnTo>
                  <a:lnTo>
                    <a:pt x="4063626" y="733956"/>
                  </a:lnTo>
                  <a:lnTo>
                    <a:pt x="4063735" y="733956"/>
                  </a:lnTo>
                  <a:lnTo>
                    <a:pt x="4063843" y="733956"/>
                  </a:lnTo>
                  <a:lnTo>
                    <a:pt x="4063952" y="733956"/>
                  </a:lnTo>
                  <a:lnTo>
                    <a:pt x="4064060" y="733956"/>
                  </a:lnTo>
                  <a:lnTo>
                    <a:pt x="4064168" y="733956"/>
                  </a:lnTo>
                  <a:lnTo>
                    <a:pt x="4064277" y="733956"/>
                  </a:lnTo>
                  <a:lnTo>
                    <a:pt x="4064385" y="733956"/>
                  </a:lnTo>
                  <a:lnTo>
                    <a:pt x="4064494" y="733956"/>
                  </a:lnTo>
                  <a:lnTo>
                    <a:pt x="4064602" y="733956"/>
                  </a:lnTo>
                  <a:lnTo>
                    <a:pt x="4064711" y="733956"/>
                  </a:lnTo>
                  <a:lnTo>
                    <a:pt x="4064819" y="733956"/>
                  </a:lnTo>
                  <a:lnTo>
                    <a:pt x="4064928" y="733956"/>
                  </a:lnTo>
                  <a:lnTo>
                    <a:pt x="4065036" y="733956"/>
                  </a:lnTo>
                  <a:lnTo>
                    <a:pt x="4065036" y="733332"/>
                  </a:lnTo>
                  <a:lnTo>
                    <a:pt x="4065144" y="733332"/>
                  </a:lnTo>
                  <a:lnTo>
                    <a:pt x="4065253" y="733332"/>
                  </a:lnTo>
                  <a:lnTo>
                    <a:pt x="4065361" y="733332"/>
                  </a:lnTo>
                  <a:lnTo>
                    <a:pt x="4065470" y="733332"/>
                  </a:lnTo>
                  <a:lnTo>
                    <a:pt x="4065578" y="733332"/>
                  </a:lnTo>
                  <a:lnTo>
                    <a:pt x="4065578" y="732709"/>
                  </a:lnTo>
                  <a:lnTo>
                    <a:pt x="4065687" y="732709"/>
                  </a:lnTo>
                  <a:lnTo>
                    <a:pt x="4065795" y="732709"/>
                  </a:lnTo>
                  <a:lnTo>
                    <a:pt x="4065904" y="732709"/>
                  </a:lnTo>
                  <a:lnTo>
                    <a:pt x="4066012" y="732709"/>
                  </a:lnTo>
                  <a:lnTo>
                    <a:pt x="4066120" y="732709"/>
                  </a:lnTo>
                  <a:lnTo>
                    <a:pt x="4066229" y="732709"/>
                  </a:lnTo>
                  <a:lnTo>
                    <a:pt x="4066337" y="732709"/>
                  </a:lnTo>
                  <a:lnTo>
                    <a:pt x="4066446" y="732709"/>
                  </a:lnTo>
                  <a:lnTo>
                    <a:pt x="4066554" y="732709"/>
                  </a:lnTo>
                  <a:lnTo>
                    <a:pt x="4066663" y="732709"/>
                  </a:lnTo>
                  <a:lnTo>
                    <a:pt x="4066771" y="732709"/>
                  </a:lnTo>
                  <a:lnTo>
                    <a:pt x="4066880" y="732709"/>
                  </a:lnTo>
                  <a:lnTo>
                    <a:pt x="4066988" y="732709"/>
                  </a:lnTo>
                  <a:lnTo>
                    <a:pt x="4067096" y="732709"/>
                  </a:lnTo>
                  <a:lnTo>
                    <a:pt x="4067205" y="732709"/>
                  </a:lnTo>
                  <a:lnTo>
                    <a:pt x="4067313" y="732709"/>
                  </a:lnTo>
                  <a:lnTo>
                    <a:pt x="4067422" y="732709"/>
                  </a:lnTo>
                  <a:lnTo>
                    <a:pt x="4067530" y="732709"/>
                  </a:lnTo>
                  <a:lnTo>
                    <a:pt x="4067639" y="732709"/>
                  </a:lnTo>
                  <a:lnTo>
                    <a:pt x="4067747" y="732709"/>
                  </a:lnTo>
                  <a:lnTo>
                    <a:pt x="4067747" y="732085"/>
                  </a:lnTo>
                  <a:lnTo>
                    <a:pt x="4067856" y="732085"/>
                  </a:lnTo>
                  <a:lnTo>
                    <a:pt x="4067964" y="732085"/>
                  </a:lnTo>
                  <a:lnTo>
                    <a:pt x="4068073" y="732085"/>
                  </a:lnTo>
                  <a:lnTo>
                    <a:pt x="4068181" y="732085"/>
                  </a:lnTo>
                  <a:lnTo>
                    <a:pt x="4068289" y="732085"/>
                  </a:lnTo>
                  <a:lnTo>
                    <a:pt x="4068398" y="732085"/>
                  </a:lnTo>
                  <a:lnTo>
                    <a:pt x="4068506" y="732085"/>
                  </a:lnTo>
                  <a:lnTo>
                    <a:pt x="4068615" y="732085"/>
                  </a:lnTo>
                  <a:lnTo>
                    <a:pt x="4068723" y="732085"/>
                  </a:lnTo>
                  <a:lnTo>
                    <a:pt x="4068832" y="732085"/>
                  </a:lnTo>
                  <a:lnTo>
                    <a:pt x="4068940" y="732085"/>
                  </a:lnTo>
                  <a:lnTo>
                    <a:pt x="4069049" y="732085"/>
                  </a:lnTo>
                  <a:lnTo>
                    <a:pt x="4069157" y="732085"/>
                  </a:lnTo>
                  <a:lnTo>
                    <a:pt x="4069265" y="732085"/>
                  </a:lnTo>
                  <a:lnTo>
                    <a:pt x="4069374" y="732085"/>
                  </a:lnTo>
                  <a:lnTo>
                    <a:pt x="4069482" y="732085"/>
                  </a:lnTo>
                  <a:lnTo>
                    <a:pt x="4069591" y="732085"/>
                  </a:lnTo>
                  <a:lnTo>
                    <a:pt x="4069591" y="731462"/>
                  </a:lnTo>
                  <a:lnTo>
                    <a:pt x="4069699" y="731462"/>
                  </a:lnTo>
                  <a:lnTo>
                    <a:pt x="4069808" y="731462"/>
                  </a:lnTo>
                  <a:lnTo>
                    <a:pt x="4069808" y="730838"/>
                  </a:lnTo>
                  <a:lnTo>
                    <a:pt x="4069916" y="730838"/>
                  </a:lnTo>
                  <a:lnTo>
                    <a:pt x="4070025" y="730838"/>
                  </a:lnTo>
                  <a:lnTo>
                    <a:pt x="4070133" y="730838"/>
                  </a:lnTo>
                  <a:lnTo>
                    <a:pt x="4070241" y="730838"/>
                  </a:lnTo>
                  <a:lnTo>
                    <a:pt x="4070350" y="730838"/>
                  </a:lnTo>
                  <a:lnTo>
                    <a:pt x="4070458" y="730838"/>
                  </a:lnTo>
                  <a:lnTo>
                    <a:pt x="4070458" y="730214"/>
                  </a:lnTo>
                  <a:lnTo>
                    <a:pt x="4070567" y="730214"/>
                  </a:lnTo>
                  <a:lnTo>
                    <a:pt x="4070675" y="730214"/>
                  </a:lnTo>
                  <a:lnTo>
                    <a:pt x="4070784" y="730214"/>
                  </a:lnTo>
                  <a:lnTo>
                    <a:pt x="4070892" y="730214"/>
                  </a:lnTo>
                  <a:lnTo>
                    <a:pt x="4071001" y="730214"/>
                  </a:lnTo>
                  <a:lnTo>
                    <a:pt x="4071109" y="730214"/>
                  </a:lnTo>
                  <a:lnTo>
                    <a:pt x="4071217" y="730214"/>
                  </a:lnTo>
                  <a:lnTo>
                    <a:pt x="4071326" y="730214"/>
                  </a:lnTo>
                  <a:lnTo>
                    <a:pt x="4071434" y="730214"/>
                  </a:lnTo>
                  <a:lnTo>
                    <a:pt x="4071434" y="729591"/>
                  </a:lnTo>
                  <a:lnTo>
                    <a:pt x="4071434" y="728967"/>
                  </a:lnTo>
                  <a:lnTo>
                    <a:pt x="4071543" y="728967"/>
                  </a:lnTo>
                  <a:lnTo>
                    <a:pt x="4071651" y="728967"/>
                  </a:lnTo>
                  <a:lnTo>
                    <a:pt x="4071651" y="728344"/>
                  </a:lnTo>
                  <a:lnTo>
                    <a:pt x="4071760" y="728344"/>
                  </a:lnTo>
                  <a:lnTo>
                    <a:pt x="4071868" y="728344"/>
                  </a:lnTo>
                  <a:lnTo>
                    <a:pt x="4071977" y="728344"/>
                  </a:lnTo>
                  <a:lnTo>
                    <a:pt x="4072085" y="728344"/>
                  </a:lnTo>
                  <a:lnTo>
                    <a:pt x="4072194" y="728344"/>
                  </a:lnTo>
                  <a:lnTo>
                    <a:pt x="4072302" y="728344"/>
                  </a:lnTo>
                  <a:lnTo>
                    <a:pt x="4072410" y="728344"/>
                  </a:lnTo>
                  <a:lnTo>
                    <a:pt x="4072410" y="727720"/>
                  </a:lnTo>
                  <a:lnTo>
                    <a:pt x="4072519" y="727720"/>
                  </a:lnTo>
                  <a:lnTo>
                    <a:pt x="4072519" y="727096"/>
                  </a:lnTo>
                  <a:lnTo>
                    <a:pt x="4072627" y="727096"/>
                  </a:lnTo>
                  <a:lnTo>
                    <a:pt x="4072736" y="727096"/>
                  </a:lnTo>
                  <a:lnTo>
                    <a:pt x="4072844" y="727096"/>
                  </a:lnTo>
                  <a:lnTo>
                    <a:pt x="4072953" y="727096"/>
                  </a:lnTo>
                  <a:lnTo>
                    <a:pt x="4073061" y="727096"/>
                  </a:lnTo>
                  <a:lnTo>
                    <a:pt x="4073170" y="727096"/>
                  </a:lnTo>
                  <a:lnTo>
                    <a:pt x="4073278" y="727096"/>
                  </a:lnTo>
                  <a:lnTo>
                    <a:pt x="4073386" y="727096"/>
                  </a:lnTo>
                  <a:lnTo>
                    <a:pt x="4073495" y="727096"/>
                  </a:lnTo>
                  <a:lnTo>
                    <a:pt x="4073603" y="727096"/>
                  </a:lnTo>
                  <a:lnTo>
                    <a:pt x="4073712" y="727096"/>
                  </a:lnTo>
                  <a:lnTo>
                    <a:pt x="4073820" y="727096"/>
                  </a:lnTo>
                  <a:lnTo>
                    <a:pt x="4073820" y="726473"/>
                  </a:lnTo>
                  <a:lnTo>
                    <a:pt x="4073929" y="726473"/>
                  </a:lnTo>
                  <a:lnTo>
                    <a:pt x="4074037" y="726473"/>
                  </a:lnTo>
                  <a:lnTo>
                    <a:pt x="4074146" y="726473"/>
                  </a:lnTo>
                  <a:lnTo>
                    <a:pt x="4074254" y="726473"/>
                  </a:lnTo>
                  <a:lnTo>
                    <a:pt x="4074362" y="726473"/>
                  </a:lnTo>
                  <a:lnTo>
                    <a:pt x="4074471" y="726473"/>
                  </a:lnTo>
                  <a:lnTo>
                    <a:pt x="4074579" y="726473"/>
                  </a:lnTo>
                  <a:lnTo>
                    <a:pt x="4074688" y="726473"/>
                  </a:lnTo>
                  <a:lnTo>
                    <a:pt x="4074796" y="726473"/>
                  </a:lnTo>
                  <a:lnTo>
                    <a:pt x="4074905" y="726473"/>
                  </a:lnTo>
                  <a:lnTo>
                    <a:pt x="4075013" y="726473"/>
                  </a:lnTo>
                  <a:lnTo>
                    <a:pt x="4075122" y="726473"/>
                  </a:lnTo>
                  <a:lnTo>
                    <a:pt x="4075230" y="726473"/>
                  </a:lnTo>
                  <a:lnTo>
                    <a:pt x="4075338" y="726473"/>
                  </a:lnTo>
                  <a:lnTo>
                    <a:pt x="4075447" y="726473"/>
                  </a:lnTo>
                  <a:lnTo>
                    <a:pt x="4075555" y="726473"/>
                  </a:lnTo>
                  <a:lnTo>
                    <a:pt x="4075664" y="726473"/>
                  </a:lnTo>
                  <a:lnTo>
                    <a:pt x="4075772" y="726473"/>
                  </a:lnTo>
                  <a:lnTo>
                    <a:pt x="4075881" y="726473"/>
                  </a:lnTo>
                  <a:lnTo>
                    <a:pt x="4075989" y="726473"/>
                  </a:lnTo>
                  <a:lnTo>
                    <a:pt x="4076098" y="726473"/>
                  </a:lnTo>
                  <a:lnTo>
                    <a:pt x="4076206" y="726473"/>
                  </a:lnTo>
                  <a:lnTo>
                    <a:pt x="4076206" y="725849"/>
                  </a:lnTo>
                  <a:lnTo>
                    <a:pt x="4076315" y="725849"/>
                  </a:lnTo>
                  <a:lnTo>
                    <a:pt x="4076423" y="725849"/>
                  </a:lnTo>
                  <a:lnTo>
                    <a:pt x="4076531" y="725849"/>
                  </a:lnTo>
                  <a:lnTo>
                    <a:pt x="4076640" y="725849"/>
                  </a:lnTo>
                  <a:lnTo>
                    <a:pt x="4076748" y="725849"/>
                  </a:lnTo>
                  <a:lnTo>
                    <a:pt x="4076857" y="725849"/>
                  </a:lnTo>
                  <a:lnTo>
                    <a:pt x="4076965" y="725849"/>
                  </a:lnTo>
                  <a:lnTo>
                    <a:pt x="4077074" y="725849"/>
                  </a:lnTo>
                  <a:lnTo>
                    <a:pt x="4077182" y="725849"/>
                  </a:lnTo>
                  <a:lnTo>
                    <a:pt x="4077291" y="725849"/>
                  </a:lnTo>
                  <a:lnTo>
                    <a:pt x="4077399" y="725849"/>
                  </a:lnTo>
                  <a:lnTo>
                    <a:pt x="4077507" y="725849"/>
                  </a:lnTo>
                  <a:lnTo>
                    <a:pt x="4077616" y="725849"/>
                  </a:lnTo>
                  <a:lnTo>
                    <a:pt x="4077724" y="725849"/>
                  </a:lnTo>
                  <a:lnTo>
                    <a:pt x="4077833" y="725849"/>
                  </a:lnTo>
                  <a:lnTo>
                    <a:pt x="4077941" y="725849"/>
                  </a:lnTo>
                  <a:lnTo>
                    <a:pt x="4078050" y="725849"/>
                  </a:lnTo>
                  <a:lnTo>
                    <a:pt x="4078158" y="725849"/>
                  </a:lnTo>
                  <a:lnTo>
                    <a:pt x="4078267" y="725849"/>
                  </a:lnTo>
                  <a:lnTo>
                    <a:pt x="4078267" y="725226"/>
                  </a:lnTo>
                  <a:lnTo>
                    <a:pt x="4078375" y="725226"/>
                  </a:lnTo>
                  <a:lnTo>
                    <a:pt x="4078483" y="725226"/>
                  </a:lnTo>
                  <a:lnTo>
                    <a:pt x="4078592" y="725226"/>
                  </a:lnTo>
                  <a:lnTo>
                    <a:pt x="4078592" y="724602"/>
                  </a:lnTo>
                  <a:lnTo>
                    <a:pt x="4078700" y="724602"/>
                  </a:lnTo>
                  <a:lnTo>
                    <a:pt x="4078809" y="724602"/>
                  </a:lnTo>
                  <a:lnTo>
                    <a:pt x="4078917" y="724602"/>
                  </a:lnTo>
                  <a:lnTo>
                    <a:pt x="4079026" y="724602"/>
                  </a:lnTo>
                  <a:lnTo>
                    <a:pt x="4079134" y="724602"/>
                  </a:lnTo>
                  <a:lnTo>
                    <a:pt x="4079243" y="724602"/>
                  </a:lnTo>
                  <a:lnTo>
                    <a:pt x="4079351" y="724602"/>
                  </a:lnTo>
                  <a:lnTo>
                    <a:pt x="4079459" y="724602"/>
                  </a:lnTo>
                  <a:lnTo>
                    <a:pt x="4079568" y="724602"/>
                  </a:lnTo>
                  <a:lnTo>
                    <a:pt x="4079568" y="723979"/>
                  </a:lnTo>
                  <a:lnTo>
                    <a:pt x="4079676" y="723979"/>
                  </a:lnTo>
                  <a:lnTo>
                    <a:pt x="4079785" y="723979"/>
                  </a:lnTo>
                  <a:lnTo>
                    <a:pt x="4079893" y="723979"/>
                  </a:lnTo>
                  <a:lnTo>
                    <a:pt x="4080002" y="723979"/>
                  </a:lnTo>
                  <a:lnTo>
                    <a:pt x="4080110" y="723979"/>
                  </a:lnTo>
                  <a:lnTo>
                    <a:pt x="4080110" y="723355"/>
                  </a:lnTo>
                  <a:lnTo>
                    <a:pt x="4080219" y="723355"/>
                  </a:lnTo>
                  <a:lnTo>
                    <a:pt x="4080327" y="723355"/>
                  </a:lnTo>
                  <a:lnTo>
                    <a:pt x="4080436" y="723355"/>
                  </a:lnTo>
                  <a:lnTo>
                    <a:pt x="4080544" y="723355"/>
                  </a:lnTo>
                  <a:lnTo>
                    <a:pt x="4080544" y="722731"/>
                  </a:lnTo>
                  <a:lnTo>
                    <a:pt x="4080652" y="722731"/>
                  </a:lnTo>
                  <a:lnTo>
                    <a:pt x="4080652" y="722108"/>
                  </a:lnTo>
                  <a:lnTo>
                    <a:pt x="4080761" y="722108"/>
                  </a:lnTo>
                  <a:lnTo>
                    <a:pt x="4080869" y="722108"/>
                  </a:lnTo>
                  <a:lnTo>
                    <a:pt x="4080978" y="722108"/>
                  </a:lnTo>
                  <a:lnTo>
                    <a:pt x="4081086" y="722108"/>
                  </a:lnTo>
                  <a:lnTo>
                    <a:pt x="4081195" y="722108"/>
                  </a:lnTo>
                  <a:lnTo>
                    <a:pt x="4081303" y="722108"/>
                  </a:lnTo>
                  <a:lnTo>
                    <a:pt x="4081303" y="721484"/>
                  </a:lnTo>
                  <a:lnTo>
                    <a:pt x="4081412" y="721484"/>
                  </a:lnTo>
                  <a:lnTo>
                    <a:pt x="4081520" y="721484"/>
                  </a:lnTo>
                  <a:lnTo>
                    <a:pt x="4081628" y="721484"/>
                  </a:lnTo>
                  <a:lnTo>
                    <a:pt x="4081737" y="721484"/>
                  </a:lnTo>
                  <a:lnTo>
                    <a:pt x="4081845" y="721484"/>
                  </a:lnTo>
                  <a:lnTo>
                    <a:pt x="4081954" y="721484"/>
                  </a:lnTo>
                  <a:lnTo>
                    <a:pt x="4082062" y="721484"/>
                  </a:lnTo>
                  <a:lnTo>
                    <a:pt x="4082171" y="721484"/>
                  </a:lnTo>
                  <a:lnTo>
                    <a:pt x="4082279" y="721484"/>
                  </a:lnTo>
                  <a:lnTo>
                    <a:pt x="4082388" y="721484"/>
                  </a:lnTo>
                  <a:lnTo>
                    <a:pt x="4082496" y="721484"/>
                  </a:lnTo>
                  <a:lnTo>
                    <a:pt x="4082604" y="721484"/>
                  </a:lnTo>
                  <a:lnTo>
                    <a:pt x="4082713" y="721484"/>
                  </a:lnTo>
                  <a:lnTo>
                    <a:pt x="4082821" y="721484"/>
                  </a:lnTo>
                  <a:lnTo>
                    <a:pt x="4082930" y="721484"/>
                  </a:lnTo>
                  <a:lnTo>
                    <a:pt x="4083038" y="721484"/>
                  </a:lnTo>
                  <a:lnTo>
                    <a:pt x="4083147" y="721484"/>
                  </a:lnTo>
                  <a:lnTo>
                    <a:pt x="4083255" y="721484"/>
                  </a:lnTo>
                  <a:lnTo>
                    <a:pt x="4083364" y="721484"/>
                  </a:lnTo>
                  <a:lnTo>
                    <a:pt x="4083472" y="721484"/>
                  </a:lnTo>
                  <a:lnTo>
                    <a:pt x="4083580" y="721484"/>
                  </a:lnTo>
                  <a:lnTo>
                    <a:pt x="4083689" y="721484"/>
                  </a:lnTo>
                  <a:lnTo>
                    <a:pt x="4083797" y="721484"/>
                  </a:lnTo>
                  <a:lnTo>
                    <a:pt x="4083797" y="720861"/>
                  </a:lnTo>
                  <a:lnTo>
                    <a:pt x="4083906" y="720861"/>
                  </a:lnTo>
                  <a:lnTo>
                    <a:pt x="4084014" y="720861"/>
                  </a:lnTo>
                  <a:lnTo>
                    <a:pt x="4084123" y="720861"/>
                  </a:lnTo>
                  <a:lnTo>
                    <a:pt x="4084231" y="720861"/>
                  </a:lnTo>
                  <a:lnTo>
                    <a:pt x="4084340" y="720861"/>
                  </a:lnTo>
                  <a:lnTo>
                    <a:pt x="4084448" y="720861"/>
                  </a:lnTo>
                  <a:lnTo>
                    <a:pt x="4084557" y="720861"/>
                  </a:lnTo>
                  <a:lnTo>
                    <a:pt x="4084665" y="720861"/>
                  </a:lnTo>
                  <a:lnTo>
                    <a:pt x="4084773" y="720861"/>
                  </a:lnTo>
                  <a:lnTo>
                    <a:pt x="4084882" y="720861"/>
                  </a:lnTo>
                  <a:lnTo>
                    <a:pt x="4084990" y="720861"/>
                  </a:lnTo>
                  <a:lnTo>
                    <a:pt x="4084990" y="720237"/>
                  </a:lnTo>
                  <a:lnTo>
                    <a:pt x="4085099" y="720237"/>
                  </a:lnTo>
                  <a:lnTo>
                    <a:pt x="4085207" y="720237"/>
                  </a:lnTo>
                  <a:lnTo>
                    <a:pt x="4085316" y="720237"/>
                  </a:lnTo>
                  <a:lnTo>
                    <a:pt x="4085424" y="720237"/>
                  </a:lnTo>
                  <a:lnTo>
                    <a:pt x="4085424" y="719613"/>
                  </a:lnTo>
                  <a:lnTo>
                    <a:pt x="4085533" y="719613"/>
                  </a:lnTo>
                  <a:lnTo>
                    <a:pt x="4085641" y="719613"/>
                  </a:lnTo>
                  <a:lnTo>
                    <a:pt x="4085749" y="719613"/>
                  </a:lnTo>
                  <a:lnTo>
                    <a:pt x="4085749" y="718990"/>
                  </a:lnTo>
                  <a:lnTo>
                    <a:pt x="4085858" y="718990"/>
                  </a:lnTo>
                  <a:lnTo>
                    <a:pt x="4085966" y="718990"/>
                  </a:lnTo>
                  <a:lnTo>
                    <a:pt x="4085966" y="718366"/>
                  </a:lnTo>
                  <a:lnTo>
                    <a:pt x="4086075" y="718366"/>
                  </a:lnTo>
                  <a:lnTo>
                    <a:pt x="4086183" y="718366"/>
                  </a:lnTo>
                  <a:lnTo>
                    <a:pt x="4086292" y="718366"/>
                  </a:lnTo>
                  <a:lnTo>
                    <a:pt x="4086400" y="718366"/>
                  </a:lnTo>
                  <a:lnTo>
                    <a:pt x="4086509" y="718366"/>
                  </a:lnTo>
                  <a:lnTo>
                    <a:pt x="4086617" y="718366"/>
                  </a:lnTo>
                  <a:lnTo>
                    <a:pt x="4086725" y="718366"/>
                  </a:lnTo>
                  <a:lnTo>
                    <a:pt x="4086834" y="718366"/>
                  </a:lnTo>
                  <a:lnTo>
                    <a:pt x="4086942" y="718366"/>
                  </a:lnTo>
                  <a:lnTo>
                    <a:pt x="4087051" y="718366"/>
                  </a:lnTo>
                  <a:lnTo>
                    <a:pt x="4087051" y="717743"/>
                  </a:lnTo>
                  <a:lnTo>
                    <a:pt x="4087159" y="717743"/>
                  </a:lnTo>
                  <a:lnTo>
                    <a:pt x="4087268" y="717743"/>
                  </a:lnTo>
                  <a:lnTo>
                    <a:pt x="4087376" y="717743"/>
                  </a:lnTo>
                  <a:lnTo>
                    <a:pt x="4087485" y="717743"/>
                  </a:lnTo>
                  <a:lnTo>
                    <a:pt x="4087593" y="717743"/>
                  </a:lnTo>
                  <a:lnTo>
                    <a:pt x="4087701" y="717743"/>
                  </a:lnTo>
                  <a:lnTo>
                    <a:pt x="4087810" y="717743"/>
                  </a:lnTo>
                  <a:lnTo>
                    <a:pt x="4087918" y="717743"/>
                  </a:lnTo>
                  <a:lnTo>
                    <a:pt x="4087918" y="717119"/>
                  </a:lnTo>
                  <a:lnTo>
                    <a:pt x="4088027" y="717119"/>
                  </a:lnTo>
                  <a:lnTo>
                    <a:pt x="4088135" y="717119"/>
                  </a:lnTo>
                  <a:lnTo>
                    <a:pt x="4088244" y="717119"/>
                  </a:lnTo>
                  <a:lnTo>
                    <a:pt x="4088352" y="717119"/>
                  </a:lnTo>
                  <a:lnTo>
                    <a:pt x="4088461" y="717119"/>
                  </a:lnTo>
                  <a:lnTo>
                    <a:pt x="4088569" y="717119"/>
                  </a:lnTo>
                  <a:lnTo>
                    <a:pt x="4088677" y="717119"/>
                  </a:lnTo>
                  <a:lnTo>
                    <a:pt x="4088786" y="717119"/>
                  </a:lnTo>
                  <a:lnTo>
                    <a:pt x="4088894" y="717119"/>
                  </a:lnTo>
                  <a:lnTo>
                    <a:pt x="4089003" y="717119"/>
                  </a:lnTo>
                  <a:lnTo>
                    <a:pt x="4089111" y="717119"/>
                  </a:lnTo>
                  <a:lnTo>
                    <a:pt x="4089220" y="717119"/>
                  </a:lnTo>
                  <a:lnTo>
                    <a:pt x="4089328" y="717119"/>
                  </a:lnTo>
                  <a:lnTo>
                    <a:pt x="4089437" y="717119"/>
                  </a:lnTo>
                  <a:lnTo>
                    <a:pt x="4089545" y="717119"/>
                  </a:lnTo>
                  <a:lnTo>
                    <a:pt x="4089545" y="716496"/>
                  </a:lnTo>
                  <a:lnTo>
                    <a:pt x="4089545" y="715872"/>
                  </a:lnTo>
                  <a:lnTo>
                    <a:pt x="4089654" y="715872"/>
                  </a:lnTo>
                  <a:lnTo>
                    <a:pt x="4089762" y="715872"/>
                  </a:lnTo>
                  <a:lnTo>
                    <a:pt x="4089870" y="715872"/>
                  </a:lnTo>
                  <a:lnTo>
                    <a:pt x="4089979" y="715872"/>
                  </a:lnTo>
                  <a:lnTo>
                    <a:pt x="4090087" y="715872"/>
                  </a:lnTo>
                  <a:lnTo>
                    <a:pt x="4090196" y="715872"/>
                  </a:lnTo>
                  <a:lnTo>
                    <a:pt x="4090196" y="715248"/>
                  </a:lnTo>
                  <a:lnTo>
                    <a:pt x="4090304" y="715248"/>
                  </a:lnTo>
                  <a:lnTo>
                    <a:pt x="4090413" y="715248"/>
                  </a:lnTo>
                  <a:lnTo>
                    <a:pt x="4090521" y="715248"/>
                  </a:lnTo>
                  <a:lnTo>
                    <a:pt x="4090630" y="715248"/>
                  </a:lnTo>
                  <a:lnTo>
                    <a:pt x="4090738" y="715248"/>
                  </a:lnTo>
                  <a:lnTo>
                    <a:pt x="4090846" y="715248"/>
                  </a:lnTo>
                  <a:lnTo>
                    <a:pt x="4090955" y="715248"/>
                  </a:lnTo>
                  <a:lnTo>
                    <a:pt x="4091063" y="715248"/>
                  </a:lnTo>
                  <a:lnTo>
                    <a:pt x="4091172" y="715248"/>
                  </a:lnTo>
                  <a:lnTo>
                    <a:pt x="4091280" y="715248"/>
                  </a:lnTo>
                  <a:lnTo>
                    <a:pt x="4091389" y="715248"/>
                  </a:lnTo>
                  <a:lnTo>
                    <a:pt x="4091497" y="715248"/>
                  </a:lnTo>
                  <a:lnTo>
                    <a:pt x="4091497" y="714625"/>
                  </a:lnTo>
                  <a:lnTo>
                    <a:pt x="4091606" y="714625"/>
                  </a:lnTo>
                  <a:lnTo>
                    <a:pt x="4091714" y="714625"/>
                  </a:lnTo>
                  <a:lnTo>
                    <a:pt x="4091822" y="714625"/>
                  </a:lnTo>
                  <a:lnTo>
                    <a:pt x="4091822" y="714001"/>
                  </a:lnTo>
                  <a:lnTo>
                    <a:pt x="4091931" y="714001"/>
                  </a:lnTo>
                  <a:lnTo>
                    <a:pt x="4091931" y="713378"/>
                  </a:lnTo>
                  <a:lnTo>
                    <a:pt x="4092039" y="713378"/>
                  </a:lnTo>
                  <a:lnTo>
                    <a:pt x="4092148" y="713378"/>
                  </a:lnTo>
                  <a:lnTo>
                    <a:pt x="4092256" y="713378"/>
                  </a:lnTo>
                  <a:lnTo>
                    <a:pt x="4092365" y="713378"/>
                  </a:lnTo>
                  <a:lnTo>
                    <a:pt x="4092473" y="713378"/>
                  </a:lnTo>
                  <a:lnTo>
                    <a:pt x="4092582" y="713378"/>
                  </a:lnTo>
                  <a:lnTo>
                    <a:pt x="4092690" y="713378"/>
                  </a:lnTo>
                  <a:lnTo>
                    <a:pt x="4092798" y="713378"/>
                  </a:lnTo>
                  <a:lnTo>
                    <a:pt x="4092907" y="713378"/>
                  </a:lnTo>
                  <a:lnTo>
                    <a:pt x="4093015" y="713378"/>
                  </a:lnTo>
                  <a:lnTo>
                    <a:pt x="4093124" y="713378"/>
                  </a:lnTo>
                  <a:lnTo>
                    <a:pt x="4093232" y="713378"/>
                  </a:lnTo>
                  <a:lnTo>
                    <a:pt x="4093341" y="713378"/>
                  </a:lnTo>
                  <a:lnTo>
                    <a:pt x="4093449" y="713378"/>
                  </a:lnTo>
                  <a:lnTo>
                    <a:pt x="4093558" y="713378"/>
                  </a:lnTo>
                  <a:lnTo>
                    <a:pt x="4093666" y="713378"/>
                  </a:lnTo>
                  <a:lnTo>
                    <a:pt x="4093775" y="713378"/>
                  </a:lnTo>
                  <a:lnTo>
                    <a:pt x="4093883" y="713378"/>
                  </a:lnTo>
                  <a:lnTo>
                    <a:pt x="4093991" y="713378"/>
                  </a:lnTo>
                  <a:lnTo>
                    <a:pt x="4094100" y="713378"/>
                  </a:lnTo>
                  <a:lnTo>
                    <a:pt x="4094208" y="713378"/>
                  </a:lnTo>
                  <a:lnTo>
                    <a:pt x="4094317" y="713378"/>
                  </a:lnTo>
                  <a:lnTo>
                    <a:pt x="4094425" y="713378"/>
                  </a:lnTo>
                  <a:lnTo>
                    <a:pt x="4094534" y="713378"/>
                  </a:lnTo>
                  <a:lnTo>
                    <a:pt x="4094642" y="713378"/>
                  </a:lnTo>
                  <a:lnTo>
                    <a:pt x="4094751" y="713378"/>
                  </a:lnTo>
                  <a:lnTo>
                    <a:pt x="4094859" y="713378"/>
                  </a:lnTo>
                  <a:lnTo>
                    <a:pt x="4094859" y="712754"/>
                  </a:lnTo>
                  <a:lnTo>
                    <a:pt x="4094859" y="712131"/>
                  </a:lnTo>
                  <a:lnTo>
                    <a:pt x="4094967" y="712131"/>
                  </a:lnTo>
                  <a:lnTo>
                    <a:pt x="4094967" y="711507"/>
                  </a:lnTo>
                  <a:lnTo>
                    <a:pt x="4095076" y="711507"/>
                  </a:lnTo>
                  <a:lnTo>
                    <a:pt x="4095184" y="711507"/>
                  </a:lnTo>
                  <a:lnTo>
                    <a:pt x="4095293" y="711507"/>
                  </a:lnTo>
                  <a:lnTo>
                    <a:pt x="4095401" y="711507"/>
                  </a:lnTo>
                  <a:lnTo>
                    <a:pt x="4095510" y="711507"/>
                  </a:lnTo>
                  <a:lnTo>
                    <a:pt x="4095618" y="711507"/>
                  </a:lnTo>
                  <a:lnTo>
                    <a:pt x="4095727" y="711507"/>
                  </a:lnTo>
                  <a:lnTo>
                    <a:pt x="4095835" y="711507"/>
                  </a:lnTo>
                  <a:lnTo>
                    <a:pt x="4095943" y="711507"/>
                  </a:lnTo>
                  <a:lnTo>
                    <a:pt x="4096052" y="711507"/>
                  </a:lnTo>
                  <a:lnTo>
                    <a:pt x="4096160" y="711507"/>
                  </a:lnTo>
                  <a:lnTo>
                    <a:pt x="4096269" y="711507"/>
                  </a:lnTo>
                  <a:lnTo>
                    <a:pt x="4096377" y="711507"/>
                  </a:lnTo>
                  <a:lnTo>
                    <a:pt x="4096486" y="711507"/>
                  </a:lnTo>
                  <a:lnTo>
                    <a:pt x="4096594" y="711507"/>
                  </a:lnTo>
                  <a:lnTo>
                    <a:pt x="4096703" y="711507"/>
                  </a:lnTo>
                  <a:lnTo>
                    <a:pt x="4096811" y="711507"/>
                  </a:lnTo>
                  <a:lnTo>
                    <a:pt x="4096919" y="711507"/>
                  </a:lnTo>
                  <a:lnTo>
                    <a:pt x="4097028" y="711507"/>
                  </a:lnTo>
                  <a:lnTo>
                    <a:pt x="4097136" y="711507"/>
                  </a:lnTo>
                  <a:lnTo>
                    <a:pt x="4097245" y="711507"/>
                  </a:lnTo>
                  <a:lnTo>
                    <a:pt x="4097353" y="711507"/>
                  </a:lnTo>
                  <a:lnTo>
                    <a:pt x="4097353" y="710883"/>
                  </a:lnTo>
                  <a:lnTo>
                    <a:pt x="4097462" y="710883"/>
                  </a:lnTo>
                  <a:lnTo>
                    <a:pt x="4097570" y="710883"/>
                  </a:lnTo>
                  <a:lnTo>
                    <a:pt x="4097570" y="710260"/>
                  </a:lnTo>
                  <a:lnTo>
                    <a:pt x="4097679" y="710260"/>
                  </a:lnTo>
                  <a:lnTo>
                    <a:pt x="4097787" y="710260"/>
                  </a:lnTo>
                  <a:lnTo>
                    <a:pt x="4097896" y="710260"/>
                  </a:lnTo>
                  <a:lnTo>
                    <a:pt x="4098004" y="710260"/>
                  </a:lnTo>
                  <a:lnTo>
                    <a:pt x="4098004" y="709636"/>
                  </a:lnTo>
                  <a:lnTo>
                    <a:pt x="4098004" y="709013"/>
                  </a:lnTo>
                  <a:lnTo>
                    <a:pt x="4098112" y="709013"/>
                  </a:lnTo>
                  <a:lnTo>
                    <a:pt x="4098221" y="709013"/>
                  </a:lnTo>
                  <a:lnTo>
                    <a:pt x="4098329" y="709013"/>
                  </a:lnTo>
                  <a:lnTo>
                    <a:pt x="4098438" y="709013"/>
                  </a:lnTo>
                  <a:lnTo>
                    <a:pt x="4098546" y="709013"/>
                  </a:lnTo>
                  <a:lnTo>
                    <a:pt x="4098655" y="709013"/>
                  </a:lnTo>
                  <a:lnTo>
                    <a:pt x="4098763" y="709013"/>
                  </a:lnTo>
                  <a:lnTo>
                    <a:pt x="4098872" y="709013"/>
                  </a:lnTo>
                  <a:lnTo>
                    <a:pt x="4098980" y="709013"/>
                  </a:lnTo>
                  <a:lnTo>
                    <a:pt x="4099088" y="709013"/>
                  </a:lnTo>
                  <a:lnTo>
                    <a:pt x="4099088" y="708389"/>
                  </a:lnTo>
                  <a:lnTo>
                    <a:pt x="4099197" y="708389"/>
                  </a:lnTo>
                  <a:lnTo>
                    <a:pt x="4099305" y="708389"/>
                  </a:lnTo>
                  <a:lnTo>
                    <a:pt x="4099414" y="708389"/>
                  </a:lnTo>
                  <a:lnTo>
                    <a:pt x="4099522" y="708389"/>
                  </a:lnTo>
                  <a:lnTo>
                    <a:pt x="4099522" y="707765"/>
                  </a:lnTo>
                  <a:lnTo>
                    <a:pt x="4099631" y="707765"/>
                  </a:lnTo>
                  <a:lnTo>
                    <a:pt x="4099739" y="707765"/>
                  </a:lnTo>
                  <a:lnTo>
                    <a:pt x="4099848" y="707765"/>
                  </a:lnTo>
                  <a:lnTo>
                    <a:pt x="4099848" y="707142"/>
                  </a:lnTo>
                  <a:lnTo>
                    <a:pt x="4099956" y="707142"/>
                  </a:lnTo>
                  <a:lnTo>
                    <a:pt x="4100064" y="707142"/>
                  </a:lnTo>
                  <a:lnTo>
                    <a:pt x="4100173" y="707142"/>
                  </a:lnTo>
                  <a:lnTo>
                    <a:pt x="4100281" y="707142"/>
                  </a:lnTo>
                  <a:lnTo>
                    <a:pt x="4100281" y="706518"/>
                  </a:lnTo>
                  <a:lnTo>
                    <a:pt x="4100390" y="706518"/>
                  </a:lnTo>
                  <a:lnTo>
                    <a:pt x="4100498" y="706518"/>
                  </a:lnTo>
                  <a:lnTo>
                    <a:pt x="4100607" y="706518"/>
                  </a:lnTo>
                  <a:lnTo>
                    <a:pt x="4100715" y="706518"/>
                  </a:lnTo>
                  <a:lnTo>
                    <a:pt x="4100824" y="706518"/>
                  </a:lnTo>
                  <a:lnTo>
                    <a:pt x="4100932" y="706518"/>
                  </a:lnTo>
                  <a:lnTo>
                    <a:pt x="4101040" y="706518"/>
                  </a:lnTo>
                  <a:lnTo>
                    <a:pt x="4101149" y="706518"/>
                  </a:lnTo>
                  <a:lnTo>
                    <a:pt x="4101257" y="706518"/>
                  </a:lnTo>
                  <a:lnTo>
                    <a:pt x="4101257" y="705895"/>
                  </a:lnTo>
                  <a:lnTo>
                    <a:pt x="4101366" y="705895"/>
                  </a:lnTo>
                  <a:lnTo>
                    <a:pt x="4101366" y="705271"/>
                  </a:lnTo>
                  <a:lnTo>
                    <a:pt x="4101474" y="705271"/>
                  </a:lnTo>
                  <a:lnTo>
                    <a:pt x="4101583" y="705271"/>
                  </a:lnTo>
                  <a:lnTo>
                    <a:pt x="4101691" y="705271"/>
                  </a:lnTo>
                  <a:lnTo>
                    <a:pt x="4101800" y="705271"/>
                  </a:lnTo>
                  <a:lnTo>
                    <a:pt x="4101908" y="705271"/>
                  </a:lnTo>
                  <a:lnTo>
                    <a:pt x="4102017" y="705271"/>
                  </a:lnTo>
                  <a:lnTo>
                    <a:pt x="4102125" y="705271"/>
                  </a:lnTo>
                  <a:lnTo>
                    <a:pt x="4102233" y="705271"/>
                  </a:lnTo>
                  <a:lnTo>
                    <a:pt x="4102342" y="705271"/>
                  </a:lnTo>
                  <a:lnTo>
                    <a:pt x="4102450" y="705271"/>
                  </a:lnTo>
                  <a:lnTo>
                    <a:pt x="4102559" y="705271"/>
                  </a:lnTo>
                  <a:lnTo>
                    <a:pt x="4102667" y="705271"/>
                  </a:lnTo>
                  <a:lnTo>
                    <a:pt x="4102776" y="705271"/>
                  </a:lnTo>
                  <a:lnTo>
                    <a:pt x="4102884" y="705271"/>
                  </a:lnTo>
                  <a:lnTo>
                    <a:pt x="4102884" y="704648"/>
                  </a:lnTo>
                  <a:lnTo>
                    <a:pt x="4102884" y="704024"/>
                  </a:lnTo>
                  <a:lnTo>
                    <a:pt x="4102993" y="704024"/>
                  </a:lnTo>
                  <a:lnTo>
                    <a:pt x="4103101" y="704024"/>
                  </a:lnTo>
                  <a:lnTo>
                    <a:pt x="4103209" y="704024"/>
                  </a:lnTo>
                  <a:lnTo>
                    <a:pt x="4103318" y="704024"/>
                  </a:lnTo>
                  <a:lnTo>
                    <a:pt x="4103426" y="704024"/>
                  </a:lnTo>
                  <a:lnTo>
                    <a:pt x="4103535" y="704024"/>
                  </a:lnTo>
                  <a:lnTo>
                    <a:pt x="4103643" y="704024"/>
                  </a:lnTo>
                  <a:lnTo>
                    <a:pt x="4103752" y="704024"/>
                  </a:lnTo>
                  <a:lnTo>
                    <a:pt x="4103860" y="704024"/>
                  </a:lnTo>
                  <a:lnTo>
                    <a:pt x="4103969" y="704024"/>
                  </a:lnTo>
                  <a:lnTo>
                    <a:pt x="4104077" y="704024"/>
                  </a:lnTo>
                  <a:lnTo>
                    <a:pt x="4104185" y="704024"/>
                  </a:lnTo>
                  <a:lnTo>
                    <a:pt x="4104294" y="704024"/>
                  </a:lnTo>
                  <a:lnTo>
                    <a:pt x="4104402" y="704024"/>
                  </a:lnTo>
                  <a:lnTo>
                    <a:pt x="4104511" y="704024"/>
                  </a:lnTo>
                  <a:lnTo>
                    <a:pt x="4104619" y="704024"/>
                  </a:lnTo>
                  <a:lnTo>
                    <a:pt x="4104728" y="704024"/>
                  </a:lnTo>
                  <a:lnTo>
                    <a:pt x="4104836" y="704024"/>
                  </a:lnTo>
                  <a:lnTo>
                    <a:pt x="4104945" y="704024"/>
                  </a:lnTo>
                  <a:lnTo>
                    <a:pt x="4105053" y="704024"/>
                  </a:lnTo>
                  <a:lnTo>
                    <a:pt x="4105161" y="704024"/>
                  </a:lnTo>
                  <a:lnTo>
                    <a:pt x="4105270" y="704024"/>
                  </a:lnTo>
                  <a:lnTo>
                    <a:pt x="4105378" y="704024"/>
                  </a:lnTo>
                  <a:lnTo>
                    <a:pt x="4105487" y="704024"/>
                  </a:lnTo>
                  <a:lnTo>
                    <a:pt x="4105595" y="704024"/>
                  </a:lnTo>
                  <a:lnTo>
                    <a:pt x="4105704" y="704024"/>
                  </a:lnTo>
                  <a:lnTo>
                    <a:pt x="4105812" y="704024"/>
                  </a:lnTo>
                  <a:lnTo>
                    <a:pt x="4105812" y="703400"/>
                  </a:lnTo>
                  <a:lnTo>
                    <a:pt x="4105921" y="703400"/>
                  </a:lnTo>
                  <a:lnTo>
                    <a:pt x="4106029" y="703400"/>
                  </a:lnTo>
                  <a:lnTo>
                    <a:pt x="4106138" y="703400"/>
                  </a:lnTo>
                  <a:lnTo>
                    <a:pt x="4106246" y="703400"/>
                  </a:lnTo>
                  <a:lnTo>
                    <a:pt x="4106354" y="703400"/>
                  </a:lnTo>
                  <a:lnTo>
                    <a:pt x="4106463" y="703400"/>
                  </a:lnTo>
                  <a:lnTo>
                    <a:pt x="4106463" y="702777"/>
                  </a:lnTo>
                  <a:lnTo>
                    <a:pt x="4106571" y="702777"/>
                  </a:lnTo>
                  <a:lnTo>
                    <a:pt x="4106680" y="702777"/>
                  </a:lnTo>
                  <a:lnTo>
                    <a:pt x="4106788" y="702777"/>
                  </a:lnTo>
                  <a:lnTo>
                    <a:pt x="4106897" y="702777"/>
                  </a:lnTo>
                  <a:lnTo>
                    <a:pt x="4106897" y="702153"/>
                  </a:lnTo>
                  <a:lnTo>
                    <a:pt x="4107005" y="702153"/>
                  </a:lnTo>
                  <a:lnTo>
                    <a:pt x="4107114" y="702153"/>
                  </a:lnTo>
                  <a:lnTo>
                    <a:pt x="4107114" y="701530"/>
                  </a:lnTo>
                  <a:lnTo>
                    <a:pt x="4107222" y="701530"/>
                  </a:lnTo>
                  <a:lnTo>
                    <a:pt x="4107330" y="701530"/>
                  </a:lnTo>
                  <a:lnTo>
                    <a:pt x="4107439" y="701530"/>
                  </a:lnTo>
                  <a:lnTo>
                    <a:pt x="4107547" y="701530"/>
                  </a:lnTo>
                  <a:lnTo>
                    <a:pt x="4107656" y="701530"/>
                  </a:lnTo>
                  <a:lnTo>
                    <a:pt x="4107764" y="701530"/>
                  </a:lnTo>
                  <a:lnTo>
                    <a:pt x="4107873" y="701530"/>
                  </a:lnTo>
                  <a:lnTo>
                    <a:pt x="4107873" y="700906"/>
                  </a:lnTo>
                  <a:lnTo>
                    <a:pt x="4107981" y="700906"/>
                  </a:lnTo>
                  <a:lnTo>
                    <a:pt x="4108090" y="700906"/>
                  </a:lnTo>
                  <a:lnTo>
                    <a:pt x="4108198" y="700906"/>
                  </a:lnTo>
                  <a:lnTo>
                    <a:pt x="4108306" y="700906"/>
                  </a:lnTo>
                  <a:lnTo>
                    <a:pt x="4108415" y="700906"/>
                  </a:lnTo>
                  <a:lnTo>
                    <a:pt x="4108415" y="700282"/>
                  </a:lnTo>
                  <a:lnTo>
                    <a:pt x="4108523" y="700282"/>
                  </a:lnTo>
                  <a:lnTo>
                    <a:pt x="4108632" y="700282"/>
                  </a:lnTo>
                  <a:lnTo>
                    <a:pt x="4108740" y="700282"/>
                  </a:lnTo>
                  <a:lnTo>
                    <a:pt x="4108849" y="700282"/>
                  </a:lnTo>
                  <a:lnTo>
                    <a:pt x="4108957" y="700282"/>
                  </a:lnTo>
                  <a:lnTo>
                    <a:pt x="4109066" y="700282"/>
                  </a:lnTo>
                  <a:lnTo>
                    <a:pt x="4109174" y="700282"/>
                  </a:lnTo>
                  <a:lnTo>
                    <a:pt x="4109282" y="700282"/>
                  </a:lnTo>
                  <a:lnTo>
                    <a:pt x="4109391" y="700282"/>
                  </a:lnTo>
                  <a:lnTo>
                    <a:pt x="4109499" y="700282"/>
                  </a:lnTo>
                  <a:lnTo>
                    <a:pt x="4109608" y="700282"/>
                  </a:lnTo>
                  <a:lnTo>
                    <a:pt x="4109716" y="700282"/>
                  </a:lnTo>
                  <a:lnTo>
                    <a:pt x="4109825" y="700282"/>
                  </a:lnTo>
                  <a:lnTo>
                    <a:pt x="4109933" y="700282"/>
                  </a:lnTo>
                  <a:lnTo>
                    <a:pt x="4110042" y="700282"/>
                  </a:lnTo>
                  <a:lnTo>
                    <a:pt x="4110150" y="700282"/>
                  </a:lnTo>
                  <a:lnTo>
                    <a:pt x="4110150" y="699659"/>
                  </a:lnTo>
                  <a:lnTo>
                    <a:pt x="4110258" y="699659"/>
                  </a:lnTo>
                  <a:lnTo>
                    <a:pt x="4110367" y="699659"/>
                  </a:lnTo>
                  <a:lnTo>
                    <a:pt x="4110475" y="699659"/>
                  </a:lnTo>
                  <a:lnTo>
                    <a:pt x="4110584" y="699659"/>
                  </a:lnTo>
                  <a:lnTo>
                    <a:pt x="4110692" y="699659"/>
                  </a:lnTo>
                  <a:lnTo>
                    <a:pt x="4110801" y="699659"/>
                  </a:lnTo>
                  <a:lnTo>
                    <a:pt x="4110909" y="699659"/>
                  </a:lnTo>
                  <a:lnTo>
                    <a:pt x="4111018" y="699659"/>
                  </a:lnTo>
                  <a:lnTo>
                    <a:pt x="4111018" y="699035"/>
                  </a:lnTo>
                  <a:lnTo>
                    <a:pt x="4111126" y="699035"/>
                  </a:lnTo>
                  <a:lnTo>
                    <a:pt x="4111235" y="699035"/>
                  </a:lnTo>
                  <a:lnTo>
                    <a:pt x="4111343" y="699035"/>
                  </a:lnTo>
                  <a:lnTo>
                    <a:pt x="4111451" y="699035"/>
                  </a:lnTo>
                  <a:lnTo>
                    <a:pt x="4111560" y="699035"/>
                  </a:lnTo>
                  <a:lnTo>
                    <a:pt x="4111668" y="699035"/>
                  </a:lnTo>
                  <a:lnTo>
                    <a:pt x="4111777" y="699035"/>
                  </a:lnTo>
                  <a:lnTo>
                    <a:pt x="4111885" y="699035"/>
                  </a:lnTo>
                  <a:lnTo>
                    <a:pt x="4111994" y="699035"/>
                  </a:lnTo>
                  <a:lnTo>
                    <a:pt x="4112102" y="699035"/>
                  </a:lnTo>
                  <a:lnTo>
                    <a:pt x="4112211" y="699035"/>
                  </a:lnTo>
                  <a:lnTo>
                    <a:pt x="4112319" y="699035"/>
                  </a:lnTo>
                  <a:lnTo>
                    <a:pt x="4112427" y="699035"/>
                  </a:lnTo>
                  <a:lnTo>
                    <a:pt x="4112536" y="699035"/>
                  </a:lnTo>
                  <a:lnTo>
                    <a:pt x="4112644" y="699035"/>
                  </a:lnTo>
                  <a:lnTo>
                    <a:pt x="4112753" y="699035"/>
                  </a:lnTo>
                  <a:lnTo>
                    <a:pt x="4112861" y="699035"/>
                  </a:lnTo>
                  <a:lnTo>
                    <a:pt x="4112970" y="699035"/>
                  </a:lnTo>
                  <a:lnTo>
                    <a:pt x="4113078" y="699035"/>
                  </a:lnTo>
                  <a:lnTo>
                    <a:pt x="4113187" y="699035"/>
                  </a:lnTo>
                  <a:lnTo>
                    <a:pt x="4113295" y="699035"/>
                  </a:lnTo>
                  <a:lnTo>
                    <a:pt x="4113403" y="699035"/>
                  </a:lnTo>
                  <a:lnTo>
                    <a:pt x="4113512" y="699035"/>
                  </a:lnTo>
                  <a:lnTo>
                    <a:pt x="4113620" y="699035"/>
                  </a:lnTo>
                  <a:lnTo>
                    <a:pt x="4113729" y="699035"/>
                  </a:lnTo>
                  <a:lnTo>
                    <a:pt x="4113837" y="699035"/>
                  </a:lnTo>
                  <a:lnTo>
                    <a:pt x="4113946" y="699035"/>
                  </a:lnTo>
                  <a:lnTo>
                    <a:pt x="4114054" y="699035"/>
                  </a:lnTo>
                  <a:lnTo>
                    <a:pt x="4114163" y="699035"/>
                  </a:lnTo>
                  <a:lnTo>
                    <a:pt x="4114271" y="699035"/>
                  </a:lnTo>
                  <a:lnTo>
                    <a:pt x="4114379" y="699035"/>
                  </a:lnTo>
                  <a:lnTo>
                    <a:pt x="4114379" y="698412"/>
                  </a:lnTo>
                  <a:lnTo>
                    <a:pt x="4114488" y="698412"/>
                  </a:lnTo>
                  <a:lnTo>
                    <a:pt x="4114596" y="698412"/>
                  </a:lnTo>
                  <a:lnTo>
                    <a:pt x="4114705" y="698412"/>
                  </a:lnTo>
                  <a:lnTo>
                    <a:pt x="4114813" y="698412"/>
                  </a:lnTo>
                  <a:lnTo>
                    <a:pt x="4114922" y="698412"/>
                  </a:lnTo>
                  <a:lnTo>
                    <a:pt x="4115030" y="698412"/>
                  </a:lnTo>
                  <a:lnTo>
                    <a:pt x="4115139" y="698412"/>
                  </a:lnTo>
                  <a:lnTo>
                    <a:pt x="4115247" y="698412"/>
                  </a:lnTo>
                  <a:lnTo>
                    <a:pt x="4115356" y="698412"/>
                  </a:lnTo>
                  <a:lnTo>
                    <a:pt x="4115464" y="698412"/>
                  </a:lnTo>
                  <a:lnTo>
                    <a:pt x="4115572" y="698412"/>
                  </a:lnTo>
                  <a:lnTo>
                    <a:pt x="4115681" y="698412"/>
                  </a:lnTo>
                  <a:lnTo>
                    <a:pt x="4115789" y="698412"/>
                  </a:lnTo>
                  <a:lnTo>
                    <a:pt x="4115789" y="697788"/>
                  </a:lnTo>
                  <a:lnTo>
                    <a:pt x="4115898" y="697788"/>
                  </a:lnTo>
                  <a:lnTo>
                    <a:pt x="4116006" y="697788"/>
                  </a:lnTo>
                  <a:lnTo>
                    <a:pt x="4116115" y="697788"/>
                  </a:lnTo>
                  <a:lnTo>
                    <a:pt x="4116223" y="697788"/>
                  </a:lnTo>
                  <a:lnTo>
                    <a:pt x="4116332" y="697788"/>
                  </a:lnTo>
                  <a:lnTo>
                    <a:pt x="4116332" y="697165"/>
                  </a:lnTo>
                  <a:lnTo>
                    <a:pt x="4116332" y="696541"/>
                  </a:lnTo>
                  <a:lnTo>
                    <a:pt x="4116440" y="696541"/>
                  </a:lnTo>
                  <a:lnTo>
                    <a:pt x="4116548" y="696541"/>
                  </a:lnTo>
                  <a:lnTo>
                    <a:pt x="4116657" y="696541"/>
                  </a:lnTo>
                  <a:lnTo>
                    <a:pt x="4116765" y="696541"/>
                  </a:lnTo>
                  <a:lnTo>
                    <a:pt x="4116874" y="696541"/>
                  </a:lnTo>
                  <a:lnTo>
                    <a:pt x="4116874" y="695917"/>
                  </a:lnTo>
                  <a:lnTo>
                    <a:pt x="4116982" y="695917"/>
                  </a:lnTo>
                  <a:lnTo>
                    <a:pt x="4117091" y="695917"/>
                  </a:lnTo>
                  <a:lnTo>
                    <a:pt x="4117199" y="695917"/>
                  </a:lnTo>
                  <a:lnTo>
                    <a:pt x="4117308" y="695917"/>
                  </a:lnTo>
                  <a:lnTo>
                    <a:pt x="4117416" y="695917"/>
                  </a:lnTo>
                  <a:lnTo>
                    <a:pt x="4117524" y="695917"/>
                  </a:lnTo>
                  <a:lnTo>
                    <a:pt x="4117524" y="695294"/>
                  </a:lnTo>
                  <a:lnTo>
                    <a:pt x="4117633" y="695294"/>
                  </a:lnTo>
                  <a:lnTo>
                    <a:pt x="4117741" y="695294"/>
                  </a:lnTo>
                  <a:lnTo>
                    <a:pt x="4117850" y="695294"/>
                  </a:lnTo>
                  <a:lnTo>
                    <a:pt x="4117958" y="695294"/>
                  </a:lnTo>
                  <a:lnTo>
                    <a:pt x="4118067" y="695294"/>
                  </a:lnTo>
                  <a:lnTo>
                    <a:pt x="4118175" y="695294"/>
                  </a:lnTo>
                  <a:lnTo>
                    <a:pt x="4118284" y="695294"/>
                  </a:lnTo>
                  <a:lnTo>
                    <a:pt x="4118392" y="695294"/>
                  </a:lnTo>
                  <a:lnTo>
                    <a:pt x="4118500" y="695294"/>
                  </a:lnTo>
                  <a:lnTo>
                    <a:pt x="4118609" y="695294"/>
                  </a:lnTo>
                  <a:lnTo>
                    <a:pt x="4118717" y="695294"/>
                  </a:lnTo>
                  <a:lnTo>
                    <a:pt x="4118826" y="695294"/>
                  </a:lnTo>
                  <a:lnTo>
                    <a:pt x="4118934" y="695294"/>
                  </a:lnTo>
                  <a:lnTo>
                    <a:pt x="4119043" y="695294"/>
                  </a:lnTo>
                  <a:lnTo>
                    <a:pt x="4119151" y="695294"/>
                  </a:lnTo>
                  <a:lnTo>
                    <a:pt x="4119260" y="695294"/>
                  </a:lnTo>
                  <a:lnTo>
                    <a:pt x="4119368" y="695294"/>
                  </a:lnTo>
                  <a:lnTo>
                    <a:pt x="4119477" y="695294"/>
                  </a:lnTo>
                  <a:lnTo>
                    <a:pt x="4119585" y="695294"/>
                  </a:lnTo>
                  <a:lnTo>
                    <a:pt x="4119693" y="695294"/>
                  </a:lnTo>
                  <a:lnTo>
                    <a:pt x="4119802" y="695294"/>
                  </a:lnTo>
                  <a:lnTo>
                    <a:pt x="4119910" y="695294"/>
                  </a:lnTo>
                  <a:lnTo>
                    <a:pt x="4119910" y="694670"/>
                  </a:lnTo>
                  <a:lnTo>
                    <a:pt x="4120019" y="694670"/>
                  </a:lnTo>
                  <a:lnTo>
                    <a:pt x="4120127" y="694670"/>
                  </a:lnTo>
                  <a:lnTo>
                    <a:pt x="4120236" y="694670"/>
                  </a:lnTo>
                  <a:lnTo>
                    <a:pt x="4120344" y="694670"/>
                  </a:lnTo>
                  <a:lnTo>
                    <a:pt x="4120344" y="694047"/>
                  </a:lnTo>
                  <a:lnTo>
                    <a:pt x="4120453" y="694047"/>
                  </a:lnTo>
                  <a:lnTo>
                    <a:pt x="4120561" y="694047"/>
                  </a:lnTo>
                  <a:lnTo>
                    <a:pt x="4120669" y="694047"/>
                  </a:lnTo>
                  <a:lnTo>
                    <a:pt x="4120669" y="693423"/>
                  </a:lnTo>
                  <a:lnTo>
                    <a:pt x="4120669" y="692799"/>
                  </a:lnTo>
                  <a:lnTo>
                    <a:pt x="4120778" y="692799"/>
                  </a:lnTo>
                  <a:lnTo>
                    <a:pt x="4120886" y="692799"/>
                  </a:lnTo>
                  <a:lnTo>
                    <a:pt x="4120995" y="692799"/>
                  </a:lnTo>
                  <a:lnTo>
                    <a:pt x="4121103" y="692799"/>
                  </a:lnTo>
                  <a:lnTo>
                    <a:pt x="4121212" y="692799"/>
                  </a:lnTo>
                  <a:lnTo>
                    <a:pt x="4121320" y="692799"/>
                  </a:lnTo>
                  <a:lnTo>
                    <a:pt x="4121429" y="692799"/>
                  </a:lnTo>
                  <a:lnTo>
                    <a:pt x="4121429" y="692176"/>
                  </a:lnTo>
                  <a:lnTo>
                    <a:pt x="4121537" y="692176"/>
                  </a:lnTo>
                  <a:lnTo>
                    <a:pt x="4121645" y="692176"/>
                  </a:lnTo>
                  <a:lnTo>
                    <a:pt x="4121645" y="691552"/>
                  </a:lnTo>
                  <a:lnTo>
                    <a:pt x="4121754" y="691552"/>
                  </a:lnTo>
                  <a:lnTo>
                    <a:pt x="4121862" y="691552"/>
                  </a:lnTo>
                  <a:lnTo>
                    <a:pt x="4121971" y="691552"/>
                  </a:lnTo>
                  <a:lnTo>
                    <a:pt x="4121971" y="690929"/>
                  </a:lnTo>
                  <a:lnTo>
                    <a:pt x="4122079" y="690929"/>
                  </a:lnTo>
                  <a:lnTo>
                    <a:pt x="4122188" y="690929"/>
                  </a:lnTo>
                  <a:lnTo>
                    <a:pt x="4122296" y="690929"/>
                  </a:lnTo>
                  <a:lnTo>
                    <a:pt x="4122296" y="690305"/>
                  </a:lnTo>
                  <a:lnTo>
                    <a:pt x="4122296" y="689682"/>
                  </a:lnTo>
                  <a:lnTo>
                    <a:pt x="4122405" y="689682"/>
                  </a:lnTo>
                  <a:lnTo>
                    <a:pt x="4122513" y="689682"/>
                  </a:lnTo>
                  <a:lnTo>
                    <a:pt x="4122621" y="689682"/>
                  </a:lnTo>
                  <a:lnTo>
                    <a:pt x="4122730" y="689682"/>
                  </a:lnTo>
                  <a:lnTo>
                    <a:pt x="4122838" y="689682"/>
                  </a:lnTo>
                  <a:lnTo>
                    <a:pt x="4122947" y="689682"/>
                  </a:lnTo>
                  <a:lnTo>
                    <a:pt x="4123055" y="689682"/>
                  </a:lnTo>
                  <a:lnTo>
                    <a:pt x="4123164" y="689682"/>
                  </a:lnTo>
                  <a:lnTo>
                    <a:pt x="4123272" y="689682"/>
                  </a:lnTo>
                  <a:lnTo>
                    <a:pt x="4123381" y="689682"/>
                  </a:lnTo>
                  <a:lnTo>
                    <a:pt x="4123381" y="689058"/>
                  </a:lnTo>
                  <a:lnTo>
                    <a:pt x="4123381" y="688434"/>
                  </a:lnTo>
                  <a:lnTo>
                    <a:pt x="4123489" y="688434"/>
                  </a:lnTo>
                  <a:lnTo>
                    <a:pt x="4123598" y="688434"/>
                  </a:lnTo>
                  <a:lnTo>
                    <a:pt x="4123706" y="688434"/>
                  </a:lnTo>
                  <a:lnTo>
                    <a:pt x="4123814" y="688434"/>
                  </a:lnTo>
                  <a:lnTo>
                    <a:pt x="4123923" y="688434"/>
                  </a:lnTo>
                  <a:lnTo>
                    <a:pt x="4124031" y="688434"/>
                  </a:lnTo>
                  <a:lnTo>
                    <a:pt x="4124140" y="688434"/>
                  </a:lnTo>
                  <a:lnTo>
                    <a:pt x="4124248" y="688434"/>
                  </a:lnTo>
                  <a:lnTo>
                    <a:pt x="4124248" y="687811"/>
                  </a:lnTo>
                  <a:lnTo>
                    <a:pt x="4124357" y="687811"/>
                  </a:lnTo>
                  <a:lnTo>
                    <a:pt x="4124465" y="687811"/>
                  </a:lnTo>
                  <a:lnTo>
                    <a:pt x="4124574" y="687811"/>
                  </a:lnTo>
                  <a:lnTo>
                    <a:pt x="4124682" y="687811"/>
                  </a:lnTo>
                  <a:lnTo>
                    <a:pt x="4124790" y="687811"/>
                  </a:lnTo>
                  <a:lnTo>
                    <a:pt x="4124899" y="687811"/>
                  </a:lnTo>
                  <a:lnTo>
                    <a:pt x="4125007" y="687811"/>
                  </a:lnTo>
                  <a:lnTo>
                    <a:pt x="4125116" y="687811"/>
                  </a:lnTo>
                  <a:lnTo>
                    <a:pt x="4125224" y="687811"/>
                  </a:lnTo>
                  <a:lnTo>
                    <a:pt x="4125333" y="687811"/>
                  </a:lnTo>
                  <a:lnTo>
                    <a:pt x="4125441" y="687811"/>
                  </a:lnTo>
                  <a:lnTo>
                    <a:pt x="4125441" y="687187"/>
                  </a:lnTo>
                  <a:lnTo>
                    <a:pt x="4125550" y="687187"/>
                  </a:lnTo>
                  <a:lnTo>
                    <a:pt x="4125658" y="687187"/>
                  </a:lnTo>
                  <a:lnTo>
                    <a:pt x="4125766" y="687187"/>
                  </a:lnTo>
                  <a:lnTo>
                    <a:pt x="4125875" y="687187"/>
                  </a:lnTo>
                  <a:lnTo>
                    <a:pt x="4125983" y="687187"/>
                  </a:lnTo>
                  <a:lnTo>
                    <a:pt x="4126092" y="687187"/>
                  </a:lnTo>
                  <a:lnTo>
                    <a:pt x="4126200" y="687187"/>
                  </a:lnTo>
                  <a:lnTo>
                    <a:pt x="4126309" y="687187"/>
                  </a:lnTo>
                  <a:lnTo>
                    <a:pt x="4126417" y="687187"/>
                  </a:lnTo>
                  <a:lnTo>
                    <a:pt x="4126526" y="687187"/>
                  </a:lnTo>
                  <a:lnTo>
                    <a:pt x="4126526" y="686564"/>
                  </a:lnTo>
                  <a:lnTo>
                    <a:pt x="4126634" y="686564"/>
                  </a:lnTo>
                  <a:lnTo>
                    <a:pt x="4126742" y="686564"/>
                  </a:lnTo>
                  <a:lnTo>
                    <a:pt x="4126851" y="686564"/>
                  </a:lnTo>
                  <a:lnTo>
                    <a:pt x="4126959" y="686564"/>
                  </a:lnTo>
                  <a:lnTo>
                    <a:pt x="4127068" y="686564"/>
                  </a:lnTo>
                  <a:lnTo>
                    <a:pt x="4127176" y="686564"/>
                  </a:lnTo>
                  <a:lnTo>
                    <a:pt x="4127285" y="686564"/>
                  </a:lnTo>
                  <a:lnTo>
                    <a:pt x="4127393" y="686564"/>
                  </a:lnTo>
                  <a:lnTo>
                    <a:pt x="4127502" y="686564"/>
                  </a:lnTo>
                  <a:lnTo>
                    <a:pt x="4127502" y="685940"/>
                  </a:lnTo>
                  <a:lnTo>
                    <a:pt x="4127610" y="685940"/>
                  </a:lnTo>
                  <a:lnTo>
                    <a:pt x="4127719" y="685940"/>
                  </a:lnTo>
                  <a:lnTo>
                    <a:pt x="4127719" y="685316"/>
                  </a:lnTo>
                  <a:lnTo>
                    <a:pt x="4127827" y="685316"/>
                  </a:lnTo>
                  <a:lnTo>
                    <a:pt x="4127935" y="685316"/>
                  </a:lnTo>
                  <a:lnTo>
                    <a:pt x="4128044" y="685316"/>
                  </a:lnTo>
                  <a:lnTo>
                    <a:pt x="4128152" y="685316"/>
                  </a:lnTo>
                  <a:lnTo>
                    <a:pt x="4128261" y="685316"/>
                  </a:lnTo>
                  <a:lnTo>
                    <a:pt x="4128369" y="685316"/>
                  </a:lnTo>
                  <a:lnTo>
                    <a:pt x="4128478" y="685316"/>
                  </a:lnTo>
                  <a:lnTo>
                    <a:pt x="4128586" y="685316"/>
                  </a:lnTo>
                  <a:lnTo>
                    <a:pt x="4128695" y="685316"/>
                  </a:lnTo>
                  <a:lnTo>
                    <a:pt x="4128803" y="685316"/>
                  </a:lnTo>
                  <a:lnTo>
                    <a:pt x="4128911" y="685316"/>
                  </a:lnTo>
                  <a:lnTo>
                    <a:pt x="4129020" y="685316"/>
                  </a:lnTo>
                  <a:lnTo>
                    <a:pt x="4129020" y="684693"/>
                  </a:lnTo>
                  <a:lnTo>
                    <a:pt x="4129128" y="684693"/>
                  </a:lnTo>
                  <a:lnTo>
                    <a:pt x="4129237" y="684693"/>
                  </a:lnTo>
                  <a:lnTo>
                    <a:pt x="4129345" y="684693"/>
                  </a:lnTo>
                  <a:lnTo>
                    <a:pt x="4129454" y="684693"/>
                  </a:lnTo>
                  <a:lnTo>
                    <a:pt x="4129454" y="684069"/>
                  </a:lnTo>
                  <a:lnTo>
                    <a:pt x="4129562" y="684069"/>
                  </a:lnTo>
                  <a:lnTo>
                    <a:pt x="4129671" y="684069"/>
                  </a:lnTo>
                  <a:lnTo>
                    <a:pt x="4129779" y="684069"/>
                  </a:lnTo>
                  <a:lnTo>
                    <a:pt x="4129887" y="684069"/>
                  </a:lnTo>
                  <a:lnTo>
                    <a:pt x="4129996" y="684069"/>
                  </a:lnTo>
                  <a:lnTo>
                    <a:pt x="4130104" y="684069"/>
                  </a:lnTo>
                  <a:lnTo>
                    <a:pt x="4130213" y="684069"/>
                  </a:lnTo>
                  <a:lnTo>
                    <a:pt x="4130321" y="684069"/>
                  </a:lnTo>
                  <a:lnTo>
                    <a:pt x="4130430" y="684069"/>
                  </a:lnTo>
                  <a:lnTo>
                    <a:pt x="4130538" y="684069"/>
                  </a:lnTo>
                  <a:lnTo>
                    <a:pt x="4130647" y="684069"/>
                  </a:lnTo>
                  <a:lnTo>
                    <a:pt x="4130647" y="683446"/>
                  </a:lnTo>
                  <a:lnTo>
                    <a:pt x="4130755" y="683446"/>
                  </a:lnTo>
                  <a:lnTo>
                    <a:pt x="4130863" y="683446"/>
                  </a:lnTo>
                  <a:lnTo>
                    <a:pt x="4130972" y="683446"/>
                  </a:lnTo>
                  <a:lnTo>
                    <a:pt x="4131080" y="683446"/>
                  </a:lnTo>
                  <a:lnTo>
                    <a:pt x="4131189" y="683446"/>
                  </a:lnTo>
                  <a:lnTo>
                    <a:pt x="4131297" y="683446"/>
                  </a:lnTo>
                  <a:lnTo>
                    <a:pt x="4131406" y="683446"/>
                  </a:lnTo>
                  <a:lnTo>
                    <a:pt x="4131514" y="683446"/>
                  </a:lnTo>
                  <a:lnTo>
                    <a:pt x="4131623" y="683446"/>
                  </a:lnTo>
                  <a:lnTo>
                    <a:pt x="4131731" y="683446"/>
                  </a:lnTo>
                  <a:lnTo>
                    <a:pt x="4131839" y="683446"/>
                  </a:lnTo>
                  <a:lnTo>
                    <a:pt x="4131948" y="683446"/>
                  </a:lnTo>
                  <a:lnTo>
                    <a:pt x="4132056" y="683446"/>
                  </a:lnTo>
                  <a:lnTo>
                    <a:pt x="4132056" y="682822"/>
                  </a:lnTo>
                  <a:lnTo>
                    <a:pt x="4132165" y="682822"/>
                  </a:lnTo>
                  <a:lnTo>
                    <a:pt x="4132273" y="682822"/>
                  </a:lnTo>
                  <a:lnTo>
                    <a:pt x="4132382" y="682822"/>
                  </a:lnTo>
                  <a:lnTo>
                    <a:pt x="4132382" y="682199"/>
                  </a:lnTo>
                  <a:lnTo>
                    <a:pt x="4132490" y="682199"/>
                  </a:lnTo>
                  <a:lnTo>
                    <a:pt x="4132599" y="682199"/>
                  </a:lnTo>
                  <a:lnTo>
                    <a:pt x="4132707" y="682199"/>
                  </a:lnTo>
                  <a:lnTo>
                    <a:pt x="4132816" y="682199"/>
                  </a:lnTo>
                  <a:lnTo>
                    <a:pt x="4132924" y="682199"/>
                  </a:lnTo>
                  <a:lnTo>
                    <a:pt x="4132924" y="681575"/>
                  </a:lnTo>
                  <a:lnTo>
                    <a:pt x="4133032" y="681575"/>
                  </a:lnTo>
                  <a:lnTo>
                    <a:pt x="4133141" y="681575"/>
                  </a:lnTo>
                  <a:lnTo>
                    <a:pt x="4133249" y="681575"/>
                  </a:lnTo>
                  <a:lnTo>
                    <a:pt x="4133249" y="680951"/>
                  </a:lnTo>
                  <a:lnTo>
                    <a:pt x="4133358" y="680951"/>
                  </a:lnTo>
                  <a:lnTo>
                    <a:pt x="4133466" y="680951"/>
                  </a:lnTo>
                  <a:lnTo>
                    <a:pt x="4133575" y="680951"/>
                  </a:lnTo>
                  <a:lnTo>
                    <a:pt x="4133575" y="680328"/>
                  </a:lnTo>
                  <a:lnTo>
                    <a:pt x="4133683" y="680328"/>
                  </a:lnTo>
                  <a:lnTo>
                    <a:pt x="4133792" y="680328"/>
                  </a:lnTo>
                  <a:lnTo>
                    <a:pt x="4133900" y="680328"/>
                  </a:lnTo>
                  <a:lnTo>
                    <a:pt x="4134008" y="680328"/>
                  </a:lnTo>
                  <a:lnTo>
                    <a:pt x="4134117" y="680328"/>
                  </a:lnTo>
                  <a:lnTo>
                    <a:pt x="4134225" y="680328"/>
                  </a:lnTo>
                  <a:lnTo>
                    <a:pt x="4134225" y="679704"/>
                  </a:lnTo>
                  <a:lnTo>
                    <a:pt x="4134334" y="679704"/>
                  </a:lnTo>
                  <a:lnTo>
                    <a:pt x="4134334" y="679081"/>
                  </a:lnTo>
                  <a:lnTo>
                    <a:pt x="4134442" y="679081"/>
                  </a:lnTo>
                  <a:lnTo>
                    <a:pt x="4134551" y="679081"/>
                  </a:lnTo>
                  <a:lnTo>
                    <a:pt x="4134659" y="679081"/>
                  </a:lnTo>
                  <a:lnTo>
                    <a:pt x="4134768" y="679081"/>
                  </a:lnTo>
                  <a:lnTo>
                    <a:pt x="4134876" y="679081"/>
                  </a:lnTo>
                  <a:lnTo>
                    <a:pt x="4134984" y="679081"/>
                  </a:lnTo>
                  <a:lnTo>
                    <a:pt x="4135093" y="679081"/>
                  </a:lnTo>
                  <a:lnTo>
                    <a:pt x="4135201" y="679081"/>
                  </a:lnTo>
                  <a:lnTo>
                    <a:pt x="4135310" y="679081"/>
                  </a:lnTo>
                  <a:lnTo>
                    <a:pt x="4135418" y="679081"/>
                  </a:lnTo>
                  <a:lnTo>
                    <a:pt x="4135527" y="679081"/>
                  </a:lnTo>
                  <a:lnTo>
                    <a:pt x="4135527" y="678457"/>
                  </a:lnTo>
                  <a:lnTo>
                    <a:pt x="4135635" y="678457"/>
                  </a:lnTo>
                  <a:lnTo>
                    <a:pt x="4135744" y="678457"/>
                  </a:lnTo>
                  <a:lnTo>
                    <a:pt x="4135852" y="678457"/>
                  </a:lnTo>
                  <a:lnTo>
                    <a:pt x="4135960" y="678457"/>
                  </a:lnTo>
                  <a:lnTo>
                    <a:pt x="4136069" y="678457"/>
                  </a:lnTo>
                  <a:lnTo>
                    <a:pt x="4136177" y="678457"/>
                  </a:lnTo>
                  <a:lnTo>
                    <a:pt x="4136286" y="678457"/>
                  </a:lnTo>
                  <a:lnTo>
                    <a:pt x="4136394" y="678457"/>
                  </a:lnTo>
                  <a:lnTo>
                    <a:pt x="4136503" y="678457"/>
                  </a:lnTo>
                  <a:lnTo>
                    <a:pt x="4136611" y="678457"/>
                  </a:lnTo>
                  <a:lnTo>
                    <a:pt x="4136720" y="678457"/>
                  </a:lnTo>
                  <a:lnTo>
                    <a:pt x="4136828" y="678457"/>
                  </a:lnTo>
                  <a:lnTo>
                    <a:pt x="4136937" y="678457"/>
                  </a:lnTo>
                  <a:lnTo>
                    <a:pt x="4137045" y="678457"/>
                  </a:lnTo>
                  <a:lnTo>
                    <a:pt x="4137153" y="678457"/>
                  </a:lnTo>
                  <a:lnTo>
                    <a:pt x="4137262" y="678457"/>
                  </a:lnTo>
                  <a:lnTo>
                    <a:pt x="4137370" y="678457"/>
                  </a:lnTo>
                  <a:lnTo>
                    <a:pt x="4137479" y="678457"/>
                  </a:lnTo>
                  <a:lnTo>
                    <a:pt x="4137587" y="678457"/>
                  </a:lnTo>
                  <a:lnTo>
                    <a:pt x="4137696" y="678457"/>
                  </a:lnTo>
                  <a:lnTo>
                    <a:pt x="4137804" y="678457"/>
                  </a:lnTo>
                  <a:lnTo>
                    <a:pt x="4137913" y="678457"/>
                  </a:lnTo>
                  <a:lnTo>
                    <a:pt x="4138021" y="678457"/>
                  </a:lnTo>
                  <a:lnTo>
                    <a:pt x="4138129" y="678457"/>
                  </a:lnTo>
                  <a:lnTo>
                    <a:pt x="4138238" y="678457"/>
                  </a:lnTo>
                  <a:lnTo>
                    <a:pt x="4138346" y="678457"/>
                  </a:lnTo>
                  <a:lnTo>
                    <a:pt x="4138455" y="678457"/>
                  </a:lnTo>
                  <a:lnTo>
                    <a:pt x="4138563" y="678457"/>
                  </a:lnTo>
                  <a:lnTo>
                    <a:pt x="4138563" y="677833"/>
                  </a:lnTo>
                  <a:lnTo>
                    <a:pt x="4138672" y="677833"/>
                  </a:lnTo>
                  <a:lnTo>
                    <a:pt x="4138780" y="677833"/>
                  </a:lnTo>
                  <a:lnTo>
                    <a:pt x="4138889" y="677833"/>
                  </a:lnTo>
                  <a:lnTo>
                    <a:pt x="4138997" y="677833"/>
                  </a:lnTo>
                  <a:lnTo>
                    <a:pt x="4139105" y="677833"/>
                  </a:lnTo>
                  <a:lnTo>
                    <a:pt x="4139214" y="677833"/>
                  </a:lnTo>
                  <a:lnTo>
                    <a:pt x="4139322" y="677833"/>
                  </a:lnTo>
                  <a:lnTo>
                    <a:pt x="4139431" y="677833"/>
                  </a:lnTo>
                  <a:lnTo>
                    <a:pt x="4139431" y="677210"/>
                  </a:lnTo>
                  <a:lnTo>
                    <a:pt x="4139539" y="677210"/>
                  </a:lnTo>
                  <a:lnTo>
                    <a:pt x="4139539" y="676586"/>
                  </a:lnTo>
                  <a:lnTo>
                    <a:pt x="4139648" y="676586"/>
                  </a:lnTo>
                  <a:lnTo>
                    <a:pt x="4139756" y="676586"/>
                  </a:lnTo>
                  <a:lnTo>
                    <a:pt x="4139865" y="676586"/>
                  </a:lnTo>
                  <a:lnTo>
                    <a:pt x="4139973" y="676586"/>
                  </a:lnTo>
                  <a:lnTo>
                    <a:pt x="4140081" y="676586"/>
                  </a:lnTo>
                  <a:lnTo>
                    <a:pt x="4140190" y="676586"/>
                  </a:lnTo>
                  <a:lnTo>
                    <a:pt x="4140298" y="676586"/>
                  </a:lnTo>
                  <a:lnTo>
                    <a:pt x="4140407" y="676586"/>
                  </a:lnTo>
                  <a:lnTo>
                    <a:pt x="4140515" y="676586"/>
                  </a:lnTo>
                  <a:lnTo>
                    <a:pt x="4140624" y="676586"/>
                  </a:lnTo>
                  <a:lnTo>
                    <a:pt x="4140732" y="676586"/>
                  </a:lnTo>
                  <a:lnTo>
                    <a:pt x="4140841" y="676586"/>
                  </a:lnTo>
                  <a:lnTo>
                    <a:pt x="4140841" y="675963"/>
                  </a:lnTo>
                  <a:lnTo>
                    <a:pt x="4140949" y="675963"/>
                  </a:lnTo>
                  <a:lnTo>
                    <a:pt x="4141058" y="675963"/>
                  </a:lnTo>
                  <a:lnTo>
                    <a:pt x="4141166" y="675963"/>
                  </a:lnTo>
                  <a:lnTo>
                    <a:pt x="4141274" y="675963"/>
                  </a:lnTo>
                  <a:lnTo>
                    <a:pt x="4141383" y="675963"/>
                  </a:lnTo>
                  <a:lnTo>
                    <a:pt x="4141491" y="675963"/>
                  </a:lnTo>
                  <a:lnTo>
                    <a:pt x="4141600" y="675963"/>
                  </a:lnTo>
                  <a:lnTo>
                    <a:pt x="4141708" y="675963"/>
                  </a:lnTo>
                  <a:lnTo>
                    <a:pt x="4141817" y="675963"/>
                  </a:lnTo>
                  <a:lnTo>
                    <a:pt x="4141925" y="675963"/>
                  </a:lnTo>
                  <a:lnTo>
                    <a:pt x="4142034" y="675963"/>
                  </a:lnTo>
                  <a:lnTo>
                    <a:pt x="4142142" y="675963"/>
                  </a:lnTo>
                  <a:lnTo>
                    <a:pt x="4142142" y="675339"/>
                  </a:lnTo>
                  <a:lnTo>
                    <a:pt x="4142250" y="675339"/>
                  </a:lnTo>
                  <a:lnTo>
                    <a:pt x="4142359" y="675339"/>
                  </a:lnTo>
                  <a:lnTo>
                    <a:pt x="4142467" y="675339"/>
                  </a:lnTo>
                  <a:lnTo>
                    <a:pt x="4142576" y="675339"/>
                  </a:lnTo>
                  <a:lnTo>
                    <a:pt x="4142576" y="674716"/>
                  </a:lnTo>
                  <a:lnTo>
                    <a:pt x="4142684" y="674716"/>
                  </a:lnTo>
                  <a:lnTo>
                    <a:pt x="4142793" y="674716"/>
                  </a:lnTo>
                  <a:lnTo>
                    <a:pt x="4142901" y="674716"/>
                  </a:lnTo>
                  <a:lnTo>
                    <a:pt x="4143010" y="674716"/>
                  </a:lnTo>
                  <a:lnTo>
                    <a:pt x="4143118" y="674716"/>
                  </a:lnTo>
                  <a:lnTo>
                    <a:pt x="4143226" y="674716"/>
                  </a:lnTo>
                  <a:lnTo>
                    <a:pt x="4143335" y="674716"/>
                  </a:lnTo>
                  <a:lnTo>
                    <a:pt x="4143443" y="674716"/>
                  </a:lnTo>
                  <a:lnTo>
                    <a:pt x="4143552" y="674716"/>
                  </a:lnTo>
                  <a:lnTo>
                    <a:pt x="4143660" y="674716"/>
                  </a:lnTo>
                  <a:lnTo>
                    <a:pt x="4143769" y="674716"/>
                  </a:lnTo>
                  <a:lnTo>
                    <a:pt x="4143877" y="674716"/>
                  </a:lnTo>
                  <a:lnTo>
                    <a:pt x="4143986" y="674716"/>
                  </a:lnTo>
                  <a:lnTo>
                    <a:pt x="4143986" y="674092"/>
                  </a:lnTo>
                  <a:lnTo>
                    <a:pt x="4144094" y="674092"/>
                  </a:lnTo>
                  <a:lnTo>
                    <a:pt x="4144202" y="674092"/>
                  </a:lnTo>
                  <a:lnTo>
                    <a:pt x="4144311" y="674092"/>
                  </a:lnTo>
                  <a:lnTo>
                    <a:pt x="4144311" y="673468"/>
                  </a:lnTo>
                  <a:lnTo>
                    <a:pt x="4144419" y="673468"/>
                  </a:lnTo>
                  <a:lnTo>
                    <a:pt x="4144528" y="673468"/>
                  </a:lnTo>
                  <a:lnTo>
                    <a:pt x="4144528" y="672845"/>
                  </a:lnTo>
                  <a:lnTo>
                    <a:pt x="4144528" y="672221"/>
                  </a:lnTo>
                  <a:lnTo>
                    <a:pt x="4144636" y="672221"/>
                  </a:lnTo>
                  <a:lnTo>
                    <a:pt x="4144636" y="671598"/>
                  </a:lnTo>
                  <a:lnTo>
                    <a:pt x="4144745" y="671598"/>
                  </a:lnTo>
                  <a:lnTo>
                    <a:pt x="4144853" y="671598"/>
                  </a:lnTo>
                  <a:lnTo>
                    <a:pt x="4144962" y="671598"/>
                  </a:lnTo>
                  <a:lnTo>
                    <a:pt x="4144962" y="670974"/>
                  </a:lnTo>
                  <a:lnTo>
                    <a:pt x="4145070" y="670974"/>
                  </a:lnTo>
                  <a:lnTo>
                    <a:pt x="4145179" y="670974"/>
                  </a:lnTo>
                  <a:lnTo>
                    <a:pt x="4145287" y="670974"/>
                  </a:lnTo>
                  <a:lnTo>
                    <a:pt x="4145395" y="670974"/>
                  </a:lnTo>
                  <a:lnTo>
                    <a:pt x="4145504" y="670974"/>
                  </a:lnTo>
                  <a:lnTo>
                    <a:pt x="4145612" y="670974"/>
                  </a:lnTo>
                  <a:lnTo>
                    <a:pt x="4145721" y="670974"/>
                  </a:lnTo>
                  <a:lnTo>
                    <a:pt x="4145829" y="670974"/>
                  </a:lnTo>
                  <a:lnTo>
                    <a:pt x="4145938" y="670974"/>
                  </a:lnTo>
                  <a:lnTo>
                    <a:pt x="4145938" y="670350"/>
                  </a:lnTo>
                  <a:lnTo>
                    <a:pt x="4146046" y="670350"/>
                  </a:lnTo>
                  <a:lnTo>
                    <a:pt x="4146155" y="670350"/>
                  </a:lnTo>
                  <a:lnTo>
                    <a:pt x="4146263" y="670350"/>
                  </a:lnTo>
                  <a:lnTo>
                    <a:pt x="4146371" y="670350"/>
                  </a:lnTo>
                  <a:lnTo>
                    <a:pt x="4146480" y="670350"/>
                  </a:lnTo>
                  <a:lnTo>
                    <a:pt x="4146588" y="670350"/>
                  </a:lnTo>
                  <a:lnTo>
                    <a:pt x="4146697" y="670350"/>
                  </a:lnTo>
                  <a:lnTo>
                    <a:pt x="4146805" y="670350"/>
                  </a:lnTo>
                  <a:lnTo>
                    <a:pt x="4146914" y="670350"/>
                  </a:lnTo>
                  <a:lnTo>
                    <a:pt x="4147022" y="670350"/>
                  </a:lnTo>
                  <a:lnTo>
                    <a:pt x="4147131" y="670350"/>
                  </a:lnTo>
                  <a:lnTo>
                    <a:pt x="4147239" y="670350"/>
                  </a:lnTo>
                  <a:lnTo>
                    <a:pt x="4147347" y="670350"/>
                  </a:lnTo>
                  <a:lnTo>
                    <a:pt x="4147456" y="670350"/>
                  </a:lnTo>
                  <a:lnTo>
                    <a:pt x="4147564" y="670350"/>
                  </a:lnTo>
                  <a:lnTo>
                    <a:pt x="4147673" y="670350"/>
                  </a:lnTo>
                  <a:lnTo>
                    <a:pt x="4147781" y="670350"/>
                  </a:lnTo>
                  <a:lnTo>
                    <a:pt x="4147781" y="669727"/>
                  </a:lnTo>
                  <a:lnTo>
                    <a:pt x="4147890" y="669727"/>
                  </a:lnTo>
                  <a:lnTo>
                    <a:pt x="4147998" y="669727"/>
                  </a:lnTo>
                  <a:lnTo>
                    <a:pt x="4148107" y="669727"/>
                  </a:lnTo>
                  <a:lnTo>
                    <a:pt x="4148215" y="669727"/>
                  </a:lnTo>
                  <a:lnTo>
                    <a:pt x="4148323" y="669727"/>
                  </a:lnTo>
                  <a:lnTo>
                    <a:pt x="4148323" y="669103"/>
                  </a:lnTo>
                  <a:lnTo>
                    <a:pt x="4148432" y="669103"/>
                  </a:lnTo>
                  <a:lnTo>
                    <a:pt x="4148540" y="669103"/>
                  </a:lnTo>
                  <a:lnTo>
                    <a:pt x="4148649" y="669103"/>
                  </a:lnTo>
                  <a:lnTo>
                    <a:pt x="4148757" y="669103"/>
                  </a:lnTo>
                  <a:lnTo>
                    <a:pt x="4148866" y="669103"/>
                  </a:lnTo>
                  <a:lnTo>
                    <a:pt x="4148974" y="669103"/>
                  </a:lnTo>
                  <a:lnTo>
                    <a:pt x="4149083" y="669103"/>
                  </a:lnTo>
                  <a:lnTo>
                    <a:pt x="4149191" y="669103"/>
                  </a:lnTo>
                  <a:lnTo>
                    <a:pt x="4149300" y="669103"/>
                  </a:lnTo>
                  <a:lnTo>
                    <a:pt x="4149408" y="669103"/>
                  </a:lnTo>
                  <a:lnTo>
                    <a:pt x="4149516" y="669103"/>
                  </a:lnTo>
                  <a:lnTo>
                    <a:pt x="4149625" y="669103"/>
                  </a:lnTo>
                  <a:lnTo>
                    <a:pt x="4149733" y="669103"/>
                  </a:lnTo>
                  <a:lnTo>
                    <a:pt x="4149842" y="669103"/>
                  </a:lnTo>
                  <a:lnTo>
                    <a:pt x="4149950" y="669103"/>
                  </a:lnTo>
                  <a:lnTo>
                    <a:pt x="4150059" y="669103"/>
                  </a:lnTo>
                  <a:lnTo>
                    <a:pt x="4150167" y="669103"/>
                  </a:lnTo>
                  <a:lnTo>
                    <a:pt x="4150276" y="669103"/>
                  </a:lnTo>
                  <a:lnTo>
                    <a:pt x="4150384" y="669103"/>
                  </a:lnTo>
                  <a:lnTo>
                    <a:pt x="4150492" y="669103"/>
                  </a:lnTo>
                  <a:lnTo>
                    <a:pt x="4150601" y="669103"/>
                  </a:lnTo>
                  <a:lnTo>
                    <a:pt x="4150709" y="669103"/>
                  </a:lnTo>
                  <a:lnTo>
                    <a:pt x="4150818" y="669103"/>
                  </a:lnTo>
                  <a:lnTo>
                    <a:pt x="4150926" y="669103"/>
                  </a:lnTo>
                  <a:lnTo>
                    <a:pt x="4151035" y="669103"/>
                  </a:lnTo>
                  <a:lnTo>
                    <a:pt x="4151143" y="669103"/>
                  </a:lnTo>
                  <a:lnTo>
                    <a:pt x="4151252" y="669103"/>
                  </a:lnTo>
                  <a:lnTo>
                    <a:pt x="4151360" y="669103"/>
                  </a:lnTo>
                  <a:lnTo>
                    <a:pt x="4151360" y="668480"/>
                  </a:lnTo>
                  <a:lnTo>
                    <a:pt x="4151468" y="668480"/>
                  </a:lnTo>
                  <a:lnTo>
                    <a:pt x="4151577" y="668480"/>
                  </a:lnTo>
                  <a:lnTo>
                    <a:pt x="4151685" y="668480"/>
                  </a:lnTo>
                  <a:lnTo>
                    <a:pt x="4151794" y="668480"/>
                  </a:lnTo>
                  <a:lnTo>
                    <a:pt x="4151902" y="668480"/>
                  </a:lnTo>
                  <a:lnTo>
                    <a:pt x="4152011" y="668480"/>
                  </a:lnTo>
                  <a:lnTo>
                    <a:pt x="4152119" y="668480"/>
                  </a:lnTo>
                  <a:lnTo>
                    <a:pt x="4152228" y="668480"/>
                  </a:lnTo>
                  <a:lnTo>
                    <a:pt x="4152336" y="668480"/>
                  </a:lnTo>
                  <a:lnTo>
                    <a:pt x="4152444" y="668480"/>
                  </a:lnTo>
                  <a:lnTo>
                    <a:pt x="4152553" y="668480"/>
                  </a:lnTo>
                  <a:lnTo>
                    <a:pt x="4152553" y="667856"/>
                  </a:lnTo>
                  <a:lnTo>
                    <a:pt x="4152661" y="667856"/>
                  </a:lnTo>
                  <a:lnTo>
                    <a:pt x="4152770" y="667856"/>
                  </a:lnTo>
                  <a:lnTo>
                    <a:pt x="4152878" y="667856"/>
                  </a:lnTo>
                  <a:lnTo>
                    <a:pt x="4152987" y="667856"/>
                  </a:lnTo>
                  <a:lnTo>
                    <a:pt x="4153095" y="667856"/>
                  </a:lnTo>
                  <a:lnTo>
                    <a:pt x="4153204" y="667856"/>
                  </a:lnTo>
                  <a:lnTo>
                    <a:pt x="4153312" y="667856"/>
                  </a:lnTo>
                  <a:lnTo>
                    <a:pt x="4153421" y="667856"/>
                  </a:lnTo>
                  <a:lnTo>
                    <a:pt x="4153529" y="667856"/>
                  </a:lnTo>
                  <a:lnTo>
                    <a:pt x="4153637" y="667856"/>
                  </a:lnTo>
                  <a:lnTo>
                    <a:pt x="4153746" y="667856"/>
                  </a:lnTo>
                  <a:lnTo>
                    <a:pt x="4153854" y="667856"/>
                  </a:lnTo>
                  <a:lnTo>
                    <a:pt x="4153963" y="667856"/>
                  </a:lnTo>
                  <a:lnTo>
                    <a:pt x="4154071" y="667856"/>
                  </a:lnTo>
                  <a:lnTo>
                    <a:pt x="4154180" y="667856"/>
                  </a:lnTo>
                  <a:lnTo>
                    <a:pt x="4154288" y="667856"/>
                  </a:lnTo>
                  <a:lnTo>
                    <a:pt x="4154397" y="667856"/>
                  </a:lnTo>
                  <a:lnTo>
                    <a:pt x="4154505" y="667856"/>
                  </a:lnTo>
                  <a:lnTo>
                    <a:pt x="4154613" y="667856"/>
                  </a:lnTo>
                  <a:lnTo>
                    <a:pt x="4154722" y="667856"/>
                  </a:lnTo>
                  <a:lnTo>
                    <a:pt x="4154830" y="667856"/>
                  </a:lnTo>
                  <a:lnTo>
                    <a:pt x="4154939" y="667856"/>
                  </a:lnTo>
                  <a:lnTo>
                    <a:pt x="4155047" y="667856"/>
                  </a:lnTo>
                  <a:lnTo>
                    <a:pt x="4155156" y="667856"/>
                  </a:lnTo>
                  <a:lnTo>
                    <a:pt x="4155156" y="667233"/>
                  </a:lnTo>
                  <a:lnTo>
                    <a:pt x="4155264" y="667233"/>
                  </a:lnTo>
                  <a:lnTo>
                    <a:pt x="4155373" y="667233"/>
                  </a:lnTo>
                  <a:lnTo>
                    <a:pt x="4155481" y="667233"/>
                  </a:lnTo>
                  <a:lnTo>
                    <a:pt x="4155589" y="667233"/>
                  </a:lnTo>
                  <a:lnTo>
                    <a:pt x="4155698" y="667233"/>
                  </a:lnTo>
                  <a:lnTo>
                    <a:pt x="4155806" y="667233"/>
                  </a:lnTo>
                  <a:lnTo>
                    <a:pt x="4155915" y="667233"/>
                  </a:lnTo>
                  <a:lnTo>
                    <a:pt x="4156023" y="667233"/>
                  </a:lnTo>
                  <a:lnTo>
                    <a:pt x="4156132" y="667233"/>
                  </a:lnTo>
                  <a:lnTo>
                    <a:pt x="4156132" y="666609"/>
                  </a:lnTo>
                  <a:lnTo>
                    <a:pt x="4156240" y="666609"/>
                  </a:lnTo>
                  <a:lnTo>
                    <a:pt x="4156349" y="666609"/>
                  </a:lnTo>
                  <a:lnTo>
                    <a:pt x="4156457" y="666609"/>
                  </a:lnTo>
                  <a:lnTo>
                    <a:pt x="4156565" y="666609"/>
                  </a:lnTo>
                  <a:lnTo>
                    <a:pt x="4156674" y="666609"/>
                  </a:lnTo>
                  <a:lnTo>
                    <a:pt x="4156782" y="666609"/>
                  </a:lnTo>
                  <a:lnTo>
                    <a:pt x="4156891" y="666609"/>
                  </a:lnTo>
                  <a:lnTo>
                    <a:pt x="4156999" y="666609"/>
                  </a:lnTo>
                  <a:lnTo>
                    <a:pt x="4157108" y="666609"/>
                  </a:lnTo>
                  <a:lnTo>
                    <a:pt x="4157216" y="666609"/>
                  </a:lnTo>
                  <a:lnTo>
                    <a:pt x="4157216" y="665985"/>
                  </a:lnTo>
                  <a:lnTo>
                    <a:pt x="4157216" y="665362"/>
                  </a:lnTo>
                  <a:lnTo>
                    <a:pt x="4157325" y="665362"/>
                  </a:lnTo>
                  <a:lnTo>
                    <a:pt x="4157433" y="665362"/>
                  </a:lnTo>
                  <a:lnTo>
                    <a:pt x="4157541" y="665362"/>
                  </a:lnTo>
                  <a:lnTo>
                    <a:pt x="4157541" y="664738"/>
                  </a:lnTo>
                  <a:lnTo>
                    <a:pt x="4157650" y="664738"/>
                  </a:lnTo>
                  <a:lnTo>
                    <a:pt x="4157758" y="664738"/>
                  </a:lnTo>
                  <a:lnTo>
                    <a:pt x="4157867" y="664738"/>
                  </a:lnTo>
                  <a:lnTo>
                    <a:pt x="4157975" y="664738"/>
                  </a:lnTo>
                  <a:lnTo>
                    <a:pt x="4158084" y="664738"/>
                  </a:lnTo>
                  <a:lnTo>
                    <a:pt x="4158192" y="664738"/>
                  </a:lnTo>
                  <a:lnTo>
                    <a:pt x="4158301" y="664738"/>
                  </a:lnTo>
                  <a:lnTo>
                    <a:pt x="4158409" y="664738"/>
                  </a:lnTo>
                  <a:lnTo>
                    <a:pt x="4158518" y="664738"/>
                  </a:lnTo>
                  <a:lnTo>
                    <a:pt x="4158626" y="664738"/>
                  </a:lnTo>
                  <a:lnTo>
                    <a:pt x="4158734" y="664738"/>
                  </a:lnTo>
                  <a:lnTo>
                    <a:pt x="4158843" y="664738"/>
                  </a:lnTo>
                  <a:lnTo>
                    <a:pt x="4158843" y="664115"/>
                  </a:lnTo>
                  <a:lnTo>
                    <a:pt x="4158951" y="664115"/>
                  </a:lnTo>
                  <a:lnTo>
                    <a:pt x="4159060" y="664115"/>
                  </a:lnTo>
                  <a:lnTo>
                    <a:pt x="4159060" y="663491"/>
                  </a:lnTo>
                  <a:lnTo>
                    <a:pt x="4159168" y="663491"/>
                  </a:lnTo>
                  <a:lnTo>
                    <a:pt x="4159277" y="663491"/>
                  </a:lnTo>
                  <a:lnTo>
                    <a:pt x="4159277" y="662868"/>
                  </a:lnTo>
                  <a:lnTo>
                    <a:pt x="4159385" y="662868"/>
                  </a:lnTo>
                  <a:lnTo>
                    <a:pt x="4159494" y="662868"/>
                  </a:lnTo>
                  <a:lnTo>
                    <a:pt x="4159602" y="662868"/>
                  </a:lnTo>
                  <a:lnTo>
                    <a:pt x="4159710" y="662868"/>
                  </a:lnTo>
                  <a:lnTo>
                    <a:pt x="4159819" y="662868"/>
                  </a:lnTo>
                  <a:lnTo>
                    <a:pt x="4159927" y="662868"/>
                  </a:lnTo>
                  <a:lnTo>
                    <a:pt x="4160036" y="662868"/>
                  </a:lnTo>
                  <a:lnTo>
                    <a:pt x="4160144" y="662868"/>
                  </a:lnTo>
                  <a:lnTo>
                    <a:pt x="4160253" y="662868"/>
                  </a:lnTo>
                  <a:lnTo>
                    <a:pt x="4160361" y="662868"/>
                  </a:lnTo>
                  <a:lnTo>
                    <a:pt x="4160470" y="662868"/>
                  </a:lnTo>
                  <a:lnTo>
                    <a:pt x="4160578" y="662868"/>
                  </a:lnTo>
                  <a:lnTo>
                    <a:pt x="4160686" y="662868"/>
                  </a:lnTo>
                  <a:lnTo>
                    <a:pt x="4160795" y="662868"/>
                  </a:lnTo>
                  <a:lnTo>
                    <a:pt x="4160903" y="662868"/>
                  </a:lnTo>
                  <a:lnTo>
                    <a:pt x="4161012" y="662868"/>
                  </a:lnTo>
                  <a:lnTo>
                    <a:pt x="4161120" y="662868"/>
                  </a:lnTo>
                  <a:lnTo>
                    <a:pt x="4161229" y="662868"/>
                  </a:lnTo>
                  <a:lnTo>
                    <a:pt x="4161337" y="662868"/>
                  </a:lnTo>
                  <a:lnTo>
                    <a:pt x="4161446" y="662868"/>
                  </a:lnTo>
                  <a:lnTo>
                    <a:pt x="4161554" y="662868"/>
                  </a:lnTo>
                  <a:lnTo>
                    <a:pt x="4161662" y="662868"/>
                  </a:lnTo>
                  <a:lnTo>
                    <a:pt x="4161771" y="662868"/>
                  </a:lnTo>
                  <a:lnTo>
                    <a:pt x="4161879" y="662868"/>
                  </a:lnTo>
                  <a:lnTo>
                    <a:pt x="4161988" y="662868"/>
                  </a:lnTo>
                  <a:lnTo>
                    <a:pt x="4162096" y="662868"/>
                  </a:lnTo>
                  <a:lnTo>
                    <a:pt x="4162205" y="662868"/>
                  </a:lnTo>
                  <a:lnTo>
                    <a:pt x="4162313" y="662868"/>
                  </a:lnTo>
                  <a:lnTo>
                    <a:pt x="4162422" y="662868"/>
                  </a:lnTo>
                  <a:lnTo>
                    <a:pt x="4162530" y="662868"/>
                  </a:lnTo>
                  <a:lnTo>
                    <a:pt x="4162639" y="662868"/>
                  </a:lnTo>
                  <a:lnTo>
                    <a:pt x="4162747" y="662868"/>
                  </a:lnTo>
                  <a:lnTo>
                    <a:pt x="4162855" y="662868"/>
                  </a:lnTo>
                  <a:lnTo>
                    <a:pt x="4162964" y="662868"/>
                  </a:lnTo>
                  <a:lnTo>
                    <a:pt x="4163072" y="662868"/>
                  </a:lnTo>
                  <a:lnTo>
                    <a:pt x="4163181" y="662868"/>
                  </a:lnTo>
                  <a:lnTo>
                    <a:pt x="4163289" y="662868"/>
                  </a:lnTo>
                  <a:lnTo>
                    <a:pt x="4163398" y="662868"/>
                  </a:lnTo>
                  <a:lnTo>
                    <a:pt x="4163506" y="662868"/>
                  </a:lnTo>
                  <a:lnTo>
                    <a:pt x="4163615" y="662868"/>
                  </a:lnTo>
                  <a:lnTo>
                    <a:pt x="4163723" y="662868"/>
                  </a:lnTo>
                  <a:lnTo>
                    <a:pt x="4163831" y="662868"/>
                  </a:lnTo>
                  <a:lnTo>
                    <a:pt x="4163940" y="662868"/>
                  </a:lnTo>
                  <a:lnTo>
                    <a:pt x="4164048" y="662868"/>
                  </a:lnTo>
                  <a:lnTo>
                    <a:pt x="4164157" y="662868"/>
                  </a:lnTo>
                  <a:lnTo>
                    <a:pt x="4164157" y="662244"/>
                  </a:lnTo>
                  <a:lnTo>
                    <a:pt x="4164265" y="662244"/>
                  </a:lnTo>
                  <a:lnTo>
                    <a:pt x="4164374" y="662244"/>
                  </a:lnTo>
                  <a:lnTo>
                    <a:pt x="4164482" y="662244"/>
                  </a:lnTo>
                  <a:lnTo>
                    <a:pt x="4164591" y="662244"/>
                  </a:lnTo>
                  <a:lnTo>
                    <a:pt x="4164699" y="662244"/>
                  </a:lnTo>
                  <a:lnTo>
                    <a:pt x="4164807" y="662244"/>
                  </a:lnTo>
                  <a:lnTo>
                    <a:pt x="4164916" y="662244"/>
                  </a:lnTo>
                  <a:lnTo>
                    <a:pt x="4164916" y="661620"/>
                  </a:lnTo>
                  <a:lnTo>
                    <a:pt x="4165024" y="661620"/>
                  </a:lnTo>
                  <a:lnTo>
                    <a:pt x="4165133" y="661620"/>
                  </a:lnTo>
                  <a:lnTo>
                    <a:pt x="4165241" y="661620"/>
                  </a:lnTo>
                  <a:lnTo>
                    <a:pt x="4165350" y="661620"/>
                  </a:lnTo>
                  <a:lnTo>
                    <a:pt x="4165458" y="661620"/>
                  </a:lnTo>
                  <a:lnTo>
                    <a:pt x="4165567" y="661620"/>
                  </a:lnTo>
                  <a:lnTo>
                    <a:pt x="4165675" y="661620"/>
                  </a:lnTo>
                  <a:lnTo>
                    <a:pt x="4165783" y="661620"/>
                  </a:lnTo>
                  <a:lnTo>
                    <a:pt x="4165892" y="661620"/>
                  </a:lnTo>
                  <a:lnTo>
                    <a:pt x="4166000" y="661620"/>
                  </a:lnTo>
                  <a:lnTo>
                    <a:pt x="4166109" y="661620"/>
                  </a:lnTo>
                  <a:lnTo>
                    <a:pt x="4166217" y="661620"/>
                  </a:lnTo>
                  <a:lnTo>
                    <a:pt x="4166217" y="660997"/>
                  </a:lnTo>
                  <a:lnTo>
                    <a:pt x="4166326" y="660997"/>
                  </a:lnTo>
                  <a:lnTo>
                    <a:pt x="4166434" y="660997"/>
                  </a:lnTo>
                  <a:lnTo>
                    <a:pt x="4166543" y="660997"/>
                  </a:lnTo>
                  <a:lnTo>
                    <a:pt x="4166651" y="660997"/>
                  </a:lnTo>
                  <a:lnTo>
                    <a:pt x="4166760" y="660997"/>
                  </a:lnTo>
                  <a:lnTo>
                    <a:pt x="4166868" y="660997"/>
                  </a:lnTo>
                  <a:lnTo>
                    <a:pt x="4166976" y="660997"/>
                  </a:lnTo>
                  <a:lnTo>
                    <a:pt x="4167085" y="660997"/>
                  </a:lnTo>
                  <a:lnTo>
                    <a:pt x="4167085" y="660373"/>
                  </a:lnTo>
                  <a:lnTo>
                    <a:pt x="4167193" y="660373"/>
                  </a:lnTo>
                  <a:lnTo>
                    <a:pt x="4167302" y="660373"/>
                  </a:lnTo>
                  <a:lnTo>
                    <a:pt x="4167410" y="660373"/>
                  </a:lnTo>
                  <a:lnTo>
                    <a:pt x="4167519" y="660373"/>
                  </a:lnTo>
                  <a:lnTo>
                    <a:pt x="4167627" y="660373"/>
                  </a:lnTo>
                  <a:lnTo>
                    <a:pt x="4167736" y="660373"/>
                  </a:lnTo>
                  <a:lnTo>
                    <a:pt x="4167844" y="660373"/>
                  </a:lnTo>
                  <a:lnTo>
                    <a:pt x="4167952" y="660373"/>
                  </a:lnTo>
                  <a:lnTo>
                    <a:pt x="4168061" y="660373"/>
                  </a:lnTo>
                  <a:lnTo>
                    <a:pt x="4168169" y="660373"/>
                  </a:lnTo>
                  <a:lnTo>
                    <a:pt x="4168278" y="660373"/>
                  </a:lnTo>
                  <a:lnTo>
                    <a:pt x="4168386" y="660373"/>
                  </a:lnTo>
                  <a:lnTo>
                    <a:pt x="4168495" y="660373"/>
                  </a:lnTo>
                  <a:lnTo>
                    <a:pt x="4168495" y="659750"/>
                  </a:lnTo>
                  <a:lnTo>
                    <a:pt x="4168603" y="659750"/>
                  </a:lnTo>
                  <a:lnTo>
                    <a:pt x="4168712" y="659750"/>
                  </a:lnTo>
                  <a:lnTo>
                    <a:pt x="4168820" y="659750"/>
                  </a:lnTo>
                  <a:lnTo>
                    <a:pt x="4168928" y="659750"/>
                  </a:lnTo>
                  <a:lnTo>
                    <a:pt x="4169037" y="659750"/>
                  </a:lnTo>
                  <a:lnTo>
                    <a:pt x="4169145" y="659750"/>
                  </a:lnTo>
                  <a:lnTo>
                    <a:pt x="4169254" y="659750"/>
                  </a:lnTo>
                  <a:lnTo>
                    <a:pt x="4169362" y="659750"/>
                  </a:lnTo>
                  <a:lnTo>
                    <a:pt x="4169471" y="659750"/>
                  </a:lnTo>
                  <a:lnTo>
                    <a:pt x="4169579" y="659750"/>
                  </a:lnTo>
                  <a:lnTo>
                    <a:pt x="4169688" y="659750"/>
                  </a:lnTo>
                  <a:lnTo>
                    <a:pt x="4169796" y="659750"/>
                  </a:lnTo>
                  <a:lnTo>
                    <a:pt x="4169796" y="659126"/>
                  </a:lnTo>
                  <a:lnTo>
                    <a:pt x="4169904" y="659126"/>
                  </a:lnTo>
                  <a:lnTo>
                    <a:pt x="4170013" y="659126"/>
                  </a:lnTo>
                  <a:lnTo>
                    <a:pt x="4170013" y="658502"/>
                  </a:lnTo>
                  <a:lnTo>
                    <a:pt x="4170121" y="658502"/>
                  </a:lnTo>
                  <a:lnTo>
                    <a:pt x="4170230" y="658502"/>
                  </a:lnTo>
                  <a:lnTo>
                    <a:pt x="4170338" y="658502"/>
                  </a:lnTo>
                  <a:lnTo>
                    <a:pt x="4170447" y="658502"/>
                  </a:lnTo>
                  <a:lnTo>
                    <a:pt x="4170555" y="658502"/>
                  </a:lnTo>
                  <a:lnTo>
                    <a:pt x="4170664" y="658502"/>
                  </a:lnTo>
                  <a:lnTo>
                    <a:pt x="4170772" y="658502"/>
                  </a:lnTo>
                  <a:lnTo>
                    <a:pt x="4170881" y="658502"/>
                  </a:lnTo>
                  <a:lnTo>
                    <a:pt x="4170989" y="658502"/>
                  </a:lnTo>
                  <a:lnTo>
                    <a:pt x="4171097" y="658502"/>
                  </a:lnTo>
                  <a:lnTo>
                    <a:pt x="4171206" y="658502"/>
                  </a:lnTo>
                  <a:lnTo>
                    <a:pt x="4171314" y="658502"/>
                  </a:lnTo>
                  <a:lnTo>
                    <a:pt x="4171423" y="658502"/>
                  </a:lnTo>
                  <a:lnTo>
                    <a:pt x="4171531" y="658502"/>
                  </a:lnTo>
                  <a:lnTo>
                    <a:pt x="4171640" y="658502"/>
                  </a:lnTo>
                  <a:lnTo>
                    <a:pt x="4171748" y="658502"/>
                  </a:lnTo>
                  <a:lnTo>
                    <a:pt x="4171857" y="658502"/>
                  </a:lnTo>
                  <a:lnTo>
                    <a:pt x="4171965" y="658502"/>
                  </a:lnTo>
                  <a:lnTo>
                    <a:pt x="4172073" y="658502"/>
                  </a:lnTo>
                  <a:lnTo>
                    <a:pt x="4172182" y="658502"/>
                  </a:lnTo>
                  <a:lnTo>
                    <a:pt x="4172182" y="657879"/>
                  </a:lnTo>
                  <a:lnTo>
                    <a:pt x="4172290" y="657879"/>
                  </a:lnTo>
                  <a:lnTo>
                    <a:pt x="4172399" y="657879"/>
                  </a:lnTo>
                  <a:lnTo>
                    <a:pt x="4172507" y="657879"/>
                  </a:lnTo>
                  <a:lnTo>
                    <a:pt x="4172616" y="657879"/>
                  </a:lnTo>
                  <a:lnTo>
                    <a:pt x="4172724" y="657879"/>
                  </a:lnTo>
                  <a:lnTo>
                    <a:pt x="4172833" y="657879"/>
                  </a:lnTo>
                  <a:lnTo>
                    <a:pt x="4172941" y="657879"/>
                  </a:lnTo>
                  <a:lnTo>
                    <a:pt x="4173049" y="657879"/>
                  </a:lnTo>
                  <a:lnTo>
                    <a:pt x="4173158" y="657879"/>
                  </a:lnTo>
                  <a:lnTo>
                    <a:pt x="4173266" y="657879"/>
                  </a:lnTo>
                  <a:lnTo>
                    <a:pt x="4173375" y="657879"/>
                  </a:lnTo>
                  <a:lnTo>
                    <a:pt x="4173483" y="657879"/>
                  </a:lnTo>
                  <a:lnTo>
                    <a:pt x="4173592" y="657879"/>
                  </a:lnTo>
                  <a:lnTo>
                    <a:pt x="4173700" y="657879"/>
                  </a:lnTo>
                  <a:lnTo>
                    <a:pt x="4173809" y="657879"/>
                  </a:lnTo>
                  <a:lnTo>
                    <a:pt x="4173917" y="657879"/>
                  </a:lnTo>
                  <a:lnTo>
                    <a:pt x="4174025" y="657879"/>
                  </a:lnTo>
                  <a:lnTo>
                    <a:pt x="4174134" y="657879"/>
                  </a:lnTo>
                  <a:lnTo>
                    <a:pt x="4174242" y="657879"/>
                  </a:lnTo>
                  <a:lnTo>
                    <a:pt x="4174351" y="657879"/>
                  </a:lnTo>
                  <a:lnTo>
                    <a:pt x="4174459" y="657879"/>
                  </a:lnTo>
                  <a:lnTo>
                    <a:pt x="4174568" y="657879"/>
                  </a:lnTo>
                  <a:lnTo>
                    <a:pt x="4174676" y="657879"/>
                  </a:lnTo>
                  <a:lnTo>
                    <a:pt x="4174785" y="657879"/>
                  </a:lnTo>
                  <a:lnTo>
                    <a:pt x="4174893" y="657879"/>
                  </a:lnTo>
                  <a:lnTo>
                    <a:pt x="4174893" y="657255"/>
                  </a:lnTo>
                  <a:lnTo>
                    <a:pt x="4175002" y="657255"/>
                  </a:lnTo>
                  <a:lnTo>
                    <a:pt x="4175110" y="657255"/>
                  </a:lnTo>
                  <a:lnTo>
                    <a:pt x="4175218" y="657255"/>
                  </a:lnTo>
                  <a:lnTo>
                    <a:pt x="4175327" y="657255"/>
                  </a:lnTo>
                  <a:lnTo>
                    <a:pt x="4175435" y="657255"/>
                  </a:lnTo>
                  <a:lnTo>
                    <a:pt x="4175544" y="657255"/>
                  </a:lnTo>
                  <a:lnTo>
                    <a:pt x="4175652" y="657255"/>
                  </a:lnTo>
                  <a:lnTo>
                    <a:pt x="4175761" y="657255"/>
                  </a:lnTo>
                  <a:lnTo>
                    <a:pt x="4175869" y="657255"/>
                  </a:lnTo>
                  <a:lnTo>
                    <a:pt x="4175978" y="657255"/>
                  </a:lnTo>
                  <a:lnTo>
                    <a:pt x="4176086" y="657255"/>
                  </a:lnTo>
                  <a:lnTo>
                    <a:pt x="4176194" y="657255"/>
                  </a:lnTo>
                  <a:lnTo>
                    <a:pt x="4176303" y="657255"/>
                  </a:lnTo>
                  <a:lnTo>
                    <a:pt x="4176411" y="657255"/>
                  </a:lnTo>
                  <a:lnTo>
                    <a:pt x="4176520" y="657255"/>
                  </a:lnTo>
                  <a:lnTo>
                    <a:pt x="4176520" y="656632"/>
                  </a:lnTo>
                  <a:lnTo>
                    <a:pt x="4176628" y="656632"/>
                  </a:lnTo>
                  <a:lnTo>
                    <a:pt x="4176737" y="656632"/>
                  </a:lnTo>
                  <a:lnTo>
                    <a:pt x="4176845" y="656632"/>
                  </a:lnTo>
                  <a:lnTo>
                    <a:pt x="4176954" y="656632"/>
                  </a:lnTo>
                  <a:lnTo>
                    <a:pt x="4177062" y="656632"/>
                  </a:lnTo>
                  <a:lnTo>
                    <a:pt x="4177062" y="656008"/>
                  </a:lnTo>
                  <a:lnTo>
                    <a:pt x="4177170" y="656008"/>
                  </a:lnTo>
                  <a:lnTo>
                    <a:pt x="4177279" y="656008"/>
                  </a:lnTo>
                  <a:lnTo>
                    <a:pt x="4177387" y="656008"/>
                  </a:lnTo>
                  <a:lnTo>
                    <a:pt x="4177496" y="656008"/>
                  </a:lnTo>
                  <a:lnTo>
                    <a:pt x="4177604" y="656008"/>
                  </a:lnTo>
                  <a:lnTo>
                    <a:pt x="4177713" y="656008"/>
                  </a:lnTo>
                  <a:lnTo>
                    <a:pt x="4177821" y="656008"/>
                  </a:lnTo>
                  <a:lnTo>
                    <a:pt x="4177930" y="656008"/>
                  </a:lnTo>
                  <a:lnTo>
                    <a:pt x="4178038" y="656008"/>
                  </a:lnTo>
                  <a:lnTo>
                    <a:pt x="4178038" y="655385"/>
                  </a:lnTo>
                  <a:lnTo>
                    <a:pt x="4178146" y="655385"/>
                  </a:lnTo>
                  <a:lnTo>
                    <a:pt x="4178255" y="655385"/>
                  </a:lnTo>
                  <a:lnTo>
                    <a:pt x="4178363" y="655385"/>
                  </a:lnTo>
                  <a:lnTo>
                    <a:pt x="4178472" y="655385"/>
                  </a:lnTo>
                  <a:lnTo>
                    <a:pt x="4178580" y="655385"/>
                  </a:lnTo>
                  <a:lnTo>
                    <a:pt x="4178689" y="655385"/>
                  </a:lnTo>
                  <a:lnTo>
                    <a:pt x="4178797" y="655385"/>
                  </a:lnTo>
                  <a:lnTo>
                    <a:pt x="4178906" y="655385"/>
                  </a:lnTo>
                  <a:lnTo>
                    <a:pt x="4179014" y="655385"/>
                  </a:lnTo>
                  <a:lnTo>
                    <a:pt x="4179122" y="655385"/>
                  </a:lnTo>
                  <a:lnTo>
                    <a:pt x="4179231" y="655385"/>
                  </a:lnTo>
                  <a:lnTo>
                    <a:pt x="4179339" y="655385"/>
                  </a:lnTo>
                  <a:lnTo>
                    <a:pt x="4179448" y="655385"/>
                  </a:lnTo>
                  <a:lnTo>
                    <a:pt x="4179556" y="655385"/>
                  </a:lnTo>
                  <a:lnTo>
                    <a:pt x="4179665" y="655385"/>
                  </a:lnTo>
                  <a:lnTo>
                    <a:pt x="4179773" y="655385"/>
                  </a:lnTo>
                  <a:lnTo>
                    <a:pt x="4179882" y="655385"/>
                  </a:lnTo>
                  <a:lnTo>
                    <a:pt x="4179990" y="655385"/>
                  </a:lnTo>
                  <a:lnTo>
                    <a:pt x="4180099" y="655385"/>
                  </a:lnTo>
                  <a:lnTo>
                    <a:pt x="4180207" y="655385"/>
                  </a:lnTo>
                  <a:lnTo>
                    <a:pt x="4180315" y="655385"/>
                  </a:lnTo>
                  <a:lnTo>
                    <a:pt x="4180315" y="654761"/>
                  </a:lnTo>
                  <a:lnTo>
                    <a:pt x="4180424" y="654761"/>
                  </a:lnTo>
                  <a:lnTo>
                    <a:pt x="4180532" y="654761"/>
                  </a:lnTo>
                  <a:lnTo>
                    <a:pt x="4180641" y="654761"/>
                  </a:lnTo>
                  <a:lnTo>
                    <a:pt x="4180749" y="654761"/>
                  </a:lnTo>
                  <a:lnTo>
                    <a:pt x="4180858" y="654761"/>
                  </a:lnTo>
                  <a:lnTo>
                    <a:pt x="4180966" y="654761"/>
                  </a:lnTo>
                  <a:lnTo>
                    <a:pt x="4181075" y="654761"/>
                  </a:lnTo>
                  <a:lnTo>
                    <a:pt x="4181183" y="654761"/>
                  </a:lnTo>
                  <a:lnTo>
                    <a:pt x="4181291" y="654761"/>
                  </a:lnTo>
                  <a:lnTo>
                    <a:pt x="4181400" y="654761"/>
                  </a:lnTo>
                  <a:lnTo>
                    <a:pt x="4181508" y="654761"/>
                  </a:lnTo>
                  <a:lnTo>
                    <a:pt x="4181508" y="654137"/>
                  </a:lnTo>
                  <a:lnTo>
                    <a:pt x="4181617" y="654137"/>
                  </a:lnTo>
                  <a:lnTo>
                    <a:pt x="4181725" y="654137"/>
                  </a:lnTo>
                  <a:lnTo>
                    <a:pt x="4181834" y="654137"/>
                  </a:lnTo>
                  <a:lnTo>
                    <a:pt x="4181942" y="654137"/>
                  </a:lnTo>
                  <a:lnTo>
                    <a:pt x="4182051" y="654137"/>
                  </a:lnTo>
                  <a:lnTo>
                    <a:pt x="4182159" y="654137"/>
                  </a:lnTo>
                  <a:lnTo>
                    <a:pt x="4182159" y="653514"/>
                  </a:lnTo>
                  <a:lnTo>
                    <a:pt x="4182267" y="653514"/>
                  </a:lnTo>
                  <a:lnTo>
                    <a:pt x="4182376" y="653514"/>
                  </a:lnTo>
                  <a:lnTo>
                    <a:pt x="4182484" y="653514"/>
                  </a:lnTo>
                  <a:lnTo>
                    <a:pt x="4182593" y="653514"/>
                  </a:lnTo>
                  <a:lnTo>
                    <a:pt x="4182701" y="653514"/>
                  </a:lnTo>
                  <a:lnTo>
                    <a:pt x="4182701" y="652890"/>
                  </a:lnTo>
                  <a:lnTo>
                    <a:pt x="4182810" y="652890"/>
                  </a:lnTo>
                  <a:lnTo>
                    <a:pt x="4182918" y="652890"/>
                  </a:lnTo>
                  <a:lnTo>
                    <a:pt x="4183027" y="652890"/>
                  </a:lnTo>
                  <a:lnTo>
                    <a:pt x="4183135" y="652890"/>
                  </a:lnTo>
                  <a:lnTo>
                    <a:pt x="4183243" y="652890"/>
                  </a:lnTo>
                  <a:lnTo>
                    <a:pt x="4183352" y="652890"/>
                  </a:lnTo>
                  <a:lnTo>
                    <a:pt x="4183460" y="652890"/>
                  </a:lnTo>
                  <a:lnTo>
                    <a:pt x="4183460" y="652267"/>
                  </a:lnTo>
                  <a:lnTo>
                    <a:pt x="4183569" y="652267"/>
                  </a:lnTo>
                  <a:lnTo>
                    <a:pt x="4183677" y="652267"/>
                  </a:lnTo>
                  <a:lnTo>
                    <a:pt x="4183786" y="652267"/>
                  </a:lnTo>
                  <a:lnTo>
                    <a:pt x="4183786" y="651643"/>
                  </a:lnTo>
                  <a:lnTo>
                    <a:pt x="4183894" y="651643"/>
                  </a:lnTo>
                  <a:lnTo>
                    <a:pt x="4184003" y="651643"/>
                  </a:lnTo>
                  <a:lnTo>
                    <a:pt x="4184111" y="651643"/>
                  </a:lnTo>
                  <a:lnTo>
                    <a:pt x="4184220" y="651643"/>
                  </a:lnTo>
                  <a:lnTo>
                    <a:pt x="4184328" y="651643"/>
                  </a:lnTo>
                  <a:lnTo>
                    <a:pt x="4184436" y="651643"/>
                  </a:lnTo>
                  <a:lnTo>
                    <a:pt x="4184436" y="651019"/>
                  </a:lnTo>
                  <a:lnTo>
                    <a:pt x="4184545" y="651019"/>
                  </a:lnTo>
                  <a:lnTo>
                    <a:pt x="4184545" y="650396"/>
                  </a:lnTo>
                  <a:lnTo>
                    <a:pt x="4184653" y="650396"/>
                  </a:lnTo>
                  <a:lnTo>
                    <a:pt x="4184762" y="650396"/>
                  </a:lnTo>
                  <a:lnTo>
                    <a:pt x="4184870" y="650396"/>
                  </a:lnTo>
                  <a:lnTo>
                    <a:pt x="4184979" y="650396"/>
                  </a:lnTo>
                  <a:lnTo>
                    <a:pt x="4185087" y="650396"/>
                  </a:lnTo>
                  <a:lnTo>
                    <a:pt x="4185196" y="650396"/>
                  </a:lnTo>
                  <a:lnTo>
                    <a:pt x="4185304" y="650396"/>
                  </a:lnTo>
                  <a:lnTo>
                    <a:pt x="4185412" y="650396"/>
                  </a:lnTo>
                  <a:lnTo>
                    <a:pt x="4185521" y="650396"/>
                  </a:lnTo>
                  <a:lnTo>
                    <a:pt x="4185629" y="650396"/>
                  </a:lnTo>
                  <a:lnTo>
                    <a:pt x="4185738" y="650396"/>
                  </a:lnTo>
                  <a:lnTo>
                    <a:pt x="4185846" y="650396"/>
                  </a:lnTo>
                  <a:lnTo>
                    <a:pt x="4185846" y="649772"/>
                  </a:lnTo>
                  <a:lnTo>
                    <a:pt x="4185846" y="649149"/>
                  </a:lnTo>
                  <a:lnTo>
                    <a:pt x="4185955" y="649149"/>
                  </a:lnTo>
                  <a:lnTo>
                    <a:pt x="4186063" y="649149"/>
                  </a:lnTo>
                  <a:lnTo>
                    <a:pt x="4186172" y="649149"/>
                  </a:lnTo>
                  <a:lnTo>
                    <a:pt x="4186280" y="649149"/>
                  </a:lnTo>
                  <a:lnTo>
                    <a:pt x="4186388" y="649149"/>
                  </a:lnTo>
                  <a:lnTo>
                    <a:pt x="4186497" y="649149"/>
                  </a:lnTo>
                  <a:lnTo>
                    <a:pt x="4186605" y="649149"/>
                  </a:lnTo>
                  <a:lnTo>
                    <a:pt x="4186714" y="649149"/>
                  </a:lnTo>
                  <a:lnTo>
                    <a:pt x="4186822" y="649149"/>
                  </a:lnTo>
                  <a:lnTo>
                    <a:pt x="4186931" y="649149"/>
                  </a:lnTo>
                  <a:lnTo>
                    <a:pt x="4187039" y="649149"/>
                  </a:lnTo>
                  <a:lnTo>
                    <a:pt x="4187148" y="649149"/>
                  </a:lnTo>
                  <a:lnTo>
                    <a:pt x="4187256" y="649149"/>
                  </a:lnTo>
                  <a:lnTo>
                    <a:pt x="4187364" y="649149"/>
                  </a:lnTo>
                  <a:lnTo>
                    <a:pt x="4187364" y="648525"/>
                  </a:lnTo>
                  <a:lnTo>
                    <a:pt x="4187473" y="648525"/>
                  </a:lnTo>
                  <a:lnTo>
                    <a:pt x="4187581" y="648525"/>
                  </a:lnTo>
                  <a:lnTo>
                    <a:pt x="4187690" y="648525"/>
                  </a:lnTo>
                  <a:lnTo>
                    <a:pt x="4187798" y="648525"/>
                  </a:lnTo>
                  <a:lnTo>
                    <a:pt x="4187907" y="648525"/>
                  </a:lnTo>
                  <a:lnTo>
                    <a:pt x="4188015" y="648525"/>
                  </a:lnTo>
                  <a:lnTo>
                    <a:pt x="4188015" y="647902"/>
                  </a:lnTo>
                  <a:lnTo>
                    <a:pt x="4188124" y="647902"/>
                  </a:lnTo>
                  <a:lnTo>
                    <a:pt x="4188232" y="647902"/>
                  </a:lnTo>
                  <a:lnTo>
                    <a:pt x="4188341" y="647902"/>
                  </a:lnTo>
                  <a:lnTo>
                    <a:pt x="4188449" y="647902"/>
                  </a:lnTo>
                  <a:lnTo>
                    <a:pt x="4188557" y="647902"/>
                  </a:lnTo>
                  <a:lnTo>
                    <a:pt x="4188666" y="647902"/>
                  </a:lnTo>
                  <a:lnTo>
                    <a:pt x="4188774" y="647902"/>
                  </a:lnTo>
                  <a:lnTo>
                    <a:pt x="4188883" y="647902"/>
                  </a:lnTo>
                  <a:lnTo>
                    <a:pt x="4188991" y="647902"/>
                  </a:lnTo>
                  <a:lnTo>
                    <a:pt x="4189100" y="647902"/>
                  </a:lnTo>
                  <a:lnTo>
                    <a:pt x="4189208" y="647902"/>
                  </a:lnTo>
                  <a:lnTo>
                    <a:pt x="4189317" y="647902"/>
                  </a:lnTo>
                  <a:lnTo>
                    <a:pt x="4189425" y="647902"/>
                  </a:lnTo>
                  <a:lnTo>
                    <a:pt x="4189533" y="647902"/>
                  </a:lnTo>
                  <a:lnTo>
                    <a:pt x="4189642" y="647902"/>
                  </a:lnTo>
                  <a:lnTo>
                    <a:pt x="4189750" y="647902"/>
                  </a:lnTo>
                  <a:lnTo>
                    <a:pt x="4189859" y="647902"/>
                  </a:lnTo>
                  <a:lnTo>
                    <a:pt x="4189967" y="647902"/>
                  </a:lnTo>
                  <a:lnTo>
                    <a:pt x="4190076" y="647902"/>
                  </a:lnTo>
                  <a:lnTo>
                    <a:pt x="4190184" y="647902"/>
                  </a:lnTo>
                  <a:lnTo>
                    <a:pt x="4190293" y="647902"/>
                  </a:lnTo>
                  <a:lnTo>
                    <a:pt x="4190401" y="647902"/>
                  </a:lnTo>
                  <a:lnTo>
                    <a:pt x="4190401" y="647278"/>
                  </a:lnTo>
                  <a:lnTo>
                    <a:pt x="4190509" y="647278"/>
                  </a:lnTo>
                  <a:lnTo>
                    <a:pt x="4190618" y="647278"/>
                  </a:lnTo>
                  <a:lnTo>
                    <a:pt x="4190726" y="647278"/>
                  </a:lnTo>
                  <a:lnTo>
                    <a:pt x="4190835" y="647278"/>
                  </a:lnTo>
                  <a:lnTo>
                    <a:pt x="4190943" y="647278"/>
                  </a:lnTo>
                  <a:lnTo>
                    <a:pt x="4191052" y="647278"/>
                  </a:lnTo>
                  <a:lnTo>
                    <a:pt x="4191160" y="647278"/>
                  </a:lnTo>
                  <a:lnTo>
                    <a:pt x="4191269" y="647278"/>
                  </a:lnTo>
                  <a:lnTo>
                    <a:pt x="4191377" y="647278"/>
                  </a:lnTo>
                  <a:lnTo>
                    <a:pt x="4191485" y="647278"/>
                  </a:lnTo>
                  <a:lnTo>
                    <a:pt x="4191594" y="647278"/>
                  </a:lnTo>
                  <a:lnTo>
                    <a:pt x="4191702" y="647278"/>
                  </a:lnTo>
                  <a:lnTo>
                    <a:pt x="4191811" y="647278"/>
                  </a:lnTo>
                  <a:lnTo>
                    <a:pt x="4191919" y="647278"/>
                  </a:lnTo>
                  <a:lnTo>
                    <a:pt x="4192028" y="647278"/>
                  </a:lnTo>
                  <a:lnTo>
                    <a:pt x="4192136" y="647278"/>
                  </a:lnTo>
                  <a:lnTo>
                    <a:pt x="4192245" y="647278"/>
                  </a:lnTo>
                  <a:lnTo>
                    <a:pt x="4192353" y="647278"/>
                  </a:lnTo>
                  <a:lnTo>
                    <a:pt x="4192462" y="647278"/>
                  </a:lnTo>
                  <a:lnTo>
                    <a:pt x="4192570" y="647278"/>
                  </a:lnTo>
                  <a:lnTo>
                    <a:pt x="4192678" y="647278"/>
                  </a:lnTo>
                  <a:lnTo>
                    <a:pt x="4192787" y="647278"/>
                  </a:lnTo>
                  <a:lnTo>
                    <a:pt x="4192895" y="647278"/>
                  </a:lnTo>
                  <a:lnTo>
                    <a:pt x="4193004" y="647278"/>
                  </a:lnTo>
                  <a:lnTo>
                    <a:pt x="4193004" y="646654"/>
                  </a:lnTo>
                  <a:lnTo>
                    <a:pt x="4193004" y="646031"/>
                  </a:lnTo>
                  <a:lnTo>
                    <a:pt x="4193112" y="646031"/>
                  </a:lnTo>
                  <a:lnTo>
                    <a:pt x="4193112" y="645407"/>
                  </a:lnTo>
                  <a:lnTo>
                    <a:pt x="4193221" y="645407"/>
                  </a:lnTo>
                  <a:lnTo>
                    <a:pt x="4193329" y="645407"/>
                  </a:lnTo>
                  <a:lnTo>
                    <a:pt x="4193438" y="645407"/>
                  </a:lnTo>
                  <a:lnTo>
                    <a:pt x="4193546" y="645407"/>
                  </a:lnTo>
                  <a:lnTo>
                    <a:pt x="4193654" y="645407"/>
                  </a:lnTo>
                  <a:lnTo>
                    <a:pt x="4193763" y="645407"/>
                  </a:lnTo>
                  <a:lnTo>
                    <a:pt x="4193871" y="645407"/>
                  </a:lnTo>
                  <a:lnTo>
                    <a:pt x="4193980" y="645407"/>
                  </a:lnTo>
                  <a:lnTo>
                    <a:pt x="4194088" y="645407"/>
                  </a:lnTo>
                  <a:lnTo>
                    <a:pt x="4194197" y="645407"/>
                  </a:lnTo>
                  <a:lnTo>
                    <a:pt x="4194305" y="645407"/>
                  </a:lnTo>
                  <a:lnTo>
                    <a:pt x="4194414" y="645407"/>
                  </a:lnTo>
                  <a:lnTo>
                    <a:pt x="4194522" y="645407"/>
                  </a:lnTo>
                  <a:lnTo>
                    <a:pt x="4194630" y="645407"/>
                  </a:lnTo>
                  <a:lnTo>
                    <a:pt x="4194630" y="644784"/>
                  </a:lnTo>
                  <a:lnTo>
                    <a:pt x="4194739" y="644784"/>
                  </a:lnTo>
                  <a:lnTo>
                    <a:pt x="4194847" y="644784"/>
                  </a:lnTo>
                  <a:lnTo>
                    <a:pt x="4194956" y="644784"/>
                  </a:lnTo>
                  <a:lnTo>
                    <a:pt x="4195064" y="644784"/>
                  </a:lnTo>
                  <a:lnTo>
                    <a:pt x="4195173" y="644784"/>
                  </a:lnTo>
                  <a:lnTo>
                    <a:pt x="4195281" y="644784"/>
                  </a:lnTo>
                  <a:lnTo>
                    <a:pt x="4195390" y="644784"/>
                  </a:lnTo>
                  <a:lnTo>
                    <a:pt x="4195498" y="644784"/>
                  </a:lnTo>
                  <a:lnTo>
                    <a:pt x="4195606" y="644784"/>
                  </a:lnTo>
                  <a:lnTo>
                    <a:pt x="4195715" y="644784"/>
                  </a:lnTo>
                  <a:lnTo>
                    <a:pt x="4195823" y="644784"/>
                  </a:lnTo>
                  <a:lnTo>
                    <a:pt x="4195932" y="644784"/>
                  </a:lnTo>
                  <a:lnTo>
                    <a:pt x="4196040" y="644784"/>
                  </a:lnTo>
                  <a:lnTo>
                    <a:pt x="4196149" y="644784"/>
                  </a:lnTo>
                  <a:lnTo>
                    <a:pt x="4196149" y="644160"/>
                  </a:lnTo>
                  <a:lnTo>
                    <a:pt x="4196257" y="644160"/>
                  </a:lnTo>
                  <a:lnTo>
                    <a:pt x="4196366" y="644160"/>
                  </a:lnTo>
                  <a:lnTo>
                    <a:pt x="4196474" y="644160"/>
                  </a:lnTo>
                  <a:lnTo>
                    <a:pt x="4196583" y="644160"/>
                  </a:lnTo>
                  <a:lnTo>
                    <a:pt x="4196691" y="644160"/>
                  </a:lnTo>
                  <a:lnTo>
                    <a:pt x="4196799" y="644160"/>
                  </a:lnTo>
                  <a:lnTo>
                    <a:pt x="4196908" y="644160"/>
                  </a:lnTo>
                  <a:lnTo>
                    <a:pt x="4197016" y="644160"/>
                  </a:lnTo>
                  <a:lnTo>
                    <a:pt x="4197125" y="644160"/>
                  </a:lnTo>
                  <a:lnTo>
                    <a:pt x="4197233" y="644160"/>
                  </a:lnTo>
                  <a:lnTo>
                    <a:pt x="4197342" y="644160"/>
                  </a:lnTo>
                  <a:lnTo>
                    <a:pt x="4197450" y="644160"/>
                  </a:lnTo>
                  <a:lnTo>
                    <a:pt x="4197450" y="643536"/>
                  </a:lnTo>
                  <a:lnTo>
                    <a:pt x="4197450" y="642913"/>
                  </a:lnTo>
                  <a:lnTo>
                    <a:pt x="4197559" y="642913"/>
                  </a:lnTo>
                  <a:lnTo>
                    <a:pt x="4197559" y="642289"/>
                  </a:lnTo>
                  <a:lnTo>
                    <a:pt x="4197667" y="642289"/>
                  </a:lnTo>
                  <a:lnTo>
                    <a:pt x="4197775" y="642289"/>
                  </a:lnTo>
                  <a:lnTo>
                    <a:pt x="4197884" y="642289"/>
                  </a:lnTo>
                  <a:lnTo>
                    <a:pt x="4197992" y="642289"/>
                  </a:lnTo>
                  <a:lnTo>
                    <a:pt x="4198101" y="642289"/>
                  </a:lnTo>
                  <a:lnTo>
                    <a:pt x="4198101" y="641666"/>
                  </a:lnTo>
                  <a:lnTo>
                    <a:pt x="4198209" y="641666"/>
                  </a:lnTo>
                  <a:lnTo>
                    <a:pt x="4198318" y="641666"/>
                  </a:lnTo>
                  <a:lnTo>
                    <a:pt x="4198426" y="641666"/>
                  </a:lnTo>
                  <a:lnTo>
                    <a:pt x="4198535" y="641666"/>
                  </a:lnTo>
                  <a:lnTo>
                    <a:pt x="4198643" y="641666"/>
                  </a:lnTo>
                  <a:lnTo>
                    <a:pt x="4198751" y="641666"/>
                  </a:lnTo>
                  <a:lnTo>
                    <a:pt x="4198860" y="641666"/>
                  </a:lnTo>
                  <a:lnTo>
                    <a:pt x="4198968" y="641666"/>
                  </a:lnTo>
                  <a:lnTo>
                    <a:pt x="4199077" y="641666"/>
                  </a:lnTo>
                  <a:lnTo>
                    <a:pt x="4199185" y="641666"/>
                  </a:lnTo>
                  <a:lnTo>
                    <a:pt x="4199294" y="641666"/>
                  </a:lnTo>
                  <a:lnTo>
                    <a:pt x="4199402" y="641666"/>
                  </a:lnTo>
                  <a:lnTo>
                    <a:pt x="4199511" y="641666"/>
                  </a:lnTo>
                  <a:lnTo>
                    <a:pt x="4199619" y="641666"/>
                  </a:lnTo>
                  <a:lnTo>
                    <a:pt x="4199727" y="641666"/>
                  </a:lnTo>
                  <a:lnTo>
                    <a:pt x="4199836" y="641666"/>
                  </a:lnTo>
                  <a:lnTo>
                    <a:pt x="4199944" y="641666"/>
                  </a:lnTo>
                  <a:lnTo>
                    <a:pt x="4200053" y="641666"/>
                  </a:lnTo>
                  <a:lnTo>
                    <a:pt x="4200053" y="641042"/>
                  </a:lnTo>
                  <a:lnTo>
                    <a:pt x="4200161" y="641042"/>
                  </a:lnTo>
                  <a:lnTo>
                    <a:pt x="4200270" y="641042"/>
                  </a:lnTo>
                  <a:lnTo>
                    <a:pt x="4200378" y="641042"/>
                  </a:lnTo>
                  <a:lnTo>
                    <a:pt x="4200487" y="641042"/>
                  </a:lnTo>
                  <a:lnTo>
                    <a:pt x="4200595" y="641042"/>
                  </a:lnTo>
                  <a:lnTo>
                    <a:pt x="4200703" y="641042"/>
                  </a:lnTo>
                  <a:lnTo>
                    <a:pt x="4200812" y="641042"/>
                  </a:lnTo>
                  <a:lnTo>
                    <a:pt x="4200920" y="641042"/>
                  </a:lnTo>
                  <a:lnTo>
                    <a:pt x="4201029" y="641042"/>
                  </a:lnTo>
                  <a:lnTo>
                    <a:pt x="4201137" y="641042"/>
                  </a:lnTo>
                  <a:lnTo>
                    <a:pt x="4201246" y="641042"/>
                  </a:lnTo>
                  <a:lnTo>
                    <a:pt x="4201354" y="641042"/>
                  </a:lnTo>
                  <a:lnTo>
                    <a:pt x="4201463" y="641042"/>
                  </a:lnTo>
                  <a:lnTo>
                    <a:pt x="4201571" y="641042"/>
                  </a:lnTo>
                  <a:lnTo>
                    <a:pt x="4201571" y="640419"/>
                  </a:lnTo>
                  <a:lnTo>
                    <a:pt x="4201680" y="640419"/>
                  </a:lnTo>
                  <a:lnTo>
                    <a:pt x="4201788" y="640419"/>
                  </a:lnTo>
                  <a:lnTo>
                    <a:pt x="4201896" y="640419"/>
                  </a:lnTo>
                  <a:lnTo>
                    <a:pt x="4202005" y="640419"/>
                  </a:lnTo>
                  <a:lnTo>
                    <a:pt x="4202113" y="640419"/>
                  </a:lnTo>
                  <a:lnTo>
                    <a:pt x="4202222" y="640419"/>
                  </a:lnTo>
                  <a:lnTo>
                    <a:pt x="4202330" y="640419"/>
                  </a:lnTo>
                  <a:lnTo>
                    <a:pt x="4202439" y="640419"/>
                  </a:lnTo>
                  <a:lnTo>
                    <a:pt x="4202439" y="639795"/>
                  </a:lnTo>
                  <a:lnTo>
                    <a:pt x="4202547" y="639795"/>
                  </a:lnTo>
                  <a:lnTo>
                    <a:pt x="4202656" y="639795"/>
                  </a:lnTo>
                  <a:lnTo>
                    <a:pt x="4202764" y="639795"/>
                  </a:lnTo>
                  <a:lnTo>
                    <a:pt x="4202872" y="639795"/>
                  </a:lnTo>
                  <a:lnTo>
                    <a:pt x="4202872" y="639171"/>
                  </a:lnTo>
                  <a:lnTo>
                    <a:pt x="4202981" y="639171"/>
                  </a:lnTo>
                  <a:lnTo>
                    <a:pt x="4203089" y="639171"/>
                  </a:lnTo>
                  <a:lnTo>
                    <a:pt x="4203198" y="639171"/>
                  </a:lnTo>
                  <a:lnTo>
                    <a:pt x="4203306" y="639171"/>
                  </a:lnTo>
                  <a:lnTo>
                    <a:pt x="4203306" y="638548"/>
                  </a:lnTo>
                  <a:lnTo>
                    <a:pt x="4203306" y="637924"/>
                  </a:lnTo>
                  <a:lnTo>
                    <a:pt x="4203415" y="637924"/>
                  </a:lnTo>
                  <a:lnTo>
                    <a:pt x="4203523" y="637924"/>
                  </a:lnTo>
                  <a:lnTo>
                    <a:pt x="4203523" y="637301"/>
                  </a:lnTo>
                  <a:lnTo>
                    <a:pt x="4203632" y="637301"/>
                  </a:lnTo>
                  <a:lnTo>
                    <a:pt x="4203740" y="637301"/>
                  </a:lnTo>
                  <a:lnTo>
                    <a:pt x="4203848" y="637301"/>
                  </a:lnTo>
                  <a:lnTo>
                    <a:pt x="4203957" y="637301"/>
                  </a:lnTo>
                  <a:lnTo>
                    <a:pt x="4204065" y="637301"/>
                  </a:lnTo>
                  <a:lnTo>
                    <a:pt x="4204065" y="636677"/>
                  </a:lnTo>
                  <a:lnTo>
                    <a:pt x="4204174" y="636677"/>
                  </a:lnTo>
                  <a:lnTo>
                    <a:pt x="4204282" y="636677"/>
                  </a:lnTo>
                  <a:lnTo>
                    <a:pt x="4204391" y="636677"/>
                  </a:lnTo>
                  <a:lnTo>
                    <a:pt x="4204499" y="636677"/>
                  </a:lnTo>
                  <a:lnTo>
                    <a:pt x="4204608" y="636677"/>
                  </a:lnTo>
                  <a:lnTo>
                    <a:pt x="4204716" y="636677"/>
                  </a:lnTo>
                  <a:lnTo>
                    <a:pt x="4204824" y="636677"/>
                  </a:lnTo>
                  <a:lnTo>
                    <a:pt x="4204933" y="636677"/>
                  </a:lnTo>
                  <a:lnTo>
                    <a:pt x="4205041" y="636677"/>
                  </a:lnTo>
                  <a:lnTo>
                    <a:pt x="4205150" y="636677"/>
                  </a:lnTo>
                  <a:lnTo>
                    <a:pt x="4205258" y="636677"/>
                  </a:lnTo>
                  <a:lnTo>
                    <a:pt x="4205367" y="636677"/>
                  </a:lnTo>
                  <a:lnTo>
                    <a:pt x="4205475" y="636677"/>
                  </a:lnTo>
                  <a:lnTo>
                    <a:pt x="4205584" y="636677"/>
                  </a:lnTo>
                  <a:lnTo>
                    <a:pt x="4205692" y="636677"/>
                  </a:lnTo>
                  <a:lnTo>
                    <a:pt x="4205801" y="636677"/>
                  </a:lnTo>
                  <a:lnTo>
                    <a:pt x="4205909" y="636677"/>
                  </a:lnTo>
                  <a:lnTo>
                    <a:pt x="4206017" y="636677"/>
                  </a:lnTo>
                  <a:lnTo>
                    <a:pt x="4206126" y="636677"/>
                  </a:lnTo>
                  <a:lnTo>
                    <a:pt x="4206234" y="636677"/>
                  </a:lnTo>
                  <a:lnTo>
                    <a:pt x="4206343" y="636677"/>
                  </a:lnTo>
                  <a:lnTo>
                    <a:pt x="4206451" y="636677"/>
                  </a:lnTo>
                  <a:lnTo>
                    <a:pt x="4206560" y="636677"/>
                  </a:lnTo>
                  <a:lnTo>
                    <a:pt x="4206668" y="636677"/>
                  </a:lnTo>
                  <a:lnTo>
                    <a:pt x="4206777" y="636677"/>
                  </a:lnTo>
                  <a:lnTo>
                    <a:pt x="4206885" y="636677"/>
                  </a:lnTo>
                  <a:lnTo>
                    <a:pt x="4206885" y="636053"/>
                  </a:lnTo>
                  <a:lnTo>
                    <a:pt x="4206993" y="636053"/>
                  </a:lnTo>
                  <a:lnTo>
                    <a:pt x="4207102" y="636053"/>
                  </a:lnTo>
                  <a:lnTo>
                    <a:pt x="4207210" y="636053"/>
                  </a:lnTo>
                  <a:lnTo>
                    <a:pt x="4207319" y="636053"/>
                  </a:lnTo>
                  <a:lnTo>
                    <a:pt x="4207427" y="636053"/>
                  </a:lnTo>
                  <a:lnTo>
                    <a:pt x="4207536" y="636053"/>
                  </a:lnTo>
                  <a:lnTo>
                    <a:pt x="4207644" y="636053"/>
                  </a:lnTo>
                  <a:lnTo>
                    <a:pt x="4207753" y="636053"/>
                  </a:lnTo>
                  <a:lnTo>
                    <a:pt x="4207861" y="636053"/>
                  </a:lnTo>
                  <a:lnTo>
                    <a:pt x="4207969" y="636053"/>
                  </a:lnTo>
                  <a:lnTo>
                    <a:pt x="4208078" y="636053"/>
                  </a:lnTo>
                  <a:lnTo>
                    <a:pt x="4208186" y="636053"/>
                  </a:lnTo>
                  <a:lnTo>
                    <a:pt x="4208295" y="636053"/>
                  </a:lnTo>
                  <a:lnTo>
                    <a:pt x="4208403" y="636053"/>
                  </a:lnTo>
                  <a:lnTo>
                    <a:pt x="4208512" y="636053"/>
                  </a:lnTo>
                  <a:lnTo>
                    <a:pt x="4208620" y="636053"/>
                  </a:lnTo>
                  <a:lnTo>
                    <a:pt x="4208729" y="636053"/>
                  </a:lnTo>
                  <a:lnTo>
                    <a:pt x="4208837" y="636053"/>
                  </a:lnTo>
                  <a:lnTo>
                    <a:pt x="4208945" y="636053"/>
                  </a:lnTo>
                  <a:lnTo>
                    <a:pt x="4209054" y="636053"/>
                  </a:lnTo>
                  <a:lnTo>
                    <a:pt x="4209162" y="636053"/>
                  </a:lnTo>
                  <a:lnTo>
                    <a:pt x="4209271" y="636053"/>
                  </a:lnTo>
                  <a:lnTo>
                    <a:pt x="4209379" y="636053"/>
                  </a:lnTo>
                  <a:lnTo>
                    <a:pt x="4209488" y="636053"/>
                  </a:lnTo>
                  <a:lnTo>
                    <a:pt x="4209596" y="636053"/>
                  </a:lnTo>
                  <a:lnTo>
                    <a:pt x="4209705" y="636053"/>
                  </a:lnTo>
                  <a:lnTo>
                    <a:pt x="4209813" y="636053"/>
                  </a:lnTo>
                  <a:lnTo>
                    <a:pt x="4209813" y="635430"/>
                  </a:lnTo>
                  <a:lnTo>
                    <a:pt x="4209922" y="635430"/>
                  </a:lnTo>
                  <a:lnTo>
                    <a:pt x="4210030" y="635430"/>
                  </a:lnTo>
                  <a:lnTo>
                    <a:pt x="4210138" y="635430"/>
                  </a:lnTo>
                  <a:lnTo>
                    <a:pt x="4210247" y="635430"/>
                  </a:lnTo>
                  <a:lnTo>
                    <a:pt x="4210247" y="634806"/>
                  </a:lnTo>
                  <a:lnTo>
                    <a:pt x="4210355" y="634806"/>
                  </a:lnTo>
                  <a:lnTo>
                    <a:pt x="4210464" y="634806"/>
                  </a:lnTo>
                  <a:lnTo>
                    <a:pt x="4210572" y="634806"/>
                  </a:lnTo>
                  <a:lnTo>
                    <a:pt x="4210681" y="634806"/>
                  </a:lnTo>
                  <a:lnTo>
                    <a:pt x="4210789" y="634806"/>
                  </a:lnTo>
                  <a:lnTo>
                    <a:pt x="4210898" y="634806"/>
                  </a:lnTo>
                  <a:lnTo>
                    <a:pt x="4211006" y="634806"/>
                  </a:lnTo>
                  <a:lnTo>
                    <a:pt x="4211114" y="634806"/>
                  </a:lnTo>
                  <a:lnTo>
                    <a:pt x="4211223" y="634806"/>
                  </a:lnTo>
                  <a:lnTo>
                    <a:pt x="4211223" y="634183"/>
                  </a:lnTo>
                  <a:lnTo>
                    <a:pt x="4211331" y="634183"/>
                  </a:lnTo>
                  <a:lnTo>
                    <a:pt x="4211440" y="634183"/>
                  </a:lnTo>
                  <a:lnTo>
                    <a:pt x="4211548" y="634183"/>
                  </a:lnTo>
                  <a:lnTo>
                    <a:pt x="4211657" y="634183"/>
                  </a:lnTo>
                  <a:lnTo>
                    <a:pt x="4211765" y="634183"/>
                  </a:lnTo>
                  <a:lnTo>
                    <a:pt x="4211765" y="633559"/>
                  </a:lnTo>
                  <a:lnTo>
                    <a:pt x="4211874" y="633559"/>
                  </a:lnTo>
                  <a:lnTo>
                    <a:pt x="4211982" y="633559"/>
                  </a:lnTo>
                  <a:lnTo>
                    <a:pt x="4212090" y="633559"/>
                  </a:lnTo>
                  <a:lnTo>
                    <a:pt x="4212199" y="633559"/>
                  </a:lnTo>
                  <a:lnTo>
                    <a:pt x="4212307" y="633559"/>
                  </a:lnTo>
                  <a:lnTo>
                    <a:pt x="4212416" y="633559"/>
                  </a:lnTo>
                  <a:lnTo>
                    <a:pt x="4212524" y="633559"/>
                  </a:lnTo>
                  <a:lnTo>
                    <a:pt x="4212633" y="633559"/>
                  </a:lnTo>
                  <a:lnTo>
                    <a:pt x="4212741" y="633559"/>
                  </a:lnTo>
                  <a:lnTo>
                    <a:pt x="4212850" y="633559"/>
                  </a:lnTo>
                  <a:lnTo>
                    <a:pt x="4212958" y="633559"/>
                  </a:lnTo>
                  <a:lnTo>
                    <a:pt x="4212958" y="632936"/>
                  </a:lnTo>
                  <a:lnTo>
                    <a:pt x="4213066" y="632936"/>
                  </a:lnTo>
                  <a:lnTo>
                    <a:pt x="4213175" y="632936"/>
                  </a:lnTo>
                  <a:lnTo>
                    <a:pt x="4213283" y="632936"/>
                  </a:lnTo>
                  <a:lnTo>
                    <a:pt x="4213392" y="632936"/>
                  </a:lnTo>
                  <a:lnTo>
                    <a:pt x="4213392" y="632312"/>
                  </a:lnTo>
                  <a:lnTo>
                    <a:pt x="4213500" y="632312"/>
                  </a:lnTo>
                  <a:lnTo>
                    <a:pt x="4213609" y="632312"/>
                  </a:lnTo>
                  <a:lnTo>
                    <a:pt x="4213717" y="632312"/>
                  </a:lnTo>
                  <a:lnTo>
                    <a:pt x="4213826" y="632312"/>
                  </a:lnTo>
                  <a:lnTo>
                    <a:pt x="4213934" y="632312"/>
                  </a:lnTo>
                  <a:lnTo>
                    <a:pt x="4214043" y="632312"/>
                  </a:lnTo>
                  <a:lnTo>
                    <a:pt x="4214151" y="632312"/>
                  </a:lnTo>
                  <a:lnTo>
                    <a:pt x="4214151" y="631688"/>
                  </a:lnTo>
                  <a:lnTo>
                    <a:pt x="4214259" y="631688"/>
                  </a:lnTo>
                  <a:lnTo>
                    <a:pt x="4214368" y="631688"/>
                  </a:lnTo>
                  <a:lnTo>
                    <a:pt x="4214476" y="631688"/>
                  </a:lnTo>
                  <a:lnTo>
                    <a:pt x="4214585" y="631688"/>
                  </a:lnTo>
                  <a:lnTo>
                    <a:pt x="4214693" y="631688"/>
                  </a:lnTo>
                  <a:lnTo>
                    <a:pt x="4214802" y="631688"/>
                  </a:lnTo>
                  <a:lnTo>
                    <a:pt x="4214910" y="631688"/>
                  </a:lnTo>
                  <a:lnTo>
                    <a:pt x="4215019" y="631688"/>
                  </a:lnTo>
                  <a:lnTo>
                    <a:pt x="4215127" y="631688"/>
                  </a:lnTo>
                  <a:lnTo>
                    <a:pt x="4215235" y="631688"/>
                  </a:lnTo>
                  <a:lnTo>
                    <a:pt x="4215344" y="631688"/>
                  </a:lnTo>
                  <a:lnTo>
                    <a:pt x="4215452" y="631688"/>
                  </a:lnTo>
                  <a:lnTo>
                    <a:pt x="4215561" y="631688"/>
                  </a:lnTo>
                  <a:lnTo>
                    <a:pt x="4215561" y="631065"/>
                  </a:lnTo>
                  <a:lnTo>
                    <a:pt x="4215669" y="631065"/>
                  </a:lnTo>
                  <a:lnTo>
                    <a:pt x="4215778" y="631065"/>
                  </a:lnTo>
                  <a:lnTo>
                    <a:pt x="4215886" y="631065"/>
                  </a:lnTo>
                  <a:lnTo>
                    <a:pt x="4215995" y="631065"/>
                  </a:lnTo>
                  <a:lnTo>
                    <a:pt x="4216103" y="631065"/>
                  </a:lnTo>
                  <a:lnTo>
                    <a:pt x="4216211" y="631065"/>
                  </a:lnTo>
                  <a:lnTo>
                    <a:pt x="4216320" y="631065"/>
                  </a:lnTo>
                  <a:lnTo>
                    <a:pt x="4216428" y="631065"/>
                  </a:lnTo>
                  <a:lnTo>
                    <a:pt x="4216537" y="631065"/>
                  </a:lnTo>
                  <a:lnTo>
                    <a:pt x="4216645" y="631065"/>
                  </a:lnTo>
                  <a:lnTo>
                    <a:pt x="4216754" y="631065"/>
                  </a:lnTo>
                  <a:lnTo>
                    <a:pt x="4216862" y="631065"/>
                  </a:lnTo>
                  <a:lnTo>
                    <a:pt x="4216971" y="631065"/>
                  </a:lnTo>
                  <a:lnTo>
                    <a:pt x="4217079" y="631065"/>
                  </a:lnTo>
                  <a:lnTo>
                    <a:pt x="4217187" y="631065"/>
                  </a:lnTo>
                  <a:lnTo>
                    <a:pt x="4217296" y="631065"/>
                  </a:lnTo>
                  <a:lnTo>
                    <a:pt x="4217404" y="631065"/>
                  </a:lnTo>
                  <a:lnTo>
                    <a:pt x="4217513" y="631065"/>
                  </a:lnTo>
                  <a:lnTo>
                    <a:pt x="4217621" y="631065"/>
                  </a:lnTo>
                  <a:lnTo>
                    <a:pt x="4217621" y="630441"/>
                  </a:lnTo>
                  <a:lnTo>
                    <a:pt x="4217730" y="630441"/>
                  </a:lnTo>
                  <a:lnTo>
                    <a:pt x="4217838" y="630441"/>
                  </a:lnTo>
                  <a:lnTo>
                    <a:pt x="4217947" y="630441"/>
                  </a:lnTo>
                  <a:lnTo>
                    <a:pt x="4218055" y="630441"/>
                  </a:lnTo>
                  <a:lnTo>
                    <a:pt x="4218164" y="630441"/>
                  </a:lnTo>
                  <a:lnTo>
                    <a:pt x="4218272" y="630441"/>
                  </a:lnTo>
                  <a:lnTo>
                    <a:pt x="4218380" y="630441"/>
                  </a:lnTo>
                  <a:lnTo>
                    <a:pt x="4218489" y="630441"/>
                  </a:lnTo>
                  <a:lnTo>
                    <a:pt x="4218489" y="629818"/>
                  </a:lnTo>
                  <a:lnTo>
                    <a:pt x="4218597" y="629818"/>
                  </a:lnTo>
                  <a:lnTo>
                    <a:pt x="4218597" y="629194"/>
                  </a:lnTo>
                  <a:lnTo>
                    <a:pt x="4218706" y="629194"/>
                  </a:lnTo>
                  <a:lnTo>
                    <a:pt x="4218814" y="629194"/>
                  </a:lnTo>
                  <a:lnTo>
                    <a:pt x="4218923" y="629194"/>
                  </a:lnTo>
                  <a:lnTo>
                    <a:pt x="4219031" y="629194"/>
                  </a:lnTo>
                  <a:lnTo>
                    <a:pt x="4219031" y="628570"/>
                  </a:lnTo>
                  <a:lnTo>
                    <a:pt x="4219140" y="628570"/>
                  </a:lnTo>
                  <a:lnTo>
                    <a:pt x="4219248" y="628570"/>
                  </a:lnTo>
                  <a:lnTo>
                    <a:pt x="4219356" y="628570"/>
                  </a:lnTo>
                  <a:lnTo>
                    <a:pt x="4219465" y="628570"/>
                  </a:lnTo>
                  <a:lnTo>
                    <a:pt x="4219573" y="628570"/>
                  </a:lnTo>
                  <a:lnTo>
                    <a:pt x="4219682" y="628570"/>
                  </a:lnTo>
                  <a:lnTo>
                    <a:pt x="4219790" y="628570"/>
                  </a:lnTo>
                  <a:lnTo>
                    <a:pt x="4219899" y="628570"/>
                  </a:lnTo>
                  <a:lnTo>
                    <a:pt x="4220007" y="628570"/>
                  </a:lnTo>
                  <a:lnTo>
                    <a:pt x="4220116" y="628570"/>
                  </a:lnTo>
                  <a:lnTo>
                    <a:pt x="4220224" y="628570"/>
                  </a:lnTo>
                  <a:lnTo>
                    <a:pt x="4220332" y="628570"/>
                  </a:lnTo>
                  <a:lnTo>
                    <a:pt x="4220441" y="628570"/>
                  </a:lnTo>
                  <a:lnTo>
                    <a:pt x="4220549" y="628570"/>
                  </a:lnTo>
                  <a:lnTo>
                    <a:pt x="4220658" y="628570"/>
                  </a:lnTo>
                  <a:lnTo>
                    <a:pt x="4220766" y="628570"/>
                  </a:lnTo>
                  <a:lnTo>
                    <a:pt x="4220875" y="628570"/>
                  </a:lnTo>
                  <a:lnTo>
                    <a:pt x="4220983" y="628570"/>
                  </a:lnTo>
                  <a:lnTo>
                    <a:pt x="4221092" y="628570"/>
                  </a:lnTo>
                  <a:lnTo>
                    <a:pt x="4221200" y="628570"/>
                  </a:lnTo>
                  <a:lnTo>
                    <a:pt x="4221308" y="628570"/>
                  </a:lnTo>
                  <a:lnTo>
                    <a:pt x="4221417" y="628570"/>
                  </a:lnTo>
                  <a:lnTo>
                    <a:pt x="4221525" y="628570"/>
                  </a:lnTo>
                  <a:lnTo>
                    <a:pt x="4221634" y="628570"/>
                  </a:lnTo>
                  <a:lnTo>
                    <a:pt x="4221742" y="628570"/>
                  </a:lnTo>
                  <a:lnTo>
                    <a:pt x="4221851" y="628570"/>
                  </a:lnTo>
                  <a:lnTo>
                    <a:pt x="4221851" y="627947"/>
                  </a:lnTo>
                  <a:lnTo>
                    <a:pt x="4221959" y="627947"/>
                  </a:lnTo>
                  <a:lnTo>
                    <a:pt x="4222068" y="627947"/>
                  </a:lnTo>
                  <a:lnTo>
                    <a:pt x="4222176" y="627947"/>
                  </a:lnTo>
                  <a:lnTo>
                    <a:pt x="4222285" y="627947"/>
                  </a:lnTo>
                  <a:lnTo>
                    <a:pt x="4222393" y="627947"/>
                  </a:lnTo>
                  <a:lnTo>
                    <a:pt x="4222501" y="627947"/>
                  </a:lnTo>
                  <a:lnTo>
                    <a:pt x="4222610" y="627947"/>
                  </a:lnTo>
                  <a:lnTo>
                    <a:pt x="4222718" y="627947"/>
                  </a:lnTo>
                  <a:lnTo>
                    <a:pt x="4222827" y="627947"/>
                  </a:lnTo>
                  <a:lnTo>
                    <a:pt x="4222935" y="627947"/>
                  </a:lnTo>
                  <a:lnTo>
                    <a:pt x="4223044" y="627947"/>
                  </a:lnTo>
                  <a:lnTo>
                    <a:pt x="4223044" y="627323"/>
                  </a:lnTo>
                  <a:lnTo>
                    <a:pt x="4223152" y="627323"/>
                  </a:lnTo>
                  <a:lnTo>
                    <a:pt x="4223261" y="627323"/>
                  </a:lnTo>
                  <a:lnTo>
                    <a:pt x="4223261" y="626700"/>
                  </a:lnTo>
                  <a:lnTo>
                    <a:pt x="4223369" y="626700"/>
                  </a:lnTo>
                  <a:lnTo>
                    <a:pt x="4223477" y="626700"/>
                  </a:lnTo>
                  <a:lnTo>
                    <a:pt x="4223477" y="626076"/>
                  </a:lnTo>
                  <a:lnTo>
                    <a:pt x="4223586" y="626076"/>
                  </a:lnTo>
                  <a:lnTo>
                    <a:pt x="4223694" y="626076"/>
                  </a:lnTo>
                  <a:lnTo>
                    <a:pt x="4223694" y="625453"/>
                  </a:lnTo>
                  <a:lnTo>
                    <a:pt x="4223803" y="625453"/>
                  </a:lnTo>
                  <a:lnTo>
                    <a:pt x="4223911" y="625453"/>
                  </a:lnTo>
                  <a:lnTo>
                    <a:pt x="4224020" y="625453"/>
                  </a:lnTo>
                  <a:lnTo>
                    <a:pt x="4224128" y="625453"/>
                  </a:lnTo>
                  <a:lnTo>
                    <a:pt x="4224237" y="625453"/>
                  </a:lnTo>
                  <a:lnTo>
                    <a:pt x="4224345" y="625453"/>
                  </a:lnTo>
                  <a:lnTo>
                    <a:pt x="4224453" y="625453"/>
                  </a:lnTo>
                  <a:lnTo>
                    <a:pt x="4224562" y="625453"/>
                  </a:lnTo>
                  <a:lnTo>
                    <a:pt x="4224670" y="625453"/>
                  </a:lnTo>
                  <a:lnTo>
                    <a:pt x="4224779" y="625453"/>
                  </a:lnTo>
                  <a:lnTo>
                    <a:pt x="4224887" y="625453"/>
                  </a:lnTo>
                  <a:lnTo>
                    <a:pt x="4224996" y="625453"/>
                  </a:lnTo>
                  <a:lnTo>
                    <a:pt x="4225104" y="625453"/>
                  </a:lnTo>
                  <a:lnTo>
                    <a:pt x="4225213" y="625453"/>
                  </a:lnTo>
                  <a:lnTo>
                    <a:pt x="4225321" y="625453"/>
                  </a:lnTo>
                  <a:lnTo>
                    <a:pt x="4225429" y="625453"/>
                  </a:lnTo>
                  <a:lnTo>
                    <a:pt x="4225538" y="625453"/>
                  </a:lnTo>
                  <a:lnTo>
                    <a:pt x="4225646" y="625453"/>
                  </a:lnTo>
                  <a:lnTo>
                    <a:pt x="4225755" y="625453"/>
                  </a:lnTo>
                  <a:lnTo>
                    <a:pt x="4225863" y="625453"/>
                  </a:lnTo>
                  <a:lnTo>
                    <a:pt x="4225863" y="624829"/>
                  </a:lnTo>
                  <a:lnTo>
                    <a:pt x="4225972" y="624829"/>
                  </a:lnTo>
                  <a:lnTo>
                    <a:pt x="4226080" y="624829"/>
                  </a:lnTo>
                  <a:lnTo>
                    <a:pt x="4226080" y="624205"/>
                  </a:lnTo>
                  <a:lnTo>
                    <a:pt x="4226189" y="624205"/>
                  </a:lnTo>
                  <a:lnTo>
                    <a:pt x="4226297" y="624205"/>
                  </a:lnTo>
                  <a:lnTo>
                    <a:pt x="4226405" y="624205"/>
                  </a:lnTo>
                  <a:lnTo>
                    <a:pt x="4226514" y="624205"/>
                  </a:lnTo>
                  <a:lnTo>
                    <a:pt x="4226622" y="624205"/>
                  </a:lnTo>
                  <a:lnTo>
                    <a:pt x="4226731" y="624205"/>
                  </a:lnTo>
                  <a:lnTo>
                    <a:pt x="4226731" y="623582"/>
                  </a:lnTo>
                  <a:lnTo>
                    <a:pt x="4226839" y="623582"/>
                  </a:lnTo>
                  <a:lnTo>
                    <a:pt x="4226948" y="623582"/>
                  </a:lnTo>
                  <a:lnTo>
                    <a:pt x="4227056" y="623582"/>
                  </a:lnTo>
                  <a:lnTo>
                    <a:pt x="4227165" y="623582"/>
                  </a:lnTo>
                  <a:lnTo>
                    <a:pt x="4227273" y="623582"/>
                  </a:lnTo>
                  <a:lnTo>
                    <a:pt x="4227273" y="622958"/>
                  </a:lnTo>
                  <a:lnTo>
                    <a:pt x="4227273" y="622335"/>
                  </a:lnTo>
                  <a:lnTo>
                    <a:pt x="4227382" y="622335"/>
                  </a:lnTo>
                  <a:lnTo>
                    <a:pt x="4227490" y="622335"/>
                  </a:lnTo>
                  <a:lnTo>
                    <a:pt x="4227598" y="622335"/>
                  </a:lnTo>
                  <a:lnTo>
                    <a:pt x="4227707" y="622335"/>
                  </a:lnTo>
                  <a:lnTo>
                    <a:pt x="4227815" y="622335"/>
                  </a:lnTo>
                  <a:lnTo>
                    <a:pt x="4227924" y="622335"/>
                  </a:lnTo>
                  <a:lnTo>
                    <a:pt x="4228032" y="622335"/>
                  </a:lnTo>
                  <a:lnTo>
                    <a:pt x="4228141" y="622335"/>
                  </a:lnTo>
                  <a:lnTo>
                    <a:pt x="4228249" y="622335"/>
                  </a:lnTo>
                  <a:lnTo>
                    <a:pt x="4228358" y="622335"/>
                  </a:lnTo>
                  <a:lnTo>
                    <a:pt x="4228466" y="622335"/>
                  </a:lnTo>
                  <a:lnTo>
                    <a:pt x="4228574" y="622335"/>
                  </a:lnTo>
                  <a:lnTo>
                    <a:pt x="4228683" y="622335"/>
                  </a:lnTo>
                  <a:lnTo>
                    <a:pt x="4228791" y="622335"/>
                  </a:lnTo>
                  <a:lnTo>
                    <a:pt x="4228900" y="622335"/>
                  </a:lnTo>
                  <a:lnTo>
                    <a:pt x="4229008" y="622335"/>
                  </a:lnTo>
                  <a:lnTo>
                    <a:pt x="4229117" y="622335"/>
                  </a:lnTo>
                  <a:lnTo>
                    <a:pt x="4229225" y="622335"/>
                  </a:lnTo>
                  <a:lnTo>
                    <a:pt x="4229334" y="622335"/>
                  </a:lnTo>
                  <a:lnTo>
                    <a:pt x="4229442" y="622335"/>
                  </a:lnTo>
                  <a:lnTo>
                    <a:pt x="4229550" y="622335"/>
                  </a:lnTo>
                  <a:lnTo>
                    <a:pt x="4229659" y="622335"/>
                  </a:lnTo>
                  <a:lnTo>
                    <a:pt x="4229767" y="622335"/>
                  </a:lnTo>
                  <a:lnTo>
                    <a:pt x="4229876" y="622335"/>
                  </a:lnTo>
                  <a:lnTo>
                    <a:pt x="4229984" y="622335"/>
                  </a:lnTo>
                  <a:lnTo>
                    <a:pt x="4230093" y="622335"/>
                  </a:lnTo>
                  <a:lnTo>
                    <a:pt x="4230201" y="622335"/>
                  </a:lnTo>
                  <a:lnTo>
                    <a:pt x="4230310" y="622335"/>
                  </a:lnTo>
                  <a:lnTo>
                    <a:pt x="4230418" y="622335"/>
                  </a:lnTo>
                  <a:lnTo>
                    <a:pt x="4230526" y="622335"/>
                  </a:lnTo>
                  <a:lnTo>
                    <a:pt x="4230635" y="622335"/>
                  </a:lnTo>
                  <a:lnTo>
                    <a:pt x="4230743" y="622335"/>
                  </a:lnTo>
                  <a:lnTo>
                    <a:pt x="4230852" y="622335"/>
                  </a:lnTo>
                  <a:lnTo>
                    <a:pt x="4230960" y="622335"/>
                  </a:lnTo>
                  <a:lnTo>
                    <a:pt x="4231069" y="622335"/>
                  </a:lnTo>
                  <a:lnTo>
                    <a:pt x="4231177" y="622335"/>
                  </a:lnTo>
                  <a:lnTo>
                    <a:pt x="4231286" y="622335"/>
                  </a:lnTo>
                  <a:lnTo>
                    <a:pt x="4231394" y="622335"/>
                  </a:lnTo>
                  <a:lnTo>
                    <a:pt x="4231503" y="622335"/>
                  </a:lnTo>
                  <a:lnTo>
                    <a:pt x="4231611" y="622335"/>
                  </a:lnTo>
                  <a:lnTo>
                    <a:pt x="4231719" y="622335"/>
                  </a:lnTo>
                  <a:lnTo>
                    <a:pt x="4231828" y="622335"/>
                  </a:lnTo>
                  <a:lnTo>
                    <a:pt x="4231936" y="622335"/>
                  </a:lnTo>
                  <a:lnTo>
                    <a:pt x="4231936" y="621711"/>
                  </a:lnTo>
                  <a:lnTo>
                    <a:pt x="4232045" y="621711"/>
                  </a:lnTo>
                  <a:lnTo>
                    <a:pt x="4232153" y="621711"/>
                  </a:lnTo>
                  <a:lnTo>
                    <a:pt x="4232262" y="621711"/>
                  </a:lnTo>
                  <a:lnTo>
                    <a:pt x="4232370" y="621711"/>
                  </a:lnTo>
                  <a:lnTo>
                    <a:pt x="4232479" y="621711"/>
                  </a:lnTo>
                  <a:lnTo>
                    <a:pt x="4232587" y="621711"/>
                  </a:lnTo>
                  <a:lnTo>
                    <a:pt x="4232695" y="621711"/>
                  </a:lnTo>
                  <a:lnTo>
                    <a:pt x="4232804" y="621711"/>
                  </a:lnTo>
                  <a:lnTo>
                    <a:pt x="4232912" y="621711"/>
                  </a:lnTo>
                  <a:lnTo>
                    <a:pt x="4233021" y="621711"/>
                  </a:lnTo>
                  <a:lnTo>
                    <a:pt x="4233129" y="621711"/>
                  </a:lnTo>
                  <a:lnTo>
                    <a:pt x="4233238" y="621711"/>
                  </a:lnTo>
                  <a:lnTo>
                    <a:pt x="4233346" y="621711"/>
                  </a:lnTo>
                  <a:lnTo>
                    <a:pt x="4233455" y="621711"/>
                  </a:lnTo>
                  <a:lnTo>
                    <a:pt x="4233563" y="621711"/>
                  </a:lnTo>
                  <a:lnTo>
                    <a:pt x="4233671" y="621711"/>
                  </a:lnTo>
                  <a:lnTo>
                    <a:pt x="4233780" y="621711"/>
                  </a:lnTo>
                  <a:lnTo>
                    <a:pt x="4233888" y="621711"/>
                  </a:lnTo>
                  <a:lnTo>
                    <a:pt x="4233888" y="621087"/>
                  </a:lnTo>
                  <a:lnTo>
                    <a:pt x="4233997" y="621087"/>
                  </a:lnTo>
                  <a:lnTo>
                    <a:pt x="4234105" y="621087"/>
                  </a:lnTo>
                  <a:lnTo>
                    <a:pt x="4234214" y="621087"/>
                  </a:lnTo>
                  <a:lnTo>
                    <a:pt x="4234214" y="620464"/>
                  </a:lnTo>
                  <a:lnTo>
                    <a:pt x="4234214" y="619840"/>
                  </a:lnTo>
                  <a:lnTo>
                    <a:pt x="4234322" y="619840"/>
                  </a:lnTo>
                  <a:lnTo>
                    <a:pt x="4234431" y="619840"/>
                  </a:lnTo>
                  <a:lnTo>
                    <a:pt x="4234539" y="619840"/>
                  </a:lnTo>
                  <a:lnTo>
                    <a:pt x="4234647" y="619840"/>
                  </a:lnTo>
                  <a:lnTo>
                    <a:pt x="4234756" y="619840"/>
                  </a:lnTo>
                  <a:lnTo>
                    <a:pt x="4234864" y="619840"/>
                  </a:lnTo>
                  <a:lnTo>
                    <a:pt x="4234973" y="619840"/>
                  </a:lnTo>
                  <a:lnTo>
                    <a:pt x="4235081" y="619840"/>
                  </a:lnTo>
                  <a:lnTo>
                    <a:pt x="4235190" y="619840"/>
                  </a:lnTo>
                  <a:lnTo>
                    <a:pt x="4235298" y="619840"/>
                  </a:lnTo>
                  <a:lnTo>
                    <a:pt x="4235407" y="619840"/>
                  </a:lnTo>
                  <a:lnTo>
                    <a:pt x="4235515" y="619840"/>
                  </a:lnTo>
                  <a:lnTo>
                    <a:pt x="4235624" y="619840"/>
                  </a:lnTo>
                  <a:lnTo>
                    <a:pt x="4235732" y="619840"/>
                  </a:lnTo>
                  <a:lnTo>
                    <a:pt x="4235840" y="619840"/>
                  </a:lnTo>
                  <a:lnTo>
                    <a:pt x="4235840" y="619217"/>
                  </a:lnTo>
                  <a:lnTo>
                    <a:pt x="4235949" y="619217"/>
                  </a:lnTo>
                  <a:lnTo>
                    <a:pt x="4236057" y="619217"/>
                  </a:lnTo>
                  <a:lnTo>
                    <a:pt x="4236166" y="619217"/>
                  </a:lnTo>
                  <a:lnTo>
                    <a:pt x="4236274" y="619217"/>
                  </a:lnTo>
                  <a:lnTo>
                    <a:pt x="4236383" y="619217"/>
                  </a:lnTo>
                  <a:lnTo>
                    <a:pt x="4236491" y="619217"/>
                  </a:lnTo>
                  <a:lnTo>
                    <a:pt x="4236600" y="619217"/>
                  </a:lnTo>
                  <a:lnTo>
                    <a:pt x="4236708" y="619217"/>
                  </a:lnTo>
                  <a:lnTo>
                    <a:pt x="4236816" y="619217"/>
                  </a:lnTo>
                  <a:lnTo>
                    <a:pt x="4236925" y="619217"/>
                  </a:lnTo>
                  <a:lnTo>
                    <a:pt x="4237033" y="619217"/>
                  </a:lnTo>
                  <a:lnTo>
                    <a:pt x="4237142" y="619217"/>
                  </a:lnTo>
                  <a:lnTo>
                    <a:pt x="4237250" y="619217"/>
                  </a:lnTo>
                  <a:lnTo>
                    <a:pt x="4237359" y="619217"/>
                  </a:lnTo>
                  <a:lnTo>
                    <a:pt x="4237467" y="619217"/>
                  </a:lnTo>
                  <a:lnTo>
                    <a:pt x="4237576" y="619217"/>
                  </a:lnTo>
                  <a:lnTo>
                    <a:pt x="4237684" y="619217"/>
                  </a:lnTo>
                  <a:lnTo>
                    <a:pt x="4237792" y="619217"/>
                  </a:lnTo>
                  <a:lnTo>
                    <a:pt x="4237901" y="619217"/>
                  </a:lnTo>
                  <a:lnTo>
                    <a:pt x="4238009" y="619217"/>
                  </a:lnTo>
                  <a:lnTo>
                    <a:pt x="4238118" y="619217"/>
                  </a:lnTo>
                  <a:lnTo>
                    <a:pt x="4238226" y="619217"/>
                  </a:lnTo>
                  <a:lnTo>
                    <a:pt x="4238335" y="619217"/>
                  </a:lnTo>
                  <a:lnTo>
                    <a:pt x="4238443" y="619217"/>
                  </a:lnTo>
                  <a:lnTo>
                    <a:pt x="4238552" y="619217"/>
                  </a:lnTo>
                  <a:lnTo>
                    <a:pt x="4238660" y="619217"/>
                  </a:lnTo>
                  <a:lnTo>
                    <a:pt x="4238768" y="619217"/>
                  </a:lnTo>
                  <a:lnTo>
                    <a:pt x="4238877" y="619217"/>
                  </a:lnTo>
                  <a:lnTo>
                    <a:pt x="4238985" y="619217"/>
                  </a:lnTo>
                  <a:lnTo>
                    <a:pt x="4239094" y="619217"/>
                  </a:lnTo>
                  <a:lnTo>
                    <a:pt x="4239202" y="619217"/>
                  </a:lnTo>
                  <a:lnTo>
                    <a:pt x="4239311" y="619217"/>
                  </a:lnTo>
                  <a:lnTo>
                    <a:pt x="4239419" y="619217"/>
                  </a:lnTo>
                  <a:lnTo>
                    <a:pt x="4239528" y="619217"/>
                  </a:lnTo>
                  <a:lnTo>
                    <a:pt x="4239528" y="618593"/>
                  </a:lnTo>
                  <a:lnTo>
                    <a:pt x="4239636" y="618593"/>
                  </a:lnTo>
                  <a:lnTo>
                    <a:pt x="4239745" y="618593"/>
                  </a:lnTo>
                  <a:lnTo>
                    <a:pt x="4239853" y="618593"/>
                  </a:lnTo>
                  <a:lnTo>
                    <a:pt x="4239961" y="618593"/>
                  </a:lnTo>
                  <a:lnTo>
                    <a:pt x="4240070" y="618593"/>
                  </a:lnTo>
                  <a:lnTo>
                    <a:pt x="4240178" y="618593"/>
                  </a:lnTo>
                  <a:lnTo>
                    <a:pt x="4240287" y="618593"/>
                  </a:lnTo>
                  <a:lnTo>
                    <a:pt x="4240287" y="617970"/>
                  </a:lnTo>
                  <a:lnTo>
                    <a:pt x="4240395" y="617970"/>
                  </a:lnTo>
                  <a:lnTo>
                    <a:pt x="4240504" y="617970"/>
                  </a:lnTo>
                  <a:lnTo>
                    <a:pt x="4240504" y="617346"/>
                  </a:lnTo>
                  <a:lnTo>
                    <a:pt x="4240612" y="617346"/>
                  </a:lnTo>
                  <a:lnTo>
                    <a:pt x="4240721" y="617346"/>
                  </a:lnTo>
                  <a:lnTo>
                    <a:pt x="4240829" y="617346"/>
                  </a:lnTo>
                  <a:lnTo>
                    <a:pt x="4240937" y="617346"/>
                  </a:lnTo>
                  <a:lnTo>
                    <a:pt x="4241046" y="617346"/>
                  </a:lnTo>
                  <a:lnTo>
                    <a:pt x="4241154" y="617346"/>
                  </a:lnTo>
                  <a:lnTo>
                    <a:pt x="4241263" y="617346"/>
                  </a:lnTo>
                  <a:lnTo>
                    <a:pt x="4241371" y="617346"/>
                  </a:lnTo>
                  <a:lnTo>
                    <a:pt x="4241480" y="617346"/>
                  </a:lnTo>
                  <a:lnTo>
                    <a:pt x="4241588" y="617346"/>
                  </a:lnTo>
                  <a:lnTo>
                    <a:pt x="4241697" y="617346"/>
                  </a:lnTo>
                  <a:lnTo>
                    <a:pt x="4241697" y="616722"/>
                  </a:lnTo>
                  <a:lnTo>
                    <a:pt x="4241805" y="616722"/>
                  </a:lnTo>
                  <a:lnTo>
                    <a:pt x="4241913" y="616722"/>
                  </a:lnTo>
                  <a:lnTo>
                    <a:pt x="4242022" y="616722"/>
                  </a:lnTo>
                  <a:lnTo>
                    <a:pt x="4242130" y="616722"/>
                  </a:lnTo>
                  <a:lnTo>
                    <a:pt x="4242239" y="616722"/>
                  </a:lnTo>
                  <a:lnTo>
                    <a:pt x="4242347" y="616722"/>
                  </a:lnTo>
                  <a:lnTo>
                    <a:pt x="4242456" y="616722"/>
                  </a:lnTo>
                  <a:lnTo>
                    <a:pt x="4242564" y="616722"/>
                  </a:lnTo>
                  <a:lnTo>
                    <a:pt x="4242673" y="616722"/>
                  </a:lnTo>
                  <a:lnTo>
                    <a:pt x="4242781" y="616722"/>
                  </a:lnTo>
                  <a:lnTo>
                    <a:pt x="4242889" y="616722"/>
                  </a:lnTo>
                  <a:lnTo>
                    <a:pt x="4242998" y="616722"/>
                  </a:lnTo>
                  <a:lnTo>
                    <a:pt x="4243106" y="616722"/>
                  </a:lnTo>
                  <a:lnTo>
                    <a:pt x="4243106" y="616099"/>
                  </a:lnTo>
                  <a:lnTo>
                    <a:pt x="4243215" y="616099"/>
                  </a:lnTo>
                  <a:lnTo>
                    <a:pt x="4243323" y="616099"/>
                  </a:lnTo>
                  <a:lnTo>
                    <a:pt x="4243432" y="616099"/>
                  </a:lnTo>
                  <a:lnTo>
                    <a:pt x="4243540" y="616099"/>
                  </a:lnTo>
                  <a:lnTo>
                    <a:pt x="4243649" y="616099"/>
                  </a:lnTo>
                  <a:lnTo>
                    <a:pt x="4243757" y="616099"/>
                  </a:lnTo>
                  <a:lnTo>
                    <a:pt x="4243866" y="616099"/>
                  </a:lnTo>
                  <a:lnTo>
                    <a:pt x="4243974" y="616099"/>
                  </a:lnTo>
                  <a:lnTo>
                    <a:pt x="4244082" y="616099"/>
                  </a:lnTo>
                  <a:lnTo>
                    <a:pt x="4244191" y="616099"/>
                  </a:lnTo>
                  <a:lnTo>
                    <a:pt x="4244191" y="615475"/>
                  </a:lnTo>
                  <a:lnTo>
                    <a:pt x="4244299" y="615475"/>
                  </a:lnTo>
                  <a:lnTo>
                    <a:pt x="4244408" y="615475"/>
                  </a:lnTo>
                  <a:lnTo>
                    <a:pt x="4244516" y="615475"/>
                  </a:lnTo>
                  <a:lnTo>
                    <a:pt x="4244625" y="615475"/>
                  </a:lnTo>
                  <a:lnTo>
                    <a:pt x="4244733" y="615475"/>
                  </a:lnTo>
                  <a:lnTo>
                    <a:pt x="4244842" y="615475"/>
                  </a:lnTo>
                  <a:lnTo>
                    <a:pt x="4244950" y="615475"/>
                  </a:lnTo>
                  <a:lnTo>
                    <a:pt x="4245058" y="615475"/>
                  </a:lnTo>
                  <a:lnTo>
                    <a:pt x="4245167" y="615475"/>
                  </a:lnTo>
                  <a:lnTo>
                    <a:pt x="4245275" y="615475"/>
                  </a:lnTo>
                  <a:lnTo>
                    <a:pt x="4245384" y="615475"/>
                  </a:lnTo>
                  <a:lnTo>
                    <a:pt x="4245492" y="615475"/>
                  </a:lnTo>
                  <a:lnTo>
                    <a:pt x="4245601" y="615475"/>
                  </a:lnTo>
                  <a:lnTo>
                    <a:pt x="4245709" y="615475"/>
                  </a:lnTo>
                  <a:lnTo>
                    <a:pt x="4245818" y="615475"/>
                  </a:lnTo>
                  <a:lnTo>
                    <a:pt x="4245926" y="615475"/>
                  </a:lnTo>
                  <a:lnTo>
                    <a:pt x="4246034" y="615475"/>
                  </a:lnTo>
                  <a:lnTo>
                    <a:pt x="4246143" y="615475"/>
                  </a:lnTo>
                  <a:lnTo>
                    <a:pt x="4246251" y="615475"/>
                  </a:lnTo>
                  <a:lnTo>
                    <a:pt x="4246360" y="615475"/>
                  </a:lnTo>
                  <a:lnTo>
                    <a:pt x="4246468" y="615475"/>
                  </a:lnTo>
                  <a:lnTo>
                    <a:pt x="4246577" y="615475"/>
                  </a:lnTo>
                  <a:lnTo>
                    <a:pt x="4246685" y="615475"/>
                  </a:lnTo>
                  <a:lnTo>
                    <a:pt x="4246794" y="615475"/>
                  </a:lnTo>
                  <a:lnTo>
                    <a:pt x="4246902" y="615475"/>
                  </a:lnTo>
                  <a:lnTo>
                    <a:pt x="4247010" y="615475"/>
                  </a:lnTo>
                  <a:lnTo>
                    <a:pt x="4247119" y="615475"/>
                  </a:lnTo>
                  <a:lnTo>
                    <a:pt x="4247227" y="615475"/>
                  </a:lnTo>
                  <a:lnTo>
                    <a:pt x="4247336" y="615475"/>
                  </a:lnTo>
                  <a:lnTo>
                    <a:pt x="4247444" y="615475"/>
                  </a:lnTo>
                  <a:lnTo>
                    <a:pt x="4247553" y="615475"/>
                  </a:lnTo>
                  <a:lnTo>
                    <a:pt x="4247553" y="614852"/>
                  </a:lnTo>
                  <a:lnTo>
                    <a:pt x="4247661" y="614852"/>
                  </a:lnTo>
                  <a:lnTo>
                    <a:pt x="4247770" y="614852"/>
                  </a:lnTo>
                  <a:lnTo>
                    <a:pt x="4247878" y="614852"/>
                  </a:lnTo>
                  <a:lnTo>
                    <a:pt x="4247986" y="614852"/>
                  </a:lnTo>
                  <a:lnTo>
                    <a:pt x="4248095" y="614852"/>
                  </a:lnTo>
                  <a:lnTo>
                    <a:pt x="4248203" y="614852"/>
                  </a:lnTo>
                  <a:lnTo>
                    <a:pt x="4248312" y="614852"/>
                  </a:lnTo>
                  <a:lnTo>
                    <a:pt x="4248420" y="614852"/>
                  </a:lnTo>
                  <a:lnTo>
                    <a:pt x="4248529" y="614852"/>
                  </a:lnTo>
                  <a:lnTo>
                    <a:pt x="4248637" y="614852"/>
                  </a:lnTo>
                  <a:lnTo>
                    <a:pt x="4248746" y="614852"/>
                  </a:lnTo>
                  <a:lnTo>
                    <a:pt x="4248854" y="614852"/>
                  </a:lnTo>
                  <a:lnTo>
                    <a:pt x="4248963" y="614852"/>
                  </a:lnTo>
                  <a:lnTo>
                    <a:pt x="4249071" y="614852"/>
                  </a:lnTo>
                  <a:lnTo>
                    <a:pt x="4249071" y="614228"/>
                  </a:lnTo>
                  <a:lnTo>
                    <a:pt x="4249179" y="614228"/>
                  </a:lnTo>
                  <a:lnTo>
                    <a:pt x="4249288" y="614228"/>
                  </a:lnTo>
                  <a:lnTo>
                    <a:pt x="4249396" y="614228"/>
                  </a:lnTo>
                  <a:lnTo>
                    <a:pt x="4249505" y="614228"/>
                  </a:lnTo>
                  <a:lnTo>
                    <a:pt x="4249613" y="614228"/>
                  </a:lnTo>
                  <a:lnTo>
                    <a:pt x="4249722" y="614228"/>
                  </a:lnTo>
                  <a:lnTo>
                    <a:pt x="4249830" y="614228"/>
                  </a:lnTo>
                  <a:lnTo>
                    <a:pt x="4249939" y="614228"/>
                  </a:lnTo>
                  <a:lnTo>
                    <a:pt x="4249939" y="613605"/>
                  </a:lnTo>
                  <a:lnTo>
                    <a:pt x="4249939" y="612981"/>
                  </a:lnTo>
                  <a:lnTo>
                    <a:pt x="4250047" y="612981"/>
                  </a:lnTo>
                  <a:lnTo>
                    <a:pt x="4250155" y="612981"/>
                  </a:lnTo>
                  <a:lnTo>
                    <a:pt x="4250264" y="612981"/>
                  </a:lnTo>
                  <a:lnTo>
                    <a:pt x="4250372" y="612981"/>
                  </a:lnTo>
                  <a:lnTo>
                    <a:pt x="4250481" y="612981"/>
                  </a:lnTo>
                  <a:lnTo>
                    <a:pt x="4250589" y="612981"/>
                  </a:lnTo>
                  <a:lnTo>
                    <a:pt x="4250589" y="612357"/>
                  </a:lnTo>
                  <a:lnTo>
                    <a:pt x="4250698" y="612357"/>
                  </a:lnTo>
                  <a:lnTo>
                    <a:pt x="4250806" y="612357"/>
                  </a:lnTo>
                  <a:lnTo>
                    <a:pt x="4250915" y="612357"/>
                  </a:lnTo>
                  <a:lnTo>
                    <a:pt x="4251023" y="612357"/>
                  </a:lnTo>
                  <a:lnTo>
                    <a:pt x="4251131" y="612357"/>
                  </a:lnTo>
                  <a:lnTo>
                    <a:pt x="4251131" y="611734"/>
                  </a:lnTo>
                  <a:lnTo>
                    <a:pt x="4251131" y="611110"/>
                  </a:lnTo>
                  <a:lnTo>
                    <a:pt x="4251240" y="611110"/>
                  </a:lnTo>
                  <a:lnTo>
                    <a:pt x="4251348" y="611110"/>
                  </a:lnTo>
                  <a:lnTo>
                    <a:pt x="4251348" y="610487"/>
                  </a:lnTo>
                  <a:lnTo>
                    <a:pt x="4251457" y="610487"/>
                  </a:lnTo>
                  <a:lnTo>
                    <a:pt x="4251565" y="610487"/>
                  </a:lnTo>
                  <a:lnTo>
                    <a:pt x="4251674" y="610487"/>
                  </a:lnTo>
                  <a:lnTo>
                    <a:pt x="4251782" y="610487"/>
                  </a:lnTo>
                  <a:lnTo>
                    <a:pt x="4251891" y="610487"/>
                  </a:lnTo>
                  <a:lnTo>
                    <a:pt x="4251999" y="610487"/>
                  </a:lnTo>
                  <a:lnTo>
                    <a:pt x="4252107" y="610487"/>
                  </a:lnTo>
                  <a:lnTo>
                    <a:pt x="4252107" y="609863"/>
                  </a:lnTo>
                  <a:lnTo>
                    <a:pt x="4252216" y="609863"/>
                  </a:lnTo>
                  <a:lnTo>
                    <a:pt x="4252324" y="609863"/>
                  </a:lnTo>
                  <a:lnTo>
                    <a:pt x="4252433" y="609863"/>
                  </a:lnTo>
                  <a:lnTo>
                    <a:pt x="4252541" y="609863"/>
                  </a:lnTo>
                  <a:lnTo>
                    <a:pt x="4252650" y="609863"/>
                  </a:lnTo>
                  <a:lnTo>
                    <a:pt x="4252758" y="609863"/>
                  </a:lnTo>
                  <a:lnTo>
                    <a:pt x="4252867" y="609863"/>
                  </a:lnTo>
                  <a:lnTo>
                    <a:pt x="4252975" y="609863"/>
                  </a:lnTo>
                  <a:lnTo>
                    <a:pt x="4253084" y="609863"/>
                  </a:lnTo>
                  <a:lnTo>
                    <a:pt x="4253192" y="609863"/>
                  </a:lnTo>
                  <a:lnTo>
                    <a:pt x="4253300" y="609863"/>
                  </a:lnTo>
                  <a:lnTo>
                    <a:pt x="4253409" y="609863"/>
                  </a:lnTo>
                  <a:lnTo>
                    <a:pt x="4253517" y="609863"/>
                  </a:lnTo>
                  <a:lnTo>
                    <a:pt x="4253626" y="609863"/>
                  </a:lnTo>
                  <a:lnTo>
                    <a:pt x="4253734" y="609863"/>
                  </a:lnTo>
                  <a:lnTo>
                    <a:pt x="4253843" y="609863"/>
                  </a:lnTo>
                  <a:lnTo>
                    <a:pt x="4253843" y="609239"/>
                  </a:lnTo>
                  <a:lnTo>
                    <a:pt x="4253951" y="609239"/>
                  </a:lnTo>
                  <a:lnTo>
                    <a:pt x="4254060" y="609239"/>
                  </a:lnTo>
                  <a:lnTo>
                    <a:pt x="4254168" y="609239"/>
                  </a:lnTo>
                  <a:lnTo>
                    <a:pt x="4254276" y="609239"/>
                  </a:lnTo>
                  <a:lnTo>
                    <a:pt x="4254385" y="609239"/>
                  </a:lnTo>
                  <a:lnTo>
                    <a:pt x="4254493" y="609239"/>
                  </a:lnTo>
                  <a:lnTo>
                    <a:pt x="4254602" y="609239"/>
                  </a:lnTo>
                  <a:lnTo>
                    <a:pt x="4254710" y="609239"/>
                  </a:lnTo>
                  <a:lnTo>
                    <a:pt x="4254819" y="609239"/>
                  </a:lnTo>
                  <a:lnTo>
                    <a:pt x="4254819" y="608616"/>
                  </a:lnTo>
                  <a:lnTo>
                    <a:pt x="4254927" y="608616"/>
                  </a:lnTo>
                  <a:lnTo>
                    <a:pt x="4255036" y="608616"/>
                  </a:lnTo>
                  <a:lnTo>
                    <a:pt x="4255144" y="608616"/>
                  </a:lnTo>
                  <a:lnTo>
                    <a:pt x="4255252" y="608616"/>
                  </a:lnTo>
                  <a:lnTo>
                    <a:pt x="4255361" y="608616"/>
                  </a:lnTo>
                  <a:lnTo>
                    <a:pt x="4255469" y="608616"/>
                  </a:lnTo>
                  <a:lnTo>
                    <a:pt x="4255578" y="608616"/>
                  </a:lnTo>
                  <a:lnTo>
                    <a:pt x="4255686" y="608616"/>
                  </a:lnTo>
                  <a:lnTo>
                    <a:pt x="4255795" y="608616"/>
                  </a:lnTo>
                  <a:lnTo>
                    <a:pt x="4255903" y="608616"/>
                  </a:lnTo>
                  <a:lnTo>
                    <a:pt x="4256012" y="608616"/>
                  </a:lnTo>
                  <a:lnTo>
                    <a:pt x="4256120" y="608616"/>
                  </a:lnTo>
                  <a:lnTo>
                    <a:pt x="4256228" y="608616"/>
                  </a:lnTo>
                  <a:lnTo>
                    <a:pt x="4256337" y="608616"/>
                  </a:lnTo>
                  <a:lnTo>
                    <a:pt x="4256445" y="608616"/>
                  </a:lnTo>
                  <a:lnTo>
                    <a:pt x="4256554" y="608616"/>
                  </a:lnTo>
                  <a:lnTo>
                    <a:pt x="4256662" y="608616"/>
                  </a:lnTo>
                  <a:lnTo>
                    <a:pt x="4256771" y="608616"/>
                  </a:lnTo>
                  <a:lnTo>
                    <a:pt x="4256879" y="608616"/>
                  </a:lnTo>
                  <a:lnTo>
                    <a:pt x="4256879" y="607992"/>
                  </a:lnTo>
                  <a:lnTo>
                    <a:pt x="4256988" y="607992"/>
                  </a:lnTo>
                  <a:lnTo>
                    <a:pt x="4257096" y="607992"/>
                  </a:lnTo>
                  <a:lnTo>
                    <a:pt x="4257205" y="607992"/>
                  </a:lnTo>
                  <a:lnTo>
                    <a:pt x="4257313" y="607992"/>
                  </a:lnTo>
                  <a:lnTo>
                    <a:pt x="4257421" y="607992"/>
                  </a:lnTo>
                  <a:lnTo>
                    <a:pt x="4257530" y="607992"/>
                  </a:lnTo>
                  <a:lnTo>
                    <a:pt x="4257638" y="607992"/>
                  </a:lnTo>
                  <a:lnTo>
                    <a:pt x="4257747" y="607992"/>
                  </a:lnTo>
                  <a:lnTo>
                    <a:pt x="4257855" y="607992"/>
                  </a:lnTo>
                  <a:lnTo>
                    <a:pt x="4257855" y="607369"/>
                  </a:lnTo>
                  <a:lnTo>
                    <a:pt x="4257964" y="607369"/>
                  </a:lnTo>
                  <a:lnTo>
                    <a:pt x="4258072" y="607369"/>
                  </a:lnTo>
                  <a:lnTo>
                    <a:pt x="4258181" y="607369"/>
                  </a:lnTo>
                  <a:lnTo>
                    <a:pt x="4258289" y="607369"/>
                  </a:lnTo>
                  <a:lnTo>
                    <a:pt x="4258397" y="607369"/>
                  </a:lnTo>
                  <a:lnTo>
                    <a:pt x="4258506" y="607369"/>
                  </a:lnTo>
                  <a:lnTo>
                    <a:pt x="4258614" y="607369"/>
                  </a:lnTo>
                  <a:lnTo>
                    <a:pt x="4258723" y="607369"/>
                  </a:lnTo>
                  <a:lnTo>
                    <a:pt x="4258831" y="607369"/>
                  </a:lnTo>
                  <a:lnTo>
                    <a:pt x="4258940" y="607369"/>
                  </a:lnTo>
                  <a:lnTo>
                    <a:pt x="4259048" y="607369"/>
                  </a:lnTo>
                  <a:lnTo>
                    <a:pt x="4259157" y="607369"/>
                  </a:lnTo>
                  <a:lnTo>
                    <a:pt x="4259265" y="607369"/>
                  </a:lnTo>
                  <a:lnTo>
                    <a:pt x="4259265" y="606745"/>
                  </a:lnTo>
                  <a:lnTo>
                    <a:pt x="4259373" y="606745"/>
                  </a:lnTo>
                  <a:lnTo>
                    <a:pt x="4259482" y="606745"/>
                  </a:lnTo>
                  <a:lnTo>
                    <a:pt x="4259590" y="606745"/>
                  </a:lnTo>
                  <a:lnTo>
                    <a:pt x="4259699" y="606745"/>
                  </a:lnTo>
                  <a:lnTo>
                    <a:pt x="4259807" y="606745"/>
                  </a:lnTo>
                  <a:lnTo>
                    <a:pt x="4259916" y="606745"/>
                  </a:lnTo>
                  <a:lnTo>
                    <a:pt x="4260024" y="606745"/>
                  </a:lnTo>
                  <a:lnTo>
                    <a:pt x="4260133" y="606745"/>
                  </a:lnTo>
                  <a:lnTo>
                    <a:pt x="4260241" y="606745"/>
                  </a:lnTo>
                  <a:lnTo>
                    <a:pt x="4260349" y="606745"/>
                  </a:lnTo>
                  <a:lnTo>
                    <a:pt x="4260458" y="606745"/>
                  </a:lnTo>
                  <a:lnTo>
                    <a:pt x="4260458" y="606122"/>
                  </a:lnTo>
                  <a:lnTo>
                    <a:pt x="4260566" y="606122"/>
                  </a:lnTo>
                  <a:lnTo>
                    <a:pt x="4260675" y="606122"/>
                  </a:lnTo>
                  <a:lnTo>
                    <a:pt x="4260783" y="606122"/>
                  </a:lnTo>
                  <a:lnTo>
                    <a:pt x="4260892" y="606122"/>
                  </a:lnTo>
                  <a:lnTo>
                    <a:pt x="4261000" y="606122"/>
                  </a:lnTo>
                  <a:lnTo>
                    <a:pt x="4261109" y="606122"/>
                  </a:lnTo>
                  <a:lnTo>
                    <a:pt x="4261217" y="606122"/>
                  </a:lnTo>
                  <a:lnTo>
                    <a:pt x="4261326" y="606122"/>
                  </a:lnTo>
                  <a:lnTo>
                    <a:pt x="4261434" y="606122"/>
                  </a:lnTo>
                  <a:lnTo>
                    <a:pt x="4261542" y="606122"/>
                  </a:lnTo>
                  <a:lnTo>
                    <a:pt x="4261651" y="606122"/>
                  </a:lnTo>
                  <a:lnTo>
                    <a:pt x="4261759" y="606122"/>
                  </a:lnTo>
                  <a:lnTo>
                    <a:pt x="4261868" y="606122"/>
                  </a:lnTo>
                  <a:lnTo>
                    <a:pt x="4261976" y="606122"/>
                  </a:lnTo>
                  <a:lnTo>
                    <a:pt x="4262085" y="606122"/>
                  </a:lnTo>
                  <a:lnTo>
                    <a:pt x="4262193" y="606122"/>
                  </a:lnTo>
                  <a:lnTo>
                    <a:pt x="4262302" y="606122"/>
                  </a:lnTo>
                  <a:lnTo>
                    <a:pt x="4262410" y="606122"/>
                  </a:lnTo>
                  <a:lnTo>
                    <a:pt x="4262518" y="606122"/>
                  </a:lnTo>
                  <a:lnTo>
                    <a:pt x="4262627" y="606122"/>
                  </a:lnTo>
                  <a:lnTo>
                    <a:pt x="4262735" y="606122"/>
                  </a:lnTo>
                  <a:lnTo>
                    <a:pt x="4262844" y="606122"/>
                  </a:lnTo>
                  <a:lnTo>
                    <a:pt x="4262952" y="606122"/>
                  </a:lnTo>
                  <a:lnTo>
                    <a:pt x="4263061" y="606122"/>
                  </a:lnTo>
                  <a:lnTo>
                    <a:pt x="4263169" y="606122"/>
                  </a:lnTo>
                  <a:lnTo>
                    <a:pt x="4263169" y="605498"/>
                  </a:lnTo>
                  <a:lnTo>
                    <a:pt x="4263278" y="605498"/>
                  </a:lnTo>
                  <a:lnTo>
                    <a:pt x="4263386" y="605498"/>
                  </a:lnTo>
                  <a:lnTo>
                    <a:pt x="4263494" y="605498"/>
                  </a:lnTo>
                  <a:lnTo>
                    <a:pt x="4263603" y="605498"/>
                  </a:lnTo>
                  <a:lnTo>
                    <a:pt x="4263711" y="605498"/>
                  </a:lnTo>
                  <a:lnTo>
                    <a:pt x="4263820" y="605498"/>
                  </a:lnTo>
                  <a:lnTo>
                    <a:pt x="4263928" y="605498"/>
                  </a:lnTo>
                  <a:lnTo>
                    <a:pt x="4263928" y="604874"/>
                  </a:lnTo>
                  <a:lnTo>
                    <a:pt x="4264037" y="604874"/>
                  </a:lnTo>
                  <a:lnTo>
                    <a:pt x="4264145" y="604874"/>
                  </a:lnTo>
                  <a:lnTo>
                    <a:pt x="4264254" y="604874"/>
                  </a:lnTo>
                  <a:lnTo>
                    <a:pt x="4264362" y="604874"/>
                  </a:lnTo>
                  <a:lnTo>
                    <a:pt x="4264470" y="604874"/>
                  </a:lnTo>
                  <a:lnTo>
                    <a:pt x="4264579" y="604874"/>
                  </a:lnTo>
                  <a:lnTo>
                    <a:pt x="4264687" y="604874"/>
                  </a:lnTo>
                  <a:lnTo>
                    <a:pt x="4264796" y="604874"/>
                  </a:lnTo>
                  <a:lnTo>
                    <a:pt x="4264904" y="604874"/>
                  </a:lnTo>
                  <a:lnTo>
                    <a:pt x="4265013" y="604874"/>
                  </a:lnTo>
                  <a:lnTo>
                    <a:pt x="4265121" y="604874"/>
                  </a:lnTo>
                  <a:lnTo>
                    <a:pt x="4265230" y="604874"/>
                  </a:lnTo>
                  <a:lnTo>
                    <a:pt x="4265338" y="604874"/>
                  </a:lnTo>
                  <a:lnTo>
                    <a:pt x="4265447" y="604874"/>
                  </a:lnTo>
                  <a:lnTo>
                    <a:pt x="4265555" y="604874"/>
                  </a:lnTo>
                  <a:lnTo>
                    <a:pt x="4265663" y="604874"/>
                  </a:lnTo>
                  <a:lnTo>
                    <a:pt x="4265772" y="604874"/>
                  </a:lnTo>
                  <a:lnTo>
                    <a:pt x="4265880" y="604874"/>
                  </a:lnTo>
                  <a:lnTo>
                    <a:pt x="4265989" y="604874"/>
                  </a:lnTo>
                  <a:lnTo>
                    <a:pt x="4266097" y="604874"/>
                  </a:lnTo>
                  <a:lnTo>
                    <a:pt x="4266206" y="604874"/>
                  </a:lnTo>
                  <a:lnTo>
                    <a:pt x="4266314" y="604874"/>
                  </a:lnTo>
                  <a:lnTo>
                    <a:pt x="4266423" y="604874"/>
                  </a:lnTo>
                  <a:lnTo>
                    <a:pt x="4266531" y="604874"/>
                  </a:lnTo>
                  <a:lnTo>
                    <a:pt x="4266639" y="604874"/>
                  </a:lnTo>
                  <a:lnTo>
                    <a:pt x="4266748" y="604874"/>
                  </a:lnTo>
                  <a:lnTo>
                    <a:pt x="4266856" y="604874"/>
                  </a:lnTo>
                  <a:lnTo>
                    <a:pt x="4266965" y="604874"/>
                  </a:lnTo>
                  <a:lnTo>
                    <a:pt x="4267073" y="604874"/>
                  </a:lnTo>
                  <a:lnTo>
                    <a:pt x="4267182" y="604874"/>
                  </a:lnTo>
                  <a:lnTo>
                    <a:pt x="4267290" y="604874"/>
                  </a:lnTo>
                  <a:lnTo>
                    <a:pt x="4267290" y="604251"/>
                  </a:lnTo>
                  <a:lnTo>
                    <a:pt x="4267399" y="604251"/>
                  </a:lnTo>
                  <a:lnTo>
                    <a:pt x="4267507" y="604251"/>
                  </a:lnTo>
                  <a:lnTo>
                    <a:pt x="4267615" y="604251"/>
                  </a:lnTo>
                  <a:lnTo>
                    <a:pt x="4267724" y="604251"/>
                  </a:lnTo>
                  <a:lnTo>
                    <a:pt x="4267832" y="604251"/>
                  </a:lnTo>
                  <a:lnTo>
                    <a:pt x="4267941" y="604251"/>
                  </a:lnTo>
                  <a:lnTo>
                    <a:pt x="4268049" y="604251"/>
                  </a:lnTo>
                  <a:lnTo>
                    <a:pt x="4268158" y="604251"/>
                  </a:lnTo>
                  <a:lnTo>
                    <a:pt x="4268266" y="604251"/>
                  </a:lnTo>
                  <a:lnTo>
                    <a:pt x="4268375" y="604251"/>
                  </a:lnTo>
                  <a:lnTo>
                    <a:pt x="4268483" y="604251"/>
                  </a:lnTo>
                  <a:lnTo>
                    <a:pt x="4268591" y="604251"/>
                  </a:lnTo>
                  <a:lnTo>
                    <a:pt x="4268591" y="603627"/>
                  </a:lnTo>
                  <a:lnTo>
                    <a:pt x="4268700" y="603627"/>
                  </a:lnTo>
                  <a:lnTo>
                    <a:pt x="4268808" y="603627"/>
                  </a:lnTo>
                  <a:lnTo>
                    <a:pt x="4268917" y="603627"/>
                  </a:lnTo>
                  <a:lnTo>
                    <a:pt x="4268917" y="603004"/>
                  </a:lnTo>
                  <a:lnTo>
                    <a:pt x="4269025" y="603004"/>
                  </a:lnTo>
                  <a:lnTo>
                    <a:pt x="4269134" y="603004"/>
                  </a:lnTo>
                  <a:lnTo>
                    <a:pt x="4269242" y="603004"/>
                  </a:lnTo>
                  <a:lnTo>
                    <a:pt x="4269351" y="603004"/>
                  </a:lnTo>
                  <a:lnTo>
                    <a:pt x="4269459" y="603004"/>
                  </a:lnTo>
                  <a:lnTo>
                    <a:pt x="4269567" y="603004"/>
                  </a:lnTo>
                  <a:lnTo>
                    <a:pt x="4269676" y="603004"/>
                  </a:lnTo>
                  <a:lnTo>
                    <a:pt x="4269784" y="603004"/>
                  </a:lnTo>
                  <a:lnTo>
                    <a:pt x="4269893" y="603004"/>
                  </a:lnTo>
                  <a:lnTo>
                    <a:pt x="4270001" y="603004"/>
                  </a:lnTo>
                  <a:lnTo>
                    <a:pt x="4270110" y="603004"/>
                  </a:lnTo>
                  <a:lnTo>
                    <a:pt x="4270218" y="603004"/>
                  </a:lnTo>
                  <a:lnTo>
                    <a:pt x="4270218" y="602380"/>
                  </a:lnTo>
                  <a:lnTo>
                    <a:pt x="4270327" y="602380"/>
                  </a:lnTo>
                  <a:lnTo>
                    <a:pt x="4270435" y="602380"/>
                  </a:lnTo>
                  <a:lnTo>
                    <a:pt x="4270544" y="602380"/>
                  </a:lnTo>
                  <a:lnTo>
                    <a:pt x="4270652" y="602380"/>
                  </a:lnTo>
                  <a:lnTo>
                    <a:pt x="4270760" y="602380"/>
                  </a:lnTo>
                  <a:lnTo>
                    <a:pt x="4270869" y="602380"/>
                  </a:lnTo>
                  <a:lnTo>
                    <a:pt x="4270977" y="602380"/>
                  </a:lnTo>
                  <a:lnTo>
                    <a:pt x="4271086" y="602380"/>
                  </a:lnTo>
                  <a:lnTo>
                    <a:pt x="4271194" y="602380"/>
                  </a:lnTo>
                  <a:lnTo>
                    <a:pt x="4271303" y="602380"/>
                  </a:lnTo>
                  <a:lnTo>
                    <a:pt x="4271411" y="602380"/>
                  </a:lnTo>
                  <a:lnTo>
                    <a:pt x="4271520" y="602380"/>
                  </a:lnTo>
                  <a:lnTo>
                    <a:pt x="4271628" y="602380"/>
                  </a:lnTo>
                  <a:lnTo>
                    <a:pt x="4271736" y="602380"/>
                  </a:lnTo>
                  <a:lnTo>
                    <a:pt x="4271845" y="602380"/>
                  </a:lnTo>
                  <a:lnTo>
                    <a:pt x="4271953" y="602380"/>
                  </a:lnTo>
                  <a:lnTo>
                    <a:pt x="4272062" y="602380"/>
                  </a:lnTo>
                  <a:lnTo>
                    <a:pt x="4272170" y="602380"/>
                  </a:lnTo>
                  <a:lnTo>
                    <a:pt x="4272279" y="602380"/>
                  </a:lnTo>
                  <a:lnTo>
                    <a:pt x="4272387" y="602380"/>
                  </a:lnTo>
                  <a:lnTo>
                    <a:pt x="4272496" y="602380"/>
                  </a:lnTo>
                  <a:lnTo>
                    <a:pt x="4272604" y="602380"/>
                  </a:lnTo>
                  <a:lnTo>
                    <a:pt x="4272712" y="602380"/>
                  </a:lnTo>
                  <a:lnTo>
                    <a:pt x="4272821" y="602380"/>
                  </a:lnTo>
                  <a:lnTo>
                    <a:pt x="4272929" y="602380"/>
                  </a:lnTo>
                  <a:lnTo>
                    <a:pt x="4273038" y="602380"/>
                  </a:lnTo>
                  <a:lnTo>
                    <a:pt x="4273146" y="602380"/>
                  </a:lnTo>
                  <a:lnTo>
                    <a:pt x="4273255" y="602380"/>
                  </a:lnTo>
                  <a:lnTo>
                    <a:pt x="4273363" y="602380"/>
                  </a:lnTo>
                  <a:lnTo>
                    <a:pt x="4273472" y="602380"/>
                  </a:lnTo>
                  <a:lnTo>
                    <a:pt x="4273580" y="602380"/>
                  </a:lnTo>
                  <a:lnTo>
                    <a:pt x="4273688" y="602380"/>
                  </a:lnTo>
                  <a:lnTo>
                    <a:pt x="4273797" y="602380"/>
                  </a:lnTo>
                  <a:lnTo>
                    <a:pt x="4273905" y="602380"/>
                  </a:lnTo>
                  <a:lnTo>
                    <a:pt x="4274014" y="602380"/>
                  </a:lnTo>
                  <a:lnTo>
                    <a:pt x="4274122" y="602380"/>
                  </a:lnTo>
                  <a:lnTo>
                    <a:pt x="4274231" y="602380"/>
                  </a:lnTo>
                  <a:lnTo>
                    <a:pt x="4274231" y="601756"/>
                  </a:lnTo>
                  <a:lnTo>
                    <a:pt x="4274339" y="601756"/>
                  </a:lnTo>
                  <a:lnTo>
                    <a:pt x="4274448" y="601756"/>
                  </a:lnTo>
                  <a:lnTo>
                    <a:pt x="4274556" y="601756"/>
                  </a:lnTo>
                  <a:lnTo>
                    <a:pt x="4274665" y="601756"/>
                  </a:lnTo>
                  <a:lnTo>
                    <a:pt x="4274773" y="601756"/>
                  </a:lnTo>
                  <a:lnTo>
                    <a:pt x="4274881" y="601756"/>
                  </a:lnTo>
                  <a:lnTo>
                    <a:pt x="4274990" y="601756"/>
                  </a:lnTo>
                  <a:lnTo>
                    <a:pt x="4275098" y="601756"/>
                  </a:lnTo>
                  <a:lnTo>
                    <a:pt x="4275207" y="601756"/>
                  </a:lnTo>
                  <a:lnTo>
                    <a:pt x="4275315" y="601756"/>
                  </a:lnTo>
                  <a:lnTo>
                    <a:pt x="4275424" y="601756"/>
                  </a:lnTo>
                  <a:lnTo>
                    <a:pt x="4275532" y="601756"/>
                  </a:lnTo>
                  <a:lnTo>
                    <a:pt x="4275641" y="601756"/>
                  </a:lnTo>
                  <a:lnTo>
                    <a:pt x="4275749" y="601756"/>
                  </a:lnTo>
                  <a:lnTo>
                    <a:pt x="4275857" y="601756"/>
                  </a:lnTo>
                  <a:lnTo>
                    <a:pt x="4275966" y="601756"/>
                  </a:lnTo>
                  <a:lnTo>
                    <a:pt x="4275966" y="601133"/>
                  </a:lnTo>
                  <a:lnTo>
                    <a:pt x="4276074" y="601133"/>
                  </a:lnTo>
                  <a:lnTo>
                    <a:pt x="4276183" y="601133"/>
                  </a:lnTo>
                  <a:lnTo>
                    <a:pt x="4276291" y="601133"/>
                  </a:lnTo>
                  <a:lnTo>
                    <a:pt x="4276400" y="601133"/>
                  </a:lnTo>
                  <a:lnTo>
                    <a:pt x="4276508" y="601133"/>
                  </a:lnTo>
                  <a:lnTo>
                    <a:pt x="4276617" y="601133"/>
                  </a:lnTo>
                  <a:lnTo>
                    <a:pt x="4276725" y="601133"/>
                  </a:lnTo>
                  <a:lnTo>
                    <a:pt x="4276833" y="601133"/>
                  </a:lnTo>
                  <a:lnTo>
                    <a:pt x="4276942" y="601133"/>
                  </a:lnTo>
                  <a:lnTo>
                    <a:pt x="4277050" y="601133"/>
                  </a:lnTo>
                  <a:lnTo>
                    <a:pt x="4277050" y="600509"/>
                  </a:lnTo>
                  <a:lnTo>
                    <a:pt x="4277159" y="600509"/>
                  </a:lnTo>
                  <a:lnTo>
                    <a:pt x="4277267" y="600509"/>
                  </a:lnTo>
                  <a:lnTo>
                    <a:pt x="4277376" y="600509"/>
                  </a:lnTo>
                  <a:lnTo>
                    <a:pt x="4277484" y="600509"/>
                  </a:lnTo>
                  <a:lnTo>
                    <a:pt x="4277484" y="599886"/>
                  </a:lnTo>
                  <a:lnTo>
                    <a:pt x="4277593" y="599886"/>
                  </a:lnTo>
                  <a:lnTo>
                    <a:pt x="4277701" y="599886"/>
                  </a:lnTo>
                  <a:lnTo>
                    <a:pt x="4277809" y="599886"/>
                  </a:lnTo>
                  <a:lnTo>
                    <a:pt x="4277918" y="599886"/>
                  </a:lnTo>
                  <a:lnTo>
                    <a:pt x="4278026" y="599886"/>
                  </a:lnTo>
                  <a:lnTo>
                    <a:pt x="4278135" y="599886"/>
                  </a:lnTo>
                  <a:lnTo>
                    <a:pt x="4278243" y="599886"/>
                  </a:lnTo>
                  <a:lnTo>
                    <a:pt x="4278352" y="599886"/>
                  </a:lnTo>
                  <a:lnTo>
                    <a:pt x="4278460" y="599886"/>
                  </a:lnTo>
                  <a:lnTo>
                    <a:pt x="4278569" y="599886"/>
                  </a:lnTo>
                  <a:lnTo>
                    <a:pt x="4278677" y="599886"/>
                  </a:lnTo>
                  <a:lnTo>
                    <a:pt x="4278786" y="599886"/>
                  </a:lnTo>
                  <a:lnTo>
                    <a:pt x="4278894" y="599886"/>
                  </a:lnTo>
                  <a:lnTo>
                    <a:pt x="4279002" y="599886"/>
                  </a:lnTo>
                  <a:lnTo>
                    <a:pt x="4279111" y="599886"/>
                  </a:lnTo>
                  <a:lnTo>
                    <a:pt x="4279219" y="599886"/>
                  </a:lnTo>
                  <a:lnTo>
                    <a:pt x="4279328" y="599886"/>
                  </a:lnTo>
                  <a:lnTo>
                    <a:pt x="4279436" y="599886"/>
                  </a:lnTo>
                  <a:lnTo>
                    <a:pt x="4279545" y="599886"/>
                  </a:lnTo>
                  <a:lnTo>
                    <a:pt x="4279653" y="599886"/>
                  </a:lnTo>
                  <a:lnTo>
                    <a:pt x="4279762" y="599886"/>
                  </a:lnTo>
                  <a:lnTo>
                    <a:pt x="4279870" y="599886"/>
                  </a:lnTo>
                  <a:lnTo>
                    <a:pt x="4279978" y="599886"/>
                  </a:lnTo>
                  <a:lnTo>
                    <a:pt x="4280087" y="599886"/>
                  </a:lnTo>
                  <a:lnTo>
                    <a:pt x="4280195" y="599886"/>
                  </a:lnTo>
                  <a:lnTo>
                    <a:pt x="4280304" y="599886"/>
                  </a:lnTo>
                  <a:lnTo>
                    <a:pt x="4280304" y="599262"/>
                  </a:lnTo>
                  <a:lnTo>
                    <a:pt x="4280412" y="599262"/>
                  </a:lnTo>
                  <a:lnTo>
                    <a:pt x="4280412" y="598639"/>
                  </a:lnTo>
                  <a:lnTo>
                    <a:pt x="4280521" y="598639"/>
                  </a:lnTo>
                  <a:lnTo>
                    <a:pt x="4280629" y="598639"/>
                  </a:lnTo>
                  <a:lnTo>
                    <a:pt x="4280738" y="598639"/>
                  </a:lnTo>
                  <a:lnTo>
                    <a:pt x="4280846" y="598639"/>
                  </a:lnTo>
                  <a:lnTo>
                    <a:pt x="4280954" y="598639"/>
                  </a:lnTo>
                  <a:lnTo>
                    <a:pt x="4280954" y="598015"/>
                  </a:lnTo>
                  <a:lnTo>
                    <a:pt x="4281063" y="598015"/>
                  </a:lnTo>
                  <a:lnTo>
                    <a:pt x="4281171" y="598015"/>
                  </a:lnTo>
                  <a:lnTo>
                    <a:pt x="4281280" y="598015"/>
                  </a:lnTo>
                  <a:lnTo>
                    <a:pt x="4281280" y="597391"/>
                  </a:lnTo>
                  <a:lnTo>
                    <a:pt x="4281388" y="597391"/>
                  </a:lnTo>
                  <a:lnTo>
                    <a:pt x="4281497" y="597391"/>
                  </a:lnTo>
                  <a:lnTo>
                    <a:pt x="4281605" y="597391"/>
                  </a:lnTo>
                  <a:lnTo>
                    <a:pt x="4281714" y="597391"/>
                  </a:lnTo>
                  <a:lnTo>
                    <a:pt x="4281822" y="597391"/>
                  </a:lnTo>
                  <a:lnTo>
                    <a:pt x="4281930" y="597391"/>
                  </a:lnTo>
                  <a:lnTo>
                    <a:pt x="4282039" y="597391"/>
                  </a:lnTo>
                  <a:lnTo>
                    <a:pt x="4282147" y="597391"/>
                  </a:lnTo>
                  <a:lnTo>
                    <a:pt x="4282256" y="597391"/>
                  </a:lnTo>
                  <a:lnTo>
                    <a:pt x="4282364" y="597391"/>
                  </a:lnTo>
                  <a:lnTo>
                    <a:pt x="4282473" y="597391"/>
                  </a:lnTo>
                  <a:lnTo>
                    <a:pt x="4282581" y="597391"/>
                  </a:lnTo>
                  <a:lnTo>
                    <a:pt x="4282690" y="597391"/>
                  </a:lnTo>
                  <a:lnTo>
                    <a:pt x="4282798" y="597391"/>
                  </a:lnTo>
                  <a:lnTo>
                    <a:pt x="4282907" y="597391"/>
                  </a:lnTo>
                  <a:lnTo>
                    <a:pt x="4283015" y="597391"/>
                  </a:lnTo>
                  <a:lnTo>
                    <a:pt x="4283123" y="597391"/>
                  </a:lnTo>
                  <a:lnTo>
                    <a:pt x="4283232" y="597391"/>
                  </a:lnTo>
                  <a:lnTo>
                    <a:pt x="4283340" y="597391"/>
                  </a:lnTo>
                  <a:lnTo>
                    <a:pt x="4283449" y="597391"/>
                  </a:lnTo>
                  <a:lnTo>
                    <a:pt x="4283557" y="597391"/>
                  </a:lnTo>
                  <a:lnTo>
                    <a:pt x="4283666" y="597391"/>
                  </a:lnTo>
                  <a:lnTo>
                    <a:pt x="4283774" y="597391"/>
                  </a:lnTo>
                  <a:lnTo>
                    <a:pt x="4283883" y="597391"/>
                  </a:lnTo>
                  <a:lnTo>
                    <a:pt x="4283991" y="597391"/>
                  </a:lnTo>
                  <a:lnTo>
                    <a:pt x="4284099" y="597391"/>
                  </a:lnTo>
                  <a:lnTo>
                    <a:pt x="4284208" y="597391"/>
                  </a:lnTo>
                  <a:lnTo>
                    <a:pt x="4284316" y="597391"/>
                  </a:lnTo>
                  <a:lnTo>
                    <a:pt x="4284425" y="597391"/>
                  </a:lnTo>
                  <a:lnTo>
                    <a:pt x="4284533" y="597391"/>
                  </a:lnTo>
                  <a:lnTo>
                    <a:pt x="4284642" y="597391"/>
                  </a:lnTo>
                  <a:lnTo>
                    <a:pt x="4284750" y="597391"/>
                  </a:lnTo>
                  <a:lnTo>
                    <a:pt x="4284859" y="597391"/>
                  </a:lnTo>
                  <a:lnTo>
                    <a:pt x="4284859" y="596768"/>
                  </a:lnTo>
                  <a:lnTo>
                    <a:pt x="4284967" y="596768"/>
                  </a:lnTo>
                  <a:lnTo>
                    <a:pt x="4285075" y="596768"/>
                  </a:lnTo>
                  <a:lnTo>
                    <a:pt x="4285184" y="596768"/>
                  </a:lnTo>
                  <a:lnTo>
                    <a:pt x="4285292" y="596768"/>
                  </a:lnTo>
                  <a:lnTo>
                    <a:pt x="4285401" y="596768"/>
                  </a:lnTo>
                  <a:lnTo>
                    <a:pt x="4285509" y="596768"/>
                  </a:lnTo>
                  <a:lnTo>
                    <a:pt x="4285618" y="596768"/>
                  </a:lnTo>
                  <a:lnTo>
                    <a:pt x="4285726" y="596768"/>
                  </a:lnTo>
                  <a:lnTo>
                    <a:pt x="4285835" y="596768"/>
                  </a:lnTo>
                  <a:lnTo>
                    <a:pt x="4285943" y="596768"/>
                  </a:lnTo>
                  <a:lnTo>
                    <a:pt x="4286051" y="596768"/>
                  </a:lnTo>
                  <a:lnTo>
                    <a:pt x="4286160" y="596768"/>
                  </a:lnTo>
                  <a:lnTo>
                    <a:pt x="4286268" y="596768"/>
                  </a:lnTo>
                  <a:lnTo>
                    <a:pt x="4286377" y="596768"/>
                  </a:lnTo>
                  <a:lnTo>
                    <a:pt x="4286485" y="596768"/>
                  </a:lnTo>
                  <a:lnTo>
                    <a:pt x="4286594" y="596768"/>
                  </a:lnTo>
                  <a:lnTo>
                    <a:pt x="4286702" y="596768"/>
                  </a:lnTo>
                  <a:lnTo>
                    <a:pt x="4286811" y="596768"/>
                  </a:lnTo>
                  <a:lnTo>
                    <a:pt x="4286811" y="596144"/>
                  </a:lnTo>
                  <a:lnTo>
                    <a:pt x="4286919" y="596144"/>
                  </a:lnTo>
                  <a:lnTo>
                    <a:pt x="4287028" y="596144"/>
                  </a:lnTo>
                  <a:lnTo>
                    <a:pt x="4287136" y="596144"/>
                  </a:lnTo>
                  <a:lnTo>
                    <a:pt x="4287244" y="596144"/>
                  </a:lnTo>
                  <a:lnTo>
                    <a:pt x="4287353" y="596144"/>
                  </a:lnTo>
                  <a:lnTo>
                    <a:pt x="4287461" y="596144"/>
                  </a:lnTo>
                  <a:lnTo>
                    <a:pt x="4287570" y="596144"/>
                  </a:lnTo>
                  <a:lnTo>
                    <a:pt x="4287678" y="596144"/>
                  </a:lnTo>
                  <a:lnTo>
                    <a:pt x="4287787" y="596144"/>
                  </a:lnTo>
                  <a:lnTo>
                    <a:pt x="4287895" y="596144"/>
                  </a:lnTo>
                  <a:lnTo>
                    <a:pt x="4288004" y="596144"/>
                  </a:lnTo>
                  <a:lnTo>
                    <a:pt x="4288112" y="596144"/>
                  </a:lnTo>
                  <a:lnTo>
                    <a:pt x="4288220" y="596144"/>
                  </a:lnTo>
                  <a:lnTo>
                    <a:pt x="4288329" y="596144"/>
                  </a:lnTo>
                  <a:lnTo>
                    <a:pt x="4288437" y="596144"/>
                  </a:lnTo>
                  <a:lnTo>
                    <a:pt x="4288546" y="596144"/>
                  </a:lnTo>
                  <a:lnTo>
                    <a:pt x="4288654" y="596144"/>
                  </a:lnTo>
                  <a:lnTo>
                    <a:pt x="4288763" y="596144"/>
                  </a:lnTo>
                  <a:lnTo>
                    <a:pt x="4288871" y="596144"/>
                  </a:lnTo>
                  <a:lnTo>
                    <a:pt x="4288980" y="596144"/>
                  </a:lnTo>
                  <a:lnTo>
                    <a:pt x="4289088" y="596144"/>
                  </a:lnTo>
                  <a:lnTo>
                    <a:pt x="4289196" y="596144"/>
                  </a:lnTo>
                  <a:lnTo>
                    <a:pt x="4289305" y="596144"/>
                  </a:lnTo>
                  <a:lnTo>
                    <a:pt x="4289413" y="596144"/>
                  </a:lnTo>
                  <a:lnTo>
                    <a:pt x="4289522" y="596144"/>
                  </a:lnTo>
                  <a:lnTo>
                    <a:pt x="4289522" y="595521"/>
                  </a:lnTo>
                  <a:lnTo>
                    <a:pt x="4289630" y="595521"/>
                  </a:lnTo>
                  <a:lnTo>
                    <a:pt x="4289739" y="595521"/>
                  </a:lnTo>
                  <a:lnTo>
                    <a:pt x="4289847" y="595521"/>
                  </a:lnTo>
                  <a:lnTo>
                    <a:pt x="4289956" y="595521"/>
                  </a:lnTo>
                  <a:lnTo>
                    <a:pt x="4290064" y="595521"/>
                  </a:lnTo>
                  <a:lnTo>
                    <a:pt x="4290172" y="595521"/>
                  </a:lnTo>
                  <a:lnTo>
                    <a:pt x="4290281" y="595521"/>
                  </a:lnTo>
                  <a:lnTo>
                    <a:pt x="4290389" y="595521"/>
                  </a:lnTo>
                  <a:lnTo>
                    <a:pt x="4290498" y="595521"/>
                  </a:lnTo>
                  <a:lnTo>
                    <a:pt x="4290606" y="595521"/>
                  </a:lnTo>
                  <a:lnTo>
                    <a:pt x="4290715" y="595521"/>
                  </a:lnTo>
                  <a:lnTo>
                    <a:pt x="4290823" y="595521"/>
                  </a:lnTo>
                  <a:lnTo>
                    <a:pt x="4290932" y="595521"/>
                  </a:lnTo>
                  <a:lnTo>
                    <a:pt x="4291040" y="595521"/>
                  </a:lnTo>
                  <a:lnTo>
                    <a:pt x="4291149" y="595521"/>
                  </a:lnTo>
                  <a:lnTo>
                    <a:pt x="4291257" y="595521"/>
                  </a:lnTo>
                  <a:lnTo>
                    <a:pt x="4291365" y="595521"/>
                  </a:lnTo>
                  <a:lnTo>
                    <a:pt x="4291474" y="595521"/>
                  </a:lnTo>
                  <a:lnTo>
                    <a:pt x="4291582" y="595521"/>
                  </a:lnTo>
                  <a:lnTo>
                    <a:pt x="4291691" y="595521"/>
                  </a:lnTo>
                  <a:lnTo>
                    <a:pt x="4291799" y="595521"/>
                  </a:lnTo>
                  <a:lnTo>
                    <a:pt x="4291908" y="595521"/>
                  </a:lnTo>
                  <a:lnTo>
                    <a:pt x="4292016" y="595521"/>
                  </a:lnTo>
                  <a:lnTo>
                    <a:pt x="4292125" y="595521"/>
                  </a:lnTo>
                  <a:lnTo>
                    <a:pt x="4292233" y="595521"/>
                  </a:lnTo>
                  <a:lnTo>
                    <a:pt x="4292341" y="595521"/>
                  </a:lnTo>
                  <a:lnTo>
                    <a:pt x="4292450" y="595521"/>
                  </a:lnTo>
                  <a:lnTo>
                    <a:pt x="4292558" y="595521"/>
                  </a:lnTo>
                  <a:lnTo>
                    <a:pt x="4292667" y="595521"/>
                  </a:lnTo>
                  <a:lnTo>
                    <a:pt x="4292775" y="595521"/>
                  </a:lnTo>
                  <a:lnTo>
                    <a:pt x="4292884" y="595521"/>
                  </a:lnTo>
                  <a:lnTo>
                    <a:pt x="4292992" y="595521"/>
                  </a:lnTo>
                  <a:lnTo>
                    <a:pt x="4293101" y="595521"/>
                  </a:lnTo>
                  <a:lnTo>
                    <a:pt x="4293209" y="595521"/>
                  </a:lnTo>
                  <a:lnTo>
                    <a:pt x="4293317" y="595521"/>
                  </a:lnTo>
                  <a:lnTo>
                    <a:pt x="4293317" y="594897"/>
                  </a:lnTo>
                  <a:lnTo>
                    <a:pt x="4293426" y="594897"/>
                  </a:lnTo>
                  <a:lnTo>
                    <a:pt x="4293534" y="594897"/>
                  </a:lnTo>
                  <a:lnTo>
                    <a:pt x="4293643" y="594897"/>
                  </a:lnTo>
                  <a:lnTo>
                    <a:pt x="4293751" y="594897"/>
                  </a:lnTo>
                  <a:lnTo>
                    <a:pt x="4293860" y="594897"/>
                  </a:lnTo>
                  <a:lnTo>
                    <a:pt x="4293860" y="594273"/>
                  </a:lnTo>
                  <a:lnTo>
                    <a:pt x="4293968" y="594273"/>
                  </a:lnTo>
                  <a:lnTo>
                    <a:pt x="4294077" y="594273"/>
                  </a:lnTo>
                  <a:lnTo>
                    <a:pt x="4294185" y="594273"/>
                  </a:lnTo>
                  <a:lnTo>
                    <a:pt x="4294293" y="594273"/>
                  </a:lnTo>
                  <a:lnTo>
                    <a:pt x="4294402" y="594273"/>
                  </a:lnTo>
                  <a:lnTo>
                    <a:pt x="4294510" y="594273"/>
                  </a:lnTo>
                  <a:lnTo>
                    <a:pt x="4294619" y="594273"/>
                  </a:lnTo>
                  <a:lnTo>
                    <a:pt x="4294727" y="594273"/>
                  </a:lnTo>
                  <a:lnTo>
                    <a:pt x="4294727" y="593650"/>
                  </a:lnTo>
                  <a:lnTo>
                    <a:pt x="4294836" y="593650"/>
                  </a:lnTo>
                  <a:lnTo>
                    <a:pt x="4294944" y="593650"/>
                  </a:lnTo>
                  <a:lnTo>
                    <a:pt x="4295053" y="593650"/>
                  </a:lnTo>
                  <a:lnTo>
                    <a:pt x="4295161" y="593650"/>
                  </a:lnTo>
                  <a:lnTo>
                    <a:pt x="4295269" y="593650"/>
                  </a:lnTo>
                  <a:lnTo>
                    <a:pt x="4295378" y="593650"/>
                  </a:lnTo>
                  <a:lnTo>
                    <a:pt x="4295486" y="593650"/>
                  </a:lnTo>
                  <a:lnTo>
                    <a:pt x="4295595" y="593650"/>
                  </a:lnTo>
                  <a:lnTo>
                    <a:pt x="4295703" y="593650"/>
                  </a:lnTo>
                  <a:lnTo>
                    <a:pt x="4295812" y="593650"/>
                  </a:lnTo>
                  <a:lnTo>
                    <a:pt x="4295920" y="593650"/>
                  </a:lnTo>
                  <a:lnTo>
                    <a:pt x="4296029" y="593650"/>
                  </a:lnTo>
                  <a:lnTo>
                    <a:pt x="4296137" y="593650"/>
                  </a:lnTo>
                  <a:lnTo>
                    <a:pt x="4296246" y="593650"/>
                  </a:lnTo>
                  <a:lnTo>
                    <a:pt x="4296354" y="593650"/>
                  </a:lnTo>
                  <a:lnTo>
                    <a:pt x="4296462" y="593650"/>
                  </a:lnTo>
                  <a:lnTo>
                    <a:pt x="4296571" y="593650"/>
                  </a:lnTo>
                  <a:lnTo>
                    <a:pt x="4296679" y="593650"/>
                  </a:lnTo>
                  <a:lnTo>
                    <a:pt x="4296788" y="593650"/>
                  </a:lnTo>
                  <a:lnTo>
                    <a:pt x="4296896" y="593650"/>
                  </a:lnTo>
                  <a:lnTo>
                    <a:pt x="4297005" y="593650"/>
                  </a:lnTo>
                  <a:lnTo>
                    <a:pt x="4297113" y="593650"/>
                  </a:lnTo>
                  <a:lnTo>
                    <a:pt x="4297222" y="593650"/>
                  </a:lnTo>
                  <a:lnTo>
                    <a:pt x="4297330" y="593650"/>
                  </a:lnTo>
                  <a:lnTo>
                    <a:pt x="4297438" y="593650"/>
                  </a:lnTo>
                  <a:lnTo>
                    <a:pt x="4297438" y="593026"/>
                  </a:lnTo>
                  <a:lnTo>
                    <a:pt x="4297547" y="593026"/>
                  </a:lnTo>
                  <a:lnTo>
                    <a:pt x="4297655" y="593026"/>
                  </a:lnTo>
                  <a:lnTo>
                    <a:pt x="4297655" y="592403"/>
                  </a:lnTo>
                  <a:lnTo>
                    <a:pt x="4297764" y="592403"/>
                  </a:lnTo>
                  <a:lnTo>
                    <a:pt x="4297872" y="592403"/>
                  </a:lnTo>
                  <a:lnTo>
                    <a:pt x="4297981" y="592403"/>
                  </a:lnTo>
                  <a:lnTo>
                    <a:pt x="4298089" y="592403"/>
                  </a:lnTo>
                  <a:lnTo>
                    <a:pt x="4298089" y="591779"/>
                  </a:lnTo>
                  <a:lnTo>
                    <a:pt x="4298198" y="591779"/>
                  </a:lnTo>
                  <a:lnTo>
                    <a:pt x="4298198" y="591156"/>
                  </a:lnTo>
                  <a:lnTo>
                    <a:pt x="4298306" y="591156"/>
                  </a:lnTo>
                  <a:lnTo>
                    <a:pt x="4298414" y="591156"/>
                  </a:lnTo>
                  <a:lnTo>
                    <a:pt x="4298523" y="591156"/>
                  </a:lnTo>
                  <a:lnTo>
                    <a:pt x="4298631" y="591156"/>
                  </a:lnTo>
                  <a:lnTo>
                    <a:pt x="4298740" y="591156"/>
                  </a:lnTo>
                  <a:lnTo>
                    <a:pt x="4298848" y="591156"/>
                  </a:lnTo>
                  <a:lnTo>
                    <a:pt x="4298957" y="591156"/>
                  </a:lnTo>
                  <a:lnTo>
                    <a:pt x="4299065" y="591156"/>
                  </a:lnTo>
                  <a:lnTo>
                    <a:pt x="4299174" y="591156"/>
                  </a:lnTo>
                  <a:lnTo>
                    <a:pt x="4299282" y="591156"/>
                  </a:lnTo>
                  <a:lnTo>
                    <a:pt x="4299390" y="591156"/>
                  </a:lnTo>
                  <a:lnTo>
                    <a:pt x="4299499" y="591156"/>
                  </a:lnTo>
                  <a:lnTo>
                    <a:pt x="4299607" y="591156"/>
                  </a:lnTo>
                  <a:lnTo>
                    <a:pt x="4299716" y="591156"/>
                  </a:lnTo>
                  <a:lnTo>
                    <a:pt x="4299824" y="591156"/>
                  </a:lnTo>
                  <a:lnTo>
                    <a:pt x="4299933" y="591156"/>
                  </a:lnTo>
                  <a:lnTo>
                    <a:pt x="4300041" y="591156"/>
                  </a:lnTo>
                  <a:lnTo>
                    <a:pt x="4300150" y="591156"/>
                  </a:lnTo>
                  <a:lnTo>
                    <a:pt x="4300258" y="591156"/>
                  </a:lnTo>
                  <a:lnTo>
                    <a:pt x="4300367" y="591156"/>
                  </a:lnTo>
                  <a:lnTo>
                    <a:pt x="4300475" y="591156"/>
                  </a:lnTo>
                  <a:lnTo>
                    <a:pt x="4300583" y="591156"/>
                  </a:lnTo>
                  <a:lnTo>
                    <a:pt x="4300692" y="591156"/>
                  </a:lnTo>
                  <a:lnTo>
                    <a:pt x="4300800" y="591156"/>
                  </a:lnTo>
                  <a:lnTo>
                    <a:pt x="4300909" y="591156"/>
                  </a:lnTo>
                  <a:lnTo>
                    <a:pt x="4300909" y="590532"/>
                  </a:lnTo>
                  <a:lnTo>
                    <a:pt x="4300909" y="589908"/>
                  </a:lnTo>
                  <a:lnTo>
                    <a:pt x="4300909" y="589285"/>
                  </a:lnTo>
                  <a:lnTo>
                    <a:pt x="4301017" y="589285"/>
                  </a:lnTo>
                  <a:lnTo>
                    <a:pt x="4301126" y="589285"/>
                  </a:lnTo>
                  <a:lnTo>
                    <a:pt x="4301234" y="589285"/>
                  </a:lnTo>
                  <a:lnTo>
                    <a:pt x="4301343" y="589285"/>
                  </a:lnTo>
                  <a:lnTo>
                    <a:pt x="4301451" y="589285"/>
                  </a:lnTo>
                  <a:lnTo>
                    <a:pt x="4301559" y="589285"/>
                  </a:lnTo>
                  <a:lnTo>
                    <a:pt x="4301559" y="588661"/>
                  </a:lnTo>
                  <a:lnTo>
                    <a:pt x="4301668" y="588661"/>
                  </a:lnTo>
                  <a:lnTo>
                    <a:pt x="4301776" y="588661"/>
                  </a:lnTo>
                  <a:lnTo>
                    <a:pt x="4301885" y="588661"/>
                  </a:lnTo>
                  <a:lnTo>
                    <a:pt x="4301993" y="588661"/>
                  </a:lnTo>
                  <a:lnTo>
                    <a:pt x="4302102" y="588661"/>
                  </a:lnTo>
                  <a:lnTo>
                    <a:pt x="4302210" y="588661"/>
                  </a:lnTo>
                  <a:lnTo>
                    <a:pt x="4302319" y="588661"/>
                  </a:lnTo>
                  <a:lnTo>
                    <a:pt x="4302427" y="588661"/>
                  </a:lnTo>
                  <a:lnTo>
                    <a:pt x="4302535" y="588661"/>
                  </a:lnTo>
                  <a:lnTo>
                    <a:pt x="4302644" y="588661"/>
                  </a:lnTo>
                  <a:lnTo>
                    <a:pt x="4302752" y="588661"/>
                  </a:lnTo>
                  <a:lnTo>
                    <a:pt x="4302861" y="588661"/>
                  </a:lnTo>
                  <a:lnTo>
                    <a:pt x="4302969" y="588661"/>
                  </a:lnTo>
                  <a:lnTo>
                    <a:pt x="4303078" y="588661"/>
                  </a:lnTo>
                  <a:lnTo>
                    <a:pt x="4303186" y="588661"/>
                  </a:lnTo>
                  <a:lnTo>
                    <a:pt x="4303295" y="588661"/>
                  </a:lnTo>
                  <a:lnTo>
                    <a:pt x="4303403" y="588661"/>
                  </a:lnTo>
                  <a:lnTo>
                    <a:pt x="4303511" y="588661"/>
                  </a:lnTo>
                  <a:lnTo>
                    <a:pt x="4303620" y="588661"/>
                  </a:lnTo>
                  <a:lnTo>
                    <a:pt x="4303728" y="588661"/>
                  </a:lnTo>
                  <a:lnTo>
                    <a:pt x="4303837" y="588661"/>
                  </a:lnTo>
                  <a:lnTo>
                    <a:pt x="4303945" y="588661"/>
                  </a:lnTo>
                  <a:lnTo>
                    <a:pt x="4304054" y="588661"/>
                  </a:lnTo>
                  <a:lnTo>
                    <a:pt x="4304054" y="588038"/>
                  </a:lnTo>
                  <a:lnTo>
                    <a:pt x="4304162" y="588038"/>
                  </a:lnTo>
                  <a:lnTo>
                    <a:pt x="4304271" y="588038"/>
                  </a:lnTo>
                  <a:lnTo>
                    <a:pt x="4304379" y="588038"/>
                  </a:lnTo>
                  <a:lnTo>
                    <a:pt x="4304379" y="587414"/>
                  </a:lnTo>
                  <a:lnTo>
                    <a:pt x="4304488" y="587414"/>
                  </a:lnTo>
                  <a:lnTo>
                    <a:pt x="4304596" y="587414"/>
                  </a:lnTo>
                  <a:lnTo>
                    <a:pt x="4304704" y="587414"/>
                  </a:lnTo>
                  <a:lnTo>
                    <a:pt x="4304813" y="587414"/>
                  </a:lnTo>
                  <a:lnTo>
                    <a:pt x="4304921" y="587414"/>
                  </a:lnTo>
                  <a:lnTo>
                    <a:pt x="4304921" y="586790"/>
                  </a:lnTo>
                  <a:lnTo>
                    <a:pt x="4305030" y="586790"/>
                  </a:lnTo>
                  <a:lnTo>
                    <a:pt x="4305138" y="586790"/>
                  </a:lnTo>
                  <a:lnTo>
                    <a:pt x="4305247" y="586790"/>
                  </a:lnTo>
                  <a:lnTo>
                    <a:pt x="4305355" y="586790"/>
                  </a:lnTo>
                  <a:lnTo>
                    <a:pt x="4305464" y="586790"/>
                  </a:lnTo>
                  <a:lnTo>
                    <a:pt x="4305572" y="586790"/>
                  </a:lnTo>
                  <a:lnTo>
                    <a:pt x="4305680" y="586790"/>
                  </a:lnTo>
                  <a:lnTo>
                    <a:pt x="4305680" y="586167"/>
                  </a:lnTo>
                  <a:lnTo>
                    <a:pt x="4305789" y="586167"/>
                  </a:lnTo>
                  <a:lnTo>
                    <a:pt x="4305897" y="586167"/>
                  </a:lnTo>
                  <a:lnTo>
                    <a:pt x="4305897" y="585543"/>
                  </a:lnTo>
                  <a:lnTo>
                    <a:pt x="4305897" y="584920"/>
                  </a:lnTo>
                  <a:lnTo>
                    <a:pt x="4306006" y="584920"/>
                  </a:lnTo>
                  <a:lnTo>
                    <a:pt x="4306114" y="584920"/>
                  </a:lnTo>
                  <a:lnTo>
                    <a:pt x="4306223" y="584920"/>
                  </a:lnTo>
                  <a:lnTo>
                    <a:pt x="4306331" y="584920"/>
                  </a:lnTo>
                  <a:lnTo>
                    <a:pt x="4306440" y="584920"/>
                  </a:lnTo>
                  <a:lnTo>
                    <a:pt x="4306548" y="584920"/>
                  </a:lnTo>
                  <a:lnTo>
                    <a:pt x="4306656" y="584920"/>
                  </a:lnTo>
                  <a:lnTo>
                    <a:pt x="4306765" y="584920"/>
                  </a:lnTo>
                  <a:lnTo>
                    <a:pt x="4306873" y="584920"/>
                  </a:lnTo>
                  <a:lnTo>
                    <a:pt x="4306982" y="584920"/>
                  </a:lnTo>
                  <a:lnTo>
                    <a:pt x="4307090" y="584920"/>
                  </a:lnTo>
                  <a:lnTo>
                    <a:pt x="4307199" y="584920"/>
                  </a:lnTo>
                  <a:lnTo>
                    <a:pt x="4307307" y="584920"/>
                  </a:lnTo>
                  <a:lnTo>
                    <a:pt x="4307416" y="584920"/>
                  </a:lnTo>
                  <a:lnTo>
                    <a:pt x="4307524" y="584920"/>
                  </a:lnTo>
                  <a:lnTo>
                    <a:pt x="4307632" y="584920"/>
                  </a:lnTo>
                  <a:lnTo>
                    <a:pt x="4307741" y="584920"/>
                  </a:lnTo>
                  <a:lnTo>
                    <a:pt x="4307849" y="584920"/>
                  </a:lnTo>
                  <a:lnTo>
                    <a:pt x="4307958" y="584920"/>
                  </a:lnTo>
                  <a:lnTo>
                    <a:pt x="4308066" y="584920"/>
                  </a:lnTo>
                  <a:lnTo>
                    <a:pt x="4308175" y="584920"/>
                  </a:lnTo>
                  <a:lnTo>
                    <a:pt x="4308283" y="584920"/>
                  </a:lnTo>
                  <a:lnTo>
                    <a:pt x="4308392" y="584920"/>
                  </a:lnTo>
                  <a:lnTo>
                    <a:pt x="4308500" y="584920"/>
                  </a:lnTo>
                  <a:lnTo>
                    <a:pt x="4308609" y="584920"/>
                  </a:lnTo>
                  <a:lnTo>
                    <a:pt x="4308717" y="584920"/>
                  </a:lnTo>
                  <a:lnTo>
                    <a:pt x="4308825" y="584920"/>
                  </a:lnTo>
                  <a:lnTo>
                    <a:pt x="4308934" y="584920"/>
                  </a:lnTo>
                  <a:lnTo>
                    <a:pt x="4309042" y="584920"/>
                  </a:lnTo>
                  <a:lnTo>
                    <a:pt x="4309151" y="584920"/>
                  </a:lnTo>
                  <a:lnTo>
                    <a:pt x="4309259" y="584920"/>
                  </a:lnTo>
                  <a:lnTo>
                    <a:pt x="4309259" y="584296"/>
                  </a:lnTo>
                  <a:lnTo>
                    <a:pt x="4309368" y="584296"/>
                  </a:lnTo>
                  <a:lnTo>
                    <a:pt x="4309476" y="584296"/>
                  </a:lnTo>
                  <a:lnTo>
                    <a:pt x="4309585" y="584296"/>
                  </a:lnTo>
                  <a:lnTo>
                    <a:pt x="4309693" y="584296"/>
                  </a:lnTo>
                  <a:lnTo>
                    <a:pt x="4309801" y="584296"/>
                  </a:lnTo>
                  <a:lnTo>
                    <a:pt x="4309910" y="584296"/>
                  </a:lnTo>
                  <a:lnTo>
                    <a:pt x="4310018" y="584296"/>
                  </a:lnTo>
                  <a:lnTo>
                    <a:pt x="4310127" y="584296"/>
                  </a:lnTo>
                  <a:lnTo>
                    <a:pt x="4310235" y="584296"/>
                  </a:lnTo>
                  <a:lnTo>
                    <a:pt x="4310344" y="584296"/>
                  </a:lnTo>
                  <a:lnTo>
                    <a:pt x="4310452" y="584296"/>
                  </a:lnTo>
                  <a:lnTo>
                    <a:pt x="4310561" y="584296"/>
                  </a:lnTo>
                  <a:lnTo>
                    <a:pt x="4310669" y="584296"/>
                  </a:lnTo>
                  <a:lnTo>
                    <a:pt x="4310777" y="584296"/>
                  </a:lnTo>
                  <a:lnTo>
                    <a:pt x="4310777" y="583673"/>
                  </a:lnTo>
                  <a:lnTo>
                    <a:pt x="4310886" y="583673"/>
                  </a:lnTo>
                  <a:lnTo>
                    <a:pt x="4310994" y="583673"/>
                  </a:lnTo>
                  <a:lnTo>
                    <a:pt x="4310994" y="583049"/>
                  </a:lnTo>
                  <a:lnTo>
                    <a:pt x="4311103" y="583049"/>
                  </a:lnTo>
                  <a:lnTo>
                    <a:pt x="4311211" y="583049"/>
                  </a:lnTo>
                  <a:lnTo>
                    <a:pt x="4311320" y="583049"/>
                  </a:lnTo>
                  <a:lnTo>
                    <a:pt x="4311428" y="583049"/>
                  </a:lnTo>
                  <a:lnTo>
                    <a:pt x="4311537" y="583049"/>
                  </a:lnTo>
                  <a:lnTo>
                    <a:pt x="4311645" y="583049"/>
                  </a:lnTo>
                  <a:lnTo>
                    <a:pt x="4311753" y="583049"/>
                  </a:lnTo>
                  <a:lnTo>
                    <a:pt x="4311862" y="583049"/>
                  </a:lnTo>
                  <a:lnTo>
                    <a:pt x="4311970" y="583049"/>
                  </a:lnTo>
                  <a:lnTo>
                    <a:pt x="4312079" y="583049"/>
                  </a:lnTo>
                  <a:lnTo>
                    <a:pt x="4312187" y="583049"/>
                  </a:lnTo>
                  <a:lnTo>
                    <a:pt x="4312296" y="583049"/>
                  </a:lnTo>
                  <a:lnTo>
                    <a:pt x="4312404" y="583049"/>
                  </a:lnTo>
                  <a:lnTo>
                    <a:pt x="4312513" y="583049"/>
                  </a:lnTo>
                  <a:lnTo>
                    <a:pt x="4312621" y="583049"/>
                  </a:lnTo>
                  <a:lnTo>
                    <a:pt x="4312621" y="582425"/>
                  </a:lnTo>
                  <a:lnTo>
                    <a:pt x="4312730" y="582425"/>
                  </a:lnTo>
                  <a:lnTo>
                    <a:pt x="4312838" y="582425"/>
                  </a:lnTo>
                  <a:lnTo>
                    <a:pt x="4312946" y="582425"/>
                  </a:lnTo>
                  <a:lnTo>
                    <a:pt x="4313055" y="582425"/>
                  </a:lnTo>
                  <a:lnTo>
                    <a:pt x="4313055" y="581802"/>
                  </a:lnTo>
                  <a:lnTo>
                    <a:pt x="4313163" y="581802"/>
                  </a:lnTo>
                  <a:lnTo>
                    <a:pt x="4313163" y="581178"/>
                  </a:lnTo>
                  <a:lnTo>
                    <a:pt x="4313272" y="581178"/>
                  </a:lnTo>
                  <a:lnTo>
                    <a:pt x="4313272" y="580555"/>
                  </a:lnTo>
                  <a:lnTo>
                    <a:pt x="4313380" y="580555"/>
                  </a:lnTo>
                  <a:lnTo>
                    <a:pt x="4313489" y="580555"/>
                  </a:lnTo>
                  <a:lnTo>
                    <a:pt x="4313597" y="580555"/>
                  </a:lnTo>
                  <a:lnTo>
                    <a:pt x="4313706" y="580555"/>
                  </a:lnTo>
                  <a:lnTo>
                    <a:pt x="4313814" y="580555"/>
                  </a:lnTo>
                  <a:lnTo>
                    <a:pt x="4313922" y="580555"/>
                  </a:lnTo>
                  <a:lnTo>
                    <a:pt x="4314031" y="580555"/>
                  </a:lnTo>
                  <a:lnTo>
                    <a:pt x="4314139" y="580555"/>
                  </a:lnTo>
                  <a:lnTo>
                    <a:pt x="4314248" y="580555"/>
                  </a:lnTo>
                  <a:lnTo>
                    <a:pt x="4314356" y="580555"/>
                  </a:lnTo>
                  <a:lnTo>
                    <a:pt x="4314465" y="580555"/>
                  </a:lnTo>
                  <a:lnTo>
                    <a:pt x="4314573" y="580555"/>
                  </a:lnTo>
                  <a:lnTo>
                    <a:pt x="4314682" y="580555"/>
                  </a:lnTo>
                  <a:lnTo>
                    <a:pt x="4314790" y="580555"/>
                  </a:lnTo>
                  <a:lnTo>
                    <a:pt x="4314898" y="580555"/>
                  </a:lnTo>
                  <a:lnTo>
                    <a:pt x="4315007" y="580555"/>
                  </a:lnTo>
                  <a:lnTo>
                    <a:pt x="4315115" y="580555"/>
                  </a:lnTo>
                  <a:lnTo>
                    <a:pt x="4315224" y="580555"/>
                  </a:lnTo>
                  <a:lnTo>
                    <a:pt x="4315332" y="580555"/>
                  </a:lnTo>
                  <a:lnTo>
                    <a:pt x="4315441" y="580555"/>
                  </a:lnTo>
                  <a:lnTo>
                    <a:pt x="4315549" y="580555"/>
                  </a:lnTo>
                  <a:lnTo>
                    <a:pt x="4315658" y="580555"/>
                  </a:lnTo>
                  <a:lnTo>
                    <a:pt x="4315766" y="580555"/>
                  </a:lnTo>
                  <a:lnTo>
                    <a:pt x="4315874" y="580555"/>
                  </a:lnTo>
                  <a:lnTo>
                    <a:pt x="4315983" y="580555"/>
                  </a:lnTo>
                  <a:lnTo>
                    <a:pt x="4316091" y="580555"/>
                  </a:lnTo>
                  <a:lnTo>
                    <a:pt x="4316200" y="580555"/>
                  </a:lnTo>
                  <a:lnTo>
                    <a:pt x="4316308" y="580555"/>
                  </a:lnTo>
                  <a:lnTo>
                    <a:pt x="4316308" y="579931"/>
                  </a:lnTo>
                  <a:lnTo>
                    <a:pt x="4316417" y="579931"/>
                  </a:lnTo>
                  <a:lnTo>
                    <a:pt x="4316525" y="579931"/>
                  </a:lnTo>
                  <a:lnTo>
                    <a:pt x="4316634" y="579931"/>
                  </a:lnTo>
                  <a:lnTo>
                    <a:pt x="4316742" y="579931"/>
                  </a:lnTo>
                  <a:lnTo>
                    <a:pt x="4316850" y="579931"/>
                  </a:lnTo>
                  <a:lnTo>
                    <a:pt x="4316959" y="579931"/>
                  </a:lnTo>
                  <a:lnTo>
                    <a:pt x="4317067" y="579931"/>
                  </a:lnTo>
                  <a:lnTo>
                    <a:pt x="4317176" y="579931"/>
                  </a:lnTo>
                  <a:lnTo>
                    <a:pt x="4317284" y="579931"/>
                  </a:lnTo>
                  <a:lnTo>
                    <a:pt x="4317393" y="579931"/>
                  </a:lnTo>
                  <a:lnTo>
                    <a:pt x="4317393" y="579307"/>
                  </a:lnTo>
                  <a:lnTo>
                    <a:pt x="4317501" y="579307"/>
                  </a:lnTo>
                  <a:lnTo>
                    <a:pt x="4317610" y="579307"/>
                  </a:lnTo>
                  <a:lnTo>
                    <a:pt x="4317718" y="579307"/>
                  </a:lnTo>
                  <a:lnTo>
                    <a:pt x="4317827" y="579307"/>
                  </a:lnTo>
                  <a:lnTo>
                    <a:pt x="4317935" y="579307"/>
                  </a:lnTo>
                  <a:lnTo>
                    <a:pt x="4318043" y="579307"/>
                  </a:lnTo>
                  <a:lnTo>
                    <a:pt x="4318152" y="579307"/>
                  </a:lnTo>
                  <a:lnTo>
                    <a:pt x="4318260" y="579307"/>
                  </a:lnTo>
                  <a:lnTo>
                    <a:pt x="4318369" y="579307"/>
                  </a:lnTo>
                  <a:lnTo>
                    <a:pt x="4318477" y="579307"/>
                  </a:lnTo>
                  <a:lnTo>
                    <a:pt x="4318586" y="579307"/>
                  </a:lnTo>
                  <a:lnTo>
                    <a:pt x="4318694" y="579307"/>
                  </a:lnTo>
                  <a:lnTo>
                    <a:pt x="4318694" y="578684"/>
                  </a:lnTo>
                  <a:lnTo>
                    <a:pt x="4318803" y="578684"/>
                  </a:lnTo>
                  <a:lnTo>
                    <a:pt x="4318911" y="578684"/>
                  </a:lnTo>
                  <a:lnTo>
                    <a:pt x="4319019" y="578684"/>
                  </a:lnTo>
                  <a:lnTo>
                    <a:pt x="4319128" y="578684"/>
                  </a:lnTo>
                  <a:lnTo>
                    <a:pt x="4319236" y="578684"/>
                  </a:lnTo>
                  <a:lnTo>
                    <a:pt x="4319345" y="578684"/>
                  </a:lnTo>
                  <a:lnTo>
                    <a:pt x="4319453" y="578684"/>
                  </a:lnTo>
                  <a:lnTo>
                    <a:pt x="4319562" y="578684"/>
                  </a:lnTo>
                  <a:lnTo>
                    <a:pt x="4319670" y="578684"/>
                  </a:lnTo>
                  <a:lnTo>
                    <a:pt x="4319779" y="578684"/>
                  </a:lnTo>
                  <a:lnTo>
                    <a:pt x="4319887" y="578684"/>
                  </a:lnTo>
                  <a:lnTo>
                    <a:pt x="4319995" y="578684"/>
                  </a:lnTo>
                  <a:lnTo>
                    <a:pt x="4320104" y="578684"/>
                  </a:lnTo>
                  <a:lnTo>
                    <a:pt x="4320212" y="578684"/>
                  </a:lnTo>
                  <a:lnTo>
                    <a:pt x="4320321" y="578684"/>
                  </a:lnTo>
                  <a:lnTo>
                    <a:pt x="4320429" y="578684"/>
                  </a:lnTo>
                  <a:lnTo>
                    <a:pt x="4320538" y="578684"/>
                  </a:lnTo>
                  <a:lnTo>
                    <a:pt x="4320646" y="578684"/>
                  </a:lnTo>
                  <a:lnTo>
                    <a:pt x="4320755" y="578684"/>
                  </a:lnTo>
                  <a:lnTo>
                    <a:pt x="4320863" y="578684"/>
                  </a:lnTo>
                  <a:lnTo>
                    <a:pt x="4320971" y="578684"/>
                  </a:lnTo>
                  <a:lnTo>
                    <a:pt x="4321080" y="578684"/>
                  </a:lnTo>
                  <a:lnTo>
                    <a:pt x="4321188" y="578684"/>
                  </a:lnTo>
                  <a:lnTo>
                    <a:pt x="4321297" y="578684"/>
                  </a:lnTo>
                  <a:lnTo>
                    <a:pt x="4321405" y="578684"/>
                  </a:lnTo>
                  <a:lnTo>
                    <a:pt x="4321514" y="578684"/>
                  </a:lnTo>
                  <a:lnTo>
                    <a:pt x="4321622" y="578684"/>
                  </a:lnTo>
                  <a:lnTo>
                    <a:pt x="4321731" y="578684"/>
                  </a:lnTo>
                  <a:lnTo>
                    <a:pt x="4321839" y="578684"/>
                  </a:lnTo>
                  <a:lnTo>
                    <a:pt x="4321948" y="578684"/>
                  </a:lnTo>
                  <a:lnTo>
                    <a:pt x="4322056" y="578684"/>
                  </a:lnTo>
                  <a:lnTo>
                    <a:pt x="4322164" y="578684"/>
                  </a:lnTo>
                  <a:lnTo>
                    <a:pt x="4322273" y="578684"/>
                  </a:lnTo>
                  <a:lnTo>
                    <a:pt x="4322381" y="578684"/>
                  </a:lnTo>
                  <a:lnTo>
                    <a:pt x="4322490" y="578684"/>
                  </a:lnTo>
                  <a:lnTo>
                    <a:pt x="4322598" y="578684"/>
                  </a:lnTo>
                  <a:lnTo>
                    <a:pt x="4322707" y="578684"/>
                  </a:lnTo>
                  <a:lnTo>
                    <a:pt x="4322815" y="578684"/>
                  </a:lnTo>
                  <a:lnTo>
                    <a:pt x="4322815" y="578060"/>
                  </a:lnTo>
                  <a:lnTo>
                    <a:pt x="4322924" y="578060"/>
                  </a:lnTo>
                  <a:lnTo>
                    <a:pt x="4322924" y="577437"/>
                  </a:lnTo>
                  <a:lnTo>
                    <a:pt x="4322924" y="576813"/>
                  </a:lnTo>
                  <a:lnTo>
                    <a:pt x="4323032" y="576813"/>
                  </a:lnTo>
                  <a:lnTo>
                    <a:pt x="4323140" y="576813"/>
                  </a:lnTo>
                  <a:lnTo>
                    <a:pt x="4323249" y="576813"/>
                  </a:lnTo>
                  <a:lnTo>
                    <a:pt x="4323357" y="576813"/>
                  </a:lnTo>
                  <a:lnTo>
                    <a:pt x="4323466" y="576813"/>
                  </a:lnTo>
                  <a:lnTo>
                    <a:pt x="4323574" y="576813"/>
                  </a:lnTo>
                  <a:lnTo>
                    <a:pt x="4323683" y="576813"/>
                  </a:lnTo>
                  <a:lnTo>
                    <a:pt x="4323791" y="576813"/>
                  </a:lnTo>
                  <a:lnTo>
                    <a:pt x="4323900" y="576813"/>
                  </a:lnTo>
                  <a:lnTo>
                    <a:pt x="4324008" y="576813"/>
                  </a:lnTo>
                  <a:lnTo>
                    <a:pt x="4324116" y="576813"/>
                  </a:lnTo>
                  <a:lnTo>
                    <a:pt x="4324225" y="576813"/>
                  </a:lnTo>
                  <a:lnTo>
                    <a:pt x="4324333" y="576813"/>
                  </a:lnTo>
                  <a:lnTo>
                    <a:pt x="4324442" y="576813"/>
                  </a:lnTo>
                  <a:lnTo>
                    <a:pt x="4324550" y="576813"/>
                  </a:lnTo>
                  <a:lnTo>
                    <a:pt x="4324659" y="576813"/>
                  </a:lnTo>
                  <a:lnTo>
                    <a:pt x="4324767" y="576813"/>
                  </a:lnTo>
                  <a:lnTo>
                    <a:pt x="4324876" y="576813"/>
                  </a:lnTo>
                  <a:lnTo>
                    <a:pt x="4324984" y="576813"/>
                  </a:lnTo>
                  <a:lnTo>
                    <a:pt x="4325092" y="576813"/>
                  </a:lnTo>
                  <a:lnTo>
                    <a:pt x="4325201" y="576813"/>
                  </a:lnTo>
                  <a:lnTo>
                    <a:pt x="4325309" y="576813"/>
                  </a:lnTo>
                  <a:lnTo>
                    <a:pt x="4325418" y="576813"/>
                  </a:lnTo>
                  <a:lnTo>
                    <a:pt x="4325526" y="576813"/>
                  </a:lnTo>
                  <a:lnTo>
                    <a:pt x="4325635" y="576813"/>
                  </a:lnTo>
                  <a:lnTo>
                    <a:pt x="4325743" y="576813"/>
                  </a:lnTo>
                  <a:lnTo>
                    <a:pt x="4325852" y="576813"/>
                  </a:lnTo>
                  <a:lnTo>
                    <a:pt x="4325960" y="576813"/>
                  </a:lnTo>
                  <a:lnTo>
                    <a:pt x="4326069" y="576813"/>
                  </a:lnTo>
                  <a:lnTo>
                    <a:pt x="4326177" y="576813"/>
                  </a:lnTo>
                  <a:lnTo>
                    <a:pt x="4326285" y="576813"/>
                  </a:lnTo>
                  <a:lnTo>
                    <a:pt x="4326394" y="576813"/>
                  </a:lnTo>
                  <a:lnTo>
                    <a:pt x="4326502" y="576813"/>
                  </a:lnTo>
                  <a:lnTo>
                    <a:pt x="4326611" y="576813"/>
                  </a:lnTo>
                  <a:lnTo>
                    <a:pt x="4326719" y="576813"/>
                  </a:lnTo>
                  <a:lnTo>
                    <a:pt x="4326828" y="576813"/>
                  </a:lnTo>
                  <a:lnTo>
                    <a:pt x="4326828" y="576190"/>
                  </a:lnTo>
                  <a:lnTo>
                    <a:pt x="4326936" y="576190"/>
                  </a:lnTo>
                  <a:lnTo>
                    <a:pt x="4327045" y="576190"/>
                  </a:lnTo>
                  <a:lnTo>
                    <a:pt x="4327153" y="576190"/>
                  </a:lnTo>
                  <a:lnTo>
                    <a:pt x="4327261" y="576190"/>
                  </a:lnTo>
                  <a:lnTo>
                    <a:pt x="4327370" y="576190"/>
                  </a:lnTo>
                  <a:lnTo>
                    <a:pt x="4327478" y="576190"/>
                  </a:lnTo>
                  <a:lnTo>
                    <a:pt x="4327587" y="576190"/>
                  </a:lnTo>
                  <a:lnTo>
                    <a:pt x="4327695" y="576190"/>
                  </a:lnTo>
                  <a:lnTo>
                    <a:pt x="4327804" y="576190"/>
                  </a:lnTo>
                  <a:lnTo>
                    <a:pt x="4327912" y="576190"/>
                  </a:lnTo>
                  <a:lnTo>
                    <a:pt x="4328021" y="576190"/>
                  </a:lnTo>
                  <a:lnTo>
                    <a:pt x="4328129" y="576190"/>
                  </a:lnTo>
                  <a:lnTo>
                    <a:pt x="4328237" y="576190"/>
                  </a:lnTo>
                  <a:lnTo>
                    <a:pt x="4328346" y="576190"/>
                  </a:lnTo>
                  <a:lnTo>
                    <a:pt x="4328454" y="576190"/>
                  </a:lnTo>
                  <a:lnTo>
                    <a:pt x="4328563" y="576190"/>
                  </a:lnTo>
                  <a:lnTo>
                    <a:pt x="4328671" y="576190"/>
                  </a:lnTo>
                  <a:lnTo>
                    <a:pt x="4328780" y="576190"/>
                  </a:lnTo>
                  <a:lnTo>
                    <a:pt x="4328888" y="576190"/>
                  </a:lnTo>
                  <a:lnTo>
                    <a:pt x="4328888" y="575566"/>
                  </a:lnTo>
                  <a:lnTo>
                    <a:pt x="4328997" y="575566"/>
                  </a:lnTo>
                  <a:lnTo>
                    <a:pt x="4329105" y="575566"/>
                  </a:lnTo>
                  <a:lnTo>
                    <a:pt x="4329213" y="575566"/>
                  </a:lnTo>
                  <a:lnTo>
                    <a:pt x="4329213" y="574942"/>
                  </a:lnTo>
                  <a:lnTo>
                    <a:pt x="4329322" y="574942"/>
                  </a:lnTo>
                  <a:lnTo>
                    <a:pt x="4329430" y="574942"/>
                  </a:lnTo>
                  <a:lnTo>
                    <a:pt x="4329430" y="574319"/>
                  </a:lnTo>
                  <a:lnTo>
                    <a:pt x="4329539" y="574319"/>
                  </a:lnTo>
                  <a:lnTo>
                    <a:pt x="4329647" y="574319"/>
                  </a:lnTo>
                  <a:lnTo>
                    <a:pt x="4329756" y="574319"/>
                  </a:lnTo>
                  <a:lnTo>
                    <a:pt x="4329864" y="574319"/>
                  </a:lnTo>
                  <a:lnTo>
                    <a:pt x="4329973" y="574319"/>
                  </a:lnTo>
                  <a:lnTo>
                    <a:pt x="4330081" y="574319"/>
                  </a:lnTo>
                  <a:lnTo>
                    <a:pt x="4330190" y="574319"/>
                  </a:lnTo>
                  <a:lnTo>
                    <a:pt x="4330298" y="574319"/>
                  </a:lnTo>
                  <a:lnTo>
                    <a:pt x="4330298" y="573695"/>
                  </a:lnTo>
                  <a:lnTo>
                    <a:pt x="4330406" y="573695"/>
                  </a:lnTo>
                  <a:lnTo>
                    <a:pt x="4330406" y="573072"/>
                  </a:lnTo>
                  <a:lnTo>
                    <a:pt x="4330406" y="572448"/>
                  </a:lnTo>
                  <a:lnTo>
                    <a:pt x="4330406" y="571824"/>
                  </a:lnTo>
                  <a:lnTo>
                    <a:pt x="4330515" y="571824"/>
                  </a:lnTo>
                  <a:lnTo>
                    <a:pt x="4330623" y="571824"/>
                  </a:lnTo>
                  <a:lnTo>
                    <a:pt x="4330732" y="571824"/>
                  </a:lnTo>
                  <a:lnTo>
                    <a:pt x="4330840" y="571824"/>
                  </a:lnTo>
                  <a:lnTo>
                    <a:pt x="4330840" y="571201"/>
                  </a:lnTo>
                  <a:lnTo>
                    <a:pt x="4330949" y="571201"/>
                  </a:lnTo>
                  <a:lnTo>
                    <a:pt x="4330949" y="570577"/>
                  </a:lnTo>
                  <a:lnTo>
                    <a:pt x="4331057" y="570577"/>
                  </a:lnTo>
                  <a:lnTo>
                    <a:pt x="4331166" y="570577"/>
                  </a:lnTo>
                  <a:lnTo>
                    <a:pt x="4331274" y="570577"/>
                  </a:lnTo>
                  <a:lnTo>
                    <a:pt x="4331382" y="570577"/>
                  </a:lnTo>
                  <a:lnTo>
                    <a:pt x="4331491" y="570577"/>
                  </a:lnTo>
                  <a:lnTo>
                    <a:pt x="4331599" y="570577"/>
                  </a:lnTo>
                  <a:lnTo>
                    <a:pt x="4331708" y="570577"/>
                  </a:lnTo>
                  <a:lnTo>
                    <a:pt x="4331816" y="570577"/>
                  </a:lnTo>
                  <a:lnTo>
                    <a:pt x="4331925" y="570577"/>
                  </a:lnTo>
                  <a:lnTo>
                    <a:pt x="4331925" y="569954"/>
                  </a:lnTo>
                  <a:lnTo>
                    <a:pt x="4332033" y="569954"/>
                  </a:lnTo>
                  <a:lnTo>
                    <a:pt x="4332142" y="569954"/>
                  </a:lnTo>
                  <a:lnTo>
                    <a:pt x="4332250" y="569954"/>
                  </a:lnTo>
                  <a:lnTo>
                    <a:pt x="4332358" y="569954"/>
                  </a:lnTo>
                  <a:lnTo>
                    <a:pt x="4332467" y="569954"/>
                  </a:lnTo>
                  <a:lnTo>
                    <a:pt x="4332575" y="569954"/>
                  </a:lnTo>
                  <a:lnTo>
                    <a:pt x="4332684" y="569954"/>
                  </a:lnTo>
                  <a:lnTo>
                    <a:pt x="4332792" y="569954"/>
                  </a:lnTo>
                  <a:lnTo>
                    <a:pt x="4332901" y="569954"/>
                  </a:lnTo>
                  <a:lnTo>
                    <a:pt x="4332901" y="569330"/>
                  </a:lnTo>
                  <a:lnTo>
                    <a:pt x="4333009" y="569330"/>
                  </a:lnTo>
                  <a:lnTo>
                    <a:pt x="4333009" y="568707"/>
                  </a:lnTo>
                  <a:lnTo>
                    <a:pt x="4333118" y="568707"/>
                  </a:lnTo>
                  <a:lnTo>
                    <a:pt x="4333226" y="568707"/>
                  </a:lnTo>
                  <a:lnTo>
                    <a:pt x="4333334" y="568707"/>
                  </a:lnTo>
                  <a:lnTo>
                    <a:pt x="4333443" y="568707"/>
                  </a:lnTo>
                  <a:lnTo>
                    <a:pt x="4333551" y="568707"/>
                  </a:lnTo>
                  <a:lnTo>
                    <a:pt x="4333551" y="568083"/>
                  </a:lnTo>
                  <a:lnTo>
                    <a:pt x="4333660" y="568083"/>
                  </a:lnTo>
                  <a:lnTo>
                    <a:pt x="4333768" y="568083"/>
                  </a:lnTo>
                  <a:lnTo>
                    <a:pt x="4333877" y="568083"/>
                  </a:lnTo>
                  <a:lnTo>
                    <a:pt x="4333985" y="568083"/>
                  </a:lnTo>
                  <a:lnTo>
                    <a:pt x="4334094" y="568083"/>
                  </a:lnTo>
                  <a:lnTo>
                    <a:pt x="4334202" y="568083"/>
                  </a:lnTo>
                  <a:lnTo>
                    <a:pt x="4334311" y="568083"/>
                  </a:lnTo>
                  <a:lnTo>
                    <a:pt x="4334419" y="568083"/>
                  </a:lnTo>
                  <a:lnTo>
                    <a:pt x="4334419" y="567459"/>
                  </a:lnTo>
                  <a:lnTo>
                    <a:pt x="4334527" y="567459"/>
                  </a:lnTo>
                  <a:lnTo>
                    <a:pt x="4334636" y="567459"/>
                  </a:lnTo>
                  <a:lnTo>
                    <a:pt x="4334744" y="567459"/>
                  </a:lnTo>
                  <a:lnTo>
                    <a:pt x="4334853" y="567459"/>
                  </a:lnTo>
                  <a:lnTo>
                    <a:pt x="4334961" y="567459"/>
                  </a:lnTo>
                  <a:lnTo>
                    <a:pt x="4335070" y="567459"/>
                  </a:lnTo>
                  <a:lnTo>
                    <a:pt x="4335178" y="567459"/>
                  </a:lnTo>
                  <a:lnTo>
                    <a:pt x="4335287" y="567459"/>
                  </a:lnTo>
                  <a:lnTo>
                    <a:pt x="4335395" y="567459"/>
                  </a:lnTo>
                  <a:lnTo>
                    <a:pt x="4335503" y="567459"/>
                  </a:lnTo>
                  <a:lnTo>
                    <a:pt x="4335612" y="567459"/>
                  </a:lnTo>
                  <a:lnTo>
                    <a:pt x="4335612" y="566836"/>
                  </a:lnTo>
                  <a:lnTo>
                    <a:pt x="4335720" y="566836"/>
                  </a:lnTo>
                  <a:lnTo>
                    <a:pt x="4335829" y="566836"/>
                  </a:lnTo>
                  <a:lnTo>
                    <a:pt x="4335937" y="566836"/>
                  </a:lnTo>
                  <a:lnTo>
                    <a:pt x="4336046" y="566836"/>
                  </a:lnTo>
                  <a:lnTo>
                    <a:pt x="4336154" y="566836"/>
                  </a:lnTo>
                  <a:lnTo>
                    <a:pt x="4336154" y="566212"/>
                  </a:lnTo>
                  <a:lnTo>
                    <a:pt x="4336263" y="566212"/>
                  </a:lnTo>
                  <a:lnTo>
                    <a:pt x="4336371" y="566212"/>
                  </a:lnTo>
                  <a:lnTo>
                    <a:pt x="4336479" y="566212"/>
                  </a:lnTo>
                  <a:lnTo>
                    <a:pt x="4336588" y="566212"/>
                  </a:lnTo>
                  <a:lnTo>
                    <a:pt x="4336696" y="566212"/>
                  </a:lnTo>
                  <a:lnTo>
                    <a:pt x="4336805" y="566212"/>
                  </a:lnTo>
                  <a:lnTo>
                    <a:pt x="4336913" y="566212"/>
                  </a:lnTo>
                  <a:lnTo>
                    <a:pt x="4337022" y="566212"/>
                  </a:lnTo>
                  <a:lnTo>
                    <a:pt x="4337130" y="566212"/>
                  </a:lnTo>
                  <a:lnTo>
                    <a:pt x="4337239" y="566212"/>
                  </a:lnTo>
                  <a:lnTo>
                    <a:pt x="4337347" y="566212"/>
                  </a:lnTo>
                  <a:lnTo>
                    <a:pt x="4337455" y="566212"/>
                  </a:lnTo>
                  <a:lnTo>
                    <a:pt x="4337564" y="566212"/>
                  </a:lnTo>
                  <a:lnTo>
                    <a:pt x="4337672" y="566212"/>
                  </a:lnTo>
                  <a:lnTo>
                    <a:pt x="4337781" y="566212"/>
                  </a:lnTo>
                  <a:lnTo>
                    <a:pt x="4337889" y="566212"/>
                  </a:lnTo>
                  <a:lnTo>
                    <a:pt x="4337998" y="566212"/>
                  </a:lnTo>
                  <a:lnTo>
                    <a:pt x="4338106" y="566212"/>
                  </a:lnTo>
                  <a:lnTo>
                    <a:pt x="4338215" y="566212"/>
                  </a:lnTo>
                  <a:lnTo>
                    <a:pt x="4338323" y="566212"/>
                  </a:lnTo>
                  <a:lnTo>
                    <a:pt x="4338431" y="566212"/>
                  </a:lnTo>
                  <a:lnTo>
                    <a:pt x="4338540" y="566212"/>
                  </a:lnTo>
                  <a:lnTo>
                    <a:pt x="4338648" y="566212"/>
                  </a:lnTo>
                  <a:lnTo>
                    <a:pt x="4338757" y="566212"/>
                  </a:lnTo>
                  <a:lnTo>
                    <a:pt x="4338865" y="566212"/>
                  </a:lnTo>
                  <a:lnTo>
                    <a:pt x="4338974" y="566212"/>
                  </a:lnTo>
                  <a:lnTo>
                    <a:pt x="4339082" y="566212"/>
                  </a:lnTo>
                  <a:lnTo>
                    <a:pt x="4339191" y="566212"/>
                  </a:lnTo>
                  <a:lnTo>
                    <a:pt x="4339191" y="565589"/>
                  </a:lnTo>
                  <a:lnTo>
                    <a:pt x="4339191" y="564965"/>
                  </a:lnTo>
                  <a:lnTo>
                    <a:pt x="4339299" y="564965"/>
                  </a:lnTo>
                  <a:lnTo>
                    <a:pt x="4339408" y="564965"/>
                  </a:lnTo>
                  <a:lnTo>
                    <a:pt x="4339516" y="564965"/>
                  </a:lnTo>
                  <a:lnTo>
                    <a:pt x="4339624" y="564965"/>
                  </a:lnTo>
                  <a:lnTo>
                    <a:pt x="4339733" y="564965"/>
                  </a:lnTo>
                  <a:lnTo>
                    <a:pt x="4339841" y="564965"/>
                  </a:lnTo>
                  <a:lnTo>
                    <a:pt x="4339950" y="564965"/>
                  </a:lnTo>
                  <a:lnTo>
                    <a:pt x="4340058" y="564965"/>
                  </a:lnTo>
                  <a:lnTo>
                    <a:pt x="4340167" y="564965"/>
                  </a:lnTo>
                  <a:lnTo>
                    <a:pt x="4340167" y="564341"/>
                  </a:lnTo>
                  <a:lnTo>
                    <a:pt x="4340275" y="564341"/>
                  </a:lnTo>
                  <a:lnTo>
                    <a:pt x="4340275" y="563718"/>
                  </a:lnTo>
                  <a:lnTo>
                    <a:pt x="4340384" y="563718"/>
                  </a:lnTo>
                  <a:lnTo>
                    <a:pt x="4340492" y="563718"/>
                  </a:lnTo>
                  <a:lnTo>
                    <a:pt x="4340600" y="563718"/>
                  </a:lnTo>
                  <a:lnTo>
                    <a:pt x="4340709" y="563718"/>
                  </a:lnTo>
                  <a:lnTo>
                    <a:pt x="4340817" y="563718"/>
                  </a:lnTo>
                  <a:lnTo>
                    <a:pt x="4340926" y="563718"/>
                  </a:lnTo>
                  <a:lnTo>
                    <a:pt x="4341034" y="563718"/>
                  </a:lnTo>
                  <a:lnTo>
                    <a:pt x="4341143" y="563718"/>
                  </a:lnTo>
                  <a:lnTo>
                    <a:pt x="4341251" y="563718"/>
                  </a:lnTo>
                  <a:lnTo>
                    <a:pt x="4341360" y="563718"/>
                  </a:lnTo>
                  <a:lnTo>
                    <a:pt x="4341468" y="563718"/>
                  </a:lnTo>
                  <a:lnTo>
                    <a:pt x="4341468" y="563094"/>
                  </a:lnTo>
                  <a:lnTo>
                    <a:pt x="4341576" y="563094"/>
                  </a:lnTo>
                  <a:lnTo>
                    <a:pt x="4341576" y="562471"/>
                  </a:lnTo>
                  <a:lnTo>
                    <a:pt x="4341685" y="562471"/>
                  </a:lnTo>
                  <a:lnTo>
                    <a:pt x="4341793" y="562471"/>
                  </a:lnTo>
                  <a:lnTo>
                    <a:pt x="4341902" y="562471"/>
                  </a:lnTo>
                  <a:lnTo>
                    <a:pt x="4341902" y="561847"/>
                  </a:lnTo>
                  <a:lnTo>
                    <a:pt x="4342010" y="561847"/>
                  </a:lnTo>
                  <a:lnTo>
                    <a:pt x="4342119" y="561847"/>
                  </a:lnTo>
                  <a:lnTo>
                    <a:pt x="4342227" y="561847"/>
                  </a:lnTo>
                  <a:lnTo>
                    <a:pt x="4342336" y="561847"/>
                  </a:lnTo>
                  <a:lnTo>
                    <a:pt x="4342444" y="561847"/>
                  </a:lnTo>
                  <a:lnTo>
                    <a:pt x="4342444" y="561224"/>
                  </a:lnTo>
                  <a:lnTo>
                    <a:pt x="4342552" y="561224"/>
                  </a:lnTo>
                  <a:lnTo>
                    <a:pt x="4342661" y="561224"/>
                  </a:lnTo>
                  <a:lnTo>
                    <a:pt x="4342769" y="561224"/>
                  </a:lnTo>
                  <a:lnTo>
                    <a:pt x="4342878" y="561224"/>
                  </a:lnTo>
                  <a:lnTo>
                    <a:pt x="4342986" y="561224"/>
                  </a:lnTo>
                  <a:lnTo>
                    <a:pt x="4343095" y="561224"/>
                  </a:lnTo>
                  <a:lnTo>
                    <a:pt x="4343203" y="561224"/>
                  </a:lnTo>
                  <a:lnTo>
                    <a:pt x="4343312" y="561224"/>
                  </a:lnTo>
                  <a:lnTo>
                    <a:pt x="4343420" y="561224"/>
                  </a:lnTo>
                  <a:lnTo>
                    <a:pt x="4343529" y="561224"/>
                  </a:lnTo>
                  <a:lnTo>
                    <a:pt x="4343529" y="560600"/>
                  </a:lnTo>
                  <a:lnTo>
                    <a:pt x="4343637" y="560600"/>
                  </a:lnTo>
                  <a:lnTo>
                    <a:pt x="4343745" y="560600"/>
                  </a:lnTo>
                  <a:lnTo>
                    <a:pt x="4343854" y="560600"/>
                  </a:lnTo>
                  <a:lnTo>
                    <a:pt x="4343962" y="560600"/>
                  </a:lnTo>
                  <a:lnTo>
                    <a:pt x="4344071" y="560600"/>
                  </a:lnTo>
                  <a:lnTo>
                    <a:pt x="4344179" y="560600"/>
                  </a:lnTo>
                  <a:lnTo>
                    <a:pt x="4344288" y="560600"/>
                  </a:lnTo>
                  <a:lnTo>
                    <a:pt x="4344396" y="560600"/>
                  </a:lnTo>
                  <a:lnTo>
                    <a:pt x="4344396" y="559976"/>
                  </a:lnTo>
                  <a:lnTo>
                    <a:pt x="4344505" y="559976"/>
                  </a:lnTo>
                  <a:lnTo>
                    <a:pt x="4344613" y="559976"/>
                  </a:lnTo>
                  <a:lnTo>
                    <a:pt x="4344721" y="559976"/>
                  </a:lnTo>
                  <a:lnTo>
                    <a:pt x="4344830" y="559976"/>
                  </a:lnTo>
                  <a:lnTo>
                    <a:pt x="4344938" y="559976"/>
                  </a:lnTo>
                  <a:lnTo>
                    <a:pt x="4345047" y="559976"/>
                  </a:lnTo>
                  <a:lnTo>
                    <a:pt x="4345047" y="559353"/>
                  </a:lnTo>
                  <a:lnTo>
                    <a:pt x="4345155" y="559353"/>
                  </a:lnTo>
                  <a:lnTo>
                    <a:pt x="4345264" y="559353"/>
                  </a:lnTo>
                  <a:lnTo>
                    <a:pt x="4345372" y="559353"/>
                  </a:lnTo>
                  <a:lnTo>
                    <a:pt x="4345481" y="559353"/>
                  </a:lnTo>
                  <a:lnTo>
                    <a:pt x="4345589" y="559353"/>
                  </a:lnTo>
                  <a:lnTo>
                    <a:pt x="4345697" y="559353"/>
                  </a:lnTo>
                  <a:lnTo>
                    <a:pt x="4345806" y="559353"/>
                  </a:lnTo>
                  <a:lnTo>
                    <a:pt x="4345914" y="559353"/>
                  </a:lnTo>
                  <a:lnTo>
                    <a:pt x="4346023" y="559353"/>
                  </a:lnTo>
                  <a:lnTo>
                    <a:pt x="4346131" y="559353"/>
                  </a:lnTo>
                  <a:lnTo>
                    <a:pt x="4346240" y="559353"/>
                  </a:lnTo>
                  <a:lnTo>
                    <a:pt x="4346348" y="559353"/>
                  </a:lnTo>
                  <a:lnTo>
                    <a:pt x="4346457" y="559353"/>
                  </a:lnTo>
                  <a:lnTo>
                    <a:pt x="4346565" y="559353"/>
                  </a:lnTo>
                  <a:lnTo>
                    <a:pt x="4346673" y="559353"/>
                  </a:lnTo>
                  <a:lnTo>
                    <a:pt x="4346782" y="559353"/>
                  </a:lnTo>
                  <a:lnTo>
                    <a:pt x="4346890" y="559353"/>
                  </a:lnTo>
                  <a:lnTo>
                    <a:pt x="4346999" y="559353"/>
                  </a:lnTo>
                  <a:lnTo>
                    <a:pt x="4347107" y="559353"/>
                  </a:lnTo>
                  <a:lnTo>
                    <a:pt x="4347216" y="559353"/>
                  </a:lnTo>
                  <a:lnTo>
                    <a:pt x="4347324" y="559353"/>
                  </a:lnTo>
                  <a:lnTo>
                    <a:pt x="4347433" y="559353"/>
                  </a:lnTo>
                  <a:lnTo>
                    <a:pt x="4347541" y="559353"/>
                  </a:lnTo>
                  <a:lnTo>
                    <a:pt x="4347650" y="559353"/>
                  </a:lnTo>
                  <a:lnTo>
                    <a:pt x="4347758" y="559353"/>
                  </a:lnTo>
                  <a:lnTo>
                    <a:pt x="4347866" y="559353"/>
                  </a:lnTo>
                  <a:lnTo>
                    <a:pt x="4347975" y="559353"/>
                  </a:lnTo>
                  <a:lnTo>
                    <a:pt x="4348083" y="559353"/>
                  </a:lnTo>
                  <a:lnTo>
                    <a:pt x="4348192" y="559353"/>
                  </a:lnTo>
                  <a:lnTo>
                    <a:pt x="4348300" y="559353"/>
                  </a:lnTo>
                  <a:lnTo>
                    <a:pt x="4348409" y="559353"/>
                  </a:lnTo>
                  <a:lnTo>
                    <a:pt x="4348517" y="559353"/>
                  </a:lnTo>
                  <a:lnTo>
                    <a:pt x="4348626" y="559353"/>
                  </a:lnTo>
                  <a:lnTo>
                    <a:pt x="4348734" y="559353"/>
                  </a:lnTo>
                  <a:lnTo>
                    <a:pt x="4348842" y="559353"/>
                  </a:lnTo>
                  <a:lnTo>
                    <a:pt x="4348951" y="559353"/>
                  </a:lnTo>
                  <a:lnTo>
                    <a:pt x="4349059" y="559353"/>
                  </a:lnTo>
                  <a:lnTo>
                    <a:pt x="4349168" y="559353"/>
                  </a:lnTo>
                  <a:lnTo>
                    <a:pt x="4349168" y="558729"/>
                  </a:lnTo>
                  <a:lnTo>
                    <a:pt x="4349276" y="558729"/>
                  </a:lnTo>
                  <a:lnTo>
                    <a:pt x="4349385" y="558729"/>
                  </a:lnTo>
                  <a:lnTo>
                    <a:pt x="4349493" y="558729"/>
                  </a:lnTo>
                  <a:lnTo>
                    <a:pt x="4349602" y="558729"/>
                  </a:lnTo>
                  <a:lnTo>
                    <a:pt x="4349710" y="558729"/>
                  </a:lnTo>
                  <a:lnTo>
                    <a:pt x="4349710" y="558106"/>
                  </a:lnTo>
                  <a:lnTo>
                    <a:pt x="4349818" y="558106"/>
                  </a:lnTo>
                  <a:lnTo>
                    <a:pt x="4349927" y="558106"/>
                  </a:lnTo>
                  <a:lnTo>
                    <a:pt x="4350035" y="558106"/>
                  </a:lnTo>
                  <a:lnTo>
                    <a:pt x="4350144" y="558106"/>
                  </a:lnTo>
                  <a:lnTo>
                    <a:pt x="4350252" y="558106"/>
                  </a:lnTo>
                  <a:lnTo>
                    <a:pt x="4350361" y="558106"/>
                  </a:lnTo>
                  <a:lnTo>
                    <a:pt x="4350469" y="558106"/>
                  </a:lnTo>
                  <a:lnTo>
                    <a:pt x="4350578" y="558106"/>
                  </a:lnTo>
                  <a:lnTo>
                    <a:pt x="4350686" y="558106"/>
                  </a:lnTo>
                  <a:lnTo>
                    <a:pt x="4350794" y="558106"/>
                  </a:lnTo>
                  <a:lnTo>
                    <a:pt x="4350903" y="558106"/>
                  </a:lnTo>
                  <a:lnTo>
                    <a:pt x="4351011" y="558106"/>
                  </a:lnTo>
                  <a:lnTo>
                    <a:pt x="4351011" y="557482"/>
                  </a:lnTo>
                  <a:lnTo>
                    <a:pt x="4351120" y="557482"/>
                  </a:lnTo>
                  <a:lnTo>
                    <a:pt x="4351228" y="557482"/>
                  </a:lnTo>
                  <a:lnTo>
                    <a:pt x="4351337" y="557482"/>
                  </a:lnTo>
                  <a:lnTo>
                    <a:pt x="4351445" y="557482"/>
                  </a:lnTo>
                  <a:lnTo>
                    <a:pt x="4351554" y="557482"/>
                  </a:lnTo>
                  <a:lnTo>
                    <a:pt x="4351662" y="557482"/>
                  </a:lnTo>
                  <a:lnTo>
                    <a:pt x="4351662" y="556859"/>
                  </a:lnTo>
                  <a:lnTo>
                    <a:pt x="4351771" y="556859"/>
                  </a:lnTo>
                  <a:lnTo>
                    <a:pt x="4351879" y="556859"/>
                  </a:lnTo>
                  <a:lnTo>
                    <a:pt x="4351987" y="556859"/>
                  </a:lnTo>
                  <a:lnTo>
                    <a:pt x="4352096" y="556859"/>
                  </a:lnTo>
                  <a:lnTo>
                    <a:pt x="4352204" y="556859"/>
                  </a:lnTo>
                  <a:lnTo>
                    <a:pt x="4352313" y="556859"/>
                  </a:lnTo>
                  <a:lnTo>
                    <a:pt x="4352421" y="556859"/>
                  </a:lnTo>
                  <a:lnTo>
                    <a:pt x="4352530" y="556859"/>
                  </a:lnTo>
                  <a:lnTo>
                    <a:pt x="4352638" y="556859"/>
                  </a:lnTo>
                  <a:lnTo>
                    <a:pt x="4352747" y="556859"/>
                  </a:lnTo>
                  <a:lnTo>
                    <a:pt x="4352855" y="556859"/>
                  </a:lnTo>
                  <a:lnTo>
                    <a:pt x="4352963" y="556859"/>
                  </a:lnTo>
                  <a:lnTo>
                    <a:pt x="4353072" y="556859"/>
                  </a:lnTo>
                  <a:lnTo>
                    <a:pt x="4353072" y="556235"/>
                  </a:lnTo>
                  <a:lnTo>
                    <a:pt x="4353180" y="556235"/>
                  </a:lnTo>
                  <a:lnTo>
                    <a:pt x="4353289" y="556235"/>
                  </a:lnTo>
                  <a:lnTo>
                    <a:pt x="4353397" y="556235"/>
                  </a:lnTo>
                  <a:lnTo>
                    <a:pt x="4353506" y="556235"/>
                  </a:lnTo>
                  <a:lnTo>
                    <a:pt x="4353614" y="556235"/>
                  </a:lnTo>
                  <a:lnTo>
                    <a:pt x="4353723" y="556235"/>
                  </a:lnTo>
                  <a:lnTo>
                    <a:pt x="4353831" y="556235"/>
                  </a:lnTo>
                  <a:lnTo>
                    <a:pt x="4353939" y="556235"/>
                  </a:lnTo>
                  <a:lnTo>
                    <a:pt x="4354048" y="556235"/>
                  </a:lnTo>
                  <a:lnTo>
                    <a:pt x="4354156" y="556235"/>
                  </a:lnTo>
                  <a:lnTo>
                    <a:pt x="4354265" y="556235"/>
                  </a:lnTo>
                  <a:lnTo>
                    <a:pt x="4354373" y="556235"/>
                  </a:lnTo>
                  <a:lnTo>
                    <a:pt x="4354482" y="556235"/>
                  </a:lnTo>
                  <a:lnTo>
                    <a:pt x="4354590" y="556235"/>
                  </a:lnTo>
                  <a:lnTo>
                    <a:pt x="4354699" y="556235"/>
                  </a:lnTo>
                  <a:lnTo>
                    <a:pt x="4354807" y="556235"/>
                  </a:lnTo>
                  <a:lnTo>
                    <a:pt x="4354915" y="556235"/>
                  </a:lnTo>
                  <a:lnTo>
                    <a:pt x="4355024" y="556235"/>
                  </a:lnTo>
                  <a:lnTo>
                    <a:pt x="4355132" y="556235"/>
                  </a:lnTo>
                  <a:lnTo>
                    <a:pt x="4355241" y="556235"/>
                  </a:lnTo>
                  <a:lnTo>
                    <a:pt x="4355349" y="556235"/>
                  </a:lnTo>
                  <a:lnTo>
                    <a:pt x="4355458" y="556235"/>
                  </a:lnTo>
                  <a:lnTo>
                    <a:pt x="4355566" y="556235"/>
                  </a:lnTo>
                  <a:lnTo>
                    <a:pt x="4355566" y="555611"/>
                  </a:lnTo>
                  <a:lnTo>
                    <a:pt x="4355566" y="554988"/>
                  </a:lnTo>
                  <a:lnTo>
                    <a:pt x="4355675" y="554988"/>
                  </a:lnTo>
                  <a:lnTo>
                    <a:pt x="4355783" y="554988"/>
                  </a:lnTo>
                  <a:lnTo>
                    <a:pt x="4355892" y="554988"/>
                  </a:lnTo>
                  <a:lnTo>
                    <a:pt x="4356000" y="554988"/>
                  </a:lnTo>
                  <a:lnTo>
                    <a:pt x="4356108" y="554988"/>
                  </a:lnTo>
                  <a:lnTo>
                    <a:pt x="4356217" y="554988"/>
                  </a:lnTo>
                  <a:lnTo>
                    <a:pt x="4356325" y="554988"/>
                  </a:lnTo>
                  <a:lnTo>
                    <a:pt x="4356434" y="554988"/>
                  </a:lnTo>
                  <a:lnTo>
                    <a:pt x="4356542" y="554988"/>
                  </a:lnTo>
                  <a:lnTo>
                    <a:pt x="4356651" y="554988"/>
                  </a:lnTo>
                  <a:lnTo>
                    <a:pt x="4356759" y="554988"/>
                  </a:lnTo>
                  <a:lnTo>
                    <a:pt x="4356759" y="554364"/>
                  </a:lnTo>
                  <a:lnTo>
                    <a:pt x="4356868" y="554364"/>
                  </a:lnTo>
                  <a:lnTo>
                    <a:pt x="4356976" y="554364"/>
                  </a:lnTo>
                  <a:lnTo>
                    <a:pt x="4357084" y="554364"/>
                  </a:lnTo>
                  <a:lnTo>
                    <a:pt x="4357193" y="554364"/>
                  </a:lnTo>
                  <a:lnTo>
                    <a:pt x="4357301" y="554364"/>
                  </a:lnTo>
                  <a:lnTo>
                    <a:pt x="4357410" y="554364"/>
                  </a:lnTo>
                  <a:lnTo>
                    <a:pt x="4357518" y="554364"/>
                  </a:lnTo>
                  <a:lnTo>
                    <a:pt x="4357627" y="554364"/>
                  </a:lnTo>
                  <a:lnTo>
                    <a:pt x="4357735" y="554364"/>
                  </a:lnTo>
                  <a:lnTo>
                    <a:pt x="4357844" y="554364"/>
                  </a:lnTo>
                  <a:lnTo>
                    <a:pt x="4357952" y="554364"/>
                  </a:lnTo>
                  <a:lnTo>
                    <a:pt x="4358060" y="554364"/>
                  </a:lnTo>
                  <a:lnTo>
                    <a:pt x="4358169" y="554364"/>
                  </a:lnTo>
                  <a:lnTo>
                    <a:pt x="4358277" y="554364"/>
                  </a:lnTo>
                  <a:lnTo>
                    <a:pt x="4358386" y="554364"/>
                  </a:lnTo>
                  <a:lnTo>
                    <a:pt x="4358494" y="554364"/>
                  </a:lnTo>
                  <a:lnTo>
                    <a:pt x="4358603" y="554364"/>
                  </a:lnTo>
                  <a:lnTo>
                    <a:pt x="4358603" y="553741"/>
                  </a:lnTo>
                  <a:lnTo>
                    <a:pt x="4358711" y="553741"/>
                  </a:lnTo>
                  <a:lnTo>
                    <a:pt x="4358820" y="553741"/>
                  </a:lnTo>
                  <a:lnTo>
                    <a:pt x="4358928" y="553741"/>
                  </a:lnTo>
                  <a:lnTo>
                    <a:pt x="4359036" y="553741"/>
                  </a:lnTo>
                  <a:lnTo>
                    <a:pt x="4359145" y="553741"/>
                  </a:lnTo>
                  <a:lnTo>
                    <a:pt x="4359253" y="553741"/>
                  </a:lnTo>
                  <a:lnTo>
                    <a:pt x="4359362" y="553741"/>
                  </a:lnTo>
                  <a:lnTo>
                    <a:pt x="4359470" y="553741"/>
                  </a:lnTo>
                  <a:lnTo>
                    <a:pt x="4359579" y="553741"/>
                  </a:lnTo>
                  <a:lnTo>
                    <a:pt x="4359687" y="553741"/>
                  </a:lnTo>
                  <a:lnTo>
                    <a:pt x="4359796" y="553741"/>
                  </a:lnTo>
                  <a:lnTo>
                    <a:pt x="4359904" y="553741"/>
                  </a:lnTo>
                  <a:lnTo>
                    <a:pt x="4360013" y="553741"/>
                  </a:lnTo>
                  <a:lnTo>
                    <a:pt x="4360121" y="553741"/>
                  </a:lnTo>
                  <a:lnTo>
                    <a:pt x="4360229" y="553741"/>
                  </a:lnTo>
                  <a:lnTo>
                    <a:pt x="4360338" y="553741"/>
                  </a:lnTo>
                  <a:lnTo>
                    <a:pt x="4360446" y="553741"/>
                  </a:lnTo>
                  <a:lnTo>
                    <a:pt x="4360555" y="553741"/>
                  </a:lnTo>
                  <a:lnTo>
                    <a:pt x="4360663" y="553741"/>
                  </a:lnTo>
                  <a:lnTo>
                    <a:pt x="4360772" y="553741"/>
                  </a:lnTo>
                  <a:lnTo>
                    <a:pt x="4360880" y="553741"/>
                  </a:lnTo>
                  <a:lnTo>
                    <a:pt x="4360880" y="553117"/>
                  </a:lnTo>
                  <a:lnTo>
                    <a:pt x="4360989" y="553117"/>
                  </a:lnTo>
                  <a:lnTo>
                    <a:pt x="4361097" y="553117"/>
                  </a:lnTo>
                  <a:lnTo>
                    <a:pt x="4361205" y="553117"/>
                  </a:lnTo>
                  <a:lnTo>
                    <a:pt x="4361314" y="553117"/>
                  </a:lnTo>
                  <a:lnTo>
                    <a:pt x="4361422" y="553117"/>
                  </a:lnTo>
                  <a:lnTo>
                    <a:pt x="4361531" y="553117"/>
                  </a:lnTo>
                  <a:lnTo>
                    <a:pt x="4361639" y="553117"/>
                  </a:lnTo>
                  <a:lnTo>
                    <a:pt x="4361748" y="553117"/>
                  </a:lnTo>
                  <a:lnTo>
                    <a:pt x="4361856" y="553117"/>
                  </a:lnTo>
                  <a:lnTo>
                    <a:pt x="4361965" y="553117"/>
                  </a:lnTo>
                  <a:lnTo>
                    <a:pt x="4362073" y="553117"/>
                  </a:lnTo>
                  <a:lnTo>
                    <a:pt x="4362181" y="553117"/>
                  </a:lnTo>
                  <a:lnTo>
                    <a:pt x="4362290" y="553117"/>
                  </a:lnTo>
                  <a:lnTo>
                    <a:pt x="4362398" y="553117"/>
                  </a:lnTo>
                  <a:lnTo>
                    <a:pt x="4362507" y="553117"/>
                  </a:lnTo>
                  <a:lnTo>
                    <a:pt x="4362615" y="553117"/>
                  </a:lnTo>
                  <a:lnTo>
                    <a:pt x="4362724" y="553117"/>
                  </a:lnTo>
                  <a:lnTo>
                    <a:pt x="4362832" y="553117"/>
                  </a:lnTo>
                  <a:lnTo>
                    <a:pt x="4362941" y="553117"/>
                  </a:lnTo>
                  <a:lnTo>
                    <a:pt x="4362941" y="552493"/>
                  </a:lnTo>
                  <a:lnTo>
                    <a:pt x="4363049" y="552493"/>
                  </a:lnTo>
                  <a:lnTo>
                    <a:pt x="4363157" y="552493"/>
                  </a:lnTo>
                  <a:lnTo>
                    <a:pt x="4363266" y="552493"/>
                  </a:lnTo>
                  <a:lnTo>
                    <a:pt x="4363374" y="552493"/>
                  </a:lnTo>
                  <a:lnTo>
                    <a:pt x="4363483" y="552493"/>
                  </a:lnTo>
                  <a:lnTo>
                    <a:pt x="4363591" y="552493"/>
                  </a:lnTo>
                  <a:lnTo>
                    <a:pt x="4363700" y="552493"/>
                  </a:lnTo>
                  <a:lnTo>
                    <a:pt x="4363808" y="552493"/>
                  </a:lnTo>
                  <a:lnTo>
                    <a:pt x="4363917" y="552493"/>
                  </a:lnTo>
                  <a:lnTo>
                    <a:pt x="4364025" y="552493"/>
                  </a:lnTo>
                  <a:lnTo>
                    <a:pt x="4364133" y="552493"/>
                  </a:lnTo>
                  <a:lnTo>
                    <a:pt x="4364242" y="552493"/>
                  </a:lnTo>
                  <a:lnTo>
                    <a:pt x="4364242" y="551870"/>
                  </a:lnTo>
                  <a:lnTo>
                    <a:pt x="4364350" y="551870"/>
                  </a:lnTo>
                  <a:lnTo>
                    <a:pt x="4364459" y="551870"/>
                  </a:lnTo>
                  <a:lnTo>
                    <a:pt x="4364567" y="551870"/>
                  </a:lnTo>
                  <a:lnTo>
                    <a:pt x="4364676" y="551870"/>
                  </a:lnTo>
                  <a:lnTo>
                    <a:pt x="4364676" y="551246"/>
                  </a:lnTo>
                  <a:lnTo>
                    <a:pt x="4364784" y="551246"/>
                  </a:lnTo>
                  <a:lnTo>
                    <a:pt x="4364893" y="551246"/>
                  </a:lnTo>
                  <a:lnTo>
                    <a:pt x="4365001" y="551246"/>
                  </a:lnTo>
                  <a:lnTo>
                    <a:pt x="4365110" y="551246"/>
                  </a:lnTo>
                  <a:lnTo>
                    <a:pt x="4365218" y="551246"/>
                  </a:lnTo>
                  <a:lnTo>
                    <a:pt x="4365326" y="551246"/>
                  </a:lnTo>
                  <a:lnTo>
                    <a:pt x="4365435" y="551246"/>
                  </a:lnTo>
                  <a:lnTo>
                    <a:pt x="4365543" y="551246"/>
                  </a:lnTo>
                  <a:lnTo>
                    <a:pt x="4365652" y="551246"/>
                  </a:lnTo>
                  <a:lnTo>
                    <a:pt x="4365760" y="551246"/>
                  </a:lnTo>
                  <a:lnTo>
                    <a:pt x="4365869" y="551246"/>
                  </a:lnTo>
                  <a:lnTo>
                    <a:pt x="4365977" y="551246"/>
                  </a:lnTo>
                  <a:lnTo>
                    <a:pt x="4366086" y="551246"/>
                  </a:lnTo>
                  <a:lnTo>
                    <a:pt x="4366194" y="551246"/>
                  </a:lnTo>
                  <a:lnTo>
                    <a:pt x="4366302" y="551246"/>
                  </a:lnTo>
                  <a:lnTo>
                    <a:pt x="4366411" y="551246"/>
                  </a:lnTo>
                  <a:lnTo>
                    <a:pt x="4366519" y="551246"/>
                  </a:lnTo>
                  <a:lnTo>
                    <a:pt x="4366628" y="551246"/>
                  </a:lnTo>
                  <a:lnTo>
                    <a:pt x="4366736" y="551246"/>
                  </a:lnTo>
                  <a:lnTo>
                    <a:pt x="4366845" y="551246"/>
                  </a:lnTo>
                  <a:lnTo>
                    <a:pt x="4366845" y="550623"/>
                  </a:lnTo>
                  <a:lnTo>
                    <a:pt x="4366953" y="550623"/>
                  </a:lnTo>
                  <a:lnTo>
                    <a:pt x="4367062" y="550623"/>
                  </a:lnTo>
                  <a:lnTo>
                    <a:pt x="4367170" y="550623"/>
                  </a:lnTo>
                  <a:lnTo>
                    <a:pt x="4367278" y="550623"/>
                  </a:lnTo>
                  <a:lnTo>
                    <a:pt x="4367387" y="550623"/>
                  </a:lnTo>
                  <a:lnTo>
                    <a:pt x="4367495" y="550623"/>
                  </a:lnTo>
                  <a:lnTo>
                    <a:pt x="4367604" y="550623"/>
                  </a:lnTo>
                  <a:lnTo>
                    <a:pt x="4367712" y="550623"/>
                  </a:lnTo>
                  <a:lnTo>
                    <a:pt x="4367821" y="550623"/>
                  </a:lnTo>
                  <a:lnTo>
                    <a:pt x="4367929" y="550623"/>
                  </a:lnTo>
                  <a:lnTo>
                    <a:pt x="4368038" y="550623"/>
                  </a:lnTo>
                  <a:lnTo>
                    <a:pt x="4368146" y="550623"/>
                  </a:lnTo>
                  <a:lnTo>
                    <a:pt x="4368254" y="550623"/>
                  </a:lnTo>
                  <a:lnTo>
                    <a:pt x="4368363" y="550623"/>
                  </a:lnTo>
                  <a:lnTo>
                    <a:pt x="4368471" y="550623"/>
                  </a:lnTo>
                  <a:lnTo>
                    <a:pt x="4368580" y="550623"/>
                  </a:lnTo>
                  <a:lnTo>
                    <a:pt x="4368688" y="550623"/>
                  </a:lnTo>
                  <a:lnTo>
                    <a:pt x="4368797" y="550623"/>
                  </a:lnTo>
                  <a:lnTo>
                    <a:pt x="4368905" y="550623"/>
                  </a:lnTo>
                  <a:lnTo>
                    <a:pt x="4369014" y="550623"/>
                  </a:lnTo>
                  <a:lnTo>
                    <a:pt x="4369122" y="550623"/>
                  </a:lnTo>
                  <a:lnTo>
                    <a:pt x="4369231" y="550623"/>
                  </a:lnTo>
                  <a:lnTo>
                    <a:pt x="4369339" y="550623"/>
                  </a:lnTo>
                  <a:lnTo>
                    <a:pt x="4369447" y="550623"/>
                  </a:lnTo>
                  <a:lnTo>
                    <a:pt x="4369556" y="550623"/>
                  </a:lnTo>
                  <a:lnTo>
                    <a:pt x="4369664" y="550623"/>
                  </a:lnTo>
                  <a:lnTo>
                    <a:pt x="4369773" y="550623"/>
                  </a:lnTo>
                  <a:lnTo>
                    <a:pt x="4369881" y="550623"/>
                  </a:lnTo>
                  <a:lnTo>
                    <a:pt x="4369990" y="550623"/>
                  </a:lnTo>
                  <a:lnTo>
                    <a:pt x="4370098" y="550623"/>
                  </a:lnTo>
                  <a:lnTo>
                    <a:pt x="4370207" y="550623"/>
                  </a:lnTo>
                  <a:lnTo>
                    <a:pt x="4370315" y="550623"/>
                  </a:lnTo>
                  <a:lnTo>
                    <a:pt x="4370423" y="550623"/>
                  </a:lnTo>
                  <a:lnTo>
                    <a:pt x="4370532" y="550623"/>
                  </a:lnTo>
                  <a:lnTo>
                    <a:pt x="4370532" y="549999"/>
                  </a:lnTo>
                  <a:lnTo>
                    <a:pt x="4370640" y="549999"/>
                  </a:lnTo>
                  <a:lnTo>
                    <a:pt x="4370749" y="549999"/>
                  </a:lnTo>
                  <a:lnTo>
                    <a:pt x="4370857" y="549999"/>
                  </a:lnTo>
                  <a:lnTo>
                    <a:pt x="4370966" y="549999"/>
                  </a:lnTo>
                  <a:lnTo>
                    <a:pt x="4371074" y="549999"/>
                  </a:lnTo>
                  <a:lnTo>
                    <a:pt x="4371183" y="549999"/>
                  </a:lnTo>
                  <a:lnTo>
                    <a:pt x="4371291" y="549999"/>
                  </a:lnTo>
                  <a:lnTo>
                    <a:pt x="4371399" y="549999"/>
                  </a:lnTo>
                  <a:lnTo>
                    <a:pt x="4371508" y="549999"/>
                  </a:lnTo>
                  <a:lnTo>
                    <a:pt x="4371616" y="549999"/>
                  </a:lnTo>
                  <a:lnTo>
                    <a:pt x="4371725" y="549999"/>
                  </a:lnTo>
                  <a:lnTo>
                    <a:pt x="4371833" y="549999"/>
                  </a:lnTo>
                  <a:lnTo>
                    <a:pt x="4371942" y="549999"/>
                  </a:lnTo>
                  <a:lnTo>
                    <a:pt x="4372050" y="549999"/>
                  </a:lnTo>
                  <a:lnTo>
                    <a:pt x="4372159" y="549999"/>
                  </a:lnTo>
                  <a:lnTo>
                    <a:pt x="4372267" y="549999"/>
                  </a:lnTo>
                  <a:lnTo>
                    <a:pt x="4372375" y="549999"/>
                  </a:lnTo>
                  <a:lnTo>
                    <a:pt x="4372484" y="549999"/>
                  </a:lnTo>
                  <a:lnTo>
                    <a:pt x="4372484" y="549376"/>
                  </a:lnTo>
                  <a:lnTo>
                    <a:pt x="4372592" y="549376"/>
                  </a:lnTo>
                  <a:lnTo>
                    <a:pt x="4372701" y="549376"/>
                  </a:lnTo>
                  <a:lnTo>
                    <a:pt x="4372809" y="549376"/>
                  </a:lnTo>
                  <a:lnTo>
                    <a:pt x="4372809" y="548752"/>
                  </a:lnTo>
                  <a:lnTo>
                    <a:pt x="4372918" y="548752"/>
                  </a:lnTo>
                  <a:lnTo>
                    <a:pt x="4373026" y="548752"/>
                  </a:lnTo>
                  <a:lnTo>
                    <a:pt x="4373135" y="548752"/>
                  </a:lnTo>
                  <a:lnTo>
                    <a:pt x="4373243" y="548752"/>
                  </a:lnTo>
                  <a:lnTo>
                    <a:pt x="4373352" y="548752"/>
                  </a:lnTo>
                  <a:lnTo>
                    <a:pt x="4373460" y="548752"/>
                  </a:lnTo>
                  <a:lnTo>
                    <a:pt x="4373568" y="548752"/>
                  </a:lnTo>
                  <a:lnTo>
                    <a:pt x="4373677" y="548752"/>
                  </a:lnTo>
                  <a:lnTo>
                    <a:pt x="4373785" y="548752"/>
                  </a:lnTo>
                  <a:lnTo>
                    <a:pt x="4373894" y="548752"/>
                  </a:lnTo>
                  <a:lnTo>
                    <a:pt x="4374002" y="548752"/>
                  </a:lnTo>
                  <a:lnTo>
                    <a:pt x="4374111" y="548752"/>
                  </a:lnTo>
                  <a:lnTo>
                    <a:pt x="4374219" y="548752"/>
                  </a:lnTo>
                  <a:lnTo>
                    <a:pt x="4374328" y="548752"/>
                  </a:lnTo>
                  <a:lnTo>
                    <a:pt x="4374436" y="548752"/>
                  </a:lnTo>
                  <a:lnTo>
                    <a:pt x="4374544" y="548752"/>
                  </a:lnTo>
                  <a:lnTo>
                    <a:pt x="4374653" y="548752"/>
                  </a:lnTo>
                  <a:lnTo>
                    <a:pt x="4374761" y="548752"/>
                  </a:lnTo>
                  <a:lnTo>
                    <a:pt x="4374870" y="548752"/>
                  </a:lnTo>
                  <a:lnTo>
                    <a:pt x="4374978" y="548752"/>
                  </a:lnTo>
                  <a:lnTo>
                    <a:pt x="4375087" y="548752"/>
                  </a:lnTo>
                  <a:lnTo>
                    <a:pt x="4375087" y="548128"/>
                  </a:lnTo>
                  <a:lnTo>
                    <a:pt x="4375195" y="548128"/>
                  </a:lnTo>
                  <a:lnTo>
                    <a:pt x="4375304" y="548128"/>
                  </a:lnTo>
                  <a:lnTo>
                    <a:pt x="4375412" y="548128"/>
                  </a:lnTo>
                  <a:lnTo>
                    <a:pt x="4375520" y="548128"/>
                  </a:lnTo>
                  <a:lnTo>
                    <a:pt x="4375629" y="548128"/>
                  </a:lnTo>
                  <a:lnTo>
                    <a:pt x="4375737" y="548128"/>
                  </a:lnTo>
                  <a:lnTo>
                    <a:pt x="4375846" y="548128"/>
                  </a:lnTo>
                  <a:lnTo>
                    <a:pt x="4375846" y="547505"/>
                  </a:lnTo>
                  <a:lnTo>
                    <a:pt x="4375954" y="547505"/>
                  </a:lnTo>
                  <a:lnTo>
                    <a:pt x="4376063" y="547505"/>
                  </a:lnTo>
                  <a:lnTo>
                    <a:pt x="4376171" y="547505"/>
                  </a:lnTo>
                  <a:lnTo>
                    <a:pt x="4376280" y="547505"/>
                  </a:lnTo>
                  <a:lnTo>
                    <a:pt x="4376388" y="547505"/>
                  </a:lnTo>
                  <a:lnTo>
                    <a:pt x="4376496" y="547505"/>
                  </a:lnTo>
                  <a:lnTo>
                    <a:pt x="4376605" y="547505"/>
                  </a:lnTo>
                  <a:lnTo>
                    <a:pt x="4376713" y="547505"/>
                  </a:lnTo>
                  <a:lnTo>
                    <a:pt x="4376822" y="547505"/>
                  </a:lnTo>
                  <a:lnTo>
                    <a:pt x="4376930" y="547505"/>
                  </a:lnTo>
                  <a:lnTo>
                    <a:pt x="4377039" y="547505"/>
                  </a:lnTo>
                  <a:lnTo>
                    <a:pt x="4377147" y="547505"/>
                  </a:lnTo>
                  <a:lnTo>
                    <a:pt x="4377256" y="547505"/>
                  </a:lnTo>
                  <a:lnTo>
                    <a:pt x="4377364" y="547505"/>
                  </a:lnTo>
                  <a:lnTo>
                    <a:pt x="4377473" y="547505"/>
                  </a:lnTo>
                  <a:lnTo>
                    <a:pt x="4377581" y="547505"/>
                  </a:lnTo>
                  <a:lnTo>
                    <a:pt x="4377689" y="547505"/>
                  </a:lnTo>
                  <a:lnTo>
                    <a:pt x="4377689" y="546881"/>
                  </a:lnTo>
                  <a:lnTo>
                    <a:pt x="4377798" y="546881"/>
                  </a:lnTo>
                  <a:lnTo>
                    <a:pt x="4377906" y="546881"/>
                  </a:lnTo>
                  <a:lnTo>
                    <a:pt x="4377906" y="546258"/>
                  </a:lnTo>
                  <a:lnTo>
                    <a:pt x="4378015" y="546258"/>
                  </a:lnTo>
                  <a:lnTo>
                    <a:pt x="4378123" y="546258"/>
                  </a:lnTo>
                  <a:lnTo>
                    <a:pt x="4378232" y="546258"/>
                  </a:lnTo>
                  <a:lnTo>
                    <a:pt x="4378340" y="546258"/>
                  </a:lnTo>
                  <a:lnTo>
                    <a:pt x="4378449" y="546258"/>
                  </a:lnTo>
                  <a:lnTo>
                    <a:pt x="4378557" y="546258"/>
                  </a:lnTo>
                  <a:lnTo>
                    <a:pt x="4378665" y="546258"/>
                  </a:lnTo>
                  <a:lnTo>
                    <a:pt x="4378774" y="546258"/>
                  </a:lnTo>
                  <a:lnTo>
                    <a:pt x="4378882" y="546258"/>
                  </a:lnTo>
                  <a:lnTo>
                    <a:pt x="4378991" y="546258"/>
                  </a:lnTo>
                  <a:lnTo>
                    <a:pt x="4379099" y="546258"/>
                  </a:lnTo>
                  <a:lnTo>
                    <a:pt x="4379208" y="546258"/>
                  </a:lnTo>
                  <a:lnTo>
                    <a:pt x="4379316" y="546258"/>
                  </a:lnTo>
                  <a:lnTo>
                    <a:pt x="4379425" y="546258"/>
                  </a:lnTo>
                  <a:lnTo>
                    <a:pt x="4379533" y="546258"/>
                  </a:lnTo>
                  <a:lnTo>
                    <a:pt x="4379641" y="546258"/>
                  </a:lnTo>
                  <a:lnTo>
                    <a:pt x="4379750" y="546258"/>
                  </a:lnTo>
                  <a:lnTo>
                    <a:pt x="4379858" y="546258"/>
                  </a:lnTo>
                  <a:lnTo>
                    <a:pt x="4379858" y="545634"/>
                  </a:lnTo>
                  <a:lnTo>
                    <a:pt x="4379967" y="545634"/>
                  </a:lnTo>
                  <a:lnTo>
                    <a:pt x="4380075" y="545634"/>
                  </a:lnTo>
                  <a:lnTo>
                    <a:pt x="4380184" y="545634"/>
                  </a:lnTo>
                  <a:lnTo>
                    <a:pt x="4380292" y="545634"/>
                  </a:lnTo>
                  <a:lnTo>
                    <a:pt x="4380401" y="545634"/>
                  </a:lnTo>
                  <a:lnTo>
                    <a:pt x="4380509" y="545634"/>
                  </a:lnTo>
                  <a:lnTo>
                    <a:pt x="4380617" y="545634"/>
                  </a:lnTo>
                  <a:lnTo>
                    <a:pt x="4380726" y="545634"/>
                  </a:lnTo>
                  <a:lnTo>
                    <a:pt x="4380834" y="545634"/>
                  </a:lnTo>
                  <a:lnTo>
                    <a:pt x="4380834" y="545010"/>
                  </a:lnTo>
                  <a:lnTo>
                    <a:pt x="4380943" y="545010"/>
                  </a:lnTo>
                  <a:lnTo>
                    <a:pt x="4381051" y="545010"/>
                  </a:lnTo>
                  <a:lnTo>
                    <a:pt x="4381160" y="545010"/>
                  </a:lnTo>
                  <a:lnTo>
                    <a:pt x="4381268" y="545010"/>
                  </a:lnTo>
                  <a:lnTo>
                    <a:pt x="4381377" y="545010"/>
                  </a:lnTo>
                  <a:lnTo>
                    <a:pt x="4381485" y="545010"/>
                  </a:lnTo>
                  <a:lnTo>
                    <a:pt x="4381485" y="544387"/>
                  </a:lnTo>
                  <a:lnTo>
                    <a:pt x="4381594" y="544387"/>
                  </a:lnTo>
                  <a:lnTo>
                    <a:pt x="4381702" y="544387"/>
                  </a:lnTo>
                  <a:lnTo>
                    <a:pt x="4381810" y="544387"/>
                  </a:lnTo>
                  <a:lnTo>
                    <a:pt x="4381919" y="544387"/>
                  </a:lnTo>
                  <a:lnTo>
                    <a:pt x="4382027" y="544387"/>
                  </a:lnTo>
                  <a:lnTo>
                    <a:pt x="4382136" y="544387"/>
                  </a:lnTo>
                  <a:lnTo>
                    <a:pt x="4382244" y="544387"/>
                  </a:lnTo>
                  <a:lnTo>
                    <a:pt x="4382353" y="544387"/>
                  </a:lnTo>
                  <a:lnTo>
                    <a:pt x="4382461" y="544387"/>
                  </a:lnTo>
                  <a:lnTo>
                    <a:pt x="4382570" y="544387"/>
                  </a:lnTo>
                  <a:lnTo>
                    <a:pt x="4382678" y="544387"/>
                  </a:lnTo>
                  <a:lnTo>
                    <a:pt x="4382786" y="544387"/>
                  </a:lnTo>
                  <a:lnTo>
                    <a:pt x="4382895" y="544387"/>
                  </a:lnTo>
                  <a:lnTo>
                    <a:pt x="4383003" y="544387"/>
                  </a:lnTo>
                  <a:lnTo>
                    <a:pt x="4383112" y="544387"/>
                  </a:lnTo>
                  <a:lnTo>
                    <a:pt x="4383220" y="544387"/>
                  </a:lnTo>
                  <a:lnTo>
                    <a:pt x="4383329" y="544387"/>
                  </a:lnTo>
                  <a:lnTo>
                    <a:pt x="4383437" y="544387"/>
                  </a:lnTo>
                  <a:lnTo>
                    <a:pt x="4383546" y="544387"/>
                  </a:lnTo>
                  <a:lnTo>
                    <a:pt x="4383654" y="544387"/>
                  </a:lnTo>
                  <a:lnTo>
                    <a:pt x="4383762" y="544387"/>
                  </a:lnTo>
                  <a:lnTo>
                    <a:pt x="4383871" y="544387"/>
                  </a:lnTo>
                  <a:lnTo>
                    <a:pt x="4383979" y="544387"/>
                  </a:lnTo>
                  <a:lnTo>
                    <a:pt x="4384088" y="544387"/>
                  </a:lnTo>
                  <a:lnTo>
                    <a:pt x="4384196" y="544387"/>
                  </a:lnTo>
                  <a:lnTo>
                    <a:pt x="4384305" y="544387"/>
                  </a:lnTo>
                  <a:lnTo>
                    <a:pt x="4384413" y="544387"/>
                  </a:lnTo>
                  <a:lnTo>
                    <a:pt x="4384413" y="543763"/>
                  </a:lnTo>
                  <a:lnTo>
                    <a:pt x="4384522" y="543763"/>
                  </a:lnTo>
                  <a:lnTo>
                    <a:pt x="4384630" y="543763"/>
                  </a:lnTo>
                  <a:lnTo>
                    <a:pt x="4384630" y="543140"/>
                  </a:lnTo>
                  <a:lnTo>
                    <a:pt x="4384738" y="543140"/>
                  </a:lnTo>
                  <a:lnTo>
                    <a:pt x="4384847" y="543140"/>
                  </a:lnTo>
                  <a:lnTo>
                    <a:pt x="4384955" y="543140"/>
                  </a:lnTo>
                  <a:lnTo>
                    <a:pt x="4385064" y="543140"/>
                  </a:lnTo>
                  <a:lnTo>
                    <a:pt x="4385172" y="543140"/>
                  </a:lnTo>
                  <a:lnTo>
                    <a:pt x="4385281" y="543140"/>
                  </a:lnTo>
                  <a:lnTo>
                    <a:pt x="4385389" y="543140"/>
                  </a:lnTo>
                  <a:lnTo>
                    <a:pt x="4385498" y="543140"/>
                  </a:lnTo>
                  <a:lnTo>
                    <a:pt x="4385606" y="543140"/>
                  </a:lnTo>
                  <a:lnTo>
                    <a:pt x="4385714" y="543140"/>
                  </a:lnTo>
                  <a:lnTo>
                    <a:pt x="4385823" y="543140"/>
                  </a:lnTo>
                  <a:lnTo>
                    <a:pt x="4385931" y="543140"/>
                  </a:lnTo>
                  <a:lnTo>
                    <a:pt x="4386040" y="543140"/>
                  </a:lnTo>
                  <a:lnTo>
                    <a:pt x="4386148" y="543140"/>
                  </a:lnTo>
                  <a:lnTo>
                    <a:pt x="4386257" y="543140"/>
                  </a:lnTo>
                  <a:lnTo>
                    <a:pt x="4386365" y="543140"/>
                  </a:lnTo>
                  <a:lnTo>
                    <a:pt x="4386474" y="543140"/>
                  </a:lnTo>
                  <a:lnTo>
                    <a:pt x="4386582" y="543140"/>
                  </a:lnTo>
                  <a:lnTo>
                    <a:pt x="4386582" y="542516"/>
                  </a:lnTo>
                  <a:lnTo>
                    <a:pt x="4386691" y="542516"/>
                  </a:lnTo>
                  <a:lnTo>
                    <a:pt x="4386799" y="542516"/>
                  </a:lnTo>
                  <a:lnTo>
                    <a:pt x="4386907" y="542516"/>
                  </a:lnTo>
                  <a:lnTo>
                    <a:pt x="4387016" y="542516"/>
                  </a:lnTo>
                  <a:lnTo>
                    <a:pt x="4387124" y="542516"/>
                  </a:lnTo>
                  <a:lnTo>
                    <a:pt x="4387233" y="542516"/>
                  </a:lnTo>
                  <a:lnTo>
                    <a:pt x="4387341" y="542516"/>
                  </a:lnTo>
                  <a:lnTo>
                    <a:pt x="4387450" y="542516"/>
                  </a:lnTo>
                  <a:lnTo>
                    <a:pt x="4387558" y="542516"/>
                  </a:lnTo>
                  <a:lnTo>
                    <a:pt x="4387667" y="542516"/>
                  </a:lnTo>
                  <a:lnTo>
                    <a:pt x="4387775" y="542516"/>
                  </a:lnTo>
                  <a:lnTo>
                    <a:pt x="4387883" y="542516"/>
                  </a:lnTo>
                  <a:lnTo>
                    <a:pt x="4387992" y="542516"/>
                  </a:lnTo>
                  <a:lnTo>
                    <a:pt x="4388100" y="542516"/>
                  </a:lnTo>
                  <a:lnTo>
                    <a:pt x="4388209" y="542516"/>
                  </a:lnTo>
                  <a:lnTo>
                    <a:pt x="4388317" y="542516"/>
                  </a:lnTo>
                  <a:lnTo>
                    <a:pt x="4388317" y="541893"/>
                  </a:lnTo>
                  <a:lnTo>
                    <a:pt x="4388426" y="541893"/>
                  </a:lnTo>
                  <a:lnTo>
                    <a:pt x="4388534" y="541893"/>
                  </a:lnTo>
                  <a:lnTo>
                    <a:pt x="4388643" y="541893"/>
                  </a:lnTo>
                  <a:lnTo>
                    <a:pt x="4388751" y="541893"/>
                  </a:lnTo>
                  <a:lnTo>
                    <a:pt x="4388859" y="541893"/>
                  </a:lnTo>
                  <a:lnTo>
                    <a:pt x="4388968" y="541893"/>
                  </a:lnTo>
                  <a:lnTo>
                    <a:pt x="4388968" y="541269"/>
                  </a:lnTo>
                  <a:lnTo>
                    <a:pt x="4389076" y="541269"/>
                  </a:lnTo>
                  <a:lnTo>
                    <a:pt x="4389185" y="541269"/>
                  </a:lnTo>
                  <a:lnTo>
                    <a:pt x="4389293" y="541269"/>
                  </a:lnTo>
                  <a:lnTo>
                    <a:pt x="4389402" y="541269"/>
                  </a:lnTo>
                  <a:lnTo>
                    <a:pt x="4389510" y="541269"/>
                  </a:lnTo>
                  <a:lnTo>
                    <a:pt x="4389619" y="541269"/>
                  </a:lnTo>
                  <a:lnTo>
                    <a:pt x="4389727" y="541269"/>
                  </a:lnTo>
                  <a:lnTo>
                    <a:pt x="4389835" y="541269"/>
                  </a:lnTo>
                  <a:lnTo>
                    <a:pt x="4389944" y="541269"/>
                  </a:lnTo>
                  <a:lnTo>
                    <a:pt x="4390052" y="541269"/>
                  </a:lnTo>
                  <a:lnTo>
                    <a:pt x="4390161" y="541269"/>
                  </a:lnTo>
                  <a:lnTo>
                    <a:pt x="4390269" y="541269"/>
                  </a:lnTo>
                  <a:lnTo>
                    <a:pt x="4390378" y="541269"/>
                  </a:lnTo>
                  <a:lnTo>
                    <a:pt x="4390486" y="541269"/>
                  </a:lnTo>
                  <a:lnTo>
                    <a:pt x="4390595" y="541269"/>
                  </a:lnTo>
                  <a:lnTo>
                    <a:pt x="4390703" y="541269"/>
                  </a:lnTo>
                  <a:lnTo>
                    <a:pt x="4390812" y="541269"/>
                  </a:lnTo>
                  <a:lnTo>
                    <a:pt x="4390920" y="541269"/>
                  </a:lnTo>
                  <a:lnTo>
                    <a:pt x="4391028" y="541269"/>
                  </a:lnTo>
                  <a:lnTo>
                    <a:pt x="4391137" y="541269"/>
                  </a:lnTo>
                  <a:lnTo>
                    <a:pt x="4391245" y="541269"/>
                  </a:lnTo>
                  <a:lnTo>
                    <a:pt x="4391354" y="541269"/>
                  </a:lnTo>
                  <a:lnTo>
                    <a:pt x="4391462" y="541269"/>
                  </a:lnTo>
                  <a:lnTo>
                    <a:pt x="4391571" y="541269"/>
                  </a:lnTo>
                  <a:lnTo>
                    <a:pt x="4391679" y="541269"/>
                  </a:lnTo>
                  <a:lnTo>
                    <a:pt x="4391788" y="541269"/>
                  </a:lnTo>
                  <a:lnTo>
                    <a:pt x="4391896" y="541269"/>
                  </a:lnTo>
                  <a:lnTo>
                    <a:pt x="4392004" y="541269"/>
                  </a:lnTo>
                  <a:lnTo>
                    <a:pt x="4392113" y="541269"/>
                  </a:lnTo>
                  <a:lnTo>
                    <a:pt x="4392221" y="541269"/>
                  </a:lnTo>
                  <a:lnTo>
                    <a:pt x="4392330" y="541269"/>
                  </a:lnTo>
                  <a:lnTo>
                    <a:pt x="4392330" y="540645"/>
                  </a:lnTo>
                  <a:lnTo>
                    <a:pt x="4392438" y="540645"/>
                  </a:lnTo>
                  <a:lnTo>
                    <a:pt x="4392547" y="540645"/>
                  </a:lnTo>
                  <a:lnTo>
                    <a:pt x="4392655" y="540645"/>
                  </a:lnTo>
                  <a:lnTo>
                    <a:pt x="4392764" y="540645"/>
                  </a:lnTo>
                  <a:lnTo>
                    <a:pt x="4392872" y="540645"/>
                  </a:lnTo>
                  <a:lnTo>
                    <a:pt x="4392980" y="540645"/>
                  </a:lnTo>
                  <a:lnTo>
                    <a:pt x="4393089" y="540645"/>
                  </a:lnTo>
                  <a:lnTo>
                    <a:pt x="4393197" y="540645"/>
                  </a:lnTo>
                  <a:lnTo>
                    <a:pt x="4393306" y="540645"/>
                  </a:lnTo>
                  <a:lnTo>
                    <a:pt x="4393414" y="540645"/>
                  </a:lnTo>
                  <a:lnTo>
                    <a:pt x="4393523" y="540645"/>
                  </a:lnTo>
                  <a:lnTo>
                    <a:pt x="4393631" y="540645"/>
                  </a:lnTo>
                  <a:lnTo>
                    <a:pt x="4393740" y="540645"/>
                  </a:lnTo>
                  <a:lnTo>
                    <a:pt x="4393848" y="540645"/>
                  </a:lnTo>
                  <a:lnTo>
                    <a:pt x="4393956" y="540645"/>
                  </a:lnTo>
                  <a:lnTo>
                    <a:pt x="4394065" y="540645"/>
                  </a:lnTo>
                  <a:lnTo>
                    <a:pt x="4394173" y="540645"/>
                  </a:lnTo>
                  <a:lnTo>
                    <a:pt x="4394173" y="540022"/>
                  </a:lnTo>
                  <a:lnTo>
                    <a:pt x="4394282" y="540022"/>
                  </a:lnTo>
                  <a:lnTo>
                    <a:pt x="4394390" y="540022"/>
                  </a:lnTo>
                  <a:lnTo>
                    <a:pt x="4394499" y="540022"/>
                  </a:lnTo>
                  <a:lnTo>
                    <a:pt x="4394607" y="540022"/>
                  </a:lnTo>
                  <a:lnTo>
                    <a:pt x="4394716" y="540022"/>
                  </a:lnTo>
                  <a:lnTo>
                    <a:pt x="4394824" y="540022"/>
                  </a:lnTo>
                  <a:lnTo>
                    <a:pt x="4394933" y="540022"/>
                  </a:lnTo>
                  <a:lnTo>
                    <a:pt x="4395041" y="540022"/>
                  </a:lnTo>
                  <a:lnTo>
                    <a:pt x="4395149" y="540022"/>
                  </a:lnTo>
                  <a:lnTo>
                    <a:pt x="4395258" y="540022"/>
                  </a:lnTo>
                  <a:lnTo>
                    <a:pt x="4395366" y="540022"/>
                  </a:lnTo>
                  <a:lnTo>
                    <a:pt x="4395475" y="540022"/>
                  </a:lnTo>
                  <a:lnTo>
                    <a:pt x="4395583" y="540022"/>
                  </a:lnTo>
                  <a:lnTo>
                    <a:pt x="4395692" y="540022"/>
                  </a:lnTo>
                  <a:lnTo>
                    <a:pt x="4395800" y="540022"/>
                  </a:lnTo>
                  <a:lnTo>
                    <a:pt x="4395909" y="540022"/>
                  </a:lnTo>
                  <a:lnTo>
                    <a:pt x="4396017" y="540022"/>
                  </a:lnTo>
                  <a:lnTo>
                    <a:pt x="4396125" y="540022"/>
                  </a:lnTo>
                  <a:lnTo>
                    <a:pt x="4396234" y="540022"/>
                  </a:lnTo>
                  <a:lnTo>
                    <a:pt x="4396342" y="540022"/>
                  </a:lnTo>
                  <a:lnTo>
                    <a:pt x="4396451" y="540022"/>
                  </a:lnTo>
                  <a:lnTo>
                    <a:pt x="4396451" y="539398"/>
                  </a:lnTo>
                  <a:lnTo>
                    <a:pt x="4396559" y="539398"/>
                  </a:lnTo>
                  <a:lnTo>
                    <a:pt x="4396559" y="538775"/>
                  </a:lnTo>
                  <a:lnTo>
                    <a:pt x="4396668" y="538775"/>
                  </a:lnTo>
                  <a:lnTo>
                    <a:pt x="4396776" y="538775"/>
                  </a:lnTo>
                  <a:lnTo>
                    <a:pt x="4396885" y="538775"/>
                  </a:lnTo>
                  <a:lnTo>
                    <a:pt x="4396993" y="538775"/>
                  </a:lnTo>
                  <a:lnTo>
                    <a:pt x="4397101" y="538775"/>
                  </a:lnTo>
                  <a:lnTo>
                    <a:pt x="4397210" y="538775"/>
                  </a:lnTo>
                  <a:lnTo>
                    <a:pt x="4397318" y="538775"/>
                  </a:lnTo>
                  <a:lnTo>
                    <a:pt x="4397427" y="538775"/>
                  </a:lnTo>
                  <a:lnTo>
                    <a:pt x="4397535" y="538775"/>
                  </a:lnTo>
                  <a:lnTo>
                    <a:pt x="4397644" y="538775"/>
                  </a:lnTo>
                  <a:lnTo>
                    <a:pt x="4397752" y="538775"/>
                  </a:lnTo>
                  <a:lnTo>
                    <a:pt x="4397861" y="538775"/>
                  </a:lnTo>
                  <a:lnTo>
                    <a:pt x="4397969" y="538775"/>
                  </a:lnTo>
                  <a:lnTo>
                    <a:pt x="4398077" y="538775"/>
                  </a:lnTo>
                  <a:lnTo>
                    <a:pt x="4398186" y="538775"/>
                  </a:lnTo>
                  <a:lnTo>
                    <a:pt x="4398294" y="538775"/>
                  </a:lnTo>
                  <a:lnTo>
                    <a:pt x="4398403" y="538775"/>
                  </a:lnTo>
                  <a:lnTo>
                    <a:pt x="4398511" y="538775"/>
                  </a:lnTo>
                  <a:lnTo>
                    <a:pt x="4398511" y="538151"/>
                  </a:lnTo>
                  <a:lnTo>
                    <a:pt x="4398620" y="538151"/>
                  </a:lnTo>
                  <a:lnTo>
                    <a:pt x="4398728" y="538151"/>
                  </a:lnTo>
                  <a:lnTo>
                    <a:pt x="4398837" y="538151"/>
                  </a:lnTo>
                  <a:lnTo>
                    <a:pt x="4398945" y="538151"/>
                  </a:lnTo>
                  <a:lnTo>
                    <a:pt x="4399054" y="538151"/>
                  </a:lnTo>
                  <a:lnTo>
                    <a:pt x="4399162" y="538151"/>
                  </a:lnTo>
                  <a:lnTo>
                    <a:pt x="4399270" y="538151"/>
                  </a:lnTo>
                  <a:lnTo>
                    <a:pt x="4399379" y="538151"/>
                  </a:lnTo>
                  <a:lnTo>
                    <a:pt x="4399487" y="538151"/>
                  </a:lnTo>
                  <a:lnTo>
                    <a:pt x="4399596" y="538151"/>
                  </a:lnTo>
                  <a:lnTo>
                    <a:pt x="4399704" y="538151"/>
                  </a:lnTo>
                  <a:lnTo>
                    <a:pt x="4399813" y="538151"/>
                  </a:lnTo>
                  <a:lnTo>
                    <a:pt x="4399921" y="538151"/>
                  </a:lnTo>
                  <a:lnTo>
                    <a:pt x="4400030" y="538151"/>
                  </a:lnTo>
                  <a:lnTo>
                    <a:pt x="4400138" y="538151"/>
                  </a:lnTo>
                  <a:lnTo>
                    <a:pt x="4400246" y="538151"/>
                  </a:lnTo>
                  <a:lnTo>
                    <a:pt x="4400355" y="538151"/>
                  </a:lnTo>
                  <a:lnTo>
                    <a:pt x="4400463" y="538151"/>
                  </a:lnTo>
                  <a:lnTo>
                    <a:pt x="4400572" y="538151"/>
                  </a:lnTo>
                  <a:lnTo>
                    <a:pt x="4400680" y="538151"/>
                  </a:lnTo>
                  <a:lnTo>
                    <a:pt x="4400789" y="538151"/>
                  </a:lnTo>
                  <a:lnTo>
                    <a:pt x="4400897" y="538151"/>
                  </a:lnTo>
                  <a:lnTo>
                    <a:pt x="4401006" y="538151"/>
                  </a:lnTo>
                  <a:lnTo>
                    <a:pt x="4401114" y="538151"/>
                  </a:lnTo>
                  <a:lnTo>
                    <a:pt x="4401222" y="538151"/>
                  </a:lnTo>
                  <a:lnTo>
                    <a:pt x="4401331" y="538151"/>
                  </a:lnTo>
                  <a:lnTo>
                    <a:pt x="4401439" y="538151"/>
                  </a:lnTo>
                  <a:lnTo>
                    <a:pt x="4401548" y="538151"/>
                  </a:lnTo>
                  <a:lnTo>
                    <a:pt x="4401656" y="538151"/>
                  </a:lnTo>
                  <a:lnTo>
                    <a:pt x="4401765" y="538151"/>
                  </a:lnTo>
                  <a:lnTo>
                    <a:pt x="4401873" y="538151"/>
                  </a:lnTo>
                  <a:lnTo>
                    <a:pt x="4401982" y="538151"/>
                  </a:lnTo>
                  <a:lnTo>
                    <a:pt x="4402090" y="538151"/>
                  </a:lnTo>
                  <a:lnTo>
                    <a:pt x="4402198" y="538151"/>
                  </a:lnTo>
                  <a:lnTo>
                    <a:pt x="4402307" y="538151"/>
                  </a:lnTo>
                  <a:lnTo>
                    <a:pt x="4402415" y="538151"/>
                  </a:lnTo>
                  <a:lnTo>
                    <a:pt x="4402524" y="538151"/>
                  </a:lnTo>
                  <a:lnTo>
                    <a:pt x="4402632" y="538151"/>
                  </a:lnTo>
                  <a:lnTo>
                    <a:pt x="4402741" y="538151"/>
                  </a:lnTo>
                  <a:lnTo>
                    <a:pt x="4402849" y="538151"/>
                  </a:lnTo>
                  <a:lnTo>
                    <a:pt x="4402958" y="538151"/>
                  </a:lnTo>
                  <a:lnTo>
                    <a:pt x="4403066" y="538151"/>
                  </a:lnTo>
                  <a:lnTo>
                    <a:pt x="4403175" y="538151"/>
                  </a:lnTo>
                  <a:lnTo>
                    <a:pt x="4403283" y="538151"/>
                  </a:lnTo>
                  <a:lnTo>
                    <a:pt x="4403391" y="538151"/>
                  </a:lnTo>
                  <a:lnTo>
                    <a:pt x="4403500" y="538151"/>
                  </a:lnTo>
                  <a:lnTo>
                    <a:pt x="4403608" y="538151"/>
                  </a:lnTo>
                  <a:lnTo>
                    <a:pt x="4403717" y="538151"/>
                  </a:lnTo>
                  <a:lnTo>
                    <a:pt x="4403825" y="538151"/>
                  </a:lnTo>
                  <a:lnTo>
                    <a:pt x="4403934" y="538151"/>
                  </a:lnTo>
                  <a:lnTo>
                    <a:pt x="4403934" y="537527"/>
                  </a:lnTo>
                  <a:lnTo>
                    <a:pt x="4404042" y="537527"/>
                  </a:lnTo>
                  <a:lnTo>
                    <a:pt x="4404042" y="536904"/>
                  </a:lnTo>
                  <a:lnTo>
                    <a:pt x="4404042" y="536280"/>
                  </a:lnTo>
                  <a:lnTo>
                    <a:pt x="4404151" y="536280"/>
                  </a:lnTo>
                  <a:lnTo>
                    <a:pt x="4404259" y="536280"/>
                  </a:lnTo>
                  <a:lnTo>
                    <a:pt x="4404367" y="536280"/>
                  </a:lnTo>
                  <a:lnTo>
                    <a:pt x="4404476" y="536280"/>
                  </a:lnTo>
                  <a:lnTo>
                    <a:pt x="4404584" y="536280"/>
                  </a:lnTo>
                  <a:lnTo>
                    <a:pt x="4404693" y="536280"/>
                  </a:lnTo>
                  <a:lnTo>
                    <a:pt x="4404801" y="536280"/>
                  </a:lnTo>
                  <a:lnTo>
                    <a:pt x="4404910" y="536280"/>
                  </a:lnTo>
                  <a:lnTo>
                    <a:pt x="4405018" y="536280"/>
                  </a:lnTo>
                  <a:lnTo>
                    <a:pt x="4405127" y="536280"/>
                  </a:lnTo>
                  <a:lnTo>
                    <a:pt x="4405235" y="536280"/>
                  </a:lnTo>
                  <a:lnTo>
                    <a:pt x="4405343" y="536280"/>
                  </a:lnTo>
                  <a:lnTo>
                    <a:pt x="4405452" y="536280"/>
                  </a:lnTo>
                  <a:lnTo>
                    <a:pt x="4405560" y="536280"/>
                  </a:lnTo>
                  <a:lnTo>
                    <a:pt x="4405669" y="536280"/>
                  </a:lnTo>
                  <a:lnTo>
                    <a:pt x="4405777" y="536280"/>
                  </a:lnTo>
                  <a:lnTo>
                    <a:pt x="4405886" y="536280"/>
                  </a:lnTo>
                  <a:lnTo>
                    <a:pt x="4405994" y="536280"/>
                  </a:lnTo>
                  <a:lnTo>
                    <a:pt x="4406103" y="536280"/>
                  </a:lnTo>
                  <a:lnTo>
                    <a:pt x="4406211" y="536280"/>
                  </a:lnTo>
                  <a:lnTo>
                    <a:pt x="4406319" y="536280"/>
                  </a:lnTo>
                  <a:lnTo>
                    <a:pt x="4406428" y="536280"/>
                  </a:lnTo>
                  <a:lnTo>
                    <a:pt x="4406536" y="536280"/>
                  </a:lnTo>
                  <a:lnTo>
                    <a:pt x="4406645" y="536280"/>
                  </a:lnTo>
                  <a:lnTo>
                    <a:pt x="4406753" y="536280"/>
                  </a:lnTo>
                  <a:lnTo>
                    <a:pt x="4406862" y="536280"/>
                  </a:lnTo>
                  <a:lnTo>
                    <a:pt x="4406970" y="536280"/>
                  </a:lnTo>
                  <a:lnTo>
                    <a:pt x="4407079" y="536280"/>
                  </a:lnTo>
                  <a:lnTo>
                    <a:pt x="4407187" y="536280"/>
                  </a:lnTo>
                  <a:lnTo>
                    <a:pt x="4407295" y="536280"/>
                  </a:lnTo>
                  <a:lnTo>
                    <a:pt x="4407404" y="536280"/>
                  </a:lnTo>
                  <a:lnTo>
                    <a:pt x="4407512" y="536280"/>
                  </a:lnTo>
                  <a:lnTo>
                    <a:pt x="4407621" y="536280"/>
                  </a:lnTo>
                  <a:lnTo>
                    <a:pt x="4407729" y="536280"/>
                  </a:lnTo>
                  <a:lnTo>
                    <a:pt x="4407729" y="535657"/>
                  </a:lnTo>
                  <a:lnTo>
                    <a:pt x="4407838" y="535657"/>
                  </a:lnTo>
                  <a:lnTo>
                    <a:pt x="4407946" y="535657"/>
                  </a:lnTo>
                  <a:lnTo>
                    <a:pt x="4408055" y="535657"/>
                  </a:lnTo>
                  <a:lnTo>
                    <a:pt x="4408163" y="535657"/>
                  </a:lnTo>
                  <a:lnTo>
                    <a:pt x="4408272" y="535657"/>
                  </a:lnTo>
                  <a:lnTo>
                    <a:pt x="4408380" y="535657"/>
                  </a:lnTo>
                  <a:lnTo>
                    <a:pt x="4408488" y="535657"/>
                  </a:lnTo>
                  <a:lnTo>
                    <a:pt x="4408597" y="535657"/>
                  </a:lnTo>
                  <a:lnTo>
                    <a:pt x="4408705" y="535657"/>
                  </a:lnTo>
                  <a:lnTo>
                    <a:pt x="4408814" y="535657"/>
                  </a:lnTo>
                  <a:lnTo>
                    <a:pt x="4408922" y="535657"/>
                  </a:lnTo>
                  <a:lnTo>
                    <a:pt x="4409031" y="535657"/>
                  </a:lnTo>
                  <a:lnTo>
                    <a:pt x="4409139" y="535657"/>
                  </a:lnTo>
                  <a:lnTo>
                    <a:pt x="4409248" y="535657"/>
                  </a:lnTo>
                  <a:lnTo>
                    <a:pt x="4409356" y="535657"/>
                  </a:lnTo>
                  <a:lnTo>
                    <a:pt x="4409356" y="535033"/>
                  </a:lnTo>
                  <a:lnTo>
                    <a:pt x="4409464" y="535033"/>
                  </a:lnTo>
                  <a:lnTo>
                    <a:pt x="4409573" y="535033"/>
                  </a:lnTo>
                  <a:lnTo>
                    <a:pt x="4409681" y="535033"/>
                  </a:lnTo>
                  <a:lnTo>
                    <a:pt x="4409790" y="535033"/>
                  </a:lnTo>
                  <a:lnTo>
                    <a:pt x="4409898" y="535033"/>
                  </a:lnTo>
                  <a:lnTo>
                    <a:pt x="4410007" y="535033"/>
                  </a:lnTo>
                  <a:lnTo>
                    <a:pt x="4410115" y="535033"/>
                  </a:lnTo>
                  <a:lnTo>
                    <a:pt x="4410224" y="535033"/>
                  </a:lnTo>
                  <a:lnTo>
                    <a:pt x="4410332" y="535033"/>
                  </a:lnTo>
                  <a:lnTo>
                    <a:pt x="4410440" y="535033"/>
                  </a:lnTo>
                  <a:lnTo>
                    <a:pt x="4410549" y="535033"/>
                  </a:lnTo>
                  <a:lnTo>
                    <a:pt x="4410657" y="535033"/>
                  </a:lnTo>
                  <a:lnTo>
                    <a:pt x="4410766" y="535033"/>
                  </a:lnTo>
                  <a:lnTo>
                    <a:pt x="4410874" y="535033"/>
                  </a:lnTo>
                  <a:lnTo>
                    <a:pt x="4410983" y="535033"/>
                  </a:lnTo>
                  <a:lnTo>
                    <a:pt x="4411091" y="535033"/>
                  </a:lnTo>
                  <a:lnTo>
                    <a:pt x="4411200" y="535033"/>
                  </a:lnTo>
                  <a:lnTo>
                    <a:pt x="4411200" y="534410"/>
                  </a:lnTo>
                  <a:lnTo>
                    <a:pt x="4411308" y="534410"/>
                  </a:lnTo>
                  <a:lnTo>
                    <a:pt x="4411416" y="534410"/>
                  </a:lnTo>
                  <a:lnTo>
                    <a:pt x="4411525" y="534410"/>
                  </a:lnTo>
                  <a:lnTo>
                    <a:pt x="4411633" y="534410"/>
                  </a:lnTo>
                  <a:lnTo>
                    <a:pt x="4411742" y="534410"/>
                  </a:lnTo>
                  <a:lnTo>
                    <a:pt x="4411850" y="534410"/>
                  </a:lnTo>
                  <a:lnTo>
                    <a:pt x="4411959" y="534410"/>
                  </a:lnTo>
                  <a:lnTo>
                    <a:pt x="4412067" y="534410"/>
                  </a:lnTo>
                  <a:lnTo>
                    <a:pt x="4412176" y="534410"/>
                  </a:lnTo>
                  <a:lnTo>
                    <a:pt x="4412284" y="534410"/>
                  </a:lnTo>
                  <a:lnTo>
                    <a:pt x="4412393" y="534410"/>
                  </a:lnTo>
                  <a:lnTo>
                    <a:pt x="4412501" y="534410"/>
                  </a:lnTo>
                  <a:lnTo>
                    <a:pt x="4412609" y="534410"/>
                  </a:lnTo>
                  <a:lnTo>
                    <a:pt x="4412718" y="534410"/>
                  </a:lnTo>
                  <a:lnTo>
                    <a:pt x="4412826" y="534410"/>
                  </a:lnTo>
                  <a:lnTo>
                    <a:pt x="4412826" y="533786"/>
                  </a:lnTo>
                  <a:lnTo>
                    <a:pt x="4412935" y="533786"/>
                  </a:lnTo>
                  <a:lnTo>
                    <a:pt x="4413043" y="533786"/>
                  </a:lnTo>
                  <a:lnTo>
                    <a:pt x="4413152" y="533786"/>
                  </a:lnTo>
                  <a:lnTo>
                    <a:pt x="4413260" y="533786"/>
                  </a:lnTo>
                  <a:lnTo>
                    <a:pt x="4413369" y="533786"/>
                  </a:lnTo>
                  <a:lnTo>
                    <a:pt x="4413477" y="533786"/>
                  </a:lnTo>
                  <a:lnTo>
                    <a:pt x="4413585" y="533786"/>
                  </a:lnTo>
                  <a:lnTo>
                    <a:pt x="4413694" y="533786"/>
                  </a:lnTo>
                  <a:lnTo>
                    <a:pt x="4413802" y="533786"/>
                  </a:lnTo>
                  <a:lnTo>
                    <a:pt x="4413911" y="533786"/>
                  </a:lnTo>
                  <a:lnTo>
                    <a:pt x="4414019" y="533786"/>
                  </a:lnTo>
                  <a:lnTo>
                    <a:pt x="4414128" y="533786"/>
                  </a:lnTo>
                  <a:lnTo>
                    <a:pt x="4414236" y="533786"/>
                  </a:lnTo>
                  <a:lnTo>
                    <a:pt x="4414236" y="533162"/>
                  </a:lnTo>
                  <a:lnTo>
                    <a:pt x="4414345" y="533162"/>
                  </a:lnTo>
                  <a:lnTo>
                    <a:pt x="4414453" y="533162"/>
                  </a:lnTo>
                  <a:lnTo>
                    <a:pt x="4414561" y="533162"/>
                  </a:lnTo>
                  <a:lnTo>
                    <a:pt x="4414670" y="533162"/>
                  </a:lnTo>
                  <a:lnTo>
                    <a:pt x="4414778" y="533162"/>
                  </a:lnTo>
                  <a:lnTo>
                    <a:pt x="4414887" y="533162"/>
                  </a:lnTo>
                  <a:lnTo>
                    <a:pt x="4414995" y="533162"/>
                  </a:lnTo>
                  <a:lnTo>
                    <a:pt x="4415104" y="533162"/>
                  </a:lnTo>
                  <a:lnTo>
                    <a:pt x="4415212" y="533162"/>
                  </a:lnTo>
                  <a:lnTo>
                    <a:pt x="4415321" y="533162"/>
                  </a:lnTo>
                  <a:lnTo>
                    <a:pt x="4415429" y="533162"/>
                  </a:lnTo>
                  <a:lnTo>
                    <a:pt x="4415537" y="533162"/>
                  </a:lnTo>
                  <a:lnTo>
                    <a:pt x="4415646" y="533162"/>
                  </a:lnTo>
                  <a:lnTo>
                    <a:pt x="4415754" y="533162"/>
                  </a:lnTo>
                  <a:lnTo>
                    <a:pt x="4415863" y="533162"/>
                  </a:lnTo>
                  <a:lnTo>
                    <a:pt x="4415971" y="533162"/>
                  </a:lnTo>
                  <a:lnTo>
                    <a:pt x="4416080" y="533162"/>
                  </a:lnTo>
                  <a:lnTo>
                    <a:pt x="4416188" y="533162"/>
                  </a:lnTo>
                  <a:lnTo>
                    <a:pt x="4416297" y="533162"/>
                  </a:lnTo>
                  <a:lnTo>
                    <a:pt x="4416405" y="533162"/>
                  </a:lnTo>
                  <a:lnTo>
                    <a:pt x="4416514" y="533162"/>
                  </a:lnTo>
                  <a:lnTo>
                    <a:pt x="4416622" y="533162"/>
                  </a:lnTo>
                  <a:lnTo>
                    <a:pt x="4416730" y="533162"/>
                  </a:lnTo>
                  <a:lnTo>
                    <a:pt x="4416839" y="533162"/>
                  </a:lnTo>
                  <a:lnTo>
                    <a:pt x="4416947" y="533162"/>
                  </a:lnTo>
                  <a:lnTo>
                    <a:pt x="4417056" y="533162"/>
                  </a:lnTo>
                  <a:lnTo>
                    <a:pt x="4417164" y="533162"/>
                  </a:lnTo>
                  <a:lnTo>
                    <a:pt x="4417273" y="533162"/>
                  </a:lnTo>
                  <a:lnTo>
                    <a:pt x="4417381" y="533162"/>
                  </a:lnTo>
                  <a:lnTo>
                    <a:pt x="4417490" y="533162"/>
                  </a:lnTo>
                  <a:lnTo>
                    <a:pt x="4417598" y="533162"/>
                  </a:lnTo>
                  <a:lnTo>
                    <a:pt x="4417706" y="533162"/>
                  </a:lnTo>
                  <a:lnTo>
                    <a:pt x="4417706" y="532539"/>
                  </a:lnTo>
                  <a:lnTo>
                    <a:pt x="4417815" y="532539"/>
                  </a:lnTo>
                  <a:lnTo>
                    <a:pt x="4417923" y="532539"/>
                  </a:lnTo>
                  <a:lnTo>
                    <a:pt x="4418032" y="532539"/>
                  </a:lnTo>
                  <a:lnTo>
                    <a:pt x="4418140" y="532539"/>
                  </a:lnTo>
                  <a:lnTo>
                    <a:pt x="4418140" y="531915"/>
                  </a:lnTo>
                  <a:lnTo>
                    <a:pt x="4418249" y="531915"/>
                  </a:lnTo>
                  <a:lnTo>
                    <a:pt x="4418357" y="531915"/>
                  </a:lnTo>
                  <a:lnTo>
                    <a:pt x="4418466" y="531915"/>
                  </a:lnTo>
                  <a:lnTo>
                    <a:pt x="4418574" y="531915"/>
                  </a:lnTo>
                  <a:lnTo>
                    <a:pt x="4418682" y="531915"/>
                  </a:lnTo>
                  <a:lnTo>
                    <a:pt x="4418791" y="531915"/>
                  </a:lnTo>
                  <a:lnTo>
                    <a:pt x="4418899" y="531915"/>
                  </a:lnTo>
                  <a:lnTo>
                    <a:pt x="4419008" y="531915"/>
                  </a:lnTo>
                  <a:lnTo>
                    <a:pt x="4419116" y="531915"/>
                  </a:lnTo>
                  <a:lnTo>
                    <a:pt x="4419116" y="531292"/>
                  </a:lnTo>
                  <a:lnTo>
                    <a:pt x="4419116" y="530668"/>
                  </a:lnTo>
                  <a:lnTo>
                    <a:pt x="4419225" y="530668"/>
                  </a:lnTo>
                  <a:lnTo>
                    <a:pt x="4419333" y="530668"/>
                  </a:lnTo>
                  <a:lnTo>
                    <a:pt x="4419442" y="530668"/>
                  </a:lnTo>
                  <a:lnTo>
                    <a:pt x="4419550" y="530668"/>
                  </a:lnTo>
                  <a:lnTo>
                    <a:pt x="4419658" y="530668"/>
                  </a:lnTo>
                  <a:lnTo>
                    <a:pt x="4419767" y="530668"/>
                  </a:lnTo>
                  <a:lnTo>
                    <a:pt x="4419875" y="530668"/>
                  </a:lnTo>
                  <a:lnTo>
                    <a:pt x="4419984" y="530668"/>
                  </a:lnTo>
                  <a:lnTo>
                    <a:pt x="4420092" y="530668"/>
                  </a:lnTo>
                  <a:lnTo>
                    <a:pt x="4420201" y="530668"/>
                  </a:lnTo>
                  <a:lnTo>
                    <a:pt x="4420309" y="530668"/>
                  </a:lnTo>
                  <a:lnTo>
                    <a:pt x="4420418" y="530668"/>
                  </a:lnTo>
                  <a:lnTo>
                    <a:pt x="4420526" y="530668"/>
                  </a:lnTo>
                  <a:lnTo>
                    <a:pt x="4420635" y="530668"/>
                  </a:lnTo>
                  <a:lnTo>
                    <a:pt x="4420743" y="530668"/>
                  </a:lnTo>
                  <a:lnTo>
                    <a:pt x="4420851" y="530668"/>
                  </a:lnTo>
                  <a:lnTo>
                    <a:pt x="4420960" y="530668"/>
                  </a:lnTo>
                  <a:lnTo>
                    <a:pt x="4421068" y="530668"/>
                  </a:lnTo>
                  <a:lnTo>
                    <a:pt x="4421068" y="530044"/>
                  </a:lnTo>
                  <a:lnTo>
                    <a:pt x="4421177" y="530044"/>
                  </a:lnTo>
                  <a:lnTo>
                    <a:pt x="4421177" y="529421"/>
                  </a:lnTo>
                  <a:lnTo>
                    <a:pt x="4421285" y="529421"/>
                  </a:lnTo>
                  <a:lnTo>
                    <a:pt x="4421394" y="529421"/>
                  </a:lnTo>
                  <a:lnTo>
                    <a:pt x="4421502" y="529421"/>
                  </a:lnTo>
                  <a:lnTo>
                    <a:pt x="4421611" y="529421"/>
                  </a:lnTo>
                  <a:lnTo>
                    <a:pt x="4421611" y="528797"/>
                  </a:lnTo>
                  <a:lnTo>
                    <a:pt x="4421719" y="528797"/>
                  </a:lnTo>
                  <a:lnTo>
                    <a:pt x="4421827" y="528797"/>
                  </a:lnTo>
                  <a:lnTo>
                    <a:pt x="4421936" y="528797"/>
                  </a:lnTo>
                  <a:lnTo>
                    <a:pt x="4422044" y="528797"/>
                  </a:lnTo>
                  <a:lnTo>
                    <a:pt x="4422153" y="528797"/>
                  </a:lnTo>
                  <a:lnTo>
                    <a:pt x="4422261" y="528797"/>
                  </a:lnTo>
                  <a:lnTo>
                    <a:pt x="4422370" y="528797"/>
                  </a:lnTo>
                  <a:lnTo>
                    <a:pt x="4422478" y="528797"/>
                  </a:lnTo>
                  <a:lnTo>
                    <a:pt x="4422587" y="528797"/>
                  </a:lnTo>
                  <a:lnTo>
                    <a:pt x="4422695" y="528797"/>
                  </a:lnTo>
                  <a:lnTo>
                    <a:pt x="4422803" y="528797"/>
                  </a:lnTo>
                  <a:lnTo>
                    <a:pt x="4422912" y="528797"/>
                  </a:lnTo>
                  <a:lnTo>
                    <a:pt x="4423020" y="528797"/>
                  </a:lnTo>
                  <a:lnTo>
                    <a:pt x="4423129" y="528797"/>
                  </a:lnTo>
                  <a:lnTo>
                    <a:pt x="4423237" y="528797"/>
                  </a:lnTo>
                  <a:lnTo>
                    <a:pt x="4423346" y="528797"/>
                  </a:lnTo>
                  <a:lnTo>
                    <a:pt x="4423454" y="528797"/>
                  </a:lnTo>
                  <a:lnTo>
                    <a:pt x="4423563" y="528797"/>
                  </a:lnTo>
                  <a:lnTo>
                    <a:pt x="4423671" y="528797"/>
                  </a:lnTo>
                  <a:lnTo>
                    <a:pt x="4423779" y="528797"/>
                  </a:lnTo>
                  <a:lnTo>
                    <a:pt x="4423888" y="528797"/>
                  </a:lnTo>
                  <a:lnTo>
                    <a:pt x="4423996" y="528797"/>
                  </a:lnTo>
                  <a:lnTo>
                    <a:pt x="4424105" y="528797"/>
                  </a:lnTo>
                  <a:lnTo>
                    <a:pt x="4424213" y="528797"/>
                  </a:lnTo>
                  <a:lnTo>
                    <a:pt x="4424322" y="528797"/>
                  </a:lnTo>
                  <a:lnTo>
                    <a:pt x="4424322" y="528174"/>
                  </a:lnTo>
                  <a:lnTo>
                    <a:pt x="4424430" y="528174"/>
                  </a:lnTo>
                  <a:lnTo>
                    <a:pt x="4424539" y="528174"/>
                  </a:lnTo>
                  <a:lnTo>
                    <a:pt x="4424647" y="528174"/>
                  </a:lnTo>
                  <a:lnTo>
                    <a:pt x="4424756" y="528174"/>
                  </a:lnTo>
                  <a:lnTo>
                    <a:pt x="4424864" y="528174"/>
                  </a:lnTo>
                  <a:lnTo>
                    <a:pt x="4424972" y="528174"/>
                  </a:lnTo>
                  <a:lnTo>
                    <a:pt x="4424972" y="527550"/>
                  </a:lnTo>
                  <a:lnTo>
                    <a:pt x="4425081" y="527550"/>
                  </a:lnTo>
                  <a:lnTo>
                    <a:pt x="4425189" y="527550"/>
                  </a:lnTo>
                  <a:lnTo>
                    <a:pt x="4425298" y="527550"/>
                  </a:lnTo>
                  <a:lnTo>
                    <a:pt x="4425406" y="527550"/>
                  </a:lnTo>
                  <a:lnTo>
                    <a:pt x="4425515" y="527550"/>
                  </a:lnTo>
                  <a:lnTo>
                    <a:pt x="4425623" y="527550"/>
                  </a:lnTo>
                  <a:lnTo>
                    <a:pt x="4425732" y="527550"/>
                  </a:lnTo>
                  <a:lnTo>
                    <a:pt x="4425840" y="527550"/>
                  </a:lnTo>
                  <a:lnTo>
                    <a:pt x="4425948" y="527550"/>
                  </a:lnTo>
                  <a:lnTo>
                    <a:pt x="4426057" y="527550"/>
                  </a:lnTo>
                  <a:lnTo>
                    <a:pt x="4426165" y="527550"/>
                  </a:lnTo>
                  <a:lnTo>
                    <a:pt x="4426274" y="527550"/>
                  </a:lnTo>
                  <a:lnTo>
                    <a:pt x="4426382" y="527550"/>
                  </a:lnTo>
                  <a:lnTo>
                    <a:pt x="4426491" y="527550"/>
                  </a:lnTo>
                  <a:lnTo>
                    <a:pt x="4426599" y="527550"/>
                  </a:lnTo>
                  <a:lnTo>
                    <a:pt x="4426599" y="526927"/>
                  </a:lnTo>
                  <a:lnTo>
                    <a:pt x="4426708" y="526927"/>
                  </a:lnTo>
                  <a:lnTo>
                    <a:pt x="4426816" y="526927"/>
                  </a:lnTo>
                  <a:lnTo>
                    <a:pt x="4426924" y="526927"/>
                  </a:lnTo>
                  <a:lnTo>
                    <a:pt x="4427033" y="526927"/>
                  </a:lnTo>
                  <a:lnTo>
                    <a:pt x="4427033" y="526303"/>
                  </a:lnTo>
                  <a:lnTo>
                    <a:pt x="4427141" y="526303"/>
                  </a:lnTo>
                  <a:lnTo>
                    <a:pt x="4427250" y="526303"/>
                  </a:lnTo>
                  <a:lnTo>
                    <a:pt x="4427358" y="526303"/>
                  </a:lnTo>
                  <a:lnTo>
                    <a:pt x="4427467" y="526303"/>
                  </a:lnTo>
                  <a:lnTo>
                    <a:pt x="4427575" y="526303"/>
                  </a:lnTo>
                  <a:lnTo>
                    <a:pt x="4427684" y="526303"/>
                  </a:lnTo>
                  <a:lnTo>
                    <a:pt x="4427792" y="526303"/>
                  </a:lnTo>
                  <a:lnTo>
                    <a:pt x="4427900" y="526303"/>
                  </a:lnTo>
                  <a:lnTo>
                    <a:pt x="4428009" y="526303"/>
                  </a:lnTo>
                  <a:lnTo>
                    <a:pt x="4428117" y="526303"/>
                  </a:lnTo>
                  <a:lnTo>
                    <a:pt x="4428226" y="526303"/>
                  </a:lnTo>
                  <a:lnTo>
                    <a:pt x="4428226" y="525679"/>
                  </a:lnTo>
                  <a:lnTo>
                    <a:pt x="4428334" y="525679"/>
                  </a:lnTo>
                  <a:lnTo>
                    <a:pt x="4428443" y="525679"/>
                  </a:lnTo>
                  <a:lnTo>
                    <a:pt x="4428551" y="525679"/>
                  </a:lnTo>
                  <a:lnTo>
                    <a:pt x="4428660" y="525679"/>
                  </a:lnTo>
                  <a:lnTo>
                    <a:pt x="4428768" y="525679"/>
                  </a:lnTo>
                  <a:lnTo>
                    <a:pt x="4428877" y="525679"/>
                  </a:lnTo>
                  <a:lnTo>
                    <a:pt x="4428985" y="525679"/>
                  </a:lnTo>
                  <a:lnTo>
                    <a:pt x="4429093" y="525679"/>
                  </a:lnTo>
                  <a:lnTo>
                    <a:pt x="4429202" y="525679"/>
                  </a:lnTo>
                  <a:lnTo>
                    <a:pt x="4429310" y="525679"/>
                  </a:lnTo>
                  <a:lnTo>
                    <a:pt x="4429419" y="525679"/>
                  </a:lnTo>
                  <a:lnTo>
                    <a:pt x="4429527" y="525679"/>
                  </a:lnTo>
                  <a:lnTo>
                    <a:pt x="4429636" y="525679"/>
                  </a:lnTo>
                  <a:lnTo>
                    <a:pt x="4429744" y="525679"/>
                  </a:lnTo>
                  <a:lnTo>
                    <a:pt x="4429853" y="525679"/>
                  </a:lnTo>
                  <a:lnTo>
                    <a:pt x="4429961" y="525679"/>
                  </a:lnTo>
                  <a:lnTo>
                    <a:pt x="4430069" y="525679"/>
                  </a:lnTo>
                  <a:lnTo>
                    <a:pt x="4430178" y="525679"/>
                  </a:lnTo>
                  <a:lnTo>
                    <a:pt x="4430178" y="525056"/>
                  </a:lnTo>
                  <a:lnTo>
                    <a:pt x="4430286" y="525056"/>
                  </a:lnTo>
                  <a:lnTo>
                    <a:pt x="4430395" y="525056"/>
                  </a:lnTo>
                  <a:lnTo>
                    <a:pt x="4430503" y="525056"/>
                  </a:lnTo>
                  <a:lnTo>
                    <a:pt x="4430612" y="525056"/>
                  </a:lnTo>
                  <a:lnTo>
                    <a:pt x="4430720" y="525056"/>
                  </a:lnTo>
                  <a:lnTo>
                    <a:pt x="4430829" y="525056"/>
                  </a:lnTo>
                  <a:lnTo>
                    <a:pt x="4430937" y="525056"/>
                  </a:lnTo>
                  <a:lnTo>
                    <a:pt x="4431045" y="525056"/>
                  </a:lnTo>
                  <a:lnTo>
                    <a:pt x="4431154" y="525056"/>
                  </a:lnTo>
                  <a:lnTo>
                    <a:pt x="4431262" y="525056"/>
                  </a:lnTo>
                  <a:lnTo>
                    <a:pt x="4431371" y="525056"/>
                  </a:lnTo>
                  <a:lnTo>
                    <a:pt x="4431479" y="525056"/>
                  </a:lnTo>
                  <a:lnTo>
                    <a:pt x="4431588" y="525056"/>
                  </a:lnTo>
                  <a:lnTo>
                    <a:pt x="4431696" y="525056"/>
                  </a:lnTo>
                  <a:lnTo>
                    <a:pt x="4431805" y="525056"/>
                  </a:lnTo>
                  <a:lnTo>
                    <a:pt x="4431913" y="525056"/>
                  </a:lnTo>
                  <a:lnTo>
                    <a:pt x="4431913" y="524432"/>
                  </a:lnTo>
                  <a:lnTo>
                    <a:pt x="4432021" y="524432"/>
                  </a:lnTo>
                  <a:lnTo>
                    <a:pt x="4432130" y="524432"/>
                  </a:lnTo>
                  <a:lnTo>
                    <a:pt x="4432238" y="524432"/>
                  </a:lnTo>
                  <a:lnTo>
                    <a:pt x="4432347" y="524432"/>
                  </a:lnTo>
                  <a:lnTo>
                    <a:pt x="4432455" y="524432"/>
                  </a:lnTo>
                  <a:lnTo>
                    <a:pt x="4432564" y="524432"/>
                  </a:lnTo>
                  <a:lnTo>
                    <a:pt x="4432672" y="524432"/>
                  </a:lnTo>
                  <a:lnTo>
                    <a:pt x="4432781" y="524432"/>
                  </a:lnTo>
                  <a:lnTo>
                    <a:pt x="4432889" y="524432"/>
                  </a:lnTo>
                  <a:lnTo>
                    <a:pt x="4432997" y="524432"/>
                  </a:lnTo>
                  <a:lnTo>
                    <a:pt x="4433106" y="524432"/>
                  </a:lnTo>
                  <a:lnTo>
                    <a:pt x="4433214" y="524432"/>
                  </a:lnTo>
                  <a:lnTo>
                    <a:pt x="4433323" y="524432"/>
                  </a:lnTo>
                  <a:lnTo>
                    <a:pt x="4433431" y="524432"/>
                  </a:lnTo>
                  <a:lnTo>
                    <a:pt x="4433540" y="524432"/>
                  </a:lnTo>
                  <a:lnTo>
                    <a:pt x="4433648" y="524432"/>
                  </a:lnTo>
                  <a:lnTo>
                    <a:pt x="4433757" y="524432"/>
                  </a:lnTo>
                  <a:lnTo>
                    <a:pt x="4433865" y="524432"/>
                  </a:lnTo>
                  <a:lnTo>
                    <a:pt x="4433974" y="524432"/>
                  </a:lnTo>
                  <a:lnTo>
                    <a:pt x="4434082" y="524432"/>
                  </a:lnTo>
                  <a:lnTo>
                    <a:pt x="4434190" y="524432"/>
                  </a:lnTo>
                  <a:lnTo>
                    <a:pt x="4434299" y="524432"/>
                  </a:lnTo>
                  <a:lnTo>
                    <a:pt x="4434299" y="523809"/>
                  </a:lnTo>
                  <a:lnTo>
                    <a:pt x="4434299" y="523185"/>
                  </a:lnTo>
                  <a:lnTo>
                    <a:pt x="4434407" y="523185"/>
                  </a:lnTo>
                  <a:lnTo>
                    <a:pt x="4434516" y="523185"/>
                  </a:lnTo>
                  <a:lnTo>
                    <a:pt x="4434624" y="523185"/>
                  </a:lnTo>
                  <a:lnTo>
                    <a:pt x="4434733" y="523185"/>
                  </a:lnTo>
                  <a:lnTo>
                    <a:pt x="4434841" y="523185"/>
                  </a:lnTo>
                  <a:lnTo>
                    <a:pt x="4434950" y="523185"/>
                  </a:lnTo>
                  <a:lnTo>
                    <a:pt x="4435058" y="523185"/>
                  </a:lnTo>
                  <a:lnTo>
                    <a:pt x="4435166" y="523185"/>
                  </a:lnTo>
                  <a:lnTo>
                    <a:pt x="4435275" y="523185"/>
                  </a:lnTo>
                  <a:lnTo>
                    <a:pt x="4435383" y="523185"/>
                  </a:lnTo>
                  <a:lnTo>
                    <a:pt x="4435492" y="523185"/>
                  </a:lnTo>
                  <a:lnTo>
                    <a:pt x="4435600" y="523185"/>
                  </a:lnTo>
                  <a:lnTo>
                    <a:pt x="4435709" y="523185"/>
                  </a:lnTo>
                  <a:lnTo>
                    <a:pt x="4435817" y="523185"/>
                  </a:lnTo>
                  <a:lnTo>
                    <a:pt x="4435817" y="522561"/>
                  </a:lnTo>
                  <a:lnTo>
                    <a:pt x="4435926" y="522561"/>
                  </a:lnTo>
                  <a:lnTo>
                    <a:pt x="4436034" y="522561"/>
                  </a:lnTo>
                  <a:lnTo>
                    <a:pt x="4436142" y="522561"/>
                  </a:lnTo>
                  <a:lnTo>
                    <a:pt x="4436251" y="522561"/>
                  </a:lnTo>
                  <a:lnTo>
                    <a:pt x="4436359" y="522561"/>
                  </a:lnTo>
                  <a:lnTo>
                    <a:pt x="4436468" y="522561"/>
                  </a:lnTo>
                  <a:lnTo>
                    <a:pt x="4436576" y="522561"/>
                  </a:lnTo>
                  <a:lnTo>
                    <a:pt x="4436685" y="522561"/>
                  </a:lnTo>
                  <a:lnTo>
                    <a:pt x="4436793" y="522561"/>
                  </a:lnTo>
                  <a:lnTo>
                    <a:pt x="4436902" y="522561"/>
                  </a:lnTo>
                  <a:lnTo>
                    <a:pt x="4437010" y="522561"/>
                  </a:lnTo>
                  <a:lnTo>
                    <a:pt x="4437118" y="522561"/>
                  </a:lnTo>
                  <a:lnTo>
                    <a:pt x="4437227" y="522561"/>
                  </a:lnTo>
                  <a:lnTo>
                    <a:pt x="4437335" y="522561"/>
                  </a:lnTo>
                  <a:lnTo>
                    <a:pt x="4437444" y="522561"/>
                  </a:lnTo>
                  <a:lnTo>
                    <a:pt x="4437552" y="522561"/>
                  </a:lnTo>
                  <a:lnTo>
                    <a:pt x="4437552" y="521938"/>
                  </a:lnTo>
                  <a:lnTo>
                    <a:pt x="4437661" y="521938"/>
                  </a:lnTo>
                  <a:lnTo>
                    <a:pt x="4437769" y="521938"/>
                  </a:lnTo>
                  <a:lnTo>
                    <a:pt x="4437878" y="521938"/>
                  </a:lnTo>
                  <a:lnTo>
                    <a:pt x="4437986" y="521938"/>
                  </a:lnTo>
                  <a:lnTo>
                    <a:pt x="4438095" y="521938"/>
                  </a:lnTo>
                  <a:lnTo>
                    <a:pt x="4438203" y="521938"/>
                  </a:lnTo>
                  <a:lnTo>
                    <a:pt x="4438311" y="521938"/>
                  </a:lnTo>
                  <a:lnTo>
                    <a:pt x="4438420" y="521938"/>
                  </a:lnTo>
                  <a:lnTo>
                    <a:pt x="4438528" y="521938"/>
                  </a:lnTo>
                  <a:lnTo>
                    <a:pt x="4438528" y="521314"/>
                  </a:lnTo>
                  <a:lnTo>
                    <a:pt x="4438637" y="521314"/>
                  </a:lnTo>
                  <a:lnTo>
                    <a:pt x="4438745" y="521314"/>
                  </a:lnTo>
                  <a:lnTo>
                    <a:pt x="4438854" y="521314"/>
                  </a:lnTo>
                  <a:lnTo>
                    <a:pt x="4438962" y="521314"/>
                  </a:lnTo>
                  <a:lnTo>
                    <a:pt x="4439071" y="521314"/>
                  </a:lnTo>
                  <a:lnTo>
                    <a:pt x="4439179" y="521314"/>
                  </a:lnTo>
                  <a:lnTo>
                    <a:pt x="4439179" y="520691"/>
                  </a:lnTo>
                  <a:lnTo>
                    <a:pt x="4439287" y="520691"/>
                  </a:lnTo>
                  <a:lnTo>
                    <a:pt x="4439396" y="520691"/>
                  </a:lnTo>
                  <a:lnTo>
                    <a:pt x="4439504" y="520691"/>
                  </a:lnTo>
                  <a:lnTo>
                    <a:pt x="4439613" y="520691"/>
                  </a:lnTo>
                  <a:lnTo>
                    <a:pt x="4439721" y="520691"/>
                  </a:lnTo>
                  <a:lnTo>
                    <a:pt x="4439830" y="520691"/>
                  </a:lnTo>
                  <a:lnTo>
                    <a:pt x="4439938" y="520691"/>
                  </a:lnTo>
                  <a:lnTo>
                    <a:pt x="4440047" y="520691"/>
                  </a:lnTo>
                  <a:lnTo>
                    <a:pt x="4440155" y="520691"/>
                  </a:lnTo>
                  <a:lnTo>
                    <a:pt x="4440263" y="520691"/>
                  </a:lnTo>
                  <a:lnTo>
                    <a:pt x="4440372" y="520691"/>
                  </a:lnTo>
                  <a:lnTo>
                    <a:pt x="4440480" y="520691"/>
                  </a:lnTo>
                  <a:lnTo>
                    <a:pt x="4440589" y="520691"/>
                  </a:lnTo>
                  <a:lnTo>
                    <a:pt x="4440697" y="520691"/>
                  </a:lnTo>
                  <a:lnTo>
                    <a:pt x="4440806" y="520691"/>
                  </a:lnTo>
                  <a:lnTo>
                    <a:pt x="4440914" y="520691"/>
                  </a:lnTo>
                  <a:lnTo>
                    <a:pt x="4441023" y="520691"/>
                  </a:lnTo>
                  <a:lnTo>
                    <a:pt x="4441131" y="520691"/>
                  </a:lnTo>
                  <a:lnTo>
                    <a:pt x="4441239" y="520691"/>
                  </a:lnTo>
                  <a:lnTo>
                    <a:pt x="4441348" y="520691"/>
                  </a:lnTo>
                  <a:lnTo>
                    <a:pt x="4441456" y="520691"/>
                  </a:lnTo>
                  <a:lnTo>
                    <a:pt x="4441565" y="520691"/>
                  </a:lnTo>
                  <a:lnTo>
                    <a:pt x="4441673" y="520691"/>
                  </a:lnTo>
                  <a:lnTo>
                    <a:pt x="4441782" y="520691"/>
                  </a:lnTo>
                  <a:lnTo>
                    <a:pt x="4441890" y="520691"/>
                  </a:lnTo>
                  <a:lnTo>
                    <a:pt x="4441999" y="520691"/>
                  </a:lnTo>
                  <a:lnTo>
                    <a:pt x="4442107" y="520691"/>
                  </a:lnTo>
                  <a:lnTo>
                    <a:pt x="4442216" y="520691"/>
                  </a:lnTo>
                  <a:lnTo>
                    <a:pt x="4442324" y="520691"/>
                  </a:lnTo>
                  <a:lnTo>
                    <a:pt x="4442432" y="520691"/>
                  </a:lnTo>
                  <a:lnTo>
                    <a:pt x="4442432" y="520067"/>
                  </a:lnTo>
                  <a:lnTo>
                    <a:pt x="4442541" y="520067"/>
                  </a:lnTo>
                  <a:lnTo>
                    <a:pt x="4442649" y="520067"/>
                  </a:lnTo>
                  <a:lnTo>
                    <a:pt x="4442649" y="519444"/>
                  </a:lnTo>
                  <a:lnTo>
                    <a:pt x="4442758" y="519444"/>
                  </a:lnTo>
                  <a:lnTo>
                    <a:pt x="4442866" y="519444"/>
                  </a:lnTo>
                  <a:lnTo>
                    <a:pt x="4442975" y="519444"/>
                  </a:lnTo>
                  <a:lnTo>
                    <a:pt x="4443083" y="519444"/>
                  </a:lnTo>
                  <a:lnTo>
                    <a:pt x="4443192" y="519444"/>
                  </a:lnTo>
                  <a:lnTo>
                    <a:pt x="4443300" y="519444"/>
                  </a:lnTo>
                  <a:lnTo>
                    <a:pt x="4443408" y="519444"/>
                  </a:lnTo>
                  <a:lnTo>
                    <a:pt x="4443517" y="519444"/>
                  </a:lnTo>
                  <a:lnTo>
                    <a:pt x="4443625" y="519444"/>
                  </a:lnTo>
                  <a:lnTo>
                    <a:pt x="4443625" y="518820"/>
                  </a:lnTo>
                  <a:lnTo>
                    <a:pt x="4443734" y="518820"/>
                  </a:lnTo>
                  <a:lnTo>
                    <a:pt x="4443842" y="518820"/>
                  </a:lnTo>
                  <a:lnTo>
                    <a:pt x="4443951" y="518820"/>
                  </a:lnTo>
                  <a:lnTo>
                    <a:pt x="4444059" y="518820"/>
                  </a:lnTo>
                  <a:lnTo>
                    <a:pt x="4444168" y="518820"/>
                  </a:lnTo>
                  <a:lnTo>
                    <a:pt x="4444276" y="518820"/>
                  </a:lnTo>
                  <a:lnTo>
                    <a:pt x="4444384" y="518820"/>
                  </a:lnTo>
                  <a:lnTo>
                    <a:pt x="4444493" y="518820"/>
                  </a:lnTo>
                  <a:lnTo>
                    <a:pt x="4444601" y="518820"/>
                  </a:lnTo>
                  <a:lnTo>
                    <a:pt x="4444710" y="518820"/>
                  </a:lnTo>
                  <a:lnTo>
                    <a:pt x="4444710" y="518196"/>
                  </a:lnTo>
                  <a:lnTo>
                    <a:pt x="4444818" y="518196"/>
                  </a:lnTo>
                  <a:lnTo>
                    <a:pt x="4444927" y="518196"/>
                  </a:lnTo>
                  <a:lnTo>
                    <a:pt x="4445035" y="518196"/>
                  </a:lnTo>
                  <a:lnTo>
                    <a:pt x="4445144" y="518196"/>
                  </a:lnTo>
                  <a:lnTo>
                    <a:pt x="4445144" y="517573"/>
                  </a:lnTo>
                  <a:lnTo>
                    <a:pt x="4445252" y="517573"/>
                  </a:lnTo>
                  <a:lnTo>
                    <a:pt x="4445360" y="517573"/>
                  </a:lnTo>
                  <a:lnTo>
                    <a:pt x="4445469" y="517573"/>
                  </a:lnTo>
                  <a:lnTo>
                    <a:pt x="4445577" y="517573"/>
                  </a:lnTo>
                  <a:lnTo>
                    <a:pt x="4445686" y="517573"/>
                  </a:lnTo>
                  <a:lnTo>
                    <a:pt x="4445794" y="517573"/>
                  </a:lnTo>
                  <a:lnTo>
                    <a:pt x="4445903" y="517573"/>
                  </a:lnTo>
                  <a:lnTo>
                    <a:pt x="4446011" y="517573"/>
                  </a:lnTo>
                  <a:lnTo>
                    <a:pt x="4446120" y="517573"/>
                  </a:lnTo>
                  <a:lnTo>
                    <a:pt x="4446228" y="517573"/>
                  </a:lnTo>
                  <a:lnTo>
                    <a:pt x="4446337" y="517573"/>
                  </a:lnTo>
                  <a:lnTo>
                    <a:pt x="4446445" y="517573"/>
                  </a:lnTo>
                  <a:lnTo>
                    <a:pt x="4446553" y="517573"/>
                  </a:lnTo>
                  <a:lnTo>
                    <a:pt x="4446553" y="516949"/>
                  </a:lnTo>
                  <a:lnTo>
                    <a:pt x="4446662" y="516949"/>
                  </a:lnTo>
                  <a:lnTo>
                    <a:pt x="4446770" y="516949"/>
                  </a:lnTo>
                  <a:lnTo>
                    <a:pt x="4446770" y="516326"/>
                  </a:lnTo>
                  <a:lnTo>
                    <a:pt x="4446879" y="516326"/>
                  </a:lnTo>
                  <a:lnTo>
                    <a:pt x="4446987" y="516326"/>
                  </a:lnTo>
                  <a:lnTo>
                    <a:pt x="4447096" y="516326"/>
                  </a:lnTo>
                  <a:lnTo>
                    <a:pt x="4447204" y="516326"/>
                  </a:lnTo>
                  <a:lnTo>
                    <a:pt x="4447313" y="516326"/>
                  </a:lnTo>
                  <a:lnTo>
                    <a:pt x="4447421" y="516326"/>
                  </a:lnTo>
                  <a:lnTo>
                    <a:pt x="4447529" y="516326"/>
                  </a:lnTo>
                  <a:lnTo>
                    <a:pt x="4447638" y="516326"/>
                  </a:lnTo>
                  <a:lnTo>
                    <a:pt x="4447746" y="516326"/>
                  </a:lnTo>
                  <a:lnTo>
                    <a:pt x="4447855" y="516326"/>
                  </a:lnTo>
                  <a:lnTo>
                    <a:pt x="4447963" y="516326"/>
                  </a:lnTo>
                  <a:lnTo>
                    <a:pt x="4447963" y="515702"/>
                  </a:lnTo>
                  <a:lnTo>
                    <a:pt x="4448072" y="515702"/>
                  </a:lnTo>
                  <a:lnTo>
                    <a:pt x="4448180" y="515702"/>
                  </a:lnTo>
                  <a:lnTo>
                    <a:pt x="4448289" y="515702"/>
                  </a:lnTo>
                  <a:lnTo>
                    <a:pt x="4448397" y="515702"/>
                  </a:lnTo>
                  <a:lnTo>
                    <a:pt x="4448397" y="515078"/>
                  </a:lnTo>
                  <a:lnTo>
                    <a:pt x="4448505" y="515078"/>
                  </a:lnTo>
                  <a:lnTo>
                    <a:pt x="4448614" y="515078"/>
                  </a:lnTo>
                  <a:lnTo>
                    <a:pt x="4448722" y="515078"/>
                  </a:lnTo>
                  <a:lnTo>
                    <a:pt x="4448831" y="515078"/>
                  </a:lnTo>
                  <a:lnTo>
                    <a:pt x="4448939" y="515078"/>
                  </a:lnTo>
                  <a:lnTo>
                    <a:pt x="4449048" y="515078"/>
                  </a:lnTo>
                  <a:lnTo>
                    <a:pt x="4449156" y="515078"/>
                  </a:lnTo>
                  <a:lnTo>
                    <a:pt x="4449265" y="515078"/>
                  </a:lnTo>
                  <a:lnTo>
                    <a:pt x="4449373" y="515078"/>
                  </a:lnTo>
                  <a:lnTo>
                    <a:pt x="4449481" y="515078"/>
                  </a:lnTo>
                  <a:lnTo>
                    <a:pt x="4449590" y="515078"/>
                  </a:lnTo>
                  <a:lnTo>
                    <a:pt x="4449698" y="515078"/>
                  </a:lnTo>
                  <a:lnTo>
                    <a:pt x="4449807" y="515078"/>
                  </a:lnTo>
                  <a:lnTo>
                    <a:pt x="4449915" y="515078"/>
                  </a:lnTo>
                  <a:lnTo>
                    <a:pt x="4450024" y="515078"/>
                  </a:lnTo>
                  <a:lnTo>
                    <a:pt x="4450132" y="515078"/>
                  </a:lnTo>
                  <a:lnTo>
                    <a:pt x="4450241" y="515078"/>
                  </a:lnTo>
                  <a:lnTo>
                    <a:pt x="4450349" y="515078"/>
                  </a:lnTo>
                  <a:lnTo>
                    <a:pt x="4450458" y="515078"/>
                  </a:lnTo>
                  <a:lnTo>
                    <a:pt x="4450566" y="515078"/>
                  </a:lnTo>
                  <a:lnTo>
                    <a:pt x="4450674" y="515078"/>
                  </a:lnTo>
                  <a:lnTo>
                    <a:pt x="4450783" y="515078"/>
                  </a:lnTo>
                  <a:lnTo>
                    <a:pt x="4450891" y="515078"/>
                  </a:lnTo>
                  <a:lnTo>
                    <a:pt x="4451000" y="515078"/>
                  </a:lnTo>
                  <a:lnTo>
                    <a:pt x="4451108" y="515078"/>
                  </a:lnTo>
                  <a:lnTo>
                    <a:pt x="4451217" y="515078"/>
                  </a:lnTo>
                  <a:lnTo>
                    <a:pt x="4451325" y="515078"/>
                  </a:lnTo>
                  <a:lnTo>
                    <a:pt x="4451434" y="515078"/>
                  </a:lnTo>
                  <a:lnTo>
                    <a:pt x="4451542" y="515078"/>
                  </a:lnTo>
                  <a:lnTo>
                    <a:pt x="4451650" y="515078"/>
                  </a:lnTo>
                  <a:lnTo>
                    <a:pt x="4451759" y="515078"/>
                  </a:lnTo>
                  <a:lnTo>
                    <a:pt x="4451867" y="515078"/>
                  </a:lnTo>
                  <a:lnTo>
                    <a:pt x="4451976" y="515078"/>
                  </a:lnTo>
                  <a:lnTo>
                    <a:pt x="4452084" y="515078"/>
                  </a:lnTo>
                  <a:lnTo>
                    <a:pt x="4452193" y="515078"/>
                  </a:lnTo>
                  <a:lnTo>
                    <a:pt x="4452301" y="515078"/>
                  </a:lnTo>
                  <a:lnTo>
                    <a:pt x="4452410" y="515078"/>
                  </a:lnTo>
                  <a:lnTo>
                    <a:pt x="4452518" y="515078"/>
                  </a:lnTo>
                  <a:lnTo>
                    <a:pt x="4452626" y="515078"/>
                  </a:lnTo>
                  <a:lnTo>
                    <a:pt x="4452735" y="515078"/>
                  </a:lnTo>
                  <a:lnTo>
                    <a:pt x="4452843" y="515078"/>
                  </a:lnTo>
                  <a:lnTo>
                    <a:pt x="4452952" y="515078"/>
                  </a:lnTo>
                  <a:lnTo>
                    <a:pt x="4453060" y="515078"/>
                  </a:lnTo>
                  <a:lnTo>
                    <a:pt x="4453060" y="514455"/>
                  </a:lnTo>
                  <a:lnTo>
                    <a:pt x="4453169" y="514455"/>
                  </a:lnTo>
                  <a:lnTo>
                    <a:pt x="4453277" y="514455"/>
                  </a:lnTo>
                  <a:lnTo>
                    <a:pt x="4453386" y="514455"/>
                  </a:lnTo>
                  <a:lnTo>
                    <a:pt x="4453494" y="514455"/>
                  </a:lnTo>
                  <a:lnTo>
                    <a:pt x="4453602" y="514455"/>
                  </a:lnTo>
                  <a:lnTo>
                    <a:pt x="4453711" y="514455"/>
                  </a:lnTo>
                  <a:lnTo>
                    <a:pt x="4453819" y="514455"/>
                  </a:lnTo>
                  <a:lnTo>
                    <a:pt x="4453928" y="514455"/>
                  </a:lnTo>
                  <a:lnTo>
                    <a:pt x="4454036" y="514455"/>
                  </a:lnTo>
                  <a:lnTo>
                    <a:pt x="4454036" y="513831"/>
                  </a:lnTo>
                  <a:lnTo>
                    <a:pt x="4454036" y="513208"/>
                  </a:lnTo>
                  <a:lnTo>
                    <a:pt x="4454145" y="513208"/>
                  </a:lnTo>
                  <a:lnTo>
                    <a:pt x="4454253" y="513208"/>
                  </a:lnTo>
                  <a:lnTo>
                    <a:pt x="4454362" y="513208"/>
                  </a:lnTo>
                  <a:lnTo>
                    <a:pt x="4454470" y="513208"/>
                  </a:lnTo>
                  <a:lnTo>
                    <a:pt x="4454578" y="513208"/>
                  </a:lnTo>
                  <a:lnTo>
                    <a:pt x="4454687" y="513208"/>
                  </a:lnTo>
                  <a:lnTo>
                    <a:pt x="4454795" y="513208"/>
                  </a:lnTo>
                  <a:lnTo>
                    <a:pt x="4454904" y="513208"/>
                  </a:lnTo>
                  <a:lnTo>
                    <a:pt x="4455012" y="513208"/>
                  </a:lnTo>
                  <a:lnTo>
                    <a:pt x="4455121" y="513208"/>
                  </a:lnTo>
                  <a:lnTo>
                    <a:pt x="4455229" y="513208"/>
                  </a:lnTo>
                  <a:lnTo>
                    <a:pt x="4455338" y="513208"/>
                  </a:lnTo>
                  <a:lnTo>
                    <a:pt x="4455446" y="513208"/>
                  </a:lnTo>
                  <a:lnTo>
                    <a:pt x="4455555" y="513208"/>
                  </a:lnTo>
                  <a:lnTo>
                    <a:pt x="4455663" y="513208"/>
                  </a:lnTo>
                  <a:lnTo>
                    <a:pt x="4455771" y="513208"/>
                  </a:lnTo>
                  <a:lnTo>
                    <a:pt x="4455880" y="513208"/>
                  </a:lnTo>
                  <a:lnTo>
                    <a:pt x="4455988" y="513208"/>
                  </a:lnTo>
                  <a:lnTo>
                    <a:pt x="4456097" y="513208"/>
                  </a:lnTo>
                  <a:lnTo>
                    <a:pt x="4456205" y="513208"/>
                  </a:lnTo>
                  <a:lnTo>
                    <a:pt x="4456314" y="513208"/>
                  </a:lnTo>
                  <a:lnTo>
                    <a:pt x="4456422" y="513208"/>
                  </a:lnTo>
                  <a:lnTo>
                    <a:pt x="4456422" y="512584"/>
                  </a:lnTo>
                  <a:lnTo>
                    <a:pt x="4456531" y="512584"/>
                  </a:lnTo>
                  <a:lnTo>
                    <a:pt x="4456639" y="512584"/>
                  </a:lnTo>
                  <a:lnTo>
                    <a:pt x="4456747" y="512584"/>
                  </a:lnTo>
                  <a:lnTo>
                    <a:pt x="4456856" y="512584"/>
                  </a:lnTo>
                  <a:lnTo>
                    <a:pt x="4456964" y="512584"/>
                  </a:lnTo>
                  <a:lnTo>
                    <a:pt x="4457073" y="512584"/>
                  </a:lnTo>
                  <a:lnTo>
                    <a:pt x="4457181" y="512584"/>
                  </a:lnTo>
                  <a:lnTo>
                    <a:pt x="4457290" y="512584"/>
                  </a:lnTo>
                  <a:lnTo>
                    <a:pt x="4457398" y="512584"/>
                  </a:lnTo>
                  <a:lnTo>
                    <a:pt x="4457507" y="512584"/>
                  </a:lnTo>
                  <a:lnTo>
                    <a:pt x="4457615" y="512584"/>
                  </a:lnTo>
                  <a:lnTo>
                    <a:pt x="4457723" y="512584"/>
                  </a:lnTo>
                  <a:lnTo>
                    <a:pt x="4457832" y="512584"/>
                  </a:lnTo>
                  <a:lnTo>
                    <a:pt x="4457940" y="512584"/>
                  </a:lnTo>
                  <a:lnTo>
                    <a:pt x="4458049" y="512584"/>
                  </a:lnTo>
                  <a:lnTo>
                    <a:pt x="4458157" y="512584"/>
                  </a:lnTo>
                  <a:lnTo>
                    <a:pt x="4458157" y="511961"/>
                  </a:lnTo>
                  <a:lnTo>
                    <a:pt x="4458266" y="511961"/>
                  </a:lnTo>
                  <a:lnTo>
                    <a:pt x="4458374" y="511961"/>
                  </a:lnTo>
                  <a:lnTo>
                    <a:pt x="4458483" y="511961"/>
                  </a:lnTo>
                  <a:lnTo>
                    <a:pt x="4458591" y="511961"/>
                  </a:lnTo>
                  <a:lnTo>
                    <a:pt x="4458699" y="511961"/>
                  </a:lnTo>
                  <a:lnTo>
                    <a:pt x="4458808" y="511961"/>
                  </a:lnTo>
                  <a:lnTo>
                    <a:pt x="4458916" y="511961"/>
                  </a:lnTo>
                  <a:lnTo>
                    <a:pt x="4459025" y="511961"/>
                  </a:lnTo>
                  <a:lnTo>
                    <a:pt x="4459133" y="511961"/>
                  </a:lnTo>
                  <a:lnTo>
                    <a:pt x="4459242" y="511961"/>
                  </a:lnTo>
                  <a:lnTo>
                    <a:pt x="4459350" y="511961"/>
                  </a:lnTo>
                  <a:lnTo>
                    <a:pt x="4459459" y="511961"/>
                  </a:lnTo>
                  <a:lnTo>
                    <a:pt x="4459567" y="511961"/>
                  </a:lnTo>
                  <a:lnTo>
                    <a:pt x="4459676" y="511961"/>
                  </a:lnTo>
                  <a:lnTo>
                    <a:pt x="4459784" y="511961"/>
                  </a:lnTo>
                  <a:lnTo>
                    <a:pt x="4459892" y="511961"/>
                  </a:lnTo>
                  <a:lnTo>
                    <a:pt x="4460001" y="511961"/>
                  </a:lnTo>
                  <a:lnTo>
                    <a:pt x="4460109" y="511961"/>
                  </a:lnTo>
                  <a:lnTo>
                    <a:pt x="4460218" y="511961"/>
                  </a:lnTo>
                  <a:lnTo>
                    <a:pt x="4460326" y="511961"/>
                  </a:lnTo>
                  <a:lnTo>
                    <a:pt x="4460435" y="511961"/>
                  </a:lnTo>
                  <a:lnTo>
                    <a:pt x="4460543" y="511961"/>
                  </a:lnTo>
                  <a:lnTo>
                    <a:pt x="4460652" y="511961"/>
                  </a:lnTo>
                  <a:lnTo>
                    <a:pt x="4460760" y="511961"/>
                  </a:lnTo>
                  <a:lnTo>
                    <a:pt x="4460868" y="511961"/>
                  </a:lnTo>
                  <a:lnTo>
                    <a:pt x="4460868" y="511337"/>
                  </a:lnTo>
                  <a:lnTo>
                    <a:pt x="4460977" y="511337"/>
                  </a:lnTo>
                  <a:lnTo>
                    <a:pt x="4461085" y="511337"/>
                  </a:lnTo>
                  <a:lnTo>
                    <a:pt x="4461194" y="511337"/>
                  </a:lnTo>
                  <a:lnTo>
                    <a:pt x="4461302" y="511337"/>
                  </a:lnTo>
                  <a:lnTo>
                    <a:pt x="4461411" y="511337"/>
                  </a:lnTo>
                  <a:lnTo>
                    <a:pt x="4461519" y="511337"/>
                  </a:lnTo>
                  <a:lnTo>
                    <a:pt x="4461628" y="511337"/>
                  </a:lnTo>
                  <a:lnTo>
                    <a:pt x="4461628" y="510713"/>
                  </a:lnTo>
                  <a:lnTo>
                    <a:pt x="4461736" y="510713"/>
                  </a:lnTo>
                  <a:lnTo>
                    <a:pt x="4461844" y="510713"/>
                  </a:lnTo>
                  <a:lnTo>
                    <a:pt x="4461953" y="510713"/>
                  </a:lnTo>
                  <a:lnTo>
                    <a:pt x="4462061" y="510713"/>
                  </a:lnTo>
                  <a:lnTo>
                    <a:pt x="4462170" y="510713"/>
                  </a:lnTo>
                  <a:lnTo>
                    <a:pt x="4462278" y="510713"/>
                  </a:lnTo>
                  <a:lnTo>
                    <a:pt x="4462387" y="510713"/>
                  </a:lnTo>
                  <a:lnTo>
                    <a:pt x="4462495" y="510713"/>
                  </a:lnTo>
                  <a:lnTo>
                    <a:pt x="4462604" y="510713"/>
                  </a:lnTo>
                  <a:lnTo>
                    <a:pt x="4462712" y="510713"/>
                  </a:lnTo>
                  <a:lnTo>
                    <a:pt x="4462820" y="510713"/>
                  </a:lnTo>
                  <a:lnTo>
                    <a:pt x="4462929" y="510713"/>
                  </a:lnTo>
                  <a:lnTo>
                    <a:pt x="4463037" y="510713"/>
                  </a:lnTo>
                  <a:lnTo>
                    <a:pt x="4463037" y="510090"/>
                  </a:lnTo>
                  <a:lnTo>
                    <a:pt x="4463146" y="510090"/>
                  </a:lnTo>
                  <a:lnTo>
                    <a:pt x="4463254" y="510090"/>
                  </a:lnTo>
                  <a:lnTo>
                    <a:pt x="4463363" y="510090"/>
                  </a:lnTo>
                  <a:lnTo>
                    <a:pt x="4463363" y="509466"/>
                  </a:lnTo>
                  <a:lnTo>
                    <a:pt x="4463471" y="509466"/>
                  </a:lnTo>
                  <a:lnTo>
                    <a:pt x="4463580" y="509466"/>
                  </a:lnTo>
                  <a:lnTo>
                    <a:pt x="4463688" y="509466"/>
                  </a:lnTo>
                  <a:lnTo>
                    <a:pt x="4463797" y="509466"/>
                  </a:lnTo>
                  <a:lnTo>
                    <a:pt x="4463905" y="509466"/>
                  </a:lnTo>
                  <a:lnTo>
                    <a:pt x="4464013" y="509466"/>
                  </a:lnTo>
                  <a:lnTo>
                    <a:pt x="4464122" y="509466"/>
                  </a:lnTo>
                  <a:lnTo>
                    <a:pt x="4464230" y="509466"/>
                  </a:lnTo>
                  <a:lnTo>
                    <a:pt x="4464339" y="509466"/>
                  </a:lnTo>
                  <a:lnTo>
                    <a:pt x="4464447" y="509466"/>
                  </a:lnTo>
                  <a:lnTo>
                    <a:pt x="4464556" y="509466"/>
                  </a:lnTo>
                  <a:lnTo>
                    <a:pt x="4464664" y="509466"/>
                  </a:lnTo>
                  <a:lnTo>
                    <a:pt x="4464773" y="509466"/>
                  </a:lnTo>
                  <a:lnTo>
                    <a:pt x="4464881" y="509466"/>
                  </a:lnTo>
                  <a:lnTo>
                    <a:pt x="4464989" y="509466"/>
                  </a:lnTo>
                  <a:lnTo>
                    <a:pt x="4465098" y="509466"/>
                  </a:lnTo>
                  <a:lnTo>
                    <a:pt x="4465206" y="509466"/>
                  </a:lnTo>
                  <a:lnTo>
                    <a:pt x="4465315" y="509466"/>
                  </a:lnTo>
                  <a:lnTo>
                    <a:pt x="4465423" y="509466"/>
                  </a:lnTo>
                  <a:lnTo>
                    <a:pt x="4465532" y="509466"/>
                  </a:lnTo>
                  <a:lnTo>
                    <a:pt x="4465640" y="509466"/>
                  </a:lnTo>
                  <a:lnTo>
                    <a:pt x="4465749" y="509466"/>
                  </a:lnTo>
                  <a:lnTo>
                    <a:pt x="4465857" y="509466"/>
                  </a:lnTo>
                  <a:lnTo>
                    <a:pt x="4465965" y="509466"/>
                  </a:lnTo>
                  <a:lnTo>
                    <a:pt x="4466074" y="509466"/>
                  </a:lnTo>
                  <a:lnTo>
                    <a:pt x="4466182" y="509466"/>
                  </a:lnTo>
                  <a:lnTo>
                    <a:pt x="4466291" y="509466"/>
                  </a:lnTo>
                  <a:lnTo>
                    <a:pt x="4466399" y="509466"/>
                  </a:lnTo>
                  <a:lnTo>
                    <a:pt x="4466508" y="509466"/>
                  </a:lnTo>
                  <a:lnTo>
                    <a:pt x="4466508" y="508843"/>
                  </a:lnTo>
                  <a:lnTo>
                    <a:pt x="4466616" y="508843"/>
                  </a:lnTo>
                  <a:lnTo>
                    <a:pt x="4466725" y="508843"/>
                  </a:lnTo>
                  <a:lnTo>
                    <a:pt x="4466833" y="508843"/>
                  </a:lnTo>
                  <a:lnTo>
                    <a:pt x="4466941" y="508843"/>
                  </a:lnTo>
                  <a:lnTo>
                    <a:pt x="4467050" y="508843"/>
                  </a:lnTo>
                  <a:lnTo>
                    <a:pt x="4467158" y="508843"/>
                  </a:lnTo>
                  <a:lnTo>
                    <a:pt x="4467267" y="508843"/>
                  </a:lnTo>
                  <a:lnTo>
                    <a:pt x="4467375" y="508843"/>
                  </a:lnTo>
                  <a:lnTo>
                    <a:pt x="4467484" y="508843"/>
                  </a:lnTo>
                  <a:lnTo>
                    <a:pt x="4467592" y="508843"/>
                  </a:lnTo>
                  <a:lnTo>
                    <a:pt x="4467701" y="508843"/>
                  </a:lnTo>
                  <a:lnTo>
                    <a:pt x="4467809" y="508843"/>
                  </a:lnTo>
                  <a:lnTo>
                    <a:pt x="4467918" y="508843"/>
                  </a:lnTo>
                  <a:lnTo>
                    <a:pt x="4468026" y="508843"/>
                  </a:lnTo>
                  <a:lnTo>
                    <a:pt x="4468134" y="508843"/>
                  </a:lnTo>
                  <a:lnTo>
                    <a:pt x="4468243" y="508843"/>
                  </a:lnTo>
                  <a:lnTo>
                    <a:pt x="4468351" y="508843"/>
                  </a:lnTo>
                  <a:lnTo>
                    <a:pt x="4468460" y="508843"/>
                  </a:lnTo>
                  <a:lnTo>
                    <a:pt x="4468568" y="508843"/>
                  </a:lnTo>
                  <a:lnTo>
                    <a:pt x="4468677" y="508843"/>
                  </a:lnTo>
                  <a:lnTo>
                    <a:pt x="4468785" y="508843"/>
                  </a:lnTo>
                  <a:lnTo>
                    <a:pt x="4468894" y="508843"/>
                  </a:lnTo>
                  <a:lnTo>
                    <a:pt x="4469002" y="508843"/>
                  </a:lnTo>
                  <a:lnTo>
                    <a:pt x="4469110" y="508843"/>
                  </a:lnTo>
                  <a:lnTo>
                    <a:pt x="4469110" y="508219"/>
                  </a:lnTo>
                  <a:lnTo>
                    <a:pt x="4469219" y="508219"/>
                  </a:lnTo>
                  <a:lnTo>
                    <a:pt x="4469327" y="508219"/>
                  </a:lnTo>
                  <a:lnTo>
                    <a:pt x="4469436" y="508219"/>
                  </a:lnTo>
                  <a:lnTo>
                    <a:pt x="4469544" y="508219"/>
                  </a:lnTo>
                  <a:lnTo>
                    <a:pt x="4469653" y="508219"/>
                  </a:lnTo>
                  <a:lnTo>
                    <a:pt x="4469761" y="508219"/>
                  </a:lnTo>
                  <a:lnTo>
                    <a:pt x="4469870" y="508219"/>
                  </a:lnTo>
                  <a:lnTo>
                    <a:pt x="4469978" y="508219"/>
                  </a:lnTo>
                  <a:lnTo>
                    <a:pt x="4470086" y="508219"/>
                  </a:lnTo>
                  <a:lnTo>
                    <a:pt x="4470195" y="508219"/>
                  </a:lnTo>
                  <a:lnTo>
                    <a:pt x="4470303" y="508219"/>
                  </a:lnTo>
                  <a:lnTo>
                    <a:pt x="4470412" y="508219"/>
                  </a:lnTo>
                  <a:lnTo>
                    <a:pt x="4470520" y="508219"/>
                  </a:lnTo>
                  <a:lnTo>
                    <a:pt x="4470629" y="508219"/>
                  </a:lnTo>
                  <a:lnTo>
                    <a:pt x="4470737" y="508219"/>
                  </a:lnTo>
                  <a:lnTo>
                    <a:pt x="4470737" y="507596"/>
                  </a:lnTo>
                  <a:lnTo>
                    <a:pt x="4470846" y="507596"/>
                  </a:lnTo>
                  <a:lnTo>
                    <a:pt x="4470954" y="507596"/>
                  </a:lnTo>
                  <a:lnTo>
                    <a:pt x="4471062" y="507596"/>
                  </a:lnTo>
                  <a:lnTo>
                    <a:pt x="4471171" y="507596"/>
                  </a:lnTo>
                  <a:lnTo>
                    <a:pt x="4471279" y="507596"/>
                  </a:lnTo>
                  <a:lnTo>
                    <a:pt x="4471388" y="507596"/>
                  </a:lnTo>
                  <a:lnTo>
                    <a:pt x="4471496" y="507596"/>
                  </a:lnTo>
                  <a:lnTo>
                    <a:pt x="4471605" y="507596"/>
                  </a:lnTo>
                  <a:lnTo>
                    <a:pt x="4471713" y="507596"/>
                  </a:lnTo>
                  <a:lnTo>
                    <a:pt x="4471822" y="507596"/>
                  </a:lnTo>
                  <a:lnTo>
                    <a:pt x="4471930" y="507596"/>
                  </a:lnTo>
                  <a:lnTo>
                    <a:pt x="4472039" y="507596"/>
                  </a:lnTo>
                  <a:lnTo>
                    <a:pt x="4472147" y="507596"/>
                  </a:lnTo>
                  <a:lnTo>
                    <a:pt x="4472255" y="507596"/>
                  </a:lnTo>
                  <a:lnTo>
                    <a:pt x="4472255" y="506972"/>
                  </a:lnTo>
                  <a:lnTo>
                    <a:pt x="4472255" y="506348"/>
                  </a:lnTo>
                  <a:lnTo>
                    <a:pt x="4472364" y="506348"/>
                  </a:lnTo>
                  <a:lnTo>
                    <a:pt x="4472472" y="506348"/>
                  </a:lnTo>
                  <a:lnTo>
                    <a:pt x="4472581" y="506348"/>
                  </a:lnTo>
                  <a:lnTo>
                    <a:pt x="4472689" y="506348"/>
                  </a:lnTo>
                  <a:lnTo>
                    <a:pt x="4472798" y="506348"/>
                  </a:lnTo>
                  <a:lnTo>
                    <a:pt x="4472906" y="506348"/>
                  </a:lnTo>
                  <a:lnTo>
                    <a:pt x="4473015" y="506348"/>
                  </a:lnTo>
                  <a:lnTo>
                    <a:pt x="4473123" y="506348"/>
                  </a:lnTo>
                  <a:lnTo>
                    <a:pt x="4473231" y="506348"/>
                  </a:lnTo>
                  <a:lnTo>
                    <a:pt x="4473340" y="506348"/>
                  </a:lnTo>
                  <a:lnTo>
                    <a:pt x="4473448" y="506348"/>
                  </a:lnTo>
                  <a:lnTo>
                    <a:pt x="4473557" y="506348"/>
                  </a:lnTo>
                  <a:lnTo>
                    <a:pt x="4473665" y="506348"/>
                  </a:lnTo>
                  <a:lnTo>
                    <a:pt x="4473774" y="506348"/>
                  </a:lnTo>
                  <a:lnTo>
                    <a:pt x="4473882" y="506348"/>
                  </a:lnTo>
                  <a:lnTo>
                    <a:pt x="4473991" y="506348"/>
                  </a:lnTo>
                  <a:lnTo>
                    <a:pt x="4473991" y="505725"/>
                  </a:lnTo>
                  <a:lnTo>
                    <a:pt x="4474099" y="505725"/>
                  </a:lnTo>
                  <a:lnTo>
                    <a:pt x="4474099" y="505101"/>
                  </a:lnTo>
                  <a:lnTo>
                    <a:pt x="4474207" y="505101"/>
                  </a:lnTo>
                  <a:lnTo>
                    <a:pt x="4474316" y="505101"/>
                  </a:lnTo>
                  <a:lnTo>
                    <a:pt x="4474424" y="505101"/>
                  </a:lnTo>
                  <a:lnTo>
                    <a:pt x="4474533" y="505101"/>
                  </a:lnTo>
                  <a:lnTo>
                    <a:pt x="4474641" y="505101"/>
                  </a:lnTo>
                  <a:lnTo>
                    <a:pt x="4474750" y="505101"/>
                  </a:lnTo>
                  <a:lnTo>
                    <a:pt x="4474858" y="505101"/>
                  </a:lnTo>
                  <a:lnTo>
                    <a:pt x="4474967" y="505101"/>
                  </a:lnTo>
                  <a:lnTo>
                    <a:pt x="4474967" y="504478"/>
                  </a:lnTo>
                  <a:lnTo>
                    <a:pt x="4474967" y="503854"/>
                  </a:lnTo>
                  <a:lnTo>
                    <a:pt x="4475075" y="503854"/>
                  </a:lnTo>
                  <a:lnTo>
                    <a:pt x="4475183" y="503854"/>
                  </a:lnTo>
                  <a:lnTo>
                    <a:pt x="4475292" y="503854"/>
                  </a:lnTo>
                  <a:lnTo>
                    <a:pt x="4475400" y="503854"/>
                  </a:lnTo>
                  <a:lnTo>
                    <a:pt x="4475400" y="503230"/>
                  </a:lnTo>
                  <a:lnTo>
                    <a:pt x="4475509" y="503230"/>
                  </a:lnTo>
                  <a:lnTo>
                    <a:pt x="4475617" y="503230"/>
                  </a:lnTo>
                  <a:lnTo>
                    <a:pt x="4475726" y="503230"/>
                  </a:lnTo>
                  <a:lnTo>
                    <a:pt x="4475834" y="503230"/>
                  </a:lnTo>
                  <a:lnTo>
                    <a:pt x="4475943" y="503230"/>
                  </a:lnTo>
                  <a:lnTo>
                    <a:pt x="4476051" y="503230"/>
                  </a:lnTo>
                  <a:lnTo>
                    <a:pt x="4476159" y="503230"/>
                  </a:lnTo>
                  <a:lnTo>
                    <a:pt x="4476268" y="503230"/>
                  </a:lnTo>
                  <a:lnTo>
                    <a:pt x="4476376" y="503230"/>
                  </a:lnTo>
                  <a:lnTo>
                    <a:pt x="4476485" y="503230"/>
                  </a:lnTo>
                  <a:lnTo>
                    <a:pt x="4476593" y="503230"/>
                  </a:lnTo>
                  <a:lnTo>
                    <a:pt x="4476702" y="503230"/>
                  </a:lnTo>
                  <a:lnTo>
                    <a:pt x="4476810" y="503230"/>
                  </a:lnTo>
                  <a:lnTo>
                    <a:pt x="4476919" y="503230"/>
                  </a:lnTo>
                  <a:lnTo>
                    <a:pt x="4477027" y="503230"/>
                  </a:lnTo>
                  <a:lnTo>
                    <a:pt x="4477136" y="503230"/>
                  </a:lnTo>
                  <a:lnTo>
                    <a:pt x="4477244" y="503230"/>
                  </a:lnTo>
                  <a:lnTo>
                    <a:pt x="4477352" y="503230"/>
                  </a:lnTo>
                  <a:lnTo>
                    <a:pt x="4477461" y="503230"/>
                  </a:lnTo>
                  <a:lnTo>
                    <a:pt x="4477569" y="503230"/>
                  </a:lnTo>
                  <a:lnTo>
                    <a:pt x="4477678" y="503230"/>
                  </a:lnTo>
                  <a:lnTo>
                    <a:pt x="4477678" y="502607"/>
                  </a:lnTo>
                  <a:lnTo>
                    <a:pt x="4477678" y="501983"/>
                  </a:lnTo>
                  <a:lnTo>
                    <a:pt x="4477786" y="501983"/>
                  </a:lnTo>
                  <a:lnTo>
                    <a:pt x="4477895" y="501983"/>
                  </a:lnTo>
                  <a:lnTo>
                    <a:pt x="4478003" y="501983"/>
                  </a:lnTo>
                  <a:lnTo>
                    <a:pt x="4478112" y="501983"/>
                  </a:lnTo>
                  <a:lnTo>
                    <a:pt x="4478220" y="501983"/>
                  </a:lnTo>
                  <a:lnTo>
                    <a:pt x="4478328" y="501983"/>
                  </a:lnTo>
                  <a:lnTo>
                    <a:pt x="4478437" y="501983"/>
                  </a:lnTo>
                  <a:lnTo>
                    <a:pt x="4478545" y="501983"/>
                  </a:lnTo>
                  <a:lnTo>
                    <a:pt x="4478654" y="501983"/>
                  </a:lnTo>
                  <a:lnTo>
                    <a:pt x="4478762" y="501983"/>
                  </a:lnTo>
                  <a:lnTo>
                    <a:pt x="4478871" y="501983"/>
                  </a:lnTo>
                  <a:lnTo>
                    <a:pt x="4478979" y="501983"/>
                  </a:lnTo>
                  <a:lnTo>
                    <a:pt x="4479088" y="501983"/>
                  </a:lnTo>
                  <a:lnTo>
                    <a:pt x="4479088" y="501360"/>
                  </a:lnTo>
                  <a:lnTo>
                    <a:pt x="4479196" y="501360"/>
                  </a:lnTo>
                  <a:lnTo>
                    <a:pt x="4479304" y="501360"/>
                  </a:lnTo>
                  <a:lnTo>
                    <a:pt x="4479413" y="501360"/>
                  </a:lnTo>
                  <a:lnTo>
                    <a:pt x="4479521" y="501360"/>
                  </a:lnTo>
                  <a:lnTo>
                    <a:pt x="4479630" y="501360"/>
                  </a:lnTo>
                  <a:lnTo>
                    <a:pt x="4479738" y="501360"/>
                  </a:lnTo>
                  <a:lnTo>
                    <a:pt x="4479847" y="501360"/>
                  </a:lnTo>
                  <a:lnTo>
                    <a:pt x="4479847" y="500736"/>
                  </a:lnTo>
                  <a:lnTo>
                    <a:pt x="4479955" y="500736"/>
                  </a:lnTo>
                  <a:lnTo>
                    <a:pt x="4480064" y="500736"/>
                  </a:lnTo>
                  <a:lnTo>
                    <a:pt x="4480172" y="500736"/>
                  </a:lnTo>
                  <a:lnTo>
                    <a:pt x="4480280" y="500736"/>
                  </a:lnTo>
                  <a:lnTo>
                    <a:pt x="4480389" y="500736"/>
                  </a:lnTo>
                  <a:lnTo>
                    <a:pt x="4480497" y="500736"/>
                  </a:lnTo>
                  <a:lnTo>
                    <a:pt x="4480497" y="500113"/>
                  </a:lnTo>
                  <a:lnTo>
                    <a:pt x="4480606" y="500113"/>
                  </a:lnTo>
                  <a:lnTo>
                    <a:pt x="4480714" y="500113"/>
                  </a:lnTo>
                  <a:lnTo>
                    <a:pt x="4480823" y="500113"/>
                  </a:lnTo>
                  <a:lnTo>
                    <a:pt x="4480931" y="500113"/>
                  </a:lnTo>
                  <a:lnTo>
                    <a:pt x="4481040" y="500113"/>
                  </a:lnTo>
                  <a:lnTo>
                    <a:pt x="4481040" y="499489"/>
                  </a:lnTo>
                  <a:lnTo>
                    <a:pt x="4481148" y="499489"/>
                  </a:lnTo>
                  <a:lnTo>
                    <a:pt x="4481257" y="499489"/>
                  </a:lnTo>
                  <a:lnTo>
                    <a:pt x="4481365" y="499489"/>
                  </a:lnTo>
                  <a:lnTo>
                    <a:pt x="4481473" y="499489"/>
                  </a:lnTo>
                  <a:lnTo>
                    <a:pt x="4481582" y="499489"/>
                  </a:lnTo>
                  <a:lnTo>
                    <a:pt x="4481690" y="499489"/>
                  </a:lnTo>
                  <a:lnTo>
                    <a:pt x="4481799" y="499489"/>
                  </a:lnTo>
                  <a:lnTo>
                    <a:pt x="4481907" y="499489"/>
                  </a:lnTo>
                  <a:lnTo>
                    <a:pt x="4482016" y="499489"/>
                  </a:lnTo>
                  <a:lnTo>
                    <a:pt x="4482124" y="499489"/>
                  </a:lnTo>
                  <a:lnTo>
                    <a:pt x="4482233" y="499489"/>
                  </a:lnTo>
                  <a:lnTo>
                    <a:pt x="4482341" y="499489"/>
                  </a:lnTo>
                  <a:lnTo>
                    <a:pt x="4482449" y="499489"/>
                  </a:lnTo>
                  <a:lnTo>
                    <a:pt x="4482449" y="498865"/>
                  </a:lnTo>
                  <a:lnTo>
                    <a:pt x="4482558" y="498865"/>
                  </a:lnTo>
                  <a:lnTo>
                    <a:pt x="4482666" y="498865"/>
                  </a:lnTo>
                  <a:lnTo>
                    <a:pt x="4482775" y="498865"/>
                  </a:lnTo>
                  <a:lnTo>
                    <a:pt x="4482883" y="498865"/>
                  </a:lnTo>
                  <a:lnTo>
                    <a:pt x="4482992" y="498865"/>
                  </a:lnTo>
                  <a:lnTo>
                    <a:pt x="4483100" y="498865"/>
                  </a:lnTo>
                  <a:lnTo>
                    <a:pt x="4483100" y="498242"/>
                  </a:lnTo>
                  <a:lnTo>
                    <a:pt x="4483209" y="498242"/>
                  </a:lnTo>
                  <a:lnTo>
                    <a:pt x="4483317" y="498242"/>
                  </a:lnTo>
                  <a:lnTo>
                    <a:pt x="4483425" y="498242"/>
                  </a:lnTo>
                  <a:lnTo>
                    <a:pt x="4483534" y="498242"/>
                  </a:lnTo>
                  <a:lnTo>
                    <a:pt x="4483642" y="498242"/>
                  </a:lnTo>
                  <a:lnTo>
                    <a:pt x="4483751" y="498242"/>
                  </a:lnTo>
                  <a:lnTo>
                    <a:pt x="4483859" y="498242"/>
                  </a:lnTo>
                  <a:lnTo>
                    <a:pt x="4483968" y="498242"/>
                  </a:lnTo>
                  <a:lnTo>
                    <a:pt x="4483968" y="497618"/>
                  </a:lnTo>
                  <a:lnTo>
                    <a:pt x="4484076" y="497618"/>
                  </a:lnTo>
                  <a:lnTo>
                    <a:pt x="4484185" y="497618"/>
                  </a:lnTo>
                  <a:lnTo>
                    <a:pt x="4484293" y="497618"/>
                  </a:lnTo>
                  <a:lnTo>
                    <a:pt x="4484401" y="497618"/>
                  </a:lnTo>
                  <a:lnTo>
                    <a:pt x="4484510" y="497618"/>
                  </a:lnTo>
                  <a:lnTo>
                    <a:pt x="4484618" y="497618"/>
                  </a:lnTo>
                  <a:lnTo>
                    <a:pt x="4484727" y="497618"/>
                  </a:lnTo>
                  <a:lnTo>
                    <a:pt x="4484835" y="497618"/>
                  </a:lnTo>
                  <a:lnTo>
                    <a:pt x="4484944" y="497618"/>
                  </a:lnTo>
                  <a:lnTo>
                    <a:pt x="4485052" y="497618"/>
                  </a:lnTo>
                  <a:lnTo>
                    <a:pt x="4485161" y="497618"/>
                  </a:lnTo>
                  <a:lnTo>
                    <a:pt x="4485269" y="497618"/>
                  </a:lnTo>
                  <a:lnTo>
                    <a:pt x="4485378" y="497618"/>
                  </a:lnTo>
                  <a:lnTo>
                    <a:pt x="4485486" y="497618"/>
                  </a:lnTo>
                  <a:lnTo>
                    <a:pt x="4485594" y="497618"/>
                  </a:lnTo>
                  <a:lnTo>
                    <a:pt x="4485703" y="497618"/>
                  </a:lnTo>
                  <a:lnTo>
                    <a:pt x="4485811" y="497618"/>
                  </a:lnTo>
                  <a:lnTo>
                    <a:pt x="4485920" y="497618"/>
                  </a:lnTo>
                  <a:lnTo>
                    <a:pt x="4486028" y="497618"/>
                  </a:lnTo>
                  <a:lnTo>
                    <a:pt x="4486137" y="497618"/>
                  </a:lnTo>
                  <a:lnTo>
                    <a:pt x="4486245" y="497618"/>
                  </a:lnTo>
                  <a:lnTo>
                    <a:pt x="4486354" y="497618"/>
                  </a:lnTo>
                  <a:lnTo>
                    <a:pt x="4486462" y="497618"/>
                  </a:lnTo>
                  <a:lnTo>
                    <a:pt x="4486570" y="497618"/>
                  </a:lnTo>
                  <a:lnTo>
                    <a:pt x="4486679" y="497618"/>
                  </a:lnTo>
                  <a:lnTo>
                    <a:pt x="4486787" y="497618"/>
                  </a:lnTo>
                  <a:lnTo>
                    <a:pt x="4486896" y="497618"/>
                  </a:lnTo>
                  <a:lnTo>
                    <a:pt x="4487004" y="497618"/>
                  </a:lnTo>
                  <a:lnTo>
                    <a:pt x="4487113" y="497618"/>
                  </a:lnTo>
                  <a:lnTo>
                    <a:pt x="4487221" y="497618"/>
                  </a:lnTo>
                  <a:lnTo>
                    <a:pt x="4487330" y="497618"/>
                  </a:lnTo>
                  <a:lnTo>
                    <a:pt x="4487438" y="497618"/>
                  </a:lnTo>
                  <a:lnTo>
                    <a:pt x="4487546" y="497618"/>
                  </a:lnTo>
                  <a:lnTo>
                    <a:pt x="4487655" y="497618"/>
                  </a:lnTo>
                  <a:lnTo>
                    <a:pt x="4487763" y="497618"/>
                  </a:lnTo>
                  <a:lnTo>
                    <a:pt x="4487872" y="497618"/>
                  </a:lnTo>
                  <a:lnTo>
                    <a:pt x="4487980" y="497618"/>
                  </a:lnTo>
                  <a:lnTo>
                    <a:pt x="4487980" y="496995"/>
                  </a:lnTo>
                  <a:lnTo>
                    <a:pt x="4488089" y="496995"/>
                  </a:lnTo>
                  <a:lnTo>
                    <a:pt x="4488197" y="496995"/>
                  </a:lnTo>
                  <a:lnTo>
                    <a:pt x="4488306" y="496995"/>
                  </a:lnTo>
                  <a:lnTo>
                    <a:pt x="4488414" y="496995"/>
                  </a:lnTo>
                  <a:lnTo>
                    <a:pt x="4488522" y="496995"/>
                  </a:lnTo>
                  <a:lnTo>
                    <a:pt x="4488631" y="496995"/>
                  </a:lnTo>
                  <a:lnTo>
                    <a:pt x="4488739" y="496995"/>
                  </a:lnTo>
                  <a:lnTo>
                    <a:pt x="4488739" y="496371"/>
                  </a:lnTo>
                  <a:lnTo>
                    <a:pt x="4488848" y="496371"/>
                  </a:lnTo>
                  <a:lnTo>
                    <a:pt x="4488848" y="495747"/>
                  </a:lnTo>
                  <a:lnTo>
                    <a:pt x="4488956" y="495747"/>
                  </a:lnTo>
                  <a:lnTo>
                    <a:pt x="4489065" y="495747"/>
                  </a:lnTo>
                  <a:lnTo>
                    <a:pt x="4489173" y="495747"/>
                  </a:lnTo>
                  <a:lnTo>
                    <a:pt x="4489282" y="495747"/>
                  </a:lnTo>
                  <a:lnTo>
                    <a:pt x="4489390" y="495747"/>
                  </a:lnTo>
                  <a:lnTo>
                    <a:pt x="4489499" y="495747"/>
                  </a:lnTo>
                  <a:lnTo>
                    <a:pt x="4489499" y="495124"/>
                  </a:lnTo>
                  <a:lnTo>
                    <a:pt x="4489607" y="495124"/>
                  </a:lnTo>
                  <a:lnTo>
                    <a:pt x="4489607" y="494500"/>
                  </a:lnTo>
                  <a:lnTo>
                    <a:pt x="4489607" y="493877"/>
                  </a:lnTo>
                  <a:lnTo>
                    <a:pt x="4489715" y="493877"/>
                  </a:lnTo>
                  <a:lnTo>
                    <a:pt x="4489824" y="493877"/>
                  </a:lnTo>
                  <a:lnTo>
                    <a:pt x="4489932" y="493877"/>
                  </a:lnTo>
                  <a:lnTo>
                    <a:pt x="4490041" y="493877"/>
                  </a:lnTo>
                  <a:lnTo>
                    <a:pt x="4490149" y="493877"/>
                  </a:lnTo>
                  <a:lnTo>
                    <a:pt x="4490258" y="493877"/>
                  </a:lnTo>
                  <a:lnTo>
                    <a:pt x="4490366" y="493877"/>
                  </a:lnTo>
                  <a:lnTo>
                    <a:pt x="4490475" y="493877"/>
                  </a:lnTo>
                  <a:lnTo>
                    <a:pt x="4490583" y="493877"/>
                  </a:lnTo>
                  <a:lnTo>
                    <a:pt x="4490691" y="493877"/>
                  </a:lnTo>
                  <a:lnTo>
                    <a:pt x="4490800" y="493877"/>
                  </a:lnTo>
                  <a:lnTo>
                    <a:pt x="4490908" y="493877"/>
                  </a:lnTo>
                  <a:lnTo>
                    <a:pt x="4491017" y="493877"/>
                  </a:lnTo>
                  <a:lnTo>
                    <a:pt x="4491125" y="493877"/>
                  </a:lnTo>
                  <a:lnTo>
                    <a:pt x="4491234" y="493877"/>
                  </a:lnTo>
                  <a:lnTo>
                    <a:pt x="4491342" y="493877"/>
                  </a:lnTo>
                  <a:lnTo>
                    <a:pt x="4491451" y="493877"/>
                  </a:lnTo>
                  <a:lnTo>
                    <a:pt x="4491559" y="493877"/>
                  </a:lnTo>
                  <a:lnTo>
                    <a:pt x="4491667" y="493877"/>
                  </a:lnTo>
                  <a:lnTo>
                    <a:pt x="4491776" y="493877"/>
                  </a:lnTo>
                  <a:lnTo>
                    <a:pt x="4491884" y="493877"/>
                  </a:lnTo>
                  <a:lnTo>
                    <a:pt x="4491993" y="493877"/>
                  </a:lnTo>
                  <a:lnTo>
                    <a:pt x="4492101" y="493877"/>
                  </a:lnTo>
                  <a:lnTo>
                    <a:pt x="4492210" y="493877"/>
                  </a:lnTo>
                  <a:lnTo>
                    <a:pt x="4492318" y="493877"/>
                  </a:lnTo>
                  <a:lnTo>
                    <a:pt x="4492427" y="493877"/>
                  </a:lnTo>
                  <a:lnTo>
                    <a:pt x="4492535" y="493877"/>
                  </a:lnTo>
                  <a:lnTo>
                    <a:pt x="4492643" y="493877"/>
                  </a:lnTo>
                  <a:lnTo>
                    <a:pt x="4492643" y="493253"/>
                  </a:lnTo>
                  <a:lnTo>
                    <a:pt x="4492752" y="493253"/>
                  </a:lnTo>
                  <a:lnTo>
                    <a:pt x="4492860" y="493253"/>
                  </a:lnTo>
                  <a:lnTo>
                    <a:pt x="4492969" y="493253"/>
                  </a:lnTo>
                  <a:lnTo>
                    <a:pt x="4493077" y="493253"/>
                  </a:lnTo>
                  <a:lnTo>
                    <a:pt x="4493186" y="493253"/>
                  </a:lnTo>
                  <a:lnTo>
                    <a:pt x="4493294" y="493253"/>
                  </a:lnTo>
                  <a:lnTo>
                    <a:pt x="4493403" y="493253"/>
                  </a:lnTo>
                  <a:lnTo>
                    <a:pt x="4493511" y="493253"/>
                  </a:lnTo>
                  <a:lnTo>
                    <a:pt x="4493620" y="493253"/>
                  </a:lnTo>
                  <a:lnTo>
                    <a:pt x="4493620" y="492630"/>
                  </a:lnTo>
                  <a:lnTo>
                    <a:pt x="4493728" y="492630"/>
                  </a:lnTo>
                  <a:lnTo>
                    <a:pt x="4493836" y="492630"/>
                  </a:lnTo>
                  <a:lnTo>
                    <a:pt x="4493945" y="492630"/>
                  </a:lnTo>
                  <a:lnTo>
                    <a:pt x="4494053" y="492630"/>
                  </a:lnTo>
                  <a:lnTo>
                    <a:pt x="4494162" y="492630"/>
                  </a:lnTo>
                  <a:lnTo>
                    <a:pt x="4494270" y="492630"/>
                  </a:lnTo>
                  <a:lnTo>
                    <a:pt x="4494379" y="492630"/>
                  </a:lnTo>
                  <a:lnTo>
                    <a:pt x="4494487" y="492630"/>
                  </a:lnTo>
                  <a:lnTo>
                    <a:pt x="4494596" y="492630"/>
                  </a:lnTo>
                  <a:lnTo>
                    <a:pt x="4494704" y="492630"/>
                  </a:lnTo>
                  <a:lnTo>
                    <a:pt x="4494812" y="492630"/>
                  </a:lnTo>
                  <a:lnTo>
                    <a:pt x="4494921" y="492630"/>
                  </a:lnTo>
                  <a:lnTo>
                    <a:pt x="4495029" y="492630"/>
                  </a:lnTo>
                  <a:lnTo>
                    <a:pt x="4495138" y="492630"/>
                  </a:lnTo>
                  <a:lnTo>
                    <a:pt x="4495246" y="492630"/>
                  </a:lnTo>
                  <a:lnTo>
                    <a:pt x="4495355" y="492630"/>
                  </a:lnTo>
                  <a:lnTo>
                    <a:pt x="4495463" y="492630"/>
                  </a:lnTo>
                  <a:lnTo>
                    <a:pt x="4495572" y="492630"/>
                  </a:lnTo>
                  <a:lnTo>
                    <a:pt x="4495572" y="492006"/>
                  </a:lnTo>
                  <a:lnTo>
                    <a:pt x="4495572" y="491382"/>
                  </a:lnTo>
                  <a:lnTo>
                    <a:pt x="4495680" y="491382"/>
                  </a:lnTo>
                  <a:lnTo>
                    <a:pt x="4495788" y="491382"/>
                  </a:lnTo>
                  <a:lnTo>
                    <a:pt x="4495897" y="491382"/>
                  </a:lnTo>
                  <a:lnTo>
                    <a:pt x="4496005" y="491382"/>
                  </a:lnTo>
                  <a:lnTo>
                    <a:pt x="4496114" y="491382"/>
                  </a:lnTo>
                  <a:lnTo>
                    <a:pt x="4496222" y="491382"/>
                  </a:lnTo>
                  <a:lnTo>
                    <a:pt x="4496331" y="491382"/>
                  </a:lnTo>
                  <a:lnTo>
                    <a:pt x="4496439" y="491382"/>
                  </a:lnTo>
                  <a:lnTo>
                    <a:pt x="4496548" y="491382"/>
                  </a:lnTo>
                  <a:lnTo>
                    <a:pt x="4496656" y="491382"/>
                  </a:lnTo>
                  <a:lnTo>
                    <a:pt x="4496764" y="491382"/>
                  </a:lnTo>
                  <a:lnTo>
                    <a:pt x="4496764" y="490759"/>
                  </a:lnTo>
                  <a:lnTo>
                    <a:pt x="4496873" y="490759"/>
                  </a:lnTo>
                  <a:lnTo>
                    <a:pt x="4496981" y="490759"/>
                  </a:lnTo>
                  <a:lnTo>
                    <a:pt x="4497090" y="490759"/>
                  </a:lnTo>
                  <a:lnTo>
                    <a:pt x="4497090" y="490135"/>
                  </a:lnTo>
                  <a:lnTo>
                    <a:pt x="4497198" y="490135"/>
                  </a:lnTo>
                  <a:lnTo>
                    <a:pt x="4497307" y="490135"/>
                  </a:lnTo>
                  <a:lnTo>
                    <a:pt x="4497415" y="490135"/>
                  </a:lnTo>
                  <a:lnTo>
                    <a:pt x="4497415" y="489512"/>
                  </a:lnTo>
                  <a:lnTo>
                    <a:pt x="4497524" y="489512"/>
                  </a:lnTo>
                  <a:lnTo>
                    <a:pt x="4497632" y="489512"/>
                  </a:lnTo>
                  <a:lnTo>
                    <a:pt x="4497741" y="489512"/>
                  </a:lnTo>
                  <a:lnTo>
                    <a:pt x="4497849" y="489512"/>
                  </a:lnTo>
                  <a:lnTo>
                    <a:pt x="4497849" y="488888"/>
                  </a:lnTo>
                  <a:lnTo>
                    <a:pt x="4497957" y="488888"/>
                  </a:lnTo>
                  <a:lnTo>
                    <a:pt x="4498066" y="488888"/>
                  </a:lnTo>
                  <a:lnTo>
                    <a:pt x="4498174" y="488888"/>
                  </a:lnTo>
                  <a:lnTo>
                    <a:pt x="4498283" y="488888"/>
                  </a:lnTo>
                  <a:lnTo>
                    <a:pt x="4498391" y="488888"/>
                  </a:lnTo>
                  <a:lnTo>
                    <a:pt x="4498500" y="488888"/>
                  </a:lnTo>
                  <a:lnTo>
                    <a:pt x="4498608" y="488888"/>
                  </a:lnTo>
                  <a:lnTo>
                    <a:pt x="4498717" y="488888"/>
                  </a:lnTo>
                  <a:lnTo>
                    <a:pt x="4498825" y="488888"/>
                  </a:lnTo>
                  <a:lnTo>
                    <a:pt x="4498933" y="488888"/>
                  </a:lnTo>
                  <a:lnTo>
                    <a:pt x="4498933" y="488264"/>
                  </a:lnTo>
                  <a:lnTo>
                    <a:pt x="4499042" y="488264"/>
                  </a:lnTo>
                  <a:lnTo>
                    <a:pt x="4499150" y="488264"/>
                  </a:lnTo>
                  <a:lnTo>
                    <a:pt x="4499259" y="488264"/>
                  </a:lnTo>
                  <a:lnTo>
                    <a:pt x="4499367" y="488264"/>
                  </a:lnTo>
                  <a:lnTo>
                    <a:pt x="4499476" y="488264"/>
                  </a:lnTo>
                  <a:lnTo>
                    <a:pt x="4499584" y="488264"/>
                  </a:lnTo>
                  <a:lnTo>
                    <a:pt x="4499693" y="488264"/>
                  </a:lnTo>
                  <a:lnTo>
                    <a:pt x="4499801" y="488264"/>
                  </a:lnTo>
                  <a:lnTo>
                    <a:pt x="4499909" y="488264"/>
                  </a:lnTo>
                  <a:lnTo>
                    <a:pt x="4499909" y="487641"/>
                  </a:lnTo>
                  <a:lnTo>
                    <a:pt x="4500018" y="487641"/>
                  </a:lnTo>
                  <a:lnTo>
                    <a:pt x="4500126" y="487641"/>
                  </a:lnTo>
                  <a:lnTo>
                    <a:pt x="4500235" y="487641"/>
                  </a:lnTo>
                  <a:lnTo>
                    <a:pt x="4500343" y="487641"/>
                  </a:lnTo>
                  <a:lnTo>
                    <a:pt x="4500452" y="487641"/>
                  </a:lnTo>
                  <a:lnTo>
                    <a:pt x="4500452" y="487017"/>
                  </a:lnTo>
                  <a:lnTo>
                    <a:pt x="4500560" y="487017"/>
                  </a:lnTo>
                  <a:lnTo>
                    <a:pt x="4500560" y="486394"/>
                  </a:lnTo>
                  <a:lnTo>
                    <a:pt x="4500669" y="486394"/>
                  </a:lnTo>
                  <a:lnTo>
                    <a:pt x="4500777" y="486394"/>
                  </a:lnTo>
                  <a:lnTo>
                    <a:pt x="4500777" y="485770"/>
                  </a:lnTo>
                  <a:lnTo>
                    <a:pt x="4500885" y="485770"/>
                  </a:lnTo>
                  <a:lnTo>
                    <a:pt x="4500994" y="485770"/>
                  </a:lnTo>
                  <a:lnTo>
                    <a:pt x="4501102" y="485770"/>
                  </a:lnTo>
                  <a:lnTo>
                    <a:pt x="4501211" y="485770"/>
                  </a:lnTo>
                  <a:lnTo>
                    <a:pt x="4501319" y="485770"/>
                  </a:lnTo>
                  <a:lnTo>
                    <a:pt x="4501428" y="485770"/>
                  </a:lnTo>
                  <a:lnTo>
                    <a:pt x="4501536" y="485770"/>
                  </a:lnTo>
                  <a:lnTo>
                    <a:pt x="4501645" y="485770"/>
                  </a:lnTo>
                  <a:lnTo>
                    <a:pt x="4501753" y="485770"/>
                  </a:lnTo>
                  <a:lnTo>
                    <a:pt x="4501861" y="485770"/>
                  </a:lnTo>
                  <a:lnTo>
                    <a:pt x="4501970" y="485770"/>
                  </a:lnTo>
                  <a:lnTo>
                    <a:pt x="4502078" y="485770"/>
                  </a:lnTo>
                  <a:lnTo>
                    <a:pt x="4502187" y="485770"/>
                  </a:lnTo>
                  <a:lnTo>
                    <a:pt x="4502295" y="485770"/>
                  </a:lnTo>
                  <a:lnTo>
                    <a:pt x="4502404" y="485770"/>
                  </a:lnTo>
                  <a:lnTo>
                    <a:pt x="4502512" y="485770"/>
                  </a:lnTo>
                  <a:lnTo>
                    <a:pt x="4502621" y="485770"/>
                  </a:lnTo>
                  <a:lnTo>
                    <a:pt x="4502729" y="485770"/>
                  </a:lnTo>
                  <a:lnTo>
                    <a:pt x="4502838" y="485770"/>
                  </a:lnTo>
                  <a:lnTo>
                    <a:pt x="4502946" y="485770"/>
                  </a:lnTo>
                  <a:lnTo>
                    <a:pt x="4503054" y="485770"/>
                  </a:lnTo>
                  <a:lnTo>
                    <a:pt x="4503163" y="485770"/>
                  </a:lnTo>
                  <a:lnTo>
                    <a:pt x="4503271" y="485770"/>
                  </a:lnTo>
                  <a:lnTo>
                    <a:pt x="4503380" y="485770"/>
                  </a:lnTo>
                  <a:lnTo>
                    <a:pt x="4503488" y="485770"/>
                  </a:lnTo>
                  <a:lnTo>
                    <a:pt x="4503597" y="485770"/>
                  </a:lnTo>
                  <a:lnTo>
                    <a:pt x="4503705" y="485770"/>
                  </a:lnTo>
                  <a:lnTo>
                    <a:pt x="4503814" y="485770"/>
                  </a:lnTo>
                  <a:lnTo>
                    <a:pt x="4503922" y="485770"/>
                  </a:lnTo>
                  <a:lnTo>
                    <a:pt x="4503922" y="485147"/>
                  </a:lnTo>
                  <a:lnTo>
                    <a:pt x="4504030" y="485147"/>
                  </a:lnTo>
                  <a:lnTo>
                    <a:pt x="4504139" y="485147"/>
                  </a:lnTo>
                  <a:lnTo>
                    <a:pt x="4504247" y="485147"/>
                  </a:lnTo>
                  <a:lnTo>
                    <a:pt x="4504356" y="485147"/>
                  </a:lnTo>
                  <a:lnTo>
                    <a:pt x="4504464" y="485147"/>
                  </a:lnTo>
                  <a:lnTo>
                    <a:pt x="4504573" y="485147"/>
                  </a:lnTo>
                  <a:lnTo>
                    <a:pt x="4504681" y="485147"/>
                  </a:lnTo>
                  <a:lnTo>
                    <a:pt x="4504790" y="485147"/>
                  </a:lnTo>
                  <a:lnTo>
                    <a:pt x="4504790" y="484523"/>
                  </a:lnTo>
                  <a:lnTo>
                    <a:pt x="4504898" y="484523"/>
                  </a:lnTo>
                  <a:lnTo>
                    <a:pt x="4505006" y="484523"/>
                  </a:lnTo>
                  <a:lnTo>
                    <a:pt x="4505115" y="484523"/>
                  </a:lnTo>
                  <a:lnTo>
                    <a:pt x="4505223" y="484523"/>
                  </a:lnTo>
                  <a:lnTo>
                    <a:pt x="4505332" y="484523"/>
                  </a:lnTo>
                  <a:lnTo>
                    <a:pt x="4505440" y="484523"/>
                  </a:lnTo>
                  <a:lnTo>
                    <a:pt x="4505549" y="484523"/>
                  </a:lnTo>
                  <a:lnTo>
                    <a:pt x="4505657" y="484523"/>
                  </a:lnTo>
                  <a:lnTo>
                    <a:pt x="4505766" y="484523"/>
                  </a:lnTo>
                  <a:lnTo>
                    <a:pt x="4505874" y="484523"/>
                  </a:lnTo>
                  <a:lnTo>
                    <a:pt x="4505982" y="484523"/>
                  </a:lnTo>
                  <a:lnTo>
                    <a:pt x="4506091" y="484523"/>
                  </a:lnTo>
                  <a:lnTo>
                    <a:pt x="4506199" y="484523"/>
                  </a:lnTo>
                  <a:lnTo>
                    <a:pt x="4506308" y="484523"/>
                  </a:lnTo>
                  <a:lnTo>
                    <a:pt x="4506416" y="484523"/>
                  </a:lnTo>
                  <a:lnTo>
                    <a:pt x="4506525" y="484523"/>
                  </a:lnTo>
                  <a:lnTo>
                    <a:pt x="4506525" y="483899"/>
                  </a:lnTo>
                  <a:lnTo>
                    <a:pt x="4506633" y="483899"/>
                  </a:lnTo>
                  <a:lnTo>
                    <a:pt x="4506633" y="483276"/>
                  </a:lnTo>
                  <a:lnTo>
                    <a:pt x="4506742" y="483276"/>
                  </a:lnTo>
                  <a:lnTo>
                    <a:pt x="4506850" y="483276"/>
                  </a:lnTo>
                  <a:lnTo>
                    <a:pt x="4506959" y="483276"/>
                  </a:lnTo>
                  <a:lnTo>
                    <a:pt x="4507067" y="483276"/>
                  </a:lnTo>
                  <a:lnTo>
                    <a:pt x="4507175" y="483276"/>
                  </a:lnTo>
                  <a:lnTo>
                    <a:pt x="4507284" y="483276"/>
                  </a:lnTo>
                  <a:lnTo>
                    <a:pt x="4507392" y="483276"/>
                  </a:lnTo>
                  <a:lnTo>
                    <a:pt x="4507501" y="483276"/>
                  </a:lnTo>
                  <a:lnTo>
                    <a:pt x="4507501" y="482652"/>
                  </a:lnTo>
                  <a:lnTo>
                    <a:pt x="4507609" y="482652"/>
                  </a:lnTo>
                  <a:lnTo>
                    <a:pt x="4507718" y="482652"/>
                  </a:lnTo>
                  <a:lnTo>
                    <a:pt x="4507826" y="482652"/>
                  </a:lnTo>
                  <a:lnTo>
                    <a:pt x="4507826" y="482029"/>
                  </a:lnTo>
                  <a:lnTo>
                    <a:pt x="4507935" y="482029"/>
                  </a:lnTo>
                  <a:lnTo>
                    <a:pt x="4508043" y="482029"/>
                  </a:lnTo>
                  <a:lnTo>
                    <a:pt x="4508151" y="482029"/>
                  </a:lnTo>
                  <a:lnTo>
                    <a:pt x="4508260" y="482029"/>
                  </a:lnTo>
                  <a:lnTo>
                    <a:pt x="4508368" y="482029"/>
                  </a:lnTo>
                  <a:lnTo>
                    <a:pt x="4508477" y="482029"/>
                  </a:lnTo>
                  <a:lnTo>
                    <a:pt x="4508585" y="482029"/>
                  </a:lnTo>
                  <a:lnTo>
                    <a:pt x="4508694" y="482029"/>
                  </a:lnTo>
                  <a:lnTo>
                    <a:pt x="4508802" y="482029"/>
                  </a:lnTo>
                  <a:lnTo>
                    <a:pt x="4508911" y="482029"/>
                  </a:lnTo>
                  <a:lnTo>
                    <a:pt x="4509019" y="482029"/>
                  </a:lnTo>
                  <a:lnTo>
                    <a:pt x="4509127" y="482029"/>
                  </a:lnTo>
                  <a:lnTo>
                    <a:pt x="4509236" y="482029"/>
                  </a:lnTo>
                  <a:lnTo>
                    <a:pt x="4509344" y="482029"/>
                  </a:lnTo>
                  <a:lnTo>
                    <a:pt x="4509453" y="482029"/>
                  </a:lnTo>
                  <a:lnTo>
                    <a:pt x="4509453" y="481405"/>
                  </a:lnTo>
                  <a:lnTo>
                    <a:pt x="4509561" y="481405"/>
                  </a:lnTo>
                  <a:lnTo>
                    <a:pt x="4509670" y="481405"/>
                  </a:lnTo>
                  <a:lnTo>
                    <a:pt x="4509670" y="480781"/>
                  </a:lnTo>
                  <a:lnTo>
                    <a:pt x="4509670" y="480158"/>
                  </a:lnTo>
                  <a:lnTo>
                    <a:pt x="4509778" y="480158"/>
                  </a:lnTo>
                  <a:lnTo>
                    <a:pt x="4509887" y="480158"/>
                  </a:lnTo>
                  <a:lnTo>
                    <a:pt x="4509995" y="480158"/>
                  </a:lnTo>
                  <a:lnTo>
                    <a:pt x="4510103" y="480158"/>
                  </a:lnTo>
                  <a:lnTo>
                    <a:pt x="4510103" y="479534"/>
                  </a:lnTo>
                  <a:lnTo>
                    <a:pt x="4510212" y="479534"/>
                  </a:lnTo>
                  <a:lnTo>
                    <a:pt x="4510320" y="479534"/>
                  </a:lnTo>
                  <a:lnTo>
                    <a:pt x="4510429" y="479534"/>
                  </a:lnTo>
                  <a:lnTo>
                    <a:pt x="4510537" y="479534"/>
                  </a:lnTo>
                  <a:lnTo>
                    <a:pt x="4510537" y="478911"/>
                  </a:lnTo>
                  <a:lnTo>
                    <a:pt x="4510646" y="478911"/>
                  </a:lnTo>
                  <a:lnTo>
                    <a:pt x="4510754" y="478911"/>
                  </a:lnTo>
                  <a:lnTo>
                    <a:pt x="4510863" y="478911"/>
                  </a:lnTo>
                  <a:lnTo>
                    <a:pt x="4510971" y="478911"/>
                  </a:lnTo>
                  <a:lnTo>
                    <a:pt x="4511080" y="478911"/>
                  </a:lnTo>
                  <a:lnTo>
                    <a:pt x="4511188" y="478911"/>
                  </a:lnTo>
                  <a:lnTo>
                    <a:pt x="4511296" y="478911"/>
                  </a:lnTo>
                  <a:lnTo>
                    <a:pt x="4511405" y="478911"/>
                  </a:lnTo>
                  <a:lnTo>
                    <a:pt x="4511513" y="478911"/>
                  </a:lnTo>
                  <a:lnTo>
                    <a:pt x="4511622" y="478911"/>
                  </a:lnTo>
                  <a:lnTo>
                    <a:pt x="4511730" y="478911"/>
                  </a:lnTo>
                  <a:lnTo>
                    <a:pt x="4511839" y="478911"/>
                  </a:lnTo>
                  <a:lnTo>
                    <a:pt x="4511947" y="478911"/>
                  </a:lnTo>
                  <a:lnTo>
                    <a:pt x="4511947" y="478287"/>
                  </a:lnTo>
                  <a:lnTo>
                    <a:pt x="4512056" y="478287"/>
                  </a:lnTo>
                  <a:lnTo>
                    <a:pt x="4512164" y="478287"/>
                  </a:lnTo>
                  <a:lnTo>
                    <a:pt x="4512272" y="478287"/>
                  </a:lnTo>
                  <a:lnTo>
                    <a:pt x="4512381" y="478287"/>
                  </a:lnTo>
                  <a:lnTo>
                    <a:pt x="4512489" y="478287"/>
                  </a:lnTo>
                  <a:lnTo>
                    <a:pt x="4512489" y="477664"/>
                  </a:lnTo>
                  <a:lnTo>
                    <a:pt x="4512598" y="477664"/>
                  </a:lnTo>
                  <a:lnTo>
                    <a:pt x="4512706" y="477664"/>
                  </a:lnTo>
                  <a:lnTo>
                    <a:pt x="4512815" y="477664"/>
                  </a:lnTo>
                  <a:lnTo>
                    <a:pt x="4512923" y="477664"/>
                  </a:lnTo>
                  <a:lnTo>
                    <a:pt x="4512923" y="477040"/>
                  </a:lnTo>
                  <a:lnTo>
                    <a:pt x="4513032" y="477040"/>
                  </a:lnTo>
                  <a:lnTo>
                    <a:pt x="4513140" y="477040"/>
                  </a:lnTo>
                  <a:lnTo>
                    <a:pt x="4513140" y="476416"/>
                  </a:lnTo>
                  <a:lnTo>
                    <a:pt x="4513248" y="476416"/>
                  </a:lnTo>
                  <a:lnTo>
                    <a:pt x="4513357" y="476416"/>
                  </a:lnTo>
                  <a:lnTo>
                    <a:pt x="4513465" y="476416"/>
                  </a:lnTo>
                  <a:lnTo>
                    <a:pt x="4513574" y="476416"/>
                  </a:lnTo>
                  <a:lnTo>
                    <a:pt x="4513682" y="476416"/>
                  </a:lnTo>
                  <a:lnTo>
                    <a:pt x="4513791" y="476416"/>
                  </a:lnTo>
                  <a:lnTo>
                    <a:pt x="4513899" y="476416"/>
                  </a:lnTo>
                  <a:lnTo>
                    <a:pt x="4514008" y="476416"/>
                  </a:lnTo>
                  <a:lnTo>
                    <a:pt x="4514116" y="476416"/>
                  </a:lnTo>
                  <a:lnTo>
                    <a:pt x="4514224" y="476416"/>
                  </a:lnTo>
                  <a:lnTo>
                    <a:pt x="4514333" y="476416"/>
                  </a:lnTo>
                  <a:lnTo>
                    <a:pt x="4514333" y="475793"/>
                  </a:lnTo>
                  <a:lnTo>
                    <a:pt x="4514441" y="475793"/>
                  </a:lnTo>
                  <a:lnTo>
                    <a:pt x="4514550" y="475793"/>
                  </a:lnTo>
                  <a:lnTo>
                    <a:pt x="4514658" y="475793"/>
                  </a:lnTo>
                  <a:lnTo>
                    <a:pt x="4514767" y="475793"/>
                  </a:lnTo>
                  <a:lnTo>
                    <a:pt x="4514767" y="475169"/>
                  </a:lnTo>
                  <a:lnTo>
                    <a:pt x="4514767" y="474546"/>
                  </a:lnTo>
                  <a:lnTo>
                    <a:pt x="4514875" y="474546"/>
                  </a:lnTo>
                  <a:lnTo>
                    <a:pt x="4514984" y="474546"/>
                  </a:lnTo>
                  <a:lnTo>
                    <a:pt x="4515092" y="474546"/>
                  </a:lnTo>
                  <a:lnTo>
                    <a:pt x="4515201" y="474546"/>
                  </a:lnTo>
                  <a:lnTo>
                    <a:pt x="4515309" y="474546"/>
                  </a:lnTo>
                  <a:lnTo>
                    <a:pt x="4515417" y="474546"/>
                  </a:lnTo>
                  <a:lnTo>
                    <a:pt x="4515526" y="474546"/>
                  </a:lnTo>
                  <a:lnTo>
                    <a:pt x="4515634" y="474546"/>
                  </a:lnTo>
                  <a:lnTo>
                    <a:pt x="4515743" y="474546"/>
                  </a:lnTo>
                  <a:lnTo>
                    <a:pt x="4515743" y="473922"/>
                  </a:lnTo>
                  <a:lnTo>
                    <a:pt x="4515851" y="473922"/>
                  </a:lnTo>
                  <a:lnTo>
                    <a:pt x="4515960" y="473922"/>
                  </a:lnTo>
                  <a:lnTo>
                    <a:pt x="4516068" y="473922"/>
                  </a:lnTo>
                  <a:lnTo>
                    <a:pt x="4516177" y="473922"/>
                  </a:lnTo>
                  <a:lnTo>
                    <a:pt x="4516285" y="473922"/>
                  </a:lnTo>
                  <a:lnTo>
                    <a:pt x="4516393" y="473922"/>
                  </a:lnTo>
                  <a:lnTo>
                    <a:pt x="4516502" y="473922"/>
                  </a:lnTo>
                  <a:lnTo>
                    <a:pt x="4516610" y="473922"/>
                  </a:lnTo>
                  <a:lnTo>
                    <a:pt x="4516719" y="473922"/>
                  </a:lnTo>
                  <a:lnTo>
                    <a:pt x="4516827" y="473922"/>
                  </a:lnTo>
                  <a:lnTo>
                    <a:pt x="4516936" y="473922"/>
                  </a:lnTo>
                  <a:lnTo>
                    <a:pt x="4517044" y="473922"/>
                  </a:lnTo>
                  <a:lnTo>
                    <a:pt x="4517153" y="473922"/>
                  </a:lnTo>
                  <a:lnTo>
                    <a:pt x="4517261" y="473922"/>
                  </a:lnTo>
                  <a:lnTo>
                    <a:pt x="4517369" y="473922"/>
                  </a:lnTo>
                  <a:lnTo>
                    <a:pt x="4517478" y="473922"/>
                  </a:lnTo>
                  <a:lnTo>
                    <a:pt x="4517586" y="473922"/>
                  </a:lnTo>
                  <a:lnTo>
                    <a:pt x="4517695" y="473922"/>
                  </a:lnTo>
                  <a:lnTo>
                    <a:pt x="4517803" y="473922"/>
                  </a:lnTo>
                  <a:lnTo>
                    <a:pt x="4517912" y="473922"/>
                  </a:lnTo>
                  <a:lnTo>
                    <a:pt x="4518020" y="473922"/>
                  </a:lnTo>
                  <a:lnTo>
                    <a:pt x="4518129" y="473922"/>
                  </a:lnTo>
                  <a:lnTo>
                    <a:pt x="4518237" y="473922"/>
                  </a:lnTo>
                  <a:lnTo>
                    <a:pt x="4518345" y="473922"/>
                  </a:lnTo>
                  <a:lnTo>
                    <a:pt x="4518454" y="473922"/>
                  </a:lnTo>
                  <a:lnTo>
                    <a:pt x="4518562" y="473922"/>
                  </a:lnTo>
                  <a:lnTo>
                    <a:pt x="4518562" y="473298"/>
                  </a:lnTo>
                  <a:lnTo>
                    <a:pt x="4518562" y="472675"/>
                  </a:lnTo>
                  <a:lnTo>
                    <a:pt x="4518671" y="472675"/>
                  </a:lnTo>
                  <a:lnTo>
                    <a:pt x="4518779" y="472675"/>
                  </a:lnTo>
                  <a:lnTo>
                    <a:pt x="4518888" y="472675"/>
                  </a:lnTo>
                  <a:lnTo>
                    <a:pt x="4518996" y="472675"/>
                  </a:lnTo>
                  <a:lnTo>
                    <a:pt x="4519105" y="472675"/>
                  </a:lnTo>
                  <a:lnTo>
                    <a:pt x="4519213" y="472675"/>
                  </a:lnTo>
                  <a:lnTo>
                    <a:pt x="4519322" y="472675"/>
                  </a:lnTo>
                  <a:lnTo>
                    <a:pt x="4519430" y="472675"/>
                  </a:lnTo>
                  <a:lnTo>
                    <a:pt x="4519538" y="472675"/>
                  </a:lnTo>
                  <a:lnTo>
                    <a:pt x="4519647" y="472675"/>
                  </a:lnTo>
                  <a:lnTo>
                    <a:pt x="4519755" y="472675"/>
                  </a:lnTo>
                  <a:lnTo>
                    <a:pt x="4519864" y="472675"/>
                  </a:lnTo>
                  <a:lnTo>
                    <a:pt x="4519972" y="472675"/>
                  </a:lnTo>
                  <a:lnTo>
                    <a:pt x="4520081" y="472675"/>
                  </a:lnTo>
                  <a:lnTo>
                    <a:pt x="4520189" y="472675"/>
                  </a:lnTo>
                  <a:lnTo>
                    <a:pt x="4520298" y="472675"/>
                  </a:lnTo>
                  <a:lnTo>
                    <a:pt x="4520406" y="472675"/>
                  </a:lnTo>
                  <a:lnTo>
                    <a:pt x="4520514" y="472675"/>
                  </a:lnTo>
                  <a:lnTo>
                    <a:pt x="4520514" y="472051"/>
                  </a:lnTo>
                  <a:lnTo>
                    <a:pt x="4520623" y="472051"/>
                  </a:lnTo>
                  <a:lnTo>
                    <a:pt x="4520731" y="472051"/>
                  </a:lnTo>
                  <a:lnTo>
                    <a:pt x="4520840" y="472051"/>
                  </a:lnTo>
                  <a:lnTo>
                    <a:pt x="4520948" y="472051"/>
                  </a:lnTo>
                  <a:lnTo>
                    <a:pt x="4521057" y="472051"/>
                  </a:lnTo>
                  <a:lnTo>
                    <a:pt x="4521165" y="472051"/>
                  </a:lnTo>
                  <a:lnTo>
                    <a:pt x="4521274" y="472051"/>
                  </a:lnTo>
                  <a:lnTo>
                    <a:pt x="4521382" y="472051"/>
                  </a:lnTo>
                  <a:lnTo>
                    <a:pt x="4521490" y="472051"/>
                  </a:lnTo>
                  <a:lnTo>
                    <a:pt x="4521599" y="472051"/>
                  </a:lnTo>
                  <a:lnTo>
                    <a:pt x="4521707" y="472051"/>
                  </a:lnTo>
                  <a:lnTo>
                    <a:pt x="4521816" y="472051"/>
                  </a:lnTo>
                  <a:lnTo>
                    <a:pt x="4521924" y="472051"/>
                  </a:lnTo>
                  <a:lnTo>
                    <a:pt x="4522033" y="472051"/>
                  </a:lnTo>
                  <a:lnTo>
                    <a:pt x="4522141" y="472051"/>
                  </a:lnTo>
                  <a:lnTo>
                    <a:pt x="4522250" y="472051"/>
                  </a:lnTo>
                  <a:lnTo>
                    <a:pt x="4522250" y="471428"/>
                  </a:lnTo>
                  <a:lnTo>
                    <a:pt x="4522358" y="471428"/>
                  </a:lnTo>
                  <a:lnTo>
                    <a:pt x="4522466" y="471428"/>
                  </a:lnTo>
                  <a:lnTo>
                    <a:pt x="4522575" y="471428"/>
                  </a:lnTo>
                  <a:lnTo>
                    <a:pt x="4522575" y="470804"/>
                  </a:lnTo>
                  <a:lnTo>
                    <a:pt x="4522683" y="470804"/>
                  </a:lnTo>
                  <a:lnTo>
                    <a:pt x="4522683" y="470181"/>
                  </a:lnTo>
                  <a:lnTo>
                    <a:pt x="4522792" y="470181"/>
                  </a:lnTo>
                  <a:lnTo>
                    <a:pt x="4522900" y="470181"/>
                  </a:lnTo>
                  <a:lnTo>
                    <a:pt x="4523009" y="470181"/>
                  </a:lnTo>
                  <a:lnTo>
                    <a:pt x="4523117" y="470181"/>
                  </a:lnTo>
                  <a:lnTo>
                    <a:pt x="4523226" y="470181"/>
                  </a:lnTo>
                  <a:lnTo>
                    <a:pt x="4523334" y="470181"/>
                  </a:lnTo>
                  <a:lnTo>
                    <a:pt x="4523442" y="470181"/>
                  </a:lnTo>
                  <a:lnTo>
                    <a:pt x="4523551" y="470181"/>
                  </a:lnTo>
                  <a:lnTo>
                    <a:pt x="4523659" y="470181"/>
                  </a:lnTo>
                  <a:lnTo>
                    <a:pt x="4523768" y="470181"/>
                  </a:lnTo>
                  <a:lnTo>
                    <a:pt x="4523768" y="469557"/>
                  </a:lnTo>
                  <a:lnTo>
                    <a:pt x="4523876" y="469557"/>
                  </a:lnTo>
                  <a:lnTo>
                    <a:pt x="4523985" y="469557"/>
                  </a:lnTo>
                  <a:lnTo>
                    <a:pt x="4524093" y="469557"/>
                  </a:lnTo>
                  <a:lnTo>
                    <a:pt x="4524202" y="469557"/>
                  </a:lnTo>
                  <a:lnTo>
                    <a:pt x="4524310" y="469557"/>
                  </a:lnTo>
                  <a:lnTo>
                    <a:pt x="4524419" y="469557"/>
                  </a:lnTo>
                  <a:lnTo>
                    <a:pt x="4524527" y="469557"/>
                  </a:lnTo>
                  <a:lnTo>
                    <a:pt x="4524527" y="468933"/>
                  </a:lnTo>
                  <a:lnTo>
                    <a:pt x="4524635" y="468933"/>
                  </a:lnTo>
                  <a:lnTo>
                    <a:pt x="4524744" y="468933"/>
                  </a:lnTo>
                  <a:lnTo>
                    <a:pt x="4524852" y="468933"/>
                  </a:lnTo>
                  <a:lnTo>
                    <a:pt x="4524961" y="468933"/>
                  </a:lnTo>
                  <a:lnTo>
                    <a:pt x="4525069" y="468933"/>
                  </a:lnTo>
                  <a:lnTo>
                    <a:pt x="4525178" y="468933"/>
                  </a:lnTo>
                  <a:lnTo>
                    <a:pt x="4525286" y="468933"/>
                  </a:lnTo>
                  <a:lnTo>
                    <a:pt x="4525395" y="468933"/>
                  </a:lnTo>
                  <a:lnTo>
                    <a:pt x="4525395" y="468310"/>
                  </a:lnTo>
                  <a:lnTo>
                    <a:pt x="4525503" y="468310"/>
                  </a:lnTo>
                  <a:lnTo>
                    <a:pt x="4525611" y="468310"/>
                  </a:lnTo>
                  <a:lnTo>
                    <a:pt x="4525611" y="467686"/>
                  </a:lnTo>
                  <a:lnTo>
                    <a:pt x="4525720" y="467686"/>
                  </a:lnTo>
                  <a:lnTo>
                    <a:pt x="4525828" y="467686"/>
                  </a:lnTo>
                  <a:lnTo>
                    <a:pt x="4525937" y="467686"/>
                  </a:lnTo>
                  <a:lnTo>
                    <a:pt x="4525937" y="467063"/>
                  </a:lnTo>
                  <a:lnTo>
                    <a:pt x="4526045" y="467063"/>
                  </a:lnTo>
                  <a:lnTo>
                    <a:pt x="4526154" y="467063"/>
                  </a:lnTo>
                  <a:lnTo>
                    <a:pt x="4526262" y="467063"/>
                  </a:lnTo>
                  <a:lnTo>
                    <a:pt x="4526371" y="467063"/>
                  </a:lnTo>
                  <a:lnTo>
                    <a:pt x="4526479" y="467063"/>
                  </a:lnTo>
                  <a:lnTo>
                    <a:pt x="4526587" y="467063"/>
                  </a:lnTo>
                  <a:lnTo>
                    <a:pt x="4526696" y="467063"/>
                  </a:lnTo>
                  <a:lnTo>
                    <a:pt x="4526804" y="467063"/>
                  </a:lnTo>
                  <a:lnTo>
                    <a:pt x="4526913" y="467063"/>
                  </a:lnTo>
                  <a:lnTo>
                    <a:pt x="4527021" y="467063"/>
                  </a:lnTo>
                  <a:lnTo>
                    <a:pt x="4527130" y="467063"/>
                  </a:lnTo>
                  <a:lnTo>
                    <a:pt x="4527238" y="467063"/>
                  </a:lnTo>
                  <a:lnTo>
                    <a:pt x="4527347" y="467063"/>
                  </a:lnTo>
                  <a:lnTo>
                    <a:pt x="4527455" y="467063"/>
                  </a:lnTo>
                  <a:lnTo>
                    <a:pt x="4527563" y="467063"/>
                  </a:lnTo>
                  <a:lnTo>
                    <a:pt x="4527672" y="467063"/>
                  </a:lnTo>
                  <a:lnTo>
                    <a:pt x="4527780" y="467063"/>
                  </a:lnTo>
                  <a:lnTo>
                    <a:pt x="4527889" y="467063"/>
                  </a:lnTo>
                  <a:lnTo>
                    <a:pt x="4527997" y="467063"/>
                  </a:lnTo>
                  <a:lnTo>
                    <a:pt x="4528106" y="467063"/>
                  </a:lnTo>
                  <a:lnTo>
                    <a:pt x="4528214" y="467063"/>
                  </a:lnTo>
                  <a:lnTo>
                    <a:pt x="4528323" y="467063"/>
                  </a:lnTo>
                  <a:lnTo>
                    <a:pt x="4528431" y="467063"/>
                  </a:lnTo>
                  <a:lnTo>
                    <a:pt x="4528540" y="467063"/>
                  </a:lnTo>
                  <a:lnTo>
                    <a:pt x="4528648" y="467063"/>
                  </a:lnTo>
                  <a:lnTo>
                    <a:pt x="4528756" y="467063"/>
                  </a:lnTo>
                  <a:lnTo>
                    <a:pt x="4528865" y="467063"/>
                  </a:lnTo>
                  <a:lnTo>
                    <a:pt x="4528973" y="467063"/>
                  </a:lnTo>
                  <a:lnTo>
                    <a:pt x="4529082" y="467063"/>
                  </a:lnTo>
                  <a:lnTo>
                    <a:pt x="4529082" y="466439"/>
                  </a:lnTo>
                  <a:lnTo>
                    <a:pt x="4529082" y="465815"/>
                  </a:lnTo>
                  <a:lnTo>
                    <a:pt x="4529190" y="465815"/>
                  </a:lnTo>
                  <a:lnTo>
                    <a:pt x="4529190" y="465192"/>
                  </a:lnTo>
                  <a:lnTo>
                    <a:pt x="4529190" y="464568"/>
                  </a:lnTo>
                  <a:lnTo>
                    <a:pt x="4529299" y="464568"/>
                  </a:lnTo>
                  <a:lnTo>
                    <a:pt x="4529407" y="464568"/>
                  </a:lnTo>
                  <a:lnTo>
                    <a:pt x="4529516" y="464568"/>
                  </a:lnTo>
                  <a:lnTo>
                    <a:pt x="4529624" y="464568"/>
                  </a:lnTo>
                  <a:lnTo>
                    <a:pt x="4529732" y="464568"/>
                  </a:lnTo>
                  <a:lnTo>
                    <a:pt x="4529841" y="464568"/>
                  </a:lnTo>
                  <a:lnTo>
                    <a:pt x="4529949" y="464568"/>
                  </a:lnTo>
                  <a:lnTo>
                    <a:pt x="4530058" y="464568"/>
                  </a:lnTo>
                  <a:lnTo>
                    <a:pt x="4530166" y="464568"/>
                  </a:lnTo>
                  <a:lnTo>
                    <a:pt x="4530275" y="464568"/>
                  </a:lnTo>
                  <a:lnTo>
                    <a:pt x="4530383" y="464568"/>
                  </a:lnTo>
                  <a:lnTo>
                    <a:pt x="4530492" y="464568"/>
                  </a:lnTo>
                  <a:lnTo>
                    <a:pt x="4530600" y="464568"/>
                  </a:lnTo>
                  <a:lnTo>
                    <a:pt x="4530708" y="464568"/>
                  </a:lnTo>
                  <a:lnTo>
                    <a:pt x="4530817" y="464568"/>
                  </a:lnTo>
                  <a:lnTo>
                    <a:pt x="4530925" y="464568"/>
                  </a:lnTo>
                  <a:lnTo>
                    <a:pt x="4531034" y="464568"/>
                  </a:lnTo>
                  <a:lnTo>
                    <a:pt x="4531142" y="464568"/>
                  </a:lnTo>
                  <a:lnTo>
                    <a:pt x="4531251" y="464568"/>
                  </a:lnTo>
                  <a:lnTo>
                    <a:pt x="4531359" y="464568"/>
                  </a:lnTo>
                  <a:lnTo>
                    <a:pt x="4531468" y="464568"/>
                  </a:lnTo>
                  <a:lnTo>
                    <a:pt x="4531576" y="464568"/>
                  </a:lnTo>
                  <a:lnTo>
                    <a:pt x="4531684" y="464568"/>
                  </a:lnTo>
                  <a:lnTo>
                    <a:pt x="4531793" y="464568"/>
                  </a:lnTo>
                  <a:lnTo>
                    <a:pt x="4531901" y="464568"/>
                  </a:lnTo>
                  <a:lnTo>
                    <a:pt x="4532010" y="464568"/>
                  </a:lnTo>
                  <a:lnTo>
                    <a:pt x="4532118" y="464568"/>
                  </a:lnTo>
                  <a:lnTo>
                    <a:pt x="4532227" y="464568"/>
                  </a:lnTo>
                  <a:lnTo>
                    <a:pt x="4532335" y="464568"/>
                  </a:lnTo>
                  <a:lnTo>
                    <a:pt x="4532444" y="464568"/>
                  </a:lnTo>
                  <a:lnTo>
                    <a:pt x="4532444" y="463945"/>
                  </a:lnTo>
                  <a:lnTo>
                    <a:pt x="4532444" y="463321"/>
                  </a:lnTo>
                  <a:lnTo>
                    <a:pt x="4532552" y="463321"/>
                  </a:lnTo>
                  <a:lnTo>
                    <a:pt x="4532661" y="463321"/>
                  </a:lnTo>
                  <a:lnTo>
                    <a:pt x="4532769" y="463321"/>
                  </a:lnTo>
                  <a:lnTo>
                    <a:pt x="4532877" y="463321"/>
                  </a:lnTo>
                  <a:lnTo>
                    <a:pt x="4532986" y="463321"/>
                  </a:lnTo>
                  <a:lnTo>
                    <a:pt x="4533094" y="463321"/>
                  </a:lnTo>
                  <a:lnTo>
                    <a:pt x="4533203" y="463321"/>
                  </a:lnTo>
                  <a:lnTo>
                    <a:pt x="4533311" y="463321"/>
                  </a:lnTo>
                  <a:lnTo>
                    <a:pt x="4533420" y="463321"/>
                  </a:lnTo>
                  <a:lnTo>
                    <a:pt x="4533528" y="463321"/>
                  </a:lnTo>
                  <a:lnTo>
                    <a:pt x="4533637" y="463321"/>
                  </a:lnTo>
                  <a:lnTo>
                    <a:pt x="4533745" y="463321"/>
                  </a:lnTo>
                  <a:lnTo>
                    <a:pt x="4533853" y="463321"/>
                  </a:lnTo>
                  <a:lnTo>
                    <a:pt x="4533962" y="463321"/>
                  </a:lnTo>
                  <a:lnTo>
                    <a:pt x="4534070" y="463321"/>
                  </a:lnTo>
                  <a:lnTo>
                    <a:pt x="4534179" y="463321"/>
                  </a:lnTo>
                  <a:lnTo>
                    <a:pt x="4534287" y="463321"/>
                  </a:lnTo>
                  <a:lnTo>
                    <a:pt x="4534396" y="463321"/>
                  </a:lnTo>
                  <a:lnTo>
                    <a:pt x="4534504" y="463321"/>
                  </a:lnTo>
                  <a:lnTo>
                    <a:pt x="4534613" y="463321"/>
                  </a:lnTo>
                  <a:lnTo>
                    <a:pt x="4534721" y="463321"/>
                  </a:lnTo>
                  <a:lnTo>
                    <a:pt x="4534829" y="463321"/>
                  </a:lnTo>
                  <a:lnTo>
                    <a:pt x="4534938" y="463321"/>
                  </a:lnTo>
                  <a:lnTo>
                    <a:pt x="4535046" y="463321"/>
                  </a:lnTo>
                  <a:lnTo>
                    <a:pt x="4535155" y="463321"/>
                  </a:lnTo>
                  <a:lnTo>
                    <a:pt x="4535263" y="463321"/>
                  </a:lnTo>
                  <a:lnTo>
                    <a:pt x="4535372" y="463321"/>
                  </a:lnTo>
                  <a:lnTo>
                    <a:pt x="4535480" y="463321"/>
                  </a:lnTo>
                  <a:lnTo>
                    <a:pt x="4535589" y="463321"/>
                  </a:lnTo>
                  <a:lnTo>
                    <a:pt x="4535697" y="463321"/>
                  </a:lnTo>
                  <a:lnTo>
                    <a:pt x="4535805" y="463321"/>
                  </a:lnTo>
                  <a:lnTo>
                    <a:pt x="4535805" y="462698"/>
                  </a:lnTo>
                  <a:lnTo>
                    <a:pt x="4535914" y="462698"/>
                  </a:lnTo>
                  <a:lnTo>
                    <a:pt x="4536022" y="462698"/>
                  </a:lnTo>
                  <a:lnTo>
                    <a:pt x="4536131" y="462698"/>
                  </a:lnTo>
                  <a:lnTo>
                    <a:pt x="4536239" y="462698"/>
                  </a:lnTo>
                  <a:lnTo>
                    <a:pt x="4536348" y="462698"/>
                  </a:lnTo>
                  <a:lnTo>
                    <a:pt x="4536456" y="462698"/>
                  </a:lnTo>
                  <a:lnTo>
                    <a:pt x="4536565" y="462698"/>
                  </a:lnTo>
                  <a:lnTo>
                    <a:pt x="4536673" y="462698"/>
                  </a:lnTo>
                  <a:lnTo>
                    <a:pt x="4536782" y="462698"/>
                  </a:lnTo>
                  <a:lnTo>
                    <a:pt x="4536890" y="462698"/>
                  </a:lnTo>
                  <a:lnTo>
                    <a:pt x="4536998" y="462698"/>
                  </a:lnTo>
                  <a:lnTo>
                    <a:pt x="4537107" y="462698"/>
                  </a:lnTo>
                  <a:lnTo>
                    <a:pt x="4537215" y="462698"/>
                  </a:lnTo>
                  <a:lnTo>
                    <a:pt x="4537324" y="462698"/>
                  </a:lnTo>
                  <a:lnTo>
                    <a:pt x="4537432" y="462698"/>
                  </a:lnTo>
                  <a:lnTo>
                    <a:pt x="4537541" y="462698"/>
                  </a:lnTo>
                  <a:lnTo>
                    <a:pt x="4537649" y="462698"/>
                  </a:lnTo>
                  <a:lnTo>
                    <a:pt x="4537758" y="462698"/>
                  </a:lnTo>
                  <a:lnTo>
                    <a:pt x="4537758" y="462074"/>
                  </a:lnTo>
                  <a:lnTo>
                    <a:pt x="4537866" y="462074"/>
                  </a:lnTo>
                  <a:lnTo>
                    <a:pt x="4537866" y="461450"/>
                  </a:lnTo>
                  <a:lnTo>
                    <a:pt x="4537974" y="461450"/>
                  </a:lnTo>
                  <a:lnTo>
                    <a:pt x="4538083" y="461450"/>
                  </a:lnTo>
                  <a:lnTo>
                    <a:pt x="4538191" y="461450"/>
                  </a:lnTo>
                  <a:lnTo>
                    <a:pt x="4538191" y="460827"/>
                  </a:lnTo>
                  <a:lnTo>
                    <a:pt x="4538300" y="460827"/>
                  </a:lnTo>
                  <a:lnTo>
                    <a:pt x="4538408" y="460827"/>
                  </a:lnTo>
                  <a:lnTo>
                    <a:pt x="4538517" y="460827"/>
                  </a:lnTo>
                  <a:lnTo>
                    <a:pt x="4538625" y="460827"/>
                  </a:lnTo>
                  <a:lnTo>
                    <a:pt x="4538734" y="460827"/>
                  </a:lnTo>
                  <a:lnTo>
                    <a:pt x="4538842" y="460827"/>
                  </a:lnTo>
                  <a:lnTo>
                    <a:pt x="4538950" y="460827"/>
                  </a:lnTo>
                  <a:lnTo>
                    <a:pt x="4539059" y="460827"/>
                  </a:lnTo>
                  <a:lnTo>
                    <a:pt x="4539167" y="460827"/>
                  </a:lnTo>
                  <a:lnTo>
                    <a:pt x="4539167" y="460203"/>
                  </a:lnTo>
                  <a:lnTo>
                    <a:pt x="4539276" y="460203"/>
                  </a:lnTo>
                  <a:lnTo>
                    <a:pt x="4539384" y="460203"/>
                  </a:lnTo>
                  <a:lnTo>
                    <a:pt x="4539493" y="460203"/>
                  </a:lnTo>
                  <a:lnTo>
                    <a:pt x="4539601" y="460203"/>
                  </a:lnTo>
                  <a:lnTo>
                    <a:pt x="4539710" y="460203"/>
                  </a:lnTo>
                  <a:lnTo>
                    <a:pt x="4539818" y="460203"/>
                  </a:lnTo>
                  <a:lnTo>
                    <a:pt x="4539926" y="460203"/>
                  </a:lnTo>
                  <a:lnTo>
                    <a:pt x="4540035" y="460203"/>
                  </a:lnTo>
                  <a:lnTo>
                    <a:pt x="4540143" y="460203"/>
                  </a:lnTo>
                  <a:lnTo>
                    <a:pt x="4540252" y="460203"/>
                  </a:lnTo>
                  <a:lnTo>
                    <a:pt x="4540360" y="460203"/>
                  </a:lnTo>
                  <a:lnTo>
                    <a:pt x="4540469" y="460203"/>
                  </a:lnTo>
                  <a:lnTo>
                    <a:pt x="4540577" y="460203"/>
                  </a:lnTo>
                  <a:lnTo>
                    <a:pt x="4540686" y="460203"/>
                  </a:lnTo>
                  <a:lnTo>
                    <a:pt x="4540794" y="460203"/>
                  </a:lnTo>
                  <a:lnTo>
                    <a:pt x="4540794" y="459580"/>
                  </a:lnTo>
                  <a:lnTo>
                    <a:pt x="4540794" y="458956"/>
                  </a:lnTo>
                  <a:lnTo>
                    <a:pt x="4540903" y="458956"/>
                  </a:lnTo>
                  <a:lnTo>
                    <a:pt x="4541011" y="458956"/>
                  </a:lnTo>
                  <a:lnTo>
                    <a:pt x="4541119" y="458956"/>
                  </a:lnTo>
                  <a:lnTo>
                    <a:pt x="4541228" y="458956"/>
                  </a:lnTo>
                  <a:lnTo>
                    <a:pt x="4541336" y="458956"/>
                  </a:lnTo>
                  <a:lnTo>
                    <a:pt x="4541445" y="458956"/>
                  </a:lnTo>
                  <a:lnTo>
                    <a:pt x="4541553" y="458956"/>
                  </a:lnTo>
                  <a:lnTo>
                    <a:pt x="4541662" y="458956"/>
                  </a:lnTo>
                  <a:lnTo>
                    <a:pt x="4541770" y="458956"/>
                  </a:lnTo>
                  <a:lnTo>
                    <a:pt x="4541879" y="458956"/>
                  </a:lnTo>
                  <a:lnTo>
                    <a:pt x="4541987" y="458956"/>
                  </a:lnTo>
                  <a:lnTo>
                    <a:pt x="4542095" y="458956"/>
                  </a:lnTo>
                  <a:lnTo>
                    <a:pt x="4542204" y="458956"/>
                  </a:lnTo>
                  <a:lnTo>
                    <a:pt x="4542312" y="458956"/>
                  </a:lnTo>
                  <a:lnTo>
                    <a:pt x="4542421" y="458956"/>
                  </a:lnTo>
                  <a:lnTo>
                    <a:pt x="4542529" y="458956"/>
                  </a:lnTo>
                  <a:lnTo>
                    <a:pt x="4542638" y="458956"/>
                  </a:lnTo>
                  <a:lnTo>
                    <a:pt x="4542746" y="458956"/>
                  </a:lnTo>
                  <a:lnTo>
                    <a:pt x="4542855" y="458956"/>
                  </a:lnTo>
                  <a:lnTo>
                    <a:pt x="4542963" y="458956"/>
                  </a:lnTo>
                  <a:lnTo>
                    <a:pt x="4543071" y="458956"/>
                  </a:lnTo>
                  <a:lnTo>
                    <a:pt x="4543180" y="458956"/>
                  </a:lnTo>
                  <a:lnTo>
                    <a:pt x="4543288" y="458956"/>
                  </a:lnTo>
                  <a:lnTo>
                    <a:pt x="4543397" y="458956"/>
                  </a:lnTo>
                  <a:lnTo>
                    <a:pt x="4543505" y="458956"/>
                  </a:lnTo>
                  <a:lnTo>
                    <a:pt x="4543614" y="458956"/>
                  </a:lnTo>
                  <a:lnTo>
                    <a:pt x="4543722" y="458956"/>
                  </a:lnTo>
                  <a:lnTo>
                    <a:pt x="4543831" y="458956"/>
                  </a:lnTo>
                  <a:lnTo>
                    <a:pt x="4543939" y="458956"/>
                  </a:lnTo>
                  <a:lnTo>
                    <a:pt x="4544047" y="458956"/>
                  </a:lnTo>
                  <a:lnTo>
                    <a:pt x="4544156" y="458956"/>
                  </a:lnTo>
                  <a:lnTo>
                    <a:pt x="4544264" y="458956"/>
                  </a:lnTo>
                  <a:lnTo>
                    <a:pt x="4544264" y="458333"/>
                  </a:lnTo>
                  <a:lnTo>
                    <a:pt x="4544373" y="458333"/>
                  </a:lnTo>
                  <a:lnTo>
                    <a:pt x="4544481" y="458333"/>
                  </a:lnTo>
                  <a:lnTo>
                    <a:pt x="4544590" y="458333"/>
                  </a:lnTo>
                  <a:lnTo>
                    <a:pt x="4544698" y="458333"/>
                  </a:lnTo>
                  <a:lnTo>
                    <a:pt x="4544807" y="458333"/>
                  </a:lnTo>
                  <a:lnTo>
                    <a:pt x="4544915" y="458333"/>
                  </a:lnTo>
                  <a:lnTo>
                    <a:pt x="4545023" y="458333"/>
                  </a:lnTo>
                  <a:lnTo>
                    <a:pt x="4545132" y="458333"/>
                  </a:lnTo>
                  <a:lnTo>
                    <a:pt x="4545240" y="458333"/>
                  </a:lnTo>
                  <a:lnTo>
                    <a:pt x="4545349" y="458333"/>
                  </a:lnTo>
                  <a:lnTo>
                    <a:pt x="4545457" y="458333"/>
                  </a:lnTo>
                  <a:lnTo>
                    <a:pt x="4545566" y="458333"/>
                  </a:lnTo>
                  <a:lnTo>
                    <a:pt x="4545566" y="457709"/>
                  </a:lnTo>
                  <a:lnTo>
                    <a:pt x="4545674" y="457709"/>
                  </a:lnTo>
                  <a:lnTo>
                    <a:pt x="4545783" y="457709"/>
                  </a:lnTo>
                  <a:lnTo>
                    <a:pt x="4545891" y="457709"/>
                  </a:lnTo>
                  <a:lnTo>
                    <a:pt x="4546000" y="457709"/>
                  </a:lnTo>
                  <a:lnTo>
                    <a:pt x="4546108" y="457709"/>
                  </a:lnTo>
                  <a:lnTo>
                    <a:pt x="4546216" y="457709"/>
                  </a:lnTo>
                  <a:lnTo>
                    <a:pt x="4546325" y="457709"/>
                  </a:lnTo>
                  <a:lnTo>
                    <a:pt x="4546433" y="457709"/>
                  </a:lnTo>
                  <a:lnTo>
                    <a:pt x="4546542" y="457709"/>
                  </a:lnTo>
                  <a:lnTo>
                    <a:pt x="4546650" y="457709"/>
                  </a:lnTo>
                  <a:lnTo>
                    <a:pt x="4546759" y="457709"/>
                  </a:lnTo>
                  <a:lnTo>
                    <a:pt x="4546867" y="457709"/>
                  </a:lnTo>
                  <a:lnTo>
                    <a:pt x="4546976" y="457709"/>
                  </a:lnTo>
                  <a:lnTo>
                    <a:pt x="4547084" y="457709"/>
                  </a:lnTo>
                  <a:lnTo>
                    <a:pt x="4547192" y="457709"/>
                  </a:lnTo>
                  <a:lnTo>
                    <a:pt x="4547301" y="457709"/>
                  </a:lnTo>
                  <a:lnTo>
                    <a:pt x="4547409" y="457709"/>
                  </a:lnTo>
                  <a:lnTo>
                    <a:pt x="4547518" y="457709"/>
                  </a:lnTo>
                  <a:lnTo>
                    <a:pt x="4547626" y="457709"/>
                  </a:lnTo>
                  <a:lnTo>
                    <a:pt x="4547735" y="457709"/>
                  </a:lnTo>
                  <a:lnTo>
                    <a:pt x="4547843" y="457709"/>
                  </a:lnTo>
                  <a:lnTo>
                    <a:pt x="4547952" y="457709"/>
                  </a:lnTo>
                  <a:lnTo>
                    <a:pt x="4548060" y="457709"/>
                  </a:lnTo>
                  <a:lnTo>
                    <a:pt x="4548168" y="457709"/>
                  </a:lnTo>
                  <a:lnTo>
                    <a:pt x="4548277" y="457709"/>
                  </a:lnTo>
                  <a:lnTo>
                    <a:pt x="4548385" y="457709"/>
                  </a:lnTo>
                  <a:lnTo>
                    <a:pt x="4548494" y="457709"/>
                  </a:lnTo>
                  <a:lnTo>
                    <a:pt x="4548602" y="457709"/>
                  </a:lnTo>
                  <a:lnTo>
                    <a:pt x="4548711" y="457709"/>
                  </a:lnTo>
                  <a:lnTo>
                    <a:pt x="4548819" y="457709"/>
                  </a:lnTo>
                  <a:lnTo>
                    <a:pt x="4548928" y="457709"/>
                  </a:lnTo>
                  <a:lnTo>
                    <a:pt x="4549036" y="457709"/>
                  </a:lnTo>
                  <a:lnTo>
                    <a:pt x="4549144" y="457709"/>
                  </a:lnTo>
                  <a:lnTo>
                    <a:pt x="4549253" y="457709"/>
                  </a:lnTo>
                  <a:lnTo>
                    <a:pt x="4549361" y="457709"/>
                  </a:lnTo>
                  <a:lnTo>
                    <a:pt x="4549470" y="457709"/>
                  </a:lnTo>
                  <a:lnTo>
                    <a:pt x="4549578" y="457709"/>
                  </a:lnTo>
                  <a:lnTo>
                    <a:pt x="4549687" y="457709"/>
                  </a:lnTo>
                  <a:lnTo>
                    <a:pt x="4549795" y="457709"/>
                  </a:lnTo>
                  <a:lnTo>
                    <a:pt x="4549904" y="457709"/>
                  </a:lnTo>
                  <a:lnTo>
                    <a:pt x="4550012" y="457709"/>
                  </a:lnTo>
                  <a:lnTo>
                    <a:pt x="4550121" y="457709"/>
                  </a:lnTo>
                  <a:lnTo>
                    <a:pt x="4550229" y="457709"/>
                  </a:lnTo>
                  <a:lnTo>
                    <a:pt x="4550337" y="457709"/>
                  </a:lnTo>
                  <a:lnTo>
                    <a:pt x="4550446" y="457709"/>
                  </a:lnTo>
                  <a:lnTo>
                    <a:pt x="4550554" y="457709"/>
                  </a:lnTo>
                  <a:lnTo>
                    <a:pt x="4550663" y="457709"/>
                  </a:lnTo>
                  <a:lnTo>
                    <a:pt x="4550771" y="457709"/>
                  </a:lnTo>
                  <a:lnTo>
                    <a:pt x="4550880" y="457709"/>
                  </a:lnTo>
                  <a:lnTo>
                    <a:pt x="4550988" y="457709"/>
                  </a:lnTo>
                  <a:lnTo>
                    <a:pt x="4551097" y="457709"/>
                  </a:lnTo>
                  <a:lnTo>
                    <a:pt x="4551205" y="457709"/>
                  </a:lnTo>
                  <a:lnTo>
                    <a:pt x="4551313" y="457709"/>
                  </a:lnTo>
                  <a:lnTo>
                    <a:pt x="4551422" y="457709"/>
                  </a:lnTo>
                  <a:lnTo>
                    <a:pt x="4551530" y="457709"/>
                  </a:lnTo>
                  <a:lnTo>
                    <a:pt x="4551639" y="457709"/>
                  </a:lnTo>
                  <a:lnTo>
                    <a:pt x="4551747" y="457709"/>
                  </a:lnTo>
                  <a:lnTo>
                    <a:pt x="4551856" y="457709"/>
                  </a:lnTo>
                  <a:lnTo>
                    <a:pt x="4551964" y="457709"/>
                  </a:lnTo>
                  <a:lnTo>
                    <a:pt x="4552073" y="457709"/>
                  </a:lnTo>
                  <a:lnTo>
                    <a:pt x="4552181" y="457709"/>
                  </a:lnTo>
                  <a:lnTo>
                    <a:pt x="4552289" y="457709"/>
                  </a:lnTo>
                  <a:lnTo>
                    <a:pt x="4552398" y="457709"/>
                  </a:lnTo>
                  <a:lnTo>
                    <a:pt x="4552506" y="457709"/>
                  </a:lnTo>
                  <a:lnTo>
                    <a:pt x="4552615" y="457709"/>
                  </a:lnTo>
                  <a:lnTo>
                    <a:pt x="4552723" y="457709"/>
                  </a:lnTo>
                  <a:lnTo>
                    <a:pt x="4552723" y="457085"/>
                  </a:lnTo>
                  <a:lnTo>
                    <a:pt x="4552832" y="457085"/>
                  </a:lnTo>
                  <a:lnTo>
                    <a:pt x="4552940" y="457085"/>
                  </a:lnTo>
                  <a:lnTo>
                    <a:pt x="4553049" y="457085"/>
                  </a:lnTo>
                  <a:lnTo>
                    <a:pt x="4553157" y="457085"/>
                  </a:lnTo>
                  <a:lnTo>
                    <a:pt x="4553265" y="457085"/>
                  </a:lnTo>
                  <a:lnTo>
                    <a:pt x="4553374" y="457085"/>
                  </a:lnTo>
                  <a:lnTo>
                    <a:pt x="4553482" y="457085"/>
                  </a:lnTo>
                  <a:lnTo>
                    <a:pt x="4553591" y="457085"/>
                  </a:lnTo>
                  <a:lnTo>
                    <a:pt x="4553699" y="457085"/>
                  </a:lnTo>
                  <a:lnTo>
                    <a:pt x="4553808" y="457085"/>
                  </a:lnTo>
                  <a:lnTo>
                    <a:pt x="4553916" y="457085"/>
                  </a:lnTo>
                  <a:lnTo>
                    <a:pt x="4554025" y="457085"/>
                  </a:lnTo>
                  <a:lnTo>
                    <a:pt x="4554133" y="457085"/>
                  </a:lnTo>
                  <a:lnTo>
                    <a:pt x="4554242" y="457085"/>
                  </a:lnTo>
                  <a:lnTo>
                    <a:pt x="4554350" y="457085"/>
                  </a:lnTo>
                  <a:lnTo>
                    <a:pt x="4554458" y="457085"/>
                  </a:lnTo>
                  <a:lnTo>
                    <a:pt x="4554567" y="457085"/>
                  </a:lnTo>
                  <a:lnTo>
                    <a:pt x="4554675" y="457085"/>
                  </a:lnTo>
                  <a:lnTo>
                    <a:pt x="4554784" y="457085"/>
                  </a:lnTo>
                  <a:lnTo>
                    <a:pt x="4554784" y="456462"/>
                  </a:lnTo>
                  <a:lnTo>
                    <a:pt x="4554784" y="455838"/>
                  </a:lnTo>
                  <a:lnTo>
                    <a:pt x="4554892" y="455838"/>
                  </a:lnTo>
                  <a:lnTo>
                    <a:pt x="4555001" y="455838"/>
                  </a:lnTo>
                  <a:lnTo>
                    <a:pt x="4555109" y="455838"/>
                  </a:lnTo>
                  <a:lnTo>
                    <a:pt x="4555218" y="455838"/>
                  </a:lnTo>
                  <a:lnTo>
                    <a:pt x="4555326" y="455838"/>
                  </a:lnTo>
                  <a:lnTo>
                    <a:pt x="4555434" y="455838"/>
                  </a:lnTo>
                  <a:lnTo>
                    <a:pt x="4555543" y="455838"/>
                  </a:lnTo>
                  <a:lnTo>
                    <a:pt x="4555651" y="455838"/>
                  </a:lnTo>
                  <a:lnTo>
                    <a:pt x="4555760" y="455838"/>
                  </a:lnTo>
                  <a:lnTo>
                    <a:pt x="4555868" y="455838"/>
                  </a:lnTo>
                  <a:lnTo>
                    <a:pt x="4555977" y="455838"/>
                  </a:lnTo>
                  <a:lnTo>
                    <a:pt x="4556085" y="455838"/>
                  </a:lnTo>
                  <a:lnTo>
                    <a:pt x="4556194" y="455838"/>
                  </a:lnTo>
                  <a:lnTo>
                    <a:pt x="4556302" y="455838"/>
                  </a:lnTo>
                  <a:lnTo>
                    <a:pt x="4556410" y="455838"/>
                  </a:lnTo>
                  <a:lnTo>
                    <a:pt x="4556519" y="455838"/>
                  </a:lnTo>
                  <a:lnTo>
                    <a:pt x="4556627" y="455838"/>
                  </a:lnTo>
                  <a:lnTo>
                    <a:pt x="4556736" y="455838"/>
                  </a:lnTo>
                  <a:lnTo>
                    <a:pt x="4556736" y="455215"/>
                  </a:lnTo>
                  <a:lnTo>
                    <a:pt x="4556844" y="455215"/>
                  </a:lnTo>
                  <a:lnTo>
                    <a:pt x="4556953" y="455215"/>
                  </a:lnTo>
                  <a:lnTo>
                    <a:pt x="4556953" y="454591"/>
                  </a:lnTo>
                  <a:lnTo>
                    <a:pt x="4557061" y="454591"/>
                  </a:lnTo>
                  <a:lnTo>
                    <a:pt x="4557170" y="454591"/>
                  </a:lnTo>
                  <a:lnTo>
                    <a:pt x="4557278" y="454591"/>
                  </a:lnTo>
                  <a:lnTo>
                    <a:pt x="4557278" y="453967"/>
                  </a:lnTo>
                  <a:lnTo>
                    <a:pt x="4557386" y="453967"/>
                  </a:lnTo>
                  <a:lnTo>
                    <a:pt x="4557495" y="453967"/>
                  </a:lnTo>
                  <a:lnTo>
                    <a:pt x="4557603" y="453967"/>
                  </a:lnTo>
                  <a:lnTo>
                    <a:pt x="4557712" y="453967"/>
                  </a:lnTo>
                  <a:lnTo>
                    <a:pt x="4557820" y="453967"/>
                  </a:lnTo>
                  <a:lnTo>
                    <a:pt x="4557820" y="453344"/>
                  </a:lnTo>
                  <a:lnTo>
                    <a:pt x="4557929" y="453344"/>
                  </a:lnTo>
                  <a:lnTo>
                    <a:pt x="4558037" y="453344"/>
                  </a:lnTo>
                  <a:lnTo>
                    <a:pt x="4558146" y="453344"/>
                  </a:lnTo>
                  <a:lnTo>
                    <a:pt x="4558254" y="453344"/>
                  </a:lnTo>
                  <a:lnTo>
                    <a:pt x="4558363" y="453344"/>
                  </a:lnTo>
                  <a:lnTo>
                    <a:pt x="4558471" y="453344"/>
                  </a:lnTo>
                  <a:lnTo>
                    <a:pt x="4558579" y="453344"/>
                  </a:lnTo>
                  <a:lnTo>
                    <a:pt x="4558688" y="453344"/>
                  </a:lnTo>
                  <a:lnTo>
                    <a:pt x="4558796" y="453344"/>
                  </a:lnTo>
                  <a:lnTo>
                    <a:pt x="4558905" y="453344"/>
                  </a:lnTo>
                  <a:lnTo>
                    <a:pt x="4559013" y="453344"/>
                  </a:lnTo>
                  <a:lnTo>
                    <a:pt x="4559122" y="453344"/>
                  </a:lnTo>
                  <a:lnTo>
                    <a:pt x="4559122" y="452720"/>
                  </a:lnTo>
                  <a:lnTo>
                    <a:pt x="4559230" y="452720"/>
                  </a:lnTo>
                  <a:lnTo>
                    <a:pt x="4559339" y="452720"/>
                  </a:lnTo>
                  <a:lnTo>
                    <a:pt x="4559447" y="452720"/>
                  </a:lnTo>
                  <a:lnTo>
                    <a:pt x="4559555" y="452720"/>
                  </a:lnTo>
                  <a:lnTo>
                    <a:pt x="4559664" y="452720"/>
                  </a:lnTo>
                  <a:lnTo>
                    <a:pt x="4559772" y="452720"/>
                  </a:lnTo>
                  <a:lnTo>
                    <a:pt x="4559881" y="452720"/>
                  </a:lnTo>
                  <a:lnTo>
                    <a:pt x="4559989" y="452720"/>
                  </a:lnTo>
                  <a:lnTo>
                    <a:pt x="4560098" y="452720"/>
                  </a:lnTo>
                  <a:lnTo>
                    <a:pt x="4560206" y="452720"/>
                  </a:lnTo>
                  <a:lnTo>
                    <a:pt x="4560315" y="452720"/>
                  </a:lnTo>
                  <a:lnTo>
                    <a:pt x="4560423" y="452720"/>
                  </a:lnTo>
                  <a:lnTo>
                    <a:pt x="4560531" y="452720"/>
                  </a:lnTo>
                  <a:lnTo>
                    <a:pt x="4560640" y="452720"/>
                  </a:lnTo>
                  <a:lnTo>
                    <a:pt x="4560748" y="452720"/>
                  </a:lnTo>
                  <a:lnTo>
                    <a:pt x="4560857" y="452720"/>
                  </a:lnTo>
                  <a:lnTo>
                    <a:pt x="4560965" y="452720"/>
                  </a:lnTo>
                  <a:lnTo>
                    <a:pt x="4561074" y="452720"/>
                  </a:lnTo>
                  <a:lnTo>
                    <a:pt x="4561182" y="452720"/>
                  </a:lnTo>
                  <a:lnTo>
                    <a:pt x="4561291" y="452720"/>
                  </a:lnTo>
                  <a:lnTo>
                    <a:pt x="4561399" y="452720"/>
                  </a:lnTo>
                  <a:lnTo>
                    <a:pt x="4561507" y="452720"/>
                  </a:lnTo>
                  <a:lnTo>
                    <a:pt x="4561616" y="452720"/>
                  </a:lnTo>
                  <a:lnTo>
                    <a:pt x="4561724" y="452720"/>
                  </a:lnTo>
                  <a:lnTo>
                    <a:pt x="4561833" y="452720"/>
                  </a:lnTo>
                  <a:lnTo>
                    <a:pt x="4561833" y="452097"/>
                  </a:lnTo>
                  <a:lnTo>
                    <a:pt x="4561941" y="452097"/>
                  </a:lnTo>
                  <a:lnTo>
                    <a:pt x="4562050" y="452097"/>
                  </a:lnTo>
                  <a:lnTo>
                    <a:pt x="4562050" y="451473"/>
                  </a:lnTo>
                  <a:lnTo>
                    <a:pt x="4562158" y="451473"/>
                  </a:lnTo>
                  <a:lnTo>
                    <a:pt x="4562267" y="451473"/>
                  </a:lnTo>
                  <a:lnTo>
                    <a:pt x="4562375" y="451473"/>
                  </a:lnTo>
                  <a:lnTo>
                    <a:pt x="4562375" y="450850"/>
                  </a:lnTo>
                  <a:lnTo>
                    <a:pt x="4562484" y="450850"/>
                  </a:lnTo>
                  <a:lnTo>
                    <a:pt x="4562592" y="450850"/>
                  </a:lnTo>
                  <a:lnTo>
                    <a:pt x="4562700" y="450850"/>
                  </a:lnTo>
                  <a:lnTo>
                    <a:pt x="4562700" y="450226"/>
                  </a:lnTo>
                  <a:lnTo>
                    <a:pt x="4562809" y="450226"/>
                  </a:lnTo>
                  <a:lnTo>
                    <a:pt x="4562917" y="450226"/>
                  </a:lnTo>
                  <a:lnTo>
                    <a:pt x="4563026" y="450226"/>
                  </a:lnTo>
                  <a:lnTo>
                    <a:pt x="4563134" y="450226"/>
                  </a:lnTo>
                  <a:lnTo>
                    <a:pt x="4563243" y="450226"/>
                  </a:lnTo>
                  <a:lnTo>
                    <a:pt x="4563351" y="450226"/>
                  </a:lnTo>
                  <a:lnTo>
                    <a:pt x="4563460" y="450226"/>
                  </a:lnTo>
                  <a:lnTo>
                    <a:pt x="4563568" y="450226"/>
                  </a:lnTo>
                  <a:lnTo>
                    <a:pt x="4563676" y="450226"/>
                  </a:lnTo>
                  <a:lnTo>
                    <a:pt x="4563785" y="450226"/>
                  </a:lnTo>
                  <a:lnTo>
                    <a:pt x="4563893" y="450226"/>
                  </a:lnTo>
                  <a:lnTo>
                    <a:pt x="4564002" y="450226"/>
                  </a:lnTo>
                  <a:lnTo>
                    <a:pt x="4564002" y="449602"/>
                  </a:lnTo>
                  <a:lnTo>
                    <a:pt x="4564110" y="449602"/>
                  </a:lnTo>
                  <a:lnTo>
                    <a:pt x="4564219" y="449602"/>
                  </a:lnTo>
                  <a:lnTo>
                    <a:pt x="4564327" y="449602"/>
                  </a:lnTo>
                  <a:lnTo>
                    <a:pt x="4564436" y="449602"/>
                  </a:lnTo>
                  <a:lnTo>
                    <a:pt x="4564544" y="449602"/>
                  </a:lnTo>
                  <a:lnTo>
                    <a:pt x="4564652" y="449602"/>
                  </a:lnTo>
                  <a:lnTo>
                    <a:pt x="4564652" y="448979"/>
                  </a:lnTo>
                  <a:lnTo>
                    <a:pt x="4564761" y="448979"/>
                  </a:lnTo>
                  <a:lnTo>
                    <a:pt x="4564869" y="448979"/>
                  </a:lnTo>
                  <a:lnTo>
                    <a:pt x="4564978" y="448979"/>
                  </a:lnTo>
                  <a:lnTo>
                    <a:pt x="4565086" y="448979"/>
                  </a:lnTo>
                  <a:lnTo>
                    <a:pt x="4565195" y="448979"/>
                  </a:lnTo>
                  <a:lnTo>
                    <a:pt x="4565303" y="448979"/>
                  </a:lnTo>
                  <a:lnTo>
                    <a:pt x="4565303" y="448355"/>
                  </a:lnTo>
                  <a:lnTo>
                    <a:pt x="4565412" y="448355"/>
                  </a:lnTo>
                  <a:lnTo>
                    <a:pt x="4565412" y="447732"/>
                  </a:lnTo>
                  <a:lnTo>
                    <a:pt x="4565520" y="447732"/>
                  </a:lnTo>
                  <a:lnTo>
                    <a:pt x="4565628" y="447732"/>
                  </a:lnTo>
                  <a:lnTo>
                    <a:pt x="4565737" y="447732"/>
                  </a:lnTo>
                  <a:lnTo>
                    <a:pt x="4565845" y="447732"/>
                  </a:lnTo>
                  <a:lnTo>
                    <a:pt x="4565954" y="447732"/>
                  </a:lnTo>
                  <a:lnTo>
                    <a:pt x="4566062" y="447732"/>
                  </a:lnTo>
                  <a:lnTo>
                    <a:pt x="4566171" y="447732"/>
                  </a:lnTo>
                  <a:lnTo>
                    <a:pt x="4566279" y="447732"/>
                  </a:lnTo>
                  <a:lnTo>
                    <a:pt x="4566388" y="447732"/>
                  </a:lnTo>
                  <a:lnTo>
                    <a:pt x="4566496" y="447732"/>
                  </a:lnTo>
                  <a:lnTo>
                    <a:pt x="4566605" y="447732"/>
                  </a:lnTo>
                  <a:lnTo>
                    <a:pt x="4566605" y="447108"/>
                  </a:lnTo>
                  <a:lnTo>
                    <a:pt x="4566605" y="446484"/>
                  </a:lnTo>
                  <a:lnTo>
                    <a:pt x="4566713" y="446484"/>
                  </a:lnTo>
                  <a:lnTo>
                    <a:pt x="4566821" y="446484"/>
                  </a:lnTo>
                  <a:lnTo>
                    <a:pt x="4566930" y="446484"/>
                  </a:lnTo>
                  <a:lnTo>
                    <a:pt x="4567038" y="446484"/>
                  </a:lnTo>
                  <a:lnTo>
                    <a:pt x="4567147" y="446484"/>
                  </a:lnTo>
                  <a:lnTo>
                    <a:pt x="4567255" y="446484"/>
                  </a:lnTo>
                  <a:lnTo>
                    <a:pt x="4567364" y="446484"/>
                  </a:lnTo>
                  <a:lnTo>
                    <a:pt x="4567472" y="446484"/>
                  </a:lnTo>
                  <a:lnTo>
                    <a:pt x="4567581" y="446484"/>
                  </a:lnTo>
                  <a:lnTo>
                    <a:pt x="4567689" y="446484"/>
                  </a:lnTo>
                  <a:lnTo>
                    <a:pt x="4567797" y="446484"/>
                  </a:lnTo>
                  <a:lnTo>
                    <a:pt x="4567906" y="446484"/>
                  </a:lnTo>
                  <a:lnTo>
                    <a:pt x="4568014" y="446484"/>
                  </a:lnTo>
                  <a:lnTo>
                    <a:pt x="4568123" y="446484"/>
                  </a:lnTo>
                  <a:lnTo>
                    <a:pt x="4568123" y="445861"/>
                  </a:lnTo>
                  <a:lnTo>
                    <a:pt x="4568231" y="445861"/>
                  </a:lnTo>
                  <a:lnTo>
                    <a:pt x="4568340" y="445861"/>
                  </a:lnTo>
                  <a:lnTo>
                    <a:pt x="4568448" y="445861"/>
                  </a:lnTo>
                  <a:lnTo>
                    <a:pt x="4568557" y="445861"/>
                  </a:lnTo>
                  <a:lnTo>
                    <a:pt x="4568665" y="445861"/>
                  </a:lnTo>
                  <a:lnTo>
                    <a:pt x="4568773" y="445861"/>
                  </a:lnTo>
                  <a:lnTo>
                    <a:pt x="4568882" y="445861"/>
                  </a:lnTo>
                  <a:lnTo>
                    <a:pt x="4568990" y="445861"/>
                  </a:lnTo>
                  <a:lnTo>
                    <a:pt x="4568990" y="445237"/>
                  </a:lnTo>
                  <a:lnTo>
                    <a:pt x="4568990" y="444614"/>
                  </a:lnTo>
                  <a:lnTo>
                    <a:pt x="4568990" y="443990"/>
                  </a:lnTo>
                  <a:lnTo>
                    <a:pt x="4569099" y="443990"/>
                  </a:lnTo>
                  <a:lnTo>
                    <a:pt x="4569207" y="443990"/>
                  </a:lnTo>
                  <a:lnTo>
                    <a:pt x="4569316" y="443990"/>
                  </a:lnTo>
                  <a:lnTo>
                    <a:pt x="4569424" y="443990"/>
                  </a:lnTo>
                  <a:lnTo>
                    <a:pt x="4569533" y="443990"/>
                  </a:lnTo>
                  <a:lnTo>
                    <a:pt x="4569533" y="443367"/>
                  </a:lnTo>
                  <a:lnTo>
                    <a:pt x="4569641" y="443367"/>
                  </a:lnTo>
                  <a:lnTo>
                    <a:pt x="4569749" y="443367"/>
                  </a:lnTo>
                  <a:lnTo>
                    <a:pt x="4569858" y="443367"/>
                  </a:lnTo>
                  <a:lnTo>
                    <a:pt x="4569966" y="443367"/>
                  </a:lnTo>
                  <a:lnTo>
                    <a:pt x="4570075" y="443367"/>
                  </a:lnTo>
                  <a:lnTo>
                    <a:pt x="4570183" y="443367"/>
                  </a:lnTo>
                  <a:lnTo>
                    <a:pt x="4570183" y="442743"/>
                  </a:lnTo>
                  <a:lnTo>
                    <a:pt x="4570292" y="442743"/>
                  </a:lnTo>
                  <a:lnTo>
                    <a:pt x="4570400" y="442743"/>
                  </a:lnTo>
                  <a:lnTo>
                    <a:pt x="4570509" y="442743"/>
                  </a:lnTo>
                  <a:lnTo>
                    <a:pt x="4570617" y="442743"/>
                  </a:lnTo>
                  <a:lnTo>
                    <a:pt x="4570725" y="442743"/>
                  </a:lnTo>
                  <a:lnTo>
                    <a:pt x="4570834" y="442743"/>
                  </a:lnTo>
                  <a:lnTo>
                    <a:pt x="4570942" y="442743"/>
                  </a:lnTo>
                  <a:lnTo>
                    <a:pt x="4571051" y="442743"/>
                  </a:lnTo>
                  <a:lnTo>
                    <a:pt x="4571159" y="442743"/>
                  </a:lnTo>
                  <a:lnTo>
                    <a:pt x="4571268" y="442743"/>
                  </a:lnTo>
                  <a:lnTo>
                    <a:pt x="4571376" y="442743"/>
                  </a:lnTo>
                  <a:lnTo>
                    <a:pt x="4571485" y="442743"/>
                  </a:lnTo>
                  <a:lnTo>
                    <a:pt x="4571593" y="442743"/>
                  </a:lnTo>
                  <a:lnTo>
                    <a:pt x="4571702" y="442743"/>
                  </a:lnTo>
                  <a:lnTo>
                    <a:pt x="4571810" y="442743"/>
                  </a:lnTo>
                  <a:lnTo>
                    <a:pt x="4571918" y="442743"/>
                  </a:lnTo>
                  <a:lnTo>
                    <a:pt x="4571918" y="442119"/>
                  </a:lnTo>
                  <a:lnTo>
                    <a:pt x="4572027" y="442119"/>
                  </a:lnTo>
                  <a:lnTo>
                    <a:pt x="4572135" y="442119"/>
                  </a:lnTo>
                  <a:lnTo>
                    <a:pt x="4572244" y="442119"/>
                  </a:lnTo>
                  <a:lnTo>
                    <a:pt x="4572244" y="441496"/>
                  </a:lnTo>
                  <a:lnTo>
                    <a:pt x="4572352" y="441496"/>
                  </a:lnTo>
                  <a:lnTo>
                    <a:pt x="4572461" y="441496"/>
                  </a:lnTo>
                  <a:lnTo>
                    <a:pt x="4572569" y="441496"/>
                  </a:lnTo>
                  <a:lnTo>
                    <a:pt x="4572678" y="441496"/>
                  </a:lnTo>
                  <a:lnTo>
                    <a:pt x="4572786" y="441496"/>
                  </a:lnTo>
                  <a:lnTo>
                    <a:pt x="4572894" y="441496"/>
                  </a:lnTo>
                  <a:lnTo>
                    <a:pt x="4573003" y="441496"/>
                  </a:lnTo>
                  <a:lnTo>
                    <a:pt x="4573111" y="441496"/>
                  </a:lnTo>
                  <a:lnTo>
                    <a:pt x="4573220" y="441496"/>
                  </a:lnTo>
                  <a:lnTo>
                    <a:pt x="4573328" y="441496"/>
                  </a:lnTo>
                  <a:lnTo>
                    <a:pt x="4573437" y="441496"/>
                  </a:lnTo>
                  <a:lnTo>
                    <a:pt x="4573545" y="441496"/>
                  </a:lnTo>
                  <a:lnTo>
                    <a:pt x="4573654" y="441496"/>
                  </a:lnTo>
                  <a:lnTo>
                    <a:pt x="4573762" y="441496"/>
                  </a:lnTo>
                  <a:lnTo>
                    <a:pt x="4573870" y="441496"/>
                  </a:lnTo>
                  <a:lnTo>
                    <a:pt x="4573979" y="441496"/>
                  </a:lnTo>
                  <a:lnTo>
                    <a:pt x="4574087" y="441496"/>
                  </a:lnTo>
                  <a:lnTo>
                    <a:pt x="4574196" y="441496"/>
                  </a:lnTo>
                  <a:lnTo>
                    <a:pt x="4574304" y="441496"/>
                  </a:lnTo>
                  <a:lnTo>
                    <a:pt x="4574413" y="441496"/>
                  </a:lnTo>
                  <a:lnTo>
                    <a:pt x="4574521" y="441496"/>
                  </a:lnTo>
                  <a:lnTo>
                    <a:pt x="4574630" y="441496"/>
                  </a:lnTo>
                  <a:lnTo>
                    <a:pt x="4574630" y="440872"/>
                  </a:lnTo>
                  <a:lnTo>
                    <a:pt x="4574738" y="440872"/>
                  </a:lnTo>
                  <a:lnTo>
                    <a:pt x="4574846" y="440872"/>
                  </a:lnTo>
                  <a:lnTo>
                    <a:pt x="4574955" y="440872"/>
                  </a:lnTo>
                  <a:lnTo>
                    <a:pt x="4575063" y="440872"/>
                  </a:lnTo>
                  <a:lnTo>
                    <a:pt x="4575172" y="440872"/>
                  </a:lnTo>
                  <a:lnTo>
                    <a:pt x="4575280" y="440872"/>
                  </a:lnTo>
                  <a:lnTo>
                    <a:pt x="4575389" y="440872"/>
                  </a:lnTo>
                  <a:lnTo>
                    <a:pt x="4575497" y="440872"/>
                  </a:lnTo>
                  <a:lnTo>
                    <a:pt x="4575497" y="440249"/>
                  </a:lnTo>
                  <a:lnTo>
                    <a:pt x="4575606" y="440249"/>
                  </a:lnTo>
                  <a:lnTo>
                    <a:pt x="4575714" y="440249"/>
                  </a:lnTo>
                  <a:lnTo>
                    <a:pt x="4575823" y="440249"/>
                  </a:lnTo>
                  <a:lnTo>
                    <a:pt x="4575931" y="440249"/>
                  </a:lnTo>
                  <a:lnTo>
                    <a:pt x="4575931" y="439625"/>
                  </a:lnTo>
                  <a:lnTo>
                    <a:pt x="4576039" y="439625"/>
                  </a:lnTo>
                  <a:lnTo>
                    <a:pt x="4576148" y="439625"/>
                  </a:lnTo>
                  <a:lnTo>
                    <a:pt x="4576256" y="439625"/>
                  </a:lnTo>
                  <a:lnTo>
                    <a:pt x="4576365" y="439625"/>
                  </a:lnTo>
                  <a:lnTo>
                    <a:pt x="4576473" y="439625"/>
                  </a:lnTo>
                  <a:lnTo>
                    <a:pt x="4576582" y="439625"/>
                  </a:lnTo>
                  <a:lnTo>
                    <a:pt x="4576690" y="439625"/>
                  </a:lnTo>
                  <a:lnTo>
                    <a:pt x="4576799" y="439625"/>
                  </a:lnTo>
                  <a:lnTo>
                    <a:pt x="4576907" y="439625"/>
                  </a:lnTo>
                  <a:lnTo>
                    <a:pt x="4577015" y="439625"/>
                  </a:lnTo>
                  <a:lnTo>
                    <a:pt x="4577124" y="439625"/>
                  </a:lnTo>
                  <a:lnTo>
                    <a:pt x="4577232" y="439625"/>
                  </a:lnTo>
                  <a:lnTo>
                    <a:pt x="4577341" y="439625"/>
                  </a:lnTo>
                  <a:lnTo>
                    <a:pt x="4577449" y="439625"/>
                  </a:lnTo>
                  <a:lnTo>
                    <a:pt x="4577558" y="439625"/>
                  </a:lnTo>
                  <a:lnTo>
                    <a:pt x="4577666" y="439625"/>
                  </a:lnTo>
                  <a:lnTo>
                    <a:pt x="4577775" y="439625"/>
                  </a:lnTo>
                  <a:lnTo>
                    <a:pt x="4577883" y="439625"/>
                  </a:lnTo>
                  <a:lnTo>
                    <a:pt x="4577991" y="439625"/>
                  </a:lnTo>
                  <a:lnTo>
                    <a:pt x="4578100" y="439625"/>
                  </a:lnTo>
                  <a:lnTo>
                    <a:pt x="4578208" y="439625"/>
                  </a:lnTo>
                  <a:lnTo>
                    <a:pt x="4578317" y="439625"/>
                  </a:lnTo>
                  <a:lnTo>
                    <a:pt x="4578425" y="439625"/>
                  </a:lnTo>
                  <a:lnTo>
                    <a:pt x="4578534" y="439625"/>
                  </a:lnTo>
                  <a:lnTo>
                    <a:pt x="4578642" y="439625"/>
                  </a:lnTo>
                  <a:lnTo>
                    <a:pt x="4578751" y="439625"/>
                  </a:lnTo>
                  <a:lnTo>
                    <a:pt x="4578859" y="439625"/>
                  </a:lnTo>
                  <a:lnTo>
                    <a:pt x="4578967" y="439625"/>
                  </a:lnTo>
                  <a:lnTo>
                    <a:pt x="4579076" y="439625"/>
                  </a:lnTo>
                  <a:lnTo>
                    <a:pt x="4579184" y="439625"/>
                  </a:lnTo>
                  <a:lnTo>
                    <a:pt x="4579293" y="439625"/>
                  </a:lnTo>
                  <a:lnTo>
                    <a:pt x="4579293" y="439001"/>
                  </a:lnTo>
                  <a:lnTo>
                    <a:pt x="4579401" y="439001"/>
                  </a:lnTo>
                  <a:lnTo>
                    <a:pt x="4579510" y="439001"/>
                  </a:lnTo>
                  <a:lnTo>
                    <a:pt x="4579618" y="439001"/>
                  </a:lnTo>
                  <a:lnTo>
                    <a:pt x="4579727" y="439001"/>
                  </a:lnTo>
                  <a:lnTo>
                    <a:pt x="4579835" y="439001"/>
                  </a:lnTo>
                  <a:lnTo>
                    <a:pt x="4579944" y="439001"/>
                  </a:lnTo>
                  <a:lnTo>
                    <a:pt x="4580052" y="439001"/>
                  </a:lnTo>
                  <a:lnTo>
                    <a:pt x="4580160" y="439001"/>
                  </a:lnTo>
                  <a:lnTo>
                    <a:pt x="4580269" y="439001"/>
                  </a:lnTo>
                  <a:lnTo>
                    <a:pt x="4580377" y="439001"/>
                  </a:lnTo>
                  <a:lnTo>
                    <a:pt x="4580486" y="439001"/>
                  </a:lnTo>
                  <a:lnTo>
                    <a:pt x="4580594" y="439001"/>
                  </a:lnTo>
                  <a:lnTo>
                    <a:pt x="4580703" y="439001"/>
                  </a:lnTo>
                  <a:lnTo>
                    <a:pt x="4580811" y="439001"/>
                  </a:lnTo>
                  <a:lnTo>
                    <a:pt x="4580920" y="439001"/>
                  </a:lnTo>
                  <a:lnTo>
                    <a:pt x="4581028" y="439001"/>
                  </a:lnTo>
                  <a:lnTo>
                    <a:pt x="4581028" y="438378"/>
                  </a:lnTo>
                  <a:lnTo>
                    <a:pt x="4581136" y="438378"/>
                  </a:lnTo>
                  <a:lnTo>
                    <a:pt x="4581245" y="438378"/>
                  </a:lnTo>
                  <a:lnTo>
                    <a:pt x="4581353" y="438378"/>
                  </a:lnTo>
                  <a:lnTo>
                    <a:pt x="4581462" y="438378"/>
                  </a:lnTo>
                  <a:lnTo>
                    <a:pt x="4581462" y="437754"/>
                  </a:lnTo>
                  <a:lnTo>
                    <a:pt x="4581570" y="437754"/>
                  </a:lnTo>
                  <a:lnTo>
                    <a:pt x="4581679" y="437754"/>
                  </a:lnTo>
                  <a:lnTo>
                    <a:pt x="4581787" y="437754"/>
                  </a:lnTo>
                  <a:lnTo>
                    <a:pt x="4581896" y="437754"/>
                  </a:lnTo>
                  <a:lnTo>
                    <a:pt x="4582004" y="437754"/>
                  </a:lnTo>
                  <a:lnTo>
                    <a:pt x="4582112" y="437754"/>
                  </a:lnTo>
                  <a:lnTo>
                    <a:pt x="4582221" y="437754"/>
                  </a:lnTo>
                  <a:lnTo>
                    <a:pt x="4582329" y="437754"/>
                  </a:lnTo>
                  <a:lnTo>
                    <a:pt x="4582438" y="437754"/>
                  </a:lnTo>
                  <a:lnTo>
                    <a:pt x="4582546" y="437754"/>
                  </a:lnTo>
                  <a:lnTo>
                    <a:pt x="4582655" y="437754"/>
                  </a:lnTo>
                  <a:lnTo>
                    <a:pt x="4582763" y="437754"/>
                  </a:lnTo>
                  <a:lnTo>
                    <a:pt x="4582872" y="437754"/>
                  </a:lnTo>
                  <a:lnTo>
                    <a:pt x="4582980" y="437754"/>
                  </a:lnTo>
                  <a:lnTo>
                    <a:pt x="4583088" y="437754"/>
                  </a:lnTo>
                  <a:lnTo>
                    <a:pt x="4583197" y="437754"/>
                  </a:lnTo>
                  <a:lnTo>
                    <a:pt x="4583305" y="437754"/>
                  </a:lnTo>
                  <a:lnTo>
                    <a:pt x="4583414" y="437754"/>
                  </a:lnTo>
                  <a:lnTo>
                    <a:pt x="4583522" y="437754"/>
                  </a:lnTo>
                  <a:lnTo>
                    <a:pt x="4583631" y="437754"/>
                  </a:lnTo>
                  <a:lnTo>
                    <a:pt x="4583739" y="437754"/>
                  </a:lnTo>
                  <a:lnTo>
                    <a:pt x="4583848" y="437754"/>
                  </a:lnTo>
                  <a:lnTo>
                    <a:pt x="4583956" y="437754"/>
                  </a:lnTo>
                  <a:lnTo>
                    <a:pt x="4584065" y="437754"/>
                  </a:lnTo>
                  <a:lnTo>
                    <a:pt x="4584173" y="437754"/>
                  </a:lnTo>
                  <a:lnTo>
                    <a:pt x="4584281" y="437754"/>
                  </a:lnTo>
                  <a:lnTo>
                    <a:pt x="4584390" y="437754"/>
                  </a:lnTo>
                  <a:lnTo>
                    <a:pt x="4584498" y="437754"/>
                  </a:lnTo>
                  <a:lnTo>
                    <a:pt x="4584498" y="437131"/>
                  </a:lnTo>
                  <a:lnTo>
                    <a:pt x="4584607" y="437131"/>
                  </a:lnTo>
                  <a:lnTo>
                    <a:pt x="4584607" y="436507"/>
                  </a:lnTo>
                  <a:lnTo>
                    <a:pt x="4584607" y="435884"/>
                  </a:lnTo>
                  <a:lnTo>
                    <a:pt x="4584715" y="435884"/>
                  </a:lnTo>
                  <a:lnTo>
                    <a:pt x="4584824" y="435884"/>
                  </a:lnTo>
                  <a:lnTo>
                    <a:pt x="4584932" y="435884"/>
                  </a:lnTo>
                  <a:lnTo>
                    <a:pt x="4585041" y="435884"/>
                  </a:lnTo>
                  <a:lnTo>
                    <a:pt x="4585149" y="435884"/>
                  </a:lnTo>
                  <a:lnTo>
                    <a:pt x="4585257" y="435884"/>
                  </a:lnTo>
                  <a:lnTo>
                    <a:pt x="4585366" y="435884"/>
                  </a:lnTo>
                  <a:lnTo>
                    <a:pt x="4585474" y="435884"/>
                  </a:lnTo>
                  <a:lnTo>
                    <a:pt x="4585583" y="435884"/>
                  </a:lnTo>
                  <a:lnTo>
                    <a:pt x="4585691" y="435884"/>
                  </a:lnTo>
                  <a:lnTo>
                    <a:pt x="4585800" y="435884"/>
                  </a:lnTo>
                  <a:lnTo>
                    <a:pt x="4585908" y="435884"/>
                  </a:lnTo>
                  <a:lnTo>
                    <a:pt x="4586017" y="435884"/>
                  </a:lnTo>
                  <a:lnTo>
                    <a:pt x="4586125" y="435884"/>
                  </a:lnTo>
                  <a:lnTo>
                    <a:pt x="4586233" y="435884"/>
                  </a:lnTo>
                  <a:lnTo>
                    <a:pt x="4586342" y="435884"/>
                  </a:lnTo>
                  <a:lnTo>
                    <a:pt x="4586450" y="435884"/>
                  </a:lnTo>
                  <a:lnTo>
                    <a:pt x="4586559" y="435884"/>
                  </a:lnTo>
                  <a:lnTo>
                    <a:pt x="4586667" y="435884"/>
                  </a:lnTo>
                  <a:lnTo>
                    <a:pt x="4586776" y="435884"/>
                  </a:lnTo>
                  <a:lnTo>
                    <a:pt x="4586884" y="435884"/>
                  </a:lnTo>
                  <a:lnTo>
                    <a:pt x="4586993" y="435884"/>
                  </a:lnTo>
                  <a:lnTo>
                    <a:pt x="4586993" y="435260"/>
                  </a:lnTo>
                  <a:lnTo>
                    <a:pt x="4587101" y="435260"/>
                  </a:lnTo>
                  <a:lnTo>
                    <a:pt x="4587209" y="435260"/>
                  </a:lnTo>
                  <a:lnTo>
                    <a:pt x="4587318" y="435260"/>
                  </a:lnTo>
                  <a:lnTo>
                    <a:pt x="4587426" y="435260"/>
                  </a:lnTo>
                  <a:lnTo>
                    <a:pt x="4587535" y="435260"/>
                  </a:lnTo>
                  <a:lnTo>
                    <a:pt x="4587643" y="435260"/>
                  </a:lnTo>
                  <a:lnTo>
                    <a:pt x="4587752" y="435260"/>
                  </a:lnTo>
                  <a:lnTo>
                    <a:pt x="4587860" y="435260"/>
                  </a:lnTo>
                  <a:lnTo>
                    <a:pt x="4587969" y="435260"/>
                  </a:lnTo>
                  <a:lnTo>
                    <a:pt x="4588077" y="435260"/>
                  </a:lnTo>
                  <a:lnTo>
                    <a:pt x="4588186" y="435260"/>
                  </a:lnTo>
                  <a:lnTo>
                    <a:pt x="4588294" y="435260"/>
                  </a:lnTo>
                  <a:lnTo>
                    <a:pt x="4588402" y="435260"/>
                  </a:lnTo>
                  <a:lnTo>
                    <a:pt x="4588511" y="435260"/>
                  </a:lnTo>
                  <a:lnTo>
                    <a:pt x="4588619" y="435260"/>
                  </a:lnTo>
                  <a:lnTo>
                    <a:pt x="4588728" y="435260"/>
                  </a:lnTo>
                  <a:lnTo>
                    <a:pt x="4588836" y="435260"/>
                  </a:lnTo>
                  <a:lnTo>
                    <a:pt x="4588945" y="435260"/>
                  </a:lnTo>
                  <a:lnTo>
                    <a:pt x="4588945" y="434636"/>
                  </a:lnTo>
                  <a:lnTo>
                    <a:pt x="4589053" y="434636"/>
                  </a:lnTo>
                  <a:lnTo>
                    <a:pt x="4589162" y="434636"/>
                  </a:lnTo>
                  <a:lnTo>
                    <a:pt x="4589270" y="434636"/>
                  </a:lnTo>
                  <a:lnTo>
                    <a:pt x="4589378" y="434636"/>
                  </a:lnTo>
                  <a:lnTo>
                    <a:pt x="4589487" y="434636"/>
                  </a:lnTo>
                  <a:lnTo>
                    <a:pt x="4589595" y="434636"/>
                  </a:lnTo>
                  <a:lnTo>
                    <a:pt x="4589704" y="434636"/>
                  </a:lnTo>
                  <a:lnTo>
                    <a:pt x="4589812" y="434636"/>
                  </a:lnTo>
                  <a:lnTo>
                    <a:pt x="4589921" y="434636"/>
                  </a:lnTo>
                  <a:lnTo>
                    <a:pt x="4590029" y="434636"/>
                  </a:lnTo>
                  <a:lnTo>
                    <a:pt x="4590138" y="434636"/>
                  </a:lnTo>
                  <a:lnTo>
                    <a:pt x="4590246" y="434636"/>
                  </a:lnTo>
                  <a:lnTo>
                    <a:pt x="4590354" y="434636"/>
                  </a:lnTo>
                  <a:lnTo>
                    <a:pt x="4590463" y="434636"/>
                  </a:lnTo>
                  <a:lnTo>
                    <a:pt x="4590571" y="434636"/>
                  </a:lnTo>
                  <a:lnTo>
                    <a:pt x="4590680" y="434636"/>
                  </a:lnTo>
                  <a:lnTo>
                    <a:pt x="4590788" y="434636"/>
                  </a:lnTo>
                  <a:lnTo>
                    <a:pt x="4590897" y="434636"/>
                  </a:lnTo>
                  <a:lnTo>
                    <a:pt x="4591005" y="434636"/>
                  </a:lnTo>
                  <a:lnTo>
                    <a:pt x="4591114" y="434636"/>
                  </a:lnTo>
                  <a:lnTo>
                    <a:pt x="4591222" y="434636"/>
                  </a:lnTo>
                  <a:lnTo>
                    <a:pt x="4591330" y="434636"/>
                  </a:lnTo>
                  <a:lnTo>
                    <a:pt x="4591439" y="434636"/>
                  </a:lnTo>
                  <a:lnTo>
                    <a:pt x="4591547" y="434636"/>
                  </a:lnTo>
                  <a:lnTo>
                    <a:pt x="4591656" y="434636"/>
                  </a:lnTo>
                  <a:lnTo>
                    <a:pt x="4591764" y="434636"/>
                  </a:lnTo>
                  <a:lnTo>
                    <a:pt x="4591764" y="434013"/>
                  </a:lnTo>
                  <a:lnTo>
                    <a:pt x="4591873" y="434013"/>
                  </a:lnTo>
                  <a:lnTo>
                    <a:pt x="4591981" y="434013"/>
                  </a:lnTo>
                  <a:lnTo>
                    <a:pt x="4592090" y="434013"/>
                  </a:lnTo>
                  <a:lnTo>
                    <a:pt x="4592198" y="434013"/>
                  </a:lnTo>
                  <a:lnTo>
                    <a:pt x="4592306" y="434013"/>
                  </a:lnTo>
                  <a:lnTo>
                    <a:pt x="4592415" y="434013"/>
                  </a:lnTo>
                  <a:lnTo>
                    <a:pt x="4592523" y="434013"/>
                  </a:lnTo>
                  <a:lnTo>
                    <a:pt x="4592632" y="434013"/>
                  </a:lnTo>
                  <a:lnTo>
                    <a:pt x="4592740" y="434013"/>
                  </a:lnTo>
                  <a:lnTo>
                    <a:pt x="4592849" y="434013"/>
                  </a:lnTo>
                  <a:lnTo>
                    <a:pt x="4592957" y="434013"/>
                  </a:lnTo>
                  <a:lnTo>
                    <a:pt x="4593066" y="434013"/>
                  </a:lnTo>
                  <a:lnTo>
                    <a:pt x="4593066" y="433389"/>
                  </a:lnTo>
                  <a:lnTo>
                    <a:pt x="4593066" y="432766"/>
                  </a:lnTo>
                  <a:lnTo>
                    <a:pt x="4593174" y="432766"/>
                  </a:lnTo>
                  <a:lnTo>
                    <a:pt x="4593283" y="432766"/>
                  </a:lnTo>
                  <a:lnTo>
                    <a:pt x="4593391" y="432766"/>
                  </a:lnTo>
                  <a:lnTo>
                    <a:pt x="4593499" y="432766"/>
                  </a:lnTo>
                  <a:lnTo>
                    <a:pt x="4593608" y="432766"/>
                  </a:lnTo>
                  <a:lnTo>
                    <a:pt x="4593716" y="432766"/>
                  </a:lnTo>
                  <a:lnTo>
                    <a:pt x="4593825" y="432766"/>
                  </a:lnTo>
                  <a:lnTo>
                    <a:pt x="4593933" y="432766"/>
                  </a:lnTo>
                  <a:lnTo>
                    <a:pt x="4594042" y="432766"/>
                  </a:lnTo>
                  <a:lnTo>
                    <a:pt x="4594150" y="432766"/>
                  </a:lnTo>
                  <a:lnTo>
                    <a:pt x="4594259" y="432766"/>
                  </a:lnTo>
                  <a:lnTo>
                    <a:pt x="4594367" y="432766"/>
                  </a:lnTo>
                  <a:lnTo>
                    <a:pt x="4594475" y="432766"/>
                  </a:lnTo>
                  <a:lnTo>
                    <a:pt x="4594584" y="432766"/>
                  </a:lnTo>
                  <a:lnTo>
                    <a:pt x="4594692" y="432766"/>
                  </a:lnTo>
                  <a:lnTo>
                    <a:pt x="4594801" y="432766"/>
                  </a:lnTo>
                  <a:lnTo>
                    <a:pt x="4594909" y="432766"/>
                  </a:lnTo>
                  <a:lnTo>
                    <a:pt x="4595018" y="432766"/>
                  </a:lnTo>
                  <a:lnTo>
                    <a:pt x="4595126" y="432766"/>
                  </a:lnTo>
                  <a:lnTo>
                    <a:pt x="4595235" y="432766"/>
                  </a:lnTo>
                  <a:lnTo>
                    <a:pt x="4595343" y="432766"/>
                  </a:lnTo>
                  <a:lnTo>
                    <a:pt x="4595451" y="432766"/>
                  </a:lnTo>
                  <a:lnTo>
                    <a:pt x="4595560" y="432766"/>
                  </a:lnTo>
                  <a:lnTo>
                    <a:pt x="4595668" y="432766"/>
                  </a:lnTo>
                  <a:lnTo>
                    <a:pt x="4595777" y="432766"/>
                  </a:lnTo>
                  <a:lnTo>
                    <a:pt x="4595885" y="432766"/>
                  </a:lnTo>
                  <a:lnTo>
                    <a:pt x="4595994" y="432766"/>
                  </a:lnTo>
                  <a:lnTo>
                    <a:pt x="4596102" y="432766"/>
                  </a:lnTo>
                  <a:lnTo>
                    <a:pt x="4596211" y="432766"/>
                  </a:lnTo>
                  <a:lnTo>
                    <a:pt x="4596319" y="432766"/>
                  </a:lnTo>
                  <a:lnTo>
                    <a:pt x="4596427" y="432766"/>
                  </a:lnTo>
                  <a:lnTo>
                    <a:pt x="4596536" y="432766"/>
                  </a:lnTo>
                  <a:lnTo>
                    <a:pt x="4596644" y="432766"/>
                  </a:lnTo>
                  <a:lnTo>
                    <a:pt x="4596753" y="432766"/>
                  </a:lnTo>
                  <a:lnTo>
                    <a:pt x="4596861" y="432766"/>
                  </a:lnTo>
                  <a:lnTo>
                    <a:pt x="4596970" y="432766"/>
                  </a:lnTo>
                  <a:lnTo>
                    <a:pt x="4597078" y="432766"/>
                  </a:lnTo>
                  <a:lnTo>
                    <a:pt x="4597187" y="432766"/>
                  </a:lnTo>
                  <a:lnTo>
                    <a:pt x="4597295" y="432766"/>
                  </a:lnTo>
                  <a:lnTo>
                    <a:pt x="4597404" y="432766"/>
                  </a:lnTo>
                  <a:lnTo>
                    <a:pt x="4597512" y="432766"/>
                  </a:lnTo>
                  <a:lnTo>
                    <a:pt x="4597620" y="432766"/>
                  </a:lnTo>
                  <a:lnTo>
                    <a:pt x="4597729" y="432766"/>
                  </a:lnTo>
                  <a:lnTo>
                    <a:pt x="4597837" y="432766"/>
                  </a:lnTo>
                  <a:lnTo>
                    <a:pt x="4597946" y="432766"/>
                  </a:lnTo>
                  <a:lnTo>
                    <a:pt x="4598054" y="432766"/>
                  </a:lnTo>
                  <a:lnTo>
                    <a:pt x="4598163" y="432766"/>
                  </a:lnTo>
                  <a:lnTo>
                    <a:pt x="4598163" y="432142"/>
                  </a:lnTo>
                  <a:lnTo>
                    <a:pt x="4598271" y="432142"/>
                  </a:lnTo>
                  <a:lnTo>
                    <a:pt x="4598380" y="432142"/>
                  </a:lnTo>
                  <a:lnTo>
                    <a:pt x="4598488" y="432142"/>
                  </a:lnTo>
                  <a:lnTo>
                    <a:pt x="4598596" y="432142"/>
                  </a:lnTo>
                  <a:lnTo>
                    <a:pt x="4598705" y="432142"/>
                  </a:lnTo>
                  <a:lnTo>
                    <a:pt x="4598813" y="432142"/>
                  </a:lnTo>
                  <a:lnTo>
                    <a:pt x="4598922" y="432142"/>
                  </a:lnTo>
                  <a:lnTo>
                    <a:pt x="4598922" y="431518"/>
                  </a:lnTo>
                  <a:lnTo>
                    <a:pt x="4599030" y="431518"/>
                  </a:lnTo>
                  <a:lnTo>
                    <a:pt x="4599139" y="431518"/>
                  </a:lnTo>
                  <a:lnTo>
                    <a:pt x="4599247" y="431518"/>
                  </a:lnTo>
                  <a:lnTo>
                    <a:pt x="4599356" y="431518"/>
                  </a:lnTo>
                  <a:lnTo>
                    <a:pt x="4599464" y="431518"/>
                  </a:lnTo>
                  <a:lnTo>
                    <a:pt x="4599572" y="431518"/>
                  </a:lnTo>
                  <a:lnTo>
                    <a:pt x="4599681" y="431518"/>
                  </a:lnTo>
                  <a:lnTo>
                    <a:pt x="4599789" y="431518"/>
                  </a:lnTo>
                  <a:lnTo>
                    <a:pt x="4599898" y="431518"/>
                  </a:lnTo>
                  <a:lnTo>
                    <a:pt x="4600006" y="431518"/>
                  </a:lnTo>
                  <a:lnTo>
                    <a:pt x="4600115" y="431518"/>
                  </a:lnTo>
                  <a:lnTo>
                    <a:pt x="4600223" y="431518"/>
                  </a:lnTo>
                  <a:lnTo>
                    <a:pt x="4600332" y="431518"/>
                  </a:lnTo>
                  <a:lnTo>
                    <a:pt x="4600440" y="431518"/>
                  </a:lnTo>
                  <a:lnTo>
                    <a:pt x="4600548" y="431518"/>
                  </a:lnTo>
                  <a:lnTo>
                    <a:pt x="4600657" y="431518"/>
                  </a:lnTo>
                  <a:lnTo>
                    <a:pt x="4600765" y="431518"/>
                  </a:lnTo>
                  <a:lnTo>
                    <a:pt x="4600874" y="431518"/>
                  </a:lnTo>
                  <a:lnTo>
                    <a:pt x="4600982" y="431518"/>
                  </a:lnTo>
                  <a:lnTo>
                    <a:pt x="4601091" y="431518"/>
                  </a:lnTo>
                  <a:lnTo>
                    <a:pt x="4601199" y="431518"/>
                  </a:lnTo>
                  <a:lnTo>
                    <a:pt x="4601308" y="431518"/>
                  </a:lnTo>
                  <a:lnTo>
                    <a:pt x="4601416" y="431518"/>
                  </a:lnTo>
                  <a:lnTo>
                    <a:pt x="4601525" y="431518"/>
                  </a:lnTo>
                  <a:lnTo>
                    <a:pt x="4601633" y="431518"/>
                  </a:lnTo>
                  <a:lnTo>
                    <a:pt x="4601741" y="431518"/>
                  </a:lnTo>
                  <a:lnTo>
                    <a:pt x="4601850" y="431518"/>
                  </a:lnTo>
                  <a:lnTo>
                    <a:pt x="4601958" y="431518"/>
                  </a:lnTo>
                  <a:lnTo>
                    <a:pt x="4602067" y="431518"/>
                  </a:lnTo>
                  <a:lnTo>
                    <a:pt x="4602175" y="431518"/>
                  </a:lnTo>
                  <a:lnTo>
                    <a:pt x="4602284" y="431518"/>
                  </a:lnTo>
                  <a:lnTo>
                    <a:pt x="4602392" y="431518"/>
                  </a:lnTo>
                  <a:lnTo>
                    <a:pt x="4602501" y="431518"/>
                  </a:lnTo>
                  <a:lnTo>
                    <a:pt x="4602609" y="431518"/>
                  </a:lnTo>
                  <a:lnTo>
                    <a:pt x="4602717" y="431518"/>
                  </a:lnTo>
                  <a:lnTo>
                    <a:pt x="4602826" y="431518"/>
                  </a:lnTo>
                  <a:lnTo>
                    <a:pt x="4602934" y="431518"/>
                  </a:lnTo>
                  <a:lnTo>
                    <a:pt x="4603043" y="431518"/>
                  </a:lnTo>
                  <a:lnTo>
                    <a:pt x="4603151" y="431518"/>
                  </a:lnTo>
                  <a:lnTo>
                    <a:pt x="4603260" y="431518"/>
                  </a:lnTo>
                  <a:lnTo>
                    <a:pt x="4603368" y="431518"/>
                  </a:lnTo>
                  <a:lnTo>
                    <a:pt x="4603477" y="431518"/>
                  </a:lnTo>
                  <a:lnTo>
                    <a:pt x="4603585" y="431518"/>
                  </a:lnTo>
                  <a:lnTo>
                    <a:pt x="4603693" y="431518"/>
                  </a:lnTo>
                  <a:lnTo>
                    <a:pt x="4603802" y="431518"/>
                  </a:lnTo>
                  <a:lnTo>
                    <a:pt x="4603910" y="431518"/>
                  </a:lnTo>
                  <a:lnTo>
                    <a:pt x="4604019" y="431518"/>
                  </a:lnTo>
                  <a:lnTo>
                    <a:pt x="4604019" y="430895"/>
                  </a:lnTo>
                  <a:lnTo>
                    <a:pt x="4604127" y="430895"/>
                  </a:lnTo>
                  <a:lnTo>
                    <a:pt x="4604236" y="430895"/>
                  </a:lnTo>
                  <a:lnTo>
                    <a:pt x="4604344" y="430895"/>
                  </a:lnTo>
                  <a:lnTo>
                    <a:pt x="4604453" y="430895"/>
                  </a:lnTo>
                  <a:lnTo>
                    <a:pt x="4604561" y="430895"/>
                  </a:lnTo>
                  <a:lnTo>
                    <a:pt x="4604669" y="430895"/>
                  </a:lnTo>
                  <a:lnTo>
                    <a:pt x="4604778" y="430895"/>
                  </a:lnTo>
                  <a:lnTo>
                    <a:pt x="4604886" y="430895"/>
                  </a:lnTo>
                  <a:lnTo>
                    <a:pt x="4604995" y="430895"/>
                  </a:lnTo>
                  <a:lnTo>
                    <a:pt x="4605103" y="430895"/>
                  </a:lnTo>
                  <a:lnTo>
                    <a:pt x="4605212" y="430895"/>
                  </a:lnTo>
                  <a:lnTo>
                    <a:pt x="4605320" y="430895"/>
                  </a:lnTo>
                  <a:lnTo>
                    <a:pt x="4605429" y="430895"/>
                  </a:lnTo>
                  <a:lnTo>
                    <a:pt x="4605537" y="430895"/>
                  </a:lnTo>
                  <a:lnTo>
                    <a:pt x="4605646" y="430895"/>
                  </a:lnTo>
                  <a:lnTo>
                    <a:pt x="4605754" y="430895"/>
                  </a:lnTo>
                  <a:lnTo>
                    <a:pt x="4605862" y="430895"/>
                  </a:lnTo>
                  <a:lnTo>
                    <a:pt x="4605971" y="430895"/>
                  </a:lnTo>
                  <a:lnTo>
                    <a:pt x="4606079" y="430895"/>
                  </a:lnTo>
                  <a:lnTo>
                    <a:pt x="4606188" y="430895"/>
                  </a:lnTo>
                  <a:lnTo>
                    <a:pt x="4606296" y="430895"/>
                  </a:lnTo>
                  <a:lnTo>
                    <a:pt x="4606405" y="430895"/>
                  </a:lnTo>
                  <a:lnTo>
                    <a:pt x="4606513" y="430895"/>
                  </a:lnTo>
                  <a:lnTo>
                    <a:pt x="4606622" y="430895"/>
                  </a:lnTo>
                  <a:lnTo>
                    <a:pt x="4606730" y="430895"/>
                  </a:lnTo>
                  <a:lnTo>
                    <a:pt x="4606838" y="430895"/>
                  </a:lnTo>
                  <a:lnTo>
                    <a:pt x="4606947" y="430895"/>
                  </a:lnTo>
                  <a:lnTo>
                    <a:pt x="4607055" y="430895"/>
                  </a:lnTo>
                  <a:lnTo>
                    <a:pt x="4607164" y="430895"/>
                  </a:lnTo>
                  <a:lnTo>
                    <a:pt x="4607272" y="430895"/>
                  </a:lnTo>
                  <a:lnTo>
                    <a:pt x="4607381" y="430895"/>
                  </a:lnTo>
                  <a:lnTo>
                    <a:pt x="4607489" y="430895"/>
                  </a:lnTo>
                  <a:lnTo>
                    <a:pt x="4607598" y="430895"/>
                  </a:lnTo>
                  <a:lnTo>
                    <a:pt x="4607706" y="430895"/>
                  </a:lnTo>
                  <a:lnTo>
                    <a:pt x="4607814" y="430895"/>
                  </a:lnTo>
                  <a:lnTo>
                    <a:pt x="4607923" y="430895"/>
                  </a:lnTo>
                  <a:lnTo>
                    <a:pt x="4607923" y="430271"/>
                  </a:lnTo>
                  <a:lnTo>
                    <a:pt x="4608031" y="430271"/>
                  </a:lnTo>
                  <a:lnTo>
                    <a:pt x="4608140" y="430271"/>
                  </a:lnTo>
                  <a:lnTo>
                    <a:pt x="4608248" y="430271"/>
                  </a:lnTo>
                  <a:lnTo>
                    <a:pt x="4608357" y="430271"/>
                  </a:lnTo>
                  <a:lnTo>
                    <a:pt x="4608465" y="430271"/>
                  </a:lnTo>
                  <a:lnTo>
                    <a:pt x="4608574" y="430271"/>
                  </a:lnTo>
                  <a:lnTo>
                    <a:pt x="4608682" y="430271"/>
                  </a:lnTo>
                  <a:lnTo>
                    <a:pt x="4608790" y="430271"/>
                  </a:lnTo>
                  <a:lnTo>
                    <a:pt x="4608899" y="430271"/>
                  </a:lnTo>
                  <a:lnTo>
                    <a:pt x="4609007" y="430271"/>
                  </a:lnTo>
                  <a:lnTo>
                    <a:pt x="4609116" y="430271"/>
                  </a:lnTo>
                  <a:lnTo>
                    <a:pt x="4609224" y="430271"/>
                  </a:lnTo>
                  <a:lnTo>
                    <a:pt x="4609333" y="430271"/>
                  </a:lnTo>
                  <a:lnTo>
                    <a:pt x="4609333" y="429648"/>
                  </a:lnTo>
                  <a:lnTo>
                    <a:pt x="4609441" y="429648"/>
                  </a:lnTo>
                  <a:lnTo>
                    <a:pt x="4609550" y="429648"/>
                  </a:lnTo>
                  <a:lnTo>
                    <a:pt x="4609658" y="429648"/>
                  </a:lnTo>
                  <a:lnTo>
                    <a:pt x="4609767" y="429648"/>
                  </a:lnTo>
                  <a:lnTo>
                    <a:pt x="4609875" y="429648"/>
                  </a:lnTo>
                  <a:lnTo>
                    <a:pt x="4609983" y="429648"/>
                  </a:lnTo>
                  <a:lnTo>
                    <a:pt x="4610092" y="429648"/>
                  </a:lnTo>
                  <a:lnTo>
                    <a:pt x="4610200" y="429648"/>
                  </a:lnTo>
                  <a:lnTo>
                    <a:pt x="4610309" y="429648"/>
                  </a:lnTo>
                  <a:lnTo>
                    <a:pt x="4610417" y="429648"/>
                  </a:lnTo>
                  <a:lnTo>
                    <a:pt x="4610526" y="429648"/>
                  </a:lnTo>
                  <a:lnTo>
                    <a:pt x="4610634" y="429648"/>
                  </a:lnTo>
                  <a:lnTo>
                    <a:pt x="4610743" y="429648"/>
                  </a:lnTo>
                  <a:lnTo>
                    <a:pt x="4610851" y="429648"/>
                  </a:lnTo>
                  <a:lnTo>
                    <a:pt x="4610851" y="429024"/>
                  </a:lnTo>
                  <a:lnTo>
                    <a:pt x="4610959" y="429024"/>
                  </a:lnTo>
                  <a:lnTo>
                    <a:pt x="4611068" y="429024"/>
                  </a:lnTo>
                  <a:lnTo>
                    <a:pt x="4611176" y="429024"/>
                  </a:lnTo>
                  <a:lnTo>
                    <a:pt x="4611285" y="429024"/>
                  </a:lnTo>
                  <a:lnTo>
                    <a:pt x="4611393" y="429024"/>
                  </a:lnTo>
                  <a:lnTo>
                    <a:pt x="4611502" y="429024"/>
                  </a:lnTo>
                  <a:lnTo>
                    <a:pt x="4611610" y="429024"/>
                  </a:lnTo>
                  <a:lnTo>
                    <a:pt x="4611719" y="429024"/>
                  </a:lnTo>
                  <a:lnTo>
                    <a:pt x="4611827" y="429024"/>
                  </a:lnTo>
                  <a:lnTo>
                    <a:pt x="4611935" y="429024"/>
                  </a:lnTo>
                  <a:lnTo>
                    <a:pt x="4612044" y="429024"/>
                  </a:lnTo>
                  <a:lnTo>
                    <a:pt x="4612152" y="429024"/>
                  </a:lnTo>
                  <a:lnTo>
                    <a:pt x="4612261" y="429024"/>
                  </a:lnTo>
                  <a:lnTo>
                    <a:pt x="4612369" y="429024"/>
                  </a:lnTo>
                  <a:lnTo>
                    <a:pt x="4612478" y="429024"/>
                  </a:lnTo>
                  <a:lnTo>
                    <a:pt x="4612586" y="429024"/>
                  </a:lnTo>
                  <a:lnTo>
                    <a:pt x="4612695" y="429024"/>
                  </a:lnTo>
                  <a:lnTo>
                    <a:pt x="4612803" y="429024"/>
                  </a:lnTo>
                  <a:lnTo>
                    <a:pt x="4612911" y="429024"/>
                  </a:lnTo>
                  <a:lnTo>
                    <a:pt x="4613020" y="429024"/>
                  </a:lnTo>
                  <a:lnTo>
                    <a:pt x="4613128" y="429024"/>
                  </a:lnTo>
                  <a:lnTo>
                    <a:pt x="4613237" y="429024"/>
                  </a:lnTo>
                  <a:lnTo>
                    <a:pt x="4613345" y="429024"/>
                  </a:lnTo>
                  <a:lnTo>
                    <a:pt x="4613454" y="429024"/>
                  </a:lnTo>
                  <a:lnTo>
                    <a:pt x="4613562" y="429024"/>
                  </a:lnTo>
                  <a:lnTo>
                    <a:pt x="4613671" y="429024"/>
                  </a:lnTo>
                  <a:lnTo>
                    <a:pt x="4613779" y="429024"/>
                  </a:lnTo>
                  <a:lnTo>
                    <a:pt x="4613887" y="429024"/>
                  </a:lnTo>
                  <a:lnTo>
                    <a:pt x="4613996" y="429024"/>
                  </a:lnTo>
                  <a:lnTo>
                    <a:pt x="4614104" y="429024"/>
                  </a:lnTo>
                  <a:lnTo>
                    <a:pt x="4614213" y="429024"/>
                  </a:lnTo>
                  <a:lnTo>
                    <a:pt x="4614321" y="429024"/>
                  </a:lnTo>
                  <a:lnTo>
                    <a:pt x="4614430" y="429024"/>
                  </a:lnTo>
                  <a:lnTo>
                    <a:pt x="4614538" y="429024"/>
                  </a:lnTo>
                  <a:lnTo>
                    <a:pt x="4614647" y="429024"/>
                  </a:lnTo>
                  <a:lnTo>
                    <a:pt x="4614755" y="429024"/>
                  </a:lnTo>
                  <a:lnTo>
                    <a:pt x="4614864" y="429024"/>
                  </a:lnTo>
                  <a:lnTo>
                    <a:pt x="4614864" y="428401"/>
                  </a:lnTo>
                  <a:lnTo>
                    <a:pt x="4614972" y="428401"/>
                  </a:lnTo>
                  <a:lnTo>
                    <a:pt x="4615080" y="428401"/>
                  </a:lnTo>
                  <a:lnTo>
                    <a:pt x="4615189" y="428401"/>
                  </a:lnTo>
                  <a:lnTo>
                    <a:pt x="4615297" y="428401"/>
                  </a:lnTo>
                  <a:lnTo>
                    <a:pt x="4615406" y="428401"/>
                  </a:lnTo>
                  <a:lnTo>
                    <a:pt x="4615514" y="428401"/>
                  </a:lnTo>
                  <a:lnTo>
                    <a:pt x="4615623" y="428401"/>
                  </a:lnTo>
                  <a:lnTo>
                    <a:pt x="4615731" y="428401"/>
                  </a:lnTo>
                  <a:lnTo>
                    <a:pt x="4615840" y="428401"/>
                  </a:lnTo>
                  <a:lnTo>
                    <a:pt x="4615948" y="428401"/>
                  </a:lnTo>
                  <a:lnTo>
                    <a:pt x="4616056" y="428401"/>
                  </a:lnTo>
                  <a:lnTo>
                    <a:pt x="4616165" y="428401"/>
                  </a:lnTo>
                  <a:lnTo>
                    <a:pt x="4616273" y="428401"/>
                  </a:lnTo>
                  <a:lnTo>
                    <a:pt x="4616382" y="428401"/>
                  </a:lnTo>
                  <a:lnTo>
                    <a:pt x="4616490" y="428401"/>
                  </a:lnTo>
                  <a:lnTo>
                    <a:pt x="4616599" y="428401"/>
                  </a:lnTo>
                  <a:lnTo>
                    <a:pt x="4616707" y="428401"/>
                  </a:lnTo>
                  <a:lnTo>
                    <a:pt x="4616816" y="428401"/>
                  </a:lnTo>
                  <a:lnTo>
                    <a:pt x="4616924" y="428401"/>
                  </a:lnTo>
                  <a:lnTo>
                    <a:pt x="4617032" y="428401"/>
                  </a:lnTo>
                  <a:lnTo>
                    <a:pt x="4617141" y="428401"/>
                  </a:lnTo>
                  <a:lnTo>
                    <a:pt x="4617249" y="428401"/>
                  </a:lnTo>
                  <a:lnTo>
                    <a:pt x="4617358" y="428401"/>
                  </a:lnTo>
                  <a:lnTo>
                    <a:pt x="4617466" y="428401"/>
                  </a:lnTo>
                  <a:lnTo>
                    <a:pt x="4617575" y="428401"/>
                  </a:lnTo>
                  <a:lnTo>
                    <a:pt x="4617683" y="428401"/>
                  </a:lnTo>
                  <a:lnTo>
                    <a:pt x="4617792" y="428401"/>
                  </a:lnTo>
                  <a:lnTo>
                    <a:pt x="4617900" y="428401"/>
                  </a:lnTo>
                  <a:lnTo>
                    <a:pt x="4618008" y="428401"/>
                  </a:lnTo>
                  <a:lnTo>
                    <a:pt x="4618117" y="428401"/>
                  </a:lnTo>
                  <a:lnTo>
                    <a:pt x="4618225" y="428401"/>
                  </a:lnTo>
                  <a:lnTo>
                    <a:pt x="4618334" y="428401"/>
                  </a:lnTo>
                  <a:lnTo>
                    <a:pt x="4618442" y="428401"/>
                  </a:lnTo>
                  <a:lnTo>
                    <a:pt x="4618551" y="428401"/>
                  </a:lnTo>
                  <a:lnTo>
                    <a:pt x="4618659" y="428401"/>
                  </a:lnTo>
                  <a:lnTo>
                    <a:pt x="4618768" y="428401"/>
                  </a:lnTo>
                  <a:lnTo>
                    <a:pt x="4618876" y="428401"/>
                  </a:lnTo>
                  <a:lnTo>
                    <a:pt x="4618985" y="428401"/>
                  </a:lnTo>
                  <a:lnTo>
                    <a:pt x="4619093" y="428401"/>
                  </a:lnTo>
                  <a:lnTo>
                    <a:pt x="4619201" y="428401"/>
                  </a:lnTo>
                  <a:lnTo>
                    <a:pt x="4619310" y="428401"/>
                  </a:lnTo>
                  <a:lnTo>
                    <a:pt x="4619418" y="428401"/>
                  </a:lnTo>
                  <a:lnTo>
                    <a:pt x="4619418" y="427777"/>
                  </a:lnTo>
                  <a:lnTo>
                    <a:pt x="4619527" y="427777"/>
                  </a:lnTo>
                  <a:lnTo>
                    <a:pt x="4619635" y="427777"/>
                  </a:lnTo>
                  <a:lnTo>
                    <a:pt x="4619744" y="427777"/>
                  </a:lnTo>
                  <a:lnTo>
                    <a:pt x="4619852" y="427777"/>
                  </a:lnTo>
                  <a:lnTo>
                    <a:pt x="4619961" y="427777"/>
                  </a:lnTo>
                  <a:lnTo>
                    <a:pt x="4620069" y="427777"/>
                  </a:lnTo>
                  <a:lnTo>
                    <a:pt x="4620177" y="427777"/>
                  </a:lnTo>
                  <a:lnTo>
                    <a:pt x="4620286" y="427777"/>
                  </a:lnTo>
                  <a:lnTo>
                    <a:pt x="4620286" y="427153"/>
                  </a:lnTo>
                  <a:lnTo>
                    <a:pt x="4620394" y="427153"/>
                  </a:lnTo>
                  <a:lnTo>
                    <a:pt x="4620503" y="427153"/>
                  </a:lnTo>
                  <a:lnTo>
                    <a:pt x="4620611" y="427153"/>
                  </a:lnTo>
                  <a:lnTo>
                    <a:pt x="4620720" y="427153"/>
                  </a:lnTo>
                  <a:lnTo>
                    <a:pt x="4620828" y="427153"/>
                  </a:lnTo>
                  <a:lnTo>
                    <a:pt x="4620937" y="427153"/>
                  </a:lnTo>
                  <a:lnTo>
                    <a:pt x="4621045" y="427153"/>
                  </a:lnTo>
                  <a:lnTo>
                    <a:pt x="4621153" y="427153"/>
                  </a:lnTo>
                  <a:lnTo>
                    <a:pt x="4621262" y="427153"/>
                  </a:lnTo>
                  <a:lnTo>
                    <a:pt x="4621370" y="427153"/>
                  </a:lnTo>
                  <a:lnTo>
                    <a:pt x="4621479" y="427153"/>
                  </a:lnTo>
                  <a:lnTo>
                    <a:pt x="4621587" y="427153"/>
                  </a:lnTo>
                  <a:lnTo>
                    <a:pt x="4621696" y="427153"/>
                  </a:lnTo>
                  <a:lnTo>
                    <a:pt x="4621804" y="427153"/>
                  </a:lnTo>
                  <a:lnTo>
                    <a:pt x="4621804" y="426530"/>
                  </a:lnTo>
                  <a:lnTo>
                    <a:pt x="4621913" y="426530"/>
                  </a:lnTo>
                  <a:lnTo>
                    <a:pt x="4622021" y="426530"/>
                  </a:lnTo>
                  <a:lnTo>
                    <a:pt x="4622129" y="426530"/>
                  </a:lnTo>
                  <a:lnTo>
                    <a:pt x="4622238" y="426530"/>
                  </a:lnTo>
                  <a:lnTo>
                    <a:pt x="4622346" y="426530"/>
                  </a:lnTo>
                  <a:lnTo>
                    <a:pt x="4622455" y="426530"/>
                  </a:lnTo>
                  <a:lnTo>
                    <a:pt x="4622563" y="426530"/>
                  </a:lnTo>
                  <a:lnTo>
                    <a:pt x="4622672" y="426530"/>
                  </a:lnTo>
                  <a:lnTo>
                    <a:pt x="4622780" y="426530"/>
                  </a:lnTo>
                  <a:lnTo>
                    <a:pt x="4622889" y="426530"/>
                  </a:lnTo>
                  <a:lnTo>
                    <a:pt x="4622997" y="426530"/>
                  </a:lnTo>
                  <a:lnTo>
                    <a:pt x="4623106" y="426530"/>
                  </a:lnTo>
                  <a:lnTo>
                    <a:pt x="4623214" y="426530"/>
                  </a:lnTo>
                  <a:lnTo>
                    <a:pt x="4623322" y="426530"/>
                  </a:lnTo>
                  <a:lnTo>
                    <a:pt x="4623431" y="426530"/>
                  </a:lnTo>
                  <a:lnTo>
                    <a:pt x="4623539" y="426530"/>
                  </a:lnTo>
                  <a:lnTo>
                    <a:pt x="4623648" y="426530"/>
                  </a:lnTo>
                  <a:lnTo>
                    <a:pt x="4623756" y="426530"/>
                  </a:lnTo>
                  <a:lnTo>
                    <a:pt x="4623756" y="425906"/>
                  </a:lnTo>
                  <a:lnTo>
                    <a:pt x="4623865" y="425906"/>
                  </a:lnTo>
                  <a:lnTo>
                    <a:pt x="4623973" y="425906"/>
                  </a:lnTo>
                  <a:lnTo>
                    <a:pt x="4624082" y="425906"/>
                  </a:lnTo>
                  <a:lnTo>
                    <a:pt x="4624190" y="425906"/>
                  </a:lnTo>
                  <a:lnTo>
                    <a:pt x="4624298" y="425906"/>
                  </a:lnTo>
                  <a:lnTo>
                    <a:pt x="4624407" y="425906"/>
                  </a:lnTo>
                  <a:lnTo>
                    <a:pt x="4624515" y="425906"/>
                  </a:lnTo>
                  <a:lnTo>
                    <a:pt x="4624624" y="425906"/>
                  </a:lnTo>
                  <a:lnTo>
                    <a:pt x="4624732" y="425906"/>
                  </a:lnTo>
                  <a:lnTo>
                    <a:pt x="4624841" y="425906"/>
                  </a:lnTo>
                  <a:lnTo>
                    <a:pt x="4624949" y="425906"/>
                  </a:lnTo>
                  <a:lnTo>
                    <a:pt x="4625058" y="425906"/>
                  </a:lnTo>
                  <a:lnTo>
                    <a:pt x="4625166" y="425906"/>
                  </a:lnTo>
                  <a:lnTo>
                    <a:pt x="4625274" y="425906"/>
                  </a:lnTo>
                  <a:lnTo>
                    <a:pt x="4625383" y="425906"/>
                  </a:lnTo>
                  <a:lnTo>
                    <a:pt x="4625491" y="425906"/>
                  </a:lnTo>
                  <a:lnTo>
                    <a:pt x="4625600" y="425906"/>
                  </a:lnTo>
                  <a:lnTo>
                    <a:pt x="4625600" y="425283"/>
                  </a:lnTo>
                  <a:lnTo>
                    <a:pt x="4625708" y="425283"/>
                  </a:lnTo>
                  <a:lnTo>
                    <a:pt x="4625817" y="425283"/>
                  </a:lnTo>
                  <a:lnTo>
                    <a:pt x="4625817" y="424659"/>
                  </a:lnTo>
                  <a:lnTo>
                    <a:pt x="4625925" y="424659"/>
                  </a:lnTo>
                  <a:lnTo>
                    <a:pt x="4625925" y="424035"/>
                  </a:lnTo>
                  <a:lnTo>
                    <a:pt x="4625925" y="423412"/>
                  </a:lnTo>
                  <a:lnTo>
                    <a:pt x="4626034" y="423412"/>
                  </a:lnTo>
                  <a:lnTo>
                    <a:pt x="4626142" y="423412"/>
                  </a:lnTo>
                  <a:lnTo>
                    <a:pt x="4626250" y="423412"/>
                  </a:lnTo>
                  <a:lnTo>
                    <a:pt x="4626359" y="423412"/>
                  </a:lnTo>
                  <a:lnTo>
                    <a:pt x="4626467" y="423412"/>
                  </a:lnTo>
                  <a:lnTo>
                    <a:pt x="4626467" y="422788"/>
                  </a:lnTo>
                  <a:lnTo>
                    <a:pt x="4626576" y="422788"/>
                  </a:lnTo>
                  <a:lnTo>
                    <a:pt x="4626576" y="422165"/>
                  </a:lnTo>
                  <a:lnTo>
                    <a:pt x="4626684" y="422165"/>
                  </a:lnTo>
                  <a:lnTo>
                    <a:pt x="4626793" y="422165"/>
                  </a:lnTo>
                  <a:lnTo>
                    <a:pt x="4626793" y="421541"/>
                  </a:lnTo>
                  <a:lnTo>
                    <a:pt x="4626901" y="421541"/>
                  </a:lnTo>
                  <a:lnTo>
                    <a:pt x="4627010" y="421541"/>
                  </a:lnTo>
                  <a:lnTo>
                    <a:pt x="4627118" y="421541"/>
                  </a:lnTo>
                  <a:lnTo>
                    <a:pt x="4627227" y="421541"/>
                  </a:lnTo>
                  <a:lnTo>
                    <a:pt x="4627335" y="421541"/>
                  </a:lnTo>
                  <a:lnTo>
                    <a:pt x="4627443" y="421541"/>
                  </a:lnTo>
                  <a:lnTo>
                    <a:pt x="4627552" y="421541"/>
                  </a:lnTo>
                  <a:lnTo>
                    <a:pt x="4627660" y="421541"/>
                  </a:lnTo>
                  <a:lnTo>
                    <a:pt x="4627769" y="421541"/>
                  </a:lnTo>
                  <a:lnTo>
                    <a:pt x="4627877" y="421541"/>
                  </a:lnTo>
                  <a:lnTo>
                    <a:pt x="4627986" y="421541"/>
                  </a:lnTo>
                  <a:lnTo>
                    <a:pt x="4628094" y="421541"/>
                  </a:lnTo>
                  <a:lnTo>
                    <a:pt x="4628094" y="420918"/>
                  </a:lnTo>
                  <a:lnTo>
                    <a:pt x="4628203" y="420918"/>
                  </a:lnTo>
                  <a:lnTo>
                    <a:pt x="4628311" y="420918"/>
                  </a:lnTo>
                  <a:lnTo>
                    <a:pt x="4628419" y="420918"/>
                  </a:lnTo>
                  <a:lnTo>
                    <a:pt x="4628528" y="420918"/>
                  </a:lnTo>
                  <a:lnTo>
                    <a:pt x="4628636" y="420918"/>
                  </a:lnTo>
                  <a:lnTo>
                    <a:pt x="4628745" y="420918"/>
                  </a:lnTo>
                  <a:lnTo>
                    <a:pt x="4628853" y="420918"/>
                  </a:lnTo>
                  <a:lnTo>
                    <a:pt x="4628962" y="420918"/>
                  </a:lnTo>
                  <a:lnTo>
                    <a:pt x="4629070" y="420918"/>
                  </a:lnTo>
                  <a:lnTo>
                    <a:pt x="4629179" y="420918"/>
                  </a:lnTo>
                  <a:lnTo>
                    <a:pt x="4629287" y="420918"/>
                  </a:lnTo>
                  <a:lnTo>
                    <a:pt x="4629395" y="420918"/>
                  </a:lnTo>
                  <a:lnTo>
                    <a:pt x="4629504" y="420918"/>
                  </a:lnTo>
                  <a:lnTo>
                    <a:pt x="4629612" y="420918"/>
                  </a:lnTo>
                  <a:lnTo>
                    <a:pt x="4629721" y="420918"/>
                  </a:lnTo>
                  <a:lnTo>
                    <a:pt x="4629829" y="420918"/>
                  </a:lnTo>
                  <a:lnTo>
                    <a:pt x="4629938" y="420918"/>
                  </a:lnTo>
                  <a:lnTo>
                    <a:pt x="4629938" y="420294"/>
                  </a:lnTo>
                  <a:lnTo>
                    <a:pt x="4630046" y="420294"/>
                  </a:lnTo>
                  <a:lnTo>
                    <a:pt x="4630155" y="420294"/>
                  </a:lnTo>
                  <a:lnTo>
                    <a:pt x="4630263" y="420294"/>
                  </a:lnTo>
                  <a:lnTo>
                    <a:pt x="4630371" y="420294"/>
                  </a:lnTo>
                  <a:lnTo>
                    <a:pt x="4630480" y="420294"/>
                  </a:lnTo>
                  <a:lnTo>
                    <a:pt x="4630588" y="420294"/>
                  </a:lnTo>
                  <a:lnTo>
                    <a:pt x="4630697" y="420294"/>
                  </a:lnTo>
                  <a:lnTo>
                    <a:pt x="4630805" y="420294"/>
                  </a:lnTo>
                  <a:lnTo>
                    <a:pt x="4630914" y="420294"/>
                  </a:lnTo>
                  <a:lnTo>
                    <a:pt x="4631022" y="420294"/>
                  </a:lnTo>
                  <a:lnTo>
                    <a:pt x="4631131" y="420294"/>
                  </a:lnTo>
                  <a:lnTo>
                    <a:pt x="4631239" y="420294"/>
                  </a:lnTo>
                  <a:lnTo>
                    <a:pt x="4631348" y="420294"/>
                  </a:lnTo>
                  <a:lnTo>
                    <a:pt x="4631456" y="420294"/>
                  </a:lnTo>
                  <a:lnTo>
                    <a:pt x="4631456" y="419670"/>
                  </a:lnTo>
                  <a:lnTo>
                    <a:pt x="4631564" y="419670"/>
                  </a:lnTo>
                  <a:lnTo>
                    <a:pt x="4631673" y="419670"/>
                  </a:lnTo>
                  <a:lnTo>
                    <a:pt x="4631781" y="419670"/>
                  </a:lnTo>
                  <a:lnTo>
                    <a:pt x="4631890" y="419670"/>
                  </a:lnTo>
                  <a:lnTo>
                    <a:pt x="4631998" y="419670"/>
                  </a:lnTo>
                  <a:lnTo>
                    <a:pt x="4632107" y="419670"/>
                  </a:lnTo>
                  <a:lnTo>
                    <a:pt x="4632107" y="419047"/>
                  </a:lnTo>
                  <a:lnTo>
                    <a:pt x="4632215" y="419047"/>
                  </a:lnTo>
                  <a:lnTo>
                    <a:pt x="4632324" y="419047"/>
                  </a:lnTo>
                  <a:lnTo>
                    <a:pt x="4632432" y="419047"/>
                  </a:lnTo>
                  <a:lnTo>
                    <a:pt x="4632540" y="419047"/>
                  </a:lnTo>
                  <a:lnTo>
                    <a:pt x="4632649" y="419047"/>
                  </a:lnTo>
                  <a:lnTo>
                    <a:pt x="4632757" y="419047"/>
                  </a:lnTo>
                  <a:lnTo>
                    <a:pt x="4632866" y="419047"/>
                  </a:lnTo>
                  <a:lnTo>
                    <a:pt x="4632974" y="419047"/>
                  </a:lnTo>
                  <a:lnTo>
                    <a:pt x="4633083" y="419047"/>
                  </a:lnTo>
                  <a:lnTo>
                    <a:pt x="4633191" y="419047"/>
                  </a:lnTo>
                  <a:lnTo>
                    <a:pt x="4633300" y="419047"/>
                  </a:lnTo>
                  <a:lnTo>
                    <a:pt x="4633408" y="419047"/>
                  </a:lnTo>
                  <a:lnTo>
                    <a:pt x="4633516" y="419047"/>
                  </a:lnTo>
                  <a:lnTo>
                    <a:pt x="4633516" y="418423"/>
                  </a:lnTo>
                  <a:lnTo>
                    <a:pt x="4633625" y="418423"/>
                  </a:lnTo>
                  <a:lnTo>
                    <a:pt x="4633625" y="417800"/>
                  </a:lnTo>
                  <a:lnTo>
                    <a:pt x="4633733" y="417800"/>
                  </a:lnTo>
                  <a:lnTo>
                    <a:pt x="4633842" y="417800"/>
                  </a:lnTo>
                  <a:lnTo>
                    <a:pt x="4633950" y="417800"/>
                  </a:lnTo>
                  <a:lnTo>
                    <a:pt x="4633950" y="417176"/>
                  </a:lnTo>
                  <a:lnTo>
                    <a:pt x="4634059" y="417176"/>
                  </a:lnTo>
                  <a:lnTo>
                    <a:pt x="4634167" y="417176"/>
                  </a:lnTo>
                  <a:lnTo>
                    <a:pt x="4634276" y="417176"/>
                  </a:lnTo>
                  <a:lnTo>
                    <a:pt x="4634384" y="417176"/>
                  </a:lnTo>
                  <a:lnTo>
                    <a:pt x="4634492" y="417176"/>
                  </a:lnTo>
                  <a:lnTo>
                    <a:pt x="4634601" y="417176"/>
                  </a:lnTo>
                  <a:lnTo>
                    <a:pt x="4634709" y="417176"/>
                  </a:lnTo>
                  <a:lnTo>
                    <a:pt x="4634818" y="417176"/>
                  </a:lnTo>
                  <a:lnTo>
                    <a:pt x="4634926" y="417176"/>
                  </a:lnTo>
                  <a:lnTo>
                    <a:pt x="4635035" y="417176"/>
                  </a:lnTo>
                  <a:lnTo>
                    <a:pt x="4635143" y="417176"/>
                  </a:lnTo>
                  <a:lnTo>
                    <a:pt x="4635252" y="417176"/>
                  </a:lnTo>
                  <a:lnTo>
                    <a:pt x="4635360" y="417176"/>
                  </a:lnTo>
                  <a:lnTo>
                    <a:pt x="4635469" y="417176"/>
                  </a:lnTo>
                  <a:lnTo>
                    <a:pt x="4635577" y="417176"/>
                  </a:lnTo>
                  <a:lnTo>
                    <a:pt x="4635685" y="417176"/>
                  </a:lnTo>
                  <a:lnTo>
                    <a:pt x="4635794" y="417176"/>
                  </a:lnTo>
                  <a:lnTo>
                    <a:pt x="4635902" y="417176"/>
                  </a:lnTo>
                  <a:lnTo>
                    <a:pt x="4636011" y="417176"/>
                  </a:lnTo>
                  <a:lnTo>
                    <a:pt x="4636119" y="417176"/>
                  </a:lnTo>
                  <a:lnTo>
                    <a:pt x="4636228" y="417176"/>
                  </a:lnTo>
                  <a:lnTo>
                    <a:pt x="4636336" y="417176"/>
                  </a:lnTo>
                  <a:lnTo>
                    <a:pt x="4636445" y="417176"/>
                  </a:lnTo>
                  <a:lnTo>
                    <a:pt x="4636553" y="417176"/>
                  </a:lnTo>
                  <a:lnTo>
                    <a:pt x="4636661" y="417176"/>
                  </a:lnTo>
                  <a:lnTo>
                    <a:pt x="4636770" y="417176"/>
                  </a:lnTo>
                  <a:lnTo>
                    <a:pt x="4636878" y="417176"/>
                  </a:lnTo>
                  <a:lnTo>
                    <a:pt x="4636987" y="417176"/>
                  </a:lnTo>
                  <a:lnTo>
                    <a:pt x="4637095" y="417176"/>
                  </a:lnTo>
                  <a:lnTo>
                    <a:pt x="4637204" y="417176"/>
                  </a:lnTo>
                  <a:lnTo>
                    <a:pt x="4637312" y="417176"/>
                  </a:lnTo>
                  <a:lnTo>
                    <a:pt x="4637421" y="417176"/>
                  </a:lnTo>
                  <a:lnTo>
                    <a:pt x="4637529" y="417176"/>
                  </a:lnTo>
                  <a:lnTo>
                    <a:pt x="4637637" y="417176"/>
                  </a:lnTo>
                  <a:lnTo>
                    <a:pt x="4637746" y="417176"/>
                  </a:lnTo>
                  <a:lnTo>
                    <a:pt x="4637854" y="417176"/>
                  </a:lnTo>
                  <a:lnTo>
                    <a:pt x="4637963" y="417176"/>
                  </a:lnTo>
                  <a:lnTo>
                    <a:pt x="4638071" y="417176"/>
                  </a:lnTo>
                  <a:lnTo>
                    <a:pt x="4638180" y="417176"/>
                  </a:lnTo>
                  <a:lnTo>
                    <a:pt x="4638288" y="417176"/>
                  </a:lnTo>
                  <a:lnTo>
                    <a:pt x="4638397" y="417176"/>
                  </a:lnTo>
                  <a:lnTo>
                    <a:pt x="4638505" y="417176"/>
                  </a:lnTo>
                  <a:lnTo>
                    <a:pt x="4638613" y="417176"/>
                  </a:lnTo>
                  <a:lnTo>
                    <a:pt x="4638722" y="417176"/>
                  </a:lnTo>
                  <a:lnTo>
                    <a:pt x="4638830" y="417176"/>
                  </a:lnTo>
                  <a:lnTo>
                    <a:pt x="4638939" y="417176"/>
                  </a:lnTo>
                  <a:lnTo>
                    <a:pt x="4639047" y="417176"/>
                  </a:lnTo>
                  <a:lnTo>
                    <a:pt x="4639156" y="417176"/>
                  </a:lnTo>
                  <a:lnTo>
                    <a:pt x="4639264" y="417176"/>
                  </a:lnTo>
                  <a:lnTo>
                    <a:pt x="4639373" y="417176"/>
                  </a:lnTo>
                  <a:lnTo>
                    <a:pt x="4639481" y="417176"/>
                  </a:lnTo>
                  <a:lnTo>
                    <a:pt x="4639589" y="417176"/>
                  </a:lnTo>
                  <a:lnTo>
                    <a:pt x="4639698" y="417176"/>
                  </a:lnTo>
                  <a:lnTo>
                    <a:pt x="4639806" y="417176"/>
                  </a:lnTo>
                  <a:lnTo>
                    <a:pt x="4639915" y="417176"/>
                  </a:lnTo>
                  <a:lnTo>
                    <a:pt x="4640023" y="417176"/>
                  </a:lnTo>
                  <a:lnTo>
                    <a:pt x="4640132" y="417176"/>
                  </a:lnTo>
                  <a:lnTo>
                    <a:pt x="4640132" y="416552"/>
                  </a:lnTo>
                  <a:lnTo>
                    <a:pt x="4640132" y="415929"/>
                  </a:lnTo>
                  <a:lnTo>
                    <a:pt x="4640240" y="415929"/>
                  </a:lnTo>
                  <a:lnTo>
                    <a:pt x="4640349" y="415929"/>
                  </a:lnTo>
                  <a:lnTo>
                    <a:pt x="4640457" y="415929"/>
                  </a:lnTo>
                  <a:lnTo>
                    <a:pt x="4640566" y="415929"/>
                  </a:lnTo>
                  <a:lnTo>
                    <a:pt x="4640674" y="415929"/>
                  </a:lnTo>
                  <a:lnTo>
                    <a:pt x="4640782" y="415929"/>
                  </a:lnTo>
                  <a:lnTo>
                    <a:pt x="4640891" y="415929"/>
                  </a:lnTo>
                  <a:lnTo>
                    <a:pt x="4640891" y="415305"/>
                  </a:lnTo>
                  <a:lnTo>
                    <a:pt x="4640999" y="415305"/>
                  </a:lnTo>
                  <a:lnTo>
                    <a:pt x="4641108" y="415305"/>
                  </a:lnTo>
                  <a:lnTo>
                    <a:pt x="4641216" y="415305"/>
                  </a:lnTo>
                  <a:lnTo>
                    <a:pt x="4641325" y="415305"/>
                  </a:lnTo>
                  <a:lnTo>
                    <a:pt x="4641433" y="415305"/>
                  </a:lnTo>
                  <a:lnTo>
                    <a:pt x="4641542" y="415305"/>
                  </a:lnTo>
                  <a:lnTo>
                    <a:pt x="4641650" y="415305"/>
                  </a:lnTo>
                  <a:lnTo>
                    <a:pt x="4641758" y="415305"/>
                  </a:lnTo>
                  <a:lnTo>
                    <a:pt x="4641867" y="415305"/>
                  </a:lnTo>
                  <a:lnTo>
                    <a:pt x="4641975" y="415305"/>
                  </a:lnTo>
                  <a:lnTo>
                    <a:pt x="4641975" y="414682"/>
                  </a:lnTo>
                  <a:lnTo>
                    <a:pt x="4641975" y="414058"/>
                  </a:lnTo>
                  <a:lnTo>
                    <a:pt x="4642084" y="414058"/>
                  </a:lnTo>
                  <a:lnTo>
                    <a:pt x="4642192" y="414058"/>
                  </a:lnTo>
                  <a:lnTo>
                    <a:pt x="4642301" y="414058"/>
                  </a:lnTo>
                  <a:lnTo>
                    <a:pt x="4642409" y="414058"/>
                  </a:lnTo>
                  <a:lnTo>
                    <a:pt x="4642518" y="414058"/>
                  </a:lnTo>
                  <a:lnTo>
                    <a:pt x="4642626" y="414058"/>
                  </a:lnTo>
                  <a:lnTo>
                    <a:pt x="4642734" y="414058"/>
                  </a:lnTo>
                  <a:lnTo>
                    <a:pt x="4642843" y="414058"/>
                  </a:lnTo>
                  <a:lnTo>
                    <a:pt x="4642951" y="414058"/>
                  </a:lnTo>
                  <a:lnTo>
                    <a:pt x="4643060" y="414058"/>
                  </a:lnTo>
                  <a:lnTo>
                    <a:pt x="4643168" y="414058"/>
                  </a:lnTo>
                  <a:lnTo>
                    <a:pt x="4643277" y="414058"/>
                  </a:lnTo>
                  <a:lnTo>
                    <a:pt x="4643385" y="414058"/>
                  </a:lnTo>
                  <a:lnTo>
                    <a:pt x="4643494" y="414058"/>
                  </a:lnTo>
                  <a:lnTo>
                    <a:pt x="4643602" y="414058"/>
                  </a:lnTo>
                  <a:lnTo>
                    <a:pt x="4643710" y="414058"/>
                  </a:lnTo>
                  <a:lnTo>
                    <a:pt x="4643819" y="414058"/>
                  </a:lnTo>
                  <a:lnTo>
                    <a:pt x="4643927" y="414058"/>
                  </a:lnTo>
                  <a:lnTo>
                    <a:pt x="4644036" y="414058"/>
                  </a:lnTo>
                  <a:lnTo>
                    <a:pt x="4644144" y="414058"/>
                  </a:lnTo>
                  <a:lnTo>
                    <a:pt x="4644253" y="414058"/>
                  </a:lnTo>
                  <a:lnTo>
                    <a:pt x="4644361" y="414058"/>
                  </a:lnTo>
                  <a:lnTo>
                    <a:pt x="4644470" y="414058"/>
                  </a:lnTo>
                  <a:lnTo>
                    <a:pt x="4644578" y="414058"/>
                  </a:lnTo>
                  <a:lnTo>
                    <a:pt x="4644687" y="414058"/>
                  </a:lnTo>
                  <a:lnTo>
                    <a:pt x="4644687" y="413435"/>
                  </a:lnTo>
                  <a:lnTo>
                    <a:pt x="4644795" y="413435"/>
                  </a:lnTo>
                  <a:lnTo>
                    <a:pt x="4644903" y="413435"/>
                  </a:lnTo>
                  <a:lnTo>
                    <a:pt x="4645012" y="413435"/>
                  </a:lnTo>
                  <a:lnTo>
                    <a:pt x="4645120" y="413435"/>
                  </a:lnTo>
                  <a:lnTo>
                    <a:pt x="4645229" y="413435"/>
                  </a:lnTo>
                  <a:lnTo>
                    <a:pt x="4645337" y="413435"/>
                  </a:lnTo>
                  <a:lnTo>
                    <a:pt x="4645446" y="413435"/>
                  </a:lnTo>
                  <a:lnTo>
                    <a:pt x="4645554" y="413435"/>
                  </a:lnTo>
                  <a:lnTo>
                    <a:pt x="4645663" y="413435"/>
                  </a:lnTo>
                  <a:lnTo>
                    <a:pt x="4645771" y="413435"/>
                  </a:lnTo>
                  <a:lnTo>
                    <a:pt x="4645879" y="413435"/>
                  </a:lnTo>
                  <a:lnTo>
                    <a:pt x="4645988" y="413435"/>
                  </a:lnTo>
                  <a:lnTo>
                    <a:pt x="4646096" y="413435"/>
                  </a:lnTo>
                  <a:lnTo>
                    <a:pt x="4646205" y="413435"/>
                  </a:lnTo>
                  <a:lnTo>
                    <a:pt x="4646313" y="413435"/>
                  </a:lnTo>
                  <a:lnTo>
                    <a:pt x="4646422" y="413435"/>
                  </a:lnTo>
                  <a:lnTo>
                    <a:pt x="4646530" y="413435"/>
                  </a:lnTo>
                  <a:lnTo>
                    <a:pt x="4646639" y="413435"/>
                  </a:lnTo>
                  <a:lnTo>
                    <a:pt x="4646747" y="413435"/>
                  </a:lnTo>
                  <a:lnTo>
                    <a:pt x="4646855" y="413435"/>
                  </a:lnTo>
                  <a:lnTo>
                    <a:pt x="4646964" y="413435"/>
                  </a:lnTo>
                  <a:lnTo>
                    <a:pt x="4647072" y="413435"/>
                  </a:lnTo>
                  <a:lnTo>
                    <a:pt x="4647181" y="413435"/>
                  </a:lnTo>
                  <a:lnTo>
                    <a:pt x="4647289" y="413435"/>
                  </a:lnTo>
                  <a:lnTo>
                    <a:pt x="4647398" y="413435"/>
                  </a:lnTo>
                  <a:lnTo>
                    <a:pt x="4647398" y="412811"/>
                  </a:lnTo>
                  <a:lnTo>
                    <a:pt x="4647398" y="412187"/>
                  </a:lnTo>
                  <a:lnTo>
                    <a:pt x="4647506" y="412187"/>
                  </a:lnTo>
                  <a:lnTo>
                    <a:pt x="4647506" y="411564"/>
                  </a:lnTo>
                  <a:lnTo>
                    <a:pt x="4647615" y="411564"/>
                  </a:lnTo>
                  <a:lnTo>
                    <a:pt x="4647615" y="410940"/>
                  </a:lnTo>
                  <a:lnTo>
                    <a:pt x="4647723" y="410940"/>
                  </a:lnTo>
                  <a:lnTo>
                    <a:pt x="4647831" y="410940"/>
                  </a:lnTo>
                  <a:lnTo>
                    <a:pt x="4647940" y="410940"/>
                  </a:lnTo>
                  <a:lnTo>
                    <a:pt x="4648048" y="410940"/>
                  </a:lnTo>
                  <a:lnTo>
                    <a:pt x="4648157" y="410940"/>
                  </a:lnTo>
                  <a:lnTo>
                    <a:pt x="4648157" y="410317"/>
                  </a:lnTo>
                  <a:lnTo>
                    <a:pt x="4648265" y="410317"/>
                  </a:lnTo>
                  <a:lnTo>
                    <a:pt x="4648374" y="410317"/>
                  </a:lnTo>
                  <a:lnTo>
                    <a:pt x="4648374" y="409693"/>
                  </a:lnTo>
                  <a:lnTo>
                    <a:pt x="4648374" y="409070"/>
                  </a:lnTo>
                  <a:lnTo>
                    <a:pt x="4648482" y="409070"/>
                  </a:lnTo>
                  <a:lnTo>
                    <a:pt x="4648591" y="409070"/>
                  </a:lnTo>
                  <a:lnTo>
                    <a:pt x="4648699" y="409070"/>
                  </a:lnTo>
                  <a:lnTo>
                    <a:pt x="4648699" y="408446"/>
                  </a:lnTo>
                  <a:lnTo>
                    <a:pt x="4648699" y="407822"/>
                  </a:lnTo>
                  <a:lnTo>
                    <a:pt x="4648808" y="407822"/>
                  </a:lnTo>
                  <a:lnTo>
                    <a:pt x="4648916" y="407822"/>
                  </a:lnTo>
                  <a:lnTo>
                    <a:pt x="4649024" y="407822"/>
                  </a:lnTo>
                  <a:lnTo>
                    <a:pt x="4649133" y="407822"/>
                  </a:lnTo>
                  <a:lnTo>
                    <a:pt x="4649241" y="407822"/>
                  </a:lnTo>
                  <a:lnTo>
                    <a:pt x="4649350" y="407822"/>
                  </a:lnTo>
                  <a:lnTo>
                    <a:pt x="4649458" y="407822"/>
                  </a:lnTo>
                  <a:lnTo>
                    <a:pt x="4649567" y="407822"/>
                  </a:lnTo>
                  <a:lnTo>
                    <a:pt x="4649675" y="407822"/>
                  </a:lnTo>
                  <a:lnTo>
                    <a:pt x="4649784" y="407822"/>
                  </a:lnTo>
                  <a:lnTo>
                    <a:pt x="4649892" y="407822"/>
                  </a:lnTo>
                  <a:lnTo>
                    <a:pt x="4650000" y="407822"/>
                  </a:lnTo>
                  <a:lnTo>
                    <a:pt x="4650109" y="407822"/>
                  </a:lnTo>
                  <a:lnTo>
                    <a:pt x="4650217" y="407822"/>
                  </a:lnTo>
                  <a:lnTo>
                    <a:pt x="4650326" y="407822"/>
                  </a:lnTo>
                  <a:lnTo>
                    <a:pt x="4650434" y="407822"/>
                  </a:lnTo>
                  <a:lnTo>
                    <a:pt x="4650434" y="407199"/>
                  </a:lnTo>
                  <a:lnTo>
                    <a:pt x="4650543" y="407199"/>
                  </a:lnTo>
                  <a:lnTo>
                    <a:pt x="4650651" y="407199"/>
                  </a:lnTo>
                  <a:lnTo>
                    <a:pt x="4650760" y="407199"/>
                  </a:lnTo>
                  <a:lnTo>
                    <a:pt x="4650868" y="407199"/>
                  </a:lnTo>
                  <a:lnTo>
                    <a:pt x="4650976" y="407199"/>
                  </a:lnTo>
                  <a:lnTo>
                    <a:pt x="4651085" y="407199"/>
                  </a:lnTo>
                  <a:lnTo>
                    <a:pt x="4651193" y="407199"/>
                  </a:lnTo>
                  <a:lnTo>
                    <a:pt x="4651302" y="407199"/>
                  </a:lnTo>
                  <a:lnTo>
                    <a:pt x="4651410" y="407199"/>
                  </a:lnTo>
                  <a:lnTo>
                    <a:pt x="4651519" y="407199"/>
                  </a:lnTo>
                  <a:lnTo>
                    <a:pt x="4651627" y="407199"/>
                  </a:lnTo>
                  <a:lnTo>
                    <a:pt x="4651736" y="407199"/>
                  </a:lnTo>
                  <a:lnTo>
                    <a:pt x="4651736" y="406575"/>
                  </a:lnTo>
                  <a:lnTo>
                    <a:pt x="4651844" y="406575"/>
                  </a:lnTo>
                  <a:lnTo>
                    <a:pt x="4651952" y="406575"/>
                  </a:lnTo>
                  <a:lnTo>
                    <a:pt x="4652061" y="406575"/>
                  </a:lnTo>
                  <a:lnTo>
                    <a:pt x="4652169" y="406575"/>
                  </a:lnTo>
                  <a:lnTo>
                    <a:pt x="4652278" y="406575"/>
                  </a:lnTo>
                  <a:lnTo>
                    <a:pt x="4652386" y="406575"/>
                  </a:lnTo>
                  <a:lnTo>
                    <a:pt x="4652495" y="406575"/>
                  </a:lnTo>
                  <a:lnTo>
                    <a:pt x="4652603" y="406575"/>
                  </a:lnTo>
                  <a:lnTo>
                    <a:pt x="4652603" y="405952"/>
                  </a:lnTo>
                  <a:lnTo>
                    <a:pt x="4652712" y="405952"/>
                  </a:lnTo>
                  <a:lnTo>
                    <a:pt x="4652820" y="405952"/>
                  </a:lnTo>
                  <a:lnTo>
                    <a:pt x="4652929" y="405952"/>
                  </a:lnTo>
                  <a:lnTo>
                    <a:pt x="4653037" y="405952"/>
                  </a:lnTo>
                  <a:lnTo>
                    <a:pt x="4653037" y="405328"/>
                  </a:lnTo>
                  <a:lnTo>
                    <a:pt x="4653037" y="404704"/>
                  </a:lnTo>
                  <a:lnTo>
                    <a:pt x="4653145" y="404704"/>
                  </a:lnTo>
                  <a:lnTo>
                    <a:pt x="4653254" y="404704"/>
                  </a:lnTo>
                  <a:lnTo>
                    <a:pt x="4653362" y="404704"/>
                  </a:lnTo>
                  <a:lnTo>
                    <a:pt x="4653471" y="404704"/>
                  </a:lnTo>
                  <a:lnTo>
                    <a:pt x="4653579" y="404704"/>
                  </a:lnTo>
                  <a:lnTo>
                    <a:pt x="4653688" y="404704"/>
                  </a:lnTo>
                  <a:lnTo>
                    <a:pt x="4653796" y="404704"/>
                  </a:lnTo>
                  <a:lnTo>
                    <a:pt x="4653905" y="404704"/>
                  </a:lnTo>
                  <a:lnTo>
                    <a:pt x="4653905" y="404081"/>
                  </a:lnTo>
                  <a:lnTo>
                    <a:pt x="4654013" y="404081"/>
                  </a:lnTo>
                  <a:lnTo>
                    <a:pt x="4654121" y="404081"/>
                  </a:lnTo>
                  <a:lnTo>
                    <a:pt x="4654230" y="404081"/>
                  </a:lnTo>
                  <a:lnTo>
                    <a:pt x="4654230" y="403457"/>
                  </a:lnTo>
                  <a:lnTo>
                    <a:pt x="4654338" y="403457"/>
                  </a:lnTo>
                  <a:lnTo>
                    <a:pt x="4654447" y="403457"/>
                  </a:lnTo>
                  <a:lnTo>
                    <a:pt x="4654555" y="403457"/>
                  </a:lnTo>
                  <a:lnTo>
                    <a:pt x="4654664" y="403457"/>
                  </a:lnTo>
                  <a:lnTo>
                    <a:pt x="4654772" y="403457"/>
                  </a:lnTo>
                  <a:lnTo>
                    <a:pt x="4654881" y="403457"/>
                  </a:lnTo>
                  <a:lnTo>
                    <a:pt x="4654989" y="403457"/>
                  </a:lnTo>
                  <a:lnTo>
                    <a:pt x="4655097" y="403457"/>
                  </a:lnTo>
                  <a:lnTo>
                    <a:pt x="4655206" y="403457"/>
                  </a:lnTo>
                  <a:lnTo>
                    <a:pt x="4655314" y="403457"/>
                  </a:lnTo>
                  <a:lnTo>
                    <a:pt x="4655423" y="403457"/>
                  </a:lnTo>
                  <a:lnTo>
                    <a:pt x="4655531" y="403457"/>
                  </a:lnTo>
                  <a:lnTo>
                    <a:pt x="4655640" y="403457"/>
                  </a:lnTo>
                  <a:lnTo>
                    <a:pt x="4655748" y="403457"/>
                  </a:lnTo>
                  <a:lnTo>
                    <a:pt x="4655857" y="403457"/>
                  </a:lnTo>
                  <a:lnTo>
                    <a:pt x="4655965" y="403457"/>
                  </a:lnTo>
                  <a:lnTo>
                    <a:pt x="4656073" y="403457"/>
                  </a:lnTo>
                  <a:lnTo>
                    <a:pt x="4656182" y="403457"/>
                  </a:lnTo>
                  <a:lnTo>
                    <a:pt x="4656290" y="403457"/>
                  </a:lnTo>
                  <a:lnTo>
                    <a:pt x="4656399" y="403457"/>
                  </a:lnTo>
                  <a:lnTo>
                    <a:pt x="4656507" y="403457"/>
                  </a:lnTo>
                  <a:lnTo>
                    <a:pt x="4656616" y="403457"/>
                  </a:lnTo>
                  <a:lnTo>
                    <a:pt x="4656724" y="403457"/>
                  </a:lnTo>
                  <a:lnTo>
                    <a:pt x="4656833" y="403457"/>
                  </a:lnTo>
                  <a:lnTo>
                    <a:pt x="4656941" y="403457"/>
                  </a:lnTo>
                  <a:lnTo>
                    <a:pt x="4657050" y="403457"/>
                  </a:lnTo>
                  <a:lnTo>
                    <a:pt x="4657158" y="403457"/>
                  </a:lnTo>
                  <a:lnTo>
                    <a:pt x="4657266" y="403457"/>
                  </a:lnTo>
                  <a:lnTo>
                    <a:pt x="4657375" y="403457"/>
                  </a:lnTo>
                  <a:lnTo>
                    <a:pt x="4657483" y="403457"/>
                  </a:lnTo>
                  <a:lnTo>
                    <a:pt x="4657592" y="403457"/>
                  </a:lnTo>
                  <a:lnTo>
                    <a:pt x="4657700" y="403457"/>
                  </a:lnTo>
                  <a:lnTo>
                    <a:pt x="4657809" y="403457"/>
                  </a:lnTo>
                  <a:lnTo>
                    <a:pt x="4657917" y="403457"/>
                  </a:lnTo>
                  <a:lnTo>
                    <a:pt x="4658026" y="403457"/>
                  </a:lnTo>
                  <a:lnTo>
                    <a:pt x="4658134" y="403457"/>
                  </a:lnTo>
                  <a:lnTo>
                    <a:pt x="4658242" y="403457"/>
                  </a:lnTo>
                  <a:lnTo>
                    <a:pt x="4658351" y="403457"/>
                  </a:lnTo>
                  <a:lnTo>
                    <a:pt x="4658459" y="403457"/>
                  </a:lnTo>
                  <a:lnTo>
                    <a:pt x="4658568" y="403457"/>
                  </a:lnTo>
                  <a:lnTo>
                    <a:pt x="4658676" y="403457"/>
                  </a:lnTo>
                  <a:lnTo>
                    <a:pt x="4658785" y="403457"/>
                  </a:lnTo>
                  <a:lnTo>
                    <a:pt x="4658893" y="403457"/>
                  </a:lnTo>
                  <a:lnTo>
                    <a:pt x="4659002" y="403457"/>
                  </a:lnTo>
                  <a:lnTo>
                    <a:pt x="4659110" y="403457"/>
                  </a:lnTo>
                  <a:lnTo>
                    <a:pt x="4659218" y="403457"/>
                  </a:lnTo>
                  <a:lnTo>
                    <a:pt x="4659327" y="403457"/>
                  </a:lnTo>
                  <a:lnTo>
                    <a:pt x="4659435" y="403457"/>
                  </a:lnTo>
                  <a:lnTo>
                    <a:pt x="4659544" y="403457"/>
                  </a:lnTo>
                  <a:lnTo>
                    <a:pt x="4659652" y="403457"/>
                  </a:lnTo>
                  <a:lnTo>
                    <a:pt x="4659761" y="403457"/>
                  </a:lnTo>
                  <a:lnTo>
                    <a:pt x="4659869" y="403457"/>
                  </a:lnTo>
                  <a:lnTo>
                    <a:pt x="4659978" y="403457"/>
                  </a:lnTo>
                  <a:lnTo>
                    <a:pt x="4660086" y="403457"/>
                  </a:lnTo>
                  <a:lnTo>
                    <a:pt x="4660194" y="403457"/>
                  </a:lnTo>
                  <a:lnTo>
                    <a:pt x="4660303" y="403457"/>
                  </a:lnTo>
                  <a:lnTo>
                    <a:pt x="4660411" y="403457"/>
                  </a:lnTo>
                  <a:lnTo>
                    <a:pt x="4660520" y="403457"/>
                  </a:lnTo>
                  <a:lnTo>
                    <a:pt x="4660628" y="403457"/>
                  </a:lnTo>
                  <a:lnTo>
                    <a:pt x="4660737" y="403457"/>
                  </a:lnTo>
                  <a:lnTo>
                    <a:pt x="4660845" y="403457"/>
                  </a:lnTo>
                  <a:lnTo>
                    <a:pt x="4660954" y="403457"/>
                  </a:lnTo>
                  <a:lnTo>
                    <a:pt x="4661062" y="403457"/>
                  </a:lnTo>
                  <a:lnTo>
                    <a:pt x="4661170" y="403457"/>
                  </a:lnTo>
                  <a:lnTo>
                    <a:pt x="4661279" y="403457"/>
                  </a:lnTo>
                  <a:lnTo>
                    <a:pt x="4661387" y="403457"/>
                  </a:lnTo>
                  <a:lnTo>
                    <a:pt x="4661496" y="403457"/>
                  </a:lnTo>
                  <a:lnTo>
                    <a:pt x="4661604" y="403457"/>
                  </a:lnTo>
                  <a:lnTo>
                    <a:pt x="4661713" y="403457"/>
                  </a:lnTo>
                  <a:lnTo>
                    <a:pt x="4661821" y="403457"/>
                  </a:lnTo>
                  <a:lnTo>
                    <a:pt x="4661821" y="402834"/>
                  </a:lnTo>
                  <a:lnTo>
                    <a:pt x="4661930" y="402834"/>
                  </a:lnTo>
                  <a:lnTo>
                    <a:pt x="4662038" y="402834"/>
                  </a:lnTo>
                  <a:lnTo>
                    <a:pt x="4662147" y="402834"/>
                  </a:lnTo>
                  <a:lnTo>
                    <a:pt x="4662255" y="402834"/>
                  </a:lnTo>
                  <a:lnTo>
                    <a:pt x="4662363" y="402834"/>
                  </a:lnTo>
                  <a:lnTo>
                    <a:pt x="4662472" y="402834"/>
                  </a:lnTo>
                  <a:lnTo>
                    <a:pt x="4662580" y="402834"/>
                  </a:lnTo>
                  <a:lnTo>
                    <a:pt x="4662580" y="402210"/>
                  </a:lnTo>
                  <a:lnTo>
                    <a:pt x="4662689" y="402210"/>
                  </a:lnTo>
                  <a:lnTo>
                    <a:pt x="4662797" y="402210"/>
                  </a:lnTo>
                  <a:lnTo>
                    <a:pt x="4662906" y="402210"/>
                  </a:lnTo>
                  <a:lnTo>
                    <a:pt x="4663014" y="402210"/>
                  </a:lnTo>
                  <a:lnTo>
                    <a:pt x="4663123" y="402210"/>
                  </a:lnTo>
                  <a:lnTo>
                    <a:pt x="4663231" y="402210"/>
                  </a:lnTo>
                  <a:lnTo>
                    <a:pt x="4663339" y="402210"/>
                  </a:lnTo>
                  <a:lnTo>
                    <a:pt x="4663448" y="402210"/>
                  </a:lnTo>
                  <a:lnTo>
                    <a:pt x="4663556" y="402210"/>
                  </a:lnTo>
                  <a:lnTo>
                    <a:pt x="4663665" y="402210"/>
                  </a:lnTo>
                  <a:lnTo>
                    <a:pt x="4663773" y="402210"/>
                  </a:lnTo>
                  <a:lnTo>
                    <a:pt x="4663882" y="402210"/>
                  </a:lnTo>
                  <a:lnTo>
                    <a:pt x="4663882" y="401587"/>
                  </a:lnTo>
                  <a:lnTo>
                    <a:pt x="4663990" y="401587"/>
                  </a:lnTo>
                  <a:lnTo>
                    <a:pt x="4664099" y="401587"/>
                  </a:lnTo>
                  <a:lnTo>
                    <a:pt x="4664207" y="401587"/>
                  </a:lnTo>
                  <a:lnTo>
                    <a:pt x="4664315" y="401587"/>
                  </a:lnTo>
                  <a:lnTo>
                    <a:pt x="4664424" y="401587"/>
                  </a:lnTo>
                  <a:lnTo>
                    <a:pt x="4664532" y="401587"/>
                  </a:lnTo>
                  <a:lnTo>
                    <a:pt x="4664641" y="401587"/>
                  </a:lnTo>
                  <a:lnTo>
                    <a:pt x="4664749" y="401587"/>
                  </a:lnTo>
                  <a:lnTo>
                    <a:pt x="4664858" y="401587"/>
                  </a:lnTo>
                  <a:lnTo>
                    <a:pt x="4664966" y="401587"/>
                  </a:lnTo>
                  <a:lnTo>
                    <a:pt x="4665075" y="401587"/>
                  </a:lnTo>
                  <a:lnTo>
                    <a:pt x="4665183" y="401587"/>
                  </a:lnTo>
                  <a:lnTo>
                    <a:pt x="4665291" y="401587"/>
                  </a:lnTo>
                  <a:lnTo>
                    <a:pt x="4665400" y="401587"/>
                  </a:lnTo>
                  <a:lnTo>
                    <a:pt x="4665508" y="401587"/>
                  </a:lnTo>
                  <a:lnTo>
                    <a:pt x="4665617" y="401587"/>
                  </a:lnTo>
                  <a:lnTo>
                    <a:pt x="4665725" y="401587"/>
                  </a:lnTo>
                  <a:lnTo>
                    <a:pt x="4665834" y="401587"/>
                  </a:lnTo>
                  <a:lnTo>
                    <a:pt x="4665942" y="401587"/>
                  </a:lnTo>
                  <a:lnTo>
                    <a:pt x="4666051" y="401587"/>
                  </a:lnTo>
                  <a:lnTo>
                    <a:pt x="4666159" y="401587"/>
                  </a:lnTo>
                  <a:lnTo>
                    <a:pt x="4666268" y="401587"/>
                  </a:lnTo>
                  <a:lnTo>
                    <a:pt x="4666376" y="401587"/>
                  </a:lnTo>
                  <a:lnTo>
                    <a:pt x="4666484" y="401587"/>
                  </a:lnTo>
                  <a:lnTo>
                    <a:pt x="4666484" y="400963"/>
                  </a:lnTo>
                  <a:lnTo>
                    <a:pt x="4666593" y="400963"/>
                  </a:lnTo>
                  <a:lnTo>
                    <a:pt x="4666701" y="400963"/>
                  </a:lnTo>
                  <a:lnTo>
                    <a:pt x="4666810" y="400963"/>
                  </a:lnTo>
                  <a:lnTo>
                    <a:pt x="4666918" y="400963"/>
                  </a:lnTo>
                  <a:lnTo>
                    <a:pt x="4667027" y="400963"/>
                  </a:lnTo>
                  <a:lnTo>
                    <a:pt x="4667135" y="400963"/>
                  </a:lnTo>
                  <a:lnTo>
                    <a:pt x="4667244" y="400963"/>
                  </a:lnTo>
                  <a:lnTo>
                    <a:pt x="4667352" y="400963"/>
                  </a:lnTo>
                  <a:lnTo>
                    <a:pt x="4667460" y="400963"/>
                  </a:lnTo>
                  <a:lnTo>
                    <a:pt x="4667569" y="400963"/>
                  </a:lnTo>
                  <a:lnTo>
                    <a:pt x="4667677" y="400963"/>
                  </a:lnTo>
                  <a:lnTo>
                    <a:pt x="4667786" y="400963"/>
                  </a:lnTo>
                  <a:lnTo>
                    <a:pt x="4667894" y="400963"/>
                  </a:lnTo>
                  <a:lnTo>
                    <a:pt x="4668003" y="400963"/>
                  </a:lnTo>
                  <a:lnTo>
                    <a:pt x="4668111" y="400963"/>
                  </a:lnTo>
                  <a:lnTo>
                    <a:pt x="4668220" y="400963"/>
                  </a:lnTo>
                  <a:lnTo>
                    <a:pt x="4668328" y="400963"/>
                  </a:lnTo>
                  <a:lnTo>
                    <a:pt x="4668436" y="400963"/>
                  </a:lnTo>
                  <a:lnTo>
                    <a:pt x="4668545" y="400963"/>
                  </a:lnTo>
                  <a:lnTo>
                    <a:pt x="4668653" y="400963"/>
                  </a:lnTo>
                  <a:lnTo>
                    <a:pt x="4668762" y="400963"/>
                  </a:lnTo>
                  <a:lnTo>
                    <a:pt x="4668870" y="400963"/>
                  </a:lnTo>
                  <a:lnTo>
                    <a:pt x="4668979" y="400963"/>
                  </a:lnTo>
                  <a:lnTo>
                    <a:pt x="4669087" y="400963"/>
                  </a:lnTo>
                  <a:lnTo>
                    <a:pt x="4669196" y="400963"/>
                  </a:lnTo>
                  <a:lnTo>
                    <a:pt x="4669304" y="400963"/>
                  </a:lnTo>
                  <a:lnTo>
                    <a:pt x="4669412" y="400963"/>
                  </a:lnTo>
                  <a:lnTo>
                    <a:pt x="4669521" y="400963"/>
                  </a:lnTo>
                  <a:lnTo>
                    <a:pt x="4669629" y="400963"/>
                  </a:lnTo>
                  <a:lnTo>
                    <a:pt x="4669629" y="400339"/>
                  </a:lnTo>
                  <a:lnTo>
                    <a:pt x="4669629" y="399716"/>
                  </a:lnTo>
                  <a:lnTo>
                    <a:pt x="4669738" y="399716"/>
                  </a:lnTo>
                  <a:lnTo>
                    <a:pt x="4669846" y="399716"/>
                  </a:lnTo>
                  <a:lnTo>
                    <a:pt x="4669955" y="399716"/>
                  </a:lnTo>
                  <a:lnTo>
                    <a:pt x="4670063" y="399716"/>
                  </a:lnTo>
                  <a:lnTo>
                    <a:pt x="4670172" y="399716"/>
                  </a:lnTo>
                  <a:lnTo>
                    <a:pt x="4670280" y="399716"/>
                  </a:lnTo>
                  <a:lnTo>
                    <a:pt x="4670389" y="399716"/>
                  </a:lnTo>
                  <a:lnTo>
                    <a:pt x="4670497" y="399716"/>
                  </a:lnTo>
                  <a:lnTo>
                    <a:pt x="4670605" y="399716"/>
                  </a:lnTo>
                  <a:lnTo>
                    <a:pt x="4670714" y="399716"/>
                  </a:lnTo>
                  <a:lnTo>
                    <a:pt x="4670822" y="399716"/>
                  </a:lnTo>
                  <a:lnTo>
                    <a:pt x="4670931" y="399716"/>
                  </a:lnTo>
                  <a:lnTo>
                    <a:pt x="4671039" y="399716"/>
                  </a:lnTo>
                  <a:lnTo>
                    <a:pt x="4671148" y="399716"/>
                  </a:lnTo>
                  <a:lnTo>
                    <a:pt x="4671256" y="399716"/>
                  </a:lnTo>
                  <a:lnTo>
                    <a:pt x="4671365" y="399716"/>
                  </a:lnTo>
                  <a:lnTo>
                    <a:pt x="4671365" y="399092"/>
                  </a:lnTo>
                  <a:lnTo>
                    <a:pt x="4671473" y="399092"/>
                  </a:lnTo>
                  <a:lnTo>
                    <a:pt x="4671581" y="399092"/>
                  </a:lnTo>
                  <a:lnTo>
                    <a:pt x="4671690" y="399092"/>
                  </a:lnTo>
                  <a:lnTo>
                    <a:pt x="4671690" y="398469"/>
                  </a:lnTo>
                  <a:lnTo>
                    <a:pt x="4671798" y="398469"/>
                  </a:lnTo>
                  <a:lnTo>
                    <a:pt x="4671907" y="398469"/>
                  </a:lnTo>
                  <a:lnTo>
                    <a:pt x="4672015" y="398469"/>
                  </a:lnTo>
                  <a:lnTo>
                    <a:pt x="4672124" y="398469"/>
                  </a:lnTo>
                  <a:lnTo>
                    <a:pt x="4672232" y="398469"/>
                  </a:lnTo>
                  <a:lnTo>
                    <a:pt x="4672341" y="398469"/>
                  </a:lnTo>
                  <a:lnTo>
                    <a:pt x="4672341" y="397845"/>
                  </a:lnTo>
                  <a:lnTo>
                    <a:pt x="4672449" y="397845"/>
                  </a:lnTo>
                  <a:lnTo>
                    <a:pt x="4672557" y="397845"/>
                  </a:lnTo>
                  <a:lnTo>
                    <a:pt x="4672666" y="397845"/>
                  </a:lnTo>
                  <a:lnTo>
                    <a:pt x="4672774" y="397845"/>
                  </a:lnTo>
                  <a:lnTo>
                    <a:pt x="4672883" y="397845"/>
                  </a:lnTo>
                  <a:lnTo>
                    <a:pt x="4672991" y="397845"/>
                  </a:lnTo>
                  <a:lnTo>
                    <a:pt x="4673100" y="397845"/>
                  </a:lnTo>
                  <a:lnTo>
                    <a:pt x="4673208" y="397845"/>
                  </a:lnTo>
                  <a:lnTo>
                    <a:pt x="4673317" y="397845"/>
                  </a:lnTo>
                  <a:lnTo>
                    <a:pt x="4673425" y="397845"/>
                  </a:lnTo>
                  <a:lnTo>
                    <a:pt x="4673533" y="397845"/>
                  </a:lnTo>
                  <a:lnTo>
                    <a:pt x="4673642" y="397845"/>
                  </a:lnTo>
                  <a:lnTo>
                    <a:pt x="4673750" y="397845"/>
                  </a:lnTo>
                  <a:lnTo>
                    <a:pt x="4673859" y="397845"/>
                  </a:lnTo>
                  <a:lnTo>
                    <a:pt x="4673967" y="397845"/>
                  </a:lnTo>
                  <a:lnTo>
                    <a:pt x="4674076" y="397845"/>
                  </a:lnTo>
                  <a:lnTo>
                    <a:pt x="4674184" y="397845"/>
                  </a:lnTo>
                  <a:lnTo>
                    <a:pt x="4674293" y="397845"/>
                  </a:lnTo>
                  <a:lnTo>
                    <a:pt x="4674401" y="397845"/>
                  </a:lnTo>
                  <a:lnTo>
                    <a:pt x="4674510" y="397845"/>
                  </a:lnTo>
                  <a:lnTo>
                    <a:pt x="4674618" y="397845"/>
                  </a:lnTo>
                  <a:lnTo>
                    <a:pt x="4674726" y="397845"/>
                  </a:lnTo>
                  <a:lnTo>
                    <a:pt x="4674835" y="397845"/>
                  </a:lnTo>
                  <a:lnTo>
                    <a:pt x="4674943" y="397845"/>
                  </a:lnTo>
                  <a:lnTo>
                    <a:pt x="4675052" y="397845"/>
                  </a:lnTo>
                  <a:lnTo>
                    <a:pt x="4675160" y="397845"/>
                  </a:lnTo>
                  <a:lnTo>
                    <a:pt x="4675269" y="397845"/>
                  </a:lnTo>
                  <a:lnTo>
                    <a:pt x="4675377" y="397845"/>
                  </a:lnTo>
                  <a:lnTo>
                    <a:pt x="4675486" y="397845"/>
                  </a:lnTo>
                  <a:lnTo>
                    <a:pt x="4675594" y="397845"/>
                  </a:lnTo>
                  <a:lnTo>
                    <a:pt x="4675702" y="397845"/>
                  </a:lnTo>
                  <a:lnTo>
                    <a:pt x="4675811" y="397845"/>
                  </a:lnTo>
                  <a:lnTo>
                    <a:pt x="4675919" y="397845"/>
                  </a:lnTo>
                  <a:lnTo>
                    <a:pt x="4676028" y="397845"/>
                  </a:lnTo>
                  <a:lnTo>
                    <a:pt x="4676136" y="397845"/>
                  </a:lnTo>
                  <a:lnTo>
                    <a:pt x="4676245" y="397845"/>
                  </a:lnTo>
                  <a:lnTo>
                    <a:pt x="4676353" y="397845"/>
                  </a:lnTo>
                  <a:lnTo>
                    <a:pt x="4676462" y="397845"/>
                  </a:lnTo>
                  <a:lnTo>
                    <a:pt x="4676570" y="397845"/>
                  </a:lnTo>
                  <a:lnTo>
                    <a:pt x="4676678" y="397845"/>
                  </a:lnTo>
                  <a:lnTo>
                    <a:pt x="4676678" y="397221"/>
                  </a:lnTo>
                  <a:lnTo>
                    <a:pt x="4676787" y="397221"/>
                  </a:lnTo>
                  <a:lnTo>
                    <a:pt x="4676895" y="397221"/>
                  </a:lnTo>
                  <a:lnTo>
                    <a:pt x="4677004" y="397221"/>
                  </a:lnTo>
                  <a:lnTo>
                    <a:pt x="4677112" y="397221"/>
                  </a:lnTo>
                  <a:lnTo>
                    <a:pt x="4677221" y="397221"/>
                  </a:lnTo>
                  <a:lnTo>
                    <a:pt x="4677329" y="397221"/>
                  </a:lnTo>
                  <a:lnTo>
                    <a:pt x="4677438" y="397221"/>
                  </a:lnTo>
                  <a:lnTo>
                    <a:pt x="4677546" y="397221"/>
                  </a:lnTo>
                  <a:lnTo>
                    <a:pt x="4677654" y="397221"/>
                  </a:lnTo>
                  <a:lnTo>
                    <a:pt x="4677763" y="397221"/>
                  </a:lnTo>
                  <a:lnTo>
                    <a:pt x="4677871" y="397221"/>
                  </a:lnTo>
                  <a:lnTo>
                    <a:pt x="4677980" y="397221"/>
                  </a:lnTo>
                  <a:lnTo>
                    <a:pt x="4677980" y="396598"/>
                  </a:lnTo>
                  <a:lnTo>
                    <a:pt x="4678088" y="396598"/>
                  </a:lnTo>
                  <a:lnTo>
                    <a:pt x="4678197" y="396598"/>
                  </a:lnTo>
                  <a:lnTo>
                    <a:pt x="4678305" y="396598"/>
                  </a:lnTo>
                  <a:lnTo>
                    <a:pt x="4678414" y="396598"/>
                  </a:lnTo>
                  <a:lnTo>
                    <a:pt x="4678522" y="396598"/>
                  </a:lnTo>
                  <a:lnTo>
                    <a:pt x="4678631" y="396598"/>
                  </a:lnTo>
                  <a:lnTo>
                    <a:pt x="4678739" y="396598"/>
                  </a:lnTo>
                  <a:lnTo>
                    <a:pt x="4678847" y="396598"/>
                  </a:lnTo>
                  <a:lnTo>
                    <a:pt x="4678956" y="396598"/>
                  </a:lnTo>
                  <a:lnTo>
                    <a:pt x="4678956" y="395974"/>
                  </a:lnTo>
                  <a:lnTo>
                    <a:pt x="4679064" y="395974"/>
                  </a:lnTo>
                  <a:lnTo>
                    <a:pt x="4679173" y="395974"/>
                  </a:lnTo>
                  <a:lnTo>
                    <a:pt x="4679281" y="395974"/>
                  </a:lnTo>
                  <a:lnTo>
                    <a:pt x="4679390" y="395974"/>
                  </a:lnTo>
                  <a:lnTo>
                    <a:pt x="4679498" y="395974"/>
                  </a:lnTo>
                  <a:lnTo>
                    <a:pt x="4679607" y="395974"/>
                  </a:lnTo>
                  <a:lnTo>
                    <a:pt x="4679715" y="395974"/>
                  </a:lnTo>
                  <a:lnTo>
                    <a:pt x="4679823" y="395974"/>
                  </a:lnTo>
                  <a:lnTo>
                    <a:pt x="4679932" y="395974"/>
                  </a:lnTo>
                  <a:lnTo>
                    <a:pt x="4679932" y="395351"/>
                  </a:lnTo>
                  <a:lnTo>
                    <a:pt x="4680040" y="395351"/>
                  </a:lnTo>
                  <a:lnTo>
                    <a:pt x="4680040" y="394727"/>
                  </a:lnTo>
                  <a:lnTo>
                    <a:pt x="4680149" y="394727"/>
                  </a:lnTo>
                  <a:lnTo>
                    <a:pt x="4680257" y="394727"/>
                  </a:lnTo>
                  <a:lnTo>
                    <a:pt x="4680366" y="394727"/>
                  </a:lnTo>
                  <a:lnTo>
                    <a:pt x="4680474" y="394727"/>
                  </a:lnTo>
                  <a:lnTo>
                    <a:pt x="4680583" y="394727"/>
                  </a:lnTo>
                  <a:lnTo>
                    <a:pt x="4680691" y="394727"/>
                  </a:lnTo>
                  <a:lnTo>
                    <a:pt x="4680799" y="394727"/>
                  </a:lnTo>
                  <a:lnTo>
                    <a:pt x="4680908" y="394727"/>
                  </a:lnTo>
                  <a:lnTo>
                    <a:pt x="4681016" y="394727"/>
                  </a:lnTo>
                  <a:lnTo>
                    <a:pt x="4681016" y="394104"/>
                  </a:lnTo>
                  <a:lnTo>
                    <a:pt x="4681125" y="394104"/>
                  </a:lnTo>
                  <a:lnTo>
                    <a:pt x="4681233" y="394104"/>
                  </a:lnTo>
                  <a:lnTo>
                    <a:pt x="4681342" y="394104"/>
                  </a:lnTo>
                  <a:lnTo>
                    <a:pt x="4681450" y="394104"/>
                  </a:lnTo>
                  <a:lnTo>
                    <a:pt x="4681450" y="393480"/>
                  </a:lnTo>
                  <a:lnTo>
                    <a:pt x="4681559" y="393480"/>
                  </a:lnTo>
                  <a:lnTo>
                    <a:pt x="4681667" y="393480"/>
                  </a:lnTo>
                  <a:lnTo>
                    <a:pt x="4681775" y="393480"/>
                  </a:lnTo>
                  <a:lnTo>
                    <a:pt x="4681775" y="392856"/>
                  </a:lnTo>
                  <a:lnTo>
                    <a:pt x="4681775" y="392233"/>
                  </a:lnTo>
                  <a:lnTo>
                    <a:pt x="4681884" y="392233"/>
                  </a:lnTo>
                  <a:lnTo>
                    <a:pt x="4681884" y="391609"/>
                  </a:lnTo>
                  <a:lnTo>
                    <a:pt x="4681992" y="391609"/>
                  </a:lnTo>
                  <a:lnTo>
                    <a:pt x="4682101" y="391609"/>
                  </a:lnTo>
                  <a:lnTo>
                    <a:pt x="4682209" y="391609"/>
                  </a:lnTo>
                  <a:lnTo>
                    <a:pt x="4682318" y="391609"/>
                  </a:lnTo>
                  <a:lnTo>
                    <a:pt x="4682426" y="391609"/>
                  </a:lnTo>
                  <a:lnTo>
                    <a:pt x="4682535" y="391609"/>
                  </a:lnTo>
                  <a:lnTo>
                    <a:pt x="4682643" y="391609"/>
                  </a:lnTo>
                  <a:lnTo>
                    <a:pt x="4682643" y="390986"/>
                  </a:lnTo>
                  <a:lnTo>
                    <a:pt x="4682751" y="390986"/>
                  </a:lnTo>
                  <a:lnTo>
                    <a:pt x="4682860" y="390986"/>
                  </a:lnTo>
                  <a:lnTo>
                    <a:pt x="4682968" y="390986"/>
                  </a:lnTo>
                  <a:lnTo>
                    <a:pt x="4683077" y="390986"/>
                  </a:lnTo>
                  <a:lnTo>
                    <a:pt x="4683185" y="390986"/>
                  </a:lnTo>
                  <a:lnTo>
                    <a:pt x="4683294" y="390986"/>
                  </a:lnTo>
                  <a:lnTo>
                    <a:pt x="4683402" y="390986"/>
                  </a:lnTo>
                  <a:lnTo>
                    <a:pt x="4683511" y="390986"/>
                  </a:lnTo>
                  <a:lnTo>
                    <a:pt x="4683619" y="390986"/>
                  </a:lnTo>
                  <a:lnTo>
                    <a:pt x="4683728" y="390986"/>
                  </a:lnTo>
                  <a:lnTo>
                    <a:pt x="4683836" y="390986"/>
                  </a:lnTo>
                  <a:lnTo>
                    <a:pt x="4683944" y="390986"/>
                  </a:lnTo>
                  <a:lnTo>
                    <a:pt x="4684053" y="390986"/>
                  </a:lnTo>
                  <a:lnTo>
                    <a:pt x="4684161" y="390986"/>
                  </a:lnTo>
                  <a:lnTo>
                    <a:pt x="4684270" y="390986"/>
                  </a:lnTo>
                  <a:lnTo>
                    <a:pt x="4684378" y="390986"/>
                  </a:lnTo>
                  <a:lnTo>
                    <a:pt x="4684487" y="390986"/>
                  </a:lnTo>
                  <a:lnTo>
                    <a:pt x="4684595" y="390986"/>
                  </a:lnTo>
                  <a:lnTo>
                    <a:pt x="4684704" y="390986"/>
                  </a:lnTo>
                  <a:lnTo>
                    <a:pt x="4684812" y="390986"/>
                  </a:lnTo>
                  <a:lnTo>
                    <a:pt x="4684920" y="390986"/>
                  </a:lnTo>
                  <a:lnTo>
                    <a:pt x="4685029" y="390986"/>
                  </a:lnTo>
                  <a:lnTo>
                    <a:pt x="4685029" y="390362"/>
                  </a:lnTo>
                  <a:lnTo>
                    <a:pt x="4685137" y="390362"/>
                  </a:lnTo>
                  <a:lnTo>
                    <a:pt x="4685246" y="390362"/>
                  </a:lnTo>
                  <a:lnTo>
                    <a:pt x="4685354" y="390362"/>
                  </a:lnTo>
                  <a:lnTo>
                    <a:pt x="4685463" y="390362"/>
                  </a:lnTo>
                  <a:lnTo>
                    <a:pt x="4685571" y="390362"/>
                  </a:lnTo>
                  <a:lnTo>
                    <a:pt x="4685680" y="390362"/>
                  </a:lnTo>
                  <a:lnTo>
                    <a:pt x="4685788" y="390362"/>
                  </a:lnTo>
                  <a:lnTo>
                    <a:pt x="4685896" y="390362"/>
                  </a:lnTo>
                  <a:lnTo>
                    <a:pt x="4686005" y="390362"/>
                  </a:lnTo>
                  <a:lnTo>
                    <a:pt x="4686113" y="390362"/>
                  </a:lnTo>
                  <a:lnTo>
                    <a:pt x="4686222" y="390362"/>
                  </a:lnTo>
                  <a:lnTo>
                    <a:pt x="4686330" y="390362"/>
                  </a:lnTo>
                  <a:lnTo>
                    <a:pt x="4686439" y="390362"/>
                  </a:lnTo>
                  <a:lnTo>
                    <a:pt x="4686547" y="390362"/>
                  </a:lnTo>
                  <a:lnTo>
                    <a:pt x="4686656" y="390362"/>
                  </a:lnTo>
                  <a:lnTo>
                    <a:pt x="4686764" y="390362"/>
                  </a:lnTo>
                  <a:lnTo>
                    <a:pt x="4686872" y="390362"/>
                  </a:lnTo>
                  <a:lnTo>
                    <a:pt x="4686981" y="390362"/>
                  </a:lnTo>
                  <a:lnTo>
                    <a:pt x="4687089" y="390362"/>
                  </a:lnTo>
                  <a:lnTo>
                    <a:pt x="4687198" y="390362"/>
                  </a:lnTo>
                  <a:lnTo>
                    <a:pt x="4687306" y="390362"/>
                  </a:lnTo>
                  <a:lnTo>
                    <a:pt x="4687415" y="390362"/>
                  </a:lnTo>
                  <a:lnTo>
                    <a:pt x="4687523" y="390362"/>
                  </a:lnTo>
                  <a:lnTo>
                    <a:pt x="4687632" y="390362"/>
                  </a:lnTo>
                  <a:lnTo>
                    <a:pt x="4687740" y="390362"/>
                  </a:lnTo>
                  <a:lnTo>
                    <a:pt x="4687849" y="390362"/>
                  </a:lnTo>
                  <a:lnTo>
                    <a:pt x="4687957" y="390362"/>
                  </a:lnTo>
                  <a:lnTo>
                    <a:pt x="4688065" y="390362"/>
                  </a:lnTo>
                  <a:lnTo>
                    <a:pt x="4688174" y="390362"/>
                  </a:lnTo>
                  <a:lnTo>
                    <a:pt x="4688282" y="390362"/>
                  </a:lnTo>
                  <a:lnTo>
                    <a:pt x="4688391" y="390362"/>
                  </a:lnTo>
                  <a:lnTo>
                    <a:pt x="4688499" y="390362"/>
                  </a:lnTo>
                  <a:lnTo>
                    <a:pt x="4688608" y="390362"/>
                  </a:lnTo>
                  <a:lnTo>
                    <a:pt x="4688716" y="390362"/>
                  </a:lnTo>
                  <a:lnTo>
                    <a:pt x="4688825" y="390362"/>
                  </a:lnTo>
                  <a:lnTo>
                    <a:pt x="4688933" y="390362"/>
                  </a:lnTo>
                  <a:lnTo>
                    <a:pt x="4689041" y="390362"/>
                  </a:lnTo>
                  <a:lnTo>
                    <a:pt x="4689150" y="390362"/>
                  </a:lnTo>
                  <a:lnTo>
                    <a:pt x="4689258" y="390362"/>
                  </a:lnTo>
                  <a:lnTo>
                    <a:pt x="4689367" y="390362"/>
                  </a:lnTo>
                  <a:lnTo>
                    <a:pt x="4689367" y="389738"/>
                  </a:lnTo>
                  <a:lnTo>
                    <a:pt x="4689475" y="389738"/>
                  </a:lnTo>
                  <a:lnTo>
                    <a:pt x="4689584" y="389738"/>
                  </a:lnTo>
                  <a:lnTo>
                    <a:pt x="4689692" y="389738"/>
                  </a:lnTo>
                  <a:lnTo>
                    <a:pt x="4689692" y="389115"/>
                  </a:lnTo>
                  <a:lnTo>
                    <a:pt x="4689801" y="389115"/>
                  </a:lnTo>
                  <a:lnTo>
                    <a:pt x="4689909" y="389115"/>
                  </a:lnTo>
                  <a:lnTo>
                    <a:pt x="4690017" y="389115"/>
                  </a:lnTo>
                  <a:lnTo>
                    <a:pt x="4690126" y="389115"/>
                  </a:lnTo>
                  <a:lnTo>
                    <a:pt x="4690234" y="389115"/>
                  </a:lnTo>
                  <a:lnTo>
                    <a:pt x="4690343" y="389115"/>
                  </a:lnTo>
                  <a:lnTo>
                    <a:pt x="4690343" y="388491"/>
                  </a:lnTo>
                  <a:lnTo>
                    <a:pt x="4690451" y="388491"/>
                  </a:lnTo>
                  <a:lnTo>
                    <a:pt x="4690560" y="388491"/>
                  </a:lnTo>
                  <a:lnTo>
                    <a:pt x="4690668" y="388491"/>
                  </a:lnTo>
                  <a:lnTo>
                    <a:pt x="4690777" y="388491"/>
                  </a:lnTo>
                  <a:lnTo>
                    <a:pt x="4690885" y="388491"/>
                  </a:lnTo>
                  <a:lnTo>
                    <a:pt x="4690993" y="388491"/>
                  </a:lnTo>
                  <a:lnTo>
                    <a:pt x="4691102" y="388491"/>
                  </a:lnTo>
                  <a:lnTo>
                    <a:pt x="4691210" y="388491"/>
                  </a:lnTo>
                  <a:lnTo>
                    <a:pt x="4691319" y="388491"/>
                  </a:lnTo>
                  <a:lnTo>
                    <a:pt x="4691427" y="388491"/>
                  </a:lnTo>
                  <a:lnTo>
                    <a:pt x="4691536" y="388491"/>
                  </a:lnTo>
                  <a:lnTo>
                    <a:pt x="4691644" y="388491"/>
                  </a:lnTo>
                  <a:lnTo>
                    <a:pt x="4691753" y="388491"/>
                  </a:lnTo>
                  <a:lnTo>
                    <a:pt x="4691753" y="387868"/>
                  </a:lnTo>
                  <a:lnTo>
                    <a:pt x="4691861" y="387868"/>
                  </a:lnTo>
                  <a:lnTo>
                    <a:pt x="4691861" y="387244"/>
                  </a:lnTo>
                  <a:lnTo>
                    <a:pt x="4691861" y="386621"/>
                  </a:lnTo>
                  <a:lnTo>
                    <a:pt x="4691970" y="386621"/>
                  </a:lnTo>
                  <a:lnTo>
                    <a:pt x="4692078" y="386621"/>
                  </a:lnTo>
                  <a:lnTo>
                    <a:pt x="4692186" y="386621"/>
                  </a:lnTo>
                  <a:lnTo>
                    <a:pt x="4692295" y="386621"/>
                  </a:lnTo>
                  <a:lnTo>
                    <a:pt x="4692403" y="386621"/>
                  </a:lnTo>
                  <a:lnTo>
                    <a:pt x="4692403" y="385997"/>
                  </a:lnTo>
                  <a:lnTo>
                    <a:pt x="4692512" y="385997"/>
                  </a:lnTo>
                  <a:lnTo>
                    <a:pt x="4692620" y="385997"/>
                  </a:lnTo>
                  <a:lnTo>
                    <a:pt x="4692729" y="385997"/>
                  </a:lnTo>
                  <a:lnTo>
                    <a:pt x="4692837" y="385997"/>
                  </a:lnTo>
                  <a:lnTo>
                    <a:pt x="4692946" y="385997"/>
                  </a:lnTo>
                  <a:lnTo>
                    <a:pt x="4693054" y="385997"/>
                  </a:lnTo>
                  <a:lnTo>
                    <a:pt x="4693054" y="385373"/>
                  </a:lnTo>
                  <a:lnTo>
                    <a:pt x="4693162" y="385373"/>
                  </a:lnTo>
                  <a:lnTo>
                    <a:pt x="4693271" y="385373"/>
                  </a:lnTo>
                  <a:lnTo>
                    <a:pt x="4693379" y="385373"/>
                  </a:lnTo>
                  <a:lnTo>
                    <a:pt x="4693488" y="385373"/>
                  </a:lnTo>
                  <a:lnTo>
                    <a:pt x="4693488" y="384750"/>
                  </a:lnTo>
                  <a:lnTo>
                    <a:pt x="4693596" y="384750"/>
                  </a:lnTo>
                  <a:lnTo>
                    <a:pt x="4693705" y="384750"/>
                  </a:lnTo>
                  <a:lnTo>
                    <a:pt x="4693813" y="384750"/>
                  </a:lnTo>
                  <a:lnTo>
                    <a:pt x="4693922" y="384750"/>
                  </a:lnTo>
                  <a:lnTo>
                    <a:pt x="4694030" y="384750"/>
                  </a:lnTo>
                  <a:lnTo>
                    <a:pt x="4694138" y="384750"/>
                  </a:lnTo>
                  <a:lnTo>
                    <a:pt x="4694247" y="384750"/>
                  </a:lnTo>
                  <a:lnTo>
                    <a:pt x="4694355" y="384750"/>
                  </a:lnTo>
                  <a:lnTo>
                    <a:pt x="4694464" y="384750"/>
                  </a:lnTo>
                  <a:lnTo>
                    <a:pt x="4694572" y="384750"/>
                  </a:lnTo>
                  <a:lnTo>
                    <a:pt x="4694572" y="384126"/>
                  </a:lnTo>
                  <a:lnTo>
                    <a:pt x="4694681" y="384126"/>
                  </a:lnTo>
                  <a:lnTo>
                    <a:pt x="4694789" y="384126"/>
                  </a:lnTo>
                  <a:lnTo>
                    <a:pt x="4694898" y="384126"/>
                  </a:lnTo>
                  <a:lnTo>
                    <a:pt x="4695006" y="384126"/>
                  </a:lnTo>
                  <a:lnTo>
                    <a:pt x="4695114" y="384126"/>
                  </a:lnTo>
                  <a:lnTo>
                    <a:pt x="4695223" y="384126"/>
                  </a:lnTo>
                  <a:lnTo>
                    <a:pt x="4695331" y="384126"/>
                  </a:lnTo>
                  <a:lnTo>
                    <a:pt x="4695440" y="384126"/>
                  </a:lnTo>
                  <a:lnTo>
                    <a:pt x="4695548" y="384126"/>
                  </a:lnTo>
                  <a:lnTo>
                    <a:pt x="4695657" y="384126"/>
                  </a:lnTo>
                  <a:lnTo>
                    <a:pt x="4695765" y="384126"/>
                  </a:lnTo>
                  <a:lnTo>
                    <a:pt x="4695874" y="384126"/>
                  </a:lnTo>
                  <a:lnTo>
                    <a:pt x="4695982" y="384126"/>
                  </a:lnTo>
                  <a:lnTo>
                    <a:pt x="4696091" y="384126"/>
                  </a:lnTo>
                  <a:lnTo>
                    <a:pt x="4696199" y="384126"/>
                  </a:lnTo>
                  <a:lnTo>
                    <a:pt x="4696199" y="383503"/>
                  </a:lnTo>
                  <a:lnTo>
                    <a:pt x="4696307" y="383503"/>
                  </a:lnTo>
                  <a:lnTo>
                    <a:pt x="4696416" y="383503"/>
                  </a:lnTo>
                  <a:lnTo>
                    <a:pt x="4696524" y="383503"/>
                  </a:lnTo>
                  <a:lnTo>
                    <a:pt x="4696633" y="383503"/>
                  </a:lnTo>
                  <a:lnTo>
                    <a:pt x="4696741" y="383503"/>
                  </a:lnTo>
                  <a:lnTo>
                    <a:pt x="4696850" y="383503"/>
                  </a:lnTo>
                  <a:lnTo>
                    <a:pt x="4696958" y="383503"/>
                  </a:lnTo>
                  <a:lnTo>
                    <a:pt x="4697067" y="383503"/>
                  </a:lnTo>
                  <a:lnTo>
                    <a:pt x="4697175" y="383503"/>
                  </a:lnTo>
                  <a:lnTo>
                    <a:pt x="4697283" y="383503"/>
                  </a:lnTo>
                  <a:lnTo>
                    <a:pt x="4697392" y="383503"/>
                  </a:lnTo>
                  <a:lnTo>
                    <a:pt x="4697392" y="382879"/>
                  </a:lnTo>
                  <a:lnTo>
                    <a:pt x="4697500" y="382879"/>
                  </a:lnTo>
                  <a:lnTo>
                    <a:pt x="4697609" y="382879"/>
                  </a:lnTo>
                  <a:lnTo>
                    <a:pt x="4697717" y="382879"/>
                  </a:lnTo>
                  <a:lnTo>
                    <a:pt x="4697826" y="382879"/>
                  </a:lnTo>
                  <a:lnTo>
                    <a:pt x="4697934" y="382879"/>
                  </a:lnTo>
                  <a:lnTo>
                    <a:pt x="4698043" y="382879"/>
                  </a:lnTo>
                  <a:lnTo>
                    <a:pt x="4698151" y="382879"/>
                  </a:lnTo>
                  <a:lnTo>
                    <a:pt x="4698259" y="382879"/>
                  </a:lnTo>
                  <a:lnTo>
                    <a:pt x="4698368" y="382879"/>
                  </a:lnTo>
                  <a:lnTo>
                    <a:pt x="4698476" y="382879"/>
                  </a:lnTo>
                  <a:lnTo>
                    <a:pt x="4698585" y="382879"/>
                  </a:lnTo>
                  <a:lnTo>
                    <a:pt x="4698693" y="382879"/>
                  </a:lnTo>
                  <a:lnTo>
                    <a:pt x="4698802" y="382879"/>
                  </a:lnTo>
                  <a:lnTo>
                    <a:pt x="4698910" y="382879"/>
                  </a:lnTo>
                  <a:lnTo>
                    <a:pt x="4699019" y="382879"/>
                  </a:lnTo>
                  <a:lnTo>
                    <a:pt x="4699127" y="382879"/>
                  </a:lnTo>
                  <a:lnTo>
                    <a:pt x="4699235" y="382879"/>
                  </a:lnTo>
                  <a:lnTo>
                    <a:pt x="4699344" y="382879"/>
                  </a:lnTo>
                  <a:lnTo>
                    <a:pt x="4699452" y="382879"/>
                  </a:lnTo>
                  <a:lnTo>
                    <a:pt x="4699561" y="382879"/>
                  </a:lnTo>
                  <a:lnTo>
                    <a:pt x="4699669" y="382879"/>
                  </a:lnTo>
                  <a:lnTo>
                    <a:pt x="4699778" y="382879"/>
                  </a:lnTo>
                  <a:lnTo>
                    <a:pt x="4699886" y="382879"/>
                  </a:lnTo>
                  <a:lnTo>
                    <a:pt x="4699995" y="382879"/>
                  </a:lnTo>
                  <a:lnTo>
                    <a:pt x="4700103" y="382879"/>
                  </a:lnTo>
                  <a:lnTo>
                    <a:pt x="4700212" y="382879"/>
                  </a:lnTo>
                  <a:lnTo>
                    <a:pt x="4700320" y="382879"/>
                  </a:lnTo>
                  <a:lnTo>
                    <a:pt x="4700428" y="382879"/>
                  </a:lnTo>
                  <a:lnTo>
                    <a:pt x="4700537" y="382879"/>
                  </a:lnTo>
                  <a:lnTo>
                    <a:pt x="4700645" y="382879"/>
                  </a:lnTo>
                  <a:lnTo>
                    <a:pt x="4700754" y="382879"/>
                  </a:lnTo>
                  <a:lnTo>
                    <a:pt x="4700862" y="382879"/>
                  </a:lnTo>
                  <a:lnTo>
                    <a:pt x="4700971" y="382879"/>
                  </a:lnTo>
                  <a:lnTo>
                    <a:pt x="4701079" y="382879"/>
                  </a:lnTo>
                  <a:lnTo>
                    <a:pt x="4701188" y="382879"/>
                  </a:lnTo>
                  <a:lnTo>
                    <a:pt x="4701296" y="382879"/>
                  </a:lnTo>
                  <a:lnTo>
                    <a:pt x="4701404" y="382879"/>
                  </a:lnTo>
                  <a:lnTo>
                    <a:pt x="4701404" y="382255"/>
                  </a:lnTo>
                  <a:lnTo>
                    <a:pt x="4701404" y="381632"/>
                  </a:lnTo>
                  <a:lnTo>
                    <a:pt x="4701513" y="381632"/>
                  </a:lnTo>
                  <a:lnTo>
                    <a:pt x="4701621" y="381632"/>
                  </a:lnTo>
                  <a:lnTo>
                    <a:pt x="4701730" y="381632"/>
                  </a:lnTo>
                  <a:lnTo>
                    <a:pt x="4701838" y="381632"/>
                  </a:lnTo>
                  <a:lnTo>
                    <a:pt x="4701947" y="381632"/>
                  </a:lnTo>
                  <a:lnTo>
                    <a:pt x="4702055" y="381632"/>
                  </a:lnTo>
                  <a:lnTo>
                    <a:pt x="4702164" y="381632"/>
                  </a:lnTo>
                  <a:lnTo>
                    <a:pt x="4702164" y="381008"/>
                  </a:lnTo>
                  <a:lnTo>
                    <a:pt x="4702272" y="381008"/>
                  </a:lnTo>
                  <a:lnTo>
                    <a:pt x="4702380" y="381008"/>
                  </a:lnTo>
                  <a:lnTo>
                    <a:pt x="4702489" y="381008"/>
                  </a:lnTo>
                  <a:lnTo>
                    <a:pt x="4702597" y="381008"/>
                  </a:lnTo>
                  <a:lnTo>
                    <a:pt x="4702597" y="380385"/>
                  </a:lnTo>
                  <a:lnTo>
                    <a:pt x="4702706" y="380385"/>
                  </a:lnTo>
                  <a:lnTo>
                    <a:pt x="4702706" y="379761"/>
                  </a:lnTo>
                  <a:lnTo>
                    <a:pt x="4702814" y="379761"/>
                  </a:lnTo>
                  <a:lnTo>
                    <a:pt x="4702923" y="379761"/>
                  </a:lnTo>
                  <a:lnTo>
                    <a:pt x="4703031" y="379761"/>
                  </a:lnTo>
                  <a:lnTo>
                    <a:pt x="4703140" y="379761"/>
                  </a:lnTo>
                  <a:lnTo>
                    <a:pt x="4703248" y="379761"/>
                  </a:lnTo>
                  <a:lnTo>
                    <a:pt x="4703356" y="379761"/>
                  </a:lnTo>
                  <a:lnTo>
                    <a:pt x="4703465" y="379761"/>
                  </a:lnTo>
                  <a:lnTo>
                    <a:pt x="4703573" y="379761"/>
                  </a:lnTo>
                  <a:lnTo>
                    <a:pt x="4703682" y="379761"/>
                  </a:lnTo>
                  <a:lnTo>
                    <a:pt x="4703790" y="379761"/>
                  </a:lnTo>
                  <a:lnTo>
                    <a:pt x="4703899" y="379761"/>
                  </a:lnTo>
                  <a:lnTo>
                    <a:pt x="4704007" y="379761"/>
                  </a:lnTo>
                  <a:lnTo>
                    <a:pt x="4704116" y="379761"/>
                  </a:lnTo>
                  <a:lnTo>
                    <a:pt x="4704224" y="379761"/>
                  </a:lnTo>
                  <a:lnTo>
                    <a:pt x="4704333" y="379761"/>
                  </a:lnTo>
                  <a:lnTo>
                    <a:pt x="4704441" y="379761"/>
                  </a:lnTo>
                  <a:lnTo>
                    <a:pt x="4704549" y="379761"/>
                  </a:lnTo>
                  <a:lnTo>
                    <a:pt x="4704658" y="379761"/>
                  </a:lnTo>
                  <a:lnTo>
                    <a:pt x="4704766" y="379761"/>
                  </a:lnTo>
                  <a:lnTo>
                    <a:pt x="4704875" y="379761"/>
                  </a:lnTo>
                  <a:lnTo>
                    <a:pt x="4704983" y="379761"/>
                  </a:lnTo>
                  <a:lnTo>
                    <a:pt x="4705092" y="379761"/>
                  </a:lnTo>
                  <a:lnTo>
                    <a:pt x="4705200" y="379761"/>
                  </a:lnTo>
                  <a:lnTo>
                    <a:pt x="4705309" y="379761"/>
                  </a:lnTo>
                  <a:lnTo>
                    <a:pt x="4705417" y="379761"/>
                  </a:lnTo>
                  <a:lnTo>
                    <a:pt x="4705417" y="379138"/>
                  </a:lnTo>
                  <a:lnTo>
                    <a:pt x="4705525" y="379138"/>
                  </a:lnTo>
                  <a:lnTo>
                    <a:pt x="4705634" y="379138"/>
                  </a:lnTo>
                  <a:lnTo>
                    <a:pt x="4705742" y="379138"/>
                  </a:lnTo>
                  <a:lnTo>
                    <a:pt x="4705851" y="379138"/>
                  </a:lnTo>
                  <a:lnTo>
                    <a:pt x="4705959" y="379138"/>
                  </a:lnTo>
                  <a:lnTo>
                    <a:pt x="4706068" y="379138"/>
                  </a:lnTo>
                  <a:lnTo>
                    <a:pt x="4706176" y="379138"/>
                  </a:lnTo>
                  <a:lnTo>
                    <a:pt x="4706285" y="379138"/>
                  </a:lnTo>
                  <a:lnTo>
                    <a:pt x="4706285" y="378514"/>
                  </a:lnTo>
                  <a:lnTo>
                    <a:pt x="4706393" y="378514"/>
                  </a:lnTo>
                  <a:lnTo>
                    <a:pt x="4706501" y="378514"/>
                  </a:lnTo>
                  <a:lnTo>
                    <a:pt x="4706501" y="377890"/>
                  </a:lnTo>
                  <a:lnTo>
                    <a:pt x="4706610" y="377890"/>
                  </a:lnTo>
                  <a:lnTo>
                    <a:pt x="4706718" y="377890"/>
                  </a:lnTo>
                  <a:lnTo>
                    <a:pt x="4706827" y="377890"/>
                  </a:lnTo>
                  <a:lnTo>
                    <a:pt x="4706935" y="377890"/>
                  </a:lnTo>
                  <a:lnTo>
                    <a:pt x="4707044" y="377890"/>
                  </a:lnTo>
                  <a:lnTo>
                    <a:pt x="4707152" y="377890"/>
                  </a:lnTo>
                  <a:lnTo>
                    <a:pt x="4707261" y="377890"/>
                  </a:lnTo>
                  <a:lnTo>
                    <a:pt x="4707369" y="377890"/>
                  </a:lnTo>
                  <a:lnTo>
                    <a:pt x="4707477" y="377890"/>
                  </a:lnTo>
                  <a:lnTo>
                    <a:pt x="4707586" y="377890"/>
                  </a:lnTo>
                  <a:lnTo>
                    <a:pt x="4707694" y="377890"/>
                  </a:lnTo>
                  <a:lnTo>
                    <a:pt x="4707694" y="377267"/>
                  </a:lnTo>
                  <a:lnTo>
                    <a:pt x="4707803" y="377267"/>
                  </a:lnTo>
                  <a:lnTo>
                    <a:pt x="4707911" y="377267"/>
                  </a:lnTo>
                  <a:lnTo>
                    <a:pt x="4708020" y="377267"/>
                  </a:lnTo>
                  <a:lnTo>
                    <a:pt x="4708128" y="377267"/>
                  </a:lnTo>
                  <a:lnTo>
                    <a:pt x="4708237" y="377267"/>
                  </a:lnTo>
                  <a:lnTo>
                    <a:pt x="4708345" y="377267"/>
                  </a:lnTo>
                  <a:lnTo>
                    <a:pt x="4708453" y="377267"/>
                  </a:lnTo>
                  <a:lnTo>
                    <a:pt x="4708562" y="377267"/>
                  </a:lnTo>
                  <a:lnTo>
                    <a:pt x="4708670" y="377267"/>
                  </a:lnTo>
                  <a:lnTo>
                    <a:pt x="4708779" y="377267"/>
                  </a:lnTo>
                  <a:lnTo>
                    <a:pt x="4708887" y="377267"/>
                  </a:lnTo>
                  <a:lnTo>
                    <a:pt x="4708996" y="377267"/>
                  </a:lnTo>
                  <a:lnTo>
                    <a:pt x="4709104" y="377267"/>
                  </a:lnTo>
                  <a:lnTo>
                    <a:pt x="4709213" y="377267"/>
                  </a:lnTo>
                  <a:lnTo>
                    <a:pt x="4709321" y="377267"/>
                  </a:lnTo>
                  <a:lnTo>
                    <a:pt x="4709430" y="377267"/>
                  </a:lnTo>
                  <a:lnTo>
                    <a:pt x="4709538" y="377267"/>
                  </a:lnTo>
                  <a:lnTo>
                    <a:pt x="4709538" y="376643"/>
                  </a:lnTo>
                  <a:lnTo>
                    <a:pt x="4709646" y="376643"/>
                  </a:lnTo>
                  <a:lnTo>
                    <a:pt x="4709755" y="376643"/>
                  </a:lnTo>
                  <a:lnTo>
                    <a:pt x="4709863" y="376643"/>
                  </a:lnTo>
                  <a:lnTo>
                    <a:pt x="4709863" y="376020"/>
                  </a:lnTo>
                  <a:lnTo>
                    <a:pt x="4709972" y="376020"/>
                  </a:lnTo>
                  <a:lnTo>
                    <a:pt x="4710080" y="376020"/>
                  </a:lnTo>
                  <a:lnTo>
                    <a:pt x="4710080" y="375396"/>
                  </a:lnTo>
                  <a:lnTo>
                    <a:pt x="4710189" y="375396"/>
                  </a:lnTo>
                  <a:lnTo>
                    <a:pt x="4710297" y="375396"/>
                  </a:lnTo>
                  <a:lnTo>
                    <a:pt x="4710406" y="375396"/>
                  </a:lnTo>
                  <a:lnTo>
                    <a:pt x="4710514" y="375396"/>
                  </a:lnTo>
                  <a:lnTo>
                    <a:pt x="4710622" y="375396"/>
                  </a:lnTo>
                  <a:lnTo>
                    <a:pt x="4710731" y="375396"/>
                  </a:lnTo>
                  <a:lnTo>
                    <a:pt x="4710839" y="375396"/>
                  </a:lnTo>
                  <a:lnTo>
                    <a:pt x="4710948" y="375396"/>
                  </a:lnTo>
                  <a:lnTo>
                    <a:pt x="4711056" y="375396"/>
                  </a:lnTo>
                  <a:lnTo>
                    <a:pt x="4711165" y="375396"/>
                  </a:lnTo>
                  <a:lnTo>
                    <a:pt x="4711165" y="374772"/>
                  </a:lnTo>
                  <a:lnTo>
                    <a:pt x="4711273" y="374772"/>
                  </a:lnTo>
                  <a:lnTo>
                    <a:pt x="4711382" y="374772"/>
                  </a:lnTo>
                  <a:lnTo>
                    <a:pt x="4711490" y="374772"/>
                  </a:lnTo>
                  <a:lnTo>
                    <a:pt x="4711598" y="374772"/>
                  </a:lnTo>
                  <a:lnTo>
                    <a:pt x="4711707" y="374772"/>
                  </a:lnTo>
                  <a:lnTo>
                    <a:pt x="4711815" y="374772"/>
                  </a:lnTo>
                  <a:lnTo>
                    <a:pt x="4711924" y="374772"/>
                  </a:lnTo>
                  <a:lnTo>
                    <a:pt x="4712032" y="374772"/>
                  </a:lnTo>
                  <a:lnTo>
                    <a:pt x="4712141" y="374772"/>
                  </a:lnTo>
                  <a:lnTo>
                    <a:pt x="4712249" y="374772"/>
                  </a:lnTo>
                  <a:lnTo>
                    <a:pt x="4712358" y="374772"/>
                  </a:lnTo>
                  <a:lnTo>
                    <a:pt x="4712466" y="374772"/>
                  </a:lnTo>
                  <a:lnTo>
                    <a:pt x="4712574" y="374772"/>
                  </a:lnTo>
                  <a:lnTo>
                    <a:pt x="4712683" y="374772"/>
                  </a:lnTo>
                  <a:lnTo>
                    <a:pt x="4712791" y="374772"/>
                  </a:lnTo>
                  <a:lnTo>
                    <a:pt x="4712900" y="374772"/>
                  </a:lnTo>
                  <a:lnTo>
                    <a:pt x="4713008" y="374772"/>
                  </a:lnTo>
                  <a:lnTo>
                    <a:pt x="4713117" y="374772"/>
                  </a:lnTo>
                  <a:lnTo>
                    <a:pt x="4713225" y="374772"/>
                  </a:lnTo>
                  <a:lnTo>
                    <a:pt x="4713334" y="374772"/>
                  </a:lnTo>
                  <a:lnTo>
                    <a:pt x="4713442" y="374772"/>
                  </a:lnTo>
                  <a:lnTo>
                    <a:pt x="4713551" y="374772"/>
                  </a:lnTo>
                  <a:lnTo>
                    <a:pt x="4713659" y="374772"/>
                  </a:lnTo>
                  <a:lnTo>
                    <a:pt x="4713767" y="374772"/>
                  </a:lnTo>
                  <a:lnTo>
                    <a:pt x="4713876" y="374772"/>
                  </a:lnTo>
                  <a:lnTo>
                    <a:pt x="4713876" y="374149"/>
                  </a:lnTo>
                  <a:lnTo>
                    <a:pt x="4713984" y="374149"/>
                  </a:lnTo>
                  <a:lnTo>
                    <a:pt x="4714093" y="374149"/>
                  </a:lnTo>
                  <a:lnTo>
                    <a:pt x="4714201" y="374149"/>
                  </a:lnTo>
                  <a:lnTo>
                    <a:pt x="4714310" y="374149"/>
                  </a:lnTo>
                  <a:lnTo>
                    <a:pt x="4714418" y="374149"/>
                  </a:lnTo>
                  <a:lnTo>
                    <a:pt x="4714527" y="374149"/>
                  </a:lnTo>
                  <a:lnTo>
                    <a:pt x="4714635" y="374149"/>
                  </a:lnTo>
                  <a:lnTo>
                    <a:pt x="4714743" y="374149"/>
                  </a:lnTo>
                  <a:lnTo>
                    <a:pt x="4714852" y="374149"/>
                  </a:lnTo>
                  <a:lnTo>
                    <a:pt x="4714960" y="374149"/>
                  </a:lnTo>
                  <a:lnTo>
                    <a:pt x="4715069" y="374149"/>
                  </a:lnTo>
                  <a:lnTo>
                    <a:pt x="4715177" y="374149"/>
                  </a:lnTo>
                  <a:lnTo>
                    <a:pt x="4715286" y="374149"/>
                  </a:lnTo>
                  <a:lnTo>
                    <a:pt x="4715394" y="374149"/>
                  </a:lnTo>
                  <a:lnTo>
                    <a:pt x="4715503" y="374149"/>
                  </a:lnTo>
                  <a:lnTo>
                    <a:pt x="4715611" y="374149"/>
                  </a:lnTo>
                  <a:lnTo>
                    <a:pt x="4715719" y="374149"/>
                  </a:lnTo>
                  <a:lnTo>
                    <a:pt x="4715828" y="374149"/>
                  </a:lnTo>
                  <a:lnTo>
                    <a:pt x="4715936" y="374149"/>
                  </a:lnTo>
                  <a:lnTo>
                    <a:pt x="4716045" y="374149"/>
                  </a:lnTo>
                  <a:lnTo>
                    <a:pt x="4716153" y="374149"/>
                  </a:lnTo>
                  <a:lnTo>
                    <a:pt x="4716262" y="374149"/>
                  </a:lnTo>
                  <a:lnTo>
                    <a:pt x="4716370" y="374149"/>
                  </a:lnTo>
                  <a:lnTo>
                    <a:pt x="4716479" y="374149"/>
                  </a:lnTo>
                  <a:lnTo>
                    <a:pt x="4716587" y="374149"/>
                  </a:lnTo>
                  <a:lnTo>
                    <a:pt x="4716695" y="374149"/>
                  </a:lnTo>
                  <a:lnTo>
                    <a:pt x="4716804" y="374149"/>
                  </a:lnTo>
                  <a:lnTo>
                    <a:pt x="4716912" y="374149"/>
                  </a:lnTo>
                  <a:lnTo>
                    <a:pt x="4717021" y="374149"/>
                  </a:lnTo>
                  <a:lnTo>
                    <a:pt x="4717129" y="374149"/>
                  </a:lnTo>
                  <a:lnTo>
                    <a:pt x="4717129" y="373525"/>
                  </a:lnTo>
                  <a:lnTo>
                    <a:pt x="4717238" y="373525"/>
                  </a:lnTo>
                  <a:lnTo>
                    <a:pt x="4717346" y="373525"/>
                  </a:lnTo>
                  <a:lnTo>
                    <a:pt x="4717455" y="373525"/>
                  </a:lnTo>
                  <a:lnTo>
                    <a:pt x="4717563" y="373525"/>
                  </a:lnTo>
                  <a:lnTo>
                    <a:pt x="4717672" y="373525"/>
                  </a:lnTo>
                  <a:lnTo>
                    <a:pt x="4717780" y="373525"/>
                  </a:lnTo>
                  <a:lnTo>
                    <a:pt x="4717888" y="373525"/>
                  </a:lnTo>
                  <a:lnTo>
                    <a:pt x="4717997" y="373525"/>
                  </a:lnTo>
                  <a:lnTo>
                    <a:pt x="4718105" y="373525"/>
                  </a:lnTo>
                  <a:lnTo>
                    <a:pt x="4718214" y="373525"/>
                  </a:lnTo>
                  <a:lnTo>
                    <a:pt x="4718322" y="373525"/>
                  </a:lnTo>
                  <a:lnTo>
                    <a:pt x="4718431" y="373525"/>
                  </a:lnTo>
                  <a:lnTo>
                    <a:pt x="4718539" y="373525"/>
                  </a:lnTo>
                  <a:lnTo>
                    <a:pt x="4718648" y="373525"/>
                  </a:lnTo>
                  <a:lnTo>
                    <a:pt x="4718756" y="373525"/>
                  </a:lnTo>
                  <a:lnTo>
                    <a:pt x="4718864" y="373525"/>
                  </a:lnTo>
                  <a:lnTo>
                    <a:pt x="4718973" y="373525"/>
                  </a:lnTo>
                  <a:lnTo>
                    <a:pt x="4719081" y="373525"/>
                  </a:lnTo>
                  <a:lnTo>
                    <a:pt x="4719190" y="373525"/>
                  </a:lnTo>
                  <a:lnTo>
                    <a:pt x="4719298" y="373525"/>
                  </a:lnTo>
                  <a:lnTo>
                    <a:pt x="4719407" y="373525"/>
                  </a:lnTo>
                  <a:lnTo>
                    <a:pt x="4719515" y="373525"/>
                  </a:lnTo>
                  <a:lnTo>
                    <a:pt x="4719624" y="373525"/>
                  </a:lnTo>
                  <a:lnTo>
                    <a:pt x="4719732" y="373525"/>
                  </a:lnTo>
                  <a:lnTo>
                    <a:pt x="4719840" y="373525"/>
                  </a:lnTo>
                  <a:lnTo>
                    <a:pt x="4719949" y="373525"/>
                  </a:lnTo>
                  <a:lnTo>
                    <a:pt x="4720057" y="373525"/>
                  </a:lnTo>
                  <a:lnTo>
                    <a:pt x="4720166" y="373525"/>
                  </a:lnTo>
                  <a:lnTo>
                    <a:pt x="4720274" y="373525"/>
                  </a:lnTo>
                  <a:lnTo>
                    <a:pt x="4720383" y="373525"/>
                  </a:lnTo>
                  <a:lnTo>
                    <a:pt x="4720491" y="373525"/>
                  </a:lnTo>
                  <a:lnTo>
                    <a:pt x="4720600" y="373525"/>
                  </a:lnTo>
                  <a:lnTo>
                    <a:pt x="4720708" y="373525"/>
                  </a:lnTo>
                  <a:lnTo>
                    <a:pt x="4720816" y="373525"/>
                  </a:lnTo>
                  <a:lnTo>
                    <a:pt x="4720925" y="373525"/>
                  </a:lnTo>
                  <a:lnTo>
                    <a:pt x="4721033" y="373525"/>
                  </a:lnTo>
                  <a:lnTo>
                    <a:pt x="4721033" y="372902"/>
                  </a:lnTo>
                  <a:lnTo>
                    <a:pt x="4721142" y="372902"/>
                  </a:lnTo>
                  <a:lnTo>
                    <a:pt x="4721250" y="372902"/>
                  </a:lnTo>
                  <a:lnTo>
                    <a:pt x="4721359" y="372902"/>
                  </a:lnTo>
                  <a:lnTo>
                    <a:pt x="4721467" y="372902"/>
                  </a:lnTo>
                  <a:lnTo>
                    <a:pt x="4721467" y="372278"/>
                  </a:lnTo>
                  <a:lnTo>
                    <a:pt x="4721576" y="372278"/>
                  </a:lnTo>
                  <a:lnTo>
                    <a:pt x="4721684" y="372278"/>
                  </a:lnTo>
                  <a:lnTo>
                    <a:pt x="4721793" y="372278"/>
                  </a:lnTo>
                  <a:lnTo>
                    <a:pt x="4721901" y="372278"/>
                  </a:lnTo>
                  <a:lnTo>
                    <a:pt x="4722009" y="372278"/>
                  </a:lnTo>
                  <a:lnTo>
                    <a:pt x="4722118" y="372278"/>
                  </a:lnTo>
                  <a:lnTo>
                    <a:pt x="4722226" y="372278"/>
                  </a:lnTo>
                  <a:lnTo>
                    <a:pt x="4722335" y="372278"/>
                  </a:lnTo>
                  <a:lnTo>
                    <a:pt x="4722443" y="372278"/>
                  </a:lnTo>
                  <a:lnTo>
                    <a:pt x="4722552" y="372278"/>
                  </a:lnTo>
                  <a:lnTo>
                    <a:pt x="4722660" y="372278"/>
                  </a:lnTo>
                  <a:lnTo>
                    <a:pt x="4722769" y="372278"/>
                  </a:lnTo>
                  <a:lnTo>
                    <a:pt x="4722877" y="372278"/>
                  </a:lnTo>
                  <a:lnTo>
                    <a:pt x="4722985" y="372278"/>
                  </a:lnTo>
                  <a:lnTo>
                    <a:pt x="4723094" y="372278"/>
                  </a:lnTo>
                  <a:lnTo>
                    <a:pt x="4723202" y="372278"/>
                  </a:lnTo>
                  <a:lnTo>
                    <a:pt x="4723311" y="372278"/>
                  </a:lnTo>
                  <a:lnTo>
                    <a:pt x="4723419" y="372278"/>
                  </a:lnTo>
                  <a:lnTo>
                    <a:pt x="4723528" y="372278"/>
                  </a:lnTo>
                  <a:lnTo>
                    <a:pt x="4723636" y="372278"/>
                  </a:lnTo>
                  <a:lnTo>
                    <a:pt x="4723745" y="372278"/>
                  </a:lnTo>
                  <a:lnTo>
                    <a:pt x="4723853" y="372278"/>
                  </a:lnTo>
                  <a:lnTo>
                    <a:pt x="4723961" y="372278"/>
                  </a:lnTo>
                  <a:lnTo>
                    <a:pt x="4724070" y="372278"/>
                  </a:lnTo>
                  <a:lnTo>
                    <a:pt x="4724178" y="372278"/>
                  </a:lnTo>
                  <a:lnTo>
                    <a:pt x="4724287" y="372278"/>
                  </a:lnTo>
                  <a:lnTo>
                    <a:pt x="4724395" y="372278"/>
                  </a:lnTo>
                  <a:lnTo>
                    <a:pt x="4724395" y="371655"/>
                  </a:lnTo>
                  <a:lnTo>
                    <a:pt x="4724504" y="371655"/>
                  </a:lnTo>
                  <a:lnTo>
                    <a:pt x="4724612" y="371655"/>
                  </a:lnTo>
                  <a:lnTo>
                    <a:pt x="4724721" y="371655"/>
                  </a:lnTo>
                  <a:lnTo>
                    <a:pt x="4724829" y="371655"/>
                  </a:lnTo>
                  <a:lnTo>
                    <a:pt x="4724937" y="371655"/>
                  </a:lnTo>
                  <a:lnTo>
                    <a:pt x="4725046" y="371655"/>
                  </a:lnTo>
                  <a:lnTo>
                    <a:pt x="4725154" y="371655"/>
                  </a:lnTo>
                  <a:lnTo>
                    <a:pt x="4725263" y="371655"/>
                  </a:lnTo>
                  <a:lnTo>
                    <a:pt x="4725371" y="371655"/>
                  </a:lnTo>
                  <a:lnTo>
                    <a:pt x="4725480" y="371655"/>
                  </a:lnTo>
                  <a:lnTo>
                    <a:pt x="4725588" y="371655"/>
                  </a:lnTo>
                  <a:lnTo>
                    <a:pt x="4725697" y="371655"/>
                  </a:lnTo>
                  <a:lnTo>
                    <a:pt x="4725805" y="371655"/>
                  </a:lnTo>
                  <a:lnTo>
                    <a:pt x="4725914" y="371655"/>
                  </a:lnTo>
                  <a:lnTo>
                    <a:pt x="4726022" y="371655"/>
                  </a:lnTo>
                  <a:lnTo>
                    <a:pt x="4726130" y="371655"/>
                  </a:lnTo>
                  <a:lnTo>
                    <a:pt x="4726239" y="371655"/>
                  </a:lnTo>
                  <a:lnTo>
                    <a:pt x="4726347" y="371655"/>
                  </a:lnTo>
                  <a:lnTo>
                    <a:pt x="4726456" y="371655"/>
                  </a:lnTo>
                  <a:lnTo>
                    <a:pt x="4726564" y="371655"/>
                  </a:lnTo>
                  <a:lnTo>
                    <a:pt x="4726673" y="371655"/>
                  </a:lnTo>
                  <a:lnTo>
                    <a:pt x="4726781" y="371655"/>
                  </a:lnTo>
                  <a:lnTo>
                    <a:pt x="4726890" y="371655"/>
                  </a:lnTo>
                  <a:lnTo>
                    <a:pt x="4726998" y="371655"/>
                  </a:lnTo>
                  <a:lnTo>
                    <a:pt x="4727106" y="371655"/>
                  </a:lnTo>
                  <a:lnTo>
                    <a:pt x="4727215" y="371655"/>
                  </a:lnTo>
                  <a:lnTo>
                    <a:pt x="4727323" y="371655"/>
                  </a:lnTo>
                  <a:lnTo>
                    <a:pt x="4727432" y="371655"/>
                  </a:lnTo>
                  <a:lnTo>
                    <a:pt x="4727540" y="371655"/>
                  </a:lnTo>
                  <a:lnTo>
                    <a:pt x="4727649" y="371655"/>
                  </a:lnTo>
                  <a:lnTo>
                    <a:pt x="4727757" y="371655"/>
                  </a:lnTo>
                  <a:lnTo>
                    <a:pt x="4727866" y="371655"/>
                  </a:lnTo>
                  <a:lnTo>
                    <a:pt x="4727974" y="371655"/>
                  </a:lnTo>
                  <a:lnTo>
                    <a:pt x="4728082" y="371655"/>
                  </a:lnTo>
                  <a:lnTo>
                    <a:pt x="4728191" y="371655"/>
                  </a:lnTo>
                  <a:lnTo>
                    <a:pt x="4728299" y="371655"/>
                  </a:lnTo>
                  <a:lnTo>
                    <a:pt x="4728408" y="371655"/>
                  </a:lnTo>
                  <a:lnTo>
                    <a:pt x="4728516" y="371655"/>
                  </a:lnTo>
                  <a:lnTo>
                    <a:pt x="4728625" y="371655"/>
                  </a:lnTo>
                  <a:lnTo>
                    <a:pt x="4728733" y="371655"/>
                  </a:lnTo>
                  <a:lnTo>
                    <a:pt x="4728842" y="371655"/>
                  </a:lnTo>
                  <a:lnTo>
                    <a:pt x="4728950" y="371655"/>
                  </a:lnTo>
                  <a:lnTo>
                    <a:pt x="4729058" y="371655"/>
                  </a:lnTo>
                  <a:lnTo>
                    <a:pt x="4729167" y="371655"/>
                  </a:lnTo>
                  <a:lnTo>
                    <a:pt x="4729275" y="371655"/>
                  </a:lnTo>
                  <a:lnTo>
                    <a:pt x="4729384" y="371655"/>
                  </a:lnTo>
                  <a:lnTo>
                    <a:pt x="4729492" y="371655"/>
                  </a:lnTo>
                  <a:lnTo>
                    <a:pt x="4729601" y="371655"/>
                  </a:lnTo>
                  <a:lnTo>
                    <a:pt x="4729709" y="371655"/>
                  </a:lnTo>
                  <a:lnTo>
                    <a:pt x="4729818" y="371655"/>
                  </a:lnTo>
                  <a:lnTo>
                    <a:pt x="4729926" y="371655"/>
                  </a:lnTo>
                  <a:lnTo>
                    <a:pt x="4730034" y="371655"/>
                  </a:lnTo>
                  <a:lnTo>
                    <a:pt x="4730143" y="371655"/>
                  </a:lnTo>
                  <a:lnTo>
                    <a:pt x="4730251" y="371655"/>
                  </a:lnTo>
                  <a:lnTo>
                    <a:pt x="4730360" y="371655"/>
                  </a:lnTo>
                  <a:lnTo>
                    <a:pt x="4730468" y="371655"/>
                  </a:lnTo>
                  <a:lnTo>
                    <a:pt x="4730577" y="371655"/>
                  </a:lnTo>
                  <a:lnTo>
                    <a:pt x="4730685" y="371655"/>
                  </a:lnTo>
                  <a:lnTo>
                    <a:pt x="4730794" y="371655"/>
                  </a:lnTo>
                  <a:lnTo>
                    <a:pt x="4730902" y="371655"/>
                  </a:lnTo>
                  <a:lnTo>
                    <a:pt x="4731011" y="371655"/>
                  </a:lnTo>
                  <a:lnTo>
                    <a:pt x="4731119" y="371655"/>
                  </a:lnTo>
                  <a:lnTo>
                    <a:pt x="4731227" y="371655"/>
                  </a:lnTo>
                  <a:lnTo>
                    <a:pt x="4731336" y="371655"/>
                  </a:lnTo>
                  <a:lnTo>
                    <a:pt x="4731444" y="371655"/>
                  </a:lnTo>
                  <a:lnTo>
                    <a:pt x="4731553" y="371655"/>
                  </a:lnTo>
                  <a:lnTo>
                    <a:pt x="4731661" y="371655"/>
                  </a:lnTo>
                  <a:lnTo>
                    <a:pt x="4731770" y="371655"/>
                  </a:lnTo>
                  <a:lnTo>
                    <a:pt x="4731878" y="371655"/>
                  </a:lnTo>
                  <a:lnTo>
                    <a:pt x="4731987" y="371655"/>
                  </a:lnTo>
                  <a:lnTo>
                    <a:pt x="4732095" y="371655"/>
                  </a:lnTo>
                  <a:lnTo>
                    <a:pt x="4732203" y="371655"/>
                  </a:lnTo>
                  <a:lnTo>
                    <a:pt x="4732312" y="371655"/>
                  </a:lnTo>
                  <a:lnTo>
                    <a:pt x="4732420" y="371655"/>
                  </a:lnTo>
                  <a:lnTo>
                    <a:pt x="4732529" y="371655"/>
                  </a:lnTo>
                  <a:lnTo>
                    <a:pt x="4732637" y="371655"/>
                  </a:lnTo>
                  <a:lnTo>
                    <a:pt x="4732746" y="371655"/>
                  </a:lnTo>
                  <a:lnTo>
                    <a:pt x="4732746" y="371031"/>
                  </a:lnTo>
                  <a:lnTo>
                    <a:pt x="4732854" y="371031"/>
                  </a:lnTo>
                  <a:lnTo>
                    <a:pt x="4732963" y="371031"/>
                  </a:lnTo>
                  <a:lnTo>
                    <a:pt x="4733071" y="371031"/>
                  </a:lnTo>
                  <a:lnTo>
                    <a:pt x="4733179" y="371031"/>
                  </a:lnTo>
                  <a:lnTo>
                    <a:pt x="4733179" y="370407"/>
                  </a:lnTo>
                  <a:lnTo>
                    <a:pt x="4733288" y="370407"/>
                  </a:lnTo>
                  <a:lnTo>
                    <a:pt x="4733396" y="370407"/>
                  </a:lnTo>
                  <a:lnTo>
                    <a:pt x="4733505" y="370407"/>
                  </a:lnTo>
                  <a:lnTo>
                    <a:pt x="4733613" y="370407"/>
                  </a:lnTo>
                  <a:lnTo>
                    <a:pt x="4733722" y="370407"/>
                  </a:lnTo>
                  <a:lnTo>
                    <a:pt x="4733830" y="370407"/>
                  </a:lnTo>
                  <a:lnTo>
                    <a:pt x="4733939" y="370407"/>
                  </a:lnTo>
                  <a:lnTo>
                    <a:pt x="4734047" y="370407"/>
                  </a:lnTo>
                  <a:lnTo>
                    <a:pt x="4734155" y="370407"/>
                  </a:lnTo>
                  <a:lnTo>
                    <a:pt x="4734264" y="370407"/>
                  </a:lnTo>
                  <a:lnTo>
                    <a:pt x="4734372" y="370407"/>
                  </a:lnTo>
                  <a:lnTo>
                    <a:pt x="4734481" y="370407"/>
                  </a:lnTo>
                  <a:lnTo>
                    <a:pt x="4734589" y="370407"/>
                  </a:lnTo>
                  <a:lnTo>
                    <a:pt x="4734698" y="370407"/>
                  </a:lnTo>
                  <a:lnTo>
                    <a:pt x="4734806" y="370407"/>
                  </a:lnTo>
                  <a:lnTo>
                    <a:pt x="4734806" y="369784"/>
                  </a:lnTo>
                  <a:lnTo>
                    <a:pt x="4734915" y="369784"/>
                  </a:lnTo>
                  <a:lnTo>
                    <a:pt x="4735023" y="369784"/>
                  </a:lnTo>
                  <a:lnTo>
                    <a:pt x="4735132" y="369784"/>
                  </a:lnTo>
                  <a:lnTo>
                    <a:pt x="4735240" y="369784"/>
                  </a:lnTo>
                  <a:lnTo>
                    <a:pt x="4735348" y="369784"/>
                  </a:lnTo>
                  <a:lnTo>
                    <a:pt x="4735457" y="369784"/>
                  </a:lnTo>
                  <a:lnTo>
                    <a:pt x="4735565" y="369784"/>
                  </a:lnTo>
                  <a:lnTo>
                    <a:pt x="4735674" y="369784"/>
                  </a:lnTo>
                  <a:lnTo>
                    <a:pt x="4735782" y="369784"/>
                  </a:lnTo>
                  <a:lnTo>
                    <a:pt x="4735891" y="369784"/>
                  </a:lnTo>
                  <a:lnTo>
                    <a:pt x="4735999" y="369784"/>
                  </a:lnTo>
                  <a:lnTo>
                    <a:pt x="4736108" y="369784"/>
                  </a:lnTo>
                  <a:lnTo>
                    <a:pt x="4736216" y="369784"/>
                  </a:lnTo>
                  <a:lnTo>
                    <a:pt x="4736324" y="369784"/>
                  </a:lnTo>
                  <a:lnTo>
                    <a:pt x="4736433" y="369784"/>
                  </a:lnTo>
                  <a:lnTo>
                    <a:pt x="4736541" y="369784"/>
                  </a:lnTo>
                  <a:lnTo>
                    <a:pt x="4736650" y="369784"/>
                  </a:lnTo>
                  <a:lnTo>
                    <a:pt x="4736758" y="369784"/>
                  </a:lnTo>
                  <a:lnTo>
                    <a:pt x="4736867" y="369784"/>
                  </a:lnTo>
                  <a:lnTo>
                    <a:pt x="4736975" y="369784"/>
                  </a:lnTo>
                  <a:lnTo>
                    <a:pt x="4737084" y="369784"/>
                  </a:lnTo>
                  <a:lnTo>
                    <a:pt x="4737192" y="369784"/>
                  </a:lnTo>
                  <a:lnTo>
                    <a:pt x="4737300" y="369784"/>
                  </a:lnTo>
                  <a:lnTo>
                    <a:pt x="4737409" y="369784"/>
                  </a:lnTo>
                  <a:lnTo>
                    <a:pt x="4737517" y="369784"/>
                  </a:lnTo>
                  <a:lnTo>
                    <a:pt x="4737517" y="369160"/>
                  </a:lnTo>
                  <a:lnTo>
                    <a:pt x="4737626" y="369160"/>
                  </a:lnTo>
                  <a:lnTo>
                    <a:pt x="4737734" y="369160"/>
                  </a:lnTo>
                  <a:lnTo>
                    <a:pt x="4737843" y="369160"/>
                  </a:lnTo>
                  <a:lnTo>
                    <a:pt x="4737951" y="369160"/>
                  </a:lnTo>
                  <a:lnTo>
                    <a:pt x="4738060" y="369160"/>
                  </a:lnTo>
                  <a:lnTo>
                    <a:pt x="4738168" y="369160"/>
                  </a:lnTo>
                  <a:lnTo>
                    <a:pt x="4738276" y="369160"/>
                  </a:lnTo>
                  <a:lnTo>
                    <a:pt x="4738385" y="369160"/>
                  </a:lnTo>
                  <a:lnTo>
                    <a:pt x="4738493" y="369160"/>
                  </a:lnTo>
                  <a:lnTo>
                    <a:pt x="4738602" y="369160"/>
                  </a:lnTo>
                  <a:lnTo>
                    <a:pt x="4738710" y="369160"/>
                  </a:lnTo>
                  <a:lnTo>
                    <a:pt x="4738819" y="369160"/>
                  </a:lnTo>
                  <a:lnTo>
                    <a:pt x="4738927" y="369160"/>
                  </a:lnTo>
                  <a:lnTo>
                    <a:pt x="4739036" y="369160"/>
                  </a:lnTo>
                  <a:lnTo>
                    <a:pt x="4739144" y="369160"/>
                  </a:lnTo>
                  <a:lnTo>
                    <a:pt x="4739253" y="369160"/>
                  </a:lnTo>
                  <a:lnTo>
                    <a:pt x="4739361" y="369160"/>
                  </a:lnTo>
                  <a:lnTo>
                    <a:pt x="4739469" y="369160"/>
                  </a:lnTo>
                  <a:lnTo>
                    <a:pt x="4739578" y="369160"/>
                  </a:lnTo>
                  <a:lnTo>
                    <a:pt x="4739686" y="369160"/>
                  </a:lnTo>
                  <a:lnTo>
                    <a:pt x="4739795" y="369160"/>
                  </a:lnTo>
                  <a:lnTo>
                    <a:pt x="4739903" y="369160"/>
                  </a:lnTo>
                  <a:lnTo>
                    <a:pt x="4740012" y="369160"/>
                  </a:lnTo>
                  <a:lnTo>
                    <a:pt x="4740120" y="369160"/>
                  </a:lnTo>
                  <a:lnTo>
                    <a:pt x="4740229" y="369160"/>
                  </a:lnTo>
                  <a:lnTo>
                    <a:pt x="4740337" y="369160"/>
                  </a:lnTo>
                  <a:lnTo>
                    <a:pt x="4740445" y="369160"/>
                  </a:lnTo>
                  <a:lnTo>
                    <a:pt x="4740554" y="369160"/>
                  </a:lnTo>
                  <a:lnTo>
                    <a:pt x="4740662" y="369160"/>
                  </a:lnTo>
                  <a:lnTo>
                    <a:pt x="4740771" y="369160"/>
                  </a:lnTo>
                  <a:lnTo>
                    <a:pt x="4740879" y="369160"/>
                  </a:lnTo>
                  <a:lnTo>
                    <a:pt x="4740988" y="369160"/>
                  </a:lnTo>
                  <a:lnTo>
                    <a:pt x="4741096" y="369160"/>
                  </a:lnTo>
                  <a:lnTo>
                    <a:pt x="4741205" y="369160"/>
                  </a:lnTo>
                  <a:lnTo>
                    <a:pt x="4741313" y="369160"/>
                  </a:lnTo>
                  <a:lnTo>
                    <a:pt x="4741421" y="369160"/>
                  </a:lnTo>
                  <a:lnTo>
                    <a:pt x="4741530" y="369160"/>
                  </a:lnTo>
                  <a:lnTo>
                    <a:pt x="4741638" y="369160"/>
                  </a:lnTo>
                  <a:lnTo>
                    <a:pt x="4741747" y="369160"/>
                  </a:lnTo>
                  <a:lnTo>
                    <a:pt x="4741855" y="369160"/>
                  </a:lnTo>
                  <a:lnTo>
                    <a:pt x="4741964" y="369160"/>
                  </a:lnTo>
                  <a:lnTo>
                    <a:pt x="4742072" y="369160"/>
                  </a:lnTo>
                  <a:lnTo>
                    <a:pt x="4742181" y="369160"/>
                  </a:lnTo>
                  <a:lnTo>
                    <a:pt x="4742289" y="369160"/>
                  </a:lnTo>
                  <a:lnTo>
                    <a:pt x="4742397" y="369160"/>
                  </a:lnTo>
                  <a:lnTo>
                    <a:pt x="4742506" y="369160"/>
                  </a:lnTo>
                  <a:lnTo>
                    <a:pt x="4742614" y="369160"/>
                  </a:lnTo>
                  <a:lnTo>
                    <a:pt x="4742723" y="369160"/>
                  </a:lnTo>
                  <a:lnTo>
                    <a:pt x="4742831" y="369160"/>
                  </a:lnTo>
                  <a:lnTo>
                    <a:pt x="4742940" y="369160"/>
                  </a:lnTo>
                  <a:lnTo>
                    <a:pt x="4743048" y="369160"/>
                  </a:lnTo>
                  <a:lnTo>
                    <a:pt x="4743157" y="369160"/>
                  </a:lnTo>
                  <a:lnTo>
                    <a:pt x="4743265" y="369160"/>
                  </a:lnTo>
                  <a:lnTo>
                    <a:pt x="4743374" y="369160"/>
                  </a:lnTo>
                  <a:lnTo>
                    <a:pt x="4743482" y="369160"/>
                  </a:lnTo>
                  <a:lnTo>
                    <a:pt x="4743590" y="369160"/>
                  </a:lnTo>
                  <a:lnTo>
                    <a:pt x="4743699" y="369160"/>
                  </a:lnTo>
                  <a:lnTo>
                    <a:pt x="4743807" y="369160"/>
                  </a:lnTo>
                  <a:lnTo>
                    <a:pt x="4743916" y="369160"/>
                  </a:lnTo>
                  <a:lnTo>
                    <a:pt x="4743916" y="368537"/>
                  </a:lnTo>
                  <a:lnTo>
                    <a:pt x="4744024" y="368537"/>
                  </a:lnTo>
                  <a:lnTo>
                    <a:pt x="4744133" y="368537"/>
                  </a:lnTo>
                  <a:lnTo>
                    <a:pt x="4744241" y="368537"/>
                  </a:lnTo>
                  <a:lnTo>
                    <a:pt x="4744350" y="368537"/>
                  </a:lnTo>
                  <a:lnTo>
                    <a:pt x="4744458" y="368537"/>
                  </a:lnTo>
                  <a:lnTo>
                    <a:pt x="4744566" y="368537"/>
                  </a:lnTo>
                  <a:lnTo>
                    <a:pt x="4744675" y="368537"/>
                  </a:lnTo>
                  <a:lnTo>
                    <a:pt x="4744783" y="368537"/>
                  </a:lnTo>
                  <a:lnTo>
                    <a:pt x="4744892" y="368537"/>
                  </a:lnTo>
                  <a:lnTo>
                    <a:pt x="4745000" y="368537"/>
                  </a:lnTo>
                  <a:lnTo>
                    <a:pt x="4745109" y="368537"/>
                  </a:lnTo>
                  <a:lnTo>
                    <a:pt x="4745217" y="368537"/>
                  </a:lnTo>
                  <a:lnTo>
                    <a:pt x="4745326" y="368537"/>
                  </a:lnTo>
                  <a:lnTo>
                    <a:pt x="4745434" y="368537"/>
                  </a:lnTo>
                  <a:lnTo>
                    <a:pt x="4745542" y="368537"/>
                  </a:lnTo>
                  <a:lnTo>
                    <a:pt x="4745651" y="368537"/>
                  </a:lnTo>
                  <a:lnTo>
                    <a:pt x="4745759" y="368537"/>
                  </a:lnTo>
                  <a:lnTo>
                    <a:pt x="4745868" y="368537"/>
                  </a:lnTo>
                  <a:lnTo>
                    <a:pt x="4745976" y="368537"/>
                  </a:lnTo>
                  <a:lnTo>
                    <a:pt x="4746085" y="368537"/>
                  </a:lnTo>
                  <a:lnTo>
                    <a:pt x="4746193" y="368537"/>
                  </a:lnTo>
                  <a:lnTo>
                    <a:pt x="4746302" y="368537"/>
                  </a:lnTo>
                  <a:lnTo>
                    <a:pt x="4746410" y="368537"/>
                  </a:lnTo>
                  <a:lnTo>
                    <a:pt x="4746518" y="368537"/>
                  </a:lnTo>
                  <a:lnTo>
                    <a:pt x="4746627" y="368537"/>
                  </a:lnTo>
                  <a:lnTo>
                    <a:pt x="4746735" y="368537"/>
                  </a:lnTo>
                  <a:lnTo>
                    <a:pt x="4746844" y="368537"/>
                  </a:lnTo>
                  <a:lnTo>
                    <a:pt x="4746952" y="368537"/>
                  </a:lnTo>
                  <a:lnTo>
                    <a:pt x="4747061" y="368537"/>
                  </a:lnTo>
                  <a:lnTo>
                    <a:pt x="4747169" y="368537"/>
                  </a:lnTo>
                  <a:lnTo>
                    <a:pt x="4747278" y="368537"/>
                  </a:lnTo>
                  <a:lnTo>
                    <a:pt x="4747386" y="368537"/>
                  </a:lnTo>
                  <a:lnTo>
                    <a:pt x="4747495" y="368537"/>
                  </a:lnTo>
                  <a:lnTo>
                    <a:pt x="4747603" y="368537"/>
                  </a:lnTo>
                  <a:lnTo>
                    <a:pt x="4747711" y="368537"/>
                  </a:lnTo>
                  <a:lnTo>
                    <a:pt x="4747820" y="368537"/>
                  </a:lnTo>
                  <a:lnTo>
                    <a:pt x="4747928" y="368537"/>
                  </a:lnTo>
                  <a:lnTo>
                    <a:pt x="4748037" y="368537"/>
                  </a:lnTo>
                  <a:lnTo>
                    <a:pt x="4748145" y="368537"/>
                  </a:lnTo>
                  <a:lnTo>
                    <a:pt x="4748254" y="368537"/>
                  </a:lnTo>
                  <a:lnTo>
                    <a:pt x="4748362" y="368537"/>
                  </a:lnTo>
                  <a:lnTo>
                    <a:pt x="4748471" y="368537"/>
                  </a:lnTo>
                  <a:lnTo>
                    <a:pt x="4748579" y="368537"/>
                  </a:lnTo>
                  <a:lnTo>
                    <a:pt x="4748687" y="368537"/>
                  </a:lnTo>
                  <a:lnTo>
                    <a:pt x="4748796" y="368537"/>
                  </a:lnTo>
                  <a:lnTo>
                    <a:pt x="4748904" y="368537"/>
                  </a:lnTo>
                  <a:lnTo>
                    <a:pt x="4749013" y="368537"/>
                  </a:lnTo>
                  <a:lnTo>
                    <a:pt x="4749121" y="368537"/>
                  </a:lnTo>
                  <a:lnTo>
                    <a:pt x="4749230" y="368537"/>
                  </a:lnTo>
                  <a:lnTo>
                    <a:pt x="4749338" y="368537"/>
                  </a:lnTo>
                  <a:lnTo>
                    <a:pt x="4749447" y="368537"/>
                  </a:lnTo>
                  <a:lnTo>
                    <a:pt x="4749555" y="368537"/>
                  </a:lnTo>
                  <a:lnTo>
                    <a:pt x="4749663" y="368537"/>
                  </a:lnTo>
                  <a:lnTo>
                    <a:pt x="4749772" y="368537"/>
                  </a:lnTo>
                  <a:lnTo>
                    <a:pt x="4749880" y="368537"/>
                  </a:lnTo>
                  <a:lnTo>
                    <a:pt x="4749989" y="368537"/>
                  </a:lnTo>
                  <a:lnTo>
                    <a:pt x="4750097" y="368537"/>
                  </a:lnTo>
                  <a:lnTo>
                    <a:pt x="4750206" y="368537"/>
                  </a:lnTo>
                  <a:lnTo>
                    <a:pt x="4750314" y="368537"/>
                  </a:lnTo>
                  <a:lnTo>
                    <a:pt x="4750423" y="368537"/>
                  </a:lnTo>
                  <a:lnTo>
                    <a:pt x="4750531" y="368537"/>
                  </a:lnTo>
                  <a:lnTo>
                    <a:pt x="4750639" y="368537"/>
                  </a:lnTo>
                  <a:lnTo>
                    <a:pt x="4750748" y="368537"/>
                  </a:lnTo>
                  <a:lnTo>
                    <a:pt x="4750856" y="368537"/>
                  </a:lnTo>
                  <a:lnTo>
                    <a:pt x="4750965" y="368537"/>
                  </a:lnTo>
                  <a:lnTo>
                    <a:pt x="4751073" y="368537"/>
                  </a:lnTo>
                  <a:lnTo>
                    <a:pt x="4751182" y="368537"/>
                  </a:lnTo>
                  <a:lnTo>
                    <a:pt x="4751290" y="368537"/>
                  </a:lnTo>
                  <a:lnTo>
                    <a:pt x="4751399" y="368537"/>
                  </a:lnTo>
                  <a:lnTo>
                    <a:pt x="4751507" y="368537"/>
                  </a:lnTo>
                  <a:lnTo>
                    <a:pt x="4751615" y="368537"/>
                  </a:lnTo>
                  <a:lnTo>
                    <a:pt x="4751615" y="367913"/>
                  </a:lnTo>
                  <a:lnTo>
                    <a:pt x="4751724" y="367913"/>
                  </a:lnTo>
                  <a:lnTo>
                    <a:pt x="4751832" y="367913"/>
                  </a:lnTo>
                  <a:lnTo>
                    <a:pt x="4751941" y="367913"/>
                  </a:lnTo>
                  <a:lnTo>
                    <a:pt x="4751941" y="367289"/>
                  </a:lnTo>
                  <a:lnTo>
                    <a:pt x="4752049" y="367289"/>
                  </a:lnTo>
                  <a:lnTo>
                    <a:pt x="4752158" y="367289"/>
                  </a:lnTo>
                  <a:lnTo>
                    <a:pt x="4752266" y="367289"/>
                  </a:lnTo>
                  <a:lnTo>
                    <a:pt x="4752375" y="367289"/>
                  </a:lnTo>
                  <a:lnTo>
                    <a:pt x="4752483" y="367289"/>
                  </a:lnTo>
                  <a:lnTo>
                    <a:pt x="4752592" y="367289"/>
                  </a:lnTo>
                  <a:lnTo>
                    <a:pt x="4752700" y="367289"/>
                  </a:lnTo>
                  <a:lnTo>
                    <a:pt x="4752808" y="367289"/>
                  </a:lnTo>
                  <a:lnTo>
                    <a:pt x="4752917" y="367289"/>
                  </a:lnTo>
                  <a:lnTo>
                    <a:pt x="4753025" y="367289"/>
                  </a:lnTo>
                  <a:lnTo>
                    <a:pt x="4753134" y="367289"/>
                  </a:lnTo>
                  <a:lnTo>
                    <a:pt x="4753242" y="367289"/>
                  </a:lnTo>
                  <a:lnTo>
                    <a:pt x="4753351" y="367289"/>
                  </a:lnTo>
                  <a:lnTo>
                    <a:pt x="4753459" y="367289"/>
                  </a:lnTo>
                  <a:lnTo>
                    <a:pt x="4753568" y="367289"/>
                  </a:lnTo>
                  <a:lnTo>
                    <a:pt x="4753676" y="367289"/>
                  </a:lnTo>
                  <a:lnTo>
                    <a:pt x="4753784" y="367289"/>
                  </a:lnTo>
                  <a:lnTo>
                    <a:pt x="4753893" y="367289"/>
                  </a:lnTo>
                  <a:lnTo>
                    <a:pt x="4753893" y="366666"/>
                  </a:lnTo>
                  <a:lnTo>
                    <a:pt x="4754001" y="366666"/>
                  </a:lnTo>
                  <a:lnTo>
                    <a:pt x="4754110" y="366666"/>
                  </a:lnTo>
                  <a:lnTo>
                    <a:pt x="4754218" y="366666"/>
                  </a:lnTo>
                  <a:lnTo>
                    <a:pt x="4754327" y="366666"/>
                  </a:lnTo>
                  <a:lnTo>
                    <a:pt x="4754435" y="366666"/>
                  </a:lnTo>
                  <a:lnTo>
                    <a:pt x="4754435" y="366042"/>
                  </a:lnTo>
                  <a:lnTo>
                    <a:pt x="4754544" y="366042"/>
                  </a:lnTo>
                  <a:lnTo>
                    <a:pt x="4754652" y="366042"/>
                  </a:lnTo>
                  <a:lnTo>
                    <a:pt x="4754760" y="366042"/>
                  </a:lnTo>
                  <a:lnTo>
                    <a:pt x="4754869" y="366042"/>
                  </a:lnTo>
                  <a:lnTo>
                    <a:pt x="4754977" y="366042"/>
                  </a:lnTo>
                  <a:lnTo>
                    <a:pt x="4755086" y="366042"/>
                  </a:lnTo>
                  <a:lnTo>
                    <a:pt x="4755194" y="366042"/>
                  </a:lnTo>
                  <a:lnTo>
                    <a:pt x="4755303" y="366042"/>
                  </a:lnTo>
                  <a:lnTo>
                    <a:pt x="4755411" y="366042"/>
                  </a:lnTo>
                  <a:lnTo>
                    <a:pt x="4755520" y="366042"/>
                  </a:lnTo>
                  <a:lnTo>
                    <a:pt x="4755628" y="366042"/>
                  </a:lnTo>
                  <a:lnTo>
                    <a:pt x="4755736" y="366042"/>
                  </a:lnTo>
                  <a:lnTo>
                    <a:pt x="4755845" y="366042"/>
                  </a:lnTo>
                  <a:lnTo>
                    <a:pt x="4755953" y="366042"/>
                  </a:lnTo>
                  <a:lnTo>
                    <a:pt x="4756062" y="366042"/>
                  </a:lnTo>
                  <a:lnTo>
                    <a:pt x="4756170" y="366042"/>
                  </a:lnTo>
                  <a:lnTo>
                    <a:pt x="4756279" y="366042"/>
                  </a:lnTo>
                  <a:lnTo>
                    <a:pt x="4756387" y="366042"/>
                  </a:lnTo>
                  <a:lnTo>
                    <a:pt x="4756496" y="366042"/>
                  </a:lnTo>
                  <a:lnTo>
                    <a:pt x="4756604" y="366042"/>
                  </a:lnTo>
                  <a:lnTo>
                    <a:pt x="4756713" y="366042"/>
                  </a:lnTo>
                  <a:lnTo>
                    <a:pt x="4756821" y="366042"/>
                  </a:lnTo>
                  <a:lnTo>
                    <a:pt x="4756929" y="366042"/>
                  </a:lnTo>
                  <a:lnTo>
                    <a:pt x="4757038" y="366042"/>
                  </a:lnTo>
                  <a:lnTo>
                    <a:pt x="4757146" y="366042"/>
                  </a:lnTo>
                  <a:lnTo>
                    <a:pt x="4757255" y="366042"/>
                  </a:lnTo>
                  <a:lnTo>
                    <a:pt x="4757363" y="366042"/>
                  </a:lnTo>
                  <a:lnTo>
                    <a:pt x="4757472" y="366042"/>
                  </a:lnTo>
                  <a:lnTo>
                    <a:pt x="4757580" y="366042"/>
                  </a:lnTo>
                  <a:lnTo>
                    <a:pt x="4757689" y="366042"/>
                  </a:lnTo>
                  <a:lnTo>
                    <a:pt x="4757797" y="366042"/>
                  </a:lnTo>
                  <a:lnTo>
                    <a:pt x="4757905" y="366042"/>
                  </a:lnTo>
                  <a:lnTo>
                    <a:pt x="4758014" y="366042"/>
                  </a:lnTo>
                  <a:lnTo>
                    <a:pt x="4758122" y="366042"/>
                  </a:lnTo>
                  <a:lnTo>
                    <a:pt x="4758231" y="366042"/>
                  </a:lnTo>
                  <a:lnTo>
                    <a:pt x="4758339" y="366042"/>
                  </a:lnTo>
                  <a:lnTo>
                    <a:pt x="4758448" y="366042"/>
                  </a:lnTo>
                  <a:lnTo>
                    <a:pt x="4758556" y="366042"/>
                  </a:lnTo>
                  <a:lnTo>
                    <a:pt x="4758665" y="366042"/>
                  </a:lnTo>
                  <a:lnTo>
                    <a:pt x="4758773" y="366042"/>
                  </a:lnTo>
                  <a:lnTo>
                    <a:pt x="4758881" y="366042"/>
                  </a:lnTo>
                  <a:lnTo>
                    <a:pt x="4758990" y="366042"/>
                  </a:lnTo>
                  <a:lnTo>
                    <a:pt x="4759098" y="366042"/>
                  </a:lnTo>
                  <a:lnTo>
                    <a:pt x="4759207" y="366042"/>
                  </a:lnTo>
                  <a:lnTo>
                    <a:pt x="4759315" y="366042"/>
                  </a:lnTo>
                  <a:lnTo>
                    <a:pt x="4759424" y="366042"/>
                  </a:lnTo>
                  <a:lnTo>
                    <a:pt x="4759532" y="366042"/>
                  </a:lnTo>
                  <a:lnTo>
                    <a:pt x="4759641" y="366042"/>
                  </a:lnTo>
                  <a:lnTo>
                    <a:pt x="4759749" y="366042"/>
                  </a:lnTo>
                  <a:lnTo>
                    <a:pt x="4759857" y="366042"/>
                  </a:lnTo>
                  <a:lnTo>
                    <a:pt x="4759966" y="366042"/>
                  </a:lnTo>
                  <a:lnTo>
                    <a:pt x="4760074" y="366042"/>
                  </a:lnTo>
                  <a:lnTo>
                    <a:pt x="4760183" y="366042"/>
                  </a:lnTo>
                  <a:lnTo>
                    <a:pt x="4760291" y="366042"/>
                  </a:lnTo>
                  <a:lnTo>
                    <a:pt x="4760400" y="366042"/>
                  </a:lnTo>
                  <a:lnTo>
                    <a:pt x="4760508" y="366042"/>
                  </a:lnTo>
                  <a:lnTo>
                    <a:pt x="4760617" y="366042"/>
                  </a:lnTo>
                  <a:lnTo>
                    <a:pt x="4760725" y="366042"/>
                  </a:lnTo>
                  <a:lnTo>
                    <a:pt x="4760834" y="366042"/>
                  </a:lnTo>
                  <a:lnTo>
                    <a:pt x="4760942" y="366042"/>
                  </a:lnTo>
                  <a:lnTo>
                    <a:pt x="4761050" y="366042"/>
                  </a:lnTo>
                  <a:lnTo>
                    <a:pt x="4761159" y="366042"/>
                  </a:lnTo>
                  <a:lnTo>
                    <a:pt x="4761159" y="365419"/>
                  </a:lnTo>
                  <a:lnTo>
                    <a:pt x="4761267" y="365419"/>
                  </a:lnTo>
                  <a:lnTo>
                    <a:pt x="4761376" y="365419"/>
                  </a:lnTo>
                  <a:lnTo>
                    <a:pt x="4761484" y="365419"/>
                  </a:lnTo>
                  <a:lnTo>
                    <a:pt x="4761593" y="365419"/>
                  </a:lnTo>
                  <a:lnTo>
                    <a:pt x="4761701" y="365419"/>
                  </a:lnTo>
                  <a:lnTo>
                    <a:pt x="4761810" y="365419"/>
                  </a:lnTo>
                  <a:lnTo>
                    <a:pt x="4761918" y="365419"/>
                  </a:lnTo>
                  <a:lnTo>
                    <a:pt x="4762026" y="365419"/>
                  </a:lnTo>
                  <a:lnTo>
                    <a:pt x="4762135" y="365419"/>
                  </a:lnTo>
                  <a:lnTo>
                    <a:pt x="4762243" y="365419"/>
                  </a:lnTo>
                  <a:lnTo>
                    <a:pt x="4762243" y="364795"/>
                  </a:lnTo>
                  <a:lnTo>
                    <a:pt x="4762352" y="364795"/>
                  </a:lnTo>
                  <a:lnTo>
                    <a:pt x="4762460" y="364795"/>
                  </a:lnTo>
                  <a:lnTo>
                    <a:pt x="4762569" y="364795"/>
                  </a:lnTo>
                  <a:lnTo>
                    <a:pt x="4762677" y="364795"/>
                  </a:lnTo>
                  <a:lnTo>
                    <a:pt x="4762786" y="364795"/>
                  </a:lnTo>
                  <a:lnTo>
                    <a:pt x="4762894" y="364795"/>
                  </a:lnTo>
                  <a:lnTo>
                    <a:pt x="4763002" y="364795"/>
                  </a:lnTo>
                  <a:lnTo>
                    <a:pt x="4763111" y="364795"/>
                  </a:lnTo>
                  <a:lnTo>
                    <a:pt x="4763219" y="364795"/>
                  </a:lnTo>
                  <a:lnTo>
                    <a:pt x="4763328" y="364795"/>
                  </a:lnTo>
                  <a:lnTo>
                    <a:pt x="4763436" y="364795"/>
                  </a:lnTo>
                  <a:lnTo>
                    <a:pt x="4763436" y="364172"/>
                  </a:lnTo>
                  <a:lnTo>
                    <a:pt x="4763545" y="364172"/>
                  </a:lnTo>
                  <a:lnTo>
                    <a:pt x="4763653" y="364172"/>
                  </a:lnTo>
                  <a:lnTo>
                    <a:pt x="4763762" y="364172"/>
                  </a:lnTo>
                  <a:lnTo>
                    <a:pt x="4763870" y="364172"/>
                  </a:lnTo>
                  <a:lnTo>
                    <a:pt x="4763978" y="364172"/>
                  </a:lnTo>
                  <a:lnTo>
                    <a:pt x="4764087" y="364172"/>
                  </a:lnTo>
                  <a:lnTo>
                    <a:pt x="4764195" y="364172"/>
                  </a:lnTo>
                  <a:lnTo>
                    <a:pt x="4764304" y="364172"/>
                  </a:lnTo>
                  <a:lnTo>
                    <a:pt x="4764412" y="364172"/>
                  </a:lnTo>
                  <a:lnTo>
                    <a:pt x="4764521" y="364172"/>
                  </a:lnTo>
                  <a:lnTo>
                    <a:pt x="4764629" y="364172"/>
                  </a:lnTo>
                  <a:lnTo>
                    <a:pt x="4764738" y="364172"/>
                  </a:lnTo>
                  <a:lnTo>
                    <a:pt x="4764846" y="364172"/>
                  </a:lnTo>
                  <a:lnTo>
                    <a:pt x="4764955" y="364172"/>
                  </a:lnTo>
                  <a:lnTo>
                    <a:pt x="4765063" y="364172"/>
                  </a:lnTo>
                  <a:lnTo>
                    <a:pt x="4765171" y="364172"/>
                  </a:lnTo>
                  <a:lnTo>
                    <a:pt x="4765280" y="364172"/>
                  </a:lnTo>
                  <a:lnTo>
                    <a:pt x="4765388" y="364172"/>
                  </a:lnTo>
                  <a:lnTo>
                    <a:pt x="4765497" y="364172"/>
                  </a:lnTo>
                  <a:lnTo>
                    <a:pt x="4765605" y="364172"/>
                  </a:lnTo>
                  <a:lnTo>
                    <a:pt x="4765714" y="364172"/>
                  </a:lnTo>
                  <a:lnTo>
                    <a:pt x="4765822" y="364172"/>
                  </a:lnTo>
                  <a:lnTo>
                    <a:pt x="4765931" y="364172"/>
                  </a:lnTo>
                  <a:lnTo>
                    <a:pt x="4766039" y="364172"/>
                  </a:lnTo>
                  <a:lnTo>
                    <a:pt x="4766147" y="364172"/>
                  </a:lnTo>
                  <a:lnTo>
                    <a:pt x="4766256" y="364172"/>
                  </a:lnTo>
                  <a:lnTo>
                    <a:pt x="4766364" y="364172"/>
                  </a:lnTo>
                  <a:lnTo>
                    <a:pt x="4766473" y="364172"/>
                  </a:lnTo>
                  <a:lnTo>
                    <a:pt x="4766581" y="364172"/>
                  </a:lnTo>
                  <a:lnTo>
                    <a:pt x="4766690" y="364172"/>
                  </a:lnTo>
                  <a:lnTo>
                    <a:pt x="4766798" y="364172"/>
                  </a:lnTo>
                  <a:lnTo>
                    <a:pt x="4766907" y="364172"/>
                  </a:lnTo>
                  <a:lnTo>
                    <a:pt x="4766907" y="363548"/>
                  </a:lnTo>
                  <a:lnTo>
                    <a:pt x="4767015" y="363548"/>
                  </a:lnTo>
                  <a:lnTo>
                    <a:pt x="4767123" y="363548"/>
                  </a:lnTo>
                  <a:lnTo>
                    <a:pt x="4767232" y="363548"/>
                  </a:lnTo>
                  <a:lnTo>
                    <a:pt x="4767340" y="363548"/>
                  </a:lnTo>
                  <a:lnTo>
                    <a:pt x="4767449" y="363548"/>
                  </a:lnTo>
                  <a:lnTo>
                    <a:pt x="4767557" y="363548"/>
                  </a:lnTo>
                  <a:lnTo>
                    <a:pt x="4767666" y="363548"/>
                  </a:lnTo>
                  <a:lnTo>
                    <a:pt x="4767774" y="363548"/>
                  </a:lnTo>
                  <a:lnTo>
                    <a:pt x="4767883" y="363548"/>
                  </a:lnTo>
                  <a:lnTo>
                    <a:pt x="4767991" y="363548"/>
                  </a:lnTo>
                  <a:lnTo>
                    <a:pt x="4768099" y="363548"/>
                  </a:lnTo>
                  <a:lnTo>
                    <a:pt x="4768099" y="362924"/>
                  </a:lnTo>
                  <a:lnTo>
                    <a:pt x="4768099" y="362301"/>
                  </a:lnTo>
                  <a:lnTo>
                    <a:pt x="4768208" y="362301"/>
                  </a:lnTo>
                  <a:lnTo>
                    <a:pt x="4768208" y="361677"/>
                  </a:lnTo>
                  <a:lnTo>
                    <a:pt x="4768316" y="361677"/>
                  </a:lnTo>
                  <a:lnTo>
                    <a:pt x="4768425" y="361677"/>
                  </a:lnTo>
                  <a:lnTo>
                    <a:pt x="4768425" y="361054"/>
                  </a:lnTo>
                  <a:lnTo>
                    <a:pt x="4768533" y="361054"/>
                  </a:lnTo>
                  <a:lnTo>
                    <a:pt x="4768642" y="361054"/>
                  </a:lnTo>
                  <a:lnTo>
                    <a:pt x="4768750" y="361054"/>
                  </a:lnTo>
                  <a:lnTo>
                    <a:pt x="4768859" y="361054"/>
                  </a:lnTo>
                  <a:lnTo>
                    <a:pt x="4768967" y="361054"/>
                  </a:lnTo>
                  <a:lnTo>
                    <a:pt x="4769076" y="361054"/>
                  </a:lnTo>
                  <a:lnTo>
                    <a:pt x="4769184" y="361054"/>
                  </a:lnTo>
                  <a:lnTo>
                    <a:pt x="4769292" y="361054"/>
                  </a:lnTo>
                  <a:lnTo>
                    <a:pt x="4769401" y="361054"/>
                  </a:lnTo>
                  <a:lnTo>
                    <a:pt x="4769509" y="361054"/>
                  </a:lnTo>
                  <a:lnTo>
                    <a:pt x="4769618" y="361054"/>
                  </a:lnTo>
                  <a:lnTo>
                    <a:pt x="4769618" y="360430"/>
                  </a:lnTo>
                  <a:lnTo>
                    <a:pt x="4769726" y="360430"/>
                  </a:lnTo>
                  <a:lnTo>
                    <a:pt x="4769835" y="360430"/>
                  </a:lnTo>
                  <a:lnTo>
                    <a:pt x="4769943" y="360430"/>
                  </a:lnTo>
                  <a:lnTo>
                    <a:pt x="4770052" y="360430"/>
                  </a:lnTo>
                  <a:lnTo>
                    <a:pt x="4770160" y="360430"/>
                  </a:lnTo>
                  <a:lnTo>
                    <a:pt x="4770268" y="360430"/>
                  </a:lnTo>
                  <a:lnTo>
                    <a:pt x="4770377" y="360430"/>
                  </a:lnTo>
                  <a:lnTo>
                    <a:pt x="4770485" y="360430"/>
                  </a:lnTo>
                  <a:lnTo>
                    <a:pt x="4770594" y="360430"/>
                  </a:lnTo>
                  <a:lnTo>
                    <a:pt x="4770702" y="360430"/>
                  </a:lnTo>
                  <a:lnTo>
                    <a:pt x="4770811" y="360430"/>
                  </a:lnTo>
                  <a:lnTo>
                    <a:pt x="4770919" y="360430"/>
                  </a:lnTo>
                  <a:lnTo>
                    <a:pt x="4771028" y="360430"/>
                  </a:lnTo>
                  <a:lnTo>
                    <a:pt x="4771136" y="360430"/>
                  </a:lnTo>
                  <a:lnTo>
                    <a:pt x="4771244" y="360430"/>
                  </a:lnTo>
                  <a:lnTo>
                    <a:pt x="4771353" y="360430"/>
                  </a:lnTo>
                  <a:lnTo>
                    <a:pt x="4771461" y="360430"/>
                  </a:lnTo>
                  <a:lnTo>
                    <a:pt x="4771570" y="360430"/>
                  </a:lnTo>
                  <a:lnTo>
                    <a:pt x="4771570" y="359806"/>
                  </a:lnTo>
                  <a:lnTo>
                    <a:pt x="4771678" y="359806"/>
                  </a:lnTo>
                  <a:lnTo>
                    <a:pt x="4771787" y="359806"/>
                  </a:lnTo>
                  <a:lnTo>
                    <a:pt x="4771895" y="359806"/>
                  </a:lnTo>
                  <a:lnTo>
                    <a:pt x="4772004" y="359806"/>
                  </a:lnTo>
                  <a:lnTo>
                    <a:pt x="4772112" y="359806"/>
                  </a:lnTo>
                  <a:lnTo>
                    <a:pt x="4772112" y="359183"/>
                  </a:lnTo>
                  <a:lnTo>
                    <a:pt x="4772220" y="359183"/>
                  </a:lnTo>
                  <a:lnTo>
                    <a:pt x="4772329" y="359183"/>
                  </a:lnTo>
                  <a:lnTo>
                    <a:pt x="4772437" y="359183"/>
                  </a:lnTo>
                  <a:lnTo>
                    <a:pt x="4772546" y="359183"/>
                  </a:lnTo>
                  <a:lnTo>
                    <a:pt x="4772654" y="359183"/>
                  </a:lnTo>
                  <a:lnTo>
                    <a:pt x="4772654" y="358559"/>
                  </a:lnTo>
                  <a:lnTo>
                    <a:pt x="4772763" y="358559"/>
                  </a:lnTo>
                  <a:lnTo>
                    <a:pt x="4772871" y="358559"/>
                  </a:lnTo>
                  <a:lnTo>
                    <a:pt x="4772980" y="358559"/>
                  </a:lnTo>
                  <a:lnTo>
                    <a:pt x="4773088" y="358559"/>
                  </a:lnTo>
                  <a:lnTo>
                    <a:pt x="4773197" y="358559"/>
                  </a:lnTo>
                  <a:lnTo>
                    <a:pt x="4773305" y="358559"/>
                  </a:lnTo>
                  <a:lnTo>
                    <a:pt x="4773413" y="358559"/>
                  </a:lnTo>
                  <a:lnTo>
                    <a:pt x="4773522" y="358559"/>
                  </a:lnTo>
                  <a:lnTo>
                    <a:pt x="4773630" y="358559"/>
                  </a:lnTo>
                  <a:lnTo>
                    <a:pt x="4773739" y="358559"/>
                  </a:lnTo>
                  <a:lnTo>
                    <a:pt x="4773739" y="357936"/>
                  </a:lnTo>
                  <a:lnTo>
                    <a:pt x="4773847" y="357936"/>
                  </a:lnTo>
                  <a:lnTo>
                    <a:pt x="4773956" y="357936"/>
                  </a:lnTo>
                  <a:lnTo>
                    <a:pt x="4774064" y="357936"/>
                  </a:lnTo>
                  <a:lnTo>
                    <a:pt x="4774173" y="357936"/>
                  </a:lnTo>
                  <a:lnTo>
                    <a:pt x="4774281" y="357936"/>
                  </a:lnTo>
                  <a:lnTo>
                    <a:pt x="4774389" y="357936"/>
                  </a:lnTo>
                  <a:lnTo>
                    <a:pt x="4774498" y="357936"/>
                  </a:lnTo>
                  <a:lnTo>
                    <a:pt x="4774606" y="357936"/>
                  </a:lnTo>
                  <a:lnTo>
                    <a:pt x="4774715" y="357936"/>
                  </a:lnTo>
                  <a:lnTo>
                    <a:pt x="4774823" y="357936"/>
                  </a:lnTo>
                  <a:lnTo>
                    <a:pt x="4774932" y="357936"/>
                  </a:lnTo>
                  <a:lnTo>
                    <a:pt x="4775040" y="357936"/>
                  </a:lnTo>
                  <a:lnTo>
                    <a:pt x="4775149" y="357936"/>
                  </a:lnTo>
                  <a:lnTo>
                    <a:pt x="4775257" y="357936"/>
                  </a:lnTo>
                  <a:lnTo>
                    <a:pt x="4775257" y="357312"/>
                  </a:lnTo>
                  <a:lnTo>
                    <a:pt x="4775365" y="357312"/>
                  </a:lnTo>
                  <a:lnTo>
                    <a:pt x="4775474" y="357312"/>
                  </a:lnTo>
                  <a:lnTo>
                    <a:pt x="4775582" y="357312"/>
                  </a:lnTo>
                  <a:lnTo>
                    <a:pt x="4775691" y="357312"/>
                  </a:lnTo>
                  <a:lnTo>
                    <a:pt x="4775799" y="357312"/>
                  </a:lnTo>
                  <a:lnTo>
                    <a:pt x="4775799" y="356689"/>
                  </a:lnTo>
                  <a:lnTo>
                    <a:pt x="4775908" y="356689"/>
                  </a:lnTo>
                  <a:lnTo>
                    <a:pt x="4776016" y="356689"/>
                  </a:lnTo>
                  <a:lnTo>
                    <a:pt x="4776125" y="356689"/>
                  </a:lnTo>
                  <a:lnTo>
                    <a:pt x="4776233" y="356689"/>
                  </a:lnTo>
                  <a:lnTo>
                    <a:pt x="4776341" y="356689"/>
                  </a:lnTo>
                  <a:lnTo>
                    <a:pt x="4776341" y="356065"/>
                  </a:lnTo>
                  <a:lnTo>
                    <a:pt x="4776450" y="356065"/>
                  </a:lnTo>
                  <a:lnTo>
                    <a:pt x="4776558" y="356065"/>
                  </a:lnTo>
                  <a:lnTo>
                    <a:pt x="4776667" y="356065"/>
                  </a:lnTo>
                  <a:lnTo>
                    <a:pt x="4776775" y="356065"/>
                  </a:lnTo>
                  <a:lnTo>
                    <a:pt x="4776884" y="356065"/>
                  </a:lnTo>
                  <a:lnTo>
                    <a:pt x="4776992" y="356065"/>
                  </a:lnTo>
                  <a:lnTo>
                    <a:pt x="4777101" y="356065"/>
                  </a:lnTo>
                  <a:lnTo>
                    <a:pt x="4777209" y="356065"/>
                  </a:lnTo>
                  <a:lnTo>
                    <a:pt x="4777317" y="356065"/>
                  </a:lnTo>
                  <a:lnTo>
                    <a:pt x="4777426" y="356065"/>
                  </a:lnTo>
                  <a:lnTo>
                    <a:pt x="4777534" y="356065"/>
                  </a:lnTo>
                  <a:lnTo>
                    <a:pt x="4777643" y="356065"/>
                  </a:lnTo>
                  <a:lnTo>
                    <a:pt x="4777751" y="356065"/>
                  </a:lnTo>
                  <a:lnTo>
                    <a:pt x="4777860" y="356065"/>
                  </a:lnTo>
                  <a:lnTo>
                    <a:pt x="4777968" y="356065"/>
                  </a:lnTo>
                  <a:lnTo>
                    <a:pt x="4778077" y="356065"/>
                  </a:lnTo>
                  <a:lnTo>
                    <a:pt x="4778185" y="356065"/>
                  </a:lnTo>
                  <a:lnTo>
                    <a:pt x="4778294" y="356065"/>
                  </a:lnTo>
                  <a:lnTo>
                    <a:pt x="4778402" y="356065"/>
                  </a:lnTo>
                  <a:lnTo>
                    <a:pt x="4778510" y="356065"/>
                  </a:lnTo>
                  <a:lnTo>
                    <a:pt x="4778619" y="356065"/>
                  </a:lnTo>
                  <a:lnTo>
                    <a:pt x="4778727" y="356065"/>
                  </a:lnTo>
                  <a:lnTo>
                    <a:pt x="4778836" y="356065"/>
                  </a:lnTo>
                  <a:lnTo>
                    <a:pt x="4778944" y="356065"/>
                  </a:lnTo>
                  <a:lnTo>
                    <a:pt x="4779053" y="356065"/>
                  </a:lnTo>
                  <a:lnTo>
                    <a:pt x="4779161" y="356065"/>
                  </a:lnTo>
                  <a:lnTo>
                    <a:pt x="4779270" y="356065"/>
                  </a:lnTo>
                  <a:lnTo>
                    <a:pt x="4779378" y="356065"/>
                  </a:lnTo>
                  <a:lnTo>
                    <a:pt x="4779486" y="356065"/>
                  </a:lnTo>
                  <a:lnTo>
                    <a:pt x="4779595" y="356065"/>
                  </a:lnTo>
                  <a:lnTo>
                    <a:pt x="4779703" y="356065"/>
                  </a:lnTo>
                  <a:lnTo>
                    <a:pt x="4779812" y="356065"/>
                  </a:lnTo>
                  <a:lnTo>
                    <a:pt x="4779920" y="356065"/>
                  </a:lnTo>
                  <a:lnTo>
                    <a:pt x="4780029" y="356065"/>
                  </a:lnTo>
                  <a:lnTo>
                    <a:pt x="4780137" y="356065"/>
                  </a:lnTo>
                  <a:lnTo>
                    <a:pt x="4780246" y="356065"/>
                  </a:lnTo>
                  <a:lnTo>
                    <a:pt x="4780354" y="356065"/>
                  </a:lnTo>
                  <a:lnTo>
                    <a:pt x="4780462" y="356065"/>
                  </a:lnTo>
                  <a:lnTo>
                    <a:pt x="4780571" y="356065"/>
                  </a:lnTo>
                  <a:lnTo>
                    <a:pt x="4780679" y="356065"/>
                  </a:lnTo>
                  <a:lnTo>
                    <a:pt x="4780788" y="356065"/>
                  </a:lnTo>
                  <a:lnTo>
                    <a:pt x="4780896" y="356065"/>
                  </a:lnTo>
                  <a:lnTo>
                    <a:pt x="4781005" y="356065"/>
                  </a:lnTo>
                  <a:lnTo>
                    <a:pt x="4781113" y="356065"/>
                  </a:lnTo>
                  <a:lnTo>
                    <a:pt x="4781222" y="356065"/>
                  </a:lnTo>
                  <a:lnTo>
                    <a:pt x="4781222" y="355441"/>
                  </a:lnTo>
                  <a:lnTo>
                    <a:pt x="4781330" y="355441"/>
                  </a:lnTo>
                  <a:lnTo>
                    <a:pt x="4781438" y="355441"/>
                  </a:lnTo>
                  <a:lnTo>
                    <a:pt x="4781547" y="355441"/>
                  </a:lnTo>
                  <a:lnTo>
                    <a:pt x="4781655" y="355441"/>
                  </a:lnTo>
                  <a:lnTo>
                    <a:pt x="4781764" y="355441"/>
                  </a:lnTo>
                  <a:lnTo>
                    <a:pt x="4781872" y="355441"/>
                  </a:lnTo>
                  <a:lnTo>
                    <a:pt x="4781981" y="355441"/>
                  </a:lnTo>
                  <a:lnTo>
                    <a:pt x="4782089" y="355441"/>
                  </a:lnTo>
                  <a:lnTo>
                    <a:pt x="4782198" y="355441"/>
                  </a:lnTo>
                  <a:lnTo>
                    <a:pt x="4782306" y="355441"/>
                  </a:lnTo>
                  <a:lnTo>
                    <a:pt x="4782415" y="355441"/>
                  </a:lnTo>
                  <a:lnTo>
                    <a:pt x="4782523" y="355441"/>
                  </a:lnTo>
                  <a:lnTo>
                    <a:pt x="4782631" y="355441"/>
                  </a:lnTo>
                  <a:lnTo>
                    <a:pt x="4782740" y="355441"/>
                  </a:lnTo>
                  <a:lnTo>
                    <a:pt x="4782740" y="354818"/>
                  </a:lnTo>
                  <a:lnTo>
                    <a:pt x="4782848" y="354818"/>
                  </a:lnTo>
                  <a:lnTo>
                    <a:pt x="4782957" y="354818"/>
                  </a:lnTo>
                  <a:lnTo>
                    <a:pt x="4783065" y="354818"/>
                  </a:lnTo>
                  <a:lnTo>
                    <a:pt x="4783174" y="354818"/>
                  </a:lnTo>
                  <a:lnTo>
                    <a:pt x="4783282" y="354818"/>
                  </a:lnTo>
                  <a:lnTo>
                    <a:pt x="4783391" y="354818"/>
                  </a:lnTo>
                  <a:lnTo>
                    <a:pt x="4783499" y="354818"/>
                  </a:lnTo>
                  <a:lnTo>
                    <a:pt x="4783607" y="354818"/>
                  </a:lnTo>
                  <a:lnTo>
                    <a:pt x="4783716" y="354818"/>
                  </a:lnTo>
                  <a:lnTo>
                    <a:pt x="4783824" y="354818"/>
                  </a:lnTo>
                  <a:lnTo>
                    <a:pt x="4783933" y="354818"/>
                  </a:lnTo>
                  <a:lnTo>
                    <a:pt x="4784041" y="354818"/>
                  </a:lnTo>
                  <a:lnTo>
                    <a:pt x="4784150" y="354818"/>
                  </a:lnTo>
                  <a:lnTo>
                    <a:pt x="4784258" y="354818"/>
                  </a:lnTo>
                  <a:lnTo>
                    <a:pt x="4784367" y="354818"/>
                  </a:lnTo>
                  <a:lnTo>
                    <a:pt x="4784475" y="354818"/>
                  </a:lnTo>
                  <a:lnTo>
                    <a:pt x="4784583" y="354818"/>
                  </a:lnTo>
                  <a:lnTo>
                    <a:pt x="4784692" y="354818"/>
                  </a:lnTo>
                  <a:lnTo>
                    <a:pt x="4784800" y="354818"/>
                  </a:lnTo>
                  <a:lnTo>
                    <a:pt x="4784800" y="354194"/>
                  </a:lnTo>
                  <a:lnTo>
                    <a:pt x="4784909" y="354194"/>
                  </a:lnTo>
                  <a:lnTo>
                    <a:pt x="4785017" y="354194"/>
                  </a:lnTo>
                  <a:lnTo>
                    <a:pt x="4785126" y="354194"/>
                  </a:lnTo>
                  <a:lnTo>
                    <a:pt x="4785234" y="354194"/>
                  </a:lnTo>
                  <a:lnTo>
                    <a:pt x="4785343" y="354194"/>
                  </a:lnTo>
                  <a:lnTo>
                    <a:pt x="4785451" y="354194"/>
                  </a:lnTo>
                  <a:lnTo>
                    <a:pt x="4785559" y="354194"/>
                  </a:lnTo>
                  <a:lnTo>
                    <a:pt x="4785668" y="354194"/>
                  </a:lnTo>
                  <a:lnTo>
                    <a:pt x="4785776" y="354194"/>
                  </a:lnTo>
                  <a:lnTo>
                    <a:pt x="4785885" y="354194"/>
                  </a:lnTo>
                  <a:lnTo>
                    <a:pt x="4785993" y="354194"/>
                  </a:lnTo>
                  <a:lnTo>
                    <a:pt x="4786102" y="354194"/>
                  </a:lnTo>
                  <a:lnTo>
                    <a:pt x="4786210" y="354194"/>
                  </a:lnTo>
                  <a:lnTo>
                    <a:pt x="4786319" y="354194"/>
                  </a:lnTo>
                  <a:lnTo>
                    <a:pt x="4786427" y="354194"/>
                  </a:lnTo>
                  <a:lnTo>
                    <a:pt x="4786536" y="354194"/>
                  </a:lnTo>
                  <a:lnTo>
                    <a:pt x="4786644" y="354194"/>
                  </a:lnTo>
                  <a:lnTo>
                    <a:pt x="4786752" y="354194"/>
                  </a:lnTo>
                  <a:lnTo>
                    <a:pt x="4786861" y="354194"/>
                  </a:lnTo>
                  <a:lnTo>
                    <a:pt x="4786969" y="354194"/>
                  </a:lnTo>
                  <a:lnTo>
                    <a:pt x="4787078" y="354194"/>
                  </a:lnTo>
                  <a:lnTo>
                    <a:pt x="4787186" y="354194"/>
                  </a:lnTo>
                  <a:lnTo>
                    <a:pt x="4787295" y="354194"/>
                  </a:lnTo>
                  <a:lnTo>
                    <a:pt x="4787403" y="354194"/>
                  </a:lnTo>
                  <a:lnTo>
                    <a:pt x="4787512" y="354194"/>
                  </a:lnTo>
                  <a:lnTo>
                    <a:pt x="4787620" y="354194"/>
                  </a:lnTo>
                  <a:lnTo>
                    <a:pt x="4787728" y="354194"/>
                  </a:lnTo>
                  <a:lnTo>
                    <a:pt x="4787728" y="353571"/>
                  </a:lnTo>
                  <a:lnTo>
                    <a:pt x="4787837" y="353571"/>
                  </a:lnTo>
                  <a:lnTo>
                    <a:pt x="4787837" y="352947"/>
                  </a:lnTo>
                  <a:lnTo>
                    <a:pt x="4787945" y="352947"/>
                  </a:lnTo>
                  <a:lnTo>
                    <a:pt x="4788054" y="352947"/>
                  </a:lnTo>
                  <a:lnTo>
                    <a:pt x="4788162" y="352947"/>
                  </a:lnTo>
                  <a:lnTo>
                    <a:pt x="4788271" y="352947"/>
                  </a:lnTo>
                  <a:lnTo>
                    <a:pt x="4788379" y="352947"/>
                  </a:lnTo>
                  <a:lnTo>
                    <a:pt x="4788488" y="352947"/>
                  </a:lnTo>
                  <a:lnTo>
                    <a:pt x="4788596" y="352947"/>
                  </a:lnTo>
                  <a:lnTo>
                    <a:pt x="4788704" y="352947"/>
                  </a:lnTo>
                  <a:lnTo>
                    <a:pt x="4788813" y="352947"/>
                  </a:lnTo>
                  <a:lnTo>
                    <a:pt x="4788921" y="352947"/>
                  </a:lnTo>
                  <a:lnTo>
                    <a:pt x="4789030" y="352947"/>
                  </a:lnTo>
                  <a:lnTo>
                    <a:pt x="4789138" y="352947"/>
                  </a:lnTo>
                  <a:lnTo>
                    <a:pt x="4789247" y="352947"/>
                  </a:lnTo>
                  <a:lnTo>
                    <a:pt x="4789355" y="352947"/>
                  </a:lnTo>
                  <a:lnTo>
                    <a:pt x="4789464" y="352947"/>
                  </a:lnTo>
                  <a:lnTo>
                    <a:pt x="4789572" y="352947"/>
                  </a:lnTo>
                  <a:lnTo>
                    <a:pt x="4789680" y="352947"/>
                  </a:lnTo>
                  <a:lnTo>
                    <a:pt x="4789789" y="352947"/>
                  </a:lnTo>
                  <a:lnTo>
                    <a:pt x="4789897" y="352947"/>
                  </a:lnTo>
                  <a:lnTo>
                    <a:pt x="4790006" y="352947"/>
                  </a:lnTo>
                  <a:lnTo>
                    <a:pt x="4790114" y="352947"/>
                  </a:lnTo>
                  <a:lnTo>
                    <a:pt x="4790223" y="352947"/>
                  </a:lnTo>
                  <a:lnTo>
                    <a:pt x="4790331" y="352947"/>
                  </a:lnTo>
                  <a:lnTo>
                    <a:pt x="4790331" y="352324"/>
                  </a:lnTo>
                  <a:lnTo>
                    <a:pt x="4790440" y="352324"/>
                  </a:lnTo>
                  <a:lnTo>
                    <a:pt x="4790548" y="352324"/>
                  </a:lnTo>
                  <a:lnTo>
                    <a:pt x="4790548" y="351700"/>
                  </a:lnTo>
                  <a:lnTo>
                    <a:pt x="4790657" y="351700"/>
                  </a:lnTo>
                  <a:lnTo>
                    <a:pt x="4790765" y="351700"/>
                  </a:lnTo>
                  <a:lnTo>
                    <a:pt x="4790873" y="351700"/>
                  </a:lnTo>
                  <a:lnTo>
                    <a:pt x="4790982" y="351700"/>
                  </a:lnTo>
                  <a:lnTo>
                    <a:pt x="4791090" y="351700"/>
                  </a:lnTo>
                  <a:lnTo>
                    <a:pt x="4791199" y="351700"/>
                  </a:lnTo>
                  <a:lnTo>
                    <a:pt x="4791307" y="351700"/>
                  </a:lnTo>
                  <a:lnTo>
                    <a:pt x="4791307" y="351076"/>
                  </a:lnTo>
                  <a:lnTo>
                    <a:pt x="4791416" y="351076"/>
                  </a:lnTo>
                  <a:lnTo>
                    <a:pt x="4791524" y="351076"/>
                  </a:lnTo>
                  <a:lnTo>
                    <a:pt x="4791633" y="351076"/>
                  </a:lnTo>
                  <a:lnTo>
                    <a:pt x="4791741" y="351076"/>
                  </a:lnTo>
                  <a:lnTo>
                    <a:pt x="4791849" y="351076"/>
                  </a:lnTo>
                  <a:lnTo>
                    <a:pt x="4791958" y="351076"/>
                  </a:lnTo>
                  <a:lnTo>
                    <a:pt x="4792066" y="351076"/>
                  </a:lnTo>
                  <a:lnTo>
                    <a:pt x="4792175" y="351076"/>
                  </a:lnTo>
                  <a:lnTo>
                    <a:pt x="4792283" y="351076"/>
                  </a:lnTo>
                  <a:lnTo>
                    <a:pt x="4792392" y="351076"/>
                  </a:lnTo>
                  <a:lnTo>
                    <a:pt x="4792500" y="351076"/>
                  </a:lnTo>
                  <a:lnTo>
                    <a:pt x="4792609" y="351076"/>
                  </a:lnTo>
                  <a:lnTo>
                    <a:pt x="4792717" y="351076"/>
                  </a:lnTo>
                  <a:lnTo>
                    <a:pt x="4792825" y="351076"/>
                  </a:lnTo>
                  <a:lnTo>
                    <a:pt x="4792934" y="351076"/>
                  </a:lnTo>
                  <a:lnTo>
                    <a:pt x="4793042" y="351076"/>
                  </a:lnTo>
                  <a:lnTo>
                    <a:pt x="4793151" y="351076"/>
                  </a:lnTo>
                  <a:lnTo>
                    <a:pt x="4793259" y="351076"/>
                  </a:lnTo>
                  <a:lnTo>
                    <a:pt x="4793368" y="351076"/>
                  </a:lnTo>
                  <a:lnTo>
                    <a:pt x="4793476" y="351076"/>
                  </a:lnTo>
                  <a:lnTo>
                    <a:pt x="4793476" y="350453"/>
                  </a:lnTo>
                  <a:lnTo>
                    <a:pt x="4793585" y="350453"/>
                  </a:lnTo>
                  <a:lnTo>
                    <a:pt x="4793693" y="350453"/>
                  </a:lnTo>
                  <a:lnTo>
                    <a:pt x="4793801" y="350453"/>
                  </a:lnTo>
                  <a:lnTo>
                    <a:pt x="4793910" y="350453"/>
                  </a:lnTo>
                  <a:lnTo>
                    <a:pt x="4794018" y="350453"/>
                  </a:lnTo>
                  <a:lnTo>
                    <a:pt x="4794127" y="350453"/>
                  </a:lnTo>
                  <a:lnTo>
                    <a:pt x="4794235" y="350453"/>
                  </a:lnTo>
                  <a:lnTo>
                    <a:pt x="4794344" y="350453"/>
                  </a:lnTo>
                  <a:lnTo>
                    <a:pt x="4794452" y="350453"/>
                  </a:lnTo>
                  <a:lnTo>
                    <a:pt x="4794561" y="350453"/>
                  </a:lnTo>
                  <a:lnTo>
                    <a:pt x="4794669" y="350453"/>
                  </a:lnTo>
                  <a:lnTo>
                    <a:pt x="4794778" y="350453"/>
                  </a:lnTo>
                  <a:lnTo>
                    <a:pt x="4794886" y="350453"/>
                  </a:lnTo>
                  <a:lnTo>
                    <a:pt x="4794994" y="350453"/>
                  </a:lnTo>
                  <a:lnTo>
                    <a:pt x="4795103" y="350453"/>
                  </a:lnTo>
                  <a:lnTo>
                    <a:pt x="4795211" y="350453"/>
                  </a:lnTo>
                  <a:lnTo>
                    <a:pt x="4795320" y="350453"/>
                  </a:lnTo>
                  <a:lnTo>
                    <a:pt x="4795428" y="350453"/>
                  </a:lnTo>
                  <a:lnTo>
                    <a:pt x="4795537" y="350453"/>
                  </a:lnTo>
                  <a:lnTo>
                    <a:pt x="4795645" y="350453"/>
                  </a:lnTo>
                  <a:lnTo>
                    <a:pt x="4795754" y="350453"/>
                  </a:lnTo>
                  <a:lnTo>
                    <a:pt x="4795862" y="350453"/>
                  </a:lnTo>
                  <a:lnTo>
                    <a:pt x="4795970" y="350453"/>
                  </a:lnTo>
                  <a:lnTo>
                    <a:pt x="4796079" y="350453"/>
                  </a:lnTo>
                  <a:lnTo>
                    <a:pt x="4796187" y="350453"/>
                  </a:lnTo>
                  <a:lnTo>
                    <a:pt x="4796296" y="350453"/>
                  </a:lnTo>
                  <a:lnTo>
                    <a:pt x="4796404" y="350453"/>
                  </a:lnTo>
                  <a:lnTo>
                    <a:pt x="4796513" y="350453"/>
                  </a:lnTo>
                  <a:lnTo>
                    <a:pt x="4796621" y="350453"/>
                  </a:lnTo>
                  <a:lnTo>
                    <a:pt x="4796730" y="350453"/>
                  </a:lnTo>
                  <a:lnTo>
                    <a:pt x="4796838" y="350453"/>
                  </a:lnTo>
                  <a:lnTo>
                    <a:pt x="4796946" y="350453"/>
                  </a:lnTo>
                  <a:lnTo>
                    <a:pt x="4797055" y="350453"/>
                  </a:lnTo>
                  <a:lnTo>
                    <a:pt x="4797055" y="349829"/>
                  </a:lnTo>
                  <a:lnTo>
                    <a:pt x="4797163" y="349829"/>
                  </a:lnTo>
                  <a:lnTo>
                    <a:pt x="4797272" y="349829"/>
                  </a:lnTo>
                  <a:lnTo>
                    <a:pt x="4797380" y="349829"/>
                  </a:lnTo>
                  <a:lnTo>
                    <a:pt x="4797489" y="349829"/>
                  </a:lnTo>
                  <a:lnTo>
                    <a:pt x="4797597" y="349829"/>
                  </a:lnTo>
                  <a:lnTo>
                    <a:pt x="4797706" y="349829"/>
                  </a:lnTo>
                  <a:lnTo>
                    <a:pt x="4797814" y="349829"/>
                  </a:lnTo>
                  <a:lnTo>
                    <a:pt x="4797922" y="349829"/>
                  </a:lnTo>
                  <a:lnTo>
                    <a:pt x="4798031" y="349829"/>
                  </a:lnTo>
                  <a:lnTo>
                    <a:pt x="4798139" y="349829"/>
                  </a:lnTo>
                  <a:lnTo>
                    <a:pt x="4798248" y="349829"/>
                  </a:lnTo>
                  <a:lnTo>
                    <a:pt x="4798356" y="349829"/>
                  </a:lnTo>
                  <a:lnTo>
                    <a:pt x="4798356" y="349206"/>
                  </a:lnTo>
                  <a:lnTo>
                    <a:pt x="4798465" y="349206"/>
                  </a:lnTo>
                  <a:lnTo>
                    <a:pt x="4798573" y="349206"/>
                  </a:lnTo>
                  <a:lnTo>
                    <a:pt x="4798682" y="349206"/>
                  </a:lnTo>
                  <a:lnTo>
                    <a:pt x="4798790" y="349206"/>
                  </a:lnTo>
                  <a:lnTo>
                    <a:pt x="4798790" y="348582"/>
                  </a:lnTo>
                  <a:lnTo>
                    <a:pt x="4798898" y="348582"/>
                  </a:lnTo>
                  <a:lnTo>
                    <a:pt x="4799007" y="348582"/>
                  </a:lnTo>
                  <a:lnTo>
                    <a:pt x="4799115" y="348582"/>
                  </a:lnTo>
                  <a:lnTo>
                    <a:pt x="4799224" y="348582"/>
                  </a:lnTo>
                  <a:lnTo>
                    <a:pt x="4799332" y="348582"/>
                  </a:lnTo>
                  <a:lnTo>
                    <a:pt x="4799441" y="348582"/>
                  </a:lnTo>
                  <a:lnTo>
                    <a:pt x="4799549" y="348582"/>
                  </a:lnTo>
                  <a:lnTo>
                    <a:pt x="4799658" y="348582"/>
                  </a:lnTo>
                  <a:lnTo>
                    <a:pt x="4799766" y="348582"/>
                  </a:lnTo>
                  <a:lnTo>
                    <a:pt x="4799875" y="348582"/>
                  </a:lnTo>
                  <a:lnTo>
                    <a:pt x="4799983" y="348582"/>
                  </a:lnTo>
                  <a:lnTo>
                    <a:pt x="4800091" y="348582"/>
                  </a:lnTo>
                  <a:lnTo>
                    <a:pt x="4800200" y="348582"/>
                  </a:lnTo>
                  <a:lnTo>
                    <a:pt x="4800308" y="348582"/>
                  </a:lnTo>
                  <a:lnTo>
                    <a:pt x="4800417" y="348582"/>
                  </a:lnTo>
                  <a:lnTo>
                    <a:pt x="4800525" y="348582"/>
                  </a:lnTo>
                  <a:lnTo>
                    <a:pt x="4800634" y="348582"/>
                  </a:lnTo>
                  <a:lnTo>
                    <a:pt x="4800742" y="348582"/>
                  </a:lnTo>
                  <a:lnTo>
                    <a:pt x="4800851" y="348582"/>
                  </a:lnTo>
                  <a:lnTo>
                    <a:pt x="4800959" y="348582"/>
                  </a:lnTo>
                  <a:lnTo>
                    <a:pt x="4801067" y="348582"/>
                  </a:lnTo>
                  <a:lnTo>
                    <a:pt x="4801176" y="348582"/>
                  </a:lnTo>
                  <a:lnTo>
                    <a:pt x="4801284" y="348582"/>
                  </a:lnTo>
                  <a:lnTo>
                    <a:pt x="4801393" y="348582"/>
                  </a:lnTo>
                  <a:lnTo>
                    <a:pt x="4801501" y="348582"/>
                  </a:lnTo>
                  <a:lnTo>
                    <a:pt x="4801610" y="348582"/>
                  </a:lnTo>
                  <a:lnTo>
                    <a:pt x="4801718" y="348582"/>
                  </a:lnTo>
                  <a:lnTo>
                    <a:pt x="4801827" y="348582"/>
                  </a:lnTo>
                  <a:lnTo>
                    <a:pt x="4801935" y="348582"/>
                  </a:lnTo>
                  <a:lnTo>
                    <a:pt x="4802043" y="348582"/>
                  </a:lnTo>
                  <a:lnTo>
                    <a:pt x="4802152" y="348582"/>
                  </a:lnTo>
                  <a:lnTo>
                    <a:pt x="4802152" y="347958"/>
                  </a:lnTo>
                  <a:lnTo>
                    <a:pt x="4802260" y="347958"/>
                  </a:lnTo>
                  <a:lnTo>
                    <a:pt x="4802369" y="347958"/>
                  </a:lnTo>
                  <a:lnTo>
                    <a:pt x="4802477" y="347958"/>
                  </a:lnTo>
                  <a:lnTo>
                    <a:pt x="4802586" y="347958"/>
                  </a:lnTo>
                  <a:lnTo>
                    <a:pt x="4802694" y="347958"/>
                  </a:lnTo>
                  <a:lnTo>
                    <a:pt x="4802803" y="347958"/>
                  </a:lnTo>
                  <a:lnTo>
                    <a:pt x="4802911" y="347958"/>
                  </a:lnTo>
                  <a:lnTo>
                    <a:pt x="4803019" y="347958"/>
                  </a:lnTo>
                  <a:lnTo>
                    <a:pt x="4803128" y="347958"/>
                  </a:lnTo>
                  <a:lnTo>
                    <a:pt x="4803236" y="347958"/>
                  </a:lnTo>
                  <a:lnTo>
                    <a:pt x="4803345" y="347958"/>
                  </a:lnTo>
                  <a:lnTo>
                    <a:pt x="4803453" y="347958"/>
                  </a:lnTo>
                  <a:lnTo>
                    <a:pt x="4803562" y="347958"/>
                  </a:lnTo>
                  <a:lnTo>
                    <a:pt x="4803670" y="347958"/>
                  </a:lnTo>
                  <a:lnTo>
                    <a:pt x="4803779" y="347958"/>
                  </a:lnTo>
                  <a:lnTo>
                    <a:pt x="4803887" y="347958"/>
                  </a:lnTo>
                  <a:lnTo>
                    <a:pt x="4803996" y="347958"/>
                  </a:lnTo>
                  <a:lnTo>
                    <a:pt x="4804104" y="347958"/>
                  </a:lnTo>
                  <a:lnTo>
                    <a:pt x="4804212" y="347958"/>
                  </a:lnTo>
                  <a:lnTo>
                    <a:pt x="4804321" y="347958"/>
                  </a:lnTo>
                  <a:lnTo>
                    <a:pt x="4804429" y="347958"/>
                  </a:lnTo>
                  <a:lnTo>
                    <a:pt x="4804538" y="347958"/>
                  </a:lnTo>
                  <a:lnTo>
                    <a:pt x="4804646" y="347958"/>
                  </a:lnTo>
                  <a:lnTo>
                    <a:pt x="4804755" y="347958"/>
                  </a:lnTo>
                  <a:lnTo>
                    <a:pt x="4804863" y="347958"/>
                  </a:lnTo>
                  <a:lnTo>
                    <a:pt x="4804972" y="347958"/>
                  </a:lnTo>
                  <a:lnTo>
                    <a:pt x="4805080" y="347958"/>
                  </a:lnTo>
                  <a:lnTo>
                    <a:pt x="4805188" y="347958"/>
                  </a:lnTo>
                  <a:lnTo>
                    <a:pt x="4805297" y="347958"/>
                  </a:lnTo>
                  <a:lnTo>
                    <a:pt x="4805405" y="347958"/>
                  </a:lnTo>
                  <a:lnTo>
                    <a:pt x="4805514" y="347958"/>
                  </a:lnTo>
                  <a:lnTo>
                    <a:pt x="4805622" y="347958"/>
                  </a:lnTo>
                  <a:lnTo>
                    <a:pt x="4805731" y="347958"/>
                  </a:lnTo>
                  <a:lnTo>
                    <a:pt x="4805839" y="347958"/>
                  </a:lnTo>
                  <a:lnTo>
                    <a:pt x="4805948" y="347958"/>
                  </a:lnTo>
                  <a:lnTo>
                    <a:pt x="4806056" y="347958"/>
                  </a:lnTo>
                  <a:lnTo>
                    <a:pt x="4806164" y="347958"/>
                  </a:lnTo>
                  <a:lnTo>
                    <a:pt x="4806273" y="347958"/>
                  </a:lnTo>
                  <a:lnTo>
                    <a:pt x="4806381" y="347958"/>
                  </a:lnTo>
                  <a:lnTo>
                    <a:pt x="4806381" y="347335"/>
                  </a:lnTo>
                  <a:lnTo>
                    <a:pt x="4806490" y="347335"/>
                  </a:lnTo>
                  <a:lnTo>
                    <a:pt x="4806598" y="347335"/>
                  </a:lnTo>
                  <a:lnTo>
                    <a:pt x="4806707" y="347335"/>
                  </a:lnTo>
                  <a:lnTo>
                    <a:pt x="4806815" y="347335"/>
                  </a:lnTo>
                  <a:lnTo>
                    <a:pt x="4806924" y="347335"/>
                  </a:lnTo>
                  <a:lnTo>
                    <a:pt x="4807032" y="347335"/>
                  </a:lnTo>
                  <a:lnTo>
                    <a:pt x="4807140" y="347335"/>
                  </a:lnTo>
                  <a:lnTo>
                    <a:pt x="4807140" y="346711"/>
                  </a:lnTo>
                  <a:lnTo>
                    <a:pt x="4807249" y="346711"/>
                  </a:lnTo>
                  <a:lnTo>
                    <a:pt x="4807357" y="346711"/>
                  </a:lnTo>
                  <a:lnTo>
                    <a:pt x="4807466" y="346711"/>
                  </a:lnTo>
                  <a:lnTo>
                    <a:pt x="4807574" y="346711"/>
                  </a:lnTo>
                  <a:lnTo>
                    <a:pt x="4807683" y="346711"/>
                  </a:lnTo>
                  <a:lnTo>
                    <a:pt x="4807791" y="346711"/>
                  </a:lnTo>
                  <a:lnTo>
                    <a:pt x="4807900" y="346711"/>
                  </a:lnTo>
                  <a:lnTo>
                    <a:pt x="4808008" y="346711"/>
                  </a:lnTo>
                  <a:lnTo>
                    <a:pt x="4808117" y="346711"/>
                  </a:lnTo>
                  <a:lnTo>
                    <a:pt x="4808225" y="346711"/>
                  </a:lnTo>
                  <a:lnTo>
                    <a:pt x="4808333" y="346711"/>
                  </a:lnTo>
                  <a:lnTo>
                    <a:pt x="4808442" y="346711"/>
                  </a:lnTo>
                  <a:lnTo>
                    <a:pt x="4808550" y="346711"/>
                  </a:lnTo>
                  <a:lnTo>
                    <a:pt x="4808659" y="346711"/>
                  </a:lnTo>
                  <a:lnTo>
                    <a:pt x="4808767" y="346711"/>
                  </a:lnTo>
                  <a:lnTo>
                    <a:pt x="4808767" y="346088"/>
                  </a:lnTo>
                  <a:lnTo>
                    <a:pt x="4808876" y="346088"/>
                  </a:lnTo>
                  <a:lnTo>
                    <a:pt x="4808984" y="346088"/>
                  </a:lnTo>
                  <a:lnTo>
                    <a:pt x="4809093" y="346088"/>
                  </a:lnTo>
                  <a:lnTo>
                    <a:pt x="4809201" y="346088"/>
                  </a:lnTo>
                  <a:lnTo>
                    <a:pt x="4809309" y="346088"/>
                  </a:lnTo>
                  <a:lnTo>
                    <a:pt x="4809418" y="346088"/>
                  </a:lnTo>
                  <a:lnTo>
                    <a:pt x="4809526" y="346088"/>
                  </a:lnTo>
                  <a:lnTo>
                    <a:pt x="4809635" y="346088"/>
                  </a:lnTo>
                  <a:lnTo>
                    <a:pt x="4809743" y="346088"/>
                  </a:lnTo>
                  <a:lnTo>
                    <a:pt x="4809852" y="346088"/>
                  </a:lnTo>
                  <a:lnTo>
                    <a:pt x="4809960" y="346088"/>
                  </a:lnTo>
                  <a:lnTo>
                    <a:pt x="4810069" y="346088"/>
                  </a:lnTo>
                  <a:lnTo>
                    <a:pt x="4810069" y="345464"/>
                  </a:lnTo>
                  <a:lnTo>
                    <a:pt x="4810177" y="345464"/>
                  </a:lnTo>
                  <a:lnTo>
                    <a:pt x="4810285" y="345464"/>
                  </a:lnTo>
                  <a:lnTo>
                    <a:pt x="4810394" y="345464"/>
                  </a:lnTo>
                  <a:lnTo>
                    <a:pt x="4810502" y="345464"/>
                  </a:lnTo>
                  <a:lnTo>
                    <a:pt x="4810611" y="345464"/>
                  </a:lnTo>
                  <a:lnTo>
                    <a:pt x="4810719" y="345464"/>
                  </a:lnTo>
                  <a:lnTo>
                    <a:pt x="4810828" y="345464"/>
                  </a:lnTo>
                  <a:lnTo>
                    <a:pt x="4810936" y="345464"/>
                  </a:lnTo>
                  <a:lnTo>
                    <a:pt x="4811045" y="345464"/>
                  </a:lnTo>
                  <a:lnTo>
                    <a:pt x="4811153" y="345464"/>
                  </a:lnTo>
                  <a:lnTo>
                    <a:pt x="4811261" y="345464"/>
                  </a:lnTo>
                  <a:lnTo>
                    <a:pt x="4811370" y="345464"/>
                  </a:lnTo>
                  <a:lnTo>
                    <a:pt x="4811478" y="345464"/>
                  </a:lnTo>
                  <a:lnTo>
                    <a:pt x="4811587" y="345464"/>
                  </a:lnTo>
                  <a:lnTo>
                    <a:pt x="4811695" y="345464"/>
                  </a:lnTo>
                  <a:lnTo>
                    <a:pt x="4811804" y="345464"/>
                  </a:lnTo>
                  <a:lnTo>
                    <a:pt x="4811912" y="345464"/>
                  </a:lnTo>
                  <a:lnTo>
                    <a:pt x="4812021" y="345464"/>
                  </a:lnTo>
                  <a:lnTo>
                    <a:pt x="4812021" y="344841"/>
                  </a:lnTo>
                  <a:lnTo>
                    <a:pt x="4812129" y="344841"/>
                  </a:lnTo>
                  <a:lnTo>
                    <a:pt x="4812238" y="344841"/>
                  </a:lnTo>
                  <a:lnTo>
                    <a:pt x="4812238" y="344217"/>
                  </a:lnTo>
                  <a:lnTo>
                    <a:pt x="4812346" y="344217"/>
                  </a:lnTo>
                  <a:lnTo>
                    <a:pt x="4812454" y="344217"/>
                  </a:lnTo>
                  <a:lnTo>
                    <a:pt x="4812563" y="344217"/>
                  </a:lnTo>
                  <a:lnTo>
                    <a:pt x="4812671" y="344217"/>
                  </a:lnTo>
                  <a:lnTo>
                    <a:pt x="4812780" y="344217"/>
                  </a:lnTo>
                  <a:lnTo>
                    <a:pt x="4812888" y="344217"/>
                  </a:lnTo>
                  <a:lnTo>
                    <a:pt x="4812997" y="344217"/>
                  </a:lnTo>
                  <a:lnTo>
                    <a:pt x="4813105" y="344217"/>
                  </a:lnTo>
                  <a:lnTo>
                    <a:pt x="4813214" y="344217"/>
                  </a:lnTo>
                  <a:lnTo>
                    <a:pt x="4813322" y="344217"/>
                  </a:lnTo>
                  <a:lnTo>
                    <a:pt x="4813430" y="344217"/>
                  </a:lnTo>
                  <a:lnTo>
                    <a:pt x="4813539" y="344217"/>
                  </a:lnTo>
                  <a:lnTo>
                    <a:pt x="4813647" y="344217"/>
                  </a:lnTo>
                  <a:lnTo>
                    <a:pt x="4813756" y="344217"/>
                  </a:lnTo>
                  <a:lnTo>
                    <a:pt x="4813864" y="344217"/>
                  </a:lnTo>
                  <a:lnTo>
                    <a:pt x="4813973" y="344217"/>
                  </a:lnTo>
                  <a:lnTo>
                    <a:pt x="4814081" y="344217"/>
                  </a:lnTo>
                  <a:lnTo>
                    <a:pt x="4814190" y="344217"/>
                  </a:lnTo>
                  <a:lnTo>
                    <a:pt x="4814298" y="344217"/>
                  </a:lnTo>
                  <a:lnTo>
                    <a:pt x="4814406" y="344217"/>
                  </a:lnTo>
                  <a:lnTo>
                    <a:pt x="4814515" y="344217"/>
                  </a:lnTo>
                  <a:lnTo>
                    <a:pt x="4814623" y="344217"/>
                  </a:lnTo>
                  <a:lnTo>
                    <a:pt x="4814732" y="344217"/>
                  </a:lnTo>
                  <a:lnTo>
                    <a:pt x="4814840" y="344217"/>
                  </a:lnTo>
                  <a:lnTo>
                    <a:pt x="4814949" y="344217"/>
                  </a:lnTo>
                  <a:lnTo>
                    <a:pt x="4815057" y="344217"/>
                  </a:lnTo>
                  <a:lnTo>
                    <a:pt x="4815166" y="344217"/>
                  </a:lnTo>
                  <a:lnTo>
                    <a:pt x="4815274" y="344217"/>
                  </a:lnTo>
                  <a:lnTo>
                    <a:pt x="4815382" y="344217"/>
                  </a:lnTo>
                  <a:lnTo>
                    <a:pt x="4815491" y="344217"/>
                  </a:lnTo>
                  <a:lnTo>
                    <a:pt x="4815599" y="344217"/>
                  </a:lnTo>
                  <a:lnTo>
                    <a:pt x="4815599" y="343593"/>
                  </a:lnTo>
                  <a:lnTo>
                    <a:pt x="4815708" y="343593"/>
                  </a:lnTo>
                  <a:lnTo>
                    <a:pt x="4815816" y="343593"/>
                  </a:lnTo>
                  <a:lnTo>
                    <a:pt x="4815925" y="343593"/>
                  </a:lnTo>
                  <a:lnTo>
                    <a:pt x="4816033" y="343593"/>
                  </a:lnTo>
                  <a:lnTo>
                    <a:pt x="4816142" y="343593"/>
                  </a:lnTo>
                  <a:lnTo>
                    <a:pt x="4816250" y="343593"/>
                  </a:lnTo>
                  <a:lnTo>
                    <a:pt x="4816359" y="343593"/>
                  </a:lnTo>
                  <a:lnTo>
                    <a:pt x="4816467" y="343593"/>
                  </a:lnTo>
                  <a:lnTo>
                    <a:pt x="4816575" y="343593"/>
                  </a:lnTo>
                  <a:lnTo>
                    <a:pt x="4816684" y="343593"/>
                  </a:lnTo>
                  <a:lnTo>
                    <a:pt x="4816792" y="343593"/>
                  </a:lnTo>
                  <a:lnTo>
                    <a:pt x="4816901" y="343593"/>
                  </a:lnTo>
                  <a:lnTo>
                    <a:pt x="4817009" y="343593"/>
                  </a:lnTo>
                  <a:lnTo>
                    <a:pt x="4817118" y="343593"/>
                  </a:lnTo>
                  <a:lnTo>
                    <a:pt x="4817226" y="343593"/>
                  </a:lnTo>
                  <a:lnTo>
                    <a:pt x="4817226" y="342970"/>
                  </a:lnTo>
                  <a:lnTo>
                    <a:pt x="4817335" y="342970"/>
                  </a:lnTo>
                  <a:lnTo>
                    <a:pt x="4817443" y="342970"/>
                  </a:lnTo>
                  <a:lnTo>
                    <a:pt x="4817551" y="342970"/>
                  </a:lnTo>
                  <a:lnTo>
                    <a:pt x="4817660" y="342970"/>
                  </a:lnTo>
                  <a:lnTo>
                    <a:pt x="4817768" y="342970"/>
                  </a:lnTo>
                  <a:lnTo>
                    <a:pt x="4817877" y="342970"/>
                  </a:lnTo>
                  <a:lnTo>
                    <a:pt x="4817985" y="342970"/>
                  </a:lnTo>
                  <a:lnTo>
                    <a:pt x="4818094" y="342970"/>
                  </a:lnTo>
                  <a:lnTo>
                    <a:pt x="4818202" y="342970"/>
                  </a:lnTo>
                  <a:lnTo>
                    <a:pt x="4818311" y="342970"/>
                  </a:lnTo>
                  <a:lnTo>
                    <a:pt x="4818419" y="342970"/>
                  </a:lnTo>
                  <a:lnTo>
                    <a:pt x="4818527" y="342970"/>
                  </a:lnTo>
                  <a:lnTo>
                    <a:pt x="4818636" y="342970"/>
                  </a:lnTo>
                  <a:lnTo>
                    <a:pt x="4818744" y="342970"/>
                  </a:lnTo>
                  <a:lnTo>
                    <a:pt x="4818853" y="342970"/>
                  </a:lnTo>
                  <a:lnTo>
                    <a:pt x="4818961" y="342970"/>
                  </a:lnTo>
                  <a:lnTo>
                    <a:pt x="4819070" y="342970"/>
                  </a:lnTo>
                  <a:lnTo>
                    <a:pt x="4819178" y="342970"/>
                  </a:lnTo>
                  <a:lnTo>
                    <a:pt x="4819287" y="342970"/>
                  </a:lnTo>
                  <a:lnTo>
                    <a:pt x="4819395" y="342970"/>
                  </a:lnTo>
                  <a:lnTo>
                    <a:pt x="4819503" y="342970"/>
                  </a:lnTo>
                  <a:lnTo>
                    <a:pt x="4819612" y="342970"/>
                  </a:lnTo>
                  <a:lnTo>
                    <a:pt x="4819720" y="342970"/>
                  </a:lnTo>
                  <a:lnTo>
                    <a:pt x="4819829" y="342970"/>
                  </a:lnTo>
                  <a:lnTo>
                    <a:pt x="4819937" y="342970"/>
                  </a:lnTo>
                  <a:lnTo>
                    <a:pt x="4819937" y="342346"/>
                  </a:lnTo>
                  <a:lnTo>
                    <a:pt x="4820046" y="342346"/>
                  </a:lnTo>
                  <a:lnTo>
                    <a:pt x="4820154" y="342346"/>
                  </a:lnTo>
                  <a:lnTo>
                    <a:pt x="4820263" y="342346"/>
                  </a:lnTo>
                  <a:lnTo>
                    <a:pt x="4820371" y="342346"/>
                  </a:lnTo>
                  <a:lnTo>
                    <a:pt x="4820479" y="342346"/>
                  </a:lnTo>
                  <a:lnTo>
                    <a:pt x="4820479" y="341723"/>
                  </a:lnTo>
                  <a:lnTo>
                    <a:pt x="4820588" y="341723"/>
                  </a:lnTo>
                  <a:lnTo>
                    <a:pt x="4820696" y="341723"/>
                  </a:lnTo>
                  <a:lnTo>
                    <a:pt x="4820805" y="341723"/>
                  </a:lnTo>
                  <a:lnTo>
                    <a:pt x="4820805" y="341099"/>
                  </a:lnTo>
                  <a:lnTo>
                    <a:pt x="4820913" y="341099"/>
                  </a:lnTo>
                  <a:lnTo>
                    <a:pt x="4821022" y="341099"/>
                  </a:lnTo>
                  <a:lnTo>
                    <a:pt x="4821130" y="341099"/>
                  </a:lnTo>
                  <a:lnTo>
                    <a:pt x="4821239" y="341099"/>
                  </a:lnTo>
                  <a:lnTo>
                    <a:pt x="4821347" y="341099"/>
                  </a:lnTo>
                  <a:lnTo>
                    <a:pt x="4821456" y="341099"/>
                  </a:lnTo>
                  <a:lnTo>
                    <a:pt x="4821564" y="341099"/>
                  </a:lnTo>
                  <a:lnTo>
                    <a:pt x="4821672" y="341099"/>
                  </a:lnTo>
                  <a:lnTo>
                    <a:pt x="4821781" y="341099"/>
                  </a:lnTo>
                  <a:lnTo>
                    <a:pt x="4821889" y="341099"/>
                  </a:lnTo>
                  <a:lnTo>
                    <a:pt x="4821998" y="341099"/>
                  </a:lnTo>
                  <a:lnTo>
                    <a:pt x="4822106" y="341099"/>
                  </a:lnTo>
                  <a:lnTo>
                    <a:pt x="4822215" y="341099"/>
                  </a:lnTo>
                  <a:lnTo>
                    <a:pt x="4822323" y="341099"/>
                  </a:lnTo>
                  <a:lnTo>
                    <a:pt x="4822432" y="341099"/>
                  </a:lnTo>
                  <a:lnTo>
                    <a:pt x="4822540" y="341099"/>
                  </a:lnTo>
                  <a:lnTo>
                    <a:pt x="4822648" y="341099"/>
                  </a:lnTo>
                  <a:lnTo>
                    <a:pt x="4822757" y="341099"/>
                  </a:lnTo>
                  <a:lnTo>
                    <a:pt x="4822865" y="341099"/>
                  </a:lnTo>
                  <a:lnTo>
                    <a:pt x="4822974" y="341099"/>
                  </a:lnTo>
                  <a:lnTo>
                    <a:pt x="4823082" y="341099"/>
                  </a:lnTo>
                  <a:lnTo>
                    <a:pt x="4823191" y="341099"/>
                  </a:lnTo>
                  <a:lnTo>
                    <a:pt x="4823299" y="341099"/>
                  </a:lnTo>
                  <a:lnTo>
                    <a:pt x="4823408" y="341099"/>
                  </a:lnTo>
                  <a:lnTo>
                    <a:pt x="4823516" y="341099"/>
                  </a:lnTo>
                  <a:lnTo>
                    <a:pt x="4823624" y="341099"/>
                  </a:lnTo>
                  <a:lnTo>
                    <a:pt x="4823733" y="341099"/>
                  </a:lnTo>
                  <a:lnTo>
                    <a:pt x="4823841" y="341099"/>
                  </a:lnTo>
                  <a:lnTo>
                    <a:pt x="4823950" y="341099"/>
                  </a:lnTo>
                  <a:lnTo>
                    <a:pt x="4824058" y="341099"/>
                  </a:lnTo>
                  <a:lnTo>
                    <a:pt x="4824167" y="341099"/>
                  </a:lnTo>
                  <a:lnTo>
                    <a:pt x="4824275" y="341099"/>
                  </a:lnTo>
                  <a:lnTo>
                    <a:pt x="4824384" y="341099"/>
                  </a:lnTo>
                  <a:lnTo>
                    <a:pt x="4824384" y="340475"/>
                  </a:lnTo>
                  <a:lnTo>
                    <a:pt x="4824492" y="340475"/>
                  </a:lnTo>
                  <a:lnTo>
                    <a:pt x="4824600" y="340475"/>
                  </a:lnTo>
                  <a:lnTo>
                    <a:pt x="4824709" y="340475"/>
                  </a:lnTo>
                  <a:lnTo>
                    <a:pt x="4824817" y="340475"/>
                  </a:lnTo>
                  <a:lnTo>
                    <a:pt x="4824926" y="340475"/>
                  </a:lnTo>
                  <a:lnTo>
                    <a:pt x="4825034" y="340475"/>
                  </a:lnTo>
                  <a:lnTo>
                    <a:pt x="4825143" y="340475"/>
                  </a:lnTo>
                  <a:lnTo>
                    <a:pt x="4825251" y="340475"/>
                  </a:lnTo>
                  <a:lnTo>
                    <a:pt x="4825360" y="340475"/>
                  </a:lnTo>
                  <a:lnTo>
                    <a:pt x="4825468" y="340475"/>
                  </a:lnTo>
                  <a:lnTo>
                    <a:pt x="4825577" y="340475"/>
                  </a:lnTo>
                  <a:lnTo>
                    <a:pt x="4825685" y="340475"/>
                  </a:lnTo>
                  <a:lnTo>
                    <a:pt x="4825793" y="340475"/>
                  </a:lnTo>
                  <a:lnTo>
                    <a:pt x="4825902" y="340475"/>
                  </a:lnTo>
                  <a:lnTo>
                    <a:pt x="4826010" y="340475"/>
                  </a:lnTo>
                  <a:lnTo>
                    <a:pt x="4826119" y="340475"/>
                  </a:lnTo>
                  <a:lnTo>
                    <a:pt x="4826227" y="340475"/>
                  </a:lnTo>
                  <a:lnTo>
                    <a:pt x="4826336" y="340475"/>
                  </a:lnTo>
                  <a:lnTo>
                    <a:pt x="4826444" y="340475"/>
                  </a:lnTo>
                  <a:lnTo>
                    <a:pt x="4826553" y="340475"/>
                  </a:lnTo>
                  <a:lnTo>
                    <a:pt x="4826661" y="340475"/>
                  </a:lnTo>
                  <a:lnTo>
                    <a:pt x="4826769" y="340475"/>
                  </a:lnTo>
                  <a:lnTo>
                    <a:pt x="4826878" y="340475"/>
                  </a:lnTo>
                  <a:lnTo>
                    <a:pt x="4826986" y="340475"/>
                  </a:lnTo>
                  <a:lnTo>
                    <a:pt x="4827095" y="340475"/>
                  </a:lnTo>
                  <a:lnTo>
                    <a:pt x="4827203" y="340475"/>
                  </a:lnTo>
                  <a:lnTo>
                    <a:pt x="4827312" y="340475"/>
                  </a:lnTo>
                  <a:lnTo>
                    <a:pt x="4827420" y="340475"/>
                  </a:lnTo>
                  <a:lnTo>
                    <a:pt x="4827420" y="339852"/>
                  </a:lnTo>
                  <a:lnTo>
                    <a:pt x="4827529" y="339852"/>
                  </a:lnTo>
                  <a:lnTo>
                    <a:pt x="4827637" y="339852"/>
                  </a:lnTo>
                  <a:lnTo>
                    <a:pt x="4827745" y="339852"/>
                  </a:lnTo>
                  <a:lnTo>
                    <a:pt x="4827854" y="339852"/>
                  </a:lnTo>
                  <a:lnTo>
                    <a:pt x="4827962" y="339852"/>
                  </a:lnTo>
                  <a:lnTo>
                    <a:pt x="4828071" y="339852"/>
                  </a:lnTo>
                  <a:lnTo>
                    <a:pt x="4828071" y="339228"/>
                  </a:lnTo>
                  <a:lnTo>
                    <a:pt x="4828179" y="339228"/>
                  </a:lnTo>
                  <a:lnTo>
                    <a:pt x="4828288" y="339228"/>
                  </a:lnTo>
                  <a:lnTo>
                    <a:pt x="4828396" y="339228"/>
                  </a:lnTo>
                  <a:lnTo>
                    <a:pt x="4828505" y="339228"/>
                  </a:lnTo>
                  <a:lnTo>
                    <a:pt x="4828613" y="339228"/>
                  </a:lnTo>
                  <a:lnTo>
                    <a:pt x="4828721" y="339228"/>
                  </a:lnTo>
                  <a:lnTo>
                    <a:pt x="4828830" y="339228"/>
                  </a:lnTo>
                  <a:lnTo>
                    <a:pt x="4828938" y="339228"/>
                  </a:lnTo>
                  <a:lnTo>
                    <a:pt x="4829047" y="339228"/>
                  </a:lnTo>
                  <a:lnTo>
                    <a:pt x="4829155" y="339228"/>
                  </a:lnTo>
                  <a:lnTo>
                    <a:pt x="4829264" y="339228"/>
                  </a:lnTo>
                  <a:lnTo>
                    <a:pt x="4829372" y="339228"/>
                  </a:lnTo>
                  <a:lnTo>
                    <a:pt x="4829481" y="339228"/>
                  </a:lnTo>
                  <a:lnTo>
                    <a:pt x="4829589" y="339228"/>
                  </a:lnTo>
                  <a:lnTo>
                    <a:pt x="4829698" y="339228"/>
                  </a:lnTo>
                  <a:lnTo>
                    <a:pt x="4829806" y="339228"/>
                  </a:lnTo>
                  <a:lnTo>
                    <a:pt x="4829914" y="339228"/>
                  </a:lnTo>
                  <a:lnTo>
                    <a:pt x="4830023" y="339228"/>
                  </a:lnTo>
                  <a:lnTo>
                    <a:pt x="4830131" y="339228"/>
                  </a:lnTo>
                  <a:lnTo>
                    <a:pt x="4830240" y="339228"/>
                  </a:lnTo>
                  <a:lnTo>
                    <a:pt x="4830348" y="339228"/>
                  </a:lnTo>
                  <a:lnTo>
                    <a:pt x="4830457" y="339228"/>
                  </a:lnTo>
                  <a:lnTo>
                    <a:pt x="4830565" y="339228"/>
                  </a:lnTo>
                  <a:lnTo>
                    <a:pt x="4830674" y="339228"/>
                  </a:lnTo>
                  <a:lnTo>
                    <a:pt x="4830782" y="339228"/>
                  </a:lnTo>
                  <a:lnTo>
                    <a:pt x="4830890" y="339228"/>
                  </a:lnTo>
                  <a:lnTo>
                    <a:pt x="4830890" y="338605"/>
                  </a:lnTo>
                  <a:lnTo>
                    <a:pt x="4830999" y="338605"/>
                  </a:lnTo>
                  <a:lnTo>
                    <a:pt x="4831107" y="338605"/>
                  </a:lnTo>
                  <a:lnTo>
                    <a:pt x="4831216" y="338605"/>
                  </a:lnTo>
                  <a:lnTo>
                    <a:pt x="4831324" y="338605"/>
                  </a:lnTo>
                  <a:lnTo>
                    <a:pt x="4831433" y="338605"/>
                  </a:lnTo>
                  <a:lnTo>
                    <a:pt x="4831541" y="338605"/>
                  </a:lnTo>
                  <a:lnTo>
                    <a:pt x="4831650" y="338605"/>
                  </a:lnTo>
                  <a:lnTo>
                    <a:pt x="4831758" y="338605"/>
                  </a:lnTo>
                  <a:lnTo>
                    <a:pt x="4831866" y="338605"/>
                  </a:lnTo>
                  <a:lnTo>
                    <a:pt x="4831975" y="338605"/>
                  </a:lnTo>
                  <a:lnTo>
                    <a:pt x="4832083" y="338605"/>
                  </a:lnTo>
                  <a:lnTo>
                    <a:pt x="4832083" y="337981"/>
                  </a:lnTo>
                  <a:lnTo>
                    <a:pt x="4832192" y="337981"/>
                  </a:lnTo>
                  <a:lnTo>
                    <a:pt x="4832300" y="337981"/>
                  </a:lnTo>
                  <a:lnTo>
                    <a:pt x="4832300" y="337358"/>
                  </a:lnTo>
                  <a:lnTo>
                    <a:pt x="4832300" y="336734"/>
                  </a:lnTo>
                  <a:lnTo>
                    <a:pt x="4832409" y="336734"/>
                  </a:lnTo>
                  <a:lnTo>
                    <a:pt x="4832517" y="336734"/>
                  </a:lnTo>
                  <a:lnTo>
                    <a:pt x="4832626" y="336734"/>
                  </a:lnTo>
                  <a:lnTo>
                    <a:pt x="4832734" y="336734"/>
                  </a:lnTo>
                  <a:lnTo>
                    <a:pt x="4832842" y="336734"/>
                  </a:lnTo>
                  <a:lnTo>
                    <a:pt x="4832951" y="336734"/>
                  </a:lnTo>
                  <a:lnTo>
                    <a:pt x="4833059" y="336734"/>
                  </a:lnTo>
                  <a:lnTo>
                    <a:pt x="4833168" y="336734"/>
                  </a:lnTo>
                  <a:lnTo>
                    <a:pt x="4833276" y="336734"/>
                  </a:lnTo>
                  <a:lnTo>
                    <a:pt x="4833385" y="336734"/>
                  </a:lnTo>
                  <a:lnTo>
                    <a:pt x="4833493" y="336734"/>
                  </a:lnTo>
                  <a:lnTo>
                    <a:pt x="4833602" y="336734"/>
                  </a:lnTo>
                  <a:lnTo>
                    <a:pt x="4833710" y="336734"/>
                  </a:lnTo>
                  <a:lnTo>
                    <a:pt x="4833819" y="336734"/>
                  </a:lnTo>
                  <a:lnTo>
                    <a:pt x="4833927" y="336734"/>
                  </a:lnTo>
                  <a:lnTo>
                    <a:pt x="4834035" y="336734"/>
                  </a:lnTo>
                  <a:lnTo>
                    <a:pt x="4834144" y="336734"/>
                  </a:lnTo>
                  <a:lnTo>
                    <a:pt x="4834252" y="336734"/>
                  </a:lnTo>
                  <a:lnTo>
                    <a:pt x="4834361" y="336734"/>
                  </a:lnTo>
                  <a:lnTo>
                    <a:pt x="4834469" y="336734"/>
                  </a:lnTo>
                  <a:lnTo>
                    <a:pt x="4834578" y="336734"/>
                  </a:lnTo>
                  <a:lnTo>
                    <a:pt x="4834686" y="336734"/>
                  </a:lnTo>
                  <a:lnTo>
                    <a:pt x="4834795" y="336734"/>
                  </a:lnTo>
                  <a:lnTo>
                    <a:pt x="4834903" y="336734"/>
                  </a:lnTo>
                  <a:lnTo>
                    <a:pt x="4835011" y="336734"/>
                  </a:lnTo>
                  <a:lnTo>
                    <a:pt x="4835120" y="336734"/>
                  </a:lnTo>
                  <a:lnTo>
                    <a:pt x="4835120" y="336110"/>
                  </a:lnTo>
                  <a:lnTo>
                    <a:pt x="4835228" y="336110"/>
                  </a:lnTo>
                  <a:lnTo>
                    <a:pt x="4835337" y="336110"/>
                  </a:lnTo>
                  <a:lnTo>
                    <a:pt x="4835445" y="336110"/>
                  </a:lnTo>
                  <a:lnTo>
                    <a:pt x="4835554" y="336110"/>
                  </a:lnTo>
                  <a:lnTo>
                    <a:pt x="4835662" y="336110"/>
                  </a:lnTo>
                  <a:lnTo>
                    <a:pt x="4835771" y="336110"/>
                  </a:lnTo>
                  <a:lnTo>
                    <a:pt x="4835879" y="336110"/>
                  </a:lnTo>
                  <a:lnTo>
                    <a:pt x="4835987" y="336110"/>
                  </a:lnTo>
                  <a:lnTo>
                    <a:pt x="4836096" y="336110"/>
                  </a:lnTo>
                  <a:lnTo>
                    <a:pt x="4836204" y="336110"/>
                  </a:lnTo>
                  <a:lnTo>
                    <a:pt x="4836313" y="336110"/>
                  </a:lnTo>
                  <a:lnTo>
                    <a:pt x="4836421" y="336110"/>
                  </a:lnTo>
                  <a:lnTo>
                    <a:pt x="4836530" y="336110"/>
                  </a:lnTo>
                  <a:lnTo>
                    <a:pt x="4836638" y="336110"/>
                  </a:lnTo>
                  <a:lnTo>
                    <a:pt x="4836747" y="336110"/>
                  </a:lnTo>
                  <a:lnTo>
                    <a:pt x="4836855" y="336110"/>
                  </a:lnTo>
                  <a:lnTo>
                    <a:pt x="4836855" y="335487"/>
                  </a:lnTo>
                  <a:lnTo>
                    <a:pt x="4836963" y="335487"/>
                  </a:lnTo>
                  <a:lnTo>
                    <a:pt x="4837072" y="335487"/>
                  </a:lnTo>
                  <a:lnTo>
                    <a:pt x="4837180" y="335487"/>
                  </a:lnTo>
                  <a:lnTo>
                    <a:pt x="4837289" y="335487"/>
                  </a:lnTo>
                  <a:lnTo>
                    <a:pt x="4837397" y="335487"/>
                  </a:lnTo>
                  <a:lnTo>
                    <a:pt x="4837506" y="335487"/>
                  </a:lnTo>
                  <a:lnTo>
                    <a:pt x="4837614" y="335487"/>
                  </a:lnTo>
                  <a:lnTo>
                    <a:pt x="4837723" y="335487"/>
                  </a:lnTo>
                  <a:lnTo>
                    <a:pt x="4837831" y="335487"/>
                  </a:lnTo>
                  <a:lnTo>
                    <a:pt x="4837940" y="335487"/>
                  </a:lnTo>
                  <a:lnTo>
                    <a:pt x="4838048" y="335487"/>
                  </a:lnTo>
                  <a:lnTo>
                    <a:pt x="4838156" y="335487"/>
                  </a:lnTo>
                  <a:lnTo>
                    <a:pt x="4838265" y="335487"/>
                  </a:lnTo>
                  <a:lnTo>
                    <a:pt x="4838373" y="335487"/>
                  </a:lnTo>
                  <a:lnTo>
                    <a:pt x="4838482" y="335487"/>
                  </a:lnTo>
                  <a:lnTo>
                    <a:pt x="4838590" y="335487"/>
                  </a:lnTo>
                  <a:lnTo>
                    <a:pt x="4838699" y="335487"/>
                  </a:lnTo>
                  <a:lnTo>
                    <a:pt x="4838807" y="335487"/>
                  </a:lnTo>
                  <a:lnTo>
                    <a:pt x="4838916" y="335487"/>
                  </a:lnTo>
                  <a:lnTo>
                    <a:pt x="4839024" y="335487"/>
                  </a:lnTo>
                  <a:lnTo>
                    <a:pt x="4839132" y="335487"/>
                  </a:lnTo>
                  <a:lnTo>
                    <a:pt x="4839241" y="335487"/>
                  </a:lnTo>
                  <a:lnTo>
                    <a:pt x="4839349" y="335487"/>
                  </a:lnTo>
                  <a:lnTo>
                    <a:pt x="4839458" y="335487"/>
                  </a:lnTo>
                  <a:lnTo>
                    <a:pt x="4839566" y="335487"/>
                  </a:lnTo>
                  <a:lnTo>
                    <a:pt x="4839675" y="335487"/>
                  </a:lnTo>
                  <a:lnTo>
                    <a:pt x="4839783" y="335487"/>
                  </a:lnTo>
                  <a:lnTo>
                    <a:pt x="4839892" y="335487"/>
                  </a:lnTo>
                  <a:lnTo>
                    <a:pt x="4840000" y="335487"/>
                  </a:lnTo>
                  <a:lnTo>
                    <a:pt x="4840108" y="335487"/>
                  </a:lnTo>
                  <a:lnTo>
                    <a:pt x="4840217" y="335487"/>
                  </a:lnTo>
                  <a:lnTo>
                    <a:pt x="4840325" y="335487"/>
                  </a:lnTo>
                  <a:lnTo>
                    <a:pt x="4840434" y="335487"/>
                  </a:lnTo>
                  <a:lnTo>
                    <a:pt x="4840542" y="335487"/>
                  </a:lnTo>
                  <a:lnTo>
                    <a:pt x="4840651" y="335487"/>
                  </a:lnTo>
                  <a:lnTo>
                    <a:pt x="4840759" y="335487"/>
                  </a:lnTo>
                  <a:lnTo>
                    <a:pt x="4840868" y="335487"/>
                  </a:lnTo>
                  <a:lnTo>
                    <a:pt x="4840976" y="335487"/>
                  </a:lnTo>
                  <a:lnTo>
                    <a:pt x="4841084" y="335487"/>
                  </a:lnTo>
                  <a:lnTo>
                    <a:pt x="4841193" y="335487"/>
                  </a:lnTo>
                  <a:lnTo>
                    <a:pt x="4841193" y="334863"/>
                  </a:lnTo>
                  <a:lnTo>
                    <a:pt x="4841301" y="334863"/>
                  </a:lnTo>
                  <a:lnTo>
                    <a:pt x="4841410" y="334863"/>
                  </a:lnTo>
                  <a:lnTo>
                    <a:pt x="4841518" y="334863"/>
                  </a:lnTo>
                  <a:lnTo>
                    <a:pt x="4841627" y="334863"/>
                  </a:lnTo>
                  <a:lnTo>
                    <a:pt x="4841735" y="334863"/>
                  </a:lnTo>
                  <a:lnTo>
                    <a:pt x="4841844" y="334863"/>
                  </a:lnTo>
                  <a:lnTo>
                    <a:pt x="4841952" y="334863"/>
                  </a:lnTo>
                  <a:lnTo>
                    <a:pt x="4842061" y="334863"/>
                  </a:lnTo>
                  <a:lnTo>
                    <a:pt x="4842169" y="334863"/>
                  </a:lnTo>
                  <a:lnTo>
                    <a:pt x="4842277" y="334863"/>
                  </a:lnTo>
                  <a:lnTo>
                    <a:pt x="4842386" y="334863"/>
                  </a:lnTo>
                  <a:lnTo>
                    <a:pt x="4842494" y="334863"/>
                  </a:lnTo>
                  <a:lnTo>
                    <a:pt x="4842603" y="334863"/>
                  </a:lnTo>
                  <a:lnTo>
                    <a:pt x="4842603" y="334240"/>
                  </a:lnTo>
                  <a:lnTo>
                    <a:pt x="4842711" y="334240"/>
                  </a:lnTo>
                  <a:lnTo>
                    <a:pt x="4842820" y="334240"/>
                  </a:lnTo>
                  <a:lnTo>
                    <a:pt x="4842928" y="334240"/>
                  </a:lnTo>
                  <a:lnTo>
                    <a:pt x="4843037" y="334240"/>
                  </a:lnTo>
                  <a:lnTo>
                    <a:pt x="4843145" y="334240"/>
                  </a:lnTo>
                  <a:lnTo>
                    <a:pt x="4843253" y="334240"/>
                  </a:lnTo>
                  <a:lnTo>
                    <a:pt x="4843362" y="334240"/>
                  </a:lnTo>
                  <a:lnTo>
                    <a:pt x="4843470" y="334240"/>
                  </a:lnTo>
                  <a:lnTo>
                    <a:pt x="4843579" y="334240"/>
                  </a:lnTo>
                  <a:lnTo>
                    <a:pt x="4843687" y="334240"/>
                  </a:lnTo>
                  <a:lnTo>
                    <a:pt x="4843796" y="334240"/>
                  </a:lnTo>
                  <a:lnTo>
                    <a:pt x="4843796" y="333616"/>
                  </a:lnTo>
                  <a:lnTo>
                    <a:pt x="4843904" y="333616"/>
                  </a:lnTo>
                  <a:lnTo>
                    <a:pt x="4844013" y="333616"/>
                  </a:lnTo>
                  <a:lnTo>
                    <a:pt x="4844121" y="333616"/>
                  </a:lnTo>
                  <a:lnTo>
                    <a:pt x="4844229" y="333616"/>
                  </a:lnTo>
                  <a:lnTo>
                    <a:pt x="4844338" y="333616"/>
                  </a:lnTo>
                  <a:lnTo>
                    <a:pt x="4844446" y="333616"/>
                  </a:lnTo>
                  <a:lnTo>
                    <a:pt x="4844555" y="333616"/>
                  </a:lnTo>
                  <a:lnTo>
                    <a:pt x="4844663" y="333616"/>
                  </a:lnTo>
                  <a:lnTo>
                    <a:pt x="4844772" y="333616"/>
                  </a:lnTo>
                  <a:lnTo>
                    <a:pt x="4844880" y="333616"/>
                  </a:lnTo>
                  <a:lnTo>
                    <a:pt x="4844989" y="333616"/>
                  </a:lnTo>
                  <a:lnTo>
                    <a:pt x="4845097" y="333616"/>
                  </a:lnTo>
                  <a:lnTo>
                    <a:pt x="4845205" y="333616"/>
                  </a:lnTo>
                  <a:lnTo>
                    <a:pt x="4845314" y="333616"/>
                  </a:lnTo>
                  <a:lnTo>
                    <a:pt x="4845422" y="333616"/>
                  </a:lnTo>
                  <a:lnTo>
                    <a:pt x="4845531" y="333616"/>
                  </a:lnTo>
                  <a:lnTo>
                    <a:pt x="4845531" y="332992"/>
                  </a:lnTo>
                  <a:lnTo>
                    <a:pt x="4845639" y="332992"/>
                  </a:lnTo>
                  <a:lnTo>
                    <a:pt x="4845748" y="332992"/>
                  </a:lnTo>
                  <a:lnTo>
                    <a:pt x="4845856" y="332992"/>
                  </a:lnTo>
                  <a:lnTo>
                    <a:pt x="4845965" y="332992"/>
                  </a:lnTo>
                  <a:lnTo>
                    <a:pt x="4846073" y="332992"/>
                  </a:lnTo>
                  <a:lnTo>
                    <a:pt x="4846181" y="332992"/>
                  </a:lnTo>
                  <a:lnTo>
                    <a:pt x="4846290" y="332992"/>
                  </a:lnTo>
                  <a:lnTo>
                    <a:pt x="4846398" y="332992"/>
                  </a:lnTo>
                  <a:lnTo>
                    <a:pt x="4846507" y="332992"/>
                  </a:lnTo>
                  <a:lnTo>
                    <a:pt x="4846615" y="332992"/>
                  </a:lnTo>
                  <a:lnTo>
                    <a:pt x="4846724" y="332992"/>
                  </a:lnTo>
                  <a:lnTo>
                    <a:pt x="4846832" y="332992"/>
                  </a:lnTo>
                  <a:lnTo>
                    <a:pt x="4846941" y="332992"/>
                  </a:lnTo>
                  <a:lnTo>
                    <a:pt x="4846941" y="332369"/>
                  </a:lnTo>
                  <a:lnTo>
                    <a:pt x="4847049" y="332369"/>
                  </a:lnTo>
                  <a:lnTo>
                    <a:pt x="4847158" y="332369"/>
                  </a:lnTo>
                  <a:lnTo>
                    <a:pt x="4847158" y="331745"/>
                  </a:lnTo>
                  <a:lnTo>
                    <a:pt x="4847266" y="331745"/>
                  </a:lnTo>
                  <a:lnTo>
                    <a:pt x="4847374" y="331745"/>
                  </a:lnTo>
                  <a:lnTo>
                    <a:pt x="4847483" y="331745"/>
                  </a:lnTo>
                  <a:lnTo>
                    <a:pt x="4847591" y="331745"/>
                  </a:lnTo>
                  <a:lnTo>
                    <a:pt x="4847700" y="331745"/>
                  </a:lnTo>
                  <a:lnTo>
                    <a:pt x="4847700" y="331122"/>
                  </a:lnTo>
                  <a:lnTo>
                    <a:pt x="4847808" y="331122"/>
                  </a:lnTo>
                  <a:lnTo>
                    <a:pt x="4847917" y="331122"/>
                  </a:lnTo>
                  <a:lnTo>
                    <a:pt x="4848025" y="331122"/>
                  </a:lnTo>
                  <a:lnTo>
                    <a:pt x="4848134" y="331122"/>
                  </a:lnTo>
                  <a:lnTo>
                    <a:pt x="4848242" y="331122"/>
                  </a:lnTo>
                  <a:lnTo>
                    <a:pt x="4848350" y="331122"/>
                  </a:lnTo>
                  <a:lnTo>
                    <a:pt x="4848459" y="331122"/>
                  </a:lnTo>
                  <a:lnTo>
                    <a:pt x="4848567" y="331122"/>
                  </a:lnTo>
                  <a:lnTo>
                    <a:pt x="4848676" y="331122"/>
                  </a:lnTo>
                  <a:lnTo>
                    <a:pt x="4848784" y="331122"/>
                  </a:lnTo>
                  <a:lnTo>
                    <a:pt x="4848893" y="331122"/>
                  </a:lnTo>
                  <a:lnTo>
                    <a:pt x="4849001" y="331122"/>
                  </a:lnTo>
                  <a:lnTo>
                    <a:pt x="4849110" y="331122"/>
                  </a:lnTo>
                  <a:lnTo>
                    <a:pt x="4849218" y="331122"/>
                  </a:lnTo>
                  <a:lnTo>
                    <a:pt x="4849326" y="331122"/>
                  </a:lnTo>
                  <a:lnTo>
                    <a:pt x="4849435" y="331122"/>
                  </a:lnTo>
                  <a:lnTo>
                    <a:pt x="4849543" y="331122"/>
                  </a:lnTo>
                  <a:lnTo>
                    <a:pt x="4849652" y="331122"/>
                  </a:lnTo>
                  <a:lnTo>
                    <a:pt x="4849760" y="331122"/>
                  </a:lnTo>
                  <a:lnTo>
                    <a:pt x="4849869" y="331122"/>
                  </a:lnTo>
                  <a:lnTo>
                    <a:pt x="4849977" y="331122"/>
                  </a:lnTo>
                  <a:lnTo>
                    <a:pt x="4850086" y="331122"/>
                  </a:lnTo>
                  <a:lnTo>
                    <a:pt x="4850194" y="331122"/>
                  </a:lnTo>
                  <a:lnTo>
                    <a:pt x="4850302" y="331122"/>
                  </a:lnTo>
                  <a:lnTo>
                    <a:pt x="4850411" y="331122"/>
                  </a:lnTo>
                  <a:lnTo>
                    <a:pt x="4850519" y="331122"/>
                  </a:lnTo>
                  <a:lnTo>
                    <a:pt x="4850628" y="331122"/>
                  </a:lnTo>
                  <a:lnTo>
                    <a:pt x="4850736" y="331122"/>
                  </a:lnTo>
                  <a:lnTo>
                    <a:pt x="4850845" y="331122"/>
                  </a:lnTo>
                  <a:lnTo>
                    <a:pt x="4850953" y="331122"/>
                  </a:lnTo>
                  <a:lnTo>
                    <a:pt x="4851062" y="331122"/>
                  </a:lnTo>
                  <a:lnTo>
                    <a:pt x="4851170" y="331122"/>
                  </a:lnTo>
                  <a:lnTo>
                    <a:pt x="4851279" y="331122"/>
                  </a:lnTo>
                  <a:lnTo>
                    <a:pt x="4851387" y="331122"/>
                  </a:lnTo>
                  <a:lnTo>
                    <a:pt x="4851495" y="331122"/>
                  </a:lnTo>
                  <a:lnTo>
                    <a:pt x="4851604" y="331122"/>
                  </a:lnTo>
                  <a:lnTo>
                    <a:pt x="4851712" y="331122"/>
                  </a:lnTo>
                  <a:lnTo>
                    <a:pt x="4851821" y="331122"/>
                  </a:lnTo>
                  <a:lnTo>
                    <a:pt x="4851929" y="331122"/>
                  </a:lnTo>
                  <a:lnTo>
                    <a:pt x="4852038" y="331122"/>
                  </a:lnTo>
                  <a:lnTo>
                    <a:pt x="4852146" y="331122"/>
                  </a:lnTo>
                  <a:lnTo>
                    <a:pt x="4852146" y="330498"/>
                  </a:lnTo>
                  <a:lnTo>
                    <a:pt x="4852255" y="330498"/>
                  </a:lnTo>
                  <a:lnTo>
                    <a:pt x="4852363" y="330498"/>
                  </a:lnTo>
                  <a:lnTo>
                    <a:pt x="4852471" y="330498"/>
                  </a:lnTo>
                  <a:lnTo>
                    <a:pt x="4852580" y="330498"/>
                  </a:lnTo>
                  <a:lnTo>
                    <a:pt x="4852688" y="330498"/>
                  </a:lnTo>
                  <a:lnTo>
                    <a:pt x="4852797" y="330498"/>
                  </a:lnTo>
                  <a:lnTo>
                    <a:pt x="4852905" y="330498"/>
                  </a:lnTo>
                  <a:lnTo>
                    <a:pt x="4853014" y="330498"/>
                  </a:lnTo>
                  <a:lnTo>
                    <a:pt x="4853122" y="330498"/>
                  </a:lnTo>
                  <a:lnTo>
                    <a:pt x="4853231" y="330498"/>
                  </a:lnTo>
                  <a:lnTo>
                    <a:pt x="4853339" y="330498"/>
                  </a:lnTo>
                  <a:lnTo>
                    <a:pt x="4853447" y="330498"/>
                  </a:lnTo>
                  <a:lnTo>
                    <a:pt x="4853556" y="330498"/>
                  </a:lnTo>
                  <a:lnTo>
                    <a:pt x="4853664" y="330498"/>
                  </a:lnTo>
                  <a:lnTo>
                    <a:pt x="4853773" y="330498"/>
                  </a:lnTo>
                  <a:lnTo>
                    <a:pt x="4853881" y="330498"/>
                  </a:lnTo>
                  <a:lnTo>
                    <a:pt x="4853990" y="330498"/>
                  </a:lnTo>
                  <a:lnTo>
                    <a:pt x="4854098" y="330498"/>
                  </a:lnTo>
                  <a:lnTo>
                    <a:pt x="4854207" y="330498"/>
                  </a:lnTo>
                  <a:lnTo>
                    <a:pt x="4854315" y="330498"/>
                  </a:lnTo>
                  <a:lnTo>
                    <a:pt x="4854423" y="330498"/>
                  </a:lnTo>
                  <a:lnTo>
                    <a:pt x="4854532" y="330498"/>
                  </a:lnTo>
                  <a:lnTo>
                    <a:pt x="4854640" y="330498"/>
                  </a:lnTo>
                  <a:lnTo>
                    <a:pt x="4854749" y="330498"/>
                  </a:lnTo>
                  <a:lnTo>
                    <a:pt x="4854857" y="330498"/>
                  </a:lnTo>
                  <a:lnTo>
                    <a:pt x="4854966" y="330498"/>
                  </a:lnTo>
                  <a:lnTo>
                    <a:pt x="4855074" y="330498"/>
                  </a:lnTo>
                  <a:lnTo>
                    <a:pt x="4855183" y="330498"/>
                  </a:lnTo>
                  <a:lnTo>
                    <a:pt x="4855291" y="330498"/>
                  </a:lnTo>
                  <a:lnTo>
                    <a:pt x="4855400" y="330498"/>
                  </a:lnTo>
                  <a:lnTo>
                    <a:pt x="4855508" y="330498"/>
                  </a:lnTo>
                  <a:lnTo>
                    <a:pt x="4855616" y="330498"/>
                  </a:lnTo>
                  <a:lnTo>
                    <a:pt x="4855725" y="330498"/>
                  </a:lnTo>
                  <a:lnTo>
                    <a:pt x="4855833" y="330498"/>
                  </a:lnTo>
                  <a:lnTo>
                    <a:pt x="4855942" y="330498"/>
                  </a:lnTo>
                  <a:lnTo>
                    <a:pt x="4856050" y="330498"/>
                  </a:lnTo>
                  <a:lnTo>
                    <a:pt x="4856159" y="330498"/>
                  </a:lnTo>
                  <a:lnTo>
                    <a:pt x="4856267" y="330498"/>
                  </a:lnTo>
                  <a:lnTo>
                    <a:pt x="4856376" y="330498"/>
                  </a:lnTo>
                  <a:lnTo>
                    <a:pt x="4856484" y="330498"/>
                  </a:lnTo>
                  <a:lnTo>
                    <a:pt x="4856592" y="330498"/>
                  </a:lnTo>
                  <a:lnTo>
                    <a:pt x="4856701" y="330498"/>
                  </a:lnTo>
                  <a:lnTo>
                    <a:pt x="4856809" y="330498"/>
                  </a:lnTo>
                  <a:lnTo>
                    <a:pt x="4856918" y="330498"/>
                  </a:lnTo>
                  <a:lnTo>
                    <a:pt x="4857026" y="330498"/>
                  </a:lnTo>
                  <a:lnTo>
                    <a:pt x="4857135" y="330498"/>
                  </a:lnTo>
                  <a:lnTo>
                    <a:pt x="4857243" y="330498"/>
                  </a:lnTo>
                  <a:lnTo>
                    <a:pt x="4857243" y="329875"/>
                  </a:lnTo>
                  <a:lnTo>
                    <a:pt x="4857352" y="329875"/>
                  </a:lnTo>
                  <a:lnTo>
                    <a:pt x="4857460" y="329875"/>
                  </a:lnTo>
                  <a:lnTo>
                    <a:pt x="4857568" y="329875"/>
                  </a:lnTo>
                  <a:lnTo>
                    <a:pt x="4857677" y="329875"/>
                  </a:lnTo>
                  <a:lnTo>
                    <a:pt x="4857785" y="329875"/>
                  </a:lnTo>
                  <a:lnTo>
                    <a:pt x="4857894" y="329875"/>
                  </a:lnTo>
                  <a:lnTo>
                    <a:pt x="4858002" y="329875"/>
                  </a:lnTo>
                  <a:lnTo>
                    <a:pt x="4858111" y="329875"/>
                  </a:lnTo>
                  <a:lnTo>
                    <a:pt x="4858219" y="329875"/>
                  </a:lnTo>
                  <a:lnTo>
                    <a:pt x="4858328" y="329875"/>
                  </a:lnTo>
                  <a:lnTo>
                    <a:pt x="4858436" y="329875"/>
                  </a:lnTo>
                  <a:lnTo>
                    <a:pt x="4858544" y="329875"/>
                  </a:lnTo>
                  <a:lnTo>
                    <a:pt x="4858653" y="329875"/>
                  </a:lnTo>
                  <a:lnTo>
                    <a:pt x="4858761" y="329875"/>
                  </a:lnTo>
                  <a:lnTo>
                    <a:pt x="4858870" y="329875"/>
                  </a:lnTo>
                  <a:lnTo>
                    <a:pt x="4858978" y="329875"/>
                  </a:lnTo>
                  <a:lnTo>
                    <a:pt x="4859087" y="329875"/>
                  </a:lnTo>
                  <a:lnTo>
                    <a:pt x="4859195" y="329875"/>
                  </a:lnTo>
                  <a:lnTo>
                    <a:pt x="4859304" y="329875"/>
                  </a:lnTo>
                  <a:lnTo>
                    <a:pt x="4859412" y="329875"/>
                  </a:lnTo>
                  <a:lnTo>
                    <a:pt x="4859521" y="329875"/>
                  </a:lnTo>
                  <a:lnTo>
                    <a:pt x="4859629" y="329875"/>
                  </a:lnTo>
                  <a:lnTo>
                    <a:pt x="4859737" y="329875"/>
                  </a:lnTo>
                  <a:lnTo>
                    <a:pt x="4859846" y="329875"/>
                  </a:lnTo>
                  <a:lnTo>
                    <a:pt x="4859954" y="329875"/>
                  </a:lnTo>
                  <a:lnTo>
                    <a:pt x="4860063" y="329875"/>
                  </a:lnTo>
                  <a:lnTo>
                    <a:pt x="4860171" y="329875"/>
                  </a:lnTo>
                  <a:lnTo>
                    <a:pt x="4860280" y="329875"/>
                  </a:lnTo>
                  <a:lnTo>
                    <a:pt x="4860388" y="329875"/>
                  </a:lnTo>
                  <a:lnTo>
                    <a:pt x="4860497" y="329875"/>
                  </a:lnTo>
                  <a:lnTo>
                    <a:pt x="4860605" y="329875"/>
                  </a:lnTo>
                  <a:lnTo>
                    <a:pt x="4860713" y="329875"/>
                  </a:lnTo>
                  <a:lnTo>
                    <a:pt x="4860822" y="329875"/>
                  </a:lnTo>
                  <a:lnTo>
                    <a:pt x="4860930" y="329875"/>
                  </a:lnTo>
                  <a:lnTo>
                    <a:pt x="4861039" y="329875"/>
                  </a:lnTo>
                  <a:lnTo>
                    <a:pt x="4861147" y="329875"/>
                  </a:lnTo>
                  <a:lnTo>
                    <a:pt x="4861256" y="329875"/>
                  </a:lnTo>
                  <a:lnTo>
                    <a:pt x="4861364" y="329875"/>
                  </a:lnTo>
                  <a:lnTo>
                    <a:pt x="4861473" y="329875"/>
                  </a:lnTo>
                  <a:lnTo>
                    <a:pt x="4861581" y="329875"/>
                  </a:lnTo>
                  <a:lnTo>
                    <a:pt x="4861689" y="329875"/>
                  </a:lnTo>
                  <a:lnTo>
                    <a:pt x="4861798" y="329875"/>
                  </a:lnTo>
                  <a:lnTo>
                    <a:pt x="4861906" y="329875"/>
                  </a:lnTo>
                  <a:lnTo>
                    <a:pt x="4862015" y="329875"/>
                  </a:lnTo>
                  <a:lnTo>
                    <a:pt x="4862123" y="329875"/>
                  </a:lnTo>
                  <a:lnTo>
                    <a:pt x="4862232" y="329875"/>
                  </a:lnTo>
                  <a:lnTo>
                    <a:pt x="4862340" y="329875"/>
                  </a:lnTo>
                  <a:lnTo>
                    <a:pt x="4862449" y="329875"/>
                  </a:lnTo>
                  <a:lnTo>
                    <a:pt x="4862449" y="329251"/>
                  </a:lnTo>
                  <a:lnTo>
                    <a:pt x="4862557" y="329251"/>
                  </a:lnTo>
                  <a:lnTo>
                    <a:pt x="4862665" y="329251"/>
                  </a:lnTo>
                  <a:lnTo>
                    <a:pt x="4862774" y="329251"/>
                  </a:lnTo>
                  <a:lnTo>
                    <a:pt x="4862882" y="329251"/>
                  </a:lnTo>
                  <a:lnTo>
                    <a:pt x="4862991" y="329251"/>
                  </a:lnTo>
                  <a:lnTo>
                    <a:pt x="4863099" y="329251"/>
                  </a:lnTo>
                  <a:lnTo>
                    <a:pt x="4863208" y="329251"/>
                  </a:lnTo>
                  <a:lnTo>
                    <a:pt x="4863316" y="329251"/>
                  </a:lnTo>
                  <a:lnTo>
                    <a:pt x="4863425" y="329251"/>
                  </a:lnTo>
                  <a:lnTo>
                    <a:pt x="4863425" y="328627"/>
                  </a:lnTo>
                  <a:lnTo>
                    <a:pt x="4863425" y="328004"/>
                  </a:lnTo>
                  <a:lnTo>
                    <a:pt x="4863533" y="328004"/>
                  </a:lnTo>
                  <a:lnTo>
                    <a:pt x="4863642" y="328004"/>
                  </a:lnTo>
                  <a:lnTo>
                    <a:pt x="4863750" y="328004"/>
                  </a:lnTo>
                  <a:lnTo>
                    <a:pt x="4863858" y="328004"/>
                  </a:lnTo>
                  <a:lnTo>
                    <a:pt x="4863967" y="328004"/>
                  </a:lnTo>
                  <a:lnTo>
                    <a:pt x="4864075" y="328004"/>
                  </a:lnTo>
                  <a:lnTo>
                    <a:pt x="4864075" y="327380"/>
                  </a:lnTo>
                  <a:lnTo>
                    <a:pt x="4864184" y="327380"/>
                  </a:lnTo>
                  <a:lnTo>
                    <a:pt x="4864292" y="327380"/>
                  </a:lnTo>
                  <a:lnTo>
                    <a:pt x="4864401" y="327380"/>
                  </a:lnTo>
                  <a:lnTo>
                    <a:pt x="4864509" y="327380"/>
                  </a:lnTo>
                  <a:lnTo>
                    <a:pt x="4864618" y="327380"/>
                  </a:lnTo>
                  <a:lnTo>
                    <a:pt x="4864726" y="327380"/>
                  </a:lnTo>
                  <a:lnTo>
                    <a:pt x="4864834" y="327380"/>
                  </a:lnTo>
                  <a:lnTo>
                    <a:pt x="4864834" y="326757"/>
                  </a:lnTo>
                  <a:lnTo>
                    <a:pt x="4864943" y="326757"/>
                  </a:lnTo>
                  <a:lnTo>
                    <a:pt x="4865051" y="326757"/>
                  </a:lnTo>
                  <a:lnTo>
                    <a:pt x="4865160" y="326757"/>
                  </a:lnTo>
                  <a:lnTo>
                    <a:pt x="4865268" y="326757"/>
                  </a:lnTo>
                  <a:lnTo>
                    <a:pt x="4865377" y="326757"/>
                  </a:lnTo>
                  <a:lnTo>
                    <a:pt x="4865485" y="326757"/>
                  </a:lnTo>
                  <a:lnTo>
                    <a:pt x="4865594" y="326757"/>
                  </a:lnTo>
                  <a:lnTo>
                    <a:pt x="4865702" y="326757"/>
                  </a:lnTo>
                  <a:lnTo>
                    <a:pt x="4865810" y="326757"/>
                  </a:lnTo>
                  <a:lnTo>
                    <a:pt x="4865919" y="326757"/>
                  </a:lnTo>
                  <a:lnTo>
                    <a:pt x="4866027" y="326757"/>
                  </a:lnTo>
                  <a:lnTo>
                    <a:pt x="4866136" y="326757"/>
                  </a:lnTo>
                  <a:lnTo>
                    <a:pt x="4866244" y="326757"/>
                  </a:lnTo>
                  <a:lnTo>
                    <a:pt x="4866353" y="326757"/>
                  </a:lnTo>
                  <a:lnTo>
                    <a:pt x="4866353" y="326133"/>
                  </a:lnTo>
                  <a:lnTo>
                    <a:pt x="4866353" y="325509"/>
                  </a:lnTo>
                  <a:lnTo>
                    <a:pt x="4866461" y="325509"/>
                  </a:lnTo>
                  <a:lnTo>
                    <a:pt x="4866570" y="325509"/>
                  </a:lnTo>
                  <a:lnTo>
                    <a:pt x="4866678" y="325509"/>
                  </a:lnTo>
                  <a:lnTo>
                    <a:pt x="4866786" y="325509"/>
                  </a:lnTo>
                  <a:lnTo>
                    <a:pt x="4866895" y="325509"/>
                  </a:lnTo>
                  <a:lnTo>
                    <a:pt x="4867003" y="325509"/>
                  </a:lnTo>
                  <a:lnTo>
                    <a:pt x="4867112" y="325509"/>
                  </a:lnTo>
                  <a:lnTo>
                    <a:pt x="4867220" y="325509"/>
                  </a:lnTo>
                  <a:lnTo>
                    <a:pt x="4867329" y="325509"/>
                  </a:lnTo>
                  <a:lnTo>
                    <a:pt x="4867437" y="325509"/>
                  </a:lnTo>
                  <a:lnTo>
                    <a:pt x="4867546" y="325509"/>
                  </a:lnTo>
                  <a:lnTo>
                    <a:pt x="4867654" y="325509"/>
                  </a:lnTo>
                  <a:lnTo>
                    <a:pt x="4867762" y="325509"/>
                  </a:lnTo>
                  <a:lnTo>
                    <a:pt x="4867871" y="325509"/>
                  </a:lnTo>
                  <a:lnTo>
                    <a:pt x="4867979" y="325509"/>
                  </a:lnTo>
                  <a:lnTo>
                    <a:pt x="4868088" y="325509"/>
                  </a:lnTo>
                  <a:lnTo>
                    <a:pt x="4868196" y="325509"/>
                  </a:lnTo>
                  <a:lnTo>
                    <a:pt x="4868196" y="324886"/>
                  </a:lnTo>
                  <a:lnTo>
                    <a:pt x="4868305" y="324886"/>
                  </a:lnTo>
                  <a:lnTo>
                    <a:pt x="4868413" y="324886"/>
                  </a:lnTo>
                  <a:lnTo>
                    <a:pt x="4868522" y="324886"/>
                  </a:lnTo>
                  <a:lnTo>
                    <a:pt x="4868630" y="324886"/>
                  </a:lnTo>
                  <a:lnTo>
                    <a:pt x="4868630" y="324262"/>
                  </a:lnTo>
                  <a:lnTo>
                    <a:pt x="4868739" y="324262"/>
                  </a:lnTo>
                  <a:lnTo>
                    <a:pt x="4868847" y="324262"/>
                  </a:lnTo>
                  <a:lnTo>
                    <a:pt x="4868955" y="324262"/>
                  </a:lnTo>
                  <a:lnTo>
                    <a:pt x="4869064" y="324262"/>
                  </a:lnTo>
                  <a:lnTo>
                    <a:pt x="4869172" y="324262"/>
                  </a:lnTo>
                  <a:lnTo>
                    <a:pt x="4869281" y="324262"/>
                  </a:lnTo>
                  <a:lnTo>
                    <a:pt x="4869389" y="324262"/>
                  </a:lnTo>
                  <a:lnTo>
                    <a:pt x="4869498" y="324262"/>
                  </a:lnTo>
                  <a:lnTo>
                    <a:pt x="4869606" y="324262"/>
                  </a:lnTo>
                  <a:lnTo>
                    <a:pt x="4869715" y="324262"/>
                  </a:lnTo>
                  <a:lnTo>
                    <a:pt x="4869823" y="324262"/>
                  </a:lnTo>
                  <a:lnTo>
                    <a:pt x="4869931" y="324262"/>
                  </a:lnTo>
                  <a:lnTo>
                    <a:pt x="4870040" y="324262"/>
                  </a:lnTo>
                  <a:lnTo>
                    <a:pt x="4870148" y="324262"/>
                  </a:lnTo>
                  <a:lnTo>
                    <a:pt x="4870257" y="324262"/>
                  </a:lnTo>
                  <a:lnTo>
                    <a:pt x="4870365" y="324262"/>
                  </a:lnTo>
                  <a:lnTo>
                    <a:pt x="4870474" y="324262"/>
                  </a:lnTo>
                  <a:lnTo>
                    <a:pt x="4870582" y="324262"/>
                  </a:lnTo>
                  <a:lnTo>
                    <a:pt x="4870582" y="323639"/>
                  </a:lnTo>
                  <a:lnTo>
                    <a:pt x="4870691" y="323639"/>
                  </a:lnTo>
                  <a:lnTo>
                    <a:pt x="4870799" y="323639"/>
                  </a:lnTo>
                  <a:lnTo>
                    <a:pt x="4870907" y="323639"/>
                  </a:lnTo>
                  <a:lnTo>
                    <a:pt x="4871016" y="323639"/>
                  </a:lnTo>
                  <a:lnTo>
                    <a:pt x="4871124" y="323639"/>
                  </a:lnTo>
                  <a:lnTo>
                    <a:pt x="4871233" y="323639"/>
                  </a:lnTo>
                  <a:lnTo>
                    <a:pt x="4871341" y="323639"/>
                  </a:lnTo>
                  <a:lnTo>
                    <a:pt x="4871450" y="323639"/>
                  </a:lnTo>
                  <a:lnTo>
                    <a:pt x="4871558" y="323639"/>
                  </a:lnTo>
                  <a:lnTo>
                    <a:pt x="4871667" y="323639"/>
                  </a:lnTo>
                  <a:lnTo>
                    <a:pt x="4871775" y="323639"/>
                  </a:lnTo>
                  <a:lnTo>
                    <a:pt x="4871883" y="323639"/>
                  </a:lnTo>
                  <a:lnTo>
                    <a:pt x="4871992" y="323639"/>
                  </a:lnTo>
                  <a:lnTo>
                    <a:pt x="4872100" y="323639"/>
                  </a:lnTo>
                  <a:lnTo>
                    <a:pt x="4872209" y="323639"/>
                  </a:lnTo>
                  <a:lnTo>
                    <a:pt x="4872317" y="323639"/>
                  </a:lnTo>
                  <a:lnTo>
                    <a:pt x="4872426" y="323639"/>
                  </a:lnTo>
                  <a:lnTo>
                    <a:pt x="4872534" y="323639"/>
                  </a:lnTo>
                  <a:lnTo>
                    <a:pt x="4872643" y="323639"/>
                  </a:lnTo>
                  <a:lnTo>
                    <a:pt x="4872751" y="323639"/>
                  </a:lnTo>
                  <a:lnTo>
                    <a:pt x="4872751" y="323015"/>
                  </a:lnTo>
                  <a:lnTo>
                    <a:pt x="4872860" y="323015"/>
                  </a:lnTo>
                  <a:lnTo>
                    <a:pt x="4872968" y="323015"/>
                  </a:lnTo>
                  <a:lnTo>
                    <a:pt x="4873076" y="323015"/>
                  </a:lnTo>
                  <a:lnTo>
                    <a:pt x="4873185" y="323015"/>
                  </a:lnTo>
                  <a:lnTo>
                    <a:pt x="4873293" y="323015"/>
                  </a:lnTo>
                  <a:lnTo>
                    <a:pt x="4873402" y="323015"/>
                  </a:lnTo>
                  <a:lnTo>
                    <a:pt x="4873510" y="323015"/>
                  </a:lnTo>
                  <a:lnTo>
                    <a:pt x="4873619" y="323015"/>
                  </a:lnTo>
                  <a:lnTo>
                    <a:pt x="4873727" y="323015"/>
                  </a:lnTo>
                  <a:lnTo>
                    <a:pt x="4873836" y="323015"/>
                  </a:lnTo>
                  <a:lnTo>
                    <a:pt x="4873944" y="323015"/>
                  </a:lnTo>
                  <a:lnTo>
                    <a:pt x="4874052" y="323015"/>
                  </a:lnTo>
                  <a:lnTo>
                    <a:pt x="4874161" y="323015"/>
                  </a:lnTo>
                  <a:lnTo>
                    <a:pt x="4874269" y="323015"/>
                  </a:lnTo>
                  <a:lnTo>
                    <a:pt x="4874378" y="323015"/>
                  </a:lnTo>
                  <a:lnTo>
                    <a:pt x="4874486" y="323015"/>
                  </a:lnTo>
                  <a:lnTo>
                    <a:pt x="4874595" y="323015"/>
                  </a:lnTo>
                  <a:lnTo>
                    <a:pt x="4874703" y="323015"/>
                  </a:lnTo>
                  <a:lnTo>
                    <a:pt x="4874812" y="323015"/>
                  </a:lnTo>
                  <a:lnTo>
                    <a:pt x="4874920" y="323015"/>
                  </a:lnTo>
                  <a:lnTo>
                    <a:pt x="4874920" y="322392"/>
                  </a:lnTo>
                  <a:lnTo>
                    <a:pt x="4875028" y="322392"/>
                  </a:lnTo>
                  <a:lnTo>
                    <a:pt x="4875137" y="322392"/>
                  </a:lnTo>
                  <a:lnTo>
                    <a:pt x="4875137" y="321768"/>
                  </a:lnTo>
                  <a:lnTo>
                    <a:pt x="4875245" y="321768"/>
                  </a:lnTo>
                  <a:lnTo>
                    <a:pt x="4875354" y="321768"/>
                  </a:lnTo>
                  <a:lnTo>
                    <a:pt x="4875462" y="321768"/>
                  </a:lnTo>
                  <a:lnTo>
                    <a:pt x="4875571" y="321768"/>
                  </a:lnTo>
                  <a:lnTo>
                    <a:pt x="4875679" y="321768"/>
                  </a:lnTo>
                  <a:lnTo>
                    <a:pt x="4875788" y="321768"/>
                  </a:lnTo>
                  <a:lnTo>
                    <a:pt x="4875896" y="321768"/>
                  </a:lnTo>
                  <a:lnTo>
                    <a:pt x="4876004" y="321768"/>
                  </a:lnTo>
                  <a:lnTo>
                    <a:pt x="4876004" y="321144"/>
                  </a:lnTo>
                  <a:lnTo>
                    <a:pt x="4876113" y="321144"/>
                  </a:lnTo>
                  <a:lnTo>
                    <a:pt x="4876221" y="321144"/>
                  </a:lnTo>
                  <a:lnTo>
                    <a:pt x="4876221" y="320521"/>
                  </a:lnTo>
                  <a:lnTo>
                    <a:pt x="4876330" y="320521"/>
                  </a:lnTo>
                  <a:lnTo>
                    <a:pt x="4876330" y="319897"/>
                  </a:lnTo>
                  <a:lnTo>
                    <a:pt x="4876438" y="319897"/>
                  </a:lnTo>
                  <a:lnTo>
                    <a:pt x="4876547" y="319897"/>
                  </a:lnTo>
                  <a:lnTo>
                    <a:pt x="4876655" y="319897"/>
                  </a:lnTo>
                  <a:lnTo>
                    <a:pt x="4876655" y="319274"/>
                  </a:lnTo>
                  <a:lnTo>
                    <a:pt x="4876764" y="319274"/>
                  </a:lnTo>
                  <a:lnTo>
                    <a:pt x="4876872" y="319274"/>
                  </a:lnTo>
                  <a:lnTo>
                    <a:pt x="4876981" y="319274"/>
                  </a:lnTo>
                  <a:lnTo>
                    <a:pt x="4877089" y="319274"/>
                  </a:lnTo>
                  <a:lnTo>
                    <a:pt x="4877197" y="319274"/>
                  </a:lnTo>
                  <a:lnTo>
                    <a:pt x="4877306" y="319274"/>
                  </a:lnTo>
                  <a:lnTo>
                    <a:pt x="4877414" y="319274"/>
                  </a:lnTo>
                  <a:lnTo>
                    <a:pt x="4877523" y="319274"/>
                  </a:lnTo>
                  <a:lnTo>
                    <a:pt x="4877631" y="319274"/>
                  </a:lnTo>
                  <a:lnTo>
                    <a:pt x="4877740" y="319274"/>
                  </a:lnTo>
                  <a:lnTo>
                    <a:pt x="4877848" y="319274"/>
                  </a:lnTo>
                  <a:lnTo>
                    <a:pt x="4877957" y="319274"/>
                  </a:lnTo>
                  <a:lnTo>
                    <a:pt x="4877957" y="318650"/>
                  </a:lnTo>
                  <a:lnTo>
                    <a:pt x="4878065" y="318650"/>
                  </a:lnTo>
                  <a:lnTo>
                    <a:pt x="4878173" y="318650"/>
                  </a:lnTo>
                  <a:lnTo>
                    <a:pt x="4878282" y="318650"/>
                  </a:lnTo>
                  <a:lnTo>
                    <a:pt x="4878390" y="318650"/>
                  </a:lnTo>
                  <a:lnTo>
                    <a:pt x="4878499" y="318650"/>
                  </a:lnTo>
                  <a:lnTo>
                    <a:pt x="4878607" y="318650"/>
                  </a:lnTo>
                  <a:lnTo>
                    <a:pt x="4878716" y="318650"/>
                  </a:lnTo>
                  <a:lnTo>
                    <a:pt x="4878824" y="318650"/>
                  </a:lnTo>
                  <a:lnTo>
                    <a:pt x="4878933" y="318650"/>
                  </a:lnTo>
                  <a:lnTo>
                    <a:pt x="4879041" y="318650"/>
                  </a:lnTo>
                  <a:lnTo>
                    <a:pt x="4879041" y="318026"/>
                  </a:lnTo>
                  <a:lnTo>
                    <a:pt x="4879149" y="318026"/>
                  </a:lnTo>
                  <a:lnTo>
                    <a:pt x="4879258" y="318026"/>
                  </a:lnTo>
                  <a:lnTo>
                    <a:pt x="4879366" y="318026"/>
                  </a:lnTo>
                  <a:lnTo>
                    <a:pt x="4879475" y="318026"/>
                  </a:lnTo>
                  <a:lnTo>
                    <a:pt x="4879583" y="318026"/>
                  </a:lnTo>
                  <a:lnTo>
                    <a:pt x="4879692" y="318026"/>
                  </a:lnTo>
                  <a:lnTo>
                    <a:pt x="4879800" y="318026"/>
                  </a:lnTo>
                  <a:lnTo>
                    <a:pt x="4879909" y="318026"/>
                  </a:lnTo>
                  <a:lnTo>
                    <a:pt x="4880017" y="318026"/>
                  </a:lnTo>
                  <a:lnTo>
                    <a:pt x="4880125" y="318026"/>
                  </a:lnTo>
                  <a:lnTo>
                    <a:pt x="4880234" y="318026"/>
                  </a:lnTo>
                  <a:lnTo>
                    <a:pt x="4880342" y="318026"/>
                  </a:lnTo>
                  <a:lnTo>
                    <a:pt x="4880451" y="318026"/>
                  </a:lnTo>
                  <a:lnTo>
                    <a:pt x="4880559" y="318026"/>
                  </a:lnTo>
                  <a:lnTo>
                    <a:pt x="4880668" y="318026"/>
                  </a:lnTo>
                  <a:lnTo>
                    <a:pt x="4880776" y="318026"/>
                  </a:lnTo>
                  <a:lnTo>
                    <a:pt x="4880885" y="318026"/>
                  </a:lnTo>
                  <a:lnTo>
                    <a:pt x="4880993" y="318026"/>
                  </a:lnTo>
                  <a:lnTo>
                    <a:pt x="4881102" y="318026"/>
                  </a:lnTo>
                  <a:lnTo>
                    <a:pt x="4881210" y="318026"/>
                  </a:lnTo>
                  <a:lnTo>
                    <a:pt x="4881318" y="318026"/>
                  </a:lnTo>
                  <a:lnTo>
                    <a:pt x="4881427" y="318026"/>
                  </a:lnTo>
                  <a:lnTo>
                    <a:pt x="4881535" y="318026"/>
                  </a:lnTo>
                  <a:lnTo>
                    <a:pt x="4881644" y="318026"/>
                  </a:lnTo>
                  <a:lnTo>
                    <a:pt x="4881752" y="318026"/>
                  </a:lnTo>
                  <a:lnTo>
                    <a:pt x="4881752" y="317403"/>
                  </a:lnTo>
                  <a:lnTo>
                    <a:pt x="4881861" y="317403"/>
                  </a:lnTo>
                  <a:lnTo>
                    <a:pt x="4881969" y="317403"/>
                  </a:lnTo>
                  <a:lnTo>
                    <a:pt x="4881969" y="316779"/>
                  </a:lnTo>
                  <a:lnTo>
                    <a:pt x="4882078" y="316779"/>
                  </a:lnTo>
                  <a:lnTo>
                    <a:pt x="4882186" y="316779"/>
                  </a:lnTo>
                  <a:lnTo>
                    <a:pt x="4882294" y="316779"/>
                  </a:lnTo>
                  <a:lnTo>
                    <a:pt x="4882403" y="316779"/>
                  </a:lnTo>
                  <a:lnTo>
                    <a:pt x="4882511" y="316779"/>
                  </a:lnTo>
                  <a:lnTo>
                    <a:pt x="4882620" y="316779"/>
                  </a:lnTo>
                  <a:lnTo>
                    <a:pt x="4882728" y="316779"/>
                  </a:lnTo>
                  <a:lnTo>
                    <a:pt x="4882837" y="316779"/>
                  </a:lnTo>
                  <a:lnTo>
                    <a:pt x="4882945" y="316779"/>
                  </a:lnTo>
                  <a:lnTo>
                    <a:pt x="4883054" y="316779"/>
                  </a:lnTo>
                  <a:lnTo>
                    <a:pt x="4883162" y="316779"/>
                  </a:lnTo>
                  <a:lnTo>
                    <a:pt x="4883270" y="316779"/>
                  </a:lnTo>
                  <a:lnTo>
                    <a:pt x="4883379" y="316779"/>
                  </a:lnTo>
                  <a:lnTo>
                    <a:pt x="4883487" y="316779"/>
                  </a:lnTo>
                  <a:lnTo>
                    <a:pt x="4883596" y="316779"/>
                  </a:lnTo>
                  <a:lnTo>
                    <a:pt x="4883704" y="316779"/>
                  </a:lnTo>
                  <a:lnTo>
                    <a:pt x="4883813" y="316779"/>
                  </a:lnTo>
                  <a:lnTo>
                    <a:pt x="4883813" y="316156"/>
                  </a:lnTo>
                  <a:lnTo>
                    <a:pt x="4883921" y="316156"/>
                  </a:lnTo>
                  <a:lnTo>
                    <a:pt x="4884030" y="316156"/>
                  </a:lnTo>
                  <a:lnTo>
                    <a:pt x="4884138" y="316156"/>
                  </a:lnTo>
                  <a:lnTo>
                    <a:pt x="4884246" y="316156"/>
                  </a:lnTo>
                  <a:lnTo>
                    <a:pt x="4884355" y="316156"/>
                  </a:lnTo>
                  <a:lnTo>
                    <a:pt x="4884463" y="316156"/>
                  </a:lnTo>
                  <a:lnTo>
                    <a:pt x="4884572" y="316156"/>
                  </a:lnTo>
                  <a:lnTo>
                    <a:pt x="4884680" y="316156"/>
                  </a:lnTo>
                  <a:lnTo>
                    <a:pt x="4884789" y="316156"/>
                  </a:lnTo>
                  <a:lnTo>
                    <a:pt x="4884897" y="316156"/>
                  </a:lnTo>
                  <a:lnTo>
                    <a:pt x="4885006" y="316156"/>
                  </a:lnTo>
                  <a:lnTo>
                    <a:pt x="4885114" y="316156"/>
                  </a:lnTo>
                  <a:lnTo>
                    <a:pt x="4885223" y="316156"/>
                  </a:lnTo>
                  <a:lnTo>
                    <a:pt x="4885331" y="316156"/>
                  </a:lnTo>
                  <a:lnTo>
                    <a:pt x="4885439" y="316156"/>
                  </a:lnTo>
                  <a:lnTo>
                    <a:pt x="4885548" y="316156"/>
                  </a:lnTo>
                  <a:lnTo>
                    <a:pt x="4885656" y="316156"/>
                  </a:lnTo>
                  <a:lnTo>
                    <a:pt x="4885765" y="316156"/>
                  </a:lnTo>
                  <a:lnTo>
                    <a:pt x="4885873" y="316156"/>
                  </a:lnTo>
                  <a:lnTo>
                    <a:pt x="4885982" y="316156"/>
                  </a:lnTo>
                  <a:lnTo>
                    <a:pt x="4886090" y="316156"/>
                  </a:lnTo>
                  <a:lnTo>
                    <a:pt x="4886199" y="316156"/>
                  </a:lnTo>
                  <a:lnTo>
                    <a:pt x="4886307" y="316156"/>
                  </a:lnTo>
                  <a:lnTo>
                    <a:pt x="4886415" y="316156"/>
                  </a:lnTo>
                  <a:lnTo>
                    <a:pt x="4886524" y="316156"/>
                  </a:lnTo>
                  <a:lnTo>
                    <a:pt x="4886632" y="316156"/>
                  </a:lnTo>
                  <a:lnTo>
                    <a:pt x="4886741" y="316156"/>
                  </a:lnTo>
                  <a:lnTo>
                    <a:pt x="4886849" y="316156"/>
                  </a:lnTo>
                  <a:lnTo>
                    <a:pt x="4886958" y="316156"/>
                  </a:lnTo>
                  <a:lnTo>
                    <a:pt x="4887066" y="316156"/>
                  </a:lnTo>
                  <a:lnTo>
                    <a:pt x="4887175" y="316156"/>
                  </a:lnTo>
                  <a:lnTo>
                    <a:pt x="4887283" y="316156"/>
                  </a:lnTo>
                  <a:lnTo>
                    <a:pt x="4887391" y="316156"/>
                  </a:lnTo>
                  <a:lnTo>
                    <a:pt x="4887500" y="316156"/>
                  </a:lnTo>
                  <a:lnTo>
                    <a:pt x="4887608" y="316156"/>
                  </a:lnTo>
                  <a:lnTo>
                    <a:pt x="4887717" y="316156"/>
                  </a:lnTo>
                  <a:lnTo>
                    <a:pt x="4887825" y="316156"/>
                  </a:lnTo>
                  <a:lnTo>
                    <a:pt x="4887934" y="316156"/>
                  </a:lnTo>
                  <a:lnTo>
                    <a:pt x="4888042" y="316156"/>
                  </a:lnTo>
                  <a:lnTo>
                    <a:pt x="4888151" y="316156"/>
                  </a:lnTo>
                  <a:lnTo>
                    <a:pt x="4888259" y="316156"/>
                  </a:lnTo>
                  <a:lnTo>
                    <a:pt x="4888367" y="316156"/>
                  </a:lnTo>
                  <a:lnTo>
                    <a:pt x="4888476" y="316156"/>
                  </a:lnTo>
                  <a:lnTo>
                    <a:pt x="4888584" y="316156"/>
                  </a:lnTo>
                  <a:lnTo>
                    <a:pt x="4888693" y="316156"/>
                  </a:lnTo>
                  <a:lnTo>
                    <a:pt x="4888801" y="316156"/>
                  </a:lnTo>
                  <a:lnTo>
                    <a:pt x="4888910" y="316156"/>
                  </a:lnTo>
                  <a:lnTo>
                    <a:pt x="4889018" y="316156"/>
                  </a:lnTo>
                  <a:lnTo>
                    <a:pt x="4889018" y="315532"/>
                  </a:lnTo>
                  <a:lnTo>
                    <a:pt x="4889127" y="315532"/>
                  </a:lnTo>
                  <a:lnTo>
                    <a:pt x="4889235" y="315532"/>
                  </a:lnTo>
                  <a:lnTo>
                    <a:pt x="4889343" y="315532"/>
                  </a:lnTo>
                  <a:lnTo>
                    <a:pt x="4889452" y="315532"/>
                  </a:lnTo>
                  <a:lnTo>
                    <a:pt x="4889560" y="315532"/>
                  </a:lnTo>
                  <a:lnTo>
                    <a:pt x="4889669" y="315532"/>
                  </a:lnTo>
                  <a:lnTo>
                    <a:pt x="4889777" y="315532"/>
                  </a:lnTo>
                  <a:lnTo>
                    <a:pt x="4889886" y="315532"/>
                  </a:lnTo>
                  <a:lnTo>
                    <a:pt x="4889994" y="315532"/>
                  </a:lnTo>
                  <a:lnTo>
                    <a:pt x="4890103" y="315532"/>
                  </a:lnTo>
                  <a:lnTo>
                    <a:pt x="4890211" y="315532"/>
                  </a:lnTo>
                  <a:lnTo>
                    <a:pt x="4890320" y="315532"/>
                  </a:lnTo>
                  <a:lnTo>
                    <a:pt x="4890428" y="315532"/>
                  </a:lnTo>
                  <a:lnTo>
                    <a:pt x="4890536" y="315532"/>
                  </a:lnTo>
                  <a:lnTo>
                    <a:pt x="4890645" y="315532"/>
                  </a:lnTo>
                  <a:lnTo>
                    <a:pt x="4890753" y="315532"/>
                  </a:lnTo>
                  <a:lnTo>
                    <a:pt x="4890862" y="315532"/>
                  </a:lnTo>
                  <a:lnTo>
                    <a:pt x="4890970" y="315532"/>
                  </a:lnTo>
                  <a:lnTo>
                    <a:pt x="4891079" y="315532"/>
                  </a:lnTo>
                  <a:lnTo>
                    <a:pt x="4891187" y="315532"/>
                  </a:lnTo>
                  <a:lnTo>
                    <a:pt x="4891187" y="314909"/>
                  </a:lnTo>
                  <a:lnTo>
                    <a:pt x="4891296" y="314909"/>
                  </a:lnTo>
                  <a:lnTo>
                    <a:pt x="4891404" y="314909"/>
                  </a:lnTo>
                  <a:lnTo>
                    <a:pt x="4891512" y="314909"/>
                  </a:lnTo>
                  <a:lnTo>
                    <a:pt x="4891621" y="314909"/>
                  </a:lnTo>
                  <a:lnTo>
                    <a:pt x="4891729" y="314909"/>
                  </a:lnTo>
                  <a:lnTo>
                    <a:pt x="4891838" y="314909"/>
                  </a:lnTo>
                  <a:lnTo>
                    <a:pt x="4891946" y="314909"/>
                  </a:lnTo>
                  <a:lnTo>
                    <a:pt x="4892055" y="314909"/>
                  </a:lnTo>
                  <a:lnTo>
                    <a:pt x="4892163" y="314909"/>
                  </a:lnTo>
                  <a:lnTo>
                    <a:pt x="4892272" y="314909"/>
                  </a:lnTo>
                  <a:lnTo>
                    <a:pt x="4892380" y="314909"/>
                  </a:lnTo>
                  <a:lnTo>
                    <a:pt x="4892488" y="314909"/>
                  </a:lnTo>
                  <a:lnTo>
                    <a:pt x="4892597" y="314909"/>
                  </a:lnTo>
                  <a:lnTo>
                    <a:pt x="4892597" y="314285"/>
                  </a:lnTo>
                  <a:lnTo>
                    <a:pt x="4892705" y="314285"/>
                  </a:lnTo>
                  <a:lnTo>
                    <a:pt x="4892814" y="314285"/>
                  </a:lnTo>
                  <a:lnTo>
                    <a:pt x="4892922" y="314285"/>
                  </a:lnTo>
                  <a:lnTo>
                    <a:pt x="4892922" y="313661"/>
                  </a:lnTo>
                  <a:lnTo>
                    <a:pt x="4893031" y="313661"/>
                  </a:lnTo>
                  <a:lnTo>
                    <a:pt x="4893139" y="313661"/>
                  </a:lnTo>
                  <a:lnTo>
                    <a:pt x="4893248" y="313661"/>
                  </a:lnTo>
                  <a:lnTo>
                    <a:pt x="4893356" y="313661"/>
                  </a:lnTo>
                  <a:lnTo>
                    <a:pt x="4893464" y="313661"/>
                  </a:lnTo>
                  <a:lnTo>
                    <a:pt x="4893573" y="313661"/>
                  </a:lnTo>
                  <a:lnTo>
                    <a:pt x="4893681" y="313661"/>
                  </a:lnTo>
                  <a:lnTo>
                    <a:pt x="4893790" y="313661"/>
                  </a:lnTo>
                  <a:lnTo>
                    <a:pt x="4893898" y="313661"/>
                  </a:lnTo>
                  <a:lnTo>
                    <a:pt x="4894007" y="313661"/>
                  </a:lnTo>
                  <a:lnTo>
                    <a:pt x="4894115" y="313661"/>
                  </a:lnTo>
                  <a:lnTo>
                    <a:pt x="4894224" y="313661"/>
                  </a:lnTo>
                  <a:lnTo>
                    <a:pt x="4894332" y="313661"/>
                  </a:lnTo>
                  <a:lnTo>
                    <a:pt x="4894332" y="313038"/>
                  </a:lnTo>
                  <a:lnTo>
                    <a:pt x="4894441" y="313038"/>
                  </a:lnTo>
                  <a:lnTo>
                    <a:pt x="4894549" y="313038"/>
                  </a:lnTo>
                  <a:lnTo>
                    <a:pt x="4894657" y="313038"/>
                  </a:lnTo>
                  <a:lnTo>
                    <a:pt x="4894766" y="313038"/>
                  </a:lnTo>
                  <a:lnTo>
                    <a:pt x="4894874" y="313038"/>
                  </a:lnTo>
                  <a:lnTo>
                    <a:pt x="4894983" y="313038"/>
                  </a:lnTo>
                  <a:lnTo>
                    <a:pt x="4895091" y="313038"/>
                  </a:lnTo>
                  <a:lnTo>
                    <a:pt x="4895200" y="313038"/>
                  </a:lnTo>
                  <a:lnTo>
                    <a:pt x="4895308" y="313038"/>
                  </a:lnTo>
                  <a:lnTo>
                    <a:pt x="4895417" y="313038"/>
                  </a:lnTo>
                  <a:lnTo>
                    <a:pt x="4895525" y="313038"/>
                  </a:lnTo>
                  <a:lnTo>
                    <a:pt x="4895633" y="313038"/>
                  </a:lnTo>
                  <a:lnTo>
                    <a:pt x="4895742" y="313038"/>
                  </a:lnTo>
                  <a:lnTo>
                    <a:pt x="4895850" y="313038"/>
                  </a:lnTo>
                  <a:lnTo>
                    <a:pt x="4895959" y="313038"/>
                  </a:lnTo>
                  <a:lnTo>
                    <a:pt x="4896067" y="313038"/>
                  </a:lnTo>
                  <a:lnTo>
                    <a:pt x="4896176" y="313038"/>
                  </a:lnTo>
                  <a:lnTo>
                    <a:pt x="4896284" y="313038"/>
                  </a:lnTo>
                  <a:lnTo>
                    <a:pt x="4896393" y="313038"/>
                  </a:lnTo>
                  <a:lnTo>
                    <a:pt x="4896501" y="313038"/>
                  </a:lnTo>
                  <a:lnTo>
                    <a:pt x="4896609" y="313038"/>
                  </a:lnTo>
                  <a:lnTo>
                    <a:pt x="4896718" y="313038"/>
                  </a:lnTo>
                  <a:lnTo>
                    <a:pt x="4896826" y="313038"/>
                  </a:lnTo>
                  <a:lnTo>
                    <a:pt x="4896935" y="313038"/>
                  </a:lnTo>
                  <a:lnTo>
                    <a:pt x="4897043" y="313038"/>
                  </a:lnTo>
                  <a:lnTo>
                    <a:pt x="4897152" y="313038"/>
                  </a:lnTo>
                  <a:lnTo>
                    <a:pt x="4897260" y="313038"/>
                  </a:lnTo>
                  <a:lnTo>
                    <a:pt x="4897369" y="313038"/>
                  </a:lnTo>
                  <a:lnTo>
                    <a:pt x="4897477" y="313038"/>
                  </a:lnTo>
                  <a:lnTo>
                    <a:pt x="4897585" y="313038"/>
                  </a:lnTo>
                  <a:lnTo>
                    <a:pt x="4897694" y="313038"/>
                  </a:lnTo>
                  <a:lnTo>
                    <a:pt x="4897802" y="313038"/>
                  </a:lnTo>
                  <a:lnTo>
                    <a:pt x="4897911" y="313038"/>
                  </a:lnTo>
                  <a:lnTo>
                    <a:pt x="4898019" y="313038"/>
                  </a:lnTo>
                  <a:lnTo>
                    <a:pt x="4898128" y="313038"/>
                  </a:lnTo>
                  <a:lnTo>
                    <a:pt x="4898236" y="313038"/>
                  </a:lnTo>
                  <a:lnTo>
                    <a:pt x="4898345" y="313038"/>
                  </a:lnTo>
                  <a:lnTo>
                    <a:pt x="4898453" y="313038"/>
                  </a:lnTo>
                  <a:lnTo>
                    <a:pt x="4898562" y="313038"/>
                  </a:lnTo>
                  <a:lnTo>
                    <a:pt x="4898670" y="313038"/>
                  </a:lnTo>
                  <a:lnTo>
                    <a:pt x="4898778" y="313038"/>
                  </a:lnTo>
                  <a:lnTo>
                    <a:pt x="4898887" y="313038"/>
                  </a:lnTo>
                  <a:lnTo>
                    <a:pt x="4898995" y="313038"/>
                  </a:lnTo>
                  <a:lnTo>
                    <a:pt x="4899104" y="313038"/>
                  </a:lnTo>
                  <a:lnTo>
                    <a:pt x="4899212" y="313038"/>
                  </a:lnTo>
                  <a:lnTo>
                    <a:pt x="4899321" y="313038"/>
                  </a:lnTo>
                  <a:lnTo>
                    <a:pt x="4899429" y="313038"/>
                  </a:lnTo>
                  <a:lnTo>
                    <a:pt x="4899538" y="313038"/>
                  </a:lnTo>
                  <a:lnTo>
                    <a:pt x="4899646" y="313038"/>
                  </a:lnTo>
                  <a:lnTo>
                    <a:pt x="4899754" y="313038"/>
                  </a:lnTo>
                  <a:lnTo>
                    <a:pt x="4899863" y="313038"/>
                  </a:lnTo>
                  <a:lnTo>
                    <a:pt x="4899863" y="312414"/>
                  </a:lnTo>
                  <a:lnTo>
                    <a:pt x="4899971" y="312414"/>
                  </a:lnTo>
                  <a:lnTo>
                    <a:pt x="4900080" y="312414"/>
                  </a:lnTo>
                  <a:lnTo>
                    <a:pt x="4900188" y="312414"/>
                  </a:lnTo>
                  <a:lnTo>
                    <a:pt x="4900297" y="312414"/>
                  </a:lnTo>
                  <a:lnTo>
                    <a:pt x="4900405" y="312414"/>
                  </a:lnTo>
                  <a:lnTo>
                    <a:pt x="4900514" y="312414"/>
                  </a:lnTo>
                  <a:lnTo>
                    <a:pt x="4900622" y="312414"/>
                  </a:lnTo>
                  <a:lnTo>
                    <a:pt x="4900730" y="312414"/>
                  </a:lnTo>
                  <a:lnTo>
                    <a:pt x="4900839" y="312414"/>
                  </a:lnTo>
                  <a:lnTo>
                    <a:pt x="4900947" y="312414"/>
                  </a:lnTo>
                  <a:lnTo>
                    <a:pt x="4901056" y="312414"/>
                  </a:lnTo>
                  <a:lnTo>
                    <a:pt x="4901164" y="312414"/>
                  </a:lnTo>
                  <a:lnTo>
                    <a:pt x="4901273" y="312414"/>
                  </a:lnTo>
                  <a:lnTo>
                    <a:pt x="4901381" y="312414"/>
                  </a:lnTo>
                  <a:lnTo>
                    <a:pt x="4901490" y="312414"/>
                  </a:lnTo>
                  <a:lnTo>
                    <a:pt x="4901490" y="311791"/>
                  </a:lnTo>
                  <a:lnTo>
                    <a:pt x="4901598" y="311791"/>
                  </a:lnTo>
                  <a:lnTo>
                    <a:pt x="4901706" y="311791"/>
                  </a:lnTo>
                  <a:lnTo>
                    <a:pt x="4901815" y="311791"/>
                  </a:lnTo>
                  <a:lnTo>
                    <a:pt x="4901923" y="311791"/>
                  </a:lnTo>
                  <a:lnTo>
                    <a:pt x="4902032" y="311791"/>
                  </a:lnTo>
                  <a:lnTo>
                    <a:pt x="4902140" y="311791"/>
                  </a:lnTo>
                  <a:lnTo>
                    <a:pt x="4902249" y="311791"/>
                  </a:lnTo>
                  <a:lnTo>
                    <a:pt x="4902357" y="311791"/>
                  </a:lnTo>
                  <a:lnTo>
                    <a:pt x="4902466" y="311791"/>
                  </a:lnTo>
                  <a:lnTo>
                    <a:pt x="4902574" y="311791"/>
                  </a:lnTo>
                  <a:lnTo>
                    <a:pt x="4902683" y="311791"/>
                  </a:lnTo>
                  <a:lnTo>
                    <a:pt x="4902791" y="311791"/>
                  </a:lnTo>
                  <a:lnTo>
                    <a:pt x="4902899" y="311791"/>
                  </a:lnTo>
                  <a:lnTo>
                    <a:pt x="4903008" y="311791"/>
                  </a:lnTo>
                  <a:lnTo>
                    <a:pt x="4903116" y="311791"/>
                  </a:lnTo>
                  <a:lnTo>
                    <a:pt x="4903225" y="311791"/>
                  </a:lnTo>
                  <a:lnTo>
                    <a:pt x="4903333" y="311791"/>
                  </a:lnTo>
                  <a:lnTo>
                    <a:pt x="4903442" y="311791"/>
                  </a:lnTo>
                  <a:lnTo>
                    <a:pt x="4903550" y="311791"/>
                  </a:lnTo>
                  <a:lnTo>
                    <a:pt x="4903659" y="311791"/>
                  </a:lnTo>
                  <a:lnTo>
                    <a:pt x="4903767" y="311791"/>
                  </a:lnTo>
                  <a:lnTo>
                    <a:pt x="4903875" y="311791"/>
                  </a:lnTo>
                  <a:lnTo>
                    <a:pt x="4903984" y="311791"/>
                  </a:lnTo>
                  <a:lnTo>
                    <a:pt x="4904092" y="311791"/>
                  </a:lnTo>
                  <a:lnTo>
                    <a:pt x="4904201" y="311791"/>
                  </a:lnTo>
                  <a:lnTo>
                    <a:pt x="4904309" y="311791"/>
                  </a:lnTo>
                  <a:lnTo>
                    <a:pt x="4904418" y="311791"/>
                  </a:lnTo>
                  <a:lnTo>
                    <a:pt x="4904526" y="311791"/>
                  </a:lnTo>
                  <a:lnTo>
                    <a:pt x="4904635" y="311791"/>
                  </a:lnTo>
                  <a:lnTo>
                    <a:pt x="4904743" y="311791"/>
                  </a:lnTo>
                  <a:lnTo>
                    <a:pt x="4904851" y="311791"/>
                  </a:lnTo>
                  <a:lnTo>
                    <a:pt x="4904960" y="311791"/>
                  </a:lnTo>
                  <a:lnTo>
                    <a:pt x="4905068" y="311791"/>
                  </a:lnTo>
                  <a:lnTo>
                    <a:pt x="4905177" y="311791"/>
                  </a:lnTo>
                  <a:lnTo>
                    <a:pt x="4905285" y="311791"/>
                  </a:lnTo>
                  <a:lnTo>
                    <a:pt x="4905394" y="311791"/>
                  </a:lnTo>
                  <a:lnTo>
                    <a:pt x="4905502" y="311791"/>
                  </a:lnTo>
                  <a:lnTo>
                    <a:pt x="4905611" y="311791"/>
                  </a:lnTo>
                  <a:lnTo>
                    <a:pt x="4905719" y="311791"/>
                  </a:lnTo>
                  <a:lnTo>
                    <a:pt x="4905827" y="311791"/>
                  </a:lnTo>
                  <a:lnTo>
                    <a:pt x="4905936" y="311791"/>
                  </a:lnTo>
                  <a:lnTo>
                    <a:pt x="4906044" y="311791"/>
                  </a:lnTo>
                  <a:lnTo>
                    <a:pt x="4906153" y="311791"/>
                  </a:lnTo>
                  <a:lnTo>
                    <a:pt x="4906261" y="311791"/>
                  </a:lnTo>
                  <a:lnTo>
                    <a:pt x="4906370" y="311791"/>
                  </a:lnTo>
                  <a:lnTo>
                    <a:pt x="4906478" y="311791"/>
                  </a:lnTo>
                  <a:lnTo>
                    <a:pt x="4906587" y="311791"/>
                  </a:lnTo>
                  <a:lnTo>
                    <a:pt x="4906695" y="311791"/>
                  </a:lnTo>
                  <a:lnTo>
                    <a:pt x="4906804" y="311791"/>
                  </a:lnTo>
                  <a:lnTo>
                    <a:pt x="4906912" y="311791"/>
                  </a:lnTo>
                  <a:lnTo>
                    <a:pt x="4907020" y="311791"/>
                  </a:lnTo>
                  <a:lnTo>
                    <a:pt x="4907129" y="311791"/>
                  </a:lnTo>
                  <a:lnTo>
                    <a:pt x="4907237" y="311791"/>
                  </a:lnTo>
                  <a:lnTo>
                    <a:pt x="4907346" y="311791"/>
                  </a:lnTo>
                  <a:lnTo>
                    <a:pt x="4907454" y="311791"/>
                  </a:lnTo>
                  <a:lnTo>
                    <a:pt x="4907563" y="311791"/>
                  </a:lnTo>
                  <a:lnTo>
                    <a:pt x="4907671" y="311791"/>
                  </a:lnTo>
                  <a:lnTo>
                    <a:pt x="4907780" y="311791"/>
                  </a:lnTo>
                  <a:lnTo>
                    <a:pt x="4907888" y="311791"/>
                  </a:lnTo>
                  <a:lnTo>
                    <a:pt x="4907996" y="311791"/>
                  </a:lnTo>
                  <a:lnTo>
                    <a:pt x="4908105" y="311791"/>
                  </a:lnTo>
                  <a:lnTo>
                    <a:pt x="4908213" y="311791"/>
                  </a:lnTo>
                  <a:lnTo>
                    <a:pt x="4908322" y="311791"/>
                  </a:lnTo>
                  <a:lnTo>
                    <a:pt x="4908430" y="311791"/>
                  </a:lnTo>
                  <a:lnTo>
                    <a:pt x="4908539" y="311791"/>
                  </a:lnTo>
                  <a:lnTo>
                    <a:pt x="4908647" y="311791"/>
                  </a:lnTo>
                  <a:lnTo>
                    <a:pt x="4908756" y="311791"/>
                  </a:lnTo>
                  <a:lnTo>
                    <a:pt x="4908864" y="311791"/>
                  </a:lnTo>
                  <a:lnTo>
                    <a:pt x="4908972" y="311791"/>
                  </a:lnTo>
                  <a:lnTo>
                    <a:pt x="4909081" y="311791"/>
                  </a:lnTo>
                  <a:lnTo>
                    <a:pt x="4909189" y="311791"/>
                  </a:lnTo>
                  <a:lnTo>
                    <a:pt x="4909298" y="311791"/>
                  </a:lnTo>
                  <a:lnTo>
                    <a:pt x="4909406" y="311791"/>
                  </a:lnTo>
                  <a:lnTo>
                    <a:pt x="4909515" y="311791"/>
                  </a:lnTo>
                  <a:lnTo>
                    <a:pt x="4909623" y="311791"/>
                  </a:lnTo>
                  <a:lnTo>
                    <a:pt x="4909732" y="311791"/>
                  </a:lnTo>
                  <a:lnTo>
                    <a:pt x="4909732" y="311167"/>
                  </a:lnTo>
                  <a:lnTo>
                    <a:pt x="4909840" y="311167"/>
                  </a:lnTo>
                  <a:lnTo>
                    <a:pt x="4909948" y="311167"/>
                  </a:lnTo>
                  <a:lnTo>
                    <a:pt x="4910057" y="311167"/>
                  </a:lnTo>
                  <a:lnTo>
                    <a:pt x="4910165" y="311167"/>
                  </a:lnTo>
                  <a:lnTo>
                    <a:pt x="4910274" y="311167"/>
                  </a:lnTo>
                  <a:lnTo>
                    <a:pt x="4910382" y="311167"/>
                  </a:lnTo>
                  <a:lnTo>
                    <a:pt x="4910491" y="311167"/>
                  </a:lnTo>
                  <a:lnTo>
                    <a:pt x="4910491" y="310543"/>
                  </a:lnTo>
                  <a:lnTo>
                    <a:pt x="4910599" y="310543"/>
                  </a:lnTo>
                  <a:lnTo>
                    <a:pt x="4910708" y="310543"/>
                  </a:lnTo>
                  <a:lnTo>
                    <a:pt x="4910816" y="310543"/>
                  </a:lnTo>
                  <a:lnTo>
                    <a:pt x="4910925" y="310543"/>
                  </a:lnTo>
                  <a:lnTo>
                    <a:pt x="4911033" y="310543"/>
                  </a:lnTo>
                  <a:lnTo>
                    <a:pt x="4911141" y="310543"/>
                  </a:lnTo>
                  <a:lnTo>
                    <a:pt x="4911250" y="310543"/>
                  </a:lnTo>
                  <a:lnTo>
                    <a:pt x="4911358" y="310543"/>
                  </a:lnTo>
                  <a:lnTo>
                    <a:pt x="4911467" y="310543"/>
                  </a:lnTo>
                  <a:lnTo>
                    <a:pt x="4911575" y="310543"/>
                  </a:lnTo>
                  <a:lnTo>
                    <a:pt x="4911684" y="310543"/>
                  </a:lnTo>
                  <a:lnTo>
                    <a:pt x="4911792" y="310543"/>
                  </a:lnTo>
                  <a:lnTo>
                    <a:pt x="4911901" y="310543"/>
                  </a:lnTo>
                  <a:lnTo>
                    <a:pt x="4912009" y="310543"/>
                  </a:lnTo>
                  <a:lnTo>
                    <a:pt x="4912117" y="310543"/>
                  </a:lnTo>
                  <a:lnTo>
                    <a:pt x="4912226" y="310543"/>
                  </a:lnTo>
                  <a:lnTo>
                    <a:pt x="4912334" y="310543"/>
                  </a:lnTo>
                  <a:lnTo>
                    <a:pt x="4912443" y="310543"/>
                  </a:lnTo>
                  <a:lnTo>
                    <a:pt x="4912551" y="310543"/>
                  </a:lnTo>
                  <a:lnTo>
                    <a:pt x="4912660" y="310543"/>
                  </a:lnTo>
                  <a:lnTo>
                    <a:pt x="4912660" y="309920"/>
                  </a:lnTo>
                  <a:lnTo>
                    <a:pt x="4912768" y="309920"/>
                  </a:lnTo>
                  <a:lnTo>
                    <a:pt x="4912877" y="309920"/>
                  </a:lnTo>
                  <a:lnTo>
                    <a:pt x="4912985" y="309920"/>
                  </a:lnTo>
                  <a:lnTo>
                    <a:pt x="4913093" y="309920"/>
                  </a:lnTo>
                  <a:lnTo>
                    <a:pt x="4913202" y="309920"/>
                  </a:lnTo>
                  <a:lnTo>
                    <a:pt x="4913310" y="309920"/>
                  </a:lnTo>
                  <a:lnTo>
                    <a:pt x="4913419" y="309920"/>
                  </a:lnTo>
                  <a:lnTo>
                    <a:pt x="4913527" y="309920"/>
                  </a:lnTo>
                  <a:lnTo>
                    <a:pt x="4913636" y="309920"/>
                  </a:lnTo>
                  <a:lnTo>
                    <a:pt x="4913744" y="309920"/>
                  </a:lnTo>
                  <a:lnTo>
                    <a:pt x="4913853" y="309920"/>
                  </a:lnTo>
                  <a:lnTo>
                    <a:pt x="4913961" y="309920"/>
                  </a:lnTo>
                  <a:lnTo>
                    <a:pt x="4914069" y="309920"/>
                  </a:lnTo>
                  <a:lnTo>
                    <a:pt x="4914178" y="309920"/>
                  </a:lnTo>
                  <a:lnTo>
                    <a:pt x="4914286" y="309920"/>
                  </a:lnTo>
                  <a:lnTo>
                    <a:pt x="4914395" y="309920"/>
                  </a:lnTo>
                  <a:lnTo>
                    <a:pt x="4914503" y="309920"/>
                  </a:lnTo>
                  <a:lnTo>
                    <a:pt x="4914612" y="309920"/>
                  </a:lnTo>
                  <a:lnTo>
                    <a:pt x="4914720" y="309920"/>
                  </a:lnTo>
                  <a:lnTo>
                    <a:pt x="4914829" y="309920"/>
                  </a:lnTo>
                  <a:lnTo>
                    <a:pt x="4914937" y="309920"/>
                  </a:lnTo>
                  <a:lnTo>
                    <a:pt x="4914937" y="309296"/>
                  </a:lnTo>
                  <a:lnTo>
                    <a:pt x="4915045" y="309296"/>
                  </a:lnTo>
                  <a:lnTo>
                    <a:pt x="4915154" y="309296"/>
                  </a:lnTo>
                  <a:lnTo>
                    <a:pt x="4915262" y="309296"/>
                  </a:lnTo>
                  <a:lnTo>
                    <a:pt x="4915371" y="309296"/>
                  </a:lnTo>
                  <a:lnTo>
                    <a:pt x="4915479" y="309296"/>
                  </a:lnTo>
                  <a:lnTo>
                    <a:pt x="4915588" y="309296"/>
                  </a:lnTo>
                  <a:lnTo>
                    <a:pt x="4915696" y="309296"/>
                  </a:lnTo>
                  <a:lnTo>
                    <a:pt x="4915805" y="309296"/>
                  </a:lnTo>
                  <a:lnTo>
                    <a:pt x="4915913" y="309296"/>
                  </a:lnTo>
                  <a:lnTo>
                    <a:pt x="4916022" y="309296"/>
                  </a:lnTo>
                  <a:lnTo>
                    <a:pt x="4916130" y="309296"/>
                  </a:lnTo>
                  <a:lnTo>
                    <a:pt x="4916238" y="309296"/>
                  </a:lnTo>
                  <a:lnTo>
                    <a:pt x="4916347" y="309296"/>
                  </a:lnTo>
                  <a:lnTo>
                    <a:pt x="4916455" y="309296"/>
                  </a:lnTo>
                  <a:lnTo>
                    <a:pt x="4916564" y="309296"/>
                  </a:lnTo>
                  <a:lnTo>
                    <a:pt x="4916672" y="309296"/>
                  </a:lnTo>
                  <a:lnTo>
                    <a:pt x="4916781" y="309296"/>
                  </a:lnTo>
                  <a:lnTo>
                    <a:pt x="4916889" y="309296"/>
                  </a:lnTo>
                  <a:lnTo>
                    <a:pt x="4916998" y="309296"/>
                  </a:lnTo>
                  <a:lnTo>
                    <a:pt x="4916998" y="308673"/>
                  </a:lnTo>
                  <a:lnTo>
                    <a:pt x="4917106" y="308673"/>
                  </a:lnTo>
                  <a:lnTo>
                    <a:pt x="4917214" y="308673"/>
                  </a:lnTo>
                  <a:lnTo>
                    <a:pt x="4917323" y="308673"/>
                  </a:lnTo>
                  <a:lnTo>
                    <a:pt x="4917431" y="308673"/>
                  </a:lnTo>
                  <a:lnTo>
                    <a:pt x="4917540" y="308673"/>
                  </a:lnTo>
                  <a:lnTo>
                    <a:pt x="4917648" y="308673"/>
                  </a:lnTo>
                  <a:lnTo>
                    <a:pt x="4917757" y="308673"/>
                  </a:lnTo>
                  <a:lnTo>
                    <a:pt x="4917865" y="308673"/>
                  </a:lnTo>
                  <a:lnTo>
                    <a:pt x="4917974" y="308673"/>
                  </a:lnTo>
                  <a:lnTo>
                    <a:pt x="4918082" y="308673"/>
                  </a:lnTo>
                  <a:lnTo>
                    <a:pt x="4918190" y="308673"/>
                  </a:lnTo>
                  <a:lnTo>
                    <a:pt x="4918299" y="308673"/>
                  </a:lnTo>
                  <a:lnTo>
                    <a:pt x="4918299" y="308049"/>
                  </a:lnTo>
                  <a:lnTo>
                    <a:pt x="4918407" y="308049"/>
                  </a:lnTo>
                  <a:lnTo>
                    <a:pt x="4918516" y="308049"/>
                  </a:lnTo>
                  <a:lnTo>
                    <a:pt x="4918624" y="308049"/>
                  </a:lnTo>
                  <a:lnTo>
                    <a:pt x="4918733" y="308049"/>
                  </a:lnTo>
                  <a:lnTo>
                    <a:pt x="4918841" y="308049"/>
                  </a:lnTo>
                  <a:lnTo>
                    <a:pt x="4918950" y="308049"/>
                  </a:lnTo>
                  <a:lnTo>
                    <a:pt x="4919058" y="308049"/>
                  </a:lnTo>
                  <a:lnTo>
                    <a:pt x="4919166" y="308049"/>
                  </a:lnTo>
                  <a:lnTo>
                    <a:pt x="4919275" y="308049"/>
                  </a:lnTo>
                  <a:lnTo>
                    <a:pt x="4919383" y="308049"/>
                  </a:lnTo>
                  <a:lnTo>
                    <a:pt x="4919492" y="308049"/>
                  </a:lnTo>
                  <a:lnTo>
                    <a:pt x="4919600" y="308049"/>
                  </a:lnTo>
                  <a:lnTo>
                    <a:pt x="4919709" y="308049"/>
                  </a:lnTo>
                  <a:lnTo>
                    <a:pt x="4919817" y="308049"/>
                  </a:lnTo>
                  <a:lnTo>
                    <a:pt x="4919817" y="307426"/>
                  </a:lnTo>
                  <a:lnTo>
                    <a:pt x="4919926" y="307426"/>
                  </a:lnTo>
                  <a:lnTo>
                    <a:pt x="4920034" y="307426"/>
                  </a:lnTo>
                  <a:lnTo>
                    <a:pt x="4920143" y="307426"/>
                  </a:lnTo>
                  <a:lnTo>
                    <a:pt x="4920251" y="307426"/>
                  </a:lnTo>
                  <a:lnTo>
                    <a:pt x="4920359" y="307426"/>
                  </a:lnTo>
                  <a:lnTo>
                    <a:pt x="4920468" y="307426"/>
                  </a:lnTo>
                  <a:lnTo>
                    <a:pt x="4920576" y="307426"/>
                  </a:lnTo>
                  <a:lnTo>
                    <a:pt x="4920685" y="307426"/>
                  </a:lnTo>
                  <a:lnTo>
                    <a:pt x="4920793" y="307426"/>
                  </a:lnTo>
                  <a:lnTo>
                    <a:pt x="4920902" y="307426"/>
                  </a:lnTo>
                  <a:lnTo>
                    <a:pt x="4921010" y="307426"/>
                  </a:lnTo>
                  <a:lnTo>
                    <a:pt x="4921119" y="307426"/>
                  </a:lnTo>
                  <a:lnTo>
                    <a:pt x="4921227" y="307426"/>
                  </a:lnTo>
                  <a:lnTo>
                    <a:pt x="4921227" y="306802"/>
                  </a:lnTo>
                  <a:lnTo>
                    <a:pt x="4921335" y="306802"/>
                  </a:lnTo>
                  <a:lnTo>
                    <a:pt x="4921444" y="306802"/>
                  </a:lnTo>
                  <a:lnTo>
                    <a:pt x="4921552" y="306802"/>
                  </a:lnTo>
                  <a:lnTo>
                    <a:pt x="4921661" y="306802"/>
                  </a:lnTo>
                  <a:lnTo>
                    <a:pt x="4921769" y="306802"/>
                  </a:lnTo>
                  <a:lnTo>
                    <a:pt x="4921878" y="306802"/>
                  </a:lnTo>
                  <a:lnTo>
                    <a:pt x="4921986" y="306802"/>
                  </a:lnTo>
                  <a:lnTo>
                    <a:pt x="4922095" y="306802"/>
                  </a:lnTo>
                  <a:lnTo>
                    <a:pt x="4922203" y="306802"/>
                  </a:lnTo>
                  <a:lnTo>
                    <a:pt x="4922311" y="306802"/>
                  </a:lnTo>
                  <a:lnTo>
                    <a:pt x="4922420" y="306802"/>
                  </a:lnTo>
                  <a:lnTo>
                    <a:pt x="4922528" y="306802"/>
                  </a:lnTo>
                  <a:lnTo>
                    <a:pt x="4922528" y="306178"/>
                  </a:lnTo>
                  <a:lnTo>
                    <a:pt x="4922637" y="306178"/>
                  </a:lnTo>
                  <a:lnTo>
                    <a:pt x="4922745" y="306178"/>
                  </a:lnTo>
                  <a:lnTo>
                    <a:pt x="4922854" y="306178"/>
                  </a:lnTo>
                  <a:lnTo>
                    <a:pt x="4922962" y="306178"/>
                  </a:lnTo>
                  <a:lnTo>
                    <a:pt x="4923071" y="306178"/>
                  </a:lnTo>
                  <a:lnTo>
                    <a:pt x="4923179" y="306178"/>
                  </a:lnTo>
                  <a:lnTo>
                    <a:pt x="4923287" y="306178"/>
                  </a:lnTo>
                  <a:lnTo>
                    <a:pt x="4923396" y="306178"/>
                  </a:lnTo>
                  <a:lnTo>
                    <a:pt x="4923504" y="306178"/>
                  </a:lnTo>
                  <a:lnTo>
                    <a:pt x="4923613" y="306178"/>
                  </a:lnTo>
                  <a:lnTo>
                    <a:pt x="4923721" y="306178"/>
                  </a:lnTo>
                  <a:lnTo>
                    <a:pt x="4923830" y="306178"/>
                  </a:lnTo>
                  <a:lnTo>
                    <a:pt x="4923938" y="306178"/>
                  </a:lnTo>
                  <a:lnTo>
                    <a:pt x="4924047" y="306178"/>
                  </a:lnTo>
                  <a:lnTo>
                    <a:pt x="4924155" y="306178"/>
                  </a:lnTo>
                  <a:lnTo>
                    <a:pt x="4924264" y="306178"/>
                  </a:lnTo>
                  <a:lnTo>
                    <a:pt x="4924372" y="306178"/>
                  </a:lnTo>
                  <a:lnTo>
                    <a:pt x="4924480" y="306178"/>
                  </a:lnTo>
                  <a:lnTo>
                    <a:pt x="4924589" y="306178"/>
                  </a:lnTo>
                  <a:lnTo>
                    <a:pt x="4924697" y="306178"/>
                  </a:lnTo>
                  <a:lnTo>
                    <a:pt x="4924806" y="306178"/>
                  </a:lnTo>
                  <a:lnTo>
                    <a:pt x="4924806" y="305555"/>
                  </a:lnTo>
                  <a:lnTo>
                    <a:pt x="4924914" y="305555"/>
                  </a:lnTo>
                  <a:lnTo>
                    <a:pt x="4925023" y="305555"/>
                  </a:lnTo>
                  <a:lnTo>
                    <a:pt x="4925131" y="305555"/>
                  </a:lnTo>
                  <a:lnTo>
                    <a:pt x="4925240" y="305555"/>
                  </a:lnTo>
                  <a:lnTo>
                    <a:pt x="4925348" y="305555"/>
                  </a:lnTo>
                  <a:lnTo>
                    <a:pt x="4925348" y="304931"/>
                  </a:lnTo>
                  <a:lnTo>
                    <a:pt x="4925456" y="304931"/>
                  </a:lnTo>
                  <a:lnTo>
                    <a:pt x="4925565" y="304931"/>
                  </a:lnTo>
                  <a:lnTo>
                    <a:pt x="4925673" y="304931"/>
                  </a:lnTo>
                  <a:lnTo>
                    <a:pt x="4925782" y="304931"/>
                  </a:lnTo>
                  <a:lnTo>
                    <a:pt x="4925890" y="304931"/>
                  </a:lnTo>
                  <a:lnTo>
                    <a:pt x="4925999" y="304931"/>
                  </a:lnTo>
                  <a:lnTo>
                    <a:pt x="4926107" y="304931"/>
                  </a:lnTo>
                  <a:lnTo>
                    <a:pt x="4926216" y="304931"/>
                  </a:lnTo>
                  <a:lnTo>
                    <a:pt x="4926324" y="304931"/>
                  </a:lnTo>
                  <a:lnTo>
                    <a:pt x="4926432" y="304931"/>
                  </a:lnTo>
                  <a:lnTo>
                    <a:pt x="4926432" y="304308"/>
                  </a:lnTo>
                  <a:lnTo>
                    <a:pt x="4926541" y="304308"/>
                  </a:lnTo>
                  <a:lnTo>
                    <a:pt x="4926649" y="304308"/>
                  </a:lnTo>
                  <a:lnTo>
                    <a:pt x="4926758" y="304308"/>
                  </a:lnTo>
                  <a:lnTo>
                    <a:pt x="4926866" y="304308"/>
                  </a:lnTo>
                  <a:lnTo>
                    <a:pt x="4926975" y="304308"/>
                  </a:lnTo>
                  <a:lnTo>
                    <a:pt x="4927083" y="304308"/>
                  </a:lnTo>
                  <a:lnTo>
                    <a:pt x="4927083" y="303684"/>
                  </a:lnTo>
                  <a:lnTo>
                    <a:pt x="4927192" y="303684"/>
                  </a:lnTo>
                  <a:lnTo>
                    <a:pt x="4927300" y="303684"/>
                  </a:lnTo>
                  <a:lnTo>
                    <a:pt x="4927408" y="303684"/>
                  </a:lnTo>
                  <a:lnTo>
                    <a:pt x="4927517" y="303684"/>
                  </a:lnTo>
                  <a:lnTo>
                    <a:pt x="4927625" y="303684"/>
                  </a:lnTo>
                  <a:lnTo>
                    <a:pt x="4927734" y="303684"/>
                  </a:lnTo>
                  <a:lnTo>
                    <a:pt x="4927842" y="303684"/>
                  </a:lnTo>
                  <a:lnTo>
                    <a:pt x="4927951" y="303684"/>
                  </a:lnTo>
                  <a:lnTo>
                    <a:pt x="4928059" y="303684"/>
                  </a:lnTo>
                  <a:lnTo>
                    <a:pt x="4928168" y="303684"/>
                  </a:lnTo>
                  <a:lnTo>
                    <a:pt x="4928276" y="303684"/>
                  </a:lnTo>
                  <a:lnTo>
                    <a:pt x="4928385" y="303684"/>
                  </a:lnTo>
                  <a:lnTo>
                    <a:pt x="4928493" y="303684"/>
                  </a:lnTo>
                  <a:lnTo>
                    <a:pt x="4928601" y="303684"/>
                  </a:lnTo>
                  <a:lnTo>
                    <a:pt x="4928710" y="303684"/>
                  </a:lnTo>
                  <a:lnTo>
                    <a:pt x="4928818" y="303684"/>
                  </a:lnTo>
                  <a:lnTo>
                    <a:pt x="4928927" y="303684"/>
                  </a:lnTo>
                  <a:lnTo>
                    <a:pt x="4929035" y="303684"/>
                  </a:lnTo>
                  <a:lnTo>
                    <a:pt x="4929144" y="303684"/>
                  </a:lnTo>
                  <a:lnTo>
                    <a:pt x="4929252" y="303684"/>
                  </a:lnTo>
                  <a:lnTo>
                    <a:pt x="4929361" y="303684"/>
                  </a:lnTo>
                  <a:lnTo>
                    <a:pt x="4929469" y="303684"/>
                  </a:lnTo>
                  <a:lnTo>
                    <a:pt x="4929577" y="303684"/>
                  </a:lnTo>
                  <a:lnTo>
                    <a:pt x="4929686" y="303684"/>
                  </a:lnTo>
                  <a:lnTo>
                    <a:pt x="4929794" y="303684"/>
                  </a:lnTo>
                  <a:lnTo>
                    <a:pt x="4929903" y="303684"/>
                  </a:lnTo>
                  <a:lnTo>
                    <a:pt x="4930011" y="303684"/>
                  </a:lnTo>
                  <a:lnTo>
                    <a:pt x="4930120" y="303684"/>
                  </a:lnTo>
                  <a:lnTo>
                    <a:pt x="4930228" y="303684"/>
                  </a:lnTo>
                  <a:lnTo>
                    <a:pt x="4930337" y="303684"/>
                  </a:lnTo>
                  <a:lnTo>
                    <a:pt x="4930445" y="303684"/>
                  </a:lnTo>
                  <a:lnTo>
                    <a:pt x="4930445" y="303061"/>
                  </a:lnTo>
                  <a:lnTo>
                    <a:pt x="4930553" y="303061"/>
                  </a:lnTo>
                  <a:lnTo>
                    <a:pt x="4930662" y="303061"/>
                  </a:lnTo>
                  <a:lnTo>
                    <a:pt x="4930770" y="303061"/>
                  </a:lnTo>
                  <a:lnTo>
                    <a:pt x="4930879" y="303061"/>
                  </a:lnTo>
                  <a:lnTo>
                    <a:pt x="4930987" y="303061"/>
                  </a:lnTo>
                  <a:lnTo>
                    <a:pt x="4931096" y="303061"/>
                  </a:lnTo>
                  <a:lnTo>
                    <a:pt x="4931204" y="303061"/>
                  </a:lnTo>
                  <a:lnTo>
                    <a:pt x="4931313" y="303061"/>
                  </a:lnTo>
                  <a:lnTo>
                    <a:pt x="4931421" y="303061"/>
                  </a:lnTo>
                  <a:lnTo>
                    <a:pt x="4931529" y="303061"/>
                  </a:lnTo>
                  <a:lnTo>
                    <a:pt x="4931638" y="303061"/>
                  </a:lnTo>
                  <a:lnTo>
                    <a:pt x="4931746" y="303061"/>
                  </a:lnTo>
                  <a:lnTo>
                    <a:pt x="4931855" y="303061"/>
                  </a:lnTo>
                  <a:lnTo>
                    <a:pt x="4931963" y="303061"/>
                  </a:lnTo>
                  <a:lnTo>
                    <a:pt x="4932072" y="303061"/>
                  </a:lnTo>
                  <a:lnTo>
                    <a:pt x="4932180" y="303061"/>
                  </a:lnTo>
                  <a:lnTo>
                    <a:pt x="4932289" y="303061"/>
                  </a:lnTo>
                  <a:lnTo>
                    <a:pt x="4932397" y="303061"/>
                  </a:lnTo>
                  <a:lnTo>
                    <a:pt x="4932506" y="303061"/>
                  </a:lnTo>
                  <a:lnTo>
                    <a:pt x="4932614" y="303061"/>
                  </a:lnTo>
                  <a:lnTo>
                    <a:pt x="4932614" y="302437"/>
                  </a:lnTo>
                  <a:lnTo>
                    <a:pt x="4932722" y="302437"/>
                  </a:lnTo>
                  <a:lnTo>
                    <a:pt x="4932831" y="302437"/>
                  </a:lnTo>
                  <a:lnTo>
                    <a:pt x="4932939" y="302437"/>
                  </a:lnTo>
                  <a:lnTo>
                    <a:pt x="4933048" y="302437"/>
                  </a:lnTo>
                  <a:lnTo>
                    <a:pt x="4933156" y="302437"/>
                  </a:lnTo>
                  <a:lnTo>
                    <a:pt x="4933265" y="302437"/>
                  </a:lnTo>
                  <a:lnTo>
                    <a:pt x="4933373" y="302437"/>
                  </a:lnTo>
                  <a:lnTo>
                    <a:pt x="4933482" y="302437"/>
                  </a:lnTo>
                  <a:lnTo>
                    <a:pt x="4933590" y="302437"/>
                  </a:lnTo>
                  <a:lnTo>
                    <a:pt x="4933698" y="302437"/>
                  </a:lnTo>
                  <a:lnTo>
                    <a:pt x="4933698" y="301813"/>
                  </a:lnTo>
                  <a:lnTo>
                    <a:pt x="4933807" y="301813"/>
                  </a:lnTo>
                  <a:lnTo>
                    <a:pt x="4933915" y="301813"/>
                  </a:lnTo>
                  <a:lnTo>
                    <a:pt x="4934024" y="301813"/>
                  </a:lnTo>
                  <a:lnTo>
                    <a:pt x="4934132" y="301813"/>
                  </a:lnTo>
                  <a:lnTo>
                    <a:pt x="4934241" y="301813"/>
                  </a:lnTo>
                  <a:lnTo>
                    <a:pt x="4934349" y="301813"/>
                  </a:lnTo>
                  <a:lnTo>
                    <a:pt x="4934458" y="301813"/>
                  </a:lnTo>
                  <a:lnTo>
                    <a:pt x="4934566" y="301813"/>
                  </a:lnTo>
                  <a:lnTo>
                    <a:pt x="4934674" y="301813"/>
                  </a:lnTo>
                  <a:lnTo>
                    <a:pt x="4934783" y="301813"/>
                  </a:lnTo>
                  <a:lnTo>
                    <a:pt x="4934891" y="301813"/>
                  </a:lnTo>
                  <a:lnTo>
                    <a:pt x="4935000" y="301813"/>
                  </a:lnTo>
                  <a:lnTo>
                    <a:pt x="4935108" y="301813"/>
                  </a:lnTo>
                  <a:lnTo>
                    <a:pt x="4935217" y="301813"/>
                  </a:lnTo>
                  <a:lnTo>
                    <a:pt x="4935325" y="301813"/>
                  </a:lnTo>
                  <a:lnTo>
                    <a:pt x="4935434" y="301813"/>
                  </a:lnTo>
                  <a:lnTo>
                    <a:pt x="4935542" y="301813"/>
                  </a:lnTo>
                  <a:lnTo>
                    <a:pt x="4935650" y="301813"/>
                  </a:lnTo>
                  <a:lnTo>
                    <a:pt x="4935759" y="301813"/>
                  </a:lnTo>
                  <a:lnTo>
                    <a:pt x="4935867" y="301813"/>
                  </a:lnTo>
                  <a:lnTo>
                    <a:pt x="4935976" y="301813"/>
                  </a:lnTo>
                  <a:lnTo>
                    <a:pt x="4936084" y="301813"/>
                  </a:lnTo>
                  <a:lnTo>
                    <a:pt x="4936193" y="301813"/>
                  </a:lnTo>
                  <a:lnTo>
                    <a:pt x="4936301" y="301813"/>
                  </a:lnTo>
                  <a:lnTo>
                    <a:pt x="4936410" y="301813"/>
                  </a:lnTo>
                  <a:lnTo>
                    <a:pt x="4936518" y="301813"/>
                  </a:lnTo>
                  <a:lnTo>
                    <a:pt x="4936626" y="301813"/>
                  </a:lnTo>
                  <a:lnTo>
                    <a:pt x="4936735" y="301813"/>
                  </a:lnTo>
                  <a:lnTo>
                    <a:pt x="4936843" y="301813"/>
                  </a:lnTo>
                  <a:lnTo>
                    <a:pt x="4936952" y="301813"/>
                  </a:lnTo>
                  <a:lnTo>
                    <a:pt x="4937060" y="301813"/>
                  </a:lnTo>
                  <a:lnTo>
                    <a:pt x="4937169" y="301813"/>
                  </a:lnTo>
                  <a:lnTo>
                    <a:pt x="4937277" y="301813"/>
                  </a:lnTo>
                  <a:lnTo>
                    <a:pt x="4937386" y="301813"/>
                  </a:lnTo>
                  <a:lnTo>
                    <a:pt x="4937494" y="301813"/>
                  </a:lnTo>
                  <a:lnTo>
                    <a:pt x="4937603" y="301813"/>
                  </a:lnTo>
                  <a:lnTo>
                    <a:pt x="4937711" y="301813"/>
                  </a:lnTo>
                  <a:lnTo>
                    <a:pt x="4937711" y="301190"/>
                  </a:lnTo>
                  <a:lnTo>
                    <a:pt x="4937819" y="301190"/>
                  </a:lnTo>
                  <a:lnTo>
                    <a:pt x="4937928" y="301190"/>
                  </a:lnTo>
                  <a:lnTo>
                    <a:pt x="4938036" y="301190"/>
                  </a:lnTo>
                  <a:lnTo>
                    <a:pt x="4938145" y="301190"/>
                  </a:lnTo>
                  <a:lnTo>
                    <a:pt x="4938253" y="301190"/>
                  </a:lnTo>
                  <a:lnTo>
                    <a:pt x="4938362" y="301190"/>
                  </a:lnTo>
                  <a:lnTo>
                    <a:pt x="4938470" y="301190"/>
                  </a:lnTo>
                  <a:lnTo>
                    <a:pt x="4938579" y="301190"/>
                  </a:lnTo>
                  <a:lnTo>
                    <a:pt x="4938687" y="301190"/>
                  </a:lnTo>
                  <a:lnTo>
                    <a:pt x="4938795" y="301190"/>
                  </a:lnTo>
                  <a:lnTo>
                    <a:pt x="4938904" y="301190"/>
                  </a:lnTo>
                  <a:lnTo>
                    <a:pt x="4939012" y="301190"/>
                  </a:lnTo>
                  <a:lnTo>
                    <a:pt x="4939121" y="301190"/>
                  </a:lnTo>
                  <a:lnTo>
                    <a:pt x="4939229" y="301190"/>
                  </a:lnTo>
                  <a:lnTo>
                    <a:pt x="4939338" y="301190"/>
                  </a:lnTo>
                  <a:lnTo>
                    <a:pt x="4939446" y="301190"/>
                  </a:lnTo>
                  <a:lnTo>
                    <a:pt x="4939555" y="301190"/>
                  </a:lnTo>
                  <a:lnTo>
                    <a:pt x="4939663" y="301190"/>
                  </a:lnTo>
                  <a:lnTo>
                    <a:pt x="4939771" y="301190"/>
                  </a:lnTo>
                  <a:lnTo>
                    <a:pt x="4939880" y="301190"/>
                  </a:lnTo>
                  <a:lnTo>
                    <a:pt x="4939988" y="301190"/>
                  </a:lnTo>
                  <a:lnTo>
                    <a:pt x="4940097" y="301190"/>
                  </a:lnTo>
                  <a:lnTo>
                    <a:pt x="4940205" y="301190"/>
                  </a:lnTo>
                  <a:lnTo>
                    <a:pt x="4940314" y="301190"/>
                  </a:lnTo>
                  <a:lnTo>
                    <a:pt x="4940422" y="301190"/>
                  </a:lnTo>
                  <a:lnTo>
                    <a:pt x="4940531" y="301190"/>
                  </a:lnTo>
                  <a:lnTo>
                    <a:pt x="4940639" y="301190"/>
                  </a:lnTo>
                  <a:lnTo>
                    <a:pt x="4940747" y="301190"/>
                  </a:lnTo>
                  <a:lnTo>
                    <a:pt x="4940856" y="301190"/>
                  </a:lnTo>
                  <a:lnTo>
                    <a:pt x="4940964" y="301190"/>
                  </a:lnTo>
                  <a:lnTo>
                    <a:pt x="4941073" y="301190"/>
                  </a:lnTo>
                  <a:lnTo>
                    <a:pt x="4941181" y="301190"/>
                  </a:lnTo>
                  <a:lnTo>
                    <a:pt x="4941290" y="301190"/>
                  </a:lnTo>
                  <a:lnTo>
                    <a:pt x="4941398" y="301190"/>
                  </a:lnTo>
                  <a:lnTo>
                    <a:pt x="4941507" y="301190"/>
                  </a:lnTo>
                  <a:lnTo>
                    <a:pt x="4941615" y="301190"/>
                  </a:lnTo>
                  <a:lnTo>
                    <a:pt x="4941724" y="301190"/>
                  </a:lnTo>
                  <a:lnTo>
                    <a:pt x="4941832" y="301190"/>
                  </a:lnTo>
                  <a:lnTo>
                    <a:pt x="4941940" y="301190"/>
                  </a:lnTo>
                  <a:lnTo>
                    <a:pt x="4942049" y="301190"/>
                  </a:lnTo>
                  <a:lnTo>
                    <a:pt x="4942157" y="301190"/>
                  </a:lnTo>
                  <a:lnTo>
                    <a:pt x="4942266" y="301190"/>
                  </a:lnTo>
                  <a:lnTo>
                    <a:pt x="4942374" y="301190"/>
                  </a:lnTo>
                  <a:lnTo>
                    <a:pt x="4942483" y="301190"/>
                  </a:lnTo>
                  <a:lnTo>
                    <a:pt x="4942591" y="301190"/>
                  </a:lnTo>
                  <a:lnTo>
                    <a:pt x="4942700" y="301190"/>
                  </a:lnTo>
                  <a:lnTo>
                    <a:pt x="4942700" y="300566"/>
                  </a:lnTo>
                  <a:lnTo>
                    <a:pt x="4942808" y="300566"/>
                  </a:lnTo>
                  <a:lnTo>
                    <a:pt x="4942916" y="300566"/>
                  </a:lnTo>
                  <a:lnTo>
                    <a:pt x="4943025" y="300566"/>
                  </a:lnTo>
                  <a:lnTo>
                    <a:pt x="4943133" y="300566"/>
                  </a:lnTo>
                  <a:lnTo>
                    <a:pt x="4943242" y="300566"/>
                  </a:lnTo>
                  <a:lnTo>
                    <a:pt x="4943350" y="300566"/>
                  </a:lnTo>
                  <a:lnTo>
                    <a:pt x="4943459" y="300566"/>
                  </a:lnTo>
                  <a:lnTo>
                    <a:pt x="4943459" y="299943"/>
                  </a:lnTo>
                  <a:lnTo>
                    <a:pt x="4943567" y="299943"/>
                  </a:lnTo>
                  <a:lnTo>
                    <a:pt x="4943676" y="299943"/>
                  </a:lnTo>
                  <a:lnTo>
                    <a:pt x="4943784" y="299943"/>
                  </a:lnTo>
                  <a:lnTo>
                    <a:pt x="4943892" y="299943"/>
                  </a:lnTo>
                  <a:lnTo>
                    <a:pt x="4944001" y="299943"/>
                  </a:lnTo>
                  <a:lnTo>
                    <a:pt x="4944109" y="299943"/>
                  </a:lnTo>
                  <a:lnTo>
                    <a:pt x="4944218" y="299943"/>
                  </a:lnTo>
                  <a:lnTo>
                    <a:pt x="4944326" y="299943"/>
                  </a:lnTo>
                  <a:lnTo>
                    <a:pt x="4944435" y="299943"/>
                  </a:lnTo>
                  <a:lnTo>
                    <a:pt x="4944435" y="299319"/>
                  </a:lnTo>
                  <a:lnTo>
                    <a:pt x="4944543" y="299319"/>
                  </a:lnTo>
                  <a:lnTo>
                    <a:pt x="4944652" y="299319"/>
                  </a:lnTo>
                  <a:lnTo>
                    <a:pt x="4944760" y="299319"/>
                  </a:lnTo>
                  <a:lnTo>
                    <a:pt x="4944868" y="299319"/>
                  </a:lnTo>
                  <a:lnTo>
                    <a:pt x="4944977" y="299319"/>
                  </a:lnTo>
                  <a:lnTo>
                    <a:pt x="4945085" y="299319"/>
                  </a:lnTo>
                  <a:lnTo>
                    <a:pt x="4945194" y="299319"/>
                  </a:lnTo>
                  <a:lnTo>
                    <a:pt x="4945302" y="299319"/>
                  </a:lnTo>
                  <a:lnTo>
                    <a:pt x="4945411" y="299319"/>
                  </a:lnTo>
                  <a:lnTo>
                    <a:pt x="4945519" y="299319"/>
                  </a:lnTo>
                  <a:lnTo>
                    <a:pt x="4945628" y="299319"/>
                  </a:lnTo>
                  <a:lnTo>
                    <a:pt x="4945736" y="299319"/>
                  </a:lnTo>
                  <a:lnTo>
                    <a:pt x="4945845" y="299319"/>
                  </a:lnTo>
                  <a:lnTo>
                    <a:pt x="4945953" y="299319"/>
                  </a:lnTo>
                  <a:lnTo>
                    <a:pt x="4946061" y="299319"/>
                  </a:lnTo>
                  <a:lnTo>
                    <a:pt x="4946170" y="299319"/>
                  </a:lnTo>
                  <a:lnTo>
                    <a:pt x="4946278" y="299319"/>
                  </a:lnTo>
                  <a:lnTo>
                    <a:pt x="4946387" y="299319"/>
                  </a:lnTo>
                  <a:lnTo>
                    <a:pt x="4946495" y="299319"/>
                  </a:lnTo>
                  <a:lnTo>
                    <a:pt x="4946604" y="299319"/>
                  </a:lnTo>
                  <a:lnTo>
                    <a:pt x="4946712" y="299319"/>
                  </a:lnTo>
                  <a:lnTo>
                    <a:pt x="4946821" y="299319"/>
                  </a:lnTo>
                  <a:lnTo>
                    <a:pt x="4946929" y="299319"/>
                  </a:lnTo>
                  <a:lnTo>
                    <a:pt x="4947037" y="299319"/>
                  </a:lnTo>
                  <a:lnTo>
                    <a:pt x="4947146" y="299319"/>
                  </a:lnTo>
                  <a:lnTo>
                    <a:pt x="4947254" y="299319"/>
                  </a:lnTo>
                  <a:lnTo>
                    <a:pt x="4947363" y="299319"/>
                  </a:lnTo>
                  <a:lnTo>
                    <a:pt x="4947471" y="299319"/>
                  </a:lnTo>
                  <a:lnTo>
                    <a:pt x="4947580" y="299319"/>
                  </a:lnTo>
                  <a:lnTo>
                    <a:pt x="4947688" y="299319"/>
                  </a:lnTo>
                  <a:lnTo>
                    <a:pt x="4947797" y="299319"/>
                  </a:lnTo>
                  <a:lnTo>
                    <a:pt x="4947905" y="299319"/>
                  </a:lnTo>
                  <a:lnTo>
                    <a:pt x="4948013" y="299319"/>
                  </a:lnTo>
                  <a:lnTo>
                    <a:pt x="4948122" y="299319"/>
                  </a:lnTo>
                  <a:lnTo>
                    <a:pt x="4948230" y="299319"/>
                  </a:lnTo>
                  <a:lnTo>
                    <a:pt x="4948339" y="299319"/>
                  </a:lnTo>
                  <a:lnTo>
                    <a:pt x="4948447" y="299319"/>
                  </a:lnTo>
                  <a:lnTo>
                    <a:pt x="4948556" y="299319"/>
                  </a:lnTo>
                  <a:lnTo>
                    <a:pt x="4948664" y="299319"/>
                  </a:lnTo>
                  <a:lnTo>
                    <a:pt x="4948773" y="299319"/>
                  </a:lnTo>
                  <a:lnTo>
                    <a:pt x="4948881" y="299319"/>
                  </a:lnTo>
                  <a:lnTo>
                    <a:pt x="4948989" y="299319"/>
                  </a:lnTo>
                  <a:lnTo>
                    <a:pt x="4949098" y="299319"/>
                  </a:lnTo>
                  <a:lnTo>
                    <a:pt x="4949206" y="299319"/>
                  </a:lnTo>
                  <a:lnTo>
                    <a:pt x="4949206" y="298695"/>
                  </a:lnTo>
                  <a:lnTo>
                    <a:pt x="4949315" y="298695"/>
                  </a:lnTo>
                  <a:lnTo>
                    <a:pt x="4949423" y="298695"/>
                  </a:lnTo>
                  <a:lnTo>
                    <a:pt x="4949532" y="298695"/>
                  </a:lnTo>
                  <a:lnTo>
                    <a:pt x="4949640" y="298695"/>
                  </a:lnTo>
                  <a:lnTo>
                    <a:pt x="4949749" y="298695"/>
                  </a:lnTo>
                  <a:lnTo>
                    <a:pt x="4949749" y="298072"/>
                  </a:lnTo>
                  <a:lnTo>
                    <a:pt x="4949857" y="298072"/>
                  </a:lnTo>
                  <a:lnTo>
                    <a:pt x="4949966" y="298072"/>
                  </a:lnTo>
                  <a:lnTo>
                    <a:pt x="4950074" y="298072"/>
                  </a:lnTo>
                  <a:lnTo>
                    <a:pt x="4950182" y="298072"/>
                  </a:lnTo>
                  <a:lnTo>
                    <a:pt x="4950182" y="297448"/>
                  </a:lnTo>
                  <a:lnTo>
                    <a:pt x="4950291" y="297448"/>
                  </a:lnTo>
                  <a:lnTo>
                    <a:pt x="4950399" y="297448"/>
                  </a:lnTo>
                  <a:lnTo>
                    <a:pt x="4950399" y="296825"/>
                  </a:lnTo>
                  <a:lnTo>
                    <a:pt x="4950508" y="296825"/>
                  </a:lnTo>
                  <a:lnTo>
                    <a:pt x="4950616" y="296825"/>
                  </a:lnTo>
                  <a:lnTo>
                    <a:pt x="4950725" y="296825"/>
                  </a:lnTo>
                  <a:lnTo>
                    <a:pt x="4950833" y="296825"/>
                  </a:lnTo>
                  <a:lnTo>
                    <a:pt x="4950942" y="296825"/>
                  </a:lnTo>
                  <a:lnTo>
                    <a:pt x="4951050" y="296825"/>
                  </a:lnTo>
                  <a:lnTo>
                    <a:pt x="4951050" y="296201"/>
                  </a:lnTo>
                  <a:lnTo>
                    <a:pt x="4951158" y="296201"/>
                  </a:lnTo>
                  <a:lnTo>
                    <a:pt x="4951267" y="296201"/>
                  </a:lnTo>
                  <a:lnTo>
                    <a:pt x="4951375" y="296201"/>
                  </a:lnTo>
                  <a:lnTo>
                    <a:pt x="4951484" y="296201"/>
                  </a:lnTo>
                  <a:lnTo>
                    <a:pt x="4951592" y="296201"/>
                  </a:lnTo>
                  <a:lnTo>
                    <a:pt x="4951701" y="296201"/>
                  </a:lnTo>
                  <a:lnTo>
                    <a:pt x="4951809" y="296201"/>
                  </a:lnTo>
                  <a:lnTo>
                    <a:pt x="4951918" y="296201"/>
                  </a:lnTo>
                  <a:lnTo>
                    <a:pt x="4952026" y="296201"/>
                  </a:lnTo>
                  <a:lnTo>
                    <a:pt x="4952134" y="296201"/>
                  </a:lnTo>
                  <a:lnTo>
                    <a:pt x="4952243" y="296201"/>
                  </a:lnTo>
                  <a:lnTo>
                    <a:pt x="4952351" y="296201"/>
                  </a:lnTo>
                  <a:lnTo>
                    <a:pt x="4952460" y="296201"/>
                  </a:lnTo>
                  <a:lnTo>
                    <a:pt x="4952568" y="296201"/>
                  </a:lnTo>
                  <a:lnTo>
                    <a:pt x="4952677" y="296201"/>
                  </a:lnTo>
                  <a:lnTo>
                    <a:pt x="4952785" y="296201"/>
                  </a:lnTo>
                  <a:lnTo>
                    <a:pt x="4952894" y="296201"/>
                  </a:lnTo>
                  <a:lnTo>
                    <a:pt x="4953002" y="296201"/>
                  </a:lnTo>
                  <a:lnTo>
                    <a:pt x="4953110" y="296201"/>
                  </a:lnTo>
                  <a:lnTo>
                    <a:pt x="4953219" y="296201"/>
                  </a:lnTo>
                  <a:lnTo>
                    <a:pt x="4953327" y="296201"/>
                  </a:lnTo>
                  <a:lnTo>
                    <a:pt x="4953436" y="296201"/>
                  </a:lnTo>
                  <a:lnTo>
                    <a:pt x="4953544" y="296201"/>
                  </a:lnTo>
                  <a:lnTo>
                    <a:pt x="4953653" y="296201"/>
                  </a:lnTo>
                  <a:lnTo>
                    <a:pt x="4953761" y="296201"/>
                  </a:lnTo>
                  <a:lnTo>
                    <a:pt x="4953870" y="296201"/>
                  </a:lnTo>
                  <a:lnTo>
                    <a:pt x="4953978" y="296201"/>
                  </a:lnTo>
                  <a:lnTo>
                    <a:pt x="4954087" y="296201"/>
                  </a:lnTo>
                  <a:lnTo>
                    <a:pt x="4954087" y="295578"/>
                  </a:lnTo>
                  <a:lnTo>
                    <a:pt x="4954195" y="295578"/>
                  </a:lnTo>
                  <a:lnTo>
                    <a:pt x="4954303" y="295578"/>
                  </a:lnTo>
                  <a:lnTo>
                    <a:pt x="4954412" y="295578"/>
                  </a:lnTo>
                  <a:lnTo>
                    <a:pt x="4954520" y="295578"/>
                  </a:lnTo>
                  <a:lnTo>
                    <a:pt x="4954629" y="295578"/>
                  </a:lnTo>
                  <a:lnTo>
                    <a:pt x="4954737" y="295578"/>
                  </a:lnTo>
                  <a:lnTo>
                    <a:pt x="4954846" y="295578"/>
                  </a:lnTo>
                  <a:lnTo>
                    <a:pt x="4954954" y="295578"/>
                  </a:lnTo>
                  <a:lnTo>
                    <a:pt x="4955063" y="295578"/>
                  </a:lnTo>
                  <a:lnTo>
                    <a:pt x="4955171" y="295578"/>
                  </a:lnTo>
                  <a:lnTo>
                    <a:pt x="4955279" y="295578"/>
                  </a:lnTo>
                  <a:lnTo>
                    <a:pt x="4955388" y="295578"/>
                  </a:lnTo>
                  <a:lnTo>
                    <a:pt x="4955388" y="294954"/>
                  </a:lnTo>
                  <a:lnTo>
                    <a:pt x="4955496" y="294954"/>
                  </a:lnTo>
                  <a:lnTo>
                    <a:pt x="4955605" y="294954"/>
                  </a:lnTo>
                  <a:lnTo>
                    <a:pt x="4955713" y="294954"/>
                  </a:lnTo>
                  <a:lnTo>
                    <a:pt x="4955822" y="294954"/>
                  </a:lnTo>
                  <a:lnTo>
                    <a:pt x="4955930" y="294954"/>
                  </a:lnTo>
                  <a:lnTo>
                    <a:pt x="4956039" y="294954"/>
                  </a:lnTo>
                  <a:lnTo>
                    <a:pt x="4956147" y="294954"/>
                  </a:lnTo>
                  <a:lnTo>
                    <a:pt x="4956147" y="294330"/>
                  </a:lnTo>
                  <a:lnTo>
                    <a:pt x="4956255" y="294330"/>
                  </a:lnTo>
                  <a:lnTo>
                    <a:pt x="4956364" y="294330"/>
                  </a:lnTo>
                  <a:lnTo>
                    <a:pt x="4956472" y="294330"/>
                  </a:lnTo>
                  <a:lnTo>
                    <a:pt x="4956581" y="294330"/>
                  </a:lnTo>
                  <a:lnTo>
                    <a:pt x="4956689" y="294330"/>
                  </a:lnTo>
                  <a:lnTo>
                    <a:pt x="4956798" y="294330"/>
                  </a:lnTo>
                  <a:lnTo>
                    <a:pt x="4956906" y="294330"/>
                  </a:lnTo>
                  <a:lnTo>
                    <a:pt x="4957015" y="294330"/>
                  </a:lnTo>
                  <a:lnTo>
                    <a:pt x="4957123" y="294330"/>
                  </a:lnTo>
                  <a:lnTo>
                    <a:pt x="4957231" y="294330"/>
                  </a:lnTo>
                  <a:lnTo>
                    <a:pt x="4957340" y="294330"/>
                  </a:lnTo>
                  <a:lnTo>
                    <a:pt x="4957448" y="294330"/>
                  </a:lnTo>
                  <a:lnTo>
                    <a:pt x="4957557" y="294330"/>
                  </a:lnTo>
                  <a:lnTo>
                    <a:pt x="4957665" y="294330"/>
                  </a:lnTo>
                  <a:lnTo>
                    <a:pt x="4957774" y="294330"/>
                  </a:lnTo>
                  <a:lnTo>
                    <a:pt x="4957882" y="294330"/>
                  </a:lnTo>
                  <a:lnTo>
                    <a:pt x="4957991" y="294330"/>
                  </a:lnTo>
                  <a:lnTo>
                    <a:pt x="4958099" y="294330"/>
                  </a:lnTo>
                  <a:lnTo>
                    <a:pt x="4958207" y="294330"/>
                  </a:lnTo>
                  <a:lnTo>
                    <a:pt x="4958316" y="294330"/>
                  </a:lnTo>
                  <a:lnTo>
                    <a:pt x="4958424" y="294330"/>
                  </a:lnTo>
                  <a:lnTo>
                    <a:pt x="4958533" y="294330"/>
                  </a:lnTo>
                  <a:lnTo>
                    <a:pt x="4958641" y="294330"/>
                  </a:lnTo>
                  <a:lnTo>
                    <a:pt x="4958750" y="294330"/>
                  </a:lnTo>
                  <a:lnTo>
                    <a:pt x="4958858" y="294330"/>
                  </a:lnTo>
                  <a:lnTo>
                    <a:pt x="4958967" y="294330"/>
                  </a:lnTo>
                  <a:lnTo>
                    <a:pt x="4959075" y="294330"/>
                  </a:lnTo>
                  <a:lnTo>
                    <a:pt x="4959075" y="293707"/>
                  </a:lnTo>
                  <a:lnTo>
                    <a:pt x="4959184" y="293707"/>
                  </a:lnTo>
                  <a:lnTo>
                    <a:pt x="4959292" y="293707"/>
                  </a:lnTo>
                  <a:lnTo>
                    <a:pt x="4959400" y="293707"/>
                  </a:lnTo>
                  <a:lnTo>
                    <a:pt x="4959509" y="293707"/>
                  </a:lnTo>
                  <a:lnTo>
                    <a:pt x="4959617" y="293707"/>
                  </a:lnTo>
                  <a:lnTo>
                    <a:pt x="4959726" y="293707"/>
                  </a:lnTo>
                  <a:lnTo>
                    <a:pt x="4959834" y="293707"/>
                  </a:lnTo>
                  <a:lnTo>
                    <a:pt x="4959943" y="293707"/>
                  </a:lnTo>
                  <a:lnTo>
                    <a:pt x="4960051" y="293707"/>
                  </a:lnTo>
                  <a:lnTo>
                    <a:pt x="4960160" y="293707"/>
                  </a:lnTo>
                  <a:lnTo>
                    <a:pt x="4960268" y="293707"/>
                  </a:lnTo>
                  <a:lnTo>
                    <a:pt x="4960376" y="293707"/>
                  </a:lnTo>
                  <a:lnTo>
                    <a:pt x="4960485" y="293707"/>
                  </a:lnTo>
                  <a:lnTo>
                    <a:pt x="4960593" y="293707"/>
                  </a:lnTo>
                  <a:lnTo>
                    <a:pt x="4960702" y="293707"/>
                  </a:lnTo>
                  <a:lnTo>
                    <a:pt x="4960810" y="293707"/>
                  </a:lnTo>
                  <a:lnTo>
                    <a:pt x="4960919" y="293707"/>
                  </a:lnTo>
                  <a:lnTo>
                    <a:pt x="4961027" y="293707"/>
                  </a:lnTo>
                  <a:lnTo>
                    <a:pt x="4961136" y="293707"/>
                  </a:lnTo>
                  <a:lnTo>
                    <a:pt x="4961244" y="293707"/>
                  </a:lnTo>
                  <a:lnTo>
                    <a:pt x="4961352" y="293707"/>
                  </a:lnTo>
                  <a:lnTo>
                    <a:pt x="4961352" y="293083"/>
                  </a:lnTo>
                  <a:lnTo>
                    <a:pt x="4961461" y="293083"/>
                  </a:lnTo>
                  <a:lnTo>
                    <a:pt x="4961569" y="293083"/>
                  </a:lnTo>
                  <a:lnTo>
                    <a:pt x="4961678" y="293083"/>
                  </a:lnTo>
                  <a:lnTo>
                    <a:pt x="4961786" y="293083"/>
                  </a:lnTo>
                  <a:lnTo>
                    <a:pt x="4961786" y="292460"/>
                  </a:lnTo>
                  <a:lnTo>
                    <a:pt x="4961895" y="292460"/>
                  </a:lnTo>
                  <a:lnTo>
                    <a:pt x="4962003" y="292460"/>
                  </a:lnTo>
                  <a:lnTo>
                    <a:pt x="4962112" y="292460"/>
                  </a:lnTo>
                  <a:lnTo>
                    <a:pt x="4962220" y="292460"/>
                  </a:lnTo>
                  <a:lnTo>
                    <a:pt x="4962328" y="292460"/>
                  </a:lnTo>
                  <a:lnTo>
                    <a:pt x="4962437" y="292460"/>
                  </a:lnTo>
                  <a:lnTo>
                    <a:pt x="4962545" y="292460"/>
                  </a:lnTo>
                  <a:lnTo>
                    <a:pt x="4962654" y="292460"/>
                  </a:lnTo>
                  <a:lnTo>
                    <a:pt x="4962762" y="292460"/>
                  </a:lnTo>
                  <a:lnTo>
                    <a:pt x="4962871" y="292460"/>
                  </a:lnTo>
                  <a:lnTo>
                    <a:pt x="4962979" y="292460"/>
                  </a:lnTo>
                  <a:lnTo>
                    <a:pt x="4963088" y="292460"/>
                  </a:lnTo>
                  <a:lnTo>
                    <a:pt x="4963196" y="292460"/>
                  </a:lnTo>
                  <a:lnTo>
                    <a:pt x="4963305" y="292460"/>
                  </a:lnTo>
                  <a:lnTo>
                    <a:pt x="4963413" y="292460"/>
                  </a:lnTo>
                  <a:lnTo>
                    <a:pt x="4963521" y="292460"/>
                  </a:lnTo>
                  <a:lnTo>
                    <a:pt x="4963630" y="292460"/>
                  </a:lnTo>
                  <a:lnTo>
                    <a:pt x="4963738" y="292460"/>
                  </a:lnTo>
                  <a:lnTo>
                    <a:pt x="4963847" y="292460"/>
                  </a:lnTo>
                  <a:lnTo>
                    <a:pt x="4963955" y="292460"/>
                  </a:lnTo>
                  <a:lnTo>
                    <a:pt x="4964064" y="292460"/>
                  </a:lnTo>
                  <a:lnTo>
                    <a:pt x="4964172" y="292460"/>
                  </a:lnTo>
                  <a:lnTo>
                    <a:pt x="4964281" y="292460"/>
                  </a:lnTo>
                  <a:lnTo>
                    <a:pt x="4964389" y="292460"/>
                  </a:lnTo>
                  <a:lnTo>
                    <a:pt x="4964497" y="292460"/>
                  </a:lnTo>
                  <a:lnTo>
                    <a:pt x="4964606" y="292460"/>
                  </a:lnTo>
                  <a:lnTo>
                    <a:pt x="4964714" y="292460"/>
                  </a:lnTo>
                  <a:lnTo>
                    <a:pt x="4964823" y="292460"/>
                  </a:lnTo>
                  <a:lnTo>
                    <a:pt x="4964931" y="292460"/>
                  </a:lnTo>
                  <a:lnTo>
                    <a:pt x="4965040" y="292460"/>
                  </a:lnTo>
                  <a:lnTo>
                    <a:pt x="4965148" y="292460"/>
                  </a:lnTo>
                  <a:lnTo>
                    <a:pt x="4965148" y="291836"/>
                  </a:lnTo>
                  <a:lnTo>
                    <a:pt x="4965257" y="291836"/>
                  </a:lnTo>
                  <a:lnTo>
                    <a:pt x="4965365" y="291836"/>
                  </a:lnTo>
                  <a:lnTo>
                    <a:pt x="4965473" y="291836"/>
                  </a:lnTo>
                  <a:lnTo>
                    <a:pt x="4965582" y="291836"/>
                  </a:lnTo>
                  <a:lnTo>
                    <a:pt x="4965690" y="291836"/>
                  </a:lnTo>
                  <a:lnTo>
                    <a:pt x="4965799" y="291836"/>
                  </a:lnTo>
                  <a:lnTo>
                    <a:pt x="4965799" y="291212"/>
                  </a:lnTo>
                  <a:lnTo>
                    <a:pt x="4965907" y="291212"/>
                  </a:lnTo>
                  <a:lnTo>
                    <a:pt x="4966016" y="291212"/>
                  </a:lnTo>
                  <a:lnTo>
                    <a:pt x="4966124" y="291212"/>
                  </a:lnTo>
                  <a:lnTo>
                    <a:pt x="4966233" y="291212"/>
                  </a:lnTo>
                  <a:lnTo>
                    <a:pt x="4966341" y="291212"/>
                  </a:lnTo>
                  <a:lnTo>
                    <a:pt x="4966449" y="291212"/>
                  </a:lnTo>
                  <a:lnTo>
                    <a:pt x="4966558" y="291212"/>
                  </a:lnTo>
                  <a:lnTo>
                    <a:pt x="4966666" y="291212"/>
                  </a:lnTo>
                  <a:lnTo>
                    <a:pt x="4966775" y="291212"/>
                  </a:lnTo>
                  <a:lnTo>
                    <a:pt x="4966883" y="291212"/>
                  </a:lnTo>
                  <a:lnTo>
                    <a:pt x="4966992" y="291212"/>
                  </a:lnTo>
                  <a:lnTo>
                    <a:pt x="4967100" y="291212"/>
                  </a:lnTo>
                  <a:lnTo>
                    <a:pt x="4967209" y="291212"/>
                  </a:lnTo>
                  <a:lnTo>
                    <a:pt x="4967317" y="291212"/>
                  </a:lnTo>
                  <a:lnTo>
                    <a:pt x="4967426" y="291212"/>
                  </a:lnTo>
                  <a:lnTo>
                    <a:pt x="4967534" y="291212"/>
                  </a:lnTo>
                  <a:lnTo>
                    <a:pt x="4967642" y="291212"/>
                  </a:lnTo>
                  <a:lnTo>
                    <a:pt x="4967751" y="291212"/>
                  </a:lnTo>
                  <a:lnTo>
                    <a:pt x="4967859" y="291212"/>
                  </a:lnTo>
                  <a:lnTo>
                    <a:pt x="4967968" y="291212"/>
                  </a:lnTo>
                  <a:lnTo>
                    <a:pt x="4968076" y="291212"/>
                  </a:lnTo>
                  <a:lnTo>
                    <a:pt x="4968185" y="291212"/>
                  </a:lnTo>
                  <a:lnTo>
                    <a:pt x="4968293" y="291212"/>
                  </a:lnTo>
                  <a:lnTo>
                    <a:pt x="4968402" y="291212"/>
                  </a:lnTo>
                  <a:lnTo>
                    <a:pt x="4968510" y="291212"/>
                  </a:lnTo>
                  <a:lnTo>
                    <a:pt x="4968618" y="291212"/>
                  </a:lnTo>
                  <a:lnTo>
                    <a:pt x="4968727" y="291212"/>
                  </a:lnTo>
                  <a:lnTo>
                    <a:pt x="4968835" y="291212"/>
                  </a:lnTo>
                  <a:lnTo>
                    <a:pt x="4968944" y="291212"/>
                  </a:lnTo>
                  <a:lnTo>
                    <a:pt x="4969052" y="291212"/>
                  </a:lnTo>
                  <a:lnTo>
                    <a:pt x="4969161" y="291212"/>
                  </a:lnTo>
                  <a:lnTo>
                    <a:pt x="4969269" y="291212"/>
                  </a:lnTo>
                  <a:lnTo>
                    <a:pt x="4969378" y="291212"/>
                  </a:lnTo>
                  <a:lnTo>
                    <a:pt x="4969486" y="291212"/>
                  </a:lnTo>
                  <a:lnTo>
                    <a:pt x="4969594" y="291212"/>
                  </a:lnTo>
                  <a:lnTo>
                    <a:pt x="4969703" y="291212"/>
                  </a:lnTo>
                  <a:lnTo>
                    <a:pt x="4969811" y="291212"/>
                  </a:lnTo>
                  <a:lnTo>
                    <a:pt x="4969920" y="291212"/>
                  </a:lnTo>
                  <a:lnTo>
                    <a:pt x="4970028" y="291212"/>
                  </a:lnTo>
                  <a:lnTo>
                    <a:pt x="4970137" y="291212"/>
                  </a:lnTo>
                  <a:lnTo>
                    <a:pt x="4970245" y="291212"/>
                  </a:lnTo>
                  <a:lnTo>
                    <a:pt x="4970354" y="291212"/>
                  </a:lnTo>
                  <a:lnTo>
                    <a:pt x="4970462" y="291212"/>
                  </a:lnTo>
                  <a:lnTo>
                    <a:pt x="4970570" y="291212"/>
                  </a:lnTo>
                  <a:lnTo>
                    <a:pt x="4970679" y="291212"/>
                  </a:lnTo>
                  <a:lnTo>
                    <a:pt x="4970787" y="291212"/>
                  </a:lnTo>
                  <a:lnTo>
                    <a:pt x="4970896" y="291212"/>
                  </a:lnTo>
                  <a:lnTo>
                    <a:pt x="4971004" y="291212"/>
                  </a:lnTo>
                  <a:lnTo>
                    <a:pt x="4971113" y="291212"/>
                  </a:lnTo>
                  <a:lnTo>
                    <a:pt x="4971221" y="291212"/>
                  </a:lnTo>
                  <a:lnTo>
                    <a:pt x="4971330" y="291212"/>
                  </a:lnTo>
                  <a:lnTo>
                    <a:pt x="4971330" y="290589"/>
                  </a:lnTo>
                  <a:lnTo>
                    <a:pt x="4971438" y="290589"/>
                  </a:lnTo>
                  <a:lnTo>
                    <a:pt x="4971438" y="289965"/>
                  </a:lnTo>
                  <a:lnTo>
                    <a:pt x="4971547" y="289965"/>
                  </a:lnTo>
                  <a:lnTo>
                    <a:pt x="4971547" y="289342"/>
                  </a:lnTo>
                  <a:lnTo>
                    <a:pt x="4971655" y="289342"/>
                  </a:lnTo>
                  <a:lnTo>
                    <a:pt x="4971763" y="289342"/>
                  </a:lnTo>
                  <a:lnTo>
                    <a:pt x="4971872" y="289342"/>
                  </a:lnTo>
                  <a:lnTo>
                    <a:pt x="4971980" y="289342"/>
                  </a:lnTo>
                  <a:lnTo>
                    <a:pt x="4972089" y="289342"/>
                  </a:lnTo>
                  <a:lnTo>
                    <a:pt x="4972197" y="289342"/>
                  </a:lnTo>
                  <a:lnTo>
                    <a:pt x="4972306" y="289342"/>
                  </a:lnTo>
                  <a:lnTo>
                    <a:pt x="4972414" y="289342"/>
                  </a:lnTo>
                  <a:lnTo>
                    <a:pt x="4972523" y="289342"/>
                  </a:lnTo>
                  <a:lnTo>
                    <a:pt x="4972631" y="289342"/>
                  </a:lnTo>
                  <a:lnTo>
                    <a:pt x="4972739" y="289342"/>
                  </a:lnTo>
                  <a:lnTo>
                    <a:pt x="4972848" y="289342"/>
                  </a:lnTo>
                  <a:lnTo>
                    <a:pt x="4972956" y="289342"/>
                  </a:lnTo>
                  <a:lnTo>
                    <a:pt x="4973065" y="289342"/>
                  </a:lnTo>
                  <a:lnTo>
                    <a:pt x="4973173" y="289342"/>
                  </a:lnTo>
                  <a:lnTo>
                    <a:pt x="4973282" y="289342"/>
                  </a:lnTo>
                  <a:lnTo>
                    <a:pt x="4973390" y="289342"/>
                  </a:lnTo>
                  <a:lnTo>
                    <a:pt x="4973499" y="289342"/>
                  </a:lnTo>
                  <a:lnTo>
                    <a:pt x="4973607" y="289342"/>
                  </a:lnTo>
                  <a:lnTo>
                    <a:pt x="4973715" y="289342"/>
                  </a:lnTo>
                  <a:lnTo>
                    <a:pt x="4973824" y="289342"/>
                  </a:lnTo>
                  <a:lnTo>
                    <a:pt x="4973932" y="289342"/>
                  </a:lnTo>
                  <a:lnTo>
                    <a:pt x="4974041" y="289342"/>
                  </a:lnTo>
                  <a:lnTo>
                    <a:pt x="4974149" y="289342"/>
                  </a:lnTo>
                  <a:lnTo>
                    <a:pt x="4974258" y="289342"/>
                  </a:lnTo>
                  <a:lnTo>
                    <a:pt x="4974366" y="289342"/>
                  </a:lnTo>
                  <a:lnTo>
                    <a:pt x="4974475" y="289342"/>
                  </a:lnTo>
                  <a:lnTo>
                    <a:pt x="4974583" y="289342"/>
                  </a:lnTo>
                  <a:lnTo>
                    <a:pt x="4974583" y="288718"/>
                  </a:lnTo>
                  <a:lnTo>
                    <a:pt x="4974691" y="288718"/>
                  </a:lnTo>
                  <a:lnTo>
                    <a:pt x="4974800" y="288718"/>
                  </a:lnTo>
                  <a:lnTo>
                    <a:pt x="4974908" y="288718"/>
                  </a:lnTo>
                  <a:lnTo>
                    <a:pt x="4975017" y="288718"/>
                  </a:lnTo>
                  <a:lnTo>
                    <a:pt x="4975125" y="288718"/>
                  </a:lnTo>
                  <a:lnTo>
                    <a:pt x="4975125" y="288095"/>
                  </a:lnTo>
                  <a:lnTo>
                    <a:pt x="4975234" y="288095"/>
                  </a:lnTo>
                  <a:lnTo>
                    <a:pt x="4975342" y="288095"/>
                  </a:lnTo>
                  <a:lnTo>
                    <a:pt x="4975451" y="288095"/>
                  </a:lnTo>
                  <a:lnTo>
                    <a:pt x="4975559" y="288095"/>
                  </a:lnTo>
                  <a:lnTo>
                    <a:pt x="4975668" y="288095"/>
                  </a:lnTo>
                  <a:lnTo>
                    <a:pt x="4975776" y="288095"/>
                  </a:lnTo>
                  <a:lnTo>
                    <a:pt x="4975884" y="288095"/>
                  </a:lnTo>
                  <a:lnTo>
                    <a:pt x="4975993" y="288095"/>
                  </a:lnTo>
                  <a:lnTo>
                    <a:pt x="4976101" y="288095"/>
                  </a:lnTo>
                  <a:lnTo>
                    <a:pt x="4976210" y="288095"/>
                  </a:lnTo>
                  <a:lnTo>
                    <a:pt x="4976210" y="287471"/>
                  </a:lnTo>
                  <a:lnTo>
                    <a:pt x="4976318" y="287471"/>
                  </a:lnTo>
                  <a:lnTo>
                    <a:pt x="4976427" y="287471"/>
                  </a:lnTo>
                  <a:lnTo>
                    <a:pt x="4976535" y="287471"/>
                  </a:lnTo>
                  <a:lnTo>
                    <a:pt x="4976644" y="287471"/>
                  </a:lnTo>
                  <a:lnTo>
                    <a:pt x="4976752" y="287471"/>
                  </a:lnTo>
                  <a:lnTo>
                    <a:pt x="4976752" y="286847"/>
                  </a:lnTo>
                  <a:lnTo>
                    <a:pt x="4976860" y="286847"/>
                  </a:lnTo>
                  <a:lnTo>
                    <a:pt x="4976969" y="286847"/>
                  </a:lnTo>
                  <a:lnTo>
                    <a:pt x="4977077" y="286847"/>
                  </a:lnTo>
                  <a:lnTo>
                    <a:pt x="4977186" y="286847"/>
                  </a:lnTo>
                  <a:lnTo>
                    <a:pt x="4977186" y="286224"/>
                  </a:lnTo>
                  <a:lnTo>
                    <a:pt x="4977294" y="286224"/>
                  </a:lnTo>
                  <a:lnTo>
                    <a:pt x="4977403" y="286224"/>
                  </a:lnTo>
                  <a:lnTo>
                    <a:pt x="4977511" y="286224"/>
                  </a:lnTo>
                  <a:lnTo>
                    <a:pt x="4977620" y="286224"/>
                  </a:lnTo>
                  <a:lnTo>
                    <a:pt x="4977728" y="286224"/>
                  </a:lnTo>
                  <a:lnTo>
                    <a:pt x="4977728" y="285600"/>
                  </a:lnTo>
                  <a:lnTo>
                    <a:pt x="4977836" y="285600"/>
                  </a:lnTo>
                  <a:lnTo>
                    <a:pt x="4977836" y="284977"/>
                  </a:lnTo>
                  <a:lnTo>
                    <a:pt x="4977836" y="284353"/>
                  </a:lnTo>
                  <a:lnTo>
                    <a:pt x="4977945" y="284353"/>
                  </a:lnTo>
                  <a:lnTo>
                    <a:pt x="4978053" y="284353"/>
                  </a:lnTo>
                  <a:lnTo>
                    <a:pt x="4978162" y="284353"/>
                  </a:lnTo>
                  <a:lnTo>
                    <a:pt x="4978270" y="284353"/>
                  </a:lnTo>
                  <a:lnTo>
                    <a:pt x="4978379" y="284353"/>
                  </a:lnTo>
                  <a:lnTo>
                    <a:pt x="4978487" y="284353"/>
                  </a:lnTo>
                  <a:lnTo>
                    <a:pt x="4978596" y="284353"/>
                  </a:lnTo>
                  <a:lnTo>
                    <a:pt x="4978704" y="284353"/>
                  </a:lnTo>
                  <a:lnTo>
                    <a:pt x="4978812" y="284353"/>
                  </a:lnTo>
                  <a:lnTo>
                    <a:pt x="4978921" y="284353"/>
                  </a:lnTo>
                  <a:lnTo>
                    <a:pt x="4979029" y="284353"/>
                  </a:lnTo>
                  <a:lnTo>
                    <a:pt x="4979138" y="284353"/>
                  </a:lnTo>
                  <a:lnTo>
                    <a:pt x="4979246" y="284353"/>
                  </a:lnTo>
                  <a:lnTo>
                    <a:pt x="4979355" y="284353"/>
                  </a:lnTo>
                  <a:lnTo>
                    <a:pt x="4979463" y="284353"/>
                  </a:lnTo>
                  <a:lnTo>
                    <a:pt x="4979572" y="284353"/>
                  </a:lnTo>
                  <a:lnTo>
                    <a:pt x="4979680" y="284353"/>
                  </a:lnTo>
                  <a:lnTo>
                    <a:pt x="4979680" y="283729"/>
                  </a:lnTo>
                  <a:lnTo>
                    <a:pt x="4979789" y="283729"/>
                  </a:lnTo>
                  <a:lnTo>
                    <a:pt x="4979897" y="283729"/>
                  </a:lnTo>
                  <a:lnTo>
                    <a:pt x="4980005" y="283729"/>
                  </a:lnTo>
                  <a:lnTo>
                    <a:pt x="4980114" y="283729"/>
                  </a:lnTo>
                  <a:lnTo>
                    <a:pt x="4980222" y="283729"/>
                  </a:lnTo>
                  <a:lnTo>
                    <a:pt x="4980331" y="283729"/>
                  </a:lnTo>
                  <a:lnTo>
                    <a:pt x="4980439" y="283729"/>
                  </a:lnTo>
                  <a:lnTo>
                    <a:pt x="4980548" y="283729"/>
                  </a:lnTo>
                  <a:lnTo>
                    <a:pt x="4980656" y="283729"/>
                  </a:lnTo>
                  <a:lnTo>
                    <a:pt x="4980765" y="283729"/>
                  </a:lnTo>
                  <a:lnTo>
                    <a:pt x="4980873" y="283729"/>
                  </a:lnTo>
                  <a:lnTo>
                    <a:pt x="4980981" y="283729"/>
                  </a:lnTo>
                  <a:lnTo>
                    <a:pt x="4981090" y="283729"/>
                  </a:lnTo>
                  <a:lnTo>
                    <a:pt x="4981198" y="283729"/>
                  </a:lnTo>
                  <a:lnTo>
                    <a:pt x="4981307" y="283729"/>
                  </a:lnTo>
                  <a:lnTo>
                    <a:pt x="4981415" y="283729"/>
                  </a:lnTo>
                  <a:lnTo>
                    <a:pt x="4981524" y="283729"/>
                  </a:lnTo>
                  <a:lnTo>
                    <a:pt x="4981632" y="283729"/>
                  </a:lnTo>
                  <a:lnTo>
                    <a:pt x="4981741" y="283729"/>
                  </a:lnTo>
                  <a:lnTo>
                    <a:pt x="4981849" y="283729"/>
                  </a:lnTo>
                  <a:lnTo>
                    <a:pt x="4981957" y="283729"/>
                  </a:lnTo>
                  <a:lnTo>
                    <a:pt x="4982066" y="283729"/>
                  </a:lnTo>
                  <a:lnTo>
                    <a:pt x="4982174" y="283729"/>
                  </a:lnTo>
                  <a:lnTo>
                    <a:pt x="4982283" y="283729"/>
                  </a:lnTo>
                  <a:lnTo>
                    <a:pt x="4982391" y="283729"/>
                  </a:lnTo>
                  <a:lnTo>
                    <a:pt x="4982391" y="283106"/>
                  </a:lnTo>
                  <a:lnTo>
                    <a:pt x="4982500" y="283106"/>
                  </a:lnTo>
                  <a:lnTo>
                    <a:pt x="4982608" y="283106"/>
                  </a:lnTo>
                  <a:lnTo>
                    <a:pt x="4982717" y="283106"/>
                  </a:lnTo>
                  <a:lnTo>
                    <a:pt x="4982825" y="283106"/>
                  </a:lnTo>
                  <a:lnTo>
                    <a:pt x="4982933" y="283106"/>
                  </a:lnTo>
                  <a:lnTo>
                    <a:pt x="4983042" y="283106"/>
                  </a:lnTo>
                  <a:lnTo>
                    <a:pt x="4983150" y="283106"/>
                  </a:lnTo>
                  <a:lnTo>
                    <a:pt x="4983259" y="283106"/>
                  </a:lnTo>
                  <a:lnTo>
                    <a:pt x="4983367" y="283106"/>
                  </a:lnTo>
                  <a:lnTo>
                    <a:pt x="4983476" y="283106"/>
                  </a:lnTo>
                  <a:lnTo>
                    <a:pt x="4983584" y="283106"/>
                  </a:lnTo>
                  <a:lnTo>
                    <a:pt x="4983584" y="282482"/>
                  </a:lnTo>
                  <a:lnTo>
                    <a:pt x="4983693" y="282482"/>
                  </a:lnTo>
                  <a:lnTo>
                    <a:pt x="4983801" y="282482"/>
                  </a:lnTo>
                  <a:lnTo>
                    <a:pt x="4983909" y="282482"/>
                  </a:lnTo>
                  <a:lnTo>
                    <a:pt x="4984018" y="282482"/>
                  </a:lnTo>
                  <a:lnTo>
                    <a:pt x="4984126" y="282482"/>
                  </a:lnTo>
                  <a:lnTo>
                    <a:pt x="4984235" y="282482"/>
                  </a:lnTo>
                  <a:lnTo>
                    <a:pt x="4984343" y="282482"/>
                  </a:lnTo>
                  <a:lnTo>
                    <a:pt x="4984452" y="282482"/>
                  </a:lnTo>
                  <a:lnTo>
                    <a:pt x="4984560" y="282482"/>
                  </a:lnTo>
                  <a:lnTo>
                    <a:pt x="4984669" y="282482"/>
                  </a:lnTo>
                  <a:lnTo>
                    <a:pt x="4984777" y="282482"/>
                  </a:lnTo>
                  <a:lnTo>
                    <a:pt x="4984886" y="282482"/>
                  </a:lnTo>
                  <a:lnTo>
                    <a:pt x="4984994" y="282482"/>
                  </a:lnTo>
                  <a:lnTo>
                    <a:pt x="4985102" y="282482"/>
                  </a:lnTo>
                  <a:lnTo>
                    <a:pt x="4985211" y="282482"/>
                  </a:lnTo>
                  <a:lnTo>
                    <a:pt x="4985319" y="282482"/>
                  </a:lnTo>
                  <a:lnTo>
                    <a:pt x="4985428" y="282482"/>
                  </a:lnTo>
                  <a:lnTo>
                    <a:pt x="4985536" y="282482"/>
                  </a:lnTo>
                  <a:lnTo>
                    <a:pt x="4985645" y="282482"/>
                  </a:lnTo>
                  <a:lnTo>
                    <a:pt x="4985753" y="282482"/>
                  </a:lnTo>
                  <a:lnTo>
                    <a:pt x="4985753" y="281859"/>
                  </a:lnTo>
                  <a:lnTo>
                    <a:pt x="4985862" y="281859"/>
                  </a:lnTo>
                  <a:lnTo>
                    <a:pt x="4985970" y="281859"/>
                  </a:lnTo>
                  <a:lnTo>
                    <a:pt x="4986078" y="281859"/>
                  </a:lnTo>
                  <a:lnTo>
                    <a:pt x="4986187" y="281859"/>
                  </a:lnTo>
                  <a:lnTo>
                    <a:pt x="4986295" y="281859"/>
                  </a:lnTo>
                  <a:lnTo>
                    <a:pt x="4986404" y="281859"/>
                  </a:lnTo>
                  <a:lnTo>
                    <a:pt x="4986512" y="281859"/>
                  </a:lnTo>
                  <a:lnTo>
                    <a:pt x="4986621" y="281859"/>
                  </a:lnTo>
                  <a:lnTo>
                    <a:pt x="4986729" y="281859"/>
                  </a:lnTo>
                  <a:lnTo>
                    <a:pt x="4986838" y="281859"/>
                  </a:lnTo>
                  <a:lnTo>
                    <a:pt x="4986946" y="281859"/>
                  </a:lnTo>
                  <a:lnTo>
                    <a:pt x="4987054" y="281859"/>
                  </a:lnTo>
                  <a:lnTo>
                    <a:pt x="4987163" y="281859"/>
                  </a:lnTo>
                  <a:lnTo>
                    <a:pt x="4987271" y="281859"/>
                  </a:lnTo>
                  <a:lnTo>
                    <a:pt x="4987380" y="281859"/>
                  </a:lnTo>
                  <a:lnTo>
                    <a:pt x="4987488" y="281859"/>
                  </a:lnTo>
                  <a:lnTo>
                    <a:pt x="4987597" y="281859"/>
                  </a:lnTo>
                  <a:lnTo>
                    <a:pt x="4987705" y="281859"/>
                  </a:lnTo>
                  <a:lnTo>
                    <a:pt x="4987814" y="281859"/>
                  </a:lnTo>
                  <a:lnTo>
                    <a:pt x="4987922" y="281859"/>
                  </a:lnTo>
                  <a:lnTo>
                    <a:pt x="4988030" y="281859"/>
                  </a:lnTo>
                  <a:lnTo>
                    <a:pt x="4988139" y="281859"/>
                  </a:lnTo>
                  <a:lnTo>
                    <a:pt x="4988247" y="281859"/>
                  </a:lnTo>
                  <a:lnTo>
                    <a:pt x="4988356" y="281859"/>
                  </a:lnTo>
                  <a:lnTo>
                    <a:pt x="4988464" y="281859"/>
                  </a:lnTo>
                  <a:lnTo>
                    <a:pt x="4988573" y="281859"/>
                  </a:lnTo>
                  <a:lnTo>
                    <a:pt x="4988573" y="281235"/>
                  </a:lnTo>
                  <a:lnTo>
                    <a:pt x="4988681" y="281235"/>
                  </a:lnTo>
                  <a:lnTo>
                    <a:pt x="4988790" y="281235"/>
                  </a:lnTo>
                  <a:lnTo>
                    <a:pt x="4988790" y="280612"/>
                  </a:lnTo>
                  <a:lnTo>
                    <a:pt x="4988790" y="279988"/>
                  </a:lnTo>
                  <a:lnTo>
                    <a:pt x="4988898" y="279988"/>
                  </a:lnTo>
                  <a:lnTo>
                    <a:pt x="4989007" y="279988"/>
                  </a:lnTo>
                  <a:lnTo>
                    <a:pt x="4989115" y="279988"/>
                  </a:lnTo>
                  <a:lnTo>
                    <a:pt x="4989223" y="279988"/>
                  </a:lnTo>
                  <a:lnTo>
                    <a:pt x="4989332" y="279988"/>
                  </a:lnTo>
                  <a:lnTo>
                    <a:pt x="4989440" y="279988"/>
                  </a:lnTo>
                  <a:lnTo>
                    <a:pt x="4989549" y="279988"/>
                  </a:lnTo>
                  <a:lnTo>
                    <a:pt x="4989657" y="279988"/>
                  </a:lnTo>
                  <a:lnTo>
                    <a:pt x="4989766" y="279988"/>
                  </a:lnTo>
                  <a:lnTo>
                    <a:pt x="4989874" y="279988"/>
                  </a:lnTo>
                  <a:lnTo>
                    <a:pt x="4989983" y="279988"/>
                  </a:lnTo>
                  <a:lnTo>
                    <a:pt x="4990091" y="279988"/>
                  </a:lnTo>
                  <a:lnTo>
                    <a:pt x="4990199" y="279988"/>
                  </a:lnTo>
                  <a:lnTo>
                    <a:pt x="4990308" y="279988"/>
                  </a:lnTo>
                  <a:lnTo>
                    <a:pt x="4990416" y="279988"/>
                  </a:lnTo>
                  <a:lnTo>
                    <a:pt x="4990525" y="279988"/>
                  </a:lnTo>
                  <a:lnTo>
                    <a:pt x="4990633" y="279988"/>
                  </a:lnTo>
                  <a:lnTo>
                    <a:pt x="4990742" y="279988"/>
                  </a:lnTo>
                  <a:lnTo>
                    <a:pt x="4990850" y="279988"/>
                  </a:lnTo>
                  <a:lnTo>
                    <a:pt x="4990959" y="279988"/>
                  </a:lnTo>
                  <a:lnTo>
                    <a:pt x="4990959" y="279364"/>
                  </a:lnTo>
                  <a:lnTo>
                    <a:pt x="4991067" y="279364"/>
                  </a:lnTo>
                  <a:lnTo>
                    <a:pt x="4991175" y="279364"/>
                  </a:lnTo>
                  <a:lnTo>
                    <a:pt x="4991284" y="279364"/>
                  </a:lnTo>
                  <a:lnTo>
                    <a:pt x="4991392" y="279364"/>
                  </a:lnTo>
                  <a:lnTo>
                    <a:pt x="4991501" y="279364"/>
                  </a:lnTo>
                  <a:lnTo>
                    <a:pt x="4991609" y="279364"/>
                  </a:lnTo>
                  <a:lnTo>
                    <a:pt x="4991718" y="279364"/>
                  </a:lnTo>
                  <a:lnTo>
                    <a:pt x="4991826" y="279364"/>
                  </a:lnTo>
                  <a:lnTo>
                    <a:pt x="4991935" y="279364"/>
                  </a:lnTo>
                  <a:lnTo>
                    <a:pt x="4992043" y="279364"/>
                  </a:lnTo>
                  <a:lnTo>
                    <a:pt x="4992151" y="279364"/>
                  </a:lnTo>
                  <a:lnTo>
                    <a:pt x="4992260" y="279364"/>
                  </a:lnTo>
                  <a:lnTo>
                    <a:pt x="4992368" y="279364"/>
                  </a:lnTo>
                  <a:lnTo>
                    <a:pt x="4992477" y="279364"/>
                  </a:lnTo>
                  <a:lnTo>
                    <a:pt x="4992585" y="279364"/>
                  </a:lnTo>
                  <a:lnTo>
                    <a:pt x="4992694" y="279364"/>
                  </a:lnTo>
                  <a:lnTo>
                    <a:pt x="4992802" y="279364"/>
                  </a:lnTo>
                  <a:lnTo>
                    <a:pt x="4992911" y="279364"/>
                  </a:lnTo>
                  <a:lnTo>
                    <a:pt x="4993019" y="279364"/>
                  </a:lnTo>
                  <a:lnTo>
                    <a:pt x="4993128" y="279364"/>
                  </a:lnTo>
                  <a:lnTo>
                    <a:pt x="4993236" y="279364"/>
                  </a:lnTo>
                  <a:lnTo>
                    <a:pt x="4993344" y="279364"/>
                  </a:lnTo>
                  <a:lnTo>
                    <a:pt x="4993344" y="278741"/>
                  </a:lnTo>
                  <a:lnTo>
                    <a:pt x="4993453" y="278741"/>
                  </a:lnTo>
                  <a:lnTo>
                    <a:pt x="4993561" y="278741"/>
                  </a:lnTo>
                  <a:lnTo>
                    <a:pt x="4993670" y="278741"/>
                  </a:lnTo>
                  <a:lnTo>
                    <a:pt x="4993778" y="278741"/>
                  </a:lnTo>
                  <a:lnTo>
                    <a:pt x="4993887" y="278741"/>
                  </a:lnTo>
                  <a:lnTo>
                    <a:pt x="4993995" y="278741"/>
                  </a:lnTo>
                  <a:lnTo>
                    <a:pt x="4994104" y="278741"/>
                  </a:lnTo>
                  <a:lnTo>
                    <a:pt x="4994212" y="278741"/>
                  </a:lnTo>
                  <a:lnTo>
                    <a:pt x="4994320" y="278741"/>
                  </a:lnTo>
                  <a:lnTo>
                    <a:pt x="4994429" y="278741"/>
                  </a:lnTo>
                  <a:lnTo>
                    <a:pt x="4994429" y="278117"/>
                  </a:lnTo>
                  <a:lnTo>
                    <a:pt x="4994537" y="278117"/>
                  </a:lnTo>
                  <a:lnTo>
                    <a:pt x="4994646" y="278117"/>
                  </a:lnTo>
                  <a:lnTo>
                    <a:pt x="4994754" y="278117"/>
                  </a:lnTo>
                  <a:lnTo>
                    <a:pt x="4994863" y="278117"/>
                  </a:lnTo>
                  <a:lnTo>
                    <a:pt x="4994971" y="278117"/>
                  </a:lnTo>
                  <a:lnTo>
                    <a:pt x="4995080" y="278117"/>
                  </a:lnTo>
                  <a:lnTo>
                    <a:pt x="4995188" y="278117"/>
                  </a:lnTo>
                  <a:lnTo>
                    <a:pt x="4995296" y="278117"/>
                  </a:lnTo>
                  <a:lnTo>
                    <a:pt x="4995405" y="278117"/>
                  </a:lnTo>
                  <a:lnTo>
                    <a:pt x="4995513" y="278117"/>
                  </a:lnTo>
                  <a:lnTo>
                    <a:pt x="4995622" y="278117"/>
                  </a:lnTo>
                  <a:lnTo>
                    <a:pt x="4995730" y="278117"/>
                  </a:lnTo>
                  <a:lnTo>
                    <a:pt x="4995839" y="278117"/>
                  </a:lnTo>
                  <a:lnTo>
                    <a:pt x="4995947" y="278117"/>
                  </a:lnTo>
                  <a:lnTo>
                    <a:pt x="4996056" y="278117"/>
                  </a:lnTo>
                  <a:lnTo>
                    <a:pt x="4996164" y="278117"/>
                  </a:lnTo>
                  <a:lnTo>
                    <a:pt x="4996272" y="278117"/>
                  </a:lnTo>
                  <a:lnTo>
                    <a:pt x="4996381" y="278117"/>
                  </a:lnTo>
                  <a:lnTo>
                    <a:pt x="4996489" y="278117"/>
                  </a:lnTo>
                  <a:lnTo>
                    <a:pt x="4996598" y="278117"/>
                  </a:lnTo>
                  <a:lnTo>
                    <a:pt x="4996706" y="278117"/>
                  </a:lnTo>
                  <a:lnTo>
                    <a:pt x="4996815" y="278117"/>
                  </a:lnTo>
                  <a:lnTo>
                    <a:pt x="4996923" y="278117"/>
                  </a:lnTo>
                  <a:lnTo>
                    <a:pt x="4997032" y="278117"/>
                  </a:lnTo>
                  <a:lnTo>
                    <a:pt x="4997140" y="278117"/>
                  </a:lnTo>
                  <a:lnTo>
                    <a:pt x="4997249" y="278117"/>
                  </a:lnTo>
                  <a:lnTo>
                    <a:pt x="4997357" y="278117"/>
                  </a:lnTo>
                  <a:lnTo>
                    <a:pt x="4997465" y="278117"/>
                  </a:lnTo>
                  <a:lnTo>
                    <a:pt x="4997574" y="278117"/>
                  </a:lnTo>
                  <a:lnTo>
                    <a:pt x="4997682" y="278117"/>
                  </a:lnTo>
                  <a:lnTo>
                    <a:pt x="4997791" y="278117"/>
                  </a:lnTo>
                  <a:lnTo>
                    <a:pt x="4997899" y="278117"/>
                  </a:lnTo>
                  <a:lnTo>
                    <a:pt x="4998008" y="278117"/>
                  </a:lnTo>
                  <a:lnTo>
                    <a:pt x="4998116" y="278117"/>
                  </a:lnTo>
                  <a:lnTo>
                    <a:pt x="4998116" y="277494"/>
                  </a:lnTo>
                  <a:lnTo>
                    <a:pt x="4998225" y="277494"/>
                  </a:lnTo>
                  <a:lnTo>
                    <a:pt x="4998333" y="277494"/>
                  </a:lnTo>
                  <a:lnTo>
                    <a:pt x="4998441" y="277494"/>
                  </a:lnTo>
                  <a:lnTo>
                    <a:pt x="4998550" y="277494"/>
                  </a:lnTo>
                  <a:lnTo>
                    <a:pt x="4998658" y="277494"/>
                  </a:lnTo>
                  <a:lnTo>
                    <a:pt x="4998767" y="277494"/>
                  </a:lnTo>
                  <a:lnTo>
                    <a:pt x="4998875" y="277494"/>
                  </a:lnTo>
                  <a:lnTo>
                    <a:pt x="4998984" y="277494"/>
                  </a:lnTo>
                  <a:lnTo>
                    <a:pt x="4999092" y="277494"/>
                  </a:lnTo>
                  <a:lnTo>
                    <a:pt x="4999201" y="277494"/>
                  </a:lnTo>
                  <a:lnTo>
                    <a:pt x="4999309" y="277494"/>
                  </a:lnTo>
                  <a:lnTo>
                    <a:pt x="4999417" y="277494"/>
                  </a:lnTo>
                  <a:lnTo>
                    <a:pt x="4999417" y="276870"/>
                  </a:lnTo>
                  <a:lnTo>
                    <a:pt x="4999526" y="276870"/>
                  </a:lnTo>
                  <a:lnTo>
                    <a:pt x="4999634" y="276870"/>
                  </a:lnTo>
                  <a:lnTo>
                    <a:pt x="4999743" y="276870"/>
                  </a:lnTo>
                  <a:lnTo>
                    <a:pt x="4999851" y="276870"/>
                  </a:lnTo>
                  <a:lnTo>
                    <a:pt x="4999960" y="276870"/>
                  </a:lnTo>
                  <a:lnTo>
                    <a:pt x="5000068" y="276870"/>
                  </a:lnTo>
                  <a:lnTo>
                    <a:pt x="5000177" y="276870"/>
                  </a:lnTo>
                  <a:lnTo>
                    <a:pt x="5000285" y="276870"/>
                  </a:lnTo>
                  <a:lnTo>
                    <a:pt x="5000393" y="276870"/>
                  </a:lnTo>
                  <a:lnTo>
                    <a:pt x="5000502" y="276870"/>
                  </a:lnTo>
                  <a:lnTo>
                    <a:pt x="5000502" y="276246"/>
                  </a:lnTo>
                  <a:lnTo>
                    <a:pt x="5000610" y="276246"/>
                  </a:lnTo>
                  <a:lnTo>
                    <a:pt x="5000719" y="276246"/>
                  </a:lnTo>
                  <a:lnTo>
                    <a:pt x="5000827" y="276246"/>
                  </a:lnTo>
                  <a:lnTo>
                    <a:pt x="5000936" y="276246"/>
                  </a:lnTo>
                  <a:lnTo>
                    <a:pt x="5001044" y="276246"/>
                  </a:lnTo>
                  <a:lnTo>
                    <a:pt x="5001153" y="276246"/>
                  </a:lnTo>
                  <a:lnTo>
                    <a:pt x="5001261" y="276246"/>
                  </a:lnTo>
                  <a:lnTo>
                    <a:pt x="5001370" y="276246"/>
                  </a:lnTo>
                  <a:lnTo>
                    <a:pt x="5001478" y="276246"/>
                  </a:lnTo>
                  <a:lnTo>
                    <a:pt x="5001586" y="276246"/>
                  </a:lnTo>
                  <a:lnTo>
                    <a:pt x="5001695" y="276246"/>
                  </a:lnTo>
                  <a:lnTo>
                    <a:pt x="5001803" y="276246"/>
                  </a:lnTo>
                  <a:lnTo>
                    <a:pt x="5001912" y="276246"/>
                  </a:lnTo>
                  <a:lnTo>
                    <a:pt x="5002020" y="276246"/>
                  </a:lnTo>
                  <a:lnTo>
                    <a:pt x="5002129" y="276246"/>
                  </a:lnTo>
                  <a:lnTo>
                    <a:pt x="5002237" y="276246"/>
                  </a:lnTo>
                  <a:lnTo>
                    <a:pt x="5002346" y="276246"/>
                  </a:lnTo>
                  <a:lnTo>
                    <a:pt x="5002454" y="276246"/>
                  </a:lnTo>
                  <a:lnTo>
                    <a:pt x="5002562" y="276246"/>
                  </a:lnTo>
                  <a:lnTo>
                    <a:pt x="5002671" y="276246"/>
                  </a:lnTo>
                  <a:lnTo>
                    <a:pt x="5002779" y="276246"/>
                  </a:lnTo>
                  <a:lnTo>
                    <a:pt x="5002888" y="276246"/>
                  </a:lnTo>
                  <a:lnTo>
                    <a:pt x="5002996" y="276246"/>
                  </a:lnTo>
                  <a:lnTo>
                    <a:pt x="5003105" y="276246"/>
                  </a:lnTo>
                  <a:lnTo>
                    <a:pt x="5003213" y="276246"/>
                  </a:lnTo>
                  <a:lnTo>
                    <a:pt x="5003322" y="276246"/>
                  </a:lnTo>
                  <a:lnTo>
                    <a:pt x="5003430" y="276246"/>
                  </a:lnTo>
                  <a:lnTo>
                    <a:pt x="5003538" y="276246"/>
                  </a:lnTo>
                  <a:lnTo>
                    <a:pt x="5003647" y="276246"/>
                  </a:lnTo>
                  <a:lnTo>
                    <a:pt x="5003755" y="276246"/>
                  </a:lnTo>
                  <a:lnTo>
                    <a:pt x="5003864" y="276246"/>
                  </a:lnTo>
                  <a:lnTo>
                    <a:pt x="5003972" y="276246"/>
                  </a:lnTo>
                  <a:lnTo>
                    <a:pt x="5004081" y="276246"/>
                  </a:lnTo>
                  <a:lnTo>
                    <a:pt x="5004189" y="276246"/>
                  </a:lnTo>
                  <a:lnTo>
                    <a:pt x="5004298" y="276246"/>
                  </a:lnTo>
                  <a:lnTo>
                    <a:pt x="5004406" y="276246"/>
                  </a:lnTo>
                  <a:lnTo>
                    <a:pt x="5004514" y="276246"/>
                  </a:lnTo>
                  <a:lnTo>
                    <a:pt x="5004623" y="276246"/>
                  </a:lnTo>
                  <a:lnTo>
                    <a:pt x="5004731" y="276246"/>
                  </a:lnTo>
                  <a:lnTo>
                    <a:pt x="5004840" y="276246"/>
                  </a:lnTo>
                  <a:lnTo>
                    <a:pt x="5004948" y="276246"/>
                  </a:lnTo>
                  <a:lnTo>
                    <a:pt x="5005057" y="276246"/>
                  </a:lnTo>
                  <a:lnTo>
                    <a:pt x="5005165" y="276246"/>
                  </a:lnTo>
                  <a:lnTo>
                    <a:pt x="5005274" y="276246"/>
                  </a:lnTo>
                  <a:lnTo>
                    <a:pt x="5005382" y="276246"/>
                  </a:lnTo>
                  <a:lnTo>
                    <a:pt x="5005490" y="276246"/>
                  </a:lnTo>
                  <a:lnTo>
                    <a:pt x="5005490" y="275623"/>
                  </a:lnTo>
                  <a:lnTo>
                    <a:pt x="5005599" y="275623"/>
                  </a:lnTo>
                  <a:lnTo>
                    <a:pt x="5005707" y="275623"/>
                  </a:lnTo>
                  <a:lnTo>
                    <a:pt x="5005816" y="275623"/>
                  </a:lnTo>
                  <a:lnTo>
                    <a:pt x="5005924" y="275623"/>
                  </a:lnTo>
                  <a:lnTo>
                    <a:pt x="5006033" y="275623"/>
                  </a:lnTo>
                  <a:lnTo>
                    <a:pt x="5006141" y="275623"/>
                  </a:lnTo>
                  <a:lnTo>
                    <a:pt x="5006250" y="275623"/>
                  </a:lnTo>
                  <a:lnTo>
                    <a:pt x="5006358" y="275623"/>
                  </a:lnTo>
                  <a:lnTo>
                    <a:pt x="5006467" y="275623"/>
                  </a:lnTo>
                  <a:lnTo>
                    <a:pt x="5006575" y="275623"/>
                  </a:lnTo>
                  <a:lnTo>
                    <a:pt x="5006683" y="275623"/>
                  </a:lnTo>
                  <a:lnTo>
                    <a:pt x="5006792" y="275623"/>
                  </a:lnTo>
                  <a:lnTo>
                    <a:pt x="5006900" y="275623"/>
                  </a:lnTo>
                  <a:lnTo>
                    <a:pt x="5007009" y="275623"/>
                  </a:lnTo>
                  <a:lnTo>
                    <a:pt x="5007117" y="275623"/>
                  </a:lnTo>
                  <a:lnTo>
                    <a:pt x="5007226" y="275623"/>
                  </a:lnTo>
                  <a:lnTo>
                    <a:pt x="5007334" y="275623"/>
                  </a:lnTo>
                  <a:lnTo>
                    <a:pt x="5007443" y="275623"/>
                  </a:lnTo>
                  <a:lnTo>
                    <a:pt x="5007551" y="275623"/>
                  </a:lnTo>
                  <a:lnTo>
                    <a:pt x="5007551" y="274999"/>
                  </a:lnTo>
                  <a:lnTo>
                    <a:pt x="5007551" y="274376"/>
                  </a:lnTo>
                  <a:lnTo>
                    <a:pt x="5007659" y="274376"/>
                  </a:lnTo>
                  <a:lnTo>
                    <a:pt x="5007768" y="274376"/>
                  </a:lnTo>
                  <a:lnTo>
                    <a:pt x="5007876" y="274376"/>
                  </a:lnTo>
                  <a:lnTo>
                    <a:pt x="5007985" y="274376"/>
                  </a:lnTo>
                  <a:lnTo>
                    <a:pt x="5008093" y="274376"/>
                  </a:lnTo>
                  <a:lnTo>
                    <a:pt x="5008202" y="274376"/>
                  </a:lnTo>
                  <a:lnTo>
                    <a:pt x="5008310" y="274376"/>
                  </a:lnTo>
                  <a:lnTo>
                    <a:pt x="5008419" y="274376"/>
                  </a:lnTo>
                  <a:lnTo>
                    <a:pt x="5008527" y="274376"/>
                  </a:lnTo>
                  <a:lnTo>
                    <a:pt x="5008635" y="274376"/>
                  </a:lnTo>
                  <a:lnTo>
                    <a:pt x="5008744" y="274376"/>
                  </a:lnTo>
                  <a:lnTo>
                    <a:pt x="5008852" y="274376"/>
                  </a:lnTo>
                  <a:lnTo>
                    <a:pt x="5008961" y="274376"/>
                  </a:lnTo>
                  <a:lnTo>
                    <a:pt x="5009069" y="274376"/>
                  </a:lnTo>
                  <a:lnTo>
                    <a:pt x="5009178" y="274376"/>
                  </a:lnTo>
                  <a:lnTo>
                    <a:pt x="5009286" y="274376"/>
                  </a:lnTo>
                  <a:lnTo>
                    <a:pt x="5009395" y="274376"/>
                  </a:lnTo>
                  <a:lnTo>
                    <a:pt x="5009503" y="274376"/>
                  </a:lnTo>
                  <a:lnTo>
                    <a:pt x="5009611" y="274376"/>
                  </a:lnTo>
                  <a:lnTo>
                    <a:pt x="5009720" y="274376"/>
                  </a:lnTo>
                  <a:lnTo>
                    <a:pt x="5009828" y="274376"/>
                  </a:lnTo>
                  <a:lnTo>
                    <a:pt x="5009937" y="274376"/>
                  </a:lnTo>
                  <a:lnTo>
                    <a:pt x="5010045" y="274376"/>
                  </a:lnTo>
                  <a:lnTo>
                    <a:pt x="5010154" y="274376"/>
                  </a:lnTo>
                  <a:lnTo>
                    <a:pt x="5010262" y="274376"/>
                  </a:lnTo>
                  <a:lnTo>
                    <a:pt x="5010371" y="274376"/>
                  </a:lnTo>
                  <a:lnTo>
                    <a:pt x="5010479" y="274376"/>
                  </a:lnTo>
                  <a:lnTo>
                    <a:pt x="5010588" y="274376"/>
                  </a:lnTo>
                  <a:lnTo>
                    <a:pt x="5010696" y="274376"/>
                  </a:lnTo>
                  <a:lnTo>
                    <a:pt x="5010804" y="274376"/>
                  </a:lnTo>
                  <a:lnTo>
                    <a:pt x="5010913" y="274376"/>
                  </a:lnTo>
                  <a:lnTo>
                    <a:pt x="5010913" y="273752"/>
                  </a:lnTo>
                  <a:lnTo>
                    <a:pt x="5011021" y="273752"/>
                  </a:lnTo>
                  <a:lnTo>
                    <a:pt x="5011130" y="273752"/>
                  </a:lnTo>
                  <a:lnTo>
                    <a:pt x="5011238" y="273752"/>
                  </a:lnTo>
                  <a:lnTo>
                    <a:pt x="5011347" y="273752"/>
                  </a:lnTo>
                  <a:lnTo>
                    <a:pt x="5011455" y="273752"/>
                  </a:lnTo>
                  <a:lnTo>
                    <a:pt x="5011564" y="273752"/>
                  </a:lnTo>
                  <a:lnTo>
                    <a:pt x="5011672" y="273752"/>
                  </a:lnTo>
                  <a:lnTo>
                    <a:pt x="5011780" y="273752"/>
                  </a:lnTo>
                  <a:lnTo>
                    <a:pt x="5011889" y="273752"/>
                  </a:lnTo>
                  <a:lnTo>
                    <a:pt x="5011997" y="273752"/>
                  </a:lnTo>
                  <a:lnTo>
                    <a:pt x="5012106" y="273752"/>
                  </a:lnTo>
                  <a:lnTo>
                    <a:pt x="5012214" y="273752"/>
                  </a:lnTo>
                  <a:lnTo>
                    <a:pt x="5012323" y="273752"/>
                  </a:lnTo>
                  <a:lnTo>
                    <a:pt x="5012431" y="273752"/>
                  </a:lnTo>
                  <a:lnTo>
                    <a:pt x="5012540" y="273752"/>
                  </a:lnTo>
                  <a:lnTo>
                    <a:pt x="5012540" y="273129"/>
                  </a:lnTo>
                  <a:lnTo>
                    <a:pt x="5012648" y="273129"/>
                  </a:lnTo>
                  <a:lnTo>
                    <a:pt x="5012756" y="273129"/>
                  </a:lnTo>
                  <a:lnTo>
                    <a:pt x="5012865" y="273129"/>
                  </a:lnTo>
                  <a:lnTo>
                    <a:pt x="5012973" y="273129"/>
                  </a:lnTo>
                  <a:lnTo>
                    <a:pt x="5013082" y="273129"/>
                  </a:lnTo>
                  <a:lnTo>
                    <a:pt x="5013190" y="273129"/>
                  </a:lnTo>
                  <a:lnTo>
                    <a:pt x="5013299" y="273129"/>
                  </a:lnTo>
                  <a:lnTo>
                    <a:pt x="5013407" y="273129"/>
                  </a:lnTo>
                  <a:lnTo>
                    <a:pt x="5013516" y="273129"/>
                  </a:lnTo>
                  <a:lnTo>
                    <a:pt x="5013624" y="273129"/>
                  </a:lnTo>
                  <a:lnTo>
                    <a:pt x="5013732" y="273129"/>
                  </a:lnTo>
                  <a:lnTo>
                    <a:pt x="5013841" y="273129"/>
                  </a:lnTo>
                  <a:lnTo>
                    <a:pt x="5013949" y="273129"/>
                  </a:lnTo>
                  <a:lnTo>
                    <a:pt x="5014058" y="273129"/>
                  </a:lnTo>
                  <a:lnTo>
                    <a:pt x="5014058" y="272505"/>
                  </a:lnTo>
                  <a:lnTo>
                    <a:pt x="5014166" y="272505"/>
                  </a:lnTo>
                  <a:lnTo>
                    <a:pt x="5014166" y="271881"/>
                  </a:lnTo>
                  <a:lnTo>
                    <a:pt x="5014275" y="271881"/>
                  </a:lnTo>
                  <a:lnTo>
                    <a:pt x="5014383" y="271881"/>
                  </a:lnTo>
                  <a:lnTo>
                    <a:pt x="5014492" y="271881"/>
                  </a:lnTo>
                  <a:lnTo>
                    <a:pt x="5014600" y="271881"/>
                  </a:lnTo>
                  <a:lnTo>
                    <a:pt x="5014709" y="271881"/>
                  </a:lnTo>
                  <a:lnTo>
                    <a:pt x="5014817" y="271881"/>
                  </a:lnTo>
                  <a:lnTo>
                    <a:pt x="5014925" y="271881"/>
                  </a:lnTo>
                  <a:lnTo>
                    <a:pt x="5015034" y="271881"/>
                  </a:lnTo>
                  <a:lnTo>
                    <a:pt x="5015142" y="271881"/>
                  </a:lnTo>
                  <a:lnTo>
                    <a:pt x="5015251" y="271881"/>
                  </a:lnTo>
                  <a:lnTo>
                    <a:pt x="5015359" y="271881"/>
                  </a:lnTo>
                  <a:lnTo>
                    <a:pt x="5015468" y="271881"/>
                  </a:lnTo>
                  <a:lnTo>
                    <a:pt x="5015576" y="271881"/>
                  </a:lnTo>
                  <a:lnTo>
                    <a:pt x="5015685" y="271881"/>
                  </a:lnTo>
                  <a:lnTo>
                    <a:pt x="5015793" y="271881"/>
                  </a:lnTo>
                  <a:lnTo>
                    <a:pt x="5015901" y="271881"/>
                  </a:lnTo>
                  <a:lnTo>
                    <a:pt x="5016010" y="271881"/>
                  </a:lnTo>
                  <a:lnTo>
                    <a:pt x="5016118" y="271881"/>
                  </a:lnTo>
                  <a:lnTo>
                    <a:pt x="5016227" y="271881"/>
                  </a:lnTo>
                  <a:lnTo>
                    <a:pt x="5016335" y="271881"/>
                  </a:lnTo>
                  <a:lnTo>
                    <a:pt x="5016444" y="271881"/>
                  </a:lnTo>
                  <a:lnTo>
                    <a:pt x="5016552" y="271881"/>
                  </a:lnTo>
                  <a:lnTo>
                    <a:pt x="5016661" y="271881"/>
                  </a:lnTo>
                  <a:lnTo>
                    <a:pt x="5016661" y="271258"/>
                  </a:lnTo>
                  <a:lnTo>
                    <a:pt x="5016769" y="271258"/>
                  </a:lnTo>
                  <a:lnTo>
                    <a:pt x="5016877" y="271258"/>
                  </a:lnTo>
                  <a:lnTo>
                    <a:pt x="5016986" y="271258"/>
                  </a:lnTo>
                  <a:lnTo>
                    <a:pt x="5017094" y="271258"/>
                  </a:lnTo>
                  <a:lnTo>
                    <a:pt x="5017203" y="271258"/>
                  </a:lnTo>
                  <a:lnTo>
                    <a:pt x="5017311" y="271258"/>
                  </a:lnTo>
                  <a:lnTo>
                    <a:pt x="5017420" y="271258"/>
                  </a:lnTo>
                  <a:lnTo>
                    <a:pt x="5017528" y="271258"/>
                  </a:lnTo>
                  <a:lnTo>
                    <a:pt x="5017637" y="271258"/>
                  </a:lnTo>
                  <a:lnTo>
                    <a:pt x="5017745" y="271258"/>
                  </a:lnTo>
                  <a:lnTo>
                    <a:pt x="5017745" y="270634"/>
                  </a:lnTo>
                  <a:lnTo>
                    <a:pt x="5017853" y="270634"/>
                  </a:lnTo>
                  <a:lnTo>
                    <a:pt x="5017962" y="270634"/>
                  </a:lnTo>
                  <a:lnTo>
                    <a:pt x="5018070" y="270634"/>
                  </a:lnTo>
                  <a:lnTo>
                    <a:pt x="5018070" y="270011"/>
                  </a:lnTo>
                  <a:lnTo>
                    <a:pt x="5018070" y="269387"/>
                  </a:lnTo>
                  <a:lnTo>
                    <a:pt x="5018179" y="269387"/>
                  </a:lnTo>
                  <a:lnTo>
                    <a:pt x="5018287" y="269387"/>
                  </a:lnTo>
                  <a:lnTo>
                    <a:pt x="5018396" y="269387"/>
                  </a:lnTo>
                  <a:lnTo>
                    <a:pt x="5018504" y="269387"/>
                  </a:lnTo>
                  <a:lnTo>
                    <a:pt x="5018613" y="269387"/>
                  </a:lnTo>
                  <a:lnTo>
                    <a:pt x="5018721" y="269387"/>
                  </a:lnTo>
                  <a:lnTo>
                    <a:pt x="5018830" y="269387"/>
                  </a:lnTo>
                  <a:lnTo>
                    <a:pt x="5018938" y="269387"/>
                  </a:lnTo>
                  <a:lnTo>
                    <a:pt x="5019046" y="269387"/>
                  </a:lnTo>
                  <a:lnTo>
                    <a:pt x="5019155" y="269387"/>
                  </a:lnTo>
                  <a:lnTo>
                    <a:pt x="5019263" y="269387"/>
                  </a:lnTo>
                  <a:lnTo>
                    <a:pt x="5019372" y="269387"/>
                  </a:lnTo>
                  <a:lnTo>
                    <a:pt x="5019480" y="269387"/>
                  </a:lnTo>
                  <a:lnTo>
                    <a:pt x="5019589" y="269387"/>
                  </a:lnTo>
                  <a:lnTo>
                    <a:pt x="5019697" y="269387"/>
                  </a:lnTo>
                  <a:lnTo>
                    <a:pt x="5019806" y="269387"/>
                  </a:lnTo>
                  <a:lnTo>
                    <a:pt x="5019914" y="269387"/>
                  </a:lnTo>
                  <a:lnTo>
                    <a:pt x="5020022" y="269387"/>
                  </a:lnTo>
                  <a:lnTo>
                    <a:pt x="5020131" y="269387"/>
                  </a:lnTo>
                  <a:lnTo>
                    <a:pt x="5020239" y="269387"/>
                  </a:lnTo>
                  <a:lnTo>
                    <a:pt x="5020348" y="269387"/>
                  </a:lnTo>
                  <a:lnTo>
                    <a:pt x="5020456" y="269387"/>
                  </a:lnTo>
                  <a:lnTo>
                    <a:pt x="5020565" y="269387"/>
                  </a:lnTo>
                  <a:lnTo>
                    <a:pt x="5020673" y="269387"/>
                  </a:lnTo>
                  <a:lnTo>
                    <a:pt x="5020782" y="269387"/>
                  </a:lnTo>
                  <a:lnTo>
                    <a:pt x="5020890" y="269387"/>
                  </a:lnTo>
                  <a:lnTo>
                    <a:pt x="5020998" y="269387"/>
                  </a:lnTo>
                  <a:lnTo>
                    <a:pt x="5020998" y="268763"/>
                  </a:lnTo>
                  <a:lnTo>
                    <a:pt x="5021107" y="268763"/>
                  </a:lnTo>
                  <a:lnTo>
                    <a:pt x="5021215" y="268763"/>
                  </a:lnTo>
                  <a:lnTo>
                    <a:pt x="5021324" y="268763"/>
                  </a:lnTo>
                  <a:lnTo>
                    <a:pt x="5021432" y="268763"/>
                  </a:lnTo>
                  <a:lnTo>
                    <a:pt x="5021541" y="268763"/>
                  </a:lnTo>
                  <a:lnTo>
                    <a:pt x="5021649" y="268763"/>
                  </a:lnTo>
                  <a:lnTo>
                    <a:pt x="5021758" y="268763"/>
                  </a:lnTo>
                  <a:lnTo>
                    <a:pt x="5021866" y="268763"/>
                  </a:lnTo>
                  <a:lnTo>
                    <a:pt x="5021974" y="268763"/>
                  </a:lnTo>
                  <a:lnTo>
                    <a:pt x="5022083" y="268763"/>
                  </a:lnTo>
                  <a:lnTo>
                    <a:pt x="5022191" y="268763"/>
                  </a:lnTo>
                  <a:lnTo>
                    <a:pt x="5022300" y="268763"/>
                  </a:lnTo>
                  <a:lnTo>
                    <a:pt x="5022408" y="268763"/>
                  </a:lnTo>
                  <a:lnTo>
                    <a:pt x="5022517" y="268763"/>
                  </a:lnTo>
                  <a:lnTo>
                    <a:pt x="5022625" y="268763"/>
                  </a:lnTo>
                  <a:lnTo>
                    <a:pt x="5022734" y="268763"/>
                  </a:lnTo>
                  <a:lnTo>
                    <a:pt x="5022842" y="268763"/>
                  </a:lnTo>
                  <a:lnTo>
                    <a:pt x="5022842" y="268140"/>
                  </a:lnTo>
                  <a:lnTo>
                    <a:pt x="5022951" y="268140"/>
                  </a:lnTo>
                  <a:lnTo>
                    <a:pt x="5023059" y="268140"/>
                  </a:lnTo>
                  <a:lnTo>
                    <a:pt x="5023167" y="268140"/>
                  </a:lnTo>
                  <a:lnTo>
                    <a:pt x="5023276" y="268140"/>
                  </a:lnTo>
                  <a:lnTo>
                    <a:pt x="5023384" y="268140"/>
                  </a:lnTo>
                  <a:lnTo>
                    <a:pt x="5023493" y="268140"/>
                  </a:lnTo>
                  <a:lnTo>
                    <a:pt x="5023601" y="268140"/>
                  </a:lnTo>
                  <a:lnTo>
                    <a:pt x="5023710" y="268140"/>
                  </a:lnTo>
                  <a:lnTo>
                    <a:pt x="5023818" y="268140"/>
                  </a:lnTo>
                  <a:lnTo>
                    <a:pt x="5023927" y="268140"/>
                  </a:lnTo>
                  <a:lnTo>
                    <a:pt x="5024035" y="268140"/>
                  </a:lnTo>
                  <a:lnTo>
                    <a:pt x="5024143" y="268140"/>
                  </a:lnTo>
                  <a:lnTo>
                    <a:pt x="5024252" y="268140"/>
                  </a:lnTo>
                  <a:lnTo>
                    <a:pt x="5024360" y="268140"/>
                  </a:lnTo>
                  <a:lnTo>
                    <a:pt x="5024469" y="268140"/>
                  </a:lnTo>
                  <a:lnTo>
                    <a:pt x="5024577" y="268140"/>
                  </a:lnTo>
                  <a:lnTo>
                    <a:pt x="5024686" y="268140"/>
                  </a:lnTo>
                  <a:lnTo>
                    <a:pt x="5024794" y="268140"/>
                  </a:lnTo>
                  <a:lnTo>
                    <a:pt x="5024903" y="268140"/>
                  </a:lnTo>
                  <a:lnTo>
                    <a:pt x="5025011" y="268140"/>
                  </a:lnTo>
                  <a:lnTo>
                    <a:pt x="5025119" y="268140"/>
                  </a:lnTo>
                  <a:lnTo>
                    <a:pt x="5025228" y="268140"/>
                  </a:lnTo>
                  <a:lnTo>
                    <a:pt x="5025228" y="267516"/>
                  </a:lnTo>
                  <a:lnTo>
                    <a:pt x="5025336" y="267516"/>
                  </a:lnTo>
                  <a:lnTo>
                    <a:pt x="5025445" y="267516"/>
                  </a:lnTo>
                  <a:lnTo>
                    <a:pt x="5025553" y="267516"/>
                  </a:lnTo>
                  <a:lnTo>
                    <a:pt x="5025662" y="267516"/>
                  </a:lnTo>
                  <a:lnTo>
                    <a:pt x="5025770" y="267516"/>
                  </a:lnTo>
                  <a:lnTo>
                    <a:pt x="5025879" y="267516"/>
                  </a:lnTo>
                  <a:lnTo>
                    <a:pt x="5025987" y="267516"/>
                  </a:lnTo>
                  <a:lnTo>
                    <a:pt x="5026095" y="267516"/>
                  </a:lnTo>
                  <a:lnTo>
                    <a:pt x="5026204" y="267516"/>
                  </a:lnTo>
                  <a:lnTo>
                    <a:pt x="5026312" y="267516"/>
                  </a:lnTo>
                  <a:lnTo>
                    <a:pt x="5026312" y="266893"/>
                  </a:lnTo>
                  <a:lnTo>
                    <a:pt x="5026421" y="266893"/>
                  </a:lnTo>
                  <a:lnTo>
                    <a:pt x="5026529" y="266893"/>
                  </a:lnTo>
                  <a:lnTo>
                    <a:pt x="5026638" y="266893"/>
                  </a:lnTo>
                  <a:lnTo>
                    <a:pt x="5026746" y="266893"/>
                  </a:lnTo>
                  <a:lnTo>
                    <a:pt x="5026855" y="266893"/>
                  </a:lnTo>
                  <a:lnTo>
                    <a:pt x="5026963" y="266893"/>
                  </a:lnTo>
                  <a:lnTo>
                    <a:pt x="5027071" y="266893"/>
                  </a:lnTo>
                  <a:lnTo>
                    <a:pt x="5027180" y="266893"/>
                  </a:lnTo>
                  <a:lnTo>
                    <a:pt x="5027288" y="266893"/>
                  </a:lnTo>
                  <a:lnTo>
                    <a:pt x="5027397" y="266893"/>
                  </a:lnTo>
                  <a:lnTo>
                    <a:pt x="5027505" y="266893"/>
                  </a:lnTo>
                  <a:lnTo>
                    <a:pt x="5027614" y="266893"/>
                  </a:lnTo>
                  <a:lnTo>
                    <a:pt x="5027722" y="266893"/>
                  </a:lnTo>
                  <a:lnTo>
                    <a:pt x="5027831" y="266893"/>
                  </a:lnTo>
                  <a:lnTo>
                    <a:pt x="5027831" y="266269"/>
                  </a:lnTo>
                  <a:lnTo>
                    <a:pt x="5027939" y="266269"/>
                  </a:lnTo>
                  <a:lnTo>
                    <a:pt x="5028048" y="266269"/>
                  </a:lnTo>
                  <a:lnTo>
                    <a:pt x="5028156" y="266269"/>
                  </a:lnTo>
                  <a:lnTo>
                    <a:pt x="5028264" y="266269"/>
                  </a:lnTo>
                  <a:lnTo>
                    <a:pt x="5028373" y="266269"/>
                  </a:lnTo>
                  <a:lnTo>
                    <a:pt x="5028481" y="266269"/>
                  </a:lnTo>
                  <a:lnTo>
                    <a:pt x="5028590" y="266269"/>
                  </a:lnTo>
                  <a:lnTo>
                    <a:pt x="5028590" y="265646"/>
                  </a:lnTo>
                  <a:lnTo>
                    <a:pt x="5028698" y="265646"/>
                  </a:lnTo>
                  <a:lnTo>
                    <a:pt x="5028807" y="265646"/>
                  </a:lnTo>
                  <a:lnTo>
                    <a:pt x="5028915" y="265646"/>
                  </a:lnTo>
                  <a:lnTo>
                    <a:pt x="5029024" y="265646"/>
                  </a:lnTo>
                  <a:lnTo>
                    <a:pt x="5029132" y="265646"/>
                  </a:lnTo>
                  <a:lnTo>
                    <a:pt x="5029240" y="265646"/>
                  </a:lnTo>
                  <a:lnTo>
                    <a:pt x="5029349" y="265646"/>
                  </a:lnTo>
                  <a:lnTo>
                    <a:pt x="5029457" y="265646"/>
                  </a:lnTo>
                  <a:lnTo>
                    <a:pt x="5029566" y="265646"/>
                  </a:lnTo>
                  <a:lnTo>
                    <a:pt x="5029674" y="265646"/>
                  </a:lnTo>
                  <a:lnTo>
                    <a:pt x="5029783" y="265646"/>
                  </a:lnTo>
                  <a:lnTo>
                    <a:pt x="5029891" y="265646"/>
                  </a:lnTo>
                  <a:lnTo>
                    <a:pt x="5030000" y="265646"/>
                  </a:lnTo>
                  <a:lnTo>
                    <a:pt x="5030108" y="265646"/>
                  </a:lnTo>
                  <a:lnTo>
                    <a:pt x="5030216" y="265646"/>
                  </a:lnTo>
                  <a:lnTo>
                    <a:pt x="5030325" y="265646"/>
                  </a:lnTo>
                  <a:lnTo>
                    <a:pt x="5030433" y="265646"/>
                  </a:lnTo>
                  <a:lnTo>
                    <a:pt x="5030542" y="265646"/>
                  </a:lnTo>
                  <a:lnTo>
                    <a:pt x="5030650" y="265646"/>
                  </a:lnTo>
                  <a:lnTo>
                    <a:pt x="5030759" y="265646"/>
                  </a:lnTo>
                  <a:lnTo>
                    <a:pt x="5030867" y="265646"/>
                  </a:lnTo>
                  <a:lnTo>
                    <a:pt x="5030976" y="265646"/>
                  </a:lnTo>
                  <a:lnTo>
                    <a:pt x="5031084" y="265646"/>
                  </a:lnTo>
                  <a:lnTo>
                    <a:pt x="5031192" y="265646"/>
                  </a:lnTo>
                  <a:lnTo>
                    <a:pt x="5031301" y="265646"/>
                  </a:lnTo>
                  <a:lnTo>
                    <a:pt x="5031409" y="265646"/>
                  </a:lnTo>
                  <a:lnTo>
                    <a:pt x="5031518" y="265646"/>
                  </a:lnTo>
                  <a:lnTo>
                    <a:pt x="5031626" y="265646"/>
                  </a:lnTo>
                  <a:lnTo>
                    <a:pt x="5031735" y="265646"/>
                  </a:lnTo>
                  <a:lnTo>
                    <a:pt x="5031843" y="265646"/>
                  </a:lnTo>
                  <a:lnTo>
                    <a:pt x="5031952" y="265646"/>
                  </a:lnTo>
                  <a:lnTo>
                    <a:pt x="5032060" y="265646"/>
                  </a:lnTo>
                  <a:lnTo>
                    <a:pt x="5032169" y="265646"/>
                  </a:lnTo>
                  <a:lnTo>
                    <a:pt x="5032169" y="265022"/>
                  </a:lnTo>
                  <a:lnTo>
                    <a:pt x="5032277" y="265022"/>
                  </a:lnTo>
                  <a:lnTo>
                    <a:pt x="5032277" y="264398"/>
                  </a:lnTo>
                  <a:lnTo>
                    <a:pt x="5032385" y="264398"/>
                  </a:lnTo>
                  <a:lnTo>
                    <a:pt x="5032494" y="264398"/>
                  </a:lnTo>
                  <a:lnTo>
                    <a:pt x="5032602" y="264398"/>
                  </a:lnTo>
                  <a:lnTo>
                    <a:pt x="5032711" y="264398"/>
                  </a:lnTo>
                  <a:lnTo>
                    <a:pt x="5032819" y="264398"/>
                  </a:lnTo>
                  <a:lnTo>
                    <a:pt x="5032928" y="264398"/>
                  </a:lnTo>
                  <a:lnTo>
                    <a:pt x="5032928" y="263775"/>
                  </a:lnTo>
                  <a:lnTo>
                    <a:pt x="5033036" y="263775"/>
                  </a:lnTo>
                  <a:lnTo>
                    <a:pt x="5033145" y="263775"/>
                  </a:lnTo>
                  <a:lnTo>
                    <a:pt x="5033253" y="263775"/>
                  </a:lnTo>
                  <a:lnTo>
                    <a:pt x="5033361" y="263775"/>
                  </a:lnTo>
                  <a:lnTo>
                    <a:pt x="5033470" y="263775"/>
                  </a:lnTo>
                  <a:lnTo>
                    <a:pt x="5033578" y="263775"/>
                  </a:lnTo>
                  <a:lnTo>
                    <a:pt x="5033687" y="263775"/>
                  </a:lnTo>
                  <a:lnTo>
                    <a:pt x="5033795" y="263775"/>
                  </a:lnTo>
                  <a:lnTo>
                    <a:pt x="5033904" y="263775"/>
                  </a:lnTo>
                  <a:lnTo>
                    <a:pt x="5034012" y="263775"/>
                  </a:lnTo>
                  <a:lnTo>
                    <a:pt x="5034121" y="263775"/>
                  </a:lnTo>
                  <a:lnTo>
                    <a:pt x="5034229" y="263775"/>
                  </a:lnTo>
                  <a:lnTo>
                    <a:pt x="5034337" y="263775"/>
                  </a:lnTo>
                  <a:lnTo>
                    <a:pt x="5034446" y="263775"/>
                  </a:lnTo>
                  <a:lnTo>
                    <a:pt x="5034554" y="263775"/>
                  </a:lnTo>
                  <a:lnTo>
                    <a:pt x="5034663" y="263775"/>
                  </a:lnTo>
                  <a:lnTo>
                    <a:pt x="5034771" y="263775"/>
                  </a:lnTo>
                  <a:lnTo>
                    <a:pt x="5034880" y="263775"/>
                  </a:lnTo>
                  <a:lnTo>
                    <a:pt x="5034988" y="263775"/>
                  </a:lnTo>
                  <a:lnTo>
                    <a:pt x="5035097" y="263775"/>
                  </a:lnTo>
                  <a:lnTo>
                    <a:pt x="5035205" y="263775"/>
                  </a:lnTo>
                  <a:lnTo>
                    <a:pt x="5035313" y="263775"/>
                  </a:lnTo>
                  <a:lnTo>
                    <a:pt x="5035422" y="263775"/>
                  </a:lnTo>
                  <a:lnTo>
                    <a:pt x="5035530" y="263775"/>
                  </a:lnTo>
                  <a:lnTo>
                    <a:pt x="5035639" y="263775"/>
                  </a:lnTo>
                  <a:lnTo>
                    <a:pt x="5035747" y="263775"/>
                  </a:lnTo>
                  <a:lnTo>
                    <a:pt x="5035856" y="263775"/>
                  </a:lnTo>
                  <a:lnTo>
                    <a:pt x="5035964" y="263775"/>
                  </a:lnTo>
                  <a:lnTo>
                    <a:pt x="5036073" y="263775"/>
                  </a:lnTo>
                  <a:lnTo>
                    <a:pt x="5036181" y="263775"/>
                  </a:lnTo>
                  <a:lnTo>
                    <a:pt x="5036290" y="263775"/>
                  </a:lnTo>
                  <a:lnTo>
                    <a:pt x="5036398" y="263775"/>
                  </a:lnTo>
                  <a:lnTo>
                    <a:pt x="5036506" y="263775"/>
                  </a:lnTo>
                  <a:lnTo>
                    <a:pt x="5036615" y="263775"/>
                  </a:lnTo>
                  <a:lnTo>
                    <a:pt x="5036723" y="263775"/>
                  </a:lnTo>
                  <a:lnTo>
                    <a:pt x="5036832" y="263775"/>
                  </a:lnTo>
                  <a:lnTo>
                    <a:pt x="5036940" y="263775"/>
                  </a:lnTo>
                  <a:lnTo>
                    <a:pt x="5037049" y="263775"/>
                  </a:lnTo>
                  <a:lnTo>
                    <a:pt x="5037157" y="263775"/>
                  </a:lnTo>
                  <a:lnTo>
                    <a:pt x="5037266" y="263775"/>
                  </a:lnTo>
                  <a:lnTo>
                    <a:pt x="5037374" y="263775"/>
                  </a:lnTo>
                  <a:lnTo>
                    <a:pt x="5037482" y="263775"/>
                  </a:lnTo>
                  <a:lnTo>
                    <a:pt x="5037591" y="263775"/>
                  </a:lnTo>
                  <a:lnTo>
                    <a:pt x="5037699" y="263775"/>
                  </a:lnTo>
                  <a:lnTo>
                    <a:pt x="5037808" y="263775"/>
                  </a:lnTo>
                  <a:lnTo>
                    <a:pt x="5037916" y="263775"/>
                  </a:lnTo>
                  <a:lnTo>
                    <a:pt x="5038025" y="263775"/>
                  </a:lnTo>
                  <a:lnTo>
                    <a:pt x="5038133" y="263775"/>
                  </a:lnTo>
                  <a:lnTo>
                    <a:pt x="5038242" y="263775"/>
                  </a:lnTo>
                  <a:lnTo>
                    <a:pt x="5038242" y="263151"/>
                  </a:lnTo>
                  <a:lnTo>
                    <a:pt x="5038350" y="263151"/>
                  </a:lnTo>
                  <a:lnTo>
                    <a:pt x="5038458" y="263151"/>
                  </a:lnTo>
                  <a:lnTo>
                    <a:pt x="5038567" y="263151"/>
                  </a:lnTo>
                  <a:lnTo>
                    <a:pt x="5038675" y="263151"/>
                  </a:lnTo>
                  <a:lnTo>
                    <a:pt x="5038784" y="263151"/>
                  </a:lnTo>
                  <a:lnTo>
                    <a:pt x="5038892" y="263151"/>
                  </a:lnTo>
                  <a:lnTo>
                    <a:pt x="5039001" y="263151"/>
                  </a:lnTo>
                  <a:lnTo>
                    <a:pt x="5039109" y="263151"/>
                  </a:lnTo>
                  <a:lnTo>
                    <a:pt x="5039218" y="263151"/>
                  </a:lnTo>
                  <a:lnTo>
                    <a:pt x="5039326" y="263151"/>
                  </a:lnTo>
                  <a:lnTo>
                    <a:pt x="5039434" y="263151"/>
                  </a:lnTo>
                  <a:lnTo>
                    <a:pt x="5039543" y="263151"/>
                  </a:lnTo>
                  <a:lnTo>
                    <a:pt x="5039651" y="263151"/>
                  </a:lnTo>
                  <a:lnTo>
                    <a:pt x="5039760" y="263151"/>
                  </a:lnTo>
                  <a:lnTo>
                    <a:pt x="5039868" y="263151"/>
                  </a:lnTo>
                  <a:lnTo>
                    <a:pt x="5039977" y="263151"/>
                  </a:lnTo>
                  <a:lnTo>
                    <a:pt x="5040085" y="263151"/>
                  </a:lnTo>
                  <a:lnTo>
                    <a:pt x="5040194" y="263151"/>
                  </a:lnTo>
                  <a:lnTo>
                    <a:pt x="5040194" y="262528"/>
                  </a:lnTo>
                  <a:lnTo>
                    <a:pt x="5040302" y="262528"/>
                  </a:lnTo>
                  <a:lnTo>
                    <a:pt x="5040411" y="262528"/>
                  </a:lnTo>
                  <a:lnTo>
                    <a:pt x="5040519" y="262528"/>
                  </a:lnTo>
                  <a:lnTo>
                    <a:pt x="5040627" y="262528"/>
                  </a:lnTo>
                  <a:lnTo>
                    <a:pt x="5040736" y="262528"/>
                  </a:lnTo>
                  <a:lnTo>
                    <a:pt x="5040844" y="262528"/>
                  </a:lnTo>
                  <a:lnTo>
                    <a:pt x="5040953" y="262528"/>
                  </a:lnTo>
                  <a:lnTo>
                    <a:pt x="5041061" y="262528"/>
                  </a:lnTo>
                  <a:lnTo>
                    <a:pt x="5041170" y="262528"/>
                  </a:lnTo>
                  <a:lnTo>
                    <a:pt x="5041278" y="262528"/>
                  </a:lnTo>
                  <a:lnTo>
                    <a:pt x="5041387" y="262528"/>
                  </a:lnTo>
                  <a:lnTo>
                    <a:pt x="5041495" y="262528"/>
                  </a:lnTo>
                  <a:lnTo>
                    <a:pt x="5041603" y="262528"/>
                  </a:lnTo>
                  <a:lnTo>
                    <a:pt x="5041712" y="262528"/>
                  </a:lnTo>
                  <a:lnTo>
                    <a:pt x="5041820" y="262528"/>
                  </a:lnTo>
                  <a:lnTo>
                    <a:pt x="5041929" y="262528"/>
                  </a:lnTo>
                  <a:lnTo>
                    <a:pt x="5042037" y="262528"/>
                  </a:lnTo>
                  <a:lnTo>
                    <a:pt x="5042146" y="262528"/>
                  </a:lnTo>
                  <a:lnTo>
                    <a:pt x="5042254" y="262528"/>
                  </a:lnTo>
                  <a:lnTo>
                    <a:pt x="5042363" y="262528"/>
                  </a:lnTo>
                  <a:lnTo>
                    <a:pt x="5042471" y="262528"/>
                  </a:lnTo>
                  <a:lnTo>
                    <a:pt x="5042579" y="262528"/>
                  </a:lnTo>
                  <a:lnTo>
                    <a:pt x="5042688" y="262528"/>
                  </a:lnTo>
                  <a:lnTo>
                    <a:pt x="5042796" y="262528"/>
                  </a:lnTo>
                  <a:lnTo>
                    <a:pt x="5042905" y="262528"/>
                  </a:lnTo>
                  <a:lnTo>
                    <a:pt x="5043013" y="262528"/>
                  </a:lnTo>
                  <a:lnTo>
                    <a:pt x="5043122" y="262528"/>
                  </a:lnTo>
                  <a:lnTo>
                    <a:pt x="5043230" y="262528"/>
                  </a:lnTo>
                  <a:lnTo>
                    <a:pt x="5043339" y="262528"/>
                  </a:lnTo>
                  <a:lnTo>
                    <a:pt x="5043447" y="262528"/>
                  </a:lnTo>
                  <a:lnTo>
                    <a:pt x="5043555" y="262528"/>
                  </a:lnTo>
                  <a:lnTo>
                    <a:pt x="5043664" y="262528"/>
                  </a:lnTo>
                  <a:lnTo>
                    <a:pt x="5043772" y="262528"/>
                  </a:lnTo>
                  <a:lnTo>
                    <a:pt x="5043881" y="262528"/>
                  </a:lnTo>
                  <a:lnTo>
                    <a:pt x="5043989" y="262528"/>
                  </a:lnTo>
                  <a:lnTo>
                    <a:pt x="5044098" y="262528"/>
                  </a:lnTo>
                  <a:lnTo>
                    <a:pt x="5044206" y="262528"/>
                  </a:lnTo>
                  <a:lnTo>
                    <a:pt x="5044315" y="262528"/>
                  </a:lnTo>
                  <a:lnTo>
                    <a:pt x="5044423" y="262528"/>
                  </a:lnTo>
                  <a:lnTo>
                    <a:pt x="5044532" y="262528"/>
                  </a:lnTo>
                  <a:lnTo>
                    <a:pt x="5044640" y="262528"/>
                  </a:lnTo>
                  <a:lnTo>
                    <a:pt x="5044748" y="262528"/>
                  </a:lnTo>
                  <a:lnTo>
                    <a:pt x="5044857" y="262528"/>
                  </a:lnTo>
                  <a:lnTo>
                    <a:pt x="5044965" y="262528"/>
                  </a:lnTo>
                  <a:lnTo>
                    <a:pt x="5045074" y="262528"/>
                  </a:lnTo>
                  <a:lnTo>
                    <a:pt x="5045182" y="262528"/>
                  </a:lnTo>
                  <a:lnTo>
                    <a:pt x="5045291" y="262528"/>
                  </a:lnTo>
                  <a:lnTo>
                    <a:pt x="5045399" y="262528"/>
                  </a:lnTo>
                  <a:lnTo>
                    <a:pt x="5045508" y="262528"/>
                  </a:lnTo>
                  <a:lnTo>
                    <a:pt x="5045616" y="262528"/>
                  </a:lnTo>
                  <a:lnTo>
                    <a:pt x="5045616" y="261904"/>
                  </a:lnTo>
                  <a:lnTo>
                    <a:pt x="5045724" y="261904"/>
                  </a:lnTo>
                  <a:lnTo>
                    <a:pt x="5045833" y="261904"/>
                  </a:lnTo>
                  <a:lnTo>
                    <a:pt x="5045941" y="261904"/>
                  </a:lnTo>
                  <a:lnTo>
                    <a:pt x="5046050" y="261904"/>
                  </a:lnTo>
                  <a:lnTo>
                    <a:pt x="5046158" y="261904"/>
                  </a:lnTo>
                  <a:lnTo>
                    <a:pt x="5046267" y="261904"/>
                  </a:lnTo>
                  <a:lnTo>
                    <a:pt x="5046375" y="261904"/>
                  </a:lnTo>
                  <a:lnTo>
                    <a:pt x="5046484" y="261904"/>
                  </a:lnTo>
                  <a:lnTo>
                    <a:pt x="5046592" y="261904"/>
                  </a:lnTo>
                  <a:lnTo>
                    <a:pt x="5046700" y="261904"/>
                  </a:lnTo>
                  <a:lnTo>
                    <a:pt x="5046809" y="261904"/>
                  </a:lnTo>
                  <a:lnTo>
                    <a:pt x="5046917" y="261904"/>
                  </a:lnTo>
                  <a:lnTo>
                    <a:pt x="5047026" y="261904"/>
                  </a:lnTo>
                  <a:lnTo>
                    <a:pt x="5047134" y="261904"/>
                  </a:lnTo>
                  <a:lnTo>
                    <a:pt x="5047243" y="261904"/>
                  </a:lnTo>
                  <a:lnTo>
                    <a:pt x="5047351" y="261904"/>
                  </a:lnTo>
                  <a:lnTo>
                    <a:pt x="5047460" y="261904"/>
                  </a:lnTo>
                  <a:lnTo>
                    <a:pt x="5047568" y="261904"/>
                  </a:lnTo>
                  <a:lnTo>
                    <a:pt x="5047676" y="261904"/>
                  </a:lnTo>
                  <a:lnTo>
                    <a:pt x="5047676" y="261280"/>
                  </a:lnTo>
                  <a:lnTo>
                    <a:pt x="5047785" y="261280"/>
                  </a:lnTo>
                  <a:lnTo>
                    <a:pt x="5047893" y="261280"/>
                  </a:lnTo>
                  <a:lnTo>
                    <a:pt x="5048002" y="261280"/>
                  </a:lnTo>
                  <a:lnTo>
                    <a:pt x="5048110" y="261280"/>
                  </a:lnTo>
                  <a:lnTo>
                    <a:pt x="5048219" y="261280"/>
                  </a:lnTo>
                  <a:lnTo>
                    <a:pt x="5048327" y="261280"/>
                  </a:lnTo>
                  <a:lnTo>
                    <a:pt x="5048436" y="261280"/>
                  </a:lnTo>
                  <a:lnTo>
                    <a:pt x="5048544" y="261280"/>
                  </a:lnTo>
                  <a:lnTo>
                    <a:pt x="5048544" y="260657"/>
                  </a:lnTo>
                  <a:lnTo>
                    <a:pt x="5048653" y="260657"/>
                  </a:lnTo>
                  <a:lnTo>
                    <a:pt x="5048761" y="260657"/>
                  </a:lnTo>
                  <a:lnTo>
                    <a:pt x="5048869" y="260657"/>
                  </a:lnTo>
                  <a:lnTo>
                    <a:pt x="5048978" y="260657"/>
                  </a:lnTo>
                  <a:lnTo>
                    <a:pt x="5049086" y="260657"/>
                  </a:lnTo>
                  <a:lnTo>
                    <a:pt x="5049195" y="260657"/>
                  </a:lnTo>
                  <a:lnTo>
                    <a:pt x="5049303" y="260657"/>
                  </a:lnTo>
                  <a:lnTo>
                    <a:pt x="5049412" y="260657"/>
                  </a:lnTo>
                  <a:lnTo>
                    <a:pt x="5049520" y="260657"/>
                  </a:lnTo>
                  <a:lnTo>
                    <a:pt x="5049629" y="260657"/>
                  </a:lnTo>
                  <a:lnTo>
                    <a:pt x="5049737" y="260657"/>
                  </a:lnTo>
                  <a:lnTo>
                    <a:pt x="5049845" y="260657"/>
                  </a:lnTo>
                  <a:lnTo>
                    <a:pt x="5049954" y="260657"/>
                  </a:lnTo>
                  <a:lnTo>
                    <a:pt x="5050062" y="260657"/>
                  </a:lnTo>
                  <a:lnTo>
                    <a:pt x="5050062" y="260033"/>
                  </a:lnTo>
                  <a:lnTo>
                    <a:pt x="5050171" y="260033"/>
                  </a:lnTo>
                  <a:lnTo>
                    <a:pt x="5050279" y="260033"/>
                  </a:lnTo>
                  <a:lnTo>
                    <a:pt x="5050388" y="260033"/>
                  </a:lnTo>
                  <a:lnTo>
                    <a:pt x="5050496" y="260033"/>
                  </a:lnTo>
                  <a:lnTo>
                    <a:pt x="5050605" y="260033"/>
                  </a:lnTo>
                  <a:lnTo>
                    <a:pt x="5050713" y="260033"/>
                  </a:lnTo>
                  <a:lnTo>
                    <a:pt x="5050821" y="260033"/>
                  </a:lnTo>
                  <a:lnTo>
                    <a:pt x="5050930" y="260033"/>
                  </a:lnTo>
                  <a:lnTo>
                    <a:pt x="5051038" y="260033"/>
                  </a:lnTo>
                  <a:lnTo>
                    <a:pt x="5051147" y="260033"/>
                  </a:lnTo>
                  <a:lnTo>
                    <a:pt x="5051255" y="260033"/>
                  </a:lnTo>
                  <a:lnTo>
                    <a:pt x="5051364" y="260033"/>
                  </a:lnTo>
                  <a:lnTo>
                    <a:pt x="5051472" y="260033"/>
                  </a:lnTo>
                  <a:lnTo>
                    <a:pt x="5051472" y="259410"/>
                  </a:lnTo>
                  <a:lnTo>
                    <a:pt x="5051472" y="258786"/>
                  </a:lnTo>
                  <a:lnTo>
                    <a:pt x="5051581" y="258786"/>
                  </a:lnTo>
                  <a:lnTo>
                    <a:pt x="5051689" y="258786"/>
                  </a:lnTo>
                  <a:lnTo>
                    <a:pt x="5051797" y="258786"/>
                  </a:lnTo>
                  <a:lnTo>
                    <a:pt x="5051906" y="258786"/>
                  </a:lnTo>
                  <a:lnTo>
                    <a:pt x="5052014" y="258786"/>
                  </a:lnTo>
                  <a:lnTo>
                    <a:pt x="5052123" y="258786"/>
                  </a:lnTo>
                  <a:lnTo>
                    <a:pt x="5052231" y="258786"/>
                  </a:lnTo>
                  <a:lnTo>
                    <a:pt x="5052231" y="258163"/>
                  </a:lnTo>
                  <a:lnTo>
                    <a:pt x="5052340" y="258163"/>
                  </a:lnTo>
                  <a:lnTo>
                    <a:pt x="5052448" y="258163"/>
                  </a:lnTo>
                  <a:lnTo>
                    <a:pt x="5052557" y="258163"/>
                  </a:lnTo>
                  <a:lnTo>
                    <a:pt x="5052665" y="258163"/>
                  </a:lnTo>
                  <a:lnTo>
                    <a:pt x="5052773" y="258163"/>
                  </a:lnTo>
                  <a:lnTo>
                    <a:pt x="5052882" y="258163"/>
                  </a:lnTo>
                  <a:lnTo>
                    <a:pt x="5052990" y="258163"/>
                  </a:lnTo>
                  <a:lnTo>
                    <a:pt x="5053099" y="258163"/>
                  </a:lnTo>
                  <a:lnTo>
                    <a:pt x="5053207" y="258163"/>
                  </a:lnTo>
                  <a:lnTo>
                    <a:pt x="5053316" y="258163"/>
                  </a:lnTo>
                  <a:lnTo>
                    <a:pt x="5053424" y="258163"/>
                  </a:lnTo>
                  <a:lnTo>
                    <a:pt x="5053533" y="258163"/>
                  </a:lnTo>
                  <a:lnTo>
                    <a:pt x="5053641" y="258163"/>
                  </a:lnTo>
                  <a:lnTo>
                    <a:pt x="5053750" y="258163"/>
                  </a:lnTo>
                  <a:lnTo>
                    <a:pt x="5053858" y="258163"/>
                  </a:lnTo>
                  <a:lnTo>
                    <a:pt x="5053966" y="258163"/>
                  </a:lnTo>
                  <a:lnTo>
                    <a:pt x="5054075" y="258163"/>
                  </a:lnTo>
                  <a:lnTo>
                    <a:pt x="5054183" y="258163"/>
                  </a:lnTo>
                  <a:lnTo>
                    <a:pt x="5054183" y="257539"/>
                  </a:lnTo>
                  <a:lnTo>
                    <a:pt x="5054183" y="256915"/>
                  </a:lnTo>
                  <a:lnTo>
                    <a:pt x="5054292" y="256915"/>
                  </a:lnTo>
                  <a:lnTo>
                    <a:pt x="5054400" y="256915"/>
                  </a:lnTo>
                  <a:lnTo>
                    <a:pt x="5054509" y="256915"/>
                  </a:lnTo>
                  <a:lnTo>
                    <a:pt x="5054617" y="256915"/>
                  </a:lnTo>
                  <a:lnTo>
                    <a:pt x="5054726" y="256915"/>
                  </a:lnTo>
                  <a:lnTo>
                    <a:pt x="5054834" y="256915"/>
                  </a:lnTo>
                  <a:lnTo>
                    <a:pt x="5054942" y="256915"/>
                  </a:lnTo>
                  <a:lnTo>
                    <a:pt x="5055051" y="256915"/>
                  </a:lnTo>
                  <a:lnTo>
                    <a:pt x="5055159" y="256915"/>
                  </a:lnTo>
                  <a:lnTo>
                    <a:pt x="5055268" y="256915"/>
                  </a:lnTo>
                  <a:lnTo>
                    <a:pt x="5055376" y="256915"/>
                  </a:lnTo>
                  <a:lnTo>
                    <a:pt x="5055485" y="256915"/>
                  </a:lnTo>
                  <a:lnTo>
                    <a:pt x="5055593" y="256915"/>
                  </a:lnTo>
                  <a:lnTo>
                    <a:pt x="5055702" y="256915"/>
                  </a:lnTo>
                  <a:lnTo>
                    <a:pt x="5055810" y="256915"/>
                  </a:lnTo>
                  <a:lnTo>
                    <a:pt x="5055918" y="256915"/>
                  </a:lnTo>
                  <a:lnTo>
                    <a:pt x="5056027" y="256915"/>
                  </a:lnTo>
                  <a:lnTo>
                    <a:pt x="5056135" y="256915"/>
                  </a:lnTo>
                  <a:lnTo>
                    <a:pt x="5056244" y="256915"/>
                  </a:lnTo>
                  <a:lnTo>
                    <a:pt x="5056352" y="256915"/>
                  </a:lnTo>
                  <a:lnTo>
                    <a:pt x="5056352" y="256292"/>
                  </a:lnTo>
                  <a:lnTo>
                    <a:pt x="5056461" y="256292"/>
                  </a:lnTo>
                  <a:lnTo>
                    <a:pt x="5056569" y="256292"/>
                  </a:lnTo>
                  <a:lnTo>
                    <a:pt x="5056678" y="256292"/>
                  </a:lnTo>
                  <a:lnTo>
                    <a:pt x="5056786" y="256292"/>
                  </a:lnTo>
                  <a:lnTo>
                    <a:pt x="5056894" y="256292"/>
                  </a:lnTo>
                  <a:lnTo>
                    <a:pt x="5057003" y="256292"/>
                  </a:lnTo>
                  <a:lnTo>
                    <a:pt x="5057111" y="256292"/>
                  </a:lnTo>
                  <a:lnTo>
                    <a:pt x="5057220" y="256292"/>
                  </a:lnTo>
                  <a:lnTo>
                    <a:pt x="5057328" y="256292"/>
                  </a:lnTo>
                  <a:lnTo>
                    <a:pt x="5057437" y="256292"/>
                  </a:lnTo>
                  <a:lnTo>
                    <a:pt x="5057437" y="255668"/>
                  </a:lnTo>
                  <a:lnTo>
                    <a:pt x="5057545" y="255668"/>
                  </a:lnTo>
                  <a:lnTo>
                    <a:pt x="5057654" y="255668"/>
                  </a:lnTo>
                  <a:lnTo>
                    <a:pt x="5057762" y="255668"/>
                  </a:lnTo>
                  <a:lnTo>
                    <a:pt x="5057871" y="255668"/>
                  </a:lnTo>
                  <a:lnTo>
                    <a:pt x="5057979" y="255668"/>
                  </a:lnTo>
                  <a:lnTo>
                    <a:pt x="5058087" y="255668"/>
                  </a:lnTo>
                  <a:lnTo>
                    <a:pt x="5058196" y="255668"/>
                  </a:lnTo>
                  <a:lnTo>
                    <a:pt x="5058304" y="255668"/>
                  </a:lnTo>
                  <a:lnTo>
                    <a:pt x="5058413" y="255668"/>
                  </a:lnTo>
                  <a:lnTo>
                    <a:pt x="5058521" y="255668"/>
                  </a:lnTo>
                  <a:lnTo>
                    <a:pt x="5058630" y="255668"/>
                  </a:lnTo>
                  <a:lnTo>
                    <a:pt x="5058738" y="255668"/>
                  </a:lnTo>
                  <a:lnTo>
                    <a:pt x="5058847" y="255668"/>
                  </a:lnTo>
                  <a:lnTo>
                    <a:pt x="5058955" y="255668"/>
                  </a:lnTo>
                  <a:lnTo>
                    <a:pt x="5059063" y="255668"/>
                  </a:lnTo>
                  <a:lnTo>
                    <a:pt x="5059172" y="255668"/>
                  </a:lnTo>
                  <a:lnTo>
                    <a:pt x="5059280" y="255668"/>
                  </a:lnTo>
                  <a:lnTo>
                    <a:pt x="5059389" y="255668"/>
                  </a:lnTo>
                  <a:lnTo>
                    <a:pt x="5059497" y="255668"/>
                  </a:lnTo>
                  <a:lnTo>
                    <a:pt x="5059606" y="255668"/>
                  </a:lnTo>
                  <a:lnTo>
                    <a:pt x="5059714" y="255668"/>
                  </a:lnTo>
                  <a:lnTo>
                    <a:pt x="5059823" y="255668"/>
                  </a:lnTo>
                  <a:lnTo>
                    <a:pt x="5059931" y="255668"/>
                  </a:lnTo>
                  <a:lnTo>
                    <a:pt x="5060039" y="255668"/>
                  </a:lnTo>
                  <a:lnTo>
                    <a:pt x="5060148" y="255668"/>
                  </a:lnTo>
                  <a:lnTo>
                    <a:pt x="5060256" y="255668"/>
                  </a:lnTo>
                  <a:lnTo>
                    <a:pt x="5060365" y="255668"/>
                  </a:lnTo>
                  <a:lnTo>
                    <a:pt x="5060473" y="255668"/>
                  </a:lnTo>
                  <a:lnTo>
                    <a:pt x="5060582" y="255668"/>
                  </a:lnTo>
                  <a:lnTo>
                    <a:pt x="5060582" y="255045"/>
                  </a:lnTo>
                  <a:lnTo>
                    <a:pt x="5060690" y="255045"/>
                  </a:lnTo>
                  <a:lnTo>
                    <a:pt x="5060799" y="255045"/>
                  </a:lnTo>
                  <a:lnTo>
                    <a:pt x="5060907" y="255045"/>
                  </a:lnTo>
                  <a:lnTo>
                    <a:pt x="5061015" y="255045"/>
                  </a:lnTo>
                  <a:lnTo>
                    <a:pt x="5061124" y="255045"/>
                  </a:lnTo>
                  <a:lnTo>
                    <a:pt x="5061232" y="255045"/>
                  </a:lnTo>
                  <a:lnTo>
                    <a:pt x="5061341" y="255045"/>
                  </a:lnTo>
                  <a:lnTo>
                    <a:pt x="5061449" y="255045"/>
                  </a:lnTo>
                  <a:lnTo>
                    <a:pt x="5061558" y="255045"/>
                  </a:lnTo>
                  <a:lnTo>
                    <a:pt x="5061666" y="255045"/>
                  </a:lnTo>
                  <a:lnTo>
                    <a:pt x="5061775" y="255045"/>
                  </a:lnTo>
                  <a:lnTo>
                    <a:pt x="5061883" y="255045"/>
                  </a:lnTo>
                  <a:lnTo>
                    <a:pt x="5061992" y="255045"/>
                  </a:lnTo>
                  <a:lnTo>
                    <a:pt x="5062100" y="255045"/>
                  </a:lnTo>
                  <a:lnTo>
                    <a:pt x="5062208" y="255045"/>
                  </a:lnTo>
                  <a:lnTo>
                    <a:pt x="5062317" y="255045"/>
                  </a:lnTo>
                  <a:lnTo>
                    <a:pt x="5062425" y="255045"/>
                  </a:lnTo>
                  <a:lnTo>
                    <a:pt x="5062534" y="255045"/>
                  </a:lnTo>
                  <a:lnTo>
                    <a:pt x="5062642" y="255045"/>
                  </a:lnTo>
                  <a:lnTo>
                    <a:pt x="5062751" y="255045"/>
                  </a:lnTo>
                  <a:lnTo>
                    <a:pt x="5062859" y="255045"/>
                  </a:lnTo>
                  <a:lnTo>
                    <a:pt x="5062968" y="255045"/>
                  </a:lnTo>
                  <a:lnTo>
                    <a:pt x="5062968" y="254421"/>
                  </a:lnTo>
                  <a:lnTo>
                    <a:pt x="5063076" y="254421"/>
                  </a:lnTo>
                  <a:lnTo>
                    <a:pt x="5063184" y="254421"/>
                  </a:lnTo>
                  <a:lnTo>
                    <a:pt x="5063293" y="254421"/>
                  </a:lnTo>
                  <a:lnTo>
                    <a:pt x="5063401" y="254421"/>
                  </a:lnTo>
                  <a:lnTo>
                    <a:pt x="5063510" y="254421"/>
                  </a:lnTo>
                  <a:lnTo>
                    <a:pt x="5063618" y="254421"/>
                  </a:lnTo>
                  <a:lnTo>
                    <a:pt x="5063727" y="254421"/>
                  </a:lnTo>
                  <a:lnTo>
                    <a:pt x="5063835" y="254421"/>
                  </a:lnTo>
                  <a:lnTo>
                    <a:pt x="5063944" y="254421"/>
                  </a:lnTo>
                  <a:lnTo>
                    <a:pt x="5064052" y="254421"/>
                  </a:lnTo>
                  <a:lnTo>
                    <a:pt x="5064160" y="254421"/>
                  </a:lnTo>
                  <a:lnTo>
                    <a:pt x="5064269" y="254421"/>
                  </a:lnTo>
                  <a:lnTo>
                    <a:pt x="5064377" y="254421"/>
                  </a:lnTo>
                  <a:lnTo>
                    <a:pt x="5064486" y="254421"/>
                  </a:lnTo>
                  <a:lnTo>
                    <a:pt x="5064594" y="254421"/>
                  </a:lnTo>
                  <a:lnTo>
                    <a:pt x="5064703" y="254421"/>
                  </a:lnTo>
                  <a:lnTo>
                    <a:pt x="5064811" y="254421"/>
                  </a:lnTo>
                  <a:lnTo>
                    <a:pt x="5064920" y="254421"/>
                  </a:lnTo>
                  <a:lnTo>
                    <a:pt x="5065028" y="254421"/>
                  </a:lnTo>
                  <a:lnTo>
                    <a:pt x="5065136" y="254421"/>
                  </a:lnTo>
                  <a:lnTo>
                    <a:pt x="5065245" y="254421"/>
                  </a:lnTo>
                  <a:lnTo>
                    <a:pt x="5065245" y="253798"/>
                  </a:lnTo>
                  <a:lnTo>
                    <a:pt x="5065353" y="253798"/>
                  </a:lnTo>
                  <a:lnTo>
                    <a:pt x="5065462" y="253798"/>
                  </a:lnTo>
                  <a:lnTo>
                    <a:pt x="5065570" y="253798"/>
                  </a:lnTo>
                  <a:lnTo>
                    <a:pt x="5065679" y="253798"/>
                  </a:lnTo>
                  <a:lnTo>
                    <a:pt x="5065787" y="253798"/>
                  </a:lnTo>
                  <a:lnTo>
                    <a:pt x="5065896" y="253798"/>
                  </a:lnTo>
                  <a:lnTo>
                    <a:pt x="5066004" y="253798"/>
                  </a:lnTo>
                  <a:lnTo>
                    <a:pt x="5066113" y="253798"/>
                  </a:lnTo>
                  <a:lnTo>
                    <a:pt x="5066221" y="253798"/>
                  </a:lnTo>
                  <a:lnTo>
                    <a:pt x="5066329" y="253798"/>
                  </a:lnTo>
                  <a:lnTo>
                    <a:pt x="5066438" y="253798"/>
                  </a:lnTo>
                  <a:lnTo>
                    <a:pt x="5066546" y="253798"/>
                  </a:lnTo>
                  <a:lnTo>
                    <a:pt x="5066655" y="253798"/>
                  </a:lnTo>
                  <a:lnTo>
                    <a:pt x="5066763" y="253798"/>
                  </a:lnTo>
                  <a:lnTo>
                    <a:pt x="5066872" y="253798"/>
                  </a:lnTo>
                  <a:lnTo>
                    <a:pt x="5066980" y="253798"/>
                  </a:lnTo>
                  <a:lnTo>
                    <a:pt x="5067089" y="253798"/>
                  </a:lnTo>
                  <a:lnTo>
                    <a:pt x="5067197" y="253798"/>
                  </a:lnTo>
                  <a:lnTo>
                    <a:pt x="5067305" y="253798"/>
                  </a:lnTo>
                  <a:lnTo>
                    <a:pt x="5067305" y="253174"/>
                  </a:lnTo>
                  <a:lnTo>
                    <a:pt x="5067414" y="253174"/>
                  </a:lnTo>
                  <a:lnTo>
                    <a:pt x="5067522" y="253174"/>
                  </a:lnTo>
                  <a:lnTo>
                    <a:pt x="5067631" y="253174"/>
                  </a:lnTo>
                  <a:lnTo>
                    <a:pt x="5067739" y="253174"/>
                  </a:lnTo>
                  <a:lnTo>
                    <a:pt x="5067848" y="253174"/>
                  </a:lnTo>
                  <a:lnTo>
                    <a:pt x="5067956" y="253174"/>
                  </a:lnTo>
                  <a:lnTo>
                    <a:pt x="5068065" y="253174"/>
                  </a:lnTo>
                  <a:lnTo>
                    <a:pt x="5068173" y="253174"/>
                  </a:lnTo>
                  <a:lnTo>
                    <a:pt x="5068281" y="253174"/>
                  </a:lnTo>
                  <a:lnTo>
                    <a:pt x="5068390" y="253174"/>
                  </a:lnTo>
                  <a:lnTo>
                    <a:pt x="5068498" y="253174"/>
                  </a:lnTo>
                  <a:lnTo>
                    <a:pt x="5068607" y="253174"/>
                  </a:lnTo>
                  <a:lnTo>
                    <a:pt x="5068715" y="253174"/>
                  </a:lnTo>
                  <a:lnTo>
                    <a:pt x="5068824" y="253174"/>
                  </a:lnTo>
                  <a:lnTo>
                    <a:pt x="5068932" y="253174"/>
                  </a:lnTo>
                  <a:lnTo>
                    <a:pt x="5069041" y="253174"/>
                  </a:lnTo>
                  <a:lnTo>
                    <a:pt x="5069041" y="252550"/>
                  </a:lnTo>
                  <a:lnTo>
                    <a:pt x="5069149" y="252550"/>
                  </a:lnTo>
                  <a:lnTo>
                    <a:pt x="5069257" y="252550"/>
                  </a:lnTo>
                  <a:lnTo>
                    <a:pt x="5069366" y="252550"/>
                  </a:lnTo>
                  <a:lnTo>
                    <a:pt x="5069474" y="252550"/>
                  </a:lnTo>
                  <a:lnTo>
                    <a:pt x="5069583" y="252550"/>
                  </a:lnTo>
                  <a:lnTo>
                    <a:pt x="5069691" y="252550"/>
                  </a:lnTo>
                  <a:lnTo>
                    <a:pt x="5069800" y="252550"/>
                  </a:lnTo>
                  <a:lnTo>
                    <a:pt x="5069908" y="252550"/>
                  </a:lnTo>
                  <a:lnTo>
                    <a:pt x="5070017" y="252550"/>
                  </a:lnTo>
                  <a:lnTo>
                    <a:pt x="5070017" y="251927"/>
                  </a:lnTo>
                  <a:lnTo>
                    <a:pt x="5070125" y="251927"/>
                  </a:lnTo>
                  <a:lnTo>
                    <a:pt x="5070234" y="251927"/>
                  </a:lnTo>
                  <a:lnTo>
                    <a:pt x="5070234" y="251303"/>
                  </a:lnTo>
                  <a:lnTo>
                    <a:pt x="5070342" y="251303"/>
                  </a:lnTo>
                  <a:lnTo>
                    <a:pt x="5070450" y="251303"/>
                  </a:lnTo>
                  <a:lnTo>
                    <a:pt x="5070559" y="251303"/>
                  </a:lnTo>
                  <a:lnTo>
                    <a:pt x="5070667" y="251303"/>
                  </a:lnTo>
                  <a:lnTo>
                    <a:pt x="5070776" y="251303"/>
                  </a:lnTo>
                  <a:lnTo>
                    <a:pt x="5070884" y="251303"/>
                  </a:lnTo>
                  <a:lnTo>
                    <a:pt x="5070993" y="251303"/>
                  </a:lnTo>
                  <a:lnTo>
                    <a:pt x="5071101" y="251303"/>
                  </a:lnTo>
                  <a:lnTo>
                    <a:pt x="5071210" y="251303"/>
                  </a:lnTo>
                  <a:lnTo>
                    <a:pt x="5071318" y="251303"/>
                  </a:lnTo>
                  <a:lnTo>
                    <a:pt x="5071426" y="251303"/>
                  </a:lnTo>
                  <a:lnTo>
                    <a:pt x="5071535" y="251303"/>
                  </a:lnTo>
                  <a:lnTo>
                    <a:pt x="5071643" y="251303"/>
                  </a:lnTo>
                  <a:lnTo>
                    <a:pt x="5071752" y="251303"/>
                  </a:lnTo>
                  <a:lnTo>
                    <a:pt x="5071860" y="251303"/>
                  </a:lnTo>
                  <a:lnTo>
                    <a:pt x="5071969" y="251303"/>
                  </a:lnTo>
                  <a:lnTo>
                    <a:pt x="5072077" y="251303"/>
                  </a:lnTo>
                  <a:lnTo>
                    <a:pt x="5072186" y="251303"/>
                  </a:lnTo>
                  <a:lnTo>
                    <a:pt x="5072294" y="251303"/>
                  </a:lnTo>
                  <a:lnTo>
                    <a:pt x="5072402" y="251303"/>
                  </a:lnTo>
                  <a:lnTo>
                    <a:pt x="5072511" y="251303"/>
                  </a:lnTo>
                  <a:lnTo>
                    <a:pt x="5072619" y="251303"/>
                  </a:lnTo>
                  <a:lnTo>
                    <a:pt x="5072728" y="251303"/>
                  </a:lnTo>
                  <a:lnTo>
                    <a:pt x="5072836" y="251303"/>
                  </a:lnTo>
                  <a:lnTo>
                    <a:pt x="5072945" y="251303"/>
                  </a:lnTo>
                  <a:lnTo>
                    <a:pt x="5073053" y="251303"/>
                  </a:lnTo>
                  <a:lnTo>
                    <a:pt x="5073162" y="251303"/>
                  </a:lnTo>
                  <a:lnTo>
                    <a:pt x="5073270" y="251303"/>
                  </a:lnTo>
                  <a:lnTo>
                    <a:pt x="5073378" y="251303"/>
                  </a:lnTo>
                  <a:lnTo>
                    <a:pt x="5073487" y="251303"/>
                  </a:lnTo>
                  <a:lnTo>
                    <a:pt x="5073595" y="251303"/>
                  </a:lnTo>
                  <a:lnTo>
                    <a:pt x="5073704" y="251303"/>
                  </a:lnTo>
                  <a:lnTo>
                    <a:pt x="5073812" y="251303"/>
                  </a:lnTo>
                  <a:lnTo>
                    <a:pt x="5073812" y="250680"/>
                  </a:lnTo>
                  <a:lnTo>
                    <a:pt x="5073921" y="250680"/>
                  </a:lnTo>
                  <a:lnTo>
                    <a:pt x="5074029" y="250680"/>
                  </a:lnTo>
                  <a:lnTo>
                    <a:pt x="5074138" y="250680"/>
                  </a:lnTo>
                  <a:lnTo>
                    <a:pt x="5074246" y="250680"/>
                  </a:lnTo>
                  <a:lnTo>
                    <a:pt x="5074354" y="250680"/>
                  </a:lnTo>
                  <a:lnTo>
                    <a:pt x="5074463" y="250680"/>
                  </a:lnTo>
                  <a:lnTo>
                    <a:pt x="5074571" y="250680"/>
                  </a:lnTo>
                  <a:lnTo>
                    <a:pt x="5074680" y="250680"/>
                  </a:lnTo>
                  <a:lnTo>
                    <a:pt x="5074788" y="250680"/>
                  </a:lnTo>
                  <a:lnTo>
                    <a:pt x="5074897" y="250680"/>
                  </a:lnTo>
                  <a:lnTo>
                    <a:pt x="5075005" y="250680"/>
                  </a:lnTo>
                  <a:lnTo>
                    <a:pt x="5075114" y="250680"/>
                  </a:lnTo>
                  <a:lnTo>
                    <a:pt x="5075222" y="250680"/>
                  </a:lnTo>
                  <a:lnTo>
                    <a:pt x="5075331" y="250680"/>
                  </a:lnTo>
                  <a:lnTo>
                    <a:pt x="5075439" y="250680"/>
                  </a:lnTo>
                  <a:lnTo>
                    <a:pt x="5075547" y="250680"/>
                  </a:lnTo>
                  <a:lnTo>
                    <a:pt x="5075656" y="250680"/>
                  </a:lnTo>
                  <a:lnTo>
                    <a:pt x="5075764" y="250680"/>
                  </a:lnTo>
                  <a:lnTo>
                    <a:pt x="5075873" y="250680"/>
                  </a:lnTo>
                  <a:lnTo>
                    <a:pt x="5075981" y="250680"/>
                  </a:lnTo>
                  <a:lnTo>
                    <a:pt x="5076090" y="250680"/>
                  </a:lnTo>
                  <a:lnTo>
                    <a:pt x="5076198" y="250680"/>
                  </a:lnTo>
                  <a:lnTo>
                    <a:pt x="5076307" y="250680"/>
                  </a:lnTo>
                  <a:lnTo>
                    <a:pt x="5076415" y="250680"/>
                  </a:lnTo>
                  <a:lnTo>
                    <a:pt x="5076415" y="250056"/>
                  </a:lnTo>
                  <a:lnTo>
                    <a:pt x="5076523" y="250056"/>
                  </a:lnTo>
                  <a:lnTo>
                    <a:pt x="5076632" y="250056"/>
                  </a:lnTo>
                  <a:lnTo>
                    <a:pt x="5076740" y="250056"/>
                  </a:lnTo>
                  <a:lnTo>
                    <a:pt x="5076849" y="250056"/>
                  </a:lnTo>
                  <a:lnTo>
                    <a:pt x="5076957" y="250056"/>
                  </a:lnTo>
                  <a:lnTo>
                    <a:pt x="5077066" y="250056"/>
                  </a:lnTo>
                  <a:lnTo>
                    <a:pt x="5077174" y="250056"/>
                  </a:lnTo>
                  <a:lnTo>
                    <a:pt x="5077283" y="250056"/>
                  </a:lnTo>
                  <a:lnTo>
                    <a:pt x="5077391" y="250056"/>
                  </a:lnTo>
                  <a:lnTo>
                    <a:pt x="5077499" y="250056"/>
                  </a:lnTo>
                  <a:lnTo>
                    <a:pt x="5077608" y="250056"/>
                  </a:lnTo>
                  <a:lnTo>
                    <a:pt x="5077716" y="250056"/>
                  </a:lnTo>
                  <a:lnTo>
                    <a:pt x="5077716" y="249432"/>
                  </a:lnTo>
                  <a:lnTo>
                    <a:pt x="5077825" y="249432"/>
                  </a:lnTo>
                  <a:lnTo>
                    <a:pt x="5077933" y="249432"/>
                  </a:lnTo>
                  <a:lnTo>
                    <a:pt x="5078042" y="249432"/>
                  </a:lnTo>
                  <a:lnTo>
                    <a:pt x="5078150" y="249432"/>
                  </a:lnTo>
                  <a:lnTo>
                    <a:pt x="5078259" y="249432"/>
                  </a:lnTo>
                  <a:lnTo>
                    <a:pt x="5078367" y="249432"/>
                  </a:lnTo>
                  <a:lnTo>
                    <a:pt x="5078475" y="249432"/>
                  </a:lnTo>
                  <a:lnTo>
                    <a:pt x="5078584" y="249432"/>
                  </a:lnTo>
                  <a:lnTo>
                    <a:pt x="5078692" y="249432"/>
                  </a:lnTo>
                  <a:lnTo>
                    <a:pt x="5078801" y="249432"/>
                  </a:lnTo>
                  <a:lnTo>
                    <a:pt x="5078909" y="249432"/>
                  </a:lnTo>
                  <a:lnTo>
                    <a:pt x="5079018" y="249432"/>
                  </a:lnTo>
                  <a:lnTo>
                    <a:pt x="5079126" y="249432"/>
                  </a:lnTo>
                  <a:lnTo>
                    <a:pt x="5079235" y="249432"/>
                  </a:lnTo>
                  <a:lnTo>
                    <a:pt x="5079343" y="249432"/>
                  </a:lnTo>
                  <a:lnTo>
                    <a:pt x="5079452" y="249432"/>
                  </a:lnTo>
                  <a:lnTo>
                    <a:pt x="5079560" y="249432"/>
                  </a:lnTo>
                  <a:lnTo>
                    <a:pt x="5079668" y="249432"/>
                  </a:lnTo>
                  <a:lnTo>
                    <a:pt x="5079777" y="249432"/>
                  </a:lnTo>
                  <a:lnTo>
                    <a:pt x="5079885" y="249432"/>
                  </a:lnTo>
                  <a:lnTo>
                    <a:pt x="5079994" y="249432"/>
                  </a:lnTo>
                  <a:lnTo>
                    <a:pt x="5080102" y="249432"/>
                  </a:lnTo>
                  <a:lnTo>
                    <a:pt x="5080211" y="249432"/>
                  </a:lnTo>
                  <a:lnTo>
                    <a:pt x="5080211" y="248809"/>
                  </a:lnTo>
                  <a:lnTo>
                    <a:pt x="5080319" y="248809"/>
                  </a:lnTo>
                  <a:lnTo>
                    <a:pt x="5080428" y="248809"/>
                  </a:lnTo>
                  <a:lnTo>
                    <a:pt x="5080536" y="248809"/>
                  </a:lnTo>
                  <a:lnTo>
                    <a:pt x="5080536" y="248185"/>
                  </a:lnTo>
                  <a:lnTo>
                    <a:pt x="5080644" y="248185"/>
                  </a:lnTo>
                  <a:lnTo>
                    <a:pt x="5080753" y="248185"/>
                  </a:lnTo>
                  <a:lnTo>
                    <a:pt x="5080861" y="248185"/>
                  </a:lnTo>
                  <a:lnTo>
                    <a:pt x="5080970" y="248185"/>
                  </a:lnTo>
                  <a:lnTo>
                    <a:pt x="5081078" y="248185"/>
                  </a:lnTo>
                  <a:lnTo>
                    <a:pt x="5081187" y="248185"/>
                  </a:lnTo>
                  <a:lnTo>
                    <a:pt x="5081295" y="248185"/>
                  </a:lnTo>
                  <a:lnTo>
                    <a:pt x="5081404" y="248185"/>
                  </a:lnTo>
                  <a:lnTo>
                    <a:pt x="5081512" y="248185"/>
                  </a:lnTo>
                  <a:lnTo>
                    <a:pt x="5081620" y="248185"/>
                  </a:lnTo>
                  <a:lnTo>
                    <a:pt x="5081729" y="248185"/>
                  </a:lnTo>
                  <a:lnTo>
                    <a:pt x="5081837" y="248185"/>
                  </a:lnTo>
                  <a:lnTo>
                    <a:pt x="5081946" y="248185"/>
                  </a:lnTo>
                  <a:lnTo>
                    <a:pt x="5082054" y="248185"/>
                  </a:lnTo>
                  <a:lnTo>
                    <a:pt x="5082163" y="248185"/>
                  </a:lnTo>
                  <a:lnTo>
                    <a:pt x="5082271" y="248185"/>
                  </a:lnTo>
                  <a:lnTo>
                    <a:pt x="5082380" y="248185"/>
                  </a:lnTo>
                  <a:lnTo>
                    <a:pt x="5082488" y="248185"/>
                  </a:lnTo>
                  <a:lnTo>
                    <a:pt x="5082596" y="248185"/>
                  </a:lnTo>
                  <a:lnTo>
                    <a:pt x="5082705" y="248185"/>
                  </a:lnTo>
                  <a:lnTo>
                    <a:pt x="5082813" y="248185"/>
                  </a:lnTo>
                  <a:lnTo>
                    <a:pt x="5082922" y="248185"/>
                  </a:lnTo>
                  <a:lnTo>
                    <a:pt x="5083030" y="248185"/>
                  </a:lnTo>
                  <a:lnTo>
                    <a:pt x="5083139" y="248185"/>
                  </a:lnTo>
                  <a:lnTo>
                    <a:pt x="5083247" y="248185"/>
                  </a:lnTo>
                  <a:lnTo>
                    <a:pt x="5083356" y="248185"/>
                  </a:lnTo>
                  <a:lnTo>
                    <a:pt x="5083464" y="248185"/>
                  </a:lnTo>
                  <a:lnTo>
                    <a:pt x="5083573" y="248185"/>
                  </a:lnTo>
                  <a:lnTo>
                    <a:pt x="5083681" y="248185"/>
                  </a:lnTo>
                  <a:lnTo>
                    <a:pt x="5083789" y="248185"/>
                  </a:lnTo>
                  <a:lnTo>
                    <a:pt x="5083898" y="248185"/>
                  </a:lnTo>
                  <a:lnTo>
                    <a:pt x="5084006" y="248185"/>
                  </a:lnTo>
                  <a:lnTo>
                    <a:pt x="5084115" y="248185"/>
                  </a:lnTo>
                  <a:lnTo>
                    <a:pt x="5084223" y="248185"/>
                  </a:lnTo>
                  <a:lnTo>
                    <a:pt x="5084332" y="248185"/>
                  </a:lnTo>
                  <a:lnTo>
                    <a:pt x="5084440" y="248185"/>
                  </a:lnTo>
                  <a:lnTo>
                    <a:pt x="5084549" y="248185"/>
                  </a:lnTo>
                  <a:lnTo>
                    <a:pt x="5084657" y="248185"/>
                  </a:lnTo>
                  <a:lnTo>
                    <a:pt x="5084765" y="248185"/>
                  </a:lnTo>
                  <a:lnTo>
                    <a:pt x="5084874" y="248185"/>
                  </a:lnTo>
                  <a:lnTo>
                    <a:pt x="5084982" y="248185"/>
                  </a:lnTo>
                  <a:lnTo>
                    <a:pt x="5085091" y="248185"/>
                  </a:lnTo>
                  <a:lnTo>
                    <a:pt x="5085091" y="247562"/>
                  </a:lnTo>
                  <a:lnTo>
                    <a:pt x="5085199" y="247562"/>
                  </a:lnTo>
                  <a:lnTo>
                    <a:pt x="5085308" y="247562"/>
                  </a:lnTo>
                  <a:lnTo>
                    <a:pt x="5085416" y="247562"/>
                  </a:lnTo>
                  <a:lnTo>
                    <a:pt x="5085525" y="247562"/>
                  </a:lnTo>
                  <a:lnTo>
                    <a:pt x="5085525" y="246938"/>
                  </a:lnTo>
                  <a:lnTo>
                    <a:pt x="5085525" y="246315"/>
                  </a:lnTo>
                  <a:lnTo>
                    <a:pt x="5085633" y="246315"/>
                  </a:lnTo>
                  <a:lnTo>
                    <a:pt x="5085741" y="246315"/>
                  </a:lnTo>
                  <a:lnTo>
                    <a:pt x="5085850" y="246315"/>
                  </a:lnTo>
                  <a:lnTo>
                    <a:pt x="5085958" y="246315"/>
                  </a:lnTo>
                  <a:lnTo>
                    <a:pt x="5085958" y="245691"/>
                  </a:lnTo>
                  <a:lnTo>
                    <a:pt x="5086067" y="245691"/>
                  </a:lnTo>
                  <a:lnTo>
                    <a:pt x="5086175" y="245691"/>
                  </a:lnTo>
                  <a:lnTo>
                    <a:pt x="5086284" y="245691"/>
                  </a:lnTo>
                  <a:lnTo>
                    <a:pt x="5086392" y="245691"/>
                  </a:lnTo>
                  <a:lnTo>
                    <a:pt x="5086501" y="245691"/>
                  </a:lnTo>
                  <a:lnTo>
                    <a:pt x="5086501" y="245067"/>
                  </a:lnTo>
                  <a:lnTo>
                    <a:pt x="5086609" y="245067"/>
                  </a:lnTo>
                  <a:lnTo>
                    <a:pt x="5086717" y="245067"/>
                  </a:lnTo>
                  <a:lnTo>
                    <a:pt x="5086826" y="245067"/>
                  </a:lnTo>
                  <a:lnTo>
                    <a:pt x="5086934" y="245067"/>
                  </a:lnTo>
                  <a:lnTo>
                    <a:pt x="5087043" y="245067"/>
                  </a:lnTo>
                  <a:lnTo>
                    <a:pt x="5087151" y="245067"/>
                  </a:lnTo>
                  <a:lnTo>
                    <a:pt x="5087260" y="245067"/>
                  </a:lnTo>
                  <a:lnTo>
                    <a:pt x="5087368" y="245067"/>
                  </a:lnTo>
                  <a:lnTo>
                    <a:pt x="5087477" y="245067"/>
                  </a:lnTo>
                  <a:lnTo>
                    <a:pt x="5087585" y="245067"/>
                  </a:lnTo>
                  <a:lnTo>
                    <a:pt x="5087694" y="245067"/>
                  </a:lnTo>
                  <a:lnTo>
                    <a:pt x="5087802" y="245067"/>
                  </a:lnTo>
                  <a:lnTo>
                    <a:pt x="5087910" y="245067"/>
                  </a:lnTo>
                  <a:lnTo>
                    <a:pt x="5088019" y="245067"/>
                  </a:lnTo>
                  <a:lnTo>
                    <a:pt x="5088127" y="245067"/>
                  </a:lnTo>
                  <a:lnTo>
                    <a:pt x="5088236" y="245067"/>
                  </a:lnTo>
                  <a:lnTo>
                    <a:pt x="5088344" y="245067"/>
                  </a:lnTo>
                  <a:lnTo>
                    <a:pt x="5088453" y="245067"/>
                  </a:lnTo>
                  <a:lnTo>
                    <a:pt x="5088561" y="245067"/>
                  </a:lnTo>
                  <a:lnTo>
                    <a:pt x="5088670" y="245067"/>
                  </a:lnTo>
                  <a:lnTo>
                    <a:pt x="5088778" y="245067"/>
                  </a:lnTo>
                  <a:lnTo>
                    <a:pt x="5088886" y="245067"/>
                  </a:lnTo>
                  <a:lnTo>
                    <a:pt x="5088995" y="245067"/>
                  </a:lnTo>
                  <a:lnTo>
                    <a:pt x="5089103" y="245067"/>
                  </a:lnTo>
                  <a:lnTo>
                    <a:pt x="5089212" y="245067"/>
                  </a:lnTo>
                  <a:lnTo>
                    <a:pt x="5089320" y="245067"/>
                  </a:lnTo>
                  <a:lnTo>
                    <a:pt x="5089429" y="245067"/>
                  </a:lnTo>
                  <a:lnTo>
                    <a:pt x="5089537" y="245067"/>
                  </a:lnTo>
                  <a:lnTo>
                    <a:pt x="5089646" y="245067"/>
                  </a:lnTo>
                  <a:lnTo>
                    <a:pt x="5089754" y="245067"/>
                  </a:lnTo>
                  <a:lnTo>
                    <a:pt x="5089862" y="245067"/>
                  </a:lnTo>
                  <a:lnTo>
                    <a:pt x="5089971" y="245067"/>
                  </a:lnTo>
                  <a:lnTo>
                    <a:pt x="5090079" y="245067"/>
                  </a:lnTo>
                  <a:lnTo>
                    <a:pt x="5090188" y="245067"/>
                  </a:lnTo>
                  <a:lnTo>
                    <a:pt x="5090296" y="245067"/>
                  </a:lnTo>
                  <a:lnTo>
                    <a:pt x="5090405" y="245067"/>
                  </a:lnTo>
                  <a:lnTo>
                    <a:pt x="5090513" y="245067"/>
                  </a:lnTo>
                  <a:lnTo>
                    <a:pt x="5090622" y="245067"/>
                  </a:lnTo>
                  <a:lnTo>
                    <a:pt x="5090730" y="245067"/>
                  </a:lnTo>
                  <a:lnTo>
                    <a:pt x="5090838" y="245067"/>
                  </a:lnTo>
                  <a:lnTo>
                    <a:pt x="5090947" y="245067"/>
                  </a:lnTo>
                  <a:lnTo>
                    <a:pt x="5091055" y="245067"/>
                  </a:lnTo>
                  <a:lnTo>
                    <a:pt x="5091164" y="245067"/>
                  </a:lnTo>
                  <a:lnTo>
                    <a:pt x="5091272" y="245067"/>
                  </a:lnTo>
                  <a:lnTo>
                    <a:pt x="5091381" y="245067"/>
                  </a:lnTo>
                  <a:lnTo>
                    <a:pt x="5091489" y="245067"/>
                  </a:lnTo>
                  <a:lnTo>
                    <a:pt x="5091598" y="245067"/>
                  </a:lnTo>
                  <a:lnTo>
                    <a:pt x="5091706" y="245067"/>
                  </a:lnTo>
                  <a:lnTo>
                    <a:pt x="5091815" y="245067"/>
                  </a:lnTo>
                  <a:lnTo>
                    <a:pt x="5091923" y="245067"/>
                  </a:lnTo>
                  <a:lnTo>
                    <a:pt x="5092031" y="245067"/>
                  </a:lnTo>
                  <a:lnTo>
                    <a:pt x="5092140" y="245067"/>
                  </a:lnTo>
                  <a:lnTo>
                    <a:pt x="5092248" y="245067"/>
                  </a:lnTo>
                  <a:lnTo>
                    <a:pt x="5092357" y="245067"/>
                  </a:lnTo>
                  <a:lnTo>
                    <a:pt x="5092465" y="245067"/>
                  </a:lnTo>
                  <a:lnTo>
                    <a:pt x="5092574" y="245067"/>
                  </a:lnTo>
                  <a:lnTo>
                    <a:pt x="5092682" y="245067"/>
                  </a:lnTo>
                  <a:lnTo>
                    <a:pt x="5092791" y="245067"/>
                  </a:lnTo>
                  <a:lnTo>
                    <a:pt x="5092899" y="245067"/>
                  </a:lnTo>
                  <a:lnTo>
                    <a:pt x="5093007" y="245067"/>
                  </a:lnTo>
                  <a:lnTo>
                    <a:pt x="5093116" y="245067"/>
                  </a:lnTo>
                  <a:lnTo>
                    <a:pt x="5093224" y="245067"/>
                  </a:lnTo>
                  <a:lnTo>
                    <a:pt x="5093333" y="245067"/>
                  </a:lnTo>
                  <a:lnTo>
                    <a:pt x="5093441" y="245067"/>
                  </a:lnTo>
                  <a:lnTo>
                    <a:pt x="5093550" y="245067"/>
                  </a:lnTo>
                  <a:lnTo>
                    <a:pt x="5093658" y="245067"/>
                  </a:lnTo>
                  <a:lnTo>
                    <a:pt x="5093767" y="245067"/>
                  </a:lnTo>
                  <a:lnTo>
                    <a:pt x="5093875" y="245067"/>
                  </a:lnTo>
                  <a:lnTo>
                    <a:pt x="5093983" y="245067"/>
                  </a:lnTo>
                  <a:lnTo>
                    <a:pt x="5093983" y="244444"/>
                  </a:lnTo>
                  <a:lnTo>
                    <a:pt x="5094092" y="244444"/>
                  </a:lnTo>
                  <a:lnTo>
                    <a:pt x="5094200" y="244444"/>
                  </a:lnTo>
                  <a:lnTo>
                    <a:pt x="5094309" y="244444"/>
                  </a:lnTo>
                  <a:lnTo>
                    <a:pt x="5094417" y="244444"/>
                  </a:lnTo>
                  <a:lnTo>
                    <a:pt x="5094526" y="244444"/>
                  </a:lnTo>
                  <a:lnTo>
                    <a:pt x="5094634" y="244444"/>
                  </a:lnTo>
                  <a:lnTo>
                    <a:pt x="5094743" y="244444"/>
                  </a:lnTo>
                  <a:lnTo>
                    <a:pt x="5094851" y="244444"/>
                  </a:lnTo>
                  <a:lnTo>
                    <a:pt x="5094959" y="244444"/>
                  </a:lnTo>
                  <a:lnTo>
                    <a:pt x="5095068" y="244444"/>
                  </a:lnTo>
                  <a:lnTo>
                    <a:pt x="5095176" y="244444"/>
                  </a:lnTo>
                  <a:lnTo>
                    <a:pt x="5095285" y="244444"/>
                  </a:lnTo>
                  <a:lnTo>
                    <a:pt x="5095285" y="243820"/>
                  </a:lnTo>
                  <a:lnTo>
                    <a:pt x="5095393" y="243820"/>
                  </a:lnTo>
                  <a:lnTo>
                    <a:pt x="5095502" y="243820"/>
                  </a:lnTo>
                  <a:lnTo>
                    <a:pt x="5095610" y="243820"/>
                  </a:lnTo>
                  <a:lnTo>
                    <a:pt x="5095719" y="243820"/>
                  </a:lnTo>
                  <a:lnTo>
                    <a:pt x="5095827" y="243820"/>
                  </a:lnTo>
                  <a:lnTo>
                    <a:pt x="5095935" y="243820"/>
                  </a:lnTo>
                  <a:lnTo>
                    <a:pt x="5096044" y="243820"/>
                  </a:lnTo>
                  <a:lnTo>
                    <a:pt x="5096152" y="243820"/>
                  </a:lnTo>
                  <a:lnTo>
                    <a:pt x="5096261" y="243820"/>
                  </a:lnTo>
                  <a:lnTo>
                    <a:pt x="5096369" y="243820"/>
                  </a:lnTo>
                  <a:lnTo>
                    <a:pt x="5096478" y="243820"/>
                  </a:lnTo>
                  <a:lnTo>
                    <a:pt x="5096586" y="243820"/>
                  </a:lnTo>
                  <a:lnTo>
                    <a:pt x="5096695" y="243820"/>
                  </a:lnTo>
                  <a:lnTo>
                    <a:pt x="5096803" y="243820"/>
                  </a:lnTo>
                  <a:lnTo>
                    <a:pt x="5096803" y="243197"/>
                  </a:lnTo>
                  <a:lnTo>
                    <a:pt x="5096912" y="243197"/>
                  </a:lnTo>
                  <a:lnTo>
                    <a:pt x="5097020" y="243197"/>
                  </a:lnTo>
                  <a:lnTo>
                    <a:pt x="5097128" y="243197"/>
                  </a:lnTo>
                  <a:lnTo>
                    <a:pt x="5097237" y="243197"/>
                  </a:lnTo>
                  <a:lnTo>
                    <a:pt x="5097345" y="243197"/>
                  </a:lnTo>
                  <a:lnTo>
                    <a:pt x="5097345" y="242573"/>
                  </a:lnTo>
                  <a:lnTo>
                    <a:pt x="5097454" y="242573"/>
                  </a:lnTo>
                  <a:lnTo>
                    <a:pt x="5097562" y="242573"/>
                  </a:lnTo>
                  <a:lnTo>
                    <a:pt x="5097671" y="242573"/>
                  </a:lnTo>
                  <a:lnTo>
                    <a:pt x="5097779" y="242573"/>
                  </a:lnTo>
                  <a:lnTo>
                    <a:pt x="5097888" y="242573"/>
                  </a:lnTo>
                  <a:lnTo>
                    <a:pt x="5097996" y="242573"/>
                  </a:lnTo>
                  <a:lnTo>
                    <a:pt x="5098104" y="242573"/>
                  </a:lnTo>
                  <a:lnTo>
                    <a:pt x="5098213" y="242573"/>
                  </a:lnTo>
                  <a:lnTo>
                    <a:pt x="5098321" y="242573"/>
                  </a:lnTo>
                  <a:lnTo>
                    <a:pt x="5098430" y="242573"/>
                  </a:lnTo>
                  <a:lnTo>
                    <a:pt x="5098538" y="242573"/>
                  </a:lnTo>
                  <a:lnTo>
                    <a:pt x="5098647" y="242573"/>
                  </a:lnTo>
                  <a:lnTo>
                    <a:pt x="5098755" y="242573"/>
                  </a:lnTo>
                  <a:lnTo>
                    <a:pt x="5098864" y="242573"/>
                  </a:lnTo>
                  <a:lnTo>
                    <a:pt x="5098972" y="242573"/>
                  </a:lnTo>
                  <a:lnTo>
                    <a:pt x="5099080" y="242573"/>
                  </a:lnTo>
                  <a:lnTo>
                    <a:pt x="5099189" y="242573"/>
                  </a:lnTo>
                  <a:lnTo>
                    <a:pt x="5099297" y="242573"/>
                  </a:lnTo>
                  <a:lnTo>
                    <a:pt x="5099297" y="241949"/>
                  </a:lnTo>
                  <a:lnTo>
                    <a:pt x="5099406" y="241949"/>
                  </a:lnTo>
                  <a:lnTo>
                    <a:pt x="5099514" y="241949"/>
                  </a:lnTo>
                  <a:lnTo>
                    <a:pt x="5099623" y="241949"/>
                  </a:lnTo>
                  <a:lnTo>
                    <a:pt x="5099731" y="241949"/>
                  </a:lnTo>
                  <a:lnTo>
                    <a:pt x="5099840" y="241949"/>
                  </a:lnTo>
                  <a:lnTo>
                    <a:pt x="5099948" y="241949"/>
                  </a:lnTo>
                  <a:lnTo>
                    <a:pt x="5100056" y="241949"/>
                  </a:lnTo>
                  <a:lnTo>
                    <a:pt x="5100165" y="241949"/>
                  </a:lnTo>
                  <a:lnTo>
                    <a:pt x="5100273" y="241949"/>
                  </a:lnTo>
                  <a:lnTo>
                    <a:pt x="5100382" y="241949"/>
                  </a:lnTo>
                  <a:lnTo>
                    <a:pt x="5100490" y="241949"/>
                  </a:lnTo>
                  <a:lnTo>
                    <a:pt x="5100599" y="241949"/>
                  </a:lnTo>
                  <a:lnTo>
                    <a:pt x="5100707" y="241949"/>
                  </a:lnTo>
                  <a:lnTo>
                    <a:pt x="5100816" y="241949"/>
                  </a:lnTo>
                  <a:lnTo>
                    <a:pt x="5100924" y="241949"/>
                  </a:lnTo>
                  <a:lnTo>
                    <a:pt x="5101033" y="241949"/>
                  </a:lnTo>
                  <a:lnTo>
                    <a:pt x="5101141" y="241949"/>
                  </a:lnTo>
                  <a:lnTo>
                    <a:pt x="5101249" y="241949"/>
                  </a:lnTo>
                  <a:lnTo>
                    <a:pt x="5101358" y="241949"/>
                  </a:lnTo>
                  <a:lnTo>
                    <a:pt x="5101466" y="241949"/>
                  </a:lnTo>
                  <a:lnTo>
                    <a:pt x="5101575" y="241949"/>
                  </a:lnTo>
                  <a:lnTo>
                    <a:pt x="5101683" y="241949"/>
                  </a:lnTo>
                  <a:lnTo>
                    <a:pt x="5101792" y="241949"/>
                  </a:lnTo>
                  <a:lnTo>
                    <a:pt x="5101900" y="241949"/>
                  </a:lnTo>
                  <a:lnTo>
                    <a:pt x="5102009" y="241949"/>
                  </a:lnTo>
                  <a:lnTo>
                    <a:pt x="5102117" y="241949"/>
                  </a:lnTo>
                  <a:lnTo>
                    <a:pt x="5102225" y="241949"/>
                  </a:lnTo>
                  <a:lnTo>
                    <a:pt x="5102334" y="241949"/>
                  </a:lnTo>
                  <a:lnTo>
                    <a:pt x="5102442" y="241949"/>
                  </a:lnTo>
                  <a:lnTo>
                    <a:pt x="5102551" y="241949"/>
                  </a:lnTo>
                  <a:lnTo>
                    <a:pt x="5102659" y="241949"/>
                  </a:lnTo>
                  <a:lnTo>
                    <a:pt x="5102768" y="241949"/>
                  </a:lnTo>
                  <a:lnTo>
                    <a:pt x="5102876" y="241949"/>
                  </a:lnTo>
                  <a:lnTo>
                    <a:pt x="5102985" y="241949"/>
                  </a:lnTo>
                  <a:lnTo>
                    <a:pt x="5103093" y="241949"/>
                  </a:lnTo>
                  <a:lnTo>
                    <a:pt x="5103201" y="241949"/>
                  </a:lnTo>
                  <a:lnTo>
                    <a:pt x="5103310" y="241949"/>
                  </a:lnTo>
                  <a:lnTo>
                    <a:pt x="5103418" y="241949"/>
                  </a:lnTo>
                  <a:lnTo>
                    <a:pt x="5103527" y="241949"/>
                  </a:lnTo>
                  <a:lnTo>
                    <a:pt x="5103635" y="241949"/>
                  </a:lnTo>
                  <a:lnTo>
                    <a:pt x="5103744" y="241949"/>
                  </a:lnTo>
                  <a:lnTo>
                    <a:pt x="5103852" y="241949"/>
                  </a:lnTo>
                  <a:lnTo>
                    <a:pt x="5103961" y="241949"/>
                  </a:lnTo>
                  <a:lnTo>
                    <a:pt x="5104069" y="241949"/>
                  </a:lnTo>
                  <a:lnTo>
                    <a:pt x="5104177" y="241949"/>
                  </a:lnTo>
                  <a:lnTo>
                    <a:pt x="5104286" y="241949"/>
                  </a:lnTo>
                  <a:lnTo>
                    <a:pt x="5104394" y="241949"/>
                  </a:lnTo>
                  <a:lnTo>
                    <a:pt x="5104503" y="241949"/>
                  </a:lnTo>
                  <a:lnTo>
                    <a:pt x="5104611" y="241949"/>
                  </a:lnTo>
                  <a:lnTo>
                    <a:pt x="5104720" y="241949"/>
                  </a:lnTo>
                  <a:lnTo>
                    <a:pt x="5104828" y="241949"/>
                  </a:lnTo>
                  <a:lnTo>
                    <a:pt x="5104937" y="241949"/>
                  </a:lnTo>
                  <a:lnTo>
                    <a:pt x="5105045" y="241949"/>
                  </a:lnTo>
                  <a:lnTo>
                    <a:pt x="5105045" y="241326"/>
                  </a:lnTo>
                  <a:lnTo>
                    <a:pt x="5105154" y="241326"/>
                  </a:lnTo>
                  <a:lnTo>
                    <a:pt x="5105262" y="241326"/>
                  </a:lnTo>
                  <a:lnTo>
                    <a:pt x="5105370" y="241326"/>
                  </a:lnTo>
                  <a:lnTo>
                    <a:pt x="5105479" y="241326"/>
                  </a:lnTo>
                  <a:lnTo>
                    <a:pt x="5105587" y="241326"/>
                  </a:lnTo>
                  <a:lnTo>
                    <a:pt x="5105696" y="241326"/>
                  </a:lnTo>
                  <a:lnTo>
                    <a:pt x="5105804" y="241326"/>
                  </a:lnTo>
                  <a:lnTo>
                    <a:pt x="5105913" y="241326"/>
                  </a:lnTo>
                  <a:lnTo>
                    <a:pt x="5106021" y="241326"/>
                  </a:lnTo>
                  <a:lnTo>
                    <a:pt x="5106130" y="241326"/>
                  </a:lnTo>
                  <a:lnTo>
                    <a:pt x="5106238" y="241326"/>
                  </a:lnTo>
                  <a:lnTo>
                    <a:pt x="5106346" y="241326"/>
                  </a:lnTo>
                  <a:lnTo>
                    <a:pt x="5106455" y="241326"/>
                  </a:lnTo>
                  <a:lnTo>
                    <a:pt x="5106455" y="240702"/>
                  </a:lnTo>
                  <a:lnTo>
                    <a:pt x="5106563" y="240702"/>
                  </a:lnTo>
                  <a:lnTo>
                    <a:pt x="5106672" y="240702"/>
                  </a:lnTo>
                  <a:lnTo>
                    <a:pt x="5106780" y="240702"/>
                  </a:lnTo>
                  <a:lnTo>
                    <a:pt x="5106889" y="240702"/>
                  </a:lnTo>
                  <a:lnTo>
                    <a:pt x="5106997" y="240702"/>
                  </a:lnTo>
                  <a:lnTo>
                    <a:pt x="5107106" y="240702"/>
                  </a:lnTo>
                  <a:lnTo>
                    <a:pt x="5107214" y="240702"/>
                  </a:lnTo>
                  <a:lnTo>
                    <a:pt x="5107322" y="240702"/>
                  </a:lnTo>
                  <a:lnTo>
                    <a:pt x="5107431" y="240702"/>
                  </a:lnTo>
                  <a:lnTo>
                    <a:pt x="5107539" y="240702"/>
                  </a:lnTo>
                  <a:lnTo>
                    <a:pt x="5107648" y="240702"/>
                  </a:lnTo>
                  <a:lnTo>
                    <a:pt x="5107756" y="240702"/>
                  </a:lnTo>
                  <a:lnTo>
                    <a:pt x="5107865" y="240702"/>
                  </a:lnTo>
                  <a:lnTo>
                    <a:pt x="5107973" y="240702"/>
                  </a:lnTo>
                  <a:lnTo>
                    <a:pt x="5108082" y="240702"/>
                  </a:lnTo>
                  <a:lnTo>
                    <a:pt x="5108190" y="240702"/>
                  </a:lnTo>
                  <a:lnTo>
                    <a:pt x="5108298" y="240702"/>
                  </a:lnTo>
                  <a:lnTo>
                    <a:pt x="5108407" y="240702"/>
                  </a:lnTo>
                  <a:lnTo>
                    <a:pt x="5108515" y="240702"/>
                  </a:lnTo>
                  <a:lnTo>
                    <a:pt x="5108624" y="240702"/>
                  </a:lnTo>
                  <a:lnTo>
                    <a:pt x="5108732" y="240702"/>
                  </a:lnTo>
                  <a:lnTo>
                    <a:pt x="5108841" y="240702"/>
                  </a:lnTo>
                  <a:lnTo>
                    <a:pt x="5108949" y="240702"/>
                  </a:lnTo>
                  <a:lnTo>
                    <a:pt x="5109058" y="240702"/>
                  </a:lnTo>
                  <a:lnTo>
                    <a:pt x="5109166" y="240702"/>
                  </a:lnTo>
                  <a:lnTo>
                    <a:pt x="5109275" y="240702"/>
                  </a:lnTo>
                  <a:lnTo>
                    <a:pt x="5109383" y="240702"/>
                  </a:lnTo>
                  <a:lnTo>
                    <a:pt x="5109491" y="240702"/>
                  </a:lnTo>
                  <a:lnTo>
                    <a:pt x="5109600" y="240702"/>
                  </a:lnTo>
                  <a:lnTo>
                    <a:pt x="5109708" y="240702"/>
                  </a:lnTo>
                  <a:lnTo>
                    <a:pt x="5109708" y="240079"/>
                  </a:lnTo>
                  <a:lnTo>
                    <a:pt x="5109817" y="240079"/>
                  </a:lnTo>
                  <a:lnTo>
                    <a:pt x="5109925" y="240079"/>
                  </a:lnTo>
                  <a:lnTo>
                    <a:pt x="5110034" y="240079"/>
                  </a:lnTo>
                  <a:lnTo>
                    <a:pt x="5110142" y="240079"/>
                  </a:lnTo>
                  <a:lnTo>
                    <a:pt x="5110251" y="240079"/>
                  </a:lnTo>
                  <a:lnTo>
                    <a:pt x="5110359" y="240079"/>
                  </a:lnTo>
                  <a:lnTo>
                    <a:pt x="5110467" y="240079"/>
                  </a:lnTo>
                  <a:lnTo>
                    <a:pt x="5110576" y="240079"/>
                  </a:lnTo>
                  <a:lnTo>
                    <a:pt x="5110684" y="240079"/>
                  </a:lnTo>
                  <a:lnTo>
                    <a:pt x="5110793" y="240079"/>
                  </a:lnTo>
                  <a:lnTo>
                    <a:pt x="5110901" y="240079"/>
                  </a:lnTo>
                  <a:lnTo>
                    <a:pt x="5111010" y="240079"/>
                  </a:lnTo>
                  <a:lnTo>
                    <a:pt x="5111118" y="240079"/>
                  </a:lnTo>
                  <a:lnTo>
                    <a:pt x="5111227" y="240079"/>
                  </a:lnTo>
                  <a:lnTo>
                    <a:pt x="5111335" y="240079"/>
                  </a:lnTo>
                  <a:lnTo>
                    <a:pt x="5111443" y="240079"/>
                  </a:lnTo>
                  <a:lnTo>
                    <a:pt x="5111552" y="240079"/>
                  </a:lnTo>
                  <a:lnTo>
                    <a:pt x="5111660" y="240079"/>
                  </a:lnTo>
                  <a:lnTo>
                    <a:pt x="5111769" y="240079"/>
                  </a:lnTo>
                  <a:lnTo>
                    <a:pt x="5111877" y="240079"/>
                  </a:lnTo>
                  <a:lnTo>
                    <a:pt x="5111986" y="240079"/>
                  </a:lnTo>
                  <a:lnTo>
                    <a:pt x="5111986" y="239455"/>
                  </a:lnTo>
                  <a:lnTo>
                    <a:pt x="5112094" y="239455"/>
                  </a:lnTo>
                  <a:lnTo>
                    <a:pt x="5112203" y="239455"/>
                  </a:lnTo>
                  <a:lnTo>
                    <a:pt x="5112311" y="239455"/>
                  </a:lnTo>
                  <a:lnTo>
                    <a:pt x="5112419" y="239455"/>
                  </a:lnTo>
                  <a:lnTo>
                    <a:pt x="5112528" y="239455"/>
                  </a:lnTo>
                  <a:lnTo>
                    <a:pt x="5112636" y="239455"/>
                  </a:lnTo>
                  <a:lnTo>
                    <a:pt x="5112745" y="239455"/>
                  </a:lnTo>
                  <a:lnTo>
                    <a:pt x="5112853" y="239455"/>
                  </a:lnTo>
                  <a:lnTo>
                    <a:pt x="5112962" y="239455"/>
                  </a:lnTo>
                  <a:lnTo>
                    <a:pt x="5113070" y="239455"/>
                  </a:lnTo>
                  <a:lnTo>
                    <a:pt x="5113179" y="239455"/>
                  </a:lnTo>
                  <a:lnTo>
                    <a:pt x="5113287" y="239455"/>
                  </a:lnTo>
                  <a:lnTo>
                    <a:pt x="5113396" y="239455"/>
                  </a:lnTo>
                  <a:lnTo>
                    <a:pt x="5113504" y="239455"/>
                  </a:lnTo>
                  <a:lnTo>
                    <a:pt x="5113612" y="239455"/>
                  </a:lnTo>
                  <a:lnTo>
                    <a:pt x="5113721" y="239455"/>
                  </a:lnTo>
                  <a:lnTo>
                    <a:pt x="5113829" y="239455"/>
                  </a:lnTo>
                  <a:lnTo>
                    <a:pt x="5113938" y="239455"/>
                  </a:lnTo>
                  <a:lnTo>
                    <a:pt x="5114046" y="239455"/>
                  </a:lnTo>
                  <a:lnTo>
                    <a:pt x="5114155" y="239455"/>
                  </a:lnTo>
                  <a:lnTo>
                    <a:pt x="5114263" y="239455"/>
                  </a:lnTo>
                  <a:lnTo>
                    <a:pt x="5114372" y="239455"/>
                  </a:lnTo>
                  <a:lnTo>
                    <a:pt x="5114480" y="239455"/>
                  </a:lnTo>
                  <a:lnTo>
                    <a:pt x="5114588" y="239455"/>
                  </a:lnTo>
                  <a:lnTo>
                    <a:pt x="5114697" y="239455"/>
                  </a:lnTo>
                  <a:lnTo>
                    <a:pt x="5114805" y="239455"/>
                  </a:lnTo>
                  <a:lnTo>
                    <a:pt x="5114914" y="239455"/>
                  </a:lnTo>
                  <a:lnTo>
                    <a:pt x="5115022" y="239455"/>
                  </a:lnTo>
                  <a:lnTo>
                    <a:pt x="5115131" y="239455"/>
                  </a:lnTo>
                  <a:lnTo>
                    <a:pt x="5115239" y="239455"/>
                  </a:lnTo>
                  <a:lnTo>
                    <a:pt x="5115348" y="239455"/>
                  </a:lnTo>
                  <a:lnTo>
                    <a:pt x="5115456" y="239455"/>
                  </a:lnTo>
                  <a:lnTo>
                    <a:pt x="5115564" y="239455"/>
                  </a:lnTo>
                  <a:lnTo>
                    <a:pt x="5115673" y="239455"/>
                  </a:lnTo>
                  <a:lnTo>
                    <a:pt x="5115781" y="239455"/>
                  </a:lnTo>
                  <a:lnTo>
                    <a:pt x="5115890" y="239455"/>
                  </a:lnTo>
                  <a:lnTo>
                    <a:pt x="5115998" y="239455"/>
                  </a:lnTo>
                  <a:lnTo>
                    <a:pt x="5116107" y="239455"/>
                  </a:lnTo>
                  <a:lnTo>
                    <a:pt x="5116215" y="239455"/>
                  </a:lnTo>
                  <a:lnTo>
                    <a:pt x="5116324" y="239455"/>
                  </a:lnTo>
                  <a:lnTo>
                    <a:pt x="5116432" y="239455"/>
                  </a:lnTo>
                  <a:lnTo>
                    <a:pt x="5116540" y="239455"/>
                  </a:lnTo>
                  <a:lnTo>
                    <a:pt x="5116649" y="239455"/>
                  </a:lnTo>
                  <a:lnTo>
                    <a:pt x="5116757" y="239455"/>
                  </a:lnTo>
                  <a:lnTo>
                    <a:pt x="5116866" y="239455"/>
                  </a:lnTo>
                  <a:lnTo>
                    <a:pt x="5116974" y="239455"/>
                  </a:lnTo>
                  <a:lnTo>
                    <a:pt x="5117083" y="239455"/>
                  </a:lnTo>
                  <a:lnTo>
                    <a:pt x="5117191" y="239455"/>
                  </a:lnTo>
                  <a:lnTo>
                    <a:pt x="5117300" y="239455"/>
                  </a:lnTo>
                  <a:lnTo>
                    <a:pt x="5117408" y="239455"/>
                  </a:lnTo>
                  <a:lnTo>
                    <a:pt x="5117517" y="239455"/>
                  </a:lnTo>
                  <a:lnTo>
                    <a:pt x="5117625" y="239455"/>
                  </a:lnTo>
                  <a:lnTo>
                    <a:pt x="5117733" y="239455"/>
                  </a:lnTo>
                  <a:lnTo>
                    <a:pt x="5117842" y="239455"/>
                  </a:lnTo>
                  <a:lnTo>
                    <a:pt x="5117950" y="239455"/>
                  </a:lnTo>
                  <a:lnTo>
                    <a:pt x="5118059" y="239455"/>
                  </a:lnTo>
                  <a:lnTo>
                    <a:pt x="5118167" y="239455"/>
                  </a:lnTo>
                  <a:lnTo>
                    <a:pt x="5118276" y="239455"/>
                  </a:lnTo>
                  <a:lnTo>
                    <a:pt x="5118384" y="239455"/>
                  </a:lnTo>
                  <a:lnTo>
                    <a:pt x="5118493" y="239455"/>
                  </a:lnTo>
                  <a:lnTo>
                    <a:pt x="5118601" y="239455"/>
                  </a:lnTo>
                  <a:lnTo>
                    <a:pt x="5118709" y="239455"/>
                  </a:lnTo>
                  <a:lnTo>
                    <a:pt x="5118818" y="239455"/>
                  </a:lnTo>
                  <a:lnTo>
                    <a:pt x="5118926" y="239455"/>
                  </a:lnTo>
                  <a:lnTo>
                    <a:pt x="5119035" y="239455"/>
                  </a:lnTo>
                  <a:lnTo>
                    <a:pt x="5119143" y="239455"/>
                  </a:lnTo>
                  <a:lnTo>
                    <a:pt x="5119252" y="239455"/>
                  </a:lnTo>
                  <a:lnTo>
                    <a:pt x="5119360" y="239455"/>
                  </a:lnTo>
                  <a:lnTo>
                    <a:pt x="5119469" y="239455"/>
                  </a:lnTo>
                  <a:lnTo>
                    <a:pt x="5119577" y="239455"/>
                  </a:lnTo>
                  <a:lnTo>
                    <a:pt x="5119685" y="239455"/>
                  </a:lnTo>
                  <a:lnTo>
                    <a:pt x="5119794" y="239455"/>
                  </a:lnTo>
                  <a:lnTo>
                    <a:pt x="5119902" y="239455"/>
                  </a:lnTo>
                  <a:lnTo>
                    <a:pt x="5120011" y="239455"/>
                  </a:lnTo>
                  <a:lnTo>
                    <a:pt x="5120119" y="239455"/>
                  </a:lnTo>
                  <a:lnTo>
                    <a:pt x="5120228" y="239455"/>
                  </a:lnTo>
                  <a:lnTo>
                    <a:pt x="5120336" y="239455"/>
                  </a:lnTo>
                  <a:lnTo>
                    <a:pt x="5120336" y="238832"/>
                  </a:lnTo>
                  <a:lnTo>
                    <a:pt x="5120336" y="238208"/>
                  </a:lnTo>
                  <a:lnTo>
                    <a:pt x="5120445" y="238208"/>
                  </a:lnTo>
                  <a:lnTo>
                    <a:pt x="5120553" y="238208"/>
                  </a:lnTo>
                  <a:lnTo>
                    <a:pt x="5120661" y="238208"/>
                  </a:lnTo>
                  <a:lnTo>
                    <a:pt x="5120770" y="238208"/>
                  </a:lnTo>
                  <a:lnTo>
                    <a:pt x="5120770" y="237584"/>
                  </a:lnTo>
                  <a:lnTo>
                    <a:pt x="5120878" y="237584"/>
                  </a:lnTo>
                  <a:lnTo>
                    <a:pt x="5120987" y="237584"/>
                  </a:lnTo>
                  <a:lnTo>
                    <a:pt x="5121095" y="237584"/>
                  </a:lnTo>
                  <a:lnTo>
                    <a:pt x="5121204" y="237584"/>
                  </a:lnTo>
                  <a:lnTo>
                    <a:pt x="5121312" y="237584"/>
                  </a:lnTo>
                  <a:lnTo>
                    <a:pt x="5121421" y="237584"/>
                  </a:lnTo>
                  <a:lnTo>
                    <a:pt x="5121529" y="237584"/>
                  </a:lnTo>
                  <a:lnTo>
                    <a:pt x="5121637" y="237584"/>
                  </a:lnTo>
                  <a:lnTo>
                    <a:pt x="5121746" y="237584"/>
                  </a:lnTo>
                  <a:lnTo>
                    <a:pt x="5121746" y="236961"/>
                  </a:lnTo>
                  <a:lnTo>
                    <a:pt x="5121854" y="236961"/>
                  </a:lnTo>
                  <a:lnTo>
                    <a:pt x="5121963" y="236961"/>
                  </a:lnTo>
                  <a:lnTo>
                    <a:pt x="5122071" y="236961"/>
                  </a:lnTo>
                  <a:lnTo>
                    <a:pt x="5122180" y="236961"/>
                  </a:lnTo>
                  <a:lnTo>
                    <a:pt x="5122288" y="236961"/>
                  </a:lnTo>
                  <a:lnTo>
                    <a:pt x="5122397" y="236961"/>
                  </a:lnTo>
                  <a:lnTo>
                    <a:pt x="5122505" y="236961"/>
                  </a:lnTo>
                  <a:lnTo>
                    <a:pt x="5122614" y="236961"/>
                  </a:lnTo>
                  <a:lnTo>
                    <a:pt x="5122722" y="236961"/>
                  </a:lnTo>
                  <a:lnTo>
                    <a:pt x="5122830" y="236961"/>
                  </a:lnTo>
                  <a:lnTo>
                    <a:pt x="5122939" y="236961"/>
                  </a:lnTo>
                  <a:lnTo>
                    <a:pt x="5123047" y="236961"/>
                  </a:lnTo>
                  <a:lnTo>
                    <a:pt x="5123156" y="236961"/>
                  </a:lnTo>
                  <a:lnTo>
                    <a:pt x="5123156" y="236337"/>
                  </a:lnTo>
                  <a:lnTo>
                    <a:pt x="5123264" y="236337"/>
                  </a:lnTo>
                  <a:lnTo>
                    <a:pt x="5123373" y="236337"/>
                  </a:lnTo>
                  <a:lnTo>
                    <a:pt x="5123481" y="236337"/>
                  </a:lnTo>
                  <a:lnTo>
                    <a:pt x="5123590" y="236337"/>
                  </a:lnTo>
                  <a:lnTo>
                    <a:pt x="5123698" y="236337"/>
                  </a:lnTo>
                  <a:lnTo>
                    <a:pt x="5123806" y="236337"/>
                  </a:lnTo>
                  <a:lnTo>
                    <a:pt x="5123915" y="236337"/>
                  </a:lnTo>
                  <a:lnTo>
                    <a:pt x="5124023" y="236337"/>
                  </a:lnTo>
                  <a:lnTo>
                    <a:pt x="5124132" y="236337"/>
                  </a:lnTo>
                  <a:lnTo>
                    <a:pt x="5124240" y="236337"/>
                  </a:lnTo>
                  <a:lnTo>
                    <a:pt x="5124240" y="235714"/>
                  </a:lnTo>
                  <a:lnTo>
                    <a:pt x="5124349" y="235714"/>
                  </a:lnTo>
                  <a:lnTo>
                    <a:pt x="5124457" y="235714"/>
                  </a:lnTo>
                  <a:lnTo>
                    <a:pt x="5124566" y="235714"/>
                  </a:lnTo>
                  <a:lnTo>
                    <a:pt x="5124674" y="235714"/>
                  </a:lnTo>
                  <a:lnTo>
                    <a:pt x="5124782" y="235714"/>
                  </a:lnTo>
                  <a:lnTo>
                    <a:pt x="5124891" y="235714"/>
                  </a:lnTo>
                  <a:lnTo>
                    <a:pt x="5124999" y="235714"/>
                  </a:lnTo>
                  <a:lnTo>
                    <a:pt x="5125108" y="235714"/>
                  </a:lnTo>
                  <a:lnTo>
                    <a:pt x="5125216" y="235714"/>
                  </a:lnTo>
                  <a:lnTo>
                    <a:pt x="5125325" y="235714"/>
                  </a:lnTo>
                  <a:lnTo>
                    <a:pt x="5125433" y="235714"/>
                  </a:lnTo>
                  <a:lnTo>
                    <a:pt x="5125542" y="235714"/>
                  </a:lnTo>
                  <a:lnTo>
                    <a:pt x="5125650" y="235714"/>
                  </a:lnTo>
                  <a:lnTo>
                    <a:pt x="5125758" y="235714"/>
                  </a:lnTo>
                  <a:lnTo>
                    <a:pt x="5125867" y="235714"/>
                  </a:lnTo>
                  <a:lnTo>
                    <a:pt x="5125975" y="235714"/>
                  </a:lnTo>
                  <a:lnTo>
                    <a:pt x="5125975" y="235090"/>
                  </a:lnTo>
                  <a:lnTo>
                    <a:pt x="5126084" y="235090"/>
                  </a:lnTo>
                  <a:lnTo>
                    <a:pt x="5126192" y="235090"/>
                  </a:lnTo>
                  <a:lnTo>
                    <a:pt x="5126301" y="235090"/>
                  </a:lnTo>
                  <a:lnTo>
                    <a:pt x="5126409" y="235090"/>
                  </a:lnTo>
                  <a:lnTo>
                    <a:pt x="5126518" y="235090"/>
                  </a:lnTo>
                  <a:lnTo>
                    <a:pt x="5126626" y="235090"/>
                  </a:lnTo>
                  <a:lnTo>
                    <a:pt x="5126735" y="235090"/>
                  </a:lnTo>
                  <a:lnTo>
                    <a:pt x="5126843" y="235090"/>
                  </a:lnTo>
                  <a:lnTo>
                    <a:pt x="5126951" y="235090"/>
                  </a:lnTo>
                  <a:lnTo>
                    <a:pt x="5127060" y="235090"/>
                  </a:lnTo>
                  <a:lnTo>
                    <a:pt x="5127168" y="235090"/>
                  </a:lnTo>
                  <a:lnTo>
                    <a:pt x="5127277" y="235090"/>
                  </a:lnTo>
                  <a:lnTo>
                    <a:pt x="5127385" y="235090"/>
                  </a:lnTo>
                  <a:lnTo>
                    <a:pt x="5127385" y="234466"/>
                  </a:lnTo>
                  <a:lnTo>
                    <a:pt x="5127494" y="234466"/>
                  </a:lnTo>
                  <a:lnTo>
                    <a:pt x="5127602" y="234466"/>
                  </a:lnTo>
                  <a:lnTo>
                    <a:pt x="5127711" y="234466"/>
                  </a:lnTo>
                  <a:lnTo>
                    <a:pt x="5127819" y="234466"/>
                  </a:lnTo>
                  <a:lnTo>
                    <a:pt x="5127927" y="234466"/>
                  </a:lnTo>
                  <a:lnTo>
                    <a:pt x="5128036" y="234466"/>
                  </a:lnTo>
                  <a:lnTo>
                    <a:pt x="5128144" y="234466"/>
                  </a:lnTo>
                  <a:lnTo>
                    <a:pt x="5128253" y="234466"/>
                  </a:lnTo>
                  <a:lnTo>
                    <a:pt x="5128361" y="234466"/>
                  </a:lnTo>
                  <a:lnTo>
                    <a:pt x="5128470" y="234466"/>
                  </a:lnTo>
                  <a:lnTo>
                    <a:pt x="5128578" y="234466"/>
                  </a:lnTo>
                  <a:lnTo>
                    <a:pt x="5128687" y="234466"/>
                  </a:lnTo>
                  <a:lnTo>
                    <a:pt x="5128795" y="234466"/>
                  </a:lnTo>
                  <a:lnTo>
                    <a:pt x="5128903" y="234466"/>
                  </a:lnTo>
                  <a:lnTo>
                    <a:pt x="5129012" y="234466"/>
                  </a:lnTo>
                  <a:lnTo>
                    <a:pt x="5129012" y="233843"/>
                  </a:lnTo>
                  <a:lnTo>
                    <a:pt x="5129120" y="233843"/>
                  </a:lnTo>
                  <a:lnTo>
                    <a:pt x="5129229" y="233843"/>
                  </a:lnTo>
                  <a:lnTo>
                    <a:pt x="5129337" y="233843"/>
                  </a:lnTo>
                  <a:lnTo>
                    <a:pt x="5129446" y="233843"/>
                  </a:lnTo>
                  <a:lnTo>
                    <a:pt x="5129554" y="233843"/>
                  </a:lnTo>
                  <a:lnTo>
                    <a:pt x="5129663" y="233843"/>
                  </a:lnTo>
                  <a:lnTo>
                    <a:pt x="5129771" y="233843"/>
                  </a:lnTo>
                  <a:lnTo>
                    <a:pt x="5129879" y="233843"/>
                  </a:lnTo>
                  <a:lnTo>
                    <a:pt x="5129988" y="233843"/>
                  </a:lnTo>
                  <a:lnTo>
                    <a:pt x="5130096" y="233843"/>
                  </a:lnTo>
                  <a:lnTo>
                    <a:pt x="5130205" y="233843"/>
                  </a:lnTo>
                  <a:lnTo>
                    <a:pt x="5130313" y="233843"/>
                  </a:lnTo>
                  <a:lnTo>
                    <a:pt x="5130313" y="233219"/>
                  </a:lnTo>
                  <a:lnTo>
                    <a:pt x="5130422" y="233219"/>
                  </a:lnTo>
                  <a:lnTo>
                    <a:pt x="5130530" y="233219"/>
                  </a:lnTo>
                  <a:lnTo>
                    <a:pt x="5130639" y="233219"/>
                  </a:lnTo>
                  <a:lnTo>
                    <a:pt x="5130747" y="233219"/>
                  </a:lnTo>
                  <a:lnTo>
                    <a:pt x="5130856" y="233219"/>
                  </a:lnTo>
                  <a:lnTo>
                    <a:pt x="5130964" y="233219"/>
                  </a:lnTo>
                  <a:lnTo>
                    <a:pt x="5131072" y="233219"/>
                  </a:lnTo>
                  <a:lnTo>
                    <a:pt x="5131181" y="233219"/>
                  </a:lnTo>
                  <a:lnTo>
                    <a:pt x="5131289" y="233219"/>
                  </a:lnTo>
                  <a:lnTo>
                    <a:pt x="5131398" y="233219"/>
                  </a:lnTo>
                  <a:lnTo>
                    <a:pt x="5131506" y="233219"/>
                  </a:lnTo>
                  <a:lnTo>
                    <a:pt x="5131615" y="233219"/>
                  </a:lnTo>
                  <a:lnTo>
                    <a:pt x="5131723" y="233219"/>
                  </a:lnTo>
                  <a:lnTo>
                    <a:pt x="5131832" y="233219"/>
                  </a:lnTo>
                  <a:lnTo>
                    <a:pt x="5131832" y="232596"/>
                  </a:lnTo>
                  <a:lnTo>
                    <a:pt x="5131940" y="232596"/>
                  </a:lnTo>
                  <a:lnTo>
                    <a:pt x="5132048" y="232596"/>
                  </a:lnTo>
                  <a:lnTo>
                    <a:pt x="5132157" y="232596"/>
                  </a:lnTo>
                  <a:lnTo>
                    <a:pt x="5132265" y="232596"/>
                  </a:lnTo>
                  <a:lnTo>
                    <a:pt x="5132374" y="232596"/>
                  </a:lnTo>
                  <a:lnTo>
                    <a:pt x="5132482" y="232596"/>
                  </a:lnTo>
                  <a:lnTo>
                    <a:pt x="5132591" y="232596"/>
                  </a:lnTo>
                  <a:lnTo>
                    <a:pt x="5132699" y="232596"/>
                  </a:lnTo>
                  <a:lnTo>
                    <a:pt x="5132808" y="232596"/>
                  </a:lnTo>
                  <a:lnTo>
                    <a:pt x="5132916" y="232596"/>
                  </a:lnTo>
                  <a:lnTo>
                    <a:pt x="5133024" y="232596"/>
                  </a:lnTo>
                  <a:lnTo>
                    <a:pt x="5133133" y="232596"/>
                  </a:lnTo>
                  <a:lnTo>
                    <a:pt x="5133241" y="232596"/>
                  </a:lnTo>
                  <a:lnTo>
                    <a:pt x="5133350" y="232596"/>
                  </a:lnTo>
                  <a:lnTo>
                    <a:pt x="5133458" y="232596"/>
                  </a:lnTo>
                  <a:lnTo>
                    <a:pt x="5133567" y="232596"/>
                  </a:lnTo>
                  <a:lnTo>
                    <a:pt x="5133675" y="232596"/>
                  </a:lnTo>
                  <a:lnTo>
                    <a:pt x="5133784" y="232596"/>
                  </a:lnTo>
                  <a:lnTo>
                    <a:pt x="5133892" y="232596"/>
                  </a:lnTo>
                  <a:lnTo>
                    <a:pt x="5133892" y="231972"/>
                  </a:lnTo>
                  <a:lnTo>
                    <a:pt x="5134000" y="231972"/>
                  </a:lnTo>
                  <a:lnTo>
                    <a:pt x="5134109" y="231972"/>
                  </a:lnTo>
                  <a:lnTo>
                    <a:pt x="5134217" y="231972"/>
                  </a:lnTo>
                  <a:lnTo>
                    <a:pt x="5134326" y="231972"/>
                  </a:lnTo>
                  <a:lnTo>
                    <a:pt x="5134434" y="231972"/>
                  </a:lnTo>
                  <a:lnTo>
                    <a:pt x="5134543" y="231972"/>
                  </a:lnTo>
                  <a:lnTo>
                    <a:pt x="5134651" y="231972"/>
                  </a:lnTo>
                  <a:lnTo>
                    <a:pt x="5134760" y="231972"/>
                  </a:lnTo>
                  <a:lnTo>
                    <a:pt x="5134868" y="231972"/>
                  </a:lnTo>
                  <a:lnTo>
                    <a:pt x="5134977" y="231972"/>
                  </a:lnTo>
                  <a:lnTo>
                    <a:pt x="5135085" y="231972"/>
                  </a:lnTo>
                  <a:lnTo>
                    <a:pt x="5135193" y="231972"/>
                  </a:lnTo>
                  <a:lnTo>
                    <a:pt x="5135302" y="231972"/>
                  </a:lnTo>
                  <a:lnTo>
                    <a:pt x="5135410" y="231972"/>
                  </a:lnTo>
                  <a:lnTo>
                    <a:pt x="5135519" y="231972"/>
                  </a:lnTo>
                  <a:lnTo>
                    <a:pt x="5135627" y="231972"/>
                  </a:lnTo>
                  <a:lnTo>
                    <a:pt x="5135736" y="231972"/>
                  </a:lnTo>
                  <a:lnTo>
                    <a:pt x="5135844" y="231972"/>
                  </a:lnTo>
                  <a:lnTo>
                    <a:pt x="5135953" y="231972"/>
                  </a:lnTo>
                  <a:lnTo>
                    <a:pt x="5136061" y="231972"/>
                  </a:lnTo>
                  <a:lnTo>
                    <a:pt x="5136169" y="231972"/>
                  </a:lnTo>
                  <a:lnTo>
                    <a:pt x="5136278" y="231972"/>
                  </a:lnTo>
                  <a:lnTo>
                    <a:pt x="5136386" y="231972"/>
                  </a:lnTo>
                  <a:lnTo>
                    <a:pt x="5136495" y="231972"/>
                  </a:lnTo>
                  <a:lnTo>
                    <a:pt x="5136603" y="231972"/>
                  </a:lnTo>
                  <a:lnTo>
                    <a:pt x="5136712" y="231972"/>
                  </a:lnTo>
                  <a:lnTo>
                    <a:pt x="5136820" y="231972"/>
                  </a:lnTo>
                  <a:lnTo>
                    <a:pt x="5136929" y="231972"/>
                  </a:lnTo>
                  <a:lnTo>
                    <a:pt x="5137037" y="231972"/>
                  </a:lnTo>
                  <a:lnTo>
                    <a:pt x="5137145" y="231972"/>
                  </a:lnTo>
                  <a:lnTo>
                    <a:pt x="5137254" y="231972"/>
                  </a:lnTo>
                  <a:lnTo>
                    <a:pt x="5137362" y="231972"/>
                  </a:lnTo>
                  <a:lnTo>
                    <a:pt x="5137471" y="231972"/>
                  </a:lnTo>
                  <a:lnTo>
                    <a:pt x="5137579" y="231972"/>
                  </a:lnTo>
                  <a:lnTo>
                    <a:pt x="5137688" y="231972"/>
                  </a:lnTo>
                  <a:lnTo>
                    <a:pt x="5137796" y="231972"/>
                  </a:lnTo>
                  <a:lnTo>
                    <a:pt x="5137905" y="231972"/>
                  </a:lnTo>
                  <a:lnTo>
                    <a:pt x="5138013" y="231972"/>
                  </a:lnTo>
                  <a:lnTo>
                    <a:pt x="5138121" y="231972"/>
                  </a:lnTo>
                  <a:lnTo>
                    <a:pt x="5138230" y="231972"/>
                  </a:lnTo>
                  <a:lnTo>
                    <a:pt x="5138338" y="231972"/>
                  </a:lnTo>
                  <a:lnTo>
                    <a:pt x="5138447" y="231972"/>
                  </a:lnTo>
                  <a:lnTo>
                    <a:pt x="5138555" y="231972"/>
                  </a:lnTo>
                  <a:lnTo>
                    <a:pt x="5138664" y="231972"/>
                  </a:lnTo>
                  <a:lnTo>
                    <a:pt x="5138772" y="231972"/>
                  </a:lnTo>
                  <a:lnTo>
                    <a:pt x="5138881" y="231972"/>
                  </a:lnTo>
                  <a:lnTo>
                    <a:pt x="5138989" y="231972"/>
                  </a:lnTo>
                  <a:lnTo>
                    <a:pt x="5139098" y="231972"/>
                  </a:lnTo>
                  <a:lnTo>
                    <a:pt x="5139098" y="231349"/>
                  </a:lnTo>
                  <a:lnTo>
                    <a:pt x="5139206" y="231349"/>
                  </a:lnTo>
                  <a:lnTo>
                    <a:pt x="5139206" y="230725"/>
                  </a:lnTo>
                  <a:lnTo>
                    <a:pt x="5139314" y="230725"/>
                  </a:lnTo>
                  <a:lnTo>
                    <a:pt x="5139423" y="230725"/>
                  </a:lnTo>
                  <a:lnTo>
                    <a:pt x="5139531" y="230725"/>
                  </a:lnTo>
                  <a:lnTo>
                    <a:pt x="5139640" y="230725"/>
                  </a:lnTo>
                  <a:lnTo>
                    <a:pt x="5139748" y="230725"/>
                  </a:lnTo>
                  <a:lnTo>
                    <a:pt x="5139857" y="230725"/>
                  </a:lnTo>
                  <a:lnTo>
                    <a:pt x="5139857" y="230101"/>
                  </a:lnTo>
                  <a:lnTo>
                    <a:pt x="5139965" y="230101"/>
                  </a:lnTo>
                  <a:lnTo>
                    <a:pt x="5140074" y="230101"/>
                  </a:lnTo>
                  <a:lnTo>
                    <a:pt x="5140182" y="230101"/>
                  </a:lnTo>
                  <a:lnTo>
                    <a:pt x="5140290" y="230101"/>
                  </a:lnTo>
                  <a:lnTo>
                    <a:pt x="5140399" y="230101"/>
                  </a:lnTo>
                  <a:lnTo>
                    <a:pt x="5140507" y="230101"/>
                  </a:lnTo>
                  <a:lnTo>
                    <a:pt x="5140616" y="230101"/>
                  </a:lnTo>
                  <a:lnTo>
                    <a:pt x="5140616" y="229478"/>
                  </a:lnTo>
                  <a:lnTo>
                    <a:pt x="5140724" y="229478"/>
                  </a:lnTo>
                  <a:lnTo>
                    <a:pt x="5140833" y="229478"/>
                  </a:lnTo>
                  <a:lnTo>
                    <a:pt x="5140941" y="229478"/>
                  </a:lnTo>
                  <a:lnTo>
                    <a:pt x="5140941" y="228854"/>
                  </a:lnTo>
                  <a:lnTo>
                    <a:pt x="5141050" y="228854"/>
                  </a:lnTo>
                  <a:lnTo>
                    <a:pt x="5141158" y="228854"/>
                  </a:lnTo>
                  <a:lnTo>
                    <a:pt x="5141266" y="228854"/>
                  </a:lnTo>
                  <a:lnTo>
                    <a:pt x="5141375" y="228854"/>
                  </a:lnTo>
                  <a:lnTo>
                    <a:pt x="5141483" y="228854"/>
                  </a:lnTo>
                  <a:lnTo>
                    <a:pt x="5141592" y="228854"/>
                  </a:lnTo>
                  <a:lnTo>
                    <a:pt x="5141700" y="228854"/>
                  </a:lnTo>
                  <a:lnTo>
                    <a:pt x="5141809" y="228854"/>
                  </a:lnTo>
                  <a:lnTo>
                    <a:pt x="5141809" y="228231"/>
                  </a:lnTo>
                  <a:lnTo>
                    <a:pt x="5141917" y="228231"/>
                  </a:lnTo>
                  <a:lnTo>
                    <a:pt x="5142026" y="228231"/>
                  </a:lnTo>
                  <a:lnTo>
                    <a:pt x="5142134" y="228231"/>
                  </a:lnTo>
                  <a:lnTo>
                    <a:pt x="5142242" y="228231"/>
                  </a:lnTo>
                  <a:lnTo>
                    <a:pt x="5142351" y="228231"/>
                  </a:lnTo>
                  <a:lnTo>
                    <a:pt x="5142459" y="228231"/>
                  </a:lnTo>
                  <a:lnTo>
                    <a:pt x="5142568" y="228231"/>
                  </a:lnTo>
                  <a:lnTo>
                    <a:pt x="5142568" y="227607"/>
                  </a:lnTo>
                  <a:lnTo>
                    <a:pt x="5142676" y="227607"/>
                  </a:lnTo>
                  <a:lnTo>
                    <a:pt x="5142785" y="227607"/>
                  </a:lnTo>
                  <a:lnTo>
                    <a:pt x="5142893" y="227607"/>
                  </a:lnTo>
                  <a:lnTo>
                    <a:pt x="5143002" y="227607"/>
                  </a:lnTo>
                  <a:lnTo>
                    <a:pt x="5143110" y="227607"/>
                  </a:lnTo>
                  <a:lnTo>
                    <a:pt x="5143218" y="227607"/>
                  </a:lnTo>
                  <a:lnTo>
                    <a:pt x="5143327" y="227607"/>
                  </a:lnTo>
                  <a:lnTo>
                    <a:pt x="5143435" y="227607"/>
                  </a:lnTo>
                  <a:lnTo>
                    <a:pt x="5143544" y="227607"/>
                  </a:lnTo>
                  <a:lnTo>
                    <a:pt x="5143652" y="227607"/>
                  </a:lnTo>
                  <a:lnTo>
                    <a:pt x="5143761" y="227607"/>
                  </a:lnTo>
                  <a:lnTo>
                    <a:pt x="5143869" y="227607"/>
                  </a:lnTo>
                  <a:lnTo>
                    <a:pt x="5143978" y="227607"/>
                  </a:lnTo>
                  <a:lnTo>
                    <a:pt x="5144086" y="227607"/>
                  </a:lnTo>
                  <a:lnTo>
                    <a:pt x="5144195" y="227607"/>
                  </a:lnTo>
                  <a:lnTo>
                    <a:pt x="5144303" y="227607"/>
                  </a:lnTo>
                  <a:lnTo>
                    <a:pt x="5144411" y="227607"/>
                  </a:lnTo>
                  <a:lnTo>
                    <a:pt x="5144520" y="227607"/>
                  </a:lnTo>
                  <a:lnTo>
                    <a:pt x="5144628" y="227607"/>
                  </a:lnTo>
                  <a:lnTo>
                    <a:pt x="5144737" y="227607"/>
                  </a:lnTo>
                  <a:lnTo>
                    <a:pt x="5144845" y="227607"/>
                  </a:lnTo>
                  <a:lnTo>
                    <a:pt x="5144954" y="227607"/>
                  </a:lnTo>
                  <a:lnTo>
                    <a:pt x="5145062" y="227607"/>
                  </a:lnTo>
                  <a:lnTo>
                    <a:pt x="5145171" y="227607"/>
                  </a:lnTo>
                  <a:lnTo>
                    <a:pt x="5145279" y="227607"/>
                  </a:lnTo>
                  <a:lnTo>
                    <a:pt x="5145387" y="227607"/>
                  </a:lnTo>
                  <a:lnTo>
                    <a:pt x="5145496" y="227607"/>
                  </a:lnTo>
                  <a:lnTo>
                    <a:pt x="5145604" y="227607"/>
                  </a:lnTo>
                  <a:lnTo>
                    <a:pt x="5145713" y="227607"/>
                  </a:lnTo>
                  <a:lnTo>
                    <a:pt x="5145821" y="227607"/>
                  </a:lnTo>
                  <a:lnTo>
                    <a:pt x="5145930" y="227607"/>
                  </a:lnTo>
                  <a:lnTo>
                    <a:pt x="5146038" y="227607"/>
                  </a:lnTo>
                  <a:lnTo>
                    <a:pt x="5146147" y="227607"/>
                  </a:lnTo>
                  <a:lnTo>
                    <a:pt x="5146255" y="227607"/>
                  </a:lnTo>
                  <a:lnTo>
                    <a:pt x="5146363" y="227607"/>
                  </a:lnTo>
                  <a:lnTo>
                    <a:pt x="5146472" y="227607"/>
                  </a:lnTo>
                  <a:lnTo>
                    <a:pt x="5146580" y="227607"/>
                  </a:lnTo>
                  <a:lnTo>
                    <a:pt x="5146689" y="227607"/>
                  </a:lnTo>
                  <a:lnTo>
                    <a:pt x="5146797" y="227607"/>
                  </a:lnTo>
                  <a:lnTo>
                    <a:pt x="5146906" y="227607"/>
                  </a:lnTo>
                  <a:lnTo>
                    <a:pt x="5147014" y="227607"/>
                  </a:lnTo>
                  <a:lnTo>
                    <a:pt x="5147123" y="227607"/>
                  </a:lnTo>
                  <a:lnTo>
                    <a:pt x="5147231" y="227607"/>
                  </a:lnTo>
                  <a:lnTo>
                    <a:pt x="5147339" y="227607"/>
                  </a:lnTo>
                  <a:lnTo>
                    <a:pt x="5147448" y="227607"/>
                  </a:lnTo>
                  <a:lnTo>
                    <a:pt x="5147448" y="226983"/>
                  </a:lnTo>
                  <a:lnTo>
                    <a:pt x="5147556" y="226983"/>
                  </a:lnTo>
                  <a:lnTo>
                    <a:pt x="5147665" y="226983"/>
                  </a:lnTo>
                  <a:lnTo>
                    <a:pt x="5147773" y="226983"/>
                  </a:lnTo>
                  <a:lnTo>
                    <a:pt x="5147882" y="226983"/>
                  </a:lnTo>
                  <a:lnTo>
                    <a:pt x="5147990" y="226983"/>
                  </a:lnTo>
                  <a:lnTo>
                    <a:pt x="5148099" y="226983"/>
                  </a:lnTo>
                  <a:lnTo>
                    <a:pt x="5148207" y="226983"/>
                  </a:lnTo>
                  <a:lnTo>
                    <a:pt x="5148316" y="226983"/>
                  </a:lnTo>
                  <a:lnTo>
                    <a:pt x="5148424" y="226983"/>
                  </a:lnTo>
                  <a:lnTo>
                    <a:pt x="5148532" y="226983"/>
                  </a:lnTo>
                  <a:lnTo>
                    <a:pt x="5148641" y="226983"/>
                  </a:lnTo>
                  <a:lnTo>
                    <a:pt x="5148749" y="226983"/>
                  </a:lnTo>
                  <a:lnTo>
                    <a:pt x="5148858" y="226983"/>
                  </a:lnTo>
                  <a:lnTo>
                    <a:pt x="5148966" y="226983"/>
                  </a:lnTo>
                  <a:lnTo>
                    <a:pt x="5149075" y="226983"/>
                  </a:lnTo>
                  <a:lnTo>
                    <a:pt x="5149183" y="226983"/>
                  </a:lnTo>
                  <a:lnTo>
                    <a:pt x="5149292" y="226983"/>
                  </a:lnTo>
                  <a:lnTo>
                    <a:pt x="5149400" y="226983"/>
                  </a:lnTo>
                  <a:lnTo>
                    <a:pt x="5149508" y="226983"/>
                  </a:lnTo>
                  <a:lnTo>
                    <a:pt x="5149617" y="226983"/>
                  </a:lnTo>
                  <a:lnTo>
                    <a:pt x="5149617" y="226360"/>
                  </a:lnTo>
                  <a:lnTo>
                    <a:pt x="5149725" y="226360"/>
                  </a:lnTo>
                  <a:lnTo>
                    <a:pt x="5149834" y="226360"/>
                  </a:lnTo>
                  <a:lnTo>
                    <a:pt x="5149942" y="226360"/>
                  </a:lnTo>
                  <a:lnTo>
                    <a:pt x="5150051" y="226360"/>
                  </a:lnTo>
                  <a:lnTo>
                    <a:pt x="5150159" y="226360"/>
                  </a:lnTo>
                  <a:lnTo>
                    <a:pt x="5150268" y="226360"/>
                  </a:lnTo>
                  <a:lnTo>
                    <a:pt x="5150376" y="226360"/>
                  </a:lnTo>
                  <a:lnTo>
                    <a:pt x="5150484" y="226360"/>
                  </a:lnTo>
                  <a:lnTo>
                    <a:pt x="5150593" y="226360"/>
                  </a:lnTo>
                  <a:lnTo>
                    <a:pt x="5150701" y="226360"/>
                  </a:lnTo>
                  <a:lnTo>
                    <a:pt x="5150810" y="226360"/>
                  </a:lnTo>
                  <a:lnTo>
                    <a:pt x="5150810" y="225736"/>
                  </a:lnTo>
                  <a:lnTo>
                    <a:pt x="5150918" y="225736"/>
                  </a:lnTo>
                  <a:lnTo>
                    <a:pt x="5151027" y="225736"/>
                  </a:lnTo>
                  <a:lnTo>
                    <a:pt x="5151135" y="225736"/>
                  </a:lnTo>
                  <a:lnTo>
                    <a:pt x="5151244" y="225736"/>
                  </a:lnTo>
                  <a:lnTo>
                    <a:pt x="5151352" y="225736"/>
                  </a:lnTo>
                  <a:lnTo>
                    <a:pt x="5151460" y="225736"/>
                  </a:lnTo>
                  <a:lnTo>
                    <a:pt x="5151569" y="225736"/>
                  </a:lnTo>
                  <a:lnTo>
                    <a:pt x="5151677" y="225736"/>
                  </a:lnTo>
                  <a:lnTo>
                    <a:pt x="5151786" y="225736"/>
                  </a:lnTo>
                  <a:lnTo>
                    <a:pt x="5151894" y="225736"/>
                  </a:lnTo>
                  <a:lnTo>
                    <a:pt x="5151894" y="225113"/>
                  </a:lnTo>
                  <a:lnTo>
                    <a:pt x="5152003" y="225113"/>
                  </a:lnTo>
                  <a:lnTo>
                    <a:pt x="5152111" y="225113"/>
                  </a:lnTo>
                  <a:lnTo>
                    <a:pt x="5152220" y="225113"/>
                  </a:lnTo>
                  <a:lnTo>
                    <a:pt x="5152328" y="225113"/>
                  </a:lnTo>
                  <a:lnTo>
                    <a:pt x="5152437" y="225113"/>
                  </a:lnTo>
                  <a:lnTo>
                    <a:pt x="5152545" y="225113"/>
                  </a:lnTo>
                  <a:lnTo>
                    <a:pt x="5152653" y="225113"/>
                  </a:lnTo>
                  <a:lnTo>
                    <a:pt x="5152762" y="225113"/>
                  </a:lnTo>
                  <a:lnTo>
                    <a:pt x="5152870" y="225113"/>
                  </a:lnTo>
                  <a:lnTo>
                    <a:pt x="5152979" y="225113"/>
                  </a:lnTo>
                  <a:lnTo>
                    <a:pt x="5153087" y="225113"/>
                  </a:lnTo>
                  <a:lnTo>
                    <a:pt x="5153196" y="225113"/>
                  </a:lnTo>
                  <a:lnTo>
                    <a:pt x="5153304" y="225113"/>
                  </a:lnTo>
                  <a:lnTo>
                    <a:pt x="5153413" y="225113"/>
                  </a:lnTo>
                  <a:lnTo>
                    <a:pt x="5153521" y="225113"/>
                  </a:lnTo>
                  <a:lnTo>
                    <a:pt x="5153629" y="225113"/>
                  </a:lnTo>
                  <a:lnTo>
                    <a:pt x="5153738" y="225113"/>
                  </a:lnTo>
                  <a:lnTo>
                    <a:pt x="5153846" y="225113"/>
                  </a:lnTo>
                  <a:lnTo>
                    <a:pt x="5153955" y="225113"/>
                  </a:lnTo>
                  <a:lnTo>
                    <a:pt x="5154063" y="225113"/>
                  </a:lnTo>
                  <a:lnTo>
                    <a:pt x="5154172" y="225113"/>
                  </a:lnTo>
                  <a:lnTo>
                    <a:pt x="5154280" y="225113"/>
                  </a:lnTo>
                  <a:lnTo>
                    <a:pt x="5154389" y="225113"/>
                  </a:lnTo>
                  <a:lnTo>
                    <a:pt x="5154497" y="225113"/>
                  </a:lnTo>
                  <a:lnTo>
                    <a:pt x="5154605" y="225113"/>
                  </a:lnTo>
                  <a:lnTo>
                    <a:pt x="5154714" y="225113"/>
                  </a:lnTo>
                  <a:lnTo>
                    <a:pt x="5154822" y="225113"/>
                  </a:lnTo>
                  <a:lnTo>
                    <a:pt x="5154931" y="225113"/>
                  </a:lnTo>
                  <a:lnTo>
                    <a:pt x="5155039" y="225113"/>
                  </a:lnTo>
                  <a:lnTo>
                    <a:pt x="5155148" y="225113"/>
                  </a:lnTo>
                  <a:lnTo>
                    <a:pt x="5155256" y="225113"/>
                  </a:lnTo>
                  <a:lnTo>
                    <a:pt x="5155365" y="225113"/>
                  </a:lnTo>
                  <a:lnTo>
                    <a:pt x="5155473" y="225113"/>
                  </a:lnTo>
                  <a:lnTo>
                    <a:pt x="5155581" y="225113"/>
                  </a:lnTo>
                  <a:lnTo>
                    <a:pt x="5155690" y="225113"/>
                  </a:lnTo>
                  <a:lnTo>
                    <a:pt x="5155798" y="225113"/>
                  </a:lnTo>
                  <a:lnTo>
                    <a:pt x="5155907" y="225113"/>
                  </a:lnTo>
                  <a:lnTo>
                    <a:pt x="5156015" y="225113"/>
                  </a:lnTo>
                  <a:lnTo>
                    <a:pt x="5156124" y="225113"/>
                  </a:lnTo>
                  <a:lnTo>
                    <a:pt x="5156232" y="225113"/>
                  </a:lnTo>
                  <a:lnTo>
                    <a:pt x="5156341" y="225113"/>
                  </a:lnTo>
                  <a:lnTo>
                    <a:pt x="5156449" y="225113"/>
                  </a:lnTo>
                  <a:lnTo>
                    <a:pt x="5156558" y="225113"/>
                  </a:lnTo>
                  <a:lnTo>
                    <a:pt x="5156666" y="225113"/>
                  </a:lnTo>
                  <a:lnTo>
                    <a:pt x="5156774" y="225113"/>
                  </a:lnTo>
                  <a:lnTo>
                    <a:pt x="5156883" y="225113"/>
                  </a:lnTo>
                  <a:lnTo>
                    <a:pt x="5156991" y="225113"/>
                  </a:lnTo>
                  <a:lnTo>
                    <a:pt x="5157100" y="225113"/>
                  </a:lnTo>
                  <a:lnTo>
                    <a:pt x="5157208" y="225113"/>
                  </a:lnTo>
                  <a:lnTo>
                    <a:pt x="5157317" y="225113"/>
                  </a:lnTo>
                  <a:lnTo>
                    <a:pt x="5157317" y="224489"/>
                  </a:lnTo>
                  <a:lnTo>
                    <a:pt x="5157425" y="224489"/>
                  </a:lnTo>
                  <a:lnTo>
                    <a:pt x="5157534" y="224489"/>
                  </a:lnTo>
                  <a:lnTo>
                    <a:pt x="5157642" y="224489"/>
                  </a:lnTo>
                  <a:lnTo>
                    <a:pt x="5157750" y="224489"/>
                  </a:lnTo>
                  <a:lnTo>
                    <a:pt x="5157859" y="224489"/>
                  </a:lnTo>
                  <a:lnTo>
                    <a:pt x="5157967" y="224489"/>
                  </a:lnTo>
                  <a:lnTo>
                    <a:pt x="5158076" y="224489"/>
                  </a:lnTo>
                  <a:lnTo>
                    <a:pt x="5158184" y="224489"/>
                  </a:lnTo>
                  <a:lnTo>
                    <a:pt x="5158293" y="224489"/>
                  </a:lnTo>
                  <a:lnTo>
                    <a:pt x="5158401" y="224489"/>
                  </a:lnTo>
                  <a:lnTo>
                    <a:pt x="5158510" y="224489"/>
                  </a:lnTo>
                  <a:lnTo>
                    <a:pt x="5158618" y="224489"/>
                  </a:lnTo>
                  <a:lnTo>
                    <a:pt x="5158726" y="224489"/>
                  </a:lnTo>
                  <a:lnTo>
                    <a:pt x="5158835" y="224489"/>
                  </a:lnTo>
                  <a:lnTo>
                    <a:pt x="5158943" y="224489"/>
                  </a:lnTo>
                  <a:lnTo>
                    <a:pt x="5159052" y="224489"/>
                  </a:lnTo>
                  <a:lnTo>
                    <a:pt x="5159160" y="224489"/>
                  </a:lnTo>
                  <a:lnTo>
                    <a:pt x="5159269" y="224489"/>
                  </a:lnTo>
                  <a:lnTo>
                    <a:pt x="5159377" y="224489"/>
                  </a:lnTo>
                  <a:lnTo>
                    <a:pt x="5159486" y="224489"/>
                  </a:lnTo>
                  <a:lnTo>
                    <a:pt x="5159486" y="223866"/>
                  </a:lnTo>
                  <a:lnTo>
                    <a:pt x="5159594" y="223866"/>
                  </a:lnTo>
                  <a:lnTo>
                    <a:pt x="5159702" y="223866"/>
                  </a:lnTo>
                  <a:lnTo>
                    <a:pt x="5159811" y="223866"/>
                  </a:lnTo>
                  <a:lnTo>
                    <a:pt x="5159919" y="223866"/>
                  </a:lnTo>
                  <a:lnTo>
                    <a:pt x="5160028" y="223866"/>
                  </a:lnTo>
                  <a:lnTo>
                    <a:pt x="5160136" y="223866"/>
                  </a:lnTo>
                  <a:lnTo>
                    <a:pt x="5160245" y="223866"/>
                  </a:lnTo>
                  <a:lnTo>
                    <a:pt x="5160353" y="223866"/>
                  </a:lnTo>
                  <a:lnTo>
                    <a:pt x="5160462" y="223866"/>
                  </a:lnTo>
                  <a:lnTo>
                    <a:pt x="5160570" y="223866"/>
                  </a:lnTo>
                  <a:lnTo>
                    <a:pt x="5160679" y="223866"/>
                  </a:lnTo>
                  <a:lnTo>
                    <a:pt x="5160787" y="223866"/>
                  </a:lnTo>
                  <a:lnTo>
                    <a:pt x="5160895" y="223866"/>
                  </a:lnTo>
                  <a:lnTo>
                    <a:pt x="5161004" y="223866"/>
                  </a:lnTo>
                  <a:lnTo>
                    <a:pt x="5161004" y="223242"/>
                  </a:lnTo>
                  <a:lnTo>
                    <a:pt x="5161112" y="223242"/>
                  </a:lnTo>
                  <a:lnTo>
                    <a:pt x="5161221" y="223242"/>
                  </a:lnTo>
                  <a:lnTo>
                    <a:pt x="5161329" y="223242"/>
                  </a:lnTo>
                  <a:lnTo>
                    <a:pt x="5161438" y="223242"/>
                  </a:lnTo>
                  <a:lnTo>
                    <a:pt x="5161546" y="223242"/>
                  </a:lnTo>
                  <a:lnTo>
                    <a:pt x="5161655" y="223242"/>
                  </a:lnTo>
                  <a:lnTo>
                    <a:pt x="5161763" y="223242"/>
                  </a:lnTo>
                  <a:lnTo>
                    <a:pt x="5161871" y="223242"/>
                  </a:lnTo>
                  <a:lnTo>
                    <a:pt x="5161980" y="223242"/>
                  </a:lnTo>
                  <a:lnTo>
                    <a:pt x="5162088" y="223242"/>
                  </a:lnTo>
                  <a:lnTo>
                    <a:pt x="5162197" y="223242"/>
                  </a:lnTo>
                  <a:lnTo>
                    <a:pt x="5162305" y="223242"/>
                  </a:lnTo>
                  <a:lnTo>
                    <a:pt x="5162414" y="223242"/>
                  </a:lnTo>
                  <a:lnTo>
                    <a:pt x="5162522" y="223242"/>
                  </a:lnTo>
                  <a:lnTo>
                    <a:pt x="5162631" y="223242"/>
                  </a:lnTo>
                  <a:lnTo>
                    <a:pt x="5162739" y="223242"/>
                  </a:lnTo>
                  <a:lnTo>
                    <a:pt x="5162847" y="223242"/>
                  </a:lnTo>
                  <a:lnTo>
                    <a:pt x="5162956" y="223242"/>
                  </a:lnTo>
                  <a:lnTo>
                    <a:pt x="5163064" y="223242"/>
                  </a:lnTo>
                  <a:lnTo>
                    <a:pt x="5163173" y="223242"/>
                  </a:lnTo>
                  <a:lnTo>
                    <a:pt x="5163281" y="223242"/>
                  </a:lnTo>
                  <a:lnTo>
                    <a:pt x="5163390" y="223242"/>
                  </a:lnTo>
                  <a:lnTo>
                    <a:pt x="5163390" y="222618"/>
                  </a:lnTo>
                  <a:lnTo>
                    <a:pt x="5163498" y="222618"/>
                  </a:lnTo>
                  <a:lnTo>
                    <a:pt x="5163607" y="222618"/>
                  </a:lnTo>
                  <a:lnTo>
                    <a:pt x="5163715" y="222618"/>
                  </a:lnTo>
                  <a:lnTo>
                    <a:pt x="5163823" y="222618"/>
                  </a:lnTo>
                  <a:lnTo>
                    <a:pt x="5163932" y="222618"/>
                  </a:lnTo>
                  <a:lnTo>
                    <a:pt x="5164040" y="222618"/>
                  </a:lnTo>
                  <a:lnTo>
                    <a:pt x="5164149" y="222618"/>
                  </a:lnTo>
                  <a:lnTo>
                    <a:pt x="5164257" y="222618"/>
                  </a:lnTo>
                  <a:lnTo>
                    <a:pt x="5164366" y="222618"/>
                  </a:lnTo>
                  <a:lnTo>
                    <a:pt x="5164474" y="222618"/>
                  </a:lnTo>
                  <a:lnTo>
                    <a:pt x="5164583" y="222618"/>
                  </a:lnTo>
                  <a:lnTo>
                    <a:pt x="5164691" y="222618"/>
                  </a:lnTo>
                  <a:lnTo>
                    <a:pt x="5164799" y="222618"/>
                  </a:lnTo>
                  <a:lnTo>
                    <a:pt x="5164799" y="221995"/>
                  </a:lnTo>
                  <a:lnTo>
                    <a:pt x="5164908" y="221995"/>
                  </a:lnTo>
                  <a:lnTo>
                    <a:pt x="5165016" y="221995"/>
                  </a:lnTo>
                  <a:lnTo>
                    <a:pt x="5165125" y="221995"/>
                  </a:lnTo>
                  <a:lnTo>
                    <a:pt x="5165233" y="221995"/>
                  </a:lnTo>
                  <a:lnTo>
                    <a:pt x="5165342" y="221995"/>
                  </a:lnTo>
                  <a:lnTo>
                    <a:pt x="5165450" y="221995"/>
                  </a:lnTo>
                  <a:lnTo>
                    <a:pt x="5165559" y="221995"/>
                  </a:lnTo>
                  <a:lnTo>
                    <a:pt x="5165667" y="221995"/>
                  </a:lnTo>
                  <a:lnTo>
                    <a:pt x="5165776" y="221995"/>
                  </a:lnTo>
                  <a:lnTo>
                    <a:pt x="5165884" y="221995"/>
                  </a:lnTo>
                  <a:lnTo>
                    <a:pt x="5165884" y="221371"/>
                  </a:lnTo>
                  <a:lnTo>
                    <a:pt x="5165992" y="221371"/>
                  </a:lnTo>
                  <a:lnTo>
                    <a:pt x="5166101" y="221371"/>
                  </a:lnTo>
                  <a:lnTo>
                    <a:pt x="5166209" y="221371"/>
                  </a:lnTo>
                  <a:lnTo>
                    <a:pt x="5166318" y="221371"/>
                  </a:lnTo>
                  <a:lnTo>
                    <a:pt x="5166426" y="221371"/>
                  </a:lnTo>
                  <a:lnTo>
                    <a:pt x="5166535" y="221371"/>
                  </a:lnTo>
                  <a:lnTo>
                    <a:pt x="5166643" y="221371"/>
                  </a:lnTo>
                  <a:lnTo>
                    <a:pt x="5166752" y="221371"/>
                  </a:lnTo>
                  <a:lnTo>
                    <a:pt x="5166752" y="220748"/>
                  </a:lnTo>
                  <a:lnTo>
                    <a:pt x="5166860" y="220748"/>
                  </a:lnTo>
                  <a:lnTo>
                    <a:pt x="5166968" y="220748"/>
                  </a:lnTo>
                  <a:lnTo>
                    <a:pt x="5166968" y="220124"/>
                  </a:lnTo>
                  <a:lnTo>
                    <a:pt x="5167077" y="220124"/>
                  </a:lnTo>
                  <a:lnTo>
                    <a:pt x="5167185" y="220124"/>
                  </a:lnTo>
                  <a:lnTo>
                    <a:pt x="5167294" y="220124"/>
                  </a:lnTo>
                  <a:lnTo>
                    <a:pt x="5167402" y="220124"/>
                  </a:lnTo>
                  <a:lnTo>
                    <a:pt x="5167511" y="220124"/>
                  </a:lnTo>
                  <a:lnTo>
                    <a:pt x="5167619" y="220124"/>
                  </a:lnTo>
                  <a:lnTo>
                    <a:pt x="5167728" y="220124"/>
                  </a:lnTo>
                  <a:lnTo>
                    <a:pt x="5167836" y="220124"/>
                  </a:lnTo>
                  <a:lnTo>
                    <a:pt x="5167944" y="220124"/>
                  </a:lnTo>
                  <a:lnTo>
                    <a:pt x="5168053" y="220124"/>
                  </a:lnTo>
                  <a:lnTo>
                    <a:pt x="5168161" y="220124"/>
                  </a:lnTo>
                  <a:lnTo>
                    <a:pt x="5168270" y="220124"/>
                  </a:lnTo>
                  <a:lnTo>
                    <a:pt x="5168378" y="220124"/>
                  </a:lnTo>
                  <a:lnTo>
                    <a:pt x="5168487" y="220124"/>
                  </a:lnTo>
                  <a:lnTo>
                    <a:pt x="5168487" y="219500"/>
                  </a:lnTo>
                  <a:lnTo>
                    <a:pt x="5168595" y="219500"/>
                  </a:lnTo>
                  <a:lnTo>
                    <a:pt x="5168704" y="219500"/>
                  </a:lnTo>
                  <a:lnTo>
                    <a:pt x="5168812" y="219500"/>
                  </a:lnTo>
                  <a:lnTo>
                    <a:pt x="5168920" y="219500"/>
                  </a:lnTo>
                  <a:lnTo>
                    <a:pt x="5168920" y="218877"/>
                  </a:lnTo>
                  <a:lnTo>
                    <a:pt x="5169029" y="218877"/>
                  </a:lnTo>
                  <a:lnTo>
                    <a:pt x="5169137" y="218877"/>
                  </a:lnTo>
                  <a:lnTo>
                    <a:pt x="5169246" y="218877"/>
                  </a:lnTo>
                  <a:lnTo>
                    <a:pt x="5169354" y="218877"/>
                  </a:lnTo>
                  <a:lnTo>
                    <a:pt x="5169463" y="218877"/>
                  </a:lnTo>
                  <a:lnTo>
                    <a:pt x="5169571" y="218877"/>
                  </a:lnTo>
                  <a:lnTo>
                    <a:pt x="5169680" y="218877"/>
                  </a:lnTo>
                  <a:lnTo>
                    <a:pt x="5169788" y="218877"/>
                  </a:lnTo>
                  <a:lnTo>
                    <a:pt x="5169788" y="218253"/>
                  </a:lnTo>
                  <a:lnTo>
                    <a:pt x="5169897" y="218253"/>
                  </a:lnTo>
                  <a:lnTo>
                    <a:pt x="5170005" y="218253"/>
                  </a:lnTo>
                  <a:lnTo>
                    <a:pt x="5170113" y="218253"/>
                  </a:lnTo>
                  <a:lnTo>
                    <a:pt x="5170222" y="218253"/>
                  </a:lnTo>
                  <a:lnTo>
                    <a:pt x="5170330" y="218253"/>
                  </a:lnTo>
                  <a:lnTo>
                    <a:pt x="5170439" y="218253"/>
                  </a:lnTo>
                  <a:lnTo>
                    <a:pt x="5170547" y="218253"/>
                  </a:lnTo>
                  <a:lnTo>
                    <a:pt x="5170656" y="218253"/>
                  </a:lnTo>
                  <a:lnTo>
                    <a:pt x="5170764" y="218253"/>
                  </a:lnTo>
                  <a:lnTo>
                    <a:pt x="5170873" y="218253"/>
                  </a:lnTo>
                  <a:lnTo>
                    <a:pt x="5170981" y="218253"/>
                  </a:lnTo>
                  <a:lnTo>
                    <a:pt x="5170981" y="217630"/>
                  </a:lnTo>
                  <a:lnTo>
                    <a:pt x="5171089" y="217630"/>
                  </a:lnTo>
                  <a:lnTo>
                    <a:pt x="5171198" y="217630"/>
                  </a:lnTo>
                  <a:lnTo>
                    <a:pt x="5171306" y="217630"/>
                  </a:lnTo>
                  <a:lnTo>
                    <a:pt x="5171415" y="217630"/>
                  </a:lnTo>
                  <a:lnTo>
                    <a:pt x="5171523" y="217630"/>
                  </a:lnTo>
                  <a:lnTo>
                    <a:pt x="5171632" y="217630"/>
                  </a:lnTo>
                  <a:lnTo>
                    <a:pt x="5171740" y="217630"/>
                  </a:lnTo>
                  <a:lnTo>
                    <a:pt x="5171849" y="217630"/>
                  </a:lnTo>
                  <a:lnTo>
                    <a:pt x="5171957" y="217630"/>
                  </a:lnTo>
                  <a:lnTo>
                    <a:pt x="5172065" y="217630"/>
                  </a:lnTo>
                  <a:lnTo>
                    <a:pt x="5172174" y="217630"/>
                  </a:lnTo>
                  <a:lnTo>
                    <a:pt x="5172282" y="217630"/>
                  </a:lnTo>
                  <a:lnTo>
                    <a:pt x="5172391" y="217630"/>
                  </a:lnTo>
                  <a:lnTo>
                    <a:pt x="5172499" y="217630"/>
                  </a:lnTo>
                  <a:lnTo>
                    <a:pt x="5172608" y="217630"/>
                  </a:lnTo>
                  <a:lnTo>
                    <a:pt x="5172716" y="217630"/>
                  </a:lnTo>
                  <a:lnTo>
                    <a:pt x="5172825" y="217630"/>
                  </a:lnTo>
                  <a:lnTo>
                    <a:pt x="5172933" y="217630"/>
                  </a:lnTo>
                  <a:lnTo>
                    <a:pt x="5173041" y="217630"/>
                  </a:lnTo>
                  <a:lnTo>
                    <a:pt x="5173150" y="217630"/>
                  </a:lnTo>
                  <a:lnTo>
                    <a:pt x="5173258" y="217630"/>
                  </a:lnTo>
                  <a:lnTo>
                    <a:pt x="5173367" y="217630"/>
                  </a:lnTo>
                  <a:lnTo>
                    <a:pt x="5173475" y="217630"/>
                  </a:lnTo>
                  <a:lnTo>
                    <a:pt x="5173584" y="217630"/>
                  </a:lnTo>
                  <a:lnTo>
                    <a:pt x="5173692" y="217630"/>
                  </a:lnTo>
                  <a:lnTo>
                    <a:pt x="5173801" y="217630"/>
                  </a:lnTo>
                  <a:lnTo>
                    <a:pt x="5173909" y="217630"/>
                  </a:lnTo>
                  <a:lnTo>
                    <a:pt x="5174018" y="217630"/>
                  </a:lnTo>
                  <a:lnTo>
                    <a:pt x="5174126" y="217630"/>
                  </a:lnTo>
                  <a:lnTo>
                    <a:pt x="5174234" y="217630"/>
                  </a:lnTo>
                  <a:lnTo>
                    <a:pt x="5174343" y="217630"/>
                  </a:lnTo>
                  <a:lnTo>
                    <a:pt x="5174451" y="217630"/>
                  </a:lnTo>
                  <a:lnTo>
                    <a:pt x="5174560" y="217630"/>
                  </a:lnTo>
                  <a:lnTo>
                    <a:pt x="5174668" y="217630"/>
                  </a:lnTo>
                  <a:lnTo>
                    <a:pt x="5174777" y="217630"/>
                  </a:lnTo>
                  <a:lnTo>
                    <a:pt x="5174885" y="217630"/>
                  </a:lnTo>
                  <a:lnTo>
                    <a:pt x="5174994" y="217630"/>
                  </a:lnTo>
                  <a:lnTo>
                    <a:pt x="5175102" y="217630"/>
                  </a:lnTo>
                  <a:lnTo>
                    <a:pt x="5175210" y="217630"/>
                  </a:lnTo>
                  <a:lnTo>
                    <a:pt x="5175319" y="217630"/>
                  </a:lnTo>
                  <a:lnTo>
                    <a:pt x="5175427" y="217630"/>
                  </a:lnTo>
                  <a:lnTo>
                    <a:pt x="5175536" y="217630"/>
                  </a:lnTo>
                  <a:lnTo>
                    <a:pt x="5175644" y="217630"/>
                  </a:lnTo>
                  <a:lnTo>
                    <a:pt x="5175753" y="217630"/>
                  </a:lnTo>
                  <a:lnTo>
                    <a:pt x="5175861" y="217630"/>
                  </a:lnTo>
                  <a:lnTo>
                    <a:pt x="5175970" y="217630"/>
                  </a:lnTo>
                  <a:lnTo>
                    <a:pt x="5176078" y="217630"/>
                  </a:lnTo>
                  <a:lnTo>
                    <a:pt x="5176186" y="217630"/>
                  </a:lnTo>
                  <a:lnTo>
                    <a:pt x="5176295" y="217630"/>
                  </a:lnTo>
                  <a:lnTo>
                    <a:pt x="5176403" y="217630"/>
                  </a:lnTo>
                  <a:lnTo>
                    <a:pt x="5176512" y="217630"/>
                  </a:lnTo>
                  <a:lnTo>
                    <a:pt x="5176620" y="217630"/>
                  </a:lnTo>
                  <a:lnTo>
                    <a:pt x="5176729" y="217630"/>
                  </a:lnTo>
                  <a:lnTo>
                    <a:pt x="5176837" y="217630"/>
                  </a:lnTo>
                  <a:lnTo>
                    <a:pt x="5176946" y="217630"/>
                  </a:lnTo>
                  <a:lnTo>
                    <a:pt x="5176946" y="217006"/>
                  </a:lnTo>
                  <a:lnTo>
                    <a:pt x="5177054" y="217006"/>
                  </a:lnTo>
                  <a:lnTo>
                    <a:pt x="5177162" y="217006"/>
                  </a:lnTo>
                  <a:lnTo>
                    <a:pt x="5177271" y="217006"/>
                  </a:lnTo>
                  <a:lnTo>
                    <a:pt x="5177379" y="217006"/>
                  </a:lnTo>
                  <a:lnTo>
                    <a:pt x="5177488" y="217006"/>
                  </a:lnTo>
                  <a:lnTo>
                    <a:pt x="5177488" y="216383"/>
                  </a:lnTo>
                  <a:lnTo>
                    <a:pt x="5177596" y="216383"/>
                  </a:lnTo>
                  <a:lnTo>
                    <a:pt x="5177705" y="216383"/>
                  </a:lnTo>
                  <a:lnTo>
                    <a:pt x="5177813" y="216383"/>
                  </a:lnTo>
                  <a:lnTo>
                    <a:pt x="5177922" y="216383"/>
                  </a:lnTo>
                  <a:lnTo>
                    <a:pt x="5178030" y="216383"/>
                  </a:lnTo>
                  <a:lnTo>
                    <a:pt x="5178139" y="216383"/>
                  </a:lnTo>
                  <a:lnTo>
                    <a:pt x="5178247" y="216383"/>
                  </a:lnTo>
                  <a:lnTo>
                    <a:pt x="5178355" y="216383"/>
                  </a:lnTo>
                  <a:lnTo>
                    <a:pt x="5178355" y="215759"/>
                  </a:lnTo>
                  <a:lnTo>
                    <a:pt x="5178464" y="215759"/>
                  </a:lnTo>
                  <a:lnTo>
                    <a:pt x="5178572" y="215759"/>
                  </a:lnTo>
                  <a:lnTo>
                    <a:pt x="5178681" y="215759"/>
                  </a:lnTo>
                  <a:lnTo>
                    <a:pt x="5178789" y="215759"/>
                  </a:lnTo>
                  <a:lnTo>
                    <a:pt x="5178898" y="215759"/>
                  </a:lnTo>
                  <a:lnTo>
                    <a:pt x="5179006" y="215759"/>
                  </a:lnTo>
                  <a:lnTo>
                    <a:pt x="5179115" y="215759"/>
                  </a:lnTo>
                  <a:lnTo>
                    <a:pt x="5179223" y="215759"/>
                  </a:lnTo>
                  <a:lnTo>
                    <a:pt x="5179331" y="215759"/>
                  </a:lnTo>
                  <a:lnTo>
                    <a:pt x="5179440" y="215759"/>
                  </a:lnTo>
                  <a:lnTo>
                    <a:pt x="5179548" y="215759"/>
                  </a:lnTo>
                  <a:lnTo>
                    <a:pt x="5179657" y="215759"/>
                  </a:lnTo>
                  <a:lnTo>
                    <a:pt x="5179765" y="215759"/>
                  </a:lnTo>
                  <a:lnTo>
                    <a:pt x="5179874" y="215759"/>
                  </a:lnTo>
                  <a:lnTo>
                    <a:pt x="5179982" y="215759"/>
                  </a:lnTo>
                  <a:lnTo>
                    <a:pt x="5180091" y="215759"/>
                  </a:lnTo>
                  <a:lnTo>
                    <a:pt x="5180199" y="215759"/>
                  </a:lnTo>
                  <a:lnTo>
                    <a:pt x="5180307" y="215759"/>
                  </a:lnTo>
                  <a:lnTo>
                    <a:pt x="5180416" y="215759"/>
                  </a:lnTo>
                  <a:lnTo>
                    <a:pt x="5180524" y="215759"/>
                  </a:lnTo>
                  <a:lnTo>
                    <a:pt x="5180633" y="215759"/>
                  </a:lnTo>
                  <a:lnTo>
                    <a:pt x="5180633" y="215135"/>
                  </a:lnTo>
                  <a:lnTo>
                    <a:pt x="5180741" y="215135"/>
                  </a:lnTo>
                  <a:lnTo>
                    <a:pt x="5180850" y="215135"/>
                  </a:lnTo>
                  <a:lnTo>
                    <a:pt x="5180958" y="215135"/>
                  </a:lnTo>
                  <a:lnTo>
                    <a:pt x="5181067" y="215135"/>
                  </a:lnTo>
                  <a:lnTo>
                    <a:pt x="5181175" y="215135"/>
                  </a:lnTo>
                  <a:lnTo>
                    <a:pt x="5181283" y="215135"/>
                  </a:lnTo>
                  <a:lnTo>
                    <a:pt x="5181392" y="215135"/>
                  </a:lnTo>
                  <a:lnTo>
                    <a:pt x="5181500" y="215135"/>
                  </a:lnTo>
                  <a:lnTo>
                    <a:pt x="5181500" y="214512"/>
                  </a:lnTo>
                  <a:lnTo>
                    <a:pt x="5181609" y="214512"/>
                  </a:lnTo>
                  <a:lnTo>
                    <a:pt x="5181717" y="214512"/>
                  </a:lnTo>
                  <a:lnTo>
                    <a:pt x="5181826" y="214512"/>
                  </a:lnTo>
                  <a:lnTo>
                    <a:pt x="5181934" y="214512"/>
                  </a:lnTo>
                  <a:lnTo>
                    <a:pt x="5182043" y="214512"/>
                  </a:lnTo>
                  <a:lnTo>
                    <a:pt x="5182151" y="214512"/>
                  </a:lnTo>
                  <a:lnTo>
                    <a:pt x="5182260" y="214512"/>
                  </a:lnTo>
                  <a:lnTo>
                    <a:pt x="5182368" y="214512"/>
                  </a:lnTo>
                  <a:lnTo>
                    <a:pt x="5182476" y="214512"/>
                  </a:lnTo>
                  <a:lnTo>
                    <a:pt x="5182585" y="214512"/>
                  </a:lnTo>
                  <a:lnTo>
                    <a:pt x="5182693" y="214512"/>
                  </a:lnTo>
                  <a:lnTo>
                    <a:pt x="5182802" y="214512"/>
                  </a:lnTo>
                  <a:lnTo>
                    <a:pt x="5182910" y="214512"/>
                  </a:lnTo>
                  <a:lnTo>
                    <a:pt x="5183019" y="214512"/>
                  </a:lnTo>
                  <a:lnTo>
                    <a:pt x="5183127" y="214512"/>
                  </a:lnTo>
                  <a:lnTo>
                    <a:pt x="5183236" y="214512"/>
                  </a:lnTo>
                  <a:lnTo>
                    <a:pt x="5183344" y="214512"/>
                  </a:lnTo>
                  <a:lnTo>
                    <a:pt x="5183452" y="214512"/>
                  </a:lnTo>
                  <a:lnTo>
                    <a:pt x="5183561" y="214512"/>
                  </a:lnTo>
                  <a:lnTo>
                    <a:pt x="5183561" y="213888"/>
                  </a:lnTo>
                  <a:lnTo>
                    <a:pt x="5183669" y="213888"/>
                  </a:lnTo>
                  <a:lnTo>
                    <a:pt x="5183778" y="213888"/>
                  </a:lnTo>
                  <a:lnTo>
                    <a:pt x="5183886" y="213888"/>
                  </a:lnTo>
                  <a:lnTo>
                    <a:pt x="5183995" y="213888"/>
                  </a:lnTo>
                  <a:lnTo>
                    <a:pt x="5184103" y="213888"/>
                  </a:lnTo>
                  <a:lnTo>
                    <a:pt x="5184212" y="213888"/>
                  </a:lnTo>
                  <a:lnTo>
                    <a:pt x="5184320" y="213888"/>
                  </a:lnTo>
                  <a:lnTo>
                    <a:pt x="5184428" y="213888"/>
                  </a:lnTo>
                  <a:lnTo>
                    <a:pt x="5184537" y="213888"/>
                  </a:lnTo>
                  <a:lnTo>
                    <a:pt x="5184645" y="213888"/>
                  </a:lnTo>
                  <a:lnTo>
                    <a:pt x="5184754" y="213888"/>
                  </a:lnTo>
                  <a:lnTo>
                    <a:pt x="5184862" y="213888"/>
                  </a:lnTo>
                  <a:lnTo>
                    <a:pt x="5184971" y="213888"/>
                  </a:lnTo>
                  <a:lnTo>
                    <a:pt x="5185079" y="213888"/>
                  </a:lnTo>
                  <a:lnTo>
                    <a:pt x="5185188" y="213888"/>
                  </a:lnTo>
                  <a:lnTo>
                    <a:pt x="5185296" y="213888"/>
                  </a:lnTo>
                  <a:lnTo>
                    <a:pt x="5185404" y="213888"/>
                  </a:lnTo>
                  <a:lnTo>
                    <a:pt x="5185513" y="213888"/>
                  </a:lnTo>
                  <a:lnTo>
                    <a:pt x="5185621" y="213888"/>
                  </a:lnTo>
                  <a:lnTo>
                    <a:pt x="5185621" y="213265"/>
                  </a:lnTo>
                  <a:lnTo>
                    <a:pt x="5185730" y="213265"/>
                  </a:lnTo>
                  <a:lnTo>
                    <a:pt x="5185838" y="213265"/>
                  </a:lnTo>
                  <a:lnTo>
                    <a:pt x="5185947" y="213265"/>
                  </a:lnTo>
                  <a:lnTo>
                    <a:pt x="5186055" y="213265"/>
                  </a:lnTo>
                  <a:lnTo>
                    <a:pt x="5186164" y="213265"/>
                  </a:lnTo>
                  <a:lnTo>
                    <a:pt x="5186272" y="213265"/>
                  </a:lnTo>
                  <a:lnTo>
                    <a:pt x="5186381" y="213265"/>
                  </a:lnTo>
                  <a:lnTo>
                    <a:pt x="5186489" y="213265"/>
                  </a:lnTo>
                  <a:lnTo>
                    <a:pt x="5186597" y="213265"/>
                  </a:lnTo>
                  <a:lnTo>
                    <a:pt x="5186706" y="213265"/>
                  </a:lnTo>
                  <a:lnTo>
                    <a:pt x="5186814" y="213265"/>
                  </a:lnTo>
                  <a:lnTo>
                    <a:pt x="5186923" y="213265"/>
                  </a:lnTo>
                  <a:lnTo>
                    <a:pt x="5187031" y="213265"/>
                  </a:lnTo>
                  <a:lnTo>
                    <a:pt x="5187140" y="213265"/>
                  </a:lnTo>
                  <a:lnTo>
                    <a:pt x="5187248" y="213265"/>
                  </a:lnTo>
                  <a:lnTo>
                    <a:pt x="5187357" y="213265"/>
                  </a:lnTo>
                  <a:lnTo>
                    <a:pt x="5187465" y="213265"/>
                  </a:lnTo>
                  <a:lnTo>
                    <a:pt x="5187573" y="213265"/>
                  </a:lnTo>
                  <a:lnTo>
                    <a:pt x="5187682" y="213265"/>
                  </a:lnTo>
                  <a:lnTo>
                    <a:pt x="5187790" y="213265"/>
                  </a:lnTo>
                  <a:lnTo>
                    <a:pt x="5187899" y="213265"/>
                  </a:lnTo>
                  <a:lnTo>
                    <a:pt x="5188007" y="213265"/>
                  </a:lnTo>
                  <a:lnTo>
                    <a:pt x="5188116" y="213265"/>
                  </a:lnTo>
                  <a:lnTo>
                    <a:pt x="5188224" y="213265"/>
                  </a:lnTo>
                  <a:lnTo>
                    <a:pt x="5188333" y="213265"/>
                  </a:lnTo>
                  <a:lnTo>
                    <a:pt x="5188441" y="213265"/>
                  </a:lnTo>
                  <a:lnTo>
                    <a:pt x="5188549" y="213265"/>
                  </a:lnTo>
                  <a:lnTo>
                    <a:pt x="5188658" y="213265"/>
                  </a:lnTo>
                  <a:lnTo>
                    <a:pt x="5188766" y="213265"/>
                  </a:lnTo>
                  <a:lnTo>
                    <a:pt x="5188875" y="213265"/>
                  </a:lnTo>
                  <a:lnTo>
                    <a:pt x="5188983" y="213265"/>
                  </a:lnTo>
                  <a:lnTo>
                    <a:pt x="5189092" y="213265"/>
                  </a:lnTo>
                  <a:lnTo>
                    <a:pt x="5189200" y="213265"/>
                  </a:lnTo>
                  <a:lnTo>
                    <a:pt x="5189309" y="213265"/>
                  </a:lnTo>
                  <a:lnTo>
                    <a:pt x="5189417" y="213265"/>
                  </a:lnTo>
                  <a:lnTo>
                    <a:pt x="5189525" y="213265"/>
                  </a:lnTo>
                  <a:lnTo>
                    <a:pt x="5189634" y="213265"/>
                  </a:lnTo>
                  <a:lnTo>
                    <a:pt x="5189742" y="213265"/>
                  </a:lnTo>
                  <a:lnTo>
                    <a:pt x="5189851" y="213265"/>
                  </a:lnTo>
                  <a:lnTo>
                    <a:pt x="5189959" y="213265"/>
                  </a:lnTo>
                  <a:lnTo>
                    <a:pt x="5190068" y="213265"/>
                  </a:lnTo>
                  <a:lnTo>
                    <a:pt x="5190176" y="213265"/>
                  </a:lnTo>
                  <a:lnTo>
                    <a:pt x="5190285" y="213265"/>
                  </a:lnTo>
                  <a:lnTo>
                    <a:pt x="5190393" y="213265"/>
                  </a:lnTo>
                  <a:lnTo>
                    <a:pt x="5190501" y="213265"/>
                  </a:lnTo>
                  <a:lnTo>
                    <a:pt x="5190610" y="213265"/>
                  </a:lnTo>
                  <a:lnTo>
                    <a:pt x="5190718" y="213265"/>
                  </a:lnTo>
                  <a:lnTo>
                    <a:pt x="5190827" y="213265"/>
                  </a:lnTo>
                  <a:lnTo>
                    <a:pt x="5190935" y="213265"/>
                  </a:lnTo>
                  <a:lnTo>
                    <a:pt x="5191044" y="213265"/>
                  </a:lnTo>
                  <a:lnTo>
                    <a:pt x="5191152" y="213265"/>
                  </a:lnTo>
                  <a:lnTo>
                    <a:pt x="5191261" y="213265"/>
                  </a:lnTo>
                  <a:lnTo>
                    <a:pt x="5191369" y="213265"/>
                  </a:lnTo>
                  <a:lnTo>
                    <a:pt x="5191478" y="213265"/>
                  </a:lnTo>
                  <a:lnTo>
                    <a:pt x="5191586" y="213265"/>
                  </a:lnTo>
                  <a:lnTo>
                    <a:pt x="5191694" y="213265"/>
                  </a:lnTo>
                  <a:lnTo>
                    <a:pt x="5191803" y="213265"/>
                  </a:lnTo>
                  <a:lnTo>
                    <a:pt x="5191911" y="213265"/>
                  </a:lnTo>
                  <a:lnTo>
                    <a:pt x="5192020" y="213265"/>
                  </a:lnTo>
                  <a:lnTo>
                    <a:pt x="5192128" y="213265"/>
                  </a:lnTo>
                  <a:lnTo>
                    <a:pt x="5192237" y="213265"/>
                  </a:lnTo>
                  <a:lnTo>
                    <a:pt x="5192345" y="213265"/>
                  </a:lnTo>
                  <a:lnTo>
                    <a:pt x="5192454" y="213265"/>
                  </a:lnTo>
                  <a:lnTo>
                    <a:pt x="5192562" y="213265"/>
                  </a:lnTo>
                  <a:lnTo>
                    <a:pt x="5192670" y="213265"/>
                  </a:lnTo>
                  <a:lnTo>
                    <a:pt x="5192779" y="213265"/>
                  </a:lnTo>
                  <a:lnTo>
                    <a:pt x="5192887" y="213265"/>
                  </a:lnTo>
                  <a:lnTo>
                    <a:pt x="5192996" y="213265"/>
                  </a:lnTo>
                  <a:lnTo>
                    <a:pt x="5193104" y="213265"/>
                  </a:lnTo>
                  <a:lnTo>
                    <a:pt x="5193213" y="213265"/>
                  </a:lnTo>
                  <a:lnTo>
                    <a:pt x="5193321" y="213265"/>
                  </a:lnTo>
                  <a:lnTo>
                    <a:pt x="5193430" y="213265"/>
                  </a:lnTo>
                  <a:lnTo>
                    <a:pt x="5193538" y="213265"/>
                  </a:lnTo>
                  <a:lnTo>
                    <a:pt x="5193646" y="213265"/>
                  </a:lnTo>
                  <a:lnTo>
                    <a:pt x="5193755" y="213265"/>
                  </a:lnTo>
                  <a:lnTo>
                    <a:pt x="5193863" y="213265"/>
                  </a:lnTo>
                  <a:lnTo>
                    <a:pt x="5193972" y="213265"/>
                  </a:lnTo>
                  <a:lnTo>
                    <a:pt x="5194080" y="213265"/>
                  </a:lnTo>
                  <a:lnTo>
                    <a:pt x="5194189" y="213265"/>
                  </a:lnTo>
                  <a:lnTo>
                    <a:pt x="5194297" y="213265"/>
                  </a:lnTo>
                  <a:lnTo>
                    <a:pt x="5194406" y="213265"/>
                  </a:lnTo>
                  <a:lnTo>
                    <a:pt x="5194514" y="213265"/>
                  </a:lnTo>
                  <a:lnTo>
                    <a:pt x="5194622" y="213265"/>
                  </a:lnTo>
                  <a:lnTo>
                    <a:pt x="5194731" y="213265"/>
                  </a:lnTo>
                  <a:lnTo>
                    <a:pt x="5194839" y="213265"/>
                  </a:lnTo>
                  <a:lnTo>
                    <a:pt x="5194948" y="213265"/>
                  </a:lnTo>
                  <a:lnTo>
                    <a:pt x="5195056" y="213265"/>
                  </a:lnTo>
                  <a:lnTo>
                    <a:pt x="5195165" y="213265"/>
                  </a:lnTo>
                  <a:lnTo>
                    <a:pt x="5195273" y="213265"/>
                  </a:lnTo>
                  <a:lnTo>
                    <a:pt x="5195382" y="213265"/>
                  </a:lnTo>
                  <a:lnTo>
                    <a:pt x="5195490" y="213265"/>
                  </a:lnTo>
                  <a:lnTo>
                    <a:pt x="5195599" y="213265"/>
                  </a:lnTo>
                  <a:lnTo>
                    <a:pt x="5195707" y="213265"/>
                  </a:lnTo>
                  <a:lnTo>
                    <a:pt x="5195815" y="213265"/>
                  </a:lnTo>
                  <a:lnTo>
                    <a:pt x="5195924" y="213265"/>
                  </a:lnTo>
                  <a:lnTo>
                    <a:pt x="5196032" y="213265"/>
                  </a:lnTo>
                  <a:lnTo>
                    <a:pt x="5196141" y="213265"/>
                  </a:lnTo>
                  <a:lnTo>
                    <a:pt x="5196249" y="213265"/>
                  </a:lnTo>
                  <a:lnTo>
                    <a:pt x="5196358" y="213265"/>
                  </a:lnTo>
                  <a:lnTo>
                    <a:pt x="5196466" y="213265"/>
                  </a:lnTo>
                  <a:lnTo>
                    <a:pt x="5196575" y="213265"/>
                  </a:lnTo>
                  <a:lnTo>
                    <a:pt x="5196683" y="213265"/>
                  </a:lnTo>
                  <a:lnTo>
                    <a:pt x="5196791" y="213265"/>
                  </a:lnTo>
                  <a:lnTo>
                    <a:pt x="5196900" y="213265"/>
                  </a:lnTo>
                  <a:lnTo>
                    <a:pt x="5197008" y="213265"/>
                  </a:lnTo>
                  <a:lnTo>
                    <a:pt x="5197008" y="212641"/>
                  </a:lnTo>
                  <a:lnTo>
                    <a:pt x="5197008" y="212017"/>
                  </a:lnTo>
                  <a:lnTo>
                    <a:pt x="5197117" y="212017"/>
                  </a:lnTo>
                  <a:lnTo>
                    <a:pt x="5197225" y="212017"/>
                  </a:lnTo>
                  <a:lnTo>
                    <a:pt x="5197225" y="211394"/>
                  </a:lnTo>
                  <a:lnTo>
                    <a:pt x="5197334" y="211394"/>
                  </a:lnTo>
                  <a:lnTo>
                    <a:pt x="5197442" y="211394"/>
                  </a:lnTo>
                  <a:lnTo>
                    <a:pt x="5197551" y="211394"/>
                  </a:lnTo>
                  <a:lnTo>
                    <a:pt x="5197659" y="211394"/>
                  </a:lnTo>
                  <a:lnTo>
                    <a:pt x="5197767" y="211394"/>
                  </a:lnTo>
                  <a:lnTo>
                    <a:pt x="5197876" y="211394"/>
                  </a:lnTo>
                  <a:lnTo>
                    <a:pt x="5197984" y="211394"/>
                  </a:lnTo>
                  <a:lnTo>
                    <a:pt x="5198093" y="211394"/>
                  </a:lnTo>
                  <a:lnTo>
                    <a:pt x="5198201" y="211394"/>
                  </a:lnTo>
                  <a:lnTo>
                    <a:pt x="5198310" y="211394"/>
                  </a:lnTo>
                  <a:lnTo>
                    <a:pt x="5198418" y="211394"/>
                  </a:lnTo>
                  <a:lnTo>
                    <a:pt x="5198527" y="211394"/>
                  </a:lnTo>
                  <a:lnTo>
                    <a:pt x="5198635" y="211394"/>
                  </a:lnTo>
                  <a:lnTo>
                    <a:pt x="5198743" y="211394"/>
                  </a:lnTo>
                  <a:lnTo>
                    <a:pt x="5198852" y="211394"/>
                  </a:lnTo>
                  <a:lnTo>
                    <a:pt x="5198960" y="211394"/>
                  </a:lnTo>
                  <a:lnTo>
                    <a:pt x="5199069" y="211394"/>
                  </a:lnTo>
                  <a:lnTo>
                    <a:pt x="5199177" y="211394"/>
                  </a:lnTo>
                  <a:lnTo>
                    <a:pt x="5199286" y="211394"/>
                  </a:lnTo>
                  <a:lnTo>
                    <a:pt x="5199394" y="211394"/>
                  </a:lnTo>
                  <a:lnTo>
                    <a:pt x="5199503" y="211394"/>
                  </a:lnTo>
                  <a:lnTo>
                    <a:pt x="5199503" y="210770"/>
                  </a:lnTo>
                  <a:lnTo>
                    <a:pt x="5199611" y="210770"/>
                  </a:lnTo>
                  <a:lnTo>
                    <a:pt x="5199720" y="210770"/>
                  </a:lnTo>
                  <a:lnTo>
                    <a:pt x="5199828" y="210770"/>
                  </a:lnTo>
                  <a:lnTo>
                    <a:pt x="5199936" y="210770"/>
                  </a:lnTo>
                  <a:lnTo>
                    <a:pt x="5199936" y="210147"/>
                  </a:lnTo>
                  <a:lnTo>
                    <a:pt x="5200045" y="210147"/>
                  </a:lnTo>
                  <a:lnTo>
                    <a:pt x="5200153" y="210147"/>
                  </a:lnTo>
                  <a:lnTo>
                    <a:pt x="5200262" y="210147"/>
                  </a:lnTo>
                  <a:lnTo>
                    <a:pt x="5200370" y="210147"/>
                  </a:lnTo>
                  <a:lnTo>
                    <a:pt x="5200479" y="210147"/>
                  </a:lnTo>
                  <a:lnTo>
                    <a:pt x="5200587" y="210147"/>
                  </a:lnTo>
                  <a:lnTo>
                    <a:pt x="5200696" y="210147"/>
                  </a:lnTo>
                  <a:lnTo>
                    <a:pt x="5200804" y="210147"/>
                  </a:lnTo>
                  <a:lnTo>
                    <a:pt x="5200912" y="210147"/>
                  </a:lnTo>
                  <a:lnTo>
                    <a:pt x="5201021" y="210147"/>
                  </a:lnTo>
                  <a:lnTo>
                    <a:pt x="5201129" y="210147"/>
                  </a:lnTo>
                  <a:lnTo>
                    <a:pt x="5201238" y="210147"/>
                  </a:lnTo>
                  <a:lnTo>
                    <a:pt x="5201346" y="210147"/>
                  </a:lnTo>
                  <a:lnTo>
                    <a:pt x="5201455" y="210147"/>
                  </a:lnTo>
                  <a:lnTo>
                    <a:pt x="5201563" y="210147"/>
                  </a:lnTo>
                  <a:lnTo>
                    <a:pt x="5201672" y="210147"/>
                  </a:lnTo>
                  <a:lnTo>
                    <a:pt x="5201780" y="210147"/>
                  </a:lnTo>
                  <a:lnTo>
                    <a:pt x="5201780" y="209523"/>
                  </a:lnTo>
                  <a:lnTo>
                    <a:pt x="5201888" y="209523"/>
                  </a:lnTo>
                  <a:lnTo>
                    <a:pt x="5201997" y="209523"/>
                  </a:lnTo>
                  <a:lnTo>
                    <a:pt x="5202105" y="209523"/>
                  </a:lnTo>
                  <a:lnTo>
                    <a:pt x="5202214" y="209523"/>
                  </a:lnTo>
                  <a:lnTo>
                    <a:pt x="5202322" y="209523"/>
                  </a:lnTo>
                  <a:lnTo>
                    <a:pt x="5202431" y="209523"/>
                  </a:lnTo>
                  <a:lnTo>
                    <a:pt x="5202539" y="209523"/>
                  </a:lnTo>
                  <a:lnTo>
                    <a:pt x="5202648" y="209523"/>
                  </a:lnTo>
                  <a:lnTo>
                    <a:pt x="5202756" y="209523"/>
                  </a:lnTo>
                  <a:lnTo>
                    <a:pt x="5202864" y="209523"/>
                  </a:lnTo>
                  <a:lnTo>
                    <a:pt x="5202973" y="209523"/>
                  </a:lnTo>
                  <a:lnTo>
                    <a:pt x="5203081" y="209523"/>
                  </a:lnTo>
                  <a:lnTo>
                    <a:pt x="5203190" y="209523"/>
                  </a:lnTo>
                  <a:lnTo>
                    <a:pt x="5203190" y="208900"/>
                  </a:lnTo>
                  <a:lnTo>
                    <a:pt x="5203298" y="208900"/>
                  </a:lnTo>
                  <a:lnTo>
                    <a:pt x="5203407" y="208900"/>
                  </a:lnTo>
                  <a:lnTo>
                    <a:pt x="5203515" y="208900"/>
                  </a:lnTo>
                  <a:lnTo>
                    <a:pt x="5203624" y="208900"/>
                  </a:lnTo>
                  <a:lnTo>
                    <a:pt x="5203732" y="208900"/>
                  </a:lnTo>
                  <a:lnTo>
                    <a:pt x="5203841" y="208900"/>
                  </a:lnTo>
                  <a:lnTo>
                    <a:pt x="5203949" y="208900"/>
                  </a:lnTo>
                  <a:lnTo>
                    <a:pt x="5204057" y="208900"/>
                  </a:lnTo>
                  <a:lnTo>
                    <a:pt x="5204166" y="208900"/>
                  </a:lnTo>
                  <a:lnTo>
                    <a:pt x="5204274" y="208900"/>
                  </a:lnTo>
                  <a:lnTo>
                    <a:pt x="5204383" y="208900"/>
                  </a:lnTo>
                  <a:lnTo>
                    <a:pt x="5204491" y="208900"/>
                  </a:lnTo>
                  <a:lnTo>
                    <a:pt x="5204600" y="208900"/>
                  </a:lnTo>
                  <a:lnTo>
                    <a:pt x="5204708" y="208900"/>
                  </a:lnTo>
                  <a:lnTo>
                    <a:pt x="5204817" y="208900"/>
                  </a:lnTo>
                  <a:lnTo>
                    <a:pt x="5204925" y="208900"/>
                  </a:lnTo>
                  <a:lnTo>
                    <a:pt x="5205033" y="208900"/>
                  </a:lnTo>
                  <a:lnTo>
                    <a:pt x="5205142" y="208900"/>
                  </a:lnTo>
                  <a:lnTo>
                    <a:pt x="5205250" y="208900"/>
                  </a:lnTo>
                  <a:lnTo>
                    <a:pt x="5205250" y="208276"/>
                  </a:lnTo>
                  <a:lnTo>
                    <a:pt x="5205359" y="208276"/>
                  </a:lnTo>
                  <a:lnTo>
                    <a:pt x="5205359" y="207652"/>
                  </a:lnTo>
                  <a:lnTo>
                    <a:pt x="5205467" y="207652"/>
                  </a:lnTo>
                  <a:lnTo>
                    <a:pt x="5205576" y="207652"/>
                  </a:lnTo>
                  <a:lnTo>
                    <a:pt x="5205684" y="207652"/>
                  </a:lnTo>
                  <a:lnTo>
                    <a:pt x="5205793" y="207652"/>
                  </a:lnTo>
                  <a:lnTo>
                    <a:pt x="5205901" y="207652"/>
                  </a:lnTo>
                  <a:lnTo>
                    <a:pt x="5206009" y="207652"/>
                  </a:lnTo>
                  <a:lnTo>
                    <a:pt x="5206118" y="207652"/>
                  </a:lnTo>
                  <a:lnTo>
                    <a:pt x="5206226" y="207652"/>
                  </a:lnTo>
                  <a:lnTo>
                    <a:pt x="5206335" y="207652"/>
                  </a:lnTo>
                  <a:lnTo>
                    <a:pt x="5206443" y="207652"/>
                  </a:lnTo>
                  <a:lnTo>
                    <a:pt x="5206552" y="207652"/>
                  </a:lnTo>
                  <a:lnTo>
                    <a:pt x="5206660" y="207652"/>
                  </a:lnTo>
                  <a:lnTo>
                    <a:pt x="5206769" y="207652"/>
                  </a:lnTo>
                  <a:lnTo>
                    <a:pt x="5206877" y="207652"/>
                  </a:lnTo>
                  <a:lnTo>
                    <a:pt x="5206985" y="207652"/>
                  </a:lnTo>
                  <a:lnTo>
                    <a:pt x="5207094" y="207652"/>
                  </a:lnTo>
                  <a:lnTo>
                    <a:pt x="5207202" y="207652"/>
                  </a:lnTo>
                  <a:lnTo>
                    <a:pt x="5207311" y="207652"/>
                  </a:lnTo>
                  <a:lnTo>
                    <a:pt x="5207419" y="207652"/>
                  </a:lnTo>
                  <a:lnTo>
                    <a:pt x="5207528" y="207652"/>
                  </a:lnTo>
                  <a:lnTo>
                    <a:pt x="5207636" y="207652"/>
                  </a:lnTo>
                  <a:lnTo>
                    <a:pt x="5207745" y="207652"/>
                  </a:lnTo>
                  <a:lnTo>
                    <a:pt x="5207853" y="207652"/>
                  </a:lnTo>
                  <a:lnTo>
                    <a:pt x="5207962" y="207652"/>
                  </a:lnTo>
                  <a:lnTo>
                    <a:pt x="5208070" y="207652"/>
                  </a:lnTo>
                  <a:lnTo>
                    <a:pt x="5208178" y="207652"/>
                  </a:lnTo>
                  <a:lnTo>
                    <a:pt x="5208287" y="207652"/>
                  </a:lnTo>
                  <a:lnTo>
                    <a:pt x="5208395" y="207652"/>
                  </a:lnTo>
                  <a:lnTo>
                    <a:pt x="5208504" y="207652"/>
                  </a:lnTo>
                  <a:lnTo>
                    <a:pt x="5208612" y="207652"/>
                  </a:lnTo>
                  <a:lnTo>
                    <a:pt x="5208612" y="207029"/>
                  </a:lnTo>
                  <a:lnTo>
                    <a:pt x="5208721" y="207029"/>
                  </a:lnTo>
                  <a:lnTo>
                    <a:pt x="5208829" y="207029"/>
                  </a:lnTo>
                  <a:lnTo>
                    <a:pt x="5208938" y="207029"/>
                  </a:lnTo>
                  <a:lnTo>
                    <a:pt x="5209046" y="207029"/>
                  </a:lnTo>
                  <a:lnTo>
                    <a:pt x="5209154" y="207029"/>
                  </a:lnTo>
                  <a:lnTo>
                    <a:pt x="5209263" y="207029"/>
                  </a:lnTo>
                  <a:lnTo>
                    <a:pt x="5209371" y="207029"/>
                  </a:lnTo>
                  <a:lnTo>
                    <a:pt x="5209480" y="207029"/>
                  </a:lnTo>
                  <a:lnTo>
                    <a:pt x="5209588" y="207029"/>
                  </a:lnTo>
                  <a:lnTo>
                    <a:pt x="5209697" y="207029"/>
                  </a:lnTo>
                  <a:lnTo>
                    <a:pt x="5209697" y="206405"/>
                  </a:lnTo>
                  <a:lnTo>
                    <a:pt x="5209805" y="206405"/>
                  </a:lnTo>
                  <a:lnTo>
                    <a:pt x="5209914" y="206405"/>
                  </a:lnTo>
                  <a:lnTo>
                    <a:pt x="5210022" y="206405"/>
                  </a:lnTo>
                  <a:lnTo>
                    <a:pt x="5210130" y="206405"/>
                  </a:lnTo>
                  <a:lnTo>
                    <a:pt x="5210239" y="206405"/>
                  </a:lnTo>
                  <a:lnTo>
                    <a:pt x="5210239" y="205782"/>
                  </a:lnTo>
                  <a:lnTo>
                    <a:pt x="5210347" y="205782"/>
                  </a:lnTo>
                  <a:lnTo>
                    <a:pt x="5210456" y="205782"/>
                  </a:lnTo>
                  <a:lnTo>
                    <a:pt x="5210564" y="205782"/>
                  </a:lnTo>
                  <a:lnTo>
                    <a:pt x="5210673" y="205782"/>
                  </a:lnTo>
                  <a:lnTo>
                    <a:pt x="5210781" y="205782"/>
                  </a:lnTo>
                  <a:lnTo>
                    <a:pt x="5210890" y="205782"/>
                  </a:lnTo>
                  <a:lnTo>
                    <a:pt x="5210998" y="205782"/>
                  </a:lnTo>
                  <a:lnTo>
                    <a:pt x="5211106" y="205782"/>
                  </a:lnTo>
                  <a:lnTo>
                    <a:pt x="5211215" y="205782"/>
                  </a:lnTo>
                  <a:lnTo>
                    <a:pt x="5211323" y="205782"/>
                  </a:lnTo>
                  <a:lnTo>
                    <a:pt x="5211432" y="205782"/>
                  </a:lnTo>
                  <a:lnTo>
                    <a:pt x="5211540" y="205782"/>
                  </a:lnTo>
                  <a:lnTo>
                    <a:pt x="5211649" y="205782"/>
                  </a:lnTo>
                  <a:lnTo>
                    <a:pt x="5211757" y="205782"/>
                  </a:lnTo>
                  <a:lnTo>
                    <a:pt x="5211866" y="205782"/>
                  </a:lnTo>
                  <a:lnTo>
                    <a:pt x="5211974" y="205782"/>
                  </a:lnTo>
                  <a:lnTo>
                    <a:pt x="5211974" y="205158"/>
                  </a:lnTo>
                  <a:lnTo>
                    <a:pt x="5212082" y="205158"/>
                  </a:lnTo>
                  <a:lnTo>
                    <a:pt x="5212191" y="205158"/>
                  </a:lnTo>
                  <a:lnTo>
                    <a:pt x="5212299" y="205158"/>
                  </a:lnTo>
                  <a:lnTo>
                    <a:pt x="5212408" y="205158"/>
                  </a:lnTo>
                  <a:lnTo>
                    <a:pt x="5212516" y="205158"/>
                  </a:lnTo>
                  <a:lnTo>
                    <a:pt x="5212625" y="205158"/>
                  </a:lnTo>
                  <a:lnTo>
                    <a:pt x="5212733" y="205158"/>
                  </a:lnTo>
                  <a:lnTo>
                    <a:pt x="5212842" y="205158"/>
                  </a:lnTo>
                  <a:lnTo>
                    <a:pt x="5212950" y="205158"/>
                  </a:lnTo>
                  <a:lnTo>
                    <a:pt x="5213059" y="205158"/>
                  </a:lnTo>
                  <a:lnTo>
                    <a:pt x="5213167" y="205158"/>
                  </a:lnTo>
                  <a:lnTo>
                    <a:pt x="5213275" y="205158"/>
                  </a:lnTo>
                  <a:lnTo>
                    <a:pt x="5213384" y="205158"/>
                  </a:lnTo>
                  <a:lnTo>
                    <a:pt x="5213492" y="205158"/>
                  </a:lnTo>
                  <a:lnTo>
                    <a:pt x="5213492" y="204535"/>
                  </a:lnTo>
                  <a:lnTo>
                    <a:pt x="5213601" y="204535"/>
                  </a:lnTo>
                  <a:lnTo>
                    <a:pt x="5213709" y="204535"/>
                  </a:lnTo>
                  <a:lnTo>
                    <a:pt x="5213818" y="204535"/>
                  </a:lnTo>
                  <a:lnTo>
                    <a:pt x="5213818" y="203911"/>
                  </a:lnTo>
                  <a:lnTo>
                    <a:pt x="5213926" y="203911"/>
                  </a:lnTo>
                  <a:lnTo>
                    <a:pt x="5214035" y="203911"/>
                  </a:lnTo>
                  <a:lnTo>
                    <a:pt x="5214143" y="203911"/>
                  </a:lnTo>
                  <a:lnTo>
                    <a:pt x="5214251" y="203911"/>
                  </a:lnTo>
                  <a:lnTo>
                    <a:pt x="5214360" y="203911"/>
                  </a:lnTo>
                  <a:lnTo>
                    <a:pt x="5214468" y="203911"/>
                  </a:lnTo>
                  <a:lnTo>
                    <a:pt x="5214577" y="203911"/>
                  </a:lnTo>
                  <a:lnTo>
                    <a:pt x="5214685" y="203911"/>
                  </a:lnTo>
                  <a:lnTo>
                    <a:pt x="5214794" y="203911"/>
                  </a:lnTo>
                  <a:lnTo>
                    <a:pt x="5214902" y="203911"/>
                  </a:lnTo>
                  <a:lnTo>
                    <a:pt x="5215011" y="203911"/>
                  </a:lnTo>
                  <a:lnTo>
                    <a:pt x="5215119" y="203911"/>
                  </a:lnTo>
                  <a:lnTo>
                    <a:pt x="5215227" y="203911"/>
                  </a:lnTo>
                  <a:lnTo>
                    <a:pt x="5215336" y="203911"/>
                  </a:lnTo>
                  <a:lnTo>
                    <a:pt x="5215444" y="203911"/>
                  </a:lnTo>
                  <a:lnTo>
                    <a:pt x="5215553" y="203911"/>
                  </a:lnTo>
                  <a:lnTo>
                    <a:pt x="5215661" y="203911"/>
                  </a:lnTo>
                  <a:lnTo>
                    <a:pt x="5215770" y="203911"/>
                  </a:lnTo>
                  <a:lnTo>
                    <a:pt x="5215878" y="203911"/>
                  </a:lnTo>
                  <a:lnTo>
                    <a:pt x="5215987" y="203911"/>
                  </a:lnTo>
                  <a:lnTo>
                    <a:pt x="5216095" y="203911"/>
                  </a:lnTo>
                  <a:lnTo>
                    <a:pt x="5216203" y="203911"/>
                  </a:lnTo>
                  <a:lnTo>
                    <a:pt x="5216312" y="203911"/>
                  </a:lnTo>
                  <a:lnTo>
                    <a:pt x="5216420" y="203911"/>
                  </a:lnTo>
                  <a:lnTo>
                    <a:pt x="5216529" y="203911"/>
                  </a:lnTo>
                  <a:lnTo>
                    <a:pt x="5216637" y="203911"/>
                  </a:lnTo>
                  <a:lnTo>
                    <a:pt x="5216746" y="203911"/>
                  </a:lnTo>
                  <a:lnTo>
                    <a:pt x="5216854" y="203911"/>
                  </a:lnTo>
                  <a:lnTo>
                    <a:pt x="5216963" y="203911"/>
                  </a:lnTo>
                  <a:lnTo>
                    <a:pt x="5217071" y="203911"/>
                  </a:lnTo>
                  <a:lnTo>
                    <a:pt x="5217180" y="203911"/>
                  </a:lnTo>
                  <a:lnTo>
                    <a:pt x="5217288" y="203911"/>
                  </a:lnTo>
                  <a:lnTo>
                    <a:pt x="5217396" y="203911"/>
                  </a:lnTo>
                  <a:lnTo>
                    <a:pt x="5217505" y="203911"/>
                  </a:lnTo>
                  <a:lnTo>
                    <a:pt x="5217613" y="203911"/>
                  </a:lnTo>
                  <a:lnTo>
                    <a:pt x="5217722" y="203911"/>
                  </a:lnTo>
                  <a:lnTo>
                    <a:pt x="5217830" y="203911"/>
                  </a:lnTo>
                  <a:lnTo>
                    <a:pt x="5217939" y="203911"/>
                  </a:lnTo>
                  <a:lnTo>
                    <a:pt x="5218047" y="203911"/>
                  </a:lnTo>
                  <a:lnTo>
                    <a:pt x="5218156" y="203911"/>
                  </a:lnTo>
                  <a:lnTo>
                    <a:pt x="5218264" y="203911"/>
                  </a:lnTo>
                  <a:lnTo>
                    <a:pt x="5218372" y="203911"/>
                  </a:lnTo>
                  <a:lnTo>
                    <a:pt x="5218481" y="203911"/>
                  </a:lnTo>
                  <a:lnTo>
                    <a:pt x="5218589" y="203911"/>
                  </a:lnTo>
                  <a:lnTo>
                    <a:pt x="5218589" y="203287"/>
                  </a:lnTo>
                  <a:lnTo>
                    <a:pt x="5218698" y="203287"/>
                  </a:lnTo>
                  <a:lnTo>
                    <a:pt x="5218698" y="202664"/>
                  </a:lnTo>
                  <a:lnTo>
                    <a:pt x="5218806" y="202664"/>
                  </a:lnTo>
                  <a:lnTo>
                    <a:pt x="5218915" y="202664"/>
                  </a:lnTo>
                  <a:lnTo>
                    <a:pt x="5219023" y="202664"/>
                  </a:lnTo>
                  <a:lnTo>
                    <a:pt x="5219132" y="202664"/>
                  </a:lnTo>
                  <a:lnTo>
                    <a:pt x="5219240" y="202664"/>
                  </a:lnTo>
                  <a:lnTo>
                    <a:pt x="5219348" y="202664"/>
                  </a:lnTo>
                  <a:lnTo>
                    <a:pt x="5219457" y="202664"/>
                  </a:lnTo>
                  <a:lnTo>
                    <a:pt x="5219565" y="202664"/>
                  </a:lnTo>
                  <a:lnTo>
                    <a:pt x="5219674" y="202664"/>
                  </a:lnTo>
                  <a:lnTo>
                    <a:pt x="5219782" y="202664"/>
                  </a:lnTo>
                  <a:lnTo>
                    <a:pt x="5219891" y="202664"/>
                  </a:lnTo>
                  <a:lnTo>
                    <a:pt x="5219999" y="202664"/>
                  </a:lnTo>
                  <a:lnTo>
                    <a:pt x="5220108" y="202664"/>
                  </a:lnTo>
                  <a:lnTo>
                    <a:pt x="5220216" y="202664"/>
                  </a:lnTo>
                  <a:lnTo>
                    <a:pt x="5220324" y="202664"/>
                  </a:lnTo>
                  <a:lnTo>
                    <a:pt x="5220433" y="202664"/>
                  </a:lnTo>
                  <a:lnTo>
                    <a:pt x="5220541" y="202664"/>
                  </a:lnTo>
                  <a:lnTo>
                    <a:pt x="5220541" y="202040"/>
                  </a:lnTo>
                  <a:lnTo>
                    <a:pt x="5220650" y="202040"/>
                  </a:lnTo>
                  <a:lnTo>
                    <a:pt x="5220758" y="202040"/>
                  </a:lnTo>
                  <a:lnTo>
                    <a:pt x="5220867" y="202040"/>
                  </a:lnTo>
                  <a:lnTo>
                    <a:pt x="5220975" y="202040"/>
                  </a:lnTo>
                  <a:lnTo>
                    <a:pt x="5221084" y="202040"/>
                  </a:lnTo>
                  <a:lnTo>
                    <a:pt x="5221192" y="202040"/>
                  </a:lnTo>
                  <a:lnTo>
                    <a:pt x="5221301" y="202040"/>
                  </a:lnTo>
                  <a:lnTo>
                    <a:pt x="5221409" y="202040"/>
                  </a:lnTo>
                  <a:lnTo>
                    <a:pt x="5221517" y="202040"/>
                  </a:lnTo>
                  <a:lnTo>
                    <a:pt x="5221626" y="202040"/>
                  </a:lnTo>
                  <a:lnTo>
                    <a:pt x="5221734" y="202040"/>
                  </a:lnTo>
                  <a:lnTo>
                    <a:pt x="5221843" y="202040"/>
                  </a:lnTo>
                  <a:lnTo>
                    <a:pt x="5221951" y="202040"/>
                  </a:lnTo>
                  <a:lnTo>
                    <a:pt x="5222060" y="202040"/>
                  </a:lnTo>
                  <a:lnTo>
                    <a:pt x="5222168" y="202040"/>
                  </a:lnTo>
                  <a:lnTo>
                    <a:pt x="5222277" y="202040"/>
                  </a:lnTo>
                  <a:lnTo>
                    <a:pt x="5222385" y="202040"/>
                  </a:lnTo>
                  <a:lnTo>
                    <a:pt x="5222493" y="202040"/>
                  </a:lnTo>
                  <a:lnTo>
                    <a:pt x="5222602" y="202040"/>
                  </a:lnTo>
                  <a:lnTo>
                    <a:pt x="5222710" y="202040"/>
                  </a:lnTo>
                  <a:lnTo>
                    <a:pt x="5222819" y="202040"/>
                  </a:lnTo>
                  <a:lnTo>
                    <a:pt x="5222927" y="202040"/>
                  </a:lnTo>
                  <a:lnTo>
                    <a:pt x="5223036" y="202040"/>
                  </a:lnTo>
                  <a:lnTo>
                    <a:pt x="5223144" y="202040"/>
                  </a:lnTo>
                  <a:lnTo>
                    <a:pt x="5223253" y="202040"/>
                  </a:lnTo>
                  <a:lnTo>
                    <a:pt x="5223361" y="202040"/>
                  </a:lnTo>
                  <a:lnTo>
                    <a:pt x="5223469" y="202040"/>
                  </a:lnTo>
                  <a:lnTo>
                    <a:pt x="5223578" y="202040"/>
                  </a:lnTo>
                  <a:lnTo>
                    <a:pt x="5223686" y="202040"/>
                  </a:lnTo>
                  <a:lnTo>
                    <a:pt x="5223795" y="202040"/>
                  </a:lnTo>
                  <a:lnTo>
                    <a:pt x="5223903" y="202040"/>
                  </a:lnTo>
                  <a:lnTo>
                    <a:pt x="5224012" y="202040"/>
                  </a:lnTo>
                  <a:lnTo>
                    <a:pt x="5224120" y="202040"/>
                  </a:lnTo>
                  <a:lnTo>
                    <a:pt x="5224229" y="202040"/>
                  </a:lnTo>
                  <a:lnTo>
                    <a:pt x="5224337" y="202040"/>
                  </a:lnTo>
                  <a:lnTo>
                    <a:pt x="5224445" y="202040"/>
                  </a:lnTo>
                  <a:lnTo>
                    <a:pt x="5224554" y="202040"/>
                  </a:lnTo>
                  <a:lnTo>
                    <a:pt x="5224662" y="202040"/>
                  </a:lnTo>
                  <a:lnTo>
                    <a:pt x="5224771" y="202040"/>
                  </a:lnTo>
                  <a:lnTo>
                    <a:pt x="5224879" y="202040"/>
                  </a:lnTo>
                  <a:lnTo>
                    <a:pt x="5224988" y="202040"/>
                  </a:lnTo>
                  <a:lnTo>
                    <a:pt x="5225096" y="202040"/>
                  </a:lnTo>
                  <a:lnTo>
                    <a:pt x="5225205" y="202040"/>
                  </a:lnTo>
                  <a:lnTo>
                    <a:pt x="5225313" y="202040"/>
                  </a:lnTo>
                  <a:lnTo>
                    <a:pt x="5225422" y="202040"/>
                  </a:lnTo>
                  <a:lnTo>
                    <a:pt x="5225530" y="202040"/>
                  </a:lnTo>
                  <a:lnTo>
                    <a:pt x="5225638" y="202040"/>
                  </a:lnTo>
                  <a:lnTo>
                    <a:pt x="5225747" y="202040"/>
                  </a:lnTo>
                  <a:lnTo>
                    <a:pt x="5225747" y="201417"/>
                  </a:lnTo>
                  <a:lnTo>
                    <a:pt x="5225855" y="201417"/>
                  </a:lnTo>
                  <a:lnTo>
                    <a:pt x="5225964" y="201417"/>
                  </a:lnTo>
                  <a:lnTo>
                    <a:pt x="5226072" y="201417"/>
                  </a:lnTo>
                  <a:lnTo>
                    <a:pt x="5226181" y="201417"/>
                  </a:lnTo>
                  <a:lnTo>
                    <a:pt x="5226289" y="201417"/>
                  </a:lnTo>
                  <a:lnTo>
                    <a:pt x="5226398" y="201417"/>
                  </a:lnTo>
                  <a:lnTo>
                    <a:pt x="5226506" y="201417"/>
                  </a:lnTo>
                  <a:lnTo>
                    <a:pt x="5226614" y="201417"/>
                  </a:lnTo>
                  <a:lnTo>
                    <a:pt x="5226614" y="200793"/>
                  </a:lnTo>
                  <a:lnTo>
                    <a:pt x="5226723" y="200793"/>
                  </a:lnTo>
                  <a:lnTo>
                    <a:pt x="5226831" y="200793"/>
                  </a:lnTo>
                  <a:lnTo>
                    <a:pt x="5226940" y="200793"/>
                  </a:lnTo>
                  <a:lnTo>
                    <a:pt x="5227048" y="200793"/>
                  </a:lnTo>
                  <a:lnTo>
                    <a:pt x="5227157" y="200793"/>
                  </a:lnTo>
                  <a:lnTo>
                    <a:pt x="5227265" y="200793"/>
                  </a:lnTo>
                  <a:lnTo>
                    <a:pt x="5227374" y="200793"/>
                  </a:lnTo>
                  <a:lnTo>
                    <a:pt x="5227482" y="200793"/>
                  </a:lnTo>
                  <a:lnTo>
                    <a:pt x="5227590" y="200793"/>
                  </a:lnTo>
                  <a:lnTo>
                    <a:pt x="5227699" y="200793"/>
                  </a:lnTo>
                  <a:lnTo>
                    <a:pt x="5227807" y="200793"/>
                  </a:lnTo>
                  <a:lnTo>
                    <a:pt x="5227916" y="200793"/>
                  </a:lnTo>
                  <a:lnTo>
                    <a:pt x="5228024" y="200793"/>
                  </a:lnTo>
                  <a:lnTo>
                    <a:pt x="5228133" y="200793"/>
                  </a:lnTo>
                  <a:lnTo>
                    <a:pt x="5228241" y="200793"/>
                  </a:lnTo>
                  <a:lnTo>
                    <a:pt x="5228350" y="200793"/>
                  </a:lnTo>
                  <a:lnTo>
                    <a:pt x="5228458" y="200793"/>
                  </a:lnTo>
                  <a:lnTo>
                    <a:pt x="5228566" y="200793"/>
                  </a:lnTo>
                  <a:lnTo>
                    <a:pt x="5228675" y="200793"/>
                  </a:lnTo>
                  <a:lnTo>
                    <a:pt x="5228783" y="200793"/>
                  </a:lnTo>
                  <a:lnTo>
                    <a:pt x="5228892" y="200793"/>
                  </a:lnTo>
                  <a:lnTo>
                    <a:pt x="5229000" y="200793"/>
                  </a:lnTo>
                  <a:lnTo>
                    <a:pt x="5229109" y="200793"/>
                  </a:lnTo>
                  <a:lnTo>
                    <a:pt x="5229217" y="200793"/>
                  </a:lnTo>
                  <a:lnTo>
                    <a:pt x="5229326" y="200793"/>
                  </a:lnTo>
                  <a:lnTo>
                    <a:pt x="5229434" y="200793"/>
                  </a:lnTo>
                  <a:lnTo>
                    <a:pt x="5229543" y="200793"/>
                  </a:lnTo>
                  <a:lnTo>
                    <a:pt x="5229651" y="200793"/>
                  </a:lnTo>
                  <a:lnTo>
                    <a:pt x="5229759" y="200793"/>
                  </a:lnTo>
                  <a:lnTo>
                    <a:pt x="5229868" y="200793"/>
                  </a:lnTo>
                  <a:lnTo>
                    <a:pt x="5229976" y="200793"/>
                  </a:lnTo>
                  <a:lnTo>
                    <a:pt x="5230085" y="200793"/>
                  </a:lnTo>
                  <a:lnTo>
                    <a:pt x="5230193" y="200793"/>
                  </a:lnTo>
                  <a:lnTo>
                    <a:pt x="5230302" y="200793"/>
                  </a:lnTo>
                  <a:lnTo>
                    <a:pt x="5230410" y="200793"/>
                  </a:lnTo>
                  <a:lnTo>
                    <a:pt x="5230519" y="200793"/>
                  </a:lnTo>
                  <a:lnTo>
                    <a:pt x="5230627" y="200793"/>
                  </a:lnTo>
                  <a:lnTo>
                    <a:pt x="5230735" y="200793"/>
                  </a:lnTo>
                  <a:lnTo>
                    <a:pt x="5230844" y="200793"/>
                  </a:lnTo>
                  <a:lnTo>
                    <a:pt x="5230952" y="200793"/>
                  </a:lnTo>
                  <a:lnTo>
                    <a:pt x="5231061" y="200793"/>
                  </a:lnTo>
                  <a:lnTo>
                    <a:pt x="5231169" y="200793"/>
                  </a:lnTo>
                  <a:lnTo>
                    <a:pt x="5231278" y="200793"/>
                  </a:lnTo>
                  <a:lnTo>
                    <a:pt x="5231386" y="200793"/>
                  </a:lnTo>
                  <a:lnTo>
                    <a:pt x="5231495" y="200793"/>
                  </a:lnTo>
                  <a:lnTo>
                    <a:pt x="5231603" y="200793"/>
                  </a:lnTo>
                  <a:lnTo>
                    <a:pt x="5231711" y="200793"/>
                  </a:lnTo>
                  <a:lnTo>
                    <a:pt x="5231820" y="200793"/>
                  </a:lnTo>
                  <a:lnTo>
                    <a:pt x="5231928" y="200793"/>
                  </a:lnTo>
                  <a:lnTo>
                    <a:pt x="5232037" y="200793"/>
                  </a:lnTo>
                  <a:lnTo>
                    <a:pt x="5232145" y="200793"/>
                  </a:lnTo>
                  <a:lnTo>
                    <a:pt x="5232254" y="200793"/>
                  </a:lnTo>
                  <a:lnTo>
                    <a:pt x="5232362" y="200793"/>
                  </a:lnTo>
                  <a:lnTo>
                    <a:pt x="5232471" y="200793"/>
                  </a:lnTo>
                  <a:lnTo>
                    <a:pt x="5232579" y="200793"/>
                  </a:lnTo>
                  <a:lnTo>
                    <a:pt x="5232687" y="200793"/>
                  </a:lnTo>
                  <a:lnTo>
                    <a:pt x="5232796" y="200793"/>
                  </a:lnTo>
                  <a:lnTo>
                    <a:pt x="5232904" y="200793"/>
                  </a:lnTo>
                  <a:lnTo>
                    <a:pt x="5233013" y="200793"/>
                  </a:lnTo>
                  <a:lnTo>
                    <a:pt x="5233121" y="200793"/>
                  </a:lnTo>
                  <a:lnTo>
                    <a:pt x="5233230" y="200793"/>
                  </a:lnTo>
                  <a:lnTo>
                    <a:pt x="5233338" y="200793"/>
                  </a:lnTo>
                  <a:lnTo>
                    <a:pt x="5233447" y="200793"/>
                  </a:lnTo>
                  <a:lnTo>
                    <a:pt x="5233555" y="200793"/>
                  </a:lnTo>
                  <a:lnTo>
                    <a:pt x="5233663" y="200793"/>
                  </a:lnTo>
                  <a:lnTo>
                    <a:pt x="5233772" y="200793"/>
                  </a:lnTo>
                  <a:lnTo>
                    <a:pt x="5233880" y="200793"/>
                  </a:lnTo>
                  <a:lnTo>
                    <a:pt x="5233989" y="200793"/>
                  </a:lnTo>
                  <a:lnTo>
                    <a:pt x="5234097" y="200793"/>
                  </a:lnTo>
                  <a:lnTo>
                    <a:pt x="5234206" y="200793"/>
                  </a:lnTo>
                  <a:lnTo>
                    <a:pt x="5234314" y="200793"/>
                  </a:lnTo>
                  <a:lnTo>
                    <a:pt x="5234423" y="200793"/>
                  </a:lnTo>
                  <a:lnTo>
                    <a:pt x="5234531" y="200793"/>
                  </a:lnTo>
                  <a:lnTo>
                    <a:pt x="5234640" y="200793"/>
                  </a:lnTo>
                  <a:lnTo>
                    <a:pt x="5234748" y="200793"/>
                  </a:lnTo>
                  <a:lnTo>
                    <a:pt x="5234856" y="200793"/>
                  </a:lnTo>
                  <a:lnTo>
                    <a:pt x="5234965" y="200793"/>
                  </a:lnTo>
                  <a:lnTo>
                    <a:pt x="5235073" y="200793"/>
                  </a:lnTo>
                  <a:lnTo>
                    <a:pt x="5235182" y="200793"/>
                  </a:lnTo>
                  <a:lnTo>
                    <a:pt x="5235290" y="200793"/>
                  </a:lnTo>
                  <a:lnTo>
                    <a:pt x="5235399" y="200793"/>
                  </a:lnTo>
                  <a:lnTo>
                    <a:pt x="5235507" y="200793"/>
                  </a:lnTo>
                  <a:lnTo>
                    <a:pt x="5235616" y="200793"/>
                  </a:lnTo>
                  <a:lnTo>
                    <a:pt x="5235724" y="200793"/>
                  </a:lnTo>
                  <a:lnTo>
                    <a:pt x="5235832" y="200793"/>
                  </a:lnTo>
                  <a:lnTo>
                    <a:pt x="5235941" y="200793"/>
                  </a:lnTo>
                  <a:lnTo>
                    <a:pt x="5236049" y="200793"/>
                  </a:lnTo>
                  <a:lnTo>
                    <a:pt x="5236158" y="200793"/>
                  </a:lnTo>
                  <a:lnTo>
                    <a:pt x="5236266" y="200793"/>
                  </a:lnTo>
                  <a:lnTo>
                    <a:pt x="5236375" y="200793"/>
                  </a:lnTo>
                  <a:lnTo>
                    <a:pt x="5236375" y="200169"/>
                  </a:lnTo>
                  <a:lnTo>
                    <a:pt x="5236483" y="200169"/>
                  </a:lnTo>
                  <a:lnTo>
                    <a:pt x="5236592" y="200169"/>
                  </a:lnTo>
                  <a:lnTo>
                    <a:pt x="5236700" y="200169"/>
                  </a:lnTo>
                  <a:lnTo>
                    <a:pt x="5236808" y="200169"/>
                  </a:lnTo>
                  <a:lnTo>
                    <a:pt x="5236917" y="200169"/>
                  </a:lnTo>
                  <a:lnTo>
                    <a:pt x="5237025" y="200169"/>
                  </a:lnTo>
                  <a:lnTo>
                    <a:pt x="5237134" y="200169"/>
                  </a:lnTo>
                  <a:lnTo>
                    <a:pt x="5237242" y="200169"/>
                  </a:lnTo>
                  <a:lnTo>
                    <a:pt x="5237351" y="200169"/>
                  </a:lnTo>
                  <a:lnTo>
                    <a:pt x="5237459" y="200169"/>
                  </a:lnTo>
                  <a:lnTo>
                    <a:pt x="5237568" y="200169"/>
                  </a:lnTo>
                  <a:lnTo>
                    <a:pt x="5237676" y="200169"/>
                  </a:lnTo>
                  <a:lnTo>
                    <a:pt x="5237784" y="200169"/>
                  </a:lnTo>
                  <a:lnTo>
                    <a:pt x="5237784" y="199546"/>
                  </a:lnTo>
                  <a:lnTo>
                    <a:pt x="5237784" y="198922"/>
                  </a:lnTo>
                  <a:lnTo>
                    <a:pt x="5237893" y="198922"/>
                  </a:lnTo>
                  <a:lnTo>
                    <a:pt x="5238001" y="198922"/>
                  </a:lnTo>
                  <a:lnTo>
                    <a:pt x="5238110" y="198922"/>
                  </a:lnTo>
                  <a:lnTo>
                    <a:pt x="5238218" y="198922"/>
                  </a:lnTo>
                  <a:lnTo>
                    <a:pt x="5238327" y="198922"/>
                  </a:lnTo>
                  <a:lnTo>
                    <a:pt x="5238435" y="198922"/>
                  </a:lnTo>
                  <a:lnTo>
                    <a:pt x="5238544" y="198922"/>
                  </a:lnTo>
                  <a:lnTo>
                    <a:pt x="5238652" y="198922"/>
                  </a:lnTo>
                  <a:lnTo>
                    <a:pt x="5238761" y="198922"/>
                  </a:lnTo>
                  <a:lnTo>
                    <a:pt x="5238869" y="198922"/>
                  </a:lnTo>
                  <a:lnTo>
                    <a:pt x="5238977" y="198922"/>
                  </a:lnTo>
                  <a:lnTo>
                    <a:pt x="5239086" y="198922"/>
                  </a:lnTo>
                  <a:lnTo>
                    <a:pt x="5239194" y="198922"/>
                  </a:lnTo>
                  <a:lnTo>
                    <a:pt x="5239303" y="198922"/>
                  </a:lnTo>
                  <a:lnTo>
                    <a:pt x="5239411" y="198922"/>
                  </a:lnTo>
                  <a:lnTo>
                    <a:pt x="5239520" y="198922"/>
                  </a:lnTo>
                  <a:lnTo>
                    <a:pt x="5239628" y="198922"/>
                  </a:lnTo>
                  <a:lnTo>
                    <a:pt x="5239737" y="198922"/>
                  </a:lnTo>
                  <a:lnTo>
                    <a:pt x="5239845" y="198922"/>
                  </a:lnTo>
                  <a:lnTo>
                    <a:pt x="5239953" y="198922"/>
                  </a:lnTo>
                  <a:lnTo>
                    <a:pt x="5240062" y="198922"/>
                  </a:lnTo>
                  <a:lnTo>
                    <a:pt x="5240170" y="198922"/>
                  </a:lnTo>
                  <a:lnTo>
                    <a:pt x="5240279" y="198922"/>
                  </a:lnTo>
                  <a:lnTo>
                    <a:pt x="5240387" y="198922"/>
                  </a:lnTo>
                  <a:lnTo>
                    <a:pt x="5240496" y="198922"/>
                  </a:lnTo>
                  <a:lnTo>
                    <a:pt x="5240604" y="198922"/>
                  </a:lnTo>
                  <a:lnTo>
                    <a:pt x="5240713" y="198922"/>
                  </a:lnTo>
                  <a:lnTo>
                    <a:pt x="5240821" y="198922"/>
                  </a:lnTo>
                  <a:lnTo>
                    <a:pt x="5240929" y="198922"/>
                  </a:lnTo>
                  <a:lnTo>
                    <a:pt x="5241038" y="198922"/>
                  </a:lnTo>
                  <a:lnTo>
                    <a:pt x="5241146" y="198922"/>
                  </a:lnTo>
                  <a:lnTo>
                    <a:pt x="5241255" y="198922"/>
                  </a:lnTo>
                  <a:lnTo>
                    <a:pt x="5241363" y="198922"/>
                  </a:lnTo>
                  <a:lnTo>
                    <a:pt x="5241472" y="198922"/>
                  </a:lnTo>
                  <a:lnTo>
                    <a:pt x="5241472" y="198299"/>
                  </a:lnTo>
                  <a:lnTo>
                    <a:pt x="5241580" y="198299"/>
                  </a:lnTo>
                  <a:lnTo>
                    <a:pt x="5241689" y="198299"/>
                  </a:lnTo>
                  <a:lnTo>
                    <a:pt x="5241797" y="198299"/>
                  </a:lnTo>
                  <a:lnTo>
                    <a:pt x="5241905" y="198299"/>
                  </a:lnTo>
                  <a:lnTo>
                    <a:pt x="5242014" y="198299"/>
                  </a:lnTo>
                  <a:lnTo>
                    <a:pt x="5242122" y="198299"/>
                  </a:lnTo>
                  <a:lnTo>
                    <a:pt x="5242231" y="198299"/>
                  </a:lnTo>
                  <a:lnTo>
                    <a:pt x="5242339" y="198299"/>
                  </a:lnTo>
                  <a:lnTo>
                    <a:pt x="5242448" y="198299"/>
                  </a:lnTo>
                  <a:lnTo>
                    <a:pt x="5242556" y="198299"/>
                  </a:lnTo>
                  <a:lnTo>
                    <a:pt x="5242665" y="198299"/>
                  </a:lnTo>
                  <a:lnTo>
                    <a:pt x="5242773" y="198299"/>
                  </a:lnTo>
                  <a:lnTo>
                    <a:pt x="5242882" y="198299"/>
                  </a:lnTo>
                  <a:lnTo>
                    <a:pt x="5242990" y="198299"/>
                  </a:lnTo>
                  <a:lnTo>
                    <a:pt x="5243098" y="198299"/>
                  </a:lnTo>
                  <a:lnTo>
                    <a:pt x="5243207" y="198299"/>
                  </a:lnTo>
                  <a:lnTo>
                    <a:pt x="5243315" y="198299"/>
                  </a:lnTo>
                  <a:lnTo>
                    <a:pt x="5243424" y="198299"/>
                  </a:lnTo>
                  <a:lnTo>
                    <a:pt x="5243532" y="198299"/>
                  </a:lnTo>
                  <a:lnTo>
                    <a:pt x="5243641" y="198299"/>
                  </a:lnTo>
                  <a:lnTo>
                    <a:pt x="5243749" y="198299"/>
                  </a:lnTo>
                  <a:lnTo>
                    <a:pt x="5243858" y="198299"/>
                  </a:lnTo>
                  <a:lnTo>
                    <a:pt x="5243966" y="198299"/>
                  </a:lnTo>
                  <a:lnTo>
                    <a:pt x="5244074" y="198299"/>
                  </a:lnTo>
                  <a:lnTo>
                    <a:pt x="5244183" y="198299"/>
                  </a:lnTo>
                  <a:lnTo>
                    <a:pt x="5244291" y="198299"/>
                  </a:lnTo>
                  <a:lnTo>
                    <a:pt x="5244400" y="198299"/>
                  </a:lnTo>
                  <a:lnTo>
                    <a:pt x="5244400" y="197675"/>
                  </a:lnTo>
                  <a:lnTo>
                    <a:pt x="5244508" y="197675"/>
                  </a:lnTo>
                  <a:lnTo>
                    <a:pt x="5244617" y="197675"/>
                  </a:lnTo>
                  <a:lnTo>
                    <a:pt x="5244725" y="197675"/>
                  </a:lnTo>
                  <a:lnTo>
                    <a:pt x="5244834" y="197675"/>
                  </a:lnTo>
                  <a:lnTo>
                    <a:pt x="5244942" y="197675"/>
                  </a:lnTo>
                  <a:lnTo>
                    <a:pt x="5245050" y="197675"/>
                  </a:lnTo>
                  <a:lnTo>
                    <a:pt x="5245159" y="197675"/>
                  </a:lnTo>
                  <a:lnTo>
                    <a:pt x="5245267" y="197675"/>
                  </a:lnTo>
                  <a:lnTo>
                    <a:pt x="5245376" y="197675"/>
                  </a:lnTo>
                  <a:lnTo>
                    <a:pt x="5245484" y="197675"/>
                  </a:lnTo>
                  <a:lnTo>
                    <a:pt x="5245593" y="197675"/>
                  </a:lnTo>
                  <a:lnTo>
                    <a:pt x="5245701" y="197675"/>
                  </a:lnTo>
                  <a:lnTo>
                    <a:pt x="5245810" y="197675"/>
                  </a:lnTo>
                  <a:lnTo>
                    <a:pt x="5245918" y="197675"/>
                  </a:lnTo>
                  <a:lnTo>
                    <a:pt x="5246026" y="197675"/>
                  </a:lnTo>
                  <a:lnTo>
                    <a:pt x="5246135" y="197675"/>
                  </a:lnTo>
                  <a:lnTo>
                    <a:pt x="5246243" y="197675"/>
                  </a:lnTo>
                  <a:lnTo>
                    <a:pt x="5246352" y="197675"/>
                  </a:lnTo>
                  <a:lnTo>
                    <a:pt x="5246460" y="197675"/>
                  </a:lnTo>
                  <a:lnTo>
                    <a:pt x="5246569" y="197675"/>
                  </a:lnTo>
                  <a:lnTo>
                    <a:pt x="5246569" y="197052"/>
                  </a:lnTo>
                  <a:lnTo>
                    <a:pt x="5246677" y="197052"/>
                  </a:lnTo>
                  <a:lnTo>
                    <a:pt x="5246786" y="197052"/>
                  </a:lnTo>
                  <a:lnTo>
                    <a:pt x="5246894" y="197052"/>
                  </a:lnTo>
                  <a:lnTo>
                    <a:pt x="5247003" y="197052"/>
                  </a:lnTo>
                  <a:lnTo>
                    <a:pt x="5247111" y="197052"/>
                  </a:lnTo>
                  <a:lnTo>
                    <a:pt x="5247219" y="197052"/>
                  </a:lnTo>
                  <a:lnTo>
                    <a:pt x="5247328" y="197052"/>
                  </a:lnTo>
                  <a:lnTo>
                    <a:pt x="5247436" y="197052"/>
                  </a:lnTo>
                  <a:lnTo>
                    <a:pt x="5247545" y="197052"/>
                  </a:lnTo>
                  <a:lnTo>
                    <a:pt x="5247653" y="197052"/>
                  </a:lnTo>
                  <a:lnTo>
                    <a:pt x="5247762" y="197052"/>
                  </a:lnTo>
                  <a:lnTo>
                    <a:pt x="5247870" y="197052"/>
                  </a:lnTo>
                  <a:lnTo>
                    <a:pt x="5247979" y="197052"/>
                  </a:lnTo>
                  <a:lnTo>
                    <a:pt x="5248087" y="197052"/>
                  </a:lnTo>
                  <a:lnTo>
                    <a:pt x="5248195" y="197052"/>
                  </a:lnTo>
                  <a:lnTo>
                    <a:pt x="5248304" y="197052"/>
                  </a:lnTo>
                  <a:lnTo>
                    <a:pt x="5248412" y="197052"/>
                  </a:lnTo>
                  <a:lnTo>
                    <a:pt x="5248521" y="197052"/>
                  </a:lnTo>
                  <a:lnTo>
                    <a:pt x="5248629" y="197052"/>
                  </a:lnTo>
                  <a:lnTo>
                    <a:pt x="5248738" y="197052"/>
                  </a:lnTo>
                  <a:lnTo>
                    <a:pt x="5248846" y="197052"/>
                  </a:lnTo>
                  <a:lnTo>
                    <a:pt x="5248955" y="197052"/>
                  </a:lnTo>
                  <a:lnTo>
                    <a:pt x="5249063" y="197052"/>
                  </a:lnTo>
                  <a:lnTo>
                    <a:pt x="5249171" y="197052"/>
                  </a:lnTo>
                  <a:lnTo>
                    <a:pt x="5249280" y="197052"/>
                  </a:lnTo>
                  <a:lnTo>
                    <a:pt x="5249388" y="197052"/>
                  </a:lnTo>
                  <a:lnTo>
                    <a:pt x="5249497" y="197052"/>
                  </a:lnTo>
                  <a:lnTo>
                    <a:pt x="5249605" y="197052"/>
                  </a:lnTo>
                  <a:lnTo>
                    <a:pt x="5249714" y="197052"/>
                  </a:lnTo>
                  <a:lnTo>
                    <a:pt x="5249822" y="197052"/>
                  </a:lnTo>
                  <a:lnTo>
                    <a:pt x="5249931" y="197052"/>
                  </a:lnTo>
                  <a:lnTo>
                    <a:pt x="5249931" y="196428"/>
                  </a:lnTo>
                  <a:lnTo>
                    <a:pt x="5250039" y="196428"/>
                  </a:lnTo>
                  <a:lnTo>
                    <a:pt x="5250147" y="196428"/>
                  </a:lnTo>
                  <a:lnTo>
                    <a:pt x="5250256" y="196428"/>
                  </a:lnTo>
                  <a:lnTo>
                    <a:pt x="5250364" y="196428"/>
                  </a:lnTo>
                  <a:lnTo>
                    <a:pt x="5250473" y="196428"/>
                  </a:lnTo>
                  <a:lnTo>
                    <a:pt x="5250581" y="196428"/>
                  </a:lnTo>
                  <a:lnTo>
                    <a:pt x="5250690" y="196428"/>
                  </a:lnTo>
                  <a:lnTo>
                    <a:pt x="5250798" y="196428"/>
                  </a:lnTo>
                  <a:lnTo>
                    <a:pt x="5250907" y="196428"/>
                  </a:lnTo>
                  <a:lnTo>
                    <a:pt x="5251015" y="196428"/>
                  </a:lnTo>
                  <a:lnTo>
                    <a:pt x="5251124" y="196428"/>
                  </a:lnTo>
                  <a:lnTo>
                    <a:pt x="5251232" y="196428"/>
                  </a:lnTo>
                  <a:lnTo>
                    <a:pt x="5251340" y="196428"/>
                  </a:lnTo>
                  <a:lnTo>
                    <a:pt x="5251449" y="196428"/>
                  </a:lnTo>
                  <a:lnTo>
                    <a:pt x="5251557" y="196428"/>
                  </a:lnTo>
                  <a:lnTo>
                    <a:pt x="5251666" y="196428"/>
                  </a:lnTo>
                  <a:lnTo>
                    <a:pt x="5251774" y="196428"/>
                  </a:lnTo>
                  <a:lnTo>
                    <a:pt x="5251883" y="196428"/>
                  </a:lnTo>
                  <a:lnTo>
                    <a:pt x="5251991" y="196428"/>
                  </a:lnTo>
                  <a:lnTo>
                    <a:pt x="5252100" y="196428"/>
                  </a:lnTo>
                  <a:lnTo>
                    <a:pt x="5252208" y="196428"/>
                  </a:lnTo>
                  <a:lnTo>
                    <a:pt x="5252208" y="195804"/>
                  </a:lnTo>
                  <a:lnTo>
                    <a:pt x="5252316" y="195804"/>
                  </a:lnTo>
                  <a:lnTo>
                    <a:pt x="5252425" y="195804"/>
                  </a:lnTo>
                  <a:lnTo>
                    <a:pt x="5252533" y="195804"/>
                  </a:lnTo>
                  <a:lnTo>
                    <a:pt x="5252642" y="195804"/>
                  </a:lnTo>
                  <a:lnTo>
                    <a:pt x="5252750" y="195804"/>
                  </a:lnTo>
                  <a:lnTo>
                    <a:pt x="5252859" y="195804"/>
                  </a:lnTo>
                  <a:lnTo>
                    <a:pt x="5252967" y="195804"/>
                  </a:lnTo>
                  <a:lnTo>
                    <a:pt x="5253076" y="195804"/>
                  </a:lnTo>
                  <a:lnTo>
                    <a:pt x="5253184" y="195804"/>
                  </a:lnTo>
                  <a:lnTo>
                    <a:pt x="5253292" y="195804"/>
                  </a:lnTo>
                  <a:lnTo>
                    <a:pt x="5253401" y="195804"/>
                  </a:lnTo>
                  <a:lnTo>
                    <a:pt x="5253509" y="195804"/>
                  </a:lnTo>
                  <a:lnTo>
                    <a:pt x="5253618" y="195804"/>
                  </a:lnTo>
                  <a:lnTo>
                    <a:pt x="5253726" y="195804"/>
                  </a:lnTo>
                  <a:lnTo>
                    <a:pt x="5253835" y="195804"/>
                  </a:lnTo>
                  <a:lnTo>
                    <a:pt x="5253943" y="195804"/>
                  </a:lnTo>
                  <a:lnTo>
                    <a:pt x="5254052" y="195804"/>
                  </a:lnTo>
                  <a:lnTo>
                    <a:pt x="5254160" y="195804"/>
                  </a:lnTo>
                  <a:lnTo>
                    <a:pt x="5254268" y="195804"/>
                  </a:lnTo>
                  <a:lnTo>
                    <a:pt x="5254377" y="195804"/>
                  </a:lnTo>
                  <a:lnTo>
                    <a:pt x="5254485" y="195804"/>
                  </a:lnTo>
                  <a:lnTo>
                    <a:pt x="5254594" y="195804"/>
                  </a:lnTo>
                  <a:lnTo>
                    <a:pt x="5254702" y="195804"/>
                  </a:lnTo>
                  <a:lnTo>
                    <a:pt x="5254811" y="195804"/>
                  </a:lnTo>
                  <a:lnTo>
                    <a:pt x="5254919" y="195804"/>
                  </a:lnTo>
                  <a:lnTo>
                    <a:pt x="5255028" y="195804"/>
                  </a:lnTo>
                  <a:lnTo>
                    <a:pt x="5255136" y="195804"/>
                  </a:lnTo>
                  <a:lnTo>
                    <a:pt x="5255245" y="195804"/>
                  </a:lnTo>
                  <a:lnTo>
                    <a:pt x="5255353" y="195804"/>
                  </a:lnTo>
                  <a:lnTo>
                    <a:pt x="5255461" y="195804"/>
                  </a:lnTo>
                  <a:lnTo>
                    <a:pt x="5255461" y="195181"/>
                  </a:lnTo>
                  <a:lnTo>
                    <a:pt x="5255570" y="195181"/>
                  </a:lnTo>
                  <a:lnTo>
                    <a:pt x="5255678" y="195181"/>
                  </a:lnTo>
                  <a:lnTo>
                    <a:pt x="5255787" y="195181"/>
                  </a:lnTo>
                  <a:lnTo>
                    <a:pt x="5255895" y="195181"/>
                  </a:lnTo>
                  <a:lnTo>
                    <a:pt x="5256004" y="195181"/>
                  </a:lnTo>
                  <a:lnTo>
                    <a:pt x="5256112" y="195181"/>
                  </a:lnTo>
                  <a:lnTo>
                    <a:pt x="5256221" y="195181"/>
                  </a:lnTo>
                  <a:lnTo>
                    <a:pt x="5256329" y="195181"/>
                  </a:lnTo>
                  <a:lnTo>
                    <a:pt x="5256437" y="195181"/>
                  </a:lnTo>
                  <a:lnTo>
                    <a:pt x="5256437" y="194557"/>
                  </a:lnTo>
                  <a:lnTo>
                    <a:pt x="5256546" y="194557"/>
                  </a:lnTo>
                  <a:lnTo>
                    <a:pt x="5256654" y="194557"/>
                  </a:lnTo>
                  <a:lnTo>
                    <a:pt x="5256763" y="194557"/>
                  </a:lnTo>
                  <a:lnTo>
                    <a:pt x="5256871" y="194557"/>
                  </a:lnTo>
                  <a:lnTo>
                    <a:pt x="5256980" y="194557"/>
                  </a:lnTo>
                  <a:lnTo>
                    <a:pt x="5257088" y="194557"/>
                  </a:lnTo>
                  <a:lnTo>
                    <a:pt x="5257197" y="194557"/>
                  </a:lnTo>
                  <a:lnTo>
                    <a:pt x="5257305" y="194557"/>
                  </a:lnTo>
                  <a:lnTo>
                    <a:pt x="5257413" y="194557"/>
                  </a:lnTo>
                  <a:lnTo>
                    <a:pt x="5257522" y="194557"/>
                  </a:lnTo>
                  <a:lnTo>
                    <a:pt x="5257630" y="194557"/>
                  </a:lnTo>
                  <a:lnTo>
                    <a:pt x="5257739" y="194557"/>
                  </a:lnTo>
                  <a:lnTo>
                    <a:pt x="5257847" y="194557"/>
                  </a:lnTo>
                  <a:lnTo>
                    <a:pt x="5257956" y="194557"/>
                  </a:lnTo>
                  <a:lnTo>
                    <a:pt x="5258064" y="194557"/>
                  </a:lnTo>
                  <a:lnTo>
                    <a:pt x="5258173" y="194557"/>
                  </a:lnTo>
                  <a:lnTo>
                    <a:pt x="5258281" y="194557"/>
                  </a:lnTo>
                  <a:lnTo>
                    <a:pt x="5258389" y="194557"/>
                  </a:lnTo>
                  <a:lnTo>
                    <a:pt x="5258498" y="194557"/>
                  </a:lnTo>
                  <a:lnTo>
                    <a:pt x="5258606" y="194557"/>
                  </a:lnTo>
                  <a:lnTo>
                    <a:pt x="5258715" y="194557"/>
                  </a:lnTo>
                  <a:lnTo>
                    <a:pt x="5258823" y="194557"/>
                  </a:lnTo>
                  <a:lnTo>
                    <a:pt x="5258932" y="194557"/>
                  </a:lnTo>
                  <a:lnTo>
                    <a:pt x="5259040" y="194557"/>
                  </a:lnTo>
                  <a:lnTo>
                    <a:pt x="5259149" y="194557"/>
                  </a:lnTo>
                  <a:lnTo>
                    <a:pt x="5259257" y="194557"/>
                  </a:lnTo>
                  <a:lnTo>
                    <a:pt x="5259365" y="194557"/>
                  </a:lnTo>
                  <a:lnTo>
                    <a:pt x="5259474" y="194557"/>
                  </a:lnTo>
                  <a:lnTo>
                    <a:pt x="5259582" y="194557"/>
                  </a:lnTo>
                  <a:lnTo>
                    <a:pt x="5259691" y="194557"/>
                  </a:lnTo>
                  <a:lnTo>
                    <a:pt x="5259799" y="194557"/>
                  </a:lnTo>
                  <a:lnTo>
                    <a:pt x="5259908" y="194557"/>
                  </a:lnTo>
                  <a:lnTo>
                    <a:pt x="5260016" y="194557"/>
                  </a:lnTo>
                  <a:lnTo>
                    <a:pt x="5260125" y="194557"/>
                  </a:lnTo>
                  <a:lnTo>
                    <a:pt x="5260233" y="194557"/>
                  </a:lnTo>
                  <a:lnTo>
                    <a:pt x="5260342" y="194557"/>
                  </a:lnTo>
                  <a:lnTo>
                    <a:pt x="5260450" y="194557"/>
                  </a:lnTo>
                  <a:lnTo>
                    <a:pt x="5260558" y="194557"/>
                  </a:lnTo>
                  <a:lnTo>
                    <a:pt x="5260558" y="193934"/>
                  </a:lnTo>
                  <a:lnTo>
                    <a:pt x="5260667" y="193934"/>
                  </a:lnTo>
                  <a:lnTo>
                    <a:pt x="5260775" y="193934"/>
                  </a:lnTo>
                  <a:lnTo>
                    <a:pt x="5260884" y="193934"/>
                  </a:lnTo>
                  <a:lnTo>
                    <a:pt x="5260992" y="193934"/>
                  </a:lnTo>
                  <a:lnTo>
                    <a:pt x="5261101" y="193934"/>
                  </a:lnTo>
                  <a:lnTo>
                    <a:pt x="5261209" y="193934"/>
                  </a:lnTo>
                  <a:lnTo>
                    <a:pt x="5261318" y="193934"/>
                  </a:lnTo>
                  <a:lnTo>
                    <a:pt x="5261426" y="193934"/>
                  </a:lnTo>
                  <a:lnTo>
                    <a:pt x="5261534" y="193934"/>
                  </a:lnTo>
                  <a:lnTo>
                    <a:pt x="5261643" y="193934"/>
                  </a:lnTo>
                  <a:lnTo>
                    <a:pt x="5261751" y="193934"/>
                  </a:lnTo>
                  <a:lnTo>
                    <a:pt x="5261860" y="193934"/>
                  </a:lnTo>
                  <a:lnTo>
                    <a:pt x="5261968" y="193934"/>
                  </a:lnTo>
                  <a:lnTo>
                    <a:pt x="5262077" y="193934"/>
                  </a:lnTo>
                  <a:lnTo>
                    <a:pt x="5262077" y="193310"/>
                  </a:lnTo>
                  <a:lnTo>
                    <a:pt x="5262077" y="192686"/>
                  </a:lnTo>
                  <a:lnTo>
                    <a:pt x="5262185" y="192686"/>
                  </a:lnTo>
                  <a:lnTo>
                    <a:pt x="5262294" y="192686"/>
                  </a:lnTo>
                  <a:lnTo>
                    <a:pt x="5262402" y="192686"/>
                  </a:lnTo>
                  <a:lnTo>
                    <a:pt x="5262402" y="192063"/>
                  </a:lnTo>
                  <a:lnTo>
                    <a:pt x="5262510" y="192063"/>
                  </a:lnTo>
                  <a:lnTo>
                    <a:pt x="5262619" y="192063"/>
                  </a:lnTo>
                  <a:lnTo>
                    <a:pt x="5262727" y="192063"/>
                  </a:lnTo>
                  <a:lnTo>
                    <a:pt x="5262836" y="192063"/>
                  </a:lnTo>
                  <a:lnTo>
                    <a:pt x="5262944" y="192063"/>
                  </a:lnTo>
                  <a:lnTo>
                    <a:pt x="5263053" y="192063"/>
                  </a:lnTo>
                  <a:lnTo>
                    <a:pt x="5263161" y="192063"/>
                  </a:lnTo>
                  <a:lnTo>
                    <a:pt x="5263270" y="192063"/>
                  </a:lnTo>
                  <a:lnTo>
                    <a:pt x="5263378" y="192063"/>
                  </a:lnTo>
                  <a:lnTo>
                    <a:pt x="5263486" y="192063"/>
                  </a:lnTo>
                  <a:lnTo>
                    <a:pt x="5263595" y="192063"/>
                  </a:lnTo>
                  <a:lnTo>
                    <a:pt x="5263703" y="192063"/>
                  </a:lnTo>
                  <a:lnTo>
                    <a:pt x="5263812" y="192063"/>
                  </a:lnTo>
                  <a:lnTo>
                    <a:pt x="5263920" y="192063"/>
                  </a:lnTo>
                  <a:lnTo>
                    <a:pt x="5264029" y="192063"/>
                  </a:lnTo>
                  <a:lnTo>
                    <a:pt x="5264137" y="192063"/>
                  </a:lnTo>
                  <a:lnTo>
                    <a:pt x="5264246" y="192063"/>
                  </a:lnTo>
                  <a:lnTo>
                    <a:pt x="5264354" y="192063"/>
                  </a:lnTo>
                  <a:lnTo>
                    <a:pt x="5264463" y="192063"/>
                  </a:lnTo>
                  <a:lnTo>
                    <a:pt x="5264571" y="192063"/>
                  </a:lnTo>
                  <a:lnTo>
                    <a:pt x="5264679" y="192063"/>
                  </a:lnTo>
                  <a:lnTo>
                    <a:pt x="5264788" y="192063"/>
                  </a:lnTo>
                  <a:lnTo>
                    <a:pt x="5264896" y="192063"/>
                  </a:lnTo>
                  <a:lnTo>
                    <a:pt x="5265005" y="192063"/>
                  </a:lnTo>
                  <a:lnTo>
                    <a:pt x="5265113" y="192063"/>
                  </a:lnTo>
                  <a:lnTo>
                    <a:pt x="5265222" y="192063"/>
                  </a:lnTo>
                  <a:lnTo>
                    <a:pt x="5265330" y="192063"/>
                  </a:lnTo>
                  <a:lnTo>
                    <a:pt x="5265439" y="192063"/>
                  </a:lnTo>
                  <a:lnTo>
                    <a:pt x="5265547" y="192063"/>
                  </a:lnTo>
                  <a:lnTo>
                    <a:pt x="5265655" y="192063"/>
                  </a:lnTo>
                  <a:lnTo>
                    <a:pt x="5265764" y="192063"/>
                  </a:lnTo>
                  <a:lnTo>
                    <a:pt x="5265872" y="192063"/>
                  </a:lnTo>
                  <a:lnTo>
                    <a:pt x="5265981" y="192063"/>
                  </a:lnTo>
                  <a:lnTo>
                    <a:pt x="5266089" y="192063"/>
                  </a:lnTo>
                  <a:lnTo>
                    <a:pt x="5266198" y="192063"/>
                  </a:lnTo>
                  <a:lnTo>
                    <a:pt x="5266306" y="192063"/>
                  </a:lnTo>
                  <a:lnTo>
                    <a:pt x="5266415" y="192063"/>
                  </a:lnTo>
                  <a:lnTo>
                    <a:pt x="5266523" y="192063"/>
                  </a:lnTo>
                  <a:lnTo>
                    <a:pt x="5266631" y="192063"/>
                  </a:lnTo>
                  <a:lnTo>
                    <a:pt x="5266740" y="192063"/>
                  </a:lnTo>
                  <a:lnTo>
                    <a:pt x="5266848" y="192063"/>
                  </a:lnTo>
                  <a:lnTo>
                    <a:pt x="5266957" y="192063"/>
                  </a:lnTo>
                  <a:lnTo>
                    <a:pt x="5267065" y="192063"/>
                  </a:lnTo>
                  <a:lnTo>
                    <a:pt x="5267174" y="192063"/>
                  </a:lnTo>
                  <a:lnTo>
                    <a:pt x="5267282" y="192063"/>
                  </a:lnTo>
                  <a:lnTo>
                    <a:pt x="5267391" y="192063"/>
                  </a:lnTo>
                  <a:lnTo>
                    <a:pt x="5267499" y="192063"/>
                  </a:lnTo>
                  <a:lnTo>
                    <a:pt x="5267607" y="192063"/>
                  </a:lnTo>
                  <a:lnTo>
                    <a:pt x="5267716" y="192063"/>
                  </a:lnTo>
                  <a:lnTo>
                    <a:pt x="5267824" y="192063"/>
                  </a:lnTo>
                  <a:lnTo>
                    <a:pt x="5267933" y="192063"/>
                  </a:lnTo>
                  <a:lnTo>
                    <a:pt x="5268041" y="192063"/>
                  </a:lnTo>
                  <a:lnTo>
                    <a:pt x="5268150" y="192063"/>
                  </a:lnTo>
                  <a:lnTo>
                    <a:pt x="5268258" y="192063"/>
                  </a:lnTo>
                  <a:lnTo>
                    <a:pt x="5268367" y="192063"/>
                  </a:lnTo>
                  <a:lnTo>
                    <a:pt x="5268475" y="192063"/>
                  </a:lnTo>
                  <a:lnTo>
                    <a:pt x="5268584" y="192063"/>
                  </a:lnTo>
                  <a:lnTo>
                    <a:pt x="5268692" y="192063"/>
                  </a:lnTo>
                  <a:lnTo>
                    <a:pt x="5268800" y="192063"/>
                  </a:lnTo>
                  <a:lnTo>
                    <a:pt x="5268909" y="192063"/>
                  </a:lnTo>
                  <a:lnTo>
                    <a:pt x="5269017" y="192063"/>
                  </a:lnTo>
                  <a:lnTo>
                    <a:pt x="5269126" y="192063"/>
                  </a:lnTo>
                  <a:lnTo>
                    <a:pt x="5269234" y="192063"/>
                  </a:lnTo>
                  <a:lnTo>
                    <a:pt x="5269343" y="192063"/>
                  </a:lnTo>
                  <a:lnTo>
                    <a:pt x="5269451" y="192063"/>
                  </a:lnTo>
                  <a:lnTo>
                    <a:pt x="5269560" y="192063"/>
                  </a:lnTo>
                  <a:lnTo>
                    <a:pt x="5269668" y="192063"/>
                  </a:lnTo>
                  <a:lnTo>
                    <a:pt x="5269776" y="192063"/>
                  </a:lnTo>
                  <a:lnTo>
                    <a:pt x="5269885" y="192063"/>
                  </a:lnTo>
                  <a:lnTo>
                    <a:pt x="5269993" y="192063"/>
                  </a:lnTo>
                  <a:lnTo>
                    <a:pt x="5270102" y="192063"/>
                  </a:lnTo>
                  <a:lnTo>
                    <a:pt x="5270210" y="192063"/>
                  </a:lnTo>
                  <a:lnTo>
                    <a:pt x="5270319" y="192063"/>
                  </a:lnTo>
                  <a:lnTo>
                    <a:pt x="5270319" y="191439"/>
                  </a:lnTo>
                  <a:lnTo>
                    <a:pt x="5270427" y="191439"/>
                  </a:lnTo>
                  <a:lnTo>
                    <a:pt x="5270536" y="191439"/>
                  </a:lnTo>
                  <a:lnTo>
                    <a:pt x="5270644" y="191439"/>
                  </a:lnTo>
                  <a:lnTo>
                    <a:pt x="5270752" y="191439"/>
                  </a:lnTo>
                  <a:lnTo>
                    <a:pt x="5270861" y="191439"/>
                  </a:lnTo>
                  <a:lnTo>
                    <a:pt x="5270969" y="191439"/>
                  </a:lnTo>
                  <a:lnTo>
                    <a:pt x="5271078" y="191439"/>
                  </a:lnTo>
                  <a:lnTo>
                    <a:pt x="5271186" y="191439"/>
                  </a:lnTo>
                  <a:lnTo>
                    <a:pt x="5271295" y="191439"/>
                  </a:lnTo>
                  <a:lnTo>
                    <a:pt x="5271403" y="191439"/>
                  </a:lnTo>
                  <a:lnTo>
                    <a:pt x="5271512" y="191439"/>
                  </a:lnTo>
                  <a:lnTo>
                    <a:pt x="5271620" y="191439"/>
                  </a:lnTo>
                  <a:lnTo>
                    <a:pt x="5271728" y="191439"/>
                  </a:lnTo>
                  <a:lnTo>
                    <a:pt x="5271837" y="191439"/>
                  </a:lnTo>
                  <a:lnTo>
                    <a:pt x="5271945" y="191439"/>
                  </a:lnTo>
                  <a:lnTo>
                    <a:pt x="5272054" y="191439"/>
                  </a:lnTo>
                  <a:lnTo>
                    <a:pt x="5272162" y="191439"/>
                  </a:lnTo>
                  <a:lnTo>
                    <a:pt x="5272271" y="191439"/>
                  </a:lnTo>
                  <a:lnTo>
                    <a:pt x="5272379" y="191439"/>
                  </a:lnTo>
                  <a:lnTo>
                    <a:pt x="5272488" y="191439"/>
                  </a:lnTo>
                  <a:lnTo>
                    <a:pt x="5272596" y="191439"/>
                  </a:lnTo>
                  <a:lnTo>
                    <a:pt x="5272596" y="190816"/>
                  </a:lnTo>
                  <a:lnTo>
                    <a:pt x="5272705" y="190816"/>
                  </a:lnTo>
                  <a:lnTo>
                    <a:pt x="5272813" y="190816"/>
                  </a:lnTo>
                  <a:lnTo>
                    <a:pt x="5272921" y="190816"/>
                  </a:lnTo>
                  <a:lnTo>
                    <a:pt x="5273030" y="190816"/>
                  </a:lnTo>
                  <a:lnTo>
                    <a:pt x="5273138" y="190816"/>
                  </a:lnTo>
                  <a:lnTo>
                    <a:pt x="5273247" y="190816"/>
                  </a:lnTo>
                  <a:lnTo>
                    <a:pt x="5273355" y="190816"/>
                  </a:lnTo>
                  <a:lnTo>
                    <a:pt x="5273464" y="190816"/>
                  </a:lnTo>
                  <a:lnTo>
                    <a:pt x="5273572" y="190816"/>
                  </a:lnTo>
                  <a:lnTo>
                    <a:pt x="5273572" y="190192"/>
                  </a:lnTo>
                  <a:lnTo>
                    <a:pt x="5273572" y="189569"/>
                  </a:lnTo>
                  <a:lnTo>
                    <a:pt x="5273681" y="189569"/>
                  </a:lnTo>
                  <a:lnTo>
                    <a:pt x="5273789" y="189569"/>
                  </a:lnTo>
                  <a:lnTo>
                    <a:pt x="5273897" y="189569"/>
                  </a:lnTo>
                  <a:lnTo>
                    <a:pt x="5274006" y="189569"/>
                  </a:lnTo>
                  <a:lnTo>
                    <a:pt x="5274114" y="189569"/>
                  </a:lnTo>
                  <a:lnTo>
                    <a:pt x="5274223" y="189569"/>
                  </a:lnTo>
                  <a:lnTo>
                    <a:pt x="5274331" y="189569"/>
                  </a:lnTo>
                  <a:lnTo>
                    <a:pt x="5274440" y="189569"/>
                  </a:lnTo>
                  <a:lnTo>
                    <a:pt x="5274548" y="189569"/>
                  </a:lnTo>
                  <a:lnTo>
                    <a:pt x="5274657" y="189569"/>
                  </a:lnTo>
                  <a:lnTo>
                    <a:pt x="5274765" y="189569"/>
                  </a:lnTo>
                  <a:lnTo>
                    <a:pt x="5274873" y="189569"/>
                  </a:lnTo>
                  <a:lnTo>
                    <a:pt x="5274982" y="189569"/>
                  </a:lnTo>
                  <a:lnTo>
                    <a:pt x="5275090" y="189569"/>
                  </a:lnTo>
                  <a:lnTo>
                    <a:pt x="5275199" y="189569"/>
                  </a:lnTo>
                  <a:lnTo>
                    <a:pt x="5275307" y="189569"/>
                  </a:lnTo>
                  <a:lnTo>
                    <a:pt x="5275416" y="189569"/>
                  </a:lnTo>
                  <a:lnTo>
                    <a:pt x="5275524" y="189569"/>
                  </a:lnTo>
                  <a:lnTo>
                    <a:pt x="5275633" y="189569"/>
                  </a:lnTo>
                  <a:lnTo>
                    <a:pt x="5275741" y="189569"/>
                  </a:lnTo>
                  <a:lnTo>
                    <a:pt x="5275849" y="189569"/>
                  </a:lnTo>
                  <a:lnTo>
                    <a:pt x="5275958" y="189569"/>
                  </a:lnTo>
                  <a:lnTo>
                    <a:pt x="5276066" y="189569"/>
                  </a:lnTo>
                  <a:lnTo>
                    <a:pt x="5276175" y="189569"/>
                  </a:lnTo>
                  <a:lnTo>
                    <a:pt x="5276283" y="189569"/>
                  </a:lnTo>
                  <a:lnTo>
                    <a:pt x="5276392" y="189569"/>
                  </a:lnTo>
                  <a:lnTo>
                    <a:pt x="5276500" y="189569"/>
                  </a:lnTo>
                  <a:lnTo>
                    <a:pt x="5276609" y="189569"/>
                  </a:lnTo>
                  <a:lnTo>
                    <a:pt x="5276717" y="189569"/>
                  </a:lnTo>
                  <a:lnTo>
                    <a:pt x="5276826" y="189569"/>
                  </a:lnTo>
                  <a:lnTo>
                    <a:pt x="5276934" y="189569"/>
                  </a:lnTo>
                  <a:lnTo>
                    <a:pt x="5277042" y="189569"/>
                  </a:lnTo>
                  <a:lnTo>
                    <a:pt x="5277151" y="189569"/>
                  </a:lnTo>
                  <a:lnTo>
                    <a:pt x="5277259" y="189569"/>
                  </a:lnTo>
                  <a:lnTo>
                    <a:pt x="5277368" y="189569"/>
                  </a:lnTo>
                  <a:lnTo>
                    <a:pt x="5277476" y="189569"/>
                  </a:lnTo>
                  <a:lnTo>
                    <a:pt x="5277585" y="189569"/>
                  </a:lnTo>
                  <a:lnTo>
                    <a:pt x="5277693" y="189569"/>
                  </a:lnTo>
                  <a:lnTo>
                    <a:pt x="5277802" y="189569"/>
                  </a:lnTo>
                  <a:lnTo>
                    <a:pt x="5277910" y="189569"/>
                  </a:lnTo>
                  <a:lnTo>
                    <a:pt x="5278018" y="189569"/>
                  </a:lnTo>
                  <a:lnTo>
                    <a:pt x="5278018" y="188945"/>
                  </a:lnTo>
                  <a:lnTo>
                    <a:pt x="5278127" y="188945"/>
                  </a:lnTo>
                  <a:lnTo>
                    <a:pt x="5278235" y="188945"/>
                  </a:lnTo>
                  <a:lnTo>
                    <a:pt x="5278344" y="188945"/>
                  </a:lnTo>
                  <a:lnTo>
                    <a:pt x="5278344" y="188321"/>
                  </a:lnTo>
                  <a:lnTo>
                    <a:pt x="5278452" y="188321"/>
                  </a:lnTo>
                  <a:lnTo>
                    <a:pt x="5278561" y="188321"/>
                  </a:lnTo>
                  <a:lnTo>
                    <a:pt x="5278669" y="188321"/>
                  </a:lnTo>
                  <a:lnTo>
                    <a:pt x="5278778" y="188321"/>
                  </a:lnTo>
                  <a:lnTo>
                    <a:pt x="5278778" y="187698"/>
                  </a:lnTo>
                  <a:lnTo>
                    <a:pt x="5278886" y="187698"/>
                  </a:lnTo>
                  <a:lnTo>
                    <a:pt x="5278994" y="187698"/>
                  </a:lnTo>
                  <a:lnTo>
                    <a:pt x="5279103" y="187698"/>
                  </a:lnTo>
                  <a:lnTo>
                    <a:pt x="5279211" y="187698"/>
                  </a:lnTo>
                  <a:lnTo>
                    <a:pt x="5279320" y="187698"/>
                  </a:lnTo>
                  <a:lnTo>
                    <a:pt x="5279428" y="187698"/>
                  </a:lnTo>
                  <a:lnTo>
                    <a:pt x="5279537" y="187698"/>
                  </a:lnTo>
                  <a:lnTo>
                    <a:pt x="5279645" y="187698"/>
                  </a:lnTo>
                  <a:lnTo>
                    <a:pt x="5279754" y="187698"/>
                  </a:lnTo>
                  <a:lnTo>
                    <a:pt x="5279862" y="187698"/>
                  </a:lnTo>
                  <a:lnTo>
                    <a:pt x="5279970" y="187698"/>
                  </a:lnTo>
                  <a:lnTo>
                    <a:pt x="5280079" y="187698"/>
                  </a:lnTo>
                  <a:lnTo>
                    <a:pt x="5280187" y="187698"/>
                  </a:lnTo>
                  <a:lnTo>
                    <a:pt x="5280296" y="187698"/>
                  </a:lnTo>
                  <a:lnTo>
                    <a:pt x="5280404" y="187698"/>
                  </a:lnTo>
                  <a:lnTo>
                    <a:pt x="5280513" y="187698"/>
                  </a:lnTo>
                  <a:lnTo>
                    <a:pt x="5280621" y="187698"/>
                  </a:lnTo>
                  <a:lnTo>
                    <a:pt x="5280730" y="187698"/>
                  </a:lnTo>
                  <a:lnTo>
                    <a:pt x="5280838" y="187698"/>
                  </a:lnTo>
                  <a:lnTo>
                    <a:pt x="5280946" y="187698"/>
                  </a:lnTo>
                  <a:lnTo>
                    <a:pt x="5281055" y="187698"/>
                  </a:lnTo>
                  <a:lnTo>
                    <a:pt x="5281163" y="187698"/>
                  </a:lnTo>
                  <a:lnTo>
                    <a:pt x="5281272" y="187698"/>
                  </a:lnTo>
                  <a:lnTo>
                    <a:pt x="5281380" y="187698"/>
                  </a:lnTo>
                  <a:lnTo>
                    <a:pt x="5281489" y="187698"/>
                  </a:lnTo>
                  <a:lnTo>
                    <a:pt x="5281597" y="187698"/>
                  </a:lnTo>
                  <a:lnTo>
                    <a:pt x="5281706" y="187698"/>
                  </a:lnTo>
                  <a:lnTo>
                    <a:pt x="5281814" y="187698"/>
                  </a:lnTo>
                  <a:lnTo>
                    <a:pt x="5281923" y="187698"/>
                  </a:lnTo>
                  <a:lnTo>
                    <a:pt x="5282031" y="187698"/>
                  </a:lnTo>
                  <a:lnTo>
                    <a:pt x="5282139" y="187698"/>
                  </a:lnTo>
                  <a:lnTo>
                    <a:pt x="5282248" y="187698"/>
                  </a:lnTo>
                  <a:lnTo>
                    <a:pt x="5282356" y="187698"/>
                  </a:lnTo>
                  <a:lnTo>
                    <a:pt x="5282465" y="187698"/>
                  </a:lnTo>
                  <a:lnTo>
                    <a:pt x="5282573" y="187698"/>
                  </a:lnTo>
                  <a:lnTo>
                    <a:pt x="5282682" y="187698"/>
                  </a:lnTo>
                  <a:lnTo>
                    <a:pt x="5282790" y="187698"/>
                  </a:lnTo>
                  <a:lnTo>
                    <a:pt x="5282899" y="187698"/>
                  </a:lnTo>
                  <a:lnTo>
                    <a:pt x="5283007" y="187698"/>
                  </a:lnTo>
                  <a:lnTo>
                    <a:pt x="5283115" y="187698"/>
                  </a:lnTo>
                  <a:lnTo>
                    <a:pt x="5283224" y="187698"/>
                  </a:lnTo>
                  <a:lnTo>
                    <a:pt x="5283332" y="187698"/>
                  </a:lnTo>
                  <a:lnTo>
                    <a:pt x="5283441" y="187698"/>
                  </a:lnTo>
                  <a:lnTo>
                    <a:pt x="5283549" y="187698"/>
                  </a:lnTo>
                  <a:lnTo>
                    <a:pt x="5283658" y="187698"/>
                  </a:lnTo>
                  <a:lnTo>
                    <a:pt x="5283766" y="187698"/>
                  </a:lnTo>
                  <a:lnTo>
                    <a:pt x="5283766" y="187074"/>
                  </a:lnTo>
                  <a:lnTo>
                    <a:pt x="5283875" y="187074"/>
                  </a:lnTo>
                  <a:lnTo>
                    <a:pt x="5283983" y="187074"/>
                  </a:lnTo>
                  <a:lnTo>
                    <a:pt x="5284091" y="187074"/>
                  </a:lnTo>
                  <a:lnTo>
                    <a:pt x="5284200" y="187074"/>
                  </a:lnTo>
                  <a:lnTo>
                    <a:pt x="5284200" y="186451"/>
                  </a:lnTo>
                  <a:lnTo>
                    <a:pt x="5284308" y="186451"/>
                  </a:lnTo>
                  <a:lnTo>
                    <a:pt x="5284417" y="186451"/>
                  </a:lnTo>
                  <a:lnTo>
                    <a:pt x="5284525" y="186451"/>
                  </a:lnTo>
                  <a:lnTo>
                    <a:pt x="5284634" y="186451"/>
                  </a:lnTo>
                  <a:lnTo>
                    <a:pt x="5284742" y="186451"/>
                  </a:lnTo>
                  <a:lnTo>
                    <a:pt x="5284742" y="185827"/>
                  </a:lnTo>
                  <a:lnTo>
                    <a:pt x="5284851" y="185827"/>
                  </a:lnTo>
                  <a:lnTo>
                    <a:pt x="5284959" y="185827"/>
                  </a:lnTo>
                  <a:lnTo>
                    <a:pt x="5285067" y="185827"/>
                  </a:lnTo>
                  <a:lnTo>
                    <a:pt x="5285176" y="185827"/>
                  </a:lnTo>
                  <a:lnTo>
                    <a:pt x="5285284" y="185827"/>
                  </a:lnTo>
                  <a:lnTo>
                    <a:pt x="5285393" y="185827"/>
                  </a:lnTo>
                  <a:lnTo>
                    <a:pt x="5285501" y="185827"/>
                  </a:lnTo>
                  <a:lnTo>
                    <a:pt x="5285610" y="185827"/>
                  </a:lnTo>
                  <a:lnTo>
                    <a:pt x="5285718" y="185827"/>
                  </a:lnTo>
                  <a:lnTo>
                    <a:pt x="5285827" y="185827"/>
                  </a:lnTo>
                  <a:lnTo>
                    <a:pt x="5285935" y="185827"/>
                  </a:lnTo>
                  <a:lnTo>
                    <a:pt x="5286044" y="185827"/>
                  </a:lnTo>
                  <a:lnTo>
                    <a:pt x="5286152" y="185827"/>
                  </a:lnTo>
                  <a:lnTo>
                    <a:pt x="5286260" y="185827"/>
                  </a:lnTo>
                  <a:lnTo>
                    <a:pt x="5286369" y="185827"/>
                  </a:lnTo>
                  <a:lnTo>
                    <a:pt x="5286477" y="185827"/>
                  </a:lnTo>
                  <a:lnTo>
                    <a:pt x="5286586" y="185827"/>
                  </a:lnTo>
                  <a:lnTo>
                    <a:pt x="5286694" y="185827"/>
                  </a:lnTo>
                  <a:lnTo>
                    <a:pt x="5286803" y="185827"/>
                  </a:lnTo>
                  <a:lnTo>
                    <a:pt x="5286911" y="185827"/>
                  </a:lnTo>
                  <a:lnTo>
                    <a:pt x="5287020" y="185827"/>
                  </a:lnTo>
                  <a:lnTo>
                    <a:pt x="5287128" y="185827"/>
                  </a:lnTo>
                  <a:lnTo>
                    <a:pt x="5287236" y="185827"/>
                  </a:lnTo>
                  <a:lnTo>
                    <a:pt x="5287236" y="185203"/>
                  </a:lnTo>
                  <a:lnTo>
                    <a:pt x="5287345" y="185203"/>
                  </a:lnTo>
                  <a:lnTo>
                    <a:pt x="5287453" y="185203"/>
                  </a:lnTo>
                  <a:lnTo>
                    <a:pt x="5287562" y="185203"/>
                  </a:lnTo>
                  <a:lnTo>
                    <a:pt x="5287670" y="185203"/>
                  </a:lnTo>
                  <a:lnTo>
                    <a:pt x="5287779" y="185203"/>
                  </a:lnTo>
                  <a:lnTo>
                    <a:pt x="5287887" y="185203"/>
                  </a:lnTo>
                  <a:lnTo>
                    <a:pt x="5287996" y="185203"/>
                  </a:lnTo>
                  <a:lnTo>
                    <a:pt x="5288104" y="185203"/>
                  </a:lnTo>
                  <a:lnTo>
                    <a:pt x="5288212" y="185203"/>
                  </a:lnTo>
                  <a:lnTo>
                    <a:pt x="5288321" y="185203"/>
                  </a:lnTo>
                  <a:lnTo>
                    <a:pt x="5288429" y="185203"/>
                  </a:lnTo>
                  <a:lnTo>
                    <a:pt x="5288538" y="185203"/>
                  </a:lnTo>
                  <a:lnTo>
                    <a:pt x="5288646" y="185203"/>
                  </a:lnTo>
                  <a:lnTo>
                    <a:pt x="5288646" y="184580"/>
                  </a:lnTo>
                  <a:lnTo>
                    <a:pt x="5288755" y="184580"/>
                  </a:lnTo>
                  <a:lnTo>
                    <a:pt x="5288863" y="184580"/>
                  </a:lnTo>
                  <a:lnTo>
                    <a:pt x="5288972" y="184580"/>
                  </a:lnTo>
                  <a:lnTo>
                    <a:pt x="5289080" y="184580"/>
                  </a:lnTo>
                  <a:lnTo>
                    <a:pt x="5289188" y="184580"/>
                  </a:lnTo>
                  <a:lnTo>
                    <a:pt x="5289297" y="184580"/>
                  </a:lnTo>
                  <a:lnTo>
                    <a:pt x="5289405" y="184580"/>
                  </a:lnTo>
                  <a:lnTo>
                    <a:pt x="5289514" y="184580"/>
                  </a:lnTo>
                  <a:lnTo>
                    <a:pt x="5289622" y="184580"/>
                  </a:lnTo>
                  <a:lnTo>
                    <a:pt x="5289731" y="184580"/>
                  </a:lnTo>
                  <a:lnTo>
                    <a:pt x="5289731" y="183956"/>
                  </a:lnTo>
                  <a:lnTo>
                    <a:pt x="5289839" y="183956"/>
                  </a:lnTo>
                  <a:lnTo>
                    <a:pt x="5289948" y="183956"/>
                  </a:lnTo>
                  <a:lnTo>
                    <a:pt x="5290056" y="183956"/>
                  </a:lnTo>
                  <a:lnTo>
                    <a:pt x="5290165" y="183956"/>
                  </a:lnTo>
                  <a:lnTo>
                    <a:pt x="5290273" y="183956"/>
                  </a:lnTo>
                  <a:lnTo>
                    <a:pt x="5290381" y="183956"/>
                  </a:lnTo>
                  <a:lnTo>
                    <a:pt x="5290490" y="183956"/>
                  </a:lnTo>
                  <a:lnTo>
                    <a:pt x="5290598" y="183956"/>
                  </a:lnTo>
                  <a:lnTo>
                    <a:pt x="5290707" y="183956"/>
                  </a:lnTo>
                  <a:lnTo>
                    <a:pt x="5290815" y="183956"/>
                  </a:lnTo>
                  <a:lnTo>
                    <a:pt x="5290924" y="183956"/>
                  </a:lnTo>
                  <a:lnTo>
                    <a:pt x="5291032" y="183956"/>
                  </a:lnTo>
                  <a:lnTo>
                    <a:pt x="5291141" y="183956"/>
                  </a:lnTo>
                  <a:lnTo>
                    <a:pt x="5291249" y="183956"/>
                  </a:lnTo>
                  <a:lnTo>
                    <a:pt x="5291357" y="183956"/>
                  </a:lnTo>
                  <a:lnTo>
                    <a:pt x="5291466" y="183956"/>
                  </a:lnTo>
                  <a:lnTo>
                    <a:pt x="5291574" y="183956"/>
                  </a:lnTo>
                  <a:lnTo>
                    <a:pt x="5291683" y="183956"/>
                  </a:lnTo>
                  <a:lnTo>
                    <a:pt x="5291791" y="183956"/>
                  </a:lnTo>
                  <a:lnTo>
                    <a:pt x="5291900" y="183956"/>
                  </a:lnTo>
                  <a:lnTo>
                    <a:pt x="5292008" y="183956"/>
                  </a:lnTo>
                  <a:lnTo>
                    <a:pt x="5292117" y="183956"/>
                  </a:lnTo>
                  <a:lnTo>
                    <a:pt x="5292225" y="183956"/>
                  </a:lnTo>
                  <a:lnTo>
                    <a:pt x="5292333" y="183956"/>
                  </a:lnTo>
                  <a:lnTo>
                    <a:pt x="5292442" y="183956"/>
                  </a:lnTo>
                  <a:lnTo>
                    <a:pt x="5292550" y="183956"/>
                  </a:lnTo>
                  <a:lnTo>
                    <a:pt x="5292659" y="183956"/>
                  </a:lnTo>
                  <a:lnTo>
                    <a:pt x="5292767" y="183956"/>
                  </a:lnTo>
                  <a:lnTo>
                    <a:pt x="5292876" y="183956"/>
                  </a:lnTo>
                  <a:lnTo>
                    <a:pt x="5292984" y="183956"/>
                  </a:lnTo>
                  <a:lnTo>
                    <a:pt x="5292984" y="183333"/>
                  </a:lnTo>
                  <a:lnTo>
                    <a:pt x="5293093" y="183333"/>
                  </a:lnTo>
                  <a:lnTo>
                    <a:pt x="5293201" y="183333"/>
                  </a:lnTo>
                  <a:lnTo>
                    <a:pt x="5293201" y="182709"/>
                  </a:lnTo>
                  <a:lnTo>
                    <a:pt x="5293309" y="182709"/>
                  </a:lnTo>
                  <a:lnTo>
                    <a:pt x="5293418" y="182709"/>
                  </a:lnTo>
                  <a:lnTo>
                    <a:pt x="5293526" y="182709"/>
                  </a:lnTo>
                  <a:lnTo>
                    <a:pt x="5293635" y="182709"/>
                  </a:lnTo>
                  <a:lnTo>
                    <a:pt x="5293743" y="182709"/>
                  </a:lnTo>
                  <a:lnTo>
                    <a:pt x="5293852" y="182709"/>
                  </a:lnTo>
                  <a:lnTo>
                    <a:pt x="5293960" y="182709"/>
                  </a:lnTo>
                  <a:lnTo>
                    <a:pt x="5294069" y="182709"/>
                  </a:lnTo>
                  <a:lnTo>
                    <a:pt x="5294177" y="182709"/>
                  </a:lnTo>
                  <a:lnTo>
                    <a:pt x="5294286" y="182709"/>
                  </a:lnTo>
                  <a:lnTo>
                    <a:pt x="5294394" y="182709"/>
                  </a:lnTo>
                  <a:lnTo>
                    <a:pt x="5294502" y="182709"/>
                  </a:lnTo>
                  <a:lnTo>
                    <a:pt x="5294611" y="182709"/>
                  </a:lnTo>
                  <a:lnTo>
                    <a:pt x="5294719" y="182709"/>
                  </a:lnTo>
                  <a:lnTo>
                    <a:pt x="5294828" y="182709"/>
                  </a:lnTo>
                  <a:lnTo>
                    <a:pt x="5294936" y="182709"/>
                  </a:lnTo>
                  <a:lnTo>
                    <a:pt x="5295045" y="182709"/>
                  </a:lnTo>
                  <a:lnTo>
                    <a:pt x="5295153" y="182709"/>
                  </a:lnTo>
                  <a:lnTo>
                    <a:pt x="5295262" y="182709"/>
                  </a:lnTo>
                  <a:lnTo>
                    <a:pt x="5295370" y="182709"/>
                  </a:lnTo>
                  <a:lnTo>
                    <a:pt x="5295478" y="182709"/>
                  </a:lnTo>
                  <a:lnTo>
                    <a:pt x="5295587" y="182709"/>
                  </a:lnTo>
                  <a:lnTo>
                    <a:pt x="5295695" y="182709"/>
                  </a:lnTo>
                  <a:lnTo>
                    <a:pt x="5295804" y="182709"/>
                  </a:lnTo>
                  <a:lnTo>
                    <a:pt x="5295912" y="182709"/>
                  </a:lnTo>
                  <a:lnTo>
                    <a:pt x="5296021" y="182709"/>
                  </a:lnTo>
                  <a:lnTo>
                    <a:pt x="5296129" y="182709"/>
                  </a:lnTo>
                  <a:lnTo>
                    <a:pt x="5296238" y="182709"/>
                  </a:lnTo>
                  <a:lnTo>
                    <a:pt x="5296346" y="182709"/>
                  </a:lnTo>
                  <a:lnTo>
                    <a:pt x="5296454" y="182709"/>
                  </a:lnTo>
                  <a:lnTo>
                    <a:pt x="5296563" y="182709"/>
                  </a:lnTo>
                  <a:lnTo>
                    <a:pt x="5296671" y="182709"/>
                  </a:lnTo>
                  <a:lnTo>
                    <a:pt x="5296780" y="182709"/>
                  </a:lnTo>
                  <a:lnTo>
                    <a:pt x="5296888" y="182709"/>
                  </a:lnTo>
                  <a:lnTo>
                    <a:pt x="5296997" y="182709"/>
                  </a:lnTo>
                  <a:lnTo>
                    <a:pt x="5297105" y="182709"/>
                  </a:lnTo>
                  <a:lnTo>
                    <a:pt x="5297214" y="182709"/>
                  </a:lnTo>
                  <a:lnTo>
                    <a:pt x="5297322" y="182709"/>
                  </a:lnTo>
                  <a:lnTo>
                    <a:pt x="5297430" y="182709"/>
                  </a:lnTo>
                  <a:lnTo>
                    <a:pt x="5297539" y="182709"/>
                  </a:lnTo>
                  <a:lnTo>
                    <a:pt x="5297647" y="182709"/>
                  </a:lnTo>
                  <a:lnTo>
                    <a:pt x="5297756" y="182709"/>
                  </a:lnTo>
                  <a:lnTo>
                    <a:pt x="5297864" y="182709"/>
                  </a:lnTo>
                  <a:lnTo>
                    <a:pt x="5297973" y="182709"/>
                  </a:lnTo>
                  <a:lnTo>
                    <a:pt x="5298081" y="182709"/>
                  </a:lnTo>
                  <a:lnTo>
                    <a:pt x="5298190" y="182709"/>
                  </a:lnTo>
                  <a:lnTo>
                    <a:pt x="5298298" y="182709"/>
                  </a:lnTo>
                  <a:lnTo>
                    <a:pt x="5298407" y="182709"/>
                  </a:lnTo>
                  <a:lnTo>
                    <a:pt x="5298515" y="182709"/>
                  </a:lnTo>
                  <a:lnTo>
                    <a:pt x="5298623" y="182709"/>
                  </a:lnTo>
                  <a:lnTo>
                    <a:pt x="5298732" y="182709"/>
                  </a:lnTo>
                  <a:lnTo>
                    <a:pt x="5298840" y="182709"/>
                  </a:lnTo>
                  <a:lnTo>
                    <a:pt x="5298949" y="182709"/>
                  </a:lnTo>
                  <a:lnTo>
                    <a:pt x="5299057" y="182709"/>
                  </a:lnTo>
                  <a:lnTo>
                    <a:pt x="5299166" y="182709"/>
                  </a:lnTo>
                  <a:lnTo>
                    <a:pt x="5299166" y="182086"/>
                  </a:lnTo>
                  <a:lnTo>
                    <a:pt x="5299274" y="182086"/>
                  </a:lnTo>
                  <a:lnTo>
                    <a:pt x="5299383" y="182086"/>
                  </a:lnTo>
                  <a:lnTo>
                    <a:pt x="5299491" y="182086"/>
                  </a:lnTo>
                  <a:lnTo>
                    <a:pt x="5299599" y="182086"/>
                  </a:lnTo>
                  <a:lnTo>
                    <a:pt x="5299708" y="182086"/>
                  </a:lnTo>
                  <a:lnTo>
                    <a:pt x="5299816" y="182086"/>
                  </a:lnTo>
                  <a:lnTo>
                    <a:pt x="5299925" y="182086"/>
                  </a:lnTo>
                  <a:lnTo>
                    <a:pt x="5300033" y="182086"/>
                  </a:lnTo>
                  <a:lnTo>
                    <a:pt x="5300142" y="182086"/>
                  </a:lnTo>
                  <a:lnTo>
                    <a:pt x="5300250" y="182086"/>
                  </a:lnTo>
                  <a:lnTo>
                    <a:pt x="5300359" y="182086"/>
                  </a:lnTo>
                  <a:lnTo>
                    <a:pt x="5300467" y="182086"/>
                  </a:lnTo>
                  <a:lnTo>
                    <a:pt x="5300575" y="182086"/>
                  </a:lnTo>
                  <a:lnTo>
                    <a:pt x="5300575" y="181462"/>
                  </a:lnTo>
                  <a:lnTo>
                    <a:pt x="5300684" y="181462"/>
                  </a:lnTo>
                  <a:lnTo>
                    <a:pt x="5300792" y="181462"/>
                  </a:lnTo>
                  <a:lnTo>
                    <a:pt x="5300901" y="181462"/>
                  </a:lnTo>
                  <a:lnTo>
                    <a:pt x="5301009" y="181462"/>
                  </a:lnTo>
                  <a:lnTo>
                    <a:pt x="5301118" y="181462"/>
                  </a:lnTo>
                  <a:lnTo>
                    <a:pt x="5301226" y="181462"/>
                  </a:lnTo>
                  <a:lnTo>
                    <a:pt x="5301335" y="181462"/>
                  </a:lnTo>
                  <a:lnTo>
                    <a:pt x="5301443" y="181462"/>
                  </a:lnTo>
                  <a:lnTo>
                    <a:pt x="5301551" y="181462"/>
                  </a:lnTo>
                  <a:lnTo>
                    <a:pt x="5301660" y="181462"/>
                  </a:lnTo>
                  <a:lnTo>
                    <a:pt x="5301768" y="181462"/>
                  </a:lnTo>
                  <a:lnTo>
                    <a:pt x="5301877" y="181462"/>
                  </a:lnTo>
                  <a:lnTo>
                    <a:pt x="5301985" y="181462"/>
                  </a:lnTo>
                  <a:lnTo>
                    <a:pt x="5302094" y="181462"/>
                  </a:lnTo>
                  <a:lnTo>
                    <a:pt x="5302202" y="181462"/>
                  </a:lnTo>
                  <a:lnTo>
                    <a:pt x="5302311" y="181462"/>
                  </a:lnTo>
                  <a:lnTo>
                    <a:pt x="5302419" y="181462"/>
                  </a:lnTo>
                  <a:lnTo>
                    <a:pt x="5302527" y="181462"/>
                  </a:lnTo>
                  <a:lnTo>
                    <a:pt x="5302636" y="181462"/>
                  </a:lnTo>
                  <a:lnTo>
                    <a:pt x="5302744" y="181462"/>
                  </a:lnTo>
                  <a:lnTo>
                    <a:pt x="5302853" y="181462"/>
                  </a:lnTo>
                  <a:lnTo>
                    <a:pt x="5302961" y="181462"/>
                  </a:lnTo>
                  <a:lnTo>
                    <a:pt x="5303070" y="181462"/>
                  </a:lnTo>
                  <a:lnTo>
                    <a:pt x="5303178" y="181462"/>
                  </a:lnTo>
                  <a:lnTo>
                    <a:pt x="5303287" y="181462"/>
                  </a:lnTo>
                  <a:lnTo>
                    <a:pt x="5303395" y="181462"/>
                  </a:lnTo>
                  <a:lnTo>
                    <a:pt x="5303504" y="181462"/>
                  </a:lnTo>
                  <a:lnTo>
                    <a:pt x="5303612" y="181462"/>
                  </a:lnTo>
                  <a:lnTo>
                    <a:pt x="5303720" y="181462"/>
                  </a:lnTo>
                  <a:lnTo>
                    <a:pt x="5303829" y="181462"/>
                  </a:lnTo>
                  <a:lnTo>
                    <a:pt x="5303937" y="181462"/>
                  </a:lnTo>
                  <a:lnTo>
                    <a:pt x="5304046" y="181462"/>
                  </a:lnTo>
                  <a:lnTo>
                    <a:pt x="5304154" y="181462"/>
                  </a:lnTo>
                  <a:lnTo>
                    <a:pt x="5304263" y="181462"/>
                  </a:lnTo>
                  <a:lnTo>
                    <a:pt x="5304371" y="181462"/>
                  </a:lnTo>
                  <a:lnTo>
                    <a:pt x="5304480" y="181462"/>
                  </a:lnTo>
                  <a:lnTo>
                    <a:pt x="5304588" y="181462"/>
                  </a:lnTo>
                  <a:lnTo>
                    <a:pt x="5304696" y="181462"/>
                  </a:lnTo>
                  <a:lnTo>
                    <a:pt x="5304696" y="180838"/>
                  </a:lnTo>
                  <a:lnTo>
                    <a:pt x="5304696" y="180215"/>
                  </a:lnTo>
                  <a:lnTo>
                    <a:pt x="5304805" y="180215"/>
                  </a:lnTo>
                  <a:lnTo>
                    <a:pt x="5304913" y="180215"/>
                  </a:lnTo>
                  <a:lnTo>
                    <a:pt x="5305022" y="180215"/>
                  </a:lnTo>
                  <a:lnTo>
                    <a:pt x="5305130" y="180215"/>
                  </a:lnTo>
                  <a:lnTo>
                    <a:pt x="5305239" y="180215"/>
                  </a:lnTo>
                  <a:lnTo>
                    <a:pt x="5305347" y="180215"/>
                  </a:lnTo>
                  <a:lnTo>
                    <a:pt x="5305456" y="180215"/>
                  </a:lnTo>
                  <a:lnTo>
                    <a:pt x="5305564" y="180215"/>
                  </a:lnTo>
                  <a:lnTo>
                    <a:pt x="5305672" y="180215"/>
                  </a:lnTo>
                  <a:lnTo>
                    <a:pt x="5305781" y="180215"/>
                  </a:lnTo>
                  <a:lnTo>
                    <a:pt x="5305781" y="179591"/>
                  </a:lnTo>
                  <a:lnTo>
                    <a:pt x="5305889" y="179591"/>
                  </a:lnTo>
                  <a:lnTo>
                    <a:pt x="5305998" y="179591"/>
                  </a:lnTo>
                  <a:lnTo>
                    <a:pt x="5306106" y="179591"/>
                  </a:lnTo>
                  <a:lnTo>
                    <a:pt x="5306215" y="179591"/>
                  </a:lnTo>
                  <a:lnTo>
                    <a:pt x="5306323" y="179591"/>
                  </a:lnTo>
                  <a:lnTo>
                    <a:pt x="5306432" y="179591"/>
                  </a:lnTo>
                  <a:lnTo>
                    <a:pt x="5306540" y="179591"/>
                  </a:lnTo>
                  <a:lnTo>
                    <a:pt x="5306648" y="179591"/>
                  </a:lnTo>
                  <a:lnTo>
                    <a:pt x="5306757" y="179591"/>
                  </a:lnTo>
                  <a:lnTo>
                    <a:pt x="5306865" y="179591"/>
                  </a:lnTo>
                  <a:lnTo>
                    <a:pt x="5306974" y="179591"/>
                  </a:lnTo>
                  <a:lnTo>
                    <a:pt x="5307082" y="179591"/>
                  </a:lnTo>
                  <a:lnTo>
                    <a:pt x="5307082" y="178968"/>
                  </a:lnTo>
                  <a:lnTo>
                    <a:pt x="5307191" y="178968"/>
                  </a:lnTo>
                  <a:lnTo>
                    <a:pt x="5307299" y="178968"/>
                  </a:lnTo>
                  <a:lnTo>
                    <a:pt x="5307408" y="178968"/>
                  </a:lnTo>
                  <a:lnTo>
                    <a:pt x="5307516" y="178968"/>
                  </a:lnTo>
                  <a:lnTo>
                    <a:pt x="5307625" y="178968"/>
                  </a:lnTo>
                  <a:lnTo>
                    <a:pt x="5307733" y="178968"/>
                  </a:lnTo>
                  <a:lnTo>
                    <a:pt x="5307841" y="178968"/>
                  </a:lnTo>
                  <a:lnTo>
                    <a:pt x="5307950" y="178968"/>
                  </a:lnTo>
                  <a:lnTo>
                    <a:pt x="5308058" y="178968"/>
                  </a:lnTo>
                  <a:lnTo>
                    <a:pt x="5308167" y="178968"/>
                  </a:lnTo>
                  <a:lnTo>
                    <a:pt x="5308275" y="178968"/>
                  </a:lnTo>
                  <a:lnTo>
                    <a:pt x="5308384" y="178968"/>
                  </a:lnTo>
                  <a:lnTo>
                    <a:pt x="5308492" y="178968"/>
                  </a:lnTo>
                  <a:lnTo>
                    <a:pt x="5308601" y="178968"/>
                  </a:lnTo>
                  <a:lnTo>
                    <a:pt x="5308709" y="178968"/>
                  </a:lnTo>
                  <a:lnTo>
                    <a:pt x="5308817" y="178968"/>
                  </a:lnTo>
                  <a:lnTo>
                    <a:pt x="5308926" y="178968"/>
                  </a:lnTo>
                  <a:lnTo>
                    <a:pt x="5309034" y="178968"/>
                  </a:lnTo>
                  <a:lnTo>
                    <a:pt x="5309143" y="178968"/>
                  </a:lnTo>
                  <a:lnTo>
                    <a:pt x="5309251" y="178968"/>
                  </a:lnTo>
                  <a:lnTo>
                    <a:pt x="5309360" y="178968"/>
                  </a:lnTo>
                  <a:lnTo>
                    <a:pt x="5309468" y="178968"/>
                  </a:lnTo>
                  <a:lnTo>
                    <a:pt x="5309577" y="178968"/>
                  </a:lnTo>
                  <a:lnTo>
                    <a:pt x="5309685" y="178968"/>
                  </a:lnTo>
                  <a:lnTo>
                    <a:pt x="5309793" y="178968"/>
                  </a:lnTo>
                  <a:lnTo>
                    <a:pt x="5309902" y="178968"/>
                  </a:lnTo>
                  <a:lnTo>
                    <a:pt x="5310010" y="178968"/>
                  </a:lnTo>
                  <a:lnTo>
                    <a:pt x="5310119" y="178968"/>
                  </a:lnTo>
                  <a:lnTo>
                    <a:pt x="5310227" y="178968"/>
                  </a:lnTo>
                  <a:lnTo>
                    <a:pt x="5310336" y="178968"/>
                  </a:lnTo>
                  <a:lnTo>
                    <a:pt x="5310444" y="178968"/>
                  </a:lnTo>
                  <a:lnTo>
                    <a:pt x="5310553" y="178968"/>
                  </a:lnTo>
                  <a:lnTo>
                    <a:pt x="5310661" y="178968"/>
                  </a:lnTo>
                  <a:lnTo>
                    <a:pt x="5310769" y="178968"/>
                  </a:lnTo>
                  <a:lnTo>
                    <a:pt x="5310878" y="178968"/>
                  </a:lnTo>
                  <a:lnTo>
                    <a:pt x="5310986" y="178968"/>
                  </a:lnTo>
                  <a:lnTo>
                    <a:pt x="5311095" y="178968"/>
                  </a:lnTo>
                  <a:lnTo>
                    <a:pt x="5311203" y="178968"/>
                  </a:lnTo>
                  <a:lnTo>
                    <a:pt x="5311312" y="178968"/>
                  </a:lnTo>
                  <a:lnTo>
                    <a:pt x="5311420" y="178968"/>
                  </a:lnTo>
                  <a:lnTo>
                    <a:pt x="5311529" y="178968"/>
                  </a:lnTo>
                  <a:lnTo>
                    <a:pt x="5311637" y="178968"/>
                  </a:lnTo>
                  <a:lnTo>
                    <a:pt x="5311746" y="178968"/>
                  </a:lnTo>
                  <a:lnTo>
                    <a:pt x="5311854" y="178968"/>
                  </a:lnTo>
                  <a:lnTo>
                    <a:pt x="5311962" y="178968"/>
                  </a:lnTo>
                  <a:lnTo>
                    <a:pt x="5312071" y="178968"/>
                  </a:lnTo>
                  <a:lnTo>
                    <a:pt x="5312179" y="178968"/>
                  </a:lnTo>
                  <a:lnTo>
                    <a:pt x="5312288" y="178968"/>
                  </a:lnTo>
                  <a:lnTo>
                    <a:pt x="5312396" y="178968"/>
                  </a:lnTo>
                  <a:lnTo>
                    <a:pt x="5312505" y="178968"/>
                  </a:lnTo>
                  <a:lnTo>
                    <a:pt x="5312613" y="178968"/>
                  </a:lnTo>
                  <a:lnTo>
                    <a:pt x="5312722" y="178968"/>
                  </a:lnTo>
                  <a:lnTo>
                    <a:pt x="5312830" y="178968"/>
                  </a:lnTo>
                  <a:lnTo>
                    <a:pt x="5312938" y="178968"/>
                  </a:lnTo>
                  <a:lnTo>
                    <a:pt x="5313047" y="178968"/>
                  </a:lnTo>
                  <a:lnTo>
                    <a:pt x="5313155" y="178968"/>
                  </a:lnTo>
                  <a:lnTo>
                    <a:pt x="5313264" y="178968"/>
                  </a:lnTo>
                  <a:lnTo>
                    <a:pt x="5313372" y="178968"/>
                  </a:lnTo>
                  <a:lnTo>
                    <a:pt x="5313481" y="178968"/>
                  </a:lnTo>
                  <a:lnTo>
                    <a:pt x="5313589" y="178968"/>
                  </a:lnTo>
                  <a:lnTo>
                    <a:pt x="5313698" y="178968"/>
                  </a:lnTo>
                  <a:lnTo>
                    <a:pt x="5313806" y="178968"/>
                  </a:lnTo>
                  <a:lnTo>
                    <a:pt x="5313914" y="178968"/>
                  </a:lnTo>
                  <a:lnTo>
                    <a:pt x="5314023" y="178968"/>
                  </a:lnTo>
                  <a:lnTo>
                    <a:pt x="5314131" y="178968"/>
                  </a:lnTo>
                  <a:lnTo>
                    <a:pt x="5314240" y="178968"/>
                  </a:lnTo>
                  <a:lnTo>
                    <a:pt x="5314348" y="178968"/>
                  </a:lnTo>
                  <a:lnTo>
                    <a:pt x="5314457" y="178968"/>
                  </a:lnTo>
                  <a:lnTo>
                    <a:pt x="5314565" y="178968"/>
                  </a:lnTo>
                  <a:lnTo>
                    <a:pt x="5314674" y="178968"/>
                  </a:lnTo>
                  <a:lnTo>
                    <a:pt x="5314782" y="178968"/>
                  </a:lnTo>
                  <a:lnTo>
                    <a:pt x="5314890" y="178968"/>
                  </a:lnTo>
                  <a:lnTo>
                    <a:pt x="5314999" y="178968"/>
                  </a:lnTo>
                  <a:lnTo>
                    <a:pt x="5314999" y="178344"/>
                  </a:lnTo>
                  <a:lnTo>
                    <a:pt x="5315107" y="178344"/>
                  </a:lnTo>
                  <a:lnTo>
                    <a:pt x="5315216" y="178344"/>
                  </a:lnTo>
                  <a:lnTo>
                    <a:pt x="5315324" y="178344"/>
                  </a:lnTo>
                  <a:lnTo>
                    <a:pt x="5315433" y="178344"/>
                  </a:lnTo>
                  <a:lnTo>
                    <a:pt x="5315541" y="178344"/>
                  </a:lnTo>
                  <a:lnTo>
                    <a:pt x="5315541" y="177720"/>
                  </a:lnTo>
                  <a:lnTo>
                    <a:pt x="5315650" y="177720"/>
                  </a:lnTo>
                  <a:lnTo>
                    <a:pt x="5315758" y="177720"/>
                  </a:lnTo>
                  <a:lnTo>
                    <a:pt x="5315867" y="177720"/>
                  </a:lnTo>
                  <a:lnTo>
                    <a:pt x="5315975" y="177720"/>
                  </a:lnTo>
                  <a:lnTo>
                    <a:pt x="5316083" y="177720"/>
                  </a:lnTo>
                  <a:lnTo>
                    <a:pt x="5316192" y="177720"/>
                  </a:lnTo>
                  <a:lnTo>
                    <a:pt x="5316300" y="177720"/>
                  </a:lnTo>
                  <a:lnTo>
                    <a:pt x="5316409" y="177720"/>
                  </a:lnTo>
                  <a:lnTo>
                    <a:pt x="5316517" y="177720"/>
                  </a:lnTo>
                  <a:lnTo>
                    <a:pt x="5316626" y="177720"/>
                  </a:lnTo>
                  <a:lnTo>
                    <a:pt x="5316734" y="177720"/>
                  </a:lnTo>
                  <a:lnTo>
                    <a:pt x="5316843" y="177720"/>
                  </a:lnTo>
                  <a:lnTo>
                    <a:pt x="5316951" y="177720"/>
                  </a:lnTo>
                  <a:lnTo>
                    <a:pt x="5317059" y="177720"/>
                  </a:lnTo>
                  <a:lnTo>
                    <a:pt x="5317168" y="177720"/>
                  </a:lnTo>
                  <a:lnTo>
                    <a:pt x="5317276" y="177720"/>
                  </a:lnTo>
                  <a:lnTo>
                    <a:pt x="5317385" y="177720"/>
                  </a:lnTo>
                  <a:lnTo>
                    <a:pt x="5317493" y="177720"/>
                  </a:lnTo>
                  <a:lnTo>
                    <a:pt x="5317602" y="177720"/>
                  </a:lnTo>
                  <a:lnTo>
                    <a:pt x="5317710" y="177720"/>
                  </a:lnTo>
                  <a:lnTo>
                    <a:pt x="5317819" y="177720"/>
                  </a:lnTo>
                  <a:lnTo>
                    <a:pt x="5317927" y="177720"/>
                  </a:lnTo>
                  <a:lnTo>
                    <a:pt x="5318035" y="177720"/>
                  </a:lnTo>
                  <a:lnTo>
                    <a:pt x="5318144" y="177720"/>
                  </a:lnTo>
                  <a:lnTo>
                    <a:pt x="5318252" y="177720"/>
                  </a:lnTo>
                  <a:lnTo>
                    <a:pt x="5318361" y="177720"/>
                  </a:lnTo>
                  <a:lnTo>
                    <a:pt x="5318469" y="177720"/>
                  </a:lnTo>
                  <a:lnTo>
                    <a:pt x="5318469" y="177097"/>
                  </a:lnTo>
                  <a:lnTo>
                    <a:pt x="5318578" y="177097"/>
                  </a:lnTo>
                  <a:lnTo>
                    <a:pt x="5318686" y="177097"/>
                  </a:lnTo>
                  <a:lnTo>
                    <a:pt x="5318795" y="177097"/>
                  </a:lnTo>
                  <a:lnTo>
                    <a:pt x="5318903" y="177097"/>
                  </a:lnTo>
                  <a:lnTo>
                    <a:pt x="5319011" y="177097"/>
                  </a:lnTo>
                  <a:lnTo>
                    <a:pt x="5319120" y="177097"/>
                  </a:lnTo>
                  <a:lnTo>
                    <a:pt x="5319228" y="177097"/>
                  </a:lnTo>
                  <a:lnTo>
                    <a:pt x="5319337" y="177097"/>
                  </a:lnTo>
                  <a:lnTo>
                    <a:pt x="5319445" y="177097"/>
                  </a:lnTo>
                  <a:lnTo>
                    <a:pt x="5319554" y="177097"/>
                  </a:lnTo>
                  <a:lnTo>
                    <a:pt x="5319662" y="177097"/>
                  </a:lnTo>
                  <a:lnTo>
                    <a:pt x="5319771" y="177097"/>
                  </a:lnTo>
                  <a:lnTo>
                    <a:pt x="5319879" y="177097"/>
                  </a:lnTo>
                  <a:lnTo>
                    <a:pt x="5319988" y="177097"/>
                  </a:lnTo>
                  <a:lnTo>
                    <a:pt x="5320096" y="177097"/>
                  </a:lnTo>
                  <a:lnTo>
                    <a:pt x="5320204" y="177097"/>
                  </a:lnTo>
                  <a:lnTo>
                    <a:pt x="5320313" y="177097"/>
                  </a:lnTo>
                  <a:lnTo>
                    <a:pt x="5320421" y="177097"/>
                  </a:lnTo>
                  <a:lnTo>
                    <a:pt x="5320421" y="176473"/>
                  </a:lnTo>
                  <a:lnTo>
                    <a:pt x="5320530" y="176473"/>
                  </a:lnTo>
                  <a:lnTo>
                    <a:pt x="5320638" y="176473"/>
                  </a:lnTo>
                  <a:lnTo>
                    <a:pt x="5320747" y="176473"/>
                  </a:lnTo>
                  <a:lnTo>
                    <a:pt x="5320855" y="176473"/>
                  </a:lnTo>
                  <a:lnTo>
                    <a:pt x="5320964" y="176473"/>
                  </a:lnTo>
                  <a:lnTo>
                    <a:pt x="5321072" y="176473"/>
                  </a:lnTo>
                  <a:lnTo>
                    <a:pt x="5321180" y="176473"/>
                  </a:lnTo>
                  <a:lnTo>
                    <a:pt x="5321289" y="176473"/>
                  </a:lnTo>
                  <a:lnTo>
                    <a:pt x="5321397" y="176473"/>
                  </a:lnTo>
                  <a:lnTo>
                    <a:pt x="5321506" y="176473"/>
                  </a:lnTo>
                  <a:lnTo>
                    <a:pt x="5321614" y="176473"/>
                  </a:lnTo>
                  <a:lnTo>
                    <a:pt x="5321723" y="176473"/>
                  </a:lnTo>
                  <a:lnTo>
                    <a:pt x="5321831" y="176473"/>
                  </a:lnTo>
                  <a:lnTo>
                    <a:pt x="5321940" y="176473"/>
                  </a:lnTo>
                  <a:lnTo>
                    <a:pt x="5322048" y="176473"/>
                  </a:lnTo>
                  <a:lnTo>
                    <a:pt x="5322048" y="175850"/>
                  </a:lnTo>
                  <a:lnTo>
                    <a:pt x="5322156" y="175850"/>
                  </a:lnTo>
                  <a:lnTo>
                    <a:pt x="5322265" y="175850"/>
                  </a:lnTo>
                  <a:lnTo>
                    <a:pt x="5322373" y="175850"/>
                  </a:lnTo>
                  <a:lnTo>
                    <a:pt x="5322482" y="175850"/>
                  </a:lnTo>
                  <a:lnTo>
                    <a:pt x="5322590" y="175850"/>
                  </a:lnTo>
                  <a:lnTo>
                    <a:pt x="5322699" y="175850"/>
                  </a:lnTo>
                  <a:lnTo>
                    <a:pt x="5322807" y="175850"/>
                  </a:lnTo>
                  <a:lnTo>
                    <a:pt x="5322916" y="175850"/>
                  </a:lnTo>
                  <a:lnTo>
                    <a:pt x="5323024" y="175850"/>
                  </a:lnTo>
                  <a:lnTo>
                    <a:pt x="5323132" y="175850"/>
                  </a:lnTo>
                  <a:lnTo>
                    <a:pt x="5323241" y="175850"/>
                  </a:lnTo>
                  <a:lnTo>
                    <a:pt x="5323241" y="175226"/>
                  </a:lnTo>
                  <a:lnTo>
                    <a:pt x="5323349" y="175226"/>
                  </a:lnTo>
                  <a:lnTo>
                    <a:pt x="5323458" y="175226"/>
                  </a:lnTo>
                  <a:lnTo>
                    <a:pt x="5323566" y="175226"/>
                  </a:lnTo>
                  <a:lnTo>
                    <a:pt x="5323675" y="175226"/>
                  </a:lnTo>
                  <a:lnTo>
                    <a:pt x="5323783" y="175226"/>
                  </a:lnTo>
                  <a:lnTo>
                    <a:pt x="5323892" y="175226"/>
                  </a:lnTo>
                  <a:lnTo>
                    <a:pt x="5324000" y="175226"/>
                  </a:lnTo>
                  <a:lnTo>
                    <a:pt x="5324109" y="175226"/>
                  </a:lnTo>
                  <a:lnTo>
                    <a:pt x="5324217" y="175226"/>
                  </a:lnTo>
                  <a:lnTo>
                    <a:pt x="5324325" y="175226"/>
                  </a:lnTo>
                  <a:lnTo>
                    <a:pt x="5324434" y="175226"/>
                  </a:lnTo>
                  <a:lnTo>
                    <a:pt x="5324542" y="175226"/>
                  </a:lnTo>
                  <a:lnTo>
                    <a:pt x="5324651" y="175226"/>
                  </a:lnTo>
                  <a:lnTo>
                    <a:pt x="5324759" y="175226"/>
                  </a:lnTo>
                  <a:lnTo>
                    <a:pt x="5324868" y="175226"/>
                  </a:lnTo>
                  <a:lnTo>
                    <a:pt x="5324976" y="175226"/>
                  </a:lnTo>
                  <a:lnTo>
                    <a:pt x="5325085" y="175226"/>
                  </a:lnTo>
                  <a:lnTo>
                    <a:pt x="5325193" y="175226"/>
                  </a:lnTo>
                  <a:lnTo>
                    <a:pt x="5325301" y="175226"/>
                  </a:lnTo>
                  <a:lnTo>
                    <a:pt x="5325410" y="175226"/>
                  </a:lnTo>
                  <a:lnTo>
                    <a:pt x="5325518" y="175226"/>
                  </a:lnTo>
                  <a:lnTo>
                    <a:pt x="5325627" y="175226"/>
                  </a:lnTo>
                  <a:lnTo>
                    <a:pt x="5325735" y="175226"/>
                  </a:lnTo>
                  <a:lnTo>
                    <a:pt x="5325844" y="175226"/>
                  </a:lnTo>
                  <a:lnTo>
                    <a:pt x="5325952" y="175226"/>
                  </a:lnTo>
                  <a:lnTo>
                    <a:pt x="5326061" y="175226"/>
                  </a:lnTo>
                  <a:lnTo>
                    <a:pt x="5326169" y="175226"/>
                  </a:lnTo>
                  <a:lnTo>
                    <a:pt x="5326277" y="175226"/>
                  </a:lnTo>
                  <a:lnTo>
                    <a:pt x="5326386" y="175226"/>
                  </a:lnTo>
                  <a:lnTo>
                    <a:pt x="5326494" y="175226"/>
                  </a:lnTo>
                  <a:lnTo>
                    <a:pt x="5326603" y="175226"/>
                  </a:lnTo>
                  <a:lnTo>
                    <a:pt x="5326711" y="175226"/>
                  </a:lnTo>
                  <a:lnTo>
                    <a:pt x="5326820" y="175226"/>
                  </a:lnTo>
                  <a:lnTo>
                    <a:pt x="5326928" y="175226"/>
                  </a:lnTo>
                  <a:lnTo>
                    <a:pt x="5327037" y="175226"/>
                  </a:lnTo>
                  <a:lnTo>
                    <a:pt x="5327145" y="175226"/>
                  </a:lnTo>
                  <a:lnTo>
                    <a:pt x="5327253" y="175226"/>
                  </a:lnTo>
                  <a:lnTo>
                    <a:pt x="5327362" y="175226"/>
                  </a:lnTo>
                  <a:lnTo>
                    <a:pt x="5327470" y="175226"/>
                  </a:lnTo>
                  <a:lnTo>
                    <a:pt x="5327579" y="175226"/>
                  </a:lnTo>
                  <a:lnTo>
                    <a:pt x="5327687" y="175226"/>
                  </a:lnTo>
                  <a:lnTo>
                    <a:pt x="5327796" y="175226"/>
                  </a:lnTo>
                  <a:lnTo>
                    <a:pt x="5327904" y="175226"/>
                  </a:lnTo>
                  <a:lnTo>
                    <a:pt x="5328013" y="175226"/>
                  </a:lnTo>
                  <a:lnTo>
                    <a:pt x="5328121" y="175226"/>
                  </a:lnTo>
                  <a:lnTo>
                    <a:pt x="5328229" y="175226"/>
                  </a:lnTo>
                  <a:lnTo>
                    <a:pt x="5328338" y="175226"/>
                  </a:lnTo>
                  <a:lnTo>
                    <a:pt x="5328446" y="175226"/>
                  </a:lnTo>
                  <a:lnTo>
                    <a:pt x="5328446" y="174603"/>
                  </a:lnTo>
                  <a:lnTo>
                    <a:pt x="5328555" y="174603"/>
                  </a:lnTo>
                  <a:lnTo>
                    <a:pt x="5328663" y="174603"/>
                  </a:lnTo>
                  <a:lnTo>
                    <a:pt x="5328772" y="174603"/>
                  </a:lnTo>
                  <a:lnTo>
                    <a:pt x="5328880" y="174603"/>
                  </a:lnTo>
                  <a:lnTo>
                    <a:pt x="5328989" y="174603"/>
                  </a:lnTo>
                  <a:lnTo>
                    <a:pt x="5329097" y="174603"/>
                  </a:lnTo>
                  <a:lnTo>
                    <a:pt x="5329206" y="174603"/>
                  </a:lnTo>
                  <a:lnTo>
                    <a:pt x="5329314" y="174603"/>
                  </a:lnTo>
                  <a:lnTo>
                    <a:pt x="5329422" y="174603"/>
                  </a:lnTo>
                  <a:lnTo>
                    <a:pt x="5329531" y="174603"/>
                  </a:lnTo>
                  <a:lnTo>
                    <a:pt x="5329639" y="174603"/>
                  </a:lnTo>
                  <a:lnTo>
                    <a:pt x="5329748" y="174603"/>
                  </a:lnTo>
                  <a:lnTo>
                    <a:pt x="5329856" y="174603"/>
                  </a:lnTo>
                  <a:lnTo>
                    <a:pt x="5329965" y="174603"/>
                  </a:lnTo>
                  <a:lnTo>
                    <a:pt x="5330073" y="174603"/>
                  </a:lnTo>
                  <a:lnTo>
                    <a:pt x="5330182" y="174603"/>
                  </a:lnTo>
                  <a:lnTo>
                    <a:pt x="5330290" y="174603"/>
                  </a:lnTo>
                  <a:lnTo>
                    <a:pt x="5330398" y="174603"/>
                  </a:lnTo>
                  <a:lnTo>
                    <a:pt x="5330507" y="174603"/>
                  </a:lnTo>
                  <a:lnTo>
                    <a:pt x="5330615" y="174603"/>
                  </a:lnTo>
                  <a:lnTo>
                    <a:pt x="5330724" y="174603"/>
                  </a:lnTo>
                  <a:lnTo>
                    <a:pt x="5330832" y="174603"/>
                  </a:lnTo>
                  <a:lnTo>
                    <a:pt x="5330941" y="174603"/>
                  </a:lnTo>
                  <a:lnTo>
                    <a:pt x="5331049" y="174603"/>
                  </a:lnTo>
                  <a:lnTo>
                    <a:pt x="5331158" y="174603"/>
                  </a:lnTo>
                  <a:lnTo>
                    <a:pt x="5331266" y="174603"/>
                  </a:lnTo>
                  <a:lnTo>
                    <a:pt x="5331374" y="174603"/>
                  </a:lnTo>
                  <a:lnTo>
                    <a:pt x="5331483" y="174603"/>
                  </a:lnTo>
                  <a:lnTo>
                    <a:pt x="5331591" y="174603"/>
                  </a:lnTo>
                  <a:lnTo>
                    <a:pt x="5331700" y="174603"/>
                  </a:lnTo>
                  <a:lnTo>
                    <a:pt x="5331808" y="174603"/>
                  </a:lnTo>
                  <a:lnTo>
                    <a:pt x="5331917" y="174603"/>
                  </a:lnTo>
                  <a:lnTo>
                    <a:pt x="5332025" y="174603"/>
                  </a:lnTo>
                  <a:lnTo>
                    <a:pt x="5332134" y="174603"/>
                  </a:lnTo>
                  <a:lnTo>
                    <a:pt x="5332242" y="174603"/>
                  </a:lnTo>
                  <a:lnTo>
                    <a:pt x="5332350" y="174603"/>
                  </a:lnTo>
                  <a:lnTo>
                    <a:pt x="5332350" y="173979"/>
                  </a:lnTo>
                  <a:lnTo>
                    <a:pt x="5332459" y="173979"/>
                  </a:lnTo>
                  <a:lnTo>
                    <a:pt x="5332567" y="173979"/>
                  </a:lnTo>
                  <a:lnTo>
                    <a:pt x="5332676" y="173979"/>
                  </a:lnTo>
                  <a:lnTo>
                    <a:pt x="5332784" y="173979"/>
                  </a:lnTo>
                  <a:lnTo>
                    <a:pt x="5332893" y="173979"/>
                  </a:lnTo>
                  <a:lnTo>
                    <a:pt x="5333001" y="173979"/>
                  </a:lnTo>
                  <a:lnTo>
                    <a:pt x="5333110" y="173979"/>
                  </a:lnTo>
                  <a:lnTo>
                    <a:pt x="5333218" y="173979"/>
                  </a:lnTo>
                  <a:lnTo>
                    <a:pt x="5333327" y="173979"/>
                  </a:lnTo>
                  <a:lnTo>
                    <a:pt x="5333435" y="173979"/>
                  </a:lnTo>
                  <a:lnTo>
                    <a:pt x="5333543" y="173979"/>
                  </a:lnTo>
                  <a:lnTo>
                    <a:pt x="5333652" y="173979"/>
                  </a:lnTo>
                  <a:lnTo>
                    <a:pt x="5333760" y="173979"/>
                  </a:lnTo>
                  <a:lnTo>
                    <a:pt x="5333869" y="173979"/>
                  </a:lnTo>
                  <a:lnTo>
                    <a:pt x="5333977" y="173979"/>
                  </a:lnTo>
                  <a:lnTo>
                    <a:pt x="5334086" y="173979"/>
                  </a:lnTo>
                  <a:lnTo>
                    <a:pt x="5334194" y="173979"/>
                  </a:lnTo>
                  <a:lnTo>
                    <a:pt x="5334303" y="173979"/>
                  </a:lnTo>
                  <a:lnTo>
                    <a:pt x="5334411" y="173979"/>
                  </a:lnTo>
                  <a:lnTo>
                    <a:pt x="5334519" y="173979"/>
                  </a:lnTo>
                  <a:lnTo>
                    <a:pt x="5334628" y="173979"/>
                  </a:lnTo>
                  <a:lnTo>
                    <a:pt x="5334736" y="173979"/>
                  </a:lnTo>
                  <a:lnTo>
                    <a:pt x="5334845" y="173979"/>
                  </a:lnTo>
                  <a:lnTo>
                    <a:pt x="5334953" y="173979"/>
                  </a:lnTo>
                  <a:lnTo>
                    <a:pt x="5335062" y="173979"/>
                  </a:lnTo>
                  <a:lnTo>
                    <a:pt x="5335170" y="173979"/>
                  </a:lnTo>
                  <a:lnTo>
                    <a:pt x="5335279" y="173979"/>
                  </a:lnTo>
                  <a:lnTo>
                    <a:pt x="5335387" y="173979"/>
                  </a:lnTo>
                  <a:lnTo>
                    <a:pt x="5335495" y="173979"/>
                  </a:lnTo>
                  <a:lnTo>
                    <a:pt x="5335604" y="173979"/>
                  </a:lnTo>
                  <a:lnTo>
                    <a:pt x="5335712" y="173979"/>
                  </a:lnTo>
                  <a:lnTo>
                    <a:pt x="5335821" y="173979"/>
                  </a:lnTo>
                  <a:lnTo>
                    <a:pt x="5335929" y="173979"/>
                  </a:lnTo>
                  <a:lnTo>
                    <a:pt x="5336038" y="173979"/>
                  </a:lnTo>
                  <a:lnTo>
                    <a:pt x="5336146" y="173979"/>
                  </a:lnTo>
                  <a:lnTo>
                    <a:pt x="5336255" y="173979"/>
                  </a:lnTo>
                  <a:lnTo>
                    <a:pt x="5336363" y="173979"/>
                  </a:lnTo>
                  <a:lnTo>
                    <a:pt x="5336471" y="173979"/>
                  </a:lnTo>
                  <a:lnTo>
                    <a:pt x="5336580" y="173979"/>
                  </a:lnTo>
                  <a:lnTo>
                    <a:pt x="5336688" y="173979"/>
                  </a:lnTo>
                  <a:lnTo>
                    <a:pt x="5336797" y="173979"/>
                  </a:lnTo>
                  <a:lnTo>
                    <a:pt x="5336905" y="173979"/>
                  </a:lnTo>
                  <a:lnTo>
                    <a:pt x="5337014" y="173979"/>
                  </a:lnTo>
                  <a:lnTo>
                    <a:pt x="5337122" y="173979"/>
                  </a:lnTo>
                  <a:lnTo>
                    <a:pt x="5337231" y="173979"/>
                  </a:lnTo>
                  <a:lnTo>
                    <a:pt x="5337339" y="173979"/>
                  </a:lnTo>
                  <a:lnTo>
                    <a:pt x="5337448" y="173979"/>
                  </a:lnTo>
                  <a:lnTo>
                    <a:pt x="5337556" y="173979"/>
                  </a:lnTo>
                  <a:lnTo>
                    <a:pt x="5337664" y="173979"/>
                  </a:lnTo>
                  <a:lnTo>
                    <a:pt x="5337773" y="173979"/>
                  </a:lnTo>
                  <a:lnTo>
                    <a:pt x="5337881" y="173979"/>
                  </a:lnTo>
                  <a:lnTo>
                    <a:pt x="5337990" y="173979"/>
                  </a:lnTo>
                  <a:lnTo>
                    <a:pt x="5338098" y="173979"/>
                  </a:lnTo>
                  <a:lnTo>
                    <a:pt x="5338207" y="173979"/>
                  </a:lnTo>
                  <a:lnTo>
                    <a:pt x="5338315" y="173979"/>
                  </a:lnTo>
                  <a:lnTo>
                    <a:pt x="5338424" y="173979"/>
                  </a:lnTo>
                  <a:lnTo>
                    <a:pt x="5338532" y="173979"/>
                  </a:lnTo>
                  <a:lnTo>
                    <a:pt x="5338640" y="173979"/>
                  </a:lnTo>
                  <a:lnTo>
                    <a:pt x="5338749" y="173979"/>
                  </a:lnTo>
                  <a:lnTo>
                    <a:pt x="5338857" y="173979"/>
                  </a:lnTo>
                  <a:lnTo>
                    <a:pt x="5338966" y="173979"/>
                  </a:lnTo>
                  <a:lnTo>
                    <a:pt x="5339074" y="173979"/>
                  </a:lnTo>
                  <a:lnTo>
                    <a:pt x="5339183" y="173979"/>
                  </a:lnTo>
                  <a:lnTo>
                    <a:pt x="5339291" y="173979"/>
                  </a:lnTo>
                  <a:lnTo>
                    <a:pt x="5339400" y="173979"/>
                  </a:lnTo>
                  <a:lnTo>
                    <a:pt x="5339508" y="173979"/>
                  </a:lnTo>
                  <a:lnTo>
                    <a:pt x="5339616" y="173979"/>
                  </a:lnTo>
                  <a:lnTo>
                    <a:pt x="5339725" y="173979"/>
                  </a:lnTo>
                  <a:lnTo>
                    <a:pt x="5339833" y="173979"/>
                  </a:lnTo>
                  <a:lnTo>
                    <a:pt x="5339942" y="173979"/>
                  </a:lnTo>
                  <a:lnTo>
                    <a:pt x="5340050" y="173979"/>
                  </a:lnTo>
                  <a:lnTo>
                    <a:pt x="5340050" y="173355"/>
                  </a:lnTo>
                  <a:lnTo>
                    <a:pt x="5340159" y="173355"/>
                  </a:lnTo>
                  <a:lnTo>
                    <a:pt x="5340267" y="173355"/>
                  </a:lnTo>
                  <a:lnTo>
                    <a:pt x="5340376" y="173355"/>
                  </a:lnTo>
                  <a:lnTo>
                    <a:pt x="5340484" y="173355"/>
                  </a:lnTo>
                  <a:lnTo>
                    <a:pt x="5340592" y="173355"/>
                  </a:lnTo>
                  <a:lnTo>
                    <a:pt x="5340592" y="172732"/>
                  </a:lnTo>
                  <a:lnTo>
                    <a:pt x="5340701" y="172732"/>
                  </a:lnTo>
                  <a:lnTo>
                    <a:pt x="5340809" y="172732"/>
                  </a:lnTo>
                  <a:lnTo>
                    <a:pt x="5340918" y="172732"/>
                  </a:lnTo>
                  <a:lnTo>
                    <a:pt x="5341026" y="172732"/>
                  </a:lnTo>
                  <a:lnTo>
                    <a:pt x="5341135" y="172732"/>
                  </a:lnTo>
                  <a:lnTo>
                    <a:pt x="5341243" y="172732"/>
                  </a:lnTo>
                  <a:lnTo>
                    <a:pt x="5341352" y="172732"/>
                  </a:lnTo>
                  <a:lnTo>
                    <a:pt x="5341460" y="172732"/>
                  </a:lnTo>
                  <a:lnTo>
                    <a:pt x="5341569" y="172732"/>
                  </a:lnTo>
                  <a:lnTo>
                    <a:pt x="5341677" y="172732"/>
                  </a:lnTo>
                  <a:lnTo>
                    <a:pt x="5341785" y="172732"/>
                  </a:lnTo>
                  <a:lnTo>
                    <a:pt x="5341894" y="172732"/>
                  </a:lnTo>
                  <a:lnTo>
                    <a:pt x="5342002" y="172732"/>
                  </a:lnTo>
                  <a:lnTo>
                    <a:pt x="5342111" y="172732"/>
                  </a:lnTo>
                  <a:lnTo>
                    <a:pt x="5342219" y="172732"/>
                  </a:lnTo>
                  <a:lnTo>
                    <a:pt x="5342328" y="172732"/>
                  </a:lnTo>
                  <a:lnTo>
                    <a:pt x="5342436" y="172732"/>
                  </a:lnTo>
                  <a:lnTo>
                    <a:pt x="5342545" y="172732"/>
                  </a:lnTo>
                  <a:lnTo>
                    <a:pt x="5342653" y="172732"/>
                  </a:lnTo>
                  <a:lnTo>
                    <a:pt x="5342761" y="172732"/>
                  </a:lnTo>
                  <a:lnTo>
                    <a:pt x="5342870" y="172732"/>
                  </a:lnTo>
                  <a:lnTo>
                    <a:pt x="5342978" y="172732"/>
                  </a:lnTo>
                  <a:lnTo>
                    <a:pt x="5343087" y="172732"/>
                  </a:lnTo>
                  <a:lnTo>
                    <a:pt x="5343195" y="172732"/>
                  </a:lnTo>
                  <a:lnTo>
                    <a:pt x="5343304" y="172732"/>
                  </a:lnTo>
                  <a:lnTo>
                    <a:pt x="5343304" y="172108"/>
                  </a:lnTo>
                  <a:lnTo>
                    <a:pt x="5343412" y="172108"/>
                  </a:lnTo>
                  <a:lnTo>
                    <a:pt x="5343521" y="172108"/>
                  </a:lnTo>
                  <a:lnTo>
                    <a:pt x="5343629" y="172108"/>
                  </a:lnTo>
                  <a:lnTo>
                    <a:pt x="5343737" y="172108"/>
                  </a:lnTo>
                  <a:lnTo>
                    <a:pt x="5343846" y="172108"/>
                  </a:lnTo>
                  <a:lnTo>
                    <a:pt x="5343954" y="172108"/>
                  </a:lnTo>
                  <a:lnTo>
                    <a:pt x="5344063" y="172108"/>
                  </a:lnTo>
                  <a:lnTo>
                    <a:pt x="5344171" y="172108"/>
                  </a:lnTo>
                  <a:lnTo>
                    <a:pt x="5344280" y="172108"/>
                  </a:lnTo>
                  <a:lnTo>
                    <a:pt x="5344388" y="172108"/>
                  </a:lnTo>
                  <a:lnTo>
                    <a:pt x="5344497" y="172108"/>
                  </a:lnTo>
                  <a:lnTo>
                    <a:pt x="5344497" y="171485"/>
                  </a:lnTo>
                  <a:lnTo>
                    <a:pt x="5344605" y="171485"/>
                  </a:lnTo>
                  <a:lnTo>
                    <a:pt x="5344713" y="171485"/>
                  </a:lnTo>
                  <a:lnTo>
                    <a:pt x="5344822" y="171485"/>
                  </a:lnTo>
                  <a:lnTo>
                    <a:pt x="5344930" y="171485"/>
                  </a:lnTo>
                  <a:lnTo>
                    <a:pt x="5345039" y="171485"/>
                  </a:lnTo>
                  <a:lnTo>
                    <a:pt x="5345147" y="171485"/>
                  </a:lnTo>
                  <a:lnTo>
                    <a:pt x="5345256" y="171485"/>
                  </a:lnTo>
                  <a:lnTo>
                    <a:pt x="5345364" y="171485"/>
                  </a:lnTo>
                  <a:lnTo>
                    <a:pt x="5345473" y="171485"/>
                  </a:lnTo>
                  <a:lnTo>
                    <a:pt x="5345581" y="171485"/>
                  </a:lnTo>
                  <a:lnTo>
                    <a:pt x="5345690" y="171485"/>
                  </a:lnTo>
                  <a:lnTo>
                    <a:pt x="5345798" y="171485"/>
                  </a:lnTo>
                  <a:lnTo>
                    <a:pt x="5345906" y="171485"/>
                  </a:lnTo>
                  <a:lnTo>
                    <a:pt x="5346015" y="171485"/>
                  </a:lnTo>
                  <a:lnTo>
                    <a:pt x="5346123" y="171485"/>
                  </a:lnTo>
                  <a:lnTo>
                    <a:pt x="5346232" y="171485"/>
                  </a:lnTo>
                  <a:lnTo>
                    <a:pt x="5346232" y="170861"/>
                  </a:lnTo>
                  <a:lnTo>
                    <a:pt x="5346340" y="170861"/>
                  </a:lnTo>
                  <a:lnTo>
                    <a:pt x="5346449" y="170861"/>
                  </a:lnTo>
                  <a:lnTo>
                    <a:pt x="5346557" y="170861"/>
                  </a:lnTo>
                  <a:lnTo>
                    <a:pt x="5346666" y="170861"/>
                  </a:lnTo>
                  <a:lnTo>
                    <a:pt x="5346774" y="170861"/>
                  </a:lnTo>
                  <a:lnTo>
                    <a:pt x="5346882" y="170861"/>
                  </a:lnTo>
                  <a:lnTo>
                    <a:pt x="5346991" y="170861"/>
                  </a:lnTo>
                  <a:lnTo>
                    <a:pt x="5347099" y="170861"/>
                  </a:lnTo>
                  <a:lnTo>
                    <a:pt x="5347208" y="170861"/>
                  </a:lnTo>
                  <a:lnTo>
                    <a:pt x="5347316" y="170861"/>
                  </a:lnTo>
                  <a:lnTo>
                    <a:pt x="5347425" y="170861"/>
                  </a:lnTo>
                  <a:lnTo>
                    <a:pt x="5347533" y="170861"/>
                  </a:lnTo>
                  <a:lnTo>
                    <a:pt x="5347642" y="170861"/>
                  </a:lnTo>
                  <a:lnTo>
                    <a:pt x="5347750" y="170861"/>
                  </a:lnTo>
                  <a:lnTo>
                    <a:pt x="5347858" y="170861"/>
                  </a:lnTo>
                  <a:lnTo>
                    <a:pt x="5347967" y="170861"/>
                  </a:lnTo>
                  <a:lnTo>
                    <a:pt x="5348075" y="170861"/>
                  </a:lnTo>
                  <a:lnTo>
                    <a:pt x="5348184" y="170861"/>
                  </a:lnTo>
                  <a:lnTo>
                    <a:pt x="5348292" y="170861"/>
                  </a:lnTo>
                  <a:lnTo>
                    <a:pt x="5348401" y="170861"/>
                  </a:lnTo>
                  <a:lnTo>
                    <a:pt x="5348509" y="170861"/>
                  </a:lnTo>
                  <a:lnTo>
                    <a:pt x="5348618" y="170861"/>
                  </a:lnTo>
                  <a:lnTo>
                    <a:pt x="5348726" y="170861"/>
                  </a:lnTo>
                  <a:lnTo>
                    <a:pt x="5348834" y="170861"/>
                  </a:lnTo>
                  <a:lnTo>
                    <a:pt x="5348943" y="170861"/>
                  </a:lnTo>
                  <a:lnTo>
                    <a:pt x="5349051" y="170861"/>
                  </a:lnTo>
                  <a:lnTo>
                    <a:pt x="5349160" y="170861"/>
                  </a:lnTo>
                  <a:lnTo>
                    <a:pt x="5349268" y="170861"/>
                  </a:lnTo>
                  <a:lnTo>
                    <a:pt x="5349377" y="170861"/>
                  </a:lnTo>
                  <a:lnTo>
                    <a:pt x="5349485" y="170861"/>
                  </a:lnTo>
                  <a:lnTo>
                    <a:pt x="5349594" y="170861"/>
                  </a:lnTo>
                  <a:lnTo>
                    <a:pt x="5349702" y="170861"/>
                  </a:lnTo>
                  <a:lnTo>
                    <a:pt x="5349702" y="170237"/>
                  </a:lnTo>
                  <a:lnTo>
                    <a:pt x="5349810" y="170237"/>
                  </a:lnTo>
                  <a:lnTo>
                    <a:pt x="5349919" y="170237"/>
                  </a:lnTo>
                  <a:lnTo>
                    <a:pt x="5350027" y="170237"/>
                  </a:lnTo>
                  <a:lnTo>
                    <a:pt x="5350136" y="170237"/>
                  </a:lnTo>
                  <a:lnTo>
                    <a:pt x="5350244" y="170237"/>
                  </a:lnTo>
                  <a:lnTo>
                    <a:pt x="5350353" y="170237"/>
                  </a:lnTo>
                  <a:lnTo>
                    <a:pt x="5350461" y="170237"/>
                  </a:lnTo>
                  <a:lnTo>
                    <a:pt x="5350570" y="170237"/>
                  </a:lnTo>
                  <a:lnTo>
                    <a:pt x="5350678" y="170237"/>
                  </a:lnTo>
                  <a:lnTo>
                    <a:pt x="5350678" y="169614"/>
                  </a:lnTo>
                  <a:lnTo>
                    <a:pt x="5350787" y="169614"/>
                  </a:lnTo>
                  <a:lnTo>
                    <a:pt x="5350895" y="169614"/>
                  </a:lnTo>
                  <a:lnTo>
                    <a:pt x="5351003" y="169614"/>
                  </a:lnTo>
                  <a:lnTo>
                    <a:pt x="5351112" y="169614"/>
                  </a:lnTo>
                  <a:lnTo>
                    <a:pt x="5351220" y="169614"/>
                  </a:lnTo>
                  <a:lnTo>
                    <a:pt x="5351329" y="169614"/>
                  </a:lnTo>
                  <a:lnTo>
                    <a:pt x="5351437" y="169614"/>
                  </a:lnTo>
                  <a:lnTo>
                    <a:pt x="5351546" y="169614"/>
                  </a:lnTo>
                  <a:lnTo>
                    <a:pt x="5351654" y="169614"/>
                  </a:lnTo>
                  <a:lnTo>
                    <a:pt x="5351763" y="169614"/>
                  </a:lnTo>
                  <a:lnTo>
                    <a:pt x="5351763" y="168990"/>
                  </a:lnTo>
                  <a:lnTo>
                    <a:pt x="5351871" y="168990"/>
                  </a:lnTo>
                  <a:lnTo>
                    <a:pt x="5351979" y="168990"/>
                  </a:lnTo>
                  <a:lnTo>
                    <a:pt x="5352088" y="168990"/>
                  </a:lnTo>
                  <a:lnTo>
                    <a:pt x="5352196" y="168990"/>
                  </a:lnTo>
                  <a:lnTo>
                    <a:pt x="5352305" y="168990"/>
                  </a:lnTo>
                  <a:lnTo>
                    <a:pt x="5352413" y="168990"/>
                  </a:lnTo>
                  <a:lnTo>
                    <a:pt x="5352522" y="168990"/>
                  </a:lnTo>
                  <a:lnTo>
                    <a:pt x="5352630" y="168990"/>
                  </a:lnTo>
                  <a:lnTo>
                    <a:pt x="5352739" y="168990"/>
                  </a:lnTo>
                  <a:lnTo>
                    <a:pt x="5352847" y="168990"/>
                  </a:lnTo>
                  <a:lnTo>
                    <a:pt x="5352955" y="168990"/>
                  </a:lnTo>
                  <a:lnTo>
                    <a:pt x="5352955" y="168367"/>
                  </a:lnTo>
                  <a:lnTo>
                    <a:pt x="5353064" y="168367"/>
                  </a:lnTo>
                  <a:lnTo>
                    <a:pt x="5353172" y="168367"/>
                  </a:lnTo>
                  <a:lnTo>
                    <a:pt x="5353281" y="168367"/>
                  </a:lnTo>
                  <a:lnTo>
                    <a:pt x="5353389" y="168367"/>
                  </a:lnTo>
                  <a:lnTo>
                    <a:pt x="5353498" y="168367"/>
                  </a:lnTo>
                  <a:lnTo>
                    <a:pt x="5353606" y="168367"/>
                  </a:lnTo>
                  <a:lnTo>
                    <a:pt x="5353715" y="168367"/>
                  </a:lnTo>
                  <a:lnTo>
                    <a:pt x="5353823" y="168367"/>
                  </a:lnTo>
                  <a:lnTo>
                    <a:pt x="5353931" y="168367"/>
                  </a:lnTo>
                  <a:lnTo>
                    <a:pt x="5354040" y="168367"/>
                  </a:lnTo>
                  <a:lnTo>
                    <a:pt x="5354148" y="168367"/>
                  </a:lnTo>
                  <a:lnTo>
                    <a:pt x="5354257" y="168367"/>
                  </a:lnTo>
                  <a:lnTo>
                    <a:pt x="5354365" y="168367"/>
                  </a:lnTo>
                  <a:lnTo>
                    <a:pt x="5354474" y="168367"/>
                  </a:lnTo>
                  <a:lnTo>
                    <a:pt x="5354582" y="168367"/>
                  </a:lnTo>
                  <a:lnTo>
                    <a:pt x="5354691" y="168367"/>
                  </a:lnTo>
                  <a:lnTo>
                    <a:pt x="5354799" y="168367"/>
                  </a:lnTo>
                  <a:lnTo>
                    <a:pt x="5354908" y="168367"/>
                  </a:lnTo>
                  <a:lnTo>
                    <a:pt x="5355016" y="168367"/>
                  </a:lnTo>
                  <a:lnTo>
                    <a:pt x="5355124" y="168367"/>
                  </a:lnTo>
                  <a:lnTo>
                    <a:pt x="5355233" y="168367"/>
                  </a:lnTo>
                  <a:lnTo>
                    <a:pt x="5355341" y="168367"/>
                  </a:lnTo>
                  <a:lnTo>
                    <a:pt x="5355450" y="168367"/>
                  </a:lnTo>
                  <a:lnTo>
                    <a:pt x="5355558" y="168367"/>
                  </a:lnTo>
                  <a:lnTo>
                    <a:pt x="5355667" y="168367"/>
                  </a:lnTo>
                  <a:lnTo>
                    <a:pt x="5355775" y="168367"/>
                  </a:lnTo>
                  <a:lnTo>
                    <a:pt x="5355884" y="168367"/>
                  </a:lnTo>
                  <a:lnTo>
                    <a:pt x="5355992" y="168367"/>
                  </a:lnTo>
                  <a:lnTo>
                    <a:pt x="5356100" y="168367"/>
                  </a:lnTo>
                  <a:lnTo>
                    <a:pt x="5356209" y="168367"/>
                  </a:lnTo>
                  <a:lnTo>
                    <a:pt x="5356317" y="168367"/>
                  </a:lnTo>
                  <a:lnTo>
                    <a:pt x="5356426" y="168367"/>
                  </a:lnTo>
                  <a:lnTo>
                    <a:pt x="5356534" y="168367"/>
                  </a:lnTo>
                  <a:lnTo>
                    <a:pt x="5356643" y="168367"/>
                  </a:lnTo>
                  <a:lnTo>
                    <a:pt x="5356751" y="168367"/>
                  </a:lnTo>
                  <a:lnTo>
                    <a:pt x="5356860" y="168367"/>
                  </a:lnTo>
                  <a:lnTo>
                    <a:pt x="5356968" y="168367"/>
                  </a:lnTo>
                  <a:lnTo>
                    <a:pt x="5357076" y="168367"/>
                  </a:lnTo>
                  <a:lnTo>
                    <a:pt x="5357185" y="168367"/>
                  </a:lnTo>
                  <a:lnTo>
                    <a:pt x="5357293" y="168367"/>
                  </a:lnTo>
                  <a:lnTo>
                    <a:pt x="5357293" y="167743"/>
                  </a:lnTo>
                  <a:lnTo>
                    <a:pt x="5357402" y="167743"/>
                  </a:lnTo>
                  <a:lnTo>
                    <a:pt x="5357510" y="167743"/>
                  </a:lnTo>
                  <a:lnTo>
                    <a:pt x="5357619" y="167743"/>
                  </a:lnTo>
                  <a:lnTo>
                    <a:pt x="5357727" y="167743"/>
                  </a:lnTo>
                  <a:lnTo>
                    <a:pt x="5357836" y="167743"/>
                  </a:lnTo>
                  <a:lnTo>
                    <a:pt x="5357944" y="167743"/>
                  </a:lnTo>
                  <a:lnTo>
                    <a:pt x="5358052" y="167743"/>
                  </a:lnTo>
                  <a:lnTo>
                    <a:pt x="5358161" y="167743"/>
                  </a:lnTo>
                  <a:lnTo>
                    <a:pt x="5358269" y="167743"/>
                  </a:lnTo>
                  <a:lnTo>
                    <a:pt x="5358378" y="167743"/>
                  </a:lnTo>
                  <a:lnTo>
                    <a:pt x="5358486" y="167743"/>
                  </a:lnTo>
                  <a:lnTo>
                    <a:pt x="5358595" y="167743"/>
                  </a:lnTo>
                  <a:lnTo>
                    <a:pt x="5358703" y="167743"/>
                  </a:lnTo>
                  <a:lnTo>
                    <a:pt x="5358812" y="167743"/>
                  </a:lnTo>
                  <a:lnTo>
                    <a:pt x="5358920" y="167743"/>
                  </a:lnTo>
                  <a:lnTo>
                    <a:pt x="5359029" y="167743"/>
                  </a:lnTo>
                  <a:lnTo>
                    <a:pt x="5359137" y="167743"/>
                  </a:lnTo>
                  <a:lnTo>
                    <a:pt x="5359245" y="167743"/>
                  </a:lnTo>
                  <a:lnTo>
                    <a:pt x="5359354" y="167743"/>
                  </a:lnTo>
                  <a:lnTo>
                    <a:pt x="5359462" y="167743"/>
                  </a:lnTo>
                  <a:lnTo>
                    <a:pt x="5359571" y="167743"/>
                  </a:lnTo>
                  <a:lnTo>
                    <a:pt x="5359679" y="167743"/>
                  </a:lnTo>
                  <a:lnTo>
                    <a:pt x="5359788" y="167743"/>
                  </a:lnTo>
                  <a:lnTo>
                    <a:pt x="5359896" y="167743"/>
                  </a:lnTo>
                  <a:lnTo>
                    <a:pt x="5360005" y="167743"/>
                  </a:lnTo>
                  <a:lnTo>
                    <a:pt x="5360113" y="167743"/>
                  </a:lnTo>
                  <a:lnTo>
                    <a:pt x="5360221" y="167743"/>
                  </a:lnTo>
                  <a:lnTo>
                    <a:pt x="5360330" y="167743"/>
                  </a:lnTo>
                  <a:lnTo>
                    <a:pt x="5360438" y="167743"/>
                  </a:lnTo>
                  <a:lnTo>
                    <a:pt x="5360547" y="167743"/>
                  </a:lnTo>
                  <a:lnTo>
                    <a:pt x="5360655" y="167743"/>
                  </a:lnTo>
                  <a:lnTo>
                    <a:pt x="5360764" y="167743"/>
                  </a:lnTo>
                  <a:lnTo>
                    <a:pt x="5360872" y="167743"/>
                  </a:lnTo>
                  <a:lnTo>
                    <a:pt x="5360981" y="167743"/>
                  </a:lnTo>
                  <a:lnTo>
                    <a:pt x="5361089" y="167743"/>
                  </a:lnTo>
                  <a:lnTo>
                    <a:pt x="5361197" y="167743"/>
                  </a:lnTo>
                  <a:lnTo>
                    <a:pt x="5361306" y="167743"/>
                  </a:lnTo>
                  <a:lnTo>
                    <a:pt x="5361414" y="167743"/>
                  </a:lnTo>
                  <a:lnTo>
                    <a:pt x="5361523" y="167743"/>
                  </a:lnTo>
                  <a:lnTo>
                    <a:pt x="5361631" y="167743"/>
                  </a:lnTo>
                  <a:lnTo>
                    <a:pt x="5361740" y="167743"/>
                  </a:lnTo>
                  <a:lnTo>
                    <a:pt x="5361848" y="167743"/>
                  </a:lnTo>
                  <a:lnTo>
                    <a:pt x="5361848" y="167120"/>
                  </a:lnTo>
                  <a:lnTo>
                    <a:pt x="5361957" y="167120"/>
                  </a:lnTo>
                  <a:lnTo>
                    <a:pt x="5361957" y="166496"/>
                  </a:lnTo>
                  <a:lnTo>
                    <a:pt x="5362065" y="166496"/>
                  </a:lnTo>
                  <a:lnTo>
                    <a:pt x="5362173" y="166496"/>
                  </a:lnTo>
                  <a:lnTo>
                    <a:pt x="5362282" y="166496"/>
                  </a:lnTo>
                  <a:lnTo>
                    <a:pt x="5362390" y="166496"/>
                  </a:lnTo>
                  <a:lnTo>
                    <a:pt x="5362499" y="166496"/>
                  </a:lnTo>
                  <a:lnTo>
                    <a:pt x="5362607" y="166496"/>
                  </a:lnTo>
                  <a:lnTo>
                    <a:pt x="5362716" y="166496"/>
                  </a:lnTo>
                  <a:lnTo>
                    <a:pt x="5362824" y="166496"/>
                  </a:lnTo>
                  <a:lnTo>
                    <a:pt x="5362933" y="166496"/>
                  </a:lnTo>
                  <a:lnTo>
                    <a:pt x="5363041" y="166496"/>
                  </a:lnTo>
                  <a:lnTo>
                    <a:pt x="5363150" y="166496"/>
                  </a:lnTo>
                  <a:lnTo>
                    <a:pt x="5363258" y="166496"/>
                  </a:lnTo>
                  <a:lnTo>
                    <a:pt x="5363366" y="166496"/>
                  </a:lnTo>
                  <a:lnTo>
                    <a:pt x="5363475" y="166496"/>
                  </a:lnTo>
                  <a:lnTo>
                    <a:pt x="5363583" y="166496"/>
                  </a:lnTo>
                  <a:lnTo>
                    <a:pt x="5363692" y="166496"/>
                  </a:lnTo>
                  <a:lnTo>
                    <a:pt x="5363800" y="166496"/>
                  </a:lnTo>
                  <a:lnTo>
                    <a:pt x="5363909" y="166496"/>
                  </a:lnTo>
                  <a:lnTo>
                    <a:pt x="5364017" y="166496"/>
                  </a:lnTo>
                  <a:lnTo>
                    <a:pt x="5364126" y="166496"/>
                  </a:lnTo>
                  <a:lnTo>
                    <a:pt x="5364234" y="166496"/>
                  </a:lnTo>
                  <a:lnTo>
                    <a:pt x="5364234" y="165872"/>
                  </a:lnTo>
                  <a:lnTo>
                    <a:pt x="5364342" y="165872"/>
                  </a:lnTo>
                  <a:lnTo>
                    <a:pt x="5364451" y="165872"/>
                  </a:lnTo>
                  <a:lnTo>
                    <a:pt x="5364559" y="165872"/>
                  </a:lnTo>
                  <a:lnTo>
                    <a:pt x="5364668" y="165872"/>
                  </a:lnTo>
                  <a:lnTo>
                    <a:pt x="5364776" y="165872"/>
                  </a:lnTo>
                  <a:lnTo>
                    <a:pt x="5364885" y="165872"/>
                  </a:lnTo>
                  <a:lnTo>
                    <a:pt x="5364993" y="165872"/>
                  </a:lnTo>
                  <a:lnTo>
                    <a:pt x="5365102" y="165872"/>
                  </a:lnTo>
                  <a:lnTo>
                    <a:pt x="5365210" y="165872"/>
                  </a:lnTo>
                  <a:lnTo>
                    <a:pt x="5365318" y="165872"/>
                  </a:lnTo>
                  <a:lnTo>
                    <a:pt x="5365427" y="165872"/>
                  </a:lnTo>
                  <a:lnTo>
                    <a:pt x="5365535" y="165872"/>
                  </a:lnTo>
                  <a:lnTo>
                    <a:pt x="5365644" y="165872"/>
                  </a:lnTo>
                  <a:lnTo>
                    <a:pt x="5365752" y="165872"/>
                  </a:lnTo>
                  <a:lnTo>
                    <a:pt x="5365861" y="165872"/>
                  </a:lnTo>
                  <a:lnTo>
                    <a:pt x="5365969" y="165872"/>
                  </a:lnTo>
                  <a:lnTo>
                    <a:pt x="5366078" y="165872"/>
                  </a:lnTo>
                  <a:lnTo>
                    <a:pt x="5366186" y="165872"/>
                  </a:lnTo>
                  <a:lnTo>
                    <a:pt x="5366294" y="165872"/>
                  </a:lnTo>
                  <a:lnTo>
                    <a:pt x="5366294" y="165249"/>
                  </a:lnTo>
                  <a:lnTo>
                    <a:pt x="5366403" y="165249"/>
                  </a:lnTo>
                  <a:lnTo>
                    <a:pt x="5366511" y="165249"/>
                  </a:lnTo>
                  <a:lnTo>
                    <a:pt x="5366620" y="165249"/>
                  </a:lnTo>
                  <a:lnTo>
                    <a:pt x="5366728" y="165249"/>
                  </a:lnTo>
                  <a:lnTo>
                    <a:pt x="5366837" y="165249"/>
                  </a:lnTo>
                  <a:lnTo>
                    <a:pt x="5366945" y="165249"/>
                  </a:lnTo>
                  <a:lnTo>
                    <a:pt x="5367054" y="165249"/>
                  </a:lnTo>
                  <a:lnTo>
                    <a:pt x="5367162" y="165249"/>
                  </a:lnTo>
                  <a:lnTo>
                    <a:pt x="5367271" y="165249"/>
                  </a:lnTo>
                  <a:lnTo>
                    <a:pt x="5367271" y="164625"/>
                  </a:lnTo>
                  <a:lnTo>
                    <a:pt x="5367379" y="164625"/>
                  </a:lnTo>
                  <a:lnTo>
                    <a:pt x="5367487" y="164625"/>
                  </a:lnTo>
                  <a:lnTo>
                    <a:pt x="5367596" y="164625"/>
                  </a:lnTo>
                  <a:lnTo>
                    <a:pt x="5367704" y="164625"/>
                  </a:lnTo>
                  <a:lnTo>
                    <a:pt x="5367813" y="164625"/>
                  </a:lnTo>
                  <a:lnTo>
                    <a:pt x="5367921" y="164625"/>
                  </a:lnTo>
                  <a:lnTo>
                    <a:pt x="5368030" y="164625"/>
                  </a:lnTo>
                  <a:lnTo>
                    <a:pt x="5368138" y="164625"/>
                  </a:lnTo>
                  <a:lnTo>
                    <a:pt x="5368247" y="164625"/>
                  </a:lnTo>
                  <a:lnTo>
                    <a:pt x="5368355" y="164625"/>
                  </a:lnTo>
                  <a:lnTo>
                    <a:pt x="5368463" y="164625"/>
                  </a:lnTo>
                  <a:lnTo>
                    <a:pt x="5368572" y="164625"/>
                  </a:lnTo>
                  <a:lnTo>
                    <a:pt x="5368680" y="164625"/>
                  </a:lnTo>
                  <a:lnTo>
                    <a:pt x="5368789" y="164625"/>
                  </a:lnTo>
                  <a:lnTo>
                    <a:pt x="5368789" y="164002"/>
                  </a:lnTo>
                  <a:lnTo>
                    <a:pt x="5368897" y="164002"/>
                  </a:lnTo>
                  <a:lnTo>
                    <a:pt x="5369006" y="164002"/>
                  </a:lnTo>
                  <a:lnTo>
                    <a:pt x="5369114" y="164002"/>
                  </a:lnTo>
                  <a:lnTo>
                    <a:pt x="5369223" y="164002"/>
                  </a:lnTo>
                  <a:lnTo>
                    <a:pt x="5369331" y="164002"/>
                  </a:lnTo>
                  <a:lnTo>
                    <a:pt x="5369439" y="164002"/>
                  </a:lnTo>
                  <a:lnTo>
                    <a:pt x="5369548" y="164002"/>
                  </a:lnTo>
                  <a:lnTo>
                    <a:pt x="5369656" y="164002"/>
                  </a:lnTo>
                  <a:lnTo>
                    <a:pt x="5369765" y="164002"/>
                  </a:lnTo>
                  <a:lnTo>
                    <a:pt x="5369873" y="164002"/>
                  </a:lnTo>
                  <a:lnTo>
                    <a:pt x="5369982" y="164002"/>
                  </a:lnTo>
                  <a:lnTo>
                    <a:pt x="5370090" y="164002"/>
                  </a:lnTo>
                  <a:lnTo>
                    <a:pt x="5370199" y="164002"/>
                  </a:lnTo>
                  <a:lnTo>
                    <a:pt x="5370307" y="164002"/>
                  </a:lnTo>
                  <a:lnTo>
                    <a:pt x="5370415" y="164002"/>
                  </a:lnTo>
                  <a:lnTo>
                    <a:pt x="5370524" y="164002"/>
                  </a:lnTo>
                  <a:lnTo>
                    <a:pt x="5370632" y="164002"/>
                  </a:lnTo>
                  <a:lnTo>
                    <a:pt x="5370741" y="164002"/>
                  </a:lnTo>
                  <a:lnTo>
                    <a:pt x="5370849" y="164002"/>
                  </a:lnTo>
                  <a:lnTo>
                    <a:pt x="5370958" y="164002"/>
                  </a:lnTo>
                  <a:lnTo>
                    <a:pt x="5371066" y="164002"/>
                  </a:lnTo>
                  <a:lnTo>
                    <a:pt x="5371175" y="164002"/>
                  </a:lnTo>
                  <a:lnTo>
                    <a:pt x="5371283" y="164002"/>
                  </a:lnTo>
                  <a:lnTo>
                    <a:pt x="5371391" y="164002"/>
                  </a:lnTo>
                  <a:lnTo>
                    <a:pt x="5371500" y="164002"/>
                  </a:lnTo>
                  <a:lnTo>
                    <a:pt x="5371608" y="164002"/>
                  </a:lnTo>
                  <a:lnTo>
                    <a:pt x="5371717" y="164002"/>
                  </a:lnTo>
                  <a:lnTo>
                    <a:pt x="5371825" y="164002"/>
                  </a:lnTo>
                  <a:lnTo>
                    <a:pt x="5371934" y="164002"/>
                  </a:lnTo>
                  <a:lnTo>
                    <a:pt x="5372042" y="164002"/>
                  </a:lnTo>
                  <a:lnTo>
                    <a:pt x="5372151" y="164002"/>
                  </a:lnTo>
                  <a:lnTo>
                    <a:pt x="5372259" y="164002"/>
                  </a:lnTo>
                  <a:lnTo>
                    <a:pt x="5372368" y="164002"/>
                  </a:lnTo>
                  <a:lnTo>
                    <a:pt x="5372476" y="164002"/>
                  </a:lnTo>
                  <a:lnTo>
                    <a:pt x="5372584" y="164002"/>
                  </a:lnTo>
                  <a:lnTo>
                    <a:pt x="5372693" y="164002"/>
                  </a:lnTo>
                  <a:lnTo>
                    <a:pt x="5372693" y="163378"/>
                  </a:lnTo>
                  <a:lnTo>
                    <a:pt x="5372801" y="163378"/>
                  </a:lnTo>
                  <a:lnTo>
                    <a:pt x="5372910" y="163378"/>
                  </a:lnTo>
                  <a:lnTo>
                    <a:pt x="5373018" y="163378"/>
                  </a:lnTo>
                  <a:lnTo>
                    <a:pt x="5373127" y="163378"/>
                  </a:lnTo>
                  <a:lnTo>
                    <a:pt x="5373235" y="163378"/>
                  </a:lnTo>
                  <a:lnTo>
                    <a:pt x="5373344" y="163378"/>
                  </a:lnTo>
                  <a:lnTo>
                    <a:pt x="5373452" y="163378"/>
                  </a:lnTo>
                  <a:lnTo>
                    <a:pt x="5373560" y="163378"/>
                  </a:lnTo>
                  <a:lnTo>
                    <a:pt x="5373669" y="163378"/>
                  </a:lnTo>
                  <a:lnTo>
                    <a:pt x="5373777" y="163378"/>
                  </a:lnTo>
                  <a:lnTo>
                    <a:pt x="5373886" y="163378"/>
                  </a:lnTo>
                  <a:lnTo>
                    <a:pt x="5373994" y="163378"/>
                  </a:lnTo>
                  <a:lnTo>
                    <a:pt x="5374103" y="163378"/>
                  </a:lnTo>
                  <a:lnTo>
                    <a:pt x="5374211" y="163378"/>
                  </a:lnTo>
                  <a:lnTo>
                    <a:pt x="5374320" y="163378"/>
                  </a:lnTo>
                  <a:lnTo>
                    <a:pt x="5374428" y="163378"/>
                  </a:lnTo>
                  <a:lnTo>
                    <a:pt x="5374536" y="163378"/>
                  </a:lnTo>
                  <a:lnTo>
                    <a:pt x="5374645" y="163378"/>
                  </a:lnTo>
                  <a:lnTo>
                    <a:pt x="5374645" y="162754"/>
                  </a:lnTo>
                  <a:lnTo>
                    <a:pt x="5374753" y="162754"/>
                  </a:lnTo>
                  <a:lnTo>
                    <a:pt x="5374862" y="162754"/>
                  </a:lnTo>
                  <a:lnTo>
                    <a:pt x="5374970" y="162754"/>
                  </a:lnTo>
                  <a:lnTo>
                    <a:pt x="5375079" y="162754"/>
                  </a:lnTo>
                  <a:lnTo>
                    <a:pt x="5375187" y="162754"/>
                  </a:lnTo>
                  <a:lnTo>
                    <a:pt x="5375296" y="162754"/>
                  </a:lnTo>
                  <a:lnTo>
                    <a:pt x="5375404" y="162754"/>
                  </a:lnTo>
                  <a:lnTo>
                    <a:pt x="5375512" y="162754"/>
                  </a:lnTo>
                  <a:lnTo>
                    <a:pt x="5375621" y="162754"/>
                  </a:lnTo>
                  <a:lnTo>
                    <a:pt x="5375729" y="162754"/>
                  </a:lnTo>
                  <a:lnTo>
                    <a:pt x="5375838" y="162754"/>
                  </a:lnTo>
                  <a:lnTo>
                    <a:pt x="5375946" y="162754"/>
                  </a:lnTo>
                  <a:lnTo>
                    <a:pt x="5376055" y="162754"/>
                  </a:lnTo>
                  <a:lnTo>
                    <a:pt x="5376163" y="162754"/>
                  </a:lnTo>
                  <a:lnTo>
                    <a:pt x="5376163" y="162131"/>
                  </a:lnTo>
                  <a:lnTo>
                    <a:pt x="5376272" y="162131"/>
                  </a:lnTo>
                  <a:lnTo>
                    <a:pt x="5376380" y="162131"/>
                  </a:lnTo>
                  <a:lnTo>
                    <a:pt x="5376489" y="162131"/>
                  </a:lnTo>
                  <a:lnTo>
                    <a:pt x="5376597" y="162131"/>
                  </a:lnTo>
                  <a:lnTo>
                    <a:pt x="5376705" y="162131"/>
                  </a:lnTo>
                  <a:lnTo>
                    <a:pt x="5376814" y="162131"/>
                  </a:lnTo>
                  <a:lnTo>
                    <a:pt x="5376922" y="162131"/>
                  </a:lnTo>
                  <a:lnTo>
                    <a:pt x="5377031" y="162131"/>
                  </a:lnTo>
                  <a:lnTo>
                    <a:pt x="5377139" y="162131"/>
                  </a:lnTo>
                  <a:lnTo>
                    <a:pt x="5377248" y="162131"/>
                  </a:lnTo>
                  <a:lnTo>
                    <a:pt x="5377356" y="162131"/>
                  </a:lnTo>
                  <a:lnTo>
                    <a:pt x="5377465" y="162131"/>
                  </a:lnTo>
                  <a:lnTo>
                    <a:pt x="5377573" y="162131"/>
                  </a:lnTo>
                  <a:lnTo>
                    <a:pt x="5377681" y="162131"/>
                  </a:lnTo>
                  <a:lnTo>
                    <a:pt x="5377790" y="162131"/>
                  </a:lnTo>
                  <a:lnTo>
                    <a:pt x="5377898" y="162131"/>
                  </a:lnTo>
                  <a:lnTo>
                    <a:pt x="5378007" y="162131"/>
                  </a:lnTo>
                  <a:lnTo>
                    <a:pt x="5378115" y="162131"/>
                  </a:lnTo>
                  <a:lnTo>
                    <a:pt x="5378224" y="162131"/>
                  </a:lnTo>
                  <a:lnTo>
                    <a:pt x="5378332" y="162131"/>
                  </a:lnTo>
                  <a:lnTo>
                    <a:pt x="5378441" y="162131"/>
                  </a:lnTo>
                  <a:lnTo>
                    <a:pt x="5378549" y="162131"/>
                  </a:lnTo>
                  <a:lnTo>
                    <a:pt x="5378657" y="162131"/>
                  </a:lnTo>
                  <a:lnTo>
                    <a:pt x="5378766" y="162131"/>
                  </a:lnTo>
                  <a:lnTo>
                    <a:pt x="5378874" y="162131"/>
                  </a:lnTo>
                  <a:lnTo>
                    <a:pt x="5378983" y="162131"/>
                  </a:lnTo>
                  <a:lnTo>
                    <a:pt x="5379091" y="162131"/>
                  </a:lnTo>
                  <a:lnTo>
                    <a:pt x="5379200" y="162131"/>
                  </a:lnTo>
                  <a:lnTo>
                    <a:pt x="5379308" y="162131"/>
                  </a:lnTo>
                  <a:lnTo>
                    <a:pt x="5379417" y="162131"/>
                  </a:lnTo>
                  <a:lnTo>
                    <a:pt x="5379525" y="162131"/>
                  </a:lnTo>
                  <a:lnTo>
                    <a:pt x="5379633" y="162131"/>
                  </a:lnTo>
                  <a:lnTo>
                    <a:pt x="5379742" y="162131"/>
                  </a:lnTo>
                  <a:lnTo>
                    <a:pt x="5379850" y="162131"/>
                  </a:lnTo>
                  <a:lnTo>
                    <a:pt x="5379959" y="162131"/>
                  </a:lnTo>
                  <a:lnTo>
                    <a:pt x="5379959" y="161507"/>
                  </a:lnTo>
                  <a:lnTo>
                    <a:pt x="5380067" y="161507"/>
                  </a:lnTo>
                  <a:lnTo>
                    <a:pt x="5380176" y="161507"/>
                  </a:lnTo>
                  <a:lnTo>
                    <a:pt x="5380176" y="160884"/>
                  </a:lnTo>
                  <a:lnTo>
                    <a:pt x="5380284" y="160884"/>
                  </a:lnTo>
                  <a:lnTo>
                    <a:pt x="5380393" y="160884"/>
                  </a:lnTo>
                  <a:lnTo>
                    <a:pt x="5380501" y="160884"/>
                  </a:lnTo>
                  <a:lnTo>
                    <a:pt x="5380610" y="160884"/>
                  </a:lnTo>
                  <a:lnTo>
                    <a:pt x="5380718" y="160884"/>
                  </a:lnTo>
                  <a:lnTo>
                    <a:pt x="5380826" y="160884"/>
                  </a:lnTo>
                  <a:lnTo>
                    <a:pt x="5380935" y="160884"/>
                  </a:lnTo>
                  <a:lnTo>
                    <a:pt x="5381043" y="160884"/>
                  </a:lnTo>
                  <a:lnTo>
                    <a:pt x="5381152" y="160884"/>
                  </a:lnTo>
                  <a:lnTo>
                    <a:pt x="5381260" y="160884"/>
                  </a:lnTo>
                  <a:lnTo>
                    <a:pt x="5381369" y="160884"/>
                  </a:lnTo>
                  <a:lnTo>
                    <a:pt x="5381477" y="160884"/>
                  </a:lnTo>
                  <a:lnTo>
                    <a:pt x="5381586" y="160884"/>
                  </a:lnTo>
                  <a:lnTo>
                    <a:pt x="5381586" y="160260"/>
                  </a:lnTo>
                  <a:lnTo>
                    <a:pt x="5381694" y="160260"/>
                  </a:lnTo>
                  <a:lnTo>
                    <a:pt x="5381802" y="160260"/>
                  </a:lnTo>
                  <a:lnTo>
                    <a:pt x="5381911" y="160260"/>
                  </a:lnTo>
                  <a:lnTo>
                    <a:pt x="5381911" y="159637"/>
                  </a:lnTo>
                  <a:lnTo>
                    <a:pt x="5382019" y="159637"/>
                  </a:lnTo>
                  <a:lnTo>
                    <a:pt x="5382128" y="159637"/>
                  </a:lnTo>
                  <a:lnTo>
                    <a:pt x="5382236" y="159637"/>
                  </a:lnTo>
                  <a:lnTo>
                    <a:pt x="5382345" y="159637"/>
                  </a:lnTo>
                  <a:lnTo>
                    <a:pt x="5382453" y="159637"/>
                  </a:lnTo>
                  <a:lnTo>
                    <a:pt x="5382562" y="159637"/>
                  </a:lnTo>
                  <a:lnTo>
                    <a:pt x="5382670" y="159637"/>
                  </a:lnTo>
                  <a:lnTo>
                    <a:pt x="5382778" y="159637"/>
                  </a:lnTo>
                  <a:lnTo>
                    <a:pt x="5382887" y="159637"/>
                  </a:lnTo>
                  <a:lnTo>
                    <a:pt x="5382995" y="159637"/>
                  </a:lnTo>
                  <a:lnTo>
                    <a:pt x="5383104" y="159637"/>
                  </a:lnTo>
                  <a:lnTo>
                    <a:pt x="5383212" y="159637"/>
                  </a:lnTo>
                  <a:lnTo>
                    <a:pt x="5383321" y="159637"/>
                  </a:lnTo>
                  <a:lnTo>
                    <a:pt x="5383429" y="159637"/>
                  </a:lnTo>
                  <a:lnTo>
                    <a:pt x="5383538" y="159637"/>
                  </a:lnTo>
                  <a:lnTo>
                    <a:pt x="5383646" y="159637"/>
                  </a:lnTo>
                  <a:lnTo>
                    <a:pt x="5383754" y="159637"/>
                  </a:lnTo>
                  <a:lnTo>
                    <a:pt x="5383863" y="159637"/>
                  </a:lnTo>
                  <a:lnTo>
                    <a:pt x="5383863" y="159013"/>
                  </a:lnTo>
                  <a:lnTo>
                    <a:pt x="5383863" y="158389"/>
                  </a:lnTo>
                  <a:lnTo>
                    <a:pt x="5383971" y="158389"/>
                  </a:lnTo>
                  <a:lnTo>
                    <a:pt x="5384080" y="158389"/>
                  </a:lnTo>
                  <a:lnTo>
                    <a:pt x="5384188" y="158389"/>
                  </a:lnTo>
                  <a:lnTo>
                    <a:pt x="5384297" y="158389"/>
                  </a:lnTo>
                  <a:lnTo>
                    <a:pt x="5384405" y="158389"/>
                  </a:lnTo>
                  <a:lnTo>
                    <a:pt x="5384514" y="158389"/>
                  </a:lnTo>
                  <a:lnTo>
                    <a:pt x="5384622" y="158389"/>
                  </a:lnTo>
                  <a:lnTo>
                    <a:pt x="5384731" y="158389"/>
                  </a:lnTo>
                  <a:lnTo>
                    <a:pt x="5384839" y="158389"/>
                  </a:lnTo>
                  <a:lnTo>
                    <a:pt x="5384947" y="158389"/>
                  </a:lnTo>
                  <a:lnTo>
                    <a:pt x="5384947" y="157766"/>
                  </a:lnTo>
                  <a:lnTo>
                    <a:pt x="5385056" y="157766"/>
                  </a:lnTo>
                  <a:lnTo>
                    <a:pt x="5385164" y="157766"/>
                  </a:lnTo>
                  <a:lnTo>
                    <a:pt x="5385273" y="157766"/>
                  </a:lnTo>
                  <a:lnTo>
                    <a:pt x="5385381" y="157766"/>
                  </a:lnTo>
                  <a:lnTo>
                    <a:pt x="5385490" y="157766"/>
                  </a:lnTo>
                  <a:lnTo>
                    <a:pt x="5385598" y="157766"/>
                  </a:lnTo>
                  <a:lnTo>
                    <a:pt x="5385707" y="157766"/>
                  </a:lnTo>
                  <a:lnTo>
                    <a:pt x="5385815" y="157766"/>
                  </a:lnTo>
                  <a:lnTo>
                    <a:pt x="5385923" y="157766"/>
                  </a:lnTo>
                  <a:lnTo>
                    <a:pt x="5386032" y="157766"/>
                  </a:lnTo>
                  <a:lnTo>
                    <a:pt x="5386140" y="157766"/>
                  </a:lnTo>
                  <a:lnTo>
                    <a:pt x="5386249" y="157766"/>
                  </a:lnTo>
                  <a:lnTo>
                    <a:pt x="5386357" y="157766"/>
                  </a:lnTo>
                  <a:lnTo>
                    <a:pt x="5386466" y="157766"/>
                  </a:lnTo>
                  <a:lnTo>
                    <a:pt x="5386574" y="157766"/>
                  </a:lnTo>
                  <a:lnTo>
                    <a:pt x="5386683" y="157766"/>
                  </a:lnTo>
                  <a:lnTo>
                    <a:pt x="5386791" y="157766"/>
                  </a:lnTo>
                  <a:lnTo>
                    <a:pt x="5386899" y="157766"/>
                  </a:lnTo>
                  <a:lnTo>
                    <a:pt x="5387008" y="157766"/>
                  </a:lnTo>
                  <a:lnTo>
                    <a:pt x="5387116" y="157766"/>
                  </a:lnTo>
                  <a:lnTo>
                    <a:pt x="5387225" y="157766"/>
                  </a:lnTo>
                  <a:lnTo>
                    <a:pt x="5387333" y="157766"/>
                  </a:lnTo>
                  <a:lnTo>
                    <a:pt x="5387442" y="157766"/>
                  </a:lnTo>
                  <a:lnTo>
                    <a:pt x="5387550" y="157766"/>
                  </a:lnTo>
                  <a:lnTo>
                    <a:pt x="5387659" y="157766"/>
                  </a:lnTo>
                  <a:lnTo>
                    <a:pt x="5387767" y="157766"/>
                  </a:lnTo>
                  <a:lnTo>
                    <a:pt x="5387875" y="157766"/>
                  </a:lnTo>
                  <a:lnTo>
                    <a:pt x="5387984" y="157766"/>
                  </a:lnTo>
                  <a:lnTo>
                    <a:pt x="5388092" y="157766"/>
                  </a:lnTo>
                  <a:lnTo>
                    <a:pt x="5388201" y="157766"/>
                  </a:lnTo>
                  <a:lnTo>
                    <a:pt x="5388309" y="157766"/>
                  </a:lnTo>
                  <a:lnTo>
                    <a:pt x="5388418" y="157766"/>
                  </a:lnTo>
                  <a:lnTo>
                    <a:pt x="5388526" y="157766"/>
                  </a:lnTo>
                  <a:lnTo>
                    <a:pt x="5388635" y="157766"/>
                  </a:lnTo>
                  <a:lnTo>
                    <a:pt x="5388743" y="157766"/>
                  </a:lnTo>
                  <a:lnTo>
                    <a:pt x="5388852" y="157766"/>
                  </a:lnTo>
                  <a:lnTo>
                    <a:pt x="5388960" y="157766"/>
                  </a:lnTo>
                  <a:lnTo>
                    <a:pt x="5389068" y="157766"/>
                  </a:lnTo>
                  <a:lnTo>
                    <a:pt x="5389177" y="157766"/>
                  </a:lnTo>
                  <a:lnTo>
                    <a:pt x="5389285" y="157766"/>
                  </a:lnTo>
                  <a:lnTo>
                    <a:pt x="5389394" y="157766"/>
                  </a:lnTo>
                  <a:lnTo>
                    <a:pt x="5389502" y="157766"/>
                  </a:lnTo>
                  <a:lnTo>
                    <a:pt x="5389611" y="157766"/>
                  </a:lnTo>
                  <a:lnTo>
                    <a:pt x="5389719" y="157766"/>
                  </a:lnTo>
                  <a:lnTo>
                    <a:pt x="5389828" y="157766"/>
                  </a:lnTo>
                  <a:lnTo>
                    <a:pt x="5389936" y="157766"/>
                  </a:lnTo>
                  <a:lnTo>
                    <a:pt x="5390044" y="157766"/>
                  </a:lnTo>
                  <a:lnTo>
                    <a:pt x="5390153" y="157766"/>
                  </a:lnTo>
                  <a:lnTo>
                    <a:pt x="5390261" y="157766"/>
                  </a:lnTo>
                  <a:lnTo>
                    <a:pt x="5390370" y="157766"/>
                  </a:lnTo>
                  <a:lnTo>
                    <a:pt x="5390478" y="157766"/>
                  </a:lnTo>
                  <a:lnTo>
                    <a:pt x="5390587" y="157766"/>
                  </a:lnTo>
                  <a:lnTo>
                    <a:pt x="5390695" y="157766"/>
                  </a:lnTo>
                  <a:lnTo>
                    <a:pt x="5390804" y="157766"/>
                  </a:lnTo>
                  <a:lnTo>
                    <a:pt x="5390912" y="157766"/>
                  </a:lnTo>
                  <a:lnTo>
                    <a:pt x="5391020" y="157766"/>
                  </a:lnTo>
                  <a:lnTo>
                    <a:pt x="5391129" y="157766"/>
                  </a:lnTo>
                  <a:lnTo>
                    <a:pt x="5391237" y="157766"/>
                  </a:lnTo>
                  <a:lnTo>
                    <a:pt x="5391346" y="157766"/>
                  </a:lnTo>
                  <a:lnTo>
                    <a:pt x="5391346" y="157142"/>
                  </a:lnTo>
                  <a:lnTo>
                    <a:pt x="5391454" y="157142"/>
                  </a:lnTo>
                  <a:lnTo>
                    <a:pt x="5391563" y="157142"/>
                  </a:lnTo>
                  <a:lnTo>
                    <a:pt x="5391671" y="157142"/>
                  </a:lnTo>
                  <a:lnTo>
                    <a:pt x="5391780" y="157142"/>
                  </a:lnTo>
                  <a:lnTo>
                    <a:pt x="5391888" y="157142"/>
                  </a:lnTo>
                  <a:lnTo>
                    <a:pt x="5391996" y="157142"/>
                  </a:lnTo>
                  <a:lnTo>
                    <a:pt x="5392105" y="157142"/>
                  </a:lnTo>
                  <a:lnTo>
                    <a:pt x="5392213" y="157142"/>
                  </a:lnTo>
                  <a:lnTo>
                    <a:pt x="5392322" y="157142"/>
                  </a:lnTo>
                  <a:lnTo>
                    <a:pt x="5392430" y="157142"/>
                  </a:lnTo>
                  <a:lnTo>
                    <a:pt x="5392539" y="157142"/>
                  </a:lnTo>
                  <a:lnTo>
                    <a:pt x="5392647" y="157142"/>
                  </a:lnTo>
                  <a:lnTo>
                    <a:pt x="5392756" y="157142"/>
                  </a:lnTo>
                  <a:lnTo>
                    <a:pt x="5392864" y="157142"/>
                  </a:lnTo>
                  <a:lnTo>
                    <a:pt x="5392973" y="157142"/>
                  </a:lnTo>
                  <a:lnTo>
                    <a:pt x="5393081" y="157142"/>
                  </a:lnTo>
                  <a:lnTo>
                    <a:pt x="5393189" y="157142"/>
                  </a:lnTo>
                  <a:lnTo>
                    <a:pt x="5393298" y="157142"/>
                  </a:lnTo>
                  <a:lnTo>
                    <a:pt x="5393406" y="157142"/>
                  </a:lnTo>
                  <a:lnTo>
                    <a:pt x="5393515" y="157142"/>
                  </a:lnTo>
                  <a:lnTo>
                    <a:pt x="5393623" y="157142"/>
                  </a:lnTo>
                  <a:lnTo>
                    <a:pt x="5393732" y="157142"/>
                  </a:lnTo>
                  <a:lnTo>
                    <a:pt x="5393732" y="156519"/>
                  </a:lnTo>
                  <a:lnTo>
                    <a:pt x="5393840" y="156519"/>
                  </a:lnTo>
                  <a:lnTo>
                    <a:pt x="5393949" y="156519"/>
                  </a:lnTo>
                  <a:lnTo>
                    <a:pt x="5394057" y="156519"/>
                  </a:lnTo>
                  <a:lnTo>
                    <a:pt x="5394165" y="156519"/>
                  </a:lnTo>
                  <a:lnTo>
                    <a:pt x="5394274" y="156519"/>
                  </a:lnTo>
                  <a:lnTo>
                    <a:pt x="5394382" y="156519"/>
                  </a:lnTo>
                  <a:lnTo>
                    <a:pt x="5394491" y="156519"/>
                  </a:lnTo>
                  <a:lnTo>
                    <a:pt x="5394599" y="156519"/>
                  </a:lnTo>
                  <a:lnTo>
                    <a:pt x="5394708" y="156519"/>
                  </a:lnTo>
                  <a:lnTo>
                    <a:pt x="5394816" y="156519"/>
                  </a:lnTo>
                  <a:lnTo>
                    <a:pt x="5394925" y="156519"/>
                  </a:lnTo>
                  <a:lnTo>
                    <a:pt x="5395033" y="156519"/>
                  </a:lnTo>
                  <a:lnTo>
                    <a:pt x="5395141" y="156519"/>
                  </a:lnTo>
                  <a:lnTo>
                    <a:pt x="5395250" y="156519"/>
                  </a:lnTo>
                  <a:lnTo>
                    <a:pt x="5395358" y="156519"/>
                  </a:lnTo>
                  <a:lnTo>
                    <a:pt x="5395467" y="156519"/>
                  </a:lnTo>
                  <a:lnTo>
                    <a:pt x="5395575" y="156519"/>
                  </a:lnTo>
                  <a:lnTo>
                    <a:pt x="5395684" y="156519"/>
                  </a:lnTo>
                  <a:lnTo>
                    <a:pt x="5395792" y="156519"/>
                  </a:lnTo>
                  <a:lnTo>
                    <a:pt x="5395901" y="156519"/>
                  </a:lnTo>
                  <a:lnTo>
                    <a:pt x="5396009" y="156519"/>
                  </a:lnTo>
                  <a:lnTo>
                    <a:pt x="5396117" y="156519"/>
                  </a:lnTo>
                  <a:lnTo>
                    <a:pt x="5396226" y="156519"/>
                  </a:lnTo>
                  <a:lnTo>
                    <a:pt x="5396334" y="156519"/>
                  </a:lnTo>
                  <a:lnTo>
                    <a:pt x="5396443" y="156519"/>
                  </a:lnTo>
                  <a:lnTo>
                    <a:pt x="5396551" y="156519"/>
                  </a:lnTo>
                  <a:lnTo>
                    <a:pt x="5396660" y="156519"/>
                  </a:lnTo>
                  <a:lnTo>
                    <a:pt x="5396768" y="156519"/>
                  </a:lnTo>
                  <a:lnTo>
                    <a:pt x="5396877" y="156519"/>
                  </a:lnTo>
                  <a:lnTo>
                    <a:pt x="5396985" y="156519"/>
                  </a:lnTo>
                  <a:lnTo>
                    <a:pt x="5397093" y="156519"/>
                  </a:lnTo>
                  <a:lnTo>
                    <a:pt x="5397202" y="156519"/>
                  </a:lnTo>
                  <a:lnTo>
                    <a:pt x="5397310" y="156519"/>
                  </a:lnTo>
                  <a:lnTo>
                    <a:pt x="5397419" y="156519"/>
                  </a:lnTo>
                  <a:lnTo>
                    <a:pt x="5397527" y="156519"/>
                  </a:lnTo>
                  <a:lnTo>
                    <a:pt x="5397636" y="156519"/>
                  </a:lnTo>
                  <a:lnTo>
                    <a:pt x="5397636" y="155895"/>
                  </a:lnTo>
                  <a:lnTo>
                    <a:pt x="5397744" y="155895"/>
                  </a:lnTo>
                  <a:lnTo>
                    <a:pt x="5397853" y="155895"/>
                  </a:lnTo>
                  <a:lnTo>
                    <a:pt x="5397961" y="155895"/>
                  </a:lnTo>
                  <a:lnTo>
                    <a:pt x="5398070" y="155895"/>
                  </a:lnTo>
                  <a:lnTo>
                    <a:pt x="5398178" y="155895"/>
                  </a:lnTo>
                  <a:lnTo>
                    <a:pt x="5398286" y="155895"/>
                  </a:lnTo>
                  <a:lnTo>
                    <a:pt x="5398395" y="155895"/>
                  </a:lnTo>
                  <a:lnTo>
                    <a:pt x="5398503" y="155895"/>
                  </a:lnTo>
                  <a:lnTo>
                    <a:pt x="5398612" y="155895"/>
                  </a:lnTo>
                  <a:lnTo>
                    <a:pt x="5398612" y="155271"/>
                  </a:lnTo>
                  <a:lnTo>
                    <a:pt x="5398720" y="155271"/>
                  </a:lnTo>
                  <a:lnTo>
                    <a:pt x="5398829" y="155271"/>
                  </a:lnTo>
                  <a:lnTo>
                    <a:pt x="5398937" y="155271"/>
                  </a:lnTo>
                  <a:lnTo>
                    <a:pt x="5399046" y="155271"/>
                  </a:lnTo>
                  <a:lnTo>
                    <a:pt x="5399154" y="155271"/>
                  </a:lnTo>
                  <a:lnTo>
                    <a:pt x="5399262" y="155271"/>
                  </a:lnTo>
                  <a:lnTo>
                    <a:pt x="5399262" y="154648"/>
                  </a:lnTo>
                  <a:lnTo>
                    <a:pt x="5399371" y="154648"/>
                  </a:lnTo>
                  <a:lnTo>
                    <a:pt x="5399479" y="154648"/>
                  </a:lnTo>
                  <a:lnTo>
                    <a:pt x="5399588" y="154648"/>
                  </a:lnTo>
                  <a:lnTo>
                    <a:pt x="5399696" y="154648"/>
                  </a:lnTo>
                  <a:lnTo>
                    <a:pt x="5399805" y="154648"/>
                  </a:lnTo>
                  <a:lnTo>
                    <a:pt x="5399913" y="154648"/>
                  </a:lnTo>
                  <a:lnTo>
                    <a:pt x="5400022" y="154648"/>
                  </a:lnTo>
                  <a:lnTo>
                    <a:pt x="5400130" y="154648"/>
                  </a:lnTo>
                  <a:lnTo>
                    <a:pt x="5400238" y="154648"/>
                  </a:lnTo>
                  <a:lnTo>
                    <a:pt x="5400347" y="154648"/>
                  </a:lnTo>
                  <a:lnTo>
                    <a:pt x="5400455" y="154648"/>
                  </a:lnTo>
                  <a:lnTo>
                    <a:pt x="5400564" y="154648"/>
                  </a:lnTo>
                  <a:lnTo>
                    <a:pt x="5400672" y="154648"/>
                  </a:lnTo>
                  <a:lnTo>
                    <a:pt x="5400781" y="154648"/>
                  </a:lnTo>
                  <a:lnTo>
                    <a:pt x="5400889" y="154648"/>
                  </a:lnTo>
                  <a:lnTo>
                    <a:pt x="5400998" y="154648"/>
                  </a:lnTo>
                  <a:lnTo>
                    <a:pt x="5401106" y="154648"/>
                  </a:lnTo>
                  <a:lnTo>
                    <a:pt x="5401214" y="154648"/>
                  </a:lnTo>
                  <a:lnTo>
                    <a:pt x="5401323" y="154648"/>
                  </a:lnTo>
                  <a:lnTo>
                    <a:pt x="5401431" y="154648"/>
                  </a:lnTo>
                  <a:lnTo>
                    <a:pt x="5401540" y="154648"/>
                  </a:lnTo>
                  <a:lnTo>
                    <a:pt x="5401648" y="154648"/>
                  </a:lnTo>
                  <a:lnTo>
                    <a:pt x="5401757" y="154648"/>
                  </a:lnTo>
                  <a:lnTo>
                    <a:pt x="5401865" y="154648"/>
                  </a:lnTo>
                  <a:lnTo>
                    <a:pt x="5401974" y="154648"/>
                  </a:lnTo>
                  <a:lnTo>
                    <a:pt x="5402082" y="154648"/>
                  </a:lnTo>
                  <a:lnTo>
                    <a:pt x="5402191" y="154648"/>
                  </a:lnTo>
                  <a:lnTo>
                    <a:pt x="5402299" y="154648"/>
                  </a:lnTo>
                  <a:lnTo>
                    <a:pt x="5402407" y="154648"/>
                  </a:lnTo>
                  <a:lnTo>
                    <a:pt x="5402516" y="154648"/>
                  </a:lnTo>
                  <a:lnTo>
                    <a:pt x="5402624" y="154648"/>
                  </a:lnTo>
                  <a:lnTo>
                    <a:pt x="5402733" y="154648"/>
                  </a:lnTo>
                  <a:lnTo>
                    <a:pt x="5402841" y="154648"/>
                  </a:lnTo>
                  <a:lnTo>
                    <a:pt x="5402950" y="154648"/>
                  </a:lnTo>
                  <a:lnTo>
                    <a:pt x="5403058" y="154648"/>
                  </a:lnTo>
                  <a:lnTo>
                    <a:pt x="5403167" y="154648"/>
                  </a:lnTo>
                  <a:lnTo>
                    <a:pt x="5403275" y="154648"/>
                  </a:lnTo>
                  <a:lnTo>
                    <a:pt x="5403383" y="154648"/>
                  </a:lnTo>
                  <a:lnTo>
                    <a:pt x="5403383" y="154024"/>
                  </a:lnTo>
                  <a:lnTo>
                    <a:pt x="5403492" y="154024"/>
                  </a:lnTo>
                  <a:lnTo>
                    <a:pt x="5403600" y="154024"/>
                  </a:lnTo>
                  <a:lnTo>
                    <a:pt x="5403709" y="154024"/>
                  </a:lnTo>
                  <a:lnTo>
                    <a:pt x="5403817" y="154024"/>
                  </a:lnTo>
                  <a:lnTo>
                    <a:pt x="5403926" y="154024"/>
                  </a:lnTo>
                  <a:lnTo>
                    <a:pt x="5404034" y="154024"/>
                  </a:lnTo>
                  <a:lnTo>
                    <a:pt x="5404143" y="154024"/>
                  </a:lnTo>
                  <a:lnTo>
                    <a:pt x="5404251" y="154024"/>
                  </a:lnTo>
                  <a:lnTo>
                    <a:pt x="5404359" y="154024"/>
                  </a:lnTo>
                  <a:lnTo>
                    <a:pt x="5404468" y="154024"/>
                  </a:lnTo>
                  <a:lnTo>
                    <a:pt x="5404576" y="154024"/>
                  </a:lnTo>
                  <a:lnTo>
                    <a:pt x="5404685" y="154024"/>
                  </a:lnTo>
                  <a:lnTo>
                    <a:pt x="5404793" y="154024"/>
                  </a:lnTo>
                  <a:lnTo>
                    <a:pt x="5404902" y="154024"/>
                  </a:lnTo>
                  <a:lnTo>
                    <a:pt x="5405010" y="154024"/>
                  </a:lnTo>
                  <a:lnTo>
                    <a:pt x="5405119" y="154024"/>
                  </a:lnTo>
                  <a:lnTo>
                    <a:pt x="5405227" y="154024"/>
                  </a:lnTo>
                  <a:lnTo>
                    <a:pt x="5405335" y="154024"/>
                  </a:lnTo>
                  <a:lnTo>
                    <a:pt x="5405444" y="154024"/>
                  </a:lnTo>
                  <a:lnTo>
                    <a:pt x="5405552" y="154024"/>
                  </a:lnTo>
                  <a:lnTo>
                    <a:pt x="5405661" y="154024"/>
                  </a:lnTo>
                  <a:lnTo>
                    <a:pt x="5405769" y="154024"/>
                  </a:lnTo>
                  <a:lnTo>
                    <a:pt x="5405878" y="154024"/>
                  </a:lnTo>
                  <a:lnTo>
                    <a:pt x="5405986" y="154024"/>
                  </a:lnTo>
                  <a:lnTo>
                    <a:pt x="5405986" y="153401"/>
                  </a:lnTo>
                  <a:lnTo>
                    <a:pt x="5406095" y="153401"/>
                  </a:lnTo>
                  <a:lnTo>
                    <a:pt x="5406203" y="153401"/>
                  </a:lnTo>
                  <a:lnTo>
                    <a:pt x="5406312" y="153401"/>
                  </a:lnTo>
                  <a:lnTo>
                    <a:pt x="5406420" y="153401"/>
                  </a:lnTo>
                  <a:lnTo>
                    <a:pt x="5406528" y="153401"/>
                  </a:lnTo>
                  <a:lnTo>
                    <a:pt x="5406637" y="153401"/>
                  </a:lnTo>
                  <a:lnTo>
                    <a:pt x="5406745" y="153401"/>
                  </a:lnTo>
                  <a:lnTo>
                    <a:pt x="5406854" y="153401"/>
                  </a:lnTo>
                  <a:lnTo>
                    <a:pt x="5406962" y="153401"/>
                  </a:lnTo>
                  <a:lnTo>
                    <a:pt x="5407071" y="153401"/>
                  </a:lnTo>
                  <a:lnTo>
                    <a:pt x="5407179" y="153401"/>
                  </a:lnTo>
                  <a:lnTo>
                    <a:pt x="5407288" y="153401"/>
                  </a:lnTo>
                  <a:lnTo>
                    <a:pt x="5407396" y="153401"/>
                  </a:lnTo>
                  <a:lnTo>
                    <a:pt x="5407504" y="153401"/>
                  </a:lnTo>
                  <a:lnTo>
                    <a:pt x="5407613" y="153401"/>
                  </a:lnTo>
                  <a:lnTo>
                    <a:pt x="5407721" y="153401"/>
                  </a:lnTo>
                  <a:lnTo>
                    <a:pt x="5407830" y="153401"/>
                  </a:lnTo>
                  <a:lnTo>
                    <a:pt x="5407938" y="153401"/>
                  </a:lnTo>
                  <a:lnTo>
                    <a:pt x="5408047" y="153401"/>
                  </a:lnTo>
                  <a:lnTo>
                    <a:pt x="5408155" y="153401"/>
                  </a:lnTo>
                  <a:lnTo>
                    <a:pt x="5408264" y="153401"/>
                  </a:lnTo>
                  <a:lnTo>
                    <a:pt x="5408372" y="153401"/>
                  </a:lnTo>
                  <a:lnTo>
                    <a:pt x="5408480" y="153401"/>
                  </a:lnTo>
                  <a:lnTo>
                    <a:pt x="5408589" y="153401"/>
                  </a:lnTo>
                  <a:lnTo>
                    <a:pt x="5408697" y="153401"/>
                  </a:lnTo>
                  <a:lnTo>
                    <a:pt x="5408806" y="153401"/>
                  </a:lnTo>
                  <a:lnTo>
                    <a:pt x="5408914" y="153401"/>
                  </a:lnTo>
                  <a:lnTo>
                    <a:pt x="5409023" y="153401"/>
                  </a:lnTo>
                  <a:lnTo>
                    <a:pt x="5409131" y="153401"/>
                  </a:lnTo>
                  <a:lnTo>
                    <a:pt x="5409240" y="153401"/>
                  </a:lnTo>
                  <a:lnTo>
                    <a:pt x="5409348" y="153401"/>
                  </a:lnTo>
                  <a:lnTo>
                    <a:pt x="5409456" y="153401"/>
                  </a:lnTo>
                  <a:lnTo>
                    <a:pt x="5409565" y="153401"/>
                  </a:lnTo>
                  <a:lnTo>
                    <a:pt x="5409673" y="153401"/>
                  </a:lnTo>
                  <a:lnTo>
                    <a:pt x="5409782" y="153401"/>
                  </a:lnTo>
                  <a:lnTo>
                    <a:pt x="5409890" y="153401"/>
                  </a:lnTo>
                  <a:lnTo>
                    <a:pt x="5409999" y="153401"/>
                  </a:lnTo>
                  <a:lnTo>
                    <a:pt x="5410107" y="153401"/>
                  </a:lnTo>
                  <a:lnTo>
                    <a:pt x="5410216" y="153401"/>
                  </a:lnTo>
                  <a:lnTo>
                    <a:pt x="5410324" y="153401"/>
                  </a:lnTo>
                  <a:lnTo>
                    <a:pt x="5410433" y="153401"/>
                  </a:lnTo>
                  <a:lnTo>
                    <a:pt x="5410541" y="153401"/>
                  </a:lnTo>
                  <a:lnTo>
                    <a:pt x="5410649" y="153401"/>
                  </a:lnTo>
                  <a:lnTo>
                    <a:pt x="5410758" y="153401"/>
                  </a:lnTo>
                  <a:lnTo>
                    <a:pt x="5410866" y="153401"/>
                  </a:lnTo>
                  <a:lnTo>
                    <a:pt x="5410975" y="153401"/>
                  </a:lnTo>
                  <a:lnTo>
                    <a:pt x="5411083" y="153401"/>
                  </a:lnTo>
                  <a:lnTo>
                    <a:pt x="5411192" y="153401"/>
                  </a:lnTo>
                  <a:lnTo>
                    <a:pt x="5411300" y="153401"/>
                  </a:lnTo>
                  <a:lnTo>
                    <a:pt x="5411409" y="153401"/>
                  </a:lnTo>
                  <a:lnTo>
                    <a:pt x="5411517" y="153401"/>
                  </a:lnTo>
                  <a:lnTo>
                    <a:pt x="5411625" y="153401"/>
                  </a:lnTo>
                  <a:lnTo>
                    <a:pt x="5411734" y="153401"/>
                  </a:lnTo>
                  <a:lnTo>
                    <a:pt x="5411842" y="153401"/>
                  </a:lnTo>
                  <a:lnTo>
                    <a:pt x="5411951" y="153401"/>
                  </a:lnTo>
                  <a:lnTo>
                    <a:pt x="5412059" y="153401"/>
                  </a:lnTo>
                  <a:lnTo>
                    <a:pt x="5412168" y="153401"/>
                  </a:lnTo>
                  <a:lnTo>
                    <a:pt x="5412276" y="153401"/>
                  </a:lnTo>
                  <a:lnTo>
                    <a:pt x="5412385" y="153401"/>
                  </a:lnTo>
                  <a:lnTo>
                    <a:pt x="5412493" y="153401"/>
                  </a:lnTo>
                  <a:lnTo>
                    <a:pt x="5412601" y="153401"/>
                  </a:lnTo>
                  <a:lnTo>
                    <a:pt x="5412710" y="153401"/>
                  </a:lnTo>
                  <a:lnTo>
                    <a:pt x="5412818" y="153401"/>
                  </a:lnTo>
                  <a:lnTo>
                    <a:pt x="5412927" y="153401"/>
                  </a:lnTo>
                  <a:lnTo>
                    <a:pt x="5413035" y="153401"/>
                  </a:lnTo>
                  <a:lnTo>
                    <a:pt x="5413144" y="153401"/>
                  </a:lnTo>
                  <a:lnTo>
                    <a:pt x="5413252" y="153401"/>
                  </a:lnTo>
                  <a:lnTo>
                    <a:pt x="5413361" y="153401"/>
                  </a:lnTo>
                  <a:lnTo>
                    <a:pt x="5413469" y="153401"/>
                  </a:lnTo>
                  <a:lnTo>
                    <a:pt x="5413577" y="153401"/>
                  </a:lnTo>
                  <a:lnTo>
                    <a:pt x="5413686" y="153401"/>
                  </a:lnTo>
                  <a:lnTo>
                    <a:pt x="5413794" y="153401"/>
                  </a:lnTo>
                  <a:lnTo>
                    <a:pt x="5413903" y="153401"/>
                  </a:lnTo>
                  <a:lnTo>
                    <a:pt x="5414011" y="153401"/>
                  </a:lnTo>
                  <a:lnTo>
                    <a:pt x="5414120" y="153401"/>
                  </a:lnTo>
                  <a:lnTo>
                    <a:pt x="5414228" y="153401"/>
                  </a:lnTo>
                  <a:lnTo>
                    <a:pt x="5414337" y="153401"/>
                  </a:lnTo>
                  <a:lnTo>
                    <a:pt x="5414445" y="153401"/>
                  </a:lnTo>
                  <a:lnTo>
                    <a:pt x="5414554" y="153401"/>
                  </a:lnTo>
                  <a:lnTo>
                    <a:pt x="5414662" y="153401"/>
                  </a:lnTo>
                  <a:lnTo>
                    <a:pt x="5414770" y="153401"/>
                  </a:lnTo>
                  <a:lnTo>
                    <a:pt x="5414879" y="153401"/>
                  </a:lnTo>
                  <a:lnTo>
                    <a:pt x="5414987" y="153401"/>
                  </a:lnTo>
                  <a:lnTo>
                    <a:pt x="5414987" y="152777"/>
                  </a:lnTo>
                  <a:lnTo>
                    <a:pt x="5415096" y="152777"/>
                  </a:lnTo>
                  <a:lnTo>
                    <a:pt x="5415204" y="152777"/>
                  </a:lnTo>
                  <a:lnTo>
                    <a:pt x="5415313" y="152777"/>
                  </a:lnTo>
                  <a:lnTo>
                    <a:pt x="5415421" y="152777"/>
                  </a:lnTo>
                  <a:lnTo>
                    <a:pt x="5415530" y="152777"/>
                  </a:lnTo>
                  <a:lnTo>
                    <a:pt x="5415638" y="152777"/>
                  </a:lnTo>
                  <a:lnTo>
                    <a:pt x="5415746" y="152777"/>
                  </a:lnTo>
                  <a:lnTo>
                    <a:pt x="5415855" y="152777"/>
                  </a:lnTo>
                  <a:lnTo>
                    <a:pt x="5415963" y="152777"/>
                  </a:lnTo>
                  <a:lnTo>
                    <a:pt x="5416072" y="152777"/>
                  </a:lnTo>
                  <a:lnTo>
                    <a:pt x="5416180" y="152777"/>
                  </a:lnTo>
                  <a:lnTo>
                    <a:pt x="5416289" y="152777"/>
                  </a:lnTo>
                  <a:lnTo>
                    <a:pt x="5416397" y="152777"/>
                  </a:lnTo>
                  <a:lnTo>
                    <a:pt x="5416506" y="152777"/>
                  </a:lnTo>
                  <a:lnTo>
                    <a:pt x="5416614" y="152777"/>
                  </a:lnTo>
                  <a:lnTo>
                    <a:pt x="5416722" y="152777"/>
                  </a:lnTo>
                  <a:lnTo>
                    <a:pt x="5416831" y="152777"/>
                  </a:lnTo>
                  <a:lnTo>
                    <a:pt x="5416939" y="152777"/>
                  </a:lnTo>
                  <a:lnTo>
                    <a:pt x="5417048" y="152777"/>
                  </a:lnTo>
                  <a:lnTo>
                    <a:pt x="5417156" y="152777"/>
                  </a:lnTo>
                  <a:lnTo>
                    <a:pt x="5417265" y="152777"/>
                  </a:lnTo>
                  <a:lnTo>
                    <a:pt x="5417373" y="152777"/>
                  </a:lnTo>
                  <a:lnTo>
                    <a:pt x="5417482" y="152777"/>
                  </a:lnTo>
                  <a:lnTo>
                    <a:pt x="5417590" y="152777"/>
                  </a:lnTo>
                  <a:lnTo>
                    <a:pt x="5417698" y="152777"/>
                  </a:lnTo>
                  <a:lnTo>
                    <a:pt x="5417807" y="152777"/>
                  </a:lnTo>
                  <a:lnTo>
                    <a:pt x="5417915" y="152777"/>
                  </a:lnTo>
                  <a:lnTo>
                    <a:pt x="5418024" y="152777"/>
                  </a:lnTo>
                  <a:lnTo>
                    <a:pt x="5418132" y="152777"/>
                  </a:lnTo>
                  <a:lnTo>
                    <a:pt x="5418241" y="152777"/>
                  </a:lnTo>
                  <a:lnTo>
                    <a:pt x="5418349" y="152777"/>
                  </a:lnTo>
                  <a:lnTo>
                    <a:pt x="5418458" y="152777"/>
                  </a:lnTo>
                  <a:lnTo>
                    <a:pt x="5418566" y="152777"/>
                  </a:lnTo>
                  <a:lnTo>
                    <a:pt x="5418674" y="152777"/>
                  </a:lnTo>
                  <a:lnTo>
                    <a:pt x="5418783" y="152777"/>
                  </a:lnTo>
                  <a:lnTo>
                    <a:pt x="5418891" y="152777"/>
                  </a:lnTo>
                  <a:lnTo>
                    <a:pt x="5418891" y="152154"/>
                  </a:lnTo>
                  <a:lnTo>
                    <a:pt x="5419000" y="152154"/>
                  </a:lnTo>
                  <a:lnTo>
                    <a:pt x="5419000" y="151530"/>
                  </a:lnTo>
                  <a:lnTo>
                    <a:pt x="5419108" y="151530"/>
                  </a:lnTo>
                  <a:lnTo>
                    <a:pt x="5419217" y="151530"/>
                  </a:lnTo>
                  <a:lnTo>
                    <a:pt x="5419325" y="151530"/>
                  </a:lnTo>
                  <a:lnTo>
                    <a:pt x="5419325" y="150906"/>
                  </a:lnTo>
                  <a:lnTo>
                    <a:pt x="5419434" y="150906"/>
                  </a:lnTo>
                  <a:lnTo>
                    <a:pt x="5419542" y="150906"/>
                  </a:lnTo>
                  <a:lnTo>
                    <a:pt x="5419651" y="150906"/>
                  </a:lnTo>
                  <a:lnTo>
                    <a:pt x="5419759" y="150906"/>
                  </a:lnTo>
                  <a:lnTo>
                    <a:pt x="5419867" y="150906"/>
                  </a:lnTo>
                  <a:lnTo>
                    <a:pt x="5419976" y="150906"/>
                  </a:lnTo>
                  <a:lnTo>
                    <a:pt x="5420084" y="150906"/>
                  </a:lnTo>
                  <a:lnTo>
                    <a:pt x="5420193" y="150906"/>
                  </a:lnTo>
                  <a:lnTo>
                    <a:pt x="5420301" y="150906"/>
                  </a:lnTo>
                  <a:lnTo>
                    <a:pt x="5420410" y="150906"/>
                  </a:lnTo>
                  <a:lnTo>
                    <a:pt x="5420518" y="150906"/>
                  </a:lnTo>
                  <a:lnTo>
                    <a:pt x="5420627" y="150906"/>
                  </a:lnTo>
                  <a:lnTo>
                    <a:pt x="5420735" y="150906"/>
                  </a:lnTo>
                  <a:lnTo>
                    <a:pt x="5420843" y="150906"/>
                  </a:lnTo>
                  <a:lnTo>
                    <a:pt x="5420952" y="150906"/>
                  </a:lnTo>
                  <a:lnTo>
                    <a:pt x="5421060" y="150906"/>
                  </a:lnTo>
                  <a:lnTo>
                    <a:pt x="5421169" y="150906"/>
                  </a:lnTo>
                  <a:lnTo>
                    <a:pt x="5421277" y="150906"/>
                  </a:lnTo>
                  <a:lnTo>
                    <a:pt x="5421386" y="150906"/>
                  </a:lnTo>
                  <a:lnTo>
                    <a:pt x="5421494" y="150906"/>
                  </a:lnTo>
                  <a:lnTo>
                    <a:pt x="5421603" y="150906"/>
                  </a:lnTo>
                  <a:lnTo>
                    <a:pt x="5421711" y="150906"/>
                  </a:lnTo>
                  <a:lnTo>
                    <a:pt x="5421819" y="150906"/>
                  </a:lnTo>
                  <a:lnTo>
                    <a:pt x="5421928" y="150906"/>
                  </a:lnTo>
                  <a:lnTo>
                    <a:pt x="5422036" y="150906"/>
                  </a:lnTo>
                  <a:lnTo>
                    <a:pt x="5422145" y="150906"/>
                  </a:lnTo>
                  <a:lnTo>
                    <a:pt x="5422253" y="150906"/>
                  </a:lnTo>
                  <a:lnTo>
                    <a:pt x="5422362" y="150906"/>
                  </a:lnTo>
                  <a:lnTo>
                    <a:pt x="5422470" y="150906"/>
                  </a:lnTo>
                  <a:lnTo>
                    <a:pt x="5422579" y="150906"/>
                  </a:lnTo>
                  <a:lnTo>
                    <a:pt x="5422687" y="150906"/>
                  </a:lnTo>
                  <a:lnTo>
                    <a:pt x="5422795" y="150906"/>
                  </a:lnTo>
                  <a:lnTo>
                    <a:pt x="5422904" y="150906"/>
                  </a:lnTo>
                  <a:lnTo>
                    <a:pt x="5423012" y="150906"/>
                  </a:lnTo>
                  <a:lnTo>
                    <a:pt x="5423121" y="150906"/>
                  </a:lnTo>
                  <a:lnTo>
                    <a:pt x="5423229" y="150906"/>
                  </a:lnTo>
                  <a:lnTo>
                    <a:pt x="5423338" y="150906"/>
                  </a:lnTo>
                  <a:lnTo>
                    <a:pt x="5423446" y="150906"/>
                  </a:lnTo>
                  <a:lnTo>
                    <a:pt x="5423555" y="150906"/>
                  </a:lnTo>
                  <a:lnTo>
                    <a:pt x="5423663" y="150906"/>
                  </a:lnTo>
                  <a:lnTo>
                    <a:pt x="5423772" y="150906"/>
                  </a:lnTo>
                  <a:lnTo>
                    <a:pt x="5423880" y="150906"/>
                  </a:lnTo>
                  <a:lnTo>
                    <a:pt x="5423988" y="150906"/>
                  </a:lnTo>
                  <a:lnTo>
                    <a:pt x="5424097" y="150906"/>
                  </a:lnTo>
                  <a:lnTo>
                    <a:pt x="5424205" y="150906"/>
                  </a:lnTo>
                  <a:lnTo>
                    <a:pt x="5424314" y="150906"/>
                  </a:lnTo>
                  <a:lnTo>
                    <a:pt x="5424422" y="150906"/>
                  </a:lnTo>
                  <a:lnTo>
                    <a:pt x="5424531" y="150906"/>
                  </a:lnTo>
                  <a:lnTo>
                    <a:pt x="5424639" y="150906"/>
                  </a:lnTo>
                  <a:lnTo>
                    <a:pt x="5424748" y="150906"/>
                  </a:lnTo>
                  <a:lnTo>
                    <a:pt x="5424856" y="150906"/>
                  </a:lnTo>
                  <a:lnTo>
                    <a:pt x="5424964" y="150906"/>
                  </a:lnTo>
                  <a:lnTo>
                    <a:pt x="5425073" y="150906"/>
                  </a:lnTo>
                  <a:lnTo>
                    <a:pt x="5425181" y="150906"/>
                  </a:lnTo>
                  <a:lnTo>
                    <a:pt x="5425290" y="150906"/>
                  </a:lnTo>
                  <a:lnTo>
                    <a:pt x="5425398" y="150906"/>
                  </a:lnTo>
                  <a:lnTo>
                    <a:pt x="5425507" y="150906"/>
                  </a:lnTo>
                  <a:lnTo>
                    <a:pt x="5425615" y="150906"/>
                  </a:lnTo>
                  <a:lnTo>
                    <a:pt x="5425724" y="150906"/>
                  </a:lnTo>
                  <a:lnTo>
                    <a:pt x="5425832" y="150906"/>
                  </a:lnTo>
                  <a:lnTo>
                    <a:pt x="5425940" y="150906"/>
                  </a:lnTo>
                  <a:lnTo>
                    <a:pt x="5425940" y="150283"/>
                  </a:lnTo>
                  <a:lnTo>
                    <a:pt x="5426049" y="150283"/>
                  </a:lnTo>
                  <a:lnTo>
                    <a:pt x="5426157" y="150283"/>
                  </a:lnTo>
                  <a:lnTo>
                    <a:pt x="5426266" y="150283"/>
                  </a:lnTo>
                  <a:lnTo>
                    <a:pt x="5426374" y="150283"/>
                  </a:lnTo>
                  <a:lnTo>
                    <a:pt x="5426483" y="150283"/>
                  </a:lnTo>
                  <a:lnTo>
                    <a:pt x="5426591" y="150283"/>
                  </a:lnTo>
                  <a:lnTo>
                    <a:pt x="5426700" y="150283"/>
                  </a:lnTo>
                  <a:lnTo>
                    <a:pt x="5426808" y="150283"/>
                  </a:lnTo>
                  <a:lnTo>
                    <a:pt x="5426916" y="150283"/>
                  </a:lnTo>
                  <a:lnTo>
                    <a:pt x="5427025" y="150283"/>
                  </a:lnTo>
                  <a:lnTo>
                    <a:pt x="5427133" y="150283"/>
                  </a:lnTo>
                  <a:lnTo>
                    <a:pt x="5427242" y="150283"/>
                  </a:lnTo>
                  <a:lnTo>
                    <a:pt x="5427350" y="150283"/>
                  </a:lnTo>
                  <a:lnTo>
                    <a:pt x="5427350" y="149659"/>
                  </a:lnTo>
                  <a:lnTo>
                    <a:pt x="5427459" y="149659"/>
                  </a:lnTo>
                  <a:lnTo>
                    <a:pt x="5427567" y="149659"/>
                  </a:lnTo>
                  <a:lnTo>
                    <a:pt x="5427676" y="149659"/>
                  </a:lnTo>
                  <a:lnTo>
                    <a:pt x="5427784" y="149659"/>
                  </a:lnTo>
                  <a:lnTo>
                    <a:pt x="5427893" y="149659"/>
                  </a:lnTo>
                  <a:lnTo>
                    <a:pt x="5428001" y="149659"/>
                  </a:lnTo>
                  <a:lnTo>
                    <a:pt x="5428109" y="149659"/>
                  </a:lnTo>
                  <a:lnTo>
                    <a:pt x="5428218" y="149659"/>
                  </a:lnTo>
                  <a:lnTo>
                    <a:pt x="5428326" y="149659"/>
                  </a:lnTo>
                  <a:lnTo>
                    <a:pt x="5428435" y="149659"/>
                  </a:lnTo>
                  <a:lnTo>
                    <a:pt x="5428543" y="149659"/>
                  </a:lnTo>
                  <a:lnTo>
                    <a:pt x="5428652" y="149659"/>
                  </a:lnTo>
                  <a:lnTo>
                    <a:pt x="5428760" y="149659"/>
                  </a:lnTo>
                  <a:lnTo>
                    <a:pt x="5428869" y="149659"/>
                  </a:lnTo>
                  <a:lnTo>
                    <a:pt x="5428977" y="149659"/>
                  </a:lnTo>
                  <a:lnTo>
                    <a:pt x="5429085" y="149659"/>
                  </a:lnTo>
                  <a:lnTo>
                    <a:pt x="5429194" y="149659"/>
                  </a:lnTo>
                  <a:lnTo>
                    <a:pt x="5429302" y="149659"/>
                  </a:lnTo>
                  <a:lnTo>
                    <a:pt x="5429411" y="149659"/>
                  </a:lnTo>
                  <a:lnTo>
                    <a:pt x="5429519" y="149659"/>
                  </a:lnTo>
                  <a:lnTo>
                    <a:pt x="5429628" y="149659"/>
                  </a:lnTo>
                  <a:lnTo>
                    <a:pt x="5429736" y="149659"/>
                  </a:lnTo>
                  <a:lnTo>
                    <a:pt x="5429845" y="149659"/>
                  </a:lnTo>
                  <a:lnTo>
                    <a:pt x="5429953" y="149659"/>
                  </a:lnTo>
                  <a:lnTo>
                    <a:pt x="5430061" y="149659"/>
                  </a:lnTo>
                  <a:lnTo>
                    <a:pt x="5430170" y="149659"/>
                  </a:lnTo>
                  <a:lnTo>
                    <a:pt x="5430278" y="149659"/>
                  </a:lnTo>
                  <a:lnTo>
                    <a:pt x="5430387" y="149659"/>
                  </a:lnTo>
                  <a:lnTo>
                    <a:pt x="5430387" y="149036"/>
                  </a:lnTo>
                  <a:lnTo>
                    <a:pt x="5430495" y="149036"/>
                  </a:lnTo>
                  <a:lnTo>
                    <a:pt x="5430604" y="149036"/>
                  </a:lnTo>
                  <a:lnTo>
                    <a:pt x="5430712" y="149036"/>
                  </a:lnTo>
                  <a:lnTo>
                    <a:pt x="5430821" y="149036"/>
                  </a:lnTo>
                  <a:lnTo>
                    <a:pt x="5430929" y="149036"/>
                  </a:lnTo>
                  <a:lnTo>
                    <a:pt x="5431037" y="149036"/>
                  </a:lnTo>
                  <a:lnTo>
                    <a:pt x="5431146" y="149036"/>
                  </a:lnTo>
                  <a:lnTo>
                    <a:pt x="5431254" y="149036"/>
                  </a:lnTo>
                  <a:lnTo>
                    <a:pt x="5431363" y="149036"/>
                  </a:lnTo>
                  <a:lnTo>
                    <a:pt x="5431471" y="149036"/>
                  </a:lnTo>
                  <a:lnTo>
                    <a:pt x="5431580" y="149036"/>
                  </a:lnTo>
                  <a:lnTo>
                    <a:pt x="5431688" y="149036"/>
                  </a:lnTo>
                  <a:lnTo>
                    <a:pt x="5431797" y="149036"/>
                  </a:lnTo>
                  <a:lnTo>
                    <a:pt x="5431905" y="149036"/>
                  </a:lnTo>
                  <a:lnTo>
                    <a:pt x="5432014" y="149036"/>
                  </a:lnTo>
                  <a:lnTo>
                    <a:pt x="5432122" y="149036"/>
                  </a:lnTo>
                  <a:lnTo>
                    <a:pt x="5432230" y="149036"/>
                  </a:lnTo>
                  <a:lnTo>
                    <a:pt x="5432339" y="149036"/>
                  </a:lnTo>
                  <a:lnTo>
                    <a:pt x="5432447" y="149036"/>
                  </a:lnTo>
                  <a:lnTo>
                    <a:pt x="5432556" y="149036"/>
                  </a:lnTo>
                  <a:lnTo>
                    <a:pt x="5432664" y="149036"/>
                  </a:lnTo>
                  <a:lnTo>
                    <a:pt x="5432664" y="148412"/>
                  </a:lnTo>
                  <a:lnTo>
                    <a:pt x="5432773" y="148412"/>
                  </a:lnTo>
                  <a:lnTo>
                    <a:pt x="5432881" y="148412"/>
                  </a:lnTo>
                  <a:lnTo>
                    <a:pt x="5432990" y="148412"/>
                  </a:lnTo>
                  <a:lnTo>
                    <a:pt x="5433098" y="148412"/>
                  </a:lnTo>
                  <a:lnTo>
                    <a:pt x="5433206" y="148412"/>
                  </a:lnTo>
                  <a:lnTo>
                    <a:pt x="5433315" y="148412"/>
                  </a:lnTo>
                  <a:lnTo>
                    <a:pt x="5433423" y="148412"/>
                  </a:lnTo>
                  <a:lnTo>
                    <a:pt x="5433532" y="148412"/>
                  </a:lnTo>
                  <a:lnTo>
                    <a:pt x="5433640" y="148412"/>
                  </a:lnTo>
                  <a:lnTo>
                    <a:pt x="5433749" y="148412"/>
                  </a:lnTo>
                  <a:lnTo>
                    <a:pt x="5433857" y="148412"/>
                  </a:lnTo>
                  <a:lnTo>
                    <a:pt x="5433966" y="148412"/>
                  </a:lnTo>
                  <a:lnTo>
                    <a:pt x="5434074" y="148412"/>
                  </a:lnTo>
                  <a:lnTo>
                    <a:pt x="5434182" y="148412"/>
                  </a:lnTo>
                  <a:lnTo>
                    <a:pt x="5434291" y="148412"/>
                  </a:lnTo>
                  <a:lnTo>
                    <a:pt x="5434399" y="148412"/>
                  </a:lnTo>
                  <a:lnTo>
                    <a:pt x="5434508" y="148412"/>
                  </a:lnTo>
                  <a:lnTo>
                    <a:pt x="5434616" y="148412"/>
                  </a:lnTo>
                  <a:lnTo>
                    <a:pt x="5434725" y="148412"/>
                  </a:lnTo>
                  <a:lnTo>
                    <a:pt x="5434833" y="148412"/>
                  </a:lnTo>
                  <a:lnTo>
                    <a:pt x="5434942" y="148412"/>
                  </a:lnTo>
                  <a:lnTo>
                    <a:pt x="5435050" y="148412"/>
                  </a:lnTo>
                  <a:lnTo>
                    <a:pt x="5435158" y="148412"/>
                  </a:lnTo>
                  <a:lnTo>
                    <a:pt x="5435267" y="148412"/>
                  </a:lnTo>
                  <a:lnTo>
                    <a:pt x="5435375" y="148412"/>
                  </a:lnTo>
                  <a:lnTo>
                    <a:pt x="5435375" y="147789"/>
                  </a:lnTo>
                  <a:lnTo>
                    <a:pt x="5435484" y="147789"/>
                  </a:lnTo>
                  <a:lnTo>
                    <a:pt x="5435592" y="147789"/>
                  </a:lnTo>
                  <a:lnTo>
                    <a:pt x="5435701" y="147789"/>
                  </a:lnTo>
                  <a:lnTo>
                    <a:pt x="5435701" y="147165"/>
                  </a:lnTo>
                  <a:lnTo>
                    <a:pt x="5435809" y="147165"/>
                  </a:lnTo>
                  <a:lnTo>
                    <a:pt x="5435918" y="147165"/>
                  </a:lnTo>
                  <a:lnTo>
                    <a:pt x="5436026" y="147165"/>
                  </a:lnTo>
                  <a:lnTo>
                    <a:pt x="5436135" y="147165"/>
                  </a:lnTo>
                  <a:lnTo>
                    <a:pt x="5436243" y="147165"/>
                  </a:lnTo>
                  <a:lnTo>
                    <a:pt x="5436351" y="147165"/>
                  </a:lnTo>
                  <a:lnTo>
                    <a:pt x="5436460" y="147165"/>
                  </a:lnTo>
                  <a:lnTo>
                    <a:pt x="5436568" y="147165"/>
                  </a:lnTo>
                  <a:lnTo>
                    <a:pt x="5436677" y="147165"/>
                  </a:lnTo>
                  <a:lnTo>
                    <a:pt x="5436785" y="147165"/>
                  </a:lnTo>
                  <a:lnTo>
                    <a:pt x="5436894" y="147165"/>
                  </a:lnTo>
                  <a:lnTo>
                    <a:pt x="5437002" y="147165"/>
                  </a:lnTo>
                  <a:lnTo>
                    <a:pt x="5437111" y="147165"/>
                  </a:lnTo>
                  <a:lnTo>
                    <a:pt x="5437219" y="147165"/>
                  </a:lnTo>
                  <a:lnTo>
                    <a:pt x="5437327" y="147165"/>
                  </a:lnTo>
                  <a:lnTo>
                    <a:pt x="5437436" y="147165"/>
                  </a:lnTo>
                  <a:lnTo>
                    <a:pt x="5437544" y="147165"/>
                  </a:lnTo>
                  <a:lnTo>
                    <a:pt x="5437653" y="147165"/>
                  </a:lnTo>
                  <a:lnTo>
                    <a:pt x="5437761" y="147165"/>
                  </a:lnTo>
                  <a:lnTo>
                    <a:pt x="5437870" y="147165"/>
                  </a:lnTo>
                  <a:lnTo>
                    <a:pt x="5437978" y="147165"/>
                  </a:lnTo>
                  <a:lnTo>
                    <a:pt x="5438087" y="147165"/>
                  </a:lnTo>
                  <a:lnTo>
                    <a:pt x="5438195" y="147165"/>
                  </a:lnTo>
                  <a:lnTo>
                    <a:pt x="5438303" y="147165"/>
                  </a:lnTo>
                  <a:lnTo>
                    <a:pt x="5438412" y="147165"/>
                  </a:lnTo>
                  <a:lnTo>
                    <a:pt x="5438520" y="147165"/>
                  </a:lnTo>
                  <a:lnTo>
                    <a:pt x="5438629" y="147165"/>
                  </a:lnTo>
                  <a:lnTo>
                    <a:pt x="5438737" y="147165"/>
                  </a:lnTo>
                  <a:lnTo>
                    <a:pt x="5438846" y="147165"/>
                  </a:lnTo>
                  <a:lnTo>
                    <a:pt x="5438954" y="147165"/>
                  </a:lnTo>
                  <a:lnTo>
                    <a:pt x="5439063" y="147165"/>
                  </a:lnTo>
                  <a:lnTo>
                    <a:pt x="5439171" y="147165"/>
                  </a:lnTo>
                  <a:lnTo>
                    <a:pt x="5439279" y="147165"/>
                  </a:lnTo>
                  <a:lnTo>
                    <a:pt x="5439388" y="147165"/>
                  </a:lnTo>
                  <a:lnTo>
                    <a:pt x="5439496" y="147165"/>
                  </a:lnTo>
                  <a:lnTo>
                    <a:pt x="5439605" y="147165"/>
                  </a:lnTo>
                  <a:lnTo>
                    <a:pt x="5439713" y="147165"/>
                  </a:lnTo>
                  <a:lnTo>
                    <a:pt x="5439822" y="147165"/>
                  </a:lnTo>
                  <a:lnTo>
                    <a:pt x="5439930" y="147165"/>
                  </a:lnTo>
                  <a:lnTo>
                    <a:pt x="5440039" y="147165"/>
                  </a:lnTo>
                  <a:lnTo>
                    <a:pt x="5440039" y="146541"/>
                  </a:lnTo>
                  <a:lnTo>
                    <a:pt x="5440147" y="146541"/>
                  </a:lnTo>
                  <a:lnTo>
                    <a:pt x="5440255" y="146541"/>
                  </a:lnTo>
                  <a:lnTo>
                    <a:pt x="5440255" y="145918"/>
                  </a:lnTo>
                  <a:lnTo>
                    <a:pt x="5440364" y="145918"/>
                  </a:lnTo>
                  <a:lnTo>
                    <a:pt x="5440364" y="145294"/>
                  </a:lnTo>
                  <a:lnTo>
                    <a:pt x="5440472" y="145294"/>
                  </a:lnTo>
                  <a:lnTo>
                    <a:pt x="5440581" y="145294"/>
                  </a:lnTo>
                  <a:lnTo>
                    <a:pt x="5440689" y="145294"/>
                  </a:lnTo>
                  <a:lnTo>
                    <a:pt x="5440798" y="145294"/>
                  </a:lnTo>
                  <a:lnTo>
                    <a:pt x="5440906" y="145294"/>
                  </a:lnTo>
                  <a:lnTo>
                    <a:pt x="5441015" y="145294"/>
                  </a:lnTo>
                  <a:lnTo>
                    <a:pt x="5441123" y="145294"/>
                  </a:lnTo>
                  <a:lnTo>
                    <a:pt x="5441232" y="145294"/>
                  </a:lnTo>
                  <a:lnTo>
                    <a:pt x="5441340" y="145294"/>
                  </a:lnTo>
                  <a:lnTo>
                    <a:pt x="5441448" y="145294"/>
                  </a:lnTo>
                  <a:lnTo>
                    <a:pt x="5441557" y="145294"/>
                  </a:lnTo>
                  <a:lnTo>
                    <a:pt x="5441665" y="145294"/>
                  </a:lnTo>
                  <a:lnTo>
                    <a:pt x="5441774" y="145294"/>
                  </a:lnTo>
                  <a:lnTo>
                    <a:pt x="5441882" y="145294"/>
                  </a:lnTo>
                  <a:lnTo>
                    <a:pt x="5441991" y="145294"/>
                  </a:lnTo>
                  <a:lnTo>
                    <a:pt x="5442099" y="145294"/>
                  </a:lnTo>
                  <a:lnTo>
                    <a:pt x="5442208" y="145294"/>
                  </a:lnTo>
                  <a:lnTo>
                    <a:pt x="5442316" y="145294"/>
                  </a:lnTo>
                  <a:lnTo>
                    <a:pt x="5442424" y="145294"/>
                  </a:lnTo>
                  <a:lnTo>
                    <a:pt x="5442533" y="145294"/>
                  </a:lnTo>
                  <a:lnTo>
                    <a:pt x="5442641" y="145294"/>
                  </a:lnTo>
                  <a:lnTo>
                    <a:pt x="5442750" y="145294"/>
                  </a:lnTo>
                  <a:lnTo>
                    <a:pt x="5442858" y="145294"/>
                  </a:lnTo>
                  <a:lnTo>
                    <a:pt x="5442967" y="145294"/>
                  </a:lnTo>
                  <a:lnTo>
                    <a:pt x="5443075" y="145294"/>
                  </a:lnTo>
                  <a:lnTo>
                    <a:pt x="5443184" y="145294"/>
                  </a:lnTo>
                  <a:lnTo>
                    <a:pt x="5443292" y="145294"/>
                  </a:lnTo>
                  <a:lnTo>
                    <a:pt x="5443400" y="145294"/>
                  </a:lnTo>
                  <a:lnTo>
                    <a:pt x="5443509" y="145294"/>
                  </a:lnTo>
                  <a:lnTo>
                    <a:pt x="5443617" y="145294"/>
                  </a:lnTo>
                  <a:lnTo>
                    <a:pt x="5443726" y="145294"/>
                  </a:lnTo>
                  <a:lnTo>
                    <a:pt x="5443834" y="145294"/>
                  </a:lnTo>
                  <a:lnTo>
                    <a:pt x="5443943" y="145294"/>
                  </a:lnTo>
                  <a:lnTo>
                    <a:pt x="5444051" y="145294"/>
                  </a:lnTo>
                  <a:lnTo>
                    <a:pt x="5444160" y="145294"/>
                  </a:lnTo>
                  <a:lnTo>
                    <a:pt x="5444268" y="145294"/>
                  </a:lnTo>
                  <a:lnTo>
                    <a:pt x="5444376" y="145294"/>
                  </a:lnTo>
                  <a:lnTo>
                    <a:pt x="5444485" y="145294"/>
                  </a:lnTo>
                  <a:lnTo>
                    <a:pt x="5444593" y="145294"/>
                  </a:lnTo>
                  <a:lnTo>
                    <a:pt x="5444702" y="145294"/>
                  </a:lnTo>
                  <a:lnTo>
                    <a:pt x="5444810" y="145294"/>
                  </a:lnTo>
                  <a:lnTo>
                    <a:pt x="5444919" y="145294"/>
                  </a:lnTo>
                  <a:lnTo>
                    <a:pt x="5445027" y="145294"/>
                  </a:lnTo>
                  <a:lnTo>
                    <a:pt x="5445136" y="145294"/>
                  </a:lnTo>
                  <a:lnTo>
                    <a:pt x="5445244" y="145294"/>
                  </a:lnTo>
                  <a:lnTo>
                    <a:pt x="5445353" y="145294"/>
                  </a:lnTo>
                  <a:lnTo>
                    <a:pt x="5445461" y="145294"/>
                  </a:lnTo>
                  <a:lnTo>
                    <a:pt x="5445569" y="145294"/>
                  </a:lnTo>
                  <a:lnTo>
                    <a:pt x="5445569" y="144671"/>
                  </a:lnTo>
                  <a:lnTo>
                    <a:pt x="5445678" y="144671"/>
                  </a:lnTo>
                  <a:lnTo>
                    <a:pt x="5445786" y="144671"/>
                  </a:lnTo>
                  <a:lnTo>
                    <a:pt x="5445895" y="144671"/>
                  </a:lnTo>
                  <a:lnTo>
                    <a:pt x="5446003" y="144671"/>
                  </a:lnTo>
                  <a:lnTo>
                    <a:pt x="5446112" y="144671"/>
                  </a:lnTo>
                  <a:lnTo>
                    <a:pt x="5446220" y="144671"/>
                  </a:lnTo>
                  <a:lnTo>
                    <a:pt x="5446329" y="144671"/>
                  </a:lnTo>
                  <a:lnTo>
                    <a:pt x="5446437" y="144671"/>
                  </a:lnTo>
                  <a:lnTo>
                    <a:pt x="5446545" y="144671"/>
                  </a:lnTo>
                  <a:lnTo>
                    <a:pt x="5446654" y="144671"/>
                  </a:lnTo>
                  <a:lnTo>
                    <a:pt x="5446762" y="144671"/>
                  </a:lnTo>
                  <a:lnTo>
                    <a:pt x="5446871" y="144671"/>
                  </a:lnTo>
                  <a:lnTo>
                    <a:pt x="5446979" y="144671"/>
                  </a:lnTo>
                  <a:lnTo>
                    <a:pt x="5447088" y="144671"/>
                  </a:lnTo>
                  <a:lnTo>
                    <a:pt x="5447196" y="144671"/>
                  </a:lnTo>
                  <a:lnTo>
                    <a:pt x="5447305" y="144671"/>
                  </a:lnTo>
                  <a:lnTo>
                    <a:pt x="5447413" y="144671"/>
                  </a:lnTo>
                  <a:lnTo>
                    <a:pt x="5447521" y="144671"/>
                  </a:lnTo>
                  <a:lnTo>
                    <a:pt x="5447521" y="144047"/>
                  </a:lnTo>
                  <a:lnTo>
                    <a:pt x="5447630" y="144047"/>
                  </a:lnTo>
                  <a:lnTo>
                    <a:pt x="5447738" y="144047"/>
                  </a:lnTo>
                  <a:lnTo>
                    <a:pt x="5447738" y="143423"/>
                  </a:lnTo>
                  <a:lnTo>
                    <a:pt x="5447847" y="143423"/>
                  </a:lnTo>
                  <a:lnTo>
                    <a:pt x="5447955" y="143423"/>
                  </a:lnTo>
                  <a:lnTo>
                    <a:pt x="5448064" y="143423"/>
                  </a:lnTo>
                  <a:lnTo>
                    <a:pt x="5448172" y="143423"/>
                  </a:lnTo>
                  <a:lnTo>
                    <a:pt x="5448281" y="143423"/>
                  </a:lnTo>
                  <a:lnTo>
                    <a:pt x="5448389" y="143423"/>
                  </a:lnTo>
                  <a:lnTo>
                    <a:pt x="5448497" y="143423"/>
                  </a:lnTo>
                  <a:lnTo>
                    <a:pt x="5448497" y="142800"/>
                  </a:lnTo>
                  <a:lnTo>
                    <a:pt x="5448606" y="142800"/>
                  </a:lnTo>
                  <a:lnTo>
                    <a:pt x="5448714" y="142800"/>
                  </a:lnTo>
                  <a:lnTo>
                    <a:pt x="5448823" y="142800"/>
                  </a:lnTo>
                  <a:lnTo>
                    <a:pt x="5448931" y="142800"/>
                  </a:lnTo>
                  <a:lnTo>
                    <a:pt x="5449040" y="142800"/>
                  </a:lnTo>
                  <a:lnTo>
                    <a:pt x="5449148" y="142800"/>
                  </a:lnTo>
                  <a:lnTo>
                    <a:pt x="5449257" y="142800"/>
                  </a:lnTo>
                  <a:lnTo>
                    <a:pt x="5449365" y="142800"/>
                  </a:lnTo>
                  <a:lnTo>
                    <a:pt x="5449474" y="142800"/>
                  </a:lnTo>
                  <a:lnTo>
                    <a:pt x="5449582" y="142800"/>
                  </a:lnTo>
                  <a:lnTo>
                    <a:pt x="5449690" y="142800"/>
                  </a:lnTo>
                  <a:lnTo>
                    <a:pt x="5449799" y="142800"/>
                  </a:lnTo>
                  <a:lnTo>
                    <a:pt x="5449907" y="142800"/>
                  </a:lnTo>
                  <a:lnTo>
                    <a:pt x="5450016" y="142800"/>
                  </a:lnTo>
                  <a:lnTo>
                    <a:pt x="5450124" y="142800"/>
                  </a:lnTo>
                  <a:lnTo>
                    <a:pt x="5450233" y="142800"/>
                  </a:lnTo>
                  <a:lnTo>
                    <a:pt x="5450341" y="142800"/>
                  </a:lnTo>
                  <a:lnTo>
                    <a:pt x="5450450" y="142800"/>
                  </a:lnTo>
                  <a:lnTo>
                    <a:pt x="5450558" y="142800"/>
                  </a:lnTo>
                  <a:lnTo>
                    <a:pt x="5450666" y="142800"/>
                  </a:lnTo>
                  <a:lnTo>
                    <a:pt x="5450775" y="142800"/>
                  </a:lnTo>
                  <a:lnTo>
                    <a:pt x="5450883" y="142800"/>
                  </a:lnTo>
                  <a:lnTo>
                    <a:pt x="5450992" y="142800"/>
                  </a:lnTo>
                  <a:lnTo>
                    <a:pt x="5451100" y="142800"/>
                  </a:lnTo>
                  <a:lnTo>
                    <a:pt x="5451209" y="142800"/>
                  </a:lnTo>
                  <a:lnTo>
                    <a:pt x="5451317" y="142800"/>
                  </a:lnTo>
                  <a:lnTo>
                    <a:pt x="5451426" y="142800"/>
                  </a:lnTo>
                  <a:lnTo>
                    <a:pt x="5451534" y="142800"/>
                  </a:lnTo>
                  <a:lnTo>
                    <a:pt x="5451642" y="142800"/>
                  </a:lnTo>
                  <a:lnTo>
                    <a:pt x="5451751" y="142800"/>
                  </a:lnTo>
                  <a:lnTo>
                    <a:pt x="5451751" y="142176"/>
                  </a:lnTo>
                  <a:lnTo>
                    <a:pt x="5451859" y="142176"/>
                  </a:lnTo>
                  <a:lnTo>
                    <a:pt x="5451968" y="142176"/>
                  </a:lnTo>
                  <a:lnTo>
                    <a:pt x="5452076" y="142176"/>
                  </a:lnTo>
                  <a:lnTo>
                    <a:pt x="5452185" y="142176"/>
                  </a:lnTo>
                  <a:lnTo>
                    <a:pt x="5452293" y="142176"/>
                  </a:lnTo>
                  <a:lnTo>
                    <a:pt x="5452402" y="142176"/>
                  </a:lnTo>
                  <a:lnTo>
                    <a:pt x="5452510" y="142176"/>
                  </a:lnTo>
                  <a:lnTo>
                    <a:pt x="5452618" y="142176"/>
                  </a:lnTo>
                  <a:lnTo>
                    <a:pt x="5452618" y="141553"/>
                  </a:lnTo>
                  <a:lnTo>
                    <a:pt x="5452727" y="141553"/>
                  </a:lnTo>
                  <a:lnTo>
                    <a:pt x="5452835" y="141553"/>
                  </a:lnTo>
                  <a:lnTo>
                    <a:pt x="5452944" y="141553"/>
                  </a:lnTo>
                  <a:lnTo>
                    <a:pt x="5453052" y="141553"/>
                  </a:lnTo>
                  <a:lnTo>
                    <a:pt x="5453161" y="141553"/>
                  </a:lnTo>
                  <a:lnTo>
                    <a:pt x="5453269" y="141553"/>
                  </a:lnTo>
                  <a:lnTo>
                    <a:pt x="5453378" y="141553"/>
                  </a:lnTo>
                  <a:lnTo>
                    <a:pt x="5453486" y="141553"/>
                  </a:lnTo>
                  <a:lnTo>
                    <a:pt x="5453486" y="140929"/>
                  </a:lnTo>
                  <a:lnTo>
                    <a:pt x="5453595" y="140929"/>
                  </a:lnTo>
                  <a:lnTo>
                    <a:pt x="5453703" y="140929"/>
                  </a:lnTo>
                  <a:lnTo>
                    <a:pt x="5453811" y="140929"/>
                  </a:lnTo>
                  <a:lnTo>
                    <a:pt x="5453920" y="140929"/>
                  </a:lnTo>
                  <a:lnTo>
                    <a:pt x="5454028" y="140929"/>
                  </a:lnTo>
                  <a:lnTo>
                    <a:pt x="5454137" y="140929"/>
                  </a:lnTo>
                  <a:lnTo>
                    <a:pt x="5454245" y="140929"/>
                  </a:lnTo>
                  <a:lnTo>
                    <a:pt x="5454354" y="140929"/>
                  </a:lnTo>
                  <a:lnTo>
                    <a:pt x="5454462" y="140929"/>
                  </a:lnTo>
                  <a:lnTo>
                    <a:pt x="5454571" y="140929"/>
                  </a:lnTo>
                  <a:lnTo>
                    <a:pt x="5454679" y="140929"/>
                  </a:lnTo>
                  <a:lnTo>
                    <a:pt x="5454679" y="140306"/>
                  </a:lnTo>
                  <a:lnTo>
                    <a:pt x="5454787" y="140306"/>
                  </a:lnTo>
                  <a:lnTo>
                    <a:pt x="5454896" y="140306"/>
                  </a:lnTo>
                  <a:lnTo>
                    <a:pt x="5455004" y="140306"/>
                  </a:lnTo>
                  <a:lnTo>
                    <a:pt x="5455113" y="140306"/>
                  </a:lnTo>
                  <a:lnTo>
                    <a:pt x="5455221" y="140306"/>
                  </a:lnTo>
                  <a:lnTo>
                    <a:pt x="5455330" y="140306"/>
                  </a:lnTo>
                  <a:lnTo>
                    <a:pt x="5455438" y="140306"/>
                  </a:lnTo>
                  <a:lnTo>
                    <a:pt x="5455547" y="140306"/>
                  </a:lnTo>
                  <a:lnTo>
                    <a:pt x="5455655" y="140306"/>
                  </a:lnTo>
                  <a:lnTo>
                    <a:pt x="5455763" y="140306"/>
                  </a:lnTo>
                  <a:lnTo>
                    <a:pt x="5455872" y="140306"/>
                  </a:lnTo>
                  <a:lnTo>
                    <a:pt x="5455980" y="140306"/>
                  </a:lnTo>
                  <a:lnTo>
                    <a:pt x="5456089" y="140306"/>
                  </a:lnTo>
                  <a:lnTo>
                    <a:pt x="5456197" y="140306"/>
                  </a:lnTo>
                  <a:lnTo>
                    <a:pt x="5456306" y="140306"/>
                  </a:lnTo>
                  <a:lnTo>
                    <a:pt x="5456414" y="140306"/>
                  </a:lnTo>
                  <a:lnTo>
                    <a:pt x="5456523" y="140306"/>
                  </a:lnTo>
                  <a:lnTo>
                    <a:pt x="5456523" y="139682"/>
                  </a:lnTo>
                  <a:lnTo>
                    <a:pt x="5456631" y="139682"/>
                  </a:lnTo>
                  <a:lnTo>
                    <a:pt x="5456739" y="139682"/>
                  </a:lnTo>
                  <a:lnTo>
                    <a:pt x="5456739" y="139058"/>
                  </a:lnTo>
                  <a:lnTo>
                    <a:pt x="5456848" y="139058"/>
                  </a:lnTo>
                  <a:lnTo>
                    <a:pt x="5456956" y="139058"/>
                  </a:lnTo>
                  <a:lnTo>
                    <a:pt x="5457065" y="139058"/>
                  </a:lnTo>
                  <a:lnTo>
                    <a:pt x="5457173" y="139058"/>
                  </a:lnTo>
                  <a:lnTo>
                    <a:pt x="5457282" y="139058"/>
                  </a:lnTo>
                  <a:lnTo>
                    <a:pt x="5457390" y="139058"/>
                  </a:lnTo>
                  <a:lnTo>
                    <a:pt x="5457499" y="139058"/>
                  </a:lnTo>
                  <a:lnTo>
                    <a:pt x="5457607" y="139058"/>
                  </a:lnTo>
                  <a:lnTo>
                    <a:pt x="5457716" y="139058"/>
                  </a:lnTo>
                  <a:lnTo>
                    <a:pt x="5457824" y="139058"/>
                  </a:lnTo>
                  <a:lnTo>
                    <a:pt x="5457932" y="139058"/>
                  </a:lnTo>
                  <a:lnTo>
                    <a:pt x="5458041" y="139058"/>
                  </a:lnTo>
                  <a:lnTo>
                    <a:pt x="5458149" y="139058"/>
                  </a:lnTo>
                  <a:lnTo>
                    <a:pt x="5458258" y="139058"/>
                  </a:lnTo>
                  <a:lnTo>
                    <a:pt x="5458366" y="139058"/>
                  </a:lnTo>
                  <a:lnTo>
                    <a:pt x="5458475" y="139058"/>
                  </a:lnTo>
                  <a:lnTo>
                    <a:pt x="5458583" y="139058"/>
                  </a:lnTo>
                  <a:lnTo>
                    <a:pt x="5458692" y="139058"/>
                  </a:lnTo>
                  <a:lnTo>
                    <a:pt x="5458800" y="139058"/>
                  </a:lnTo>
                  <a:lnTo>
                    <a:pt x="5458908" y="139058"/>
                  </a:lnTo>
                  <a:lnTo>
                    <a:pt x="5459017" y="139058"/>
                  </a:lnTo>
                  <a:lnTo>
                    <a:pt x="5459125" y="139058"/>
                  </a:lnTo>
                  <a:lnTo>
                    <a:pt x="5459234" y="139058"/>
                  </a:lnTo>
                  <a:lnTo>
                    <a:pt x="5459342" y="139058"/>
                  </a:lnTo>
                  <a:lnTo>
                    <a:pt x="5459451" y="139058"/>
                  </a:lnTo>
                  <a:lnTo>
                    <a:pt x="5459559" y="139058"/>
                  </a:lnTo>
                  <a:lnTo>
                    <a:pt x="5459668" y="139058"/>
                  </a:lnTo>
                  <a:lnTo>
                    <a:pt x="5459776" y="139058"/>
                  </a:lnTo>
                  <a:lnTo>
                    <a:pt x="5459884" y="139058"/>
                  </a:lnTo>
                  <a:lnTo>
                    <a:pt x="5459993" y="139058"/>
                  </a:lnTo>
                  <a:lnTo>
                    <a:pt x="5460101" y="139058"/>
                  </a:lnTo>
                  <a:lnTo>
                    <a:pt x="5460210" y="139058"/>
                  </a:lnTo>
                  <a:lnTo>
                    <a:pt x="5460318" y="139058"/>
                  </a:lnTo>
                  <a:lnTo>
                    <a:pt x="5460427" y="139058"/>
                  </a:lnTo>
                  <a:lnTo>
                    <a:pt x="5460535" y="139058"/>
                  </a:lnTo>
                  <a:lnTo>
                    <a:pt x="5460644" y="139058"/>
                  </a:lnTo>
                  <a:lnTo>
                    <a:pt x="5460644" y="138435"/>
                  </a:lnTo>
                  <a:lnTo>
                    <a:pt x="5460752" y="138435"/>
                  </a:lnTo>
                  <a:lnTo>
                    <a:pt x="5460860" y="138435"/>
                  </a:lnTo>
                  <a:lnTo>
                    <a:pt x="5460969" y="138435"/>
                  </a:lnTo>
                  <a:lnTo>
                    <a:pt x="5461077" y="138435"/>
                  </a:lnTo>
                  <a:lnTo>
                    <a:pt x="5461186" y="138435"/>
                  </a:lnTo>
                  <a:lnTo>
                    <a:pt x="5461294" y="138435"/>
                  </a:lnTo>
                  <a:lnTo>
                    <a:pt x="5461403" y="138435"/>
                  </a:lnTo>
                  <a:lnTo>
                    <a:pt x="5461511" y="138435"/>
                  </a:lnTo>
                  <a:lnTo>
                    <a:pt x="5461620" y="138435"/>
                  </a:lnTo>
                  <a:lnTo>
                    <a:pt x="5461620" y="137811"/>
                  </a:lnTo>
                  <a:lnTo>
                    <a:pt x="5461728" y="137811"/>
                  </a:lnTo>
                  <a:lnTo>
                    <a:pt x="5461837" y="137811"/>
                  </a:lnTo>
                  <a:lnTo>
                    <a:pt x="5461945" y="137811"/>
                  </a:lnTo>
                  <a:lnTo>
                    <a:pt x="5462053" y="137811"/>
                  </a:lnTo>
                  <a:lnTo>
                    <a:pt x="5462162" y="137811"/>
                  </a:lnTo>
                  <a:lnTo>
                    <a:pt x="5462270" y="137811"/>
                  </a:lnTo>
                  <a:lnTo>
                    <a:pt x="5462379" y="137811"/>
                  </a:lnTo>
                  <a:lnTo>
                    <a:pt x="5462487" y="137811"/>
                  </a:lnTo>
                  <a:lnTo>
                    <a:pt x="5462596" y="137811"/>
                  </a:lnTo>
                  <a:lnTo>
                    <a:pt x="5462704" y="137811"/>
                  </a:lnTo>
                  <a:lnTo>
                    <a:pt x="5462813" y="137811"/>
                  </a:lnTo>
                  <a:lnTo>
                    <a:pt x="5462921" y="137811"/>
                  </a:lnTo>
                  <a:lnTo>
                    <a:pt x="5463029" y="137811"/>
                  </a:lnTo>
                  <a:lnTo>
                    <a:pt x="5463138" y="137811"/>
                  </a:lnTo>
                  <a:lnTo>
                    <a:pt x="5463246" y="137811"/>
                  </a:lnTo>
                  <a:lnTo>
                    <a:pt x="5463355" y="137811"/>
                  </a:lnTo>
                  <a:lnTo>
                    <a:pt x="5463463" y="137811"/>
                  </a:lnTo>
                  <a:lnTo>
                    <a:pt x="5463572" y="137811"/>
                  </a:lnTo>
                  <a:lnTo>
                    <a:pt x="5463680" y="137811"/>
                  </a:lnTo>
                  <a:lnTo>
                    <a:pt x="5463789" y="137811"/>
                  </a:lnTo>
                  <a:lnTo>
                    <a:pt x="5463897" y="137811"/>
                  </a:lnTo>
                  <a:lnTo>
                    <a:pt x="5464005" y="137811"/>
                  </a:lnTo>
                  <a:lnTo>
                    <a:pt x="5464114" y="137811"/>
                  </a:lnTo>
                  <a:lnTo>
                    <a:pt x="5464222" y="137811"/>
                  </a:lnTo>
                  <a:lnTo>
                    <a:pt x="5464331" y="137811"/>
                  </a:lnTo>
                  <a:lnTo>
                    <a:pt x="5464439" y="137811"/>
                  </a:lnTo>
                  <a:lnTo>
                    <a:pt x="5464548" y="137811"/>
                  </a:lnTo>
                  <a:lnTo>
                    <a:pt x="5464656" y="137811"/>
                  </a:lnTo>
                  <a:lnTo>
                    <a:pt x="5464765" y="137811"/>
                  </a:lnTo>
                  <a:lnTo>
                    <a:pt x="5464873" y="137811"/>
                  </a:lnTo>
                  <a:lnTo>
                    <a:pt x="5464981" y="137811"/>
                  </a:lnTo>
                  <a:lnTo>
                    <a:pt x="5465090" y="137811"/>
                  </a:lnTo>
                  <a:lnTo>
                    <a:pt x="5465198" y="137811"/>
                  </a:lnTo>
                  <a:lnTo>
                    <a:pt x="5465307" y="137811"/>
                  </a:lnTo>
                  <a:lnTo>
                    <a:pt x="5465415" y="137811"/>
                  </a:lnTo>
                  <a:lnTo>
                    <a:pt x="5465524" y="137811"/>
                  </a:lnTo>
                  <a:lnTo>
                    <a:pt x="5465632" y="137811"/>
                  </a:lnTo>
                  <a:lnTo>
                    <a:pt x="5465632" y="137188"/>
                  </a:lnTo>
                  <a:lnTo>
                    <a:pt x="5465741" y="137188"/>
                  </a:lnTo>
                  <a:lnTo>
                    <a:pt x="5465849" y="137188"/>
                  </a:lnTo>
                  <a:lnTo>
                    <a:pt x="5465957" y="137188"/>
                  </a:lnTo>
                  <a:lnTo>
                    <a:pt x="5466066" y="137188"/>
                  </a:lnTo>
                  <a:lnTo>
                    <a:pt x="5466066" y="136564"/>
                  </a:lnTo>
                  <a:lnTo>
                    <a:pt x="5466174" y="136564"/>
                  </a:lnTo>
                  <a:lnTo>
                    <a:pt x="5466283" y="136564"/>
                  </a:lnTo>
                  <a:lnTo>
                    <a:pt x="5466391" y="136564"/>
                  </a:lnTo>
                  <a:lnTo>
                    <a:pt x="5466500" y="136564"/>
                  </a:lnTo>
                  <a:lnTo>
                    <a:pt x="5466608" y="136564"/>
                  </a:lnTo>
                  <a:lnTo>
                    <a:pt x="5466717" y="136564"/>
                  </a:lnTo>
                  <a:lnTo>
                    <a:pt x="5466825" y="136564"/>
                  </a:lnTo>
                  <a:lnTo>
                    <a:pt x="5466934" y="136564"/>
                  </a:lnTo>
                  <a:lnTo>
                    <a:pt x="5467042" y="136564"/>
                  </a:lnTo>
                  <a:lnTo>
                    <a:pt x="5467150" y="136564"/>
                  </a:lnTo>
                  <a:lnTo>
                    <a:pt x="5467259" y="136564"/>
                  </a:lnTo>
                  <a:lnTo>
                    <a:pt x="5467367" y="136564"/>
                  </a:lnTo>
                  <a:lnTo>
                    <a:pt x="5467476" y="136564"/>
                  </a:lnTo>
                  <a:lnTo>
                    <a:pt x="5467584" y="136564"/>
                  </a:lnTo>
                  <a:lnTo>
                    <a:pt x="5467693" y="136564"/>
                  </a:lnTo>
                  <a:lnTo>
                    <a:pt x="5467801" y="136564"/>
                  </a:lnTo>
                  <a:lnTo>
                    <a:pt x="5467910" y="136564"/>
                  </a:lnTo>
                  <a:lnTo>
                    <a:pt x="5468018" y="136564"/>
                  </a:lnTo>
                  <a:lnTo>
                    <a:pt x="5468126" y="136564"/>
                  </a:lnTo>
                  <a:lnTo>
                    <a:pt x="5468235" y="136564"/>
                  </a:lnTo>
                  <a:lnTo>
                    <a:pt x="5468343" y="136564"/>
                  </a:lnTo>
                  <a:lnTo>
                    <a:pt x="5468452" y="136564"/>
                  </a:lnTo>
                  <a:lnTo>
                    <a:pt x="5468560" y="136564"/>
                  </a:lnTo>
                  <a:lnTo>
                    <a:pt x="5468669" y="136564"/>
                  </a:lnTo>
                  <a:lnTo>
                    <a:pt x="5468777" y="136564"/>
                  </a:lnTo>
                  <a:lnTo>
                    <a:pt x="5468886" y="136564"/>
                  </a:lnTo>
                  <a:lnTo>
                    <a:pt x="5468994" y="136564"/>
                  </a:lnTo>
                  <a:lnTo>
                    <a:pt x="5469102" y="136564"/>
                  </a:lnTo>
                  <a:lnTo>
                    <a:pt x="5469211" y="136564"/>
                  </a:lnTo>
                  <a:lnTo>
                    <a:pt x="5469319" y="136564"/>
                  </a:lnTo>
                  <a:lnTo>
                    <a:pt x="5469428" y="136564"/>
                  </a:lnTo>
                  <a:lnTo>
                    <a:pt x="5469536" y="136564"/>
                  </a:lnTo>
                  <a:lnTo>
                    <a:pt x="5469645" y="136564"/>
                  </a:lnTo>
                  <a:lnTo>
                    <a:pt x="5469753" y="136564"/>
                  </a:lnTo>
                  <a:lnTo>
                    <a:pt x="5469753" y="135940"/>
                  </a:lnTo>
                  <a:lnTo>
                    <a:pt x="5469753" y="135317"/>
                  </a:lnTo>
                  <a:lnTo>
                    <a:pt x="5469862" y="135317"/>
                  </a:lnTo>
                  <a:lnTo>
                    <a:pt x="5469970" y="135317"/>
                  </a:lnTo>
                  <a:lnTo>
                    <a:pt x="5470078" y="135317"/>
                  </a:lnTo>
                  <a:lnTo>
                    <a:pt x="5470187" y="135317"/>
                  </a:lnTo>
                  <a:lnTo>
                    <a:pt x="5470295" y="135317"/>
                  </a:lnTo>
                  <a:lnTo>
                    <a:pt x="5470404" y="135317"/>
                  </a:lnTo>
                  <a:lnTo>
                    <a:pt x="5470512" y="135317"/>
                  </a:lnTo>
                  <a:lnTo>
                    <a:pt x="5470621" y="135317"/>
                  </a:lnTo>
                  <a:lnTo>
                    <a:pt x="5470729" y="135317"/>
                  </a:lnTo>
                  <a:lnTo>
                    <a:pt x="5470838" y="135317"/>
                  </a:lnTo>
                  <a:lnTo>
                    <a:pt x="5470946" y="135317"/>
                  </a:lnTo>
                  <a:lnTo>
                    <a:pt x="5471055" y="135317"/>
                  </a:lnTo>
                  <a:lnTo>
                    <a:pt x="5471163" y="135317"/>
                  </a:lnTo>
                  <a:lnTo>
                    <a:pt x="5471271" y="135317"/>
                  </a:lnTo>
                  <a:lnTo>
                    <a:pt x="5471380" y="135317"/>
                  </a:lnTo>
                  <a:lnTo>
                    <a:pt x="5471488" y="135317"/>
                  </a:lnTo>
                  <a:lnTo>
                    <a:pt x="5471597" y="135317"/>
                  </a:lnTo>
                  <a:lnTo>
                    <a:pt x="5471705" y="135317"/>
                  </a:lnTo>
                  <a:lnTo>
                    <a:pt x="5471814" y="135317"/>
                  </a:lnTo>
                  <a:lnTo>
                    <a:pt x="5471922" y="135317"/>
                  </a:lnTo>
                  <a:lnTo>
                    <a:pt x="5472031" y="135317"/>
                  </a:lnTo>
                  <a:lnTo>
                    <a:pt x="5472139" y="135317"/>
                  </a:lnTo>
                  <a:lnTo>
                    <a:pt x="5472247" y="135317"/>
                  </a:lnTo>
                  <a:lnTo>
                    <a:pt x="5472356" y="135317"/>
                  </a:lnTo>
                  <a:lnTo>
                    <a:pt x="5472464" y="135317"/>
                  </a:lnTo>
                  <a:lnTo>
                    <a:pt x="5472573" y="135317"/>
                  </a:lnTo>
                  <a:lnTo>
                    <a:pt x="5472681" y="135317"/>
                  </a:lnTo>
                  <a:lnTo>
                    <a:pt x="5472790" y="135317"/>
                  </a:lnTo>
                  <a:lnTo>
                    <a:pt x="5472898" y="135317"/>
                  </a:lnTo>
                  <a:lnTo>
                    <a:pt x="5472898" y="134693"/>
                  </a:lnTo>
                  <a:lnTo>
                    <a:pt x="5473007" y="134693"/>
                  </a:lnTo>
                  <a:lnTo>
                    <a:pt x="5473115" y="134693"/>
                  </a:lnTo>
                  <a:lnTo>
                    <a:pt x="5473223" y="134693"/>
                  </a:lnTo>
                  <a:lnTo>
                    <a:pt x="5473332" y="134693"/>
                  </a:lnTo>
                  <a:lnTo>
                    <a:pt x="5473440" y="134693"/>
                  </a:lnTo>
                  <a:lnTo>
                    <a:pt x="5473549" y="134693"/>
                  </a:lnTo>
                  <a:lnTo>
                    <a:pt x="5473657" y="134693"/>
                  </a:lnTo>
                  <a:lnTo>
                    <a:pt x="5473766" y="134693"/>
                  </a:lnTo>
                  <a:lnTo>
                    <a:pt x="5473874" y="134693"/>
                  </a:lnTo>
                  <a:lnTo>
                    <a:pt x="5473983" y="134693"/>
                  </a:lnTo>
                  <a:lnTo>
                    <a:pt x="5474091" y="134693"/>
                  </a:lnTo>
                  <a:lnTo>
                    <a:pt x="5474199" y="134693"/>
                  </a:lnTo>
                  <a:lnTo>
                    <a:pt x="5474308" y="134693"/>
                  </a:lnTo>
                  <a:lnTo>
                    <a:pt x="5474416" y="134693"/>
                  </a:lnTo>
                  <a:lnTo>
                    <a:pt x="5474525" y="134693"/>
                  </a:lnTo>
                  <a:lnTo>
                    <a:pt x="5474633" y="134693"/>
                  </a:lnTo>
                  <a:lnTo>
                    <a:pt x="5474742" y="134693"/>
                  </a:lnTo>
                  <a:lnTo>
                    <a:pt x="5474850" y="134693"/>
                  </a:lnTo>
                  <a:lnTo>
                    <a:pt x="5474959" y="134693"/>
                  </a:lnTo>
                  <a:lnTo>
                    <a:pt x="5475067" y="134693"/>
                  </a:lnTo>
                  <a:lnTo>
                    <a:pt x="5475176" y="134693"/>
                  </a:lnTo>
                  <a:lnTo>
                    <a:pt x="5475284" y="134693"/>
                  </a:lnTo>
                  <a:lnTo>
                    <a:pt x="5475392" y="134693"/>
                  </a:lnTo>
                  <a:lnTo>
                    <a:pt x="5475501" y="134693"/>
                  </a:lnTo>
                  <a:lnTo>
                    <a:pt x="5475609" y="134693"/>
                  </a:lnTo>
                  <a:lnTo>
                    <a:pt x="5475718" y="134693"/>
                  </a:lnTo>
                  <a:lnTo>
                    <a:pt x="5475826" y="134693"/>
                  </a:lnTo>
                  <a:lnTo>
                    <a:pt x="5475935" y="134693"/>
                  </a:lnTo>
                  <a:lnTo>
                    <a:pt x="5476043" y="134693"/>
                  </a:lnTo>
                  <a:lnTo>
                    <a:pt x="5476152" y="134693"/>
                  </a:lnTo>
                  <a:lnTo>
                    <a:pt x="5476260" y="134693"/>
                  </a:lnTo>
                  <a:lnTo>
                    <a:pt x="5476368" y="134693"/>
                  </a:lnTo>
                  <a:lnTo>
                    <a:pt x="5476477" y="134693"/>
                  </a:lnTo>
                  <a:lnTo>
                    <a:pt x="5476585" y="134693"/>
                  </a:lnTo>
                  <a:lnTo>
                    <a:pt x="5476585" y="134070"/>
                  </a:lnTo>
                  <a:lnTo>
                    <a:pt x="5476694" y="134070"/>
                  </a:lnTo>
                  <a:lnTo>
                    <a:pt x="5476802" y="134070"/>
                  </a:lnTo>
                  <a:lnTo>
                    <a:pt x="5476911" y="134070"/>
                  </a:lnTo>
                  <a:lnTo>
                    <a:pt x="5477019" y="134070"/>
                  </a:lnTo>
                  <a:lnTo>
                    <a:pt x="5477128" y="134070"/>
                  </a:lnTo>
                  <a:lnTo>
                    <a:pt x="5477236" y="134070"/>
                  </a:lnTo>
                  <a:lnTo>
                    <a:pt x="5477344" y="134070"/>
                  </a:lnTo>
                  <a:lnTo>
                    <a:pt x="5477453" y="134070"/>
                  </a:lnTo>
                  <a:lnTo>
                    <a:pt x="5477561" y="134070"/>
                  </a:lnTo>
                  <a:lnTo>
                    <a:pt x="5477670" y="134070"/>
                  </a:lnTo>
                  <a:lnTo>
                    <a:pt x="5477778" y="134070"/>
                  </a:lnTo>
                  <a:lnTo>
                    <a:pt x="5477887" y="134070"/>
                  </a:lnTo>
                  <a:lnTo>
                    <a:pt x="5477995" y="134070"/>
                  </a:lnTo>
                  <a:lnTo>
                    <a:pt x="5478104" y="134070"/>
                  </a:lnTo>
                  <a:lnTo>
                    <a:pt x="5478212" y="134070"/>
                  </a:lnTo>
                  <a:lnTo>
                    <a:pt x="5478320" y="134070"/>
                  </a:lnTo>
                  <a:lnTo>
                    <a:pt x="5478429" y="134070"/>
                  </a:lnTo>
                  <a:lnTo>
                    <a:pt x="5478537" y="134070"/>
                  </a:lnTo>
                  <a:lnTo>
                    <a:pt x="5478646" y="134070"/>
                  </a:lnTo>
                  <a:lnTo>
                    <a:pt x="5478754" y="134070"/>
                  </a:lnTo>
                  <a:lnTo>
                    <a:pt x="5478863" y="134070"/>
                  </a:lnTo>
                  <a:lnTo>
                    <a:pt x="5478971" y="134070"/>
                  </a:lnTo>
                  <a:lnTo>
                    <a:pt x="5479080" y="134070"/>
                  </a:lnTo>
                  <a:lnTo>
                    <a:pt x="5479188" y="134070"/>
                  </a:lnTo>
                  <a:lnTo>
                    <a:pt x="5479297" y="134070"/>
                  </a:lnTo>
                  <a:lnTo>
                    <a:pt x="5479297" y="133446"/>
                  </a:lnTo>
                  <a:lnTo>
                    <a:pt x="5479405" y="133446"/>
                  </a:lnTo>
                  <a:lnTo>
                    <a:pt x="5479513" y="133446"/>
                  </a:lnTo>
                  <a:lnTo>
                    <a:pt x="5479622" y="133446"/>
                  </a:lnTo>
                  <a:lnTo>
                    <a:pt x="5479730" y="133446"/>
                  </a:lnTo>
                  <a:lnTo>
                    <a:pt x="5479839" y="133446"/>
                  </a:lnTo>
                  <a:lnTo>
                    <a:pt x="5479947" y="133446"/>
                  </a:lnTo>
                  <a:lnTo>
                    <a:pt x="5480056" y="133446"/>
                  </a:lnTo>
                  <a:lnTo>
                    <a:pt x="5480164" y="133446"/>
                  </a:lnTo>
                  <a:lnTo>
                    <a:pt x="5480273" y="133446"/>
                  </a:lnTo>
                  <a:lnTo>
                    <a:pt x="5480273" y="132823"/>
                  </a:lnTo>
                  <a:lnTo>
                    <a:pt x="5480381" y="132823"/>
                  </a:lnTo>
                  <a:lnTo>
                    <a:pt x="5480489" y="132823"/>
                  </a:lnTo>
                  <a:lnTo>
                    <a:pt x="5480598" y="132823"/>
                  </a:lnTo>
                  <a:lnTo>
                    <a:pt x="5480706" y="132823"/>
                  </a:lnTo>
                  <a:lnTo>
                    <a:pt x="5480815" y="132823"/>
                  </a:lnTo>
                  <a:lnTo>
                    <a:pt x="5480923" y="132823"/>
                  </a:lnTo>
                  <a:lnTo>
                    <a:pt x="5481032" y="132823"/>
                  </a:lnTo>
                  <a:lnTo>
                    <a:pt x="5481140" y="132823"/>
                  </a:lnTo>
                  <a:lnTo>
                    <a:pt x="5481249" y="132823"/>
                  </a:lnTo>
                  <a:lnTo>
                    <a:pt x="5481357" y="132823"/>
                  </a:lnTo>
                  <a:lnTo>
                    <a:pt x="5481465" y="132823"/>
                  </a:lnTo>
                  <a:lnTo>
                    <a:pt x="5481574" y="132823"/>
                  </a:lnTo>
                  <a:lnTo>
                    <a:pt x="5481682" y="132823"/>
                  </a:lnTo>
                  <a:lnTo>
                    <a:pt x="5481791" y="132823"/>
                  </a:lnTo>
                  <a:lnTo>
                    <a:pt x="5481899" y="132823"/>
                  </a:lnTo>
                  <a:lnTo>
                    <a:pt x="5482008" y="132823"/>
                  </a:lnTo>
                  <a:lnTo>
                    <a:pt x="5482116" y="132823"/>
                  </a:lnTo>
                  <a:lnTo>
                    <a:pt x="5482225" y="132823"/>
                  </a:lnTo>
                  <a:lnTo>
                    <a:pt x="5482333" y="132823"/>
                  </a:lnTo>
                  <a:lnTo>
                    <a:pt x="5482441" y="132823"/>
                  </a:lnTo>
                  <a:lnTo>
                    <a:pt x="5482550" y="132823"/>
                  </a:lnTo>
                  <a:lnTo>
                    <a:pt x="5482658" y="132823"/>
                  </a:lnTo>
                  <a:lnTo>
                    <a:pt x="5482767" y="132823"/>
                  </a:lnTo>
                  <a:lnTo>
                    <a:pt x="5482875" y="132823"/>
                  </a:lnTo>
                  <a:lnTo>
                    <a:pt x="5482984" y="132823"/>
                  </a:lnTo>
                  <a:lnTo>
                    <a:pt x="5483092" y="132823"/>
                  </a:lnTo>
                  <a:lnTo>
                    <a:pt x="5483201" y="132823"/>
                  </a:lnTo>
                  <a:lnTo>
                    <a:pt x="5483309" y="132823"/>
                  </a:lnTo>
                  <a:lnTo>
                    <a:pt x="5483418" y="132823"/>
                  </a:lnTo>
                  <a:lnTo>
                    <a:pt x="5483526" y="132823"/>
                  </a:lnTo>
                  <a:lnTo>
                    <a:pt x="5483634" y="132823"/>
                  </a:lnTo>
                  <a:lnTo>
                    <a:pt x="5483743" y="132823"/>
                  </a:lnTo>
                  <a:lnTo>
                    <a:pt x="5483851" y="132823"/>
                  </a:lnTo>
                  <a:lnTo>
                    <a:pt x="5483960" y="132823"/>
                  </a:lnTo>
                  <a:lnTo>
                    <a:pt x="5484068" y="132823"/>
                  </a:lnTo>
                  <a:lnTo>
                    <a:pt x="5484177" y="132823"/>
                  </a:lnTo>
                  <a:lnTo>
                    <a:pt x="5484285" y="132823"/>
                  </a:lnTo>
                  <a:lnTo>
                    <a:pt x="5484394" y="132823"/>
                  </a:lnTo>
                  <a:lnTo>
                    <a:pt x="5484502" y="132823"/>
                  </a:lnTo>
                  <a:lnTo>
                    <a:pt x="5484610" y="132823"/>
                  </a:lnTo>
                  <a:lnTo>
                    <a:pt x="5484719" y="132823"/>
                  </a:lnTo>
                  <a:lnTo>
                    <a:pt x="5484827" y="132823"/>
                  </a:lnTo>
                  <a:lnTo>
                    <a:pt x="5484936" y="132823"/>
                  </a:lnTo>
                  <a:lnTo>
                    <a:pt x="5485044" y="132823"/>
                  </a:lnTo>
                  <a:lnTo>
                    <a:pt x="5485044" y="132199"/>
                  </a:lnTo>
                  <a:lnTo>
                    <a:pt x="5485153" y="132199"/>
                  </a:lnTo>
                  <a:lnTo>
                    <a:pt x="5485261" y="132199"/>
                  </a:lnTo>
                  <a:lnTo>
                    <a:pt x="5485370" y="132199"/>
                  </a:lnTo>
                  <a:lnTo>
                    <a:pt x="5485478" y="132199"/>
                  </a:lnTo>
                  <a:lnTo>
                    <a:pt x="5485586" y="132199"/>
                  </a:lnTo>
                  <a:lnTo>
                    <a:pt x="5485695" y="132199"/>
                  </a:lnTo>
                  <a:lnTo>
                    <a:pt x="5485803" y="132199"/>
                  </a:lnTo>
                  <a:lnTo>
                    <a:pt x="5485912" y="132199"/>
                  </a:lnTo>
                  <a:lnTo>
                    <a:pt x="5486020" y="132199"/>
                  </a:lnTo>
                  <a:lnTo>
                    <a:pt x="5486129" y="132199"/>
                  </a:lnTo>
                  <a:lnTo>
                    <a:pt x="5486237" y="132199"/>
                  </a:lnTo>
                  <a:lnTo>
                    <a:pt x="5486346" y="132199"/>
                  </a:lnTo>
                  <a:lnTo>
                    <a:pt x="5486454" y="132199"/>
                  </a:lnTo>
                  <a:lnTo>
                    <a:pt x="5486562" y="132199"/>
                  </a:lnTo>
                  <a:lnTo>
                    <a:pt x="5486671" y="132199"/>
                  </a:lnTo>
                  <a:lnTo>
                    <a:pt x="5486779" y="132199"/>
                  </a:lnTo>
                  <a:lnTo>
                    <a:pt x="5486888" y="132199"/>
                  </a:lnTo>
                  <a:lnTo>
                    <a:pt x="5486996" y="132199"/>
                  </a:lnTo>
                  <a:lnTo>
                    <a:pt x="5487105" y="132199"/>
                  </a:lnTo>
                  <a:lnTo>
                    <a:pt x="5487213" y="132199"/>
                  </a:lnTo>
                  <a:lnTo>
                    <a:pt x="5487322" y="132199"/>
                  </a:lnTo>
                  <a:lnTo>
                    <a:pt x="5487430" y="132199"/>
                  </a:lnTo>
                  <a:lnTo>
                    <a:pt x="5487538" y="132199"/>
                  </a:lnTo>
                  <a:lnTo>
                    <a:pt x="5487647" y="132199"/>
                  </a:lnTo>
                  <a:lnTo>
                    <a:pt x="5487755" y="132199"/>
                  </a:lnTo>
                  <a:lnTo>
                    <a:pt x="5487864" y="132199"/>
                  </a:lnTo>
                  <a:lnTo>
                    <a:pt x="5487972" y="132199"/>
                  </a:lnTo>
                  <a:lnTo>
                    <a:pt x="5488081" y="132199"/>
                  </a:lnTo>
                  <a:lnTo>
                    <a:pt x="5488189" y="132199"/>
                  </a:lnTo>
                  <a:lnTo>
                    <a:pt x="5488298" y="132199"/>
                  </a:lnTo>
                  <a:lnTo>
                    <a:pt x="5488406" y="132199"/>
                  </a:lnTo>
                  <a:lnTo>
                    <a:pt x="5488515" y="132199"/>
                  </a:lnTo>
                  <a:lnTo>
                    <a:pt x="5488623" y="132199"/>
                  </a:lnTo>
                  <a:lnTo>
                    <a:pt x="5488731" y="132199"/>
                  </a:lnTo>
                  <a:lnTo>
                    <a:pt x="5488840" y="132199"/>
                  </a:lnTo>
                  <a:lnTo>
                    <a:pt x="5488948" y="132199"/>
                  </a:lnTo>
                  <a:lnTo>
                    <a:pt x="5489057" y="132199"/>
                  </a:lnTo>
                  <a:lnTo>
                    <a:pt x="5489165" y="132199"/>
                  </a:lnTo>
                  <a:lnTo>
                    <a:pt x="5489274" y="132199"/>
                  </a:lnTo>
                  <a:lnTo>
                    <a:pt x="5489382" y="132199"/>
                  </a:lnTo>
                  <a:lnTo>
                    <a:pt x="5489491" y="132199"/>
                  </a:lnTo>
                  <a:lnTo>
                    <a:pt x="5489599" y="132199"/>
                  </a:lnTo>
                  <a:lnTo>
                    <a:pt x="5489707" y="132199"/>
                  </a:lnTo>
                  <a:lnTo>
                    <a:pt x="5489816" y="132199"/>
                  </a:lnTo>
                  <a:lnTo>
                    <a:pt x="5489924" y="132199"/>
                  </a:lnTo>
                  <a:lnTo>
                    <a:pt x="5490033" y="132199"/>
                  </a:lnTo>
                  <a:lnTo>
                    <a:pt x="5490141" y="132199"/>
                  </a:lnTo>
                  <a:lnTo>
                    <a:pt x="5490250" y="132199"/>
                  </a:lnTo>
                  <a:lnTo>
                    <a:pt x="5490358" y="132199"/>
                  </a:lnTo>
                  <a:lnTo>
                    <a:pt x="5490467" y="132199"/>
                  </a:lnTo>
                  <a:lnTo>
                    <a:pt x="5490575" y="132199"/>
                  </a:lnTo>
                  <a:lnTo>
                    <a:pt x="5490683" y="132199"/>
                  </a:lnTo>
                  <a:lnTo>
                    <a:pt x="5490792" y="132199"/>
                  </a:lnTo>
                  <a:lnTo>
                    <a:pt x="5490900" y="132199"/>
                  </a:lnTo>
                  <a:lnTo>
                    <a:pt x="5491009" y="132199"/>
                  </a:lnTo>
                  <a:lnTo>
                    <a:pt x="5491117" y="132199"/>
                  </a:lnTo>
                  <a:lnTo>
                    <a:pt x="5491226" y="132199"/>
                  </a:lnTo>
                  <a:lnTo>
                    <a:pt x="5491334" y="132199"/>
                  </a:lnTo>
                  <a:lnTo>
                    <a:pt x="5491443" y="132199"/>
                  </a:lnTo>
                  <a:lnTo>
                    <a:pt x="5491551" y="132199"/>
                  </a:lnTo>
                  <a:lnTo>
                    <a:pt x="5491659" y="132199"/>
                  </a:lnTo>
                  <a:lnTo>
                    <a:pt x="5491768" y="132199"/>
                  </a:lnTo>
                  <a:lnTo>
                    <a:pt x="5491876" y="132199"/>
                  </a:lnTo>
                  <a:lnTo>
                    <a:pt x="5491985" y="132199"/>
                  </a:lnTo>
                  <a:lnTo>
                    <a:pt x="5492093" y="132199"/>
                  </a:lnTo>
                  <a:lnTo>
                    <a:pt x="5492093" y="131575"/>
                  </a:lnTo>
                  <a:lnTo>
                    <a:pt x="5492202" y="131575"/>
                  </a:lnTo>
                  <a:lnTo>
                    <a:pt x="5492310" y="131575"/>
                  </a:lnTo>
                  <a:lnTo>
                    <a:pt x="5492419" y="131575"/>
                  </a:lnTo>
                  <a:lnTo>
                    <a:pt x="5492527" y="131575"/>
                  </a:lnTo>
                  <a:lnTo>
                    <a:pt x="5492636" y="131575"/>
                  </a:lnTo>
                  <a:lnTo>
                    <a:pt x="5492744" y="131575"/>
                  </a:lnTo>
                  <a:lnTo>
                    <a:pt x="5492852" y="131575"/>
                  </a:lnTo>
                  <a:lnTo>
                    <a:pt x="5492852" y="130952"/>
                  </a:lnTo>
                  <a:lnTo>
                    <a:pt x="5492961" y="130952"/>
                  </a:lnTo>
                  <a:lnTo>
                    <a:pt x="5493069" y="130952"/>
                  </a:lnTo>
                  <a:lnTo>
                    <a:pt x="5493178" y="130952"/>
                  </a:lnTo>
                  <a:lnTo>
                    <a:pt x="5493286" y="130952"/>
                  </a:lnTo>
                  <a:lnTo>
                    <a:pt x="5493286" y="130328"/>
                  </a:lnTo>
                  <a:lnTo>
                    <a:pt x="5493395" y="130328"/>
                  </a:lnTo>
                  <a:lnTo>
                    <a:pt x="5493503" y="130328"/>
                  </a:lnTo>
                  <a:lnTo>
                    <a:pt x="5493612" y="130328"/>
                  </a:lnTo>
                  <a:lnTo>
                    <a:pt x="5493720" y="130328"/>
                  </a:lnTo>
                  <a:lnTo>
                    <a:pt x="5493828" y="130328"/>
                  </a:lnTo>
                  <a:lnTo>
                    <a:pt x="5493937" y="130328"/>
                  </a:lnTo>
                  <a:lnTo>
                    <a:pt x="5493937" y="129705"/>
                  </a:lnTo>
                  <a:lnTo>
                    <a:pt x="5494045" y="129705"/>
                  </a:lnTo>
                  <a:lnTo>
                    <a:pt x="5494154" y="129705"/>
                  </a:lnTo>
                  <a:lnTo>
                    <a:pt x="5494262" y="129705"/>
                  </a:lnTo>
                  <a:lnTo>
                    <a:pt x="5494371" y="129705"/>
                  </a:lnTo>
                  <a:lnTo>
                    <a:pt x="5494479" y="129705"/>
                  </a:lnTo>
                  <a:lnTo>
                    <a:pt x="5494588" y="129705"/>
                  </a:lnTo>
                  <a:lnTo>
                    <a:pt x="5494696" y="129705"/>
                  </a:lnTo>
                  <a:lnTo>
                    <a:pt x="5494804" y="129705"/>
                  </a:lnTo>
                  <a:lnTo>
                    <a:pt x="5494913" y="129705"/>
                  </a:lnTo>
                  <a:lnTo>
                    <a:pt x="5495021" y="129705"/>
                  </a:lnTo>
                  <a:lnTo>
                    <a:pt x="5495130" y="129705"/>
                  </a:lnTo>
                  <a:lnTo>
                    <a:pt x="5495238" y="129705"/>
                  </a:lnTo>
                  <a:lnTo>
                    <a:pt x="5495347" y="129705"/>
                  </a:lnTo>
                  <a:lnTo>
                    <a:pt x="5495455" y="129705"/>
                  </a:lnTo>
                  <a:lnTo>
                    <a:pt x="5495564" y="129705"/>
                  </a:lnTo>
                  <a:lnTo>
                    <a:pt x="5495672" y="129705"/>
                  </a:lnTo>
                  <a:lnTo>
                    <a:pt x="5495780" y="129705"/>
                  </a:lnTo>
                  <a:lnTo>
                    <a:pt x="5495889" y="129705"/>
                  </a:lnTo>
                  <a:lnTo>
                    <a:pt x="5495997" y="129705"/>
                  </a:lnTo>
                  <a:lnTo>
                    <a:pt x="5496106" y="129705"/>
                  </a:lnTo>
                  <a:lnTo>
                    <a:pt x="5496214" y="129705"/>
                  </a:lnTo>
                  <a:lnTo>
                    <a:pt x="5496323" y="129705"/>
                  </a:lnTo>
                  <a:lnTo>
                    <a:pt x="5496431" y="129705"/>
                  </a:lnTo>
                  <a:lnTo>
                    <a:pt x="5496540" y="129705"/>
                  </a:lnTo>
                  <a:lnTo>
                    <a:pt x="5496648" y="129705"/>
                  </a:lnTo>
                  <a:lnTo>
                    <a:pt x="5496757" y="129705"/>
                  </a:lnTo>
                  <a:lnTo>
                    <a:pt x="5496865" y="129705"/>
                  </a:lnTo>
                  <a:lnTo>
                    <a:pt x="5496973" y="129705"/>
                  </a:lnTo>
                  <a:lnTo>
                    <a:pt x="5497082" y="129705"/>
                  </a:lnTo>
                  <a:lnTo>
                    <a:pt x="5497190" y="129705"/>
                  </a:lnTo>
                  <a:lnTo>
                    <a:pt x="5497190" y="129081"/>
                  </a:lnTo>
                  <a:lnTo>
                    <a:pt x="5497299" y="129081"/>
                  </a:lnTo>
                  <a:lnTo>
                    <a:pt x="5497407" y="129081"/>
                  </a:lnTo>
                  <a:lnTo>
                    <a:pt x="5497516" y="129081"/>
                  </a:lnTo>
                  <a:lnTo>
                    <a:pt x="5497624" y="129081"/>
                  </a:lnTo>
                  <a:lnTo>
                    <a:pt x="5497733" y="129081"/>
                  </a:lnTo>
                  <a:lnTo>
                    <a:pt x="5497841" y="129081"/>
                  </a:lnTo>
                  <a:lnTo>
                    <a:pt x="5497949" y="129081"/>
                  </a:lnTo>
                  <a:lnTo>
                    <a:pt x="5498058" y="129081"/>
                  </a:lnTo>
                  <a:lnTo>
                    <a:pt x="5498166" y="129081"/>
                  </a:lnTo>
                  <a:lnTo>
                    <a:pt x="5498275" y="129081"/>
                  </a:lnTo>
                  <a:lnTo>
                    <a:pt x="5498383" y="129081"/>
                  </a:lnTo>
                  <a:lnTo>
                    <a:pt x="5498492" y="129081"/>
                  </a:lnTo>
                  <a:lnTo>
                    <a:pt x="5498600" y="129081"/>
                  </a:lnTo>
                  <a:lnTo>
                    <a:pt x="5498709" y="129081"/>
                  </a:lnTo>
                  <a:lnTo>
                    <a:pt x="5498817" y="129081"/>
                  </a:lnTo>
                  <a:lnTo>
                    <a:pt x="5498925" y="129081"/>
                  </a:lnTo>
                  <a:lnTo>
                    <a:pt x="5499034" y="129081"/>
                  </a:lnTo>
                  <a:lnTo>
                    <a:pt x="5499142" y="129081"/>
                  </a:lnTo>
                  <a:lnTo>
                    <a:pt x="5499251" y="129081"/>
                  </a:lnTo>
                  <a:lnTo>
                    <a:pt x="5499359" y="129081"/>
                  </a:lnTo>
                  <a:lnTo>
                    <a:pt x="5499468" y="129081"/>
                  </a:lnTo>
                  <a:lnTo>
                    <a:pt x="5499576" y="129081"/>
                  </a:lnTo>
                  <a:lnTo>
                    <a:pt x="5499685" y="129081"/>
                  </a:lnTo>
                  <a:lnTo>
                    <a:pt x="5499793" y="129081"/>
                  </a:lnTo>
                  <a:lnTo>
                    <a:pt x="5499901" y="129081"/>
                  </a:lnTo>
                  <a:lnTo>
                    <a:pt x="5500010" y="129081"/>
                  </a:lnTo>
                  <a:lnTo>
                    <a:pt x="5500118" y="129081"/>
                  </a:lnTo>
                  <a:lnTo>
                    <a:pt x="5500227" y="129081"/>
                  </a:lnTo>
                  <a:lnTo>
                    <a:pt x="5500335" y="129081"/>
                  </a:lnTo>
                  <a:lnTo>
                    <a:pt x="5500444" y="129081"/>
                  </a:lnTo>
                  <a:lnTo>
                    <a:pt x="5500552" y="129081"/>
                  </a:lnTo>
                  <a:lnTo>
                    <a:pt x="5500661" y="129081"/>
                  </a:lnTo>
                  <a:lnTo>
                    <a:pt x="5500769" y="129081"/>
                  </a:lnTo>
                  <a:lnTo>
                    <a:pt x="5500878" y="129081"/>
                  </a:lnTo>
                  <a:lnTo>
                    <a:pt x="5500986" y="129081"/>
                  </a:lnTo>
                  <a:lnTo>
                    <a:pt x="5501094" y="129081"/>
                  </a:lnTo>
                  <a:lnTo>
                    <a:pt x="5501203" y="129081"/>
                  </a:lnTo>
                  <a:lnTo>
                    <a:pt x="5501311" y="129081"/>
                  </a:lnTo>
                  <a:lnTo>
                    <a:pt x="5501420" y="129081"/>
                  </a:lnTo>
                  <a:lnTo>
                    <a:pt x="5501528" y="129081"/>
                  </a:lnTo>
                  <a:lnTo>
                    <a:pt x="5501637" y="129081"/>
                  </a:lnTo>
                  <a:lnTo>
                    <a:pt x="5501745" y="129081"/>
                  </a:lnTo>
                  <a:lnTo>
                    <a:pt x="5501854" y="129081"/>
                  </a:lnTo>
                  <a:lnTo>
                    <a:pt x="5501962" y="129081"/>
                  </a:lnTo>
                  <a:lnTo>
                    <a:pt x="5502070" y="129081"/>
                  </a:lnTo>
                  <a:lnTo>
                    <a:pt x="5502179" y="129081"/>
                  </a:lnTo>
                  <a:lnTo>
                    <a:pt x="5502287" y="129081"/>
                  </a:lnTo>
                  <a:lnTo>
                    <a:pt x="5502396" y="129081"/>
                  </a:lnTo>
                  <a:lnTo>
                    <a:pt x="5502504" y="129081"/>
                  </a:lnTo>
                  <a:lnTo>
                    <a:pt x="5502613" y="129081"/>
                  </a:lnTo>
                  <a:lnTo>
                    <a:pt x="5502721" y="129081"/>
                  </a:lnTo>
                  <a:lnTo>
                    <a:pt x="5502830" y="129081"/>
                  </a:lnTo>
                  <a:lnTo>
                    <a:pt x="5502938" y="129081"/>
                  </a:lnTo>
                  <a:lnTo>
                    <a:pt x="5503046" y="129081"/>
                  </a:lnTo>
                  <a:lnTo>
                    <a:pt x="5503155" y="129081"/>
                  </a:lnTo>
                  <a:lnTo>
                    <a:pt x="5503263" y="129081"/>
                  </a:lnTo>
                  <a:lnTo>
                    <a:pt x="5503372" y="129081"/>
                  </a:lnTo>
                  <a:lnTo>
                    <a:pt x="5503480" y="129081"/>
                  </a:lnTo>
                  <a:lnTo>
                    <a:pt x="5503589" y="129081"/>
                  </a:lnTo>
                  <a:lnTo>
                    <a:pt x="5503697" y="129081"/>
                  </a:lnTo>
                  <a:lnTo>
                    <a:pt x="5503806" y="129081"/>
                  </a:lnTo>
                  <a:lnTo>
                    <a:pt x="5503914" y="129081"/>
                  </a:lnTo>
                  <a:lnTo>
                    <a:pt x="5504022" y="129081"/>
                  </a:lnTo>
                  <a:lnTo>
                    <a:pt x="5504131" y="129081"/>
                  </a:lnTo>
                  <a:lnTo>
                    <a:pt x="5504239" y="129081"/>
                  </a:lnTo>
                  <a:lnTo>
                    <a:pt x="5504348" y="129081"/>
                  </a:lnTo>
                  <a:lnTo>
                    <a:pt x="5504456" y="129081"/>
                  </a:lnTo>
                  <a:lnTo>
                    <a:pt x="5504565" y="129081"/>
                  </a:lnTo>
                  <a:lnTo>
                    <a:pt x="5504673" y="129081"/>
                  </a:lnTo>
                  <a:lnTo>
                    <a:pt x="5504782" y="129081"/>
                  </a:lnTo>
                  <a:lnTo>
                    <a:pt x="5504890" y="129081"/>
                  </a:lnTo>
                  <a:lnTo>
                    <a:pt x="5504999" y="129081"/>
                  </a:lnTo>
                  <a:lnTo>
                    <a:pt x="5505107" y="129081"/>
                  </a:lnTo>
                  <a:lnTo>
                    <a:pt x="5505215" y="129081"/>
                  </a:lnTo>
                  <a:lnTo>
                    <a:pt x="5505324" y="129081"/>
                  </a:lnTo>
                  <a:lnTo>
                    <a:pt x="5505432" y="129081"/>
                  </a:lnTo>
                  <a:lnTo>
                    <a:pt x="5505541" y="129081"/>
                  </a:lnTo>
                  <a:lnTo>
                    <a:pt x="5505649" y="129081"/>
                  </a:lnTo>
                  <a:lnTo>
                    <a:pt x="5505758" y="129081"/>
                  </a:lnTo>
                  <a:lnTo>
                    <a:pt x="5505866" y="129081"/>
                  </a:lnTo>
                  <a:lnTo>
                    <a:pt x="5505975" y="129081"/>
                  </a:lnTo>
                  <a:lnTo>
                    <a:pt x="5506083" y="129081"/>
                  </a:lnTo>
                  <a:lnTo>
                    <a:pt x="5506191" y="129081"/>
                  </a:lnTo>
                  <a:lnTo>
                    <a:pt x="5506300" y="129081"/>
                  </a:lnTo>
                  <a:lnTo>
                    <a:pt x="5506408" y="129081"/>
                  </a:lnTo>
                  <a:lnTo>
                    <a:pt x="5506517" y="129081"/>
                  </a:lnTo>
                  <a:lnTo>
                    <a:pt x="5506625" y="129081"/>
                  </a:lnTo>
                  <a:lnTo>
                    <a:pt x="5506734" y="129081"/>
                  </a:lnTo>
                  <a:lnTo>
                    <a:pt x="5506734" y="128457"/>
                  </a:lnTo>
                  <a:lnTo>
                    <a:pt x="5506842" y="128457"/>
                  </a:lnTo>
                  <a:lnTo>
                    <a:pt x="5506951" y="128457"/>
                  </a:lnTo>
                  <a:lnTo>
                    <a:pt x="5507059" y="128457"/>
                  </a:lnTo>
                  <a:lnTo>
                    <a:pt x="5507167" y="128457"/>
                  </a:lnTo>
                  <a:lnTo>
                    <a:pt x="5507276" y="128457"/>
                  </a:lnTo>
                  <a:lnTo>
                    <a:pt x="5507384" y="128457"/>
                  </a:lnTo>
                  <a:lnTo>
                    <a:pt x="5507493" y="128457"/>
                  </a:lnTo>
                  <a:lnTo>
                    <a:pt x="5507601" y="128457"/>
                  </a:lnTo>
                  <a:lnTo>
                    <a:pt x="5507601" y="127834"/>
                  </a:lnTo>
                  <a:lnTo>
                    <a:pt x="5507710" y="127834"/>
                  </a:lnTo>
                  <a:lnTo>
                    <a:pt x="5507818" y="127834"/>
                  </a:lnTo>
                  <a:lnTo>
                    <a:pt x="5507927" y="127834"/>
                  </a:lnTo>
                  <a:lnTo>
                    <a:pt x="5508035" y="127834"/>
                  </a:lnTo>
                  <a:lnTo>
                    <a:pt x="5508143" y="127834"/>
                  </a:lnTo>
                  <a:lnTo>
                    <a:pt x="5508252" y="127834"/>
                  </a:lnTo>
                  <a:lnTo>
                    <a:pt x="5508360" y="127834"/>
                  </a:lnTo>
                  <a:lnTo>
                    <a:pt x="5508469" y="127834"/>
                  </a:lnTo>
                  <a:lnTo>
                    <a:pt x="5508577" y="127834"/>
                  </a:lnTo>
                  <a:lnTo>
                    <a:pt x="5508686" y="127834"/>
                  </a:lnTo>
                  <a:lnTo>
                    <a:pt x="5508794" y="127834"/>
                  </a:lnTo>
                  <a:lnTo>
                    <a:pt x="5508903" y="127834"/>
                  </a:lnTo>
                  <a:lnTo>
                    <a:pt x="5509011" y="127834"/>
                  </a:lnTo>
                  <a:lnTo>
                    <a:pt x="5509119" y="127834"/>
                  </a:lnTo>
                  <a:lnTo>
                    <a:pt x="5509228" y="127834"/>
                  </a:lnTo>
                  <a:lnTo>
                    <a:pt x="5509336" y="127834"/>
                  </a:lnTo>
                  <a:lnTo>
                    <a:pt x="5509445" y="127834"/>
                  </a:lnTo>
                  <a:lnTo>
                    <a:pt x="5509553" y="127834"/>
                  </a:lnTo>
                  <a:lnTo>
                    <a:pt x="5509662" y="127834"/>
                  </a:lnTo>
                  <a:lnTo>
                    <a:pt x="5509770" y="127834"/>
                  </a:lnTo>
                  <a:lnTo>
                    <a:pt x="5509879" y="127834"/>
                  </a:lnTo>
                  <a:lnTo>
                    <a:pt x="5509987" y="127834"/>
                  </a:lnTo>
                  <a:lnTo>
                    <a:pt x="5510096" y="127834"/>
                  </a:lnTo>
                  <a:lnTo>
                    <a:pt x="5510204" y="127834"/>
                  </a:lnTo>
                  <a:lnTo>
                    <a:pt x="5510312" y="127834"/>
                  </a:lnTo>
                  <a:lnTo>
                    <a:pt x="5510421" y="127834"/>
                  </a:lnTo>
                  <a:lnTo>
                    <a:pt x="5510529" y="127834"/>
                  </a:lnTo>
                  <a:lnTo>
                    <a:pt x="5510638" y="127834"/>
                  </a:lnTo>
                  <a:lnTo>
                    <a:pt x="5510746" y="127834"/>
                  </a:lnTo>
                  <a:lnTo>
                    <a:pt x="5510855" y="127834"/>
                  </a:lnTo>
                  <a:lnTo>
                    <a:pt x="5510963" y="127834"/>
                  </a:lnTo>
                  <a:lnTo>
                    <a:pt x="5511072" y="127834"/>
                  </a:lnTo>
                  <a:lnTo>
                    <a:pt x="5511180" y="127834"/>
                  </a:lnTo>
                  <a:lnTo>
                    <a:pt x="5511288" y="127834"/>
                  </a:lnTo>
                  <a:lnTo>
                    <a:pt x="5511288" y="127210"/>
                  </a:lnTo>
                  <a:lnTo>
                    <a:pt x="5511397" y="127210"/>
                  </a:lnTo>
                  <a:lnTo>
                    <a:pt x="5511505" y="127210"/>
                  </a:lnTo>
                  <a:lnTo>
                    <a:pt x="5511614" y="127210"/>
                  </a:lnTo>
                  <a:lnTo>
                    <a:pt x="5511722" y="127210"/>
                  </a:lnTo>
                  <a:lnTo>
                    <a:pt x="5511831" y="127210"/>
                  </a:lnTo>
                  <a:lnTo>
                    <a:pt x="5511939" y="127210"/>
                  </a:lnTo>
                  <a:lnTo>
                    <a:pt x="5512048" y="127210"/>
                  </a:lnTo>
                  <a:lnTo>
                    <a:pt x="5512156" y="127210"/>
                  </a:lnTo>
                  <a:lnTo>
                    <a:pt x="5512264" y="127210"/>
                  </a:lnTo>
                  <a:lnTo>
                    <a:pt x="5512373" y="127210"/>
                  </a:lnTo>
                  <a:lnTo>
                    <a:pt x="5512481" y="127210"/>
                  </a:lnTo>
                  <a:lnTo>
                    <a:pt x="5512590" y="127210"/>
                  </a:lnTo>
                  <a:lnTo>
                    <a:pt x="5512590" y="126587"/>
                  </a:lnTo>
                  <a:lnTo>
                    <a:pt x="5512698" y="126587"/>
                  </a:lnTo>
                  <a:lnTo>
                    <a:pt x="5512807" y="126587"/>
                  </a:lnTo>
                  <a:lnTo>
                    <a:pt x="5512915" y="126587"/>
                  </a:lnTo>
                  <a:lnTo>
                    <a:pt x="5513024" y="126587"/>
                  </a:lnTo>
                  <a:lnTo>
                    <a:pt x="5513132" y="126587"/>
                  </a:lnTo>
                  <a:lnTo>
                    <a:pt x="5513240" y="126587"/>
                  </a:lnTo>
                  <a:lnTo>
                    <a:pt x="5513349" y="126587"/>
                  </a:lnTo>
                  <a:lnTo>
                    <a:pt x="5513457" y="126587"/>
                  </a:lnTo>
                  <a:lnTo>
                    <a:pt x="5513566" y="126587"/>
                  </a:lnTo>
                  <a:lnTo>
                    <a:pt x="5513674" y="126587"/>
                  </a:lnTo>
                  <a:lnTo>
                    <a:pt x="5513783" y="126587"/>
                  </a:lnTo>
                  <a:lnTo>
                    <a:pt x="5513891" y="126587"/>
                  </a:lnTo>
                  <a:lnTo>
                    <a:pt x="5514000" y="126587"/>
                  </a:lnTo>
                  <a:lnTo>
                    <a:pt x="5514108" y="126587"/>
                  </a:lnTo>
                  <a:lnTo>
                    <a:pt x="5514217" y="126587"/>
                  </a:lnTo>
                  <a:lnTo>
                    <a:pt x="5514325" y="126587"/>
                  </a:lnTo>
                  <a:lnTo>
                    <a:pt x="5514433" y="126587"/>
                  </a:lnTo>
                  <a:lnTo>
                    <a:pt x="5514542" y="126587"/>
                  </a:lnTo>
                  <a:lnTo>
                    <a:pt x="5514650" y="126587"/>
                  </a:lnTo>
                  <a:lnTo>
                    <a:pt x="5514759" y="126587"/>
                  </a:lnTo>
                  <a:lnTo>
                    <a:pt x="5514867" y="126587"/>
                  </a:lnTo>
                  <a:lnTo>
                    <a:pt x="5514976" y="126587"/>
                  </a:lnTo>
                  <a:lnTo>
                    <a:pt x="5515084" y="126587"/>
                  </a:lnTo>
                  <a:lnTo>
                    <a:pt x="5515193" y="126587"/>
                  </a:lnTo>
                  <a:lnTo>
                    <a:pt x="5515301" y="126587"/>
                  </a:lnTo>
                  <a:lnTo>
                    <a:pt x="5515409" y="126587"/>
                  </a:lnTo>
                  <a:lnTo>
                    <a:pt x="5515518" y="126587"/>
                  </a:lnTo>
                  <a:lnTo>
                    <a:pt x="5515626" y="126587"/>
                  </a:lnTo>
                  <a:lnTo>
                    <a:pt x="5515735" y="126587"/>
                  </a:lnTo>
                  <a:lnTo>
                    <a:pt x="5515843" y="126587"/>
                  </a:lnTo>
                  <a:lnTo>
                    <a:pt x="5515952" y="126587"/>
                  </a:lnTo>
                  <a:lnTo>
                    <a:pt x="5516060" y="126587"/>
                  </a:lnTo>
                  <a:lnTo>
                    <a:pt x="5516169" y="126587"/>
                  </a:lnTo>
                  <a:lnTo>
                    <a:pt x="5516277" y="126587"/>
                  </a:lnTo>
                  <a:lnTo>
                    <a:pt x="5516385" y="126587"/>
                  </a:lnTo>
                  <a:lnTo>
                    <a:pt x="5516494" y="126587"/>
                  </a:lnTo>
                  <a:lnTo>
                    <a:pt x="5516602" y="126587"/>
                  </a:lnTo>
                  <a:lnTo>
                    <a:pt x="5516711" y="126587"/>
                  </a:lnTo>
                  <a:lnTo>
                    <a:pt x="5516819" y="126587"/>
                  </a:lnTo>
                  <a:lnTo>
                    <a:pt x="5516928" y="126587"/>
                  </a:lnTo>
                  <a:lnTo>
                    <a:pt x="5517036" y="126587"/>
                  </a:lnTo>
                  <a:lnTo>
                    <a:pt x="5517145" y="126587"/>
                  </a:lnTo>
                  <a:lnTo>
                    <a:pt x="5517253" y="126587"/>
                  </a:lnTo>
                  <a:lnTo>
                    <a:pt x="5517361" y="126587"/>
                  </a:lnTo>
                  <a:lnTo>
                    <a:pt x="5517470" y="126587"/>
                  </a:lnTo>
                  <a:lnTo>
                    <a:pt x="5517578" y="126587"/>
                  </a:lnTo>
                  <a:lnTo>
                    <a:pt x="5517687" y="126587"/>
                  </a:lnTo>
                  <a:lnTo>
                    <a:pt x="5517795" y="126587"/>
                  </a:lnTo>
                  <a:lnTo>
                    <a:pt x="5517904" y="126587"/>
                  </a:lnTo>
                  <a:lnTo>
                    <a:pt x="5518012" y="126587"/>
                  </a:lnTo>
                  <a:lnTo>
                    <a:pt x="5518121" y="126587"/>
                  </a:lnTo>
                  <a:lnTo>
                    <a:pt x="5518229" y="126587"/>
                  </a:lnTo>
                  <a:lnTo>
                    <a:pt x="5518338" y="126587"/>
                  </a:lnTo>
                  <a:lnTo>
                    <a:pt x="5518446" y="126587"/>
                  </a:lnTo>
                  <a:lnTo>
                    <a:pt x="5518554" y="126587"/>
                  </a:lnTo>
                  <a:lnTo>
                    <a:pt x="5518663" y="126587"/>
                  </a:lnTo>
                  <a:lnTo>
                    <a:pt x="5518771" y="126587"/>
                  </a:lnTo>
                  <a:lnTo>
                    <a:pt x="5518880" y="126587"/>
                  </a:lnTo>
                  <a:lnTo>
                    <a:pt x="5518988" y="126587"/>
                  </a:lnTo>
                  <a:lnTo>
                    <a:pt x="5519097" y="126587"/>
                  </a:lnTo>
                  <a:lnTo>
                    <a:pt x="5519205" y="126587"/>
                  </a:lnTo>
                  <a:lnTo>
                    <a:pt x="5519314" y="126587"/>
                  </a:lnTo>
                  <a:lnTo>
                    <a:pt x="5519422" y="126587"/>
                  </a:lnTo>
                  <a:lnTo>
                    <a:pt x="5519530" y="126587"/>
                  </a:lnTo>
                  <a:lnTo>
                    <a:pt x="5519639" y="126587"/>
                  </a:lnTo>
                  <a:lnTo>
                    <a:pt x="5519747" y="126587"/>
                  </a:lnTo>
                  <a:lnTo>
                    <a:pt x="5519747" y="125963"/>
                  </a:lnTo>
                  <a:lnTo>
                    <a:pt x="5519856" y="125963"/>
                  </a:lnTo>
                  <a:lnTo>
                    <a:pt x="5519964" y="125963"/>
                  </a:lnTo>
                  <a:lnTo>
                    <a:pt x="5520073" y="125963"/>
                  </a:lnTo>
                  <a:lnTo>
                    <a:pt x="5520181" y="125963"/>
                  </a:lnTo>
                  <a:lnTo>
                    <a:pt x="5520290" y="125963"/>
                  </a:lnTo>
                  <a:lnTo>
                    <a:pt x="5520398" y="125963"/>
                  </a:lnTo>
                  <a:lnTo>
                    <a:pt x="5520506" y="125963"/>
                  </a:lnTo>
                  <a:lnTo>
                    <a:pt x="5520615" y="125963"/>
                  </a:lnTo>
                  <a:lnTo>
                    <a:pt x="5520723" y="125963"/>
                  </a:lnTo>
                  <a:lnTo>
                    <a:pt x="5520832" y="125963"/>
                  </a:lnTo>
                  <a:lnTo>
                    <a:pt x="5520940" y="125963"/>
                  </a:lnTo>
                  <a:lnTo>
                    <a:pt x="5521049" y="125963"/>
                  </a:lnTo>
                  <a:lnTo>
                    <a:pt x="5521157" y="125963"/>
                  </a:lnTo>
                  <a:lnTo>
                    <a:pt x="5521266" y="125963"/>
                  </a:lnTo>
                  <a:lnTo>
                    <a:pt x="5521374" y="125963"/>
                  </a:lnTo>
                  <a:lnTo>
                    <a:pt x="5521482" y="125963"/>
                  </a:lnTo>
                  <a:lnTo>
                    <a:pt x="5521591" y="125963"/>
                  </a:lnTo>
                  <a:lnTo>
                    <a:pt x="5521699" y="125963"/>
                  </a:lnTo>
                  <a:lnTo>
                    <a:pt x="5521808" y="125963"/>
                  </a:lnTo>
                  <a:lnTo>
                    <a:pt x="5521916" y="125963"/>
                  </a:lnTo>
                  <a:lnTo>
                    <a:pt x="5522025" y="125963"/>
                  </a:lnTo>
                  <a:lnTo>
                    <a:pt x="5522133" y="125963"/>
                  </a:lnTo>
                  <a:lnTo>
                    <a:pt x="5522242" y="125963"/>
                  </a:lnTo>
                  <a:lnTo>
                    <a:pt x="5522350" y="125963"/>
                  </a:lnTo>
                  <a:lnTo>
                    <a:pt x="5522459" y="125963"/>
                  </a:lnTo>
                  <a:lnTo>
                    <a:pt x="5522567" y="125963"/>
                  </a:lnTo>
                  <a:lnTo>
                    <a:pt x="5522675" y="125963"/>
                  </a:lnTo>
                  <a:lnTo>
                    <a:pt x="5522784" y="125963"/>
                  </a:lnTo>
                  <a:lnTo>
                    <a:pt x="5522892" y="125963"/>
                  </a:lnTo>
                  <a:lnTo>
                    <a:pt x="5523001" y="125963"/>
                  </a:lnTo>
                  <a:lnTo>
                    <a:pt x="5523109" y="125963"/>
                  </a:lnTo>
                  <a:lnTo>
                    <a:pt x="5523218" y="125963"/>
                  </a:lnTo>
                  <a:lnTo>
                    <a:pt x="5523326" y="125963"/>
                  </a:lnTo>
                  <a:lnTo>
                    <a:pt x="5523326" y="125340"/>
                  </a:lnTo>
                  <a:lnTo>
                    <a:pt x="5523435" y="125340"/>
                  </a:lnTo>
                  <a:lnTo>
                    <a:pt x="5523543" y="125340"/>
                  </a:lnTo>
                  <a:lnTo>
                    <a:pt x="5523651" y="125340"/>
                  </a:lnTo>
                  <a:lnTo>
                    <a:pt x="5523760" y="125340"/>
                  </a:lnTo>
                  <a:lnTo>
                    <a:pt x="5523868" y="125340"/>
                  </a:lnTo>
                  <a:lnTo>
                    <a:pt x="5523977" y="125340"/>
                  </a:lnTo>
                  <a:lnTo>
                    <a:pt x="5524085" y="125340"/>
                  </a:lnTo>
                  <a:lnTo>
                    <a:pt x="5524194" y="125340"/>
                  </a:lnTo>
                  <a:lnTo>
                    <a:pt x="5524302" y="125340"/>
                  </a:lnTo>
                  <a:lnTo>
                    <a:pt x="5524411" y="125340"/>
                  </a:lnTo>
                  <a:lnTo>
                    <a:pt x="5524519" y="125340"/>
                  </a:lnTo>
                  <a:lnTo>
                    <a:pt x="5524627" y="125340"/>
                  </a:lnTo>
                  <a:lnTo>
                    <a:pt x="5524736" y="125340"/>
                  </a:lnTo>
                  <a:lnTo>
                    <a:pt x="5524844" y="125340"/>
                  </a:lnTo>
                  <a:lnTo>
                    <a:pt x="5524953" y="125340"/>
                  </a:lnTo>
                  <a:lnTo>
                    <a:pt x="5525061" y="125340"/>
                  </a:lnTo>
                  <a:lnTo>
                    <a:pt x="5525170" y="125340"/>
                  </a:lnTo>
                  <a:lnTo>
                    <a:pt x="5525278" y="125340"/>
                  </a:lnTo>
                  <a:lnTo>
                    <a:pt x="5525387" y="125340"/>
                  </a:lnTo>
                  <a:lnTo>
                    <a:pt x="5525495" y="125340"/>
                  </a:lnTo>
                  <a:lnTo>
                    <a:pt x="5525603" y="125340"/>
                  </a:lnTo>
                  <a:lnTo>
                    <a:pt x="5525712" y="125340"/>
                  </a:lnTo>
                  <a:lnTo>
                    <a:pt x="5525820" y="125340"/>
                  </a:lnTo>
                  <a:lnTo>
                    <a:pt x="5525929" y="125340"/>
                  </a:lnTo>
                  <a:lnTo>
                    <a:pt x="5526037" y="125340"/>
                  </a:lnTo>
                  <a:lnTo>
                    <a:pt x="5526146" y="125340"/>
                  </a:lnTo>
                  <a:lnTo>
                    <a:pt x="5526254" y="125340"/>
                  </a:lnTo>
                  <a:lnTo>
                    <a:pt x="5526363" y="125340"/>
                  </a:lnTo>
                  <a:lnTo>
                    <a:pt x="5526471" y="125340"/>
                  </a:lnTo>
                  <a:lnTo>
                    <a:pt x="5526580" y="125340"/>
                  </a:lnTo>
                  <a:lnTo>
                    <a:pt x="5526688" y="125340"/>
                  </a:lnTo>
                  <a:lnTo>
                    <a:pt x="5526796" y="125340"/>
                  </a:lnTo>
                  <a:lnTo>
                    <a:pt x="5526905" y="125340"/>
                  </a:lnTo>
                  <a:lnTo>
                    <a:pt x="5527013" y="125340"/>
                  </a:lnTo>
                  <a:lnTo>
                    <a:pt x="5527122" y="125340"/>
                  </a:lnTo>
                  <a:lnTo>
                    <a:pt x="5527230" y="125340"/>
                  </a:lnTo>
                  <a:lnTo>
                    <a:pt x="5527339" y="125340"/>
                  </a:lnTo>
                  <a:lnTo>
                    <a:pt x="5527447" y="125340"/>
                  </a:lnTo>
                  <a:lnTo>
                    <a:pt x="5527556" y="125340"/>
                  </a:lnTo>
                  <a:lnTo>
                    <a:pt x="5527664" y="125340"/>
                  </a:lnTo>
                  <a:lnTo>
                    <a:pt x="5527772" y="125340"/>
                  </a:lnTo>
                  <a:lnTo>
                    <a:pt x="5527881" y="125340"/>
                  </a:lnTo>
                  <a:lnTo>
                    <a:pt x="5527989" y="125340"/>
                  </a:lnTo>
                  <a:lnTo>
                    <a:pt x="5528098" y="125340"/>
                  </a:lnTo>
                  <a:lnTo>
                    <a:pt x="5528206" y="125340"/>
                  </a:lnTo>
                  <a:lnTo>
                    <a:pt x="5528315" y="125340"/>
                  </a:lnTo>
                  <a:lnTo>
                    <a:pt x="5528423" y="125340"/>
                  </a:lnTo>
                  <a:lnTo>
                    <a:pt x="5528532" y="125340"/>
                  </a:lnTo>
                  <a:lnTo>
                    <a:pt x="5528532" y="124716"/>
                  </a:lnTo>
                  <a:lnTo>
                    <a:pt x="5528640" y="124716"/>
                  </a:lnTo>
                  <a:lnTo>
                    <a:pt x="5528748" y="124716"/>
                  </a:lnTo>
                  <a:lnTo>
                    <a:pt x="5528857" y="124716"/>
                  </a:lnTo>
                  <a:lnTo>
                    <a:pt x="5528965" y="124716"/>
                  </a:lnTo>
                  <a:lnTo>
                    <a:pt x="5529074" y="124716"/>
                  </a:lnTo>
                  <a:lnTo>
                    <a:pt x="5529074" y="124092"/>
                  </a:lnTo>
                  <a:lnTo>
                    <a:pt x="5529182" y="124092"/>
                  </a:lnTo>
                  <a:lnTo>
                    <a:pt x="5529291" y="124092"/>
                  </a:lnTo>
                  <a:lnTo>
                    <a:pt x="5529399" y="124092"/>
                  </a:lnTo>
                  <a:lnTo>
                    <a:pt x="5529508" y="124092"/>
                  </a:lnTo>
                  <a:lnTo>
                    <a:pt x="5529616" y="124092"/>
                  </a:lnTo>
                  <a:lnTo>
                    <a:pt x="5529724" y="124092"/>
                  </a:lnTo>
                  <a:lnTo>
                    <a:pt x="5529833" y="124092"/>
                  </a:lnTo>
                  <a:lnTo>
                    <a:pt x="5529833" y="123469"/>
                  </a:lnTo>
                  <a:lnTo>
                    <a:pt x="5529941" y="123469"/>
                  </a:lnTo>
                  <a:lnTo>
                    <a:pt x="5530050" y="123469"/>
                  </a:lnTo>
                  <a:lnTo>
                    <a:pt x="5530158" y="123469"/>
                  </a:lnTo>
                  <a:lnTo>
                    <a:pt x="5530267" y="123469"/>
                  </a:lnTo>
                  <a:lnTo>
                    <a:pt x="5530375" y="123469"/>
                  </a:lnTo>
                  <a:lnTo>
                    <a:pt x="5530484" y="123469"/>
                  </a:lnTo>
                  <a:lnTo>
                    <a:pt x="5530592" y="123469"/>
                  </a:lnTo>
                  <a:lnTo>
                    <a:pt x="5530701" y="123469"/>
                  </a:lnTo>
                  <a:lnTo>
                    <a:pt x="5530809" y="123469"/>
                  </a:lnTo>
                  <a:lnTo>
                    <a:pt x="5530917" y="123469"/>
                  </a:lnTo>
                  <a:lnTo>
                    <a:pt x="5531026" y="123469"/>
                  </a:lnTo>
                  <a:lnTo>
                    <a:pt x="5531134" y="123469"/>
                  </a:lnTo>
                  <a:lnTo>
                    <a:pt x="5531243" y="123469"/>
                  </a:lnTo>
                  <a:lnTo>
                    <a:pt x="5531351" y="123469"/>
                  </a:lnTo>
                  <a:lnTo>
                    <a:pt x="5531460" y="123469"/>
                  </a:lnTo>
                  <a:lnTo>
                    <a:pt x="5531568" y="123469"/>
                  </a:lnTo>
                  <a:lnTo>
                    <a:pt x="5531677" y="123469"/>
                  </a:lnTo>
                  <a:lnTo>
                    <a:pt x="5531677" y="122845"/>
                  </a:lnTo>
                  <a:lnTo>
                    <a:pt x="5531785" y="122845"/>
                  </a:lnTo>
                  <a:lnTo>
                    <a:pt x="5531893" y="122845"/>
                  </a:lnTo>
                  <a:lnTo>
                    <a:pt x="5532002" y="122845"/>
                  </a:lnTo>
                  <a:lnTo>
                    <a:pt x="5532110" y="122845"/>
                  </a:lnTo>
                  <a:lnTo>
                    <a:pt x="5532219" y="122845"/>
                  </a:lnTo>
                  <a:lnTo>
                    <a:pt x="5532327" y="122845"/>
                  </a:lnTo>
                  <a:lnTo>
                    <a:pt x="5532436" y="122845"/>
                  </a:lnTo>
                  <a:lnTo>
                    <a:pt x="5532544" y="122845"/>
                  </a:lnTo>
                  <a:lnTo>
                    <a:pt x="5532653" y="122845"/>
                  </a:lnTo>
                  <a:lnTo>
                    <a:pt x="5532761" y="122845"/>
                  </a:lnTo>
                  <a:lnTo>
                    <a:pt x="5532869" y="122845"/>
                  </a:lnTo>
                  <a:lnTo>
                    <a:pt x="5532978" y="122845"/>
                  </a:lnTo>
                  <a:lnTo>
                    <a:pt x="5533086" y="122845"/>
                  </a:lnTo>
                  <a:lnTo>
                    <a:pt x="5533195" y="122845"/>
                  </a:lnTo>
                  <a:lnTo>
                    <a:pt x="5533303" y="122845"/>
                  </a:lnTo>
                  <a:lnTo>
                    <a:pt x="5533412" y="122845"/>
                  </a:lnTo>
                  <a:lnTo>
                    <a:pt x="5533520" y="122845"/>
                  </a:lnTo>
                  <a:lnTo>
                    <a:pt x="5533629" y="122845"/>
                  </a:lnTo>
                  <a:lnTo>
                    <a:pt x="5533737" y="122845"/>
                  </a:lnTo>
                  <a:lnTo>
                    <a:pt x="5533845" y="122845"/>
                  </a:lnTo>
                  <a:lnTo>
                    <a:pt x="5533954" y="122845"/>
                  </a:lnTo>
                  <a:lnTo>
                    <a:pt x="5534062" y="122845"/>
                  </a:lnTo>
                  <a:lnTo>
                    <a:pt x="5534171" y="122845"/>
                  </a:lnTo>
                  <a:lnTo>
                    <a:pt x="5534279" y="122845"/>
                  </a:lnTo>
                  <a:lnTo>
                    <a:pt x="5534388" y="122845"/>
                  </a:lnTo>
                  <a:lnTo>
                    <a:pt x="5534496" y="122845"/>
                  </a:lnTo>
                  <a:lnTo>
                    <a:pt x="5534496" y="122222"/>
                  </a:lnTo>
                  <a:lnTo>
                    <a:pt x="5534605" y="122222"/>
                  </a:lnTo>
                  <a:lnTo>
                    <a:pt x="5534713" y="122222"/>
                  </a:lnTo>
                  <a:lnTo>
                    <a:pt x="5534821" y="122222"/>
                  </a:lnTo>
                  <a:lnTo>
                    <a:pt x="5534930" y="122222"/>
                  </a:lnTo>
                  <a:lnTo>
                    <a:pt x="5535038" y="122222"/>
                  </a:lnTo>
                  <a:lnTo>
                    <a:pt x="5535147" y="122222"/>
                  </a:lnTo>
                  <a:lnTo>
                    <a:pt x="5535255" y="122222"/>
                  </a:lnTo>
                  <a:lnTo>
                    <a:pt x="5535255" y="121598"/>
                  </a:lnTo>
                  <a:lnTo>
                    <a:pt x="5535364" y="121598"/>
                  </a:lnTo>
                  <a:lnTo>
                    <a:pt x="5535472" y="121598"/>
                  </a:lnTo>
                  <a:lnTo>
                    <a:pt x="5535581" y="121598"/>
                  </a:lnTo>
                  <a:lnTo>
                    <a:pt x="5535689" y="121598"/>
                  </a:lnTo>
                  <a:lnTo>
                    <a:pt x="5535798" y="121598"/>
                  </a:lnTo>
                  <a:lnTo>
                    <a:pt x="5535906" y="121598"/>
                  </a:lnTo>
                  <a:lnTo>
                    <a:pt x="5536014" y="121598"/>
                  </a:lnTo>
                  <a:lnTo>
                    <a:pt x="5536123" y="121598"/>
                  </a:lnTo>
                  <a:lnTo>
                    <a:pt x="5536231" y="121598"/>
                  </a:lnTo>
                  <a:lnTo>
                    <a:pt x="5536340" y="121598"/>
                  </a:lnTo>
                  <a:lnTo>
                    <a:pt x="5536448" y="121598"/>
                  </a:lnTo>
                  <a:lnTo>
                    <a:pt x="5536557" y="121598"/>
                  </a:lnTo>
                  <a:lnTo>
                    <a:pt x="5536665" y="121598"/>
                  </a:lnTo>
                  <a:lnTo>
                    <a:pt x="5536774" y="121598"/>
                  </a:lnTo>
                  <a:lnTo>
                    <a:pt x="5536882" y="121598"/>
                  </a:lnTo>
                  <a:lnTo>
                    <a:pt x="5536990" y="121598"/>
                  </a:lnTo>
                  <a:lnTo>
                    <a:pt x="5537099" y="121598"/>
                  </a:lnTo>
                  <a:lnTo>
                    <a:pt x="5537207" y="121598"/>
                  </a:lnTo>
                  <a:lnTo>
                    <a:pt x="5537316" y="121598"/>
                  </a:lnTo>
                  <a:lnTo>
                    <a:pt x="5537424" y="121598"/>
                  </a:lnTo>
                  <a:lnTo>
                    <a:pt x="5537533" y="121598"/>
                  </a:lnTo>
                  <a:lnTo>
                    <a:pt x="5537641" y="121598"/>
                  </a:lnTo>
                  <a:lnTo>
                    <a:pt x="5537750" y="121598"/>
                  </a:lnTo>
                  <a:lnTo>
                    <a:pt x="5537858" y="121598"/>
                  </a:lnTo>
                  <a:lnTo>
                    <a:pt x="5537966" y="121598"/>
                  </a:lnTo>
                  <a:lnTo>
                    <a:pt x="5538075" y="121598"/>
                  </a:lnTo>
                  <a:lnTo>
                    <a:pt x="5538075" y="120974"/>
                  </a:lnTo>
                  <a:lnTo>
                    <a:pt x="5538183" y="120974"/>
                  </a:lnTo>
                  <a:lnTo>
                    <a:pt x="5538292" y="120974"/>
                  </a:lnTo>
                  <a:lnTo>
                    <a:pt x="5538400" y="120974"/>
                  </a:lnTo>
                  <a:lnTo>
                    <a:pt x="5538509" y="120974"/>
                  </a:lnTo>
                  <a:lnTo>
                    <a:pt x="5538617" y="120974"/>
                  </a:lnTo>
                  <a:lnTo>
                    <a:pt x="5538726" y="120974"/>
                  </a:lnTo>
                  <a:lnTo>
                    <a:pt x="5538834" y="120974"/>
                  </a:lnTo>
                  <a:lnTo>
                    <a:pt x="5538942" y="120974"/>
                  </a:lnTo>
                  <a:lnTo>
                    <a:pt x="5539051" y="120974"/>
                  </a:lnTo>
                  <a:lnTo>
                    <a:pt x="5539159" y="120974"/>
                  </a:lnTo>
                  <a:lnTo>
                    <a:pt x="5539268" y="120974"/>
                  </a:lnTo>
                  <a:lnTo>
                    <a:pt x="5539376" y="120974"/>
                  </a:lnTo>
                  <a:lnTo>
                    <a:pt x="5539485" y="120974"/>
                  </a:lnTo>
                  <a:lnTo>
                    <a:pt x="5539593" y="120974"/>
                  </a:lnTo>
                  <a:lnTo>
                    <a:pt x="5539702" y="120974"/>
                  </a:lnTo>
                  <a:lnTo>
                    <a:pt x="5539810" y="120974"/>
                  </a:lnTo>
                  <a:lnTo>
                    <a:pt x="5539919" y="120974"/>
                  </a:lnTo>
                  <a:lnTo>
                    <a:pt x="5540027" y="120974"/>
                  </a:lnTo>
                  <a:lnTo>
                    <a:pt x="5540135" y="120974"/>
                  </a:lnTo>
                  <a:lnTo>
                    <a:pt x="5540244" y="120974"/>
                  </a:lnTo>
                  <a:lnTo>
                    <a:pt x="5540352" y="120974"/>
                  </a:lnTo>
                  <a:lnTo>
                    <a:pt x="5540461" y="120974"/>
                  </a:lnTo>
                  <a:lnTo>
                    <a:pt x="5540569" y="120974"/>
                  </a:lnTo>
                  <a:lnTo>
                    <a:pt x="5540678" y="120974"/>
                  </a:lnTo>
                  <a:lnTo>
                    <a:pt x="5540786" y="120974"/>
                  </a:lnTo>
                  <a:lnTo>
                    <a:pt x="5540895" y="120974"/>
                  </a:lnTo>
                  <a:lnTo>
                    <a:pt x="5541003" y="120974"/>
                  </a:lnTo>
                  <a:lnTo>
                    <a:pt x="5541111" y="120974"/>
                  </a:lnTo>
                  <a:lnTo>
                    <a:pt x="5541220" y="120974"/>
                  </a:lnTo>
                  <a:lnTo>
                    <a:pt x="5541328" y="120974"/>
                  </a:lnTo>
                  <a:lnTo>
                    <a:pt x="5541437" y="120974"/>
                  </a:lnTo>
                  <a:lnTo>
                    <a:pt x="5541545" y="120974"/>
                  </a:lnTo>
                  <a:lnTo>
                    <a:pt x="5541654" y="120974"/>
                  </a:lnTo>
                  <a:lnTo>
                    <a:pt x="5541762" y="120974"/>
                  </a:lnTo>
                  <a:lnTo>
                    <a:pt x="5541762" y="120351"/>
                  </a:lnTo>
                  <a:lnTo>
                    <a:pt x="5541871" y="120351"/>
                  </a:lnTo>
                  <a:lnTo>
                    <a:pt x="5541979" y="120351"/>
                  </a:lnTo>
                  <a:lnTo>
                    <a:pt x="5542087" y="120351"/>
                  </a:lnTo>
                  <a:lnTo>
                    <a:pt x="5542196" y="120351"/>
                  </a:lnTo>
                  <a:lnTo>
                    <a:pt x="5542304" y="120351"/>
                  </a:lnTo>
                  <a:lnTo>
                    <a:pt x="5542413" y="120351"/>
                  </a:lnTo>
                  <a:lnTo>
                    <a:pt x="5542521" y="120351"/>
                  </a:lnTo>
                  <a:lnTo>
                    <a:pt x="5542630" y="120351"/>
                  </a:lnTo>
                  <a:lnTo>
                    <a:pt x="5542738" y="120351"/>
                  </a:lnTo>
                  <a:lnTo>
                    <a:pt x="5542847" y="120351"/>
                  </a:lnTo>
                  <a:lnTo>
                    <a:pt x="5542955" y="120351"/>
                  </a:lnTo>
                  <a:lnTo>
                    <a:pt x="5542955" y="119727"/>
                  </a:lnTo>
                  <a:lnTo>
                    <a:pt x="5543063" y="119727"/>
                  </a:lnTo>
                  <a:lnTo>
                    <a:pt x="5543172" y="119727"/>
                  </a:lnTo>
                  <a:lnTo>
                    <a:pt x="5543280" y="119727"/>
                  </a:lnTo>
                  <a:lnTo>
                    <a:pt x="5543389" y="119727"/>
                  </a:lnTo>
                  <a:lnTo>
                    <a:pt x="5543497" y="119727"/>
                  </a:lnTo>
                  <a:lnTo>
                    <a:pt x="5543606" y="119727"/>
                  </a:lnTo>
                  <a:lnTo>
                    <a:pt x="5543714" y="119727"/>
                  </a:lnTo>
                  <a:lnTo>
                    <a:pt x="5543823" y="119727"/>
                  </a:lnTo>
                  <a:lnTo>
                    <a:pt x="5543931" y="119727"/>
                  </a:lnTo>
                  <a:lnTo>
                    <a:pt x="5544040" y="119727"/>
                  </a:lnTo>
                  <a:lnTo>
                    <a:pt x="5544148" y="119727"/>
                  </a:lnTo>
                  <a:lnTo>
                    <a:pt x="5544256" y="119727"/>
                  </a:lnTo>
                  <a:lnTo>
                    <a:pt x="5544365" y="119727"/>
                  </a:lnTo>
                  <a:lnTo>
                    <a:pt x="5544473" y="119727"/>
                  </a:lnTo>
                  <a:lnTo>
                    <a:pt x="5544582" y="119727"/>
                  </a:lnTo>
                  <a:lnTo>
                    <a:pt x="5544690" y="119727"/>
                  </a:lnTo>
                  <a:lnTo>
                    <a:pt x="5544799" y="119727"/>
                  </a:lnTo>
                  <a:lnTo>
                    <a:pt x="5544907" y="119727"/>
                  </a:lnTo>
                  <a:lnTo>
                    <a:pt x="5545016" y="119727"/>
                  </a:lnTo>
                  <a:lnTo>
                    <a:pt x="5545124" y="119727"/>
                  </a:lnTo>
                  <a:lnTo>
                    <a:pt x="5545232" y="119727"/>
                  </a:lnTo>
                  <a:lnTo>
                    <a:pt x="5545341" y="119727"/>
                  </a:lnTo>
                  <a:lnTo>
                    <a:pt x="5545449" y="119727"/>
                  </a:lnTo>
                  <a:lnTo>
                    <a:pt x="5545558" y="119727"/>
                  </a:lnTo>
                  <a:lnTo>
                    <a:pt x="5545666" y="119727"/>
                  </a:lnTo>
                  <a:lnTo>
                    <a:pt x="5545775" y="119727"/>
                  </a:lnTo>
                  <a:lnTo>
                    <a:pt x="5545883" y="119727"/>
                  </a:lnTo>
                  <a:lnTo>
                    <a:pt x="5545992" y="119727"/>
                  </a:lnTo>
                  <a:lnTo>
                    <a:pt x="5546100" y="119727"/>
                  </a:lnTo>
                  <a:lnTo>
                    <a:pt x="5546208" y="119727"/>
                  </a:lnTo>
                  <a:lnTo>
                    <a:pt x="5546317" y="119727"/>
                  </a:lnTo>
                  <a:lnTo>
                    <a:pt x="5546425" y="119727"/>
                  </a:lnTo>
                  <a:lnTo>
                    <a:pt x="5546534" y="119727"/>
                  </a:lnTo>
                  <a:lnTo>
                    <a:pt x="5546642" y="119727"/>
                  </a:lnTo>
                  <a:lnTo>
                    <a:pt x="5546751" y="119727"/>
                  </a:lnTo>
                  <a:lnTo>
                    <a:pt x="5546859" y="119727"/>
                  </a:lnTo>
                  <a:lnTo>
                    <a:pt x="5546968" y="119727"/>
                  </a:lnTo>
                  <a:lnTo>
                    <a:pt x="5547076" y="119727"/>
                  </a:lnTo>
                  <a:lnTo>
                    <a:pt x="5547184" y="119727"/>
                  </a:lnTo>
                  <a:lnTo>
                    <a:pt x="5547293" y="119727"/>
                  </a:lnTo>
                  <a:lnTo>
                    <a:pt x="5547293" y="119104"/>
                  </a:lnTo>
                  <a:lnTo>
                    <a:pt x="5547293" y="118480"/>
                  </a:lnTo>
                  <a:lnTo>
                    <a:pt x="5547401" y="118480"/>
                  </a:lnTo>
                  <a:lnTo>
                    <a:pt x="5547510" y="118480"/>
                  </a:lnTo>
                  <a:lnTo>
                    <a:pt x="5547618" y="118480"/>
                  </a:lnTo>
                  <a:lnTo>
                    <a:pt x="5547727" y="118480"/>
                  </a:lnTo>
                  <a:lnTo>
                    <a:pt x="5547835" y="118480"/>
                  </a:lnTo>
                  <a:lnTo>
                    <a:pt x="5547944" y="118480"/>
                  </a:lnTo>
                  <a:lnTo>
                    <a:pt x="5548052" y="118480"/>
                  </a:lnTo>
                  <a:lnTo>
                    <a:pt x="5548161" y="118480"/>
                  </a:lnTo>
                  <a:lnTo>
                    <a:pt x="5548161" y="117857"/>
                  </a:lnTo>
                  <a:lnTo>
                    <a:pt x="5548269" y="117857"/>
                  </a:lnTo>
                  <a:lnTo>
                    <a:pt x="5548377" y="117857"/>
                  </a:lnTo>
                  <a:lnTo>
                    <a:pt x="5548486" y="117857"/>
                  </a:lnTo>
                  <a:lnTo>
                    <a:pt x="5548594" y="117857"/>
                  </a:lnTo>
                  <a:lnTo>
                    <a:pt x="5548703" y="117857"/>
                  </a:lnTo>
                  <a:lnTo>
                    <a:pt x="5548811" y="117857"/>
                  </a:lnTo>
                  <a:lnTo>
                    <a:pt x="5548920" y="117857"/>
                  </a:lnTo>
                  <a:lnTo>
                    <a:pt x="5549028" y="117857"/>
                  </a:lnTo>
                  <a:lnTo>
                    <a:pt x="5549137" y="117857"/>
                  </a:lnTo>
                  <a:lnTo>
                    <a:pt x="5549245" y="117857"/>
                  </a:lnTo>
                  <a:lnTo>
                    <a:pt x="5549353" y="117857"/>
                  </a:lnTo>
                  <a:lnTo>
                    <a:pt x="5549462" y="117857"/>
                  </a:lnTo>
                  <a:lnTo>
                    <a:pt x="5549570" y="117857"/>
                  </a:lnTo>
                  <a:lnTo>
                    <a:pt x="5549679" y="117857"/>
                  </a:lnTo>
                  <a:lnTo>
                    <a:pt x="5549787" y="117857"/>
                  </a:lnTo>
                  <a:lnTo>
                    <a:pt x="5549896" y="117857"/>
                  </a:lnTo>
                  <a:lnTo>
                    <a:pt x="5550004" y="117857"/>
                  </a:lnTo>
                  <a:lnTo>
                    <a:pt x="5550113" y="117857"/>
                  </a:lnTo>
                  <a:lnTo>
                    <a:pt x="5550221" y="117857"/>
                  </a:lnTo>
                  <a:lnTo>
                    <a:pt x="5550329" y="117857"/>
                  </a:lnTo>
                  <a:lnTo>
                    <a:pt x="5550438" y="117857"/>
                  </a:lnTo>
                  <a:lnTo>
                    <a:pt x="5550546" y="117857"/>
                  </a:lnTo>
                  <a:lnTo>
                    <a:pt x="5550655" y="117857"/>
                  </a:lnTo>
                  <a:lnTo>
                    <a:pt x="5550763" y="117857"/>
                  </a:lnTo>
                  <a:lnTo>
                    <a:pt x="5550872" y="117857"/>
                  </a:lnTo>
                  <a:lnTo>
                    <a:pt x="5550980" y="117857"/>
                  </a:lnTo>
                  <a:lnTo>
                    <a:pt x="5551089" y="117857"/>
                  </a:lnTo>
                  <a:lnTo>
                    <a:pt x="5551197" y="117857"/>
                  </a:lnTo>
                  <a:lnTo>
                    <a:pt x="5551305" y="117857"/>
                  </a:lnTo>
                  <a:lnTo>
                    <a:pt x="5551414" y="117857"/>
                  </a:lnTo>
                  <a:lnTo>
                    <a:pt x="5551522" y="117857"/>
                  </a:lnTo>
                  <a:lnTo>
                    <a:pt x="5551631" y="117857"/>
                  </a:lnTo>
                  <a:lnTo>
                    <a:pt x="5551739" y="117857"/>
                  </a:lnTo>
                  <a:lnTo>
                    <a:pt x="5551848" y="117857"/>
                  </a:lnTo>
                  <a:lnTo>
                    <a:pt x="5551956" y="117857"/>
                  </a:lnTo>
                  <a:lnTo>
                    <a:pt x="5552065" y="117857"/>
                  </a:lnTo>
                  <a:lnTo>
                    <a:pt x="5552173" y="117857"/>
                  </a:lnTo>
                  <a:lnTo>
                    <a:pt x="5552282" y="117857"/>
                  </a:lnTo>
                  <a:lnTo>
                    <a:pt x="5552390" y="117857"/>
                  </a:lnTo>
                  <a:lnTo>
                    <a:pt x="5552498" y="117857"/>
                  </a:lnTo>
                  <a:lnTo>
                    <a:pt x="5552607" y="117857"/>
                  </a:lnTo>
                  <a:lnTo>
                    <a:pt x="5552715" y="117857"/>
                  </a:lnTo>
                  <a:lnTo>
                    <a:pt x="5552824" y="117857"/>
                  </a:lnTo>
                  <a:lnTo>
                    <a:pt x="5552932" y="117857"/>
                  </a:lnTo>
                  <a:lnTo>
                    <a:pt x="5553041" y="117857"/>
                  </a:lnTo>
                  <a:lnTo>
                    <a:pt x="5553149" y="117857"/>
                  </a:lnTo>
                  <a:lnTo>
                    <a:pt x="5553258" y="117857"/>
                  </a:lnTo>
                  <a:lnTo>
                    <a:pt x="5553366" y="117857"/>
                  </a:lnTo>
                  <a:lnTo>
                    <a:pt x="5553474" y="117857"/>
                  </a:lnTo>
                  <a:lnTo>
                    <a:pt x="5553583" y="117857"/>
                  </a:lnTo>
                  <a:lnTo>
                    <a:pt x="5553691" y="117857"/>
                  </a:lnTo>
                  <a:lnTo>
                    <a:pt x="5553800" y="117857"/>
                  </a:lnTo>
                  <a:lnTo>
                    <a:pt x="5553908" y="117857"/>
                  </a:lnTo>
                  <a:lnTo>
                    <a:pt x="5554017" y="117857"/>
                  </a:lnTo>
                  <a:lnTo>
                    <a:pt x="5554125" y="117857"/>
                  </a:lnTo>
                  <a:lnTo>
                    <a:pt x="5554234" y="117857"/>
                  </a:lnTo>
                  <a:lnTo>
                    <a:pt x="5554342" y="117857"/>
                  </a:lnTo>
                  <a:lnTo>
                    <a:pt x="5554450" y="117857"/>
                  </a:lnTo>
                  <a:lnTo>
                    <a:pt x="5554559" y="117857"/>
                  </a:lnTo>
                  <a:lnTo>
                    <a:pt x="5554667" y="117857"/>
                  </a:lnTo>
                  <a:lnTo>
                    <a:pt x="5554776" y="117857"/>
                  </a:lnTo>
                  <a:lnTo>
                    <a:pt x="5554884" y="117857"/>
                  </a:lnTo>
                  <a:lnTo>
                    <a:pt x="5554993" y="117857"/>
                  </a:lnTo>
                  <a:lnTo>
                    <a:pt x="5555101" y="117857"/>
                  </a:lnTo>
                  <a:lnTo>
                    <a:pt x="5555210" y="117857"/>
                  </a:lnTo>
                  <a:lnTo>
                    <a:pt x="5555318" y="117857"/>
                  </a:lnTo>
                  <a:lnTo>
                    <a:pt x="5555426" y="117857"/>
                  </a:lnTo>
                  <a:lnTo>
                    <a:pt x="5555535" y="117857"/>
                  </a:lnTo>
                  <a:lnTo>
                    <a:pt x="5555643" y="117857"/>
                  </a:lnTo>
                  <a:lnTo>
                    <a:pt x="5555752" y="117857"/>
                  </a:lnTo>
                  <a:lnTo>
                    <a:pt x="5555860" y="117857"/>
                  </a:lnTo>
                  <a:lnTo>
                    <a:pt x="5555969" y="117857"/>
                  </a:lnTo>
                  <a:lnTo>
                    <a:pt x="5556077" y="117857"/>
                  </a:lnTo>
                  <a:lnTo>
                    <a:pt x="5556186" y="117857"/>
                  </a:lnTo>
                  <a:lnTo>
                    <a:pt x="5556294" y="117857"/>
                  </a:lnTo>
                  <a:lnTo>
                    <a:pt x="5556402" y="117857"/>
                  </a:lnTo>
                  <a:lnTo>
                    <a:pt x="5556511" y="117857"/>
                  </a:lnTo>
                  <a:lnTo>
                    <a:pt x="5556619" y="117857"/>
                  </a:lnTo>
                  <a:lnTo>
                    <a:pt x="5556728" y="117857"/>
                  </a:lnTo>
                  <a:lnTo>
                    <a:pt x="5556836" y="117857"/>
                  </a:lnTo>
                  <a:lnTo>
                    <a:pt x="5556945" y="117857"/>
                  </a:lnTo>
                  <a:lnTo>
                    <a:pt x="5557053" y="117857"/>
                  </a:lnTo>
                  <a:lnTo>
                    <a:pt x="5557162" y="117857"/>
                  </a:lnTo>
                  <a:lnTo>
                    <a:pt x="5557270" y="117857"/>
                  </a:lnTo>
                  <a:lnTo>
                    <a:pt x="5557379" y="117857"/>
                  </a:lnTo>
                  <a:lnTo>
                    <a:pt x="5557487" y="117857"/>
                  </a:lnTo>
                  <a:lnTo>
                    <a:pt x="5557595" y="117857"/>
                  </a:lnTo>
                  <a:lnTo>
                    <a:pt x="5557704" y="117857"/>
                  </a:lnTo>
                  <a:lnTo>
                    <a:pt x="5557812" y="117857"/>
                  </a:lnTo>
                  <a:lnTo>
                    <a:pt x="5557921" y="117857"/>
                  </a:lnTo>
                  <a:lnTo>
                    <a:pt x="5558029" y="117857"/>
                  </a:lnTo>
                  <a:lnTo>
                    <a:pt x="5558138" y="117857"/>
                  </a:lnTo>
                  <a:lnTo>
                    <a:pt x="5558246" y="117857"/>
                  </a:lnTo>
                  <a:lnTo>
                    <a:pt x="5558355" y="117857"/>
                  </a:lnTo>
                  <a:lnTo>
                    <a:pt x="5558463" y="117857"/>
                  </a:lnTo>
                  <a:lnTo>
                    <a:pt x="5558571" y="117857"/>
                  </a:lnTo>
                  <a:lnTo>
                    <a:pt x="5558680" y="117857"/>
                  </a:lnTo>
                  <a:lnTo>
                    <a:pt x="5558788" y="117857"/>
                  </a:lnTo>
                  <a:lnTo>
                    <a:pt x="5558897" y="117857"/>
                  </a:lnTo>
                  <a:lnTo>
                    <a:pt x="5559005" y="117857"/>
                  </a:lnTo>
                  <a:lnTo>
                    <a:pt x="5559114" y="117857"/>
                  </a:lnTo>
                  <a:lnTo>
                    <a:pt x="5559222" y="117857"/>
                  </a:lnTo>
                  <a:lnTo>
                    <a:pt x="5559331" y="117857"/>
                  </a:lnTo>
                  <a:lnTo>
                    <a:pt x="5559439" y="117857"/>
                  </a:lnTo>
                  <a:lnTo>
                    <a:pt x="5559547" y="117857"/>
                  </a:lnTo>
                  <a:lnTo>
                    <a:pt x="5559656" y="117857"/>
                  </a:lnTo>
                  <a:lnTo>
                    <a:pt x="5559764" y="117857"/>
                  </a:lnTo>
                  <a:lnTo>
                    <a:pt x="5559873" y="117857"/>
                  </a:lnTo>
                  <a:lnTo>
                    <a:pt x="5559981" y="117857"/>
                  </a:lnTo>
                  <a:lnTo>
                    <a:pt x="5560090" y="117857"/>
                  </a:lnTo>
                  <a:lnTo>
                    <a:pt x="5560198" y="117857"/>
                  </a:lnTo>
                  <a:lnTo>
                    <a:pt x="5560307" y="117857"/>
                  </a:lnTo>
                  <a:lnTo>
                    <a:pt x="5560415" y="117857"/>
                  </a:lnTo>
                  <a:lnTo>
                    <a:pt x="5560523" y="117857"/>
                  </a:lnTo>
                  <a:lnTo>
                    <a:pt x="5560632" y="117857"/>
                  </a:lnTo>
                  <a:lnTo>
                    <a:pt x="5560740" y="117857"/>
                  </a:lnTo>
                  <a:lnTo>
                    <a:pt x="5560849" y="117857"/>
                  </a:lnTo>
                  <a:lnTo>
                    <a:pt x="5560957" y="117857"/>
                  </a:lnTo>
                  <a:lnTo>
                    <a:pt x="5561066" y="117857"/>
                  </a:lnTo>
                  <a:lnTo>
                    <a:pt x="5561174" y="117857"/>
                  </a:lnTo>
                  <a:lnTo>
                    <a:pt x="5561283" y="117857"/>
                  </a:lnTo>
                  <a:lnTo>
                    <a:pt x="5561391" y="117857"/>
                  </a:lnTo>
                  <a:lnTo>
                    <a:pt x="5561500" y="117857"/>
                  </a:lnTo>
                  <a:lnTo>
                    <a:pt x="5561608" y="117857"/>
                  </a:lnTo>
                  <a:lnTo>
                    <a:pt x="5561716" y="117857"/>
                  </a:lnTo>
                  <a:lnTo>
                    <a:pt x="5561825" y="117857"/>
                  </a:lnTo>
                  <a:lnTo>
                    <a:pt x="5561933" y="117857"/>
                  </a:lnTo>
                  <a:lnTo>
                    <a:pt x="5562042" y="117857"/>
                  </a:lnTo>
                  <a:lnTo>
                    <a:pt x="5562150" y="117857"/>
                  </a:lnTo>
                  <a:lnTo>
                    <a:pt x="5562259" y="117857"/>
                  </a:lnTo>
                  <a:lnTo>
                    <a:pt x="5562367" y="117857"/>
                  </a:lnTo>
                  <a:lnTo>
                    <a:pt x="5562476" y="117857"/>
                  </a:lnTo>
                  <a:lnTo>
                    <a:pt x="5562584" y="117857"/>
                  </a:lnTo>
                  <a:lnTo>
                    <a:pt x="5562692" y="117857"/>
                  </a:lnTo>
                  <a:lnTo>
                    <a:pt x="5562801" y="117857"/>
                  </a:lnTo>
                  <a:lnTo>
                    <a:pt x="5562909" y="117857"/>
                  </a:lnTo>
                  <a:lnTo>
                    <a:pt x="5563018" y="117857"/>
                  </a:lnTo>
                  <a:lnTo>
                    <a:pt x="5563126" y="117857"/>
                  </a:lnTo>
                  <a:lnTo>
                    <a:pt x="5563235" y="117857"/>
                  </a:lnTo>
                  <a:lnTo>
                    <a:pt x="5563343" y="117857"/>
                  </a:lnTo>
                  <a:lnTo>
                    <a:pt x="5563343" y="117233"/>
                  </a:lnTo>
                  <a:lnTo>
                    <a:pt x="5563452" y="117233"/>
                  </a:lnTo>
                  <a:lnTo>
                    <a:pt x="5563560" y="117233"/>
                  </a:lnTo>
                  <a:lnTo>
                    <a:pt x="5563668" y="117233"/>
                  </a:lnTo>
                  <a:lnTo>
                    <a:pt x="5563777" y="117233"/>
                  </a:lnTo>
                  <a:lnTo>
                    <a:pt x="5563885" y="117233"/>
                  </a:lnTo>
                  <a:lnTo>
                    <a:pt x="5563994" y="117233"/>
                  </a:lnTo>
                  <a:lnTo>
                    <a:pt x="5564102" y="117233"/>
                  </a:lnTo>
                  <a:lnTo>
                    <a:pt x="5564211" y="117233"/>
                  </a:lnTo>
                  <a:lnTo>
                    <a:pt x="5564319" y="117233"/>
                  </a:lnTo>
                  <a:lnTo>
                    <a:pt x="5564428" y="117233"/>
                  </a:lnTo>
                  <a:lnTo>
                    <a:pt x="5564536" y="117233"/>
                  </a:lnTo>
                  <a:lnTo>
                    <a:pt x="5564644" y="117233"/>
                  </a:lnTo>
                  <a:lnTo>
                    <a:pt x="5564753" y="117233"/>
                  </a:lnTo>
                  <a:lnTo>
                    <a:pt x="5564861" y="117233"/>
                  </a:lnTo>
                  <a:lnTo>
                    <a:pt x="5564970" y="117233"/>
                  </a:lnTo>
                  <a:lnTo>
                    <a:pt x="5565078" y="117233"/>
                  </a:lnTo>
                  <a:lnTo>
                    <a:pt x="5565187" y="117233"/>
                  </a:lnTo>
                  <a:lnTo>
                    <a:pt x="5565295" y="117233"/>
                  </a:lnTo>
                  <a:lnTo>
                    <a:pt x="5565404" y="117233"/>
                  </a:lnTo>
                  <a:lnTo>
                    <a:pt x="5565512" y="117233"/>
                  </a:lnTo>
                  <a:lnTo>
                    <a:pt x="5565621" y="117233"/>
                  </a:lnTo>
                  <a:lnTo>
                    <a:pt x="5565729" y="117233"/>
                  </a:lnTo>
                  <a:lnTo>
                    <a:pt x="5565837" y="117233"/>
                  </a:lnTo>
                  <a:lnTo>
                    <a:pt x="5565946" y="117233"/>
                  </a:lnTo>
                  <a:lnTo>
                    <a:pt x="5566054" y="117233"/>
                  </a:lnTo>
                  <a:lnTo>
                    <a:pt x="5566163" y="117233"/>
                  </a:lnTo>
                  <a:lnTo>
                    <a:pt x="5566271" y="117233"/>
                  </a:lnTo>
                  <a:lnTo>
                    <a:pt x="5566380" y="117233"/>
                  </a:lnTo>
                  <a:lnTo>
                    <a:pt x="5566488" y="117233"/>
                  </a:lnTo>
                  <a:lnTo>
                    <a:pt x="5566597" y="117233"/>
                  </a:lnTo>
                  <a:lnTo>
                    <a:pt x="5566705" y="117233"/>
                  </a:lnTo>
                  <a:lnTo>
                    <a:pt x="5566813" y="117233"/>
                  </a:lnTo>
                  <a:lnTo>
                    <a:pt x="5566922" y="117233"/>
                  </a:lnTo>
                  <a:lnTo>
                    <a:pt x="5567030" y="117233"/>
                  </a:lnTo>
                  <a:lnTo>
                    <a:pt x="5567139" y="117233"/>
                  </a:lnTo>
                  <a:lnTo>
                    <a:pt x="5567247" y="117233"/>
                  </a:lnTo>
                  <a:lnTo>
                    <a:pt x="5567356" y="117233"/>
                  </a:lnTo>
                  <a:lnTo>
                    <a:pt x="5567464" y="117233"/>
                  </a:lnTo>
                  <a:lnTo>
                    <a:pt x="5567573" y="117233"/>
                  </a:lnTo>
                  <a:lnTo>
                    <a:pt x="5567681" y="117233"/>
                  </a:lnTo>
                  <a:lnTo>
                    <a:pt x="5567789" y="117233"/>
                  </a:lnTo>
                  <a:lnTo>
                    <a:pt x="5567898" y="117233"/>
                  </a:lnTo>
                  <a:lnTo>
                    <a:pt x="5568006" y="117233"/>
                  </a:lnTo>
                  <a:lnTo>
                    <a:pt x="5568115" y="117233"/>
                  </a:lnTo>
                  <a:lnTo>
                    <a:pt x="5568223" y="117233"/>
                  </a:lnTo>
                  <a:lnTo>
                    <a:pt x="5568332" y="117233"/>
                  </a:lnTo>
                  <a:lnTo>
                    <a:pt x="5568440" y="117233"/>
                  </a:lnTo>
                  <a:lnTo>
                    <a:pt x="5568549" y="117233"/>
                  </a:lnTo>
                  <a:lnTo>
                    <a:pt x="5568657" y="117233"/>
                  </a:lnTo>
                  <a:lnTo>
                    <a:pt x="5568765" y="117233"/>
                  </a:lnTo>
                  <a:lnTo>
                    <a:pt x="5568874" y="117233"/>
                  </a:lnTo>
                  <a:lnTo>
                    <a:pt x="5568982" y="117233"/>
                  </a:lnTo>
                  <a:lnTo>
                    <a:pt x="5569091" y="117233"/>
                  </a:lnTo>
                  <a:lnTo>
                    <a:pt x="5569199" y="117233"/>
                  </a:lnTo>
                  <a:lnTo>
                    <a:pt x="5569308" y="117233"/>
                  </a:lnTo>
                  <a:lnTo>
                    <a:pt x="5569416" y="117233"/>
                  </a:lnTo>
                  <a:lnTo>
                    <a:pt x="5569525" y="117233"/>
                  </a:lnTo>
                  <a:lnTo>
                    <a:pt x="5569525" y="116609"/>
                  </a:lnTo>
                  <a:lnTo>
                    <a:pt x="5569633" y="116609"/>
                  </a:lnTo>
                  <a:lnTo>
                    <a:pt x="5569742" y="116609"/>
                  </a:lnTo>
                  <a:lnTo>
                    <a:pt x="5569850" y="116609"/>
                  </a:lnTo>
                  <a:lnTo>
                    <a:pt x="5569958" y="116609"/>
                  </a:lnTo>
                  <a:lnTo>
                    <a:pt x="5570067" y="116609"/>
                  </a:lnTo>
                  <a:lnTo>
                    <a:pt x="5570175" y="116609"/>
                  </a:lnTo>
                  <a:lnTo>
                    <a:pt x="5570284" y="116609"/>
                  </a:lnTo>
                  <a:lnTo>
                    <a:pt x="5570392" y="116609"/>
                  </a:lnTo>
                  <a:lnTo>
                    <a:pt x="5570501" y="116609"/>
                  </a:lnTo>
                  <a:lnTo>
                    <a:pt x="5570609" y="116609"/>
                  </a:lnTo>
                  <a:lnTo>
                    <a:pt x="5570718" y="116609"/>
                  </a:lnTo>
                  <a:lnTo>
                    <a:pt x="5570826" y="116609"/>
                  </a:lnTo>
                  <a:lnTo>
                    <a:pt x="5570934" y="116609"/>
                  </a:lnTo>
                  <a:lnTo>
                    <a:pt x="5571043" y="116609"/>
                  </a:lnTo>
                  <a:lnTo>
                    <a:pt x="5571151" y="116609"/>
                  </a:lnTo>
                  <a:lnTo>
                    <a:pt x="5571260" y="116609"/>
                  </a:lnTo>
                  <a:lnTo>
                    <a:pt x="5571368" y="116609"/>
                  </a:lnTo>
                  <a:lnTo>
                    <a:pt x="5571477" y="116609"/>
                  </a:lnTo>
                  <a:lnTo>
                    <a:pt x="5571585" y="116609"/>
                  </a:lnTo>
                  <a:lnTo>
                    <a:pt x="5571694" y="116609"/>
                  </a:lnTo>
                  <a:lnTo>
                    <a:pt x="5571802" y="116609"/>
                  </a:lnTo>
                  <a:lnTo>
                    <a:pt x="5571910" y="116609"/>
                  </a:lnTo>
                  <a:lnTo>
                    <a:pt x="5571910" y="115986"/>
                  </a:lnTo>
                  <a:lnTo>
                    <a:pt x="5572019" y="115986"/>
                  </a:lnTo>
                  <a:lnTo>
                    <a:pt x="5572127" y="115986"/>
                  </a:lnTo>
                  <a:lnTo>
                    <a:pt x="5572236" y="115986"/>
                  </a:lnTo>
                  <a:lnTo>
                    <a:pt x="5572344" y="115986"/>
                  </a:lnTo>
                  <a:lnTo>
                    <a:pt x="5572453" y="115986"/>
                  </a:lnTo>
                  <a:lnTo>
                    <a:pt x="5572561" y="115986"/>
                  </a:lnTo>
                  <a:lnTo>
                    <a:pt x="5572561" y="115362"/>
                  </a:lnTo>
                  <a:lnTo>
                    <a:pt x="5572670" y="115362"/>
                  </a:lnTo>
                  <a:lnTo>
                    <a:pt x="5572778" y="115362"/>
                  </a:lnTo>
                  <a:lnTo>
                    <a:pt x="5572886" y="115362"/>
                  </a:lnTo>
                  <a:lnTo>
                    <a:pt x="5572995" y="115362"/>
                  </a:lnTo>
                  <a:lnTo>
                    <a:pt x="5573103" y="115362"/>
                  </a:lnTo>
                  <a:lnTo>
                    <a:pt x="5573212" y="115362"/>
                  </a:lnTo>
                  <a:lnTo>
                    <a:pt x="5573320" y="115362"/>
                  </a:lnTo>
                  <a:lnTo>
                    <a:pt x="5573429" y="115362"/>
                  </a:lnTo>
                  <a:lnTo>
                    <a:pt x="5573537" y="115362"/>
                  </a:lnTo>
                  <a:lnTo>
                    <a:pt x="5573646" y="115362"/>
                  </a:lnTo>
                  <a:lnTo>
                    <a:pt x="5573754" y="115362"/>
                  </a:lnTo>
                  <a:lnTo>
                    <a:pt x="5573863" y="115362"/>
                  </a:lnTo>
                  <a:lnTo>
                    <a:pt x="5573971" y="115362"/>
                  </a:lnTo>
                  <a:lnTo>
                    <a:pt x="5574079" y="115362"/>
                  </a:lnTo>
                  <a:lnTo>
                    <a:pt x="5574188" y="115362"/>
                  </a:lnTo>
                  <a:lnTo>
                    <a:pt x="5574188" y="114739"/>
                  </a:lnTo>
                  <a:lnTo>
                    <a:pt x="5574296" y="114739"/>
                  </a:lnTo>
                  <a:lnTo>
                    <a:pt x="5574405" y="114739"/>
                  </a:lnTo>
                  <a:lnTo>
                    <a:pt x="5574513" y="114739"/>
                  </a:lnTo>
                  <a:lnTo>
                    <a:pt x="5574622" y="114739"/>
                  </a:lnTo>
                  <a:lnTo>
                    <a:pt x="5574730" y="114739"/>
                  </a:lnTo>
                  <a:lnTo>
                    <a:pt x="5574839" y="114739"/>
                  </a:lnTo>
                  <a:lnTo>
                    <a:pt x="5574947" y="114739"/>
                  </a:lnTo>
                  <a:lnTo>
                    <a:pt x="5575055" y="114739"/>
                  </a:lnTo>
                  <a:lnTo>
                    <a:pt x="5575164" y="114739"/>
                  </a:lnTo>
                  <a:lnTo>
                    <a:pt x="5575272" y="114739"/>
                  </a:lnTo>
                  <a:lnTo>
                    <a:pt x="5575381" y="114739"/>
                  </a:lnTo>
                  <a:lnTo>
                    <a:pt x="5575489" y="114739"/>
                  </a:lnTo>
                  <a:lnTo>
                    <a:pt x="5575598" y="114739"/>
                  </a:lnTo>
                  <a:lnTo>
                    <a:pt x="5575706" y="114739"/>
                  </a:lnTo>
                  <a:lnTo>
                    <a:pt x="5575815" y="114739"/>
                  </a:lnTo>
                  <a:lnTo>
                    <a:pt x="5575923" y="114739"/>
                  </a:lnTo>
                  <a:lnTo>
                    <a:pt x="5576031" y="114739"/>
                  </a:lnTo>
                  <a:lnTo>
                    <a:pt x="5576140" y="114739"/>
                  </a:lnTo>
                  <a:lnTo>
                    <a:pt x="5576140" y="114115"/>
                  </a:lnTo>
                  <a:lnTo>
                    <a:pt x="5576248" y="114115"/>
                  </a:lnTo>
                  <a:lnTo>
                    <a:pt x="5576357" y="114115"/>
                  </a:lnTo>
                  <a:lnTo>
                    <a:pt x="5576465" y="114115"/>
                  </a:lnTo>
                  <a:lnTo>
                    <a:pt x="5576574" y="114115"/>
                  </a:lnTo>
                  <a:lnTo>
                    <a:pt x="5576682" y="114115"/>
                  </a:lnTo>
                  <a:lnTo>
                    <a:pt x="5576682" y="113491"/>
                  </a:lnTo>
                  <a:lnTo>
                    <a:pt x="5576791" y="113491"/>
                  </a:lnTo>
                  <a:lnTo>
                    <a:pt x="5576899" y="113491"/>
                  </a:lnTo>
                  <a:lnTo>
                    <a:pt x="5577007" y="113491"/>
                  </a:lnTo>
                  <a:lnTo>
                    <a:pt x="5577116" y="113491"/>
                  </a:lnTo>
                  <a:lnTo>
                    <a:pt x="5577224" y="113491"/>
                  </a:lnTo>
                  <a:lnTo>
                    <a:pt x="5577333" y="113491"/>
                  </a:lnTo>
                  <a:lnTo>
                    <a:pt x="5577441" y="113491"/>
                  </a:lnTo>
                  <a:lnTo>
                    <a:pt x="5577550" y="113491"/>
                  </a:lnTo>
                  <a:lnTo>
                    <a:pt x="5577658" y="113491"/>
                  </a:lnTo>
                  <a:lnTo>
                    <a:pt x="5577767" y="113491"/>
                  </a:lnTo>
                  <a:lnTo>
                    <a:pt x="5577875" y="113491"/>
                  </a:lnTo>
                  <a:lnTo>
                    <a:pt x="5577983" y="113491"/>
                  </a:lnTo>
                  <a:lnTo>
                    <a:pt x="5578092" y="113491"/>
                  </a:lnTo>
                  <a:lnTo>
                    <a:pt x="5578200" y="113491"/>
                  </a:lnTo>
                  <a:lnTo>
                    <a:pt x="5578309" y="113491"/>
                  </a:lnTo>
                  <a:lnTo>
                    <a:pt x="5578417" y="113491"/>
                  </a:lnTo>
                  <a:lnTo>
                    <a:pt x="5578526" y="113491"/>
                  </a:lnTo>
                  <a:lnTo>
                    <a:pt x="5578634" y="113491"/>
                  </a:lnTo>
                  <a:lnTo>
                    <a:pt x="5578743" y="113491"/>
                  </a:lnTo>
                  <a:lnTo>
                    <a:pt x="5578851" y="113491"/>
                  </a:lnTo>
                  <a:lnTo>
                    <a:pt x="5578960" y="113491"/>
                  </a:lnTo>
                  <a:lnTo>
                    <a:pt x="5579068" y="113491"/>
                  </a:lnTo>
                  <a:lnTo>
                    <a:pt x="5579176" y="113491"/>
                  </a:lnTo>
                  <a:lnTo>
                    <a:pt x="5579285" y="113491"/>
                  </a:lnTo>
                  <a:lnTo>
                    <a:pt x="5579285" y="112868"/>
                  </a:lnTo>
                  <a:lnTo>
                    <a:pt x="5579393" y="112868"/>
                  </a:lnTo>
                  <a:lnTo>
                    <a:pt x="5579502" y="112868"/>
                  </a:lnTo>
                  <a:lnTo>
                    <a:pt x="5579610" y="112868"/>
                  </a:lnTo>
                  <a:lnTo>
                    <a:pt x="5579719" y="112868"/>
                  </a:lnTo>
                  <a:lnTo>
                    <a:pt x="5579827" y="112868"/>
                  </a:lnTo>
                  <a:lnTo>
                    <a:pt x="5579936" y="112868"/>
                  </a:lnTo>
                  <a:lnTo>
                    <a:pt x="5580044" y="112868"/>
                  </a:lnTo>
                  <a:lnTo>
                    <a:pt x="5580152" y="112868"/>
                  </a:lnTo>
                  <a:lnTo>
                    <a:pt x="5580261" y="112868"/>
                  </a:lnTo>
                  <a:lnTo>
                    <a:pt x="5580369" y="112868"/>
                  </a:lnTo>
                  <a:lnTo>
                    <a:pt x="5580478" y="112868"/>
                  </a:lnTo>
                  <a:lnTo>
                    <a:pt x="5580586" y="112868"/>
                  </a:lnTo>
                  <a:lnTo>
                    <a:pt x="5580695" y="112868"/>
                  </a:lnTo>
                  <a:lnTo>
                    <a:pt x="5580803" y="112868"/>
                  </a:lnTo>
                  <a:lnTo>
                    <a:pt x="5580912" y="112868"/>
                  </a:lnTo>
                  <a:lnTo>
                    <a:pt x="5581020" y="112868"/>
                  </a:lnTo>
                  <a:lnTo>
                    <a:pt x="5581128" y="112868"/>
                  </a:lnTo>
                  <a:lnTo>
                    <a:pt x="5581237" y="112868"/>
                  </a:lnTo>
                  <a:lnTo>
                    <a:pt x="5581345" y="112868"/>
                  </a:lnTo>
                  <a:lnTo>
                    <a:pt x="5581345" y="112244"/>
                  </a:lnTo>
                  <a:lnTo>
                    <a:pt x="5581454" y="112244"/>
                  </a:lnTo>
                  <a:lnTo>
                    <a:pt x="5581562" y="112244"/>
                  </a:lnTo>
                  <a:lnTo>
                    <a:pt x="5581671" y="112244"/>
                  </a:lnTo>
                  <a:lnTo>
                    <a:pt x="5581779" y="112244"/>
                  </a:lnTo>
                  <a:lnTo>
                    <a:pt x="5581888" y="112244"/>
                  </a:lnTo>
                  <a:lnTo>
                    <a:pt x="5581996" y="112244"/>
                  </a:lnTo>
                  <a:lnTo>
                    <a:pt x="5582104" y="112244"/>
                  </a:lnTo>
                  <a:lnTo>
                    <a:pt x="5582213" y="112244"/>
                  </a:lnTo>
                  <a:lnTo>
                    <a:pt x="5582321" y="112244"/>
                  </a:lnTo>
                  <a:lnTo>
                    <a:pt x="5582430" y="112244"/>
                  </a:lnTo>
                  <a:lnTo>
                    <a:pt x="5582538" y="112244"/>
                  </a:lnTo>
                  <a:lnTo>
                    <a:pt x="5582647" y="112244"/>
                  </a:lnTo>
                  <a:lnTo>
                    <a:pt x="5582755" y="112244"/>
                  </a:lnTo>
                  <a:lnTo>
                    <a:pt x="5582864" y="112244"/>
                  </a:lnTo>
                  <a:lnTo>
                    <a:pt x="5582972" y="112244"/>
                  </a:lnTo>
                  <a:lnTo>
                    <a:pt x="5583081" y="112244"/>
                  </a:lnTo>
                  <a:lnTo>
                    <a:pt x="5583189" y="112244"/>
                  </a:lnTo>
                  <a:lnTo>
                    <a:pt x="5583297" y="112244"/>
                  </a:lnTo>
                  <a:lnTo>
                    <a:pt x="5583406" y="112244"/>
                  </a:lnTo>
                  <a:lnTo>
                    <a:pt x="5583514" y="112244"/>
                  </a:lnTo>
                  <a:lnTo>
                    <a:pt x="5583623" y="112244"/>
                  </a:lnTo>
                  <a:lnTo>
                    <a:pt x="5583731" y="112244"/>
                  </a:lnTo>
                  <a:lnTo>
                    <a:pt x="5583840" y="112244"/>
                  </a:lnTo>
                  <a:lnTo>
                    <a:pt x="5583948" y="112244"/>
                  </a:lnTo>
                  <a:lnTo>
                    <a:pt x="5584057" y="112244"/>
                  </a:lnTo>
                  <a:lnTo>
                    <a:pt x="5584165" y="112244"/>
                  </a:lnTo>
                  <a:lnTo>
                    <a:pt x="5584273" y="112244"/>
                  </a:lnTo>
                  <a:lnTo>
                    <a:pt x="5584382" y="112244"/>
                  </a:lnTo>
                  <a:lnTo>
                    <a:pt x="5584490" y="112244"/>
                  </a:lnTo>
                  <a:lnTo>
                    <a:pt x="5584599" y="112244"/>
                  </a:lnTo>
                  <a:lnTo>
                    <a:pt x="5584707" y="112244"/>
                  </a:lnTo>
                  <a:lnTo>
                    <a:pt x="5584816" y="112244"/>
                  </a:lnTo>
                  <a:lnTo>
                    <a:pt x="5584924" y="112244"/>
                  </a:lnTo>
                  <a:lnTo>
                    <a:pt x="5585033" y="112244"/>
                  </a:lnTo>
                  <a:lnTo>
                    <a:pt x="5585141" y="112244"/>
                  </a:lnTo>
                  <a:lnTo>
                    <a:pt x="5585249" y="112244"/>
                  </a:lnTo>
                  <a:lnTo>
                    <a:pt x="5585358" y="112244"/>
                  </a:lnTo>
                  <a:lnTo>
                    <a:pt x="5585466" y="112244"/>
                  </a:lnTo>
                  <a:lnTo>
                    <a:pt x="5585575" y="112244"/>
                  </a:lnTo>
                  <a:lnTo>
                    <a:pt x="5585683" y="112244"/>
                  </a:lnTo>
                  <a:lnTo>
                    <a:pt x="5585792" y="112244"/>
                  </a:lnTo>
                  <a:lnTo>
                    <a:pt x="5585900" y="112244"/>
                  </a:lnTo>
                  <a:lnTo>
                    <a:pt x="5586009" y="112244"/>
                  </a:lnTo>
                  <a:lnTo>
                    <a:pt x="5586117" y="112244"/>
                  </a:lnTo>
                  <a:lnTo>
                    <a:pt x="5586225" y="112244"/>
                  </a:lnTo>
                  <a:lnTo>
                    <a:pt x="5586334" y="112244"/>
                  </a:lnTo>
                  <a:lnTo>
                    <a:pt x="5586442" y="112244"/>
                  </a:lnTo>
                  <a:lnTo>
                    <a:pt x="5586551" y="112244"/>
                  </a:lnTo>
                  <a:lnTo>
                    <a:pt x="5586659" y="112244"/>
                  </a:lnTo>
                  <a:lnTo>
                    <a:pt x="5586768" y="112244"/>
                  </a:lnTo>
                  <a:lnTo>
                    <a:pt x="5586876" y="112244"/>
                  </a:lnTo>
                  <a:lnTo>
                    <a:pt x="5586985" y="112244"/>
                  </a:lnTo>
                  <a:lnTo>
                    <a:pt x="5587093" y="112244"/>
                  </a:lnTo>
                  <a:lnTo>
                    <a:pt x="5587202" y="112244"/>
                  </a:lnTo>
                  <a:lnTo>
                    <a:pt x="5587310" y="112244"/>
                  </a:lnTo>
                  <a:lnTo>
                    <a:pt x="5587418" y="112244"/>
                  </a:lnTo>
                  <a:lnTo>
                    <a:pt x="5587527" y="112244"/>
                  </a:lnTo>
                  <a:lnTo>
                    <a:pt x="5587635" y="112244"/>
                  </a:lnTo>
                  <a:lnTo>
                    <a:pt x="5587744" y="112244"/>
                  </a:lnTo>
                  <a:lnTo>
                    <a:pt x="5587852" y="112244"/>
                  </a:lnTo>
                  <a:lnTo>
                    <a:pt x="5587961" y="112244"/>
                  </a:lnTo>
                  <a:lnTo>
                    <a:pt x="5588069" y="112244"/>
                  </a:lnTo>
                  <a:lnTo>
                    <a:pt x="5588178" y="112244"/>
                  </a:lnTo>
                  <a:lnTo>
                    <a:pt x="5588286" y="112244"/>
                  </a:lnTo>
                  <a:lnTo>
                    <a:pt x="5588394" y="112244"/>
                  </a:lnTo>
                  <a:lnTo>
                    <a:pt x="5588503" y="112244"/>
                  </a:lnTo>
                  <a:lnTo>
                    <a:pt x="5588611" y="112244"/>
                  </a:lnTo>
                  <a:lnTo>
                    <a:pt x="5588720" y="112244"/>
                  </a:lnTo>
                  <a:lnTo>
                    <a:pt x="5588828" y="112244"/>
                  </a:lnTo>
                  <a:lnTo>
                    <a:pt x="5588937" y="112244"/>
                  </a:lnTo>
                  <a:lnTo>
                    <a:pt x="5589045" y="112244"/>
                  </a:lnTo>
                  <a:lnTo>
                    <a:pt x="5589154" y="112244"/>
                  </a:lnTo>
                  <a:lnTo>
                    <a:pt x="5589262" y="112244"/>
                  </a:lnTo>
                  <a:lnTo>
                    <a:pt x="5589370" y="112244"/>
                  </a:lnTo>
                  <a:lnTo>
                    <a:pt x="5589479" y="112244"/>
                  </a:lnTo>
                  <a:lnTo>
                    <a:pt x="5589587" y="112244"/>
                  </a:lnTo>
                  <a:lnTo>
                    <a:pt x="5589696" y="112244"/>
                  </a:lnTo>
                  <a:lnTo>
                    <a:pt x="5589804" y="112244"/>
                  </a:lnTo>
                  <a:lnTo>
                    <a:pt x="5589913" y="112244"/>
                  </a:lnTo>
                  <a:lnTo>
                    <a:pt x="5590021" y="112244"/>
                  </a:lnTo>
                  <a:lnTo>
                    <a:pt x="5590130" y="112244"/>
                  </a:lnTo>
                  <a:lnTo>
                    <a:pt x="5590238" y="112244"/>
                  </a:lnTo>
                  <a:lnTo>
                    <a:pt x="5590346" y="112244"/>
                  </a:lnTo>
                  <a:lnTo>
                    <a:pt x="5590455" y="112244"/>
                  </a:lnTo>
                  <a:lnTo>
                    <a:pt x="5590563" y="112244"/>
                  </a:lnTo>
                  <a:lnTo>
                    <a:pt x="5590672" y="112244"/>
                  </a:lnTo>
                  <a:lnTo>
                    <a:pt x="5590780" y="112244"/>
                  </a:lnTo>
                  <a:lnTo>
                    <a:pt x="5590889" y="112244"/>
                  </a:lnTo>
                  <a:lnTo>
                    <a:pt x="5590997" y="112244"/>
                  </a:lnTo>
                  <a:lnTo>
                    <a:pt x="5591106" y="112244"/>
                  </a:lnTo>
                  <a:lnTo>
                    <a:pt x="5591214" y="112244"/>
                  </a:lnTo>
                  <a:lnTo>
                    <a:pt x="5591323" y="112244"/>
                  </a:lnTo>
                  <a:lnTo>
                    <a:pt x="5591431" y="112244"/>
                  </a:lnTo>
                  <a:lnTo>
                    <a:pt x="5591539" y="112244"/>
                  </a:lnTo>
                  <a:lnTo>
                    <a:pt x="5591648" y="112244"/>
                  </a:lnTo>
                  <a:lnTo>
                    <a:pt x="5591756" y="112244"/>
                  </a:lnTo>
                  <a:lnTo>
                    <a:pt x="5591865" y="112244"/>
                  </a:lnTo>
                  <a:lnTo>
                    <a:pt x="5591973" y="112244"/>
                  </a:lnTo>
                  <a:lnTo>
                    <a:pt x="5592082" y="112244"/>
                  </a:lnTo>
                  <a:lnTo>
                    <a:pt x="5592190" y="112244"/>
                  </a:lnTo>
                  <a:lnTo>
                    <a:pt x="5592299" y="112244"/>
                  </a:lnTo>
                  <a:lnTo>
                    <a:pt x="5592407" y="112244"/>
                  </a:lnTo>
                  <a:lnTo>
                    <a:pt x="5592515" y="112244"/>
                  </a:lnTo>
                  <a:lnTo>
                    <a:pt x="5592624" y="112244"/>
                  </a:lnTo>
                  <a:lnTo>
                    <a:pt x="5592732" y="112244"/>
                  </a:lnTo>
                  <a:lnTo>
                    <a:pt x="5592841" y="112244"/>
                  </a:lnTo>
                  <a:lnTo>
                    <a:pt x="5592949" y="112244"/>
                  </a:lnTo>
                  <a:lnTo>
                    <a:pt x="5593058" y="112244"/>
                  </a:lnTo>
                  <a:lnTo>
                    <a:pt x="5593166" y="112244"/>
                  </a:lnTo>
                  <a:lnTo>
                    <a:pt x="5593275" y="112244"/>
                  </a:lnTo>
                  <a:lnTo>
                    <a:pt x="5593275" y="111621"/>
                  </a:lnTo>
                  <a:lnTo>
                    <a:pt x="5593383" y="111621"/>
                  </a:lnTo>
                  <a:lnTo>
                    <a:pt x="5593491" y="111621"/>
                  </a:lnTo>
                  <a:lnTo>
                    <a:pt x="5593600" y="111621"/>
                  </a:lnTo>
                  <a:lnTo>
                    <a:pt x="5593600" y="110997"/>
                  </a:lnTo>
                  <a:lnTo>
                    <a:pt x="5593708" y="110997"/>
                  </a:lnTo>
                  <a:lnTo>
                    <a:pt x="5593817" y="110997"/>
                  </a:lnTo>
                  <a:lnTo>
                    <a:pt x="5593925" y="110997"/>
                  </a:lnTo>
                  <a:lnTo>
                    <a:pt x="5594034" y="110997"/>
                  </a:lnTo>
                  <a:lnTo>
                    <a:pt x="5594142" y="110997"/>
                  </a:lnTo>
                  <a:lnTo>
                    <a:pt x="5594251" y="110997"/>
                  </a:lnTo>
                  <a:lnTo>
                    <a:pt x="5594359" y="110997"/>
                  </a:lnTo>
                  <a:lnTo>
                    <a:pt x="5594467" y="110997"/>
                  </a:lnTo>
                  <a:lnTo>
                    <a:pt x="5594576" y="110997"/>
                  </a:lnTo>
                  <a:lnTo>
                    <a:pt x="5594684" y="110997"/>
                  </a:lnTo>
                  <a:lnTo>
                    <a:pt x="5594793" y="110997"/>
                  </a:lnTo>
                  <a:lnTo>
                    <a:pt x="5594901" y="110997"/>
                  </a:lnTo>
                  <a:lnTo>
                    <a:pt x="5595010" y="110997"/>
                  </a:lnTo>
                  <a:lnTo>
                    <a:pt x="5595118" y="110997"/>
                  </a:lnTo>
                  <a:lnTo>
                    <a:pt x="5595227" y="110997"/>
                  </a:lnTo>
                  <a:lnTo>
                    <a:pt x="5595335" y="110997"/>
                  </a:lnTo>
                  <a:lnTo>
                    <a:pt x="5595444" y="110997"/>
                  </a:lnTo>
                  <a:lnTo>
                    <a:pt x="5595552" y="110997"/>
                  </a:lnTo>
                  <a:lnTo>
                    <a:pt x="5595660" y="110997"/>
                  </a:lnTo>
                  <a:lnTo>
                    <a:pt x="5595769" y="110997"/>
                  </a:lnTo>
                  <a:lnTo>
                    <a:pt x="5595877" y="110997"/>
                  </a:lnTo>
                  <a:lnTo>
                    <a:pt x="5595986" y="110997"/>
                  </a:lnTo>
                  <a:lnTo>
                    <a:pt x="5596094" y="110997"/>
                  </a:lnTo>
                  <a:lnTo>
                    <a:pt x="5596203" y="110997"/>
                  </a:lnTo>
                  <a:lnTo>
                    <a:pt x="5596311" y="110997"/>
                  </a:lnTo>
                  <a:lnTo>
                    <a:pt x="5596420" y="110997"/>
                  </a:lnTo>
                  <a:lnTo>
                    <a:pt x="5596528" y="110997"/>
                  </a:lnTo>
                  <a:lnTo>
                    <a:pt x="5596636" y="110997"/>
                  </a:lnTo>
                  <a:lnTo>
                    <a:pt x="5596745" y="110997"/>
                  </a:lnTo>
                  <a:lnTo>
                    <a:pt x="5596853" y="110997"/>
                  </a:lnTo>
                  <a:lnTo>
                    <a:pt x="5596962" y="110997"/>
                  </a:lnTo>
                  <a:lnTo>
                    <a:pt x="5597070" y="110997"/>
                  </a:lnTo>
                  <a:lnTo>
                    <a:pt x="5597179" y="110997"/>
                  </a:lnTo>
                  <a:lnTo>
                    <a:pt x="5597287" y="110997"/>
                  </a:lnTo>
                  <a:lnTo>
                    <a:pt x="5597396" y="110997"/>
                  </a:lnTo>
                  <a:lnTo>
                    <a:pt x="5597504" y="110997"/>
                  </a:lnTo>
                  <a:lnTo>
                    <a:pt x="5597612" y="110997"/>
                  </a:lnTo>
                  <a:lnTo>
                    <a:pt x="5597721" y="110997"/>
                  </a:lnTo>
                  <a:lnTo>
                    <a:pt x="5597829" y="110997"/>
                  </a:lnTo>
                  <a:lnTo>
                    <a:pt x="5597938" y="110997"/>
                  </a:lnTo>
                  <a:lnTo>
                    <a:pt x="5597938" y="110374"/>
                  </a:lnTo>
                  <a:lnTo>
                    <a:pt x="5598046" y="110374"/>
                  </a:lnTo>
                  <a:lnTo>
                    <a:pt x="5598155" y="110374"/>
                  </a:lnTo>
                  <a:lnTo>
                    <a:pt x="5598263" y="110374"/>
                  </a:lnTo>
                  <a:lnTo>
                    <a:pt x="5598372" y="110374"/>
                  </a:lnTo>
                  <a:lnTo>
                    <a:pt x="5598480" y="110374"/>
                  </a:lnTo>
                  <a:lnTo>
                    <a:pt x="5598588" y="110374"/>
                  </a:lnTo>
                  <a:lnTo>
                    <a:pt x="5598588" y="109750"/>
                  </a:lnTo>
                  <a:lnTo>
                    <a:pt x="5598697" y="109750"/>
                  </a:lnTo>
                  <a:lnTo>
                    <a:pt x="5598805" y="109750"/>
                  </a:lnTo>
                  <a:lnTo>
                    <a:pt x="5598914" y="109750"/>
                  </a:lnTo>
                  <a:lnTo>
                    <a:pt x="5599022" y="109750"/>
                  </a:lnTo>
                  <a:lnTo>
                    <a:pt x="5599131" y="109750"/>
                  </a:lnTo>
                  <a:lnTo>
                    <a:pt x="5599239" y="109750"/>
                  </a:lnTo>
                  <a:lnTo>
                    <a:pt x="5599348" y="109750"/>
                  </a:lnTo>
                  <a:lnTo>
                    <a:pt x="5599456" y="109750"/>
                  </a:lnTo>
                  <a:lnTo>
                    <a:pt x="5599565" y="109750"/>
                  </a:lnTo>
                  <a:lnTo>
                    <a:pt x="5599673" y="109750"/>
                  </a:lnTo>
                  <a:lnTo>
                    <a:pt x="5599781" y="109750"/>
                  </a:lnTo>
                  <a:lnTo>
                    <a:pt x="5599890" y="109750"/>
                  </a:lnTo>
                  <a:lnTo>
                    <a:pt x="5599998" y="109750"/>
                  </a:lnTo>
                  <a:lnTo>
                    <a:pt x="5600107" y="109750"/>
                  </a:lnTo>
                  <a:lnTo>
                    <a:pt x="5600215" y="109750"/>
                  </a:lnTo>
                  <a:lnTo>
                    <a:pt x="5600324" y="109750"/>
                  </a:lnTo>
                  <a:lnTo>
                    <a:pt x="5600324" y="109126"/>
                  </a:lnTo>
                  <a:lnTo>
                    <a:pt x="5600432" y="109126"/>
                  </a:lnTo>
                  <a:lnTo>
                    <a:pt x="5600541" y="109126"/>
                  </a:lnTo>
                  <a:lnTo>
                    <a:pt x="5600649" y="109126"/>
                  </a:lnTo>
                  <a:lnTo>
                    <a:pt x="5600757" y="109126"/>
                  </a:lnTo>
                  <a:lnTo>
                    <a:pt x="5600866" y="109126"/>
                  </a:lnTo>
                  <a:lnTo>
                    <a:pt x="5600974" y="109126"/>
                  </a:lnTo>
                  <a:lnTo>
                    <a:pt x="5601083" y="109126"/>
                  </a:lnTo>
                  <a:lnTo>
                    <a:pt x="5601191" y="109126"/>
                  </a:lnTo>
                  <a:lnTo>
                    <a:pt x="5601300" y="109126"/>
                  </a:lnTo>
                  <a:lnTo>
                    <a:pt x="5601408" y="109126"/>
                  </a:lnTo>
                  <a:lnTo>
                    <a:pt x="5601517" y="109126"/>
                  </a:lnTo>
                  <a:lnTo>
                    <a:pt x="5601625" y="109126"/>
                  </a:lnTo>
                  <a:lnTo>
                    <a:pt x="5601733" y="109126"/>
                  </a:lnTo>
                  <a:lnTo>
                    <a:pt x="5601842" y="109126"/>
                  </a:lnTo>
                  <a:lnTo>
                    <a:pt x="5601950" y="109126"/>
                  </a:lnTo>
                  <a:lnTo>
                    <a:pt x="5602059" y="109126"/>
                  </a:lnTo>
                  <a:lnTo>
                    <a:pt x="5602167" y="109126"/>
                  </a:lnTo>
                  <a:lnTo>
                    <a:pt x="5602276" y="109126"/>
                  </a:lnTo>
                  <a:lnTo>
                    <a:pt x="5602384" y="109126"/>
                  </a:lnTo>
                  <a:lnTo>
                    <a:pt x="5602493" y="109126"/>
                  </a:lnTo>
                  <a:lnTo>
                    <a:pt x="5602601" y="109126"/>
                  </a:lnTo>
                  <a:lnTo>
                    <a:pt x="5602709" y="109126"/>
                  </a:lnTo>
                  <a:lnTo>
                    <a:pt x="5602818" y="109126"/>
                  </a:lnTo>
                  <a:lnTo>
                    <a:pt x="5602818" y="108503"/>
                  </a:lnTo>
                  <a:lnTo>
                    <a:pt x="5602926" y="108503"/>
                  </a:lnTo>
                  <a:lnTo>
                    <a:pt x="5603035" y="108503"/>
                  </a:lnTo>
                  <a:lnTo>
                    <a:pt x="5603143" y="108503"/>
                  </a:lnTo>
                  <a:lnTo>
                    <a:pt x="5603252" y="108503"/>
                  </a:lnTo>
                  <a:lnTo>
                    <a:pt x="5603360" y="108503"/>
                  </a:lnTo>
                  <a:lnTo>
                    <a:pt x="5603469" y="108503"/>
                  </a:lnTo>
                  <a:lnTo>
                    <a:pt x="5603577" y="108503"/>
                  </a:lnTo>
                  <a:lnTo>
                    <a:pt x="5603685" y="108503"/>
                  </a:lnTo>
                  <a:lnTo>
                    <a:pt x="5603794" y="108503"/>
                  </a:lnTo>
                  <a:lnTo>
                    <a:pt x="5603902" y="108503"/>
                  </a:lnTo>
                  <a:lnTo>
                    <a:pt x="5604011" y="108503"/>
                  </a:lnTo>
                  <a:lnTo>
                    <a:pt x="5604119" y="108503"/>
                  </a:lnTo>
                  <a:lnTo>
                    <a:pt x="5604228" y="108503"/>
                  </a:lnTo>
                  <a:lnTo>
                    <a:pt x="5604336" y="108503"/>
                  </a:lnTo>
                  <a:lnTo>
                    <a:pt x="5604445" y="108503"/>
                  </a:lnTo>
                  <a:lnTo>
                    <a:pt x="5604553" y="108503"/>
                  </a:lnTo>
                  <a:lnTo>
                    <a:pt x="5604662" y="108503"/>
                  </a:lnTo>
                  <a:lnTo>
                    <a:pt x="5604770" y="108503"/>
                  </a:lnTo>
                  <a:lnTo>
                    <a:pt x="5604878" y="108503"/>
                  </a:lnTo>
                  <a:lnTo>
                    <a:pt x="5604987" y="108503"/>
                  </a:lnTo>
                  <a:lnTo>
                    <a:pt x="5605095" y="108503"/>
                  </a:lnTo>
                  <a:lnTo>
                    <a:pt x="5605095" y="107879"/>
                  </a:lnTo>
                  <a:lnTo>
                    <a:pt x="5605204" y="107879"/>
                  </a:lnTo>
                  <a:lnTo>
                    <a:pt x="5605312" y="107879"/>
                  </a:lnTo>
                  <a:lnTo>
                    <a:pt x="5605421" y="107879"/>
                  </a:lnTo>
                  <a:lnTo>
                    <a:pt x="5605529" y="107879"/>
                  </a:lnTo>
                  <a:lnTo>
                    <a:pt x="5605638" y="107879"/>
                  </a:lnTo>
                  <a:lnTo>
                    <a:pt x="5605746" y="107879"/>
                  </a:lnTo>
                  <a:lnTo>
                    <a:pt x="5605854" y="107879"/>
                  </a:lnTo>
                  <a:lnTo>
                    <a:pt x="5605963" y="107879"/>
                  </a:lnTo>
                  <a:lnTo>
                    <a:pt x="5606071" y="107879"/>
                  </a:lnTo>
                  <a:lnTo>
                    <a:pt x="5606180" y="107879"/>
                  </a:lnTo>
                  <a:lnTo>
                    <a:pt x="5606288" y="107879"/>
                  </a:lnTo>
                  <a:lnTo>
                    <a:pt x="5606397" y="107879"/>
                  </a:lnTo>
                  <a:lnTo>
                    <a:pt x="5606505" y="107879"/>
                  </a:lnTo>
                  <a:lnTo>
                    <a:pt x="5606614" y="107879"/>
                  </a:lnTo>
                  <a:lnTo>
                    <a:pt x="5606722" y="107879"/>
                  </a:lnTo>
                  <a:lnTo>
                    <a:pt x="5606830" y="107879"/>
                  </a:lnTo>
                  <a:lnTo>
                    <a:pt x="5606939" y="107879"/>
                  </a:lnTo>
                  <a:lnTo>
                    <a:pt x="5607047" y="107879"/>
                  </a:lnTo>
                  <a:lnTo>
                    <a:pt x="5607156" y="107879"/>
                  </a:lnTo>
                  <a:lnTo>
                    <a:pt x="5607264" y="107879"/>
                  </a:lnTo>
                  <a:lnTo>
                    <a:pt x="5607373" y="107879"/>
                  </a:lnTo>
                  <a:lnTo>
                    <a:pt x="5607481" y="107879"/>
                  </a:lnTo>
                  <a:lnTo>
                    <a:pt x="5607590" y="107879"/>
                  </a:lnTo>
                  <a:lnTo>
                    <a:pt x="5607698" y="107879"/>
                  </a:lnTo>
                  <a:lnTo>
                    <a:pt x="5607806" y="107879"/>
                  </a:lnTo>
                  <a:lnTo>
                    <a:pt x="5607915" y="107879"/>
                  </a:lnTo>
                  <a:lnTo>
                    <a:pt x="5608023" y="107879"/>
                  </a:lnTo>
                  <a:lnTo>
                    <a:pt x="5608132" y="107879"/>
                  </a:lnTo>
                  <a:lnTo>
                    <a:pt x="5608240" y="107879"/>
                  </a:lnTo>
                  <a:lnTo>
                    <a:pt x="5608349" y="107879"/>
                  </a:lnTo>
                  <a:lnTo>
                    <a:pt x="5608457" y="107879"/>
                  </a:lnTo>
                  <a:lnTo>
                    <a:pt x="5608566" y="107879"/>
                  </a:lnTo>
                  <a:lnTo>
                    <a:pt x="5608674" y="107879"/>
                  </a:lnTo>
                  <a:lnTo>
                    <a:pt x="5608783" y="107879"/>
                  </a:lnTo>
                  <a:lnTo>
                    <a:pt x="5608891" y="107879"/>
                  </a:lnTo>
                  <a:lnTo>
                    <a:pt x="5608999" y="107879"/>
                  </a:lnTo>
                  <a:lnTo>
                    <a:pt x="5609108" y="107879"/>
                  </a:lnTo>
                  <a:lnTo>
                    <a:pt x="5609216" y="107879"/>
                  </a:lnTo>
                  <a:lnTo>
                    <a:pt x="5609325" y="107879"/>
                  </a:lnTo>
                  <a:lnTo>
                    <a:pt x="5609433" y="107879"/>
                  </a:lnTo>
                  <a:lnTo>
                    <a:pt x="5609542" y="107879"/>
                  </a:lnTo>
                  <a:lnTo>
                    <a:pt x="5609650" y="107879"/>
                  </a:lnTo>
                  <a:lnTo>
                    <a:pt x="5609759" y="107879"/>
                  </a:lnTo>
                  <a:lnTo>
                    <a:pt x="5609867" y="107879"/>
                  </a:lnTo>
                  <a:lnTo>
                    <a:pt x="5609975" y="107879"/>
                  </a:lnTo>
                  <a:lnTo>
                    <a:pt x="5610084" y="107879"/>
                  </a:lnTo>
                  <a:lnTo>
                    <a:pt x="5610192" y="107879"/>
                  </a:lnTo>
                  <a:lnTo>
                    <a:pt x="5610301" y="107879"/>
                  </a:lnTo>
                  <a:lnTo>
                    <a:pt x="5610409" y="107879"/>
                  </a:lnTo>
                  <a:lnTo>
                    <a:pt x="5610518" y="107879"/>
                  </a:lnTo>
                  <a:lnTo>
                    <a:pt x="5610626" y="107879"/>
                  </a:lnTo>
                  <a:lnTo>
                    <a:pt x="5610735" y="107879"/>
                  </a:lnTo>
                  <a:lnTo>
                    <a:pt x="5610843" y="107879"/>
                  </a:lnTo>
                  <a:lnTo>
                    <a:pt x="5610951" y="107879"/>
                  </a:lnTo>
                  <a:lnTo>
                    <a:pt x="5611060" y="107879"/>
                  </a:lnTo>
                  <a:lnTo>
                    <a:pt x="5611168" y="107879"/>
                  </a:lnTo>
                  <a:lnTo>
                    <a:pt x="5611277" y="107879"/>
                  </a:lnTo>
                  <a:lnTo>
                    <a:pt x="5611385" y="107879"/>
                  </a:lnTo>
                  <a:lnTo>
                    <a:pt x="5611494" y="107879"/>
                  </a:lnTo>
                  <a:lnTo>
                    <a:pt x="5611602" y="107879"/>
                  </a:lnTo>
                  <a:lnTo>
                    <a:pt x="5611711" y="107879"/>
                  </a:lnTo>
                  <a:lnTo>
                    <a:pt x="5611819" y="107879"/>
                  </a:lnTo>
                  <a:lnTo>
                    <a:pt x="5611927" y="107879"/>
                  </a:lnTo>
                  <a:lnTo>
                    <a:pt x="5612036" y="107879"/>
                  </a:lnTo>
                  <a:lnTo>
                    <a:pt x="5612144" y="107879"/>
                  </a:lnTo>
                  <a:lnTo>
                    <a:pt x="5612253" y="107879"/>
                  </a:lnTo>
                  <a:lnTo>
                    <a:pt x="5612361" y="107879"/>
                  </a:lnTo>
                  <a:lnTo>
                    <a:pt x="5612470" y="107879"/>
                  </a:lnTo>
                  <a:lnTo>
                    <a:pt x="5612578" y="107879"/>
                  </a:lnTo>
                  <a:lnTo>
                    <a:pt x="5612578" y="107256"/>
                  </a:lnTo>
                  <a:lnTo>
                    <a:pt x="5612687" y="107256"/>
                  </a:lnTo>
                  <a:lnTo>
                    <a:pt x="5612795" y="107256"/>
                  </a:lnTo>
                  <a:lnTo>
                    <a:pt x="5612904" y="107256"/>
                  </a:lnTo>
                  <a:lnTo>
                    <a:pt x="5613012" y="107256"/>
                  </a:lnTo>
                  <a:lnTo>
                    <a:pt x="5613120" y="107256"/>
                  </a:lnTo>
                  <a:lnTo>
                    <a:pt x="5613229" y="107256"/>
                  </a:lnTo>
                  <a:lnTo>
                    <a:pt x="5613337" y="107256"/>
                  </a:lnTo>
                  <a:lnTo>
                    <a:pt x="5613446" y="107256"/>
                  </a:lnTo>
                  <a:lnTo>
                    <a:pt x="5613554" y="107256"/>
                  </a:lnTo>
                  <a:lnTo>
                    <a:pt x="5613663" y="107256"/>
                  </a:lnTo>
                  <a:lnTo>
                    <a:pt x="5613771" y="107256"/>
                  </a:lnTo>
                  <a:lnTo>
                    <a:pt x="5613880" y="107256"/>
                  </a:lnTo>
                  <a:lnTo>
                    <a:pt x="5613988" y="107256"/>
                  </a:lnTo>
                  <a:lnTo>
                    <a:pt x="5614096" y="107256"/>
                  </a:lnTo>
                  <a:lnTo>
                    <a:pt x="5614205" y="107256"/>
                  </a:lnTo>
                  <a:lnTo>
                    <a:pt x="5614313" y="107256"/>
                  </a:lnTo>
                  <a:lnTo>
                    <a:pt x="5614422" y="107256"/>
                  </a:lnTo>
                  <a:lnTo>
                    <a:pt x="5614530" y="107256"/>
                  </a:lnTo>
                  <a:lnTo>
                    <a:pt x="5614639" y="107256"/>
                  </a:lnTo>
                  <a:lnTo>
                    <a:pt x="5614747" y="107256"/>
                  </a:lnTo>
                  <a:lnTo>
                    <a:pt x="5614856" y="107256"/>
                  </a:lnTo>
                  <a:lnTo>
                    <a:pt x="5614964" y="107256"/>
                  </a:lnTo>
                  <a:lnTo>
                    <a:pt x="5615072" y="107256"/>
                  </a:lnTo>
                  <a:lnTo>
                    <a:pt x="5615181" y="107256"/>
                  </a:lnTo>
                  <a:lnTo>
                    <a:pt x="5615289" y="107256"/>
                  </a:lnTo>
                  <a:lnTo>
                    <a:pt x="5615398" y="107256"/>
                  </a:lnTo>
                  <a:lnTo>
                    <a:pt x="5615506" y="107256"/>
                  </a:lnTo>
                  <a:lnTo>
                    <a:pt x="5615615" y="107256"/>
                  </a:lnTo>
                  <a:lnTo>
                    <a:pt x="5615723" y="107256"/>
                  </a:lnTo>
                  <a:lnTo>
                    <a:pt x="5615832" y="107256"/>
                  </a:lnTo>
                  <a:lnTo>
                    <a:pt x="5615940" y="107256"/>
                  </a:lnTo>
                  <a:lnTo>
                    <a:pt x="5616048" y="107256"/>
                  </a:lnTo>
                  <a:lnTo>
                    <a:pt x="5616157" y="107256"/>
                  </a:lnTo>
                  <a:lnTo>
                    <a:pt x="5616265" y="107256"/>
                  </a:lnTo>
                  <a:lnTo>
                    <a:pt x="5616374" y="107256"/>
                  </a:lnTo>
                  <a:lnTo>
                    <a:pt x="5616482" y="107256"/>
                  </a:lnTo>
                  <a:lnTo>
                    <a:pt x="5616591" y="107256"/>
                  </a:lnTo>
                  <a:lnTo>
                    <a:pt x="5616699" y="107256"/>
                  </a:lnTo>
                  <a:lnTo>
                    <a:pt x="5616808" y="107256"/>
                  </a:lnTo>
                  <a:lnTo>
                    <a:pt x="5616916" y="107256"/>
                  </a:lnTo>
                  <a:lnTo>
                    <a:pt x="5617025" y="107256"/>
                  </a:lnTo>
                  <a:lnTo>
                    <a:pt x="5617133" y="107256"/>
                  </a:lnTo>
                  <a:lnTo>
                    <a:pt x="5617241" y="107256"/>
                  </a:lnTo>
                  <a:lnTo>
                    <a:pt x="5617350" y="107256"/>
                  </a:lnTo>
                  <a:lnTo>
                    <a:pt x="5617458" y="107256"/>
                  </a:lnTo>
                  <a:lnTo>
                    <a:pt x="5617567" y="107256"/>
                  </a:lnTo>
                  <a:lnTo>
                    <a:pt x="5617675" y="107256"/>
                  </a:lnTo>
                  <a:lnTo>
                    <a:pt x="5617675" y="106632"/>
                  </a:lnTo>
                  <a:lnTo>
                    <a:pt x="5617784" y="106632"/>
                  </a:lnTo>
                  <a:lnTo>
                    <a:pt x="5617784" y="106008"/>
                  </a:lnTo>
                  <a:lnTo>
                    <a:pt x="5617892" y="106008"/>
                  </a:lnTo>
                  <a:lnTo>
                    <a:pt x="5618001" y="106008"/>
                  </a:lnTo>
                  <a:lnTo>
                    <a:pt x="5618109" y="106008"/>
                  </a:lnTo>
                  <a:lnTo>
                    <a:pt x="5618217" y="106008"/>
                  </a:lnTo>
                  <a:lnTo>
                    <a:pt x="5618326" y="106008"/>
                  </a:lnTo>
                  <a:lnTo>
                    <a:pt x="5618434" y="106008"/>
                  </a:lnTo>
                  <a:lnTo>
                    <a:pt x="5618543" y="106008"/>
                  </a:lnTo>
                  <a:lnTo>
                    <a:pt x="5618651" y="106008"/>
                  </a:lnTo>
                  <a:lnTo>
                    <a:pt x="5618760" y="106008"/>
                  </a:lnTo>
                  <a:lnTo>
                    <a:pt x="5618868" y="106008"/>
                  </a:lnTo>
                  <a:lnTo>
                    <a:pt x="5618977" y="106008"/>
                  </a:lnTo>
                  <a:lnTo>
                    <a:pt x="5619085" y="106008"/>
                  </a:lnTo>
                  <a:lnTo>
                    <a:pt x="5619193" y="106008"/>
                  </a:lnTo>
                  <a:lnTo>
                    <a:pt x="5619302" y="106008"/>
                  </a:lnTo>
                  <a:lnTo>
                    <a:pt x="5619410" y="106008"/>
                  </a:lnTo>
                  <a:lnTo>
                    <a:pt x="5619519" y="106008"/>
                  </a:lnTo>
                  <a:lnTo>
                    <a:pt x="5619627" y="106008"/>
                  </a:lnTo>
                  <a:lnTo>
                    <a:pt x="5619736" y="106008"/>
                  </a:lnTo>
                  <a:lnTo>
                    <a:pt x="5619844" y="106008"/>
                  </a:lnTo>
                  <a:lnTo>
                    <a:pt x="5619953" y="106008"/>
                  </a:lnTo>
                  <a:lnTo>
                    <a:pt x="5620061" y="106008"/>
                  </a:lnTo>
                  <a:lnTo>
                    <a:pt x="5620169" y="106008"/>
                  </a:lnTo>
                  <a:lnTo>
                    <a:pt x="5620278" y="106008"/>
                  </a:lnTo>
                  <a:lnTo>
                    <a:pt x="5620386" y="106008"/>
                  </a:lnTo>
                  <a:lnTo>
                    <a:pt x="5620495" y="106008"/>
                  </a:lnTo>
                  <a:lnTo>
                    <a:pt x="5620603" y="106008"/>
                  </a:lnTo>
                  <a:lnTo>
                    <a:pt x="5620712" y="106008"/>
                  </a:lnTo>
                  <a:lnTo>
                    <a:pt x="5620820" y="106008"/>
                  </a:lnTo>
                  <a:lnTo>
                    <a:pt x="5620929" y="106008"/>
                  </a:lnTo>
                  <a:lnTo>
                    <a:pt x="5621037" y="106008"/>
                  </a:lnTo>
                  <a:lnTo>
                    <a:pt x="5621037" y="105385"/>
                  </a:lnTo>
                  <a:lnTo>
                    <a:pt x="5621146" y="105385"/>
                  </a:lnTo>
                  <a:lnTo>
                    <a:pt x="5621254" y="105385"/>
                  </a:lnTo>
                  <a:lnTo>
                    <a:pt x="5621362" y="105385"/>
                  </a:lnTo>
                  <a:lnTo>
                    <a:pt x="5621471" y="105385"/>
                  </a:lnTo>
                  <a:lnTo>
                    <a:pt x="5621579" y="105385"/>
                  </a:lnTo>
                  <a:lnTo>
                    <a:pt x="5621688" y="105385"/>
                  </a:lnTo>
                  <a:lnTo>
                    <a:pt x="5621796" y="105385"/>
                  </a:lnTo>
                  <a:lnTo>
                    <a:pt x="5621905" y="105385"/>
                  </a:lnTo>
                  <a:lnTo>
                    <a:pt x="5622013" y="105385"/>
                  </a:lnTo>
                  <a:lnTo>
                    <a:pt x="5622122" y="105385"/>
                  </a:lnTo>
                  <a:lnTo>
                    <a:pt x="5622230" y="105385"/>
                  </a:lnTo>
                  <a:lnTo>
                    <a:pt x="5622338" y="105385"/>
                  </a:lnTo>
                  <a:lnTo>
                    <a:pt x="5622447" y="105385"/>
                  </a:lnTo>
                  <a:lnTo>
                    <a:pt x="5622447" y="104761"/>
                  </a:lnTo>
                  <a:lnTo>
                    <a:pt x="5622555" y="104761"/>
                  </a:lnTo>
                  <a:lnTo>
                    <a:pt x="5622664" y="104761"/>
                  </a:lnTo>
                  <a:lnTo>
                    <a:pt x="5622772" y="104761"/>
                  </a:lnTo>
                  <a:lnTo>
                    <a:pt x="5622772" y="104138"/>
                  </a:lnTo>
                  <a:lnTo>
                    <a:pt x="5622881" y="104138"/>
                  </a:lnTo>
                  <a:lnTo>
                    <a:pt x="5622989" y="104138"/>
                  </a:lnTo>
                  <a:lnTo>
                    <a:pt x="5623098" y="104138"/>
                  </a:lnTo>
                  <a:lnTo>
                    <a:pt x="5623206" y="104138"/>
                  </a:lnTo>
                  <a:lnTo>
                    <a:pt x="5623206" y="103514"/>
                  </a:lnTo>
                  <a:lnTo>
                    <a:pt x="5623314" y="103514"/>
                  </a:lnTo>
                  <a:lnTo>
                    <a:pt x="5623423" y="103514"/>
                  </a:lnTo>
                  <a:lnTo>
                    <a:pt x="5623531" y="103514"/>
                  </a:lnTo>
                  <a:lnTo>
                    <a:pt x="5623640" y="103514"/>
                  </a:lnTo>
                  <a:lnTo>
                    <a:pt x="5623748" y="103514"/>
                  </a:lnTo>
                  <a:lnTo>
                    <a:pt x="5623857" y="103514"/>
                  </a:lnTo>
                  <a:lnTo>
                    <a:pt x="5623965" y="103514"/>
                  </a:lnTo>
                  <a:lnTo>
                    <a:pt x="5624074" y="103514"/>
                  </a:lnTo>
                  <a:lnTo>
                    <a:pt x="5624182" y="103514"/>
                  </a:lnTo>
                  <a:lnTo>
                    <a:pt x="5624290" y="103514"/>
                  </a:lnTo>
                  <a:lnTo>
                    <a:pt x="5624399" y="103514"/>
                  </a:lnTo>
                  <a:lnTo>
                    <a:pt x="5624507" y="103514"/>
                  </a:lnTo>
                  <a:lnTo>
                    <a:pt x="5624616" y="103514"/>
                  </a:lnTo>
                  <a:lnTo>
                    <a:pt x="5624724" y="103514"/>
                  </a:lnTo>
                  <a:lnTo>
                    <a:pt x="5624833" y="103514"/>
                  </a:lnTo>
                  <a:lnTo>
                    <a:pt x="5624941" y="103514"/>
                  </a:lnTo>
                  <a:lnTo>
                    <a:pt x="5625050" y="103514"/>
                  </a:lnTo>
                  <a:lnTo>
                    <a:pt x="5625158" y="103514"/>
                  </a:lnTo>
                  <a:lnTo>
                    <a:pt x="5625266" y="103514"/>
                  </a:lnTo>
                  <a:lnTo>
                    <a:pt x="5625375" y="103514"/>
                  </a:lnTo>
                  <a:lnTo>
                    <a:pt x="5625483" y="103514"/>
                  </a:lnTo>
                  <a:lnTo>
                    <a:pt x="5625592" y="103514"/>
                  </a:lnTo>
                  <a:lnTo>
                    <a:pt x="5625700" y="103514"/>
                  </a:lnTo>
                  <a:lnTo>
                    <a:pt x="5625809" y="103514"/>
                  </a:lnTo>
                  <a:lnTo>
                    <a:pt x="5625917" y="103514"/>
                  </a:lnTo>
                  <a:lnTo>
                    <a:pt x="5626026" y="103514"/>
                  </a:lnTo>
                  <a:lnTo>
                    <a:pt x="5626134" y="103514"/>
                  </a:lnTo>
                  <a:lnTo>
                    <a:pt x="5626243" y="103514"/>
                  </a:lnTo>
                  <a:lnTo>
                    <a:pt x="5626351" y="103514"/>
                  </a:lnTo>
                  <a:lnTo>
                    <a:pt x="5626459" y="103514"/>
                  </a:lnTo>
                  <a:lnTo>
                    <a:pt x="5626568" y="103514"/>
                  </a:lnTo>
                  <a:lnTo>
                    <a:pt x="5626676" y="103514"/>
                  </a:lnTo>
                  <a:lnTo>
                    <a:pt x="5626785" y="103514"/>
                  </a:lnTo>
                  <a:lnTo>
                    <a:pt x="5626893" y="103514"/>
                  </a:lnTo>
                  <a:lnTo>
                    <a:pt x="5627002" y="103514"/>
                  </a:lnTo>
                  <a:lnTo>
                    <a:pt x="5627110" y="103514"/>
                  </a:lnTo>
                  <a:lnTo>
                    <a:pt x="5627219" y="103514"/>
                  </a:lnTo>
                  <a:lnTo>
                    <a:pt x="5627327" y="103514"/>
                  </a:lnTo>
                  <a:lnTo>
                    <a:pt x="5627435" y="103514"/>
                  </a:lnTo>
                  <a:lnTo>
                    <a:pt x="5627544" y="103514"/>
                  </a:lnTo>
                  <a:lnTo>
                    <a:pt x="5627652" y="103514"/>
                  </a:lnTo>
                  <a:lnTo>
                    <a:pt x="5627761" y="103514"/>
                  </a:lnTo>
                  <a:lnTo>
                    <a:pt x="5627869" y="103514"/>
                  </a:lnTo>
                  <a:lnTo>
                    <a:pt x="5627978" y="103514"/>
                  </a:lnTo>
                  <a:lnTo>
                    <a:pt x="5628086" y="103514"/>
                  </a:lnTo>
                  <a:lnTo>
                    <a:pt x="5628195" y="103514"/>
                  </a:lnTo>
                  <a:lnTo>
                    <a:pt x="5628303" y="103514"/>
                  </a:lnTo>
                  <a:lnTo>
                    <a:pt x="5628411" y="103514"/>
                  </a:lnTo>
                  <a:lnTo>
                    <a:pt x="5628520" y="103514"/>
                  </a:lnTo>
                  <a:lnTo>
                    <a:pt x="5628628" y="103514"/>
                  </a:lnTo>
                  <a:lnTo>
                    <a:pt x="5628737" y="103514"/>
                  </a:lnTo>
                  <a:lnTo>
                    <a:pt x="5628845" y="103514"/>
                  </a:lnTo>
                  <a:lnTo>
                    <a:pt x="5628954" y="103514"/>
                  </a:lnTo>
                  <a:lnTo>
                    <a:pt x="5629062" y="103514"/>
                  </a:lnTo>
                  <a:lnTo>
                    <a:pt x="5629171" y="103514"/>
                  </a:lnTo>
                  <a:lnTo>
                    <a:pt x="5629279" y="103514"/>
                  </a:lnTo>
                  <a:lnTo>
                    <a:pt x="5629387" y="103514"/>
                  </a:lnTo>
                  <a:lnTo>
                    <a:pt x="5629496" y="103514"/>
                  </a:lnTo>
                  <a:lnTo>
                    <a:pt x="5629604" y="103514"/>
                  </a:lnTo>
                  <a:lnTo>
                    <a:pt x="5629713" y="103514"/>
                  </a:lnTo>
                  <a:lnTo>
                    <a:pt x="5629821" y="103514"/>
                  </a:lnTo>
                  <a:lnTo>
                    <a:pt x="5629930" y="103514"/>
                  </a:lnTo>
                  <a:lnTo>
                    <a:pt x="5630038" y="103514"/>
                  </a:lnTo>
                  <a:lnTo>
                    <a:pt x="5630147" y="103514"/>
                  </a:lnTo>
                  <a:lnTo>
                    <a:pt x="5630255" y="103514"/>
                  </a:lnTo>
                  <a:lnTo>
                    <a:pt x="5630364" y="103514"/>
                  </a:lnTo>
                  <a:lnTo>
                    <a:pt x="5630472" y="103514"/>
                  </a:lnTo>
                  <a:lnTo>
                    <a:pt x="5630580" y="103514"/>
                  </a:lnTo>
                  <a:lnTo>
                    <a:pt x="5630689" y="103514"/>
                  </a:lnTo>
                  <a:lnTo>
                    <a:pt x="5630797" y="103514"/>
                  </a:lnTo>
                  <a:lnTo>
                    <a:pt x="5630906" y="103514"/>
                  </a:lnTo>
                  <a:lnTo>
                    <a:pt x="5631014" y="103514"/>
                  </a:lnTo>
                  <a:lnTo>
                    <a:pt x="5631123" y="103514"/>
                  </a:lnTo>
                  <a:lnTo>
                    <a:pt x="5631231" y="103514"/>
                  </a:lnTo>
                  <a:lnTo>
                    <a:pt x="5631340" y="103514"/>
                  </a:lnTo>
                  <a:lnTo>
                    <a:pt x="5631448" y="103514"/>
                  </a:lnTo>
                  <a:lnTo>
                    <a:pt x="5631556" y="103514"/>
                  </a:lnTo>
                  <a:lnTo>
                    <a:pt x="5631665" y="103514"/>
                  </a:lnTo>
                  <a:lnTo>
                    <a:pt x="5631773" y="103514"/>
                  </a:lnTo>
                  <a:lnTo>
                    <a:pt x="5631882" y="103514"/>
                  </a:lnTo>
                  <a:lnTo>
                    <a:pt x="5631990" y="103514"/>
                  </a:lnTo>
                  <a:lnTo>
                    <a:pt x="5632099" y="103514"/>
                  </a:lnTo>
                  <a:lnTo>
                    <a:pt x="5632207" y="103514"/>
                  </a:lnTo>
                  <a:lnTo>
                    <a:pt x="5632316" y="103514"/>
                  </a:lnTo>
                  <a:lnTo>
                    <a:pt x="5632424" y="103514"/>
                  </a:lnTo>
                  <a:lnTo>
                    <a:pt x="5632532" y="103514"/>
                  </a:lnTo>
                  <a:lnTo>
                    <a:pt x="5632641" y="103514"/>
                  </a:lnTo>
                  <a:lnTo>
                    <a:pt x="5632749" y="103514"/>
                  </a:lnTo>
                  <a:lnTo>
                    <a:pt x="5632858" y="103514"/>
                  </a:lnTo>
                  <a:lnTo>
                    <a:pt x="5632966" y="103514"/>
                  </a:lnTo>
                  <a:lnTo>
                    <a:pt x="5633075" y="103514"/>
                  </a:lnTo>
                  <a:lnTo>
                    <a:pt x="5633183" y="103514"/>
                  </a:lnTo>
                  <a:lnTo>
                    <a:pt x="5633292" y="103514"/>
                  </a:lnTo>
                  <a:lnTo>
                    <a:pt x="5633400" y="103514"/>
                  </a:lnTo>
                  <a:lnTo>
                    <a:pt x="5633400" y="102891"/>
                  </a:lnTo>
                  <a:lnTo>
                    <a:pt x="5633508" y="102891"/>
                  </a:lnTo>
                  <a:lnTo>
                    <a:pt x="5633617" y="102891"/>
                  </a:lnTo>
                  <a:lnTo>
                    <a:pt x="5633617" y="102267"/>
                  </a:lnTo>
                  <a:lnTo>
                    <a:pt x="5633725" y="102267"/>
                  </a:lnTo>
                  <a:lnTo>
                    <a:pt x="5633834" y="102267"/>
                  </a:lnTo>
                  <a:lnTo>
                    <a:pt x="5633942" y="102267"/>
                  </a:lnTo>
                  <a:lnTo>
                    <a:pt x="5634051" y="102267"/>
                  </a:lnTo>
                  <a:lnTo>
                    <a:pt x="5634159" y="102267"/>
                  </a:lnTo>
                  <a:lnTo>
                    <a:pt x="5634268" y="102267"/>
                  </a:lnTo>
                  <a:lnTo>
                    <a:pt x="5634376" y="102267"/>
                  </a:lnTo>
                  <a:lnTo>
                    <a:pt x="5634485" y="102267"/>
                  </a:lnTo>
                  <a:lnTo>
                    <a:pt x="5634593" y="102267"/>
                  </a:lnTo>
                  <a:lnTo>
                    <a:pt x="5634701" y="102267"/>
                  </a:lnTo>
                  <a:lnTo>
                    <a:pt x="5634701" y="101643"/>
                  </a:lnTo>
                  <a:lnTo>
                    <a:pt x="5634810" y="101643"/>
                  </a:lnTo>
                  <a:lnTo>
                    <a:pt x="5634918" y="101643"/>
                  </a:lnTo>
                  <a:lnTo>
                    <a:pt x="5635027" y="101643"/>
                  </a:lnTo>
                  <a:lnTo>
                    <a:pt x="5635135" y="101643"/>
                  </a:lnTo>
                  <a:lnTo>
                    <a:pt x="5635244" y="101643"/>
                  </a:lnTo>
                  <a:lnTo>
                    <a:pt x="5635352" y="101643"/>
                  </a:lnTo>
                  <a:lnTo>
                    <a:pt x="5635461" y="101643"/>
                  </a:lnTo>
                  <a:lnTo>
                    <a:pt x="5635569" y="101643"/>
                  </a:lnTo>
                  <a:lnTo>
                    <a:pt x="5635677" y="101643"/>
                  </a:lnTo>
                  <a:lnTo>
                    <a:pt x="5635786" y="101643"/>
                  </a:lnTo>
                  <a:lnTo>
                    <a:pt x="5635894" y="101643"/>
                  </a:lnTo>
                  <a:lnTo>
                    <a:pt x="5636003" y="101643"/>
                  </a:lnTo>
                  <a:lnTo>
                    <a:pt x="5636111" y="101643"/>
                  </a:lnTo>
                  <a:lnTo>
                    <a:pt x="5636220" y="101643"/>
                  </a:lnTo>
                  <a:lnTo>
                    <a:pt x="5636328" y="101643"/>
                  </a:lnTo>
                  <a:lnTo>
                    <a:pt x="5636437" y="101643"/>
                  </a:lnTo>
                  <a:lnTo>
                    <a:pt x="5636545" y="101643"/>
                  </a:lnTo>
                  <a:lnTo>
                    <a:pt x="5636653" y="101643"/>
                  </a:lnTo>
                  <a:lnTo>
                    <a:pt x="5636762" y="101643"/>
                  </a:lnTo>
                  <a:lnTo>
                    <a:pt x="5636870" y="101643"/>
                  </a:lnTo>
                  <a:lnTo>
                    <a:pt x="5636979" y="101643"/>
                  </a:lnTo>
                  <a:lnTo>
                    <a:pt x="5637087" y="101643"/>
                  </a:lnTo>
                  <a:lnTo>
                    <a:pt x="5637196" y="101643"/>
                  </a:lnTo>
                  <a:lnTo>
                    <a:pt x="5637304" y="101643"/>
                  </a:lnTo>
                  <a:lnTo>
                    <a:pt x="5637413" y="101643"/>
                  </a:lnTo>
                  <a:lnTo>
                    <a:pt x="5637521" y="101643"/>
                  </a:lnTo>
                  <a:lnTo>
                    <a:pt x="5637629" y="101643"/>
                  </a:lnTo>
                  <a:lnTo>
                    <a:pt x="5637738" y="101643"/>
                  </a:lnTo>
                  <a:lnTo>
                    <a:pt x="5637738" y="101020"/>
                  </a:lnTo>
                  <a:lnTo>
                    <a:pt x="5637846" y="101020"/>
                  </a:lnTo>
                  <a:lnTo>
                    <a:pt x="5637846" y="100396"/>
                  </a:lnTo>
                  <a:lnTo>
                    <a:pt x="5637846" y="99773"/>
                  </a:lnTo>
                  <a:lnTo>
                    <a:pt x="5637955" y="99773"/>
                  </a:lnTo>
                  <a:lnTo>
                    <a:pt x="5638063" y="99773"/>
                  </a:lnTo>
                  <a:lnTo>
                    <a:pt x="5638172" y="99773"/>
                  </a:lnTo>
                  <a:lnTo>
                    <a:pt x="5638280" y="99773"/>
                  </a:lnTo>
                  <a:lnTo>
                    <a:pt x="5638389" y="99773"/>
                  </a:lnTo>
                  <a:lnTo>
                    <a:pt x="5638497" y="99773"/>
                  </a:lnTo>
                  <a:lnTo>
                    <a:pt x="5638606" y="99773"/>
                  </a:lnTo>
                  <a:lnTo>
                    <a:pt x="5638714" y="99773"/>
                  </a:lnTo>
                  <a:lnTo>
                    <a:pt x="5638822" y="99773"/>
                  </a:lnTo>
                  <a:lnTo>
                    <a:pt x="5638931" y="99773"/>
                  </a:lnTo>
                  <a:lnTo>
                    <a:pt x="5639039" y="99773"/>
                  </a:lnTo>
                  <a:lnTo>
                    <a:pt x="5639148" y="99773"/>
                  </a:lnTo>
                  <a:lnTo>
                    <a:pt x="5639256" y="99773"/>
                  </a:lnTo>
                  <a:lnTo>
                    <a:pt x="5639365" y="99773"/>
                  </a:lnTo>
                  <a:lnTo>
                    <a:pt x="5639473" y="99773"/>
                  </a:lnTo>
                  <a:lnTo>
                    <a:pt x="5639582" y="99773"/>
                  </a:lnTo>
                  <a:lnTo>
                    <a:pt x="5639690" y="99773"/>
                  </a:lnTo>
                  <a:lnTo>
                    <a:pt x="5639798" y="99773"/>
                  </a:lnTo>
                  <a:lnTo>
                    <a:pt x="5639907" y="99773"/>
                  </a:lnTo>
                  <a:lnTo>
                    <a:pt x="5640015" y="99773"/>
                  </a:lnTo>
                  <a:lnTo>
                    <a:pt x="5640124" y="99773"/>
                  </a:lnTo>
                  <a:lnTo>
                    <a:pt x="5640232" y="99773"/>
                  </a:lnTo>
                  <a:lnTo>
                    <a:pt x="5640341" y="99773"/>
                  </a:lnTo>
                  <a:lnTo>
                    <a:pt x="5640449" y="99773"/>
                  </a:lnTo>
                  <a:lnTo>
                    <a:pt x="5640558" y="99773"/>
                  </a:lnTo>
                  <a:lnTo>
                    <a:pt x="5640666" y="99773"/>
                  </a:lnTo>
                  <a:lnTo>
                    <a:pt x="5640774" y="99773"/>
                  </a:lnTo>
                  <a:lnTo>
                    <a:pt x="5640883" y="99773"/>
                  </a:lnTo>
                  <a:lnTo>
                    <a:pt x="5640991" y="99773"/>
                  </a:lnTo>
                  <a:lnTo>
                    <a:pt x="5641100" y="99773"/>
                  </a:lnTo>
                  <a:lnTo>
                    <a:pt x="5641208" y="99773"/>
                  </a:lnTo>
                  <a:lnTo>
                    <a:pt x="5641317" y="99773"/>
                  </a:lnTo>
                  <a:lnTo>
                    <a:pt x="5641425" y="99773"/>
                  </a:lnTo>
                  <a:lnTo>
                    <a:pt x="5641534" y="99773"/>
                  </a:lnTo>
                  <a:lnTo>
                    <a:pt x="5641534" y="99149"/>
                  </a:lnTo>
                  <a:lnTo>
                    <a:pt x="5641642" y="99149"/>
                  </a:lnTo>
                  <a:lnTo>
                    <a:pt x="5641750" y="99149"/>
                  </a:lnTo>
                  <a:lnTo>
                    <a:pt x="5641859" y="99149"/>
                  </a:lnTo>
                  <a:lnTo>
                    <a:pt x="5641967" y="99149"/>
                  </a:lnTo>
                  <a:lnTo>
                    <a:pt x="5642076" y="99149"/>
                  </a:lnTo>
                  <a:lnTo>
                    <a:pt x="5642184" y="99149"/>
                  </a:lnTo>
                  <a:lnTo>
                    <a:pt x="5642293" y="99149"/>
                  </a:lnTo>
                  <a:lnTo>
                    <a:pt x="5642401" y="99149"/>
                  </a:lnTo>
                  <a:lnTo>
                    <a:pt x="5642510" y="99149"/>
                  </a:lnTo>
                  <a:lnTo>
                    <a:pt x="5642618" y="99149"/>
                  </a:lnTo>
                  <a:lnTo>
                    <a:pt x="5642727" y="99149"/>
                  </a:lnTo>
                  <a:lnTo>
                    <a:pt x="5642835" y="99149"/>
                  </a:lnTo>
                  <a:lnTo>
                    <a:pt x="5642943" y="99149"/>
                  </a:lnTo>
                  <a:lnTo>
                    <a:pt x="5643052" y="99149"/>
                  </a:lnTo>
                  <a:lnTo>
                    <a:pt x="5643160" y="99149"/>
                  </a:lnTo>
                  <a:lnTo>
                    <a:pt x="5643160" y="98526"/>
                  </a:lnTo>
                  <a:lnTo>
                    <a:pt x="5643269" y="98526"/>
                  </a:lnTo>
                  <a:lnTo>
                    <a:pt x="5643377" y="98526"/>
                  </a:lnTo>
                  <a:lnTo>
                    <a:pt x="5643486" y="98526"/>
                  </a:lnTo>
                  <a:lnTo>
                    <a:pt x="5643594" y="98526"/>
                  </a:lnTo>
                  <a:lnTo>
                    <a:pt x="5643703" y="98526"/>
                  </a:lnTo>
                  <a:lnTo>
                    <a:pt x="5643811" y="98526"/>
                  </a:lnTo>
                  <a:lnTo>
                    <a:pt x="5643919" y="98526"/>
                  </a:lnTo>
                  <a:lnTo>
                    <a:pt x="5644028" y="98526"/>
                  </a:lnTo>
                  <a:lnTo>
                    <a:pt x="5644136" y="98526"/>
                  </a:lnTo>
                  <a:lnTo>
                    <a:pt x="5644245" y="98526"/>
                  </a:lnTo>
                  <a:lnTo>
                    <a:pt x="5644353" y="98526"/>
                  </a:lnTo>
                  <a:lnTo>
                    <a:pt x="5644462" y="98526"/>
                  </a:lnTo>
                  <a:lnTo>
                    <a:pt x="5644570" y="98526"/>
                  </a:lnTo>
                  <a:lnTo>
                    <a:pt x="5644679" y="98526"/>
                  </a:lnTo>
                  <a:lnTo>
                    <a:pt x="5644787" y="98526"/>
                  </a:lnTo>
                  <a:lnTo>
                    <a:pt x="5644895" y="98526"/>
                  </a:lnTo>
                  <a:lnTo>
                    <a:pt x="5645004" y="98526"/>
                  </a:lnTo>
                  <a:lnTo>
                    <a:pt x="5645112" y="98526"/>
                  </a:lnTo>
                  <a:lnTo>
                    <a:pt x="5645221" y="98526"/>
                  </a:lnTo>
                  <a:lnTo>
                    <a:pt x="5645329" y="98526"/>
                  </a:lnTo>
                  <a:lnTo>
                    <a:pt x="5645438" y="98526"/>
                  </a:lnTo>
                  <a:lnTo>
                    <a:pt x="5645546" y="98526"/>
                  </a:lnTo>
                  <a:lnTo>
                    <a:pt x="5645655" y="98526"/>
                  </a:lnTo>
                  <a:lnTo>
                    <a:pt x="5645763" y="98526"/>
                  </a:lnTo>
                  <a:lnTo>
                    <a:pt x="5645871" y="98526"/>
                  </a:lnTo>
                  <a:lnTo>
                    <a:pt x="5645980" y="98526"/>
                  </a:lnTo>
                  <a:lnTo>
                    <a:pt x="5646088" y="98526"/>
                  </a:lnTo>
                  <a:lnTo>
                    <a:pt x="5646197" y="98526"/>
                  </a:lnTo>
                  <a:lnTo>
                    <a:pt x="5646305" y="98526"/>
                  </a:lnTo>
                  <a:lnTo>
                    <a:pt x="5646414" y="98526"/>
                  </a:lnTo>
                  <a:lnTo>
                    <a:pt x="5646522" y="98526"/>
                  </a:lnTo>
                  <a:lnTo>
                    <a:pt x="5646631" y="98526"/>
                  </a:lnTo>
                  <a:lnTo>
                    <a:pt x="5646739" y="98526"/>
                  </a:lnTo>
                  <a:lnTo>
                    <a:pt x="5646847" y="98526"/>
                  </a:lnTo>
                  <a:lnTo>
                    <a:pt x="5646847" y="97902"/>
                  </a:lnTo>
                  <a:lnTo>
                    <a:pt x="5646956" y="97902"/>
                  </a:lnTo>
                  <a:lnTo>
                    <a:pt x="5647064" y="97902"/>
                  </a:lnTo>
                  <a:lnTo>
                    <a:pt x="5647173" y="97902"/>
                  </a:lnTo>
                  <a:lnTo>
                    <a:pt x="5647281" y="97902"/>
                  </a:lnTo>
                  <a:lnTo>
                    <a:pt x="5647390" y="97902"/>
                  </a:lnTo>
                  <a:lnTo>
                    <a:pt x="5647498" y="97902"/>
                  </a:lnTo>
                  <a:lnTo>
                    <a:pt x="5647607" y="97902"/>
                  </a:lnTo>
                  <a:lnTo>
                    <a:pt x="5647715" y="97902"/>
                  </a:lnTo>
                  <a:lnTo>
                    <a:pt x="5647824" y="97902"/>
                  </a:lnTo>
                  <a:lnTo>
                    <a:pt x="5647932" y="97902"/>
                  </a:lnTo>
                  <a:lnTo>
                    <a:pt x="5648040" y="97902"/>
                  </a:lnTo>
                  <a:lnTo>
                    <a:pt x="5648149" y="97902"/>
                  </a:lnTo>
                  <a:lnTo>
                    <a:pt x="5648257" y="97902"/>
                  </a:lnTo>
                  <a:lnTo>
                    <a:pt x="5648366" y="97902"/>
                  </a:lnTo>
                  <a:lnTo>
                    <a:pt x="5648474" y="97902"/>
                  </a:lnTo>
                  <a:lnTo>
                    <a:pt x="5648583" y="97902"/>
                  </a:lnTo>
                  <a:lnTo>
                    <a:pt x="5648691" y="97902"/>
                  </a:lnTo>
                  <a:lnTo>
                    <a:pt x="5648800" y="97902"/>
                  </a:lnTo>
                  <a:lnTo>
                    <a:pt x="5648908" y="97902"/>
                  </a:lnTo>
                  <a:lnTo>
                    <a:pt x="5648908" y="97278"/>
                  </a:lnTo>
                  <a:lnTo>
                    <a:pt x="5649016" y="97278"/>
                  </a:lnTo>
                  <a:lnTo>
                    <a:pt x="5649125" y="97278"/>
                  </a:lnTo>
                  <a:lnTo>
                    <a:pt x="5649233" y="97278"/>
                  </a:lnTo>
                  <a:lnTo>
                    <a:pt x="5649342" y="97278"/>
                  </a:lnTo>
                  <a:lnTo>
                    <a:pt x="5649450" y="97278"/>
                  </a:lnTo>
                  <a:lnTo>
                    <a:pt x="5649559" y="97278"/>
                  </a:lnTo>
                  <a:lnTo>
                    <a:pt x="5649667" y="97278"/>
                  </a:lnTo>
                  <a:lnTo>
                    <a:pt x="5649776" y="97278"/>
                  </a:lnTo>
                  <a:lnTo>
                    <a:pt x="5649884" y="97278"/>
                  </a:lnTo>
                  <a:lnTo>
                    <a:pt x="5649992" y="97278"/>
                  </a:lnTo>
                  <a:lnTo>
                    <a:pt x="5650101" y="97278"/>
                  </a:lnTo>
                  <a:lnTo>
                    <a:pt x="5650209" y="97278"/>
                  </a:lnTo>
                  <a:lnTo>
                    <a:pt x="5650318" y="97278"/>
                  </a:lnTo>
                  <a:lnTo>
                    <a:pt x="5650426" y="97278"/>
                  </a:lnTo>
                  <a:lnTo>
                    <a:pt x="5650535" y="97278"/>
                  </a:lnTo>
                  <a:lnTo>
                    <a:pt x="5650643" y="97278"/>
                  </a:lnTo>
                  <a:lnTo>
                    <a:pt x="5650752" y="97278"/>
                  </a:lnTo>
                  <a:lnTo>
                    <a:pt x="5650860" y="97278"/>
                  </a:lnTo>
                  <a:lnTo>
                    <a:pt x="5650968" y="97278"/>
                  </a:lnTo>
                  <a:lnTo>
                    <a:pt x="5651077" y="97278"/>
                  </a:lnTo>
                  <a:lnTo>
                    <a:pt x="5651185" y="97278"/>
                  </a:lnTo>
                  <a:lnTo>
                    <a:pt x="5651294" y="97278"/>
                  </a:lnTo>
                  <a:lnTo>
                    <a:pt x="5651402" y="97278"/>
                  </a:lnTo>
                  <a:lnTo>
                    <a:pt x="5651511" y="97278"/>
                  </a:lnTo>
                  <a:lnTo>
                    <a:pt x="5651619" y="97278"/>
                  </a:lnTo>
                  <a:lnTo>
                    <a:pt x="5651728" y="97278"/>
                  </a:lnTo>
                  <a:lnTo>
                    <a:pt x="5651728" y="96655"/>
                  </a:lnTo>
                  <a:lnTo>
                    <a:pt x="5651836" y="96655"/>
                  </a:lnTo>
                  <a:lnTo>
                    <a:pt x="5651945" y="96655"/>
                  </a:lnTo>
                  <a:lnTo>
                    <a:pt x="5652053" y="96655"/>
                  </a:lnTo>
                  <a:lnTo>
                    <a:pt x="5652161" y="96655"/>
                  </a:lnTo>
                  <a:lnTo>
                    <a:pt x="5652270" y="96655"/>
                  </a:lnTo>
                  <a:lnTo>
                    <a:pt x="5652378" y="96655"/>
                  </a:lnTo>
                  <a:lnTo>
                    <a:pt x="5652487" y="96655"/>
                  </a:lnTo>
                  <a:lnTo>
                    <a:pt x="5652595" y="96655"/>
                  </a:lnTo>
                  <a:lnTo>
                    <a:pt x="5652704" y="96655"/>
                  </a:lnTo>
                  <a:lnTo>
                    <a:pt x="5652812" y="96655"/>
                  </a:lnTo>
                  <a:lnTo>
                    <a:pt x="5652921" y="96655"/>
                  </a:lnTo>
                  <a:lnTo>
                    <a:pt x="5653029" y="96655"/>
                  </a:lnTo>
                  <a:lnTo>
                    <a:pt x="5653137" y="96655"/>
                  </a:lnTo>
                  <a:lnTo>
                    <a:pt x="5653246" y="96655"/>
                  </a:lnTo>
                  <a:lnTo>
                    <a:pt x="5653354" y="96655"/>
                  </a:lnTo>
                  <a:lnTo>
                    <a:pt x="5653463" y="96655"/>
                  </a:lnTo>
                  <a:lnTo>
                    <a:pt x="5653571" y="96655"/>
                  </a:lnTo>
                  <a:lnTo>
                    <a:pt x="5653680" y="96655"/>
                  </a:lnTo>
                  <a:lnTo>
                    <a:pt x="5653788" y="96655"/>
                  </a:lnTo>
                  <a:lnTo>
                    <a:pt x="5653897" y="96655"/>
                  </a:lnTo>
                  <a:lnTo>
                    <a:pt x="5654005" y="96655"/>
                  </a:lnTo>
                  <a:lnTo>
                    <a:pt x="5654113" y="96655"/>
                  </a:lnTo>
                  <a:lnTo>
                    <a:pt x="5654222" y="96655"/>
                  </a:lnTo>
                  <a:lnTo>
                    <a:pt x="5654330" y="96655"/>
                  </a:lnTo>
                  <a:lnTo>
                    <a:pt x="5654439" y="96655"/>
                  </a:lnTo>
                  <a:lnTo>
                    <a:pt x="5654547" y="96655"/>
                  </a:lnTo>
                  <a:lnTo>
                    <a:pt x="5654656" y="96655"/>
                  </a:lnTo>
                  <a:lnTo>
                    <a:pt x="5654764" y="96655"/>
                  </a:lnTo>
                  <a:lnTo>
                    <a:pt x="5654873" y="96655"/>
                  </a:lnTo>
                  <a:lnTo>
                    <a:pt x="5654873" y="96031"/>
                  </a:lnTo>
                  <a:lnTo>
                    <a:pt x="5654981" y="96031"/>
                  </a:lnTo>
                  <a:lnTo>
                    <a:pt x="5655089" y="96031"/>
                  </a:lnTo>
                  <a:lnTo>
                    <a:pt x="5655198" y="96031"/>
                  </a:lnTo>
                  <a:lnTo>
                    <a:pt x="5655306" y="96031"/>
                  </a:lnTo>
                  <a:lnTo>
                    <a:pt x="5655415" y="96031"/>
                  </a:lnTo>
                  <a:lnTo>
                    <a:pt x="5655523" y="96031"/>
                  </a:lnTo>
                  <a:lnTo>
                    <a:pt x="5655632" y="96031"/>
                  </a:lnTo>
                  <a:lnTo>
                    <a:pt x="5655740" y="96031"/>
                  </a:lnTo>
                  <a:lnTo>
                    <a:pt x="5655849" y="96031"/>
                  </a:lnTo>
                  <a:lnTo>
                    <a:pt x="5655957" y="96031"/>
                  </a:lnTo>
                  <a:lnTo>
                    <a:pt x="5656066" y="96031"/>
                  </a:lnTo>
                  <a:lnTo>
                    <a:pt x="5656174" y="96031"/>
                  </a:lnTo>
                  <a:lnTo>
                    <a:pt x="5656282" y="96031"/>
                  </a:lnTo>
                  <a:lnTo>
                    <a:pt x="5656391" y="96031"/>
                  </a:lnTo>
                  <a:lnTo>
                    <a:pt x="5656499" y="96031"/>
                  </a:lnTo>
                  <a:lnTo>
                    <a:pt x="5656608" y="96031"/>
                  </a:lnTo>
                  <a:lnTo>
                    <a:pt x="5656716" y="96031"/>
                  </a:lnTo>
                  <a:lnTo>
                    <a:pt x="5656825" y="96031"/>
                  </a:lnTo>
                  <a:lnTo>
                    <a:pt x="5656933" y="96031"/>
                  </a:lnTo>
                  <a:lnTo>
                    <a:pt x="5657042" y="96031"/>
                  </a:lnTo>
                  <a:lnTo>
                    <a:pt x="5657150" y="96031"/>
                  </a:lnTo>
                  <a:lnTo>
                    <a:pt x="5657258" y="96031"/>
                  </a:lnTo>
                  <a:lnTo>
                    <a:pt x="5657367" y="96031"/>
                  </a:lnTo>
                  <a:lnTo>
                    <a:pt x="5657475" y="96031"/>
                  </a:lnTo>
                  <a:lnTo>
                    <a:pt x="5657584" y="96031"/>
                  </a:lnTo>
                  <a:lnTo>
                    <a:pt x="5657692" y="96031"/>
                  </a:lnTo>
                  <a:lnTo>
                    <a:pt x="5657801" y="96031"/>
                  </a:lnTo>
                  <a:lnTo>
                    <a:pt x="5657909" y="96031"/>
                  </a:lnTo>
                  <a:lnTo>
                    <a:pt x="5658018" y="96031"/>
                  </a:lnTo>
                  <a:lnTo>
                    <a:pt x="5658126" y="96031"/>
                  </a:lnTo>
                  <a:lnTo>
                    <a:pt x="5658234" y="96031"/>
                  </a:lnTo>
                  <a:lnTo>
                    <a:pt x="5658343" y="96031"/>
                  </a:lnTo>
                  <a:lnTo>
                    <a:pt x="5658451" y="96031"/>
                  </a:lnTo>
                  <a:lnTo>
                    <a:pt x="5658560" y="96031"/>
                  </a:lnTo>
                  <a:lnTo>
                    <a:pt x="5658668" y="96031"/>
                  </a:lnTo>
                  <a:lnTo>
                    <a:pt x="5658777" y="96031"/>
                  </a:lnTo>
                  <a:lnTo>
                    <a:pt x="5658885" y="96031"/>
                  </a:lnTo>
                  <a:lnTo>
                    <a:pt x="5658994" y="96031"/>
                  </a:lnTo>
                  <a:lnTo>
                    <a:pt x="5659102" y="96031"/>
                  </a:lnTo>
                  <a:lnTo>
                    <a:pt x="5659210" y="96031"/>
                  </a:lnTo>
                  <a:lnTo>
                    <a:pt x="5659319" y="96031"/>
                  </a:lnTo>
                  <a:lnTo>
                    <a:pt x="5659427" y="96031"/>
                  </a:lnTo>
                  <a:lnTo>
                    <a:pt x="5659536" y="96031"/>
                  </a:lnTo>
                  <a:lnTo>
                    <a:pt x="5659644" y="96031"/>
                  </a:lnTo>
                  <a:lnTo>
                    <a:pt x="5659753" y="96031"/>
                  </a:lnTo>
                  <a:lnTo>
                    <a:pt x="5659861" y="96031"/>
                  </a:lnTo>
                  <a:lnTo>
                    <a:pt x="5659970" y="96031"/>
                  </a:lnTo>
                  <a:lnTo>
                    <a:pt x="5660078" y="96031"/>
                  </a:lnTo>
                  <a:lnTo>
                    <a:pt x="5660187" y="96031"/>
                  </a:lnTo>
                  <a:lnTo>
                    <a:pt x="5660295" y="96031"/>
                  </a:lnTo>
                  <a:lnTo>
                    <a:pt x="5660403" y="96031"/>
                  </a:lnTo>
                  <a:lnTo>
                    <a:pt x="5660512" y="96031"/>
                  </a:lnTo>
                  <a:lnTo>
                    <a:pt x="5660620" y="96031"/>
                  </a:lnTo>
                  <a:lnTo>
                    <a:pt x="5660729" y="96031"/>
                  </a:lnTo>
                  <a:lnTo>
                    <a:pt x="5660837" y="96031"/>
                  </a:lnTo>
                  <a:lnTo>
                    <a:pt x="5660946" y="96031"/>
                  </a:lnTo>
                  <a:lnTo>
                    <a:pt x="5661054" y="96031"/>
                  </a:lnTo>
                  <a:lnTo>
                    <a:pt x="5661163" y="96031"/>
                  </a:lnTo>
                  <a:lnTo>
                    <a:pt x="5661271" y="96031"/>
                  </a:lnTo>
                  <a:lnTo>
                    <a:pt x="5661379" y="96031"/>
                  </a:lnTo>
                  <a:lnTo>
                    <a:pt x="5661488" y="96031"/>
                  </a:lnTo>
                  <a:lnTo>
                    <a:pt x="5661596" y="96031"/>
                  </a:lnTo>
                  <a:lnTo>
                    <a:pt x="5661705" y="96031"/>
                  </a:lnTo>
                  <a:lnTo>
                    <a:pt x="5661813" y="96031"/>
                  </a:lnTo>
                  <a:lnTo>
                    <a:pt x="5661922" y="96031"/>
                  </a:lnTo>
                  <a:lnTo>
                    <a:pt x="5662030" y="96031"/>
                  </a:lnTo>
                  <a:lnTo>
                    <a:pt x="5662139" y="96031"/>
                  </a:lnTo>
                  <a:lnTo>
                    <a:pt x="5662247" y="96031"/>
                  </a:lnTo>
                  <a:lnTo>
                    <a:pt x="5662355" y="96031"/>
                  </a:lnTo>
                  <a:lnTo>
                    <a:pt x="5662464" y="96031"/>
                  </a:lnTo>
                  <a:lnTo>
                    <a:pt x="5662572" y="96031"/>
                  </a:lnTo>
                  <a:lnTo>
                    <a:pt x="5662681" y="96031"/>
                  </a:lnTo>
                  <a:lnTo>
                    <a:pt x="5662789" y="96031"/>
                  </a:lnTo>
                  <a:lnTo>
                    <a:pt x="5662898" y="96031"/>
                  </a:lnTo>
                  <a:lnTo>
                    <a:pt x="5663006" y="96031"/>
                  </a:lnTo>
                  <a:lnTo>
                    <a:pt x="5663115" y="96031"/>
                  </a:lnTo>
                  <a:lnTo>
                    <a:pt x="5663223" y="96031"/>
                  </a:lnTo>
                  <a:lnTo>
                    <a:pt x="5663331" y="96031"/>
                  </a:lnTo>
                  <a:lnTo>
                    <a:pt x="5663440" y="96031"/>
                  </a:lnTo>
                  <a:lnTo>
                    <a:pt x="5663548" y="96031"/>
                  </a:lnTo>
                  <a:lnTo>
                    <a:pt x="5663657" y="96031"/>
                  </a:lnTo>
                  <a:lnTo>
                    <a:pt x="5663765" y="96031"/>
                  </a:lnTo>
                  <a:lnTo>
                    <a:pt x="5663874" y="96031"/>
                  </a:lnTo>
                  <a:lnTo>
                    <a:pt x="5663982" y="96031"/>
                  </a:lnTo>
                  <a:lnTo>
                    <a:pt x="5664091" y="96031"/>
                  </a:lnTo>
                  <a:lnTo>
                    <a:pt x="5664199" y="96031"/>
                  </a:lnTo>
                  <a:lnTo>
                    <a:pt x="5664308" y="96031"/>
                  </a:lnTo>
                  <a:lnTo>
                    <a:pt x="5664416" y="96031"/>
                  </a:lnTo>
                  <a:lnTo>
                    <a:pt x="5664524" y="96031"/>
                  </a:lnTo>
                  <a:lnTo>
                    <a:pt x="5664633" y="96031"/>
                  </a:lnTo>
                  <a:lnTo>
                    <a:pt x="5664741" y="96031"/>
                  </a:lnTo>
                  <a:lnTo>
                    <a:pt x="5664850" y="96031"/>
                  </a:lnTo>
                  <a:lnTo>
                    <a:pt x="5664958" y="96031"/>
                  </a:lnTo>
                  <a:lnTo>
                    <a:pt x="5665067" y="96031"/>
                  </a:lnTo>
                  <a:lnTo>
                    <a:pt x="5665175" y="96031"/>
                  </a:lnTo>
                  <a:lnTo>
                    <a:pt x="5665284" y="96031"/>
                  </a:lnTo>
                  <a:lnTo>
                    <a:pt x="5665392" y="96031"/>
                  </a:lnTo>
                  <a:lnTo>
                    <a:pt x="5665500" y="96031"/>
                  </a:lnTo>
                  <a:lnTo>
                    <a:pt x="5665609" y="96031"/>
                  </a:lnTo>
                  <a:lnTo>
                    <a:pt x="5665717" y="96031"/>
                  </a:lnTo>
                  <a:lnTo>
                    <a:pt x="5665826" y="96031"/>
                  </a:lnTo>
                  <a:lnTo>
                    <a:pt x="5665934" y="96031"/>
                  </a:lnTo>
                  <a:lnTo>
                    <a:pt x="5666043" y="96031"/>
                  </a:lnTo>
                  <a:lnTo>
                    <a:pt x="5666151" y="96031"/>
                  </a:lnTo>
                  <a:lnTo>
                    <a:pt x="5666260" y="96031"/>
                  </a:lnTo>
                  <a:lnTo>
                    <a:pt x="5666368" y="96031"/>
                  </a:lnTo>
                  <a:lnTo>
                    <a:pt x="5666368" y="95408"/>
                  </a:lnTo>
                  <a:lnTo>
                    <a:pt x="5666476" y="95408"/>
                  </a:lnTo>
                  <a:lnTo>
                    <a:pt x="5666585" y="95408"/>
                  </a:lnTo>
                  <a:lnTo>
                    <a:pt x="5666693" y="95408"/>
                  </a:lnTo>
                  <a:lnTo>
                    <a:pt x="5666802" y="95408"/>
                  </a:lnTo>
                  <a:lnTo>
                    <a:pt x="5666910" y="95408"/>
                  </a:lnTo>
                  <a:lnTo>
                    <a:pt x="5667019" y="95408"/>
                  </a:lnTo>
                  <a:lnTo>
                    <a:pt x="5667127" y="95408"/>
                  </a:lnTo>
                  <a:lnTo>
                    <a:pt x="5667236" y="95408"/>
                  </a:lnTo>
                  <a:lnTo>
                    <a:pt x="5667344" y="95408"/>
                  </a:lnTo>
                  <a:lnTo>
                    <a:pt x="5667452" y="95408"/>
                  </a:lnTo>
                  <a:lnTo>
                    <a:pt x="5667561" y="95408"/>
                  </a:lnTo>
                  <a:lnTo>
                    <a:pt x="5667669" y="95408"/>
                  </a:lnTo>
                  <a:lnTo>
                    <a:pt x="5667778" y="95408"/>
                  </a:lnTo>
                  <a:lnTo>
                    <a:pt x="5667886" y="95408"/>
                  </a:lnTo>
                  <a:lnTo>
                    <a:pt x="5667995" y="95408"/>
                  </a:lnTo>
                  <a:lnTo>
                    <a:pt x="5668103" y="95408"/>
                  </a:lnTo>
                  <a:lnTo>
                    <a:pt x="5668212" y="95408"/>
                  </a:lnTo>
                  <a:lnTo>
                    <a:pt x="5668212" y="94784"/>
                  </a:lnTo>
                  <a:lnTo>
                    <a:pt x="5668212" y="94160"/>
                  </a:lnTo>
                  <a:lnTo>
                    <a:pt x="5668320" y="94160"/>
                  </a:lnTo>
                  <a:lnTo>
                    <a:pt x="5668429" y="94160"/>
                  </a:lnTo>
                  <a:lnTo>
                    <a:pt x="5668429" y="93537"/>
                  </a:lnTo>
                  <a:lnTo>
                    <a:pt x="5668537" y="93537"/>
                  </a:lnTo>
                  <a:lnTo>
                    <a:pt x="5668645" y="93537"/>
                  </a:lnTo>
                  <a:lnTo>
                    <a:pt x="5668754" y="93537"/>
                  </a:lnTo>
                  <a:lnTo>
                    <a:pt x="5668862" y="93537"/>
                  </a:lnTo>
                  <a:lnTo>
                    <a:pt x="5668971" y="93537"/>
                  </a:lnTo>
                  <a:lnTo>
                    <a:pt x="5669079" y="93537"/>
                  </a:lnTo>
                  <a:lnTo>
                    <a:pt x="5669188" y="93537"/>
                  </a:lnTo>
                  <a:lnTo>
                    <a:pt x="5669296" y="93537"/>
                  </a:lnTo>
                  <a:lnTo>
                    <a:pt x="5669405" y="93537"/>
                  </a:lnTo>
                  <a:lnTo>
                    <a:pt x="5669513" y="93537"/>
                  </a:lnTo>
                  <a:lnTo>
                    <a:pt x="5669621" y="93537"/>
                  </a:lnTo>
                  <a:lnTo>
                    <a:pt x="5669730" y="93537"/>
                  </a:lnTo>
                  <a:lnTo>
                    <a:pt x="5669838" y="93537"/>
                  </a:lnTo>
                  <a:lnTo>
                    <a:pt x="5669947" y="93537"/>
                  </a:lnTo>
                  <a:lnTo>
                    <a:pt x="5670055" y="93537"/>
                  </a:lnTo>
                  <a:lnTo>
                    <a:pt x="5670164" y="93537"/>
                  </a:lnTo>
                  <a:lnTo>
                    <a:pt x="5670272" y="93537"/>
                  </a:lnTo>
                  <a:lnTo>
                    <a:pt x="5670381" y="93537"/>
                  </a:lnTo>
                  <a:lnTo>
                    <a:pt x="5670381" y="92913"/>
                  </a:lnTo>
                  <a:lnTo>
                    <a:pt x="5670489" y="92913"/>
                  </a:lnTo>
                  <a:lnTo>
                    <a:pt x="5670597" y="92913"/>
                  </a:lnTo>
                  <a:lnTo>
                    <a:pt x="5670706" y="92913"/>
                  </a:lnTo>
                  <a:lnTo>
                    <a:pt x="5670814" y="92913"/>
                  </a:lnTo>
                  <a:lnTo>
                    <a:pt x="5670923" y="92913"/>
                  </a:lnTo>
                  <a:lnTo>
                    <a:pt x="5671031" y="92913"/>
                  </a:lnTo>
                  <a:lnTo>
                    <a:pt x="5671140" y="92913"/>
                  </a:lnTo>
                  <a:lnTo>
                    <a:pt x="5671248" y="92913"/>
                  </a:lnTo>
                  <a:lnTo>
                    <a:pt x="5671357" y="92913"/>
                  </a:lnTo>
                  <a:lnTo>
                    <a:pt x="5671465" y="92913"/>
                  </a:lnTo>
                  <a:lnTo>
                    <a:pt x="5671573" y="92913"/>
                  </a:lnTo>
                  <a:lnTo>
                    <a:pt x="5671682" y="92913"/>
                  </a:lnTo>
                  <a:lnTo>
                    <a:pt x="5671790" y="92913"/>
                  </a:lnTo>
                  <a:lnTo>
                    <a:pt x="5671899" y="92913"/>
                  </a:lnTo>
                  <a:lnTo>
                    <a:pt x="5672007" y="92913"/>
                  </a:lnTo>
                  <a:lnTo>
                    <a:pt x="5672116" y="92913"/>
                  </a:lnTo>
                  <a:lnTo>
                    <a:pt x="5672224" y="92913"/>
                  </a:lnTo>
                  <a:lnTo>
                    <a:pt x="5672333" y="92913"/>
                  </a:lnTo>
                  <a:lnTo>
                    <a:pt x="5672441" y="92913"/>
                  </a:lnTo>
                  <a:lnTo>
                    <a:pt x="5672549" y="92913"/>
                  </a:lnTo>
                  <a:lnTo>
                    <a:pt x="5672658" y="92913"/>
                  </a:lnTo>
                  <a:lnTo>
                    <a:pt x="5672766" y="92913"/>
                  </a:lnTo>
                  <a:lnTo>
                    <a:pt x="5672875" y="92913"/>
                  </a:lnTo>
                  <a:lnTo>
                    <a:pt x="5672983" y="92913"/>
                  </a:lnTo>
                  <a:lnTo>
                    <a:pt x="5673092" y="92913"/>
                  </a:lnTo>
                  <a:lnTo>
                    <a:pt x="5673200" y="92913"/>
                  </a:lnTo>
                  <a:lnTo>
                    <a:pt x="5673309" y="92913"/>
                  </a:lnTo>
                  <a:lnTo>
                    <a:pt x="5673417" y="92913"/>
                  </a:lnTo>
                  <a:lnTo>
                    <a:pt x="5673526" y="92913"/>
                  </a:lnTo>
                  <a:lnTo>
                    <a:pt x="5673634" y="92913"/>
                  </a:lnTo>
                  <a:lnTo>
                    <a:pt x="5673742" y="92913"/>
                  </a:lnTo>
                  <a:lnTo>
                    <a:pt x="5673851" y="92913"/>
                  </a:lnTo>
                  <a:lnTo>
                    <a:pt x="5673959" y="92913"/>
                  </a:lnTo>
                  <a:lnTo>
                    <a:pt x="5674068" y="92913"/>
                  </a:lnTo>
                  <a:lnTo>
                    <a:pt x="5674176" y="92913"/>
                  </a:lnTo>
                  <a:lnTo>
                    <a:pt x="5674285" y="92913"/>
                  </a:lnTo>
                  <a:lnTo>
                    <a:pt x="5674393" y="92913"/>
                  </a:lnTo>
                  <a:lnTo>
                    <a:pt x="5674502" y="92913"/>
                  </a:lnTo>
                  <a:lnTo>
                    <a:pt x="5674610" y="92913"/>
                  </a:lnTo>
                  <a:lnTo>
                    <a:pt x="5674718" y="92913"/>
                  </a:lnTo>
                  <a:lnTo>
                    <a:pt x="5674827" y="92913"/>
                  </a:lnTo>
                  <a:lnTo>
                    <a:pt x="5674935" y="92913"/>
                  </a:lnTo>
                  <a:lnTo>
                    <a:pt x="5675044" y="92913"/>
                  </a:lnTo>
                  <a:lnTo>
                    <a:pt x="5675152" y="92913"/>
                  </a:lnTo>
                  <a:lnTo>
                    <a:pt x="5675261" y="92913"/>
                  </a:lnTo>
                  <a:lnTo>
                    <a:pt x="5675369" y="92913"/>
                  </a:lnTo>
                  <a:lnTo>
                    <a:pt x="5675478" y="92913"/>
                  </a:lnTo>
                  <a:lnTo>
                    <a:pt x="5675586" y="92913"/>
                  </a:lnTo>
                  <a:lnTo>
                    <a:pt x="5675694" y="92913"/>
                  </a:lnTo>
                  <a:lnTo>
                    <a:pt x="5675803" y="92913"/>
                  </a:lnTo>
                  <a:lnTo>
                    <a:pt x="5675911" y="92913"/>
                  </a:lnTo>
                  <a:lnTo>
                    <a:pt x="5676020" y="92913"/>
                  </a:lnTo>
                  <a:lnTo>
                    <a:pt x="5676128" y="92913"/>
                  </a:lnTo>
                  <a:lnTo>
                    <a:pt x="5676237" y="92913"/>
                  </a:lnTo>
                  <a:lnTo>
                    <a:pt x="5676345" y="92913"/>
                  </a:lnTo>
                  <a:lnTo>
                    <a:pt x="5676454" y="92913"/>
                  </a:lnTo>
                  <a:lnTo>
                    <a:pt x="5676562" y="92913"/>
                  </a:lnTo>
                  <a:lnTo>
                    <a:pt x="5676670" y="92913"/>
                  </a:lnTo>
                  <a:lnTo>
                    <a:pt x="5676779" y="92913"/>
                  </a:lnTo>
                  <a:lnTo>
                    <a:pt x="5676887" y="92913"/>
                  </a:lnTo>
                  <a:lnTo>
                    <a:pt x="5676996" y="92913"/>
                  </a:lnTo>
                  <a:lnTo>
                    <a:pt x="5677104" y="92913"/>
                  </a:lnTo>
                  <a:lnTo>
                    <a:pt x="5677213" y="92913"/>
                  </a:lnTo>
                  <a:lnTo>
                    <a:pt x="5677321" y="92913"/>
                  </a:lnTo>
                  <a:lnTo>
                    <a:pt x="5677430" y="92913"/>
                  </a:lnTo>
                  <a:lnTo>
                    <a:pt x="5677538" y="92913"/>
                  </a:lnTo>
                  <a:lnTo>
                    <a:pt x="5677647" y="92913"/>
                  </a:lnTo>
                  <a:lnTo>
                    <a:pt x="5677755" y="92913"/>
                  </a:lnTo>
                  <a:lnTo>
                    <a:pt x="5677863" y="92913"/>
                  </a:lnTo>
                  <a:lnTo>
                    <a:pt x="5677972" y="92913"/>
                  </a:lnTo>
                  <a:lnTo>
                    <a:pt x="5678080" y="92913"/>
                  </a:lnTo>
                  <a:lnTo>
                    <a:pt x="5678189" y="92913"/>
                  </a:lnTo>
                  <a:lnTo>
                    <a:pt x="5678297" y="92913"/>
                  </a:lnTo>
                  <a:lnTo>
                    <a:pt x="5678406" y="92913"/>
                  </a:lnTo>
                  <a:lnTo>
                    <a:pt x="5678514" y="92913"/>
                  </a:lnTo>
                  <a:lnTo>
                    <a:pt x="5678623" y="92913"/>
                  </a:lnTo>
                  <a:lnTo>
                    <a:pt x="5678731" y="92913"/>
                  </a:lnTo>
                  <a:lnTo>
                    <a:pt x="5678839" y="92913"/>
                  </a:lnTo>
                  <a:lnTo>
                    <a:pt x="5678839" y="92290"/>
                  </a:lnTo>
                  <a:lnTo>
                    <a:pt x="5678948" y="92290"/>
                  </a:lnTo>
                  <a:lnTo>
                    <a:pt x="5679056" y="92290"/>
                  </a:lnTo>
                  <a:lnTo>
                    <a:pt x="5679165" y="92290"/>
                  </a:lnTo>
                  <a:lnTo>
                    <a:pt x="5679273" y="92290"/>
                  </a:lnTo>
                  <a:lnTo>
                    <a:pt x="5679382" y="92290"/>
                  </a:lnTo>
                  <a:lnTo>
                    <a:pt x="5679490" y="92290"/>
                  </a:lnTo>
                  <a:lnTo>
                    <a:pt x="5679599" y="92290"/>
                  </a:lnTo>
                  <a:lnTo>
                    <a:pt x="5679707" y="92290"/>
                  </a:lnTo>
                  <a:lnTo>
                    <a:pt x="5679815" y="92290"/>
                  </a:lnTo>
                  <a:lnTo>
                    <a:pt x="5679924" y="92290"/>
                  </a:lnTo>
                  <a:lnTo>
                    <a:pt x="5680032" y="92290"/>
                  </a:lnTo>
                  <a:lnTo>
                    <a:pt x="5680141" y="92290"/>
                  </a:lnTo>
                  <a:lnTo>
                    <a:pt x="5680249" y="92290"/>
                  </a:lnTo>
                  <a:lnTo>
                    <a:pt x="5680358" y="92290"/>
                  </a:lnTo>
                  <a:lnTo>
                    <a:pt x="5680466" y="92290"/>
                  </a:lnTo>
                  <a:lnTo>
                    <a:pt x="5680575" y="92290"/>
                  </a:lnTo>
                  <a:lnTo>
                    <a:pt x="5680683" y="92290"/>
                  </a:lnTo>
                  <a:lnTo>
                    <a:pt x="5680791" y="92290"/>
                  </a:lnTo>
                  <a:lnTo>
                    <a:pt x="5680900" y="92290"/>
                  </a:lnTo>
                  <a:lnTo>
                    <a:pt x="5681008" y="92290"/>
                  </a:lnTo>
                  <a:lnTo>
                    <a:pt x="5681117" y="92290"/>
                  </a:lnTo>
                  <a:lnTo>
                    <a:pt x="5681225" y="92290"/>
                  </a:lnTo>
                  <a:lnTo>
                    <a:pt x="5681334" y="92290"/>
                  </a:lnTo>
                  <a:lnTo>
                    <a:pt x="5681442" y="92290"/>
                  </a:lnTo>
                  <a:lnTo>
                    <a:pt x="5681551" y="92290"/>
                  </a:lnTo>
                  <a:lnTo>
                    <a:pt x="5681659" y="92290"/>
                  </a:lnTo>
                  <a:lnTo>
                    <a:pt x="5681768" y="92290"/>
                  </a:lnTo>
                  <a:lnTo>
                    <a:pt x="5681876" y="92290"/>
                  </a:lnTo>
                  <a:lnTo>
                    <a:pt x="5681984" y="92290"/>
                  </a:lnTo>
                  <a:lnTo>
                    <a:pt x="5682093" y="92290"/>
                  </a:lnTo>
                  <a:lnTo>
                    <a:pt x="5682201" y="92290"/>
                  </a:lnTo>
                  <a:lnTo>
                    <a:pt x="5682310" y="92290"/>
                  </a:lnTo>
                  <a:lnTo>
                    <a:pt x="5682418" y="92290"/>
                  </a:lnTo>
                  <a:lnTo>
                    <a:pt x="5682527" y="92290"/>
                  </a:lnTo>
                  <a:lnTo>
                    <a:pt x="5682635" y="92290"/>
                  </a:lnTo>
                  <a:lnTo>
                    <a:pt x="5682744" y="92290"/>
                  </a:lnTo>
                  <a:lnTo>
                    <a:pt x="5682852" y="92290"/>
                  </a:lnTo>
                  <a:lnTo>
                    <a:pt x="5682960" y="92290"/>
                  </a:lnTo>
                  <a:lnTo>
                    <a:pt x="5683069" y="92290"/>
                  </a:lnTo>
                  <a:lnTo>
                    <a:pt x="5683177" y="92290"/>
                  </a:lnTo>
                  <a:lnTo>
                    <a:pt x="5683286" y="92290"/>
                  </a:lnTo>
                  <a:lnTo>
                    <a:pt x="5683394" y="92290"/>
                  </a:lnTo>
                  <a:lnTo>
                    <a:pt x="5683503" y="92290"/>
                  </a:lnTo>
                  <a:lnTo>
                    <a:pt x="5683611" y="92290"/>
                  </a:lnTo>
                  <a:lnTo>
                    <a:pt x="5683720" y="92290"/>
                  </a:lnTo>
                  <a:lnTo>
                    <a:pt x="5683828" y="92290"/>
                  </a:lnTo>
                  <a:lnTo>
                    <a:pt x="5683936" y="92290"/>
                  </a:lnTo>
                  <a:lnTo>
                    <a:pt x="5684045" y="92290"/>
                  </a:lnTo>
                  <a:lnTo>
                    <a:pt x="5684153" y="92290"/>
                  </a:lnTo>
                  <a:lnTo>
                    <a:pt x="5684153" y="91666"/>
                  </a:lnTo>
                  <a:lnTo>
                    <a:pt x="5684262" y="91666"/>
                  </a:lnTo>
                  <a:lnTo>
                    <a:pt x="5684370" y="91666"/>
                  </a:lnTo>
                  <a:lnTo>
                    <a:pt x="5684479" y="91666"/>
                  </a:lnTo>
                  <a:lnTo>
                    <a:pt x="5684587" y="91666"/>
                  </a:lnTo>
                  <a:lnTo>
                    <a:pt x="5684696" y="91666"/>
                  </a:lnTo>
                  <a:lnTo>
                    <a:pt x="5684804" y="91666"/>
                  </a:lnTo>
                  <a:lnTo>
                    <a:pt x="5684912" y="91666"/>
                  </a:lnTo>
                  <a:lnTo>
                    <a:pt x="5685021" y="91666"/>
                  </a:lnTo>
                  <a:lnTo>
                    <a:pt x="5685129" y="91666"/>
                  </a:lnTo>
                  <a:lnTo>
                    <a:pt x="5685238" y="91666"/>
                  </a:lnTo>
                  <a:lnTo>
                    <a:pt x="5685346" y="91666"/>
                  </a:lnTo>
                  <a:lnTo>
                    <a:pt x="5685455" y="91666"/>
                  </a:lnTo>
                  <a:lnTo>
                    <a:pt x="5685563" y="91666"/>
                  </a:lnTo>
                  <a:lnTo>
                    <a:pt x="5685672" y="91666"/>
                  </a:lnTo>
                  <a:lnTo>
                    <a:pt x="5685780" y="91666"/>
                  </a:lnTo>
                  <a:lnTo>
                    <a:pt x="5685889" y="91666"/>
                  </a:lnTo>
                  <a:lnTo>
                    <a:pt x="5685997" y="91666"/>
                  </a:lnTo>
                  <a:lnTo>
                    <a:pt x="5686105" y="91666"/>
                  </a:lnTo>
                  <a:lnTo>
                    <a:pt x="5686214" y="91666"/>
                  </a:lnTo>
                  <a:lnTo>
                    <a:pt x="5686322" y="91666"/>
                  </a:lnTo>
                  <a:lnTo>
                    <a:pt x="5686431" y="91666"/>
                  </a:lnTo>
                  <a:lnTo>
                    <a:pt x="5686539" y="91666"/>
                  </a:lnTo>
                  <a:lnTo>
                    <a:pt x="5686648" y="91666"/>
                  </a:lnTo>
                  <a:lnTo>
                    <a:pt x="5686756" y="91666"/>
                  </a:lnTo>
                  <a:lnTo>
                    <a:pt x="5686865" y="91666"/>
                  </a:lnTo>
                  <a:lnTo>
                    <a:pt x="5686973" y="91666"/>
                  </a:lnTo>
                  <a:lnTo>
                    <a:pt x="5687081" y="91666"/>
                  </a:lnTo>
                  <a:lnTo>
                    <a:pt x="5687190" y="91666"/>
                  </a:lnTo>
                  <a:lnTo>
                    <a:pt x="5687298" y="91666"/>
                  </a:lnTo>
                  <a:lnTo>
                    <a:pt x="5687407" y="91666"/>
                  </a:lnTo>
                  <a:lnTo>
                    <a:pt x="5687515" y="91666"/>
                  </a:lnTo>
                  <a:lnTo>
                    <a:pt x="5687624" y="91666"/>
                  </a:lnTo>
                  <a:lnTo>
                    <a:pt x="5687732" y="91666"/>
                  </a:lnTo>
                  <a:lnTo>
                    <a:pt x="5687841" y="91666"/>
                  </a:lnTo>
                  <a:lnTo>
                    <a:pt x="5687949" y="91666"/>
                  </a:lnTo>
                  <a:lnTo>
                    <a:pt x="5688057" y="91666"/>
                  </a:lnTo>
                  <a:lnTo>
                    <a:pt x="5688166" y="91666"/>
                  </a:lnTo>
                  <a:lnTo>
                    <a:pt x="5688274" y="91666"/>
                  </a:lnTo>
                  <a:lnTo>
                    <a:pt x="5688383" y="91666"/>
                  </a:lnTo>
                  <a:lnTo>
                    <a:pt x="5688491" y="91666"/>
                  </a:lnTo>
                  <a:lnTo>
                    <a:pt x="5688600" y="91666"/>
                  </a:lnTo>
                  <a:lnTo>
                    <a:pt x="5688708" y="91666"/>
                  </a:lnTo>
                  <a:lnTo>
                    <a:pt x="5688817" y="91666"/>
                  </a:lnTo>
                  <a:lnTo>
                    <a:pt x="5688925" y="91666"/>
                  </a:lnTo>
                  <a:lnTo>
                    <a:pt x="5689033" y="91666"/>
                  </a:lnTo>
                  <a:lnTo>
                    <a:pt x="5689142" y="91666"/>
                  </a:lnTo>
                  <a:lnTo>
                    <a:pt x="5689250" y="91666"/>
                  </a:lnTo>
                  <a:lnTo>
                    <a:pt x="5689359" y="91666"/>
                  </a:lnTo>
                  <a:lnTo>
                    <a:pt x="5689467" y="91666"/>
                  </a:lnTo>
                  <a:lnTo>
                    <a:pt x="5689576" y="91666"/>
                  </a:lnTo>
                  <a:lnTo>
                    <a:pt x="5689684" y="91666"/>
                  </a:lnTo>
                  <a:lnTo>
                    <a:pt x="5689793" y="91666"/>
                  </a:lnTo>
                  <a:lnTo>
                    <a:pt x="5689901" y="91666"/>
                  </a:lnTo>
                  <a:lnTo>
                    <a:pt x="5690010" y="91666"/>
                  </a:lnTo>
                  <a:lnTo>
                    <a:pt x="5690118" y="91666"/>
                  </a:lnTo>
                  <a:lnTo>
                    <a:pt x="5690226" y="91666"/>
                  </a:lnTo>
                  <a:lnTo>
                    <a:pt x="5690335" y="91666"/>
                  </a:lnTo>
                  <a:lnTo>
                    <a:pt x="5690443" y="91666"/>
                  </a:lnTo>
                  <a:lnTo>
                    <a:pt x="5690552" y="91666"/>
                  </a:lnTo>
                  <a:lnTo>
                    <a:pt x="5690660" y="91666"/>
                  </a:lnTo>
                  <a:lnTo>
                    <a:pt x="5690769" y="91666"/>
                  </a:lnTo>
                  <a:lnTo>
                    <a:pt x="5690877" y="91666"/>
                  </a:lnTo>
                  <a:lnTo>
                    <a:pt x="5690986" y="91666"/>
                  </a:lnTo>
                  <a:lnTo>
                    <a:pt x="5691094" y="91666"/>
                  </a:lnTo>
                  <a:lnTo>
                    <a:pt x="5691202" y="91666"/>
                  </a:lnTo>
                  <a:lnTo>
                    <a:pt x="5691311" y="91666"/>
                  </a:lnTo>
                  <a:lnTo>
                    <a:pt x="5691419" y="91666"/>
                  </a:lnTo>
                  <a:lnTo>
                    <a:pt x="5691528" y="91666"/>
                  </a:lnTo>
                  <a:lnTo>
                    <a:pt x="5691636" y="91666"/>
                  </a:lnTo>
                  <a:lnTo>
                    <a:pt x="5691745" y="91666"/>
                  </a:lnTo>
                  <a:lnTo>
                    <a:pt x="5691853" y="91666"/>
                  </a:lnTo>
                  <a:lnTo>
                    <a:pt x="5691962" y="91666"/>
                  </a:lnTo>
                  <a:lnTo>
                    <a:pt x="5692070" y="91666"/>
                  </a:lnTo>
                  <a:lnTo>
                    <a:pt x="5692178" y="91666"/>
                  </a:lnTo>
                  <a:lnTo>
                    <a:pt x="5692287" y="91666"/>
                  </a:lnTo>
                  <a:lnTo>
                    <a:pt x="5692395" y="91666"/>
                  </a:lnTo>
                  <a:lnTo>
                    <a:pt x="5692504" y="91666"/>
                  </a:lnTo>
                  <a:lnTo>
                    <a:pt x="5692612" y="91666"/>
                  </a:lnTo>
                  <a:lnTo>
                    <a:pt x="5692721" y="91666"/>
                  </a:lnTo>
                  <a:lnTo>
                    <a:pt x="5692829" y="91666"/>
                  </a:lnTo>
                  <a:lnTo>
                    <a:pt x="5692938" y="91666"/>
                  </a:lnTo>
                  <a:lnTo>
                    <a:pt x="5693046" y="91666"/>
                  </a:lnTo>
                  <a:lnTo>
                    <a:pt x="5693154" y="91666"/>
                  </a:lnTo>
                  <a:lnTo>
                    <a:pt x="5693263" y="91666"/>
                  </a:lnTo>
                  <a:lnTo>
                    <a:pt x="5693371" y="91666"/>
                  </a:lnTo>
                  <a:lnTo>
                    <a:pt x="5693480" y="91666"/>
                  </a:lnTo>
                  <a:lnTo>
                    <a:pt x="5693588" y="91666"/>
                  </a:lnTo>
                  <a:lnTo>
                    <a:pt x="5693697" y="91666"/>
                  </a:lnTo>
                  <a:lnTo>
                    <a:pt x="5693805" y="91666"/>
                  </a:lnTo>
                  <a:lnTo>
                    <a:pt x="5693914" y="91666"/>
                  </a:lnTo>
                  <a:lnTo>
                    <a:pt x="5694022" y="91666"/>
                  </a:lnTo>
                  <a:lnTo>
                    <a:pt x="5694130" y="91666"/>
                  </a:lnTo>
                  <a:lnTo>
                    <a:pt x="5694239" y="91666"/>
                  </a:lnTo>
                  <a:lnTo>
                    <a:pt x="5694347" y="91666"/>
                  </a:lnTo>
                  <a:lnTo>
                    <a:pt x="5694456" y="91666"/>
                  </a:lnTo>
                  <a:lnTo>
                    <a:pt x="5694564" y="91666"/>
                  </a:lnTo>
                  <a:lnTo>
                    <a:pt x="5694673" y="91666"/>
                  </a:lnTo>
                  <a:lnTo>
                    <a:pt x="5694781" y="91666"/>
                  </a:lnTo>
                  <a:lnTo>
                    <a:pt x="5694890" y="91666"/>
                  </a:lnTo>
                  <a:lnTo>
                    <a:pt x="5694998" y="91666"/>
                  </a:lnTo>
                  <a:lnTo>
                    <a:pt x="5695107" y="91666"/>
                  </a:lnTo>
                  <a:lnTo>
                    <a:pt x="5695215" y="91666"/>
                  </a:lnTo>
                  <a:lnTo>
                    <a:pt x="5695323" y="91666"/>
                  </a:lnTo>
                  <a:lnTo>
                    <a:pt x="5695432" y="91666"/>
                  </a:lnTo>
                  <a:lnTo>
                    <a:pt x="5695540" y="91666"/>
                  </a:lnTo>
                  <a:lnTo>
                    <a:pt x="5695649" y="91666"/>
                  </a:lnTo>
                  <a:lnTo>
                    <a:pt x="5695757" y="91666"/>
                  </a:lnTo>
                  <a:lnTo>
                    <a:pt x="5695866" y="91666"/>
                  </a:lnTo>
                  <a:lnTo>
                    <a:pt x="5695974" y="91666"/>
                  </a:lnTo>
                  <a:lnTo>
                    <a:pt x="5696083" y="91666"/>
                  </a:lnTo>
                  <a:lnTo>
                    <a:pt x="5696191" y="91666"/>
                  </a:lnTo>
                  <a:lnTo>
                    <a:pt x="5696299" y="91666"/>
                  </a:lnTo>
                  <a:lnTo>
                    <a:pt x="5696408" y="91666"/>
                  </a:lnTo>
                  <a:lnTo>
                    <a:pt x="5696516" y="91666"/>
                  </a:lnTo>
                  <a:lnTo>
                    <a:pt x="5696625" y="91666"/>
                  </a:lnTo>
                  <a:lnTo>
                    <a:pt x="5696733" y="91666"/>
                  </a:lnTo>
                  <a:lnTo>
                    <a:pt x="5696842" y="91666"/>
                  </a:lnTo>
                  <a:lnTo>
                    <a:pt x="5696950" y="91666"/>
                  </a:lnTo>
                  <a:lnTo>
                    <a:pt x="5697059" y="91666"/>
                  </a:lnTo>
                  <a:lnTo>
                    <a:pt x="5697167" y="91666"/>
                  </a:lnTo>
                  <a:lnTo>
                    <a:pt x="5697275" y="91666"/>
                  </a:lnTo>
                  <a:lnTo>
                    <a:pt x="5697384" y="91666"/>
                  </a:lnTo>
                  <a:lnTo>
                    <a:pt x="5697492" y="91666"/>
                  </a:lnTo>
                  <a:lnTo>
                    <a:pt x="5697601" y="91666"/>
                  </a:lnTo>
                  <a:lnTo>
                    <a:pt x="5697709" y="91666"/>
                  </a:lnTo>
                  <a:lnTo>
                    <a:pt x="5697818" y="91666"/>
                  </a:lnTo>
                  <a:lnTo>
                    <a:pt x="5697926" y="91666"/>
                  </a:lnTo>
                  <a:lnTo>
                    <a:pt x="5698035" y="91666"/>
                  </a:lnTo>
                  <a:lnTo>
                    <a:pt x="5698143" y="91666"/>
                  </a:lnTo>
                  <a:lnTo>
                    <a:pt x="5698251" y="91666"/>
                  </a:lnTo>
                  <a:lnTo>
                    <a:pt x="5698360" y="91666"/>
                  </a:lnTo>
                  <a:lnTo>
                    <a:pt x="5698360" y="91043"/>
                  </a:lnTo>
                  <a:lnTo>
                    <a:pt x="5698468" y="91043"/>
                  </a:lnTo>
                  <a:lnTo>
                    <a:pt x="5698577" y="91043"/>
                  </a:lnTo>
                  <a:lnTo>
                    <a:pt x="5698685" y="91043"/>
                  </a:lnTo>
                  <a:lnTo>
                    <a:pt x="5698794" y="91043"/>
                  </a:lnTo>
                  <a:lnTo>
                    <a:pt x="5698902" y="91043"/>
                  </a:lnTo>
                  <a:lnTo>
                    <a:pt x="5699011" y="91043"/>
                  </a:lnTo>
                  <a:lnTo>
                    <a:pt x="5699119" y="91043"/>
                  </a:lnTo>
                  <a:lnTo>
                    <a:pt x="5699228" y="91043"/>
                  </a:lnTo>
                  <a:lnTo>
                    <a:pt x="5699336" y="91043"/>
                  </a:lnTo>
                  <a:lnTo>
                    <a:pt x="5699444" y="91043"/>
                  </a:lnTo>
                  <a:lnTo>
                    <a:pt x="5699553" y="91043"/>
                  </a:lnTo>
                  <a:lnTo>
                    <a:pt x="5699661" y="91043"/>
                  </a:lnTo>
                  <a:lnTo>
                    <a:pt x="5699770" y="91043"/>
                  </a:lnTo>
                  <a:lnTo>
                    <a:pt x="5699878" y="91043"/>
                  </a:lnTo>
                  <a:lnTo>
                    <a:pt x="5699987" y="91043"/>
                  </a:lnTo>
                  <a:lnTo>
                    <a:pt x="5700095" y="91043"/>
                  </a:lnTo>
                  <a:lnTo>
                    <a:pt x="5700204" y="91043"/>
                  </a:lnTo>
                  <a:lnTo>
                    <a:pt x="5700312" y="91043"/>
                  </a:lnTo>
                  <a:lnTo>
                    <a:pt x="5700420" y="91043"/>
                  </a:lnTo>
                  <a:lnTo>
                    <a:pt x="5700529" y="91043"/>
                  </a:lnTo>
                  <a:lnTo>
                    <a:pt x="5700637" y="91043"/>
                  </a:lnTo>
                  <a:lnTo>
                    <a:pt x="5700746" y="91043"/>
                  </a:lnTo>
                  <a:lnTo>
                    <a:pt x="5700854" y="91043"/>
                  </a:lnTo>
                  <a:lnTo>
                    <a:pt x="5700963" y="91043"/>
                  </a:lnTo>
                  <a:lnTo>
                    <a:pt x="5701071" y="91043"/>
                  </a:lnTo>
                  <a:lnTo>
                    <a:pt x="5701180" y="91043"/>
                  </a:lnTo>
                  <a:lnTo>
                    <a:pt x="5701288" y="91043"/>
                  </a:lnTo>
                  <a:lnTo>
                    <a:pt x="5701396" y="91043"/>
                  </a:lnTo>
                  <a:lnTo>
                    <a:pt x="5701505" y="91043"/>
                  </a:lnTo>
                  <a:lnTo>
                    <a:pt x="5701613" y="91043"/>
                  </a:lnTo>
                  <a:lnTo>
                    <a:pt x="5701722" y="91043"/>
                  </a:lnTo>
                  <a:lnTo>
                    <a:pt x="5701830" y="91043"/>
                  </a:lnTo>
                  <a:lnTo>
                    <a:pt x="5701939" y="91043"/>
                  </a:lnTo>
                  <a:lnTo>
                    <a:pt x="5702047" y="91043"/>
                  </a:lnTo>
                  <a:lnTo>
                    <a:pt x="5702156" y="91043"/>
                  </a:lnTo>
                  <a:lnTo>
                    <a:pt x="5702264" y="91043"/>
                  </a:lnTo>
                  <a:lnTo>
                    <a:pt x="5702372" y="91043"/>
                  </a:lnTo>
                  <a:lnTo>
                    <a:pt x="5702481" y="91043"/>
                  </a:lnTo>
                  <a:lnTo>
                    <a:pt x="5702589" y="91043"/>
                  </a:lnTo>
                  <a:lnTo>
                    <a:pt x="5702698" y="91043"/>
                  </a:lnTo>
                  <a:lnTo>
                    <a:pt x="5702806" y="91043"/>
                  </a:lnTo>
                  <a:lnTo>
                    <a:pt x="5702915" y="91043"/>
                  </a:lnTo>
                  <a:lnTo>
                    <a:pt x="5703023" y="91043"/>
                  </a:lnTo>
                  <a:lnTo>
                    <a:pt x="5703132" y="91043"/>
                  </a:lnTo>
                  <a:lnTo>
                    <a:pt x="5703240" y="91043"/>
                  </a:lnTo>
                  <a:lnTo>
                    <a:pt x="5703349" y="91043"/>
                  </a:lnTo>
                  <a:lnTo>
                    <a:pt x="5703457" y="91043"/>
                  </a:lnTo>
                  <a:lnTo>
                    <a:pt x="5703565" y="91043"/>
                  </a:lnTo>
                  <a:lnTo>
                    <a:pt x="5703674" y="91043"/>
                  </a:lnTo>
                  <a:lnTo>
                    <a:pt x="5703782" y="91043"/>
                  </a:lnTo>
                  <a:lnTo>
                    <a:pt x="5703891" y="91043"/>
                  </a:lnTo>
                  <a:lnTo>
                    <a:pt x="5703999" y="91043"/>
                  </a:lnTo>
                  <a:lnTo>
                    <a:pt x="5704108" y="91043"/>
                  </a:lnTo>
                  <a:lnTo>
                    <a:pt x="5704216" y="91043"/>
                  </a:lnTo>
                  <a:lnTo>
                    <a:pt x="5704325" y="91043"/>
                  </a:lnTo>
                  <a:lnTo>
                    <a:pt x="5704433" y="91043"/>
                  </a:lnTo>
                  <a:lnTo>
                    <a:pt x="5704541" y="91043"/>
                  </a:lnTo>
                  <a:lnTo>
                    <a:pt x="5704650" y="91043"/>
                  </a:lnTo>
                  <a:lnTo>
                    <a:pt x="5704758" y="91043"/>
                  </a:lnTo>
                  <a:lnTo>
                    <a:pt x="5704867" y="91043"/>
                  </a:lnTo>
                  <a:lnTo>
                    <a:pt x="5704975" y="91043"/>
                  </a:lnTo>
                  <a:lnTo>
                    <a:pt x="5705084" y="91043"/>
                  </a:lnTo>
                  <a:lnTo>
                    <a:pt x="5705192" y="91043"/>
                  </a:lnTo>
                  <a:lnTo>
                    <a:pt x="5705301" y="91043"/>
                  </a:lnTo>
                  <a:lnTo>
                    <a:pt x="5705409" y="91043"/>
                  </a:lnTo>
                  <a:lnTo>
                    <a:pt x="5705517" y="91043"/>
                  </a:lnTo>
                  <a:lnTo>
                    <a:pt x="5705626" y="91043"/>
                  </a:lnTo>
                  <a:lnTo>
                    <a:pt x="5705734" y="91043"/>
                  </a:lnTo>
                  <a:lnTo>
                    <a:pt x="5705843" y="91043"/>
                  </a:lnTo>
                  <a:lnTo>
                    <a:pt x="5705951" y="91043"/>
                  </a:lnTo>
                  <a:lnTo>
                    <a:pt x="5706060" y="91043"/>
                  </a:lnTo>
                  <a:lnTo>
                    <a:pt x="5706168" y="91043"/>
                  </a:lnTo>
                  <a:lnTo>
                    <a:pt x="5706277" y="91043"/>
                  </a:lnTo>
                  <a:lnTo>
                    <a:pt x="5706385" y="91043"/>
                  </a:lnTo>
                  <a:lnTo>
                    <a:pt x="5706493" y="91043"/>
                  </a:lnTo>
                  <a:lnTo>
                    <a:pt x="5706602" y="91043"/>
                  </a:lnTo>
                  <a:lnTo>
                    <a:pt x="5706710" y="91043"/>
                  </a:lnTo>
                  <a:lnTo>
                    <a:pt x="5706819" y="91043"/>
                  </a:lnTo>
                  <a:lnTo>
                    <a:pt x="5706927" y="91043"/>
                  </a:lnTo>
                  <a:lnTo>
                    <a:pt x="5707036" y="91043"/>
                  </a:lnTo>
                  <a:lnTo>
                    <a:pt x="5707144" y="91043"/>
                  </a:lnTo>
                  <a:lnTo>
                    <a:pt x="5707253" y="91043"/>
                  </a:lnTo>
                  <a:lnTo>
                    <a:pt x="5707361" y="91043"/>
                  </a:lnTo>
                  <a:lnTo>
                    <a:pt x="5707470" y="91043"/>
                  </a:lnTo>
                  <a:lnTo>
                    <a:pt x="5707470" y="90419"/>
                  </a:lnTo>
                  <a:lnTo>
                    <a:pt x="5707578" y="90419"/>
                  </a:lnTo>
                  <a:lnTo>
                    <a:pt x="5707686" y="90419"/>
                  </a:lnTo>
                  <a:lnTo>
                    <a:pt x="5707795" y="90419"/>
                  </a:lnTo>
                  <a:lnTo>
                    <a:pt x="5707903" y="90419"/>
                  </a:lnTo>
                  <a:lnTo>
                    <a:pt x="5708012" y="90419"/>
                  </a:lnTo>
                  <a:lnTo>
                    <a:pt x="5708120" y="90419"/>
                  </a:lnTo>
                  <a:lnTo>
                    <a:pt x="5708229" y="90419"/>
                  </a:lnTo>
                  <a:lnTo>
                    <a:pt x="5708337" y="90419"/>
                  </a:lnTo>
                  <a:lnTo>
                    <a:pt x="5708337" y="89795"/>
                  </a:lnTo>
                  <a:lnTo>
                    <a:pt x="5708446" y="89795"/>
                  </a:lnTo>
                  <a:lnTo>
                    <a:pt x="5708554" y="89795"/>
                  </a:lnTo>
                  <a:lnTo>
                    <a:pt x="5708662" y="89795"/>
                  </a:lnTo>
                  <a:lnTo>
                    <a:pt x="5708771" y="89795"/>
                  </a:lnTo>
                  <a:lnTo>
                    <a:pt x="5708879" y="89795"/>
                  </a:lnTo>
                  <a:lnTo>
                    <a:pt x="5708988" y="89795"/>
                  </a:lnTo>
                  <a:lnTo>
                    <a:pt x="5709096" y="89795"/>
                  </a:lnTo>
                  <a:lnTo>
                    <a:pt x="5709205" y="89795"/>
                  </a:lnTo>
                  <a:lnTo>
                    <a:pt x="5709313" y="89795"/>
                  </a:lnTo>
                  <a:lnTo>
                    <a:pt x="5709422" y="89795"/>
                  </a:lnTo>
                  <a:lnTo>
                    <a:pt x="5709530" y="89795"/>
                  </a:lnTo>
                  <a:lnTo>
                    <a:pt x="5709638" y="89795"/>
                  </a:lnTo>
                  <a:lnTo>
                    <a:pt x="5709747" y="89795"/>
                  </a:lnTo>
                  <a:lnTo>
                    <a:pt x="5709855" y="89795"/>
                  </a:lnTo>
                  <a:lnTo>
                    <a:pt x="5709964" y="89795"/>
                  </a:lnTo>
                  <a:lnTo>
                    <a:pt x="5710072" y="89795"/>
                  </a:lnTo>
                  <a:lnTo>
                    <a:pt x="5710181" y="89795"/>
                  </a:lnTo>
                  <a:lnTo>
                    <a:pt x="5710289" y="89795"/>
                  </a:lnTo>
                  <a:lnTo>
                    <a:pt x="5710398" y="89795"/>
                  </a:lnTo>
                  <a:lnTo>
                    <a:pt x="5710506" y="89795"/>
                  </a:lnTo>
                  <a:lnTo>
                    <a:pt x="5710614" y="89795"/>
                  </a:lnTo>
                  <a:lnTo>
                    <a:pt x="5710723" y="89795"/>
                  </a:lnTo>
                  <a:lnTo>
                    <a:pt x="5710831" y="89795"/>
                  </a:lnTo>
                  <a:lnTo>
                    <a:pt x="5710940" y="89795"/>
                  </a:lnTo>
                  <a:lnTo>
                    <a:pt x="5711048" y="89795"/>
                  </a:lnTo>
                  <a:lnTo>
                    <a:pt x="5711157" y="89795"/>
                  </a:lnTo>
                  <a:lnTo>
                    <a:pt x="5711265" y="89795"/>
                  </a:lnTo>
                  <a:lnTo>
                    <a:pt x="5711374" y="89795"/>
                  </a:lnTo>
                  <a:lnTo>
                    <a:pt x="5711482" y="89795"/>
                  </a:lnTo>
                  <a:lnTo>
                    <a:pt x="5711591" y="89795"/>
                  </a:lnTo>
                  <a:lnTo>
                    <a:pt x="5711699" y="89795"/>
                  </a:lnTo>
                  <a:lnTo>
                    <a:pt x="5711807" y="89795"/>
                  </a:lnTo>
                  <a:lnTo>
                    <a:pt x="5711916" y="89795"/>
                  </a:lnTo>
                  <a:lnTo>
                    <a:pt x="5712024" y="89795"/>
                  </a:lnTo>
                  <a:lnTo>
                    <a:pt x="5712133" y="89795"/>
                  </a:lnTo>
                  <a:lnTo>
                    <a:pt x="5712241" y="89795"/>
                  </a:lnTo>
                  <a:lnTo>
                    <a:pt x="5712350" y="89795"/>
                  </a:lnTo>
                  <a:lnTo>
                    <a:pt x="5712458" y="89795"/>
                  </a:lnTo>
                  <a:lnTo>
                    <a:pt x="5712567" y="89795"/>
                  </a:lnTo>
                  <a:lnTo>
                    <a:pt x="5712675" y="89795"/>
                  </a:lnTo>
                  <a:lnTo>
                    <a:pt x="5712783" y="89795"/>
                  </a:lnTo>
                  <a:lnTo>
                    <a:pt x="5712892" y="89795"/>
                  </a:lnTo>
                  <a:lnTo>
                    <a:pt x="5713000" y="89795"/>
                  </a:lnTo>
                  <a:lnTo>
                    <a:pt x="5713109" y="89795"/>
                  </a:lnTo>
                  <a:lnTo>
                    <a:pt x="5713217" y="89795"/>
                  </a:lnTo>
                  <a:lnTo>
                    <a:pt x="5713326" y="89795"/>
                  </a:lnTo>
                  <a:lnTo>
                    <a:pt x="5713434" y="89795"/>
                  </a:lnTo>
                  <a:lnTo>
                    <a:pt x="5713543" y="89795"/>
                  </a:lnTo>
                  <a:lnTo>
                    <a:pt x="5713651" y="89795"/>
                  </a:lnTo>
                  <a:lnTo>
                    <a:pt x="5713651" y="89172"/>
                  </a:lnTo>
                  <a:lnTo>
                    <a:pt x="5713759" y="89172"/>
                  </a:lnTo>
                  <a:lnTo>
                    <a:pt x="5713868" y="89172"/>
                  </a:lnTo>
                  <a:lnTo>
                    <a:pt x="5713976" y="89172"/>
                  </a:lnTo>
                  <a:lnTo>
                    <a:pt x="5714085" y="89172"/>
                  </a:lnTo>
                  <a:lnTo>
                    <a:pt x="5714193" y="89172"/>
                  </a:lnTo>
                  <a:lnTo>
                    <a:pt x="5714302" y="89172"/>
                  </a:lnTo>
                  <a:lnTo>
                    <a:pt x="5714410" y="89172"/>
                  </a:lnTo>
                  <a:lnTo>
                    <a:pt x="5714519" y="89172"/>
                  </a:lnTo>
                  <a:lnTo>
                    <a:pt x="5714627" y="89172"/>
                  </a:lnTo>
                  <a:lnTo>
                    <a:pt x="5714735" y="89172"/>
                  </a:lnTo>
                  <a:lnTo>
                    <a:pt x="5714844" y="89172"/>
                  </a:lnTo>
                  <a:lnTo>
                    <a:pt x="5714952" y="89172"/>
                  </a:lnTo>
                  <a:lnTo>
                    <a:pt x="5715061" y="89172"/>
                  </a:lnTo>
                  <a:lnTo>
                    <a:pt x="5715169" y="89172"/>
                  </a:lnTo>
                  <a:lnTo>
                    <a:pt x="5715278" y="89172"/>
                  </a:lnTo>
                  <a:lnTo>
                    <a:pt x="5715386" y="89172"/>
                  </a:lnTo>
                  <a:lnTo>
                    <a:pt x="5715495" y="89172"/>
                  </a:lnTo>
                  <a:lnTo>
                    <a:pt x="5715603" y="89172"/>
                  </a:lnTo>
                  <a:lnTo>
                    <a:pt x="5715711" y="89172"/>
                  </a:lnTo>
                  <a:lnTo>
                    <a:pt x="5715820" y="89172"/>
                  </a:lnTo>
                  <a:lnTo>
                    <a:pt x="5715928" y="89172"/>
                  </a:lnTo>
                  <a:lnTo>
                    <a:pt x="5716037" y="89172"/>
                  </a:lnTo>
                  <a:lnTo>
                    <a:pt x="5716145" y="89172"/>
                  </a:lnTo>
                  <a:lnTo>
                    <a:pt x="5716254" y="89172"/>
                  </a:lnTo>
                  <a:lnTo>
                    <a:pt x="5716362" y="89172"/>
                  </a:lnTo>
                  <a:lnTo>
                    <a:pt x="5716471" y="89172"/>
                  </a:lnTo>
                  <a:lnTo>
                    <a:pt x="5716579" y="89172"/>
                  </a:lnTo>
                  <a:lnTo>
                    <a:pt x="5716688" y="89172"/>
                  </a:lnTo>
                  <a:lnTo>
                    <a:pt x="5716796" y="89172"/>
                  </a:lnTo>
                  <a:lnTo>
                    <a:pt x="5716904" y="89172"/>
                  </a:lnTo>
                  <a:lnTo>
                    <a:pt x="5717013" y="89172"/>
                  </a:lnTo>
                  <a:lnTo>
                    <a:pt x="5717121" y="89172"/>
                  </a:lnTo>
                  <a:lnTo>
                    <a:pt x="5717230" y="89172"/>
                  </a:lnTo>
                  <a:lnTo>
                    <a:pt x="5717338" y="89172"/>
                  </a:lnTo>
                  <a:lnTo>
                    <a:pt x="5717447" y="89172"/>
                  </a:lnTo>
                  <a:lnTo>
                    <a:pt x="5717555" y="89172"/>
                  </a:lnTo>
                  <a:lnTo>
                    <a:pt x="5717664" y="89172"/>
                  </a:lnTo>
                  <a:lnTo>
                    <a:pt x="5717772" y="89172"/>
                  </a:lnTo>
                  <a:lnTo>
                    <a:pt x="5717880" y="89172"/>
                  </a:lnTo>
                  <a:lnTo>
                    <a:pt x="5717989" y="89172"/>
                  </a:lnTo>
                  <a:lnTo>
                    <a:pt x="5718097" y="89172"/>
                  </a:lnTo>
                  <a:lnTo>
                    <a:pt x="5718206" y="89172"/>
                  </a:lnTo>
                  <a:lnTo>
                    <a:pt x="5718314" y="89172"/>
                  </a:lnTo>
                  <a:lnTo>
                    <a:pt x="5718423" y="89172"/>
                  </a:lnTo>
                  <a:lnTo>
                    <a:pt x="5718531" y="89172"/>
                  </a:lnTo>
                  <a:lnTo>
                    <a:pt x="5718640" y="89172"/>
                  </a:lnTo>
                  <a:lnTo>
                    <a:pt x="5718748" y="89172"/>
                  </a:lnTo>
                  <a:lnTo>
                    <a:pt x="5718856" y="89172"/>
                  </a:lnTo>
                  <a:lnTo>
                    <a:pt x="5718965" y="89172"/>
                  </a:lnTo>
                  <a:lnTo>
                    <a:pt x="5719073" y="89172"/>
                  </a:lnTo>
                  <a:lnTo>
                    <a:pt x="5719182" y="89172"/>
                  </a:lnTo>
                  <a:lnTo>
                    <a:pt x="5719290" y="89172"/>
                  </a:lnTo>
                  <a:lnTo>
                    <a:pt x="5719399" y="89172"/>
                  </a:lnTo>
                  <a:lnTo>
                    <a:pt x="5719507" y="89172"/>
                  </a:lnTo>
                  <a:lnTo>
                    <a:pt x="5719616" y="89172"/>
                  </a:lnTo>
                  <a:lnTo>
                    <a:pt x="5719724" y="89172"/>
                  </a:lnTo>
                  <a:lnTo>
                    <a:pt x="5719832" y="89172"/>
                  </a:lnTo>
                  <a:lnTo>
                    <a:pt x="5719941" y="89172"/>
                  </a:lnTo>
                  <a:lnTo>
                    <a:pt x="5720049" y="89172"/>
                  </a:lnTo>
                  <a:lnTo>
                    <a:pt x="5720158" y="89172"/>
                  </a:lnTo>
                  <a:lnTo>
                    <a:pt x="5720266" y="89172"/>
                  </a:lnTo>
                  <a:lnTo>
                    <a:pt x="5720375" y="89172"/>
                  </a:lnTo>
                  <a:lnTo>
                    <a:pt x="5720483" y="89172"/>
                  </a:lnTo>
                  <a:lnTo>
                    <a:pt x="5720592" y="89172"/>
                  </a:lnTo>
                  <a:lnTo>
                    <a:pt x="5720700" y="89172"/>
                  </a:lnTo>
                  <a:lnTo>
                    <a:pt x="5720809" y="89172"/>
                  </a:lnTo>
                  <a:lnTo>
                    <a:pt x="5720917" y="89172"/>
                  </a:lnTo>
                  <a:lnTo>
                    <a:pt x="5721025" y="89172"/>
                  </a:lnTo>
                  <a:lnTo>
                    <a:pt x="5721134" y="89172"/>
                  </a:lnTo>
                  <a:lnTo>
                    <a:pt x="5721242" y="89172"/>
                  </a:lnTo>
                  <a:lnTo>
                    <a:pt x="5721351" y="89172"/>
                  </a:lnTo>
                  <a:lnTo>
                    <a:pt x="5721459" y="89172"/>
                  </a:lnTo>
                  <a:lnTo>
                    <a:pt x="5721568" y="89172"/>
                  </a:lnTo>
                  <a:lnTo>
                    <a:pt x="5721676" y="89172"/>
                  </a:lnTo>
                  <a:lnTo>
                    <a:pt x="5721785" y="89172"/>
                  </a:lnTo>
                  <a:lnTo>
                    <a:pt x="5721893" y="89172"/>
                  </a:lnTo>
                  <a:lnTo>
                    <a:pt x="5722001" y="89172"/>
                  </a:lnTo>
                  <a:lnTo>
                    <a:pt x="5722110" y="89172"/>
                  </a:lnTo>
                  <a:lnTo>
                    <a:pt x="5722218" y="89172"/>
                  </a:lnTo>
                  <a:lnTo>
                    <a:pt x="5722327" y="89172"/>
                  </a:lnTo>
                  <a:lnTo>
                    <a:pt x="5722435" y="89172"/>
                  </a:lnTo>
                  <a:lnTo>
                    <a:pt x="5722544" y="89172"/>
                  </a:lnTo>
                  <a:lnTo>
                    <a:pt x="5722544" y="88548"/>
                  </a:lnTo>
                  <a:lnTo>
                    <a:pt x="5722544" y="87925"/>
                  </a:lnTo>
                  <a:lnTo>
                    <a:pt x="5722652" y="87925"/>
                  </a:lnTo>
                  <a:lnTo>
                    <a:pt x="5722652" y="87301"/>
                  </a:lnTo>
                  <a:lnTo>
                    <a:pt x="5722761" y="87301"/>
                  </a:lnTo>
                  <a:lnTo>
                    <a:pt x="5722869" y="87301"/>
                  </a:lnTo>
                  <a:lnTo>
                    <a:pt x="5722977" y="87301"/>
                  </a:lnTo>
                  <a:lnTo>
                    <a:pt x="5723086" y="87301"/>
                  </a:lnTo>
                  <a:lnTo>
                    <a:pt x="5723194" y="87301"/>
                  </a:lnTo>
                  <a:lnTo>
                    <a:pt x="5723303" y="87301"/>
                  </a:lnTo>
                  <a:lnTo>
                    <a:pt x="5723411" y="87301"/>
                  </a:lnTo>
                  <a:lnTo>
                    <a:pt x="5723520" y="87301"/>
                  </a:lnTo>
                  <a:lnTo>
                    <a:pt x="5723628" y="87301"/>
                  </a:lnTo>
                  <a:lnTo>
                    <a:pt x="5723737" y="87301"/>
                  </a:lnTo>
                  <a:lnTo>
                    <a:pt x="5723845" y="87301"/>
                  </a:lnTo>
                  <a:lnTo>
                    <a:pt x="5723953" y="87301"/>
                  </a:lnTo>
                  <a:lnTo>
                    <a:pt x="5724062" y="87301"/>
                  </a:lnTo>
                  <a:lnTo>
                    <a:pt x="5724170" y="87301"/>
                  </a:lnTo>
                  <a:lnTo>
                    <a:pt x="5724279" y="87301"/>
                  </a:lnTo>
                  <a:lnTo>
                    <a:pt x="5724387" y="87301"/>
                  </a:lnTo>
                  <a:lnTo>
                    <a:pt x="5724496" y="87301"/>
                  </a:lnTo>
                  <a:lnTo>
                    <a:pt x="5724604" y="87301"/>
                  </a:lnTo>
                  <a:lnTo>
                    <a:pt x="5724713" y="87301"/>
                  </a:lnTo>
                  <a:lnTo>
                    <a:pt x="5724821" y="87301"/>
                  </a:lnTo>
                  <a:lnTo>
                    <a:pt x="5724930" y="87301"/>
                  </a:lnTo>
                  <a:lnTo>
                    <a:pt x="5725038" y="87301"/>
                  </a:lnTo>
                  <a:lnTo>
                    <a:pt x="5725146" y="87301"/>
                  </a:lnTo>
                  <a:lnTo>
                    <a:pt x="5725255" y="87301"/>
                  </a:lnTo>
                  <a:lnTo>
                    <a:pt x="5725363" y="87301"/>
                  </a:lnTo>
                  <a:lnTo>
                    <a:pt x="5725472" y="87301"/>
                  </a:lnTo>
                  <a:lnTo>
                    <a:pt x="5725580" y="87301"/>
                  </a:lnTo>
                  <a:lnTo>
                    <a:pt x="5725689" y="87301"/>
                  </a:lnTo>
                  <a:lnTo>
                    <a:pt x="5725689" y="86677"/>
                  </a:lnTo>
                  <a:lnTo>
                    <a:pt x="5725797" y="86677"/>
                  </a:lnTo>
                  <a:lnTo>
                    <a:pt x="5725906" y="86677"/>
                  </a:lnTo>
                  <a:lnTo>
                    <a:pt x="5726014" y="86677"/>
                  </a:lnTo>
                  <a:lnTo>
                    <a:pt x="5726122" y="86677"/>
                  </a:lnTo>
                  <a:lnTo>
                    <a:pt x="5726231" y="86677"/>
                  </a:lnTo>
                  <a:lnTo>
                    <a:pt x="5726339" y="86677"/>
                  </a:lnTo>
                  <a:lnTo>
                    <a:pt x="5726448" y="86677"/>
                  </a:lnTo>
                  <a:lnTo>
                    <a:pt x="5726556" y="86677"/>
                  </a:lnTo>
                  <a:lnTo>
                    <a:pt x="5726665" y="86677"/>
                  </a:lnTo>
                  <a:lnTo>
                    <a:pt x="5726773" y="86677"/>
                  </a:lnTo>
                  <a:lnTo>
                    <a:pt x="5726882" y="86677"/>
                  </a:lnTo>
                  <a:lnTo>
                    <a:pt x="5726990" y="86677"/>
                  </a:lnTo>
                  <a:lnTo>
                    <a:pt x="5727098" y="86677"/>
                  </a:lnTo>
                  <a:lnTo>
                    <a:pt x="5727207" y="86677"/>
                  </a:lnTo>
                  <a:lnTo>
                    <a:pt x="5727315" y="86677"/>
                  </a:lnTo>
                  <a:lnTo>
                    <a:pt x="5727424" y="86677"/>
                  </a:lnTo>
                  <a:lnTo>
                    <a:pt x="5727532" y="86677"/>
                  </a:lnTo>
                  <a:lnTo>
                    <a:pt x="5727641" y="86677"/>
                  </a:lnTo>
                  <a:lnTo>
                    <a:pt x="5727641" y="86054"/>
                  </a:lnTo>
                  <a:lnTo>
                    <a:pt x="5727749" y="86054"/>
                  </a:lnTo>
                  <a:lnTo>
                    <a:pt x="5727858" y="86054"/>
                  </a:lnTo>
                  <a:lnTo>
                    <a:pt x="5727966" y="86054"/>
                  </a:lnTo>
                  <a:lnTo>
                    <a:pt x="5728074" y="86054"/>
                  </a:lnTo>
                  <a:lnTo>
                    <a:pt x="5728183" y="86054"/>
                  </a:lnTo>
                  <a:lnTo>
                    <a:pt x="5728291" y="86054"/>
                  </a:lnTo>
                  <a:lnTo>
                    <a:pt x="5728400" y="86054"/>
                  </a:lnTo>
                  <a:lnTo>
                    <a:pt x="5728508" y="86054"/>
                  </a:lnTo>
                  <a:lnTo>
                    <a:pt x="5728617" y="86054"/>
                  </a:lnTo>
                  <a:lnTo>
                    <a:pt x="5728725" y="86054"/>
                  </a:lnTo>
                  <a:lnTo>
                    <a:pt x="5728834" y="86054"/>
                  </a:lnTo>
                  <a:lnTo>
                    <a:pt x="5728942" y="86054"/>
                  </a:lnTo>
                  <a:lnTo>
                    <a:pt x="5729051" y="86054"/>
                  </a:lnTo>
                  <a:lnTo>
                    <a:pt x="5729159" y="86054"/>
                  </a:lnTo>
                  <a:lnTo>
                    <a:pt x="5729267" y="86054"/>
                  </a:lnTo>
                  <a:lnTo>
                    <a:pt x="5729376" y="86054"/>
                  </a:lnTo>
                  <a:lnTo>
                    <a:pt x="5729484" y="86054"/>
                  </a:lnTo>
                  <a:lnTo>
                    <a:pt x="5729593" y="86054"/>
                  </a:lnTo>
                  <a:lnTo>
                    <a:pt x="5729701" y="86054"/>
                  </a:lnTo>
                  <a:lnTo>
                    <a:pt x="5729810" y="86054"/>
                  </a:lnTo>
                  <a:lnTo>
                    <a:pt x="5729918" y="86054"/>
                  </a:lnTo>
                  <a:lnTo>
                    <a:pt x="5730027" y="86054"/>
                  </a:lnTo>
                  <a:lnTo>
                    <a:pt x="5730135" y="86054"/>
                  </a:lnTo>
                  <a:lnTo>
                    <a:pt x="5730243" y="86054"/>
                  </a:lnTo>
                  <a:lnTo>
                    <a:pt x="5730352" y="86054"/>
                  </a:lnTo>
                  <a:lnTo>
                    <a:pt x="5730460" y="86054"/>
                  </a:lnTo>
                  <a:lnTo>
                    <a:pt x="5730569" y="86054"/>
                  </a:lnTo>
                  <a:lnTo>
                    <a:pt x="5730569" y="85430"/>
                  </a:lnTo>
                  <a:lnTo>
                    <a:pt x="5730677" y="85430"/>
                  </a:lnTo>
                  <a:lnTo>
                    <a:pt x="5730786" y="85430"/>
                  </a:lnTo>
                  <a:lnTo>
                    <a:pt x="5730894" y="85430"/>
                  </a:lnTo>
                  <a:lnTo>
                    <a:pt x="5731003" y="85430"/>
                  </a:lnTo>
                  <a:lnTo>
                    <a:pt x="5731111" y="85430"/>
                  </a:lnTo>
                  <a:lnTo>
                    <a:pt x="5731219" y="85430"/>
                  </a:lnTo>
                  <a:lnTo>
                    <a:pt x="5731328" y="85430"/>
                  </a:lnTo>
                  <a:lnTo>
                    <a:pt x="5731436" y="85430"/>
                  </a:lnTo>
                  <a:lnTo>
                    <a:pt x="5731545" y="85430"/>
                  </a:lnTo>
                  <a:lnTo>
                    <a:pt x="5731653" y="85430"/>
                  </a:lnTo>
                  <a:lnTo>
                    <a:pt x="5731762" y="85430"/>
                  </a:lnTo>
                  <a:lnTo>
                    <a:pt x="5731870" y="85430"/>
                  </a:lnTo>
                  <a:lnTo>
                    <a:pt x="5731870" y="84807"/>
                  </a:lnTo>
                  <a:lnTo>
                    <a:pt x="5731979" y="84807"/>
                  </a:lnTo>
                  <a:lnTo>
                    <a:pt x="5732087" y="84807"/>
                  </a:lnTo>
                  <a:lnTo>
                    <a:pt x="5732195" y="84807"/>
                  </a:lnTo>
                  <a:lnTo>
                    <a:pt x="5732304" y="84807"/>
                  </a:lnTo>
                  <a:lnTo>
                    <a:pt x="5732412" y="84807"/>
                  </a:lnTo>
                  <a:lnTo>
                    <a:pt x="5732521" y="84807"/>
                  </a:lnTo>
                  <a:lnTo>
                    <a:pt x="5732629" y="84807"/>
                  </a:lnTo>
                  <a:lnTo>
                    <a:pt x="5732738" y="84807"/>
                  </a:lnTo>
                  <a:lnTo>
                    <a:pt x="5732846" y="84807"/>
                  </a:lnTo>
                  <a:lnTo>
                    <a:pt x="5732955" y="84807"/>
                  </a:lnTo>
                  <a:lnTo>
                    <a:pt x="5733063" y="84807"/>
                  </a:lnTo>
                  <a:lnTo>
                    <a:pt x="5733172" y="84807"/>
                  </a:lnTo>
                  <a:lnTo>
                    <a:pt x="5733280" y="84807"/>
                  </a:lnTo>
                  <a:lnTo>
                    <a:pt x="5733388" y="84807"/>
                  </a:lnTo>
                  <a:lnTo>
                    <a:pt x="5733497" y="84807"/>
                  </a:lnTo>
                  <a:lnTo>
                    <a:pt x="5733605" y="84807"/>
                  </a:lnTo>
                  <a:lnTo>
                    <a:pt x="5733714" y="84807"/>
                  </a:lnTo>
                  <a:lnTo>
                    <a:pt x="5733822" y="84807"/>
                  </a:lnTo>
                  <a:lnTo>
                    <a:pt x="5733931" y="84807"/>
                  </a:lnTo>
                  <a:lnTo>
                    <a:pt x="5734039" y="84807"/>
                  </a:lnTo>
                  <a:lnTo>
                    <a:pt x="5734148" y="84807"/>
                  </a:lnTo>
                  <a:lnTo>
                    <a:pt x="5734148" y="84183"/>
                  </a:lnTo>
                  <a:lnTo>
                    <a:pt x="5734256" y="84183"/>
                  </a:lnTo>
                  <a:lnTo>
                    <a:pt x="5734364" y="84183"/>
                  </a:lnTo>
                  <a:lnTo>
                    <a:pt x="5734473" y="84183"/>
                  </a:lnTo>
                  <a:lnTo>
                    <a:pt x="5734581" y="84183"/>
                  </a:lnTo>
                  <a:lnTo>
                    <a:pt x="5734690" y="84183"/>
                  </a:lnTo>
                  <a:lnTo>
                    <a:pt x="5734798" y="84183"/>
                  </a:lnTo>
                  <a:lnTo>
                    <a:pt x="5734907" y="84183"/>
                  </a:lnTo>
                  <a:lnTo>
                    <a:pt x="5735015" y="84183"/>
                  </a:lnTo>
                  <a:lnTo>
                    <a:pt x="5735124" y="84183"/>
                  </a:lnTo>
                  <a:lnTo>
                    <a:pt x="5735232" y="84183"/>
                  </a:lnTo>
                  <a:lnTo>
                    <a:pt x="5735340" y="84183"/>
                  </a:lnTo>
                  <a:lnTo>
                    <a:pt x="5735449" y="84183"/>
                  </a:lnTo>
                  <a:lnTo>
                    <a:pt x="5735557" y="84183"/>
                  </a:lnTo>
                  <a:lnTo>
                    <a:pt x="5735666" y="84183"/>
                  </a:lnTo>
                  <a:lnTo>
                    <a:pt x="5735774" y="84183"/>
                  </a:lnTo>
                  <a:lnTo>
                    <a:pt x="5735883" y="84183"/>
                  </a:lnTo>
                  <a:lnTo>
                    <a:pt x="5735883" y="83560"/>
                  </a:lnTo>
                  <a:lnTo>
                    <a:pt x="5735991" y="83560"/>
                  </a:lnTo>
                  <a:lnTo>
                    <a:pt x="5736100" y="83560"/>
                  </a:lnTo>
                  <a:lnTo>
                    <a:pt x="5736208" y="83560"/>
                  </a:lnTo>
                  <a:lnTo>
                    <a:pt x="5736316" y="83560"/>
                  </a:lnTo>
                  <a:lnTo>
                    <a:pt x="5736425" y="83560"/>
                  </a:lnTo>
                  <a:lnTo>
                    <a:pt x="5736533" y="83560"/>
                  </a:lnTo>
                  <a:lnTo>
                    <a:pt x="5736642" y="83560"/>
                  </a:lnTo>
                  <a:lnTo>
                    <a:pt x="5736750" y="83560"/>
                  </a:lnTo>
                  <a:lnTo>
                    <a:pt x="5736859" y="83560"/>
                  </a:lnTo>
                  <a:lnTo>
                    <a:pt x="5736967" y="83560"/>
                  </a:lnTo>
                  <a:lnTo>
                    <a:pt x="5737076" y="83560"/>
                  </a:lnTo>
                  <a:lnTo>
                    <a:pt x="5737184" y="83560"/>
                  </a:lnTo>
                  <a:lnTo>
                    <a:pt x="5737293" y="83560"/>
                  </a:lnTo>
                  <a:lnTo>
                    <a:pt x="5737401" y="83560"/>
                  </a:lnTo>
                  <a:lnTo>
                    <a:pt x="5737509" y="83560"/>
                  </a:lnTo>
                  <a:lnTo>
                    <a:pt x="5737618" y="83560"/>
                  </a:lnTo>
                  <a:lnTo>
                    <a:pt x="5737726" y="83560"/>
                  </a:lnTo>
                  <a:lnTo>
                    <a:pt x="5737835" y="83560"/>
                  </a:lnTo>
                  <a:lnTo>
                    <a:pt x="5737943" y="83560"/>
                  </a:lnTo>
                  <a:lnTo>
                    <a:pt x="5738052" y="83560"/>
                  </a:lnTo>
                  <a:lnTo>
                    <a:pt x="5738160" y="83560"/>
                  </a:lnTo>
                  <a:lnTo>
                    <a:pt x="5738269" y="83560"/>
                  </a:lnTo>
                  <a:lnTo>
                    <a:pt x="5738377" y="83560"/>
                  </a:lnTo>
                  <a:lnTo>
                    <a:pt x="5738485" y="83560"/>
                  </a:lnTo>
                  <a:lnTo>
                    <a:pt x="5738594" y="83560"/>
                  </a:lnTo>
                  <a:lnTo>
                    <a:pt x="5738702" y="83560"/>
                  </a:lnTo>
                  <a:lnTo>
                    <a:pt x="5738811" y="83560"/>
                  </a:lnTo>
                  <a:lnTo>
                    <a:pt x="5738919" y="83560"/>
                  </a:lnTo>
                  <a:lnTo>
                    <a:pt x="5739028" y="83560"/>
                  </a:lnTo>
                  <a:lnTo>
                    <a:pt x="5739136" y="83560"/>
                  </a:lnTo>
                  <a:lnTo>
                    <a:pt x="5739245" y="83560"/>
                  </a:lnTo>
                  <a:lnTo>
                    <a:pt x="5739353" y="83560"/>
                  </a:lnTo>
                  <a:lnTo>
                    <a:pt x="5739461" y="83560"/>
                  </a:lnTo>
                  <a:lnTo>
                    <a:pt x="5739570" y="83560"/>
                  </a:lnTo>
                  <a:lnTo>
                    <a:pt x="5739678" y="83560"/>
                  </a:lnTo>
                  <a:lnTo>
                    <a:pt x="5739787" y="83560"/>
                  </a:lnTo>
                  <a:lnTo>
                    <a:pt x="5739895" y="83560"/>
                  </a:lnTo>
                  <a:lnTo>
                    <a:pt x="5740004" y="83560"/>
                  </a:lnTo>
                  <a:lnTo>
                    <a:pt x="5740112" y="83560"/>
                  </a:lnTo>
                  <a:lnTo>
                    <a:pt x="5740221" y="83560"/>
                  </a:lnTo>
                  <a:lnTo>
                    <a:pt x="5740329" y="83560"/>
                  </a:lnTo>
                  <a:lnTo>
                    <a:pt x="5740437" y="83560"/>
                  </a:lnTo>
                  <a:lnTo>
                    <a:pt x="5740546" y="83560"/>
                  </a:lnTo>
                  <a:lnTo>
                    <a:pt x="5740654" y="83560"/>
                  </a:lnTo>
                  <a:lnTo>
                    <a:pt x="5740763" y="83560"/>
                  </a:lnTo>
                  <a:lnTo>
                    <a:pt x="5740871" y="83560"/>
                  </a:lnTo>
                  <a:lnTo>
                    <a:pt x="5740980" y="83560"/>
                  </a:lnTo>
                  <a:lnTo>
                    <a:pt x="5741088" y="83560"/>
                  </a:lnTo>
                  <a:lnTo>
                    <a:pt x="5741197" y="83560"/>
                  </a:lnTo>
                  <a:lnTo>
                    <a:pt x="5741305" y="83560"/>
                  </a:lnTo>
                  <a:lnTo>
                    <a:pt x="5741413" y="83560"/>
                  </a:lnTo>
                  <a:lnTo>
                    <a:pt x="5741522" y="83560"/>
                  </a:lnTo>
                  <a:lnTo>
                    <a:pt x="5741630" y="83560"/>
                  </a:lnTo>
                  <a:lnTo>
                    <a:pt x="5741739" y="83560"/>
                  </a:lnTo>
                  <a:lnTo>
                    <a:pt x="5741847" y="83560"/>
                  </a:lnTo>
                  <a:lnTo>
                    <a:pt x="5741956" y="83560"/>
                  </a:lnTo>
                  <a:lnTo>
                    <a:pt x="5742064" y="83560"/>
                  </a:lnTo>
                  <a:lnTo>
                    <a:pt x="5742173" y="83560"/>
                  </a:lnTo>
                  <a:lnTo>
                    <a:pt x="5742281" y="83560"/>
                  </a:lnTo>
                  <a:lnTo>
                    <a:pt x="5742390" y="83560"/>
                  </a:lnTo>
                  <a:lnTo>
                    <a:pt x="5742498" y="83560"/>
                  </a:lnTo>
                  <a:lnTo>
                    <a:pt x="5742606" y="83560"/>
                  </a:lnTo>
                  <a:lnTo>
                    <a:pt x="5742715" y="83560"/>
                  </a:lnTo>
                  <a:lnTo>
                    <a:pt x="5742823" y="83560"/>
                  </a:lnTo>
                  <a:lnTo>
                    <a:pt x="5742932" y="83560"/>
                  </a:lnTo>
                  <a:lnTo>
                    <a:pt x="5743040" y="83560"/>
                  </a:lnTo>
                  <a:lnTo>
                    <a:pt x="5743149" y="83560"/>
                  </a:lnTo>
                  <a:lnTo>
                    <a:pt x="5743257" y="83560"/>
                  </a:lnTo>
                  <a:lnTo>
                    <a:pt x="5743366" y="83560"/>
                  </a:lnTo>
                  <a:lnTo>
                    <a:pt x="5743474" y="83560"/>
                  </a:lnTo>
                  <a:lnTo>
                    <a:pt x="5743582" y="83560"/>
                  </a:lnTo>
                  <a:lnTo>
                    <a:pt x="5743691" y="83560"/>
                  </a:lnTo>
                  <a:lnTo>
                    <a:pt x="5743691" y="82936"/>
                  </a:lnTo>
                  <a:lnTo>
                    <a:pt x="5743799" y="82936"/>
                  </a:lnTo>
                  <a:lnTo>
                    <a:pt x="5743908" y="82936"/>
                  </a:lnTo>
                  <a:lnTo>
                    <a:pt x="5744016" y="82936"/>
                  </a:lnTo>
                  <a:lnTo>
                    <a:pt x="5744125" y="82936"/>
                  </a:lnTo>
                  <a:lnTo>
                    <a:pt x="5744233" y="82936"/>
                  </a:lnTo>
                  <a:lnTo>
                    <a:pt x="5744342" y="82936"/>
                  </a:lnTo>
                  <a:lnTo>
                    <a:pt x="5744450" y="82936"/>
                  </a:lnTo>
                  <a:lnTo>
                    <a:pt x="5744558" y="82936"/>
                  </a:lnTo>
                  <a:lnTo>
                    <a:pt x="5744667" y="82936"/>
                  </a:lnTo>
                  <a:lnTo>
                    <a:pt x="5744775" y="82936"/>
                  </a:lnTo>
                  <a:lnTo>
                    <a:pt x="5744884" y="82936"/>
                  </a:lnTo>
                  <a:lnTo>
                    <a:pt x="5744992" y="82936"/>
                  </a:lnTo>
                  <a:lnTo>
                    <a:pt x="5745101" y="82936"/>
                  </a:lnTo>
                  <a:lnTo>
                    <a:pt x="5745209" y="82936"/>
                  </a:lnTo>
                  <a:lnTo>
                    <a:pt x="5745318" y="82936"/>
                  </a:lnTo>
                  <a:lnTo>
                    <a:pt x="5745426" y="82936"/>
                  </a:lnTo>
                  <a:lnTo>
                    <a:pt x="5745534" y="82936"/>
                  </a:lnTo>
                  <a:lnTo>
                    <a:pt x="5745643" y="82936"/>
                  </a:lnTo>
                  <a:lnTo>
                    <a:pt x="5745751" y="82936"/>
                  </a:lnTo>
                  <a:lnTo>
                    <a:pt x="5745860" y="82936"/>
                  </a:lnTo>
                  <a:lnTo>
                    <a:pt x="5745968" y="82936"/>
                  </a:lnTo>
                  <a:lnTo>
                    <a:pt x="5746077" y="82936"/>
                  </a:lnTo>
                  <a:lnTo>
                    <a:pt x="5746185" y="82936"/>
                  </a:lnTo>
                  <a:lnTo>
                    <a:pt x="5746294" y="82936"/>
                  </a:lnTo>
                  <a:lnTo>
                    <a:pt x="5746402" y="82936"/>
                  </a:lnTo>
                  <a:lnTo>
                    <a:pt x="5746511" y="82936"/>
                  </a:lnTo>
                  <a:lnTo>
                    <a:pt x="5746619" y="82936"/>
                  </a:lnTo>
                  <a:lnTo>
                    <a:pt x="5746727" y="82936"/>
                  </a:lnTo>
                  <a:lnTo>
                    <a:pt x="5746836" y="82936"/>
                  </a:lnTo>
                  <a:lnTo>
                    <a:pt x="5746944" y="82936"/>
                  </a:lnTo>
                  <a:lnTo>
                    <a:pt x="5747053" y="82936"/>
                  </a:lnTo>
                  <a:lnTo>
                    <a:pt x="5747161" y="82936"/>
                  </a:lnTo>
                  <a:lnTo>
                    <a:pt x="5747270" y="82936"/>
                  </a:lnTo>
                  <a:lnTo>
                    <a:pt x="5747378" y="82936"/>
                  </a:lnTo>
                  <a:lnTo>
                    <a:pt x="5747487" y="82936"/>
                  </a:lnTo>
                  <a:lnTo>
                    <a:pt x="5747595" y="82936"/>
                  </a:lnTo>
                  <a:lnTo>
                    <a:pt x="5747703" y="82936"/>
                  </a:lnTo>
                  <a:lnTo>
                    <a:pt x="5747812" y="82936"/>
                  </a:lnTo>
                  <a:lnTo>
                    <a:pt x="5747920" y="82936"/>
                  </a:lnTo>
                  <a:lnTo>
                    <a:pt x="5748029" y="82936"/>
                  </a:lnTo>
                  <a:lnTo>
                    <a:pt x="5748137" y="82936"/>
                  </a:lnTo>
                  <a:lnTo>
                    <a:pt x="5748246" y="82936"/>
                  </a:lnTo>
                  <a:lnTo>
                    <a:pt x="5748354" y="82936"/>
                  </a:lnTo>
                  <a:lnTo>
                    <a:pt x="5748463" y="82936"/>
                  </a:lnTo>
                  <a:lnTo>
                    <a:pt x="5748463" y="82312"/>
                  </a:lnTo>
                  <a:lnTo>
                    <a:pt x="5748571" y="82312"/>
                  </a:lnTo>
                  <a:lnTo>
                    <a:pt x="5748679" y="82312"/>
                  </a:lnTo>
                  <a:lnTo>
                    <a:pt x="5748788" y="82312"/>
                  </a:lnTo>
                  <a:lnTo>
                    <a:pt x="5748896" y="82312"/>
                  </a:lnTo>
                  <a:lnTo>
                    <a:pt x="5749005" y="82312"/>
                  </a:lnTo>
                  <a:lnTo>
                    <a:pt x="5749113" y="82312"/>
                  </a:lnTo>
                  <a:lnTo>
                    <a:pt x="5749222" y="82312"/>
                  </a:lnTo>
                  <a:lnTo>
                    <a:pt x="5749330" y="82312"/>
                  </a:lnTo>
                  <a:lnTo>
                    <a:pt x="5749439" y="82312"/>
                  </a:lnTo>
                  <a:lnTo>
                    <a:pt x="5749547" y="82312"/>
                  </a:lnTo>
                  <a:lnTo>
                    <a:pt x="5749655" y="82312"/>
                  </a:lnTo>
                  <a:lnTo>
                    <a:pt x="5749764" y="82312"/>
                  </a:lnTo>
                  <a:lnTo>
                    <a:pt x="5749872" y="82312"/>
                  </a:lnTo>
                  <a:lnTo>
                    <a:pt x="5749981" y="82312"/>
                  </a:lnTo>
                  <a:lnTo>
                    <a:pt x="5750089" y="82312"/>
                  </a:lnTo>
                  <a:lnTo>
                    <a:pt x="5750198" y="82312"/>
                  </a:lnTo>
                  <a:lnTo>
                    <a:pt x="5750306" y="82312"/>
                  </a:lnTo>
                  <a:lnTo>
                    <a:pt x="5750306" y="81689"/>
                  </a:lnTo>
                  <a:lnTo>
                    <a:pt x="5750415" y="81689"/>
                  </a:lnTo>
                  <a:lnTo>
                    <a:pt x="5750523" y="81689"/>
                  </a:lnTo>
                  <a:lnTo>
                    <a:pt x="5750632" y="81689"/>
                  </a:lnTo>
                  <a:lnTo>
                    <a:pt x="5750740" y="81689"/>
                  </a:lnTo>
                  <a:lnTo>
                    <a:pt x="5750848" y="81689"/>
                  </a:lnTo>
                  <a:lnTo>
                    <a:pt x="5750957" y="81689"/>
                  </a:lnTo>
                  <a:lnTo>
                    <a:pt x="5751065" y="81689"/>
                  </a:lnTo>
                  <a:lnTo>
                    <a:pt x="5751174" y="81689"/>
                  </a:lnTo>
                  <a:lnTo>
                    <a:pt x="5751282" y="81689"/>
                  </a:lnTo>
                  <a:lnTo>
                    <a:pt x="5751391" y="81689"/>
                  </a:lnTo>
                  <a:lnTo>
                    <a:pt x="5751499" y="81689"/>
                  </a:lnTo>
                  <a:lnTo>
                    <a:pt x="5751608" y="81689"/>
                  </a:lnTo>
                  <a:lnTo>
                    <a:pt x="5751716" y="81689"/>
                  </a:lnTo>
                  <a:lnTo>
                    <a:pt x="5751824" y="81689"/>
                  </a:lnTo>
                  <a:lnTo>
                    <a:pt x="5751933" y="81689"/>
                  </a:lnTo>
                  <a:lnTo>
                    <a:pt x="5752041" y="81689"/>
                  </a:lnTo>
                  <a:lnTo>
                    <a:pt x="5752150" y="81689"/>
                  </a:lnTo>
                  <a:lnTo>
                    <a:pt x="5752258" y="81689"/>
                  </a:lnTo>
                  <a:lnTo>
                    <a:pt x="5752367" y="81689"/>
                  </a:lnTo>
                  <a:lnTo>
                    <a:pt x="5752475" y="81689"/>
                  </a:lnTo>
                  <a:lnTo>
                    <a:pt x="5752584" y="81689"/>
                  </a:lnTo>
                  <a:lnTo>
                    <a:pt x="5752692" y="81689"/>
                  </a:lnTo>
                  <a:lnTo>
                    <a:pt x="5752800" y="81689"/>
                  </a:lnTo>
                  <a:lnTo>
                    <a:pt x="5752909" y="81689"/>
                  </a:lnTo>
                  <a:lnTo>
                    <a:pt x="5753017" y="81689"/>
                  </a:lnTo>
                  <a:lnTo>
                    <a:pt x="5753126" y="81689"/>
                  </a:lnTo>
                  <a:lnTo>
                    <a:pt x="5753234" y="81689"/>
                  </a:lnTo>
                  <a:lnTo>
                    <a:pt x="5753343" y="81689"/>
                  </a:lnTo>
                  <a:lnTo>
                    <a:pt x="5753451" y="81689"/>
                  </a:lnTo>
                  <a:lnTo>
                    <a:pt x="5753560" y="81689"/>
                  </a:lnTo>
                  <a:lnTo>
                    <a:pt x="5753668" y="81689"/>
                  </a:lnTo>
                  <a:lnTo>
                    <a:pt x="5753776" y="81689"/>
                  </a:lnTo>
                  <a:lnTo>
                    <a:pt x="5753885" y="81689"/>
                  </a:lnTo>
                  <a:lnTo>
                    <a:pt x="5753993" y="81689"/>
                  </a:lnTo>
                  <a:lnTo>
                    <a:pt x="5754102" y="81689"/>
                  </a:lnTo>
                  <a:lnTo>
                    <a:pt x="5754210" y="81689"/>
                  </a:lnTo>
                  <a:lnTo>
                    <a:pt x="5754319" y="81689"/>
                  </a:lnTo>
                  <a:lnTo>
                    <a:pt x="5754427" y="81689"/>
                  </a:lnTo>
                  <a:lnTo>
                    <a:pt x="5754536" y="81689"/>
                  </a:lnTo>
                  <a:lnTo>
                    <a:pt x="5754644" y="81689"/>
                  </a:lnTo>
                  <a:lnTo>
                    <a:pt x="5754753" y="81689"/>
                  </a:lnTo>
                  <a:lnTo>
                    <a:pt x="5754861" y="81689"/>
                  </a:lnTo>
                  <a:lnTo>
                    <a:pt x="5754969" y="81689"/>
                  </a:lnTo>
                  <a:lnTo>
                    <a:pt x="5755078" y="81689"/>
                  </a:lnTo>
                  <a:lnTo>
                    <a:pt x="5755186" y="81689"/>
                  </a:lnTo>
                  <a:lnTo>
                    <a:pt x="5755295" y="81689"/>
                  </a:lnTo>
                  <a:lnTo>
                    <a:pt x="5755403" y="81689"/>
                  </a:lnTo>
                  <a:lnTo>
                    <a:pt x="5755512" y="81689"/>
                  </a:lnTo>
                  <a:lnTo>
                    <a:pt x="5755512" y="81065"/>
                  </a:lnTo>
                  <a:lnTo>
                    <a:pt x="5755620" y="81065"/>
                  </a:lnTo>
                  <a:lnTo>
                    <a:pt x="5755729" y="81065"/>
                  </a:lnTo>
                  <a:lnTo>
                    <a:pt x="5755837" y="81065"/>
                  </a:lnTo>
                  <a:lnTo>
                    <a:pt x="5755945" y="81065"/>
                  </a:lnTo>
                  <a:lnTo>
                    <a:pt x="5756054" y="81065"/>
                  </a:lnTo>
                  <a:lnTo>
                    <a:pt x="5756162" y="81065"/>
                  </a:lnTo>
                  <a:lnTo>
                    <a:pt x="5756271" y="81065"/>
                  </a:lnTo>
                  <a:lnTo>
                    <a:pt x="5756379" y="81065"/>
                  </a:lnTo>
                  <a:lnTo>
                    <a:pt x="5756488" y="81065"/>
                  </a:lnTo>
                  <a:lnTo>
                    <a:pt x="5756596" y="81065"/>
                  </a:lnTo>
                  <a:lnTo>
                    <a:pt x="5756705" y="81065"/>
                  </a:lnTo>
                  <a:lnTo>
                    <a:pt x="5756813" y="81065"/>
                  </a:lnTo>
                  <a:lnTo>
                    <a:pt x="5756921" y="81065"/>
                  </a:lnTo>
                  <a:lnTo>
                    <a:pt x="5757030" y="81065"/>
                  </a:lnTo>
                  <a:lnTo>
                    <a:pt x="5757138" y="81065"/>
                  </a:lnTo>
                  <a:lnTo>
                    <a:pt x="5757247" y="81065"/>
                  </a:lnTo>
                  <a:lnTo>
                    <a:pt x="5757355" y="81065"/>
                  </a:lnTo>
                  <a:lnTo>
                    <a:pt x="5757464" y="81065"/>
                  </a:lnTo>
                  <a:lnTo>
                    <a:pt x="5757572" y="81065"/>
                  </a:lnTo>
                  <a:lnTo>
                    <a:pt x="5757681" y="81065"/>
                  </a:lnTo>
                  <a:lnTo>
                    <a:pt x="5757681" y="80442"/>
                  </a:lnTo>
                  <a:lnTo>
                    <a:pt x="5757681" y="79818"/>
                  </a:lnTo>
                  <a:lnTo>
                    <a:pt x="5757789" y="79818"/>
                  </a:lnTo>
                  <a:lnTo>
                    <a:pt x="5757897" y="79818"/>
                  </a:lnTo>
                  <a:lnTo>
                    <a:pt x="5758006" y="79818"/>
                  </a:lnTo>
                  <a:lnTo>
                    <a:pt x="5758114" y="79818"/>
                  </a:lnTo>
                  <a:lnTo>
                    <a:pt x="5758223" y="79818"/>
                  </a:lnTo>
                  <a:lnTo>
                    <a:pt x="5758331" y="79818"/>
                  </a:lnTo>
                  <a:lnTo>
                    <a:pt x="5758440" y="79818"/>
                  </a:lnTo>
                  <a:lnTo>
                    <a:pt x="5758548" y="79818"/>
                  </a:lnTo>
                  <a:lnTo>
                    <a:pt x="5758657" y="79818"/>
                  </a:lnTo>
                  <a:lnTo>
                    <a:pt x="5758765" y="79818"/>
                  </a:lnTo>
                  <a:lnTo>
                    <a:pt x="5758874" y="79818"/>
                  </a:lnTo>
                  <a:lnTo>
                    <a:pt x="5758982" y="79818"/>
                  </a:lnTo>
                  <a:lnTo>
                    <a:pt x="5759090" y="79818"/>
                  </a:lnTo>
                  <a:lnTo>
                    <a:pt x="5759199" y="79818"/>
                  </a:lnTo>
                  <a:lnTo>
                    <a:pt x="5759307" y="79818"/>
                  </a:lnTo>
                  <a:lnTo>
                    <a:pt x="5759416" y="79818"/>
                  </a:lnTo>
                  <a:lnTo>
                    <a:pt x="5759524" y="79818"/>
                  </a:lnTo>
                  <a:lnTo>
                    <a:pt x="5759633" y="79818"/>
                  </a:lnTo>
                  <a:lnTo>
                    <a:pt x="5759741" y="79818"/>
                  </a:lnTo>
                  <a:lnTo>
                    <a:pt x="5759850" y="79818"/>
                  </a:lnTo>
                  <a:lnTo>
                    <a:pt x="5759958" y="79818"/>
                  </a:lnTo>
                  <a:lnTo>
                    <a:pt x="5760066" y="79818"/>
                  </a:lnTo>
                  <a:lnTo>
                    <a:pt x="5760175" y="79818"/>
                  </a:lnTo>
                  <a:lnTo>
                    <a:pt x="5760283" y="79818"/>
                  </a:lnTo>
                  <a:lnTo>
                    <a:pt x="5760392" y="79818"/>
                  </a:lnTo>
                  <a:lnTo>
                    <a:pt x="5760500" y="79818"/>
                  </a:lnTo>
                  <a:lnTo>
                    <a:pt x="5760609" y="79818"/>
                  </a:lnTo>
                  <a:lnTo>
                    <a:pt x="5760717" y="79818"/>
                  </a:lnTo>
                  <a:lnTo>
                    <a:pt x="5760826" y="79818"/>
                  </a:lnTo>
                  <a:lnTo>
                    <a:pt x="5760934" y="79818"/>
                  </a:lnTo>
                  <a:lnTo>
                    <a:pt x="5761042" y="79818"/>
                  </a:lnTo>
                  <a:lnTo>
                    <a:pt x="5761151" y="79818"/>
                  </a:lnTo>
                  <a:lnTo>
                    <a:pt x="5761259" y="79818"/>
                  </a:lnTo>
                  <a:lnTo>
                    <a:pt x="5761368" y="79818"/>
                  </a:lnTo>
                  <a:lnTo>
                    <a:pt x="5761476" y="79818"/>
                  </a:lnTo>
                  <a:lnTo>
                    <a:pt x="5761585" y="79818"/>
                  </a:lnTo>
                  <a:lnTo>
                    <a:pt x="5761693" y="79818"/>
                  </a:lnTo>
                  <a:lnTo>
                    <a:pt x="5761802" y="79818"/>
                  </a:lnTo>
                  <a:lnTo>
                    <a:pt x="5761910" y="79818"/>
                  </a:lnTo>
                  <a:lnTo>
                    <a:pt x="5762018" y="79818"/>
                  </a:lnTo>
                  <a:lnTo>
                    <a:pt x="5762127" y="79818"/>
                  </a:lnTo>
                  <a:lnTo>
                    <a:pt x="5762235" y="79818"/>
                  </a:lnTo>
                  <a:lnTo>
                    <a:pt x="5762344" y="79818"/>
                  </a:lnTo>
                  <a:lnTo>
                    <a:pt x="5762452" y="79818"/>
                  </a:lnTo>
                  <a:lnTo>
                    <a:pt x="5762561" y="79818"/>
                  </a:lnTo>
                  <a:lnTo>
                    <a:pt x="5762669" y="79818"/>
                  </a:lnTo>
                  <a:lnTo>
                    <a:pt x="5762778" y="79818"/>
                  </a:lnTo>
                  <a:lnTo>
                    <a:pt x="5762886" y="79818"/>
                  </a:lnTo>
                  <a:lnTo>
                    <a:pt x="5762994" y="79818"/>
                  </a:lnTo>
                  <a:lnTo>
                    <a:pt x="5763103" y="79818"/>
                  </a:lnTo>
                  <a:lnTo>
                    <a:pt x="5763211" y="79818"/>
                  </a:lnTo>
                  <a:lnTo>
                    <a:pt x="5763320" y="79818"/>
                  </a:lnTo>
                  <a:lnTo>
                    <a:pt x="5763428" y="79818"/>
                  </a:lnTo>
                  <a:lnTo>
                    <a:pt x="5763537" y="79818"/>
                  </a:lnTo>
                  <a:lnTo>
                    <a:pt x="5763645" y="79818"/>
                  </a:lnTo>
                  <a:lnTo>
                    <a:pt x="5763754" y="79818"/>
                  </a:lnTo>
                  <a:lnTo>
                    <a:pt x="5763862" y="79818"/>
                  </a:lnTo>
                  <a:lnTo>
                    <a:pt x="5763971" y="79818"/>
                  </a:lnTo>
                  <a:lnTo>
                    <a:pt x="5764079" y="79818"/>
                  </a:lnTo>
                  <a:lnTo>
                    <a:pt x="5764187" y="79818"/>
                  </a:lnTo>
                  <a:lnTo>
                    <a:pt x="5764296" y="79818"/>
                  </a:lnTo>
                  <a:lnTo>
                    <a:pt x="5764404" y="79818"/>
                  </a:lnTo>
                  <a:lnTo>
                    <a:pt x="5764513" y="79818"/>
                  </a:lnTo>
                  <a:lnTo>
                    <a:pt x="5764621" y="79818"/>
                  </a:lnTo>
                  <a:lnTo>
                    <a:pt x="5764730" y="79818"/>
                  </a:lnTo>
                  <a:lnTo>
                    <a:pt x="5764838" y="79818"/>
                  </a:lnTo>
                  <a:lnTo>
                    <a:pt x="5764947" y="79818"/>
                  </a:lnTo>
                  <a:lnTo>
                    <a:pt x="5765055" y="79818"/>
                  </a:lnTo>
                  <a:lnTo>
                    <a:pt x="5765163" y="79818"/>
                  </a:lnTo>
                  <a:lnTo>
                    <a:pt x="5765272" y="79818"/>
                  </a:lnTo>
                  <a:lnTo>
                    <a:pt x="5765380" y="79818"/>
                  </a:lnTo>
                  <a:lnTo>
                    <a:pt x="5765489" y="79818"/>
                  </a:lnTo>
                  <a:lnTo>
                    <a:pt x="5765597" y="79818"/>
                  </a:lnTo>
                  <a:lnTo>
                    <a:pt x="5765706" y="79818"/>
                  </a:lnTo>
                  <a:lnTo>
                    <a:pt x="5765814" y="79818"/>
                  </a:lnTo>
                  <a:lnTo>
                    <a:pt x="5765814" y="79194"/>
                  </a:lnTo>
                  <a:lnTo>
                    <a:pt x="5765923" y="79194"/>
                  </a:lnTo>
                  <a:lnTo>
                    <a:pt x="5766031" y="79194"/>
                  </a:lnTo>
                  <a:lnTo>
                    <a:pt x="5766139" y="79194"/>
                  </a:lnTo>
                  <a:lnTo>
                    <a:pt x="5766248" y="79194"/>
                  </a:lnTo>
                  <a:lnTo>
                    <a:pt x="5766356" y="79194"/>
                  </a:lnTo>
                  <a:lnTo>
                    <a:pt x="5766465" y="79194"/>
                  </a:lnTo>
                  <a:lnTo>
                    <a:pt x="5766573" y="79194"/>
                  </a:lnTo>
                  <a:lnTo>
                    <a:pt x="5766682" y="79194"/>
                  </a:lnTo>
                  <a:lnTo>
                    <a:pt x="5766790" y="79194"/>
                  </a:lnTo>
                  <a:lnTo>
                    <a:pt x="5766899" y="79194"/>
                  </a:lnTo>
                  <a:lnTo>
                    <a:pt x="5767007" y="79194"/>
                  </a:lnTo>
                  <a:lnTo>
                    <a:pt x="5767115" y="79194"/>
                  </a:lnTo>
                  <a:lnTo>
                    <a:pt x="5767224" y="79194"/>
                  </a:lnTo>
                  <a:lnTo>
                    <a:pt x="5767332" y="79194"/>
                  </a:lnTo>
                  <a:lnTo>
                    <a:pt x="5767441" y="79194"/>
                  </a:lnTo>
                  <a:lnTo>
                    <a:pt x="5767549" y="79194"/>
                  </a:lnTo>
                  <a:lnTo>
                    <a:pt x="5767549" y="78571"/>
                  </a:lnTo>
                  <a:lnTo>
                    <a:pt x="5767658" y="78571"/>
                  </a:lnTo>
                  <a:lnTo>
                    <a:pt x="5767766" y="78571"/>
                  </a:lnTo>
                  <a:lnTo>
                    <a:pt x="5767875" y="78571"/>
                  </a:lnTo>
                  <a:lnTo>
                    <a:pt x="5767983" y="78571"/>
                  </a:lnTo>
                  <a:lnTo>
                    <a:pt x="5768092" y="78571"/>
                  </a:lnTo>
                  <a:lnTo>
                    <a:pt x="5768200" y="78571"/>
                  </a:lnTo>
                  <a:lnTo>
                    <a:pt x="5768308" y="78571"/>
                  </a:lnTo>
                  <a:lnTo>
                    <a:pt x="5768417" y="78571"/>
                  </a:lnTo>
                  <a:lnTo>
                    <a:pt x="5768525" y="78571"/>
                  </a:lnTo>
                  <a:lnTo>
                    <a:pt x="5768634" y="78571"/>
                  </a:lnTo>
                  <a:lnTo>
                    <a:pt x="5768742" y="78571"/>
                  </a:lnTo>
                  <a:lnTo>
                    <a:pt x="5768851" y="78571"/>
                  </a:lnTo>
                  <a:lnTo>
                    <a:pt x="5768959" y="78571"/>
                  </a:lnTo>
                  <a:lnTo>
                    <a:pt x="5769068" y="78571"/>
                  </a:lnTo>
                  <a:lnTo>
                    <a:pt x="5769176" y="78571"/>
                  </a:lnTo>
                  <a:lnTo>
                    <a:pt x="5769284" y="78571"/>
                  </a:lnTo>
                  <a:lnTo>
                    <a:pt x="5769393" y="78571"/>
                  </a:lnTo>
                  <a:lnTo>
                    <a:pt x="5769501" y="78571"/>
                  </a:lnTo>
                  <a:lnTo>
                    <a:pt x="5769610" y="78571"/>
                  </a:lnTo>
                  <a:lnTo>
                    <a:pt x="5769718" y="78571"/>
                  </a:lnTo>
                  <a:lnTo>
                    <a:pt x="5769827" y="78571"/>
                  </a:lnTo>
                  <a:lnTo>
                    <a:pt x="5769935" y="78571"/>
                  </a:lnTo>
                  <a:lnTo>
                    <a:pt x="5770044" y="78571"/>
                  </a:lnTo>
                  <a:lnTo>
                    <a:pt x="5770152" y="78571"/>
                  </a:lnTo>
                  <a:lnTo>
                    <a:pt x="5770260" y="78571"/>
                  </a:lnTo>
                  <a:lnTo>
                    <a:pt x="5770369" y="78571"/>
                  </a:lnTo>
                  <a:lnTo>
                    <a:pt x="5770477" y="78571"/>
                  </a:lnTo>
                  <a:lnTo>
                    <a:pt x="5770586" y="78571"/>
                  </a:lnTo>
                  <a:lnTo>
                    <a:pt x="5770586" y="77947"/>
                  </a:lnTo>
                  <a:lnTo>
                    <a:pt x="5770694" y="77947"/>
                  </a:lnTo>
                  <a:lnTo>
                    <a:pt x="5770803" y="77947"/>
                  </a:lnTo>
                  <a:lnTo>
                    <a:pt x="5770911" y="77947"/>
                  </a:lnTo>
                  <a:lnTo>
                    <a:pt x="5771020" y="77947"/>
                  </a:lnTo>
                  <a:lnTo>
                    <a:pt x="5771128" y="77947"/>
                  </a:lnTo>
                  <a:lnTo>
                    <a:pt x="5771236" y="77947"/>
                  </a:lnTo>
                  <a:lnTo>
                    <a:pt x="5771345" y="77947"/>
                  </a:lnTo>
                  <a:lnTo>
                    <a:pt x="5771453" y="77947"/>
                  </a:lnTo>
                  <a:lnTo>
                    <a:pt x="5771562" y="77947"/>
                  </a:lnTo>
                  <a:lnTo>
                    <a:pt x="5771670" y="77947"/>
                  </a:lnTo>
                  <a:lnTo>
                    <a:pt x="5771779" y="77947"/>
                  </a:lnTo>
                  <a:lnTo>
                    <a:pt x="5771887" y="77947"/>
                  </a:lnTo>
                  <a:lnTo>
                    <a:pt x="5771996" y="77947"/>
                  </a:lnTo>
                  <a:lnTo>
                    <a:pt x="5772104" y="77947"/>
                  </a:lnTo>
                  <a:lnTo>
                    <a:pt x="5772213" y="77947"/>
                  </a:lnTo>
                  <a:lnTo>
                    <a:pt x="5772321" y="77947"/>
                  </a:lnTo>
                  <a:lnTo>
                    <a:pt x="5772429" y="77947"/>
                  </a:lnTo>
                  <a:lnTo>
                    <a:pt x="5772538" y="77947"/>
                  </a:lnTo>
                  <a:lnTo>
                    <a:pt x="5772646" y="77947"/>
                  </a:lnTo>
                  <a:lnTo>
                    <a:pt x="5772755" y="77947"/>
                  </a:lnTo>
                  <a:lnTo>
                    <a:pt x="5772863" y="77947"/>
                  </a:lnTo>
                  <a:lnTo>
                    <a:pt x="5772972" y="77947"/>
                  </a:lnTo>
                  <a:lnTo>
                    <a:pt x="5773080" y="77947"/>
                  </a:lnTo>
                  <a:lnTo>
                    <a:pt x="5773189" y="77947"/>
                  </a:lnTo>
                  <a:lnTo>
                    <a:pt x="5773297" y="77947"/>
                  </a:lnTo>
                  <a:lnTo>
                    <a:pt x="5773297" y="77324"/>
                  </a:lnTo>
                  <a:lnTo>
                    <a:pt x="5773405" y="77324"/>
                  </a:lnTo>
                  <a:lnTo>
                    <a:pt x="5773514" y="77324"/>
                  </a:lnTo>
                  <a:lnTo>
                    <a:pt x="5773622" y="77324"/>
                  </a:lnTo>
                  <a:lnTo>
                    <a:pt x="5773731" y="77324"/>
                  </a:lnTo>
                  <a:lnTo>
                    <a:pt x="5773839" y="77324"/>
                  </a:lnTo>
                  <a:lnTo>
                    <a:pt x="5773948" y="77324"/>
                  </a:lnTo>
                  <a:lnTo>
                    <a:pt x="5774056" y="77324"/>
                  </a:lnTo>
                  <a:lnTo>
                    <a:pt x="5774165" y="77324"/>
                  </a:lnTo>
                  <a:lnTo>
                    <a:pt x="5774273" y="77324"/>
                  </a:lnTo>
                  <a:lnTo>
                    <a:pt x="5774381" y="77324"/>
                  </a:lnTo>
                  <a:lnTo>
                    <a:pt x="5774490" y="77324"/>
                  </a:lnTo>
                  <a:lnTo>
                    <a:pt x="5774598" y="77324"/>
                  </a:lnTo>
                  <a:lnTo>
                    <a:pt x="5774707" y="77324"/>
                  </a:lnTo>
                  <a:lnTo>
                    <a:pt x="5774815" y="77324"/>
                  </a:lnTo>
                  <a:lnTo>
                    <a:pt x="5774924" y="77324"/>
                  </a:lnTo>
                  <a:lnTo>
                    <a:pt x="5775032" y="77324"/>
                  </a:lnTo>
                  <a:lnTo>
                    <a:pt x="5775141" y="77324"/>
                  </a:lnTo>
                  <a:lnTo>
                    <a:pt x="5775249" y="77324"/>
                  </a:lnTo>
                  <a:lnTo>
                    <a:pt x="5775357" y="77324"/>
                  </a:lnTo>
                  <a:lnTo>
                    <a:pt x="5775466" y="77324"/>
                  </a:lnTo>
                  <a:lnTo>
                    <a:pt x="5775466" y="76700"/>
                  </a:lnTo>
                  <a:lnTo>
                    <a:pt x="5775574" y="76700"/>
                  </a:lnTo>
                  <a:lnTo>
                    <a:pt x="5775683" y="76700"/>
                  </a:lnTo>
                  <a:lnTo>
                    <a:pt x="5775791" y="76700"/>
                  </a:lnTo>
                  <a:lnTo>
                    <a:pt x="5775900" y="76700"/>
                  </a:lnTo>
                  <a:lnTo>
                    <a:pt x="5776008" y="76700"/>
                  </a:lnTo>
                  <a:lnTo>
                    <a:pt x="5776117" y="76700"/>
                  </a:lnTo>
                  <a:lnTo>
                    <a:pt x="5776225" y="76700"/>
                  </a:lnTo>
                  <a:lnTo>
                    <a:pt x="5776334" y="76700"/>
                  </a:lnTo>
                  <a:lnTo>
                    <a:pt x="5776442" y="76700"/>
                  </a:lnTo>
                  <a:lnTo>
                    <a:pt x="5776550" y="76700"/>
                  </a:lnTo>
                  <a:lnTo>
                    <a:pt x="5776659" y="76700"/>
                  </a:lnTo>
                  <a:lnTo>
                    <a:pt x="5776767" y="76700"/>
                  </a:lnTo>
                  <a:lnTo>
                    <a:pt x="5776876" y="76700"/>
                  </a:lnTo>
                  <a:lnTo>
                    <a:pt x="5776984" y="76700"/>
                  </a:lnTo>
                  <a:lnTo>
                    <a:pt x="5777093" y="76700"/>
                  </a:lnTo>
                  <a:lnTo>
                    <a:pt x="5777201" y="76700"/>
                  </a:lnTo>
                  <a:lnTo>
                    <a:pt x="5777310" y="76700"/>
                  </a:lnTo>
                  <a:lnTo>
                    <a:pt x="5777418" y="76700"/>
                  </a:lnTo>
                  <a:lnTo>
                    <a:pt x="5777526" y="76700"/>
                  </a:lnTo>
                  <a:lnTo>
                    <a:pt x="5777635" y="76700"/>
                  </a:lnTo>
                  <a:lnTo>
                    <a:pt x="5777743" y="76700"/>
                  </a:lnTo>
                  <a:lnTo>
                    <a:pt x="5777852" y="76700"/>
                  </a:lnTo>
                  <a:lnTo>
                    <a:pt x="5777960" y="76700"/>
                  </a:lnTo>
                  <a:lnTo>
                    <a:pt x="5778069" y="76700"/>
                  </a:lnTo>
                  <a:lnTo>
                    <a:pt x="5778177" y="76700"/>
                  </a:lnTo>
                  <a:lnTo>
                    <a:pt x="5778286" y="76700"/>
                  </a:lnTo>
                  <a:lnTo>
                    <a:pt x="5778394" y="76700"/>
                  </a:lnTo>
                  <a:lnTo>
                    <a:pt x="5778502" y="76700"/>
                  </a:lnTo>
                  <a:lnTo>
                    <a:pt x="5778611" y="76700"/>
                  </a:lnTo>
                  <a:lnTo>
                    <a:pt x="5778611" y="76077"/>
                  </a:lnTo>
                  <a:lnTo>
                    <a:pt x="5778611" y="75453"/>
                  </a:lnTo>
                  <a:lnTo>
                    <a:pt x="5778719" y="75453"/>
                  </a:lnTo>
                  <a:lnTo>
                    <a:pt x="5778828" y="75453"/>
                  </a:lnTo>
                  <a:lnTo>
                    <a:pt x="5778936" y="75453"/>
                  </a:lnTo>
                  <a:lnTo>
                    <a:pt x="5779045" y="75453"/>
                  </a:lnTo>
                  <a:lnTo>
                    <a:pt x="5779045" y="74829"/>
                  </a:lnTo>
                  <a:lnTo>
                    <a:pt x="5779153" y="74829"/>
                  </a:lnTo>
                  <a:lnTo>
                    <a:pt x="5779262" y="74829"/>
                  </a:lnTo>
                  <a:lnTo>
                    <a:pt x="5779370" y="74829"/>
                  </a:lnTo>
                  <a:lnTo>
                    <a:pt x="5779478" y="74829"/>
                  </a:lnTo>
                  <a:lnTo>
                    <a:pt x="5779587" y="74829"/>
                  </a:lnTo>
                  <a:lnTo>
                    <a:pt x="5779695" y="74829"/>
                  </a:lnTo>
                  <a:lnTo>
                    <a:pt x="5779695" y="74206"/>
                  </a:lnTo>
                  <a:lnTo>
                    <a:pt x="5779804" y="74206"/>
                  </a:lnTo>
                  <a:lnTo>
                    <a:pt x="5779912" y="74206"/>
                  </a:lnTo>
                  <a:lnTo>
                    <a:pt x="5780021" y="74206"/>
                  </a:lnTo>
                  <a:lnTo>
                    <a:pt x="5780129" y="74206"/>
                  </a:lnTo>
                  <a:lnTo>
                    <a:pt x="5780238" y="74206"/>
                  </a:lnTo>
                  <a:lnTo>
                    <a:pt x="5780346" y="74206"/>
                  </a:lnTo>
                  <a:lnTo>
                    <a:pt x="5780455" y="74206"/>
                  </a:lnTo>
                  <a:lnTo>
                    <a:pt x="5780563" y="74206"/>
                  </a:lnTo>
                  <a:lnTo>
                    <a:pt x="5780671" y="74206"/>
                  </a:lnTo>
                  <a:lnTo>
                    <a:pt x="5780780" y="74206"/>
                  </a:lnTo>
                  <a:lnTo>
                    <a:pt x="5780888" y="74206"/>
                  </a:lnTo>
                  <a:lnTo>
                    <a:pt x="5780997" y="74206"/>
                  </a:lnTo>
                  <a:lnTo>
                    <a:pt x="5781105" y="74206"/>
                  </a:lnTo>
                  <a:lnTo>
                    <a:pt x="5781214" y="74206"/>
                  </a:lnTo>
                  <a:lnTo>
                    <a:pt x="5781322" y="74206"/>
                  </a:lnTo>
                  <a:lnTo>
                    <a:pt x="5781431" y="74206"/>
                  </a:lnTo>
                  <a:lnTo>
                    <a:pt x="5781539" y="74206"/>
                  </a:lnTo>
                  <a:lnTo>
                    <a:pt x="5781647" y="74206"/>
                  </a:lnTo>
                  <a:lnTo>
                    <a:pt x="5781756" y="74206"/>
                  </a:lnTo>
                  <a:lnTo>
                    <a:pt x="5781864" y="74206"/>
                  </a:lnTo>
                  <a:lnTo>
                    <a:pt x="5781973" y="74206"/>
                  </a:lnTo>
                  <a:lnTo>
                    <a:pt x="5782081" y="74206"/>
                  </a:lnTo>
                  <a:lnTo>
                    <a:pt x="5782190" y="74206"/>
                  </a:lnTo>
                  <a:lnTo>
                    <a:pt x="5782298" y="74206"/>
                  </a:lnTo>
                  <a:lnTo>
                    <a:pt x="5782407" y="74206"/>
                  </a:lnTo>
                  <a:lnTo>
                    <a:pt x="5782515" y="74206"/>
                  </a:lnTo>
                  <a:lnTo>
                    <a:pt x="5782623" y="74206"/>
                  </a:lnTo>
                  <a:lnTo>
                    <a:pt x="5782732" y="74206"/>
                  </a:lnTo>
                  <a:lnTo>
                    <a:pt x="5782840" y="74206"/>
                  </a:lnTo>
                  <a:lnTo>
                    <a:pt x="5782949" y="74206"/>
                  </a:lnTo>
                  <a:lnTo>
                    <a:pt x="5783057" y="74206"/>
                  </a:lnTo>
                  <a:lnTo>
                    <a:pt x="5783166" y="74206"/>
                  </a:lnTo>
                  <a:lnTo>
                    <a:pt x="5783274" y="74206"/>
                  </a:lnTo>
                  <a:lnTo>
                    <a:pt x="5783383" y="74206"/>
                  </a:lnTo>
                  <a:lnTo>
                    <a:pt x="5783491" y="74206"/>
                  </a:lnTo>
                  <a:lnTo>
                    <a:pt x="5783599" y="74206"/>
                  </a:lnTo>
                  <a:lnTo>
                    <a:pt x="5783708" y="74206"/>
                  </a:lnTo>
                  <a:lnTo>
                    <a:pt x="5783816" y="74206"/>
                  </a:lnTo>
                  <a:lnTo>
                    <a:pt x="5783925" y="74206"/>
                  </a:lnTo>
                  <a:lnTo>
                    <a:pt x="5784033" y="74206"/>
                  </a:lnTo>
                  <a:lnTo>
                    <a:pt x="5784142" y="74206"/>
                  </a:lnTo>
                  <a:lnTo>
                    <a:pt x="5784250" y="74206"/>
                  </a:lnTo>
                  <a:lnTo>
                    <a:pt x="5784359" y="74206"/>
                  </a:lnTo>
                  <a:lnTo>
                    <a:pt x="5784467" y="74206"/>
                  </a:lnTo>
                  <a:lnTo>
                    <a:pt x="5784467" y="73582"/>
                  </a:lnTo>
                  <a:lnTo>
                    <a:pt x="5784575" y="73582"/>
                  </a:lnTo>
                  <a:lnTo>
                    <a:pt x="5784684" y="73582"/>
                  </a:lnTo>
                  <a:lnTo>
                    <a:pt x="5784792" y="73582"/>
                  </a:lnTo>
                  <a:lnTo>
                    <a:pt x="5784901" y="73582"/>
                  </a:lnTo>
                  <a:lnTo>
                    <a:pt x="5785009" y="73582"/>
                  </a:lnTo>
                  <a:lnTo>
                    <a:pt x="5785118" y="73582"/>
                  </a:lnTo>
                  <a:lnTo>
                    <a:pt x="5785226" y="73582"/>
                  </a:lnTo>
                  <a:lnTo>
                    <a:pt x="5785226" y="72959"/>
                  </a:lnTo>
                  <a:lnTo>
                    <a:pt x="5785335" y="72959"/>
                  </a:lnTo>
                  <a:lnTo>
                    <a:pt x="5785443" y="72959"/>
                  </a:lnTo>
                  <a:lnTo>
                    <a:pt x="5785552" y="72959"/>
                  </a:lnTo>
                  <a:lnTo>
                    <a:pt x="5785660" y="72959"/>
                  </a:lnTo>
                  <a:lnTo>
                    <a:pt x="5785768" y="72959"/>
                  </a:lnTo>
                  <a:lnTo>
                    <a:pt x="5785877" y="72959"/>
                  </a:lnTo>
                  <a:lnTo>
                    <a:pt x="5785985" y="72959"/>
                  </a:lnTo>
                  <a:lnTo>
                    <a:pt x="5786094" y="72959"/>
                  </a:lnTo>
                  <a:lnTo>
                    <a:pt x="5786202" y="72959"/>
                  </a:lnTo>
                  <a:lnTo>
                    <a:pt x="5786311" y="72959"/>
                  </a:lnTo>
                  <a:lnTo>
                    <a:pt x="5786419" y="72959"/>
                  </a:lnTo>
                  <a:lnTo>
                    <a:pt x="5786528" y="72959"/>
                  </a:lnTo>
                  <a:lnTo>
                    <a:pt x="5786636" y="72959"/>
                  </a:lnTo>
                  <a:lnTo>
                    <a:pt x="5786636" y="72335"/>
                  </a:lnTo>
                  <a:lnTo>
                    <a:pt x="5786744" y="72335"/>
                  </a:lnTo>
                  <a:lnTo>
                    <a:pt x="5786853" y="72335"/>
                  </a:lnTo>
                  <a:lnTo>
                    <a:pt x="5786961" y="72335"/>
                  </a:lnTo>
                  <a:lnTo>
                    <a:pt x="5787070" y="72335"/>
                  </a:lnTo>
                  <a:lnTo>
                    <a:pt x="5787178" y="72335"/>
                  </a:lnTo>
                  <a:lnTo>
                    <a:pt x="5787287" y="72335"/>
                  </a:lnTo>
                  <a:lnTo>
                    <a:pt x="5787395" y="72335"/>
                  </a:lnTo>
                  <a:lnTo>
                    <a:pt x="5787504" y="72335"/>
                  </a:lnTo>
                  <a:lnTo>
                    <a:pt x="5787504" y="71711"/>
                  </a:lnTo>
                  <a:lnTo>
                    <a:pt x="5787612" y="71711"/>
                  </a:lnTo>
                  <a:lnTo>
                    <a:pt x="5787720" y="71711"/>
                  </a:lnTo>
                  <a:lnTo>
                    <a:pt x="5787829" y="71711"/>
                  </a:lnTo>
                  <a:lnTo>
                    <a:pt x="5787937" y="71711"/>
                  </a:lnTo>
                  <a:lnTo>
                    <a:pt x="5787937" y="71088"/>
                  </a:lnTo>
                  <a:lnTo>
                    <a:pt x="5788046" y="71088"/>
                  </a:lnTo>
                  <a:lnTo>
                    <a:pt x="5788154" y="71088"/>
                  </a:lnTo>
                  <a:lnTo>
                    <a:pt x="5788263" y="71088"/>
                  </a:lnTo>
                  <a:lnTo>
                    <a:pt x="5788371" y="71088"/>
                  </a:lnTo>
                  <a:lnTo>
                    <a:pt x="5788480" y="71088"/>
                  </a:lnTo>
                  <a:lnTo>
                    <a:pt x="5788588" y="71088"/>
                  </a:lnTo>
                  <a:lnTo>
                    <a:pt x="5788696" y="71088"/>
                  </a:lnTo>
                  <a:lnTo>
                    <a:pt x="5788805" y="71088"/>
                  </a:lnTo>
                  <a:lnTo>
                    <a:pt x="5788913" y="71088"/>
                  </a:lnTo>
                  <a:lnTo>
                    <a:pt x="5789022" y="71088"/>
                  </a:lnTo>
                  <a:lnTo>
                    <a:pt x="5789130" y="71088"/>
                  </a:lnTo>
                  <a:lnTo>
                    <a:pt x="5789239" y="71088"/>
                  </a:lnTo>
                  <a:lnTo>
                    <a:pt x="5789347" y="71088"/>
                  </a:lnTo>
                  <a:lnTo>
                    <a:pt x="5789456" y="71088"/>
                  </a:lnTo>
                  <a:lnTo>
                    <a:pt x="5789564" y="71088"/>
                  </a:lnTo>
                  <a:lnTo>
                    <a:pt x="5789673" y="71088"/>
                  </a:lnTo>
                  <a:lnTo>
                    <a:pt x="5789781" y="71088"/>
                  </a:lnTo>
                  <a:lnTo>
                    <a:pt x="5789889" y="71088"/>
                  </a:lnTo>
                  <a:lnTo>
                    <a:pt x="5789998" y="71088"/>
                  </a:lnTo>
                  <a:lnTo>
                    <a:pt x="5790106" y="71088"/>
                  </a:lnTo>
                  <a:lnTo>
                    <a:pt x="5790215" y="71088"/>
                  </a:lnTo>
                  <a:lnTo>
                    <a:pt x="5790215" y="70464"/>
                  </a:lnTo>
                  <a:lnTo>
                    <a:pt x="5790215" y="69841"/>
                  </a:lnTo>
                  <a:lnTo>
                    <a:pt x="5790323" y="69841"/>
                  </a:lnTo>
                  <a:lnTo>
                    <a:pt x="5790432" y="69841"/>
                  </a:lnTo>
                  <a:lnTo>
                    <a:pt x="5790540" y="69841"/>
                  </a:lnTo>
                  <a:lnTo>
                    <a:pt x="5790649" y="69841"/>
                  </a:lnTo>
                  <a:lnTo>
                    <a:pt x="5790757" y="69841"/>
                  </a:lnTo>
                  <a:lnTo>
                    <a:pt x="5790865" y="69841"/>
                  </a:lnTo>
                  <a:lnTo>
                    <a:pt x="5790974" y="69841"/>
                  </a:lnTo>
                  <a:lnTo>
                    <a:pt x="5791082" y="69841"/>
                  </a:lnTo>
                  <a:lnTo>
                    <a:pt x="5791191" y="69841"/>
                  </a:lnTo>
                  <a:lnTo>
                    <a:pt x="5791299" y="69841"/>
                  </a:lnTo>
                  <a:lnTo>
                    <a:pt x="5791408" y="69841"/>
                  </a:lnTo>
                  <a:lnTo>
                    <a:pt x="5791516" y="69841"/>
                  </a:lnTo>
                  <a:lnTo>
                    <a:pt x="5791516" y="69217"/>
                  </a:lnTo>
                  <a:lnTo>
                    <a:pt x="5791625" y="69217"/>
                  </a:lnTo>
                  <a:lnTo>
                    <a:pt x="5791733" y="69217"/>
                  </a:lnTo>
                  <a:lnTo>
                    <a:pt x="5791733" y="68594"/>
                  </a:lnTo>
                  <a:lnTo>
                    <a:pt x="5791841" y="68594"/>
                  </a:lnTo>
                  <a:lnTo>
                    <a:pt x="5791950" y="68594"/>
                  </a:lnTo>
                  <a:lnTo>
                    <a:pt x="5792058" y="68594"/>
                  </a:lnTo>
                  <a:lnTo>
                    <a:pt x="5792167" y="68594"/>
                  </a:lnTo>
                  <a:lnTo>
                    <a:pt x="5792275" y="68594"/>
                  </a:lnTo>
                  <a:lnTo>
                    <a:pt x="5792384" y="68594"/>
                  </a:lnTo>
                  <a:lnTo>
                    <a:pt x="5792492" y="68594"/>
                  </a:lnTo>
                  <a:lnTo>
                    <a:pt x="5792601" y="68594"/>
                  </a:lnTo>
                  <a:lnTo>
                    <a:pt x="5792709" y="68594"/>
                  </a:lnTo>
                  <a:lnTo>
                    <a:pt x="5792817" y="68594"/>
                  </a:lnTo>
                  <a:lnTo>
                    <a:pt x="5792926" y="68594"/>
                  </a:lnTo>
                  <a:lnTo>
                    <a:pt x="5793034" y="68594"/>
                  </a:lnTo>
                  <a:lnTo>
                    <a:pt x="5793143" y="68594"/>
                  </a:lnTo>
                  <a:lnTo>
                    <a:pt x="5793251" y="68594"/>
                  </a:lnTo>
                  <a:lnTo>
                    <a:pt x="5793360" y="68594"/>
                  </a:lnTo>
                  <a:lnTo>
                    <a:pt x="5793468" y="68594"/>
                  </a:lnTo>
                  <a:lnTo>
                    <a:pt x="5793577" y="68594"/>
                  </a:lnTo>
                  <a:lnTo>
                    <a:pt x="5793685" y="68594"/>
                  </a:lnTo>
                  <a:lnTo>
                    <a:pt x="5793794" y="68594"/>
                  </a:lnTo>
                  <a:lnTo>
                    <a:pt x="5793902" y="68594"/>
                  </a:lnTo>
                  <a:lnTo>
                    <a:pt x="5794010" y="68594"/>
                  </a:lnTo>
                  <a:lnTo>
                    <a:pt x="5794119" y="68594"/>
                  </a:lnTo>
                  <a:lnTo>
                    <a:pt x="5794227" y="68594"/>
                  </a:lnTo>
                  <a:lnTo>
                    <a:pt x="5794336" y="68594"/>
                  </a:lnTo>
                  <a:lnTo>
                    <a:pt x="5794444" y="68594"/>
                  </a:lnTo>
                  <a:lnTo>
                    <a:pt x="5794553" y="68594"/>
                  </a:lnTo>
                  <a:lnTo>
                    <a:pt x="5794661" y="68594"/>
                  </a:lnTo>
                  <a:lnTo>
                    <a:pt x="5794770" y="68594"/>
                  </a:lnTo>
                  <a:lnTo>
                    <a:pt x="5794878" y="68594"/>
                  </a:lnTo>
                  <a:lnTo>
                    <a:pt x="5794986" y="68594"/>
                  </a:lnTo>
                  <a:lnTo>
                    <a:pt x="5795095" y="68594"/>
                  </a:lnTo>
                  <a:lnTo>
                    <a:pt x="5795203" y="68594"/>
                  </a:lnTo>
                  <a:lnTo>
                    <a:pt x="5795312" y="68594"/>
                  </a:lnTo>
                  <a:lnTo>
                    <a:pt x="5795420" y="68594"/>
                  </a:lnTo>
                  <a:lnTo>
                    <a:pt x="5795529" y="68594"/>
                  </a:lnTo>
                  <a:lnTo>
                    <a:pt x="5795637" y="68594"/>
                  </a:lnTo>
                  <a:lnTo>
                    <a:pt x="5795746" y="68594"/>
                  </a:lnTo>
                  <a:lnTo>
                    <a:pt x="5795854" y="68594"/>
                  </a:lnTo>
                  <a:lnTo>
                    <a:pt x="5795962" y="68594"/>
                  </a:lnTo>
                  <a:lnTo>
                    <a:pt x="5796071" y="68594"/>
                  </a:lnTo>
                  <a:lnTo>
                    <a:pt x="5796179" y="68594"/>
                  </a:lnTo>
                  <a:lnTo>
                    <a:pt x="5796288" y="68594"/>
                  </a:lnTo>
                  <a:lnTo>
                    <a:pt x="5796396" y="68594"/>
                  </a:lnTo>
                  <a:lnTo>
                    <a:pt x="5796505" y="68594"/>
                  </a:lnTo>
                  <a:lnTo>
                    <a:pt x="5796613" y="68594"/>
                  </a:lnTo>
                  <a:lnTo>
                    <a:pt x="5796722" y="68594"/>
                  </a:lnTo>
                  <a:lnTo>
                    <a:pt x="5796830" y="68594"/>
                  </a:lnTo>
                  <a:lnTo>
                    <a:pt x="5796938" y="68594"/>
                  </a:lnTo>
                  <a:lnTo>
                    <a:pt x="5797047" y="68594"/>
                  </a:lnTo>
                  <a:lnTo>
                    <a:pt x="5797155" y="68594"/>
                  </a:lnTo>
                  <a:lnTo>
                    <a:pt x="5797264" y="68594"/>
                  </a:lnTo>
                  <a:lnTo>
                    <a:pt x="5797372" y="68594"/>
                  </a:lnTo>
                  <a:lnTo>
                    <a:pt x="5797481" y="68594"/>
                  </a:lnTo>
                  <a:lnTo>
                    <a:pt x="5797589" y="68594"/>
                  </a:lnTo>
                  <a:lnTo>
                    <a:pt x="5797589" y="67970"/>
                  </a:lnTo>
                  <a:lnTo>
                    <a:pt x="5797698" y="67970"/>
                  </a:lnTo>
                  <a:lnTo>
                    <a:pt x="5797806" y="67970"/>
                  </a:lnTo>
                  <a:lnTo>
                    <a:pt x="5797915" y="67970"/>
                  </a:lnTo>
                  <a:lnTo>
                    <a:pt x="5798023" y="67970"/>
                  </a:lnTo>
                  <a:lnTo>
                    <a:pt x="5798131" y="67970"/>
                  </a:lnTo>
                  <a:lnTo>
                    <a:pt x="5798240" y="67970"/>
                  </a:lnTo>
                  <a:lnTo>
                    <a:pt x="5798348" y="67970"/>
                  </a:lnTo>
                  <a:lnTo>
                    <a:pt x="5798457" y="67970"/>
                  </a:lnTo>
                  <a:lnTo>
                    <a:pt x="5798565" y="67970"/>
                  </a:lnTo>
                  <a:lnTo>
                    <a:pt x="5798674" y="67970"/>
                  </a:lnTo>
                  <a:lnTo>
                    <a:pt x="5798782" y="67970"/>
                  </a:lnTo>
                  <a:lnTo>
                    <a:pt x="5798891" y="67970"/>
                  </a:lnTo>
                  <a:lnTo>
                    <a:pt x="5798999" y="67970"/>
                  </a:lnTo>
                  <a:lnTo>
                    <a:pt x="5799107" y="67970"/>
                  </a:lnTo>
                  <a:lnTo>
                    <a:pt x="5799216" y="67970"/>
                  </a:lnTo>
                  <a:lnTo>
                    <a:pt x="5799324" y="67970"/>
                  </a:lnTo>
                  <a:lnTo>
                    <a:pt x="5799433" y="67970"/>
                  </a:lnTo>
                  <a:lnTo>
                    <a:pt x="5799541" y="67970"/>
                  </a:lnTo>
                  <a:lnTo>
                    <a:pt x="5799650" y="67970"/>
                  </a:lnTo>
                  <a:lnTo>
                    <a:pt x="5799758" y="67970"/>
                  </a:lnTo>
                  <a:lnTo>
                    <a:pt x="5799867" y="67970"/>
                  </a:lnTo>
                  <a:lnTo>
                    <a:pt x="5799975" y="67970"/>
                  </a:lnTo>
                  <a:lnTo>
                    <a:pt x="5800083" y="67970"/>
                  </a:lnTo>
                  <a:lnTo>
                    <a:pt x="5800192" y="67970"/>
                  </a:lnTo>
                  <a:lnTo>
                    <a:pt x="5800300" y="67970"/>
                  </a:lnTo>
                  <a:lnTo>
                    <a:pt x="5800409" y="67970"/>
                  </a:lnTo>
                  <a:lnTo>
                    <a:pt x="5800517" y="67970"/>
                  </a:lnTo>
                  <a:lnTo>
                    <a:pt x="5800626" y="67970"/>
                  </a:lnTo>
                  <a:lnTo>
                    <a:pt x="5800734" y="67970"/>
                  </a:lnTo>
                  <a:lnTo>
                    <a:pt x="5800843" y="67970"/>
                  </a:lnTo>
                  <a:lnTo>
                    <a:pt x="5800951" y="67970"/>
                  </a:lnTo>
                  <a:lnTo>
                    <a:pt x="5801059" y="67970"/>
                  </a:lnTo>
                  <a:lnTo>
                    <a:pt x="5801168" y="67970"/>
                  </a:lnTo>
                  <a:lnTo>
                    <a:pt x="5801276" y="67970"/>
                  </a:lnTo>
                  <a:lnTo>
                    <a:pt x="5801385" y="67970"/>
                  </a:lnTo>
                  <a:lnTo>
                    <a:pt x="5801493" y="67970"/>
                  </a:lnTo>
                  <a:lnTo>
                    <a:pt x="5801602" y="67970"/>
                  </a:lnTo>
                  <a:lnTo>
                    <a:pt x="5801710" y="67970"/>
                  </a:lnTo>
                  <a:lnTo>
                    <a:pt x="5801819" y="67970"/>
                  </a:lnTo>
                  <a:lnTo>
                    <a:pt x="5801819" y="67346"/>
                  </a:lnTo>
                  <a:lnTo>
                    <a:pt x="5801927" y="67346"/>
                  </a:lnTo>
                  <a:lnTo>
                    <a:pt x="5802036" y="67346"/>
                  </a:lnTo>
                  <a:lnTo>
                    <a:pt x="5802144" y="67346"/>
                  </a:lnTo>
                  <a:lnTo>
                    <a:pt x="5802252" y="67346"/>
                  </a:lnTo>
                  <a:lnTo>
                    <a:pt x="5802361" y="67346"/>
                  </a:lnTo>
                  <a:lnTo>
                    <a:pt x="5802469" y="67346"/>
                  </a:lnTo>
                  <a:lnTo>
                    <a:pt x="5802578" y="67346"/>
                  </a:lnTo>
                  <a:lnTo>
                    <a:pt x="5802686" y="67346"/>
                  </a:lnTo>
                  <a:lnTo>
                    <a:pt x="5802795" y="67346"/>
                  </a:lnTo>
                  <a:lnTo>
                    <a:pt x="5802903" y="67346"/>
                  </a:lnTo>
                  <a:lnTo>
                    <a:pt x="5803012" y="67346"/>
                  </a:lnTo>
                  <a:lnTo>
                    <a:pt x="5803120" y="67346"/>
                  </a:lnTo>
                  <a:lnTo>
                    <a:pt x="5803228" y="67346"/>
                  </a:lnTo>
                  <a:lnTo>
                    <a:pt x="5803337" y="67346"/>
                  </a:lnTo>
                  <a:lnTo>
                    <a:pt x="5803445" y="67346"/>
                  </a:lnTo>
                  <a:lnTo>
                    <a:pt x="5803554" y="67346"/>
                  </a:lnTo>
                  <a:lnTo>
                    <a:pt x="5803662" y="67346"/>
                  </a:lnTo>
                  <a:lnTo>
                    <a:pt x="5803771" y="67346"/>
                  </a:lnTo>
                  <a:lnTo>
                    <a:pt x="5803879" y="67346"/>
                  </a:lnTo>
                  <a:lnTo>
                    <a:pt x="5803988" y="67346"/>
                  </a:lnTo>
                  <a:lnTo>
                    <a:pt x="5804096" y="67346"/>
                  </a:lnTo>
                  <a:lnTo>
                    <a:pt x="5804204" y="67346"/>
                  </a:lnTo>
                  <a:lnTo>
                    <a:pt x="5804313" y="67346"/>
                  </a:lnTo>
                  <a:lnTo>
                    <a:pt x="5804421" y="67346"/>
                  </a:lnTo>
                  <a:lnTo>
                    <a:pt x="5804530" y="67346"/>
                  </a:lnTo>
                  <a:lnTo>
                    <a:pt x="5804638" y="67346"/>
                  </a:lnTo>
                  <a:lnTo>
                    <a:pt x="5804747" y="67346"/>
                  </a:lnTo>
                  <a:lnTo>
                    <a:pt x="5804855" y="67346"/>
                  </a:lnTo>
                  <a:lnTo>
                    <a:pt x="5804964" y="67346"/>
                  </a:lnTo>
                  <a:lnTo>
                    <a:pt x="5805072" y="67346"/>
                  </a:lnTo>
                  <a:lnTo>
                    <a:pt x="5805180" y="67346"/>
                  </a:lnTo>
                  <a:lnTo>
                    <a:pt x="5805289" y="67346"/>
                  </a:lnTo>
                  <a:lnTo>
                    <a:pt x="5805397" y="67346"/>
                  </a:lnTo>
                  <a:lnTo>
                    <a:pt x="5805506" y="67346"/>
                  </a:lnTo>
                  <a:lnTo>
                    <a:pt x="5805614" y="67346"/>
                  </a:lnTo>
                  <a:lnTo>
                    <a:pt x="5805723" y="67346"/>
                  </a:lnTo>
                  <a:lnTo>
                    <a:pt x="5805831" y="67346"/>
                  </a:lnTo>
                  <a:lnTo>
                    <a:pt x="5805940" y="67346"/>
                  </a:lnTo>
                  <a:lnTo>
                    <a:pt x="5806048" y="67346"/>
                  </a:lnTo>
                  <a:lnTo>
                    <a:pt x="5806157" y="67346"/>
                  </a:lnTo>
                  <a:lnTo>
                    <a:pt x="5806265" y="67346"/>
                  </a:lnTo>
                  <a:lnTo>
                    <a:pt x="5806373" y="67346"/>
                  </a:lnTo>
                  <a:lnTo>
                    <a:pt x="5806482" y="67346"/>
                  </a:lnTo>
                  <a:lnTo>
                    <a:pt x="5806590" y="67346"/>
                  </a:lnTo>
                  <a:lnTo>
                    <a:pt x="5806699" y="67346"/>
                  </a:lnTo>
                  <a:lnTo>
                    <a:pt x="5806807" y="67346"/>
                  </a:lnTo>
                  <a:lnTo>
                    <a:pt x="5806916" y="67346"/>
                  </a:lnTo>
                  <a:lnTo>
                    <a:pt x="5807024" y="67346"/>
                  </a:lnTo>
                  <a:lnTo>
                    <a:pt x="5807133" y="67346"/>
                  </a:lnTo>
                  <a:lnTo>
                    <a:pt x="5807241" y="67346"/>
                  </a:lnTo>
                  <a:lnTo>
                    <a:pt x="5807349" y="67346"/>
                  </a:lnTo>
                  <a:lnTo>
                    <a:pt x="5807458" y="67346"/>
                  </a:lnTo>
                  <a:lnTo>
                    <a:pt x="5807566" y="67346"/>
                  </a:lnTo>
                  <a:lnTo>
                    <a:pt x="5807566" y="66723"/>
                  </a:lnTo>
                  <a:lnTo>
                    <a:pt x="5807675" y="66723"/>
                  </a:lnTo>
                  <a:lnTo>
                    <a:pt x="5807783" y="66723"/>
                  </a:lnTo>
                  <a:lnTo>
                    <a:pt x="5807892" y="66723"/>
                  </a:lnTo>
                  <a:lnTo>
                    <a:pt x="5807892" y="66099"/>
                  </a:lnTo>
                  <a:lnTo>
                    <a:pt x="5808000" y="66099"/>
                  </a:lnTo>
                  <a:lnTo>
                    <a:pt x="5808109" y="66099"/>
                  </a:lnTo>
                  <a:lnTo>
                    <a:pt x="5808217" y="66099"/>
                  </a:lnTo>
                  <a:lnTo>
                    <a:pt x="5808325" y="66099"/>
                  </a:lnTo>
                  <a:lnTo>
                    <a:pt x="5808434" y="66099"/>
                  </a:lnTo>
                  <a:lnTo>
                    <a:pt x="5808434" y="65476"/>
                  </a:lnTo>
                  <a:lnTo>
                    <a:pt x="5808542" y="65476"/>
                  </a:lnTo>
                  <a:lnTo>
                    <a:pt x="5808651" y="65476"/>
                  </a:lnTo>
                  <a:lnTo>
                    <a:pt x="5808759" y="65476"/>
                  </a:lnTo>
                  <a:lnTo>
                    <a:pt x="5808868" y="65476"/>
                  </a:lnTo>
                  <a:lnTo>
                    <a:pt x="5808976" y="65476"/>
                  </a:lnTo>
                  <a:lnTo>
                    <a:pt x="5808976" y="64852"/>
                  </a:lnTo>
                  <a:lnTo>
                    <a:pt x="5809085" y="64852"/>
                  </a:lnTo>
                  <a:lnTo>
                    <a:pt x="5809193" y="64852"/>
                  </a:lnTo>
                  <a:lnTo>
                    <a:pt x="5809301" y="64852"/>
                  </a:lnTo>
                  <a:lnTo>
                    <a:pt x="5809410" y="64852"/>
                  </a:lnTo>
                  <a:lnTo>
                    <a:pt x="5809518" y="64852"/>
                  </a:lnTo>
                  <a:lnTo>
                    <a:pt x="5809627" y="64852"/>
                  </a:lnTo>
                  <a:lnTo>
                    <a:pt x="5809735" y="64852"/>
                  </a:lnTo>
                  <a:lnTo>
                    <a:pt x="5809844" y="64852"/>
                  </a:lnTo>
                  <a:lnTo>
                    <a:pt x="5809952" y="64852"/>
                  </a:lnTo>
                  <a:lnTo>
                    <a:pt x="5810061" y="64852"/>
                  </a:lnTo>
                  <a:lnTo>
                    <a:pt x="5810169" y="64852"/>
                  </a:lnTo>
                  <a:lnTo>
                    <a:pt x="5810277" y="64852"/>
                  </a:lnTo>
                  <a:lnTo>
                    <a:pt x="5810277" y="64228"/>
                  </a:lnTo>
                  <a:lnTo>
                    <a:pt x="5810277" y="63605"/>
                  </a:lnTo>
                  <a:lnTo>
                    <a:pt x="5810386" y="63605"/>
                  </a:lnTo>
                  <a:lnTo>
                    <a:pt x="5810494" y="63605"/>
                  </a:lnTo>
                  <a:lnTo>
                    <a:pt x="5810603" y="63605"/>
                  </a:lnTo>
                  <a:lnTo>
                    <a:pt x="5810711" y="63605"/>
                  </a:lnTo>
                  <a:lnTo>
                    <a:pt x="5810820" y="63605"/>
                  </a:lnTo>
                  <a:lnTo>
                    <a:pt x="5810928" y="63605"/>
                  </a:lnTo>
                  <a:lnTo>
                    <a:pt x="5811037" y="63605"/>
                  </a:lnTo>
                  <a:lnTo>
                    <a:pt x="5811145" y="63605"/>
                  </a:lnTo>
                  <a:lnTo>
                    <a:pt x="5811254" y="63605"/>
                  </a:lnTo>
                  <a:lnTo>
                    <a:pt x="5811362" y="63605"/>
                  </a:lnTo>
                  <a:lnTo>
                    <a:pt x="5811470" y="63605"/>
                  </a:lnTo>
                  <a:lnTo>
                    <a:pt x="5811579" y="63605"/>
                  </a:lnTo>
                  <a:lnTo>
                    <a:pt x="5811687" y="63605"/>
                  </a:lnTo>
                  <a:lnTo>
                    <a:pt x="5811687" y="62981"/>
                  </a:lnTo>
                  <a:lnTo>
                    <a:pt x="5811796" y="62981"/>
                  </a:lnTo>
                  <a:lnTo>
                    <a:pt x="5811904" y="62981"/>
                  </a:lnTo>
                  <a:lnTo>
                    <a:pt x="5812013" y="62981"/>
                  </a:lnTo>
                  <a:lnTo>
                    <a:pt x="5812121" y="62981"/>
                  </a:lnTo>
                  <a:lnTo>
                    <a:pt x="5812230" y="62981"/>
                  </a:lnTo>
                  <a:lnTo>
                    <a:pt x="5812338" y="62981"/>
                  </a:lnTo>
                  <a:lnTo>
                    <a:pt x="5812446" y="62981"/>
                  </a:lnTo>
                  <a:lnTo>
                    <a:pt x="5812555" y="62981"/>
                  </a:lnTo>
                  <a:lnTo>
                    <a:pt x="5812663" y="62981"/>
                  </a:lnTo>
                  <a:lnTo>
                    <a:pt x="5812772" y="62981"/>
                  </a:lnTo>
                  <a:lnTo>
                    <a:pt x="5812880" y="62981"/>
                  </a:lnTo>
                  <a:lnTo>
                    <a:pt x="5812989" y="62981"/>
                  </a:lnTo>
                  <a:lnTo>
                    <a:pt x="5813097" y="62981"/>
                  </a:lnTo>
                  <a:lnTo>
                    <a:pt x="5813206" y="62981"/>
                  </a:lnTo>
                  <a:lnTo>
                    <a:pt x="5813314" y="62981"/>
                  </a:lnTo>
                  <a:lnTo>
                    <a:pt x="5813422" y="62981"/>
                  </a:lnTo>
                  <a:lnTo>
                    <a:pt x="5813422" y="62358"/>
                  </a:lnTo>
                  <a:lnTo>
                    <a:pt x="5813531" y="62358"/>
                  </a:lnTo>
                  <a:lnTo>
                    <a:pt x="5813639" y="62358"/>
                  </a:lnTo>
                  <a:lnTo>
                    <a:pt x="5813748" y="62358"/>
                  </a:lnTo>
                  <a:lnTo>
                    <a:pt x="5813856" y="62358"/>
                  </a:lnTo>
                  <a:lnTo>
                    <a:pt x="5813965" y="62358"/>
                  </a:lnTo>
                  <a:lnTo>
                    <a:pt x="5814073" y="62358"/>
                  </a:lnTo>
                  <a:lnTo>
                    <a:pt x="5814182" y="62358"/>
                  </a:lnTo>
                  <a:lnTo>
                    <a:pt x="5814290" y="62358"/>
                  </a:lnTo>
                  <a:lnTo>
                    <a:pt x="5814398" y="62358"/>
                  </a:lnTo>
                  <a:lnTo>
                    <a:pt x="5814507" y="62358"/>
                  </a:lnTo>
                  <a:lnTo>
                    <a:pt x="5814615" y="62358"/>
                  </a:lnTo>
                  <a:lnTo>
                    <a:pt x="5814724" y="62358"/>
                  </a:lnTo>
                  <a:lnTo>
                    <a:pt x="5814832" y="62358"/>
                  </a:lnTo>
                  <a:lnTo>
                    <a:pt x="5814941" y="62358"/>
                  </a:lnTo>
                  <a:lnTo>
                    <a:pt x="5815049" y="62358"/>
                  </a:lnTo>
                  <a:lnTo>
                    <a:pt x="5815158" y="62358"/>
                  </a:lnTo>
                  <a:lnTo>
                    <a:pt x="5815266" y="62358"/>
                  </a:lnTo>
                  <a:lnTo>
                    <a:pt x="5815375" y="62358"/>
                  </a:lnTo>
                  <a:lnTo>
                    <a:pt x="5815483" y="62358"/>
                  </a:lnTo>
                  <a:lnTo>
                    <a:pt x="5815591" y="62358"/>
                  </a:lnTo>
                  <a:lnTo>
                    <a:pt x="5815700" y="62358"/>
                  </a:lnTo>
                  <a:lnTo>
                    <a:pt x="5815808" y="62358"/>
                  </a:lnTo>
                  <a:lnTo>
                    <a:pt x="5815917" y="62358"/>
                  </a:lnTo>
                  <a:lnTo>
                    <a:pt x="5816025" y="62358"/>
                  </a:lnTo>
                  <a:lnTo>
                    <a:pt x="5816134" y="62358"/>
                  </a:lnTo>
                  <a:lnTo>
                    <a:pt x="5816242" y="62358"/>
                  </a:lnTo>
                  <a:lnTo>
                    <a:pt x="5816351" y="62358"/>
                  </a:lnTo>
                  <a:lnTo>
                    <a:pt x="5816459" y="62358"/>
                  </a:lnTo>
                  <a:lnTo>
                    <a:pt x="5816567" y="62358"/>
                  </a:lnTo>
                  <a:lnTo>
                    <a:pt x="5816676" y="62358"/>
                  </a:lnTo>
                  <a:lnTo>
                    <a:pt x="5816784" y="62358"/>
                  </a:lnTo>
                  <a:lnTo>
                    <a:pt x="5816893" y="62358"/>
                  </a:lnTo>
                  <a:lnTo>
                    <a:pt x="5817001" y="62358"/>
                  </a:lnTo>
                  <a:lnTo>
                    <a:pt x="5817110" y="62358"/>
                  </a:lnTo>
                  <a:lnTo>
                    <a:pt x="5817218" y="62358"/>
                  </a:lnTo>
                  <a:lnTo>
                    <a:pt x="5817327" y="62358"/>
                  </a:lnTo>
                  <a:lnTo>
                    <a:pt x="5817435" y="62358"/>
                  </a:lnTo>
                  <a:lnTo>
                    <a:pt x="5817543" y="62358"/>
                  </a:lnTo>
                  <a:lnTo>
                    <a:pt x="5817652" y="62358"/>
                  </a:lnTo>
                  <a:lnTo>
                    <a:pt x="5817760" y="62358"/>
                  </a:lnTo>
                  <a:lnTo>
                    <a:pt x="5817869" y="62358"/>
                  </a:lnTo>
                  <a:lnTo>
                    <a:pt x="5817977" y="62358"/>
                  </a:lnTo>
                  <a:lnTo>
                    <a:pt x="5818086" y="62358"/>
                  </a:lnTo>
                  <a:lnTo>
                    <a:pt x="5818194" y="62358"/>
                  </a:lnTo>
                  <a:lnTo>
                    <a:pt x="5818303" y="62358"/>
                  </a:lnTo>
                  <a:lnTo>
                    <a:pt x="5818411" y="62358"/>
                  </a:lnTo>
                  <a:lnTo>
                    <a:pt x="5818519" y="62358"/>
                  </a:lnTo>
                  <a:lnTo>
                    <a:pt x="5818628" y="62358"/>
                  </a:lnTo>
                  <a:lnTo>
                    <a:pt x="5818736" y="62358"/>
                  </a:lnTo>
                  <a:lnTo>
                    <a:pt x="5818845" y="62358"/>
                  </a:lnTo>
                  <a:lnTo>
                    <a:pt x="5818953" y="62358"/>
                  </a:lnTo>
                  <a:lnTo>
                    <a:pt x="5819062" y="62358"/>
                  </a:lnTo>
                  <a:lnTo>
                    <a:pt x="5819170" y="62358"/>
                  </a:lnTo>
                  <a:lnTo>
                    <a:pt x="5819279" y="62358"/>
                  </a:lnTo>
                  <a:lnTo>
                    <a:pt x="5819387" y="62358"/>
                  </a:lnTo>
                  <a:lnTo>
                    <a:pt x="5819496" y="62358"/>
                  </a:lnTo>
                  <a:lnTo>
                    <a:pt x="5819604" y="62358"/>
                  </a:lnTo>
                  <a:lnTo>
                    <a:pt x="5819712" y="62358"/>
                  </a:lnTo>
                  <a:lnTo>
                    <a:pt x="5819821" y="62358"/>
                  </a:lnTo>
                  <a:lnTo>
                    <a:pt x="5819929" y="62358"/>
                  </a:lnTo>
                  <a:lnTo>
                    <a:pt x="5820038" y="62358"/>
                  </a:lnTo>
                  <a:lnTo>
                    <a:pt x="5820146" y="62358"/>
                  </a:lnTo>
                  <a:lnTo>
                    <a:pt x="5820255" y="62358"/>
                  </a:lnTo>
                  <a:lnTo>
                    <a:pt x="5820363" y="62358"/>
                  </a:lnTo>
                  <a:lnTo>
                    <a:pt x="5820363" y="61734"/>
                  </a:lnTo>
                  <a:lnTo>
                    <a:pt x="5820472" y="61734"/>
                  </a:lnTo>
                  <a:lnTo>
                    <a:pt x="5820580" y="61734"/>
                  </a:lnTo>
                  <a:lnTo>
                    <a:pt x="5820688" y="61734"/>
                  </a:lnTo>
                  <a:lnTo>
                    <a:pt x="5820797" y="61734"/>
                  </a:lnTo>
                  <a:lnTo>
                    <a:pt x="5820797" y="61111"/>
                  </a:lnTo>
                  <a:lnTo>
                    <a:pt x="5820905" y="61111"/>
                  </a:lnTo>
                  <a:lnTo>
                    <a:pt x="5821014" y="61111"/>
                  </a:lnTo>
                  <a:lnTo>
                    <a:pt x="5821122" y="61111"/>
                  </a:lnTo>
                  <a:lnTo>
                    <a:pt x="5821231" y="61111"/>
                  </a:lnTo>
                  <a:lnTo>
                    <a:pt x="5821339" y="61111"/>
                  </a:lnTo>
                  <a:lnTo>
                    <a:pt x="5821448" y="61111"/>
                  </a:lnTo>
                  <a:lnTo>
                    <a:pt x="5821556" y="61111"/>
                  </a:lnTo>
                  <a:lnTo>
                    <a:pt x="5821664" y="61111"/>
                  </a:lnTo>
                  <a:lnTo>
                    <a:pt x="5821773" y="61111"/>
                  </a:lnTo>
                  <a:lnTo>
                    <a:pt x="5821881" y="61111"/>
                  </a:lnTo>
                  <a:lnTo>
                    <a:pt x="5821990" y="61111"/>
                  </a:lnTo>
                  <a:lnTo>
                    <a:pt x="5822098" y="61111"/>
                  </a:lnTo>
                  <a:lnTo>
                    <a:pt x="5822207" y="61111"/>
                  </a:lnTo>
                  <a:lnTo>
                    <a:pt x="5822315" y="61111"/>
                  </a:lnTo>
                  <a:lnTo>
                    <a:pt x="5822424" y="61111"/>
                  </a:lnTo>
                  <a:lnTo>
                    <a:pt x="5822532" y="61111"/>
                  </a:lnTo>
                  <a:lnTo>
                    <a:pt x="5822640" y="61111"/>
                  </a:lnTo>
                  <a:lnTo>
                    <a:pt x="5822749" y="61111"/>
                  </a:lnTo>
                  <a:lnTo>
                    <a:pt x="5822857" y="61111"/>
                  </a:lnTo>
                  <a:lnTo>
                    <a:pt x="5822857" y="60487"/>
                  </a:lnTo>
                  <a:lnTo>
                    <a:pt x="5822966" y="60487"/>
                  </a:lnTo>
                  <a:lnTo>
                    <a:pt x="5823074" y="60487"/>
                  </a:lnTo>
                  <a:lnTo>
                    <a:pt x="5823183" y="60487"/>
                  </a:lnTo>
                  <a:lnTo>
                    <a:pt x="5823291" y="60487"/>
                  </a:lnTo>
                  <a:lnTo>
                    <a:pt x="5823400" y="60487"/>
                  </a:lnTo>
                  <a:lnTo>
                    <a:pt x="5823508" y="60487"/>
                  </a:lnTo>
                  <a:lnTo>
                    <a:pt x="5823617" y="60487"/>
                  </a:lnTo>
                  <a:lnTo>
                    <a:pt x="5823725" y="60487"/>
                  </a:lnTo>
                  <a:lnTo>
                    <a:pt x="5823833" y="60487"/>
                  </a:lnTo>
                  <a:lnTo>
                    <a:pt x="5823942" y="60487"/>
                  </a:lnTo>
                  <a:lnTo>
                    <a:pt x="5824050" y="60487"/>
                  </a:lnTo>
                  <a:lnTo>
                    <a:pt x="5824159" y="60487"/>
                  </a:lnTo>
                  <a:lnTo>
                    <a:pt x="5824267" y="60487"/>
                  </a:lnTo>
                  <a:lnTo>
                    <a:pt x="5824376" y="60487"/>
                  </a:lnTo>
                  <a:lnTo>
                    <a:pt x="5824376" y="59863"/>
                  </a:lnTo>
                  <a:lnTo>
                    <a:pt x="5824484" y="59863"/>
                  </a:lnTo>
                  <a:lnTo>
                    <a:pt x="5824593" y="59863"/>
                  </a:lnTo>
                  <a:lnTo>
                    <a:pt x="5824701" y="59863"/>
                  </a:lnTo>
                  <a:lnTo>
                    <a:pt x="5824809" y="59863"/>
                  </a:lnTo>
                  <a:lnTo>
                    <a:pt x="5824918" y="59863"/>
                  </a:lnTo>
                  <a:lnTo>
                    <a:pt x="5824918" y="59240"/>
                  </a:lnTo>
                  <a:lnTo>
                    <a:pt x="5825026" y="59240"/>
                  </a:lnTo>
                  <a:lnTo>
                    <a:pt x="5825135" y="59240"/>
                  </a:lnTo>
                  <a:lnTo>
                    <a:pt x="5825243" y="59240"/>
                  </a:lnTo>
                  <a:lnTo>
                    <a:pt x="5825352" y="59240"/>
                  </a:lnTo>
                  <a:lnTo>
                    <a:pt x="5825460" y="59240"/>
                  </a:lnTo>
                  <a:lnTo>
                    <a:pt x="5825569" y="59240"/>
                  </a:lnTo>
                  <a:lnTo>
                    <a:pt x="5825677" y="59240"/>
                  </a:lnTo>
                  <a:lnTo>
                    <a:pt x="5825785" y="59240"/>
                  </a:lnTo>
                  <a:lnTo>
                    <a:pt x="5825894" y="59240"/>
                  </a:lnTo>
                  <a:lnTo>
                    <a:pt x="5826002" y="59240"/>
                  </a:lnTo>
                  <a:lnTo>
                    <a:pt x="5826111" y="59240"/>
                  </a:lnTo>
                  <a:lnTo>
                    <a:pt x="5826219" y="59240"/>
                  </a:lnTo>
                  <a:lnTo>
                    <a:pt x="5826328" y="59240"/>
                  </a:lnTo>
                  <a:lnTo>
                    <a:pt x="5826436" y="59240"/>
                  </a:lnTo>
                  <a:lnTo>
                    <a:pt x="5826545" y="59240"/>
                  </a:lnTo>
                  <a:lnTo>
                    <a:pt x="5826653" y="59240"/>
                  </a:lnTo>
                  <a:lnTo>
                    <a:pt x="5826761" y="59240"/>
                  </a:lnTo>
                  <a:lnTo>
                    <a:pt x="5826870" y="59240"/>
                  </a:lnTo>
                  <a:lnTo>
                    <a:pt x="5826978" y="59240"/>
                  </a:lnTo>
                  <a:lnTo>
                    <a:pt x="5827087" y="59240"/>
                  </a:lnTo>
                  <a:lnTo>
                    <a:pt x="5827195" y="59240"/>
                  </a:lnTo>
                  <a:lnTo>
                    <a:pt x="5827304" y="59240"/>
                  </a:lnTo>
                  <a:lnTo>
                    <a:pt x="5827412" y="59240"/>
                  </a:lnTo>
                  <a:lnTo>
                    <a:pt x="5827521" y="59240"/>
                  </a:lnTo>
                  <a:lnTo>
                    <a:pt x="5827629" y="59240"/>
                  </a:lnTo>
                  <a:lnTo>
                    <a:pt x="5827738" y="59240"/>
                  </a:lnTo>
                  <a:lnTo>
                    <a:pt x="5827738" y="58616"/>
                  </a:lnTo>
                  <a:lnTo>
                    <a:pt x="5827846" y="58616"/>
                  </a:lnTo>
                  <a:lnTo>
                    <a:pt x="5827954" y="58616"/>
                  </a:lnTo>
                  <a:lnTo>
                    <a:pt x="5828063" y="58616"/>
                  </a:lnTo>
                  <a:lnTo>
                    <a:pt x="5828171" y="58616"/>
                  </a:lnTo>
                  <a:lnTo>
                    <a:pt x="5828280" y="58616"/>
                  </a:lnTo>
                  <a:lnTo>
                    <a:pt x="5828388" y="58616"/>
                  </a:lnTo>
                  <a:lnTo>
                    <a:pt x="5828497" y="58616"/>
                  </a:lnTo>
                  <a:lnTo>
                    <a:pt x="5828605" y="58616"/>
                  </a:lnTo>
                  <a:lnTo>
                    <a:pt x="5828714" y="58616"/>
                  </a:lnTo>
                  <a:lnTo>
                    <a:pt x="5828822" y="58616"/>
                  </a:lnTo>
                  <a:lnTo>
                    <a:pt x="5828930" y="58616"/>
                  </a:lnTo>
                  <a:lnTo>
                    <a:pt x="5829039" y="58616"/>
                  </a:lnTo>
                  <a:lnTo>
                    <a:pt x="5829147" y="58616"/>
                  </a:lnTo>
                  <a:lnTo>
                    <a:pt x="5829256" y="58616"/>
                  </a:lnTo>
                  <a:lnTo>
                    <a:pt x="5829364" y="58616"/>
                  </a:lnTo>
                  <a:lnTo>
                    <a:pt x="5829473" y="58616"/>
                  </a:lnTo>
                  <a:lnTo>
                    <a:pt x="5829581" y="58616"/>
                  </a:lnTo>
                  <a:lnTo>
                    <a:pt x="5829690" y="58616"/>
                  </a:lnTo>
                  <a:lnTo>
                    <a:pt x="5829798" y="58616"/>
                  </a:lnTo>
                  <a:lnTo>
                    <a:pt x="5829906" y="58616"/>
                  </a:lnTo>
                  <a:lnTo>
                    <a:pt x="5830015" y="58616"/>
                  </a:lnTo>
                  <a:lnTo>
                    <a:pt x="5830123" y="58616"/>
                  </a:lnTo>
                  <a:lnTo>
                    <a:pt x="5830232" y="58616"/>
                  </a:lnTo>
                  <a:lnTo>
                    <a:pt x="5830340" y="58616"/>
                  </a:lnTo>
                  <a:lnTo>
                    <a:pt x="5830449" y="58616"/>
                  </a:lnTo>
                  <a:lnTo>
                    <a:pt x="5830449" y="57993"/>
                  </a:lnTo>
                  <a:lnTo>
                    <a:pt x="5830557" y="57993"/>
                  </a:lnTo>
                  <a:lnTo>
                    <a:pt x="5830666" y="57993"/>
                  </a:lnTo>
                  <a:lnTo>
                    <a:pt x="5830774" y="57993"/>
                  </a:lnTo>
                  <a:lnTo>
                    <a:pt x="5830882" y="57993"/>
                  </a:lnTo>
                  <a:lnTo>
                    <a:pt x="5830991" y="57993"/>
                  </a:lnTo>
                  <a:lnTo>
                    <a:pt x="5831099" y="57993"/>
                  </a:lnTo>
                  <a:lnTo>
                    <a:pt x="5831208" y="57993"/>
                  </a:lnTo>
                  <a:lnTo>
                    <a:pt x="5831316" y="57993"/>
                  </a:lnTo>
                  <a:lnTo>
                    <a:pt x="5831425" y="57993"/>
                  </a:lnTo>
                  <a:lnTo>
                    <a:pt x="5831533" y="57993"/>
                  </a:lnTo>
                  <a:lnTo>
                    <a:pt x="5831642" y="57993"/>
                  </a:lnTo>
                  <a:lnTo>
                    <a:pt x="5831750" y="57993"/>
                  </a:lnTo>
                  <a:lnTo>
                    <a:pt x="5831858" y="57993"/>
                  </a:lnTo>
                  <a:lnTo>
                    <a:pt x="5831967" y="57993"/>
                  </a:lnTo>
                  <a:lnTo>
                    <a:pt x="5832075" y="57993"/>
                  </a:lnTo>
                  <a:lnTo>
                    <a:pt x="5832184" y="57993"/>
                  </a:lnTo>
                  <a:lnTo>
                    <a:pt x="5832292" y="57993"/>
                  </a:lnTo>
                  <a:lnTo>
                    <a:pt x="5832401" y="57993"/>
                  </a:lnTo>
                  <a:lnTo>
                    <a:pt x="5832509" y="57993"/>
                  </a:lnTo>
                  <a:lnTo>
                    <a:pt x="5832618" y="57993"/>
                  </a:lnTo>
                  <a:lnTo>
                    <a:pt x="5832726" y="57993"/>
                  </a:lnTo>
                  <a:lnTo>
                    <a:pt x="5832835" y="57993"/>
                  </a:lnTo>
                  <a:lnTo>
                    <a:pt x="5832943" y="57993"/>
                  </a:lnTo>
                  <a:lnTo>
                    <a:pt x="5833051" y="57993"/>
                  </a:lnTo>
                  <a:lnTo>
                    <a:pt x="5833160" y="57993"/>
                  </a:lnTo>
                  <a:lnTo>
                    <a:pt x="5833268" y="57993"/>
                  </a:lnTo>
                  <a:lnTo>
                    <a:pt x="5833377" y="57993"/>
                  </a:lnTo>
                  <a:lnTo>
                    <a:pt x="5833485" y="57993"/>
                  </a:lnTo>
                  <a:lnTo>
                    <a:pt x="5833594" y="57993"/>
                  </a:lnTo>
                  <a:lnTo>
                    <a:pt x="5833702" y="57993"/>
                  </a:lnTo>
                  <a:lnTo>
                    <a:pt x="5833811" y="57993"/>
                  </a:lnTo>
                  <a:lnTo>
                    <a:pt x="5833919" y="57993"/>
                  </a:lnTo>
                  <a:lnTo>
                    <a:pt x="5834027" y="57993"/>
                  </a:lnTo>
                  <a:lnTo>
                    <a:pt x="5834136" y="57993"/>
                  </a:lnTo>
                  <a:lnTo>
                    <a:pt x="5834244" y="57993"/>
                  </a:lnTo>
                  <a:lnTo>
                    <a:pt x="5834353" y="57993"/>
                  </a:lnTo>
                  <a:lnTo>
                    <a:pt x="5834461" y="57993"/>
                  </a:lnTo>
                  <a:lnTo>
                    <a:pt x="5834570" y="57993"/>
                  </a:lnTo>
                  <a:lnTo>
                    <a:pt x="5834678" y="57993"/>
                  </a:lnTo>
                  <a:lnTo>
                    <a:pt x="5834787" y="57993"/>
                  </a:lnTo>
                  <a:lnTo>
                    <a:pt x="5834895" y="57993"/>
                  </a:lnTo>
                  <a:lnTo>
                    <a:pt x="5835003" y="57993"/>
                  </a:lnTo>
                  <a:lnTo>
                    <a:pt x="5835112" y="57993"/>
                  </a:lnTo>
                  <a:lnTo>
                    <a:pt x="5835220" y="57993"/>
                  </a:lnTo>
                  <a:lnTo>
                    <a:pt x="5835329" y="57993"/>
                  </a:lnTo>
                  <a:lnTo>
                    <a:pt x="5835437" y="57993"/>
                  </a:lnTo>
                  <a:lnTo>
                    <a:pt x="5835546" y="57993"/>
                  </a:lnTo>
                  <a:lnTo>
                    <a:pt x="5835654" y="57993"/>
                  </a:lnTo>
                  <a:lnTo>
                    <a:pt x="5835763" y="57993"/>
                  </a:lnTo>
                  <a:lnTo>
                    <a:pt x="5835871" y="57993"/>
                  </a:lnTo>
                  <a:lnTo>
                    <a:pt x="5835979" y="57993"/>
                  </a:lnTo>
                  <a:lnTo>
                    <a:pt x="5836088" y="57993"/>
                  </a:lnTo>
                  <a:lnTo>
                    <a:pt x="5836196" y="57993"/>
                  </a:lnTo>
                  <a:lnTo>
                    <a:pt x="5836305" y="57993"/>
                  </a:lnTo>
                  <a:lnTo>
                    <a:pt x="5836413" y="57993"/>
                  </a:lnTo>
                  <a:lnTo>
                    <a:pt x="5836522" y="57993"/>
                  </a:lnTo>
                  <a:lnTo>
                    <a:pt x="5836630" y="57993"/>
                  </a:lnTo>
                  <a:lnTo>
                    <a:pt x="5836739" y="57993"/>
                  </a:lnTo>
                  <a:lnTo>
                    <a:pt x="5836847" y="57993"/>
                  </a:lnTo>
                  <a:lnTo>
                    <a:pt x="5836956" y="57993"/>
                  </a:lnTo>
                  <a:lnTo>
                    <a:pt x="5837064" y="57993"/>
                  </a:lnTo>
                  <a:lnTo>
                    <a:pt x="5837172" y="57993"/>
                  </a:lnTo>
                  <a:lnTo>
                    <a:pt x="5837281" y="57993"/>
                  </a:lnTo>
                  <a:lnTo>
                    <a:pt x="5837389" y="57993"/>
                  </a:lnTo>
                  <a:lnTo>
                    <a:pt x="5837498" y="57993"/>
                  </a:lnTo>
                  <a:lnTo>
                    <a:pt x="5837606" y="57993"/>
                  </a:lnTo>
                  <a:lnTo>
                    <a:pt x="5837715" y="57993"/>
                  </a:lnTo>
                  <a:lnTo>
                    <a:pt x="5837823" y="57993"/>
                  </a:lnTo>
                  <a:lnTo>
                    <a:pt x="5837932" y="57993"/>
                  </a:lnTo>
                  <a:lnTo>
                    <a:pt x="5838040" y="57993"/>
                  </a:lnTo>
                  <a:lnTo>
                    <a:pt x="5838148" y="57993"/>
                  </a:lnTo>
                  <a:lnTo>
                    <a:pt x="5838257" y="57993"/>
                  </a:lnTo>
                  <a:lnTo>
                    <a:pt x="5838365" y="57993"/>
                  </a:lnTo>
                  <a:lnTo>
                    <a:pt x="5838474" y="57993"/>
                  </a:lnTo>
                  <a:lnTo>
                    <a:pt x="5838582" y="57993"/>
                  </a:lnTo>
                  <a:lnTo>
                    <a:pt x="5838691" y="57993"/>
                  </a:lnTo>
                  <a:lnTo>
                    <a:pt x="5838799" y="57993"/>
                  </a:lnTo>
                  <a:lnTo>
                    <a:pt x="5838799" y="57369"/>
                  </a:lnTo>
                  <a:lnTo>
                    <a:pt x="5838908" y="57369"/>
                  </a:lnTo>
                  <a:lnTo>
                    <a:pt x="5839016" y="57369"/>
                  </a:lnTo>
                  <a:lnTo>
                    <a:pt x="5839124" y="57369"/>
                  </a:lnTo>
                  <a:lnTo>
                    <a:pt x="5839233" y="57369"/>
                  </a:lnTo>
                  <a:lnTo>
                    <a:pt x="5839341" y="57369"/>
                  </a:lnTo>
                  <a:lnTo>
                    <a:pt x="5839450" y="57369"/>
                  </a:lnTo>
                  <a:lnTo>
                    <a:pt x="5839558" y="57369"/>
                  </a:lnTo>
                  <a:lnTo>
                    <a:pt x="5839667" y="57369"/>
                  </a:lnTo>
                  <a:lnTo>
                    <a:pt x="5839775" y="57369"/>
                  </a:lnTo>
                  <a:lnTo>
                    <a:pt x="5839884" y="57369"/>
                  </a:lnTo>
                  <a:lnTo>
                    <a:pt x="5839992" y="57369"/>
                  </a:lnTo>
                  <a:lnTo>
                    <a:pt x="5840100" y="57369"/>
                  </a:lnTo>
                  <a:lnTo>
                    <a:pt x="5840209" y="57369"/>
                  </a:lnTo>
                  <a:lnTo>
                    <a:pt x="5840317" y="57369"/>
                  </a:lnTo>
                  <a:lnTo>
                    <a:pt x="5840426" y="57369"/>
                  </a:lnTo>
                  <a:lnTo>
                    <a:pt x="5840534" y="57369"/>
                  </a:lnTo>
                  <a:lnTo>
                    <a:pt x="5840643" y="57369"/>
                  </a:lnTo>
                  <a:lnTo>
                    <a:pt x="5840751" y="57369"/>
                  </a:lnTo>
                  <a:lnTo>
                    <a:pt x="5840860" y="57369"/>
                  </a:lnTo>
                  <a:lnTo>
                    <a:pt x="5840968" y="57369"/>
                  </a:lnTo>
                  <a:lnTo>
                    <a:pt x="5841077" y="57369"/>
                  </a:lnTo>
                  <a:lnTo>
                    <a:pt x="5841185" y="57369"/>
                  </a:lnTo>
                  <a:lnTo>
                    <a:pt x="5841293" y="57369"/>
                  </a:lnTo>
                  <a:lnTo>
                    <a:pt x="5841293" y="56745"/>
                  </a:lnTo>
                  <a:lnTo>
                    <a:pt x="5841293" y="56122"/>
                  </a:lnTo>
                  <a:lnTo>
                    <a:pt x="5841402" y="56122"/>
                  </a:lnTo>
                  <a:lnTo>
                    <a:pt x="5841510" y="56122"/>
                  </a:lnTo>
                  <a:lnTo>
                    <a:pt x="5841619" y="56122"/>
                  </a:lnTo>
                  <a:lnTo>
                    <a:pt x="5841727" y="56122"/>
                  </a:lnTo>
                  <a:lnTo>
                    <a:pt x="5841836" y="56122"/>
                  </a:lnTo>
                  <a:lnTo>
                    <a:pt x="5841944" y="56122"/>
                  </a:lnTo>
                  <a:lnTo>
                    <a:pt x="5842053" y="56122"/>
                  </a:lnTo>
                  <a:lnTo>
                    <a:pt x="5842161" y="56122"/>
                  </a:lnTo>
                  <a:lnTo>
                    <a:pt x="5842269" y="56122"/>
                  </a:lnTo>
                  <a:lnTo>
                    <a:pt x="5842378" y="56122"/>
                  </a:lnTo>
                  <a:lnTo>
                    <a:pt x="5842486" y="56122"/>
                  </a:lnTo>
                  <a:lnTo>
                    <a:pt x="5842595" y="56122"/>
                  </a:lnTo>
                  <a:lnTo>
                    <a:pt x="5842703" y="56122"/>
                  </a:lnTo>
                  <a:lnTo>
                    <a:pt x="5842812" y="56122"/>
                  </a:lnTo>
                  <a:lnTo>
                    <a:pt x="5842920" y="56122"/>
                  </a:lnTo>
                  <a:lnTo>
                    <a:pt x="5843029" y="56122"/>
                  </a:lnTo>
                  <a:lnTo>
                    <a:pt x="5843137" y="56122"/>
                  </a:lnTo>
                  <a:lnTo>
                    <a:pt x="5843245" y="56122"/>
                  </a:lnTo>
                  <a:lnTo>
                    <a:pt x="5843354" y="56122"/>
                  </a:lnTo>
                  <a:lnTo>
                    <a:pt x="5843462" y="56122"/>
                  </a:lnTo>
                  <a:lnTo>
                    <a:pt x="5843571" y="56122"/>
                  </a:lnTo>
                  <a:lnTo>
                    <a:pt x="5843679" y="56122"/>
                  </a:lnTo>
                  <a:lnTo>
                    <a:pt x="5843788" y="56122"/>
                  </a:lnTo>
                  <a:lnTo>
                    <a:pt x="5843896" y="56122"/>
                  </a:lnTo>
                  <a:lnTo>
                    <a:pt x="5844005" y="56122"/>
                  </a:lnTo>
                  <a:lnTo>
                    <a:pt x="5844113" y="56122"/>
                  </a:lnTo>
                  <a:lnTo>
                    <a:pt x="5844221" y="56122"/>
                  </a:lnTo>
                  <a:lnTo>
                    <a:pt x="5844330" y="56122"/>
                  </a:lnTo>
                  <a:lnTo>
                    <a:pt x="5844438" y="56122"/>
                  </a:lnTo>
                  <a:lnTo>
                    <a:pt x="5844547" y="56122"/>
                  </a:lnTo>
                  <a:lnTo>
                    <a:pt x="5844655" y="56122"/>
                  </a:lnTo>
                  <a:lnTo>
                    <a:pt x="5844764" y="56122"/>
                  </a:lnTo>
                  <a:lnTo>
                    <a:pt x="5844872" y="56122"/>
                  </a:lnTo>
                  <a:lnTo>
                    <a:pt x="5844981" y="56122"/>
                  </a:lnTo>
                  <a:lnTo>
                    <a:pt x="5845089" y="56122"/>
                  </a:lnTo>
                  <a:lnTo>
                    <a:pt x="5845198" y="56122"/>
                  </a:lnTo>
                  <a:lnTo>
                    <a:pt x="5845306" y="56122"/>
                  </a:lnTo>
                  <a:lnTo>
                    <a:pt x="5845414" y="56122"/>
                  </a:lnTo>
                  <a:lnTo>
                    <a:pt x="5845523" y="56122"/>
                  </a:lnTo>
                  <a:lnTo>
                    <a:pt x="5845631" y="56122"/>
                  </a:lnTo>
                  <a:lnTo>
                    <a:pt x="5845740" y="56122"/>
                  </a:lnTo>
                  <a:lnTo>
                    <a:pt x="5845848" y="56122"/>
                  </a:lnTo>
                  <a:lnTo>
                    <a:pt x="5845957" y="56122"/>
                  </a:lnTo>
                  <a:lnTo>
                    <a:pt x="5846065" y="56122"/>
                  </a:lnTo>
                  <a:lnTo>
                    <a:pt x="5846174" y="56122"/>
                  </a:lnTo>
                  <a:lnTo>
                    <a:pt x="5846282" y="56122"/>
                  </a:lnTo>
                  <a:lnTo>
                    <a:pt x="5846390" y="56122"/>
                  </a:lnTo>
                  <a:lnTo>
                    <a:pt x="5846499" y="56122"/>
                  </a:lnTo>
                  <a:lnTo>
                    <a:pt x="5846607" y="56122"/>
                  </a:lnTo>
                  <a:lnTo>
                    <a:pt x="5846716" y="56122"/>
                  </a:lnTo>
                  <a:lnTo>
                    <a:pt x="5846824" y="56122"/>
                  </a:lnTo>
                  <a:lnTo>
                    <a:pt x="5846933" y="56122"/>
                  </a:lnTo>
                  <a:lnTo>
                    <a:pt x="5847041" y="56122"/>
                  </a:lnTo>
                  <a:lnTo>
                    <a:pt x="5847150" y="56122"/>
                  </a:lnTo>
                  <a:lnTo>
                    <a:pt x="5847258" y="56122"/>
                  </a:lnTo>
                  <a:lnTo>
                    <a:pt x="5847366" y="56122"/>
                  </a:lnTo>
                  <a:lnTo>
                    <a:pt x="5847475" y="56122"/>
                  </a:lnTo>
                  <a:lnTo>
                    <a:pt x="5847583" y="56122"/>
                  </a:lnTo>
                  <a:lnTo>
                    <a:pt x="5847692" y="56122"/>
                  </a:lnTo>
                  <a:lnTo>
                    <a:pt x="5847800" y="56122"/>
                  </a:lnTo>
                  <a:lnTo>
                    <a:pt x="5847909" y="56122"/>
                  </a:lnTo>
                  <a:lnTo>
                    <a:pt x="5848017" y="56122"/>
                  </a:lnTo>
                  <a:lnTo>
                    <a:pt x="5848126" y="56122"/>
                  </a:lnTo>
                  <a:lnTo>
                    <a:pt x="5848234" y="56122"/>
                  </a:lnTo>
                  <a:lnTo>
                    <a:pt x="5848342" y="56122"/>
                  </a:lnTo>
                  <a:lnTo>
                    <a:pt x="5848451" y="56122"/>
                  </a:lnTo>
                  <a:lnTo>
                    <a:pt x="5848559" y="56122"/>
                  </a:lnTo>
                  <a:lnTo>
                    <a:pt x="5848668" y="56122"/>
                  </a:lnTo>
                  <a:lnTo>
                    <a:pt x="5848776" y="56122"/>
                  </a:lnTo>
                  <a:lnTo>
                    <a:pt x="5848885" y="56122"/>
                  </a:lnTo>
                  <a:lnTo>
                    <a:pt x="5848993" y="56122"/>
                  </a:lnTo>
                  <a:lnTo>
                    <a:pt x="5849102" y="56122"/>
                  </a:lnTo>
                  <a:lnTo>
                    <a:pt x="5849210" y="56122"/>
                  </a:lnTo>
                  <a:lnTo>
                    <a:pt x="5849319" y="56122"/>
                  </a:lnTo>
                  <a:lnTo>
                    <a:pt x="5849427" y="56122"/>
                  </a:lnTo>
                  <a:lnTo>
                    <a:pt x="5849535" y="56122"/>
                  </a:lnTo>
                  <a:lnTo>
                    <a:pt x="5849644" y="56122"/>
                  </a:lnTo>
                  <a:lnTo>
                    <a:pt x="5849752" y="56122"/>
                  </a:lnTo>
                  <a:lnTo>
                    <a:pt x="5849861" y="56122"/>
                  </a:lnTo>
                  <a:lnTo>
                    <a:pt x="5849969" y="56122"/>
                  </a:lnTo>
                  <a:lnTo>
                    <a:pt x="5850078" y="56122"/>
                  </a:lnTo>
                  <a:lnTo>
                    <a:pt x="5850186" y="56122"/>
                  </a:lnTo>
                  <a:lnTo>
                    <a:pt x="5850295" y="56122"/>
                  </a:lnTo>
                  <a:lnTo>
                    <a:pt x="5850403" y="56122"/>
                  </a:lnTo>
                  <a:lnTo>
                    <a:pt x="5850511" y="56122"/>
                  </a:lnTo>
                  <a:lnTo>
                    <a:pt x="5850620" y="56122"/>
                  </a:lnTo>
                  <a:lnTo>
                    <a:pt x="5850728" y="56122"/>
                  </a:lnTo>
                  <a:lnTo>
                    <a:pt x="5850837" y="56122"/>
                  </a:lnTo>
                  <a:lnTo>
                    <a:pt x="5850945" y="56122"/>
                  </a:lnTo>
                  <a:lnTo>
                    <a:pt x="5851054" y="56122"/>
                  </a:lnTo>
                  <a:lnTo>
                    <a:pt x="5851162" y="56122"/>
                  </a:lnTo>
                  <a:lnTo>
                    <a:pt x="5851271" y="56122"/>
                  </a:lnTo>
                  <a:lnTo>
                    <a:pt x="5851379" y="56122"/>
                  </a:lnTo>
                  <a:lnTo>
                    <a:pt x="5851487" y="56122"/>
                  </a:lnTo>
                  <a:lnTo>
                    <a:pt x="5851596" y="56122"/>
                  </a:lnTo>
                  <a:lnTo>
                    <a:pt x="5851704" y="56122"/>
                  </a:lnTo>
                  <a:lnTo>
                    <a:pt x="5851813" y="56122"/>
                  </a:lnTo>
                  <a:lnTo>
                    <a:pt x="5851921" y="56122"/>
                  </a:lnTo>
                  <a:lnTo>
                    <a:pt x="5852030" y="56122"/>
                  </a:lnTo>
                  <a:lnTo>
                    <a:pt x="5852138" y="56122"/>
                  </a:lnTo>
                  <a:lnTo>
                    <a:pt x="5852247" y="56122"/>
                  </a:lnTo>
                  <a:lnTo>
                    <a:pt x="5852355" y="56122"/>
                  </a:lnTo>
                  <a:lnTo>
                    <a:pt x="5852463" y="56122"/>
                  </a:lnTo>
                  <a:lnTo>
                    <a:pt x="5852572" y="56122"/>
                  </a:lnTo>
                  <a:lnTo>
                    <a:pt x="5852680" y="56122"/>
                  </a:lnTo>
                  <a:lnTo>
                    <a:pt x="5852789" y="56122"/>
                  </a:lnTo>
                  <a:lnTo>
                    <a:pt x="5852897" y="56122"/>
                  </a:lnTo>
                  <a:lnTo>
                    <a:pt x="5853006" y="56122"/>
                  </a:lnTo>
                  <a:lnTo>
                    <a:pt x="5853114" y="56122"/>
                  </a:lnTo>
                  <a:lnTo>
                    <a:pt x="5853223" y="56122"/>
                  </a:lnTo>
                  <a:lnTo>
                    <a:pt x="5853331" y="56122"/>
                  </a:lnTo>
                  <a:lnTo>
                    <a:pt x="5853439" y="56122"/>
                  </a:lnTo>
                  <a:lnTo>
                    <a:pt x="5853548" y="56122"/>
                  </a:lnTo>
                  <a:lnTo>
                    <a:pt x="5853656" y="56122"/>
                  </a:lnTo>
                  <a:lnTo>
                    <a:pt x="5853765" y="56122"/>
                  </a:lnTo>
                  <a:lnTo>
                    <a:pt x="5853873" y="56122"/>
                  </a:lnTo>
                  <a:lnTo>
                    <a:pt x="5853982" y="56122"/>
                  </a:lnTo>
                  <a:lnTo>
                    <a:pt x="5854090" y="56122"/>
                  </a:lnTo>
                  <a:lnTo>
                    <a:pt x="5854199" y="56122"/>
                  </a:lnTo>
                  <a:lnTo>
                    <a:pt x="5854307" y="56122"/>
                  </a:lnTo>
                  <a:lnTo>
                    <a:pt x="5854416" y="56122"/>
                  </a:lnTo>
                  <a:lnTo>
                    <a:pt x="5854524" y="56122"/>
                  </a:lnTo>
                  <a:lnTo>
                    <a:pt x="5854524" y="55498"/>
                  </a:lnTo>
                  <a:lnTo>
                    <a:pt x="5854632" y="55498"/>
                  </a:lnTo>
                  <a:lnTo>
                    <a:pt x="5854741" y="55498"/>
                  </a:lnTo>
                  <a:lnTo>
                    <a:pt x="5854849" y="55498"/>
                  </a:lnTo>
                  <a:lnTo>
                    <a:pt x="5854958" y="55498"/>
                  </a:lnTo>
                  <a:lnTo>
                    <a:pt x="5855066" y="55498"/>
                  </a:lnTo>
                  <a:lnTo>
                    <a:pt x="5855175" y="55498"/>
                  </a:lnTo>
                  <a:lnTo>
                    <a:pt x="5855283" y="55498"/>
                  </a:lnTo>
                  <a:lnTo>
                    <a:pt x="5855392" y="55498"/>
                  </a:lnTo>
                  <a:lnTo>
                    <a:pt x="5855500" y="55498"/>
                  </a:lnTo>
                  <a:lnTo>
                    <a:pt x="5855608" y="55498"/>
                  </a:lnTo>
                  <a:lnTo>
                    <a:pt x="5855717" y="55498"/>
                  </a:lnTo>
                  <a:lnTo>
                    <a:pt x="5855825" y="55498"/>
                  </a:lnTo>
                  <a:lnTo>
                    <a:pt x="5855934" y="55498"/>
                  </a:lnTo>
                  <a:lnTo>
                    <a:pt x="5856042" y="55498"/>
                  </a:lnTo>
                  <a:lnTo>
                    <a:pt x="5856151" y="55498"/>
                  </a:lnTo>
                  <a:lnTo>
                    <a:pt x="5856259" y="55498"/>
                  </a:lnTo>
                  <a:lnTo>
                    <a:pt x="5856368" y="55498"/>
                  </a:lnTo>
                  <a:lnTo>
                    <a:pt x="5856476" y="55498"/>
                  </a:lnTo>
                  <a:lnTo>
                    <a:pt x="5856584" y="55498"/>
                  </a:lnTo>
                  <a:lnTo>
                    <a:pt x="5856693" y="55498"/>
                  </a:lnTo>
                  <a:lnTo>
                    <a:pt x="5856801" y="55498"/>
                  </a:lnTo>
                  <a:lnTo>
                    <a:pt x="5856910" y="55498"/>
                  </a:lnTo>
                  <a:lnTo>
                    <a:pt x="5857018" y="55498"/>
                  </a:lnTo>
                  <a:lnTo>
                    <a:pt x="5857127" y="55498"/>
                  </a:lnTo>
                  <a:lnTo>
                    <a:pt x="5857235" y="55498"/>
                  </a:lnTo>
                  <a:lnTo>
                    <a:pt x="5857344" y="55498"/>
                  </a:lnTo>
                  <a:lnTo>
                    <a:pt x="5857452" y="55498"/>
                  </a:lnTo>
                  <a:lnTo>
                    <a:pt x="5857560" y="55498"/>
                  </a:lnTo>
                  <a:lnTo>
                    <a:pt x="5857669" y="55498"/>
                  </a:lnTo>
                  <a:lnTo>
                    <a:pt x="5857777" y="55498"/>
                  </a:lnTo>
                  <a:lnTo>
                    <a:pt x="5857886" y="55498"/>
                  </a:lnTo>
                  <a:lnTo>
                    <a:pt x="5857994" y="55498"/>
                  </a:lnTo>
                  <a:lnTo>
                    <a:pt x="5858103" y="55498"/>
                  </a:lnTo>
                  <a:lnTo>
                    <a:pt x="5858211" y="55498"/>
                  </a:lnTo>
                  <a:lnTo>
                    <a:pt x="5858320" y="55498"/>
                  </a:lnTo>
                  <a:lnTo>
                    <a:pt x="5858428" y="55498"/>
                  </a:lnTo>
                  <a:lnTo>
                    <a:pt x="5858537" y="55498"/>
                  </a:lnTo>
                  <a:lnTo>
                    <a:pt x="5858645" y="55498"/>
                  </a:lnTo>
                  <a:lnTo>
                    <a:pt x="5858753" y="55498"/>
                  </a:lnTo>
                  <a:lnTo>
                    <a:pt x="5858862" y="55498"/>
                  </a:lnTo>
                  <a:lnTo>
                    <a:pt x="5858862" y="54875"/>
                  </a:lnTo>
                  <a:lnTo>
                    <a:pt x="5858970" y="54875"/>
                  </a:lnTo>
                  <a:lnTo>
                    <a:pt x="5859079" y="54875"/>
                  </a:lnTo>
                  <a:lnTo>
                    <a:pt x="5859187" y="54875"/>
                  </a:lnTo>
                  <a:lnTo>
                    <a:pt x="5859296" y="54875"/>
                  </a:lnTo>
                  <a:lnTo>
                    <a:pt x="5859404" y="54875"/>
                  </a:lnTo>
                  <a:lnTo>
                    <a:pt x="5859513" y="54875"/>
                  </a:lnTo>
                  <a:lnTo>
                    <a:pt x="5859621" y="54875"/>
                  </a:lnTo>
                  <a:lnTo>
                    <a:pt x="5859729" y="54875"/>
                  </a:lnTo>
                  <a:lnTo>
                    <a:pt x="5859838" y="54875"/>
                  </a:lnTo>
                  <a:lnTo>
                    <a:pt x="5859946" y="54875"/>
                  </a:lnTo>
                  <a:lnTo>
                    <a:pt x="5860055" y="54875"/>
                  </a:lnTo>
                  <a:lnTo>
                    <a:pt x="5860163" y="54875"/>
                  </a:lnTo>
                  <a:lnTo>
                    <a:pt x="5860272" y="54875"/>
                  </a:lnTo>
                  <a:lnTo>
                    <a:pt x="5860272" y="54251"/>
                  </a:lnTo>
                  <a:lnTo>
                    <a:pt x="5860380" y="54251"/>
                  </a:lnTo>
                  <a:lnTo>
                    <a:pt x="5860489" y="54251"/>
                  </a:lnTo>
                  <a:lnTo>
                    <a:pt x="5860597" y="54251"/>
                  </a:lnTo>
                  <a:lnTo>
                    <a:pt x="5860705" y="54251"/>
                  </a:lnTo>
                  <a:lnTo>
                    <a:pt x="5860814" y="54251"/>
                  </a:lnTo>
                  <a:lnTo>
                    <a:pt x="5860922" y="54251"/>
                  </a:lnTo>
                  <a:lnTo>
                    <a:pt x="5861031" y="54251"/>
                  </a:lnTo>
                  <a:lnTo>
                    <a:pt x="5861139" y="54251"/>
                  </a:lnTo>
                  <a:lnTo>
                    <a:pt x="5861248" y="54251"/>
                  </a:lnTo>
                  <a:lnTo>
                    <a:pt x="5861356" y="54251"/>
                  </a:lnTo>
                  <a:lnTo>
                    <a:pt x="5861465" y="54251"/>
                  </a:lnTo>
                  <a:lnTo>
                    <a:pt x="5861573" y="54251"/>
                  </a:lnTo>
                  <a:lnTo>
                    <a:pt x="5861681" y="54251"/>
                  </a:lnTo>
                  <a:lnTo>
                    <a:pt x="5861790" y="54251"/>
                  </a:lnTo>
                  <a:lnTo>
                    <a:pt x="5861898" y="54251"/>
                  </a:lnTo>
                  <a:lnTo>
                    <a:pt x="5862007" y="54251"/>
                  </a:lnTo>
                  <a:lnTo>
                    <a:pt x="5862115" y="54251"/>
                  </a:lnTo>
                  <a:lnTo>
                    <a:pt x="5862224" y="54251"/>
                  </a:lnTo>
                  <a:lnTo>
                    <a:pt x="5862332" y="54251"/>
                  </a:lnTo>
                  <a:lnTo>
                    <a:pt x="5862441" y="54251"/>
                  </a:lnTo>
                  <a:lnTo>
                    <a:pt x="5862549" y="54251"/>
                  </a:lnTo>
                  <a:lnTo>
                    <a:pt x="5862658" y="54251"/>
                  </a:lnTo>
                  <a:lnTo>
                    <a:pt x="5862766" y="54251"/>
                  </a:lnTo>
                  <a:lnTo>
                    <a:pt x="5862874" y="54251"/>
                  </a:lnTo>
                  <a:lnTo>
                    <a:pt x="5862983" y="54251"/>
                  </a:lnTo>
                  <a:lnTo>
                    <a:pt x="5863091" y="54251"/>
                  </a:lnTo>
                  <a:lnTo>
                    <a:pt x="5863200" y="54251"/>
                  </a:lnTo>
                  <a:lnTo>
                    <a:pt x="5863308" y="54251"/>
                  </a:lnTo>
                  <a:lnTo>
                    <a:pt x="5863417" y="54251"/>
                  </a:lnTo>
                  <a:lnTo>
                    <a:pt x="5863525" y="54251"/>
                  </a:lnTo>
                  <a:lnTo>
                    <a:pt x="5863634" y="54251"/>
                  </a:lnTo>
                  <a:lnTo>
                    <a:pt x="5863742" y="54251"/>
                  </a:lnTo>
                  <a:lnTo>
                    <a:pt x="5863850" y="54251"/>
                  </a:lnTo>
                  <a:lnTo>
                    <a:pt x="5863959" y="54251"/>
                  </a:lnTo>
                  <a:lnTo>
                    <a:pt x="5864067" y="54251"/>
                  </a:lnTo>
                  <a:lnTo>
                    <a:pt x="5864176" y="54251"/>
                  </a:lnTo>
                  <a:lnTo>
                    <a:pt x="5864284" y="54251"/>
                  </a:lnTo>
                  <a:lnTo>
                    <a:pt x="5864393" y="54251"/>
                  </a:lnTo>
                  <a:lnTo>
                    <a:pt x="5864501" y="54251"/>
                  </a:lnTo>
                  <a:lnTo>
                    <a:pt x="5864610" y="54251"/>
                  </a:lnTo>
                  <a:lnTo>
                    <a:pt x="5864718" y="54251"/>
                  </a:lnTo>
                  <a:lnTo>
                    <a:pt x="5864826" y="54251"/>
                  </a:lnTo>
                  <a:lnTo>
                    <a:pt x="5864935" y="54251"/>
                  </a:lnTo>
                  <a:lnTo>
                    <a:pt x="5865043" y="54251"/>
                  </a:lnTo>
                  <a:lnTo>
                    <a:pt x="5865152" y="54251"/>
                  </a:lnTo>
                  <a:lnTo>
                    <a:pt x="5865260" y="54251"/>
                  </a:lnTo>
                  <a:lnTo>
                    <a:pt x="5865369" y="54251"/>
                  </a:lnTo>
                  <a:lnTo>
                    <a:pt x="5865369" y="53628"/>
                  </a:lnTo>
                  <a:lnTo>
                    <a:pt x="5865477" y="53628"/>
                  </a:lnTo>
                  <a:lnTo>
                    <a:pt x="5865586" y="53628"/>
                  </a:lnTo>
                  <a:lnTo>
                    <a:pt x="5865694" y="53628"/>
                  </a:lnTo>
                  <a:lnTo>
                    <a:pt x="5865802" y="53628"/>
                  </a:lnTo>
                  <a:lnTo>
                    <a:pt x="5865911" y="53628"/>
                  </a:lnTo>
                  <a:lnTo>
                    <a:pt x="5866019" y="53628"/>
                  </a:lnTo>
                  <a:lnTo>
                    <a:pt x="5866128" y="53628"/>
                  </a:lnTo>
                  <a:lnTo>
                    <a:pt x="5866236" y="53628"/>
                  </a:lnTo>
                  <a:lnTo>
                    <a:pt x="5866345" y="53628"/>
                  </a:lnTo>
                  <a:lnTo>
                    <a:pt x="5866453" y="53628"/>
                  </a:lnTo>
                  <a:lnTo>
                    <a:pt x="5866562" y="53628"/>
                  </a:lnTo>
                  <a:lnTo>
                    <a:pt x="5866670" y="53628"/>
                  </a:lnTo>
                  <a:lnTo>
                    <a:pt x="5866779" y="53628"/>
                  </a:lnTo>
                  <a:lnTo>
                    <a:pt x="5866887" y="53628"/>
                  </a:lnTo>
                  <a:lnTo>
                    <a:pt x="5866995" y="53628"/>
                  </a:lnTo>
                  <a:lnTo>
                    <a:pt x="5867104" y="53628"/>
                  </a:lnTo>
                  <a:lnTo>
                    <a:pt x="5867212" y="53628"/>
                  </a:lnTo>
                  <a:lnTo>
                    <a:pt x="5867321" y="53628"/>
                  </a:lnTo>
                  <a:lnTo>
                    <a:pt x="5867429" y="53628"/>
                  </a:lnTo>
                  <a:lnTo>
                    <a:pt x="5867538" y="53628"/>
                  </a:lnTo>
                  <a:lnTo>
                    <a:pt x="5867646" y="53628"/>
                  </a:lnTo>
                  <a:lnTo>
                    <a:pt x="5867755" y="53628"/>
                  </a:lnTo>
                  <a:lnTo>
                    <a:pt x="5867863" y="53628"/>
                  </a:lnTo>
                  <a:lnTo>
                    <a:pt x="5867971" y="53628"/>
                  </a:lnTo>
                  <a:lnTo>
                    <a:pt x="5868080" y="53628"/>
                  </a:lnTo>
                  <a:lnTo>
                    <a:pt x="5868188" y="53628"/>
                  </a:lnTo>
                  <a:lnTo>
                    <a:pt x="5868297" y="53628"/>
                  </a:lnTo>
                  <a:lnTo>
                    <a:pt x="5868405" y="53628"/>
                  </a:lnTo>
                  <a:lnTo>
                    <a:pt x="5868514" y="53628"/>
                  </a:lnTo>
                  <a:lnTo>
                    <a:pt x="5868622" y="53628"/>
                  </a:lnTo>
                  <a:lnTo>
                    <a:pt x="5868731" y="53628"/>
                  </a:lnTo>
                  <a:lnTo>
                    <a:pt x="5868839" y="53628"/>
                  </a:lnTo>
                  <a:lnTo>
                    <a:pt x="5868947" y="53628"/>
                  </a:lnTo>
                  <a:lnTo>
                    <a:pt x="5869056" y="53628"/>
                  </a:lnTo>
                  <a:lnTo>
                    <a:pt x="5869164" y="53628"/>
                  </a:lnTo>
                  <a:lnTo>
                    <a:pt x="5869273" y="53628"/>
                  </a:lnTo>
                  <a:lnTo>
                    <a:pt x="5869381" y="53628"/>
                  </a:lnTo>
                  <a:lnTo>
                    <a:pt x="5869490" y="53628"/>
                  </a:lnTo>
                  <a:lnTo>
                    <a:pt x="5869598" y="53628"/>
                  </a:lnTo>
                  <a:lnTo>
                    <a:pt x="5869707" y="53628"/>
                  </a:lnTo>
                  <a:lnTo>
                    <a:pt x="5869815" y="53628"/>
                  </a:lnTo>
                  <a:lnTo>
                    <a:pt x="5869923" y="53628"/>
                  </a:lnTo>
                  <a:lnTo>
                    <a:pt x="5870032" y="53628"/>
                  </a:lnTo>
                  <a:lnTo>
                    <a:pt x="5870140" y="53628"/>
                  </a:lnTo>
                  <a:lnTo>
                    <a:pt x="5870249" y="53628"/>
                  </a:lnTo>
                  <a:lnTo>
                    <a:pt x="5870357" y="53628"/>
                  </a:lnTo>
                  <a:lnTo>
                    <a:pt x="5870466" y="53628"/>
                  </a:lnTo>
                  <a:lnTo>
                    <a:pt x="5870574" y="53628"/>
                  </a:lnTo>
                  <a:lnTo>
                    <a:pt x="5870683" y="53628"/>
                  </a:lnTo>
                  <a:lnTo>
                    <a:pt x="5870791" y="53628"/>
                  </a:lnTo>
                  <a:lnTo>
                    <a:pt x="5870900" y="53628"/>
                  </a:lnTo>
                  <a:lnTo>
                    <a:pt x="5871008" y="53628"/>
                  </a:lnTo>
                  <a:lnTo>
                    <a:pt x="5871116" y="53628"/>
                  </a:lnTo>
                  <a:lnTo>
                    <a:pt x="5871225" y="53628"/>
                  </a:lnTo>
                  <a:lnTo>
                    <a:pt x="5871333" y="53628"/>
                  </a:lnTo>
                  <a:lnTo>
                    <a:pt x="5871442" y="53628"/>
                  </a:lnTo>
                  <a:lnTo>
                    <a:pt x="5871550" y="53628"/>
                  </a:lnTo>
                  <a:lnTo>
                    <a:pt x="5871659" y="53628"/>
                  </a:lnTo>
                  <a:lnTo>
                    <a:pt x="5871767" y="53628"/>
                  </a:lnTo>
                  <a:lnTo>
                    <a:pt x="5871876" y="53628"/>
                  </a:lnTo>
                  <a:lnTo>
                    <a:pt x="5871984" y="53628"/>
                  </a:lnTo>
                  <a:lnTo>
                    <a:pt x="5872092" y="53628"/>
                  </a:lnTo>
                  <a:lnTo>
                    <a:pt x="5872201" y="53628"/>
                  </a:lnTo>
                  <a:lnTo>
                    <a:pt x="5872309" y="53628"/>
                  </a:lnTo>
                  <a:lnTo>
                    <a:pt x="5872418" y="53628"/>
                  </a:lnTo>
                  <a:lnTo>
                    <a:pt x="5872526" y="53628"/>
                  </a:lnTo>
                  <a:lnTo>
                    <a:pt x="5872635" y="53628"/>
                  </a:lnTo>
                  <a:lnTo>
                    <a:pt x="5872743" y="53628"/>
                  </a:lnTo>
                  <a:lnTo>
                    <a:pt x="5872852" y="53628"/>
                  </a:lnTo>
                  <a:lnTo>
                    <a:pt x="5872960" y="53628"/>
                  </a:lnTo>
                  <a:lnTo>
                    <a:pt x="5873068" y="53628"/>
                  </a:lnTo>
                  <a:lnTo>
                    <a:pt x="5873177" y="53628"/>
                  </a:lnTo>
                  <a:lnTo>
                    <a:pt x="5873285" y="53628"/>
                  </a:lnTo>
                  <a:lnTo>
                    <a:pt x="5873394" y="53628"/>
                  </a:lnTo>
                  <a:lnTo>
                    <a:pt x="5873502" y="53628"/>
                  </a:lnTo>
                  <a:lnTo>
                    <a:pt x="5873611" y="53628"/>
                  </a:lnTo>
                  <a:lnTo>
                    <a:pt x="5873719" y="53628"/>
                  </a:lnTo>
                  <a:lnTo>
                    <a:pt x="5873828" y="53628"/>
                  </a:lnTo>
                  <a:lnTo>
                    <a:pt x="5873936" y="53628"/>
                  </a:lnTo>
                  <a:lnTo>
                    <a:pt x="5874044" y="53628"/>
                  </a:lnTo>
                  <a:lnTo>
                    <a:pt x="5874153" y="53628"/>
                  </a:lnTo>
                  <a:lnTo>
                    <a:pt x="5874261" y="53628"/>
                  </a:lnTo>
                  <a:lnTo>
                    <a:pt x="5874370" y="53628"/>
                  </a:lnTo>
                  <a:lnTo>
                    <a:pt x="5874478" y="53628"/>
                  </a:lnTo>
                  <a:lnTo>
                    <a:pt x="5874587" y="53628"/>
                  </a:lnTo>
                  <a:lnTo>
                    <a:pt x="5874695" y="53628"/>
                  </a:lnTo>
                  <a:lnTo>
                    <a:pt x="5874804" y="53628"/>
                  </a:lnTo>
                  <a:lnTo>
                    <a:pt x="5874912" y="53628"/>
                  </a:lnTo>
                  <a:lnTo>
                    <a:pt x="5875021" y="53628"/>
                  </a:lnTo>
                  <a:lnTo>
                    <a:pt x="5875129" y="53628"/>
                  </a:lnTo>
                  <a:lnTo>
                    <a:pt x="5875237" y="53628"/>
                  </a:lnTo>
                  <a:lnTo>
                    <a:pt x="5875346" y="53628"/>
                  </a:lnTo>
                  <a:lnTo>
                    <a:pt x="5875454" y="53628"/>
                  </a:lnTo>
                  <a:lnTo>
                    <a:pt x="5875563" y="53628"/>
                  </a:lnTo>
                  <a:lnTo>
                    <a:pt x="5875671" y="53628"/>
                  </a:lnTo>
                  <a:lnTo>
                    <a:pt x="5875780" y="53628"/>
                  </a:lnTo>
                  <a:lnTo>
                    <a:pt x="5875888" y="53628"/>
                  </a:lnTo>
                  <a:lnTo>
                    <a:pt x="5875997" y="53628"/>
                  </a:lnTo>
                  <a:lnTo>
                    <a:pt x="5876105" y="53628"/>
                  </a:lnTo>
                  <a:lnTo>
                    <a:pt x="5876213" y="53628"/>
                  </a:lnTo>
                  <a:lnTo>
                    <a:pt x="5876322" y="53628"/>
                  </a:lnTo>
                  <a:lnTo>
                    <a:pt x="5876430" y="53628"/>
                  </a:lnTo>
                  <a:lnTo>
                    <a:pt x="5876539" y="53628"/>
                  </a:lnTo>
                  <a:lnTo>
                    <a:pt x="5876647" y="53628"/>
                  </a:lnTo>
                  <a:lnTo>
                    <a:pt x="5876756" y="53628"/>
                  </a:lnTo>
                  <a:lnTo>
                    <a:pt x="5876864" y="53628"/>
                  </a:lnTo>
                  <a:lnTo>
                    <a:pt x="5876973" y="53628"/>
                  </a:lnTo>
                  <a:lnTo>
                    <a:pt x="5877081" y="53628"/>
                  </a:lnTo>
                  <a:lnTo>
                    <a:pt x="5877189" y="53628"/>
                  </a:lnTo>
                  <a:lnTo>
                    <a:pt x="5877298" y="53628"/>
                  </a:lnTo>
                  <a:lnTo>
                    <a:pt x="5877406" y="53628"/>
                  </a:lnTo>
                  <a:lnTo>
                    <a:pt x="5877515" y="53628"/>
                  </a:lnTo>
                  <a:lnTo>
                    <a:pt x="5877623" y="53628"/>
                  </a:lnTo>
                  <a:lnTo>
                    <a:pt x="5877732" y="53628"/>
                  </a:lnTo>
                  <a:lnTo>
                    <a:pt x="5877840" y="53628"/>
                  </a:lnTo>
                  <a:lnTo>
                    <a:pt x="5877949" y="53628"/>
                  </a:lnTo>
                  <a:lnTo>
                    <a:pt x="5878057" y="53628"/>
                  </a:lnTo>
                  <a:lnTo>
                    <a:pt x="5878165" y="53628"/>
                  </a:lnTo>
                  <a:lnTo>
                    <a:pt x="5878165" y="53004"/>
                  </a:lnTo>
                  <a:lnTo>
                    <a:pt x="5878274" y="53004"/>
                  </a:lnTo>
                  <a:lnTo>
                    <a:pt x="5878382" y="53004"/>
                  </a:lnTo>
                  <a:lnTo>
                    <a:pt x="5878491" y="53004"/>
                  </a:lnTo>
                  <a:lnTo>
                    <a:pt x="5878599" y="53004"/>
                  </a:lnTo>
                  <a:lnTo>
                    <a:pt x="5878708" y="53004"/>
                  </a:lnTo>
                  <a:lnTo>
                    <a:pt x="5878816" y="53004"/>
                  </a:lnTo>
                  <a:lnTo>
                    <a:pt x="5878925" y="53004"/>
                  </a:lnTo>
                  <a:lnTo>
                    <a:pt x="5879033" y="53004"/>
                  </a:lnTo>
                  <a:lnTo>
                    <a:pt x="5879141" y="53004"/>
                  </a:lnTo>
                  <a:lnTo>
                    <a:pt x="5879250" y="53004"/>
                  </a:lnTo>
                  <a:lnTo>
                    <a:pt x="5879358" y="53004"/>
                  </a:lnTo>
                  <a:lnTo>
                    <a:pt x="5879467" y="53004"/>
                  </a:lnTo>
                  <a:lnTo>
                    <a:pt x="5879467" y="52380"/>
                  </a:lnTo>
                  <a:lnTo>
                    <a:pt x="5879575" y="52380"/>
                  </a:lnTo>
                  <a:lnTo>
                    <a:pt x="5879684" y="52380"/>
                  </a:lnTo>
                  <a:lnTo>
                    <a:pt x="5879792" y="52380"/>
                  </a:lnTo>
                  <a:lnTo>
                    <a:pt x="5879901" y="52380"/>
                  </a:lnTo>
                  <a:lnTo>
                    <a:pt x="5880009" y="52380"/>
                  </a:lnTo>
                  <a:lnTo>
                    <a:pt x="5880118" y="52380"/>
                  </a:lnTo>
                  <a:lnTo>
                    <a:pt x="5880226" y="52380"/>
                  </a:lnTo>
                  <a:lnTo>
                    <a:pt x="5880334" y="52380"/>
                  </a:lnTo>
                  <a:lnTo>
                    <a:pt x="5880443" y="52380"/>
                  </a:lnTo>
                  <a:lnTo>
                    <a:pt x="5880551" y="52380"/>
                  </a:lnTo>
                  <a:lnTo>
                    <a:pt x="5880660" y="52380"/>
                  </a:lnTo>
                  <a:lnTo>
                    <a:pt x="5880768" y="52380"/>
                  </a:lnTo>
                  <a:lnTo>
                    <a:pt x="5880877" y="52380"/>
                  </a:lnTo>
                  <a:lnTo>
                    <a:pt x="5880985" y="52380"/>
                  </a:lnTo>
                  <a:lnTo>
                    <a:pt x="5881094" y="52380"/>
                  </a:lnTo>
                  <a:lnTo>
                    <a:pt x="5881202" y="52380"/>
                  </a:lnTo>
                  <a:lnTo>
                    <a:pt x="5881310" y="52380"/>
                  </a:lnTo>
                  <a:lnTo>
                    <a:pt x="5881419" y="52380"/>
                  </a:lnTo>
                  <a:lnTo>
                    <a:pt x="5881527" y="52380"/>
                  </a:lnTo>
                  <a:lnTo>
                    <a:pt x="5881636" y="52380"/>
                  </a:lnTo>
                  <a:lnTo>
                    <a:pt x="5881744" y="52380"/>
                  </a:lnTo>
                  <a:lnTo>
                    <a:pt x="5881853" y="52380"/>
                  </a:lnTo>
                  <a:lnTo>
                    <a:pt x="5881961" y="52380"/>
                  </a:lnTo>
                  <a:lnTo>
                    <a:pt x="5882070" y="52380"/>
                  </a:lnTo>
                  <a:lnTo>
                    <a:pt x="5882178" y="52380"/>
                  </a:lnTo>
                  <a:lnTo>
                    <a:pt x="5882286" y="52380"/>
                  </a:lnTo>
                  <a:lnTo>
                    <a:pt x="5882395" y="52380"/>
                  </a:lnTo>
                  <a:lnTo>
                    <a:pt x="5882503" y="52380"/>
                  </a:lnTo>
                  <a:lnTo>
                    <a:pt x="5882612" y="52380"/>
                  </a:lnTo>
                  <a:lnTo>
                    <a:pt x="5882720" y="52380"/>
                  </a:lnTo>
                  <a:lnTo>
                    <a:pt x="5882829" y="52380"/>
                  </a:lnTo>
                  <a:lnTo>
                    <a:pt x="5882937" y="52380"/>
                  </a:lnTo>
                  <a:lnTo>
                    <a:pt x="5883046" y="52380"/>
                  </a:lnTo>
                  <a:lnTo>
                    <a:pt x="5883154" y="52380"/>
                  </a:lnTo>
                  <a:lnTo>
                    <a:pt x="5883262" y="52380"/>
                  </a:lnTo>
                  <a:lnTo>
                    <a:pt x="5883371" y="52380"/>
                  </a:lnTo>
                  <a:lnTo>
                    <a:pt x="5883479" y="52380"/>
                  </a:lnTo>
                  <a:lnTo>
                    <a:pt x="5883588" y="52380"/>
                  </a:lnTo>
                  <a:lnTo>
                    <a:pt x="5883696" y="52380"/>
                  </a:lnTo>
                  <a:lnTo>
                    <a:pt x="5883805" y="52380"/>
                  </a:lnTo>
                  <a:lnTo>
                    <a:pt x="5883913" y="52380"/>
                  </a:lnTo>
                  <a:lnTo>
                    <a:pt x="5884022" y="52380"/>
                  </a:lnTo>
                  <a:lnTo>
                    <a:pt x="5884130" y="52380"/>
                  </a:lnTo>
                  <a:lnTo>
                    <a:pt x="5884239" y="52380"/>
                  </a:lnTo>
                  <a:lnTo>
                    <a:pt x="5884347" y="52380"/>
                  </a:lnTo>
                  <a:lnTo>
                    <a:pt x="5884455" y="52380"/>
                  </a:lnTo>
                  <a:lnTo>
                    <a:pt x="5884564" y="52380"/>
                  </a:lnTo>
                  <a:lnTo>
                    <a:pt x="5884672" y="52380"/>
                  </a:lnTo>
                  <a:lnTo>
                    <a:pt x="5884781" y="52380"/>
                  </a:lnTo>
                  <a:lnTo>
                    <a:pt x="5884889" y="52380"/>
                  </a:lnTo>
                  <a:lnTo>
                    <a:pt x="5884998" y="52380"/>
                  </a:lnTo>
                  <a:lnTo>
                    <a:pt x="5885106" y="52380"/>
                  </a:lnTo>
                  <a:lnTo>
                    <a:pt x="5885106" y="51757"/>
                  </a:lnTo>
                  <a:lnTo>
                    <a:pt x="5885215" y="51757"/>
                  </a:lnTo>
                  <a:lnTo>
                    <a:pt x="5885323" y="51757"/>
                  </a:lnTo>
                  <a:lnTo>
                    <a:pt x="5885431" y="51757"/>
                  </a:lnTo>
                  <a:lnTo>
                    <a:pt x="5885540" y="51757"/>
                  </a:lnTo>
                  <a:lnTo>
                    <a:pt x="5885648" y="51757"/>
                  </a:lnTo>
                  <a:lnTo>
                    <a:pt x="5885757" y="51757"/>
                  </a:lnTo>
                  <a:lnTo>
                    <a:pt x="5885865" y="51757"/>
                  </a:lnTo>
                  <a:lnTo>
                    <a:pt x="5885974" y="51757"/>
                  </a:lnTo>
                  <a:lnTo>
                    <a:pt x="5886082" y="51757"/>
                  </a:lnTo>
                  <a:lnTo>
                    <a:pt x="5886191" y="51757"/>
                  </a:lnTo>
                  <a:lnTo>
                    <a:pt x="5886299" y="51757"/>
                  </a:lnTo>
                  <a:lnTo>
                    <a:pt x="5886407" y="51757"/>
                  </a:lnTo>
                  <a:lnTo>
                    <a:pt x="5886516" y="51757"/>
                  </a:lnTo>
                  <a:lnTo>
                    <a:pt x="5886624" y="51757"/>
                  </a:lnTo>
                  <a:lnTo>
                    <a:pt x="5886733" y="51757"/>
                  </a:lnTo>
                  <a:lnTo>
                    <a:pt x="5886841" y="51757"/>
                  </a:lnTo>
                  <a:lnTo>
                    <a:pt x="5886950" y="51757"/>
                  </a:lnTo>
                  <a:lnTo>
                    <a:pt x="5887058" y="51757"/>
                  </a:lnTo>
                  <a:lnTo>
                    <a:pt x="5887167" y="51757"/>
                  </a:lnTo>
                  <a:lnTo>
                    <a:pt x="5887275" y="51757"/>
                  </a:lnTo>
                  <a:lnTo>
                    <a:pt x="5887383" y="51757"/>
                  </a:lnTo>
                  <a:lnTo>
                    <a:pt x="5887492" y="51757"/>
                  </a:lnTo>
                  <a:lnTo>
                    <a:pt x="5887600" y="51757"/>
                  </a:lnTo>
                  <a:lnTo>
                    <a:pt x="5887709" y="51757"/>
                  </a:lnTo>
                  <a:lnTo>
                    <a:pt x="5887817" y="51757"/>
                  </a:lnTo>
                  <a:lnTo>
                    <a:pt x="5887926" y="51757"/>
                  </a:lnTo>
                  <a:lnTo>
                    <a:pt x="5888034" y="51757"/>
                  </a:lnTo>
                  <a:lnTo>
                    <a:pt x="5888143" y="51757"/>
                  </a:lnTo>
                  <a:lnTo>
                    <a:pt x="5888251" y="51757"/>
                  </a:lnTo>
                  <a:lnTo>
                    <a:pt x="5888360" y="51757"/>
                  </a:lnTo>
                  <a:lnTo>
                    <a:pt x="5888468" y="51757"/>
                  </a:lnTo>
                  <a:lnTo>
                    <a:pt x="5888576" y="51757"/>
                  </a:lnTo>
                  <a:lnTo>
                    <a:pt x="5888685" y="51757"/>
                  </a:lnTo>
                  <a:lnTo>
                    <a:pt x="5888793" y="51757"/>
                  </a:lnTo>
                  <a:lnTo>
                    <a:pt x="5888902" y="51757"/>
                  </a:lnTo>
                  <a:lnTo>
                    <a:pt x="5889010" y="51757"/>
                  </a:lnTo>
                  <a:lnTo>
                    <a:pt x="5889119" y="51757"/>
                  </a:lnTo>
                  <a:lnTo>
                    <a:pt x="5889227" y="51757"/>
                  </a:lnTo>
                  <a:lnTo>
                    <a:pt x="5889336" y="51757"/>
                  </a:lnTo>
                  <a:lnTo>
                    <a:pt x="5889444" y="51757"/>
                  </a:lnTo>
                  <a:lnTo>
                    <a:pt x="5889552" y="51757"/>
                  </a:lnTo>
                  <a:lnTo>
                    <a:pt x="5889661" y="51757"/>
                  </a:lnTo>
                  <a:lnTo>
                    <a:pt x="5889769" y="51757"/>
                  </a:lnTo>
                  <a:lnTo>
                    <a:pt x="5889878" y="51757"/>
                  </a:lnTo>
                  <a:lnTo>
                    <a:pt x="5889986" y="51757"/>
                  </a:lnTo>
                  <a:lnTo>
                    <a:pt x="5890095" y="51757"/>
                  </a:lnTo>
                  <a:lnTo>
                    <a:pt x="5890203" y="51757"/>
                  </a:lnTo>
                  <a:lnTo>
                    <a:pt x="5890312" y="51757"/>
                  </a:lnTo>
                  <a:lnTo>
                    <a:pt x="5890420" y="51757"/>
                  </a:lnTo>
                  <a:lnTo>
                    <a:pt x="5890528" y="51757"/>
                  </a:lnTo>
                  <a:lnTo>
                    <a:pt x="5890637" y="51757"/>
                  </a:lnTo>
                  <a:lnTo>
                    <a:pt x="5890745" y="51757"/>
                  </a:lnTo>
                  <a:lnTo>
                    <a:pt x="5890854" y="51757"/>
                  </a:lnTo>
                  <a:lnTo>
                    <a:pt x="5890962" y="51757"/>
                  </a:lnTo>
                  <a:lnTo>
                    <a:pt x="5891071" y="51757"/>
                  </a:lnTo>
                  <a:lnTo>
                    <a:pt x="5891179" y="51757"/>
                  </a:lnTo>
                  <a:lnTo>
                    <a:pt x="5891288" y="51757"/>
                  </a:lnTo>
                  <a:lnTo>
                    <a:pt x="5891396" y="51757"/>
                  </a:lnTo>
                  <a:lnTo>
                    <a:pt x="5891504" y="51757"/>
                  </a:lnTo>
                  <a:lnTo>
                    <a:pt x="5891504" y="51133"/>
                  </a:lnTo>
                  <a:lnTo>
                    <a:pt x="5891613" y="51133"/>
                  </a:lnTo>
                  <a:lnTo>
                    <a:pt x="5891721" y="51133"/>
                  </a:lnTo>
                  <a:lnTo>
                    <a:pt x="5891830" y="51133"/>
                  </a:lnTo>
                  <a:lnTo>
                    <a:pt x="5891938" y="51133"/>
                  </a:lnTo>
                  <a:lnTo>
                    <a:pt x="5892047" y="51133"/>
                  </a:lnTo>
                  <a:lnTo>
                    <a:pt x="5892155" y="51133"/>
                  </a:lnTo>
                  <a:lnTo>
                    <a:pt x="5892264" y="51133"/>
                  </a:lnTo>
                  <a:lnTo>
                    <a:pt x="5892372" y="51133"/>
                  </a:lnTo>
                  <a:lnTo>
                    <a:pt x="5892481" y="51133"/>
                  </a:lnTo>
                  <a:lnTo>
                    <a:pt x="5892589" y="51133"/>
                  </a:lnTo>
                  <a:lnTo>
                    <a:pt x="5892697" y="51133"/>
                  </a:lnTo>
                  <a:lnTo>
                    <a:pt x="5892806" y="51133"/>
                  </a:lnTo>
                  <a:lnTo>
                    <a:pt x="5892806" y="50510"/>
                  </a:lnTo>
                  <a:lnTo>
                    <a:pt x="5892914" y="50510"/>
                  </a:lnTo>
                  <a:lnTo>
                    <a:pt x="5893023" y="50510"/>
                  </a:lnTo>
                  <a:lnTo>
                    <a:pt x="5893023" y="49886"/>
                  </a:lnTo>
                  <a:lnTo>
                    <a:pt x="5893131" y="49886"/>
                  </a:lnTo>
                  <a:lnTo>
                    <a:pt x="5893240" y="49886"/>
                  </a:lnTo>
                  <a:lnTo>
                    <a:pt x="5893348" y="49886"/>
                  </a:lnTo>
                  <a:lnTo>
                    <a:pt x="5893457" y="49886"/>
                  </a:lnTo>
                  <a:lnTo>
                    <a:pt x="5893565" y="49886"/>
                  </a:lnTo>
                  <a:lnTo>
                    <a:pt x="5893673" y="49886"/>
                  </a:lnTo>
                  <a:lnTo>
                    <a:pt x="5893782" y="49886"/>
                  </a:lnTo>
                  <a:lnTo>
                    <a:pt x="5893890" y="49886"/>
                  </a:lnTo>
                  <a:lnTo>
                    <a:pt x="5893999" y="49886"/>
                  </a:lnTo>
                  <a:lnTo>
                    <a:pt x="5894107" y="49886"/>
                  </a:lnTo>
                  <a:lnTo>
                    <a:pt x="5894216" y="49886"/>
                  </a:lnTo>
                  <a:lnTo>
                    <a:pt x="5894324" y="49886"/>
                  </a:lnTo>
                  <a:lnTo>
                    <a:pt x="5894433" y="49886"/>
                  </a:lnTo>
                  <a:lnTo>
                    <a:pt x="5894541" y="49886"/>
                  </a:lnTo>
                  <a:lnTo>
                    <a:pt x="5894649" y="49886"/>
                  </a:lnTo>
                  <a:lnTo>
                    <a:pt x="5894758" y="49886"/>
                  </a:lnTo>
                  <a:lnTo>
                    <a:pt x="5894866" y="49886"/>
                  </a:lnTo>
                  <a:lnTo>
                    <a:pt x="5894975" y="49886"/>
                  </a:lnTo>
                  <a:lnTo>
                    <a:pt x="5895083" y="49886"/>
                  </a:lnTo>
                  <a:lnTo>
                    <a:pt x="5895192" y="49886"/>
                  </a:lnTo>
                  <a:lnTo>
                    <a:pt x="5895300" y="49886"/>
                  </a:lnTo>
                  <a:lnTo>
                    <a:pt x="5895409" y="49886"/>
                  </a:lnTo>
                  <a:lnTo>
                    <a:pt x="5895517" y="49886"/>
                  </a:lnTo>
                  <a:lnTo>
                    <a:pt x="5895625" y="49886"/>
                  </a:lnTo>
                  <a:lnTo>
                    <a:pt x="5895734" y="49886"/>
                  </a:lnTo>
                  <a:lnTo>
                    <a:pt x="5895842" y="49886"/>
                  </a:lnTo>
                  <a:lnTo>
                    <a:pt x="5895951" y="49886"/>
                  </a:lnTo>
                  <a:lnTo>
                    <a:pt x="5896059" y="49886"/>
                  </a:lnTo>
                  <a:lnTo>
                    <a:pt x="5896059" y="49263"/>
                  </a:lnTo>
                  <a:lnTo>
                    <a:pt x="5896168" y="49263"/>
                  </a:lnTo>
                  <a:lnTo>
                    <a:pt x="5896276" y="49263"/>
                  </a:lnTo>
                  <a:lnTo>
                    <a:pt x="5896385" y="49263"/>
                  </a:lnTo>
                  <a:lnTo>
                    <a:pt x="5896493" y="49263"/>
                  </a:lnTo>
                  <a:lnTo>
                    <a:pt x="5896602" y="49263"/>
                  </a:lnTo>
                  <a:lnTo>
                    <a:pt x="5896710" y="49263"/>
                  </a:lnTo>
                  <a:lnTo>
                    <a:pt x="5896818" y="49263"/>
                  </a:lnTo>
                  <a:lnTo>
                    <a:pt x="5896927" y="49263"/>
                  </a:lnTo>
                  <a:lnTo>
                    <a:pt x="5897035" y="49263"/>
                  </a:lnTo>
                  <a:lnTo>
                    <a:pt x="5897144" y="49263"/>
                  </a:lnTo>
                  <a:lnTo>
                    <a:pt x="5897252" y="49263"/>
                  </a:lnTo>
                  <a:lnTo>
                    <a:pt x="5897361" y="49263"/>
                  </a:lnTo>
                  <a:lnTo>
                    <a:pt x="5897469" y="49263"/>
                  </a:lnTo>
                  <a:lnTo>
                    <a:pt x="5897578" y="49263"/>
                  </a:lnTo>
                  <a:lnTo>
                    <a:pt x="5897686" y="49263"/>
                  </a:lnTo>
                  <a:lnTo>
                    <a:pt x="5897794" y="49263"/>
                  </a:lnTo>
                  <a:lnTo>
                    <a:pt x="5897903" y="49263"/>
                  </a:lnTo>
                  <a:lnTo>
                    <a:pt x="5898011" y="49263"/>
                  </a:lnTo>
                  <a:lnTo>
                    <a:pt x="5898120" y="49263"/>
                  </a:lnTo>
                  <a:lnTo>
                    <a:pt x="5898228" y="49263"/>
                  </a:lnTo>
                  <a:lnTo>
                    <a:pt x="5898337" y="49263"/>
                  </a:lnTo>
                  <a:lnTo>
                    <a:pt x="5898445" y="49263"/>
                  </a:lnTo>
                  <a:lnTo>
                    <a:pt x="5898554" y="49263"/>
                  </a:lnTo>
                  <a:lnTo>
                    <a:pt x="5898662" y="49263"/>
                  </a:lnTo>
                  <a:lnTo>
                    <a:pt x="5898770" y="49263"/>
                  </a:lnTo>
                  <a:lnTo>
                    <a:pt x="5898879" y="49263"/>
                  </a:lnTo>
                  <a:lnTo>
                    <a:pt x="5898987" y="49263"/>
                  </a:lnTo>
                  <a:lnTo>
                    <a:pt x="5899096" y="49263"/>
                  </a:lnTo>
                  <a:lnTo>
                    <a:pt x="5899204" y="49263"/>
                  </a:lnTo>
                  <a:lnTo>
                    <a:pt x="5899313" y="49263"/>
                  </a:lnTo>
                  <a:lnTo>
                    <a:pt x="5899421" y="49263"/>
                  </a:lnTo>
                  <a:lnTo>
                    <a:pt x="5899530" y="49263"/>
                  </a:lnTo>
                  <a:lnTo>
                    <a:pt x="5899638" y="49263"/>
                  </a:lnTo>
                  <a:lnTo>
                    <a:pt x="5899746" y="49263"/>
                  </a:lnTo>
                  <a:lnTo>
                    <a:pt x="5899855" y="49263"/>
                  </a:lnTo>
                  <a:lnTo>
                    <a:pt x="5899855" y="48639"/>
                  </a:lnTo>
                  <a:lnTo>
                    <a:pt x="5899963" y="48639"/>
                  </a:lnTo>
                  <a:lnTo>
                    <a:pt x="5900072" y="48639"/>
                  </a:lnTo>
                  <a:lnTo>
                    <a:pt x="5900180" y="48639"/>
                  </a:lnTo>
                  <a:lnTo>
                    <a:pt x="5900289" y="48639"/>
                  </a:lnTo>
                  <a:lnTo>
                    <a:pt x="5900397" y="48639"/>
                  </a:lnTo>
                  <a:lnTo>
                    <a:pt x="5900506" y="48639"/>
                  </a:lnTo>
                  <a:lnTo>
                    <a:pt x="5900614" y="48639"/>
                  </a:lnTo>
                  <a:lnTo>
                    <a:pt x="5900722" y="48639"/>
                  </a:lnTo>
                  <a:lnTo>
                    <a:pt x="5900831" y="48639"/>
                  </a:lnTo>
                  <a:lnTo>
                    <a:pt x="5900939" y="48639"/>
                  </a:lnTo>
                  <a:lnTo>
                    <a:pt x="5901048" y="48639"/>
                  </a:lnTo>
                  <a:lnTo>
                    <a:pt x="5901156" y="48639"/>
                  </a:lnTo>
                  <a:lnTo>
                    <a:pt x="5901265" y="48639"/>
                  </a:lnTo>
                  <a:lnTo>
                    <a:pt x="5901373" y="48639"/>
                  </a:lnTo>
                  <a:lnTo>
                    <a:pt x="5901482" y="48639"/>
                  </a:lnTo>
                  <a:lnTo>
                    <a:pt x="5901590" y="48639"/>
                  </a:lnTo>
                  <a:lnTo>
                    <a:pt x="5901699" y="48639"/>
                  </a:lnTo>
                  <a:lnTo>
                    <a:pt x="5901807" y="48639"/>
                  </a:lnTo>
                  <a:lnTo>
                    <a:pt x="5901915" y="48639"/>
                  </a:lnTo>
                  <a:lnTo>
                    <a:pt x="5902024" y="48639"/>
                  </a:lnTo>
                  <a:lnTo>
                    <a:pt x="5902132" y="48639"/>
                  </a:lnTo>
                  <a:lnTo>
                    <a:pt x="5902241" y="48639"/>
                  </a:lnTo>
                  <a:lnTo>
                    <a:pt x="5902349" y="48639"/>
                  </a:lnTo>
                  <a:lnTo>
                    <a:pt x="5902458" y="48639"/>
                  </a:lnTo>
                  <a:lnTo>
                    <a:pt x="5902566" y="48639"/>
                  </a:lnTo>
                  <a:lnTo>
                    <a:pt x="5902675" y="48639"/>
                  </a:lnTo>
                  <a:lnTo>
                    <a:pt x="5902783" y="48639"/>
                  </a:lnTo>
                  <a:lnTo>
                    <a:pt x="5902891" y="48639"/>
                  </a:lnTo>
                  <a:lnTo>
                    <a:pt x="5903000" y="48639"/>
                  </a:lnTo>
                  <a:lnTo>
                    <a:pt x="5903108" y="48639"/>
                  </a:lnTo>
                  <a:lnTo>
                    <a:pt x="5903217" y="48639"/>
                  </a:lnTo>
                  <a:lnTo>
                    <a:pt x="5903325" y="48639"/>
                  </a:lnTo>
                  <a:lnTo>
                    <a:pt x="5903434" y="48639"/>
                  </a:lnTo>
                  <a:lnTo>
                    <a:pt x="5903542" y="48639"/>
                  </a:lnTo>
                  <a:lnTo>
                    <a:pt x="5903651" y="48639"/>
                  </a:lnTo>
                  <a:lnTo>
                    <a:pt x="5903759" y="48639"/>
                  </a:lnTo>
                  <a:lnTo>
                    <a:pt x="5903867" y="48639"/>
                  </a:lnTo>
                  <a:lnTo>
                    <a:pt x="5903976" y="48639"/>
                  </a:lnTo>
                  <a:lnTo>
                    <a:pt x="5904084" y="48639"/>
                  </a:lnTo>
                  <a:lnTo>
                    <a:pt x="5904193" y="48639"/>
                  </a:lnTo>
                  <a:lnTo>
                    <a:pt x="5904301" y="48639"/>
                  </a:lnTo>
                  <a:lnTo>
                    <a:pt x="5904301" y="48015"/>
                  </a:lnTo>
                  <a:lnTo>
                    <a:pt x="5904410" y="48015"/>
                  </a:lnTo>
                  <a:lnTo>
                    <a:pt x="5904518" y="48015"/>
                  </a:lnTo>
                  <a:lnTo>
                    <a:pt x="5904627" y="48015"/>
                  </a:lnTo>
                  <a:lnTo>
                    <a:pt x="5904735" y="48015"/>
                  </a:lnTo>
                  <a:lnTo>
                    <a:pt x="5904843" y="48015"/>
                  </a:lnTo>
                  <a:lnTo>
                    <a:pt x="5904952" y="48015"/>
                  </a:lnTo>
                  <a:lnTo>
                    <a:pt x="5905060" y="48015"/>
                  </a:lnTo>
                  <a:lnTo>
                    <a:pt x="5905169" y="48015"/>
                  </a:lnTo>
                  <a:lnTo>
                    <a:pt x="5905277" y="48015"/>
                  </a:lnTo>
                  <a:lnTo>
                    <a:pt x="5905386" y="48015"/>
                  </a:lnTo>
                  <a:lnTo>
                    <a:pt x="5905494" y="48015"/>
                  </a:lnTo>
                  <a:lnTo>
                    <a:pt x="5905603" y="48015"/>
                  </a:lnTo>
                  <a:lnTo>
                    <a:pt x="5905711" y="48015"/>
                  </a:lnTo>
                  <a:lnTo>
                    <a:pt x="5905820" y="48015"/>
                  </a:lnTo>
                  <a:lnTo>
                    <a:pt x="5905928" y="48015"/>
                  </a:lnTo>
                  <a:lnTo>
                    <a:pt x="5906036" y="48015"/>
                  </a:lnTo>
                  <a:lnTo>
                    <a:pt x="5906145" y="48015"/>
                  </a:lnTo>
                  <a:lnTo>
                    <a:pt x="5906253" y="48015"/>
                  </a:lnTo>
                  <a:lnTo>
                    <a:pt x="5906362" y="48015"/>
                  </a:lnTo>
                  <a:lnTo>
                    <a:pt x="5906470" y="48015"/>
                  </a:lnTo>
                  <a:lnTo>
                    <a:pt x="5906579" y="48015"/>
                  </a:lnTo>
                  <a:lnTo>
                    <a:pt x="5906687" y="48015"/>
                  </a:lnTo>
                  <a:lnTo>
                    <a:pt x="5906796" y="48015"/>
                  </a:lnTo>
                  <a:lnTo>
                    <a:pt x="5906904" y="48015"/>
                  </a:lnTo>
                  <a:lnTo>
                    <a:pt x="5907012" y="48015"/>
                  </a:lnTo>
                  <a:lnTo>
                    <a:pt x="5907121" y="48015"/>
                  </a:lnTo>
                  <a:lnTo>
                    <a:pt x="5907229" y="48015"/>
                  </a:lnTo>
                  <a:lnTo>
                    <a:pt x="5907338" y="48015"/>
                  </a:lnTo>
                  <a:lnTo>
                    <a:pt x="5907446" y="48015"/>
                  </a:lnTo>
                  <a:lnTo>
                    <a:pt x="5907555" y="48015"/>
                  </a:lnTo>
                  <a:lnTo>
                    <a:pt x="5907663" y="48015"/>
                  </a:lnTo>
                  <a:lnTo>
                    <a:pt x="5907772" y="48015"/>
                  </a:lnTo>
                  <a:lnTo>
                    <a:pt x="5907880" y="48015"/>
                  </a:lnTo>
                  <a:lnTo>
                    <a:pt x="5907988" y="48015"/>
                  </a:lnTo>
                  <a:lnTo>
                    <a:pt x="5908097" y="48015"/>
                  </a:lnTo>
                  <a:lnTo>
                    <a:pt x="5908205" y="48015"/>
                  </a:lnTo>
                  <a:lnTo>
                    <a:pt x="5908314" y="48015"/>
                  </a:lnTo>
                  <a:lnTo>
                    <a:pt x="5908422" y="48015"/>
                  </a:lnTo>
                  <a:lnTo>
                    <a:pt x="5908531" y="48015"/>
                  </a:lnTo>
                  <a:lnTo>
                    <a:pt x="5908639" y="48015"/>
                  </a:lnTo>
                  <a:lnTo>
                    <a:pt x="5908748" y="48015"/>
                  </a:lnTo>
                  <a:lnTo>
                    <a:pt x="5908856" y="48015"/>
                  </a:lnTo>
                  <a:lnTo>
                    <a:pt x="5908964" y="48015"/>
                  </a:lnTo>
                  <a:lnTo>
                    <a:pt x="5909073" y="48015"/>
                  </a:lnTo>
                  <a:lnTo>
                    <a:pt x="5909181" y="48015"/>
                  </a:lnTo>
                  <a:lnTo>
                    <a:pt x="5909290" y="48015"/>
                  </a:lnTo>
                  <a:lnTo>
                    <a:pt x="5909398" y="48015"/>
                  </a:lnTo>
                  <a:lnTo>
                    <a:pt x="5909507" y="48015"/>
                  </a:lnTo>
                  <a:lnTo>
                    <a:pt x="5909615" y="48015"/>
                  </a:lnTo>
                  <a:lnTo>
                    <a:pt x="5909724" y="48015"/>
                  </a:lnTo>
                  <a:lnTo>
                    <a:pt x="5909832" y="48015"/>
                  </a:lnTo>
                  <a:lnTo>
                    <a:pt x="5909941" y="48015"/>
                  </a:lnTo>
                  <a:lnTo>
                    <a:pt x="5910049" y="48015"/>
                  </a:lnTo>
                  <a:lnTo>
                    <a:pt x="5910157" y="48015"/>
                  </a:lnTo>
                  <a:lnTo>
                    <a:pt x="5910266" y="48015"/>
                  </a:lnTo>
                  <a:lnTo>
                    <a:pt x="5910374" y="48015"/>
                  </a:lnTo>
                  <a:lnTo>
                    <a:pt x="5910483" y="48015"/>
                  </a:lnTo>
                  <a:lnTo>
                    <a:pt x="5910591" y="48015"/>
                  </a:lnTo>
                  <a:lnTo>
                    <a:pt x="5910700" y="48015"/>
                  </a:lnTo>
                  <a:lnTo>
                    <a:pt x="5910808" y="48015"/>
                  </a:lnTo>
                  <a:lnTo>
                    <a:pt x="5910917" y="48015"/>
                  </a:lnTo>
                  <a:lnTo>
                    <a:pt x="5911025" y="48015"/>
                  </a:lnTo>
                  <a:lnTo>
                    <a:pt x="5911025" y="47392"/>
                  </a:lnTo>
                  <a:lnTo>
                    <a:pt x="5911133" y="47392"/>
                  </a:lnTo>
                  <a:lnTo>
                    <a:pt x="5911242" y="47392"/>
                  </a:lnTo>
                  <a:lnTo>
                    <a:pt x="5911350" y="47392"/>
                  </a:lnTo>
                  <a:lnTo>
                    <a:pt x="5911459" y="47392"/>
                  </a:lnTo>
                  <a:lnTo>
                    <a:pt x="5911567" y="47392"/>
                  </a:lnTo>
                  <a:lnTo>
                    <a:pt x="5911676" y="47392"/>
                  </a:lnTo>
                  <a:lnTo>
                    <a:pt x="5911784" y="47392"/>
                  </a:lnTo>
                  <a:lnTo>
                    <a:pt x="5911893" y="47392"/>
                  </a:lnTo>
                  <a:lnTo>
                    <a:pt x="5912001" y="47392"/>
                  </a:lnTo>
                  <a:lnTo>
                    <a:pt x="5912109" y="47392"/>
                  </a:lnTo>
                  <a:lnTo>
                    <a:pt x="5912218" y="47392"/>
                  </a:lnTo>
                  <a:lnTo>
                    <a:pt x="5912326" y="47392"/>
                  </a:lnTo>
                  <a:lnTo>
                    <a:pt x="5912435" y="47392"/>
                  </a:lnTo>
                  <a:lnTo>
                    <a:pt x="5912543" y="47392"/>
                  </a:lnTo>
                  <a:lnTo>
                    <a:pt x="5912652" y="47392"/>
                  </a:lnTo>
                  <a:lnTo>
                    <a:pt x="5912760" y="47392"/>
                  </a:lnTo>
                  <a:lnTo>
                    <a:pt x="5912869" y="47392"/>
                  </a:lnTo>
                  <a:lnTo>
                    <a:pt x="5912977" y="47392"/>
                  </a:lnTo>
                  <a:lnTo>
                    <a:pt x="5913085" y="47392"/>
                  </a:lnTo>
                  <a:lnTo>
                    <a:pt x="5913194" y="47392"/>
                  </a:lnTo>
                  <a:lnTo>
                    <a:pt x="5913302" y="47392"/>
                  </a:lnTo>
                  <a:lnTo>
                    <a:pt x="5913411" y="47392"/>
                  </a:lnTo>
                  <a:lnTo>
                    <a:pt x="5913519" y="47392"/>
                  </a:lnTo>
                  <a:lnTo>
                    <a:pt x="5913628" y="47392"/>
                  </a:lnTo>
                  <a:lnTo>
                    <a:pt x="5913736" y="47392"/>
                  </a:lnTo>
                  <a:lnTo>
                    <a:pt x="5913845" y="47392"/>
                  </a:lnTo>
                  <a:lnTo>
                    <a:pt x="5913953" y="47392"/>
                  </a:lnTo>
                  <a:lnTo>
                    <a:pt x="5914062" y="47392"/>
                  </a:lnTo>
                  <a:lnTo>
                    <a:pt x="5914170" y="47392"/>
                  </a:lnTo>
                  <a:lnTo>
                    <a:pt x="5914278" y="47392"/>
                  </a:lnTo>
                  <a:lnTo>
                    <a:pt x="5914387" y="47392"/>
                  </a:lnTo>
                  <a:lnTo>
                    <a:pt x="5914495" y="47392"/>
                  </a:lnTo>
                  <a:lnTo>
                    <a:pt x="5914604" y="47392"/>
                  </a:lnTo>
                  <a:lnTo>
                    <a:pt x="5914712" y="47392"/>
                  </a:lnTo>
                  <a:lnTo>
                    <a:pt x="5914821" y="47392"/>
                  </a:lnTo>
                  <a:lnTo>
                    <a:pt x="5914929" y="47392"/>
                  </a:lnTo>
                  <a:lnTo>
                    <a:pt x="5915038" y="47392"/>
                  </a:lnTo>
                  <a:lnTo>
                    <a:pt x="5915146" y="47392"/>
                  </a:lnTo>
                  <a:lnTo>
                    <a:pt x="5915254" y="47392"/>
                  </a:lnTo>
                  <a:lnTo>
                    <a:pt x="5915363" y="47392"/>
                  </a:lnTo>
                  <a:lnTo>
                    <a:pt x="5915363" y="46768"/>
                  </a:lnTo>
                  <a:lnTo>
                    <a:pt x="5915471" y="46768"/>
                  </a:lnTo>
                  <a:lnTo>
                    <a:pt x="5915580" y="46768"/>
                  </a:lnTo>
                  <a:lnTo>
                    <a:pt x="5915688" y="46768"/>
                  </a:lnTo>
                  <a:lnTo>
                    <a:pt x="5915797" y="46768"/>
                  </a:lnTo>
                  <a:lnTo>
                    <a:pt x="5915905" y="46768"/>
                  </a:lnTo>
                  <a:lnTo>
                    <a:pt x="5916014" y="46768"/>
                  </a:lnTo>
                  <a:lnTo>
                    <a:pt x="5916122" y="46768"/>
                  </a:lnTo>
                  <a:lnTo>
                    <a:pt x="5916230" y="46768"/>
                  </a:lnTo>
                  <a:lnTo>
                    <a:pt x="5916339" y="46768"/>
                  </a:lnTo>
                  <a:lnTo>
                    <a:pt x="5916447" y="46768"/>
                  </a:lnTo>
                  <a:lnTo>
                    <a:pt x="5916556" y="46768"/>
                  </a:lnTo>
                  <a:lnTo>
                    <a:pt x="5916664" y="46768"/>
                  </a:lnTo>
                  <a:lnTo>
                    <a:pt x="5916773" y="46768"/>
                  </a:lnTo>
                  <a:lnTo>
                    <a:pt x="5916881" y="46768"/>
                  </a:lnTo>
                  <a:lnTo>
                    <a:pt x="5916990" y="46768"/>
                  </a:lnTo>
                  <a:lnTo>
                    <a:pt x="5917098" y="46768"/>
                  </a:lnTo>
                  <a:lnTo>
                    <a:pt x="5917206" y="46768"/>
                  </a:lnTo>
                  <a:lnTo>
                    <a:pt x="5917315" y="46768"/>
                  </a:lnTo>
                  <a:lnTo>
                    <a:pt x="5917423" y="46768"/>
                  </a:lnTo>
                  <a:lnTo>
                    <a:pt x="5917532" y="46768"/>
                  </a:lnTo>
                  <a:lnTo>
                    <a:pt x="5917640" y="46768"/>
                  </a:lnTo>
                  <a:lnTo>
                    <a:pt x="5917749" y="46768"/>
                  </a:lnTo>
                  <a:lnTo>
                    <a:pt x="5917857" y="46768"/>
                  </a:lnTo>
                  <a:lnTo>
                    <a:pt x="5917966" y="46768"/>
                  </a:lnTo>
                  <a:lnTo>
                    <a:pt x="5918074" y="46768"/>
                  </a:lnTo>
                  <a:lnTo>
                    <a:pt x="5918183" y="46768"/>
                  </a:lnTo>
                  <a:lnTo>
                    <a:pt x="5918291" y="46768"/>
                  </a:lnTo>
                  <a:lnTo>
                    <a:pt x="5918399" y="46768"/>
                  </a:lnTo>
                  <a:lnTo>
                    <a:pt x="5918508" y="46768"/>
                  </a:lnTo>
                  <a:lnTo>
                    <a:pt x="5918616" y="46768"/>
                  </a:lnTo>
                  <a:lnTo>
                    <a:pt x="5918725" y="46768"/>
                  </a:lnTo>
                  <a:lnTo>
                    <a:pt x="5918833" y="46768"/>
                  </a:lnTo>
                  <a:lnTo>
                    <a:pt x="5918942" y="46768"/>
                  </a:lnTo>
                  <a:lnTo>
                    <a:pt x="5919050" y="46768"/>
                  </a:lnTo>
                  <a:lnTo>
                    <a:pt x="5919159" y="46768"/>
                  </a:lnTo>
                  <a:lnTo>
                    <a:pt x="5919267" y="46768"/>
                  </a:lnTo>
                  <a:lnTo>
                    <a:pt x="5919375" y="46768"/>
                  </a:lnTo>
                  <a:lnTo>
                    <a:pt x="5919484" y="46768"/>
                  </a:lnTo>
                  <a:lnTo>
                    <a:pt x="5919592" y="46768"/>
                  </a:lnTo>
                  <a:lnTo>
                    <a:pt x="5919701" y="46768"/>
                  </a:lnTo>
                  <a:lnTo>
                    <a:pt x="5919809" y="46768"/>
                  </a:lnTo>
                  <a:lnTo>
                    <a:pt x="5919918" y="46768"/>
                  </a:lnTo>
                  <a:lnTo>
                    <a:pt x="5920026" y="46768"/>
                  </a:lnTo>
                  <a:lnTo>
                    <a:pt x="5920135" y="46768"/>
                  </a:lnTo>
                  <a:lnTo>
                    <a:pt x="5920243" y="46768"/>
                  </a:lnTo>
                  <a:lnTo>
                    <a:pt x="5920351" y="46768"/>
                  </a:lnTo>
                  <a:lnTo>
                    <a:pt x="5920460" y="46768"/>
                  </a:lnTo>
                  <a:lnTo>
                    <a:pt x="5920568" y="46768"/>
                  </a:lnTo>
                  <a:lnTo>
                    <a:pt x="5920677" y="46768"/>
                  </a:lnTo>
                  <a:lnTo>
                    <a:pt x="5920785" y="46768"/>
                  </a:lnTo>
                  <a:lnTo>
                    <a:pt x="5920894" y="46768"/>
                  </a:lnTo>
                  <a:lnTo>
                    <a:pt x="5921002" y="46768"/>
                  </a:lnTo>
                  <a:lnTo>
                    <a:pt x="5921111" y="46768"/>
                  </a:lnTo>
                  <a:lnTo>
                    <a:pt x="5921219" y="46768"/>
                  </a:lnTo>
                  <a:lnTo>
                    <a:pt x="5921327" y="46768"/>
                  </a:lnTo>
                  <a:lnTo>
                    <a:pt x="5921327" y="46145"/>
                  </a:lnTo>
                  <a:lnTo>
                    <a:pt x="5921436" y="46145"/>
                  </a:lnTo>
                  <a:lnTo>
                    <a:pt x="5921544" y="46145"/>
                  </a:lnTo>
                  <a:lnTo>
                    <a:pt x="5921653" y="46145"/>
                  </a:lnTo>
                  <a:lnTo>
                    <a:pt x="5921761" y="46145"/>
                  </a:lnTo>
                  <a:lnTo>
                    <a:pt x="5921870" y="46145"/>
                  </a:lnTo>
                  <a:lnTo>
                    <a:pt x="5921978" y="46145"/>
                  </a:lnTo>
                  <a:lnTo>
                    <a:pt x="5922087" y="46145"/>
                  </a:lnTo>
                  <a:lnTo>
                    <a:pt x="5922195" y="46145"/>
                  </a:lnTo>
                  <a:lnTo>
                    <a:pt x="5922303" y="46145"/>
                  </a:lnTo>
                  <a:lnTo>
                    <a:pt x="5922412" y="46145"/>
                  </a:lnTo>
                  <a:lnTo>
                    <a:pt x="5922520" y="46145"/>
                  </a:lnTo>
                  <a:lnTo>
                    <a:pt x="5922629" y="46145"/>
                  </a:lnTo>
                  <a:lnTo>
                    <a:pt x="5922737" y="46145"/>
                  </a:lnTo>
                  <a:lnTo>
                    <a:pt x="5922846" y="46145"/>
                  </a:lnTo>
                  <a:lnTo>
                    <a:pt x="5922954" y="46145"/>
                  </a:lnTo>
                  <a:lnTo>
                    <a:pt x="5923063" y="46145"/>
                  </a:lnTo>
                  <a:lnTo>
                    <a:pt x="5923171" y="46145"/>
                  </a:lnTo>
                  <a:lnTo>
                    <a:pt x="5923280" y="46145"/>
                  </a:lnTo>
                  <a:lnTo>
                    <a:pt x="5923388" y="46145"/>
                  </a:lnTo>
                  <a:lnTo>
                    <a:pt x="5923496" y="46145"/>
                  </a:lnTo>
                  <a:lnTo>
                    <a:pt x="5923605" y="46145"/>
                  </a:lnTo>
                  <a:lnTo>
                    <a:pt x="5923713" y="46145"/>
                  </a:lnTo>
                  <a:lnTo>
                    <a:pt x="5923822" y="46145"/>
                  </a:lnTo>
                  <a:lnTo>
                    <a:pt x="5923930" y="46145"/>
                  </a:lnTo>
                  <a:lnTo>
                    <a:pt x="5924039" y="46145"/>
                  </a:lnTo>
                  <a:lnTo>
                    <a:pt x="5924147" y="46145"/>
                  </a:lnTo>
                  <a:lnTo>
                    <a:pt x="5924256" y="46145"/>
                  </a:lnTo>
                  <a:lnTo>
                    <a:pt x="5924364" y="46145"/>
                  </a:lnTo>
                  <a:lnTo>
                    <a:pt x="5924472" y="46145"/>
                  </a:lnTo>
                  <a:lnTo>
                    <a:pt x="5924581" y="46145"/>
                  </a:lnTo>
                  <a:lnTo>
                    <a:pt x="5924689" y="46145"/>
                  </a:lnTo>
                  <a:lnTo>
                    <a:pt x="5924798" y="46145"/>
                  </a:lnTo>
                  <a:lnTo>
                    <a:pt x="5924906" y="46145"/>
                  </a:lnTo>
                  <a:lnTo>
                    <a:pt x="5925015" y="46145"/>
                  </a:lnTo>
                  <a:lnTo>
                    <a:pt x="5925123" y="46145"/>
                  </a:lnTo>
                  <a:lnTo>
                    <a:pt x="5925232" y="46145"/>
                  </a:lnTo>
                  <a:lnTo>
                    <a:pt x="5925340" y="46145"/>
                  </a:lnTo>
                  <a:lnTo>
                    <a:pt x="5925448" y="46145"/>
                  </a:lnTo>
                  <a:lnTo>
                    <a:pt x="5925557" y="46145"/>
                  </a:lnTo>
                  <a:lnTo>
                    <a:pt x="5925665" y="46145"/>
                  </a:lnTo>
                  <a:lnTo>
                    <a:pt x="5925774" y="46145"/>
                  </a:lnTo>
                  <a:lnTo>
                    <a:pt x="5925882" y="46145"/>
                  </a:lnTo>
                  <a:lnTo>
                    <a:pt x="5925991" y="46145"/>
                  </a:lnTo>
                  <a:lnTo>
                    <a:pt x="5926099" y="46145"/>
                  </a:lnTo>
                  <a:lnTo>
                    <a:pt x="5926208" y="46145"/>
                  </a:lnTo>
                  <a:lnTo>
                    <a:pt x="5926316" y="46145"/>
                  </a:lnTo>
                  <a:lnTo>
                    <a:pt x="5926424" y="46145"/>
                  </a:lnTo>
                  <a:lnTo>
                    <a:pt x="5926533" y="46145"/>
                  </a:lnTo>
                  <a:lnTo>
                    <a:pt x="5926641" y="46145"/>
                  </a:lnTo>
                  <a:lnTo>
                    <a:pt x="5926750" y="46145"/>
                  </a:lnTo>
                  <a:lnTo>
                    <a:pt x="5926858" y="46145"/>
                  </a:lnTo>
                  <a:lnTo>
                    <a:pt x="5926967" y="46145"/>
                  </a:lnTo>
                  <a:lnTo>
                    <a:pt x="5927075" y="46145"/>
                  </a:lnTo>
                  <a:lnTo>
                    <a:pt x="5927184" y="46145"/>
                  </a:lnTo>
                  <a:lnTo>
                    <a:pt x="5927184" y="45521"/>
                  </a:lnTo>
                  <a:lnTo>
                    <a:pt x="5927292" y="45521"/>
                  </a:lnTo>
                  <a:lnTo>
                    <a:pt x="5927401" y="45521"/>
                  </a:lnTo>
                  <a:lnTo>
                    <a:pt x="5927509" y="45521"/>
                  </a:lnTo>
                  <a:lnTo>
                    <a:pt x="5927617" y="45521"/>
                  </a:lnTo>
                  <a:lnTo>
                    <a:pt x="5927726" y="45521"/>
                  </a:lnTo>
                  <a:lnTo>
                    <a:pt x="5927834" y="45521"/>
                  </a:lnTo>
                  <a:lnTo>
                    <a:pt x="5927943" y="45521"/>
                  </a:lnTo>
                  <a:lnTo>
                    <a:pt x="5928051" y="45521"/>
                  </a:lnTo>
                  <a:lnTo>
                    <a:pt x="5928160" y="45521"/>
                  </a:lnTo>
                  <a:lnTo>
                    <a:pt x="5928268" y="45521"/>
                  </a:lnTo>
                  <a:lnTo>
                    <a:pt x="5928377" y="45521"/>
                  </a:lnTo>
                  <a:lnTo>
                    <a:pt x="5928485" y="45521"/>
                  </a:lnTo>
                  <a:lnTo>
                    <a:pt x="5928593" y="45521"/>
                  </a:lnTo>
                  <a:lnTo>
                    <a:pt x="5928702" y="45521"/>
                  </a:lnTo>
                  <a:lnTo>
                    <a:pt x="5928810" y="45521"/>
                  </a:lnTo>
                  <a:lnTo>
                    <a:pt x="5928810" y="44897"/>
                  </a:lnTo>
                  <a:lnTo>
                    <a:pt x="5928919" y="44897"/>
                  </a:lnTo>
                  <a:lnTo>
                    <a:pt x="5929027" y="44897"/>
                  </a:lnTo>
                  <a:lnTo>
                    <a:pt x="5929136" y="44897"/>
                  </a:lnTo>
                  <a:lnTo>
                    <a:pt x="5929244" y="44897"/>
                  </a:lnTo>
                  <a:lnTo>
                    <a:pt x="5929353" y="44897"/>
                  </a:lnTo>
                  <a:lnTo>
                    <a:pt x="5929461" y="44897"/>
                  </a:lnTo>
                  <a:lnTo>
                    <a:pt x="5929569" y="44897"/>
                  </a:lnTo>
                  <a:lnTo>
                    <a:pt x="5929678" y="44897"/>
                  </a:lnTo>
                  <a:lnTo>
                    <a:pt x="5929786" y="44897"/>
                  </a:lnTo>
                  <a:lnTo>
                    <a:pt x="5929895" y="44897"/>
                  </a:lnTo>
                  <a:lnTo>
                    <a:pt x="5930003" y="44897"/>
                  </a:lnTo>
                  <a:lnTo>
                    <a:pt x="5930112" y="44897"/>
                  </a:lnTo>
                  <a:lnTo>
                    <a:pt x="5930220" y="44897"/>
                  </a:lnTo>
                  <a:lnTo>
                    <a:pt x="5930329" y="44897"/>
                  </a:lnTo>
                  <a:lnTo>
                    <a:pt x="5930437" y="44897"/>
                  </a:lnTo>
                  <a:lnTo>
                    <a:pt x="5930545" y="44897"/>
                  </a:lnTo>
                  <a:lnTo>
                    <a:pt x="5930654" y="44897"/>
                  </a:lnTo>
                  <a:lnTo>
                    <a:pt x="5930762" y="44897"/>
                  </a:lnTo>
                  <a:lnTo>
                    <a:pt x="5930871" y="44897"/>
                  </a:lnTo>
                  <a:lnTo>
                    <a:pt x="5930979" y="44897"/>
                  </a:lnTo>
                  <a:lnTo>
                    <a:pt x="5931088" y="44897"/>
                  </a:lnTo>
                  <a:lnTo>
                    <a:pt x="5931196" y="44897"/>
                  </a:lnTo>
                  <a:lnTo>
                    <a:pt x="5931305" y="44897"/>
                  </a:lnTo>
                  <a:lnTo>
                    <a:pt x="5931413" y="44897"/>
                  </a:lnTo>
                  <a:lnTo>
                    <a:pt x="5931522" y="44897"/>
                  </a:lnTo>
                  <a:lnTo>
                    <a:pt x="5931630" y="44897"/>
                  </a:lnTo>
                  <a:lnTo>
                    <a:pt x="5931738" y="44897"/>
                  </a:lnTo>
                  <a:lnTo>
                    <a:pt x="5931847" y="44897"/>
                  </a:lnTo>
                  <a:lnTo>
                    <a:pt x="5931955" y="44897"/>
                  </a:lnTo>
                  <a:lnTo>
                    <a:pt x="5932064" y="44897"/>
                  </a:lnTo>
                  <a:lnTo>
                    <a:pt x="5932172" y="44897"/>
                  </a:lnTo>
                  <a:lnTo>
                    <a:pt x="5932281" y="44897"/>
                  </a:lnTo>
                  <a:lnTo>
                    <a:pt x="5932389" y="44897"/>
                  </a:lnTo>
                  <a:lnTo>
                    <a:pt x="5932498" y="44897"/>
                  </a:lnTo>
                  <a:lnTo>
                    <a:pt x="5932606" y="44897"/>
                  </a:lnTo>
                  <a:lnTo>
                    <a:pt x="5932714" y="44897"/>
                  </a:lnTo>
                  <a:lnTo>
                    <a:pt x="5932823" y="44897"/>
                  </a:lnTo>
                  <a:lnTo>
                    <a:pt x="5932931" y="44897"/>
                  </a:lnTo>
                  <a:lnTo>
                    <a:pt x="5933040" y="44897"/>
                  </a:lnTo>
                  <a:lnTo>
                    <a:pt x="5933148" y="44897"/>
                  </a:lnTo>
                  <a:lnTo>
                    <a:pt x="5933257" y="44897"/>
                  </a:lnTo>
                  <a:lnTo>
                    <a:pt x="5933257" y="44274"/>
                  </a:lnTo>
                  <a:lnTo>
                    <a:pt x="5933365" y="44274"/>
                  </a:lnTo>
                  <a:lnTo>
                    <a:pt x="5933474" y="44274"/>
                  </a:lnTo>
                  <a:lnTo>
                    <a:pt x="5933582" y="44274"/>
                  </a:lnTo>
                  <a:lnTo>
                    <a:pt x="5933690" y="44274"/>
                  </a:lnTo>
                  <a:lnTo>
                    <a:pt x="5933799" y="44274"/>
                  </a:lnTo>
                  <a:lnTo>
                    <a:pt x="5933799" y="43650"/>
                  </a:lnTo>
                  <a:lnTo>
                    <a:pt x="5933907" y="43650"/>
                  </a:lnTo>
                  <a:lnTo>
                    <a:pt x="5934016" y="43650"/>
                  </a:lnTo>
                  <a:lnTo>
                    <a:pt x="5934124" y="43650"/>
                  </a:lnTo>
                  <a:lnTo>
                    <a:pt x="5934233" y="43650"/>
                  </a:lnTo>
                  <a:lnTo>
                    <a:pt x="5934341" y="43650"/>
                  </a:lnTo>
                  <a:lnTo>
                    <a:pt x="5934450" y="43650"/>
                  </a:lnTo>
                  <a:lnTo>
                    <a:pt x="5934558" y="43650"/>
                  </a:lnTo>
                  <a:lnTo>
                    <a:pt x="5934666" y="43650"/>
                  </a:lnTo>
                  <a:lnTo>
                    <a:pt x="5934775" y="43650"/>
                  </a:lnTo>
                  <a:lnTo>
                    <a:pt x="5934883" y="43650"/>
                  </a:lnTo>
                  <a:lnTo>
                    <a:pt x="5934992" y="43650"/>
                  </a:lnTo>
                  <a:lnTo>
                    <a:pt x="5935100" y="43650"/>
                  </a:lnTo>
                  <a:lnTo>
                    <a:pt x="5935100" y="43027"/>
                  </a:lnTo>
                  <a:lnTo>
                    <a:pt x="5935209" y="43027"/>
                  </a:lnTo>
                  <a:lnTo>
                    <a:pt x="5935317" y="43027"/>
                  </a:lnTo>
                  <a:lnTo>
                    <a:pt x="5935426" y="43027"/>
                  </a:lnTo>
                  <a:lnTo>
                    <a:pt x="5935534" y="43027"/>
                  </a:lnTo>
                  <a:lnTo>
                    <a:pt x="5935643" y="43027"/>
                  </a:lnTo>
                  <a:lnTo>
                    <a:pt x="5935751" y="43027"/>
                  </a:lnTo>
                  <a:lnTo>
                    <a:pt x="5935859" y="43027"/>
                  </a:lnTo>
                  <a:lnTo>
                    <a:pt x="5935968" y="43027"/>
                  </a:lnTo>
                  <a:lnTo>
                    <a:pt x="5936076" y="43027"/>
                  </a:lnTo>
                  <a:lnTo>
                    <a:pt x="5936185" y="43027"/>
                  </a:lnTo>
                  <a:lnTo>
                    <a:pt x="5936293" y="43027"/>
                  </a:lnTo>
                  <a:lnTo>
                    <a:pt x="5936402" y="43027"/>
                  </a:lnTo>
                  <a:lnTo>
                    <a:pt x="5936510" y="43027"/>
                  </a:lnTo>
                  <a:lnTo>
                    <a:pt x="5936619" y="43027"/>
                  </a:lnTo>
                  <a:lnTo>
                    <a:pt x="5936727" y="43027"/>
                  </a:lnTo>
                  <a:lnTo>
                    <a:pt x="5936835" y="43027"/>
                  </a:lnTo>
                  <a:lnTo>
                    <a:pt x="5936944" y="43027"/>
                  </a:lnTo>
                  <a:lnTo>
                    <a:pt x="5937052" y="43027"/>
                  </a:lnTo>
                  <a:lnTo>
                    <a:pt x="5937161" y="43027"/>
                  </a:lnTo>
                  <a:lnTo>
                    <a:pt x="5937269" y="43027"/>
                  </a:lnTo>
                  <a:lnTo>
                    <a:pt x="5937378" y="43027"/>
                  </a:lnTo>
                  <a:lnTo>
                    <a:pt x="5937486" y="43027"/>
                  </a:lnTo>
                  <a:lnTo>
                    <a:pt x="5937595" y="43027"/>
                  </a:lnTo>
                  <a:lnTo>
                    <a:pt x="5937703" y="43027"/>
                  </a:lnTo>
                  <a:lnTo>
                    <a:pt x="5937811" y="43027"/>
                  </a:lnTo>
                  <a:lnTo>
                    <a:pt x="5937920" y="43027"/>
                  </a:lnTo>
                  <a:lnTo>
                    <a:pt x="5938028" y="43027"/>
                  </a:lnTo>
                  <a:lnTo>
                    <a:pt x="5938028" y="42403"/>
                  </a:lnTo>
                  <a:lnTo>
                    <a:pt x="5938137" y="42403"/>
                  </a:lnTo>
                  <a:lnTo>
                    <a:pt x="5938245" y="42403"/>
                  </a:lnTo>
                  <a:lnTo>
                    <a:pt x="5938354" y="42403"/>
                  </a:lnTo>
                  <a:lnTo>
                    <a:pt x="5938462" y="42403"/>
                  </a:lnTo>
                  <a:lnTo>
                    <a:pt x="5938571" y="42403"/>
                  </a:lnTo>
                  <a:lnTo>
                    <a:pt x="5938679" y="42403"/>
                  </a:lnTo>
                  <a:lnTo>
                    <a:pt x="5938787" y="42403"/>
                  </a:lnTo>
                  <a:lnTo>
                    <a:pt x="5938896" y="42403"/>
                  </a:lnTo>
                  <a:lnTo>
                    <a:pt x="5939004" y="42403"/>
                  </a:lnTo>
                  <a:lnTo>
                    <a:pt x="5939113" y="42403"/>
                  </a:lnTo>
                  <a:lnTo>
                    <a:pt x="5939221" y="42403"/>
                  </a:lnTo>
                  <a:lnTo>
                    <a:pt x="5939330" y="42403"/>
                  </a:lnTo>
                  <a:lnTo>
                    <a:pt x="5939438" y="42403"/>
                  </a:lnTo>
                  <a:lnTo>
                    <a:pt x="5939547" y="42403"/>
                  </a:lnTo>
                  <a:lnTo>
                    <a:pt x="5939655" y="42403"/>
                  </a:lnTo>
                  <a:lnTo>
                    <a:pt x="5939764" y="42403"/>
                  </a:lnTo>
                  <a:lnTo>
                    <a:pt x="5939872" y="42403"/>
                  </a:lnTo>
                  <a:lnTo>
                    <a:pt x="5939980" y="42403"/>
                  </a:lnTo>
                  <a:lnTo>
                    <a:pt x="5940089" y="42403"/>
                  </a:lnTo>
                  <a:lnTo>
                    <a:pt x="5940197" y="42403"/>
                  </a:lnTo>
                  <a:lnTo>
                    <a:pt x="5940306" y="42403"/>
                  </a:lnTo>
                  <a:lnTo>
                    <a:pt x="5940414" y="42403"/>
                  </a:lnTo>
                  <a:lnTo>
                    <a:pt x="5940523" y="42403"/>
                  </a:lnTo>
                  <a:lnTo>
                    <a:pt x="5940631" y="42403"/>
                  </a:lnTo>
                  <a:lnTo>
                    <a:pt x="5940740" y="42403"/>
                  </a:lnTo>
                  <a:lnTo>
                    <a:pt x="5940848" y="42403"/>
                  </a:lnTo>
                  <a:lnTo>
                    <a:pt x="5940956" y="42403"/>
                  </a:lnTo>
                  <a:lnTo>
                    <a:pt x="5941065" y="42403"/>
                  </a:lnTo>
                  <a:lnTo>
                    <a:pt x="5941065" y="41780"/>
                  </a:lnTo>
                  <a:lnTo>
                    <a:pt x="5941173" y="41780"/>
                  </a:lnTo>
                  <a:lnTo>
                    <a:pt x="5941282" y="41780"/>
                  </a:lnTo>
                  <a:lnTo>
                    <a:pt x="5941390" y="41780"/>
                  </a:lnTo>
                  <a:lnTo>
                    <a:pt x="5941499" y="41780"/>
                  </a:lnTo>
                  <a:lnTo>
                    <a:pt x="5941607" y="41780"/>
                  </a:lnTo>
                  <a:lnTo>
                    <a:pt x="5941716" y="41780"/>
                  </a:lnTo>
                  <a:lnTo>
                    <a:pt x="5941824" y="41780"/>
                  </a:lnTo>
                  <a:lnTo>
                    <a:pt x="5941932" y="41780"/>
                  </a:lnTo>
                  <a:lnTo>
                    <a:pt x="5942041" y="41780"/>
                  </a:lnTo>
                  <a:lnTo>
                    <a:pt x="5942149" y="41780"/>
                  </a:lnTo>
                  <a:lnTo>
                    <a:pt x="5942258" y="41780"/>
                  </a:lnTo>
                  <a:lnTo>
                    <a:pt x="5942366" y="41780"/>
                  </a:lnTo>
                  <a:lnTo>
                    <a:pt x="5942475" y="41780"/>
                  </a:lnTo>
                  <a:lnTo>
                    <a:pt x="5942583" y="41780"/>
                  </a:lnTo>
                  <a:lnTo>
                    <a:pt x="5942692" y="41780"/>
                  </a:lnTo>
                  <a:lnTo>
                    <a:pt x="5942800" y="41780"/>
                  </a:lnTo>
                  <a:lnTo>
                    <a:pt x="5942908" y="41780"/>
                  </a:lnTo>
                  <a:lnTo>
                    <a:pt x="5943017" y="41780"/>
                  </a:lnTo>
                  <a:lnTo>
                    <a:pt x="5943125" y="41780"/>
                  </a:lnTo>
                  <a:lnTo>
                    <a:pt x="5943234" y="41780"/>
                  </a:lnTo>
                  <a:lnTo>
                    <a:pt x="5943342" y="41780"/>
                  </a:lnTo>
                  <a:lnTo>
                    <a:pt x="5943451" y="41780"/>
                  </a:lnTo>
                  <a:lnTo>
                    <a:pt x="5943559" y="41780"/>
                  </a:lnTo>
                  <a:lnTo>
                    <a:pt x="5943668" y="41780"/>
                  </a:lnTo>
                  <a:lnTo>
                    <a:pt x="5943776" y="41780"/>
                  </a:lnTo>
                  <a:lnTo>
                    <a:pt x="5943885" y="41780"/>
                  </a:lnTo>
                  <a:lnTo>
                    <a:pt x="5943993" y="41780"/>
                  </a:lnTo>
                  <a:lnTo>
                    <a:pt x="5944101" y="41780"/>
                  </a:lnTo>
                  <a:lnTo>
                    <a:pt x="5944210" y="41780"/>
                  </a:lnTo>
                  <a:lnTo>
                    <a:pt x="5944318" y="41780"/>
                  </a:lnTo>
                  <a:lnTo>
                    <a:pt x="5944427" y="41780"/>
                  </a:lnTo>
                  <a:lnTo>
                    <a:pt x="5944535" y="41780"/>
                  </a:lnTo>
                  <a:lnTo>
                    <a:pt x="5944644" y="41780"/>
                  </a:lnTo>
                  <a:lnTo>
                    <a:pt x="5944752" y="41780"/>
                  </a:lnTo>
                  <a:lnTo>
                    <a:pt x="5944861" y="41780"/>
                  </a:lnTo>
                  <a:lnTo>
                    <a:pt x="5944969" y="41780"/>
                  </a:lnTo>
                  <a:lnTo>
                    <a:pt x="5945077" y="41780"/>
                  </a:lnTo>
                  <a:lnTo>
                    <a:pt x="5945186" y="41780"/>
                  </a:lnTo>
                  <a:lnTo>
                    <a:pt x="5945186" y="41156"/>
                  </a:lnTo>
                  <a:lnTo>
                    <a:pt x="5945294" y="41156"/>
                  </a:lnTo>
                  <a:lnTo>
                    <a:pt x="5945403" y="41156"/>
                  </a:lnTo>
                  <a:lnTo>
                    <a:pt x="5945511" y="41156"/>
                  </a:lnTo>
                  <a:lnTo>
                    <a:pt x="5945620" y="41156"/>
                  </a:lnTo>
                  <a:lnTo>
                    <a:pt x="5945728" y="41156"/>
                  </a:lnTo>
                  <a:lnTo>
                    <a:pt x="5945837" y="41156"/>
                  </a:lnTo>
                  <a:lnTo>
                    <a:pt x="5945945" y="41156"/>
                  </a:lnTo>
                  <a:lnTo>
                    <a:pt x="5946053" y="41156"/>
                  </a:lnTo>
                  <a:lnTo>
                    <a:pt x="5946162" y="41156"/>
                  </a:lnTo>
                  <a:lnTo>
                    <a:pt x="5946270" y="41156"/>
                  </a:lnTo>
                  <a:lnTo>
                    <a:pt x="5946379" y="41156"/>
                  </a:lnTo>
                  <a:lnTo>
                    <a:pt x="5946487" y="41156"/>
                  </a:lnTo>
                  <a:lnTo>
                    <a:pt x="5946596" y="41156"/>
                  </a:lnTo>
                  <a:lnTo>
                    <a:pt x="5946704" y="41156"/>
                  </a:lnTo>
                  <a:lnTo>
                    <a:pt x="5946813" y="41156"/>
                  </a:lnTo>
                  <a:lnTo>
                    <a:pt x="5946921" y="41156"/>
                  </a:lnTo>
                  <a:lnTo>
                    <a:pt x="5947029" y="41156"/>
                  </a:lnTo>
                  <a:lnTo>
                    <a:pt x="5947138" y="41156"/>
                  </a:lnTo>
                  <a:lnTo>
                    <a:pt x="5947246" y="41156"/>
                  </a:lnTo>
                  <a:lnTo>
                    <a:pt x="5947355" y="41156"/>
                  </a:lnTo>
                  <a:lnTo>
                    <a:pt x="5947463" y="41156"/>
                  </a:lnTo>
                  <a:lnTo>
                    <a:pt x="5947572" y="41156"/>
                  </a:lnTo>
                  <a:lnTo>
                    <a:pt x="5947680" y="41156"/>
                  </a:lnTo>
                  <a:lnTo>
                    <a:pt x="5947789" y="41156"/>
                  </a:lnTo>
                  <a:lnTo>
                    <a:pt x="5947897" y="41156"/>
                  </a:lnTo>
                  <a:lnTo>
                    <a:pt x="5948005" y="41156"/>
                  </a:lnTo>
                  <a:lnTo>
                    <a:pt x="5948114" y="41156"/>
                  </a:lnTo>
                  <a:lnTo>
                    <a:pt x="5948222" y="41156"/>
                  </a:lnTo>
                  <a:lnTo>
                    <a:pt x="5948331" y="41156"/>
                  </a:lnTo>
                  <a:lnTo>
                    <a:pt x="5948439" y="41156"/>
                  </a:lnTo>
                  <a:lnTo>
                    <a:pt x="5948548" y="41156"/>
                  </a:lnTo>
                  <a:lnTo>
                    <a:pt x="5948656" y="41156"/>
                  </a:lnTo>
                  <a:lnTo>
                    <a:pt x="5948765" y="41156"/>
                  </a:lnTo>
                  <a:lnTo>
                    <a:pt x="5948873" y="41156"/>
                  </a:lnTo>
                  <a:lnTo>
                    <a:pt x="5948982" y="41156"/>
                  </a:lnTo>
                  <a:lnTo>
                    <a:pt x="5949090" y="41156"/>
                  </a:lnTo>
                  <a:lnTo>
                    <a:pt x="5949198" y="41156"/>
                  </a:lnTo>
                  <a:lnTo>
                    <a:pt x="5949307" y="41156"/>
                  </a:lnTo>
                  <a:lnTo>
                    <a:pt x="5949415" y="41156"/>
                  </a:lnTo>
                  <a:lnTo>
                    <a:pt x="5949524" y="41156"/>
                  </a:lnTo>
                  <a:lnTo>
                    <a:pt x="5949632" y="41156"/>
                  </a:lnTo>
                  <a:lnTo>
                    <a:pt x="5949741" y="41156"/>
                  </a:lnTo>
                  <a:lnTo>
                    <a:pt x="5949849" y="41156"/>
                  </a:lnTo>
                  <a:lnTo>
                    <a:pt x="5949958" y="41156"/>
                  </a:lnTo>
                  <a:lnTo>
                    <a:pt x="5950066" y="41156"/>
                  </a:lnTo>
                  <a:lnTo>
                    <a:pt x="5950174" y="41156"/>
                  </a:lnTo>
                  <a:lnTo>
                    <a:pt x="5950283" y="41156"/>
                  </a:lnTo>
                  <a:lnTo>
                    <a:pt x="5950391" y="41156"/>
                  </a:lnTo>
                  <a:lnTo>
                    <a:pt x="5950500" y="41156"/>
                  </a:lnTo>
                  <a:lnTo>
                    <a:pt x="5950608" y="41156"/>
                  </a:lnTo>
                  <a:lnTo>
                    <a:pt x="5950717" y="41156"/>
                  </a:lnTo>
                  <a:lnTo>
                    <a:pt x="5950825" y="41156"/>
                  </a:lnTo>
                  <a:lnTo>
                    <a:pt x="5950934" y="41156"/>
                  </a:lnTo>
                  <a:lnTo>
                    <a:pt x="5951042" y="41156"/>
                  </a:lnTo>
                  <a:lnTo>
                    <a:pt x="5951150" y="41156"/>
                  </a:lnTo>
                  <a:lnTo>
                    <a:pt x="5951259" y="41156"/>
                  </a:lnTo>
                  <a:lnTo>
                    <a:pt x="5951367" y="41156"/>
                  </a:lnTo>
                  <a:lnTo>
                    <a:pt x="5951476" y="41156"/>
                  </a:lnTo>
                  <a:lnTo>
                    <a:pt x="5951584" y="41156"/>
                  </a:lnTo>
                  <a:lnTo>
                    <a:pt x="5951693" y="41156"/>
                  </a:lnTo>
                  <a:lnTo>
                    <a:pt x="5951801" y="41156"/>
                  </a:lnTo>
                  <a:lnTo>
                    <a:pt x="5951910" y="41156"/>
                  </a:lnTo>
                  <a:lnTo>
                    <a:pt x="5952018" y="41156"/>
                  </a:lnTo>
                  <a:lnTo>
                    <a:pt x="5952126" y="41156"/>
                  </a:lnTo>
                  <a:lnTo>
                    <a:pt x="5952235" y="41156"/>
                  </a:lnTo>
                  <a:lnTo>
                    <a:pt x="5952343" y="41156"/>
                  </a:lnTo>
                  <a:lnTo>
                    <a:pt x="5952452" y="41156"/>
                  </a:lnTo>
                  <a:lnTo>
                    <a:pt x="5952560" y="41156"/>
                  </a:lnTo>
                  <a:lnTo>
                    <a:pt x="5952669" y="41156"/>
                  </a:lnTo>
                  <a:lnTo>
                    <a:pt x="5952777" y="41156"/>
                  </a:lnTo>
                  <a:lnTo>
                    <a:pt x="5952886" y="41156"/>
                  </a:lnTo>
                  <a:lnTo>
                    <a:pt x="5952994" y="41156"/>
                  </a:lnTo>
                  <a:lnTo>
                    <a:pt x="5953103" y="41156"/>
                  </a:lnTo>
                  <a:lnTo>
                    <a:pt x="5953211" y="41156"/>
                  </a:lnTo>
                  <a:lnTo>
                    <a:pt x="5953319" y="41156"/>
                  </a:lnTo>
                  <a:lnTo>
                    <a:pt x="5953428" y="41156"/>
                  </a:lnTo>
                  <a:lnTo>
                    <a:pt x="5953536" y="41156"/>
                  </a:lnTo>
                  <a:lnTo>
                    <a:pt x="5953645" y="41156"/>
                  </a:lnTo>
                  <a:lnTo>
                    <a:pt x="5953753" y="41156"/>
                  </a:lnTo>
                  <a:lnTo>
                    <a:pt x="5953862" y="41156"/>
                  </a:lnTo>
                  <a:lnTo>
                    <a:pt x="5953970" y="41156"/>
                  </a:lnTo>
                  <a:lnTo>
                    <a:pt x="5954079" y="41156"/>
                  </a:lnTo>
                  <a:lnTo>
                    <a:pt x="5954187" y="41156"/>
                  </a:lnTo>
                  <a:lnTo>
                    <a:pt x="5954295" y="41156"/>
                  </a:lnTo>
                  <a:lnTo>
                    <a:pt x="5954404" y="41156"/>
                  </a:lnTo>
                  <a:lnTo>
                    <a:pt x="5954512" y="41156"/>
                  </a:lnTo>
                  <a:lnTo>
                    <a:pt x="5954621" y="41156"/>
                  </a:lnTo>
                  <a:lnTo>
                    <a:pt x="5954729" y="41156"/>
                  </a:lnTo>
                  <a:lnTo>
                    <a:pt x="5954838" y="41156"/>
                  </a:lnTo>
                  <a:lnTo>
                    <a:pt x="5954946" y="41156"/>
                  </a:lnTo>
                  <a:lnTo>
                    <a:pt x="5955055" y="41156"/>
                  </a:lnTo>
                  <a:lnTo>
                    <a:pt x="5955163" y="41156"/>
                  </a:lnTo>
                  <a:lnTo>
                    <a:pt x="5955271" y="41156"/>
                  </a:lnTo>
                  <a:lnTo>
                    <a:pt x="5955380" y="41156"/>
                  </a:lnTo>
                  <a:lnTo>
                    <a:pt x="5955488" y="41156"/>
                  </a:lnTo>
                  <a:lnTo>
                    <a:pt x="5955597" y="41156"/>
                  </a:lnTo>
                  <a:lnTo>
                    <a:pt x="5955705" y="41156"/>
                  </a:lnTo>
                  <a:lnTo>
                    <a:pt x="5955814" y="41156"/>
                  </a:lnTo>
                  <a:lnTo>
                    <a:pt x="5955922" y="41156"/>
                  </a:lnTo>
                  <a:lnTo>
                    <a:pt x="5956031" y="41156"/>
                  </a:lnTo>
                  <a:lnTo>
                    <a:pt x="5956139" y="41156"/>
                  </a:lnTo>
                  <a:lnTo>
                    <a:pt x="5956247" y="41156"/>
                  </a:lnTo>
                  <a:lnTo>
                    <a:pt x="5956356" y="41156"/>
                  </a:lnTo>
                  <a:lnTo>
                    <a:pt x="5956464" y="41156"/>
                  </a:lnTo>
                  <a:lnTo>
                    <a:pt x="5956573" y="41156"/>
                  </a:lnTo>
                  <a:lnTo>
                    <a:pt x="5956681" y="41156"/>
                  </a:lnTo>
                  <a:lnTo>
                    <a:pt x="5956790" y="41156"/>
                  </a:lnTo>
                  <a:lnTo>
                    <a:pt x="5956898" y="41156"/>
                  </a:lnTo>
                  <a:lnTo>
                    <a:pt x="5957007" y="41156"/>
                  </a:lnTo>
                  <a:lnTo>
                    <a:pt x="5957115" y="41156"/>
                  </a:lnTo>
                  <a:lnTo>
                    <a:pt x="5957224" y="41156"/>
                  </a:lnTo>
                  <a:lnTo>
                    <a:pt x="5957332" y="41156"/>
                  </a:lnTo>
                  <a:lnTo>
                    <a:pt x="5957440" y="41156"/>
                  </a:lnTo>
                  <a:lnTo>
                    <a:pt x="5957549" y="41156"/>
                  </a:lnTo>
                  <a:lnTo>
                    <a:pt x="5957657" y="41156"/>
                  </a:lnTo>
                  <a:lnTo>
                    <a:pt x="5957766" y="41156"/>
                  </a:lnTo>
                  <a:lnTo>
                    <a:pt x="5957874" y="41156"/>
                  </a:lnTo>
                  <a:lnTo>
                    <a:pt x="5957983" y="41156"/>
                  </a:lnTo>
                  <a:lnTo>
                    <a:pt x="5958091" y="41156"/>
                  </a:lnTo>
                  <a:lnTo>
                    <a:pt x="5958200" y="41156"/>
                  </a:lnTo>
                  <a:lnTo>
                    <a:pt x="5958308" y="41156"/>
                  </a:lnTo>
                  <a:lnTo>
                    <a:pt x="5958416" y="41156"/>
                  </a:lnTo>
                  <a:lnTo>
                    <a:pt x="5958525" y="41156"/>
                  </a:lnTo>
                  <a:lnTo>
                    <a:pt x="5958633" y="41156"/>
                  </a:lnTo>
                  <a:lnTo>
                    <a:pt x="5958742" y="41156"/>
                  </a:lnTo>
                  <a:lnTo>
                    <a:pt x="5958850" y="41156"/>
                  </a:lnTo>
                  <a:lnTo>
                    <a:pt x="5958959" y="41156"/>
                  </a:lnTo>
                  <a:lnTo>
                    <a:pt x="5959067" y="41156"/>
                  </a:lnTo>
                  <a:lnTo>
                    <a:pt x="5959176" y="41156"/>
                  </a:lnTo>
                  <a:lnTo>
                    <a:pt x="5959284" y="41156"/>
                  </a:lnTo>
                  <a:lnTo>
                    <a:pt x="5959392" y="41156"/>
                  </a:lnTo>
                  <a:lnTo>
                    <a:pt x="5959501" y="41156"/>
                  </a:lnTo>
                  <a:lnTo>
                    <a:pt x="5959609" y="41156"/>
                  </a:lnTo>
                  <a:lnTo>
                    <a:pt x="5959718" y="41156"/>
                  </a:lnTo>
                  <a:lnTo>
                    <a:pt x="5959826" y="41156"/>
                  </a:lnTo>
                  <a:lnTo>
                    <a:pt x="5959935" y="41156"/>
                  </a:lnTo>
                  <a:lnTo>
                    <a:pt x="5960043" y="41156"/>
                  </a:lnTo>
                  <a:lnTo>
                    <a:pt x="5960152" y="41156"/>
                  </a:lnTo>
                  <a:lnTo>
                    <a:pt x="5960260" y="41156"/>
                  </a:lnTo>
                  <a:lnTo>
                    <a:pt x="5960368" y="41156"/>
                  </a:lnTo>
                  <a:lnTo>
                    <a:pt x="5960477" y="41156"/>
                  </a:lnTo>
                  <a:lnTo>
                    <a:pt x="5960585" y="41156"/>
                  </a:lnTo>
                  <a:lnTo>
                    <a:pt x="5960694" y="41156"/>
                  </a:lnTo>
                  <a:lnTo>
                    <a:pt x="5960694" y="40532"/>
                  </a:lnTo>
                  <a:lnTo>
                    <a:pt x="5960802" y="40532"/>
                  </a:lnTo>
                  <a:lnTo>
                    <a:pt x="5960911" y="40532"/>
                  </a:lnTo>
                  <a:lnTo>
                    <a:pt x="5961019" y="40532"/>
                  </a:lnTo>
                  <a:lnTo>
                    <a:pt x="5961128" y="40532"/>
                  </a:lnTo>
                  <a:lnTo>
                    <a:pt x="5961236" y="40532"/>
                  </a:lnTo>
                  <a:lnTo>
                    <a:pt x="5961345" y="40532"/>
                  </a:lnTo>
                  <a:lnTo>
                    <a:pt x="5961453" y="40532"/>
                  </a:lnTo>
                  <a:lnTo>
                    <a:pt x="5961561" y="40532"/>
                  </a:lnTo>
                  <a:lnTo>
                    <a:pt x="5961670" y="40532"/>
                  </a:lnTo>
                  <a:lnTo>
                    <a:pt x="5961778" y="40532"/>
                  </a:lnTo>
                  <a:lnTo>
                    <a:pt x="5961887" y="40532"/>
                  </a:lnTo>
                  <a:lnTo>
                    <a:pt x="5961995" y="40532"/>
                  </a:lnTo>
                  <a:lnTo>
                    <a:pt x="5962104" y="40532"/>
                  </a:lnTo>
                  <a:lnTo>
                    <a:pt x="5962212" y="40532"/>
                  </a:lnTo>
                  <a:lnTo>
                    <a:pt x="5962321" y="40532"/>
                  </a:lnTo>
                  <a:lnTo>
                    <a:pt x="5962429" y="40532"/>
                  </a:lnTo>
                  <a:lnTo>
                    <a:pt x="5962537" y="40532"/>
                  </a:lnTo>
                  <a:lnTo>
                    <a:pt x="5962646" y="40532"/>
                  </a:lnTo>
                  <a:lnTo>
                    <a:pt x="5962754" y="40532"/>
                  </a:lnTo>
                  <a:lnTo>
                    <a:pt x="5962863" y="40532"/>
                  </a:lnTo>
                  <a:lnTo>
                    <a:pt x="5962971" y="40532"/>
                  </a:lnTo>
                  <a:lnTo>
                    <a:pt x="5963080" y="40532"/>
                  </a:lnTo>
                  <a:lnTo>
                    <a:pt x="5963188" y="40532"/>
                  </a:lnTo>
                  <a:lnTo>
                    <a:pt x="5963297" y="40532"/>
                  </a:lnTo>
                  <a:lnTo>
                    <a:pt x="5963405" y="40532"/>
                  </a:lnTo>
                  <a:lnTo>
                    <a:pt x="5963513" y="40532"/>
                  </a:lnTo>
                  <a:lnTo>
                    <a:pt x="5963622" y="40532"/>
                  </a:lnTo>
                  <a:lnTo>
                    <a:pt x="5963730" y="40532"/>
                  </a:lnTo>
                  <a:lnTo>
                    <a:pt x="5963839" y="40532"/>
                  </a:lnTo>
                  <a:lnTo>
                    <a:pt x="5963947" y="40532"/>
                  </a:lnTo>
                  <a:lnTo>
                    <a:pt x="5964056" y="40532"/>
                  </a:lnTo>
                  <a:lnTo>
                    <a:pt x="5964164" y="40532"/>
                  </a:lnTo>
                  <a:lnTo>
                    <a:pt x="5964273" y="40532"/>
                  </a:lnTo>
                  <a:lnTo>
                    <a:pt x="5964381" y="40532"/>
                  </a:lnTo>
                  <a:lnTo>
                    <a:pt x="5964489" y="40532"/>
                  </a:lnTo>
                  <a:lnTo>
                    <a:pt x="5964598" y="40532"/>
                  </a:lnTo>
                  <a:lnTo>
                    <a:pt x="5964706" y="40532"/>
                  </a:lnTo>
                  <a:lnTo>
                    <a:pt x="5964815" y="40532"/>
                  </a:lnTo>
                  <a:lnTo>
                    <a:pt x="5964923" y="40532"/>
                  </a:lnTo>
                  <a:lnTo>
                    <a:pt x="5965032" y="40532"/>
                  </a:lnTo>
                  <a:lnTo>
                    <a:pt x="5965140" y="40532"/>
                  </a:lnTo>
                  <a:lnTo>
                    <a:pt x="5965249" y="40532"/>
                  </a:lnTo>
                  <a:lnTo>
                    <a:pt x="5965357" y="40532"/>
                  </a:lnTo>
                  <a:lnTo>
                    <a:pt x="5965357" y="39909"/>
                  </a:lnTo>
                  <a:lnTo>
                    <a:pt x="5965466" y="39909"/>
                  </a:lnTo>
                  <a:lnTo>
                    <a:pt x="5965574" y="39909"/>
                  </a:lnTo>
                  <a:lnTo>
                    <a:pt x="5965682" y="39909"/>
                  </a:lnTo>
                  <a:lnTo>
                    <a:pt x="5965791" y="39909"/>
                  </a:lnTo>
                  <a:lnTo>
                    <a:pt x="5965899" y="39909"/>
                  </a:lnTo>
                  <a:lnTo>
                    <a:pt x="5966008" y="39909"/>
                  </a:lnTo>
                  <a:lnTo>
                    <a:pt x="5966116" y="39909"/>
                  </a:lnTo>
                  <a:lnTo>
                    <a:pt x="5966225" y="39909"/>
                  </a:lnTo>
                  <a:lnTo>
                    <a:pt x="5966333" y="39909"/>
                  </a:lnTo>
                  <a:lnTo>
                    <a:pt x="5966442" y="39909"/>
                  </a:lnTo>
                  <a:lnTo>
                    <a:pt x="5966550" y="39909"/>
                  </a:lnTo>
                  <a:lnTo>
                    <a:pt x="5966658" y="39909"/>
                  </a:lnTo>
                  <a:lnTo>
                    <a:pt x="5966767" y="39909"/>
                  </a:lnTo>
                  <a:lnTo>
                    <a:pt x="5966875" y="39909"/>
                  </a:lnTo>
                  <a:lnTo>
                    <a:pt x="5966984" y="39909"/>
                  </a:lnTo>
                  <a:lnTo>
                    <a:pt x="5967092" y="39909"/>
                  </a:lnTo>
                  <a:lnTo>
                    <a:pt x="5967201" y="39909"/>
                  </a:lnTo>
                  <a:lnTo>
                    <a:pt x="5967309" y="39909"/>
                  </a:lnTo>
                  <a:lnTo>
                    <a:pt x="5967418" y="39909"/>
                  </a:lnTo>
                  <a:lnTo>
                    <a:pt x="5967526" y="39909"/>
                  </a:lnTo>
                  <a:lnTo>
                    <a:pt x="5967634" y="39909"/>
                  </a:lnTo>
                  <a:lnTo>
                    <a:pt x="5967743" y="39909"/>
                  </a:lnTo>
                  <a:lnTo>
                    <a:pt x="5967851" y="39909"/>
                  </a:lnTo>
                  <a:lnTo>
                    <a:pt x="5967960" y="39909"/>
                  </a:lnTo>
                  <a:lnTo>
                    <a:pt x="5968068" y="39909"/>
                  </a:lnTo>
                  <a:lnTo>
                    <a:pt x="5968068" y="39285"/>
                  </a:lnTo>
                  <a:lnTo>
                    <a:pt x="5968177" y="39285"/>
                  </a:lnTo>
                  <a:lnTo>
                    <a:pt x="5968285" y="39285"/>
                  </a:lnTo>
                  <a:lnTo>
                    <a:pt x="5968394" y="39285"/>
                  </a:lnTo>
                  <a:lnTo>
                    <a:pt x="5968502" y="39285"/>
                  </a:lnTo>
                  <a:lnTo>
                    <a:pt x="5968610" y="39285"/>
                  </a:lnTo>
                  <a:lnTo>
                    <a:pt x="5968719" y="39285"/>
                  </a:lnTo>
                  <a:lnTo>
                    <a:pt x="5968827" y="39285"/>
                  </a:lnTo>
                  <a:lnTo>
                    <a:pt x="5968936" y="39285"/>
                  </a:lnTo>
                  <a:lnTo>
                    <a:pt x="5969044" y="39285"/>
                  </a:lnTo>
                  <a:lnTo>
                    <a:pt x="5969153" y="39285"/>
                  </a:lnTo>
                  <a:lnTo>
                    <a:pt x="5969261" y="39285"/>
                  </a:lnTo>
                  <a:lnTo>
                    <a:pt x="5969370" y="39285"/>
                  </a:lnTo>
                  <a:lnTo>
                    <a:pt x="5969478" y="39285"/>
                  </a:lnTo>
                  <a:lnTo>
                    <a:pt x="5969586" y="39285"/>
                  </a:lnTo>
                  <a:lnTo>
                    <a:pt x="5969586" y="38662"/>
                  </a:lnTo>
                  <a:lnTo>
                    <a:pt x="5969695" y="38662"/>
                  </a:lnTo>
                  <a:lnTo>
                    <a:pt x="5969803" y="38662"/>
                  </a:lnTo>
                  <a:lnTo>
                    <a:pt x="5969912" y="38662"/>
                  </a:lnTo>
                  <a:lnTo>
                    <a:pt x="5970020" y="38662"/>
                  </a:lnTo>
                  <a:lnTo>
                    <a:pt x="5970129" y="38662"/>
                  </a:lnTo>
                  <a:lnTo>
                    <a:pt x="5970237" y="38662"/>
                  </a:lnTo>
                  <a:lnTo>
                    <a:pt x="5970346" y="38662"/>
                  </a:lnTo>
                  <a:lnTo>
                    <a:pt x="5970454" y="38662"/>
                  </a:lnTo>
                  <a:lnTo>
                    <a:pt x="5970563" y="38662"/>
                  </a:lnTo>
                  <a:lnTo>
                    <a:pt x="5970671" y="38662"/>
                  </a:lnTo>
                  <a:lnTo>
                    <a:pt x="5970779" y="38662"/>
                  </a:lnTo>
                  <a:lnTo>
                    <a:pt x="5970888" y="38662"/>
                  </a:lnTo>
                  <a:lnTo>
                    <a:pt x="5970996" y="38662"/>
                  </a:lnTo>
                  <a:lnTo>
                    <a:pt x="5971105" y="38662"/>
                  </a:lnTo>
                  <a:lnTo>
                    <a:pt x="5971213" y="38662"/>
                  </a:lnTo>
                  <a:lnTo>
                    <a:pt x="5971322" y="38662"/>
                  </a:lnTo>
                  <a:lnTo>
                    <a:pt x="5971430" y="38662"/>
                  </a:lnTo>
                  <a:lnTo>
                    <a:pt x="5971539" y="38662"/>
                  </a:lnTo>
                  <a:lnTo>
                    <a:pt x="5971647" y="38662"/>
                  </a:lnTo>
                  <a:lnTo>
                    <a:pt x="5971755" y="38662"/>
                  </a:lnTo>
                  <a:lnTo>
                    <a:pt x="5971864" y="38662"/>
                  </a:lnTo>
                  <a:lnTo>
                    <a:pt x="5971972" y="38662"/>
                  </a:lnTo>
                  <a:lnTo>
                    <a:pt x="5972081" y="38662"/>
                  </a:lnTo>
                  <a:lnTo>
                    <a:pt x="5972189" y="38662"/>
                  </a:lnTo>
                  <a:lnTo>
                    <a:pt x="5972298" y="38662"/>
                  </a:lnTo>
                  <a:lnTo>
                    <a:pt x="5972406" y="38662"/>
                  </a:lnTo>
                  <a:lnTo>
                    <a:pt x="5972515" y="38662"/>
                  </a:lnTo>
                  <a:lnTo>
                    <a:pt x="5972623" y="38662"/>
                  </a:lnTo>
                  <a:lnTo>
                    <a:pt x="5972731" y="38662"/>
                  </a:lnTo>
                  <a:lnTo>
                    <a:pt x="5972840" y="38662"/>
                  </a:lnTo>
                  <a:lnTo>
                    <a:pt x="5972948" y="38662"/>
                  </a:lnTo>
                  <a:lnTo>
                    <a:pt x="5973057" y="38662"/>
                  </a:lnTo>
                  <a:lnTo>
                    <a:pt x="5973165" y="38662"/>
                  </a:lnTo>
                  <a:lnTo>
                    <a:pt x="5973274" y="38662"/>
                  </a:lnTo>
                  <a:lnTo>
                    <a:pt x="5973382" y="38662"/>
                  </a:lnTo>
                  <a:lnTo>
                    <a:pt x="5973491" y="38662"/>
                  </a:lnTo>
                  <a:lnTo>
                    <a:pt x="5973599" y="38662"/>
                  </a:lnTo>
                  <a:lnTo>
                    <a:pt x="5973707" y="38662"/>
                  </a:lnTo>
                  <a:lnTo>
                    <a:pt x="5973816" y="38662"/>
                  </a:lnTo>
                  <a:lnTo>
                    <a:pt x="5973924" y="38662"/>
                  </a:lnTo>
                  <a:lnTo>
                    <a:pt x="5974033" y="38662"/>
                  </a:lnTo>
                  <a:lnTo>
                    <a:pt x="5974141" y="38662"/>
                  </a:lnTo>
                  <a:lnTo>
                    <a:pt x="5974141" y="38038"/>
                  </a:lnTo>
                  <a:lnTo>
                    <a:pt x="5974250" y="38038"/>
                  </a:lnTo>
                  <a:lnTo>
                    <a:pt x="5974250" y="37414"/>
                  </a:lnTo>
                  <a:lnTo>
                    <a:pt x="5974358" y="37414"/>
                  </a:lnTo>
                  <a:lnTo>
                    <a:pt x="5974467" y="37414"/>
                  </a:lnTo>
                  <a:lnTo>
                    <a:pt x="5974575" y="37414"/>
                  </a:lnTo>
                  <a:lnTo>
                    <a:pt x="5974684" y="37414"/>
                  </a:lnTo>
                  <a:lnTo>
                    <a:pt x="5974792" y="37414"/>
                  </a:lnTo>
                  <a:lnTo>
                    <a:pt x="5974900" y="37414"/>
                  </a:lnTo>
                  <a:lnTo>
                    <a:pt x="5975009" y="37414"/>
                  </a:lnTo>
                  <a:lnTo>
                    <a:pt x="5975117" y="37414"/>
                  </a:lnTo>
                  <a:lnTo>
                    <a:pt x="5975226" y="37414"/>
                  </a:lnTo>
                  <a:lnTo>
                    <a:pt x="5975334" y="37414"/>
                  </a:lnTo>
                  <a:lnTo>
                    <a:pt x="5975443" y="37414"/>
                  </a:lnTo>
                  <a:lnTo>
                    <a:pt x="5975443" y="36791"/>
                  </a:lnTo>
                  <a:lnTo>
                    <a:pt x="5975551" y="36791"/>
                  </a:lnTo>
                  <a:lnTo>
                    <a:pt x="5975660" y="36791"/>
                  </a:lnTo>
                  <a:lnTo>
                    <a:pt x="5975768" y="36791"/>
                  </a:lnTo>
                  <a:lnTo>
                    <a:pt x="5975876" y="36791"/>
                  </a:lnTo>
                  <a:lnTo>
                    <a:pt x="5975985" y="36791"/>
                  </a:lnTo>
                  <a:lnTo>
                    <a:pt x="5976093" y="36791"/>
                  </a:lnTo>
                  <a:lnTo>
                    <a:pt x="5976202" y="36791"/>
                  </a:lnTo>
                  <a:lnTo>
                    <a:pt x="5976310" y="36791"/>
                  </a:lnTo>
                  <a:lnTo>
                    <a:pt x="5976419" y="36791"/>
                  </a:lnTo>
                  <a:lnTo>
                    <a:pt x="5976527" y="36791"/>
                  </a:lnTo>
                  <a:lnTo>
                    <a:pt x="5976636" y="36791"/>
                  </a:lnTo>
                  <a:lnTo>
                    <a:pt x="5976744" y="36791"/>
                  </a:lnTo>
                  <a:lnTo>
                    <a:pt x="5976852" y="36791"/>
                  </a:lnTo>
                  <a:lnTo>
                    <a:pt x="5976961" y="36791"/>
                  </a:lnTo>
                  <a:lnTo>
                    <a:pt x="5977069" y="36791"/>
                  </a:lnTo>
                  <a:lnTo>
                    <a:pt x="5977178" y="36791"/>
                  </a:lnTo>
                  <a:lnTo>
                    <a:pt x="5977286" y="36791"/>
                  </a:lnTo>
                  <a:lnTo>
                    <a:pt x="5977395" y="36791"/>
                  </a:lnTo>
                  <a:lnTo>
                    <a:pt x="5977503" y="36791"/>
                  </a:lnTo>
                  <a:lnTo>
                    <a:pt x="5977612" y="36791"/>
                  </a:lnTo>
                  <a:lnTo>
                    <a:pt x="5977720" y="36791"/>
                  </a:lnTo>
                  <a:lnTo>
                    <a:pt x="5977828" y="36791"/>
                  </a:lnTo>
                  <a:lnTo>
                    <a:pt x="5977937" y="36791"/>
                  </a:lnTo>
                  <a:lnTo>
                    <a:pt x="5978045" y="36791"/>
                  </a:lnTo>
                  <a:lnTo>
                    <a:pt x="5978154" y="36791"/>
                  </a:lnTo>
                  <a:lnTo>
                    <a:pt x="5978262" y="36791"/>
                  </a:lnTo>
                  <a:lnTo>
                    <a:pt x="5978371" y="36791"/>
                  </a:lnTo>
                  <a:lnTo>
                    <a:pt x="5978479" y="36791"/>
                  </a:lnTo>
                  <a:lnTo>
                    <a:pt x="5978588" y="36791"/>
                  </a:lnTo>
                  <a:lnTo>
                    <a:pt x="5978696" y="36791"/>
                  </a:lnTo>
                  <a:lnTo>
                    <a:pt x="5978805" y="36791"/>
                  </a:lnTo>
                  <a:lnTo>
                    <a:pt x="5978913" y="36791"/>
                  </a:lnTo>
                  <a:lnTo>
                    <a:pt x="5979021" y="36791"/>
                  </a:lnTo>
                  <a:lnTo>
                    <a:pt x="5979130" y="36791"/>
                  </a:lnTo>
                  <a:lnTo>
                    <a:pt x="5979238" y="36791"/>
                  </a:lnTo>
                  <a:lnTo>
                    <a:pt x="5979347" y="36791"/>
                  </a:lnTo>
                  <a:lnTo>
                    <a:pt x="5979455" y="36791"/>
                  </a:lnTo>
                  <a:lnTo>
                    <a:pt x="5979564" y="36791"/>
                  </a:lnTo>
                  <a:lnTo>
                    <a:pt x="5979672" y="36791"/>
                  </a:lnTo>
                  <a:lnTo>
                    <a:pt x="5979781" y="36791"/>
                  </a:lnTo>
                  <a:lnTo>
                    <a:pt x="5979889" y="36791"/>
                  </a:lnTo>
                  <a:lnTo>
                    <a:pt x="5979997" y="36791"/>
                  </a:lnTo>
                  <a:lnTo>
                    <a:pt x="5980106" y="36791"/>
                  </a:lnTo>
                  <a:lnTo>
                    <a:pt x="5980214" y="36791"/>
                  </a:lnTo>
                  <a:lnTo>
                    <a:pt x="5980323" y="36791"/>
                  </a:lnTo>
                  <a:lnTo>
                    <a:pt x="5980431" y="36791"/>
                  </a:lnTo>
                  <a:lnTo>
                    <a:pt x="5980540" y="36791"/>
                  </a:lnTo>
                  <a:lnTo>
                    <a:pt x="5980648" y="36791"/>
                  </a:lnTo>
                  <a:lnTo>
                    <a:pt x="5980757" y="36791"/>
                  </a:lnTo>
                  <a:lnTo>
                    <a:pt x="5980865" y="36791"/>
                  </a:lnTo>
                  <a:lnTo>
                    <a:pt x="5980973" y="36791"/>
                  </a:lnTo>
                  <a:lnTo>
                    <a:pt x="5981082" y="36791"/>
                  </a:lnTo>
                  <a:lnTo>
                    <a:pt x="5981190" y="36791"/>
                  </a:lnTo>
                  <a:lnTo>
                    <a:pt x="5981299" y="36791"/>
                  </a:lnTo>
                  <a:lnTo>
                    <a:pt x="5981407" y="36791"/>
                  </a:lnTo>
                  <a:lnTo>
                    <a:pt x="5981407" y="36167"/>
                  </a:lnTo>
                  <a:lnTo>
                    <a:pt x="5981516" y="36167"/>
                  </a:lnTo>
                  <a:lnTo>
                    <a:pt x="5981624" y="36167"/>
                  </a:lnTo>
                  <a:lnTo>
                    <a:pt x="5981733" y="36167"/>
                  </a:lnTo>
                  <a:lnTo>
                    <a:pt x="5981841" y="36167"/>
                  </a:lnTo>
                  <a:lnTo>
                    <a:pt x="5981949" y="36167"/>
                  </a:lnTo>
                  <a:lnTo>
                    <a:pt x="5982058" y="36167"/>
                  </a:lnTo>
                  <a:lnTo>
                    <a:pt x="5982166" y="36167"/>
                  </a:lnTo>
                  <a:lnTo>
                    <a:pt x="5982275" y="36167"/>
                  </a:lnTo>
                  <a:lnTo>
                    <a:pt x="5982383" y="36167"/>
                  </a:lnTo>
                  <a:lnTo>
                    <a:pt x="5982492" y="36167"/>
                  </a:lnTo>
                  <a:lnTo>
                    <a:pt x="5982600" y="36167"/>
                  </a:lnTo>
                  <a:lnTo>
                    <a:pt x="5982600" y="35544"/>
                  </a:lnTo>
                  <a:lnTo>
                    <a:pt x="5982709" y="35544"/>
                  </a:lnTo>
                  <a:lnTo>
                    <a:pt x="5982817" y="35544"/>
                  </a:lnTo>
                  <a:lnTo>
                    <a:pt x="5982926" y="35544"/>
                  </a:lnTo>
                  <a:lnTo>
                    <a:pt x="5983034" y="35544"/>
                  </a:lnTo>
                  <a:lnTo>
                    <a:pt x="5983142" y="35544"/>
                  </a:lnTo>
                  <a:lnTo>
                    <a:pt x="5983251" y="35544"/>
                  </a:lnTo>
                  <a:lnTo>
                    <a:pt x="5983359" y="35544"/>
                  </a:lnTo>
                  <a:lnTo>
                    <a:pt x="5983468" y="35544"/>
                  </a:lnTo>
                  <a:lnTo>
                    <a:pt x="5983576" y="35544"/>
                  </a:lnTo>
                  <a:lnTo>
                    <a:pt x="5983685" y="35544"/>
                  </a:lnTo>
                  <a:lnTo>
                    <a:pt x="5983685" y="34920"/>
                  </a:lnTo>
                  <a:lnTo>
                    <a:pt x="5983793" y="34920"/>
                  </a:lnTo>
                  <a:lnTo>
                    <a:pt x="5983902" y="34920"/>
                  </a:lnTo>
                  <a:lnTo>
                    <a:pt x="5984010" y="34920"/>
                  </a:lnTo>
                  <a:lnTo>
                    <a:pt x="5984118" y="34920"/>
                  </a:lnTo>
                  <a:lnTo>
                    <a:pt x="5984227" y="34920"/>
                  </a:lnTo>
                  <a:lnTo>
                    <a:pt x="5984227" y="34297"/>
                  </a:lnTo>
                  <a:lnTo>
                    <a:pt x="5984335" y="34297"/>
                  </a:lnTo>
                  <a:lnTo>
                    <a:pt x="5984444" y="34297"/>
                  </a:lnTo>
                  <a:lnTo>
                    <a:pt x="5984552" y="34297"/>
                  </a:lnTo>
                  <a:lnTo>
                    <a:pt x="5984661" y="34297"/>
                  </a:lnTo>
                  <a:lnTo>
                    <a:pt x="5984769" y="34297"/>
                  </a:lnTo>
                  <a:lnTo>
                    <a:pt x="5984878" y="34297"/>
                  </a:lnTo>
                  <a:lnTo>
                    <a:pt x="5984986" y="34297"/>
                  </a:lnTo>
                  <a:lnTo>
                    <a:pt x="5985094" y="34297"/>
                  </a:lnTo>
                  <a:lnTo>
                    <a:pt x="5985203" y="34297"/>
                  </a:lnTo>
                  <a:lnTo>
                    <a:pt x="5985311" y="34297"/>
                  </a:lnTo>
                  <a:lnTo>
                    <a:pt x="5985420" y="34297"/>
                  </a:lnTo>
                  <a:lnTo>
                    <a:pt x="5985528" y="34297"/>
                  </a:lnTo>
                  <a:lnTo>
                    <a:pt x="5985637" y="34297"/>
                  </a:lnTo>
                  <a:lnTo>
                    <a:pt x="5985745" y="34297"/>
                  </a:lnTo>
                  <a:lnTo>
                    <a:pt x="5985854" y="34297"/>
                  </a:lnTo>
                  <a:lnTo>
                    <a:pt x="5985962" y="34297"/>
                  </a:lnTo>
                  <a:lnTo>
                    <a:pt x="5986070" y="34297"/>
                  </a:lnTo>
                  <a:lnTo>
                    <a:pt x="5986179" y="34297"/>
                  </a:lnTo>
                  <a:lnTo>
                    <a:pt x="5986287" y="34297"/>
                  </a:lnTo>
                  <a:lnTo>
                    <a:pt x="5986396" y="34297"/>
                  </a:lnTo>
                  <a:lnTo>
                    <a:pt x="5986396" y="33673"/>
                  </a:lnTo>
                  <a:lnTo>
                    <a:pt x="5986504" y="33673"/>
                  </a:lnTo>
                  <a:lnTo>
                    <a:pt x="5986613" y="33673"/>
                  </a:lnTo>
                  <a:lnTo>
                    <a:pt x="5986721" y="33673"/>
                  </a:lnTo>
                  <a:lnTo>
                    <a:pt x="5986830" y="33673"/>
                  </a:lnTo>
                  <a:lnTo>
                    <a:pt x="5986938" y="33673"/>
                  </a:lnTo>
                  <a:lnTo>
                    <a:pt x="5987047" y="33673"/>
                  </a:lnTo>
                  <a:lnTo>
                    <a:pt x="5987155" y="33673"/>
                  </a:lnTo>
                  <a:lnTo>
                    <a:pt x="5987263" y="33673"/>
                  </a:lnTo>
                  <a:lnTo>
                    <a:pt x="5987372" y="33673"/>
                  </a:lnTo>
                  <a:lnTo>
                    <a:pt x="5987480" y="33673"/>
                  </a:lnTo>
                  <a:lnTo>
                    <a:pt x="5987589" y="33673"/>
                  </a:lnTo>
                  <a:lnTo>
                    <a:pt x="5987697" y="33673"/>
                  </a:lnTo>
                  <a:lnTo>
                    <a:pt x="5987806" y="33673"/>
                  </a:lnTo>
                  <a:lnTo>
                    <a:pt x="5987914" y="33673"/>
                  </a:lnTo>
                  <a:lnTo>
                    <a:pt x="5988023" y="33673"/>
                  </a:lnTo>
                  <a:lnTo>
                    <a:pt x="5988131" y="33673"/>
                  </a:lnTo>
                  <a:lnTo>
                    <a:pt x="5988239" y="33673"/>
                  </a:lnTo>
                  <a:lnTo>
                    <a:pt x="5988348" y="33673"/>
                  </a:lnTo>
                  <a:lnTo>
                    <a:pt x="5988456" y="33673"/>
                  </a:lnTo>
                  <a:lnTo>
                    <a:pt x="5988565" y="33673"/>
                  </a:lnTo>
                  <a:lnTo>
                    <a:pt x="5988673" y="33673"/>
                  </a:lnTo>
                  <a:lnTo>
                    <a:pt x="5988782" y="33673"/>
                  </a:lnTo>
                  <a:lnTo>
                    <a:pt x="5988890" y="33673"/>
                  </a:lnTo>
                  <a:lnTo>
                    <a:pt x="5988999" y="33673"/>
                  </a:lnTo>
                  <a:lnTo>
                    <a:pt x="5989107" y="33673"/>
                  </a:lnTo>
                  <a:lnTo>
                    <a:pt x="5989215" y="33673"/>
                  </a:lnTo>
                  <a:lnTo>
                    <a:pt x="5989324" y="33673"/>
                  </a:lnTo>
                  <a:lnTo>
                    <a:pt x="5989432" y="33673"/>
                  </a:lnTo>
                  <a:lnTo>
                    <a:pt x="5989541" y="33673"/>
                  </a:lnTo>
                  <a:lnTo>
                    <a:pt x="5989649" y="33673"/>
                  </a:lnTo>
                  <a:lnTo>
                    <a:pt x="5989758" y="33673"/>
                  </a:lnTo>
                  <a:lnTo>
                    <a:pt x="5989866" y="33673"/>
                  </a:lnTo>
                  <a:lnTo>
                    <a:pt x="5989975" y="33673"/>
                  </a:lnTo>
                  <a:lnTo>
                    <a:pt x="5990083" y="33673"/>
                  </a:lnTo>
                  <a:lnTo>
                    <a:pt x="5990191" y="33673"/>
                  </a:lnTo>
                  <a:lnTo>
                    <a:pt x="5990300" y="33673"/>
                  </a:lnTo>
                  <a:lnTo>
                    <a:pt x="5990408" y="33673"/>
                  </a:lnTo>
                  <a:lnTo>
                    <a:pt x="5990517" y="33673"/>
                  </a:lnTo>
                  <a:lnTo>
                    <a:pt x="5990625" y="33673"/>
                  </a:lnTo>
                  <a:lnTo>
                    <a:pt x="5990734" y="33673"/>
                  </a:lnTo>
                  <a:lnTo>
                    <a:pt x="5990842" y="33673"/>
                  </a:lnTo>
                  <a:lnTo>
                    <a:pt x="5990951" y="33673"/>
                  </a:lnTo>
                  <a:lnTo>
                    <a:pt x="5991059" y="33673"/>
                  </a:lnTo>
                  <a:lnTo>
                    <a:pt x="5991059" y="33049"/>
                  </a:lnTo>
                  <a:lnTo>
                    <a:pt x="5991167" y="33049"/>
                  </a:lnTo>
                  <a:lnTo>
                    <a:pt x="5991276" y="33049"/>
                  </a:lnTo>
                  <a:lnTo>
                    <a:pt x="5991384" y="33049"/>
                  </a:lnTo>
                  <a:lnTo>
                    <a:pt x="5991493" y="33049"/>
                  </a:lnTo>
                  <a:lnTo>
                    <a:pt x="5991601" y="33049"/>
                  </a:lnTo>
                  <a:lnTo>
                    <a:pt x="5991710" y="33049"/>
                  </a:lnTo>
                  <a:lnTo>
                    <a:pt x="5991818" y="33049"/>
                  </a:lnTo>
                  <a:lnTo>
                    <a:pt x="5991927" y="33049"/>
                  </a:lnTo>
                  <a:lnTo>
                    <a:pt x="5992035" y="33049"/>
                  </a:lnTo>
                  <a:lnTo>
                    <a:pt x="5992144" y="33049"/>
                  </a:lnTo>
                  <a:lnTo>
                    <a:pt x="5992252" y="33049"/>
                  </a:lnTo>
                  <a:lnTo>
                    <a:pt x="5992360" y="33049"/>
                  </a:lnTo>
                  <a:lnTo>
                    <a:pt x="5992469" y="33049"/>
                  </a:lnTo>
                  <a:lnTo>
                    <a:pt x="5992577" y="33049"/>
                  </a:lnTo>
                  <a:lnTo>
                    <a:pt x="5992577" y="32426"/>
                  </a:lnTo>
                  <a:lnTo>
                    <a:pt x="5992686" y="32426"/>
                  </a:lnTo>
                  <a:lnTo>
                    <a:pt x="5992794" y="32426"/>
                  </a:lnTo>
                  <a:lnTo>
                    <a:pt x="5992903" y="32426"/>
                  </a:lnTo>
                  <a:lnTo>
                    <a:pt x="5993011" y="32426"/>
                  </a:lnTo>
                  <a:lnTo>
                    <a:pt x="5993120" y="32426"/>
                  </a:lnTo>
                  <a:lnTo>
                    <a:pt x="5993228" y="32426"/>
                  </a:lnTo>
                  <a:lnTo>
                    <a:pt x="5993336" y="32426"/>
                  </a:lnTo>
                  <a:lnTo>
                    <a:pt x="5993445" y="32426"/>
                  </a:lnTo>
                  <a:lnTo>
                    <a:pt x="5993553" y="32426"/>
                  </a:lnTo>
                  <a:lnTo>
                    <a:pt x="5993662" y="32426"/>
                  </a:lnTo>
                  <a:lnTo>
                    <a:pt x="5993770" y="32426"/>
                  </a:lnTo>
                  <a:lnTo>
                    <a:pt x="5993879" y="32426"/>
                  </a:lnTo>
                  <a:lnTo>
                    <a:pt x="5993987" y="32426"/>
                  </a:lnTo>
                  <a:lnTo>
                    <a:pt x="5994096" y="32426"/>
                  </a:lnTo>
                  <a:lnTo>
                    <a:pt x="5994204" y="32426"/>
                  </a:lnTo>
                  <a:lnTo>
                    <a:pt x="5994312" y="32426"/>
                  </a:lnTo>
                  <a:lnTo>
                    <a:pt x="5994421" y="32426"/>
                  </a:lnTo>
                  <a:lnTo>
                    <a:pt x="5994529" y="32426"/>
                  </a:lnTo>
                  <a:lnTo>
                    <a:pt x="5994638" y="32426"/>
                  </a:lnTo>
                  <a:lnTo>
                    <a:pt x="5994746" y="32426"/>
                  </a:lnTo>
                  <a:lnTo>
                    <a:pt x="5994855" y="32426"/>
                  </a:lnTo>
                  <a:lnTo>
                    <a:pt x="5994963" y="32426"/>
                  </a:lnTo>
                  <a:lnTo>
                    <a:pt x="5995072" y="32426"/>
                  </a:lnTo>
                  <a:lnTo>
                    <a:pt x="5995180" y="32426"/>
                  </a:lnTo>
                  <a:lnTo>
                    <a:pt x="5995288" y="32426"/>
                  </a:lnTo>
                  <a:lnTo>
                    <a:pt x="5995397" y="32426"/>
                  </a:lnTo>
                  <a:lnTo>
                    <a:pt x="5995505" y="32426"/>
                  </a:lnTo>
                  <a:lnTo>
                    <a:pt x="5995614" y="32426"/>
                  </a:lnTo>
                  <a:lnTo>
                    <a:pt x="5995722" y="32426"/>
                  </a:lnTo>
                  <a:lnTo>
                    <a:pt x="5995831" y="32426"/>
                  </a:lnTo>
                  <a:lnTo>
                    <a:pt x="5995939" y="32426"/>
                  </a:lnTo>
                  <a:lnTo>
                    <a:pt x="5996048" y="32426"/>
                  </a:lnTo>
                  <a:lnTo>
                    <a:pt x="5996156" y="32426"/>
                  </a:lnTo>
                  <a:lnTo>
                    <a:pt x="5996265" y="32426"/>
                  </a:lnTo>
                  <a:lnTo>
                    <a:pt x="5996373" y="32426"/>
                  </a:lnTo>
                  <a:lnTo>
                    <a:pt x="5996481" y="32426"/>
                  </a:lnTo>
                  <a:lnTo>
                    <a:pt x="5996590" y="32426"/>
                  </a:lnTo>
                  <a:lnTo>
                    <a:pt x="5996698" y="32426"/>
                  </a:lnTo>
                  <a:lnTo>
                    <a:pt x="5996807" y="32426"/>
                  </a:lnTo>
                  <a:lnTo>
                    <a:pt x="5996915" y="32426"/>
                  </a:lnTo>
                  <a:lnTo>
                    <a:pt x="5997024" y="32426"/>
                  </a:lnTo>
                  <a:lnTo>
                    <a:pt x="5997132" y="32426"/>
                  </a:lnTo>
                  <a:lnTo>
                    <a:pt x="5997241" y="32426"/>
                  </a:lnTo>
                  <a:lnTo>
                    <a:pt x="5997349" y="32426"/>
                  </a:lnTo>
                  <a:lnTo>
                    <a:pt x="5997457" y="32426"/>
                  </a:lnTo>
                  <a:lnTo>
                    <a:pt x="5997566" y="32426"/>
                  </a:lnTo>
                  <a:lnTo>
                    <a:pt x="5997674" y="32426"/>
                  </a:lnTo>
                  <a:lnTo>
                    <a:pt x="5997783" y="32426"/>
                  </a:lnTo>
                  <a:lnTo>
                    <a:pt x="5997891" y="32426"/>
                  </a:lnTo>
                  <a:lnTo>
                    <a:pt x="5998000" y="32426"/>
                  </a:lnTo>
                  <a:lnTo>
                    <a:pt x="5998108" y="32426"/>
                  </a:lnTo>
                  <a:lnTo>
                    <a:pt x="5998217" y="32426"/>
                  </a:lnTo>
                  <a:lnTo>
                    <a:pt x="5998325" y="32426"/>
                  </a:lnTo>
                  <a:lnTo>
                    <a:pt x="5998433" y="32426"/>
                  </a:lnTo>
                  <a:lnTo>
                    <a:pt x="5998542" y="32426"/>
                  </a:lnTo>
                  <a:lnTo>
                    <a:pt x="5998650" y="32426"/>
                  </a:lnTo>
                  <a:lnTo>
                    <a:pt x="5998759" y="32426"/>
                  </a:lnTo>
                  <a:lnTo>
                    <a:pt x="5998867" y="32426"/>
                  </a:lnTo>
                  <a:lnTo>
                    <a:pt x="5998976" y="32426"/>
                  </a:lnTo>
                  <a:lnTo>
                    <a:pt x="5999084" y="32426"/>
                  </a:lnTo>
                  <a:lnTo>
                    <a:pt x="5999193" y="32426"/>
                  </a:lnTo>
                  <a:lnTo>
                    <a:pt x="5999301" y="32426"/>
                  </a:lnTo>
                  <a:lnTo>
                    <a:pt x="5999409" y="32426"/>
                  </a:lnTo>
                  <a:lnTo>
                    <a:pt x="5999518" y="32426"/>
                  </a:lnTo>
                  <a:lnTo>
                    <a:pt x="5999626" y="32426"/>
                  </a:lnTo>
                  <a:lnTo>
                    <a:pt x="5999735" y="32426"/>
                  </a:lnTo>
                  <a:lnTo>
                    <a:pt x="5999843" y="32426"/>
                  </a:lnTo>
                  <a:lnTo>
                    <a:pt x="5999952" y="32426"/>
                  </a:lnTo>
                  <a:lnTo>
                    <a:pt x="6000060" y="32426"/>
                  </a:lnTo>
                  <a:lnTo>
                    <a:pt x="6000169" y="32426"/>
                  </a:lnTo>
                  <a:lnTo>
                    <a:pt x="6000277" y="32426"/>
                  </a:lnTo>
                  <a:lnTo>
                    <a:pt x="6000386" y="32426"/>
                  </a:lnTo>
                  <a:lnTo>
                    <a:pt x="6000494" y="32426"/>
                  </a:lnTo>
                  <a:lnTo>
                    <a:pt x="6000602" y="32426"/>
                  </a:lnTo>
                  <a:lnTo>
                    <a:pt x="6000711" y="32426"/>
                  </a:lnTo>
                  <a:lnTo>
                    <a:pt x="6000819" y="32426"/>
                  </a:lnTo>
                  <a:lnTo>
                    <a:pt x="6000928" y="32426"/>
                  </a:lnTo>
                  <a:lnTo>
                    <a:pt x="6001036" y="32426"/>
                  </a:lnTo>
                  <a:lnTo>
                    <a:pt x="6001145" y="32426"/>
                  </a:lnTo>
                  <a:lnTo>
                    <a:pt x="6001253" y="32426"/>
                  </a:lnTo>
                  <a:lnTo>
                    <a:pt x="6001362" y="32426"/>
                  </a:lnTo>
                  <a:lnTo>
                    <a:pt x="6001362" y="31802"/>
                  </a:lnTo>
                  <a:lnTo>
                    <a:pt x="6001470" y="31802"/>
                  </a:lnTo>
                  <a:lnTo>
                    <a:pt x="6001578" y="31802"/>
                  </a:lnTo>
                  <a:lnTo>
                    <a:pt x="6001687" y="31802"/>
                  </a:lnTo>
                  <a:lnTo>
                    <a:pt x="6001795" y="31802"/>
                  </a:lnTo>
                  <a:lnTo>
                    <a:pt x="6001904" y="31802"/>
                  </a:lnTo>
                  <a:lnTo>
                    <a:pt x="6002012" y="31802"/>
                  </a:lnTo>
                  <a:lnTo>
                    <a:pt x="6002121" y="31802"/>
                  </a:lnTo>
                  <a:lnTo>
                    <a:pt x="6002229" y="31802"/>
                  </a:lnTo>
                  <a:lnTo>
                    <a:pt x="6002338" y="31802"/>
                  </a:lnTo>
                  <a:lnTo>
                    <a:pt x="6002446" y="31802"/>
                  </a:lnTo>
                  <a:lnTo>
                    <a:pt x="6002554" y="31802"/>
                  </a:lnTo>
                  <a:lnTo>
                    <a:pt x="6002663" y="31802"/>
                  </a:lnTo>
                  <a:lnTo>
                    <a:pt x="6002771" y="31802"/>
                  </a:lnTo>
                  <a:lnTo>
                    <a:pt x="6002880" y="31802"/>
                  </a:lnTo>
                  <a:lnTo>
                    <a:pt x="6002988" y="31802"/>
                  </a:lnTo>
                  <a:lnTo>
                    <a:pt x="6003097" y="31802"/>
                  </a:lnTo>
                  <a:lnTo>
                    <a:pt x="6003205" y="31802"/>
                  </a:lnTo>
                  <a:lnTo>
                    <a:pt x="6003314" y="31802"/>
                  </a:lnTo>
                  <a:lnTo>
                    <a:pt x="6003422" y="31802"/>
                  </a:lnTo>
                  <a:lnTo>
                    <a:pt x="6003530" y="31802"/>
                  </a:lnTo>
                  <a:lnTo>
                    <a:pt x="6003639" y="31802"/>
                  </a:lnTo>
                  <a:lnTo>
                    <a:pt x="6003747" y="31802"/>
                  </a:lnTo>
                  <a:lnTo>
                    <a:pt x="6003856" y="31802"/>
                  </a:lnTo>
                  <a:lnTo>
                    <a:pt x="6003964" y="31802"/>
                  </a:lnTo>
                  <a:lnTo>
                    <a:pt x="6004073" y="31802"/>
                  </a:lnTo>
                  <a:lnTo>
                    <a:pt x="6004181" y="31802"/>
                  </a:lnTo>
                  <a:lnTo>
                    <a:pt x="6004290" y="31802"/>
                  </a:lnTo>
                  <a:lnTo>
                    <a:pt x="6004398" y="31802"/>
                  </a:lnTo>
                  <a:lnTo>
                    <a:pt x="6004507" y="31802"/>
                  </a:lnTo>
                  <a:lnTo>
                    <a:pt x="6004615" y="31802"/>
                  </a:lnTo>
                  <a:lnTo>
                    <a:pt x="6004723" y="31802"/>
                  </a:lnTo>
                  <a:lnTo>
                    <a:pt x="6004832" y="31802"/>
                  </a:lnTo>
                  <a:lnTo>
                    <a:pt x="6004940" y="31802"/>
                  </a:lnTo>
                  <a:lnTo>
                    <a:pt x="6005049" y="31802"/>
                  </a:lnTo>
                  <a:lnTo>
                    <a:pt x="6005157" y="31802"/>
                  </a:lnTo>
                  <a:lnTo>
                    <a:pt x="6005266" y="31802"/>
                  </a:lnTo>
                  <a:lnTo>
                    <a:pt x="6005374" y="31802"/>
                  </a:lnTo>
                  <a:lnTo>
                    <a:pt x="6005483" y="31802"/>
                  </a:lnTo>
                  <a:lnTo>
                    <a:pt x="6005591" y="31802"/>
                  </a:lnTo>
                  <a:lnTo>
                    <a:pt x="6005699" y="31802"/>
                  </a:lnTo>
                  <a:lnTo>
                    <a:pt x="6005808" y="31802"/>
                  </a:lnTo>
                  <a:lnTo>
                    <a:pt x="6005916" y="31802"/>
                  </a:lnTo>
                  <a:lnTo>
                    <a:pt x="6006025" y="31802"/>
                  </a:lnTo>
                  <a:lnTo>
                    <a:pt x="6006133" y="31802"/>
                  </a:lnTo>
                  <a:lnTo>
                    <a:pt x="6006242" y="31802"/>
                  </a:lnTo>
                  <a:lnTo>
                    <a:pt x="6006350" y="31802"/>
                  </a:lnTo>
                  <a:lnTo>
                    <a:pt x="6006459" y="31802"/>
                  </a:lnTo>
                  <a:lnTo>
                    <a:pt x="6006567" y="31802"/>
                  </a:lnTo>
                  <a:lnTo>
                    <a:pt x="6006675" y="31802"/>
                  </a:lnTo>
                  <a:lnTo>
                    <a:pt x="6006784" y="31802"/>
                  </a:lnTo>
                  <a:lnTo>
                    <a:pt x="6006892" y="31802"/>
                  </a:lnTo>
                  <a:lnTo>
                    <a:pt x="6007001" y="31802"/>
                  </a:lnTo>
                  <a:lnTo>
                    <a:pt x="6007109" y="31802"/>
                  </a:lnTo>
                  <a:lnTo>
                    <a:pt x="6007218" y="31802"/>
                  </a:lnTo>
                  <a:lnTo>
                    <a:pt x="6007326" y="31802"/>
                  </a:lnTo>
                  <a:lnTo>
                    <a:pt x="6007435" y="31802"/>
                  </a:lnTo>
                  <a:lnTo>
                    <a:pt x="6007543" y="31802"/>
                  </a:lnTo>
                  <a:lnTo>
                    <a:pt x="6007651" y="31802"/>
                  </a:lnTo>
                  <a:lnTo>
                    <a:pt x="6007760" y="31802"/>
                  </a:lnTo>
                  <a:lnTo>
                    <a:pt x="6007868" y="31802"/>
                  </a:lnTo>
                  <a:lnTo>
                    <a:pt x="6007977" y="31802"/>
                  </a:lnTo>
                  <a:lnTo>
                    <a:pt x="6008085" y="31802"/>
                  </a:lnTo>
                  <a:lnTo>
                    <a:pt x="6008194" y="31802"/>
                  </a:lnTo>
                  <a:lnTo>
                    <a:pt x="6008302" y="31802"/>
                  </a:lnTo>
                  <a:lnTo>
                    <a:pt x="6008411" y="31802"/>
                  </a:lnTo>
                  <a:lnTo>
                    <a:pt x="6008519" y="31802"/>
                  </a:lnTo>
                  <a:lnTo>
                    <a:pt x="6008628" y="31802"/>
                  </a:lnTo>
                  <a:lnTo>
                    <a:pt x="6008736" y="31802"/>
                  </a:lnTo>
                  <a:lnTo>
                    <a:pt x="6008844" y="31802"/>
                  </a:lnTo>
                  <a:lnTo>
                    <a:pt x="6008953" y="31802"/>
                  </a:lnTo>
                  <a:lnTo>
                    <a:pt x="6009061" y="31802"/>
                  </a:lnTo>
                  <a:lnTo>
                    <a:pt x="6009061" y="31179"/>
                  </a:lnTo>
                  <a:lnTo>
                    <a:pt x="6009170" y="31179"/>
                  </a:lnTo>
                  <a:lnTo>
                    <a:pt x="6009278" y="31179"/>
                  </a:lnTo>
                  <a:lnTo>
                    <a:pt x="6009387" y="31179"/>
                  </a:lnTo>
                  <a:lnTo>
                    <a:pt x="6009495" y="31179"/>
                  </a:lnTo>
                  <a:lnTo>
                    <a:pt x="6009604" y="31179"/>
                  </a:lnTo>
                  <a:lnTo>
                    <a:pt x="6009712" y="31179"/>
                  </a:lnTo>
                  <a:lnTo>
                    <a:pt x="6009820" y="31179"/>
                  </a:lnTo>
                  <a:lnTo>
                    <a:pt x="6009929" y="31179"/>
                  </a:lnTo>
                  <a:lnTo>
                    <a:pt x="6010037" y="31179"/>
                  </a:lnTo>
                  <a:lnTo>
                    <a:pt x="6010146" y="31179"/>
                  </a:lnTo>
                  <a:lnTo>
                    <a:pt x="6010254" y="31179"/>
                  </a:lnTo>
                  <a:lnTo>
                    <a:pt x="6010363" y="31179"/>
                  </a:lnTo>
                  <a:lnTo>
                    <a:pt x="6010471" y="31179"/>
                  </a:lnTo>
                  <a:lnTo>
                    <a:pt x="6010580" y="31179"/>
                  </a:lnTo>
                  <a:lnTo>
                    <a:pt x="6010688" y="31179"/>
                  </a:lnTo>
                  <a:lnTo>
                    <a:pt x="6010796" y="31179"/>
                  </a:lnTo>
                  <a:lnTo>
                    <a:pt x="6010905" y="31179"/>
                  </a:lnTo>
                  <a:lnTo>
                    <a:pt x="6011013" y="31179"/>
                  </a:lnTo>
                  <a:lnTo>
                    <a:pt x="6011122" y="31179"/>
                  </a:lnTo>
                  <a:lnTo>
                    <a:pt x="6011230" y="31179"/>
                  </a:lnTo>
                  <a:lnTo>
                    <a:pt x="6011339" y="31179"/>
                  </a:lnTo>
                  <a:lnTo>
                    <a:pt x="6011447" y="31179"/>
                  </a:lnTo>
                  <a:lnTo>
                    <a:pt x="6011556" y="31179"/>
                  </a:lnTo>
                  <a:lnTo>
                    <a:pt x="6011664" y="31179"/>
                  </a:lnTo>
                  <a:lnTo>
                    <a:pt x="6011772" y="31179"/>
                  </a:lnTo>
                  <a:lnTo>
                    <a:pt x="6011881" y="31179"/>
                  </a:lnTo>
                  <a:lnTo>
                    <a:pt x="6011989" y="31179"/>
                  </a:lnTo>
                  <a:lnTo>
                    <a:pt x="6012098" y="31179"/>
                  </a:lnTo>
                  <a:lnTo>
                    <a:pt x="6012206" y="31179"/>
                  </a:lnTo>
                  <a:lnTo>
                    <a:pt x="6012315" y="31179"/>
                  </a:lnTo>
                  <a:lnTo>
                    <a:pt x="6012423" y="31179"/>
                  </a:lnTo>
                  <a:lnTo>
                    <a:pt x="6012532" y="31179"/>
                  </a:lnTo>
                  <a:lnTo>
                    <a:pt x="6012640" y="31179"/>
                  </a:lnTo>
                  <a:lnTo>
                    <a:pt x="6012749" y="31179"/>
                  </a:lnTo>
                  <a:lnTo>
                    <a:pt x="6012857" y="31179"/>
                  </a:lnTo>
                  <a:lnTo>
                    <a:pt x="6012965" y="31179"/>
                  </a:lnTo>
                  <a:lnTo>
                    <a:pt x="6013074" y="31179"/>
                  </a:lnTo>
                  <a:lnTo>
                    <a:pt x="6013182" y="31179"/>
                  </a:lnTo>
                  <a:lnTo>
                    <a:pt x="6013291" y="31179"/>
                  </a:lnTo>
                  <a:lnTo>
                    <a:pt x="6013399" y="31179"/>
                  </a:lnTo>
                  <a:lnTo>
                    <a:pt x="6013508" y="31179"/>
                  </a:lnTo>
                  <a:lnTo>
                    <a:pt x="6013616" y="31179"/>
                  </a:lnTo>
                  <a:lnTo>
                    <a:pt x="6013725" y="31179"/>
                  </a:lnTo>
                  <a:lnTo>
                    <a:pt x="6013833" y="31179"/>
                  </a:lnTo>
                  <a:lnTo>
                    <a:pt x="6013941" y="31179"/>
                  </a:lnTo>
                  <a:lnTo>
                    <a:pt x="6014050" y="31179"/>
                  </a:lnTo>
                  <a:lnTo>
                    <a:pt x="6014158" y="31179"/>
                  </a:lnTo>
                  <a:lnTo>
                    <a:pt x="6014267" y="31179"/>
                  </a:lnTo>
                  <a:lnTo>
                    <a:pt x="6014375" y="31179"/>
                  </a:lnTo>
                  <a:lnTo>
                    <a:pt x="6014484" y="31179"/>
                  </a:lnTo>
                  <a:lnTo>
                    <a:pt x="6014592" y="31179"/>
                  </a:lnTo>
                  <a:lnTo>
                    <a:pt x="6014701" y="31179"/>
                  </a:lnTo>
                  <a:lnTo>
                    <a:pt x="6014809" y="31179"/>
                  </a:lnTo>
                  <a:lnTo>
                    <a:pt x="6014917" y="31179"/>
                  </a:lnTo>
                  <a:lnTo>
                    <a:pt x="6015026" y="31179"/>
                  </a:lnTo>
                  <a:lnTo>
                    <a:pt x="6015134" y="31179"/>
                  </a:lnTo>
                  <a:lnTo>
                    <a:pt x="6015243" y="31179"/>
                  </a:lnTo>
                  <a:lnTo>
                    <a:pt x="6015351" y="31179"/>
                  </a:lnTo>
                  <a:lnTo>
                    <a:pt x="6015460" y="31179"/>
                  </a:lnTo>
                  <a:lnTo>
                    <a:pt x="6015568" y="31179"/>
                  </a:lnTo>
                  <a:lnTo>
                    <a:pt x="6015677" y="31179"/>
                  </a:lnTo>
                  <a:lnTo>
                    <a:pt x="6015785" y="31179"/>
                  </a:lnTo>
                  <a:lnTo>
                    <a:pt x="6015893" y="31179"/>
                  </a:lnTo>
                  <a:lnTo>
                    <a:pt x="6016002" y="31179"/>
                  </a:lnTo>
                  <a:lnTo>
                    <a:pt x="6016110" y="31179"/>
                  </a:lnTo>
                  <a:lnTo>
                    <a:pt x="6016219" y="31179"/>
                  </a:lnTo>
                  <a:lnTo>
                    <a:pt x="6016327" y="31179"/>
                  </a:lnTo>
                  <a:lnTo>
                    <a:pt x="6016436" y="31179"/>
                  </a:lnTo>
                  <a:lnTo>
                    <a:pt x="6016544" y="31179"/>
                  </a:lnTo>
                  <a:lnTo>
                    <a:pt x="6016653" y="31179"/>
                  </a:lnTo>
                  <a:lnTo>
                    <a:pt x="6016761" y="31179"/>
                  </a:lnTo>
                  <a:lnTo>
                    <a:pt x="6016869" y="31179"/>
                  </a:lnTo>
                  <a:lnTo>
                    <a:pt x="6016978" y="31179"/>
                  </a:lnTo>
                  <a:lnTo>
                    <a:pt x="6017086" y="31179"/>
                  </a:lnTo>
                  <a:lnTo>
                    <a:pt x="6017195" y="31179"/>
                  </a:lnTo>
                  <a:lnTo>
                    <a:pt x="6017303" y="31179"/>
                  </a:lnTo>
                  <a:lnTo>
                    <a:pt x="6017412" y="31179"/>
                  </a:lnTo>
                  <a:lnTo>
                    <a:pt x="6017520" y="31179"/>
                  </a:lnTo>
                  <a:lnTo>
                    <a:pt x="6017629" y="31179"/>
                  </a:lnTo>
                  <a:lnTo>
                    <a:pt x="6017737" y="31179"/>
                  </a:lnTo>
                  <a:lnTo>
                    <a:pt x="6017846" y="31179"/>
                  </a:lnTo>
                  <a:lnTo>
                    <a:pt x="6017954" y="31179"/>
                  </a:lnTo>
                  <a:lnTo>
                    <a:pt x="6018062" y="31179"/>
                  </a:lnTo>
                  <a:lnTo>
                    <a:pt x="6018171" y="31179"/>
                  </a:lnTo>
                  <a:lnTo>
                    <a:pt x="6018279" y="31179"/>
                  </a:lnTo>
                  <a:lnTo>
                    <a:pt x="6018279" y="30555"/>
                  </a:lnTo>
                  <a:lnTo>
                    <a:pt x="6018388" y="30555"/>
                  </a:lnTo>
                  <a:lnTo>
                    <a:pt x="6018496" y="30555"/>
                  </a:lnTo>
                  <a:lnTo>
                    <a:pt x="6018605" y="30555"/>
                  </a:lnTo>
                  <a:lnTo>
                    <a:pt x="6018713" y="30555"/>
                  </a:lnTo>
                  <a:lnTo>
                    <a:pt x="6018822" y="30555"/>
                  </a:lnTo>
                  <a:lnTo>
                    <a:pt x="6018930" y="30555"/>
                  </a:lnTo>
                  <a:lnTo>
                    <a:pt x="6019038" y="30555"/>
                  </a:lnTo>
                  <a:lnTo>
                    <a:pt x="6019147" y="30555"/>
                  </a:lnTo>
                  <a:lnTo>
                    <a:pt x="6019255" y="30555"/>
                  </a:lnTo>
                  <a:lnTo>
                    <a:pt x="6019364" y="30555"/>
                  </a:lnTo>
                  <a:lnTo>
                    <a:pt x="6019472" y="30555"/>
                  </a:lnTo>
                  <a:lnTo>
                    <a:pt x="6019581" y="30555"/>
                  </a:lnTo>
                  <a:lnTo>
                    <a:pt x="6019689" y="30555"/>
                  </a:lnTo>
                  <a:lnTo>
                    <a:pt x="6019798" y="30555"/>
                  </a:lnTo>
                  <a:lnTo>
                    <a:pt x="6019906" y="30555"/>
                  </a:lnTo>
                  <a:lnTo>
                    <a:pt x="6020014" y="30555"/>
                  </a:lnTo>
                  <a:lnTo>
                    <a:pt x="6020123" y="30555"/>
                  </a:lnTo>
                  <a:lnTo>
                    <a:pt x="6020231" y="30555"/>
                  </a:lnTo>
                  <a:lnTo>
                    <a:pt x="6020340" y="30555"/>
                  </a:lnTo>
                  <a:lnTo>
                    <a:pt x="6020340" y="29931"/>
                  </a:lnTo>
                  <a:lnTo>
                    <a:pt x="6020448" y="29931"/>
                  </a:lnTo>
                  <a:lnTo>
                    <a:pt x="6020557" y="29931"/>
                  </a:lnTo>
                  <a:lnTo>
                    <a:pt x="6020665" y="29931"/>
                  </a:lnTo>
                  <a:lnTo>
                    <a:pt x="6020774" y="29931"/>
                  </a:lnTo>
                  <a:lnTo>
                    <a:pt x="6020882" y="29931"/>
                  </a:lnTo>
                  <a:lnTo>
                    <a:pt x="6020990" y="29931"/>
                  </a:lnTo>
                  <a:lnTo>
                    <a:pt x="6021099" y="29931"/>
                  </a:lnTo>
                  <a:lnTo>
                    <a:pt x="6021207" y="29931"/>
                  </a:lnTo>
                  <a:lnTo>
                    <a:pt x="6021316" y="29931"/>
                  </a:lnTo>
                  <a:lnTo>
                    <a:pt x="6021424" y="29931"/>
                  </a:lnTo>
                  <a:lnTo>
                    <a:pt x="6021533" y="29931"/>
                  </a:lnTo>
                  <a:lnTo>
                    <a:pt x="6021641" y="29931"/>
                  </a:lnTo>
                  <a:lnTo>
                    <a:pt x="6021641" y="29308"/>
                  </a:lnTo>
                  <a:lnTo>
                    <a:pt x="6021750" y="29308"/>
                  </a:lnTo>
                  <a:lnTo>
                    <a:pt x="6021858" y="29308"/>
                  </a:lnTo>
                  <a:lnTo>
                    <a:pt x="6021967" y="29308"/>
                  </a:lnTo>
                  <a:lnTo>
                    <a:pt x="6022075" y="29308"/>
                  </a:lnTo>
                  <a:lnTo>
                    <a:pt x="6022183" y="29308"/>
                  </a:lnTo>
                  <a:lnTo>
                    <a:pt x="6022292" y="29308"/>
                  </a:lnTo>
                  <a:lnTo>
                    <a:pt x="6022292" y="28684"/>
                  </a:lnTo>
                  <a:lnTo>
                    <a:pt x="6022400" y="28684"/>
                  </a:lnTo>
                  <a:lnTo>
                    <a:pt x="6022509" y="28684"/>
                  </a:lnTo>
                  <a:lnTo>
                    <a:pt x="6022617" y="28684"/>
                  </a:lnTo>
                  <a:lnTo>
                    <a:pt x="6022726" y="28684"/>
                  </a:lnTo>
                  <a:lnTo>
                    <a:pt x="6022834" y="28684"/>
                  </a:lnTo>
                  <a:lnTo>
                    <a:pt x="6022943" y="28684"/>
                  </a:lnTo>
                  <a:lnTo>
                    <a:pt x="6023051" y="28684"/>
                  </a:lnTo>
                  <a:lnTo>
                    <a:pt x="6023159" y="28684"/>
                  </a:lnTo>
                  <a:lnTo>
                    <a:pt x="6023268" y="28684"/>
                  </a:lnTo>
                  <a:lnTo>
                    <a:pt x="6023376" y="28684"/>
                  </a:lnTo>
                  <a:lnTo>
                    <a:pt x="6023485" y="28684"/>
                  </a:lnTo>
                  <a:lnTo>
                    <a:pt x="6023593" y="28684"/>
                  </a:lnTo>
                  <a:lnTo>
                    <a:pt x="6023702" y="28684"/>
                  </a:lnTo>
                  <a:lnTo>
                    <a:pt x="6023810" y="28684"/>
                  </a:lnTo>
                  <a:lnTo>
                    <a:pt x="6023919" y="28684"/>
                  </a:lnTo>
                  <a:lnTo>
                    <a:pt x="6024027" y="28684"/>
                  </a:lnTo>
                  <a:lnTo>
                    <a:pt x="6024135" y="28684"/>
                  </a:lnTo>
                  <a:lnTo>
                    <a:pt x="6024244" y="28684"/>
                  </a:lnTo>
                  <a:lnTo>
                    <a:pt x="6024352" y="28684"/>
                  </a:lnTo>
                  <a:lnTo>
                    <a:pt x="6024461" y="28684"/>
                  </a:lnTo>
                  <a:lnTo>
                    <a:pt x="6024569" y="28684"/>
                  </a:lnTo>
                  <a:lnTo>
                    <a:pt x="6024678" y="28684"/>
                  </a:lnTo>
                  <a:lnTo>
                    <a:pt x="6024786" y="28684"/>
                  </a:lnTo>
                  <a:lnTo>
                    <a:pt x="6024895" y="28684"/>
                  </a:lnTo>
                  <a:lnTo>
                    <a:pt x="6025003" y="28684"/>
                  </a:lnTo>
                  <a:lnTo>
                    <a:pt x="6025111" y="28684"/>
                  </a:lnTo>
                  <a:lnTo>
                    <a:pt x="6025220" y="28684"/>
                  </a:lnTo>
                  <a:lnTo>
                    <a:pt x="6025328" y="28684"/>
                  </a:lnTo>
                  <a:lnTo>
                    <a:pt x="6025437" y="28684"/>
                  </a:lnTo>
                  <a:lnTo>
                    <a:pt x="6025545" y="28684"/>
                  </a:lnTo>
                  <a:lnTo>
                    <a:pt x="6025654" y="28684"/>
                  </a:lnTo>
                  <a:lnTo>
                    <a:pt x="6025762" y="28684"/>
                  </a:lnTo>
                  <a:lnTo>
                    <a:pt x="6025871" y="28684"/>
                  </a:lnTo>
                  <a:lnTo>
                    <a:pt x="6025979" y="28684"/>
                  </a:lnTo>
                  <a:lnTo>
                    <a:pt x="6026088" y="28684"/>
                  </a:lnTo>
                  <a:lnTo>
                    <a:pt x="6026196" y="28684"/>
                  </a:lnTo>
                  <a:lnTo>
                    <a:pt x="6026304" y="28684"/>
                  </a:lnTo>
                  <a:lnTo>
                    <a:pt x="6026413" y="28684"/>
                  </a:lnTo>
                  <a:lnTo>
                    <a:pt x="6026521" y="28684"/>
                  </a:lnTo>
                  <a:lnTo>
                    <a:pt x="6026630" y="28684"/>
                  </a:lnTo>
                  <a:lnTo>
                    <a:pt x="6026738" y="28684"/>
                  </a:lnTo>
                  <a:lnTo>
                    <a:pt x="6026847" y="28684"/>
                  </a:lnTo>
                  <a:lnTo>
                    <a:pt x="6026955" y="28684"/>
                  </a:lnTo>
                  <a:lnTo>
                    <a:pt x="6027064" y="28684"/>
                  </a:lnTo>
                  <a:lnTo>
                    <a:pt x="6027172" y="28684"/>
                  </a:lnTo>
                  <a:lnTo>
                    <a:pt x="6027280" y="28684"/>
                  </a:lnTo>
                  <a:lnTo>
                    <a:pt x="6027389" y="28684"/>
                  </a:lnTo>
                  <a:lnTo>
                    <a:pt x="6027497" y="28684"/>
                  </a:lnTo>
                  <a:lnTo>
                    <a:pt x="6027606" y="28684"/>
                  </a:lnTo>
                  <a:lnTo>
                    <a:pt x="6027714" y="28684"/>
                  </a:lnTo>
                  <a:lnTo>
                    <a:pt x="6027823" y="28684"/>
                  </a:lnTo>
                  <a:lnTo>
                    <a:pt x="6027931" y="28684"/>
                  </a:lnTo>
                  <a:lnTo>
                    <a:pt x="6028040" y="28684"/>
                  </a:lnTo>
                  <a:lnTo>
                    <a:pt x="6028148" y="28684"/>
                  </a:lnTo>
                  <a:lnTo>
                    <a:pt x="6028256" y="28684"/>
                  </a:lnTo>
                  <a:lnTo>
                    <a:pt x="6028365" y="28684"/>
                  </a:lnTo>
                  <a:lnTo>
                    <a:pt x="6028473" y="28684"/>
                  </a:lnTo>
                  <a:lnTo>
                    <a:pt x="6028582" y="28684"/>
                  </a:lnTo>
                  <a:lnTo>
                    <a:pt x="6028690" y="28684"/>
                  </a:lnTo>
                  <a:lnTo>
                    <a:pt x="6028799" y="28684"/>
                  </a:lnTo>
                  <a:lnTo>
                    <a:pt x="6028907" y="28684"/>
                  </a:lnTo>
                  <a:lnTo>
                    <a:pt x="6029016" y="28684"/>
                  </a:lnTo>
                  <a:lnTo>
                    <a:pt x="6029124" y="28684"/>
                  </a:lnTo>
                  <a:lnTo>
                    <a:pt x="6029232" y="28684"/>
                  </a:lnTo>
                  <a:lnTo>
                    <a:pt x="6029341" y="28684"/>
                  </a:lnTo>
                  <a:lnTo>
                    <a:pt x="6029449" y="28684"/>
                  </a:lnTo>
                  <a:lnTo>
                    <a:pt x="6029558" y="28684"/>
                  </a:lnTo>
                  <a:lnTo>
                    <a:pt x="6029666" y="28684"/>
                  </a:lnTo>
                  <a:lnTo>
                    <a:pt x="6029775" y="28684"/>
                  </a:lnTo>
                  <a:lnTo>
                    <a:pt x="6029883" y="28684"/>
                  </a:lnTo>
                  <a:lnTo>
                    <a:pt x="6029883" y="28061"/>
                  </a:lnTo>
                  <a:lnTo>
                    <a:pt x="6029992" y="28061"/>
                  </a:lnTo>
                  <a:lnTo>
                    <a:pt x="6030100" y="28061"/>
                  </a:lnTo>
                  <a:lnTo>
                    <a:pt x="6030209" y="28061"/>
                  </a:lnTo>
                  <a:lnTo>
                    <a:pt x="6030317" y="28061"/>
                  </a:lnTo>
                  <a:lnTo>
                    <a:pt x="6030425" y="28061"/>
                  </a:lnTo>
                  <a:lnTo>
                    <a:pt x="6030534" y="28061"/>
                  </a:lnTo>
                  <a:lnTo>
                    <a:pt x="6030642" y="28061"/>
                  </a:lnTo>
                  <a:lnTo>
                    <a:pt x="6030751" y="28061"/>
                  </a:lnTo>
                  <a:lnTo>
                    <a:pt x="6030859" y="28061"/>
                  </a:lnTo>
                  <a:lnTo>
                    <a:pt x="6030968" y="28061"/>
                  </a:lnTo>
                  <a:lnTo>
                    <a:pt x="6031076" y="28061"/>
                  </a:lnTo>
                  <a:lnTo>
                    <a:pt x="6031185" y="28061"/>
                  </a:lnTo>
                  <a:lnTo>
                    <a:pt x="6031293" y="28061"/>
                  </a:lnTo>
                  <a:lnTo>
                    <a:pt x="6031401" y="28061"/>
                  </a:lnTo>
                  <a:lnTo>
                    <a:pt x="6031510" y="28061"/>
                  </a:lnTo>
                  <a:lnTo>
                    <a:pt x="6031618" y="28061"/>
                  </a:lnTo>
                  <a:lnTo>
                    <a:pt x="6031727" y="28061"/>
                  </a:lnTo>
                  <a:lnTo>
                    <a:pt x="6031835" y="28061"/>
                  </a:lnTo>
                  <a:lnTo>
                    <a:pt x="6031944" y="28061"/>
                  </a:lnTo>
                  <a:lnTo>
                    <a:pt x="6032052" y="28061"/>
                  </a:lnTo>
                  <a:lnTo>
                    <a:pt x="6032161" y="28061"/>
                  </a:lnTo>
                  <a:lnTo>
                    <a:pt x="6032269" y="28061"/>
                  </a:lnTo>
                  <a:lnTo>
                    <a:pt x="6032377" y="28061"/>
                  </a:lnTo>
                  <a:lnTo>
                    <a:pt x="6032377" y="27437"/>
                  </a:lnTo>
                  <a:lnTo>
                    <a:pt x="6032486" y="27437"/>
                  </a:lnTo>
                  <a:lnTo>
                    <a:pt x="6032594" y="27437"/>
                  </a:lnTo>
                  <a:lnTo>
                    <a:pt x="6032703" y="27437"/>
                  </a:lnTo>
                  <a:lnTo>
                    <a:pt x="6032811" y="27437"/>
                  </a:lnTo>
                  <a:lnTo>
                    <a:pt x="6032920" y="27437"/>
                  </a:lnTo>
                  <a:lnTo>
                    <a:pt x="6033028" y="27437"/>
                  </a:lnTo>
                  <a:lnTo>
                    <a:pt x="6033137" y="27437"/>
                  </a:lnTo>
                  <a:lnTo>
                    <a:pt x="6033245" y="27437"/>
                  </a:lnTo>
                  <a:lnTo>
                    <a:pt x="6033353" y="27437"/>
                  </a:lnTo>
                  <a:lnTo>
                    <a:pt x="6033462" y="27437"/>
                  </a:lnTo>
                  <a:lnTo>
                    <a:pt x="6033570" y="27437"/>
                  </a:lnTo>
                  <a:lnTo>
                    <a:pt x="6033679" y="27437"/>
                  </a:lnTo>
                  <a:lnTo>
                    <a:pt x="6033787" y="27437"/>
                  </a:lnTo>
                  <a:lnTo>
                    <a:pt x="6033896" y="27437"/>
                  </a:lnTo>
                  <a:lnTo>
                    <a:pt x="6034004" y="27437"/>
                  </a:lnTo>
                  <a:lnTo>
                    <a:pt x="6034113" y="27437"/>
                  </a:lnTo>
                  <a:lnTo>
                    <a:pt x="6034221" y="27437"/>
                  </a:lnTo>
                  <a:lnTo>
                    <a:pt x="6034330" y="27437"/>
                  </a:lnTo>
                  <a:lnTo>
                    <a:pt x="6034438" y="27437"/>
                  </a:lnTo>
                  <a:lnTo>
                    <a:pt x="6034546" y="27437"/>
                  </a:lnTo>
                  <a:lnTo>
                    <a:pt x="6034655" y="27437"/>
                  </a:lnTo>
                  <a:lnTo>
                    <a:pt x="6034763" y="27437"/>
                  </a:lnTo>
                  <a:lnTo>
                    <a:pt x="6034872" y="27437"/>
                  </a:lnTo>
                  <a:lnTo>
                    <a:pt x="6034980" y="27437"/>
                  </a:lnTo>
                  <a:lnTo>
                    <a:pt x="6035089" y="27437"/>
                  </a:lnTo>
                  <a:lnTo>
                    <a:pt x="6035197" y="27437"/>
                  </a:lnTo>
                  <a:lnTo>
                    <a:pt x="6035306" y="27437"/>
                  </a:lnTo>
                  <a:lnTo>
                    <a:pt x="6035414" y="27437"/>
                  </a:lnTo>
                  <a:lnTo>
                    <a:pt x="6035522" y="27437"/>
                  </a:lnTo>
                  <a:lnTo>
                    <a:pt x="6035631" y="27437"/>
                  </a:lnTo>
                  <a:lnTo>
                    <a:pt x="6035739" y="27437"/>
                  </a:lnTo>
                  <a:lnTo>
                    <a:pt x="6035739" y="26814"/>
                  </a:lnTo>
                  <a:lnTo>
                    <a:pt x="6035848" y="26814"/>
                  </a:lnTo>
                  <a:lnTo>
                    <a:pt x="6035956" y="26814"/>
                  </a:lnTo>
                  <a:lnTo>
                    <a:pt x="6036065" y="26814"/>
                  </a:lnTo>
                  <a:lnTo>
                    <a:pt x="6036173" y="26814"/>
                  </a:lnTo>
                  <a:lnTo>
                    <a:pt x="6036282" y="26814"/>
                  </a:lnTo>
                  <a:lnTo>
                    <a:pt x="6036390" y="26814"/>
                  </a:lnTo>
                  <a:lnTo>
                    <a:pt x="6036498" y="26814"/>
                  </a:lnTo>
                  <a:lnTo>
                    <a:pt x="6036607" y="26814"/>
                  </a:lnTo>
                  <a:lnTo>
                    <a:pt x="6036715" y="26814"/>
                  </a:lnTo>
                  <a:lnTo>
                    <a:pt x="6036824" y="26814"/>
                  </a:lnTo>
                  <a:lnTo>
                    <a:pt x="6036932" y="26814"/>
                  </a:lnTo>
                  <a:lnTo>
                    <a:pt x="6037041" y="26814"/>
                  </a:lnTo>
                  <a:lnTo>
                    <a:pt x="6037149" y="26814"/>
                  </a:lnTo>
                  <a:lnTo>
                    <a:pt x="6037258" y="26814"/>
                  </a:lnTo>
                  <a:lnTo>
                    <a:pt x="6037366" y="26814"/>
                  </a:lnTo>
                  <a:lnTo>
                    <a:pt x="6037474" y="26814"/>
                  </a:lnTo>
                  <a:lnTo>
                    <a:pt x="6037583" y="26814"/>
                  </a:lnTo>
                  <a:lnTo>
                    <a:pt x="6037583" y="26190"/>
                  </a:lnTo>
                  <a:lnTo>
                    <a:pt x="6037691" y="26190"/>
                  </a:lnTo>
                  <a:lnTo>
                    <a:pt x="6037800" y="26190"/>
                  </a:lnTo>
                  <a:lnTo>
                    <a:pt x="6037908" y="26190"/>
                  </a:lnTo>
                  <a:lnTo>
                    <a:pt x="6038017" y="26190"/>
                  </a:lnTo>
                  <a:lnTo>
                    <a:pt x="6038125" y="26190"/>
                  </a:lnTo>
                  <a:lnTo>
                    <a:pt x="6038234" y="26190"/>
                  </a:lnTo>
                  <a:lnTo>
                    <a:pt x="6038342" y="26190"/>
                  </a:lnTo>
                  <a:lnTo>
                    <a:pt x="6038450" y="26190"/>
                  </a:lnTo>
                  <a:lnTo>
                    <a:pt x="6038559" y="26190"/>
                  </a:lnTo>
                  <a:lnTo>
                    <a:pt x="6038667" y="26190"/>
                  </a:lnTo>
                  <a:lnTo>
                    <a:pt x="6038776" y="26190"/>
                  </a:lnTo>
                  <a:lnTo>
                    <a:pt x="6038884" y="26190"/>
                  </a:lnTo>
                  <a:lnTo>
                    <a:pt x="6038993" y="26190"/>
                  </a:lnTo>
                  <a:lnTo>
                    <a:pt x="6039101" y="26190"/>
                  </a:lnTo>
                  <a:lnTo>
                    <a:pt x="6039210" y="26190"/>
                  </a:lnTo>
                  <a:lnTo>
                    <a:pt x="6039318" y="26190"/>
                  </a:lnTo>
                  <a:lnTo>
                    <a:pt x="6039427" y="26190"/>
                  </a:lnTo>
                  <a:lnTo>
                    <a:pt x="6039535" y="26190"/>
                  </a:lnTo>
                  <a:lnTo>
                    <a:pt x="6039643" y="26190"/>
                  </a:lnTo>
                  <a:lnTo>
                    <a:pt x="6039752" y="26190"/>
                  </a:lnTo>
                  <a:lnTo>
                    <a:pt x="6039860" y="26190"/>
                  </a:lnTo>
                  <a:lnTo>
                    <a:pt x="6039969" y="26190"/>
                  </a:lnTo>
                  <a:lnTo>
                    <a:pt x="6040077" y="26190"/>
                  </a:lnTo>
                  <a:lnTo>
                    <a:pt x="6040186" y="26190"/>
                  </a:lnTo>
                  <a:lnTo>
                    <a:pt x="6040294" y="26190"/>
                  </a:lnTo>
                  <a:lnTo>
                    <a:pt x="6040403" y="26190"/>
                  </a:lnTo>
                  <a:lnTo>
                    <a:pt x="6040511" y="26190"/>
                  </a:lnTo>
                  <a:lnTo>
                    <a:pt x="6040619" y="26190"/>
                  </a:lnTo>
                  <a:lnTo>
                    <a:pt x="6040728" y="26190"/>
                  </a:lnTo>
                  <a:lnTo>
                    <a:pt x="6040836" y="26190"/>
                  </a:lnTo>
                  <a:lnTo>
                    <a:pt x="6040945" y="26190"/>
                  </a:lnTo>
                  <a:lnTo>
                    <a:pt x="6041053" y="26190"/>
                  </a:lnTo>
                  <a:lnTo>
                    <a:pt x="6041162" y="26190"/>
                  </a:lnTo>
                  <a:lnTo>
                    <a:pt x="6041162" y="25566"/>
                  </a:lnTo>
                  <a:lnTo>
                    <a:pt x="6041270" y="25566"/>
                  </a:lnTo>
                  <a:lnTo>
                    <a:pt x="6041379" y="25566"/>
                  </a:lnTo>
                  <a:lnTo>
                    <a:pt x="6041487" y="25566"/>
                  </a:lnTo>
                  <a:lnTo>
                    <a:pt x="6041595" y="25566"/>
                  </a:lnTo>
                  <a:lnTo>
                    <a:pt x="6041704" y="25566"/>
                  </a:lnTo>
                  <a:lnTo>
                    <a:pt x="6041812" y="25566"/>
                  </a:lnTo>
                  <a:lnTo>
                    <a:pt x="6041921" y="25566"/>
                  </a:lnTo>
                  <a:lnTo>
                    <a:pt x="6042029" y="25566"/>
                  </a:lnTo>
                  <a:lnTo>
                    <a:pt x="6042138" y="25566"/>
                  </a:lnTo>
                  <a:lnTo>
                    <a:pt x="6042246" y="25566"/>
                  </a:lnTo>
                  <a:lnTo>
                    <a:pt x="6042355" y="25566"/>
                  </a:lnTo>
                  <a:lnTo>
                    <a:pt x="6042463" y="25566"/>
                  </a:lnTo>
                  <a:lnTo>
                    <a:pt x="6042571" y="25566"/>
                  </a:lnTo>
                  <a:lnTo>
                    <a:pt x="6042680" y="25566"/>
                  </a:lnTo>
                  <a:lnTo>
                    <a:pt x="6042788" y="25566"/>
                  </a:lnTo>
                  <a:lnTo>
                    <a:pt x="6042897" y="25566"/>
                  </a:lnTo>
                  <a:lnTo>
                    <a:pt x="6043005" y="25566"/>
                  </a:lnTo>
                  <a:lnTo>
                    <a:pt x="6043114" y="25566"/>
                  </a:lnTo>
                  <a:lnTo>
                    <a:pt x="6043222" y="25566"/>
                  </a:lnTo>
                  <a:lnTo>
                    <a:pt x="6043331" y="25566"/>
                  </a:lnTo>
                  <a:lnTo>
                    <a:pt x="6043439" y="25566"/>
                  </a:lnTo>
                  <a:lnTo>
                    <a:pt x="6043548" y="25566"/>
                  </a:lnTo>
                  <a:lnTo>
                    <a:pt x="6043656" y="25566"/>
                  </a:lnTo>
                  <a:lnTo>
                    <a:pt x="6043764" y="25566"/>
                  </a:lnTo>
                  <a:lnTo>
                    <a:pt x="6043873" y="25566"/>
                  </a:lnTo>
                  <a:lnTo>
                    <a:pt x="6043981" y="25566"/>
                  </a:lnTo>
                  <a:lnTo>
                    <a:pt x="6044090" y="25566"/>
                  </a:lnTo>
                  <a:lnTo>
                    <a:pt x="6044198" y="25566"/>
                  </a:lnTo>
                  <a:lnTo>
                    <a:pt x="6044307" y="25566"/>
                  </a:lnTo>
                  <a:lnTo>
                    <a:pt x="6044415" y="25566"/>
                  </a:lnTo>
                  <a:lnTo>
                    <a:pt x="6044524" y="25566"/>
                  </a:lnTo>
                  <a:lnTo>
                    <a:pt x="6044632" y="25566"/>
                  </a:lnTo>
                  <a:lnTo>
                    <a:pt x="6044740" y="25566"/>
                  </a:lnTo>
                  <a:lnTo>
                    <a:pt x="6044849" y="25566"/>
                  </a:lnTo>
                  <a:lnTo>
                    <a:pt x="6044957" y="25566"/>
                  </a:lnTo>
                  <a:lnTo>
                    <a:pt x="6045066" y="25566"/>
                  </a:lnTo>
                  <a:lnTo>
                    <a:pt x="6045174" y="25566"/>
                  </a:lnTo>
                  <a:lnTo>
                    <a:pt x="6045283" y="25566"/>
                  </a:lnTo>
                  <a:lnTo>
                    <a:pt x="6045391" y="25566"/>
                  </a:lnTo>
                  <a:lnTo>
                    <a:pt x="6045500" y="25566"/>
                  </a:lnTo>
                  <a:lnTo>
                    <a:pt x="6045608" y="25566"/>
                  </a:lnTo>
                  <a:lnTo>
                    <a:pt x="6045716" y="25566"/>
                  </a:lnTo>
                  <a:lnTo>
                    <a:pt x="6045825" y="25566"/>
                  </a:lnTo>
                  <a:lnTo>
                    <a:pt x="6045933" y="25566"/>
                  </a:lnTo>
                  <a:lnTo>
                    <a:pt x="6046042" y="25566"/>
                  </a:lnTo>
                  <a:lnTo>
                    <a:pt x="6046150" y="25566"/>
                  </a:lnTo>
                  <a:lnTo>
                    <a:pt x="6046259" y="25566"/>
                  </a:lnTo>
                  <a:lnTo>
                    <a:pt x="6046367" y="25566"/>
                  </a:lnTo>
                  <a:lnTo>
                    <a:pt x="6046476" y="25566"/>
                  </a:lnTo>
                  <a:lnTo>
                    <a:pt x="6046584" y="25566"/>
                  </a:lnTo>
                  <a:lnTo>
                    <a:pt x="6046692" y="25566"/>
                  </a:lnTo>
                  <a:lnTo>
                    <a:pt x="6046801" y="25566"/>
                  </a:lnTo>
                  <a:lnTo>
                    <a:pt x="6046909" y="25566"/>
                  </a:lnTo>
                  <a:lnTo>
                    <a:pt x="6047018" y="25566"/>
                  </a:lnTo>
                  <a:lnTo>
                    <a:pt x="6047126" y="25566"/>
                  </a:lnTo>
                  <a:lnTo>
                    <a:pt x="6047235" y="25566"/>
                  </a:lnTo>
                  <a:lnTo>
                    <a:pt x="6047343" y="25566"/>
                  </a:lnTo>
                  <a:lnTo>
                    <a:pt x="6047452" y="25566"/>
                  </a:lnTo>
                  <a:lnTo>
                    <a:pt x="6047560" y="25566"/>
                  </a:lnTo>
                  <a:lnTo>
                    <a:pt x="6047669" y="25566"/>
                  </a:lnTo>
                  <a:lnTo>
                    <a:pt x="6047777" y="25566"/>
                  </a:lnTo>
                  <a:lnTo>
                    <a:pt x="6047885" y="25566"/>
                  </a:lnTo>
                  <a:lnTo>
                    <a:pt x="6047994" y="25566"/>
                  </a:lnTo>
                  <a:lnTo>
                    <a:pt x="6048102" y="25566"/>
                  </a:lnTo>
                  <a:lnTo>
                    <a:pt x="6048211" y="25566"/>
                  </a:lnTo>
                  <a:lnTo>
                    <a:pt x="6048319" y="25566"/>
                  </a:lnTo>
                  <a:lnTo>
                    <a:pt x="6048428" y="25566"/>
                  </a:lnTo>
                  <a:lnTo>
                    <a:pt x="6048536" y="25566"/>
                  </a:lnTo>
                  <a:lnTo>
                    <a:pt x="6048645" y="25566"/>
                  </a:lnTo>
                  <a:lnTo>
                    <a:pt x="6048753" y="25566"/>
                  </a:lnTo>
                  <a:lnTo>
                    <a:pt x="6048861" y="25566"/>
                  </a:lnTo>
                  <a:lnTo>
                    <a:pt x="6048970" y="25566"/>
                  </a:lnTo>
                  <a:lnTo>
                    <a:pt x="6049078" y="25566"/>
                  </a:lnTo>
                  <a:lnTo>
                    <a:pt x="6049187" y="25566"/>
                  </a:lnTo>
                  <a:lnTo>
                    <a:pt x="6049295" y="25566"/>
                  </a:lnTo>
                  <a:lnTo>
                    <a:pt x="6049404" y="25566"/>
                  </a:lnTo>
                  <a:lnTo>
                    <a:pt x="6049512" y="25566"/>
                  </a:lnTo>
                  <a:lnTo>
                    <a:pt x="6049621" y="25566"/>
                  </a:lnTo>
                  <a:lnTo>
                    <a:pt x="6049729" y="25566"/>
                  </a:lnTo>
                  <a:lnTo>
                    <a:pt x="6049837" y="25566"/>
                  </a:lnTo>
                  <a:lnTo>
                    <a:pt x="6049946" y="25566"/>
                  </a:lnTo>
                  <a:lnTo>
                    <a:pt x="6050054" y="25566"/>
                  </a:lnTo>
                  <a:lnTo>
                    <a:pt x="6050163" y="25566"/>
                  </a:lnTo>
                  <a:lnTo>
                    <a:pt x="6050271" y="25566"/>
                  </a:lnTo>
                  <a:lnTo>
                    <a:pt x="6050380" y="25566"/>
                  </a:lnTo>
                  <a:lnTo>
                    <a:pt x="6050488" y="25566"/>
                  </a:lnTo>
                  <a:lnTo>
                    <a:pt x="6050597" y="25566"/>
                  </a:lnTo>
                  <a:lnTo>
                    <a:pt x="6050705" y="25566"/>
                  </a:lnTo>
                  <a:lnTo>
                    <a:pt x="6050813" y="25566"/>
                  </a:lnTo>
                  <a:lnTo>
                    <a:pt x="6050922" y="25566"/>
                  </a:lnTo>
                  <a:lnTo>
                    <a:pt x="6051030" y="25566"/>
                  </a:lnTo>
                  <a:lnTo>
                    <a:pt x="6051139" y="25566"/>
                  </a:lnTo>
                  <a:lnTo>
                    <a:pt x="6051247" y="25566"/>
                  </a:lnTo>
                  <a:lnTo>
                    <a:pt x="6051356" y="25566"/>
                  </a:lnTo>
                  <a:lnTo>
                    <a:pt x="6051464" y="25566"/>
                  </a:lnTo>
                  <a:lnTo>
                    <a:pt x="6051573" y="25566"/>
                  </a:lnTo>
                  <a:lnTo>
                    <a:pt x="6051681" y="25566"/>
                  </a:lnTo>
                  <a:lnTo>
                    <a:pt x="6051790" y="25566"/>
                  </a:lnTo>
                  <a:lnTo>
                    <a:pt x="6051898" y="25566"/>
                  </a:lnTo>
                  <a:lnTo>
                    <a:pt x="6052006" y="25566"/>
                  </a:lnTo>
                  <a:lnTo>
                    <a:pt x="6052115" y="25566"/>
                  </a:lnTo>
                  <a:lnTo>
                    <a:pt x="6052223" y="25566"/>
                  </a:lnTo>
                  <a:lnTo>
                    <a:pt x="6052332" y="25566"/>
                  </a:lnTo>
                  <a:lnTo>
                    <a:pt x="6052440" y="25566"/>
                  </a:lnTo>
                  <a:lnTo>
                    <a:pt x="6052549" y="25566"/>
                  </a:lnTo>
                  <a:lnTo>
                    <a:pt x="6052657" y="25566"/>
                  </a:lnTo>
                  <a:lnTo>
                    <a:pt x="6052766" y="25566"/>
                  </a:lnTo>
                  <a:lnTo>
                    <a:pt x="6052874" y="25566"/>
                  </a:lnTo>
                  <a:lnTo>
                    <a:pt x="6052982" y="25566"/>
                  </a:lnTo>
                  <a:lnTo>
                    <a:pt x="6053091" y="25566"/>
                  </a:lnTo>
                  <a:lnTo>
                    <a:pt x="6053199" y="25566"/>
                  </a:lnTo>
                  <a:lnTo>
                    <a:pt x="6053308" y="25566"/>
                  </a:lnTo>
                  <a:lnTo>
                    <a:pt x="6053416" y="25566"/>
                  </a:lnTo>
                  <a:lnTo>
                    <a:pt x="6053525" y="25566"/>
                  </a:lnTo>
                  <a:lnTo>
                    <a:pt x="6053633" y="25566"/>
                  </a:lnTo>
                  <a:lnTo>
                    <a:pt x="6053742" y="25566"/>
                  </a:lnTo>
                  <a:lnTo>
                    <a:pt x="6053850" y="25566"/>
                  </a:lnTo>
                  <a:lnTo>
                    <a:pt x="6053958" y="25566"/>
                  </a:lnTo>
                  <a:lnTo>
                    <a:pt x="6054067" y="25566"/>
                  </a:lnTo>
                  <a:lnTo>
                    <a:pt x="6054175" y="25566"/>
                  </a:lnTo>
                  <a:lnTo>
                    <a:pt x="6054284" y="25566"/>
                  </a:lnTo>
                  <a:lnTo>
                    <a:pt x="6054392" y="25566"/>
                  </a:lnTo>
                  <a:lnTo>
                    <a:pt x="6054501" y="25566"/>
                  </a:lnTo>
                  <a:lnTo>
                    <a:pt x="6054609" y="25566"/>
                  </a:lnTo>
                  <a:lnTo>
                    <a:pt x="6054609" y="24943"/>
                  </a:lnTo>
                  <a:lnTo>
                    <a:pt x="6054718" y="24943"/>
                  </a:lnTo>
                  <a:lnTo>
                    <a:pt x="6054826" y="24943"/>
                  </a:lnTo>
                  <a:lnTo>
                    <a:pt x="6054934" y="24943"/>
                  </a:lnTo>
                  <a:lnTo>
                    <a:pt x="6055043" y="24943"/>
                  </a:lnTo>
                  <a:lnTo>
                    <a:pt x="6055151" y="24943"/>
                  </a:lnTo>
                  <a:lnTo>
                    <a:pt x="6055151" y="24319"/>
                  </a:lnTo>
                  <a:lnTo>
                    <a:pt x="6055260" y="24319"/>
                  </a:lnTo>
                  <a:lnTo>
                    <a:pt x="6055368" y="24319"/>
                  </a:lnTo>
                  <a:lnTo>
                    <a:pt x="6055477" y="24319"/>
                  </a:lnTo>
                  <a:lnTo>
                    <a:pt x="6055585" y="24319"/>
                  </a:lnTo>
                  <a:lnTo>
                    <a:pt x="6055694" y="24319"/>
                  </a:lnTo>
                  <a:lnTo>
                    <a:pt x="6055802" y="24319"/>
                  </a:lnTo>
                  <a:lnTo>
                    <a:pt x="6055911" y="24319"/>
                  </a:lnTo>
                  <a:lnTo>
                    <a:pt x="6056019" y="24319"/>
                  </a:lnTo>
                  <a:lnTo>
                    <a:pt x="6056127" y="24319"/>
                  </a:lnTo>
                  <a:lnTo>
                    <a:pt x="6056236" y="24319"/>
                  </a:lnTo>
                  <a:lnTo>
                    <a:pt x="6056344" y="24319"/>
                  </a:lnTo>
                  <a:lnTo>
                    <a:pt x="6056453" y="24319"/>
                  </a:lnTo>
                  <a:lnTo>
                    <a:pt x="6056561" y="24319"/>
                  </a:lnTo>
                  <a:lnTo>
                    <a:pt x="6056670" y="24319"/>
                  </a:lnTo>
                  <a:lnTo>
                    <a:pt x="6056778" y="24319"/>
                  </a:lnTo>
                  <a:lnTo>
                    <a:pt x="6056887" y="24319"/>
                  </a:lnTo>
                  <a:lnTo>
                    <a:pt x="6056995" y="24319"/>
                  </a:lnTo>
                  <a:lnTo>
                    <a:pt x="6057103" y="24319"/>
                  </a:lnTo>
                  <a:lnTo>
                    <a:pt x="6057212" y="24319"/>
                  </a:lnTo>
                  <a:lnTo>
                    <a:pt x="6057320" y="24319"/>
                  </a:lnTo>
                  <a:lnTo>
                    <a:pt x="6057429" y="24319"/>
                  </a:lnTo>
                  <a:lnTo>
                    <a:pt x="6057537" y="24319"/>
                  </a:lnTo>
                  <a:lnTo>
                    <a:pt x="6057646" y="24319"/>
                  </a:lnTo>
                  <a:lnTo>
                    <a:pt x="6057754" y="24319"/>
                  </a:lnTo>
                  <a:lnTo>
                    <a:pt x="6057863" y="24319"/>
                  </a:lnTo>
                  <a:lnTo>
                    <a:pt x="6057971" y="24319"/>
                  </a:lnTo>
                  <a:lnTo>
                    <a:pt x="6058079" y="24319"/>
                  </a:lnTo>
                  <a:lnTo>
                    <a:pt x="6058188" y="24319"/>
                  </a:lnTo>
                  <a:lnTo>
                    <a:pt x="6058296" y="24319"/>
                  </a:lnTo>
                  <a:lnTo>
                    <a:pt x="6058405" y="24319"/>
                  </a:lnTo>
                  <a:lnTo>
                    <a:pt x="6058513" y="24319"/>
                  </a:lnTo>
                  <a:lnTo>
                    <a:pt x="6058622" y="24319"/>
                  </a:lnTo>
                  <a:lnTo>
                    <a:pt x="6058730" y="24319"/>
                  </a:lnTo>
                  <a:lnTo>
                    <a:pt x="6058839" y="24319"/>
                  </a:lnTo>
                  <a:lnTo>
                    <a:pt x="6058947" y="24319"/>
                  </a:lnTo>
                  <a:lnTo>
                    <a:pt x="6059055" y="24319"/>
                  </a:lnTo>
                  <a:lnTo>
                    <a:pt x="6059164" y="24319"/>
                  </a:lnTo>
                  <a:lnTo>
                    <a:pt x="6059272" y="24319"/>
                  </a:lnTo>
                  <a:lnTo>
                    <a:pt x="6059381" y="24319"/>
                  </a:lnTo>
                  <a:lnTo>
                    <a:pt x="6059489" y="24319"/>
                  </a:lnTo>
                  <a:lnTo>
                    <a:pt x="6059598" y="24319"/>
                  </a:lnTo>
                  <a:lnTo>
                    <a:pt x="6059706" y="24319"/>
                  </a:lnTo>
                  <a:lnTo>
                    <a:pt x="6059815" y="24319"/>
                  </a:lnTo>
                  <a:lnTo>
                    <a:pt x="6059923" y="24319"/>
                  </a:lnTo>
                  <a:lnTo>
                    <a:pt x="6060031" y="24319"/>
                  </a:lnTo>
                  <a:lnTo>
                    <a:pt x="6060140" y="24319"/>
                  </a:lnTo>
                  <a:lnTo>
                    <a:pt x="6060248" y="24319"/>
                  </a:lnTo>
                  <a:lnTo>
                    <a:pt x="6060357" y="24319"/>
                  </a:lnTo>
                  <a:lnTo>
                    <a:pt x="6060465" y="24319"/>
                  </a:lnTo>
                  <a:lnTo>
                    <a:pt x="6060574" y="24319"/>
                  </a:lnTo>
                  <a:lnTo>
                    <a:pt x="6060682" y="24319"/>
                  </a:lnTo>
                  <a:lnTo>
                    <a:pt x="6060791" y="24319"/>
                  </a:lnTo>
                  <a:lnTo>
                    <a:pt x="6060899" y="24319"/>
                  </a:lnTo>
                  <a:lnTo>
                    <a:pt x="6061008" y="24319"/>
                  </a:lnTo>
                  <a:lnTo>
                    <a:pt x="6061116" y="24319"/>
                  </a:lnTo>
                  <a:lnTo>
                    <a:pt x="6061224" y="24319"/>
                  </a:lnTo>
                  <a:lnTo>
                    <a:pt x="6061333" y="24319"/>
                  </a:lnTo>
                  <a:lnTo>
                    <a:pt x="6061333" y="23696"/>
                  </a:lnTo>
                  <a:lnTo>
                    <a:pt x="6061441" y="23696"/>
                  </a:lnTo>
                  <a:lnTo>
                    <a:pt x="6061550" y="23696"/>
                  </a:lnTo>
                  <a:lnTo>
                    <a:pt x="6061658" y="23696"/>
                  </a:lnTo>
                  <a:lnTo>
                    <a:pt x="6061767" y="23696"/>
                  </a:lnTo>
                  <a:lnTo>
                    <a:pt x="6061875" y="23696"/>
                  </a:lnTo>
                  <a:lnTo>
                    <a:pt x="6061984" y="23696"/>
                  </a:lnTo>
                  <a:lnTo>
                    <a:pt x="6062092" y="23696"/>
                  </a:lnTo>
                  <a:lnTo>
                    <a:pt x="6062200" y="23696"/>
                  </a:lnTo>
                  <a:lnTo>
                    <a:pt x="6062309" y="23696"/>
                  </a:lnTo>
                  <a:lnTo>
                    <a:pt x="6062417" y="23696"/>
                  </a:lnTo>
                  <a:lnTo>
                    <a:pt x="6062526" y="23696"/>
                  </a:lnTo>
                  <a:lnTo>
                    <a:pt x="6062634" y="23696"/>
                  </a:lnTo>
                  <a:lnTo>
                    <a:pt x="6062743" y="23696"/>
                  </a:lnTo>
                  <a:lnTo>
                    <a:pt x="6062851" y="23696"/>
                  </a:lnTo>
                  <a:lnTo>
                    <a:pt x="6062960" y="23696"/>
                  </a:lnTo>
                  <a:lnTo>
                    <a:pt x="6063068" y="23696"/>
                  </a:lnTo>
                  <a:lnTo>
                    <a:pt x="6063176" y="23696"/>
                  </a:lnTo>
                  <a:lnTo>
                    <a:pt x="6063285" y="23696"/>
                  </a:lnTo>
                  <a:lnTo>
                    <a:pt x="6063393" y="23696"/>
                  </a:lnTo>
                  <a:lnTo>
                    <a:pt x="6063502" y="23696"/>
                  </a:lnTo>
                  <a:lnTo>
                    <a:pt x="6063610" y="23696"/>
                  </a:lnTo>
                  <a:lnTo>
                    <a:pt x="6063719" y="23696"/>
                  </a:lnTo>
                  <a:lnTo>
                    <a:pt x="6063827" y="23696"/>
                  </a:lnTo>
                  <a:lnTo>
                    <a:pt x="6063936" y="23696"/>
                  </a:lnTo>
                  <a:lnTo>
                    <a:pt x="6064044" y="23696"/>
                  </a:lnTo>
                  <a:lnTo>
                    <a:pt x="6064152" y="23696"/>
                  </a:lnTo>
                  <a:lnTo>
                    <a:pt x="6064261" y="23696"/>
                  </a:lnTo>
                  <a:lnTo>
                    <a:pt x="6064369" y="23696"/>
                  </a:lnTo>
                  <a:lnTo>
                    <a:pt x="6064478" y="23696"/>
                  </a:lnTo>
                  <a:lnTo>
                    <a:pt x="6064586" y="23696"/>
                  </a:lnTo>
                  <a:lnTo>
                    <a:pt x="6064695" y="23696"/>
                  </a:lnTo>
                  <a:lnTo>
                    <a:pt x="6064803" y="23696"/>
                  </a:lnTo>
                  <a:lnTo>
                    <a:pt x="6064912" y="23696"/>
                  </a:lnTo>
                  <a:lnTo>
                    <a:pt x="6065020" y="23696"/>
                  </a:lnTo>
                  <a:lnTo>
                    <a:pt x="6065129" y="23696"/>
                  </a:lnTo>
                  <a:lnTo>
                    <a:pt x="6065237" y="23696"/>
                  </a:lnTo>
                  <a:lnTo>
                    <a:pt x="6065345" y="23696"/>
                  </a:lnTo>
                  <a:lnTo>
                    <a:pt x="6065454" y="23696"/>
                  </a:lnTo>
                  <a:lnTo>
                    <a:pt x="6065562" y="23696"/>
                  </a:lnTo>
                  <a:lnTo>
                    <a:pt x="6065671" y="23696"/>
                  </a:lnTo>
                  <a:lnTo>
                    <a:pt x="6065779" y="23696"/>
                  </a:lnTo>
                  <a:lnTo>
                    <a:pt x="6065888" y="23696"/>
                  </a:lnTo>
                  <a:lnTo>
                    <a:pt x="6065996" y="23696"/>
                  </a:lnTo>
                  <a:lnTo>
                    <a:pt x="6066105" y="23696"/>
                  </a:lnTo>
                  <a:lnTo>
                    <a:pt x="6066213" y="23696"/>
                  </a:lnTo>
                  <a:lnTo>
                    <a:pt x="6066321" y="23696"/>
                  </a:lnTo>
                  <a:lnTo>
                    <a:pt x="6066430" y="23696"/>
                  </a:lnTo>
                  <a:lnTo>
                    <a:pt x="6066538" y="23696"/>
                  </a:lnTo>
                  <a:lnTo>
                    <a:pt x="6066647" y="23696"/>
                  </a:lnTo>
                  <a:lnTo>
                    <a:pt x="6066755" y="23696"/>
                  </a:lnTo>
                  <a:lnTo>
                    <a:pt x="6066864" y="23696"/>
                  </a:lnTo>
                  <a:lnTo>
                    <a:pt x="6066972" y="23696"/>
                  </a:lnTo>
                  <a:lnTo>
                    <a:pt x="6067081" y="23696"/>
                  </a:lnTo>
                  <a:lnTo>
                    <a:pt x="6067189" y="23696"/>
                  </a:lnTo>
                  <a:lnTo>
                    <a:pt x="6067297" y="23696"/>
                  </a:lnTo>
                  <a:lnTo>
                    <a:pt x="6067406" y="23696"/>
                  </a:lnTo>
                  <a:lnTo>
                    <a:pt x="6067514" y="23696"/>
                  </a:lnTo>
                  <a:lnTo>
                    <a:pt x="6067623" y="23696"/>
                  </a:lnTo>
                  <a:lnTo>
                    <a:pt x="6067731" y="23696"/>
                  </a:lnTo>
                  <a:lnTo>
                    <a:pt x="6067840" y="23696"/>
                  </a:lnTo>
                  <a:lnTo>
                    <a:pt x="6067948" y="23696"/>
                  </a:lnTo>
                  <a:lnTo>
                    <a:pt x="6068057" y="23696"/>
                  </a:lnTo>
                  <a:lnTo>
                    <a:pt x="6068165" y="23696"/>
                  </a:lnTo>
                  <a:lnTo>
                    <a:pt x="6068273" y="23696"/>
                  </a:lnTo>
                  <a:lnTo>
                    <a:pt x="6068382" y="23696"/>
                  </a:lnTo>
                  <a:lnTo>
                    <a:pt x="6068490" y="23696"/>
                  </a:lnTo>
                  <a:lnTo>
                    <a:pt x="6068599" y="23696"/>
                  </a:lnTo>
                  <a:lnTo>
                    <a:pt x="6068707" y="23696"/>
                  </a:lnTo>
                  <a:lnTo>
                    <a:pt x="6068816" y="23696"/>
                  </a:lnTo>
                  <a:lnTo>
                    <a:pt x="6068924" y="23696"/>
                  </a:lnTo>
                  <a:lnTo>
                    <a:pt x="6069033" y="23696"/>
                  </a:lnTo>
                  <a:lnTo>
                    <a:pt x="6069141" y="23696"/>
                  </a:lnTo>
                  <a:lnTo>
                    <a:pt x="6069250" y="23696"/>
                  </a:lnTo>
                  <a:lnTo>
                    <a:pt x="6069358" y="23696"/>
                  </a:lnTo>
                  <a:lnTo>
                    <a:pt x="6069466" y="23696"/>
                  </a:lnTo>
                  <a:lnTo>
                    <a:pt x="6069575" y="23696"/>
                  </a:lnTo>
                  <a:lnTo>
                    <a:pt x="6069683" y="23696"/>
                  </a:lnTo>
                  <a:lnTo>
                    <a:pt x="6069792" y="23696"/>
                  </a:lnTo>
                  <a:lnTo>
                    <a:pt x="6069900" y="23696"/>
                  </a:lnTo>
                  <a:lnTo>
                    <a:pt x="6070009" y="23696"/>
                  </a:lnTo>
                  <a:lnTo>
                    <a:pt x="6070117" y="23696"/>
                  </a:lnTo>
                  <a:lnTo>
                    <a:pt x="6070226" y="23696"/>
                  </a:lnTo>
                  <a:lnTo>
                    <a:pt x="6070334" y="23696"/>
                  </a:lnTo>
                  <a:lnTo>
                    <a:pt x="6070442" y="23696"/>
                  </a:lnTo>
                  <a:lnTo>
                    <a:pt x="6070551" y="23696"/>
                  </a:lnTo>
                  <a:lnTo>
                    <a:pt x="6070659" y="23696"/>
                  </a:lnTo>
                  <a:lnTo>
                    <a:pt x="6070768" y="23696"/>
                  </a:lnTo>
                  <a:lnTo>
                    <a:pt x="6070876" y="23696"/>
                  </a:lnTo>
                  <a:lnTo>
                    <a:pt x="6070985" y="23696"/>
                  </a:lnTo>
                  <a:lnTo>
                    <a:pt x="6071093" y="23696"/>
                  </a:lnTo>
                  <a:lnTo>
                    <a:pt x="6071202" y="23696"/>
                  </a:lnTo>
                  <a:lnTo>
                    <a:pt x="6071310" y="23696"/>
                  </a:lnTo>
                  <a:lnTo>
                    <a:pt x="6071418" y="23696"/>
                  </a:lnTo>
                  <a:lnTo>
                    <a:pt x="6071527" y="23696"/>
                  </a:lnTo>
                  <a:lnTo>
                    <a:pt x="6071635" y="23696"/>
                  </a:lnTo>
                  <a:lnTo>
                    <a:pt x="6071744" y="23696"/>
                  </a:lnTo>
                  <a:lnTo>
                    <a:pt x="6071852" y="23696"/>
                  </a:lnTo>
                  <a:lnTo>
                    <a:pt x="6071961" y="23696"/>
                  </a:lnTo>
                  <a:lnTo>
                    <a:pt x="6072069" y="23696"/>
                  </a:lnTo>
                  <a:lnTo>
                    <a:pt x="6072178" y="23696"/>
                  </a:lnTo>
                  <a:lnTo>
                    <a:pt x="6072286" y="23696"/>
                  </a:lnTo>
                  <a:lnTo>
                    <a:pt x="6072394" y="23696"/>
                  </a:lnTo>
                  <a:lnTo>
                    <a:pt x="6072503" y="23696"/>
                  </a:lnTo>
                  <a:lnTo>
                    <a:pt x="6072611" y="23696"/>
                  </a:lnTo>
                  <a:lnTo>
                    <a:pt x="6072720" y="23696"/>
                  </a:lnTo>
                  <a:lnTo>
                    <a:pt x="6072828" y="23696"/>
                  </a:lnTo>
                  <a:lnTo>
                    <a:pt x="6072937" y="23696"/>
                  </a:lnTo>
                  <a:lnTo>
                    <a:pt x="6073045" y="23696"/>
                  </a:lnTo>
                  <a:lnTo>
                    <a:pt x="6073154" y="23696"/>
                  </a:lnTo>
                  <a:lnTo>
                    <a:pt x="6073262" y="23696"/>
                  </a:lnTo>
                  <a:lnTo>
                    <a:pt x="6073371" y="23696"/>
                  </a:lnTo>
                  <a:lnTo>
                    <a:pt x="6073371" y="23072"/>
                  </a:lnTo>
                  <a:lnTo>
                    <a:pt x="6073479" y="23072"/>
                  </a:lnTo>
                  <a:lnTo>
                    <a:pt x="6073587" y="23072"/>
                  </a:lnTo>
                  <a:lnTo>
                    <a:pt x="6073696" y="23072"/>
                  </a:lnTo>
                  <a:lnTo>
                    <a:pt x="6073804" y="23072"/>
                  </a:lnTo>
                  <a:lnTo>
                    <a:pt x="6073913" y="23072"/>
                  </a:lnTo>
                  <a:lnTo>
                    <a:pt x="6074021" y="23072"/>
                  </a:lnTo>
                  <a:lnTo>
                    <a:pt x="6074130" y="23072"/>
                  </a:lnTo>
                  <a:lnTo>
                    <a:pt x="6074238" y="23072"/>
                  </a:lnTo>
                  <a:lnTo>
                    <a:pt x="6074347" y="23072"/>
                  </a:lnTo>
                  <a:lnTo>
                    <a:pt x="6074347" y="22448"/>
                  </a:lnTo>
                  <a:lnTo>
                    <a:pt x="6074455" y="22448"/>
                  </a:lnTo>
                  <a:lnTo>
                    <a:pt x="6074563" y="22448"/>
                  </a:lnTo>
                  <a:lnTo>
                    <a:pt x="6074563" y="21825"/>
                  </a:lnTo>
                  <a:lnTo>
                    <a:pt x="6074672" y="21825"/>
                  </a:lnTo>
                  <a:lnTo>
                    <a:pt x="6074780" y="21825"/>
                  </a:lnTo>
                  <a:lnTo>
                    <a:pt x="6074889" y="21825"/>
                  </a:lnTo>
                  <a:lnTo>
                    <a:pt x="6074997" y="21825"/>
                  </a:lnTo>
                  <a:lnTo>
                    <a:pt x="6075106" y="21825"/>
                  </a:lnTo>
                  <a:lnTo>
                    <a:pt x="6075214" y="21825"/>
                  </a:lnTo>
                  <a:lnTo>
                    <a:pt x="6075323" y="21825"/>
                  </a:lnTo>
                  <a:lnTo>
                    <a:pt x="6075431" y="21825"/>
                  </a:lnTo>
                  <a:lnTo>
                    <a:pt x="6075539" y="21825"/>
                  </a:lnTo>
                  <a:lnTo>
                    <a:pt x="6075539" y="21201"/>
                  </a:lnTo>
                  <a:lnTo>
                    <a:pt x="6075648" y="21201"/>
                  </a:lnTo>
                  <a:lnTo>
                    <a:pt x="6075756" y="21201"/>
                  </a:lnTo>
                  <a:lnTo>
                    <a:pt x="6075865" y="21201"/>
                  </a:lnTo>
                  <a:lnTo>
                    <a:pt x="6075973" y="21201"/>
                  </a:lnTo>
                  <a:lnTo>
                    <a:pt x="6076082" y="21201"/>
                  </a:lnTo>
                  <a:lnTo>
                    <a:pt x="6076190" y="21201"/>
                  </a:lnTo>
                  <a:lnTo>
                    <a:pt x="6076299" y="21201"/>
                  </a:lnTo>
                  <a:lnTo>
                    <a:pt x="6076407" y="21201"/>
                  </a:lnTo>
                  <a:lnTo>
                    <a:pt x="6076515" y="21201"/>
                  </a:lnTo>
                  <a:lnTo>
                    <a:pt x="6076624" y="21201"/>
                  </a:lnTo>
                  <a:lnTo>
                    <a:pt x="6076732" y="21201"/>
                  </a:lnTo>
                  <a:lnTo>
                    <a:pt x="6076841" y="21201"/>
                  </a:lnTo>
                  <a:lnTo>
                    <a:pt x="6076949" y="21201"/>
                  </a:lnTo>
                  <a:lnTo>
                    <a:pt x="6077058" y="21201"/>
                  </a:lnTo>
                  <a:lnTo>
                    <a:pt x="6077166" y="21201"/>
                  </a:lnTo>
                  <a:lnTo>
                    <a:pt x="6077275" y="21201"/>
                  </a:lnTo>
                  <a:lnTo>
                    <a:pt x="6077383" y="21201"/>
                  </a:lnTo>
                  <a:lnTo>
                    <a:pt x="6077492" y="21201"/>
                  </a:lnTo>
                  <a:lnTo>
                    <a:pt x="6077600" y="21201"/>
                  </a:lnTo>
                  <a:lnTo>
                    <a:pt x="6077708" y="21201"/>
                  </a:lnTo>
                  <a:lnTo>
                    <a:pt x="6077817" y="21201"/>
                  </a:lnTo>
                  <a:lnTo>
                    <a:pt x="6077925" y="21201"/>
                  </a:lnTo>
                  <a:lnTo>
                    <a:pt x="6078034" y="21201"/>
                  </a:lnTo>
                  <a:lnTo>
                    <a:pt x="6078142" y="21201"/>
                  </a:lnTo>
                  <a:lnTo>
                    <a:pt x="6078251" y="21201"/>
                  </a:lnTo>
                  <a:lnTo>
                    <a:pt x="6078359" y="21201"/>
                  </a:lnTo>
                  <a:lnTo>
                    <a:pt x="6078468" y="21201"/>
                  </a:lnTo>
                  <a:lnTo>
                    <a:pt x="6078576" y="21201"/>
                  </a:lnTo>
                  <a:lnTo>
                    <a:pt x="6078684" y="21201"/>
                  </a:lnTo>
                  <a:lnTo>
                    <a:pt x="6078793" y="21201"/>
                  </a:lnTo>
                  <a:lnTo>
                    <a:pt x="6078901" y="21201"/>
                  </a:lnTo>
                  <a:lnTo>
                    <a:pt x="6079010" y="21201"/>
                  </a:lnTo>
                  <a:lnTo>
                    <a:pt x="6079118" y="21201"/>
                  </a:lnTo>
                  <a:lnTo>
                    <a:pt x="6079227" y="21201"/>
                  </a:lnTo>
                  <a:lnTo>
                    <a:pt x="6079335" y="21201"/>
                  </a:lnTo>
                  <a:lnTo>
                    <a:pt x="6079444" y="21201"/>
                  </a:lnTo>
                  <a:lnTo>
                    <a:pt x="6079552" y="21201"/>
                  </a:lnTo>
                  <a:lnTo>
                    <a:pt x="6079660" y="21201"/>
                  </a:lnTo>
                  <a:lnTo>
                    <a:pt x="6079769" y="21201"/>
                  </a:lnTo>
                  <a:lnTo>
                    <a:pt x="6079877" y="21201"/>
                  </a:lnTo>
                  <a:lnTo>
                    <a:pt x="6079986" y="21201"/>
                  </a:lnTo>
                  <a:lnTo>
                    <a:pt x="6080094" y="21201"/>
                  </a:lnTo>
                  <a:lnTo>
                    <a:pt x="6080203" y="21201"/>
                  </a:lnTo>
                  <a:lnTo>
                    <a:pt x="6080311" y="21201"/>
                  </a:lnTo>
                  <a:lnTo>
                    <a:pt x="6080420" y="21201"/>
                  </a:lnTo>
                  <a:lnTo>
                    <a:pt x="6080528" y="21201"/>
                  </a:lnTo>
                  <a:lnTo>
                    <a:pt x="6080636" y="21201"/>
                  </a:lnTo>
                  <a:lnTo>
                    <a:pt x="6080745" y="21201"/>
                  </a:lnTo>
                  <a:lnTo>
                    <a:pt x="6080853" y="21201"/>
                  </a:lnTo>
                  <a:lnTo>
                    <a:pt x="6080962" y="21201"/>
                  </a:lnTo>
                  <a:lnTo>
                    <a:pt x="6081070" y="21201"/>
                  </a:lnTo>
                  <a:lnTo>
                    <a:pt x="6081070" y="20578"/>
                  </a:lnTo>
                  <a:lnTo>
                    <a:pt x="6081179" y="20578"/>
                  </a:lnTo>
                  <a:lnTo>
                    <a:pt x="6081287" y="20578"/>
                  </a:lnTo>
                  <a:lnTo>
                    <a:pt x="6081396" y="20578"/>
                  </a:lnTo>
                  <a:lnTo>
                    <a:pt x="6081504" y="20578"/>
                  </a:lnTo>
                  <a:lnTo>
                    <a:pt x="6081613" y="20578"/>
                  </a:lnTo>
                  <a:lnTo>
                    <a:pt x="6081721" y="20578"/>
                  </a:lnTo>
                  <a:lnTo>
                    <a:pt x="6081829" y="20578"/>
                  </a:lnTo>
                  <a:lnTo>
                    <a:pt x="6081938" y="20578"/>
                  </a:lnTo>
                  <a:lnTo>
                    <a:pt x="6082046" y="20578"/>
                  </a:lnTo>
                  <a:lnTo>
                    <a:pt x="6082155" y="20578"/>
                  </a:lnTo>
                  <a:lnTo>
                    <a:pt x="6082263" y="20578"/>
                  </a:lnTo>
                  <a:lnTo>
                    <a:pt x="6082372" y="20578"/>
                  </a:lnTo>
                  <a:lnTo>
                    <a:pt x="6082480" y="20578"/>
                  </a:lnTo>
                  <a:lnTo>
                    <a:pt x="6082589" y="20578"/>
                  </a:lnTo>
                  <a:lnTo>
                    <a:pt x="6082697" y="20578"/>
                  </a:lnTo>
                  <a:lnTo>
                    <a:pt x="6082805" y="20578"/>
                  </a:lnTo>
                  <a:lnTo>
                    <a:pt x="6082914" y="20578"/>
                  </a:lnTo>
                  <a:lnTo>
                    <a:pt x="6083022" y="20578"/>
                  </a:lnTo>
                  <a:lnTo>
                    <a:pt x="6083131" y="20578"/>
                  </a:lnTo>
                  <a:lnTo>
                    <a:pt x="6083239" y="20578"/>
                  </a:lnTo>
                  <a:lnTo>
                    <a:pt x="6083348" y="20578"/>
                  </a:lnTo>
                  <a:lnTo>
                    <a:pt x="6083456" y="20578"/>
                  </a:lnTo>
                  <a:lnTo>
                    <a:pt x="6083565" y="20578"/>
                  </a:lnTo>
                  <a:lnTo>
                    <a:pt x="6083673" y="20578"/>
                  </a:lnTo>
                  <a:lnTo>
                    <a:pt x="6083781" y="20578"/>
                  </a:lnTo>
                  <a:lnTo>
                    <a:pt x="6083890" y="20578"/>
                  </a:lnTo>
                  <a:lnTo>
                    <a:pt x="6083998" y="20578"/>
                  </a:lnTo>
                  <a:lnTo>
                    <a:pt x="6084107" y="20578"/>
                  </a:lnTo>
                  <a:lnTo>
                    <a:pt x="6084215" y="20578"/>
                  </a:lnTo>
                  <a:lnTo>
                    <a:pt x="6084324" y="20578"/>
                  </a:lnTo>
                  <a:lnTo>
                    <a:pt x="6084432" y="20578"/>
                  </a:lnTo>
                  <a:lnTo>
                    <a:pt x="6084541" y="20578"/>
                  </a:lnTo>
                  <a:lnTo>
                    <a:pt x="6084649" y="20578"/>
                  </a:lnTo>
                  <a:lnTo>
                    <a:pt x="6084757" y="20578"/>
                  </a:lnTo>
                  <a:lnTo>
                    <a:pt x="6084866" y="20578"/>
                  </a:lnTo>
                  <a:lnTo>
                    <a:pt x="6084974" y="20578"/>
                  </a:lnTo>
                  <a:lnTo>
                    <a:pt x="6085083" y="20578"/>
                  </a:lnTo>
                  <a:lnTo>
                    <a:pt x="6085191" y="20578"/>
                  </a:lnTo>
                  <a:lnTo>
                    <a:pt x="6085300" y="20578"/>
                  </a:lnTo>
                  <a:lnTo>
                    <a:pt x="6085408" y="20578"/>
                  </a:lnTo>
                  <a:lnTo>
                    <a:pt x="6085517" y="20578"/>
                  </a:lnTo>
                  <a:lnTo>
                    <a:pt x="6085625" y="20578"/>
                  </a:lnTo>
                  <a:lnTo>
                    <a:pt x="6085733" y="20578"/>
                  </a:lnTo>
                  <a:lnTo>
                    <a:pt x="6085842" y="20578"/>
                  </a:lnTo>
                  <a:lnTo>
                    <a:pt x="6085950" y="20578"/>
                  </a:lnTo>
                  <a:lnTo>
                    <a:pt x="6086059" y="20578"/>
                  </a:lnTo>
                  <a:lnTo>
                    <a:pt x="6086167" y="20578"/>
                  </a:lnTo>
                  <a:lnTo>
                    <a:pt x="6086276" y="20578"/>
                  </a:lnTo>
                  <a:lnTo>
                    <a:pt x="6086384" y="20578"/>
                  </a:lnTo>
                  <a:lnTo>
                    <a:pt x="6086493" y="20578"/>
                  </a:lnTo>
                  <a:lnTo>
                    <a:pt x="6086601" y="20578"/>
                  </a:lnTo>
                  <a:lnTo>
                    <a:pt x="6086710" y="20578"/>
                  </a:lnTo>
                  <a:lnTo>
                    <a:pt x="6086818" y="20578"/>
                  </a:lnTo>
                  <a:lnTo>
                    <a:pt x="6086926" y="20578"/>
                  </a:lnTo>
                  <a:lnTo>
                    <a:pt x="6087035" y="20578"/>
                  </a:lnTo>
                  <a:lnTo>
                    <a:pt x="6087143" y="20578"/>
                  </a:lnTo>
                  <a:lnTo>
                    <a:pt x="6087252" y="20578"/>
                  </a:lnTo>
                  <a:lnTo>
                    <a:pt x="6087360" y="20578"/>
                  </a:lnTo>
                  <a:lnTo>
                    <a:pt x="6087469" y="20578"/>
                  </a:lnTo>
                  <a:lnTo>
                    <a:pt x="6087577" y="20578"/>
                  </a:lnTo>
                  <a:lnTo>
                    <a:pt x="6087686" y="20578"/>
                  </a:lnTo>
                  <a:lnTo>
                    <a:pt x="6087794" y="20578"/>
                  </a:lnTo>
                  <a:lnTo>
                    <a:pt x="6087902" y="20578"/>
                  </a:lnTo>
                  <a:lnTo>
                    <a:pt x="6088011" y="20578"/>
                  </a:lnTo>
                  <a:lnTo>
                    <a:pt x="6088119" y="20578"/>
                  </a:lnTo>
                  <a:lnTo>
                    <a:pt x="6088228" y="20578"/>
                  </a:lnTo>
                  <a:lnTo>
                    <a:pt x="6088336" y="20578"/>
                  </a:lnTo>
                  <a:lnTo>
                    <a:pt x="6088445" y="20578"/>
                  </a:lnTo>
                  <a:lnTo>
                    <a:pt x="6088553" y="20578"/>
                  </a:lnTo>
                  <a:lnTo>
                    <a:pt x="6088662" y="20578"/>
                  </a:lnTo>
                  <a:lnTo>
                    <a:pt x="6088770" y="20578"/>
                  </a:lnTo>
                  <a:lnTo>
                    <a:pt x="6088878" y="20578"/>
                  </a:lnTo>
                  <a:lnTo>
                    <a:pt x="6088987" y="20578"/>
                  </a:lnTo>
                  <a:lnTo>
                    <a:pt x="6089095" y="20578"/>
                  </a:lnTo>
                  <a:lnTo>
                    <a:pt x="6089204" y="20578"/>
                  </a:lnTo>
                  <a:lnTo>
                    <a:pt x="6089312" y="20578"/>
                  </a:lnTo>
                  <a:lnTo>
                    <a:pt x="6089421" y="20578"/>
                  </a:lnTo>
                  <a:lnTo>
                    <a:pt x="6089529" y="20578"/>
                  </a:lnTo>
                  <a:lnTo>
                    <a:pt x="6089638" y="20578"/>
                  </a:lnTo>
                  <a:lnTo>
                    <a:pt x="6089746" y="20578"/>
                  </a:lnTo>
                  <a:lnTo>
                    <a:pt x="6089854" y="20578"/>
                  </a:lnTo>
                  <a:lnTo>
                    <a:pt x="6089963" y="20578"/>
                  </a:lnTo>
                  <a:lnTo>
                    <a:pt x="6090071" y="20578"/>
                  </a:lnTo>
                  <a:lnTo>
                    <a:pt x="6090180" y="20578"/>
                  </a:lnTo>
                  <a:lnTo>
                    <a:pt x="6090288" y="20578"/>
                  </a:lnTo>
                  <a:lnTo>
                    <a:pt x="6090397" y="20578"/>
                  </a:lnTo>
                  <a:lnTo>
                    <a:pt x="6090505" y="20578"/>
                  </a:lnTo>
                  <a:lnTo>
                    <a:pt x="6090614" y="20578"/>
                  </a:lnTo>
                  <a:lnTo>
                    <a:pt x="6090722" y="20578"/>
                  </a:lnTo>
                  <a:lnTo>
                    <a:pt x="6090831" y="20578"/>
                  </a:lnTo>
                  <a:lnTo>
                    <a:pt x="6090939" y="20578"/>
                  </a:lnTo>
                  <a:lnTo>
                    <a:pt x="6091047" y="20578"/>
                  </a:lnTo>
                  <a:lnTo>
                    <a:pt x="6091156" y="20578"/>
                  </a:lnTo>
                  <a:lnTo>
                    <a:pt x="6091264" y="20578"/>
                  </a:lnTo>
                  <a:lnTo>
                    <a:pt x="6091373" y="20578"/>
                  </a:lnTo>
                  <a:lnTo>
                    <a:pt x="6091481" y="20578"/>
                  </a:lnTo>
                  <a:lnTo>
                    <a:pt x="6091590" y="20578"/>
                  </a:lnTo>
                  <a:lnTo>
                    <a:pt x="6091698" y="20578"/>
                  </a:lnTo>
                  <a:lnTo>
                    <a:pt x="6091807" y="20578"/>
                  </a:lnTo>
                  <a:lnTo>
                    <a:pt x="6091915" y="20578"/>
                  </a:lnTo>
                  <a:lnTo>
                    <a:pt x="6092023" y="20578"/>
                  </a:lnTo>
                  <a:lnTo>
                    <a:pt x="6092132" y="20578"/>
                  </a:lnTo>
                  <a:lnTo>
                    <a:pt x="6092240" y="20578"/>
                  </a:lnTo>
                  <a:lnTo>
                    <a:pt x="6092349" y="20578"/>
                  </a:lnTo>
                  <a:lnTo>
                    <a:pt x="6092457" y="20578"/>
                  </a:lnTo>
                  <a:lnTo>
                    <a:pt x="6092566" y="20578"/>
                  </a:lnTo>
                  <a:lnTo>
                    <a:pt x="6092674" y="20578"/>
                  </a:lnTo>
                  <a:lnTo>
                    <a:pt x="6092783" y="20578"/>
                  </a:lnTo>
                  <a:lnTo>
                    <a:pt x="6092891" y="20578"/>
                  </a:lnTo>
                  <a:lnTo>
                    <a:pt x="6092999" y="20578"/>
                  </a:lnTo>
                  <a:lnTo>
                    <a:pt x="6093108" y="20578"/>
                  </a:lnTo>
                  <a:lnTo>
                    <a:pt x="6093216" y="20578"/>
                  </a:lnTo>
                  <a:lnTo>
                    <a:pt x="6093325" y="20578"/>
                  </a:lnTo>
                  <a:lnTo>
                    <a:pt x="6093433" y="20578"/>
                  </a:lnTo>
                  <a:lnTo>
                    <a:pt x="6093542" y="20578"/>
                  </a:lnTo>
                  <a:lnTo>
                    <a:pt x="6093650" y="20578"/>
                  </a:lnTo>
                  <a:lnTo>
                    <a:pt x="6093759" y="20578"/>
                  </a:lnTo>
                  <a:lnTo>
                    <a:pt x="6093867" y="20578"/>
                  </a:lnTo>
                  <a:lnTo>
                    <a:pt x="6093975" y="20578"/>
                  </a:lnTo>
                  <a:lnTo>
                    <a:pt x="6094084" y="20578"/>
                  </a:lnTo>
                  <a:lnTo>
                    <a:pt x="6094192" y="20578"/>
                  </a:lnTo>
                  <a:lnTo>
                    <a:pt x="6094301" y="20578"/>
                  </a:lnTo>
                  <a:lnTo>
                    <a:pt x="6094409" y="20578"/>
                  </a:lnTo>
                  <a:lnTo>
                    <a:pt x="6094518" y="20578"/>
                  </a:lnTo>
                  <a:lnTo>
                    <a:pt x="6094626" y="20578"/>
                  </a:lnTo>
                  <a:lnTo>
                    <a:pt x="6094735" y="20578"/>
                  </a:lnTo>
                  <a:lnTo>
                    <a:pt x="6094843" y="20578"/>
                  </a:lnTo>
                  <a:lnTo>
                    <a:pt x="6094952" y="20578"/>
                  </a:lnTo>
                  <a:lnTo>
                    <a:pt x="6095060" y="20578"/>
                  </a:lnTo>
                  <a:lnTo>
                    <a:pt x="6095168" y="20578"/>
                  </a:lnTo>
                  <a:lnTo>
                    <a:pt x="6095277" y="20578"/>
                  </a:lnTo>
                  <a:lnTo>
                    <a:pt x="6095385" y="20578"/>
                  </a:lnTo>
                  <a:lnTo>
                    <a:pt x="6095494" y="20578"/>
                  </a:lnTo>
                  <a:lnTo>
                    <a:pt x="6095602" y="20578"/>
                  </a:lnTo>
                  <a:lnTo>
                    <a:pt x="6095711" y="20578"/>
                  </a:lnTo>
                  <a:lnTo>
                    <a:pt x="6095819" y="20578"/>
                  </a:lnTo>
                  <a:lnTo>
                    <a:pt x="6095928" y="20578"/>
                  </a:lnTo>
                  <a:lnTo>
                    <a:pt x="6096036" y="20578"/>
                  </a:lnTo>
                  <a:lnTo>
                    <a:pt x="6096144" y="20578"/>
                  </a:lnTo>
                  <a:lnTo>
                    <a:pt x="6096253" y="20578"/>
                  </a:lnTo>
                  <a:lnTo>
                    <a:pt x="6096361" y="20578"/>
                  </a:lnTo>
                  <a:lnTo>
                    <a:pt x="6096470" y="20578"/>
                  </a:lnTo>
                  <a:lnTo>
                    <a:pt x="6096578" y="20578"/>
                  </a:lnTo>
                  <a:lnTo>
                    <a:pt x="6096687" y="20578"/>
                  </a:lnTo>
                  <a:lnTo>
                    <a:pt x="6096795" y="20578"/>
                  </a:lnTo>
                  <a:lnTo>
                    <a:pt x="6096904" y="20578"/>
                  </a:lnTo>
                  <a:lnTo>
                    <a:pt x="6097012" y="20578"/>
                  </a:lnTo>
                  <a:lnTo>
                    <a:pt x="6097120" y="20578"/>
                  </a:lnTo>
                  <a:lnTo>
                    <a:pt x="6097229" y="20578"/>
                  </a:lnTo>
                  <a:lnTo>
                    <a:pt x="6097337" y="20578"/>
                  </a:lnTo>
                  <a:lnTo>
                    <a:pt x="6097446" y="20578"/>
                  </a:lnTo>
                  <a:lnTo>
                    <a:pt x="6097554" y="20578"/>
                  </a:lnTo>
                  <a:lnTo>
                    <a:pt x="6097663" y="20578"/>
                  </a:lnTo>
                  <a:lnTo>
                    <a:pt x="6097771" y="20578"/>
                  </a:lnTo>
                  <a:lnTo>
                    <a:pt x="6097880" y="20578"/>
                  </a:lnTo>
                  <a:lnTo>
                    <a:pt x="6097988" y="20578"/>
                  </a:lnTo>
                  <a:lnTo>
                    <a:pt x="6098096" y="20578"/>
                  </a:lnTo>
                  <a:lnTo>
                    <a:pt x="6098205" y="20578"/>
                  </a:lnTo>
                  <a:lnTo>
                    <a:pt x="6098313" y="20578"/>
                  </a:lnTo>
                  <a:lnTo>
                    <a:pt x="6098422" y="20578"/>
                  </a:lnTo>
                  <a:lnTo>
                    <a:pt x="6098530" y="20578"/>
                  </a:lnTo>
                  <a:lnTo>
                    <a:pt x="6098639" y="20578"/>
                  </a:lnTo>
                  <a:lnTo>
                    <a:pt x="6098747" y="20578"/>
                  </a:lnTo>
                  <a:lnTo>
                    <a:pt x="6098856" y="20578"/>
                  </a:lnTo>
                  <a:lnTo>
                    <a:pt x="6098964" y="20578"/>
                  </a:lnTo>
                  <a:lnTo>
                    <a:pt x="6098964" y="19954"/>
                  </a:lnTo>
                  <a:lnTo>
                    <a:pt x="6099073" y="19954"/>
                  </a:lnTo>
                  <a:lnTo>
                    <a:pt x="6099181" y="19954"/>
                  </a:lnTo>
                  <a:lnTo>
                    <a:pt x="6099289" y="19954"/>
                  </a:lnTo>
                  <a:lnTo>
                    <a:pt x="6099398" y="19954"/>
                  </a:lnTo>
                  <a:lnTo>
                    <a:pt x="6099506" y="19954"/>
                  </a:lnTo>
                  <a:lnTo>
                    <a:pt x="6099615" y="19954"/>
                  </a:lnTo>
                  <a:lnTo>
                    <a:pt x="6099723" y="19954"/>
                  </a:lnTo>
                  <a:lnTo>
                    <a:pt x="6099832" y="19954"/>
                  </a:lnTo>
                  <a:lnTo>
                    <a:pt x="6099940" y="19954"/>
                  </a:lnTo>
                  <a:lnTo>
                    <a:pt x="6100049" y="19954"/>
                  </a:lnTo>
                  <a:lnTo>
                    <a:pt x="6100157" y="19954"/>
                  </a:lnTo>
                  <a:lnTo>
                    <a:pt x="6100265" y="19954"/>
                  </a:lnTo>
                  <a:lnTo>
                    <a:pt x="6100374" y="19954"/>
                  </a:lnTo>
                  <a:lnTo>
                    <a:pt x="6100482" y="19954"/>
                  </a:lnTo>
                  <a:lnTo>
                    <a:pt x="6100591" y="19954"/>
                  </a:lnTo>
                  <a:lnTo>
                    <a:pt x="6100699" y="19954"/>
                  </a:lnTo>
                  <a:lnTo>
                    <a:pt x="6100808" y="19954"/>
                  </a:lnTo>
                  <a:lnTo>
                    <a:pt x="6100916" y="19954"/>
                  </a:lnTo>
                  <a:lnTo>
                    <a:pt x="6101025" y="19954"/>
                  </a:lnTo>
                  <a:lnTo>
                    <a:pt x="6101133" y="19954"/>
                  </a:lnTo>
                  <a:lnTo>
                    <a:pt x="6101241" y="19954"/>
                  </a:lnTo>
                  <a:lnTo>
                    <a:pt x="6101350" y="19954"/>
                  </a:lnTo>
                  <a:lnTo>
                    <a:pt x="6101458" y="19954"/>
                  </a:lnTo>
                  <a:lnTo>
                    <a:pt x="6101567" y="19954"/>
                  </a:lnTo>
                  <a:lnTo>
                    <a:pt x="6101675" y="19954"/>
                  </a:lnTo>
                  <a:lnTo>
                    <a:pt x="6101784" y="19954"/>
                  </a:lnTo>
                  <a:lnTo>
                    <a:pt x="6101892" y="19954"/>
                  </a:lnTo>
                  <a:lnTo>
                    <a:pt x="6102001" y="19954"/>
                  </a:lnTo>
                  <a:lnTo>
                    <a:pt x="6102109" y="19954"/>
                  </a:lnTo>
                  <a:lnTo>
                    <a:pt x="6102217" y="19954"/>
                  </a:lnTo>
                  <a:lnTo>
                    <a:pt x="6102326" y="19954"/>
                  </a:lnTo>
                  <a:lnTo>
                    <a:pt x="6102434" y="19954"/>
                  </a:lnTo>
                  <a:lnTo>
                    <a:pt x="6102543" y="19954"/>
                  </a:lnTo>
                  <a:lnTo>
                    <a:pt x="6102651" y="19954"/>
                  </a:lnTo>
                  <a:lnTo>
                    <a:pt x="6102760" y="19954"/>
                  </a:lnTo>
                  <a:lnTo>
                    <a:pt x="6102868" y="19954"/>
                  </a:lnTo>
                  <a:lnTo>
                    <a:pt x="6102977" y="19954"/>
                  </a:lnTo>
                  <a:lnTo>
                    <a:pt x="6103085" y="19954"/>
                  </a:lnTo>
                  <a:lnTo>
                    <a:pt x="6103194" y="19954"/>
                  </a:lnTo>
                  <a:lnTo>
                    <a:pt x="6103302" y="19954"/>
                  </a:lnTo>
                  <a:lnTo>
                    <a:pt x="6103410" y="19954"/>
                  </a:lnTo>
                  <a:lnTo>
                    <a:pt x="6103519" y="19954"/>
                  </a:lnTo>
                  <a:lnTo>
                    <a:pt x="6103627" y="19954"/>
                  </a:lnTo>
                  <a:lnTo>
                    <a:pt x="6103736" y="19954"/>
                  </a:lnTo>
                  <a:lnTo>
                    <a:pt x="6103844" y="19954"/>
                  </a:lnTo>
                  <a:lnTo>
                    <a:pt x="6103953" y="19954"/>
                  </a:lnTo>
                  <a:lnTo>
                    <a:pt x="6104061" y="19954"/>
                  </a:lnTo>
                  <a:lnTo>
                    <a:pt x="6104170" y="19954"/>
                  </a:lnTo>
                  <a:lnTo>
                    <a:pt x="6104278" y="19954"/>
                  </a:lnTo>
                  <a:lnTo>
                    <a:pt x="6104386" y="19954"/>
                  </a:lnTo>
                  <a:lnTo>
                    <a:pt x="6104495" y="19954"/>
                  </a:lnTo>
                  <a:lnTo>
                    <a:pt x="6104603" y="19954"/>
                  </a:lnTo>
                  <a:lnTo>
                    <a:pt x="6104712" y="19954"/>
                  </a:lnTo>
                  <a:lnTo>
                    <a:pt x="6104820" y="19954"/>
                  </a:lnTo>
                  <a:lnTo>
                    <a:pt x="6104929" y="19954"/>
                  </a:lnTo>
                  <a:lnTo>
                    <a:pt x="6105037" y="19954"/>
                  </a:lnTo>
                  <a:lnTo>
                    <a:pt x="6105146" y="19954"/>
                  </a:lnTo>
                  <a:lnTo>
                    <a:pt x="6105254" y="19954"/>
                  </a:lnTo>
                  <a:lnTo>
                    <a:pt x="6105362" y="19954"/>
                  </a:lnTo>
                  <a:lnTo>
                    <a:pt x="6105471" y="19954"/>
                  </a:lnTo>
                  <a:lnTo>
                    <a:pt x="6105579" y="19954"/>
                  </a:lnTo>
                  <a:lnTo>
                    <a:pt x="6105579" y="19331"/>
                  </a:lnTo>
                  <a:lnTo>
                    <a:pt x="6105688" y="19331"/>
                  </a:lnTo>
                  <a:lnTo>
                    <a:pt x="6105796" y="19331"/>
                  </a:lnTo>
                  <a:lnTo>
                    <a:pt x="6105905" y="19331"/>
                  </a:lnTo>
                  <a:lnTo>
                    <a:pt x="6106013" y="19331"/>
                  </a:lnTo>
                  <a:lnTo>
                    <a:pt x="6106122" y="19331"/>
                  </a:lnTo>
                  <a:lnTo>
                    <a:pt x="6106230" y="19331"/>
                  </a:lnTo>
                  <a:lnTo>
                    <a:pt x="6106338" y="19331"/>
                  </a:lnTo>
                  <a:lnTo>
                    <a:pt x="6106447" y="19331"/>
                  </a:lnTo>
                  <a:lnTo>
                    <a:pt x="6106555" y="19331"/>
                  </a:lnTo>
                  <a:lnTo>
                    <a:pt x="6106664" y="19331"/>
                  </a:lnTo>
                  <a:lnTo>
                    <a:pt x="6106772" y="19331"/>
                  </a:lnTo>
                  <a:lnTo>
                    <a:pt x="6106881" y="19331"/>
                  </a:lnTo>
                  <a:lnTo>
                    <a:pt x="6106989" y="19331"/>
                  </a:lnTo>
                  <a:lnTo>
                    <a:pt x="6107098" y="19331"/>
                  </a:lnTo>
                  <a:lnTo>
                    <a:pt x="6107206" y="19331"/>
                  </a:lnTo>
                  <a:lnTo>
                    <a:pt x="6107314" y="19331"/>
                  </a:lnTo>
                  <a:lnTo>
                    <a:pt x="6107423" y="19331"/>
                  </a:lnTo>
                  <a:lnTo>
                    <a:pt x="6107531" y="19331"/>
                  </a:lnTo>
                  <a:lnTo>
                    <a:pt x="6107640" y="19331"/>
                  </a:lnTo>
                  <a:lnTo>
                    <a:pt x="6107748" y="19331"/>
                  </a:lnTo>
                  <a:lnTo>
                    <a:pt x="6107857" y="19331"/>
                  </a:lnTo>
                  <a:lnTo>
                    <a:pt x="6107965" y="19331"/>
                  </a:lnTo>
                  <a:lnTo>
                    <a:pt x="6108074" y="19331"/>
                  </a:lnTo>
                  <a:lnTo>
                    <a:pt x="6108182" y="19331"/>
                  </a:lnTo>
                  <a:lnTo>
                    <a:pt x="6108291" y="19331"/>
                  </a:lnTo>
                  <a:lnTo>
                    <a:pt x="6108399" y="19331"/>
                  </a:lnTo>
                  <a:lnTo>
                    <a:pt x="6108507" y="19331"/>
                  </a:lnTo>
                  <a:lnTo>
                    <a:pt x="6108616" y="19331"/>
                  </a:lnTo>
                  <a:lnTo>
                    <a:pt x="6108724" y="19331"/>
                  </a:lnTo>
                  <a:lnTo>
                    <a:pt x="6108833" y="19331"/>
                  </a:lnTo>
                  <a:lnTo>
                    <a:pt x="6108941" y="19331"/>
                  </a:lnTo>
                  <a:lnTo>
                    <a:pt x="6109050" y="19331"/>
                  </a:lnTo>
                  <a:lnTo>
                    <a:pt x="6109158" y="19331"/>
                  </a:lnTo>
                  <a:lnTo>
                    <a:pt x="6109267" y="19331"/>
                  </a:lnTo>
                  <a:lnTo>
                    <a:pt x="6109375" y="19331"/>
                  </a:lnTo>
                  <a:lnTo>
                    <a:pt x="6109483" y="19331"/>
                  </a:lnTo>
                  <a:lnTo>
                    <a:pt x="6109592" y="19331"/>
                  </a:lnTo>
                  <a:lnTo>
                    <a:pt x="6109700" y="19331"/>
                  </a:lnTo>
                  <a:lnTo>
                    <a:pt x="6109809" y="19331"/>
                  </a:lnTo>
                  <a:lnTo>
                    <a:pt x="6109917" y="19331"/>
                  </a:lnTo>
                  <a:lnTo>
                    <a:pt x="6110026" y="19331"/>
                  </a:lnTo>
                  <a:lnTo>
                    <a:pt x="6110134" y="19331"/>
                  </a:lnTo>
                  <a:lnTo>
                    <a:pt x="6110243" y="19331"/>
                  </a:lnTo>
                  <a:lnTo>
                    <a:pt x="6110351" y="19331"/>
                  </a:lnTo>
                  <a:lnTo>
                    <a:pt x="6110351" y="18707"/>
                  </a:lnTo>
                  <a:lnTo>
                    <a:pt x="6110459" y="18707"/>
                  </a:lnTo>
                  <a:lnTo>
                    <a:pt x="6110568" y="18707"/>
                  </a:lnTo>
                  <a:lnTo>
                    <a:pt x="6110676" y="18707"/>
                  </a:lnTo>
                  <a:lnTo>
                    <a:pt x="6110785" y="18707"/>
                  </a:lnTo>
                  <a:lnTo>
                    <a:pt x="6110893" y="18707"/>
                  </a:lnTo>
                  <a:lnTo>
                    <a:pt x="6111002" y="18707"/>
                  </a:lnTo>
                  <a:lnTo>
                    <a:pt x="6111110" y="18707"/>
                  </a:lnTo>
                  <a:lnTo>
                    <a:pt x="6111219" y="18707"/>
                  </a:lnTo>
                  <a:lnTo>
                    <a:pt x="6111219" y="18083"/>
                  </a:lnTo>
                  <a:lnTo>
                    <a:pt x="6111327" y="18083"/>
                  </a:lnTo>
                  <a:lnTo>
                    <a:pt x="6111435" y="18083"/>
                  </a:lnTo>
                  <a:lnTo>
                    <a:pt x="6111544" y="18083"/>
                  </a:lnTo>
                  <a:lnTo>
                    <a:pt x="6111652" y="18083"/>
                  </a:lnTo>
                  <a:lnTo>
                    <a:pt x="6111761" y="18083"/>
                  </a:lnTo>
                  <a:lnTo>
                    <a:pt x="6111869" y="18083"/>
                  </a:lnTo>
                  <a:lnTo>
                    <a:pt x="6111978" y="18083"/>
                  </a:lnTo>
                  <a:lnTo>
                    <a:pt x="6112086" y="18083"/>
                  </a:lnTo>
                  <a:lnTo>
                    <a:pt x="6112195" y="18083"/>
                  </a:lnTo>
                  <a:lnTo>
                    <a:pt x="6112303" y="18083"/>
                  </a:lnTo>
                  <a:lnTo>
                    <a:pt x="6112412" y="18083"/>
                  </a:lnTo>
                  <a:lnTo>
                    <a:pt x="6112520" y="18083"/>
                  </a:lnTo>
                  <a:lnTo>
                    <a:pt x="6112628" y="18083"/>
                  </a:lnTo>
                  <a:lnTo>
                    <a:pt x="6112737" y="18083"/>
                  </a:lnTo>
                  <a:lnTo>
                    <a:pt x="6112845" y="18083"/>
                  </a:lnTo>
                  <a:lnTo>
                    <a:pt x="6112954" y="18083"/>
                  </a:lnTo>
                  <a:lnTo>
                    <a:pt x="6113062" y="18083"/>
                  </a:lnTo>
                  <a:lnTo>
                    <a:pt x="6113171" y="18083"/>
                  </a:lnTo>
                  <a:lnTo>
                    <a:pt x="6113279" y="18083"/>
                  </a:lnTo>
                  <a:lnTo>
                    <a:pt x="6113388" y="18083"/>
                  </a:lnTo>
                  <a:lnTo>
                    <a:pt x="6113496" y="18083"/>
                  </a:lnTo>
                  <a:lnTo>
                    <a:pt x="6113604" y="18083"/>
                  </a:lnTo>
                  <a:lnTo>
                    <a:pt x="6113713" y="18083"/>
                  </a:lnTo>
                  <a:lnTo>
                    <a:pt x="6113821" y="18083"/>
                  </a:lnTo>
                  <a:lnTo>
                    <a:pt x="6113930" y="18083"/>
                  </a:lnTo>
                  <a:lnTo>
                    <a:pt x="6114038" y="18083"/>
                  </a:lnTo>
                  <a:lnTo>
                    <a:pt x="6114147" y="18083"/>
                  </a:lnTo>
                  <a:lnTo>
                    <a:pt x="6114255" y="18083"/>
                  </a:lnTo>
                  <a:lnTo>
                    <a:pt x="6114364" y="18083"/>
                  </a:lnTo>
                  <a:lnTo>
                    <a:pt x="6114472" y="18083"/>
                  </a:lnTo>
                  <a:lnTo>
                    <a:pt x="6114580" y="18083"/>
                  </a:lnTo>
                  <a:lnTo>
                    <a:pt x="6114689" y="18083"/>
                  </a:lnTo>
                  <a:lnTo>
                    <a:pt x="6114797" y="18083"/>
                  </a:lnTo>
                  <a:lnTo>
                    <a:pt x="6114906" y="18083"/>
                  </a:lnTo>
                  <a:lnTo>
                    <a:pt x="6115014" y="18083"/>
                  </a:lnTo>
                  <a:lnTo>
                    <a:pt x="6115123" y="18083"/>
                  </a:lnTo>
                  <a:lnTo>
                    <a:pt x="6115231" y="18083"/>
                  </a:lnTo>
                  <a:lnTo>
                    <a:pt x="6115340" y="18083"/>
                  </a:lnTo>
                  <a:lnTo>
                    <a:pt x="6115448" y="18083"/>
                  </a:lnTo>
                  <a:lnTo>
                    <a:pt x="6115556" y="18083"/>
                  </a:lnTo>
                  <a:lnTo>
                    <a:pt x="6115665" y="18083"/>
                  </a:lnTo>
                  <a:lnTo>
                    <a:pt x="6115773" y="18083"/>
                  </a:lnTo>
                  <a:lnTo>
                    <a:pt x="6115882" y="18083"/>
                  </a:lnTo>
                  <a:lnTo>
                    <a:pt x="6115990" y="18083"/>
                  </a:lnTo>
                  <a:lnTo>
                    <a:pt x="6116099" y="18083"/>
                  </a:lnTo>
                  <a:lnTo>
                    <a:pt x="6116207" y="18083"/>
                  </a:lnTo>
                  <a:lnTo>
                    <a:pt x="6116316" y="18083"/>
                  </a:lnTo>
                  <a:lnTo>
                    <a:pt x="6116424" y="18083"/>
                  </a:lnTo>
                  <a:lnTo>
                    <a:pt x="6116533" y="18083"/>
                  </a:lnTo>
                  <a:lnTo>
                    <a:pt x="6116641" y="18083"/>
                  </a:lnTo>
                  <a:lnTo>
                    <a:pt x="6116749" y="18083"/>
                  </a:lnTo>
                  <a:lnTo>
                    <a:pt x="6116858" y="18083"/>
                  </a:lnTo>
                  <a:lnTo>
                    <a:pt x="6116966" y="18083"/>
                  </a:lnTo>
                  <a:lnTo>
                    <a:pt x="6117075" y="18083"/>
                  </a:lnTo>
                  <a:lnTo>
                    <a:pt x="6117183" y="18083"/>
                  </a:lnTo>
                  <a:lnTo>
                    <a:pt x="6117292" y="18083"/>
                  </a:lnTo>
                  <a:lnTo>
                    <a:pt x="6117400" y="18083"/>
                  </a:lnTo>
                  <a:lnTo>
                    <a:pt x="6117509" y="18083"/>
                  </a:lnTo>
                  <a:lnTo>
                    <a:pt x="6117617" y="18083"/>
                  </a:lnTo>
                  <a:lnTo>
                    <a:pt x="6117725" y="18083"/>
                  </a:lnTo>
                  <a:lnTo>
                    <a:pt x="6117834" y="18083"/>
                  </a:lnTo>
                  <a:lnTo>
                    <a:pt x="6117942" y="18083"/>
                  </a:lnTo>
                  <a:lnTo>
                    <a:pt x="6118051" y="18083"/>
                  </a:lnTo>
                  <a:lnTo>
                    <a:pt x="6118159" y="18083"/>
                  </a:lnTo>
                  <a:lnTo>
                    <a:pt x="6118268" y="18083"/>
                  </a:lnTo>
                  <a:lnTo>
                    <a:pt x="6118376" y="18083"/>
                  </a:lnTo>
                  <a:lnTo>
                    <a:pt x="6118485" y="18083"/>
                  </a:lnTo>
                  <a:lnTo>
                    <a:pt x="6118593" y="18083"/>
                  </a:lnTo>
                  <a:lnTo>
                    <a:pt x="6118701" y="18083"/>
                  </a:lnTo>
                  <a:lnTo>
                    <a:pt x="6118810" y="18083"/>
                  </a:lnTo>
                  <a:lnTo>
                    <a:pt x="6118918" y="18083"/>
                  </a:lnTo>
                  <a:lnTo>
                    <a:pt x="6119027" y="18083"/>
                  </a:lnTo>
                  <a:lnTo>
                    <a:pt x="6119135" y="18083"/>
                  </a:lnTo>
                  <a:lnTo>
                    <a:pt x="6119244" y="18083"/>
                  </a:lnTo>
                  <a:lnTo>
                    <a:pt x="6119352" y="18083"/>
                  </a:lnTo>
                  <a:lnTo>
                    <a:pt x="6119461" y="18083"/>
                  </a:lnTo>
                  <a:lnTo>
                    <a:pt x="6119569" y="18083"/>
                  </a:lnTo>
                  <a:lnTo>
                    <a:pt x="6119677" y="18083"/>
                  </a:lnTo>
                  <a:lnTo>
                    <a:pt x="6119786" y="18083"/>
                  </a:lnTo>
                  <a:lnTo>
                    <a:pt x="6119894" y="18083"/>
                  </a:lnTo>
                  <a:lnTo>
                    <a:pt x="6120003" y="18083"/>
                  </a:lnTo>
                  <a:lnTo>
                    <a:pt x="6120111" y="18083"/>
                  </a:lnTo>
                  <a:lnTo>
                    <a:pt x="6120220" y="18083"/>
                  </a:lnTo>
                  <a:lnTo>
                    <a:pt x="6120328" y="18083"/>
                  </a:lnTo>
                  <a:lnTo>
                    <a:pt x="6120437" y="18083"/>
                  </a:lnTo>
                  <a:lnTo>
                    <a:pt x="6120545" y="18083"/>
                  </a:lnTo>
                  <a:lnTo>
                    <a:pt x="6120654" y="18083"/>
                  </a:lnTo>
                  <a:lnTo>
                    <a:pt x="6120762" y="18083"/>
                  </a:lnTo>
                  <a:lnTo>
                    <a:pt x="6120870" y="18083"/>
                  </a:lnTo>
                  <a:lnTo>
                    <a:pt x="6120979" y="18083"/>
                  </a:lnTo>
                  <a:lnTo>
                    <a:pt x="6121087" y="18083"/>
                  </a:lnTo>
                  <a:lnTo>
                    <a:pt x="6121196" y="18083"/>
                  </a:lnTo>
                  <a:lnTo>
                    <a:pt x="6121304" y="18083"/>
                  </a:lnTo>
                  <a:lnTo>
                    <a:pt x="6121413" y="18083"/>
                  </a:lnTo>
                  <a:lnTo>
                    <a:pt x="6121521" y="18083"/>
                  </a:lnTo>
                  <a:lnTo>
                    <a:pt x="6121630" y="18083"/>
                  </a:lnTo>
                  <a:lnTo>
                    <a:pt x="6121738" y="18083"/>
                  </a:lnTo>
                  <a:lnTo>
                    <a:pt x="6121846" y="18083"/>
                  </a:lnTo>
                  <a:lnTo>
                    <a:pt x="6121955" y="18083"/>
                  </a:lnTo>
                  <a:lnTo>
                    <a:pt x="6122063" y="18083"/>
                  </a:lnTo>
                  <a:lnTo>
                    <a:pt x="6122172" y="18083"/>
                  </a:lnTo>
                  <a:lnTo>
                    <a:pt x="6122280" y="18083"/>
                  </a:lnTo>
                  <a:lnTo>
                    <a:pt x="6122389" y="18083"/>
                  </a:lnTo>
                  <a:lnTo>
                    <a:pt x="6122497" y="18083"/>
                  </a:lnTo>
                  <a:lnTo>
                    <a:pt x="6122606" y="18083"/>
                  </a:lnTo>
                  <a:lnTo>
                    <a:pt x="6122714" y="18083"/>
                  </a:lnTo>
                  <a:lnTo>
                    <a:pt x="6122822" y="18083"/>
                  </a:lnTo>
                  <a:lnTo>
                    <a:pt x="6122931" y="18083"/>
                  </a:lnTo>
                  <a:lnTo>
                    <a:pt x="6123039" y="18083"/>
                  </a:lnTo>
                  <a:lnTo>
                    <a:pt x="6123148" y="18083"/>
                  </a:lnTo>
                  <a:lnTo>
                    <a:pt x="6123256" y="18083"/>
                  </a:lnTo>
                  <a:lnTo>
                    <a:pt x="6123365" y="18083"/>
                  </a:lnTo>
                  <a:lnTo>
                    <a:pt x="6123473" y="18083"/>
                  </a:lnTo>
                  <a:lnTo>
                    <a:pt x="6123582" y="18083"/>
                  </a:lnTo>
                  <a:lnTo>
                    <a:pt x="6123690" y="18083"/>
                  </a:lnTo>
                  <a:lnTo>
                    <a:pt x="6123798" y="18083"/>
                  </a:lnTo>
                  <a:lnTo>
                    <a:pt x="6123907" y="18083"/>
                  </a:lnTo>
                  <a:lnTo>
                    <a:pt x="6124015" y="18083"/>
                  </a:lnTo>
                  <a:lnTo>
                    <a:pt x="6124124" y="18083"/>
                  </a:lnTo>
                  <a:lnTo>
                    <a:pt x="6124232" y="18083"/>
                  </a:lnTo>
                  <a:lnTo>
                    <a:pt x="6124341" y="18083"/>
                  </a:lnTo>
                  <a:lnTo>
                    <a:pt x="6124449" y="18083"/>
                  </a:lnTo>
                  <a:lnTo>
                    <a:pt x="6124558" y="18083"/>
                  </a:lnTo>
                  <a:lnTo>
                    <a:pt x="6124666" y="18083"/>
                  </a:lnTo>
                  <a:lnTo>
                    <a:pt x="6124775" y="18083"/>
                  </a:lnTo>
                  <a:lnTo>
                    <a:pt x="6124883" y="18083"/>
                  </a:lnTo>
                  <a:lnTo>
                    <a:pt x="6124991" y="18083"/>
                  </a:lnTo>
                  <a:lnTo>
                    <a:pt x="6125100" y="18083"/>
                  </a:lnTo>
                  <a:lnTo>
                    <a:pt x="6125208" y="18083"/>
                  </a:lnTo>
                  <a:lnTo>
                    <a:pt x="6125317" y="18083"/>
                  </a:lnTo>
                  <a:lnTo>
                    <a:pt x="6125425" y="18083"/>
                  </a:lnTo>
                  <a:lnTo>
                    <a:pt x="6125534" y="18083"/>
                  </a:lnTo>
                  <a:lnTo>
                    <a:pt x="6125642" y="18083"/>
                  </a:lnTo>
                  <a:lnTo>
                    <a:pt x="6125751" y="18083"/>
                  </a:lnTo>
                  <a:lnTo>
                    <a:pt x="6125859" y="18083"/>
                  </a:lnTo>
                  <a:lnTo>
                    <a:pt x="6125967" y="18083"/>
                  </a:lnTo>
                  <a:lnTo>
                    <a:pt x="6126076" y="18083"/>
                  </a:lnTo>
                  <a:lnTo>
                    <a:pt x="6126184" y="18083"/>
                  </a:lnTo>
                  <a:lnTo>
                    <a:pt x="6126293" y="18083"/>
                  </a:lnTo>
                  <a:lnTo>
                    <a:pt x="6126401" y="18083"/>
                  </a:lnTo>
                  <a:lnTo>
                    <a:pt x="6126510" y="18083"/>
                  </a:lnTo>
                  <a:lnTo>
                    <a:pt x="6126618" y="18083"/>
                  </a:lnTo>
                  <a:lnTo>
                    <a:pt x="6126727" y="18083"/>
                  </a:lnTo>
                  <a:lnTo>
                    <a:pt x="6126835" y="18083"/>
                  </a:lnTo>
                  <a:lnTo>
                    <a:pt x="6126943" y="18083"/>
                  </a:lnTo>
                  <a:lnTo>
                    <a:pt x="6127052" y="18083"/>
                  </a:lnTo>
                  <a:lnTo>
                    <a:pt x="6127052" y="17460"/>
                  </a:lnTo>
                  <a:lnTo>
                    <a:pt x="6127160" y="17460"/>
                  </a:lnTo>
                  <a:lnTo>
                    <a:pt x="6127269" y="17460"/>
                  </a:lnTo>
                  <a:lnTo>
                    <a:pt x="6127377" y="17460"/>
                  </a:lnTo>
                  <a:lnTo>
                    <a:pt x="6127486" y="17460"/>
                  </a:lnTo>
                  <a:lnTo>
                    <a:pt x="6127594" y="17460"/>
                  </a:lnTo>
                  <a:lnTo>
                    <a:pt x="6127703" y="17460"/>
                  </a:lnTo>
                  <a:lnTo>
                    <a:pt x="6127811" y="17460"/>
                  </a:lnTo>
                  <a:lnTo>
                    <a:pt x="6127919" y="17460"/>
                  </a:lnTo>
                  <a:lnTo>
                    <a:pt x="6128028" y="17460"/>
                  </a:lnTo>
                  <a:lnTo>
                    <a:pt x="6128136" y="17460"/>
                  </a:lnTo>
                  <a:lnTo>
                    <a:pt x="6128245" y="17460"/>
                  </a:lnTo>
                  <a:lnTo>
                    <a:pt x="6128353" y="17460"/>
                  </a:lnTo>
                  <a:lnTo>
                    <a:pt x="6128462" y="17460"/>
                  </a:lnTo>
                  <a:lnTo>
                    <a:pt x="6128570" y="17460"/>
                  </a:lnTo>
                  <a:lnTo>
                    <a:pt x="6128679" y="17460"/>
                  </a:lnTo>
                  <a:lnTo>
                    <a:pt x="6128787" y="17460"/>
                  </a:lnTo>
                  <a:lnTo>
                    <a:pt x="6128895" y="17460"/>
                  </a:lnTo>
                  <a:lnTo>
                    <a:pt x="6129004" y="17460"/>
                  </a:lnTo>
                  <a:lnTo>
                    <a:pt x="6129112" y="17460"/>
                  </a:lnTo>
                  <a:lnTo>
                    <a:pt x="6129221" y="17460"/>
                  </a:lnTo>
                  <a:lnTo>
                    <a:pt x="6129329" y="17460"/>
                  </a:lnTo>
                  <a:lnTo>
                    <a:pt x="6129438" y="17460"/>
                  </a:lnTo>
                  <a:lnTo>
                    <a:pt x="6129546" y="17460"/>
                  </a:lnTo>
                  <a:lnTo>
                    <a:pt x="6129655" y="17460"/>
                  </a:lnTo>
                  <a:lnTo>
                    <a:pt x="6129763" y="17460"/>
                  </a:lnTo>
                  <a:lnTo>
                    <a:pt x="6129872" y="17460"/>
                  </a:lnTo>
                  <a:lnTo>
                    <a:pt x="6129980" y="17460"/>
                  </a:lnTo>
                  <a:lnTo>
                    <a:pt x="6130088" y="17460"/>
                  </a:lnTo>
                  <a:lnTo>
                    <a:pt x="6130197" y="17460"/>
                  </a:lnTo>
                  <a:lnTo>
                    <a:pt x="6130305" y="17460"/>
                  </a:lnTo>
                  <a:lnTo>
                    <a:pt x="6130414" y="17460"/>
                  </a:lnTo>
                  <a:lnTo>
                    <a:pt x="6130522" y="17460"/>
                  </a:lnTo>
                  <a:lnTo>
                    <a:pt x="6130631" y="17460"/>
                  </a:lnTo>
                  <a:lnTo>
                    <a:pt x="6130739" y="17460"/>
                  </a:lnTo>
                  <a:lnTo>
                    <a:pt x="6130848" y="17460"/>
                  </a:lnTo>
                  <a:lnTo>
                    <a:pt x="6130956" y="17460"/>
                  </a:lnTo>
                  <a:lnTo>
                    <a:pt x="6131064" y="17460"/>
                  </a:lnTo>
                  <a:lnTo>
                    <a:pt x="6131173" y="17460"/>
                  </a:lnTo>
                  <a:lnTo>
                    <a:pt x="6131281" y="17460"/>
                  </a:lnTo>
                  <a:lnTo>
                    <a:pt x="6131390" y="17460"/>
                  </a:lnTo>
                  <a:lnTo>
                    <a:pt x="6131498" y="17460"/>
                  </a:lnTo>
                  <a:lnTo>
                    <a:pt x="6131607" y="17460"/>
                  </a:lnTo>
                  <a:lnTo>
                    <a:pt x="6131715" y="17460"/>
                  </a:lnTo>
                  <a:lnTo>
                    <a:pt x="6131824" y="17460"/>
                  </a:lnTo>
                  <a:lnTo>
                    <a:pt x="6131932" y="17460"/>
                  </a:lnTo>
                  <a:lnTo>
                    <a:pt x="6132040" y="17460"/>
                  </a:lnTo>
                  <a:lnTo>
                    <a:pt x="6132149" y="17460"/>
                  </a:lnTo>
                  <a:lnTo>
                    <a:pt x="6132257" y="17460"/>
                  </a:lnTo>
                  <a:lnTo>
                    <a:pt x="6132366" y="17460"/>
                  </a:lnTo>
                  <a:lnTo>
                    <a:pt x="6132474" y="17460"/>
                  </a:lnTo>
                  <a:lnTo>
                    <a:pt x="6132583" y="17460"/>
                  </a:lnTo>
                  <a:lnTo>
                    <a:pt x="6132691" y="17460"/>
                  </a:lnTo>
                  <a:lnTo>
                    <a:pt x="6132800" y="17460"/>
                  </a:lnTo>
                  <a:lnTo>
                    <a:pt x="6132908" y="17460"/>
                  </a:lnTo>
                  <a:lnTo>
                    <a:pt x="6133016" y="17460"/>
                  </a:lnTo>
                  <a:lnTo>
                    <a:pt x="6133125" y="17460"/>
                  </a:lnTo>
                  <a:lnTo>
                    <a:pt x="6133233" y="17460"/>
                  </a:lnTo>
                  <a:lnTo>
                    <a:pt x="6133342" y="17460"/>
                  </a:lnTo>
                  <a:lnTo>
                    <a:pt x="6133450" y="17460"/>
                  </a:lnTo>
                  <a:lnTo>
                    <a:pt x="6133559" y="17460"/>
                  </a:lnTo>
                  <a:lnTo>
                    <a:pt x="6133667" y="17460"/>
                  </a:lnTo>
                  <a:lnTo>
                    <a:pt x="6133776" y="17460"/>
                  </a:lnTo>
                  <a:lnTo>
                    <a:pt x="6133884" y="17460"/>
                  </a:lnTo>
                  <a:lnTo>
                    <a:pt x="6133993" y="17460"/>
                  </a:lnTo>
                  <a:lnTo>
                    <a:pt x="6134101" y="17460"/>
                  </a:lnTo>
                  <a:lnTo>
                    <a:pt x="6134209" y="17460"/>
                  </a:lnTo>
                  <a:lnTo>
                    <a:pt x="6134318" y="17460"/>
                  </a:lnTo>
                  <a:lnTo>
                    <a:pt x="6134426" y="17460"/>
                  </a:lnTo>
                  <a:lnTo>
                    <a:pt x="6134535" y="17460"/>
                  </a:lnTo>
                  <a:lnTo>
                    <a:pt x="6134643" y="17460"/>
                  </a:lnTo>
                  <a:lnTo>
                    <a:pt x="6134752" y="17460"/>
                  </a:lnTo>
                  <a:lnTo>
                    <a:pt x="6134860" y="17460"/>
                  </a:lnTo>
                  <a:lnTo>
                    <a:pt x="6134860" y="16836"/>
                  </a:lnTo>
                  <a:lnTo>
                    <a:pt x="6134969" y="16836"/>
                  </a:lnTo>
                  <a:lnTo>
                    <a:pt x="6135077" y="16836"/>
                  </a:lnTo>
                  <a:lnTo>
                    <a:pt x="6135185" y="16836"/>
                  </a:lnTo>
                  <a:lnTo>
                    <a:pt x="6135294" y="16836"/>
                  </a:lnTo>
                  <a:lnTo>
                    <a:pt x="6135402" y="16836"/>
                  </a:lnTo>
                  <a:lnTo>
                    <a:pt x="6135511" y="16836"/>
                  </a:lnTo>
                  <a:lnTo>
                    <a:pt x="6135619" y="16836"/>
                  </a:lnTo>
                  <a:lnTo>
                    <a:pt x="6135728" y="16836"/>
                  </a:lnTo>
                  <a:lnTo>
                    <a:pt x="6135836" y="16836"/>
                  </a:lnTo>
                  <a:lnTo>
                    <a:pt x="6135945" y="16836"/>
                  </a:lnTo>
                  <a:lnTo>
                    <a:pt x="6136053" y="16836"/>
                  </a:lnTo>
                  <a:lnTo>
                    <a:pt x="6136161" y="16836"/>
                  </a:lnTo>
                  <a:lnTo>
                    <a:pt x="6136270" y="16836"/>
                  </a:lnTo>
                  <a:lnTo>
                    <a:pt x="6136378" y="16836"/>
                  </a:lnTo>
                  <a:lnTo>
                    <a:pt x="6136487" y="16836"/>
                  </a:lnTo>
                  <a:lnTo>
                    <a:pt x="6136595" y="16836"/>
                  </a:lnTo>
                  <a:lnTo>
                    <a:pt x="6136704" y="16836"/>
                  </a:lnTo>
                  <a:lnTo>
                    <a:pt x="6136812" y="16836"/>
                  </a:lnTo>
                  <a:lnTo>
                    <a:pt x="6136921" y="16836"/>
                  </a:lnTo>
                  <a:lnTo>
                    <a:pt x="6137029" y="16836"/>
                  </a:lnTo>
                  <a:lnTo>
                    <a:pt x="6137137" y="16836"/>
                  </a:lnTo>
                  <a:lnTo>
                    <a:pt x="6137137" y="16213"/>
                  </a:lnTo>
                  <a:lnTo>
                    <a:pt x="6137246" y="16213"/>
                  </a:lnTo>
                  <a:lnTo>
                    <a:pt x="6137354" y="16213"/>
                  </a:lnTo>
                  <a:lnTo>
                    <a:pt x="6137463" y="16213"/>
                  </a:lnTo>
                  <a:lnTo>
                    <a:pt x="6137571" y="16213"/>
                  </a:lnTo>
                  <a:lnTo>
                    <a:pt x="6137680" y="16213"/>
                  </a:lnTo>
                  <a:lnTo>
                    <a:pt x="6137788" y="16213"/>
                  </a:lnTo>
                  <a:lnTo>
                    <a:pt x="6137897" y="16213"/>
                  </a:lnTo>
                  <a:lnTo>
                    <a:pt x="6138005" y="16213"/>
                  </a:lnTo>
                  <a:lnTo>
                    <a:pt x="6138114" y="16213"/>
                  </a:lnTo>
                  <a:lnTo>
                    <a:pt x="6138222" y="16213"/>
                  </a:lnTo>
                  <a:lnTo>
                    <a:pt x="6138330" y="16213"/>
                  </a:lnTo>
                  <a:lnTo>
                    <a:pt x="6138439" y="16213"/>
                  </a:lnTo>
                  <a:lnTo>
                    <a:pt x="6138547" y="16213"/>
                  </a:lnTo>
                  <a:lnTo>
                    <a:pt x="6138656" y="16213"/>
                  </a:lnTo>
                  <a:lnTo>
                    <a:pt x="6138764" y="16213"/>
                  </a:lnTo>
                  <a:lnTo>
                    <a:pt x="6138873" y="16213"/>
                  </a:lnTo>
                  <a:lnTo>
                    <a:pt x="6138981" y="16213"/>
                  </a:lnTo>
                  <a:lnTo>
                    <a:pt x="6139090" y="16213"/>
                  </a:lnTo>
                  <a:lnTo>
                    <a:pt x="6139198" y="16213"/>
                  </a:lnTo>
                  <a:lnTo>
                    <a:pt x="6139306" y="16213"/>
                  </a:lnTo>
                  <a:lnTo>
                    <a:pt x="6139415" y="16213"/>
                  </a:lnTo>
                  <a:lnTo>
                    <a:pt x="6139523" y="16213"/>
                  </a:lnTo>
                  <a:lnTo>
                    <a:pt x="6139632" y="16213"/>
                  </a:lnTo>
                  <a:lnTo>
                    <a:pt x="6139740" y="16213"/>
                  </a:lnTo>
                  <a:lnTo>
                    <a:pt x="6139849" y="16213"/>
                  </a:lnTo>
                  <a:lnTo>
                    <a:pt x="6139957" y="16213"/>
                  </a:lnTo>
                  <a:lnTo>
                    <a:pt x="6140066" y="16213"/>
                  </a:lnTo>
                  <a:lnTo>
                    <a:pt x="6140174" y="16213"/>
                  </a:lnTo>
                  <a:lnTo>
                    <a:pt x="6140282" y="16213"/>
                  </a:lnTo>
                  <a:lnTo>
                    <a:pt x="6140391" y="16213"/>
                  </a:lnTo>
                  <a:lnTo>
                    <a:pt x="6140499" y="16213"/>
                  </a:lnTo>
                  <a:lnTo>
                    <a:pt x="6140608" y="16213"/>
                  </a:lnTo>
                  <a:lnTo>
                    <a:pt x="6140716" y="16213"/>
                  </a:lnTo>
                  <a:lnTo>
                    <a:pt x="6140825" y="16213"/>
                  </a:lnTo>
                  <a:lnTo>
                    <a:pt x="6140933" y="16213"/>
                  </a:lnTo>
                  <a:lnTo>
                    <a:pt x="6141042" y="16213"/>
                  </a:lnTo>
                  <a:lnTo>
                    <a:pt x="6141150" y="16213"/>
                  </a:lnTo>
                  <a:lnTo>
                    <a:pt x="6141258" y="16213"/>
                  </a:lnTo>
                  <a:lnTo>
                    <a:pt x="6141367" y="16213"/>
                  </a:lnTo>
                  <a:lnTo>
                    <a:pt x="6141475" y="16213"/>
                  </a:lnTo>
                  <a:lnTo>
                    <a:pt x="6141584" y="16213"/>
                  </a:lnTo>
                  <a:lnTo>
                    <a:pt x="6141692" y="16213"/>
                  </a:lnTo>
                  <a:lnTo>
                    <a:pt x="6141801" y="16213"/>
                  </a:lnTo>
                  <a:lnTo>
                    <a:pt x="6141909" y="16213"/>
                  </a:lnTo>
                  <a:lnTo>
                    <a:pt x="6142018" y="16213"/>
                  </a:lnTo>
                  <a:lnTo>
                    <a:pt x="6142126" y="16213"/>
                  </a:lnTo>
                  <a:lnTo>
                    <a:pt x="6142235" y="16213"/>
                  </a:lnTo>
                  <a:lnTo>
                    <a:pt x="6142343" y="16213"/>
                  </a:lnTo>
                  <a:lnTo>
                    <a:pt x="6142451" y="16213"/>
                  </a:lnTo>
                  <a:lnTo>
                    <a:pt x="6142560" y="16213"/>
                  </a:lnTo>
                  <a:lnTo>
                    <a:pt x="6142668" y="16213"/>
                  </a:lnTo>
                  <a:lnTo>
                    <a:pt x="6142777" y="16213"/>
                  </a:lnTo>
                  <a:lnTo>
                    <a:pt x="6142885" y="16213"/>
                  </a:lnTo>
                  <a:lnTo>
                    <a:pt x="6142994" y="16213"/>
                  </a:lnTo>
                  <a:lnTo>
                    <a:pt x="6143102" y="16213"/>
                  </a:lnTo>
                  <a:lnTo>
                    <a:pt x="6143211" y="16213"/>
                  </a:lnTo>
                  <a:lnTo>
                    <a:pt x="6143319" y="16213"/>
                  </a:lnTo>
                  <a:lnTo>
                    <a:pt x="6143427" y="16213"/>
                  </a:lnTo>
                  <a:lnTo>
                    <a:pt x="6143536" y="16213"/>
                  </a:lnTo>
                  <a:lnTo>
                    <a:pt x="6143644" y="16213"/>
                  </a:lnTo>
                  <a:lnTo>
                    <a:pt x="6143753" y="16213"/>
                  </a:lnTo>
                  <a:lnTo>
                    <a:pt x="6143861" y="16213"/>
                  </a:lnTo>
                  <a:lnTo>
                    <a:pt x="6143970" y="16213"/>
                  </a:lnTo>
                  <a:lnTo>
                    <a:pt x="6144078" y="16213"/>
                  </a:lnTo>
                  <a:lnTo>
                    <a:pt x="6144187" y="16213"/>
                  </a:lnTo>
                  <a:lnTo>
                    <a:pt x="6144295" y="16213"/>
                  </a:lnTo>
                  <a:lnTo>
                    <a:pt x="6144403" y="16213"/>
                  </a:lnTo>
                  <a:lnTo>
                    <a:pt x="6144512" y="16213"/>
                  </a:lnTo>
                  <a:lnTo>
                    <a:pt x="6144620" y="16213"/>
                  </a:lnTo>
                  <a:lnTo>
                    <a:pt x="6144729" y="16213"/>
                  </a:lnTo>
                  <a:lnTo>
                    <a:pt x="6144837" y="16213"/>
                  </a:lnTo>
                  <a:lnTo>
                    <a:pt x="6144946" y="16213"/>
                  </a:lnTo>
                  <a:lnTo>
                    <a:pt x="6145054" y="16213"/>
                  </a:lnTo>
                  <a:lnTo>
                    <a:pt x="6145163" y="16213"/>
                  </a:lnTo>
                  <a:lnTo>
                    <a:pt x="6145271" y="16213"/>
                  </a:lnTo>
                  <a:lnTo>
                    <a:pt x="6145379" y="16213"/>
                  </a:lnTo>
                  <a:lnTo>
                    <a:pt x="6145488" y="16213"/>
                  </a:lnTo>
                  <a:lnTo>
                    <a:pt x="6145596" y="16213"/>
                  </a:lnTo>
                  <a:lnTo>
                    <a:pt x="6145705" y="16213"/>
                  </a:lnTo>
                  <a:lnTo>
                    <a:pt x="6145813" y="16213"/>
                  </a:lnTo>
                  <a:lnTo>
                    <a:pt x="6145922" y="16213"/>
                  </a:lnTo>
                  <a:lnTo>
                    <a:pt x="6146030" y="16213"/>
                  </a:lnTo>
                  <a:lnTo>
                    <a:pt x="6146139" y="16213"/>
                  </a:lnTo>
                  <a:lnTo>
                    <a:pt x="6146247" y="16213"/>
                  </a:lnTo>
                  <a:lnTo>
                    <a:pt x="6146356" y="16213"/>
                  </a:lnTo>
                  <a:lnTo>
                    <a:pt x="6146464" y="16213"/>
                  </a:lnTo>
                  <a:lnTo>
                    <a:pt x="6146572" y="16213"/>
                  </a:lnTo>
                  <a:lnTo>
                    <a:pt x="6146681" y="16213"/>
                  </a:lnTo>
                  <a:lnTo>
                    <a:pt x="6146789" y="16213"/>
                  </a:lnTo>
                  <a:lnTo>
                    <a:pt x="6146898" y="16213"/>
                  </a:lnTo>
                  <a:lnTo>
                    <a:pt x="6147006" y="16213"/>
                  </a:lnTo>
                  <a:lnTo>
                    <a:pt x="6147115" y="16213"/>
                  </a:lnTo>
                  <a:lnTo>
                    <a:pt x="6147223" y="16213"/>
                  </a:lnTo>
                  <a:lnTo>
                    <a:pt x="6147332" y="16213"/>
                  </a:lnTo>
                  <a:lnTo>
                    <a:pt x="6147440" y="16213"/>
                  </a:lnTo>
                  <a:lnTo>
                    <a:pt x="6147548" y="16213"/>
                  </a:lnTo>
                  <a:lnTo>
                    <a:pt x="6147657" y="16213"/>
                  </a:lnTo>
                  <a:lnTo>
                    <a:pt x="6147765" y="16213"/>
                  </a:lnTo>
                  <a:lnTo>
                    <a:pt x="6147874" y="16213"/>
                  </a:lnTo>
                  <a:lnTo>
                    <a:pt x="6147982" y="16213"/>
                  </a:lnTo>
                  <a:lnTo>
                    <a:pt x="6148091" y="16213"/>
                  </a:lnTo>
                  <a:lnTo>
                    <a:pt x="6148199" y="16213"/>
                  </a:lnTo>
                  <a:lnTo>
                    <a:pt x="6148308" y="16213"/>
                  </a:lnTo>
                  <a:lnTo>
                    <a:pt x="6148416" y="16213"/>
                  </a:lnTo>
                  <a:lnTo>
                    <a:pt x="6148524" y="16213"/>
                  </a:lnTo>
                  <a:lnTo>
                    <a:pt x="6148633" y="16213"/>
                  </a:lnTo>
                  <a:lnTo>
                    <a:pt x="6148741" y="16213"/>
                  </a:lnTo>
                  <a:lnTo>
                    <a:pt x="6148850" y="16213"/>
                  </a:lnTo>
                  <a:lnTo>
                    <a:pt x="6148958" y="16213"/>
                  </a:lnTo>
                  <a:lnTo>
                    <a:pt x="6149067" y="16213"/>
                  </a:lnTo>
                  <a:lnTo>
                    <a:pt x="6149175" y="16213"/>
                  </a:lnTo>
                  <a:lnTo>
                    <a:pt x="6149284" y="16213"/>
                  </a:lnTo>
                  <a:lnTo>
                    <a:pt x="6149392" y="16213"/>
                  </a:lnTo>
                  <a:lnTo>
                    <a:pt x="6149500" y="16213"/>
                  </a:lnTo>
                  <a:lnTo>
                    <a:pt x="6149609" y="16213"/>
                  </a:lnTo>
                  <a:lnTo>
                    <a:pt x="6149717" y="16213"/>
                  </a:lnTo>
                  <a:lnTo>
                    <a:pt x="6149826" y="16213"/>
                  </a:lnTo>
                  <a:lnTo>
                    <a:pt x="6149934" y="16213"/>
                  </a:lnTo>
                  <a:lnTo>
                    <a:pt x="6150043" y="16213"/>
                  </a:lnTo>
                  <a:lnTo>
                    <a:pt x="6150151" y="16213"/>
                  </a:lnTo>
                  <a:lnTo>
                    <a:pt x="6150260" y="16213"/>
                  </a:lnTo>
                  <a:lnTo>
                    <a:pt x="6150368" y="16213"/>
                  </a:lnTo>
                  <a:lnTo>
                    <a:pt x="6150477" y="16213"/>
                  </a:lnTo>
                  <a:lnTo>
                    <a:pt x="6150585" y="16213"/>
                  </a:lnTo>
                  <a:lnTo>
                    <a:pt x="6150585" y="15589"/>
                  </a:lnTo>
                  <a:lnTo>
                    <a:pt x="6150693" y="15589"/>
                  </a:lnTo>
                  <a:lnTo>
                    <a:pt x="6150802" y="15589"/>
                  </a:lnTo>
                  <a:lnTo>
                    <a:pt x="6150910" y="15589"/>
                  </a:lnTo>
                  <a:lnTo>
                    <a:pt x="6151019" y="15589"/>
                  </a:lnTo>
                  <a:lnTo>
                    <a:pt x="6151127" y="15589"/>
                  </a:lnTo>
                  <a:lnTo>
                    <a:pt x="6151236" y="15589"/>
                  </a:lnTo>
                  <a:lnTo>
                    <a:pt x="6151344" y="15589"/>
                  </a:lnTo>
                  <a:lnTo>
                    <a:pt x="6151453" y="15589"/>
                  </a:lnTo>
                  <a:lnTo>
                    <a:pt x="6151561" y="15589"/>
                  </a:lnTo>
                  <a:lnTo>
                    <a:pt x="6151669" y="15589"/>
                  </a:lnTo>
                  <a:lnTo>
                    <a:pt x="6151778" y="15589"/>
                  </a:lnTo>
                  <a:lnTo>
                    <a:pt x="6151886" y="15589"/>
                  </a:lnTo>
                  <a:lnTo>
                    <a:pt x="6151995" y="15589"/>
                  </a:lnTo>
                  <a:lnTo>
                    <a:pt x="6152103" y="15589"/>
                  </a:lnTo>
                  <a:lnTo>
                    <a:pt x="6152212" y="15589"/>
                  </a:lnTo>
                  <a:lnTo>
                    <a:pt x="6152320" y="15589"/>
                  </a:lnTo>
                  <a:lnTo>
                    <a:pt x="6152429" y="15589"/>
                  </a:lnTo>
                  <a:lnTo>
                    <a:pt x="6152537" y="15589"/>
                  </a:lnTo>
                  <a:lnTo>
                    <a:pt x="6152645" y="15589"/>
                  </a:lnTo>
                  <a:lnTo>
                    <a:pt x="6152754" y="15589"/>
                  </a:lnTo>
                  <a:lnTo>
                    <a:pt x="6152862" y="15589"/>
                  </a:lnTo>
                  <a:lnTo>
                    <a:pt x="6152971" y="15589"/>
                  </a:lnTo>
                  <a:lnTo>
                    <a:pt x="6153079" y="15589"/>
                  </a:lnTo>
                  <a:lnTo>
                    <a:pt x="6153188" y="15589"/>
                  </a:lnTo>
                  <a:lnTo>
                    <a:pt x="6153296" y="15589"/>
                  </a:lnTo>
                  <a:lnTo>
                    <a:pt x="6153405" y="15589"/>
                  </a:lnTo>
                  <a:lnTo>
                    <a:pt x="6153513" y="15589"/>
                  </a:lnTo>
                  <a:lnTo>
                    <a:pt x="6153621" y="15589"/>
                  </a:lnTo>
                  <a:lnTo>
                    <a:pt x="6153730" y="15589"/>
                  </a:lnTo>
                  <a:lnTo>
                    <a:pt x="6153838" y="15589"/>
                  </a:lnTo>
                  <a:lnTo>
                    <a:pt x="6153947" y="15589"/>
                  </a:lnTo>
                  <a:lnTo>
                    <a:pt x="6154055" y="15589"/>
                  </a:lnTo>
                  <a:lnTo>
                    <a:pt x="6154164" y="15589"/>
                  </a:lnTo>
                  <a:lnTo>
                    <a:pt x="6154272" y="15589"/>
                  </a:lnTo>
                  <a:lnTo>
                    <a:pt x="6154381" y="15589"/>
                  </a:lnTo>
                  <a:lnTo>
                    <a:pt x="6154489" y="15589"/>
                  </a:lnTo>
                  <a:lnTo>
                    <a:pt x="6154597" y="15589"/>
                  </a:lnTo>
                  <a:lnTo>
                    <a:pt x="6154706" y="15589"/>
                  </a:lnTo>
                  <a:lnTo>
                    <a:pt x="6154814" y="15589"/>
                  </a:lnTo>
                  <a:lnTo>
                    <a:pt x="6154923" y="15589"/>
                  </a:lnTo>
                  <a:lnTo>
                    <a:pt x="6155031" y="15589"/>
                  </a:lnTo>
                  <a:lnTo>
                    <a:pt x="6155140" y="15589"/>
                  </a:lnTo>
                  <a:lnTo>
                    <a:pt x="6155248" y="15589"/>
                  </a:lnTo>
                  <a:lnTo>
                    <a:pt x="6155357" y="15589"/>
                  </a:lnTo>
                  <a:lnTo>
                    <a:pt x="6155465" y="15589"/>
                  </a:lnTo>
                  <a:lnTo>
                    <a:pt x="6155574" y="15589"/>
                  </a:lnTo>
                  <a:lnTo>
                    <a:pt x="6155682" y="15589"/>
                  </a:lnTo>
                  <a:lnTo>
                    <a:pt x="6155790" y="15589"/>
                  </a:lnTo>
                  <a:lnTo>
                    <a:pt x="6155899" y="15589"/>
                  </a:lnTo>
                  <a:lnTo>
                    <a:pt x="6156007" y="15589"/>
                  </a:lnTo>
                  <a:lnTo>
                    <a:pt x="6156116" y="15589"/>
                  </a:lnTo>
                  <a:lnTo>
                    <a:pt x="6156224" y="15589"/>
                  </a:lnTo>
                  <a:lnTo>
                    <a:pt x="6156333" y="15589"/>
                  </a:lnTo>
                  <a:lnTo>
                    <a:pt x="6156441" y="15589"/>
                  </a:lnTo>
                  <a:lnTo>
                    <a:pt x="6156550" y="15589"/>
                  </a:lnTo>
                  <a:lnTo>
                    <a:pt x="6156658" y="15589"/>
                  </a:lnTo>
                  <a:lnTo>
                    <a:pt x="6156766" y="15589"/>
                  </a:lnTo>
                  <a:lnTo>
                    <a:pt x="6156875" y="15589"/>
                  </a:lnTo>
                  <a:lnTo>
                    <a:pt x="6156983" y="15589"/>
                  </a:lnTo>
                  <a:lnTo>
                    <a:pt x="6157092" y="15589"/>
                  </a:lnTo>
                  <a:lnTo>
                    <a:pt x="6157200" y="15589"/>
                  </a:lnTo>
                  <a:lnTo>
                    <a:pt x="6157309" y="15589"/>
                  </a:lnTo>
                  <a:lnTo>
                    <a:pt x="6157417" y="15589"/>
                  </a:lnTo>
                  <a:lnTo>
                    <a:pt x="6157526" y="15589"/>
                  </a:lnTo>
                  <a:lnTo>
                    <a:pt x="6157634" y="15589"/>
                  </a:lnTo>
                  <a:lnTo>
                    <a:pt x="6157742" y="15589"/>
                  </a:lnTo>
                  <a:lnTo>
                    <a:pt x="6157851" y="15589"/>
                  </a:lnTo>
                  <a:lnTo>
                    <a:pt x="6157959" y="15589"/>
                  </a:lnTo>
                  <a:lnTo>
                    <a:pt x="6158068" y="15589"/>
                  </a:lnTo>
                  <a:lnTo>
                    <a:pt x="6158176" y="15589"/>
                  </a:lnTo>
                  <a:lnTo>
                    <a:pt x="6158285" y="15589"/>
                  </a:lnTo>
                  <a:lnTo>
                    <a:pt x="6158393" y="15589"/>
                  </a:lnTo>
                  <a:lnTo>
                    <a:pt x="6158502" y="15589"/>
                  </a:lnTo>
                  <a:lnTo>
                    <a:pt x="6158610" y="15589"/>
                  </a:lnTo>
                  <a:lnTo>
                    <a:pt x="6158718" y="15589"/>
                  </a:lnTo>
                  <a:lnTo>
                    <a:pt x="6158827" y="15589"/>
                  </a:lnTo>
                  <a:lnTo>
                    <a:pt x="6158935" y="15589"/>
                  </a:lnTo>
                  <a:lnTo>
                    <a:pt x="6159044" y="15589"/>
                  </a:lnTo>
                  <a:lnTo>
                    <a:pt x="6159152" y="15589"/>
                  </a:lnTo>
                  <a:lnTo>
                    <a:pt x="6159261" y="15589"/>
                  </a:lnTo>
                  <a:lnTo>
                    <a:pt x="6159369" y="15589"/>
                  </a:lnTo>
                  <a:lnTo>
                    <a:pt x="6159478" y="15589"/>
                  </a:lnTo>
                  <a:lnTo>
                    <a:pt x="6159586" y="15589"/>
                  </a:lnTo>
                  <a:lnTo>
                    <a:pt x="6159695" y="15589"/>
                  </a:lnTo>
                  <a:lnTo>
                    <a:pt x="6159803" y="15589"/>
                  </a:lnTo>
                  <a:lnTo>
                    <a:pt x="6159911" y="15589"/>
                  </a:lnTo>
                  <a:lnTo>
                    <a:pt x="6160020" y="15589"/>
                  </a:lnTo>
                  <a:lnTo>
                    <a:pt x="6160128" y="15589"/>
                  </a:lnTo>
                  <a:lnTo>
                    <a:pt x="6160237" y="15589"/>
                  </a:lnTo>
                  <a:lnTo>
                    <a:pt x="6160237" y="14965"/>
                  </a:lnTo>
                  <a:lnTo>
                    <a:pt x="6160345" y="14965"/>
                  </a:lnTo>
                  <a:lnTo>
                    <a:pt x="6160454" y="14965"/>
                  </a:lnTo>
                  <a:lnTo>
                    <a:pt x="6160562" y="14965"/>
                  </a:lnTo>
                  <a:lnTo>
                    <a:pt x="6160671" y="14965"/>
                  </a:lnTo>
                  <a:lnTo>
                    <a:pt x="6160779" y="14965"/>
                  </a:lnTo>
                  <a:lnTo>
                    <a:pt x="6160887" y="14965"/>
                  </a:lnTo>
                  <a:lnTo>
                    <a:pt x="6160996" y="14965"/>
                  </a:lnTo>
                  <a:lnTo>
                    <a:pt x="6161104" y="14965"/>
                  </a:lnTo>
                  <a:lnTo>
                    <a:pt x="6161213" y="14965"/>
                  </a:lnTo>
                  <a:lnTo>
                    <a:pt x="6161321" y="14965"/>
                  </a:lnTo>
                  <a:lnTo>
                    <a:pt x="6161430" y="14965"/>
                  </a:lnTo>
                  <a:lnTo>
                    <a:pt x="6161538" y="14965"/>
                  </a:lnTo>
                  <a:lnTo>
                    <a:pt x="6161647" y="14965"/>
                  </a:lnTo>
                  <a:lnTo>
                    <a:pt x="6161755" y="14965"/>
                  </a:lnTo>
                  <a:lnTo>
                    <a:pt x="6161863" y="14965"/>
                  </a:lnTo>
                  <a:lnTo>
                    <a:pt x="6161972" y="14965"/>
                  </a:lnTo>
                  <a:lnTo>
                    <a:pt x="6162080" y="14965"/>
                  </a:lnTo>
                  <a:lnTo>
                    <a:pt x="6162189" y="14965"/>
                  </a:lnTo>
                  <a:lnTo>
                    <a:pt x="6162297" y="14965"/>
                  </a:lnTo>
                  <a:lnTo>
                    <a:pt x="6162406" y="14965"/>
                  </a:lnTo>
                  <a:lnTo>
                    <a:pt x="6162514" y="14965"/>
                  </a:lnTo>
                  <a:lnTo>
                    <a:pt x="6162623" y="14965"/>
                  </a:lnTo>
                  <a:lnTo>
                    <a:pt x="6162731" y="14965"/>
                  </a:lnTo>
                  <a:lnTo>
                    <a:pt x="6162839" y="14965"/>
                  </a:lnTo>
                  <a:lnTo>
                    <a:pt x="6162948" y="14965"/>
                  </a:lnTo>
                  <a:lnTo>
                    <a:pt x="6163056" y="14965"/>
                  </a:lnTo>
                  <a:lnTo>
                    <a:pt x="6163165" y="14965"/>
                  </a:lnTo>
                  <a:lnTo>
                    <a:pt x="6163273" y="14965"/>
                  </a:lnTo>
                  <a:lnTo>
                    <a:pt x="6163382" y="14965"/>
                  </a:lnTo>
                  <a:lnTo>
                    <a:pt x="6163490" y="14965"/>
                  </a:lnTo>
                  <a:lnTo>
                    <a:pt x="6163599" y="14965"/>
                  </a:lnTo>
                  <a:lnTo>
                    <a:pt x="6163707" y="14965"/>
                  </a:lnTo>
                  <a:lnTo>
                    <a:pt x="6163816" y="14965"/>
                  </a:lnTo>
                  <a:lnTo>
                    <a:pt x="6163924" y="14965"/>
                  </a:lnTo>
                  <a:lnTo>
                    <a:pt x="6164032" y="14965"/>
                  </a:lnTo>
                  <a:lnTo>
                    <a:pt x="6164141" y="14965"/>
                  </a:lnTo>
                  <a:lnTo>
                    <a:pt x="6164249" y="14965"/>
                  </a:lnTo>
                  <a:lnTo>
                    <a:pt x="6164358" y="14965"/>
                  </a:lnTo>
                  <a:lnTo>
                    <a:pt x="6164466" y="14965"/>
                  </a:lnTo>
                  <a:lnTo>
                    <a:pt x="6164575" y="14965"/>
                  </a:lnTo>
                  <a:lnTo>
                    <a:pt x="6164683" y="14965"/>
                  </a:lnTo>
                  <a:lnTo>
                    <a:pt x="6164792" y="14965"/>
                  </a:lnTo>
                  <a:lnTo>
                    <a:pt x="6164900" y="14965"/>
                  </a:lnTo>
                  <a:lnTo>
                    <a:pt x="6165008" y="14965"/>
                  </a:lnTo>
                  <a:lnTo>
                    <a:pt x="6165117" y="14965"/>
                  </a:lnTo>
                  <a:lnTo>
                    <a:pt x="6165225" y="14965"/>
                  </a:lnTo>
                  <a:lnTo>
                    <a:pt x="6165334" y="14965"/>
                  </a:lnTo>
                  <a:lnTo>
                    <a:pt x="6165442" y="14965"/>
                  </a:lnTo>
                  <a:lnTo>
                    <a:pt x="6165442" y="14342"/>
                  </a:lnTo>
                  <a:lnTo>
                    <a:pt x="6165551" y="14342"/>
                  </a:lnTo>
                  <a:lnTo>
                    <a:pt x="6165659" y="14342"/>
                  </a:lnTo>
                  <a:lnTo>
                    <a:pt x="6165768" y="14342"/>
                  </a:lnTo>
                  <a:lnTo>
                    <a:pt x="6165876" y="14342"/>
                  </a:lnTo>
                  <a:lnTo>
                    <a:pt x="6165984" y="14342"/>
                  </a:lnTo>
                  <a:lnTo>
                    <a:pt x="6166093" y="14342"/>
                  </a:lnTo>
                  <a:lnTo>
                    <a:pt x="6166201" y="14342"/>
                  </a:lnTo>
                  <a:lnTo>
                    <a:pt x="6166310" y="14342"/>
                  </a:lnTo>
                  <a:lnTo>
                    <a:pt x="6166418" y="14342"/>
                  </a:lnTo>
                  <a:lnTo>
                    <a:pt x="6166527" y="14342"/>
                  </a:lnTo>
                  <a:lnTo>
                    <a:pt x="6166635" y="14342"/>
                  </a:lnTo>
                  <a:lnTo>
                    <a:pt x="6166744" y="14342"/>
                  </a:lnTo>
                  <a:lnTo>
                    <a:pt x="6166852" y="14342"/>
                  </a:lnTo>
                  <a:lnTo>
                    <a:pt x="6166960" y="14342"/>
                  </a:lnTo>
                  <a:lnTo>
                    <a:pt x="6167069" y="14342"/>
                  </a:lnTo>
                  <a:lnTo>
                    <a:pt x="6167177" y="14342"/>
                  </a:lnTo>
                  <a:lnTo>
                    <a:pt x="6167286" y="14342"/>
                  </a:lnTo>
                  <a:lnTo>
                    <a:pt x="6167394" y="14342"/>
                  </a:lnTo>
                  <a:lnTo>
                    <a:pt x="6167503" y="14342"/>
                  </a:lnTo>
                  <a:lnTo>
                    <a:pt x="6167611" y="14342"/>
                  </a:lnTo>
                  <a:lnTo>
                    <a:pt x="6167720" y="14342"/>
                  </a:lnTo>
                  <a:lnTo>
                    <a:pt x="6167828" y="14342"/>
                  </a:lnTo>
                  <a:lnTo>
                    <a:pt x="6167937" y="14342"/>
                  </a:lnTo>
                  <a:lnTo>
                    <a:pt x="6168045" y="14342"/>
                  </a:lnTo>
                  <a:lnTo>
                    <a:pt x="6168153" y="14342"/>
                  </a:lnTo>
                  <a:lnTo>
                    <a:pt x="6168262" y="14342"/>
                  </a:lnTo>
                  <a:lnTo>
                    <a:pt x="6168370" y="14342"/>
                  </a:lnTo>
                  <a:lnTo>
                    <a:pt x="6168479" y="14342"/>
                  </a:lnTo>
                  <a:lnTo>
                    <a:pt x="6168587" y="14342"/>
                  </a:lnTo>
                  <a:lnTo>
                    <a:pt x="6168696" y="14342"/>
                  </a:lnTo>
                  <a:lnTo>
                    <a:pt x="6168804" y="14342"/>
                  </a:lnTo>
                  <a:lnTo>
                    <a:pt x="6168913" y="14342"/>
                  </a:lnTo>
                  <a:lnTo>
                    <a:pt x="6169021" y="14342"/>
                  </a:lnTo>
                  <a:lnTo>
                    <a:pt x="6169129" y="14342"/>
                  </a:lnTo>
                  <a:lnTo>
                    <a:pt x="6169238" y="14342"/>
                  </a:lnTo>
                  <a:lnTo>
                    <a:pt x="6169346" y="14342"/>
                  </a:lnTo>
                  <a:lnTo>
                    <a:pt x="6169455" y="14342"/>
                  </a:lnTo>
                  <a:lnTo>
                    <a:pt x="6169563" y="14342"/>
                  </a:lnTo>
                  <a:lnTo>
                    <a:pt x="6169672" y="14342"/>
                  </a:lnTo>
                  <a:lnTo>
                    <a:pt x="6169780" y="14342"/>
                  </a:lnTo>
                  <a:lnTo>
                    <a:pt x="6169889" y="14342"/>
                  </a:lnTo>
                  <a:lnTo>
                    <a:pt x="6169997" y="14342"/>
                  </a:lnTo>
                  <a:lnTo>
                    <a:pt x="6170105" y="14342"/>
                  </a:lnTo>
                  <a:lnTo>
                    <a:pt x="6170214" y="14342"/>
                  </a:lnTo>
                  <a:lnTo>
                    <a:pt x="6170322" y="14342"/>
                  </a:lnTo>
                  <a:lnTo>
                    <a:pt x="6170431" y="14342"/>
                  </a:lnTo>
                  <a:lnTo>
                    <a:pt x="6170539" y="14342"/>
                  </a:lnTo>
                  <a:lnTo>
                    <a:pt x="6170648" y="14342"/>
                  </a:lnTo>
                  <a:lnTo>
                    <a:pt x="6170648" y="13718"/>
                  </a:lnTo>
                  <a:lnTo>
                    <a:pt x="6170756" y="13718"/>
                  </a:lnTo>
                  <a:lnTo>
                    <a:pt x="6170865" y="13718"/>
                  </a:lnTo>
                  <a:lnTo>
                    <a:pt x="6170973" y="13718"/>
                  </a:lnTo>
                  <a:lnTo>
                    <a:pt x="6171081" y="13718"/>
                  </a:lnTo>
                  <a:lnTo>
                    <a:pt x="6171190" y="13718"/>
                  </a:lnTo>
                  <a:lnTo>
                    <a:pt x="6171298" y="13718"/>
                  </a:lnTo>
                  <a:lnTo>
                    <a:pt x="6171407" y="13718"/>
                  </a:lnTo>
                  <a:lnTo>
                    <a:pt x="6171515" y="13718"/>
                  </a:lnTo>
                  <a:lnTo>
                    <a:pt x="6171624" y="13718"/>
                  </a:lnTo>
                  <a:lnTo>
                    <a:pt x="6171732" y="13718"/>
                  </a:lnTo>
                  <a:lnTo>
                    <a:pt x="6171841" y="13718"/>
                  </a:lnTo>
                  <a:lnTo>
                    <a:pt x="6171949" y="13718"/>
                  </a:lnTo>
                  <a:lnTo>
                    <a:pt x="6172058" y="13718"/>
                  </a:lnTo>
                  <a:lnTo>
                    <a:pt x="6172166" y="13718"/>
                  </a:lnTo>
                  <a:lnTo>
                    <a:pt x="6172274" y="13718"/>
                  </a:lnTo>
                  <a:lnTo>
                    <a:pt x="6172274" y="13095"/>
                  </a:lnTo>
                  <a:lnTo>
                    <a:pt x="6172383" y="13095"/>
                  </a:lnTo>
                  <a:lnTo>
                    <a:pt x="6172491" y="13095"/>
                  </a:lnTo>
                  <a:lnTo>
                    <a:pt x="6172600" y="13095"/>
                  </a:lnTo>
                  <a:lnTo>
                    <a:pt x="6172708" y="13095"/>
                  </a:lnTo>
                  <a:lnTo>
                    <a:pt x="6172817" y="13095"/>
                  </a:lnTo>
                  <a:lnTo>
                    <a:pt x="6172925" y="13095"/>
                  </a:lnTo>
                  <a:lnTo>
                    <a:pt x="6173034" y="13095"/>
                  </a:lnTo>
                  <a:lnTo>
                    <a:pt x="6173142" y="13095"/>
                  </a:lnTo>
                  <a:lnTo>
                    <a:pt x="6173250" y="13095"/>
                  </a:lnTo>
                  <a:lnTo>
                    <a:pt x="6173359" y="13095"/>
                  </a:lnTo>
                  <a:lnTo>
                    <a:pt x="6173467" y="13095"/>
                  </a:lnTo>
                  <a:lnTo>
                    <a:pt x="6173576" y="13095"/>
                  </a:lnTo>
                  <a:lnTo>
                    <a:pt x="6173684" y="13095"/>
                  </a:lnTo>
                  <a:lnTo>
                    <a:pt x="6173793" y="13095"/>
                  </a:lnTo>
                  <a:lnTo>
                    <a:pt x="6173901" y="13095"/>
                  </a:lnTo>
                  <a:lnTo>
                    <a:pt x="6174010" y="13095"/>
                  </a:lnTo>
                  <a:lnTo>
                    <a:pt x="6174118" y="13095"/>
                  </a:lnTo>
                  <a:lnTo>
                    <a:pt x="6174226" y="13095"/>
                  </a:lnTo>
                  <a:lnTo>
                    <a:pt x="6174335" y="13095"/>
                  </a:lnTo>
                  <a:lnTo>
                    <a:pt x="6174443" y="13095"/>
                  </a:lnTo>
                  <a:lnTo>
                    <a:pt x="6174552" y="13095"/>
                  </a:lnTo>
                  <a:lnTo>
                    <a:pt x="6174660" y="13095"/>
                  </a:lnTo>
                  <a:lnTo>
                    <a:pt x="6174769" y="13095"/>
                  </a:lnTo>
                  <a:lnTo>
                    <a:pt x="6174877" y="13095"/>
                  </a:lnTo>
                  <a:lnTo>
                    <a:pt x="6174986" y="13095"/>
                  </a:lnTo>
                  <a:lnTo>
                    <a:pt x="6175094" y="13095"/>
                  </a:lnTo>
                  <a:lnTo>
                    <a:pt x="6175202" y="13095"/>
                  </a:lnTo>
                  <a:lnTo>
                    <a:pt x="6175311" y="13095"/>
                  </a:lnTo>
                  <a:lnTo>
                    <a:pt x="6175419" y="13095"/>
                  </a:lnTo>
                  <a:lnTo>
                    <a:pt x="6175528" y="13095"/>
                  </a:lnTo>
                  <a:lnTo>
                    <a:pt x="6175636" y="13095"/>
                  </a:lnTo>
                  <a:lnTo>
                    <a:pt x="6175745" y="13095"/>
                  </a:lnTo>
                  <a:lnTo>
                    <a:pt x="6175853" y="13095"/>
                  </a:lnTo>
                  <a:lnTo>
                    <a:pt x="6175962" y="13095"/>
                  </a:lnTo>
                  <a:lnTo>
                    <a:pt x="6176070" y="13095"/>
                  </a:lnTo>
                  <a:lnTo>
                    <a:pt x="6176178" y="13095"/>
                  </a:lnTo>
                  <a:lnTo>
                    <a:pt x="6176287" y="13095"/>
                  </a:lnTo>
                  <a:lnTo>
                    <a:pt x="6176395" y="13095"/>
                  </a:lnTo>
                  <a:lnTo>
                    <a:pt x="6176504" y="13095"/>
                  </a:lnTo>
                  <a:lnTo>
                    <a:pt x="6176612" y="13095"/>
                  </a:lnTo>
                  <a:lnTo>
                    <a:pt x="6176721" y="13095"/>
                  </a:lnTo>
                  <a:lnTo>
                    <a:pt x="6176829" y="13095"/>
                  </a:lnTo>
                  <a:lnTo>
                    <a:pt x="6176938" y="13095"/>
                  </a:lnTo>
                  <a:lnTo>
                    <a:pt x="6177046" y="13095"/>
                  </a:lnTo>
                  <a:lnTo>
                    <a:pt x="6177155" y="13095"/>
                  </a:lnTo>
                  <a:lnTo>
                    <a:pt x="6177263" y="13095"/>
                  </a:lnTo>
                  <a:lnTo>
                    <a:pt x="6177371" y="13095"/>
                  </a:lnTo>
                  <a:lnTo>
                    <a:pt x="6177480" y="13095"/>
                  </a:lnTo>
                  <a:lnTo>
                    <a:pt x="6177588" y="13095"/>
                  </a:lnTo>
                  <a:lnTo>
                    <a:pt x="6177697" y="13095"/>
                  </a:lnTo>
                  <a:lnTo>
                    <a:pt x="6177805" y="13095"/>
                  </a:lnTo>
                  <a:lnTo>
                    <a:pt x="6177914" y="13095"/>
                  </a:lnTo>
                  <a:lnTo>
                    <a:pt x="6178022" y="13095"/>
                  </a:lnTo>
                  <a:lnTo>
                    <a:pt x="6178131" y="13095"/>
                  </a:lnTo>
                  <a:lnTo>
                    <a:pt x="6178239" y="13095"/>
                  </a:lnTo>
                  <a:lnTo>
                    <a:pt x="6178347" y="13095"/>
                  </a:lnTo>
                  <a:lnTo>
                    <a:pt x="6178456" y="13095"/>
                  </a:lnTo>
                  <a:lnTo>
                    <a:pt x="6178564" y="13095"/>
                  </a:lnTo>
                  <a:lnTo>
                    <a:pt x="6178673" y="13095"/>
                  </a:lnTo>
                  <a:lnTo>
                    <a:pt x="6178781" y="13095"/>
                  </a:lnTo>
                  <a:lnTo>
                    <a:pt x="6178890" y="13095"/>
                  </a:lnTo>
                  <a:lnTo>
                    <a:pt x="6178998" y="13095"/>
                  </a:lnTo>
                  <a:lnTo>
                    <a:pt x="6179107" y="13095"/>
                  </a:lnTo>
                  <a:lnTo>
                    <a:pt x="6179215" y="13095"/>
                  </a:lnTo>
                  <a:lnTo>
                    <a:pt x="6179323" y="13095"/>
                  </a:lnTo>
                  <a:lnTo>
                    <a:pt x="6179432" y="13095"/>
                  </a:lnTo>
                  <a:lnTo>
                    <a:pt x="6179540" y="13095"/>
                  </a:lnTo>
                  <a:lnTo>
                    <a:pt x="6179649" y="13095"/>
                  </a:lnTo>
                  <a:lnTo>
                    <a:pt x="6179757" y="13095"/>
                  </a:lnTo>
                  <a:lnTo>
                    <a:pt x="6179866" y="13095"/>
                  </a:lnTo>
                  <a:lnTo>
                    <a:pt x="6179974" y="13095"/>
                  </a:lnTo>
                  <a:lnTo>
                    <a:pt x="6180083" y="13095"/>
                  </a:lnTo>
                  <a:lnTo>
                    <a:pt x="6180191" y="13095"/>
                  </a:lnTo>
                  <a:lnTo>
                    <a:pt x="6180299" y="13095"/>
                  </a:lnTo>
                  <a:lnTo>
                    <a:pt x="6180408" y="13095"/>
                  </a:lnTo>
                  <a:lnTo>
                    <a:pt x="6180516" y="13095"/>
                  </a:lnTo>
                  <a:lnTo>
                    <a:pt x="6180625" y="13095"/>
                  </a:lnTo>
                  <a:lnTo>
                    <a:pt x="6180733" y="13095"/>
                  </a:lnTo>
                  <a:lnTo>
                    <a:pt x="6180842" y="13095"/>
                  </a:lnTo>
                  <a:lnTo>
                    <a:pt x="6180842" y="12471"/>
                  </a:lnTo>
                  <a:lnTo>
                    <a:pt x="6180950" y="12471"/>
                  </a:lnTo>
                  <a:lnTo>
                    <a:pt x="6181059" y="12471"/>
                  </a:lnTo>
                  <a:lnTo>
                    <a:pt x="6181167" y="12471"/>
                  </a:lnTo>
                  <a:lnTo>
                    <a:pt x="6181276" y="12471"/>
                  </a:lnTo>
                  <a:lnTo>
                    <a:pt x="6181384" y="12471"/>
                  </a:lnTo>
                  <a:lnTo>
                    <a:pt x="6181492" y="12471"/>
                  </a:lnTo>
                  <a:lnTo>
                    <a:pt x="6181601" y="12471"/>
                  </a:lnTo>
                  <a:lnTo>
                    <a:pt x="6181709" y="12471"/>
                  </a:lnTo>
                  <a:lnTo>
                    <a:pt x="6181818" y="12471"/>
                  </a:lnTo>
                  <a:lnTo>
                    <a:pt x="6181926" y="12471"/>
                  </a:lnTo>
                  <a:lnTo>
                    <a:pt x="6182035" y="12471"/>
                  </a:lnTo>
                  <a:lnTo>
                    <a:pt x="6182143" y="12471"/>
                  </a:lnTo>
                  <a:lnTo>
                    <a:pt x="6182252" y="12471"/>
                  </a:lnTo>
                  <a:lnTo>
                    <a:pt x="6182360" y="12471"/>
                  </a:lnTo>
                  <a:lnTo>
                    <a:pt x="6182468" y="12471"/>
                  </a:lnTo>
                  <a:lnTo>
                    <a:pt x="6182577" y="12471"/>
                  </a:lnTo>
                  <a:lnTo>
                    <a:pt x="6182685" y="12471"/>
                  </a:lnTo>
                  <a:lnTo>
                    <a:pt x="6182794" y="12471"/>
                  </a:lnTo>
                  <a:lnTo>
                    <a:pt x="6182902" y="12471"/>
                  </a:lnTo>
                  <a:lnTo>
                    <a:pt x="6183011" y="12471"/>
                  </a:lnTo>
                  <a:lnTo>
                    <a:pt x="6183119" y="12471"/>
                  </a:lnTo>
                  <a:lnTo>
                    <a:pt x="6183228" y="12471"/>
                  </a:lnTo>
                  <a:lnTo>
                    <a:pt x="6183228" y="11848"/>
                  </a:lnTo>
                  <a:lnTo>
                    <a:pt x="6183336" y="11848"/>
                  </a:lnTo>
                  <a:lnTo>
                    <a:pt x="6183444" y="11848"/>
                  </a:lnTo>
                  <a:lnTo>
                    <a:pt x="6183553" y="11848"/>
                  </a:lnTo>
                  <a:lnTo>
                    <a:pt x="6183661" y="11848"/>
                  </a:lnTo>
                  <a:lnTo>
                    <a:pt x="6183770" y="11848"/>
                  </a:lnTo>
                  <a:lnTo>
                    <a:pt x="6183878" y="11848"/>
                  </a:lnTo>
                  <a:lnTo>
                    <a:pt x="6183987" y="11848"/>
                  </a:lnTo>
                  <a:lnTo>
                    <a:pt x="6184095" y="11848"/>
                  </a:lnTo>
                  <a:lnTo>
                    <a:pt x="6184204" y="11848"/>
                  </a:lnTo>
                  <a:lnTo>
                    <a:pt x="6184312" y="11848"/>
                  </a:lnTo>
                  <a:lnTo>
                    <a:pt x="6184420" y="11848"/>
                  </a:lnTo>
                  <a:lnTo>
                    <a:pt x="6184529" y="11848"/>
                  </a:lnTo>
                  <a:lnTo>
                    <a:pt x="6184637" y="11848"/>
                  </a:lnTo>
                  <a:lnTo>
                    <a:pt x="6184746" y="11848"/>
                  </a:lnTo>
                  <a:lnTo>
                    <a:pt x="6184854" y="11848"/>
                  </a:lnTo>
                  <a:lnTo>
                    <a:pt x="6184963" y="11848"/>
                  </a:lnTo>
                  <a:lnTo>
                    <a:pt x="6185071" y="11848"/>
                  </a:lnTo>
                  <a:lnTo>
                    <a:pt x="6185180" y="11848"/>
                  </a:lnTo>
                  <a:lnTo>
                    <a:pt x="6185288" y="11848"/>
                  </a:lnTo>
                  <a:lnTo>
                    <a:pt x="6185397" y="11848"/>
                  </a:lnTo>
                  <a:lnTo>
                    <a:pt x="6185505" y="11848"/>
                  </a:lnTo>
                  <a:lnTo>
                    <a:pt x="6185613" y="11848"/>
                  </a:lnTo>
                  <a:lnTo>
                    <a:pt x="6185722" y="11848"/>
                  </a:lnTo>
                  <a:lnTo>
                    <a:pt x="6185830" y="11848"/>
                  </a:lnTo>
                  <a:lnTo>
                    <a:pt x="6185830" y="11224"/>
                  </a:lnTo>
                  <a:lnTo>
                    <a:pt x="6185939" y="11224"/>
                  </a:lnTo>
                  <a:lnTo>
                    <a:pt x="6186047" y="11224"/>
                  </a:lnTo>
                  <a:lnTo>
                    <a:pt x="6186156" y="11224"/>
                  </a:lnTo>
                  <a:lnTo>
                    <a:pt x="6186264" y="11224"/>
                  </a:lnTo>
                  <a:lnTo>
                    <a:pt x="6186373" y="11224"/>
                  </a:lnTo>
                  <a:lnTo>
                    <a:pt x="6186481" y="11224"/>
                  </a:lnTo>
                  <a:lnTo>
                    <a:pt x="6186589" y="11224"/>
                  </a:lnTo>
                  <a:lnTo>
                    <a:pt x="6186698" y="11224"/>
                  </a:lnTo>
                  <a:lnTo>
                    <a:pt x="6186806" y="11224"/>
                  </a:lnTo>
                  <a:lnTo>
                    <a:pt x="6186915" y="11224"/>
                  </a:lnTo>
                  <a:lnTo>
                    <a:pt x="6187023" y="11224"/>
                  </a:lnTo>
                  <a:lnTo>
                    <a:pt x="6187132" y="11224"/>
                  </a:lnTo>
                  <a:lnTo>
                    <a:pt x="6187240" y="11224"/>
                  </a:lnTo>
                  <a:lnTo>
                    <a:pt x="6187349" y="11224"/>
                  </a:lnTo>
                  <a:lnTo>
                    <a:pt x="6187457" y="11224"/>
                  </a:lnTo>
                  <a:lnTo>
                    <a:pt x="6187565" y="11224"/>
                  </a:lnTo>
                  <a:lnTo>
                    <a:pt x="6187674" y="11224"/>
                  </a:lnTo>
                  <a:lnTo>
                    <a:pt x="6187782" y="11224"/>
                  </a:lnTo>
                  <a:lnTo>
                    <a:pt x="6187891" y="11224"/>
                  </a:lnTo>
                  <a:lnTo>
                    <a:pt x="6187999" y="11224"/>
                  </a:lnTo>
                  <a:lnTo>
                    <a:pt x="6188108" y="11224"/>
                  </a:lnTo>
                  <a:lnTo>
                    <a:pt x="6188216" y="11224"/>
                  </a:lnTo>
                  <a:lnTo>
                    <a:pt x="6188325" y="11224"/>
                  </a:lnTo>
                  <a:lnTo>
                    <a:pt x="6188433" y="11224"/>
                  </a:lnTo>
                  <a:lnTo>
                    <a:pt x="6188433" y="10600"/>
                  </a:lnTo>
                  <a:lnTo>
                    <a:pt x="6188541" y="10600"/>
                  </a:lnTo>
                  <a:lnTo>
                    <a:pt x="6188650" y="10600"/>
                  </a:lnTo>
                  <a:lnTo>
                    <a:pt x="6188758" y="10600"/>
                  </a:lnTo>
                  <a:lnTo>
                    <a:pt x="6188867" y="10600"/>
                  </a:lnTo>
                  <a:lnTo>
                    <a:pt x="6188975" y="10600"/>
                  </a:lnTo>
                  <a:lnTo>
                    <a:pt x="6189084" y="10600"/>
                  </a:lnTo>
                  <a:lnTo>
                    <a:pt x="6189192" y="10600"/>
                  </a:lnTo>
                  <a:lnTo>
                    <a:pt x="6189301" y="10600"/>
                  </a:lnTo>
                  <a:lnTo>
                    <a:pt x="6189409" y="10600"/>
                  </a:lnTo>
                  <a:lnTo>
                    <a:pt x="6189518" y="10600"/>
                  </a:lnTo>
                  <a:lnTo>
                    <a:pt x="6189626" y="10600"/>
                  </a:lnTo>
                  <a:lnTo>
                    <a:pt x="6189734" y="10600"/>
                  </a:lnTo>
                  <a:lnTo>
                    <a:pt x="6189843" y="10600"/>
                  </a:lnTo>
                  <a:lnTo>
                    <a:pt x="6189951" y="10600"/>
                  </a:lnTo>
                  <a:lnTo>
                    <a:pt x="6190060" y="10600"/>
                  </a:lnTo>
                  <a:lnTo>
                    <a:pt x="6190168" y="10600"/>
                  </a:lnTo>
                  <a:lnTo>
                    <a:pt x="6190277" y="10600"/>
                  </a:lnTo>
                  <a:lnTo>
                    <a:pt x="6190385" y="10600"/>
                  </a:lnTo>
                  <a:lnTo>
                    <a:pt x="6190494" y="10600"/>
                  </a:lnTo>
                  <a:lnTo>
                    <a:pt x="6190602" y="10600"/>
                  </a:lnTo>
                  <a:lnTo>
                    <a:pt x="6190710" y="10600"/>
                  </a:lnTo>
                  <a:lnTo>
                    <a:pt x="6190819" y="10600"/>
                  </a:lnTo>
                  <a:lnTo>
                    <a:pt x="6190927" y="10600"/>
                  </a:lnTo>
                  <a:lnTo>
                    <a:pt x="6191036" y="10600"/>
                  </a:lnTo>
                  <a:lnTo>
                    <a:pt x="6191144" y="10600"/>
                  </a:lnTo>
                  <a:lnTo>
                    <a:pt x="6191253" y="10600"/>
                  </a:lnTo>
                  <a:lnTo>
                    <a:pt x="6191361" y="10600"/>
                  </a:lnTo>
                  <a:lnTo>
                    <a:pt x="6191470" y="10600"/>
                  </a:lnTo>
                  <a:lnTo>
                    <a:pt x="6191578" y="10600"/>
                  </a:lnTo>
                  <a:lnTo>
                    <a:pt x="6191686" y="10600"/>
                  </a:lnTo>
                  <a:lnTo>
                    <a:pt x="6191795" y="10600"/>
                  </a:lnTo>
                  <a:lnTo>
                    <a:pt x="6191903" y="10600"/>
                  </a:lnTo>
                  <a:lnTo>
                    <a:pt x="6192012" y="10600"/>
                  </a:lnTo>
                  <a:lnTo>
                    <a:pt x="6192120" y="10600"/>
                  </a:lnTo>
                  <a:lnTo>
                    <a:pt x="6192229" y="10600"/>
                  </a:lnTo>
                  <a:lnTo>
                    <a:pt x="6192337" y="10600"/>
                  </a:lnTo>
                  <a:lnTo>
                    <a:pt x="6192446" y="10600"/>
                  </a:lnTo>
                  <a:lnTo>
                    <a:pt x="6192554" y="10600"/>
                  </a:lnTo>
                  <a:lnTo>
                    <a:pt x="6192662" y="10600"/>
                  </a:lnTo>
                  <a:lnTo>
                    <a:pt x="6192771" y="10600"/>
                  </a:lnTo>
                  <a:lnTo>
                    <a:pt x="6192879" y="10600"/>
                  </a:lnTo>
                  <a:lnTo>
                    <a:pt x="6192988" y="10600"/>
                  </a:lnTo>
                  <a:lnTo>
                    <a:pt x="6193096" y="10600"/>
                  </a:lnTo>
                  <a:lnTo>
                    <a:pt x="6193205" y="10600"/>
                  </a:lnTo>
                  <a:lnTo>
                    <a:pt x="6193313" y="10600"/>
                  </a:lnTo>
                  <a:lnTo>
                    <a:pt x="6193422" y="10600"/>
                  </a:lnTo>
                  <a:lnTo>
                    <a:pt x="6193530" y="10600"/>
                  </a:lnTo>
                  <a:lnTo>
                    <a:pt x="6193639" y="10600"/>
                  </a:lnTo>
                  <a:lnTo>
                    <a:pt x="6193747" y="10600"/>
                  </a:lnTo>
                  <a:lnTo>
                    <a:pt x="6193747" y="9977"/>
                  </a:lnTo>
                  <a:lnTo>
                    <a:pt x="6193855" y="9977"/>
                  </a:lnTo>
                  <a:lnTo>
                    <a:pt x="6193964" y="9977"/>
                  </a:lnTo>
                  <a:lnTo>
                    <a:pt x="6194072" y="9977"/>
                  </a:lnTo>
                  <a:lnTo>
                    <a:pt x="6194181" y="9977"/>
                  </a:lnTo>
                  <a:lnTo>
                    <a:pt x="6194289" y="9977"/>
                  </a:lnTo>
                  <a:lnTo>
                    <a:pt x="6194398" y="9977"/>
                  </a:lnTo>
                  <a:lnTo>
                    <a:pt x="6194506" y="9977"/>
                  </a:lnTo>
                  <a:lnTo>
                    <a:pt x="6194615" y="9977"/>
                  </a:lnTo>
                  <a:lnTo>
                    <a:pt x="6194723" y="9977"/>
                  </a:lnTo>
                  <a:lnTo>
                    <a:pt x="6194831" y="9977"/>
                  </a:lnTo>
                  <a:lnTo>
                    <a:pt x="6194940" y="9977"/>
                  </a:lnTo>
                  <a:lnTo>
                    <a:pt x="6195048" y="9977"/>
                  </a:lnTo>
                  <a:lnTo>
                    <a:pt x="6195157" y="9977"/>
                  </a:lnTo>
                  <a:lnTo>
                    <a:pt x="6195265" y="9977"/>
                  </a:lnTo>
                  <a:lnTo>
                    <a:pt x="6195374" y="9977"/>
                  </a:lnTo>
                  <a:lnTo>
                    <a:pt x="6195482" y="9977"/>
                  </a:lnTo>
                  <a:lnTo>
                    <a:pt x="6195591" y="9977"/>
                  </a:lnTo>
                  <a:lnTo>
                    <a:pt x="6195699" y="9977"/>
                  </a:lnTo>
                  <a:lnTo>
                    <a:pt x="6195807" y="9977"/>
                  </a:lnTo>
                  <a:lnTo>
                    <a:pt x="6195916" y="9977"/>
                  </a:lnTo>
                  <a:lnTo>
                    <a:pt x="6196024" y="9977"/>
                  </a:lnTo>
                  <a:lnTo>
                    <a:pt x="6196133" y="9977"/>
                  </a:lnTo>
                  <a:lnTo>
                    <a:pt x="6196241" y="9977"/>
                  </a:lnTo>
                  <a:lnTo>
                    <a:pt x="6196350" y="9977"/>
                  </a:lnTo>
                  <a:lnTo>
                    <a:pt x="6196458" y="9977"/>
                  </a:lnTo>
                  <a:lnTo>
                    <a:pt x="6196567" y="9977"/>
                  </a:lnTo>
                  <a:lnTo>
                    <a:pt x="6196675" y="9977"/>
                  </a:lnTo>
                  <a:lnTo>
                    <a:pt x="6196783" y="9977"/>
                  </a:lnTo>
                  <a:lnTo>
                    <a:pt x="6196892" y="9977"/>
                  </a:lnTo>
                  <a:lnTo>
                    <a:pt x="6197000" y="9977"/>
                  </a:lnTo>
                  <a:lnTo>
                    <a:pt x="6197109" y="9977"/>
                  </a:lnTo>
                  <a:lnTo>
                    <a:pt x="6197217" y="9977"/>
                  </a:lnTo>
                  <a:lnTo>
                    <a:pt x="6197326" y="9977"/>
                  </a:lnTo>
                  <a:lnTo>
                    <a:pt x="6197434" y="9977"/>
                  </a:lnTo>
                  <a:lnTo>
                    <a:pt x="6197543" y="9977"/>
                  </a:lnTo>
                  <a:lnTo>
                    <a:pt x="6197651" y="9977"/>
                  </a:lnTo>
                  <a:lnTo>
                    <a:pt x="6197759" y="9977"/>
                  </a:lnTo>
                  <a:lnTo>
                    <a:pt x="6197868" y="9977"/>
                  </a:lnTo>
                  <a:lnTo>
                    <a:pt x="6197976" y="9977"/>
                  </a:lnTo>
                  <a:lnTo>
                    <a:pt x="6198085" y="9977"/>
                  </a:lnTo>
                  <a:lnTo>
                    <a:pt x="6198193" y="9977"/>
                  </a:lnTo>
                  <a:lnTo>
                    <a:pt x="6198302" y="9977"/>
                  </a:lnTo>
                  <a:lnTo>
                    <a:pt x="6198410" y="9977"/>
                  </a:lnTo>
                  <a:lnTo>
                    <a:pt x="6198519" y="9977"/>
                  </a:lnTo>
                  <a:lnTo>
                    <a:pt x="6198627" y="9977"/>
                  </a:lnTo>
                  <a:lnTo>
                    <a:pt x="6198736" y="9977"/>
                  </a:lnTo>
                  <a:lnTo>
                    <a:pt x="6198844" y="9977"/>
                  </a:lnTo>
                  <a:lnTo>
                    <a:pt x="6198952" y="9977"/>
                  </a:lnTo>
                  <a:lnTo>
                    <a:pt x="6199061" y="9977"/>
                  </a:lnTo>
                  <a:lnTo>
                    <a:pt x="6199169" y="9977"/>
                  </a:lnTo>
                  <a:lnTo>
                    <a:pt x="6199278" y="9977"/>
                  </a:lnTo>
                  <a:lnTo>
                    <a:pt x="6199386" y="9977"/>
                  </a:lnTo>
                  <a:lnTo>
                    <a:pt x="6199495" y="9977"/>
                  </a:lnTo>
                  <a:lnTo>
                    <a:pt x="6199603" y="9977"/>
                  </a:lnTo>
                  <a:lnTo>
                    <a:pt x="6199712" y="9977"/>
                  </a:lnTo>
                  <a:lnTo>
                    <a:pt x="6199820" y="9977"/>
                  </a:lnTo>
                  <a:lnTo>
                    <a:pt x="6199928" y="9977"/>
                  </a:lnTo>
                  <a:lnTo>
                    <a:pt x="6200037" y="9977"/>
                  </a:lnTo>
                  <a:lnTo>
                    <a:pt x="6200145" y="9977"/>
                  </a:lnTo>
                  <a:lnTo>
                    <a:pt x="6200254" y="9977"/>
                  </a:lnTo>
                  <a:lnTo>
                    <a:pt x="6200254" y="9353"/>
                  </a:lnTo>
                  <a:lnTo>
                    <a:pt x="6200362" y="9353"/>
                  </a:lnTo>
                  <a:lnTo>
                    <a:pt x="6200471" y="9353"/>
                  </a:lnTo>
                  <a:lnTo>
                    <a:pt x="6200579" y="9353"/>
                  </a:lnTo>
                  <a:lnTo>
                    <a:pt x="6200688" y="9353"/>
                  </a:lnTo>
                  <a:lnTo>
                    <a:pt x="6200796" y="9353"/>
                  </a:lnTo>
                  <a:lnTo>
                    <a:pt x="6200904" y="9353"/>
                  </a:lnTo>
                  <a:lnTo>
                    <a:pt x="6201013" y="9353"/>
                  </a:lnTo>
                  <a:lnTo>
                    <a:pt x="6201121" y="9353"/>
                  </a:lnTo>
                  <a:lnTo>
                    <a:pt x="6201230" y="9353"/>
                  </a:lnTo>
                  <a:lnTo>
                    <a:pt x="6201338" y="9353"/>
                  </a:lnTo>
                  <a:lnTo>
                    <a:pt x="6201447" y="9353"/>
                  </a:lnTo>
                  <a:lnTo>
                    <a:pt x="6201555" y="9353"/>
                  </a:lnTo>
                  <a:lnTo>
                    <a:pt x="6201664" y="9353"/>
                  </a:lnTo>
                  <a:lnTo>
                    <a:pt x="6201772" y="9353"/>
                  </a:lnTo>
                  <a:lnTo>
                    <a:pt x="6201880" y="9353"/>
                  </a:lnTo>
                  <a:lnTo>
                    <a:pt x="6201989" y="9353"/>
                  </a:lnTo>
                  <a:lnTo>
                    <a:pt x="6202097" y="9353"/>
                  </a:lnTo>
                  <a:lnTo>
                    <a:pt x="6202206" y="9353"/>
                  </a:lnTo>
                  <a:lnTo>
                    <a:pt x="6202314" y="9353"/>
                  </a:lnTo>
                  <a:lnTo>
                    <a:pt x="6202423" y="9353"/>
                  </a:lnTo>
                  <a:lnTo>
                    <a:pt x="6202531" y="9353"/>
                  </a:lnTo>
                  <a:lnTo>
                    <a:pt x="6202640" y="9353"/>
                  </a:lnTo>
                  <a:lnTo>
                    <a:pt x="6202748" y="9353"/>
                  </a:lnTo>
                  <a:lnTo>
                    <a:pt x="6202857" y="9353"/>
                  </a:lnTo>
                  <a:lnTo>
                    <a:pt x="6202965" y="9353"/>
                  </a:lnTo>
                  <a:lnTo>
                    <a:pt x="6203073" y="9353"/>
                  </a:lnTo>
                  <a:lnTo>
                    <a:pt x="6203182" y="9353"/>
                  </a:lnTo>
                  <a:lnTo>
                    <a:pt x="6203290" y="9353"/>
                  </a:lnTo>
                  <a:lnTo>
                    <a:pt x="6203399" y="9353"/>
                  </a:lnTo>
                  <a:lnTo>
                    <a:pt x="6203507" y="9353"/>
                  </a:lnTo>
                  <a:lnTo>
                    <a:pt x="6203616" y="9353"/>
                  </a:lnTo>
                  <a:lnTo>
                    <a:pt x="6203724" y="9353"/>
                  </a:lnTo>
                  <a:lnTo>
                    <a:pt x="6203833" y="9353"/>
                  </a:lnTo>
                  <a:lnTo>
                    <a:pt x="6203941" y="9353"/>
                  </a:lnTo>
                  <a:lnTo>
                    <a:pt x="6204049" y="9353"/>
                  </a:lnTo>
                  <a:lnTo>
                    <a:pt x="6204158" y="9353"/>
                  </a:lnTo>
                  <a:lnTo>
                    <a:pt x="6204266" y="9353"/>
                  </a:lnTo>
                  <a:lnTo>
                    <a:pt x="6204375" y="9353"/>
                  </a:lnTo>
                  <a:lnTo>
                    <a:pt x="6204483" y="9353"/>
                  </a:lnTo>
                  <a:lnTo>
                    <a:pt x="6204592" y="9353"/>
                  </a:lnTo>
                  <a:lnTo>
                    <a:pt x="6204700" y="9353"/>
                  </a:lnTo>
                  <a:lnTo>
                    <a:pt x="6204809" y="9353"/>
                  </a:lnTo>
                  <a:lnTo>
                    <a:pt x="6204917" y="9353"/>
                  </a:lnTo>
                  <a:lnTo>
                    <a:pt x="6205025" y="9353"/>
                  </a:lnTo>
                  <a:lnTo>
                    <a:pt x="6205134" y="9353"/>
                  </a:lnTo>
                  <a:lnTo>
                    <a:pt x="6205242" y="9353"/>
                  </a:lnTo>
                  <a:lnTo>
                    <a:pt x="6205351" y="9353"/>
                  </a:lnTo>
                  <a:lnTo>
                    <a:pt x="6205459" y="9353"/>
                  </a:lnTo>
                  <a:lnTo>
                    <a:pt x="6205568" y="9353"/>
                  </a:lnTo>
                  <a:lnTo>
                    <a:pt x="6205676" y="9353"/>
                  </a:lnTo>
                  <a:lnTo>
                    <a:pt x="6205785" y="9353"/>
                  </a:lnTo>
                  <a:lnTo>
                    <a:pt x="6205893" y="9353"/>
                  </a:lnTo>
                  <a:lnTo>
                    <a:pt x="6206001" y="9353"/>
                  </a:lnTo>
                  <a:lnTo>
                    <a:pt x="6206110" y="9353"/>
                  </a:lnTo>
                  <a:lnTo>
                    <a:pt x="6206218" y="9353"/>
                  </a:lnTo>
                  <a:lnTo>
                    <a:pt x="6206327" y="9353"/>
                  </a:lnTo>
                  <a:lnTo>
                    <a:pt x="6206435" y="9353"/>
                  </a:lnTo>
                  <a:lnTo>
                    <a:pt x="6206544" y="9353"/>
                  </a:lnTo>
                  <a:lnTo>
                    <a:pt x="6206652" y="9353"/>
                  </a:lnTo>
                  <a:lnTo>
                    <a:pt x="6206761" y="9353"/>
                  </a:lnTo>
                  <a:lnTo>
                    <a:pt x="6206869" y="9353"/>
                  </a:lnTo>
                  <a:lnTo>
                    <a:pt x="6206978" y="9353"/>
                  </a:lnTo>
                  <a:lnTo>
                    <a:pt x="6207086" y="9353"/>
                  </a:lnTo>
                  <a:lnTo>
                    <a:pt x="6207194" y="9353"/>
                  </a:lnTo>
                  <a:lnTo>
                    <a:pt x="6207303" y="9353"/>
                  </a:lnTo>
                  <a:lnTo>
                    <a:pt x="6207411" y="9353"/>
                  </a:lnTo>
                  <a:lnTo>
                    <a:pt x="6207520" y="9353"/>
                  </a:lnTo>
                  <a:lnTo>
                    <a:pt x="6207628" y="9353"/>
                  </a:lnTo>
                  <a:lnTo>
                    <a:pt x="6207737" y="9353"/>
                  </a:lnTo>
                  <a:lnTo>
                    <a:pt x="6207845" y="9353"/>
                  </a:lnTo>
                  <a:lnTo>
                    <a:pt x="6207954" y="9353"/>
                  </a:lnTo>
                  <a:lnTo>
                    <a:pt x="6208062" y="9353"/>
                  </a:lnTo>
                  <a:lnTo>
                    <a:pt x="6208170" y="9353"/>
                  </a:lnTo>
                  <a:lnTo>
                    <a:pt x="6208279" y="9353"/>
                  </a:lnTo>
                  <a:lnTo>
                    <a:pt x="6208387" y="9353"/>
                  </a:lnTo>
                  <a:lnTo>
                    <a:pt x="6208496" y="9353"/>
                  </a:lnTo>
                  <a:lnTo>
                    <a:pt x="6208604" y="9353"/>
                  </a:lnTo>
                  <a:lnTo>
                    <a:pt x="6208713" y="9353"/>
                  </a:lnTo>
                  <a:lnTo>
                    <a:pt x="6208821" y="9353"/>
                  </a:lnTo>
                  <a:lnTo>
                    <a:pt x="6208821" y="8730"/>
                  </a:lnTo>
                  <a:lnTo>
                    <a:pt x="6208930" y="8730"/>
                  </a:lnTo>
                  <a:lnTo>
                    <a:pt x="6209038" y="8730"/>
                  </a:lnTo>
                  <a:lnTo>
                    <a:pt x="6209146" y="8730"/>
                  </a:lnTo>
                  <a:lnTo>
                    <a:pt x="6209255" y="8730"/>
                  </a:lnTo>
                  <a:lnTo>
                    <a:pt x="6209363" y="8730"/>
                  </a:lnTo>
                  <a:lnTo>
                    <a:pt x="6209472" y="8730"/>
                  </a:lnTo>
                  <a:lnTo>
                    <a:pt x="6209580" y="8730"/>
                  </a:lnTo>
                  <a:lnTo>
                    <a:pt x="6209689" y="8730"/>
                  </a:lnTo>
                  <a:lnTo>
                    <a:pt x="6209797" y="8730"/>
                  </a:lnTo>
                  <a:lnTo>
                    <a:pt x="6209906" y="8730"/>
                  </a:lnTo>
                  <a:lnTo>
                    <a:pt x="6210014" y="8730"/>
                  </a:lnTo>
                  <a:lnTo>
                    <a:pt x="6210122" y="8730"/>
                  </a:lnTo>
                  <a:lnTo>
                    <a:pt x="6210231" y="8730"/>
                  </a:lnTo>
                  <a:lnTo>
                    <a:pt x="6210339" y="8730"/>
                  </a:lnTo>
                  <a:lnTo>
                    <a:pt x="6210448" y="8730"/>
                  </a:lnTo>
                  <a:lnTo>
                    <a:pt x="6210556" y="8730"/>
                  </a:lnTo>
                  <a:lnTo>
                    <a:pt x="6210665" y="8730"/>
                  </a:lnTo>
                  <a:lnTo>
                    <a:pt x="6210773" y="8730"/>
                  </a:lnTo>
                  <a:lnTo>
                    <a:pt x="6210882" y="8730"/>
                  </a:lnTo>
                  <a:lnTo>
                    <a:pt x="6210990" y="8730"/>
                  </a:lnTo>
                  <a:lnTo>
                    <a:pt x="6211099" y="8730"/>
                  </a:lnTo>
                  <a:lnTo>
                    <a:pt x="6211207" y="8730"/>
                  </a:lnTo>
                  <a:lnTo>
                    <a:pt x="6211315" y="8730"/>
                  </a:lnTo>
                  <a:lnTo>
                    <a:pt x="6211424" y="8730"/>
                  </a:lnTo>
                  <a:lnTo>
                    <a:pt x="6211532" y="8730"/>
                  </a:lnTo>
                  <a:lnTo>
                    <a:pt x="6211641" y="8730"/>
                  </a:lnTo>
                  <a:lnTo>
                    <a:pt x="6211749" y="8730"/>
                  </a:lnTo>
                  <a:lnTo>
                    <a:pt x="6211858" y="8730"/>
                  </a:lnTo>
                  <a:lnTo>
                    <a:pt x="6211966" y="8730"/>
                  </a:lnTo>
                  <a:lnTo>
                    <a:pt x="6212075" y="8730"/>
                  </a:lnTo>
                  <a:lnTo>
                    <a:pt x="6212183" y="8730"/>
                  </a:lnTo>
                  <a:lnTo>
                    <a:pt x="6212291" y="8730"/>
                  </a:lnTo>
                  <a:lnTo>
                    <a:pt x="6212400" y="8730"/>
                  </a:lnTo>
                  <a:lnTo>
                    <a:pt x="6212508" y="8730"/>
                  </a:lnTo>
                  <a:lnTo>
                    <a:pt x="6212617" y="8730"/>
                  </a:lnTo>
                  <a:lnTo>
                    <a:pt x="6212725" y="8730"/>
                  </a:lnTo>
                  <a:lnTo>
                    <a:pt x="6212834" y="8730"/>
                  </a:lnTo>
                  <a:lnTo>
                    <a:pt x="6212942" y="8730"/>
                  </a:lnTo>
                  <a:lnTo>
                    <a:pt x="6213051" y="8730"/>
                  </a:lnTo>
                  <a:lnTo>
                    <a:pt x="6213159" y="8730"/>
                  </a:lnTo>
                  <a:lnTo>
                    <a:pt x="6213267" y="8730"/>
                  </a:lnTo>
                  <a:lnTo>
                    <a:pt x="6213376" y="8730"/>
                  </a:lnTo>
                  <a:lnTo>
                    <a:pt x="6213484" y="8730"/>
                  </a:lnTo>
                  <a:lnTo>
                    <a:pt x="6213593" y="8730"/>
                  </a:lnTo>
                  <a:lnTo>
                    <a:pt x="6213701" y="8730"/>
                  </a:lnTo>
                  <a:lnTo>
                    <a:pt x="6213810" y="8730"/>
                  </a:lnTo>
                  <a:lnTo>
                    <a:pt x="6213918" y="8730"/>
                  </a:lnTo>
                  <a:lnTo>
                    <a:pt x="6214027" y="8730"/>
                  </a:lnTo>
                  <a:lnTo>
                    <a:pt x="6214135" y="8730"/>
                  </a:lnTo>
                  <a:lnTo>
                    <a:pt x="6214243" y="8730"/>
                  </a:lnTo>
                  <a:lnTo>
                    <a:pt x="6214352" y="8730"/>
                  </a:lnTo>
                  <a:lnTo>
                    <a:pt x="6214460" y="8730"/>
                  </a:lnTo>
                  <a:lnTo>
                    <a:pt x="6214569" y="8730"/>
                  </a:lnTo>
                  <a:lnTo>
                    <a:pt x="6214677" y="8730"/>
                  </a:lnTo>
                  <a:lnTo>
                    <a:pt x="6214786" y="8730"/>
                  </a:lnTo>
                  <a:lnTo>
                    <a:pt x="6214894" y="8730"/>
                  </a:lnTo>
                  <a:lnTo>
                    <a:pt x="6215003" y="8730"/>
                  </a:lnTo>
                  <a:lnTo>
                    <a:pt x="6215111" y="8730"/>
                  </a:lnTo>
                  <a:lnTo>
                    <a:pt x="6215220" y="8730"/>
                  </a:lnTo>
                  <a:lnTo>
                    <a:pt x="6215328" y="8730"/>
                  </a:lnTo>
                  <a:lnTo>
                    <a:pt x="6215436" y="8730"/>
                  </a:lnTo>
                  <a:lnTo>
                    <a:pt x="6215545" y="8730"/>
                  </a:lnTo>
                  <a:lnTo>
                    <a:pt x="6215653" y="8730"/>
                  </a:lnTo>
                  <a:lnTo>
                    <a:pt x="6215762" y="8730"/>
                  </a:lnTo>
                  <a:lnTo>
                    <a:pt x="6215870" y="8730"/>
                  </a:lnTo>
                  <a:lnTo>
                    <a:pt x="6215979" y="8730"/>
                  </a:lnTo>
                  <a:lnTo>
                    <a:pt x="6216087" y="8730"/>
                  </a:lnTo>
                  <a:lnTo>
                    <a:pt x="6216196" y="8730"/>
                  </a:lnTo>
                  <a:lnTo>
                    <a:pt x="6216304" y="8730"/>
                  </a:lnTo>
                  <a:lnTo>
                    <a:pt x="6216412" y="8730"/>
                  </a:lnTo>
                  <a:lnTo>
                    <a:pt x="6216521" y="8730"/>
                  </a:lnTo>
                  <a:lnTo>
                    <a:pt x="6216629" y="8730"/>
                  </a:lnTo>
                  <a:lnTo>
                    <a:pt x="6216738" y="8730"/>
                  </a:lnTo>
                  <a:lnTo>
                    <a:pt x="6216846" y="8730"/>
                  </a:lnTo>
                  <a:lnTo>
                    <a:pt x="6216955" y="8730"/>
                  </a:lnTo>
                  <a:lnTo>
                    <a:pt x="6217063" y="8730"/>
                  </a:lnTo>
                  <a:lnTo>
                    <a:pt x="6217172" y="8730"/>
                  </a:lnTo>
                  <a:lnTo>
                    <a:pt x="6217280" y="8730"/>
                  </a:lnTo>
                  <a:lnTo>
                    <a:pt x="6217388" y="8730"/>
                  </a:lnTo>
                  <a:lnTo>
                    <a:pt x="6217497" y="8730"/>
                  </a:lnTo>
                  <a:lnTo>
                    <a:pt x="6217605" y="8730"/>
                  </a:lnTo>
                  <a:lnTo>
                    <a:pt x="6217714" y="8730"/>
                  </a:lnTo>
                  <a:lnTo>
                    <a:pt x="6217822" y="8730"/>
                  </a:lnTo>
                  <a:lnTo>
                    <a:pt x="6217931" y="8730"/>
                  </a:lnTo>
                  <a:lnTo>
                    <a:pt x="6218039" y="8730"/>
                  </a:lnTo>
                  <a:lnTo>
                    <a:pt x="6218148" y="8730"/>
                  </a:lnTo>
                  <a:lnTo>
                    <a:pt x="6218256" y="8730"/>
                  </a:lnTo>
                  <a:lnTo>
                    <a:pt x="6218364" y="8730"/>
                  </a:lnTo>
                  <a:lnTo>
                    <a:pt x="6218473" y="8730"/>
                  </a:lnTo>
                  <a:lnTo>
                    <a:pt x="6218581" y="8730"/>
                  </a:lnTo>
                  <a:lnTo>
                    <a:pt x="6218690" y="8730"/>
                  </a:lnTo>
                  <a:lnTo>
                    <a:pt x="6218798" y="8730"/>
                  </a:lnTo>
                  <a:lnTo>
                    <a:pt x="6218907" y="8730"/>
                  </a:lnTo>
                  <a:lnTo>
                    <a:pt x="6219015" y="8730"/>
                  </a:lnTo>
                  <a:lnTo>
                    <a:pt x="6219124" y="8730"/>
                  </a:lnTo>
                  <a:lnTo>
                    <a:pt x="6219232" y="8730"/>
                  </a:lnTo>
                  <a:lnTo>
                    <a:pt x="6219341" y="8730"/>
                  </a:lnTo>
                  <a:lnTo>
                    <a:pt x="6219449" y="8730"/>
                  </a:lnTo>
                  <a:lnTo>
                    <a:pt x="6219557" y="8730"/>
                  </a:lnTo>
                  <a:lnTo>
                    <a:pt x="6219666" y="8730"/>
                  </a:lnTo>
                  <a:lnTo>
                    <a:pt x="6219774" y="8730"/>
                  </a:lnTo>
                  <a:lnTo>
                    <a:pt x="6219883" y="8730"/>
                  </a:lnTo>
                  <a:lnTo>
                    <a:pt x="6219991" y="8730"/>
                  </a:lnTo>
                  <a:lnTo>
                    <a:pt x="6220100" y="8730"/>
                  </a:lnTo>
                  <a:lnTo>
                    <a:pt x="6220208" y="8730"/>
                  </a:lnTo>
                  <a:lnTo>
                    <a:pt x="6220317" y="8730"/>
                  </a:lnTo>
                  <a:lnTo>
                    <a:pt x="6220425" y="8730"/>
                  </a:lnTo>
                  <a:lnTo>
                    <a:pt x="6220533" y="8730"/>
                  </a:lnTo>
                  <a:lnTo>
                    <a:pt x="6220642" y="8730"/>
                  </a:lnTo>
                  <a:lnTo>
                    <a:pt x="6220750" y="8730"/>
                  </a:lnTo>
                  <a:lnTo>
                    <a:pt x="6220750" y="8106"/>
                  </a:lnTo>
                  <a:lnTo>
                    <a:pt x="6220859" y="8106"/>
                  </a:lnTo>
                  <a:lnTo>
                    <a:pt x="6220967" y="8106"/>
                  </a:lnTo>
                  <a:lnTo>
                    <a:pt x="6220967" y="7482"/>
                  </a:lnTo>
                  <a:lnTo>
                    <a:pt x="6221076" y="7482"/>
                  </a:lnTo>
                  <a:lnTo>
                    <a:pt x="6221184" y="7482"/>
                  </a:lnTo>
                  <a:lnTo>
                    <a:pt x="6221293" y="7482"/>
                  </a:lnTo>
                  <a:lnTo>
                    <a:pt x="6221401" y="7482"/>
                  </a:lnTo>
                  <a:lnTo>
                    <a:pt x="6221509" y="7482"/>
                  </a:lnTo>
                  <a:lnTo>
                    <a:pt x="6221618" y="7482"/>
                  </a:lnTo>
                  <a:lnTo>
                    <a:pt x="6221726" y="7482"/>
                  </a:lnTo>
                  <a:lnTo>
                    <a:pt x="6221835" y="7482"/>
                  </a:lnTo>
                  <a:lnTo>
                    <a:pt x="6221943" y="7482"/>
                  </a:lnTo>
                  <a:lnTo>
                    <a:pt x="6222052" y="7482"/>
                  </a:lnTo>
                  <a:lnTo>
                    <a:pt x="6222160" y="7482"/>
                  </a:lnTo>
                  <a:lnTo>
                    <a:pt x="6222269" y="7482"/>
                  </a:lnTo>
                  <a:lnTo>
                    <a:pt x="6222377" y="7482"/>
                  </a:lnTo>
                  <a:lnTo>
                    <a:pt x="6222485" y="7482"/>
                  </a:lnTo>
                  <a:lnTo>
                    <a:pt x="6222594" y="7482"/>
                  </a:lnTo>
                  <a:lnTo>
                    <a:pt x="6222702" y="7482"/>
                  </a:lnTo>
                  <a:lnTo>
                    <a:pt x="6222811" y="7482"/>
                  </a:lnTo>
                  <a:lnTo>
                    <a:pt x="6222919" y="7482"/>
                  </a:lnTo>
                  <a:lnTo>
                    <a:pt x="6223028" y="7482"/>
                  </a:lnTo>
                  <a:lnTo>
                    <a:pt x="6223136" y="7482"/>
                  </a:lnTo>
                  <a:lnTo>
                    <a:pt x="6223245" y="7482"/>
                  </a:lnTo>
                  <a:lnTo>
                    <a:pt x="6223353" y="7482"/>
                  </a:lnTo>
                  <a:lnTo>
                    <a:pt x="6223461" y="7482"/>
                  </a:lnTo>
                  <a:lnTo>
                    <a:pt x="6223570" y="7482"/>
                  </a:lnTo>
                  <a:lnTo>
                    <a:pt x="6223678" y="7482"/>
                  </a:lnTo>
                  <a:lnTo>
                    <a:pt x="6223787" y="7482"/>
                  </a:lnTo>
                  <a:lnTo>
                    <a:pt x="6223895" y="7482"/>
                  </a:lnTo>
                  <a:lnTo>
                    <a:pt x="6224004" y="7482"/>
                  </a:lnTo>
                  <a:lnTo>
                    <a:pt x="6224112" y="7482"/>
                  </a:lnTo>
                  <a:lnTo>
                    <a:pt x="6224221" y="7482"/>
                  </a:lnTo>
                  <a:lnTo>
                    <a:pt x="6224329" y="7482"/>
                  </a:lnTo>
                  <a:lnTo>
                    <a:pt x="6224438" y="7482"/>
                  </a:lnTo>
                  <a:lnTo>
                    <a:pt x="6224546" y="7482"/>
                  </a:lnTo>
                  <a:lnTo>
                    <a:pt x="6224654" y="7482"/>
                  </a:lnTo>
                  <a:lnTo>
                    <a:pt x="6224763" y="7482"/>
                  </a:lnTo>
                  <a:lnTo>
                    <a:pt x="6224871" y="7482"/>
                  </a:lnTo>
                  <a:lnTo>
                    <a:pt x="6224980" y="7482"/>
                  </a:lnTo>
                  <a:lnTo>
                    <a:pt x="6225088" y="7482"/>
                  </a:lnTo>
                  <a:lnTo>
                    <a:pt x="6225197" y="7482"/>
                  </a:lnTo>
                  <a:lnTo>
                    <a:pt x="6225305" y="7482"/>
                  </a:lnTo>
                  <a:lnTo>
                    <a:pt x="6225414" y="7482"/>
                  </a:lnTo>
                  <a:lnTo>
                    <a:pt x="6225522" y="7482"/>
                  </a:lnTo>
                  <a:lnTo>
                    <a:pt x="6225630" y="7482"/>
                  </a:lnTo>
                  <a:lnTo>
                    <a:pt x="6225739" y="7482"/>
                  </a:lnTo>
                  <a:lnTo>
                    <a:pt x="6225847" y="7482"/>
                  </a:lnTo>
                  <a:lnTo>
                    <a:pt x="6225956" y="7482"/>
                  </a:lnTo>
                  <a:lnTo>
                    <a:pt x="6226064" y="7482"/>
                  </a:lnTo>
                  <a:lnTo>
                    <a:pt x="6226173" y="7482"/>
                  </a:lnTo>
                  <a:lnTo>
                    <a:pt x="6226281" y="7482"/>
                  </a:lnTo>
                  <a:lnTo>
                    <a:pt x="6226390" y="7482"/>
                  </a:lnTo>
                  <a:lnTo>
                    <a:pt x="6226498" y="7482"/>
                  </a:lnTo>
                  <a:lnTo>
                    <a:pt x="6226606" y="7482"/>
                  </a:lnTo>
                  <a:lnTo>
                    <a:pt x="6226715" y="7482"/>
                  </a:lnTo>
                  <a:lnTo>
                    <a:pt x="6226823" y="7482"/>
                  </a:lnTo>
                  <a:lnTo>
                    <a:pt x="6226932" y="7482"/>
                  </a:lnTo>
                  <a:lnTo>
                    <a:pt x="6226932" y="6859"/>
                  </a:lnTo>
                  <a:lnTo>
                    <a:pt x="6227040" y="6859"/>
                  </a:lnTo>
                  <a:lnTo>
                    <a:pt x="6227149" y="6859"/>
                  </a:lnTo>
                  <a:lnTo>
                    <a:pt x="6227257" y="6859"/>
                  </a:lnTo>
                  <a:lnTo>
                    <a:pt x="6227366" y="6859"/>
                  </a:lnTo>
                  <a:lnTo>
                    <a:pt x="6227474" y="6859"/>
                  </a:lnTo>
                  <a:lnTo>
                    <a:pt x="6227582" y="6859"/>
                  </a:lnTo>
                  <a:lnTo>
                    <a:pt x="6227691" y="6859"/>
                  </a:lnTo>
                  <a:lnTo>
                    <a:pt x="6227799" y="6859"/>
                  </a:lnTo>
                  <a:lnTo>
                    <a:pt x="6227908" y="6859"/>
                  </a:lnTo>
                  <a:lnTo>
                    <a:pt x="6228016" y="6859"/>
                  </a:lnTo>
                  <a:lnTo>
                    <a:pt x="6228125" y="6859"/>
                  </a:lnTo>
                  <a:lnTo>
                    <a:pt x="6228233" y="6859"/>
                  </a:lnTo>
                  <a:lnTo>
                    <a:pt x="6228342" y="6859"/>
                  </a:lnTo>
                  <a:lnTo>
                    <a:pt x="6228450" y="6859"/>
                  </a:lnTo>
                  <a:lnTo>
                    <a:pt x="6228559" y="6859"/>
                  </a:lnTo>
                  <a:lnTo>
                    <a:pt x="6228667" y="6859"/>
                  </a:lnTo>
                  <a:lnTo>
                    <a:pt x="6228775" y="6859"/>
                  </a:lnTo>
                  <a:lnTo>
                    <a:pt x="6228884" y="6859"/>
                  </a:lnTo>
                  <a:lnTo>
                    <a:pt x="6228992" y="6859"/>
                  </a:lnTo>
                  <a:lnTo>
                    <a:pt x="6229101" y="6859"/>
                  </a:lnTo>
                  <a:lnTo>
                    <a:pt x="6229209" y="6859"/>
                  </a:lnTo>
                  <a:lnTo>
                    <a:pt x="6229318" y="6859"/>
                  </a:lnTo>
                  <a:lnTo>
                    <a:pt x="6229426" y="6859"/>
                  </a:lnTo>
                  <a:lnTo>
                    <a:pt x="6229535" y="6859"/>
                  </a:lnTo>
                  <a:lnTo>
                    <a:pt x="6229643" y="6859"/>
                  </a:lnTo>
                  <a:lnTo>
                    <a:pt x="6229751" y="6859"/>
                  </a:lnTo>
                  <a:lnTo>
                    <a:pt x="6229860" y="6859"/>
                  </a:lnTo>
                  <a:lnTo>
                    <a:pt x="6229968" y="6859"/>
                  </a:lnTo>
                  <a:lnTo>
                    <a:pt x="6230077" y="6859"/>
                  </a:lnTo>
                  <a:lnTo>
                    <a:pt x="6230185" y="6859"/>
                  </a:lnTo>
                  <a:lnTo>
                    <a:pt x="6230294" y="6859"/>
                  </a:lnTo>
                  <a:lnTo>
                    <a:pt x="6230402" y="6859"/>
                  </a:lnTo>
                  <a:lnTo>
                    <a:pt x="6230511" y="6859"/>
                  </a:lnTo>
                  <a:lnTo>
                    <a:pt x="6230619" y="6859"/>
                  </a:lnTo>
                  <a:lnTo>
                    <a:pt x="6230727" y="6859"/>
                  </a:lnTo>
                  <a:lnTo>
                    <a:pt x="6230836" y="6859"/>
                  </a:lnTo>
                  <a:lnTo>
                    <a:pt x="6230944" y="6859"/>
                  </a:lnTo>
                  <a:lnTo>
                    <a:pt x="6231053" y="6859"/>
                  </a:lnTo>
                  <a:lnTo>
                    <a:pt x="6231161" y="6859"/>
                  </a:lnTo>
                  <a:lnTo>
                    <a:pt x="6231270" y="6859"/>
                  </a:lnTo>
                  <a:lnTo>
                    <a:pt x="6231378" y="6859"/>
                  </a:lnTo>
                  <a:lnTo>
                    <a:pt x="6231378" y="6235"/>
                  </a:lnTo>
                  <a:lnTo>
                    <a:pt x="6231487" y="6235"/>
                  </a:lnTo>
                  <a:lnTo>
                    <a:pt x="6231595" y="6235"/>
                  </a:lnTo>
                  <a:lnTo>
                    <a:pt x="6231703" y="6235"/>
                  </a:lnTo>
                  <a:lnTo>
                    <a:pt x="6231812" y="6235"/>
                  </a:lnTo>
                  <a:lnTo>
                    <a:pt x="6231920" y="6235"/>
                  </a:lnTo>
                  <a:lnTo>
                    <a:pt x="6232029" y="6235"/>
                  </a:lnTo>
                  <a:lnTo>
                    <a:pt x="6232137" y="6235"/>
                  </a:lnTo>
                  <a:lnTo>
                    <a:pt x="6232246" y="6235"/>
                  </a:lnTo>
                  <a:lnTo>
                    <a:pt x="6232354" y="6235"/>
                  </a:lnTo>
                  <a:lnTo>
                    <a:pt x="6232463" y="6235"/>
                  </a:lnTo>
                  <a:lnTo>
                    <a:pt x="6232571" y="6235"/>
                  </a:lnTo>
                  <a:lnTo>
                    <a:pt x="6232571" y="5612"/>
                  </a:lnTo>
                  <a:lnTo>
                    <a:pt x="6232680" y="5612"/>
                  </a:lnTo>
                  <a:lnTo>
                    <a:pt x="6232788" y="5612"/>
                  </a:lnTo>
                  <a:lnTo>
                    <a:pt x="6232896" y="5612"/>
                  </a:lnTo>
                  <a:lnTo>
                    <a:pt x="6233005" y="5612"/>
                  </a:lnTo>
                  <a:lnTo>
                    <a:pt x="6233113" y="5612"/>
                  </a:lnTo>
                  <a:lnTo>
                    <a:pt x="6233222" y="5612"/>
                  </a:lnTo>
                  <a:lnTo>
                    <a:pt x="6233330" y="5612"/>
                  </a:lnTo>
                  <a:lnTo>
                    <a:pt x="6233439" y="5612"/>
                  </a:lnTo>
                  <a:lnTo>
                    <a:pt x="6233547" y="5612"/>
                  </a:lnTo>
                  <a:lnTo>
                    <a:pt x="6233656" y="5612"/>
                  </a:lnTo>
                  <a:lnTo>
                    <a:pt x="6233764" y="5612"/>
                  </a:lnTo>
                  <a:lnTo>
                    <a:pt x="6233872" y="5612"/>
                  </a:lnTo>
                  <a:lnTo>
                    <a:pt x="6233981" y="5612"/>
                  </a:lnTo>
                  <a:lnTo>
                    <a:pt x="6234089" y="5612"/>
                  </a:lnTo>
                  <a:lnTo>
                    <a:pt x="6234198" y="5612"/>
                  </a:lnTo>
                  <a:lnTo>
                    <a:pt x="6234306" y="5612"/>
                  </a:lnTo>
                  <a:lnTo>
                    <a:pt x="6234415" y="5612"/>
                  </a:lnTo>
                  <a:lnTo>
                    <a:pt x="6234523" y="5612"/>
                  </a:lnTo>
                  <a:lnTo>
                    <a:pt x="6234632" y="5612"/>
                  </a:lnTo>
                  <a:lnTo>
                    <a:pt x="6234740" y="5612"/>
                  </a:lnTo>
                  <a:lnTo>
                    <a:pt x="6234848" y="5612"/>
                  </a:lnTo>
                  <a:lnTo>
                    <a:pt x="6234957" y="5612"/>
                  </a:lnTo>
                  <a:lnTo>
                    <a:pt x="6235065" y="5612"/>
                  </a:lnTo>
                  <a:lnTo>
                    <a:pt x="6235174" y="5612"/>
                  </a:lnTo>
                  <a:lnTo>
                    <a:pt x="6235282" y="5612"/>
                  </a:lnTo>
                  <a:lnTo>
                    <a:pt x="6235391" y="5612"/>
                  </a:lnTo>
                  <a:lnTo>
                    <a:pt x="6235499" y="5612"/>
                  </a:lnTo>
                  <a:lnTo>
                    <a:pt x="6235608" y="5612"/>
                  </a:lnTo>
                  <a:lnTo>
                    <a:pt x="6235716" y="5612"/>
                  </a:lnTo>
                  <a:lnTo>
                    <a:pt x="6235824" y="5612"/>
                  </a:lnTo>
                  <a:lnTo>
                    <a:pt x="6235933" y="5612"/>
                  </a:lnTo>
                  <a:lnTo>
                    <a:pt x="6236041" y="5612"/>
                  </a:lnTo>
                  <a:lnTo>
                    <a:pt x="6236150" y="5612"/>
                  </a:lnTo>
                  <a:lnTo>
                    <a:pt x="6236258" y="5612"/>
                  </a:lnTo>
                  <a:lnTo>
                    <a:pt x="6236367" y="5612"/>
                  </a:lnTo>
                  <a:lnTo>
                    <a:pt x="6236475" y="5612"/>
                  </a:lnTo>
                  <a:lnTo>
                    <a:pt x="6236475" y="4988"/>
                  </a:lnTo>
                  <a:lnTo>
                    <a:pt x="6236584" y="4988"/>
                  </a:lnTo>
                  <a:lnTo>
                    <a:pt x="6236692" y="4988"/>
                  </a:lnTo>
                  <a:lnTo>
                    <a:pt x="6236801" y="4988"/>
                  </a:lnTo>
                  <a:lnTo>
                    <a:pt x="6236909" y="4988"/>
                  </a:lnTo>
                  <a:lnTo>
                    <a:pt x="6237017" y="4988"/>
                  </a:lnTo>
                  <a:lnTo>
                    <a:pt x="6237126" y="4988"/>
                  </a:lnTo>
                  <a:lnTo>
                    <a:pt x="6237234" y="4988"/>
                  </a:lnTo>
                  <a:lnTo>
                    <a:pt x="6237343" y="4988"/>
                  </a:lnTo>
                  <a:lnTo>
                    <a:pt x="6237451" y="4988"/>
                  </a:lnTo>
                  <a:lnTo>
                    <a:pt x="6237560" y="4988"/>
                  </a:lnTo>
                  <a:lnTo>
                    <a:pt x="6237668" y="4988"/>
                  </a:lnTo>
                  <a:lnTo>
                    <a:pt x="6237777" y="4988"/>
                  </a:lnTo>
                  <a:lnTo>
                    <a:pt x="6237885" y="4988"/>
                  </a:lnTo>
                  <a:lnTo>
                    <a:pt x="6237993" y="4988"/>
                  </a:lnTo>
                  <a:lnTo>
                    <a:pt x="6238102" y="4988"/>
                  </a:lnTo>
                  <a:lnTo>
                    <a:pt x="6238210" y="4988"/>
                  </a:lnTo>
                  <a:lnTo>
                    <a:pt x="6238319" y="4988"/>
                  </a:lnTo>
                  <a:lnTo>
                    <a:pt x="6238427" y="4988"/>
                  </a:lnTo>
                  <a:lnTo>
                    <a:pt x="6238536" y="4988"/>
                  </a:lnTo>
                  <a:lnTo>
                    <a:pt x="6238644" y="4988"/>
                  </a:lnTo>
                  <a:lnTo>
                    <a:pt x="6238753" y="4988"/>
                  </a:lnTo>
                  <a:lnTo>
                    <a:pt x="6238861" y="4988"/>
                  </a:lnTo>
                  <a:lnTo>
                    <a:pt x="6238969" y="4988"/>
                  </a:lnTo>
                  <a:lnTo>
                    <a:pt x="6239078" y="4988"/>
                  </a:lnTo>
                  <a:lnTo>
                    <a:pt x="6239186" y="4988"/>
                  </a:lnTo>
                  <a:lnTo>
                    <a:pt x="6239295" y="4988"/>
                  </a:lnTo>
                  <a:lnTo>
                    <a:pt x="6239403" y="4988"/>
                  </a:lnTo>
                  <a:lnTo>
                    <a:pt x="6239512" y="4988"/>
                  </a:lnTo>
                  <a:lnTo>
                    <a:pt x="6239620" y="4988"/>
                  </a:lnTo>
                  <a:lnTo>
                    <a:pt x="6239729" y="4988"/>
                  </a:lnTo>
                  <a:lnTo>
                    <a:pt x="6239837" y="4988"/>
                  </a:lnTo>
                  <a:lnTo>
                    <a:pt x="6239945" y="4988"/>
                  </a:lnTo>
                  <a:lnTo>
                    <a:pt x="6240054" y="4988"/>
                  </a:lnTo>
                  <a:lnTo>
                    <a:pt x="6240162" y="4988"/>
                  </a:lnTo>
                  <a:lnTo>
                    <a:pt x="6240271" y="4988"/>
                  </a:lnTo>
                  <a:lnTo>
                    <a:pt x="6240379" y="4988"/>
                  </a:lnTo>
                  <a:lnTo>
                    <a:pt x="6240488" y="4988"/>
                  </a:lnTo>
                  <a:lnTo>
                    <a:pt x="6240596" y="4988"/>
                  </a:lnTo>
                  <a:lnTo>
                    <a:pt x="6240705" y="4988"/>
                  </a:lnTo>
                  <a:lnTo>
                    <a:pt x="6240813" y="4988"/>
                  </a:lnTo>
                  <a:lnTo>
                    <a:pt x="6240922" y="4988"/>
                  </a:lnTo>
                  <a:lnTo>
                    <a:pt x="6241030" y="4988"/>
                  </a:lnTo>
                  <a:lnTo>
                    <a:pt x="6241138" y="4988"/>
                  </a:lnTo>
                  <a:lnTo>
                    <a:pt x="6241138" y="4365"/>
                  </a:lnTo>
                  <a:lnTo>
                    <a:pt x="6241247" y="4365"/>
                  </a:lnTo>
                  <a:lnTo>
                    <a:pt x="6241355" y="4365"/>
                  </a:lnTo>
                  <a:lnTo>
                    <a:pt x="6241464" y="4365"/>
                  </a:lnTo>
                  <a:lnTo>
                    <a:pt x="6241572" y="4365"/>
                  </a:lnTo>
                  <a:lnTo>
                    <a:pt x="6241681" y="4365"/>
                  </a:lnTo>
                  <a:lnTo>
                    <a:pt x="6241789" y="4365"/>
                  </a:lnTo>
                  <a:lnTo>
                    <a:pt x="6241898" y="4365"/>
                  </a:lnTo>
                  <a:lnTo>
                    <a:pt x="6242006" y="4365"/>
                  </a:lnTo>
                  <a:lnTo>
                    <a:pt x="6242114" y="4365"/>
                  </a:lnTo>
                  <a:lnTo>
                    <a:pt x="6242223" y="4365"/>
                  </a:lnTo>
                  <a:lnTo>
                    <a:pt x="6242331" y="4365"/>
                  </a:lnTo>
                  <a:lnTo>
                    <a:pt x="6242440" y="4365"/>
                  </a:lnTo>
                  <a:lnTo>
                    <a:pt x="6242548" y="4365"/>
                  </a:lnTo>
                  <a:lnTo>
                    <a:pt x="6242657" y="4365"/>
                  </a:lnTo>
                  <a:lnTo>
                    <a:pt x="6242765" y="4365"/>
                  </a:lnTo>
                  <a:lnTo>
                    <a:pt x="6242874" y="4365"/>
                  </a:lnTo>
                  <a:lnTo>
                    <a:pt x="6242982" y="4365"/>
                  </a:lnTo>
                  <a:lnTo>
                    <a:pt x="6243090" y="4365"/>
                  </a:lnTo>
                  <a:lnTo>
                    <a:pt x="6243199" y="4365"/>
                  </a:lnTo>
                  <a:lnTo>
                    <a:pt x="6243307" y="4365"/>
                  </a:lnTo>
                  <a:lnTo>
                    <a:pt x="6243416" y="4365"/>
                  </a:lnTo>
                  <a:lnTo>
                    <a:pt x="6243524" y="4365"/>
                  </a:lnTo>
                  <a:lnTo>
                    <a:pt x="6243633" y="4365"/>
                  </a:lnTo>
                  <a:lnTo>
                    <a:pt x="6243741" y="4365"/>
                  </a:lnTo>
                  <a:lnTo>
                    <a:pt x="6243850" y="4365"/>
                  </a:lnTo>
                  <a:lnTo>
                    <a:pt x="6243958" y="4365"/>
                  </a:lnTo>
                  <a:lnTo>
                    <a:pt x="6244066" y="4365"/>
                  </a:lnTo>
                  <a:lnTo>
                    <a:pt x="6244175" y="4365"/>
                  </a:lnTo>
                  <a:lnTo>
                    <a:pt x="6244283" y="4365"/>
                  </a:lnTo>
                  <a:lnTo>
                    <a:pt x="6244392" y="4365"/>
                  </a:lnTo>
                  <a:lnTo>
                    <a:pt x="6244500" y="4365"/>
                  </a:lnTo>
                  <a:lnTo>
                    <a:pt x="6244609" y="4365"/>
                  </a:lnTo>
                  <a:lnTo>
                    <a:pt x="6244717" y="4365"/>
                  </a:lnTo>
                  <a:lnTo>
                    <a:pt x="6244826" y="4365"/>
                  </a:lnTo>
                  <a:lnTo>
                    <a:pt x="6244934" y="4365"/>
                  </a:lnTo>
                  <a:lnTo>
                    <a:pt x="6245042" y="4365"/>
                  </a:lnTo>
                  <a:lnTo>
                    <a:pt x="6245151" y="4365"/>
                  </a:lnTo>
                  <a:lnTo>
                    <a:pt x="6245259" y="4365"/>
                  </a:lnTo>
                  <a:lnTo>
                    <a:pt x="6245368" y="4365"/>
                  </a:lnTo>
                  <a:lnTo>
                    <a:pt x="6245476" y="4365"/>
                  </a:lnTo>
                  <a:lnTo>
                    <a:pt x="6245585" y="4365"/>
                  </a:lnTo>
                  <a:lnTo>
                    <a:pt x="6245693" y="4365"/>
                  </a:lnTo>
                  <a:lnTo>
                    <a:pt x="6245802" y="4365"/>
                  </a:lnTo>
                  <a:lnTo>
                    <a:pt x="6245910" y="4365"/>
                  </a:lnTo>
                  <a:lnTo>
                    <a:pt x="6246019" y="4365"/>
                  </a:lnTo>
                  <a:lnTo>
                    <a:pt x="6246127" y="4365"/>
                  </a:lnTo>
                  <a:lnTo>
                    <a:pt x="6246235" y="4365"/>
                  </a:lnTo>
                  <a:lnTo>
                    <a:pt x="6246344" y="4365"/>
                  </a:lnTo>
                  <a:lnTo>
                    <a:pt x="6246452" y="4365"/>
                  </a:lnTo>
                  <a:lnTo>
                    <a:pt x="6246561" y="4365"/>
                  </a:lnTo>
                  <a:lnTo>
                    <a:pt x="6246669" y="4365"/>
                  </a:lnTo>
                  <a:lnTo>
                    <a:pt x="6246778" y="4365"/>
                  </a:lnTo>
                  <a:lnTo>
                    <a:pt x="6246886" y="4365"/>
                  </a:lnTo>
                  <a:lnTo>
                    <a:pt x="6246995" y="4365"/>
                  </a:lnTo>
                  <a:lnTo>
                    <a:pt x="6247103" y="4365"/>
                  </a:lnTo>
                  <a:lnTo>
                    <a:pt x="6247211" y="4365"/>
                  </a:lnTo>
                  <a:lnTo>
                    <a:pt x="6247320" y="4365"/>
                  </a:lnTo>
                  <a:lnTo>
                    <a:pt x="6247428" y="4365"/>
                  </a:lnTo>
                  <a:lnTo>
                    <a:pt x="6247537" y="4365"/>
                  </a:lnTo>
                  <a:lnTo>
                    <a:pt x="6247645" y="4365"/>
                  </a:lnTo>
                  <a:lnTo>
                    <a:pt x="6247754" y="4365"/>
                  </a:lnTo>
                  <a:lnTo>
                    <a:pt x="6247862" y="4365"/>
                  </a:lnTo>
                  <a:lnTo>
                    <a:pt x="6247971" y="4365"/>
                  </a:lnTo>
                  <a:lnTo>
                    <a:pt x="6248079" y="4365"/>
                  </a:lnTo>
                  <a:lnTo>
                    <a:pt x="6248187" y="4365"/>
                  </a:lnTo>
                  <a:lnTo>
                    <a:pt x="6248296" y="4365"/>
                  </a:lnTo>
                  <a:lnTo>
                    <a:pt x="6248404" y="4365"/>
                  </a:lnTo>
                  <a:lnTo>
                    <a:pt x="6248513" y="4365"/>
                  </a:lnTo>
                  <a:lnTo>
                    <a:pt x="6248621" y="4365"/>
                  </a:lnTo>
                  <a:lnTo>
                    <a:pt x="6248730" y="4365"/>
                  </a:lnTo>
                  <a:lnTo>
                    <a:pt x="6248838" y="4365"/>
                  </a:lnTo>
                  <a:lnTo>
                    <a:pt x="6248947" y="4365"/>
                  </a:lnTo>
                  <a:lnTo>
                    <a:pt x="6249055" y="4365"/>
                  </a:lnTo>
                  <a:lnTo>
                    <a:pt x="6249163" y="4365"/>
                  </a:lnTo>
                  <a:lnTo>
                    <a:pt x="6249272" y="4365"/>
                  </a:lnTo>
                  <a:lnTo>
                    <a:pt x="6249380" y="4365"/>
                  </a:lnTo>
                  <a:lnTo>
                    <a:pt x="6249489" y="4365"/>
                  </a:lnTo>
                  <a:lnTo>
                    <a:pt x="6249597" y="4365"/>
                  </a:lnTo>
                  <a:lnTo>
                    <a:pt x="6249706" y="4365"/>
                  </a:lnTo>
                  <a:lnTo>
                    <a:pt x="6249814" y="4365"/>
                  </a:lnTo>
                  <a:lnTo>
                    <a:pt x="6249923" y="4365"/>
                  </a:lnTo>
                  <a:lnTo>
                    <a:pt x="6250031" y="4365"/>
                  </a:lnTo>
                  <a:lnTo>
                    <a:pt x="6250140" y="4365"/>
                  </a:lnTo>
                  <a:lnTo>
                    <a:pt x="6250248" y="4365"/>
                  </a:lnTo>
                  <a:lnTo>
                    <a:pt x="6250356" y="4365"/>
                  </a:lnTo>
                  <a:lnTo>
                    <a:pt x="6250465" y="4365"/>
                  </a:lnTo>
                  <a:lnTo>
                    <a:pt x="6250573" y="4365"/>
                  </a:lnTo>
                  <a:lnTo>
                    <a:pt x="6250682" y="4365"/>
                  </a:lnTo>
                  <a:lnTo>
                    <a:pt x="6250790" y="4365"/>
                  </a:lnTo>
                  <a:lnTo>
                    <a:pt x="6250899" y="4365"/>
                  </a:lnTo>
                  <a:lnTo>
                    <a:pt x="6251007" y="4365"/>
                  </a:lnTo>
                  <a:lnTo>
                    <a:pt x="6251116" y="4365"/>
                  </a:lnTo>
                  <a:lnTo>
                    <a:pt x="6251224" y="4365"/>
                  </a:lnTo>
                  <a:lnTo>
                    <a:pt x="6251332" y="4365"/>
                  </a:lnTo>
                  <a:lnTo>
                    <a:pt x="6251441" y="4365"/>
                  </a:lnTo>
                  <a:lnTo>
                    <a:pt x="6251549" y="4365"/>
                  </a:lnTo>
                  <a:lnTo>
                    <a:pt x="6251658" y="4365"/>
                  </a:lnTo>
                  <a:lnTo>
                    <a:pt x="6251766" y="4365"/>
                  </a:lnTo>
                  <a:lnTo>
                    <a:pt x="6251875" y="4365"/>
                  </a:lnTo>
                  <a:lnTo>
                    <a:pt x="6251983" y="4365"/>
                  </a:lnTo>
                  <a:lnTo>
                    <a:pt x="6252092" y="4365"/>
                  </a:lnTo>
                  <a:lnTo>
                    <a:pt x="6252200" y="4365"/>
                  </a:lnTo>
                  <a:lnTo>
                    <a:pt x="6252308" y="4365"/>
                  </a:lnTo>
                  <a:lnTo>
                    <a:pt x="6252417" y="4365"/>
                  </a:lnTo>
                  <a:lnTo>
                    <a:pt x="6252525" y="4365"/>
                  </a:lnTo>
                  <a:lnTo>
                    <a:pt x="6252634" y="4365"/>
                  </a:lnTo>
                  <a:lnTo>
                    <a:pt x="6252742" y="4365"/>
                  </a:lnTo>
                  <a:lnTo>
                    <a:pt x="6252851" y="4365"/>
                  </a:lnTo>
                  <a:lnTo>
                    <a:pt x="6252959" y="4365"/>
                  </a:lnTo>
                  <a:lnTo>
                    <a:pt x="6253068" y="4365"/>
                  </a:lnTo>
                  <a:lnTo>
                    <a:pt x="6253176" y="4365"/>
                  </a:lnTo>
                  <a:lnTo>
                    <a:pt x="6253284" y="4365"/>
                  </a:lnTo>
                  <a:lnTo>
                    <a:pt x="6253393" y="4365"/>
                  </a:lnTo>
                  <a:lnTo>
                    <a:pt x="6253501" y="4365"/>
                  </a:lnTo>
                  <a:lnTo>
                    <a:pt x="6253610" y="4365"/>
                  </a:lnTo>
                  <a:lnTo>
                    <a:pt x="6253718" y="4365"/>
                  </a:lnTo>
                  <a:lnTo>
                    <a:pt x="6253827" y="4365"/>
                  </a:lnTo>
                  <a:lnTo>
                    <a:pt x="6253935" y="4365"/>
                  </a:lnTo>
                  <a:lnTo>
                    <a:pt x="6254044" y="4365"/>
                  </a:lnTo>
                  <a:lnTo>
                    <a:pt x="6254152" y="4365"/>
                  </a:lnTo>
                  <a:lnTo>
                    <a:pt x="6254261" y="4365"/>
                  </a:lnTo>
                  <a:lnTo>
                    <a:pt x="6254369" y="4365"/>
                  </a:lnTo>
                  <a:lnTo>
                    <a:pt x="6254477" y="4365"/>
                  </a:lnTo>
                  <a:lnTo>
                    <a:pt x="6254586" y="4365"/>
                  </a:lnTo>
                  <a:lnTo>
                    <a:pt x="6254694" y="4365"/>
                  </a:lnTo>
                  <a:lnTo>
                    <a:pt x="6254803" y="4365"/>
                  </a:lnTo>
                  <a:lnTo>
                    <a:pt x="6254911" y="4365"/>
                  </a:lnTo>
                  <a:lnTo>
                    <a:pt x="6255020" y="4365"/>
                  </a:lnTo>
                  <a:lnTo>
                    <a:pt x="6255128" y="4365"/>
                  </a:lnTo>
                  <a:lnTo>
                    <a:pt x="6255237" y="4365"/>
                  </a:lnTo>
                  <a:lnTo>
                    <a:pt x="6255345" y="4365"/>
                  </a:lnTo>
                  <a:lnTo>
                    <a:pt x="6255453" y="4365"/>
                  </a:lnTo>
                  <a:lnTo>
                    <a:pt x="6255562" y="4365"/>
                  </a:lnTo>
                  <a:lnTo>
                    <a:pt x="6255670" y="4365"/>
                  </a:lnTo>
                  <a:lnTo>
                    <a:pt x="6255779" y="4365"/>
                  </a:lnTo>
                  <a:lnTo>
                    <a:pt x="6255887" y="4365"/>
                  </a:lnTo>
                  <a:lnTo>
                    <a:pt x="6255996" y="4365"/>
                  </a:lnTo>
                  <a:lnTo>
                    <a:pt x="6256104" y="4365"/>
                  </a:lnTo>
                  <a:lnTo>
                    <a:pt x="6256213" y="4365"/>
                  </a:lnTo>
                  <a:lnTo>
                    <a:pt x="6256321" y="4365"/>
                  </a:lnTo>
                  <a:lnTo>
                    <a:pt x="6256429" y="4365"/>
                  </a:lnTo>
                  <a:lnTo>
                    <a:pt x="6256538" y="4365"/>
                  </a:lnTo>
                  <a:lnTo>
                    <a:pt x="6256646" y="4365"/>
                  </a:lnTo>
                  <a:lnTo>
                    <a:pt x="6256755" y="4365"/>
                  </a:lnTo>
                  <a:lnTo>
                    <a:pt x="6256863" y="4365"/>
                  </a:lnTo>
                  <a:lnTo>
                    <a:pt x="6256972" y="4365"/>
                  </a:lnTo>
                  <a:lnTo>
                    <a:pt x="6257080" y="4365"/>
                  </a:lnTo>
                  <a:lnTo>
                    <a:pt x="6257189" y="4365"/>
                  </a:lnTo>
                  <a:lnTo>
                    <a:pt x="6257297" y="4365"/>
                  </a:lnTo>
                  <a:lnTo>
                    <a:pt x="6257405" y="4365"/>
                  </a:lnTo>
                  <a:lnTo>
                    <a:pt x="6257514" y="4365"/>
                  </a:lnTo>
                  <a:lnTo>
                    <a:pt x="6257622" y="4365"/>
                  </a:lnTo>
                  <a:lnTo>
                    <a:pt x="6257731" y="4365"/>
                  </a:lnTo>
                  <a:lnTo>
                    <a:pt x="6257839" y="4365"/>
                  </a:lnTo>
                  <a:lnTo>
                    <a:pt x="6257948" y="4365"/>
                  </a:lnTo>
                  <a:lnTo>
                    <a:pt x="6258056" y="4365"/>
                  </a:lnTo>
                  <a:lnTo>
                    <a:pt x="6258165" y="4365"/>
                  </a:lnTo>
                  <a:lnTo>
                    <a:pt x="6258273" y="4365"/>
                  </a:lnTo>
                  <a:lnTo>
                    <a:pt x="6258382" y="4365"/>
                  </a:lnTo>
                  <a:lnTo>
                    <a:pt x="6258490" y="4365"/>
                  </a:lnTo>
                  <a:lnTo>
                    <a:pt x="6258598" y="4365"/>
                  </a:lnTo>
                  <a:lnTo>
                    <a:pt x="6258707" y="4365"/>
                  </a:lnTo>
                  <a:lnTo>
                    <a:pt x="6258815" y="4365"/>
                  </a:lnTo>
                  <a:lnTo>
                    <a:pt x="6258924" y="4365"/>
                  </a:lnTo>
                  <a:lnTo>
                    <a:pt x="6259032" y="4365"/>
                  </a:lnTo>
                  <a:lnTo>
                    <a:pt x="6259141" y="4365"/>
                  </a:lnTo>
                  <a:lnTo>
                    <a:pt x="6259249" y="4365"/>
                  </a:lnTo>
                  <a:lnTo>
                    <a:pt x="6259358" y="4365"/>
                  </a:lnTo>
                  <a:lnTo>
                    <a:pt x="6259466" y="4365"/>
                  </a:lnTo>
                  <a:lnTo>
                    <a:pt x="6259574" y="4365"/>
                  </a:lnTo>
                  <a:lnTo>
                    <a:pt x="6259683" y="4365"/>
                  </a:lnTo>
                  <a:lnTo>
                    <a:pt x="6259791" y="4365"/>
                  </a:lnTo>
                  <a:lnTo>
                    <a:pt x="6259900" y="4365"/>
                  </a:lnTo>
                  <a:lnTo>
                    <a:pt x="6260008" y="4365"/>
                  </a:lnTo>
                  <a:lnTo>
                    <a:pt x="6260117" y="4365"/>
                  </a:lnTo>
                  <a:lnTo>
                    <a:pt x="6260225" y="4365"/>
                  </a:lnTo>
                  <a:lnTo>
                    <a:pt x="6260334" y="4365"/>
                  </a:lnTo>
                  <a:lnTo>
                    <a:pt x="6260442" y="4365"/>
                  </a:lnTo>
                  <a:lnTo>
                    <a:pt x="6260550" y="4365"/>
                  </a:lnTo>
                  <a:lnTo>
                    <a:pt x="6260659" y="4365"/>
                  </a:lnTo>
                  <a:lnTo>
                    <a:pt x="6260767" y="4365"/>
                  </a:lnTo>
                  <a:lnTo>
                    <a:pt x="6260876" y="4365"/>
                  </a:lnTo>
                  <a:lnTo>
                    <a:pt x="6260984" y="4365"/>
                  </a:lnTo>
                  <a:lnTo>
                    <a:pt x="6261093" y="4365"/>
                  </a:lnTo>
                  <a:lnTo>
                    <a:pt x="6261201" y="4365"/>
                  </a:lnTo>
                  <a:lnTo>
                    <a:pt x="6261201" y="3741"/>
                  </a:lnTo>
                  <a:lnTo>
                    <a:pt x="6261310" y="3741"/>
                  </a:lnTo>
                  <a:lnTo>
                    <a:pt x="6261418" y="3741"/>
                  </a:lnTo>
                  <a:lnTo>
                    <a:pt x="6261526" y="3741"/>
                  </a:lnTo>
                  <a:lnTo>
                    <a:pt x="6261635" y="3741"/>
                  </a:lnTo>
                  <a:lnTo>
                    <a:pt x="6261743" y="3741"/>
                  </a:lnTo>
                  <a:lnTo>
                    <a:pt x="6261852" y="3741"/>
                  </a:lnTo>
                  <a:lnTo>
                    <a:pt x="6261960" y="3741"/>
                  </a:lnTo>
                  <a:lnTo>
                    <a:pt x="6261960" y="3117"/>
                  </a:lnTo>
                  <a:lnTo>
                    <a:pt x="6262069" y="3117"/>
                  </a:lnTo>
                  <a:lnTo>
                    <a:pt x="6262177" y="3117"/>
                  </a:lnTo>
                  <a:lnTo>
                    <a:pt x="6262286" y="3117"/>
                  </a:lnTo>
                  <a:lnTo>
                    <a:pt x="6262286" y="2494"/>
                  </a:lnTo>
                  <a:lnTo>
                    <a:pt x="6262394" y="2494"/>
                  </a:lnTo>
                  <a:lnTo>
                    <a:pt x="6262503" y="2494"/>
                  </a:lnTo>
                  <a:lnTo>
                    <a:pt x="6262611" y="2494"/>
                  </a:lnTo>
                  <a:lnTo>
                    <a:pt x="6262719" y="2494"/>
                  </a:lnTo>
                  <a:lnTo>
                    <a:pt x="6262828" y="2494"/>
                  </a:lnTo>
                  <a:lnTo>
                    <a:pt x="6262936" y="2494"/>
                  </a:lnTo>
                  <a:lnTo>
                    <a:pt x="6263045" y="2494"/>
                  </a:lnTo>
                  <a:lnTo>
                    <a:pt x="6263153" y="2494"/>
                  </a:lnTo>
                  <a:lnTo>
                    <a:pt x="6263262" y="2494"/>
                  </a:lnTo>
                  <a:lnTo>
                    <a:pt x="6263370" y="2494"/>
                  </a:lnTo>
                  <a:lnTo>
                    <a:pt x="6263479" y="2494"/>
                  </a:lnTo>
                  <a:lnTo>
                    <a:pt x="6263587" y="2494"/>
                  </a:lnTo>
                  <a:lnTo>
                    <a:pt x="6263695" y="2494"/>
                  </a:lnTo>
                  <a:lnTo>
                    <a:pt x="6263804" y="2494"/>
                  </a:lnTo>
                  <a:lnTo>
                    <a:pt x="6263912" y="2494"/>
                  </a:lnTo>
                  <a:lnTo>
                    <a:pt x="6264021" y="2494"/>
                  </a:lnTo>
                  <a:lnTo>
                    <a:pt x="6264129" y="2494"/>
                  </a:lnTo>
                  <a:lnTo>
                    <a:pt x="6264238" y="2494"/>
                  </a:lnTo>
                  <a:lnTo>
                    <a:pt x="6264346" y="2494"/>
                  </a:lnTo>
                  <a:lnTo>
                    <a:pt x="6264455" y="2494"/>
                  </a:lnTo>
                  <a:lnTo>
                    <a:pt x="6264563" y="2494"/>
                  </a:lnTo>
                  <a:lnTo>
                    <a:pt x="6264671" y="2494"/>
                  </a:lnTo>
                  <a:lnTo>
                    <a:pt x="6264780" y="2494"/>
                  </a:lnTo>
                  <a:lnTo>
                    <a:pt x="6264888" y="2494"/>
                  </a:lnTo>
                  <a:lnTo>
                    <a:pt x="6264997" y="2494"/>
                  </a:lnTo>
                  <a:lnTo>
                    <a:pt x="6265105" y="2494"/>
                  </a:lnTo>
                  <a:lnTo>
                    <a:pt x="6265214" y="2494"/>
                  </a:lnTo>
                  <a:lnTo>
                    <a:pt x="6265322" y="2494"/>
                  </a:lnTo>
                  <a:lnTo>
                    <a:pt x="6265431" y="2494"/>
                  </a:lnTo>
                  <a:lnTo>
                    <a:pt x="6265539" y="2494"/>
                  </a:lnTo>
                  <a:lnTo>
                    <a:pt x="6265647" y="2494"/>
                  </a:lnTo>
                  <a:lnTo>
                    <a:pt x="6265756" y="2494"/>
                  </a:lnTo>
                  <a:lnTo>
                    <a:pt x="6265864" y="2494"/>
                  </a:lnTo>
                  <a:lnTo>
                    <a:pt x="6265973" y="2494"/>
                  </a:lnTo>
                  <a:lnTo>
                    <a:pt x="6266081" y="2494"/>
                  </a:lnTo>
                  <a:lnTo>
                    <a:pt x="6266190" y="2494"/>
                  </a:lnTo>
                  <a:lnTo>
                    <a:pt x="6266298" y="2494"/>
                  </a:lnTo>
                  <a:lnTo>
                    <a:pt x="6266407" y="2494"/>
                  </a:lnTo>
                  <a:lnTo>
                    <a:pt x="6266515" y="2494"/>
                  </a:lnTo>
                  <a:lnTo>
                    <a:pt x="6266623" y="2494"/>
                  </a:lnTo>
                  <a:lnTo>
                    <a:pt x="6266732" y="2494"/>
                  </a:lnTo>
                  <a:lnTo>
                    <a:pt x="6266840" y="2494"/>
                  </a:lnTo>
                  <a:lnTo>
                    <a:pt x="6266949" y="2494"/>
                  </a:lnTo>
                  <a:lnTo>
                    <a:pt x="6267057" y="2494"/>
                  </a:lnTo>
                  <a:lnTo>
                    <a:pt x="6267166" y="2494"/>
                  </a:lnTo>
                  <a:lnTo>
                    <a:pt x="6267274" y="2494"/>
                  </a:lnTo>
                  <a:lnTo>
                    <a:pt x="6267383" y="2494"/>
                  </a:lnTo>
                  <a:lnTo>
                    <a:pt x="6267491" y="2494"/>
                  </a:lnTo>
                  <a:lnTo>
                    <a:pt x="6267600" y="2494"/>
                  </a:lnTo>
                  <a:lnTo>
                    <a:pt x="6267708" y="2494"/>
                  </a:lnTo>
                  <a:lnTo>
                    <a:pt x="6267816" y="2494"/>
                  </a:lnTo>
                  <a:lnTo>
                    <a:pt x="6267925" y="2494"/>
                  </a:lnTo>
                  <a:lnTo>
                    <a:pt x="6268033" y="2494"/>
                  </a:lnTo>
                  <a:lnTo>
                    <a:pt x="6268142" y="2494"/>
                  </a:lnTo>
                  <a:lnTo>
                    <a:pt x="6268250" y="2494"/>
                  </a:lnTo>
                  <a:lnTo>
                    <a:pt x="6268359" y="2494"/>
                  </a:lnTo>
                  <a:lnTo>
                    <a:pt x="6268467" y="2494"/>
                  </a:lnTo>
                  <a:lnTo>
                    <a:pt x="6268576" y="2494"/>
                  </a:lnTo>
                  <a:lnTo>
                    <a:pt x="6268684" y="2494"/>
                  </a:lnTo>
                  <a:lnTo>
                    <a:pt x="6268792" y="2494"/>
                  </a:lnTo>
                  <a:lnTo>
                    <a:pt x="6268901" y="2494"/>
                  </a:lnTo>
                  <a:lnTo>
                    <a:pt x="6269009" y="2494"/>
                  </a:lnTo>
                  <a:lnTo>
                    <a:pt x="6269118" y="2494"/>
                  </a:lnTo>
                  <a:lnTo>
                    <a:pt x="6269226" y="2494"/>
                  </a:lnTo>
                  <a:lnTo>
                    <a:pt x="6269335" y="2494"/>
                  </a:lnTo>
                  <a:lnTo>
                    <a:pt x="6269443" y="2494"/>
                  </a:lnTo>
                  <a:lnTo>
                    <a:pt x="6269552" y="2494"/>
                  </a:lnTo>
                  <a:lnTo>
                    <a:pt x="6269660" y="2494"/>
                  </a:lnTo>
                  <a:lnTo>
                    <a:pt x="6269768" y="2494"/>
                  </a:lnTo>
                  <a:lnTo>
                    <a:pt x="6269877" y="2494"/>
                  </a:lnTo>
                  <a:lnTo>
                    <a:pt x="6269985" y="2494"/>
                  </a:lnTo>
                  <a:lnTo>
                    <a:pt x="6270094" y="2494"/>
                  </a:lnTo>
                  <a:lnTo>
                    <a:pt x="6270202" y="2494"/>
                  </a:lnTo>
                  <a:lnTo>
                    <a:pt x="6270311" y="2494"/>
                  </a:lnTo>
                  <a:lnTo>
                    <a:pt x="6270419" y="2494"/>
                  </a:lnTo>
                  <a:lnTo>
                    <a:pt x="6270528" y="2494"/>
                  </a:lnTo>
                  <a:lnTo>
                    <a:pt x="6270636" y="2494"/>
                  </a:lnTo>
                  <a:lnTo>
                    <a:pt x="6270744" y="2494"/>
                  </a:lnTo>
                  <a:lnTo>
                    <a:pt x="6270744" y="1870"/>
                  </a:lnTo>
                  <a:lnTo>
                    <a:pt x="6270853" y="1870"/>
                  </a:lnTo>
                  <a:lnTo>
                    <a:pt x="6270961" y="1870"/>
                  </a:lnTo>
                  <a:lnTo>
                    <a:pt x="6271070" y="1870"/>
                  </a:lnTo>
                  <a:lnTo>
                    <a:pt x="6271178" y="1870"/>
                  </a:lnTo>
                  <a:lnTo>
                    <a:pt x="6271287" y="1870"/>
                  </a:lnTo>
                  <a:lnTo>
                    <a:pt x="6271395" y="1870"/>
                  </a:lnTo>
                  <a:lnTo>
                    <a:pt x="6271504" y="1870"/>
                  </a:lnTo>
                  <a:lnTo>
                    <a:pt x="6271612" y="1870"/>
                  </a:lnTo>
                  <a:lnTo>
                    <a:pt x="6271721" y="1870"/>
                  </a:lnTo>
                  <a:lnTo>
                    <a:pt x="6271829" y="1870"/>
                  </a:lnTo>
                  <a:lnTo>
                    <a:pt x="6271937" y="1870"/>
                  </a:lnTo>
                  <a:lnTo>
                    <a:pt x="6272046" y="1870"/>
                  </a:lnTo>
                  <a:lnTo>
                    <a:pt x="6272154" y="1870"/>
                  </a:lnTo>
                  <a:lnTo>
                    <a:pt x="6272263" y="1870"/>
                  </a:lnTo>
                  <a:lnTo>
                    <a:pt x="6272371" y="1870"/>
                  </a:lnTo>
                  <a:lnTo>
                    <a:pt x="6272480" y="1870"/>
                  </a:lnTo>
                  <a:lnTo>
                    <a:pt x="6272588" y="1870"/>
                  </a:lnTo>
                  <a:lnTo>
                    <a:pt x="6272697" y="1870"/>
                  </a:lnTo>
                  <a:lnTo>
                    <a:pt x="6272805" y="1870"/>
                  </a:lnTo>
                  <a:lnTo>
                    <a:pt x="6272913" y="1870"/>
                  </a:lnTo>
                  <a:lnTo>
                    <a:pt x="6273022" y="1870"/>
                  </a:lnTo>
                  <a:lnTo>
                    <a:pt x="6273130" y="1870"/>
                  </a:lnTo>
                  <a:lnTo>
                    <a:pt x="6273239" y="1870"/>
                  </a:lnTo>
                  <a:lnTo>
                    <a:pt x="6273347" y="1870"/>
                  </a:lnTo>
                  <a:lnTo>
                    <a:pt x="6273456" y="1870"/>
                  </a:lnTo>
                  <a:lnTo>
                    <a:pt x="6273564" y="1870"/>
                  </a:lnTo>
                  <a:lnTo>
                    <a:pt x="6273673" y="1870"/>
                  </a:lnTo>
                  <a:lnTo>
                    <a:pt x="6273781" y="1870"/>
                  </a:lnTo>
                  <a:lnTo>
                    <a:pt x="6273889" y="1870"/>
                  </a:lnTo>
                  <a:lnTo>
                    <a:pt x="6273998" y="1870"/>
                  </a:lnTo>
                  <a:lnTo>
                    <a:pt x="6274106" y="1870"/>
                  </a:lnTo>
                  <a:lnTo>
                    <a:pt x="6274215" y="1870"/>
                  </a:lnTo>
                  <a:lnTo>
                    <a:pt x="6274323" y="1870"/>
                  </a:lnTo>
                  <a:lnTo>
                    <a:pt x="6274432" y="1870"/>
                  </a:lnTo>
                  <a:lnTo>
                    <a:pt x="6274540" y="1870"/>
                  </a:lnTo>
                  <a:lnTo>
                    <a:pt x="6274649" y="1870"/>
                  </a:lnTo>
                  <a:lnTo>
                    <a:pt x="6274757" y="1870"/>
                  </a:lnTo>
                  <a:lnTo>
                    <a:pt x="6274865" y="1870"/>
                  </a:lnTo>
                  <a:lnTo>
                    <a:pt x="6274974" y="1870"/>
                  </a:lnTo>
                  <a:lnTo>
                    <a:pt x="6275082" y="1870"/>
                  </a:lnTo>
                  <a:lnTo>
                    <a:pt x="6275191" y="1870"/>
                  </a:lnTo>
                  <a:lnTo>
                    <a:pt x="6275299" y="1870"/>
                  </a:lnTo>
                  <a:lnTo>
                    <a:pt x="6275408" y="1870"/>
                  </a:lnTo>
                  <a:lnTo>
                    <a:pt x="6275516" y="1870"/>
                  </a:lnTo>
                  <a:lnTo>
                    <a:pt x="6275625" y="1870"/>
                  </a:lnTo>
                  <a:lnTo>
                    <a:pt x="6275733" y="1870"/>
                  </a:lnTo>
                  <a:lnTo>
                    <a:pt x="6275842" y="1870"/>
                  </a:lnTo>
                  <a:lnTo>
                    <a:pt x="6275950" y="1870"/>
                  </a:lnTo>
                  <a:lnTo>
                    <a:pt x="6276058" y="1870"/>
                  </a:lnTo>
                  <a:lnTo>
                    <a:pt x="6276167" y="1870"/>
                  </a:lnTo>
                  <a:lnTo>
                    <a:pt x="6276275" y="1870"/>
                  </a:lnTo>
                  <a:lnTo>
                    <a:pt x="6276384" y="1870"/>
                  </a:lnTo>
                  <a:lnTo>
                    <a:pt x="6276492" y="1870"/>
                  </a:lnTo>
                  <a:lnTo>
                    <a:pt x="6276601" y="1870"/>
                  </a:lnTo>
                  <a:lnTo>
                    <a:pt x="6276709" y="1870"/>
                  </a:lnTo>
                  <a:lnTo>
                    <a:pt x="6276818" y="1870"/>
                  </a:lnTo>
                  <a:lnTo>
                    <a:pt x="6276926" y="1870"/>
                  </a:lnTo>
                  <a:lnTo>
                    <a:pt x="6277034" y="1870"/>
                  </a:lnTo>
                  <a:lnTo>
                    <a:pt x="6277143" y="1870"/>
                  </a:lnTo>
                  <a:lnTo>
                    <a:pt x="6277251" y="1870"/>
                  </a:lnTo>
                  <a:lnTo>
                    <a:pt x="6277360" y="1870"/>
                  </a:lnTo>
                  <a:lnTo>
                    <a:pt x="6277468" y="1870"/>
                  </a:lnTo>
                  <a:lnTo>
                    <a:pt x="6277577" y="1870"/>
                  </a:lnTo>
                  <a:lnTo>
                    <a:pt x="6277685" y="1870"/>
                  </a:lnTo>
                  <a:lnTo>
                    <a:pt x="6277794" y="1870"/>
                  </a:lnTo>
                  <a:lnTo>
                    <a:pt x="6277902" y="1870"/>
                  </a:lnTo>
                  <a:lnTo>
                    <a:pt x="6278010" y="1870"/>
                  </a:lnTo>
                  <a:lnTo>
                    <a:pt x="6278119" y="1870"/>
                  </a:lnTo>
                  <a:lnTo>
                    <a:pt x="6278227" y="1870"/>
                  </a:lnTo>
                  <a:lnTo>
                    <a:pt x="6278336" y="1870"/>
                  </a:lnTo>
                  <a:lnTo>
                    <a:pt x="6278444" y="1870"/>
                  </a:lnTo>
                  <a:lnTo>
                    <a:pt x="6278553" y="1870"/>
                  </a:lnTo>
                  <a:lnTo>
                    <a:pt x="6278661" y="1870"/>
                  </a:lnTo>
                  <a:lnTo>
                    <a:pt x="6278770" y="1870"/>
                  </a:lnTo>
                  <a:lnTo>
                    <a:pt x="6278878" y="1870"/>
                  </a:lnTo>
                  <a:lnTo>
                    <a:pt x="6278986" y="1870"/>
                  </a:lnTo>
                  <a:lnTo>
                    <a:pt x="6279095" y="1870"/>
                  </a:lnTo>
                  <a:lnTo>
                    <a:pt x="6279203" y="1870"/>
                  </a:lnTo>
                  <a:lnTo>
                    <a:pt x="6279312" y="1870"/>
                  </a:lnTo>
                  <a:lnTo>
                    <a:pt x="6279420" y="1870"/>
                  </a:lnTo>
                  <a:lnTo>
                    <a:pt x="6279529" y="1870"/>
                  </a:lnTo>
                  <a:lnTo>
                    <a:pt x="6279637" y="1870"/>
                  </a:lnTo>
                  <a:lnTo>
                    <a:pt x="6279746" y="1870"/>
                  </a:lnTo>
                  <a:lnTo>
                    <a:pt x="6279854" y="1870"/>
                  </a:lnTo>
                  <a:lnTo>
                    <a:pt x="6279963" y="1870"/>
                  </a:lnTo>
                  <a:lnTo>
                    <a:pt x="6280071" y="1870"/>
                  </a:lnTo>
                  <a:lnTo>
                    <a:pt x="6280179" y="1870"/>
                  </a:lnTo>
                  <a:lnTo>
                    <a:pt x="6280288" y="1870"/>
                  </a:lnTo>
                  <a:lnTo>
                    <a:pt x="6280396" y="1870"/>
                  </a:lnTo>
                  <a:lnTo>
                    <a:pt x="6280505" y="1870"/>
                  </a:lnTo>
                  <a:lnTo>
                    <a:pt x="6280613" y="1870"/>
                  </a:lnTo>
                  <a:lnTo>
                    <a:pt x="6280722" y="1870"/>
                  </a:lnTo>
                  <a:lnTo>
                    <a:pt x="6280830" y="1870"/>
                  </a:lnTo>
                  <a:lnTo>
                    <a:pt x="6280939" y="1870"/>
                  </a:lnTo>
                  <a:lnTo>
                    <a:pt x="6281047" y="1870"/>
                  </a:lnTo>
                  <a:lnTo>
                    <a:pt x="6281155" y="1870"/>
                  </a:lnTo>
                  <a:lnTo>
                    <a:pt x="6281264" y="1870"/>
                  </a:lnTo>
                  <a:lnTo>
                    <a:pt x="6281372" y="1870"/>
                  </a:lnTo>
                  <a:lnTo>
                    <a:pt x="6281481" y="1870"/>
                  </a:lnTo>
                  <a:lnTo>
                    <a:pt x="6281589" y="1870"/>
                  </a:lnTo>
                  <a:lnTo>
                    <a:pt x="6281698" y="1870"/>
                  </a:lnTo>
                  <a:lnTo>
                    <a:pt x="6281806" y="1870"/>
                  </a:lnTo>
                  <a:lnTo>
                    <a:pt x="6281915" y="1870"/>
                  </a:lnTo>
                  <a:lnTo>
                    <a:pt x="6282023" y="1870"/>
                  </a:lnTo>
                  <a:lnTo>
                    <a:pt x="6282131" y="1870"/>
                  </a:lnTo>
                  <a:lnTo>
                    <a:pt x="6282240" y="1870"/>
                  </a:lnTo>
                  <a:lnTo>
                    <a:pt x="6282348" y="1870"/>
                  </a:lnTo>
                  <a:lnTo>
                    <a:pt x="6282457" y="1870"/>
                  </a:lnTo>
                  <a:lnTo>
                    <a:pt x="6282565" y="1870"/>
                  </a:lnTo>
                  <a:lnTo>
                    <a:pt x="6282674" y="1870"/>
                  </a:lnTo>
                  <a:lnTo>
                    <a:pt x="6282782" y="1870"/>
                  </a:lnTo>
                  <a:lnTo>
                    <a:pt x="6282891" y="1870"/>
                  </a:lnTo>
                  <a:lnTo>
                    <a:pt x="6282999" y="1870"/>
                  </a:lnTo>
                  <a:lnTo>
                    <a:pt x="6283107" y="1870"/>
                  </a:lnTo>
                  <a:lnTo>
                    <a:pt x="6283216" y="1870"/>
                  </a:lnTo>
                  <a:lnTo>
                    <a:pt x="6283324" y="1870"/>
                  </a:lnTo>
                  <a:lnTo>
                    <a:pt x="6283433" y="1870"/>
                  </a:lnTo>
                  <a:lnTo>
                    <a:pt x="6283541" y="1870"/>
                  </a:lnTo>
                  <a:lnTo>
                    <a:pt x="6283650" y="1870"/>
                  </a:lnTo>
                  <a:lnTo>
                    <a:pt x="6283758" y="1870"/>
                  </a:lnTo>
                  <a:lnTo>
                    <a:pt x="6283867" y="1870"/>
                  </a:lnTo>
                  <a:lnTo>
                    <a:pt x="6283975" y="1870"/>
                  </a:lnTo>
                  <a:lnTo>
                    <a:pt x="6284084" y="1870"/>
                  </a:lnTo>
                  <a:lnTo>
                    <a:pt x="6284192" y="1870"/>
                  </a:lnTo>
                  <a:lnTo>
                    <a:pt x="6284300" y="1870"/>
                  </a:lnTo>
                  <a:lnTo>
                    <a:pt x="6284409" y="1870"/>
                  </a:lnTo>
                  <a:lnTo>
                    <a:pt x="6284517" y="1870"/>
                  </a:lnTo>
                  <a:lnTo>
                    <a:pt x="6284626" y="1870"/>
                  </a:lnTo>
                  <a:lnTo>
                    <a:pt x="6284734" y="1870"/>
                  </a:lnTo>
                  <a:lnTo>
                    <a:pt x="6284843" y="1870"/>
                  </a:lnTo>
                  <a:lnTo>
                    <a:pt x="6284951" y="1870"/>
                  </a:lnTo>
                  <a:lnTo>
                    <a:pt x="6285060" y="1870"/>
                  </a:lnTo>
                  <a:lnTo>
                    <a:pt x="6285168" y="1870"/>
                  </a:lnTo>
                  <a:lnTo>
                    <a:pt x="6285276" y="1870"/>
                  </a:lnTo>
                  <a:lnTo>
                    <a:pt x="6285385" y="1870"/>
                  </a:lnTo>
                  <a:lnTo>
                    <a:pt x="6285493" y="1870"/>
                  </a:lnTo>
                  <a:lnTo>
                    <a:pt x="6285602" y="1870"/>
                  </a:lnTo>
                  <a:lnTo>
                    <a:pt x="6285710" y="1870"/>
                  </a:lnTo>
                  <a:lnTo>
                    <a:pt x="6285819" y="1870"/>
                  </a:lnTo>
                  <a:lnTo>
                    <a:pt x="6285927" y="1870"/>
                  </a:lnTo>
                  <a:lnTo>
                    <a:pt x="6286036" y="1870"/>
                  </a:lnTo>
                  <a:lnTo>
                    <a:pt x="6286144" y="1870"/>
                  </a:lnTo>
                  <a:lnTo>
                    <a:pt x="6286252" y="1870"/>
                  </a:lnTo>
                  <a:lnTo>
                    <a:pt x="6286361" y="1870"/>
                  </a:lnTo>
                  <a:lnTo>
                    <a:pt x="6286469" y="1870"/>
                  </a:lnTo>
                  <a:lnTo>
                    <a:pt x="6286578" y="1870"/>
                  </a:lnTo>
                  <a:lnTo>
                    <a:pt x="6286686" y="1870"/>
                  </a:lnTo>
                  <a:lnTo>
                    <a:pt x="6286795" y="1870"/>
                  </a:lnTo>
                  <a:lnTo>
                    <a:pt x="6286903" y="1870"/>
                  </a:lnTo>
                  <a:lnTo>
                    <a:pt x="6287012" y="1870"/>
                  </a:lnTo>
                  <a:lnTo>
                    <a:pt x="6287120" y="1870"/>
                  </a:lnTo>
                  <a:lnTo>
                    <a:pt x="6287228" y="1870"/>
                  </a:lnTo>
                  <a:lnTo>
                    <a:pt x="6287337" y="1870"/>
                  </a:lnTo>
                  <a:lnTo>
                    <a:pt x="6287445" y="1870"/>
                  </a:lnTo>
                  <a:lnTo>
                    <a:pt x="6287554" y="1870"/>
                  </a:lnTo>
                  <a:lnTo>
                    <a:pt x="6287662" y="1870"/>
                  </a:lnTo>
                  <a:lnTo>
                    <a:pt x="6287771" y="1870"/>
                  </a:lnTo>
                  <a:lnTo>
                    <a:pt x="6287879" y="1870"/>
                  </a:lnTo>
                  <a:lnTo>
                    <a:pt x="6287988" y="1870"/>
                  </a:lnTo>
                  <a:lnTo>
                    <a:pt x="6288096" y="1870"/>
                  </a:lnTo>
                  <a:lnTo>
                    <a:pt x="6288205" y="1870"/>
                  </a:lnTo>
                  <a:lnTo>
                    <a:pt x="6288313" y="1870"/>
                  </a:lnTo>
                  <a:lnTo>
                    <a:pt x="6288421" y="1870"/>
                  </a:lnTo>
                  <a:lnTo>
                    <a:pt x="6288530" y="1870"/>
                  </a:lnTo>
                  <a:lnTo>
                    <a:pt x="6288638" y="1870"/>
                  </a:lnTo>
                  <a:lnTo>
                    <a:pt x="6288747" y="1870"/>
                  </a:lnTo>
                  <a:lnTo>
                    <a:pt x="6288855" y="1870"/>
                  </a:lnTo>
                  <a:lnTo>
                    <a:pt x="6288964" y="1870"/>
                  </a:lnTo>
                  <a:lnTo>
                    <a:pt x="6289072" y="1870"/>
                  </a:lnTo>
                  <a:lnTo>
                    <a:pt x="6289181" y="1870"/>
                  </a:lnTo>
                  <a:lnTo>
                    <a:pt x="6289289" y="1870"/>
                  </a:lnTo>
                  <a:lnTo>
                    <a:pt x="6289397" y="1870"/>
                  </a:lnTo>
                  <a:lnTo>
                    <a:pt x="6289506" y="1870"/>
                  </a:lnTo>
                  <a:lnTo>
                    <a:pt x="6289614" y="1870"/>
                  </a:lnTo>
                  <a:lnTo>
                    <a:pt x="6289723" y="1870"/>
                  </a:lnTo>
                  <a:lnTo>
                    <a:pt x="6289831" y="1870"/>
                  </a:lnTo>
                  <a:lnTo>
                    <a:pt x="6289940" y="1870"/>
                  </a:lnTo>
                  <a:lnTo>
                    <a:pt x="6290048" y="1870"/>
                  </a:lnTo>
                  <a:lnTo>
                    <a:pt x="6290157" y="1870"/>
                  </a:lnTo>
                  <a:lnTo>
                    <a:pt x="6290265" y="1870"/>
                  </a:lnTo>
                  <a:lnTo>
                    <a:pt x="6290373" y="1870"/>
                  </a:lnTo>
                  <a:lnTo>
                    <a:pt x="6290482" y="1870"/>
                  </a:lnTo>
                  <a:lnTo>
                    <a:pt x="6290590" y="1870"/>
                  </a:lnTo>
                  <a:lnTo>
                    <a:pt x="6290699" y="1870"/>
                  </a:lnTo>
                  <a:lnTo>
                    <a:pt x="6290807" y="1870"/>
                  </a:lnTo>
                  <a:lnTo>
                    <a:pt x="6290916" y="1870"/>
                  </a:lnTo>
                  <a:lnTo>
                    <a:pt x="6291024" y="1870"/>
                  </a:lnTo>
                  <a:lnTo>
                    <a:pt x="6291133" y="1870"/>
                  </a:lnTo>
                  <a:lnTo>
                    <a:pt x="6291241" y="1870"/>
                  </a:lnTo>
                  <a:lnTo>
                    <a:pt x="6291349" y="1870"/>
                  </a:lnTo>
                  <a:lnTo>
                    <a:pt x="6291458" y="1870"/>
                  </a:lnTo>
                  <a:lnTo>
                    <a:pt x="6291566" y="1870"/>
                  </a:lnTo>
                  <a:lnTo>
                    <a:pt x="6291675" y="1870"/>
                  </a:lnTo>
                  <a:lnTo>
                    <a:pt x="6291783" y="1870"/>
                  </a:lnTo>
                  <a:lnTo>
                    <a:pt x="6291892" y="1870"/>
                  </a:lnTo>
                  <a:lnTo>
                    <a:pt x="6292000" y="1870"/>
                  </a:lnTo>
                  <a:lnTo>
                    <a:pt x="6292109" y="1870"/>
                  </a:lnTo>
                  <a:lnTo>
                    <a:pt x="6292217" y="1870"/>
                  </a:lnTo>
                  <a:lnTo>
                    <a:pt x="6292325" y="1870"/>
                  </a:lnTo>
                  <a:lnTo>
                    <a:pt x="6292434" y="1870"/>
                  </a:lnTo>
                  <a:lnTo>
                    <a:pt x="6292542" y="1870"/>
                  </a:lnTo>
                  <a:lnTo>
                    <a:pt x="6292651" y="1870"/>
                  </a:lnTo>
                  <a:lnTo>
                    <a:pt x="6292759" y="1870"/>
                  </a:lnTo>
                  <a:lnTo>
                    <a:pt x="6292868" y="1870"/>
                  </a:lnTo>
                  <a:lnTo>
                    <a:pt x="6292976" y="1870"/>
                  </a:lnTo>
                  <a:lnTo>
                    <a:pt x="6293085" y="1870"/>
                  </a:lnTo>
                  <a:lnTo>
                    <a:pt x="6293193" y="1870"/>
                  </a:lnTo>
                  <a:lnTo>
                    <a:pt x="6293302" y="1870"/>
                  </a:lnTo>
                  <a:lnTo>
                    <a:pt x="6293410" y="1870"/>
                  </a:lnTo>
                  <a:lnTo>
                    <a:pt x="6293518" y="1870"/>
                  </a:lnTo>
                  <a:lnTo>
                    <a:pt x="6293627" y="1870"/>
                  </a:lnTo>
                  <a:lnTo>
                    <a:pt x="6293735" y="1870"/>
                  </a:lnTo>
                  <a:lnTo>
                    <a:pt x="6293844" y="1870"/>
                  </a:lnTo>
                  <a:lnTo>
                    <a:pt x="6293952" y="1870"/>
                  </a:lnTo>
                  <a:lnTo>
                    <a:pt x="6294061" y="1870"/>
                  </a:lnTo>
                  <a:lnTo>
                    <a:pt x="6294169" y="1870"/>
                  </a:lnTo>
                  <a:lnTo>
                    <a:pt x="6294278" y="1870"/>
                  </a:lnTo>
                  <a:lnTo>
                    <a:pt x="6294386" y="1870"/>
                  </a:lnTo>
                  <a:lnTo>
                    <a:pt x="6294494" y="1870"/>
                  </a:lnTo>
                  <a:lnTo>
                    <a:pt x="6294603" y="1870"/>
                  </a:lnTo>
                  <a:lnTo>
                    <a:pt x="6294711" y="1870"/>
                  </a:lnTo>
                  <a:lnTo>
                    <a:pt x="6294820" y="1870"/>
                  </a:lnTo>
                  <a:lnTo>
                    <a:pt x="6294928" y="1870"/>
                  </a:lnTo>
                  <a:lnTo>
                    <a:pt x="6295037" y="1870"/>
                  </a:lnTo>
                  <a:lnTo>
                    <a:pt x="6295145" y="1870"/>
                  </a:lnTo>
                  <a:lnTo>
                    <a:pt x="6295254" y="1870"/>
                  </a:lnTo>
                  <a:lnTo>
                    <a:pt x="6295362" y="1870"/>
                  </a:lnTo>
                  <a:lnTo>
                    <a:pt x="6295470" y="1870"/>
                  </a:lnTo>
                  <a:lnTo>
                    <a:pt x="6295579" y="1870"/>
                  </a:lnTo>
                  <a:lnTo>
                    <a:pt x="6295687" y="1870"/>
                  </a:lnTo>
                  <a:lnTo>
                    <a:pt x="6295796" y="1870"/>
                  </a:lnTo>
                  <a:lnTo>
                    <a:pt x="6295904" y="1870"/>
                  </a:lnTo>
                  <a:lnTo>
                    <a:pt x="6296013" y="1870"/>
                  </a:lnTo>
                  <a:lnTo>
                    <a:pt x="6296121" y="1870"/>
                  </a:lnTo>
                  <a:lnTo>
                    <a:pt x="6296230" y="1870"/>
                  </a:lnTo>
                  <a:lnTo>
                    <a:pt x="6296338" y="1870"/>
                  </a:lnTo>
                  <a:lnTo>
                    <a:pt x="6296446" y="1870"/>
                  </a:lnTo>
                  <a:lnTo>
                    <a:pt x="6296555" y="1870"/>
                  </a:lnTo>
                  <a:lnTo>
                    <a:pt x="6296663" y="1870"/>
                  </a:lnTo>
                  <a:lnTo>
                    <a:pt x="6296663" y="1247"/>
                  </a:lnTo>
                  <a:lnTo>
                    <a:pt x="6296772" y="1247"/>
                  </a:lnTo>
                  <a:lnTo>
                    <a:pt x="6296880" y="1247"/>
                  </a:lnTo>
                  <a:lnTo>
                    <a:pt x="6296989" y="1247"/>
                  </a:lnTo>
                  <a:lnTo>
                    <a:pt x="6297097" y="1247"/>
                  </a:lnTo>
                  <a:lnTo>
                    <a:pt x="6297206" y="1247"/>
                  </a:lnTo>
                  <a:lnTo>
                    <a:pt x="6297314" y="1247"/>
                  </a:lnTo>
                  <a:lnTo>
                    <a:pt x="6297423" y="1247"/>
                  </a:lnTo>
                  <a:lnTo>
                    <a:pt x="6297531" y="1247"/>
                  </a:lnTo>
                  <a:lnTo>
                    <a:pt x="6297639" y="1247"/>
                  </a:lnTo>
                  <a:lnTo>
                    <a:pt x="6297748" y="1247"/>
                  </a:lnTo>
                  <a:lnTo>
                    <a:pt x="6297856" y="1247"/>
                  </a:lnTo>
                  <a:lnTo>
                    <a:pt x="6297965" y="1247"/>
                  </a:lnTo>
                  <a:lnTo>
                    <a:pt x="6298073" y="1247"/>
                  </a:lnTo>
                  <a:lnTo>
                    <a:pt x="6298182" y="1247"/>
                  </a:lnTo>
                  <a:lnTo>
                    <a:pt x="6298290" y="1247"/>
                  </a:lnTo>
                  <a:lnTo>
                    <a:pt x="6298399" y="1247"/>
                  </a:lnTo>
                  <a:lnTo>
                    <a:pt x="6298507" y="1247"/>
                  </a:lnTo>
                  <a:lnTo>
                    <a:pt x="6298615" y="1247"/>
                  </a:lnTo>
                  <a:lnTo>
                    <a:pt x="6298724" y="1247"/>
                  </a:lnTo>
                  <a:lnTo>
                    <a:pt x="6298832" y="1247"/>
                  </a:lnTo>
                  <a:lnTo>
                    <a:pt x="6298941" y="1247"/>
                  </a:lnTo>
                  <a:lnTo>
                    <a:pt x="6299049" y="1247"/>
                  </a:lnTo>
                  <a:lnTo>
                    <a:pt x="6299158" y="1247"/>
                  </a:lnTo>
                  <a:lnTo>
                    <a:pt x="6299266" y="1247"/>
                  </a:lnTo>
                  <a:lnTo>
                    <a:pt x="6299375" y="1247"/>
                  </a:lnTo>
                  <a:lnTo>
                    <a:pt x="6299483" y="1247"/>
                  </a:lnTo>
                  <a:lnTo>
                    <a:pt x="6299591" y="1247"/>
                  </a:lnTo>
                  <a:lnTo>
                    <a:pt x="6299700" y="1247"/>
                  </a:lnTo>
                  <a:lnTo>
                    <a:pt x="6299808" y="1247"/>
                  </a:lnTo>
                  <a:lnTo>
                    <a:pt x="6299917" y="1247"/>
                  </a:lnTo>
                  <a:lnTo>
                    <a:pt x="6300025" y="1247"/>
                  </a:lnTo>
                  <a:lnTo>
                    <a:pt x="6300134" y="1247"/>
                  </a:lnTo>
                  <a:lnTo>
                    <a:pt x="6300242" y="1247"/>
                  </a:lnTo>
                  <a:lnTo>
                    <a:pt x="6300351" y="1247"/>
                  </a:lnTo>
                  <a:lnTo>
                    <a:pt x="6300459" y="1247"/>
                  </a:lnTo>
                  <a:lnTo>
                    <a:pt x="6300567" y="1247"/>
                  </a:lnTo>
                  <a:lnTo>
                    <a:pt x="6300676" y="1247"/>
                  </a:lnTo>
                  <a:lnTo>
                    <a:pt x="6300784" y="1247"/>
                  </a:lnTo>
                  <a:lnTo>
                    <a:pt x="6300893" y="1247"/>
                  </a:lnTo>
                  <a:lnTo>
                    <a:pt x="6301001" y="1247"/>
                  </a:lnTo>
                  <a:lnTo>
                    <a:pt x="6301110" y="1247"/>
                  </a:lnTo>
                  <a:lnTo>
                    <a:pt x="6301218" y="1247"/>
                  </a:lnTo>
                  <a:lnTo>
                    <a:pt x="6301327" y="1247"/>
                  </a:lnTo>
                  <a:lnTo>
                    <a:pt x="6301435" y="1247"/>
                  </a:lnTo>
                  <a:lnTo>
                    <a:pt x="6301544" y="1247"/>
                  </a:lnTo>
                  <a:lnTo>
                    <a:pt x="6301652" y="1247"/>
                  </a:lnTo>
                  <a:lnTo>
                    <a:pt x="6301760" y="1247"/>
                  </a:lnTo>
                  <a:lnTo>
                    <a:pt x="6301869" y="1247"/>
                  </a:lnTo>
                  <a:lnTo>
                    <a:pt x="6301977" y="1247"/>
                  </a:lnTo>
                  <a:lnTo>
                    <a:pt x="6302086" y="1247"/>
                  </a:lnTo>
                  <a:lnTo>
                    <a:pt x="6302194" y="1247"/>
                  </a:lnTo>
                  <a:lnTo>
                    <a:pt x="6302303" y="1247"/>
                  </a:lnTo>
                  <a:lnTo>
                    <a:pt x="6302411" y="1247"/>
                  </a:lnTo>
                  <a:lnTo>
                    <a:pt x="6302520" y="1247"/>
                  </a:lnTo>
                  <a:lnTo>
                    <a:pt x="6302628" y="1247"/>
                  </a:lnTo>
                  <a:lnTo>
                    <a:pt x="6302736" y="1247"/>
                  </a:lnTo>
                  <a:lnTo>
                    <a:pt x="6302845" y="1247"/>
                  </a:lnTo>
                  <a:lnTo>
                    <a:pt x="6302953" y="1247"/>
                  </a:lnTo>
                  <a:lnTo>
                    <a:pt x="6303062" y="1247"/>
                  </a:lnTo>
                  <a:lnTo>
                    <a:pt x="6303170" y="1247"/>
                  </a:lnTo>
                  <a:lnTo>
                    <a:pt x="6303279" y="1247"/>
                  </a:lnTo>
                  <a:lnTo>
                    <a:pt x="6303387" y="1247"/>
                  </a:lnTo>
                  <a:lnTo>
                    <a:pt x="6303496" y="1247"/>
                  </a:lnTo>
                  <a:lnTo>
                    <a:pt x="6303604" y="1247"/>
                  </a:lnTo>
                  <a:lnTo>
                    <a:pt x="6303712" y="1247"/>
                  </a:lnTo>
                  <a:lnTo>
                    <a:pt x="6303821" y="1247"/>
                  </a:lnTo>
                  <a:lnTo>
                    <a:pt x="6303929" y="1247"/>
                  </a:lnTo>
                  <a:lnTo>
                    <a:pt x="6304038" y="1247"/>
                  </a:lnTo>
                  <a:lnTo>
                    <a:pt x="6304146" y="1247"/>
                  </a:lnTo>
                  <a:lnTo>
                    <a:pt x="6304255" y="1247"/>
                  </a:lnTo>
                  <a:lnTo>
                    <a:pt x="6304363" y="1247"/>
                  </a:lnTo>
                  <a:lnTo>
                    <a:pt x="6304472" y="1247"/>
                  </a:lnTo>
                  <a:lnTo>
                    <a:pt x="6304580" y="1247"/>
                  </a:lnTo>
                  <a:lnTo>
                    <a:pt x="6304688" y="1247"/>
                  </a:lnTo>
                  <a:lnTo>
                    <a:pt x="6304797" y="1247"/>
                  </a:lnTo>
                  <a:lnTo>
                    <a:pt x="6304905" y="1247"/>
                  </a:lnTo>
                  <a:lnTo>
                    <a:pt x="6305014" y="1247"/>
                  </a:lnTo>
                  <a:lnTo>
                    <a:pt x="6305122" y="1247"/>
                  </a:lnTo>
                  <a:lnTo>
                    <a:pt x="6305231" y="1247"/>
                  </a:lnTo>
                  <a:lnTo>
                    <a:pt x="6305339" y="1247"/>
                  </a:lnTo>
                  <a:lnTo>
                    <a:pt x="6305448" y="1247"/>
                  </a:lnTo>
                  <a:lnTo>
                    <a:pt x="6305556" y="1247"/>
                  </a:lnTo>
                  <a:lnTo>
                    <a:pt x="6305665" y="1247"/>
                  </a:lnTo>
                  <a:lnTo>
                    <a:pt x="6305773" y="1247"/>
                  </a:lnTo>
                  <a:lnTo>
                    <a:pt x="6305881" y="1247"/>
                  </a:lnTo>
                  <a:lnTo>
                    <a:pt x="6305990" y="1247"/>
                  </a:lnTo>
                  <a:lnTo>
                    <a:pt x="6306098" y="1247"/>
                  </a:lnTo>
                  <a:lnTo>
                    <a:pt x="6306207" y="1247"/>
                  </a:lnTo>
                  <a:lnTo>
                    <a:pt x="6306315" y="1247"/>
                  </a:lnTo>
                  <a:lnTo>
                    <a:pt x="6306424" y="1247"/>
                  </a:lnTo>
                  <a:lnTo>
                    <a:pt x="6306532" y="1247"/>
                  </a:lnTo>
                  <a:lnTo>
                    <a:pt x="6306641" y="1247"/>
                  </a:lnTo>
                  <a:lnTo>
                    <a:pt x="6306749" y="1247"/>
                  </a:lnTo>
                  <a:lnTo>
                    <a:pt x="6306857" y="1247"/>
                  </a:lnTo>
                  <a:lnTo>
                    <a:pt x="6306966" y="1247"/>
                  </a:lnTo>
                  <a:lnTo>
                    <a:pt x="6307074" y="1247"/>
                  </a:lnTo>
                  <a:lnTo>
                    <a:pt x="6307183" y="1247"/>
                  </a:lnTo>
                  <a:lnTo>
                    <a:pt x="6307291" y="1247"/>
                  </a:lnTo>
                  <a:lnTo>
                    <a:pt x="6307400" y="1247"/>
                  </a:lnTo>
                  <a:lnTo>
                    <a:pt x="6307508" y="1247"/>
                  </a:lnTo>
                  <a:lnTo>
                    <a:pt x="6307617" y="1247"/>
                  </a:lnTo>
                  <a:lnTo>
                    <a:pt x="6307725" y="1247"/>
                  </a:lnTo>
                  <a:lnTo>
                    <a:pt x="6307833" y="1247"/>
                  </a:lnTo>
                  <a:lnTo>
                    <a:pt x="6307942" y="1247"/>
                  </a:lnTo>
                  <a:lnTo>
                    <a:pt x="6308050" y="1247"/>
                  </a:lnTo>
                  <a:lnTo>
                    <a:pt x="6308159" y="1247"/>
                  </a:lnTo>
                  <a:lnTo>
                    <a:pt x="6308267" y="1247"/>
                  </a:lnTo>
                  <a:lnTo>
                    <a:pt x="6308376" y="1247"/>
                  </a:lnTo>
                  <a:lnTo>
                    <a:pt x="6308484" y="1247"/>
                  </a:lnTo>
                  <a:lnTo>
                    <a:pt x="6308593" y="1247"/>
                  </a:lnTo>
                  <a:lnTo>
                    <a:pt x="6308701" y="1247"/>
                  </a:lnTo>
                  <a:lnTo>
                    <a:pt x="6308809" y="1247"/>
                  </a:lnTo>
                  <a:lnTo>
                    <a:pt x="6308918" y="1247"/>
                  </a:lnTo>
                  <a:lnTo>
                    <a:pt x="6308918" y="623"/>
                  </a:lnTo>
                  <a:lnTo>
                    <a:pt x="6309026" y="623"/>
                  </a:lnTo>
                  <a:lnTo>
                    <a:pt x="6309135" y="623"/>
                  </a:lnTo>
                  <a:lnTo>
                    <a:pt x="6309243" y="623"/>
                  </a:lnTo>
                  <a:lnTo>
                    <a:pt x="6309352" y="623"/>
                  </a:lnTo>
                  <a:lnTo>
                    <a:pt x="6309460" y="623"/>
                  </a:lnTo>
                  <a:lnTo>
                    <a:pt x="6309569" y="623"/>
                  </a:lnTo>
                  <a:lnTo>
                    <a:pt x="6309677" y="623"/>
                  </a:lnTo>
                  <a:lnTo>
                    <a:pt x="6309786" y="623"/>
                  </a:lnTo>
                  <a:lnTo>
                    <a:pt x="6309894" y="623"/>
                  </a:lnTo>
                  <a:lnTo>
                    <a:pt x="6310002" y="623"/>
                  </a:lnTo>
                  <a:lnTo>
                    <a:pt x="6310111" y="623"/>
                  </a:lnTo>
                  <a:lnTo>
                    <a:pt x="6310219" y="623"/>
                  </a:lnTo>
                  <a:lnTo>
                    <a:pt x="6310328" y="623"/>
                  </a:lnTo>
                  <a:lnTo>
                    <a:pt x="6310328" y="0"/>
                  </a:lnTo>
                  <a:lnTo>
                    <a:pt x="6310328" y="0"/>
                  </a:lnTo>
                  <a:lnTo>
                    <a:pt x="6310436" y="0"/>
                  </a:lnTo>
                  <a:lnTo>
                    <a:pt x="6310545" y="0"/>
                  </a:lnTo>
                  <a:lnTo>
                    <a:pt x="6310653" y="0"/>
                  </a:lnTo>
                  <a:lnTo>
                    <a:pt x="6310762" y="0"/>
                  </a:lnTo>
                  <a:lnTo>
                    <a:pt x="6310870" y="0"/>
                  </a:lnTo>
                  <a:lnTo>
                    <a:pt x="6310978" y="0"/>
                  </a:lnTo>
                  <a:lnTo>
                    <a:pt x="6311087" y="0"/>
                  </a:lnTo>
                  <a:lnTo>
                    <a:pt x="6311195" y="0"/>
                  </a:lnTo>
                  <a:lnTo>
                    <a:pt x="6311304" y="0"/>
                  </a:lnTo>
                  <a:lnTo>
                    <a:pt x="6311412" y="0"/>
                  </a:lnTo>
                  <a:lnTo>
                    <a:pt x="6311521" y="0"/>
                  </a:lnTo>
                  <a:lnTo>
                    <a:pt x="6311629" y="0"/>
                  </a:lnTo>
                  <a:lnTo>
                    <a:pt x="6311738" y="0"/>
                  </a:lnTo>
                  <a:lnTo>
                    <a:pt x="6311846" y="0"/>
                  </a:lnTo>
                  <a:lnTo>
                    <a:pt x="6311954" y="0"/>
                  </a:lnTo>
                  <a:lnTo>
                    <a:pt x="6312063" y="0"/>
                  </a:lnTo>
                  <a:lnTo>
                    <a:pt x="6312171" y="0"/>
                  </a:lnTo>
                  <a:lnTo>
                    <a:pt x="6312280" y="0"/>
                  </a:lnTo>
                  <a:lnTo>
                    <a:pt x="6312388" y="0"/>
                  </a:lnTo>
                  <a:lnTo>
                    <a:pt x="6312497" y="0"/>
                  </a:lnTo>
                  <a:lnTo>
                    <a:pt x="6312605" y="0"/>
                  </a:lnTo>
                  <a:lnTo>
                    <a:pt x="6312714" y="0"/>
                  </a:lnTo>
                  <a:lnTo>
                    <a:pt x="6312822" y="0"/>
                  </a:lnTo>
                  <a:lnTo>
                    <a:pt x="6312930" y="0"/>
                  </a:lnTo>
                  <a:lnTo>
                    <a:pt x="6313039" y="0"/>
                  </a:lnTo>
                  <a:lnTo>
                    <a:pt x="6313147" y="0"/>
                  </a:lnTo>
                  <a:lnTo>
                    <a:pt x="6313256" y="0"/>
                  </a:lnTo>
                  <a:lnTo>
                    <a:pt x="6313364" y="0"/>
                  </a:lnTo>
                  <a:lnTo>
                    <a:pt x="6313473" y="0"/>
                  </a:lnTo>
                  <a:lnTo>
                    <a:pt x="6313581" y="0"/>
                  </a:lnTo>
                  <a:lnTo>
                    <a:pt x="6313690" y="0"/>
                  </a:lnTo>
                  <a:lnTo>
                    <a:pt x="6313798" y="0"/>
                  </a:lnTo>
                  <a:lnTo>
                    <a:pt x="6313906" y="0"/>
                  </a:lnTo>
                  <a:lnTo>
                    <a:pt x="6314015" y="0"/>
                  </a:lnTo>
                  <a:lnTo>
                    <a:pt x="6314123" y="0"/>
                  </a:lnTo>
                  <a:lnTo>
                    <a:pt x="6314232" y="0"/>
                  </a:lnTo>
                  <a:lnTo>
                    <a:pt x="6314340" y="0"/>
                  </a:lnTo>
                  <a:lnTo>
                    <a:pt x="6314449" y="0"/>
                  </a:lnTo>
                  <a:lnTo>
                    <a:pt x="6314557" y="0"/>
                  </a:lnTo>
                  <a:lnTo>
                    <a:pt x="6314666" y="0"/>
                  </a:lnTo>
                  <a:lnTo>
                    <a:pt x="6314774" y="0"/>
                  </a:lnTo>
                  <a:lnTo>
                    <a:pt x="6314883" y="0"/>
                  </a:lnTo>
                  <a:lnTo>
                    <a:pt x="6314991" y="0"/>
                  </a:lnTo>
                  <a:lnTo>
                    <a:pt x="6315099" y="0"/>
                  </a:lnTo>
                  <a:lnTo>
                    <a:pt x="6315208" y="0"/>
                  </a:lnTo>
                  <a:lnTo>
                    <a:pt x="6315316" y="0"/>
                  </a:lnTo>
                  <a:lnTo>
                    <a:pt x="6315425" y="0"/>
                  </a:lnTo>
                  <a:lnTo>
                    <a:pt x="6315533" y="0"/>
                  </a:lnTo>
                  <a:lnTo>
                    <a:pt x="6315642" y="0"/>
                  </a:lnTo>
                  <a:lnTo>
                    <a:pt x="6315750" y="0"/>
                  </a:lnTo>
                  <a:lnTo>
                    <a:pt x="6315859" y="0"/>
                  </a:lnTo>
                  <a:lnTo>
                    <a:pt x="6315967" y="0"/>
                  </a:lnTo>
                  <a:lnTo>
                    <a:pt x="6316075" y="0"/>
                  </a:lnTo>
                  <a:lnTo>
                    <a:pt x="6316184" y="0"/>
                  </a:lnTo>
                  <a:lnTo>
                    <a:pt x="6316292" y="0"/>
                  </a:lnTo>
                  <a:lnTo>
                    <a:pt x="6316401" y="0"/>
                  </a:lnTo>
                  <a:lnTo>
                    <a:pt x="6316509" y="0"/>
                  </a:lnTo>
                  <a:lnTo>
                    <a:pt x="6316618" y="0"/>
                  </a:lnTo>
                  <a:lnTo>
                    <a:pt x="6316726" y="0"/>
                  </a:lnTo>
                  <a:lnTo>
                    <a:pt x="6316835" y="0"/>
                  </a:lnTo>
                  <a:lnTo>
                    <a:pt x="6316943" y="0"/>
                  </a:lnTo>
                  <a:lnTo>
                    <a:pt x="6317051" y="0"/>
                  </a:lnTo>
                  <a:lnTo>
                    <a:pt x="6317160" y="0"/>
                  </a:lnTo>
                  <a:lnTo>
                    <a:pt x="6317268" y="0"/>
                  </a:lnTo>
                  <a:lnTo>
                    <a:pt x="6317377" y="0"/>
                  </a:lnTo>
                  <a:lnTo>
                    <a:pt x="6317485" y="0"/>
                  </a:lnTo>
                  <a:lnTo>
                    <a:pt x="6317594" y="0"/>
                  </a:lnTo>
                  <a:lnTo>
                    <a:pt x="6317702" y="0"/>
                  </a:lnTo>
                  <a:lnTo>
                    <a:pt x="6317811" y="0"/>
                  </a:lnTo>
                  <a:lnTo>
                    <a:pt x="6317919" y="0"/>
                  </a:lnTo>
                  <a:lnTo>
                    <a:pt x="6318027" y="0"/>
                  </a:lnTo>
                  <a:lnTo>
                    <a:pt x="6318136" y="0"/>
                  </a:lnTo>
                  <a:lnTo>
                    <a:pt x="6318244" y="0"/>
                  </a:lnTo>
                  <a:lnTo>
                    <a:pt x="6318353" y="0"/>
                  </a:lnTo>
                  <a:lnTo>
                    <a:pt x="6318461" y="0"/>
                  </a:lnTo>
                  <a:lnTo>
                    <a:pt x="6318570" y="0"/>
                  </a:lnTo>
                  <a:lnTo>
                    <a:pt x="6318678" y="0"/>
                  </a:lnTo>
                  <a:lnTo>
                    <a:pt x="6318787" y="0"/>
                  </a:lnTo>
                  <a:lnTo>
                    <a:pt x="6318895" y="0"/>
                  </a:lnTo>
                  <a:lnTo>
                    <a:pt x="6319004" y="0"/>
                  </a:lnTo>
                  <a:lnTo>
                    <a:pt x="6319112" y="0"/>
                  </a:lnTo>
                  <a:lnTo>
                    <a:pt x="6319220" y="0"/>
                  </a:lnTo>
                  <a:lnTo>
                    <a:pt x="6319329" y="0"/>
                  </a:lnTo>
                  <a:lnTo>
                    <a:pt x="6319437" y="0"/>
                  </a:lnTo>
                  <a:lnTo>
                    <a:pt x="6319546" y="0"/>
                  </a:lnTo>
                  <a:lnTo>
                    <a:pt x="6319654" y="0"/>
                  </a:lnTo>
                  <a:lnTo>
                    <a:pt x="6319763" y="0"/>
                  </a:lnTo>
                  <a:lnTo>
                    <a:pt x="6319871" y="0"/>
                  </a:lnTo>
                  <a:lnTo>
                    <a:pt x="6319980" y="0"/>
                  </a:lnTo>
                  <a:lnTo>
                    <a:pt x="6320088" y="0"/>
                  </a:lnTo>
                  <a:lnTo>
                    <a:pt x="6320196" y="0"/>
                  </a:lnTo>
                  <a:lnTo>
                    <a:pt x="6320305" y="0"/>
                  </a:lnTo>
                  <a:lnTo>
                    <a:pt x="6320413" y="0"/>
                  </a:lnTo>
                  <a:lnTo>
                    <a:pt x="6320522" y="0"/>
                  </a:lnTo>
                  <a:lnTo>
                    <a:pt x="6320630" y="0"/>
                  </a:lnTo>
                  <a:lnTo>
                    <a:pt x="6320739" y="0"/>
                  </a:lnTo>
                  <a:lnTo>
                    <a:pt x="6320847" y="0"/>
                  </a:lnTo>
                  <a:lnTo>
                    <a:pt x="6320956" y="0"/>
                  </a:lnTo>
                  <a:lnTo>
                    <a:pt x="6321064" y="0"/>
                  </a:lnTo>
                  <a:lnTo>
                    <a:pt x="6321172" y="0"/>
                  </a:lnTo>
                  <a:lnTo>
                    <a:pt x="6321281" y="0"/>
                  </a:lnTo>
                  <a:lnTo>
                    <a:pt x="6321389" y="0"/>
                  </a:lnTo>
                  <a:lnTo>
                    <a:pt x="6321498" y="0"/>
                  </a:lnTo>
                  <a:lnTo>
                    <a:pt x="6321606" y="0"/>
                  </a:lnTo>
                  <a:lnTo>
                    <a:pt x="6321715" y="0"/>
                  </a:lnTo>
                  <a:lnTo>
                    <a:pt x="6321823" y="0"/>
                  </a:lnTo>
                  <a:lnTo>
                    <a:pt x="6321932" y="0"/>
                  </a:lnTo>
                  <a:lnTo>
                    <a:pt x="6322040" y="0"/>
                  </a:lnTo>
                  <a:lnTo>
                    <a:pt x="6322148" y="0"/>
                  </a:lnTo>
                  <a:lnTo>
                    <a:pt x="6322257" y="0"/>
                  </a:lnTo>
                  <a:lnTo>
                    <a:pt x="6322365" y="0"/>
                  </a:lnTo>
                  <a:lnTo>
                    <a:pt x="6322474" y="0"/>
                  </a:lnTo>
                  <a:lnTo>
                    <a:pt x="6322582" y="0"/>
                  </a:lnTo>
                  <a:lnTo>
                    <a:pt x="6322691" y="0"/>
                  </a:lnTo>
                  <a:lnTo>
                    <a:pt x="6322799" y="0"/>
                  </a:lnTo>
                  <a:lnTo>
                    <a:pt x="6322908" y="0"/>
                  </a:lnTo>
                  <a:lnTo>
                    <a:pt x="6323016" y="0"/>
                  </a:lnTo>
                  <a:lnTo>
                    <a:pt x="6323125" y="0"/>
                  </a:lnTo>
                  <a:lnTo>
                    <a:pt x="6323233" y="0"/>
                  </a:lnTo>
                  <a:lnTo>
                    <a:pt x="6323341" y="0"/>
                  </a:lnTo>
                  <a:lnTo>
                    <a:pt x="6323450" y="0"/>
                  </a:lnTo>
                  <a:lnTo>
                    <a:pt x="6323558" y="0"/>
                  </a:lnTo>
                  <a:lnTo>
                    <a:pt x="6323667" y="0"/>
                  </a:lnTo>
                  <a:lnTo>
                    <a:pt x="6323775" y="0"/>
                  </a:lnTo>
                  <a:lnTo>
                    <a:pt x="6323884" y="0"/>
                  </a:lnTo>
                  <a:lnTo>
                    <a:pt x="6323992" y="0"/>
                  </a:lnTo>
                  <a:lnTo>
                    <a:pt x="6324101" y="0"/>
                  </a:lnTo>
                  <a:lnTo>
                    <a:pt x="6324209" y="0"/>
                  </a:lnTo>
                  <a:lnTo>
                    <a:pt x="6324317" y="0"/>
                  </a:lnTo>
                  <a:lnTo>
                    <a:pt x="6324426" y="0"/>
                  </a:lnTo>
                  <a:lnTo>
                    <a:pt x="6324534" y="0"/>
                  </a:lnTo>
                  <a:lnTo>
                    <a:pt x="6324643" y="0"/>
                  </a:lnTo>
                  <a:lnTo>
                    <a:pt x="6324751" y="0"/>
                  </a:lnTo>
                  <a:lnTo>
                    <a:pt x="6324860" y="0"/>
                  </a:lnTo>
                  <a:lnTo>
                    <a:pt x="6324968" y="0"/>
                  </a:lnTo>
                  <a:lnTo>
                    <a:pt x="6325077" y="0"/>
                  </a:lnTo>
                  <a:lnTo>
                    <a:pt x="6325185" y="0"/>
                  </a:lnTo>
                  <a:lnTo>
                    <a:pt x="6325293" y="0"/>
                  </a:lnTo>
                  <a:lnTo>
                    <a:pt x="6325402" y="0"/>
                  </a:lnTo>
                  <a:lnTo>
                    <a:pt x="6325510" y="0"/>
                  </a:lnTo>
                  <a:lnTo>
                    <a:pt x="6325619" y="0"/>
                  </a:lnTo>
                  <a:lnTo>
                    <a:pt x="6325727" y="0"/>
                  </a:lnTo>
                  <a:lnTo>
                    <a:pt x="6325836" y="0"/>
                  </a:lnTo>
                  <a:lnTo>
                    <a:pt x="6325944" y="0"/>
                  </a:lnTo>
                  <a:lnTo>
                    <a:pt x="6326053" y="0"/>
                  </a:lnTo>
                  <a:lnTo>
                    <a:pt x="6326161" y="0"/>
                  </a:lnTo>
                  <a:lnTo>
                    <a:pt x="6326269" y="0"/>
                  </a:lnTo>
                  <a:lnTo>
                    <a:pt x="6326378" y="0"/>
                  </a:lnTo>
                  <a:lnTo>
                    <a:pt x="6326486" y="0"/>
                  </a:lnTo>
                  <a:lnTo>
                    <a:pt x="6326595" y="0"/>
                  </a:lnTo>
                  <a:lnTo>
                    <a:pt x="6326703" y="0"/>
                  </a:lnTo>
                  <a:lnTo>
                    <a:pt x="6326812" y="0"/>
                  </a:lnTo>
                  <a:lnTo>
                    <a:pt x="6326920" y="0"/>
                  </a:lnTo>
                  <a:lnTo>
                    <a:pt x="6327029" y="0"/>
                  </a:lnTo>
                  <a:lnTo>
                    <a:pt x="6327137" y="0"/>
                  </a:lnTo>
                  <a:lnTo>
                    <a:pt x="6327246" y="0"/>
                  </a:lnTo>
                  <a:lnTo>
                    <a:pt x="6327354" y="0"/>
                  </a:lnTo>
                  <a:lnTo>
                    <a:pt x="6327462" y="0"/>
                  </a:lnTo>
                  <a:lnTo>
                    <a:pt x="6327571" y="0"/>
                  </a:lnTo>
                  <a:lnTo>
                    <a:pt x="6327679" y="0"/>
                  </a:lnTo>
                  <a:lnTo>
                    <a:pt x="6327788" y="0"/>
                  </a:lnTo>
                  <a:lnTo>
                    <a:pt x="6327896" y="0"/>
                  </a:lnTo>
                  <a:lnTo>
                    <a:pt x="6328005" y="0"/>
                  </a:lnTo>
                  <a:lnTo>
                    <a:pt x="6328113" y="0"/>
                  </a:lnTo>
                  <a:lnTo>
                    <a:pt x="6328222" y="0"/>
                  </a:lnTo>
                  <a:lnTo>
                    <a:pt x="6328330" y="0"/>
                  </a:lnTo>
                  <a:lnTo>
                    <a:pt x="6328438" y="0"/>
                  </a:lnTo>
                  <a:lnTo>
                    <a:pt x="6328547" y="0"/>
                  </a:lnTo>
                  <a:lnTo>
                    <a:pt x="6328655" y="0"/>
                  </a:lnTo>
                  <a:lnTo>
                    <a:pt x="6328764" y="0"/>
                  </a:lnTo>
                  <a:lnTo>
                    <a:pt x="6328872" y="0"/>
                  </a:lnTo>
                  <a:lnTo>
                    <a:pt x="6328981" y="0"/>
                  </a:lnTo>
                  <a:lnTo>
                    <a:pt x="6329089" y="0"/>
                  </a:lnTo>
                  <a:lnTo>
                    <a:pt x="6329198" y="0"/>
                  </a:lnTo>
                  <a:lnTo>
                    <a:pt x="6329306" y="0"/>
                  </a:lnTo>
                  <a:lnTo>
                    <a:pt x="6329414" y="0"/>
                  </a:lnTo>
                  <a:lnTo>
                    <a:pt x="6329523" y="0"/>
                  </a:lnTo>
                  <a:lnTo>
                    <a:pt x="6329631" y="0"/>
                  </a:lnTo>
                  <a:lnTo>
                    <a:pt x="6329740" y="0"/>
                  </a:lnTo>
                  <a:lnTo>
                    <a:pt x="6329848" y="0"/>
                  </a:lnTo>
                  <a:lnTo>
                    <a:pt x="6329957" y="0"/>
                  </a:lnTo>
                  <a:lnTo>
                    <a:pt x="6330065" y="0"/>
                  </a:lnTo>
                  <a:lnTo>
                    <a:pt x="6330174" y="0"/>
                  </a:lnTo>
                  <a:lnTo>
                    <a:pt x="6330282" y="0"/>
                  </a:lnTo>
                  <a:lnTo>
                    <a:pt x="6330390" y="0"/>
                  </a:lnTo>
                  <a:lnTo>
                    <a:pt x="6330499" y="0"/>
                  </a:lnTo>
                  <a:lnTo>
                    <a:pt x="6330607" y="0"/>
                  </a:lnTo>
                  <a:lnTo>
                    <a:pt x="6330716" y="0"/>
                  </a:lnTo>
                  <a:lnTo>
                    <a:pt x="6330824" y="0"/>
                  </a:lnTo>
                  <a:lnTo>
                    <a:pt x="6330933" y="0"/>
                  </a:lnTo>
                  <a:lnTo>
                    <a:pt x="6331041" y="0"/>
                  </a:lnTo>
                  <a:lnTo>
                    <a:pt x="6331150" y="0"/>
                  </a:lnTo>
                  <a:lnTo>
                    <a:pt x="6331258" y="0"/>
                  </a:lnTo>
                  <a:lnTo>
                    <a:pt x="6331367" y="0"/>
                  </a:lnTo>
                  <a:lnTo>
                    <a:pt x="6331475" y="0"/>
                  </a:lnTo>
                  <a:lnTo>
                    <a:pt x="6331583" y="0"/>
                  </a:lnTo>
                  <a:lnTo>
                    <a:pt x="6331692" y="0"/>
                  </a:lnTo>
                  <a:lnTo>
                    <a:pt x="6331800" y="0"/>
                  </a:lnTo>
                  <a:lnTo>
                    <a:pt x="6331909" y="0"/>
                  </a:lnTo>
                  <a:lnTo>
                    <a:pt x="6332017" y="0"/>
                  </a:lnTo>
                  <a:lnTo>
                    <a:pt x="6332126" y="0"/>
                  </a:lnTo>
                  <a:lnTo>
                    <a:pt x="6332234" y="0"/>
                  </a:lnTo>
                  <a:lnTo>
                    <a:pt x="6332343" y="0"/>
                  </a:lnTo>
                  <a:lnTo>
                    <a:pt x="6332451" y="0"/>
                  </a:lnTo>
                  <a:lnTo>
                    <a:pt x="6332559" y="0"/>
                  </a:lnTo>
                  <a:lnTo>
                    <a:pt x="6332668" y="0"/>
                  </a:lnTo>
                  <a:lnTo>
                    <a:pt x="6332776" y="0"/>
                  </a:lnTo>
                  <a:lnTo>
                    <a:pt x="6332885" y="0"/>
                  </a:lnTo>
                  <a:lnTo>
                    <a:pt x="6332993" y="0"/>
                  </a:lnTo>
                  <a:lnTo>
                    <a:pt x="6333102" y="0"/>
                  </a:lnTo>
                  <a:lnTo>
                    <a:pt x="6333210" y="0"/>
                  </a:lnTo>
                  <a:lnTo>
                    <a:pt x="6333319" y="0"/>
                  </a:lnTo>
                  <a:lnTo>
                    <a:pt x="6333427" y="0"/>
                  </a:lnTo>
                  <a:lnTo>
                    <a:pt x="6333535" y="0"/>
                  </a:lnTo>
                  <a:lnTo>
                    <a:pt x="6333644" y="0"/>
                  </a:lnTo>
                  <a:lnTo>
                    <a:pt x="6333752" y="0"/>
                  </a:lnTo>
                  <a:lnTo>
                    <a:pt x="6333861" y="0"/>
                  </a:lnTo>
                  <a:lnTo>
                    <a:pt x="6333969" y="0"/>
                  </a:lnTo>
                  <a:lnTo>
                    <a:pt x="6334078" y="0"/>
                  </a:lnTo>
                  <a:lnTo>
                    <a:pt x="6334186" y="0"/>
                  </a:lnTo>
                  <a:lnTo>
                    <a:pt x="6334295" y="0"/>
                  </a:lnTo>
                  <a:lnTo>
                    <a:pt x="6334403" y="0"/>
                  </a:lnTo>
                  <a:lnTo>
                    <a:pt x="6334511" y="0"/>
                  </a:lnTo>
                  <a:lnTo>
                    <a:pt x="6334620" y="0"/>
                  </a:lnTo>
                  <a:lnTo>
                    <a:pt x="6334728" y="0"/>
                  </a:lnTo>
                  <a:lnTo>
                    <a:pt x="6334837" y="0"/>
                  </a:lnTo>
                  <a:lnTo>
                    <a:pt x="6334945" y="0"/>
                  </a:lnTo>
                  <a:lnTo>
                    <a:pt x="6335054" y="0"/>
                  </a:lnTo>
                  <a:lnTo>
                    <a:pt x="6335162" y="0"/>
                  </a:lnTo>
                  <a:lnTo>
                    <a:pt x="6335271" y="0"/>
                  </a:lnTo>
                  <a:lnTo>
                    <a:pt x="6335379" y="0"/>
                  </a:lnTo>
                  <a:lnTo>
                    <a:pt x="6335487" y="0"/>
                  </a:lnTo>
                  <a:lnTo>
                    <a:pt x="6335596" y="0"/>
                  </a:lnTo>
                  <a:lnTo>
                    <a:pt x="6335704" y="0"/>
                  </a:lnTo>
                  <a:lnTo>
                    <a:pt x="6335813" y="0"/>
                  </a:lnTo>
                  <a:lnTo>
                    <a:pt x="6335921" y="0"/>
                  </a:lnTo>
                  <a:lnTo>
                    <a:pt x="6336030" y="0"/>
                  </a:lnTo>
                  <a:lnTo>
                    <a:pt x="6336138" y="0"/>
                  </a:lnTo>
                  <a:lnTo>
                    <a:pt x="6336247" y="0"/>
                  </a:lnTo>
                  <a:lnTo>
                    <a:pt x="6336355" y="0"/>
                  </a:lnTo>
                  <a:lnTo>
                    <a:pt x="6336464" y="0"/>
                  </a:lnTo>
                  <a:lnTo>
                    <a:pt x="6336572" y="0"/>
                  </a:lnTo>
                  <a:lnTo>
                    <a:pt x="6336680" y="0"/>
                  </a:lnTo>
                  <a:lnTo>
                    <a:pt x="6336789" y="0"/>
                  </a:lnTo>
                  <a:lnTo>
                    <a:pt x="6336897" y="0"/>
                  </a:lnTo>
                  <a:lnTo>
                    <a:pt x="6337006" y="0"/>
                  </a:lnTo>
                  <a:lnTo>
                    <a:pt x="6337114" y="0"/>
                  </a:lnTo>
                  <a:lnTo>
                    <a:pt x="6337223" y="0"/>
                  </a:lnTo>
                  <a:lnTo>
                    <a:pt x="6337331" y="0"/>
                  </a:lnTo>
                  <a:lnTo>
                    <a:pt x="6337440" y="0"/>
                  </a:lnTo>
                  <a:lnTo>
                    <a:pt x="6337548" y="0"/>
                  </a:lnTo>
                  <a:lnTo>
                    <a:pt x="6337656" y="0"/>
                  </a:lnTo>
                  <a:lnTo>
                    <a:pt x="6337765" y="0"/>
                  </a:lnTo>
                  <a:lnTo>
                    <a:pt x="6337873" y="0"/>
                  </a:lnTo>
                  <a:lnTo>
                    <a:pt x="6337982" y="0"/>
                  </a:lnTo>
                  <a:lnTo>
                    <a:pt x="6338090" y="0"/>
                  </a:lnTo>
                  <a:lnTo>
                    <a:pt x="6338199" y="0"/>
                  </a:lnTo>
                  <a:lnTo>
                    <a:pt x="6338307" y="0"/>
                  </a:lnTo>
                  <a:lnTo>
                    <a:pt x="6338416" y="0"/>
                  </a:lnTo>
                  <a:lnTo>
                    <a:pt x="6338524" y="0"/>
                  </a:lnTo>
                  <a:lnTo>
                    <a:pt x="6338632" y="0"/>
                  </a:lnTo>
                  <a:lnTo>
                    <a:pt x="6338741" y="0"/>
                  </a:lnTo>
                  <a:lnTo>
                    <a:pt x="6338849" y="0"/>
                  </a:lnTo>
                  <a:lnTo>
                    <a:pt x="6338958" y="0"/>
                  </a:lnTo>
                  <a:lnTo>
                    <a:pt x="6339066" y="0"/>
                  </a:lnTo>
                  <a:lnTo>
                    <a:pt x="6339175" y="0"/>
                  </a:lnTo>
                  <a:lnTo>
                    <a:pt x="6339283" y="0"/>
                  </a:lnTo>
                  <a:lnTo>
                    <a:pt x="6339392" y="0"/>
                  </a:lnTo>
                  <a:lnTo>
                    <a:pt x="6339500" y="0"/>
                  </a:lnTo>
                  <a:lnTo>
                    <a:pt x="6339608" y="0"/>
                  </a:lnTo>
                  <a:lnTo>
                    <a:pt x="6339717" y="0"/>
                  </a:lnTo>
                  <a:lnTo>
                    <a:pt x="6339825" y="0"/>
                  </a:lnTo>
                  <a:lnTo>
                    <a:pt x="6339934" y="0"/>
                  </a:lnTo>
                  <a:lnTo>
                    <a:pt x="6340042" y="0"/>
                  </a:lnTo>
                  <a:lnTo>
                    <a:pt x="6340151" y="0"/>
                  </a:lnTo>
                  <a:lnTo>
                    <a:pt x="6340259" y="0"/>
                  </a:lnTo>
                  <a:lnTo>
                    <a:pt x="6340368" y="0"/>
                  </a:lnTo>
                  <a:lnTo>
                    <a:pt x="6340476" y="0"/>
                  </a:lnTo>
                  <a:lnTo>
                    <a:pt x="6340585" y="0"/>
                  </a:lnTo>
                  <a:lnTo>
                    <a:pt x="6340585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652822" y="69589"/>
              <a:ext cx="6340585" cy="6340585"/>
            </a:xfrm>
            <a:custGeom>
              <a:avLst/>
              <a:pathLst>
                <a:path w="6340585" h="6340585">
                  <a:moveTo>
                    <a:pt x="0" y="6340585"/>
                  </a:moveTo>
                  <a:lnTo>
                    <a:pt x="108" y="6340585"/>
                  </a:lnTo>
                  <a:lnTo>
                    <a:pt x="108" y="6339961"/>
                  </a:lnTo>
                  <a:lnTo>
                    <a:pt x="216" y="6339961"/>
                  </a:lnTo>
                  <a:lnTo>
                    <a:pt x="216" y="6339337"/>
                  </a:lnTo>
                  <a:lnTo>
                    <a:pt x="325" y="6339337"/>
                  </a:lnTo>
                  <a:lnTo>
                    <a:pt x="433" y="6339337"/>
                  </a:lnTo>
                  <a:lnTo>
                    <a:pt x="542" y="6339337"/>
                  </a:lnTo>
                  <a:lnTo>
                    <a:pt x="650" y="6339337"/>
                  </a:lnTo>
                  <a:lnTo>
                    <a:pt x="650" y="6338714"/>
                  </a:lnTo>
                  <a:lnTo>
                    <a:pt x="759" y="6338714"/>
                  </a:lnTo>
                  <a:lnTo>
                    <a:pt x="867" y="6338714"/>
                  </a:lnTo>
                  <a:lnTo>
                    <a:pt x="976" y="6338714"/>
                  </a:lnTo>
                  <a:lnTo>
                    <a:pt x="1084" y="6338714"/>
                  </a:lnTo>
                  <a:lnTo>
                    <a:pt x="1084" y="6338090"/>
                  </a:lnTo>
                  <a:lnTo>
                    <a:pt x="1192" y="6338090"/>
                  </a:lnTo>
                  <a:lnTo>
                    <a:pt x="1301" y="6338090"/>
                  </a:lnTo>
                  <a:lnTo>
                    <a:pt x="1409" y="6338090"/>
                  </a:lnTo>
                  <a:lnTo>
                    <a:pt x="1518" y="6338090"/>
                  </a:lnTo>
                  <a:lnTo>
                    <a:pt x="1626" y="6338090"/>
                  </a:lnTo>
                  <a:lnTo>
                    <a:pt x="1735" y="6338090"/>
                  </a:lnTo>
                  <a:lnTo>
                    <a:pt x="1735" y="6337467"/>
                  </a:lnTo>
                  <a:lnTo>
                    <a:pt x="1843" y="6337467"/>
                  </a:lnTo>
                  <a:lnTo>
                    <a:pt x="1952" y="6337467"/>
                  </a:lnTo>
                  <a:lnTo>
                    <a:pt x="2060" y="6337467"/>
                  </a:lnTo>
                  <a:lnTo>
                    <a:pt x="2060" y="6336843"/>
                  </a:lnTo>
                  <a:lnTo>
                    <a:pt x="2168" y="6336843"/>
                  </a:lnTo>
                  <a:lnTo>
                    <a:pt x="2277" y="6336843"/>
                  </a:lnTo>
                  <a:lnTo>
                    <a:pt x="2385" y="6336843"/>
                  </a:lnTo>
                  <a:lnTo>
                    <a:pt x="2385" y="6336219"/>
                  </a:lnTo>
                  <a:lnTo>
                    <a:pt x="2494" y="6336219"/>
                  </a:lnTo>
                  <a:lnTo>
                    <a:pt x="2602" y="6336219"/>
                  </a:lnTo>
                  <a:lnTo>
                    <a:pt x="2711" y="6336219"/>
                  </a:lnTo>
                  <a:lnTo>
                    <a:pt x="2819" y="6336219"/>
                  </a:lnTo>
                  <a:lnTo>
                    <a:pt x="2928" y="6336219"/>
                  </a:lnTo>
                  <a:lnTo>
                    <a:pt x="3036" y="6336219"/>
                  </a:lnTo>
                  <a:lnTo>
                    <a:pt x="3144" y="6336219"/>
                  </a:lnTo>
                  <a:lnTo>
                    <a:pt x="3144" y="6335596"/>
                  </a:lnTo>
                  <a:lnTo>
                    <a:pt x="3253" y="6335596"/>
                  </a:lnTo>
                  <a:lnTo>
                    <a:pt x="3361" y="6335596"/>
                  </a:lnTo>
                  <a:lnTo>
                    <a:pt x="3361" y="6334972"/>
                  </a:lnTo>
                  <a:lnTo>
                    <a:pt x="3470" y="6334972"/>
                  </a:lnTo>
                  <a:lnTo>
                    <a:pt x="3470" y="6334349"/>
                  </a:lnTo>
                  <a:lnTo>
                    <a:pt x="3578" y="6334349"/>
                  </a:lnTo>
                  <a:lnTo>
                    <a:pt x="3687" y="6334349"/>
                  </a:lnTo>
                  <a:lnTo>
                    <a:pt x="3795" y="6334349"/>
                  </a:lnTo>
                  <a:lnTo>
                    <a:pt x="3904" y="6334349"/>
                  </a:lnTo>
                  <a:lnTo>
                    <a:pt x="4012" y="6334349"/>
                  </a:lnTo>
                  <a:lnTo>
                    <a:pt x="4120" y="6334349"/>
                  </a:lnTo>
                  <a:lnTo>
                    <a:pt x="4229" y="6334349"/>
                  </a:lnTo>
                  <a:lnTo>
                    <a:pt x="4229" y="6333725"/>
                  </a:lnTo>
                  <a:lnTo>
                    <a:pt x="4337" y="6333725"/>
                  </a:lnTo>
                  <a:lnTo>
                    <a:pt x="4446" y="6333725"/>
                  </a:lnTo>
                  <a:lnTo>
                    <a:pt x="4554" y="6333725"/>
                  </a:lnTo>
                  <a:lnTo>
                    <a:pt x="4663" y="6333725"/>
                  </a:lnTo>
                  <a:lnTo>
                    <a:pt x="4771" y="6333725"/>
                  </a:lnTo>
                  <a:lnTo>
                    <a:pt x="4880" y="6333725"/>
                  </a:lnTo>
                  <a:lnTo>
                    <a:pt x="4988" y="6333725"/>
                  </a:lnTo>
                  <a:lnTo>
                    <a:pt x="4988" y="6333102"/>
                  </a:lnTo>
                  <a:lnTo>
                    <a:pt x="5097" y="6333102"/>
                  </a:lnTo>
                  <a:lnTo>
                    <a:pt x="5205" y="6333102"/>
                  </a:lnTo>
                  <a:lnTo>
                    <a:pt x="5313" y="6333102"/>
                  </a:lnTo>
                  <a:lnTo>
                    <a:pt x="5313" y="6332478"/>
                  </a:lnTo>
                  <a:lnTo>
                    <a:pt x="5422" y="6332478"/>
                  </a:lnTo>
                  <a:lnTo>
                    <a:pt x="5530" y="6332478"/>
                  </a:lnTo>
                  <a:lnTo>
                    <a:pt x="5639" y="6332478"/>
                  </a:lnTo>
                  <a:lnTo>
                    <a:pt x="5747" y="6332478"/>
                  </a:lnTo>
                  <a:lnTo>
                    <a:pt x="5747" y="6331854"/>
                  </a:lnTo>
                  <a:lnTo>
                    <a:pt x="5856" y="6331854"/>
                  </a:lnTo>
                  <a:lnTo>
                    <a:pt x="5964" y="6331854"/>
                  </a:lnTo>
                  <a:lnTo>
                    <a:pt x="6073" y="6331854"/>
                  </a:lnTo>
                  <a:lnTo>
                    <a:pt x="6181" y="6331854"/>
                  </a:lnTo>
                  <a:lnTo>
                    <a:pt x="6289" y="6331854"/>
                  </a:lnTo>
                  <a:lnTo>
                    <a:pt x="6289" y="6331231"/>
                  </a:lnTo>
                  <a:lnTo>
                    <a:pt x="6289" y="6330607"/>
                  </a:lnTo>
                  <a:lnTo>
                    <a:pt x="6398" y="6330607"/>
                  </a:lnTo>
                  <a:lnTo>
                    <a:pt x="6506" y="6330607"/>
                  </a:lnTo>
                  <a:lnTo>
                    <a:pt x="6506" y="6329984"/>
                  </a:lnTo>
                  <a:lnTo>
                    <a:pt x="6615" y="6329984"/>
                  </a:lnTo>
                  <a:lnTo>
                    <a:pt x="6615" y="6329360"/>
                  </a:lnTo>
                  <a:lnTo>
                    <a:pt x="6615" y="6328736"/>
                  </a:lnTo>
                  <a:lnTo>
                    <a:pt x="6615" y="6328113"/>
                  </a:lnTo>
                  <a:lnTo>
                    <a:pt x="6615" y="6327489"/>
                  </a:lnTo>
                  <a:lnTo>
                    <a:pt x="6723" y="6327489"/>
                  </a:lnTo>
                  <a:lnTo>
                    <a:pt x="6723" y="6326866"/>
                  </a:lnTo>
                  <a:lnTo>
                    <a:pt x="6723" y="6326242"/>
                  </a:lnTo>
                  <a:lnTo>
                    <a:pt x="6723" y="6325619"/>
                  </a:lnTo>
                  <a:lnTo>
                    <a:pt x="6832" y="6325619"/>
                  </a:lnTo>
                  <a:lnTo>
                    <a:pt x="6940" y="6325619"/>
                  </a:lnTo>
                  <a:lnTo>
                    <a:pt x="6940" y="6324995"/>
                  </a:lnTo>
                  <a:lnTo>
                    <a:pt x="7049" y="6324995"/>
                  </a:lnTo>
                  <a:lnTo>
                    <a:pt x="7157" y="6324995"/>
                  </a:lnTo>
                  <a:lnTo>
                    <a:pt x="7157" y="6324371"/>
                  </a:lnTo>
                  <a:lnTo>
                    <a:pt x="7157" y="6323748"/>
                  </a:lnTo>
                  <a:lnTo>
                    <a:pt x="7265" y="6323748"/>
                  </a:lnTo>
                  <a:lnTo>
                    <a:pt x="7265" y="6323124"/>
                  </a:lnTo>
                  <a:lnTo>
                    <a:pt x="7374" y="6323124"/>
                  </a:lnTo>
                  <a:lnTo>
                    <a:pt x="7482" y="6323124"/>
                  </a:lnTo>
                  <a:lnTo>
                    <a:pt x="7591" y="6323124"/>
                  </a:lnTo>
                  <a:lnTo>
                    <a:pt x="7699" y="6323124"/>
                  </a:lnTo>
                  <a:lnTo>
                    <a:pt x="7699" y="6322501"/>
                  </a:lnTo>
                  <a:lnTo>
                    <a:pt x="7808" y="6322501"/>
                  </a:lnTo>
                  <a:lnTo>
                    <a:pt x="7916" y="6322501"/>
                  </a:lnTo>
                  <a:lnTo>
                    <a:pt x="8025" y="6322501"/>
                  </a:lnTo>
                  <a:lnTo>
                    <a:pt x="8025" y="6321877"/>
                  </a:lnTo>
                  <a:lnTo>
                    <a:pt x="8133" y="6321877"/>
                  </a:lnTo>
                  <a:lnTo>
                    <a:pt x="8241" y="6321877"/>
                  </a:lnTo>
                  <a:lnTo>
                    <a:pt x="8350" y="6321877"/>
                  </a:lnTo>
                  <a:lnTo>
                    <a:pt x="8350" y="6321253"/>
                  </a:lnTo>
                  <a:lnTo>
                    <a:pt x="8458" y="6321253"/>
                  </a:lnTo>
                  <a:lnTo>
                    <a:pt x="8458" y="6320630"/>
                  </a:lnTo>
                  <a:lnTo>
                    <a:pt x="8567" y="6320630"/>
                  </a:lnTo>
                  <a:lnTo>
                    <a:pt x="8675" y="6320630"/>
                  </a:lnTo>
                  <a:lnTo>
                    <a:pt x="8784" y="6320630"/>
                  </a:lnTo>
                  <a:lnTo>
                    <a:pt x="8784" y="6320006"/>
                  </a:lnTo>
                  <a:lnTo>
                    <a:pt x="8784" y="6319383"/>
                  </a:lnTo>
                  <a:lnTo>
                    <a:pt x="8892" y="6319383"/>
                  </a:lnTo>
                  <a:lnTo>
                    <a:pt x="9001" y="6319383"/>
                  </a:lnTo>
                  <a:lnTo>
                    <a:pt x="9109" y="6319383"/>
                  </a:lnTo>
                  <a:lnTo>
                    <a:pt x="9218" y="6319383"/>
                  </a:lnTo>
                  <a:lnTo>
                    <a:pt x="9218" y="6318759"/>
                  </a:lnTo>
                  <a:lnTo>
                    <a:pt x="9326" y="6318759"/>
                  </a:lnTo>
                  <a:lnTo>
                    <a:pt x="9434" y="6318759"/>
                  </a:lnTo>
                  <a:lnTo>
                    <a:pt x="9543" y="6318759"/>
                  </a:lnTo>
                  <a:lnTo>
                    <a:pt x="9651" y="6318136"/>
                  </a:lnTo>
                  <a:lnTo>
                    <a:pt x="9651" y="6317512"/>
                  </a:lnTo>
                  <a:lnTo>
                    <a:pt x="9760" y="6317512"/>
                  </a:lnTo>
                  <a:lnTo>
                    <a:pt x="9868" y="6317512"/>
                  </a:lnTo>
                  <a:lnTo>
                    <a:pt x="9977" y="6317512"/>
                  </a:lnTo>
                  <a:lnTo>
                    <a:pt x="10085" y="6317512"/>
                  </a:lnTo>
                  <a:lnTo>
                    <a:pt x="10194" y="6317512"/>
                  </a:lnTo>
                  <a:lnTo>
                    <a:pt x="10302" y="6317512"/>
                  </a:lnTo>
                  <a:lnTo>
                    <a:pt x="10410" y="6317512"/>
                  </a:lnTo>
                  <a:lnTo>
                    <a:pt x="10519" y="6317512"/>
                  </a:lnTo>
                  <a:lnTo>
                    <a:pt x="10627" y="6317512"/>
                  </a:lnTo>
                  <a:lnTo>
                    <a:pt x="10736" y="6317512"/>
                  </a:lnTo>
                  <a:lnTo>
                    <a:pt x="10736" y="6316888"/>
                  </a:lnTo>
                  <a:lnTo>
                    <a:pt x="10844" y="6316888"/>
                  </a:lnTo>
                  <a:lnTo>
                    <a:pt x="10953" y="6316888"/>
                  </a:lnTo>
                  <a:lnTo>
                    <a:pt x="10953" y="6316265"/>
                  </a:lnTo>
                  <a:lnTo>
                    <a:pt x="10953" y="6315641"/>
                  </a:lnTo>
                  <a:lnTo>
                    <a:pt x="11061" y="6315641"/>
                  </a:lnTo>
                  <a:lnTo>
                    <a:pt x="11170" y="6315641"/>
                  </a:lnTo>
                  <a:lnTo>
                    <a:pt x="11278" y="6315641"/>
                  </a:lnTo>
                  <a:lnTo>
                    <a:pt x="11386" y="6315641"/>
                  </a:lnTo>
                  <a:lnTo>
                    <a:pt x="11495" y="6315641"/>
                  </a:lnTo>
                  <a:lnTo>
                    <a:pt x="11603" y="6315641"/>
                  </a:lnTo>
                  <a:lnTo>
                    <a:pt x="11712" y="6315641"/>
                  </a:lnTo>
                  <a:lnTo>
                    <a:pt x="11820" y="6315641"/>
                  </a:lnTo>
                  <a:lnTo>
                    <a:pt x="11820" y="6315018"/>
                  </a:lnTo>
                  <a:lnTo>
                    <a:pt x="11929" y="6315018"/>
                  </a:lnTo>
                  <a:lnTo>
                    <a:pt x="11929" y="6314394"/>
                  </a:lnTo>
                  <a:lnTo>
                    <a:pt x="12037" y="6314394"/>
                  </a:lnTo>
                  <a:lnTo>
                    <a:pt x="12146" y="6314394"/>
                  </a:lnTo>
                  <a:lnTo>
                    <a:pt x="12254" y="6314394"/>
                  </a:lnTo>
                  <a:lnTo>
                    <a:pt x="12362" y="6314394"/>
                  </a:lnTo>
                  <a:lnTo>
                    <a:pt x="12471" y="6314394"/>
                  </a:lnTo>
                  <a:lnTo>
                    <a:pt x="12471" y="6313770"/>
                  </a:lnTo>
                  <a:lnTo>
                    <a:pt x="12579" y="6313770"/>
                  </a:lnTo>
                  <a:lnTo>
                    <a:pt x="12688" y="6313770"/>
                  </a:lnTo>
                  <a:lnTo>
                    <a:pt x="12796" y="6313770"/>
                  </a:lnTo>
                  <a:lnTo>
                    <a:pt x="12905" y="6313770"/>
                  </a:lnTo>
                  <a:lnTo>
                    <a:pt x="13013" y="6313770"/>
                  </a:lnTo>
                  <a:lnTo>
                    <a:pt x="13122" y="6313770"/>
                  </a:lnTo>
                  <a:lnTo>
                    <a:pt x="13122" y="6313147"/>
                  </a:lnTo>
                  <a:lnTo>
                    <a:pt x="13230" y="6313147"/>
                  </a:lnTo>
                  <a:lnTo>
                    <a:pt x="13339" y="6313147"/>
                  </a:lnTo>
                  <a:lnTo>
                    <a:pt x="13447" y="6313147"/>
                  </a:lnTo>
                  <a:lnTo>
                    <a:pt x="13555" y="6313147"/>
                  </a:lnTo>
                  <a:lnTo>
                    <a:pt x="13664" y="6313147"/>
                  </a:lnTo>
                  <a:lnTo>
                    <a:pt x="13772" y="6313147"/>
                  </a:lnTo>
                  <a:lnTo>
                    <a:pt x="13881" y="6313147"/>
                  </a:lnTo>
                  <a:lnTo>
                    <a:pt x="13989" y="6313147"/>
                  </a:lnTo>
                  <a:lnTo>
                    <a:pt x="14098" y="6313147"/>
                  </a:lnTo>
                  <a:lnTo>
                    <a:pt x="14206" y="6313147"/>
                  </a:lnTo>
                  <a:lnTo>
                    <a:pt x="14315" y="6313147"/>
                  </a:lnTo>
                  <a:lnTo>
                    <a:pt x="14315" y="6312523"/>
                  </a:lnTo>
                  <a:lnTo>
                    <a:pt x="14423" y="6312523"/>
                  </a:lnTo>
                  <a:lnTo>
                    <a:pt x="14531" y="6312523"/>
                  </a:lnTo>
                  <a:lnTo>
                    <a:pt x="14640" y="6312523"/>
                  </a:lnTo>
                  <a:lnTo>
                    <a:pt x="14748" y="6312523"/>
                  </a:lnTo>
                  <a:lnTo>
                    <a:pt x="14857" y="6312523"/>
                  </a:lnTo>
                  <a:lnTo>
                    <a:pt x="14965" y="6312523"/>
                  </a:lnTo>
                  <a:lnTo>
                    <a:pt x="14965" y="6311900"/>
                  </a:lnTo>
                  <a:lnTo>
                    <a:pt x="15074" y="6311900"/>
                  </a:lnTo>
                  <a:lnTo>
                    <a:pt x="15182" y="6311900"/>
                  </a:lnTo>
                  <a:lnTo>
                    <a:pt x="15291" y="6311900"/>
                  </a:lnTo>
                  <a:lnTo>
                    <a:pt x="15399" y="6311900"/>
                  </a:lnTo>
                  <a:lnTo>
                    <a:pt x="15507" y="6311900"/>
                  </a:lnTo>
                  <a:lnTo>
                    <a:pt x="15616" y="6311900"/>
                  </a:lnTo>
                  <a:lnTo>
                    <a:pt x="15724" y="6311900"/>
                  </a:lnTo>
                  <a:lnTo>
                    <a:pt x="15833" y="6311900"/>
                  </a:lnTo>
                  <a:lnTo>
                    <a:pt x="15941" y="6311900"/>
                  </a:lnTo>
                  <a:lnTo>
                    <a:pt x="16050" y="6311900"/>
                  </a:lnTo>
                  <a:lnTo>
                    <a:pt x="16158" y="6311900"/>
                  </a:lnTo>
                  <a:lnTo>
                    <a:pt x="16267" y="6311900"/>
                  </a:lnTo>
                  <a:lnTo>
                    <a:pt x="16267" y="6311276"/>
                  </a:lnTo>
                  <a:lnTo>
                    <a:pt x="16375" y="6311276"/>
                  </a:lnTo>
                  <a:lnTo>
                    <a:pt x="16483" y="6311276"/>
                  </a:lnTo>
                  <a:lnTo>
                    <a:pt x="16592" y="6311276"/>
                  </a:lnTo>
                  <a:lnTo>
                    <a:pt x="16592" y="6310653"/>
                  </a:lnTo>
                  <a:lnTo>
                    <a:pt x="16700" y="6310653"/>
                  </a:lnTo>
                  <a:lnTo>
                    <a:pt x="16809" y="6310653"/>
                  </a:lnTo>
                  <a:lnTo>
                    <a:pt x="16917" y="6310653"/>
                  </a:lnTo>
                  <a:lnTo>
                    <a:pt x="17026" y="6310653"/>
                  </a:lnTo>
                  <a:lnTo>
                    <a:pt x="17134" y="6310653"/>
                  </a:lnTo>
                  <a:lnTo>
                    <a:pt x="17243" y="6310653"/>
                  </a:lnTo>
                  <a:lnTo>
                    <a:pt x="17243" y="6310029"/>
                  </a:lnTo>
                  <a:lnTo>
                    <a:pt x="17243" y="6309405"/>
                  </a:lnTo>
                  <a:lnTo>
                    <a:pt x="17351" y="6309405"/>
                  </a:lnTo>
                  <a:lnTo>
                    <a:pt x="17351" y="6308782"/>
                  </a:lnTo>
                  <a:lnTo>
                    <a:pt x="17351" y="6308158"/>
                  </a:lnTo>
                  <a:lnTo>
                    <a:pt x="17460" y="6308158"/>
                  </a:lnTo>
                  <a:lnTo>
                    <a:pt x="17568" y="6308158"/>
                  </a:lnTo>
                  <a:lnTo>
                    <a:pt x="17785" y="6308158"/>
                  </a:lnTo>
                  <a:lnTo>
                    <a:pt x="17785" y="6307535"/>
                  </a:lnTo>
                  <a:lnTo>
                    <a:pt x="17785" y="6306911"/>
                  </a:lnTo>
                  <a:lnTo>
                    <a:pt x="17893" y="6306911"/>
                  </a:lnTo>
                  <a:lnTo>
                    <a:pt x="18002" y="6306911"/>
                  </a:lnTo>
                  <a:lnTo>
                    <a:pt x="18110" y="6306911"/>
                  </a:lnTo>
                  <a:lnTo>
                    <a:pt x="18110" y="6306287"/>
                  </a:lnTo>
                  <a:lnTo>
                    <a:pt x="18219" y="6306287"/>
                  </a:lnTo>
                  <a:lnTo>
                    <a:pt x="18327" y="6306287"/>
                  </a:lnTo>
                  <a:lnTo>
                    <a:pt x="18436" y="6306287"/>
                  </a:lnTo>
                  <a:lnTo>
                    <a:pt x="18544" y="6306287"/>
                  </a:lnTo>
                  <a:lnTo>
                    <a:pt x="18652" y="6306287"/>
                  </a:lnTo>
                  <a:lnTo>
                    <a:pt x="18761" y="6306287"/>
                  </a:lnTo>
                  <a:lnTo>
                    <a:pt x="18869" y="6306287"/>
                  </a:lnTo>
                  <a:lnTo>
                    <a:pt x="18978" y="6306287"/>
                  </a:lnTo>
                  <a:lnTo>
                    <a:pt x="19086" y="6306287"/>
                  </a:lnTo>
                  <a:lnTo>
                    <a:pt x="19195" y="6306287"/>
                  </a:lnTo>
                  <a:lnTo>
                    <a:pt x="19303" y="6306287"/>
                  </a:lnTo>
                  <a:lnTo>
                    <a:pt x="19412" y="6306287"/>
                  </a:lnTo>
                  <a:lnTo>
                    <a:pt x="19412" y="6305664"/>
                  </a:lnTo>
                  <a:lnTo>
                    <a:pt x="19520" y="6305664"/>
                  </a:lnTo>
                  <a:lnTo>
                    <a:pt x="19628" y="6305664"/>
                  </a:lnTo>
                  <a:lnTo>
                    <a:pt x="19737" y="6305664"/>
                  </a:lnTo>
                  <a:lnTo>
                    <a:pt x="19737" y="6305040"/>
                  </a:lnTo>
                  <a:lnTo>
                    <a:pt x="19845" y="6305040"/>
                  </a:lnTo>
                  <a:lnTo>
                    <a:pt x="19954" y="6305040"/>
                  </a:lnTo>
                  <a:lnTo>
                    <a:pt x="20062" y="6305040"/>
                  </a:lnTo>
                  <a:lnTo>
                    <a:pt x="20062" y="6304417"/>
                  </a:lnTo>
                  <a:lnTo>
                    <a:pt x="20171" y="6304417"/>
                  </a:lnTo>
                  <a:lnTo>
                    <a:pt x="20279" y="6304417"/>
                  </a:lnTo>
                  <a:lnTo>
                    <a:pt x="20388" y="6304417"/>
                  </a:lnTo>
                  <a:lnTo>
                    <a:pt x="20388" y="6303793"/>
                  </a:lnTo>
                  <a:lnTo>
                    <a:pt x="20496" y="6303793"/>
                  </a:lnTo>
                  <a:lnTo>
                    <a:pt x="20604" y="6303793"/>
                  </a:lnTo>
                  <a:lnTo>
                    <a:pt x="20713" y="6303793"/>
                  </a:lnTo>
                  <a:lnTo>
                    <a:pt x="20821" y="6303793"/>
                  </a:lnTo>
                  <a:lnTo>
                    <a:pt x="20821" y="6303170"/>
                  </a:lnTo>
                  <a:lnTo>
                    <a:pt x="20821" y="6302546"/>
                  </a:lnTo>
                  <a:lnTo>
                    <a:pt x="20930" y="6302546"/>
                  </a:lnTo>
                  <a:lnTo>
                    <a:pt x="20930" y="6301922"/>
                  </a:lnTo>
                  <a:lnTo>
                    <a:pt x="21038" y="6301922"/>
                  </a:lnTo>
                  <a:lnTo>
                    <a:pt x="21038" y="6301299"/>
                  </a:lnTo>
                  <a:lnTo>
                    <a:pt x="21147" y="6301299"/>
                  </a:lnTo>
                  <a:lnTo>
                    <a:pt x="21255" y="6301299"/>
                  </a:lnTo>
                  <a:lnTo>
                    <a:pt x="21364" y="6301299"/>
                  </a:lnTo>
                  <a:lnTo>
                    <a:pt x="21472" y="6301299"/>
                  </a:lnTo>
                  <a:lnTo>
                    <a:pt x="21581" y="6301299"/>
                  </a:lnTo>
                  <a:lnTo>
                    <a:pt x="21689" y="6301299"/>
                  </a:lnTo>
                  <a:lnTo>
                    <a:pt x="21797" y="6301299"/>
                  </a:lnTo>
                  <a:lnTo>
                    <a:pt x="21906" y="6301299"/>
                  </a:lnTo>
                  <a:lnTo>
                    <a:pt x="22014" y="6301299"/>
                  </a:lnTo>
                  <a:lnTo>
                    <a:pt x="22123" y="6301299"/>
                  </a:lnTo>
                  <a:lnTo>
                    <a:pt x="22231" y="6301299"/>
                  </a:lnTo>
                  <a:lnTo>
                    <a:pt x="22340" y="6301299"/>
                  </a:lnTo>
                  <a:lnTo>
                    <a:pt x="22340" y="6300675"/>
                  </a:lnTo>
                  <a:lnTo>
                    <a:pt x="22448" y="6300675"/>
                  </a:lnTo>
                  <a:lnTo>
                    <a:pt x="22557" y="6300675"/>
                  </a:lnTo>
                  <a:lnTo>
                    <a:pt x="22665" y="6300675"/>
                  </a:lnTo>
                  <a:lnTo>
                    <a:pt x="22773" y="6300675"/>
                  </a:lnTo>
                  <a:lnTo>
                    <a:pt x="22882" y="6300675"/>
                  </a:lnTo>
                  <a:lnTo>
                    <a:pt x="22990" y="6300675"/>
                  </a:lnTo>
                  <a:lnTo>
                    <a:pt x="23099" y="6300675"/>
                  </a:lnTo>
                  <a:lnTo>
                    <a:pt x="23207" y="6300675"/>
                  </a:lnTo>
                  <a:lnTo>
                    <a:pt x="23316" y="6300675"/>
                  </a:lnTo>
                  <a:lnTo>
                    <a:pt x="23424" y="6300675"/>
                  </a:lnTo>
                  <a:lnTo>
                    <a:pt x="23533" y="6300675"/>
                  </a:lnTo>
                  <a:lnTo>
                    <a:pt x="23641" y="6300675"/>
                  </a:lnTo>
                  <a:lnTo>
                    <a:pt x="23749" y="6300675"/>
                  </a:lnTo>
                  <a:lnTo>
                    <a:pt x="23749" y="6300052"/>
                  </a:lnTo>
                  <a:lnTo>
                    <a:pt x="23858" y="6300052"/>
                  </a:lnTo>
                  <a:lnTo>
                    <a:pt x="23966" y="6300052"/>
                  </a:lnTo>
                  <a:lnTo>
                    <a:pt x="24075" y="6300052"/>
                  </a:lnTo>
                  <a:lnTo>
                    <a:pt x="24183" y="6300052"/>
                  </a:lnTo>
                  <a:lnTo>
                    <a:pt x="24292" y="6300052"/>
                  </a:lnTo>
                  <a:lnTo>
                    <a:pt x="24400" y="6300052"/>
                  </a:lnTo>
                  <a:lnTo>
                    <a:pt x="24509" y="6300052"/>
                  </a:lnTo>
                  <a:lnTo>
                    <a:pt x="24617" y="6300052"/>
                  </a:lnTo>
                  <a:lnTo>
                    <a:pt x="24617" y="6299428"/>
                  </a:lnTo>
                  <a:lnTo>
                    <a:pt x="24725" y="6299428"/>
                  </a:lnTo>
                  <a:lnTo>
                    <a:pt x="24834" y="6299428"/>
                  </a:lnTo>
                  <a:lnTo>
                    <a:pt x="24942" y="6299428"/>
                  </a:lnTo>
                  <a:lnTo>
                    <a:pt x="25051" y="6299428"/>
                  </a:lnTo>
                  <a:lnTo>
                    <a:pt x="25159" y="6299428"/>
                  </a:lnTo>
                  <a:lnTo>
                    <a:pt x="25268" y="6299428"/>
                  </a:lnTo>
                  <a:lnTo>
                    <a:pt x="25376" y="6299428"/>
                  </a:lnTo>
                  <a:lnTo>
                    <a:pt x="25485" y="6299428"/>
                  </a:lnTo>
                  <a:lnTo>
                    <a:pt x="25485" y="6298805"/>
                  </a:lnTo>
                  <a:lnTo>
                    <a:pt x="25593" y="6298805"/>
                  </a:lnTo>
                  <a:lnTo>
                    <a:pt x="25701" y="6298805"/>
                  </a:lnTo>
                  <a:lnTo>
                    <a:pt x="25810" y="6298805"/>
                  </a:lnTo>
                  <a:lnTo>
                    <a:pt x="25918" y="6298805"/>
                  </a:lnTo>
                  <a:lnTo>
                    <a:pt x="26027" y="6298805"/>
                  </a:lnTo>
                  <a:lnTo>
                    <a:pt x="26135" y="6298805"/>
                  </a:lnTo>
                  <a:lnTo>
                    <a:pt x="26244" y="6298805"/>
                  </a:lnTo>
                  <a:lnTo>
                    <a:pt x="26244" y="6298181"/>
                  </a:lnTo>
                  <a:lnTo>
                    <a:pt x="26352" y="6298181"/>
                  </a:lnTo>
                  <a:lnTo>
                    <a:pt x="26461" y="6298181"/>
                  </a:lnTo>
                  <a:lnTo>
                    <a:pt x="26569" y="6298181"/>
                  </a:lnTo>
                  <a:lnTo>
                    <a:pt x="26678" y="6298181"/>
                  </a:lnTo>
                  <a:lnTo>
                    <a:pt x="26678" y="6297557"/>
                  </a:lnTo>
                  <a:lnTo>
                    <a:pt x="26786" y="6297557"/>
                  </a:lnTo>
                  <a:lnTo>
                    <a:pt x="26894" y="6297557"/>
                  </a:lnTo>
                  <a:lnTo>
                    <a:pt x="27003" y="6297557"/>
                  </a:lnTo>
                  <a:lnTo>
                    <a:pt x="27111" y="6297557"/>
                  </a:lnTo>
                  <a:lnTo>
                    <a:pt x="27220" y="6297557"/>
                  </a:lnTo>
                  <a:lnTo>
                    <a:pt x="27328" y="6297557"/>
                  </a:lnTo>
                  <a:lnTo>
                    <a:pt x="27328" y="6296934"/>
                  </a:lnTo>
                  <a:lnTo>
                    <a:pt x="27328" y="6296310"/>
                  </a:lnTo>
                  <a:lnTo>
                    <a:pt x="27437" y="6296310"/>
                  </a:lnTo>
                  <a:lnTo>
                    <a:pt x="27545" y="6296310"/>
                  </a:lnTo>
                  <a:lnTo>
                    <a:pt x="27654" y="6296310"/>
                  </a:lnTo>
                  <a:lnTo>
                    <a:pt x="27762" y="6296310"/>
                  </a:lnTo>
                  <a:lnTo>
                    <a:pt x="27870" y="6296310"/>
                  </a:lnTo>
                  <a:lnTo>
                    <a:pt x="27979" y="6296310"/>
                  </a:lnTo>
                  <a:lnTo>
                    <a:pt x="27979" y="6295687"/>
                  </a:lnTo>
                  <a:lnTo>
                    <a:pt x="28087" y="6295687"/>
                  </a:lnTo>
                  <a:lnTo>
                    <a:pt x="28196" y="6295687"/>
                  </a:lnTo>
                  <a:lnTo>
                    <a:pt x="28196" y="6295063"/>
                  </a:lnTo>
                  <a:lnTo>
                    <a:pt x="28304" y="6295063"/>
                  </a:lnTo>
                  <a:lnTo>
                    <a:pt x="28304" y="6294439"/>
                  </a:lnTo>
                  <a:lnTo>
                    <a:pt x="28413" y="6294439"/>
                  </a:lnTo>
                  <a:lnTo>
                    <a:pt x="28413" y="6293816"/>
                  </a:lnTo>
                  <a:lnTo>
                    <a:pt x="28413" y="6293192"/>
                  </a:lnTo>
                  <a:lnTo>
                    <a:pt x="28521" y="6293192"/>
                  </a:lnTo>
                  <a:lnTo>
                    <a:pt x="28738" y="6292569"/>
                  </a:lnTo>
                  <a:lnTo>
                    <a:pt x="28846" y="6292569"/>
                  </a:lnTo>
                  <a:lnTo>
                    <a:pt x="28955" y="6292569"/>
                  </a:lnTo>
                  <a:lnTo>
                    <a:pt x="29063" y="6292569"/>
                  </a:lnTo>
                  <a:lnTo>
                    <a:pt x="29172" y="6292569"/>
                  </a:lnTo>
                  <a:lnTo>
                    <a:pt x="29280" y="6292569"/>
                  </a:lnTo>
                  <a:lnTo>
                    <a:pt x="29389" y="6292569"/>
                  </a:lnTo>
                  <a:lnTo>
                    <a:pt x="29497" y="6292569"/>
                  </a:lnTo>
                  <a:lnTo>
                    <a:pt x="29497" y="6291945"/>
                  </a:lnTo>
                  <a:lnTo>
                    <a:pt x="29497" y="6291322"/>
                  </a:lnTo>
                  <a:lnTo>
                    <a:pt x="29606" y="6291322"/>
                  </a:lnTo>
                  <a:lnTo>
                    <a:pt x="29606" y="6290698"/>
                  </a:lnTo>
                  <a:lnTo>
                    <a:pt x="29714" y="6290698"/>
                  </a:lnTo>
                  <a:lnTo>
                    <a:pt x="29822" y="6290698"/>
                  </a:lnTo>
                  <a:lnTo>
                    <a:pt x="29822" y="6290074"/>
                  </a:lnTo>
                  <a:lnTo>
                    <a:pt x="29931" y="6290074"/>
                  </a:lnTo>
                  <a:lnTo>
                    <a:pt x="30039" y="6290074"/>
                  </a:lnTo>
                  <a:lnTo>
                    <a:pt x="30148" y="6290074"/>
                  </a:lnTo>
                  <a:lnTo>
                    <a:pt x="30256" y="6290074"/>
                  </a:lnTo>
                  <a:lnTo>
                    <a:pt x="30256" y="6289451"/>
                  </a:lnTo>
                  <a:lnTo>
                    <a:pt x="30365" y="6289451"/>
                  </a:lnTo>
                  <a:lnTo>
                    <a:pt x="30473" y="6289451"/>
                  </a:lnTo>
                  <a:lnTo>
                    <a:pt x="30473" y="6288827"/>
                  </a:lnTo>
                  <a:lnTo>
                    <a:pt x="30473" y="6288204"/>
                  </a:lnTo>
                  <a:lnTo>
                    <a:pt x="30582" y="6288204"/>
                  </a:lnTo>
                  <a:lnTo>
                    <a:pt x="30690" y="6288204"/>
                  </a:lnTo>
                  <a:lnTo>
                    <a:pt x="30799" y="6288204"/>
                  </a:lnTo>
                  <a:lnTo>
                    <a:pt x="30799" y="6287580"/>
                  </a:lnTo>
                  <a:lnTo>
                    <a:pt x="30907" y="6287580"/>
                  </a:lnTo>
                  <a:lnTo>
                    <a:pt x="31015" y="6287580"/>
                  </a:lnTo>
                  <a:lnTo>
                    <a:pt x="31015" y="6286956"/>
                  </a:lnTo>
                  <a:lnTo>
                    <a:pt x="31124" y="6286956"/>
                  </a:lnTo>
                  <a:lnTo>
                    <a:pt x="31232" y="6286956"/>
                  </a:lnTo>
                  <a:lnTo>
                    <a:pt x="31341" y="6286956"/>
                  </a:lnTo>
                  <a:lnTo>
                    <a:pt x="31449" y="6286956"/>
                  </a:lnTo>
                  <a:lnTo>
                    <a:pt x="31558" y="6286956"/>
                  </a:lnTo>
                  <a:lnTo>
                    <a:pt x="31666" y="6286956"/>
                  </a:lnTo>
                  <a:lnTo>
                    <a:pt x="31775" y="6286956"/>
                  </a:lnTo>
                  <a:lnTo>
                    <a:pt x="31883" y="6286956"/>
                  </a:lnTo>
                  <a:lnTo>
                    <a:pt x="31991" y="6286956"/>
                  </a:lnTo>
                  <a:lnTo>
                    <a:pt x="32100" y="6286956"/>
                  </a:lnTo>
                  <a:lnTo>
                    <a:pt x="32208" y="6286956"/>
                  </a:lnTo>
                  <a:lnTo>
                    <a:pt x="32317" y="6286956"/>
                  </a:lnTo>
                  <a:lnTo>
                    <a:pt x="32425" y="6286956"/>
                  </a:lnTo>
                  <a:lnTo>
                    <a:pt x="32534" y="6286956"/>
                  </a:lnTo>
                  <a:lnTo>
                    <a:pt x="32534" y="6286333"/>
                  </a:lnTo>
                  <a:lnTo>
                    <a:pt x="32642" y="6286333"/>
                  </a:lnTo>
                  <a:lnTo>
                    <a:pt x="32751" y="6286333"/>
                  </a:lnTo>
                  <a:lnTo>
                    <a:pt x="32859" y="6286333"/>
                  </a:lnTo>
                  <a:lnTo>
                    <a:pt x="32967" y="6286333"/>
                  </a:lnTo>
                  <a:lnTo>
                    <a:pt x="32967" y="6285709"/>
                  </a:lnTo>
                  <a:lnTo>
                    <a:pt x="33076" y="6285709"/>
                  </a:lnTo>
                  <a:lnTo>
                    <a:pt x="33184" y="6285709"/>
                  </a:lnTo>
                  <a:lnTo>
                    <a:pt x="33184" y="6285086"/>
                  </a:lnTo>
                  <a:lnTo>
                    <a:pt x="33184" y="6284462"/>
                  </a:lnTo>
                  <a:lnTo>
                    <a:pt x="33293" y="6284462"/>
                  </a:lnTo>
                  <a:lnTo>
                    <a:pt x="33401" y="6284462"/>
                  </a:lnTo>
                  <a:lnTo>
                    <a:pt x="33510" y="6284462"/>
                  </a:lnTo>
                  <a:lnTo>
                    <a:pt x="33618" y="6284462"/>
                  </a:lnTo>
                  <a:lnTo>
                    <a:pt x="33618" y="6283839"/>
                  </a:lnTo>
                  <a:lnTo>
                    <a:pt x="33727" y="6283839"/>
                  </a:lnTo>
                  <a:lnTo>
                    <a:pt x="33727" y="6283215"/>
                  </a:lnTo>
                  <a:lnTo>
                    <a:pt x="33835" y="6283215"/>
                  </a:lnTo>
                  <a:lnTo>
                    <a:pt x="33943" y="6283215"/>
                  </a:lnTo>
                  <a:lnTo>
                    <a:pt x="34052" y="6283215"/>
                  </a:lnTo>
                  <a:lnTo>
                    <a:pt x="34160" y="6283215"/>
                  </a:lnTo>
                  <a:lnTo>
                    <a:pt x="34269" y="6283215"/>
                  </a:lnTo>
                  <a:lnTo>
                    <a:pt x="34377" y="6283215"/>
                  </a:lnTo>
                  <a:lnTo>
                    <a:pt x="34377" y="6282591"/>
                  </a:lnTo>
                  <a:lnTo>
                    <a:pt x="34486" y="6282591"/>
                  </a:lnTo>
                  <a:lnTo>
                    <a:pt x="34486" y="6281968"/>
                  </a:lnTo>
                  <a:lnTo>
                    <a:pt x="34486" y="6281344"/>
                  </a:lnTo>
                  <a:lnTo>
                    <a:pt x="34594" y="6281344"/>
                  </a:lnTo>
                  <a:lnTo>
                    <a:pt x="34703" y="6281344"/>
                  </a:lnTo>
                  <a:lnTo>
                    <a:pt x="34811" y="6281344"/>
                  </a:lnTo>
                  <a:lnTo>
                    <a:pt x="34920" y="6281344"/>
                  </a:lnTo>
                  <a:lnTo>
                    <a:pt x="35028" y="6281344"/>
                  </a:lnTo>
                  <a:lnTo>
                    <a:pt x="35136" y="6281344"/>
                  </a:lnTo>
                  <a:lnTo>
                    <a:pt x="35245" y="6281344"/>
                  </a:lnTo>
                  <a:lnTo>
                    <a:pt x="35353" y="6281344"/>
                  </a:lnTo>
                  <a:lnTo>
                    <a:pt x="35462" y="6281344"/>
                  </a:lnTo>
                  <a:lnTo>
                    <a:pt x="35462" y="6280721"/>
                  </a:lnTo>
                  <a:lnTo>
                    <a:pt x="35570" y="6280721"/>
                  </a:lnTo>
                  <a:lnTo>
                    <a:pt x="35679" y="6280721"/>
                  </a:lnTo>
                  <a:lnTo>
                    <a:pt x="35787" y="6280097"/>
                  </a:lnTo>
                  <a:lnTo>
                    <a:pt x="35896" y="6280097"/>
                  </a:lnTo>
                  <a:lnTo>
                    <a:pt x="36004" y="6280097"/>
                  </a:lnTo>
                  <a:lnTo>
                    <a:pt x="36112" y="6280097"/>
                  </a:lnTo>
                  <a:lnTo>
                    <a:pt x="36112" y="6279473"/>
                  </a:lnTo>
                  <a:lnTo>
                    <a:pt x="36112" y="6278850"/>
                  </a:lnTo>
                  <a:lnTo>
                    <a:pt x="36221" y="6278850"/>
                  </a:lnTo>
                  <a:lnTo>
                    <a:pt x="36329" y="6278850"/>
                  </a:lnTo>
                  <a:lnTo>
                    <a:pt x="36329" y="6278226"/>
                  </a:lnTo>
                  <a:lnTo>
                    <a:pt x="36438" y="6278226"/>
                  </a:lnTo>
                  <a:lnTo>
                    <a:pt x="36438" y="6277603"/>
                  </a:lnTo>
                  <a:lnTo>
                    <a:pt x="36438" y="6276979"/>
                  </a:lnTo>
                  <a:lnTo>
                    <a:pt x="36546" y="6276979"/>
                  </a:lnTo>
                  <a:lnTo>
                    <a:pt x="36655" y="6276979"/>
                  </a:lnTo>
                  <a:lnTo>
                    <a:pt x="36763" y="6276979"/>
                  </a:lnTo>
                  <a:lnTo>
                    <a:pt x="36763" y="6276356"/>
                  </a:lnTo>
                  <a:lnTo>
                    <a:pt x="36872" y="6276356"/>
                  </a:lnTo>
                  <a:lnTo>
                    <a:pt x="36872" y="6275732"/>
                  </a:lnTo>
                  <a:lnTo>
                    <a:pt x="36980" y="6275732"/>
                  </a:lnTo>
                  <a:lnTo>
                    <a:pt x="37088" y="6275732"/>
                  </a:lnTo>
                  <a:lnTo>
                    <a:pt x="37197" y="6275732"/>
                  </a:lnTo>
                  <a:lnTo>
                    <a:pt x="37305" y="6275732"/>
                  </a:lnTo>
                  <a:lnTo>
                    <a:pt x="37414" y="6275732"/>
                  </a:lnTo>
                  <a:lnTo>
                    <a:pt x="37522" y="6275732"/>
                  </a:lnTo>
                  <a:lnTo>
                    <a:pt x="37631" y="6275732"/>
                  </a:lnTo>
                  <a:lnTo>
                    <a:pt x="37631" y="6275108"/>
                  </a:lnTo>
                  <a:lnTo>
                    <a:pt x="37739" y="6275108"/>
                  </a:lnTo>
                  <a:lnTo>
                    <a:pt x="37848" y="6275108"/>
                  </a:lnTo>
                  <a:lnTo>
                    <a:pt x="37956" y="6275108"/>
                  </a:lnTo>
                  <a:lnTo>
                    <a:pt x="38064" y="6275108"/>
                  </a:lnTo>
                  <a:lnTo>
                    <a:pt x="38064" y="6274485"/>
                  </a:lnTo>
                  <a:lnTo>
                    <a:pt x="38064" y="6273861"/>
                  </a:lnTo>
                  <a:lnTo>
                    <a:pt x="38064" y="6273238"/>
                  </a:lnTo>
                  <a:lnTo>
                    <a:pt x="38064" y="6272614"/>
                  </a:lnTo>
                  <a:lnTo>
                    <a:pt x="38173" y="6272614"/>
                  </a:lnTo>
                  <a:lnTo>
                    <a:pt x="38281" y="6272614"/>
                  </a:lnTo>
                  <a:lnTo>
                    <a:pt x="38281" y="6271990"/>
                  </a:lnTo>
                  <a:lnTo>
                    <a:pt x="38281" y="6271367"/>
                  </a:lnTo>
                  <a:lnTo>
                    <a:pt x="38281" y="6270743"/>
                  </a:lnTo>
                  <a:lnTo>
                    <a:pt x="38390" y="6270743"/>
                  </a:lnTo>
                  <a:lnTo>
                    <a:pt x="38390" y="6270120"/>
                  </a:lnTo>
                  <a:lnTo>
                    <a:pt x="38498" y="6270120"/>
                  </a:lnTo>
                  <a:lnTo>
                    <a:pt x="38607" y="6270120"/>
                  </a:lnTo>
                  <a:lnTo>
                    <a:pt x="38715" y="6270120"/>
                  </a:lnTo>
                  <a:lnTo>
                    <a:pt x="38824" y="6270120"/>
                  </a:lnTo>
                  <a:lnTo>
                    <a:pt x="38932" y="6270120"/>
                  </a:lnTo>
                  <a:lnTo>
                    <a:pt x="38932" y="6269496"/>
                  </a:lnTo>
                  <a:lnTo>
                    <a:pt x="39041" y="6269496"/>
                  </a:lnTo>
                  <a:lnTo>
                    <a:pt x="39149" y="6269496"/>
                  </a:lnTo>
                  <a:lnTo>
                    <a:pt x="39149" y="6268873"/>
                  </a:lnTo>
                  <a:lnTo>
                    <a:pt x="39149" y="6268249"/>
                  </a:lnTo>
                  <a:lnTo>
                    <a:pt x="39257" y="6268249"/>
                  </a:lnTo>
                  <a:lnTo>
                    <a:pt x="39366" y="6268249"/>
                  </a:lnTo>
                  <a:lnTo>
                    <a:pt x="39474" y="6268249"/>
                  </a:lnTo>
                  <a:lnTo>
                    <a:pt x="39474" y="6267625"/>
                  </a:lnTo>
                  <a:lnTo>
                    <a:pt x="39583" y="6267625"/>
                  </a:lnTo>
                  <a:lnTo>
                    <a:pt x="39691" y="6267625"/>
                  </a:lnTo>
                  <a:lnTo>
                    <a:pt x="39800" y="6267625"/>
                  </a:lnTo>
                  <a:lnTo>
                    <a:pt x="39800" y="6267002"/>
                  </a:lnTo>
                  <a:lnTo>
                    <a:pt x="39908" y="6267002"/>
                  </a:lnTo>
                  <a:lnTo>
                    <a:pt x="40017" y="6267002"/>
                  </a:lnTo>
                  <a:lnTo>
                    <a:pt x="40125" y="6267002"/>
                  </a:lnTo>
                  <a:lnTo>
                    <a:pt x="40233" y="6267002"/>
                  </a:lnTo>
                  <a:lnTo>
                    <a:pt x="40342" y="6267002"/>
                  </a:lnTo>
                  <a:lnTo>
                    <a:pt x="40342" y="6266378"/>
                  </a:lnTo>
                  <a:lnTo>
                    <a:pt x="40450" y="6266378"/>
                  </a:lnTo>
                  <a:lnTo>
                    <a:pt x="40450" y="6265755"/>
                  </a:lnTo>
                  <a:lnTo>
                    <a:pt x="40559" y="6265755"/>
                  </a:lnTo>
                  <a:lnTo>
                    <a:pt x="40559" y="6265131"/>
                  </a:lnTo>
                  <a:lnTo>
                    <a:pt x="40667" y="6265131"/>
                  </a:lnTo>
                  <a:lnTo>
                    <a:pt x="40776" y="6265131"/>
                  </a:lnTo>
                  <a:lnTo>
                    <a:pt x="40884" y="6265131"/>
                  </a:lnTo>
                  <a:lnTo>
                    <a:pt x="40993" y="6265131"/>
                  </a:lnTo>
                  <a:lnTo>
                    <a:pt x="41101" y="6265131"/>
                  </a:lnTo>
                  <a:lnTo>
                    <a:pt x="41101" y="6264507"/>
                  </a:lnTo>
                  <a:lnTo>
                    <a:pt x="41101" y="6263884"/>
                  </a:lnTo>
                  <a:lnTo>
                    <a:pt x="41209" y="6263884"/>
                  </a:lnTo>
                  <a:lnTo>
                    <a:pt x="41318" y="6263884"/>
                  </a:lnTo>
                  <a:lnTo>
                    <a:pt x="41318" y="6263260"/>
                  </a:lnTo>
                  <a:lnTo>
                    <a:pt x="41426" y="6263260"/>
                  </a:lnTo>
                  <a:lnTo>
                    <a:pt x="41426" y="6262637"/>
                  </a:lnTo>
                  <a:lnTo>
                    <a:pt x="41535" y="6262637"/>
                  </a:lnTo>
                  <a:lnTo>
                    <a:pt x="41643" y="6262637"/>
                  </a:lnTo>
                  <a:lnTo>
                    <a:pt x="41752" y="6262637"/>
                  </a:lnTo>
                  <a:lnTo>
                    <a:pt x="41860" y="6262637"/>
                  </a:lnTo>
                  <a:lnTo>
                    <a:pt x="41969" y="6262637"/>
                  </a:lnTo>
                  <a:lnTo>
                    <a:pt x="42077" y="6262637"/>
                  </a:lnTo>
                  <a:lnTo>
                    <a:pt x="42185" y="6262637"/>
                  </a:lnTo>
                  <a:lnTo>
                    <a:pt x="42185" y="6262013"/>
                  </a:lnTo>
                  <a:lnTo>
                    <a:pt x="42294" y="6262013"/>
                  </a:lnTo>
                  <a:lnTo>
                    <a:pt x="42402" y="6262013"/>
                  </a:lnTo>
                  <a:lnTo>
                    <a:pt x="42402" y="6261390"/>
                  </a:lnTo>
                  <a:lnTo>
                    <a:pt x="42511" y="6261390"/>
                  </a:lnTo>
                  <a:lnTo>
                    <a:pt x="42619" y="6261390"/>
                  </a:lnTo>
                  <a:lnTo>
                    <a:pt x="42619" y="6260766"/>
                  </a:lnTo>
                  <a:lnTo>
                    <a:pt x="42728" y="6260766"/>
                  </a:lnTo>
                  <a:lnTo>
                    <a:pt x="42836" y="6260766"/>
                  </a:lnTo>
                  <a:lnTo>
                    <a:pt x="42945" y="6260766"/>
                  </a:lnTo>
                  <a:lnTo>
                    <a:pt x="43053" y="6260766"/>
                  </a:lnTo>
                  <a:lnTo>
                    <a:pt x="43053" y="6260142"/>
                  </a:lnTo>
                  <a:lnTo>
                    <a:pt x="43053" y="6259519"/>
                  </a:lnTo>
                  <a:lnTo>
                    <a:pt x="43162" y="6259519"/>
                  </a:lnTo>
                  <a:lnTo>
                    <a:pt x="43270" y="6259519"/>
                  </a:lnTo>
                  <a:lnTo>
                    <a:pt x="43378" y="6259519"/>
                  </a:lnTo>
                  <a:lnTo>
                    <a:pt x="43487" y="6259519"/>
                  </a:lnTo>
                  <a:lnTo>
                    <a:pt x="43595" y="6259519"/>
                  </a:lnTo>
                  <a:lnTo>
                    <a:pt x="43595" y="6258895"/>
                  </a:lnTo>
                  <a:lnTo>
                    <a:pt x="43704" y="6258895"/>
                  </a:lnTo>
                  <a:lnTo>
                    <a:pt x="43812" y="6258895"/>
                  </a:lnTo>
                  <a:lnTo>
                    <a:pt x="43921" y="6258895"/>
                  </a:lnTo>
                  <a:lnTo>
                    <a:pt x="44029" y="6258895"/>
                  </a:lnTo>
                  <a:lnTo>
                    <a:pt x="44138" y="6258895"/>
                  </a:lnTo>
                  <a:lnTo>
                    <a:pt x="44246" y="6258895"/>
                  </a:lnTo>
                  <a:lnTo>
                    <a:pt x="44354" y="6258895"/>
                  </a:lnTo>
                  <a:lnTo>
                    <a:pt x="44354" y="6258272"/>
                  </a:lnTo>
                  <a:lnTo>
                    <a:pt x="44463" y="6258272"/>
                  </a:lnTo>
                  <a:lnTo>
                    <a:pt x="44571" y="6258272"/>
                  </a:lnTo>
                  <a:lnTo>
                    <a:pt x="44680" y="6258272"/>
                  </a:lnTo>
                  <a:lnTo>
                    <a:pt x="44788" y="6258272"/>
                  </a:lnTo>
                  <a:lnTo>
                    <a:pt x="44788" y="6257648"/>
                  </a:lnTo>
                  <a:lnTo>
                    <a:pt x="44897" y="6257648"/>
                  </a:lnTo>
                  <a:lnTo>
                    <a:pt x="45005" y="6257648"/>
                  </a:lnTo>
                  <a:lnTo>
                    <a:pt x="45114" y="6257648"/>
                  </a:lnTo>
                  <a:lnTo>
                    <a:pt x="45222" y="6257648"/>
                  </a:lnTo>
                  <a:lnTo>
                    <a:pt x="45330" y="6257648"/>
                  </a:lnTo>
                  <a:lnTo>
                    <a:pt x="45330" y="6257024"/>
                  </a:lnTo>
                  <a:lnTo>
                    <a:pt x="45330" y="6256401"/>
                  </a:lnTo>
                  <a:lnTo>
                    <a:pt x="45439" y="6256401"/>
                  </a:lnTo>
                  <a:lnTo>
                    <a:pt x="45547" y="6256401"/>
                  </a:lnTo>
                  <a:lnTo>
                    <a:pt x="45656" y="6256401"/>
                  </a:lnTo>
                  <a:lnTo>
                    <a:pt x="45764" y="6256401"/>
                  </a:lnTo>
                  <a:lnTo>
                    <a:pt x="45873" y="6256401"/>
                  </a:lnTo>
                  <a:lnTo>
                    <a:pt x="45981" y="6256401"/>
                  </a:lnTo>
                  <a:lnTo>
                    <a:pt x="46090" y="6256401"/>
                  </a:lnTo>
                  <a:lnTo>
                    <a:pt x="46198" y="6256401"/>
                  </a:lnTo>
                  <a:lnTo>
                    <a:pt x="46415" y="6256401"/>
                  </a:lnTo>
                  <a:lnTo>
                    <a:pt x="46415" y="6255777"/>
                  </a:lnTo>
                  <a:lnTo>
                    <a:pt x="46523" y="6255777"/>
                  </a:lnTo>
                  <a:lnTo>
                    <a:pt x="46632" y="6255777"/>
                  </a:lnTo>
                  <a:lnTo>
                    <a:pt x="46740" y="6255777"/>
                  </a:lnTo>
                  <a:lnTo>
                    <a:pt x="46849" y="6255777"/>
                  </a:lnTo>
                  <a:lnTo>
                    <a:pt x="46957" y="6255777"/>
                  </a:lnTo>
                  <a:lnTo>
                    <a:pt x="47066" y="6255777"/>
                  </a:lnTo>
                  <a:lnTo>
                    <a:pt x="47174" y="6255777"/>
                  </a:lnTo>
                  <a:lnTo>
                    <a:pt x="47282" y="6255777"/>
                  </a:lnTo>
                  <a:lnTo>
                    <a:pt x="47391" y="6255777"/>
                  </a:lnTo>
                  <a:lnTo>
                    <a:pt x="47391" y="6255154"/>
                  </a:lnTo>
                  <a:lnTo>
                    <a:pt x="47499" y="6255154"/>
                  </a:lnTo>
                  <a:lnTo>
                    <a:pt x="47608" y="6255154"/>
                  </a:lnTo>
                  <a:lnTo>
                    <a:pt x="47716" y="6255154"/>
                  </a:lnTo>
                  <a:lnTo>
                    <a:pt x="47825" y="6255154"/>
                  </a:lnTo>
                  <a:lnTo>
                    <a:pt x="47933" y="6255154"/>
                  </a:lnTo>
                  <a:lnTo>
                    <a:pt x="47933" y="6254530"/>
                  </a:lnTo>
                  <a:lnTo>
                    <a:pt x="48042" y="6254530"/>
                  </a:lnTo>
                  <a:lnTo>
                    <a:pt x="48150" y="6254530"/>
                  </a:lnTo>
                  <a:lnTo>
                    <a:pt x="48259" y="6254530"/>
                  </a:lnTo>
                  <a:lnTo>
                    <a:pt x="48367" y="6254530"/>
                  </a:lnTo>
                  <a:lnTo>
                    <a:pt x="48475" y="6254530"/>
                  </a:lnTo>
                  <a:lnTo>
                    <a:pt x="48584" y="6254530"/>
                  </a:lnTo>
                  <a:lnTo>
                    <a:pt x="48692" y="6254530"/>
                  </a:lnTo>
                  <a:lnTo>
                    <a:pt x="48801" y="6254530"/>
                  </a:lnTo>
                  <a:lnTo>
                    <a:pt x="48801" y="6253907"/>
                  </a:lnTo>
                  <a:lnTo>
                    <a:pt x="48909" y="6253907"/>
                  </a:lnTo>
                  <a:lnTo>
                    <a:pt x="48909" y="6253283"/>
                  </a:lnTo>
                  <a:lnTo>
                    <a:pt x="49018" y="6253283"/>
                  </a:lnTo>
                  <a:lnTo>
                    <a:pt x="49018" y="6252659"/>
                  </a:lnTo>
                  <a:lnTo>
                    <a:pt x="49126" y="6252659"/>
                  </a:lnTo>
                  <a:lnTo>
                    <a:pt x="49235" y="6252659"/>
                  </a:lnTo>
                  <a:lnTo>
                    <a:pt x="49343" y="6252659"/>
                  </a:lnTo>
                  <a:lnTo>
                    <a:pt x="49343" y="6252036"/>
                  </a:lnTo>
                  <a:lnTo>
                    <a:pt x="49451" y="6252036"/>
                  </a:lnTo>
                  <a:lnTo>
                    <a:pt x="49451" y="6251412"/>
                  </a:lnTo>
                  <a:lnTo>
                    <a:pt x="49560" y="6251412"/>
                  </a:lnTo>
                  <a:lnTo>
                    <a:pt x="49668" y="6251412"/>
                  </a:lnTo>
                  <a:lnTo>
                    <a:pt x="49885" y="6251412"/>
                  </a:lnTo>
                  <a:lnTo>
                    <a:pt x="49994" y="6251412"/>
                  </a:lnTo>
                  <a:lnTo>
                    <a:pt x="50102" y="6251412"/>
                  </a:lnTo>
                  <a:lnTo>
                    <a:pt x="50211" y="6251412"/>
                  </a:lnTo>
                  <a:lnTo>
                    <a:pt x="50319" y="6251412"/>
                  </a:lnTo>
                  <a:lnTo>
                    <a:pt x="50319" y="6250789"/>
                  </a:lnTo>
                  <a:lnTo>
                    <a:pt x="50427" y="6250789"/>
                  </a:lnTo>
                  <a:lnTo>
                    <a:pt x="50427" y="6249542"/>
                  </a:lnTo>
                  <a:lnTo>
                    <a:pt x="50536" y="6249542"/>
                  </a:lnTo>
                  <a:lnTo>
                    <a:pt x="50644" y="6249542"/>
                  </a:lnTo>
                  <a:lnTo>
                    <a:pt x="50753" y="6249542"/>
                  </a:lnTo>
                  <a:lnTo>
                    <a:pt x="50861" y="6249542"/>
                  </a:lnTo>
                  <a:lnTo>
                    <a:pt x="50970" y="6249542"/>
                  </a:lnTo>
                  <a:lnTo>
                    <a:pt x="50970" y="6248918"/>
                  </a:lnTo>
                  <a:lnTo>
                    <a:pt x="51078" y="6248918"/>
                  </a:lnTo>
                  <a:lnTo>
                    <a:pt x="51187" y="6248918"/>
                  </a:lnTo>
                  <a:lnTo>
                    <a:pt x="51295" y="6248918"/>
                  </a:lnTo>
                  <a:lnTo>
                    <a:pt x="51403" y="6248918"/>
                  </a:lnTo>
                  <a:lnTo>
                    <a:pt x="51403" y="6248294"/>
                  </a:lnTo>
                  <a:lnTo>
                    <a:pt x="51512" y="6248294"/>
                  </a:lnTo>
                  <a:lnTo>
                    <a:pt x="51512" y="6247671"/>
                  </a:lnTo>
                  <a:lnTo>
                    <a:pt x="51620" y="6247671"/>
                  </a:lnTo>
                  <a:lnTo>
                    <a:pt x="51729" y="6247671"/>
                  </a:lnTo>
                  <a:lnTo>
                    <a:pt x="51729" y="6247047"/>
                  </a:lnTo>
                  <a:lnTo>
                    <a:pt x="51837" y="6247047"/>
                  </a:lnTo>
                  <a:lnTo>
                    <a:pt x="51946" y="6247047"/>
                  </a:lnTo>
                  <a:lnTo>
                    <a:pt x="52054" y="6247047"/>
                  </a:lnTo>
                  <a:lnTo>
                    <a:pt x="52163" y="6247047"/>
                  </a:lnTo>
                  <a:lnTo>
                    <a:pt x="52271" y="6247047"/>
                  </a:lnTo>
                  <a:lnTo>
                    <a:pt x="52380" y="6247047"/>
                  </a:lnTo>
                  <a:lnTo>
                    <a:pt x="52488" y="6247047"/>
                  </a:lnTo>
                  <a:lnTo>
                    <a:pt x="52488" y="6246424"/>
                  </a:lnTo>
                  <a:lnTo>
                    <a:pt x="52596" y="6246424"/>
                  </a:lnTo>
                  <a:lnTo>
                    <a:pt x="52705" y="6246424"/>
                  </a:lnTo>
                  <a:lnTo>
                    <a:pt x="52813" y="6246424"/>
                  </a:lnTo>
                  <a:lnTo>
                    <a:pt x="53030" y="6246424"/>
                  </a:lnTo>
                  <a:lnTo>
                    <a:pt x="53030" y="6245800"/>
                  </a:lnTo>
                  <a:lnTo>
                    <a:pt x="53139" y="6245800"/>
                  </a:lnTo>
                  <a:lnTo>
                    <a:pt x="53247" y="6245800"/>
                  </a:lnTo>
                  <a:lnTo>
                    <a:pt x="53356" y="6245800"/>
                  </a:lnTo>
                  <a:lnTo>
                    <a:pt x="53464" y="6245800"/>
                  </a:lnTo>
                  <a:lnTo>
                    <a:pt x="53464" y="6245176"/>
                  </a:lnTo>
                  <a:lnTo>
                    <a:pt x="53572" y="6245176"/>
                  </a:lnTo>
                  <a:lnTo>
                    <a:pt x="53681" y="6245176"/>
                  </a:lnTo>
                  <a:lnTo>
                    <a:pt x="53789" y="6245176"/>
                  </a:lnTo>
                  <a:lnTo>
                    <a:pt x="53789" y="6244553"/>
                  </a:lnTo>
                  <a:lnTo>
                    <a:pt x="53898" y="6244553"/>
                  </a:lnTo>
                  <a:lnTo>
                    <a:pt x="53898" y="6243929"/>
                  </a:lnTo>
                  <a:lnTo>
                    <a:pt x="53898" y="6243306"/>
                  </a:lnTo>
                  <a:lnTo>
                    <a:pt x="54006" y="6243306"/>
                  </a:lnTo>
                  <a:lnTo>
                    <a:pt x="54006" y="6242682"/>
                  </a:lnTo>
                  <a:lnTo>
                    <a:pt x="54115" y="6242682"/>
                  </a:lnTo>
                  <a:lnTo>
                    <a:pt x="54223" y="6242682"/>
                  </a:lnTo>
                  <a:lnTo>
                    <a:pt x="54332" y="6242682"/>
                  </a:lnTo>
                  <a:lnTo>
                    <a:pt x="54332" y="6242059"/>
                  </a:lnTo>
                  <a:lnTo>
                    <a:pt x="54440" y="6242059"/>
                  </a:lnTo>
                  <a:lnTo>
                    <a:pt x="54548" y="6242059"/>
                  </a:lnTo>
                  <a:lnTo>
                    <a:pt x="54548" y="6241435"/>
                  </a:lnTo>
                  <a:lnTo>
                    <a:pt x="54657" y="6241435"/>
                  </a:lnTo>
                  <a:lnTo>
                    <a:pt x="54765" y="6241435"/>
                  </a:lnTo>
                  <a:lnTo>
                    <a:pt x="54874" y="6241435"/>
                  </a:lnTo>
                  <a:lnTo>
                    <a:pt x="54982" y="6241435"/>
                  </a:lnTo>
                  <a:lnTo>
                    <a:pt x="55091" y="6241435"/>
                  </a:lnTo>
                  <a:lnTo>
                    <a:pt x="55199" y="6241435"/>
                  </a:lnTo>
                  <a:lnTo>
                    <a:pt x="55308" y="6241435"/>
                  </a:lnTo>
                  <a:lnTo>
                    <a:pt x="55416" y="6241435"/>
                  </a:lnTo>
                  <a:lnTo>
                    <a:pt x="55524" y="6241435"/>
                  </a:lnTo>
                  <a:lnTo>
                    <a:pt x="55524" y="6240811"/>
                  </a:lnTo>
                  <a:lnTo>
                    <a:pt x="55633" y="6240811"/>
                  </a:lnTo>
                  <a:lnTo>
                    <a:pt x="55741" y="6240811"/>
                  </a:lnTo>
                  <a:lnTo>
                    <a:pt x="55850" y="6240811"/>
                  </a:lnTo>
                  <a:lnTo>
                    <a:pt x="55958" y="6240811"/>
                  </a:lnTo>
                  <a:lnTo>
                    <a:pt x="56067" y="6240811"/>
                  </a:lnTo>
                  <a:lnTo>
                    <a:pt x="56067" y="6240188"/>
                  </a:lnTo>
                  <a:lnTo>
                    <a:pt x="56175" y="6240188"/>
                  </a:lnTo>
                  <a:lnTo>
                    <a:pt x="56284" y="6240188"/>
                  </a:lnTo>
                  <a:lnTo>
                    <a:pt x="56392" y="6240188"/>
                  </a:lnTo>
                  <a:lnTo>
                    <a:pt x="56501" y="6240188"/>
                  </a:lnTo>
                  <a:lnTo>
                    <a:pt x="56501" y="6239564"/>
                  </a:lnTo>
                  <a:lnTo>
                    <a:pt x="56609" y="6239564"/>
                  </a:lnTo>
                  <a:lnTo>
                    <a:pt x="56717" y="6239564"/>
                  </a:lnTo>
                  <a:lnTo>
                    <a:pt x="56826" y="6239564"/>
                  </a:lnTo>
                  <a:lnTo>
                    <a:pt x="56934" y="6239564"/>
                  </a:lnTo>
                  <a:lnTo>
                    <a:pt x="57043" y="6239564"/>
                  </a:lnTo>
                  <a:lnTo>
                    <a:pt x="57151" y="6239564"/>
                  </a:lnTo>
                  <a:lnTo>
                    <a:pt x="57260" y="6239564"/>
                  </a:lnTo>
                  <a:lnTo>
                    <a:pt x="57368" y="6239564"/>
                  </a:lnTo>
                  <a:lnTo>
                    <a:pt x="57477" y="6239564"/>
                  </a:lnTo>
                  <a:lnTo>
                    <a:pt x="57585" y="6239564"/>
                  </a:lnTo>
                  <a:lnTo>
                    <a:pt x="57585" y="6238941"/>
                  </a:lnTo>
                  <a:lnTo>
                    <a:pt x="57693" y="6238941"/>
                  </a:lnTo>
                  <a:lnTo>
                    <a:pt x="57693" y="6238317"/>
                  </a:lnTo>
                  <a:lnTo>
                    <a:pt x="57910" y="6238317"/>
                  </a:lnTo>
                  <a:lnTo>
                    <a:pt x="57910" y="6237693"/>
                  </a:lnTo>
                  <a:lnTo>
                    <a:pt x="58019" y="6237693"/>
                  </a:lnTo>
                  <a:lnTo>
                    <a:pt x="58127" y="6237693"/>
                  </a:lnTo>
                  <a:lnTo>
                    <a:pt x="58236" y="6237693"/>
                  </a:lnTo>
                  <a:lnTo>
                    <a:pt x="58344" y="6237693"/>
                  </a:lnTo>
                  <a:lnTo>
                    <a:pt x="58453" y="6237693"/>
                  </a:lnTo>
                  <a:lnTo>
                    <a:pt x="58561" y="6237693"/>
                  </a:lnTo>
                  <a:lnTo>
                    <a:pt x="58669" y="6237693"/>
                  </a:lnTo>
                  <a:lnTo>
                    <a:pt x="58778" y="6237693"/>
                  </a:lnTo>
                  <a:lnTo>
                    <a:pt x="58778" y="6237070"/>
                  </a:lnTo>
                  <a:lnTo>
                    <a:pt x="58886" y="6237070"/>
                  </a:lnTo>
                  <a:lnTo>
                    <a:pt x="58995" y="6237070"/>
                  </a:lnTo>
                  <a:lnTo>
                    <a:pt x="58995" y="6236446"/>
                  </a:lnTo>
                  <a:lnTo>
                    <a:pt x="58995" y="6235823"/>
                  </a:lnTo>
                  <a:lnTo>
                    <a:pt x="58995" y="6235199"/>
                  </a:lnTo>
                  <a:lnTo>
                    <a:pt x="59103" y="6235199"/>
                  </a:lnTo>
                  <a:lnTo>
                    <a:pt x="59212" y="6235199"/>
                  </a:lnTo>
                  <a:lnTo>
                    <a:pt x="59320" y="6235199"/>
                  </a:lnTo>
                  <a:lnTo>
                    <a:pt x="59429" y="6235199"/>
                  </a:lnTo>
                  <a:lnTo>
                    <a:pt x="59429" y="6234576"/>
                  </a:lnTo>
                  <a:lnTo>
                    <a:pt x="59537" y="6234576"/>
                  </a:lnTo>
                  <a:lnTo>
                    <a:pt x="59645" y="6234576"/>
                  </a:lnTo>
                  <a:lnTo>
                    <a:pt x="59754" y="6234576"/>
                  </a:lnTo>
                  <a:lnTo>
                    <a:pt x="59754" y="6233952"/>
                  </a:lnTo>
                  <a:lnTo>
                    <a:pt x="59862" y="6233952"/>
                  </a:lnTo>
                  <a:lnTo>
                    <a:pt x="59862" y="6233328"/>
                  </a:lnTo>
                  <a:lnTo>
                    <a:pt x="59971" y="6233328"/>
                  </a:lnTo>
                  <a:lnTo>
                    <a:pt x="60079" y="6233328"/>
                  </a:lnTo>
                  <a:lnTo>
                    <a:pt x="60188" y="6233328"/>
                  </a:lnTo>
                  <a:lnTo>
                    <a:pt x="60296" y="6233328"/>
                  </a:lnTo>
                  <a:lnTo>
                    <a:pt x="60405" y="6233328"/>
                  </a:lnTo>
                  <a:lnTo>
                    <a:pt x="60513" y="6233328"/>
                  </a:lnTo>
                  <a:lnTo>
                    <a:pt x="60622" y="6233328"/>
                  </a:lnTo>
                  <a:lnTo>
                    <a:pt x="60622" y="6232705"/>
                  </a:lnTo>
                  <a:lnTo>
                    <a:pt x="60730" y="6232705"/>
                  </a:lnTo>
                  <a:lnTo>
                    <a:pt x="60838" y="6232705"/>
                  </a:lnTo>
                  <a:lnTo>
                    <a:pt x="60947" y="6232705"/>
                  </a:lnTo>
                  <a:lnTo>
                    <a:pt x="61055" y="6232705"/>
                  </a:lnTo>
                  <a:lnTo>
                    <a:pt x="61164" y="6232081"/>
                  </a:lnTo>
                  <a:lnTo>
                    <a:pt x="61272" y="6232081"/>
                  </a:lnTo>
                  <a:lnTo>
                    <a:pt x="61381" y="6232081"/>
                  </a:lnTo>
                  <a:lnTo>
                    <a:pt x="61489" y="6232081"/>
                  </a:lnTo>
                  <a:lnTo>
                    <a:pt x="61598" y="6232081"/>
                  </a:lnTo>
                  <a:lnTo>
                    <a:pt x="61706" y="6232081"/>
                  </a:lnTo>
                  <a:lnTo>
                    <a:pt x="61814" y="6232081"/>
                  </a:lnTo>
                  <a:lnTo>
                    <a:pt x="61923" y="6232081"/>
                  </a:lnTo>
                  <a:lnTo>
                    <a:pt x="61923" y="6231458"/>
                  </a:lnTo>
                  <a:lnTo>
                    <a:pt x="62031" y="6231458"/>
                  </a:lnTo>
                  <a:lnTo>
                    <a:pt x="62140" y="6231458"/>
                  </a:lnTo>
                  <a:lnTo>
                    <a:pt x="62248" y="6231458"/>
                  </a:lnTo>
                  <a:lnTo>
                    <a:pt x="62357" y="6231458"/>
                  </a:lnTo>
                  <a:lnTo>
                    <a:pt x="62465" y="6231458"/>
                  </a:lnTo>
                  <a:lnTo>
                    <a:pt x="62574" y="6231458"/>
                  </a:lnTo>
                  <a:lnTo>
                    <a:pt x="62682" y="6231458"/>
                  </a:lnTo>
                  <a:lnTo>
                    <a:pt x="62790" y="6231458"/>
                  </a:lnTo>
                  <a:lnTo>
                    <a:pt x="62899" y="6231458"/>
                  </a:lnTo>
                  <a:lnTo>
                    <a:pt x="62899" y="6230834"/>
                  </a:lnTo>
                  <a:lnTo>
                    <a:pt x="62899" y="6230210"/>
                  </a:lnTo>
                  <a:lnTo>
                    <a:pt x="63007" y="6230210"/>
                  </a:lnTo>
                  <a:lnTo>
                    <a:pt x="63116" y="6230210"/>
                  </a:lnTo>
                  <a:lnTo>
                    <a:pt x="63224" y="6230210"/>
                  </a:lnTo>
                  <a:lnTo>
                    <a:pt x="63333" y="6230210"/>
                  </a:lnTo>
                  <a:lnTo>
                    <a:pt x="63441" y="6230210"/>
                  </a:lnTo>
                  <a:lnTo>
                    <a:pt x="63550" y="6230210"/>
                  </a:lnTo>
                  <a:lnTo>
                    <a:pt x="63658" y="6230210"/>
                  </a:lnTo>
                  <a:lnTo>
                    <a:pt x="63766" y="6230210"/>
                  </a:lnTo>
                  <a:lnTo>
                    <a:pt x="63875" y="6230210"/>
                  </a:lnTo>
                  <a:lnTo>
                    <a:pt x="63983" y="6230210"/>
                  </a:lnTo>
                  <a:lnTo>
                    <a:pt x="64092" y="6230210"/>
                  </a:lnTo>
                  <a:lnTo>
                    <a:pt x="64200" y="6230210"/>
                  </a:lnTo>
                  <a:lnTo>
                    <a:pt x="64309" y="6230210"/>
                  </a:lnTo>
                  <a:lnTo>
                    <a:pt x="64417" y="6230210"/>
                  </a:lnTo>
                  <a:lnTo>
                    <a:pt x="64417" y="6229587"/>
                  </a:lnTo>
                  <a:lnTo>
                    <a:pt x="64526" y="6229587"/>
                  </a:lnTo>
                  <a:lnTo>
                    <a:pt x="64634" y="6229587"/>
                  </a:lnTo>
                  <a:lnTo>
                    <a:pt x="64743" y="6229587"/>
                  </a:lnTo>
                  <a:lnTo>
                    <a:pt x="64851" y="6229587"/>
                  </a:lnTo>
                  <a:lnTo>
                    <a:pt x="64959" y="6229587"/>
                  </a:lnTo>
                  <a:lnTo>
                    <a:pt x="64959" y="6228963"/>
                  </a:lnTo>
                  <a:lnTo>
                    <a:pt x="65068" y="6228963"/>
                  </a:lnTo>
                  <a:lnTo>
                    <a:pt x="65176" y="6228963"/>
                  </a:lnTo>
                  <a:lnTo>
                    <a:pt x="65285" y="6228963"/>
                  </a:lnTo>
                  <a:lnTo>
                    <a:pt x="65285" y="6228340"/>
                  </a:lnTo>
                  <a:lnTo>
                    <a:pt x="65393" y="6228340"/>
                  </a:lnTo>
                  <a:lnTo>
                    <a:pt x="65502" y="6228340"/>
                  </a:lnTo>
                  <a:lnTo>
                    <a:pt x="65610" y="6228340"/>
                  </a:lnTo>
                  <a:lnTo>
                    <a:pt x="65610" y="6227716"/>
                  </a:lnTo>
                  <a:lnTo>
                    <a:pt x="65719" y="6227716"/>
                  </a:lnTo>
                  <a:lnTo>
                    <a:pt x="65827" y="6227716"/>
                  </a:lnTo>
                  <a:lnTo>
                    <a:pt x="65827" y="6227093"/>
                  </a:lnTo>
                  <a:lnTo>
                    <a:pt x="65935" y="6227093"/>
                  </a:lnTo>
                  <a:lnTo>
                    <a:pt x="66044" y="6227093"/>
                  </a:lnTo>
                  <a:lnTo>
                    <a:pt x="66044" y="6226469"/>
                  </a:lnTo>
                  <a:lnTo>
                    <a:pt x="66044" y="6225845"/>
                  </a:lnTo>
                  <a:lnTo>
                    <a:pt x="66152" y="6225845"/>
                  </a:lnTo>
                  <a:lnTo>
                    <a:pt x="66261" y="6225845"/>
                  </a:lnTo>
                  <a:lnTo>
                    <a:pt x="66369" y="6225845"/>
                  </a:lnTo>
                  <a:lnTo>
                    <a:pt x="66478" y="6225845"/>
                  </a:lnTo>
                  <a:lnTo>
                    <a:pt x="66478" y="6225222"/>
                  </a:lnTo>
                  <a:lnTo>
                    <a:pt x="66586" y="6225222"/>
                  </a:lnTo>
                  <a:lnTo>
                    <a:pt x="66695" y="6225222"/>
                  </a:lnTo>
                  <a:lnTo>
                    <a:pt x="66803" y="6225222"/>
                  </a:lnTo>
                  <a:lnTo>
                    <a:pt x="66803" y="6224598"/>
                  </a:lnTo>
                  <a:lnTo>
                    <a:pt x="66911" y="6224598"/>
                  </a:lnTo>
                  <a:lnTo>
                    <a:pt x="67020" y="6224598"/>
                  </a:lnTo>
                  <a:lnTo>
                    <a:pt x="67128" y="6224598"/>
                  </a:lnTo>
                  <a:lnTo>
                    <a:pt x="67237" y="6224598"/>
                  </a:lnTo>
                  <a:lnTo>
                    <a:pt x="67345" y="6224598"/>
                  </a:lnTo>
                  <a:lnTo>
                    <a:pt x="67454" y="6224598"/>
                  </a:lnTo>
                  <a:lnTo>
                    <a:pt x="67562" y="6224598"/>
                  </a:lnTo>
                  <a:lnTo>
                    <a:pt x="67671" y="6224598"/>
                  </a:lnTo>
                  <a:lnTo>
                    <a:pt x="67779" y="6224598"/>
                  </a:lnTo>
                  <a:lnTo>
                    <a:pt x="67996" y="6224598"/>
                  </a:lnTo>
                  <a:lnTo>
                    <a:pt x="68104" y="6224598"/>
                  </a:lnTo>
                  <a:lnTo>
                    <a:pt x="68104" y="6223975"/>
                  </a:lnTo>
                  <a:lnTo>
                    <a:pt x="68104" y="6223351"/>
                  </a:lnTo>
                  <a:lnTo>
                    <a:pt x="68213" y="6223351"/>
                  </a:lnTo>
                  <a:lnTo>
                    <a:pt x="68321" y="6223351"/>
                  </a:lnTo>
                  <a:lnTo>
                    <a:pt x="68430" y="6223351"/>
                  </a:lnTo>
                  <a:lnTo>
                    <a:pt x="68538" y="6223351"/>
                  </a:lnTo>
                  <a:lnTo>
                    <a:pt x="68538" y="6222727"/>
                  </a:lnTo>
                  <a:lnTo>
                    <a:pt x="68647" y="6222727"/>
                  </a:lnTo>
                  <a:lnTo>
                    <a:pt x="68755" y="6222727"/>
                  </a:lnTo>
                  <a:lnTo>
                    <a:pt x="68863" y="6222727"/>
                  </a:lnTo>
                  <a:lnTo>
                    <a:pt x="68863" y="6222104"/>
                  </a:lnTo>
                  <a:lnTo>
                    <a:pt x="68863" y="6221480"/>
                  </a:lnTo>
                  <a:lnTo>
                    <a:pt x="68972" y="6221480"/>
                  </a:lnTo>
                  <a:lnTo>
                    <a:pt x="69080" y="6221480"/>
                  </a:lnTo>
                  <a:lnTo>
                    <a:pt x="69189" y="6221480"/>
                  </a:lnTo>
                  <a:lnTo>
                    <a:pt x="69189" y="6220857"/>
                  </a:lnTo>
                  <a:lnTo>
                    <a:pt x="69297" y="6220857"/>
                  </a:lnTo>
                  <a:lnTo>
                    <a:pt x="69406" y="6220857"/>
                  </a:lnTo>
                  <a:lnTo>
                    <a:pt x="69514" y="6220857"/>
                  </a:lnTo>
                  <a:lnTo>
                    <a:pt x="69623" y="6220857"/>
                  </a:lnTo>
                  <a:lnTo>
                    <a:pt x="69623" y="6220233"/>
                  </a:lnTo>
                  <a:lnTo>
                    <a:pt x="69731" y="6220233"/>
                  </a:lnTo>
                  <a:lnTo>
                    <a:pt x="69731" y="6219610"/>
                  </a:lnTo>
                  <a:lnTo>
                    <a:pt x="69840" y="6219610"/>
                  </a:lnTo>
                  <a:lnTo>
                    <a:pt x="69948" y="6219610"/>
                  </a:lnTo>
                  <a:lnTo>
                    <a:pt x="70056" y="6219610"/>
                  </a:lnTo>
                  <a:lnTo>
                    <a:pt x="70165" y="6219610"/>
                  </a:lnTo>
                  <a:lnTo>
                    <a:pt x="70165" y="6218986"/>
                  </a:lnTo>
                  <a:lnTo>
                    <a:pt x="70273" y="6218986"/>
                  </a:lnTo>
                  <a:lnTo>
                    <a:pt x="70382" y="6218986"/>
                  </a:lnTo>
                  <a:lnTo>
                    <a:pt x="70490" y="6218986"/>
                  </a:lnTo>
                  <a:lnTo>
                    <a:pt x="70599" y="6218986"/>
                  </a:lnTo>
                  <a:lnTo>
                    <a:pt x="70707" y="6218986"/>
                  </a:lnTo>
                  <a:lnTo>
                    <a:pt x="70707" y="6218362"/>
                  </a:lnTo>
                  <a:lnTo>
                    <a:pt x="70816" y="6218362"/>
                  </a:lnTo>
                  <a:lnTo>
                    <a:pt x="70924" y="6218362"/>
                  </a:lnTo>
                  <a:lnTo>
                    <a:pt x="71032" y="6218362"/>
                  </a:lnTo>
                  <a:lnTo>
                    <a:pt x="71141" y="6218362"/>
                  </a:lnTo>
                  <a:lnTo>
                    <a:pt x="71141" y="6217739"/>
                  </a:lnTo>
                  <a:lnTo>
                    <a:pt x="71249" y="6217739"/>
                  </a:lnTo>
                  <a:lnTo>
                    <a:pt x="71249" y="6217115"/>
                  </a:lnTo>
                  <a:lnTo>
                    <a:pt x="71358" y="6217115"/>
                  </a:lnTo>
                  <a:lnTo>
                    <a:pt x="71466" y="6217115"/>
                  </a:lnTo>
                  <a:lnTo>
                    <a:pt x="71575" y="6217115"/>
                  </a:lnTo>
                  <a:lnTo>
                    <a:pt x="71575" y="6216492"/>
                  </a:lnTo>
                  <a:lnTo>
                    <a:pt x="71683" y="6216492"/>
                  </a:lnTo>
                  <a:lnTo>
                    <a:pt x="71792" y="6216492"/>
                  </a:lnTo>
                  <a:lnTo>
                    <a:pt x="71792" y="6215868"/>
                  </a:lnTo>
                  <a:lnTo>
                    <a:pt x="71900" y="6215868"/>
                  </a:lnTo>
                  <a:lnTo>
                    <a:pt x="72008" y="6215868"/>
                  </a:lnTo>
                  <a:lnTo>
                    <a:pt x="72117" y="6215868"/>
                  </a:lnTo>
                  <a:lnTo>
                    <a:pt x="72117" y="6215244"/>
                  </a:lnTo>
                  <a:lnTo>
                    <a:pt x="72225" y="6215244"/>
                  </a:lnTo>
                  <a:lnTo>
                    <a:pt x="72334" y="6215244"/>
                  </a:lnTo>
                  <a:lnTo>
                    <a:pt x="72442" y="6215244"/>
                  </a:lnTo>
                  <a:lnTo>
                    <a:pt x="72551" y="6215244"/>
                  </a:lnTo>
                  <a:lnTo>
                    <a:pt x="72551" y="6214621"/>
                  </a:lnTo>
                  <a:lnTo>
                    <a:pt x="72768" y="6214621"/>
                  </a:lnTo>
                  <a:lnTo>
                    <a:pt x="72876" y="6214621"/>
                  </a:lnTo>
                  <a:lnTo>
                    <a:pt x="72984" y="6214621"/>
                  </a:lnTo>
                  <a:lnTo>
                    <a:pt x="73093" y="6214621"/>
                  </a:lnTo>
                  <a:lnTo>
                    <a:pt x="73093" y="6213997"/>
                  </a:lnTo>
                  <a:lnTo>
                    <a:pt x="73201" y="6213997"/>
                  </a:lnTo>
                  <a:lnTo>
                    <a:pt x="73310" y="6213997"/>
                  </a:lnTo>
                  <a:lnTo>
                    <a:pt x="73418" y="6213997"/>
                  </a:lnTo>
                  <a:lnTo>
                    <a:pt x="73418" y="6213374"/>
                  </a:lnTo>
                  <a:lnTo>
                    <a:pt x="73527" y="6213374"/>
                  </a:lnTo>
                  <a:lnTo>
                    <a:pt x="73635" y="6213374"/>
                  </a:lnTo>
                  <a:lnTo>
                    <a:pt x="73635" y="6212750"/>
                  </a:lnTo>
                  <a:lnTo>
                    <a:pt x="73744" y="6212750"/>
                  </a:lnTo>
                  <a:lnTo>
                    <a:pt x="73744" y="6212127"/>
                  </a:lnTo>
                  <a:lnTo>
                    <a:pt x="73744" y="6211503"/>
                  </a:lnTo>
                  <a:lnTo>
                    <a:pt x="73744" y="6210879"/>
                  </a:lnTo>
                  <a:lnTo>
                    <a:pt x="73852" y="6210879"/>
                  </a:lnTo>
                  <a:lnTo>
                    <a:pt x="73961" y="6210879"/>
                  </a:lnTo>
                  <a:lnTo>
                    <a:pt x="74069" y="6210879"/>
                  </a:lnTo>
                  <a:lnTo>
                    <a:pt x="74177" y="6210879"/>
                  </a:lnTo>
                  <a:lnTo>
                    <a:pt x="74286" y="6210879"/>
                  </a:lnTo>
                  <a:lnTo>
                    <a:pt x="74394" y="6210879"/>
                  </a:lnTo>
                  <a:lnTo>
                    <a:pt x="74394" y="6210256"/>
                  </a:lnTo>
                  <a:lnTo>
                    <a:pt x="74394" y="6209632"/>
                  </a:lnTo>
                  <a:lnTo>
                    <a:pt x="74503" y="6209632"/>
                  </a:lnTo>
                  <a:lnTo>
                    <a:pt x="74611" y="6209632"/>
                  </a:lnTo>
                  <a:lnTo>
                    <a:pt x="74611" y="6209009"/>
                  </a:lnTo>
                  <a:lnTo>
                    <a:pt x="74720" y="6209009"/>
                  </a:lnTo>
                  <a:lnTo>
                    <a:pt x="74828" y="6209009"/>
                  </a:lnTo>
                  <a:lnTo>
                    <a:pt x="74937" y="6209009"/>
                  </a:lnTo>
                  <a:lnTo>
                    <a:pt x="75045" y="6209009"/>
                  </a:lnTo>
                  <a:lnTo>
                    <a:pt x="75153" y="6209009"/>
                  </a:lnTo>
                  <a:lnTo>
                    <a:pt x="75262" y="6209009"/>
                  </a:lnTo>
                  <a:lnTo>
                    <a:pt x="75370" y="6209009"/>
                  </a:lnTo>
                  <a:lnTo>
                    <a:pt x="75479" y="6209009"/>
                  </a:lnTo>
                  <a:lnTo>
                    <a:pt x="75587" y="6209009"/>
                  </a:lnTo>
                  <a:lnTo>
                    <a:pt x="75696" y="6209009"/>
                  </a:lnTo>
                  <a:lnTo>
                    <a:pt x="75804" y="6209009"/>
                  </a:lnTo>
                  <a:lnTo>
                    <a:pt x="75804" y="6208385"/>
                  </a:lnTo>
                  <a:lnTo>
                    <a:pt x="75913" y="6208385"/>
                  </a:lnTo>
                  <a:lnTo>
                    <a:pt x="76021" y="6208385"/>
                  </a:lnTo>
                  <a:lnTo>
                    <a:pt x="76129" y="6208385"/>
                  </a:lnTo>
                  <a:lnTo>
                    <a:pt x="76129" y="6207761"/>
                  </a:lnTo>
                  <a:lnTo>
                    <a:pt x="76129" y="6207138"/>
                  </a:lnTo>
                  <a:lnTo>
                    <a:pt x="76238" y="6207138"/>
                  </a:lnTo>
                  <a:lnTo>
                    <a:pt x="76346" y="6207138"/>
                  </a:lnTo>
                  <a:lnTo>
                    <a:pt x="76346" y="6206514"/>
                  </a:lnTo>
                  <a:lnTo>
                    <a:pt x="76455" y="6206514"/>
                  </a:lnTo>
                  <a:lnTo>
                    <a:pt x="76563" y="6206514"/>
                  </a:lnTo>
                  <a:lnTo>
                    <a:pt x="76672" y="6206514"/>
                  </a:lnTo>
                  <a:lnTo>
                    <a:pt x="76780" y="6206514"/>
                  </a:lnTo>
                  <a:lnTo>
                    <a:pt x="76780" y="6205891"/>
                  </a:lnTo>
                  <a:lnTo>
                    <a:pt x="76780" y="6205267"/>
                  </a:lnTo>
                  <a:lnTo>
                    <a:pt x="76889" y="6205267"/>
                  </a:lnTo>
                  <a:lnTo>
                    <a:pt x="76997" y="6205267"/>
                  </a:lnTo>
                  <a:lnTo>
                    <a:pt x="77105" y="6205267"/>
                  </a:lnTo>
                  <a:lnTo>
                    <a:pt x="77105" y="6204644"/>
                  </a:lnTo>
                  <a:lnTo>
                    <a:pt x="77214" y="6204644"/>
                  </a:lnTo>
                  <a:lnTo>
                    <a:pt x="77214" y="6204020"/>
                  </a:lnTo>
                  <a:lnTo>
                    <a:pt x="77322" y="6204020"/>
                  </a:lnTo>
                  <a:lnTo>
                    <a:pt x="77539" y="6204020"/>
                  </a:lnTo>
                  <a:lnTo>
                    <a:pt x="77648" y="6204020"/>
                  </a:lnTo>
                  <a:lnTo>
                    <a:pt x="77756" y="6204020"/>
                  </a:lnTo>
                  <a:lnTo>
                    <a:pt x="77865" y="6204020"/>
                  </a:lnTo>
                  <a:lnTo>
                    <a:pt x="77865" y="6203396"/>
                  </a:lnTo>
                  <a:lnTo>
                    <a:pt x="77865" y="6202773"/>
                  </a:lnTo>
                  <a:lnTo>
                    <a:pt x="77973" y="6202773"/>
                  </a:lnTo>
                  <a:lnTo>
                    <a:pt x="78082" y="6202773"/>
                  </a:lnTo>
                  <a:lnTo>
                    <a:pt x="78082" y="6202149"/>
                  </a:lnTo>
                  <a:lnTo>
                    <a:pt x="78190" y="6202149"/>
                  </a:lnTo>
                  <a:lnTo>
                    <a:pt x="78190" y="6201526"/>
                  </a:lnTo>
                  <a:lnTo>
                    <a:pt x="78190" y="6200902"/>
                  </a:lnTo>
                  <a:lnTo>
                    <a:pt x="78298" y="6200902"/>
                  </a:lnTo>
                  <a:lnTo>
                    <a:pt x="78407" y="6200902"/>
                  </a:lnTo>
                  <a:lnTo>
                    <a:pt x="78515" y="6200902"/>
                  </a:lnTo>
                  <a:lnTo>
                    <a:pt x="78624" y="6200902"/>
                  </a:lnTo>
                  <a:lnTo>
                    <a:pt x="78732" y="6200902"/>
                  </a:lnTo>
                  <a:lnTo>
                    <a:pt x="78841" y="6200902"/>
                  </a:lnTo>
                  <a:lnTo>
                    <a:pt x="78949" y="6200902"/>
                  </a:lnTo>
                  <a:lnTo>
                    <a:pt x="79058" y="6200902"/>
                  </a:lnTo>
                  <a:lnTo>
                    <a:pt x="79166" y="6200902"/>
                  </a:lnTo>
                  <a:lnTo>
                    <a:pt x="79274" y="6200902"/>
                  </a:lnTo>
                  <a:lnTo>
                    <a:pt x="79383" y="6200902"/>
                  </a:lnTo>
                  <a:lnTo>
                    <a:pt x="79383" y="6199655"/>
                  </a:lnTo>
                  <a:lnTo>
                    <a:pt x="79491" y="6199655"/>
                  </a:lnTo>
                  <a:lnTo>
                    <a:pt x="79600" y="6199655"/>
                  </a:lnTo>
                  <a:lnTo>
                    <a:pt x="79708" y="6199655"/>
                  </a:lnTo>
                  <a:lnTo>
                    <a:pt x="79817" y="6199655"/>
                  </a:lnTo>
                  <a:lnTo>
                    <a:pt x="79817" y="6199031"/>
                  </a:lnTo>
                  <a:lnTo>
                    <a:pt x="79925" y="6199031"/>
                  </a:lnTo>
                  <a:lnTo>
                    <a:pt x="80034" y="6199031"/>
                  </a:lnTo>
                  <a:lnTo>
                    <a:pt x="80142" y="6199031"/>
                  </a:lnTo>
                  <a:lnTo>
                    <a:pt x="80250" y="6199031"/>
                  </a:lnTo>
                  <a:lnTo>
                    <a:pt x="80359" y="6199031"/>
                  </a:lnTo>
                  <a:lnTo>
                    <a:pt x="80467" y="6199031"/>
                  </a:lnTo>
                  <a:lnTo>
                    <a:pt x="80576" y="6199031"/>
                  </a:lnTo>
                  <a:lnTo>
                    <a:pt x="80684" y="6199031"/>
                  </a:lnTo>
                  <a:lnTo>
                    <a:pt x="80793" y="6199031"/>
                  </a:lnTo>
                  <a:lnTo>
                    <a:pt x="80793" y="6198408"/>
                  </a:lnTo>
                  <a:lnTo>
                    <a:pt x="80901" y="6198408"/>
                  </a:lnTo>
                  <a:lnTo>
                    <a:pt x="81010" y="6198408"/>
                  </a:lnTo>
                  <a:lnTo>
                    <a:pt x="81010" y="6197784"/>
                  </a:lnTo>
                  <a:lnTo>
                    <a:pt x="81118" y="6197784"/>
                  </a:lnTo>
                  <a:lnTo>
                    <a:pt x="81226" y="6197784"/>
                  </a:lnTo>
                  <a:lnTo>
                    <a:pt x="81335" y="6197784"/>
                  </a:lnTo>
                  <a:lnTo>
                    <a:pt x="81443" y="6197784"/>
                  </a:lnTo>
                  <a:lnTo>
                    <a:pt x="81552" y="6197784"/>
                  </a:lnTo>
                  <a:lnTo>
                    <a:pt x="81660" y="6197784"/>
                  </a:lnTo>
                  <a:lnTo>
                    <a:pt x="81660" y="6197161"/>
                  </a:lnTo>
                  <a:lnTo>
                    <a:pt x="81769" y="6197161"/>
                  </a:lnTo>
                  <a:lnTo>
                    <a:pt x="81877" y="6197161"/>
                  </a:lnTo>
                  <a:lnTo>
                    <a:pt x="81986" y="6197161"/>
                  </a:lnTo>
                  <a:lnTo>
                    <a:pt x="82094" y="6197161"/>
                  </a:lnTo>
                  <a:lnTo>
                    <a:pt x="82203" y="6197161"/>
                  </a:lnTo>
                  <a:lnTo>
                    <a:pt x="82311" y="6197161"/>
                  </a:lnTo>
                  <a:lnTo>
                    <a:pt x="82419" y="6197161"/>
                  </a:lnTo>
                  <a:lnTo>
                    <a:pt x="82528" y="6197161"/>
                  </a:lnTo>
                  <a:lnTo>
                    <a:pt x="82636" y="6197161"/>
                  </a:lnTo>
                  <a:lnTo>
                    <a:pt x="82745" y="6197161"/>
                  </a:lnTo>
                  <a:lnTo>
                    <a:pt x="82853" y="6197161"/>
                  </a:lnTo>
                  <a:lnTo>
                    <a:pt x="82853" y="6196537"/>
                  </a:lnTo>
                  <a:lnTo>
                    <a:pt x="82962" y="6196537"/>
                  </a:lnTo>
                  <a:lnTo>
                    <a:pt x="82962" y="6195913"/>
                  </a:lnTo>
                  <a:lnTo>
                    <a:pt x="82962" y="6195290"/>
                  </a:lnTo>
                  <a:lnTo>
                    <a:pt x="83070" y="6195290"/>
                  </a:lnTo>
                  <a:lnTo>
                    <a:pt x="83179" y="6195290"/>
                  </a:lnTo>
                  <a:lnTo>
                    <a:pt x="83287" y="6195290"/>
                  </a:lnTo>
                  <a:lnTo>
                    <a:pt x="83395" y="6195290"/>
                  </a:lnTo>
                  <a:lnTo>
                    <a:pt x="83504" y="6195290"/>
                  </a:lnTo>
                  <a:lnTo>
                    <a:pt x="83612" y="6195290"/>
                  </a:lnTo>
                  <a:lnTo>
                    <a:pt x="83721" y="6195290"/>
                  </a:lnTo>
                  <a:lnTo>
                    <a:pt x="83829" y="6195290"/>
                  </a:lnTo>
                  <a:lnTo>
                    <a:pt x="84046" y="6195290"/>
                  </a:lnTo>
                  <a:lnTo>
                    <a:pt x="84155" y="6195290"/>
                  </a:lnTo>
                  <a:lnTo>
                    <a:pt x="84263" y="6195290"/>
                  </a:lnTo>
                  <a:lnTo>
                    <a:pt x="84263" y="6194666"/>
                  </a:lnTo>
                  <a:lnTo>
                    <a:pt x="84371" y="6194666"/>
                  </a:lnTo>
                  <a:lnTo>
                    <a:pt x="84480" y="6194666"/>
                  </a:lnTo>
                  <a:lnTo>
                    <a:pt x="84480" y="6194043"/>
                  </a:lnTo>
                  <a:lnTo>
                    <a:pt x="84588" y="6194043"/>
                  </a:lnTo>
                  <a:lnTo>
                    <a:pt x="84697" y="6194043"/>
                  </a:lnTo>
                  <a:lnTo>
                    <a:pt x="84697" y="6193419"/>
                  </a:lnTo>
                  <a:lnTo>
                    <a:pt x="84805" y="6193419"/>
                  </a:lnTo>
                  <a:lnTo>
                    <a:pt x="84914" y="6193419"/>
                  </a:lnTo>
                  <a:lnTo>
                    <a:pt x="85022" y="6193419"/>
                  </a:lnTo>
                  <a:lnTo>
                    <a:pt x="85131" y="6193419"/>
                  </a:lnTo>
                  <a:lnTo>
                    <a:pt x="85239" y="6193419"/>
                  </a:lnTo>
                  <a:lnTo>
                    <a:pt x="85239" y="6192796"/>
                  </a:lnTo>
                  <a:lnTo>
                    <a:pt x="85347" y="6192796"/>
                  </a:lnTo>
                  <a:lnTo>
                    <a:pt x="85456" y="6192796"/>
                  </a:lnTo>
                  <a:lnTo>
                    <a:pt x="85456" y="6192172"/>
                  </a:lnTo>
                  <a:lnTo>
                    <a:pt x="85564" y="6192172"/>
                  </a:lnTo>
                  <a:lnTo>
                    <a:pt x="85564" y="6191548"/>
                  </a:lnTo>
                  <a:lnTo>
                    <a:pt x="85673" y="6191548"/>
                  </a:lnTo>
                  <a:lnTo>
                    <a:pt x="85781" y="6191548"/>
                  </a:lnTo>
                  <a:lnTo>
                    <a:pt x="85890" y="6191548"/>
                  </a:lnTo>
                  <a:lnTo>
                    <a:pt x="85998" y="6191548"/>
                  </a:lnTo>
                  <a:lnTo>
                    <a:pt x="86107" y="6191548"/>
                  </a:lnTo>
                  <a:lnTo>
                    <a:pt x="86215" y="6191548"/>
                  </a:lnTo>
                  <a:lnTo>
                    <a:pt x="86324" y="6191548"/>
                  </a:lnTo>
                  <a:lnTo>
                    <a:pt x="86432" y="6191548"/>
                  </a:lnTo>
                  <a:lnTo>
                    <a:pt x="86540" y="6191548"/>
                  </a:lnTo>
                  <a:lnTo>
                    <a:pt x="86649" y="6190925"/>
                  </a:lnTo>
                  <a:lnTo>
                    <a:pt x="86757" y="6190925"/>
                  </a:lnTo>
                  <a:lnTo>
                    <a:pt x="86866" y="6190925"/>
                  </a:lnTo>
                  <a:lnTo>
                    <a:pt x="86974" y="6190925"/>
                  </a:lnTo>
                  <a:lnTo>
                    <a:pt x="87083" y="6190925"/>
                  </a:lnTo>
                  <a:lnTo>
                    <a:pt x="87083" y="6190301"/>
                  </a:lnTo>
                  <a:lnTo>
                    <a:pt x="87191" y="6190301"/>
                  </a:lnTo>
                  <a:lnTo>
                    <a:pt x="87300" y="6189678"/>
                  </a:lnTo>
                  <a:lnTo>
                    <a:pt x="87408" y="6189678"/>
                  </a:lnTo>
                  <a:lnTo>
                    <a:pt x="87408" y="6189054"/>
                  </a:lnTo>
                  <a:lnTo>
                    <a:pt x="87516" y="6189054"/>
                  </a:lnTo>
                  <a:lnTo>
                    <a:pt x="87516" y="6188430"/>
                  </a:lnTo>
                  <a:lnTo>
                    <a:pt x="87625" y="6188430"/>
                  </a:lnTo>
                  <a:lnTo>
                    <a:pt x="87733" y="6188430"/>
                  </a:lnTo>
                  <a:lnTo>
                    <a:pt x="87733" y="6187807"/>
                  </a:lnTo>
                  <a:lnTo>
                    <a:pt x="87842" y="6187807"/>
                  </a:lnTo>
                  <a:lnTo>
                    <a:pt x="87950" y="6187807"/>
                  </a:lnTo>
                  <a:lnTo>
                    <a:pt x="88059" y="6187807"/>
                  </a:lnTo>
                  <a:lnTo>
                    <a:pt x="88167" y="6187807"/>
                  </a:lnTo>
                  <a:lnTo>
                    <a:pt x="88276" y="6187807"/>
                  </a:lnTo>
                  <a:lnTo>
                    <a:pt x="88384" y="6187807"/>
                  </a:lnTo>
                  <a:lnTo>
                    <a:pt x="88492" y="6187807"/>
                  </a:lnTo>
                  <a:lnTo>
                    <a:pt x="88601" y="6187807"/>
                  </a:lnTo>
                  <a:lnTo>
                    <a:pt x="88709" y="6187807"/>
                  </a:lnTo>
                  <a:lnTo>
                    <a:pt x="88709" y="6187183"/>
                  </a:lnTo>
                  <a:lnTo>
                    <a:pt x="88818" y="6187183"/>
                  </a:lnTo>
                  <a:lnTo>
                    <a:pt x="88926" y="6187183"/>
                  </a:lnTo>
                  <a:lnTo>
                    <a:pt x="89035" y="6187183"/>
                  </a:lnTo>
                  <a:lnTo>
                    <a:pt x="89143" y="6187183"/>
                  </a:lnTo>
                  <a:lnTo>
                    <a:pt x="89252" y="6187183"/>
                  </a:lnTo>
                  <a:lnTo>
                    <a:pt x="89360" y="6187183"/>
                  </a:lnTo>
                  <a:lnTo>
                    <a:pt x="89360" y="6186560"/>
                  </a:lnTo>
                  <a:lnTo>
                    <a:pt x="89468" y="6186560"/>
                  </a:lnTo>
                  <a:lnTo>
                    <a:pt x="89468" y="6185936"/>
                  </a:lnTo>
                  <a:lnTo>
                    <a:pt x="89577" y="6185936"/>
                  </a:lnTo>
                  <a:lnTo>
                    <a:pt x="89577" y="6185313"/>
                  </a:lnTo>
                  <a:lnTo>
                    <a:pt x="89685" y="6185313"/>
                  </a:lnTo>
                  <a:lnTo>
                    <a:pt x="89794" y="6185313"/>
                  </a:lnTo>
                  <a:lnTo>
                    <a:pt x="89902" y="6185313"/>
                  </a:lnTo>
                  <a:lnTo>
                    <a:pt x="90011" y="6185313"/>
                  </a:lnTo>
                  <a:lnTo>
                    <a:pt x="90119" y="6185313"/>
                  </a:lnTo>
                  <a:lnTo>
                    <a:pt x="90228" y="6185313"/>
                  </a:lnTo>
                  <a:lnTo>
                    <a:pt x="90336" y="6185313"/>
                  </a:lnTo>
                  <a:lnTo>
                    <a:pt x="90445" y="6185313"/>
                  </a:lnTo>
                  <a:lnTo>
                    <a:pt x="90445" y="6184689"/>
                  </a:lnTo>
                  <a:lnTo>
                    <a:pt x="90445" y="6184065"/>
                  </a:lnTo>
                  <a:lnTo>
                    <a:pt x="90553" y="6184065"/>
                  </a:lnTo>
                  <a:lnTo>
                    <a:pt x="90553" y="6183442"/>
                  </a:lnTo>
                  <a:lnTo>
                    <a:pt x="90661" y="6183442"/>
                  </a:lnTo>
                  <a:lnTo>
                    <a:pt x="90770" y="6183442"/>
                  </a:lnTo>
                  <a:lnTo>
                    <a:pt x="90878" y="6183442"/>
                  </a:lnTo>
                  <a:lnTo>
                    <a:pt x="90987" y="6183442"/>
                  </a:lnTo>
                  <a:lnTo>
                    <a:pt x="90987" y="6182818"/>
                  </a:lnTo>
                  <a:lnTo>
                    <a:pt x="91095" y="6182818"/>
                  </a:lnTo>
                  <a:lnTo>
                    <a:pt x="91204" y="6182195"/>
                  </a:lnTo>
                  <a:lnTo>
                    <a:pt x="91312" y="6182195"/>
                  </a:lnTo>
                  <a:lnTo>
                    <a:pt x="91421" y="6182195"/>
                  </a:lnTo>
                  <a:lnTo>
                    <a:pt x="91529" y="6182195"/>
                  </a:lnTo>
                  <a:lnTo>
                    <a:pt x="91529" y="6181571"/>
                  </a:lnTo>
                  <a:lnTo>
                    <a:pt x="91529" y="6180947"/>
                  </a:lnTo>
                  <a:lnTo>
                    <a:pt x="91637" y="6180947"/>
                  </a:lnTo>
                  <a:lnTo>
                    <a:pt x="91746" y="6180947"/>
                  </a:lnTo>
                  <a:lnTo>
                    <a:pt x="91854" y="6180947"/>
                  </a:lnTo>
                  <a:lnTo>
                    <a:pt x="91963" y="6180947"/>
                  </a:lnTo>
                  <a:lnTo>
                    <a:pt x="92071" y="6180947"/>
                  </a:lnTo>
                  <a:lnTo>
                    <a:pt x="92180" y="6180947"/>
                  </a:lnTo>
                  <a:lnTo>
                    <a:pt x="92288" y="6180947"/>
                  </a:lnTo>
                  <a:lnTo>
                    <a:pt x="92397" y="6180947"/>
                  </a:lnTo>
                  <a:lnTo>
                    <a:pt x="92505" y="6180947"/>
                  </a:lnTo>
                  <a:lnTo>
                    <a:pt x="92613" y="6180947"/>
                  </a:lnTo>
                  <a:lnTo>
                    <a:pt x="92722" y="6180947"/>
                  </a:lnTo>
                  <a:lnTo>
                    <a:pt x="92830" y="6180947"/>
                  </a:lnTo>
                  <a:lnTo>
                    <a:pt x="92939" y="6180947"/>
                  </a:lnTo>
                  <a:lnTo>
                    <a:pt x="93047" y="6180947"/>
                  </a:lnTo>
                  <a:lnTo>
                    <a:pt x="93156" y="6180947"/>
                  </a:lnTo>
                  <a:lnTo>
                    <a:pt x="93156" y="6180324"/>
                  </a:lnTo>
                  <a:lnTo>
                    <a:pt x="93264" y="6180324"/>
                  </a:lnTo>
                  <a:lnTo>
                    <a:pt x="93373" y="6179700"/>
                  </a:lnTo>
                  <a:lnTo>
                    <a:pt x="93481" y="6179700"/>
                  </a:lnTo>
                  <a:lnTo>
                    <a:pt x="93589" y="6179700"/>
                  </a:lnTo>
                  <a:lnTo>
                    <a:pt x="93698" y="6179700"/>
                  </a:lnTo>
                  <a:lnTo>
                    <a:pt x="93806" y="6179700"/>
                  </a:lnTo>
                  <a:lnTo>
                    <a:pt x="93915" y="6179700"/>
                  </a:lnTo>
                  <a:lnTo>
                    <a:pt x="94023" y="6179700"/>
                  </a:lnTo>
                  <a:lnTo>
                    <a:pt x="94132" y="6179700"/>
                  </a:lnTo>
                  <a:lnTo>
                    <a:pt x="94132" y="6179077"/>
                  </a:lnTo>
                  <a:lnTo>
                    <a:pt x="94132" y="6178453"/>
                  </a:lnTo>
                  <a:lnTo>
                    <a:pt x="94132" y="6177830"/>
                  </a:lnTo>
                  <a:lnTo>
                    <a:pt x="94132" y="6177206"/>
                  </a:lnTo>
                  <a:lnTo>
                    <a:pt x="94132" y="6176582"/>
                  </a:lnTo>
                  <a:lnTo>
                    <a:pt x="94240" y="6176582"/>
                  </a:lnTo>
                  <a:lnTo>
                    <a:pt x="94349" y="6176582"/>
                  </a:lnTo>
                  <a:lnTo>
                    <a:pt x="94457" y="6176582"/>
                  </a:lnTo>
                  <a:lnTo>
                    <a:pt x="94565" y="6176582"/>
                  </a:lnTo>
                  <a:lnTo>
                    <a:pt x="94782" y="6176582"/>
                  </a:lnTo>
                  <a:lnTo>
                    <a:pt x="94891" y="6176582"/>
                  </a:lnTo>
                  <a:lnTo>
                    <a:pt x="94999" y="6176582"/>
                  </a:lnTo>
                  <a:lnTo>
                    <a:pt x="95108" y="6176582"/>
                  </a:lnTo>
                  <a:lnTo>
                    <a:pt x="95216" y="6176582"/>
                  </a:lnTo>
                  <a:lnTo>
                    <a:pt x="95325" y="6176582"/>
                  </a:lnTo>
                  <a:lnTo>
                    <a:pt x="95433" y="6176582"/>
                  </a:lnTo>
                  <a:lnTo>
                    <a:pt x="95433" y="6175959"/>
                  </a:lnTo>
                  <a:lnTo>
                    <a:pt x="95542" y="6175959"/>
                  </a:lnTo>
                  <a:lnTo>
                    <a:pt x="95542" y="6175335"/>
                  </a:lnTo>
                  <a:lnTo>
                    <a:pt x="95650" y="6175335"/>
                  </a:lnTo>
                  <a:lnTo>
                    <a:pt x="95758" y="6175335"/>
                  </a:lnTo>
                  <a:lnTo>
                    <a:pt x="95867" y="6175335"/>
                  </a:lnTo>
                  <a:lnTo>
                    <a:pt x="95867" y="6174712"/>
                  </a:lnTo>
                  <a:lnTo>
                    <a:pt x="95867" y="6174088"/>
                  </a:lnTo>
                  <a:lnTo>
                    <a:pt x="95975" y="6174088"/>
                  </a:lnTo>
                  <a:lnTo>
                    <a:pt x="96084" y="6174088"/>
                  </a:lnTo>
                  <a:lnTo>
                    <a:pt x="96192" y="6174088"/>
                  </a:lnTo>
                  <a:lnTo>
                    <a:pt x="96192" y="6173464"/>
                  </a:lnTo>
                  <a:lnTo>
                    <a:pt x="96192" y="6172841"/>
                  </a:lnTo>
                  <a:lnTo>
                    <a:pt x="96301" y="6172841"/>
                  </a:lnTo>
                  <a:lnTo>
                    <a:pt x="96409" y="6172841"/>
                  </a:lnTo>
                  <a:lnTo>
                    <a:pt x="96518" y="6172841"/>
                  </a:lnTo>
                  <a:lnTo>
                    <a:pt x="96518" y="6172217"/>
                  </a:lnTo>
                  <a:lnTo>
                    <a:pt x="96626" y="6172217"/>
                  </a:lnTo>
                  <a:lnTo>
                    <a:pt x="96626" y="6171594"/>
                  </a:lnTo>
                  <a:lnTo>
                    <a:pt x="96734" y="6171594"/>
                  </a:lnTo>
                  <a:lnTo>
                    <a:pt x="96843" y="6171594"/>
                  </a:lnTo>
                  <a:lnTo>
                    <a:pt x="96951" y="6171594"/>
                  </a:lnTo>
                  <a:lnTo>
                    <a:pt x="97060" y="6171594"/>
                  </a:lnTo>
                  <a:lnTo>
                    <a:pt x="97060" y="6170970"/>
                  </a:lnTo>
                  <a:lnTo>
                    <a:pt x="97168" y="6170347"/>
                  </a:lnTo>
                  <a:lnTo>
                    <a:pt x="97168" y="6169723"/>
                  </a:lnTo>
                  <a:lnTo>
                    <a:pt x="97277" y="6169723"/>
                  </a:lnTo>
                  <a:lnTo>
                    <a:pt x="97385" y="6169723"/>
                  </a:lnTo>
                  <a:lnTo>
                    <a:pt x="97494" y="6169723"/>
                  </a:lnTo>
                  <a:lnTo>
                    <a:pt x="97494" y="6169099"/>
                  </a:lnTo>
                  <a:lnTo>
                    <a:pt x="97494" y="6168476"/>
                  </a:lnTo>
                  <a:lnTo>
                    <a:pt x="97602" y="6168476"/>
                  </a:lnTo>
                  <a:lnTo>
                    <a:pt x="97710" y="6168476"/>
                  </a:lnTo>
                  <a:lnTo>
                    <a:pt x="97710" y="6167852"/>
                  </a:lnTo>
                  <a:lnTo>
                    <a:pt x="97927" y="6166605"/>
                  </a:lnTo>
                  <a:lnTo>
                    <a:pt x="98036" y="6166605"/>
                  </a:lnTo>
                  <a:lnTo>
                    <a:pt x="98144" y="6166605"/>
                  </a:lnTo>
                  <a:lnTo>
                    <a:pt x="98253" y="6166605"/>
                  </a:lnTo>
                  <a:lnTo>
                    <a:pt x="98470" y="6166605"/>
                  </a:lnTo>
                  <a:lnTo>
                    <a:pt x="98578" y="6166605"/>
                  </a:lnTo>
                  <a:lnTo>
                    <a:pt x="98686" y="6166605"/>
                  </a:lnTo>
                  <a:lnTo>
                    <a:pt x="98795" y="6166605"/>
                  </a:lnTo>
                  <a:lnTo>
                    <a:pt x="98795" y="6165981"/>
                  </a:lnTo>
                  <a:lnTo>
                    <a:pt x="98903" y="6165981"/>
                  </a:lnTo>
                  <a:lnTo>
                    <a:pt x="99012" y="6165981"/>
                  </a:lnTo>
                  <a:lnTo>
                    <a:pt x="99120" y="6165981"/>
                  </a:lnTo>
                  <a:lnTo>
                    <a:pt x="99229" y="6165981"/>
                  </a:lnTo>
                  <a:lnTo>
                    <a:pt x="99337" y="6165981"/>
                  </a:lnTo>
                  <a:lnTo>
                    <a:pt x="99446" y="6165981"/>
                  </a:lnTo>
                  <a:lnTo>
                    <a:pt x="99554" y="6165981"/>
                  </a:lnTo>
                  <a:lnTo>
                    <a:pt x="99663" y="6165981"/>
                  </a:lnTo>
                  <a:lnTo>
                    <a:pt x="99771" y="6165981"/>
                  </a:lnTo>
                  <a:lnTo>
                    <a:pt x="99879" y="6165981"/>
                  </a:lnTo>
                  <a:lnTo>
                    <a:pt x="99988" y="6165981"/>
                  </a:lnTo>
                  <a:lnTo>
                    <a:pt x="100096" y="6165981"/>
                  </a:lnTo>
                  <a:lnTo>
                    <a:pt x="100205" y="6165981"/>
                  </a:lnTo>
                  <a:lnTo>
                    <a:pt x="100313" y="6165981"/>
                  </a:lnTo>
                  <a:lnTo>
                    <a:pt x="100313" y="6165358"/>
                  </a:lnTo>
                  <a:lnTo>
                    <a:pt x="100422" y="6165358"/>
                  </a:lnTo>
                  <a:lnTo>
                    <a:pt x="100530" y="6165358"/>
                  </a:lnTo>
                  <a:lnTo>
                    <a:pt x="100530" y="6164734"/>
                  </a:lnTo>
                  <a:lnTo>
                    <a:pt x="100639" y="6164734"/>
                  </a:lnTo>
                  <a:lnTo>
                    <a:pt x="100747" y="6164734"/>
                  </a:lnTo>
                  <a:lnTo>
                    <a:pt x="100855" y="6164734"/>
                  </a:lnTo>
                  <a:lnTo>
                    <a:pt x="100855" y="6164111"/>
                  </a:lnTo>
                  <a:lnTo>
                    <a:pt x="100964" y="6164111"/>
                  </a:lnTo>
                  <a:lnTo>
                    <a:pt x="101072" y="6164111"/>
                  </a:lnTo>
                  <a:lnTo>
                    <a:pt x="101181" y="6164111"/>
                  </a:lnTo>
                  <a:lnTo>
                    <a:pt x="101289" y="6164111"/>
                  </a:lnTo>
                  <a:lnTo>
                    <a:pt x="101398" y="6164111"/>
                  </a:lnTo>
                  <a:lnTo>
                    <a:pt x="101615" y="6164111"/>
                  </a:lnTo>
                  <a:lnTo>
                    <a:pt x="101723" y="6164111"/>
                  </a:lnTo>
                  <a:lnTo>
                    <a:pt x="101831" y="6164111"/>
                  </a:lnTo>
                  <a:lnTo>
                    <a:pt x="101940" y="6164111"/>
                  </a:lnTo>
                  <a:lnTo>
                    <a:pt x="102048" y="6164111"/>
                  </a:lnTo>
                  <a:lnTo>
                    <a:pt x="102157" y="6164111"/>
                  </a:lnTo>
                  <a:lnTo>
                    <a:pt x="102265" y="6164111"/>
                  </a:lnTo>
                  <a:lnTo>
                    <a:pt x="102374" y="6164111"/>
                  </a:lnTo>
                  <a:lnTo>
                    <a:pt x="102374" y="6163487"/>
                  </a:lnTo>
                  <a:lnTo>
                    <a:pt x="102374" y="6162864"/>
                  </a:lnTo>
                  <a:lnTo>
                    <a:pt x="102482" y="6162864"/>
                  </a:lnTo>
                  <a:lnTo>
                    <a:pt x="102591" y="6162864"/>
                  </a:lnTo>
                  <a:lnTo>
                    <a:pt x="102699" y="6162864"/>
                  </a:lnTo>
                  <a:lnTo>
                    <a:pt x="102807" y="6162864"/>
                  </a:lnTo>
                  <a:lnTo>
                    <a:pt x="102916" y="6162864"/>
                  </a:lnTo>
                  <a:lnTo>
                    <a:pt x="103024" y="6162864"/>
                  </a:lnTo>
                  <a:lnTo>
                    <a:pt x="103133" y="6162864"/>
                  </a:lnTo>
                  <a:lnTo>
                    <a:pt x="103133" y="6162240"/>
                  </a:lnTo>
                  <a:lnTo>
                    <a:pt x="103241" y="6162240"/>
                  </a:lnTo>
                  <a:lnTo>
                    <a:pt x="103350" y="6162240"/>
                  </a:lnTo>
                  <a:lnTo>
                    <a:pt x="103458" y="6162240"/>
                  </a:lnTo>
                  <a:lnTo>
                    <a:pt x="103567" y="6162240"/>
                  </a:lnTo>
                  <a:lnTo>
                    <a:pt x="103675" y="6162240"/>
                  </a:lnTo>
                  <a:lnTo>
                    <a:pt x="103784" y="6162240"/>
                  </a:lnTo>
                  <a:lnTo>
                    <a:pt x="103892" y="6162240"/>
                  </a:lnTo>
                  <a:lnTo>
                    <a:pt x="104000" y="6162240"/>
                  </a:lnTo>
                  <a:lnTo>
                    <a:pt x="104217" y="6162240"/>
                  </a:lnTo>
                  <a:lnTo>
                    <a:pt x="104326" y="6162240"/>
                  </a:lnTo>
                  <a:lnTo>
                    <a:pt x="104434" y="6162240"/>
                  </a:lnTo>
                  <a:lnTo>
                    <a:pt x="104434" y="6161616"/>
                  </a:lnTo>
                  <a:lnTo>
                    <a:pt x="104543" y="6161616"/>
                  </a:lnTo>
                  <a:lnTo>
                    <a:pt x="104651" y="6161616"/>
                  </a:lnTo>
                  <a:lnTo>
                    <a:pt x="104760" y="6161616"/>
                  </a:lnTo>
                  <a:lnTo>
                    <a:pt x="104868" y="6161616"/>
                  </a:lnTo>
                  <a:lnTo>
                    <a:pt x="104976" y="6161616"/>
                  </a:lnTo>
                  <a:lnTo>
                    <a:pt x="104976" y="6160993"/>
                  </a:lnTo>
                  <a:lnTo>
                    <a:pt x="104976" y="6160369"/>
                  </a:lnTo>
                  <a:lnTo>
                    <a:pt x="105085" y="6160369"/>
                  </a:lnTo>
                  <a:lnTo>
                    <a:pt x="105193" y="6160369"/>
                  </a:lnTo>
                  <a:lnTo>
                    <a:pt x="105302" y="6160369"/>
                  </a:lnTo>
                  <a:lnTo>
                    <a:pt x="105302" y="6159746"/>
                  </a:lnTo>
                  <a:lnTo>
                    <a:pt x="105410" y="6159746"/>
                  </a:lnTo>
                  <a:lnTo>
                    <a:pt x="105519" y="6159746"/>
                  </a:lnTo>
                  <a:lnTo>
                    <a:pt x="105627" y="6159746"/>
                  </a:lnTo>
                  <a:lnTo>
                    <a:pt x="105627" y="6159122"/>
                  </a:lnTo>
                  <a:lnTo>
                    <a:pt x="105736" y="6159122"/>
                  </a:lnTo>
                  <a:lnTo>
                    <a:pt x="105844" y="6159122"/>
                  </a:lnTo>
                  <a:lnTo>
                    <a:pt x="105952" y="6159122"/>
                  </a:lnTo>
                  <a:lnTo>
                    <a:pt x="106061" y="6159122"/>
                  </a:lnTo>
                  <a:lnTo>
                    <a:pt x="106169" y="6159122"/>
                  </a:lnTo>
                  <a:lnTo>
                    <a:pt x="106278" y="6159122"/>
                  </a:lnTo>
                  <a:lnTo>
                    <a:pt x="106278" y="6158498"/>
                  </a:lnTo>
                  <a:lnTo>
                    <a:pt x="106386" y="6158498"/>
                  </a:lnTo>
                  <a:lnTo>
                    <a:pt x="106386" y="6157875"/>
                  </a:lnTo>
                  <a:lnTo>
                    <a:pt x="106495" y="6157875"/>
                  </a:lnTo>
                  <a:lnTo>
                    <a:pt x="106603" y="6157875"/>
                  </a:lnTo>
                  <a:lnTo>
                    <a:pt x="106712" y="6157875"/>
                  </a:lnTo>
                  <a:lnTo>
                    <a:pt x="106820" y="6157875"/>
                  </a:lnTo>
                  <a:lnTo>
                    <a:pt x="106928" y="6157875"/>
                  </a:lnTo>
                  <a:lnTo>
                    <a:pt x="107037" y="6157875"/>
                  </a:lnTo>
                  <a:lnTo>
                    <a:pt x="107145" y="6157875"/>
                  </a:lnTo>
                  <a:lnTo>
                    <a:pt x="107254" y="6157875"/>
                  </a:lnTo>
                  <a:lnTo>
                    <a:pt x="107362" y="6157875"/>
                  </a:lnTo>
                  <a:lnTo>
                    <a:pt x="107471" y="6157875"/>
                  </a:lnTo>
                  <a:lnTo>
                    <a:pt x="107471" y="6157251"/>
                  </a:lnTo>
                  <a:lnTo>
                    <a:pt x="107471" y="6156628"/>
                  </a:lnTo>
                  <a:lnTo>
                    <a:pt x="107579" y="6156628"/>
                  </a:lnTo>
                  <a:lnTo>
                    <a:pt x="107688" y="6156628"/>
                  </a:lnTo>
                  <a:lnTo>
                    <a:pt x="107796" y="6156628"/>
                  </a:lnTo>
                  <a:lnTo>
                    <a:pt x="107905" y="6156628"/>
                  </a:lnTo>
                  <a:lnTo>
                    <a:pt x="108013" y="6156004"/>
                  </a:lnTo>
                  <a:lnTo>
                    <a:pt x="108121" y="6156004"/>
                  </a:lnTo>
                  <a:lnTo>
                    <a:pt x="108230" y="6156004"/>
                  </a:lnTo>
                  <a:lnTo>
                    <a:pt x="108447" y="6156004"/>
                  </a:lnTo>
                  <a:lnTo>
                    <a:pt x="108555" y="6156004"/>
                  </a:lnTo>
                  <a:lnTo>
                    <a:pt x="108664" y="6156004"/>
                  </a:lnTo>
                  <a:lnTo>
                    <a:pt x="108664" y="6155381"/>
                  </a:lnTo>
                  <a:lnTo>
                    <a:pt x="108772" y="6155381"/>
                  </a:lnTo>
                  <a:lnTo>
                    <a:pt x="108772" y="6154757"/>
                  </a:lnTo>
                  <a:lnTo>
                    <a:pt x="108881" y="6154757"/>
                  </a:lnTo>
                  <a:lnTo>
                    <a:pt x="108989" y="6154757"/>
                  </a:lnTo>
                  <a:lnTo>
                    <a:pt x="109097" y="6154757"/>
                  </a:lnTo>
                  <a:lnTo>
                    <a:pt x="109097" y="6153510"/>
                  </a:lnTo>
                  <a:lnTo>
                    <a:pt x="109206" y="6153510"/>
                  </a:lnTo>
                  <a:lnTo>
                    <a:pt x="109314" y="6153510"/>
                  </a:lnTo>
                  <a:lnTo>
                    <a:pt x="109423" y="6153510"/>
                  </a:lnTo>
                  <a:lnTo>
                    <a:pt x="109531" y="6153510"/>
                  </a:lnTo>
                  <a:lnTo>
                    <a:pt x="109531" y="6152886"/>
                  </a:lnTo>
                  <a:lnTo>
                    <a:pt x="109640" y="6152886"/>
                  </a:lnTo>
                  <a:lnTo>
                    <a:pt x="109748" y="6152886"/>
                  </a:lnTo>
                  <a:lnTo>
                    <a:pt x="109857" y="6152886"/>
                  </a:lnTo>
                  <a:lnTo>
                    <a:pt x="109965" y="6152886"/>
                  </a:lnTo>
                  <a:lnTo>
                    <a:pt x="110073" y="6152886"/>
                  </a:lnTo>
                  <a:lnTo>
                    <a:pt x="110182" y="6152886"/>
                  </a:lnTo>
                  <a:lnTo>
                    <a:pt x="110290" y="6152886"/>
                  </a:lnTo>
                  <a:lnTo>
                    <a:pt x="110399" y="6152886"/>
                  </a:lnTo>
                  <a:lnTo>
                    <a:pt x="110507" y="6152886"/>
                  </a:lnTo>
                  <a:lnTo>
                    <a:pt x="110616" y="6152886"/>
                  </a:lnTo>
                  <a:lnTo>
                    <a:pt x="110724" y="6152886"/>
                  </a:lnTo>
                  <a:lnTo>
                    <a:pt x="110833" y="6152886"/>
                  </a:lnTo>
                  <a:lnTo>
                    <a:pt x="110941" y="6152886"/>
                  </a:lnTo>
                  <a:lnTo>
                    <a:pt x="111049" y="6152886"/>
                  </a:lnTo>
                  <a:lnTo>
                    <a:pt x="111158" y="6152886"/>
                  </a:lnTo>
                  <a:lnTo>
                    <a:pt x="111266" y="6152886"/>
                  </a:lnTo>
                  <a:lnTo>
                    <a:pt x="111266" y="6152263"/>
                  </a:lnTo>
                  <a:lnTo>
                    <a:pt x="111375" y="6152263"/>
                  </a:lnTo>
                  <a:lnTo>
                    <a:pt x="111483" y="6152263"/>
                  </a:lnTo>
                  <a:lnTo>
                    <a:pt x="111592" y="6151015"/>
                  </a:lnTo>
                  <a:lnTo>
                    <a:pt x="111700" y="6151015"/>
                  </a:lnTo>
                  <a:lnTo>
                    <a:pt x="111809" y="6151015"/>
                  </a:lnTo>
                  <a:lnTo>
                    <a:pt x="111917" y="6151015"/>
                  </a:lnTo>
                  <a:lnTo>
                    <a:pt x="112026" y="6151015"/>
                  </a:lnTo>
                  <a:lnTo>
                    <a:pt x="112026" y="6150392"/>
                  </a:lnTo>
                  <a:lnTo>
                    <a:pt x="112026" y="6149768"/>
                  </a:lnTo>
                  <a:lnTo>
                    <a:pt x="112026" y="6149145"/>
                  </a:lnTo>
                  <a:lnTo>
                    <a:pt x="112134" y="6149145"/>
                  </a:lnTo>
                  <a:lnTo>
                    <a:pt x="112242" y="6149145"/>
                  </a:lnTo>
                  <a:lnTo>
                    <a:pt x="112459" y="6149145"/>
                  </a:lnTo>
                  <a:lnTo>
                    <a:pt x="112568" y="6149145"/>
                  </a:lnTo>
                  <a:lnTo>
                    <a:pt x="112568" y="6148521"/>
                  </a:lnTo>
                  <a:lnTo>
                    <a:pt x="112676" y="6148521"/>
                  </a:lnTo>
                  <a:lnTo>
                    <a:pt x="112676" y="6147898"/>
                  </a:lnTo>
                  <a:lnTo>
                    <a:pt x="112785" y="6147274"/>
                  </a:lnTo>
                  <a:lnTo>
                    <a:pt x="112893" y="6147274"/>
                  </a:lnTo>
                  <a:lnTo>
                    <a:pt x="113002" y="6147274"/>
                  </a:lnTo>
                  <a:lnTo>
                    <a:pt x="113110" y="6147274"/>
                  </a:lnTo>
                  <a:lnTo>
                    <a:pt x="113218" y="6147274"/>
                  </a:lnTo>
                  <a:lnTo>
                    <a:pt x="113327" y="6147274"/>
                  </a:lnTo>
                  <a:lnTo>
                    <a:pt x="113327" y="6146650"/>
                  </a:lnTo>
                  <a:lnTo>
                    <a:pt x="113435" y="6146650"/>
                  </a:lnTo>
                  <a:lnTo>
                    <a:pt x="113435" y="6146027"/>
                  </a:lnTo>
                  <a:lnTo>
                    <a:pt x="113544" y="6146027"/>
                  </a:lnTo>
                  <a:lnTo>
                    <a:pt x="113652" y="6146027"/>
                  </a:lnTo>
                  <a:lnTo>
                    <a:pt x="113761" y="6146027"/>
                  </a:lnTo>
                  <a:lnTo>
                    <a:pt x="113761" y="6145403"/>
                  </a:lnTo>
                  <a:lnTo>
                    <a:pt x="113869" y="6145403"/>
                  </a:lnTo>
                  <a:lnTo>
                    <a:pt x="113978" y="6145403"/>
                  </a:lnTo>
                  <a:lnTo>
                    <a:pt x="114086" y="6145403"/>
                  </a:lnTo>
                  <a:lnTo>
                    <a:pt x="114194" y="6145403"/>
                  </a:lnTo>
                  <a:lnTo>
                    <a:pt x="114411" y="6145403"/>
                  </a:lnTo>
                  <a:lnTo>
                    <a:pt x="114411" y="6144780"/>
                  </a:lnTo>
                  <a:lnTo>
                    <a:pt x="114520" y="6144780"/>
                  </a:lnTo>
                  <a:lnTo>
                    <a:pt x="114628" y="6144780"/>
                  </a:lnTo>
                  <a:lnTo>
                    <a:pt x="114737" y="6144780"/>
                  </a:lnTo>
                  <a:lnTo>
                    <a:pt x="114737" y="6144156"/>
                  </a:lnTo>
                  <a:lnTo>
                    <a:pt x="114845" y="6144156"/>
                  </a:lnTo>
                  <a:lnTo>
                    <a:pt x="114954" y="6144156"/>
                  </a:lnTo>
                  <a:lnTo>
                    <a:pt x="115062" y="6144156"/>
                  </a:lnTo>
                  <a:lnTo>
                    <a:pt x="115170" y="6144156"/>
                  </a:lnTo>
                  <a:lnTo>
                    <a:pt x="115279" y="6144156"/>
                  </a:lnTo>
                  <a:lnTo>
                    <a:pt x="115279" y="6143533"/>
                  </a:lnTo>
                  <a:lnTo>
                    <a:pt x="115387" y="6143533"/>
                  </a:lnTo>
                  <a:lnTo>
                    <a:pt x="115496" y="6143533"/>
                  </a:lnTo>
                  <a:lnTo>
                    <a:pt x="115604" y="6143533"/>
                  </a:lnTo>
                  <a:lnTo>
                    <a:pt x="115713" y="6143533"/>
                  </a:lnTo>
                  <a:lnTo>
                    <a:pt x="115821" y="6143533"/>
                  </a:lnTo>
                  <a:lnTo>
                    <a:pt x="115821" y="6142909"/>
                  </a:lnTo>
                  <a:lnTo>
                    <a:pt x="115930" y="6142909"/>
                  </a:lnTo>
                  <a:lnTo>
                    <a:pt x="116038" y="6142909"/>
                  </a:lnTo>
                  <a:lnTo>
                    <a:pt x="116146" y="6142909"/>
                  </a:lnTo>
                  <a:lnTo>
                    <a:pt x="116255" y="6142909"/>
                  </a:lnTo>
                  <a:lnTo>
                    <a:pt x="116363" y="6142909"/>
                  </a:lnTo>
                  <a:lnTo>
                    <a:pt x="116472" y="6142909"/>
                  </a:lnTo>
                  <a:lnTo>
                    <a:pt x="116580" y="6142909"/>
                  </a:lnTo>
                  <a:lnTo>
                    <a:pt x="116580" y="6142285"/>
                  </a:lnTo>
                  <a:lnTo>
                    <a:pt x="116580" y="6141662"/>
                  </a:lnTo>
                  <a:lnTo>
                    <a:pt x="116689" y="6141662"/>
                  </a:lnTo>
                  <a:lnTo>
                    <a:pt x="116797" y="6141662"/>
                  </a:lnTo>
                  <a:lnTo>
                    <a:pt x="116906" y="6141662"/>
                  </a:lnTo>
                  <a:lnTo>
                    <a:pt x="116906" y="6141038"/>
                  </a:lnTo>
                  <a:lnTo>
                    <a:pt x="117014" y="6141038"/>
                  </a:lnTo>
                  <a:lnTo>
                    <a:pt x="117123" y="6141038"/>
                  </a:lnTo>
                  <a:lnTo>
                    <a:pt x="117231" y="6141038"/>
                  </a:lnTo>
                  <a:lnTo>
                    <a:pt x="117339" y="6141038"/>
                  </a:lnTo>
                  <a:lnTo>
                    <a:pt x="117448" y="6141038"/>
                  </a:lnTo>
                  <a:lnTo>
                    <a:pt x="117556" y="6141038"/>
                  </a:lnTo>
                  <a:lnTo>
                    <a:pt x="117665" y="6141038"/>
                  </a:lnTo>
                  <a:lnTo>
                    <a:pt x="117773" y="6141038"/>
                  </a:lnTo>
                  <a:lnTo>
                    <a:pt x="117882" y="6141038"/>
                  </a:lnTo>
                  <a:lnTo>
                    <a:pt x="117990" y="6141038"/>
                  </a:lnTo>
                  <a:lnTo>
                    <a:pt x="118099" y="6141038"/>
                  </a:lnTo>
                  <a:lnTo>
                    <a:pt x="118099" y="6140415"/>
                  </a:lnTo>
                  <a:lnTo>
                    <a:pt x="118207" y="6140415"/>
                  </a:lnTo>
                  <a:lnTo>
                    <a:pt x="118315" y="6140415"/>
                  </a:lnTo>
                  <a:lnTo>
                    <a:pt x="118424" y="6140415"/>
                  </a:lnTo>
                  <a:lnTo>
                    <a:pt x="118532" y="6140415"/>
                  </a:lnTo>
                  <a:lnTo>
                    <a:pt x="118532" y="6139167"/>
                  </a:lnTo>
                  <a:lnTo>
                    <a:pt x="118641" y="6139167"/>
                  </a:lnTo>
                  <a:lnTo>
                    <a:pt x="118749" y="6139167"/>
                  </a:lnTo>
                  <a:lnTo>
                    <a:pt x="118858" y="6139167"/>
                  </a:lnTo>
                  <a:lnTo>
                    <a:pt x="118858" y="6138544"/>
                  </a:lnTo>
                  <a:lnTo>
                    <a:pt x="118966" y="6138544"/>
                  </a:lnTo>
                  <a:lnTo>
                    <a:pt x="119075" y="6138544"/>
                  </a:lnTo>
                  <a:lnTo>
                    <a:pt x="119075" y="6137920"/>
                  </a:lnTo>
                  <a:lnTo>
                    <a:pt x="119183" y="6137920"/>
                  </a:lnTo>
                  <a:lnTo>
                    <a:pt x="119291" y="6137920"/>
                  </a:lnTo>
                  <a:lnTo>
                    <a:pt x="119400" y="6137920"/>
                  </a:lnTo>
                  <a:lnTo>
                    <a:pt x="119508" y="6137920"/>
                  </a:lnTo>
                  <a:lnTo>
                    <a:pt x="119617" y="6137920"/>
                  </a:lnTo>
                  <a:lnTo>
                    <a:pt x="119725" y="6137920"/>
                  </a:lnTo>
                  <a:lnTo>
                    <a:pt x="119834" y="6137920"/>
                  </a:lnTo>
                  <a:lnTo>
                    <a:pt x="119942" y="6137920"/>
                  </a:lnTo>
                  <a:lnTo>
                    <a:pt x="120051" y="6137920"/>
                  </a:lnTo>
                  <a:lnTo>
                    <a:pt x="120051" y="6137297"/>
                  </a:lnTo>
                  <a:lnTo>
                    <a:pt x="120051" y="6136673"/>
                  </a:lnTo>
                  <a:lnTo>
                    <a:pt x="120159" y="6136673"/>
                  </a:lnTo>
                  <a:lnTo>
                    <a:pt x="120267" y="6136673"/>
                  </a:lnTo>
                  <a:lnTo>
                    <a:pt x="120267" y="6136050"/>
                  </a:lnTo>
                  <a:lnTo>
                    <a:pt x="120376" y="6136050"/>
                  </a:lnTo>
                  <a:lnTo>
                    <a:pt x="120484" y="6136050"/>
                  </a:lnTo>
                  <a:lnTo>
                    <a:pt x="120593" y="6136050"/>
                  </a:lnTo>
                  <a:lnTo>
                    <a:pt x="120701" y="6136050"/>
                  </a:lnTo>
                  <a:lnTo>
                    <a:pt x="120810" y="6136050"/>
                  </a:lnTo>
                  <a:lnTo>
                    <a:pt x="120918" y="6136050"/>
                  </a:lnTo>
                  <a:lnTo>
                    <a:pt x="120918" y="6135426"/>
                  </a:lnTo>
                  <a:lnTo>
                    <a:pt x="121027" y="6135426"/>
                  </a:lnTo>
                  <a:lnTo>
                    <a:pt x="121135" y="6135426"/>
                  </a:lnTo>
                  <a:lnTo>
                    <a:pt x="121244" y="6135426"/>
                  </a:lnTo>
                  <a:lnTo>
                    <a:pt x="121244" y="6134802"/>
                  </a:lnTo>
                  <a:lnTo>
                    <a:pt x="121352" y="6134802"/>
                  </a:lnTo>
                  <a:lnTo>
                    <a:pt x="121460" y="6134802"/>
                  </a:lnTo>
                  <a:lnTo>
                    <a:pt x="121569" y="6134179"/>
                  </a:lnTo>
                  <a:lnTo>
                    <a:pt x="121569" y="6133555"/>
                  </a:lnTo>
                  <a:lnTo>
                    <a:pt x="121677" y="6133555"/>
                  </a:lnTo>
                  <a:lnTo>
                    <a:pt x="121786" y="6133555"/>
                  </a:lnTo>
                  <a:lnTo>
                    <a:pt x="121894" y="6133555"/>
                  </a:lnTo>
                  <a:lnTo>
                    <a:pt x="122003" y="6133555"/>
                  </a:lnTo>
                  <a:lnTo>
                    <a:pt x="122111" y="6133555"/>
                  </a:lnTo>
                  <a:lnTo>
                    <a:pt x="122220" y="6133555"/>
                  </a:lnTo>
                  <a:lnTo>
                    <a:pt x="122328" y="6133555"/>
                  </a:lnTo>
                  <a:lnTo>
                    <a:pt x="122436" y="6133555"/>
                  </a:lnTo>
                  <a:lnTo>
                    <a:pt x="122545" y="6133555"/>
                  </a:lnTo>
                  <a:lnTo>
                    <a:pt x="122545" y="6132932"/>
                  </a:lnTo>
                  <a:lnTo>
                    <a:pt x="122653" y="6132932"/>
                  </a:lnTo>
                  <a:lnTo>
                    <a:pt x="122762" y="6132932"/>
                  </a:lnTo>
                  <a:lnTo>
                    <a:pt x="122870" y="6132932"/>
                  </a:lnTo>
                  <a:lnTo>
                    <a:pt x="122979" y="6132932"/>
                  </a:lnTo>
                  <a:lnTo>
                    <a:pt x="123087" y="6132932"/>
                  </a:lnTo>
                  <a:lnTo>
                    <a:pt x="123304" y="6132932"/>
                  </a:lnTo>
                  <a:lnTo>
                    <a:pt x="123412" y="6132932"/>
                  </a:lnTo>
                  <a:lnTo>
                    <a:pt x="123412" y="6132308"/>
                  </a:lnTo>
                  <a:lnTo>
                    <a:pt x="123521" y="6132308"/>
                  </a:lnTo>
                  <a:lnTo>
                    <a:pt x="123629" y="6132308"/>
                  </a:lnTo>
                  <a:lnTo>
                    <a:pt x="123738" y="6132308"/>
                  </a:lnTo>
                  <a:lnTo>
                    <a:pt x="123846" y="6132308"/>
                  </a:lnTo>
                  <a:lnTo>
                    <a:pt x="123955" y="6132308"/>
                  </a:lnTo>
                  <a:lnTo>
                    <a:pt x="124063" y="6132308"/>
                  </a:lnTo>
                  <a:lnTo>
                    <a:pt x="124172" y="6132308"/>
                  </a:lnTo>
                  <a:lnTo>
                    <a:pt x="124280" y="6132308"/>
                  </a:lnTo>
                  <a:lnTo>
                    <a:pt x="124714" y="6131684"/>
                  </a:lnTo>
                  <a:lnTo>
                    <a:pt x="124822" y="6131684"/>
                  </a:lnTo>
                  <a:lnTo>
                    <a:pt x="124931" y="6131684"/>
                  </a:lnTo>
                  <a:lnTo>
                    <a:pt x="124931" y="6131061"/>
                  </a:lnTo>
                  <a:lnTo>
                    <a:pt x="125039" y="6131061"/>
                  </a:lnTo>
                  <a:lnTo>
                    <a:pt x="125148" y="6131061"/>
                  </a:lnTo>
                  <a:lnTo>
                    <a:pt x="125256" y="6131061"/>
                  </a:lnTo>
                  <a:lnTo>
                    <a:pt x="125473" y="6131061"/>
                  </a:lnTo>
                  <a:lnTo>
                    <a:pt x="125581" y="6131061"/>
                  </a:lnTo>
                  <a:lnTo>
                    <a:pt x="125690" y="6131061"/>
                  </a:lnTo>
                  <a:lnTo>
                    <a:pt x="125798" y="6130437"/>
                  </a:lnTo>
                  <a:lnTo>
                    <a:pt x="125907" y="6130437"/>
                  </a:lnTo>
                  <a:lnTo>
                    <a:pt x="126015" y="6130437"/>
                  </a:lnTo>
                  <a:lnTo>
                    <a:pt x="126124" y="6130437"/>
                  </a:lnTo>
                  <a:lnTo>
                    <a:pt x="126232" y="6130437"/>
                  </a:lnTo>
                  <a:lnTo>
                    <a:pt x="126341" y="6130437"/>
                  </a:lnTo>
                  <a:lnTo>
                    <a:pt x="126449" y="6130437"/>
                  </a:lnTo>
                  <a:lnTo>
                    <a:pt x="126449" y="6129190"/>
                  </a:lnTo>
                  <a:lnTo>
                    <a:pt x="126557" y="6129190"/>
                  </a:lnTo>
                  <a:lnTo>
                    <a:pt x="126666" y="6129190"/>
                  </a:lnTo>
                  <a:lnTo>
                    <a:pt x="126774" y="6129190"/>
                  </a:lnTo>
                  <a:lnTo>
                    <a:pt x="126883" y="6129190"/>
                  </a:lnTo>
                  <a:lnTo>
                    <a:pt x="126991" y="6129190"/>
                  </a:lnTo>
                  <a:lnTo>
                    <a:pt x="127100" y="6129190"/>
                  </a:lnTo>
                  <a:lnTo>
                    <a:pt x="127100" y="6128567"/>
                  </a:lnTo>
                  <a:lnTo>
                    <a:pt x="127208" y="6128567"/>
                  </a:lnTo>
                  <a:lnTo>
                    <a:pt x="127317" y="6128567"/>
                  </a:lnTo>
                  <a:lnTo>
                    <a:pt x="127425" y="6128567"/>
                  </a:lnTo>
                  <a:lnTo>
                    <a:pt x="127533" y="6128567"/>
                  </a:lnTo>
                  <a:lnTo>
                    <a:pt x="127642" y="6128567"/>
                  </a:lnTo>
                  <a:lnTo>
                    <a:pt x="127750" y="6128567"/>
                  </a:lnTo>
                  <a:lnTo>
                    <a:pt x="127750" y="6127943"/>
                  </a:lnTo>
                  <a:lnTo>
                    <a:pt x="127859" y="6127943"/>
                  </a:lnTo>
                  <a:lnTo>
                    <a:pt x="127967" y="6127943"/>
                  </a:lnTo>
                  <a:lnTo>
                    <a:pt x="128076" y="6127943"/>
                  </a:lnTo>
                  <a:lnTo>
                    <a:pt x="128184" y="6127943"/>
                  </a:lnTo>
                  <a:lnTo>
                    <a:pt x="128293" y="6127943"/>
                  </a:lnTo>
                  <a:lnTo>
                    <a:pt x="128293" y="6127319"/>
                  </a:lnTo>
                  <a:lnTo>
                    <a:pt x="128401" y="6127319"/>
                  </a:lnTo>
                  <a:lnTo>
                    <a:pt x="128509" y="6127319"/>
                  </a:lnTo>
                  <a:lnTo>
                    <a:pt x="128509" y="6126696"/>
                  </a:lnTo>
                  <a:lnTo>
                    <a:pt x="128618" y="6126696"/>
                  </a:lnTo>
                  <a:lnTo>
                    <a:pt x="128726" y="6126696"/>
                  </a:lnTo>
                  <a:lnTo>
                    <a:pt x="128835" y="6126696"/>
                  </a:lnTo>
                  <a:lnTo>
                    <a:pt x="128943" y="6126696"/>
                  </a:lnTo>
                  <a:lnTo>
                    <a:pt x="129052" y="6126072"/>
                  </a:lnTo>
                  <a:lnTo>
                    <a:pt x="129160" y="6126072"/>
                  </a:lnTo>
                  <a:lnTo>
                    <a:pt x="129377" y="6126072"/>
                  </a:lnTo>
                  <a:lnTo>
                    <a:pt x="129486" y="6126072"/>
                  </a:lnTo>
                  <a:lnTo>
                    <a:pt x="129594" y="6126072"/>
                  </a:lnTo>
                  <a:lnTo>
                    <a:pt x="129594" y="6125449"/>
                  </a:lnTo>
                  <a:lnTo>
                    <a:pt x="129702" y="6125449"/>
                  </a:lnTo>
                  <a:lnTo>
                    <a:pt x="129811" y="6125449"/>
                  </a:lnTo>
                  <a:lnTo>
                    <a:pt x="129919" y="6125449"/>
                  </a:lnTo>
                  <a:lnTo>
                    <a:pt x="130028" y="6125449"/>
                  </a:lnTo>
                  <a:lnTo>
                    <a:pt x="130136" y="6125449"/>
                  </a:lnTo>
                  <a:lnTo>
                    <a:pt x="130353" y="6125449"/>
                  </a:lnTo>
                  <a:lnTo>
                    <a:pt x="130462" y="6125449"/>
                  </a:lnTo>
                  <a:lnTo>
                    <a:pt x="130570" y="6125449"/>
                  </a:lnTo>
                  <a:lnTo>
                    <a:pt x="130678" y="6125449"/>
                  </a:lnTo>
                  <a:lnTo>
                    <a:pt x="130787" y="6125449"/>
                  </a:lnTo>
                  <a:lnTo>
                    <a:pt x="130895" y="6125449"/>
                  </a:lnTo>
                  <a:lnTo>
                    <a:pt x="131004" y="6125449"/>
                  </a:lnTo>
                  <a:lnTo>
                    <a:pt x="131004" y="6124825"/>
                  </a:lnTo>
                  <a:lnTo>
                    <a:pt x="131004" y="6124201"/>
                  </a:lnTo>
                  <a:lnTo>
                    <a:pt x="131112" y="6124201"/>
                  </a:lnTo>
                  <a:lnTo>
                    <a:pt x="131221" y="6124201"/>
                  </a:lnTo>
                  <a:lnTo>
                    <a:pt x="131329" y="6124201"/>
                  </a:lnTo>
                  <a:lnTo>
                    <a:pt x="131438" y="6124201"/>
                  </a:lnTo>
                  <a:lnTo>
                    <a:pt x="131546" y="6124201"/>
                  </a:lnTo>
                  <a:lnTo>
                    <a:pt x="131546" y="6123578"/>
                  </a:lnTo>
                  <a:lnTo>
                    <a:pt x="131654" y="6123578"/>
                  </a:lnTo>
                  <a:lnTo>
                    <a:pt x="131763" y="6123578"/>
                  </a:lnTo>
                  <a:lnTo>
                    <a:pt x="131871" y="6123578"/>
                  </a:lnTo>
                  <a:lnTo>
                    <a:pt x="131980" y="6123578"/>
                  </a:lnTo>
                  <a:lnTo>
                    <a:pt x="132088" y="6123578"/>
                  </a:lnTo>
                  <a:lnTo>
                    <a:pt x="132197" y="6123578"/>
                  </a:lnTo>
                  <a:lnTo>
                    <a:pt x="132197" y="6122954"/>
                  </a:lnTo>
                  <a:lnTo>
                    <a:pt x="132197" y="6122331"/>
                  </a:lnTo>
                  <a:lnTo>
                    <a:pt x="132305" y="6122331"/>
                  </a:lnTo>
                  <a:lnTo>
                    <a:pt x="132414" y="6121707"/>
                  </a:lnTo>
                  <a:lnTo>
                    <a:pt x="132414" y="6121084"/>
                  </a:lnTo>
                  <a:lnTo>
                    <a:pt x="132522" y="6121084"/>
                  </a:lnTo>
                  <a:lnTo>
                    <a:pt x="132630" y="6121084"/>
                  </a:lnTo>
                  <a:lnTo>
                    <a:pt x="132739" y="6121084"/>
                  </a:lnTo>
                  <a:lnTo>
                    <a:pt x="132847" y="6121084"/>
                  </a:lnTo>
                  <a:lnTo>
                    <a:pt x="132956" y="6121084"/>
                  </a:lnTo>
                  <a:lnTo>
                    <a:pt x="133064" y="6121084"/>
                  </a:lnTo>
                  <a:lnTo>
                    <a:pt x="133064" y="6120460"/>
                  </a:lnTo>
                  <a:lnTo>
                    <a:pt x="133281" y="6120460"/>
                  </a:lnTo>
                  <a:lnTo>
                    <a:pt x="133281" y="6119836"/>
                  </a:lnTo>
                  <a:lnTo>
                    <a:pt x="133390" y="6119836"/>
                  </a:lnTo>
                  <a:lnTo>
                    <a:pt x="133498" y="6119836"/>
                  </a:lnTo>
                  <a:lnTo>
                    <a:pt x="133607" y="6119836"/>
                  </a:lnTo>
                  <a:lnTo>
                    <a:pt x="133607" y="6119213"/>
                  </a:lnTo>
                  <a:lnTo>
                    <a:pt x="133715" y="6119213"/>
                  </a:lnTo>
                  <a:lnTo>
                    <a:pt x="133823" y="6118589"/>
                  </a:lnTo>
                  <a:lnTo>
                    <a:pt x="133932" y="6118589"/>
                  </a:lnTo>
                  <a:lnTo>
                    <a:pt x="134040" y="6118589"/>
                  </a:lnTo>
                  <a:lnTo>
                    <a:pt x="134149" y="6118589"/>
                  </a:lnTo>
                  <a:lnTo>
                    <a:pt x="134257" y="6118589"/>
                  </a:lnTo>
                  <a:lnTo>
                    <a:pt x="134366" y="6118589"/>
                  </a:lnTo>
                  <a:lnTo>
                    <a:pt x="134474" y="6118589"/>
                  </a:lnTo>
                  <a:lnTo>
                    <a:pt x="134583" y="6118589"/>
                  </a:lnTo>
                  <a:lnTo>
                    <a:pt x="134691" y="6118589"/>
                  </a:lnTo>
                  <a:lnTo>
                    <a:pt x="134799" y="6118589"/>
                  </a:lnTo>
                  <a:lnTo>
                    <a:pt x="134908" y="6118589"/>
                  </a:lnTo>
                  <a:lnTo>
                    <a:pt x="135016" y="6118589"/>
                  </a:lnTo>
                  <a:lnTo>
                    <a:pt x="135125" y="6118589"/>
                  </a:lnTo>
                  <a:lnTo>
                    <a:pt x="135233" y="6118589"/>
                  </a:lnTo>
                  <a:lnTo>
                    <a:pt x="135233" y="6117966"/>
                  </a:lnTo>
                  <a:lnTo>
                    <a:pt x="135342" y="6117966"/>
                  </a:lnTo>
                  <a:lnTo>
                    <a:pt x="135450" y="6117966"/>
                  </a:lnTo>
                  <a:lnTo>
                    <a:pt x="135559" y="6117966"/>
                  </a:lnTo>
                  <a:lnTo>
                    <a:pt x="135667" y="6117966"/>
                  </a:lnTo>
                  <a:lnTo>
                    <a:pt x="135775" y="6117966"/>
                  </a:lnTo>
                  <a:lnTo>
                    <a:pt x="135775" y="6117342"/>
                  </a:lnTo>
                  <a:lnTo>
                    <a:pt x="135884" y="6117342"/>
                  </a:lnTo>
                  <a:lnTo>
                    <a:pt x="135884" y="6116718"/>
                  </a:lnTo>
                  <a:lnTo>
                    <a:pt x="135992" y="6116718"/>
                  </a:lnTo>
                  <a:lnTo>
                    <a:pt x="136209" y="6116718"/>
                  </a:lnTo>
                  <a:lnTo>
                    <a:pt x="136209" y="6116095"/>
                  </a:lnTo>
                  <a:lnTo>
                    <a:pt x="136318" y="6116095"/>
                  </a:lnTo>
                  <a:lnTo>
                    <a:pt x="136426" y="6116095"/>
                  </a:lnTo>
                  <a:lnTo>
                    <a:pt x="136643" y="6116095"/>
                  </a:lnTo>
                  <a:lnTo>
                    <a:pt x="136751" y="6116095"/>
                  </a:lnTo>
                  <a:lnTo>
                    <a:pt x="136860" y="6116095"/>
                  </a:lnTo>
                  <a:lnTo>
                    <a:pt x="136860" y="6115471"/>
                  </a:lnTo>
                  <a:lnTo>
                    <a:pt x="136968" y="6115471"/>
                  </a:lnTo>
                  <a:lnTo>
                    <a:pt x="137077" y="6115471"/>
                  </a:lnTo>
                  <a:lnTo>
                    <a:pt x="137185" y="6115471"/>
                  </a:lnTo>
                  <a:lnTo>
                    <a:pt x="137294" y="6115471"/>
                  </a:lnTo>
                  <a:lnTo>
                    <a:pt x="137402" y="6115471"/>
                  </a:lnTo>
                  <a:lnTo>
                    <a:pt x="137511" y="6115471"/>
                  </a:lnTo>
                  <a:lnTo>
                    <a:pt x="137619" y="6115471"/>
                  </a:lnTo>
                  <a:lnTo>
                    <a:pt x="137619" y="6114848"/>
                  </a:lnTo>
                  <a:lnTo>
                    <a:pt x="137727" y="6114848"/>
                  </a:lnTo>
                  <a:lnTo>
                    <a:pt x="137727" y="6114224"/>
                  </a:lnTo>
                  <a:lnTo>
                    <a:pt x="137944" y="6114224"/>
                  </a:lnTo>
                  <a:lnTo>
                    <a:pt x="138053" y="6114224"/>
                  </a:lnTo>
                  <a:lnTo>
                    <a:pt x="138161" y="6114224"/>
                  </a:lnTo>
                  <a:lnTo>
                    <a:pt x="138270" y="6114224"/>
                  </a:lnTo>
                  <a:lnTo>
                    <a:pt x="138378" y="6114224"/>
                  </a:lnTo>
                  <a:lnTo>
                    <a:pt x="138487" y="6114224"/>
                  </a:lnTo>
                  <a:lnTo>
                    <a:pt x="138595" y="6114224"/>
                  </a:lnTo>
                  <a:lnTo>
                    <a:pt x="138704" y="6114224"/>
                  </a:lnTo>
                  <a:lnTo>
                    <a:pt x="138704" y="6113601"/>
                  </a:lnTo>
                  <a:lnTo>
                    <a:pt x="138704" y="6112977"/>
                  </a:lnTo>
                  <a:lnTo>
                    <a:pt x="138812" y="6112977"/>
                  </a:lnTo>
                  <a:lnTo>
                    <a:pt x="138920" y="6112977"/>
                  </a:lnTo>
                  <a:lnTo>
                    <a:pt x="139029" y="6112977"/>
                  </a:lnTo>
                  <a:lnTo>
                    <a:pt x="139029" y="6112353"/>
                  </a:lnTo>
                  <a:lnTo>
                    <a:pt x="139137" y="6112353"/>
                  </a:lnTo>
                  <a:lnTo>
                    <a:pt x="139246" y="6112353"/>
                  </a:lnTo>
                  <a:lnTo>
                    <a:pt x="139354" y="6112353"/>
                  </a:lnTo>
                  <a:lnTo>
                    <a:pt x="139463" y="6112353"/>
                  </a:lnTo>
                  <a:lnTo>
                    <a:pt x="139571" y="6112353"/>
                  </a:lnTo>
                  <a:lnTo>
                    <a:pt x="139680" y="6112353"/>
                  </a:lnTo>
                  <a:lnTo>
                    <a:pt x="139788" y="6112353"/>
                  </a:lnTo>
                  <a:lnTo>
                    <a:pt x="139896" y="6112353"/>
                  </a:lnTo>
                  <a:lnTo>
                    <a:pt x="140005" y="6112353"/>
                  </a:lnTo>
                  <a:lnTo>
                    <a:pt x="140222" y="6112353"/>
                  </a:lnTo>
                  <a:lnTo>
                    <a:pt x="140222" y="6111730"/>
                  </a:lnTo>
                  <a:lnTo>
                    <a:pt x="140330" y="6111730"/>
                  </a:lnTo>
                  <a:lnTo>
                    <a:pt x="140439" y="6111730"/>
                  </a:lnTo>
                  <a:lnTo>
                    <a:pt x="140656" y="6111730"/>
                  </a:lnTo>
                  <a:lnTo>
                    <a:pt x="140764" y="6111730"/>
                  </a:lnTo>
                  <a:lnTo>
                    <a:pt x="140872" y="6111730"/>
                  </a:lnTo>
                  <a:lnTo>
                    <a:pt x="140872" y="6111106"/>
                  </a:lnTo>
                  <a:lnTo>
                    <a:pt x="140872" y="6110483"/>
                  </a:lnTo>
                  <a:lnTo>
                    <a:pt x="140981" y="6110483"/>
                  </a:lnTo>
                  <a:lnTo>
                    <a:pt x="141089" y="6110483"/>
                  </a:lnTo>
                  <a:lnTo>
                    <a:pt x="141198" y="6110483"/>
                  </a:lnTo>
                  <a:lnTo>
                    <a:pt x="141306" y="6110483"/>
                  </a:lnTo>
                  <a:lnTo>
                    <a:pt x="141415" y="6110483"/>
                  </a:lnTo>
                  <a:lnTo>
                    <a:pt x="141415" y="6109859"/>
                  </a:lnTo>
                  <a:lnTo>
                    <a:pt x="141523" y="6109859"/>
                  </a:lnTo>
                  <a:lnTo>
                    <a:pt x="141632" y="6109859"/>
                  </a:lnTo>
                  <a:lnTo>
                    <a:pt x="141740" y="6109859"/>
                  </a:lnTo>
                  <a:lnTo>
                    <a:pt x="141740" y="6109235"/>
                  </a:lnTo>
                  <a:lnTo>
                    <a:pt x="141848" y="6109235"/>
                  </a:lnTo>
                  <a:lnTo>
                    <a:pt x="141957" y="6109235"/>
                  </a:lnTo>
                  <a:lnTo>
                    <a:pt x="142065" y="6109235"/>
                  </a:lnTo>
                  <a:lnTo>
                    <a:pt x="142174" y="6109235"/>
                  </a:lnTo>
                  <a:lnTo>
                    <a:pt x="142174" y="6108612"/>
                  </a:lnTo>
                  <a:lnTo>
                    <a:pt x="142174" y="6107988"/>
                  </a:lnTo>
                  <a:lnTo>
                    <a:pt x="142282" y="6107988"/>
                  </a:lnTo>
                  <a:lnTo>
                    <a:pt x="142391" y="6107988"/>
                  </a:lnTo>
                  <a:lnTo>
                    <a:pt x="142499" y="6107988"/>
                  </a:lnTo>
                  <a:lnTo>
                    <a:pt x="142608" y="6107988"/>
                  </a:lnTo>
                  <a:lnTo>
                    <a:pt x="142716" y="6107988"/>
                  </a:lnTo>
                  <a:lnTo>
                    <a:pt x="142825" y="6107988"/>
                  </a:lnTo>
                  <a:lnTo>
                    <a:pt x="142933" y="6107988"/>
                  </a:lnTo>
                  <a:lnTo>
                    <a:pt x="143041" y="6107988"/>
                  </a:lnTo>
                  <a:lnTo>
                    <a:pt x="143150" y="6107988"/>
                  </a:lnTo>
                  <a:lnTo>
                    <a:pt x="143258" y="6107988"/>
                  </a:lnTo>
                  <a:lnTo>
                    <a:pt x="143367" y="6107988"/>
                  </a:lnTo>
                  <a:lnTo>
                    <a:pt x="143475" y="6107988"/>
                  </a:lnTo>
                  <a:lnTo>
                    <a:pt x="143584" y="6107988"/>
                  </a:lnTo>
                  <a:lnTo>
                    <a:pt x="143584" y="6107365"/>
                  </a:lnTo>
                  <a:lnTo>
                    <a:pt x="143692" y="6107365"/>
                  </a:lnTo>
                  <a:lnTo>
                    <a:pt x="143801" y="6107365"/>
                  </a:lnTo>
                  <a:lnTo>
                    <a:pt x="143909" y="6107365"/>
                  </a:lnTo>
                  <a:lnTo>
                    <a:pt x="144017" y="6107365"/>
                  </a:lnTo>
                  <a:lnTo>
                    <a:pt x="144126" y="6107365"/>
                  </a:lnTo>
                  <a:lnTo>
                    <a:pt x="144234" y="6107365"/>
                  </a:lnTo>
                  <a:lnTo>
                    <a:pt x="144343" y="6107365"/>
                  </a:lnTo>
                  <a:lnTo>
                    <a:pt x="144451" y="6107365"/>
                  </a:lnTo>
                  <a:lnTo>
                    <a:pt x="144560" y="6107365"/>
                  </a:lnTo>
                  <a:lnTo>
                    <a:pt x="144560" y="6106741"/>
                  </a:lnTo>
                  <a:lnTo>
                    <a:pt x="144668" y="6106741"/>
                  </a:lnTo>
                  <a:lnTo>
                    <a:pt x="144777" y="6106741"/>
                  </a:lnTo>
                  <a:lnTo>
                    <a:pt x="144885" y="6106741"/>
                  </a:lnTo>
                  <a:lnTo>
                    <a:pt x="144885" y="6106118"/>
                  </a:lnTo>
                  <a:lnTo>
                    <a:pt x="144993" y="6106118"/>
                  </a:lnTo>
                  <a:lnTo>
                    <a:pt x="145102" y="6106118"/>
                  </a:lnTo>
                  <a:lnTo>
                    <a:pt x="145210" y="6106118"/>
                  </a:lnTo>
                  <a:lnTo>
                    <a:pt x="145319" y="6106118"/>
                  </a:lnTo>
                  <a:lnTo>
                    <a:pt x="145427" y="6106118"/>
                  </a:lnTo>
                  <a:lnTo>
                    <a:pt x="145536" y="6106118"/>
                  </a:lnTo>
                  <a:lnTo>
                    <a:pt x="145536" y="6105494"/>
                  </a:lnTo>
                  <a:lnTo>
                    <a:pt x="145644" y="6105494"/>
                  </a:lnTo>
                  <a:lnTo>
                    <a:pt x="145753" y="6105494"/>
                  </a:lnTo>
                  <a:lnTo>
                    <a:pt x="145861" y="6105494"/>
                  </a:lnTo>
                  <a:lnTo>
                    <a:pt x="145969" y="6105494"/>
                  </a:lnTo>
                  <a:lnTo>
                    <a:pt x="146078" y="6105494"/>
                  </a:lnTo>
                  <a:lnTo>
                    <a:pt x="146186" y="6105494"/>
                  </a:lnTo>
                  <a:lnTo>
                    <a:pt x="146186" y="6104870"/>
                  </a:lnTo>
                  <a:lnTo>
                    <a:pt x="146295" y="6104870"/>
                  </a:lnTo>
                  <a:lnTo>
                    <a:pt x="146403" y="6104870"/>
                  </a:lnTo>
                  <a:lnTo>
                    <a:pt x="146512" y="6104870"/>
                  </a:lnTo>
                  <a:lnTo>
                    <a:pt x="146620" y="6104870"/>
                  </a:lnTo>
                  <a:lnTo>
                    <a:pt x="146729" y="6104870"/>
                  </a:lnTo>
                  <a:lnTo>
                    <a:pt x="146837" y="6104870"/>
                  </a:lnTo>
                  <a:lnTo>
                    <a:pt x="146946" y="6104870"/>
                  </a:lnTo>
                  <a:lnTo>
                    <a:pt x="147054" y="6104870"/>
                  </a:lnTo>
                  <a:lnTo>
                    <a:pt x="147162" y="6104870"/>
                  </a:lnTo>
                  <a:lnTo>
                    <a:pt x="147271" y="6104870"/>
                  </a:lnTo>
                  <a:lnTo>
                    <a:pt x="147379" y="6104870"/>
                  </a:lnTo>
                  <a:lnTo>
                    <a:pt x="147488" y="6104870"/>
                  </a:lnTo>
                  <a:lnTo>
                    <a:pt x="147596" y="6104870"/>
                  </a:lnTo>
                  <a:lnTo>
                    <a:pt x="147705" y="6104870"/>
                  </a:lnTo>
                  <a:lnTo>
                    <a:pt x="147705" y="6104247"/>
                  </a:lnTo>
                  <a:lnTo>
                    <a:pt x="147813" y="6104247"/>
                  </a:lnTo>
                  <a:lnTo>
                    <a:pt x="147922" y="6104247"/>
                  </a:lnTo>
                  <a:lnTo>
                    <a:pt x="148030" y="6104247"/>
                  </a:lnTo>
                  <a:lnTo>
                    <a:pt x="148138" y="6104247"/>
                  </a:lnTo>
                  <a:lnTo>
                    <a:pt x="148247" y="6104247"/>
                  </a:lnTo>
                  <a:lnTo>
                    <a:pt x="148464" y="6104247"/>
                  </a:lnTo>
                  <a:lnTo>
                    <a:pt x="148572" y="6104247"/>
                  </a:lnTo>
                  <a:lnTo>
                    <a:pt x="148681" y="6104247"/>
                  </a:lnTo>
                  <a:lnTo>
                    <a:pt x="148789" y="6104247"/>
                  </a:lnTo>
                  <a:lnTo>
                    <a:pt x="148898" y="6104247"/>
                  </a:lnTo>
                  <a:lnTo>
                    <a:pt x="149006" y="6104247"/>
                  </a:lnTo>
                  <a:lnTo>
                    <a:pt x="149114" y="6104247"/>
                  </a:lnTo>
                  <a:lnTo>
                    <a:pt x="149223" y="6104247"/>
                  </a:lnTo>
                  <a:lnTo>
                    <a:pt x="149331" y="6104247"/>
                  </a:lnTo>
                  <a:lnTo>
                    <a:pt x="149440" y="6104247"/>
                  </a:lnTo>
                  <a:lnTo>
                    <a:pt x="149548" y="6104247"/>
                  </a:lnTo>
                  <a:lnTo>
                    <a:pt x="149657" y="6104247"/>
                  </a:lnTo>
                  <a:lnTo>
                    <a:pt x="149765" y="6104247"/>
                  </a:lnTo>
                  <a:lnTo>
                    <a:pt x="149874" y="6104247"/>
                  </a:lnTo>
                  <a:lnTo>
                    <a:pt x="149982" y="6104247"/>
                  </a:lnTo>
                  <a:lnTo>
                    <a:pt x="150090" y="6104247"/>
                  </a:lnTo>
                  <a:lnTo>
                    <a:pt x="150199" y="6104247"/>
                  </a:lnTo>
                  <a:lnTo>
                    <a:pt x="150307" y="6104247"/>
                  </a:lnTo>
                  <a:lnTo>
                    <a:pt x="150307" y="6103623"/>
                  </a:lnTo>
                  <a:lnTo>
                    <a:pt x="150307" y="6103000"/>
                  </a:lnTo>
                  <a:lnTo>
                    <a:pt x="150416" y="6103000"/>
                  </a:lnTo>
                  <a:lnTo>
                    <a:pt x="150524" y="6103000"/>
                  </a:lnTo>
                  <a:lnTo>
                    <a:pt x="150633" y="6103000"/>
                  </a:lnTo>
                  <a:lnTo>
                    <a:pt x="150741" y="6103000"/>
                  </a:lnTo>
                  <a:lnTo>
                    <a:pt x="150850" y="6103000"/>
                  </a:lnTo>
                  <a:lnTo>
                    <a:pt x="150850" y="6102376"/>
                  </a:lnTo>
                  <a:lnTo>
                    <a:pt x="150958" y="6102376"/>
                  </a:lnTo>
                  <a:lnTo>
                    <a:pt x="151067" y="6102376"/>
                  </a:lnTo>
                  <a:lnTo>
                    <a:pt x="151175" y="6102376"/>
                  </a:lnTo>
                  <a:lnTo>
                    <a:pt x="151283" y="6102376"/>
                  </a:lnTo>
                  <a:lnTo>
                    <a:pt x="151392" y="6102376"/>
                  </a:lnTo>
                  <a:lnTo>
                    <a:pt x="151500" y="6102376"/>
                  </a:lnTo>
                  <a:lnTo>
                    <a:pt x="151500" y="6101752"/>
                  </a:lnTo>
                  <a:lnTo>
                    <a:pt x="151609" y="6101752"/>
                  </a:lnTo>
                  <a:lnTo>
                    <a:pt x="151717" y="6101752"/>
                  </a:lnTo>
                  <a:lnTo>
                    <a:pt x="151826" y="6101752"/>
                  </a:lnTo>
                  <a:lnTo>
                    <a:pt x="151934" y="6101752"/>
                  </a:lnTo>
                  <a:lnTo>
                    <a:pt x="151934" y="6101129"/>
                  </a:lnTo>
                  <a:lnTo>
                    <a:pt x="152043" y="6101129"/>
                  </a:lnTo>
                  <a:lnTo>
                    <a:pt x="152043" y="6100505"/>
                  </a:lnTo>
                  <a:lnTo>
                    <a:pt x="152151" y="6100505"/>
                  </a:lnTo>
                  <a:lnTo>
                    <a:pt x="152151" y="6099882"/>
                  </a:lnTo>
                  <a:lnTo>
                    <a:pt x="152259" y="6099882"/>
                  </a:lnTo>
                  <a:lnTo>
                    <a:pt x="152259" y="6099258"/>
                  </a:lnTo>
                  <a:lnTo>
                    <a:pt x="152368" y="6099258"/>
                  </a:lnTo>
                  <a:lnTo>
                    <a:pt x="152476" y="6099258"/>
                  </a:lnTo>
                  <a:lnTo>
                    <a:pt x="152476" y="6098635"/>
                  </a:lnTo>
                  <a:lnTo>
                    <a:pt x="152585" y="6098635"/>
                  </a:lnTo>
                  <a:lnTo>
                    <a:pt x="152693" y="6098635"/>
                  </a:lnTo>
                  <a:lnTo>
                    <a:pt x="152802" y="6098635"/>
                  </a:lnTo>
                  <a:lnTo>
                    <a:pt x="152910" y="6098635"/>
                  </a:lnTo>
                  <a:lnTo>
                    <a:pt x="153019" y="6098635"/>
                  </a:lnTo>
                  <a:lnTo>
                    <a:pt x="153127" y="6098635"/>
                  </a:lnTo>
                  <a:lnTo>
                    <a:pt x="153235" y="6098635"/>
                  </a:lnTo>
                  <a:lnTo>
                    <a:pt x="153344" y="6098635"/>
                  </a:lnTo>
                  <a:lnTo>
                    <a:pt x="153452" y="6098635"/>
                  </a:lnTo>
                  <a:lnTo>
                    <a:pt x="153561" y="6098635"/>
                  </a:lnTo>
                  <a:lnTo>
                    <a:pt x="153669" y="6098635"/>
                  </a:lnTo>
                  <a:lnTo>
                    <a:pt x="153778" y="6098635"/>
                  </a:lnTo>
                  <a:lnTo>
                    <a:pt x="153995" y="6098635"/>
                  </a:lnTo>
                  <a:lnTo>
                    <a:pt x="154103" y="6098011"/>
                  </a:lnTo>
                  <a:lnTo>
                    <a:pt x="154211" y="6098011"/>
                  </a:lnTo>
                  <a:lnTo>
                    <a:pt x="154320" y="6098011"/>
                  </a:lnTo>
                  <a:lnTo>
                    <a:pt x="154320" y="6097387"/>
                  </a:lnTo>
                  <a:lnTo>
                    <a:pt x="154320" y="6096764"/>
                  </a:lnTo>
                  <a:lnTo>
                    <a:pt x="154428" y="6096764"/>
                  </a:lnTo>
                  <a:lnTo>
                    <a:pt x="154537" y="6096764"/>
                  </a:lnTo>
                  <a:lnTo>
                    <a:pt x="154645" y="6096764"/>
                  </a:lnTo>
                  <a:lnTo>
                    <a:pt x="154862" y="6096764"/>
                  </a:lnTo>
                  <a:lnTo>
                    <a:pt x="154971" y="6096764"/>
                  </a:lnTo>
                  <a:lnTo>
                    <a:pt x="155079" y="6096764"/>
                  </a:lnTo>
                  <a:lnTo>
                    <a:pt x="155079" y="6096140"/>
                  </a:lnTo>
                  <a:lnTo>
                    <a:pt x="155188" y="6096140"/>
                  </a:lnTo>
                  <a:lnTo>
                    <a:pt x="155296" y="6096140"/>
                  </a:lnTo>
                  <a:lnTo>
                    <a:pt x="155621" y="6096140"/>
                  </a:lnTo>
                  <a:lnTo>
                    <a:pt x="155730" y="6096140"/>
                  </a:lnTo>
                  <a:lnTo>
                    <a:pt x="155838" y="6096140"/>
                  </a:lnTo>
                  <a:lnTo>
                    <a:pt x="155947" y="6096140"/>
                  </a:lnTo>
                  <a:lnTo>
                    <a:pt x="156055" y="6096140"/>
                  </a:lnTo>
                  <a:lnTo>
                    <a:pt x="156055" y="6095517"/>
                  </a:lnTo>
                  <a:lnTo>
                    <a:pt x="156164" y="6095517"/>
                  </a:lnTo>
                  <a:lnTo>
                    <a:pt x="156272" y="6095517"/>
                  </a:lnTo>
                  <a:lnTo>
                    <a:pt x="156380" y="6095517"/>
                  </a:lnTo>
                  <a:lnTo>
                    <a:pt x="156489" y="6095517"/>
                  </a:lnTo>
                  <a:lnTo>
                    <a:pt x="156597" y="6095517"/>
                  </a:lnTo>
                  <a:lnTo>
                    <a:pt x="156706" y="6095517"/>
                  </a:lnTo>
                  <a:lnTo>
                    <a:pt x="156814" y="6095517"/>
                  </a:lnTo>
                  <a:lnTo>
                    <a:pt x="157031" y="6095517"/>
                  </a:lnTo>
                  <a:lnTo>
                    <a:pt x="157031" y="6094893"/>
                  </a:lnTo>
                  <a:lnTo>
                    <a:pt x="157140" y="6094893"/>
                  </a:lnTo>
                  <a:lnTo>
                    <a:pt x="157140" y="6094270"/>
                  </a:lnTo>
                  <a:lnTo>
                    <a:pt x="157248" y="6094270"/>
                  </a:lnTo>
                  <a:lnTo>
                    <a:pt x="157356" y="6094270"/>
                  </a:lnTo>
                  <a:lnTo>
                    <a:pt x="157465" y="6094270"/>
                  </a:lnTo>
                  <a:lnTo>
                    <a:pt x="157573" y="6094270"/>
                  </a:lnTo>
                  <a:lnTo>
                    <a:pt x="157682" y="6094270"/>
                  </a:lnTo>
                  <a:lnTo>
                    <a:pt x="157790" y="6094270"/>
                  </a:lnTo>
                  <a:lnTo>
                    <a:pt x="157899" y="6094270"/>
                  </a:lnTo>
                  <a:lnTo>
                    <a:pt x="157899" y="6093646"/>
                  </a:lnTo>
                  <a:lnTo>
                    <a:pt x="158007" y="6093646"/>
                  </a:lnTo>
                  <a:lnTo>
                    <a:pt x="158116" y="6093646"/>
                  </a:lnTo>
                  <a:lnTo>
                    <a:pt x="158224" y="6093646"/>
                  </a:lnTo>
                  <a:lnTo>
                    <a:pt x="158332" y="6093646"/>
                  </a:lnTo>
                  <a:lnTo>
                    <a:pt x="158441" y="6093646"/>
                  </a:lnTo>
                  <a:lnTo>
                    <a:pt x="158549" y="6093646"/>
                  </a:lnTo>
                  <a:lnTo>
                    <a:pt x="158658" y="6093646"/>
                  </a:lnTo>
                  <a:lnTo>
                    <a:pt x="158766" y="6093646"/>
                  </a:lnTo>
                  <a:lnTo>
                    <a:pt x="158875" y="6093646"/>
                  </a:lnTo>
                  <a:lnTo>
                    <a:pt x="158875" y="6093022"/>
                  </a:lnTo>
                  <a:lnTo>
                    <a:pt x="158983" y="6093022"/>
                  </a:lnTo>
                  <a:lnTo>
                    <a:pt x="159092" y="6093022"/>
                  </a:lnTo>
                  <a:lnTo>
                    <a:pt x="159200" y="6093022"/>
                  </a:lnTo>
                  <a:lnTo>
                    <a:pt x="159309" y="6093022"/>
                  </a:lnTo>
                  <a:lnTo>
                    <a:pt x="159417" y="6093022"/>
                  </a:lnTo>
                  <a:lnTo>
                    <a:pt x="159525" y="6093022"/>
                  </a:lnTo>
                  <a:lnTo>
                    <a:pt x="159525" y="6092399"/>
                  </a:lnTo>
                  <a:lnTo>
                    <a:pt x="159634" y="6092399"/>
                  </a:lnTo>
                  <a:lnTo>
                    <a:pt x="159742" y="6092399"/>
                  </a:lnTo>
                  <a:lnTo>
                    <a:pt x="159851" y="6092399"/>
                  </a:lnTo>
                  <a:lnTo>
                    <a:pt x="159959" y="6092399"/>
                  </a:lnTo>
                  <a:lnTo>
                    <a:pt x="160068" y="6092399"/>
                  </a:lnTo>
                  <a:lnTo>
                    <a:pt x="160176" y="6092399"/>
                  </a:lnTo>
                  <a:lnTo>
                    <a:pt x="160285" y="6092399"/>
                  </a:lnTo>
                  <a:lnTo>
                    <a:pt x="160285" y="6091775"/>
                  </a:lnTo>
                  <a:lnTo>
                    <a:pt x="160393" y="6091775"/>
                  </a:lnTo>
                  <a:lnTo>
                    <a:pt x="160501" y="6091775"/>
                  </a:lnTo>
                  <a:lnTo>
                    <a:pt x="160718" y="6091775"/>
                  </a:lnTo>
                  <a:lnTo>
                    <a:pt x="160718" y="6091152"/>
                  </a:lnTo>
                  <a:lnTo>
                    <a:pt x="160827" y="6091152"/>
                  </a:lnTo>
                  <a:lnTo>
                    <a:pt x="160935" y="6091152"/>
                  </a:lnTo>
                  <a:lnTo>
                    <a:pt x="160935" y="6090528"/>
                  </a:lnTo>
                  <a:lnTo>
                    <a:pt x="160935" y="6089904"/>
                  </a:lnTo>
                  <a:lnTo>
                    <a:pt x="161044" y="6089904"/>
                  </a:lnTo>
                  <a:lnTo>
                    <a:pt x="161152" y="6089904"/>
                  </a:lnTo>
                  <a:lnTo>
                    <a:pt x="161152" y="6089281"/>
                  </a:lnTo>
                  <a:lnTo>
                    <a:pt x="161152" y="6088657"/>
                  </a:lnTo>
                  <a:lnTo>
                    <a:pt x="161261" y="6088657"/>
                  </a:lnTo>
                  <a:lnTo>
                    <a:pt x="161477" y="6088657"/>
                  </a:lnTo>
                  <a:lnTo>
                    <a:pt x="161477" y="6088034"/>
                  </a:lnTo>
                  <a:lnTo>
                    <a:pt x="161586" y="6088034"/>
                  </a:lnTo>
                  <a:lnTo>
                    <a:pt x="161694" y="6088034"/>
                  </a:lnTo>
                  <a:lnTo>
                    <a:pt x="161803" y="6088034"/>
                  </a:lnTo>
                  <a:lnTo>
                    <a:pt x="161911" y="6088034"/>
                  </a:lnTo>
                  <a:lnTo>
                    <a:pt x="162020" y="6088034"/>
                  </a:lnTo>
                  <a:lnTo>
                    <a:pt x="162128" y="6088034"/>
                  </a:lnTo>
                  <a:lnTo>
                    <a:pt x="162237" y="6088034"/>
                  </a:lnTo>
                  <a:lnTo>
                    <a:pt x="162345" y="6088034"/>
                  </a:lnTo>
                  <a:lnTo>
                    <a:pt x="162345" y="6087410"/>
                  </a:lnTo>
                  <a:lnTo>
                    <a:pt x="162345" y="6086787"/>
                  </a:lnTo>
                  <a:lnTo>
                    <a:pt x="162453" y="6086787"/>
                  </a:lnTo>
                  <a:lnTo>
                    <a:pt x="162562" y="6086787"/>
                  </a:lnTo>
                  <a:lnTo>
                    <a:pt x="162562" y="6086163"/>
                  </a:lnTo>
                  <a:lnTo>
                    <a:pt x="162670" y="6086163"/>
                  </a:lnTo>
                  <a:lnTo>
                    <a:pt x="162779" y="6086163"/>
                  </a:lnTo>
                  <a:lnTo>
                    <a:pt x="162887" y="6086163"/>
                  </a:lnTo>
                  <a:lnTo>
                    <a:pt x="162996" y="6086163"/>
                  </a:lnTo>
                  <a:lnTo>
                    <a:pt x="163104" y="6086163"/>
                  </a:lnTo>
                  <a:lnTo>
                    <a:pt x="163213" y="6086163"/>
                  </a:lnTo>
                  <a:lnTo>
                    <a:pt x="163321" y="6086163"/>
                  </a:lnTo>
                  <a:lnTo>
                    <a:pt x="163429" y="6086163"/>
                  </a:lnTo>
                  <a:lnTo>
                    <a:pt x="163538" y="6086163"/>
                  </a:lnTo>
                  <a:lnTo>
                    <a:pt x="163646" y="6086163"/>
                  </a:lnTo>
                  <a:lnTo>
                    <a:pt x="163755" y="6086163"/>
                  </a:lnTo>
                  <a:lnTo>
                    <a:pt x="163863" y="6086163"/>
                  </a:lnTo>
                  <a:lnTo>
                    <a:pt x="163863" y="6085539"/>
                  </a:lnTo>
                  <a:lnTo>
                    <a:pt x="163972" y="6085539"/>
                  </a:lnTo>
                  <a:lnTo>
                    <a:pt x="164080" y="6085539"/>
                  </a:lnTo>
                  <a:lnTo>
                    <a:pt x="164189" y="6085539"/>
                  </a:lnTo>
                  <a:lnTo>
                    <a:pt x="164297" y="6085539"/>
                  </a:lnTo>
                  <a:lnTo>
                    <a:pt x="164406" y="6085539"/>
                  </a:lnTo>
                  <a:lnTo>
                    <a:pt x="164514" y="6085539"/>
                  </a:lnTo>
                  <a:lnTo>
                    <a:pt x="164514" y="6084916"/>
                  </a:lnTo>
                  <a:lnTo>
                    <a:pt x="164622" y="6084916"/>
                  </a:lnTo>
                  <a:lnTo>
                    <a:pt x="164731" y="6084916"/>
                  </a:lnTo>
                  <a:lnTo>
                    <a:pt x="164731" y="6084292"/>
                  </a:lnTo>
                  <a:lnTo>
                    <a:pt x="164839" y="6084292"/>
                  </a:lnTo>
                  <a:lnTo>
                    <a:pt x="164948" y="6084292"/>
                  </a:lnTo>
                  <a:lnTo>
                    <a:pt x="165056" y="6084292"/>
                  </a:lnTo>
                  <a:lnTo>
                    <a:pt x="165165" y="6084292"/>
                  </a:lnTo>
                  <a:lnTo>
                    <a:pt x="165273" y="6084292"/>
                  </a:lnTo>
                  <a:lnTo>
                    <a:pt x="165382" y="6084292"/>
                  </a:lnTo>
                  <a:lnTo>
                    <a:pt x="165490" y="6084292"/>
                  </a:lnTo>
                  <a:lnTo>
                    <a:pt x="165490" y="6083669"/>
                  </a:lnTo>
                  <a:lnTo>
                    <a:pt x="165707" y="6083669"/>
                  </a:lnTo>
                  <a:lnTo>
                    <a:pt x="165815" y="6083669"/>
                  </a:lnTo>
                  <a:lnTo>
                    <a:pt x="165924" y="6083669"/>
                  </a:lnTo>
                  <a:lnTo>
                    <a:pt x="166032" y="6083669"/>
                  </a:lnTo>
                  <a:lnTo>
                    <a:pt x="166141" y="6083669"/>
                  </a:lnTo>
                  <a:lnTo>
                    <a:pt x="166358" y="6083669"/>
                  </a:lnTo>
                  <a:lnTo>
                    <a:pt x="166466" y="6083669"/>
                  </a:lnTo>
                  <a:lnTo>
                    <a:pt x="166574" y="6083669"/>
                  </a:lnTo>
                  <a:lnTo>
                    <a:pt x="166574" y="6083045"/>
                  </a:lnTo>
                  <a:lnTo>
                    <a:pt x="166683" y="6083045"/>
                  </a:lnTo>
                  <a:lnTo>
                    <a:pt x="166791" y="6083045"/>
                  </a:lnTo>
                  <a:lnTo>
                    <a:pt x="166900" y="6083045"/>
                  </a:lnTo>
                  <a:lnTo>
                    <a:pt x="167008" y="6083045"/>
                  </a:lnTo>
                  <a:lnTo>
                    <a:pt x="167117" y="6083045"/>
                  </a:lnTo>
                  <a:lnTo>
                    <a:pt x="167225" y="6082421"/>
                  </a:lnTo>
                  <a:lnTo>
                    <a:pt x="167334" y="6082421"/>
                  </a:lnTo>
                  <a:lnTo>
                    <a:pt x="167442" y="6082421"/>
                  </a:lnTo>
                  <a:lnTo>
                    <a:pt x="167550" y="6082421"/>
                  </a:lnTo>
                  <a:lnTo>
                    <a:pt x="167659" y="6082421"/>
                  </a:lnTo>
                  <a:lnTo>
                    <a:pt x="167767" y="6082421"/>
                  </a:lnTo>
                  <a:lnTo>
                    <a:pt x="167876" y="6082421"/>
                  </a:lnTo>
                  <a:lnTo>
                    <a:pt x="167984" y="6082421"/>
                  </a:lnTo>
                  <a:lnTo>
                    <a:pt x="168093" y="6082421"/>
                  </a:lnTo>
                  <a:lnTo>
                    <a:pt x="168201" y="6082421"/>
                  </a:lnTo>
                  <a:lnTo>
                    <a:pt x="168310" y="6082421"/>
                  </a:lnTo>
                  <a:lnTo>
                    <a:pt x="168418" y="6082421"/>
                  </a:lnTo>
                  <a:lnTo>
                    <a:pt x="168527" y="6082421"/>
                  </a:lnTo>
                  <a:lnTo>
                    <a:pt x="168635" y="6082421"/>
                  </a:lnTo>
                  <a:lnTo>
                    <a:pt x="168743" y="6082421"/>
                  </a:lnTo>
                  <a:lnTo>
                    <a:pt x="168852" y="6082421"/>
                  </a:lnTo>
                  <a:lnTo>
                    <a:pt x="168960" y="6082421"/>
                  </a:lnTo>
                  <a:lnTo>
                    <a:pt x="169069" y="6082421"/>
                  </a:lnTo>
                  <a:lnTo>
                    <a:pt x="169177" y="6082421"/>
                  </a:lnTo>
                  <a:lnTo>
                    <a:pt x="169286" y="6082421"/>
                  </a:lnTo>
                  <a:lnTo>
                    <a:pt x="169394" y="6082421"/>
                  </a:lnTo>
                  <a:lnTo>
                    <a:pt x="169503" y="6082421"/>
                  </a:lnTo>
                  <a:lnTo>
                    <a:pt x="169503" y="6081798"/>
                  </a:lnTo>
                  <a:lnTo>
                    <a:pt x="169503" y="6081174"/>
                  </a:lnTo>
                  <a:lnTo>
                    <a:pt x="169611" y="6081174"/>
                  </a:lnTo>
                  <a:lnTo>
                    <a:pt x="169719" y="6081174"/>
                  </a:lnTo>
                  <a:lnTo>
                    <a:pt x="169828" y="6081174"/>
                  </a:lnTo>
                  <a:lnTo>
                    <a:pt x="169828" y="6080551"/>
                  </a:lnTo>
                  <a:lnTo>
                    <a:pt x="169936" y="6080551"/>
                  </a:lnTo>
                  <a:lnTo>
                    <a:pt x="170045" y="6080551"/>
                  </a:lnTo>
                  <a:lnTo>
                    <a:pt x="170153" y="6080551"/>
                  </a:lnTo>
                  <a:lnTo>
                    <a:pt x="170262" y="6080551"/>
                  </a:lnTo>
                  <a:lnTo>
                    <a:pt x="170370" y="6080551"/>
                  </a:lnTo>
                  <a:lnTo>
                    <a:pt x="170479" y="6080551"/>
                  </a:lnTo>
                  <a:lnTo>
                    <a:pt x="170587" y="6080551"/>
                  </a:lnTo>
                  <a:lnTo>
                    <a:pt x="170695" y="6080551"/>
                  </a:lnTo>
                  <a:lnTo>
                    <a:pt x="170804" y="6080551"/>
                  </a:lnTo>
                  <a:lnTo>
                    <a:pt x="170912" y="6080551"/>
                  </a:lnTo>
                  <a:lnTo>
                    <a:pt x="170912" y="6079927"/>
                  </a:lnTo>
                  <a:lnTo>
                    <a:pt x="170912" y="6079304"/>
                  </a:lnTo>
                  <a:lnTo>
                    <a:pt x="170912" y="6078680"/>
                  </a:lnTo>
                  <a:lnTo>
                    <a:pt x="171129" y="6078680"/>
                  </a:lnTo>
                  <a:lnTo>
                    <a:pt x="171238" y="6078680"/>
                  </a:lnTo>
                  <a:lnTo>
                    <a:pt x="171346" y="6078680"/>
                  </a:lnTo>
                  <a:lnTo>
                    <a:pt x="171455" y="6078680"/>
                  </a:lnTo>
                  <a:lnTo>
                    <a:pt x="171563" y="6078680"/>
                  </a:lnTo>
                  <a:lnTo>
                    <a:pt x="171671" y="6078680"/>
                  </a:lnTo>
                  <a:lnTo>
                    <a:pt x="171780" y="6078680"/>
                  </a:lnTo>
                  <a:lnTo>
                    <a:pt x="171888" y="6078680"/>
                  </a:lnTo>
                  <a:lnTo>
                    <a:pt x="171997" y="6078680"/>
                  </a:lnTo>
                  <a:lnTo>
                    <a:pt x="172105" y="6078680"/>
                  </a:lnTo>
                  <a:lnTo>
                    <a:pt x="172214" y="6078680"/>
                  </a:lnTo>
                  <a:lnTo>
                    <a:pt x="172322" y="6078680"/>
                  </a:lnTo>
                  <a:lnTo>
                    <a:pt x="172322" y="6077433"/>
                  </a:lnTo>
                  <a:lnTo>
                    <a:pt x="172322" y="6076809"/>
                  </a:lnTo>
                  <a:lnTo>
                    <a:pt x="172431" y="6076809"/>
                  </a:lnTo>
                  <a:lnTo>
                    <a:pt x="172431" y="6076186"/>
                  </a:lnTo>
                  <a:lnTo>
                    <a:pt x="172539" y="6076186"/>
                  </a:lnTo>
                  <a:lnTo>
                    <a:pt x="172648" y="6076186"/>
                  </a:lnTo>
                  <a:lnTo>
                    <a:pt x="172756" y="6076186"/>
                  </a:lnTo>
                  <a:lnTo>
                    <a:pt x="172864" y="6076186"/>
                  </a:lnTo>
                  <a:lnTo>
                    <a:pt x="173190" y="6076186"/>
                  </a:lnTo>
                  <a:lnTo>
                    <a:pt x="173298" y="6076186"/>
                  </a:lnTo>
                  <a:lnTo>
                    <a:pt x="173407" y="6076186"/>
                  </a:lnTo>
                  <a:lnTo>
                    <a:pt x="173515" y="6076186"/>
                  </a:lnTo>
                  <a:lnTo>
                    <a:pt x="173840" y="6076186"/>
                  </a:lnTo>
                  <a:lnTo>
                    <a:pt x="173949" y="6076186"/>
                  </a:lnTo>
                  <a:lnTo>
                    <a:pt x="174057" y="6076186"/>
                  </a:lnTo>
                  <a:lnTo>
                    <a:pt x="174166" y="6076186"/>
                  </a:lnTo>
                  <a:lnTo>
                    <a:pt x="174274" y="6076186"/>
                  </a:lnTo>
                  <a:lnTo>
                    <a:pt x="174383" y="6076186"/>
                  </a:lnTo>
                  <a:lnTo>
                    <a:pt x="174491" y="6076186"/>
                  </a:lnTo>
                  <a:lnTo>
                    <a:pt x="174600" y="6076186"/>
                  </a:lnTo>
                  <a:lnTo>
                    <a:pt x="174816" y="6076186"/>
                  </a:lnTo>
                  <a:lnTo>
                    <a:pt x="174925" y="6076186"/>
                  </a:lnTo>
                  <a:lnTo>
                    <a:pt x="175033" y="6076186"/>
                  </a:lnTo>
                  <a:lnTo>
                    <a:pt x="175033" y="6075562"/>
                  </a:lnTo>
                  <a:lnTo>
                    <a:pt x="175142" y="6075562"/>
                  </a:lnTo>
                  <a:lnTo>
                    <a:pt x="175250" y="6074938"/>
                  </a:lnTo>
                  <a:lnTo>
                    <a:pt x="175359" y="6074938"/>
                  </a:lnTo>
                  <a:lnTo>
                    <a:pt x="175359" y="6074315"/>
                  </a:lnTo>
                  <a:lnTo>
                    <a:pt x="175359" y="6073691"/>
                  </a:lnTo>
                  <a:lnTo>
                    <a:pt x="175467" y="6073691"/>
                  </a:lnTo>
                  <a:lnTo>
                    <a:pt x="175467" y="6073068"/>
                  </a:lnTo>
                  <a:lnTo>
                    <a:pt x="175684" y="6073068"/>
                  </a:lnTo>
                  <a:lnTo>
                    <a:pt x="175792" y="6073068"/>
                  </a:lnTo>
                  <a:lnTo>
                    <a:pt x="175901" y="6073068"/>
                  </a:lnTo>
                  <a:lnTo>
                    <a:pt x="176009" y="6073068"/>
                  </a:lnTo>
                  <a:lnTo>
                    <a:pt x="176118" y="6073068"/>
                  </a:lnTo>
                  <a:lnTo>
                    <a:pt x="176118" y="6072444"/>
                  </a:lnTo>
                  <a:lnTo>
                    <a:pt x="176226" y="6071821"/>
                  </a:lnTo>
                  <a:lnTo>
                    <a:pt x="176335" y="6071821"/>
                  </a:lnTo>
                  <a:lnTo>
                    <a:pt x="176443" y="6071821"/>
                  </a:lnTo>
                  <a:lnTo>
                    <a:pt x="176552" y="6071821"/>
                  </a:lnTo>
                  <a:lnTo>
                    <a:pt x="176769" y="6071821"/>
                  </a:lnTo>
                  <a:lnTo>
                    <a:pt x="176877" y="6071821"/>
                  </a:lnTo>
                  <a:lnTo>
                    <a:pt x="176985" y="6071821"/>
                  </a:lnTo>
                  <a:lnTo>
                    <a:pt x="177094" y="6071821"/>
                  </a:lnTo>
                  <a:lnTo>
                    <a:pt x="177202" y="6071821"/>
                  </a:lnTo>
                  <a:lnTo>
                    <a:pt x="177311" y="6071821"/>
                  </a:lnTo>
                  <a:lnTo>
                    <a:pt x="177419" y="6071821"/>
                  </a:lnTo>
                  <a:lnTo>
                    <a:pt x="177528" y="6071821"/>
                  </a:lnTo>
                  <a:lnTo>
                    <a:pt x="177636" y="6071821"/>
                  </a:lnTo>
                  <a:lnTo>
                    <a:pt x="177636" y="6071197"/>
                  </a:lnTo>
                  <a:lnTo>
                    <a:pt x="177745" y="6070573"/>
                  </a:lnTo>
                  <a:lnTo>
                    <a:pt x="177745" y="6069950"/>
                  </a:lnTo>
                  <a:lnTo>
                    <a:pt x="177853" y="6069950"/>
                  </a:lnTo>
                  <a:lnTo>
                    <a:pt x="177961" y="6069950"/>
                  </a:lnTo>
                  <a:lnTo>
                    <a:pt x="178070" y="6069950"/>
                  </a:lnTo>
                  <a:lnTo>
                    <a:pt x="178070" y="6069326"/>
                  </a:lnTo>
                  <a:lnTo>
                    <a:pt x="178178" y="6069326"/>
                  </a:lnTo>
                  <a:lnTo>
                    <a:pt x="178287" y="6069326"/>
                  </a:lnTo>
                  <a:lnTo>
                    <a:pt x="178395" y="6069326"/>
                  </a:lnTo>
                  <a:lnTo>
                    <a:pt x="178504" y="6069326"/>
                  </a:lnTo>
                  <a:lnTo>
                    <a:pt x="178612" y="6069326"/>
                  </a:lnTo>
                  <a:lnTo>
                    <a:pt x="178721" y="6069326"/>
                  </a:lnTo>
                  <a:lnTo>
                    <a:pt x="178721" y="6068703"/>
                  </a:lnTo>
                  <a:lnTo>
                    <a:pt x="178829" y="6068079"/>
                  </a:lnTo>
                  <a:lnTo>
                    <a:pt x="179046" y="6068079"/>
                  </a:lnTo>
                  <a:lnTo>
                    <a:pt x="179046" y="6067455"/>
                  </a:lnTo>
                  <a:lnTo>
                    <a:pt x="179154" y="6067455"/>
                  </a:lnTo>
                  <a:lnTo>
                    <a:pt x="179263" y="6067455"/>
                  </a:lnTo>
                  <a:lnTo>
                    <a:pt x="179371" y="6067455"/>
                  </a:lnTo>
                  <a:lnTo>
                    <a:pt x="179480" y="6067455"/>
                  </a:lnTo>
                  <a:lnTo>
                    <a:pt x="179588" y="6067455"/>
                  </a:lnTo>
                  <a:lnTo>
                    <a:pt x="179697" y="6067455"/>
                  </a:lnTo>
                  <a:lnTo>
                    <a:pt x="179805" y="6067455"/>
                  </a:lnTo>
                  <a:lnTo>
                    <a:pt x="179805" y="6066832"/>
                  </a:lnTo>
                  <a:lnTo>
                    <a:pt x="179913" y="6066832"/>
                  </a:lnTo>
                  <a:lnTo>
                    <a:pt x="180022" y="6066832"/>
                  </a:lnTo>
                  <a:lnTo>
                    <a:pt x="180130" y="6066832"/>
                  </a:lnTo>
                  <a:lnTo>
                    <a:pt x="180239" y="6066832"/>
                  </a:lnTo>
                  <a:lnTo>
                    <a:pt x="180347" y="6066832"/>
                  </a:lnTo>
                  <a:lnTo>
                    <a:pt x="180456" y="6066208"/>
                  </a:lnTo>
                  <a:lnTo>
                    <a:pt x="180564" y="6066208"/>
                  </a:lnTo>
                  <a:lnTo>
                    <a:pt x="180673" y="6066208"/>
                  </a:lnTo>
                  <a:lnTo>
                    <a:pt x="180890" y="6065585"/>
                  </a:lnTo>
                  <a:lnTo>
                    <a:pt x="180998" y="6065585"/>
                  </a:lnTo>
                  <a:lnTo>
                    <a:pt x="181106" y="6065585"/>
                  </a:lnTo>
                  <a:lnTo>
                    <a:pt x="181106" y="6064961"/>
                  </a:lnTo>
                  <a:lnTo>
                    <a:pt x="181215" y="6064961"/>
                  </a:lnTo>
                  <a:lnTo>
                    <a:pt x="181323" y="6064961"/>
                  </a:lnTo>
                  <a:lnTo>
                    <a:pt x="181432" y="6064961"/>
                  </a:lnTo>
                  <a:lnTo>
                    <a:pt x="181540" y="6064961"/>
                  </a:lnTo>
                  <a:lnTo>
                    <a:pt x="181649" y="6064961"/>
                  </a:lnTo>
                  <a:lnTo>
                    <a:pt x="181649" y="6064338"/>
                  </a:lnTo>
                  <a:lnTo>
                    <a:pt x="181866" y="6064338"/>
                  </a:lnTo>
                  <a:lnTo>
                    <a:pt x="181974" y="6064338"/>
                  </a:lnTo>
                  <a:lnTo>
                    <a:pt x="182082" y="6064338"/>
                  </a:lnTo>
                  <a:lnTo>
                    <a:pt x="182082" y="6063714"/>
                  </a:lnTo>
                  <a:lnTo>
                    <a:pt x="182191" y="6063714"/>
                  </a:lnTo>
                  <a:lnTo>
                    <a:pt x="182299" y="6063714"/>
                  </a:lnTo>
                  <a:lnTo>
                    <a:pt x="182408" y="6063714"/>
                  </a:lnTo>
                  <a:lnTo>
                    <a:pt x="182516" y="6063714"/>
                  </a:lnTo>
                  <a:lnTo>
                    <a:pt x="182625" y="6063714"/>
                  </a:lnTo>
                  <a:lnTo>
                    <a:pt x="182733" y="6063714"/>
                  </a:lnTo>
                  <a:lnTo>
                    <a:pt x="182842" y="6063714"/>
                  </a:lnTo>
                  <a:lnTo>
                    <a:pt x="182950" y="6063714"/>
                  </a:lnTo>
                  <a:lnTo>
                    <a:pt x="183058" y="6063714"/>
                  </a:lnTo>
                  <a:lnTo>
                    <a:pt x="183058" y="6063090"/>
                  </a:lnTo>
                  <a:lnTo>
                    <a:pt x="183167" y="6063090"/>
                  </a:lnTo>
                  <a:lnTo>
                    <a:pt x="183275" y="6063090"/>
                  </a:lnTo>
                  <a:lnTo>
                    <a:pt x="183384" y="6063090"/>
                  </a:lnTo>
                  <a:lnTo>
                    <a:pt x="183492" y="6063090"/>
                  </a:lnTo>
                  <a:lnTo>
                    <a:pt x="183709" y="6063090"/>
                  </a:lnTo>
                  <a:lnTo>
                    <a:pt x="183818" y="6063090"/>
                  </a:lnTo>
                  <a:lnTo>
                    <a:pt x="183818" y="6062467"/>
                  </a:lnTo>
                  <a:lnTo>
                    <a:pt x="183926" y="6062467"/>
                  </a:lnTo>
                  <a:lnTo>
                    <a:pt x="184034" y="6062467"/>
                  </a:lnTo>
                  <a:lnTo>
                    <a:pt x="184143" y="6062467"/>
                  </a:lnTo>
                  <a:lnTo>
                    <a:pt x="184251" y="6062467"/>
                  </a:lnTo>
                  <a:lnTo>
                    <a:pt x="184360" y="6062467"/>
                  </a:lnTo>
                  <a:lnTo>
                    <a:pt x="184468" y="6062467"/>
                  </a:lnTo>
                  <a:lnTo>
                    <a:pt x="184577" y="6062467"/>
                  </a:lnTo>
                  <a:lnTo>
                    <a:pt x="184685" y="6062467"/>
                  </a:lnTo>
                  <a:lnTo>
                    <a:pt x="184794" y="6062467"/>
                  </a:lnTo>
                  <a:lnTo>
                    <a:pt x="184902" y="6062467"/>
                  </a:lnTo>
                  <a:lnTo>
                    <a:pt x="185010" y="6062467"/>
                  </a:lnTo>
                  <a:lnTo>
                    <a:pt x="185119" y="6062467"/>
                  </a:lnTo>
                  <a:lnTo>
                    <a:pt x="185227" y="6062467"/>
                  </a:lnTo>
                  <a:lnTo>
                    <a:pt x="185336" y="6062467"/>
                  </a:lnTo>
                  <a:lnTo>
                    <a:pt x="185444" y="6062467"/>
                  </a:lnTo>
                  <a:lnTo>
                    <a:pt x="185553" y="6062467"/>
                  </a:lnTo>
                  <a:lnTo>
                    <a:pt x="185553" y="6061843"/>
                  </a:lnTo>
                  <a:lnTo>
                    <a:pt x="185661" y="6061843"/>
                  </a:lnTo>
                  <a:lnTo>
                    <a:pt x="185770" y="6061843"/>
                  </a:lnTo>
                  <a:lnTo>
                    <a:pt x="185878" y="6061843"/>
                  </a:lnTo>
                  <a:lnTo>
                    <a:pt x="185878" y="6061220"/>
                  </a:lnTo>
                  <a:lnTo>
                    <a:pt x="186095" y="6061220"/>
                  </a:lnTo>
                  <a:lnTo>
                    <a:pt x="186203" y="6061220"/>
                  </a:lnTo>
                  <a:lnTo>
                    <a:pt x="186312" y="6061220"/>
                  </a:lnTo>
                  <a:lnTo>
                    <a:pt x="186420" y="6061220"/>
                  </a:lnTo>
                  <a:lnTo>
                    <a:pt x="186529" y="6061220"/>
                  </a:lnTo>
                  <a:lnTo>
                    <a:pt x="186637" y="6061220"/>
                  </a:lnTo>
                  <a:lnTo>
                    <a:pt x="186746" y="6061220"/>
                  </a:lnTo>
                  <a:lnTo>
                    <a:pt x="186746" y="6060596"/>
                  </a:lnTo>
                  <a:lnTo>
                    <a:pt x="186854" y="6060596"/>
                  </a:lnTo>
                  <a:lnTo>
                    <a:pt x="186963" y="6060596"/>
                  </a:lnTo>
                  <a:lnTo>
                    <a:pt x="186963" y="6059972"/>
                  </a:lnTo>
                  <a:lnTo>
                    <a:pt x="187071" y="6059972"/>
                  </a:lnTo>
                  <a:lnTo>
                    <a:pt x="187179" y="6059972"/>
                  </a:lnTo>
                  <a:lnTo>
                    <a:pt x="187288" y="6059349"/>
                  </a:lnTo>
                  <a:lnTo>
                    <a:pt x="187396" y="6059349"/>
                  </a:lnTo>
                  <a:lnTo>
                    <a:pt x="187505" y="6059349"/>
                  </a:lnTo>
                  <a:lnTo>
                    <a:pt x="187613" y="6059349"/>
                  </a:lnTo>
                  <a:lnTo>
                    <a:pt x="187722" y="6059349"/>
                  </a:lnTo>
                  <a:lnTo>
                    <a:pt x="187830" y="6059349"/>
                  </a:lnTo>
                  <a:lnTo>
                    <a:pt x="187939" y="6059349"/>
                  </a:lnTo>
                  <a:lnTo>
                    <a:pt x="188047" y="6059349"/>
                  </a:lnTo>
                  <a:lnTo>
                    <a:pt x="188155" y="6059349"/>
                  </a:lnTo>
                  <a:lnTo>
                    <a:pt x="188264" y="6059349"/>
                  </a:lnTo>
                  <a:lnTo>
                    <a:pt x="188372" y="6059349"/>
                  </a:lnTo>
                  <a:lnTo>
                    <a:pt x="188372" y="6058725"/>
                  </a:lnTo>
                  <a:lnTo>
                    <a:pt x="188481" y="6058725"/>
                  </a:lnTo>
                  <a:lnTo>
                    <a:pt x="188589" y="6058725"/>
                  </a:lnTo>
                  <a:lnTo>
                    <a:pt x="188806" y="6058725"/>
                  </a:lnTo>
                  <a:lnTo>
                    <a:pt x="189023" y="6058725"/>
                  </a:lnTo>
                  <a:lnTo>
                    <a:pt x="189023" y="6058102"/>
                  </a:lnTo>
                  <a:lnTo>
                    <a:pt x="189023" y="6057478"/>
                  </a:lnTo>
                  <a:lnTo>
                    <a:pt x="189240" y="6057478"/>
                  </a:lnTo>
                  <a:lnTo>
                    <a:pt x="189348" y="6057478"/>
                  </a:lnTo>
                  <a:lnTo>
                    <a:pt x="189457" y="6057478"/>
                  </a:lnTo>
                  <a:lnTo>
                    <a:pt x="189565" y="6057478"/>
                  </a:lnTo>
                  <a:lnTo>
                    <a:pt x="189674" y="6057478"/>
                  </a:lnTo>
                  <a:lnTo>
                    <a:pt x="189782" y="6057478"/>
                  </a:lnTo>
                  <a:lnTo>
                    <a:pt x="189782" y="6056855"/>
                  </a:lnTo>
                  <a:lnTo>
                    <a:pt x="189891" y="6056855"/>
                  </a:lnTo>
                  <a:lnTo>
                    <a:pt x="190216" y="6056855"/>
                  </a:lnTo>
                  <a:lnTo>
                    <a:pt x="190433" y="6056855"/>
                  </a:lnTo>
                  <a:lnTo>
                    <a:pt x="190541" y="6056855"/>
                  </a:lnTo>
                  <a:lnTo>
                    <a:pt x="190650" y="6056855"/>
                  </a:lnTo>
                  <a:lnTo>
                    <a:pt x="190758" y="6056855"/>
                  </a:lnTo>
                  <a:lnTo>
                    <a:pt x="190867" y="6056855"/>
                  </a:lnTo>
                  <a:lnTo>
                    <a:pt x="190867" y="6056231"/>
                  </a:lnTo>
                  <a:lnTo>
                    <a:pt x="190975" y="6055607"/>
                  </a:lnTo>
                  <a:lnTo>
                    <a:pt x="191084" y="6055607"/>
                  </a:lnTo>
                  <a:lnTo>
                    <a:pt x="191192" y="6055607"/>
                  </a:lnTo>
                  <a:lnTo>
                    <a:pt x="191300" y="6055607"/>
                  </a:lnTo>
                  <a:lnTo>
                    <a:pt x="191300" y="6054984"/>
                  </a:lnTo>
                  <a:lnTo>
                    <a:pt x="191409" y="6054984"/>
                  </a:lnTo>
                  <a:lnTo>
                    <a:pt x="191517" y="6054984"/>
                  </a:lnTo>
                  <a:lnTo>
                    <a:pt x="191517" y="6054360"/>
                  </a:lnTo>
                  <a:lnTo>
                    <a:pt x="191626" y="6054360"/>
                  </a:lnTo>
                  <a:lnTo>
                    <a:pt x="191734" y="6054360"/>
                  </a:lnTo>
                  <a:lnTo>
                    <a:pt x="191843" y="6054360"/>
                  </a:lnTo>
                  <a:lnTo>
                    <a:pt x="191843" y="6053113"/>
                  </a:lnTo>
                  <a:lnTo>
                    <a:pt x="191951" y="6053113"/>
                  </a:lnTo>
                  <a:lnTo>
                    <a:pt x="192060" y="6053113"/>
                  </a:lnTo>
                  <a:lnTo>
                    <a:pt x="192168" y="6053113"/>
                  </a:lnTo>
                  <a:lnTo>
                    <a:pt x="192276" y="6053113"/>
                  </a:lnTo>
                  <a:lnTo>
                    <a:pt x="192385" y="6053113"/>
                  </a:lnTo>
                  <a:lnTo>
                    <a:pt x="192493" y="6053113"/>
                  </a:lnTo>
                  <a:lnTo>
                    <a:pt x="192602" y="6053113"/>
                  </a:lnTo>
                  <a:lnTo>
                    <a:pt x="192710" y="6053113"/>
                  </a:lnTo>
                  <a:lnTo>
                    <a:pt x="192819" y="6053113"/>
                  </a:lnTo>
                  <a:lnTo>
                    <a:pt x="192819" y="6052489"/>
                  </a:lnTo>
                  <a:lnTo>
                    <a:pt x="192819" y="6051866"/>
                  </a:lnTo>
                  <a:lnTo>
                    <a:pt x="192927" y="6051866"/>
                  </a:lnTo>
                  <a:lnTo>
                    <a:pt x="192927" y="6051242"/>
                  </a:lnTo>
                  <a:lnTo>
                    <a:pt x="193144" y="6051242"/>
                  </a:lnTo>
                  <a:lnTo>
                    <a:pt x="193252" y="6051242"/>
                  </a:lnTo>
                  <a:lnTo>
                    <a:pt x="193252" y="6050619"/>
                  </a:lnTo>
                  <a:lnTo>
                    <a:pt x="193361" y="6050619"/>
                  </a:lnTo>
                  <a:lnTo>
                    <a:pt x="193361" y="6049995"/>
                  </a:lnTo>
                  <a:lnTo>
                    <a:pt x="193361" y="6049372"/>
                  </a:lnTo>
                  <a:lnTo>
                    <a:pt x="193578" y="6049372"/>
                  </a:lnTo>
                  <a:lnTo>
                    <a:pt x="193686" y="6049372"/>
                  </a:lnTo>
                  <a:lnTo>
                    <a:pt x="193795" y="6049372"/>
                  </a:lnTo>
                  <a:lnTo>
                    <a:pt x="193903" y="6049372"/>
                  </a:lnTo>
                  <a:lnTo>
                    <a:pt x="194012" y="6049372"/>
                  </a:lnTo>
                  <a:lnTo>
                    <a:pt x="194120" y="6049372"/>
                  </a:lnTo>
                  <a:lnTo>
                    <a:pt x="194229" y="6048748"/>
                  </a:lnTo>
                  <a:lnTo>
                    <a:pt x="194337" y="6048748"/>
                  </a:lnTo>
                  <a:lnTo>
                    <a:pt x="194445" y="6048748"/>
                  </a:lnTo>
                  <a:lnTo>
                    <a:pt x="194554" y="6048748"/>
                  </a:lnTo>
                  <a:lnTo>
                    <a:pt x="194662" y="6048748"/>
                  </a:lnTo>
                  <a:lnTo>
                    <a:pt x="194771" y="6048748"/>
                  </a:lnTo>
                  <a:lnTo>
                    <a:pt x="194879" y="6048748"/>
                  </a:lnTo>
                  <a:lnTo>
                    <a:pt x="194988" y="6048748"/>
                  </a:lnTo>
                  <a:lnTo>
                    <a:pt x="195096" y="6048748"/>
                  </a:lnTo>
                  <a:lnTo>
                    <a:pt x="195205" y="6048748"/>
                  </a:lnTo>
                  <a:lnTo>
                    <a:pt x="195313" y="6048748"/>
                  </a:lnTo>
                  <a:lnTo>
                    <a:pt x="195313" y="6048124"/>
                  </a:lnTo>
                  <a:lnTo>
                    <a:pt x="195313" y="6047501"/>
                  </a:lnTo>
                  <a:lnTo>
                    <a:pt x="195421" y="6047501"/>
                  </a:lnTo>
                  <a:lnTo>
                    <a:pt x="195421" y="6046877"/>
                  </a:lnTo>
                  <a:lnTo>
                    <a:pt x="195530" y="6046877"/>
                  </a:lnTo>
                  <a:lnTo>
                    <a:pt x="195530" y="6046254"/>
                  </a:lnTo>
                  <a:lnTo>
                    <a:pt x="195638" y="6046254"/>
                  </a:lnTo>
                  <a:lnTo>
                    <a:pt x="195855" y="6046254"/>
                  </a:lnTo>
                  <a:lnTo>
                    <a:pt x="196072" y="6046254"/>
                  </a:lnTo>
                  <a:lnTo>
                    <a:pt x="196181" y="6046254"/>
                  </a:lnTo>
                  <a:lnTo>
                    <a:pt x="196289" y="6046254"/>
                  </a:lnTo>
                  <a:lnTo>
                    <a:pt x="196289" y="6045630"/>
                  </a:lnTo>
                  <a:lnTo>
                    <a:pt x="196397" y="6045630"/>
                  </a:lnTo>
                  <a:lnTo>
                    <a:pt x="196397" y="6045007"/>
                  </a:lnTo>
                  <a:lnTo>
                    <a:pt x="196506" y="6045007"/>
                  </a:lnTo>
                  <a:lnTo>
                    <a:pt x="196614" y="6045007"/>
                  </a:lnTo>
                  <a:lnTo>
                    <a:pt x="196723" y="6045007"/>
                  </a:lnTo>
                  <a:lnTo>
                    <a:pt x="196831" y="6045007"/>
                  </a:lnTo>
                  <a:lnTo>
                    <a:pt x="196940" y="6045007"/>
                  </a:lnTo>
                  <a:lnTo>
                    <a:pt x="197048" y="6045007"/>
                  </a:lnTo>
                  <a:lnTo>
                    <a:pt x="197157" y="6045007"/>
                  </a:lnTo>
                  <a:lnTo>
                    <a:pt x="197157" y="6044383"/>
                  </a:lnTo>
                  <a:lnTo>
                    <a:pt x="197265" y="6044383"/>
                  </a:lnTo>
                  <a:lnTo>
                    <a:pt x="197373" y="6044383"/>
                  </a:lnTo>
                  <a:lnTo>
                    <a:pt x="197373" y="6043759"/>
                  </a:lnTo>
                  <a:lnTo>
                    <a:pt x="197373" y="6043136"/>
                  </a:lnTo>
                  <a:lnTo>
                    <a:pt x="197482" y="6043136"/>
                  </a:lnTo>
                  <a:lnTo>
                    <a:pt x="197699" y="6043136"/>
                  </a:lnTo>
                  <a:lnTo>
                    <a:pt x="197807" y="6043136"/>
                  </a:lnTo>
                  <a:lnTo>
                    <a:pt x="197916" y="6043136"/>
                  </a:lnTo>
                  <a:lnTo>
                    <a:pt x="198024" y="6043136"/>
                  </a:lnTo>
                  <a:lnTo>
                    <a:pt x="198241" y="6043136"/>
                  </a:lnTo>
                  <a:lnTo>
                    <a:pt x="198350" y="6043136"/>
                  </a:lnTo>
                  <a:lnTo>
                    <a:pt x="198458" y="6043136"/>
                  </a:lnTo>
                  <a:lnTo>
                    <a:pt x="198458" y="6042512"/>
                  </a:lnTo>
                  <a:lnTo>
                    <a:pt x="198566" y="6042512"/>
                  </a:lnTo>
                  <a:lnTo>
                    <a:pt x="198566" y="6041889"/>
                  </a:lnTo>
                  <a:lnTo>
                    <a:pt x="198675" y="6041889"/>
                  </a:lnTo>
                  <a:lnTo>
                    <a:pt x="198783" y="6041889"/>
                  </a:lnTo>
                  <a:lnTo>
                    <a:pt x="199000" y="6041889"/>
                  </a:lnTo>
                  <a:lnTo>
                    <a:pt x="199109" y="6041889"/>
                  </a:lnTo>
                  <a:lnTo>
                    <a:pt x="199109" y="6041265"/>
                  </a:lnTo>
                  <a:lnTo>
                    <a:pt x="199326" y="6040641"/>
                  </a:lnTo>
                  <a:lnTo>
                    <a:pt x="199326" y="6040018"/>
                  </a:lnTo>
                  <a:lnTo>
                    <a:pt x="199434" y="6040018"/>
                  </a:lnTo>
                  <a:lnTo>
                    <a:pt x="199542" y="6040018"/>
                  </a:lnTo>
                  <a:lnTo>
                    <a:pt x="199542" y="6039394"/>
                  </a:lnTo>
                  <a:lnTo>
                    <a:pt x="199651" y="6039394"/>
                  </a:lnTo>
                  <a:lnTo>
                    <a:pt x="199651" y="6038771"/>
                  </a:lnTo>
                  <a:lnTo>
                    <a:pt x="199759" y="6038771"/>
                  </a:lnTo>
                  <a:lnTo>
                    <a:pt x="200085" y="6038771"/>
                  </a:lnTo>
                  <a:lnTo>
                    <a:pt x="200193" y="6038771"/>
                  </a:lnTo>
                  <a:lnTo>
                    <a:pt x="200302" y="6038771"/>
                  </a:lnTo>
                  <a:lnTo>
                    <a:pt x="200410" y="6038771"/>
                  </a:lnTo>
                  <a:lnTo>
                    <a:pt x="200518" y="6038771"/>
                  </a:lnTo>
                  <a:lnTo>
                    <a:pt x="200627" y="6038771"/>
                  </a:lnTo>
                  <a:lnTo>
                    <a:pt x="200627" y="6038147"/>
                  </a:lnTo>
                  <a:lnTo>
                    <a:pt x="200735" y="6038147"/>
                  </a:lnTo>
                  <a:lnTo>
                    <a:pt x="200844" y="6038147"/>
                  </a:lnTo>
                  <a:lnTo>
                    <a:pt x="201061" y="6038147"/>
                  </a:lnTo>
                  <a:lnTo>
                    <a:pt x="201169" y="6038147"/>
                  </a:lnTo>
                  <a:lnTo>
                    <a:pt x="201278" y="6038147"/>
                  </a:lnTo>
                  <a:lnTo>
                    <a:pt x="201386" y="6038147"/>
                  </a:lnTo>
                  <a:lnTo>
                    <a:pt x="201494" y="6038147"/>
                  </a:lnTo>
                  <a:lnTo>
                    <a:pt x="201603" y="6037524"/>
                  </a:lnTo>
                  <a:lnTo>
                    <a:pt x="201711" y="6037524"/>
                  </a:lnTo>
                  <a:lnTo>
                    <a:pt x="201711" y="6036900"/>
                  </a:lnTo>
                  <a:lnTo>
                    <a:pt x="201820" y="6036900"/>
                  </a:lnTo>
                  <a:lnTo>
                    <a:pt x="201820" y="6036276"/>
                  </a:lnTo>
                  <a:lnTo>
                    <a:pt x="201928" y="6036276"/>
                  </a:lnTo>
                  <a:lnTo>
                    <a:pt x="201928" y="6035653"/>
                  </a:lnTo>
                  <a:lnTo>
                    <a:pt x="202037" y="6035653"/>
                  </a:lnTo>
                  <a:lnTo>
                    <a:pt x="202145" y="6035653"/>
                  </a:lnTo>
                  <a:lnTo>
                    <a:pt x="202254" y="6035653"/>
                  </a:lnTo>
                  <a:lnTo>
                    <a:pt x="202254" y="6035029"/>
                  </a:lnTo>
                  <a:lnTo>
                    <a:pt x="202362" y="6035029"/>
                  </a:lnTo>
                  <a:lnTo>
                    <a:pt x="202471" y="6035029"/>
                  </a:lnTo>
                  <a:lnTo>
                    <a:pt x="202579" y="6035029"/>
                  </a:lnTo>
                  <a:lnTo>
                    <a:pt x="202687" y="6035029"/>
                  </a:lnTo>
                  <a:lnTo>
                    <a:pt x="202904" y="6034406"/>
                  </a:lnTo>
                  <a:lnTo>
                    <a:pt x="203013" y="6033782"/>
                  </a:lnTo>
                  <a:lnTo>
                    <a:pt x="203121" y="6033782"/>
                  </a:lnTo>
                  <a:lnTo>
                    <a:pt x="203230" y="6033782"/>
                  </a:lnTo>
                  <a:lnTo>
                    <a:pt x="203447" y="6033782"/>
                  </a:lnTo>
                  <a:lnTo>
                    <a:pt x="203555" y="6033782"/>
                  </a:lnTo>
                  <a:lnTo>
                    <a:pt x="203663" y="6033782"/>
                  </a:lnTo>
                  <a:lnTo>
                    <a:pt x="203772" y="6033782"/>
                  </a:lnTo>
                  <a:lnTo>
                    <a:pt x="203880" y="6033782"/>
                  </a:lnTo>
                  <a:lnTo>
                    <a:pt x="203989" y="6033782"/>
                  </a:lnTo>
                  <a:lnTo>
                    <a:pt x="204097" y="6033782"/>
                  </a:lnTo>
                  <a:lnTo>
                    <a:pt x="204206" y="6033782"/>
                  </a:lnTo>
                  <a:lnTo>
                    <a:pt x="204314" y="6033158"/>
                  </a:lnTo>
                  <a:lnTo>
                    <a:pt x="204423" y="6033158"/>
                  </a:lnTo>
                  <a:lnTo>
                    <a:pt x="204531" y="6033158"/>
                  </a:lnTo>
                  <a:lnTo>
                    <a:pt x="204531" y="6032535"/>
                  </a:lnTo>
                  <a:lnTo>
                    <a:pt x="204639" y="6032535"/>
                  </a:lnTo>
                  <a:lnTo>
                    <a:pt x="204748" y="6032535"/>
                  </a:lnTo>
                  <a:lnTo>
                    <a:pt x="204856" y="6032535"/>
                  </a:lnTo>
                  <a:lnTo>
                    <a:pt x="204965" y="6031911"/>
                  </a:lnTo>
                  <a:lnTo>
                    <a:pt x="204965" y="6031288"/>
                  </a:lnTo>
                  <a:lnTo>
                    <a:pt x="205073" y="6030664"/>
                  </a:lnTo>
                  <a:lnTo>
                    <a:pt x="205182" y="6030664"/>
                  </a:lnTo>
                  <a:lnTo>
                    <a:pt x="205290" y="6030664"/>
                  </a:lnTo>
                  <a:lnTo>
                    <a:pt x="205507" y="6030664"/>
                  </a:lnTo>
                  <a:lnTo>
                    <a:pt x="205615" y="6030664"/>
                  </a:lnTo>
                  <a:lnTo>
                    <a:pt x="205724" y="6030664"/>
                  </a:lnTo>
                  <a:lnTo>
                    <a:pt x="205832" y="6030664"/>
                  </a:lnTo>
                  <a:lnTo>
                    <a:pt x="205941" y="6030664"/>
                  </a:lnTo>
                  <a:lnTo>
                    <a:pt x="206049" y="6030664"/>
                  </a:lnTo>
                  <a:lnTo>
                    <a:pt x="206158" y="6030664"/>
                  </a:lnTo>
                  <a:lnTo>
                    <a:pt x="206266" y="6030664"/>
                  </a:lnTo>
                  <a:lnTo>
                    <a:pt x="206375" y="6030664"/>
                  </a:lnTo>
                  <a:lnTo>
                    <a:pt x="206375" y="6029417"/>
                  </a:lnTo>
                  <a:lnTo>
                    <a:pt x="206483" y="6029417"/>
                  </a:lnTo>
                  <a:lnTo>
                    <a:pt x="206591" y="6029417"/>
                  </a:lnTo>
                  <a:lnTo>
                    <a:pt x="206700" y="6029417"/>
                  </a:lnTo>
                  <a:lnTo>
                    <a:pt x="206808" y="6029417"/>
                  </a:lnTo>
                  <a:lnTo>
                    <a:pt x="206917" y="6029417"/>
                  </a:lnTo>
                  <a:lnTo>
                    <a:pt x="206917" y="6028793"/>
                  </a:lnTo>
                  <a:lnTo>
                    <a:pt x="207025" y="6028793"/>
                  </a:lnTo>
                  <a:lnTo>
                    <a:pt x="207134" y="6028793"/>
                  </a:lnTo>
                  <a:lnTo>
                    <a:pt x="207242" y="6028793"/>
                  </a:lnTo>
                  <a:lnTo>
                    <a:pt x="207351" y="6028793"/>
                  </a:lnTo>
                  <a:lnTo>
                    <a:pt x="207459" y="6028793"/>
                  </a:lnTo>
                  <a:lnTo>
                    <a:pt x="207568" y="6028793"/>
                  </a:lnTo>
                  <a:lnTo>
                    <a:pt x="207568" y="6028170"/>
                  </a:lnTo>
                  <a:lnTo>
                    <a:pt x="207676" y="6028170"/>
                  </a:lnTo>
                  <a:lnTo>
                    <a:pt x="207784" y="6028170"/>
                  </a:lnTo>
                  <a:lnTo>
                    <a:pt x="207893" y="6028170"/>
                  </a:lnTo>
                  <a:lnTo>
                    <a:pt x="208110" y="6028170"/>
                  </a:lnTo>
                  <a:lnTo>
                    <a:pt x="208218" y="6028170"/>
                  </a:lnTo>
                  <a:lnTo>
                    <a:pt x="208327" y="6028170"/>
                  </a:lnTo>
                  <a:lnTo>
                    <a:pt x="208435" y="6028170"/>
                  </a:lnTo>
                  <a:lnTo>
                    <a:pt x="208652" y="6028170"/>
                  </a:lnTo>
                  <a:lnTo>
                    <a:pt x="208760" y="6028170"/>
                  </a:lnTo>
                  <a:lnTo>
                    <a:pt x="208869" y="6028170"/>
                  </a:lnTo>
                  <a:lnTo>
                    <a:pt x="209520" y="6026923"/>
                  </a:lnTo>
                  <a:lnTo>
                    <a:pt x="209628" y="6026299"/>
                  </a:lnTo>
                  <a:lnTo>
                    <a:pt x="209736" y="6026299"/>
                  </a:lnTo>
                  <a:lnTo>
                    <a:pt x="209845" y="6026299"/>
                  </a:lnTo>
                  <a:lnTo>
                    <a:pt x="209953" y="6026299"/>
                  </a:lnTo>
                  <a:lnTo>
                    <a:pt x="210062" y="6026299"/>
                  </a:lnTo>
                  <a:lnTo>
                    <a:pt x="210062" y="6025675"/>
                  </a:lnTo>
                  <a:lnTo>
                    <a:pt x="210062" y="6025052"/>
                  </a:lnTo>
                  <a:lnTo>
                    <a:pt x="210170" y="6025052"/>
                  </a:lnTo>
                  <a:lnTo>
                    <a:pt x="210279" y="6025052"/>
                  </a:lnTo>
                  <a:lnTo>
                    <a:pt x="210387" y="6025052"/>
                  </a:lnTo>
                  <a:lnTo>
                    <a:pt x="210496" y="6025052"/>
                  </a:lnTo>
                  <a:lnTo>
                    <a:pt x="210496" y="6024428"/>
                  </a:lnTo>
                  <a:lnTo>
                    <a:pt x="210496" y="6023805"/>
                  </a:lnTo>
                  <a:lnTo>
                    <a:pt x="210496" y="6023181"/>
                  </a:lnTo>
                  <a:lnTo>
                    <a:pt x="210604" y="6023181"/>
                  </a:lnTo>
                  <a:lnTo>
                    <a:pt x="210712" y="6023181"/>
                  </a:lnTo>
                  <a:lnTo>
                    <a:pt x="210821" y="6023181"/>
                  </a:lnTo>
                  <a:lnTo>
                    <a:pt x="210929" y="6022558"/>
                  </a:lnTo>
                  <a:lnTo>
                    <a:pt x="211038" y="6022558"/>
                  </a:lnTo>
                  <a:lnTo>
                    <a:pt x="211146" y="6022558"/>
                  </a:lnTo>
                  <a:lnTo>
                    <a:pt x="211255" y="6022558"/>
                  </a:lnTo>
                  <a:lnTo>
                    <a:pt x="211363" y="6022558"/>
                  </a:lnTo>
                  <a:lnTo>
                    <a:pt x="211363" y="6021934"/>
                  </a:lnTo>
                  <a:lnTo>
                    <a:pt x="211472" y="6021934"/>
                  </a:lnTo>
                  <a:lnTo>
                    <a:pt x="211580" y="6021934"/>
                  </a:lnTo>
                  <a:lnTo>
                    <a:pt x="211689" y="6021934"/>
                  </a:lnTo>
                  <a:lnTo>
                    <a:pt x="211689" y="6021310"/>
                  </a:lnTo>
                  <a:lnTo>
                    <a:pt x="211797" y="6021310"/>
                  </a:lnTo>
                  <a:lnTo>
                    <a:pt x="211905" y="6021310"/>
                  </a:lnTo>
                  <a:lnTo>
                    <a:pt x="212122" y="6021310"/>
                  </a:lnTo>
                  <a:lnTo>
                    <a:pt x="212231" y="6021310"/>
                  </a:lnTo>
                  <a:lnTo>
                    <a:pt x="212231" y="6020687"/>
                  </a:lnTo>
                  <a:lnTo>
                    <a:pt x="212339" y="6020687"/>
                  </a:lnTo>
                  <a:lnTo>
                    <a:pt x="212339" y="6020063"/>
                  </a:lnTo>
                  <a:lnTo>
                    <a:pt x="212448" y="6020063"/>
                  </a:lnTo>
                  <a:lnTo>
                    <a:pt x="212556" y="6020063"/>
                  </a:lnTo>
                  <a:lnTo>
                    <a:pt x="212556" y="6019440"/>
                  </a:lnTo>
                  <a:lnTo>
                    <a:pt x="212665" y="6019440"/>
                  </a:lnTo>
                  <a:lnTo>
                    <a:pt x="212773" y="6019440"/>
                  </a:lnTo>
                  <a:lnTo>
                    <a:pt x="212881" y="6019440"/>
                  </a:lnTo>
                  <a:lnTo>
                    <a:pt x="212990" y="6019440"/>
                  </a:lnTo>
                  <a:lnTo>
                    <a:pt x="213098" y="6019440"/>
                  </a:lnTo>
                  <a:lnTo>
                    <a:pt x="213207" y="6019440"/>
                  </a:lnTo>
                  <a:lnTo>
                    <a:pt x="213315" y="6019440"/>
                  </a:lnTo>
                  <a:lnTo>
                    <a:pt x="213315" y="6018816"/>
                  </a:lnTo>
                  <a:lnTo>
                    <a:pt x="213315" y="6018192"/>
                  </a:lnTo>
                  <a:lnTo>
                    <a:pt x="213424" y="6018192"/>
                  </a:lnTo>
                  <a:lnTo>
                    <a:pt x="213532" y="6018192"/>
                  </a:lnTo>
                  <a:lnTo>
                    <a:pt x="213749" y="6018192"/>
                  </a:lnTo>
                  <a:lnTo>
                    <a:pt x="213749" y="6017569"/>
                  </a:lnTo>
                  <a:lnTo>
                    <a:pt x="213749" y="6016945"/>
                  </a:lnTo>
                  <a:lnTo>
                    <a:pt x="213857" y="6016945"/>
                  </a:lnTo>
                  <a:lnTo>
                    <a:pt x="213966" y="6016945"/>
                  </a:lnTo>
                  <a:lnTo>
                    <a:pt x="214074" y="6016322"/>
                  </a:lnTo>
                  <a:lnTo>
                    <a:pt x="214183" y="6015698"/>
                  </a:lnTo>
                  <a:lnTo>
                    <a:pt x="214291" y="6015698"/>
                  </a:lnTo>
                  <a:lnTo>
                    <a:pt x="214291" y="6015075"/>
                  </a:lnTo>
                  <a:lnTo>
                    <a:pt x="214400" y="6015075"/>
                  </a:lnTo>
                  <a:lnTo>
                    <a:pt x="214508" y="6015075"/>
                  </a:lnTo>
                  <a:lnTo>
                    <a:pt x="214617" y="6015075"/>
                  </a:lnTo>
                  <a:lnTo>
                    <a:pt x="214725" y="6015075"/>
                  </a:lnTo>
                  <a:lnTo>
                    <a:pt x="214833" y="6015075"/>
                  </a:lnTo>
                  <a:lnTo>
                    <a:pt x="214942" y="6014451"/>
                  </a:lnTo>
                  <a:lnTo>
                    <a:pt x="215050" y="6014451"/>
                  </a:lnTo>
                  <a:lnTo>
                    <a:pt x="215159" y="6014451"/>
                  </a:lnTo>
                  <a:lnTo>
                    <a:pt x="215159" y="6013827"/>
                  </a:lnTo>
                  <a:lnTo>
                    <a:pt x="215267" y="6013827"/>
                  </a:lnTo>
                  <a:lnTo>
                    <a:pt x="215376" y="6013827"/>
                  </a:lnTo>
                  <a:lnTo>
                    <a:pt x="215484" y="6013827"/>
                  </a:lnTo>
                  <a:lnTo>
                    <a:pt x="215593" y="6013827"/>
                  </a:lnTo>
                  <a:lnTo>
                    <a:pt x="215701" y="6013827"/>
                  </a:lnTo>
                  <a:lnTo>
                    <a:pt x="215701" y="6013204"/>
                  </a:lnTo>
                  <a:lnTo>
                    <a:pt x="215810" y="6013204"/>
                  </a:lnTo>
                  <a:lnTo>
                    <a:pt x="215918" y="6013204"/>
                  </a:lnTo>
                  <a:lnTo>
                    <a:pt x="216026" y="6013204"/>
                  </a:lnTo>
                  <a:lnTo>
                    <a:pt x="216135" y="6013204"/>
                  </a:lnTo>
                  <a:lnTo>
                    <a:pt x="216243" y="6013204"/>
                  </a:lnTo>
                  <a:lnTo>
                    <a:pt x="216243" y="6012580"/>
                  </a:lnTo>
                  <a:lnTo>
                    <a:pt x="216460" y="6012580"/>
                  </a:lnTo>
                  <a:lnTo>
                    <a:pt x="216569" y="6012580"/>
                  </a:lnTo>
                  <a:lnTo>
                    <a:pt x="216677" y="6012580"/>
                  </a:lnTo>
                  <a:lnTo>
                    <a:pt x="216786" y="6012580"/>
                  </a:lnTo>
                  <a:lnTo>
                    <a:pt x="216894" y="6012580"/>
                  </a:lnTo>
                  <a:lnTo>
                    <a:pt x="216894" y="6011957"/>
                  </a:lnTo>
                  <a:lnTo>
                    <a:pt x="217002" y="6011957"/>
                  </a:lnTo>
                  <a:lnTo>
                    <a:pt x="217111" y="6011957"/>
                  </a:lnTo>
                  <a:lnTo>
                    <a:pt x="217219" y="6011957"/>
                  </a:lnTo>
                  <a:lnTo>
                    <a:pt x="217328" y="6011957"/>
                  </a:lnTo>
                  <a:lnTo>
                    <a:pt x="217436" y="6011333"/>
                  </a:lnTo>
                  <a:lnTo>
                    <a:pt x="217545" y="6010709"/>
                  </a:lnTo>
                  <a:lnTo>
                    <a:pt x="217653" y="6010709"/>
                  </a:lnTo>
                  <a:lnTo>
                    <a:pt x="217762" y="6010709"/>
                  </a:lnTo>
                  <a:lnTo>
                    <a:pt x="217870" y="6010709"/>
                  </a:lnTo>
                  <a:lnTo>
                    <a:pt x="217978" y="6010709"/>
                  </a:lnTo>
                  <a:lnTo>
                    <a:pt x="218087" y="6010709"/>
                  </a:lnTo>
                  <a:lnTo>
                    <a:pt x="218195" y="6010709"/>
                  </a:lnTo>
                  <a:lnTo>
                    <a:pt x="218304" y="6010709"/>
                  </a:lnTo>
                  <a:lnTo>
                    <a:pt x="218412" y="6010709"/>
                  </a:lnTo>
                  <a:lnTo>
                    <a:pt x="218629" y="6010709"/>
                  </a:lnTo>
                  <a:lnTo>
                    <a:pt x="218738" y="6010709"/>
                  </a:lnTo>
                  <a:lnTo>
                    <a:pt x="218846" y="6010709"/>
                  </a:lnTo>
                  <a:lnTo>
                    <a:pt x="218954" y="6010709"/>
                  </a:lnTo>
                  <a:lnTo>
                    <a:pt x="219063" y="6010086"/>
                  </a:lnTo>
                  <a:lnTo>
                    <a:pt x="219171" y="6010086"/>
                  </a:lnTo>
                  <a:lnTo>
                    <a:pt x="219280" y="6010086"/>
                  </a:lnTo>
                  <a:lnTo>
                    <a:pt x="219388" y="6010086"/>
                  </a:lnTo>
                  <a:lnTo>
                    <a:pt x="219497" y="6010086"/>
                  </a:lnTo>
                  <a:lnTo>
                    <a:pt x="219605" y="6010086"/>
                  </a:lnTo>
                  <a:lnTo>
                    <a:pt x="219605" y="6009462"/>
                  </a:lnTo>
                  <a:lnTo>
                    <a:pt x="219714" y="6009462"/>
                  </a:lnTo>
                  <a:lnTo>
                    <a:pt x="219822" y="6008839"/>
                  </a:lnTo>
                  <a:lnTo>
                    <a:pt x="219931" y="6008839"/>
                  </a:lnTo>
                  <a:lnTo>
                    <a:pt x="220039" y="6008839"/>
                  </a:lnTo>
                  <a:lnTo>
                    <a:pt x="220039" y="6008215"/>
                  </a:lnTo>
                  <a:lnTo>
                    <a:pt x="220147" y="6008215"/>
                  </a:lnTo>
                  <a:lnTo>
                    <a:pt x="220364" y="6007592"/>
                  </a:lnTo>
                  <a:lnTo>
                    <a:pt x="220364" y="6006968"/>
                  </a:lnTo>
                  <a:lnTo>
                    <a:pt x="220473" y="6006968"/>
                  </a:lnTo>
                  <a:lnTo>
                    <a:pt x="220581" y="6006968"/>
                  </a:lnTo>
                  <a:lnTo>
                    <a:pt x="220690" y="6006968"/>
                  </a:lnTo>
                  <a:lnTo>
                    <a:pt x="220798" y="6006968"/>
                  </a:lnTo>
                  <a:lnTo>
                    <a:pt x="220907" y="6006968"/>
                  </a:lnTo>
                  <a:lnTo>
                    <a:pt x="221015" y="6006968"/>
                  </a:lnTo>
                  <a:lnTo>
                    <a:pt x="221015" y="6006344"/>
                  </a:lnTo>
                  <a:lnTo>
                    <a:pt x="221123" y="6006344"/>
                  </a:lnTo>
                  <a:lnTo>
                    <a:pt x="221232" y="6006344"/>
                  </a:lnTo>
                  <a:lnTo>
                    <a:pt x="221232" y="6005721"/>
                  </a:lnTo>
                  <a:lnTo>
                    <a:pt x="221340" y="6005721"/>
                  </a:lnTo>
                  <a:lnTo>
                    <a:pt x="221340" y="6005097"/>
                  </a:lnTo>
                  <a:lnTo>
                    <a:pt x="221449" y="6005097"/>
                  </a:lnTo>
                  <a:lnTo>
                    <a:pt x="221557" y="6005097"/>
                  </a:lnTo>
                  <a:lnTo>
                    <a:pt x="221666" y="6004474"/>
                  </a:lnTo>
                  <a:lnTo>
                    <a:pt x="221774" y="6004474"/>
                  </a:lnTo>
                  <a:lnTo>
                    <a:pt x="221883" y="6004474"/>
                  </a:lnTo>
                  <a:lnTo>
                    <a:pt x="221883" y="6003850"/>
                  </a:lnTo>
                  <a:lnTo>
                    <a:pt x="221883" y="6003226"/>
                  </a:lnTo>
                  <a:lnTo>
                    <a:pt x="221991" y="6003226"/>
                  </a:lnTo>
                  <a:lnTo>
                    <a:pt x="222099" y="6003226"/>
                  </a:lnTo>
                  <a:lnTo>
                    <a:pt x="222208" y="6003226"/>
                  </a:lnTo>
                  <a:lnTo>
                    <a:pt x="222208" y="6002603"/>
                  </a:lnTo>
                  <a:lnTo>
                    <a:pt x="222316" y="6002603"/>
                  </a:lnTo>
                  <a:lnTo>
                    <a:pt x="222642" y="6002603"/>
                  </a:lnTo>
                  <a:lnTo>
                    <a:pt x="222750" y="6001979"/>
                  </a:lnTo>
                  <a:lnTo>
                    <a:pt x="222750" y="6001356"/>
                  </a:lnTo>
                  <a:lnTo>
                    <a:pt x="222859" y="6001356"/>
                  </a:lnTo>
                  <a:lnTo>
                    <a:pt x="222967" y="6001356"/>
                  </a:lnTo>
                  <a:lnTo>
                    <a:pt x="223075" y="6001356"/>
                  </a:lnTo>
                  <a:lnTo>
                    <a:pt x="223184" y="6001356"/>
                  </a:lnTo>
                  <a:lnTo>
                    <a:pt x="223184" y="6000732"/>
                  </a:lnTo>
                  <a:lnTo>
                    <a:pt x="223184" y="6000109"/>
                  </a:lnTo>
                  <a:lnTo>
                    <a:pt x="223292" y="6000109"/>
                  </a:lnTo>
                  <a:lnTo>
                    <a:pt x="223292" y="5999485"/>
                  </a:lnTo>
                  <a:lnTo>
                    <a:pt x="223726" y="5999485"/>
                  </a:lnTo>
                  <a:lnTo>
                    <a:pt x="223835" y="5999485"/>
                  </a:lnTo>
                  <a:lnTo>
                    <a:pt x="223943" y="5999485"/>
                  </a:lnTo>
                  <a:lnTo>
                    <a:pt x="223943" y="5998861"/>
                  </a:lnTo>
                  <a:lnTo>
                    <a:pt x="224052" y="5998861"/>
                  </a:lnTo>
                  <a:lnTo>
                    <a:pt x="224160" y="5998861"/>
                  </a:lnTo>
                  <a:lnTo>
                    <a:pt x="224377" y="5998861"/>
                  </a:lnTo>
                  <a:lnTo>
                    <a:pt x="224377" y="5998238"/>
                  </a:lnTo>
                  <a:lnTo>
                    <a:pt x="224485" y="5998238"/>
                  </a:lnTo>
                  <a:lnTo>
                    <a:pt x="224594" y="5998238"/>
                  </a:lnTo>
                  <a:lnTo>
                    <a:pt x="224702" y="5998238"/>
                  </a:lnTo>
                  <a:lnTo>
                    <a:pt x="224811" y="5998238"/>
                  </a:lnTo>
                  <a:lnTo>
                    <a:pt x="225028" y="5998238"/>
                  </a:lnTo>
                  <a:lnTo>
                    <a:pt x="225136" y="5998238"/>
                  </a:lnTo>
                  <a:lnTo>
                    <a:pt x="225244" y="5998238"/>
                  </a:lnTo>
                  <a:lnTo>
                    <a:pt x="225353" y="5998238"/>
                  </a:lnTo>
                  <a:lnTo>
                    <a:pt x="225461" y="5998238"/>
                  </a:lnTo>
                  <a:lnTo>
                    <a:pt x="225570" y="5998238"/>
                  </a:lnTo>
                  <a:lnTo>
                    <a:pt x="225678" y="5998238"/>
                  </a:lnTo>
                  <a:lnTo>
                    <a:pt x="225787" y="5998238"/>
                  </a:lnTo>
                  <a:lnTo>
                    <a:pt x="225895" y="5998238"/>
                  </a:lnTo>
                  <a:lnTo>
                    <a:pt x="226004" y="5998238"/>
                  </a:lnTo>
                  <a:lnTo>
                    <a:pt x="226112" y="5998238"/>
                  </a:lnTo>
                  <a:lnTo>
                    <a:pt x="226220" y="5998238"/>
                  </a:lnTo>
                  <a:lnTo>
                    <a:pt x="226329" y="5998238"/>
                  </a:lnTo>
                  <a:lnTo>
                    <a:pt x="226329" y="5997614"/>
                  </a:lnTo>
                  <a:lnTo>
                    <a:pt x="226437" y="5997614"/>
                  </a:lnTo>
                  <a:lnTo>
                    <a:pt x="226546" y="5997614"/>
                  </a:lnTo>
                  <a:lnTo>
                    <a:pt x="226763" y="5997614"/>
                  </a:lnTo>
                  <a:lnTo>
                    <a:pt x="226871" y="5997614"/>
                  </a:lnTo>
                  <a:lnTo>
                    <a:pt x="226980" y="5997614"/>
                  </a:lnTo>
                  <a:lnTo>
                    <a:pt x="227088" y="5997614"/>
                  </a:lnTo>
                  <a:lnTo>
                    <a:pt x="227196" y="5997614"/>
                  </a:lnTo>
                  <a:lnTo>
                    <a:pt x="227196" y="5996991"/>
                  </a:lnTo>
                  <a:lnTo>
                    <a:pt x="227196" y="5996367"/>
                  </a:lnTo>
                  <a:lnTo>
                    <a:pt x="227305" y="5996367"/>
                  </a:lnTo>
                  <a:lnTo>
                    <a:pt x="227305" y="5995743"/>
                  </a:lnTo>
                  <a:lnTo>
                    <a:pt x="227413" y="5995743"/>
                  </a:lnTo>
                  <a:lnTo>
                    <a:pt x="227522" y="5995743"/>
                  </a:lnTo>
                  <a:lnTo>
                    <a:pt x="227522" y="5995120"/>
                  </a:lnTo>
                  <a:lnTo>
                    <a:pt x="227522" y="5994496"/>
                  </a:lnTo>
                  <a:lnTo>
                    <a:pt x="227630" y="5993873"/>
                  </a:lnTo>
                  <a:lnTo>
                    <a:pt x="227739" y="5993249"/>
                  </a:lnTo>
                  <a:lnTo>
                    <a:pt x="227847" y="5993249"/>
                  </a:lnTo>
                  <a:lnTo>
                    <a:pt x="227847" y="5992626"/>
                  </a:lnTo>
                  <a:lnTo>
                    <a:pt x="227956" y="5992626"/>
                  </a:lnTo>
                  <a:lnTo>
                    <a:pt x="228064" y="5992626"/>
                  </a:lnTo>
                  <a:lnTo>
                    <a:pt x="228173" y="5992626"/>
                  </a:lnTo>
                  <a:lnTo>
                    <a:pt x="228173" y="5992002"/>
                  </a:lnTo>
                  <a:lnTo>
                    <a:pt x="228173" y="5991378"/>
                  </a:lnTo>
                  <a:lnTo>
                    <a:pt x="228281" y="5991378"/>
                  </a:lnTo>
                  <a:lnTo>
                    <a:pt x="228389" y="5991378"/>
                  </a:lnTo>
                  <a:lnTo>
                    <a:pt x="228498" y="5991378"/>
                  </a:lnTo>
                  <a:lnTo>
                    <a:pt x="228606" y="5991378"/>
                  </a:lnTo>
                  <a:lnTo>
                    <a:pt x="228715" y="5991378"/>
                  </a:lnTo>
                  <a:lnTo>
                    <a:pt x="228823" y="5991378"/>
                  </a:lnTo>
                  <a:lnTo>
                    <a:pt x="228932" y="5991378"/>
                  </a:lnTo>
                  <a:lnTo>
                    <a:pt x="229040" y="5991378"/>
                  </a:lnTo>
                  <a:lnTo>
                    <a:pt x="229149" y="5991378"/>
                  </a:lnTo>
                  <a:lnTo>
                    <a:pt x="229365" y="5991378"/>
                  </a:lnTo>
                  <a:lnTo>
                    <a:pt x="229474" y="5991378"/>
                  </a:lnTo>
                  <a:lnTo>
                    <a:pt x="229582" y="5991378"/>
                  </a:lnTo>
                  <a:lnTo>
                    <a:pt x="229691" y="5991378"/>
                  </a:lnTo>
                  <a:lnTo>
                    <a:pt x="229799" y="5991378"/>
                  </a:lnTo>
                  <a:lnTo>
                    <a:pt x="229908" y="5991378"/>
                  </a:lnTo>
                  <a:lnTo>
                    <a:pt x="230016" y="5991378"/>
                  </a:lnTo>
                  <a:lnTo>
                    <a:pt x="230125" y="5991378"/>
                  </a:lnTo>
                  <a:lnTo>
                    <a:pt x="230233" y="5991378"/>
                  </a:lnTo>
                  <a:lnTo>
                    <a:pt x="230341" y="5991378"/>
                  </a:lnTo>
                  <a:lnTo>
                    <a:pt x="230341" y="5990755"/>
                  </a:lnTo>
                  <a:lnTo>
                    <a:pt x="230341" y="5990131"/>
                  </a:lnTo>
                  <a:lnTo>
                    <a:pt x="230450" y="5990131"/>
                  </a:lnTo>
                  <a:lnTo>
                    <a:pt x="230558" y="5990131"/>
                  </a:lnTo>
                  <a:lnTo>
                    <a:pt x="230667" y="5990131"/>
                  </a:lnTo>
                  <a:lnTo>
                    <a:pt x="230775" y="5990131"/>
                  </a:lnTo>
                  <a:lnTo>
                    <a:pt x="230884" y="5990131"/>
                  </a:lnTo>
                  <a:lnTo>
                    <a:pt x="231209" y="5990131"/>
                  </a:lnTo>
                  <a:lnTo>
                    <a:pt x="231317" y="5990131"/>
                  </a:lnTo>
                  <a:lnTo>
                    <a:pt x="231426" y="5990131"/>
                  </a:lnTo>
                  <a:lnTo>
                    <a:pt x="231534" y="5990131"/>
                  </a:lnTo>
                  <a:lnTo>
                    <a:pt x="231643" y="5990131"/>
                  </a:lnTo>
                  <a:lnTo>
                    <a:pt x="231860" y="5990131"/>
                  </a:lnTo>
                  <a:lnTo>
                    <a:pt x="231968" y="5990131"/>
                  </a:lnTo>
                  <a:lnTo>
                    <a:pt x="232077" y="5990131"/>
                  </a:lnTo>
                  <a:lnTo>
                    <a:pt x="232293" y="5990131"/>
                  </a:lnTo>
                  <a:lnTo>
                    <a:pt x="232402" y="5990131"/>
                  </a:lnTo>
                  <a:lnTo>
                    <a:pt x="232510" y="5990131"/>
                  </a:lnTo>
                  <a:lnTo>
                    <a:pt x="232510" y="5989508"/>
                  </a:lnTo>
                  <a:lnTo>
                    <a:pt x="232619" y="5989508"/>
                  </a:lnTo>
                  <a:lnTo>
                    <a:pt x="232944" y="5989508"/>
                  </a:lnTo>
                  <a:lnTo>
                    <a:pt x="233053" y="5989508"/>
                  </a:lnTo>
                  <a:lnTo>
                    <a:pt x="233161" y="5989508"/>
                  </a:lnTo>
                  <a:lnTo>
                    <a:pt x="233378" y="5989508"/>
                  </a:lnTo>
                  <a:lnTo>
                    <a:pt x="233486" y="5989508"/>
                  </a:lnTo>
                  <a:lnTo>
                    <a:pt x="233486" y="5988884"/>
                  </a:lnTo>
                  <a:lnTo>
                    <a:pt x="233595" y="5988884"/>
                  </a:lnTo>
                  <a:lnTo>
                    <a:pt x="233703" y="5988884"/>
                  </a:lnTo>
                  <a:lnTo>
                    <a:pt x="233703" y="5988261"/>
                  </a:lnTo>
                  <a:lnTo>
                    <a:pt x="233703" y="5987637"/>
                  </a:lnTo>
                  <a:lnTo>
                    <a:pt x="233812" y="5987637"/>
                  </a:lnTo>
                  <a:lnTo>
                    <a:pt x="233920" y="5987637"/>
                  </a:lnTo>
                  <a:lnTo>
                    <a:pt x="234029" y="5987637"/>
                  </a:lnTo>
                  <a:lnTo>
                    <a:pt x="234137" y="5987637"/>
                  </a:lnTo>
                  <a:lnTo>
                    <a:pt x="234246" y="5987637"/>
                  </a:lnTo>
                  <a:lnTo>
                    <a:pt x="234354" y="5987637"/>
                  </a:lnTo>
                  <a:lnTo>
                    <a:pt x="234462" y="5987637"/>
                  </a:lnTo>
                  <a:lnTo>
                    <a:pt x="234571" y="5987637"/>
                  </a:lnTo>
                  <a:lnTo>
                    <a:pt x="234679" y="5987637"/>
                  </a:lnTo>
                  <a:lnTo>
                    <a:pt x="235005" y="5987637"/>
                  </a:lnTo>
                  <a:lnTo>
                    <a:pt x="235113" y="5987637"/>
                  </a:lnTo>
                  <a:lnTo>
                    <a:pt x="235222" y="5987637"/>
                  </a:lnTo>
                  <a:lnTo>
                    <a:pt x="235330" y="5987637"/>
                  </a:lnTo>
                  <a:lnTo>
                    <a:pt x="235438" y="5987637"/>
                  </a:lnTo>
                  <a:lnTo>
                    <a:pt x="235438" y="5987013"/>
                  </a:lnTo>
                  <a:lnTo>
                    <a:pt x="235547" y="5987013"/>
                  </a:lnTo>
                  <a:lnTo>
                    <a:pt x="235655" y="5987013"/>
                  </a:lnTo>
                  <a:lnTo>
                    <a:pt x="235764" y="5987013"/>
                  </a:lnTo>
                  <a:lnTo>
                    <a:pt x="235981" y="5987013"/>
                  </a:lnTo>
                  <a:lnTo>
                    <a:pt x="236089" y="5987013"/>
                  </a:lnTo>
                  <a:lnTo>
                    <a:pt x="236198" y="5987013"/>
                  </a:lnTo>
                  <a:lnTo>
                    <a:pt x="236306" y="5987013"/>
                  </a:lnTo>
                  <a:lnTo>
                    <a:pt x="236414" y="5987013"/>
                  </a:lnTo>
                  <a:lnTo>
                    <a:pt x="236414" y="5986390"/>
                  </a:lnTo>
                  <a:lnTo>
                    <a:pt x="236523" y="5986390"/>
                  </a:lnTo>
                  <a:lnTo>
                    <a:pt x="236631" y="5986390"/>
                  </a:lnTo>
                  <a:lnTo>
                    <a:pt x="236740" y="5986390"/>
                  </a:lnTo>
                  <a:lnTo>
                    <a:pt x="236848" y="5985766"/>
                  </a:lnTo>
                  <a:lnTo>
                    <a:pt x="236957" y="5985766"/>
                  </a:lnTo>
                  <a:lnTo>
                    <a:pt x="237065" y="5985766"/>
                  </a:lnTo>
                  <a:lnTo>
                    <a:pt x="237174" y="5985766"/>
                  </a:lnTo>
                  <a:lnTo>
                    <a:pt x="237282" y="5985766"/>
                  </a:lnTo>
                  <a:lnTo>
                    <a:pt x="237499" y="5985766"/>
                  </a:lnTo>
                  <a:lnTo>
                    <a:pt x="237607" y="5985766"/>
                  </a:lnTo>
                  <a:lnTo>
                    <a:pt x="237716" y="5985766"/>
                  </a:lnTo>
                  <a:lnTo>
                    <a:pt x="237716" y="5985143"/>
                  </a:lnTo>
                  <a:lnTo>
                    <a:pt x="237824" y="5985143"/>
                  </a:lnTo>
                  <a:lnTo>
                    <a:pt x="237933" y="5985143"/>
                  </a:lnTo>
                  <a:lnTo>
                    <a:pt x="238041" y="5985143"/>
                  </a:lnTo>
                  <a:lnTo>
                    <a:pt x="238150" y="5985143"/>
                  </a:lnTo>
                  <a:lnTo>
                    <a:pt x="238258" y="5984519"/>
                  </a:lnTo>
                  <a:lnTo>
                    <a:pt x="238258" y="5983895"/>
                  </a:lnTo>
                  <a:lnTo>
                    <a:pt x="238367" y="5983895"/>
                  </a:lnTo>
                  <a:lnTo>
                    <a:pt x="238475" y="5983895"/>
                  </a:lnTo>
                  <a:lnTo>
                    <a:pt x="238583" y="5983895"/>
                  </a:lnTo>
                  <a:lnTo>
                    <a:pt x="238583" y="5983272"/>
                  </a:lnTo>
                  <a:lnTo>
                    <a:pt x="238583" y="5982648"/>
                  </a:lnTo>
                  <a:lnTo>
                    <a:pt x="238692" y="5982648"/>
                  </a:lnTo>
                  <a:lnTo>
                    <a:pt x="238692" y="5982025"/>
                  </a:lnTo>
                  <a:lnTo>
                    <a:pt x="238692" y="5981401"/>
                  </a:lnTo>
                  <a:lnTo>
                    <a:pt x="238800" y="5981401"/>
                  </a:lnTo>
                  <a:lnTo>
                    <a:pt x="238909" y="5980778"/>
                  </a:lnTo>
                  <a:lnTo>
                    <a:pt x="239017" y="5980778"/>
                  </a:lnTo>
                  <a:lnTo>
                    <a:pt x="239126" y="5980778"/>
                  </a:lnTo>
                  <a:lnTo>
                    <a:pt x="239234" y="5980778"/>
                  </a:lnTo>
                  <a:lnTo>
                    <a:pt x="239343" y="5980778"/>
                  </a:lnTo>
                  <a:lnTo>
                    <a:pt x="239343" y="5980154"/>
                  </a:lnTo>
                  <a:lnTo>
                    <a:pt x="239451" y="5980154"/>
                  </a:lnTo>
                  <a:lnTo>
                    <a:pt x="239451" y="5979530"/>
                  </a:lnTo>
                  <a:lnTo>
                    <a:pt x="239559" y="5979530"/>
                  </a:lnTo>
                  <a:lnTo>
                    <a:pt x="239668" y="5979530"/>
                  </a:lnTo>
                  <a:lnTo>
                    <a:pt x="239776" y="5979530"/>
                  </a:lnTo>
                  <a:lnTo>
                    <a:pt x="239885" y="5979530"/>
                  </a:lnTo>
                  <a:lnTo>
                    <a:pt x="239993" y="5979530"/>
                  </a:lnTo>
                  <a:lnTo>
                    <a:pt x="239993" y="5978907"/>
                  </a:lnTo>
                  <a:lnTo>
                    <a:pt x="240102" y="5978283"/>
                  </a:lnTo>
                  <a:lnTo>
                    <a:pt x="240210" y="5978283"/>
                  </a:lnTo>
                  <a:lnTo>
                    <a:pt x="240427" y="5978283"/>
                  </a:lnTo>
                  <a:lnTo>
                    <a:pt x="240535" y="5978283"/>
                  </a:lnTo>
                  <a:lnTo>
                    <a:pt x="240644" y="5978283"/>
                  </a:lnTo>
                  <a:lnTo>
                    <a:pt x="240752" y="5977660"/>
                  </a:lnTo>
                  <a:lnTo>
                    <a:pt x="240861" y="5977660"/>
                  </a:lnTo>
                  <a:lnTo>
                    <a:pt x="240969" y="5977660"/>
                  </a:lnTo>
                  <a:lnTo>
                    <a:pt x="241078" y="5977660"/>
                  </a:lnTo>
                  <a:lnTo>
                    <a:pt x="241403" y="5977660"/>
                  </a:lnTo>
                  <a:lnTo>
                    <a:pt x="241620" y="5977660"/>
                  </a:lnTo>
                  <a:lnTo>
                    <a:pt x="241837" y="5977660"/>
                  </a:lnTo>
                  <a:lnTo>
                    <a:pt x="241837" y="5977036"/>
                  </a:lnTo>
                  <a:lnTo>
                    <a:pt x="241945" y="5977036"/>
                  </a:lnTo>
                  <a:lnTo>
                    <a:pt x="242054" y="5977036"/>
                  </a:lnTo>
                  <a:lnTo>
                    <a:pt x="242162" y="5977036"/>
                  </a:lnTo>
                  <a:lnTo>
                    <a:pt x="242271" y="5977036"/>
                  </a:lnTo>
                  <a:lnTo>
                    <a:pt x="242379" y="5977036"/>
                  </a:lnTo>
                  <a:lnTo>
                    <a:pt x="242488" y="5977036"/>
                  </a:lnTo>
                  <a:lnTo>
                    <a:pt x="242596" y="5977036"/>
                  </a:lnTo>
                  <a:lnTo>
                    <a:pt x="242704" y="5977036"/>
                  </a:lnTo>
                  <a:lnTo>
                    <a:pt x="242813" y="5977036"/>
                  </a:lnTo>
                  <a:lnTo>
                    <a:pt x="242921" y="5977036"/>
                  </a:lnTo>
                  <a:lnTo>
                    <a:pt x="243030" y="5977036"/>
                  </a:lnTo>
                  <a:lnTo>
                    <a:pt x="243030" y="5976412"/>
                  </a:lnTo>
                  <a:lnTo>
                    <a:pt x="243138" y="5976412"/>
                  </a:lnTo>
                  <a:lnTo>
                    <a:pt x="243247" y="5976412"/>
                  </a:lnTo>
                  <a:lnTo>
                    <a:pt x="243355" y="5976412"/>
                  </a:lnTo>
                  <a:lnTo>
                    <a:pt x="243355" y="5975789"/>
                  </a:lnTo>
                  <a:lnTo>
                    <a:pt x="243464" y="5975789"/>
                  </a:lnTo>
                  <a:lnTo>
                    <a:pt x="243572" y="5975789"/>
                  </a:lnTo>
                  <a:lnTo>
                    <a:pt x="243680" y="5975789"/>
                  </a:lnTo>
                  <a:lnTo>
                    <a:pt x="243680" y="5975165"/>
                  </a:lnTo>
                  <a:lnTo>
                    <a:pt x="243789" y="5975165"/>
                  </a:lnTo>
                  <a:lnTo>
                    <a:pt x="243897" y="5975165"/>
                  </a:lnTo>
                  <a:lnTo>
                    <a:pt x="244006" y="5975165"/>
                  </a:lnTo>
                  <a:lnTo>
                    <a:pt x="244006" y="5974542"/>
                  </a:lnTo>
                  <a:lnTo>
                    <a:pt x="244114" y="5974542"/>
                  </a:lnTo>
                  <a:lnTo>
                    <a:pt x="244223" y="5974542"/>
                  </a:lnTo>
                  <a:lnTo>
                    <a:pt x="244331" y="5974542"/>
                  </a:lnTo>
                  <a:lnTo>
                    <a:pt x="244440" y="5974542"/>
                  </a:lnTo>
                  <a:lnTo>
                    <a:pt x="244548" y="5974542"/>
                  </a:lnTo>
                  <a:lnTo>
                    <a:pt x="244656" y="5974542"/>
                  </a:lnTo>
                  <a:lnTo>
                    <a:pt x="244765" y="5973918"/>
                  </a:lnTo>
                  <a:lnTo>
                    <a:pt x="244765" y="5973295"/>
                  </a:lnTo>
                  <a:lnTo>
                    <a:pt x="244873" y="5973295"/>
                  </a:lnTo>
                  <a:lnTo>
                    <a:pt x="244982" y="5973295"/>
                  </a:lnTo>
                  <a:lnTo>
                    <a:pt x="245090" y="5973295"/>
                  </a:lnTo>
                  <a:lnTo>
                    <a:pt x="245090" y="5972671"/>
                  </a:lnTo>
                  <a:lnTo>
                    <a:pt x="245307" y="5972671"/>
                  </a:lnTo>
                  <a:lnTo>
                    <a:pt x="245416" y="5972671"/>
                  </a:lnTo>
                  <a:lnTo>
                    <a:pt x="245633" y="5972047"/>
                  </a:lnTo>
                  <a:lnTo>
                    <a:pt x="245849" y="5972047"/>
                  </a:lnTo>
                  <a:lnTo>
                    <a:pt x="245958" y="5972047"/>
                  </a:lnTo>
                  <a:lnTo>
                    <a:pt x="246066" y="5972047"/>
                  </a:lnTo>
                  <a:lnTo>
                    <a:pt x="246175" y="5972047"/>
                  </a:lnTo>
                  <a:lnTo>
                    <a:pt x="246283" y="5972047"/>
                  </a:lnTo>
                  <a:lnTo>
                    <a:pt x="246500" y="5972047"/>
                  </a:lnTo>
                  <a:lnTo>
                    <a:pt x="246609" y="5972047"/>
                  </a:lnTo>
                  <a:lnTo>
                    <a:pt x="246717" y="5972047"/>
                  </a:lnTo>
                  <a:lnTo>
                    <a:pt x="246825" y="5971424"/>
                  </a:lnTo>
                  <a:lnTo>
                    <a:pt x="247042" y="5971424"/>
                  </a:lnTo>
                  <a:lnTo>
                    <a:pt x="247042" y="5970800"/>
                  </a:lnTo>
                  <a:lnTo>
                    <a:pt x="247259" y="5970800"/>
                  </a:lnTo>
                  <a:lnTo>
                    <a:pt x="247368" y="5970800"/>
                  </a:lnTo>
                  <a:lnTo>
                    <a:pt x="247476" y="5970800"/>
                  </a:lnTo>
                  <a:lnTo>
                    <a:pt x="247693" y="5970800"/>
                  </a:lnTo>
                  <a:lnTo>
                    <a:pt x="247801" y="5970800"/>
                  </a:lnTo>
                  <a:lnTo>
                    <a:pt x="247801" y="5970177"/>
                  </a:lnTo>
                  <a:lnTo>
                    <a:pt x="247910" y="5970177"/>
                  </a:lnTo>
                  <a:lnTo>
                    <a:pt x="248018" y="5970177"/>
                  </a:lnTo>
                  <a:lnTo>
                    <a:pt x="248127" y="5969553"/>
                  </a:lnTo>
                  <a:lnTo>
                    <a:pt x="248235" y="5969553"/>
                  </a:lnTo>
                  <a:lnTo>
                    <a:pt x="248344" y="5969553"/>
                  </a:lnTo>
                  <a:lnTo>
                    <a:pt x="248452" y="5969553"/>
                  </a:lnTo>
                  <a:lnTo>
                    <a:pt x="248561" y="5969553"/>
                  </a:lnTo>
                  <a:lnTo>
                    <a:pt x="248669" y="5969553"/>
                  </a:lnTo>
                  <a:lnTo>
                    <a:pt x="248669" y="5968929"/>
                  </a:lnTo>
                  <a:lnTo>
                    <a:pt x="248777" y="5968929"/>
                  </a:lnTo>
                  <a:lnTo>
                    <a:pt x="248886" y="5968929"/>
                  </a:lnTo>
                  <a:lnTo>
                    <a:pt x="248994" y="5968929"/>
                  </a:lnTo>
                  <a:lnTo>
                    <a:pt x="249103" y="5968929"/>
                  </a:lnTo>
                  <a:lnTo>
                    <a:pt x="249211" y="5968929"/>
                  </a:lnTo>
                  <a:lnTo>
                    <a:pt x="249320" y="5968929"/>
                  </a:lnTo>
                  <a:lnTo>
                    <a:pt x="249320" y="5968306"/>
                  </a:lnTo>
                  <a:lnTo>
                    <a:pt x="249428" y="5968306"/>
                  </a:lnTo>
                  <a:lnTo>
                    <a:pt x="249537" y="5968306"/>
                  </a:lnTo>
                  <a:lnTo>
                    <a:pt x="249645" y="5968306"/>
                  </a:lnTo>
                  <a:lnTo>
                    <a:pt x="249754" y="5968306"/>
                  </a:lnTo>
                  <a:lnTo>
                    <a:pt x="249862" y="5968306"/>
                  </a:lnTo>
                  <a:lnTo>
                    <a:pt x="249970" y="5968306"/>
                  </a:lnTo>
                  <a:lnTo>
                    <a:pt x="250079" y="5968306"/>
                  </a:lnTo>
                  <a:lnTo>
                    <a:pt x="250187" y="5967682"/>
                  </a:lnTo>
                  <a:lnTo>
                    <a:pt x="250513" y="5967682"/>
                  </a:lnTo>
                  <a:lnTo>
                    <a:pt x="250621" y="5967682"/>
                  </a:lnTo>
                  <a:lnTo>
                    <a:pt x="250730" y="5967682"/>
                  </a:lnTo>
                  <a:lnTo>
                    <a:pt x="250838" y="5967682"/>
                  </a:lnTo>
                  <a:lnTo>
                    <a:pt x="250946" y="5967059"/>
                  </a:lnTo>
                  <a:lnTo>
                    <a:pt x="251055" y="5967059"/>
                  </a:lnTo>
                  <a:lnTo>
                    <a:pt x="251163" y="5967059"/>
                  </a:lnTo>
                  <a:lnTo>
                    <a:pt x="251272" y="5967059"/>
                  </a:lnTo>
                  <a:lnTo>
                    <a:pt x="251489" y="5967059"/>
                  </a:lnTo>
                  <a:lnTo>
                    <a:pt x="251597" y="5967059"/>
                  </a:lnTo>
                  <a:lnTo>
                    <a:pt x="251706" y="5967059"/>
                  </a:lnTo>
                  <a:lnTo>
                    <a:pt x="251814" y="5967059"/>
                  </a:lnTo>
                  <a:lnTo>
                    <a:pt x="252031" y="5967059"/>
                  </a:lnTo>
                  <a:lnTo>
                    <a:pt x="252139" y="5967059"/>
                  </a:lnTo>
                  <a:lnTo>
                    <a:pt x="252248" y="5966435"/>
                  </a:lnTo>
                  <a:lnTo>
                    <a:pt x="252356" y="5966435"/>
                  </a:lnTo>
                  <a:lnTo>
                    <a:pt x="252573" y="5966435"/>
                  </a:lnTo>
                  <a:lnTo>
                    <a:pt x="252682" y="5966435"/>
                  </a:lnTo>
                  <a:lnTo>
                    <a:pt x="252790" y="5966435"/>
                  </a:lnTo>
                  <a:lnTo>
                    <a:pt x="252898" y="5966435"/>
                  </a:lnTo>
                  <a:lnTo>
                    <a:pt x="253007" y="5966435"/>
                  </a:lnTo>
                  <a:lnTo>
                    <a:pt x="253115" y="5966435"/>
                  </a:lnTo>
                  <a:lnTo>
                    <a:pt x="253441" y="5964564"/>
                  </a:lnTo>
                  <a:lnTo>
                    <a:pt x="253658" y="5963941"/>
                  </a:lnTo>
                  <a:lnTo>
                    <a:pt x="253766" y="5963941"/>
                  </a:lnTo>
                  <a:lnTo>
                    <a:pt x="253874" y="5963941"/>
                  </a:lnTo>
                  <a:lnTo>
                    <a:pt x="253983" y="5963941"/>
                  </a:lnTo>
                  <a:lnTo>
                    <a:pt x="254091" y="5963941"/>
                  </a:lnTo>
                  <a:lnTo>
                    <a:pt x="254200" y="5963941"/>
                  </a:lnTo>
                  <a:lnTo>
                    <a:pt x="254308" y="5963941"/>
                  </a:lnTo>
                  <a:lnTo>
                    <a:pt x="254417" y="5963941"/>
                  </a:lnTo>
                  <a:lnTo>
                    <a:pt x="254417" y="5963317"/>
                  </a:lnTo>
                  <a:lnTo>
                    <a:pt x="254525" y="5963317"/>
                  </a:lnTo>
                  <a:lnTo>
                    <a:pt x="254634" y="5963317"/>
                  </a:lnTo>
                  <a:lnTo>
                    <a:pt x="254742" y="5963317"/>
                  </a:lnTo>
                  <a:lnTo>
                    <a:pt x="254851" y="5963317"/>
                  </a:lnTo>
                  <a:lnTo>
                    <a:pt x="254851" y="5962694"/>
                  </a:lnTo>
                  <a:lnTo>
                    <a:pt x="254959" y="5962694"/>
                  </a:lnTo>
                  <a:lnTo>
                    <a:pt x="255067" y="5962694"/>
                  </a:lnTo>
                  <a:lnTo>
                    <a:pt x="255176" y="5962694"/>
                  </a:lnTo>
                  <a:lnTo>
                    <a:pt x="255284" y="5962694"/>
                  </a:lnTo>
                  <a:lnTo>
                    <a:pt x="255284" y="5962070"/>
                  </a:lnTo>
                  <a:lnTo>
                    <a:pt x="255393" y="5962070"/>
                  </a:lnTo>
                  <a:lnTo>
                    <a:pt x="255501" y="5962070"/>
                  </a:lnTo>
                  <a:lnTo>
                    <a:pt x="255610" y="5962070"/>
                  </a:lnTo>
                  <a:lnTo>
                    <a:pt x="255827" y="5962070"/>
                  </a:lnTo>
                  <a:lnTo>
                    <a:pt x="255827" y="5961446"/>
                  </a:lnTo>
                  <a:lnTo>
                    <a:pt x="255827" y="5960823"/>
                  </a:lnTo>
                  <a:lnTo>
                    <a:pt x="255935" y="5960199"/>
                  </a:lnTo>
                  <a:lnTo>
                    <a:pt x="255935" y="5959576"/>
                  </a:lnTo>
                  <a:lnTo>
                    <a:pt x="256043" y="5959576"/>
                  </a:lnTo>
                  <a:lnTo>
                    <a:pt x="256152" y="5959576"/>
                  </a:lnTo>
                  <a:lnTo>
                    <a:pt x="256260" y="5959576"/>
                  </a:lnTo>
                  <a:lnTo>
                    <a:pt x="256477" y="5959576"/>
                  </a:lnTo>
                  <a:lnTo>
                    <a:pt x="256586" y="5958952"/>
                  </a:lnTo>
                  <a:lnTo>
                    <a:pt x="256694" y="5958952"/>
                  </a:lnTo>
                  <a:lnTo>
                    <a:pt x="256803" y="5958952"/>
                  </a:lnTo>
                  <a:lnTo>
                    <a:pt x="256911" y="5958952"/>
                  </a:lnTo>
                  <a:lnTo>
                    <a:pt x="257128" y="5958952"/>
                  </a:lnTo>
                  <a:lnTo>
                    <a:pt x="257128" y="5958329"/>
                  </a:lnTo>
                  <a:lnTo>
                    <a:pt x="257236" y="5958329"/>
                  </a:lnTo>
                  <a:lnTo>
                    <a:pt x="257453" y="5958329"/>
                  </a:lnTo>
                  <a:lnTo>
                    <a:pt x="257453" y="5957705"/>
                  </a:lnTo>
                  <a:lnTo>
                    <a:pt x="257562" y="5957705"/>
                  </a:lnTo>
                  <a:lnTo>
                    <a:pt x="257670" y="5957705"/>
                  </a:lnTo>
                  <a:lnTo>
                    <a:pt x="257779" y="5957705"/>
                  </a:lnTo>
                  <a:lnTo>
                    <a:pt x="257887" y="5957705"/>
                  </a:lnTo>
                  <a:lnTo>
                    <a:pt x="258104" y="5957705"/>
                  </a:lnTo>
                  <a:lnTo>
                    <a:pt x="258212" y="5957705"/>
                  </a:lnTo>
                  <a:lnTo>
                    <a:pt x="258212" y="5957081"/>
                  </a:lnTo>
                  <a:lnTo>
                    <a:pt x="258321" y="5957081"/>
                  </a:lnTo>
                  <a:lnTo>
                    <a:pt x="258429" y="5957081"/>
                  </a:lnTo>
                  <a:lnTo>
                    <a:pt x="258429" y="5956458"/>
                  </a:lnTo>
                  <a:lnTo>
                    <a:pt x="258538" y="5956458"/>
                  </a:lnTo>
                  <a:lnTo>
                    <a:pt x="258646" y="5955834"/>
                  </a:lnTo>
                  <a:lnTo>
                    <a:pt x="258646" y="5955211"/>
                  </a:lnTo>
                  <a:lnTo>
                    <a:pt x="258863" y="5955211"/>
                  </a:lnTo>
                  <a:lnTo>
                    <a:pt x="258863" y="5954587"/>
                  </a:lnTo>
                  <a:lnTo>
                    <a:pt x="258972" y="5954587"/>
                  </a:lnTo>
                  <a:lnTo>
                    <a:pt x="259080" y="5954587"/>
                  </a:lnTo>
                  <a:lnTo>
                    <a:pt x="259297" y="5954587"/>
                  </a:lnTo>
                  <a:lnTo>
                    <a:pt x="259514" y="5954587"/>
                  </a:lnTo>
                  <a:lnTo>
                    <a:pt x="259731" y="5954587"/>
                  </a:lnTo>
                  <a:lnTo>
                    <a:pt x="259839" y="5954587"/>
                  </a:lnTo>
                  <a:lnTo>
                    <a:pt x="259948" y="5954587"/>
                  </a:lnTo>
                  <a:lnTo>
                    <a:pt x="260056" y="5954587"/>
                  </a:lnTo>
                  <a:lnTo>
                    <a:pt x="260056" y="5953963"/>
                  </a:lnTo>
                  <a:lnTo>
                    <a:pt x="260164" y="5953963"/>
                  </a:lnTo>
                  <a:lnTo>
                    <a:pt x="260273" y="5953963"/>
                  </a:lnTo>
                  <a:lnTo>
                    <a:pt x="260381" y="5953963"/>
                  </a:lnTo>
                  <a:lnTo>
                    <a:pt x="260490" y="5953963"/>
                  </a:lnTo>
                  <a:lnTo>
                    <a:pt x="260490" y="5953340"/>
                  </a:lnTo>
                  <a:lnTo>
                    <a:pt x="260598" y="5953340"/>
                  </a:lnTo>
                  <a:lnTo>
                    <a:pt x="260707" y="5953340"/>
                  </a:lnTo>
                  <a:lnTo>
                    <a:pt x="260815" y="5953340"/>
                  </a:lnTo>
                  <a:lnTo>
                    <a:pt x="260924" y="5952716"/>
                  </a:lnTo>
                  <a:lnTo>
                    <a:pt x="261032" y="5952716"/>
                  </a:lnTo>
                  <a:lnTo>
                    <a:pt x="261140" y="5952716"/>
                  </a:lnTo>
                  <a:lnTo>
                    <a:pt x="261249" y="5952716"/>
                  </a:lnTo>
                  <a:lnTo>
                    <a:pt x="261249" y="5952093"/>
                  </a:lnTo>
                  <a:lnTo>
                    <a:pt x="261357" y="5952093"/>
                  </a:lnTo>
                  <a:lnTo>
                    <a:pt x="261466" y="5952093"/>
                  </a:lnTo>
                  <a:lnTo>
                    <a:pt x="261574" y="5952093"/>
                  </a:lnTo>
                  <a:lnTo>
                    <a:pt x="261683" y="5952093"/>
                  </a:lnTo>
                  <a:lnTo>
                    <a:pt x="261791" y="5952093"/>
                  </a:lnTo>
                  <a:lnTo>
                    <a:pt x="261900" y="5952093"/>
                  </a:lnTo>
                  <a:lnTo>
                    <a:pt x="262008" y="5952093"/>
                  </a:lnTo>
                  <a:lnTo>
                    <a:pt x="262116" y="5952093"/>
                  </a:lnTo>
                  <a:lnTo>
                    <a:pt x="262225" y="5952093"/>
                  </a:lnTo>
                  <a:lnTo>
                    <a:pt x="262225" y="5951469"/>
                  </a:lnTo>
                  <a:lnTo>
                    <a:pt x="262333" y="5951469"/>
                  </a:lnTo>
                  <a:lnTo>
                    <a:pt x="262442" y="5951469"/>
                  </a:lnTo>
                  <a:lnTo>
                    <a:pt x="262442" y="5950846"/>
                  </a:lnTo>
                  <a:lnTo>
                    <a:pt x="262550" y="5950846"/>
                  </a:lnTo>
                  <a:lnTo>
                    <a:pt x="262659" y="5950846"/>
                  </a:lnTo>
                  <a:lnTo>
                    <a:pt x="262767" y="5950846"/>
                  </a:lnTo>
                  <a:lnTo>
                    <a:pt x="262767" y="5950222"/>
                  </a:lnTo>
                  <a:lnTo>
                    <a:pt x="262876" y="5950222"/>
                  </a:lnTo>
                  <a:lnTo>
                    <a:pt x="262984" y="5950222"/>
                  </a:lnTo>
                  <a:lnTo>
                    <a:pt x="262984" y="5949598"/>
                  </a:lnTo>
                  <a:lnTo>
                    <a:pt x="263093" y="5949598"/>
                  </a:lnTo>
                  <a:lnTo>
                    <a:pt x="263201" y="5949598"/>
                  </a:lnTo>
                  <a:lnTo>
                    <a:pt x="263418" y="5949598"/>
                  </a:lnTo>
                  <a:lnTo>
                    <a:pt x="263526" y="5949598"/>
                  </a:lnTo>
                  <a:lnTo>
                    <a:pt x="263526" y="5948975"/>
                  </a:lnTo>
                  <a:lnTo>
                    <a:pt x="263635" y="5948351"/>
                  </a:lnTo>
                  <a:lnTo>
                    <a:pt x="263635" y="5947728"/>
                  </a:lnTo>
                  <a:lnTo>
                    <a:pt x="263852" y="5947104"/>
                  </a:lnTo>
                  <a:lnTo>
                    <a:pt x="263852" y="5946480"/>
                  </a:lnTo>
                  <a:lnTo>
                    <a:pt x="263852" y="5945857"/>
                  </a:lnTo>
                  <a:lnTo>
                    <a:pt x="264069" y="5945857"/>
                  </a:lnTo>
                  <a:lnTo>
                    <a:pt x="264177" y="5945857"/>
                  </a:lnTo>
                  <a:lnTo>
                    <a:pt x="264285" y="5945857"/>
                  </a:lnTo>
                  <a:lnTo>
                    <a:pt x="264394" y="5945857"/>
                  </a:lnTo>
                  <a:lnTo>
                    <a:pt x="264611" y="5945857"/>
                  </a:lnTo>
                  <a:lnTo>
                    <a:pt x="264611" y="5945233"/>
                  </a:lnTo>
                  <a:lnTo>
                    <a:pt x="264719" y="5945233"/>
                  </a:lnTo>
                  <a:lnTo>
                    <a:pt x="264828" y="5945233"/>
                  </a:lnTo>
                  <a:lnTo>
                    <a:pt x="264936" y="5945233"/>
                  </a:lnTo>
                  <a:lnTo>
                    <a:pt x="265045" y="5945233"/>
                  </a:lnTo>
                  <a:lnTo>
                    <a:pt x="265153" y="5945233"/>
                  </a:lnTo>
                  <a:lnTo>
                    <a:pt x="265261" y="5945233"/>
                  </a:lnTo>
                  <a:lnTo>
                    <a:pt x="265261" y="5944610"/>
                  </a:lnTo>
                  <a:lnTo>
                    <a:pt x="265370" y="5944610"/>
                  </a:lnTo>
                  <a:lnTo>
                    <a:pt x="265370" y="5943986"/>
                  </a:lnTo>
                  <a:lnTo>
                    <a:pt x="265478" y="5943986"/>
                  </a:lnTo>
                  <a:lnTo>
                    <a:pt x="265478" y="5943363"/>
                  </a:lnTo>
                  <a:lnTo>
                    <a:pt x="265478" y="5942739"/>
                  </a:lnTo>
                  <a:lnTo>
                    <a:pt x="265587" y="5942739"/>
                  </a:lnTo>
                  <a:lnTo>
                    <a:pt x="265587" y="5942115"/>
                  </a:lnTo>
                  <a:lnTo>
                    <a:pt x="265695" y="5942115"/>
                  </a:lnTo>
                  <a:lnTo>
                    <a:pt x="265804" y="5942115"/>
                  </a:lnTo>
                  <a:lnTo>
                    <a:pt x="265912" y="5942115"/>
                  </a:lnTo>
                  <a:lnTo>
                    <a:pt x="266021" y="5941492"/>
                  </a:lnTo>
                  <a:lnTo>
                    <a:pt x="266129" y="5941492"/>
                  </a:lnTo>
                  <a:lnTo>
                    <a:pt x="266129" y="5940868"/>
                  </a:lnTo>
                  <a:lnTo>
                    <a:pt x="266346" y="5940868"/>
                  </a:lnTo>
                  <a:lnTo>
                    <a:pt x="266346" y="5940245"/>
                  </a:lnTo>
                  <a:lnTo>
                    <a:pt x="266454" y="5940245"/>
                  </a:lnTo>
                  <a:lnTo>
                    <a:pt x="266563" y="5940245"/>
                  </a:lnTo>
                  <a:lnTo>
                    <a:pt x="266671" y="5940245"/>
                  </a:lnTo>
                  <a:lnTo>
                    <a:pt x="266671" y="5939621"/>
                  </a:lnTo>
                  <a:lnTo>
                    <a:pt x="266888" y="5939621"/>
                  </a:lnTo>
                  <a:lnTo>
                    <a:pt x="266997" y="5939621"/>
                  </a:lnTo>
                  <a:lnTo>
                    <a:pt x="266997" y="5938998"/>
                  </a:lnTo>
                  <a:lnTo>
                    <a:pt x="267105" y="5938998"/>
                  </a:lnTo>
                  <a:lnTo>
                    <a:pt x="267214" y="5938374"/>
                  </a:lnTo>
                  <a:lnTo>
                    <a:pt x="267322" y="5938374"/>
                  </a:lnTo>
                  <a:lnTo>
                    <a:pt x="267647" y="5938374"/>
                  </a:lnTo>
                  <a:lnTo>
                    <a:pt x="267756" y="5938374"/>
                  </a:lnTo>
                  <a:lnTo>
                    <a:pt x="267864" y="5938374"/>
                  </a:lnTo>
                  <a:lnTo>
                    <a:pt x="267973" y="5938374"/>
                  </a:lnTo>
                  <a:lnTo>
                    <a:pt x="268081" y="5938374"/>
                  </a:lnTo>
                  <a:lnTo>
                    <a:pt x="268190" y="5938374"/>
                  </a:lnTo>
                  <a:lnTo>
                    <a:pt x="268298" y="5938374"/>
                  </a:lnTo>
                  <a:lnTo>
                    <a:pt x="268406" y="5938374"/>
                  </a:lnTo>
                  <a:lnTo>
                    <a:pt x="268515" y="5938374"/>
                  </a:lnTo>
                  <a:lnTo>
                    <a:pt x="268623" y="5938374"/>
                  </a:lnTo>
                  <a:lnTo>
                    <a:pt x="268732" y="5938374"/>
                  </a:lnTo>
                  <a:lnTo>
                    <a:pt x="268732" y="5937750"/>
                  </a:lnTo>
                  <a:lnTo>
                    <a:pt x="268840" y="5937750"/>
                  </a:lnTo>
                  <a:lnTo>
                    <a:pt x="268949" y="5937750"/>
                  </a:lnTo>
                  <a:lnTo>
                    <a:pt x="269057" y="5937750"/>
                  </a:lnTo>
                  <a:lnTo>
                    <a:pt x="269166" y="5937750"/>
                  </a:lnTo>
                  <a:lnTo>
                    <a:pt x="269382" y="5937750"/>
                  </a:lnTo>
                  <a:lnTo>
                    <a:pt x="269491" y="5937750"/>
                  </a:lnTo>
                  <a:lnTo>
                    <a:pt x="269491" y="5937127"/>
                  </a:lnTo>
                  <a:lnTo>
                    <a:pt x="269708" y="5937127"/>
                  </a:lnTo>
                  <a:lnTo>
                    <a:pt x="269925" y="5937127"/>
                  </a:lnTo>
                  <a:lnTo>
                    <a:pt x="270033" y="5937127"/>
                  </a:lnTo>
                  <a:lnTo>
                    <a:pt x="270142" y="5937127"/>
                  </a:lnTo>
                  <a:lnTo>
                    <a:pt x="270250" y="5935880"/>
                  </a:lnTo>
                  <a:lnTo>
                    <a:pt x="270358" y="5935880"/>
                  </a:lnTo>
                  <a:lnTo>
                    <a:pt x="270467" y="5935880"/>
                  </a:lnTo>
                  <a:lnTo>
                    <a:pt x="270575" y="5935880"/>
                  </a:lnTo>
                  <a:lnTo>
                    <a:pt x="270575" y="5935256"/>
                  </a:lnTo>
                  <a:lnTo>
                    <a:pt x="270684" y="5935256"/>
                  </a:lnTo>
                  <a:lnTo>
                    <a:pt x="270684" y="5934632"/>
                  </a:lnTo>
                  <a:lnTo>
                    <a:pt x="270792" y="5934632"/>
                  </a:lnTo>
                  <a:lnTo>
                    <a:pt x="271009" y="5934632"/>
                  </a:lnTo>
                  <a:lnTo>
                    <a:pt x="271118" y="5934632"/>
                  </a:lnTo>
                  <a:lnTo>
                    <a:pt x="271226" y="5934632"/>
                  </a:lnTo>
                  <a:lnTo>
                    <a:pt x="271335" y="5934632"/>
                  </a:lnTo>
                  <a:lnTo>
                    <a:pt x="271335" y="5934009"/>
                  </a:lnTo>
                  <a:lnTo>
                    <a:pt x="271443" y="5934009"/>
                  </a:lnTo>
                  <a:lnTo>
                    <a:pt x="271443" y="5933385"/>
                  </a:lnTo>
                  <a:lnTo>
                    <a:pt x="271551" y="5933385"/>
                  </a:lnTo>
                  <a:lnTo>
                    <a:pt x="271768" y="5933385"/>
                  </a:lnTo>
                  <a:lnTo>
                    <a:pt x="271877" y="5933385"/>
                  </a:lnTo>
                  <a:lnTo>
                    <a:pt x="271985" y="5933385"/>
                  </a:lnTo>
                  <a:lnTo>
                    <a:pt x="272094" y="5933385"/>
                  </a:lnTo>
                  <a:lnTo>
                    <a:pt x="272094" y="5932762"/>
                  </a:lnTo>
                  <a:lnTo>
                    <a:pt x="272311" y="5932762"/>
                  </a:lnTo>
                  <a:lnTo>
                    <a:pt x="272311" y="5932138"/>
                  </a:lnTo>
                  <a:lnTo>
                    <a:pt x="272311" y="5931515"/>
                  </a:lnTo>
                  <a:lnTo>
                    <a:pt x="272527" y="5931515"/>
                  </a:lnTo>
                  <a:lnTo>
                    <a:pt x="272636" y="5931515"/>
                  </a:lnTo>
                  <a:lnTo>
                    <a:pt x="272636" y="5930891"/>
                  </a:lnTo>
                  <a:lnTo>
                    <a:pt x="272853" y="5930891"/>
                  </a:lnTo>
                  <a:lnTo>
                    <a:pt x="272853" y="5930267"/>
                  </a:lnTo>
                  <a:lnTo>
                    <a:pt x="272961" y="5930267"/>
                  </a:lnTo>
                  <a:lnTo>
                    <a:pt x="273070" y="5930267"/>
                  </a:lnTo>
                  <a:lnTo>
                    <a:pt x="273178" y="5930267"/>
                  </a:lnTo>
                  <a:lnTo>
                    <a:pt x="273287" y="5930267"/>
                  </a:lnTo>
                  <a:lnTo>
                    <a:pt x="273395" y="5930267"/>
                  </a:lnTo>
                  <a:lnTo>
                    <a:pt x="273395" y="5929644"/>
                  </a:lnTo>
                  <a:lnTo>
                    <a:pt x="273503" y="5929644"/>
                  </a:lnTo>
                  <a:lnTo>
                    <a:pt x="273612" y="5929644"/>
                  </a:lnTo>
                  <a:lnTo>
                    <a:pt x="273612" y="5929020"/>
                  </a:lnTo>
                  <a:lnTo>
                    <a:pt x="273720" y="5929020"/>
                  </a:lnTo>
                  <a:lnTo>
                    <a:pt x="273937" y="5929020"/>
                  </a:lnTo>
                  <a:lnTo>
                    <a:pt x="274046" y="5929020"/>
                  </a:lnTo>
                  <a:lnTo>
                    <a:pt x="274154" y="5929020"/>
                  </a:lnTo>
                  <a:lnTo>
                    <a:pt x="274263" y="5929020"/>
                  </a:lnTo>
                  <a:lnTo>
                    <a:pt x="274371" y="5929020"/>
                  </a:lnTo>
                  <a:lnTo>
                    <a:pt x="274479" y="5929020"/>
                  </a:lnTo>
                  <a:lnTo>
                    <a:pt x="274588" y="5929020"/>
                  </a:lnTo>
                  <a:lnTo>
                    <a:pt x="274696" y="5929020"/>
                  </a:lnTo>
                  <a:lnTo>
                    <a:pt x="274696" y="5928397"/>
                  </a:lnTo>
                  <a:lnTo>
                    <a:pt x="274805" y="5928397"/>
                  </a:lnTo>
                  <a:lnTo>
                    <a:pt x="274913" y="5928397"/>
                  </a:lnTo>
                  <a:lnTo>
                    <a:pt x="275022" y="5928397"/>
                  </a:lnTo>
                  <a:lnTo>
                    <a:pt x="275130" y="5927773"/>
                  </a:lnTo>
                  <a:lnTo>
                    <a:pt x="275130" y="5927149"/>
                  </a:lnTo>
                  <a:lnTo>
                    <a:pt x="275239" y="5927149"/>
                  </a:lnTo>
                  <a:lnTo>
                    <a:pt x="275347" y="5927149"/>
                  </a:lnTo>
                  <a:lnTo>
                    <a:pt x="275455" y="5927149"/>
                  </a:lnTo>
                  <a:lnTo>
                    <a:pt x="275564" y="5927149"/>
                  </a:lnTo>
                  <a:lnTo>
                    <a:pt x="275672" y="5927149"/>
                  </a:lnTo>
                  <a:lnTo>
                    <a:pt x="275781" y="5926526"/>
                  </a:lnTo>
                  <a:lnTo>
                    <a:pt x="275889" y="5926526"/>
                  </a:lnTo>
                  <a:lnTo>
                    <a:pt x="275998" y="5926526"/>
                  </a:lnTo>
                  <a:lnTo>
                    <a:pt x="276106" y="5926526"/>
                  </a:lnTo>
                  <a:lnTo>
                    <a:pt x="276215" y="5926526"/>
                  </a:lnTo>
                  <a:lnTo>
                    <a:pt x="276323" y="5925902"/>
                  </a:lnTo>
                  <a:lnTo>
                    <a:pt x="276432" y="5925902"/>
                  </a:lnTo>
                  <a:lnTo>
                    <a:pt x="276540" y="5925902"/>
                  </a:lnTo>
                  <a:lnTo>
                    <a:pt x="276648" y="5925902"/>
                  </a:lnTo>
                  <a:lnTo>
                    <a:pt x="276757" y="5925902"/>
                  </a:lnTo>
                  <a:lnTo>
                    <a:pt x="276865" y="5925902"/>
                  </a:lnTo>
                  <a:lnTo>
                    <a:pt x="277082" y="5925279"/>
                  </a:lnTo>
                  <a:lnTo>
                    <a:pt x="277082" y="5924655"/>
                  </a:lnTo>
                  <a:lnTo>
                    <a:pt x="277191" y="5924655"/>
                  </a:lnTo>
                  <a:lnTo>
                    <a:pt x="277191" y="5924032"/>
                  </a:lnTo>
                  <a:lnTo>
                    <a:pt x="277299" y="5924032"/>
                  </a:lnTo>
                  <a:lnTo>
                    <a:pt x="277408" y="5924032"/>
                  </a:lnTo>
                  <a:lnTo>
                    <a:pt x="277516" y="5924032"/>
                  </a:lnTo>
                  <a:lnTo>
                    <a:pt x="277516" y="5923408"/>
                  </a:lnTo>
                  <a:lnTo>
                    <a:pt x="277733" y="5923408"/>
                  </a:lnTo>
                  <a:lnTo>
                    <a:pt x="277841" y="5923408"/>
                  </a:lnTo>
                  <a:lnTo>
                    <a:pt x="277950" y="5923408"/>
                  </a:lnTo>
                  <a:lnTo>
                    <a:pt x="278058" y="5923408"/>
                  </a:lnTo>
                  <a:lnTo>
                    <a:pt x="278275" y="5923408"/>
                  </a:lnTo>
                  <a:lnTo>
                    <a:pt x="278384" y="5923408"/>
                  </a:lnTo>
                  <a:lnTo>
                    <a:pt x="278492" y="5923408"/>
                  </a:lnTo>
                  <a:lnTo>
                    <a:pt x="278600" y="5923408"/>
                  </a:lnTo>
                  <a:lnTo>
                    <a:pt x="278709" y="5923408"/>
                  </a:lnTo>
                  <a:lnTo>
                    <a:pt x="278817" y="5923408"/>
                  </a:lnTo>
                  <a:lnTo>
                    <a:pt x="278926" y="5922784"/>
                  </a:lnTo>
                  <a:lnTo>
                    <a:pt x="279034" y="5922784"/>
                  </a:lnTo>
                  <a:lnTo>
                    <a:pt x="279034" y="5922161"/>
                  </a:lnTo>
                  <a:lnTo>
                    <a:pt x="279143" y="5922161"/>
                  </a:lnTo>
                  <a:lnTo>
                    <a:pt x="279251" y="5922161"/>
                  </a:lnTo>
                  <a:lnTo>
                    <a:pt x="279360" y="5922161"/>
                  </a:lnTo>
                  <a:lnTo>
                    <a:pt x="279468" y="5922161"/>
                  </a:lnTo>
                  <a:lnTo>
                    <a:pt x="280227" y="5922161"/>
                  </a:lnTo>
                  <a:lnTo>
                    <a:pt x="280336" y="5922161"/>
                  </a:lnTo>
                  <a:lnTo>
                    <a:pt x="280444" y="5922161"/>
                  </a:lnTo>
                  <a:lnTo>
                    <a:pt x="280553" y="5922161"/>
                  </a:lnTo>
                  <a:lnTo>
                    <a:pt x="280553" y="5920914"/>
                  </a:lnTo>
                  <a:lnTo>
                    <a:pt x="280661" y="5920914"/>
                  </a:lnTo>
                  <a:lnTo>
                    <a:pt x="280769" y="5920914"/>
                  </a:lnTo>
                  <a:lnTo>
                    <a:pt x="280878" y="5920914"/>
                  </a:lnTo>
                  <a:lnTo>
                    <a:pt x="280986" y="5920914"/>
                  </a:lnTo>
                  <a:lnTo>
                    <a:pt x="281095" y="5920914"/>
                  </a:lnTo>
                  <a:lnTo>
                    <a:pt x="281095" y="5920290"/>
                  </a:lnTo>
                  <a:lnTo>
                    <a:pt x="281203" y="5920290"/>
                  </a:lnTo>
                  <a:lnTo>
                    <a:pt x="281312" y="5920290"/>
                  </a:lnTo>
                  <a:lnTo>
                    <a:pt x="281420" y="5920290"/>
                  </a:lnTo>
                  <a:lnTo>
                    <a:pt x="281420" y="5919666"/>
                  </a:lnTo>
                  <a:lnTo>
                    <a:pt x="281420" y="5919043"/>
                  </a:lnTo>
                  <a:lnTo>
                    <a:pt x="281420" y="5918419"/>
                  </a:lnTo>
                  <a:lnTo>
                    <a:pt x="281529" y="5918419"/>
                  </a:lnTo>
                  <a:lnTo>
                    <a:pt x="281529" y="5917796"/>
                  </a:lnTo>
                  <a:lnTo>
                    <a:pt x="281637" y="5917796"/>
                  </a:lnTo>
                  <a:lnTo>
                    <a:pt x="281854" y="5917796"/>
                  </a:lnTo>
                  <a:lnTo>
                    <a:pt x="281962" y="5917796"/>
                  </a:lnTo>
                  <a:lnTo>
                    <a:pt x="282071" y="5917796"/>
                  </a:lnTo>
                  <a:lnTo>
                    <a:pt x="282179" y="5917796"/>
                  </a:lnTo>
                  <a:lnTo>
                    <a:pt x="282288" y="5917796"/>
                  </a:lnTo>
                  <a:lnTo>
                    <a:pt x="282396" y="5917796"/>
                  </a:lnTo>
                  <a:lnTo>
                    <a:pt x="282613" y="5917796"/>
                  </a:lnTo>
                  <a:lnTo>
                    <a:pt x="282721" y="5917796"/>
                  </a:lnTo>
                  <a:lnTo>
                    <a:pt x="282938" y="5917796"/>
                  </a:lnTo>
                  <a:lnTo>
                    <a:pt x="283047" y="5917796"/>
                  </a:lnTo>
                  <a:lnTo>
                    <a:pt x="283155" y="5917796"/>
                  </a:lnTo>
                  <a:lnTo>
                    <a:pt x="283264" y="5917796"/>
                  </a:lnTo>
                  <a:lnTo>
                    <a:pt x="283481" y="5917796"/>
                  </a:lnTo>
                  <a:lnTo>
                    <a:pt x="283589" y="5917796"/>
                  </a:lnTo>
                  <a:lnTo>
                    <a:pt x="283697" y="5917796"/>
                  </a:lnTo>
                  <a:lnTo>
                    <a:pt x="283697" y="5917172"/>
                  </a:lnTo>
                  <a:lnTo>
                    <a:pt x="283806" y="5917172"/>
                  </a:lnTo>
                  <a:lnTo>
                    <a:pt x="283914" y="5917172"/>
                  </a:lnTo>
                  <a:lnTo>
                    <a:pt x="284023" y="5917172"/>
                  </a:lnTo>
                  <a:lnTo>
                    <a:pt x="284131" y="5917172"/>
                  </a:lnTo>
                  <a:lnTo>
                    <a:pt x="284240" y="5917172"/>
                  </a:lnTo>
                  <a:lnTo>
                    <a:pt x="284348" y="5917172"/>
                  </a:lnTo>
                  <a:lnTo>
                    <a:pt x="284457" y="5917172"/>
                  </a:lnTo>
                  <a:lnTo>
                    <a:pt x="284457" y="5916549"/>
                  </a:lnTo>
                  <a:lnTo>
                    <a:pt x="284457" y="5915925"/>
                  </a:lnTo>
                  <a:lnTo>
                    <a:pt x="284565" y="5915925"/>
                  </a:lnTo>
                  <a:lnTo>
                    <a:pt x="284565" y="5915301"/>
                  </a:lnTo>
                  <a:lnTo>
                    <a:pt x="284674" y="5915301"/>
                  </a:lnTo>
                  <a:lnTo>
                    <a:pt x="284782" y="5915301"/>
                  </a:lnTo>
                  <a:lnTo>
                    <a:pt x="284890" y="5915301"/>
                  </a:lnTo>
                  <a:lnTo>
                    <a:pt x="284890" y="5914678"/>
                  </a:lnTo>
                  <a:lnTo>
                    <a:pt x="284999" y="5914678"/>
                  </a:lnTo>
                  <a:lnTo>
                    <a:pt x="285107" y="5914678"/>
                  </a:lnTo>
                  <a:lnTo>
                    <a:pt x="285216" y="5914678"/>
                  </a:lnTo>
                  <a:lnTo>
                    <a:pt x="285324" y="5914678"/>
                  </a:lnTo>
                  <a:lnTo>
                    <a:pt x="285541" y="5914678"/>
                  </a:lnTo>
                  <a:lnTo>
                    <a:pt x="285650" y="5914678"/>
                  </a:lnTo>
                  <a:lnTo>
                    <a:pt x="285758" y="5914678"/>
                  </a:lnTo>
                  <a:lnTo>
                    <a:pt x="285758" y="5914054"/>
                  </a:lnTo>
                  <a:lnTo>
                    <a:pt x="285975" y="5914054"/>
                  </a:lnTo>
                  <a:lnTo>
                    <a:pt x="286083" y="5914054"/>
                  </a:lnTo>
                  <a:lnTo>
                    <a:pt x="286300" y="5914054"/>
                  </a:lnTo>
                  <a:lnTo>
                    <a:pt x="286409" y="5914054"/>
                  </a:lnTo>
                  <a:lnTo>
                    <a:pt x="286517" y="5914054"/>
                  </a:lnTo>
                  <a:lnTo>
                    <a:pt x="286626" y="5913431"/>
                  </a:lnTo>
                  <a:lnTo>
                    <a:pt x="286842" y="5913431"/>
                  </a:lnTo>
                  <a:lnTo>
                    <a:pt x="286951" y="5913431"/>
                  </a:lnTo>
                  <a:lnTo>
                    <a:pt x="287059" y="5913431"/>
                  </a:lnTo>
                  <a:lnTo>
                    <a:pt x="287168" y="5913431"/>
                  </a:lnTo>
                  <a:lnTo>
                    <a:pt x="287276" y="5913431"/>
                  </a:lnTo>
                  <a:lnTo>
                    <a:pt x="287385" y="5913431"/>
                  </a:lnTo>
                  <a:lnTo>
                    <a:pt x="287493" y="5913431"/>
                  </a:lnTo>
                  <a:lnTo>
                    <a:pt x="287602" y="5913431"/>
                  </a:lnTo>
                  <a:lnTo>
                    <a:pt x="287602" y="5912807"/>
                  </a:lnTo>
                  <a:lnTo>
                    <a:pt x="287710" y="5912807"/>
                  </a:lnTo>
                  <a:lnTo>
                    <a:pt x="287818" y="5912807"/>
                  </a:lnTo>
                  <a:lnTo>
                    <a:pt x="287818" y="5912183"/>
                  </a:lnTo>
                  <a:lnTo>
                    <a:pt x="287927" y="5912183"/>
                  </a:lnTo>
                  <a:lnTo>
                    <a:pt x="288035" y="5912183"/>
                  </a:lnTo>
                  <a:lnTo>
                    <a:pt x="288035" y="5911560"/>
                  </a:lnTo>
                  <a:lnTo>
                    <a:pt x="288144" y="5911560"/>
                  </a:lnTo>
                  <a:lnTo>
                    <a:pt x="288252" y="5911560"/>
                  </a:lnTo>
                  <a:lnTo>
                    <a:pt x="288252" y="5910936"/>
                  </a:lnTo>
                  <a:lnTo>
                    <a:pt x="288361" y="5910936"/>
                  </a:lnTo>
                  <a:lnTo>
                    <a:pt x="288578" y="5910936"/>
                  </a:lnTo>
                  <a:lnTo>
                    <a:pt x="288578" y="5910313"/>
                  </a:lnTo>
                  <a:lnTo>
                    <a:pt x="288686" y="5910313"/>
                  </a:lnTo>
                  <a:lnTo>
                    <a:pt x="288795" y="5910313"/>
                  </a:lnTo>
                  <a:lnTo>
                    <a:pt x="288903" y="5910313"/>
                  </a:lnTo>
                  <a:lnTo>
                    <a:pt x="288903" y="5909689"/>
                  </a:lnTo>
                  <a:lnTo>
                    <a:pt x="288903" y="5909066"/>
                  </a:lnTo>
                  <a:lnTo>
                    <a:pt x="289011" y="5909066"/>
                  </a:lnTo>
                  <a:lnTo>
                    <a:pt x="289228" y="5908442"/>
                  </a:lnTo>
                  <a:lnTo>
                    <a:pt x="289337" y="5908442"/>
                  </a:lnTo>
                  <a:lnTo>
                    <a:pt x="289445" y="5908442"/>
                  </a:lnTo>
                  <a:lnTo>
                    <a:pt x="289554" y="5908442"/>
                  </a:lnTo>
                  <a:lnTo>
                    <a:pt x="289662" y="5908442"/>
                  </a:lnTo>
                  <a:lnTo>
                    <a:pt x="289987" y="5908442"/>
                  </a:lnTo>
                  <a:lnTo>
                    <a:pt x="290096" y="5908442"/>
                  </a:lnTo>
                  <a:lnTo>
                    <a:pt x="290204" y="5908442"/>
                  </a:lnTo>
                  <a:lnTo>
                    <a:pt x="290313" y="5908442"/>
                  </a:lnTo>
                  <a:lnTo>
                    <a:pt x="290313" y="5907818"/>
                  </a:lnTo>
                  <a:lnTo>
                    <a:pt x="290421" y="5907818"/>
                  </a:lnTo>
                  <a:lnTo>
                    <a:pt x="290421" y="5907195"/>
                  </a:lnTo>
                  <a:lnTo>
                    <a:pt x="290530" y="5907195"/>
                  </a:lnTo>
                  <a:lnTo>
                    <a:pt x="290638" y="5907195"/>
                  </a:lnTo>
                  <a:lnTo>
                    <a:pt x="290747" y="5907195"/>
                  </a:lnTo>
                  <a:lnTo>
                    <a:pt x="290855" y="5907195"/>
                  </a:lnTo>
                  <a:lnTo>
                    <a:pt x="290963" y="5907195"/>
                  </a:lnTo>
                  <a:lnTo>
                    <a:pt x="291289" y="5907195"/>
                  </a:lnTo>
                  <a:lnTo>
                    <a:pt x="291397" y="5907195"/>
                  </a:lnTo>
                  <a:lnTo>
                    <a:pt x="291397" y="5906571"/>
                  </a:lnTo>
                  <a:lnTo>
                    <a:pt x="291506" y="5906571"/>
                  </a:lnTo>
                  <a:lnTo>
                    <a:pt x="291614" y="5906571"/>
                  </a:lnTo>
                  <a:lnTo>
                    <a:pt x="291723" y="5906571"/>
                  </a:lnTo>
                  <a:lnTo>
                    <a:pt x="291831" y="5906571"/>
                  </a:lnTo>
                  <a:lnTo>
                    <a:pt x="292048" y="5906571"/>
                  </a:lnTo>
                  <a:lnTo>
                    <a:pt x="292373" y="5905948"/>
                  </a:lnTo>
                  <a:lnTo>
                    <a:pt x="292482" y="5905948"/>
                  </a:lnTo>
                  <a:lnTo>
                    <a:pt x="292482" y="5905324"/>
                  </a:lnTo>
                  <a:lnTo>
                    <a:pt x="292590" y="5905324"/>
                  </a:lnTo>
                  <a:lnTo>
                    <a:pt x="292699" y="5904700"/>
                  </a:lnTo>
                  <a:lnTo>
                    <a:pt x="292807" y="5904700"/>
                  </a:lnTo>
                  <a:lnTo>
                    <a:pt x="292916" y="5904700"/>
                  </a:lnTo>
                  <a:lnTo>
                    <a:pt x="293024" y="5904700"/>
                  </a:lnTo>
                  <a:lnTo>
                    <a:pt x="293132" y="5904700"/>
                  </a:lnTo>
                  <a:lnTo>
                    <a:pt x="293241" y="5904700"/>
                  </a:lnTo>
                  <a:lnTo>
                    <a:pt x="293349" y="5904700"/>
                  </a:lnTo>
                  <a:lnTo>
                    <a:pt x="293458" y="5904700"/>
                  </a:lnTo>
                  <a:lnTo>
                    <a:pt x="293566" y="5904700"/>
                  </a:lnTo>
                  <a:lnTo>
                    <a:pt x="293675" y="5904700"/>
                  </a:lnTo>
                  <a:lnTo>
                    <a:pt x="293783" y="5904077"/>
                  </a:lnTo>
                  <a:lnTo>
                    <a:pt x="293783" y="5903453"/>
                  </a:lnTo>
                  <a:lnTo>
                    <a:pt x="293892" y="5903453"/>
                  </a:lnTo>
                  <a:lnTo>
                    <a:pt x="294000" y="5903453"/>
                  </a:lnTo>
                  <a:lnTo>
                    <a:pt x="294108" y="5903453"/>
                  </a:lnTo>
                  <a:lnTo>
                    <a:pt x="294217" y="5903453"/>
                  </a:lnTo>
                  <a:lnTo>
                    <a:pt x="294325" y="5903453"/>
                  </a:lnTo>
                  <a:lnTo>
                    <a:pt x="294434" y="5903453"/>
                  </a:lnTo>
                  <a:lnTo>
                    <a:pt x="294651" y="5903453"/>
                  </a:lnTo>
                  <a:lnTo>
                    <a:pt x="294759" y="5903453"/>
                  </a:lnTo>
                  <a:lnTo>
                    <a:pt x="294868" y="5903453"/>
                  </a:lnTo>
                  <a:lnTo>
                    <a:pt x="294976" y="5903453"/>
                  </a:lnTo>
                  <a:lnTo>
                    <a:pt x="295193" y="5903453"/>
                  </a:lnTo>
                  <a:lnTo>
                    <a:pt x="295410" y="5902830"/>
                  </a:lnTo>
                  <a:lnTo>
                    <a:pt x="295518" y="5902830"/>
                  </a:lnTo>
                  <a:lnTo>
                    <a:pt x="295627" y="5902830"/>
                  </a:lnTo>
                  <a:lnTo>
                    <a:pt x="295735" y="5902830"/>
                  </a:lnTo>
                  <a:lnTo>
                    <a:pt x="295844" y="5902830"/>
                  </a:lnTo>
                  <a:lnTo>
                    <a:pt x="295952" y="5902830"/>
                  </a:lnTo>
                  <a:lnTo>
                    <a:pt x="296060" y="5902830"/>
                  </a:lnTo>
                  <a:lnTo>
                    <a:pt x="296169" y="5902830"/>
                  </a:lnTo>
                  <a:lnTo>
                    <a:pt x="296277" y="5902830"/>
                  </a:lnTo>
                  <a:lnTo>
                    <a:pt x="296386" y="5902830"/>
                  </a:lnTo>
                  <a:lnTo>
                    <a:pt x="296494" y="5902830"/>
                  </a:lnTo>
                  <a:lnTo>
                    <a:pt x="296603" y="5902830"/>
                  </a:lnTo>
                  <a:lnTo>
                    <a:pt x="296711" y="5902206"/>
                  </a:lnTo>
                  <a:lnTo>
                    <a:pt x="296928" y="5902206"/>
                  </a:lnTo>
                  <a:lnTo>
                    <a:pt x="297145" y="5902206"/>
                  </a:lnTo>
                  <a:lnTo>
                    <a:pt x="297145" y="5901583"/>
                  </a:lnTo>
                  <a:lnTo>
                    <a:pt x="297253" y="5901583"/>
                  </a:lnTo>
                  <a:lnTo>
                    <a:pt x="297362" y="5901583"/>
                  </a:lnTo>
                  <a:lnTo>
                    <a:pt x="297470" y="5901583"/>
                  </a:lnTo>
                  <a:lnTo>
                    <a:pt x="297579" y="5901583"/>
                  </a:lnTo>
                  <a:lnTo>
                    <a:pt x="297687" y="5901583"/>
                  </a:lnTo>
                  <a:lnTo>
                    <a:pt x="297796" y="5901583"/>
                  </a:lnTo>
                  <a:lnTo>
                    <a:pt x="297904" y="5901583"/>
                  </a:lnTo>
                  <a:lnTo>
                    <a:pt x="298013" y="5901583"/>
                  </a:lnTo>
                  <a:lnTo>
                    <a:pt x="298121" y="5901583"/>
                  </a:lnTo>
                  <a:lnTo>
                    <a:pt x="298121" y="5900959"/>
                  </a:lnTo>
                  <a:lnTo>
                    <a:pt x="298229" y="5900959"/>
                  </a:lnTo>
                  <a:lnTo>
                    <a:pt x="298229" y="5900335"/>
                  </a:lnTo>
                  <a:lnTo>
                    <a:pt x="298338" y="5900335"/>
                  </a:lnTo>
                  <a:lnTo>
                    <a:pt x="298446" y="5900335"/>
                  </a:lnTo>
                  <a:lnTo>
                    <a:pt x="298555" y="5900335"/>
                  </a:lnTo>
                  <a:lnTo>
                    <a:pt x="298555" y="5899712"/>
                  </a:lnTo>
                  <a:lnTo>
                    <a:pt x="298663" y="5899712"/>
                  </a:lnTo>
                  <a:lnTo>
                    <a:pt x="298772" y="5899712"/>
                  </a:lnTo>
                  <a:lnTo>
                    <a:pt x="298880" y="5899712"/>
                  </a:lnTo>
                  <a:lnTo>
                    <a:pt x="298989" y="5899712"/>
                  </a:lnTo>
                  <a:lnTo>
                    <a:pt x="299097" y="5899712"/>
                  </a:lnTo>
                  <a:lnTo>
                    <a:pt x="299097" y="5899088"/>
                  </a:lnTo>
                  <a:lnTo>
                    <a:pt x="299097" y="5898465"/>
                  </a:lnTo>
                  <a:lnTo>
                    <a:pt x="299097" y="5897841"/>
                  </a:lnTo>
                  <a:lnTo>
                    <a:pt x="299097" y="5897217"/>
                  </a:lnTo>
                  <a:lnTo>
                    <a:pt x="299205" y="5897217"/>
                  </a:lnTo>
                  <a:lnTo>
                    <a:pt x="299422" y="5897217"/>
                  </a:lnTo>
                  <a:lnTo>
                    <a:pt x="299531" y="5897217"/>
                  </a:lnTo>
                  <a:lnTo>
                    <a:pt x="299639" y="5897217"/>
                  </a:lnTo>
                  <a:lnTo>
                    <a:pt x="299748" y="5897217"/>
                  </a:lnTo>
                  <a:lnTo>
                    <a:pt x="299965" y="5897217"/>
                  </a:lnTo>
                  <a:lnTo>
                    <a:pt x="299965" y="5896594"/>
                  </a:lnTo>
                  <a:lnTo>
                    <a:pt x="299965" y="5895970"/>
                  </a:lnTo>
                  <a:lnTo>
                    <a:pt x="300073" y="5895970"/>
                  </a:lnTo>
                  <a:lnTo>
                    <a:pt x="300181" y="5895970"/>
                  </a:lnTo>
                  <a:lnTo>
                    <a:pt x="300290" y="5895970"/>
                  </a:lnTo>
                  <a:lnTo>
                    <a:pt x="300290" y="5895347"/>
                  </a:lnTo>
                  <a:lnTo>
                    <a:pt x="300398" y="5895347"/>
                  </a:lnTo>
                  <a:lnTo>
                    <a:pt x="300398" y="5894723"/>
                  </a:lnTo>
                  <a:lnTo>
                    <a:pt x="300615" y="5894723"/>
                  </a:lnTo>
                  <a:lnTo>
                    <a:pt x="300832" y="5894723"/>
                  </a:lnTo>
                  <a:lnTo>
                    <a:pt x="300941" y="5894723"/>
                  </a:lnTo>
                  <a:lnTo>
                    <a:pt x="301049" y="5894100"/>
                  </a:lnTo>
                  <a:lnTo>
                    <a:pt x="301157" y="5893476"/>
                  </a:lnTo>
                  <a:lnTo>
                    <a:pt x="301266" y="5893476"/>
                  </a:lnTo>
                  <a:lnTo>
                    <a:pt x="301374" y="5893476"/>
                  </a:lnTo>
                  <a:lnTo>
                    <a:pt x="301374" y="5892852"/>
                  </a:lnTo>
                  <a:lnTo>
                    <a:pt x="301483" y="5892852"/>
                  </a:lnTo>
                  <a:lnTo>
                    <a:pt x="301591" y="5892852"/>
                  </a:lnTo>
                  <a:lnTo>
                    <a:pt x="301700" y="5892852"/>
                  </a:lnTo>
                  <a:lnTo>
                    <a:pt x="301808" y="5892852"/>
                  </a:lnTo>
                  <a:lnTo>
                    <a:pt x="301808" y="5892229"/>
                  </a:lnTo>
                  <a:lnTo>
                    <a:pt x="301917" y="5892229"/>
                  </a:lnTo>
                  <a:lnTo>
                    <a:pt x="301917" y="5891605"/>
                  </a:lnTo>
                  <a:lnTo>
                    <a:pt x="302025" y="5891605"/>
                  </a:lnTo>
                  <a:lnTo>
                    <a:pt x="302242" y="5891605"/>
                  </a:lnTo>
                  <a:lnTo>
                    <a:pt x="302350" y="5891605"/>
                  </a:lnTo>
                  <a:lnTo>
                    <a:pt x="302459" y="5891605"/>
                  </a:lnTo>
                  <a:lnTo>
                    <a:pt x="302676" y="5891605"/>
                  </a:lnTo>
                  <a:lnTo>
                    <a:pt x="302676" y="5890982"/>
                  </a:lnTo>
                  <a:lnTo>
                    <a:pt x="302784" y="5890982"/>
                  </a:lnTo>
                  <a:lnTo>
                    <a:pt x="303110" y="5890358"/>
                  </a:lnTo>
                  <a:lnTo>
                    <a:pt x="303218" y="5890358"/>
                  </a:lnTo>
                  <a:lnTo>
                    <a:pt x="303326" y="5890358"/>
                  </a:lnTo>
                  <a:lnTo>
                    <a:pt x="303435" y="5890358"/>
                  </a:lnTo>
                  <a:lnTo>
                    <a:pt x="303543" y="5890358"/>
                  </a:lnTo>
                  <a:lnTo>
                    <a:pt x="303543" y="5889735"/>
                  </a:lnTo>
                  <a:lnTo>
                    <a:pt x="303652" y="5889735"/>
                  </a:lnTo>
                  <a:lnTo>
                    <a:pt x="303652" y="5889111"/>
                  </a:lnTo>
                  <a:lnTo>
                    <a:pt x="303652" y="5888487"/>
                  </a:lnTo>
                  <a:lnTo>
                    <a:pt x="303760" y="5888487"/>
                  </a:lnTo>
                  <a:lnTo>
                    <a:pt x="303869" y="5888487"/>
                  </a:lnTo>
                  <a:lnTo>
                    <a:pt x="303869" y="5887864"/>
                  </a:lnTo>
                  <a:lnTo>
                    <a:pt x="303977" y="5887864"/>
                  </a:lnTo>
                  <a:lnTo>
                    <a:pt x="304086" y="5887864"/>
                  </a:lnTo>
                  <a:lnTo>
                    <a:pt x="304302" y="5887864"/>
                  </a:lnTo>
                  <a:lnTo>
                    <a:pt x="304411" y="5887864"/>
                  </a:lnTo>
                  <a:lnTo>
                    <a:pt x="304519" y="5887864"/>
                  </a:lnTo>
                  <a:lnTo>
                    <a:pt x="304628" y="5887864"/>
                  </a:lnTo>
                  <a:lnTo>
                    <a:pt x="304736" y="5887864"/>
                  </a:lnTo>
                  <a:lnTo>
                    <a:pt x="304953" y="5887864"/>
                  </a:lnTo>
                  <a:lnTo>
                    <a:pt x="305062" y="5887864"/>
                  </a:lnTo>
                  <a:lnTo>
                    <a:pt x="305170" y="5887864"/>
                  </a:lnTo>
                  <a:lnTo>
                    <a:pt x="305278" y="5887864"/>
                  </a:lnTo>
                  <a:lnTo>
                    <a:pt x="305387" y="5887864"/>
                  </a:lnTo>
                  <a:lnTo>
                    <a:pt x="305387" y="5887240"/>
                  </a:lnTo>
                  <a:lnTo>
                    <a:pt x="305495" y="5887240"/>
                  </a:lnTo>
                  <a:lnTo>
                    <a:pt x="305604" y="5887240"/>
                  </a:lnTo>
                  <a:lnTo>
                    <a:pt x="305712" y="5887240"/>
                  </a:lnTo>
                  <a:lnTo>
                    <a:pt x="305821" y="5887240"/>
                  </a:lnTo>
                  <a:lnTo>
                    <a:pt x="305929" y="5886617"/>
                  </a:lnTo>
                  <a:lnTo>
                    <a:pt x="306038" y="5886617"/>
                  </a:lnTo>
                  <a:lnTo>
                    <a:pt x="306038" y="5885993"/>
                  </a:lnTo>
                  <a:lnTo>
                    <a:pt x="306038" y="5885369"/>
                  </a:lnTo>
                  <a:lnTo>
                    <a:pt x="306146" y="5885369"/>
                  </a:lnTo>
                  <a:lnTo>
                    <a:pt x="306255" y="5885369"/>
                  </a:lnTo>
                  <a:lnTo>
                    <a:pt x="306363" y="5885369"/>
                  </a:lnTo>
                  <a:lnTo>
                    <a:pt x="306471" y="5885369"/>
                  </a:lnTo>
                  <a:lnTo>
                    <a:pt x="306688" y="5885369"/>
                  </a:lnTo>
                  <a:lnTo>
                    <a:pt x="306905" y="5885369"/>
                  </a:lnTo>
                  <a:lnTo>
                    <a:pt x="307014" y="5885369"/>
                  </a:lnTo>
                  <a:lnTo>
                    <a:pt x="307122" y="5885369"/>
                  </a:lnTo>
                  <a:lnTo>
                    <a:pt x="307231" y="5885369"/>
                  </a:lnTo>
                  <a:lnTo>
                    <a:pt x="307339" y="5885369"/>
                  </a:lnTo>
                  <a:lnTo>
                    <a:pt x="307339" y="5884746"/>
                  </a:lnTo>
                  <a:lnTo>
                    <a:pt x="307447" y="5884746"/>
                  </a:lnTo>
                  <a:lnTo>
                    <a:pt x="307556" y="5884746"/>
                  </a:lnTo>
                  <a:lnTo>
                    <a:pt x="307664" y="5884746"/>
                  </a:lnTo>
                  <a:lnTo>
                    <a:pt x="307773" y="5884746"/>
                  </a:lnTo>
                  <a:lnTo>
                    <a:pt x="307881" y="5884746"/>
                  </a:lnTo>
                  <a:lnTo>
                    <a:pt x="307881" y="5884122"/>
                  </a:lnTo>
                  <a:lnTo>
                    <a:pt x="308098" y="5884122"/>
                  </a:lnTo>
                  <a:lnTo>
                    <a:pt x="308207" y="5884122"/>
                  </a:lnTo>
                  <a:lnTo>
                    <a:pt x="308207" y="5882875"/>
                  </a:lnTo>
                  <a:lnTo>
                    <a:pt x="308315" y="5882875"/>
                  </a:lnTo>
                  <a:lnTo>
                    <a:pt x="308315" y="5882252"/>
                  </a:lnTo>
                  <a:lnTo>
                    <a:pt x="308423" y="5882252"/>
                  </a:lnTo>
                  <a:lnTo>
                    <a:pt x="308532" y="5882252"/>
                  </a:lnTo>
                  <a:lnTo>
                    <a:pt x="308640" y="5882252"/>
                  </a:lnTo>
                  <a:lnTo>
                    <a:pt x="308749" y="5882252"/>
                  </a:lnTo>
                  <a:lnTo>
                    <a:pt x="308857" y="5882252"/>
                  </a:lnTo>
                  <a:lnTo>
                    <a:pt x="308966" y="5881628"/>
                  </a:lnTo>
                  <a:lnTo>
                    <a:pt x="308966" y="5881004"/>
                  </a:lnTo>
                  <a:lnTo>
                    <a:pt x="308966" y="5880381"/>
                  </a:lnTo>
                  <a:lnTo>
                    <a:pt x="309074" y="5880381"/>
                  </a:lnTo>
                  <a:lnTo>
                    <a:pt x="309183" y="5880381"/>
                  </a:lnTo>
                  <a:lnTo>
                    <a:pt x="309291" y="5880381"/>
                  </a:lnTo>
                  <a:lnTo>
                    <a:pt x="309399" y="5880381"/>
                  </a:lnTo>
                  <a:lnTo>
                    <a:pt x="309508" y="5880381"/>
                  </a:lnTo>
                  <a:lnTo>
                    <a:pt x="309616" y="5880381"/>
                  </a:lnTo>
                  <a:lnTo>
                    <a:pt x="309833" y="5880381"/>
                  </a:lnTo>
                  <a:lnTo>
                    <a:pt x="309833" y="5879757"/>
                  </a:lnTo>
                  <a:lnTo>
                    <a:pt x="309942" y="5879757"/>
                  </a:lnTo>
                  <a:lnTo>
                    <a:pt x="310050" y="5879757"/>
                  </a:lnTo>
                  <a:lnTo>
                    <a:pt x="310159" y="5879757"/>
                  </a:lnTo>
                  <a:lnTo>
                    <a:pt x="310159" y="5879134"/>
                  </a:lnTo>
                  <a:lnTo>
                    <a:pt x="310159" y="5878510"/>
                  </a:lnTo>
                  <a:lnTo>
                    <a:pt x="310267" y="5878510"/>
                  </a:lnTo>
                  <a:lnTo>
                    <a:pt x="310484" y="5878510"/>
                  </a:lnTo>
                  <a:lnTo>
                    <a:pt x="310484" y="5877886"/>
                  </a:lnTo>
                  <a:lnTo>
                    <a:pt x="310592" y="5877886"/>
                  </a:lnTo>
                  <a:lnTo>
                    <a:pt x="310701" y="5877886"/>
                  </a:lnTo>
                  <a:lnTo>
                    <a:pt x="310809" y="5877886"/>
                  </a:lnTo>
                  <a:lnTo>
                    <a:pt x="310918" y="5877886"/>
                  </a:lnTo>
                  <a:lnTo>
                    <a:pt x="311026" y="5877886"/>
                  </a:lnTo>
                  <a:lnTo>
                    <a:pt x="311135" y="5877263"/>
                  </a:lnTo>
                  <a:lnTo>
                    <a:pt x="311135" y="5876639"/>
                  </a:lnTo>
                  <a:lnTo>
                    <a:pt x="311135" y="5876016"/>
                  </a:lnTo>
                  <a:lnTo>
                    <a:pt x="311243" y="5876016"/>
                  </a:lnTo>
                  <a:lnTo>
                    <a:pt x="311243" y="5875392"/>
                  </a:lnTo>
                  <a:lnTo>
                    <a:pt x="311460" y="5875392"/>
                  </a:lnTo>
                  <a:lnTo>
                    <a:pt x="311568" y="5875392"/>
                  </a:lnTo>
                  <a:lnTo>
                    <a:pt x="311568" y="5874769"/>
                  </a:lnTo>
                  <a:lnTo>
                    <a:pt x="311568" y="5874145"/>
                  </a:lnTo>
                  <a:lnTo>
                    <a:pt x="311677" y="5874145"/>
                  </a:lnTo>
                  <a:lnTo>
                    <a:pt x="311785" y="5874145"/>
                  </a:lnTo>
                  <a:lnTo>
                    <a:pt x="311894" y="5874145"/>
                  </a:lnTo>
                  <a:lnTo>
                    <a:pt x="312002" y="5874145"/>
                  </a:lnTo>
                  <a:lnTo>
                    <a:pt x="312111" y="5874145"/>
                  </a:lnTo>
                  <a:lnTo>
                    <a:pt x="312219" y="5874145"/>
                  </a:lnTo>
                  <a:lnTo>
                    <a:pt x="312219" y="5873521"/>
                  </a:lnTo>
                  <a:lnTo>
                    <a:pt x="312544" y="5873521"/>
                  </a:lnTo>
                  <a:lnTo>
                    <a:pt x="312761" y="5873521"/>
                  </a:lnTo>
                  <a:lnTo>
                    <a:pt x="312870" y="5873521"/>
                  </a:lnTo>
                  <a:lnTo>
                    <a:pt x="313087" y="5873521"/>
                  </a:lnTo>
                  <a:lnTo>
                    <a:pt x="313195" y="5873521"/>
                  </a:lnTo>
                  <a:lnTo>
                    <a:pt x="313304" y="5873521"/>
                  </a:lnTo>
                  <a:lnTo>
                    <a:pt x="313304" y="5872898"/>
                  </a:lnTo>
                  <a:lnTo>
                    <a:pt x="313304" y="5872274"/>
                  </a:lnTo>
                  <a:lnTo>
                    <a:pt x="313304" y="5871651"/>
                  </a:lnTo>
                  <a:lnTo>
                    <a:pt x="313304" y="5871027"/>
                  </a:lnTo>
                  <a:lnTo>
                    <a:pt x="313304" y="5870403"/>
                  </a:lnTo>
                  <a:lnTo>
                    <a:pt x="313412" y="5869780"/>
                  </a:lnTo>
                  <a:lnTo>
                    <a:pt x="313520" y="5869780"/>
                  </a:lnTo>
                  <a:lnTo>
                    <a:pt x="313629" y="5869780"/>
                  </a:lnTo>
                  <a:lnTo>
                    <a:pt x="313737" y="5869780"/>
                  </a:lnTo>
                  <a:lnTo>
                    <a:pt x="313846" y="5869780"/>
                  </a:lnTo>
                  <a:lnTo>
                    <a:pt x="313954" y="5869156"/>
                  </a:lnTo>
                  <a:lnTo>
                    <a:pt x="314063" y="5868533"/>
                  </a:lnTo>
                  <a:lnTo>
                    <a:pt x="314063" y="5867909"/>
                  </a:lnTo>
                  <a:lnTo>
                    <a:pt x="314063" y="5867286"/>
                  </a:lnTo>
                  <a:lnTo>
                    <a:pt x="314171" y="5867286"/>
                  </a:lnTo>
                  <a:lnTo>
                    <a:pt x="314171" y="5866662"/>
                  </a:lnTo>
                  <a:lnTo>
                    <a:pt x="314280" y="5866662"/>
                  </a:lnTo>
                  <a:lnTo>
                    <a:pt x="314388" y="5866662"/>
                  </a:lnTo>
                  <a:lnTo>
                    <a:pt x="314388" y="5866038"/>
                  </a:lnTo>
                  <a:lnTo>
                    <a:pt x="314497" y="5866038"/>
                  </a:lnTo>
                  <a:lnTo>
                    <a:pt x="314605" y="5865415"/>
                  </a:lnTo>
                  <a:lnTo>
                    <a:pt x="314713" y="5865415"/>
                  </a:lnTo>
                  <a:lnTo>
                    <a:pt x="314713" y="5864791"/>
                  </a:lnTo>
                  <a:lnTo>
                    <a:pt x="314822" y="5864791"/>
                  </a:lnTo>
                  <a:lnTo>
                    <a:pt x="315039" y="5864791"/>
                  </a:lnTo>
                  <a:lnTo>
                    <a:pt x="315147" y="5864791"/>
                  </a:lnTo>
                  <a:lnTo>
                    <a:pt x="315256" y="5864791"/>
                  </a:lnTo>
                  <a:lnTo>
                    <a:pt x="315473" y="5864791"/>
                  </a:lnTo>
                  <a:lnTo>
                    <a:pt x="315689" y="5864791"/>
                  </a:lnTo>
                  <a:lnTo>
                    <a:pt x="315798" y="5864791"/>
                  </a:lnTo>
                  <a:lnTo>
                    <a:pt x="315906" y="5864168"/>
                  </a:lnTo>
                  <a:lnTo>
                    <a:pt x="316123" y="5863544"/>
                  </a:lnTo>
                  <a:lnTo>
                    <a:pt x="316232" y="5863544"/>
                  </a:lnTo>
                  <a:lnTo>
                    <a:pt x="316232" y="5862920"/>
                  </a:lnTo>
                  <a:lnTo>
                    <a:pt x="316340" y="5862920"/>
                  </a:lnTo>
                  <a:lnTo>
                    <a:pt x="316449" y="5862920"/>
                  </a:lnTo>
                  <a:lnTo>
                    <a:pt x="316557" y="5862920"/>
                  </a:lnTo>
                  <a:lnTo>
                    <a:pt x="316665" y="5862920"/>
                  </a:lnTo>
                  <a:lnTo>
                    <a:pt x="316774" y="5862920"/>
                  </a:lnTo>
                  <a:lnTo>
                    <a:pt x="316882" y="5862920"/>
                  </a:lnTo>
                  <a:lnTo>
                    <a:pt x="316991" y="5862920"/>
                  </a:lnTo>
                  <a:lnTo>
                    <a:pt x="317099" y="5862920"/>
                  </a:lnTo>
                  <a:lnTo>
                    <a:pt x="317208" y="5862920"/>
                  </a:lnTo>
                  <a:lnTo>
                    <a:pt x="317425" y="5862920"/>
                  </a:lnTo>
                  <a:lnTo>
                    <a:pt x="317533" y="5862920"/>
                  </a:lnTo>
                  <a:lnTo>
                    <a:pt x="317641" y="5862920"/>
                  </a:lnTo>
                  <a:lnTo>
                    <a:pt x="317750" y="5862920"/>
                  </a:lnTo>
                  <a:lnTo>
                    <a:pt x="317967" y="5862920"/>
                  </a:lnTo>
                  <a:lnTo>
                    <a:pt x="318075" y="5862920"/>
                  </a:lnTo>
                  <a:lnTo>
                    <a:pt x="318184" y="5862920"/>
                  </a:lnTo>
                  <a:lnTo>
                    <a:pt x="318184" y="5862297"/>
                  </a:lnTo>
                  <a:lnTo>
                    <a:pt x="318509" y="5862297"/>
                  </a:lnTo>
                  <a:lnTo>
                    <a:pt x="318618" y="5862297"/>
                  </a:lnTo>
                  <a:lnTo>
                    <a:pt x="318726" y="5862297"/>
                  </a:lnTo>
                  <a:lnTo>
                    <a:pt x="318834" y="5862297"/>
                  </a:lnTo>
                  <a:lnTo>
                    <a:pt x="318943" y="5862297"/>
                  </a:lnTo>
                  <a:lnTo>
                    <a:pt x="319051" y="5862297"/>
                  </a:lnTo>
                  <a:lnTo>
                    <a:pt x="319160" y="5861673"/>
                  </a:lnTo>
                  <a:lnTo>
                    <a:pt x="319377" y="5861673"/>
                  </a:lnTo>
                  <a:lnTo>
                    <a:pt x="319485" y="5861673"/>
                  </a:lnTo>
                  <a:lnTo>
                    <a:pt x="319485" y="5861050"/>
                  </a:lnTo>
                  <a:lnTo>
                    <a:pt x="319702" y="5861050"/>
                  </a:lnTo>
                  <a:lnTo>
                    <a:pt x="319702" y="5860426"/>
                  </a:lnTo>
                  <a:lnTo>
                    <a:pt x="319810" y="5860426"/>
                  </a:lnTo>
                  <a:lnTo>
                    <a:pt x="319919" y="5860426"/>
                  </a:lnTo>
                  <a:lnTo>
                    <a:pt x="320027" y="5860426"/>
                  </a:lnTo>
                  <a:lnTo>
                    <a:pt x="320136" y="5860426"/>
                  </a:lnTo>
                  <a:lnTo>
                    <a:pt x="320244" y="5860426"/>
                  </a:lnTo>
                  <a:lnTo>
                    <a:pt x="320244" y="5859803"/>
                  </a:lnTo>
                  <a:lnTo>
                    <a:pt x="320353" y="5859803"/>
                  </a:lnTo>
                  <a:lnTo>
                    <a:pt x="320461" y="5859803"/>
                  </a:lnTo>
                  <a:lnTo>
                    <a:pt x="320461" y="5859179"/>
                  </a:lnTo>
                  <a:lnTo>
                    <a:pt x="320570" y="5859179"/>
                  </a:lnTo>
                  <a:lnTo>
                    <a:pt x="320786" y="5859179"/>
                  </a:lnTo>
                  <a:lnTo>
                    <a:pt x="321003" y="5859179"/>
                  </a:lnTo>
                  <a:lnTo>
                    <a:pt x="321220" y="5859179"/>
                  </a:lnTo>
                  <a:lnTo>
                    <a:pt x="321329" y="5859179"/>
                  </a:lnTo>
                  <a:lnTo>
                    <a:pt x="321329" y="5858555"/>
                  </a:lnTo>
                  <a:lnTo>
                    <a:pt x="321329" y="5857932"/>
                  </a:lnTo>
                  <a:lnTo>
                    <a:pt x="321329" y="5857308"/>
                  </a:lnTo>
                  <a:lnTo>
                    <a:pt x="321437" y="5857308"/>
                  </a:lnTo>
                  <a:lnTo>
                    <a:pt x="321546" y="5856685"/>
                  </a:lnTo>
                  <a:lnTo>
                    <a:pt x="321654" y="5856685"/>
                  </a:lnTo>
                  <a:lnTo>
                    <a:pt x="321871" y="5856685"/>
                  </a:lnTo>
                  <a:lnTo>
                    <a:pt x="321979" y="5856685"/>
                  </a:lnTo>
                  <a:lnTo>
                    <a:pt x="322088" y="5856685"/>
                  </a:lnTo>
                  <a:lnTo>
                    <a:pt x="322196" y="5856685"/>
                  </a:lnTo>
                  <a:lnTo>
                    <a:pt x="322305" y="5856685"/>
                  </a:lnTo>
                  <a:lnTo>
                    <a:pt x="322413" y="5856061"/>
                  </a:lnTo>
                  <a:lnTo>
                    <a:pt x="322630" y="5856061"/>
                  </a:lnTo>
                  <a:lnTo>
                    <a:pt x="322738" y="5856061"/>
                  </a:lnTo>
                  <a:lnTo>
                    <a:pt x="322847" y="5856061"/>
                  </a:lnTo>
                  <a:lnTo>
                    <a:pt x="322955" y="5856061"/>
                  </a:lnTo>
                  <a:lnTo>
                    <a:pt x="323064" y="5856061"/>
                  </a:lnTo>
                  <a:lnTo>
                    <a:pt x="323172" y="5856061"/>
                  </a:lnTo>
                  <a:lnTo>
                    <a:pt x="323172" y="5855437"/>
                  </a:lnTo>
                  <a:lnTo>
                    <a:pt x="323281" y="5855437"/>
                  </a:lnTo>
                  <a:lnTo>
                    <a:pt x="323281" y="5854814"/>
                  </a:lnTo>
                  <a:lnTo>
                    <a:pt x="323389" y="5854814"/>
                  </a:lnTo>
                  <a:lnTo>
                    <a:pt x="323498" y="5854814"/>
                  </a:lnTo>
                  <a:lnTo>
                    <a:pt x="323606" y="5854814"/>
                  </a:lnTo>
                  <a:lnTo>
                    <a:pt x="323715" y="5854814"/>
                  </a:lnTo>
                  <a:lnTo>
                    <a:pt x="323823" y="5854814"/>
                  </a:lnTo>
                  <a:lnTo>
                    <a:pt x="323931" y="5854814"/>
                  </a:lnTo>
                  <a:lnTo>
                    <a:pt x="324040" y="5854814"/>
                  </a:lnTo>
                  <a:lnTo>
                    <a:pt x="324148" y="5854814"/>
                  </a:lnTo>
                  <a:lnTo>
                    <a:pt x="324257" y="5854814"/>
                  </a:lnTo>
                  <a:lnTo>
                    <a:pt x="324257" y="5854190"/>
                  </a:lnTo>
                  <a:lnTo>
                    <a:pt x="324365" y="5854190"/>
                  </a:lnTo>
                  <a:lnTo>
                    <a:pt x="324582" y="5854190"/>
                  </a:lnTo>
                  <a:lnTo>
                    <a:pt x="324691" y="5854190"/>
                  </a:lnTo>
                  <a:lnTo>
                    <a:pt x="324799" y="5854190"/>
                  </a:lnTo>
                  <a:lnTo>
                    <a:pt x="324799" y="5853567"/>
                  </a:lnTo>
                  <a:lnTo>
                    <a:pt x="324907" y="5853567"/>
                  </a:lnTo>
                  <a:lnTo>
                    <a:pt x="324907" y="5852320"/>
                  </a:lnTo>
                  <a:lnTo>
                    <a:pt x="325016" y="5852320"/>
                  </a:lnTo>
                  <a:lnTo>
                    <a:pt x="325124" y="5852320"/>
                  </a:lnTo>
                  <a:lnTo>
                    <a:pt x="325233" y="5852320"/>
                  </a:lnTo>
                  <a:lnTo>
                    <a:pt x="325233" y="5851696"/>
                  </a:lnTo>
                  <a:lnTo>
                    <a:pt x="325341" y="5851696"/>
                  </a:lnTo>
                  <a:lnTo>
                    <a:pt x="325450" y="5851696"/>
                  </a:lnTo>
                  <a:lnTo>
                    <a:pt x="325558" y="5851696"/>
                  </a:lnTo>
                  <a:lnTo>
                    <a:pt x="325558" y="5851072"/>
                  </a:lnTo>
                  <a:lnTo>
                    <a:pt x="325667" y="5851072"/>
                  </a:lnTo>
                  <a:lnTo>
                    <a:pt x="325775" y="5851072"/>
                  </a:lnTo>
                  <a:lnTo>
                    <a:pt x="325883" y="5851072"/>
                  </a:lnTo>
                  <a:lnTo>
                    <a:pt x="326100" y="5851072"/>
                  </a:lnTo>
                  <a:lnTo>
                    <a:pt x="326209" y="5851072"/>
                  </a:lnTo>
                  <a:lnTo>
                    <a:pt x="326317" y="5851072"/>
                  </a:lnTo>
                  <a:lnTo>
                    <a:pt x="326426" y="5851072"/>
                  </a:lnTo>
                  <a:lnTo>
                    <a:pt x="326534" y="5851072"/>
                  </a:lnTo>
                  <a:lnTo>
                    <a:pt x="326643" y="5851072"/>
                  </a:lnTo>
                  <a:lnTo>
                    <a:pt x="326751" y="5851072"/>
                  </a:lnTo>
                  <a:lnTo>
                    <a:pt x="326751" y="5850449"/>
                  </a:lnTo>
                  <a:lnTo>
                    <a:pt x="326859" y="5850449"/>
                  </a:lnTo>
                  <a:lnTo>
                    <a:pt x="326968" y="5850449"/>
                  </a:lnTo>
                  <a:lnTo>
                    <a:pt x="327076" y="5850449"/>
                  </a:lnTo>
                  <a:lnTo>
                    <a:pt x="327185" y="5850449"/>
                  </a:lnTo>
                  <a:lnTo>
                    <a:pt x="327185" y="5849825"/>
                  </a:lnTo>
                  <a:lnTo>
                    <a:pt x="327293" y="5849825"/>
                  </a:lnTo>
                  <a:lnTo>
                    <a:pt x="327510" y="5849825"/>
                  </a:lnTo>
                  <a:lnTo>
                    <a:pt x="327619" y="5849825"/>
                  </a:lnTo>
                  <a:lnTo>
                    <a:pt x="327727" y="5849825"/>
                  </a:lnTo>
                  <a:lnTo>
                    <a:pt x="327836" y="5849825"/>
                  </a:lnTo>
                  <a:lnTo>
                    <a:pt x="327836" y="5849202"/>
                  </a:lnTo>
                  <a:lnTo>
                    <a:pt x="327944" y="5849202"/>
                  </a:lnTo>
                  <a:lnTo>
                    <a:pt x="328052" y="5849202"/>
                  </a:lnTo>
                  <a:lnTo>
                    <a:pt x="328161" y="5849202"/>
                  </a:lnTo>
                  <a:lnTo>
                    <a:pt x="328161" y="5848578"/>
                  </a:lnTo>
                  <a:lnTo>
                    <a:pt x="328161" y="5847954"/>
                  </a:lnTo>
                  <a:lnTo>
                    <a:pt x="328269" y="5847954"/>
                  </a:lnTo>
                  <a:lnTo>
                    <a:pt x="328378" y="5847954"/>
                  </a:lnTo>
                  <a:lnTo>
                    <a:pt x="328486" y="5847954"/>
                  </a:lnTo>
                  <a:lnTo>
                    <a:pt x="328595" y="5847954"/>
                  </a:lnTo>
                  <a:lnTo>
                    <a:pt x="328703" y="5847954"/>
                  </a:lnTo>
                  <a:lnTo>
                    <a:pt x="328812" y="5847954"/>
                  </a:lnTo>
                  <a:lnTo>
                    <a:pt x="328920" y="5847954"/>
                  </a:lnTo>
                  <a:lnTo>
                    <a:pt x="329028" y="5847954"/>
                  </a:lnTo>
                  <a:lnTo>
                    <a:pt x="329137" y="5847954"/>
                  </a:lnTo>
                  <a:lnTo>
                    <a:pt x="329245" y="5847954"/>
                  </a:lnTo>
                  <a:lnTo>
                    <a:pt x="329354" y="5847954"/>
                  </a:lnTo>
                  <a:lnTo>
                    <a:pt x="329354" y="5847331"/>
                  </a:lnTo>
                  <a:lnTo>
                    <a:pt x="329354" y="5846707"/>
                  </a:lnTo>
                  <a:lnTo>
                    <a:pt x="329462" y="5846707"/>
                  </a:lnTo>
                  <a:lnTo>
                    <a:pt x="329679" y="5846707"/>
                  </a:lnTo>
                  <a:lnTo>
                    <a:pt x="329788" y="5846707"/>
                  </a:lnTo>
                  <a:lnTo>
                    <a:pt x="329788" y="5846084"/>
                  </a:lnTo>
                  <a:lnTo>
                    <a:pt x="329896" y="5846084"/>
                  </a:lnTo>
                  <a:lnTo>
                    <a:pt x="329896" y="5845460"/>
                  </a:lnTo>
                  <a:lnTo>
                    <a:pt x="330004" y="5845460"/>
                  </a:lnTo>
                  <a:lnTo>
                    <a:pt x="330113" y="5845460"/>
                  </a:lnTo>
                  <a:lnTo>
                    <a:pt x="330221" y="5845460"/>
                  </a:lnTo>
                  <a:lnTo>
                    <a:pt x="330330" y="5845460"/>
                  </a:lnTo>
                  <a:lnTo>
                    <a:pt x="330438" y="5845460"/>
                  </a:lnTo>
                  <a:lnTo>
                    <a:pt x="330547" y="5845460"/>
                  </a:lnTo>
                  <a:lnTo>
                    <a:pt x="330655" y="5845460"/>
                  </a:lnTo>
                  <a:lnTo>
                    <a:pt x="330764" y="5845460"/>
                  </a:lnTo>
                  <a:lnTo>
                    <a:pt x="330872" y="5845460"/>
                  </a:lnTo>
                  <a:lnTo>
                    <a:pt x="330872" y="5844837"/>
                  </a:lnTo>
                  <a:lnTo>
                    <a:pt x="330872" y="5844213"/>
                  </a:lnTo>
                  <a:lnTo>
                    <a:pt x="330980" y="5844213"/>
                  </a:lnTo>
                  <a:lnTo>
                    <a:pt x="331089" y="5844213"/>
                  </a:lnTo>
                  <a:lnTo>
                    <a:pt x="331197" y="5844213"/>
                  </a:lnTo>
                  <a:lnTo>
                    <a:pt x="331306" y="5844213"/>
                  </a:lnTo>
                  <a:lnTo>
                    <a:pt x="331414" y="5844213"/>
                  </a:lnTo>
                  <a:lnTo>
                    <a:pt x="331523" y="5844213"/>
                  </a:lnTo>
                  <a:lnTo>
                    <a:pt x="331631" y="5844213"/>
                  </a:lnTo>
                  <a:lnTo>
                    <a:pt x="331740" y="5844213"/>
                  </a:lnTo>
                  <a:lnTo>
                    <a:pt x="331740" y="5843589"/>
                  </a:lnTo>
                  <a:lnTo>
                    <a:pt x="332065" y="5843589"/>
                  </a:lnTo>
                  <a:lnTo>
                    <a:pt x="332065" y="5842966"/>
                  </a:lnTo>
                  <a:lnTo>
                    <a:pt x="332173" y="5842966"/>
                  </a:lnTo>
                  <a:lnTo>
                    <a:pt x="332282" y="5842966"/>
                  </a:lnTo>
                  <a:lnTo>
                    <a:pt x="332390" y="5842966"/>
                  </a:lnTo>
                  <a:lnTo>
                    <a:pt x="332499" y="5842966"/>
                  </a:lnTo>
                  <a:lnTo>
                    <a:pt x="332607" y="5842966"/>
                  </a:lnTo>
                  <a:lnTo>
                    <a:pt x="332933" y="5841719"/>
                  </a:lnTo>
                  <a:lnTo>
                    <a:pt x="333041" y="5841719"/>
                  </a:lnTo>
                  <a:lnTo>
                    <a:pt x="333149" y="5841719"/>
                  </a:lnTo>
                  <a:lnTo>
                    <a:pt x="333258" y="5841719"/>
                  </a:lnTo>
                  <a:lnTo>
                    <a:pt x="333366" y="5841719"/>
                  </a:lnTo>
                  <a:lnTo>
                    <a:pt x="333475" y="5841719"/>
                  </a:lnTo>
                  <a:lnTo>
                    <a:pt x="333475" y="5841095"/>
                  </a:lnTo>
                  <a:lnTo>
                    <a:pt x="333583" y="5841095"/>
                  </a:lnTo>
                  <a:lnTo>
                    <a:pt x="333692" y="5841095"/>
                  </a:lnTo>
                  <a:lnTo>
                    <a:pt x="333800" y="5841095"/>
                  </a:lnTo>
                  <a:lnTo>
                    <a:pt x="333909" y="5841095"/>
                  </a:lnTo>
                  <a:lnTo>
                    <a:pt x="334017" y="5841095"/>
                  </a:lnTo>
                  <a:lnTo>
                    <a:pt x="334125" y="5841095"/>
                  </a:lnTo>
                  <a:lnTo>
                    <a:pt x="334234" y="5841095"/>
                  </a:lnTo>
                  <a:lnTo>
                    <a:pt x="334234" y="5840472"/>
                  </a:lnTo>
                  <a:lnTo>
                    <a:pt x="334342" y="5840472"/>
                  </a:lnTo>
                  <a:lnTo>
                    <a:pt x="334451" y="5840472"/>
                  </a:lnTo>
                  <a:lnTo>
                    <a:pt x="334559" y="5840472"/>
                  </a:lnTo>
                  <a:lnTo>
                    <a:pt x="334776" y="5840472"/>
                  </a:lnTo>
                  <a:lnTo>
                    <a:pt x="334885" y="5840472"/>
                  </a:lnTo>
                  <a:lnTo>
                    <a:pt x="334993" y="5840472"/>
                  </a:lnTo>
                  <a:lnTo>
                    <a:pt x="335210" y="5840472"/>
                  </a:lnTo>
                  <a:lnTo>
                    <a:pt x="335427" y="5840472"/>
                  </a:lnTo>
                  <a:lnTo>
                    <a:pt x="335535" y="5840472"/>
                  </a:lnTo>
                  <a:lnTo>
                    <a:pt x="335644" y="5840472"/>
                  </a:lnTo>
                  <a:lnTo>
                    <a:pt x="336186" y="5840472"/>
                  </a:lnTo>
                  <a:lnTo>
                    <a:pt x="336403" y="5839848"/>
                  </a:lnTo>
                  <a:lnTo>
                    <a:pt x="336511" y="5839848"/>
                  </a:lnTo>
                  <a:lnTo>
                    <a:pt x="336620" y="5839848"/>
                  </a:lnTo>
                  <a:lnTo>
                    <a:pt x="336728" y="5839848"/>
                  </a:lnTo>
                  <a:lnTo>
                    <a:pt x="336837" y="5839848"/>
                  </a:lnTo>
                  <a:lnTo>
                    <a:pt x="336945" y="5839848"/>
                  </a:lnTo>
                  <a:lnTo>
                    <a:pt x="337162" y="5839848"/>
                  </a:lnTo>
                  <a:lnTo>
                    <a:pt x="337270" y="5839848"/>
                  </a:lnTo>
                  <a:lnTo>
                    <a:pt x="337270" y="5839224"/>
                  </a:lnTo>
                  <a:lnTo>
                    <a:pt x="337379" y="5839224"/>
                  </a:lnTo>
                  <a:lnTo>
                    <a:pt x="337379" y="5838601"/>
                  </a:lnTo>
                  <a:lnTo>
                    <a:pt x="337379" y="5837977"/>
                  </a:lnTo>
                  <a:lnTo>
                    <a:pt x="337487" y="5837977"/>
                  </a:lnTo>
                  <a:lnTo>
                    <a:pt x="337596" y="5837977"/>
                  </a:lnTo>
                  <a:lnTo>
                    <a:pt x="337596" y="5837354"/>
                  </a:lnTo>
                  <a:lnTo>
                    <a:pt x="337704" y="5837354"/>
                  </a:lnTo>
                  <a:lnTo>
                    <a:pt x="337813" y="5836730"/>
                  </a:lnTo>
                  <a:lnTo>
                    <a:pt x="337921" y="5836730"/>
                  </a:lnTo>
                  <a:lnTo>
                    <a:pt x="338030" y="5836730"/>
                  </a:lnTo>
                  <a:lnTo>
                    <a:pt x="338138" y="5836730"/>
                  </a:lnTo>
                  <a:lnTo>
                    <a:pt x="338246" y="5836106"/>
                  </a:lnTo>
                  <a:lnTo>
                    <a:pt x="338355" y="5835483"/>
                  </a:lnTo>
                  <a:lnTo>
                    <a:pt x="338355" y="5834859"/>
                  </a:lnTo>
                  <a:lnTo>
                    <a:pt x="338463" y="5834859"/>
                  </a:lnTo>
                  <a:lnTo>
                    <a:pt x="338572" y="5834859"/>
                  </a:lnTo>
                  <a:lnTo>
                    <a:pt x="338680" y="5834859"/>
                  </a:lnTo>
                  <a:lnTo>
                    <a:pt x="338789" y="5834859"/>
                  </a:lnTo>
                  <a:lnTo>
                    <a:pt x="339114" y="5834859"/>
                  </a:lnTo>
                  <a:lnTo>
                    <a:pt x="339222" y="5834859"/>
                  </a:lnTo>
                  <a:lnTo>
                    <a:pt x="339331" y="5834859"/>
                  </a:lnTo>
                  <a:lnTo>
                    <a:pt x="339439" y="5834859"/>
                  </a:lnTo>
                  <a:lnTo>
                    <a:pt x="339548" y="5834859"/>
                  </a:lnTo>
                  <a:lnTo>
                    <a:pt x="339656" y="5834859"/>
                  </a:lnTo>
                  <a:lnTo>
                    <a:pt x="339765" y="5834859"/>
                  </a:lnTo>
                  <a:lnTo>
                    <a:pt x="339765" y="5834236"/>
                  </a:lnTo>
                  <a:lnTo>
                    <a:pt x="339765" y="5833612"/>
                  </a:lnTo>
                  <a:lnTo>
                    <a:pt x="339982" y="5833612"/>
                  </a:lnTo>
                  <a:lnTo>
                    <a:pt x="340090" y="5833612"/>
                  </a:lnTo>
                  <a:lnTo>
                    <a:pt x="340199" y="5833612"/>
                  </a:lnTo>
                  <a:lnTo>
                    <a:pt x="340307" y="5833612"/>
                  </a:lnTo>
                  <a:lnTo>
                    <a:pt x="340524" y="5833612"/>
                  </a:lnTo>
                  <a:lnTo>
                    <a:pt x="340632" y="5833612"/>
                  </a:lnTo>
                  <a:lnTo>
                    <a:pt x="340741" y="5833612"/>
                  </a:lnTo>
                  <a:lnTo>
                    <a:pt x="340849" y="5833612"/>
                  </a:lnTo>
                  <a:lnTo>
                    <a:pt x="340958" y="5833612"/>
                  </a:lnTo>
                  <a:lnTo>
                    <a:pt x="340958" y="5832989"/>
                  </a:lnTo>
                  <a:lnTo>
                    <a:pt x="341066" y="5832989"/>
                  </a:lnTo>
                  <a:lnTo>
                    <a:pt x="341175" y="5832989"/>
                  </a:lnTo>
                  <a:lnTo>
                    <a:pt x="341283" y="5832989"/>
                  </a:lnTo>
                  <a:lnTo>
                    <a:pt x="341391" y="5832989"/>
                  </a:lnTo>
                  <a:lnTo>
                    <a:pt x="341500" y="5832989"/>
                  </a:lnTo>
                  <a:lnTo>
                    <a:pt x="341608" y="5832989"/>
                  </a:lnTo>
                  <a:lnTo>
                    <a:pt x="341717" y="5832989"/>
                  </a:lnTo>
                  <a:lnTo>
                    <a:pt x="341825" y="5832989"/>
                  </a:lnTo>
                  <a:lnTo>
                    <a:pt x="341934" y="5832989"/>
                  </a:lnTo>
                  <a:lnTo>
                    <a:pt x="342259" y="5832989"/>
                  </a:lnTo>
                  <a:lnTo>
                    <a:pt x="342367" y="5832989"/>
                  </a:lnTo>
                  <a:lnTo>
                    <a:pt x="342476" y="5832365"/>
                  </a:lnTo>
                  <a:lnTo>
                    <a:pt x="342584" y="5832365"/>
                  </a:lnTo>
                  <a:lnTo>
                    <a:pt x="342693" y="5832365"/>
                  </a:lnTo>
                  <a:lnTo>
                    <a:pt x="342801" y="5832365"/>
                  </a:lnTo>
                  <a:lnTo>
                    <a:pt x="342910" y="5832365"/>
                  </a:lnTo>
                  <a:lnTo>
                    <a:pt x="343018" y="5832365"/>
                  </a:lnTo>
                  <a:lnTo>
                    <a:pt x="343127" y="5832365"/>
                  </a:lnTo>
                  <a:lnTo>
                    <a:pt x="343235" y="5832365"/>
                  </a:lnTo>
                  <a:lnTo>
                    <a:pt x="343343" y="5832365"/>
                  </a:lnTo>
                  <a:lnTo>
                    <a:pt x="343343" y="5831741"/>
                  </a:lnTo>
                  <a:lnTo>
                    <a:pt x="343452" y="5831741"/>
                  </a:lnTo>
                  <a:lnTo>
                    <a:pt x="343560" y="5831741"/>
                  </a:lnTo>
                  <a:lnTo>
                    <a:pt x="343669" y="5831741"/>
                  </a:lnTo>
                  <a:lnTo>
                    <a:pt x="343777" y="5831741"/>
                  </a:lnTo>
                  <a:lnTo>
                    <a:pt x="343777" y="5831118"/>
                  </a:lnTo>
                  <a:lnTo>
                    <a:pt x="343886" y="5831118"/>
                  </a:lnTo>
                  <a:lnTo>
                    <a:pt x="343994" y="5831118"/>
                  </a:lnTo>
                  <a:lnTo>
                    <a:pt x="344103" y="5831118"/>
                  </a:lnTo>
                  <a:lnTo>
                    <a:pt x="344211" y="5831118"/>
                  </a:lnTo>
                  <a:lnTo>
                    <a:pt x="344536" y="5830494"/>
                  </a:lnTo>
                  <a:lnTo>
                    <a:pt x="344645" y="5830494"/>
                  </a:lnTo>
                  <a:lnTo>
                    <a:pt x="344753" y="5830494"/>
                  </a:lnTo>
                  <a:lnTo>
                    <a:pt x="344753" y="5829871"/>
                  </a:lnTo>
                  <a:lnTo>
                    <a:pt x="344862" y="5829871"/>
                  </a:lnTo>
                  <a:lnTo>
                    <a:pt x="345079" y="5829871"/>
                  </a:lnTo>
                  <a:lnTo>
                    <a:pt x="345187" y="5829871"/>
                  </a:lnTo>
                  <a:lnTo>
                    <a:pt x="345187" y="5829247"/>
                  </a:lnTo>
                  <a:lnTo>
                    <a:pt x="345296" y="5829247"/>
                  </a:lnTo>
                  <a:lnTo>
                    <a:pt x="345404" y="5829247"/>
                  </a:lnTo>
                  <a:lnTo>
                    <a:pt x="345512" y="5829247"/>
                  </a:lnTo>
                  <a:lnTo>
                    <a:pt x="345621" y="5829247"/>
                  </a:lnTo>
                  <a:lnTo>
                    <a:pt x="345729" y="5829247"/>
                  </a:lnTo>
                  <a:lnTo>
                    <a:pt x="345838" y="5829247"/>
                  </a:lnTo>
                  <a:lnTo>
                    <a:pt x="345946" y="5829247"/>
                  </a:lnTo>
                  <a:lnTo>
                    <a:pt x="346055" y="5829247"/>
                  </a:lnTo>
                  <a:lnTo>
                    <a:pt x="346163" y="5829247"/>
                  </a:lnTo>
                  <a:lnTo>
                    <a:pt x="346163" y="5828623"/>
                  </a:lnTo>
                  <a:lnTo>
                    <a:pt x="346380" y="5828000"/>
                  </a:lnTo>
                  <a:lnTo>
                    <a:pt x="346488" y="5828000"/>
                  </a:lnTo>
                  <a:lnTo>
                    <a:pt x="346597" y="5828000"/>
                  </a:lnTo>
                  <a:lnTo>
                    <a:pt x="346705" y="5828000"/>
                  </a:lnTo>
                  <a:lnTo>
                    <a:pt x="346705" y="5827376"/>
                  </a:lnTo>
                  <a:lnTo>
                    <a:pt x="346814" y="5827376"/>
                  </a:lnTo>
                  <a:lnTo>
                    <a:pt x="347031" y="5827376"/>
                  </a:lnTo>
                  <a:lnTo>
                    <a:pt x="347248" y="5827376"/>
                  </a:lnTo>
                  <a:lnTo>
                    <a:pt x="347464" y="5827376"/>
                  </a:lnTo>
                  <a:lnTo>
                    <a:pt x="347573" y="5827376"/>
                  </a:lnTo>
                  <a:lnTo>
                    <a:pt x="347681" y="5827376"/>
                  </a:lnTo>
                  <a:lnTo>
                    <a:pt x="347681" y="5826753"/>
                  </a:lnTo>
                  <a:lnTo>
                    <a:pt x="347790" y="5826753"/>
                  </a:lnTo>
                  <a:lnTo>
                    <a:pt x="347898" y="5826753"/>
                  </a:lnTo>
                  <a:lnTo>
                    <a:pt x="348007" y="5826753"/>
                  </a:lnTo>
                  <a:lnTo>
                    <a:pt x="348115" y="5826753"/>
                  </a:lnTo>
                  <a:lnTo>
                    <a:pt x="348224" y="5826753"/>
                  </a:lnTo>
                  <a:lnTo>
                    <a:pt x="348332" y="5826753"/>
                  </a:lnTo>
                  <a:lnTo>
                    <a:pt x="348440" y="5826753"/>
                  </a:lnTo>
                  <a:lnTo>
                    <a:pt x="348657" y="5826753"/>
                  </a:lnTo>
                  <a:lnTo>
                    <a:pt x="348766" y="5826753"/>
                  </a:lnTo>
                  <a:lnTo>
                    <a:pt x="348766" y="5826129"/>
                  </a:lnTo>
                  <a:lnTo>
                    <a:pt x="348766" y="5825506"/>
                  </a:lnTo>
                  <a:lnTo>
                    <a:pt x="348874" y="5825506"/>
                  </a:lnTo>
                  <a:lnTo>
                    <a:pt x="348983" y="5825506"/>
                  </a:lnTo>
                  <a:lnTo>
                    <a:pt x="348983" y="5824882"/>
                  </a:lnTo>
                  <a:lnTo>
                    <a:pt x="349091" y="5824882"/>
                  </a:lnTo>
                  <a:lnTo>
                    <a:pt x="349200" y="5824882"/>
                  </a:lnTo>
                  <a:lnTo>
                    <a:pt x="349308" y="5824882"/>
                  </a:lnTo>
                  <a:lnTo>
                    <a:pt x="349417" y="5824882"/>
                  </a:lnTo>
                  <a:lnTo>
                    <a:pt x="349525" y="5824882"/>
                  </a:lnTo>
                  <a:lnTo>
                    <a:pt x="349633" y="5824882"/>
                  </a:lnTo>
                  <a:lnTo>
                    <a:pt x="349633" y="5824258"/>
                  </a:lnTo>
                  <a:lnTo>
                    <a:pt x="349633" y="5823635"/>
                  </a:lnTo>
                  <a:lnTo>
                    <a:pt x="349742" y="5823011"/>
                  </a:lnTo>
                  <a:lnTo>
                    <a:pt x="349850" y="5823011"/>
                  </a:lnTo>
                  <a:lnTo>
                    <a:pt x="349959" y="5823011"/>
                  </a:lnTo>
                  <a:lnTo>
                    <a:pt x="350067" y="5823011"/>
                  </a:lnTo>
                  <a:lnTo>
                    <a:pt x="350176" y="5823011"/>
                  </a:lnTo>
                  <a:lnTo>
                    <a:pt x="350284" y="5823011"/>
                  </a:lnTo>
                  <a:lnTo>
                    <a:pt x="350393" y="5823011"/>
                  </a:lnTo>
                  <a:lnTo>
                    <a:pt x="350501" y="5823011"/>
                  </a:lnTo>
                  <a:lnTo>
                    <a:pt x="350609" y="5823011"/>
                  </a:lnTo>
                  <a:lnTo>
                    <a:pt x="350718" y="5823011"/>
                  </a:lnTo>
                  <a:lnTo>
                    <a:pt x="350718" y="5822388"/>
                  </a:lnTo>
                  <a:lnTo>
                    <a:pt x="350826" y="5822388"/>
                  </a:lnTo>
                  <a:lnTo>
                    <a:pt x="350935" y="5822388"/>
                  </a:lnTo>
                  <a:lnTo>
                    <a:pt x="351043" y="5822388"/>
                  </a:lnTo>
                  <a:lnTo>
                    <a:pt x="351152" y="5822388"/>
                  </a:lnTo>
                  <a:lnTo>
                    <a:pt x="351260" y="5822388"/>
                  </a:lnTo>
                  <a:lnTo>
                    <a:pt x="351369" y="5822388"/>
                  </a:lnTo>
                  <a:lnTo>
                    <a:pt x="351477" y="5821140"/>
                  </a:lnTo>
                  <a:lnTo>
                    <a:pt x="351585" y="5821140"/>
                  </a:lnTo>
                  <a:lnTo>
                    <a:pt x="351694" y="5821140"/>
                  </a:lnTo>
                  <a:lnTo>
                    <a:pt x="351802" y="5821140"/>
                  </a:lnTo>
                  <a:lnTo>
                    <a:pt x="351911" y="5821140"/>
                  </a:lnTo>
                  <a:lnTo>
                    <a:pt x="351911" y="5820517"/>
                  </a:lnTo>
                  <a:lnTo>
                    <a:pt x="352019" y="5820517"/>
                  </a:lnTo>
                  <a:lnTo>
                    <a:pt x="352236" y="5820517"/>
                  </a:lnTo>
                  <a:lnTo>
                    <a:pt x="352345" y="5820517"/>
                  </a:lnTo>
                  <a:lnTo>
                    <a:pt x="352453" y="5820517"/>
                  </a:lnTo>
                  <a:lnTo>
                    <a:pt x="352778" y="5819893"/>
                  </a:lnTo>
                  <a:lnTo>
                    <a:pt x="352887" y="5819893"/>
                  </a:lnTo>
                  <a:lnTo>
                    <a:pt x="352887" y="5819270"/>
                  </a:lnTo>
                  <a:lnTo>
                    <a:pt x="352995" y="5819270"/>
                  </a:lnTo>
                  <a:lnTo>
                    <a:pt x="353104" y="5819270"/>
                  </a:lnTo>
                  <a:lnTo>
                    <a:pt x="353212" y="5819270"/>
                  </a:lnTo>
                  <a:lnTo>
                    <a:pt x="353429" y="5819270"/>
                  </a:lnTo>
                  <a:lnTo>
                    <a:pt x="353538" y="5819270"/>
                  </a:lnTo>
                  <a:lnTo>
                    <a:pt x="353646" y="5819270"/>
                  </a:lnTo>
                  <a:lnTo>
                    <a:pt x="353754" y="5819270"/>
                  </a:lnTo>
                  <a:lnTo>
                    <a:pt x="353754" y="5818646"/>
                  </a:lnTo>
                  <a:lnTo>
                    <a:pt x="353863" y="5818646"/>
                  </a:lnTo>
                  <a:lnTo>
                    <a:pt x="353971" y="5818646"/>
                  </a:lnTo>
                  <a:lnTo>
                    <a:pt x="354080" y="5818646"/>
                  </a:lnTo>
                  <a:lnTo>
                    <a:pt x="354188" y="5818646"/>
                  </a:lnTo>
                  <a:lnTo>
                    <a:pt x="354297" y="5818023"/>
                  </a:lnTo>
                  <a:lnTo>
                    <a:pt x="354514" y="5816775"/>
                  </a:lnTo>
                  <a:lnTo>
                    <a:pt x="354622" y="5816775"/>
                  </a:lnTo>
                  <a:lnTo>
                    <a:pt x="354730" y="5816775"/>
                  </a:lnTo>
                  <a:lnTo>
                    <a:pt x="354839" y="5816775"/>
                  </a:lnTo>
                  <a:lnTo>
                    <a:pt x="355056" y="5816775"/>
                  </a:lnTo>
                  <a:lnTo>
                    <a:pt x="355056" y="5816152"/>
                  </a:lnTo>
                  <a:lnTo>
                    <a:pt x="355164" y="5816152"/>
                  </a:lnTo>
                  <a:lnTo>
                    <a:pt x="355273" y="5816152"/>
                  </a:lnTo>
                  <a:lnTo>
                    <a:pt x="355381" y="5816152"/>
                  </a:lnTo>
                  <a:lnTo>
                    <a:pt x="355490" y="5816152"/>
                  </a:lnTo>
                  <a:lnTo>
                    <a:pt x="355598" y="5816152"/>
                  </a:lnTo>
                  <a:lnTo>
                    <a:pt x="355706" y="5816152"/>
                  </a:lnTo>
                  <a:lnTo>
                    <a:pt x="355815" y="5816152"/>
                  </a:lnTo>
                  <a:lnTo>
                    <a:pt x="355923" y="5816152"/>
                  </a:lnTo>
                  <a:lnTo>
                    <a:pt x="356032" y="5816152"/>
                  </a:lnTo>
                  <a:lnTo>
                    <a:pt x="356140" y="5816152"/>
                  </a:lnTo>
                  <a:lnTo>
                    <a:pt x="356249" y="5815528"/>
                  </a:lnTo>
                  <a:lnTo>
                    <a:pt x="356357" y="5815528"/>
                  </a:lnTo>
                  <a:lnTo>
                    <a:pt x="356574" y="5815528"/>
                  </a:lnTo>
                  <a:lnTo>
                    <a:pt x="356682" y="5815528"/>
                  </a:lnTo>
                  <a:lnTo>
                    <a:pt x="356791" y="5815528"/>
                  </a:lnTo>
                  <a:lnTo>
                    <a:pt x="356791" y="5814905"/>
                  </a:lnTo>
                  <a:lnTo>
                    <a:pt x="356899" y="5814905"/>
                  </a:lnTo>
                  <a:lnTo>
                    <a:pt x="357008" y="5814905"/>
                  </a:lnTo>
                  <a:lnTo>
                    <a:pt x="357116" y="5814905"/>
                  </a:lnTo>
                  <a:lnTo>
                    <a:pt x="357225" y="5814905"/>
                  </a:lnTo>
                  <a:lnTo>
                    <a:pt x="357225" y="5813657"/>
                  </a:lnTo>
                  <a:lnTo>
                    <a:pt x="357659" y="5813034"/>
                  </a:lnTo>
                  <a:lnTo>
                    <a:pt x="357767" y="5813034"/>
                  </a:lnTo>
                  <a:lnTo>
                    <a:pt x="357875" y="5813034"/>
                  </a:lnTo>
                  <a:lnTo>
                    <a:pt x="357984" y="5813034"/>
                  </a:lnTo>
                  <a:lnTo>
                    <a:pt x="358092" y="5813034"/>
                  </a:lnTo>
                  <a:lnTo>
                    <a:pt x="358201" y="5813034"/>
                  </a:lnTo>
                  <a:lnTo>
                    <a:pt x="358201" y="5812410"/>
                  </a:lnTo>
                  <a:lnTo>
                    <a:pt x="358201" y="5811787"/>
                  </a:lnTo>
                  <a:lnTo>
                    <a:pt x="358309" y="5811787"/>
                  </a:lnTo>
                  <a:lnTo>
                    <a:pt x="358418" y="5811787"/>
                  </a:lnTo>
                  <a:lnTo>
                    <a:pt x="358526" y="5811787"/>
                  </a:lnTo>
                  <a:lnTo>
                    <a:pt x="358526" y="5811163"/>
                  </a:lnTo>
                  <a:lnTo>
                    <a:pt x="358635" y="5811163"/>
                  </a:lnTo>
                  <a:lnTo>
                    <a:pt x="358743" y="5811163"/>
                  </a:lnTo>
                  <a:lnTo>
                    <a:pt x="358851" y="5811163"/>
                  </a:lnTo>
                  <a:lnTo>
                    <a:pt x="358960" y="5811163"/>
                  </a:lnTo>
                  <a:lnTo>
                    <a:pt x="358960" y="5810540"/>
                  </a:lnTo>
                  <a:lnTo>
                    <a:pt x="359177" y="5810540"/>
                  </a:lnTo>
                  <a:lnTo>
                    <a:pt x="359285" y="5810540"/>
                  </a:lnTo>
                  <a:lnTo>
                    <a:pt x="359394" y="5810540"/>
                  </a:lnTo>
                  <a:lnTo>
                    <a:pt x="359502" y="5810540"/>
                  </a:lnTo>
                  <a:lnTo>
                    <a:pt x="359611" y="5810540"/>
                  </a:lnTo>
                  <a:lnTo>
                    <a:pt x="359719" y="5810540"/>
                  </a:lnTo>
                  <a:lnTo>
                    <a:pt x="359827" y="5810540"/>
                  </a:lnTo>
                  <a:lnTo>
                    <a:pt x="360044" y="5810540"/>
                  </a:lnTo>
                  <a:lnTo>
                    <a:pt x="360153" y="5810540"/>
                  </a:lnTo>
                  <a:lnTo>
                    <a:pt x="360261" y="5810540"/>
                  </a:lnTo>
                  <a:lnTo>
                    <a:pt x="360370" y="5810540"/>
                  </a:lnTo>
                  <a:lnTo>
                    <a:pt x="360370" y="5809916"/>
                  </a:lnTo>
                  <a:lnTo>
                    <a:pt x="360370" y="5809292"/>
                  </a:lnTo>
                  <a:lnTo>
                    <a:pt x="360478" y="5809292"/>
                  </a:lnTo>
                  <a:lnTo>
                    <a:pt x="360587" y="5809292"/>
                  </a:lnTo>
                  <a:lnTo>
                    <a:pt x="360695" y="5809292"/>
                  </a:lnTo>
                  <a:lnTo>
                    <a:pt x="360695" y="5808669"/>
                  </a:lnTo>
                  <a:lnTo>
                    <a:pt x="360912" y="5807422"/>
                  </a:lnTo>
                  <a:lnTo>
                    <a:pt x="361020" y="5807422"/>
                  </a:lnTo>
                  <a:lnTo>
                    <a:pt x="361020" y="5806798"/>
                  </a:lnTo>
                  <a:lnTo>
                    <a:pt x="361129" y="5806798"/>
                  </a:lnTo>
                  <a:lnTo>
                    <a:pt x="361237" y="5806798"/>
                  </a:lnTo>
                  <a:lnTo>
                    <a:pt x="361237" y="5806174"/>
                  </a:lnTo>
                  <a:lnTo>
                    <a:pt x="361346" y="5806174"/>
                  </a:lnTo>
                  <a:lnTo>
                    <a:pt x="361454" y="5806174"/>
                  </a:lnTo>
                  <a:lnTo>
                    <a:pt x="361563" y="5806174"/>
                  </a:lnTo>
                  <a:lnTo>
                    <a:pt x="361563" y="5805551"/>
                  </a:lnTo>
                  <a:lnTo>
                    <a:pt x="361780" y="5805551"/>
                  </a:lnTo>
                  <a:lnTo>
                    <a:pt x="361888" y="5805551"/>
                  </a:lnTo>
                  <a:lnTo>
                    <a:pt x="361996" y="5805551"/>
                  </a:lnTo>
                  <a:lnTo>
                    <a:pt x="362105" y="5805551"/>
                  </a:lnTo>
                  <a:lnTo>
                    <a:pt x="362213" y="5805551"/>
                  </a:lnTo>
                  <a:lnTo>
                    <a:pt x="362647" y="5805551"/>
                  </a:lnTo>
                  <a:lnTo>
                    <a:pt x="362647" y="5804927"/>
                  </a:lnTo>
                  <a:lnTo>
                    <a:pt x="362756" y="5804927"/>
                  </a:lnTo>
                  <a:lnTo>
                    <a:pt x="362864" y="5804927"/>
                  </a:lnTo>
                  <a:lnTo>
                    <a:pt x="362972" y="5804927"/>
                  </a:lnTo>
                  <a:lnTo>
                    <a:pt x="363189" y="5804927"/>
                  </a:lnTo>
                  <a:lnTo>
                    <a:pt x="363298" y="5804927"/>
                  </a:lnTo>
                  <a:lnTo>
                    <a:pt x="363406" y="5804927"/>
                  </a:lnTo>
                  <a:lnTo>
                    <a:pt x="363515" y="5804927"/>
                  </a:lnTo>
                  <a:lnTo>
                    <a:pt x="363623" y="5804927"/>
                  </a:lnTo>
                  <a:lnTo>
                    <a:pt x="363840" y="5804927"/>
                  </a:lnTo>
                  <a:lnTo>
                    <a:pt x="363948" y="5804927"/>
                  </a:lnTo>
                  <a:lnTo>
                    <a:pt x="364057" y="5804927"/>
                  </a:lnTo>
                  <a:lnTo>
                    <a:pt x="364165" y="5804927"/>
                  </a:lnTo>
                  <a:lnTo>
                    <a:pt x="364274" y="5804927"/>
                  </a:lnTo>
                  <a:lnTo>
                    <a:pt x="364274" y="5804304"/>
                  </a:lnTo>
                  <a:lnTo>
                    <a:pt x="364491" y="5804304"/>
                  </a:lnTo>
                  <a:lnTo>
                    <a:pt x="364599" y="5804304"/>
                  </a:lnTo>
                  <a:lnTo>
                    <a:pt x="364708" y="5804304"/>
                  </a:lnTo>
                  <a:lnTo>
                    <a:pt x="365033" y="5804304"/>
                  </a:lnTo>
                  <a:lnTo>
                    <a:pt x="365141" y="5804304"/>
                  </a:lnTo>
                  <a:lnTo>
                    <a:pt x="365358" y="5804304"/>
                  </a:lnTo>
                  <a:lnTo>
                    <a:pt x="365467" y="5804304"/>
                  </a:lnTo>
                  <a:lnTo>
                    <a:pt x="365575" y="5804304"/>
                  </a:lnTo>
                  <a:lnTo>
                    <a:pt x="365684" y="5804304"/>
                  </a:lnTo>
                  <a:lnTo>
                    <a:pt x="365792" y="5804304"/>
                  </a:lnTo>
                  <a:lnTo>
                    <a:pt x="366009" y="5804304"/>
                  </a:lnTo>
                  <a:lnTo>
                    <a:pt x="366117" y="5804304"/>
                  </a:lnTo>
                  <a:lnTo>
                    <a:pt x="366226" y="5803680"/>
                  </a:lnTo>
                  <a:lnTo>
                    <a:pt x="366334" y="5803680"/>
                  </a:lnTo>
                  <a:lnTo>
                    <a:pt x="366443" y="5803680"/>
                  </a:lnTo>
                  <a:lnTo>
                    <a:pt x="366551" y="5803680"/>
                  </a:lnTo>
                  <a:lnTo>
                    <a:pt x="366551" y="5803057"/>
                  </a:lnTo>
                  <a:lnTo>
                    <a:pt x="366660" y="5803057"/>
                  </a:lnTo>
                  <a:lnTo>
                    <a:pt x="366877" y="5803057"/>
                  </a:lnTo>
                  <a:lnTo>
                    <a:pt x="367093" y="5803057"/>
                  </a:lnTo>
                  <a:lnTo>
                    <a:pt x="367202" y="5803057"/>
                  </a:lnTo>
                  <a:lnTo>
                    <a:pt x="367310" y="5803057"/>
                  </a:lnTo>
                  <a:lnTo>
                    <a:pt x="367419" y="5803057"/>
                  </a:lnTo>
                  <a:lnTo>
                    <a:pt x="367527" y="5803057"/>
                  </a:lnTo>
                  <a:lnTo>
                    <a:pt x="367636" y="5803057"/>
                  </a:lnTo>
                  <a:lnTo>
                    <a:pt x="367853" y="5803057"/>
                  </a:lnTo>
                  <a:lnTo>
                    <a:pt x="367961" y="5803057"/>
                  </a:lnTo>
                  <a:lnTo>
                    <a:pt x="368069" y="5803057"/>
                  </a:lnTo>
                  <a:lnTo>
                    <a:pt x="368069" y="5802433"/>
                  </a:lnTo>
                  <a:lnTo>
                    <a:pt x="368069" y="5801186"/>
                  </a:lnTo>
                  <a:lnTo>
                    <a:pt x="368286" y="5800562"/>
                  </a:lnTo>
                  <a:lnTo>
                    <a:pt x="368395" y="5800562"/>
                  </a:lnTo>
                  <a:lnTo>
                    <a:pt x="368503" y="5800562"/>
                  </a:lnTo>
                  <a:lnTo>
                    <a:pt x="368503" y="5799939"/>
                  </a:lnTo>
                  <a:lnTo>
                    <a:pt x="368612" y="5799939"/>
                  </a:lnTo>
                  <a:lnTo>
                    <a:pt x="368937" y="5799939"/>
                  </a:lnTo>
                  <a:lnTo>
                    <a:pt x="369045" y="5799939"/>
                  </a:lnTo>
                  <a:lnTo>
                    <a:pt x="369154" y="5799939"/>
                  </a:lnTo>
                  <a:lnTo>
                    <a:pt x="369154" y="5799315"/>
                  </a:lnTo>
                  <a:lnTo>
                    <a:pt x="369262" y="5799315"/>
                  </a:lnTo>
                  <a:lnTo>
                    <a:pt x="369371" y="5799315"/>
                  </a:lnTo>
                  <a:lnTo>
                    <a:pt x="369479" y="5799315"/>
                  </a:lnTo>
                  <a:lnTo>
                    <a:pt x="369588" y="5799315"/>
                  </a:lnTo>
                  <a:lnTo>
                    <a:pt x="369696" y="5799315"/>
                  </a:lnTo>
                  <a:lnTo>
                    <a:pt x="369805" y="5799315"/>
                  </a:lnTo>
                  <a:lnTo>
                    <a:pt x="369913" y="5799315"/>
                  </a:lnTo>
                  <a:lnTo>
                    <a:pt x="370021" y="5799315"/>
                  </a:lnTo>
                  <a:lnTo>
                    <a:pt x="370238" y="5799315"/>
                  </a:lnTo>
                  <a:lnTo>
                    <a:pt x="370347" y="5799315"/>
                  </a:lnTo>
                  <a:lnTo>
                    <a:pt x="370455" y="5799315"/>
                  </a:lnTo>
                  <a:lnTo>
                    <a:pt x="370672" y="5799315"/>
                  </a:lnTo>
                  <a:lnTo>
                    <a:pt x="370781" y="5799315"/>
                  </a:lnTo>
                  <a:lnTo>
                    <a:pt x="370998" y="5798691"/>
                  </a:lnTo>
                  <a:lnTo>
                    <a:pt x="371106" y="5798691"/>
                  </a:lnTo>
                  <a:lnTo>
                    <a:pt x="371214" y="5798691"/>
                  </a:lnTo>
                  <a:lnTo>
                    <a:pt x="371214" y="5798068"/>
                  </a:lnTo>
                  <a:lnTo>
                    <a:pt x="371323" y="5798068"/>
                  </a:lnTo>
                  <a:lnTo>
                    <a:pt x="371431" y="5798068"/>
                  </a:lnTo>
                  <a:lnTo>
                    <a:pt x="371431" y="5797444"/>
                  </a:lnTo>
                  <a:lnTo>
                    <a:pt x="371431" y="5796821"/>
                  </a:lnTo>
                  <a:lnTo>
                    <a:pt x="371540" y="5796821"/>
                  </a:lnTo>
                  <a:lnTo>
                    <a:pt x="371648" y="5796821"/>
                  </a:lnTo>
                  <a:lnTo>
                    <a:pt x="371757" y="5796821"/>
                  </a:lnTo>
                  <a:lnTo>
                    <a:pt x="371865" y="5796821"/>
                  </a:lnTo>
                  <a:lnTo>
                    <a:pt x="371865" y="5795574"/>
                  </a:lnTo>
                  <a:lnTo>
                    <a:pt x="371974" y="5795574"/>
                  </a:lnTo>
                  <a:lnTo>
                    <a:pt x="372082" y="5795574"/>
                  </a:lnTo>
                  <a:lnTo>
                    <a:pt x="372190" y="5795574"/>
                  </a:lnTo>
                  <a:lnTo>
                    <a:pt x="372299" y="5795574"/>
                  </a:lnTo>
                  <a:lnTo>
                    <a:pt x="372407" y="5795574"/>
                  </a:lnTo>
                  <a:lnTo>
                    <a:pt x="372407" y="5794950"/>
                  </a:lnTo>
                  <a:lnTo>
                    <a:pt x="372516" y="5794950"/>
                  </a:lnTo>
                  <a:lnTo>
                    <a:pt x="372624" y="5794950"/>
                  </a:lnTo>
                  <a:lnTo>
                    <a:pt x="372733" y="5794950"/>
                  </a:lnTo>
                  <a:lnTo>
                    <a:pt x="372733" y="5794326"/>
                  </a:lnTo>
                  <a:lnTo>
                    <a:pt x="372841" y="5794326"/>
                  </a:lnTo>
                  <a:lnTo>
                    <a:pt x="372950" y="5794326"/>
                  </a:lnTo>
                  <a:lnTo>
                    <a:pt x="373058" y="5794326"/>
                  </a:lnTo>
                  <a:lnTo>
                    <a:pt x="373166" y="5794326"/>
                  </a:lnTo>
                  <a:lnTo>
                    <a:pt x="373275" y="5794326"/>
                  </a:lnTo>
                  <a:lnTo>
                    <a:pt x="373275" y="5793703"/>
                  </a:lnTo>
                  <a:lnTo>
                    <a:pt x="373275" y="5793079"/>
                  </a:lnTo>
                  <a:lnTo>
                    <a:pt x="373383" y="5793079"/>
                  </a:lnTo>
                  <a:lnTo>
                    <a:pt x="373492" y="5793079"/>
                  </a:lnTo>
                  <a:lnTo>
                    <a:pt x="373600" y="5793079"/>
                  </a:lnTo>
                  <a:lnTo>
                    <a:pt x="373817" y="5793079"/>
                  </a:lnTo>
                  <a:lnTo>
                    <a:pt x="373926" y="5793079"/>
                  </a:lnTo>
                  <a:lnTo>
                    <a:pt x="374034" y="5793079"/>
                  </a:lnTo>
                  <a:lnTo>
                    <a:pt x="374251" y="5793079"/>
                  </a:lnTo>
                  <a:lnTo>
                    <a:pt x="374359" y="5793079"/>
                  </a:lnTo>
                  <a:lnTo>
                    <a:pt x="374359" y="5792456"/>
                  </a:lnTo>
                  <a:lnTo>
                    <a:pt x="374468" y="5792456"/>
                  </a:lnTo>
                  <a:lnTo>
                    <a:pt x="374576" y="5792456"/>
                  </a:lnTo>
                  <a:lnTo>
                    <a:pt x="374685" y="5791832"/>
                  </a:lnTo>
                  <a:lnTo>
                    <a:pt x="374793" y="5791832"/>
                  </a:lnTo>
                  <a:lnTo>
                    <a:pt x="375010" y="5791832"/>
                  </a:lnTo>
                  <a:lnTo>
                    <a:pt x="375010" y="5791208"/>
                  </a:lnTo>
                  <a:lnTo>
                    <a:pt x="375010" y="5790585"/>
                  </a:lnTo>
                  <a:lnTo>
                    <a:pt x="375119" y="5790585"/>
                  </a:lnTo>
                  <a:lnTo>
                    <a:pt x="375227" y="5790585"/>
                  </a:lnTo>
                  <a:lnTo>
                    <a:pt x="375227" y="5789961"/>
                  </a:lnTo>
                  <a:lnTo>
                    <a:pt x="375335" y="5789961"/>
                  </a:lnTo>
                  <a:lnTo>
                    <a:pt x="375335" y="5789338"/>
                  </a:lnTo>
                  <a:lnTo>
                    <a:pt x="375444" y="5789338"/>
                  </a:lnTo>
                  <a:lnTo>
                    <a:pt x="375552" y="5789338"/>
                  </a:lnTo>
                  <a:lnTo>
                    <a:pt x="375552" y="5788714"/>
                  </a:lnTo>
                  <a:lnTo>
                    <a:pt x="375552" y="5788091"/>
                  </a:lnTo>
                  <a:lnTo>
                    <a:pt x="375661" y="5788091"/>
                  </a:lnTo>
                  <a:lnTo>
                    <a:pt x="375769" y="5788091"/>
                  </a:lnTo>
                  <a:lnTo>
                    <a:pt x="375878" y="5788091"/>
                  </a:lnTo>
                  <a:lnTo>
                    <a:pt x="375986" y="5788091"/>
                  </a:lnTo>
                  <a:lnTo>
                    <a:pt x="376095" y="5788091"/>
                  </a:lnTo>
                  <a:lnTo>
                    <a:pt x="376203" y="5788091"/>
                  </a:lnTo>
                  <a:lnTo>
                    <a:pt x="376311" y="5788091"/>
                  </a:lnTo>
                  <a:lnTo>
                    <a:pt x="376420" y="5788091"/>
                  </a:lnTo>
                  <a:lnTo>
                    <a:pt x="376528" y="5788091"/>
                  </a:lnTo>
                  <a:lnTo>
                    <a:pt x="376637" y="5788091"/>
                  </a:lnTo>
                  <a:lnTo>
                    <a:pt x="376745" y="5788091"/>
                  </a:lnTo>
                  <a:lnTo>
                    <a:pt x="376854" y="5788091"/>
                  </a:lnTo>
                  <a:lnTo>
                    <a:pt x="377071" y="5788091"/>
                  </a:lnTo>
                  <a:lnTo>
                    <a:pt x="377179" y="5788091"/>
                  </a:lnTo>
                  <a:lnTo>
                    <a:pt x="377287" y="5788091"/>
                  </a:lnTo>
                  <a:lnTo>
                    <a:pt x="377396" y="5788091"/>
                  </a:lnTo>
                  <a:lnTo>
                    <a:pt x="377396" y="5787467"/>
                  </a:lnTo>
                  <a:lnTo>
                    <a:pt x="377613" y="5787467"/>
                  </a:lnTo>
                  <a:lnTo>
                    <a:pt x="377721" y="5787467"/>
                  </a:lnTo>
                  <a:lnTo>
                    <a:pt x="377830" y="5787467"/>
                  </a:lnTo>
                  <a:lnTo>
                    <a:pt x="377830" y="5786843"/>
                  </a:lnTo>
                  <a:lnTo>
                    <a:pt x="377938" y="5786843"/>
                  </a:lnTo>
                  <a:lnTo>
                    <a:pt x="378047" y="5786843"/>
                  </a:lnTo>
                  <a:lnTo>
                    <a:pt x="378155" y="5786843"/>
                  </a:lnTo>
                  <a:lnTo>
                    <a:pt x="378372" y="5786843"/>
                  </a:lnTo>
                  <a:lnTo>
                    <a:pt x="378480" y="5786843"/>
                  </a:lnTo>
                  <a:lnTo>
                    <a:pt x="378480" y="5786220"/>
                  </a:lnTo>
                  <a:lnTo>
                    <a:pt x="378589" y="5786220"/>
                  </a:lnTo>
                  <a:lnTo>
                    <a:pt x="378697" y="5786220"/>
                  </a:lnTo>
                  <a:lnTo>
                    <a:pt x="378697" y="5785596"/>
                  </a:lnTo>
                  <a:lnTo>
                    <a:pt x="378697" y="5784973"/>
                  </a:lnTo>
                  <a:lnTo>
                    <a:pt x="378806" y="5784349"/>
                  </a:lnTo>
                  <a:lnTo>
                    <a:pt x="378914" y="5784349"/>
                  </a:lnTo>
                  <a:lnTo>
                    <a:pt x="379023" y="5784349"/>
                  </a:lnTo>
                  <a:lnTo>
                    <a:pt x="379131" y="5784349"/>
                  </a:lnTo>
                  <a:lnTo>
                    <a:pt x="379240" y="5784349"/>
                  </a:lnTo>
                  <a:lnTo>
                    <a:pt x="379240" y="5783726"/>
                  </a:lnTo>
                  <a:lnTo>
                    <a:pt x="379348" y="5783726"/>
                  </a:lnTo>
                  <a:lnTo>
                    <a:pt x="379348" y="5783102"/>
                  </a:lnTo>
                  <a:lnTo>
                    <a:pt x="379456" y="5783102"/>
                  </a:lnTo>
                  <a:lnTo>
                    <a:pt x="379565" y="5783102"/>
                  </a:lnTo>
                  <a:lnTo>
                    <a:pt x="379673" y="5783102"/>
                  </a:lnTo>
                  <a:lnTo>
                    <a:pt x="379782" y="5783102"/>
                  </a:lnTo>
                  <a:lnTo>
                    <a:pt x="379999" y="5782478"/>
                  </a:lnTo>
                  <a:lnTo>
                    <a:pt x="380107" y="5782478"/>
                  </a:lnTo>
                  <a:lnTo>
                    <a:pt x="380216" y="5782478"/>
                  </a:lnTo>
                  <a:lnTo>
                    <a:pt x="380432" y="5782478"/>
                  </a:lnTo>
                  <a:lnTo>
                    <a:pt x="380541" y="5781855"/>
                  </a:lnTo>
                  <a:lnTo>
                    <a:pt x="380541" y="5781231"/>
                  </a:lnTo>
                  <a:lnTo>
                    <a:pt x="380649" y="5781231"/>
                  </a:lnTo>
                  <a:lnTo>
                    <a:pt x="380649" y="5780608"/>
                  </a:lnTo>
                  <a:lnTo>
                    <a:pt x="380649" y="5779984"/>
                  </a:lnTo>
                  <a:lnTo>
                    <a:pt x="380758" y="5779984"/>
                  </a:lnTo>
                  <a:lnTo>
                    <a:pt x="380866" y="5779984"/>
                  </a:lnTo>
                  <a:lnTo>
                    <a:pt x="380975" y="5779984"/>
                  </a:lnTo>
                  <a:lnTo>
                    <a:pt x="381625" y="5778737"/>
                  </a:lnTo>
                  <a:lnTo>
                    <a:pt x="381734" y="5778737"/>
                  </a:lnTo>
                  <a:lnTo>
                    <a:pt x="381842" y="5778737"/>
                  </a:lnTo>
                  <a:lnTo>
                    <a:pt x="381951" y="5778737"/>
                  </a:lnTo>
                  <a:lnTo>
                    <a:pt x="382059" y="5778737"/>
                  </a:lnTo>
                  <a:lnTo>
                    <a:pt x="382059" y="5778113"/>
                  </a:lnTo>
                  <a:lnTo>
                    <a:pt x="382168" y="5778113"/>
                  </a:lnTo>
                  <a:lnTo>
                    <a:pt x="382276" y="5778113"/>
                  </a:lnTo>
                  <a:lnTo>
                    <a:pt x="382384" y="5778113"/>
                  </a:lnTo>
                  <a:lnTo>
                    <a:pt x="382493" y="5778113"/>
                  </a:lnTo>
                  <a:lnTo>
                    <a:pt x="382493" y="5777490"/>
                  </a:lnTo>
                  <a:lnTo>
                    <a:pt x="382710" y="5777490"/>
                  </a:lnTo>
                  <a:lnTo>
                    <a:pt x="382818" y="5777490"/>
                  </a:lnTo>
                  <a:lnTo>
                    <a:pt x="382927" y="5777490"/>
                  </a:lnTo>
                  <a:lnTo>
                    <a:pt x="383252" y="5777490"/>
                  </a:lnTo>
                  <a:lnTo>
                    <a:pt x="383361" y="5777490"/>
                  </a:lnTo>
                  <a:lnTo>
                    <a:pt x="383469" y="5777490"/>
                  </a:lnTo>
                  <a:lnTo>
                    <a:pt x="383577" y="5776866"/>
                  </a:lnTo>
                  <a:lnTo>
                    <a:pt x="383903" y="5776243"/>
                  </a:lnTo>
                  <a:lnTo>
                    <a:pt x="384011" y="5776243"/>
                  </a:lnTo>
                  <a:lnTo>
                    <a:pt x="384120" y="5775619"/>
                  </a:lnTo>
                  <a:lnTo>
                    <a:pt x="384445" y="5775619"/>
                  </a:lnTo>
                  <a:lnTo>
                    <a:pt x="384553" y="5775619"/>
                  </a:lnTo>
                  <a:lnTo>
                    <a:pt x="384662" y="5775619"/>
                  </a:lnTo>
                  <a:lnTo>
                    <a:pt x="384770" y="5775619"/>
                  </a:lnTo>
                  <a:lnTo>
                    <a:pt x="384987" y="5775619"/>
                  </a:lnTo>
                  <a:lnTo>
                    <a:pt x="385096" y="5775619"/>
                  </a:lnTo>
                  <a:lnTo>
                    <a:pt x="385204" y="5775619"/>
                  </a:lnTo>
                  <a:lnTo>
                    <a:pt x="385313" y="5775619"/>
                  </a:lnTo>
                  <a:lnTo>
                    <a:pt x="385421" y="5775619"/>
                  </a:lnTo>
                  <a:lnTo>
                    <a:pt x="385529" y="5775619"/>
                  </a:lnTo>
                  <a:lnTo>
                    <a:pt x="385638" y="5775619"/>
                  </a:lnTo>
                  <a:lnTo>
                    <a:pt x="385855" y="5775619"/>
                  </a:lnTo>
                  <a:lnTo>
                    <a:pt x="385855" y="5774995"/>
                  </a:lnTo>
                  <a:lnTo>
                    <a:pt x="385963" y="5774995"/>
                  </a:lnTo>
                  <a:lnTo>
                    <a:pt x="386072" y="5774995"/>
                  </a:lnTo>
                  <a:lnTo>
                    <a:pt x="386180" y="5774372"/>
                  </a:lnTo>
                  <a:lnTo>
                    <a:pt x="386397" y="5774372"/>
                  </a:lnTo>
                  <a:lnTo>
                    <a:pt x="386505" y="5774372"/>
                  </a:lnTo>
                  <a:lnTo>
                    <a:pt x="386614" y="5774372"/>
                  </a:lnTo>
                  <a:lnTo>
                    <a:pt x="386722" y="5774372"/>
                  </a:lnTo>
                  <a:lnTo>
                    <a:pt x="386722" y="5773748"/>
                  </a:lnTo>
                  <a:lnTo>
                    <a:pt x="386831" y="5773748"/>
                  </a:lnTo>
                  <a:lnTo>
                    <a:pt x="386939" y="5773748"/>
                  </a:lnTo>
                  <a:lnTo>
                    <a:pt x="387048" y="5773748"/>
                  </a:lnTo>
                  <a:lnTo>
                    <a:pt x="387156" y="5773748"/>
                  </a:lnTo>
                  <a:lnTo>
                    <a:pt x="387265" y="5773748"/>
                  </a:lnTo>
                  <a:lnTo>
                    <a:pt x="387482" y="5773748"/>
                  </a:lnTo>
                  <a:lnTo>
                    <a:pt x="387590" y="5773748"/>
                  </a:lnTo>
                  <a:lnTo>
                    <a:pt x="387698" y="5773748"/>
                  </a:lnTo>
                  <a:lnTo>
                    <a:pt x="387915" y="5773748"/>
                  </a:lnTo>
                  <a:lnTo>
                    <a:pt x="388024" y="5773748"/>
                  </a:lnTo>
                  <a:lnTo>
                    <a:pt x="388132" y="5773748"/>
                  </a:lnTo>
                  <a:lnTo>
                    <a:pt x="388132" y="5773125"/>
                  </a:lnTo>
                  <a:lnTo>
                    <a:pt x="388241" y="5773125"/>
                  </a:lnTo>
                  <a:lnTo>
                    <a:pt x="388458" y="5773125"/>
                  </a:lnTo>
                  <a:lnTo>
                    <a:pt x="388566" y="5773125"/>
                  </a:lnTo>
                  <a:lnTo>
                    <a:pt x="388674" y="5773125"/>
                  </a:lnTo>
                  <a:lnTo>
                    <a:pt x="388783" y="5773125"/>
                  </a:lnTo>
                  <a:lnTo>
                    <a:pt x="389000" y="5773125"/>
                  </a:lnTo>
                  <a:lnTo>
                    <a:pt x="389000" y="5772501"/>
                  </a:lnTo>
                  <a:lnTo>
                    <a:pt x="389108" y="5771877"/>
                  </a:lnTo>
                  <a:lnTo>
                    <a:pt x="389217" y="5771877"/>
                  </a:lnTo>
                  <a:lnTo>
                    <a:pt x="389325" y="5771877"/>
                  </a:lnTo>
                  <a:lnTo>
                    <a:pt x="389434" y="5771877"/>
                  </a:lnTo>
                  <a:lnTo>
                    <a:pt x="389542" y="5771877"/>
                  </a:lnTo>
                  <a:lnTo>
                    <a:pt x="389650" y="5771877"/>
                  </a:lnTo>
                  <a:lnTo>
                    <a:pt x="389759" y="5771877"/>
                  </a:lnTo>
                  <a:lnTo>
                    <a:pt x="389867" y="5771877"/>
                  </a:lnTo>
                  <a:lnTo>
                    <a:pt x="389976" y="5771877"/>
                  </a:lnTo>
                  <a:lnTo>
                    <a:pt x="390084" y="5771877"/>
                  </a:lnTo>
                  <a:lnTo>
                    <a:pt x="390193" y="5771877"/>
                  </a:lnTo>
                  <a:lnTo>
                    <a:pt x="390301" y="5771877"/>
                  </a:lnTo>
                  <a:lnTo>
                    <a:pt x="390410" y="5771877"/>
                  </a:lnTo>
                  <a:lnTo>
                    <a:pt x="390518" y="5771877"/>
                  </a:lnTo>
                  <a:lnTo>
                    <a:pt x="390626" y="5771877"/>
                  </a:lnTo>
                  <a:lnTo>
                    <a:pt x="390626" y="5771254"/>
                  </a:lnTo>
                  <a:lnTo>
                    <a:pt x="390735" y="5771254"/>
                  </a:lnTo>
                  <a:lnTo>
                    <a:pt x="390843" y="5771254"/>
                  </a:lnTo>
                  <a:lnTo>
                    <a:pt x="390952" y="5771254"/>
                  </a:lnTo>
                  <a:lnTo>
                    <a:pt x="390952" y="5770630"/>
                  </a:lnTo>
                  <a:lnTo>
                    <a:pt x="391060" y="5770630"/>
                  </a:lnTo>
                  <a:lnTo>
                    <a:pt x="391169" y="5770007"/>
                  </a:lnTo>
                  <a:lnTo>
                    <a:pt x="391277" y="5770007"/>
                  </a:lnTo>
                  <a:lnTo>
                    <a:pt x="391277" y="5769383"/>
                  </a:lnTo>
                  <a:lnTo>
                    <a:pt x="391386" y="5769383"/>
                  </a:lnTo>
                  <a:lnTo>
                    <a:pt x="391494" y="5769383"/>
                  </a:lnTo>
                  <a:lnTo>
                    <a:pt x="391602" y="5769383"/>
                  </a:lnTo>
                  <a:lnTo>
                    <a:pt x="391602" y="5768760"/>
                  </a:lnTo>
                  <a:lnTo>
                    <a:pt x="391711" y="5768760"/>
                  </a:lnTo>
                  <a:lnTo>
                    <a:pt x="391819" y="5768760"/>
                  </a:lnTo>
                  <a:lnTo>
                    <a:pt x="391928" y="5768760"/>
                  </a:lnTo>
                  <a:lnTo>
                    <a:pt x="392036" y="5768760"/>
                  </a:lnTo>
                  <a:lnTo>
                    <a:pt x="392036" y="5768136"/>
                  </a:lnTo>
                  <a:lnTo>
                    <a:pt x="392145" y="5768136"/>
                  </a:lnTo>
                  <a:lnTo>
                    <a:pt x="392362" y="5768136"/>
                  </a:lnTo>
                  <a:lnTo>
                    <a:pt x="392470" y="5768136"/>
                  </a:lnTo>
                  <a:lnTo>
                    <a:pt x="392579" y="5767512"/>
                  </a:lnTo>
                  <a:lnTo>
                    <a:pt x="392687" y="5767512"/>
                  </a:lnTo>
                  <a:lnTo>
                    <a:pt x="392795" y="5767512"/>
                  </a:lnTo>
                  <a:lnTo>
                    <a:pt x="392904" y="5767512"/>
                  </a:lnTo>
                  <a:lnTo>
                    <a:pt x="393012" y="5767512"/>
                  </a:lnTo>
                  <a:lnTo>
                    <a:pt x="393121" y="5766889"/>
                  </a:lnTo>
                  <a:lnTo>
                    <a:pt x="393229" y="5766889"/>
                  </a:lnTo>
                  <a:lnTo>
                    <a:pt x="393338" y="5766889"/>
                  </a:lnTo>
                  <a:lnTo>
                    <a:pt x="393555" y="5766265"/>
                  </a:lnTo>
                  <a:lnTo>
                    <a:pt x="393555" y="5765642"/>
                  </a:lnTo>
                  <a:lnTo>
                    <a:pt x="393663" y="5765642"/>
                  </a:lnTo>
                  <a:lnTo>
                    <a:pt x="393771" y="5765642"/>
                  </a:lnTo>
                  <a:lnTo>
                    <a:pt x="393880" y="5765642"/>
                  </a:lnTo>
                  <a:lnTo>
                    <a:pt x="393988" y="5765642"/>
                  </a:lnTo>
                  <a:lnTo>
                    <a:pt x="394097" y="5765642"/>
                  </a:lnTo>
                  <a:lnTo>
                    <a:pt x="394205" y="5765642"/>
                  </a:lnTo>
                  <a:lnTo>
                    <a:pt x="394314" y="5765642"/>
                  </a:lnTo>
                  <a:lnTo>
                    <a:pt x="394422" y="5765642"/>
                  </a:lnTo>
                  <a:lnTo>
                    <a:pt x="394422" y="5765018"/>
                  </a:lnTo>
                  <a:lnTo>
                    <a:pt x="394531" y="5765018"/>
                  </a:lnTo>
                  <a:lnTo>
                    <a:pt x="394639" y="5765018"/>
                  </a:lnTo>
                  <a:lnTo>
                    <a:pt x="394747" y="5765018"/>
                  </a:lnTo>
                  <a:lnTo>
                    <a:pt x="394856" y="5764394"/>
                  </a:lnTo>
                  <a:lnTo>
                    <a:pt x="394964" y="5764394"/>
                  </a:lnTo>
                  <a:lnTo>
                    <a:pt x="395181" y="5764394"/>
                  </a:lnTo>
                  <a:lnTo>
                    <a:pt x="395398" y="5764394"/>
                  </a:lnTo>
                  <a:lnTo>
                    <a:pt x="395615" y="5764394"/>
                  </a:lnTo>
                  <a:lnTo>
                    <a:pt x="395615" y="5763771"/>
                  </a:lnTo>
                  <a:lnTo>
                    <a:pt x="395723" y="5763147"/>
                  </a:lnTo>
                  <a:lnTo>
                    <a:pt x="395832" y="5763147"/>
                  </a:lnTo>
                  <a:lnTo>
                    <a:pt x="395832" y="5762524"/>
                  </a:lnTo>
                  <a:lnTo>
                    <a:pt x="395940" y="5762524"/>
                  </a:lnTo>
                  <a:lnTo>
                    <a:pt x="396049" y="5762524"/>
                  </a:lnTo>
                  <a:lnTo>
                    <a:pt x="396266" y="5762524"/>
                  </a:lnTo>
                  <a:lnTo>
                    <a:pt x="396374" y="5762524"/>
                  </a:lnTo>
                  <a:lnTo>
                    <a:pt x="396483" y="5762524"/>
                  </a:lnTo>
                  <a:lnTo>
                    <a:pt x="396808" y="5762524"/>
                  </a:lnTo>
                  <a:lnTo>
                    <a:pt x="397025" y="5762524"/>
                  </a:lnTo>
                  <a:lnTo>
                    <a:pt x="397025" y="5761900"/>
                  </a:lnTo>
                  <a:lnTo>
                    <a:pt x="397025" y="5761277"/>
                  </a:lnTo>
                  <a:lnTo>
                    <a:pt x="397133" y="5761277"/>
                  </a:lnTo>
                  <a:lnTo>
                    <a:pt x="397133" y="5760653"/>
                  </a:lnTo>
                  <a:lnTo>
                    <a:pt x="397133" y="5760029"/>
                  </a:lnTo>
                  <a:lnTo>
                    <a:pt x="397133" y="5759406"/>
                  </a:lnTo>
                  <a:lnTo>
                    <a:pt x="397242" y="5759406"/>
                  </a:lnTo>
                  <a:lnTo>
                    <a:pt x="397350" y="5759406"/>
                  </a:lnTo>
                  <a:lnTo>
                    <a:pt x="397459" y="5759406"/>
                  </a:lnTo>
                  <a:lnTo>
                    <a:pt x="397567" y="5759406"/>
                  </a:lnTo>
                  <a:lnTo>
                    <a:pt x="397676" y="5759406"/>
                  </a:lnTo>
                  <a:lnTo>
                    <a:pt x="397676" y="5758782"/>
                  </a:lnTo>
                  <a:lnTo>
                    <a:pt x="397784" y="5758782"/>
                  </a:lnTo>
                  <a:lnTo>
                    <a:pt x="397892" y="5758782"/>
                  </a:lnTo>
                  <a:lnTo>
                    <a:pt x="398001" y="5758782"/>
                  </a:lnTo>
                  <a:lnTo>
                    <a:pt x="398109" y="5758782"/>
                  </a:lnTo>
                  <a:lnTo>
                    <a:pt x="398218" y="5758159"/>
                  </a:lnTo>
                  <a:lnTo>
                    <a:pt x="398326" y="5758159"/>
                  </a:lnTo>
                  <a:lnTo>
                    <a:pt x="398326" y="5757535"/>
                  </a:lnTo>
                  <a:lnTo>
                    <a:pt x="398543" y="5757535"/>
                  </a:lnTo>
                  <a:lnTo>
                    <a:pt x="398652" y="5757535"/>
                  </a:lnTo>
                  <a:lnTo>
                    <a:pt x="398760" y="5757535"/>
                  </a:lnTo>
                  <a:lnTo>
                    <a:pt x="398760" y="5756911"/>
                  </a:lnTo>
                  <a:lnTo>
                    <a:pt x="398868" y="5756911"/>
                  </a:lnTo>
                  <a:lnTo>
                    <a:pt x="398977" y="5756911"/>
                  </a:lnTo>
                  <a:lnTo>
                    <a:pt x="398977" y="5756288"/>
                  </a:lnTo>
                  <a:lnTo>
                    <a:pt x="399085" y="5756288"/>
                  </a:lnTo>
                  <a:lnTo>
                    <a:pt x="399194" y="5756288"/>
                  </a:lnTo>
                  <a:lnTo>
                    <a:pt x="399302" y="5756288"/>
                  </a:lnTo>
                  <a:lnTo>
                    <a:pt x="399411" y="5756288"/>
                  </a:lnTo>
                  <a:lnTo>
                    <a:pt x="399519" y="5756288"/>
                  </a:lnTo>
                  <a:lnTo>
                    <a:pt x="399628" y="5756288"/>
                  </a:lnTo>
                  <a:lnTo>
                    <a:pt x="399628" y="5755664"/>
                  </a:lnTo>
                  <a:lnTo>
                    <a:pt x="399736" y="5755664"/>
                  </a:lnTo>
                  <a:lnTo>
                    <a:pt x="399844" y="5755664"/>
                  </a:lnTo>
                  <a:lnTo>
                    <a:pt x="399844" y="5755041"/>
                  </a:lnTo>
                  <a:lnTo>
                    <a:pt x="399953" y="5755041"/>
                  </a:lnTo>
                  <a:lnTo>
                    <a:pt x="400387" y="5755041"/>
                  </a:lnTo>
                  <a:lnTo>
                    <a:pt x="400495" y="5755041"/>
                  </a:lnTo>
                  <a:lnTo>
                    <a:pt x="400604" y="5755041"/>
                  </a:lnTo>
                  <a:lnTo>
                    <a:pt x="400712" y="5755041"/>
                  </a:lnTo>
                  <a:lnTo>
                    <a:pt x="400712" y="5754417"/>
                  </a:lnTo>
                  <a:lnTo>
                    <a:pt x="400821" y="5754417"/>
                  </a:lnTo>
                  <a:lnTo>
                    <a:pt x="401037" y="5754417"/>
                  </a:lnTo>
                  <a:lnTo>
                    <a:pt x="401146" y="5754417"/>
                  </a:lnTo>
                  <a:lnTo>
                    <a:pt x="401254" y="5754417"/>
                  </a:lnTo>
                  <a:lnTo>
                    <a:pt x="401363" y="5754417"/>
                  </a:lnTo>
                  <a:lnTo>
                    <a:pt x="401580" y="5754417"/>
                  </a:lnTo>
                  <a:lnTo>
                    <a:pt x="401688" y="5754417"/>
                  </a:lnTo>
                  <a:lnTo>
                    <a:pt x="401688" y="5753794"/>
                  </a:lnTo>
                  <a:lnTo>
                    <a:pt x="401797" y="5753170"/>
                  </a:lnTo>
                  <a:lnTo>
                    <a:pt x="401905" y="5753170"/>
                  </a:lnTo>
                  <a:lnTo>
                    <a:pt x="402013" y="5753170"/>
                  </a:lnTo>
                  <a:lnTo>
                    <a:pt x="402230" y="5752546"/>
                  </a:lnTo>
                  <a:lnTo>
                    <a:pt x="402339" y="5752546"/>
                  </a:lnTo>
                  <a:lnTo>
                    <a:pt x="402447" y="5752546"/>
                  </a:lnTo>
                  <a:lnTo>
                    <a:pt x="402447" y="5751923"/>
                  </a:lnTo>
                  <a:lnTo>
                    <a:pt x="402556" y="5751923"/>
                  </a:lnTo>
                  <a:lnTo>
                    <a:pt x="402664" y="5751923"/>
                  </a:lnTo>
                  <a:lnTo>
                    <a:pt x="402881" y="5751299"/>
                  </a:lnTo>
                  <a:lnTo>
                    <a:pt x="402989" y="5750052"/>
                  </a:lnTo>
                  <a:lnTo>
                    <a:pt x="403098" y="5750052"/>
                  </a:lnTo>
                  <a:lnTo>
                    <a:pt x="403206" y="5750052"/>
                  </a:lnTo>
                  <a:lnTo>
                    <a:pt x="403423" y="5750052"/>
                  </a:lnTo>
                  <a:lnTo>
                    <a:pt x="403532" y="5750052"/>
                  </a:lnTo>
                  <a:lnTo>
                    <a:pt x="403640" y="5750052"/>
                  </a:lnTo>
                  <a:lnTo>
                    <a:pt x="403749" y="5750052"/>
                  </a:lnTo>
                  <a:lnTo>
                    <a:pt x="403965" y="5750052"/>
                  </a:lnTo>
                  <a:lnTo>
                    <a:pt x="404074" y="5750052"/>
                  </a:lnTo>
                  <a:lnTo>
                    <a:pt x="404182" y="5750052"/>
                  </a:lnTo>
                  <a:lnTo>
                    <a:pt x="404291" y="5750052"/>
                  </a:lnTo>
                  <a:lnTo>
                    <a:pt x="404399" y="5748805"/>
                  </a:lnTo>
                  <a:lnTo>
                    <a:pt x="404508" y="5748805"/>
                  </a:lnTo>
                  <a:lnTo>
                    <a:pt x="404616" y="5748805"/>
                  </a:lnTo>
                  <a:lnTo>
                    <a:pt x="404725" y="5748805"/>
                  </a:lnTo>
                  <a:lnTo>
                    <a:pt x="404942" y="5748805"/>
                  </a:lnTo>
                  <a:lnTo>
                    <a:pt x="405050" y="5748805"/>
                  </a:lnTo>
                  <a:lnTo>
                    <a:pt x="405267" y="5748805"/>
                  </a:lnTo>
                  <a:lnTo>
                    <a:pt x="405375" y="5748805"/>
                  </a:lnTo>
                  <a:lnTo>
                    <a:pt x="405484" y="5748805"/>
                  </a:lnTo>
                  <a:lnTo>
                    <a:pt x="405592" y="5748805"/>
                  </a:lnTo>
                  <a:lnTo>
                    <a:pt x="405701" y="5748805"/>
                  </a:lnTo>
                  <a:lnTo>
                    <a:pt x="405809" y="5748805"/>
                  </a:lnTo>
                  <a:lnTo>
                    <a:pt x="405918" y="5748181"/>
                  </a:lnTo>
                  <a:lnTo>
                    <a:pt x="406026" y="5748181"/>
                  </a:lnTo>
                  <a:lnTo>
                    <a:pt x="406026" y="5747558"/>
                  </a:lnTo>
                  <a:lnTo>
                    <a:pt x="406134" y="5747558"/>
                  </a:lnTo>
                  <a:lnTo>
                    <a:pt x="406243" y="5747558"/>
                  </a:lnTo>
                  <a:lnTo>
                    <a:pt x="406243" y="5746934"/>
                  </a:lnTo>
                  <a:lnTo>
                    <a:pt x="406460" y="5746934"/>
                  </a:lnTo>
                  <a:lnTo>
                    <a:pt x="406568" y="5746934"/>
                  </a:lnTo>
                  <a:lnTo>
                    <a:pt x="406677" y="5746934"/>
                  </a:lnTo>
                  <a:lnTo>
                    <a:pt x="406894" y="5746311"/>
                  </a:lnTo>
                  <a:lnTo>
                    <a:pt x="407110" y="5746311"/>
                  </a:lnTo>
                  <a:lnTo>
                    <a:pt x="407436" y="5746311"/>
                  </a:lnTo>
                  <a:lnTo>
                    <a:pt x="407544" y="5745687"/>
                  </a:lnTo>
                  <a:lnTo>
                    <a:pt x="407653" y="5745687"/>
                  </a:lnTo>
                  <a:lnTo>
                    <a:pt x="407761" y="5745063"/>
                  </a:lnTo>
                  <a:lnTo>
                    <a:pt x="407761" y="5744440"/>
                  </a:lnTo>
                  <a:lnTo>
                    <a:pt x="407870" y="5744440"/>
                  </a:lnTo>
                  <a:lnTo>
                    <a:pt x="408086" y="5744440"/>
                  </a:lnTo>
                  <a:lnTo>
                    <a:pt x="408195" y="5744440"/>
                  </a:lnTo>
                  <a:lnTo>
                    <a:pt x="408303" y="5744440"/>
                  </a:lnTo>
                  <a:lnTo>
                    <a:pt x="408412" y="5744440"/>
                  </a:lnTo>
                  <a:lnTo>
                    <a:pt x="408520" y="5743816"/>
                  </a:lnTo>
                  <a:lnTo>
                    <a:pt x="408629" y="5743816"/>
                  </a:lnTo>
                  <a:lnTo>
                    <a:pt x="408737" y="5743816"/>
                  </a:lnTo>
                  <a:lnTo>
                    <a:pt x="408846" y="5743816"/>
                  </a:lnTo>
                  <a:lnTo>
                    <a:pt x="408846" y="5743193"/>
                  </a:lnTo>
                  <a:lnTo>
                    <a:pt x="408954" y="5743193"/>
                  </a:lnTo>
                  <a:lnTo>
                    <a:pt x="409063" y="5743193"/>
                  </a:lnTo>
                  <a:lnTo>
                    <a:pt x="409279" y="5743193"/>
                  </a:lnTo>
                  <a:lnTo>
                    <a:pt x="409388" y="5743193"/>
                  </a:lnTo>
                  <a:lnTo>
                    <a:pt x="409496" y="5743193"/>
                  </a:lnTo>
                  <a:lnTo>
                    <a:pt x="409496" y="5742569"/>
                  </a:lnTo>
                  <a:lnTo>
                    <a:pt x="409496" y="5741945"/>
                  </a:lnTo>
                  <a:lnTo>
                    <a:pt x="409605" y="5741945"/>
                  </a:lnTo>
                  <a:lnTo>
                    <a:pt x="409930" y="5741945"/>
                  </a:lnTo>
                  <a:lnTo>
                    <a:pt x="410039" y="5741322"/>
                  </a:lnTo>
                  <a:lnTo>
                    <a:pt x="410039" y="5740698"/>
                  </a:lnTo>
                  <a:lnTo>
                    <a:pt x="410147" y="5740698"/>
                  </a:lnTo>
                  <a:lnTo>
                    <a:pt x="410255" y="5740698"/>
                  </a:lnTo>
                  <a:lnTo>
                    <a:pt x="410255" y="5740075"/>
                  </a:lnTo>
                  <a:lnTo>
                    <a:pt x="410255" y="5739451"/>
                  </a:lnTo>
                  <a:lnTo>
                    <a:pt x="410472" y="5738204"/>
                  </a:lnTo>
                  <a:lnTo>
                    <a:pt x="410581" y="5737580"/>
                  </a:lnTo>
                  <a:lnTo>
                    <a:pt x="410689" y="5737580"/>
                  </a:lnTo>
                  <a:lnTo>
                    <a:pt x="410798" y="5737580"/>
                  </a:lnTo>
                  <a:lnTo>
                    <a:pt x="410906" y="5737580"/>
                  </a:lnTo>
                  <a:lnTo>
                    <a:pt x="411015" y="5737580"/>
                  </a:lnTo>
                  <a:lnTo>
                    <a:pt x="411123" y="5737580"/>
                  </a:lnTo>
                  <a:lnTo>
                    <a:pt x="411340" y="5737580"/>
                  </a:lnTo>
                  <a:lnTo>
                    <a:pt x="411448" y="5737580"/>
                  </a:lnTo>
                  <a:lnTo>
                    <a:pt x="411557" y="5737580"/>
                  </a:lnTo>
                  <a:lnTo>
                    <a:pt x="411665" y="5737580"/>
                  </a:lnTo>
                  <a:lnTo>
                    <a:pt x="411665" y="5736957"/>
                  </a:lnTo>
                  <a:lnTo>
                    <a:pt x="411774" y="5736957"/>
                  </a:lnTo>
                  <a:lnTo>
                    <a:pt x="411882" y="5736957"/>
                  </a:lnTo>
                  <a:lnTo>
                    <a:pt x="412099" y="5736957"/>
                  </a:lnTo>
                  <a:lnTo>
                    <a:pt x="412207" y="5736957"/>
                  </a:lnTo>
                  <a:lnTo>
                    <a:pt x="412316" y="5736957"/>
                  </a:lnTo>
                  <a:lnTo>
                    <a:pt x="412424" y="5736957"/>
                  </a:lnTo>
                  <a:lnTo>
                    <a:pt x="412533" y="5736957"/>
                  </a:lnTo>
                  <a:lnTo>
                    <a:pt x="412641" y="5736957"/>
                  </a:lnTo>
                  <a:lnTo>
                    <a:pt x="412750" y="5736957"/>
                  </a:lnTo>
                  <a:lnTo>
                    <a:pt x="412858" y="5736957"/>
                  </a:lnTo>
                  <a:lnTo>
                    <a:pt x="412967" y="5736957"/>
                  </a:lnTo>
                  <a:lnTo>
                    <a:pt x="413075" y="5736957"/>
                  </a:lnTo>
                  <a:lnTo>
                    <a:pt x="413183" y="5736957"/>
                  </a:lnTo>
                  <a:lnTo>
                    <a:pt x="413292" y="5736957"/>
                  </a:lnTo>
                  <a:lnTo>
                    <a:pt x="413509" y="5736957"/>
                  </a:lnTo>
                  <a:lnTo>
                    <a:pt x="413617" y="5736957"/>
                  </a:lnTo>
                  <a:lnTo>
                    <a:pt x="413726" y="5736957"/>
                  </a:lnTo>
                  <a:lnTo>
                    <a:pt x="413726" y="5736333"/>
                  </a:lnTo>
                  <a:lnTo>
                    <a:pt x="413834" y="5736333"/>
                  </a:lnTo>
                  <a:lnTo>
                    <a:pt x="413943" y="5736333"/>
                  </a:lnTo>
                  <a:lnTo>
                    <a:pt x="414051" y="5736333"/>
                  </a:lnTo>
                  <a:lnTo>
                    <a:pt x="414160" y="5736333"/>
                  </a:lnTo>
                  <a:lnTo>
                    <a:pt x="414268" y="5736333"/>
                  </a:lnTo>
                  <a:lnTo>
                    <a:pt x="414376" y="5736333"/>
                  </a:lnTo>
                  <a:lnTo>
                    <a:pt x="414485" y="5736333"/>
                  </a:lnTo>
                  <a:lnTo>
                    <a:pt x="414593" y="5736333"/>
                  </a:lnTo>
                  <a:lnTo>
                    <a:pt x="414702" y="5736333"/>
                  </a:lnTo>
                  <a:lnTo>
                    <a:pt x="414810" y="5736333"/>
                  </a:lnTo>
                  <a:lnTo>
                    <a:pt x="414919" y="5736333"/>
                  </a:lnTo>
                  <a:lnTo>
                    <a:pt x="415027" y="5736333"/>
                  </a:lnTo>
                  <a:lnTo>
                    <a:pt x="415136" y="5736333"/>
                  </a:lnTo>
                  <a:lnTo>
                    <a:pt x="415244" y="5736333"/>
                  </a:lnTo>
                  <a:lnTo>
                    <a:pt x="415352" y="5736333"/>
                  </a:lnTo>
                  <a:lnTo>
                    <a:pt x="415569" y="5736333"/>
                  </a:lnTo>
                  <a:lnTo>
                    <a:pt x="415678" y="5736333"/>
                  </a:lnTo>
                  <a:lnTo>
                    <a:pt x="415786" y="5736333"/>
                  </a:lnTo>
                  <a:lnTo>
                    <a:pt x="415895" y="5736333"/>
                  </a:lnTo>
                  <a:lnTo>
                    <a:pt x="415895" y="5735710"/>
                  </a:lnTo>
                  <a:lnTo>
                    <a:pt x="416003" y="5735710"/>
                  </a:lnTo>
                  <a:lnTo>
                    <a:pt x="416220" y="5735710"/>
                  </a:lnTo>
                  <a:lnTo>
                    <a:pt x="416328" y="5735086"/>
                  </a:lnTo>
                  <a:lnTo>
                    <a:pt x="416545" y="5735086"/>
                  </a:lnTo>
                  <a:lnTo>
                    <a:pt x="416654" y="5735086"/>
                  </a:lnTo>
                  <a:lnTo>
                    <a:pt x="416654" y="5734463"/>
                  </a:lnTo>
                  <a:lnTo>
                    <a:pt x="416871" y="5733839"/>
                  </a:lnTo>
                  <a:lnTo>
                    <a:pt x="416979" y="5733839"/>
                  </a:lnTo>
                  <a:lnTo>
                    <a:pt x="416979" y="5733215"/>
                  </a:lnTo>
                  <a:lnTo>
                    <a:pt x="417196" y="5733215"/>
                  </a:lnTo>
                  <a:lnTo>
                    <a:pt x="417413" y="5733215"/>
                  </a:lnTo>
                  <a:lnTo>
                    <a:pt x="417738" y="5732592"/>
                  </a:lnTo>
                  <a:lnTo>
                    <a:pt x="417847" y="5732592"/>
                  </a:lnTo>
                  <a:lnTo>
                    <a:pt x="417847" y="5731968"/>
                  </a:lnTo>
                  <a:lnTo>
                    <a:pt x="417955" y="5731968"/>
                  </a:lnTo>
                  <a:lnTo>
                    <a:pt x="418064" y="5731968"/>
                  </a:lnTo>
                  <a:lnTo>
                    <a:pt x="418172" y="5731968"/>
                  </a:lnTo>
                  <a:lnTo>
                    <a:pt x="418389" y="5731345"/>
                  </a:lnTo>
                  <a:lnTo>
                    <a:pt x="418497" y="5730721"/>
                  </a:lnTo>
                  <a:lnTo>
                    <a:pt x="418497" y="5730097"/>
                  </a:lnTo>
                  <a:lnTo>
                    <a:pt x="418823" y="5728850"/>
                  </a:lnTo>
                  <a:lnTo>
                    <a:pt x="419040" y="5728850"/>
                  </a:lnTo>
                  <a:lnTo>
                    <a:pt x="419148" y="5728850"/>
                  </a:lnTo>
                  <a:lnTo>
                    <a:pt x="419257" y="5728850"/>
                  </a:lnTo>
                  <a:lnTo>
                    <a:pt x="419257" y="5728227"/>
                  </a:lnTo>
                  <a:lnTo>
                    <a:pt x="419257" y="5727603"/>
                  </a:lnTo>
                  <a:lnTo>
                    <a:pt x="419365" y="5727603"/>
                  </a:lnTo>
                  <a:lnTo>
                    <a:pt x="419473" y="5727603"/>
                  </a:lnTo>
                  <a:lnTo>
                    <a:pt x="419582" y="5726980"/>
                  </a:lnTo>
                  <a:lnTo>
                    <a:pt x="419799" y="5726356"/>
                  </a:lnTo>
                  <a:lnTo>
                    <a:pt x="419907" y="5726356"/>
                  </a:lnTo>
                  <a:lnTo>
                    <a:pt x="419907" y="5725732"/>
                  </a:lnTo>
                  <a:lnTo>
                    <a:pt x="420016" y="5725732"/>
                  </a:lnTo>
                  <a:lnTo>
                    <a:pt x="420016" y="5725109"/>
                  </a:lnTo>
                  <a:lnTo>
                    <a:pt x="420124" y="5725109"/>
                  </a:lnTo>
                  <a:lnTo>
                    <a:pt x="420124" y="5724485"/>
                  </a:lnTo>
                  <a:lnTo>
                    <a:pt x="420233" y="5724485"/>
                  </a:lnTo>
                  <a:lnTo>
                    <a:pt x="420341" y="5724485"/>
                  </a:lnTo>
                  <a:lnTo>
                    <a:pt x="420449" y="5724485"/>
                  </a:lnTo>
                  <a:lnTo>
                    <a:pt x="420558" y="5724485"/>
                  </a:lnTo>
                  <a:lnTo>
                    <a:pt x="420558" y="5723862"/>
                  </a:lnTo>
                  <a:lnTo>
                    <a:pt x="420666" y="5723862"/>
                  </a:lnTo>
                  <a:lnTo>
                    <a:pt x="420775" y="5723238"/>
                  </a:lnTo>
                  <a:lnTo>
                    <a:pt x="420883" y="5722614"/>
                  </a:lnTo>
                  <a:lnTo>
                    <a:pt x="420992" y="5721991"/>
                  </a:lnTo>
                  <a:lnTo>
                    <a:pt x="421100" y="5721991"/>
                  </a:lnTo>
                  <a:lnTo>
                    <a:pt x="421209" y="5721991"/>
                  </a:lnTo>
                  <a:lnTo>
                    <a:pt x="421425" y="5721991"/>
                  </a:lnTo>
                  <a:lnTo>
                    <a:pt x="421534" y="5721991"/>
                  </a:lnTo>
                  <a:lnTo>
                    <a:pt x="421751" y="5721991"/>
                  </a:lnTo>
                  <a:lnTo>
                    <a:pt x="421859" y="5721991"/>
                  </a:lnTo>
                  <a:lnTo>
                    <a:pt x="421968" y="5721991"/>
                  </a:lnTo>
                  <a:lnTo>
                    <a:pt x="422076" y="5721991"/>
                  </a:lnTo>
                  <a:lnTo>
                    <a:pt x="422076" y="5721367"/>
                  </a:lnTo>
                  <a:lnTo>
                    <a:pt x="422185" y="5721367"/>
                  </a:lnTo>
                  <a:lnTo>
                    <a:pt x="422293" y="5721367"/>
                  </a:lnTo>
                  <a:lnTo>
                    <a:pt x="422510" y="5721367"/>
                  </a:lnTo>
                  <a:lnTo>
                    <a:pt x="422618" y="5721367"/>
                  </a:lnTo>
                  <a:lnTo>
                    <a:pt x="422727" y="5721367"/>
                  </a:lnTo>
                  <a:lnTo>
                    <a:pt x="422835" y="5721367"/>
                  </a:lnTo>
                  <a:lnTo>
                    <a:pt x="422944" y="5721367"/>
                  </a:lnTo>
                  <a:lnTo>
                    <a:pt x="423052" y="5721367"/>
                  </a:lnTo>
                  <a:lnTo>
                    <a:pt x="423161" y="5721367"/>
                  </a:lnTo>
                  <a:lnTo>
                    <a:pt x="423378" y="5721367"/>
                  </a:lnTo>
                  <a:lnTo>
                    <a:pt x="423486" y="5721367"/>
                  </a:lnTo>
                  <a:lnTo>
                    <a:pt x="423594" y="5721367"/>
                  </a:lnTo>
                  <a:lnTo>
                    <a:pt x="423811" y="5721367"/>
                  </a:lnTo>
                  <a:lnTo>
                    <a:pt x="423811" y="5720744"/>
                  </a:lnTo>
                  <a:lnTo>
                    <a:pt x="423920" y="5720744"/>
                  </a:lnTo>
                  <a:lnTo>
                    <a:pt x="424137" y="5720120"/>
                  </a:lnTo>
                  <a:lnTo>
                    <a:pt x="424354" y="5720120"/>
                  </a:lnTo>
                  <a:lnTo>
                    <a:pt x="424570" y="5720120"/>
                  </a:lnTo>
                  <a:lnTo>
                    <a:pt x="424679" y="5720120"/>
                  </a:lnTo>
                  <a:lnTo>
                    <a:pt x="424787" y="5719497"/>
                  </a:lnTo>
                  <a:lnTo>
                    <a:pt x="424896" y="5719497"/>
                  </a:lnTo>
                  <a:lnTo>
                    <a:pt x="425113" y="5718873"/>
                  </a:lnTo>
                  <a:lnTo>
                    <a:pt x="425330" y="5718873"/>
                  </a:lnTo>
                  <a:lnTo>
                    <a:pt x="425438" y="5718873"/>
                  </a:lnTo>
                  <a:lnTo>
                    <a:pt x="425546" y="5718873"/>
                  </a:lnTo>
                  <a:lnTo>
                    <a:pt x="425546" y="5718249"/>
                  </a:lnTo>
                  <a:lnTo>
                    <a:pt x="425655" y="5718249"/>
                  </a:lnTo>
                  <a:lnTo>
                    <a:pt x="425763" y="5718249"/>
                  </a:lnTo>
                  <a:lnTo>
                    <a:pt x="425872" y="5718249"/>
                  </a:lnTo>
                  <a:lnTo>
                    <a:pt x="425872" y="5717626"/>
                  </a:lnTo>
                  <a:lnTo>
                    <a:pt x="425980" y="5717626"/>
                  </a:lnTo>
                  <a:lnTo>
                    <a:pt x="426089" y="5717626"/>
                  </a:lnTo>
                  <a:lnTo>
                    <a:pt x="426306" y="5717626"/>
                  </a:lnTo>
                  <a:lnTo>
                    <a:pt x="426414" y="5717626"/>
                  </a:lnTo>
                  <a:lnTo>
                    <a:pt x="426523" y="5717626"/>
                  </a:lnTo>
                  <a:lnTo>
                    <a:pt x="426523" y="5717002"/>
                  </a:lnTo>
                  <a:lnTo>
                    <a:pt x="426523" y="5716379"/>
                  </a:lnTo>
                  <a:lnTo>
                    <a:pt x="426631" y="5716379"/>
                  </a:lnTo>
                  <a:lnTo>
                    <a:pt x="426739" y="5716379"/>
                  </a:lnTo>
                  <a:lnTo>
                    <a:pt x="426848" y="5716379"/>
                  </a:lnTo>
                  <a:lnTo>
                    <a:pt x="426848" y="5715755"/>
                  </a:lnTo>
                  <a:lnTo>
                    <a:pt x="427173" y="5715755"/>
                  </a:lnTo>
                  <a:lnTo>
                    <a:pt x="427282" y="5715755"/>
                  </a:lnTo>
                  <a:lnTo>
                    <a:pt x="427390" y="5715755"/>
                  </a:lnTo>
                  <a:lnTo>
                    <a:pt x="427499" y="5715755"/>
                  </a:lnTo>
                  <a:lnTo>
                    <a:pt x="427607" y="5715755"/>
                  </a:lnTo>
                  <a:lnTo>
                    <a:pt x="427715" y="5715755"/>
                  </a:lnTo>
                  <a:lnTo>
                    <a:pt x="427824" y="5715755"/>
                  </a:lnTo>
                  <a:lnTo>
                    <a:pt x="427932" y="5715755"/>
                  </a:lnTo>
                  <a:lnTo>
                    <a:pt x="428041" y="5715755"/>
                  </a:lnTo>
                  <a:lnTo>
                    <a:pt x="428041" y="5715131"/>
                  </a:lnTo>
                  <a:lnTo>
                    <a:pt x="428149" y="5715131"/>
                  </a:lnTo>
                  <a:lnTo>
                    <a:pt x="428258" y="5715131"/>
                  </a:lnTo>
                  <a:lnTo>
                    <a:pt x="428366" y="5715131"/>
                  </a:lnTo>
                  <a:lnTo>
                    <a:pt x="428475" y="5715131"/>
                  </a:lnTo>
                  <a:lnTo>
                    <a:pt x="428475" y="5714508"/>
                  </a:lnTo>
                  <a:lnTo>
                    <a:pt x="428475" y="5713884"/>
                  </a:lnTo>
                  <a:lnTo>
                    <a:pt x="428691" y="5713884"/>
                  </a:lnTo>
                  <a:lnTo>
                    <a:pt x="428908" y="5713884"/>
                  </a:lnTo>
                  <a:lnTo>
                    <a:pt x="429017" y="5713261"/>
                  </a:lnTo>
                  <a:lnTo>
                    <a:pt x="429125" y="5713261"/>
                  </a:lnTo>
                  <a:lnTo>
                    <a:pt x="429342" y="5712637"/>
                  </a:lnTo>
                  <a:lnTo>
                    <a:pt x="429451" y="5712637"/>
                  </a:lnTo>
                  <a:lnTo>
                    <a:pt x="429559" y="5712637"/>
                  </a:lnTo>
                  <a:lnTo>
                    <a:pt x="429667" y="5712637"/>
                  </a:lnTo>
                  <a:lnTo>
                    <a:pt x="429776" y="5712637"/>
                  </a:lnTo>
                  <a:lnTo>
                    <a:pt x="429776" y="5712014"/>
                  </a:lnTo>
                  <a:lnTo>
                    <a:pt x="429993" y="5712014"/>
                  </a:lnTo>
                  <a:lnTo>
                    <a:pt x="430101" y="5711390"/>
                  </a:lnTo>
                  <a:lnTo>
                    <a:pt x="430101" y="5710766"/>
                  </a:lnTo>
                  <a:lnTo>
                    <a:pt x="430427" y="5710766"/>
                  </a:lnTo>
                  <a:lnTo>
                    <a:pt x="430535" y="5710766"/>
                  </a:lnTo>
                  <a:lnTo>
                    <a:pt x="430644" y="5710766"/>
                  </a:lnTo>
                  <a:lnTo>
                    <a:pt x="430752" y="5710766"/>
                  </a:lnTo>
                  <a:lnTo>
                    <a:pt x="430860" y="5710766"/>
                  </a:lnTo>
                  <a:lnTo>
                    <a:pt x="430969" y="5710766"/>
                  </a:lnTo>
                  <a:lnTo>
                    <a:pt x="431077" y="5710766"/>
                  </a:lnTo>
                  <a:lnTo>
                    <a:pt x="431186" y="5710766"/>
                  </a:lnTo>
                  <a:lnTo>
                    <a:pt x="431294" y="5710766"/>
                  </a:lnTo>
                  <a:lnTo>
                    <a:pt x="431403" y="5710766"/>
                  </a:lnTo>
                  <a:lnTo>
                    <a:pt x="431403" y="5710143"/>
                  </a:lnTo>
                  <a:lnTo>
                    <a:pt x="431511" y="5710143"/>
                  </a:lnTo>
                  <a:lnTo>
                    <a:pt x="431620" y="5710143"/>
                  </a:lnTo>
                  <a:lnTo>
                    <a:pt x="431728" y="5710143"/>
                  </a:lnTo>
                  <a:lnTo>
                    <a:pt x="431836" y="5710143"/>
                  </a:lnTo>
                  <a:lnTo>
                    <a:pt x="431945" y="5710143"/>
                  </a:lnTo>
                  <a:lnTo>
                    <a:pt x="432053" y="5710143"/>
                  </a:lnTo>
                  <a:lnTo>
                    <a:pt x="432162" y="5710143"/>
                  </a:lnTo>
                  <a:lnTo>
                    <a:pt x="432270" y="5710143"/>
                  </a:lnTo>
                  <a:lnTo>
                    <a:pt x="432270" y="5709519"/>
                  </a:lnTo>
                  <a:lnTo>
                    <a:pt x="432379" y="5709519"/>
                  </a:lnTo>
                  <a:lnTo>
                    <a:pt x="432487" y="5709519"/>
                  </a:lnTo>
                  <a:lnTo>
                    <a:pt x="432704" y="5709519"/>
                  </a:lnTo>
                  <a:lnTo>
                    <a:pt x="433355" y="5708896"/>
                  </a:lnTo>
                  <a:lnTo>
                    <a:pt x="433355" y="5708272"/>
                  </a:lnTo>
                  <a:lnTo>
                    <a:pt x="433463" y="5708272"/>
                  </a:lnTo>
                  <a:lnTo>
                    <a:pt x="433572" y="5708272"/>
                  </a:lnTo>
                  <a:lnTo>
                    <a:pt x="433680" y="5707648"/>
                  </a:lnTo>
                  <a:lnTo>
                    <a:pt x="433788" y="5707025"/>
                  </a:lnTo>
                  <a:lnTo>
                    <a:pt x="433788" y="5706401"/>
                  </a:lnTo>
                  <a:lnTo>
                    <a:pt x="433897" y="5706401"/>
                  </a:lnTo>
                  <a:lnTo>
                    <a:pt x="434005" y="5706401"/>
                  </a:lnTo>
                  <a:lnTo>
                    <a:pt x="434114" y="5705778"/>
                  </a:lnTo>
                  <a:lnTo>
                    <a:pt x="434331" y="5705778"/>
                  </a:lnTo>
                  <a:lnTo>
                    <a:pt x="434439" y="5705778"/>
                  </a:lnTo>
                  <a:lnTo>
                    <a:pt x="434548" y="5705778"/>
                  </a:lnTo>
                  <a:lnTo>
                    <a:pt x="434656" y="5705778"/>
                  </a:lnTo>
                  <a:lnTo>
                    <a:pt x="434765" y="5705778"/>
                  </a:lnTo>
                  <a:lnTo>
                    <a:pt x="434873" y="5705778"/>
                  </a:lnTo>
                  <a:lnTo>
                    <a:pt x="434981" y="5705778"/>
                  </a:lnTo>
                  <a:lnTo>
                    <a:pt x="435090" y="5705778"/>
                  </a:lnTo>
                  <a:lnTo>
                    <a:pt x="435090" y="5705154"/>
                  </a:lnTo>
                  <a:lnTo>
                    <a:pt x="435198" y="5705154"/>
                  </a:lnTo>
                  <a:lnTo>
                    <a:pt x="435307" y="5705154"/>
                  </a:lnTo>
                  <a:lnTo>
                    <a:pt x="435415" y="5705154"/>
                  </a:lnTo>
                  <a:lnTo>
                    <a:pt x="435415" y="5704531"/>
                  </a:lnTo>
                  <a:lnTo>
                    <a:pt x="435415" y="5703907"/>
                  </a:lnTo>
                  <a:lnTo>
                    <a:pt x="435524" y="5703907"/>
                  </a:lnTo>
                  <a:lnTo>
                    <a:pt x="435632" y="5703907"/>
                  </a:lnTo>
                  <a:lnTo>
                    <a:pt x="435632" y="5703283"/>
                  </a:lnTo>
                  <a:lnTo>
                    <a:pt x="435741" y="5703283"/>
                  </a:lnTo>
                  <a:lnTo>
                    <a:pt x="435849" y="5703283"/>
                  </a:lnTo>
                  <a:lnTo>
                    <a:pt x="436066" y="5703283"/>
                  </a:lnTo>
                  <a:lnTo>
                    <a:pt x="436066" y="5702660"/>
                  </a:lnTo>
                  <a:lnTo>
                    <a:pt x="436174" y="5702660"/>
                  </a:lnTo>
                  <a:lnTo>
                    <a:pt x="436283" y="5702660"/>
                  </a:lnTo>
                  <a:lnTo>
                    <a:pt x="436391" y="5702660"/>
                  </a:lnTo>
                  <a:lnTo>
                    <a:pt x="436608" y="5702036"/>
                  </a:lnTo>
                  <a:lnTo>
                    <a:pt x="436717" y="5702036"/>
                  </a:lnTo>
                  <a:lnTo>
                    <a:pt x="436825" y="5702036"/>
                  </a:lnTo>
                  <a:lnTo>
                    <a:pt x="436933" y="5702036"/>
                  </a:lnTo>
                  <a:lnTo>
                    <a:pt x="436933" y="5701413"/>
                  </a:lnTo>
                  <a:lnTo>
                    <a:pt x="437042" y="5701413"/>
                  </a:lnTo>
                  <a:lnTo>
                    <a:pt x="437150" y="5701413"/>
                  </a:lnTo>
                  <a:lnTo>
                    <a:pt x="437367" y="5701413"/>
                  </a:lnTo>
                  <a:lnTo>
                    <a:pt x="437367" y="5700789"/>
                  </a:lnTo>
                  <a:lnTo>
                    <a:pt x="437476" y="5700789"/>
                  </a:lnTo>
                  <a:lnTo>
                    <a:pt x="437476" y="5700165"/>
                  </a:lnTo>
                  <a:lnTo>
                    <a:pt x="437584" y="5700165"/>
                  </a:lnTo>
                  <a:lnTo>
                    <a:pt x="437693" y="5700165"/>
                  </a:lnTo>
                  <a:lnTo>
                    <a:pt x="437801" y="5700165"/>
                  </a:lnTo>
                  <a:lnTo>
                    <a:pt x="437909" y="5700165"/>
                  </a:lnTo>
                  <a:lnTo>
                    <a:pt x="437909" y="5699542"/>
                  </a:lnTo>
                  <a:lnTo>
                    <a:pt x="438018" y="5698918"/>
                  </a:lnTo>
                  <a:lnTo>
                    <a:pt x="438126" y="5698918"/>
                  </a:lnTo>
                  <a:lnTo>
                    <a:pt x="438343" y="5698918"/>
                  </a:lnTo>
                  <a:lnTo>
                    <a:pt x="438669" y="5698295"/>
                  </a:lnTo>
                  <a:lnTo>
                    <a:pt x="438777" y="5698295"/>
                  </a:lnTo>
                  <a:lnTo>
                    <a:pt x="438885" y="5698295"/>
                  </a:lnTo>
                  <a:lnTo>
                    <a:pt x="439211" y="5698295"/>
                  </a:lnTo>
                  <a:lnTo>
                    <a:pt x="439319" y="5698295"/>
                  </a:lnTo>
                  <a:lnTo>
                    <a:pt x="439319" y="5697671"/>
                  </a:lnTo>
                  <a:lnTo>
                    <a:pt x="439319" y="5697048"/>
                  </a:lnTo>
                  <a:lnTo>
                    <a:pt x="439428" y="5697048"/>
                  </a:lnTo>
                  <a:lnTo>
                    <a:pt x="439753" y="5697048"/>
                  </a:lnTo>
                  <a:lnTo>
                    <a:pt x="439970" y="5696424"/>
                  </a:lnTo>
                  <a:lnTo>
                    <a:pt x="440187" y="5696424"/>
                  </a:lnTo>
                  <a:lnTo>
                    <a:pt x="440295" y="5696424"/>
                  </a:lnTo>
                  <a:lnTo>
                    <a:pt x="440295" y="5695800"/>
                  </a:lnTo>
                  <a:lnTo>
                    <a:pt x="440404" y="5695800"/>
                  </a:lnTo>
                  <a:lnTo>
                    <a:pt x="440512" y="5695800"/>
                  </a:lnTo>
                  <a:lnTo>
                    <a:pt x="440621" y="5695800"/>
                  </a:lnTo>
                  <a:lnTo>
                    <a:pt x="440729" y="5695800"/>
                  </a:lnTo>
                  <a:lnTo>
                    <a:pt x="440838" y="5695800"/>
                  </a:lnTo>
                  <a:lnTo>
                    <a:pt x="440946" y="5695800"/>
                  </a:lnTo>
                  <a:lnTo>
                    <a:pt x="441054" y="5695800"/>
                  </a:lnTo>
                  <a:lnTo>
                    <a:pt x="441054" y="5695177"/>
                  </a:lnTo>
                  <a:lnTo>
                    <a:pt x="441163" y="5695177"/>
                  </a:lnTo>
                  <a:lnTo>
                    <a:pt x="441271" y="5695177"/>
                  </a:lnTo>
                  <a:lnTo>
                    <a:pt x="441380" y="5695177"/>
                  </a:lnTo>
                  <a:lnTo>
                    <a:pt x="441488" y="5695177"/>
                  </a:lnTo>
                  <a:lnTo>
                    <a:pt x="441597" y="5695177"/>
                  </a:lnTo>
                  <a:lnTo>
                    <a:pt x="441705" y="5695177"/>
                  </a:lnTo>
                  <a:lnTo>
                    <a:pt x="441705" y="5694553"/>
                  </a:lnTo>
                  <a:lnTo>
                    <a:pt x="441814" y="5694553"/>
                  </a:lnTo>
                  <a:lnTo>
                    <a:pt x="441922" y="5694553"/>
                  </a:lnTo>
                  <a:lnTo>
                    <a:pt x="442030" y="5694553"/>
                  </a:lnTo>
                  <a:lnTo>
                    <a:pt x="442030" y="5693930"/>
                  </a:lnTo>
                  <a:lnTo>
                    <a:pt x="442139" y="5693930"/>
                  </a:lnTo>
                  <a:lnTo>
                    <a:pt x="442247" y="5693930"/>
                  </a:lnTo>
                  <a:lnTo>
                    <a:pt x="442356" y="5693930"/>
                  </a:lnTo>
                  <a:lnTo>
                    <a:pt x="442573" y="5693930"/>
                  </a:lnTo>
                  <a:lnTo>
                    <a:pt x="442681" y="5693930"/>
                  </a:lnTo>
                  <a:lnTo>
                    <a:pt x="442790" y="5693930"/>
                  </a:lnTo>
                  <a:lnTo>
                    <a:pt x="442898" y="5693930"/>
                  </a:lnTo>
                  <a:lnTo>
                    <a:pt x="443006" y="5693930"/>
                  </a:lnTo>
                  <a:lnTo>
                    <a:pt x="443115" y="5693930"/>
                  </a:lnTo>
                  <a:lnTo>
                    <a:pt x="443223" y="5693930"/>
                  </a:lnTo>
                  <a:lnTo>
                    <a:pt x="443332" y="5693930"/>
                  </a:lnTo>
                  <a:lnTo>
                    <a:pt x="443440" y="5693306"/>
                  </a:lnTo>
                  <a:lnTo>
                    <a:pt x="443549" y="5693306"/>
                  </a:lnTo>
                  <a:lnTo>
                    <a:pt x="443657" y="5693306"/>
                  </a:lnTo>
                  <a:lnTo>
                    <a:pt x="443766" y="5693306"/>
                  </a:lnTo>
                  <a:lnTo>
                    <a:pt x="443874" y="5693306"/>
                  </a:lnTo>
                  <a:lnTo>
                    <a:pt x="443983" y="5693306"/>
                  </a:lnTo>
                  <a:lnTo>
                    <a:pt x="444091" y="5693306"/>
                  </a:lnTo>
                  <a:lnTo>
                    <a:pt x="444091" y="5692682"/>
                  </a:lnTo>
                  <a:lnTo>
                    <a:pt x="444199" y="5692059"/>
                  </a:lnTo>
                  <a:lnTo>
                    <a:pt x="444308" y="5692059"/>
                  </a:lnTo>
                  <a:lnTo>
                    <a:pt x="444416" y="5692059"/>
                  </a:lnTo>
                  <a:lnTo>
                    <a:pt x="444525" y="5692059"/>
                  </a:lnTo>
                  <a:lnTo>
                    <a:pt x="444525" y="5691435"/>
                  </a:lnTo>
                  <a:lnTo>
                    <a:pt x="444633" y="5691435"/>
                  </a:lnTo>
                  <a:lnTo>
                    <a:pt x="444742" y="5691435"/>
                  </a:lnTo>
                  <a:lnTo>
                    <a:pt x="444850" y="5691435"/>
                  </a:lnTo>
                  <a:lnTo>
                    <a:pt x="444959" y="5691435"/>
                  </a:lnTo>
                  <a:lnTo>
                    <a:pt x="445067" y="5691435"/>
                  </a:lnTo>
                  <a:lnTo>
                    <a:pt x="445284" y="5691435"/>
                  </a:lnTo>
                  <a:lnTo>
                    <a:pt x="445392" y="5691435"/>
                  </a:lnTo>
                  <a:lnTo>
                    <a:pt x="445501" y="5691435"/>
                  </a:lnTo>
                  <a:lnTo>
                    <a:pt x="445718" y="5691435"/>
                  </a:lnTo>
                  <a:lnTo>
                    <a:pt x="445826" y="5690812"/>
                  </a:lnTo>
                  <a:lnTo>
                    <a:pt x="445935" y="5690812"/>
                  </a:lnTo>
                  <a:lnTo>
                    <a:pt x="445935" y="5690188"/>
                  </a:lnTo>
                  <a:lnTo>
                    <a:pt x="446043" y="5690188"/>
                  </a:lnTo>
                  <a:lnTo>
                    <a:pt x="446151" y="5690188"/>
                  </a:lnTo>
                  <a:lnTo>
                    <a:pt x="446260" y="5690188"/>
                  </a:lnTo>
                  <a:lnTo>
                    <a:pt x="446368" y="5690188"/>
                  </a:lnTo>
                  <a:lnTo>
                    <a:pt x="446368" y="5689565"/>
                  </a:lnTo>
                  <a:lnTo>
                    <a:pt x="446694" y="5688941"/>
                  </a:lnTo>
                  <a:lnTo>
                    <a:pt x="446802" y="5688941"/>
                  </a:lnTo>
                  <a:lnTo>
                    <a:pt x="446911" y="5688941"/>
                  </a:lnTo>
                  <a:lnTo>
                    <a:pt x="447019" y="5688941"/>
                  </a:lnTo>
                  <a:lnTo>
                    <a:pt x="447127" y="5688941"/>
                  </a:lnTo>
                  <a:lnTo>
                    <a:pt x="447236" y="5688941"/>
                  </a:lnTo>
                  <a:lnTo>
                    <a:pt x="447453" y="5688941"/>
                  </a:lnTo>
                  <a:lnTo>
                    <a:pt x="447561" y="5688941"/>
                  </a:lnTo>
                  <a:lnTo>
                    <a:pt x="447670" y="5688941"/>
                  </a:lnTo>
                  <a:lnTo>
                    <a:pt x="447778" y="5688941"/>
                  </a:lnTo>
                  <a:lnTo>
                    <a:pt x="447887" y="5688941"/>
                  </a:lnTo>
                  <a:lnTo>
                    <a:pt x="447887" y="5688317"/>
                  </a:lnTo>
                  <a:lnTo>
                    <a:pt x="447995" y="5688317"/>
                  </a:lnTo>
                  <a:lnTo>
                    <a:pt x="448104" y="5688317"/>
                  </a:lnTo>
                  <a:lnTo>
                    <a:pt x="448212" y="5688317"/>
                  </a:lnTo>
                  <a:lnTo>
                    <a:pt x="448320" y="5688317"/>
                  </a:lnTo>
                  <a:lnTo>
                    <a:pt x="448429" y="5688317"/>
                  </a:lnTo>
                  <a:lnTo>
                    <a:pt x="448537" y="5687694"/>
                  </a:lnTo>
                  <a:lnTo>
                    <a:pt x="448646" y="5687070"/>
                  </a:lnTo>
                  <a:lnTo>
                    <a:pt x="448754" y="5687070"/>
                  </a:lnTo>
                  <a:lnTo>
                    <a:pt x="448863" y="5687070"/>
                  </a:lnTo>
                  <a:lnTo>
                    <a:pt x="448971" y="5687070"/>
                  </a:lnTo>
                  <a:lnTo>
                    <a:pt x="449080" y="5687070"/>
                  </a:lnTo>
                  <a:lnTo>
                    <a:pt x="449188" y="5687070"/>
                  </a:lnTo>
                  <a:lnTo>
                    <a:pt x="449296" y="5687070"/>
                  </a:lnTo>
                  <a:lnTo>
                    <a:pt x="449405" y="5687070"/>
                  </a:lnTo>
                  <a:lnTo>
                    <a:pt x="449622" y="5687070"/>
                  </a:lnTo>
                  <a:lnTo>
                    <a:pt x="449730" y="5687070"/>
                  </a:lnTo>
                  <a:lnTo>
                    <a:pt x="449839" y="5687070"/>
                  </a:lnTo>
                  <a:lnTo>
                    <a:pt x="449947" y="5686447"/>
                  </a:lnTo>
                  <a:lnTo>
                    <a:pt x="450164" y="5686447"/>
                  </a:lnTo>
                  <a:lnTo>
                    <a:pt x="450164" y="5685823"/>
                  </a:lnTo>
                  <a:lnTo>
                    <a:pt x="450272" y="5685823"/>
                  </a:lnTo>
                  <a:lnTo>
                    <a:pt x="450381" y="5685823"/>
                  </a:lnTo>
                  <a:lnTo>
                    <a:pt x="450815" y="5685200"/>
                  </a:lnTo>
                  <a:lnTo>
                    <a:pt x="450923" y="5685200"/>
                  </a:lnTo>
                  <a:lnTo>
                    <a:pt x="451140" y="5685200"/>
                  </a:lnTo>
                  <a:lnTo>
                    <a:pt x="451248" y="5685200"/>
                  </a:lnTo>
                  <a:lnTo>
                    <a:pt x="451357" y="5685200"/>
                  </a:lnTo>
                  <a:lnTo>
                    <a:pt x="451465" y="5685200"/>
                  </a:lnTo>
                  <a:lnTo>
                    <a:pt x="451791" y="5685200"/>
                  </a:lnTo>
                  <a:lnTo>
                    <a:pt x="451791" y="5684576"/>
                  </a:lnTo>
                  <a:lnTo>
                    <a:pt x="451899" y="5684576"/>
                  </a:lnTo>
                  <a:lnTo>
                    <a:pt x="452008" y="5684576"/>
                  </a:lnTo>
                  <a:lnTo>
                    <a:pt x="452225" y="5684576"/>
                  </a:lnTo>
                  <a:lnTo>
                    <a:pt x="452333" y="5684576"/>
                  </a:lnTo>
                  <a:lnTo>
                    <a:pt x="452441" y="5684576"/>
                  </a:lnTo>
                  <a:lnTo>
                    <a:pt x="452658" y="5684576"/>
                  </a:lnTo>
                  <a:lnTo>
                    <a:pt x="452767" y="5684576"/>
                  </a:lnTo>
                  <a:lnTo>
                    <a:pt x="452767" y="5683952"/>
                  </a:lnTo>
                  <a:lnTo>
                    <a:pt x="452767" y="5683329"/>
                  </a:lnTo>
                  <a:lnTo>
                    <a:pt x="452875" y="5683329"/>
                  </a:lnTo>
                  <a:lnTo>
                    <a:pt x="452875" y="5682705"/>
                  </a:lnTo>
                  <a:lnTo>
                    <a:pt x="452984" y="5682705"/>
                  </a:lnTo>
                  <a:lnTo>
                    <a:pt x="453092" y="5682705"/>
                  </a:lnTo>
                  <a:lnTo>
                    <a:pt x="453201" y="5682705"/>
                  </a:lnTo>
                  <a:lnTo>
                    <a:pt x="453309" y="5682705"/>
                  </a:lnTo>
                  <a:lnTo>
                    <a:pt x="453417" y="5682705"/>
                  </a:lnTo>
                  <a:lnTo>
                    <a:pt x="453526" y="5682705"/>
                  </a:lnTo>
                  <a:lnTo>
                    <a:pt x="453743" y="5681458"/>
                  </a:lnTo>
                  <a:lnTo>
                    <a:pt x="453851" y="5681458"/>
                  </a:lnTo>
                  <a:lnTo>
                    <a:pt x="454177" y="5681458"/>
                  </a:lnTo>
                  <a:lnTo>
                    <a:pt x="454285" y="5681458"/>
                  </a:lnTo>
                  <a:lnTo>
                    <a:pt x="454502" y="5681458"/>
                  </a:lnTo>
                  <a:lnTo>
                    <a:pt x="454502" y="5680834"/>
                  </a:lnTo>
                  <a:lnTo>
                    <a:pt x="454610" y="5680834"/>
                  </a:lnTo>
                  <a:lnTo>
                    <a:pt x="454719" y="5680834"/>
                  </a:lnTo>
                  <a:lnTo>
                    <a:pt x="454827" y="5680834"/>
                  </a:lnTo>
                  <a:lnTo>
                    <a:pt x="454827" y="5680211"/>
                  </a:lnTo>
                  <a:lnTo>
                    <a:pt x="454827" y="5679587"/>
                  </a:lnTo>
                  <a:lnTo>
                    <a:pt x="454936" y="5679587"/>
                  </a:lnTo>
                  <a:lnTo>
                    <a:pt x="455153" y="5679587"/>
                  </a:lnTo>
                  <a:lnTo>
                    <a:pt x="455153" y="5678964"/>
                  </a:lnTo>
                  <a:lnTo>
                    <a:pt x="455261" y="5678964"/>
                  </a:lnTo>
                  <a:lnTo>
                    <a:pt x="455261" y="5678340"/>
                  </a:lnTo>
                  <a:lnTo>
                    <a:pt x="455261" y="5677717"/>
                  </a:lnTo>
                  <a:lnTo>
                    <a:pt x="455369" y="5677717"/>
                  </a:lnTo>
                  <a:lnTo>
                    <a:pt x="455478" y="5677717"/>
                  </a:lnTo>
                  <a:lnTo>
                    <a:pt x="455478" y="5677093"/>
                  </a:lnTo>
                  <a:lnTo>
                    <a:pt x="455695" y="5677093"/>
                  </a:lnTo>
                  <a:lnTo>
                    <a:pt x="455695" y="5676469"/>
                  </a:lnTo>
                  <a:lnTo>
                    <a:pt x="455695" y="5675846"/>
                  </a:lnTo>
                  <a:lnTo>
                    <a:pt x="455803" y="5675846"/>
                  </a:lnTo>
                  <a:lnTo>
                    <a:pt x="455803" y="5675222"/>
                  </a:lnTo>
                  <a:lnTo>
                    <a:pt x="455912" y="5675222"/>
                  </a:lnTo>
                  <a:lnTo>
                    <a:pt x="455912" y="5674599"/>
                  </a:lnTo>
                  <a:lnTo>
                    <a:pt x="456129" y="5674599"/>
                  </a:lnTo>
                  <a:lnTo>
                    <a:pt x="456237" y="5674599"/>
                  </a:lnTo>
                  <a:lnTo>
                    <a:pt x="456346" y="5674599"/>
                  </a:lnTo>
                  <a:lnTo>
                    <a:pt x="456346" y="5673975"/>
                  </a:lnTo>
                  <a:lnTo>
                    <a:pt x="456346" y="5673351"/>
                  </a:lnTo>
                  <a:lnTo>
                    <a:pt x="456454" y="5673351"/>
                  </a:lnTo>
                  <a:lnTo>
                    <a:pt x="456562" y="5673351"/>
                  </a:lnTo>
                  <a:lnTo>
                    <a:pt x="456562" y="5672728"/>
                  </a:lnTo>
                  <a:lnTo>
                    <a:pt x="456671" y="5672728"/>
                  </a:lnTo>
                  <a:lnTo>
                    <a:pt x="456779" y="5672728"/>
                  </a:lnTo>
                  <a:lnTo>
                    <a:pt x="456888" y="5672728"/>
                  </a:lnTo>
                  <a:lnTo>
                    <a:pt x="456996" y="5672728"/>
                  </a:lnTo>
                  <a:lnTo>
                    <a:pt x="456996" y="5672104"/>
                  </a:lnTo>
                  <a:lnTo>
                    <a:pt x="457213" y="5672104"/>
                  </a:lnTo>
                  <a:lnTo>
                    <a:pt x="457322" y="5672104"/>
                  </a:lnTo>
                  <a:lnTo>
                    <a:pt x="457430" y="5672104"/>
                  </a:lnTo>
                  <a:lnTo>
                    <a:pt x="457538" y="5672104"/>
                  </a:lnTo>
                  <a:lnTo>
                    <a:pt x="457755" y="5672104"/>
                  </a:lnTo>
                  <a:lnTo>
                    <a:pt x="457864" y="5672104"/>
                  </a:lnTo>
                  <a:lnTo>
                    <a:pt x="457972" y="5672104"/>
                  </a:lnTo>
                  <a:lnTo>
                    <a:pt x="458081" y="5672104"/>
                  </a:lnTo>
                  <a:lnTo>
                    <a:pt x="458189" y="5672104"/>
                  </a:lnTo>
                  <a:lnTo>
                    <a:pt x="458298" y="5672104"/>
                  </a:lnTo>
                  <a:lnTo>
                    <a:pt x="458514" y="5671481"/>
                  </a:lnTo>
                  <a:lnTo>
                    <a:pt x="458731" y="5671481"/>
                  </a:lnTo>
                  <a:lnTo>
                    <a:pt x="458840" y="5671481"/>
                  </a:lnTo>
                  <a:lnTo>
                    <a:pt x="458948" y="5671481"/>
                  </a:lnTo>
                  <a:lnTo>
                    <a:pt x="459057" y="5671481"/>
                  </a:lnTo>
                  <a:lnTo>
                    <a:pt x="459057" y="5670857"/>
                  </a:lnTo>
                  <a:lnTo>
                    <a:pt x="459165" y="5670857"/>
                  </a:lnTo>
                  <a:lnTo>
                    <a:pt x="459274" y="5670857"/>
                  </a:lnTo>
                  <a:lnTo>
                    <a:pt x="459382" y="5670857"/>
                  </a:lnTo>
                  <a:lnTo>
                    <a:pt x="459490" y="5670234"/>
                  </a:lnTo>
                  <a:lnTo>
                    <a:pt x="459599" y="5670234"/>
                  </a:lnTo>
                  <a:lnTo>
                    <a:pt x="459707" y="5670234"/>
                  </a:lnTo>
                  <a:lnTo>
                    <a:pt x="459707" y="5669610"/>
                  </a:lnTo>
                  <a:lnTo>
                    <a:pt x="459816" y="5669610"/>
                  </a:lnTo>
                  <a:lnTo>
                    <a:pt x="459924" y="5669610"/>
                  </a:lnTo>
                  <a:lnTo>
                    <a:pt x="460033" y="5669610"/>
                  </a:lnTo>
                  <a:lnTo>
                    <a:pt x="460141" y="5669610"/>
                  </a:lnTo>
                  <a:lnTo>
                    <a:pt x="460250" y="5669610"/>
                  </a:lnTo>
                  <a:lnTo>
                    <a:pt x="460250" y="5668986"/>
                  </a:lnTo>
                  <a:lnTo>
                    <a:pt x="460358" y="5668986"/>
                  </a:lnTo>
                  <a:lnTo>
                    <a:pt x="460358" y="5668363"/>
                  </a:lnTo>
                  <a:lnTo>
                    <a:pt x="460575" y="5668363"/>
                  </a:lnTo>
                  <a:lnTo>
                    <a:pt x="460683" y="5668363"/>
                  </a:lnTo>
                  <a:lnTo>
                    <a:pt x="460792" y="5668363"/>
                  </a:lnTo>
                  <a:lnTo>
                    <a:pt x="460900" y="5668363"/>
                  </a:lnTo>
                  <a:lnTo>
                    <a:pt x="461009" y="5668363"/>
                  </a:lnTo>
                  <a:lnTo>
                    <a:pt x="461009" y="5667739"/>
                  </a:lnTo>
                  <a:lnTo>
                    <a:pt x="461117" y="5667739"/>
                  </a:lnTo>
                  <a:lnTo>
                    <a:pt x="461226" y="5667739"/>
                  </a:lnTo>
                  <a:lnTo>
                    <a:pt x="461551" y="5667739"/>
                  </a:lnTo>
                  <a:lnTo>
                    <a:pt x="461659" y="5667739"/>
                  </a:lnTo>
                  <a:lnTo>
                    <a:pt x="461768" y="5667739"/>
                  </a:lnTo>
                  <a:lnTo>
                    <a:pt x="461985" y="5667739"/>
                  </a:lnTo>
                  <a:lnTo>
                    <a:pt x="462093" y="5667739"/>
                  </a:lnTo>
                  <a:lnTo>
                    <a:pt x="462093" y="5666492"/>
                  </a:lnTo>
                  <a:lnTo>
                    <a:pt x="462202" y="5666492"/>
                  </a:lnTo>
                  <a:lnTo>
                    <a:pt x="462310" y="5666492"/>
                  </a:lnTo>
                  <a:lnTo>
                    <a:pt x="462419" y="5666492"/>
                  </a:lnTo>
                  <a:lnTo>
                    <a:pt x="462527" y="5666492"/>
                  </a:lnTo>
                  <a:lnTo>
                    <a:pt x="462744" y="5666492"/>
                  </a:lnTo>
                  <a:lnTo>
                    <a:pt x="462852" y="5666492"/>
                  </a:lnTo>
                  <a:lnTo>
                    <a:pt x="462852" y="5665868"/>
                  </a:lnTo>
                  <a:lnTo>
                    <a:pt x="462961" y="5665868"/>
                  </a:lnTo>
                  <a:lnTo>
                    <a:pt x="463069" y="5665868"/>
                  </a:lnTo>
                  <a:lnTo>
                    <a:pt x="463178" y="5665868"/>
                  </a:lnTo>
                  <a:lnTo>
                    <a:pt x="463286" y="5665868"/>
                  </a:lnTo>
                  <a:lnTo>
                    <a:pt x="463395" y="5665868"/>
                  </a:lnTo>
                  <a:lnTo>
                    <a:pt x="463503" y="5665868"/>
                  </a:lnTo>
                  <a:lnTo>
                    <a:pt x="463611" y="5665868"/>
                  </a:lnTo>
                  <a:lnTo>
                    <a:pt x="463720" y="5665868"/>
                  </a:lnTo>
                  <a:lnTo>
                    <a:pt x="463828" y="5665868"/>
                  </a:lnTo>
                  <a:lnTo>
                    <a:pt x="463937" y="5665868"/>
                  </a:lnTo>
                  <a:lnTo>
                    <a:pt x="464045" y="5665868"/>
                  </a:lnTo>
                  <a:lnTo>
                    <a:pt x="464154" y="5665868"/>
                  </a:lnTo>
                  <a:lnTo>
                    <a:pt x="464262" y="5665868"/>
                  </a:lnTo>
                  <a:lnTo>
                    <a:pt x="464262" y="5665245"/>
                  </a:lnTo>
                  <a:lnTo>
                    <a:pt x="464371" y="5664621"/>
                  </a:lnTo>
                  <a:lnTo>
                    <a:pt x="464479" y="5664621"/>
                  </a:lnTo>
                  <a:lnTo>
                    <a:pt x="464587" y="5664621"/>
                  </a:lnTo>
                  <a:lnTo>
                    <a:pt x="464804" y="5664621"/>
                  </a:lnTo>
                  <a:lnTo>
                    <a:pt x="465021" y="5664621"/>
                  </a:lnTo>
                  <a:lnTo>
                    <a:pt x="465130" y="5664621"/>
                  </a:lnTo>
                  <a:lnTo>
                    <a:pt x="465130" y="5663998"/>
                  </a:lnTo>
                  <a:lnTo>
                    <a:pt x="465347" y="5663998"/>
                  </a:lnTo>
                  <a:lnTo>
                    <a:pt x="465455" y="5663998"/>
                  </a:lnTo>
                  <a:lnTo>
                    <a:pt x="465564" y="5663998"/>
                  </a:lnTo>
                  <a:lnTo>
                    <a:pt x="465672" y="5663998"/>
                  </a:lnTo>
                  <a:lnTo>
                    <a:pt x="465780" y="5663998"/>
                  </a:lnTo>
                  <a:lnTo>
                    <a:pt x="465780" y="5663374"/>
                  </a:lnTo>
                  <a:lnTo>
                    <a:pt x="465889" y="5662751"/>
                  </a:lnTo>
                  <a:lnTo>
                    <a:pt x="465997" y="5662751"/>
                  </a:lnTo>
                  <a:lnTo>
                    <a:pt x="466106" y="5662751"/>
                  </a:lnTo>
                  <a:lnTo>
                    <a:pt x="466214" y="5662751"/>
                  </a:lnTo>
                  <a:lnTo>
                    <a:pt x="466214" y="5662127"/>
                  </a:lnTo>
                  <a:lnTo>
                    <a:pt x="466323" y="5662127"/>
                  </a:lnTo>
                  <a:lnTo>
                    <a:pt x="466431" y="5662127"/>
                  </a:lnTo>
                  <a:lnTo>
                    <a:pt x="466540" y="5662127"/>
                  </a:lnTo>
                  <a:lnTo>
                    <a:pt x="466540" y="5660256"/>
                  </a:lnTo>
                  <a:lnTo>
                    <a:pt x="466648" y="5660256"/>
                  </a:lnTo>
                  <a:lnTo>
                    <a:pt x="466756" y="5660256"/>
                  </a:lnTo>
                  <a:lnTo>
                    <a:pt x="466865" y="5660256"/>
                  </a:lnTo>
                  <a:lnTo>
                    <a:pt x="466973" y="5660256"/>
                  </a:lnTo>
                  <a:lnTo>
                    <a:pt x="467082" y="5660256"/>
                  </a:lnTo>
                  <a:lnTo>
                    <a:pt x="467190" y="5660256"/>
                  </a:lnTo>
                  <a:lnTo>
                    <a:pt x="467190" y="5659633"/>
                  </a:lnTo>
                  <a:lnTo>
                    <a:pt x="467190" y="5659009"/>
                  </a:lnTo>
                  <a:lnTo>
                    <a:pt x="467299" y="5659009"/>
                  </a:lnTo>
                  <a:lnTo>
                    <a:pt x="467299" y="5658385"/>
                  </a:lnTo>
                  <a:lnTo>
                    <a:pt x="467407" y="5658385"/>
                  </a:lnTo>
                  <a:lnTo>
                    <a:pt x="467516" y="5658385"/>
                  </a:lnTo>
                  <a:lnTo>
                    <a:pt x="467624" y="5657762"/>
                  </a:lnTo>
                  <a:lnTo>
                    <a:pt x="467949" y="5657138"/>
                  </a:lnTo>
                  <a:lnTo>
                    <a:pt x="468058" y="5657138"/>
                  </a:lnTo>
                  <a:lnTo>
                    <a:pt x="468166" y="5657138"/>
                  </a:lnTo>
                  <a:lnTo>
                    <a:pt x="468383" y="5657138"/>
                  </a:lnTo>
                  <a:lnTo>
                    <a:pt x="468492" y="5657138"/>
                  </a:lnTo>
                  <a:lnTo>
                    <a:pt x="468708" y="5657138"/>
                  </a:lnTo>
                  <a:lnTo>
                    <a:pt x="468817" y="5657138"/>
                  </a:lnTo>
                  <a:lnTo>
                    <a:pt x="468925" y="5657138"/>
                  </a:lnTo>
                  <a:lnTo>
                    <a:pt x="469142" y="5657138"/>
                  </a:lnTo>
                  <a:lnTo>
                    <a:pt x="469359" y="5657138"/>
                  </a:lnTo>
                  <a:lnTo>
                    <a:pt x="469468" y="5657138"/>
                  </a:lnTo>
                  <a:lnTo>
                    <a:pt x="469576" y="5657138"/>
                  </a:lnTo>
                  <a:lnTo>
                    <a:pt x="469685" y="5657138"/>
                  </a:lnTo>
                  <a:lnTo>
                    <a:pt x="469793" y="5657138"/>
                  </a:lnTo>
                  <a:lnTo>
                    <a:pt x="470010" y="5657138"/>
                  </a:lnTo>
                  <a:lnTo>
                    <a:pt x="470118" y="5657138"/>
                  </a:lnTo>
                  <a:lnTo>
                    <a:pt x="470227" y="5657138"/>
                  </a:lnTo>
                  <a:lnTo>
                    <a:pt x="470227" y="5656515"/>
                  </a:lnTo>
                  <a:lnTo>
                    <a:pt x="470444" y="5655891"/>
                  </a:lnTo>
                  <a:lnTo>
                    <a:pt x="470661" y="5655891"/>
                  </a:lnTo>
                  <a:lnTo>
                    <a:pt x="470877" y="5655891"/>
                  </a:lnTo>
                  <a:lnTo>
                    <a:pt x="470986" y="5655268"/>
                  </a:lnTo>
                  <a:lnTo>
                    <a:pt x="471094" y="5655268"/>
                  </a:lnTo>
                  <a:lnTo>
                    <a:pt x="471203" y="5655268"/>
                  </a:lnTo>
                  <a:lnTo>
                    <a:pt x="471311" y="5654644"/>
                  </a:lnTo>
                  <a:lnTo>
                    <a:pt x="471420" y="5654644"/>
                  </a:lnTo>
                  <a:lnTo>
                    <a:pt x="471528" y="5654644"/>
                  </a:lnTo>
                  <a:lnTo>
                    <a:pt x="471637" y="5654644"/>
                  </a:lnTo>
                  <a:lnTo>
                    <a:pt x="471745" y="5654644"/>
                  </a:lnTo>
                  <a:lnTo>
                    <a:pt x="471853" y="5654644"/>
                  </a:lnTo>
                  <a:lnTo>
                    <a:pt x="471962" y="5654644"/>
                  </a:lnTo>
                  <a:lnTo>
                    <a:pt x="472070" y="5654644"/>
                  </a:lnTo>
                  <a:lnTo>
                    <a:pt x="472287" y="5654644"/>
                  </a:lnTo>
                  <a:lnTo>
                    <a:pt x="472287" y="5654020"/>
                  </a:lnTo>
                  <a:lnTo>
                    <a:pt x="472396" y="5654020"/>
                  </a:lnTo>
                  <a:lnTo>
                    <a:pt x="472504" y="5654020"/>
                  </a:lnTo>
                  <a:lnTo>
                    <a:pt x="472504" y="5653397"/>
                  </a:lnTo>
                  <a:lnTo>
                    <a:pt x="472721" y="5653397"/>
                  </a:lnTo>
                  <a:lnTo>
                    <a:pt x="472829" y="5652773"/>
                  </a:lnTo>
                  <a:lnTo>
                    <a:pt x="472938" y="5652773"/>
                  </a:lnTo>
                  <a:lnTo>
                    <a:pt x="473155" y="5652773"/>
                  </a:lnTo>
                  <a:lnTo>
                    <a:pt x="473263" y="5652773"/>
                  </a:lnTo>
                  <a:lnTo>
                    <a:pt x="473372" y="5652773"/>
                  </a:lnTo>
                  <a:lnTo>
                    <a:pt x="473589" y="5652773"/>
                  </a:lnTo>
                  <a:lnTo>
                    <a:pt x="473697" y="5652773"/>
                  </a:lnTo>
                  <a:lnTo>
                    <a:pt x="473806" y="5652773"/>
                  </a:lnTo>
                  <a:lnTo>
                    <a:pt x="473914" y="5652773"/>
                  </a:lnTo>
                  <a:lnTo>
                    <a:pt x="473914" y="5652150"/>
                  </a:lnTo>
                  <a:lnTo>
                    <a:pt x="474022" y="5652150"/>
                  </a:lnTo>
                  <a:lnTo>
                    <a:pt x="474131" y="5652150"/>
                  </a:lnTo>
                  <a:lnTo>
                    <a:pt x="474348" y="5652150"/>
                  </a:lnTo>
                  <a:lnTo>
                    <a:pt x="474456" y="5652150"/>
                  </a:lnTo>
                  <a:lnTo>
                    <a:pt x="474456" y="5651526"/>
                  </a:lnTo>
                  <a:lnTo>
                    <a:pt x="474565" y="5650902"/>
                  </a:lnTo>
                  <a:lnTo>
                    <a:pt x="474673" y="5650902"/>
                  </a:lnTo>
                  <a:lnTo>
                    <a:pt x="474782" y="5650902"/>
                  </a:lnTo>
                  <a:lnTo>
                    <a:pt x="474890" y="5650902"/>
                  </a:lnTo>
                  <a:lnTo>
                    <a:pt x="475432" y="5650279"/>
                  </a:lnTo>
                  <a:lnTo>
                    <a:pt x="475541" y="5650279"/>
                  </a:lnTo>
                  <a:lnTo>
                    <a:pt x="475649" y="5650279"/>
                  </a:lnTo>
                  <a:lnTo>
                    <a:pt x="475758" y="5650279"/>
                  </a:lnTo>
                  <a:lnTo>
                    <a:pt x="475974" y="5649655"/>
                  </a:lnTo>
                  <a:lnTo>
                    <a:pt x="476083" y="5649655"/>
                  </a:lnTo>
                  <a:lnTo>
                    <a:pt x="476191" y="5649655"/>
                  </a:lnTo>
                  <a:lnTo>
                    <a:pt x="476408" y="5649655"/>
                  </a:lnTo>
                  <a:lnTo>
                    <a:pt x="476517" y="5649655"/>
                  </a:lnTo>
                  <a:lnTo>
                    <a:pt x="476625" y="5649655"/>
                  </a:lnTo>
                  <a:lnTo>
                    <a:pt x="476950" y="5649655"/>
                  </a:lnTo>
                  <a:lnTo>
                    <a:pt x="477059" y="5649655"/>
                  </a:lnTo>
                  <a:lnTo>
                    <a:pt x="477167" y="5649655"/>
                  </a:lnTo>
                  <a:lnTo>
                    <a:pt x="477276" y="5649655"/>
                  </a:lnTo>
                  <a:lnTo>
                    <a:pt x="477384" y="5649655"/>
                  </a:lnTo>
                  <a:lnTo>
                    <a:pt x="477384" y="5649032"/>
                  </a:lnTo>
                  <a:lnTo>
                    <a:pt x="477493" y="5649032"/>
                  </a:lnTo>
                  <a:lnTo>
                    <a:pt x="477710" y="5649032"/>
                  </a:lnTo>
                  <a:lnTo>
                    <a:pt x="478252" y="5649032"/>
                  </a:lnTo>
                  <a:lnTo>
                    <a:pt x="478252" y="5648408"/>
                  </a:lnTo>
                  <a:lnTo>
                    <a:pt x="478360" y="5648408"/>
                  </a:lnTo>
                  <a:lnTo>
                    <a:pt x="478360" y="5647785"/>
                  </a:lnTo>
                  <a:lnTo>
                    <a:pt x="478360" y="5647161"/>
                  </a:lnTo>
                  <a:lnTo>
                    <a:pt x="478577" y="5647161"/>
                  </a:lnTo>
                  <a:lnTo>
                    <a:pt x="478686" y="5646537"/>
                  </a:lnTo>
                  <a:lnTo>
                    <a:pt x="478794" y="5646537"/>
                  </a:lnTo>
                  <a:lnTo>
                    <a:pt x="478794" y="5645290"/>
                  </a:lnTo>
                  <a:lnTo>
                    <a:pt x="478903" y="5645290"/>
                  </a:lnTo>
                  <a:lnTo>
                    <a:pt x="479011" y="5645290"/>
                  </a:lnTo>
                  <a:lnTo>
                    <a:pt x="479011" y="5644667"/>
                  </a:lnTo>
                  <a:lnTo>
                    <a:pt x="479119" y="5644667"/>
                  </a:lnTo>
                  <a:lnTo>
                    <a:pt x="479228" y="5644667"/>
                  </a:lnTo>
                  <a:lnTo>
                    <a:pt x="479336" y="5644667"/>
                  </a:lnTo>
                  <a:lnTo>
                    <a:pt x="479445" y="5644667"/>
                  </a:lnTo>
                  <a:lnTo>
                    <a:pt x="479553" y="5644667"/>
                  </a:lnTo>
                  <a:lnTo>
                    <a:pt x="479662" y="5644667"/>
                  </a:lnTo>
                  <a:lnTo>
                    <a:pt x="479662" y="5644043"/>
                  </a:lnTo>
                  <a:lnTo>
                    <a:pt x="479879" y="5644043"/>
                  </a:lnTo>
                  <a:lnTo>
                    <a:pt x="479987" y="5644043"/>
                  </a:lnTo>
                  <a:lnTo>
                    <a:pt x="480095" y="5644043"/>
                  </a:lnTo>
                  <a:lnTo>
                    <a:pt x="480312" y="5644043"/>
                  </a:lnTo>
                  <a:lnTo>
                    <a:pt x="480421" y="5644043"/>
                  </a:lnTo>
                  <a:lnTo>
                    <a:pt x="480529" y="5644043"/>
                  </a:lnTo>
                  <a:lnTo>
                    <a:pt x="480638" y="5644043"/>
                  </a:lnTo>
                  <a:lnTo>
                    <a:pt x="480746" y="5644043"/>
                  </a:lnTo>
                  <a:lnTo>
                    <a:pt x="480855" y="5644043"/>
                  </a:lnTo>
                  <a:lnTo>
                    <a:pt x="480963" y="5644043"/>
                  </a:lnTo>
                  <a:lnTo>
                    <a:pt x="481071" y="5644043"/>
                  </a:lnTo>
                  <a:lnTo>
                    <a:pt x="481180" y="5644043"/>
                  </a:lnTo>
                  <a:lnTo>
                    <a:pt x="481288" y="5644043"/>
                  </a:lnTo>
                  <a:lnTo>
                    <a:pt x="481397" y="5643419"/>
                  </a:lnTo>
                  <a:lnTo>
                    <a:pt x="481505" y="5643419"/>
                  </a:lnTo>
                  <a:lnTo>
                    <a:pt x="481614" y="5642172"/>
                  </a:lnTo>
                  <a:lnTo>
                    <a:pt x="481722" y="5642172"/>
                  </a:lnTo>
                  <a:lnTo>
                    <a:pt x="481722" y="5641549"/>
                  </a:lnTo>
                  <a:lnTo>
                    <a:pt x="481939" y="5641549"/>
                  </a:lnTo>
                  <a:lnTo>
                    <a:pt x="482264" y="5641549"/>
                  </a:lnTo>
                  <a:lnTo>
                    <a:pt x="482373" y="5641549"/>
                  </a:lnTo>
                  <a:lnTo>
                    <a:pt x="482481" y="5641549"/>
                  </a:lnTo>
                  <a:lnTo>
                    <a:pt x="482590" y="5641549"/>
                  </a:lnTo>
                  <a:lnTo>
                    <a:pt x="482698" y="5641549"/>
                  </a:lnTo>
                  <a:lnTo>
                    <a:pt x="482807" y="5640925"/>
                  </a:lnTo>
                  <a:lnTo>
                    <a:pt x="482915" y="5640302"/>
                  </a:lnTo>
                  <a:lnTo>
                    <a:pt x="483024" y="5640302"/>
                  </a:lnTo>
                  <a:lnTo>
                    <a:pt x="483132" y="5640302"/>
                  </a:lnTo>
                  <a:lnTo>
                    <a:pt x="483240" y="5639678"/>
                  </a:lnTo>
                  <a:lnTo>
                    <a:pt x="483349" y="5639678"/>
                  </a:lnTo>
                  <a:lnTo>
                    <a:pt x="483349" y="5639054"/>
                  </a:lnTo>
                  <a:lnTo>
                    <a:pt x="483566" y="5639054"/>
                  </a:lnTo>
                  <a:lnTo>
                    <a:pt x="483674" y="5639054"/>
                  </a:lnTo>
                  <a:lnTo>
                    <a:pt x="483783" y="5639054"/>
                  </a:lnTo>
                  <a:lnTo>
                    <a:pt x="484000" y="5637807"/>
                  </a:lnTo>
                  <a:lnTo>
                    <a:pt x="484000" y="5637184"/>
                  </a:lnTo>
                  <a:lnTo>
                    <a:pt x="484108" y="5636560"/>
                  </a:lnTo>
                  <a:lnTo>
                    <a:pt x="484325" y="5636560"/>
                  </a:lnTo>
                  <a:lnTo>
                    <a:pt x="484433" y="5636560"/>
                  </a:lnTo>
                  <a:lnTo>
                    <a:pt x="484542" y="5636560"/>
                  </a:lnTo>
                  <a:lnTo>
                    <a:pt x="484867" y="5636560"/>
                  </a:lnTo>
                  <a:lnTo>
                    <a:pt x="484976" y="5636560"/>
                  </a:lnTo>
                  <a:lnTo>
                    <a:pt x="485084" y="5636560"/>
                  </a:lnTo>
                  <a:lnTo>
                    <a:pt x="485192" y="5636560"/>
                  </a:lnTo>
                  <a:lnTo>
                    <a:pt x="485301" y="5636560"/>
                  </a:lnTo>
                  <a:lnTo>
                    <a:pt x="485409" y="5636560"/>
                  </a:lnTo>
                  <a:lnTo>
                    <a:pt x="485518" y="5636560"/>
                  </a:lnTo>
                  <a:lnTo>
                    <a:pt x="485626" y="5636560"/>
                  </a:lnTo>
                  <a:lnTo>
                    <a:pt x="485735" y="5636560"/>
                  </a:lnTo>
                  <a:lnTo>
                    <a:pt x="485843" y="5636560"/>
                  </a:lnTo>
                  <a:lnTo>
                    <a:pt x="485952" y="5636560"/>
                  </a:lnTo>
                  <a:lnTo>
                    <a:pt x="486060" y="5636560"/>
                  </a:lnTo>
                  <a:lnTo>
                    <a:pt x="486168" y="5636560"/>
                  </a:lnTo>
                  <a:lnTo>
                    <a:pt x="486277" y="5636560"/>
                  </a:lnTo>
                  <a:lnTo>
                    <a:pt x="486385" y="5636560"/>
                  </a:lnTo>
                  <a:lnTo>
                    <a:pt x="486494" y="5636560"/>
                  </a:lnTo>
                  <a:lnTo>
                    <a:pt x="486602" y="5636560"/>
                  </a:lnTo>
                  <a:lnTo>
                    <a:pt x="486711" y="5636560"/>
                  </a:lnTo>
                  <a:lnTo>
                    <a:pt x="486819" y="5636560"/>
                  </a:lnTo>
                  <a:lnTo>
                    <a:pt x="487145" y="5635313"/>
                  </a:lnTo>
                  <a:lnTo>
                    <a:pt x="487253" y="5635313"/>
                  </a:lnTo>
                  <a:lnTo>
                    <a:pt x="487361" y="5635313"/>
                  </a:lnTo>
                  <a:lnTo>
                    <a:pt x="487470" y="5635313"/>
                  </a:lnTo>
                  <a:lnTo>
                    <a:pt x="487578" y="5635313"/>
                  </a:lnTo>
                  <a:lnTo>
                    <a:pt x="487687" y="5635313"/>
                  </a:lnTo>
                  <a:lnTo>
                    <a:pt x="487904" y="5635313"/>
                  </a:lnTo>
                  <a:lnTo>
                    <a:pt x="487904" y="5634066"/>
                  </a:lnTo>
                  <a:lnTo>
                    <a:pt x="488337" y="5634066"/>
                  </a:lnTo>
                  <a:lnTo>
                    <a:pt x="488446" y="5634066"/>
                  </a:lnTo>
                  <a:lnTo>
                    <a:pt x="488554" y="5634066"/>
                  </a:lnTo>
                  <a:lnTo>
                    <a:pt x="488663" y="5634066"/>
                  </a:lnTo>
                  <a:lnTo>
                    <a:pt x="488771" y="5634066"/>
                  </a:lnTo>
                  <a:lnTo>
                    <a:pt x="488880" y="5634066"/>
                  </a:lnTo>
                  <a:lnTo>
                    <a:pt x="489097" y="5634066"/>
                  </a:lnTo>
                  <a:lnTo>
                    <a:pt x="489313" y="5633442"/>
                  </a:lnTo>
                  <a:lnTo>
                    <a:pt x="489313" y="5632819"/>
                  </a:lnTo>
                  <a:lnTo>
                    <a:pt x="489422" y="5632819"/>
                  </a:lnTo>
                  <a:lnTo>
                    <a:pt x="489530" y="5632819"/>
                  </a:lnTo>
                  <a:lnTo>
                    <a:pt x="489530" y="5632195"/>
                  </a:lnTo>
                  <a:lnTo>
                    <a:pt x="489639" y="5632195"/>
                  </a:lnTo>
                  <a:lnTo>
                    <a:pt x="489747" y="5632195"/>
                  </a:lnTo>
                  <a:lnTo>
                    <a:pt x="489856" y="5632195"/>
                  </a:lnTo>
                  <a:lnTo>
                    <a:pt x="490073" y="5632195"/>
                  </a:lnTo>
                  <a:lnTo>
                    <a:pt x="490181" y="5632195"/>
                  </a:lnTo>
                  <a:lnTo>
                    <a:pt x="490289" y="5632195"/>
                  </a:lnTo>
                  <a:lnTo>
                    <a:pt x="490289" y="5631571"/>
                  </a:lnTo>
                  <a:lnTo>
                    <a:pt x="490398" y="5631571"/>
                  </a:lnTo>
                  <a:lnTo>
                    <a:pt x="490506" y="5631571"/>
                  </a:lnTo>
                  <a:lnTo>
                    <a:pt x="490615" y="5631571"/>
                  </a:lnTo>
                  <a:lnTo>
                    <a:pt x="490832" y="5631571"/>
                  </a:lnTo>
                  <a:lnTo>
                    <a:pt x="491049" y="5631571"/>
                  </a:lnTo>
                  <a:lnTo>
                    <a:pt x="491157" y="5631571"/>
                  </a:lnTo>
                  <a:lnTo>
                    <a:pt x="491266" y="5631571"/>
                  </a:lnTo>
                  <a:lnTo>
                    <a:pt x="491374" y="5631571"/>
                  </a:lnTo>
                  <a:lnTo>
                    <a:pt x="491482" y="5631571"/>
                  </a:lnTo>
                  <a:lnTo>
                    <a:pt x="491482" y="5630948"/>
                  </a:lnTo>
                  <a:lnTo>
                    <a:pt x="491591" y="5630948"/>
                  </a:lnTo>
                  <a:lnTo>
                    <a:pt x="491591" y="5629701"/>
                  </a:lnTo>
                  <a:lnTo>
                    <a:pt x="491699" y="5629077"/>
                  </a:lnTo>
                  <a:lnTo>
                    <a:pt x="491808" y="5629077"/>
                  </a:lnTo>
                  <a:lnTo>
                    <a:pt x="491916" y="5629077"/>
                  </a:lnTo>
                  <a:lnTo>
                    <a:pt x="492025" y="5629077"/>
                  </a:lnTo>
                  <a:lnTo>
                    <a:pt x="492242" y="5628454"/>
                  </a:lnTo>
                  <a:lnTo>
                    <a:pt x="492350" y="5628454"/>
                  </a:lnTo>
                  <a:lnTo>
                    <a:pt x="492458" y="5628454"/>
                  </a:lnTo>
                  <a:lnTo>
                    <a:pt x="492675" y="5627830"/>
                  </a:lnTo>
                  <a:lnTo>
                    <a:pt x="492784" y="5627830"/>
                  </a:lnTo>
                  <a:lnTo>
                    <a:pt x="492892" y="5627830"/>
                  </a:lnTo>
                  <a:lnTo>
                    <a:pt x="493001" y="5627830"/>
                  </a:lnTo>
                  <a:lnTo>
                    <a:pt x="493109" y="5627830"/>
                  </a:lnTo>
                  <a:lnTo>
                    <a:pt x="493218" y="5627830"/>
                  </a:lnTo>
                  <a:lnTo>
                    <a:pt x="493326" y="5627830"/>
                  </a:lnTo>
                  <a:lnTo>
                    <a:pt x="493434" y="5627830"/>
                  </a:lnTo>
                  <a:lnTo>
                    <a:pt x="493543" y="5627830"/>
                  </a:lnTo>
                  <a:lnTo>
                    <a:pt x="493760" y="5627830"/>
                  </a:lnTo>
                  <a:lnTo>
                    <a:pt x="493868" y="5627830"/>
                  </a:lnTo>
                  <a:lnTo>
                    <a:pt x="493977" y="5627830"/>
                  </a:lnTo>
                  <a:lnTo>
                    <a:pt x="494085" y="5627830"/>
                  </a:lnTo>
                  <a:lnTo>
                    <a:pt x="494302" y="5627830"/>
                  </a:lnTo>
                  <a:lnTo>
                    <a:pt x="494410" y="5627830"/>
                  </a:lnTo>
                  <a:lnTo>
                    <a:pt x="494519" y="5627830"/>
                  </a:lnTo>
                  <a:lnTo>
                    <a:pt x="494953" y="5627206"/>
                  </a:lnTo>
                  <a:lnTo>
                    <a:pt x="495061" y="5627206"/>
                  </a:lnTo>
                  <a:lnTo>
                    <a:pt x="495170" y="5627206"/>
                  </a:lnTo>
                  <a:lnTo>
                    <a:pt x="495278" y="5627206"/>
                  </a:lnTo>
                  <a:lnTo>
                    <a:pt x="495387" y="5627206"/>
                  </a:lnTo>
                  <a:lnTo>
                    <a:pt x="495495" y="5627206"/>
                  </a:lnTo>
                  <a:lnTo>
                    <a:pt x="495603" y="5627206"/>
                  </a:lnTo>
                  <a:lnTo>
                    <a:pt x="495712" y="5627206"/>
                  </a:lnTo>
                  <a:lnTo>
                    <a:pt x="495820" y="5626583"/>
                  </a:lnTo>
                  <a:lnTo>
                    <a:pt x="496037" y="5625959"/>
                  </a:lnTo>
                  <a:lnTo>
                    <a:pt x="496146" y="5625959"/>
                  </a:lnTo>
                  <a:lnTo>
                    <a:pt x="496363" y="5625959"/>
                  </a:lnTo>
                  <a:lnTo>
                    <a:pt x="496579" y="5625959"/>
                  </a:lnTo>
                  <a:lnTo>
                    <a:pt x="496579" y="5625336"/>
                  </a:lnTo>
                  <a:lnTo>
                    <a:pt x="496796" y="5624712"/>
                  </a:lnTo>
                  <a:lnTo>
                    <a:pt x="496905" y="5624712"/>
                  </a:lnTo>
                  <a:lnTo>
                    <a:pt x="497013" y="5624712"/>
                  </a:lnTo>
                  <a:lnTo>
                    <a:pt x="497122" y="5624712"/>
                  </a:lnTo>
                  <a:lnTo>
                    <a:pt x="497339" y="5624712"/>
                  </a:lnTo>
                  <a:lnTo>
                    <a:pt x="497447" y="5624712"/>
                  </a:lnTo>
                  <a:lnTo>
                    <a:pt x="497555" y="5624712"/>
                  </a:lnTo>
                  <a:lnTo>
                    <a:pt x="497555" y="5624088"/>
                  </a:lnTo>
                  <a:lnTo>
                    <a:pt x="497664" y="5624088"/>
                  </a:lnTo>
                  <a:lnTo>
                    <a:pt x="497881" y="5623465"/>
                  </a:lnTo>
                  <a:lnTo>
                    <a:pt x="498098" y="5622841"/>
                  </a:lnTo>
                  <a:lnTo>
                    <a:pt x="498315" y="5622841"/>
                  </a:lnTo>
                  <a:lnTo>
                    <a:pt x="498423" y="5622841"/>
                  </a:lnTo>
                  <a:lnTo>
                    <a:pt x="498531" y="5622841"/>
                  </a:lnTo>
                  <a:lnTo>
                    <a:pt x="498640" y="5622841"/>
                  </a:lnTo>
                  <a:lnTo>
                    <a:pt x="498857" y="5622841"/>
                  </a:lnTo>
                  <a:lnTo>
                    <a:pt x="499074" y="5622841"/>
                  </a:lnTo>
                  <a:lnTo>
                    <a:pt x="499399" y="5622841"/>
                  </a:lnTo>
                  <a:lnTo>
                    <a:pt x="499616" y="5622841"/>
                  </a:lnTo>
                  <a:lnTo>
                    <a:pt x="499616" y="5622218"/>
                  </a:lnTo>
                  <a:lnTo>
                    <a:pt x="499616" y="5621594"/>
                  </a:lnTo>
                  <a:lnTo>
                    <a:pt x="499724" y="5621594"/>
                  </a:lnTo>
                  <a:lnTo>
                    <a:pt x="499833" y="5621594"/>
                  </a:lnTo>
                  <a:lnTo>
                    <a:pt x="499833" y="5620971"/>
                  </a:lnTo>
                  <a:lnTo>
                    <a:pt x="499941" y="5620971"/>
                  </a:lnTo>
                  <a:lnTo>
                    <a:pt x="500050" y="5620971"/>
                  </a:lnTo>
                  <a:lnTo>
                    <a:pt x="500158" y="5620971"/>
                  </a:lnTo>
                  <a:lnTo>
                    <a:pt x="500267" y="5620971"/>
                  </a:lnTo>
                  <a:lnTo>
                    <a:pt x="500375" y="5620971"/>
                  </a:lnTo>
                  <a:lnTo>
                    <a:pt x="500484" y="5620971"/>
                  </a:lnTo>
                  <a:lnTo>
                    <a:pt x="500592" y="5620971"/>
                  </a:lnTo>
                  <a:lnTo>
                    <a:pt x="500700" y="5620971"/>
                  </a:lnTo>
                  <a:lnTo>
                    <a:pt x="500809" y="5620971"/>
                  </a:lnTo>
                  <a:lnTo>
                    <a:pt x="500917" y="5620971"/>
                  </a:lnTo>
                  <a:lnTo>
                    <a:pt x="500917" y="5620347"/>
                  </a:lnTo>
                  <a:lnTo>
                    <a:pt x="501026" y="5620347"/>
                  </a:lnTo>
                  <a:lnTo>
                    <a:pt x="501134" y="5620347"/>
                  </a:lnTo>
                  <a:lnTo>
                    <a:pt x="501351" y="5620347"/>
                  </a:lnTo>
                  <a:lnTo>
                    <a:pt x="501460" y="5620347"/>
                  </a:lnTo>
                  <a:lnTo>
                    <a:pt x="501568" y="5620347"/>
                  </a:lnTo>
                  <a:lnTo>
                    <a:pt x="501568" y="5619723"/>
                  </a:lnTo>
                  <a:lnTo>
                    <a:pt x="501676" y="5619723"/>
                  </a:lnTo>
                  <a:lnTo>
                    <a:pt x="501893" y="5618476"/>
                  </a:lnTo>
                  <a:lnTo>
                    <a:pt x="501893" y="5617853"/>
                  </a:lnTo>
                  <a:lnTo>
                    <a:pt x="502110" y="5617853"/>
                  </a:lnTo>
                  <a:lnTo>
                    <a:pt x="502219" y="5617853"/>
                  </a:lnTo>
                  <a:lnTo>
                    <a:pt x="502327" y="5617853"/>
                  </a:lnTo>
                  <a:lnTo>
                    <a:pt x="502544" y="5617853"/>
                  </a:lnTo>
                  <a:lnTo>
                    <a:pt x="502544" y="5617229"/>
                  </a:lnTo>
                  <a:lnTo>
                    <a:pt x="502652" y="5617229"/>
                  </a:lnTo>
                  <a:lnTo>
                    <a:pt x="502761" y="5617229"/>
                  </a:lnTo>
                  <a:lnTo>
                    <a:pt x="502869" y="5617229"/>
                  </a:lnTo>
                  <a:lnTo>
                    <a:pt x="502978" y="5617229"/>
                  </a:lnTo>
                  <a:lnTo>
                    <a:pt x="502978" y="5616605"/>
                  </a:lnTo>
                  <a:lnTo>
                    <a:pt x="503086" y="5616605"/>
                  </a:lnTo>
                  <a:lnTo>
                    <a:pt x="503303" y="5615982"/>
                  </a:lnTo>
                  <a:lnTo>
                    <a:pt x="503412" y="5615982"/>
                  </a:lnTo>
                  <a:lnTo>
                    <a:pt x="503520" y="5615982"/>
                  </a:lnTo>
                  <a:lnTo>
                    <a:pt x="503520" y="5615358"/>
                  </a:lnTo>
                  <a:lnTo>
                    <a:pt x="503629" y="5615358"/>
                  </a:lnTo>
                  <a:lnTo>
                    <a:pt x="503845" y="5615358"/>
                  </a:lnTo>
                  <a:lnTo>
                    <a:pt x="503954" y="5615358"/>
                  </a:lnTo>
                  <a:lnTo>
                    <a:pt x="504062" y="5615358"/>
                  </a:lnTo>
                  <a:lnTo>
                    <a:pt x="504171" y="5615358"/>
                  </a:lnTo>
                  <a:lnTo>
                    <a:pt x="504388" y="5615358"/>
                  </a:lnTo>
                  <a:lnTo>
                    <a:pt x="504605" y="5615358"/>
                  </a:lnTo>
                  <a:lnTo>
                    <a:pt x="504713" y="5614735"/>
                  </a:lnTo>
                  <a:lnTo>
                    <a:pt x="504821" y="5614735"/>
                  </a:lnTo>
                  <a:lnTo>
                    <a:pt x="504930" y="5614735"/>
                  </a:lnTo>
                  <a:lnTo>
                    <a:pt x="505038" y="5614735"/>
                  </a:lnTo>
                  <a:lnTo>
                    <a:pt x="505255" y="5614735"/>
                  </a:lnTo>
                  <a:lnTo>
                    <a:pt x="505364" y="5614735"/>
                  </a:lnTo>
                  <a:lnTo>
                    <a:pt x="505364" y="5614111"/>
                  </a:lnTo>
                  <a:lnTo>
                    <a:pt x="505581" y="5614111"/>
                  </a:lnTo>
                  <a:lnTo>
                    <a:pt x="505689" y="5614111"/>
                  </a:lnTo>
                  <a:lnTo>
                    <a:pt x="505689" y="5613488"/>
                  </a:lnTo>
                  <a:lnTo>
                    <a:pt x="505797" y="5613488"/>
                  </a:lnTo>
                  <a:lnTo>
                    <a:pt x="505797" y="5612864"/>
                  </a:lnTo>
                  <a:lnTo>
                    <a:pt x="505906" y="5612864"/>
                  </a:lnTo>
                  <a:lnTo>
                    <a:pt x="506123" y="5612864"/>
                  </a:lnTo>
                  <a:lnTo>
                    <a:pt x="506231" y="5612864"/>
                  </a:lnTo>
                  <a:lnTo>
                    <a:pt x="506340" y="5612864"/>
                  </a:lnTo>
                  <a:lnTo>
                    <a:pt x="506557" y="5612240"/>
                  </a:lnTo>
                  <a:lnTo>
                    <a:pt x="506665" y="5612240"/>
                  </a:lnTo>
                  <a:lnTo>
                    <a:pt x="506773" y="5612240"/>
                  </a:lnTo>
                  <a:lnTo>
                    <a:pt x="506882" y="5612240"/>
                  </a:lnTo>
                  <a:lnTo>
                    <a:pt x="507316" y="5611617"/>
                  </a:lnTo>
                  <a:lnTo>
                    <a:pt x="507533" y="5611617"/>
                  </a:lnTo>
                  <a:lnTo>
                    <a:pt x="507858" y="5611617"/>
                  </a:lnTo>
                  <a:lnTo>
                    <a:pt x="507966" y="5611617"/>
                  </a:lnTo>
                  <a:lnTo>
                    <a:pt x="508292" y="5611617"/>
                  </a:lnTo>
                  <a:lnTo>
                    <a:pt x="508509" y="5611617"/>
                  </a:lnTo>
                  <a:lnTo>
                    <a:pt x="508617" y="5611617"/>
                  </a:lnTo>
                  <a:lnTo>
                    <a:pt x="508726" y="5611617"/>
                  </a:lnTo>
                  <a:lnTo>
                    <a:pt x="508942" y="5610993"/>
                  </a:lnTo>
                  <a:lnTo>
                    <a:pt x="509159" y="5610370"/>
                  </a:lnTo>
                  <a:lnTo>
                    <a:pt x="509268" y="5609746"/>
                  </a:lnTo>
                  <a:lnTo>
                    <a:pt x="509485" y="5609746"/>
                  </a:lnTo>
                  <a:lnTo>
                    <a:pt x="509593" y="5609746"/>
                  </a:lnTo>
                  <a:lnTo>
                    <a:pt x="509702" y="5609746"/>
                  </a:lnTo>
                  <a:lnTo>
                    <a:pt x="509810" y="5609746"/>
                  </a:lnTo>
                  <a:lnTo>
                    <a:pt x="510027" y="5609746"/>
                  </a:lnTo>
                  <a:lnTo>
                    <a:pt x="510135" y="5609746"/>
                  </a:lnTo>
                  <a:lnTo>
                    <a:pt x="510244" y="5609122"/>
                  </a:lnTo>
                  <a:lnTo>
                    <a:pt x="510352" y="5609122"/>
                  </a:lnTo>
                  <a:lnTo>
                    <a:pt x="510352" y="5608499"/>
                  </a:lnTo>
                  <a:lnTo>
                    <a:pt x="510461" y="5608499"/>
                  </a:lnTo>
                  <a:lnTo>
                    <a:pt x="510569" y="5608499"/>
                  </a:lnTo>
                  <a:lnTo>
                    <a:pt x="510678" y="5608499"/>
                  </a:lnTo>
                  <a:lnTo>
                    <a:pt x="510678" y="5607875"/>
                  </a:lnTo>
                  <a:lnTo>
                    <a:pt x="510786" y="5607875"/>
                  </a:lnTo>
                  <a:lnTo>
                    <a:pt x="510894" y="5607875"/>
                  </a:lnTo>
                  <a:lnTo>
                    <a:pt x="511003" y="5607875"/>
                  </a:lnTo>
                  <a:lnTo>
                    <a:pt x="511111" y="5607875"/>
                  </a:lnTo>
                  <a:lnTo>
                    <a:pt x="511220" y="5607875"/>
                  </a:lnTo>
                  <a:lnTo>
                    <a:pt x="511328" y="5607875"/>
                  </a:lnTo>
                  <a:lnTo>
                    <a:pt x="511437" y="5607875"/>
                  </a:lnTo>
                  <a:lnTo>
                    <a:pt x="511545" y="5607875"/>
                  </a:lnTo>
                  <a:lnTo>
                    <a:pt x="511654" y="5607875"/>
                  </a:lnTo>
                  <a:lnTo>
                    <a:pt x="511762" y="5607875"/>
                  </a:lnTo>
                  <a:lnTo>
                    <a:pt x="511979" y="5607875"/>
                  </a:lnTo>
                  <a:lnTo>
                    <a:pt x="511979" y="5607252"/>
                  </a:lnTo>
                  <a:lnTo>
                    <a:pt x="512196" y="5607252"/>
                  </a:lnTo>
                  <a:lnTo>
                    <a:pt x="512304" y="5607252"/>
                  </a:lnTo>
                  <a:lnTo>
                    <a:pt x="512413" y="5607252"/>
                  </a:lnTo>
                  <a:lnTo>
                    <a:pt x="512521" y="5607252"/>
                  </a:lnTo>
                  <a:lnTo>
                    <a:pt x="512630" y="5607252"/>
                  </a:lnTo>
                  <a:lnTo>
                    <a:pt x="512738" y="5607252"/>
                  </a:lnTo>
                  <a:lnTo>
                    <a:pt x="512738" y="5606628"/>
                  </a:lnTo>
                  <a:lnTo>
                    <a:pt x="512955" y="5606005"/>
                  </a:lnTo>
                  <a:lnTo>
                    <a:pt x="513063" y="5606005"/>
                  </a:lnTo>
                  <a:lnTo>
                    <a:pt x="513172" y="5606005"/>
                  </a:lnTo>
                  <a:lnTo>
                    <a:pt x="513280" y="5606005"/>
                  </a:lnTo>
                  <a:lnTo>
                    <a:pt x="513389" y="5606005"/>
                  </a:lnTo>
                  <a:lnTo>
                    <a:pt x="513606" y="5606005"/>
                  </a:lnTo>
                  <a:lnTo>
                    <a:pt x="513714" y="5606005"/>
                  </a:lnTo>
                  <a:lnTo>
                    <a:pt x="513931" y="5606005"/>
                  </a:lnTo>
                  <a:lnTo>
                    <a:pt x="514039" y="5606005"/>
                  </a:lnTo>
                  <a:lnTo>
                    <a:pt x="514148" y="5606005"/>
                  </a:lnTo>
                  <a:lnTo>
                    <a:pt x="514473" y="5606005"/>
                  </a:lnTo>
                  <a:lnTo>
                    <a:pt x="514582" y="5606005"/>
                  </a:lnTo>
                  <a:lnTo>
                    <a:pt x="514799" y="5605381"/>
                  </a:lnTo>
                  <a:lnTo>
                    <a:pt x="514907" y="5605381"/>
                  </a:lnTo>
                  <a:lnTo>
                    <a:pt x="515015" y="5605381"/>
                  </a:lnTo>
                  <a:lnTo>
                    <a:pt x="515232" y="5604757"/>
                  </a:lnTo>
                  <a:lnTo>
                    <a:pt x="515341" y="5604757"/>
                  </a:lnTo>
                  <a:lnTo>
                    <a:pt x="515341" y="5604134"/>
                  </a:lnTo>
                  <a:lnTo>
                    <a:pt x="515449" y="5604134"/>
                  </a:lnTo>
                  <a:lnTo>
                    <a:pt x="515666" y="5603510"/>
                  </a:lnTo>
                  <a:lnTo>
                    <a:pt x="515775" y="5603510"/>
                  </a:lnTo>
                  <a:lnTo>
                    <a:pt x="515883" y="5603510"/>
                  </a:lnTo>
                  <a:lnTo>
                    <a:pt x="516100" y="5603510"/>
                  </a:lnTo>
                  <a:lnTo>
                    <a:pt x="516208" y="5603510"/>
                  </a:lnTo>
                  <a:lnTo>
                    <a:pt x="516425" y="5603510"/>
                  </a:lnTo>
                  <a:lnTo>
                    <a:pt x="516534" y="5603510"/>
                  </a:lnTo>
                  <a:lnTo>
                    <a:pt x="516642" y="5603510"/>
                  </a:lnTo>
                  <a:lnTo>
                    <a:pt x="516968" y="5603510"/>
                  </a:lnTo>
                  <a:lnTo>
                    <a:pt x="517076" y="5603510"/>
                  </a:lnTo>
                  <a:lnTo>
                    <a:pt x="517184" y="5603510"/>
                  </a:lnTo>
                  <a:lnTo>
                    <a:pt x="517184" y="5602887"/>
                  </a:lnTo>
                  <a:lnTo>
                    <a:pt x="517184" y="5602263"/>
                  </a:lnTo>
                  <a:lnTo>
                    <a:pt x="517510" y="5602263"/>
                  </a:lnTo>
                  <a:lnTo>
                    <a:pt x="517618" y="5601639"/>
                  </a:lnTo>
                  <a:lnTo>
                    <a:pt x="517727" y="5601639"/>
                  </a:lnTo>
                  <a:lnTo>
                    <a:pt x="517835" y="5601639"/>
                  </a:lnTo>
                  <a:lnTo>
                    <a:pt x="517944" y="5601639"/>
                  </a:lnTo>
                  <a:lnTo>
                    <a:pt x="518052" y="5601639"/>
                  </a:lnTo>
                  <a:lnTo>
                    <a:pt x="518160" y="5601639"/>
                  </a:lnTo>
                  <a:lnTo>
                    <a:pt x="518269" y="5601639"/>
                  </a:lnTo>
                  <a:lnTo>
                    <a:pt x="518486" y="5601639"/>
                  </a:lnTo>
                  <a:lnTo>
                    <a:pt x="518594" y="5601639"/>
                  </a:lnTo>
                  <a:lnTo>
                    <a:pt x="518594" y="5601016"/>
                  </a:lnTo>
                  <a:lnTo>
                    <a:pt x="518703" y="5601016"/>
                  </a:lnTo>
                  <a:lnTo>
                    <a:pt x="518811" y="5601016"/>
                  </a:lnTo>
                  <a:lnTo>
                    <a:pt x="518920" y="5601016"/>
                  </a:lnTo>
                  <a:lnTo>
                    <a:pt x="519028" y="5601016"/>
                  </a:lnTo>
                  <a:lnTo>
                    <a:pt x="519136" y="5601016"/>
                  </a:lnTo>
                  <a:lnTo>
                    <a:pt x="519136" y="5599769"/>
                  </a:lnTo>
                  <a:lnTo>
                    <a:pt x="519353" y="5599769"/>
                  </a:lnTo>
                  <a:lnTo>
                    <a:pt x="519462" y="5599769"/>
                  </a:lnTo>
                  <a:lnTo>
                    <a:pt x="519570" y="5599769"/>
                  </a:lnTo>
                  <a:lnTo>
                    <a:pt x="519570" y="5599145"/>
                  </a:lnTo>
                  <a:lnTo>
                    <a:pt x="519570" y="5598522"/>
                  </a:lnTo>
                  <a:lnTo>
                    <a:pt x="519679" y="5598522"/>
                  </a:lnTo>
                  <a:lnTo>
                    <a:pt x="519787" y="5598522"/>
                  </a:lnTo>
                  <a:lnTo>
                    <a:pt x="519896" y="5598522"/>
                  </a:lnTo>
                  <a:lnTo>
                    <a:pt x="520004" y="5598522"/>
                  </a:lnTo>
                  <a:lnTo>
                    <a:pt x="520112" y="5597898"/>
                  </a:lnTo>
                  <a:lnTo>
                    <a:pt x="520329" y="5597898"/>
                  </a:lnTo>
                  <a:lnTo>
                    <a:pt x="520438" y="5597898"/>
                  </a:lnTo>
                  <a:lnTo>
                    <a:pt x="520438" y="5597274"/>
                  </a:lnTo>
                  <a:lnTo>
                    <a:pt x="520546" y="5597274"/>
                  </a:lnTo>
                  <a:lnTo>
                    <a:pt x="520655" y="5597274"/>
                  </a:lnTo>
                  <a:lnTo>
                    <a:pt x="521089" y="5597274"/>
                  </a:lnTo>
                  <a:lnTo>
                    <a:pt x="521197" y="5597274"/>
                  </a:lnTo>
                  <a:lnTo>
                    <a:pt x="521305" y="5597274"/>
                  </a:lnTo>
                  <a:lnTo>
                    <a:pt x="521414" y="5597274"/>
                  </a:lnTo>
                  <a:lnTo>
                    <a:pt x="521522" y="5597274"/>
                  </a:lnTo>
                  <a:lnTo>
                    <a:pt x="521631" y="5597274"/>
                  </a:lnTo>
                  <a:lnTo>
                    <a:pt x="521739" y="5597274"/>
                  </a:lnTo>
                  <a:lnTo>
                    <a:pt x="521848" y="5597274"/>
                  </a:lnTo>
                  <a:lnTo>
                    <a:pt x="521956" y="5597274"/>
                  </a:lnTo>
                  <a:lnTo>
                    <a:pt x="522065" y="5597274"/>
                  </a:lnTo>
                  <a:lnTo>
                    <a:pt x="522173" y="5597274"/>
                  </a:lnTo>
                  <a:lnTo>
                    <a:pt x="522281" y="5597274"/>
                  </a:lnTo>
                  <a:lnTo>
                    <a:pt x="522390" y="5597274"/>
                  </a:lnTo>
                  <a:lnTo>
                    <a:pt x="522498" y="5597274"/>
                  </a:lnTo>
                  <a:lnTo>
                    <a:pt x="522715" y="5597274"/>
                  </a:lnTo>
                  <a:lnTo>
                    <a:pt x="522824" y="5597274"/>
                  </a:lnTo>
                  <a:lnTo>
                    <a:pt x="522932" y="5597274"/>
                  </a:lnTo>
                  <a:lnTo>
                    <a:pt x="523257" y="5596651"/>
                  </a:lnTo>
                  <a:lnTo>
                    <a:pt x="523366" y="5596651"/>
                  </a:lnTo>
                  <a:lnTo>
                    <a:pt x="523474" y="5596651"/>
                  </a:lnTo>
                  <a:lnTo>
                    <a:pt x="523583" y="5596651"/>
                  </a:lnTo>
                  <a:lnTo>
                    <a:pt x="523583" y="5596027"/>
                  </a:lnTo>
                  <a:lnTo>
                    <a:pt x="523583" y="5595404"/>
                  </a:lnTo>
                  <a:lnTo>
                    <a:pt x="523800" y="5595404"/>
                  </a:lnTo>
                  <a:lnTo>
                    <a:pt x="523908" y="5595404"/>
                  </a:lnTo>
                  <a:lnTo>
                    <a:pt x="524017" y="5595404"/>
                  </a:lnTo>
                  <a:lnTo>
                    <a:pt x="524125" y="5595404"/>
                  </a:lnTo>
                  <a:lnTo>
                    <a:pt x="524233" y="5595404"/>
                  </a:lnTo>
                  <a:lnTo>
                    <a:pt x="524342" y="5595404"/>
                  </a:lnTo>
                  <a:lnTo>
                    <a:pt x="524450" y="5595404"/>
                  </a:lnTo>
                  <a:lnTo>
                    <a:pt x="524559" y="5595404"/>
                  </a:lnTo>
                  <a:lnTo>
                    <a:pt x="524667" y="5595404"/>
                  </a:lnTo>
                  <a:lnTo>
                    <a:pt x="524667" y="5594780"/>
                  </a:lnTo>
                  <a:lnTo>
                    <a:pt x="524776" y="5594780"/>
                  </a:lnTo>
                  <a:lnTo>
                    <a:pt x="524776" y="5594156"/>
                  </a:lnTo>
                  <a:lnTo>
                    <a:pt x="524776" y="5593533"/>
                  </a:lnTo>
                  <a:lnTo>
                    <a:pt x="524884" y="5593533"/>
                  </a:lnTo>
                  <a:lnTo>
                    <a:pt x="524884" y="5592909"/>
                  </a:lnTo>
                  <a:lnTo>
                    <a:pt x="524993" y="5592909"/>
                  </a:lnTo>
                  <a:lnTo>
                    <a:pt x="525101" y="5592909"/>
                  </a:lnTo>
                  <a:lnTo>
                    <a:pt x="525210" y="5592909"/>
                  </a:lnTo>
                  <a:lnTo>
                    <a:pt x="525318" y="5592909"/>
                  </a:lnTo>
                  <a:lnTo>
                    <a:pt x="525426" y="5592909"/>
                  </a:lnTo>
                  <a:lnTo>
                    <a:pt x="525426" y="5592286"/>
                  </a:lnTo>
                  <a:lnTo>
                    <a:pt x="525535" y="5592286"/>
                  </a:lnTo>
                  <a:lnTo>
                    <a:pt x="525643" y="5592286"/>
                  </a:lnTo>
                  <a:lnTo>
                    <a:pt x="525752" y="5591039"/>
                  </a:lnTo>
                  <a:lnTo>
                    <a:pt x="525860" y="5590415"/>
                  </a:lnTo>
                  <a:lnTo>
                    <a:pt x="526077" y="5590415"/>
                  </a:lnTo>
                  <a:lnTo>
                    <a:pt x="526186" y="5590415"/>
                  </a:lnTo>
                  <a:lnTo>
                    <a:pt x="526402" y="5590415"/>
                  </a:lnTo>
                  <a:lnTo>
                    <a:pt x="526511" y="5590415"/>
                  </a:lnTo>
                  <a:lnTo>
                    <a:pt x="526619" y="5590415"/>
                  </a:lnTo>
                  <a:lnTo>
                    <a:pt x="526728" y="5590415"/>
                  </a:lnTo>
                  <a:lnTo>
                    <a:pt x="526836" y="5589791"/>
                  </a:lnTo>
                  <a:lnTo>
                    <a:pt x="527053" y="5589791"/>
                  </a:lnTo>
                  <a:lnTo>
                    <a:pt x="527270" y="5589791"/>
                  </a:lnTo>
                  <a:lnTo>
                    <a:pt x="527378" y="5589791"/>
                  </a:lnTo>
                  <a:lnTo>
                    <a:pt x="527378" y="5589168"/>
                  </a:lnTo>
                  <a:lnTo>
                    <a:pt x="527378" y="5588544"/>
                  </a:lnTo>
                  <a:lnTo>
                    <a:pt x="527595" y="5588544"/>
                  </a:lnTo>
                  <a:lnTo>
                    <a:pt x="527704" y="5587921"/>
                  </a:lnTo>
                  <a:lnTo>
                    <a:pt x="527812" y="5587297"/>
                  </a:lnTo>
                  <a:lnTo>
                    <a:pt x="527921" y="5587297"/>
                  </a:lnTo>
                  <a:lnTo>
                    <a:pt x="527921" y="5586673"/>
                  </a:lnTo>
                  <a:lnTo>
                    <a:pt x="527921" y="5586050"/>
                  </a:lnTo>
                  <a:lnTo>
                    <a:pt x="527921" y="5585426"/>
                  </a:lnTo>
                  <a:lnTo>
                    <a:pt x="528138" y="5584803"/>
                  </a:lnTo>
                  <a:lnTo>
                    <a:pt x="528246" y="5584803"/>
                  </a:lnTo>
                  <a:lnTo>
                    <a:pt x="528354" y="5584803"/>
                  </a:lnTo>
                  <a:lnTo>
                    <a:pt x="528463" y="5584803"/>
                  </a:lnTo>
                  <a:lnTo>
                    <a:pt x="528571" y="5584803"/>
                  </a:lnTo>
                  <a:lnTo>
                    <a:pt x="528571" y="5583556"/>
                  </a:lnTo>
                  <a:lnTo>
                    <a:pt x="528571" y="5582308"/>
                  </a:lnTo>
                  <a:lnTo>
                    <a:pt x="528680" y="5582308"/>
                  </a:lnTo>
                  <a:lnTo>
                    <a:pt x="528788" y="5582308"/>
                  </a:lnTo>
                  <a:lnTo>
                    <a:pt x="528897" y="5582308"/>
                  </a:lnTo>
                  <a:lnTo>
                    <a:pt x="529005" y="5582308"/>
                  </a:lnTo>
                  <a:lnTo>
                    <a:pt x="529114" y="5582308"/>
                  </a:lnTo>
                  <a:lnTo>
                    <a:pt x="529222" y="5582308"/>
                  </a:lnTo>
                  <a:lnTo>
                    <a:pt x="529439" y="5582308"/>
                  </a:lnTo>
                  <a:lnTo>
                    <a:pt x="529547" y="5581685"/>
                  </a:lnTo>
                  <a:lnTo>
                    <a:pt x="529656" y="5581685"/>
                  </a:lnTo>
                  <a:lnTo>
                    <a:pt x="529764" y="5581685"/>
                  </a:lnTo>
                  <a:lnTo>
                    <a:pt x="529764" y="5581061"/>
                  </a:lnTo>
                  <a:lnTo>
                    <a:pt x="529873" y="5581061"/>
                  </a:lnTo>
                  <a:lnTo>
                    <a:pt x="530415" y="5580438"/>
                  </a:lnTo>
                  <a:lnTo>
                    <a:pt x="530523" y="5580438"/>
                  </a:lnTo>
                  <a:lnTo>
                    <a:pt x="530632" y="5580438"/>
                  </a:lnTo>
                  <a:lnTo>
                    <a:pt x="530632" y="5579814"/>
                  </a:lnTo>
                  <a:lnTo>
                    <a:pt x="530740" y="5579814"/>
                  </a:lnTo>
                  <a:lnTo>
                    <a:pt x="530849" y="5578567"/>
                  </a:lnTo>
                  <a:lnTo>
                    <a:pt x="531066" y="5578567"/>
                  </a:lnTo>
                  <a:lnTo>
                    <a:pt x="531174" y="5578567"/>
                  </a:lnTo>
                  <a:lnTo>
                    <a:pt x="531283" y="5577320"/>
                  </a:lnTo>
                  <a:lnTo>
                    <a:pt x="531499" y="5576696"/>
                  </a:lnTo>
                  <a:lnTo>
                    <a:pt x="531608" y="5576696"/>
                  </a:lnTo>
                  <a:lnTo>
                    <a:pt x="531716" y="5576696"/>
                  </a:lnTo>
                  <a:lnTo>
                    <a:pt x="531716" y="5576073"/>
                  </a:lnTo>
                  <a:lnTo>
                    <a:pt x="531825" y="5575449"/>
                  </a:lnTo>
                  <a:lnTo>
                    <a:pt x="532042" y="5575449"/>
                  </a:lnTo>
                  <a:lnTo>
                    <a:pt x="532150" y="5575449"/>
                  </a:lnTo>
                  <a:lnTo>
                    <a:pt x="532259" y="5575449"/>
                  </a:lnTo>
                  <a:lnTo>
                    <a:pt x="532367" y="5575449"/>
                  </a:lnTo>
                  <a:lnTo>
                    <a:pt x="532475" y="5575449"/>
                  </a:lnTo>
                  <a:lnTo>
                    <a:pt x="532584" y="5575449"/>
                  </a:lnTo>
                  <a:lnTo>
                    <a:pt x="532584" y="5574825"/>
                  </a:lnTo>
                  <a:lnTo>
                    <a:pt x="532584" y="5574202"/>
                  </a:lnTo>
                  <a:lnTo>
                    <a:pt x="532692" y="5574202"/>
                  </a:lnTo>
                  <a:lnTo>
                    <a:pt x="532801" y="5574202"/>
                  </a:lnTo>
                  <a:lnTo>
                    <a:pt x="532909" y="5574202"/>
                  </a:lnTo>
                  <a:lnTo>
                    <a:pt x="533018" y="5574202"/>
                  </a:lnTo>
                  <a:lnTo>
                    <a:pt x="533343" y="5574202"/>
                  </a:lnTo>
                  <a:lnTo>
                    <a:pt x="533451" y="5574202"/>
                  </a:lnTo>
                  <a:lnTo>
                    <a:pt x="533560" y="5574202"/>
                  </a:lnTo>
                  <a:lnTo>
                    <a:pt x="533777" y="5574202"/>
                  </a:lnTo>
                  <a:lnTo>
                    <a:pt x="533885" y="5574202"/>
                  </a:lnTo>
                  <a:lnTo>
                    <a:pt x="533994" y="5574202"/>
                  </a:lnTo>
                  <a:lnTo>
                    <a:pt x="534102" y="5574202"/>
                  </a:lnTo>
                  <a:lnTo>
                    <a:pt x="534211" y="5574202"/>
                  </a:lnTo>
                  <a:lnTo>
                    <a:pt x="534428" y="5574202"/>
                  </a:lnTo>
                  <a:lnTo>
                    <a:pt x="534536" y="5574202"/>
                  </a:lnTo>
                  <a:lnTo>
                    <a:pt x="534753" y="5574202"/>
                  </a:lnTo>
                  <a:lnTo>
                    <a:pt x="534861" y="5574202"/>
                  </a:lnTo>
                  <a:lnTo>
                    <a:pt x="534970" y="5573578"/>
                  </a:lnTo>
                  <a:lnTo>
                    <a:pt x="535078" y="5572955"/>
                  </a:lnTo>
                  <a:lnTo>
                    <a:pt x="535187" y="5572955"/>
                  </a:lnTo>
                  <a:lnTo>
                    <a:pt x="535295" y="5572955"/>
                  </a:lnTo>
                  <a:lnTo>
                    <a:pt x="535404" y="5572955"/>
                  </a:lnTo>
                  <a:lnTo>
                    <a:pt x="535512" y="5572955"/>
                  </a:lnTo>
                  <a:lnTo>
                    <a:pt x="535729" y="5572955"/>
                  </a:lnTo>
                  <a:lnTo>
                    <a:pt x="535946" y="5572955"/>
                  </a:lnTo>
                  <a:lnTo>
                    <a:pt x="536054" y="5572955"/>
                  </a:lnTo>
                  <a:lnTo>
                    <a:pt x="536054" y="5572331"/>
                  </a:lnTo>
                  <a:lnTo>
                    <a:pt x="536163" y="5572331"/>
                  </a:lnTo>
                  <a:lnTo>
                    <a:pt x="536271" y="5572331"/>
                  </a:lnTo>
                  <a:lnTo>
                    <a:pt x="536380" y="5572331"/>
                  </a:lnTo>
                  <a:lnTo>
                    <a:pt x="536380" y="5571708"/>
                  </a:lnTo>
                  <a:lnTo>
                    <a:pt x="536488" y="5571708"/>
                  </a:lnTo>
                  <a:lnTo>
                    <a:pt x="536488" y="5571084"/>
                  </a:lnTo>
                  <a:lnTo>
                    <a:pt x="536705" y="5571084"/>
                  </a:lnTo>
                  <a:lnTo>
                    <a:pt x="536705" y="5569837"/>
                  </a:lnTo>
                  <a:lnTo>
                    <a:pt x="537030" y="5569837"/>
                  </a:lnTo>
                  <a:lnTo>
                    <a:pt x="537139" y="5569837"/>
                  </a:lnTo>
                  <a:lnTo>
                    <a:pt x="537247" y="5569837"/>
                  </a:lnTo>
                  <a:lnTo>
                    <a:pt x="537356" y="5569837"/>
                  </a:lnTo>
                  <a:lnTo>
                    <a:pt x="537464" y="5569837"/>
                  </a:lnTo>
                  <a:lnTo>
                    <a:pt x="537464" y="5569213"/>
                  </a:lnTo>
                  <a:lnTo>
                    <a:pt x="537572" y="5567966"/>
                  </a:lnTo>
                  <a:lnTo>
                    <a:pt x="537681" y="5567966"/>
                  </a:lnTo>
                  <a:lnTo>
                    <a:pt x="537789" y="5567966"/>
                  </a:lnTo>
                  <a:lnTo>
                    <a:pt x="537898" y="5567966"/>
                  </a:lnTo>
                  <a:lnTo>
                    <a:pt x="538006" y="5567966"/>
                  </a:lnTo>
                  <a:lnTo>
                    <a:pt x="538115" y="5567966"/>
                  </a:lnTo>
                  <a:lnTo>
                    <a:pt x="538115" y="5567342"/>
                  </a:lnTo>
                  <a:lnTo>
                    <a:pt x="538115" y="5566719"/>
                  </a:lnTo>
                  <a:lnTo>
                    <a:pt x="538223" y="5566719"/>
                  </a:lnTo>
                  <a:lnTo>
                    <a:pt x="538332" y="5566719"/>
                  </a:lnTo>
                  <a:lnTo>
                    <a:pt x="538440" y="5566719"/>
                  </a:lnTo>
                  <a:lnTo>
                    <a:pt x="538549" y="5566719"/>
                  </a:lnTo>
                  <a:lnTo>
                    <a:pt x="538874" y="5566719"/>
                  </a:lnTo>
                  <a:lnTo>
                    <a:pt x="538874" y="5566095"/>
                  </a:lnTo>
                  <a:lnTo>
                    <a:pt x="538982" y="5566095"/>
                  </a:lnTo>
                  <a:lnTo>
                    <a:pt x="539091" y="5566095"/>
                  </a:lnTo>
                  <a:lnTo>
                    <a:pt x="539199" y="5566095"/>
                  </a:lnTo>
                  <a:lnTo>
                    <a:pt x="539308" y="5566095"/>
                  </a:lnTo>
                  <a:lnTo>
                    <a:pt x="539416" y="5566095"/>
                  </a:lnTo>
                  <a:lnTo>
                    <a:pt x="539633" y="5566095"/>
                  </a:lnTo>
                  <a:lnTo>
                    <a:pt x="539741" y="5566095"/>
                  </a:lnTo>
                  <a:lnTo>
                    <a:pt x="539850" y="5566095"/>
                  </a:lnTo>
                  <a:lnTo>
                    <a:pt x="540175" y="5566095"/>
                  </a:lnTo>
                  <a:lnTo>
                    <a:pt x="540392" y="5565472"/>
                  </a:lnTo>
                  <a:lnTo>
                    <a:pt x="540501" y="5565472"/>
                  </a:lnTo>
                  <a:lnTo>
                    <a:pt x="540609" y="5565472"/>
                  </a:lnTo>
                  <a:lnTo>
                    <a:pt x="540717" y="5565472"/>
                  </a:lnTo>
                  <a:lnTo>
                    <a:pt x="540826" y="5565472"/>
                  </a:lnTo>
                  <a:lnTo>
                    <a:pt x="540934" y="5565472"/>
                  </a:lnTo>
                  <a:lnTo>
                    <a:pt x="541151" y="5565472"/>
                  </a:lnTo>
                  <a:lnTo>
                    <a:pt x="541368" y="5565472"/>
                  </a:lnTo>
                  <a:lnTo>
                    <a:pt x="541477" y="5565472"/>
                  </a:lnTo>
                  <a:lnTo>
                    <a:pt x="541585" y="5565472"/>
                  </a:lnTo>
                  <a:lnTo>
                    <a:pt x="541802" y="5565472"/>
                  </a:lnTo>
                  <a:lnTo>
                    <a:pt x="541910" y="5565472"/>
                  </a:lnTo>
                  <a:lnTo>
                    <a:pt x="542019" y="5565472"/>
                  </a:lnTo>
                  <a:lnTo>
                    <a:pt x="542127" y="5565472"/>
                  </a:lnTo>
                  <a:lnTo>
                    <a:pt x="542344" y="5565472"/>
                  </a:lnTo>
                  <a:lnTo>
                    <a:pt x="542344" y="5564848"/>
                  </a:lnTo>
                  <a:lnTo>
                    <a:pt x="542344" y="5564225"/>
                  </a:lnTo>
                  <a:lnTo>
                    <a:pt x="542453" y="5564225"/>
                  </a:lnTo>
                  <a:lnTo>
                    <a:pt x="542561" y="5564225"/>
                  </a:lnTo>
                  <a:lnTo>
                    <a:pt x="542670" y="5564225"/>
                  </a:lnTo>
                  <a:lnTo>
                    <a:pt x="542778" y="5564225"/>
                  </a:lnTo>
                  <a:lnTo>
                    <a:pt x="542886" y="5564225"/>
                  </a:lnTo>
                  <a:lnTo>
                    <a:pt x="542886" y="5563601"/>
                  </a:lnTo>
                  <a:lnTo>
                    <a:pt x="542995" y="5563601"/>
                  </a:lnTo>
                  <a:lnTo>
                    <a:pt x="543103" y="5563601"/>
                  </a:lnTo>
                  <a:lnTo>
                    <a:pt x="543212" y="5563601"/>
                  </a:lnTo>
                  <a:lnTo>
                    <a:pt x="543320" y="5563601"/>
                  </a:lnTo>
                  <a:lnTo>
                    <a:pt x="543429" y="5563601"/>
                  </a:lnTo>
                  <a:lnTo>
                    <a:pt x="543537" y="5563601"/>
                  </a:lnTo>
                  <a:lnTo>
                    <a:pt x="543646" y="5563601"/>
                  </a:lnTo>
                  <a:lnTo>
                    <a:pt x="543862" y="5563601"/>
                  </a:lnTo>
                  <a:lnTo>
                    <a:pt x="543971" y="5563601"/>
                  </a:lnTo>
                  <a:lnTo>
                    <a:pt x="544079" y="5563601"/>
                  </a:lnTo>
                  <a:lnTo>
                    <a:pt x="544188" y="5563601"/>
                  </a:lnTo>
                  <a:lnTo>
                    <a:pt x="544296" y="5563601"/>
                  </a:lnTo>
                  <a:lnTo>
                    <a:pt x="544405" y="5563601"/>
                  </a:lnTo>
                  <a:lnTo>
                    <a:pt x="544622" y="5563601"/>
                  </a:lnTo>
                  <a:lnTo>
                    <a:pt x="544730" y="5563601"/>
                  </a:lnTo>
                  <a:lnTo>
                    <a:pt x="544838" y="5563601"/>
                  </a:lnTo>
                  <a:lnTo>
                    <a:pt x="545055" y="5563601"/>
                  </a:lnTo>
                  <a:lnTo>
                    <a:pt x="545164" y="5563601"/>
                  </a:lnTo>
                  <a:lnTo>
                    <a:pt x="545272" y="5563601"/>
                  </a:lnTo>
                  <a:lnTo>
                    <a:pt x="545381" y="5563601"/>
                  </a:lnTo>
                  <a:lnTo>
                    <a:pt x="545598" y="5563601"/>
                  </a:lnTo>
                  <a:lnTo>
                    <a:pt x="545706" y="5563601"/>
                  </a:lnTo>
                  <a:lnTo>
                    <a:pt x="545814" y="5563601"/>
                  </a:lnTo>
                  <a:lnTo>
                    <a:pt x="546031" y="5563601"/>
                  </a:lnTo>
                  <a:lnTo>
                    <a:pt x="546140" y="5563601"/>
                  </a:lnTo>
                  <a:lnTo>
                    <a:pt x="546248" y="5563601"/>
                  </a:lnTo>
                  <a:lnTo>
                    <a:pt x="546574" y="5563601"/>
                  </a:lnTo>
                  <a:lnTo>
                    <a:pt x="546682" y="5563601"/>
                  </a:lnTo>
                  <a:lnTo>
                    <a:pt x="546682" y="5562977"/>
                  </a:lnTo>
                  <a:lnTo>
                    <a:pt x="546791" y="5562977"/>
                  </a:lnTo>
                  <a:lnTo>
                    <a:pt x="546899" y="5562977"/>
                  </a:lnTo>
                  <a:lnTo>
                    <a:pt x="547007" y="5562977"/>
                  </a:lnTo>
                  <a:lnTo>
                    <a:pt x="547007" y="5562354"/>
                  </a:lnTo>
                  <a:lnTo>
                    <a:pt x="547116" y="5562354"/>
                  </a:lnTo>
                  <a:lnTo>
                    <a:pt x="547224" y="5562354"/>
                  </a:lnTo>
                  <a:lnTo>
                    <a:pt x="547333" y="5561730"/>
                  </a:lnTo>
                  <a:lnTo>
                    <a:pt x="547441" y="5561730"/>
                  </a:lnTo>
                  <a:lnTo>
                    <a:pt x="547550" y="5561730"/>
                  </a:lnTo>
                  <a:lnTo>
                    <a:pt x="547658" y="5561730"/>
                  </a:lnTo>
                  <a:lnTo>
                    <a:pt x="547767" y="5561730"/>
                  </a:lnTo>
                  <a:lnTo>
                    <a:pt x="547983" y="5561730"/>
                  </a:lnTo>
                  <a:lnTo>
                    <a:pt x="548092" y="5561730"/>
                  </a:lnTo>
                  <a:lnTo>
                    <a:pt x="548200" y="5561730"/>
                  </a:lnTo>
                  <a:lnTo>
                    <a:pt x="548309" y="5561107"/>
                  </a:lnTo>
                  <a:lnTo>
                    <a:pt x="548417" y="5561107"/>
                  </a:lnTo>
                  <a:lnTo>
                    <a:pt x="548526" y="5561107"/>
                  </a:lnTo>
                  <a:lnTo>
                    <a:pt x="548634" y="5561107"/>
                  </a:lnTo>
                  <a:lnTo>
                    <a:pt x="548743" y="5561107"/>
                  </a:lnTo>
                  <a:lnTo>
                    <a:pt x="548851" y="5561107"/>
                  </a:lnTo>
                  <a:lnTo>
                    <a:pt x="549068" y="5561107"/>
                  </a:lnTo>
                  <a:lnTo>
                    <a:pt x="549068" y="5560483"/>
                  </a:lnTo>
                  <a:lnTo>
                    <a:pt x="549176" y="5560483"/>
                  </a:lnTo>
                  <a:lnTo>
                    <a:pt x="549285" y="5560483"/>
                  </a:lnTo>
                  <a:lnTo>
                    <a:pt x="549393" y="5560483"/>
                  </a:lnTo>
                  <a:lnTo>
                    <a:pt x="549502" y="5560483"/>
                  </a:lnTo>
                  <a:lnTo>
                    <a:pt x="549610" y="5560483"/>
                  </a:lnTo>
                  <a:lnTo>
                    <a:pt x="551237" y="5556118"/>
                  </a:lnTo>
                  <a:lnTo>
                    <a:pt x="551237" y="5555494"/>
                  </a:lnTo>
                  <a:lnTo>
                    <a:pt x="551345" y="5555494"/>
                  </a:lnTo>
                  <a:lnTo>
                    <a:pt x="551454" y="5555494"/>
                  </a:lnTo>
                  <a:lnTo>
                    <a:pt x="551562" y="5555494"/>
                  </a:lnTo>
                  <a:lnTo>
                    <a:pt x="551779" y="5555494"/>
                  </a:lnTo>
                  <a:lnTo>
                    <a:pt x="551779" y="5554871"/>
                  </a:lnTo>
                  <a:lnTo>
                    <a:pt x="551888" y="5554871"/>
                  </a:lnTo>
                  <a:lnTo>
                    <a:pt x="551888" y="5554247"/>
                  </a:lnTo>
                  <a:lnTo>
                    <a:pt x="551996" y="5554247"/>
                  </a:lnTo>
                  <a:lnTo>
                    <a:pt x="552321" y="5554247"/>
                  </a:lnTo>
                  <a:lnTo>
                    <a:pt x="552430" y="5554247"/>
                  </a:lnTo>
                  <a:lnTo>
                    <a:pt x="552538" y="5554247"/>
                  </a:lnTo>
                  <a:lnTo>
                    <a:pt x="552755" y="5554247"/>
                  </a:lnTo>
                  <a:lnTo>
                    <a:pt x="552972" y="5554247"/>
                  </a:lnTo>
                  <a:lnTo>
                    <a:pt x="553080" y="5554247"/>
                  </a:lnTo>
                  <a:lnTo>
                    <a:pt x="553189" y="5554247"/>
                  </a:lnTo>
                  <a:lnTo>
                    <a:pt x="553297" y="5554247"/>
                  </a:lnTo>
                  <a:lnTo>
                    <a:pt x="553406" y="5554247"/>
                  </a:lnTo>
                  <a:lnTo>
                    <a:pt x="553514" y="5554247"/>
                  </a:lnTo>
                  <a:lnTo>
                    <a:pt x="553623" y="5554247"/>
                  </a:lnTo>
                  <a:lnTo>
                    <a:pt x="553731" y="5554247"/>
                  </a:lnTo>
                  <a:lnTo>
                    <a:pt x="553840" y="5553624"/>
                  </a:lnTo>
                  <a:lnTo>
                    <a:pt x="553948" y="5553624"/>
                  </a:lnTo>
                  <a:lnTo>
                    <a:pt x="554056" y="5553624"/>
                  </a:lnTo>
                  <a:lnTo>
                    <a:pt x="554056" y="5553000"/>
                  </a:lnTo>
                  <a:lnTo>
                    <a:pt x="554165" y="5553000"/>
                  </a:lnTo>
                  <a:lnTo>
                    <a:pt x="554273" y="5553000"/>
                  </a:lnTo>
                  <a:lnTo>
                    <a:pt x="554273" y="5552376"/>
                  </a:lnTo>
                  <a:lnTo>
                    <a:pt x="554382" y="5552376"/>
                  </a:lnTo>
                  <a:lnTo>
                    <a:pt x="554490" y="5552376"/>
                  </a:lnTo>
                  <a:lnTo>
                    <a:pt x="554599" y="5552376"/>
                  </a:lnTo>
                  <a:lnTo>
                    <a:pt x="554707" y="5552376"/>
                  </a:lnTo>
                  <a:lnTo>
                    <a:pt x="554816" y="5552376"/>
                  </a:lnTo>
                  <a:lnTo>
                    <a:pt x="554924" y="5551129"/>
                  </a:lnTo>
                  <a:lnTo>
                    <a:pt x="555032" y="5551129"/>
                  </a:lnTo>
                  <a:lnTo>
                    <a:pt x="555141" y="5551129"/>
                  </a:lnTo>
                  <a:lnTo>
                    <a:pt x="555249" y="5551129"/>
                  </a:lnTo>
                  <a:lnTo>
                    <a:pt x="555466" y="5550506"/>
                  </a:lnTo>
                  <a:lnTo>
                    <a:pt x="555683" y="5549882"/>
                  </a:lnTo>
                  <a:lnTo>
                    <a:pt x="555792" y="5549882"/>
                  </a:lnTo>
                  <a:lnTo>
                    <a:pt x="555900" y="5549882"/>
                  </a:lnTo>
                  <a:lnTo>
                    <a:pt x="556117" y="5549882"/>
                  </a:lnTo>
                  <a:lnTo>
                    <a:pt x="556225" y="5549882"/>
                  </a:lnTo>
                  <a:lnTo>
                    <a:pt x="556334" y="5549882"/>
                  </a:lnTo>
                  <a:lnTo>
                    <a:pt x="556442" y="5548635"/>
                  </a:lnTo>
                  <a:lnTo>
                    <a:pt x="556551" y="5548635"/>
                  </a:lnTo>
                  <a:lnTo>
                    <a:pt x="556659" y="5548635"/>
                  </a:lnTo>
                  <a:lnTo>
                    <a:pt x="556659" y="5548011"/>
                  </a:lnTo>
                  <a:lnTo>
                    <a:pt x="556768" y="5547388"/>
                  </a:lnTo>
                  <a:lnTo>
                    <a:pt x="556876" y="5546141"/>
                  </a:lnTo>
                  <a:lnTo>
                    <a:pt x="556985" y="5546141"/>
                  </a:lnTo>
                  <a:lnTo>
                    <a:pt x="556985" y="5545517"/>
                  </a:lnTo>
                  <a:lnTo>
                    <a:pt x="556985" y="5544893"/>
                  </a:lnTo>
                  <a:lnTo>
                    <a:pt x="557093" y="5544893"/>
                  </a:lnTo>
                  <a:lnTo>
                    <a:pt x="557201" y="5544270"/>
                  </a:lnTo>
                  <a:lnTo>
                    <a:pt x="557310" y="5544270"/>
                  </a:lnTo>
                  <a:lnTo>
                    <a:pt x="557418" y="5544270"/>
                  </a:lnTo>
                  <a:lnTo>
                    <a:pt x="557527" y="5544270"/>
                  </a:lnTo>
                  <a:lnTo>
                    <a:pt x="557635" y="5544270"/>
                  </a:lnTo>
                  <a:lnTo>
                    <a:pt x="557744" y="5544270"/>
                  </a:lnTo>
                  <a:lnTo>
                    <a:pt x="557744" y="5543646"/>
                  </a:lnTo>
                  <a:lnTo>
                    <a:pt x="557852" y="5543646"/>
                  </a:lnTo>
                  <a:lnTo>
                    <a:pt x="557961" y="5543646"/>
                  </a:lnTo>
                  <a:lnTo>
                    <a:pt x="558069" y="5543023"/>
                  </a:lnTo>
                  <a:lnTo>
                    <a:pt x="558177" y="5543023"/>
                  </a:lnTo>
                  <a:lnTo>
                    <a:pt x="558286" y="5543023"/>
                  </a:lnTo>
                  <a:lnTo>
                    <a:pt x="558394" y="5543023"/>
                  </a:lnTo>
                  <a:lnTo>
                    <a:pt x="558611" y="5543023"/>
                  </a:lnTo>
                  <a:lnTo>
                    <a:pt x="558720" y="5543023"/>
                  </a:lnTo>
                  <a:lnTo>
                    <a:pt x="558828" y="5543023"/>
                  </a:lnTo>
                  <a:lnTo>
                    <a:pt x="558937" y="5543023"/>
                  </a:lnTo>
                  <a:lnTo>
                    <a:pt x="559045" y="5543023"/>
                  </a:lnTo>
                  <a:lnTo>
                    <a:pt x="559153" y="5543023"/>
                  </a:lnTo>
                  <a:lnTo>
                    <a:pt x="559262" y="5542399"/>
                  </a:lnTo>
                  <a:lnTo>
                    <a:pt x="559479" y="5542399"/>
                  </a:lnTo>
                  <a:lnTo>
                    <a:pt x="559587" y="5542399"/>
                  </a:lnTo>
                  <a:lnTo>
                    <a:pt x="559804" y="5542399"/>
                  </a:lnTo>
                  <a:lnTo>
                    <a:pt x="559913" y="5542399"/>
                  </a:lnTo>
                  <a:lnTo>
                    <a:pt x="560021" y="5542399"/>
                  </a:lnTo>
                  <a:lnTo>
                    <a:pt x="560346" y="5542399"/>
                  </a:lnTo>
                  <a:lnTo>
                    <a:pt x="560455" y="5542399"/>
                  </a:lnTo>
                  <a:lnTo>
                    <a:pt x="560672" y="5542399"/>
                  </a:lnTo>
                  <a:lnTo>
                    <a:pt x="560889" y="5542399"/>
                  </a:lnTo>
                  <a:lnTo>
                    <a:pt x="560997" y="5542399"/>
                  </a:lnTo>
                  <a:lnTo>
                    <a:pt x="561106" y="5542399"/>
                  </a:lnTo>
                  <a:lnTo>
                    <a:pt x="561106" y="5541776"/>
                  </a:lnTo>
                  <a:lnTo>
                    <a:pt x="561214" y="5541152"/>
                  </a:lnTo>
                  <a:lnTo>
                    <a:pt x="561322" y="5541152"/>
                  </a:lnTo>
                  <a:lnTo>
                    <a:pt x="561431" y="5541152"/>
                  </a:lnTo>
                  <a:lnTo>
                    <a:pt x="561539" y="5541152"/>
                  </a:lnTo>
                  <a:lnTo>
                    <a:pt x="561539" y="5540528"/>
                  </a:lnTo>
                  <a:lnTo>
                    <a:pt x="561648" y="5540528"/>
                  </a:lnTo>
                  <a:lnTo>
                    <a:pt x="561756" y="5540528"/>
                  </a:lnTo>
                  <a:lnTo>
                    <a:pt x="561865" y="5540528"/>
                  </a:lnTo>
                  <a:lnTo>
                    <a:pt x="562082" y="5540528"/>
                  </a:lnTo>
                  <a:lnTo>
                    <a:pt x="562082" y="5539905"/>
                  </a:lnTo>
                  <a:lnTo>
                    <a:pt x="562082" y="5539281"/>
                  </a:lnTo>
                  <a:lnTo>
                    <a:pt x="562298" y="5539281"/>
                  </a:lnTo>
                  <a:lnTo>
                    <a:pt x="562298" y="5538658"/>
                  </a:lnTo>
                  <a:lnTo>
                    <a:pt x="562298" y="5538034"/>
                  </a:lnTo>
                  <a:lnTo>
                    <a:pt x="562407" y="5538034"/>
                  </a:lnTo>
                  <a:lnTo>
                    <a:pt x="562515" y="5538034"/>
                  </a:lnTo>
                  <a:lnTo>
                    <a:pt x="562732" y="5538034"/>
                  </a:lnTo>
                  <a:lnTo>
                    <a:pt x="562949" y="5538034"/>
                  </a:lnTo>
                  <a:lnTo>
                    <a:pt x="563058" y="5538034"/>
                  </a:lnTo>
                  <a:lnTo>
                    <a:pt x="563166" y="5538034"/>
                  </a:lnTo>
                  <a:lnTo>
                    <a:pt x="563383" y="5538034"/>
                  </a:lnTo>
                  <a:lnTo>
                    <a:pt x="563817" y="5537410"/>
                  </a:lnTo>
                  <a:lnTo>
                    <a:pt x="563925" y="5537410"/>
                  </a:lnTo>
                  <a:lnTo>
                    <a:pt x="563925" y="5536163"/>
                  </a:lnTo>
                  <a:lnTo>
                    <a:pt x="564034" y="5536163"/>
                  </a:lnTo>
                  <a:lnTo>
                    <a:pt x="564142" y="5536163"/>
                  </a:lnTo>
                  <a:lnTo>
                    <a:pt x="564251" y="5536163"/>
                  </a:lnTo>
                  <a:lnTo>
                    <a:pt x="564359" y="5536163"/>
                  </a:lnTo>
                  <a:lnTo>
                    <a:pt x="564467" y="5536163"/>
                  </a:lnTo>
                  <a:lnTo>
                    <a:pt x="564684" y="5536163"/>
                  </a:lnTo>
                  <a:lnTo>
                    <a:pt x="564793" y="5536163"/>
                  </a:lnTo>
                  <a:lnTo>
                    <a:pt x="565010" y="5536163"/>
                  </a:lnTo>
                  <a:lnTo>
                    <a:pt x="565010" y="5535540"/>
                  </a:lnTo>
                  <a:lnTo>
                    <a:pt x="565227" y="5534916"/>
                  </a:lnTo>
                  <a:lnTo>
                    <a:pt x="565443" y="5534293"/>
                  </a:lnTo>
                  <a:lnTo>
                    <a:pt x="565552" y="5534293"/>
                  </a:lnTo>
                  <a:lnTo>
                    <a:pt x="565660" y="5534293"/>
                  </a:lnTo>
                  <a:lnTo>
                    <a:pt x="565769" y="5534293"/>
                  </a:lnTo>
                  <a:lnTo>
                    <a:pt x="565877" y="5534293"/>
                  </a:lnTo>
                  <a:lnTo>
                    <a:pt x="565986" y="5534293"/>
                  </a:lnTo>
                  <a:lnTo>
                    <a:pt x="566311" y="5534293"/>
                  </a:lnTo>
                  <a:lnTo>
                    <a:pt x="566528" y="5534293"/>
                  </a:lnTo>
                  <a:lnTo>
                    <a:pt x="566853" y="5534293"/>
                  </a:lnTo>
                  <a:lnTo>
                    <a:pt x="566962" y="5534293"/>
                  </a:lnTo>
                  <a:lnTo>
                    <a:pt x="567070" y="5534293"/>
                  </a:lnTo>
                  <a:lnTo>
                    <a:pt x="567179" y="5534293"/>
                  </a:lnTo>
                  <a:lnTo>
                    <a:pt x="567287" y="5534293"/>
                  </a:lnTo>
                  <a:lnTo>
                    <a:pt x="567395" y="5534293"/>
                  </a:lnTo>
                  <a:lnTo>
                    <a:pt x="567395" y="5533669"/>
                  </a:lnTo>
                  <a:lnTo>
                    <a:pt x="567504" y="5533669"/>
                  </a:lnTo>
                  <a:lnTo>
                    <a:pt x="567829" y="5533669"/>
                  </a:lnTo>
                  <a:lnTo>
                    <a:pt x="567938" y="5533669"/>
                  </a:lnTo>
                  <a:lnTo>
                    <a:pt x="568046" y="5533669"/>
                  </a:lnTo>
                  <a:lnTo>
                    <a:pt x="568046" y="5533045"/>
                  </a:lnTo>
                  <a:lnTo>
                    <a:pt x="568155" y="5533045"/>
                  </a:lnTo>
                  <a:lnTo>
                    <a:pt x="568263" y="5533045"/>
                  </a:lnTo>
                  <a:lnTo>
                    <a:pt x="568588" y="5533045"/>
                  </a:lnTo>
                  <a:lnTo>
                    <a:pt x="568588" y="5532422"/>
                  </a:lnTo>
                  <a:lnTo>
                    <a:pt x="568697" y="5532422"/>
                  </a:lnTo>
                  <a:lnTo>
                    <a:pt x="568805" y="5532422"/>
                  </a:lnTo>
                  <a:lnTo>
                    <a:pt x="569022" y="5532422"/>
                  </a:lnTo>
                  <a:lnTo>
                    <a:pt x="569131" y="5532422"/>
                  </a:lnTo>
                  <a:lnTo>
                    <a:pt x="569348" y="5532422"/>
                  </a:lnTo>
                  <a:lnTo>
                    <a:pt x="569456" y="5532422"/>
                  </a:lnTo>
                  <a:lnTo>
                    <a:pt x="569564" y="5532422"/>
                  </a:lnTo>
                  <a:lnTo>
                    <a:pt x="569564" y="5531798"/>
                  </a:lnTo>
                  <a:lnTo>
                    <a:pt x="569673" y="5531798"/>
                  </a:lnTo>
                  <a:lnTo>
                    <a:pt x="569890" y="5531798"/>
                  </a:lnTo>
                  <a:lnTo>
                    <a:pt x="570107" y="5531798"/>
                  </a:lnTo>
                  <a:lnTo>
                    <a:pt x="570215" y="5531175"/>
                  </a:lnTo>
                  <a:lnTo>
                    <a:pt x="570215" y="5530551"/>
                  </a:lnTo>
                  <a:lnTo>
                    <a:pt x="570432" y="5530551"/>
                  </a:lnTo>
                  <a:lnTo>
                    <a:pt x="570540" y="5530551"/>
                  </a:lnTo>
                  <a:lnTo>
                    <a:pt x="570649" y="5529928"/>
                  </a:lnTo>
                  <a:lnTo>
                    <a:pt x="570757" y="5529928"/>
                  </a:lnTo>
                  <a:lnTo>
                    <a:pt x="570866" y="5529928"/>
                  </a:lnTo>
                  <a:lnTo>
                    <a:pt x="570974" y="5529928"/>
                  </a:lnTo>
                  <a:lnTo>
                    <a:pt x="571300" y="5529928"/>
                  </a:lnTo>
                  <a:lnTo>
                    <a:pt x="571625" y="5529928"/>
                  </a:lnTo>
                  <a:lnTo>
                    <a:pt x="571842" y="5529928"/>
                  </a:lnTo>
                  <a:lnTo>
                    <a:pt x="571950" y="5529928"/>
                  </a:lnTo>
                  <a:lnTo>
                    <a:pt x="572059" y="5529928"/>
                  </a:lnTo>
                  <a:lnTo>
                    <a:pt x="572167" y="5529928"/>
                  </a:lnTo>
                  <a:lnTo>
                    <a:pt x="572276" y="5529928"/>
                  </a:lnTo>
                  <a:lnTo>
                    <a:pt x="572384" y="5529928"/>
                  </a:lnTo>
                  <a:lnTo>
                    <a:pt x="572493" y="5529928"/>
                  </a:lnTo>
                  <a:lnTo>
                    <a:pt x="572709" y="5529928"/>
                  </a:lnTo>
                  <a:lnTo>
                    <a:pt x="572709" y="5529304"/>
                  </a:lnTo>
                  <a:lnTo>
                    <a:pt x="572926" y="5529304"/>
                  </a:lnTo>
                  <a:lnTo>
                    <a:pt x="573035" y="5529304"/>
                  </a:lnTo>
                  <a:lnTo>
                    <a:pt x="573143" y="5529304"/>
                  </a:lnTo>
                  <a:lnTo>
                    <a:pt x="573360" y="5529304"/>
                  </a:lnTo>
                  <a:lnTo>
                    <a:pt x="573469" y="5529304"/>
                  </a:lnTo>
                  <a:lnTo>
                    <a:pt x="573577" y="5528680"/>
                  </a:lnTo>
                  <a:lnTo>
                    <a:pt x="573685" y="5528680"/>
                  </a:lnTo>
                  <a:lnTo>
                    <a:pt x="573794" y="5528680"/>
                  </a:lnTo>
                  <a:lnTo>
                    <a:pt x="574011" y="5528680"/>
                  </a:lnTo>
                  <a:lnTo>
                    <a:pt x="574119" y="5528680"/>
                  </a:lnTo>
                  <a:lnTo>
                    <a:pt x="574228" y="5528680"/>
                  </a:lnTo>
                  <a:lnTo>
                    <a:pt x="574336" y="5528057"/>
                  </a:lnTo>
                  <a:lnTo>
                    <a:pt x="574445" y="5527433"/>
                  </a:lnTo>
                  <a:lnTo>
                    <a:pt x="574553" y="5527433"/>
                  </a:lnTo>
                  <a:lnTo>
                    <a:pt x="574661" y="5527433"/>
                  </a:lnTo>
                  <a:lnTo>
                    <a:pt x="574878" y="5527433"/>
                  </a:lnTo>
                  <a:lnTo>
                    <a:pt x="574987" y="5527433"/>
                  </a:lnTo>
                  <a:lnTo>
                    <a:pt x="575095" y="5527433"/>
                  </a:lnTo>
                  <a:lnTo>
                    <a:pt x="575312" y="5527433"/>
                  </a:lnTo>
                  <a:lnTo>
                    <a:pt x="575421" y="5527433"/>
                  </a:lnTo>
                  <a:lnTo>
                    <a:pt x="575854" y="5526810"/>
                  </a:lnTo>
                  <a:lnTo>
                    <a:pt x="575963" y="5526810"/>
                  </a:lnTo>
                  <a:lnTo>
                    <a:pt x="576071" y="5526810"/>
                  </a:lnTo>
                  <a:lnTo>
                    <a:pt x="576288" y="5526810"/>
                  </a:lnTo>
                  <a:lnTo>
                    <a:pt x="576397" y="5526810"/>
                  </a:lnTo>
                  <a:lnTo>
                    <a:pt x="576505" y="5526810"/>
                  </a:lnTo>
                  <a:lnTo>
                    <a:pt x="576613" y="5526186"/>
                  </a:lnTo>
                  <a:lnTo>
                    <a:pt x="576830" y="5526186"/>
                  </a:lnTo>
                  <a:lnTo>
                    <a:pt x="576939" y="5525562"/>
                  </a:lnTo>
                  <a:lnTo>
                    <a:pt x="577047" y="5525562"/>
                  </a:lnTo>
                  <a:lnTo>
                    <a:pt x="577481" y="5525562"/>
                  </a:lnTo>
                  <a:lnTo>
                    <a:pt x="577590" y="5525562"/>
                  </a:lnTo>
                  <a:lnTo>
                    <a:pt x="577806" y="5525562"/>
                  </a:lnTo>
                  <a:lnTo>
                    <a:pt x="578132" y="5524939"/>
                  </a:lnTo>
                  <a:lnTo>
                    <a:pt x="578240" y="5524939"/>
                  </a:lnTo>
                  <a:lnTo>
                    <a:pt x="578349" y="5524939"/>
                  </a:lnTo>
                  <a:lnTo>
                    <a:pt x="578457" y="5524939"/>
                  </a:lnTo>
                  <a:lnTo>
                    <a:pt x="578566" y="5524939"/>
                  </a:lnTo>
                  <a:lnTo>
                    <a:pt x="578566" y="5524315"/>
                  </a:lnTo>
                  <a:lnTo>
                    <a:pt x="578782" y="5524315"/>
                  </a:lnTo>
                  <a:lnTo>
                    <a:pt x="578999" y="5524315"/>
                  </a:lnTo>
                  <a:lnTo>
                    <a:pt x="579216" y="5523692"/>
                  </a:lnTo>
                  <a:lnTo>
                    <a:pt x="579325" y="5523692"/>
                  </a:lnTo>
                  <a:lnTo>
                    <a:pt x="579325" y="5523068"/>
                  </a:lnTo>
                  <a:lnTo>
                    <a:pt x="579325" y="5522445"/>
                  </a:lnTo>
                  <a:lnTo>
                    <a:pt x="579433" y="5522445"/>
                  </a:lnTo>
                  <a:lnTo>
                    <a:pt x="579433" y="5521821"/>
                  </a:lnTo>
                  <a:lnTo>
                    <a:pt x="579542" y="5521821"/>
                  </a:lnTo>
                  <a:lnTo>
                    <a:pt x="579650" y="5521821"/>
                  </a:lnTo>
                  <a:lnTo>
                    <a:pt x="579758" y="5521821"/>
                  </a:lnTo>
                  <a:lnTo>
                    <a:pt x="579867" y="5521821"/>
                  </a:lnTo>
                  <a:lnTo>
                    <a:pt x="579975" y="5521821"/>
                  </a:lnTo>
                  <a:lnTo>
                    <a:pt x="580084" y="5521821"/>
                  </a:lnTo>
                  <a:lnTo>
                    <a:pt x="580192" y="5521821"/>
                  </a:lnTo>
                  <a:lnTo>
                    <a:pt x="580301" y="5521821"/>
                  </a:lnTo>
                  <a:lnTo>
                    <a:pt x="580409" y="5521821"/>
                  </a:lnTo>
                  <a:lnTo>
                    <a:pt x="580518" y="5521197"/>
                  </a:lnTo>
                  <a:lnTo>
                    <a:pt x="580626" y="5521197"/>
                  </a:lnTo>
                  <a:lnTo>
                    <a:pt x="580734" y="5521197"/>
                  </a:lnTo>
                  <a:lnTo>
                    <a:pt x="580734" y="5520574"/>
                  </a:lnTo>
                  <a:lnTo>
                    <a:pt x="580734" y="5519950"/>
                  </a:lnTo>
                  <a:lnTo>
                    <a:pt x="580734" y="5519327"/>
                  </a:lnTo>
                  <a:lnTo>
                    <a:pt x="580843" y="5519327"/>
                  </a:lnTo>
                  <a:lnTo>
                    <a:pt x="581168" y="5519327"/>
                  </a:lnTo>
                  <a:lnTo>
                    <a:pt x="581277" y="5519327"/>
                  </a:lnTo>
                  <a:lnTo>
                    <a:pt x="581494" y="5519327"/>
                  </a:lnTo>
                  <a:lnTo>
                    <a:pt x="581602" y="5519327"/>
                  </a:lnTo>
                  <a:lnTo>
                    <a:pt x="581711" y="5519327"/>
                  </a:lnTo>
                  <a:lnTo>
                    <a:pt x="581711" y="5518703"/>
                  </a:lnTo>
                  <a:lnTo>
                    <a:pt x="581819" y="5518703"/>
                  </a:lnTo>
                  <a:lnTo>
                    <a:pt x="581927" y="5518703"/>
                  </a:lnTo>
                  <a:lnTo>
                    <a:pt x="582361" y="5518703"/>
                  </a:lnTo>
                  <a:lnTo>
                    <a:pt x="582470" y="5518703"/>
                  </a:lnTo>
                  <a:lnTo>
                    <a:pt x="582470" y="5518079"/>
                  </a:lnTo>
                  <a:lnTo>
                    <a:pt x="582687" y="5517456"/>
                  </a:lnTo>
                  <a:lnTo>
                    <a:pt x="582903" y="5517456"/>
                  </a:lnTo>
                  <a:lnTo>
                    <a:pt x="583012" y="5517456"/>
                  </a:lnTo>
                  <a:lnTo>
                    <a:pt x="583229" y="5514962"/>
                  </a:lnTo>
                  <a:lnTo>
                    <a:pt x="583229" y="5514338"/>
                  </a:lnTo>
                  <a:lnTo>
                    <a:pt x="583337" y="5514338"/>
                  </a:lnTo>
                  <a:lnTo>
                    <a:pt x="583446" y="5514338"/>
                  </a:lnTo>
                  <a:lnTo>
                    <a:pt x="583554" y="5514338"/>
                  </a:lnTo>
                  <a:lnTo>
                    <a:pt x="583663" y="5514338"/>
                  </a:lnTo>
                  <a:lnTo>
                    <a:pt x="583663" y="5513714"/>
                  </a:lnTo>
                  <a:lnTo>
                    <a:pt x="583771" y="5513714"/>
                  </a:lnTo>
                  <a:lnTo>
                    <a:pt x="583988" y="5513714"/>
                  </a:lnTo>
                  <a:lnTo>
                    <a:pt x="584096" y="5513714"/>
                  </a:lnTo>
                  <a:lnTo>
                    <a:pt x="584096" y="5513091"/>
                  </a:lnTo>
                  <a:lnTo>
                    <a:pt x="584313" y="5512467"/>
                  </a:lnTo>
                  <a:lnTo>
                    <a:pt x="584530" y="5512467"/>
                  </a:lnTo>
                  <a:lnTo>
                    <a:pt x="584747" y="5511844"/>
                  </a:lnTo>
                  <a:lnTo>
                    <a:pt x="584855" y="5511844"/>
                  </a:lnTo>
                  <a:lnTo>
                    <a:pt x="584855" y="5511220"/>
                  </a:lnTo>
                  <a:lnTo>
                    <a:pt x="585072" y="5511220"/>
                  </a:lnTo>
                  <a:lnTo>
                    <a:pt x="585181" y="5510596"/>
                  </a:lnTo>
                  <a:lnTo>
                    <a:pt x="585289" y="5510596"/>
                  </a:lnTo>
                  <a:lnTo>
                    <a:pt x="585398" y="5510596"/>
                  </a:lnTo>
                  <a:lnTo>
                    <a:pt x="585615" y="5510596"/>
                  </a:lnTo>
                  <a:lnTo>
                    <a:pt x="585723" y="5510596"/>
                  </a:lnTo>
                  <a:lnTo>
                    <a:pt x="585723" y="5509973"/>
                  </a:lnTo>
                  <a:lnTo>
                    <a:pt x="585832" y="5509349"/>
                  </a:lnTo>
                  <a:lnTo>
                    <a:pt x="585940" y="5509349"/>
                  </a:lnTo>
                  <a:lnTo>
                    <a:pt x="586048" y="5509349"/>
                  </a:lnTo>
                  <a:lnTo>
                    <a:pt x="586265" y="5509349"/>
                  </a:lnTo>
                  <a:lnTo>
                    <a:pt x="586265" y="5508726"/>
                  </a:lnTo>
                  <a:lnTo>
                    <a:pt x="586374" y="5508726"/>
                  </a:lnTo>
                  <a:lnTo>
                    <a:pt x="586482" y="5508726"/>
                  </a:lnTo>
                  <a:lnTo>
                    <a:pt x="586699" y="5508102"/>
                  </a:lnTo>
                  <a:lnTo>
                    <a:pt x="586916" y="5508102"/>
                  </a:lnTo>
                  <a:lnTo>
                    <a:pt x="586916" y="5507479"/>
                  </a:lnTo>
                  <a:lnTo>
                    <a:pt x="587241" y="5507479"/>
                  </a:lnTo>
                  <a:lnTo>
                    <a:pt x="587350" y="5507479"/>
                  </a:lnTo>
                  <a:lnTo>
                    <a:pt x="587567" y="5507479"/>
                  </a:lnTo>
                  <a:lnTo>
                    <a:pt x="587675" y="5507479"/>
                  </a:lnTo>
                  <a:lnTo>
                    <a:pt x="587675" y="5506855"/>
                  </a:lnTo>
                  <a:lnTo>
                    <a:pt x="587784" y="5506855"/>
                  </a:lnTo>
                  <a:lnTo>
                    <a:pt x="587892" y="5506855"/>
                  </a:lnTo>
                  <a:lnTo>
                    <a:pt x="588000" y="5506855"/>
                  </a:lnTo>
                  <a:lnTo>
                    <a:pt x="588109" y="5506855"/>
                  </a:lnTo>
                  <a:lnTo>
                    <a:pt x="588326" y="5506855"/>
                  </a:lnTo>
                  <a:lnTo>
                    <a:pt x="588434" y="5506231"/>
                  </a:lnTo>
                  <a:lnTo>
                    <a:pt x="588543" y="5506231"/>
                  </a:lnTo>
                  <a:lnTo>
                    <a:pt x="588651" y="5506231"/>
                  </a:lnTo>
                  <a:lnTo>
                    <a:pt x="588868" y="5505608"/>
                  </a:lnTo>
                  <a:lnTo>
                    <a:pt x="588976" y="5505608"/>
                  </a:lnTo>
                  <a:lnTo>
                    <a:pt x="589085" y="5505608"/>
                  </a:lnTo>
                  <a:lnTo>
                    <a:pt x="589193" y="5505608"/>
                  </a:lnTo>
                  <a:lnTo>
                    <a:pt x="589193" y="5504984"/>
                  </a:lnTo>
                  <a:lnTo>
                    <a:pt x="589302" y="5504984"/>
                  </a:lnTo>
                  <a:lnTo>
                    <a:pt x="589410" y="5504361"/>
                  </a:lnTo>
                  <a:lnTo>
                    <a:pt x="589410" y="5503737"/>
                  </a:lnTo>
                  <a:lnTo>
                    <a:pt x="589519" y="5503737"/>
                  </a:lnTo>
                  <a:lnTo>
                    <a:pt x="589627" y="5503737"/>
                  </a:lnTo>
                  <a:lnTo>
                    <a:pt x="589736" y="5503737"/>
                  </a:lnTo>
                  <a:lnTo>
                    <a:pt x="589953" y="5503113"/>
                  </a:lnTo>
                  <a:lnTo>
                    <a:pt x="590386" y="5503113"/>
                  </a:lnTo>
                  <a:lnTo>
                    <a:pt x="590712" y="5503113"/>
                  </a:lnTo>
                  <a:lnTo>
                    <a:pt x="590929" y="5503113"/>
                  </a:lnTo>
                  <a:lnTo>
                    <a:pt x="591037" y="5503113"/>
                  </a:lnTo>
                  <a:lnTo>
                    <a:pt x="591145" y="5503113"/>
                  </a:lnTo>
                  <a:lnTo>
                    <a:pt x="591254" y="5503113"/>
                  </a:lnTo>
                  <a:lnTo>
                    <a:pt x="591471" y="5503113"/>
                  </a:lnTo>
                  <a:lnTo>
                    <a:pt x="591579" y="5503113"/>
                  </a:lnTo>
                  <a:lnTo>
                    <a:pt x="591796" y="5503113"/>
                  </a:lnTo>
                  <a:lnTo>
                    <a:pt x="592013" y="5503113"/>
                  </a:lnTo>
                  <a:lnTo>
                    <a:pt x="592121" y="5502490"/>
                  </a:lnTo>
                  <a:lnTo>
                    <a:pt x="592230" y="5502490"/>
                  </a:lnTo>
                  <a:lnTo>
                    <a:pt x="592447" y="5501866"/>
                  </a:lnTo>
                  <a:lnTo>
                    <a:pt x="592555" y="5501243"/>
                  </a:lnTo>
                  <a:lnTo>
                    <a:pt x="592664" y="5501243"/>
                  </a:lnTo>
                  <a:lnTo>
                    <a:pt x="592772" y="5501243"/>
                  </a:lnTo>
                  <a:lnTo>
                    <a:pt x="592881" y="5501243"/>
                  </a:lnTo>
                  <a:lnTo>
                    <a:pt x="593314" y="5501243"/>
                  </a:lnTo>
                  <a:lnTo>
                    <a:pt x="593423" y="5501243"/>
                  </a:lnTo>
                  <a:lnTo>
                    <a:pt x="593531" y="5501243"/>
                  </a:lnTo>
                  <a:lnTo>
                    <a:pt x="593640" y="5501243"/>
                  </a:lnTo>
                  <a:lnTo>
                    <a:pt x="593748" y="5501243"/>
                  </a:lnTo>
                  <a:lnTo>
                    <a:pt x="593857" y="5500619"/>
                  </a:lnTo>
                  <a:lnTo>
                    <a:pt x="593857" y="5499996"/>
                  </a:lnTo>
                  <a:lnTo>
                    <a:pt x="594074" y="5499996"/>
                  </a:lnTo>
                  <a:lnTo>
                    <a:pt x="594182" y="5499996"/>
                  </a:lnTo>
                  <a:lnTo>
                    <a:pt x="594182" y="5499372"/>
                  </a:lnTo>
                  <a:lnTo>
                    <a:pt x="594290" y="5498748"/>
                  </a:lnTo>
                  <a:lnTo>
                    <a:pt x="594290" y="5498125"/>
                  </a:lnTo>
                  <a:lnTo>
                    <a:pt x="594399" y="5498125"/>
                  </a:lnTo>
                  <a:lnTo>
                    <a:pt x="594507" y="5498125"/>
                  </a:lnTo>
                  <a:lnTo>
                    <a:pt x="594724" y="5498125"/>
                  </a:lnTo>
                  <a:lnTo>
                    <a:pt x="594724" y="5497501"/>
                  </a:lnTo>
                  <a:lnTo>
                    <a:pt x="594724" y="5496254"/>
                  </a:lnTo>
                  <a:lnTo>
                    <a:pt x="594833" y="5496254"/>
                  </a:lnTo>
                  <a:lnTo>
                    <a:pt x="595158" y="5496254"/>
                  </a:lnTo>
                  <a:lnTo>
                    <a:pt x="595266" y="5496254"/>
                  </a:lnTo>
                  <a:lnTo>
                    <a:pt x="595483" y="5496254"/>
                  </a:lnTo>
                  <a:lnTo>
                    <a:pt x="595592" y="5496254"/>
                  </a:lnTo>
                  <a:lnTo>
                    <a:pt x="595700" y="5496254"/>
                  </a:lnTo>
                  <a:lnTo>
                    <a:pt x="595917" y="5496254"/>
                  </a:lnTo>
                  <a:lnTo>
                    <a:pt x="596026" y="5496254"/>
                  </a:lnTo>
                  <a:lnTo>
                    <a:pt x="596134" y="5496254"/>
                  </a:lnTo>
                  <a:lnTo>
                    <a:pt x="596134" y="5495630"/>
                  </a:lnTo>
                  <a:lnTo>
                    <a:pt x="596242" y="5495630"/>
                  </a:lnTo>
                  <a:lnTo>
                    <a:pt x="596459" y="5495630"/>
                  </a:lnTo>
                  <a:lnTo>
                    <a:pt x="596568" y="5495630"/>
                  </a:lnTo>
                  <a:lnTo>
                    <a:pt x="596676" y="5495630"/>
                  </a:lnTo>
                  <a:lnTo>
                    <a:pt x="596785" y="5495630"/>
                  </a:lnTo>
                  <a:lnTo>
                    <a:pt x="597002" y="5495630"/>
                  </a:lnTo>
                  <a:lnTo>
                    <a:pt x="597110" y="5495630"/>
                  </a:lnTo>
                  <a:lnTo>
                    <a:pt x="597218" y="5495630"/>
                  </a:lnTo>
                  <a:lnTo>
                    <a:pt x="597327" y="5495630"/>
                  </a:lnTo>
                  <a:lnTo>
                    <a:pt x="597435" y="5495007"/>
                  </a:lnTo>
                  <a:lnTo>
                    <a:pt x="597652" y="5494383"/>
                  </a:lnTo>
                  <a:lnTo>
                    <a:pt x="597869" y="5494383"/>
                  </a:lnTo>
                  <a:lnTo>
                    <a:pt x="597978" y="5494383"/>
                  </a:lnTo>
                  <a:lnTo>
                    <a:pt x="598086" y="5494383"/>
                  </a:lnTo>
                  <a:lnTo>
                    <a:pt x="598194" y="5494383"/>
                  </a:lnTo>
                  <a:lnTo>
                    <a:pt x="598303" y="5494383"/>
                  </a:lnTo>
                  <a:lnTo>
                    <a:pt x="598411" y="5494383"/>
                  </a:lnTo>
                  <a:lnTo>
                    <a:pt x="598520" y="5494383"/>
                  </a:lnTo>
                  <a:lnTo>
                    <a:pt x="598628" y="5494383"/>
                  </a:lnTo>
                  <a:lnTo>
                    <a:pt x="598737" y="5494383"/>
                  </a:lnTo>
                  <a:lnTo>
                    <a:pt x="598954" y="5494383"/>
                  </a:lnTo>
                  <a:lnTo>
                    <a:pt x="599062" y="5494383"/>
                  </a:lnTo>
                  <a:lnTo>
                    <a:pt x="599171" y="5493760"/>
                  </a:lnTo>
                  <a:lnTo>
                    <a:pt x="599279" y="5493760"/>
                  </a:lnTo>
                  <a:lnTo>
                    <a:pt x="599387" y="5493760"/>
                  </a:lnTo>
                  <a:lnTo>
                    <a:pt x="599387" y="5493136"/>
                  </a:lnTo>
                  <a:lnTo>
                    <a:pt x="599604" y="5493136"/>
                  </a:lnTo>
                  <a:lnTo>
                    <a:pt x="599713" y="5493136"/>
                  </a:lnTo>
                  <a:lnTo>
                    <a:pt x="599821" y="5492513"/>
                  </a:lnTo>
                  <a:lnTo>
                    <a:pt x="599821" y="5491889"/>
                  </a:lnTo>
                  <a:lnTo>
                    <a:pt x="599930" y="5491889"/>
                  </a:lnTo>
                  <a:lnTo>
                    <a:pt x="600038" y="5491889"/>
                  </a:lnTo>
                  <a:lnTo>
                    <a:pt x="600147" y="5491889"/>
                  </a:lnTo>
                  <a:lnTo>
                    <a:pt x="600363" y="5491889"/>
                  </a:lnTo>
                  <a:lnTo>
                    <a:pt x="600472" y="5491889"/>
                  </a:lnTo>
                  <a:lnTo>
                    <a:pt x="600580" y="5491265"/>
                  </a:lnTo>
                  <a:lnTo>
                    <a:pt x="600689" y="5491265"/>
                  </a:lnTo>
                  <a:lnTo>
                    <a:pt x="600797" y="5491265"/>
                  </a:lnTo>
                  <a:lnTo>
                    <a:pt x="600906" y="5491265"/>
                  </a:lnTo>
                  <a:lnTo>
                    <a:pt x="601014" y="5491265"/>
                  </a:lnTo>
                  <a:lnTo>
                    <a:pt x="601123" y="5491265"/>
                  </a:lnTo>
                  <a:lnTo>
                    <a:pt x="601339" y="5490018"/>
                  </a:lnTo>
                  <a:lnTo>
                    <a:pt x="601556" y="5490018"/>
                  </a:lnTo>
                  <a:lnTo>
                    <a:pt x="601665" y="5490018"/>
                  </a:lnTo>
                  <a:lnTo>
                    <a:pt x="601773" y="5489395"/>
                  </a:lnTo>
                  <a:lnTo>
                    <a:pt x="601882" y="5489395"/>
                  </a:lnTo>
                  <a:lnTo>
                    <a:pt x="601882" y="5488771"/>
                  </a:lnTo>
                  <a:lnTo>
                    <a:pt x="601990" y="5488771"/>
                  </a:lnTo>
                  <a:lnTo>
                    <a:pt x="601990" y="5488147"/>
                  </a:lnTo>
                  <a:lnTo>
                    <a:pt x="601990" y="5487524"/>
                  </a:lnTo>
                  <a:lnTo>
                    <a:pt x="602099" y="5487524"/>
                  </a:lnTo>
                  <a:lnTo>
                    <a:pt x="602315" y="5486900"/>
                  </a:lnTo>
                  <a:lnTo>
                    <a:pt x="602424" y="5486277"/>
                  </a:lnTo>
                  <a:lnTo>
                    <a:pt x="602532" y="5486277"/>
                  </a:lnTo>
                  <a:lnTo>
                    <a:pt x="602532" y="5485653"/>
                  </a:lnTo>
                  <a:lnTo>
                    <a:pt x="602532" y="5485030"/>
                  </a:lnTo>
                  <a:lnTo>
                    <a:pt x="602749" y="5485030"/>
                  </a:lnTo>
                  <a:lnTo>
                    <a:pt x="603292" y="5483782"/>
                  </a:lnTo>
                  <a:lnTo>
                    <a:pt x="603292" y="5483159"/>
                  </a:lnTo>
                  <a:lnTo>
                    <a:pt x="603400" y="5482535"/>
                  </a:lnTo>
                  <a:lnTo>
                    <a:pt x="603508" y="5482535"/>
                  </a:lnTo>
                  <a:lnTo>
                    <a:pt x="603617" y="5482535"/>
                  </a:lnTo>
                  <a:lnTo>
                    <a:pt x="603834" y="5482535"/>
                  </a:lnTo>
                  <a:lnTo>
                    <a:pt x="603942" y="5481912"/>
                  </a:lnTo>
                  <a:lnTo>
                    <a:pt x="604051" y="5481912"/>
                  </a:lnTo>
                  <a:lnTo>
                    <a:pt x="604159" y="5481288"/>
                  </a:lnTo>
                  <a:lnTo>
                    <a:pt x="604268" y="5481288"/>
                  </a:lnTo>
                  <a:lnTo>
                    <a:pt x="604268" y="5480665"/>
                  </a:lnTo>
                  <a:lnTo>
                    <a:pt x="604376" y="5480665"/>
                  </a:lnTo>
                  <a:lnTo>
                    <a:pt x="604484" y="5480665"/>
                  </a:lnTo>
                  <a:lnTo>
                    <a:pt x="604593" y="5480665"/>
                  </a:lnTo>
                  <a:lnTo>
                    <a:pt x="604701" y="5480665"/>
                  </a:lnTo>
                  <a:lnTo>
                    <a:pt x="604810" y="5480665"/>
                  </a:lnTo>
                  <a:lnTo>
                    <a:pt x="604918" y="5480665"/>
                  </a:lnTo>
                  <a:lnTo>
                    <a:pt x="605027" y="5480665"/>
                  </a:lnTo>
                  <a:lnTo>
                    <a:pt x="605244" y="5480665"/>
                  </a:lnTo>
                  <a:lnTo>
                    <a:pt x="605352" y="5480665"/>
                  </a:lnTo>
                  <a:lnTo>
                    <a:pt x="605352" y="5480041"/>
                  </a:lnTo>
                  <a:lnTo>
                    <a:pt x="605352" y="5479417"/>
                  </a:lnTo>
                  <a:lnTo>
                    <a:pt x="605460" y="5479417"/>
                  </a:lnTo>
                  <a:lnTo>
                    <a:pt x="605569" y="5479417"/>
                  </a:lnTo>
                  <a:lnTo>
                    <a:pt x="605677" y="5479417"/>
                  </a:lnTo>
                  <a:lnTo>
                    <a:pt x="605786" y="5479417"/>
                  </a:lnTo>
                  <a:lnTo>
                    <a:pt x="606003" y="5479417"/>
                  </a:lnTo>
                  <a:lnTo>
                    <a:pt x="606111" y="5479417"/>
                  </a:lnTo>
                  <a:lnTo>
                    <a:pt x="606436" y="5479417"/>
                  </a:lnTo>
                  <a:lnTo>
                    <a:pt x="606653" y="5479417"/>
                  </a:lnTo>
                  <a:lnTo>
                    <a:pt x="606870" y="5479417"/>
                  </a:lnTo>
                  <a:lnTo>
                    <a:pt x="607087" y="5479417"/>
                  </a:lnTo>
                  <a:lnTo>
                    <a:pt x="607196" y="5479417"/>
                  </a:lnTo>
                  <a:lnTo>
                    <a:pt x="607304" y="5479417"/>
                  </a:lnTo>
                  <a:lnTo>
                    <a:pt x="607413" y="5479417"/>
                  </a:lnTo>
                  <a:lnTo>
                    <a:pt x="607521" y="5479417"/>
                  </a:lnTo>
                  <a:lnTo>
                    <a:pt x="607629" y="5479417"/>
                  </a:lnTo>
                  <a:lnTo>
                    <a:pt x="607738" y="5479417"/>
                  </a:lnTo>
                  <a:lnTo>
                    <a:pt x="607738" y="5478794"/>
                  </a:lnTo>
                  <a:lnTo>
                    <a:pt x="608605" y="5477547"/>
                  </a:lnTo>
                  <a:lnTo>
                    <a:pt x="608714" y="5477547"/>
                  </a:lnTo>
                  <a:lnTo>
                    <a:pt x="608822" y="5477547"/>
                  </a:lnTo>
                  <a:lnTo>
                    <a:pt x="608822" y="5476923"/>
                  </a:lnTo>
                  <a:lnTo>
                    <a:pt x="608822" y="5476299"/>
                  </a:lnTo>
                  <a:lnTo>
                    <a:pt x="608931" y="5476299"/>
                  </a:lnTo>
                  <a:lnTo>
                    <a:pt x="609039" y="5476299"/>
                  </a:lnTo>
                  <a:lnTo>
                    <a:pt x="609148" y="5476299"/>
                  </a:lnTo>
                  <a:lnTo>
                    <a:pt x="609148" y="5475676"/>
                  </a:lnTo>
                  <a:lnTo>
                    <a:pt x="609365" y="5475676"/>
                  </a:lnTo>
                  <a:lnTo>
                    <a:pt x="609365" y="5475052"/>
                  </a:lnTo>
                  <a:lnTo>
                    <a:pt x="609365" y="5474429"/>
                  </a:lnTo>
                  <a:lnTo>
                    <a:pt x="609365" y="5473805"/>
                  </a:lnTo>
                  <a:lnTo>
                    <a:pt x="609473" y="5473805"/>
                  </a:lnTo>
                  <a:lnTo>
                    <a:pt x="609690" y="5473182"/>
                  </a:lnTo>
                  <a:lnTo>
                    <a:pt x="609798" y="5473182"/>
                  </a:lnTo>
                  <a:lnTo>
                    <a:pt x="609907" y="5473182"/>
                  </a:lnTo>
                  <a:lnTo>
                    <a:pt x="610015" y="5473182"/>
                  </a:lnTo>
                  <a:lnTo>
                    <a:pt x="610232" y="5472558"/>
                  </a:lnTo>
                  <a:lnTo>
                    <a:pt x="610341" y="5472558"/>
                  </a:lnTo>
                  <a:lnTo>
                    <a:pt x="610449" y="5472558"/>
                  </a:lnTo>
                  <a:lnTo>
                    <a:pt x="610557" y="5472558"/>
                  </a:lnTo>
                  <a:lnTo>
                    <a:pt x="610666" y="5472558"/>
                  </a:lnTo>
                  <a:lnTo>
                    <a:pt x="610666" y="5471934"/>
                  </a:lnTo>
                  <a:lnTo>
                    <a:pt x="610991" y="5471934"/>
                  </a:lnTo>
                  <a:lnTo>
                    <a:pt x="611100" y="5471934"/>
                  </a:lnTo>
                  <a:lnTo>
                    <a:pt x="611208" y="5471934"/>
                  </a:lnTo>
                  <a:lnTo>
                    <a:pt x="611425" y="5471934"/>
                  </a:lnTo>
                  <a:lnTo>
                    <a:pt x="611534" y="5471934"/>
                  </a:lnTo>
                  <a:lnTo>
                    <a:pt x="611750" y="5471934"/>
                  </a:lnTo>
                  <a:lnTo>
                    <a:pt x="611859" y="5471934"/>
                  </a:lnTo>
                  <a:lnTo>
                    <a:pt x="611967" y="5471934"/>
                  </a:lnTo>
                  <a:lnTo>
                    <a:pt x="612184" y="5471934"/>
                  </a:lnTo>
                  <a:lnTo>
                    <a:pt x="612401" y="5471934"/>
                  </a:lnTo>
                  <a:lnTo>
                    <a:pt x="612510" y="5471934"/>
                  </a:lnTo>
                  <a:lnTo>
                    <a:pt x="612618" y="5471934"/>
                  </a:lnTo>
                  <a:lnTo>
                    <a:pt x="612726" y="5471934"/>
                  </a:lnTo>
                  <a:lnTo>
                    <a:pt x="613052" y="5471934"/>
                  </a:lnTo>
                  <a:lnTo>
                    <a:pt x="613160" y="5471311"/>
                  </a:lnTo>
                  <a:lnTo>
                    <a:pt x="613269" y="5471311"/>
                  </a:lnTo>
                  <a:lnTo>
                    <a:pt x="613377" y="5471311"/>
                  </a:lnTo>
                  <a:lnTo>
                    <a:pt x="613486" y="5471311"/>
                  </a:lnTo>
                  <a:lnTo>
                    <a:pt x="613594" y="5471311"/>
                  </a:lnTo>
                  <a:lnTo>
                    <a:pt x="613702" y="5470687"/>
                  </a:lnTo>
                  <a:lnTo>
                    <a:pt x="613811" y="5470687"/>
                  </a:lnTo>
                  <a:lnTo>
                    <a:pt x="614028" y="5470687"/>
                  </a:lnTo>
                  <a:lnTo>
                    <a:pt x="614136" y="5470687"/>
                  </a:lnTo>
                  <a:lnTo>
                    <a:pt x="614245" y="5470687"/>
                  </a:lnTo>
                  <a:lnTo>
                    <a:pt x="614353" y="5470687"/>
                  </a:lnTo>
                  <a:lnTo>
                    <a:pt x="614570" y="5470064"/>
                  </a:lnTo>
                  <a:lnTo>
                    <a:pt x="614678" y="5470064"/>
                  </a:lnTo>
                  <a:lnTo>
                    <a:pt x="614787" y="5469440"/>
                  </a:lnTo>
                  <a:lnTo>
                    <a:pt x="614895" y="5469440"/>
                  </a:lnTo>
                  <a:lnTo>
                    <a:pt x="614895" y="5468816"/>
                  </a:lnTo>
                  <a:lnTo>
                    <a:pt x="614895" y="5467569"/>
                  </a:lnTo>
                  <a:lnTo>
                    <a:pt x="615004" y="5467569"/>
                  </a:lnTo>
                  <a:lnTo>
                    <a:pt x="615004" y="5466946"/>
                  </a:lnTo>
                  <a:lnTo>
                    <a:pt x="615438" y="5466946"/>
                  </a:lnTo>
                  <a:lnTo>
                    <a:pt x="615438" y="5466322"/>
                  </a:lnTo>
                  <a:lnTo>
                    <a:pt x="615546" y="5466322"/>
                  </a:lnTo>
                  <a:lnTo>
                    <a:pt x="615655" y="5465699"/>
                  </a:lnTo>
                  <a:lnTo>
                    <a:pt x="615763" y="5465699"/>
                  </a:lnTo>
                  <a:lnTo>
                    <a:pt x="615871" y="5465699"/>
                  </a:lnTo>
                  <a:lnTo>
                    <a:pt x="615980" y="5465699"/>
                  </a:lnTo>
                  <a:lnTo>
                    <a:pt x="616088" y="5465075"/>
                  </a:lnTo>
                  <a:lnTo>
                    <a:pt x="616197" y="5465075"/>
                  </a:lnTo>
                  <a:lnTo>
                    <a:pt x="616305" y="5465075"/>
                  </a:lnTo>
                  <a:lnTo>
                    <a:pt x="616414" y="5464451"/>
                  </a:lnTo>
                  <a:lnTo>
                    <a:pt x="616522" y="5464451"/>
                  </a:lnTo>
                  <a:lnTo>
                    <a:pt x="616739" y="5464451"/>
                  </a:lnTo>
                  <a:lnTo>
                    <a:pt x="616847" y="5464451"/>
                  </a:lnTo>
                  <a:lnTo>
                    <a:pt x="616956" y="5464451"/>
                  </a:lnTo>
                  <a:lnTo>
                    <a:pt x="617064" y="5464451"/>
                  </a:lnTo>
                  <a:lnTo>
                    <a:pt x="617173" y="5463828"/>
                  </a:lnTo>
                  <a:lnTo>
                    <a:pt x="617281" y="5463828"/>
                  </a:lnTo>
                  <a:lnTo>
                    <a:pt x="617390" y="5463828"/>
                  </a:lnTo>
                  <a:lnTo>
                    <a:pt x="617498" y="5463204"/>
                  </a:lnTo>
                  <a:lnTo>
                    <a:pt x="617607" y="5463204"/>
                  </a:lnTo>
                  <a:lnTo>
                    <a:pt x="617607" y="5461957"/>
                  </a:lnTo>
                  <a:lnTo>
                    <a:pt x="617715" y="5461957"/>
                  </a:lnTo>
                  <a:lnTo>
                    <a:pt x="617823" y="5461957"/>
                  </a:lnTo>
                  <a:lnTo>
                    <a:pt x="617932" y="5461957"/>
                  </a:lnTo>
                  <a:lnTo>
                    <a:pt x="618040" y="5461957"/>
                  </a:lnTo>
                  <a:lnTo>
                    <a:pt x="618149" y="5461957"/>
                  </a:lnTo>
                  <a:lnTo>
                    <a:pt x="618366" y="5461957"/>
                  </a:lnTo>
                  <a:lnTo>
                    <a:pt x="618474" y="5461957"/>
                  </a:lnTo>
                  <a:lnTo>
                    <a:pt x="618583" y="5461957"/>
                  </a:lnTo>
                  <a:lnTo>
                    <a:pt x="618583" y="5461333"/>
                  </a:lnTo>
                  <a:lnTo>
                    <a:pt x="618691" y="5461333"/>
                  </a:lnTo>
                  <a:lnTo>
                    <a:pt x="618799" y="5461333"/>
                  </a:lnTo>
                  <a:lnTo>
                    <a:pt x="618908" y="5461333"/>
                  </a:lnTo>
                  <a:lnTo>
                    <a:pt x="619016" y="5460710"/>
                  </a:lnTo>
                  <a:lnTo>
                    <a:pt x="619016" y="5460086"/>
                  </a:lnTo>
                  <a:lnTo>
                    <a:pt x="619342" y="5460086"/>
                  </a:lnTo>
                  <a:lnTo>
                    <a:pt x="619450" y="5460086"/>
                  </a:lnTo>
                  <a:lnTo>
                    <a:pt x="619559" y="5460086"/>
                  </a:lnTo>
                  <a:lnTo>
                    <a:pt x="619667" y="5460086"/>
                  </a:lnTo>
                  <a:lnTo>
                    <a:pt x="619884" y="5460086"/>
                  </a:lnTo>
                  <a:lnTo>
                    <a:pt x="619992" y="5460086"/>
                  </a:lnTo>
                  <a:lnTo>
                    <a:pt x="620209" y="5460086"/>
                  </a:lnTo>
                  <a:lnTo>
                    <a:pt x="620318" y="5460086"/>
                  </a:lnTo>
                  <a:lnTo>
                    <a:pt x="620535" y="5460086"/>
                  </a:lnTo>
                  <a:lnTo>
                    <a:pt x="620643" y="5460086"/>
                  </a:lnTo>
                  <a:lnTo>
                    <a:pt x="620752" y="5460086"/>
                  </a:lnTo>
                  <a:lnTo>
                    <a:pt x="620968" y="5460086"/>
                  </a:lnTo>
                  <a:lnTo>
                    <a:pt x="621077" y="5460086"/>
                  </a:lnTo>
                  <a:lnTo>
                    <a:pt x="621185" y="5460086"/>
                  </a:lnTo>
                  <a:lnTo>
                    <a:pt x="621511" y="5460086"/>
                  </a:lnTo>
                  <a:lnTo>
                    <a:pt x="621619" y="5460086"/>
                  </a:lnTo>
                  <a:lnTo>
                    <a:pt x="621728" y="5460086"/>
                  </a:lnTo>
                  <a:lnTo>
                    <a:pt x="621836" y="5459463"/>
                  </a:lnTo>
                  <a:lnTo>
                    <a:pt x="621944" y="5459463"/>
                  </a:lnTo>
                  <a:lnTo>
                    <a:pt x="622053" y="5459463"/>
                  </a:lnTo>
                  <a:lnTo>
                    <a:pt x="622053" y="5458216"/>
                  </a:lnTo>
                  <a:lnTo>
                    <a:pt x="622161" y="5458216"/>
                  </a:lnTo>
                  <a:lnTo>
                    <a:pt x="622270" y="5458216"/>
                  </a:lnTo>
                  <a:lnTo>
                    <a:pt x="622378" y="5458216"/>
                  </a:lnTo>
                  <a:lnTo>
                    <a:pt x="622595" y="5458216"/>
                  </a:lnTo>
                  <a:lnTo>
                    <a:pt x="622704" y="5458216"/>
                  </a:lnTo>
                  <a:lnTo>
                    <a:pt x="622812" y="5458216"/>
                  </a:lnTo>
                  <a:lnTo>
                    <a:pt x="622920" y="5458216"/>
                  </a:lnTo>
                  <a:lnTo>
                    <a:pt x="623029" y="5458216"/>
                  </a:lnTo>
                  <a:lnTo>
                    <a:pt x="623246" y="5458216"/>
                  </a:lnTo>
                  <a:lnTo>
                    <a:pt x="623354" y="5458216"/>
                  </a:lnTo>
                  <a:lnTo>
                    <a:pt x="623463" y="5458216"/>
                  </a:lnTo>
                  <a:lnTo>
                    <a:pt x="623571" y="5458216"/>
                  </a:lnTo>
                  <a:lnTo>
                    <a:pt x="623680" y="5458216"/>
                  </a:lnTo>
                  <a:lnTo>
                    <a:pt x="623788" y="5458216"/>
                  </a:lnTo>
                  <a:lnTo>
                    <a:pt x="623896" y="5458216"/>
                  </a:lnTo>
                  <a:lnTo>
                    <a:pt x="623896" y="5457592"/>
                  </a:lnTo>
                  <a:lnTo>
                    <a:pt x="623896" y="5456968"/>
                  </a:lnTo>
                  <a:lnTo>
                    <a:pt x="624005" y="5456968"/>
                  </a:lnTo>
                  <a:lnTo>
                    <a:pt x="624113" y="5456968"/>
                  </a:lnTo>
                  <a:lnTo>
                    <a:pt x="624222" y="5456345"/>
                  </a:lnTo>
                  <a:lnTo>
                    <a:pt x="624222" y="5455721"/>
                  </a:lnTo>
                  <a:lnTo>
                    <a:pt x="624330" y="5455098"/>
                  </a:lnTo>
                  <a:lnTo>
                    <a:pt x="624439" y="5454474"/>
                  </a:lnTo>
                  <a:lnTo>
                    <a:pt x="624547" y="5454474"/>
                  </a:lnTo>
                  <a:lnTo>
                    <a:pt x="624656" y="5453850"/>
                  </a:lnTo>
                  <a:lnTo>
                    <a:pt x="624764" y="5453850"/>
                  </a:lnTo>
                  <a:lnTo>
                    <a:pt x="624873" y="5453850"/>
                  </a:lnTo>
                  <a:lnTo>
                    <a:pt x="624873" y="5453227"/>
                  </a:lnTo>
                  <a:lnTo>
                    <a:pt x="625523" y="5452603"/>
                  </a:lnTo>
                  <a:lnTo>
                    <a:pt x="625632" y="5452603"/>
                  </a:lnTo>
                  <a:lnTo>
                    <a:pt x="625740" y="5452603"/>
                  </a:lnTo>
                  <a:lnTo>
                    <a:pt x="625849" y="5452603"/>
                  </a:lnTo>
                  <a:lnTo>
                    <a:pt x="625957" y="5452603"/>
                  </a:lnTo>
                  <a:lnTo>
                    <a:pt x="626065" y="5452603"/>
                  </a:lnTo>
                  <a:lnTo>
                    <a:pt x="626282" y="5452603"/>
                  </a:lnTo>
                  <a:lnTo>
                    <a:pt x="626391" y="5452603"/>
                  </a:lnTo>
                  <a:lnTo>
                    <a:pt x="626499" y="5452603"/>
                  </a:lnTo>
                  <a:lnTo>
                    <a:pt x="626716" y="5452603"/>
                  </a:lnTo>
                  <a:lnTo>
                    <a:pt x="626825" y="5452603"/>
                  </a:lnTo>
                  <a:lnTo>
                    <a:pt x="626933" y="5452603"/>
                  </a:lnTo>
                  <a:lnTo>
                    <a:pt x="627041" y="5452603"/>
                  </a:lnTo>
                  <a:lnTo>
                    <a:pt x="627150" y="5451980"/>
                  </a:lnTo>
                  <a:lnTo>
                    <a:pt x="627258" y="5451980"/>
                  </a:lnTo>
                  <a:lnTo>
                    <a:pt x="627367" y="5451980"/>
                  </a:lnTo>
                  <a:lnTo>
                    <a:pt x="627367" y="5451356"/>
                  </a:lnTo>
                  <a:lnTo>
                    <a:pt x="627367" y="5450733"/>
                  </a:lnTo>
                  <a:lnTo>
                    <a:pt x="627367" y="5450109"/>
                  </a:lnTo>
                  <a:lnTo>
                    <a:pt x="627475" y="5450109"/>
                  </a:lnTo>
                  <a:lnTo>
                    <a:pt x="627584" y="5450109"/>
                  </a:lnTo>
                  <a:lnTo>
                    <a:pt x="627692" y="5450109"/>
                  </a:lnTo>
                  <a:lnTo>
                    <a:pt x="627801" y="5450109"/>
                  </a:lnTo>
                  <a:lnTo>
                    <a:pt x="627909" y="5450109"/>
                  </a:lnTo>
                  <a:lnTo>
                    <a:pt x="628017" y="5450109"/>
                  </a:lnTo>
                  <a:lnTo>
                    <a:pt x="628343" y="5447615"/>
                  </a:lnTo>
                  <a:lnTo>
                    <a:pt x="628451" y="5447615"/>
                  </a:lnTo>
                  <a:lnTo>
                    <a:pt x="628560" y="5447615"/>
                  </a:lnTo>
                  <a:lnTo>
                    <a:pt x="628560" y="5446991"/>
                  </a:lnTo>
                  <a:lnTo>
                    <a:pt x="628668" y="5446991"/>
                  </a:lnTo>
                  <a:lnTo>
                    <a:pt x="628668" y="5446367"/>
                  </a:lnTo>
                  <a:lnTo>
                    <a:pt x="628777" y="5446367"/>
                  </a:lnTo>
                  <a:lnTo>
                    <a:pt x="628885" y="5446367"/>
                  </a:lnTo>
                  <a:lnTo>
                    <a:pt x="628994" y="5446367"/>
                  </a:lnTo>
                  <a:lnTo>
                    <a:pt x="628994" y="5445744"/>
                  </a:lnTo>
                  <a:lnTo>
                    <a:pt x="629102" y="5445744"/>
                  </a:lnTo>
                  <a:lnTo>
                    <a:pt x="629102" y="5445120"/>
                  </a:lnTo>
                  <a:lnTo>
                    <a:pt x="629210" y="5445120"/>
                  </a:lnTo>
                  <a:lnTo>
                    <a:pt x="629319" y="5445120"/>
                  </a:lnTo>
                  <a:lnTo>
                    <a:pt x="629319" y="5444497"/>
                  </a:lnTo>
                  <a:lnTo>
                    <a:pt x="629536" y="5444497"/>
                  </a:lnTo>
                  <a:lnTo>
                    <a:pt x="629644" y="5443873"/>
                  </a:lnTo>
                  <a:lnTo>
                    <a:pt x="629970" y="5443873"/>
                  </a:lnTo>
                  <a:lnTo>
                    <a:pt x="630078" y="5443873"/>
                  </a:lnTo>
                  <a:lnTo>
                    <a:pt x="630186" y="5443873"/>
                  </a:lnTo>
                  <a:lnTo>
                    <a:pt x="630295" y="5443873"/>
                  </a:lnTo>
                  <a:lnTo>
                    <a:pt x="630512" y="5443873"/>
                  </a:lnTo>
                  <a:lnTo>
                    <a:pt x="630512" y="5443250"/>
                  </a:lnTo>
                  <a:lnTo>
                    <a:pt x="630512" y="5442626"/>
                  </a:lnTo>
                  <a:lnTo>
                    <a:pt x="630512" y="5442002"/>
                  </a:lnTo>
                  <a:lnTo>
                    <a:pt x="630620" y="5442002"/>
                  </a:lnTo>
                  <a:lnTo>
                    <a:pt x="630620" y="5441379"/>
                  </a:lnTo>
                  <a:lnTo>
                    <a:pt x="630729" y="5441379"/>
                  </a:lnTo>
                  <a:lnTo>
                    <a:pt x="631162" y="5441379"/>
                  </a:lnTo>
                  <a:lnTo>
                    <a:pt x="631488" y="5441379"/>
                  </a:lnTo>
                  <a:lnTo>
                    <a:pt x="631596" y="5441379"/>
                  </a:lnTo>
                  <a:lnTo>
                    <a:pt x="631705" y="5441379"/>
                  </a:lnTo>
                  <a:lnTo>
                    <a:pt x="631813" y="5441379"/>
                  </a:lnTo>
                  <a:lnTo>
                    <a:pt x="632138" y="5441379"/>
                  </a:lnTo>
                  <a:lnTo>
                    <a:pt x="632138" y="5440755"/>
                  </a:lnTo>
                  <a:lnTo>
                    <a:pt x="632247" y="5440755"/>
                  </a:lnTo>
                  <a:lnTo>
                    <a:pt x="632355" y="5440755"/>
                  </a:lnTo>
                  <a:lnTo>
                    <a:pt x="632464" y="5440755"/>
                  </a:lnTo>
                  <a:lnTo>
                    <a:pt x="632464" y="5440132"/>
                  </a:lnTo>
                  <a:lnTo>
                    <a:pt x="632572" y="5440132"/>
                  </a:lnTo>
                  <a:lnTo>
                    <a:pt x="632681" y="5440132"/>
                  </a:lnTo>
                  <a:lnTo>
                    <a:pt x="632898" y="5439508"/>
                  </a:lnTo>
                  <a:lnTo>
                    <a:pt x="632898" y="5438884"/>
                  </a:lnTo>
                  <a:lnTo>
                    <a:pt x="633006" y="5438261"/>
                  </a:lnTo>
                  <a:lnTo>
                    <a:pt x="633115" y="5438261"/>
                  </a:lnTo>
                  <a:lnTo>
                    <a:pt x="633331" y="5438261"/>
                  </a:lnTo>
                  <a:lnTo>
                    <a:pt x="633331" y="5437014"/>
                  </a:lnTo>
                  <a:lnTo>
                    <a:pt x="633440" y="5437014"/>
                  </a:lnTo>
                  <a:lnTo>
                    <a:pt x="633548" y="5437014"/>
                  </a:lnTo>
                  <a:lnTo>
                    <a:pt x="633765" y="5437014"/>
                  </a:lnTo>
                  <a:lnTo>
                    <a:pt x="633874" y="5437014"/>
                  </a:lnTo>
                  <a:lnTo>
                    <a:pt x="633982" y="5437014"/>
                  </a:lnTo>
                  <a:lnTo>
                    <a:pt x="634091" y="5437014"/>
                  </a:lnTo>
                  <a:lnTo>
                    <a:pt x="634307" y="5437014"/>
                  </a:lnTo>
                  <a:lnTo>
                    <a:pt x="634633" y="5437014"/>
                  </a:lnTo>
                  <a:lnTo>
                    <a:pt x="634850" y="5437014"/>
                  </a:lnTo>
                  <a:lnTo>
                    <a:pt x="634958" y="5437014"/>
                  </a:lnTo>
                  <a:lnTo>
                    <a:pt x="635175" y="5437014"/>
                  </a:lnTo>
                  <a:lnTo>
                    <a:pt x="635283" y="5437014"/>
                  </a:lnTo>
                  <a:lnTo>
                    <a:pt x="635609" y="5437014"/>
                  </a:lnTo>
                  <a:lnTo>
                    <a:pt x="635717" y="5437014"/>
                  </a:lnTo>
                  <a:lnTo>
                    <a:pt x="635717" y="5436390"/>
                  </a:lnTo>
                  <a:lnTo>
                    <a:pt x="636043" y="5436390"/>
                  </a:lnTo>
                  <a:lnTo>
                    <a:pt x="636151" y="5436390"/>
                  </a:lnTo>
                  <a:lnTo>
                    <a:pt x="636259" y="5436390"/>
                  </a:lnTo>
                  <a:lnTo>
                    <a:pt x="636368" y="5435767"/>
                  </a:lnTo>
                  <a:lnTo>
                    <a:pt x="636476" y="5435767"/>
                  </a:lnTo>
                  <a:lnTo>
                    <a:pt x="636585" y="5435143"/>
                  </a:lnTo>
                  <a:lnTo>
                    <a:pt x="636802" y="5435143"/>
                  </a:lnTo>
                  <a:lnTo>
                    <a:pt x="637019" y="5434519"/>
                  </a:lnTo>
                  <a:lnTo>
                    <a:pt x="637236" y="5434519"/>
                  </a:lnTo>
                  <a:lnTo>
                    <a:pt x="637236" y="5433896"/>
                  </a:lnTo>
                  <a:lnTo>
                    <a:pt x="637344" y="5433272"/>
                  </a:lnTo>
                  <a:lnTo>
                    <a:pt x="637452" y="5433272"/>
                  </a:lnTo>
                  <a:lnTo>
                    <a:pt x="637669" y="5433272"/>
                  </a:lnTo>
                  <a:lnTo>
                    <a:pt x="637778" y="5433272"/>
                  </a:lnTo>
                  <a:lnTo>
                    <a:pt x="637886" y="5433272"/>
                  </a:lnTo>
                  <a:lnTo>
                    <a:pt x="637995" y="5433272"/>
                  </a:lnTo>
                  <a:lnTo>
                    <a:pt x="638212" y="5433272"/>
                  </a:lnTo>
                  <a:lnTo>
                    <a:pt x="638537" y="5433272"/>
                  </a:lnTo>
                  <a:lnTo>
                    <a:pt x="638645" y="5433272"/>
                  </a:lnTo>
                  <a:lnTo>
                    <a:pt x="638754" y="5433272"/>
                  </a:lnTo>
                  <a:lnTo>
                    <a:pt x="638862" y="5433272"/>
                  </a:lnTo>
                  <a:lnTo>
                    <a:pt x="638971" y="5433272"/>
                  </a:lnTo>
                  <a:lnTo>
                    <a:pt x="639079" y="5433272"/>
                  </a:lnTo>
                  <a:lnTo>
                    <a:pt x="639188" y="5433272"/>
                  </a:lnTo>
                  <a:lnTo>
                    <a:pt x="639296" y="5433272"/>
                  </a:lnTo>
                  <a:lnTo>
                    <a:pt x="639513" y="5433272"/>
                  </a:lnTo>
                  <a:lnTo>
                    <a:pt x="639621" y="5433272"/>
                  </a:lnTo>
                  <a:lnTo>
                    <a:pt x="639621" y="5432649"/>
                  </a:lnTo>
                  <a:lnTo>
                    <a:pt x="639730" y="5432649"/>
                  </a:lnTo>
                  <a:lnTo>
                    <a:pt x="639947" y="5432649"/>
                  </a:lnTo>
                  <a:lnTo>
                    <a:pt x="640272" y="5432649"/>
                  </a:lnTo>
                  <a:lnTo>
                    <a:pt x="640380" y="5432649"/>
                  </a:lnTo>
                  <a:lnTo>
                    <a:pt x="640489" y="5432649"/>
                  </a:lnTo>
                  <a:lnTo>
                    <a:pt x="640597" y="5432649"/>
                  </a:lnTo>
                  <a:lnTo>
                    <a:pt x="640597" y="5432025"/>
                  </a:lnTo>
                  <a:lnTo>
                    <a:pt x="640597" y="5431401"/>
                  </a:lnTo>
                  <a:lnTo>
                    <a:pt x="640706" y="5431401"/>
                  </a:lnTo>
                  <a:lnTo>
                    <a:pt x="640814" y="5431401"/>
                  </a:lnTo>
                  <a:lnTo>
                    <a:pt x="640923" y="5431401"/>
                  </a:lnTo>
                  <a:lnTo>
                    <a:pt x="640923" y="5430778"/>
                  </a:lnTo>
                  <a:lnTo>
                    <a:pt x="641031" y="5430778"/>
                  </a:lnTo>
                  <a:lnTo>
                    <a:pt x="641357" y="5430778"/>
                  </a:lnTo>
                  <a:lnTo>
                    <a:pt x="641357" y="5430154"/>
                  </a:lnTo>
                  <a:lnTo>
                    <a:pt x="641357" y="5429531"/>
                  </a:lnTo>
                  <a:lnTo>
                    <a:pt x="641357" y="5428907"/>
                  </a:lnTo>
                  <a:lnTo>
                    <a:pt x="641465" y="5428284"/>
                  </a:lnTo>
                  <a:lnTo>
                    <a:pt x="641682" y="5428284"/>
                  </a:lnTo>
                  <a:lnTo>
                    <a:pt x="641790" y="5428284"/>
                  </a:lnTo>
                  <a:lnTo>
                    <a:pt x="641899" y="5428284"/>
                  </a:lnTo>
                  <a:lnTo>
                    <a:pt x="642007" y="5428284"/>
                  </a:lnTo>
                  <a:lnTo>
                    <a:pt x="642007" y="5427660"/>
                  </a:lnTo>
                  <a:lnTo>
                    <a:pt x="642116" y="5427660"/>
                  </a:lnTo>
                  <a:lnTo>
                    <a:pt x="642224" y="5427660"/>
                  </a:lnTo>
                  <a:lnTo>
                    <a:pt x="642333" y="5427036"/>
                  </a:lnTo>
                  <a:lnTo>
                    <a:pt x="642441" y="5427036"/>
                  </a:lnTo>
                  <a:lnTo>
                    <a:pt x="642549" y="5427036"/>
                  </a:lnTo>
                  <a:lnTo>
                    <a:pt x="642658" y="5427036"/>
                  </a:lnTo>
                  <a:lnTo>
                    <a:pt x="642766" y="5427036"/>
                  </a:lnTo>
                  <a:lnTo>
                    <a:pt x="642875" y="5427036"/>
                  </a:lnTo>
                  <a:lnTo>
                    <a:pt x="643309" y="5427036"/>
                  </a:lnTo>
                  <a:lnTo>
                    <a:pt x="643417" y="5427036"/>
                  </a:lnTo>
                  <a:lnTo>
                    <a:pt x="643525" y="5427036"/>
                  </a:lnTo>
                  <a:lnTo>
                    <a:pt x="643634" y="5427036"/>
                  </a:lnTo>
                  <a:lnTo>
                    <a:pt x="643742" y="5427036"/>
                  </a:lnTo>
                  <a:lnTo>
                    <a:pt x="643742" y="5426413"/>
                  </a:lnTo>
                  <a:lnTo>
                    <a:pt x="643851" y="5426413"/>
                  </a:lnTo>
                  <a:lnTo>
                    <a:pt x="643959" y="5424542"/>
                  </a:lnTo>
                  <a:lnTo>
                    <a:pt x="644176" y="5423919"/>
                  </a:lnTo>
                  <a:lnTo>
                    <a:pt x="644285" y="5423919"/>
                  </a:lnTo>
                  <a:lnTo>
                    <a:pt x="644393" y="5423919"/>
                  </a:lnTo>
                  <a:lnTo>
                    <a:pt x="644501" y="5423919"/>
                  </a:lnTo>
                  <a:lnTo>
                    <a:pt x="644501" y="5423295"/>
                  </a:lnTo>
                  <a:lnTo>
                    <a:pt x="644610" y="5423295"/>
                  </a:lnTo>
                  <a:lnTo>
                    <a:pt x="644718" y="5423295"/>
                  </a:lnTo>
                  <a:lnTo>
                    <a:pt x="644827" y="5423295"/>
                  </a:lnTo>
                  <a:lnTo>
                    <a:pt x="645044" y="5423295"/>
                  </a:lnTo>
                  <a:lnTo>
                    <a:pt x="645152" y="5423295"/>
                  </a:lnTo>
                  <a:lnTo>
                    <a:pt x="645261" y="5422671"/>
                  </a:lnTo>
                  <a:lnTo>
                    <a:pt x="645369" y="5422671"/>
                  </a:lnTo>
                  <a:lnTo>
                    <a:pt x="645477" y="5422671"/>
                  </a:lnTo>
                  <a:lnTo>
                    <a:pt x="645586" y="5422671"/>
                  </a:lnTo>
                  <a:lnTo>
                    <a:pt x="645803" y="5422671"/>
                  </a:lnTo>
                  <a:lnTo>
                    <a:pt x="646020" y="5422671"/>
                  </a:lnTo>
                  <a:lnTo>
                    <a:pt x="646128" y="5422671"/>
                  </a:lnTo>
                  <a:lnTo>
                    <a:pt x="646345" y="5422671"/>
                  </a:lnTo>
                  <a:lnTo>
                    <a:pt x="646454" y="5422671"/>
                  </a:lnTo>
                  <a:lnTo>
                    <a:pt x="646562" y="5422048"/>
                  </a:lnTo>
                  <a:lnTo>
                    <a:pt x="646670" y="5422048"/>
                  </a:lnTo>
                  <a:lnTo>
                    <a:pt x="646779" y="5421424"/>
                  </a:lnTo>
                  <a:lnTo>
                    <a:pt x="646887" y="5421424"/>
                  </a:lnTo>
                  <a:lnTo>
                    <a:pt x="647104" y="5421424"/>
                  </a:lnTo>
                  <a:lnTo>
                    <a:pt x="647213" y="5421424"/>
                  </a:lnTo>
                  <a:lnTo>
                    <a:pt x="647213" y="5420801"/>
                  </a:lnTo>
                  <a:lnTo>
                    <a:pt x="647321" y="5420801"/>
                  </a:lnTo>
                  <a:lnTo>
                    <a:pt x="647538" y="5420801"/>
                  </a:lnTo>
                  <a:lnTo>
                    <a:pt x="647646" y="5420801"/>
                  </a:lnTo>
                  <a:lnTo>
                    <a:pt x="647863" y="5420801"/>
                  </a:lnTo>
                  <a:lnTo>
                    <a:pt x="647972" y="5420801"/>
                  </a:lnTo>
                  <a:lnTo>
                    <a:pt x="648080" y="5420801"/>
                  </a:lnTo>
                  <a:lnTo>
                    <a:pt x="648189" y="5420801"/>
                  </a:lnTo>
                  <a:lnTo>
                    <a:pt x="648297" y="5420801"/>
                  </a:lnTo>
                  <a:lnTo>
                    <a:pt x="648731" y="5420801"/>
                  </a:lnTo>
                  <a:lnTo>
                    <a:pt x="648839" y="5420801"/>
                  </a:lnTo>
                  <a:lnTo>
                    <a:pt x="648839" y="5419553"/>
                  </a:lnTo>
                  <a:lnTo>
                    <a:pt x="648948" y="5419553"/>
                  </a:lnTo>
                  <a:lnTo>
                    <a:pt x="649165" y="5419553"/>
                  </a:lnTo>
                  <a:lnTo>
                    <a:pt x="649273" y="5419553"/>
                  </a:lnTo>
                  <a:lnTo>
                    <a:pt x="649382" y="5419553"/>
                  </a:lnTo>
                  <a:lnTo>
                    <a:pt x="649382" y="5418930"/>
                  </a:lnTo>
                  <a:lnTo>
                    <a:pt x="649490" y="5418930"/>
                  </a:lnTo>
                  <a:lnTo>
                    <a:pt x="649598" y="5418930"/>
                  </a:lnTo>
                  <a:lnTo>
                    <a:pt x="650032" y="5417683"/>
                  </a:lnTo>
                  <a:lnTo>
                    <a:pt x="650141" y="5417683"/>
                  </a:lnTo>
                  <a:lnTo>
                    <a:pt x="650249" y="5417683"/>
                  </a:lnTo>
                  <a:lnTo>
                    <a:pt x="650249" y="5417059"/>
                  </a:lnTo>
                  <a:lnTo>
                    <a:pt x="650466" y="5417059"/>
                  </a:lnTo>
                  <a:lnTo>
                    <a:pt x="650575" y="5417059"/>
                  </a:lnTo>
                  <a:lnTo>
                    <a:pt x="650575" y="5416436"/>
                  </a:lnTo>
                  <a:lnTo>
                    <a:pt x="650683" y="5416436"/>
                  </a:lnTo>
                  <a:lnTo>
                    <a:pt x="650791" y="5416436"/>
                  </a:lnTo>
                  <a:lnTo>
                    <a:pt x="651008" y="5416436"/>
                  </a:lnTo>
                  <a:lnTo>
                    <a:pt x="651117" y="5416436"/>
                  </a:lnTo>
                  <a:lnTo>
                    <a:pt x="651225" y="5415812"/>
                  </a:lnTo>
                  <a:lnTo>
                    <a:pt x="651442" y="5415812"/>
                  </a:lnTo>
                  <a:lnTo>
                    <a:pt x="651442" y="5415188"/>
                  </a:lnTo>
                  <a:lnTo>
                    <a:pt x="651767" y="5414565"/>
                  </a:lnTo>
                  <a:lnTo>
                    <a:pt x="652093" y="5413941"/>
                  </a:lnTo>
                  <a:lnTo>
                    <a:pt x="652093" y="5413318"/>
                  </a:lnTo>
                  <a:lnTo>
                    <a:pt x="652310" y="5413318"/>
                  </a:lnTo>
                  <a:lnTo>
                    <a:pt x="652418" y="5413318"/>
                  </a:lnTo>
                  <a:lnTo>
                    <a:pt x="652527" y="5413318"/>
                  </a:lnTo>
                  <a:lnTo>
                    <a:pt x="652635" y="5413318"/>
                  </a:lnTo>
                  <a:lnTo>
                    <a:pt x="652635" y="5412694"/>
                  </a:lnTo>
                  <a:lnTo>
                    <a:pt x="652743" y="5412694"/>
                  </a:lnTo>
                  <a:lnTo>
                    <a:pt x="652852" y="5412694"/>
                  </a:lnTo>
                  <a:lnTo>
                    <a:pt x="653069" y="5412694"/>
                  </a:lnTo>
                  <a:lnTo>
                    <a:pt x="653177" y="5412694"/>
                  </a:lnTo>
                  <a:lnTo>
                    <a:pt x="653286" y="5412694"/>
                  </a:lnTo>
                  <a:lnTo>
                    <a:pt x="653394" y="5412694"/>
                  </a:lnTo>
                  <a:lnTo>
                    <a:pt x="653611" y="5412070"/>
                  </a:lnTo>
                  <a:lnTo>
                    <a:pt x="653719" y="5412070"/>
                  </a:lnTo>
                  <a:lnTo>
                    <a:pt x="653719" y="5411447"/>
                  </a:lnTo>
                  <a:lnTo>
                    <a:pt x="653828" y="5411447"/>
                  </a:lnTo>
                  <a:lnTo>
                    <a:pt x="653936" y="5411447"/>
                  </a:lnTo>
                  <a:lnTo>
                    <a:pt x="654045" y="5411447"/>
                  </a:lnTo>
                  <a:lnTo>
                    <a:pt x="654045" y="5410823"/>
                  </a:lnTo>
                  <a:lnTo>
                    <a:pt x="654262" y="5409576"/>
                  </a:lnTo>
                  <a:lnTo>
                    <a:pt x="654479" y="5409576"/>
                  </a:lnTo>
                  <a:lnTo>
                    <a:pt x="654587" y="5409576"/>
                  </a:lnTo>
                  <a:lnTo>
                    <a:pt x="654912" y="5409576"/>
                  </a:lnTo>
                  <a:lnTo>
                    <a:pt x="655021" y="5409576"/>
                  </a:lnTo>
                  <a:lnTo>
                    <a:pt x="655129" y="5408953"/>
                  </a:lnTo>
                  <a:lnTo>
                    <a:pt x="655238" y="5408329"/>
                  </a:lnTo>
                  <a:lnTo>
                    <a:pt x="655346" y="5408329"/>
                  </a:lnTo>
                  <a:lnTo>
                    <a:pt x="655455" y="5408329"/>
                  </a:lnTo>
                  <a:lnTo>
                    <a:pt x="655563" y="5408329"/>
                  </a:lnTo>
                  <a:lnTo>
                    <a:pt x="655780" y="5408329"/>
                  </a:lnTo>
                  <a:lnTo>
                    <a:pt x="655888" y="5408329"/>
                  </a:lnTo>
                  <a:lnTo>
                    <a:pt x="655997" y="5408329"/>
                  </a:lnTo>
                  <a:lnTo>
                    <a:pt x="656105" y="5408329"/>
                  </a:lnTo>
                  <a:lnTo>
                    <a:pt x="656322" y="5408329"/>
                  </a:lnTo>
                  <a:lnTo>
                    <a:pt x="656431" y="5408329"/>
                  </a:lnTo>
                  <a:lnTo>
                    <a:pt x="656539" y="5408329"/>
                  </a:lnTo>
                  <a:lnTo>
                    <a:pt x="656648" y="5408329"/>
                  </a:lnTo>
                  <a:lnTo>
                    <a:pt x="656756" y="5408329"/>
                  </a:lnTo>
                  <a:lnTo>
                    <a:pt x="656864" y="5408329"/>
                  </a:lnTo>
                  <a:lnTo>
                    <a:pt x="656973" y="5408329"/>
                  </a:lnTo>
                  <a:lnTo>
                    <a:pt x="657081" y="5408329"/>
                  </a:lnTo>
                  <a:lnTo>
                    <a:pt x="657190" y="5408329"/>
                  </a:lnTo>
                  <a:lnTo>
                    <a:pt x="657298" y="5408329"/>
                  </a:lnTo>
                  <a:lnTo>
                    <a:pt x="657407" y="5408329"/>
                  </a:lnTo>
                  <a:lnTo>
                    <a:pt x="657515" y="5408329"/>
                  </a:lnTo>
                  <a:lnTo>
                    <a:pt x="657732" y="5407705"/>
                  </a:lnTo>
                  <a:lnTo>
                    <a:pt x="658166" y="5407705"/>
                  </a:lnTo>
                  <a:lnTo>
                    <a:pt x="658274" y="5407705"/>
                  </a:lnTo>
                  <a:lnTo>
                    <a:pt x="658383" y="5407705"/>
                  </a:lnTo>
                  <a:lnTo>
                    <a:pt x="658600" y="5407705"/>
                  </a:lnTo>
                  <a:lnTo>
                    <a:pt x="658600" y="5407082"/>
                  </a:lnTo>
                  <a:lnTo>
                    <a:pt x="658708" y="5407082"/>
                  </a:lnTo>
                  <a:lnTo>
                    <a:pt x="658817" y="5407082"/>
                  </a:lnTo>
                  <a:lnTo>
                    <a:pt x="659033" y="5407082"/>
                  </a:lnTo>
                  <a:lnTo>
                    <a:pt x="659142" y="5407082"/>
                  </a:lnTo>
                  <a:lnTo>
                    <a:pt x="659250" y="5407082"/>
                  </a:lnTo>
                  <a:lnTo>
                    <a:pt x="659250" y="5406458"/>
                  </a:lnTo>
                  <a:lnTo>
                    <a:pt x="659359" y="5406458"/>
                  </a:lnTo>
                  <a:lnTo>
                    <a:pt x="659467" y="5406458"/>
                  </a:lnTo>
                  <a:lnTo>
                    <a:pt x="659576" y="5406458"/>
                  </a:lnTo>
                  <a:lnTo>
                    <a:pt x="659684" y="5406458"/>
                  </a:lnTo>
                  <a:lnTo>
                    <a:pt x="659684" y="5405835"/>
                  </a:lnTo>
                  <a:lnTo>
                    <a:pt x="659793" y="5405835"/>
                  </a:lnTo>
                  <a:lnTo>
                    <a:pt x="660009" y="5405835"/>
                  </a:lnTo>
                  <a:lnTo>
                    <a:pt x="660118" y="5405835"/>
                  </a:lnTo>
                  <a:lnTo>
                    <a:pt x="660443" y="5404587"/>
                  </a:lnTo>
                  <a:lnTo>
                    <a:pt x="660552" y="5404587"/>
                  </a:lnTo>
                  <a:lnTo>
                    <a:pt x="660660" y="5404587"/>
                  </a:lnTo>
                  <a:lnTo>
                    <a:pt x="660769" y="5404587"/>
                  </a:lnTo>
                  <a:lnTo>
                    <a:pt x="660877" y="5404587"/>
                  </a:lnTo>
                  <a:lnTo>
                    <a:pt x="660985" y="5403964"/>
                  </a:lnTo>
                  <a:lnTo>
                    <a:pt x="661094" y="5403964"/>
                  </a:lnTo>
                  <a:lnTo>
                    <a:pt x="661202" y="5403964"/>
                  </a:lnTo>
                  <a:lnTo>
                    <a:pt x="661419" y="5403964"/>
                  </a:lnTo>
                  <a:lnTo>
                    <a:pt x="661528" y="5403964"/>
                  </a:lnTo>
                  <a:lnTo>
                    <a:pt x="661961" y="5403964"/>
                  </a:lnTo>
                  <a:lnTo>
                    <a:pt x="662070" y="5403964"/>
                  </a:lnTo>
                  <a:lnTo>
                    <a:pt x="662178" y="5403964"/>
                  </a:lnTo>
                  <a:lnTo>
                    <a:pt x="662395" y="5403964"/>
                  </a:lnTo>
                  <a:lnTo>
                    <a:pt x="662395" y="5402717"/>
                  </a:lnTo>
                  <a:lnTo>
                    <a:pt x="662721" y="5402717"/>
                  </a:lnTo>
                  <a:lnTo>
                    <a:pt x="662721" y="5402093"/>
                  </a:lnTo>
                  <a:lnTo>
                    <a:pt x="662829" y="5402093"/>
                  </a:lnTo>
                  <a:lnTo>
                    <a:pt x="662938" y="5402093"/>
                  </a:lnTo>
                  <a:lnTo>
                    <a:pt x="663046" y="5402093"/>
                  </a:lnTo>
                  <a:lnTo>
                    <a:pt x="663154" y="5402093"/>
                  </a:lnTo>
                  <a:lnTo>
                    <a:pt x="663263" y="5402093"/>
                  </a:lnTo>
                  <a:lnTo>
                    <a:pt x="663588" y="5402093"/>
                  </a:lnTo>
                  <a:lnTo>
                    <a:pt x="663697" y="5402093"/>
                  </a:lnTo>
                  <a:lnTo>
                    <a:pt x="663805" y="5402093"/>
                  </a:lnTo>
                  <a:lnTo>
                    <a:pt x="663914" y="5402093"/>
                  </a:lnTo>
                  <a:lnTo>
                    <a:pt x="664347" y="5401470"/>
                  </a:lnTo>
                  <a:lnTo>
                    <a:pt x="664347" y="5400846"/>
                  </a:lnTo>
                  <a:lnTo>
                    <a:pt x="664456" y="5400846"/>
                  </a:lnTo>
                  <a:lnTo>
                    <a:pt x="664673" y="5400846"/>
                  </a:lnTo>
                  <a:lnTo>
                    <a:pt x="664781" y="5400846"/>
                  </a:lnTo>
                  <a:lnTo>
                    <a:pt x="664890" y="5400846"/>
                  </a:lnTo>
                  <a:lnTo>
                    <a:pt x="664998" y="5400846"/>
                  </a:lnTo>
                  <a:lnTo>
                    <a:pt x="665106" y="5400846"/>
                  </a:lnTo>
                  <a:lnTo>
                    <a:pt x="665106" y="5400222"/>
                  </a:lnTo>
                  <a:lnTo>
                    <a:pt x="665215" y="5400222"/>
                  </a:lnTo>
                  <a:lnTo>
                    <a:pt x="665323" y="5400222"/>
                  </a:lnTo>
                  <a:lnTo>
                    <a:pt x="665432" y="5400222"/>
                  </a:lnTo>
                  <a:lnTo>
                    <a:pt x="665540" y="5399599"/>
                  </a:lnTo>
                  <a:lnTo>
                    <a:pt x="665757" y="5399599"/>
                  </a:lnTo>
                  <a:lnTo>
                    <a:pt x="665866" y="5399599"/>
                  </a:lnTo>
                  <a:lnTo>
                    <a:pt x="665974" y="5399599"/>
                  </a:lnTo>
                  <a:lnTo>
                    <a:pt x="666408" y="5399599"/>
                  </a:lnTo>
                  <a:lnTo>
                    <a:pt x="666516" y="5399599"/>
                  </a:lnTo>
                  <a:lnTo>
                    <a:pt x="666733" y="5399599"/>
                  </a:lnTo>
                  <a:lnTo>
                    <a:pt x="666842" y="5399599"/>
                  </a:lnTo>
                  <a:lnTo>
                    <a:pt x="666950" y="5399599"/>
                  </a:lnTo>
                  <a:lnTo>
                    <a:pt x="667058" y="5398975"/>
                  </a:lnTo>
                  <a:lnTo>
                    <a:pt x="667058" y="5398352"/>
                  </a:lnTo>
                  <a:lnTo>
                    <a:pt x="667167" y="5398352"/>
                  </a:lnTo>
                  <a:lnTo>
                    <a:pt x="667275" y="5398352"/>
                  </a:lnTo>
                  <a:lnTo>
                    <a:pt x="667384" y="5398352"/>
                  </a:lnTo>
                  <a:lnTo>
                    <a:pt x="667492" y="5398352"/>
                  </a:lnTo>
                  <a:lnTo>
                    <a:pt x="667601" y="5398352"/>
                  </a:lnTo>
                  <a:lnTo>
                    <a:pt x="667709" y="5398352"/>
                  </a:lnTo>
                  <a:lnTo>
                    <a:pt x="667818" y="5398352"/>
                  </a:lnTo>
                  <a:lnTo>
                    <a:pt x="667926" y="5398352"/>
                  </a:lnTo>
                  <a:lnTo>
                    <a:pt x="669011" y="5397104"/>
                  </a:lnTo>
                  <a:lnTo>
                    <a:pt x="669119" y="5397104"/>
                  </a:lnTo>
                  <a:lnTo>
                    <a:pt x="669227" y="5397104"/>
                  </a:lnTo>
                  <a:lnTo>
                    <a:pt x="669336" y="5397104"/>
                  </a:lnTo>
                  <a:lnTo>
                    <a:pt x="669444" y="5397104"/>
                  </a:lnTo>
                  <a:lnTo>
                    <a:pt x="669553" y="5397104"/>
                  </a:lnTo>
                  <a:lnTo>
                    <a:pt x="669661" y="5397104"/>
                  </a:lnTo>
                  <a:lnTo>
                    <a:pt x="669770" y="5397104"/>
                  </a:lnTo>
                  <a:lnTo>
                    <a:pt x="669878" y="5397104"/>
                  </a:lnTo>
                  <a:lnTo>
                    <a:pt x="669987" y="5397104"/>
                  </a:lnTo>
                  <a:lnTo>
                    <a:pt x="670095" y="5397104"/>
                  </a:lnTo>
                  <a:lnTo>
                    <a:pt x="670095" y="5396481"/>
                  </a:lnTo>
                  <a:lnTo>
                    <a:pt x="670203" y="5396481"/>
                  </a:lnTo>
                  <a:lnTo>
                    <a:pt x="670420" y="5396481"/>
                  </a:lnTo>
                  <a:lnTo>
                    <a:pt x="670529" y="5396481"/>
                  </a:lnTo>
                  <a:lnTo>
                    <a:pt x="670637" y="5396481"/>
                  </a:lnTo>
                  <a:lnTo>
                    <a:pt x="670746" y="5396481"/>
                  </a:lnTo>
                  <a:lnTo>
                    <a:pt x="670854" y="5396481"/>
                  </a:lnTo>
                  <a:lnTo>
                    <a:pt x="670963" y="5396481"/>
                  </a:lnTo>
                  <a:lnTo>
                    <a:pt x="671179" y="5396481"/>
                  </a:lnTo>
                  <a:lnTo>
                    <a:pt x="671722" y="5395857"/>
                  </a:lnTo>
                  <a:lnTo>
                    <a:pt x="671939" y="5395857"/>
                  </a:lnTo>
                  <a:lnTo>
                    <a:pt x="672047" y="5395234"/>
                  </a:lnTo>
                  <a:lnTo>
                    <a:pt x="672156" y="5395234"/>
                  </a:lnTo>
                  <a:lnTo>
                    <a:pt x="672264" y="5394610"/>
                  </a:lnTo>
                  <a:lnTo>
                    <a:pt x="672372" y="5393987"/>
                  </a:lnTo>
                  <a:lnTo>
                    <a:pt x="672372" y="5393363"/>
                  </a:lnTo>
                  <a:lnTo>
                    <a:pt x="672589" y="5393363"/>
                  </a:lnTo>
                  <a:lnTo>
                    <a:pt x="672806" y="5393363"/>
                  </a:lnTo>
                  <a:lnTo>
                    <a:pt x="673023" y="5392739"/>
                  </a:lnTo>
                  <a:lnTo>
                    <a:pt x="673132" y="5392739"/>
                  </a:lnTo>
                  <a:lnTo>
                    <a:pt x="673348" y="5392739"/>
                  </a:lnTo>
                  <a:lnTo>
                    <a:pt x="673457" y="5392739"/>
                  </a:lnTo>
                  <a:lnTo>
                    <a:pt x="673565" y="5392739"/>
                  </a:lnTo>
                  <a:lnTo>
                    <a:pt x="673565" y="5392116"/>
                  </a:lnTo>
                  <a:lnTo>
                    <a:pt x="673674" y="5392116"/>
                  </a:lnTo>
                  <a:lnTo>
                    <a:pt x="673891" y="5392116"/>
                  </a:lnTo>
                  <a:lnTo>
                    <a:pt x="673999" y="5392116"/>
                  </a:lnTo>
                  <a:lnTo>
                    <a:pt x="674108" y="5392116"/>
                  </a:lnTo>
                  <a:lnTo>
                    <a:pt x="674216" y="5392116"/>
                  </a:lnTo>
                  <a:lnTo>
                    <a:pt x="674433" y="5392116"/>
                  </a:lnTo>
                  <a:lnTo>
                    <a:pt x="674541" y="5392116"/>
                  </a:lnTo>
                  <a:lnTo>
                    <a:pt x="674650" y="5392116"/>
                  </a:lnTo>
                  <a:lnTo>
                    <a:pt x="674758" y="5392116"/>
                  </a:lnTo>
                  <a:lnTo>
                    <a:pt x="674758" y="5391492"/>
                  </a:lnTo>
                  <a:lnTo>
                    <a:pt x="674758" y="5390869"/>
                  </a:lnTo>
                  <a:lnTo>
                    <a:pt x="674975" y="5390869"/>
                  </a:lnTo>
                  <a:lnTo>
                    <a:pt x="675084" y="5389621"/>
                  </a:lnTo>
                  <a:lnTo>
                    <a:pt x="675084" y="5388998"/>
                  </a:lnTo>
                  <a:lnTo>
                    <a:pt x="675192" y="5388998"/>
                  </a:lnTo>
                  <a:lnTo>
                    <a:pt x="675409" y="5388998"/>
                  </a:lnTo>
                  <a:lnTo>
                    <a:pt x="675517" y="5388998"/>
                  </a:lnTo>
                  <a:lnTo>
                    <a:pt x="675626" y="5388374"/>
                  </a:lnTo>
                  <a:lnTo>
                    <a:pt x="675843" y="5388374"/>
                  </a:lnTo>
                  <a:lnTo>
                    <a:pt x="676060" y="5387751"/>
                  </a:lnTo>
                  <a:lnTo>
                    <a:pt x="676168" y="5387751"/>
                  </a:lnTo>
                  <a:lnTo>
                    <a:pt x="676277" y="5387751"/>
                  </a:lnTo>
                  <a:lnTo>
                    <a:pt x="676385" y="5387751"/>
                  </a:lnTo>
                  <a:lnTo>
                    <a:pt x="676385" y="5387127"/>
                  </a:lnTo>
                  <a:lnTo>
                    <a:pt x="676493" y="5387127"/>
                  </a:lnTo>
                  <a:lnTo>
                    <a:pt x="676602" y="5386504"/>
                  </a:lnTo>
                  <a:lnTo>
                    <a:pt x="676710" y="5386504"/>
                  </a:lnTo>
                  <a:lnTo>
                    <a:pt x="676710" y="5385880"/>
                  </a:lnTo>
                  <a:lnTo>
                    <a:pt x="676710" y="5385256"/>
                  </a:lnTo>
                  <a:lnTo>
                    <a:pt x="677036" y="5385256"/>
                  </a:lnTo>
                  <a:lnTo>
                    <a:pt x="677036" y="5384633"/>
                  </a:lnTo>
                  <a:lnTo>
                    <a:pt x="677144" y="5384633"/>
                  </a:lnTo>
                  <a:lnTo>
                    <a:pt x="677253" y="5384633"/>
                  </a:lnTo>
                  <a:lnTo>
                    <a:pt x="677361" y="5384633"/>
                  </a:lnTo>
                  <a:lnTo>
                    <a:pt x="677361" y="5384009"/>
                  </a:lnTo>
                  <a:lnTo>
                    <a:pt x="677469" y="5384009"/>
                  </a:lnTo>
                  <a:lnTo>
                    <a:pt x="677686" y="5384009"/>
                  </a:lnTo>
                  <a:lnTo>
                    <a:pt x="677686" y="5383386"/>
                  </a:lnTo>
                  <a:lnTo>
                    <a:pt x="677903" y="5382762"/>
                  </a:lnTo>
                  <a:lnTo>
                    <a:pt x="678229" y="5382762"/>
                  </a:lnTo>
                  <a:lnTo>
                    <a:pt x="678337" y="5382762"/>
                  </a:lnTo>
                  <a:lnTo>
                    <a:pt x="678445" y="5382762"/>
                  </a:lnTo>
                  <a:lnTo>
                    <a:pt x="678662" y="5382762"/>
                  </a:lnTo>
                  <a:lnTo>
                    <a:pt x="678771" y="5382762"/>
                  </a:lnTo>
                  <a:lnTo>
                    <a:pt x="678879" y="5382762"/>
                  </a:lnTo>
                  <a:lnTo>
                    <a:pt x="679313" y="5382138"/>
                  </a:lnTo>
                  <a:lnTo>
                    <a:pt x="679421" y="5382138"/>
                  </a:lnTo>
                  <a:lnTo>
                    <a:pt x="679638" y="5382138"/>
                  </a:lnTo>
                  <a:lnTo>
                    <a:pt x="679747" y="5382138"/>
                  </a:lnTo>
                  <a:lnTo>
                    <a:pt x="679855" y="5382138"/>
                  </a:lnTo>
                  <a:lnTo>
                    <a:pt x="679964" y="5382138"/>
                  </a:lnTo>
                  <a:lnTo>
                    <a:pt x="680181" y="5380891"/>
                  </a:lnTo>
                  <a:lnTo>
                    <a:pt x="680289" y="5380891"/>
                  </a:lnTo>
                  <a:lnTo>
                    <a:pt x="680506" y="5380891"/>
                  </a:lnTo>
                  <a:lnTo>
                    <a:pt x="680506" y="5380268"/>
                  </a:lnTo>
                  <a:lnTo>
                    <a:pt x="680614" y="5380268"/>
                  </a:lnTo>
                  <a:lnTo>
                    <a:pt x="680614" y="5379021"/>
                  </a:lnTo>
                  <a:lnTo>
                    <a:pt x="680940" y="5379021"/>
                  </a:lnTo>
                  <a:lnTo>
                    <a:pt x="681157" y="5379021"/>
                  </a:lnTo>
                  <a:lnTo>
                    <a:pt x="681265" y="5379021"/>
                  </a:lnTo>
                  <a:lnTo>
                    <a:pt x="681482" y="5379021"/>
                  </a:lnTo>
                  <a:lnTo>
                    <a:pt x="681482" y="5378397"/>
                  </a:lnTo>
                  <a:lnTo>
                    <a:pt x="681590" y="5378397"/>
                  </a:lnTo>
                  <a:lnTo>
                    <a:pt x="681807" y="5378397"/>
                  </a:lnTo>
                  <a:lnTo>
                    <a:pt x="681916" y="5378397"/>
                  </a:lnTo>
                  <a:lnTo>
                    <a:pt x="682024" y="5378397"/>
                  </a:lnTo>
                  <a:lnTo>
                    <a:pt x="682133" y="5378397"/>
                  </a:lnTo>
                  <a:lnTo>
                    <a:pt x="682133" y="5377773"/>
                  </a:lnTo>
                  <a:lnTo>
                    <a:pt x="682241" y="5377773"/>
                  </a:lnTo>
                  <a:lnTo>
                    <a:pt x="682350" y="5377773"/>
                  </a:lnTo>
                  <a:lnTo>
                    <a:pt x="682566" y="5377773"/>
                  </a:lnTo>
                  <a:lnTo>
                    <a:pt x="682675" y="5377773"/>
                  </a:lnTo>
                  <a:lnTo>
                    <a:pt x="682783" y="5377773"/>
                  </a:lnTo>
                  <a:lnTo>
                    <a:pt x="682892" y="5377773"/>
                  </a:lnTo>
                  <a:lnTo>
                    <a:pt x="682892" y="5377150"/>
                  </a:lnTo>
                  <a:lnTo>
                    <a:pt x="683109" y="5375903"/>
                  </a:lnTo>
                  <a:lnTo>
                    <a:pt x="683217" y="5375903"/>
                  </a:lnTo>
                  <a:lnTo>
                    <a:pt x="683542" y="5375903"/>
                  </a:lnTo>
                  <a:lnTo>
                    <a:pt x="683651" y="5375903"/>
                  </a:lnTo>
                  <a:lnTo>
                    <a:pt x="683759" y="5375903"/>
                  </a:lnTo>
                  <a:lnTo>
                    <a:pt x="683868" y="5375903"/>
                  </a:lnTo>
                  <a:lnTo>
                    <a:pt x="683976" y="5375903"/>
                  </a:lnTo>
                  <a:lnTo>
                    <a:pt x="684085" y="5375903"/>
                  </a:lnTo>
                  <a:lnTo>
                    <a:pt x="684193" y="5375903"/>
                  </a:lnTo>
                  <a:lnTo>
                    <a:pt x="684193" y="5375279"/>
                  </a:lnTo>
                  <a:lnTo>
                    <a:pt x="684193" y="5374032"/>
                  </a:lnTo>
                  <a:lnTo>
                    <a:pt x="684302" y="5374032"/>
                  </a:lnTo>
                  <a:lnTo>
                    <a:pt x="684519" y="5374032"/>
                  </a:lnTo>
                  <a:lnTo>
                    <a:pt x="684519" y="5373408"/>
                  </a:lnTo>
                  <a:lnTo>
                    <a:pt x="684627" y="5373408"/>
                  </a:lnTo>
                  <a:lnTo>
                    <a:pt x="684735" y="5373408"/>
                  </a:lnTo>
                  <a:lnTo>
                    <a:pt x="684735" y="5372785"/>
                  </a:lnTo>
                  <a:lnTo>
                    <a:pt x="684844" y="5372785"/>
                  </a:lnTo>
                  <a:lnTo>
                    <a:pt x="684952" y="5372785"/>
                  </a:lnTo>
                  <a:lnTo>
                    <a:pt x="685169" y="5372785"/>
                  </a:lnTo>
                  <a:lnTo>
                    <a:pt x="685278" y="5372785"/>
                  </a:lnTo>
                  <a:lnTo>
                    <a:pt x="685495" y="5372785"/>
                  </a:lnTo>
                  <a:lnTo>
                    <a:pt x="685711" y="5372785"/>
                  </a:lnTo>
                  <a:lnTo>
                    <a:pt x="685928" y="5372161"/>
                  </a:lnTo>
                  <a:lnTo>
                    <a:pt x="686037" y="5372161"/>
                  </a:lnTo>
                  <a:lnTo>
                    <a:pt x="686254" y="5372161"/>
                  </a:lnTo>
                  <a:lnTo>
                    <a:pt x="686254" y="5371538"/>
                  </a:lnTo>
                  <a:lnTo>
                    <a:pt x="686362" y="5371538"/>
                  </a:lnTo>
                  <a:lnTo>
                    <a:pt x="686471" y="5371538"/>
                  </a:lnTo>
                  <a:lnTo>
                    <a:pt x="686579" y="5371538"/>
                  </a:lnTo>
                  <a:lnTo>
                    <a:pt x="686796" y="5371538"/>
                  </a:lnTo>
                  <a:lnTo>
                    <a:pt x="686796" y="5370914"/>
                  </a:lnTo>
                  <a:lnTo>
                    <a:pt x="686904" y="5370914"/>
                  </a:lnTo>
                  <a:lnTo>
                    <a:pt x="686904" y="5370290"/>
                  </a:lnTo>
                  <a:lnTo>
                    <a:pt x="687013" y="5370290"/>
                  </a:lnTo>
                  <a:lnTo>
                    <a:pt x="687121" y="5370290"/>
                  </a:lnTo>
                  <a:lnTo>
                    <a:pt x="687230" y="5370290"/>
                  </a:lnTo>
                  <a:lnTo>
                    <a:pt x="687338" y="5370290"/>
                  </a:lnTo>
                  <a:lnTo>
                    <a:pt x="687772" y="5369667"/>
                  </a:lnTo>
                  <a:lnTo>
                    <a:pt x="687880" y="5369667"/>
                  </a:lnTo>
                  <a:lnTo>
                    <a:pt x="688097" y="5369667"/>
                  </a:lnTo>
                  <a:lnTo>
                    <a:pt x="688097" y="5369043"/>
                  </a:lnTo>
                  <a:lnTo>
                    <a:pt x="688206" y="5369043"/>
                  </a:lnTo>
                  <a:lnTo>
                    <a:pt x="688423" y="5369043"/>
                  </a:lnTo>
                  <a:lnTo>
                    <a:pt x="688639" y="5369043"/>
                  </a:lnTo>
                  <a:lnTo>
                    <a:pt x="688748" y="5369043"/>
                  </a:lnTo>
                  <a:lnTo>
                    <a:pt x="688856" y="5369043"/>
                  </a:lnTo>
                  <a:lnTo>
                    <a:pt x="688856" y="5368420"/>
                  </a:lnTo>
                  <a:lnTo>
                    <a:pt x="688965" y="5367796"/>
                  </a:lnTo>
                  <a:lnTo>
                    <a:pt x="689073" y="5367796"/>
                  </a:lnTo>
                  <a:lnTo>
                    <a:pt x="689290" y="5367796"/>
                  </a:lnTo>
                  <a:lnTo>
                    <a:pt x="689399" y="5367796"/>
                  </a:lnTo>
                  <a:lnTo>
                    <a:pt x="689399" y="5367173"/>
                  </a:lnTo>
                  <a:lnTo>
                    <a:pt x="689507" y="5366549"/>
                  </a:lnTo>
                  <a:lnTo>
                    <a:pt x="689616" y="5365925"/>
                  </a:lnTo>
                  <a:lnTo>
                    <a:pt x="689724" y="5365925"/>
                  </a:lnTo>
                  <a:lnTo>
                    <a:pt x="690266" y="5365302"/>
                  </a:lnTo>
                  <a:lnTo>
                    <a:pt x="690483" y="5364055"/>
                  </a:lnTo>
                  <a:lnTo>
                    <a:pt x="690700" y="5364055"/>
                  </a:lnTo>
                  <a:lnTo>
                    <a:pt x="690808" y="5364055"/>
                  </a:lnTo>
                  <a:lnTo>
                    <a:pt x="690917" y="5364055"/>
                  </a:lnTo>
                  <a:lnTo>
                    <a:pt x="691025" y="5364055"/>
                  </a:lnTo>
                  <a:lnTo>
                    <a:pt x="691134" y="5362807"/>
                  </a:lnTo>
                  <a:lnTo>
                    <a:pt x="691242" y="5362807"/>
                  </a:lnTo>
                  <a:lnTo>
                    <a:pt x="691242" y="5362184"/>
                  </a:lnTo>
                  <a:lnTo>
                    <a:pt x="691351" y="5362184"/>
                  </a:lnTo>
                  <a:lnTo>
                    <a:pt x="691459" y="5361560"/>
                  </a:lnTo>
                  <a:lnTo>
                    <a:pt x="691568" y="5361560"/>
                  </a:lnTo>
                  <a:lnTo>
                    <a:pt x="691568" y="5360937"/>
                  </a:lnTo>
                  <a:lnTo>
                    <a:pt x="692218" y="5359690"/>
                  </a:lnTo>
                  <a:lnTo>
                    <a:pt x="692327" y="5359690"/>
                  </a:lnTo>
                  <a:lnTo>
                    <a:pt x="692435" y="5359690"/>
                  </a:lnTo>
                  <a:lnTo>
                    <a:pt x="692652" y="5359690"/>
                  </a:lnTo>
                  <a:lnTo>
                    <a:pt x="692869" y="5359690"/>
                  </a:lnTo>
                  <a:lnTo>
                    <a:pt x="693194" y="5359690"/>
                  </a:lnTo>
                  <a:lnTo>
                    <a:pt x="693411" y="5359690"/>
                  </a:lnTo>
                  <a:lnTo>
                    <a:pt x="693520" y="5359066"/>
                  </a:lnTo>
                  <a:lnTo>
                    <a:pt x="693520" y="5358442"/>
                  </a:lnTo>
                  <a:lnTo>
                    <a:pt x="693628" y="5358442"/>
                  </a:lnTo>
                  <a:lnTo>
                    <a:pt x="693737" y="5358442"/>
                  </a:lnTo>
                  <a:lnTo>
                    <a:pt x="693953" y="5358442"/>
                  </a:lnTo>
                  <a:lnTo>
                    <a:pt x="694279" y="5358442"/>
                  </a:lnTo>
                  <a:lnTo>
                    <a:pt x="694387" y="5358442"/>
                  </a:lnTo>
                  <a:lnTo>
                    <a:pt x="694387" y="5357819"/>
                  </a:lnTo>
                  <a:lnTo>
                    <a:pt x="694496" y="5357819"/>
                  </a:lnTo>
                  <a:lnTo>
                    <a:pt x="694929" y="5357195"/>
                  </a:lnTo>
                  <a:lnTo>
                    <a:pt x="695038" y="5357195"/>
                  </a:lnTo>
                  <a:lnTo>
                    <a:pt x="695146" y="5357195"/>
                  </a:lnTo>
                  <a:lnTo>
                    <a:pt x="695580" y="5355948"/>
                  </a:lnTo>
                  <a:lnTo>
                    <a:pt x="695580" y="5355324"/>
                  </a:lnTo>
                  <a:lnTo>
                    <a:pt x="695797" y="5354077"/>
                  </a:lnTo>
                  <a:lnTo>
                    <a:pt x="695797" y="5353454"/>
                  </a:lnTo>
                  <a:lnTo>
                    <a:pt x="695905" y="5353454"/>
                  </a:lnTo>
                  <a:lnTo>
                    <a:pt x="696014" y="5353454"/>
                  </a:lnTo>
                  <a:lnTo>
                    <a:pt x="696122" y="5353454"/>
                  </a:lnTo>
                  <a:lnTo>
                    <a:pt x="696339" y="5353454"/>
                  </a:lnTo>
                  <a:lnTo>
                    <a:pt x="696448" y="5353454"/>
                  </a:lnTo>
                  <a:lnTo>
                    <a:pt x="696556" y="5353454"/>
                  </a:lnTo>
                  <a:lnTo>
                    <a:pt x="696665" y="5353454"/>
                  </a:lnTo>
                  <a:lnTo>
                    <a:pt x="696773" y="5353454"/>
                  </a:lnTo>
                  <a:lnTo>
                    <a:pt x="696881" y="5353454"/>
                  </a:lnTo>
                  <a:lnTo>
                    <a:pt x="696990" y="5353454"/>
                  </a:lnTo>
                  <a:lnTo>
                    <a:pt x="697098" y="5353454"/>
                  </a:lnTo>
                  <a:lnTo>
                    <a:pt x="697207" y="5353454"/>
                  </a:lnTo>
                  <a:lnTo>
                    <a:pt x="697315" y="5353454"/>
                  </a:lnTo>
                  <a:lnTo>
                    <a:pt x="697641" y="5353454"/>
                  </a:lnTo>
                  <a:lnTo>
                    <a:pt x="697749" y="5353454"/>
                  </a:lnTo>
                  <a:lnTo>
                    <a:pt x="697858" y="5353454"/>
                  </a:lnTo>
                  <a:lnTo>
                    <a:pt x="697966" y="5353454"/>
                  </a:lnTo>
                  <a:lnTo>
                    <a:pt x="698074" y="5353454"/>
                  </a:lnTo>
                  <a:lnTo>
                    <a:pt x="698508" y="5352830"/>
                  </a:lnTo>
                  <a:lnTo>
                    <a:pt x="698617" y="5352830"/>
                  </a:lnTo>
                  <a:lnTo>
                    <a:pt x="698725" y="5352830"/>
                  </a:lnTo>
                  <a:lnTo>
                    <a:pt x="698834" y="5352830"/>
                  </a:lnTo>
                  <a:lnTo>
                    <a:pt x="698834" y="5352207"/>
                  </a:lnTo>
                  <a:lnTo>
                    <a:pt x="698942" y="5352207"/>
                  </a:lnTo>
                  <a:lnTo>
                    <a:pt x="699267" y="5352207"/>
                  </a:lnTo>
                  <a:lnTo>
                    <a:pt x="699376" y="5352207"/>
                  </a:lnTo>
                  <a:lnTo>
                    <a:pt x="699484" y="5352207"/>
                  </a:lnTo>
                  <a:lnTo>
                    <a:pt x="699918" y="5351583"/>
                  </a:lnTo>
                  <a:lnTo>
                    <a:pt x="700135" y="5351583"/>
                  </a:lnTo>
                  <a:lnTo>
                    <a:pt x="700243" y="5351583"/>
                  </a:lnTo>
                  <a:lnTo>
                    <a:pt x="700569" y="5350959"/>
                  </a:lnTo>
                  <a:lnTo>
                    <a:pt x="700569" y="5350336"/>
                  </a:lnTo>
                  <a:lnTo>
                    <a:pt x="700677" y="5350336"/>
                  </a:lnTo>
                  <a:lnTo>
                    <a:pt x="700786" y="5350336"/>
                  </a:lnTo>
                  <a:lnTo>
                    <a:pt x="701002" y="5349712"/>
                  </a:lnTo>
                  <a:lnTo>
                    <a:pt x="701002" y="5349089"/>
                  </a:lnTo>
                  <a:lnTo>
                    <a:pt x="701111" y="5349089"/>
                  </a:lnTo>
                  <a:lnTo>
                    <a:pt x="701328" y="5348465"/>
                  </a:lnTo>
                  <a:lnTo>
                    <a:pt x="701328" y="5347841"/>
                  </a:lnTo>
                  <a:lnTo>
                    <a:pt x="701436" y="5347841"/>
                  </a:lnTo>
                  <a:lnTo>
                    <a:pt x="701545" y="5347841"/>
                  </a:lnTo>
                  <a:lnTo>
                    <a:pt x="701653" y="5347841"/>
                  </a:lnTo>
                  <a:lnTo>
                    <a:pt x="701653" y="5347218"/>
                  </a:lnTo>
                  <a:lnTo>
                    <a:pt x="701870" y="5347218"/>
                  </a:lnTo>
                  <a:lnTo>
                    <a:pt x="701870" y="5346594"/>
                  </a:lnTo>
                  <a:lnTo>
                    <a:pt x="702195" y="5346594"/>
                  </a:lnTo>
                  <a:lnTo>
                    <a:pt x="702195" y="5345971"/>
                  </a:lnTo>
                  <a:lnTo>
                    <a:pt x="702304" y="5345971"/>
                  </a:lnTo>
                  <a:lnTo>
                    <a:pt x="702738" y="5345347"/>
                  </a:lnTo>
                  <a:lnTo>
                    <a:pt x="702846" y="5345347"/>
                  </a:lnTo>
                  <a:lnTo>
                    <a:pt x="702955" y="5345347"/>
                  </a:lnTo>
                  <a:lnTo>
                    <a:pt x="702955" y="5344724"/>
                  </a:lnTo>
                  <a:lnTo>
                    <a:pt x="703063" y="5344724"/>
                  </a:lnTo>
                  <a:lnTo>
                    <a:pt x="703171" y="5344724"/>
                  </a:lnTo>
                  <a:lnTo>
                    <a:pt x="703605" y="5344724"/>
                  </a:lnTo>
                  <a:lnTo>
                    <a:pt x="703714" y="5344100"/>
                  </a:lnTo>
                  <a:lnTo>
                    <a:pt x="703822" y="5344100"/>
                  </a:lnTo>
                  <a:lnTo>
                    <a:pt x="703822" y="5343476"/>
                  </a:lnTo>
                  <a:lnTo>
                    <a:pt x="703931" y="5343476"/>
                  </a:lnTo>
                  <a:lnTo>
                    <a:pt x="704039" y="5343476"/>
                  </a:lnTo>
                  <a:lnTo>
                    <a:pt x="704147" y="5343476"/>
                  </a:lnTo>
                  <a:lnTo>
                    <a:pt x="704364" y="5343476"/>
                  </a:lnTo>
                  <a:lnTo>
                    <a:pt x="704907" y="5342853"/>
                  </a:lnTo>
                  <a:lnTo>
                    <a:pt x="705123" y="5342853"/>
                  </a:lnTo>
                  <a:lnTo>
                    <a:pt x="705232" y="5342229"/>
                  </a:lnTo>
                  <a:lnTo>
                    <a:pt x="705449" y="5342229"/>
                  </a:lnTo>
                  <a:lnTo>
                    <a:pt x="705557" y="5341606"/>
                  </a:lnTo>
                  <a:lnTo>
                    <a:pt x="705666" y="5341606"/>
                  </a:lnTo>
                  <a:lnTo>
                    <a:pt x="705774" y="5341606"/>
                  </a:lnTo>
                  <a:lnTo>
                    <a:pt x="705774" y="5340982"/>
                  </a:lnTo>
                  <a:lnTo>
                    <a:pt x="705774" y="5340358"/>
                  </a:lnTo>
                  <a:lnTo>
                    <a:pt x="705883" y="5340358"/>
                  </a:lnTo>
                  <a:lnTo>
                    <a:pt x="705991" y="5340358"/>
                  </a:lnTo>
                  <a:lnTo>
                    <a:pt x="706208" y="5340358"/>
                  </a:lnTo>
                  <a:lnTo>
                    <a:pt x="706316" y="5340358"/>
                  </a:lnTo>
                  <a:lnTo>
                    <a:pt x="706425" y="5340358"/>
                  </a:lnTo>
                  <a:lnTo>
                    <a:pt x="706533" y="5340358"/>
                  </a:lnTo>
                  <a:lnTo>
                    <a:pt x="706750" y="5340358"/>
                  </a:lnTo>
                  <a:lnTo>
                    <a:pt x="706859" y="5340358"/>
                  </a:lnTo>
                  <a:lnTo>
                    <a:pt x="706967" y="5340358"/>
                  </a:lnTo>
                  <a:lnTo>
                    <a:pt x="707184" y="5340358"/>
                  </a:lnTo>
                  <a:lnTo>
                    <a:pt x="707401" y="5340358"/>
                  </a:lnTo>
                  <a:lnTo>
                    <a:pt x="707509" y="5340358"/>
                  </a:lnTo>
                  <a:lnTo>
                    <a:pt x="707726" y="5340358"/>
                  </a:lnTo>
                  <a:lnTo>
                    <a:pt x="707835" y="5340358"/>
                  </a:lnTo>
                  <a:lnTo>
                    <a:pt x="707943" y="5340358"/>
                  </a:lnTo>
                  <a:lnTo>
                    <a:pt x="708052" y="5340358"/>
                  </a:lnTo>
                  <a:lnTo>
                    <a:pt x="708268" y="5340358"/>
                  </a:lnTo>
                  <a:lnTo>
                    <a:pt x="708377" y="5340358"/>
                  </a:lnTo>
                  <a:lnTo>
                    <a:pt x="708702" y="5340358"/>
                  </a:lnTo>
                  <a:lnTo>
                    <a:pt x="708811" y="5340358"/>
                  </a:lnTo>
                  <a:lnTo>
                    <a:pt x="708919" y="5340358"/>
                  </a:lnTo>
                  <a:lnTo>
                    <a:pt x="709028" y="5340358"/>
                  </a:lnTo>
                  <a:lnTo>
                    <a:pt x="709136" y="5340358"/>
                  </a:lnTo>
                  <a:lnTo>
                    <a:pt x="709244" y="5340358"/>
                  </a:lnTo>
                  <a:lnTo>
                    <a:pt x="709244" y="5339735"/>
                  </a:lnTo>
                  <a:lnTo>
                    <a:pt x="709461" y="5339735"/>
                  </a:lnTo>
                  <a:lnTo>
                    <a:pt x="709570" y="5339735"/>
                  </a:lnTo>
                  <a:lnTo>
                    <a:pt x="709678" y="5339735"/>
                  </a:lnTo>
                  <a:lnTo>
                    <a:pt x="709678" y="5339111"/>
                  </a:lnTo>
                  <a:lnTo>
                    <a:pt x="709895" y="5339111"/>
                  </a:lnTo>
                  <a:lnTo>
                    <a:pt x="710004" y="5339111"/>
                  </a:lnTo>
                  <a:lnTo>
                    <a:pt x="710221" y="5339111"/>
                  </a:lnTo>
                  <a:lnTo>
                    <a:pt x="710329" y="5339111"/>
                  </a:lnTo>
                  <a:lnTo>
                    <a:pt x="710437" y="5339111"/>
                  </a:lnTo>
                  <a:lnTo>
                    <a:pt x="710546" y="5339111"/>
                  </a:lnTo>
                  <a:lnTo>
                    <a:pt x="710654" y="5339111"/>
                  </a:lnTo>
                  <a:lnTo>
                    <a:pt x="711088" y="5339111"/>
                  </a:lnTo>
                  <a:lnTo>
                    <a:pt x="711305" y="5339111"/>
                  </a:lnTo>
                  <a:lnTo>
                    <a:pt x="711413" y="5339111"/>
                  </a:lnTo>
                  <a:lnTo>
                    <a:pt x="711522" y="5339111"/>
                  </a:lnTo>
                  <a:lnTo>
                    <a:pt x="711630" y="5339111"/>
                  </a:lnTo>
                  <a:lnTo>
                    <a:pt x="711739" y="5339111"/>
                  </a:lnTo>
                  <a:lnTo>
                    <a:pt x="711847" y="5339111"/>
                  </a:lnTo>
                  <a:lnTo>
                    <a:pt x="711956" y="5339111"/>
                  </a:lnTo>
                  <a:lnTo>
                    <a:pt x="712064" y="5339111"/>
                  </a:lnTo>
                  <a:lnTo>
                    <a:pt x="712281" y="5339111"/>
                  </a:lnTo>
                  <a:lnTo>
                    <a:pt x="712281" y="5338488"/>
                  </a:lnTo>
                  <a:lnTo>
                    <a:pt x="712389" y="5338488"/>
                  </a:lnTo>
                  <a:lnTo>
                    <a:pt x="712498" y="5337864"/>
                  </a:lnTo>
                  <a:lnTo>
                    <a:pt x="712606" y="5337864"/>
                  </a:lnTo>
                  <a:lnTo>
                    <a:pt x="712715" y="5337864"/>
                  </a:lnTo>
                  <a:lnTo>
                    <a:pt x="712823" y="5337864"/>
                  </a:lnTo>
                  <a:lnTo>
                    <a:pt x="712932" y="5336617"/>
                  </a:lnTo>
                  <a:lnTo>
                    <a:pt x="713040" y="5336617"/>
                  </a:lnTo>
                  <a:lnTo>
                    <a:pt x="713149" y="5336617"/>
                  </a:lnTo>
                  <a:lnTo>
                    <a:pt x="713365" y="5336617"/>
                  </a:lnTo>
                  <a:lnTo>
                    <a:pt x="713474" y="5336617"/>
                  </a:lnTo>
                  <a:lnTo>
                    <a:pt x="713582" y="5336617"/>
                  </a:lnTo>
                  <a:lnTo>
                    <a:pt x="713799" y="5336617"/>
                  </a:lnTo>
                  <a:lnTo>
                    <a:pt x="713908" y="5336617"/>
                  </a:lnTo>
                  <a:lnTo>
                    <a:pt x="714016" y="5336617"/>
                  </a:lnTo>
                  <a:lnTo>
                    <a:pt x="714016" y="5335993"/>
                  </a:lnTo>
                  <a:lnTo>
                    <a:pt x="714125" y="5335993"/>
                  </a:lnTo>
                  <a:lnTo>
                    <a:pt x="714233" y="5335370"/>
                  </a:lnTo>
                  <a:lnTo>
                    <a:pt x="714341" y="5335370"/>
                  </a:lnTo>
                  <a:lnTo>
                    <a:pt x="714558" y="5335370"/>
                  </a:lnTo>
                  <a:lnTo>
                    <a:pt x="714667" y="5335370"/>
                  </a:lnTo>
                  <a:lnTo>
                    <a:pt x="714992" y="5334746"/>
                  </a:lnTo>
                  <a:lnTo>
                    <a:pt x="715101" y="5334746"/>
                  </a:lnTo>
                  <a:lnTo>
                    <a:pt x="715209" y="5334123"/>
                  </a:lnTo>
                  <a:lnTo>
                    <a:pt x="715318" y="5334123"/>
                  </a:lnTo>
                  <a:lnTo>
                    <a:pt x="715426" y="5334123"/>
                  </a:lnTo>
                  <a:lnTo>
                    <a:pt x="715534" y="5334123"/>
                  </a:lnTo>
                  <a:lnTo>
                    <a:pt x="715643" y="5334123"/>
                  </a:lnTo>
                  <a:lnTo>
                    <a:pt x="715860" y="5334123"/>
                  </a:lnTo>
                  <a:lnTo>
                    <a:pt x="715968" y="5332875"/>
                  </a:lnTo>
                  <a:lnTo>
                    <a:pt x="716077" y="5332252"/>
                  </a:lnTo>
                  <a:lnTo>
                    <a:pt x="716185" y="5332252"/>
                  </a:lnTo>
                  <a:lnTo>
                    <a:pt x="716510" y="5332252"/>
                  </a:lnTo>
                  <a:lnTo>
                    <a:pt x="716836" y="5332252"/>
                  </a:lnTo>
                  <a:lnTo>
                    <a:pt x="716944" y="5332252"/>
                  </a:lnTo>
                  <a:lnTo>
                    <a:pt x="717053" y="5331628"/>
                  </a:lnTo>
                  <a:lnTo>
                    <a:pt x="717161" y="5331005"/>
                  </a:lnTo>
                  <a:lnTo>
                    <a:pt x="717270" y="5331005"/>
                  </a:lnTo>
                  <a:lnTo>
                    <a:pt x="717270" y="5330381"/>
                  </a:lnTo>
                  <a:lnTo>
                    <a:pt x="717378" y="5330381"/>
                  </a:lnTo>
                  <a:lnTo>
                    <a:pt x="717595" y="5329758"/>
                  </a:lnTo>
                  <a:lnTo>
                    <a:pt x="717703" y="5329758"/>
                  </a:lnTo>
                  <a:lnTo>
                    <a:pt x="717812" y="5329758"/>
                  </a:lnTo>
                  <a:lnTo>
                    <a:pt x="718029" y="5329758"/>
                  </a:lnTo>
                  <a:lnTo>
                    <a:pt x="718137" y="5329758"/>
                  </a:lnTo>
                  <a:lnTo>
                    <a:pt x="718354" y="5329758"/>
                  </a:lnTo>
                  <a:lnTo>
                    <a:pt x="718788" y="5329758"/>
                  </a:lnTo>
                  <a:lnTo>
                    <a:pt x="718896" y="5329758"/>
                  </a:lnTo>
                  <a:lnTo>
                    <a:pt x="718896" y="5329134"/>
                  </a:lnTo>
                  <a:lnTo>
                    <a:pt x="718896" y="5328510"/>
                  </a:lnTo>
                  <a:lnTo>
                    <a:pt x="719005" y="5328510"/>
                  </a:lnTo>
                  <a:lnTo>
                    <a:pt x="719222" y="5328510"/>
                  </a:lnTo>
                  <a:lnTo>
                    <a:pt x="719330" y="5328510"/>
                  </a:lnTo>
                  <a:lnTo>
                    <a:pt x="719330" y="5327887"/>
                  </a:lnTo>
                  <a:lnTo>
                    <a:pt x="719547" y="5327887"/>
                  </a:lnTo>
                  <a:lnTo>
                    <a:pt x="719655" y="5327887"/>
                  </a:lnTo>
                  <a:lnTo>
                    <a:pt x="719764" y="5327887"/>
                  </a:lnTo>
                  <a:lnTo>
                    <a:pt x="719872" y="5327263"/>
                  </a:lnTo>
                  <a:lnTo>
                    <a:pt x="719981" y="5327263"/>
                  </a:lnTo>
                  <a:lnTo>
                    <a:pt x="720089" y="5327263"/>
                  </a:lnTo>
                  <a:lnTo>
                    <a:pt x="720198" y="5327263"/>
                  </a:lnTo>
                  <a:lnTo>
                    <a:pt x="720306" y="5327263"/>
                  </a:lnTo>
                  <a:lnTo>
                    <a:pt x="720306" y="5326640"/>
                  </a:lnTo>
                  <a:lnTo>
                    <a:pt x="720523" y="5326640"/>
                  </a:lnTo>
                  <a:lnTo>
                    <a:pt x="720848" y="5326640"/>
                  </a:lnTo>
                  <a:lnTo>
                    <a:pt x="720957" y="5326640"/>
                  </a:lnTo>
                  <a:lnTo>
                    <a:pt x="720957" y="5326016"/>
                  </a:lnTo>
                  <a:lnTo>
                    <a:pt x="721174" y="5326016"/>
                  </a:lnTo>
                  <a:lnTo>
                    <a:pt x="721282" y="5325393"/>
                  </a:lnTo>
                  <a:lnTo>
                    <a:pt x="721391" y="5325393"/>
                  </a:lnTo>
                  <a:lnTo>
                    <a:pt x="721824" y="5324769"/>
                  </a:lnTo>
                  <a:lnTo>
                    <a:pt x="721933" y="5324769"/>
                  </a:lnTo>
                  <a:lnTo>
                    <a:pt x="722041" y="5324769"/>
                  </a:lnTo>
                  <a:lnTo>
                    <a:pt x="722258" y="5324769"/>
                  </a:lnTo>
                  <a:lnTo>
                    <a:pt x="722367" y="5324769"/>
                  </a:lnTo>
                  <a:lnTo>
                    <a:pt x="722475" y="5324769"/>
                  </a:lnTo>
                  <a:lnTo>
                    <a:pt x="723017" y="5324769"/>
                  </a:lnTo>
                  <a:lnTo>
                    <a:pt x="723126" y="5324769"/>
                  </a:lnTo>
                  <a:lnTo>
                    <a:pt x="723234" y="5324769"/>
                  </a:lnTo>
                  <a:lnTo>
                    <a:pt x="723234" y="5324145"/>
                  </a:lnTo>
                  <a:lnTo>
                    <a:pt x="723343" y="5324145"/>
                  </a:lnTo>
                  <a:lnTo>
                    <a:pt x="723451" y="5324145"/>
                  </a:lnTo>
                  <a:lnTo>
                    <a:pt x="723560" y="5324145"/>
                  </a:lnTo>
                  <a:lnTo>
                    <a:pt x="723668" y="5324145"/>
                  </a:lnTo>
                  <a:lnTo>
                    <a:pt x="723776" y="5324145"/>
                  </a:lnTo>
                  <a:lnTo>
                    <a:pt x="723885" y="5324145"/>
                  </a:lnTo>
                  <a:lnTo>
                    <a:pt x="723993" y="5324145"/>
                  </a:lnTo>
                  <a:lnTo>
                    <a:pt x="724102" y="5324145"/>
                  </a:lnTo>
                  <a:lnTo>
                    <a:pt x="724319" y="5324145"/>
                  </a:lnTo>
                  <a:lnTo>
                    <a:pt x="724427" y="5324145"/>
                  </a:lnTo>
                  <a:lnTo>
                    <a:pt x="724427" y="5323522"/>
                  </a:lnTo>
                  <a:lnTo>
                    <a:pt x="724427" y="5322898"/>
                  </a:lnTo>
                  <a:lnTo>
                    <a:pt x="724861" y="5322275"/>
                  </a:lnTo>
                  <a:lnTo>
                    <a:pt x="724969" y="5322275"/>
                  </a:lnTo>
                  <a:lnTo>
                    <a:pt x="725078" y="5322275"/>
                  </a:lnTo>
                  <a:lnTo>
                    <a:pt x="725186" y="5322275"/>
                  </a:lnTo>
                  <a:lnTo>
                    <a:pt x="725403" y="5322275"/>
                  </a:lnTo>
                  <a:lnTo>
                    <a:pt x="725512" y="5322275"/>
                  </a:lnTo>
                  <a:lnTo>
                    <a:pt x="725728" y="5322275"/>
                  </a:lnTo>
                  <a:lnTo>
                    <a:pt x="725945" y="5322275"/>
                  </a:lnTo>
                  <a:lnTo>
                    <a:pt x="726054" y="5322275"/>
                  </a:lnTo>
                  <a:lnTo>
                    <a:pt x="726162" y="5322275"/>
                  </a:lnTo>
                  <a:lnTo>
                    <a:pt x="726271" y="5322275"/>
                  </a:lnTo>
                  <a:lnTo>
                    <a:pt x="726379" y="5322275"/>
                  </a:lnTo>
                  <a:lnTo>
                    <a:pt x="726488" y="5322275"/>
                  </a:lnTo>
                  <a:lnTo>
                    <a:pt x="726596" y="5322275"/>
                  </a:lnTo>
                  <a:lnTo>
                    <a:pt x="726704" y="5322275"/>
                  </a:lnTo>
                  <a:lnTo>
                    <a:pt x="726921" y="5322275"/>
                  </a:lnTo>
                  <a:lnTo>
                    <a:pt x="727030" y="5322275"/>
                  </a:lnTo>
                  <a:lnTo>
                    <a:pt x="727138" y="5322275"/>
                  </a:lnTo>
                  <a:lnTo>
                    <a:pt x="727247" y="5322275"/>
                  </a:lnTo>
                  <a:lnTo>
                    <a:pt x="727355" y="5322275"/>
                  </a:lnTo>
                  <a:lnTo>
                    <a:pt x="727464" y="5322275"/>
                  </a:lnTo>
                  <a:lnTo>
                    <a:pt x="728114" y="5322275"/>
                  </a:lnTo>
                  <a:lnTo>
                    <a:pt x="728223" y="5322275"/>
                  </a:lnTo>
                  <a:lnTo>
                    <a:pt x="728331" y="5322275"/>
                  </a:lnTo>
                  <a:lnTo>
                    <a:pt x="728440" y="5322275"/>
                  </a:lnTo>
                  <a:lnTo>
                    <a:pt x="728440" y="5321651"/>
                  </a:lnTo>
                  <a:lnTo>
                    <a:pt x="728548" y="5321027"/>
                  </a:lnTo>
                  <a:lnTo>
                    <a:pt x="728657" y="5321027"/>
                  </a:lnTo>
                  <a:lnTo>
                    <a:pt x="728765" y="5321027"/>
                  </a:lnTo>
                  <a:lnTo>
                    <a:pt x="728873" y="5321027"/>
                  </a:lnTo>
                  <a:lnTo>
                    <a:pt x="728982" y="5320404"/>
                  </a:lnTo>
                  <a:lnTo>
                    <a:pt x="728982" y="5319780"/>
                  </a:lnTo>
                  <a:lnTo>
                    <a:pt x="729090" y="5319780"/>
                  </a:lnTo>
                  <a:lnTo>
                    <a:pt x="729199" y="5319157"/>
                  </a:lnTo>
                  <a:lnTo>
                    <a:pt x="729307" y="5319157"/>
                  </a:lnTo>
                  <a:lnTo>
                    <a:pt x="729416" y="5319157"/>
                  </a:lnTo>
                  <a:lnTo>
                    <a:pt x="729524" y="5319157"/>
                  </a:lnTo>
                  <a:lnTo>
                    <a:pt x="729633" y="5319157"/>
                  </a:lnTo>
                  <a:lnTo>
                    <a:pt x="729633" y="5318533"/>
                  </a:lnTo>
                  <a:lnTo>
                    <a:pt x="729741" y="5317910"/>
                  </a:lnTo>
                  <a:lnTo>
                    <a:pt x="729849" y="5317910"/>
                  </a:lnTo>
                  <a:lnTo>
                    <a:pt x="729958" y="5317910"/>
                  </a:lnTo>
                  <a:lnTo>
                    <a:pt x="729958" y="5317286"/>
                  </a:lnTo>
                  <a:lnTo>
                    <a:pt x="730500" y="5315415"/>
                  </a:lnTo>
                  <a:lnTo>
                    <a:pt x="730500" y="5314792"/>
                  </a:lnTo>
                  <a:lnTo>
                    <a:pt x="730500" y="5314168"/>
                  </a:lnTo>
                  <a:lnTo>
                    <a:pt x="730609" y="5314168"/>
                  </a:lnTo>
                  <a:lnTo>
                    <a:pt x="730609" y="5313544"/>
                  </a:lnTo>
                  <a:lnTo>
                    <a:pt x="730717" y="5313544"/>
                  </a:lnTo>
                  <a:lnTo>
                    <a:pt x="730825" y="5313544"/>
                  </a:lnTo>
                  <a:lnTo>
                    <a:pt x="730825" y="5312921"/>
                  </a:lnTo>
                  <a:lnTo>
                    <a:pt x="731042" y="5312921"/>
                  </a:lnTo>
                  <a:lnTo>
                    <a:pt x="731042" y="5312297"/>
                  </a:lnTo>
                  <a:lnTo>
                    <a:pt x="731476" y="5312297"/>
                  </a:lnTo>
                  <a:lnTo>
                    <a:pt x="731585" y="5312297"/>
                  </a:lnTo>
                  <a:lnTo>
                    <a:pt x="731693" y="5312297"/>
                  </a:lnTo>
                  <a:lnTo>
                    <a:pt x="731693" y="5311674"/>
                  </a:lnTo>
                  <a:lnTo>
                    <a:pt x="731802" y="5311674"/>
                  </a:lnTo>
                  <a:lnTo>
                    <a:pt x="731910" y="5311674"/>
                  </a:lnTo>
                  <a:lnTo>
                    <a:pt x="732018" y="5311050"/>
                  </a:lnTo>
                  <a:lnTo>
                    <a:pt x="732127" y="5311050"/>
                  </a:lnTo>
                  <a:lnTo>
                    <a:pt x="732344" y="5311050"/>
                  </a:lnTo>
                  <a:lnTo>
                    <a:pt x="732452" y="5311050"/>
                  </a:lnTo>
                  <a:lnTo>
                    <a:pt x="732452" y="5310427"/>
                  </a:lnTo>
                  <a:lnTo>
                    <a:pt x="732561" y="5310427"/>
                  </a:lnTo>
                  <a:lnTo>
                    <a:pt x="732669" y="5310427"/>
                  </a:lnTo>
                  <a:lnTo>
                    <a:pt x="732778" y="5309803"/>
                  </a:lnTo>
                  <a:lnTo>
                    <a:pt x="732886" y="5309803"/>
                  </a:lnTo>
                  <a:lnTo>
                    <a:pt x="732994" y="5309803"/>
                  </a:lnTo>
                  <a:lnTo>
                    <a:pt x="733320" y="5309803"/>
                  </a:lnTo>
                  <a:lnTo>
                    <a:pt x="733428" y="5309803"/>
                  </a:lnTo>
                  <a:lnTo>
                    <a:pt x="733428" y="5309179"/>
                  </a:lnTo>
                  <a:lnTo>
                    <a:pt x="733645" y="5309179"/>
                  </a:lnTo>
                  <a:lnTo>
                    <a:pt x="733862" y="5309179"/>
                  </a:lnTo>
                  <a:lnTo>
                    <a:pt x="733970" y="5309179"/>
                  </a:lnTo>
                  <a:lnTo>
                    <a:pt x="733970" y="5308556"/>
                  </a:lnTo>
                  <a:lnTo>
                    <a:pt x="734079" y="5308556"/>
                  </a:lnTo>
                  <a:lnTo>
                    <a:pt x="734187" y="5308556"/>
                  </a:lnTo>
                  <a:lnTo>
                    <a:pt x="734296" y="5308556"/>
                  </a:lnTo>
                  <a:lnTo>
                    <a:pt x="734513" y="5308556"/>
                  </a:lnTo>
                  <a:lnTo>
                    <a:pt x="734621" y="5307932"/>
                  </a:lnTo>
                  <a:lnTo>
                    <a:pt x="734946" y="5307309"/>
                  </a:lnTo>
                  <a:lnTo>
                    <a:pt x="735055" y="5307309"/>
                  </a:lnTo>
                  <a:lnTo>
                    <a:pt x="735055" y="5306685"/>
                  </a:lnTo>
                  <a:lnTo>
                    <a:pt x="735380" y="5306685"/>
                  </a:lnTo>
                  <a:lnTo>
                    <a:pt x="735489" y="5306061"/>
                  </a:lnTo>
                  <a:lnTo>
                    <a:pt x="735597" y="5306061"/>
                  </a:lnTo>
                  <a:lnTo>
                    <a:pt x="735706" y="5306061"/>
                  </a:lnTo>
                  <a:lnTo>
                    <a:pt x="735814" y="5306061"/>
                  </a:lnTo>
                  <a:lnTo>
                    <a:pt x="735922" y="5306061"/>
                  </a:lnTo>
                  <a:lnTo>
                    <a:pt x="736465" y="5305438"/>
                  </a:lnTo>
                  <a:lnTo>
                    <a:pt x="736573" y="5305438"/>
                  </a:lnTo>
                  <a:lnTo>
                    <a:pt x="736682" y="5305438"/>
                  </a:lnTo>
                  <a:lnTo>
                    <a:pt x="736790" y="5304814"/>
                  </a:lnTo>
                  <a:lnTo>
                    <a:pt x="737007" y="5304814"/>
                  </a:lnTo>
                  <a:lnTo>
                    <a:pt x="737115" y="5304814"/>
                  </a:lnTo>
                  <a:lnTo>
                    <a:pt x="737224" y="5304814"/>
                  </a:lnTo>
                  <a:lnTo>
                    <a:pt x="737332" y="5304814"/>
                  </a:lnTo>
                  <a:lnTo>
                    <a:pt x="737441" y="5304814"/>
                  </a:lnTo>
                  <a:lnTo>
                    <a:pt x="737549" y="5304814"/>
                  </a:lnTo>
                  <a:lnTo>
                    <a:pt x="737549" y="5304191"/>
                  </a:lnTo>
                  <a:lnTo>
                    <a:pt x="737658" y="5304191"/>
                  </a:lnTo>
                  <a:lnTo>
                    <a:pt x="737766" y="5304191"/>
                  </a:lnTo>
                  <a:lnTo>
                    <a:pt x="737875" y="5304191"/>
                  </a:lnTo>
                  <a:lnTo>
                    <a:pt x="737875" y="5302944"/>
                  </a:lnTo>
                  <a:lnTo>
                    <a:pt x="737983" y="5302944"/>
                  </a:lnTo>
                  <a:lnTo>
                    <a:pt x="738091" y="5302944"/>
                  </a:lnTo>
                  <a:lnTo>
                    <a:pt x="738308" y="5302320"/>
                  </a:lnTo>
                  <a:lnTo>
                    <a:pt x="738417" y="5302320"/>
                  </a:lnTo>
                  <a:lnTo>
                    <a:pt x="738525" y="5302320"/>
                  </a:lnTo>
                  <a:lnTo>
                    <a:pt x="738742" y="5302320"/>
                  </a:lnTo>
                  <a:lnTo>
                    <a:pt x="738851" y="5302320"/>
                  </a:lnTo>
                  <a:lnTo>
                    <a:pt x="738959" y="5302320"/>
                  </a:lnTo>
                  <a:lnTo>
                    <a:pt x="739067" y="5302320"/>
                  </a:lnTo>
                  <a:lnTo>
                    <a:pt x="739176" y="5302320"/>
                  </a:lnTo>
                  <a:lnTo>
                    <a:pt x="739393" y="5301696"/>
                  </a:lnTo>
                  <a:lnTo>
                    <a:pt x="739501" y="5301696"/>
                  </a:lnTo>
                  <a:lnTo>
                    <a:pt x="739610" y="5301696"/>
                  </a:lnTo>
                  <a:lnTo>
                    <a:pt x="739718" y="5301073"/>
                  </a:lnTo>
                  <a:lnTo>
                    <a:pt x="739827" y="5301073"/>
                  </a:lnTo>
                  <a:lnTo>
                    <a:pt x="739827" y="5300449"/>
                  </a:lnTo>
                  <a:lnTo>
                    <a:pt x="739827" y="5299826"/>
                  </a:lnTo>
                  <a:lnTo>
                    <a:pt x="739935" y="5299826"/>
                  </a:lnTo>
                  <a:lnTo>
                    <a:pt x="740043" y="5299826"/>
                  </a:lnTo>
                  <a:lnTo>
                    <a:pt x="740260" y="5299826"/>
                  </a:lnTo>
                  <a:lnTo>
                    <a:pt x="740477" y="5299826"/>
                  </a:lnTo>
                  <a:lnTo>
                    <a:pt x="740586" y="5299826"/>
                  </a:lnTo>
                  <a:lnTo>
                    <a:pt x="740803" y="5299826"/>
                  </a:lnTo>
                  <a:lnTo>
                    <a:pt x="740911" y="5299826"/>
                  </a:lnTo>
                  <a:lnTo>
                    <a:pt x="741020" y="5299826"/>
                  </a:lnTo>
                  <a:lnTo>
                    <a:pt x="741020" y="5299202"/>
                  </a:lnTo>
                  <a:lnTo>
                    <a:pt x="741236" y="5299202"/>
                  </a:lnTo>
                  <a:lnTo>
                    <a:pt x="741562" y="5299202"/>
                  </a:lnTo>
                  <a:lnTo>
                    <a:pt x="741670" y="5299202"/>
                  </a:lnTo>
                  <a:lnTo>
                    <a:pt x="741779" y="5299202"/>
                  </a:lnTo>
                  <a:lnTo>
                    <a:pt x="741996" y="5298578"/>
                  </a:lnTo>
                  <a:lnTo>
                    <a:pt x="742104" y="5298578"/>
                  </a:lnTo>
                  <a:lnTo>
                    <a:pt x="742104" y="5297331"/>
                  </a:lnTo>
                  <a:lnTo>
                    <a:pt x="742321" y="5297331"/>
                  </a:lnTo>
                  <a:lnTo>
                    <a:pt x="742429" y="5297331"/>
                  </a:lnTo>
                  <a:lnTo>
                    <a:pt x="742538" y="5297331"/>
                  </a:lnTo>
                  <a:lnTo>
                    <a:pt x="742755" y="5296708"/>
                  </a:lnTo>
                  <a:lnTo>
                    <a:pt x="743080" y="5296708"/>
                  </a:lnTo>
                  <a:lnTo>
                    <a:pt x="743080" y="5296084"/>
                  </a:lnTo>
                  <a:lnTo>
                    <a:pt x="743188" y="5296084"/>
                  </a:lnTo>
                  <a:lnTo>
                    <a:pt x="743297" y="5296084"/>
                  </a:lnTo>
                  <a:lnTo>
                    <a:pt x="743405" y="5296084"/>
                  </a:lnTo>
                  <a:lnTo>
                    <a:pt x="743514" y="5296084"/>
                  </a:lnTo>
                  <a:lnTo>
                    <a:pt x="743622" y="5296084"/>
                  </a:lnTo>
                  <a:lnTo>
                    <a:pt x="743622" y="5294837"/>
                  </a:lnTo>
                  <a:lnTo>
                    <a:pt x="743622" y="5294213"/>
                  </a:lnTo>
                  <a:lnTo>
                    <a:pt x="743731" y="5294213"/>
                  </a:lnTo>
                  <a:lnTo>
                    <a:pt x="743839" y="5294213"/>
                  </a:lnTo>
                  <a:lnTo>
                    <a:pt x="743839" y="5293590"/>
                  </a:lnTo>
                  <a:lnTo>
                    <a:pt x="744381" y="5292966"/>
                  </a:lnTo>
                  <a:lnTo>
                    <a:pt x="744490" y="5292966"/>
                  </a:lnTo>
                  <a:lnTo>
                    <a:pt x="744598" y="5292966"/>
                  </a:lnTo>
                  <a:lnTo>
                    <a:pt x="744815" y="5292966"/>
                  </a:lnTo>
                  <a:lnTo>
                    <a:pt x="744924" y="5292966"/>
                  </a:lnTo>
                  <a:lnTo>
                    <a:pt x="745032" y="5292966"/>
                  </a:lnTo>
                  <a:lnTo>
                    <a:pt x="745249" y="5292966"/>
                  </a:lnTo>
                  <a:lnTo>
                    <a:pt x="745357" y="5292966"/>
                  </a:lnTo>
                  <a:lnTo>
                    <a:pt x="745791" y="5292343"/>
                  </a:lnTo>
                  <a:lnTo>
                    <a:pt x="745900" y="5292343"/>
                  </a:lnTo>
                  <a:lnTo>
                    <a:pt x="746008" y="5292343"/>
                  </a:lnTo>
                  <a:lnTo>
                    <a:pt x="746117" y="5292343"/>
                  </a:lnTo>
                  <a:lnTo>
                    <a:pt x="746225" y="5292343"/>
                  </a:lnTo>
                  <a:lnTo>
                    <a:pt x="746333" y="5291719"/>
                  </a:lnTo>
                  <a:lnTo>
                    <a:pt x="746442" y="5291719"/>
                  </a:lnTo>
                  <a:lnTo>
                    <a:pt x="746659" y="5291719"/>
                  </a:lnTo>
                  <a:lnTo>
                    <a:pt x="746767" y="5291719"/>
                  </a:lnTo>
                  <a:lnTo>
                    <a:pt x="746876" y="5291719"/>
                  </a:lnTo>
                  <a:lnTo>
                    <a:pt x="746984" y="5291719"/>
                  </a:lnTo>
                  <a:lnTo>
                    <a:pt x="747093" y="5291719"/>
                  </a:lnTo>
                  <a:lnTo>
                    <a:pt x="747201" y="5291719"/>
                  </a:lnTo>
                  <a:lnTo>
                    <a:pt x="747526" y="5291095"/>
                  </a:lnTo>
                  <a:lnTo>
                    <a:pt x="747743" y="5291095"/>
                  </a:lnTo>
                  <a:lnTo>
                    <a:pt x="748069" y="5290472"/>
                  </a:lnTo>
                  <a:lnTo>
                    <a:pt x="748177" y="5290472"/>
                  </a:lnTo>
                  <a:lnTo>
                    <a:pt x="748285" y="5289848"/>
                  </a:lnTo>
                  <a:lnTo>
                    <a:pt x="748502" y="5289848"/>
                  </a:lnTo>
                  <a:lnTo>
                    <a:pt x="748611" y="5289225"/>
                  </a:lnTo>
                  <a:lnTo>
                    <a:pt x="748719" y="5289225"/>
                  </a:lnTo>
                  <a:lnTo>
                    <a:pt x="748719" y="5288601"/>
                  </a:lnTo>
                  <a:lnTo>
                    <a:pt x="748828" y="5288601"/>
                  </a:lnTo>
                  <a:lnTo>
                    <a:pt x="748936" y="5288601"/>
                  </a:lnTo>
                  <a:lnTo>
                    <a:pt x="749153" y="5288601"/>
                  </a:lnTo>
                  <a:lnTo>
                    <a:pt x="749370" y="5288601"/>
                  </a:lnTo>
                  <a:lnTo>
                    <a:pt x="749478" y="5287354"/>
                  </a:lnTo>
                  <a:lnTo>
                    <a:pt x="749587" y="5287354"/>
                  </a:lnTo>
                  <a:lnTo>
                    <a:pt x="749804" y="5287354"/>
                  </a:lnTo>
                  <a:lnTo>
                    <a:pt x="749804" y="5286730"/>
                  </a:lnTo>
                  <a:lnTo>
                    <a:pt x="749912" y="5286730"/>
                  </a:lnTo>
                  <a:lnTo>
                    <a:pt x="750021" y="5286730"/>
                  </a:lnTo>
                  <a:lnTo>
                    <a:pt x="750238" y="5286730"/>
                  </a:lnTo>
                  <a:lnTo>
                    <a:pt x="750454" y="5286730"/>
                  </a:lnTo>
                  <a:lnTo>
                    <a:pt x="750780" y="5286730"/>
                  </a:lnTo>
                  <a:lnTo>
                    <a:pt x="750997" y="5286730"/>
                  </a:lnTo>
                  <a:lnTo>
                    <a:pt x="751105" y="5286730"/>
                  </a:lnTo>
                  <a:lnTo>
                    <a:pt x="751214" y="5286107"/>
                  </a:lnTo>
                  <a:lnTo>
                    <a:pt x="751430" y="5286107"/>
                  </a:lnTo>
                  <a:lnTo>
                    <a:pt x="751430" y="5285483"/>
                  </a:lnTo>
                  <a:lnTo>
                    <a:pt x="751539" y="5285483"/>
                  </a:lnTo>
                  <a:lnTo>
                    <a:pt x="751539" y="5284860"/>
                  </a:lnTo>
                  <a:lnTo>
                    <a:pt x="751539" y="5284236"/>
                  </a:lnTo>
                  <a:lnTo>
                    <a:pt x="751756" y="5283612"/>
                  </a:lnTo>
                  <a:lnTo>
                    <a:pt x="751864" y="5283612"/>
                  </a:lnTo>
                  <a:lnTo>
                    <a:pt x="752081" y="5282989"/>
                  </a:lnTo>
                  <a:lnTo>
                    <a:pt x="752190" y="5282365"/>
                  </a:lnTo>
                  <a:lnTo>
                    <a:pt x="752298" y="5282365"/>
                  </a:lnTo>
                  <a:lnTo>
                    <a:pt x="752515" y="5282365"/>
                  </a:lnTo>
                  <a:lnTo>
                    <a:pt x="752515" y="5281742"/>
                  </a:lnTo>
                  <a:lnTo>
                    <a:pt x="752732" y="5281742"/>
                  </a:lnTo>
                  <a:lnTo>
                    <a:pt x="752840" y="5281742"/>
                  </a:lnTo>
                  <a:lnTo>
                    <a:pt x="752949" y="5281742"/>
                  </a:lnTo>
                  <a:lnTo>
                    <a:pt x="753057" y="5281742"/>
                  </a:lnTo>
                  <a:lnTo>
                    <a:pt x="753057" y="5281118"/>
                  </a:lnTo>
                  <a:lnTo>
                    <a:pt x="753166" y="5281118"/>
                  </a:lnTo>
                  <a:lnTo>
                    <a:pt x="753383" y="5281118"/>
                  </a:lnTo>
                  <a:lnTo>
                    <a:pt x="753599" y="5281118"/>
                  </a:lnTo>
                  <a:lnTo>
                    <a:pt x="753708" y="5280495"/>
                  </a:lnTo>
                  <a:lnTo>
                    <a:pt x="753816" y="5280495"/>
                  </a:lnTo>
                  <a:lnTo>
                    <a:pt x="754033" y="5280495"/>
                  </a:lnTo>
                  <a:lnTo>
                    <a:pt x="754142" y="5280495"/>
                  </a:lnTo>
                  <a:lnTo>
                    <a:pt x="754359" y="5280495"/>
                  </a:lnTo>
                  <a:lnTo>
                    <a:pt x="754467" y="5280495"/>
                  </a:lnTo>
                  <a:lnTo>
                    <a:pt x="754467" y="5279871"/>
                  </a:lnTo>
                  <a:lnTo>
                    <a:pt x="754467" y="5279247"/>
                  </a:lnTo>
                  <a:lnTo>
                    <a:pt x="754575" y="5279247"/>
                  </a:lnTo>
                  <a:lnTo>
                    <a:pt x="754684" y="5279247"/>
                  </a:lnTo>
                  <a:lnTo>
                    <a:pt x="754792" y="5279247"/>
                  </a:lnTo>
                  <a:lnTo>
                    <a:pt x="754901" y="5279247"/>
                  </a:lnTo>
                  <a:lnTo>
                    <a:pt x="754901" y="5278624"/>
                  </a:lnTo>
                  <a:lnTo>
                    <a:pt x="755009" y="5278624"/>
                  </a:lnTo>
                  <a:lnTo>
                    <a:pt x="755118" y="5278624"/>
                  </a:lnTo>
                  <a:lnTo>
                    <a:pt x="755335" y="5278624"/>
                  </a:lnTo>
                  <a:lnTo>
                    <a:pt x="755443" y="5278624"/>
                  </a:lnTo>
                  <a:lnTo>
                    <a:pt x="755443" y="5278000"/>
                  </a:lnTo>
                  <a:lnTo>
                    <a:pt x="755551" y="5278000"/>
                  </a:lnTo>
                  <a:lnTo>
                    <a:pt x="755768" y="5277377"/>
                  </a:lnTo>
                  <a:lnTo>
                    <a:pt x="755768" y="5276753"/>
                  </a:lnTo>
                  <a:lnTo>
                    <a:pt x="756094" y="5276753"/>
                  </a:lnTo>
                  <a:lnTo>
                    <a:pt x="756202" y="5276753"/>
                  </a:lnTo>
                  <a:lnTo>
                    <a:pt x="756311" y="5276753"/>
                  </a:lnTo>
                  <a:lnTo>
                    <a:pt x="756419" y="5276753"/>
                  </a:lnTo>
                  <a:lnTo>
                    <a:pt x="756527" y="5276753"/>
                  </a:lnTo>
                  <a:lnTo>
                    <a:pt x="756744" y="5276753"/>
                  </a:lnTo>
                  <a:lnTo>
                    <a:pt x="756853" y="5276753"/>
                  </a:lnTo>
                  <a:lnTo>
                    <a:pt x="756961" y="5276753"/>
                  </a:lnTo>
                  <a:lnTo>
                    <a:pt x="757070" y="5276753"/>
                  </a:lnTo>
                  <a:lnTo>
                    <a:pt x="757178" y="5276753"/>
                  </a:lnTo>
                  <a:lnTo>
                    <a:pt x="757287" y="5276753"/>
                  </a:lnTo>
                  <a:lnTo>
                    <a:pt x="757503" y="5276753"/>
                  </a:lnTo>
                  <a:lnTo>
                    <a:pt x="757612" y="5276753"/>
                  </a:lnTo>
                  <a:lnTo>
                    <a:pt x="757720" y="5276753"/>
                  </a:lnTo>
                  <a:lnTo>
                    <a:pt x="757829" y="5276753"/>
                  </a:lnTo>
                  <a:lnTo>
                    <a:pt x="757829" y="5276130"/>
                  </a:lnTo>
                  <a:lnTo>
                    <a:pt x="757829" y="5275506"/>
                  </a:lnTo>
                  <a:lnTo>
                    <a:pt x="758046" y="5275506"/>
                  </a:lnTo>
                  <a:lnTo>
                    <a:pt x="758154" y="5275506"/>
                  </a:lnTo>
                  <a:lnTo>
                    <a:pt x="758371" y="5274882"/>
                  </a:lnTo>
                  <a:lnTo>
                    <a:pt x="758480" y="5274259"/>
                  </a:lnTo>
                  <a:lnTo>
                    <a:pt x="758588" y="5274259"/>
                  </a:lnTo>
                  <a:lnTo>
                    <a:pt x="758805" y="5274259"/>
                  </a:lnTo>
                  <a:lnTo>
                    <a:pt x="759022" y="5274259"/>
                  </a:lnTo>
                  <a:lnTo>
                    <a:pt x="759130" y="5274259"/>
                  </a:lnTo>
                  <a:lnTo>
                    <a:pt x="759130" y="5273635"/>
                  </a:lnTo>
                  <a:lnTo>
                    <a:pt x="759347" y="5273635"/>
                  </a:lnTo>
                  <a:lnTo>
                    <a:pt x="759672" y="5273635"/>
                  </a:lnTo>
                  <a:lnTo>
                    <a:pt x="759781" y="5273635"/>
                  </a:lnTo>
                  <a:lnTo>
                    <a:pt x="759889" y="5273635"/>
                  </a:lnTo>
                  <a:lnTo>
                    <a:pt x="760106" y="5273635"/>
                  </a:lnTo>
                  <a:lnTo>
                    <a:pt x="760215" y="5273635"/>
                  </a:lnTo>
                  <a:lnTo>
                    <a:pt x="760432" y="5273635"/>
                  </a:lnTo>
                  <a:lnTo>
                    <a:pt x="760540" y="5273635"/>
                  </a:lnTo>
                  <a:lnTo>
                    <a:pt x="760648" y="5273635"/>
                  </a:lnTo>
                  <a:lnTo>
                    <a:pt x="760974" y="5273012"/>
                  </a:lnTo>
                  <a:lnTo>
                    <a:pt x="761082" y="5273012"/>
                  </a:lnTo>
                  <a:lnTo>
                    <a:pt x="761299" y="5273012"/>
                  </a:lnTo>
                  <a:lnTo>
                    <a:pt x="761516" y="5273012"/>
                  </a:lnTo>
                  <a:lnTo>
                    <a:pt x="761733" y="5273012"/>
                  </a:lnTo>
                  <a:lnTo>
                    <a:pt x="761841" y="5273012"/>
                  </a:lnTo>
                  <a:lnTo>
                    <a:pt x="761950" y="5273012"/>
                  </a:lnTo>
                  <a:lnTo>
                    <a:pt x="762058" y="5273012"/>
                  </a:lnTo>
                  <a:lnTo>
                    <a:pt x="762058" y="5272388"/>
                  </a:lnTo>
                  <a:lnTo>
                    <a:pt x="762275" y="5271764"/>
                  </a:lnTo>
                  <a:lnTo>
                    <a:pt x="762601" y="5271764"/>
                  </a:lnTo>
                  <a:lnTo>
                    <a:pt x="762601" y="5271141"/>
                  </a:lnTo>
                  <a:lnTo>
                    <a:pt x="762709" y="5271141"/>
                  </a:lnTo>
                  <a:lnTo>
                    <a:pt x="762817" y="5271141"/>
                  </a:lnTo>
                  <a:lnTo>
                    <a:pt x="763034" y="5271141"/>
                  </a:lnTo>
                  <a:lnTo>
                    <a:pt x="763034" y="5270517"/>
                  </a:lnTo>
                  <a:lnTo>
                    <a:pt x="763251" y="5270517"/>
                  </a:lnTo>
                  <a:lnTo>
                    <a:pt x="763468" y="5270517"/>
                  </a:lnTo>
                  <a:lnTo>
                    <a:pt x="763685" y="5269894"/>
                  </a:lnTo>
                  <a:lnTo>
                    <a:pt x="763793" y="5269894"/>
                  </a:lnTo>
                  <a:lnTo>
                    <a:pt x="763902" y="5269894"/>
                  </a:lnTo>
                  <a:lnTo>
                    <a:pt x="764010" y="5269894"/>
                  </a:lnTo>
                  <a:lnTo>
                    <a:pt x="764119" y="5269894"/>
                  </a:lnTo>
                  <a:lnTo>
                    <a:pt x="764336" y="5269894"/>
                  </a:lnTo>
                  <a:lnTo>
                    <a:pt x="764553" y="5269270"/>
                  </a:lnTo>
                  <a:lnTo>
                    <a:pt x="764769" y="5269270"/>
                  </a:lnTo>
                  <a:lnTo>
                    <a:pt x="764769" y="5268647"/>
                  </a:lnTo>
                  <a:lnTo>
                    <a:pt x="764878" y="5268023"/>
                  </a:lnTo>
                  <a:lnTo>
                    <a:pt x="764986" y="5268023"/>
                  </a:lnTo>
                  <a:lnTo>
                    <a:pt x="765095" y="5268023"/>
                  </a:lnTo>
                  <a:lnTo>
                    <a:pt x="765203" y="5268023"/>
                  </a:lnTo>
                  <a:lnTo>
                    <a:pt x="765420" y="5268023"/>
                  </a:lnTo>
                  <a:lnTo>
                    <a:pt x="765529" y="5268023"/>
                  </a:lnTo>
                  <a:lnTo>
                    <a:pt x="765745" y="5268023"/>
                  </a:lnTo>
                  <a:lnTo>
                    <a:pt x="765854" y="5268023"/>
                  </a:lnTo>
                  <a:lnTo>
                    <a:pt x="765962" y="5268023"/>
                  </a:lnTo>
                  <a:lnTo>
                    <a:pt x="766179" y="5268023"/>
                  </a:lnTo>
                  <a:lnTo>
                    <a:pt x="766288" y="5268023"/>
                  </a:lnTo>
                  <a:lnTo>
                    <a:pt x="766396" y="5268023"/>
                  </a:lnTo>
                  <a:lnTo>
                    <a:pt x="766722" y="5267399"/>
                  </a:lnTo>
                  <a:lnTo>
                    <a:pt x="766830" y="5267399"/>
                  </a:lnTo>
                  <a:lnTo>
                    <a:pt x="767047" y="5267399"/>
                  </a:lnTo>
                  <a:lnTo>
                    <a:pt x="767264" y="5267399"/>
                  </a:lnTo>
                  <a:lnTo>
                    <a:pt x="767372" y="5267399"/>
                  </a:lnTo>
                  <a:lnTo>
                    <a:pt x="767481" y="5267399"/>
                  </a:lnTo>
                  <a:lnTo>
                    <a:pt x="767589" y="5267399"/>
                  </a:lnTo>
                  <a:lnTo>
                    <a:pt x="767698" y="5267399"/>
                  </a:lnTo>
                  <a:lnTo>
                    <a:pt x="767914" y="5267399"/>
                  </a:lnTo>
                  <a:lnTo>
                    <a:pt x="768023" y="5267399"/>
                  </a:lnTo>
                  <a:lnTo>
                    <a:pt x="768240" y="5267399"/>
                  </a:lnTo>
                  <a:lnTo>
                    <a:pt x="768348" y="5267399"/>
                  </a:lnTo>
                  <a:lnTo>
                    <a:pt x="768457" y="5267399"/>
                  </a:lnTo>
                  <a:lnTo>
                    <a:pt x="768565" y="5266776"/>
                  </a:lnTo>
                  <a:lnTo>
                    <a:pt x="768674" y="5266776"/>
                  </a:lnTo>
                  <a:lnTo>
                    <a:pt x="768782" y="5266776"/>
                  </a:lnTo>
                  <a:lnTo>
                    <a:pt x="769216" y="5266776"/>
                  </a:lnTo>
                  <a:lnTo>
                    <a:pt x="769324" y="5266776"/>
                  </a:lnTo>
                  <a:lnTo>
                    <a:pt x="769433" y="5266776"/>
                  </a:lnTo>
                  <a:lnTo>
                    <a:pt x="769541" y="5266776"/>
                  </a:lnTo>
                  <a:lnTo>
                    <a:pt x="769541" y="5266152"/>
                  </a:lnTo>
                  <a:lnTo>
                    <a:pt x="769650" y="5266152"/>
                  </a:lnTo>
                  <a:lnTo>
                    <a:pt x="769758" y="5266152"/>
                  </a:lnTo>
                  <a:lnTo>
                    <a:pt x="769866" y="5266152"/>
                  </a:lnTo>
                  <a:lnTo>
                    <a:pt x="769975" y="5266152"/>
                  </a:lnTo>
                  <a:lnTo>
                    <a:pt x="770083" y="5266152"/>
                  </a:lnTo>
                  <a:lnTo>
                    <a:pt x="770192" y="5266152"/>
                  </a:lnTo>
                  <a:lnTo>
                    <a:pt x="770300" y="5266152"/>
                  </a:lnTo>
                  <a:lnTo>
                    <a:pt x="770409" y="5265529"/>
                  </a:lnTo>
                  <a:lnTo>
                    <a:pt x="770517" y="5264905"/>
                  </a:lnTo>
                  <a:lnTo>
                    <a:pt x="770517" y="5264281"/>
                  </a:lnTo>
                  <a:lnTo>
                    <a:pt x="770626" y="5264281"/>
                  </a:lnTo>
                  <a:lnTo>
                    <a:pt x="770734" y="5264281"/>
                  </a:lnTo>
                  <a:lnTo>
                    <a:pt x="770843" y="5264281"/>
                  </a:lnTo>
                  <a:lnTo>
                    <a:pt x="770951" y="5264281"/>
                  </a:lnTo>
                  <a:lnTo>
                    <a:pt x="771059" y="5264281"/>
                  </a:lnTo>
                  <a:lnTo>
                    <a:pt x="771168" y="5264281"/>
                  </a:lnTo>
                  <a:lnTo>
                    <a:pt x="771276" y="5264281"/>
                  </a:lnTo>
                  <a:lnTo>
                    <a:pt x="771385" y="5264281"/>
                  </a:lnTo>
                  <a:lnTo>
                    <a:pt x="771602" y="5264281"/>
                  </a:lnTo>
                  <a:lnTo>
                    <a:pt x="771710" y="5264281"/>
                  </a:lnTo>
                  <a:lnTo>
                    <a:pt x="771819" y="5264281"/>
                  </a:lnTo>
                  <a:lnTo>
                    <a:pt x="771927" y="5264281"/>
                  </a:lnTo>
                  <a:lnTo>
                    <a:pt x="772361" y="5264281"/>
                  </a:lnTo>
                  <a:lnTo>
                    <a:pt x="772469" y="5264281"/>
                  </a:lnTo>
                  <a:lnTo>
                    <a:pt x="772686" y="5264281"/>
                  </a:lnTo>
                  <a:lnTo>
                    <a:pt x="772686" y="5263658"/>
                  </a:lnTo>
                  <a:lnTo>
                    <a:pt x="772795" y="5263658"/>
                  </a:lnTo>
                  <a:lnTo>
                    <a:pt x="772903" y="5263658"/>
                  </a:lnTo>
                  <a:lnTo>
                    <a:pt x="772903" y="5263034"/>
                  </a:lnTo>
                  <a:lnTo>
                    <a:pt x="772903" y="5262411"/>
                  </a:lnTo>
                  <a:lnTo>
                    <a:pt x="773011" y="5262411"/>
                  </a:lnTo>
                  <a:lnTo>
                    <a:pt x="773011" y="5261787"/>
                  </a:lnTo>
                  <a:lnTo>
                    <a:pt x="773011" y="5261164"/>
                  </a:lnTo>
                  <a:lnTo>
                    <a:pt x="773011" y="5260540"/>
                  </a:lnTo>
                  <a:lnTo>
                    <a:pt x="773011" y="5259916"/>
                  </a:lnTo>
                  <a:lnTo>
                    <a:pt x="773228" y="5259916"/>
                  </a:lnTo>
                  <a:lnTo>
                    <a:pt x="773228" y="5259293"/>
                  </a:lnTo>
                  <a:lnTo>
                    <a:pt x="773771" y="5258669"/>
                  </a:lnTo>
                  <a:lnTo>
                    <a:pt x="773987" y="5258669"/>
                  </a:lnTo>
                  <a:lnTo>
                    <a:pt x="774096" y="5258669"/>
                  </a:lnTo>
                  <a:lnTo>
                    <a:pt x="774096" y="5258046"/>
                  </a:lnTo>
                  <a:lnTo>
                    <a:pt x="774096" y="5257422"/>
                  </a:lnTo>
                  <a:lnTo>
                    <a:pt x="774313" y="5257422"/>
                  </a:lnTo>
                  <a:lnTo>
                    <a:pt x="774421" y="5257422"/>
                  </a:lnTo>
                  <a:lnTo>
                    <a:pt x="774530" y="5257422"/>
                  </a:lnTo>
                  <a:lnTo>
                    <a:pt x="774530" y="5256798"/>
                  </a:lnTo>
                  <a:lnTo>
                    <a:pt x="774638" y="5256798"/>
                  </a:lnTo>
                  <a:lnTo>
                    <a:pt x="774638" y="5256175"/>
                  </a:lnTo>
                  <a:lnTo>
                    <a:pt x="774855" y="5256175"/>
                  </a:lnTo>
                  <a:lnTo>
                    <a:pt x="774964" y="5256175"/>
                  </a:lnTo>
                  <a:lnTo>
                    <a:pt x="775072" y="5256175"/>
                  </a:lnTo>
                  <a:lnTo>
                    <a:pt x="775289" y="5256175"/>
                  </a:lnTo>
                  <a:lnTo>
                    <a:pt x="775506" y="5255551"/>
                  </a:lnTo>
                  <a:lnTo>
                    <a:pt x="775506" y="5254928"/>
                  </a:lnTo>
                  <a:lnTo>
                    <a:pt x="775614" y="5254928"/>
                  </a:lnTo>
                  <a:lnTo>
                    <a:pt x="775723" y="5254928"/>
                  </a:lnTo>
                  <a:lnTo>
                    <a:pt x="775831" y="5254928"/>
                  </a:lnTo>
                  <a:lnTo>
                    <a:pt x="775940" y="5254928"/>
                  </a:lnTo>
                  <a:lnTo>
                    <a:pt x="776048" y="5254928"/>
                  </a:lnTo>
                  <a:lnTo>
                    <a:pt x="776265" y="5254928"/>
                  </a:lnTo>
                  <a:lnTo>
                    <a:pt x="776373" y="5254928"/>
                  </a:lnTo>
                  <a:lnTo>
                    <a:pt x="776482" y="5254928"/>
                  </a:lnTo>
                  <a:lnTo>
                    <a:pt x="776590" y="5254928"/>
                  </a:lnTo>
                  <a:lnTo>
                    <a:pt x="776807" y="5254928"/>
                  </a:lnTo>
                  <a:lnTo>
                    <a:pt x="776916" y="5254928"/>
                  </a:lnTo>
                  <a:lnTo>
                    <a:pt x="777132" y="5254928"/>
                  </a:lnTo>
                  <a:lnTo>
                    <a:pt x="777132" y="5254304"/>
                  </a:lnTo>
                  <a:lnTo>
                    <a:pt x="777241" y="5254304"/>
                  </a:lnTo>
                  <a:lnTo>
                    <a:pt x="777458" y="5254304"/>
                  </a:lnTo>
                  <a:lnTo>
                    <a:pt x="777566" y="5254304"/>
                  </a:lnTo>
                  <a:lnTo>
                    <a:pt x="777675" y="5254304"/>
                  </a:lnTo>
                  <a:lnTo>
                    <a:pt x="777783" y="5254304"/>
                  </a:lnTo>
                  <a:lnTo>
                    <a:pt x="777892" y="5254304"/>
                  </a:lnTo>
                  <a:lnTo>
                    <a:pt x="777892" y="5253681"/>
                  </a:lnTo>
                  <a:lnTo>
                    <a:pt x="778000" y="5253681"/>
                  </a:lnTo>
                  <a:lnTo>
                    <a:pt x="778108" y="5253681"/>
                  </a:lnTo>
                  <a:lnTo>
                    <a:pt x="778217" y="5253681"/>
                  </a:lnTo>
                  <a:lnTo>
                    <a:pt x="778325" y="5253681"/>
                  </a:lnTo>
                  <a:lnTo>
                    <a:pt x="778434" y="5253057"/>
                  </a:lnTo>
                  <a:lnTo>
                    <a:pt x="778542" y="5253057"/>
                  </a:lnTo>
                  <a:lnTo>
                    <a:pt x="778651" y="5253057"/>
                  </a:lnTo>
                  <a:lnTo>
                    <a:pt x="778759" y="5253057"/>
                  </a:lnTo>
                  <a:lnTo>
                    <a:pt x="778976" y="5253057"/>
                  </a:lnTo>
                  <a:lnTo>
                    <a:pt x="779085" y="5253057"/>
                  </a:lnTo>
                  <a:lnTo>
                    <a:pt x="779193" y="5253057"/>
                  </a:lnTo>
                  <a:lnTo>
                    <a:pt x="779301" y="5253057"/>
                  </a:lnTo>
                  <a:lnTo>
                    <a:pt x="779518" y="5253057"/>
                  </a:lnTo>
                  <a:lnTo>
                    <a:pt x="779627" y="5253057"/>
                  </a:lnTo>
                  <a:lnTo>
                    <a:pt x="779735" y="5253057"/>
                  </a:lnTo>
                  <a:lnTo>
                    <a:pt x="779844" y="5253057"/>
                  </a:lnTo>
                  <a:lnTo>
                    <a:pt x="779952" y="5253057"/>
                  </a:lnTo>
                  <a:lnTo>
                    <a:pt x="779952" y="5252433"/>
                  </a:lnTo>
                  <a:lnTo>
                    <a:pt x="780169" y="5252433"/>
                  </a:lnTo>
                  <a:lnTo>
                    <a:pt x="780494" y="5252433"/>
                  </a:lnTo>
                  <a:lnTo>
                    <a:pt x="780711" y="5252433"/>
                  </a:lnTo>
                  <a:lnTo>
                    <a:pt x="780928" y="5250563"/>
                  </a:lnTo>
                  <a:lnTo>
                    <a:pt x="781037" y="5250563"/>
                  </a:lnTo>
                  <a:lnTo>
                    <a:pt x="781037" y="5249939"/>
                  </a:lnTo>
                  <a:lnTo>
                    <a:pt x="781145" y="5249939"/>
                  </a:lnTo>
                  <a:lnTo>
                    <a:pt x="781145" y="5249315"/>
                  </a:lnTo>
                  <a:lnTo>
                    <a:pt x="781253" y="5249315"/>
                  </a:lnTo>
                  <a:lnTo>
                    <a:pt x="781362" y="5249315"/>
                  </a:lnTo>
                  <a:lnTo>
                    <a:pt x="781470" y="5249315"/>
                  </a:lnTo>
                  <a:lnTo>
                    <a:pt x="781579" y="5249315"/>
                  </a:lnTo>
                  <a:lnTo>
                    <a:pt x="781687" y="5249315"/>
                  </a:lnTo>
                  <a:lnTo>
                    <a:pt x="781796" y="5249315"/>
                  </a:lnTo>
                  <a:lnTo>
                    <a:pt x="781904" y="5249315"/>
                  </a:lnTo>
                  <a:lnTo>
                    <a:pt x="781904" y="5248692"/>
                  </a:lnTo>
                  <a:lnTo>
                    <a:pt x="782013" y="5248692"/>
                  </a:lnTo>
                  <a:lnTo>
                    <a:pt x="782121" y="5248692"/>
                  </a:lnTo>
                  <a:lnTo>
                    <a:pt x="782229" y="5248692"/>
                  </a:lnTo>
                  <a:lnTo>
                    <a:pt x="782338" y="5248692"/>
                  </a:lnTo>
                  <a:lnTo>
                    <a:pt x="782555" y="5248692"/>
                  </a:lnTo>
                  <a:lnTo>
                    <a:pt x="782555" y="5248068"/>
                  </a:lnTo>
                  <a:lnTo>
                    <a:pt x="782772" y="5246821"/>
                  </a:lnTo>
                  <a:lnTo>
                    <a:pt x="782880" y="5246821"/>
                  </a:lnTo>
                  <a:lnTo>
                    <a:pt x="783097" y="5246198"/>
                  </a:lnTo>
                  <a:lnTo>
                    <a:pt x="783205" y="5246198"/>
                  </a:lnTo>
                  <a:lnTo>
                    <a:pt x="783314" y="5246198"/>
                  </a:lnTo>
                  <a:lnTo>
                    <a:pt x="783422" y="5246198"/>
                  </a:lnTo>
                  <a:lnTo>
                    <a:pt x="783531" y="5246198"/>
                  </a:lnTo>
                  <a:lnTo>
                    <a:pt x="783748" y="5244950"/>
                  </a:lnTo>
                  <a:lnTo>
                    <a:pt x="783856" y="5244950"/>
                  </a:lnTo>
                  <a:lnTo>
                    <a:pt x="783965" y="5244950"/>
                  </a:lnTo>
                  <a:lnTo>
                    <a:pt x="784073" y="5244327"/>
                  </a:lnTo>
                  <a:lnTo>
                    <a:pt x="784290" y="5244327"/>
                  </a:lnTo>
                  <a:lnTo>
                    <a:pt x="784398" y="5244327"/>
                  </a:lnTo>
                  <a:lnTo>
                    <a:pt x="784507" y="5244327"/>
                  </a:lnTo>
                  <a:lnTo>
                    <a:pt x="784615" y="5244327"/>
                  </a:lnTo>
                  <a:lnTo>
                    <a:pt x="784724" y="5244327"/>
                  </a:lnTo>
                  <a:lnTo>
                    <a:pt x="784832" y="5244327"/>
                  </a:lnTo>
                  <a:lnTo>
                    <a:pt x="784941" y="5244327"/>
                  </a:lnTo>
                  <a:lnTo>
                    <a:pt x="785049" y="5244327"/>
                  </a:lnTo>
                  <a:lnTo>
                    <a:pt x="785374" y="5244327"/>
                  </a:lnTo>
                  <a:lnTo>
                    <a:pt x="785483" y="5244327"/>
                  </a:lnTo>
                  <a:lnTo>
                    <a:pt x="785591" y="5244327"/>
                  </a:lnTo>
                  <a:lnTo>
                    <a:pt x="785700" y="5244327"/>
                  </a:lnTo>
                  <a:lnTo>
                    <a:pt x="785808" y="5244327"/>
                  </a:lnTo>
                  <a:lnTo>
                    <a:pt x="785917" y="5244327"/>
                  </a:lnTo>
                  <a:lnTo>
                    <a:pt x="786025" y="5243703"/>
                  </a:lnTo>
                  <a:lnTo>
                    <a:pt x="786134" y="5243080"/>
                  </a:lnTo>
                  <a:lnTo>
                    <a:pt x="786242" y="5243080"/>
                  </a:lnTo>
                  <a:lnTo>
                    <a:pt x="786350" y="5243080"/>
                  </a:lnTo>
                  <a:lnTo>
                    <a:pt x="786459" y="5243080"/>
                  </a:lnTo>
                  <a:lnTo>
                    <a:pt x="786676" y="5241832"/>
                  </a:lnTo>
                  <a:lnTo>
                    <a:pt x="786784" y="5241832"/>
                  </a:lnTo>
                  <a:lnTo>
                    <a:pt x="787001" y="5241832"/>
                  </a:lnTo>
                  <a:lnTo>
                    <a:pt x="787110" y="5241832"/>
                  </a:lnTo>
                  <a:lnTo>
                    <a:pt x="787218" y="5241832"/>
                  </a:lnTo>
                  <a:lnTo>
                    <a:pt x="787326" y="5241832"/>
                  </a:lnTo>
                  <a:lnTo>
                    <a:pt x="787326" y="5241209"/>
                  </a:lnTo>
                  <a:lnTo>
                    <a:pt x="787435" y="5241209"/>
                  </a:lnTo>
                  <a:lnTo>
                    <a:pt x="787543" y="5241209"/>
                  </a:lnTo>
                  <a:lnTo>
                    <a:pt x="787652" y="5241209"/>
                  </a:lnTo>
                  <a:lnTo>
                    <a:pt x="787760" y="5241209"/>
                  </a:lnTo>
                  <a:lnTo>
                    <a:pt x="787869" y="5241209"/>
                  </a:lnTo>
                  <a:lnTo>
                    <a:pt x="787977" y="5241209"/>
                  </a:lnTo>
                  <a:lnTo>
                    <a:pt x="788086" y="5241209"/>
                  </a:lnTo>
                  <a:lnTo>
                    <a:pt x="788194" y="5241209"/>
                  </a:lnTo>
                  <a:lnTo>
                    <a:pt x="788194" y="5239962"/>
                  </a:lnTo>
                  <a:lnTo>
                    <a:pt x="788194" y="5239338"/>
                  </a:lnTo>
                  <a:lnTo>
                    <a:pt x="788303" y="5239338"/>
                  </a:lnTo>
                  <a:lnTo>
                    <a:pt x="788303" y="5238091"/>
                  </a:lnTo>
                  <a:lnTo>
                    <a:pt x="788411" y="5238091"/>
                  </a:lnTo>
                  <a:lnTo>
                    <a:pt x="788519" y="5238091"/>
                  </a:lnTo>
                  <a:lnTo>
                    <a:pt x="788628" y="5238091"/>
                  </a:lnTo>
                  <a:lnTo>
                    <a:pt x="788736" y="5238091"/>
                  </a:lnTo>
                  <a:lnTo>
                    <a:pt x="788845" y="5238091"/>
                  </a:lnTo>
                  <a:lnTo>
                    <a:pt x="788953" y="5238091"/>
                  </a:lnTo>
                  <a:lnTo>
                    <a:pt x="789170" y="5238091"/>
                  </a:lnTo>
                  <a:lnTo>
                    <a:pt x="789279" y="5238091"/>
                  </a:lnTo>
                  <a:lnTo>
                    <a:pt x="789387" y="5238091"/>
                  </a:lnTo>
                  <a:lnTo>
                    <a:pt x="789495" y="5238091"/>
                  </a:lnTo>
                  <a:lnTo>
                    <a:pt x="789604" y="5238091"/>
                  </a:lnTo>
                  <a:lnTo>
                    <a:pt x="789712" y="5238091"/>
                  </a:lnTo>
                  <a:lnTo>
                    <a:pt x="789821" y="5238091"/>
                  </a:lnTo>
                  <a:lnTo>
                    <a:pt x="789929" y="5238091"/>
                  </a:lnTo>
                  <a:lnTo>
                    <a:pt x="790146" y="5238091"/>
                  </a:lnTo>
                  <a:lnTo>
                    <a:pt x="790146" y="5237467"/>
                  </a:lnTo>
                  <a:lnTo>
                    <a:pt x="790255" y="5237467"/>
                  </a:lnTo>
                  <a:lnTo>
                    <a:pt x="790363" y="5237467"/>
                  </a:lnTo>
                  <a:lnTo>
                    <a:pt x="790580" y="5237467"/>
                  </a:lnTo>
                  <a:lnTo>
                    <a:pt x="790688" y="5237467"/>
                  </a:lnTo>
                  <a:lnTo>
                    <a:pt x="790797" y="5236844"/>
                  </a:lnTo>
                  <a:lnTo>
                    <a:pt x="790905" y="5236220"/>
                  </a:lnTo>
                  <a:lnTo>
                    <a:pt x="791122" y="5236220"/>
                  </a:lnTo>
                  <a:lnTo>
                    <a:pt x="791231" y="5236220"/>
                  </a:lnTo>
                  <a:lnTo>
                    <a:pt x="791339" y="5236220"/>
                  </a:lnTo>
                  <a:lnTo>
                    <a:pt x="791447" y="5236220"/>
                  </a:lnTo>
                  <a:lnTo>
                    <a:pt x="791773" y="5236220"/>
                  </a:lnTo>
                  <a:lnTo>
                    <a:pt x="791881" y="5236220"/>
                  </a:lnTo>
                  <a:lnTo>
                    <a:pt x="791881" y="5234973"/>
                  </a:lnTo>
                  <a:lnTo>
                    <a:pt x="791990" y="5234973"/>
                  </a:lnTo>
                  <a:lnTo>
                    <a:pt x="792098" y="5234973"/>
                  </a:lnTo>
                  <a:lnTo>
                    <a:pt x="792315" y="5234349"/>
                  </a:lnTo>
                  <a:lnTo>
                    <a:pt x="792424" y="5234349"/>
                  </a:lnTo>
                  <a:lnTo>
                    <a:pt x="792532" y="5233726"/>
                  </a:lnTo>
                  <a:lnTo>
                    <a:pt x="792640" y="5233726"/>
                  </a:lnTo>
                  <a:lnTo>
                    <a:pt x="792857" y="5233102"/>
                  </a:lnTo>
                  <a:lnTo>
                    <a:pt x="793074" y="5233102"/>
                  </a:lnTo>
                  <a:lnTo>
                    <a:pt x="793183" y="5232479"/>
                  </a:lnTo>
                  <a:lnTo>
                    <a:pt x="793291" y="5232479"/>
                  </a:lnTo>
                  <a:lnTo>
                    <a:pt x="793291" y="5231855"/>
                  </a:lnTo>
                  <a:lnTo>
                    <a:pt x="793508" y="5231855"/>
                  </a:lnTo>
                  <a:lnTo>
                    <a:pt x="793508" y="5231232"/>
                  </a:lnTo>
                  <a:lnTo>
                    <a:pt x="793616" y="5231232"/>
                  </a:lnTo>
                  <a:lnTo>
                    <a:pt x="793725" y="5231232"/>
                  </a:lnTo>
                  <a:lnTo>
                    <a:pt x="793833" y="5231232"/>
                  </a:lnTo>
                  <a:lnTo>
                    <a:pt x="793942" y="5231232"/>
                  </a:lnTo>
                  <a:lnTo>
                    <a:pt x="794050" y="5231232"/>
                  </a:lnTo>
                  <a:lnTo>
                    <a:pt x="794376" y="5231232"/>
                  </a:lnTo>
                  <a:lnTo>
                    <a:pt x="794701" y="5231232"/>
                  </a:lnTo>
                  <a:lnTo>
                    <a:pt x="794701" y="5230608"/>
                  </a:lnTo>
                  <a:lnTo>
                    <a:pt x="794918" y="5230608"/>
                  </a:lnTo>
                  <a:lnTo>
                    <a:pt x="795026" y="5230608"/>
                  </a:lnTo>
                  <a:lnTo>
                    <a:pt x="795243" y="5229984"/>
                  </a:lnTo>
                  <a:lnTo>
                    <a:pt x="795352" y="5229984"/>
                  </a:lnTo>
                  <a:lnTo>
                    <a:pt x="795460" y="5229984"/>
                  </a:lnTo>
                  <a:lnTo>
                    <a:pt x="795568" y="5229984"/>
                  </a:lnTo>
                  <a:lnTo>
                    <a:pt x="795677" y="5229361"/>
                  </a:lnTo>
                  <a:lnTo>
                    <a:pt x="795894" y="5229361"/>
                  </a:lnTo>
                  <a:lnTo>
                    <a:pt x="796002" y="5229361"/>
                  </a:lnTo>
                  <a:lnTo>
                    <a:pt x="796111" y="5229361"/>
                  </a:lnTo>
                  <a:lnTo>
                    <a:pt x="796328" y="5229361"/>
                  </a:lnTo>
                  <a:lnTo>
                    <a:pt x="796436" y="5228737"/>
                  </a:lnTo>
                  <a:lnTo>
                    <a:pt x="796545" y="5228737"/>
                  </a:lnTo>
                  <a:lnTo>
                    <a:pt x="796761" y="5228114"/>
                  </a:lnTo>
                  <a:lnTo>
                    <a:pt x="796870" y="5228114"/>
                  </a:lnTo>
                  <a:lnTo>
                    <a:pt x="796978" y="5228114"/>
                  </a:lnTo>
                  <a:lnTo>
                    <a:pt x="797087" y="5228114"/>
                  </a:lnTo>
                  <a:lnTo>
                    <a:pt x="797412" y="5228114"/>
                  </a:lnTo>
                  <a:lnTo>
                    <a:pt x="797521" y="5228114"/>
                  </a:lnTo>
                  <a:lnTo>
                    <a:pt x="797629" y="5228114"/>
                  </a:lnTo>
                  <a:lnTo>
                    <a:pt x="797737" y="5228114"/>
                  </a:lnTo>
                  <a:lnTo>
                    <a:pt x="797737" y="5227490"/>
                  </a:lnTo>
                  <a:lnTo>
                    <a:pt x="797846" y="5227490"/>
                  </a:lnTo>
                  <a:lnTo>
                    <a:pt x="797954" y="5227490"/>
                  </a:lnTo>
                  <a:lnTo>
                    <a:pt x="797954" y="5226866"/>
                  </a:lnTo>
                  <a:lnTo>
                    <a:pt x="798063" y="5226866"/>
                  </a:lnTo>
                  <a:lnTo>
                    <a:pt x="798171" y="5226866"/>
                  </a:lnTo>
                  <a:lnTo>
                    <a:pt x="798280" y="5226866"/>
                  </a:lnTo>
                  <a:lnTo>
                    <a:pt x="798388" y="5226866"/>
                  </a:lnTo>
                  <a:lnTo>
                    <a:pt x="798497" y="5226866"/>
                  </a:lnTo>
                  <a:lnTo>
                    <a:pt x="798605" y="5226866"/>
                  </a:lnTo>
                  <a:lnTo>
                    <a:pt x="798713" y="5224996"/>
                  </a:lnTo>
                  <a:lnTo>
                    <a:pt x="798713" y="5224372"/>
                  </a:lnTo>
                  <a:lnTo>
                    <a:pt x="798713" y="5223749"/>
                  </a:lnTo>
                  <a:lnTo>
                    <a:pt x="798713" y="5223125"/>
                  </a:lnTo>
                  <a:lnTo>
                    <a:pt x="798822" y="5223125"/>
                  </a:lnTo>
                  <a:lnTo>
                    <a:pt x="798930" y="5223125"/>
                  </a:lnTo>
                  <a:lnTo>
                    <a:pt x="799039" y="5223125"/>
                  </a:lnTo>
                  <a:lnTo>
                    <a:pt x="799147" y="5223125"/>
                  </a:lnTo>
                  <a:lnTo>
                    <a:pt x="799256" y="5223125"/>
                  </a:lnTo>
                  <a:lnTo>
                    <a:pt x="799473" y="5223125"/>
                  </a:lnTo>
                  <a:lnTo>
                    <a:pt x="799473" y="5222501"/>
                  </a:lnTo>
                  <a:lnTo>
                    <a:pt x="799581" y="5222501"/>
                  </a:lnTo>
                  <a:lnTo>
                    <a:pt x="799581" y="5221878"/>
                  </a:lnTo>
                  <a:lnTo>
                    <a:pt x="799689" y="5221878"/>
                  </a:lnTo>
                  <a:lnTo>
                    <a:pt x="799798" y="5221878"/>
                  </a:lnTo>
                  <a:lnTo>
                    <a:pt x="799906" y="5221878"/>
                  </a:lnTo>
                  <a:lnTo>
                    <a:pt x="800015" y="5221878"/>
                  </a:lnTo>
                  <a:lnTo>
                    <a:pt x="800123" y="5221878"/>
                  </a:lnTo>
                  <a:lnTo>
                    <a:pt x="800123" y="5221254"/>
                  </a:lnTo>
                  <a:lnTo>
                    <a:pt x="800123" y="5220631"/>
                  </a:lnTo>
                  <a:lnTo>
                    <a:pt x="800232" y="5220631"/>
                  </a:lnTo>
                  <a:lnTo>
                    <a:pt x="800340" y="5220631"/>
                  </a:lnTo>
                  <a:lnTo>
                    <a:pt x="800449" y="5220631"/>
                  </a:lnTo>
                  <a:lnTo>
                    <a:pt x="800557" y="5220631"/>
                  </a:lnTo>
                  <a:lnTo>
                    <a:pt x="800774" y="5220631"/>
                  </a:lnTo>
                  <a:lnTo>
                    <a:pt x="800774" y="5220007"/>
                  </a:lnTo>
                  <a:lnTo>
                    <a:pt x="800882" y="5220007"/>
                  </a:lnTo>
                  <a:lnTo>
                    <a:pt x="800991" y="5220007"/>
                  </a:lnTo>
                  <a:lnTo>
                    <a:pt x="800991" y="5219384"/>
                  </a:lnTo>
                  <a:lnTo>
                    <a:pt x="801208" y="5219384"/>
                  </a:lnTo>
                  <a:lnTo>
                    <a:pt x="801316" y="5218760"/>
                  </a:lnTo>
                  <a:lnTo>
                    <a:pt x="801425" y="5218760"/>
                  </a:lnTo>
                  <a:lnTo>
                    <a:pt x="801533" y="5218760"/>
                  </a:lnTo>
                  <a:lnTo>
                    <a:pt x="801642" y="5218760"/>
                  </a:lnTo>
                  <a:lnTo>
                    <a:pt x="801750" y="5218760"/>
                  </a:lnTo>
                  <a:lnTo>
                    <a:pt x="801750" y="5216889"/>
                  </a:lnTo>
                  <a:lnTo>
                    <a:pt x="801967" y="5216266"/>
                  </a:lnTo>
                  <a:lnTo>
                    <a:pt x="802184" y="5215642"/>
                  </a:lnTo>
                  <a:lnTo>
                    <a:pt x="802292" y="5215642"/>
                  </a:lnTo>
                  <a:lnTo>
                    <a:pt x="802401" y="5215642"/>
                  </a:lnTo>
                  <a:lnTo>
                    <a:pt x="802834" y="5214395"/>
                  </a:lnTo>
                  <a:lnTo>
                    <a:pt x="802943" y="5214395"/>
                  </a:lnTo>
                  <a:lnTo>
                    <a:pt x="803160" y="5214395"/>
                  </a:lnTo>
                  <a:lnTo>
                    <a:pt x="803485" y="5214395"/>
                  </a:lnTo>
                  <a:lnTo>
                    <a:pt x="803702" y="5214395"/>
                  </a:lnTo>
                  <a:lnTo>
                    <a:pt x="804027" y="5213771"/>
                  </a:lnTo>
                  <a:lnTo>
                    <a:pt x="804136" y="5213771"/>
                  </a:lnTo>
                  <a:lnTo>
                    <a:pt x="804461" y="5213771"/>
                  </a:lnTo>
                  <a:lnTo>
                    <a:pt x="804570" y="5213771"/>
                  </a:lnTo>
                  <a:lnTo>
                    <a:pt x="804786" y="5213771"/>
                  </a:lnTo>
                  <a:lnTo>
                    <a:pt x="805003" y="5213771"/>
                  </a:lnTo>
                  <a:lnTo>
                    <a:pt x="805437" y="5213148"/>
                  </a:lnTo>
                  <a:lnTo>
                    <a:pt x="805871" y="5213148"/>
                  </a:lnTo>
                  <a:lnTo>
                    <a:pt x="805979" y="5213148"/>
                  </a:lnTo>
                  <a:lnTo>
                    <a:pt x="806196" y="5213148"/>
                  </a:lnTo>
                  <a:lnTo>
                    <a:pt x="806305" y="5213148"/>
                  </a:lnTo>
                  <a:lnTo>
                    <a:pt x="806305" y="5212524"/>
                  </a:lnTo>
                  <a:lnTo>
                    <a:pt x="806413" y="5212524"/>
                  </a:lnTo>
                  <a:lnTo>
                    <a:pt x="806522" y="5212524"/>
                  </a:lnTo>
                  <a:lnTo>
                    <a:pt x="806739" y="5212524"/>
                  </a:lnTo>
                  <a:lnTo>
                    <a:pt x="806847" y="5212524"/>
                  </a:lnTo>
                  <a:lnTo>
                    <a:pt x="807064" y="5212524"/>
                  </a:lnTo>
                  <a:lnTo>
                    <a:pt x="807172" y="5212524"/>
                  </a:lnTo>
                  <a:lnTo>
                    <a:pt x="807389" y="5212524"/>
                  </a:lnTo>
                  <a:lnTo>
                    <a:pt x="807389" y="5211901"/>
                  </a:lnTo>
                  <a:lnTo>
                    <a:pt x="807498" y="5211901"/>
                  </a:lnTo>
                  <a:lnTo>
                    <a:pt x="807606" y="5211901"/>
                  </a:lnTo>
                  <a:lnTo>
                    <a:pt x="807823" y="5211901"/>
                  </a:lnTo>
                  <a:lnTo>
                    <a:pt x="807931" y="5211901"/>
                  </a:lnTo>
                  <a:lnTo>
                    <a:pt x="808040" y="5211901"/>
                  </a:lnTo>
                  <a:lnTo>
                    <a:pt x="808257" y="5211901"/>
                  </a:lnTo>
                  <a:lnTo>
                    <a:pt x="808257" y="5211277"/>
                  </a:lnTo>
                  <a:lnTo>
                    <a:pt x="808474" y="5211277"/>
                  </a:lnTo>
                  <a:lnTo>
                    <a:pt x="808582" y="5211277"/>
                  </a:lnTo>
                  <a:lnTo>
                    <a:pt x="808582" y="5210653"/>
                  </a:lnTo>
                  <a:lnTo>
                    <a:pt x="808799" y="5210030"/>
                  </a:lnTo>
                  <a:lnTo>
                    <a:pt x="808907" y="5210030"/>
                  </a:lnTo>
                  <a:lnTo>
                    <a:pt x="809016" y="5210030"/>
                  </a:lnTo>
                  <a:lnTo>
                    <a:pt x="809124" y="5210030"/>
                  </a:lnTo>
                  <a:lnTo>
                    <a:pt x="809233" y="5210030"/>
                  </a:lnTo>
                  <a:lnTo>
                    <a:pt x="809341" y="5210030"/>
                  </a:lnTo>
                  <a:lnTo>
                    <a:pt x="809450" y="5210030"/>
                  </a:lnTo>
                  <a:lnTo>
                    <a:pt x="809667" y="5210030"/>
                  </a:lnTo>
                  <a:lnTo>
                    <a:pt x="809775" y="5210030"/>
                  </a:lnTo>
                  <a:lnTo>
                    <a:pt x="809884" y="5210030"/>
                  </a:lnTo>
                  <a:lnTo>
                    <a:pt x="809884" y="5209406"/>
                  </a:lnTo>
                  <a:lnTo>
                    <a:pt x="809992" y="5209406"/>
                  </a:lnTo>
                  <a:lnTo>
                    <a:pt x="809992" y="5208783"/>
                  </a:lnTo>
                  <a:lnTo>
                    <a:pt x="810100" y="5208783"/>
                  </a:lnTo>
                  <a:lnTo>
                    <a:pt x="810209" y="5208783"/>
                  </a:lnTo>
                  <a:lnTo>
                    <a:pt x="810209" y="5208159"/>
                  </a:lnTo>
                  <a:lnTo>
                    <a:pt x="810426" y="5208159"/>
                  </a:lnTo>
                  <a:lnTo>
                    <a:pt x="810534" y="5208159"/>
                  </a:lnTo>
                  <a:lnTo>
                    <a:pt x="810643" y="5208159"/>
                  </a:lnTo>
                  <a:lnTo>
                    <a:pt x="810751" y="5208159"/>
                  </a:lnTo>
                  <a:lnTo>
                    <a:pt x="810968" y="5208159"/>
                  </a:lnTo>
                  <a:lnTo>
                    <a:pt x="811293" y="5208159"/>
                  </a:lnTo>
                  <a:lnTo>
                    <a:pt x="811402" y="5208159"/>
                  </a:lnTo>
                  <a:lnTo>
                    <a:pt x="811510" y="5208159"/>
                  </a:lnTo>
                  <a:lnTo>
                    <a:pt x="811619" y="5208159"/>
                  </a:lnTo>
                  <a:lnTo>
                    <a:pt x="811619" y="5207535"/>
                  </a:lnTo>
                  <a:lnTo>
                    <a:pt x="811727" y="5207535"/>
                  </a:lnTo>
                  <a:lnTo>
                    <a:pt x="814655" y="5202547"/>
                  </a:lnTo>
                  <a:lnTo>
                    <a:pt x="814764" y="5202547"/>
                  </a:lnTo>
                  <a:lnTo>
                    <a:pt x="814872" y="5202547"/>
                  </a:lnTo>
                  <a:lnTo>
                    <a:pt x="814872" y="5201923"/>
                  </a:lnTo>
                  <a:lnTo>
                    <a:pt x="814981" y="5201923"/>
                  </a:lnTo>
                  <a:lnTo>
                    <a:pt x="815089" y="5201923"/>
                  </a:lnTo>
                  <a:lnTo>
                    <a:pt x="815306" y="5201923"/>
                  </a:lnTo>
                  <a:lnTo>
                    <a:pt x="815414" y="5201923"/>
                  </a:lnTo>
                  <a:lnTo>
                    <a:pt x="815523" y="5201923"/>
                  </a:lnTo>
                  <a:lnTo>
                    <a:pt x="815848" y="5201923"/>
                  </a:lnTo>
                  <a:lnTo>
                    <a:pt x="815957" y="5201923"/>
                  </a:lnTo>
                  <a:lnTo>
                    <a:pt x="815957" y="5200676"/>
                  </a:lnTo>
                  <a:lnTo>
                    <a:pt x="816065" y="5200676"/>
                  </a:lnTo>
                  <a:lnTo>
                    <a:pt x="816173" y="5200676"/>
                  </a:lnTo>
                  <a:lnTo>
                    <a:pt x="816282" y="5200676"/>
                  </a:lnTo>
                  <a:lnTo>
                    <a:pt x="816390" y="5200676"/>
                  </a:lnTo>
                  <a:lnTo>
                    <a:pt x="816499" y="5200676"/>
                  </a:lnTo>
                  <a:lnTo>
                    <a:pt x="816933" y="5200676"/>
                  </a:lnTo>
                  <a:lnTo>
                    <a:pt x="817041" y="5200676"/>
                  </a:lnTo>
                  <a:lnTo>
                    <a:pt x="817149" y="5200676"/>
                  </a:lnTo>
                  <a:lnTo>
                    <a:pt x="817258" y="5200676"/>
                  </a:lnTo>
                  <a:lnTo>
                    <a:pt x="817366" y="5200676"/>
                  </a:lnTo>
                  <a:lnTo>
                    <a:pt x="817475" y="5200676"/>
                  </a:lnTo>
                  <a:lnTo>
                    <a:pt x="817583" y="5200052"/>
                  </a:lnTo>
                  <a:lnTo>
                    <a:pt x="817692" y="5200052"/>
                  </a:lnTo>
                  <a:lnTo>
                    <a:pt x="817692" y="5199429"/>
                  </a:lnTo>
                  <a:lnTo>
                    <a:pt x="817692" y="5198805"/>
                  </a:lnTo>
                  <a:lnTo>
                    <a:pt x="817800" y="5198182"/>
                  </a:lnTo>
                  <a:lnTo>
                    <a:pt x="817909" y="5198182"/>
                  </a:lnTo>
                  <a:lnTo>
                    <a:pt x="818017" y="5198182"/>
                  </a:lnTo>
                  <a:lnTo>
                    <a:pt x="818126" y="5198182"/>
                  </a:lnTo>
                  <a:lnTo>
                    <a:pt x="818234" y="5198182"/>
                  </a:lnTo>
                  <a:lnTo>
                    <a:pt x="818234" y="5197558"/>
                  </a:lnTo>
                  <a:lnTo>
                    <a:pt x="818451" y="5197558"/>
                  </a:lnTo>
                  <a:lnTo>
                    <a:pt x="818451" y="5196935"/>
                  </a:lnTo>
                  <a:lnTo>
                    <a:pt x="818668" y="5196935"/>
                  </a:lnTo>
                  <a:lnTo>
                    <a:pt x="818776" y="5196935"/>
                  </a:lnTo>
                  <a:lnTo>
                    <a:pt x="818885" y="5196935"/>
                  </a:lnTo>
                  <a:lnTo>
                    <a:pt x="818993" y="5196935"/>
                  </a:lnTo>
                  <a:lnTo>
                    <a:pt x="819210" y="5196311"/>
                  </a:lnTo>
                  <a:lnTo>
                    <a:pt x="819318" y="5196311"/>
                  </a:lnTo>
                  <a:lnTo>
                    <a:pt x="819427" y="5196311"/>
                  </a:lnTo>
                  <a:lnTo>
                    <a:pt x="819535" y="5196311"/>
                  </a:lnTo>
                  <a:lnTo>
                    <a:pt x="819644" y="5196311"/>
                  </a:lnTo>
                  <a:lnTo>
                    <a:pt x="819752" y="5196311"/>
                  </a:lnTo>
                  <a:lnTo>
                    <a:pt x="819969" y="5196311"/>
                  </a:lnTo>
                  <a:lnTo>
                    <a:pt x="820078" y="5196311"/>
                  </a:lnTo>
                  <a:lnTo>
                    <a:pt x="820294" y="5196311"/>
                  </a:lnTo>
                  <a:lnTo>
                    <a:pt x="820403" y="5196311"/>
                  </a:lnTo>
                  <a:lnTo>
                    <a:pt x="820403" y="5195687"/>
                  </a:lnTo>
                  <a:lnTo>
                    <a:pt x="820511" y="5195687"/>
                  </a:lnTo>
                  <a:lnTo>
                    <a:pt x="820620" y="5195687"/>
                  </a:lnTo>
                  <a:lnTo>
                    <a:pt x="820945" y="5195687"/>
                  </a:lnTo>
                  <a:lnTo>
                    <a:pt x="821162" y="5195064"/>
                  </a:lnTo>
                  <a:lnTo>
                    <a:pt x="821270" y="5195064"/>
                  </a:lnTo>
                  <a:lnTo>
                    <a:pt x="821379" y="5195064"/>
                  </a:lnTo>
                  <a:lnTo>
                    <a:pt x="821487" y="5194440"/>
                  </a:lnTo>
                  <a:lnTo>
                    <a:pt x="821596" y="5194440"/>
                  </a:lnTo>
                  <a:lnTo>
                    <a:pt x="821704" y="5194440"/>
                  </a:lnTo>
                  <a:lnTo>
                    <a:pt x="821704" y="5193817"/>
                  </a:lnTo>
                  <a:lnTo>
                    <a:pt x="821921" y="5193817"/>
                  </a:lnTo>
                  <a:lnTo>
                    <a:pt x="822030" y="5193817"/>
                  </a:lnTo>
                  <a:lnTo>
                    <a:pt x="822247" y="5193817"/>
                  </a:lnTo>
                  <a:lnTo>
                    <a:pt x="822355" y="5193817"/>
                  </a:lnTo>
                  <a:lnTo>
                    <a:pt x="822572" y="5193817"/>
                  </a:lnTo>
                  <a:lnTo>
                    <a:pt x="822680" y="5193817"/>
                  </a:lnTo>
                  <a:lnTo>
                    <a:pt x="822680" y="5192569"/>
                  </a:lnTo>
                  <a:lnTo>
                    <a:pt x="822789" y="5192569"/>
                  </a:lnTo>
                  <a:lnTo>
                    <a:pt x="822897" y="5192569"/>
                  </a:lnTo>
                  <a:lnTo>
                    <a:pt x="823114" y="5192569"/>
                  </a:lnTo>
                  <a:lnTo>
                    <a:pt x="823331" y="5192569"/>
                  </a:lnTo>
                  <a:lnTo>
                    <a:pt x="823548" y="5192569"/>
                  </a:lnTo>
                  <a:lnTo>
                    <a:pt x="823548" y="5191946"/>
                  </a:lnTo>
                  <a:lnTo>
                    <a:pt x="823656" y="5191946"/>
                  </a:lnTo>
                  <a:lnTo>
                    <a:pt x="823765" y="5191946"/>
                  </a:lnTo>
                  <a:lnTo>
                    <a:pt x="823982" y="5191946"/>
                  </a:lnTo>
                  <a:lnTo>
                    <a:pt x="824199" y="5191946"/>
                  </a:lnTo>
                  <a:lnTo>
                    <a:pt x="824415" y="5191946"/>
                  </a:lnTo>
                  <a:lnTo>
                    <a:pt x="824632" y="5191946"/>
                  </a:lnTo>
                  <a:lnTo>
                    <a:pt x="824741" y="5191946"/>
                  </a:lnTo>
                  <a:lnTo>
                    <a:pt x="824849" y="5191946"/>
                  </a:lnTo>
                  <a:lnTo>
                    <a:pt x="824958" y="5191946"/>
                  </a:lnTo>
                  <a:lnTo>
                    <a:pt x="825066" y="5191946"/>
                  </a:lnTo>
                  <a:lnTo>
                    <a:pt x="825175" y="5191946"/>
                  </a:lnTo>
                  <a:lnTo>
                    <a:pt x="825283" y="5191946"/>
                  </a:lnTo>
                  <a:lnTo>
                    <a:pt x="825608" y="5191946"/>
                  </a:lnTo>
                  <a:lnTo>
                    <a:pt x="825608" y="5191322"/>
                  </a:lnTo>
                  <a:lnTo>
                    <a:pt x="825717" y="5191322"/>
                  </a:lnTo>
                  <a:lnTo>
                    <a:pt x="825825" y="5191322"/>
                  </a:lnTo>
                  <a:lnTo>
                    <a:pt x="825934" y="5191322"/>
                  </a:lnTo>
                  <a:lnTo>
                    <a:pt x="826042" y="5191322"/>
                  </a:lnTo>
                  <a:lnTo>
                    <a:pt x="826042" y="5190699"/>
                  </a:lnTo>
                  <a:lnTo>
                    <a:pt x="826151" y="5190699"/>
                  </a:lnTo>
                  <a:lnTo>
                    <a:pt x="826151" y="5190075"/>
                  </a:lnTo>
                  <a:lnTo>
                    <a:pt x="826151" y="5189452"/>
                  </a:lnTo>
                  <a:lnTo>
                    <a:pt x="826259" y="5189452"/>
                  </a:lnTo>
                  <a:lnTo>
                    <a:pt x="826367" y="5187581"/>
                  </a:lnTo>
                  <a:lnTo>
                    <a:pt x="826476" y="5187581"/>
                  </a:lnTo>
                  <a:lnTo>
                    <a:pt x="826584" y="5187581"/>
                  </a:lnTo>
                  <a:lnTo>
                    <a:pt x="826910" y="5187581"/>
                  </a:lnTo>
                  <a:lnTo>
                    <a:pt x="827127" y="5187581"/>
                  </a:lnTo>
                  <a:lnTo>
                    <a:pt x="827235" y="5187581"/>
                  </a:lnTo>
                  <a:lnTo>
                    <a:pt x="827452" y="5186957"/>
                  </a:lnTo>
                  <a:lnTo>
                    <a:pt x="827886" y="5186334"/>
                  </a:lnTo>
                  <a:lnTo>
                    <a:pt x="827994" y="5186334"/>
                  </a:lnTo>
                  <a:lnTo>
                    <a:pt x="828211" y="5186334"/>
                  </a:lnTo>
                  <a:lnTo>
                    <a:pt x="828320" y="5186334"/>
                  </a:lnTo>
                  <a:lnTo>
                    <a:pt x="828428" y="5186334"/>
                  </a:lnTo>
                  <a:lnTo>
                    <a:pt x="828536" y="5186334"/>
                  </a:lnTo>
                  <a:lnTo>
                    <a:pt x="828645" y="5185710"/>
                  </a:lnTo>
                  <a:lnTo>
                    <a:pt x="828753" y="5185710"/>
                  </a:lnTo>
                  <a:lnTo>
                    <a:pt x="828862" y="5184463"/>
                  </a:lnTo>
                  <a:lnTo>
                    <a:pt x="828862" y="5183839"/>
                  </a:lnTo>
                  <a:lnTo>
                    <a:pt x="828970" y="5183839"/>
                  </a:lnTo>
                  <a:lnTo>
                    <a:pt x="829079" y="5183839"/>
                  </a:lnTo>
                  <a:lnTo>
                    <a:pt x="829187" y="5183216"/>
                  </a:lnTo>
                  <a:lnTo>
                    <a:pt x="829404" y="5183216"/>
                  </a:lnTo>
                  <a:lnTo>
                    <a:pt x="829512" y="5181969"/>
                  </a:lnTo>
                  <a:lnTo>
                    <a:pt x="829729" y="5181969"/>
                  </a:lnTo>
                  <a:lnTo>
                    <a:pt x="829946" y="5181345"/>
                  </a:lnTo>
                  <a:lnTo>
                    <a:pt x="830163" y="5180721"/>
                  </a:lnTo>
                  <a:lnTo>
                    <a:pt x="830272" y="5180098"/>
                  </a:lnTo>
                  <a:lnTo>
                    <a:pt x="830380" y="5180098"/>
                  </a:lnTo>
                  <a:lnTo>
                    <a:pt x="830488" y="5180098"/>
                  </a:lnTo>
                  <a:lnTo>
                    <a:pt x="830597" y="5180098"/>
                  </a:lnTo>
                  <a:lnTo>
                    <a:pt x="830814" y="5180098"/>
                  </a:lnTo>
                  <a:lnTo>
                    <a:pt x="830922" y="5179474"/>
                  </a:lnTo>
                  <a:lnTo>
                    <a:pt x="831248" y="5179474"/>
                  </a:lnTo>
                  <a:lnTo>
                    <a:pt x="831356" y="5179474"/>
                  </a:lnTo>
                  <a:lnTo>
                    <a:pt x="831573" y="5179474"/>
                  </a:lnTo>
                  <a:lnTo>
                    <a:pt x="831681" y="5179474"/>
                  </a:lnTo>
                  <a:lnTo>
                    <a:pt x="832115" y="5179474"/>
                  </a:lnTo>
                  <a:lnTo>
                    <a:pt x="832441" y="5179474"/>
                  </a:lnTo>
                  <a:lnTo>
                    <a:pt x="832549" y="5179474"/>
                  </a:lnTo>
                  <a:lnTo>
                    <a:pt x="832657" y="5179474"/>
                  </a:lnTo>
                  <a:lnTo>
                    <a:pt x="832766" y="5179474"/>
                  </a:lnTo>
                  <a:lnTo>
                    <a:pt x="832874" y="5179474"/>
                  </a:lnTo>
                  <a:lnTo>
                    <a:pt x="832983" y="5179474"/>
                  </a:lnTo>
                  <a:lnTo>
                    <a:pt x="833091" y="5179474"/>
                  </a:lnTo>
                  <a:lnTo>
                    <a:pt x="833200" y="5179474"/>
                  </a:lnTo>
                  <a:lnTo>
                    <a:pt x="833308" y="5178851"/>
                  </a:lnTo>
                  <a:lnTo>
                    <a:pt x="833417" y="5178851"/>
                  </a:lnTo>
                  <a:lnTo>
                    <a:pt x="833525" y="5178851"/>
                  </a:lnTo>
                  <a:lnTo>
                    <a:pt x="833633" y="5178851"/>
                  </a:lnTo>
                  <a:lnTo>
                    <a:pt x="833742" y="5178851"/>
                  </a:lnTo>
                  <a:lnTo>
                    <a:pt x="833850" y="5178227"/>
                  </a:lnTo>
                  <a:lnTo>
                    <a:pt x="834067" y="5178227"/>
                  </a:lnTo>
                  <a:lnTo>
                    <a:pt x="834284" y="5178227"/>
                  </a:lnTo>
                  <a:lnTo>
                    <a:pt x="834393" y="5178227"/>
                  </a:lnTo>
                  <a:lnTo>
                    <a:pt x="834501" y="5178227"/>
                  </a:lnTo>
                  <a:lnTo>
                    <a:pt x="834609" y="5178227"/>
                  </a:lnTo>
                  <a:lnTo>
                    <a:pt x="834718" y="5177603"/>
                  </a:lnTo>
                  <a:lnTo>
                    <a:pt x="834826" y="5176980"/>
                  </a:lnTo>
                  <a:lnTo>
                    <a:pt x="834935" y="5176356"/>
                  </a:lnTo>
                  <a:lnTo>
                    <a:pt x="835043" y="5176356"/>
                  </a:lnTo>
                  <a:lnTo>
                    <a:pt x="835260" y="5176356"/>
                  </a:lnTo>
                  <a:lnTo>
                    <a:pt x="835369" y="5176356"/>
                  </a:lnTo>
                  <a:lnTo>
                    <a:pt x="835477" y="5176356"/>
                  </a:lnTo>
                  <a:lnTo>
                    <a:pt x="835586" y="5175733"/>
                  </a:lnTo>
                  <a:lnTo>
                    <a:pt x="835694" y="5175733"/>
                  </a:lnTo>
                  <a:lnTo>
                    <a:pt x="835802" y="5175733"/>
                  </a:lnTo>
                  <a:lnTo>
                    <a:pt x="836019" y="5175733"/>
                  </a:lnTo>
                  <a:lnTo>
                    <a:pt x="836236" y="5175733"/>
                  </a:lnTo>
                  <a:lnTo>
                    <a:pt x="836236" y="5175109"/>
                  </a:lnTo>
                  <a:lnTo>
                    <a:pt x="836345" y="5175109"/>
                  </a:lnTo>
                  <a:lnTo>
                    <a:pt x="836562" y="5173862"/>
                  </a:lnTo>
                  <a:lnTo>
                    <a:pt x="836670" y="5173862"/>
                  </a:lnTo>
                  <a:lnTo>
                    <a:pt x="836778" y="5173862"/>
                  </a:lnTo>
                  <a:lnTo>
                    <a:pt x="836887" y="5173862"/>
                  </a:lnTo>
                  <a:lnTo>
                    <a:pt x="836995" y="5173862"/>
                  </a:lnTo>
                  <a:lnTo>
                    <a:pt x="837104" y="5173862"/>
                  </a:lnTo>
                  <a:lnTo>
                    <a:pt x="837212" y="5173862"/>
                  </a:lnTo>
                  <a:lnTo>
                    <a:pt x="837321" y="5173862"/>
                  </a:lnTo>
                  <a:lnTo>
                    <a:pt x="837429" y="5173238"/>
                  </a:lnTo>
                  <a:lnTo>
                    <a:pt x="837538" y="5173238"/>
                  </a:lnTo>
                  <a:lnTo>
                    <a:pt x="837646" y="5173238"/>
                  </a:lnTo>
                  <a:lnTo>
                    <a:pt x="837754" y="5172615"/>
                  </a:lnTo>
                  <a:lnTo>
                    <a:pt x="837863" y="5171991"/>
                  </a:lnTo>
                  <a:lnTo>
                    <a:pt x="838080" y="5171991"/>
                  </a:lnTo>
                  <a:lnTo>
                    <a:pt x="838188" y="5171991"/>
                  </a:lnTo>
                  <a:lnTo>
                    <a:pt x="838405" y="5171991"/>
                  </a:lnTo>
                  <a:lnTo>
                    <a:pt x="838839" y="5171991"/>
                  </a:lnTo>
                  <a:lnTo>
                    <a:pt x="838947" y="5171368"/>
                  </a:lnTo>
                  <a:lnTo>
                    <a:pt x="839056" y="5171368"/>
                  </a:lnTo>
                  <a:lnTo>
                    <a:pt x="839164" y="5171368"/>
                  </a:lnTo>
                  <a:lnTo>
                    <a:pt x="839381" y="5171368"/>
                  </a:lnTo>
                  <a:lnTo>
                    <a:pt x="839598" y="5171368"/>
                  </a:lnTo>
                  <a:lnTo>
                    <a:pt x="839707" y="5171368"/>
                  </a:lnTo>
                  <a:lnTo>
                    <a:pt x="839707" y="5170744"/>
                  </a:lnTo>
                  <a:lnTo>
                    <a:pt x="839815" y="5170744"/>
                  </a:lnTo>
                  <a:lnTo>
                    <a:pt x="839815" y="5170121"/>
                  </a:lnTo>
                  <a:lnTo>
                    <a:pt x="839923" y="5170121"/>
                  </a:lnTo>
                  <a:lnTo>
                    <a:pt x="840032" y="5170121"/>
                  </a:lnTo>
                  <a:lnTo>
                    <a:pt x="840357" y="5170121"/>
                  </a:lnTo>
                  <a:lnTo>
                    <a:pt x="840466" y="5170121"/>
                  </a:lnTo>
                  <a:lnTo>
                    <a:pt x="840683" y="5170121"/>
                  </a:lnTo>
                  <a:lnTo>
                    <a:pt x="840899" y="5169497"/>
                  </a:lnTo>
                  <a:lnTo>
                    <a:pt x="841008" y="5169497"/>
                  </a:lnTo>
                  <a:lnTo>
                    <a:pt x="841116" y="5169497"/>
                  </a:lnTo>
                  <a:lnTo>
                    <a:pt x="841225" y="5169497"/>
                  </a:lnTo>
                  <a:lnTo>
                    <a:pt x="841333" y="5169497"/>
                  </a:lnTo>
                  <a:lnTo>
                    <a:pt x="841333" y="5168873"/>
                  </a:lnTo>
                  <a:lnTo>
                    <a:pt x="841442" y="5168873"/>
                  </a:lnTo>
                  <a:lnTo>
                    <a:pt x="841550" y="5168873"/>
                  </a:lnTo>
                  <a:lnTo>
                    <a:pt x="841875" y="5168873"/>
                  </a:lnTo>
                  <a:lnTo>
                    <a:pt x="841984" y="5168873"/>
                  </a:lnTo>
                  <a:lnTo>
                    <a:pt x="842309" y="5168873"/>
                  </a:lnTo>
                  <a:lnTo>
                    <a:pt x="842418" y="5168873"/>
                  </a:lnTo>
                  <a:lnTo>
                    <a:pt x="842526" y="5168873"/>
                  </a:lnTo>
                  <a:lnTo>
                    <a:pt x="842635" y="5168873"/>
                  </a:lnTo>
                  <a:lnTo>
                    <a:pt x="842743" y="5168873"/>
                  </a:lnTo>
                  <a:lnTo>
                    <a:pt x="842960" y="5168873"/>
                  </a:lnTo>
                  <a:lnTo>
                    <a:pt x="842960" y="5168250"/>
                  </a:lnTo>
                  <a:lnTo>
                    <a:pt x="843068" y="5168250"/>
                  </a:lnTo>
                  <a:lnTo>
                    <a:pt x="843502" y="5167003"/>
                  </a:lnTo>
                  <a:lnTo>
                    <a:pt x="843611" y="5167003"/>
                  </a:lnTo>
                  <a:lnTo>
                    <a:pt x="843719" y="5167003"/>
                  </a:lnTo>
                  <a:lnTo>
                    <a:pt x="843936" y="5167003"/>
                  </a:lnTo>
                  <a:lnTo>
                    <a:pt x="844044" y="5167003"/>
                  </a:lnTo>
                  <a:lnTo>
                    <a:pt x="844153" y="5167003"/>
                  </a:lnTo>
                  <a:lnTo>
                    <a:pt x="844261" y="5167003"/>
                  </a:lnTo>
                  <a:lnTo>
                    <a:pt x="844370" y="5167003"/>
                  </a:lnTo>
                  <a:lnTo>
                    <a:pt x="844478" y="5167003"/>
                  </a:lnTo>
                  <a:lnTo>
                    <a:pt x="844587" y="5167003"/>
                  </a:lnTo>
                  <a:lnTo>
                    <a:pt x="844695" y="5167003"/>
                  </a:lnTo>
                  <a:lnTo>
                    <a:pt x="844804" y="5167003"/>
                  </a:lnTo>
                  <a:lnTo>
                    <a:pt x="844912" y="5167003"/>
                  </a:lnTo>
                  <a:lnTo>
                    <a:pt x="845020" y="5166379"/>
                  </a:lnTo>
                  <a:lnTo>
                    <a:pt x="845237" y="5165755"/>
                  </a:lnTo>
                  <a:lnTo>
                    <a:pt x="845346" y="5165755"/>
                  </a:lnTo>
                  <a:lnTo>
                    <a:pt x="845454" y="5165755"/>
                  </a:lnTo>
                  <a:lnTo>
                    <a:pt x="845563" y="5165755"/>
                  </a:lnTo>
                  <a:lnTo>
                    <a:pt x="845671" y="5165755"/>
                  </a:lnTo>
                  <a:lnTo>
                    <a:pt x="845888" y="5165755"/>
                  </a:lnTo>
                  <a:lnTo>
                    <a:pt x="845996" y="5165755"/>
                  </a:lnTo>
                  <a:lnTo>
                    <a:pt x="846105" y="5165755"/>
                  </a:lnTo>
                  <a:lnTo>
                    <a:pt x="846213" y="5165755"/>
                  </a:lnTo>
                  <a:lnTo>
                    <a:pt x="846322" y="5165755"/>
                  </a:lnTo>
                  <a:lnTo>
                    <a:pt x="846430" y="5165755"/>
                  </a:lnTo>
                  <a:lnTo>
                    <a:pt x="846539" y="5165755"/>
                  </a:lnTo>
                  <a:lnTo>
                    <a:pt x="846647" y="5165755"/>
                  </a:lnTo>
                  <a:lnTo>
                    <a:pt x="846972" y="5165132"/>
                  </a:lnTo>
                  <a:lnTo>
                    <a:pt x="847081" y="5165132"/>
                  </a:lnTo>
                  <a:lnTo>
                    <a:pt x="847189" y="5165132"/>
                  </a:lnTo>
                  <a:lnTo>
                    <a:pt x="847515" y="5165132"/>
                  </a:lnTo>
                  <a:lnTo>
                    <a:pt x="847732" y="5163885"/>
                  </a:lnTo>
                  <a:lnTo>
                    <a:pt x="847840" y="5163885"/>
                  </a:lnTo>
                  <a:lnTo>
                    <a:pt x="847949" y="5163885"/>
                  </a:lnTo>
                  <a:lnTo>
                    <a:pt x="848057" y="5163885"/>
                  </a:lnTo>
                  <a:lnTo>
                    <a:pt x="848274" y="5163885"/>
                  </a:lnTo>
                  <a:lnTo>
                    <a:pt x="848491" y="5163885"/>
                  </a:lnTo>
                  <a:lnTo>
                    <a:pt x="848708" y="5163885"/>
                  </a:lnTo>
                  <a:lnTo>
                    <a:pt x="848708" y="5163261"/>
                  </a:lnTo>
                  <a:lnTo>
                    <a:pt x="848816" y="5163261"/>
                  </a:lnTo>
                  <a:lnTo>
                    <a:pt x="848925" y="5162014"/>
                  </a:lnTo>
                  <a:lnTo>
                    <a:pt x="849141" y="5162014"/>
                  </a:lnTo>
                  <a:lnTo>
                    <a:pt x="849250" y="5162014"/>
                  </a:lnTo>
                  <a:lnTo>
                    <a:pt x="849358" y="5162014"/>
                  </a:lnTo>
                  <a:lnTo>
                    <a:pt x="849467" y="5162014"/>
                  </a:lnTo>
                  <a:lnTo>
                    <a:pt x="849575" y="5162014"/>
                  </a:lnTo>
                  <a:lnTo>
                    <a:pt x="849684" y="5162014"/>
                  </a:lnTo>
                  <a:lnTo>
                    <a:pt x="850009" y="5160767"/>
                  </a:lnTo>
                  <a:lnTo>
                    <a:pt x="850117" y="5160143"/>
                  </a:lnTo>
                  <a:lnTo>
                    <a:pt x="850117" y="5159520"/>
                  </a:lnTo>
                  <a:lnTo>
                    <a:pt x="850226" y="5159520"/>
                  </a:lnTo>
                  <a:lnTo>
                    <a:pt x="850334" y="5159520"/>
                  </a:lnTo>
                  <a:lnTo>
                    <a:pt x="850551" y="5159520"/>
                  </a:lnTo>
                  <a:lnTo>
                    <a:pt x="850768" y="5159520"/>
                  </a:lnTo>
                  <a:lnTo>
                    <a:pt x="850768" y="5158896"/>
                  </a:lnTo>
                  <a:lnTo>
                    <a:pt x="850877" y="5158896"/>
                  </a:lnTo>
                  <a:lnTo>
                    <a:pt x="851093" y="5158896"/>
                  </a:lnTo>
                  <a:lnTo>
                    <a:pt x="851527" y="5157649"/>
                  </a:lnTo>
                  <a:lnTo>
                    <a:pt x="851636" y="5157025"/>
                  </a:lnTo>
                  <a:lnTo>
                    <a:pt x="851744" y="5157025"/>
                  </a:lnTo>
                  <a:lnTo>
                    <a:pt x="851744" y="5156402"/>
                  </a:lnTo>
                  <a:lnTo>
                    <a:pt x="852069" y="5156402"/>
                  </a:lnTo>
                  <a:lnTo>
                    <a:pt x="852178" y="5156402"/>
                  </a:lnTo>
                  <a:lnTo>
                    <a:pt x="852395" y="5156402"/>
                  </a:lnTo>
                  <a:lnTo>
                    <a:pt x="852503" y="5156402"/>
                  </a:lnTo>
                  <a:lnTo>
                    <a:pt x="852612" y="5156402"/>
                  </a:lnTo>
                  <a:lnTo>
                    <a:pt x="852720" y="5156402"/>
                  </a:lnTo>
                  <a:lnTo>
                    <a:pt x="852937" y="5156402"/>
                  </a:lnTo>
                  <a:lnTo>
                    <a:pt x="853154" y="5156402"/>
                  </a:lnTo>
                  <a:lnTo>
                    <a:pt x="853371" y="5156402"/>
                  </a:lnTo>
                  <a:lnTo>
                    <a:pt x="853479" y="5156402"/>
                  </a:lnTo>
                  <a:lnTo>
                    <a:pt x="853588" y="5156402"/>
                  </a:lnTo>
                  <a:lnTo>
                    <a:pt x="853805" y="5156402"/>
                  </a:lnTo>
                  <a:lnTo>
                    <a:pt x="853805" y="5155155"/>
                  </a:lnTo>
                  <a:lnTo>
                    <a:pt x="853913" y="5155155"/>
                  </a:lnTo>
                  <a:lnTo>
                    <a:pt x="853913" y="5154531"/>
                  </a:lnTo>
                  <a:lnTo>
                    <a:pt x="854130" y="5154531"/>
                  </a:lnTo>
                  <a:lnTo>
                    <a:pt x="854238" y="5154531"/>
                  </a:lnTo>
                  <a:lnTo>
                    <a:pt x="854347" y="5154531"/>
                  </a:lnTo>
                  <a:lnTo>
                    <a:pt x="854455" y="5154531"/>
                  </a:lnTo>
                  <a:lnTo>
                    <a:pt x="854455" y="5153907"/>
                  </a:lnTo>
                  <a:lnTo>
                    <a:pt x="854564" y="5152660"/>
                  </a:lnTo>
                  <a:lnTo>
                    <a:pt x="854781" y="5152660"/>
                  </a:lnTo>
                  <a:lnTo>
                    <a:pt x="854889" y="5152037"/>
                  </a:lnTo>
                  <a:lnTo>
                    <a:pt x="854998" y="5152037"/>
                  </a:lnTo>
                  <a:lnTo>
                    <a:pt x="855106" y="5152037"/>
                  </a:lnTo>
                  <a:lnTo>
                    <a:pt x="855214" y="5152037"/>
                  </a:lnTo>
                  <a:lnTo>
                    <a:pt x="855323" y="5152037"/>
                  </a:lnTo>
                  <a:lnTo>
                    <a:pt x="855431" y="5151413"/>
                  </a:lnTo>
                  <a:lnTo>
                    <a:pt x="855431" y="5150789"/>
                  </a:lnTo>
                  <a:lnTo>
                    <a:pt x="855648" y="5150789"/>
                  </a:lnTo>
                  <a:lnTo>
                    <a:pt x="855757" y="5150789"/>
                  </a:lnTo>
                  <a:lnTo>
                    <a:pt x="855865" y="5150789"/>
                  </a:lnTo>
                  <a:lnTo>
                    <a:pt x="855865" y="5150166"/>
                  </a:lnTo>
                  <a:lnTo>
                    <a:pt x="856082" y="5150166"/>
                  </a:lnTo>
                  <a:lnTo>
                    <a:pt x="856190" y="5150166"/>
                  </a:lnTo>
                  <a:lnTo>
                    <a:pt x="856407" y="5150166"/>
                  </a:lnTo>
                  <a:lnTo>
                    <a:pt x="856516" y="5150166"/>
                  </a:lnTo>
                  <a:lnTo>
                    <a:pt x="856624" y="5150166"/>
                  </a:lnTo>
                  <a:lnTo>
                    <a:pt x="856841" y="5150166"/>
                  </a:lnTo>
                  <a:lnTo>
                    <a:pt x="856950" y="5150166"/>
                  </a:lnTo>
                  <a:lnTo>
                    <a:pt x="856950" y="5149542"/>
                  </a:lnTo>
                  <a:lnTo>
                    <a:pt x="857058" y="5149542"/>
                  </a:lnTo>
                  <a:lnTo>
                    <a:pt x="857167" y="5148919"/>
                  </a:lnTo>
                  <a:lnTo>
                    <a:pt x="857275" y="5148919"/>
                  </a:lnTo>
                  <a:lnTo>
                    <a:pt x="857383" y="5148919"/>
                  </a:lnTo>
                  <a:lnTo>
                    <a:pt x="857492" y="5148919"/>
                  </a:lnTo>
                  <a:lnTo>
                    <a:pt x="857600" y="5148919"/>
                  </a:lnTo>
                  <a:lnTo>
                    <a:pt x="857709" y="5148295"/>
                  </a:lnTo>
                  <a:lnTo>
                    <a:pt x="857817" y="5148295"/>
                  </a:lnTo>
                  <a:lnTo>
                    <a:pt x="857926" y="5148295"/>
                  </a:lnTo>
                  <a:lnTo>
                    <a:pt x="858034" y="5147672"/>
                  </a:lnTo>
                  <a:lnTo>
                    <a:pt x="858468" y="5146424"/>
                  </a:lnTo>
                  <a:lnTo>
                    <a:pt x="858576" y="5146424"/>
                  </a:lnTo>
                  <a:lnTo>
                    <a:pt x="858685" y="5145801"/>
                  </a:lnTo>
                  <a:lnTo>
                    <a:pt x="858793" y="5145801"/>
                  </a:lnTo>
                  <a:lnTo>
                    <a:pt x="858902" y="5145177"/>
                  </a:lnTo>
                  <a:lnTo>
                    <a:pt x="859010" y="5145177"/>
                  </a:lnTo>
                  <a:lnTo>
                    <a:pt x="859119" y="5145177"/>
                  </a:lnTo>
                  <a:lnTo>
                    <a:pt x="859227" y="5145177"/>
                  </a:lnTo>
                  <a:lnTo>
                    <a:pt x="859335" y="5145177"/>
                  </a:lnTo>
                  <a:lnTo>
                    <a:pt x="859444" y="5144554"/>
                  </a:lnTo>
                  <a:lnTo>
                    <a:pt x="859661" y="5143930"/>
                  </a:lnTo>
                  <a:lnTo>
                    <a:pt x="859661" y="5143306"/>
                  </a:lnTo>
                  <a:lnTo>
                    <a:pt x="859769" y="5143306"/>
                  </a:lnTo>
                  <a:lnTo>
                    <a:pt x="859986" y="5143306"/>
                  </a:lnTo>
                  <a:lnTo>
                    <a:pt x="860095" y="5143306"/>
                  </a:lnTo>
                  <a:lnTo>
                    <a:pt x="860203" y="5142683"/>
                  </a:lnTo>
                  <a:lnTo>
                    <a:pt x="860311" y="5142683"/>
                  </a:lnTo>
                  <a:lnTo>
                    <a:pt x="860420" y="5142683"/>
                  </a:lnTo>
                  <a:lnTo>
                    <a:pt x="860854" y="5141436"/>
                  </a:lnTo>
                  <a:lnTo>
                    <a:pt x="860962" y="5141436"/>
                  </a:lnTo>
                  <a:lnTo>
                    <a:pt x="861071" y="5141436"/>
                  </a:lnTo>
                  <a:lnTo>
                    <a:pt x="861179" y="5140812"/>
                  </a:lnTo>
                  <a:lnTo>
                    <a:pt x="861288" y="5140812"/>
                  </a:lnTo>
                  <a:lnTo>
                    <a:pt x="861504" y="5140812"/>
                  </a:lnTo>
                  <a:lnTo>
                    <a:pt x="861721" y="5140812"/>
                  </a:lnTo>
                  <a:lnTo>
                    <a:pt x="861938" y="5140812"/>
                  </a:lnTo>
                  <a:lnTo>
                    <a:pt x="862047" y="5140812"/>
                  </a:lnTo>
                  <a:lnTo>
                    <a:pt x="862372" y="5140812"/>
                  </a:lnTo>
                  <a:lnTo>
                    <a:pt x="862480" y="5140812"/>
                  </a:lnTo>
                  <a:lnTo>
                    <a:pt x="862589" y="5140812"/>
                  </a:lnTo>
                  <a:lnTo>
                    <a:pt x="862697" y="5140812"/>
                  </a:lnTo>
                  <a:lnTo>
                    <a:pt x="862806" y="5140812"/>
                  </a:lnTo>
                  <a:lnTo>
                    <a:pt x="862914" y="5140812"/>
                  </a:lnTo>
                  <a:lnTo>
                    <a:pt x="863023" y="5140812"/>
                  </a:lnTo>
                  <a:lnTo>
                    <a:pt x="863131" y="5140189"/>
                  </a:lnTo>
                  <a:lnTo>
                    <a:pt x="863240" y="5139565"/>
                  </a:lnTo>
                  <a:lnTo>
                    <a:pt x="863348" y="5139565"/>
                  </a:lnTo>
                  <a:lnTo>
                    <a:pt x="863456" y="5138941"/>
                  </a:lnTo>
                  <a:lnTo>
                    <a:pt x="863565" y="5138318"/>
                  </a:lnTo>
                  <a:lnTo>
                    <a:pt x="863782" y="5138318"/>
                  </a:lnTo>
                  <a:lnTo>
                    <a:pt x="863890" y="5137694"/>
                  </a:lnTo>
                  <a:lnTo>
                    <a:pt x="863999" y="5137694"/>
                  </a:lnTo>
                  <a:lnTo>
                    <a:pt x="864107" y="5137694"/>
                  </a:lnTo>
                  <a:lnTo>
                    <a:pt x="864324" y="5137694"/>
                  </a:lnTo>
                  <a:lnTo>
                    <a:pt x="864432" y="5137694"/>
                  </a:lnTo>
                  <a:lnTo>
                    <a:pt x="864432" y="5137071"/>
                  </a:lnTo>
                  <a:lnTo>
                    <a:pt x="864758" y="5136447"/>
                  </a:lnTo>
                  <a:lnTo>
                    <a:pt x="864866" y="5136447"/>
                  </a:lnTo>
                  <a:lnTo>
                    <a:pt x="865409" y="5136447"/>
                  </a:lnTo>
                  <a:lnTo>
                    <a:pt x="865517" y="5136447"/>
                  </a:lnTo>
                  <a:lnTo>
                    <a:pt x="865625" y="5136447"/>
                  </a:lnTo>
                  <a:lnTo>
                    <a:pt x="865734" y="5136447"/>
                  </a:lnTo>
                  <a:lnTo>
                    <a:pt x="865842" y="5136447"/>
                  </a:lnTo>
                  <a:lnTo>
                    <a:pt x="866059" y="5136447"/>
                  </a:lnTo>
                  <a:lnTo>
                    <a:pt x="866276" y="5136447"/>
                  </a:lnTo>
                  <a:lnTo>
                    <a:pt x="866493" y="5136447"/>
                  </a:lnTo>
                  <a:lnTo>
                    <a:pt x="866710" y="5136447"/>
                  </a:lnTo>
                  <a:lnTo>
                    <a:pt x="866710" y="5135823"/>
                  </a:lnTo>
                  <a:lnTo>
                    <a:pt x="866710" y="5134576"/>
                  </a:lnTo>
                  <a:lnTo>
                    <a:pt x="866818" y="5134576"/>
                  </a:lnTo>
                  <a:lnTo>
                    <a:pt x="866927" y="5134576"/>
                  </a:lnTo>
                  <a:lnTo>
                    <a:pt x="867035" y="5134576"/>
                  </a:lnTo>
                  <a:lnTo>
                    <a:pt x="867252" y="5133953"/>
                  </a:lnTo>
                  <a:lnTo>
                    <a:pt x="867361" y="5133329"/>
                  </a:lnTo>
                  <a:lnTo>
                    <a:pt x="867469" y="5133329"/>
                  </a:lnTo>
                  <a:lnTo>
                    <a:pt x="867577" y="5133329"/>
                  </a:lnTo>
                  <a:lnTo>
                    <a:pt x="867686" y="5133329"/>
                  </a:lnTo>
                  <a:lnTo>
                    <a:pt x="867903" y="5133329"/>
                  </a:lnTo>
                  <a:lnTo>
                    <a:pt x="868011" y="5133329"/>
                  </a:lnTo>
                  <a:lnTo>
                    <a:pt x="868120" y="5133329"/>
                  </a:lnTo>
                  <a:lnTo>
                    <a:pt x="868228" y="5133329"/>
                  </a:lnTo>
                  <a:lnTo>
                    <a:pt x="868337" y="5133329"/>
                  </a:lnTo>
                  <a:lnTo>
                    <a:pt x="868337" y="5132706"/>
                  </a:lnTo>
                  <a:lnTo>
                    <a:pt x="868553" y="5132706"/>
                  </a:lnTo>
                  <a:lnTo>
                    <a:pt x="868662" y="5132706"/>
                  </a:lnTo>
                  <a:lnTo>
                    <a:pt x="868770" y="5132706"/>
                  </a:lnTo>
                  <a:lnTo>
                    <a:pt x="868879" y="5132706"/>
                  </a:lnTo>
                  <a:lnTo>
                    <a:pt x="868987" y="5132706"/>
                  </a:lnTo>
                  <a:lnTo>
                    <a:pt x="869096" y="5132706"/>
                  </a:lnTo>
                  <a:lnTo>
                    <a:pt x="869204" y="5132706"/>
                  </a:lnTo>
                  <a:lnTo>
                    <a:pt x="869313" y="5132706"/>
                  </a:lnTo>
                  <a:lnTo>
                    <a:pt x="869421" y="5132706"/>
                  </a:lnTo>
                  <a:lnTo>
                    <a:pt x="869530" y="5132706"/>
                  </a:lnTo>
                  <a:lnTo>
                    <a:pt x="869855" y="5132082"/>
                  </a:lnTo>
                  <a:lnTo>
                    <a:pt x="869963" y="5132082"/>
                  </a:lnTo>
                  <a:lnTo>
                    <a:pt x="870180" y="5131458"/>
                  </a:lnTo>
                  <a:lnTo>
                    <a:pt x="870397" y="5131458"/>
                  </a:lnTo>
                  <a:lnTo>
                    <a:pt x="870506" y="5131458"/>
                  </a:lnTo>
                  <a:lnTo>
                    <a:pt x="870506" y="5130835"/>
                  </a:lnTo>
                  <a:lnTo>
                    <a:pt x="870614" y="5130835"/>
                  </a:lnTo>
                  <a:lnTo>
                    <a:pt x="870722" y="5130835"/>
                  </a:lnTo>
                  <a:lnTo>
                    <a:pt x="870722" y="5130211"/>
                  </a:lnTo>
                  <a:lnTo>
                    <a:pt x="871048" y="5130211"/>
                  </a:lnTo>
                  <a:lnTo>
                    <a:pt x="871265" y="5129588"/>
                  </a:lnTo>
                  <a:lnTo>
                    <a:pt x="871373" y="5129588"/>
                  </a:lnTo>
                  <a:lnTo>
                    <a:pt x="871482" y="5129588"/>
                  </a:lnTo>
                  <a:lnTo>
                    <a:pt x="871482" y="5128964"/>
                  </a:lnTo>
                  <a:lnTo>
                    <a:pt x="871482" y="5128340"/>
                  </a:lnTo>
                  <a:lnTo>
                    <a:pt x="871590" y="5128340"/>
                  </a:lnTo>
                  <a:lnTo>
                    <a:pt x="871807" y="5128340"/>
                  </a:lnTo>
                  <a:lnTo>
                    <a:pt x="871915" y="5128340"/>
                  </a:lnTo>
                  <a:lnTo>
                    <a:pt x="872024" y="5128340"/>
                  </a:lnTo>
                  <a:lnTo>
                    <a:pt x="872132" y="5128340"/>
                  </a:lnTo>
                  <a:lnTo>
                    <a:pt x="872132" y="5127717"/>
                  </a:lnTo>
                  <a:lnTo>
                    <a:pt x="872458" y="5127717"/>
                  </a:lnTo>
                  <a:lnTo>
                    <a:pt x="872674" y="5127717"/>
                  </a:lnTo>
                  <a:lnTo>
                    <a:pt x="872891" y="5127717"/>
                  </a:lnTo>
                  <a:lnTo>
                    <a:pt x="872891" y="5127093"/>
                  </a:lnTo>
                  <a:lnTo>
                    <a:pt x="873108" y="5127093"/>
                  </a:lnTo>
                  <a:lnTo>
                    <a:pt x="873217" y="5127093"/>
                  </a:lnTo>
                  <a:lnTo>
                    <a:pt x="873217" y="5126470"/>
                  </a:lnTo>
                  <a:lnTo>
                    <a:pt x="873325" y="5126470"/>
                  </a:lnTo>
                  <a:lnTo>
                    <a:pt x="873434" y="5126470"/>
                  </a:lnTo>
                  <a:lnTo>
                    <a:pt x="873867" y="5126470"/>
                  </a:lnTo>
                  <a:lnTo>
                    <a:pt x="873976" y="5126470"/>
                  </a:lnTo>
                  <a:lnTo>
                    <a:pt x="874084" y="5126470"/>
                  </a:lnTo>
                  <a:lnTo>
                    <a:pt x="874193" y="5126470"/>
                  </a:lnTo>
                  <a:lnTo>
                    <a:pt x="874410" y="5126470"/>
                  </a:lnTo>
                  <a:lnTo>
                    <a:pt x="874518" y="5126470"/>
                  </a:lnTo>
                  <a:lnTo>
                    <a:pt x="874627" y="5126470"/>
                  </a:lnTo>
                  <a:lnTo>
                    <a:pt x="874843" y="5126470"/>
                  </a:lnTo>
                  <a:lnTo>
                    <a:pt x="874843" y="5125846"/>
                  </a:lnTo>
                  <a:lnTo>
                    <a:pt x="875060" y="5125846"/>
                  </a:lnTo>
                  <a:lnTo>
                    <a:pt x="875169" y="5125846"/>
                  </a:lnTo>
                  <a:lnTo>
                    <a:pt x="875277" y="5125846"/>
                  </a:lnTo>
                  <a:lnTo>
                    <a:pt x="875603" y="5123352"/>
                  </a:lnTo>
                  <a:lnTo>
                    <a:pt x="875711" y="5123352"/>
                  </a:lnTo>
                  <a:lnTo>
                    <a:pt x="875711" y="5122728"/>
                  </a:lnTo>
                  <a:lnTo>
                    <a:pt x="875819" y="5122728"/>
                  </a:lnTo>
                  <a:lnTo>
                    <a:pt x="875819" y="5122105"/>
                  </a:lnTo>
                  <a:lnTo>
                    <a:pt x="875928" y="5122105"/>
                  </a:lnTo>
                  <a:lnTo>
                    <a:pt x="875928" y="5120858"/>
                  </a:lnTo>
                  <a:lnTo>
                    <a:pt x="876145" y="5120858"/>
                  </a:lnTo>
                  <a:lnTo>
                    <a:pt x="876253" y="5120858"/>
                  </a:lnTo>
                  <a:lnTo>
                    <a:pt x="876362" y="5120858"/>
                  </a:lnTo>
                  <a:lnTo>
                    <a:pt x="876470" y="5120858"/>
                  </a:lnTo>
                  <a:lnTo>
                    <a:pt x="876470" y="5120234"/>
                  </a:lnTo>
                  <a:lnTo>
                    <a:pt x="876579" y="5120234"/>
                  </a:lnTo>
                  <a:lnTo>
                    <a:pt x="876904" y="5120234"/>
                  </a:lnTo>
                  <a:lnTo>
                    <a:pt x="877229" y="5120234"/>
                  </a:lnTo>
                  <a:lnTo>
                    <a:pt x="877229" y="5119610"/>
                  </a:lnTo>
                  <a:lnTo>
                    <a:pt x="877229" y="5118987"/>
                  </a:lnTo>
                  <a:lnTo>
                    <a:pt x="877338" y="5118987"/>
                  </a:lnTo>
                  <a:lnTo>
                    <a:pt x="877663" y="5118987"/>
                  </a:lnTo>
                  <a:lnTo>
                    <a:pt x="877988" y="5118987"/>
                  </a:lnTo>
                  <a:lnTo>
                    <a:pt x="877988" y="5118363"/>
                  </a:lnTo>
                  <a:lnTo>
                    <a:pt x="878314" y="5118363"/>
                  </a:lnTo>
                  <a:lnTo>
                    <a:pt x="878531" y="5118363"/>
                  </a:lnTo>
                  <a:lnTo>
                    <a:pt x="878639" y="5118363"/>
                  </a:lnTo>
                  <a:lnTo>
                    <a:pt x="878748" y="5118363"/>
                  </a:lnTo>
                  <a:lnTo>
                    <a:pt x="878856" y="5118363"/>
                  </a:lnTo>
                  <a:lnTo>
                    <a:pt x="878964" y="5118363"/>
                  </a:lnTo>
                  <a:lnTo>
                    <a:pt x="879073" y="5118363"/>
                  </a:lnTo>
                  <a:lnTo>
                    <a:pt x="879181" y="5118363"/>
                  </a:lnTo>
                  <a:lnTo>
                    <a:pt x="879290" y="5118363"/>
                  </a:lnTo>
                  <a:lnTo>
                    <a:pt x="879615" y="5118363"/>
                  </a:lnTo>
                  <a:lnTo>
                    <a:pt x="879615" y="5117740"/>
                  </a:lnTo>
                  <a:lnTo>
                    <a:pt x="879615" y="5116492"/>
                  </a:lnTo>
                  <a:lnTo>
                    <a:pt x="879832" y="5115869"/>
                  </a:lnTo>
                  <a:lnTo>
                    <a:pt x="879940" y="5115869"/>
                  </a:lnTo>
                  <a:lnTo>
                    <a:pt x="879940" y="5115245"/>
                  </a:lnTo>
                  <a:lnTo>
                    <a:pt x="880483" y="5114622"/>
                  </a:lnTo>
                  <a:lnTo>
                    <a:pt x="880700" y="5114622"/>
                  </a:lnTo>
                  <a:lnTo>
                    <a:pt x="881133" y="5114622"/>
                  </a:lnTo>
                  <a:lnTo>
                    <a:pt x="881242" y="5114622"/>
                  </a:lnTo>
                  <a:lnTo>
                    <a:pt x="881350" y="5114622"/>
                  </a:lnTo>
                  <a:lnTo>
                    <a:pt x="881459" y="5114622"/>
                  </a:lnTo>
                  <a:lnTo>
                    <a:pt x="881676" y="5114622"/>
                  </a:lnTo>
                  <a:lnTo>
                    <a:pt x="881892" y="5114622"/>
                  </a:lnTo>
                  <a:lnTo>
                    <a:pt x="882109" y="5114622"/>
                  </a:lnTo>
                  <a:lnTo>
                    <a:pt x="882326" y="5114622"/>
                  </a:lnTo>
                  <a:lnTo>
                    <a:pt x="882435" y="5114622"/>
                  </a:lnTo>
                  <a:lnTo>
                    <a:pt x="882760" y="5114622"/>
                  </a:lnTo>
                  <a:lnTo>
                    <a:pt x="882977" y="5114622"/>
                  </a:lnTo>
                  <a:lnTo>
                    <a:pt x="882977" y="5113998"/>
                  </a:lnTo>
                  <a:lnTo>
                    <a:pt x="883085" y="5113998"/>
                  </a:lnTo>
                  <a:lnTo>
                    <a:pt x="883519" y="5113375"/>
                  </a:lnTo>
                  <a:lnTo>
                    <a:pt x="883628" y="5113375"/>
                  </a:lnTo>
                  <a:lnTo>
                    <a:pt x="883736" y="5113375"/>
                  </a:lnTo>
                  <a:lnTo>
                    <a:pt x="883845" y="5113375"/>
                  </a:lnTo>
                  <a:lnTo>
                    <a:pt x="884061" y="5113375"/>
                  </a:lnTo>
                  <a:lnTo>
                    <a:pt x="884170" y="5113375"/>
                  </a:lnTo>
                  <a:lnTo>
                    <a:pt x="884170" y="5112751"/>
                  </a:lnTo>
                  <a:lnTo>
                    <a:pt x="884278" y="5112751"/>
                  </a:lnTo>
                  <a:lnTo>
                    <a:pt x="884387" y="5112751"/>
                  </a:lnTo>
                  <a:lnTo>
                    <a:pt x="884495" y="5112751"/>
                  </a:lnTo>
                  <a:lnTo>
                    <a:pt x="884604" y="5112751"/>
                  </a:lnTo>
                  <a:lnTo>
                    <a:pt x="884821" y="5112127"/>
                  </a:lnTo>
                  <a:lnTo>
                    <a:pt x="884929" y="5112127"/>
                  </a:lnTo>
                  <a:lnTo>
                    <a:pt x="885037" y="5112127"/>
                  </a:lnTo>
                  <a:lnTo>
                    <a:pt x="885363" y="5112127"/>
                  </a:lnTo>
                  <a:lnTo>
                    <a:pt x="886122" y="5110880"/>
                  </a:lnTo>
                  <a:lnTo>
                    <a:pt x="886230" y="5110880"/>
                  </a:lnTo>
                  <a:lnTo>
                    <a:pt x="886230" y="5110257"/>
                  </a:lnTo>
                  <a:lnTo>
                    <a:pt x="886556" y="5110257"/>
                  </a:lnTo>
                  <a:lnTo>
                    <a:pt x="886773" y="5110257"/>
                  </a:lnTo>
                  <a:lnTo>
                    <a:pt x="886881" y="5110257"/>
                  </a:lnTo>
                  <a:lnTo>
                    <a:pt x="887098" y="5110257"/>
                  </a:lnTo>
                  <a:lnTo>
                    <a:pt x="887315" y="5110257"/>
                  </a:lnTo>
                  <a:lnTo>
                    <a:pt x="887315" y="5109633"/>
                  </a:lnTo>
                  <a:lnTo>
                    <a:pt x="887423" y="5109633"/>
                  </a:lnTo>
                  <a:lnTo>
                    <a:pt x="887532" y="5109633"/>
                  </a:lnTo>
                  <a:lnTo>
                    <a:pt x="887640" y="5109633"/>
                  </a:lnTo>
                  <a:lnTo>
                    <a:pt x="887749" y="5109633"/>
                  </a:lnTo>
                  <a:lnTo>
                    <a:pt x="888074" y="5109009"/>
                  </a:lnTo>
                  <a:lnTo>
                    <a:pt x="888182" y="5109009"/>
                  </a:lnTo>
                  <a:lnTo>
                    <a:pt x="888182" y="5108386"/>
                  </a:lnTo>
                  <a:lnTo>
                    <a:pt x="888291" y="5108386"/>
                  </a:lnTo>
                  <a:lnTo>
                    <a:pt x="888616" y="5108386"/>
                  </a:lnTo>
                  <a:lnTo>
                    <a:pt x="888725" y="5108386"/>
                  </a:lnTo>
                  <a:lnTo>
                    <a:pt x="888833" y="5108386"/>
                  </a:lnTo>
                  <a:lnTo>
                    <a:pt x="888942" y="5107762"/>
                  </a:lnTo>
                  <a:lnTo>
                    <a:pt x="889158" y="5107762"/>
                  </a:lnTo>
                  <a:lnTo>
                    <a:pt x="889267" y="5107762"/>
                  </a:lnTo>
                  <a:lnTo>
                    <a:pt x="889484" y="5107762"/>
                  </a:lnTo>
                  <a:lnTo>
                    <a:pt x="889592" y="5107762"/>
                  </a:lnTo>
                  <a:lnTo>
                    <a:pt x="889592" y="5107139"/>
                  </a:lnTo>
                  <a:lnTo>
                    <a:pt x="889701" y="5106515"/>
                  </a:lnTo>
                  <a:lnTo>
                    <a:pt x="889918" y="5106515"/>
                  </a:lnTo>
                  <a:lnTo>
                    <a:pt x="890134" y="5106515"/>
                  </a:lnTo>
                  <a:lnTo>
                    <a:pt x="890460" y="5106515"/>
                  </a:lnTo>
                  <a:lnTo>
                    <a:pt x="890568" y="5105892"/>
                  </a:lnTo>
                  <a:lnTo>
                    <a:pt x="890894" y="5105892"/>
                  </a:lnTo>
                  <a:lnTo>
                    <a:pt x="891002" y="5105892"/>
                  </a:lnTo>
                  <a:lnTo>
                    <a:pt x="891219" y="5104644"/>
                  </a:lnTo>
                  <a:lnTo>
                    <a:pt x="891327" y="5104021"/>
                  </a:lnTo>
                  <a:lnTo>
                    <a:pt x="891544" y="5104021"/>
                  </a:lnTo>
                  <a:lnTo>
                    <a:pt x="891653" y="5103397"/>
                  </a:lnTo>
                  <a:lnTo>
                    <a:pt x="891761" y="5103397"/>
                  </a:lnTo>
                  <a:lnTo>
                    <a:pt x="891870" y="5103397"/>
                  </a:lnTo>
                  <a:lnTo>
                    <a:pt x="891978" y="5103397"/>
                  </a:lnTo>
                  <a:lnTo>
                    <a:pt x="892303" y="5103397"/>
                  </a:lnTo>
                  <a:lnTo>
                    <a:pt x="892412" y="5103397"/>
                  </a:lnTo>
                  <a:lnTo>
                    <a:pt x="892520" y="5102774"/>
                  </a:lnTo>
                  <a:lnTo>
                    <a:pt x="892629" y="5102774"/>
                  </a:lnTo>
                  <a:lnTo>
                    <a:pt x="892846" y="5102774"/>
                  </a:lnTo>
                  <a:lnTo>
                    <a:pt x="892954" y="5102774"/>
                  </a:lnTo>
                  <a:lnTo>
                    <a:pt x="893063" y="5102774"/>
                  </a:lnTo>
                  <a:lnTo>
                    <a:pt x="893171" y="5102774"/>
                  </a:lnTo>
                  <a:lnTo>
                    <a:pt x="893279" y="5102774"/>
                  </a:lnTo>
                  <a:lnTo>
                    <a:pt x="893388" y="5102774"/>
                  </a:lnTo>
                  <a:lnTo>
                    <a:pt x="893496" y="5102774"/>
                  </a:lnTo>
                  <a:lnTo>
                    <a:pt x="893605" y="5102774"/>
                  </a:lnTo>
                  <a:lnTo>
                    <a:pt x="893713" y="5102774"/>
                  </a:lnTo>
                  <a:lnTo>
                    <a:pt x="893822" y="5102774"/>
                  </a:lnTo>
                  <a:lnTo>
                    <a:pt x="893930" y="5102774"/>
                  </a:lnTo>
                  <a:lnTo>
                    <a:pt x="894147" y="5102774"/>
                  </a:lnTo>
                  <a:lnTo>
                    <a:pt x="894147" y="5102150"/>
                  </a:lnTo>
                  <a:lnTo>
                    <a:pt x="894147" y="5101526"/>
                  </a:lnTo>
                  <a:lnTo>
                    <a:pt x="894581" y="5101526"/>
                  </a:lnTo>
                  <a:lnTo>
                    <a:pt x="894689" y="5101526"/>
                  </a:lnTo>
                  <a:lnTo>
                    <a:pt x="894798" y="5101526"/>
                  </a:lnTo>
                  <a:lnTo>
                    <a:pt x="894906" y="5101526"/>
                  </a:lnTo>
                  <a:lnTo>
                    <a:pt x="895123" y="5101526"/>
                  </a:lnTo>
                  <a:lnTo>
                    <a:pt x="895231" y="5101526"/>
                  </a:lnTo>
                  <a:lnTo>
                    <a:pt x="895340" y="5101526"/>
                  </a:lnTo>
                  <a:lnTo>
                    <a:pt x="895448" y="5101526"/>
                  </a:lnTo>
                  <a:lnTo>
                    <a:pt x="895448" y="5100279"/>
                  </a:lnTo>
                  <a:lnTo>
                    <a:pt x="895665" y="5100279"/>
                  </a:lnTo>
                  <a:lnTo>
                    <a:pt x="895774" y="5100279"/>
                  </a:lnTo>
                  <a:lnTo>
                    <a:pt x="895882" y="5100279"/>
                  </a:lnTo>
                  <a:lnTo>
                    <a:pt x="896099" y="5100279"/>
                  </a:lnTo>
                  <a:lnTo>
                    <a:pt x="896424" y="5100279"/>
                  </a:lnTo>
                  <a:lnTo>
                    <a:pt x="896641" y="5100279"/>
                  </a:lnTo>
                  <a:lnTo>
                    <a:pt x="896750" y="5100279"/>
                  </a:lnTo>
                  <a:lnTo>
                    <a:pt x="896967" y="5100279"/>
                  </a:lnTo>
                  <a:lnTo>
                    <a:pt x="897184" y="5100279"/>
                  </a:lnTo>
                  <a:lnTo>
                    <a:pt x="897184" y="5099656"/>
                  </a:lnTo>
                  <a:lnTo>
                    <a:pt x="897292" y="5099656"/>
                  </a:lnTo>
                  <a:lnTo>
                    <a:pt x="897400" y="5099656"/>
                  </a:lnTo>
                  <a:lnTo>
                    <a:pt x="897509" y="5099656"/>
                  </a:lnTo>
                  <a:lnTo>
                    <a:pt x="897726" y="5099656"/>
                  </a:lnTo>
                  <a:lnTo>
                    <a:pt x="897834" y="5099656"/>
                  </a:lnTo>
                  <a:lnTo>
                    <a:pt x="897943" y="5099656"/>
                  </a:lnTo>
                  <a:lnTo>
                    <a:pt x="898051" y="5099656"/>
                  </a:lnTo>
                  <a:lnTo>
                    <a:pt x="898160" y="5099656"/>
                  </a:lnTo>
                  <a:lnTo>
                    <a:pt x="898268" y="5099656"/>
                  </a:lnTo>
                  <a:lnTo>
                    <a:pt x="898376" y="5099656"/>
                  </a:lnTo>
                  <a:lnTo>
                    <a:pt x="898485" y="5099656"/>
                  </a:lnTo>
                  <a:lnTo>
                    <a:pt x="898593" y="5099656"/>
                  </a:lnTo>
                  <a:lnTo>
                    <a:pt x="898702" y="5099656"/>
                  </a:lnTo>
                  <a:lnTo>
                    <a:pt x="898702" y="5099032"/>
                  </a:lnTo>
                  <a:lnTo>
                    <a:pt x="898919" y="5099032"/>
                  </a:lnTo>
                  <a:lnTo>
                    <a:pt x="899027" y="5099032"/>
                  </a:lnTo>
                  <a:lnTo>
                    <a:pt x="899136" y="5099032"/>
                  </a:lnTo>
                  <a:lnTo>
                    <a:pt x="899136" y="5098409"/>
                  </a:lnTo>
                  <a:lnTo>
                    <a:pt x="899244" y="5098409"/>
                  </a:lnTo>
                  <a:lnTo>
                    <a:pt x="899352" y="5098409"/>
                  </a:lnTo>
                  <a:lnTo>
                    <a:pt x="899461" y="5098409"/>
                  </a:lnTo>
                  <a:lnTo>
                    <a:pt x="899569" y="5098409"/>
                  </a:lnTo>
                  <a:lnTo>
                    <a:pt x="899786" y="5098409"/>
                  </a:lnTo>
                  <a:lnTo>
                    <a:pt x="900112" y="5097785"/>
                  </a:lnTo>
                  <a:lnTo>
                    <a:pt x="900220" y="5097785"/>
                  </a:lnTo>
                  <a:lnTo>
                    <a:pt x="900437" y="5097161"/>
                  </a:lnTo>
                  <a:lnTo>
                    <a:pt x="900545" y="5097161"/>
                  </a:lnTo>
                  <a:lnTo>
                    <a:pt x="900654" y="5097161"/>
                  </a:lnTo>
                  <a:lnTo>
                    <a:pt x="900871" y="5097161"/>
                  </a:lnTo>
                  <a:lnTo>
                    <a:pt x="900979" y="5097161"/>
                  </a:lnTo>
                  <a:lnTo>
                    <a:pt x="901088" y="5097161"/>
                  </a:lnTo>
                  <a:lnTo>
                    <a:pt x="901196" y="5096538"/>
                  </a:lnTo>
                  <a:lnTo>
                    <a:pt x="901305" y="5096538"/>
                  </a:lnTo>
                  <a:lnTo>
                    <a:pt x="901413" y="5096538"/>
                  </a:lnTo>
                  <a:lnTo>
                    <a:pt x="901521" y="5096538"/>
                  </a:lnTo>
                  <a:lnTo>
                    <a:pt x="901630" y="5096538"/>
                  </a:lnTo>
                  <a:lnTo>
                    <a:pt x="901738" y="5096538"/>
                  </a:lnTo>
                  <a:lnTo>
                    <a:pt x="901847" y="5096538"/>
                  </a:lnTo>
                  <a:lnTo>
                    <a:pt x="901955" y="5096538"/>
                  </a:lnTo>
                  <a:lnTo>
                    <a:pt x="902064" y="5096538"/>
                  </a:lnTo>
                  <a:lnTo>
                    <a:pt x="902172" y="5096538"/>
                  </a:lnTo>
                  <a:lnTo>
                    <a:pt x="902281" y="5096538"/>
                  </a:lnTo>
                  <a:lnTo>
                    <a:pt x="902497" y="5096538"/>
                  </a:lnTo>
                  <a:lnTo>
                    <a:pt x="902606" y="5096538"/>
                  </a:lnTo>
                  <a:lnTo>
                    <a:pt x="902714" y="5096538"/>
                  </a:lnTo>
                  <a:lnTo>
                    <a:pt x="903907" y="5095291"/>
                  </a:lnTo>
                  <a:lnTo>
                    <a:pt x="904016" y="5095291"/>
                  </a:lnTo>
                  <a:lnTo>
                    <a:pt x="904124" y="5095291"/>
                  </a:lnTo>
                  <a:lnTo>
                    <a:pt x="904233" y="5094667"/>
                  </a:lnTo>
                  <a:lnTo>
                    <a:pt x="904341" y="5094667"/>
                  </a:lnTo>
                  <a:lnTo>
                    <a:pt x="904450" y="5094667"/>
                  </a:lnTo>
                  <a:lnTo>
                    <a:pt x="904558" y="5094667"/>
                  </a:lnTo>
                  <a:lnTo>
                    <a:pt x="904666" y="5094667"/>
                  </a:lnTo>
                  <a:lnTo>
                    <a:pt x="904775" y="5094667"/>
                  </a:lnTo>
                  <a:lnTo>
                    <a:pt x="904992" y="5094667"/>
                  </a:lnTo>
                  <a:lnTo>
                    <a:pt x="905209" y="5094667"/>
                  </a:lnTo>
                  <a:lnTo>
                    <a:pt x="905209" y="5094043"/>
                  </a:lnTo>
                  <a:lnTo>
                    <a:pt x="905317" y="5094043"/>
                  </a:lnTo>
                  <a:lnTo>
                    <a:pt x="905317" y="5093420"/>
                  </a:lnTo>
                  <a:lnTo>
                    <a:pt x="905534" y="5093420"/>
                  </a:lnTo>
                  <a:lnTo>
                    <a:pt x="905642" y="5093420"/>
                  </a:lnTo>
                  <a:lnTo>
                    <a:pt x="905751" y="5093420"/>
                  </a:lnTo>
                  <a:lnTo>
                    <a:pt x="905968" y="5093420"/>
                  </a:lnTo>
                  <a:lnTo>
                    <a:pt x="906076" y="5093420"/>
                  </a:lnTo>
                  <a:lnTo>
                    <a:pt x="906185" y="5093420"/>
                  </a:lnTo>
                  <a:lnTo>
                    <a:pt x="906185" y="5092796"/>
                  </a:lnTo>
                  <a:lnTo>
                    <a:pt x="906293" y="5092796"/>
                  </a:lnTo>
                  <a:lnTo>
                    <a:pt x="906402" y="5092173"/>
                  </a:lnTo>
                  <a:lnTo>
                    <a:pt x="906510" y="5092173"/>
                  </a:lnTo>
                  <a:lnTo>
                    <a:pt x="906835" y="5092173"/>
                  </a:lnTo>
                  <a:lnTo>
                    <a:pt x="906944" y="5090926"/>
                  </a:lnTo>
                  <a:lnTo>
                    <a:pt x="907052" y="5090926"/>
                  </a:lnTo>
                  <a:lnTo>
                    <a:pt x="907269" y="5090926"/>
                  </a:lnTo>
                  <a:lnTo>
                    <a:pt x="907486" y="5090926"/>
                  </a:lnTo>
                  <a:lnTo>
                    <a:pt x="907594" y="5090926"/>
                  </a:lnTo>
                  <a:lnTo>
                    <a:pt x="907594" y="5090302"/>
                  </a:lnTo>
                  <a:lnTo>
                    <a:pt x="907594" y="5089678"/>
                  </a:lnTo>
                  <a:lnTo>
                    <a:pt x="907703" y="5089678"/>
                  </a:lnTo>
                  <a:lnTo>
                    <a:pt x="907811" y="5089055"/>
                  </a:lnTo>
                  <a:lnTo>
                    <a:pt x="907920" y="5089055"/>
                  </a:lnTo>
                  <a:lnTo>
                    <a:pt x="908137" y="5088431"/>
                  </a:lnTo>
                  <a:lnTo>
                    <a:pt x="908137" y="5087184"/>
                  </a:lnTo>
                  <a:lnTo>
                    <a:pt x="908245" y="5087184"/>
                  </a:lnTo>
                  <a:lnTo>
                    <a:pt x="908354" y="5087184"/>
                  </a:lnTo>
                  <a:lnTo>
                    <a:pt x="908462" y="5086560"/>
                  </a:lnTo>
                  <a:lnTo>
                    <a:pt x="908787" y="5086560"/>
                  </a:lnTo>
                  <a:lnTo>
                    <a:pt x="908896" y="5086560"/>
                  </a:lnTo>
                  <a:lnTo>
                    <a:pt x="909004" y="5086560"/>
                  </a:lnTo>
                  <a:lnTo>
                    <a:pt x="909004" y="5085937"/>
                  </a:lnTo>
                  <a:lnTo>
                    <a:pt x="909113" y="5085313"/>
                  </a:lnTo>
                  <a:lnTo>
                    <a:pt x="909330" y="5085313"/>
                  </a:lnTo>
                  <a:lnTo>
                    <a:pt x="909547" y="5085313"/>
                  </a:lnTo>
                  <a:lnTo>
                    <a:pt x="909655" y="5085313"/>
                  </a:lnTo>
                  <a:lnTo>
                    <a:pt x="909763" y="5085313"/>
                  </a:lnTo>
                  <a:lnTo>
                    <a:pt x="910089" y="5085313"/>
                  </a:lnTo>
                  <a:lnTo>
                    <a:pt x="910197" y="5084690"/>
                  </a:lnTo>
                  <a:lnTo>
                    <a:pt x="910523" y="5084690"/>
                  </a:lnTo>
                  <a:lnTo>
                    <a:pt x="910631" y="5084690"/>
                  </a:lnTo>
                  <a:lnTo>
                    <a:pt x="910739" y="5084690"/>
                  </a:lnTo>
                  <a:lnTo>
                    <a:pt x="910848" y="5084066"/>
                  </a:lnTo>
                  <a:lnTo>
                    <a:pt x="910956" y="5084066"/>
                  </a:lnTo>
                  <a:lnTo>
                    <a:pt x="911173" y="5084066"/>
                  </a:lnTo>
                  <a:lnTo>
                    <a:pt x="911282" y="5084066"/>
                  </a:lnTo>
                  <a:lnTo>
                    <a:pt x="911607" y="5083443"/>
                  </a:lnTo>
                  <a:lnTo>
                    <a:pt x="911715" y="5083443"/>
                  </a:lnTo>
                  <a:lnTo>
                    <a:pt x="911715" y="5082819"/>
                  </a:lnTo>
                  <a:lnTo>
                    <a:pt x="911824" y="5082819"/>
                  </a:lnTo>
                  <a:lnTo>
                    <a:pt x="911932" y="5082819"/>
                  </a:lnTo>
                  <a:lnTo>
                    <a:pt x="912041" y="5082195"/>
                  </a:lnTo>
                  <a:lnTo>
                    <a:pt x="912149" y="5082195"/>
                  </a:lnTo>
                  <a:lnTo>
                    <a:pt x="912149" y="5081572"/>
                  </a:lnTo>
                  <a:lnTo>
                    <a:pt x="912258" y="5081572"/>
                  </a:lnTo>
                  <a:lnTo>
                    <a:pt x="912258" y="5080948"/>
                  </a:lnTo>
                  <a:lnTo>
                    <a:pt x="912475" y="5080948"/>
                  </a:lnTo>
                  <a:lnTo>
                    <a:pt x="912800" y="5080948"/>
                  </a:lnTo>
                  <a:lnTo>
                    <a:pt x="912908" y="5080948"/>
                  </a:lnTo>
                  <a:lnTo>
                    <a:pt x="913125" y="5080325"/>
                  </a:lnTo>
                  <a:lnTo>
                    <a:pt x="913234" y="5079701"/>
                  </a:lnTo>
                  <a:lnTo>
                    <a:pt x="913342" y="5079077"/>
                  </a:lnTo>
                  <a:lnTo>
                    <a:pt x="913451" y="5079077"/>
                  </a:lnTo>
                  <a:lnTo>
                    <a:pt x="913559" y="5078454"/>
                  </a:lnTo>
                  <a:lnTo>
                    <a:pt x="913776" y="5078454"/>
                  </a:lnTo>
                  <a:lnTo>
                    <a:pt x="913884" y="5078454"/>
                  </a:lnTo>
                  <a:lnTo>
                    <a:pt x="913993" y="5078454"/>
                  </a:lnTo>
                  <a:lnTo>
                    <a:pt x="914101" y="5078454"/>
                  </a:lnTo>
                  <a:lnTo>
                    <a:pt x="914318" y="5078454"/>
                  </a:lnTo>
                  <a:lnTo>
                    <a:pt x="914644" y="5077830"/>
                  </a:lnTo>
                  <a:lnTo>
                    <a:pt x="914860" y="5077830"/>
                  </a:lnTo>
                  <a:lnTo>
                    <a:pt x="914969" y="5077830"/>
                  </a:lnTo>
                  <a:lnTo>
                    <a:pt x="915077" y="5077830"/>
                  </a:lnTo>
                  <a:lnTo>
                    <a:pt x="915294" y="5077830"/>
                  </a:lnTo>
                  <a:lnTo>
                    <a:pt x="915403" y="5077207"/>
                  </a:lnTo>
                  <a:lnTo>
                    <a:pt x="915511" y="5077207"/>
                  </a:lnTo>
                  <a:lnTo>
                    <a:pt x="915728" y="5077207"/>
                  </a:lnTo>
                  <a:lnTo>
                    <a:pt x="915836" y="5077207"/>
                  </a:lnTo>
                  <a:lnTo>
                    <a:pt x="915945" y="5076583"/>
                  </a:lnTo>
                  <a:lnTo>
                    <a:pt x="916162" y="5076583"/>
                  </a:lnTo>
                  <a:lnTo>
                    <a:pt x="916487" y="5076583"/>
                  </a:lnTo>
                  <a:lnTo>
                    <a:pt x="916596" y="5076583"/>
                  </a:lnTo>
                  <a:lnTo>
                    <a:pt x="916813" y="5075960"/>
                  </a:lnTo>
                  <a:lnTo>
                    <a:pt x="916921" y="5075960"/>
                  </a:lnTo>
                  <a:lnTo>
                    <a:pt x="917029" y="5075960"/>
                  </a:lnTo>
                  <a:lnTo>
                    <a:pt x="917138" y="5075960"/>
                  </a:lnTo>
                  <a:lnTo>
                    <a:pt x="917463" y="5075960"/>
                  </a:lnTo>
                  <a:lnTo>
                    <a:pt x="917572" y="5075960"/>
                  </a:lnTo>
                  <a:lnTo>
                    <a:pt x="917680" y="5075960"/>
                  </a:lnTo>
                  <a:lnTo>
                    <a:pt x="917897" y="5075960"/>
                  </a:lnTo>
                  <a:lnTo>
                    <a:pt x="917897" y="5075336"/>
                  </a:lnTo>
                  <a:lnTo>
                    <a:pt x="918005" y="5075336"/>
                  </a:lnTo>
                  <a:lnTo>
                    <a:pt x="918114" y="5075336"/>
                  </a:lnTo>
                  <a:lnTo>
                    <a:pt x="918222" y="5074712"/>
                  </a:lnTo>
                  <a:lnTo>
                    <a:pt x="918331" y="5074712"/>
                  </a:lnTo>
                  <a:lnTo>
                    <a:pt x="918548" y="5074712"/>
                  </a:lnTo>
                  <a:lnTo>
                    <a:pt x="918548" y="5073465"/>
                  </a:lnTo>
                  <a:lnTo>
                    <a:pt x="918548" y="5072842"/>
                  </a:lnTo>
                  <a:lnTo>
                    <a:pt x="918656" y="5072842"/>
                  </a:lnTo>
                  <a:lnTo>
                    <a:pt x="918765" y="5072842"/>
                  </a:lnTo>
                  <a:lnTo>
                    <a:pt x="918765" y="5072218"/>
                  </a:lnTo>
                  <a:lnTo>
                    <a:pt x="918873" y="5072218"/>
                  </a:lnTo>
                  <a:lnTo>
                    <a:pt x="919415" y="5071595"/>
                  </a:lnTo>
                  <a:lnTo>
                    <a:pt x="919524" y="5070971"/>
                  </a:lnTo>
                  <a:lnTo>
                    <a:pt x="919741" y="5070971"/>
                  </a:lnTo>
                  <a:lnTo>
                    <a:pt x="919741" y="5070347"/>
                  </a:lnTo>
                  <a:lnTo>
                    <a:pt x="919849" y="5069724"/>
                  </a:lnTo>
                  <a:lnTo>
                    <a:pt x="919957" y="5069724"/>
                  </a:lnTo>
                  <a:lnTo>
                    <a:pt x="920174" y="5069724"/>
                  </a:lnTo>
                  <a:lnTo>
                    <a:pt x="920391" y="5069724"/>
                  </a:lnTo>
                  <a:lnTo>
                    <a:pt x="920500" y="5069724"/>
                  </a:lnTo>
                  <a:lnTo>
                    <a:pt x="920717" y="5069100"/>
                  </a:lnTo>
                  <a:lnTo>
                    <a:pt x="920825" y="5069100"/>
                  </a:lnTo>
                  <a:lnTo>
                    <a:pt x="921150" y="5069100"/>
                  </a:lnTo>
                  <a:lnTo>
                    <a:pt x="921259" y="5069100"/>
                  </a:lnTo>
                  <a:lnTo>
                    <a:pt x="921476" y="5069100"/>
                  </a:lnTo>
                  <a:lnTo>
                    <a:pt x="921693" y="5069100"/>
                  </a:lnTo>
                  <a:lnTo>
                    <a:pt x="921693" y="5068477"/>
                  </a:lnTo>
                  <a:lnTo>
                    <a:pt x="921801" y="5068477"/>
                  </a:lnTo>
                  <a:lnTo>
                    <a:pt x="921910" y="5068477"/>
                  </a:lnTo>
                  <a:lnTo>
                    <a:pt x="922018" y="5068477"/>
                  </a:lnTo>
                  <a:lnTo>
                    <a:pt x="922235" y="5068477"/>
                  </a:lnTo>
                  <a:lnTo>
                    <a:pt x="922343" y="5068477"/>
                  </a:lnTo>
                  <a:lnTo>
                    <a:pt x="922452" y="5068477"/>
                  </a:lnTo>
                  <a:lnTo>
                    <a:pt x="922560" y="5068477"/>
                  </a:lnTo>
                  <a:lnTo>
                    <a:pt x="922777" y="5067229"/>
                  </a:lnTo>
                  <a:lnTo>
                    <a:pt x="922886" y="5067229"/>
                  </a:lnTo>
                  <a:lnTo>
                    <a:pt x="923211" y="5066606"/>
                  </a:lnTo>
                  <a:lnTo>
                    <a:pt x="923536" y="5066606"/>
                  </a:lnTo>
                  <a:lnTo>
                    <a:pt x="923645" y="5066606"/>
                  </a:lnTo>
                  <a:lnTo>
                    <a:pt x="923862" y="5066606"/>
                  </a:lnTo>
                  <a:lnTo>
                    <a:pt x="923970" y="5066606"/>
                  </a:lnTo>
                  <a:lnTo>
                    <a:pt x="924078" y="5066606"/>
                  </a:lnTo>
                  <a:lnTo>
                    <a:pt x="924187" y="5066606"/>
                  </a:lnTo>
                  <a:lnTo>
                    <a:pt x="924404" y="5066606"/>
                  </a:lnTo>
                  <a:lnTo>
                    <a:pt x="924621" y="5066606"/>
                  </a:lnTo>
                  <a:lnTo>
                    <a:pt x="924729" y="5066606"/>
                  </a:lnTo>
                  <a:lnTo>
                    <a:pt x="924838" y="5066606"/>
                  </a:lnTo>
                  <a:lnTo>
                    <a:pt x="925271" y="5065982"/>
                  </a:lnTo>
                  <a:lnTo>
                    <a:pt x="925380" y="5065359"/>
                  </a:lnTo>
                  <a:lnTo>
                    <a:pt x="925488" y="5065359"/>
                  </a:lnTo>
                  <a:lnTo>
                    <a:pt x="925488" y="5064735"/>
                  </a:lnTo>
                  <a:lnTo>
                    <a:pt x="925597" y="5064735"/>
                  </a:lnTo>
                  <a:lnTo>
                    <a:pt x="925597" y="5064112"/>
                  </a:lnTo>
                  <a:lnTo>
                    <a:pt x="925814" y="5063488"/>
                  </a:lnTo>
                  <a:lnTo>
                    <a:pt x="926031" y="5063488"/>
                  </a:lnTo>
                  <a:lnTo>
                    <a:pt x="926247" y="5062241"/>
                  </a:lnTo>
                  <a:lnTo>
                    <a:pt x="926356" y="5062241"/>
                  </a:lnTo>
                  <a:lnTo>
                    <a:pt x="926356" y="5061617"/>
                  </a:lnTo>
                  <a:lnTo>
                    <a:pt x="926464" y="5061617"/>
                  </a:lnTo>
                  <a:lnTo>
                    <a:pt x="926573" y="5061617"/>
                  </a:lnTo>
                  <a:lnTo>
                    <a:pt x="926681" y="5060994"/>
                  </a:lnTo>
                  <a:lnTo>
                    <a:pt x="926898" y="5060994"/>
                  </a:lnTo>
                  <a:lnTo>
                    <a:pt x="927007" y="5060994"/>
                  </a:lnTo>
                  <a:lnTo>
                    <a:pt x="927115" y="5060994"/>
                  </a:lnTo>
                  <a:lnTo>
                    <a:pt x="927332" y="5060370"/>
                  </a:lnTo>
                  <a:lnTo>
                    <a:pt x="927332" y="5059746"/>
                  </a:lnTo>
                  <a:lnTo>
                    <a:pt x="927440" y="5059746"/>
                  </a:lnTo>
                  <a:lnTo>
                    <a:pt x="927657" y="5059746"/>
                  </a:lnTo>
                  <a:lnTo>
                    <a:pt x="927766" y="5059746"/>
                  </a:lnTo>
                  <a:lnTo>
                    <a:pt x="927874" y="5059746"/>
                  </a:lnTo>
                  <a:lnTo>
                    <a:pt x="927983" y="5059746"/>
                  </a:lnTo>
                  <a:lnTo>
                    <a:pt x="928091" y="5059123"/>
                  </a:lnTo>
                  <a:lnTo>
                    <a:pt x="928199" y="5059123"/>
                  </a:lnTo>
                  <a:lnTo>
                    <a:pt x="928416" y="5058499"/>
                  </a:lnTo>
                  <a:lnTo>
                    <a:pt x="928525" y="5058499"/>
                  </a:lnTo>
                  <a:lnTo>
                    <a:pt x="928742" y="5058499"/>
                  </a:lnTo>
                  <a:lnTo>
                    <a:pt x="928959" y="5058499"/>
                  </a:lnTo>
                  <a:lnTo>
                    <a:pt x="929175" y="5058499"/>
                  </a:lnTo>
                  <a:lnTo>
                    <a:pt x="929501" y="5058499"/>
                  </a:lnTo>
                  <a:lnTo>
                    <a:pt x="929501" y="5057876"/>
                  </a:lnTo>
                  <a:lnTo>
                    <a:pt x="929826" y="5057876"/>
                  </a:lnTo>
                  <a:lnTo>
                    <a:pt x="929935" y="5057876"/>
                  </a:lnTo>
                  <a:lnTo>
                    <a:pt x="930043" y="5057876"/>
                  </a:lnTo>
                  <a:lnTo>
                    <a:pt x="930152" y="5057876"/>
                  </a:lnTo>
                  <a:lnTo>
                    <a:pt x="930260" y="5057876"/>
                  </a:lnTo>
                  <a:lnTo>
                    <a:pt x="930802" y="5057876"/>
                  </a:lnTo>
                  <a:lnTo>
                    <a:pt x="930911" y="5057876"/>
                  </a:lnTo>
                  <a:lnTo>
                    <a:pt x="931128" y="5057876"/>
                  </a:lnTo>
                  <a:lnTo>
                    <a:pt x="931236" y="5057876"/>
                  </a:lnTo>
                  <a:lnTo>
                    <a:pt x="931236" y="5057252"/>
                  </a:lnTo>
                  <a:lnTo>
                    <a:pt x="931344" y="5057252"/>
                  </a:lnTo>
                  <a:lnTo>
                    <a:pt x="931561" y="5057252"/>
                  </a:lnTo>
                  <a:lnTo>
                    <a:pt x="931670" y="5056629"/>
                  </a:lnTo>
                  <a:lnTo>
                    <a:pt x="931778" y="5056629"/>
                  </a:lnTo>
                  <a:lnTo>
                    <a:pt x="931887" y="5056629"/>
                  </a:lnTo>
                  <a:lnTo>
                    <a:pt x="931995" y="5056005"/>
                  </a:lnTo>
                  <a:lnTo>
                    <a:pt x="932104" y="5056005"/>
                  </a:lnTo>
                  <a:lnTo>
                    <a:pt x="932104" y="5055381"/>
                  </a:lnTo>
                  <a:lnTo>
                    <a:pt x="932104" y="5054758"/>
                  </a:lnTo>
                  <a:lnTo>
                    <a:pt x="932320" y="5054758"/>
                  </a:lnTo>
                  <a:lnTo>
                    <a:pt x="932537" y="5054134"/>
                  </a:lnTo>
                  <a:lnTo>
                    <a:pt x="932646" y="5054134"/>
                  </a:lnTo>
                  <a:lnTo>
                    <a:pt x="932646" y="5053511"/>
                  </a:lnTo>
                  <a:lnTo>
                    <a:pt x="932754" y="5053511"/>
                  </a:lnTo>
                  <a:lnTo>
                    <a:pt x="932863" y="5053511"/>
                  </a:lnTo>
                  <a:lnTo>
                    <a:pt x="932971" y="5053511"/>
                  </a:lnTo>
                  <a:lnTo>
                    <a:pt x="933188" y="5053511"/>
                  </a:lnTo>
                  <a:lnTo>
                    <a:pt x="933296" y="5053511"/>
                  </a:lnTo>
                  <a:lnTo>
                    <a:pt x="933405" y="5053511"/>
                  </a:lnTo>
                  <a:lnTo>
                    <a:pt x="933513" y="5053511"/>
                  </a:lnTo>
                  <a:lnTo>
                    <a:pt x="933622" y="5053511"/>
                  </a:lnTo>
                  <a:lnTo>
                    <a:pt x="933730" y="5052887"/>
                  </a:lnTo>
                  <a:lnTo>
                    <a:pt x="933839" y="5052887"/>
                  </a:lnTo>
                  <a:lnTo>
                    <a:pt x="934056" y="5052887"/>
                  </a:lnTo>
                  <a:lnTo>
                    <a:pt x="934164" y="5052263"/>
                  </a:lnTo>
                  <a:lnTo>
                    <a:pt x="934273" y="5052263"/>
                  </a:lnTo>
                  <a:lnTo>
                    <a:pt x="934273" y="5051640"/>
                  </a:lnTo>
                  <a:lnTo>
                    <a:pt x="934381" y="5051640"/>
                  </a:lnTo>
                  <a:lnTo>
                    <a:pt x="934489" y="5051640"/>
                  </a:lnTo>
                  <a:lnTo>
                    <a:pt x="934598" y="5051640"/>
                  </a:lnTo>
                  <a:lnTo>
                    <a:pt x="934815" y="5051640"/>
                  </a:lnTo>
                  <a:lnTo>
                    <a:pt x="934923" y="5051640"/>
                  </a:lnTo>
                  <a:lnTo>
                    <a:pt x="934923" y="5051016"/>
                  </a:lnTo>
                  <a:lnTo>
                    <a:pt x="935032" y="5051016"/>
                  </a:lnTo>
                  <a:lnTo>
                    <a:pt x="935140" y="5051016"/>
                  </a:lnTo>
                  <a:lnTo>
                    <a:pt x="935249" y="5051016"/>
                  </a:lnTo>
                  <a:lnTo>
                    <a:pt x="935249" y="5050393"/>
                  </a:lnTo>
                  <a:lnTo>
                    <a:pt x="935357" y="5050393"/>
                  </a:lnTo>
                  <a:lnTo>
                    <a:pt x="936658" y="5048522"/>
                  </a:lnTo>
                  <a:lnTo>
                    <a:pt x="936767" y="5048522"/>
                  </a:lnTo>
                  <a:lnTo>
                    <a:pt x="936767" y="5047898"/>
                  </a:lnTo>
                  <a:lnTo>
                    <a:pt x="936875" y="5047898"/>
                  </a:lnTo>
                  <a:lnTo>
                    <a:pt x="936984" y="5047898"/>
                  </a:lnTo>
                  <a:lnTo>
                    <a:pt x="937092" y="5047275"/>
                  </a:lnTo>
                  <a:lnTo>
                    <a:pt x="937092" y="5046651"/>
                  </a:lnTo>
                  <a:lnTo>
                    <a:pt x="937201" y="5046028"/>
                  </a:lnTo>
                  <a:lnTo>
                    <a:pt x="937201" y="5045404"/>
                  </a:lnTo>
                  <a:lnTo>
                    <a:pt x="937309" y="5045404"/>
                  </a:lnTo>
                  <a:lnTo>
                    <a:pt x="937526" y="5045404"/>
                  </a:lnTo>
                  <a:lnTo>
                    <a:pt x="937634" y="5045404"/>
                  </a:lnTo>
                  <a:lnTo>
                    <a:pt x="937743" y="5045404"/>
                  </a:lnTo>
                  <a:lnTo>
                    <a:pt x="937851" y="5045404"/>
                  </a:lnTo>
                  <a:lnTo>
                    <a:pt x="938068" y="5045404"/>
                  </a:lnTo>
                  <a:lnTo>
                    <a:pt x="938177" y="5045404"/>
                  </a:lnTo>
                  <a:lnTo>
                    <a:pt x="938285" y="5045404"/>
                  </a:lnTo>
                  <a:lnTo>
                    <a:pt x="938285" y="5044780"/>
                  </a:lnTo>
                  <a:lnTo>
                    <a:pt x="938502" y="5044780"/>
                  </a:lnTo>
                  <a:lnTo>
                    <a:pt x="938610" y="5043533"/>
                  </a:lnTo>
                  <a:lnTo>
                    <a:pt x="938719" y="5043533"/>
                  </a:lnTo>
                  <a:lnTo>
                    <a:pt x="938827" y="5043533"/>
                  </a:lnTo>
                  <a:lnTo>
                    <a:pt x="939153" y="5042910"/>
                  </a:lnTo>
                  <a:lnTo>
                    <a:pt x="939261" y="5042910"/>
                  </a:lnTo>
                  <a:lnTo>
                    <a:pt x="939261" y="5042286"/>
                  </a:lnTo>
                  <a:lnTo>
                    <a:pt x="939261" y="5041663"/>
                  </a:lnTo>
                  <a:lnTo>
                    <a:pt x="939370" y="5041663"/>
                  </a:lnTo>
                  <a:lnTo>
                    <a:pt x="939370" y="5041039"/>
                  </a:lnTo>
                  <a:lnTo>
                    <a:pt x="939478" y="5041039"/>
                  </a:lnTo>
                  <a:lnTo>
                    <a:pt x="939695" y="5041039"/>
                  </a:lnTo>
                  <a:lnTo>
                    <a:pt x="939803" y="5041039"/>
                  </a:lnTo>
                  <a:lnTo>
                    <a:pt x="940020" y="5041039"/>
                  </a:lnTo>
                  <a:lnTo>
                    <a:pt x="940020" y="5040415"/>
                  </a:lnTo>
                  <a:lnTo>
                    <a:pt x="940346" y="5040415"/>
                  </a:lnTo>
                  <a:lnTo>
                    <a:pt x="940454" y="5040415"/>
                  </a:lnTo>
                  <a:lnTo>
                    <a:pt x="940562" y="5040415"/>
                  </a:lnTo>
                  <a:lnTo>
                    <a:pt x="940671" y="5040415"/>
                  </a:lnTo>
                  <a:lnTo>
                    <a:pt x="940779" y="5040415"/>
                  </a:lnTo>
                  <a:lnTo>
                    <a:pt x="940996" y="5040415"/>
                  </a:lnTo>
                  <a:lnTo>
                    <a:pt x="941105" y="5040415"/>
                  </a:lnTo>
                  <a:lnTo>
                    <a:pt x="941213" y="5040415"/>
                  </a:lnTo>
                  <a:lnTo>
                    <a:pt x="941322" y="5040415"/>
                  </a:lnTo>
                  <a:lnTo>
                    <a:pt x="941322" y="5039792"/>
                  </a:lnTo>
                  <a:lnTo>
                    <a:pt x="941647" y="5039792"/>
                  </a:lnTo>
                  <a:lnTo>
                    <a:pt x="941755" y="5039792"/>
                  </a:lnTo>
                  <a:lnTo>
                    <a:pt x="941864" y="5039792"/>
                  </a:lnTo>
                  <a:lnTo>
                    <a:pt x="941972" y="5039168"/>
                  </a:lnTo>
                  <a:lnTo>
                    <a:pt x="942081" y="5039168"/>
                  </a:lnTo>
                  <a:lnTo>
                    <a:pt x="942406" y="5039168"/>
                  </a:lnTo>
                  <a:lnTo>
                    <a:pt x="942514" y="5039168"/>
                  </a:lnTo>
                  <a:lnTo>
                    <a:pt x="942731" y="5038545"/>
                  </a:lnTo>
                  <a:lnTo>
                    <a:pt x="942948" y="5038545"/>
                  </a:lnTo>
                  <a:lnTo>
                    <a:pt x="943057" y="5038545"/>
                  </a:lnTo>
                  <a:lnTo>
                    <a:pt x="943165" y="5038545"/>
                  </a:lnTo>
                  <a:lnTo>
                    <a:pt x="943274" y="5038545"/>
                  </a:lnTo>
                  <a:lnTo>
                    <a:pt x="943382" y="5038545"/>
                  </a:lnTo>
                  <a:lnTo>
                    <a:pt x="943491" y="5037921"/>
                  </a:lnTo>
                  <a:lnTo>
                    <a:pt x="943491" y="5037297"/>
                  </a:lnTo>
                  <a:lnTo>
                    <a:pt x="943599" y="5037297"/>
                  </a:lnTo>
                  <a:lnTo>
                    <a:pt x="943707" y="5037297"/>
                  </a:lnTo>
                  <a:lnTo>
                    <a:pt x="943816" y="5037297"/>
                  </a:lnTo>
                  <a:lnTo>
                    <a:pt x="943924" y="5036674"/>
                  </a:lnTo>
                  <a:lnTo>
                    <a:pt x="944141" y="5036674"/>
                  </a:lnTo>
                  <a:lnTo>
                    <a:pt x="944250" y="5036674"/>
                  </a:lnTo>
                  <a:lnTo>
                    <a:pt x="944358" y="5036674"/>
                  </a:lnTo>
                  <a:lnTo>
                    <a:pt x="944358" y="5036050"/>
                  </a:lnTo>
                  <a:lnTo>
                    <a:pt x="944575" y="5035427"/>
                  </a:lnTo>
                  <a:lnTo>
                    <a:pt x="944683" y="5035427"/>
                  </a:lnTo>
                  <a:lnTo>
                    <a:pt x="944792" y="5035427"/>
                  </a:lnTo>
                  <a:lnTo>
                    <a:pt x="945009" y="5035427"/>
                  </a:lnTo>
                  <a:lnTo>
                    <a:pt x="945226" y="5035427"/>
                  </a:lnTo>
                  <a:lnTo>
                    <a:pt x="945334" y="5035427"/>
                  </a:lnTo>
                  <a:lnTo>
                    <a:pt x="945443" y="5035427"/>
                  </a:lnTo>
                  <a:lnTo>
                    <a:pt x="945551" y="5035427"/>
                  </a:lnTo>
                  <a:lnTo>
                    <a:pt x="945551" y="5034803"/>
                  </a:lnTo>
                  <a:lnTo>
                    <a:pt x="945659" y="5034803"/>
                  </a:lnTo>
                  <a:lnTo>
                    <a:pt x="945768" y="5034803"/>
                  </a:lnTo>
                  <a:lnTo>
                    <a:pt x="946202" y="5034180"/>
                  </a:lnTo>
                  <a:lnTo>
                    <a:pt x="946310" y="5034180"/>
                  </a:lnTo>
                  <a:lnTo>
                    <a:pt x="946310" y="5033556"/>
                  </a:lnTo>
                  <a:lnTo>
                    <a:pt x="946310" y="5032309"/>
                  </a:lnTo>
                  <a:lnTo>
                    <a:pt x="946310" y="5031685"/>
                  </a:lnTo>
                  <a:lnTo>
                    <a:pt x="946310" y="5031062"/>
                  </a:lnTo>
                  <a:lnTo>
                    <a:pt x="946419" y="5031062"/>
                  </a:lnTo>
                  <a:lnTo>
                    <a:pt x="946635" y="5031062"/>
                  </a:lnTo>
                  <a:lnTo>
                    <a:pt x="946852" y="5029191"/>
                  </a:lnTo>
                  <a:lnTo>
                    <a:pt x="946961" y="5029191"/>
                  </a:lnTo>
                  <a:lnTo>
                    <a:pt x="946961" y="5028567"/>
                  </a:lnTo>
                  <a:lnTo>
                    <a:pt x="947178" y="5028567"/>
                  </a:lnTo>
                  <a:lnTo>
                    <a:pt x="947395" y="5028567"/>
                  </a:lnTo>
                  <a:lnTo>
                    <a:pt x="947395" y="5027944"/>
                  </a:lnTo>
                  <a:lnTo>
                    <a:pt x="947612" y="5027944"/>
                  </a:lnTo>
                  <a:lnTo>
                    <a:pt x="947828" y="5027944"/>
                  </a:lnTo>
                  <a:lnTo>
                    <a:pt x="948045" y="5027944"/>
                  </a:lnTo>
                  <a:lnTo>
                    <a:pt x="948262" y="5027320"/>
                  </a:lnTo>
                  <a:lnTo>
                    <a:pt x="948371" y="5027320"/>
                  </a:lnTo>
                  <a:lnTo>
                    <a:pt x="948371" y="5026697"/>
                  </a:lnTo>
                  <a:lnTo>
                    <a:pt x="948588" y="5026697"/>
                  </a:lnTo>
                  <a:lnTo>
                    <a:pt x="948913" y="5026073"/>
                  </a:lnTo>
                  <a:lnTo>
                    <a:pt x="949238" y="5026073"/>
                  </a:lnTo>
                  <a:lnTo>
                    <a:pt x="949347" y="5026073"/>
                  </a:lnTo>
                  <a:lnTo>
                    <a:pt x="949672" y="5026073"/>
                  </a:lnTo>
                  <a:lnTo>
                    <a:pt x="949780" y="5026073"/>
                  </a:lnTo>
                  <a:lnTo>
                    <a:pt x="949889" y="5025449"/>
                  </a:lnTo>
                  <a:lnTo>
                    <a:pt x="949997" y="5025449"/>
                  </a:lnTo>
                  <a:lnTo>
                    <a:pt x="950106" y="5025449"/>
                  </a:lnTo>
                  <a:lnTo>
                    <a:pt x="950214" y="5024826"/>
                  </a:lnTo>
                  <a:lnTo>
                    <a:pt x="950214" y="5024202"/>
                  </a:lnTo>
                  <a:lnTo>
                    <a:pt x="950431" y="5024202"/>
                  </a:lnTo>
                  <a:lnTo>
                    <a:pt x="950540" y="5024202"/>
                  </a:lnTo>
                  <a:lnTo>
                    <a:pt x="950756" y="5024202"/>
                  </a:lnTo>
                  <a:lnTo>
                    <a:pt x="950973" y="5024202"/>
                  </a:lnTo>
                  <a:lnTo>
                    <a:pt x="951082" y="5024202"/>
                  </a:lnTo>
                  <a:lnTo>
                    <a:pt x="951190" y="5024202"/>
                  </a:lnTo>
                  <a:lnTo>
                    <a:pt x="951299" y="5024202"/>
                  </a:lnTo>
                  <a:lnTo>
                    <a:pt x="951407" y="5024202"/>
                  </a:lnTo>
                  <a:lnTo>
                    <a:pt x="951516" y="5024202"/>
                  </a:lnTo>
                  <a:lnTo>
                    <a:pt x="951624" y="5022955"/>
                  </a:lnTo>
                  <a:lnTo>
                    <a:pt x="951624" y="5022331"/>
                  </a:lnTo>
                  <a:lnTo>
                    <a:pt x="951733" y="5021708"/>
                  </a:lnTo>
                  <a:lnTo>
                    <a:pt x="952492" y="5021708"/>
                  </a:lnTo>
                  <a:lnTo>
                    <a:pt x="952600" y="5021708"/>
                  </a:lnTo>
                  <a:lnTo>
                    <a:pt x="952709" y="5021708"/>
                  </a:lnTo>
                  <a:lnTo>
                    <a:pt x="952817" y="5021708"/>
                  </a:lnTo>
                  <a:lnTo>
                    <a:pt x="953142" y="5021708"/>
                  </a:lnTo>
                  <a:lnTo>
                    <a:pt x="953251" y="5021084"/>
                  </a:lnTo>
                  <a:lnTo>
                    <a:pt x="953359" y="5021084"/>
                  </a:lnTo>
                  <a:lnTo>
                    <a:pt x="953468" y="5020461"/>
                  </a:lnTo>
                  <a:lnTo>
                    <a:pt x="953685" y="5020461"/>
                  </a:lnTo>
                  <a:lnTo>
                    <a:pt x="953685" y="5019837"/>
                  </a:lnTo>
                  <a:lnTo>
                    <a:pt x="953793" y="5019837"/>
                  </a:lnTo>
                  <a:lnTo>
                    <a:pt x="953901" y="5019837"/>
                  </a:lnTo>
                  <a:lnTo>
                    <a:pt x="954010" y="5019837"/>
                  </a:lnTo>
                  <a:lnTo>
                    <a:pt x="954227" y="5019837"/>
                  </a:lnTo>
                  <a:lnTo>
                    <a:pt x="954335" y="5019837"/>
                  </a:lnTo>
                  <a:lnTo>
                    <a:pt x="954444" y="5019837"/>
                  </a:lnTo>
                  <a:lnTo>
                    <a:pt x="954552" y="5019837"/>
                  </a:lnTo>
                  <a:lnTo>
                    <a:pt x="954661" y="5019837"/>
                  </a:lnTo>
                  <a:lnTo>
                    <a:pt x="954877" y="5019837"/>
                  </a:lnTo>
                  <a:lnTo>
                    <a:pt x="954986" y="5019837"/>
                  </a:lnTo>
                  <a:lnTo>
                    <a:pt x="955094" y="5019837"/>
                  </a:lnTo>
                  <a:lnTo>
                    <a:pt x="955420" y="5019214"/>
                  </a:lnTo>
                  <a:lnTo>
                    <a:pt x="955528" y="5019214"/>
                  </a:lnTo>
                  <a:lnTo>
                    <a:pt x="955637" y="5019214"/>
                  </a:lnTo>
                  <a:lnTo>
                    <a:pt x="955745" y="5019214"/>
                  </a:lnTo>
                  <a:lnTo>
                    <a:pt x="955854" y="5019214"/>
                  </a:lnTo>
                  <a:lnTo>
                    <a:pt x="956179" y="5019214"/>
                  </a:lnTo>
                  <a:lnTo>
                    <a:pt x="956287" y="5019214"/>
                  </a:lnTo>
                  <a:lnTo>
                    <a:pt x="956287" y="5018590"/>
                  </a:lnTo>
                  <a:lnTo>
                    <a:pt x="956396" y="5018590"/>
                  </a:lnTo>
                  <a:lnTo>
                    <a:pt x="956504" y="5018590"/>
                  </a:lnTo>
                  <a:lnTo>
                    <a:pt x="956613" y="5018590"/>
                  </a:lnTo>
                  <a:lnTo>
                    <a:pt x="956721" y="5018590"/>
                  </a:lnTo>
                  <a:lnTo>
                    <a:pt x="956938" y="5018590"/>
                  </a:lnTo>
                  <a:lnTo>
                    <a:pt x="957046" y="5018590"/>
                  </a:lnTo>
                  <a:lnTo>
                    <a:pt x="957155" y="5018590"/>
                  </a:lnTo>
                  <a:lnTo>
                    <a:pt x="957263" y="5017966"/>
                  </a:lnTo>
                  <a:lnTo>
                    <a:pt x="957263" y="5017343"/>
                  </a:lnTo>
                  <a:lnTo>
                    <a:pt x="957372" y="5017343"/>
                  </a:lnTo>
                  <a:lnTo>
                    <a:pt x="957697" y="5017343"/>
                  </a:lnTo>
                  <a:lnTo>
                    <a:pt x="957914" y="5017343"/>
                  </a:lnTo>
                  <a:lnTo>
                    <a:pt x="958022" y="5017343"/>
                  </a:lnTo>
                  <a:lnTo>
                    <a:pt x="958239" y="5017343"/>
                  </a:lnTo>
                  <a:lnTo>
                    <a:pt x="958239" y="5016719"/>
                  </a:lnTo>
                  <a:lnTo>
                    <a:pt x="958456" y="5016719"/>
                  </a:lnTo>
                  <a:lnTo>
                    <a:pt x="958456" y="5016096"/>
                  </a:lnTo>
                  <a:lnTo>
                    <a:pt x="958673" y="5016096"/>
                  </a:lnTo>
                  <a:lnTo>
                    <a:pt x="958890" y="5016096"/>
                  </a:lnTo>
                  <a:lnTo>
                    <a:pt x="958998" y="5016096"/>
                  </a:lnTo>
                  <a:lnTo>
                    <a:pt x="959215" y="5016096"/>
                  </a:lnTo>
                  <a:lnTo>
                    <a:pt x="959541" y="5016096"/>
                  </a:lnTo>
                  <a:lnTo>
                    <a:pt x="959866" y="5016096"/>
                  </a:lnTo>
                  <a:lnTo>
                    <a:pt x="959975" y="5016096"/>
                  </a:lnTo>
                  <a:lnTo>
                    <a:pt x="960300" y="5016096"/>
                  </a:lnTo>
                  <a:lnTo>
                    <a:pt x="960517" y="5016096"/>
                  </a:lnTo>
                  <a:lnTo>
                    <a:pt x="960734" y="5016096"/>
                  </a:lnTo>
                  <a:lnTo>
                    <a:pt x="961059" y="5016096"/>
                  </a:lnTo>
                  <a:lnTo>
                    <a:pt x="961059" y="5015472"/>
                  </a:lnTo>
                  <a:lnTo>
                    <a:pt x="961276" y="5015472"/>
                  </a:lnTo>
                  <a:lnTo>
                    <a:pt x="961493" y="5014225"/>
                  </a:lnTo>
                  <a:lnTo>
                    <a:pt x="961710" y="5014225"/>
                  </a:lnTo>
                  <a:lnTo>
                    <a:pt x="961818" y="5014225"/>
                  </a:lnTo>
                  <a:lnTo>
                    <a:pt x="962143" y="5014225"/>
                  </a:lnTo>
                  <a:lnTo>
                    <a:pt x="962252" y="5013601"/>
                  </a:lnTo>
                  <a:lnTo>
                    <a:pt x="962360" y="5013601"/>
                  </a:lnTo>
                  <a:lnTo>
                    <a:pt x="962360" y="5012354"/>
                  </a:lnTo>
                  <a:lnTo>
                    <a:pt x="962469" y="5012354"/>
                  </a:lnTo>
                  <a:lnTo>
                    <a:pt x="962577" y="5012354"/>
                  </a:lnTo>
                  <a:lnTo>
                    <a:pt x="962686" y="5012354"/>
                  </a:lnTo>
                  <a:lnTo>
                    <a:pt x="962794" y="5012354"/>
                  </a:lnTo>
                  <a:lnTo>
                    <a:pt x="962794" y="5011731"/>
                  </a:lnTo>
                  <a:lnTo>
                    <a:pt x="963011" y="5011731"/>
                  </a:lnTo>
                  <a:lnTo>
                    <a:pt x="963228" y="5011731"/>
                  </a:lnTo>
                  <a:lnTo>
                    <a:pt x="963336" y="5011731"/>
                  </a:lnTo>
                  <a:lnTo>
                    <a:pt x="963553" y="5010483"/>
                  </a:lnTo>
                  <a:lnTo>
                    <a:pt x="963662" y="5010483"/>
                  </a:lnTo>
                  <a:lnTo>
                    <a:pt x="963770" y="5010483"/>
                  </a:lnTo>
                  <a:lnTo>
                    <a:pt x="963879" y="5010483"/>
                  </a:lnTo>
                  <a:lnTo>
                    <a:pt x="963987" y="5010483"/>
                  </a:lnTo>
                  <a:lnTo>
                    <a:pt x="964095" y="5010483"/>
                  </a:lnTo>
                  <a:lnTo>
                    <a:pt x="964204" y="5010483"/>
                  </a:lnTo>
                  <a:lnTo>
                    <a:pt x="964312" y="5010483"/>
                  </a:lnTo>
                  <a:lnTo>
                    <a:pt x="964421" y="5010483"/>
                  </a:lnTo>
                  <a:lnTo>
                    <a:pt x="964529" y="5010483"/>
                  </a:lnTo>
                  <a:lnTo>
                    <a:pt x="964638" y="5010483"/>
                  </a:lnTo>
                  <a:lnTo>
                    <a:pt x="964746" y="5010483"/>
                  </a:lnTo>
                  <a:lnTo>
                    <a:pt x="964746" y="5009860"/>
                  </a:lnTo>
                  <a:lnTo>
                    <a:pt x="964855" y="5009860"/>
                  </a:lnTo>
                  <a:lnTo>
                    <a:pt x="964963" y="5009236"/>
                  </a:lnTo>
                  <a:lnTo>
                    <a:pt x="965288" y="5008613"/>
                  </a:lnTo>
                  <a:lnTo>
                    <a:pt x="965397" y="5008613"/>
                  </a:lnTo>
                  <a:lnTo>
                    <a:pt x="965505" y="5008613"/>
                  </a:lnTo>
                  <a:lnTo>
                    <a:pt x="965614" y="5008613"/>
                  </a:lnTo>
                  <a:lnTo>
                    <a:pt x="965722" y="5008613"/>
                  </a:lnTo>
                  <a:lnTo>
                    <a:pt x="965831" y="5008613"/>
                  </a:lnTo>
                  <a:lnTo>
                    <a:pt x="965939" y="5008613"/>
                  </a:lnTo>
                  <a:lnTo>
                    <a:pt x="966048" y="5006742"/>
                  </a:lnTo>
                  <a:lnTo>
                    <a:pt x="966373" y="5006742"/>
                  </a:lnTo>
                  <a:lnTo>
                    <a:pt x="966481" y="5006742"/>
                  </a:lnTo>
                  <a:lnTo>
                    <a:pt x="966590" y="5006742"/>
                  </a:lnTo>
                  <a:lnTo>
                    <a:pt x="966698" y="5006742"/>
                  </a:lnTo>
                  <a:lnTo>
                    <a:pt x="966807" y="5006742"/>
                  </a:lnTo>
                  <a:lnTo>
                    <a:pt x="967024" y="5006742"/>
                  </a:lnTo>
                  <a:lnTo>
                    <a:pt x="967566" y="5005495"/>
                  </a:lnTo>
                  <a:lnTo>
                    <a:pt x="967674" y="5005495"/>
                  </a:lnTo>
                  <a:lnTo>
                    <a:pt x="967783" y="5005495"/>
                  </a:lnTo>
                  <a:lnTo>
                    <a:pt x="967783" y="5004871"/>
                  </a:lnTo>
                  <a:lnTo>
                    <a:pt x="967783" y="5004248"/>
                  </a:lnTo>
                  <a:lnTo>
                    <a:pt x="967891" y="5003000"/>
                  </a:lnTo>
                  <a:lnTo>
                    <a:pt x="968000" y="5003000"/>
                  </a:lnTo>
                  <a:lnTo>
                    <a:pt x="968325" y="5003000"/>
                  </a:lnTo>
                  <a:lnTo>
                    <a:pt x="968433" y="5002377"/>
                  </a:lnTo>
                  <a:lnTo>
                    <a:pt x="968542" y="5002377"/>
                  </a:lnTo>
                  <a:lnTo>
                    <a:pt x="968542" y="5001130"/>
                  </a:lnTo>
                  <a:lnTo>
                    <a:pt x="968650" y="5001130"/>
                  </a:lnTo>
                  <a:lnTo>
                    <a:pt x="968759" y="5001130"/>
                  </a:lnTo>
                  <a:lnTo>
                    <a:pt x="968759" y="5000506"/>
                  </a:lnTo>
                  <a:lnTo>
                    <a:pt x="968867" y="5000506"/>
                  </a:lnTo>
                  <a:lnTo>
                    <a:pt x="968976" y="5000506"/>
                  </a:lnTo>
                  <a:lnTo>
                    <a:pt x="969084" y="4999883"/>
                  </a:lnTo>
                  <a:lnTo>
                    <a:pt x="969409" y="4999883"/>
                  </a:lnTo>
                  <a:lnTo>
                    <a:pt x="969518" y="4999883"/>
                  </a:lnTo>
                  <a:lnTo>
                    <a:pt x="969735" y="4999883"/>
                  </a:lnTo>
                  <a:lnTo>
                    <a:pt x="969843" y="4999259"/>
                  </a:lnTo>
                  <a:lnTo>
                    <a:pt x="969843" y="4998635"/>
                  </a:lnTo>
                  <a:lnTo>
                    <a:pt x="970060" y="4998635"/>
                  </a:lnTo>
                  <a:lnTo>
                    <a:pt x="970169" y="4998012"/>
                  </a:lnTo>
                  <a:lnTo>
                    <a:pt x="970277" y="4998012"/>
                  </a:lnTo>
                  <a:lnTo>
                    <a:pt x="970602" y="4997388"/>
                  </a:lnTo>
                  <a:lnTo>
                    <a:pt x="970711" y="4997388"/>
                  </a:lnTo>
                  <a:lnTo>
                    <a:pt x="970928" y="4997388"/>
                  </a:lnTo>
                  <a:lnTo>
                    <a:pt x="971036" y="4997388"/>
                  </a:lnTo>
                  <a:lnTo>
                    <a:pt x="971361" y="4997388"/>
                  </a:lnTo>
                  <a:lnTo>
                    <a:pt x="971578" y="4997388"/>
                  </a:lnTo>
                  <a:lnTo>
                    <a:pt x="971904" y="4997388"/>
                  </a:lnTo>
                  <a:lnTo>
                    <a:pt x="972012" y="4997388"/>
                  </a:lnTo>
                  <a:lnTo>
                    <a:pt x="972229" y="4996765"/>
                  </a:lnTo>
                  <a:lnTo>
                    <a:pt x="972446" y="4996765"/>
                  </a:lnTo>
                  <a:lnTo>
                    <a:pt x="972554" y="4996765"/>
                  </a:lnTo>
                  <a:lnTo>
                    <a:pt x="972771" y="4996765"/>
                  </a:lnTo>
                  <a:lnTo>
                    <a:pt x="972880" y="4996141"/>
                  </a:lnTo>
                  <a:lnTo>
                    <a:pt x="972988" y="4996141"/>
                  </a:lnTo>
                  <a:lnTo>
                    <a:pt x="973205" y="4995517"/>
                  </a:lnTo>
                  <a:lnTo>
                    <a:pt x="973314" y="4995517"/>
                  </a:lnTo>
                  <a:lnTo>
                    <a:pt x="973422" y="4995517"/>
                  </a:lnTo>
                  <a:lnTo>
                    <a:pt x="973530" y="4995517"/>
                  </a:lnTo>
                  <a:lnTo>
                    <a:pt x="973639" y="4995517"/>
                  </a:lnTo>
                  <a:lnTo>
                    <a:pt x="973639" y="4994894"/>
                  </a:lnTo>
                  <a:lnTo>
                    <a:pt x="974181" y="4994894"/>
                  </a:lnTo>
                  <a:lnTo>
                    <a:pt x="974290" y="4994894"/>
                  </a:lnTo>
                  <a:lnTo>
                    <a:pt x="974506" y="4994894"/>
                  </a:lnTo>
                  <a:lnTo>
                    <a:pt x="974615" y="4994894"/>
                  </a:lnTo>
                  <a:lnTo>
                    <a:pt x="974832" y="4994894"/>
                  </a:lnTo>
                  <a:lnTo>
                    <a:pt x="974940" y="4994270"/>
                  </a:lnTo>
                  <a:lnTo>
                    <a:pt x="975157" y="4994270"/>
                  </a:lnTo>
                  <a:lnTo>
                    <a:pt x="975266" y="4994270"/>
                  </a:lnTo>
                  <a:lnTo>
                    <a:pt x="975591" y="4994270"/>
                  </a:lnTo>
                  <a:lnTo>
                    <a:pt x="975699" y="4994270"/>
                  </a:lnTo>
                  <a:lnTo>
                    <a:pt x="975808" y="4994270"/>
                  </a:lnTo>
                  <a:lnTo>
                    <a:pt x="975916" y="4994270"/>
                  </a:lnTo>
                  <a:lnTo>
                    <a:pt x="976025" y="4994270"/>
                  </a:lnTo>
                  <a:lnTo>
                    <a:pt x="976133" y="4994270"/>
                  </a:lnTo>
                  <a:lnTo>
                    <a:pt x="976242" y="4994270"/>
                  </a:lnTo>
                  <a:lnTo>
                    <a:pt x="976242" y="4993647"/>
                  </a:lnTo>
                  <a:lnTo>
                    <a:pt x="976350" y="4993023"/>
                  </a:lnTo>
                  <a:lnTo>
                    <a:pt x="976458" y="4993023"/>
                  </a:lnTo>
                  <a:lnTo>
                    <a:pt x="976675" y="4993023"/>
                  </a:lnTo>
                  <a:lnTo>
                    <a:pt x="976892" y="4993023"/>
                  </a:lnTo>
                  <a:lnTo>
                    <a:pt x="976892" y="4992400"/>
                  </a:lnTo>
                  <a:lnTo>
                    <a:pt x="976892" y="4991776"/>
                  </a:lnTo>
                  <a:lnTo>
                    <a:pt x="977001" y="4991776"/>
                  </a:lnTo>
                  <a:lnTo>
                    <a:pt x="977218" y="4991776"/>
                  </a:lnTo>
                  <a:lnTo>
                    <a:pt x="977326" y="4991776"/>
                  </a:lnTo>
                  <a:lnTo>
                    <a:pt x="977760" y="4991776"/>
                  </a:lnTo>
                  <a:lnTo>
                    <a:pt x="977868" y="4991776"/>
                  </a:lnTo>
                  <a:lnTo>
                    <a:pt x="978194" y="4991152"/>
                  </a:lnTo>
                  <a:lnTo>
                    <a:pt x="978302" y="4991152"/>
                  </a:lnTo>
                  <a:lnTo>
                    <a:pt x="978302" y="4990529"/>
                  </a:lnTo>
                  <a:lnTo>
                    <a:pt x="978519" y="4990529"/>
                  </a:lnTo>
                  <a:lnTo>
                    <a:pt x="978627" y="4990529"/>
                  </a:lnTo>
                  <a:lnTo>
                    <a:pt x="978736" y="4990529"/>
                  </a:lnTo>
                  <a:lnTo>
                    <a:pt x="978736" y="4989905"/>
                  </a:lnTo>
                  <a:lnTo>
                    <a:pt x="978736" y="4989282"/>
                  </a:lnTo>
                  <a:lnTo>
                    <a:pt x="978953" y="4989282"/>
                  </a:lnTo>
                  <a:lnTo>
                    <a:pt x="979061" y="4989282"/>
                  </a:lnTo>
                  <a:lnTo>
                    <a:pt x="979170" y="4989282"/>
                  </a:lnTo>
                  <a:lnTo>
                    <a:pt x="979278" y="4989282"/>
                  </a:lnTo>
                  <a:lnTo>
                    <a:pt x="979387" y="4988658"/>
                  </a:lnTo>
                  <a:lnTo>
                    <a:pt x="979495" y="4988658"/>
                  </a:lnTo>
                  <a:lnTo>
                    <a:pt x="979603" y="4988658"/>
                  </a:lnTo>
                  <a:lnTo>
                    <a:pt x="979603" y="4988034"/>
                  </a:lnTo>
                  <a:lnTo>
                    <a:pt x="979712" y="4988034"/>
                  </a:lnTo>
                  <a:lnTo>
                    <a:pt x="979712" y="4987411"/>
                  </a:lnTo>
                  <a:lnTo>
                    <a:pt x="979820" y="4987411"/>
                  </a:lnTo>
                  <a:lnTo>
                    <a:pt x="980037" y="4987411"/>
                  </a:lnTo>
                  <a:lnTo>
                    <a:pt x="980146" y="4987411"/>
                  </a:lnTo>
                  <a:lnTo>
                    <a:pt x="980363" y="4986164"/>
                  </a:lnTo>
                  <a:lnTo>
                    <a:pt x="980471" y="4986164"/>
                  </a:lnTo>
                  <a:lnTo>
                    <a:pt x="980579" y="4986164"/>
                  </a:lnTo>
                  <a:lnTo>
                    <a:pt x="980688" y="4985540"/>
                  </a:lnTo>
                  <a:lnTo>
                    <a:pt x="980796" y="4985540"/>
                  </a:lnTo>
                  <a:lnTo>
                    <a:pt x="981013" y="4985540"/>
                  </a:lnTo>
                  <a:lnTo>
                    <a:pt x="981122" y="4985540"/>
                  </a:lnTo>
                  <a:lnTo>
                    <a:pt x="981122" y="4984293"/>
                  </a:lnTo>
                  <a:lnTo>
                    <a:pt x="981122" y="4983669"/>
                  </a:lnTo>
                  <a:lnTo>
                    <a:pt x="981230" y="4983669"/>
                  </a:lnTo>
                  <a:lnTo>
                    <a:pt x="981447" y="4983669"/>
                  </a:lnTo>
                  <a:lnTo>
                    <a:pt x="981556" y="4983669"/>
                  </a:lnTo>
                  <a:lnTo>
                    <a:pt x="981664" y="4983669"/>
                  </a:lnTo>
                  <a:lnTo>
                    <a:pt x="981881" y="4983046"/>
                  </a:lnTo>
                  <a:lnTo>
                    <a:pt x="981989" y="4983046"/>
                  </a:lnTo>
                  <a:lnTo>
                    <a:pt x="982098" y="4983046"/>
                  </a:lnTo>
                  <a:lnTo>
                    <a:pt x="982206" y="4983046"/>
                  </a:lnTo>
                  <a:lnTo>
                    <a:pt x="982423" y="4983046"/>
                  </a:lnTo>
                  <a:lnTo>
                    <a:pt x="982532" y="4983046"/>
                  </a:lnTo>
                  <a:lnTo>
                    <a:pt x="982748" y="4983046"/>
                  </a:lnTo>
                  <a:lnTo>
                    <a:pt x="982857" y="4983046"/>
                  </a:lnTo>
                  <a:lnTo>
                    <a:pt x="982965" y="4983046"/>
                  </a:lnTo>
                  <a:lnTo>
                    <a:pt x="982965" y="4982422"/>
                  </a:lnTo>
                  <a:lnTo>
                    <a:pt x="983074" y="4982422"/>
                  </a:lnTo>
                  <a:lnTo>
                    <a:pt x="983291" y="4981799"/>
                  </a:lnTo>
                  <a:lnTo>
                    <a:pt x="983399" y="4981799"/>
                  </a:lnTo>
                  <a:lnTo>
                    <a:pt x="983508" y="4980551"/>
                  </a:lnTo>
                  <a:lnTo>
                    <a:pt x="983616" y="4980551"/>
                  </a:lnTo>
                  <a:lnTo>
                    <a:pt x="984050" y="4980551"/>
                  </a:lnTo>
                  <a:lnTo>
                    <a:pt x="984158" y="4979928"/>
                  </a:lnTo>
                  <a:lnTo>
                    <a:pt x="984267" y="4979928"/>
                  </a:lnTo>
                  <a:lnTo>
                    <a:pt x="984375" y="4979928"/>
                  </a:lnTo>
                  <a:lnTo>
                    <a:pt x="984917" y="4979928"/>
                  </a:lnTo>
                  <a:lnTo>
                    <a:pt x="985134" y="4979928"/>
                  </a:lnTo>
                  <a:lnTo>
                    <a:pt x="985243" y="4979928"/>
                  </a:lnTo>
                  <a:lnTo>
                    <a:pt x="985460" y="4979928"/>
                  </a:lnTo>
                  <a:lnTo>
                    <a:pt x="985893" y="4979928"/>
                  </a:lnTo>
                  <a:lnTo>
                    <a:pt x="986110" y="4979928"/>
                  </a:lnTo>
                  <a:lnTo>
                    <a:pt x="986219" y="4979304"/>
                  </a:lnTo>
                  <a:lnTo>
                    <a:pt x="986327" y="4979304"/>
                  </a:lnTo>
                  <a:lnTo>
                    <a:pt x="986544" y="4978681"/>
                  </a:lnTo>
                  <a:lnTo>
                    <a:pt x="986761" y="4978681"/>
                  </a:lnTo>
                  <a:lnTo>
                    <a:pt x="986869" y="4978681"/>
                  </a:lnTo>
                  <a:lnTo>
                    <a:pt x="987086" y="4978681"/>
                  </a:lnTo>
                  <a:lnTo>
                    <a:pt x="987303" y="4978681"/>
                  </a:lnTo>
                  <a:lnTo>
                    <a:pt x="987520" y="4978681"/>
                  </a:lnTo>
                  <a:lnTo>
                    <a:pt x="987629" y="4978681"/>
                  </a:lnTo>
                  <a:lnTo>
                    <a:pt x="987845" y="4978681"/>
                  </a:lnTo>
                  <a:lnTo>
                    <a:pt x="987954" y="4978681"/>
                  </a:lnTo>
                  <a:lnTo>
                    <a:pt x="988171" y="4978681"/>
                  </a:lnTo>
                  <a:lnTo>
                    <a:pt x="988279" y="4978681"/>
                  </a:lnTo>
                  <a:lnTo>
                    <a:pt x="988388" y="4978681"/>
                  </a:lnTo>
                  <a:lnTo>
                    <a:pt x="988388" y="4978057"/>
                  </a:lnTo>
                  <a:lnTo>
                    <a:pt x="988496" y="4978057"/>
                  </a:lnTo>
                  <a:lnTo>
                    <a:pt x="988713" y="4978057"/>
                  </a:lnTo>
                  <a:lnTo>
                    <a:pt x="988930" y="4978057"/>
                  </a:lnTo>
                  <a:lnTo>
                    <a:pt x="989255" y="4978057"/>
                  </a:lnTo>
                  <a:lnTo>
                    <a:pt x="989364" y="4976186"/>
                  </a:lnTo>
                  <a:lnTo>
                    <a:pt x="989581" y="4975563"/>
                  </a:lnTo>
                  <a:lnTo>
                    <a:pt x="989689" y="4975563"/>
                  </a:lnTo>
                  <a:lnTo>
                    <a:pt x="989797" y="4974939"/>
                  </a:lnTo>
                  <a:lnTo>
                    <a:pt x="989906" y="4974939"/>
                  </a:lnTo>
                  <a:lnTo>
                    <a:pt x="990014" y="4974939"/>
                  </a:lnTo>
                  <a:lnTo>
                    <a:pt x="990231" y="4974939"/>
                  </a:lnTo>
                  <a:lnTo>
                    <a:pt x="990340" y="4974939"/>
                  </a:lnTo>
                  <a:lnTo>
                    <a:pt x="990340" y="4974316"/>
                  </a:lnTo>
                  <a:lnTo>
                    <a:pt x="990448" y="4974316"/>
                  </a:lnTo>
                  <a:lnTo>
                    <a:pt x="990665" y="4974316"/>
                  </a:lnTo>
                  <a:lnTo>
                    <a:pt x="990990" y="4973692"/>
                  </a:lnTo>
                  <a:lnTo>
                    <a:pt x="991207" y="4973692"/>
                  </a:lnTo>
                  <a:lnTo>
                    <a:pt x="991316" y="4973692"/>
                  </a:lnTo>
                  <a:lnTo>
                    <a:pt x="991533" y="4973692"/>
                  </a:lnTo>
                  <a:lnTo>
                    <a:pt x="991641" y="4973692"/>
                  </a:lnTo>
                  <a:lnTo>
                    <a:pt x="991641" y="4973068"/>
                  </a:lnTo>
                  <a:lnTo>
                    <a:pt x="991750" y="4972445"/>
                  </a:lnTo>
                  <a:lnTo>
                    <a:pt x="991858" y="4972445"/>
                  </a:lnTo>
                  <a:lnTo>
                    <a:pt x="992183" y="4972445"/>
                  </a:lnTo>
                  <a:lnTo>
                    <a:pt x="992183" y="4971821"/>
                  </a:lnTo>
                  <a:lnTo>
                    <a:pt x="992292" y="4971821"/>
                  </a:lnTo>
                  <a:lnTo>
                    <a:pt x="992400" y="4971821"/>
                  </a:lnTo>
                  <a:lnTo>
                    <a:pt x="992834" y="4971198"/>
                  </a:lnTo>
                  <a:lnTo>
                    <a:pt x="992942" y="4971198"/>
                  </a:lnTo>
                  <a:lnTo>
                    <a:pt x="993051" y="4969951"/>
                  </a:lnTo>
                  <a:lnTo>
                    <a:pt x="993376" y="4969951"/>
                  </a:lnTo>
                  <a:lnTo>
                    <a:pt x="993485" y="4969951"/>
                  </a:lnTo>
                  <a:lnTo>
                    <a:pt x="993593" y="4969951"/>
                  </a:lnTo>
                  <a:lnTo>
                    <a:pt x="993702" y="4969951"/>
                  </a:lnTo>
                  <a:lnTo>
                    <a:pt x="993810" y="4969951"/>
                  </a:lnTo>
                  <a:lnTo>
                    <a:pt x="993918" y="4969951"/>
                  </a:lnTo>
                  <a:lnTo>
                    <a:pt x="994461" y="4969951"/>
                  </a:lnTo>
                  <a:lnTo>
                    <a:pt x="994895" y="4969951"/>
                  </a:lnTo>
                  <a:lnTo>
                    <a:pt x="995003" y="4969951"/>
                  </a:lnTo>
                  <a:lnTo>
                    <a:pt x="995111" y="4969951"/>
                  </a:lnTo>
                  <a:lnTo>
                    <a:pt x="995220" y="4969951"/>
                  </a:lnTo>
                  <a:lnTo>
                    <a:pt x="995328" y="4969951"/>
                  </a:lnTo>
                  <a:lnTo>
                    <a:pt x="995545" y="4969327"/>
                  </a:lnTo>
                  <a:lnTo>
                    <a:pt x="995654" y="4969327"/>
                  </a:lnTo>
                  <a:lnTo>
                    <a:pt x="995871" y="4969327"/>
                  </a:lnTo>
                  <a:lnTo>
                    <a:pt x="995979" y="4969327"/>
                  </a:lnTo>
                  <a:lnTo>
                    <a:pt x="995979" y="4968703"/>
                  </a:lnTo>
                  <a:lnTo>
                    <a:pt x="996087" y="4968703"/>
                  </a:lnTo>
                  <a:lnTo>
                    <a:pt x="996196" y="4968703"/>
                  </a:lnTo>
                  <a:lnTo>
                    <a:pt x="996413" y="4968080"/>
                  </a:lnTo>
                  <a:lnTo>
                    <a:pt x="996521" y="4968080"/>
                  </a:lnTo>
                  <a:lnTo>
                    <a:pt x="996521" y="4967456"/>
                  </a:lnTo>
                  <a:lnTo>
                    <a:pt x="996847" y="4967456"/>
                  </a:lnTo>
                  <a:lnTo>
                    <a:pt x="996955" y="4967456"/>
                  </a:lnTo>
                  <a:lnTo>
                    <a:pt x="996955" y="4966833"/>
                  </a:lnTo>
                  <a:lnTo>
                    <a:pt x="996955" y="4966209"/>
                  </a:lnTo>
                  <a:lnTo>
                    <a:pt x="997172" y="4965586"/>
                  </a:lnTo>
                  <a:lnTo>
                    <a:pt x="997389" y="4965586"/>
                  </a:lnTo>
                  <a:lnTo>
                    <a:pt x="997497" y="4965586"/>
                  </a:lnTo>
                  <a:lnTo>
                    <a:pt x="997497" y="4964962"/>
                  </a:lnTo>
                  <a:lnTo>
                    <a:pt x="997606" y="4964338"/>
                  </a:lnTo>
                  <a:lnTo>
                    <a:pt x="997714" y="4964338"/>
                  </a:lnTo>
                  <a:lnTo>
                    <a:pt x="997823" y="4964338"/>
                  </a:lnTo>
                  <a:lnTo>
                    <a:pt x="997823" y="4963715"/>
                  </a:lnTo>
                  <a:lnTo>
                    <a:pt x="998039" y="4963715"/>
                  </a:lnTo>
                  <a:lnTo>
                    <a:pt x="998148" y="4963715"/>
                  </a:lnTo>
                  <a:lnTo>
                    <a:pt x="998256" y="4963715"/>
                  </a:lnTo>
                  <a:lnTo>
                    <a:pt x="998365" y="4963715"/>
                  </a:lnTo>
                  <a:lnTo>
                    <a:pt x="998365" y="4963091"/>
                  </a:lnTo>
                  <a:lnTo>
                    <a:pt x="998473" y="4962468"/>
                  </a:lnTo>
                  <a:lnTo>
                    <a:pt x="998582" y="4962468"/>
                  </a:lnTo>
                  <a:lnTo>
                    <a:pt x="998907" y="4962468"/>
                  </a:lnTo>
                  <a:lnTo>
                    <a:pt x="999124" y="4962468"/>
                  </a:lnTo>
                  <a:lnTo>
                    <a:pt x="999232" y="4962468"/>
                  </a:lnTo>
                  <a:lnTo>
                    <a:pt x="999232" y="4961220"/>
                  </a:lnTo>
                  <a:lnTo>
                    <a:pt x="999232" y="4960597"/>
                  </a:lnTo>
                  <a:lnTo>
                    <a:pt x="999341" y="4960597"/>
                  </a:lnTo>
                  <a:lnTo>
                    <a:pt x="999558" y="4959973"/>
                  </a:lnTo>
                  <a:lnTo>
                    <a:pt x="999666" y="4959973"/>
                  </a:lnTo>
                  <a:lnTo>
                    <a:pt x="999775" y="4959973"/>
                  </a:lnTo>
                  <a:lnTo>
                    <a:pt x="999883" y="4959350"/>
                  </a:lnTo>
                  <a:lnTo>
                    <a:pt x="1000100" y="4959350"/>
                  </a:lnTo>
                  <a:lnTo>
                    <a:pt x="1000208" y="4959350"/>
                  </a:lnTo>
                  <a:lnTo>
                    <a:pt x="1000317" y="4959350"/>
                  </a:lnTo>
                  <a:lnTo>
                    <a:pt x="1000534" y="4959350"/>
                  </a:lnTo>
                  <a:lnTo>
                    <a:pt x="1000642" y="4959350"/>
                  </a:lnTo>
                  <a:lnTo>
                    <a:pt x="1000751" y="4959350"/>
                  </a:lnTo>
                  <a:lnTo>
                    <a:pt x="1000859" y="4959350"/>
                  </a:lnTo>
                  <a:lnTo>
                    <a:pt x="1001076" y="4957479"/>
                  </a:lnTo>
                  <a:lnTo>
                    <a:pt x="1001293" y="4957479"/>
                  </a:lnTo>
                  <a:lnTo>
                    <a:pt x="1001401" y="4957479"/>
                  </a:lnTo>
                  <a:lnTo>
                    <a:pt x="1001401" y="4956855"/>
                  </a:lnTo>
                  <a:lnTo>
                    <a:pt x="1001510" y="4956855"/>
                  </a:lnTo>
                  <a:lnTo>
                    <a:pt x="1001618" y="4956855"/>
                  </a:lnTo>
                  <a:lnTo>
                    <a:pt x="1001618" y="4956232"/>
                  </a:lnTo>
                  <a:lnTo>
                    <a:pt x="1001727" y="4956232"/>
                  </a:lnTo>
                  <a:lnTo>
                    <a:pt x="1001835" y="4956232"/>
                  </a:lnTo>
                  <a:lnTo>
                    <a:pt x="1001944" y="4956232"/>
                  </a:lnTo>
                  <a:lnTo>
                    <a:pt x="1002052" y="4956232"/>
                  </a:lnTo>
                  <a:lnTo>
                    <a:pt x="1002269" y="4956232"/>
                  </a:lnTo>
                  <a:lnTo>
                    <a:pt x="1002269" y="4955608"/>
                  </a:lnTo>
                  <a:lnTo>
                    <a:pt x="1002377" y="4955608"/>
                  </a:lnTo>
                  <a:lnTo>
                    <a:pt x="1002377" y="4954985"/>
                  </a:lnTo>
                  <a:lnTo>
                    <a:pt x="1002594" y="4954985"/>
                  </a:lnTo>
                  <a:lnTo>
                    <a:pt x="1002703" y="4954985"/>
                  </a:lnTo>
                  <a:lnTo>
                    <a:pt x="1002920" y="4954985"/>
                  </a:lnTo>
                  <a:lnTo>
                    <a:pt x="1003028" y="4954361"/>
                  </a:lnTo>
                  <a:lnTo>
                    <a:pt x="1003245" y="4954361"/>
                  </a:lnTo>
                  <a:lnTo>
                    <a:pt x="1003353" y="4953737"/>
                  </a:lnTo>
                  <a:lnTo>
                    <a:pt x="1003462" y="4953114"/>
                  </a:lnTo>
                  <a:lnTo>
                    <a:pt x="1003787" y="4952490"/>
                  </a:lnTo>
                  <a:lnTo>
                    <a:pt x="1003896" y="4952490"/>
                  </a:lnTo>
                  <a:lnTo>
                    <a:pt x="1004004" y="4952490"/>
                  </a:lnTo>
                  <a:lnTo>
                    <a:pt x="1004113" y="4952490"/>
                  </a:lnTo>
                  <a:lnTo>
                    <a:pt x="1004438" y="4952490"/>
                  </a:lnTo>
                  <a:lnTo>
                    <a:pt x="1004546" y="4952490"/>
                  </a:lnTo>
                  <a:lnTo>
                    <a:pt x="1004655" y="4952490"/>
                  </a:lnTo>
                  <a:lnTo>
                    <a:pt x="1004763" y="4952490"/>
                  </a:lnTo>
                  <a:lnTo>
                    <a:pt x="1004872" y="4952490"/>
                  </a:lnTo>
                  <a:lnTo>
                    <a:pt x="1005089" y="4952490"/>
                  </a:lnTo>
                  <a:lnTo>
                    <a:pt x="1005197" y="4952490"/>
                  </a:lnTo>
                  <a:lnTo>
                    <a:pt x="1006281" y="4948749"/>
                  </a:lnTo>
                  <a:lnTo>
                    <a:pt x="1006607" y="4948125"/>
                  </a:lnTo>
                  <a:lnTo>
                    <a:pt x="1006715" y="4948125"/>
                  </a:lnTo>
                  <a:lnTo>
                    <a:pt x="1006932" y="4948125"/>
                  </a:lnTo>
                  <a:lnTo>
                    <a:pt x="1007041" y="4948125"/>
                  </a:lnTo>
                  <a:lnTo>
                    <a:pt x="1007149" y="4948125"/>
                  </a:lnTo>
                  <a:lnTo>
                    <a:pt x="1007258" y="4948125"/>
                  </a:lnTo>
                  <a:lnTo>
                    <a:pt x="1007366" y="4947502"/>
                  </a:lnTo>
                  <a:lnTo>
                    <a:pt x="1007366" y="4946878"/>
                  </a:lnTo>
                  <a:lnTo>
                    <a:pt x="1007583" y="4946878"/>
                  </a:lnTo>
                  <a:lnTo>
                    <a:pt x="1007691" y="4946878"/>
                  </a:lnTo>
                  <a:lnTo>
                    <a:pt x="1007800" y="4946878"/>
                  </a:lnTo>
                  <a:lnTo>
                    <a:pt x="1007908" y="4946878"/>
                  </a:lnTo>
                  <a:lnTo>
                    <a:pt x="1008017" y="4946254"/>
                  </a:lnTo>
                  <a:lnTo>
                    <a:pt x="1008125" y="4946254"/>
                  </a:lnTo>
                  <a:lnTo>
                    <a:pt x="1008342" y="4946254"/>
                  </a:lnTo>
                  <a:lnTo>
                    <a:pt x="1008342" y="4945631"/>
                  </a:lnTo>
                  <a:lnTo>
                    <a:pt x="1008450" y="4945631"/>
                  </a:lnTo>
                  <a:lnTo>
                    <a:pt x="1008559" y="4945631"/>
                  </a:lnTo>
                  <a:lnTo>
                    <a:pt x="1008776" y="4945631"/>
                  </a:lnTo>
                  <a:lnTo>
                    <a:pt x="1008993" y="4945631"/>
                  </a:lnTo>
                  <a:lnTo>
                    <a:pt x="1009101" y="4945631"/>
                  </a:lnTo>
                  <a:lnTo>
                    <a:pt x="1009318" y="4945631"/>
                  </a:lnTo>
                  <a:lnTo>
                    <a:pt x="1009426" y="4945631"/>
                  </a:lnTo>
                  <a:lnTo>
                    <a:pt x="1009426" y="4945007"/>
                  </a:lnTo>
                  <a:lnTo>
                    <a:pt x="1009535" y="4945007"/>
                  </a:lnTo>
                  <a:lnTo>
                    <a:pt x="1009752" y="4945007"/>
                  </a:lnTo>
                  <a:lnTo>
                    <a:pt x="1009860" y="4945007"/>
                  </a:lnTo>
                  <a:lnTo>
                    <a:pt x="1010077" y="4945007"/>
                  </a:lnTo>
                  <a:lnTo>
                    <a:pt x="1010294" y="4945007"/>
                  </a:lnTo>
                  <a:lnTo>
                    <a:pt x="1010402" y="4944384"/>
                  </a:lnTo>
                  <a:lnTo>
                    <a:pt x="1010511" y="4944384"/>
                  </a:lnTo>
                  <a:lnTo>
                    <a:pt x="1010619" y="4944384"/>
                  </a:lnTo>
                  <a:lnTo>
                    <a:pt x="1010945" y="4944384"/>
                  </a:lnTo>
                  <a:lnTo>
                    <a:pt x="1011270" y="4944384"/>
                  </a:lnTo>
                  <a:lnTo>
                    <a:pt x="1011378" y="4944384"/>
                  </a:lnTo>
                  <a:lnTo>
                    <a:pt x="1011487" y="4944384"/>
                  </a:lnTo>
                  <a:lnTo>
                    <a:pt x="1011487" y="4943760"/>
                  </a:lnTo>
                  <a:lnTo>
                    <a:pt x="1011921" y="4943137"/>
                  </a:lnTo>
                  <a:lnTo>
                    <a:pt x="1012029" y="4943137"/>
                  </a:lnTo>
                  <a:lnTo>
                    <a:pt x="1012138" y="4943137"/>
                  </a:lnTo>
                  <a:lnTo>
                    <a:pt x="1012355" y="4942513"/>
                  </a:lnTo>
                  <a:lnTo>
                    <a:pt x="1012355" y="4941889"/>
                  </a:lnTo>
                  <a:lnTo>
                    <a:pt x="1012463" y="4941266"/>
                  </a:lnTo>
                  <a:lnTo>
                    <a:pt x="1012571" y="4940642"/>
                  </a:lnTo>
                  <a:lnTo>
                    <a:pt x="1012680" y="4940642"/>
                  </a:lnTo>
                  <a:lnTo>
                    <a:pt x="1012897" y="4940642"/>
                  </a:lnTo>
                  <a:lnTo>
                    <a:pt x="1013114" y="4940642"/>
                  </a:lnTo>
                  <a:lnTo>
                    <a:pt x="1013331" y="4940642"/>
                  </a:lnTo>
                  <a:lnTo>
                    <a:pt x="1013439" y="4940642"/>
                  </a:lnTo>
                  <a:lnTo>
                    <a:pt x="1013547" y="4940642"/>
                  </a:lnTo>
                  <a:lnTo>
                    <a:pt x="1013656" y="4940642"/>
                  </a:lnTo>
                  <a:lnTo>
                    <a:pt x="1013873" y="4940642"/>
                  </a:lnTo>
                  <a:lnTo>
                    <a:pt x="1013981" y="4940642"/>
                  </a:lnTo>
                  <a:lnTo>
                    <a:pt x="1014090" y="4940642"/>
                  </a:lnTo>
                  <a:lnTo>
                    <a:pt x="1014090" y="4940019"/>
                  </a:lnTo>
                  <a:lnTo>
                    <a:pt x="1014198" y="4940019"/>
                  </a:lnTo>
                  <a:lnTo>
                    <a:pt x="1014307" y="4940019"/>
                  </a:lnTo>
                  <a:lnTo>
                    <a:pt x="1014523" y="4940019"/>
                  </a:lnTo>
                  <a:lnTo>
                    <a:pt x="1014523" y="4939395"/>
                  </a:lnTo>
                  <a:lnTo>
                    <a:pt x="1014849" y="4939395"/>
                  </a:lnTo>
                  <a:lnTo>
                    <a:pt x="1014849" y="4938771"/>
                  </a:lnTo>
                  <a:lnTo>
                    <a:pt x="1014957" y="4938771"/>
                  </a:lnTo>
                  <a:lnTo>
                    <a:pt x="1015066" y="4938771"/>
                  </a:lnTo>
                  <a:lnTo>
                    <a:pt x="1015174" y="4938771"/>
                  </a:lnTo>
                  <a:lnTo>
                    <a:pt x="1015283" y="4938771"/>
                  </a:lnTo>
                  <a:lnTo>
                    <a:pt x="1015391" y="4938771"/>
                  </a:lnTo>
                  <a:lnTo>
                    <a:pt x="1015499" y="4938771"/>
                  </a:lnTo>
                  <a:lnTo>
                    <a:pt x="1015608" y="4938148"/>
                  </a:lnTo>
                  <a:lnTo>
                    <a:pt x="1015716" y="4938148"/>
                  </a:lnTo>
                  <a:lnTo>
                    <a:pt x="1016150" y="4937524"/>
                  </a:lnTo>
                  <a:lnTo>
                    <a:pt x="1016259" y="4937524"/>
                  </a:lnTo>
                  <a:lnTo>
                    <a:pt x="1016367" y="4937524"/>
                  </a:lnTo>
                  <a:lnTo>
                    <a:pt x="1016801" y="4936901"/>
                  </a:lnTo>
                  <a:lnTo>
                    <a:pt x="1016909" y="4936901"/>
                  </a:lnTo>
                  <a:lnTo>
                    <a:pt x="1017018" y="4936901"/>
                  </a:lnTo>
                  <a:lnTo>
                    <a:pt x="1017343" y="4936901"/>
                  </a:lnTo>
                  <a:lnTo>
                    <a:pt x="1017343" y="4936277"/>
                  </a:lnTo>
                  <a:lnTo>
                    <a:pt x="1017452" y="4936277"/>
                  </a:lnTo>
                  <a:lnTo>
                    <a:pt x="1017452" y="4935654"/>
                  </a:lnTo>
                  <a:lnTo>
                    <a:pt x="1017560" y="4935654"/>
                  </a:lnTo>
                  <a:lnTo>
                    <a:pt x="1017668" y="4935654"/>
                  </a:lnTo>
                  <a:lnTo>
                    <a:pt x="1017885" y="4935654"/>
                  </a:lnTo>
                  <a:lnTo>
                    <a:pt x="1018428" y="4935654"/>
                  </a:lnTo>
                  <a:lnTo>
                    <a:pt x="1018536" y="4935654"/>
                  </a:lnTo>
                  <a:lnTo>
                    <a:pt x="1018644" y="4935030"/>
                  </a:lnTo>
                  <a:lnTo>
                    <a:pt x="1018861" y="4934406"/>
                  </a:lnTo>
                  <a:lnTo>
                    <a:pt x="1018970" y="4934406"/>
                  </a:lnTo>
                  <a:lnTo>
                    <a:pt x="1019078" y="4934406"/>
                  </a:lnTo>
                  <a:lnTo>
                    <a:pt x="1019404" y="4934406"/>
                  </a:lnTo>
                  <a:lnTo>
                    <a:pt x="1019512" y="4934406"/>
                  </a:lnTo>
                  <a:lnTo>
                    <a:pt x="1019620" y="4934406"/>
                  </a:lnTo>
                  <a:lnTo>
                    <a:pt x="1019837" y="4934406"/>
                  </a:lnTo>
                  <a:lnTo>
                    <a:pt x="1019946" y="4933783"/>
                  </a:lnTo>
                  <a:lnTo>
                    <a:pt x="1020271" y="4931912"/>
                  </a:lnTo>
                  <a:lnTo>
                    <a:pt x="1020488" y="4931912"/>
                  </a:lnTo>
                  <a:lnTo>
                    <a:pt x="1020597" y="4931912"/>
                  </a:lnTo>
                  <a:lnTo>
                    <a:pt x="1020705" y="4931288"/>
                  </a:lnTo>
                  <a:lnTo>
                    <a:pt x="1020705" y="4930665"/>
                  </a:lnTo>
                  <a:lnTo>
                    <a:pt x="1020813" y="4930665"/>
                  </a:lnTo>
                  <a:lnTo>
                    <a:pt x="1021030" y="4930665"/>
                  </a:lnTo>
                  <a:lnTo>
                    <a:pt x="1021139" y="4930665"/>
                  </a:lnTo>
                  <a:lnTo>
                    <a:pt x="1021139" y="4930041"/>
                  </a:lnTo>
                  <a:lnTo>
                    <a:pt x="1021139" y="4929418"/>
                  </a:lnTo>
                  <a:lnTo>
                    <a:pt x="1021247" y="4929418"/>
                  </a:lnTo>
                  <a:lnTo>
                    <a:pt x="1021356" y="4929418"/>
                  </a:lnTo>
                  <a:lnTo>
                    <a:pt x="1021464" y="4929418"/>
                  </a:lnTo>
                  <a:lnTo>
                    <a:pt x="1021681" y="4929418"/>
                  </a:lnTo>
                  <a:lnTo>
                    <a:pt x="1021789" y="4929418"/>
                  </a:lnTo>
                  <a:lnTo>
                    <a:pt x="1022006" y="4929418"/>
                  </a:lnTo>
                  <a:lnTo>
                    <a:pt x="1022006" y="4928794"/>
                  </a:lnTo>
                  <a:lnTo>
                    <a:pt x="1022332" y="4928171"/>
                  </a:lnTo>
                  <a:lnTo>
                    <a:pt x="1022440" y="4928171"/>
                  </a:lnTo>
                  <a:lnTo>
                    <a:pt x="1022549" y="4928171"/>
                  </a:lnTo>
                  <a:lnTo>
                    <a:pt x="1022657" y="4928171"/>
                  </a:lnTo>
                  <a:lnTo>
                    <a:pt x="1022874" y="4928171"/>
                  </a:lnTo>
                  <a:lnTo>
                    <a:pt x="1022982" y="4927547"/>
                  </a:lnTo>
                  <a:lnTo>
                    <a:pt x="1023308" y="4926923"/>
                  </a:lnTo>
                  <a:lnTo>
                    <a:pt x="1023308" y="4926300"/>
                  </a:lnTo>
                  <a:lnTo>
                    <a:pt x="1023741" y="4925676"/>
                  </a:lnTo>
                  <a:lnTo>
                    <a:pt x="1023850" y="4925676"/>
                  </a:lnTo>
                  <a:lnTo>
                    <a:pt x="1023850" y="4925053"/>
                  </a:lnTo>
                  <a:lnTo>
                    <a:pt x="1023958" y="4925053"/>
                  </a:lnTo>
                  <a:lnTo>
                    <a:pt x="1024067" y="4925053"/>
                  </a:lnTo>
                  <a:lnTo>
                    <a:pt x="1024392" y="4925053"/>
                  </a:lnTo>
                  <a:lnTo>
                    <a:pt x="1024501" y="4925053"/>
                  </a:lnTo>
                  <a:lnTo>
                    <a:pt x="1024718" y="4925053"/>
                  </a:lnTo>
                  <a:lnTo>
                    <a:pt x="1025043" y="4924429"/>
                  </a:lnTo>
                  <a:lnTo>
                    <a:pt x="1025260" y="4924429"/>
                  </a:lnTo>
                  <a:lnTo>
                    <a:pt x="1025368" y="4924429"/>
                  </a:lnTo>
                  <a:lnTo>
                    <a:pt x="1025477" y="4924429"/>
                  </a:lnTo>
                  <a:lnTo>
                    <a:pt x="1025585" y="4924429"/>
                  </a:lnTo>
                  <a:lnTo>
                    <a:pt x="1025694" y="4924429"/>
                  </a:lnTo>
                  <a:lnTo>
                    <a:pt x="1025694" y="4923805"/>
                  </a:lnTo>
                  <a:lnTo>
                    <a:pt x="1025802" y="4923805"/>
                  </a:lnTo>
                  <a:lnTo>
                    <a:pt x="1026019" y="4923182"/>
                  </a:lnTo>
                  <a:lnTo>
                    <a:pt x="1026127" y="4923182"/>
                  </a:lnTo>
                  <a:lnTo>
                    <a:pt x="1026127" y="4922558"/>
                  </a:lnTo>
                  <a:lnTo>
                    <a:pt x="1026127" y="4921935"/>
                  </a:lnTo>
                  <a:lnTo>
                    <a:pt x="1026453" y="4921935"/>
                  </a:lnTo>
                  <a:lnTo>
                    <a:pt x="1026453" y="4921311"/>
                  </a:lnTo>
                  <a:lnTo>
                    <a:pt x="1026561" y="4920688"/>
                  </a:lnTo>
                  <a:lnTo>
                    <a:pt x="1026670" y="4920064"/>
                  </a:lnTo>
                  <a:lnTo>
                    <a:pt x="1026995" y="4920064"/>
                  </a:lnTo>
                  <a:lnTo>
                    <a:pt x="1027103" y="4920064"/>
                  </a:lnTo>
                  <a:lnTo>
                    <a:pt x="1027212" y="4920064"/>
                  </a:lnTo>
                  <a:lnTo>
                    <a:pt x="1027320" y="4920064"/>
                  </a:lnTo>
                  <a:lnTo>
                    <a:pt x="1027754" y="4919440"/>
                  </a:lnTo>
                  <a:lnTo>
                    <a:pt x="1027862" y="4919440"/>
                  </a:lnTo>
                  <a:lnTo>
                    <a:pt x="1027971" y="4919440"/>
                  </a:lnTo>
                  <a:lnTo>
                    <a:pt x="1027971" y="4918817"/>
                  </a:lnTo>
                  <a:lnTo>
                    <a:pt x="1028188" y="4918817"/>
                  </a:lnTo>
                  <a:lnTo>
                    <a:pt x="1028296" y="4918817"/>
                  </a:lnTo>
                  <a:lnTo>
                    <a:pt x="1028513" y="4918817"/>
                  </a:lnTo>
                  <a:lnTo>
                    <a:pt x="1028622" y="4918193"/>
                  </a:lnTo>
                  <a:lnTo>
                    <a:pt x="1028730" y="4918193"/>
                  </a:lnTo>
                  <a:lnTo>
                    <a:pt x="1028839" y="4918193"/>
                  </a:lnTo>
                  <a:lnTo>
                    <a:pt x="1028947" y="4918193"/>
                  </a:lnTo>
                  <a:lnTo>
                    <a:pt x="1029055" y="4918193"/>
                  </a:lnTo>
                  <a:lnTo>
                    <a:pt x="1029272" y="4916946"/>
                  </a:lnTo>
                  <a:lnTo>
                    <a:pt x="1029489" y="4916946"/>
                  </a:lnTo>
                  <a:lnTo>
                    <a:pt x="1029598" y="4916946"/>
                  </a:lnTo>
                  <a:lnTo>
                    <a:pt x="1029815" y="4916946"/>
                  </a:lnTo>
                  <a:lnTo>
                    <a:pt x="1030140" y="4916946"/>
                  </a:lnTo>
                  <a:lnTo>
                    <a:pt x="1030248" y="4916946"/>
                  </a:lnTo>
                  <a:lnTo>
                    <a:pt x="1030357" y="4916946"/>
                  </a:lnTo>
                  <a:lnTo>
                    <a:pt x="1030574" y="4916946"/>
                  </a:lnTo>
                  <a:lnTo>
                    <a:pt x="1030682" y="4916946"/>
                  </a:lnTo>
                  <a:lnTo>
                    <a:pt x="1030791" y="4916323"/>
                  </a:lnTo>
                  <a:lnTo>
                    <a:pt x="1030899" y="4916323"/>
                  </a:lnTo>
                  <a:lnTo>
                    <a:pt x="1031007" y="4916323"/>
                  </a:lnTo>
                  <a:lnTo>
                    <a:pt x="1031116" y="4916323"/>
                  </a:lnTo>
                  <a:lnTo>
                    <a:pt x="1031441" y="4916323"/>
                  </a:lnTo>
                  <a:lnTo>
                    <a:pt x="1031441" y="4915699"/>
                  </a:lnTo>
                  <a:lnTo>
                    <a:pt x="1031550" y="4915699"/>
                  </a:lnTo>
                  <a:lnTo>
                    <a:pt x="1031658" y="4915699"/>
                  </a:lnTo>
                  <a:lnTo>
                    <a:pt x="1031983" y="4915699"/>
                  </a:lnTo>
                  <a:lnTo>
                    <a:pt x="1032092" y="4915699"/>
                  </a:lnTo>
                  <a:lnTo>
                    <a:pt x="1032309" y="4915699"/>
                  </a:lnTo>
                  <a:lnTo>
                    <a:pt x="1032417" y="4915699"/>
                  </a:lnTo>
                  <a:lnTo>
                    <a:pt x="1032851" y="4915699"/>
                  </a:lnTo>
                  <a:lnTo>
                    <a:pt x="1032959" y="4915699"/>
                  </a:lnTo>
                  <a:lnTo>
                    <a:pt x="1033068" y="4915699"/>
                  </a:lnTo>
                  <a:lnTo>
                    <a:pt x="1033068" y="4915075"/>
                  </a:lnTo>
                  <a:lnTo>
                    <a:pt x="1033068" y="4914452"/>
                  </a:lnTo>
                  <a:lnTo>
                    <a:pt x="1033285" y="4914452"/>
                  </a:lnTo>
                  <a:lnTo>
                    <a:pt x="1033610" y="4913828"/>
                  </a:lnTo>
                  <a:lnTo>
                    <a:pt x="1033719" y="4913205"/>
                  </a:lnTo>
                  <a:lnTo>
                    <a:pt x="1033936" y="4913205"/>
                  </a:lnTo>
                  <a:lnTo>
                    <a:pt x="1034044" y="4913205"/>
                  </a:lnTo>
                  <a:lnTo>
                    <a:pt x="1034152" y="4913205"/>
                  </a:lnTo>
                  <a:lnTo>
                    <a:pt x="1034152" y="4911334"/>
                  </a:lnTo>
                  <a:lnTo>
                    <a:pt x="1034369" y="4911334"/>
                  </a:lnTo>
                  <a:lnTo>
                    <a:pt x="1034586" y="4910710"/>
                  </a:lnTo>
                  <a:lnTo>
                    <a:pt x="1034695" y="4910087"/>
                  </a:lnTo>
                  <a:lnTo>
                    <a:pt x="1034803" y="4910087"/>
                  </a:lnTo>
                  <a:lnTo>
                    <a:pt x="1034803" y="4909463"/>
                  </a:lnTo>
                  <a:lnTo>
                    <a:pt x="1034803" y="4908840"/>
                  </a:lnTo>
                  <a:lnTo>
                    <a:pt x="1034912" y="4908840"/>
                  </a:lnTo>
                  <a:lnTo>
                    <a:pt x="1035020" y="4908840"/>
                  </a:lnTo>
                  <a:lnTo>
                    <a:pt x="1035237" y="4908840"/>
                  </a:lnTo>
                  <a:lnTo>
                    <a:pt x="1035237" y="4908216"/>
                  </a:lnTo>
                  <a:lnTo>
                    <a:pt x="1035454" y="4907592"/>
                  </a:lnTo>
                  <a:lnTo>
                    <a:pt x="1035562" y="4907592"/>
                  </a:lnTo>
                  <a:lnTo>
                    <a:pt x="1035562" y="4906969"/>
                  </a:lnTo>
                  <a:lnTo>
                    <a:pt x="1035562" y="4905722"/>
                  </a:lnTo>
                  <a:lnTo>
                    <a:pt x="1035779" y="4905722"/>
                  </a:lnTo>
                  <a:lnTo>
                    <a:pt x="1035888" y="4905722"/>
                  </a:lnTo>
                  <a:lnTo>
                    <a:pt x="1035996" y="4905722"/>
                  </a:lnTo>
                  <a:lnTo>
                    <a:pt x="1036104" y="4905098"/>
                  </a:lnTo>
                  <a:lnTo>
                    <a:pt x="1036213" y="4905098"/>
                  </a:lnTo>
                  <a:lnTo>
                    <a:pt x="1036538" y="4903851"/>
                  </a:lnTo>
                  <a:lnTo>
                    <a:pt x="1036647" y="4903227"/>
                  </a:lnTo>
                  <a:lnTo>
                    <a:pt x="1036755" y="4903227"/>
                  </a:lnTo>
                  <a:lnTo>
                    <a:pt x="1037189" y="4903227"/>
                  </a:lnTo>
                  <a:lnTo>
                    <a:pt x="1037406" y="4901357"/>
                  </a:lnTo>
                  <a:lnTo>
                    <a:pt x="1037514" y="4901357"/>
                  </a:lnTo>
                  <a:lnTo>
                    <a:pt x="1037623" y="4901357"/>
                  </a:lnTo>
                  <a:lnTo>
                    <a:pt x="1037623" y="4900733"/>
                  </a:lnTo>
                  <a:lnTo>
                    <a:pt x="1037623" y="4900109"/>
                  </a:lnTo>
                  <a:lnTo>
                    <a:pt x="1037840" y="4900109"/>
                  </a:lnTo>
                  <a:lnTo>
                    <a:pt x="1037840" y="4899486"/>
                  </a:lnTo>
                  <a:lnTo>
                    <a:pt x="1038599" y="4898862"/>
                  </a:lnTo>
                  <a:lnTo>
                    <a:pt x="1038707" y="4898862"/>
                  </a:lnTo>
                  <a:lnTo>
                    <a:pt x="1038816" y="4898862"/>
                  </a:lnTo>
                  <a:lnTo>
                    <a:pt x="1038924" y="4898862"/>
                  </a:lnTo>
                  <a:lnTo>
                    <a:pt x="1039033" y="4898862"/>
                  </a:lnTo>
                  <a:lnTo>
                    <a:pt x="1039249" y="4898862"/>
                  </a:lnTo>
                  <a:lnTo>
                    <a:pt x="1039466" y="4898862"/>
                  </a:lnTo>
                  <a:lnTo>
                    <a:pt x="1039575" y="4898862"/>
                  </a:lnTo>
                  <a:lnTo>
                    <a:pt x="1039792" y="4898862"/>
                  </a:lnTo>
                  <a:lnTo>
                    <a:pt x="1039900" y="4898862"/>
                  </a:lnTo>
                  <a:lnTo>
                    <a:pt x="1040009" y="4898862"/>
                  </a:lnTo>
                  <a:lnTo>
                    <a:pt x="1040225" y="4897615"/>
                  </a:lnTo>
                  <a:lnTo>
                    <a:pt x="1040334" y="4897615"/>
                  </a:lnTo>
                  <a:lnTo>
                    <a:pt x="1040442" y="4897615"/>
                  </a:lnTo>
                  <a:lnTo>
                    <a:pt x="1040551" y="4897615"/>
                  </a:lnTo>
                  <a:lnTo>
                    <a:pt x="1040768" y="4897615"/>
                  </a:lnTo>
                  <a:lnTo>
                    <a:pt x="1040985" y="4897615"/>
                  </a:lnTo>
                  <a:lnTo>
                    <a:pt x="1041093" y="4897615"/>
                  </a:lnTo>
                  <a:lnTo>
                    <a:pt x="1041201" y="4896991"/>
                  </a:lnTo>
                  <a:lnTo>
                    <a:pt x="1041310" y="4896368"/>
                  </a:lnTo>
                  <a:lnTo>
                    <a:pt x="1041310" y="4895744"/>
                  </a:lnTo>
                  <a:lnTo>
                    <a:pt x="1041418" y="4895744"/>
                  </a:lnTo>
                  <a:lnTo>
                    <a:pt x="1041744" y="4895744"/>
                  </a:lnTo>
                  <a:lnTo>
                    <a:pt x="1041852" y="4895744"/>
                  </a:lnTo>
                  <a:lnTo>
                    <a:pt x="1041961" y="4895744"/>
                  </a:lnTo>
                  <a:lnTo>
                    <a:pt x="1042178" y="4895744"/>
                  </a:lnTo>
                  <a:lnTo>
                    <a:pt x="1042611" y="4895121"/>
                  </a:lnTo>
                  <a:lnTo>
                    <a:pt x="1042611" y="4894497"/>
                  </a:lnTo>
                  <a:lnTo>
                    <a:pt x="1042720" y="4894497"/>
                  </a:lnTo>
                  <a:lnTo>
                    <a:pt x="1043154" y="4894497"/>
                  </a:lnTo>
                  <a:lnTo>
                    <a:pt x="1043370" y="4894497"/>
                  </a:lnTo>
                  <a:lnTo>
                    <a:pt x="1043804" y="4894497"/>
                  </a:lnTo>
                  <a:lnTo>
                    <a:pt x="1044021" y="4894497"/>
                  </a:lnTo>
                  <a:lnTo>
                    <a:pt x="1044130" y="4894497"/>
                  </a:lnTo>
                  <a:lnTo>
                    <a:pt x="1044455" y="4894497"/>
                  </a:lnTo>
                  <a:lnTo>
                    <a:pt x="1044563" y="4894497"/>
                  </a:lnTo>
                  <a:lnTo>
                    <a:pt x="1044672" y="4894497"/>
                  </a:lnTo>
                  <a:lnTo>
                    <a:pt x="1044780" y="4894497"/>
                  </a:lnTo>
                  <a:lnTo>
                    <a:pt x="1044889" y="4893874"/>
                  </a:lnTo>
                  <a:lnTo>
                    <a:pt x="1044997" y="4893874"/>
                  </a:lnTo>
                  <a:lnTo>
                    <a:pt x="1045106" y="4893874"/>
                  </a:lnTo>
                  <a:lnTo>
                    <a:pt x="1045214" y="4893874"/>
                  </a:lnTo>
                  <a:lnTo>
                    <a:pt x="1045322" y="4893874"/>
                  </a:lnTo>
                  <a:lnTo>
                    <a:pt x="1045431" y="4893874"/>
                  </a:lnTo>
                  <a:lnTo>
                    <a:pt x="1045648" y="4893250"/>
                  </a:lnTo>
                  <a:lnTo>
                    <a:pt x="1045756" y="4893250"/>
                  </a:lnTo>
                  <a:lnTo>
                    <a:pt x="1045973" y="4892003"/>
                  </a:lnTo>
                  <a:lnTo>
                    <a:pt x="1046190" y="4892003"/>
                  </a:lnTo>
                  <a:lnTo>
                    <a:pt x="1046407" y="4892003"/>
                  </a:lnTo>
                  <a:lnTo>
                    <a:pt x="1046515" y="4892003"/>
                  </a:lnTo>
                  <a:lnTo>
                    <a:pt x="1046624" y="4892003"/>
                  </a:lnTo>
                  <a:lnTo>
                    <a:pt x="1046841" y="4892003"/>
                  </a:lnTo>
                  <a:lnTo>
                    <a:pt x="1046949" y="4892003"/>
                  </a:lnTo>
                  <a:lnTo>
                    <a:pt x="1047058" y="4892003"/>
                  </a:lnTo>
                  <a:lnTo>
                    <a:pt x="1047166" y="4892003"/>
                  </a:lnTo>
                  <a:lnTo>
                    <a:pt x="1047275" y="4892003"/>
                  </a:lnTo>
                  <a:lnTo>
                    <a:pt x="1047491" y="4892003"/>
                  </a:lnTo>
                  <a:lnTo>
                    <a:pt x="1047708" y="4892003"/>
                  </a:lnTo>
                  <a:lnTo>
                    <a:pt x="1047817" y="4892003"/>
                  </a:lnTo>
                  <a:lnTo>
                    <a:pt x="1047817" y="4891379"/>
                  </a:lnTo>
                  <a:lnTo>
                    <a:pt x="1047925" y="4891379"/>
                  </a:lnTo>
                  <a:lnTo>
                    <a:pt x="1048142" y="4891379"/>
                  </a:lnTo>
                  <a:lnTo>
                    <a:pt x="1048359" y="4891379"/>
                  </a:lnTo>
                  <a:lnTo>
                    <a:pt x="1048576" y="4891379"/>
                  </a:lnTo>
                  <a:lnTo>
                    <a:pt x="1048684" y="4891379"/>
                  </a:lnTo>
                  <a:lnTo>
                    <a:pt x="1048901" y="4891379"/>
                  </a:lnTo>
                  <a:lnTo>
                    <a:pt x="1048901" y="4890756"/>
                  </a:lnTo>
                  <a:lnTo>
                    <a:pt x="1049010" y="4890756"/>
                  </a:lnTo>
                  <a:lnTo>
                    <a:pt x="1049118" y="4890756"/>
                  </a:lnTo>
                  <a:lnTo>
                    <a:pt x="1049227" y="4890132"/>
                  </a:lnTo>
                  <a:lnTo>
                    <a:pt x="1049443" y="4890132"/>
                  </a:lnTo>
                  <a:lnTo>
                    <a:pt x="1049552" y="4890132"/>
                  </a:lnTo>
                  <a:lnTo>
                    <a:pt x="1049660" y="4890132"/>
                  </a:lnTo>
                  <a:lnTo>
                    <a:pt x="1049986" y="4890132"/>
                  </a:lnTo>
                  <a:lnTo>
                    <a:pt x="1050094" y="4890132"/>
                  </a:lnTo>
                  <a:lnTo>
                    <a:pt x="1050203" y="4890132"/>
                  </a:lnTo>
                  <a:lnTo>
                    <a:pt x="1050203" y="4889508"/>
                  </a:lnTo>
                  <a:lnTo>
                    <a:pt x="1050311" y="4889508"/>
                  </a:lnTo>
                  <a:lnTo>
                    <a:pt x="1050311" y="4888261"/>
                  </a:lnTo>
                  <a:lnTo>
                    <a:pt x="1050636" y="4887638"/>
                  </a:lnTo>
                  <a:lnTo>
                    <a:pt x="1050745" y="4887638"/>
                  </a:lnTo>
                  <a:lnTo>
                    <a:pt x="1050853" y="4887638"/>
                  </a:lnTo>
                  <a:lnTo>
                    <a:pt x="1050962" y="4887638"/>
                  </a:lnTo>
                  <a:lnTo>
                    <a:pt x="1051070" y="4887638"/>
                  </a:lnTo>
                  <a:lnTo>
                    <a:pt x="1051179" y="4887638"/>
                  </a:lnTo>
                  <a:lnTo>
                    <a:pt x="1051179" y="4886391"/>
                  </a:lnTo>
                  <a:lnTo>
                    <a:pt x="1051287" y="4886391"/>
                  </a:lnTo>
                  <a:lnTo>
                    <a:pt x="1051721" y="4885767"/>
                  </a:lnTo>
                  <a:lnTo>
                    <a:pt x="1051829" y="4885767"/>
                  </a:lnTo>
                  <a:lnTo>
                    <a:pt x="1052155" y="4885767"/>
                  </a:lnTo>
                  <a:lnTo>
                    <a:pt x="1052155" y="4885143"/>
                  </a:lnTo>
                  <a:lnTo>
                    <a:pt x="1052372" y="4883896"/>
                  </a:lnTo>
                  <a:lnTo>
                    <a:pt x="1052480" y="4883896"/>
                  </a:lnTo>
                  <a:lnTo>
                    <a:pt x="1052588" y="4883896"/>
                  </a:lnTo>
                  <a:lnTo>
                    <a:pt x="1052805" y="4883896"/>
                  </a:lnTo>
                  <a:lnTo>
                    <a:pt x="1052914" y="4883896"/>
                  </a:lnTo>
                  <a:lnTo>
                    <a:pt x="1053022" y="4883896"/>
                  </a:lnTo>
                  <a:lnTo>
                    <a:pt x="1053131" y="4883896"/>
                  </a:lnTo>
                  <a:lnTo>
                    <a:pt x="1053781" y="4882025"/>
                  </a:lnTo>
                  <a:lnTo>
                    <a:pt x="1053890" y="4882025"/>
                  </a:lnTo>
                  <a:lnTo>
                    <a:pt x="1053998" y="4882025"/>
                  </a:lnTo>
                  <a:lnTo>
                    <a:pt x="1054107" y="4882025"/>
                  </a:lnTo>
                  <a:lnTo>
                    <a:pt x="1054215" y="4882025"/>
                  </a:lnTo>
                  <a:lnTo>
                    <a:pt x="1054324" y="4882025"/>
                  </a:lnTo>
                  <a:lnTo>
                    <a:pt x="1054324" y="4881402"/>
                  </a:lnTo>
                  <a:lnTo>
                    <a:pt x="1054324" y="4880778"/>
                  </a:lnTo>
                  <a:lnTo>
                    <a:pt x="1054432" y="4880155"/>
                  </a:lnTo>
                  <a:lnTo>
                    <a:pt x="1054541" y="4880155"/>
                  </a:lnTo>
                  <a:lnTo>
                    <a:pt x="1054649" y="4880155"/>
                  </a:lnTo>
                  <a:lnTo>
                    <a:pt x="1054757" y="4880155"/>
                  </a:lnTo>
                  <a:lnTo>
                    <a:pt x="1054866" y="4879531"/>
                  </a:lnTo>
                  <a:lnTo>
                    <a:pt x="1054974" y="4879531"/>
                  </a:lnTo>
                  <a:lnTo>
                    <a:pt x="1055083" y="4879531"/>
                  </a:lnTo>
                  <a:lnTo>
                    <a:pt x="1055191" y="4879531"/>
                  </a:lnTo>
                  <a:lnTo>
                    <a:pt x="1055408" y="4879531"/>
                  </a:lnTo>
                  <a:lnTo>
                    <a:pt x="1055517" y="4879531"/>
                  </a:lnTo>
                  <a:lnTo>
                    <a:pt x="1055517" y="4878908"/>
                  </a:lnTo>
                  <a:lnTo>
                    <a:pt x="1055517" y="4878284"/>
                  </a:lnTo>
                  <a:lnTo>
                    <a:pt x="1055625" y="4878284"/>
                  </a:lnTo>
                  <a:lnTo>
                    <a:pt x="1055733" y="4877037"/>
                  </a:lnTo>
                  <a:lnTo>
                    <a:pt x="1055950" y="4876413"/>
                  </a:lnTo>
                  <a:lnTo>
                    <a:pt x="1056167" y="4876413"/>
                  </a:lnTo>
                  <a:lnTo>
                    <a:pt x="1056167" y="4875790"/>
                  </a:lnTo>
                  <a:lnTo>
                    <a:pt x="1056167" y="4875166"/>
                  </a:lnTo>
                  <a:lnTo>
                    <a:pt x="1056384" y="4875166"/>
                  </a:lnTo>
                  <a:lnTo>
                    <a:pt x="1056384" y="4874542"/>
                  </a:lnTo>
                  <a:lnTo>
                    <a:pt x="1056601" y="4874542"/>
                  </a:lnTo>
                  <a:lnTo>
                    <a:pt x="1056709" y="4874542"/>
                  </a:lnTo>
                  <a:lnTo>
                    <a:pt x="1056926" y="4873919"/>
                  </a:lnTo>
                  <a:lnTo>
                    <a:pt x="1057035" y="4873919"/>
                  </a:lnTo>
                  <a:lnTo>
                    <a:pt x="1057143" y="4873919"/>
                  </a:lnTo>
                  <a:lnTo>
                    <a:pt x="1057469" y="4873295"/>
                  </a:lnTo>
                  <a:lnTo>
                    <a:pt x="1057469" y="4872672"/>
                  </a:lnTo>
                  <a:lnTo>
                    <a:pt x="1057577" y="4872672"/>
                  </a:lnTo>
                  <a:lnTo>
                    <a:pt x="1057685" y="4872672"/>
                  </a:lnTo>
                  <a:lnTo>
                    <a:pt x="1057794" y="4872672"/>
                  </a:lnTo>
                  <a:lnTo>
                    <a:pt x="1057902" y="4872672"/>
                  </a:lnTo>
                  <a:lnTo>
                    <a:pt x="1058119" y="4872672"/>
                  </a:lnTo>
                  <a:lnTo>
                    <a:pt x="1058445" y="4872048"/>
                  </a:lnTo>
                  <a:lnTo>
                    <a:pt x="1058553" y="4872048"/>
                  </a:lnTo>
                  <a:lnTo>
                    <a:pt x="1058770" y="4872048"/>
                  </a:lnTo>
                  <a:lnTo>
                    <a:pt x="1059204" y="4872048"/>
                  </a:lnTo>
                  <a:lnTo>
                    <a:pt x="1059312" y="4872048"/>
                  </a:lnTo>
                  <a:lnTo>
                    <a:pt x="1059421" y="4871425"/>
                  </a:lnTo>
                  <a:lnTo>
                    <a:pt x="1059638" y="4870801"/>
                  </a:lnTo>
                  <a:lnTo>
                    <a:pt x="1059854" y="4869554"/>
                  </a:lnTo>
                  <a:lnTo>
                    <a:pt x="1059963" y="4869554"/>
                  </a:lnTo>
                  <a:lnTo>
                    <a:pt x="1060180" y="4869554"/>
                  </a:lnTo>
                  <a:lnTo>
                    <a:pt x="1060288" y="4869554"/>
                  </a:lnTo>
                  <a:lnTo>
                    <a:pt x="1060614" y="4869554"/>
                  </a:lnTo>
                  <a:lnTo>
                    <a:pt x="1060722" y="4869554"/>
                  </a:lnTo>
                  <a:lnTo>
                    <a:pt x="1060939" y="4868930"/>
                  </a:lnTo>
                  <a:lnTo>
                    <a:pt x="1061047" y="4868930"/>
                  </a:lnTo>
                  <a:lnTo>
                    <a:pt x="1061156" y="4868930"/>
                  </a:lnTo>
                  <a:lnTo>
                    <a:pt x="1061373" y="4868930"/>
                  </a:lnTo>
                  <a:lnTo>
                    <a:pt x="1061698" y="4868930"/>
                  </a:lnTo>
                  <a:lnTo>
                    <a:pt x="1061698" y="4868307"/>
                  </a:lnTo>
                  <a:lnTo>
                    <a:pt x="1062132" y="4868307"/>
                  </a:lnTo>
                  <a:lnTo>
                    <a:pt x="1062240" y="4868307"/>
                  </a:lnTo>
                  <a:lnTo>
                    <a:pt x="1062349" y="4868307"/>
                  </a:lnTo>
                  <a:lnTo>
                    <a:pt x="1062782" y="4867683"/>
                  </a:lnTo>
                  <a:lnTo>
                    <a:pt x="1062999" y="4867683"/>
                  </a:lnTo>
                  <a:lnTo>
                    <a:pt x="1063108" y="4867683"/>
                  </a:lnTo>
                  <a:lnTo>
                    <a:pt x="1063216" y="4867683"/>
                  </a:lnTo>
                  <a:lnTo>
                    <a:pt x="1063433" y="4867683"/>
                  </a:lnTo>
                  <a:lnTo>
                    <a:pt x="1063542" y="4867683"/>
                  </a:lnTo>
                  <a:lnTo>
                    <a:pt x="1063650" y="4867060"/>
                  </a:lnTo>
                  <a:lnTo>
                    <a:pt x="1063975" y="4867060"/>
                  </a:lnTo>
                  <a:lnTo>
                    <a:pt x="1064843" y="4866436"/>
                  </a:lnTo>
                  <a:lnTo>
                    <a:pt x="1064951" y="4866436"/>
                  </a:lnTo>
                  <a:lnTo>
                    <a:pt x="1065060" y="4866436"/>
                  </a:lnTo>
                  <a:lnTo>
                    <a:pt x="1065277" y="4866436"/>
                  </a:lnTo>
                  <a:lnTo>
                    <a:pt x="1065385" y="4866436"/>
                  </a:lnTo>
                  <a:lnTo>
                    <a:pt x="1065494" y="4866436"/>
                  </a:lnTo>
                  <a:lnTo>
                    <a:pt x="1065602" y="4866436"/>
                  </a:lnTo>
                  <a:lnTo>
                    <a:pt x="1065711" y="4866436"/>
                  </a:lnTo>
                  <a:lnTo>
                    <a:pt x="1065927" y="4866436"/>
                  </a:lnTo>
                  <a:lnTo>
                    <a:pt x="1066036" y="4866436"/>
                  </a:lnTo>
                  <a:lnTo>
                    <a:pt x="1066144" y="4866436"/>
                  </a:lnTo>
                  <a:lnTo>
                    <a:pt x="1066470" y="4866436"/>
                  </a:lnTo>
                  <a:lnTo>
                    <a:pt x="1066470" y="4865812"/>
                  </a:lnTo>
                  <a:lnTo>
                    <a:pt x="1066578" y="4865812"/>
                  </a:lnTo>
                  <a:lnTo>
                    <a:pt x="1066687" y="4865812"/>
                  </a:lnTo>
                  <a:lnTo>
                    <a:pt x="1066903" y="4865812"/>
                  </a:lnTo>
                  <a:lnTo>
                    <a:pt x="1066903" y="4865189"/>
                  </a:lnTo>
                  <a:lnTo>
                    <a:pt x="1067120" y="4865189"/>
                  </a:lnTo>
                  <a:lnTo>
                    <a:pt x="1067337" y="4865189"/>
                  </a:lnTo>
                  <a:lnTo>
                    <a:pt x="1067554" y="4865189"/>
                  </a:lnTo>
                  <a:lnTo>
                    <a:pt x="1067663" y="4865189"/>
                  </a:lnTo>
                  <a:lnTo>
                    <a:pt x="1067771" y="4865189"/>
                  </a:lnTo>
                  <a:lnTo>
                    <a:pt x="1067880" y="4865189"/>
                  </a:lnTo>
                  <a:lnTo>
                    <a:pt x="1068096" y="4865189"/>
                  </a:lnTo>
                  <a:lnTo>
                    <a:pt x="1068205" y="4865189"/>
                  </a:lnTo>
                  <a:lnTo>
                    <a:pt x="1068313" y="4865189"/>
                  </a:lnTo>
                  <a:lnTo>
                    <a:pt x="1068422" y="4865189"/>
                  </a:lnTo>
                  <a:lnTo>
                    <a:pt x="1068530" y="4865189"/>
                  </a:lnTo>
                  <a:lnTo>
                    <a:pt x="1068856" y="4865189"/>
                  </a:lnTo>
                  <a:lnTo>
                    <a:pt x="1068964" y="4865189"/>
                  </a:lnTo>
                  <a:lnTo>
                    <a:pt x="1069072" y="4865189"/>
                  </a:lnTo>
                  <a:lnTo>
                    <a:pt x="1069506" y="4865189"/>
                  </a:lnTo>
                  <a:lnTo>
                    <a:pt x="1069615" y="4864565"/>
                  </a:lnTo>
                  <a:lnTo>
                    <a:pt x="1069832" y="4864565"/>
                  </a:lnTo>
                  <a:lnTo>
                    <a:pt x="1069940" y="4864565"/>
                  </a:lnTo>
                  <a:lnTo>
                    <a:pt x="1070048" y="4864565"/>
                  </a:lnTo>
                  <a:lnTo>
                    <a:pt x="1070265" y="4864565"/>
                  </a:lnTo>
                  <a:lnTo>
                    <a:pt x="1070374" y="4864565"/>
                  </a:lnTo>
                  <a:lnTo>
                    <a:pt x="1070482" y="4864565"/>
                  </a:lnTo>
                  <a:lnTo>
                    <a:pt x="1070699" y="4864565"/>
                  </a:lnTo>
                  <a:lnTo>
                    <a:pt x="1070916" y="4863942"/>
                  </a:lnTo>
                  <a:lnTo>
                    <a:pt x="1071241" y="4863942"/>
                  </a:lnTo>
                  <a:lnTo>
                    <a:pt x="1071350" y="4863318"/>
                  </a:lnTo>
                  <a:lnTo>
                    <a:pt x="1071784" y="4862071"/>
                  </a:lnTo>
                  <a:lnTo>
                    <a:pt x="1071892" y="4861447"/>
                  </a:lnTo>
                  <a:lnTo>
                    <a:pt x="1071892" y="4860824"/>
                  </a:lnTo>
                  <a:lnTo>
                    <a:pt x="1072109" y="4860824"/>
                  </a:lnTo>
                  <a:lnTo>
                    <a:pt x="1072543" y="4860824"/>
                  </a:lnTo>
                  <a:lnTo>
                    <a:pt x="1072760" y="4860824"/>
                  </a:lnTo>
                  <a:lnTo>
                    <a:pt x="1073085" y="4860824"/>
                  </a:lnTo>
                  <a:lnTo>
                    <a:pt x="1073085" y="4860200"/>
                  </a:lnTo>
                  <a:lnTo>
                    <a:pt x="1073410" y="4860200"/>
                  </a:lnTo>
                  <a:lnTo>
                    <a:pt x="1073519" y="4860200"/>
                  </a:lnTo>
                  <a:lnTo>
                    <a:pt x="1073627" y="4860200"/>
                  </a:lnTo>
                  <a:lnTo>
                    <a:pt x="1073844" y="4860200"/>
                  </a:lnTo>
                  <a:lnTo>
                    <a:pt x="1073953" y="4860200"/>
                  </a:lnTo>
                  <a:lnTo>
                    <a:pt x="1074169" y="4860200"/>
                  </a:lnTo>
                  <a:lnTo>
                    <a:pt x="1074278" y="4860200"/>
                  </a:lnTo>
                  <a:lnTo>
                    <a:pt x="1074495" y="4860200"/>
                  </a:lnTo>
                  <a:lnTo>
                    <a:pt x="1074603" y="4860200"/>
                  </a:lnTo>
                  <a:lnTo>
                    <a:pt x="1074712" y="4860200"/>
                  </a:lnTo>
                  <a:lnTo>
                    <a:pt x="1074929" y="4860200"/>
                  </a:lnTo>
                  <a:lnTo>
                    <a:pt x="1075037" y="4860200"/>
                  </a:lnTo>
                  <a:lnTo>
                    <a:pt x="1075145" y="4860200"/>
                  </a:lnTo>
                  <a:lnTo>
                    <a:pt x="1075471" y="4860200"/>
                  </a:lnTo>
                  <a:lnTo>
                    <a:pt x="1075579" y="4860200"/>
                  </a:lnTo>
                  <a:lnTo>
                    <a:pt x="1075688" y="4860200"/>
                  </a:lnTo>
                  <a:lnTo>
                    <a:pt x="1075796" y="4860200"/>
                  </a:lnTo>
                  <a:lnTo>
                    <a:pt x="1075905" y="4860200"/>
                  </a:lnTo>
                  <a:lnTo>
                    <a:pt x="1076122" y="4860200"/>
                  </a:lnTo>
                  <a:lnTo>
                    <a:pt x="1076230" y="4859577"/>
                  </a:lnTo>
                  <a:lnTo>
                    <a:pt x="1076664" y="4859577"/>
                  </a:lnTo>
                  <a:lnTo>
                    <a:pt x="1076989" y="4859577"/>
                  </a:lnTo>
                  <a:lnTo>
                    <a:pt x="1077098" y="4859577"/>
                  </a:lnTo>
                  <a:lnTo>
                    <a:pt x="1077206" y="4859577"/>
                  </a:lnTo>
                  <a:lnTo>
                    <a:pt x="1077314" y="4859577"/>
                  </a:lnTo>
                  <a:lnTo>
                    <a:pt x="1077423" y="4859577"/>
                  </a:lnTo>
                  <a:lnTo>
                    <a:pt x="1077531" y="4858953"/>
                  </a:lnTo>
                  <a:lnTo>
                    <a:pt x="1077640" y="4858953"/>
                  </a:lnTo>
                  <a:lnTo>
                    <a:pt x="1077748" y="4858329"/>
                  </a:lnTo>
                  <a:lnTo>
                    <a:pt x="1077857" y="4857706"/>
                  </a:lnTo>
                  <a:lnTo>
                    <a:pt x="1077965" y="4857706"/>
                  </a:lnTo>
                  <a:lnTo>
                    <a:pt x="1078074" y="4857706"/>
                  </a:lnTo>
                  <a:lnTo>
                    <a:pt x="1078182" y="4857706"/>
                  </a:lnTo>
                  <a:lnTo>
                    <a:pt x="1078182" y="4857082"/>
                  </a:lnTo>
                  <a:lnTo>
                    <a:pt x="1078399" y="4857082"/>
                  </a:lnTo>
                  <a:lnTo>
                    <a:pt x="1078507" y="4857082"/>
                  </a:lnTo>
                  <a:lnTo>
                    <a:pt x="1078724" y="4857082"/>
                  </a:lnTo>
                  <a:lnTo>
                    <a:pt x="1078833" y="4857082"/>
                  </a:lnTo>
                  <a:lnTo>
                    <a:pt x="1079375" y="4857082"/>
                  </a:lnTo>
                  <a:lnTo>
                    <a:pt x="1079483" y="4857082"/>
                  </a:lnTo>
                  <a:lnTo>
                    <a:pt x="1079700" y="4857082"/>
                  </a:lnTo>
                  <a:lnTo>
                    <a:pt x="1079809" y="4857082"/>
                  </a:lnTo>
                  <a:lnTo>
                    <a:pt x="1079917" y="4857082"/>
                  </a:lnTo>
                  <a:lnTo>
                    <a:pt x="1080026" y="4857082"/>
                  </a:lnTo>
                  <a:lnTo>
                    <a:pt x="1080026" y="4855835"/>
                  </a:lnTo>
                  <a:lnTo>
                    <a:pt x="1080134" y="4855835"/>
                  </a:lnTo>
                  <a:lnTo>
                    <a:pt x="1080459" y="4855835"/>
                  </a:lnTo>
                  <a:lnTo>
                    <a:pt x="1080568" y="4855835"/>
                  </a:lnTo>
                  <a:lnTo>
                    <a:pt x="1080568" y="4855211"/>
                  </a:lnTo>
                  <a:lnTo>
                    <a:pt x="1080676" y="4855211"/>
                  </a:lnTo>
                  <a:lnTo>
                    <a:pt x="1081002" y="4855211"/>
                  </a:lnTo>
                  <a:lnTo>
                    <a:pt x="1081110" y="4855211"/>
                  </a:lnTo>
                  <a:lnTo>
                    <a:pt x="1081219" y="4855211"/>
                  </a:lnTo>
                  <a:lnTo>
                    <a:pt x="1081435" y="4855211"/>
                  </a:lnTo>
                  <a:lnTo>
                    <a:pt x="1081652" y="4855211"/>
                  </a:lnTo>
                  <a:lnTo>
                    <a:pt x="1081869" y="4855211"/>
                  </a:lnTo>
                  <a:lnTo>
                    <a:pt x="1081978" y="4855211"/>
                  </a:lnTo>
                  <a:lnTo>
                    <a:pt x="1082086" y="4855211"/>
                  </a:lnTo>
                  <a:lnTo>
                    <a:pt x="1082195" y="4855211"/>
                  </a:lnTo>
                  <a:lnTo>
                    <a:pt x="1082411" y="4855211"/>
                  </a:lnTo>
                  <a:lnTo>
                    <a:pt x="1082628" y="4855211"/>
                  </a:lnTo>
                  <a:lnTo>
                    <a:pt x="1082954" y="4854588"/>
                  </a:lnTo>
                  <a:lnTo>
                    <a:pt x="1083171" y="4853964"/>
                  </a:lnTo>
                  <a:lnTo>
                    <a:pt x="1083279" y="4853964"/>
                  </a:lnTo>
                  <a:lnTo>
                    <a:pt x="1083387" y="4853964"/>
                  </a:lnTo>
                  <a:lnTo>
                    <a:pt x="1083387" y="4853341"/>
                  </a:lnTo>
                  <a:lnTo>
                    <a:pt x="1083604" y="4853341"/>
                  </a:lnTo>
                  <a:lnTo>
                    <a:pt x="1083713" y="4853341"/>
                  </a:lnTo>
                  <a:lnTo>
                    <a:pt x="1083821" y="4853341"/>
                  </a:lnTo>
                  <a:lnTo>
                    <a:pt x="1083930" y="4852717"/>
                  </a:lnTo>
                  <a:lnTo>
                    <a:pt x="1084038" y="4852717"/>
                  </a:lnTo>
                  <a:lnTo>
                    <a:pt x="1084147" y="4852717"/>
                  </a:lnTo>
                  <a:lnTo>
                    <a:pt x="1084255" y="4852717"/>
                  </a:lnTo>
                  <a:lnTo>
                    <a:pt x="1084363" y="4852717"/>
                  </a:lnTo>
                  <a:lnTo>
                    <a:pt x="1084472" y="4852717"/>
                  </a:lnTo>
                  <a:lnTo>
                    <a:pt x="1084580" y="4852717"/>
                  </a:lnTo>
                  <a:lnTo>
                    <a:pt x="1084689" y="4852717"/>
                  </a:lnTo>
                  <a:lnTo>
                    <a:pt x="1084906" y="4851470"/>
                  </a:lnTo>
                  <a:lnTo>
                    <a:pt x="1085014" y="4851470"/>
                  </a:lnTo>
                  <a:lnTo>
                    <a:pt x="1085123" y="4851470"/>
                  </a:lnTo>
                  <a:lnTo>
                    <a:pt x="1086749" y="4847728"/>
                  </a:lnTo>
                  <a:lnTo>
                    <a:pt x="1087075" y="4847105"/>
                  </a:lnTo>
                  <a:lnTo>
                    <a:pt x="1087292" y="4847105"/>
                  </a:lnTo>
                  <a:lnTo>
                    <a:pt x="1087400" y="4847105"/>
                  </a:lnTo>
                  <a:lnTo>
                    <a:pt x="1087508" y="4847105"/>
                  </a:lnTo>
                  <a:lnTo>
                    <a:pt x="1087508" y="4846481"/>
                  </a:lnTo>
                  <a:lnTo>
                    <a:pt x="1087508" y="4845858"/>
                  </a:lnTo>
                  <a:lnTo>
                    <a:pt x="1087617" y="4845858"/>
                  </a:lnTo>
                  <a:lnTo>
                    <a:pt x="1087725" y="4845858"/>
                  </a:lnTo>
                  <a:lnTo>
                    <a:pt x="1087725" y="4845234"/>
                  </a:lnTo>
                  <a:lnTo>
                    <a:pt x="1087834" y="4845234"/>
                  </a:lnTo>
                  <a:lnTo>
                    <a:pt x="1087942" y="4845234"/>
                  </a:lnTo>
                  <a:lnTo>
                    <a:pt x="1088051" y="4845234"/>
                  </a:lnTo>
                  <a:lnTo>
                    <a:pt x="1088159" y="4845234"/>
                  </a:lnTo>
                  <a:lnTo>
                    <a:pt x="1088159" y="4844611"/>
                  </a:lnTo>
                  <a:lnTo>
                    <a:pt x="1088593" y="4844611"/>
                  </a:lnTo>
                  <a:lnTo>
                    <a:pt x="1088701" y="4843987"/>
                  </a:lnTo>
                  <a:lnTo>
                    <a:pt x="1088810" y="4843987"/>
                  </a:lnTo>
                  <a:lnTo>
                    <a:pt x="1088918" y="4843987"/>
                  </a:lnTo>
                  <a:lnTo>
                    <a:pt x="1089027" y="4843987"/>
                  </a:lnTo>
                  <a:lnTo>
                    <a:pt x="1089135" y="4843363"/>
                  </a:lnTo>
                  <a:lnTo>
                    <a:pt x="1089461" y="4843363"/>
                  </a:lnTo>
                  <a:lnTo>
                    <a:pt x="1089677" y="4843363"/>
                  </a:lnTo>
                  <a:lnTo>
                    <a:pt x="1089677" y="4842740"/>
                  </a:lnTo>
                  <a:lnTo>
                    <a:pt x="1089786" y="4842740"/>
                  </a:lnTo>
                  <a:lnTo>
                    <a:pt x="1090003" y="4842740"/>
                  </a:lnTo>
                  <a:lnTo>
                    <a:pt x="1090003" y="4842116"/>
                  </a:lnTo>
                  <a:lnTo>
                    <a:pt x="1090111" y="4842116"/>
                  </a:lnTo>
                  <a:lnTo>
                    <a:pt x="1090220" y="4842116"/>
                  </a:lnTo>
                  <a:lnTo>
                    <a:pt x="1090437" y="4842116"/>
                  </a:lnTo>
                  <a:lnTo>
                    <a:pt x="1090545" y="4842116"/>
                  </a:lnTo>
                  <a:lnTo>
                    <a:pt x="1090653" y="4842116"/>
                  </a:lnTo>
                  <a:lnTo>
                    <a:pt x="1090762" y="4842116"/>
                  </a:lnTo>
                  <a:lnTo>
                    <a:pt x="1090979" y="4842116"/>
                  </a:lnTo>
                  <a:lnTo>
                    <a:pt x="1091087" y="4842116"/>
                  </a:lnTo>
                  <a:lnTo>
                    <a:pt x="1091087" y="4840869"/>
                  </a:lnTo>
                  <a:lnTo>
                    <a:pt x="1091196" y="4840245"/>
                  </a:lnTo>
                  <a:lnTo>
                    <a:pt x="1091304" y="4840245"/>
                  </a:lnTo>
                  <a:lnTo>
                    <a:pt x="1091304" y="4839622"/>
                  </a:lnTo>
                  <a:lnTo>
                    <a:pt x="1091521" y="4839622"/>
                  </a:lnTo>
                  <a:lnTo>
                    <a:pt x="1091629" y="4839622"/>
                  </a:lnTo>
                  <a:lnTo>
                    <a:pt x="1091738" y="4839622"/>
                  </a:lnTo>
                  <a:lnTo>
                    <a:pt x="1091846" y="4839622"/>
                  </a:lnTo>
                  <a:lnTo>
                    <a:pt x="1091955" y="4839622"/>
                  </a:lnTo>
                  <a:lnTo>
                    <a:pt x="1091955" y="4838998"/>
                  </a:lnTo>
                  <a:lnTo>
                    <a:pt x="1092063" y="4838998"/>
                  </a:lnTo>
                  <a:lnTo>
                    <a:pt x="1092280" y="4838375"/>
                  </a:lnTo>
                  <a:lnTo>
                    <a:pt x="1092389" y="4838375"/>
                  </a:lnTo>
                  <a:lnTo>
                    <a:pt x="1092497" y="4838375"/>
                  </a:lnTo>
                  <a:lnTo>
                    <a:pt x="1092822" y="4836504"/>
                  </a:lnTo>
                  <a:lnTo>
                    <a:pt x="1093039" y="4836504"/>
                  </a:lnTo>
                  <a:lnTo>
                    <a:pt x="1093365" y="4836504"/>
                  </a:lnTo>
                  <a:lnTo>
                    <a:pt x="1093473" y="4836504"/>
                  </a:lnTo>
                  <a:lnTo>
                    <a:pt x="1093690" y="4834633"/>
                  </a:lnTo>
                  <a:lnTo>
                    <a:pt x="1093798" y="4834633"/>
                  </a:lnTo>
                  <a:lnTo>
                    <a:pt x="1093907" y="4834010"/>
                  </a:lnTo>
                  <a:lnTo>
                    <a:pt x="1094124" y="4834010"/>
                  </a:lnTo>
                  <a:lnTo>
                    <a:pt x="1094232" y="4834010"/>
                  </a:lnTo>
                  <a:lnTo>
                    <a:pt x="1094341" y="4834010"/>
                  </a:lnTo>
                  <a:lnTo>
                    <a:pt x="1094449" y="4834010"/>
                  </a:lnTo>
                  <a:lnTo>
                    <a:pt x="1094558" y="4834010"/>
                  </a:lnTo>
                  <a:lnTo>
                    <a:pt x="1094666" y="4834010"/>
                  </a:lnTo>
                  <a:lnTo>
                    <a:pt x="1094666" y="4833386"/>
                  </a:lnTo>
                  <a:lnTo>
                    <a:pt x="1094774" y="4833386"/>
                  </a:lnTo>
                  <a:lnTo>
                    <a:pt x="1094991" y="4832762"/>
                  </a:lnTo>
                  <a:lnTo>
                    <a:pt x="1094991" y="4832139"/>
                  </a:lnTo>
                  <a:lnTo>
                    <a:pt x="1095100" y="4832139"/>
                  </a:lnTo>
                  <a:lnTo>
                    <a:pt x="1095208" y="4832139"/>
                  </a:lnTo>
                  <a:lnTo>
                    <a:pt x="1095425" y="4831515"/>
                  </a:lnTo>
                  <a:lnTo>
                    <a:pt x="1095534" y="4831515"/>
                  </a:lnTo>
                  <a:lnTo>
                    <a:pt x="1095642" y="4831515"/>
                  </a:lnTo>
                  <a:lnTo>
                    <a:pt x="1095750" y="4831515"/>
                  </a:lnTo>
                  <a:lnTo>
                    <a:pt x="1095859" y="4831515"/>
                  </a:lnTo>
                  <a:lnTo>
                    <a:pt x="1096184" y="4831515"/>
                  </a:lnTo>
                  <a:lnTo>
                    <a:pt x="1096293" y="4831515"/>
                  </a:lnTo>
                  <a:lnTo>
                    <a:pt x="1096401" y="4831515"/>
                  </a:lnTo>
                  <a:lnTo>
                    <a:pt x="1096510" y="4831515"/>
                  </a:lnTo>
                  <a:lnTo>
                    <a:pt x="1096618" y="4831515"/>
                  </a:lnTo>
                  <a:lnTo>
                    <a:pt x="1096726" y="4831515"/>
                  </a:lnTo>
                  <a:lnTo>
                    <a:pt x="1096835" y="4831515"/>
                  </a:lnTo>
                  <a:lnTo>
                    <a:pt x="1097160" y="4831515"/>
                  </a:lnTo>
                  <a:lnTo>
                    <a:pt x="1097486" y="4831515"/>
                  </a:lnTo>
                  <a:lnTo>
                    <a:pt x="1097594" y="4831515"/>
                  </a:lnTo>
                  <a:lnTo>
                    <a:pt x="1097811" y="4831515"/>
                  </a:lnTo>
                  <a:lnTo>
                    <a:pt x="1097919" y="4830892"/>
                  </a:lnTo>
                  <a:lnTo>
                    <a:pt x="1098245" y="4830892"/>
                  </a:lnTo>
                  <a:lnTo>
                    <a:pt x="1098353" y="4830892"/>
                  </a:lnTo>
                  <a:lnTo>
                    <a:pt x="1098570" y="4830268"/>
                  </a:lnTo>
                  <a:lnTo>
                    <a:pt x="1098679" y="4830268"/>
                  </a:lnTo>
                  <a:lnTo>
                    <a:pt x="1098787" y="4830268"/>
                  </a:lnTo>
                  <a:lnTo>
                    <a:pt x="1099004" y="4829645"/>
                  </a:lnTo>
                  <a:lnTo>
                    <a:pt x="1099221" y="4829645"/>
                  </a:lnTo>
                  <a:lnTo>
                    <a:pt x="1099546" y="4829021"/>
                  </a:lnTo>
                  <a:lnTo>
                    <a:pt x="1099763" y="4829021"/>
                  </a:lnTo>
                  <a:lnTo>
                    <a:pt x="1099871" y="4829021"/>
                  </a:lnTo>
                  <a:lnTo>
                    <a:pt x="1099871" y="4828397"/>
                  </a:lnTo>
                  <a:lnTo>
                    <a:pt x="1099871" y="4827774"/>
                  </a:lnTo>
                  <a:lnTo>
                    <a:pt x="1100088" y="4827150"/>
                  </a:lnTo>
                  <a:lnTo>
                    <a:pt x="1100197" y="4827150"/>
                  </a:lnTo>
                  <a:lnTo>
                    <a:pt x="1100305" y="4827150"/>
                  </a:lnTo>
                  <a:lnTo>
                    <a:pt x="1100956" y="4826527"/>
                  </a:lnTo>
                  <a:lnTo>
                    <a:pt x="1101064" y="4826527"/>
                  </a:lnTo>
                  <a:lnTo>
                    <a:pt x="1101064" y="4825903"/>
                  </a:lnTo>
                  <a:lnTo>
                    <a:pt x="1101173" y="4825903"/>
                  </a:lnTo>
                  <a:lnTo>
                    <a:pt x="1101390" y="4825903"/>
                  </a:lnTo>
                  <a:lnTo>
                    <a:pt x="1101498" y="4825903"/>
                  </a:lnTo>
                  <a:lnTo>
                    <a:pt x="1101607" y="4825903"/>
                  </a:lnTo>
                  <a:lnTo>
                    <a:pt x="1101823" y="4825279"/>
                  </a:lnTo>
                  <a:lnTo>
                    <a:pt x="1101932" y="4824656"/>
                  </a:lnTo>
                  <a:lnTo>
                    <a:pt x="1102040" y="4824656"/>
                  </a:lnTo>
                  <a:lnTo>
                    <a:pt x="1102149" y="4824656"/>
                  </a:lnTo>
                  <a:lnTo>
                    <a:pt x="1102257" y="4824656"/>
                  </a:lnTo>
                  <a:lnTo>
                    <a:pt x="1102257" y="4824032"/>
                  </a:lnTo>
                  <a:lnTo>
                    <a:pt x="1102691" y="4823409"/>
                  </a:lnTo>
                  <a:lnTo>
                    <a:pt x="1102691" y="4822785"/>
                  </a:lnTo>
                  <a:lnTo>
                    <a:pt x="1102691" y="4822162"/>
                  </a:lnTo>
                  <a:lnTo>
                    <a:pt x="1102800" y="4822162"/>
                  </a:lnTo>
                  <a:lnTo>
                    <a:pt x="1102800" y="4821538"/>
                  </a:lnTo>
                  <a:lnTo>
                    <a:pt x="1102908" y="4821538"/>
                  </a:lnTo>
                  <a:lnTo>
                    <a:pt x="1103016" y="4821538"/>
                  </a:lnTo>
                  <a:lnTo>
                    <a:pt x="1103016" y="4820291"/>
                  </a:lnTo>
                  <a:lnTo>
                    <a:pt x="1103016" y="4819667"/>
                  </a:lnTo>
                  <a:lnTo>
                    <a:pt x="1103125" y="4819667"/>
                  </a:lnTo>
                  <a:lnTo>
                    <a:pt x="1103342" y="4819667"/>
                  </a:lnTo>
                  <a:lnTo>
                    <a:pt x="1103450" y="4819667"/>
                  </a:lnTo>
                  <a:lnTo>
                    <a:pt x="1103559" y="4819667"/>
                  </a:lnTo>
                  <a:lnTo>
                    <a:pt x="1103667" y="4819667"/>
                  </a:lnTo>
                  <a:lnTo>
                    <a:pt x="1103776" y="4819667"/>
                  </a:lnTo>
                  <a:lnTo>
                    <a:pt x="1103884" y="4818420"/>
                  </a:lnTo>
                  <a:lnTo>
                    <a:pt x="1103992" y="4818420"/>
                  </a:lnTo>
                  <a:lnTo>
                    <a:pt x="1104209" y="4818420"/>
                  </a:lnTo>
                  <a:lnTo>
                    <a:pt x="1104426" y="4818420"/>
                  </a:lnTo>
                  <a:lnTo>
                    <a:pt x="1104643" y="4817173"/>
                  </a:lnTo>
                  <a:lnTo>
                    <a:pt x="1104860" y="4817173"/>
                  </a:lnTo>
                  <a:lnTo>
                    <a:pt x="1105077" y="4817173"/>
                  </a:lnTo>
                  <a:lnTo>
                    <a:pt x="1105185" y="4817173"/>
                  </a:lnTo>
                  <a:lnTo>
                    <a:pt x="1105294" y="4817173"/>
                  </a:lnTo>
                  <a:lnTo>
                    <a:pt x="1105511" y="4817173"/>
                  </a:lnTo>
                  <a:lnTo>
                    <a:pt x="1105619" y="4817173"/>
                  </a:lnTo>
                  <a:lnTo>
                    <a:pt x="1105728" y="4816549"/>
                  </a:lnTo>
                  <a:lnTo>
                    <a:pt x="1106053" y="4816549"/>
                  </a:lnTo>
                  <a:lnTo>
                    <a:pt x="1106270" y="4816549"/>
                  </a:lnTo>
                  <a:lnTo>
                    <a:pt x="1106270" y="4815926"/>
                  </a:lnTo>
                  <a:lnTo>
                    <a:pt x="1106378" y="4815926"/>
                  </a:lnTo>
                  <a:lnTo>
                    <a:pt x="1106487" y="4815926"/>
                  </a:lnTo>
                  <a:lnTo>
                    <a:pt x="1106595" y="4815926"/>
                  </a:lnTo>
                  <a:lnTo>
                    <a:pt x="1106704" y="4815302"/>
                  </a:lnTo>
                  <a:lnTo>
                    <a:pt x="1106704" y="4814679"/>
                  </a:lnTo>
                  <a:lnTo>
                    <a:pt x="1106812" y="4814679"/>
                  </a:lnTo>
                  <a:lnTo>
                    <a:pt x="1106921" y="4814679"/>
                  </a:lnTo>
                  <a:lnTo>
                    <a:pt x="1107246" y="4814679"/>
                  </a:lnTo>
                  <a:lnTo>
                    <a:pt x="1107246" y="4814055"/>
                  </a:lnTo>
                  <a:lnTo>
                    <a:pt x="1107788" y="4812808"/>
                  </a:lnTo>
                  <a:lnTo>
                    <a:pt x="1107897" y="4812808"/>
                  </a:lnTo>
                  <a:lnTo>
                    <a:pt x="1108113" y="4812808"/>
                  </a:lnTo>
                  <a:lnTo>
                    <a:pt x="1108222" y="4812808"/>
                  </a:lnTo>
                  <a:lnTo>
                    <a:pt x="1108330" y="4812808"/>
                  </a:lnTo>
                  <a:lnTo>
                    <a:pt x="1108439" y="4812808"/>
                  </a:lnTo>
                  <a:lnTo>
                    <a:pt x="1108547" y="4812808"/>
                  </a:lnTo>
                  <a:lnTo>
                    <a:pt x="1108656" y="4812808"/>
                  </a:lnTo>
                  <a:lnTo>
                    <a:pt x="1108764" y="4812808"/>
                  </a:lnTo>
                  <a:lnTo>
                    <a:pt x="1108981" y="4812184"/>
                  </a:lnTo>
                  <a:lnTo>
                    <a:pt x="1109306" y="4812184"/>
                  </a:lnTo>
                  <a:lnTo>
                    <a:pt x="1109523" y="4812184"/>
                  </a:lnTo>
                  <a:lnTo>
                    <a:pt x="1109849" y="4812184"/>
                  </a:lnTo>
                  <a:lnTo>
                    <a:pt x="1110174" y="4812184"/>
                  </a:lnTo>
                  <a:lnTo>
                    <a:pt x="1110282" y="4812184"/>
                  </a:lnTo>
                  <a:lnTo>
                    <a:pt x="1110391" y="4812184"/>
                  </a:lnTo>
                  <a:lnTo>
                    <a:pt x="1110499" y="4812184"/>
                  </a:lnTo>
                  <a:lnTo>
                    <a:pt x="1110608" y="4812184"/>
                  </a:lnTo>
                  <a:lnTo>
                    <a:pt x="1110825" y="4812184"/>
                  </a:lnTo>
                  <a:lnTo>
                    <a:pt x="1111150" y="4812184"/>
                  </a:lnTo>
                  <a:lnTo>
                    <a:pt x="1111367" y="4812184"/>
                  </a:lnTo>
                  <a:lnTo>
                    <a:pt x="1111475" y="4812184"/>
                  </a:lnTo>
                  <a:lnTo>
                    <a:pt x="1111475" y="4811561"/>
                  </a:lnTo>
                  <a:lnTo>
                    <a:pt x="1111584" y="4811561"/>
                  </a:lnTo>
                  <a:lnTo>
                    <a:pt x="1111801" y="4810937"/>
                  </a:lnTo>
                  <a:lnTo>
                    <a:pt x="1112018" y="4810314"/>
                  </a:lnTo>
                  <a:lnTo>
                    <a:pt x="1112126" y="4810314"/>
                  </a:lnTo>
                  <a:lnTo>
                    <a:pt x="1112126" y="4809690"/>
                  </a:lnTo>
                  <a:lnTo>
                    <a:pt x="1112234" y="4808443"/>
                  </a:lnTo>
                  <a:lnTo>
                    <a:pt x="1112343" y="4808443"/>
                  </a:lnTo>
                  <a:lnTo>
                    <a:pt x="1112668" y="4808443"/>
                  </a:lnTo>
                  <a:lnTo>
                    <a:pt x="1112777" y="4808443"/>
                  </a:lnTo>
                  <a:lnTo>
                    <a:pt x="1112994" y="4808443"/>
                  </a:lnTo>
                  <a:lnTo>
                    <a:pt x="1113427" y="4807196"/>
                  </a:lnTo>
                  <a:lnTo>
                    <a:pt x="1113753" y="4807196"/>
                  </a:lnTo>
                  <a:lnTo>
                    <a:pt x="1113861" y="4807196"/>
                  </a:lnTo>
                  <a:lnTo>
                    <a:pt x="1113970" y="4807196"/>
                  </a:lnTo>
                  <a:lnTo>
                    <a:pt x="1114078" y="4807196"/>
                  </a:lnTo>
                  <a:lnTo>
                    <a:pt x="1114512" y="4805948"/>
                  </a:lnTo>
                  <a:lnTo>
                    <a:pt x="1114620" y="4805948"/>
                  </a:lnTo>
                  <a:lnTo>
                    <a:pt x="1114729" y="4805948"/>
                  </a:lnTo>
                  <a:lnTo>
                    <a:pt x="1114946" y="4805948"/>
                  </a:lnTo>
                  <a:lnTo>
                    <a:pt x="1115054" y="4805948"/>
                  </a:lnTo>
                  <a:lnTo>
                    <a:pt x="1115163" y="4805948"/>
                  </a:lnTo>
                  <a:lnTo>
                    <a:pt x="1115271" y="4805325"/>
                  </a:lnTo>
                  <a:lnTo>
                    <a:pt x="1115488" y="4804701"/>
                  </a:lnTo>
                  <a:lnTo>
                    <a:pt x="1115813" y="4804701"/>
                  </a:lnTo>
                  <a:lnTo>
                    <a:pt x="1116030" y="4804701"/>
                  </a:lnTo>
                  <a:lnTo>
                    <a:pt x="1116139" y="4804701"/>
                  </a:lnTo>
                  <a:lnTo>
                    <a:pt x="1116247" y="4804701"/>
                  </a:lnTo>
                  <a:lnTo>
                    <a:pt x="1116355" y="4804701"/>
                  </a:lnTo>
                  <a:lnTo>
                    <a:pt x="1116572" y="4804701"/>
                  </a:lnTo>
                  <a:lnTo>
                    <a:pt x="1116789" y="4804701"/>
                  </a:lnTo>
                  <a:lnTo>
                    <a:pt x="1117115" y="4804078"/>
                  </a:lnTo>
                  <a:lnTo>
                    <a:pt x="1117223" y="4804078"/>
                  </a:lnTo>
                  <a:lnTo>
                    <a:pt x="1117331" y="4804078"/>
                  </a:lnTo>
                  <a:lnTo>
                    <a:pt x="1117548" y="4804078"/>
                  </a:lnTo>
                  <a:lnTo>
                    <a:pt x="1118199" y="4804078"/>
                  </a:lnTo>
                  <a:lnTo>
                    <a:pt x="1118307" y="4803454"/>
                  </a:lnTo>
                  <a:lnTo>
                    <a:pt x="1118307" y="4802831"/>
                  </a:lnTo>
                  <a:lnTo>
                    <a:pt x="1118416" y="4802831"/>
                  </a:lnTo>
                  <a:lnTo>
                    <a:pt x="1118524" y="4802831"/>
                  </a:lnTo>
                  <a:lnTo>
                    <a:pt x="1118633" y="4802207"/>
                  </a:lnTo>
                  <a:lnTo>
                    <a:pt x="1118958" y="4802207"/>
                  </a:lnTo>
                  <a:lnTo>
                    <a:pt x="1119392" y="4802207"/>
                  </a:lnTo>
                  <a:lnTo>
                    <a:pt x="1119500" y="4802207"/>
                  </a:lnTo>
                  <a:lnTo>
                    <a:pt x="1119609" y="4802207"/>
                  </a:lnTo>
                  <a:lnTo>
                    <a:pt x="1119717" y="4802207"/>
                  </a:lnTo>
                  <a:lnTo>
                    <a:pt x="1119934" y="4802207"/>
                  </a:lnTo>
                  <a:lnTo>
                    <a:pt x="1120043" y="4802207"/>
                  </a:lnTo>
                  <a:lnTo>
                    <a:pt x="1120151" y="4801583"/>
                  </a:lnTo>
                  <a:lnTo>
                    <a:pt x="1120368" y="4801583"/>
                  </a:lnTo>
                  <a:lnTo>
                    <a:pt x="1120585" y="4801583"/>
                  </a:lnTo>
                  <a:lnTo>
                    <a:pt x="1120585" y="4800960"/>
                  </a:lnTo>
                  <a:lnTo>
                    <a:pt x="1120693" y="4800960"/>
                  </a:lnTo>
                  <a:lnTo>
                    <a:pt x="1120693" y="4800336"/>
                  </a:lnTo>
                  <a:lnTo>
                    <a:pt x="1120802" y="4800336"/>
                  </a:lnTo>
                  <a:lnTo>
                    <a:pt x="1120802" y="4799713"/>
                  </a:lnTo>
                  <a:lnTo>
                    <a:pt x="1120910" y="4799713"/>
                  </a:lnTo>
                  <a:lnTo>
                    <a:pt x="1121127" y="4799713"/>
                  </a:lnTo>
                  <a:lnTo>
                    <a:pt x="1121452" y="4799089"/>
                  </a:lnTo>
                  <a:lnTo>
                    <a:pt x="1121669" y="4799089"/>
                  </a:lnTo>
                  <a:lnTo>
                    <a:pt x="1121886" y="4799089"/>
                  </a:lnTo>
                  <a:lnTo>
                    <a:pt x="1121995" y="4799089"/>
                  </a:lnTo>
                  <a:lnTo>
                    <a:pt x="1122103" y="4799089"/>
                  </a:lnTo>
                  <a:lnTo>
                    <a:pt x="1122320" y="4799089"/>
                  </a:lnTo>
                  <a:lnTo>
                    <a:pt x="1122428" y="4799089"/>
                  </a:lnTo>
                  <a:lnTo>
                    <a:pt x="1122537" y="4799089"/>
                  </a:lnTo>
                  <a:lnTo>
                    <a:pt x="1123079" y="4799089"/>
                  </a:lnTo>
                  <a:lnTo>
                    <a:pt x="1123188" y="4799089"/>
                  </a:lnTo>
                  <a:lnTo>
                    <a:pt x="1123296" y="4799089"/>
                  </a:lnTo>
                  <a:lnTo>
                    <a:pt x="1123405" y="4799089"/>
                  </a:lnTo>
                  <a:lnTo>
                    <a:pt x="1123513" y="4798465"/>
                  </a:lnTo>
                  <a:lnTo>
                    <a:pt x="1123621" y="4798465"/>
                  </a:lnTo>
                  <a:lnTo>
                    <a:pt x="1123730" y="4798465"/>
                  </a:lnTo>
                  <a:lnTo>
                    <a:pt x="1124055" y="4798465"/>
                  </a:lnTo>
                  <a:lnTo>
                    <a:pt x="1124164" y="4798465"/>
                  </a:lnTo>
                  <a:lnTo>
                    <a:pt x="1124272" y="4798465"/>
                  </a:lnTo>
                  <a:lnTo>
                    <a:pt x="1124272" y="4797842"/>
                  </a:lnTo>
                  <a:lnTo>
                    <a:pt x="1124272" y="4797218"/>
                  </a:lnTo>
                  <a:lnTo>
                    <a:pt x="1124489" y="4797218"/>
                  </a:lnTo>
                  <a:lnTo>
                    <a:pt x="1124597" y="4797218"/>
                  </a:lnTo>
                  <a:lnTo>
                    <a:pt x="1124706" y="4797218"/>
                  </a:lnTo>
                  <a:lnTo>
                    <a:pt x="1124814" y="4797218"/>
                  </a:lnTo>
                  <a:lnTo>
                    <a:pt x="1124923" y="4797218"/>
                  </a:lnTo>
                  <a:lnTo>
                    <a:pt x="1125140" y="4797218"/>
                  </a:lnTo>
                  <a:lnTo>
                    <a:pt x="1125357" y="4797218"/>
                  </a:lnTo>
                  <a:lnTo>
                    <a:pt x="1125899" y="4797218"/>
                  </a:lnTo>
                  <a:lnTo>
                    <a:pt x="1126116" y="4797218"/>
                  </a:lnTo>
                  <a:lnTo>
                    <a:pt x="1126224" y="4796595"/>
                  </a:lnTo>
                  <a:lnTo>
                    <a:pt x="1126333" y="4796595"/>
                  </a:lnTo>
                  <a:lnTo>
                    <a:pt x="1126333" y="4795971"/>
                  </a:lnTo>
                  <a:lnTo>
                    <a:pt x="1126441" y="4795348"/>
                  </a:lnTo>
                  <a:lnTo>
                    <a:pt x="1126549" y="4795348"/>
                  </a:lnTo>
                  <a:lnTo>
                    <a:pt x="1126658" y="4795348"/>
                  </a:lnTo>
                  <a:lnTo>
                    <a:pt x="1126766" y="4795348"/>
                  </a:lnTo>
                  <a:lnTo>
                    <a:pt x="1126875" y="4795348"/>
                  </a:lnTo>
                  <a:lnTo>
                    <a:pt x="1126983" y="4795348"/>
                  </a:lnTo>
                  <a:lnTo>
                    <a:pt x="1127309" y="4795348"/>
                  </a:lnTo>
                  <a:lnTo>
                    <a:pt x="1127417" y="4795348"/>
                  </a:lnTo>
                  <a:lnTo>
                    <a:pt x="1127525" y="4795348"/>
                  </a:lnTo>
                  <a:lnTo>
                    <a:pt x="1127634" y="4795348"/>
                  </a:lnTo>
                  <a:lnTo>
                    <a:pt x="1128285" y="4795348"/>
                  </a:lnTo>
                  <a:lnTo>
                    <a:pt x="1128393" y="4795348"/>
                  </a:lnTo>
                  <a:lnTo>
                    <a:pt x="1128502" y="4795348"/>
                  </a:lnTo>
                  <a:lnTo>
                    <a:pt x="1128502" y="4794724"/>
                  </a:lnTo>
                  <a:lnTo>
                    <a:pt x="1128610" y="4794724"/>
                  </a:lnTo>
                  <a:lnTo>
                    <a:pt x="1128718" y="4794724"/>
                  </a:lnTo>
                  <a:lnTo>
                    <a:pt x="1128827" y="4794724"/>
                  </a:lnTo>
                  <a:lnTo>
                    <a:pt x="1128935" y="4793477"/>
                  </a:lnTo>
                  <a:lnTo>
                    <a:pt x="1129044" y="4793477"/>
                  </a:lnTo>
                  <a:lnTo>
                    <a:pt x="1129044" y="4792853"/>
                  </a:lnTo>
                  <a:lnTo>
                    <a:pt x="1129152" y="4792853"/>
                  </a:lnTo>
                  <a:lnTo>
                    <a:pt x="1129261" y="4792853"/>
                  </a:lnTo>
                  <a:lnTo>
                    <a:pt x="1129369" y="4792853"/>
                  </a:lnTo>
                  <a:lnTo>
                    <a:pt x="1129478" y="4792853"/>
                  </a:lnTo>
                  <a:lnTo>
                    <a:pt x="1129586" y="4792853"/>
                  </a:lnTo>
                  <a:lnTo>
                    <a:pt x="1129803" y="4792230"/>
                  </a:lnTo>
                  <a:lnTo>
                    <a:pt x="1130128" y="4792230"/>
                  </a:lnTo>
                  <a:lnTo>
                    <a:pt x="1130237" y="4792230"/>
                  </a:lnTo>
                  <a:lnTo>
                    <a:pt x="1130345" y="4792230"/>
                  </a:lnTo>
                  <a:lnTo>
                    <a:pt x="1130454" y="4791606"/>
                  </a:lnTo>
                  <a:lnTo>
                    <a:pt x="1130562" y="4791606"/>
                  </a:lnTo>
                  <a:lnTo>
                    <a:pt x="1130779" y="4790982"/>
                  </a:lnTo>
                  <a:lnTo>
                    <a:pt x="1131104" y="4790359"/>
                  </a:lnTo>
                  <a:lnTo>
                    <a:pt x="1131213" y="4790359"/>
                  </a:lnTo>
                  <a:lnTo>
                    <a:pt x="1131430" y="4790359"/>
                  </a:lnTo>
                  <a:lnTo>
                    <a:pt x="1131538" y="4790359"/>
                  </a:lnTo>
                  <a:lnTo>
                    <a:pt x="1131646" y="4790359"/>
                  </a:lnTo>
                  <a:lnTo>
                    <a:pt x="1131755" y="4790359"/>
                  </a:lnTo>
                  <a:lnTo>
                    <a:pt x="1132080" y="4790359"/>
                  </a:lnTo>
                  <a:lnTo>
                    <a:pt x="1132189" y="4790359"/>
                  </a:lnTo>
                  <a:lnTo>
                    <a:pt x="1132406" y="4789735"/>
                  </a:lnTo>
                  <a:lnTo>
                    <a:pt x="1132514" y="4789735"/>
                  </a:lnTo>
                  <a:lnTo>
                    <a:pt x="1132623" y="4788488"/>
                  </a:lnTo>
                  <a:lnTo>
                    <a:pt x="1132731" y="4788488"/>
                  </a:lnTo>
                  <a:lnTo>
                    <a:pt x="1132839" y="4787865"/>
                  </a:lnTo>
                  <a:lnTo>
                    <a:pt x="1133056" y="4787865"/>
                  </a:lnTo>
                  <a:lnTo>
                    <a:pt x="1133273" y="4787865"/>
                  </a:lnTo>
                  <a:lnTo>
                    <a:pt x="1133382" y="4787865"/>
                  </a:lnTo>
                  <a:lnTo>
                    <a:pt x="1133490" y="4787865"/>
                  </a:lnTo>
                  <a:lnTo>
                    <a:pt x="1134032" y="4787865"/>
                  </a:lnTo>
                  <a:lnTo>
                    <a:pt x="1134141" y="4787865"/>
                  </a:lnTo>
                  <a:lnTo>
                    <a:pt x="1134466" y="4787241"/>
                  </a:lnTo>
                  <a:lnTo>
                    <a:pt x="1134575" y="4787241"/>
                  </a:lnTo>
                  <a:lnTo>
                    <a:pt x="1134683" y="4787241"/>
                  </a:lnTo>
                  <a:lnTo>
                    <a:pt x="1134791" y="4787241"/>
                  </a:lnTo>
                  <a:lnTo>
                    <a:pt x="1134900" y="4787241"/>
                  </a:lnTo>
                  <a:lnTo>
                    <a:pt x="1135225" y="4787241"/>
                  </a:lnTo>
                  <a:lnTo>
                    <a:pt x="1135334" y="4786617"/>
                  </a:lnTo>
                  <a:lnTo>
                    <a:pt x="1135442" y="4786617"/>
                  </a:lnTo>
                  <a:lnTo>
                    <a:pt x="1135659" y="4786617"/>
                  </a:lnTo>
                  <a:lnTo>
                    <a:pt x="1136201" y="4786617"/>
                  </a:lnTo>
                  <a:lnTo>
                    <a:pt x="1136201" y="4785994"/>
                  </a:lnTo>
                  <a:lnTo>
                    <a:pt x="1136310" y="4785994"/>
                  </a:lnTo>
                  <a:lnTo>
                    <a:pt x="1136418" y="4785994"/>
                  </a:lnTo>
                  <a:lnTo>
                    <a:pt x="1136744" y="4785994"/>
                  </a:lnTo>
                  <a:lnTo>
                    <a:pt x="1136960" y="4785994"/>
                  </a:lnTo>
                  <a:lnTo>
                    <a:pt x="1137177" y="4785994"/>
                  </a:lnTo>
                  <a:lnTo>
                    <a:pt x="1137286" y="4785370"/>
                  </a:lnTo>
                  <a:lnTo>
                    <a:pt x="1137394" y="4785370"/>
                  </a:lnTo>
                  <a:lnTo>
                    <a:pt x="1137503" y="4785370"/>
                  </a:lnTo>
                  <a:lnTo>
                    <a:pt x="1137828" y="4785370"/>
                  </a:lnTo>
                  <a:lnTo>
                    <a:pt x="1137828" y="4784747"/>
                  </a:lnTo>
                  <a:lnTo>
                    <a:pt x="1138045" y="4784747"/>
                  </a:lnTo>
                  <a:lnTo>
                    <a:pt x="1138262" y="4784747"/>
                  </a:lnTo>
                  <a:lnTo>
                    <a:pt x="1138370" y="4784747"/>
                  </a:lnTo>
                  <a:lnTo>
                    <a:pt x="1138479" y="4784747"/>
                  </a:lnTo>
                  <a:lnTo>
                    <a:pt x="1138696" y="4784747"/>
                  </a:lnTo>
                  <a:lnTo>
                    <a:pt x="1139021" y="4782876"/>
                  </a:lnTo>
                  <a:lnTo>
                    <a:pt x="1139129" y="4782876"/>
                  </a:lnTo>
                  <a:lnTo>
                    <a:pt x="1139455" y="4782876"/>
                  </a:lnTo>
                  <a:lnTo>
                    <a:pt x="1139455" y="4782252"/>
                  </a:lnTo>
                  <a:lnTo>
                    <a:pt x="1139672" y="4782252"/>
                  </a:lnTo>
                  <a:lnTo>
                    <a:pt x="1139780" y="4782252"/>
                  </a:lnTo>
                  <a:lnTo>
                    <a:pt x="1139888" y="4782252"/>
                  </a:lnTo>
                  <a:lnTo>
                    <a:pt x="1139997" y="4782252"/>
                  </a:lnTo>
                  <a:lnTo>
                    <a:pt x="1140105" y="4782252"/>
                  </a:lnTo>
                  <a:lnTo>
                    <a:pt x="1140322" y="4782252"/>
                  </a:lnTo>
                  <a:lnTo>
                    <a:pt x="1140431" y="4782252"/>
                  </a:lnTo>
                  <a:lnTo>
                    <a:pt x="1140539" y="4782252"/>
                  </a:lnTo>
                  <a:lnTo>
                    <a:pt x="1140648" y="4782252"/>
                  </a:lnTo>
                  <a:lnTo>
                    <a:pt x="1140756" y="4782252"/>
                  </a:lnTo>
                  <a:lnTo>
                    <a:pt x="1140973" y="4782252"/>
                  </a:lnTo>
                  <a:lnTo>
                    <a:pt x="1141081" y="4782252"/>
                  </a:lnTo>
                  <a:lnTo>
                    <a:pt x="1141190" y="4782252"/>
                  </a:lnTo>
                  <a:lnTo>
                    <a:pt x="1141298" y="4782252"/>
                  </a:lnTo>
                  <a:lnTo>
                    <a:pt x="1141298" y="4781005"/>
                  </a:lnTo>
                  <a:lnTo>
                    <a:pt x="1141515" y="4781005"/>
                  </a:lnTo>
                  <a:lnTo>
                    <a:pt x="1141841" y="4781005"/>
                  </a:lnTo>
                  <a:lnTo>
                    <a:pt x="1141949" y="4781005"/>
                  </a:lnTo>
                  <a:lnTo>
                    <a:pt x="1142166" y="4781005"/>
                  </a:lnTo>
                  <a:lnTo>
                    <a:pt x="1142274" y="4780382"/>
                  </a:lnTo>
                  <a:lnTo>
                    <a:pt x="1142383" y="4780382"/>
                  </a:lnTo>
                  <a:lnTo>
                    <a:pt x="1142708" y="4780382"/>
                  </a:lnTo>
                  <a:lnTo>
                    <a:pt x="1142708" y="4779758"/>
                  </a:lnTo>
                  <a:lnTo>
                    <a:pt x="1142925" y="4779758"/>
                  </a:lnTo>
                  <a:lnTo>
                    <a:pt x="1142925" y="4779134"/>
                  </a:lnTo>
                  <a:lnTo>
                    <a:pt x="1143033" y="4779134"/>
                  </a:lnTo>
                  <a:lnTo>
                    <a:pt x="1143142" y="4779134"/>
                  </a:lnTo>
                  <a:lnTo>
                    <a:pt x="1143142" y="4778511"/>
                  </a:lnTo>
                  <a:lnTo>
                    <a:pt x="1143142" y="4777887"/>
                  </a:lnTo>
                  <a:lnTo>
                    <a:pt x="1143359" y="4777887"/>
                  </a:lnTo>
                  <a:lnTo>
                    <a:pt x="1143467" y="4777887"/>
                  </a:lnTo>
                  <a:lnTo>
                    <a:pt x="1143467" y="4777264"/>
                  </a:lnTo>
                  <a:lnTo>
                    <a:pt x="1143793" y="4777264"/>
                  </a:lnTo>
                  <a:lnTo>
                    <a:pt x="1144009" y="4777264"/>
                  </a:lnTo>
                  <a:lnTo>
                    <a:pt x="1144226" y="4777264"/>
                  </a:lnTo>
                  <a:lnTo>
                    <a:pt x="1144226" y="4776640"/>
                  </a:lnTo>
                  <a:lnTo>
                    <a:pt x="1144335" y="4776640"/>
                  </a:lnTo>
                  <a:lnTo>
                    <a:pt x="1144443" y="4776640"/>
                  </a:lnTo>
                  <a:lnTo>
                    <a:pt x="1144769" y="4776640"/>
                  </a:lnTo>
                  <a:lnTo>
                    <a:pt x="1144769" y="4776016"/>
                  </a:lnTo>
                  <a:lnTo>
                    <a:pt x="1145311" y="4775393"/>
                  </a:lnTo>
                  <a:lnTo>
                    <a:pt x="1145636" y="4775393"/>
                  </a:lnTo>
                  <a:lnTo>
                    <a:pt x="1145853" y="4775393"/>
                  </a:lnTo>
                  <a:lnTo>
                    <a:pt x="1145962" y="4775393"/>
                  </a:lnTo>
                  <a:lnTo>
                    <a:pt x="1146178" y="4775393"/>
                  </a:lnTo>
                  <a:lnTo>
                    <a:pt x="1146287" y="4775393"/>
                  </a:lnTo>
                  <a:lnTo>
                    <a:pt x="1146395" y="4775393"/>
                  </a:lnTo>
                  <a:lnTo>
                    <a:pt x="1146504" y="4775393"/>
                  </a:lnTo>
                  <a:lnTo>
                    <a:pt x="1146612" y="4775393"/>
                  </a:lnTo>
                  <a:lnTo>
                    <a:pt x="1146721" y="4775393"/>
                  </a:lnTo>
                  <a:lnTo>
                    <a:pt x="1146829" y="4775393"/>
                  </a:lnTo>
                  <a:lnTo>
                    <a:pt x="1146829" y="4774769"/>
                  </a:lnTo>
                  <a:lnTo>
                    <a:pt x="1146938" y="4774769"/>
                  </a:lnTo>
                  <a:lnTo>
                    <a:pt x="1147046" y="4774769"/>
                  </a:lnTo>
                  <a:lnTo>
                    <a:pt x="1147154" y="4774769"/>
                  </a:lnTo>
                  <a:lnTo>
                    <a:pt x="1147263" y="4774769"/>
                  </a:lnTo>
                  <a:lnTo>
                    <a:pt x="1147371" y="4774146"/>
                  </a:lnTo>
                  <a:lnTo>
                    <a:pt x="1147588" y="4773522"/>
                  </a:lnTo>
                  <a:lnTo>
                    <a:pt x="1147697" y="4773522"/>
                  </a:lnTo>
                  <a:lnTo>
                    <a:pt x="1147805" y="4773522"/>
                  </a:lnTo>
                  <a:lnTo>
                    <a:pt x="1147914" y="4773522"/>
                  </a:lnTo>
                  <a:lnTo>
                    <a:pt x="1148022" y="4773522"/>
                  </a:lnTo>
                  <a:lnTo>
                    <a:pt x="1148130" y="4773522"/>
                  </a:lnTo>
                  <a:lnTo>
                    <a:pt x="1148239" y="4773522"/>
                  </a:lnTo>
                  <a:lnTo>
                    <a:pt x="1148673" y="4773522"/>
                  </a:lnTo>
                  <a:lnTo>
                    <a:pt x="1148781" y="4773522"/>
                  </a:lnTo>
                  <a:lnTo>
                    <a:pt x="1148998" y="4772899"/>
                  </a:lnTo>
                  <a:lnTo>
                    <a:pt x="1149106" y="4772899"/>
                  </a:lnTo>
                  <a:lnTo>
                    <a:pt x="1149323" y="4772899"/>
                  </a:lnTo>
                  <a:lnTo>
                    <a:pt x="1149432" y="4772899"/>
                  </a:lnTo>
                  <a:lnTo>
                    <a:pt x="1149540" y="4772899"/>
                  </a:lnTo>
                  <a:lnTo>
                    <a:pt x="1149757" y="4772899"/>
                  </a:lnTo>
                  <a:lnTo>
                    <a:pt x="1149866" y="4772899"/>
                  </a:lnTo>
                  <a:lnTo>
                    <a:pt x="1151275" y="4771028"/>
                  </a:lnTo>
                  <a:lnTo>
                    <a:pt x="1151384" y="4771028"/>
                  </a:lnTo>
                  <a:lnTo>
                    <a:pt x="1151492" y="4771028"/>
                  </a:lnTo>
                  <a:lnTo>
                    <a:pt x="1151601" y="4771028"/>
                  </a:lnTo>
                  <a:lnTo>
                    <a:pt x="1151818" y="4771028"/>
                  </a:lnTo>
                  <a:lnTo>
                    <a:pt x="1151926" y="4771028"/>
                  </a:lnTo>
                  <a:lnTo>
                    <a:pt x="1152035" y="4771028"/>
                  </a:lnTo>
                  <a:lnTo>
                    <a:pt x="1152143" y="4770404"/>
                  </a:lnTo>
                  <a:lnTo>
                    <a:pt x="1152360" y="4769781"/>
                  </a:lnTo>
                  <a:lnTo>
                    <a:pt x="1152468" y="4769781"/>
                  </a:lnTo>
                  <a:lnTo>
                    <a:pt x="1152685" y="4767910"/>
                  </a:lnTo>
                  <a:lnTo>
                    <a:pt x="1152902" y="4767910"/>
                  </a:lnTo>
                  <a:lnTo>
                    <a:pt x="1153119" y="4767286"/>
                  </a:lnTo>
                  <a:lnTo>
                    <a:pt x="1153227" y="4767286"/>
                  </a:lnTo>
                  <a:lnTo>
                    <a:pt x="1153336" y="4767286"/>
                  </a:lnTo>
                  <a:lnTo>
                    <a:pt x="1153444" y="4766039"/>
                  </a:lnTo>
                  <a:lnTo>
                    <a:pt x="1153553" y="4766039"/>
                  </a:lnTo>
                  <a:lnTo>
                    <a:pt x="1153661" y="4766039"/>
                  </a:lnTo>
                  <a:lnTo>
                    <a:pt x="1153770" y="4766039"/>
                  </a:lnTo>
                  <a:lnTo>
                    <a:pt x="1153878" y="4766039"/>
                  </a:lnTo>
                  <a:lnTo>
                    <a:pt x="1153987" y="4766039"/>
                  </a:lnTo>
                  <a:lnTo>
                    <a:pt x="1154095" y="4766039"/>
                  </a:lnTo>
                  <a:lnTo>
                    <a:pt x="1154204" y="4766039"/>
                  </a:lnTo>
                  <a:lnTo>
                    <a:pt x="1154204" y="4765416"/>
                  </a:lnTo>
                  <a:lnTo>
                    <a:pt x="1154529" y="4765416"/>
                  </a:lnTo>
                  <a:lnTo>
                    <a:pt x="1154637" y="4765416"/>
                  </a:lnTo>
                  <a:lnTo>
                    <a:pt x="1154746" y="4765416"/>
                  </a:lnTo>
                  <a:lnTo>
                    <a:pt x="1154746" y="4764792"/>
                  </a:lnTo>
                  <a:lnTo>
                    <a:pt x="1154746" y="4764168"/>
                  </a:lnTo>
                  <a:lnTo>
                    <a:pt x="1154963" y="4764168"/>
                  </a:lnTo>
                  <a:lnTo>
                    <a:pt x="1155071" y="4764168"/>
                  </a:lnTo>
                  <a:lnTo>
                    <a:pt x="1155180" y="4763545"/>
                  </a:lnTo>
                  <a:lnTo>
                    <a:pt x="1155396" y="4763545"/>
                  </a:lnTo>
                  <a:lnTo>
                    <a:pt x="1155505" y="4763545"/>
                  </a:lnTo>
                  <a:lnTo>
                    <a:pt x="1155505" y="4762921"/>
                  </a:lnTo>
                  <a:lnTo>
                    <a:pt x="1155505" y="4762298"/>
                  </a:lnTo>
                  <a:lnTo>
                    <a:pt x="1155613" y="4762298"/>
                  </a:lnTo>
                  <a:lnTo>
                    <a:pt x="1155722" y="4761674"/>
                  </a:lnTo>
                  <a:lnTo>
                    <a:pt x="1155830" y="4761674"/>
                  </a:lnTo>
                  <a:lnTo>
                    <a:pt x="1156264" y="4761674"/>
                  </a:lnTo>
                  <a:lnTo>
                    <a:pt x="1156372" y="4761051"/>
                  </a:lnTo>
                  <a:lnTo>
                    <a:pt x="1156481" y="4761051"/>
                  </a:lnTo>
                  <a:lnTo>
                    <a:pt x="1156589" y="4759803"/>
                  </a:lnTo>
                  <a:lnTo>
                    <a:pt x="1156806" y="4758556"/>
                  </a:lnTo>
                  <a:lnTo>
                    <a:pt x="1157023" y="4758556"/>
                  </a:lnTo>
                  <a:lnTo>
                    <a:pt x="1157132" y="4757933"/>
                  </a:lnTo>
                  <a:lnTo>
                    <a:pt x="1157348" y="4757933"/>
                  </a:lnTo>
                  <a:lnTo>
                    <a:pt x="1157457" y="4757933"/>
                  </a:lnTo>
                  <a:lnTo>
                    <a:pt x="1157565" y="4757933"/>
                  </a:lnTo>
                  <a:lnTo>
                    <a:pt x="1157565" y="4757309"/>
                  </a:lnTo>
                  <a:lnTo>
                    <a:pt x="1157782" y="4757309"/>
                  </a:lnTo>
                  <a:lnTo>
                    <a:pt x="1158108" y="4757309"/>
                  </a:lnTo>
                  <a:lnTo>
                    <a:pt x="1158325" y="4757309"/>
                  </a:lnTo>
                  <a:lnTo>
                    <a:pt x="1158433" y="4757309"/>
                  </a:lnTo>
                  <a:lnTo>
                    <a:pt x="1158541" y="4757309"/>
                  </a:lnTo>
                  <a:lnTo>
                    <a:pt x="1158650" y="4757309"/>
                  </a:lnTo>
                  <a:lnTo>
                    <a:pt x="1158975" y="4756685"/>
                  </a:lnTo>
                  <a:lnTo>
                    <a:pt x="1159084" y="4756685"/>
                  </a:lnTo>
                  <a:lnTo>
                    <a:pt x="1159192" y="4756062"/>
                  </a:lnTo>
                  <a:lnTo>
                    <a:pt x="1159301" y="4756062"/>
                  </a:lnTo>
                  <a:lnTo>
                    <a:pt x="1159409" y="4756062"/>
                  </a:lnTo>
                  <a:lnTo>
                    <a:pt x="1159517" y="4756062"/>
                  </a:lnTo>
                  <a:lnTo>
                    <a:pt x="1159843" y="4756062"/>
                  </a:lnTo>
                  <a:lnTo>
                    <a:pt x="1160385" y="4756062"/>
                  </a:lnTo>
                  <a:lnTo>
                    <a:pt x="1160385" y="4755438"/>
                  </a:lnTo>
                  <a:lnTo>
                    <a:pt x="1160493" y="4755438"/>
                  </a:lnTo>
                  <a:lnTo>
                    <a:pt x="1160493" y="4754815"/>
                  </a:lnTo>
                  <a:lnTo>
                    <a:pt x="1160602" y="4754815"/>
                  </a:lnTo>
                  <a:lnTo>
                    <a:pt x="1160819" y="4754815"/>
                  </a:lnTo>
                  <a:lnTo>
                    <a:pt x="1161253" y="4754191"/>
                  </a:lnTo>
                  <a:lnTo>
                    <a:pt x="1161361" y="4754191"/>
                  </a:lnTo>
                  <a:lnTo>
                    <a:pt x="1161469" y="4753568"/>
                  </a:lnTo>
                  <a:lnTo>
                    <a:pt x="1161578" y="4753568"/>
                  </a:lnTo>
                  <a:lnTo>
                    <a:pt x="1161686" y="4752944"/>
                  </a:lnTo>
                  <a:lnTo>
                    <a:pt x="1161795" y="4752944"/>
                  </a:lnTo>
                  <a:lnTo>
                    <a:pt x="1162012" y="4752944"/>
                  </a:lnTo>
                  <a:lnTo>
                    <a:pt x="1162120" y="4752944"/>
                  </a:lnTo>
                  <a:lnTo>
                    <a:pt x="1162120" y="4752320"/>
                  </a:lnTo>
                  <a:lnTo>
                    <a:pt x="1162229" y="4752320"/>
                  </a:lnTo>
                  <a:lnTo>
                    <a:pt x="1162879" y="4751697"/>
                  </a:lnTo>
                  <a:lnTo>
                    <a:pt x="1162988" y="4751697"/>
                  </a:lnTo>
                  <a:lnTo>
                    <a:pt x="1163096" y="4751697"/>
                  </a:lnTo>
                  <a:lnTo>
                    <a:pt x="1163530" y="4751697"/>
                  </a:lnTo>
                  <a:lnTo>
                    <a:pt x="1163747" y="4751073"/>
                  </a:lnTo>
                  <a:lnTo>
                    <a:pt x="1163855" y="4751073"/>
                  </a:lnTo>
                  <a:lnTo>
                    <a:pt x="1163964" y="4750450"/>
                  </a:lnTo>
                  <a:lnTo>
                    <a:pt x="1164072" y="4749826"/>
                  </a:lnTo>
                  <a:lnTo>
                    <a:pt x="1164181" y="4749826"/>
                  </a:lnTo>
                  <a:lnTo>
                    <a:pt x="1164398" y="4749202"/>
                  </a:lnTo>
                  <a:lnTo>
                    <a:pt x="1164614" y="4749202"/>
                  </a:lnTo>
                  <a:lnTo>
                    <a:pt x="1164723" y="4748579"/>
                  </a:lnTo>
                  <a:lnTo>
                    <a:pt x="1164831" y="4748579"/>
                  </a:lnTo>
                  <a:lnTo>
                    <a:pt x="1164940" y="4748579"/>
                  </a:lnTo>
                  <a:lnTo>
                    <a:pt x="1165265" y="4747955"/>
                  </a:lnTo>
                  <a:lnTo>
                    <a:pt x="1165374" y="4747955"/>
                  </a:lnTo>
                  <a:lnTo>
                    <a:pt x="1165374" y="4747332"/>
                  </a:lnTo>
                  <a:lnTo>
                    <a:pt x="1165482" y="4747332"/>
                  </a:lnTo>
                  <a:lnTo>
                    <a:pt x="1165916" y="4747332"/>
                  </a:lnTo>
                  <a:lnTo>
                    <a:pt x="1166024" y="4747332"/>
                  </a:lnTo>
                  <a:lnTo>
                    <a:pt x="1166241" y="4747332"/>
                  </a:lnTo>
                  <a:lnTo>
                    <a:pt x="1166350" y="4747332"/>
                  </a:lnTo>
                  <a:lnTo>
                    <a:pt x="1166458" y="4747332"/>
                  </a:lnTo>
                  <a:lnTo>
                    <a:pt x="1166567" y="4747332"/>
                  </a:lnTo>
                  <a:lnTo>
                    <a:pt x="1166675" y="4747332"/>
                  </a:lnTo>
                  <a:lnTo>
                    <a:pt x="1166783" y="4747332"/>
                  </a:lnTo>
                  <a:lnTo>
                    <a:pt x="1167000" y="4747332"/>
                  </a:lnTo>
                  <a:lnTo>
                    <a:pt x="1167217" y="4747332"/>
                  </a:lnTo>
                  <a:lnTo>
                    <a:pt x="1167976" y="4746085"/>
                  </a:lnTo>
                  <a:lnTo>
                    <a:pt x="1168193" y="4746085"/>
                  </a:lnTo>
                  <a:lnTo>
                    <a:pt x="1168302" y="4746085"/>
                  </a:lnTo>
                  <a:lnTo>
                    <a:pt x="1168519" y="4746085"/>
                  </a:lnTo>
                  <a:lnTo>
                    <a:pt x="1168519" y="4745461"/>
                  </a:lnTo>
                  <a:lnTo>
                    <a:pt x="1168735" y="4745461"/>
                  </a:lnTo>
                  <a:lnTo>
                    <a:pt x="1169061" y="4745461"/>
                  </a:lnTo>
                  <a:lnTo>
                    <a:pt x="1169169" y="4745461"/>
                  </a:lnTo>
                  <a:lnTo>
                    <a:pt x="1169495" y="4745461"/>
                  </a:lnTo>
                  <a:lnTo>
                    <a:pt x="1169711" y="4745461"/>
                  </a:lnTo>
                  <a:lnTo>
                    <a:pt x="1169928" y="4744214"/>
                  </a:lnTo>
                  <a:lnTo>
                    <a:pt x="1169928" y="4743590"/>
                  </a:lnTo>
                  <a:lnTo>
                    <a:pt x="1170037" y="4742967"/>
                  </a:lnTo>
                  <a:lnTo>
                    <a:pt x="1170254" y="4742343"/>
                  </a:lnTo>
                  <a:lnTo>
                    <a:pt x="1170362" y="4742343"/>
                  </a:lnTo>
                  <a:lnTo>
                    <a:pt x="1170471" y="4742343"/>
                  </a:lnTo>
                  <a:lnTo>
                    <a:pt x="1170687" y="4742343"/>
                  </a:lnTo>
                  <a:lnTo>
                    <a:pt x="1170796" y="4742343"/>
                  </a:lnTo>
                  <a:lnTo>
                    <a:pt x="1170904" y="4742343"/>
                  </a:lnTo>
                  <a:lnTo>
                    <a:pt x="1171121" y="4742343"/>
                  </a:lnTo>
                  <a:lnTo>
                    <a:pt x="1171338" y="4742343"/>
                  </a:lnTo>
                  <a:lnTo>
                    <a:pt x="1171447" y="4742343"/>
                  </a:lnTo>
                  <a:lnTo>
                    <a:pt x="1171447" y="4741719"/>
                  </a:lnTo>
                  <a:lnTo>
                    <a:pt x="1171664" y="4741719"/>
                  </a:lnTo>
                  <a:lnTo>
                    <a:pt x="1171772" y="4741719"/>
                  </a:lnTo>
                  <a:lnTo>
                    <a:pt x="1171880" y="4741719"/>
                  </a:lnTo>
                  <a:lnTo>
                    <a:pt x="1171989" y="4741719"/>
                  </a:lnTo>
                  <a:lnTo>
                    <a:pt x="1172097" y="4741719"/>
                  </a:lnTo>
                  <a:lnTo>
                    <a:pt x="1172206" y="4741719"/>
                  </a:lnTo>
                  <a:lnTo>
                    <a:pt x="1172314" y="4740472"/>
                  </a:lnTo>
                  <a:lnTo>
                    <a:pt x="1172423" y="4739225"/>
                  </a:lnTo>
                  <a:lnTo>
                    <a:pt x="1172531" y="4739225"/>
                  </a:lnTo>
                  <a:lnTo>
                    <a:pt x="1172965" y="4739225"/>
                  </a:lnTo>
                  <a:lnTo>
                    <a:pt x="1173073" y="4739225"/>
                  </a:lnTo>
                  <a:lnTo>
                    <a:pt x="1173073" y="4738602"/>
                  </a:lnTo>
                  <a:lnTo>
                    <a:pt x="1173182" y="4738602"/>
                  </a:lnTo>
                  <a:lnTo>
                    <a:pt x="1173290" y="4738602"/>
                  </a:lnTo>
                  <a:lnTo>
                    <a:pt x="1173399" y="4738602"/>
                  </a:lnTo>
                  <a:lnTo>
                    <a:pt x="1173507" y="4738602"/>
                  </a:lnTo>
                  <a:lnTo>
                    <a:pt x="1173832" y="4737978"/>
                  </a:lnTo>
                  <a:lnTo>
                    <a:pt x="1173941" y="4737978"/>
                  </a:lnTo>
                  <a:lnTo>
                    <a:pt x="1174049" y="4736107"/>
                  </a:lnTo>
                  <a:lnTo>
                    <a:pt x="1174158" y="4736107"/>
                  </a:lnTo>
                  <a:lnTo>
                    <a:pt x="1174266" y="4736107"/>
                  </a:lnTo>
                  <a:lnTo>
                    <a:pt x="1174375" y="4736107"/>
                  </a:lnTo>
                  <a:lnTo>
                    <a:pt x="1174483" y="4736107"/>
                  </a:lnTo>
                  <a:lnTo>
                    <a:pt x="1174592" y="4736107"/>
                  </a:lnTo>
                  <a:lnTo>
                    <a:pt x="1175134" y="4736107"/>
                  </a:lnTo>
                  <a:lnTo>
                    <a:pt x="1175351" y="4736107"/>
                  </a:lnTo>
                  <a:lnTo>
                    <a:pt x="1175459" y="4736107"/>
                  </a:lnTo>
                  <a:lnTo>
                    <a:pt x="1176001" y="4736107"/>
                  </a:lnTo>
                  <a:lnTo>
                    <a:pt x="1176001" y="4735484"/>
                  </a:lnTo>
                  <a:lnTo>
                    <a:pt x="1176327" y="4734860"/>
                  </a:lnTo>
                  <a:lnTo>
                    <a:pt x="1176435" y="4734236"/>
                  </a:lnTo>
                  <a:lnTo>
                    <a:pt x="1176544" y="4734236"/>
                  </a:lnTo>
                  <a:lnTo>
                    <a:pt x="1176544" y="4733613"/>
                  </a:lnTo>
                  <a:lnTo>
                    <a:pt x="1176761" y="4733613"/>
                  </a:lnTo>
                  <a:lnTo>
                    <a:pt x="1176761" y="4732989"/>
                  </a:lnTo>
                  <a:lnTo>
                    <a:pt x="1176869" y="4732989"/>
                  </a:lnTo>
                  <a:lnTo>
                    <a:pt x="1176977" y="4732989"/>
                  </a:lnTo>
                  <a:lnTo>
                    <a:pt x="1177086" y="4732989"/>
                  </a:lnTo>
                  <a:lnTo>
                    <a:pt x="1177194" y="4732989"/>
                  </a:lnTo>
                  <a:lnTo>
                    <a:pt x="1177303" y="4732989"/>
                  </a:lnTo>
                  <a:lnTo>
                    <a:pt x="1177303" y="4732366"/>
                  </a:lnTo>
                  <a:lnTo>
                    <a:pt x="1177628" y="4732366"/>
                  </a:lnTo>
                  <a:lnTo>
                    <a:pt x="1177737" y="4732366"/>
                  </a:lnTo>
                  <a:lnTo>
                    <a:pt x="1177845" y="4732366"/>
                  </a:lnTo>
                  <a:lnTo>
                    <a:pt x="1178062" y="4732366"/>
                  </a:lnTo>
                  <a:lnTo>
                    <a:pt x="1178170" y="4732366"/>
                  </a:lnTo>
                  <a:lnTo>
                    <a:pt x="1178170" y="4731119"/>
                  </a:lnTo>
                  <a:lnTo>
                    <a:pt x="1178279" y="4731119"/>
                  </a:lnTo>
                  <a:lnTo>
                    <a:pt x="1178387" y="4731119"/>
                  </a:lnTo>
                  <a:lnTo>
                    <a:pt x="1178496" y="4731119"/>
                  </a:lnTo>
                  <a:lnTo>
                    <a:pt x="1178604" y="4731119"/>
                  </a:lnTo>
                  <a:lnTo>
                    <a:pt x="1178713" y="4731119"/>
                  </a:lnTo>
                  <a:lnTo>
                    <a:pt x="1178713" y="4730495"/>
                  </a:lnTo>
                  <a:lnTo>
                    <a:pt x="1179689" y="4730495"/>
                  </a:lnTo>
                  <a:lnTo>
                    <a:pt x="1179797" y="4730495"/>
                  </a:lnTo>
                  <a:lnTo>
                    <a:pt x="1180014" y="4729871"/>
                  </a:lnTo>
                  <a:lnTo>
                    <a:pt x="1180014" y="4729248"/>
                  </a:lnTo>
                  <a:lnTo>
                    <a:pt x="1180014" y="4728624"/>
                  </a:lnTo>
                  <a:lnTo>
                    <a:pt x="1180122" y="4728624"/>
                  </a:lnTo>
                  <a:lnTo>
                    <a:pt x="1180122" y="4728001"/>
                  </a:lnTo>
                  <a:lnTo>
                    <a:pt x="1180231" y="4728001"/>
                  </a:lnTo>
                  <a:lnTo>
                    <a:pt x="1180882" y="4727377"/>
                  </a:lnTo>
                  <a:lnTo>
                    <a:pt x="1181098" y="4727377"/>
                  </a:lnTo>
                  <a:lnTo>
                    <a:pt x="1181207" y="4727377"/>
                  </a:lnTo>
                  <a:lnTo>
                    <a:pt x="1181424" y="4727377"/>
                  </a:lnTo>
                  <a:lnTo>
                    <a:pt x="1181532" y="4727377"/>
                  </a:lnTo>
                  <a:lnTo>
                    <a:pt x="1181641" y="4727377"/>
                  </a:lnTo>
                  <a:lnTo>
                    <a:pt x="1182183" y="4727377"/>
                  </a:lnTo>
                  <a:lnTo>
                    <a:pt x="1182291" y="4727377"/>
                  </a:lnTo>
                  <a:lnTo>
                    <a:pt x="1182508" y="4727377"/>
                  </a:lnTo>
                  <a:lnTo>
                    <a:pt x="1182834" y="4726753"/>
                  </a:lnTo>
                  <a:lnTo>
                    <a:pt x="1183050" y="4726130"/>
                  </a:lnTo>
                  <a:lnTo>
                    <a:pt x="1183159" y="4725506"/>
                  </a:lnTo>
                  <a:lnTo>
                    <a:pt x="1183267" y="4725506"/>
                  </a:lnTo>
                  <a:lnTo>
                    <a:pt x="1183593" y="4725506"/>
                  </a:lnTo>
                  <a:lnTo>
                    <a:pt x="1183701" y="4725506"/>
                  </a:lnTo>
                  <a:lnTo>
                    <a:pt x="1183810" y="4725506"/>
                  </a:lnTo>
                  <a:lnTo>
                    <a:pt x="1183918" y="4725506"/>
                  </a:lnTo>
                  <a:lnTo>
                    <a:pt x="1184027" y="4725506"/>
                  </a:lnTo>
                  <a:lnTo>
                    <a:pt x="1184135" y="4725506"/>
                  </a:lnTo>
                  <a:lnTo>
                    <a:pt x="1184243" y="4725506"/>
                  </a:lnTo>
                  <a:lnTo>
                    <a:pt x="1184569" y="4725506"/>
                  </a:lnTo>
                  <a:lnTo>
                    <a:pt x="1184677" y="4725506"/>
                  </a:lnTo>
                  <a:lnTo>
                    <a:pt x="1184786" y="4725506"/>
                  </a:lnTo>
                  <a:lnTo>
                    <a:pt x="1185003" y="4725506"/>
                  </a:lnTo>
                  <a:lnTo>
                    <a:pt x="1185328" y="4725506"/>
                  </a:lnTo>
                  <a:lnTo>
                    <a:pt x="1185436" y="4724883"/>
                  </a:lnTo>
                  <a:lnTo>
                    <a:pt x="1185653" y="4724883"/>
                  </a:lnTo>
                  <a:lnTo>
                    <a:pt x="1185762" y="4724883"/>
                  </a:lnTo>
                  <a:lnTo>
                    <a:pt x="1185979" y="4724259"/>
                  </a:lnTo>
                  <a:lnTo>
                    <a:pt x="1186087" y="4724259"/>
                  </a:lnTo>
                  <a:lnTo>
                    <a:pt x="1186195" y="4724259"/>
                  </a:lnTo>
                  <a:lnTo>
                    <a:pt x="1186521" y="4724259"/>
                  </a:lnTo>
                  <a:lnTo>
                    <a:pt x="1186846" y="4724259"/>
                  </a:lnTo>
                  <a:lnTo>
                    <a:pt x="1186846" y="4723636"/>
                  </a:lnTo>
                  <a:lnTo>
                    <a:pt x="1186955" y="4723636"/>
                  </a:lnTo>
                  <a:lnTo>
                    <a:pt x="1187063" y="4723636"/>
                  </a:lnTo>
                  <a:lnTo>
                    <a:pt x="1187280" y="4723012"/>
                  </a:lnTo>
                  <a:lnTo>
                    <a:pt x="1187388" y="4723012"/>
                  </a:lnTo>
                  <a:lnTo>
                    <a:pt x="1187714" y="4723012"/>
                  </a:lnTo>
                  <a:lnTo>
                    <a:pt x="1187931" y="4723012"/>
                  </a:lnTo>
                  <a:lnTo>
                    <a:pt x="1188039" y="4723012"/>
                  </a:lnTo>
                  <a:lnTo>
                    <a:pt x="1188148" y="4723012"/>
                  </a:lnTo>
                  <a:lnTo>
                    <a:pt x="1188581" y="4723012"/>
                  </a:lnTo>
                  <a:lnTo>
                    <a:pt x="1188690" y="4723012"/>
                  </a:lnTo>
                  <a:lnTo>
                    <a:pt x="1188798" y="4723012"/>
                  </a:lnTo>
                  <a:lnTo>
                    <a:pt x="1189015" y="4723012"/>
                  </a:lnTo>
                  <a:lnTo>
                    <a:pt x="1189124" y="4723012"/>
                  </a:lnTo>
                  <a:lnTo>
                    <a:pt x="1189666" y="4721765"/>
                  </a:lnTo>
                  <a:lnTo>
                    <a:pt x="1189774" y="4721765"/>
                  </a:lnTo>
                  <a:lnTo>
                    <a:pt x="1189883" y="4721765"/>
                  </a:lnTo>
                  <a:lnTo>
                    <a:pt x="1189991" y="4721765"/>
                  </a:lnTo>
                  <a:lnTo>
                    <a:pt x="1190100" y="4721141"/>
                  </a:lnTo>
                  <a:lnTo>
                    <a:pt x="1190208" y="4721141"/>
                  </a:lnTo>
                  <a:lnTo>
                    <a:pt x="1190425" y="4720518"/>
                  </a:lnTo>
                  <a:lnTo>
                    <a:pt x="1190533" y="4720518"/>
                  </a:lnTo>
                  <a:lnTo>
                    <a:pt x="1190533" y="4719894"/>
                  </a:lnTo>
                  <a:lnTo>
                    <a:pt x="1190533" y="4719270"/>
                  </a:lnTo>
                  <a:lnTo>
                    <a:pt x="1190642" y="4718647"/>
                  </a:lnTo>
                  <a:lnTo>
                    <a:pt x="1190750" y="4718647"/>
                  </a:lnTo>
                  <a:lnTo>
                    <a:pt x="1190967" y="4718647"/>
                  </a:lnTo>
                  <a:lnTo>
                    <a:pt x="1191076" y="4718647"/>
                  </a:lnTo>
                  <a:lnTo>
                    <a:pt x="1191401" y="4718647"/>
                  </a:lnTo>
                  <a:lnTo>
                    <a:pt x="1191509" y="4718647"/>
                  </a:lnTo>
                  <a:lnTo>
                    <a:pt x="1191618" y="4718647"/>
                  </a:lnTo>
                  <a:lnTo>
                    <a:pt x="1191726" y="4718647"/>
                  </a:lnTo>
                  <a:lnTo>
                    <a:pt x="1191835" y="4718647"/>
                  </a:lnTo>
                  <a:lnTo>
                    <a:pt x="1191943" y="4718647"/>
                  </a:lnTo>
                  <a:lnTo>
                    <a:pt x="1192269" y="4718647"/>
                  </a:lnTo>
                  <a:lnTo>
                    <a:pt x="1192377" y="4718647"/>
                  </a:lnTo>
                  <a:lnTo>
                    <a:pt x="1192485" y="4718647"/>
                  </a:lnTo>
                  <a:lnTo>
                    <a:pt x="1192811" y="4718647"/>
                  </a:lnTo>
                  <a:lnTo>
                    <a:pt x="1192919" y="4718647"/>
                  </a:lnTo>
                  <a:lnTo>
                    <a:pt x="1193028" y="4718647"/>
                  </a:lnTo>
                  <a:lnTo>
                    <a:pt x="1193136" y="4718647"/>
                  </a:lnTo>
                  <a:lnTo>
                    <a:pt x="1193245" y="4718647"/>
                  </a:lnTo>
                  <a:lnTo>
                    <a:pt x="1193678" y="4718647"/>
                  </a:lnTo>
                  <a:lnTo>
                    <a:pt x="1193787" y="4718023"/>
                  </a:lnTo>
                  <a:lnTo>
                    <a:pt x="1193895" y="4718023"/>
                  </a:lnTo>
                  <a:lnTo>
                    <a:pt x="1194112" y="4717400"/>
                  </a:lnTo>
                  <a:lnTo>
                    <a:pt x="1194221" y="4717400"/>
                  </a:lnTo>
                  <a:lnTo>
                    <a:pt x="1194329" y="4716776"/>
                  </a:lnTo>
                  <a:lnTo>
                    <a:pt x="1194654" y="4716776"/>
                  </a:lnTo>
                  <a:lnTo>
                    <a:pt x="1194763" y="4716153"/>
                  </a:lnTo>
                  <a:lnTo>
                    <a:pt x="1194871" y="4716153"/>
                  </a:lnTo>
                  <a:lnTo>
                    <a:pt x="1195088" y="4716153"/>
                  </a:lnTo>
                  <a:lnTo>
                    <a:pt x="1195305" y="4715529"/>
                  </a:lnTo>
                  <a:lnTo>
                    <a:pt x="1195522" y="4715529"/>
                  </a:lnTo>
                  <a:lnTo>
                    <a:pt x="1195522" y="4714905"/>
                  </a:lnTo>
                  <a:lnTo>
                    <a:pt x="1195630" y="4714905"/>
                  </a:lnTo>
                  <a:lnTo>
                    <a:pt x="1195956" y="4714905"/>
                  </a:lnTo>
                  <a:lnTo>
                    <a:pt x="1195956" y="4714282"/>
                  </a:lnTo>
                  <a:lnTo>
                    <a:pt x="1196389" y="4714282"/>
                  </a:lnTo>
                  <a:lnTo>
                    <a:pt x="1196498" y="4713658"/>
                  </a:lnTo>
                  <a:lnTo>
                    <a:pt x="1196606" y="4713658"/>
                  </a:lnTo>
                  <a:lnTo>
                    <a:pt x="1196715" y="4713658"/>
                  </a:lnTo>
                  <a:lnTo>
                    <a:pt x="1196715" y="4713035"/>
                  </a:lnTo>
                  <a:lnTo>
                    <a:pt x="1197040" y="4712411"/>
                  </a:lnTo>
                  <a:lnTo>
                    <a:pt x="1197474" y="4712411"/>
                  </a:lnTo>
                  <a:lnTo>
                    <a:pt x="1197582" y="4712411"/>
                  </a:lnTo>
                  <a:lnTo>
                    <a:pt x="1197799" y="4712411"/>
                  </a:lnTo>
                  <a:lnTo>
                    <a:pt x="1198016" y="4711788"/>
                  </a:lnTo>
                  <a:lnTo>
                    <a:pt x="1198016" y="4711164"/>
                  </a:lnTo>
                  <a:lnTo>
                    <a:pt x="1198125" y="4709293"/>
                  </a:lnTo>
                  <a:lnTo>
                    <a:pt x="1198233" y="4709293"/>
                  </a:lnTo>
                  <a:lnTo>
                    <a:pt x="1198342" y="4709293"/>
                  </a:lnTo>
                  <a:lnTo>
                    <a:pt x="1198450" y="4709293"/>
                  </a:lnTo>
                  <a:lnTo>
                    <a:pt x="1198450" y="4708670"/>
                  </a:lnTo>
                  <a:lnTo>
                    <a:pt x="1198667" y="4708670"/>
                  </a:lnTo>
                  <a:lnTo>
                    <a:pt x="1198992" y="4708670"/>
                  </a:lnTo>
                  <a:lnTo>
                    <a:pt x="1199101" y="4708670"/>
                  </a:lnTo>
                  <a:lnTo>
                    <a:pt x="1199209" y="4708670"/>
                  </a:lnTo>
                  <a:lnTo>
                    <a:pt x="1199318" y="4708670"/>
                  </a:lnTo>
                  <a:lnTo>
                    <a:pt x="1199318" y="4708046"/>
                  </a:lnTo>
                  <a:lnTo>
                    <a:pt x="1199318" y="4706799"/>
                  </a:lnTo>
                  <a:lnTo>
                    <a:pt x="1199318" y="4706175"/>
                  </a:lnTo>
                  <a:lnTo>
                    <a:pt x="1199643" y="4705552"/>
                  </a:lnTo>
                  <a:lnTo>
                    <a:pt x="1199751" y="4704928"/>
                  </a:lnTo>
                  <a:lnTo>
                    <a:pt x="1200077" y="4704928"/>
                  </a:lnTo>
                  <a:lnTo>
                    <a:pt x="1200185" y="4704928"/>
                  </a:lnTo>
                  <a:lnTo>
                    <a:pt x="1200294" y="4704305"/>
                  </a:lnTo>
                  <a:lnTo>
                    <a:pt x="1200510" y="4704305"/>
                  </a:lnTo>
                  <a:lnTo>
                    <a:pt x="1200619" y="4704305"/>
                  </a:lnTo>
                  <a:lnTo>
                    <a:pt x="1200727" y="4703681"/>
                  </a:lnTo>
                  <a:lnTo>
                    <a:pt x="1200944" y="4703681"/>
                  </a:lnTo>
                  <a:lnTo>
                    <a:pt x="1200944" y="4703057"/>
                  </a:lnTo>
                  <a:lnTo>
                    <a:pt x="1201053" y="4702434"/>
                  </a:lnTo>
                  <a:lnTo>
                    <a:pt x="1201161" y="4701810"/>
                  </a:lnTo>
                  <a:lnTo>
                    <a:pt x="1201270" y="4701810"/>
                  </a:lnTo>
                  <a:lnTo>
                    <a:pt x="1201378" y="4701810"/>
                  </a:lnTo>
                  <a:lnTo>
                    <a:pt x="1201487" y="4701810"/>
                  </a:lnTo>
                  <a:lnTo>
                    <a:pt x="1201595" y="4701810"/>
                  </a:lnTo>
                  <a:lnTo>
                    <a:pt x="1201595" y="4701187"/>
                  </a:lnTo>
                  <a:lnTo>
                    <a:pt x="1202029" y="4699939"/>
                  </a:lnTo>
                  <a:lnTo>
                    <a:pt x="1202137" y="4699939"/>
                  </a:lnTo>
                  <a:lnTo>
                    <a:pt x="1202246" y="4699939"/>
                  </a:lnTo>
                  <a:lnTo>
                    <a:pt x="1202354" y="4699939"/>
                  </a:lnTo>
                  <a:lnTo>
                    <a:pt x="1202463" y="4699939"/>
                  </a:lnTo>
                  <a:lnTo>
                    <a:pt x="1202463" y="4699316"/>
                  </a:lnTo>
                  <a:lnTo>
                    <a:pt x="1202463" y="4698692"/>
                  </a:lnTo>
                  <a:lnTo>
                    <a:pt x="1202571" y="4698692"/>
                  </a:lnTo>
                  <a:lnTo>
                    <a:pt x="1202679" y="4698692"/>
                  </a:lnTo>
                  <a:lnTo>
                    <a:pt x="1202788" y="4698692"/>
                  </a:lnTo>
                  <a:lnTo>
                    <a:pt x="1203005" y="4698692"/>
                  </a:lnTo>
                  <a:lnTo>
                    <a:pt x="1203222" y="4698692"/>
                  </a:lnTo>
                  <a:lnTo>
                    <a:pt x="1203330" y="4698692"/>
                  </a:lnTo>
                  <a:lnTo>
                    <a:pt x="1203330" y="4698069"/>
                  </a:lnTo>
                  <a:lnTo>
                    <a:pt x="1203439" y="4698069"/>
                  </a:lnTo>
                  <a:lnTo>
                    <a:pt x="1203764" y="4696822"/>
                  </a:lnTo>
                  <a:lnTo>
                    <a:pt x="1204089" y="4696822"/>
                  </a:lnTo>
                  <a:lnTo>
                    <a:pt x="1204415" y="4696822"/>
                  </a:lnTo>
                  <a:lnTo>
                    <a:pt x="1204740" y="4696822"/>
                  </a:lnTo>
                  <a:lnTo>
                    <a:pt x="1204848" y="4696822"/>
                  </a:lnTo>
                  <a:lnTo>
                    <a:pt x="1204957" y="4696822"/>
                  </a:lnTo>
                  <a:lnTo>
                    <a:pt x="1205174" y="4696822"/>
                  </a:lnTo>
                  <a:lnTo>
                    <a:pt x="1205174" y="4696198"/>
                  </a:lnTo>
                  <a:lnTo>
                    <a:pt x="1205282" y="4696198"/>
                  </a:lnTo>
                  <a:lnTo>
                    <a:pt x="1205391" y="4696198"/>
                  </a:lnTo>
                  <a:lnTo>
                    <a:pt x="1205608" y="4695574"/>
                  </a:lnTo>
                  <a:lnTo>
                    <a:pt x="1205716" y="4695574"/>
                  </a:lnTo>
                  <a:lnTo>
                    <a:pt x="1206041" y="4694951"/>
                  </a:lnTo>
                  <a:lnTo>
                    <a:pt x="1206150" y="4693704"/>
                  </a:lnTo>
                  <a:lnTo>
                    <a:pt x="1206258" y="4693704"/>
                  </a:lnTo>
                  <a:lnTo>
                    <a:pt x="1206367" y="4693080"/>
                  </a:lnTo>
                  <a:lnTo>
                    <a:pt x="1206475" y="4693080"/>
                  </a:lnTo>
                  <a:lnTo>
                    <a:pt x="1206692" y="4693080"/>
                  </a:lnTo>
                  <a:lnTo>
                    <a:pt x="1206800" y="4692456"/>
                  </a:lnTo>
                  <a:lnTo>
                    <a:pt x="1206909" y="4692456"/>
                  </a:lnTo>
                  <a:lnTo>
                    <a:pt x="1207126" y="4692456"/>
                  </a:lnTo>
                  <a:lnTo>
                    <a:pt x="1207343" y="4691209"/>
                  </a:lnTo>
                  <a:lnTo>
                    <a:pt x="1207343" y="4690586"/>
                  </a:lnTo>
                  <a:lnTo>
                    <a:pt x="1207451" y="4689962"/>
                  </a:lnTo>
                  <a:lnTo>
                    <a:pt x="1207560" y="4689962"/>
                  </a:lnTo>
                  <a:lnTo>
                    <a:pt x="1207776" y="4689962"/>
                  </a:lnTo>
                  <a:lnTo>
                    <a:pt x="1207885" y="4689962"/>
                  </a:lnTo>
                  <a:lnTo>
                    <a:pt x="1207993" y="4689962"/>
                  </a:lnTo>
                  <a:lnTo>
                    <a:pt x="1208319" y="4689962"/>
                  </a:lnTo>
                  <a:lnTo>
                    <a:pt x="1208319" y="4689339"/>
                  </a:lnTo>
                  <a:lnTo>
                    <a:pt x="1208319" y="4688715"/>
                  </a:lnTo>
                  <a:lnTo>
                    <a:pt x="1208536" y="4688091"/>
                  </a:lnTo>
                  <a:lnTo>
                    <a:pt x="1208536" y="4687468"/>
                  </a:lnTo>
                  <a:lnTo>
                    <a:pt x="1208644" y="4687468"/>
                  </a:lnTo>
                  <a:lnTo>
                    <a:pt x="1208644" y="4686844"/>
                  </a:lnTo>
                  <a:lnTo>
                    <a:pt x="1208752" y="4686844"/>
                  </a:lnTo>
                  <a:lnTo>
                    <a:pt x="1208969" y="4686844"/>
                  </a:lnTo>
                  <a:lnTo>
                    <a:pt x="1209078" y="4686844"/>
                  </a:lnTo>
                  <a:lnTo>
                    <a:pt x="1209186" y="4686844"/>
                  </a:lnTo>
                  <a:lnTo>
                    <a:pt x="1209295" y="4686844"/>
                  </a:lnTo>
                  <a:lnTo>
                    <a:pt x="1209512" y="4686221"/>
                  </a:lnTo>
                  <a:lnTo>
                    <a:pt x="1209620" y="4686221"/>
                  </a:lnTo>
                  <a:lnTo>
                    <a:pt x="1209729" y="4686221"/>
                  </a:lnTo>
                  <a:lnTo>
                    <a:pt x="1209837" y="4686221"/>
                  </a:lnTo>
                  <a:lnTo>
                    <a:pt x="1209945" y="4686221"/>
                  </a:lnTo>
                  <a:lnTo>
                    <a:pt x="1210054" y="4686221"/>
                  </a:lnTo>
                  <a:lnTo>
                    <a:pt x="1210162" y="4686221"/>
                  </a:lnTo>
                  <a:lnTo>
                    <a:pt x="1210488" y="4686221"/>
                  </a:lnTo>
                  <a:lnTo>
                    <a:pt x="1210596" y="4686221"/>
                  </a:lnTo>
                  <a:lnTo>
                    <a:pt x="1210705" y="4686221"/>
                  </a:lnTo>
                  <a:lnTo>
                    <a:pt x="1210813" y="4686221"/>
                  </a:lnTo>
                  <a:lnTo>
                    <a:pt x="1211030" y="4686221"/>
                  </a:lnTo>
                  <a:lnTo>
                    <a:pt x="1211138" y="4685597"/>
                  </a:lnTo>
                  <a:lnTo>
                    <a:pt x="1211138" y="4684350"/>
                  </a:lnTo>
                  <a:lnTo>
                    <a:pt x="1211247" y="4684350"/>
                  </a:lnTo>
                  <a:lnTo>
                    <a:pt x="1211464" y="4684350"/>
                  </a:lnTo>
                  <a:lnTo>
                    <a:pt x="1211681" y="4683726"/>
                  </a:lnTo>
                  <a:lnTo>
                    <a:pt x="1212114" y="4683103"/>
                  </a:lnTo>
                  <a:lnTo>
                    <a:pt x="1212331" y="4683103"/>
                  </a:lnTo>
                  <a:lnTo>
                    <a:pt x="1212331" y="4682479"/>
                  </a:lnTo>
                  <a:lnTo>
                    <a:pt x="1212548" y="4682479"/>
                  </a:lnTo>
                  <a:lnTo>
                    <a:pt x="1212657" y="4682479"/>
                  </a:lnTo>
                  <a:lnTo>
                    <a:pt x="1213090" y="4682479"/>
                  </a:lnTo>
                  <a:lnTo>
                    <a:pt x="1213199" y="4682479"/>
                  </a:lnTo>
                  <a:lnTo>
                    <a:pt x="1213307" y="4682479"/>
                  </a:lnTo>
                  <a:lnTo>
                    <a:pt x="1213307" y="4681856"/>
                  </a:lnTo>
                  <a:lnTo>
                    <a:pt x="1213524" y="4681856"/>
                  </a:lnTo>
                  <a:lnTo>
                    <a:pt x="1213741" y="4681856"/>
                  </a:lnTo>
                  <a:lnTo>
                    <a:pt x="1213850" y="4681856"/>
                  </a:lnTo>
                  <a:lnTo>
                    <a:pt x="1213958" y="4681856"/>
                  </a:lnTo>
                  <a:lnTo>
                    <a:pt x="1214066" y="4681856"/>
                  </a:lnTo>
                  <a:lnTo>
                    <a:pt x="1214283" y="4681856"/>
                  </a:lnTo>
                  <a:lnTo>
                    <a:pt x="1214283" y="4681232"/>
                  </a:lnTo>
                  <a:lnTo>
                    <a:pt x="1214392" y="4681232"/>
                  </a:lnTo>
                  <a:lnTo>
                    <a:pt x="1214392" y="4680608"/>
                  </a:lnTo>
                  <a:lnTo>
                    <a:pt x="1214609" y="4679985"/>
                  </a:lnTo>
                  <a:lnTo>
                    <a:pt x="1214717" y="4679985"/>
                  </a:lnTo>
                  <a:lnTo>
                    <a:pt x="1214717" y="4679361"/>
                  </a:lnTo>
                  <a:lnTo>
                    <a:pt x="1214934" y="4679361"/>
                  </a:lnTo>
                  <a:lnTo>
                    <a:pt x="1215151" y="4679361"/>
                  </a:lnTo>
                  <a:lnTo>
                    <a:pt x="1215259" y="4679361"/>
                  </a:lnTo>
                  <a:lnTo>
                    <a:pt x="1215368" y="4679361"/>
                  </a:lnTo>
                  <a:lnTo>
                    <a:pt x="1215368" y="4678738"/>
                  </a:lnTo>
                  <a:lnTo>
                    <a:pt x="1215476" y="4678114"/>
                  </a:lnTo>
                  <a:lnTo>
                    <a:pt x="1215476" y="4677490"/>
                  </a:lnTo>
                  <a:lnTo>
                    <a:pt x="1215693" y="4677490"/>
                  </a:lnTo>
                  <a:lnTo>
                    <a:pt x="1215910" y="4677490"/>
                  </a:lnTo>
                  <a:lnTo>
                    <a:pt x="1216018" y="4677490"/>
                  </a:lnTo>
                  <a:lnTo>
                    <a:pt x="1216235" y="4677490"/>
                  </a:lnTo>
                  <a:lnTo>
                    <a:pt x="1216452" y="4675620"/>
                  </a:lnTo>
                  <a:lnTo>
                    <a:pt x="1216561" y="4675620"/>
                  </a:lnTo>
                  <a:lnTo>
                    <a:pt x="1216561" y="4674996"/>
                  </a:lnTo>
                  <a:lnTo>
                    <a:pt x="1216669" y="4674996"/>
                  </a:lnTo>
                  <a:lnTo>
                    <a:pt x="1216778" y="4674373"/>
                  </a:lnTo>
                  <a:lnTo>
                    <a:pt x="1216886" y="4674373"/>
                  </a:lnTo>
                  <a:lnTo>
                    <a:pt x="1216994" y="4674373"/>
                  </a:lnTo>
                  <a:lnTo>
                    <a:pt x="1217103" y="4674373"/>
                  </a:lnTo>
                  <a:lnTo>
                    <a:pt x="1217211" y="4674373"/>
                  </a:lnTo>
                  <a:lnTo>
                    <a:pt x="1217537" y="4673749"/>
                  </a:lnTo>
                  <a:lnTo>
                    <a:pt x="1217645" y="4673749"/>
                  </a:lnTo>
                  <a:lnTo>
                    <a:pt x="1217754" y="4673749"/>
                  </a:lnTo>
                  <a:lnTo>
                    <a:pt x="1217970" y="4673749"/>
                  </a:lnTo>
                  <a:lnTo>
                    <a:pt x="1218187" y="4673749"/>
                  </a:lnTo>
                  <a:lnTo>
                    <a:pt x="1218296" y="4673749"/>
                  </a:lnTo>
                  <a:lnTo>
                    <a:pt x="1218404" y="4673749"/>
                  </a:lnTo>
                  <a:lnTo>
                    <a:pt x="1218513" y="4672502"/>
                  </a:lnTo>
                  <a:lnTo>
                    <a:pt x="1218621" y="4672502"/>
                  </a:lnTo>
                  <a:lnTo>
                    <a:pt x="1218730" y="4672502"/>
                  </a:lnTo>
                  <a:lnTo>
                    <a:pt x="1218838" y="4672502"/>
                  </a:lnTo>
                  <a:lnTo>
                    <a:pt x="1218947" y="4672502"/>
                  </a:lnTo>
                  <a:lnTo>
                    <a:pt x="1219163" y="4672502"/>
                  </a:lnTo>
                  <a:lnTo>
                    <a:pt x="1219489" y="4671878"/>
                  </a:lnTo>
                  <a:lnTo>
                    <a:pt x="1219597" y="4671878"/>
                  </a:lnTo>
                  <a:lnTo>
                    <a:pt x="1219706" y="4671878"/>
                  </a:lnTo>
                  <a:lnTo>
                    <a:pt x="1219923" y="4670631"/>
                  </a:lnTo>
                  <a:lnTo>
                    <a:pt x="1220031" y="4670631"/>
                  </a:lnTo>
                  <a:lnTo>
                    <a:pt x="1220139" y="4670631"/>
                  </a:lnTo>
                  <a:lnTo>
                    <a:pt x="1220356" y="4670631"/>
                  </a:lnTo>
                  <a:lnTo>
                    <a:pt x="1220465" y="4670631"/>
                  </a:lnTo>
                  <a:lnTo>
                    <a:pt x="1220573" y="4670631"/>
                  </a:lnTo>
                  <a:lnTo>
                    <a:pt x="1220682" y="4670631"/>
                  </a:lnTo>
                  <a:lnTo>
                    <a:pt x="1220790" y="4670631"/>
                  </a:lnTo>
                  <a:lnTo>
                    <a:pt x="1220899" y="4670631"/>
                  </a:lnTo>
                  <a:lnTo>
                    <a:pt x="1221007" y="4670631"/>
                  </a:lnTo>
                  <a:lnTo>
                    <a:pt x="1221332" y="4670631"/>
                  </a:lnTo>
                  <a:lnTo>
                    <a:pt x="1221441" y="4670631"/>
                  </a:lnTo>
                  <a:lnTo>
                    <a:pt x="1221549" y="4670631"/>
                  </a:lnTo>
                  <a:lnTo>
                    <a:pt x="1221549" y="4670007"/>
                  </a:lnTo>
                  <a:lnTo>
                    <a:pt x="1221658" y="4670007"/>
                  </a:lnTo>
                  <a:lnTo>
                    <a:pt x="1221766" y="4669384"/>
                  </a:lnTo>
                  <a:lnTo>
                    <a:pt x="1221875" y="4669384"/>
                  </a:lnTo>
                  <a:lnTo>
                    <a:pt x="1221983" y="4668760"/>
                  </a:lnTo>
                  <a:lnTo>
                    <a:pt x="1221983" y="4668137"/>
                  </a:lnTo>
                  <a:lnTo>
                    <a:pt x="1222091" y="4668137"/>
                  </a:lnTo>
                  <a:lnTo>
                    <a:pt x="1222200" y="4667513"/>
                  </a:lnTo>
                  <a:lnTo>
                    <a:pt x="1222417" y="4666890"/>
                  </a:lnTo>
                  <a:lnTo>
                    <a:pt x="1222417" y="4666266"/>
                  </a:lnTo>
                  <a:lnTo>
                    <a:pt x="1222417" y="4665642"/>
                  </a:lnTo>
                  <a:lnTo>
                    <a:pt x="1222525" y="4665642"/>
                  </a:lnTo>
                  <a:lnTo>
                    <a:pt x="1222851" y="4665642"/>
                  </a:lnTo>
                  <a:lnTo>
                    <a:pt x="1222959" y="4665642"/>
                  </a:lnTo>
                  <a:lnTo>
                    <a:pt x="1222959" y="4665019"/>
                  </a:lnTo>
                  <a:lnTo>
                    <a:pt x="1223068" y="4665019"/>
                  </a:lnTo>
                  <a:lnTo>
                    <a:pt x="1223176" y="4665019"/>
                  </a:lnTo>
                  <a:lnTo>
                    <a:pt x="1223284" y="4665019"/>
                  </a:lnTo>
                  <a:lnTo>
                    <a:pt x="1223284" y="4664395"/>
                  </a:lnTo>
                  <a:lnTo>
                    <a:pt x="1223610" y="4663772"/>
                  </a:lnTo>
                  <a:lnTo>
                    <a:pt x="1223718" y="4663772"/>
                  </a:lnTo>
                  <a:lnTo>
                    <a:pt x="1223827" y="4663772"/>
                  </a:lnTo>
                  <a:lnTo>
                    <a:pt x="1223935" y="4663772"/>
                  </a:lnTo>
                  <a:lnTo>
                    <a:pt x="1224044" y="4663148"/>
                  </a:lnTo>
                  <a:lnTo>
                    <a:pt x="1224152" y="4663148"/>
                  </a:lnTo>
                  <a:lnTo>
                    <a:pt x="1224369" y="4663148"/>
                  </a:lnTo>
                  <a:lnTo>
                    <a:pt x="1224477" y="4663148"/>
                  </a:lnTo>
                  <a:lnTo>
                    <a:pt x="1224803" y="4663148"/>
                  </a:lnTo>
                  <a:lnTo>
                    <a:pt x="1224803" y="4661901"/>
                  </a:lnTo>
                  <a:lnTo>
                    <a:pt x="1225020" y="4660654"/>
                  </a:lnTo>
                  <a:lnTo>
                    <a:pt x="1225345" y="4660030"/>
                  </a:lnTo>
                  <a:lnTo>
                    <a:pt x="1225562" y="4660030"/>
                  </a:lnTo>
                  <a:lnTo>
                    <a:pt x="1225779" y="4660030"/>
                  </a:lnTo>
                  <a:lnTo>
                    <a:pt x="1226104" y="4659407"/>
                  </a:lnTo>
                  <a:lnTo>
                    <a:pt x="1226212" y="4659407"/>
                  </a:lnTo>
                  <a:lnTo>
                    <a:pt x="1226429" y="4659407"/>
                  </a:lnTo>
                  <a:lnTo>
                    <a:pt x="1226538" y="4659407"/>
                  </a:lnTo>
                  <a:lnTo>
                    <a:pt x="1226863" y="4658783"/>
                  </a:lnTo>
                  <a:lnTo>
                    <a:pt x="1226972" y="4658159"/>
                  </a:lnTo>
                  <a:lnTo>
                    <a:pt x="1227189" y="4657536"/>
                  </a:lnTo>
                  <a:lnTo>
                    <a:pt x="1227405" y="4657536"/>
                  </a:lnTo>
                  <a:lnTo>
                    <a:pt x="1227514" y="4657536"/>
                  </a:lnTo>
                  <a:lnTo>
                    <a:pt x="1227622" y="4657536"/>
                  </a:lnTo>
                  <a:lnTo>
                    <a:pt x="1227622" y="4656289"/>
                  </a:lnTo>
                  <a:lnTo>
                    <a:pt x="1227839" y="4656289"/>
                  </a:lnTo>
                  <a:lnTo>
                    <a:pt x="1228056" y="4656289"/>
                  </a:lnTo>
                  <a:lnTo>
                    <a:pt x="1228815" y="4656289"/>
                  </a:lnTo>
                  <a:lnTo>
                    <a:pt x="1228924" y="4656289"/>
                  </a:lnTo>
                  <a:lnTo>
                    <a:pt x="1229032" y="4655042"/>
                  </a:lnTo>
                  <a:lnTo>
                    <a:pt x="1229141" y="4655042"/>
                  </a:lnTo>
                  <a:lnTo>
                    <a:pt x="1229249" y="4655042"/>
                  </a:lnTo>
                  <a:lnTo>
                    <a:pt x="1229357" y="4655042"/>
                  </a:lnTo>
                  <a:lnTo>
                    <a:pt x="1229466" y="4655042"/>
                  </a:lnTo>
                  <a:lnTo>
                    <a:pt x="1229466" y="4654418"/>
                  </a:lnTo>
                  <a:lnTo>
                    <a:pt x="1229466" y="4653794"/>
                  </a:lnTo>
                  <a:lnTo>
                    <a:pt x="1229683" y="4653794"/>
                  </a:lnTo>
                  <a:lnTo>
                    <a:pt x="1230008" y="4653794"/>
                  </a:lnTo>
                  <a:lnTo>
                    <a:pt x="1230117" y="4653171"/>
                  </a:lnTo>
                  <a:lnTo>
                    <a:pt x="1230225" y="4653171"/>
                  </a:lnTo>
                  <a:lnTo>
                    <a:pt x="1230442" y="4653171"/>
                  </a:lnTo>
                  <a:lnTo>
                    <a:pt x="1230442" y="4652547"/>
                  </a:lnTo>
                  <a:lnTo>
                    <a:pt x="1230767" y="4652547"/>
                  </a:lnTo>
                  <a:lnTo>
                    <a:pt x="1230767" y="4651924"/>
                  </a:lnTo>
                  <a:lnTo>
                    <a:pt x="1230876" y="4651924"/>
                  </a:lnTo>
                  <a:lnTo>
                    <a:pt x="1230984" y="4651300"/>
                  </a:lnTo>
                  <a:lnTo>
                    <a:pt x="1231093" y="4651300"/>
                  </a:lnTo>
                  <a:lnTo>
                    <a:pt x="1231418" y="4650676"/>
                  </a:lnTo>
                  <a:lnTo>
                    <a:pt x="1231526" y="4650676"/>
                  </a:lnTo>
                  <a:lnTo>
                    <a:pt x="1231635" y="4650676"/>
                  </a:lnTo>
                  <a:lnTo>
                    <a:pt x="1231743" y="4650676"/>
                  </a:lnTo>
                  <a:lnTo>
                    <a:pt x="1231852" y="4650676"/>
                  </a:lnTo>
                  <a:lnTo>
                    <a:pt x="1231960" y="4650053"/>
                  </a:lnTo>
                  <a:lnTo>
                    <a:pt x="1232069" y="4650053"/>
                  </a:lnTo>
                  <a:lnTo>
                    <a:pt x="1232177" y="4650053"/>
                  </a:lnTo>
                  <a:lnTo>
                    <a:pt x="1232286" y="4650053"/>
                  </a:lnTo>
                  <a:lnTo>
                    <a:pt x="1232394" y="4650053"/>
                  </a:lnTo>
                  <a:lnTo>
                    <a:pt x="1232611" y="4649429"/>
                  </a:lnTo>
                  <a:lnTo>
                    <a:pt x="1232719" y="4649429"/>
                  </a:lnTo>
                  <a:lnTo>
                    <a:pt x="1232936" y="4649429"/>
                  </a:lnTo>
                  <a:lnTo>
                    <a:pt x="1233045" y="4649429"/>
                  </a:lnTo>
                  <a:lnTo>
                    <a:pt x="1233153" y="4649429"/>
                  </a:lnTo>
                  <a:lnTo>
                    <a:pt x="1233262" y="4649429"/>
                  </a:lnTo>
                  <a:lnTo>
                    <a:pt x="1233370" y="4649429"/>
                  </a:lnTo>
                  <a:lnTo>
                    <a:pt x="1233587" y="4649429"/>
                  </a:lnTo>
                  <a:lnTo>
                    <a:pt x="1234021" y="4648806"/>
                  </a:lnTo>
                  <a:lnTo>
                    <a:pt x="1234346" y="4648806"/>
                  </a:lnTo>
                  <a:lnTo>
                    <a:pt x="1234563" y="4648806"/>
                  </a:lnTo>
                  <a:lnTo>
                    <a:pt x="1234671" y="4648806"/>
                  </a:lnTo>
                  <a:lnTo>
                    <a:pt x="1234997" y="4648806"/>
                  </a:lnTo>
                  <a:lnTo>
                    <a:pt x="1235105" y="4648806"/>
                  </a:lnTo>
                  <a:lnTo>
                    <a:pt x="1235214" y="4648806"/>
                  </a:lnTo>
                  <a:lnTo>
                    <a:pt x="1235431" y="4648182"/>
                  </a:lnTo>
                  <a:lnTo>
                    <a:pt x="1235431" y="4647559"/>
                  </a:lnTo>
                  <a:lnTo>
                    <a:pt x="1235647" y="4647559"/>
                  </a:lnTo>
                  <a:lnTo>
                    <a:pt x="1235864" y="4646935"/>
                  </a:lnTo>
                  <a:lnTo>
                    <a:pt x="1235973" y="4646311"/>
                  </a:lnTo>
                  <a:lnTo>
                    <a:pt x="1236190" y="4646311"/>
                  </a:lnTo>
                  <a:lnTo>
                    <a:pt x="1236298" y="4646311"/>
                  </a:lnTo>
                  <a:lnTo>
                    <a:pt x="1236407" y="4646311"/>
                  </a:lnTo>
                  <a:lnTo>
                    <a:pt x="1236407" y="4645688"/>
                  </a:lnTo>
                  <a:lnTo>
                    <a:pt x="1236732" y="4645688"/>
                  </a:lnTo>
                  <a:lnTo>
                    <a:pt x="1237274" y="4645688"/>
                  </a:lnTo>
                  <a:lnTo>
                    <a:pt x="1237383" y="4645688"/>
                  </a:lnTo>
                  <a:lnTo>
                    <a:pt x="1237599" y="4645688"/>
                  </a:lnTo>
                  <a:lnTo>
                    <a:pt x="1237599" y="4645064"/>
                  </a:lnTo>
                  <a:lnTo>
                    <a:pt x="1237816" y="4645064"/>
                  </a:lnTo>
                  <a:lnTo>
                    <a:pt x="1237925" y="4645064"/>
                  </a:lnTo>
                  <a:lnTo>
                    <a:pt x="1238575" y="4644441"/>
                  </a:lnTo>
                  <a:lnTo>
                    <a:pt x="1238792" y="4644441"/>
                  </a:lnTo>
                  <a:lnTo>
                    <a:pt x="1238792" y="4643817"/>
                  </a:lnTo>
                  <a:lnTo>
                    <a:pt x="1238901" y="4643817"/>
                  </a:lnTo>
                  <a:lnTo>
                    <a:pt x="1239335" y="4643193"/>
                  </a:lnTo>
                  <a:lnTo>
                    <a:pt x="1239335" y="4642570"/>
                  </a:lnTo>
                  <a:lnTo>
                    <a:pt x="1239551" y="4641946"/>
                  </a:lnTo>
                  <a:lnTo>
                    <a:pt x="1239877" y="4641946"/>
                  </a:lnTo>
                  <a:lnTo>
                    <a:pt x="1239985" y="4641946"/>
                  </a:lnTo>
                  <a:lnTo>
                    <a:pt x="1240094" y="4641946"/>
                  </a:lnTo>
                  <a:lnTo>
                    <a:pt x="1240419" y="4641323"/>
                  </a:lnTo>
                  <a:lnTo>
                    <a:pt x="1240528" y="4640699"/>
                  </a:lnTo>
                  <a:lnTo>
                    <a:pt x="1240744" y="4640699"/>
                  </a:lnTo>
                  <a:lnTo>
                    <a:pt x="1240853" y="4640699"/>
                  </a:lnTo>
                  <a:lnTo>
                    <a:pt x="1241287" y="4640699"/>
                  </a:lnTo>
                  <a:lnTo>
                    <a:pt x="1241395" y="4640699"/>
                  </a:lnTo>
                  <a:lnTo>
                    <a:pt x="1241612" y="4640699"/>
                  </a:lnTo>
                  <a:lnTo>
                    <a:pt x="1241829" y="4640699"/>
                  </a:lnTo>
                  <a:lnTo>
                    <a:pt x="1242263" y="4640699"/>
                  </a:lnTo>
                  <a:lnTo>
                    <a:pt x="1242371" y="4640699"/>
                  </a:lnTo>
                  <a:lnTo>
                    <a:pt x="1242371" y="4640076"/>
                  </a:lnTo>
                  <a:lnTo>
                    <a:pt x="1242371" y="4638828"/>
                  </a:lnTo>
                  <a:lnTo>
                    <a:pt x="1242480" y="4638828"/>
                  </a:lnTo>
                  <a:lnTo>
                    <a:pt x="1242588" y="4638828"/>
                  </a:lnTo>
                  <a:lnTo>
                    <a:pt x="1242805" y="4638828"/>
                  </a:lnTo>
                  <a:lnTo>
                    <a:pt x="1242913" y="4638828"/>
                  </a:lnTo>
                  <a:lnTo>
                    <a:pt x="1242913" y="4638205"/>
                  </a:lnTo>
                  <a:lnTo>
                    <a:pt x="1242913" y="4637581"/>
                  </a:lnTo>
                  <a:lnTo>
                    <a:pt x="1243022" y="4637581"/>
                  </a:lnTo>
                  <a:lnTo>
                    <a:pt x="1243022" y="4636958"/>
                  </a:lnTo>
                  <a:lnTo>
                    <a:pt x="1243130" y="4636958"/>
                  </a:lnTo>
                  <a:lnTo>
                    <a:pt x="1243239" y="4636958"/>
                  </a:lnTo>
                  <a:lnTo>
                    <a:pt x="1243347" y="4636958"/>
                  </a:lnTo>
                  <a:lnTo>
                    <a:pt x="1243456" y="4636958"/>
                  </a:lnTo>
                  <a:lnTo>
                    <a:pt x="1243564" y="4636958"/>
                  </a:lnTo>
                  <a:lnTo>
                    <a:pt x="1243672" y="4636958"/>
                  </a:lnTo>
                  <a:lnTo>
                    <a:pt x="1243889" y="4636958"/>
                  </a:lnTo>
                  <a:lnTo>
                    <a:pt x="1243998" y="4636334"/>
                  </a:lnTo>
                  <a:lnTo>
                    <a:pt x="1244106" y="4636334"/>
                  </a:lnTo>
                  <a:lnTo>
                    <a:pt x="1244215" y="4636334"/>
                  </a:lnTo>
                  <a:lnTo>
                    <a:pt x="1244432" y="4636334"/>
                  </a:lnTo>
                  <a:lnTo>
                    <a:pt x="1244540" y="4635710"/>
                  </a:lnTo>
                  <a:lnTo>
                    <a:pt x="1244757" y="4635087"/>
                  </a:lnTo>
                  <a:lnTo>
                    <a:pt x="1244865" y="4635087"/>
                  </a:lnTo>
                  <a:lnTo>
                    <a:pt x="1245191" y="4635087"/>
                  </a:lnTo>
                  <a:lnTo>
                    <a:pt x="1245191" y="4634463"/>
                  </a:lnTo>
                  <a:lnTo>
                    <a:pt x="1245191" y="4633840"/>
                  </a:lnTo>
                  <a:lnTo>
                    <a:pt x="1245299" y="4633840"/>
                  </a:lnTo>
                  <a:lnTo>
                    <a:pt x="1245408" y="4633840"/>
                  </a:lnTo>
                  <a:lnTo>
                    <a:pt x="1245625" y="4633840"/>
                  </a:lnTo>
                  <a:lnTo>
                    <a:pt x="1245733" y="4633840"/>
                  </a:lnTo>
                  <a:lnTo>
                    <a:pt x="1245950" y="4633840"/>
                  </a:lnTo>
                  <a:lnTo>
                    <a:pt x="1246058" y="4633840"/>
                  </a:lnTo>
                  <a:lnTo>
                    <a:pt x="1246275" y="4633840"/>
                  </a:lnTo>
                  <a:lnTo>
                    <a:pt x="1246492" y="4633840"/>
                  </a:lnTo>
                  <a:lnTo>
                    <a:pt x="1246601" y="4633216"/>
                  </a:lnTo>
                  <a:lnTo>
                    <a:pt x="1246709" y="4633216"/>
                  </a:lnTo>
                  <a:lnTo>
                    <a:pt x="1246817" y="4633216"/>
                  </a:lnTo>
                  <a:lnTo>
                    <a:pt x="1246926" y="4633216"/>
                  </a:lnTo>
                  <a:lnTo>
                    <a:pt x="1247034" y="4633216"/>
                  </a:lnTo>
                  <a:lnTo>
                    <a:pt x="1247143" y="4633216"/>
                  </a:lnTo>
                  <a:lnTo>
                    <a:pt x="1247360" y="4633216"/>
                  </a:lnTo>
                  <a:lnTo>
                    <a:pt x="1247468" y="4633216"/>
                  </a:lnTo>
                  <a:lnTo>
                    <a:pt x="1247685" y="4633216"/>
                  </a:lnTo>
                  <a:lnTo>
                    <a:pt x="1247685" y="4632593"/>
                  </a:lnTo>
                  <a:lnTo>
                    <a:pt x="1247902" y="4631345"/>
                  </a:lnTo>
                  <a:lnTo>
                    <a:pt x="1248119" y="4631345"/>
                  </a:lnTo>
                  <a:lnTo>
                    <a:pt x="1248227" y="4631345"/>
                  </a:lnTo>
                  <a:lnTo>
                    <a:pt x="1248336" y="4630722"/>
                  </a:lnTo>
                  <a:lnTo>
                    <a:pt x="1248553" y="4630722"/>
                  </a:lnTo>
                  <a:lnTo>
                    <a:pt x="1248661" y="4630722"/>
                  </a:lnTo>
                  <a:lnTo>
                    <a:pt x="1248770" y="4630722"/>
                  </a:lnTo>
                  <a:lnTo>
                    <a:pt x="1248986" y="4630722"/>
                  </a:lnTo>
                  <a:lnTo>
                    <a:pt x="1249095" y="4630722"/>
                  </a:lnTo>
                  <a:lnTo>
                    <a:pt x="1249095" y="4630098"/>
                  </a:lnTo>
                  <a:lnTo>
                    <a:pt x="1249203" y="4630098"/>
                  </a:lnTo>
                  <a:lnTo>
                    <a:pt x="1254517" y="4623239"/>
                  </a:lnTo>
                  <a:lnTo>
                    <a:pt x="1254843" y="4623239"/>
                  </a:lnTo>
                  <a:lnTo>
                    <a:pt x="1254951" y="4623239"/>
                  </a:lnTo>
                  <a:lnTo>
                    <a:pt x="1255168" y="4622615"/>
                  </a:lnTo>
                  <a:lnTo>
                    <a:pt x="1255276" y="4622615"/>
                  </a:lnTo>
                  <a:lnTo>
                    <a:pt x="1255602" y="4622615"/>
                  </a:lnTo>
                  <a:lnTo>
                    <a:pt x="1255710" y="4622615"/>
                  </a:lnTo>
                  <a:lnTo>
                    <a:pt x="1255710" y="4621992"/>
                  </a:lnTo>
                  <a:lnTo>
                    <a:pt x="1255819" y="4621992"/>
                  </a:lnTo>
                  <a:lnTo>
                    <a:pt x="1255819" y="4621368"/>
                  </a:lnTo>
                  <a:lnTo>
                    <a:pt x="1255927" y="4621368"/>
                  </a:lnTo>
                  <a:lnTo>
                    <a:pt x="1255927" y="4620744"/>
                  </a:lnTo>
                  <a:lnTo>
                    <a:pt x="1256035" y="4620121"/>
                  </a:lnTo>
                  <a:lnTo>
                    <a:pt x="1256144" y="4620121"/>
                  </a:lnTo>
                  <a:lnTo>
                    <a:pt x="1256144" y="4619497"/>
                  </a:lnTo>
                  <a:lnTo>
                    <a:pt x="1256252" y="4619497"/>
                  </a:lnTo>
                  <a:lnTo>
                    <a:pt x="1256469" y="4619497"/>
                  </a:lnTo>
                  <a:lnTo>
                    <a:pt x="1256578" y="4619497"/>
                  </a:lnTo>
                  <a:lnTo>
                    <a:pt x="1256686" y="4619497"/>
                  </a:lnTo>
                  <a:lnTo>
                    <a:pt x="1256795" y="4619497"/>
                  </a:lnTo>
                  <a:lnTo>
                    <a:pt x="1257228" y="4619497"/>
                  </a:lnTo>
                  <a:lnTo>
                    <a:pt x="1257445" y="4619497"/>
                  </a:lnTo>
                  <a:lnTo>
                    <a:pt x="1257879" y="4619497"/>
                  </a:lnTo>
                  <a:lnTo>
                    <a:pt x="1257988" y="4619497"/>
                  </a:lnTo>
                  <a:lnTo>
                    <a:pt x="1258096" y="4619497"/>
                  </a:lnTo>
                  <a:lnTo>
                    <a:pt x="1258313" y="4619497"/>
                  </a:lnTo>
                  <a:lnTo>
                    <a:pt x="1258421" y="4619497"/>
                  </a:lnTo>
                  <a:lnTo>
                    <a:pt x="1258638" y="4619497"/>
                  </a:lnTo>
                  <a:lnTo>
                    <a:pt x="1258747" y="4619497"/>
                  </a:lnTo>
                  <a:lnTo>
                    <a:pt x="1258747" y="4618874"/>
                  </a:lnTo>
                  <a:lnTo>
                    <a:pt x="1258964" y="4618874"/>
                  </a:lnTo>
                  <a:lnTo>
                    <a:pt x="1259072" y="4618874"/>
                  </a:lnTo>
                  <a:lnTo>
                    <a:pt x="1259180" y="4618874"/>
                  </a:lnTo>
                  <a:lnTo>
                    <a:pt x="1259289" y="4618250"/>
                  </a:lnTo>
                  <a:lnTo>
                    <a:pt x="1259506" y="4618250"/>
                  </a:lnTo>
                  <a:lnTo>
                    <a:pt x="1259723" y="4618250"/>
                  </a:lnTo>
                  <a:lnTo>
                    <a:pt x="1259831" y="4618250"/>
                  </a:lnTo>
                  <a:lnTo>
                    <a:pt x="1259940" y="4618250"/>
                  </a:lnTo>
                  <a:lnTo>
                    <a:pt x="1260048" y="4618250"/>
                  </a:lnTo>
                  <a:lnTo>
                    <a:pt x="1260048" y="4617627"/>
                  </a:lnTo>
                  <a:lnTo>
                    <a:pt x="1260156" y="4617627"/>
                  </a:lnTo>
                  <a:lnTo>
                    <a:pt x="1260265" y="4617627"/>
                  </a:lnTo>
                  <a:lnTo>
                    <a:pt x="1260373" y="4617627"/>
                  </a:lnTo>
                  <a:lnTo>
                    <a:pt x="1260590" y="4617627"/>
                  </a:lnTo>
                  <a:lnTo>
                    <a:pt x="1260590" y="4617003"/>
                  </a:lnTo>
                  <a:lnTo>
                    <a:pt x="1260807" y="4617003"/>
                  </a:lnTo>
                  <a:lnTo>
                    <a:pt x="1260916" y="4616379"/>
                  </a:lnTo>
                  <a:lnTo>
                    <a:pt x="1261241" y="4616379"/>
                  </a:lnTo>
                  <a:lnTo>
                    <a:pt x="1261349" y="4616379"/>
                  </a:lnTo>
                  <a:lnTo>
                    <a:pt x="1261458" y="4616379"/>
                  </a:lnTo>
                  <a:lnTo>
                    <a:pt x="1261566" y="4615756"/>
                  </a:lnTo>
                  <a:lnTo>
                    <a:pt x="1261783" y="4615756"/>
                  </a:lnTo>
                  <a:lnTo>
                    <a:pt x="1261892" y="4615132"/>
                  </a:lnTo>
                  <a:lnTo>
                    <a:pt x="1262000" y="4615132"/>
                  </a:lnTo>
                  <a:lnTo>
                    <a:pt x="1262109" y="4614509"/>
                  </a:lnTo>
                  <a:lnTo>
                    <a:pt x="1262217" y="4614509"/>
                  </a:lnTo>
                  <a:lnTo>
                    <a:pt x="1262434" y="4614509"/>
                  </a:lnTo>
                  <a:lnTo>
                    <a:pt x="1262651" y="4614509"/>
                  </a:lnTo>
                  <a:lnTo>
                    <a:pt x="1262976" y="4614509"/>
                  </a:lnTo>
                  <a:lnTo>
                    <a:pt x="1263193" y="4614509"/>
                  </a:lnTo>
                  <a:lnTo>
                    <a:pt x="1263518" y="4614509"/>
                  </a:lnTo>
                  <a:lnTo>
                    <a:pt x="1263627" y="4614509"/>
                  </a:lnTo>
                  <a:lnTo>
                    <a:pt x="1264061" y="4614509"/>
                  </a:lnTo>
                  <a:lnTo>
                    <a:pt x="1264169" y="4614509"/>
                  </a:lnTo>
                  <a:lnTo>
                    <a:pt x="1264277" y="4614509"/>
                  </a:lnTo>
                  <a:lnTo>
                    <a:pt x="1264386" y="4614509"/>
                  </a:lnTo>
                  <a:lnTo>
                    <a:pt x="1264603" y="4614509"/>
                  </a:lnTo>
                  <a:lnTo>
                    <a:pt x="1265037" y="4614509"/>
                  </a:lnTo>
                  <a:lnTo>
                    <a:pt x="1265145" y="4614509"/>
                  </a:lnTo>
                  <a:lnTo>
                    <a:pt x="1265253" y="4613885"/>
                  </a:lnTo>
                  <a:lnTo>
                    <a:pt x="1265470" y="4613885"/>
                  </a:lnTo>
                  <a:lnTo>
                    <a:pt x="1265579" y="4613885"/>
                  </a:lnTo>
                  <a:lnTo>
                    <a:pt x="1265579" y="4613261"/>
                  </a:lnTo>
                  <a:lnTo>
                    <a:pt x="1265796" y="4613261"/>
                  </a:lnTo>
                  <a:lnTo>
                    <a:pt x="1266013" y="4613261"/>
                  </a:lnTo>
                  <a:lnTo>
                    <a:pt x="1266121" y="4613261"/>
                  </a:lnTo>
                  <a:lnTo>
                    <a:pt x="1266338" y="4613261"/>
                  </a:lnTo>
                  <a:lnTo>
                    <a:pt x="1266663" y="4612014"/>
                  </a:lnTo>
                  <a:lnTo>
                    <a:pt x="1267097" y="4612014"/>
                  </a:lnTo>
                  <a:lnTo>
                    <a:pt x="1267206" y="4612014"/>
                  </a:lnTo>
                  <a:lnTo>
                    <a:pt x="1267422" y="4612014"/>
                  </a:lnTo>
                  <a:lnTo>
                    <a:pt x="1267422" y="4611391"/>
                  </a:lnTo>
                  <a:lnTo>
                    <a:pt x="1267531" y="4610767"/>
                  </a:lnTo>
                  <a:lnTo>
                    <a:pt x="1267856" y="4610144"/>
                  </a:lnTo>
                  <a:lnTo>
                    <a:pt x="1268182" y="4610144"/>
                  </a:lnTo>
                  <a:lnTo>
                    <a:pt x="1268507" y="4610144"/>
                  </a:lnTo>
                  <a:lnTo>
                    <a:pt x="1268615" y="4607649"/>
                  </a:lnTo>
                  <a:lnTo>
                    <a:pt x="1268724" y="4607649"/>
                  </a:lnTo>
                  <a:lnTo>
                    <a:pt x="1268941" y="4606402"/>
                  </a:lnTo>
                  <a:lnTo>
                    <a:pt x="1269158" y="4606402"/>
                  </a:lnTo>
                  <a:lnTo>
                    <a:pt x="1269266" y="4606402"/>
                  </a:lnTo>
                  <a:lnTo>
                    <a:pt x="1269266" y="4605779"/>
                  </a:lnTo>
                  <a:lnTo>
                    <a:pt x="1269483" y="4605779"/>
                  </a:lnTo>
                  <a:lnTo>
                    <a:pt x="1269591" y="4605779"/>
                  </a:lnTo>
                  <a:lnTo>
                    <a:pt x="1269808" y="4605779"/>
                  </a:lnTo>
                  <a:lnTo>
                    <a:pt x="1270242" y="4605779"/>
                  </a:lnTo>
                  <a:lnTo>
                    <a:pt x="1270351" y="4605779"/>
                  </a:lnTo>
                  <a:lnTo>
                    <a:pt x="1270459" y="4605779"/>
                  </a:lnTo>
                  <a:lnTo>
                    <a:pt x="1270676" y="4605779"/>
                  </a:lnTo>
                  <a:lnTo>
                    <a:pt x="1270784" y="4605779"/>
                  </a:lnTo>
                  <a:lnTo>
                    <a:pt x="1270893" y="4605779"/>
                  </a:lnTo>
                  <a:lnTo>
                    <a:pt x="1271001" y="4605155"/>
                  </a:lnTo>
                  <a:lnTo>
                    <a:pt x="1271218" y="4605155"/>
                  </a:lnTo>
                  <a:lnTo>
                    <a:pt x="1271218" y="4604531"/>
                  </a:lnTo>
                  <a:lnTo>
                    <a:pt x="1271218" y="4603908"/>
                  </a:lnTo>
                  <a:lnTo>
                    <a:pt x="1271218" y="4603284"/>
                  </a:lnTo>
                  <a:lnTo>
                    <a:pt x="1271327" y="4603284"/>
                  </a:lnTo>
                  <a:lnTo>
                    <a:pt x="1271327" y="4602037"/>
                  </a:lnTo>
                  <a:lnTo>
                    <a:pt x="1271435" y="4602037"/>
                  </a:lnTo>
                  <a:lnTo>
                    <a:pt x="1271543" y="4602037"/>
                  </a:lnTo>
                  <a:lnTo>
                    <a:pt x="1271652" y="4602037"/>
                  </a:lnTo>
                  <a:lnTo>
                    <a:pt x="1271760" y="4602037"/>
                  </a:lnTo>
                  <a:lnTo>
                    <a:pt x="1272086" y="4602037"/>
                  </a:lnTo>
                  <a:lnTo>
                    <a:pt x="1272086" y="4600790"/>
                  </a:lnTo>
                  <a:lnTo>
                    <a:pt x="1272086" y="4600166"/>
                  </a:lnTo>
                  <a:lnTo>
                    <a:pt x="1272086" y="4599543"/>
                  </a:lnTo>
                  <a:lnTo>
                    <a:pt x="1272303" y="4599543"/>
                  </a:lnTo>
                  <a:lnTo>
                    <a:pt x="1273062" y="4599543"/>
                  </a:lnTo>
                  <a:lnTo>
                    <a:pt x="1273062" y="4598919"/>
                  </a:lnTo>
                  <a:lnTo>
                    <a:pt x="1273062" y="4598296"/>
                  </a:lnTo>
                  <a:lnTo>
                    <a:pt x="1273062" y="4597672"/>
                  </a:lnTo>
                  <a:lnTo>
                    <a:pt x="1273170" y="4597672"/>
                  </a:lnTo>
                  <a:lnTo>
                    <a:pt x="1273279" y="4597672"/>
                  </a:lnTo>
                  <a:lnTo>
                    <a:pt x="1273495" y="4597048"/>
                  </a:lnTo>
                  <a:lnTo>
                    <a:pt x="1273495" y="4596425"/>
                  </a:lnTo>
                  <a:lnTo>
                    <a:pt x="1273712" y="4596425"/>
                  </a:lnTo>
                  <a:lnTo>
                    <a:pt x="1273821" y="4596425"/>
                  </a:lnTo>
                  <a:lnTo>
                    <a:pt x="1273929" y="4596425"/>
                  </a:lnTo>
                  <a:lnTo>
                    <a:pt x="1274038" y="4596425"/>
                  </a:lnTo>
                  <a:lnTo>
                    <a:pt x="1274363" y="4595801"/>
                  </a:lnTo>
                  <a:lnTo>
                    <a:pt x="1274472" y="4595801"/>
                  </a:lnTo>
                  <a:lnTo>
                    <a:pt x="1274797" y="4595801"/>
                  </a:lnTo>
                  <a:lnTo>
                    <a:pt x="1275014" y="4595801"/>
                  </a:lnTo>
                  <a:lnTo>
                    <a:pt x="1275122" y="4595801"/>
                  </a:lnTo>
                  <a:lnTo>
                    <a:pt x="1275339" y="4595801"/>
                  </a:lnTo>
                  <a:lnTo>
                    <a:pt x="1275664" y="4595801"/>
                  </a:lnTo>
                  <a:lnTo>
                    <a:pt x="1275881" y="4595801"/>
                  </a:lnTo>
                  <a:lnTo>
                    <a:pt x="1275990" y="4595801"/>
                  </a:lnTo>
                  <a:lnTo>
                    <a:pt x="1276315" y="4595178"/>
                  </a:lnTo>
                  <a:lnTo>
                    <a:pt x="1276424" y="4595178"/>
                  </a:lnTo>
                  <a:lnTo>
                    <a:pt x="1276532" y="4595178"/>
                  </a:lnTo>
                  <a:lnTo>
                    <a:pt x="1276857" y="4594554"/>
                  </a:lnTo>
                  <a:lnTo>
                    <a:pt x="1276966" y="4594554"/>
                  </a:lnTo>
                  <a:lnTo>
                    <a:pt x="1277074" y="4594554"/>
                  </a:lnTo>
                  <a:lnTo>
                    <a:pt x="1277291" y="4594554"/>
                  </a:lnTo>
                  <a:lnTo>
                    <a:pt x="1277833" y="4594554"/>
                  </a:lnTo>
                  <a:lnTo>
                    <a:pt x="1277942" y="4594554"/>
                  </a:lnTo>
                  <a:lnTo>
                    <a:pt x="1278159" y="4593307"/>
                  </a:lnTo>
                  <a:lnTo>
                    <a:pt x="1278267" y="4593307"/>
                  </a:lnTo>
                  <a:lnTo>
                    <a:pt x="1278376" y="4592683"/>
                  </a:lnTo>
                  <a:lnTo>
                    <a:pt x="1278593" y="4591436"/>
                  </a:lnTo>
                  <a:lnTo>
                    <a:pt x="1278809" y="4591436"/>
                  </a:lnTo>
                  <a:lnTo>
                    <a:pt x="1278918" y="4591436"/>
                  </a:lnTo>
                  <a:lnTo>
                    <a:pt x="1279026" y="4591436"/>
                  </a:lnTo>
                  <a:lnTo>
                    <a:pt x="1279352" y="4590813"/>
                  </a:lnTo>
                  <a:lnTo>
                    <a:pt x="1279460" y="4590813"/>
                  </a:lnTo>
                  <a:lnTo>
                    <a:pt x="1279569" y="4590813"/>
                  </a:lnTo>
                  <a:lnTo>
                    <a:pt x="1280002" y="4590813"/>
                  </a:lnTo>
                  <a:lnTo>
                    <a:pt x="1280111" y="4590189"/>
                  </a:lnTo>
                  <a:lnTo>
                    <a:pt x="1280219" y="4590189"/>
                  </a:lnTo>
                  <a:lnTo>
                    <a:pt x="1280653" y="4590189"/>
                  </a:lnTo>
                  <a:lnTo>
                    <a:pt x="1280653" y="4589565"/>
                  </a:lnTo>
                  <a:lnTo>
                    <a:pt x="1280761" y="4589565"/>
                  </a:lnTo>
                  <a:lnTo>
                    <a:pt x="1280978" y="4589565"/>
                  </a:lnTo>
                  <a:lnTo>
                    <a:pt x="1281521" y="4588942"/>
                  </a:lnTo>
                  <a:lnTo>
                    <a:pt x="1281737" y="4588942"/>
                  </a:lnTo>
                  <a:lnTo>
                    <a:pt x="1281846" y="4588942"/>
                  </a:lnTo>
                  <a:lnTo>
                    <a:pt x="1281954" y="4588942"/>
                  </a:lnTo>
                  <a:lnTo>
                    <a:pt x="1282063" y="4588942"/>
                  </a:lnTo>
                  <a:lnTo>
                    <a:pt x="1282171" y="4588942"/>
                  </a:lnTo>
                  <a:lnTo>
                    <a:pt x="1282280" y="4588942"/>
                  </a:lnTo>
                  <a:lnTo>
                    <a:pt x="1282714" y="4587695"/>
                  </a:lnTo>
                  <a:lnTo>
                    <a:pt x="1282930" y="4587695"/>
                  </a:lnTo>
                  <a:lnTo>
                    <a:pt x="1282930" y="4587071"/>
                  </a:lnTo>
                  <a:lnTo>
                    <a:pt x="1283039" y="4587071"/>
                  </a:lnTo>
                  <a:lnTo>
                    <a:pt x="1283364" y="4587071"/>
                  </a:lnTo>
                  <a:lnTo>
                    <a:pt x="1283473" y="4587071"/>
                  </a:lnTo>
                  <a:lnTo>
                    <a:pt x="1283581" y="4587071"/>
                  </a:lnTo>
                  <a:lnTo>
                    <a:pt x="1283798" y="4586447"/>
                  </a:lnTo>
                  <a:lnTo>
                    <a:pt x="1284015" y="4585824"/>
                  </a:lnTo>
                  <a:lnTo>
                    <a:pt x="1284123" y="4585824"/>
                  </a:lnTo>
                  <a:lnTo>
                    <a:pt x="1284340" y="4585824"/>
                  </a:lnTo>
                  <a:lnTo>
                    <a:pt x="1284557" y="4585824"/>
                  </a:lnTo>
                  <a:lnTo>
                    <a:pt x="1284557" y="4585200"/>
                  </a:lnTo>
                  <a:lnTo>
                    <a:pt x="1284666" y="4585200"/>
                  </a:lnTo>
                  <a:lnTo>
                    <a:pt x="1284666" y="4584577"/>
                  </a:lnTo>
                  <a:lnTo>
                    <a:pt x="1284991" y="4584577"/>
                  </a:lnTo>
                  <a:lnTo>
                    <a:pt x="1285099" y="4583953"/>
                  </a:lnTo>
                  <a:lnTo>
                    <a:pt x="1285099" y="4583330"/>
                  </a:lnTo>
                  <a:lnTo>
                    <a:pt x="1285208" y="4583330"/>
                  </a:lnTo>
                  <a:lnTo>
                    <a:pt x="1285316" y="4582706"/>
                  </a:lnTo>
                  <a:lnTo>
                    <a:pt x="1285425" y="4582706"/>
                  </a:lnTo>
                  <a:lnTo>
                    <a:pt x="1285533" y="4582082"/>
                  </a:lnTo>
                  <a:lnTo>
                    <a:pt x="1285533" y="4581459"/>
                  </a:lnTo>
                  <a:lnTo>
                    <a:pt x="1285642" y="4581459"/>
                  </a:lnTo>
                  <a:lnTo>
                    <a:pt x="1285750" y="4581459"/>
                  </a:lnTo>
                  <a:lnTo>
                    <a:pt x="1285858" y="4579588"/>
                  </a:lnTo>
                  <a:lnTo>
                    <a:pt x="1285967" y="4578964"/>
                  </a:lnTo>
                  <a:lnTo>
                    <a:pt x="1286292" y="4578964"/>
                  </a:lnTo>
                  <a:lnTo>
                    <a:pt x="1286401" y="4578964"/>
                  </a:lnTo>
                  <a:lnTo>
                    <a:pt x="1286618" y="4578964"/>
                  </a:lnTo>
                  <a:lnTo>
                    <a:pt x="1286726" y="4578964"/>
                  </a:lnTo>
                  <a:lnTo>
                    <a:pt x="1286943" y="4578964"/>
                  </a:lnTo>
                  <a:lnTo>
                    <a:pt x="1287051" y="4578964"/>
                  </a:lnTo>
                  <a:lnTo>
                    <a:pt x="1287377" y="4578964"/>
                  </a:lnTo>
                  <a:lnTo>
                    <a:pt x="1287485" y="4578964"/>
                  </a:lnTo>
                  <a:lnTo>
                    <a:pt x="1287702" y="4578964"/>
                  </a:lnTo>
                  <a:lnTo>
                    <a:pt x="1287811" y="4578964"/>
                  </a:lnTo>
                  <a:lnTo>
                    <a:pt x="1287919" y="4578964"/>
                  </a:lnTo>
                  <a:lnTo>
                    <a:pt x="1288027" y="4578964"/>
                  </a:lnTo>
                  <a:lnTo>
                    <a:pt x="1288136" y="4578341"/>
                  </a:lnTo>
                  <a:lnTo>
                    <a:pt x="1288678" y="4577717"/>
                  </a:lnTo>
                  <a:lnTo>
                    <a:pt x="1288787" y="4577717"/>
                  </a:lnTo>
                  <a:lnTo>
                    <a:pt x="1289003" y="4577717"/>
                  </a:lnTo>
                  <a:lnTo>
                    <a:pt x="1289112" y="4577717"/>
                  </a:lnTo>
                  <a:lnTo>
                    <a:pt x="1289220" y="4577717"/>
                  </a:lnTo>
                  <a:lnTo>
                    <a:pt x="1289329" y="4577717"/>
                  </a:lnTo>
                  <a:lnTo>
                    <a:pt x="1289546" y="4577717"/>
                  </a:lnTo>
                  <a:lnTo>
                    <a:pt x="1289654" y="4577717"/>
                  </a:lnTo>
                  <a:lnTo>
                    <a:pt x="1289763" y="4577717"/>
                  </a:lnTo>
                  <a:lnTo>
                    <a:pt x="1289979" y="4577717"/>
                  </a:lnTo>
                  <a:lnTo>
                    <a:pt x="1290196" y="4577717"/>
                  </a:lnTo>
                  <a:lnTo>
                    <a:pt x="1290305" y="4577717"/>
                  </a:lnTo>
                  <a:lnTo>
                    <a:pt x="1290413" y="4577094"/>
                  </a:lnTo>
                  <a:lnTo>
                    <a:pt x="1290630" y="4577094"/>
                  </a:lnTo>
                  <a:lnTo>
                    <a:pt x="1290739" y="4577094"/>
                  </a:lnTo>
                  <a:lnTo>
                    <a:pt x="1290847" y="4577094"/>
                  </a:lnTo>
                  <a:lnTo>
                    <a:pt x="1290955" y="4577094"/>
                  </a:lnTo>
                  <a:lnTo>
                    <a:pt x="1290955" y="4576470"/>
                  </a:lnTo>
                  <a:lnTo>
                    <a:pt x="1291389" y="4575847"/>
                  </a:lnTo>
                  <a:lnTo>
                    <a:pt x="1291823" y="4575847"/>
                  </a:lnTo>
                  <a:lnTo>
                    <a:pt x="1291932" y="4575847"/>
                  </a:lnTo>
                  <a:lnTo>
                    <a:pt x="1292040" y="4575847"/>
                  </a:lnTo>
                  <a:lnTo>
                    <a:pt x="1292148" y="4575847"/>
                  </a:lnTo>
                  <a:lnTo>
                    <a:pt x="1292365" y="4574599"/>
                  </a:lnTo>
                  <a:lnTo>
                    <a:pt x="1292474" y="4574599"/>
                  </a:lnTo>
                  <a:lnTo>
                    <a:pt x="1292582" y="4574599"/>
                  </a:lnTo>
                  <a:lnTo>
                    <a:pt x="1292691" y="4574599"/>
                  </a:lnTo>
                  <a:lnTo>
                    <a:pt x="1292691" y="4573976"/>
                  </a:lnTo>
                  <a:lnTo>
                    <a:pt x="1292908" y="4573976"/>
                  </a:lnTo>
                  <a:lnTo>
                    <a:pt x="1293341" y="4573976"/>
                  </a:lnTo>
                  <a:lnTo>
                    <a:pt x="1293450" y="4573976"/>
                  </a:lnTo>
                  <a:lnTo>
                    <a:pt x="1293775" y="4573976"/>
                  </a:lnTo>
                  <a:lnTo>
                    <a:pt x="1293884" y="4573976"/>
                  </a:lnTo>
                  <a:lnTo>
                    <a:pt x="1293992" y="4573976"/>
                  </a:lnTo>
                  <a:lnTo>
                    <a:pt x="1294534" y="4573976"/>
                  </a:lnTo>
                  <a:lnTo>
                    <a:pt x="1294751" y="4573352"/>
                  </a:lnTo>
                  <a:lnTo>
                    <a:pt x="1294860" y="4573352"/>
                  </a:lnTo>
                  <a:lnTo>
                    <a:pt x="1294968" y="4573352"/>
                  </a:lnTo>
                  <a:lnTo>
                    <a:pt x="1295076" y="4572729"/>
                  </a:lnTo>
                  <a:lnTo>
                    <a:pt x="1295185" y="4572729"/>
                  </a:lnTo>
                  <a:lnTo>
                    <a:pt x="1295293" y="4572729"/>
                  </a:lnTo>
                  <a:lnTo>
                    <a:pt x="1295510" y="4572729"/>
                  </a:lnTo>
                  <a:lnTo>
                    <a:pt x="1295619" y="4572729"/>
                  </a:lnTo>
                  <a:lnTo>
                    <a:pt x="1295944" y="4572729"/>
                  </a:lnTo>
                  <a:lnTo>
                    <a:pt x="1296053" y="4572729"/>
                  </a:lnTo>
                  <a:lnTo>
                    <a:pt x="1296269" y="4572729"/>
                  </a:lnTo>
                  <a:lnTo>
                    <a:pt x="1296378" y="4572105"/>
                  </a:lnTo>
                  <a:lnTo>
                    <a:pt x="1296486" y="4572105"/>
                  </a:lnTo>
                  <a:lnTo>
                    <a:pt x="1296595" y="4572105"/>
                  </a:lnTo>
                  <a:lnTo>
                    <a:pt x="1296703" y="4572105"/>
                  </a:lnTo>
                  <a:lnTo>
                    <a:pt x="1296920" y="4572105"/>
                  </a:lnTo>
                  <a:lnTo>
                    <a:pt x="1297137" y="4570858"/>
                  </a:lnTo>
                  <a:lnTo>
                    <a:pt x="1297354" y="4570234"/>
                  </a:lnTo>
                  <a:lnTo>
                    <a:pt x="1297462" y="4569611"/>
                  </a:lnTo>
                  <a:lnTo>
                    <a:pt x="1297571" y="4569611"/>
                  </a:lnTo>
                  <a:lnTo>
                    <a:pt x="1297679" y="4569611"/>
                  </a:lnTo>
                  <a:lnTo>
                    <a:pt x="1297896" y="4568987"/>
                  </a:lnTo>
                  <a:lnTo>
                    <a:pt x="1298005" y="4568987"/>
                  </a:lnTo>
                  <a:lnTo>
                    <a:pt x="1298113" y="4568987"/>
                  </a:lnTo>
                  <a:lnTo>
                    <a:pt x="1298330" y="4568987"/>
                  </a:lnTo>
                  <a:lnTo>
                    <a:pt x="1298438" y="4568987"/>
                  </a:lnTo>
                  <a:lnTo>
                    <a:pt x="1298872" y="4568364"/>
                  </a:lnTo>
                  <a:lnTo>
                    <a:pt x="1299306" y="4567740"/>
                  </a:lnTo>
                  <a:lnTo>
                    <a:pt x="1299414" y="4567116"/>
                  </a:lnTo>
                  <a:lnTo>
                    <a:pt x="1299523" y="4566493"/>
                  </a:lnTo>
                  <a:lnTo>
                    <a:pt x="1299631" y="4566493"/>
                  </a:lnTo>
                  <a:lnTo>
                    <a:pt x="1299740" y="4566493"/>
                  </a:lnTo>
                  <a:lnTo>
                    <a:pt x="1299848" y="4565869"/>
                  </a:lnTo>
                  <a:lnTo>
                    <a:pt x="1300065" y="4565246"/>
                  </a:lnTo>
                  <a:lnTo>
                    <a:pt x="1300174" y="4565246"/>
                  </a:lnTo>
                  <a:lnTo>
                    <a:pt x="1300607" y="4564622"/>
                  </a:lnTo>
                  <a:lnTo>
                    <a:pt x="1300716" y="4563998"/>
                  </a:lnTo>
                  <a:lnTo>
                    <a:pt x="1300716" y="4563375"/>
                  </a:lnTo>
                  <a:lnTo>
                    <a:pt x="1301041" y="4562128"/>
                  </a:lnTo>
                  <a:lnTo>
                    <a:pt x="1301258" y="4562128"/>
                  </a:lnTo>
                  <a:lnTo>
                    <a:pt x="1301366" y="4562128"/>
                  </a:lnTo>
                  <a:lnTo>
                    <a:pt x="1301583" y="4562128"/>
                  </a:lnTo>
                  <a:lnTo>
                    <a:pt x="1301692" y="4562128"/>
                  </a:lnTo>
                  <a:lnTo>
                    <a:pt x="1301692" y="4561504"/>
                  </a:lnTo>
                  <a:lnTo>
                    <a:pt x="1301692" y="4560881"/>
                  </a:lnTo>
                  <a:lnTo>
                    <a:pt x="1302017" y="4560881"/>
                  </a:lnTo>
                  <a:lnTo>
                    <a:pt x="1302126" y="4560881"/>
                  </a:lnTo>
                  <a:lnTo>
                    <a:pt x="1302342" y="4560881"/>
                  </a:lnTo>
                  <a:lnTo>
                    <a:pt x="1302451" y="4560881"/>
                  </a:lnTo>
                  <a:lnTo>
                    <a:pt x="1302559" y="4560881"/>
                  </a:lnTo>
                  <a:lnTo>
                    <a:pt x="1302776" y="4560257"/>
                  </a:lnTo>
                  <a:lnTo>
                    <a:pt x="1302885" y="4560257"/>
                  </a:lnTo>
                  <a:lnTo>
                    <a:pt x="1302993" y="4560257"/>
                  </a:lnTo>
                  <a:lnTo>
                    <a:pt x="1303102" y="4560257"/>
                  </a:lnTo>
                  <a:lnTo>
                    <a:pt x="1303210" y="4560257"/>
                  </a:lnTo>
                  <a:lnTo>
                    <a:pt x="1303210" y="4559633"/>
                  </a:lnTo>
                  <a:lnTo>
                    <a:pt x="1303427" y="4559633"/>
                  </a:lnTo>
                  <a:lnTo>
                    <a:pt x="1303535" y="4559633"/>
                  </a:lnTo>
                  <a:lnTo>
                    <a:pt x="1303644" y="4559633"/>
                  </a:lnTo>
                  <a:lnTo>
                    <a:pt x="1304186" y="4558386"/>
                  </a:lnTo>
                  <a:lnTo>
                    <a:pt x="1304403" y="4558386"/>
                  </a:lnTo>
                  <a:lnTo>
                    <a:pt x="1304511" y="4558386"/>
                  </a:lnTo>
                  <a:lnTo>
                    <a:pt x="1304620" y="4558386"/>
                  </a:lnTo>
                  <a:lnTo>
                    <a:pt x="1305054" y="4558386"/>
                  </a:lnTo>
                  <a:lnTo>
                    <a:pt x="1305162" y="4558386"/>
                  </a:lnTo>
                  <a:lnTo>
                    <a:pt x="1305271" y="4557763"/>
                  </a:lnTo>
                  <a:lnTo>
                    <a:pt x="1305379" y="4557763"/>
                  </a:lnTo>
                  <a:lnTo>
                    <a:pt x="1305487" y="4557763"/>
                  </a:lnTo>
                  <a:lnTo>
                    <a:pt x="1305596" y="4557763"/>
                  </a:lnTo>
                  <a:lnTo>
                    <a:pt x="1305921" y="4557763"/>
                  </a:lnTo>
                  <a:lnTo>
                    <a:pt x="1306030" y="4557763"/>
                  </a:lnTo>
                  <a:lnTo>
                    <a:pt x="1306463" y="4557763"/>
                  </a:lnTo>
                  <a:lnTo>
                    <a:pt x="1306572" y="4557763"/>
                  </a:lnTo>
                  <a:lnTo>
                    <a:pt x="1306789" y="4557763"/>
                  </a:lnTo>
                  <a:lnTo>
                    <a:pt x="1307006" y="4557763"/>
                  </a:lnTo>
                  <a:lnTo>
                    <a:pt x="1307114" y="4557763"/>
                  </a:lnTo>
                  <a:lnTo>
                    <a:pt x="1307223" y="4557763"/>
                  </a:lnTo>
                  <a:lnTo>
                    <a:pt x="1307223" y="4557139"/>
                  </a:lnTo>
                  <a:lnTo>
                    <a:pt x="1307548" y="4557139"/>
                  </a:lnTo>
                  <a:lnTo>
                    <a:pt x="1307765" y="4557139"/>
                  </a:lnTo>
                  <a:lnTo>
                    <a:pt x="1307873" y="4555892"/>
                  </a:lnTo>
                  <a:lnTo>
                    <a:pt x="1307982" y="4555892"/>
                  </a:lnTo>
                  <a:lnTo>
                    <a:pt x="1308090" y="4555892"/>
                  </a:lnTo>
                  <a:lnTo>
                    <a:pt x="1308199" y="4555892"/>
                  </a:lnTo>
                  <a:lnTo>
                    <a:pt x="1308307" y="4555892"/>
                  </a:lnTo>
                  <a:lnTo>
                    <a:pt x="1308307" y="4555268"/>
                  </a:lnTo>
                  <a:lnTo>
                    <a:pt x="1308307" y="4554645"/>
                  </a:lnTo>
                  <a:lnTo>
                    <a:pt x="1308741" y="4554645"/>
                  </a:lnTo>
                  <a:lnTo>
                    <a:pt x="1309066" y="4554645"/>
                  </a:lnTo>
                  <a:lnTo>
                    <a:pt x="1309175" y="4554645"/>
                  </a:lnTo>
                  <a:lnTo>
                    <a:pt x="1309283" y="4554645"/>
                  </a:lnTo>
                  <a:lnTo>
                    <a:pt x="1309717" y="4554645"/>
                  </a:lnTo>
                  <a:lnTo>
                    <a:pt x="1309825" y="4554645"/>
                  </a:lnTo>
                  <a:lnTo>
                    <a:pt x="1309825" y="4554021"/>
                  </a:lnTo>
                  <a:lnTo>
                    <a:pt x="1309934" y="4554021"/>
                  </a:lnTo>
                  <a:lnTo>
                    <a:pt x="1310042" y="4554021"/>
                  </a:lnTo>
                  <a:lnTo>
                    <a:pt x="1310151" y="4554021"/>
                  </a:lnTo>
                  <a:lnTo>
                    <a:pt x="1310368" y="4554021"/>
                  </a:lnTo>
                  <a:lnTo>
                    <a:pt x="1310476" y="4554021"/>
                  </a:lnTo>
                  <a:lnTo>
                    <a:pt x="1310693" y="4554021"/>
                  </a:lnTo>
                  <a:lnTo>
                    <a:pt x="1311018" y="4554021"/>
                  </a:lnTo>
                  <a:lnTo>
                    <a:pt x="1311235" y="4553398"/>
                  </a:lnTo>
                  <a:lnTo>
                    <a:pt x="1311344" y="4553398"/>
                  </a:lnTo>
                  <a:lnTo>
                    <a:pt x="1311452" y="4553398"/>
                  </a:lnTo>
                  <a:lnTo>
                    <a:pt x="1311560" y="4553398"/>
                  </a:lnTo>
                  <a:lnTo>
                    <a:pt x="1311669" y="4553398"/>
                  </a:lnTo>
                  <a:lnTo>
                    <a:pt x="1311777" y="4553398"/>
                  </a:lnTo>
                  <a:lnTo>
                    <a:pt x="1311777" y="4552150"/>
                  </a:lnTo>
                  <a:lnTo>
                    <a:pt x="1311777" y="4550903"/>
                  </a:lnTo>
                  <a:lnTo>
                    <a:pt x="1311994" y="4550280"/>
                  </a:lnTo>
                  <a:lnTo>
                    <a:pt x="1312103" y="4550280"/>
                  </a:lnTo>
                  <a:lnTo>
                    <a:pt x="1312211" y="4550280"/>
                  </a:lnTo>
                  <a:lnTo>
                    <a:pt x="1312320" y="4550280"/>
                  </a:lnTo>
                  <a:lnTo>
                    <a:pt x="1312862" y="4550280"/>
                  </a:lnTo>
                  <a:lnTo>
                    <a:pt x="1312970" y="4547785"/>
                  </a:lnTo>
                  <a:lnTo>
                    <a:pt x="1312970" y="4547162"/>
                  </a:lnTo>
                  <a:lnTo>
                    <a:pt x="1313079" y="4547162"/>
                  </a:lnTo>
                  <a:lnTo>
                    <a:pt x="1313187" y="4547162"/>
                  </a:lnTo>
                  <a:lnTo>
                    <a:pt x="1313404" y="4547162"/>
                  </a:lnTo>
                  <a:lnTo>
                    <a:pt x="1313404" y="4546538"/>
                  </a:lnTo>
                  <a:lnTo>
                    <a:pt x="1313513" y="4546538"/>
                  </a:lnTo>
                  <a:lnTo>
                    <a:pt x="1313729" y="4546538"/>
                  </a:lnTo>
                  <a:lnTo>
                    <a:pt x="1313838" y="4546538"/>
                  </a:lnTo>
                  <a:lnTo>
                    <a:pt x="1314055" y="4546538"/>
                  </a:lnTo>
                  <a:lnTo>
                    <a:pt x="1314163" y="4546538"/>
                  </a:lnTo>
                  <a:lnTo>
                    <a:pt x="1314272" y="4545915"/>
                  </a:lnTo>
                  <a:lnTo>
                    <a:pt x="1314380" y="4545915"/>
                  </a:lnTo>
                  <a:lnTo>
                    <a:pt x="1314705" y="4545915"/>
                  </a:lnTo>
                  <a:lnTo>
                    <a:pt x="1314814" y="4545915"/>
                  </a:lnTo>
                  <a:lnTo>
                    <a:pt x="1314922" y="4545915"/>
                  </a:lnTo>
                  <a:lnTo>
                    <a:pt x="1315139" y="4545915"/>
                  </a:lnTo>
                  <a:lnTo>
                    <a:pt x="1315248" y="4545915"/>
                  </a:lnTo>
                  <a:lnTo>
                    <a:pt x="1315356" y="4545291"/>
                  </a:lnTo>
                  <a:lnTo>
                    <a:pt x="1315573" y="4545291"/>
                  </a:lnTo>
                  <a:lnTo>
                    <a:pt x="1316007" y="4545291"/>
                  </a:lnTo>
                  <a:lnTo>
                    <a:pt x="1316115" y="4545291"/>
                  </a:lnTo>
                  <a:lnTo>
                    <a:pt x="1316224" y="4545291"/>
                  </a:lnTo>
                  <a:lnTo>
                    <a:pt x="1316441" y="4545291"/>
                  </a:lnTo>
                  <a:lnTo>
                    <a:pt x="1316549" y="4545291"/>
                  </a:lnTo>
                  <a:lnTo>
                    <a:pt x="1316549" y="4544667"/>
                  </a:lnTo>
                  <a:lnTo>
                    <a:pt x="1316657" y="4544667"/>
                  </a:lnTo>
                  <a:lnTo>
                    <a:pt x="1316766" y="4544667"/>
                  </a:lnTo>
                  <a:lnTo>
                    <a:pt x="1316983" y="4544667"/>
                  </a:lnTo>
                  <a:lnTo>
                    <a:pt x="1317091" y="4544667"/>
                  </a:lnTo>
                  <a:lnTo>
                    <a:pt x="1317200" y="4544667"/>
                  </a:lnTo>
                  <a:lnTo>
                    <a:pt x="1317850" y="4544667"/>
                  </a:lnTo>
                  <a:lnTo>
                    <a:pt x="1318067" y="4544044"/>
                  </a:lnTo>
                  <a:lnTo>
                    <a:pt x="1318393" y="4544044"/>
                  </a:lnTo>
                  <a:lnTo>
                    <a:pt x="1318501" y="4543420"/>
                  </a:lnTo>
                  <a:lnTo>
                    <a:pt x="1318610" y="4543420"/>
                  </a:lnTo>
                  <a:lnTo>
                    <a:pt x="1318935" y="4542797"/>
                  </a:lnTo>
                  <a:lnTo>
                    <a:pt x="1318935" y="4542173"/>
                  </a:lnTo>
                  <a:lnTo>
                    <a:pt x="1318935" y="4541550"/>
                  </a:lnTo>
                  <a:lnTo>
                    <a:pt x="1318935" y="4540926"/>
                  </a:lnTo>
                  <a:lnTo>
                    <a:pt x="1318935" y="4540302"/>
                  </a:lnTo>
                  <a:lnTo>
                    <a:pt x="1318935" y="4539679"/>
                  </a:lnTo>
                  <a:lnTo>
                    <a:pt x="1319043" y="4539679"/>
                  </a:lnTo>
                  <a:lnTo>
                    <a:pt x="1319369" y="4539679"/>
                  </a:lnTo>
                  <a:lnTo>
                    <a:pt x="1319802" y="4539679"/>
                  </a:lnTo>
                  <a:lnTo>
                    <a:pt x="1319911" y="4539679"/>
                  </a:lnTo>
                  <a:lnTo>
                    <a:pt x="1320019" y="4539679"/>
                  </a:lnTo>
                  <a:lnTo>
                    <a:pt x="1320236" y="4539679"/>
                  </a:lnTo>
                  <a:lnTo>
                    <a:pt x="1320453" y="4539679"/>
                  </a:lnTo>
                  <a:lnTo>
                    <a:pt x="1320453" y="4539055"/>
                  </a:lnTo>
                  <a:lnTo>
                    <a:pt x="1320562" y="4537808"/>
                  </a:lnTo>
                  <a:lnTo>
                    <a:pt x="1320670" y="4537808"/>
                  </a:lnTo>
                  <a:lnTo>
                    <a:pt x="1320778" y="4537808"/>
                  </a:lnTo>
                  <a:lnTo>
                    <a:pt x="1320778" y="4537184"/>
                  </a:lnTo>
                  <a:lnTo>
                    <a:pt x="1320887" y="4537184"/>
                  </a:lnTo>
                  <a:lnTo>
                    <a:pt x="1321104" y="4537184"/>
                  </a:lnTo>
                  <a:lnTo>
                    <a:pt x="1321321" y="4536561"/>
                  </a:lnTo>
                  <a:lnTo>
                    <a:pt x="1321321" y="4535937"/>
                  </a:lnTo>
                  <a:lnTo>
                    <a:pt x="1321429" y="4535937"/>
                  </a:lnTo>
                  <a:lnTo>
                    <a:pt x="1321538" y="4535937"/>
                  </a:lnTo>
                  <a:lnTo>
                    <a:pt x="1321646" y="4535937"/>
                  </a:lnTo>
                  <a:lnTo>
                    <a:pt x="1322188" y="4535937"/>
                  </a:lnTo>
                  <a:lnTo>
                    <a:pt x="1322514" y="4535937"/>
                  </a:lnTo>
                  <a:lnTo>
                    <a:pt x="1322622" y="4535937"/>
                  </a:lnTo>
                  <a:lnTo>
                    <a:pt x="1322731" y="4535937"/>
                  </a:lnTo>
                  <a:lnTo>
                    <a:pt x="1322947" y="4535937"/>
                  </a:lnTo>
                  <a:lnTo>
                    <a:pt x="1323056" y="4535937"/>
                  </a:lnTo>
                  <a:lnTo>
                    <a:pt x="1323164" y="4535937"/>
                  </a:lnTo>
                  <a:lnTo>
                    <a:pt x="1323273" y="4535937"/>
                  </a:lnTo>
                  <a:lnTo>
                    <a:pt x="1323381" y="4535937"/>
                  </a:lnTo>
                  <a:lnTo>
                    <a:pt x="1323598" y="4535937"/>
                  </a:lnTo>
                  <a:lnTo>
                    <a:pt x="1324140" y="4535314"/>
                  </a:lnTo>
                  <a:lnTo>
                    <a:pt x="1324249" y="4535314"/>
                  </a:lnTo>
                  <a:lnTo>
                    <a:pt x="1324357" y="4535314"/>
                  </a:lnTo>
                  <a:lnTo>
                    <a:pt x="1324466" y="4535314"/>
                  </a:lnTo>
                  <a:lnTo>
                    <a:pt x="1324574" y="4535314"/>
                  </a:lnTo>
                  <a:lnTo>
                    <a:pt x="1324683" y="4535314"/>
                  </a:lnTo>
                  <a:lnTo>
                    <a:pt x="1324791" y="4535314"/>
                  </a:lnTo>
                  <a:lnTo>
                    <a:pt x="1324899" y="4535314"/>
                  </a:lnTo>
                  <a:lnTo>
                    <a:pt x="1325008" y="4535314"/>
                  </a:lnTo>
                  <a:lnTo>
                    <a:pt x="1325116" y="4534067"/>
                  </a:lnTo>
                  <a:lnTo>
                    <a:pt x="1325225" y="4533443"/>
                  </a:lnTo>
                  <a:lnTo>
                    <a:pt x="1325333" y="4533443"/>
                  </a:lnTo>
                  <a:lnTo>
                    <a:pt x="1325442" y="4533443"/>
                  </a:lnTo>
                  <a:lnTo>
                    <a:pt x="1325550" y="4533443"/>
                  </a:lnTo>
                  <a:lnTo>
                    <a:pt x="1325659" y="4533443"/>
                  </a:lnTo>
                  <a:lnTo>
                    <a:pt x="1325876" y="4533443"/>
                  </a:lnTo>
                  <a:lnTo>
                    <a:pt x="1325984" y="4533443"/>
                  </a:lnTo>
                  <a:lnTo>
                    <a:pt x="1326092" y="4533443"/>
                  </a:lnTo>
                  <a:lnTo>
                    <a:pt x="1326201" y="4532819"/>
                  </a:lnTo>
                  <a:lnTo>
                    <a:pt x="1326309" y="4532196"/>
                  </a:lnTo>
                  <a:lnTo>
                    <a:pt x="1326526" y="4531572"/>
                  </a:lnTo>
                  <a:lnTo>
                    <a:pt x="1326526" y="4530949"/>
                  </a:lnTo>
                  <a:lnTo>
                    <a:pt x="1326743" y="4530949"/>
                  </a:lnTo>
                  <a:lnTo>
                    <a:pt x="1326960" y="4530949"/>
                  </a:lnTo>
                  <a:lnTo>
                    <a:pt x="1327177" y="4530949"/>
                  </a:lnTo>
                  <a:lnTo>
                    <a:pt x="1327285" y="4530949"/>
                  </a:lnTo>
                  <a:lnTo>
                    <a:pt x="1327394" y="4530949"/>
                  </a:lnTo>
                  <a:lnTo>
                    <a:pt x="1327502" y="4530949"/>
                  </a:lnTo>
                  <a:lnTo>
                    <a:pt x="1327719" y="4530325"/>
                  </a:lnTo>
                  <a:lnTo>
                    <a:pt x="1328044" y="4529701"/>
                  </a:lnTo>
                  <a:lnTo>
                    <a:pt x="1328153" y="4529701"/>
                  </a:lnTo>
                  <a:lnTo>
                    <a:pt x="1328370" y="4529701"/>
                  </a:lnTo>
                  <a:lnTo>
                    <a:pt x="1328478" y="4529701"/>
                  </a:lnTo>
                  <a:lnTo>
                    <a:pt x="1328695" y="4529701"/>
                  </a:lnTo>
                  <a:lnTo>
                    <a:pt x="1328804" y="4529701"/>
                  </a:lnTo>
                  <a:lnTo>
                    <a:pt x="1328804" y="4529078"/>
                  </a:lnTo>
                  <a:lnTo>
                    <a:pt x="1328804" y="4528454"/>
                  </a:lnTo>
                  <a:lnTo>
                    <a:pt x="1329237" y="4528454"/>
                  </a:lnTo>
                  <a:lnTo>
                    <a:pt x="1329454" y="4528454"/>
                  </a:lnTo>
                  <a:lnTo>
                    <a:pt x="1329563" y="4527831"/>
                  </a:lnTo>
                  <a:lnTo>
                    <a:pt x="1329671" y="4527831"/>
                  </a:lnTo>
                  <a:lnTo>
                    <a:pt x="1329997" y="4527207"/>
                  </a:lnTo>
                  <a:lnTo>
                    <a:pt x="1330105" y="4527207"/>
                  </a:lnTo>
                  <a:lnTo>
                    <a:pt x="1330213" y="4527207"/>
                  </a:lnTo>
                  <a:lnTo>
                    <a:pt x="1330322" y="4527207"/>
                  </a:lnTo>
                  <a:lnTo>
                    <a:pt x="1330430" y="4527207"/>
                  </a:lnTo>
                  <a:lnTo>
                    <a:pt x="1330647" y="4527207"/>
                  </a:lnTo>
                  <a:lnTo>
                    <a:pt x="1330756" y="4526584"/>
                  </a:lnTo>
                  <a:lnTo>
                    <a:pt x="1330973" y="4526584"/>
                  </a:lnTo>
                  <a:lnTo>
                    <a:pt x="1331081" y="4526584"/>
                  </a:lnTo>
                  <a:lnTo>
                    <a:pt x="1331189" y="4526584"/>
                  </a:lnTo>
                  <a:lnTo>
                    <a:pt x="1331298" y="4526584"/>
                  </a:lnTo>
                  <a:lnTo>
                    <a:pt x="1331515" y="4525960"/>
                  </a:lnTo>
                  <a:lnTo>
                    <a:pt x="1331623" y="4525960"/>
                  </a:lnTo>
                  <a:lnTo>
                    <a:pt x="1331732" y="4525960"/>
                  </a:lnTo>
                  <a:lnTo>
                    <a:pt x="1331949" y="4525960"/>
                  </a:lnTo>
                  <a:lnTo>
                    <a:pt x="1332057" y="4525960"/>
                  </a:lnTo>
                  <a:lnTo>
                    <a:pt x="1332165" y="4525960"/>
                  </a:lnTo>
                  <a:lnTo>
                    <a:pt x="1332274" y="4525960"/>
                  </a:lnTo>
                  <a:lnTo>
                    <a:pt x="1332708" y="4525336"/>
                  </a:lnTo>
                  <a:lnTo>
                    <a:pt x="1332816" y="4525336"/>
                  </a:lnTo>
                  <a:lnTo>
                    <a:pt x="1333358" y="4522842"/>
                  </a:lnTo>
                  <a:lnTo>
                    <a:pt x="1333358" y="4520971"/>
                  </a:lnTo>
                  <a:lnTo>
                    <a:pt x="1333684" y="4520971"/>
                  </a:lnTo>
                  <a:lnTo>
                    <a:pt x="1333792" y="4520971"/>
                  </a:lnTo>
                  <a:lnTo>
                    <a:pt x="1333901" y="4520971"/>
                  </a:lnTo>
                  <a:lnTo>
                    <a:pt x="1334009" y="4520971"/>
                  </a:lnTo>
                  <a:lnTo>
                    <a:pt x="1334226" y="4520971"/>
                  </a:lnTo>
                  <a:lnTo>
                    <a:pt x="1334551" y="4520348"/>
                  </a:lnTo>
                  <a:lnTo>
                    <a:pt x="1334660" y="4520348"/>
                  </a:lnTo>
                  <a:lnTo>
                    <a:pt x="1334877" y="4519724"/>
                  </a:lnTo>
                  <a:lnTo>
                    <a:pt x="1334985" y="4519724"/>
                  </a:lnTo>
                  <a:lnTo>
                    <a:pt x="1335094" y="4519724"/>
                  </a:lnTo>
                  <a:lnTo>
                    <a:pt x="1335419" y="4519724"/>
                  </a:lnTo>
                  <a:lnTo>
                    <a:pt x="1335527" y="4519724"/>
                  </a:lnTo>
                  <a:lnTo>
                    <a:pt x="1335636" y="4519724"/>
                  </a:lnTo>
                  <a:lnTo>
                    <a:pt x="1335636" y="4519101"/>
                  </a:lnTo>
                  <a:lnTo>
                    <a:pt x="1335744" y="4519101"/>
                  </a:lnTo>
                  <a:lnTo>
                    <a:pt x="1335961" y="4519101"/>
                  </a:lnTo>
                  <a:lnTo>
                    <a:pt x="1336070" y="4519101"/>
                  </a:lnTo>
                  <a:lnTo>
                    <a:pt x="1336286" y="4518477"/>
                  </a:lnTo>
                  <a:lnTo>
                    <a:pt x="1336395" y="4518477"/>
                  </a:lnTo>
                  <a:lnTo>
                    <a:pt x="1336612" y="4518477"/>
                  </a:lnTo>
                  <a:lnTo>
                    <a:pt x="1336720" y="4518477"/>
                  </a:lnTo>
                  <a:lnTo>
                    <a:pt x="1336829" y="4518477"/>
                  </a:lnTo>
                  <a:lnTo>
                    <a:pt x="1337154" y="4518477"/>
                  </a:lnTo>
                  <a:lnTo>
                    <a:pt x="1337154" y="4517853"/>
                  </a:lnTo>
                  <a:lnTo>
                    <a:pt x="1337262" y="4517853"/>
                  </a:lnTo>
                  <a:lnTo>
                    <a:pt x="1337262" y="4516606"/>
                  </a:lnTo>
                  <a:lnTo>
                    <a:pt x="1337479" y="4516606"/>
                  </a:lnTo>
                  <a:lnTo>
                    <a:pt x="1337696" y="4515983"/>
                  </a:lnTo>
                  <a:lnTo>
                    <a:pt x="1337805" y="4515983"/>
                  </a:lnTo>
                  <a:lnTo>
                    <a:pt x="1338022" y="4515983"/>
                  </a:lnTo>
                  <a:lnTo>
                    <a:pt x="1338130" y="4515359"/>
                  </a:lnTo>
                  <a:lnTo>
                    <a:pt x="1338347" y="4514735"/>
                  </a:lnTo>
                  <a:lnTo>
                    <a:pt x="1338455" y="4514735"/>
                  </a:lnTo>
                  <a:lnTo>
                    <a:pt x="1338564" y="4514735"/>
                  </a:lnTo>
                  <a:lnTo>
                    <a:pt x="1338781" y="4514735"/>
                  </a:lnTo>
                  <a:lnTo>
                    <a:pt x="1338889" y="4514735"/>
                  </a:lnTo>
                  <a:lnTo>
                    <a:pt x="1338998" y="4514735"/>
                  </a:lnTo>
                  <a:lnTo>
                    <a:pt x="1339106" y="4514735"/>
                  </a:lnTo>
                  <a:lnTo>
                    <a:pt x="1339648" y="4513488"/>
                  </a:lnTo>
                  <a:lnTo>
                    <a:pt x="1339757" y="4513488"/>
                  </a:lnTo>
                  <a:lnTo>
                    <a:pt x="1339974" y="4513488"/>
                  </a:lnTo>
                  <a:lnTo>
                    <a:pt x="1340191" y="4513488"/>
                  </a:lnTo>
                  <a:lnTo>
                    <a:pt x="1340299" y="4513488"/>
                  </a:lnTo>
                  <a:lnTo>
                    <a:pt x="1340407" y="4513488"/>
                  </a:lnTo>
                  <a:lnTo>
                    <a:pt x="1340407" y="4512865"/>
                  </a:lnTo>
                  <a:lnTo>
                    <a:pt x="1340516" y="4512865"/>
                  </a:lnTo>
                  <a:lnTo>
                    <a:pt x="1340624" y="4512865"/>
                  </a:lnTo>
                  <a:lnTo>
                    <a:pt x="1340733" y="4512865"/>
                  </a:lnTo>
                  <a:lnTo>
                    <a:pt x="1340733" y="4512241"/>
                  </a:lnTo>
                  <a:lnTo>
                    <a:pt x="1340841" y="4512241"/>
                  </a:lnTo>
                  <a:lnTo>
                    <a:pt x="1341058" y="4512241"/>
                  </a:lnTo>
                  <a:lnTo>
                    <a:pt x="1341058" y="4511618"/>
                  </a:lnTo>
                  <a:lnTo>
                    <a:pt x="1341167" y="4511618"/>
                  </a:lnTo>
                  <a:lnTo>
                    <a:pt x="1341383" y="4510994"/>
                  </a:lnTo>
                  <a:lnTo>
                    <a:pt x="1341492" y="4510994"/>
                  </a:lnTo>
                  <a:lnTo>
                    <a:pt x="1341709" y="4510994"/>
                  </a:lnTo>
                  <a:lnTo>
                    <a:pt x="1341817" y="4510994"/>
                  </a:lnTo>
                  <a:lnTo>
                    <a:pt x="1342034" y="4510994"/>
                  </a:lnTo>
                  <a:lnTo>
                    <a:pt x="1342468" y="4510370"/>
                  </a:lnTo>
                  <a:lnTo>
                    <a:pt x="1342685" y="4510370"/>
                  </a:lnTo>
                  <a:lnTo>
                    <a:pt x="1342793" y="4510370"/>
                  </a:lnTo>
                  <a:lnTo>
                    <a:pt x="1343010" y="4509747"/>
                  </a:lnTo>
                  <a:lnTo>
                    <a:pt x="1343119" y="4509747"/>
                  </a:lnTo>
                  <a:lnTo>
                    <a:pt x="1343119" y="4509123"/>
                  </a:lnTo>
                  <a:lnTo>
                    <a:pt x="1343336" y="4509123"/>
                  </a:lnTo>
                  <a:lnTo>
                    <a:pt x="1343444" y="4509123"/>
                  </a:lnTo>
                  <a:lnTo>
                    <a:pt x="1343552" y="4509123"/>
                  </a:lnTo>
                  <a:lnTo>
                    <a:pt x="1343878" y="4509123"/>
                  </a:lnTo>
                  <a:lnTo>
                    <a:pt x="1344095" y="4509123"/>
                  </a:lnTo>
                  <a:lnTo>
                    <a:pt x="1344203" y="4507876"/>
                  </a:lnTo>
                  <a:lnTo>
                    <a:pt x="1344528" y="4507253"/>
                  </a:lnTo>
                  <a:lnTo>
                    <a:pt x="1344745" y="4507253"/>
                  </a:lnTo>
                  <a:lnTo>
                    <a:pt x="1344854" y="4507253"/>
                  </a:lnTo>
                  <a:lnTo>
                    <a:pt x="1344962" y="4507253"/>
                  </a:lnTo>
                  <a:lnTo>
                    <a:pt x="1345179" y="4507253"/>
                  </a:lnTo>
                  <a:lnTo>
                    <a:pt x="1345288" y="4507253"/>
                  </a:lnTo>
                  <a:lnTo>
                    <a:pt x="1345396" y="4507253"/>
                  </a:lnTo>
                  <a:lnTo>
                    <a:pt x="1345504" y="4507253"/>
                  </a:lnTo>
                  <a:lnTo>
                    <a:pt x="1345613" y="4506629"/>
                  </a:lnTo>
                  <a:lnTo>
                    <a:pt x="1346372" y="4506005"/>
                  </a:lnTo>
                  <a:lnTo>
                    <a:pt x="1346697" y="4506005"/>
                  </a:lnTo>
                  <a:lnTo>
                    <a:pt x="1346806" y="4506005"/>
                  </a:lnTo>
                  <a:lnTo>
                    <a:pt x="1347023" y="4506005"/>
                  </a:lnTo>
                  <a:lnTo>
                    <a:pt x="1347131" y="4506005"/>
                  </a:lnTo>
                  <a:lnTo>
                    <a:pt x="1347457" y="4506005"/>
                  </a:lnTo>
                  <a:lnTo>
                    <a:pt x="1347457" y="4505382"/>
                  </a:lnTo>
                  <a:lnTo>
                    <a:pt x="1347457" y="4504135"/>
                  </a:lnTo>
                  <a:lnTo>
                    <a:pt x="1347457" y="4503511"/>
                  </a:lnTo>
                  <a:lnTo>
                    <a:pt x="1347782" y="4502887"/>
                  </a:lnTo>
                  <a:lnTo>
                    <a:pt x="1347999" y="4502264"/>
                  </a:lnTo>
                  <a:lnTo>
                    <a:pt x="1348433" y="4501640"/>
                  </a:lnTo>
                  <a:lnTo>
                    <a:pt x="1348758" y="4501640"/>
                  </a:lnTo>
                  <a:lnTo>
                    <a:pt x="1348866" y="4501640"/>
                  </a:lnTo>
                  <a:lnTo>
                    <a:pt x="1348975" y="4501640"/>
                  </a:lnTo>
                  <a:lnTo>
                    <a:pt x="1349083" y="4501017"/>
                  </a:lnTo>
                  <a:lnTo>
                    <a:pt x="1349192" y="4501017"/>
                  </a:lnTo>
                  <a:lnTo>
                    <a:pt x="1349300" y="4501017"/>
                  </a:lnTo>
                  <a:lnTo>
                    <a:pt x="1349625" y="4500393"/>
                  </a:lnTo>
                  <a:lnTo>
                    <a:pt x="1349734" y="4500393"/>
                  </a:lnTo>
                  <a:lnTo>
                    <a:pt x="1349842" y="4499770"/>
                  </a:lnTo>
                  <a:lnTo>
                    <a:pt x="1349951" y="4499770"/>
                  </a:lnTo>
                  <a:lnTo>
                    <a:pt x="1350168" y="4499770"/>
                  </a:lnTo>
                  <a:lnTo>
                    <a:pt x="1350276" y="4499770"/>
                  </a:lnTo>
                  <a:lnTo>
                    <a:pt x="1350385" y="4498522"/>
                  </a:lnTo>
                  <a:lnTo>
                    <a:pt x="1350385" y="4497899"/>
                  </a:lnTo>
                  <a:lnTo>
                    <a:pt x="1350493" y="4497899"/>
                  </a:lnTo>
                  <a:lnTo>
                    <a:pt x="1350493" y="4497275"/>
                  </a:lnTo>
                  <a:lnTo>
                    <a:pt x="1350710" y="4497275"/>
                  </a:lnTo>
                  <a:lnTo>
                    <a:pt x="1351144" y="4496028"/>
                  </a:lnTo>
                  <a:lnTo>
                    <a:pt x="1351144" y="4495404"/>
                  </a:lnTo>
                  <a:lnTo>
                    <a:pt x="1351144" y="4494157"/>
                  </a:lnTo>
                  <a:lnTo>
                    <a:pt x="1351361" y="4493534"/>
                  </a:lnTo>
                  <a:lnTo>
                    <a:pt x="1351578" y="4493534"/>
                  </a:lnTo>
                  <a:lnTo>
                    <a:pt x="1351686" y="4493534"/>
                  </a:lnTo>
                  <a:lnTo>
                    <a:pt x="1351903" y="4492910"/>
                  </a:lnTo>
                  <a:lnTo>
                    <a:pt x="1352011" y="4492910"/>
                  </a:lnTo>
                  <a:lnTo>
                    <a:pt x="1352120" y="4492287"/>
                  </a:lnTo>
                  <a:lnTo>
                    <a:pt x="1352228" y="4491663"/>
                  </a:lnTo>
                  <a:lnTo>
                    <a:pt x="1352445" y="4491039"/>
                  </a:lnTo>
                  <a:lnTo>
                    <a:pt x="1352554" y="4491039"/>
                  </a:lnTo>
                  <a:lnTo>
                    <a:pt x="1352662" y="4491039"/>
                  </a:lnTo>
                  <a:lnTo>
                    <a:pt x="1352662" y="4490416"/>
                  </a:lnTo>
                  <a:lnTo>
                    <a:pt x="1352879" y="4490416"/>
                  </a:lnTo>
                  <a:lnTo>
                    <a:pt x="1353204" y="4490416"/>
                  </a:lnTo>
                  <a:lnTo>
                    <a:pt x="1353313" y="4489792"/>
                  </a:lnTo>
                  <a:lnTo>
                    <a:pt x="1353530" y="4489792"/>
                  </a:lnTo>
                  <a:lnTo>
                    <a:pt x="1353746" y="4489792"/>
                  </a:lnTo>
                  <a:lnTo>
                    <a:pt x="1353963" y="4489792"/>
                  </a:lnTo>
                  <a:lnTo>
                    <a:pt x="1354180" y="4489169"/>
                  </a:lnTo>
                  <a:lnTo>
                    <a:pt x="1354289" y="4488545"/>
                  </a:lnTo>
                  <a:lnTo>
                    <a:pt x="1354397" y="4488545"/>
                  </a:lnTo>
                  <a:lnTo>
                    <a:pt x="1354506" y="4488545"/>
                  </a:lnTo>
                  <a:lnTo>
                    <a:pt x="1354614" y="4488545"/>
                  </a:lnTo>
                  <a:lnTo>
                    <a:pt x="1354722" y="4488545"/>
                  </a:lnTo>
                  <a:lnTo>
                    <a:pt x="1354831" y="4488545"/>
                  </a:lnTo>
                  <a:lnTo>
                    <a:pt x="1355590" y="4488545"/>
                  </a:lnTo>
                  <a:lnTo>
                    <a:pt x="1355698" y="4488545"/>
                  </a:lnTo>
                  <a:lnTo>
                    <a:pt x="1355698" y="4487921"/>
                  </a:lnTo>
                  <a:lnTo>
                    <a:pt x="1355807" y="4487921"/>
                  </a:lnTo>
                  <a:lnTo>
                    <a:pt x="1355915" y="4487921"/>
                  </a:lnTo>
                  <a:lnTo>
                    <a:pt x="1356024" y="4487921"/>
                  </a:lnTo>
                  <a:lnTo>
                    <a:pt x="1356132" y="4487921"/>
                  </a:lnTo>
                  <a:lnTo>
                    <a:pt x="1356349" y="4487921"/>
                  </a:lnTo>
                  <a:lnTo>
                    <a:pt x="1356566" y="4487921"/>
                  </a:lnTo>
                  <a:lnTo>
                    <a:pt x="1356783" y="4487921"/>
                  </a:lnTo>
                  <a:lnTo>
                    <a:pt x="1356891" y="4487921"/>
                  </a:lnTo>
                  <a:lnTo>
                    <a:pt x="1357000" y="4487921"/>
                  </a:lnTo>
                  <a:lnTo>
                    <a:pt x="1357108" y="4487921"/>
                  </a:lnTo>
                  <a:lnTo>
                    <a:pt x="1357325" y="4487298"/>
                  </a:lnTo>
                  <a:lnTo>
                    <a:pt x="1357542" y="4487298"/>
                  </a:lnTo>
                  <a:lnTo>
                    <a:pt x="1357651" y="4487298"/>
                  </a:lnTo>
                  <a:lnTo>
                    <a:pt x="1357759" y="4487298"/>
                  </a:lnTo>
                  <a:lnTo>
                    <a:pt x="1357976" y="4487298"/>
                  </a:lnTo>
                  <a:lnTo>
                    <a:pt x="1358084" y="4487298"/>
                  </a:lnTo>
                  <a:lnTo>
                    <a:pt x="1358410" y="4486674"/>
                  </a:lnTo>
                  <a:lnTo>
                    <a:pt x="1358627" y="4486674"/>
                  </a:lnTo>
                  <a:lnTo>
                    <a:pt x="1358735" y="4486674"/>
                  </a:lnTo>
                  <a:lnTo>
                    <a:pt x="1358843" y="4486674"/>
                  </a:lnTo>
                  <a:lnTo>
                    <a:pt x="1359060" y="4486051"/>
                  </a:lnTo>
                  <a:lnTo>
                    <a:pt x="1359169" y="4486051"/>
                  </a:lnTo>
                  <a:lnTo>
                    <a:pt x="1359277" y="4486051"/>
                  </a:lnTo>
                  <a:lnTo>
                    <a:pt x="1359386" y="4486051"/>
                  </a:lnTo>
                  <a:lnTo>
                    <a:pt x="1359494" y="4486051"/>
                  </a:lnTo>
                  <a:lnTo>
                    <a:pt x="1359603" y="4486051"/>
                  </a:lnTo>
                  <a:lnTo>
                    <a:pt x="1359711" y="4486051"/>
                  </a:lnTo>
                  <a:lnTo>
                    <a:pt x="1360036" y="4486051"/>
                  </a:lnTo>
                  <a:lnTo>
                    <a:pt x="1360253" y="4486051"/>
                  </a:lnTo>
                  <a:lnTo>
                    <a:pt x="1360579" y="4486051"/>
                  </a:lnTo>
                  <a:lnTo>
                    <a:pt x="1360579" y="4485427"/>
                  </a:lnTo>
                  <a:lnTo>
                    <a:pt x="1360687" y="4485427"/>
                  </a:lnTo>
                  <a:lnTo>
                    <a:pt x="1360796" y="4485427"/>
                  </a:lnTo>
                  <a:lnTo>
                    <a:pt x="1360904" y="4484180"/>
                  </a:lnTo>
                  <a:lnTo>
                    <a:pt x="1361012" y="4483556"/>
                  </a:lnTo>
                  <a:lnTo>
                    <a:pt x="1361121" y="4482933"/>
                  </a:lnTo>
                  <a:lnTo>
                    <a:pt x="1361229" y="4482933"/>
                  </a:lnTo>
                  <a:lnTo>
                    <a:pt x="1361338" y="4482933"/>
                  </a:lnTo>
                  <a:lnTo>
                    <a:pt x="1361555" y="4481062"/>
                  </a:lnTo>
                  <a:lnTo>
                    <a:pt x="1361663" y="4481062"/>
                  </a:lnTo>
                  <a:lnTo>
                    <a:pt x="1361772" y="4481062"/>
                  </a:lnTo>
                  <a:lnTo>
                    <a:pt x="1362097" y="4481062"/>
                  </a:lnTo>
                  <a:lnTo>
                    <a:pt x="1362097" y="4480438"/>
                  </a:lnTo>
                  <a:lnTo>
                    <a:pt x="1362314" y="4480438"/>
                  </a:lnTo>
                  <a:lnTo>
                    <a:pt x="1362422" y="4479815"/>
                  </a:lnTo>
                  <a:lnTo>
                    <a:pt x="1362531" y="4479815"/>
                  </a:lnTo>
                  <a:lnTo>
                    <a:pt x="1362639" y="4479815"/>
                  </a:lnTo>
                  <a:lnTo>
                    <a:pt x="1363073" y="4478568"/>
                  </a:lnTo>
                  <a:lnTo>
                    <a:pt x="1363398" y="4477944"/>
                  </a:lnTo>
                  <a:lnTo>
                    <a:pt x="1363507" y="4477944"/>
                  </a:lnTo>
                  <a:lnTo>
                    <a:pt x="1363615" y="4477944"/>
                  </a:lnTo>
                  <a:lnTo>
                    <a:pt x="1363940" y="4477944"/>
                  </a:lnTo>
                  <a:lnTo>
                    <a:pt x="1364049" y="4477944"/>
                  </a:lnTo>
                  <a:lnTo>
                    <a:pt x="1364157" y="4477321"/>
                  </a:lnTo>
                  <a:lnTo>
                    <a:pt x="1364266" y="4477321"/>
                  </a:lnTo>
                  <a:lnTo>
                    <a:pt x="1364374" y="4477321"/>
                  </a:lnTo>
                  <a:lnTo>
                    <a:pt x="1364483" y="4477321"/>
                  </a:lnTo>
                  <a:lnTo>
                    <a:pt x="1364917" y="4477321"/>
                  </a:lnTo>
                  <a:lnTo>
                    <a:pt x="1365133" y="4477321"/>
                  </a:lnTo>
                  <a:lnTo>
                    <a:pt x="1365350" y="4476697"/>
                  </a:lnTo>
                  <a:lnTo>
                    <a:pt x="1366652" y="4475450"/>
                  </a:lnTo>
                  <a:lnTo>
                    <a:pt x="1366760" y="4475450"/>
                  </a:lnTo>
                  <a:lnTo>
                    <a:pt x="1366977" y="4475450"/>
                  </a:lnTo>
                  <a:lnTo>
                    <a:pt x="1366977" y="4474826"/>
                  </a:lnTo>
                  <a:lnTo>
                    <a:pt x="1367085" y="4474826"/>
                  </a:lnTo>
                  <a:lnTo>
                    <a:pt x="1367302" y="4474826"/>
                  </a:lnTo>
                  <a:lnTo>
                    <a:pt x="1367302" y="4474203"/>
                  </a:lnTo>
                  <a:lnTo>
                    <a:pt x="1367519" y="4474203"/>
                  </a:lnTo>
                  <a:lnTo>
                    <a:pt x="1367628" y="4474203"/>
                  </a:lnTo>
                  <a:lnTo>
                    <a:pt x="1367736" y="4474203"/>
                  </a:lnTo>
                  <a:lnTo>
                    <a:pt x="1368061" y="4474203"/>
                  </a:lnTo>
                  <a:lnTo>
                    <a:pt x="1368170" y="4473579"/>
                  </a:lnTo>
                  <a:lnTo>
                    <a:pt x="1368278" y="4473579"/>
                  </a:lnTo>
                  <a:lnTo>
                    <a:pt x="1368387" y="4473579"/>
                  </a:lnTo>
                  <a:lnTo>
                    <a:pt x="1368604" y="4473579"/>
                  </a:lnTo>
                  <a:lnTo>
                    <a:pt x="1368821" y="4473579"/>
                  </a:lnTo>
                  <a:lnTo>
                    <a:pt x="1369038" y="4473579"/>
                  </a:lnTo>
                  <a:lnTo>
                    <a:pt x="1369254" y="4473579"/>
                  </a:lnTo>
                  <a:lnTo>
                    <a:pt x="1369797" y="4473579"/>
                  </a:lnTo>
                  <a:lnTo>
                    <a:pt x="1369905" y="4473579"/>
                  </a:lnTo>
                  <a:lnTo>
                    <a:pt x="1369905" y="4472955"/>
                  </a:lnTo>
                  <a:lnTo>
                    <a:pt x="1370122" y="4472332"/>
                  </a:lnTo>
                  <a:lnTo>
                    <a:pt x="1370230" y="4472332"/>
                  </a:lnTo>
                  <a:lnTo>
                    <a:pt x="1370339" y="4472332"/>
                  </a:lnTo>
                  <a:lnTo>
                    <a:pt x="1370447" y="4472332"/>
                  </a:lnTo>
                  <a:lnTo>
                    <a:pt x="1370447" y="4471085"/>
                  </a:lnTo>
                  <a:lnTo>
                    <a:pt x="1370556" y="4471085"/>
                  </a:lnTo>
                  <a:lnTo>
                    <a:pt x="1370664" y="4471085"/>
                  </a:lnTo>
                  <a:lnTo>
                    <a:pt x="1370881" y="4470461"/>
                  </a:lnTo>
                  <a:lnTo>
                    <a:pt x="1370990" y="4470461"/>
                  </a:lnTo>
                  <a:lnTo>
                    <a:pt x="1370990" y="4469838"/>
                  </a:lnTo>
                  <a:lnTo>
                    <a:pt x="1371206" y="4469838"/>
                  </a:lnTo>
                  <a:lnTo>
                    <a:pt x="1371315" y="4469838"/>
                  </a:lnTo>
                  <a:lnTo>
                    <a:pt x="1371640" y="4468590"/>
                  </a:lnTo>
                  <a:lnTo>
                    <a:pt x="1371749" y="4468590"/>
                  </a:lnTo>
                  <a:lnTo>
                    <a:pt x="1371966" y="4467343"/>
                  </a:lnTo>
                  <a:lnTo>
                    <a:pt x="1372074" y="4467343"/>
                  </a:lnTo>
                  <a:lnTo>
                    <a:pt x="1372182" y="4467343"/>
                  </a:lnTo>
                  <a:lnTo>
                    <a:pt x="1372291" y="4467343"/>
                  </a:lnTo>
                  <a:lnTo>
                    <a:pt x="1372942" y="4467343"/>
                  </a:lnTo>
                  <a:lnTo>
                    <a:pt x="1372942" y="4466720"/>
                  </a:lnTo>
                  <a:lnTo>
                    <a:pt x="1373159" y="4466720"/>
                  </a:lnTo>
                  <a:lnTo>
                    <a:pt x="1373267" y="4466720"/>
                  </a:lnTo>
                  <a:lnTo>
                    <a:pt x="1373375" y="4466720"/>
                  </a:lnTo>
                  <a:lnTo>
                    <a:pt x="1373484" y="4466720"/>
                  </a:lnTo>
                  <a:lnTo>
                    <a:pt x="1374026" y="4466720"/>
                  </a:lnTo>
                  <a:lnTo>
                    <a:pt x="1374135" y="4466720"/>
                  </a:lnTo>
                  <a:lnTo>
                    <a:pt x="1374243" y="4466720"/>
                  </a:lnTo>
                  <a:lnTo>
                    <a:pt x="1374351" y="4466096"/>
                  </a:lnTo>
                  <a:lnTo>
                    <a:pt x="1374568" y="4466096"/>
                  </a:lnTo>
                  <a:lnTo>
                    <a:pt x="1374785" y="4466096"/>
                  </a:lnTo>
                  <a:lnTo>
                    <a:pt x="1374894" y="4466096"/>
                  </a:lnTo>
                  <a:lnTo>
                    <a:pt x="1375002" y="4466096"/>
                  </a:lnTo>
                  <a:lnTo>
                    <a:pt x="1375327" y="4466096"/>
                  </a:lnTo>
                  <a:lnTo>
                    <a:pt x="1375544" y="4466096"/>
                  </a:lnTo>
                  <a:lnTo>
                    <a:pt x="1375653" y="4466096"/>
                  </a:lnTo>
                  <a:lnTo>
                    <a:pt x="1375870" y="4466096"/>
                  </a:lnTo>
                  <a:lnTo>
                    <a:pt x="1376087" y="4466096"/>
                  </a:lnTo>
                  <a:lnTo>
                    <a:pt x="1376087" y="4465472"/>
                  </a:lnTo>
                  <a:lnTo>
                    <a:pt x="1376737" y="4465472"/>
                  </a:lnTo>
                  <a:lnTo>
                    <a:pt x="1376846" y="4465472"/>
                  </a:lnTo>
                  <a:lnTo>
                    <a:pt x="1377171" y="4465472"/>
                  </a:lnTo>
                  <a:lnTo>
                    <a:pt x="1377279" y="4465472"/>
                  </a:lnTo>
                  <a:lnTo>
                    <a:pt x="1377496" y="4464849"/>
                  </a:lnTo>
                  <a:lnTo>
                    <a:pt x="1377605" y="4464225"/>
                  </a:lnTo>
                  <a:lnTo>
                    <a:pt x="1377930" y="4464225"/>
                  </a:lnTo>
                  <a:lnTo>
                    <a:pt x="1378147" y="4464225"/>
                  </a:lnTo>
                  <a:lnTo>
                    <a:pt x="1378472" y="4464225"/>
                  </a:lnTo>
                  <a:lnTo>
                    <a:pt x="1378581" y="4464225"/>
                  </a:lnTo>
                  <a:lnTo>
                    <a:pt x="1378689" y="4464225"/>
                  </a:lnTo>
                  <a:lnTo>
                    <a:pt x="1378798" y="4464225"/>
                  </a:lnTo>
                  <a:lnTo>
                    <a:pt x="1378906" y="4464225"/>
                  </a:lnTo>
                  <a:lnTo>
                    <a:pt x="1379015" y="4464225"/>
                  </a:lnTo>
                  <a:lnTo>
                    <a:pt x="1379123" y="4464225"/>
                  </a:lnTo>
                  <a:lnTo>
                    <a:pt x="1379232" y="4464225"/>
                  </a:lnTo>
                  <a:lnTo>
                    <a:pt x="1379340" y="4464225"/>
                  </a:lnTo>
                  <a:lnTo>
                    <a:pt x="1379557" y="4464225"/>
                  </a:lnTo>
                  <a:lnTo>
                    <a:pt x="1379665" y="4464225"/>
                  </a:lnTo>
                  <a:lnTo>
                    <a:pt x="1379665" y="4463602"/>
                  </a:lnTo>
                  <a:lnTo>
                    <a:pt x="1379774" y="4463602"/>
                  </a:lnTo>
                  <a:lnTo>
                    <a:pt x="1379991" y="4463602"/>
                  </a:lnTo>
                  <a:lnTo>
                    <a:pt x="1380099" y="4463602"/>
                  </a:lnTo>
                  <a:lnTo>
                    <a:pt x="1380424" y="4463602"/>
                  </a:lnTo>
                  <a:lnTo>
                    <a:pt x="1380533" y="4463602"/>
                  </a:lnTo>
                  <a:lnTo>
                    <a:pt x="1380641" y="4463602"/>
                  </a:lnTo>
                  <a:lnTo>
                    <a:pt x="1380750" y="4463602"/>
                  </a:lnTo>
                  <a:lnTo>
                    <a:pt x="1380858" y="4463602"/>
                  </a:lnTo>
                  <a:lnTo>
                    <a:pt x="1380967" y="4463602"/>
                  </a:lnTo>
                  <a:lnTo>
                    <a:pt x="1381075" y="4463602"/>
                  </a:lnTo>
                  <a:lnTo>
                    <a:pt x="1381184" y="4463602"/>
                  </a:lnTo>
                  <a:lnTo>
                    <a:pt x="1381400" y="4462978"/>
                  </a:lnTo>
                  <a:lnTo>
                    <a:pt x="1381509" y="4462978"/>
                  </a:lnTo>
                  <a:lnTo>
                    <a:pt x="1381726" y="4462978"/>
                  </a:lnTo>
                  <a:lnTo>
                    <a:pt x="1382268" y="4462978"/>
                  </a:lnTo>
                  <a:lnTo>
                    <a:pt x="1382377" y="4462978"/>
                  </a:lnTo>
                  <a:lnTo>
                    <a:pt x="1382593" y="4462978"/>
                  </a:lnTo>
                  <a:lnTo>
                    <a:pt x="1382810" y="4462978"/>
                  </a:lnTo>
                  <a:lnTo>
                    <a:pt x="1382919" y="4462978"/>
                  </a:lnTo>
                  <a:lnTo>
                    <a:pt x="1383027" y="4462978"/>
                  </a:lnTo>
                  <a:lnTo>
                    <a:pt x="1383244" y="4462978"/>
                  </a:lnTo>
                  <a:lnTo>
                    <a:pt x="1383569" y="4462978"/>
                  </a:lnTo>
                  <a:lnTo>
                    <a:pt x="1383786" y="4462978"/>
                  </a:lnTo>
                  <a:lnTo>
                    <a:pt x="1383895" y="4462355"/>
                  </a:lnTo>
                  <a:lnTo>
                    <a:pt x="1384003" y="4462355"/>
                  </a:lnTo>
                  <a:lnTo>
                    <a:pt x="1384220" y="4462355"/>
                  </a:lnTo>
                  <a:lnTo>
                    <a:pt x="1384329" y="4462355"/>
                  </a:lnTo>
                  <a:lnTo>
                    <a:pt x="1384545" y="4462355"/>
                  </a:lnTo>
                  <a:lnTo>
                    <a:pt x="1384654" y="4462355"/>
                  </a:lnTo>
                  <a:lnTo>
                    <a:pt x="1384979" y="4462355"/>
                  </a:lnTo>
                  <a:lnTo>
                    <a:pt x="1385088" y="4461731"/>
                  </a:lnTo>
                  <a:lnTo>
                    <a:pt x="1385305" y="4461731"/>
                  </a:lnTo>
                  <a:lnTo>
                    <a:pt x="1385413" y="4461731"/>
                  </a:lnTo>
                  <a:lnTo>
                    <a:pt x="1385630" y="4460484"/>
                  </a:lnTo>
                  <a:lnTo>
                    <a:pt x="1386064" y="4460484"/>
                  </a:lnTo>
                  <a:lnTo>
                    <a:pt x="1386172" y="4460484"/>
                  </a:lnTo>
                  <a:lnTo>
                    <a:pt x="1386281" y="4459860"/>
                  </a:lnTo>
                  <a:lnTo>
                    <a:pt x="1386606" y="4459860"/>
                  </a:lnTo>
                  <a:lnTo>
                    <a:pt x="1386714" y="4459860"/>
                  </a:lnTo>
                  <a:lnTo>
                    <a:pt x="1386823" y="4459860"/>
                  </a:lnTo>
                  <a:lnTo>
                    <a:pt x="1386931" y="4459860"/>
                  </a:lnTo>
                  <a:lnTo>
                    <a:pt x="1387148" y="4459860"/>
                  </a:lnTo>
                  <a:lnTo>
                    <a:pt x="1387799" y="4459237"/>
                  </a:lnTo>
                  <a:lnTo>
                    <a:pt x="1387907" y="4459237"/>
                  </a:lnTo>
                  <a:lnTo>
                    <a:pt x="1388124" y="4459237"/>
                  </a:lnTo>
                  <a:lnTo>
                    <a:pt x="1388450" y="4459237"/>
                  </a:lnTo>
                  <a:lnTo>
                    <a:pt x="1388558" y="4459237"/>
                  </a:lnTo>
                  <a:lnTo>
                    <a:pt x="1388666" y="4458613"/>
                  </a:lnTo>
                  <a:lnTo>
                    <a:pt x="1388775" y="4458613"/>
                  </a:lnTo>
                  <a:lnTo>
                    <a:pt x="1389100" y="4458613"/>
                  </a:lnTo>
                  <a:lnTo>
                    <a:pt x="1389317" y="4458613"/>
                  </a:lnTo>
                  <a:lnTo>
                    <a:pt x="1389426" y="4458613"/>
                  </a:lnTo>
                  <a:lnTo>
                    <a:pt x="1389751" y="4457989"/>
                  </a:lnTo>
                  <a:lnTo>
                    <a:pt x="1389859" y="4457989"/>
                  </a:lnTo>
                  <a:lnTo>
                    <a:pt x="1389859" y="4457366"/>
                  </a:lnTo>
                  <a:lnTo>
                    <a:pt x="1389968" y="4457366"/>
                  </a:lnTo>
                  <a:lnTo>
                    <a:pt x="1389968" y="4456742"/>
                  </a:lnTo>
                  <a:lnTo>
                    <a:pt x="1389968" y="4456119"/>
                  </a:lnTo>
                  <a:lnTo>
                    <a:pt x="1390185" y="4456119"/>
                  </a:lnTo>
                  <a:lnTo>
                    <a:pt x="1390293" y="4456119"/>
                  </a:lnTo>
                  <a:lnTo>
                    <a:pt x="1390402" y="4454248"/>
                  </a:lnTo>
                  <a:lnTo>
                    <a:pt x="1390402" y="4453624"/>
                  </a:lnTo>
                  <a:lnTo>
                    <a:pt x="1390510" y="4453624"/>
                  </a:lnTo>
                  <a:lnTo>
                    <a:pt x="1390619" y="4453624"/>
                  </a:lnTo>
                  <a:lnTo>
                    <a:pt x="1390727" y="4453624"/>
                  </a:lnTo>
                  <a:lnTo>
                    <a:pt x="1390835" y="4453624"/>
                  </a:lnTo>
                  <a:lnTo>
                    <a:pt x="1390944" y="4453624"/>
                  </a:lnTo>
                  <a:lnTo>
                    <a:pt x="1391161" y="4452377"/>
                  </a:lnTo>
                  <a:lnTo>
                    <a:pt x="1391378" y="4451130"/>
                  </a:lnTo>
                  <a:lnTo>
                    <a:pt x="1391486" y="4450507"/>
                  </a:lnTo>
                  <a:lnTo>
                    <a:pt x="1391595" y="4450507"/>
                  </a:lnTo>
                  <a:lnTo>
                    <a:pt x="1391811" y="4449883"/>
                  </a:lnTo>
                  <a:lnTo>
                    <a:pt x="1392137" y="4449883"/>
                  </a:lnTo>
                  <a:lnTo>
                    <a:pt x="1392245" y="4449883"/>
                  </a:lnTo>
                  <a:lnTo>
                    <a:pt x="1392354" y="4449259"/>
                  </a:lnTo>
                  <a:lnTo>
                    <a:pt x="1392896" y="4449259"/>
                  </a:lnTo>
                  <a:lnTo>
                    <a:pt x="1393004" y="4449259"/>
                  </a:lnTo>
                  <a:lnTo>
                    <a:pt x="1393113" y="4449259"/>
                  </a:lnTo>
                  <a:lnTo>
                    <a:pt x="1393221" y="4449259"/>
                  </a:lnTo>
                  <a:lnTo>
                    <a:pt x="1393330" y="4449259"/>
                  </a:lnTo>
                  <a:lnTo>
                    <a:pt x="1393330" y="4448636"/>
                  </a:lnTo>
                  <a:lnTo>
                    <a:pt x="1393438" y="4448636"/>
                  </a:lnTo>
                  <a:lnTo>
                    <a:pt x="1393438" y="4448012"/>
                  </a:lnTo>
                  <a:lnTo>
                    <a:pt x="1393547" y="4448012"/>
                  </a:lnTo>
                  <a:lnTo>
                    <a:pt x="1393655" y="4448012"/>
                  </a:lnTo>
                  <a:lnTo>
                    <a:pt x="1393980" y="4448012"/>
                  </a:lnTo>
                  <a:lnTo>
                    <a:pt x="1394089" y="4448012"/>
                  </a:lnTo>
                  <a:lnTo>
                    <a:pt x="1394197" y="4448012"/>
                  </a:lnTo>
                  <a:lnTo>
                    <a:pt x="1394306" y="4448012"/>
                  </a:lnTo>
                  <a:lnTo>
                    <a:pt x="1394523" y="4448012"/>
                  </a:lnTo>
                  <a:lnTo>
                    <a:pt x="1394631" y="4448012"/>
                  </a:lnTo>
                  <a:lnTo>
                    <a:pt x="1394848" y="4448012"/>
                  </a:lnTo>
                  <a:lnTo>
                    <a:pt x="1395065" y="4448012"/>
                  </a:lnTo>
                  <a:lnTo>
                    <a:pt x="1395173" y="4448012"/>
                  </a:lnTo>
                  <a:lnTo>
                    <a:pt x="1395716" y="4448012"/>
                  </a:lnTo>
                  <a:lnTo>
                    <a:pt x="1395932" y="4448012"/>
                  </a:lnTo>
                  <a:lnTo>
                    <a:pt x="1396041" y="4448012"/>
                  </a:lnTo>
                  <a:lnTo>
                    <a:pt x="1396149" y="4448012"/>
                  </a:lnTo>
                  <a:lnTo>
                    <a:pt x="1396366" y="4448012"/>
                  </a:lnTo>
                  <a:lnTo>
                    <a:pt x="1396583" y="4448012"/>
                  </a:lnTo>
                  <a:lnTo>
                    <a:pt x="1396800" y="4446765"/>
                  </a:lnTo>
                  <a:lnTo>
                    <a:pt x="1397017" y="4446765"/>
                  </a:lnTo>
                  <a:lnTo>
                    <a:pt x="1397234" y="4446765"/>
                  </a:lnTo>
                  <a:lnTo>
                    <a:pt x="1397342" y="4446765"/>
                  </a:lnTo>
                  <a:lnTo>
                    <a:pt x="1397451" y="4446765"/>
                  </a:lnTo>
                  <a:lnTo>
                    <a:pt x="1397668" y="4446765"/>
                  </a:lnTo>
                  <a:lnTo>
                    <a:pt x="1397776" y="4446765"/>
                  </a:lnTo>
                  <a:lnTo>
                    <a:pt x="1398101" y="4446765"/>
                  </a:lnTo>
                  <a:lnTo>
                    <a:pt x="1398427" y="4446141"/>
                  </a:lnTo>
                  <a:lnTo>
                    <a:pt x="1398535" y="4446141"/>
                  </a:lnTo>
                  <a:lnTo>
                    <a:pt x="1398752" y="4446141"/>
                  </a:lnTo>
                  <a:lnTo>
                    <a:pt x="1399077" y="4446141"/>
                  </a:lnTo>
                  <a:lnTo>
                    <a:pt x="1399186" y="4446141"/>
                  </a:lnTo>
                  <a:lnTo>
                    <a:pt x="1399294" y="4446141"/>
                  </a:lnTo>
                  <a:lnTo>
                    <a:pt x="1399403" y="4446141"/>
                  </a:lnTo>
                  <a:lnTo>
                    <a:pt x="1399620" y="4446141"/>
                  </a:lnTo>
                  <a:lnTo>
                    <a:pt x="1400379" y="4442400"/>
                  </a:lnTo>
                  <a:lnTo>
                    <a:pt x="1400379" y="4441776"/>
                  </a:lnTo>
                  <a:lnTo>
                    <a:pt x="1400487" y="4441776"/>
                  </a:lnTo>
                  <a:lnTo>
                    <a:pt x="1400596" y="4441776"/>
                  </a:lnTo>
                  <a:lnTo>
                    <a:pt x="1400704" y="4441776"/>
                  </a:lnTo>
                  <a:lnTo>
                    <a:pt x="1400813" y="4441776"/>
                  </a:lnTo>
                  <a:lnTo>
                    <a:pt x="1400921" y="4441776"/>
                  </a:lnTo>
                  <a:lnTo>
                    <a:pt x="1400921" y="4441153"/>
                  </a:lnTo>
                  <a:lnTo>
                    <a:pt x="1401029" y="4441153"/>
                  </a:lnTo>
                  <a:lnTo>
                    <a:pt x="1401246" y="4441153"/>
                  </a:lnTo>
                  <a:lnTo>
                    <a:pt x="1401246" y="4440529"/>
                  </a:lnTo>
                  <a:lnTo>
                    <a:pt x="1401355" y="4440529"/>
                  </a:lnTo>
                  <a:lnTo>
                    <a:pt x="1401463" y="4440529"/>
                  </a:lnTo>
                  <a:lnTo>
                    <a:pt x="1401572" y="4440529"/>
                  </a:lnTo>
                  <a:lnTo>
                    <a:pt x="1401680" y="4440529"/>
                  </a:lnTo>
                  <a:lnTo>
                    <a:pt x="1401897" y="4440529"/>
                  </a:lnTo>
                  <a:lnTo>
                    <a:pt x="1402114" y="4440529"/>
                  </a:lnTo>
                  <a:lnTo>
                    <a:pt x="1402222" y="4440529"/>
                  </a:lnTo>
                  <a:lnTo>
                    <a:pt x="1402222" y="4439906"/>
                  </a:lnTo>
                  <a:lnTo>
                    <a:pt x="1402331" y="4439906"/>
                  </a:lnTo>
                  <a:lnTo>
                    <a:pt x="1402439" y="4439906"/>
                  </a:lnTo>
                  <a:lnTo>
                    <a:pt x="1402548" y="4439906"/>
                  </a:lnTo>
                  <a:lnTo>
                    <a:pt x="1402656" y="4439906"/>
                  </a:lnTo>
                  <a:lnTo>
                    <a:pt x="1402656" y="4439282"/>
                  </a:lnTo>
                  <a:lnTo>
                    <a:pt x="1402765" y="4438658"/>
                  </a:lnTo>
                  <a:lnTo>
                    <a:pt x="1402765" y="4438035"/>
                  </a:lnTo>
                  <a:lnTo>
                    <a:pt x="1402981" y="4438035"/>
                  </a:lnTo>
                  <a:lnTo>
                    <a:pt x="1403090" y="4438035"/>
                  </a:lnTo>
                  <a:lnTo>
                    <a:pt x="1403415" y="4438035"/>
                  </a:lnTo>
                  <a:lnTo>
                    <a:pt x="1403849" y="4437411"/>
                  </a:lnTo>
                  <a:lnTo>
                    <a:pt x="1404066" y="4437411"/>
                  </a:lnTo>
                  <a:lnTo>
                    <a:pt x="1404174" y="4437411"/>
                  </a:lnTo>
                  <a:lnTo>
                    <a:pt x="1404283" y="4437411"/>
                  </a:lnTo>
                  <a:lnTo>
                    <a:pt x="1404500" y="4436788"/>
                  </a:lnTo>
                  <a:lnTo>
                    <a:pt x="1404608" y="4436788"/>
                  </a:lnTo>
                  <a:lnTo>
                    <a:pt x="1404717" y="4436788"/>
                  </a:lnTo>
                  <a:lnTo>
                    <a:pt x="1404825" y="4436788"/>
                  </a:lnTo>
                  <a:lnTo>
                    <a:pt x="1404934" y="4436788"/>
                  </a:lnTo>
                  <a:lnTo>
                    <a:pt x="1405042" y="4436788"/>
                  </a:lnTo>
                  <a:lnTo>
                    <a:pt x="1405150" y="4436788"/>
                  </a:lnTo>
                  <a:lnTo>
                    <a:pt x="1405367" y="4436164"/>
                  </a:lnTo>
                  <a:lnTo>
                    <a:pt x="1405476" y="4436164"/>
                  </a:lnTo>
                  <a:lnTo>
                    <a:pt x="1405476" y="4435541"/>
                  </a:lnTo>
                  <a:lnTo>
                    <a:pt x="1405584" y="4435541"/>
                  </a:lnTo>
                  <a:lnTo>
                    <a:pt x="1405693" y="4435541"/>
                  </a:lnTo>
                  <a:lnTo>
                    <a:pt x="1405801" y="4435541"/>
                  </a:lnTo>
                  <a:lnTo>
                    <a:pt x="1405801" y="4434293"/>
                  </a:lnTo>
                  <a:lnTo>
                    <a:pt x="1405910" y="4434293"/>
                  </a:lnTo>
                  <a:lnTo>
                    <a:pt x="1405910" y="4433670"/>
                  </a:lnTo>
                  <a:lnTo>
                    <a:pt x="1406126" y="4432423"/>
                  </a:lnTo>
                  <a:lnTo>
                    <a:pt x="1406235" y="4432423"/>
                  </a:lnTo>
                  <a:lnTo>
                    <a:pt x="1406235" y="4431799"/>
                  </a:lnTo>
                  <a:lnTo>
                    <a:pt x="1406560" y="4430552"/>
                  </a:lnTo>
                  <a:lnTo>
                    <a:pt x="1406669" y="4430552"/>
                  </a:lnTo>
                  <a:lnTo>
                    <a:pt x="1406886" y="4430552"/>
                  </a:lnTo>
                  <a:lnTo>
                    <a:pt x="1407211" y="4430552"/>
                  </a:lnTo>
                  <a:lnTo>
                    <a:pt x="1407645" y="4430552"/>
                  </a:lnTo>
                  <a:lnTo>
                    <a:pt x="1407753" y="4430552"/>
                  </a:lnTo>
                  <a:lnTo>
                    <a:pt x="1407862" y="4430552"/>
                  </a:lnTo>
                  <a:lnTo>
                    <a:pt x="1407970" y="4430552"/>
                  </a:lnTo>
                  <a:lnTo>
                    <a:pt x="1408079" y="4430552"/>
                  </a:lnTo>
                  <a:lnTo>
                    <a:pt x="1408187" y="4428681"/>
                  </a:lnTo>
                  <a:lnTo>
                    <a:pt x="1408295" y="4428681"/>
                  </a:lnTo>
                  <a:lnTo>
                    <a:pt x="1408295" y="4428058"/>
                  </a:lnTo>
                  <a:lnTo>
                    <a:pt x="1408295" y="4427434"/>
                  </a:lnTo>
                  <a:lnTo>
                    <a:pt x="1408512" y="4427434"/>
                  </a:lnTo>
                  <a:lnTo>
                    <a:pt x="1408838" y="4427434"/>
                  </a:lnTo>
                  <a:lnTo>
                    <a:pt x="1409055" y="4427434"/>
                  </a:lnTo>
                  <a:lnTo>
                    <a:pt x="1409271" y="4427434"/>
                  </a:lnTo>
                  <a:lnTo>
                    <a:pt x="1409380" y="4427434"/>
                  </a:lnTo>
                  <a:lnTo>
                    <a:pt x="1409488" y="4427434"/>
                  </a:lnTo>
                  <a:lnTo>
                    <a:pt x="1409488" y="4426810"/>
                  </a:lnTo>
                  <a:lnTo>
                    <a:pt x="1409922" y="4426187"/>
                  </a:lnTo>
                  <a:lnTo>
                    <a:pt x="1410139" y="4426187"/>
                  </a:lnTo>
                  <a:lnTo>
                    <a:pt x="1410356" y="4426187"/>
                  </a:lnTo>
                  <a:lnTo>
                    <a:pt x="1410464" y="4426187"/>
                  </a:lnTo>
                  <a:lnTo>
                    <a:pt x="1410681" y="4426187"/>
                  </a:lnTo>
                  <a:lnTo>
                    <a:pt x="1410790" y="4426187"/>
                  </a:lnTo>
                  <a:lnTo>
                    <a:pt x="1410898" y="4424940"/>
                  </a:lnTo>
                  <a:lnTo>
                    <a:pt x="1411007" y="4424940"/>
                  </a:lnTo>
                  <a:lnTo>
                    <a:pt x="1411115" y="4423692"/>
                  </a:lnTo>
                  <a:lnTo>
                    <a:pt x="1411223" y="4423692"/>
                  </a:lnTo>
                  <a:lnTo>
                    <a:pt x="1411332" y="4423692"/>
                  </a:lnTo>
                  <a:lnTo>
                    <a:pt x="1411766" y="4423692"/>
                  </a:lnTo>
                  <a:lnTo>
                    <a:pt x="1412091" y="4423692"/>
                  </a:lnTo>
                  <a:lnTo>
                    <a:pt x="1412200" y="4423692"/>
                  </a:lnTo>
                  <a:lnTo>
                    <a:pt x="1412308" y="4423692"/>
                  </a:lnTo>
                  <a:lnTo>
                    <a:pt x="1412416" y="4423692"/>
                  </a:lnTo>
                  <a:lnTo>
                    <a:pt x="1412525" y="4423069"/>
                  </a:lnTo>
                  <a:lnTo>
                    <a:pt x="1412633" y="4423069"/>
                  </a:lnTo>
                  <a:lnTo>
                    <a:pt x="1412742" y="4423069"/>
                  </a:lnTo>
                  <a:lnTo>
                    <a:pt x="1412850" y="4423069"/>
                  </a:lnTo>
                  <a:lnTo>
                    <a:pt x="1412959" y="4423069"/>
                  </a:lnTo>
                  <a:lnTo>
                    <a:pt x="1413067" y="4420575"/>
                  </a:lnTo>
                  <a:lnTo>
                    <a:pt x="1413176" y="4420575"/>
                  </a:lnTo>
                  <a:lnTo>
                    <a:pt x="1413284" y="4420575"/>
                  </a:lnTo>
                  <a:lnTo>
                    <a:pt x="1413501" y="4420575"/>
                  </a:lnTo>
                  <a:lnTo>
                    <a:pt x="1413501" y="4419951"/>
                  </a:lnTo>
                  <a:lnTo>
                    <a:pt x="1413718" y="4419951"/>
                  </a:lnTo>
                  <a:lnTo>
                    <a:pt x="1413826" y="4419951"/>
                  </a:lnTo>
                  <a:lnTo>
                    <a:pt x="1414043" y="4419951"/>
                  </a:lnTo>
                  <a:lnTo>
                    <a:pt x="1414152" y="4419951"/>
                  </a:lnTo>
                  <a:lnTo>
                    <a:pt x="1414260" y="4419951"/>
                  </a:lnTo>
                  <a:lnTo>
                    <a:pt x="1414368" y="4419951"/>
                  </a:lnTo>
                  <a:lnTo>
                    <a:pt x="1414911" y="4419951"/>
                  </a:lnTo>
                  <a:lnTo>
                    <a:pt x="1415019" y="4419951"/>
                  </a:lnTo>
                  <a:lnTo>
                    <a:pt x="1415236" y="4419951"/>
                  </a:lnTo>
                  <a:lnTo>
                    <a:pt x="1415344" y="4419951"/>
                  </a:lnTo>
                  <a:lnTo>
                    <a:pt x="1415561" y="4419951"/>
                  </a:lnTo>
                  <a:lnTo>
                    <a:pt x="1415778" y="4419951"/>
                  </a:lnTo>
                  <a:lnTo>
                    <a:pt x="1415887" y="4419951"/>
                  </a:lnTo>
                  <a:lnTo>
                    <a:pt x="1416104" y="4419951"/>
                  </a:lnTo>
                  <a:lnTo>
                    <a:pt x="1416212" y="4419951"/>
                  </a:lnTo>
                  <a:lnTo>
                    <a:pt x="1416321" y="4419951"/>
                  </a:lnTo>
                  <a:lnTo>
                    <a:pt x="1416429" y="4419951"/>
                  </a:lnTo>
                  <a:lnTo>
                    <a:pt x="1416646" y="4419951"/>
                  </a:lnTo>
                  <a:lnTo>
                    <a:pt x="1416971" y="4419951"/>
                  </a:lnTo>
                  <a:lnTo>
                    <a:pt x="1417080" y="4419951"/>
                  </a:lnTo>
                  <a:lnTo>
                    <a:pt x="1417405" y="4419327"/>
                  </a:lnTo>
                  <a:lnTo>
                    <a:pt x="1417730" y="4419327"/>
                  </a:lnTo>
                  <a:lnTo>
                    <a:pt x="1417730" y="4418704"/>
                  </a:lnTo>
                  <a:lnTo>
                    <a:pt x="1417839" y="4418704"/>
                  </a:lnTo>
                  <a:lnTo>
                    <a:pt x="1417947" y="4418704"/>
                  </a:lnTo>
                  <a:lnTo>
                    <a:pt x="1418056" y="4418704"/>
                  </a:lnTo>
                  <a:lnTo>
                    <a:pt x="1418164" y="4418704"/>
                  </a:lnTo>
                  <a:lnTo>
                    <a:pt x="1418273" y="4418080"/>
                  </a:lnTo>
                  <a:lnTo>
                    <a:pt x="1418381" y="4418080"/>
                  </a:lnTo>
                  <a:lnTo>
                    <a:pt x="1418489" y="4418080"/>
                  </a:lnTo>
                  <a:lnTo>
                    <a:pt x="1418489" y="4417457"/>
                  </a:lnTo>
                  <a:lnTo>
                    <a:pt x="1418598" y="4416833"/>
                  </a:lnTo>
                  <a:lnTo>
                    <a:pt x="1418706" y="4416833"/>
                  </a:lnTo>
                  <a:lnTo>
                    <a:pt x="1419032" y="4416833"/>
                  </a:lnTo>
                  <a:lnTo>
                    <a:pt x="1419682" y="4415586"/>
                  </a:lnTo>
                  <a:lnTo>
                    <a:pt x="1419791" y="4415586"/>
                  </a:lnTo>
                  <a:lnTo>
                    <a:pt x="1420008" y="4415586"/>
                  </a:lnTo>
                  <a:lnTo>
                    <a:pt x="1420116" y="4415586"/>
                  </a:lnTo>
                  <a:lnTo>
                    <a:pt x="1420225" y="4415586"/>
                  </a:lnTo>
                  <a:lnTo>
                    <a:pt x="1420225" y="4414962"/>
                  </a:lnTo>
                  <a:lnTo>
                    <a:pt x="1420333" y="4414962"/>
                  </a:lnTo>
                  <a:lnTo>
                    <a:pt x="1420442" y="4414962"/>
                  </a:lnTo>
                  <a:lnTo>
                    <a:pt x="1420767" y="4414962"/>
                  </a:lnTo>
                  <a:lnTo>
                    <a:pt x="1421743" y="4413715"/>
                  </a:lnTo>
                  <a:lnTo>
                    <a:pt x="1421851" y="4413715"/>
                  </a:lnTo>
                  <a:lnTo>
                    <a:pt x="1421851" y="4413092"/>
                  </a:lnTo>
                  <a:lnTo>
                    <a:pt x="1421960" y="4413092"/>
                  </a:lnTo>
                  <a:lnTo>
                    <a:pt x="1422068" y="4412468"/>
                  </a:lnTo>
                  <a:lnTo>
                    <a:pt x="1422177" y="4412468"/>
                  </a:lnTo>
                  <a:lnTo>
                    <a:pt x="1422177" y="4411844"/>
                  </a:lnTo>
                  <a:lnTo>
                    <a:pt x="1422394" y="4411844"/>
                  </a:lnTo>
                  <a:lnTo>
                    <a:pt x="1422394" y="4411221"/>
                  </a:lnTo>
                  <a:lnTo>
                    <a:pt x="1422502" y="4411221"/>
                  </a:lnTo>
                  <a:lnTo>
                    <a:pt x="1422610" y="4411221"/>
                  </a:lnTo>
                  <a:lnTo>
                    <a:pt x="1422719" y="4411221"/>
                  </a:lnTo>
                  <a:lnTo>
                    <a:pt x="1422719" y="4410597"/>
                  </a:lnTo>
                  <a:lnTo>
                    <a:pt x="1423044" y="4410597"/>
                  </a:lnTo>
                  <a:lnTo>
                    <a:pt x="1423153" y="4409350"/>
                  </a:lnTo>
                  <a:lnTo>
                    <a:pt x="1423478" y="4409350"/>
                  </a:lnTo>
                  <a:lnTo>
                    <a:pt x="1423695" y="4409350"/>
                  </a:lnTo>
                  <a:lnTo>
                    <a:pt x="1423695" y="4408726"/>
                  </a:lnTo>
                  <a:lnTo>
                    <a:pt x="1423803" y="4408726"/>
                  </a:lnTo>
                  <a:lnTo>
                    <a:pt x="1423912" y="4408726"/>
                  </a:lnTo>
                  <a:lnTo>
                    <a:pt x="1424129" y="4408726"/>
                  </a:lnTo>
                  <a:lnTo>
                    <a:pt x="1424237" y="4408726"/>
                  </a:lnTo>
                  <a:lnTo>
                    <a:pt x="1424562" y="4408726"/>
                  </a:lnTo>
                  <a:lnTo>
                    <a:pt x="1424562" y="4408103"/>
                  </a:lnTo>
                  <a:lnTo>
                    <a:pt x="1424779" y="4408103"/>
                  </a:lnTo>
                  <a:lnTo>
                    <a:pt x="1424888" y="4408103"/>
                  </a:lnTo>
                  <a:lnTo>
                    <a:pt x="1425213" y="4407479"/>
                  </a:lnTo>
                  <a:lnTo>
                    <a:pt x="1425322" y="4407479"/>
                  </a:lnTo>
                  <a:lnTo>
                    <a:pt x="1425539" y="4407479"/>
                  </a:lnTo>
                  <a:lnTo>
                    <a:pt x="1425647" y="4407479"/>
                  </a:lnTo>
                  <a:lnTo>
                    <a:pt x="1425864" y="4407479"/>
                  </a:lnTo>
                  <a:lnTo>
                    <a:pt x="1425972" y="4407479"/>
                  </a:lnTo>
                  <a:lnTo>
                    <a:pt x="1426081" y="4407479"/>
                  </a:lnTo>
                  <a:lnTo>
                    <a:pt x="1426298" y="4406856"/>
                  </a:lnTo>
                  <a:lnTo>
                    <a:pt x="1426406" y="4406856"/>
                  </a:lnTo>
                  <a:lnTo>
                    <a:pt x="1426515" y="4406856"/>
                  </a:lnTo>
                  <a:lnTo>
                    <a:pt x="1426623" y="4406856"/>
                  </a:lnTo>
                  <a:lnTo>
                    <a:pt x="1426731" y="4406856"/>
                  </a:lnTo>
                  <a:lnTo>
                    <a:pt x="1426948" y="4406856"/>
                  </a:lnTo>
                  <a:lnTo>
                    <a:pt x="1426948" y="4406232"/>
                  </a:lnTo>
                  <a:lnTo>
                    <a:pt x="1427165" y="4406232"/>
                  </a:lnTo>
                  <a:lnTo>
                    <a:pt x="1427274" y="4406232"/>
                  </a:lnTo>
                  <a:lnTo>
                    <a:pt x="1427274" y="4405609"/>
                  </a:lnTo>
                  <a:lnTo>
                    <a:pt x="1427491" y="4405609"/>
                  </a:lnTo>
                  <a:lnTo>
                    <a:pt x="1427707" y="4405609"/>
                  </a:lnTo>
                  <a:lnTo>
                    <a:pt x="1427816" y="4405609"/>
                  </a:lnTo>
                  <a:lnTo>
                    <a:pt x="1427924" y="4405609"/>
                  </a:lnTo>
                  <a:lnTo>
                    <a:pt x="1428033" y="4405609"/>
                  </a:lnTo>
                  <a:lnTo>
                    <a:pt x="1428141" y="4405609"/>
                  </a:lnTo>
                  <a:lnTo>
                    <a:pt x="1428250" y="4405609"/>
                  </a:lnTo>
                  <a:lnTo>
                    <a:pt x="1428358" y="4405609"/>
                  </a:lnTo>
                  <a:lnTo>
                    <a:pt x="1428575" y="4405609"/>
                  </a:lnTo>
                  <a:lnTo>
                    <a:pt x="1428683" y="4405609"/>
                  </a:lnTo>
                  <a:lnTo>
                    <a:pt x="1428792" y="4405609"/>
                  </a:lnTo>
                  <a:lnTo>
                    <a:pt x="1429009" y="4404361"/>
                  </a:lnTo>
                  <a:lnTo>
                    <a:pt x="1429117" y="4404361"/>
                  </a:lnTo>
                  <a:lnTo>
                    <a:pt x="1429660" y="4404361"/>
                  </a:lnTo>
                  <a:lnTo>
                    <a:pt x="1429768" y="4404361"/>
                  </a:lnTo>
                  <a:lnTo>
                    <a:pt x="1429985" y="4404361"/>
                  </a:lnTo>
                  <a:lnTo>
                    <a:pt x="1430419" y="4404361"/>
                  </a:lnTo>
                  <a:lnTo>
                    <a:pt x="1430744" y="4404361"/>
                  </a:lnTo>
                  <a:lnTo>
                    <a:pt x="1430852" y="4404361"/>
                  </a:lnTo>
                  <a:lnTo>
                    <a:pt x="1431069" y="4403738"/>
                  </a:lnTo>
                  <a:lnTo>
                    <a:pt x="1431178" y="4403738"/>
                  </a:lnTo>
                  <a:lnTo>
                    <a:pt x="1431395" y="4403738"/>
                  </a:lnTo>
                  <a:lnTo>
                    <a:pt x="1431612" y="4403738"/>
                  </a:lnTo>
                  <a:lnTo>
                    <a:pt x="1431828" y="4403738"/>
                  </a:lnTo>
                  <a:lnTo>
                    <a:pt x="1431937" y="4403114"/>
                  </a:lnTo>
                  <a:lnTo>
                    <a:pt x="1432045" y="4402491"/>
                  </a:lnTo>
                  <a:lnTo>
                    <a:pt x="1432154" y="4402491"/>
                  </a:lnTo>
                  <a:lnTo>
                    <a:pt x="1432262" y="4402491"/>
                  </a:lnTo>
                  <a:lnTo>
                    <a:pt x="1432371" y="4402491"/>
                  </a:lnTo>
                  <a:lnTo>
                    <a:pt x="1432696" y="4402491"/>
                  </a:lnTo>
                  <a:lnTo>
                    <a:pt x="1433021" y="4401867"/>
                  </a:lnTo>
                  <a:lnTo>
                    <a:pt x="1433238" y="4401867"/>
                  </a:lnTo>
                  <a:lnTo>
                    <a:pt x="1433347" y="4401867"/>
                  </a:lnTo>
                  <a:lnTo>
                    <a:pt x="1433455" y="4401867"/>
                  </a:lnTo>
                  <a:lnTo>
                    <a:pt x="1433564" y="4401867"/>
                  </a:lnTo>
                  <a:lnTo>
                    <a:pt x="1433672" y="4401867"/>
                  </a:lnTo>
                  <a:lnTo>
                    <a:pt x="1433781" y="4401867"/>
                  </a:lnTo>
                  <a:lnTo>
                    <a:pt x="1433889" y="4401867"/>
                  </a:lnTo>
                  <a:lnTo>
                    <a:pt x="1433997" y="4401867"/>
                  </a:lnTo>
                  <a:lnTo>
                    <a:pt x="1434106" y="4401867"/>
                  </a:lnTo>
                  <a:lnTo>
                    <a:pt x="1434214" y="4401867"/>
                  </a:lnTo>
                  <a:lnTo>
                    <a:pt x="1434540" y="4401867"/>
                  </a:lnTo>
                  <a:lnTo>
                    <a:pt x="1434973" y="4401867"/>
                  </a:lnTo>
                  <a:lnTo>
                    <a:pt x="1435082" y="4401867"/>
                  </a:lnTo>
                  <a:lnTo>
                    <a:pt x="1435190" y="4401867"/>
                  </a:lnTo>
                  <a:lnTo>
                    <a:pt x="1435516" y="4401244"/>
                  </a:lnTo>
                  <a:lnTo>
                    <a:pt x="1435624" y="4399373"/>
                  </a:lnTo>
                  <a:lnTo>
                    <a:pt x="1435733" y="4399373"/>
                  </a:lnTo>
                  <a:lnTo>
                    <a:pt x="1436058" y="4399373"/>
                  </a:lnTo>
                  <a:lnTo>
                    <a:pt x="1436275" y="4399373"/>
                  </a:lnTo>
                  <a:lnTo>
                    <a:pt x="1436383" y="4399373"/>
                  </a:lnTo>
                  <a:lnTo>
                    <a:pt x="1436492" y="4399373"/>
                  </a:lnTo>
                  <a:lnTo>
                    <a:pt x="1436600" y="4399373"/>
                  </a:lnTo>
                  <a:lnTo>
                    <a:pt x="1436817" y="4399373"/>
                  </a:lnTo>
                  <a:lnTo>
                    <a:pt x="1437034" y="4399373"/>
                  </a:lnTo>
                  <a:lnTo>
                    <a:pt x="1437142" y="4399373"/>
                  </a:lnTo>
                  <a:lnTo>
                    <a:pt x="1437251" y="4399373"/>
                  </a:lnTo>
                  <a:lnTo>
                    <a:pt x="1438010" y="4398749"/>
                  </a:lnTo>
                  <a:lnTo>
                    <a:pt x="1438010" y="4398126"/>
                  </a:lnTo>
                  <a:lnTo>
                    <a:pt x="1438118" y="4398126"/>
                  </a:lnTo>
                  <a:lnTo>
                    <a:pt x="1438227" y="4398126"/>
                  </a:lnTo>
                  <a:lnTo>
                    <a:pt x="1438335" y="4398126"/>
                  </a:lnTo>
                  <a:lnTo>
                    <a:pt x="1438661" y="4398126"/>
                  </a:lnTo>
                  <a:lnTo>
                    <a:pt x="1438769" y="4398126"/>
                  </a:lnTo>
                  <a:lnTo>
                    <a:pt x="1438986" y="4398126"/>
                  </a:lnTo>
                  <a:lnTo>
                    <a:pt x="1439203" y="4398126"/>
                  </a:lnTo>
                  <a:lnTo>
                    <a:pt x="1439311" y="4398126"/>
                  </a:lnTo>
                  <a:lnTo>
                    <a:pt x="1439420" y="4398126"/>
                  </a:lnTo>
                  <a:lnTo>
                    <a:pt x="1439745" y="4398126"/>
                  </a:lnTo>
                  <a:lnTo>
                    <a:pt x="1440613" y="4398126"/>
                  </a:lnTo>
                  <a:lnTo>
                    <a:pt x="1440721" y="4398126"/>
                  </a:lnTo>
                  <a:lnTo>
                    <a:pt x="1440830" y="4397502"/>
                  </a:lnTo>
                  <a:lnTo>
                    <a:pt x="1440830" y="4396878"/>
                  </a:lnTo>
                  <a:lnTo>
                    <a:pt x="1440830" y="4396255"/>
                  </a:lnTo>
                  <a:lnTo>
                    <a:pt x="1440938" y="4396255"/>
                  </a:lnTo>
                  <a:lnTo>
                    <a:pt x="1441697" y="4396255"/>
                  </a:lnTo>
                  <a:lnTo>
                    <a:pt x="1441806" y="4396255"/>
                  </a:lnTo>
                  <a:lnTo>
                    <a:pt x="1442131" y="4395631"/>
                  </a:lnTo>
                  <a:lnTo>
                    <a:pt x="1442239" y="4395008"/>
                  </a:lnTo>
                  <a:lnTo>
                    <a:pt x="1442239" y="4394384"/>
                  </a:lnTo>
                  <a:lnTo>
                    <a:pt x="1442348" y="4394384"/>
                  </a:lnTo>
                  <a:lnTo>
                    <a:pt x="1442565" y="4394384"/>
                  </a:lnTo>
                  <a:lnTo>
                    <a:pt x="1442673" y="4393761"/>
                  </a:lnTo>
                  <a:lnTo>
                    <a:pt x="1442782" y="4393761"/>
                  </a:lnTo>
                  <a:lnTo>
                    <a:pt x="1443107" y="4393761"/>
                  </a:lnTo>
                  <a:lnTo>
                    <a:pt x="1443324" y="4393761"/>
                  </a:lnTo>
                  <a:lnTo>
                    <a:pt x="1443432" y="4393137"/>
                  </a:lnTo>
                  <a:lnTo>
                    <a:pt x="1443541" y="4393137"/>
                  </a:lnTo>
                  <a:lnTo>
                    <a:pt x="1443541" y="4392513"/>
                  </a:lnTo>
                  <a:lnTo>
                    <a:pt x="1443649" y="4392513"/>
                  </a:lnTo>
                  <a:lnTo>
                    <a:pt x="1443866" y="4392513"/>
                  </a:lnTo>
                  <a:lnTo>
                    <a:pt x="1444083" y="4392513"/>
                  </a:lnTo>
                  <a:lnTo>
                    <a:pt x="1444191" y="4392513"/>
                  </a:lnTo>
                  <a:lnTo>
                    <a:pt x="1444191" y="4391266"/>
                  </a:lnTo>
                  <a:lnTo>
                    <a:pt x="1444300" y="4391266"/>
                  </a:lnTo>
                  <a:lnTo>
                    <a:pt x="1444517" y="4391266"/>
                  </a:lnTo>
                  <a:lnTo>
                    <a:pt x="1444625" y="4391266"/>
                  </a:lnTo>
                  <a:lnTo>
                    <a:pt x="1444842" y="4390643"/>
                  </a:lnTo>
                  <a:lnTo>
                    <a:pt x="1444951" y="4390019"/>
                  </a:lnTo>
                  <a:lnTo>
                    <a:pt x="1444951" y="4389395"/>
                  </a:lnTo>
                  <a:lnTo>
                    <a:pt x="1445276" y="4389395"/>
                  </a:lnTo>
                  <a:lnTo>
                    <a:pt x="1445384" y="4389395"/>
                  </a:lnTo>
                  <a:lnTo>
                    <a:pt x="1445601" y="4389395"/>
                  </a:lnTo>
                  <a:lnTo>
                    <a:pt x="1445710" y="4389395"/>
                  </a:lnTo>
                  <a:lnTo>
                    <a:pt x="1445927" y="4388772"/>
                  </a:lnTo>
                  <a:lnTo>
                    <a:pt x="1446252" y="4388772"/>
                  </a:lnTo>
                  <a:lnTo>
                    <a:pt x="1446469" y="4388772"/>
                  </a:lnTo>
                  <a:lnTo>
                    <a:pt x="1446686" y="4388772"/>
                  </a:lnTo>
                  <a:lnTo>
                    <a:pt x="1447445" y="4388148"/>
                  </a:lnTo>
                  <a:lnTo>
                    <a:pt x="1447662" y="4387525"/>
                  </a:lnTo>
                  <a:lnTo>
                    <a:pt x="1447662" y="4386278"/>
                  </a:lnTo>
                  <a:lnTo>
                    <a:pt x="1447770" y="4386278"/>
                  </a:lnTo>
                  <a:lnTo>
                    <a:pt x="1447879" y="4386278"/>
                  </a:lnTo>
                  <a:lnTo>
                    <a:pt x="1447987" y="4386278"/>
                  </a:lnTo>
                  <a:lnTo>
                    <a:pt x="1448096" y="4386278"/>
                  </a:lnTo>
                  <a:lnTo>
                    <a:pt x="1448204" y="4385654"/>
                  </a:lnTo>
                  <a:lnTo>
                    <a:pt x="1448529" y="4385654"/>
                  </a:lnTo>
                  <a:lnTo>
                    <a:pt x="1448638" y="4385654"/>
                  </a:lnTo>
                  <a:lnTo>
                    <a:pt x="1448746" y="4385654"/>
                  </a:lnTo>
                  <a:lnTo>
                    <a:pt x="1448855" y="4385654"/>
                  </a:lnTo>
                  <a:lnTo>
                    <a:pt x="1448963" y="4385654"/>
                  </a:lnTo>
                  <a:lnTo>
                    <a:pt x="1449072" y="4385654"/>
                  </a:lnTo>
                  <a:lnTo>
                    <a:pt x="1449180" y="4385654"/>
                  </a:lnTo>
                  <a:lnTo>
                    <a:pt x="1449288" y="4385654"/>
                  </a:lnTo>
                  <a:lnTo>
                    <a:pt x="1449397" y="4385654"/>
                  </a:lnTo>
                  <a:lnTo>
                    <a:pt x="1449614" y="4385654"/>
                  </a:lnTo>
                  <a:lnTo>
                    <a:pt x="1449722" y="4385654"/>
                  </a:lnTo>
                  <a:lnTo>
                    <a:pt x="1449831" y="4385654"/>
                  </a:lnTo>
                  <a:lnTo>
                    <a:pt x="1449939" y="4385654"/>
                  </a:lnTo>
                  <a:lnTo>
                    <a:pt x="1450156" y="4385654"/>
                  </a:lnTo>
                  <a:lnTo>
                    <a:pt x="1450373" y="4385654"/>
                  </a:lnTo>
                  <a:lnTo>
                    <a:pt x="1450481" y="4385654"/>
                  </a:lnTo>
                  <a:lnTo>
                    <a:pt x="1450698" y="4385654"/>
                  </a:lnTo>
                  <a:lnTo>
                    <a:pt x="1450807" y="4385654"/>
                  </a:lnTo>
                  <a:lnTo>
                    <a:pt x="1451024" y="4385654"/>
                  </a:lnTo>
                  <a:lnTo>
                    <a:pt x="1453193" y="4383783"/>
                  </a:lnTo>
                  <a:lnTo>
                    <a:pt x="1453301" y="4383783"/>
                  </a:lnTo>
                  <a:lnTo>
                    <a:pt x="1453518" y="4383783"/>
                  </a:lnTo>
                  <a:lnTo>
                    <a:pt x="1454060" y="4383783"/>
                  </a:lnTo>
                  <a:lnTo>
                    <a:pt x="1454602" y="4383160"/>
                  </a:lnTo>
                  <a:lnTo>
                    <a:pt x="1454928" y="4383160"/>
                  </a:lnTo>
                  <a:lnTo>
                    <a:pt x="1455253" y="4383160"/>
                  </a:lnTo>
                  <a:lnTo>
                    <a:pt x="1455362" y="4383160"/>
                  </a:lnTo>
                  <a:lnTo>
                    <a:pt x="1455470" y="4383160"/>
                  </a:lnTo>
                  <a:lnTo>
                    <a:pt x="1455578" y="4383160"/>
                  </a:lnTo>
                  <a:lnTo>
                    <a:pt x="1455904" y="4383160"/>
                  </a:lnTo>
                  <a:lnTo>
                    <a:pt x="1456012" y="4383160"/>
                  </a:lnTo>
                  <a:lnTo>
                    <a:pt x="1456121" y="4383160"/>
                  </a:lnTo>
                  <a:lnTo>
                    <a:pt x="1456229" y="4383160"/>
                  </a:lnTo>
                  <a:lnTo>
                    <a:pt x="1456338" y="4383160"/>
                  </a:lnTo>
                  <a:lnTo>
                    <a:pt x="1456338" y="4382536"/>
                  </a:lnTo>
                  <a:lnTo>
                    <a:pt x="1456446" y="4382536"/>
                  </a:lnTo>
                  <a:lnTo>
                    <a:pt x="1456554" y="4382536"/>
                  </a:lnTo>
                  <a:lnTo>
                    <a:pt x="1456771" y="4382536"/>
                  </a:lnTo>
                  <a:lnTo>
                    <a:pt x="1456880" y="4382536"/>
                  </a:lnTo>
                  <a:lnTo>
                    <a:pt x="1457422" y="4381912"/>
                  </a:lnTo>
                  <a:lnTo>
                    <a:pt x="1457422" y="4381289"/>
                  </a:lnTo>
                  <a:lnTo>
                    <a:pt x="1457422" y="4380665"/>
                  </a:lnTo>
                  <a:lnTo>
                    <a:pt x="1457530" y="4380042"/>
                  </a:lnTo>
                  <a:lnTo>
                    <a:pt x="1457639" y="4378795"/>
                  </a:lnTo>
                  <a:lnTo>
                    <a:pt x="1457747" y="4378795"/>
                  </a:lnTo>
                  <a:lnTo>
                    <a:pt x="1457747" y="4378171"/>
                  </a:lnTo>
                  <a:lnTo>
                    <a:pt x="1457747" y="4377547"/>
                  </a:lnTo>
                  <a:lnTo>
                    <a:pt x="1457856" y="4377547"/>
                  </a:lnTo>
                  <a:lnTo>
                    <a:pt x="1458181" y="4377547"/>
                  </a:lnTo>
                  <a:lnTo>
                    <a:pt x="1458290" y="4377547"/>
                  </a:lnTo>
                  <a:lnTo>
                    <a:pt x="1458398" y="4377547"/>
                  </a:lnTo>
                  <a:lnTo>
                    <a:pt x="1458506" y="4377547"/>
                  </a:lnTo>
                  <a:lnTo>
                    <a:pt x="1458615" y="4377547"/>
                  </a:lnTo>
                  <a:lnTo>
                    <a:pt x="1458723" y="4377547"/>
                  </a:lnTo>
                  <a:lnTo>
                    <a:pt x="1458832" y="4377547"/>
                  </a:lnTo>
                  <a:lnTo>
                    <a:pt x="1458940" y="4377547"/>
                  </a:lnTo>
                  <a:lnTo>
                    <a:pt x="1459049" y="4377547"/>
                  </a:lnTo>
                  <a:lnTo>
                    <a:pt x="1459049" y="4376924"/>
                  </a:lnTo>
                  <a:lnTo>
                    <a:pt x="1459157" y="4376924"/>
                  </a:lnTo>
                  <a:lnTo>
                    <a:pt x="1459374" y="4376924"/>
                  </a:lnTo>
                  <a:lnTo>
                    <a:pt x="1459374" y="4376300"/>
                  </a:lnTo>
                  <a:lnTo>
                    <a:pt x="1459483" y="4376300"/>
                  </a:lnTo>
                  <a:lnTo>
                    <a:pt x="1459591" y="4376300"/>
                  </a:lnTo>
                  <a:lnTo>
                    <a:pt x="1460025" y="4376300"/>
                  </a:lnTo>
                  <a:lnTo>
                    <a:pt x="1460133" y="4376300"/>
                  </a:lnTo>
                  <a:lnTo>
                    <a:pt x="1460242" y="4376300"/>
                  </a:lnTo>
                  <a:lnTo>
                    <a:pt x="1460459" y="4376300"/>
                  </a:lnTo>
                  <a:lnTo>
                    <a:pt x="1460459" y="4375677"/>
                  </a:lnTo>
                  <a:lnTo>
                    <a:pt x="1460567" y="4375677"/>
                  </a:lnTo>
                  <a:lnTo>
                    <a:pt x="1460784" y="4375677"/>
                  </a:lnTo>
                  <a:lnTo>
                    <a:pt x="1461109" y="4375053"/>
                  </a:lnTo>
                  <a:lnTo>
                    <a:pt x="1461435" y="4375053"/>
                  </a:lnTo>
                  <a:lnTo>
                    <a:pt x="1461543" y="4373806"/>
                  </a:lnTo>
                  <a:lnTo>
                    <a:pt x="1461760" y="4373806"/>
                  </a:lnTo>
                  <a:lnTo>
                    <a:pt x="1461868" y="4373806"/>
                  </a:lnTo>
                  <a:lnTo>
                    <a:pt x="1462194" y="4373182"/>
                  </a:lnTo>
                  <a:lnTo>
                    <a:pt x="1462411" y="4373182"/>
                  </a:lnTo>
                  <a:lnTo>
                    <a:pt x="1462519" y="4373182"/>
                  </a:lnTo>
                  <a:lnTo>
                    <a:pt x="1462627" y="4373182"/>
                  </a:lnTo>
                  <a:lnTo>
                    <a:pt x="1462736" y="4373182"/>
                  </a:lnTo>
                  <a:lnTo>
                    <a:pt x="1462844" y="4372559"/>
                  </a:lnTo>
                  <a:lnTo>
                    <a:pt x="1462953" y="4372559"/>
                  </a:lnTo>
                  <a:lnTo>
                    <a:pt x="1463061" y="4372559"/>
                  </a:lnTo>
                  <a:lnTo>
                    <a:pt x="1463278" y="4372559"/>
                  </a:lnTo>
                  <a:lnTo>
                    <a:pt x="1463604" y="4371935"/>
                  </a:lnTo>
                  <a:lnTo>
                    <a:pt x="1463820" y="4371935"/>
                  </a:lnTo>
                  <a:lnTo>
                    <a:pt x="1463929" y="4371935"/>
                  </a:lnTo>
                  <a:lnTo>
                    <a:pt x="1464037" y="4371935"/>
                  </a:lnTo>
                  <a:lnTo>
                    <a:pt x="1464146" y="4371935"/>
                  </a:lnTo>
                  <a:lnTo>
                    <a:pt x="1464363" y="4371935"/>
                  </a:lnTo>
                  <a:lnTo>
                    <a:pt x="1464580" y="4371312"/>
                  </a:lnTo>
                  <a:lnTo>
                    <a:pt x="1464796" y="4370688"/>
                  </a:lnTo>
                  <a:lnTo>
                    <a:pt x="1465013" y="4370688"/>
                  </a:lnTo>
                  <a:lnTo>
                    <a:pt x="1465013" y="4369441"/>
                  </a:lnTo>
                  <a:lnTo>
                    <a:pt x="1465339" y="4368817"/>
                  </a:lnTo>
                  <a:lnTo>
                    <a:pt x="1465447" y="4368817"/>
                  </a:lnTo>
                  <a:lnTo>
                    <a:pt x="1465556" y="4368817"/>
                  </a:lnTo>
                  <a:lnTo>
                    <a:pt x="1465881" y="4368194"/>
                  </a:lnTo>
                  <a:lnTo>
                    <a:pt x="1466098" y="4368194"/>
                  </a:lnTo>
                  <a:lnTo>
                    <a:pt x="1466098" y="4367570"/>
                  </a:lnTo>
                  <a:lnTo>
                    <a:pt x="1466315" y="4367570"/>
                  </a:lnTo>
                  <a:lnTo>
                    <a:pt x="1466423" y="4367570"/>
                  </a:lnTo>
                  <a:lnTo>
                    <a:pt x="1466748" y="4367570"/>
                  </a:lnTo>
                  <a:lnTo>
                    <a:pt x="1467074" y="4367570"/>
                  </a:lnTo>
                  <a:lnTo>
                    <a:pt x="1467182" y="4367570"/>
                  </a:lnTo>
                  <a:lnTo>
                    <a:pt x="1467291" y="4367570"/>
                  </a:lnTo>
                  <a:lnTo>
                    <a:pt x="1467399" y="4367570"/>
                  </a:lnTo>
                  <a:lnTo>
                    <a:pt x="1467508" y="4366946"/>
                  </a:lnTo>
                  <a:lnTo>
                    <a:pt x="1467725" y="4366946"/>
                  </a:lnTo>
                  <a:lnTo>
                    <a:pt x="1467833" y="4366946"/>
                  </a:lnTo>
                  <a:lnTo>
                    <a:pt x="1467941" y="4366946"/>
                  </a:lnTo>
                  <a:lnTo>
                    <a:pt x="1468050" y="4366946"/>
                  </a:lnTo>
                  <a:lnTo>
                    <a:pt x="1468267" y="4366946"/>
                  </a:lnTo>
                  <a:lnTo>
                    <a:pt x="1468592" y="4366946"/>
                  </a:lnTo>
                  <a:lnTo>
                    <a:pt x="1468917" y="4366946"/>
                  </a:lnTo>
                  <a:lnTo>
                    <a:pt x="1468917" y="4366323"/>
                  </a:lnTo>
                  <a:lnTo>
                    <a:pt x="1469026" y="4365699"/>
                  </a:lnTo>
                  <a:lnTo>
                    <a:pt x="1469351" y="4365699"/>
                  </a:lnTo>
                  <a:lnTo>
                    <a:pt x="1469460" y="4365699"/>
                  </a:lnTo>
                  <a:lnTo>
                    <a:pt x="1469785" y="4365699"/>
                  </a:lnTo>
                  <a:lnTo>
                    <a:pt x="1469893" y="4365699"/>
                  </a:lnTo>
                  <a:lnTo>
                    <a:pt x="1470110" y="4365699"/>
                  </a:lnTo>
                  <a:lnTo>
                    <a:pt x="1470327" y="4365076"/>
                  </a:lnTo>
                  <a:lnTo>
                    <a:pt x="1471520" y="4363205"/>
                  </a:lnTo>
                  <a:lnTo>
                    <a:pt x="1471629" y="4363205"/>
                  </a:lnTo>
                  <a:lnTo>
                    <a:pt x="1471845" y="4363205"/>
                  </a:lnTo>
                  <a:lnTo>
                    <a:pt x="1471954" y="4363205"/>
                  </a:lnTo>
                  <a:lnTo>
                    <a:pt x="1471954" y="4362581"/>
                  </a:lnTo>
                  <a:lnTo>
                    <a:pt x="1472062" y="4362581"/>
                  </a:lnTo>
                  <a:lnTo>
                    <a:pt x="1472279" y="4362581"/>
                  </a:lnTo>
                  <a:lnTo>
                    <a:pt x="1472496" y="4361958"/>
                  </a:lnTo>
                  <a:lnTo>
                    <a:pt x="1472605" y="4361958"/>
                  </a:lnTo>
                  <a:lnTo>
                    <a:pt x="1472713" y="4361958"/>
                  </a:lnTo>
                  <a:lnTo>
                    <a:pt x="1472822" y="4361334"/>
                  </a:lnTo>
                  <a:lnTo>
                    <a:pt x="1472822" y="4360711"/>
                  </a:lnTo>
                  <a:lnTo>
                    <a:pt x="1472930" y="4360711"/>
                  </a:lnTo>
                  <a:lnTo>
                    <a:pt x="1473364" y="4360711"/>
                  </a:lnTo>
                  <a:lnTo>
                    <a:pt x="1473472" y="4360087"/>
                  </a:lnTo>
                  <a:lnTo>
                    <a:pt x="1473581" y="4360087"/>
                  </a:lnTo>
                  <a:lnTo>
                    <a:pt x="1473581" y="4359463"/>
                  </a:lnTo>
                  <a:lnTo>
                    <a:pt x="1473689" y="4359463"/>
                  </a:lnTo>
                  <a:lnTo>
                    <a:pt x="1474014" y="4358840"/>
                  </a:lnTo>
                  <a:lnTo>
                    <a:pt x="1474123" y="4358840"/>
                  </a:lnTo>
                  <a:lnTo>
                    <a:pt x="1474231" y="4358840"/>
                  </a:lnTo>
                  <a:lnTo>
                    <a:pt x="1475099" y="4358216"/>
                  </a:lnTo>
                  <a:lnTo>
                    <a:pt x="1475207" y="4358216"/>
                  </a:lnTo>
                  <a:lnTo>
                    <a:pt x="1475316" y="4358216"/>
                  </a:lnTo>
                  <a:lnTo>
                    <a:pt x="1475316" y="4357593"/>
                  </a:lnTo>
                  <a:lnTo>
                    <a:pt x="1475641" y="4356969"/>
                  </a:lnTo>
                  <a:lnTo>
                    <a:pt x="1475858" y="4356969"/>
                  </a:lnTo>
                  <a:lnTo>
                    <a:pt x="1475966" y="4356969"/>
                  </a:lnTo>
                  <a:lnTo>
                    <a:pt x="1476183" y="4356969"/>
                  </a:lnTo>
                  <a:lnTo>
                    <a:pt x="1476292" y="4356969"/>
                  </a:lnTo>
                  <a:lnTo>
                    <a:pt x="1476617" y="4356969"/>
                  </a:lnTo>
                  <a:lnTo>
                    <a:pt x="1476834" y="4356969"/>
                  </a:lnTo>
                  <a:lnTo>
                    <a:pt x="1476834" y="4356346"/>
                  </a:lnTo>
                  <a:lnTo>
                    <a:pt x="1477051" y="4356346"/>
                  </a:lnTo>
                  <a:lnTo>
                    <a:pt x="1477159" y="4356346"/>
                  </a:lnTo>
                  <a:lnTo>
                    <a:pt x="1477376" y="4355722"/>
                  </a:lnTo>
                  <a:lnTo>
                    <a:pt x="1477376" y="4355098"/>
                  </a:lnTo>
                  <a:lnTo>
                    <a:pt x="1477376" y="4354475"/>
                  </a:lnTo>
                  <a:lnTo>
                    <a:pt x="1477485" y="4353851"/>
                  </a:lnTo>
                  <a:lnTo>
                    <a:pt x="1477593" y="4353851"/>
                  </a:lnTo>
                  <a:lnTo>
                    <a:pt x="1477702" y="4353851"/>
                  </a:lnTo>
                  <a:lnTo>
                    <a:pt x="1477810" y="4353851"/>
                  </a:lnTo>
                  <a:lnTo>
                    <a:pt x="1478027" y="4353851"/>
                  </a:lnTo>
                  <a:lnTo>
                    <a:pt x="1478352" y="4353851"/>
                  </a:lnTo>
                  <a:lnTo>
                    <a:pt x="1478352" y="4353228"/>
                  </a:lnTo>
                  <a:lnTo>
                    <a:pt x="1478569" y="4353228"/>
                  </a:lnTo>
                  <a:lnTo>
                    <a:pt x="1478678" y="4353228"/>
                  </a:lnTo>
                  <a:lnTo>
                    <a:pt x="1478895" y="4353228"/>
                  </a:lnTo>
                  <a:lnTo>
                    <a:pt x="1479003" y="4351357"/>
                  </a:lnTo>
                  <a:lnTo>
                    <a:pt x="1479111" y="4351357"/>
                  </a:lnTo>
                  <a:lnTo>
                    <a:pt x="1479220" y="4351357"/>
                  </a:lnTo>
                  <a:lnTo>
                    <a:pt x="1479328" y="4351357"/>
                  </a:lnTo>
                  <a:lnTo>
                    <a:pt x="1479545" y="4350733"/>
                  </a:lnTo>
                  <a:lnTo>
                    <a:pt x="1479654" y="4350733"/>
                  </a:lnTo>
                  <a:lnTo>
                    <a:pt x="1479654" y="4350110"/>
                  </a:lnTo>
                  <a:lnTo>
                    <a:pt x="1479762" y="4350110"/>
                  </a:lnTo>
                  <a:lnTo>
                    <a:pt x="1479871" y="4348863"/>
                  </a:lnTo>
                  <a:lnTo>
                    <a:pt x="1480087" y="4348863"/>
                  </a:lnTo>
                  <a:lnTo>
                    <a:pt x="1480521" y="4348863"/>
                  </a:lnTo>
                  <a:lnTo>
                    <a:pt x="1480521" y="4348239"/>
                  </a:lnTo>
                  <a:lnTo>
                    <a:pt x="1480738" y="4348239"/>
                  </a:lnTo>
                  <a:lnTo>
                    <a:pt x="1481064" y="4348239"/>
                  </a:lnTo>
                  <a:lnTo>
                    <a:pt x="1481064" y="4347615"/>
                  </a:lnTo>
                  <a:lnTo>
                    <a:pt x="1481389" y="4346992"/>
                  </a:lnTo>
                  <a:lnTo>
                    <a:pt x="1481714" y="4346992"/>
                  </a:lnTo>
                  <a:lnTo>
                    <a:pt x="1481931" y="4346992"/>
                  </a:lnTo>
                  <a:lnTo>
                    <a:pt x="1482256" y="4346992"/>
                  </a:lnTo>
                  <a:lnTo>
                    <a:pt x="1482582" y="4346992"/>
                  </a:lnTo>
                  <a:lnTo>
                    <a:pt x="1482799" y="4346992"/>
                  </a:lnTo>
                  <a:lnTo>
                    <a:pt x="1483124" y="4346992"/>
                  </a:lnTo>
                  <a:lnTo>
                    <a:pt x="1483232" y="4346992"/>
                  </a:lnTo>
                  <a:lnTo>
                    <a:pt x="1483341" y="4346992"/>
                  </a:lnTo>
                  <a:lnTo>
                    <a:pt x="1483449" y="4346368"/>
                  </a:lnTo>
                  <a:lnTo>
                    <a:pt x="1483666" y="4346368"/>
                  </a:lnTo>
                  <a:lnTo>
                    <a:pt x="1483666" y="4345745"/>
                  </a:lnTo>
                  <a:lnTo>
                    <a:pt x="1483775" y="4345745"/>
                  </a:lnTo>
                  <a:lnTo>
                    <a:pt x="1483883" y="4345745"/>
                  </a:lnTo>
                  <a:lnTo>
                    <a:pt x="1483992" y="4345745"/>
                  </a:lnTo>
                  <a:lnTo>
                    <a:pt x="1484317" y="4345745"/>
                  </a:lnTo>
                  <a:lnTo>
                    <a:pt x="1484534" y="4344498"/>
                  </a:lnTo>
                  <a:lnTo>
                    <a:pt x="1484642" y="4344498"/>
                  </a:lnTo>
                  <a:lnTo>
                    <a:pt x="1484751" y="4343250"/>
                  </a:lnTo>
                  <a:lnTo>
                    <a:pt x="1484859" y="4343250"/>
                  </a:lnTo>
                  <a:lnTo>
                    <a:pt x="1485076" y="4343250"/>
                  </a:lnTo>
                  <a:lnTo>
                    <a:pt x="1485401" y="4343250"/>
                  </a:lnTo>
                  <a:lnTo>
                    <a:pt x="1485835" y="4342003"/>
                  </a:lnTo>
                  <a:lnTo>
                    <a:pt x="1486269" y="4342003"/>
                  </a:lnTo>
                  <a:lnTo>
                    <a:pt x="1486377" y="4341380"/>
                  </a:lnTo>
                  <a:lnTo>
                    <a:pt x="1486486" y="4341380"/>
                  </a:lnTo>
                  <a:lnTo>
                    <a:pt x="1486920" y="4341380"/>
                  </a:lnTo>
                  <a:lnTo>
                    <a:pt x="1487028" y="4341380"/>
                  </a:lnTo>
                  <a:lnTo>
                    <a:pt x="1487028" y="4340756"/>
                  </a:lnTo>
                  <a:lnTo>
                    <a:pt x="1487137" y="4340756"/>
                  </a:lnTo>
                  <a:lnTo>
                    <a:pt x="1487570" y="4340132"/>
                  </a:lnTo>
                  <a:lnTo>
                    <a:pt x="1487679" y="4340132"/>
                  </a:lnTo>
                  <a:lnTo>
                    <a:pt x="1487787" y="4339509"/>
                  </a:lnTo>
                  <a:lnTo>
                    <a:pt x="1488004" y="4339509"/>
                  </a:lnTo>
                  <a:lnTo>
                    <a:pt x="1488221" y="4339509"/>
                  </a:lnTo>
                  <a:lnTo>
                    <a:pt x="1488546" y="4339509"/>
                  </a:lnTo>
                  <a:lnTo>
                    <a:pt x="1488655" y="4339509"/>
                  </a:lnTo>
                  <a:lnTo>
                    <a:pt x="1488763" y="4339509"/>
                  </a:lnTo>
                  <a:lnTo>
                    <a:pt x="1488872" y="4338885"/>
                  </a:lnTo>
                  <a:lnTo>
                    <a:pt x="1488980" y="4338885"/>
                  </a:lnTo>
                  <a:lnTo>
                    <a:pt x="1489089" y="4338885"/>
                  </a:lnTo>
                  <a:lnTo>
                    <a:pt x="1489197" y="4338262"/>
                  </a:lnTo>
                  <a:lnTo>
                    <a:pt x="1489306" y="4338262"/>
                  </a:lnTo>
                  <a:lnTo>
                    <a:pt x="1489306" y="4337638"/>
                  </a:lnTo>
                  <a:lnTo>
                    <a:pt x="1489414" y="4337638"/>
                  </a:lnTo>
                  <a:lnTo>
                    <a:pt x="1489522" y="4337015"/>
                  </a:lnTo>
                  <a:lnTo>
                    <a:pt x="1489956" y="4337015"/>
                  </a:lnTo>
                  <a:lnTo>
                    <a:pt x="1490173" y="4337015"/>
                  </a:lnTo>
                  <a:lnTo>
                    <a:pt x="1490282" y="4337015"/>
                  </a:lnTo>
                  <a:lnTo>
                    <a:pt x="1490282" y="4336391"/>
                  </a:lnTo>
                  <a:lnTo>
                    <a:pt x="1490498" y="4336391"/>
                  </a:lnTo>
                  <a:lnTo>
                    <a:pt x="1490715" y="4336391"/>
                  </a:lnTo>
                  <a:lnTo>
                    <a:pt x="1491041" y="4336391"/>
                  </a:lnTo>
                  <a:lnTo>
                    <a:pt x="1491149" y="4336391"/>
                  </a:lnTo>
                  <a:lnTo>
                    <a:pt x="1491258" y="4336391"/>
                  </a:lnTo>
                  <a:lnTo>
                    <a:pt x="1491366" y="4336391"/>
                  </a:lnTo>
                  <a:lnTo>
                    <a:pt x="1491583" y="4335767"/>
                  </a:lnTo>
                  <a:lnTo>
                    <a:pt x="1492342" y="4335767"/>
                  </a:lnTo>
                  <a:lnTo>
                    <a:pt x="1492559" y="4335144"/>
                  </a:lnTo>
                  <a:lnTo>
                    <a:pt x="1492667" y="4335144"/>
                  </a:lnTo>
                  <a:lnTo>
                    <a:pt x="1492667" y="4334520"/>
                  </a:lnTo>
                  <a:lnTo>
                    <a:pt x="1492884" y="4333897"/>
                  </a:lnTo>
                  <a:lnTo>
                    <a:pt x="1492993" y="4333897"/>
                  </a:lnTo>
                  <a:lnTo>
                    <a:pt x="1493101" y="4333897"/>
                  </a:lnTo>
                  <a:lnTo>
                    <a:pt x="1493210" y="4333897"/>
                  </a:lnTo>
                  <a:lnTo>
                    <a:pt x="1493318" y="4333897"/>
                  </a:lnTo>
                  <a:lnTo>
                    <a:pt x="1493426" y="4333897"/>
                  </a:lnTo>
                  <a:lnTo>
                    <a:pt x="1493752" y="4333897"/>
                  </a:lnTo>
                  <a:lnTo>
                    <a:pt x="1494294" y="4333273"/>
                  </a:lnTo>
                  <a:lnTo>
                    <a:pt x="1494403" y="4333273"/>
                  </a:lnTo>
                  <a:lnTo>
                    <a:pt x="1494511" y="4333273"/>
                  </a:lnTo>
                  <a:lnTo>
                    <a:pt x="1494619" y="4333273"/>
                  </a:lnTo>
                  <a:lnTo>
                    <a:pt x="1495270" y="4332649"/>
                  </a:lnTo>
                  <a:lnTo>
                    <a:pt x="1495379" y="4332026"/>
                  </a:lnTo>
                  <a:lnTo>
                    <a:pt x="1495487" y="4331402"/>
                  </a:lnTo>
                  <a:lnTo>
                    <a:pt x="1495812" y="4331402"/>
                  </a:lnTo>
                  <a:lnTo>
                    <a:pt x="1496138" y="4331402"/>
                  </a:lnTo>
                  <a:lnTo>
                    <a:pt x="1496463" y="4331402"/>
                  </a:lnTo>
                  <a:lnTo>
                    <a:pt x="1496571" y="4331402"/>
                  </a:lnTo>
                  <a:lnTo>
                    <a:pt x="1496897" y="4331402"/>
                  </a:lnTo>
                  <a:lnTo>
                    <a:pt x="1496897" y="4330779"/>
                  </a:lnTo>
                  <a:lnTo>
                    <a:pt x="1497005" y="4330779"/>
                  </a:lnTo>
                  <a:lnTo>
                    <a:pt x="1497114" y="4330779"/>
                  </a:lnTo>
                  <a:lnTo>
                    <a:pt x="1497222" y="4330779"/>
                  </a:lnTo>
                  <a:lnTo>
                    <a:pt x="1497547" y="4330779"/>
                  </a:lnTo>
                  <a:lnTo>
                    <a:pt x="1497764" y="4330155"/>
                  </a:lnTo>
                  <a:lnTo>
                    <a:pt x="1497764" y="4328908"/>
                  </a:lnTo>
                  <a:lnTo>
                    <a:pt x="1497873" y="4328908"/>
                  </a:lnTo>
                  <a:lnTo>
                    <a:pt x="1497981" y="4328908"/>
                  </a:lnTo>
                  <a:lnTo>
                    <a:pt x="1498090" y="4328908"/>
                  </a:lnTo>
                  <a:lnTo>
                    <a:pt x="1498198" y="4328908"/>
                  </a:lnTo>
                  <a:lnTo>
                    <a:pt x="1498632" y="4328284"/>
                  </a:lnTo>
                  <a:lnTo>
                    <a:pt x="1498849" y="4327661"/>
                  </a:lnTo>
                  <a:lnTo>
                    <a:pt x="1499174" y="4327037"/>
                  </a:lnTo>
                  <a:lnTo>
                    <a:pt x="1499283" y="4327037"/>
                  </a:lnTo>
                  <a:lnTo>
                    <a:pt x="1499500" y="4327037"/>
                  </a:lnTo>
                  <a:lnTo>
                    <a:pt x="1499608" y="4326414"/>
                  </a:lnTo>
                  <a:lnTo>
                    <a:pt x="1499825" y="4326414"/>
                  </a:lnTo>
                  <a:lnTo>
                    <a:pt x="1499933" y="4326414"/>
                  </a:lnTo>
                  <a:lnTo>
                    <a:pt x="1500042" y="4326414"/>
                  </a:lnTo>
                  <a:lnTo>
                    <a:pt x="1500150" y="4326414"/>
                  </a:lnTo>
                  <a:lnTo>
                    <a:pt x="1500367" y="4326414"/>
                  </a:lnTo>
                  <a:lnTo>
                    <a:pt x="1500476" y="4326414"/>
                  </a:lnTo>
                  <a:lnTo>
                    <a:pt x="1500692" y="4326414"/>
                  </a:lnTo>
                  <a:lnTo>
                    <a:pt x="1500801" y="4326414"/>
                  </a:lnTo>
                  <a:lnTo>
                    <a:pt x="1500909" y="4326414"/>
                  </a:lnTo>
                  <a:lnTo>
                    <a:pt x="1501452" y="4326414"/>
                  </a:lnTo>
                  <a:lnTo>
                    <a:pt x="1501452" y="4325790"/>
                  </a:lnTo>
                  <a:lnTo>
                    <a:pt x="1501668" y="4324543"/>
                  </a:lnTo>
                  <a:lnTo>
                    <a:pt x="1501885" y="4324543"/>
                  </a:lnTo>
                  <a:lnTo>
                    <a:pt x="1502536" y="4323919"/>
                  </a:lnTo>
                  <a:lnTo>
                    <a:pt x="1502970" y="4323919"/>
                  </a:lnTo>
                  <a:lnTo>
                    <a:pt x="1502970" y="4322672"/>
                  </a:lnTo>
                  <a:lnTo>
                    <a:pt x="1503078" y="4322672"/>
                  </a:lnTo>
                  <a:lnTo>
                    <a:pt x="1503187" y="4322672"/>
                  </a:lnTo>
                  <a:lnTo>
                    <a:pt x="1503295" y="4322672"/>
                  </a:lnTo>
                  <a:lnTo>
                    <a:pt x="1503404" y="4322672"/>
                  </a:lnTo>
                  <a:lnTo>
                    <a:pt x="1503729" y="4322672"/>
                  </a:lnTo>
                  <a:lnTo>
                    <a:pt x="1503837" y="4322672"/>
                  </a:lnTo>
                  <a:lnTo>
                    <a:pt x="1504163" y="4322672"/>
                  </a:lnTo>
                  <a:lnTo>
                    <a:pt x="1504380" y="4322672"/>
                  </a:lnTo>
                  <a:lnTo>
                    <a:pt x="1504488" y="4322672"/>
                  </a:lnTo>
                  <a:lnTo>
                    <a:pt x="1504813" y="4322049"/>
                  </a:lnTo>
                  <a:lnTo>
                    <a:pt x="1504922" y="4322049"/>
                  </a:lnTo>
                  <a:lnTo>
                    <a:pt x="1505030" y="4322049"/>
                  </a:lnTo>
                  <a:lnTo>
                    <a:pt x="1505247" y="4322049"/>
                  </a:lnTo>
                  <a:lnTo>
                    <a:pt x="1505681" y="4322049"/>
                  </a:lnTo>
                  <a:lnTo>
                    <a:pt x="1505789" y="4321425"/>
                  </a:lnTo>
                  <a:lnTo>
                    <a:pt x="1506006" y="4320801"/>
                  </a:lnTo>
                  <a:lnTo>
                    <a:pt x="1506223" y="4320801"/>
                  </a:lnTo>
                  <a:lnTo>
                    <a:pt x="1506332" y="4320178"/>
                  </a:lnTo>
                  <a:lnTo>
                    <a:pt x="1506549" y="4320178"/>
                  </a:lnTo>
                  <a:lnTo>
                    <a:pt x="1506549" y="4319554"/>
                  </a:lnTo>
                  <a:lnTo>
                    <a:pt x="1506657" y="4319554"/>
                  </a:lnTo>
                  <a:lnTo>
                    <a:pt x="1506982" y="4319554"/>
                  </a:lnTo>
                  <a:lnTo>
                    <a:pt x="1507199" y="4319554"/>
                  </a:lnTo>
                  <a:lnTo>
                    <a:pt x="1507525" y="4319554"/>
                  </a:lnTo>
                  <a:lnTo>
                    <a:pt x="1507633" y="4319554"/>
                  </a:lnTo>
                  <a:lnTo>
                    <a:pt x="1507850" y="4319554"/>
                  </a:lnTo>
                  <a:lnTo>
                    <a:pt x="1507958" y="4319554"/>
                  </a:lnTo>
                  <a:lnTo>
                    <a:pt x="1508067" y="4319554"/>
                  </a:lnTo>
                  <a:lnTo>
                    <a:pt x="1508175" y="4319554"/>
                  </a:lnTo>
                  <a:lnTo>
                    <a:pt x="1508284" y="4319554"/>
                  </a:lnTo>
                  <a:lnTo>
                    <a:pt x="1508501" y="4318931"/>
                  </a:lnTo>
                  <a:lnTo>
                    <a:pt x="1508826" y="4318931"/>
                  </a:lnTo>
                  <a:lnTo>
                    <a:pt x="1508934" y="4318931"/>
                  </a:lnTo>
                  <a:lnTo>
                    <a:pt x="1509260" y="4318931"/>
                  </a:lnTo>
                  <a:lnTo>
                    <a:pt x="1509694" y="4318307"/>
                  </a:lnTo>
                  <a:lnTo>
                    <a:pt x="1510019" y="4318307"/>
                  </a:lnTo>
                  <a:lnTo>
                    <a:pt x="1510127" y="4317060"/>
                  </a:lnTo>
                  <a:lnTo>
                    <a:pt x="1510236" y="4317060"/>
                  </a:lnTo>
                  <a:lnTo>
                    <a:pt x="1510670" y="4317060"/>
                  </a:lnTo>
                  <a:lnTo>
                    <a:pt x="1510670" y="4316436"/>
                  </a:lnTo>
                  <a:lnTo>
                    <a:pt x="1510887" y="4316436"/>
                  </a:lnTo>
                  <a:lnTo>
                    <a:pt x="1511212" y="4316436"/>
                  </a:lnTo>
                  <a:lnTo>
                    <a:pt x="1511320" y="4316436"/>
                  </a:lnTo>
                  <a:lnTo>
                    <a:pt x="1511429" y="4315813"/>
                  </a:lnTo>
                  <a:lnTo>
                    <a:pt x="1511537" y="4315813"/>
                  </a:lnTo>
                  <a:lnTo>
                    <a:pt x="1511754" y="4315813"/>
                  </a:lnTo>
                  <a:lnTo>
                    <a:pt x="1511863" y="4315813"/>
                  </a:lnTo>
                  <a:lnTo>
                    <a:pt x="1511971" y="4315189"/>
                  </a:lnTo>
                  <a:lnTo>
                    <a:pt x="1512079" y="4313942"/>
                  </a:lnTo>
                  <a:lnTo>
                    <a:pt x="1512405" y="4313942"/>
                  </a:lnTo>
                  <a:lnTo>
                    <a:pt x="1512513" y="4313942"/>
                  </a:lnTo>
                  <a:lnTo>
                    <a:pt x="1512730" y="4313942"/>
                  </a:lnTo>
                  <a:lnTo>
                    <a:pt x="1512947" y="4313942"/>
                  </a:lnTo>
                  <a:lnTo>
                    <a:pt x="1513272" y="4313942"/>
                  </a:lnTo>
                  <a:lnTo>
                    <a:pt x="1513272" y="4313318"/>
                  </a:lnTo>
                  <a:lnTo>
                    <a:pt x="1513272" y="4312695"/>
                  </a:lnTo>
                  <a:lnTo>
                    <a:pt x="1513381" y="4312695"/>
                  </a:lnTo>
                  <a:lnTo>
                    <a:pt x="1513489" y="4312695"/>
                  </a:lnTo>
                  <a:lnTo>
                    <a:pt x="1513598" y="4312695"/>
                  </a:lnTo>
                  <a:lnTo>
                    <a:pt x="1513706" y="4312695"/>
                  </a:lnTo>
                  <a:lnTo>
                    <a:pt x="1513923" y="4312695"/>
                  </a:lnTo>
                  <a:lnTo>
                    <a:pt x="1514140" y="4312071"/>
                  </a:lnTo>
                  <a:lnTo>
                    <a:pt x="1514357" y="4312071"/>
                  </a:lnTo>
                  <a:lnTo>
                    <a:pt x="1514465" y="4312071"/>
                  </a:lnTo>
                  <a:lnTo>
                    <a:pt x="1514574" y="4312071"/>
                  </a:lnTo>
                  <a:lnTo>
                    <a:pt x="1514791" y="4312071"/>
                  </a:lnTo>
                  <a:lnTo>
                    <a:pt x="1514899" y="4312071"/>
                  </a:lnTo>
                  <a:lnTo>
                    <a:pt x="1515007" y="4312071"/>
                  </a:lnTo>
                  <a:lnTo>
                    <a:pt x="1515224" y="4312071"/>
                  </a:lnTo>
                  <a:lnTo>
                    <a:pt x="1515333" y="4312071"/>
                  </a:lnTo>
                  <a:lnTo>
                    <a:pt x="1515441" y="4312071"/>
                  </a:lnTo>
                  <a:lnTo>
                    <a:pt x="1515441" y="4311448"/>
                  </a:lnTo>
                  <a:lnTo>
                    <a:pt x="1515550" y="4311448"/>
                  </a:lnTo>
                  <a:lnTo>
                    <a:pt x="1515658" y="4311448"/>
                  </a:lnTo>
                  <a:lnTo>
                    <a:pt x="1515875" y="4311448"/>
                  </a:lnTo>
                  <a:lnTo>
                    <a:pt x="1515984" y="4311448"/>
                  </a:lnTo>
                  <a:lnTo>
                    <a:pt x="1516417" y="4311448"/>
                  </a:lnTo>
                  <a:lnTo>
                    <a:pt x="1516526" y="4311448"/>
                  </a:lnTo>
                  <a:lnTo>
                    <a:pt x="1518044" y="4310824"/>
                  </a:lnTo>
                  <a:lnTo>
                    <a:pt x="1518261" y="4310824"/>
                  </a:lnTo>
                  <a:lnTo>
                    <a:pt x="1518369" y="4310824"/>
                  </a:lnTo>
                  <a:lnTo>
                    <a:pt x="1518478" y="4310824"/>
                  </a:lnTo>
                  <a:lnTo>
                    <a:pt x="1518803" y="4310824"/>
                  </a:lnTo>
                  <a:lnTo>
                    <a:pt x="1519020" y="4310200"/>
                  </a:lnTo>
                  <a:lnTo>
                    <a:pt x="1519237" y="4310200"/>
                  </a:lnTo>
                  <a:lnTo>
                    <a:pt x="1519345" y="4309577"/>
                  </a:lnTo>
                  <a:lnTo>
                    <a:pt x="1519779" y="4309577"/>
                  </a:lnTo>
                  <a:lnTo>
                    <a:pt x="1519996" y="4309577"/>
                  </a:lnTo>
                  <a:lnTo>
                    <a:pt x="1520105" y="4309577"/>
                  </a:lnTo>
                  <a:lnTo>
                    <a:pt x="1520321" y="4309577"/>
                  </a:lnTo>
                  <a:lnTo>
                    <a:pt x="1520430" y="4309577"/>
                  </a:lnTo>
                  <a:lnTo>
                    <a:pt x="1520538" y="4308953"/>
                  </a:lnTo>
                  <a:lnTo>
                    <a:pt x="1520755" y="4307083"/>
                  </a:lnTo>
                  <a:lnTo>
                    <a:pt x="1520972" y="4307083"/>
                  </a:lnTo>
                  <a:lnTo>
                    <a:pt x="1521297" y="4307083"/>
                  </a:lnTo>
                  <a:lnTo>
                    <a:pt x="1521406" y="4307083"/>
                  </a:lnTo>
                  <a:lnTo>
                    <a:pt x="1521514" y="4307083"/>
                  </a:lnTo>
                  <a:lnTo>
                    <a:pt x="1521731" y="4307083"/>
                  </a:lnTo>
                  <a:lnTo>
                    <a:pt x="1521948" y="4307083"/>
                  </a:lnTo>
                  <a:lnTo>
                    <a:pt x="1522057" y="4307083"/>
                  </a:lnTo>
                  <a:lnTo>
                    <a:pt x="1522273" y="4306459"/>
                  </a:lnTo>
                  <a:lnTo>
                    <a:pt x="1522490" y="4305212"/>
                  </a:lnTo>
                  <a:lnTo>
                    <a:pt x="1522599" y="4305212"/>
                  </a:lnTo>
                  <a:lnTo>
                    <a:pt x="1522707" y="4305212"/>
                  </a:lnTo>
                  <a:lnTo>
                    <a:pt x="1522816" y="4305212"/>
                  </a:lnTo>
                  <a:lnTo>
                    <a:pt x="1523141" y="4304588"/>
                  </a:lnTo>
                  <a:lnTo>
                    <a:pt x="1523249" y="4304588"/>
                  </a:lnTo>
                  <a:lnTo>
                    <a:pt x="1523358" y="4304588"/>
                  </a:lnTo>
                  <a:lnTo>
                    <a:pt x="1523575" y="4304588"/>
                  </a:lnTo>
                  <a:lnTo>
                    <a:pt x="1523683" y="4304588"/>
                  </a:lnTo>
                  <a:lnTo>
                    <a:pt x="1523900" y="4304588"/>
                  </a:lnTo>
                  <a:lnTo>
                    <a:pt x="1524009" y="4303965"/>
                  </a:lnTo>
                  <a:lnTo>
                    <a:pt x="1524117" y="4303965"/>
                  </a:lnTo>
                  <a:lnTo>
                    <a:pt x="1524334" y="4303965"/>
                  </a:lnTo>
                  <a:lnTo>
                    <a:pt x="1524768" y="4303965"/>
                  </a:lnTo>
                  <a:lnTo>
                    <a:pt x="1524768" y="4303341"/>
                  </a:lnTo>
                  <a:lnTo>
                    <a:pt x="1524985" y="4302718"/>
                  </a:lnTo>
                  <a:lnTo>
                    <a:pt x="1525093" y="4302718"/>
                  </a:lnTo>
                  <a:lnTo>
                    <a:pt x="1525202" y="4302718"/>
                  </a:lnTo>
                  <a:lnTo>
                    <a:pt x="1525418" y="4302718"/>
                  </a:lnTo>
                  <a:lnTo>
                    <a:pt x="1525527" y="4302718"/>
                  </a:lnTo>
                  <a:lnTo>
                    <a:pt x="1525635" y="4302718"/>
                  </a:lnTo>
                  <a:lnTo>
                    <a:pt x="1525744" y="4302718"/>
                  </a:lnTo>
                  <a:lnTo>
                    <a:pt x="1525852" y="4302718"/>
                  </a:lnTo>
                  <a:lnTo>
                    <a:pt x="1526069" y="4302718"/>
                  </a:lnTo>
                  <a:lnTo>
                    <a:pt x="1526394" y="4302094"/>
                  </a:lnTo>
                  <a:lnTo>
                    <a:pt x="1526503" y="4302094"/>
                  </a:lnTo>
                  <a:lnTo>
                    <a:pt x="1526720" y="4302094"/>
                  </a:lnTo>
                  <a:lnTo>
                    <a:pt x="1526828" y="4302094"/>
                  </a:lnTo>
                  <a:lnTo>
                    <a:pt x="1527045" y="4302094"/>
                  </a:lnTo>
                  <a:lnTo>
                    <a:pt x="1527262" y="4298976"/>
                  </a:lnTo>
                  <a:lnTo>
                    <a:pt x="1527370" y="4298352"/>
                  </a:lnTo>
                  <a:lnTo>
                    <a:pt x="1527479" y="4298352"/>
                  </a:lnTo>
                  <a:lnTo>
                    <a:pt x="1527587" y="4298352"/>
                  </a:lnTo>
                  <a:lnTo>
                    <a:pt x="1527587" y="4297729"/>
                  </a:lnTo>
                  <a:lnTo>
                    <a:pt x="1527804" y="4297729"/>
                  </a:lnTo>
                  <a:lnTo>
                    <a:pt x="1528021" y="4297729"/>
                  </a:lnTo>
                  <a:lnTo>
                    <a:pt x="1528238" y="4297729"/>
                  </a:lnTo>
                  <a:lnTo>
                    <a:pt x="1528455" y="4297729"/>
                  </a:lnTo>
                  <a:lnTo>
                    <a:pt x="1528889" y="4297729"/>
                  </a:lnTo>
                  <a:lnTo>
                    <a:pt x="1528997" y="4297729"/>
                  </a:lnTo>
                  <a:lnTo>
                    <a:pt x="1529431" y="4296482"/>
                  </a:lnTo>
                  <a:lnTo>
                    <a:pt x="1529539" y="4296482"/>
                  </a:lnTo>
                  <a:lnTo>
                    <a:pt x="1529648" y="4296482"/>
                  </a:lnTo>
                  <a:lnTo>
                    <a:pt x="1529973" y="4296482"/>
                  </a:lnTo>
                  <a:lnTo>
                    <a:pt x="1529973" y="4295858"/>
                  </a:lnTo>
                  <a:lnTo>
                    <a:pt x="1529973" y="4295235"/>
                  </a:lnTo>
                  <a:lnTo>
                    <a:pt x="1530082" y="4295235"/>
                  </a:lnTo>
                  <a:lnTo>
                    <a:pt x="1530190" y="4295235"/>
                  </a:lnTo>
                  <a:lnTo>
                    <a:pt x="1530407" y="4294611"/>
                  </a:lnTo>
                  <a:lnTo>
                    <a:pt x="1530732" y="4294611"/>
                  </a:lnTo>
                  <a:lnTo>
                    <a:pt x="1531166" y="4294611"/>
                  </a:lnTo>
                  <a:lnTo>
                    <a:pt x="1531275" y="4294611"/>
                  </a:lnTo>
                  <a:lnTo>
                    <a:pt x="1531491" y="4293987"/>
                  </a:lnTo>
                  <a:lnTo>
                    <a:pt x="1531600" y="4293987"/>
                  </a:lnTo>
                  <a:lnTo>
                    <a:pt x="1531708" y="4293987"/>
                  </a:lnTo>
                  <a:lnTo>
                    <a:pt x="1531925" y="4293987"/>
                  </a:lnTo>
                  <a:lnTo>
                    <a:pt x="1532142" y="4293987"/>
                  </a:lnTo>
                  <a:lnTo>
                    <a:pt x="1532251" y="4293364"/>
                  </a:lnTo>
                  <a:lnTo>
                    <a:pt x="1532468" y="4293364"/>
                  </a:lnTo>
                  <a:lnTo>
                    <a:pt x="1532468" y="4292740"/>
                  </a:lnTo>
                  <a:lnTo>
                    <a:pt x="1532684" y="4292117"/>
                  </a:lnTo>
                  <a:lnTo>
                    <a:pt x="1532901" y="4292117"/>
                  </a:lnTo>
                  <a:lnTo>
                    <a:pt x="1533118" y="4292117"/>
                  </a:lnTo>
                  <a:lnTo>
                    <a:pt x="1533118" y="4291493"/>
                  </a:lnTo>
                  <a:lnTo>
                    <a:pt x="1533227" y="4291493"/>
                  </a:lnTo>
                  <a:lnTo>
                    <a:pt x="1533335" y="4291493"/>
                  </a:lnTo>
                  <a:lnTo>
                    <a:pt x="1533444" y="4290869"/>
                  </a:lnTo>
                  <a:lnTo>
                    <a:pt x="1533877" y="4290869"/>
                  </a:lnTo>
                  <a:lnTo>
                    <a:pt x="1534528" y="4288375"/>
                  </a:lnTo>
                  <a:lnTo>
                    <a:pt x="1534636" y="4288375"/>
                  </a:lnTo>
                  <a:lnTo>
                    <a:pt x="1534853" y="4288375"/>
                  </a:lnTo>
                  <a:lnTo>
                    <a:pt x="1535070" y="4288375"/>
                  </a:lnTo>
                  <a:lnTo>
                    <a:pt x="1535396" y="4288375"/>
                  </a:lnTo>
                  <a:lnTo>
                    <a:pt x="1535612" y="4288375"/>
                  </a:lnTo>
                  <a:lnTo>
                    <a:pt x="1535721" y="4288375"/>
                  </a:lnTo>
                  <a:lnTo>
                    <a:pt x="1536046" y="4288375"/>
                  </a:lnTo>
                  <a:lnTo>
                    <a:pt x="1536263" y="4288375"/>
                  </a:lnTo>
                  <a:lnTo>
                    <a:pt x="1536480" y="4288375"/>
                  </a:lnTo>
                  <a:lnTo>
                    <a:pt x="1536589" y="4288375"/>
                  </a:lnTo>
                  <a:lnTo>
                    <a:pt x="1536914" y="4288375"/>
                  </a:lnTo>
                  <a:lnTo>
                    <a:pt x="1537239" y="4287752"/>
                  </a:lnTo>
                  <a:lnTo>
                    <a:pt x="1537565" y="4287752"/>
                  </a:lnTo>
                  <a:lnTo>
                    <a:pt x="1537673" y="4287752"/>
                  </a:lnTo>
                  <a:lnTo>
                    <a:pt x="1537781" y="4287752"/>
                  </a:lnTo>
                  <a:lnTo>
                    <a:pt x="1538107" y="4287752"/>
                  </a:lnTo>
                  <a:lnTo>
                    <a:pt x="1538215" y="4287752"/>
                  </a:lnTo>
                  <a:lnTo>
                    <a:pt x="1538324" y="4287752"/>
                  </a:lnTo>
                  <a:lnTo>
                    <a:pt x="1538432" y="4287752"/>
                  </a:lnTo>
                  <a:lnTo>
                    <a:pt x="1538649" y="4287752"/>
                  </a:lnTo>
                  <a:lnTo>
                    <a:pt x="1538757" y="4287128"/>
                  </a:lnTo>
                  <a:lnTo>
                    <a:pt x="1538866" y="4287128"/>
                  </a:lnTo>
                  <a:lnTo>
                    <a:pt x="1538866" y="4286504"/>
                  </a:lnTo>
                  <a:lnTo>
                    <a:pt x="1539083" y="4286504"/>
                  </a:lnTo>
                  <a:lnTo>
                    <a:pt x="1539191" y="4286504"/>
                  </a:lnTo>
                  <a:lnTo>
                    <a:pt x="1539191" y="4285881"/>
                  </a:lnTo>
                  <a:lnTo>
                    <a:pt x="1539300" y="4285881"/>
                  </a:lnTo>
                  <a:lnTo>
                    <a:pt x="1539408" y="4285881"/>
                  </a:lnTo>
                  <a:lnTo>
                    <a:pt x="1539517" y="4285881"/>
                  </a:lnTo>
                  <a:lnTo>
                    <a:pt x="1539517" y="4285257"/>
                  </a:lnTo>
                  <a:lnTo>
                    <a:pt x="1539842" y="4285257"/>
                  </a:lnTo>
                  <a:lnTo>
                    <a:pt x="1540276" y="4284634"/>
                  </a:lnTo>
                  <a:lnTo>
                    <a:pt x="1540384" y="4284634"/>
                  </a:lnTo>
                  <a:lnTo>
                    <a:pt x="1540493" y="4284634"/>
                  </a:lnTo>
                  <a:lnTo>
                    <a:pt x="1540601" y="4284634"/>
                  </a:lnTo>
                  <a:lnTo>
                    <a:pt x="1540818" y="4284010"/>
                  </a:lnTo>
                  <a:lnTo>
                    <a:pt x="1540926" y="4284010"/>
                  </a:lnTo>
                  <a:lnTo>
                    <a:pt x="1541035" y="4284010"/>
                  </a:lnTo>
                  <a:lnTo>
                    <a:pt x="1541252" y="4284010"/>
                  </a:lnTo>
                  <a:lnTo>
                    <a:pt x="1541469" y="4283386"/>
                  </a:lnTo>
                  <a:lnTo>
                    <a:pt x="1541686" y="4282139"/>
                  </a:lnTo>
                  <a:lnTo>
                    <a:pt x="1541686" y="4281516"/>
                  </a:lnTo>
                  <a:lnTo>
                    <a:pt x="1541686" y="4280892"/>
                  </a:lnTo>
                  <a:lnTo>
                    <a:pt x="1541902" y="4280892"/>
                  </a:lnTo>
                  <a:lnTo>
                    <a:pt x="1542011" y="4280269"/>
                  </a:lnTo>
                  <a:lnTo>
                    <a:pt x="1542336" y="4279645"/>
                  </a:lnTo>
                  <a:lnTo>
                    <a:pt x="1542445" y="4279645"/>
                  </a:lnTo>
                  <a:lnTo>
                    <a:pt x="1542553" y="4279645"/>
                  </a:lnTo>
                  <a:lnTo>
                    <a:pt x="1542662" y="4279645"/>
                  </a:lnTo>
                  <a:lnTo>
                    <a:pt x="1542770" y="4279645"/>
                  </a:lnTo>
                  <a:lnTo>
                    <a:pt x="1542878" y="4279021"/>
                  </a:lnTo>
                  <a:lnTo>
                    <a:pt x="1542987" y="4278398"/>
                  </a:lnTo>
                  <a:lnTo>
                    <a:pt x="1542987" y="4277151"/>
                  </a:lnTo>
                  <a:lnTo>
                    <a:pt x="1543095" y="4277151"/>
                  </a:lnTo>
                  <a:lnTo>
                    <a:pt x="1543204" y="4277151"/>
                  </a:lnTo>
                  <a:lnTo>
                    <a:pt x="1543312" y="4277151"/>
                  </a:lnTo>
                  <a:lnTo>
                    <a:pt x="1543421" y="4276527"/>
                  </a:lnTo>
                  <a:lnTo>
                    <a:pt x="1543638" y="4275280"/>
                  </a:lnTo>
                  <a:lnTo>
                    <a:pt x="1543746" y="4275280"/>
                  </a:lnTo>
                  <a:lnTo>
                    <a:pt x="1543854" y="4275280"/>
                  </a:lnTo>
                  <a:lnTo>
                    <a:pt x="1543854" y="4274656"/>
                  </a:lnTo>
                  <a:lnTo>
                    <a:pt x="1544071" y="4274656"/>
                  </a:lnTo>
                  <a:lnTo>
                    <a:pt x="1544180" y="4274656"/>
                  </a:lnTo>
                  <a:lnTo>
                    <a:pt x="1544397" y="4274656"/>
                  </a:lnTo>
                  <a:lnTo>
                    <a:pt x="1544505" y="4274656"/>
                  </a:lnTo>
                  <a:lnTo>
                    <a:pt x="1544505" y="4274033"/>
                  </a:lnTo>
                  <a:lnTo>
                    <a:pt x="1544614" y="4274033"/>
                  </a:lnTo>
                  <a:lnTo>
                    <a:pt x="1544830" y="4274033"/>
                  </a:lnTo>
                  <a:lnTo>
                    <a:pt x="1544939" y="4274033"/>
                  </a:lnTo>
                  <a:lnTo>
                    <a:pt x="1545047" y="4274033"/>
                  </a:lnTo>
                  <a:lnTo>
                    <a:pt x="1545156" y="4274033"/>
                  </a:lnTo>
                  <a:lnTo>
                    <a:pt x="1545373" y="4274033"/>
                  </a:lnTo>
                  <a:lnTo>
                    <a:pt x="1545373" y="4272786"/>
                  </a:lnTo>
                  <a:lnTo>
                    <a:pt x="1545373" y="4272162"/>
                  </a:lnTo>
                  <a:lnTo>
                    <a:pt x="1545481" y="4272162"/>
                  </a:lnTo>
                  <a:lnTo>
                    <a:pt x="1545698" y="4272162"/>
                  </a:lnTo>
                  <a:lnTo>
                    <a:pt x="1546023" y="4272162"/>
                  </a:lnTo>
                  <a:lnTo>
                    <a:pt x="1546132" y="4272162"/>
                  </a:lnTo>
                  <a:lnTo>
                    <a:pt x="1546240" y="4272162"/>
                  </a:lnTo>
                  <a:lnTo>
                    <a:pt x="1546566" y="4271538"/>
                  </a:lnTo>
                  <a:lnTo>
                    <a:pt x="1546783" y="4270291"/>
                  </a:lnTo>
                  <a:lnTo>
                    <a:pt x="1546891" y="4270291"/>
                  </a:lnTo>
                  <a:lnTo>
                    <a:pt x="1546999" y="4270291"/>
                  </a:lnTo>
                  <a:lnTo>
                    <a:pt x="1547108" y="4270291"/>
                  </a:lnTo>
                  <a:lnTo>
                    <a:pt x="1547759" y="4269668"/>
                  </a:lnTo>
                  <a:lnTo>
                    <a:pt x="1547867" y="4269668"/>
                  </a:lnTo>
                  <a:lnTo>
                    <a:pt x="1547975" y="4268420"/>
                  </a:lnTo>
                  <a:lnTo>
                    <a:pt x="1548409" y="4267173"/>
                  </a:lnTo>
                  <a:lnTo>
                    <a:pt x="1548626" y="4267173"/>
                  </a:lnTo>
                  <a:lnTo>
                    <a:pt x="1548735" y="4267173"/>
                  </a:lnTo>
                  <a:lnTo>
                    <a:pt x="1548951" y="4267173"/>
                  </a:lnTo>
                  <a:lnTo>
                    <a:pt x="1549711" y="4266550"/>
                  </a:lnTo>
                  <a:lnTo>
                    <a:pt x="1549928" y="4266550"/>
                  </a:lnTo>
                  <a:lnTo>
                    <a:pt x="1550036" y="4266550"/>
                  </a:lnTo>
                  <a:lnTo>
                    <a:pt x="1550361" y="4266550"/>
                  </a:lnTo>
                  <a:lnTo>
                    <a:pt x="1550361" y="4265926"/>
                  </a:lnTo>
                  <a:lnTo>
                    <a:pt x="1550470" y="4265926"/>
                  </a:lnTo>
                  <a:lnTo>
                    <a:pt x="1550578" y="4265926"/>
                  </a:lnTo>
                  <a:lnTo>
                    <a:pt x="1550687" y="4265926"/>
                  </a:lnTo>
                  <a:lnTo>
                    <a:pt x="1550795" y="4265926"/>
                  </a:lnTo>
                  <a:lnTo>
                    <a:pt x="1550904" y="4265926"/>
                  </a:lnTo>
                  <a:lnTo>
                    <a:pt x="1550904" y="4265303"/>
                  </a:lnTo>
                  <a:lnTo>
                    <a:pt x="1551120" y="4264055"/>
                  </a:lnTo>
                  <a:lnTo>
                    <a:pt x="1551337" y="4264055"/>
                  </a:lnTo>
                  <a:lnTo>
                    <a:pt x="1551446" y="4264055"/>
                  </a:lnTo>
                  <a:lnTo>
                    <a:pt x="1551663" y="4264055"/>
                  </a:lnTo>
                  <a:lnTo>
                    <a:pt x="1551880" y="4264055"/>
                  </a:lnTo>
                  <a:lnTo>
                    <a:pt x="1552205" y="4263432"/>
                  </a:lnTo>
                  <a:lnTo>
                    <a:pt x="1552422" y="4263432"/>
                  </a:lnTo>
                  <a:lnTo>
                    <a:pt x="1552747" y="4262808"/>
                  </a:lnTo>
                  <a:lnTo>
                    <a:pt x="1552856" y="4262808"/>
                  </a:lnTo>
                  <a:lnTo>
                    <a:pt x="1552964" y="4262808"/>
                  </a:lnTo>
                  <a:lnTo>
                    <a:pt x="1553072" y="4262808"/>
                  </a:lnTo>
                  <a:lnTo>
                    <a:pt x="1553289" y="4262808"/>
                  </a:lnTo>
                  <a:lnTo>
                    <a:pt x="1553289" y="4262185"/>
                  </a:lnTo>
                  <a:lnTo>
                    <a:pt x="1553506" y="4262185"/>
                  </a:lnTo>
                  <a:lnTo>
                    <a:pt x="1553940" y="4262185"/>
                  </a:lnTo>
                  <a:lnTo>
                    <a:pt x="1553940" y="4261561"/>
                  </a:lnTo>
                  <a:lnTo>
                    <a:pt x="1553940" y="4260937"/>
                  </a:lnTo>
                  <a:lnTo>
                    <a:pt x="1554157" y="4260937"/>
                  </a:lnTo>
                  <a:lnTo>
                    <a:pt x="1554265" y="4260937"/>
                  </a:lnTo>
                  <a:lnTo>
                    <a:pt x="1554482" y="4260937"/>
                  </a:lnTo>
                  <a:lnTo>
                    <a:pt x="1554591" y="4260937"/>
                  </a:lnTo>
                  <a:lnTo>
                    <a:pt x="1554699" y="4260937"/>
                  </a:lnTo>
                  <a:lnTo>
                    <a:pt x="1554916" y="4260937"/>
                  </a:lnTo>
                  <a:lnTo>
                    <a:pt x="1555025" y="4260937"/>
                  </a:lnTo>
                  <a:lnTo>
                    <a:pt x="1555133" y="4260937"/>
                  </a:lnTo>
                  <a:lnTo>
                    <a:pt x="1555241" y="4260937"/>
                  </a:lnTo>
                  <a:lnTo>
                    <a:pt x="1555350" y="4260937"/>
                  </a:lnTo>
                  <a:lnTo>
                    <a:pt x="1555567" y="4260937"/>
                  </a:lnTo>
                  <a:lnTo>
                    <a:pt x="1556001" y="4260937"/>
                  </a:lnTo>
                  <a:lnTo>
                    <a:pt x="1556543" y="4260314"/>
                  </a:lnTo>
                  <a:lnTo>
                    <a:pt x="1556651" y="4260314"/>
                  </a:lnTo>
                  <a:lnTo>
                    <a:pt x="1556760" y="4259690"/>
                  </a:lnTo>
                  <a:lnTo>
                    <a:pt x="1556977" y="4259690"/>
                  </a:lnTo>
                  <a:lnTo>
                    <a:pt x="1557193" y="4259690"/>
                  </a:lnTo>
                  <a:lnTo>
                    <a:pt x="1557410" y="4259067"/>
                  </a:lnTo>
                  <a:lnTo>
                    <a:pt x="1557736" y="4258443"/>
                  </a:lnTo>
                  <a:lnTo>
                    <a:pt x="1557844" y="4258443"/>
                  </a:lnTo>
                  <a:lnTo>
                    <a:pt x="1558061" y="4257196"/>
                  </a:lnTo>
                  <a:lnTo>
                    <a:pt x="1558061" y="4256572"/>
                  </a:lnTo>
                  <a:lnTo>
                    <a:pt x="1558386" y="4255325"/>
                  </a:lnTo>
                  <a:lnTo>
                    <a:pt x="1558603" y="4255325"/>
                  </a:lnTo>
                  <a:lnTo>
                    <a:pt x="1558929" y="4254702"/>
                  </a:lnTo>
                  <a:lnTo>
                    <a:pt x="1559037" y="4254702"/>
                  </a:lnTo>
                  <a:lnTo>
                    <a:pt x="1559146" y="4254702"/>
                  </a:lnTo>
                  <a:lnTo>
                    <a:pt x="1559362" y="4254702"/>
                  </a:lnTo>
                  <a:lnTo>
                    <a:pt x="1559471" y="4254702"/>
                  </a:lnTo>
                  <a:lnTo>
                    <a:pt x="1559688" y="4254702"/>
                  </a:lnTo>
                  <a:lnTo>
                    <a:pt x="1559796" y="4254702"/>
                  </a:lnTo>
                  <a:lnTo>
                    <a:pt x="1560122" y="4254078"/>
                  </a:lnTo>
                  <a:lnTo>
                    <a:pt x="1560230" y="4254078"/>
                  </a:lnTo>
                  <a:lnTo>
                    <a:pt x="1560664" y="4254078"/>
                  </a:lnTo>
                  <a:lnTo>
                    <a:pt x="1560989" y="4254078"/>
                  </a:lnTo>
                  <a:lnTo>
                    <a:pt x="1561098" y="4254078"/>
                  </a:lnTo>
                  <a:lnTo>
                    <a:pt x="1561314" y="4254078"/>
                  </a:lnTo>
                  <a:lnTo>
                    <a:pt x="1561314" y="4253454"/>
                  </a:lnTo>
                  <a:lnTo>
                    <a:pt x="1561423" y="4253454"/>
                  </a:lnTo>
                  <a:lnTo>
                    <a:pt x="1561857" y="4253454"/>
                  </a:lnTo>
                  <a:lnTo>
                    <a:pt x="1561965" y="4253454"/>
                  </a:lnTo>
                  <a:lnTo>
                    <a:pt x="1562074" y="4253454"/>
                  </a:lnTo>
                  <a:lnTo>
                    <a:pt x="1562182" y="4253454"/>
                  </a:lnTo>
                  <a:lnTo>
                    <a:pt x="1562399" y="4252831"/>
                  </a:lnTo>
                  <a:lnTo>
                    <a:pt x="1562507" y="4252831"/>
                  </a:lnTo>
                  <a:lnTo>
                    <a:pt x="1562616" y="4252831"/>
                  </a:lnTo>
                  <a:lnTo>
                    <a:pt x="1562724" y="4252831"/>
                  </a:lnTo>
                  <a:lnTo>
                    <a:pt x="1562833" y="4252831"/>
                  </a:lnTo>
                  <a:lnTo>
                    <a:pt x="1563050" y="4252831"/>
                  </a:lnTo>
                  <a:lnTo>
                    <a:pt x="1563375" y="4252831"/>
                  </a:lnTo>
                  <a:lnTo>
                    <a:pt x="1563483" y="4252831"/>
                  </a:lnTo>
                  <a:lnTo>
                    <a:pt x="1563809" y="4252831"/>
                  </a:lnTo>
                  <a:lnTo>
                    <a:pt x="1564026" y="4252831"/>
                  </a:lnTo>
                  <a:lnTo>
                    <a:pt x="1564134" y="4252831"/>
                  </a:lnTo>
                  <a:lnTo>
                    <a:pt x="1564568" y="4252207"/>
                  </a:lnTo>
                  <a:lnTo>
                    <a:pt x="1565110" y="4252207"/>
                  </a:lnTo>
                  <a:lnTo>
                    <a:pt x="1565219" y="4252207"/>
                  </a:lnTo>
                  <a:lnTo>
                    <a:pt x="1565435" y="4252207"/>
                  </a:lnTo>
                  <a:lnTo>
                    <a:pt x="1565652" y="4252207"/>
                  </a:lnTo>
                  <a:lnTo>
                    <a:pt x="1567604" y="4247842"/>
                  </a:lnTo>
                  <a:lnTo>
                    <a:pt x="1567930" y="4247842"/>
                  </a:lnTo>
                  <a:lnTo>
                    <a:pt x="1568038" y="4247842"/>
                  </a:lnTo>
                  <a:lnTo>
                    <a:pt x="1568255" y="4247842"/>
                  </a:lnTo>
                  <a:lnTo>
                    <a:pt x="1568364" y="4247842"/>
                  </a:lnTo>
                  <a:lnTo>
                    <a:pt x="1568580" y="4247842"/>
                  </a:lnTo>
                  <a:lnTo>
                    <a:pt x="1568580" y="4246595"/>
                  </a:lnTo>
                  <a:lnTo>
                    <a:pt x="1568689" y="4246595"/>
                  </a:lnTo>
                  <a:lnTo>
                    <a:pt x="1569014" y="4245972"/>
                  </a:lnTo>
                  <a:lnTo>
                    <a:pt x="1569340" y="4245348"/>
                  </a:lnTo>
                  <a:lnTo>
                    <a:pt x="1569556" y="4245348"/>
                  </a:lnTo>
                  <a:lnTo>
                    <a:pt x="1569990" y="4245348"/>
                  </a:lnTo>
                  <a:lnTo>
                    <a:pt x="1570099" y="4245348"/>
                  </a:lnTo>
                  <a:lnTo>
                    <a:pt x="1570207" y="4245348"/>
                  </a:lnTo>
                  <a:lnTo>
                    <a:pt x="1570424" y="4244724"/>
                  </a:lnTo>
                  <a:lnTo>
                    <a:pt x="1570532" y="4244724"/>
                  </a:lnTo>
                  <a:lnTo>
                    <a:pt x="1570532" y="4244101"/>
                  </a:lnTo>
                  <a:lnTo>
                    <a:pt x="1570749" y="4244101"/>
                  </a:lnTo>
                  <a:lnTo>
                    <a:pt x="1570858" y="4243477"/>
                  </a:lnTo>
                  <a:lnTo>
                    <a:pt x="1570966" y="4243477"/>
                  </a:lnTo>
                  <a:lnTo>
                    <a:pt x="1571292" y="4243477"/>
                  </a:lnTo>
                  <a:lnTo>
                    <a:pt x="1571400" y="4243477"/>
                  </a:lnTo>
                  <a:lnTo>
                    <a:pt x="1571400" y="4242854"/>
                  </a:lnTo>
                  <a:lnTo>
                    <a:pt x="1571509" y="4242854"/>
                  </a:lnTo>
                  <a:lnTo>
                    <a:pt x="1571617" y="4242854"/>
                  </a:lnTo>
                  <a:lnTo>
                    <a:pt x="1571725" y="4242854"/>
                  </a:lnTo>
                  <a:lnTo>
                    <a:pt x="1571942" y="4242854"/>
                  </a:lnTo>
                  <a:lnTo>
                    <a:pt x="1572051" y="4242854"/>
                  </a:lnTo>
                  <a:lnTo>
                    <a:pt x="1572051" y="4242230"/>
                  </a:lnTo>
                  <a:lnTo>
                    <a:pt x="1572159" y="4242230"/>
                  </a:lnTo>
                  <a:lnTo>
                    <a:pt x="1572268" y="4241606"/>
                  </a:lnTo>
                  <a:lnTo>
                    <a:pt x="1572485" y="4241606"/>
                  </a:lnTo>
                  <a:lnTo>
                    <a:pt x="1572593" y="4241606"/>
                  </a:lnTo>
                  <a:lnTo>
                    <a:pt x="1572593" y="4240983"/>
                  </a:lnTo>
                  <a:lnTo>
                    <a:pt x="1572701" y="4240983"/>
                  </a:lnTo>
                  <a:lnTo>
                    <a:pt x="1572701" y="4240359"/>
                  </a:lnTo>
                  <a:lnTo>
                    <a:pt x="1572810" y="4240359"/>
                  </a:lnTo>
                  <a:lnTo>
                    <a:pt x="1572918" y="4239736"/>
                  </a:lnTo>
                  <a:lnTo>
                    <a:pt x="1573135" y="4239112"/>
                  </a:lnTo>
                  <a:lnTo>
                    <a:pt x="1573244" y="4239112"/>
                  </a:lnTo>
                  <a:lnTo>
                    <a:pt x="1573244" y="4238489"/>
                  </a:lnTo>
                  <a:lnTo>
                    <a:pt x="1573352" y="4238489"/>
                  </a:lnTo>
                  <a:lnTo>
                    <a:pt x="1573461" y="4238489"/>
                  </a:lnTo>
                  <a:lnTo>
                    <a:pt x="1573786" y="4238489"/>
                  </a:lnTo>
                  <a:lnTo>
                    <a:pt x="1573894" y="4238489"/>
                  </a:lnTo>
                  <a:lnTo>
                    <a:pt x="1573894" y="4237241"/>
                  </a:lnTo>
                  <a:lnTo>
                    <a:pt x="1574003" y="4237241"/>
                  </a:lnTo>
                  <a:lnTo>
                    <a:pt x="1574653" y="4237241"/>
                  </a:lnTo>
                  <a:lnTo>
                    <a:pt x="1574870" y="4237241"/>
                  </a:lnTo>
                  <a:lnTo>
                    <a:pt x="1575413" y="4237241"/>
                  </a:lnTo>
                  <a:lnTo>
                    <a:pt x="1575630" y="4237241"/>
                  </a:lnTo>
                  <a:lnTo>
                    <a:pt x="1576063" y="4237241"/>
                  </a:lnTo>
                  <a:lnTo>
                    <a:pt x="1576280" y="4237241"/>
                  </a:lnTo>
                  <a:lnTo>
                    <a:pt x="1576389" y="4237241"/>
                  </a:lnTo>
                  <a:lnTo>
                    <a:pt x="1576822" y="4237241"/>
                  </a:lnTo>
                  <a:lnTo>
                    <a:pt x="1577039" y="4237241"/>
                  </a:lnTo>
                  <a:lnTo>
                    <a:pt x="1577148" y="4237241"/>
                  </a:lnTo>
                  <a:lnTo>
                    <a:pt x="1577256" y="4235994"/>
                  </a:lnTo>
                  <a:lnTo>
                    <a:pt x="1577365" y="4235994"/>
                  </a:lnTo>
                  <a:lnTo>
                    <a:pt x="1577473" y="4235994"/>
                  </a:lnTo>
                  <a:lnTo>
                    <a:pt x="1577690" y="4235994"/>
                  </a:lnTo>
                  <a:lnTo>
                    <a:pt x="1577798" y="4235371"/>
                  </a:lnTo>
                  <a:lnTo>
                    <a:pt x="1578015" y="4235371"/>
                  </a:lnTo>
                  <a:lnTo>
                    <a:pt x="1578015" y="4234747"/>
                  </a:lnTo>
                  <a:lnTo>
                    <a:pt x="1578124" y="4234123"/>
                  </a:lnTo>
                  <a:lnTo>
                    <a:pt x="1578341" y="4233500"/>
                  </a:lnTo>
                  <a:lnTo>
                    <a:pt x="1578449" y="4233500"/>
                  </a:lnTo>
                  <a:lnTo>
                    <a:pt x="1578558" y="4233500"/>
                  </a:lnTo>
                  <a:lnTo>
                    <a:pt x="1578666" y="4233500"/>
                  </a:lnTo>
                  <a:lnTo>
                    <a:pt x="1578774" y="4233500"/>
                  </a:lnTo>
                  <a:lnTo>
                    <a:pt x="1578883" y="4233500"/>
                  </a:lnTo>
                  <a:lnTo>
                    <a:pt x="1578883" y="4232876"/>
                  </a:lnTo>
                  <a:lnTo>
                    <a:pt x="1578991" y="4232876"/>
                  </a:lnTo>
                  <a:lnTo>
                    <a:pt x="1579100" y="4232876"/>
                  </a:lnTo>
                  <a:lnTo>
                    <a:pt x="1579208" y="4232876"/>
                  </a:lnTo>
                  <a:lnTo>
                    <a:pt x="1579317" y="4232876"/>
                  </a:lnTo>
                  <a:lnTo>
                    <a:pt x="1579425" y="4232876"/>
                  </a:lnTo>
                  <a:lnTo>
                    <a:pt x="1579642" y="4232876"/>
                  </a:lnTo>
                  <a:lnTo>
                    <a:pt x="1579859" y="4232876"/>
                  </a:lnTo>
                  <a:lnTo>
                    <a:pt x="1579967" y="4232876"/>
                  </a:lnTo>
                  <a:lnTo>
                    <a:pt x="1580076" y="4232876"/>
                  </a:lnTo>
                  <a:lnTo>
                    <a:pt x="1580184" y="4232253"/>
                  </a:lnTo>
                  <a:lnTo>
                    <a:pt x="1580293" y="4232253"/>
                  </a:lnTo>
                  <a:lnTo>
                    <a:pt x="1580401" y="4232253"/>
                  </a:lnTo>
                  <a:lnTo>
                    <a:pt x="1580401" y="4231629"/>
                  </a:lnTo>
                  <a:lnTo>
                    <a:pt x="1580510" y="4231629"/>
                  </a:lnTo>
                  <a:lnTo>
                    <a:pt x="1580618" y="4231629"/>
                  </a:lnTo>
                  <a:lnTo>
                    <a:pt x="1580727" y="4231629"/>
                  </a:lnTo>
                  <a:lnTo>
                    <a:pt x="1581160" y="4231006"/>
                  </a:lnTo>
                  <a:lnTo>
                    <a:pt x="1581377" y="4229758"/>
                  </a:lnTo>
                  <a:lnTo>
                    <a:pt x="1581377" y="4229135"/>
                  </a:lnTo>
                  <a:lnTo>
                    <a:pt x="1581486" y="4229135"/>
                  </a:lnTo>
                  <a:lnTo>
                    <a:pt x="1581486" y="4228511"/>
                  </a:lnTo>
                  <a:lnTo>
                    <a:pt x="1581594" y="4228511"/>
                  </a:lnTo>
                  <a:lnTo>
                    <a:pt x="1581811" y="4228511"/>
                  </a:lnTo>
                  <a:lnTo>
                    <a:pt x="1581919" y="4228511"/>
                  </a:lnTo>
                  <a:lnTo>
                    <a:pt x="1582028" y="4228511"/>
                  </a:lnTo>
                  <a:lnTo>
                    <a:pt x="1582245" y="4227888"/>
                  </a:lnTo>
                  <a:lnTo>
                    <a:pt x="1583221" y="4227264"/>
                  </a:lnTo>
                  <a:lnTo>
                    <a:pt x="1583329" y="4226017"/>
                  </a:lnTo>
                  <a:lnTo>
                    <a:pt x="1583655" y="4226017"/>
                  </a:lnTo>
                  <a:lnTo>
                    <a:pt x="1583980" y="4226017"/>
                  </a:lnTo>
                  <a:lnTo>
                    <a:pt x="1584088" y="4226017"/>
                  </a:lnTo>
                  <a:lnTo>
                    <a:pt x="1584197" y="4226017"/>
                  </a:lnTo>
                  <a:lnTo>
                    <a:pt x="1584414" y="4225393"/>
                  </a:lnTo>
                  <a:lnTo>
                    <a:pt x="1584522" y="4225393"/>
                  </a:lnTo>
                  <a:lnTo>
                    <a:pt x="1584739" y="4224146"/>
                  </a:lnTo>
                  <a:lnTo>
                    <a:pt x="1585064" y="4224146"/>
                  </a:lnTo>
                  <a:lnTo>
                    <a:pt x="1585281" y="4223523"/>
                  </a:lnTo>
                  <a:lnTo>
                    <a:pt x="1585390" y="4223523"/>
                  </a:lnTo>
                  <a:lnTo>
                    <a:pt x="1585498" y="4222899"/>
                  </a:lnTo>
                  <a:lnTo>
                    <a:pt x="1585607" y="4222899"/>
                  </a:lnTo>
                  <a:lnTo>
                    <a:pt x="1585932" y="4222899"/>
                  </a:lnTo>
                  <a:lnTo>
                    <a:pt x="1586257" y="4222899"/>
                  </a:lnTo>
                  <a:lnTo>
                    <a:pt x="1586257" y="4221652"/>
                  </a:lnTo>
                  <a:lnTo>
                    <a:pt x="1586366" y="4221652"/>
                  </a:lnTo>
                  <a:lnTo>
                    <a:pt x="1586691" y="4221028"/>
                  </a:lnTo>
                  <a:lnTo>
                    <a:pt x="1586800" y="4221028"/>
                  </a:lnTo>
                  <a:lnTo>
                    <a:pt x="1586908" y="4221028"/>
                  </a:lnTo>
                  <a:lnTo>
                    <a:pt x="1587450" y="4220405"/>
                  </a:lnTo>
                  <a:lnTo>
                    <a:pt x="1587884" y="4220405"/>
                  </a:lnTo>
                  <a:lnTo>
                    <a:pt x="1587884" y="4219781"/>
                  </a:lnTo>
                  <a:lnTo>
                    <a:pt x="1588209" y="4219781"/>
                  </a:lnTo>
                  <a:lnTo>
                    <a:pt x="1588318" y="4219781"/>
                  </a:lnTo>
                  <a:lnTo>
                    <a:pt x="1588426" y="4219781"/>
                  </a:lnTo>
                  <a:lnTo>
                    <a:pt x="1588535" y="4219781"/>
                  </a:lnTo>
                  <a:lnTo>
                    <a:pt x="1588969" y="4219781"/>
                  </a:lnTo>
                  <a:lnTo>
                    <a:pt x="1589077" y="4219781"/>
                  </a:lnTo>
                  <a:lnTo>
                    <a:pt x="1589185" y="4219781"/>
                  </a:lnTo>
                  <a:lnTo>
                    <a:pt x="1589619" y="4219781"/>
                  </a:lnTo>
                  <a:lnTo>
                    <a:pt x="1589728" y="4219781"/>
                  </a:lnTo>
                  <a:lnTo>
                    <a:pt x="1590161" y="4219157"/>
                  </a:lnTo>
                  <a:lnTo>
                    <a:pt x="1590270" y="4219157"/>
                  </a:lnTo>
                  <a:lnTo>
                    <a:pt x="1590595" y="4218534"/>
                  </a:lnTo>
                  <a:lnTo>
                    <a:pt x="1590704" y="4218534"/>
                  </a:lnTo>
                  <a:lnTo>
                    <a:pt x="1590812" y="4218534"/>
                  </a:lnTo>
                  <a:lnTo>
                    <a:pt x="1591354" y="4218534"/>
                  </a:lnTo>
                  <a:lnTo>
                    <a:pt x="1591571" y="4218534"/>
                  </a:lnTo>
                  <a:lnTo>
                    <a:pt x="1591680" y="4217910"/>
                  </a:lnTo>
                  <a:lnTo>
                    <a:pt x="1591788" y="4217910"/>
                  </a:lnTo>
                  <a:lnTo>
                    <a:pt x="1591788" y="4217287"/>
                  </a:lnTo>
                  <a:lnTo>
                    <a:pt x="1591788" y="4216663"/>
                  </a:lnTo>
                  <a:lnTo>
                    <a:pt x="1592113" y="4216663"/>
                  </a:lnTo>
                  <a:lnTo>
                    <a:pt x="1592330" y="4216663"/>
                  </a:lnTo>
                  <a:lnTo>
                    <a:pt x="1592547" y="4216663"/>
                  </a:lnTo>
                  <a:lnTo>
                    <a:pt x="1592656" y="4216663"/>
                  </a:lnTo>
                  <a:lnTo>
                    <a:pt x="1592656" y="4215416"/>
                  </a:lnTo>
                  <a:lnTo>
                    <a:pt x="1592764" y="4215416"/>
                  </a:lnTo>
                  <a:lnTo>
                    <a:pt x="1592981" y="4215416"/>
                  </a:lnTo>
                  <a:lnTo>
                    <a:pt x="1593090" y="4215416"/>
                  </a:lnTo>
                  <a:lnTo>
                    <a:pt x="1593415" y="4215416"/>
                  </a:lnTo>
                  <a:lnTo>
                    <a:pt x="1593523" y="4215416"/>
                  </a:lnTo>
                  <a:lnTo>
                    <a:pt x="1593632" y="4213545"/>
                  </a:lnTo>
                  <a:lnTo>
                    <a:pt x="1593849" y="4213545"/>
                  </a:lnTo>
                  <a:lnTo>
                    <a:pt x="1593957" y="4213545"/>
                  </a:lnTo>
                  <a:lnTo>
                    <a:pt x="1594825" y="4213545"/>
                  </a:lnTo>
                  <a:lnTo>
                    <a:pt x="1594933" y="4213545"/>
                  </a:lnTo>
                  <a:lnTo>
                    <a:pt x="1595042" y="4213545"/>
                  </a:lnTo>
                  <a:lnTo>
                    <a:pt x="1595150" y="4213545"/>
                  </a:lnTo>
                  <a:lnTo>
                    <a:pt x="1595258" y="4211674"/>
                  </a:lnTo>
                  <a:lnTo>
                    <a:pt x="1595692" y="4211674"/>
                  </a:lnTo>
                  <a:lnTo>
                    <a:pt x="1595909" y="4211051"/>
                  </a:lnTo>
                  <a:lnTo>
                    <a:pt x="1596018" y="4211051"/>
                  </a:lnTo>
                  <a:lnTo>
                    <a:pt x="1596126" y="4210427"/>
                  </a:lnTo>
                  <a:lnTo>
                    <a:pt x="1596234" y="4210427"/>
                  </a:lnTo>
                  <a:lnTo>
                    <a:pt x="1596343" y="4210427"/>
                  </a:lnTo>
                  <a:lnTo>
                    <a:pt x="1596451" y="4210427"/>
                  </a:lnTo>
                  <a:lnTo>
                    <a:pt x="1596560" y="4210427"/>
                  </a:lnTo>
                  <a:lnTo>
                    <a:pt x="1596777" y="4210427"/>
                  </a:lnTo>
                  <a:lnTo>
                    <a:pt x="1596885" y="4210427"/>
                  </a:lnTo>
                  <a:lnTo>
                    <a:pt x="1596994" y="4210427"/>
                  </a:lnTo>
                  <a:lnTo>
                    <a:pt x="1597102" y="4209180"/>
                  </a:lnTo>
                  <a:lnTo>
                    <a:pt x="1597211" y="4209180"/>
                  </a:lnTo>
                  <a:lnTo>
                    <a:pt x="1597319" y="4209180"/>
                  </a:lnTo>
                  <a:lnTo>
                    <a:pt x="1597319" y="4208557"/>
                  </a:lnTo>
                  <a:lnTo>
                    <a:pt x="1597427" y="4208557"/>
                  </a:lnTo>
                  <a:lnTo>
                    <a:pt x="1597536" y="4208557"/>
                  </a:lnTo>
                  <a:lnTo>
                    <a:pt x="1597644" y="4208557"/>
                  </a:lnTo>
                  <a:lnTo>
                    <a:pt x="1597753" y="4208557"/>
                  </a:lnTo>
                  <a:lnTo>
                    <a:pt x="1597970" y="4208557"/>
                  </a:lnTo>
                  <a:lnTo>
                    <a:pt x="1598078" y="4207933"/>
                  </a:lnTo>
                  <a:lnTo>
                    <a:pt x="1598295" y="4207933"/>
                  </a:lnTo>
                  <a:lnTo>
                    <a:pt x="1598403" y="4207933"/>
                  </a:lnTo>
                  <a:lnTo>
                    <a:pt x="1598512" y="4207933"/>
                  </a:lnTo>
                  <a:lnTo>
                    <a:pt x="1599379" y="4206062"/>
                  </a:lnTo>
                  <a:lnTo>
                    <a:pt x="1599596" y="4206062"/>
                  </a:lnTo>
                  <a:lnTo>
                    <a:pt x="1599705" y="4206062"/>
                  </a:lnTo>
                  <a:lnTo>
                    <a:pt x="1599922" y="4206062"/>
                  </a:lnTo>
                  <a:lnTo>
                    <a:pt x="1600030" y="4206062"/>
                  </a:lnTo>
                  <a:lnTo>
                    <a:pt x="1600355" y="4206062"/>
                  </a:lnTo>
                  <a:lnTo>
                    <a:pt x="1600464" y="4206062"/>
                  </a:lnTo>
                  <a:lnTo>
                    <a:pt x="1600572" y="4206062"/>
                  </a:lnTo>
                  <a:lnTo>
                    <a:pt x="1600681" y="4206062"/>
                  </a:lnTo>
                  <a:lnTo>
                    <a:pt x="1600789" y="4205439"/>
                  </a:lnTo>
                  <a:lnTo>
                    <a:pt x="1600898" y="4205439"/>
                  </a:lnTo>
                  <a:lnTo>
                    <a:pt x="1601115" y="4204815"/>
                  </a:lnTo>
                  <a:lnTo>
                    <a:pt x="1601115" y="4204191"/>
                  </a:lnTo>
                  <a:lnTo>
                    <a:pt x="1601223" y="4203568"/>
                  </a:lnTo>
                  <a:lnTo>
                    <a:pt x="1601332" y="4203568"/>
                  </a:lnTo>
                  <a:lnTo>
                    <a:pt x="1601548" y="4203568"/>
                  </a:lnTo>
                  <a:lnTo>
                    <a:pt x="1601874" y="4203568"/>
                  </a:lnTo>
                  <a:lnTo>
                    <a:pt x="1601982" y="4203568"/>
                  </a:lnTo>
                  <a:lnTo>
                    <a:pt x="1602091" y="4203568"/>
                  </a:lnTo>
                  <a:lnTo>
                    <a:pt x="1602308" y="4203568"/>
                  </a:lnTo>
                  <a:lnTo>
                    <a:pt x="1602416" y="4203568"/>
                  </a:lnTo>
                  <a:lnTo>
                    <a:pt x="1602741" y="4202944"/>
                  </a:lnTo>
                  <a:lnTo>
                    <a:pt x="1602850" y="4202944"/>
                  </a:lnTo>
                  <a:lnTo>
                    <a:pt x="1602958" y="4202944"/>
                  </a:lnTo>
                  <a:lnTo>
                    <a:pt x="1603175" y="4202944"/>
                  </a:lnTo>
                  <a:lnTo>
                    <a:pt x="1603392" y="4202944"/>
                  </a:lnTo>
                  <a:lnTo>
                    <a:pt x="1603500" y="4202944"/>
                  </a:lnTo>
                  <a:lnTo>
                    <a:pt x="1603609" y="4202944"/>
                  </a:lnTo>
                  <a:lnTo>
                    <a:pt x="1603717" y="4202944"/>
                  </a:lnTo>
                  <a:lnTo>
                    <a:pt x="1604151" y="4201697"/>
                  </a:lnTo>
                  <a:lnTo>
                    <a:pt x="1604260" y="4201697"/>
                  </a:lnTo>
                  <a:lnTo>
                    <a:pt x="1604368" y="4201697"/>
                  </a:lnTo>
                  <a:lnTo>
                    <a:pt x="1604476" y="4201697"/>
                  </a:lnTo>
                  <a:lnTo>
                    <a:pt x="1604585" y="4201697"/>
                  </a:lnTo>
                  <a:lnTo>
                    <a:pt x="1604693" y="4201697"/>
                  </a:lnTo>
                  <a:lnTo>
                    <a:pt x="1604802" y="4199826"/>
                  </a:lnTo>
                  <a:lnTo>
                    <a:pt x="1604910" y="4199826"/>
                  </a:lnTo>
                  <a:lnTo>
                    <a:pt x="1605019" y="4199826"/>
                  </a:lnTo>
                  <a:lnTo>
                    <a:pt x="1605344" y="4198579"/>
                  </a:lnTo>
                  <a:lnTo>
                    <a:pt x="1605344" y="4197956"/>
                  </a:lnTo>
                  <a:lnTo>
                    <a:pt x="1605453" y="4197332"/>
                  </a:lnTo>
                  <a:lnTo>
                    <a:pt x="1605561" y="4197332"/>
                  </a:lnTo>
                  <a:lnTo>
                    <a:pt x="1605669" y="4197332"/>
                  </a:lnTo>
                  <a:lnTo>
                    <a:pt x="1605778" y="4197332"/>
                  </a:lnTo>
                  <a:lnTo>
                    <a:pt x="1605778" y="4196709"/>
                  </a:lnTo>
                  <a:lnTo>
                    <a:pt x="1605886" y="4196709"/>
                  </a:lnTo>
                  <a:lnTo>
                    <a:pt x="1606429" y="4196085"/>
                  </a:lnTo>
                  <a:lnTo>
                    <a:pt x="1606537" y="4196085"/>
                  </a:lnTo>
                  <a:lnTo>
                    <a:pt x="1606645" y="4196085"/>
                  </a:lnTo>
                  <a:lnTo>
                    <a:pt x="1607188" y="4195461"/>
                  </a:lnTo>
                  <a:lnTo>
                    <a:pt x="1607513" y="4194214"/>
                  </a:lnTo>
                  <a:lnTo>
                    <a:pt x="1607621" y="4194214"/>
                  </a:lnTo>
                  <a:lnTo>
                    <a:pt x="1607838" y="4194214"/>
                  </a:lnTo>
                  <a:lnTo>
                    <a:pt x="1607947" y="4193591"/>
                  </a:lnTo>
                  <a:lnTo>
                    <a:pt x="1608164" y="4193591"/>
                  </a:lnTo>
                  <a:lnTo>
                    <a:pt x="1608381" y="4193591"/>
                  </a:lnTo>
                  <a:lnTo>
                    <a:pt x="1608814" y="4192967"/>
                  </a:lnTo>
                  <a:lnTo>
                    <a:pt x="1608923" y="4192967"/>
                  </a:lnTo>
                  <a:lnTo>
                    <a:pt x="1609031" y="4192343"/>
                  </a:lnTo>
                  <a:lnTo>
                    <a:pt x="1609140" y="4191720"/>
                  </a:lnTo>
                  <a:lnTo>
                    <a:pt x="1609357" y="4191720"/>
                  </a:lnTo>
                  <a:lnTo>
                    <a:pt x="1609465" y="4191096"/>
                  </a:lnTo>
                  <a:lnTo>
                    <a:pt x="1609573" y="4191096"/>
                  </a:lnTo>
                  <a:lnTo>
                    <a:pt x="1609682" y="4191096"/>
                  </a:lnTo>
                  <a:lnTo>
                    <a:pt x="1609790" y="4191096"/>
                  </a:lnTo>
                  <a:lnTo>
                    <a:pt x="1609899" y="4191096"/>
                  </a:lnTo>
                  <a:lnTo>
                    <a:pt x="1609899" y="4190473"/>
                  </a:lnTo>
                  <a:lnTo>
                    <a:pt x="1610007" y="4190473"/>
                  </a:lnTo>
                  <a:lnTo>
                    <a:pt x="1610116" y="4190473"/>
                  </a:lnTo>
                  <a:lnTo>
                    <a:pt x="1610224" y="4190473"/>
                  </a:lnTo>
                  <a:lnTo>
                    <a:pt x="1610333" y="4190473"/>
                  </a:lnTo>
                  <a:lnTo>
                    <a:pt x="1610441" y="4190473"/>
                  </a:lnTo>
                  <a:lnTo>
                    <a:pt x="1610550" y="4190473"/>
                  </a:lnTo>
                  <a:lnTo>
                    <a:pt x="1610658" y="4190473"/>
                  </a:lnTo>
                  <a:lnTo>
                    <a:pt x="1610658" y="4189849"/>
                  </a:lnTo>
                  <a:lnTo>
                    <a:pt x="1610766" y="4189849"/>
                  </a:lnTo>
                  <a:lnTo>
                    <a:pt x="1610875" y="4189849"/>
                  </a:lnTo>
                  <a:lnTo>
                    <a:pt x="1610983" y="4189849"/>
                  </a:lnTo>
                  <a:lnTo>
                    <a:pt x="1611417" y="4189849"/>
                  </a:lnTo>
                  <a:lnTo>
                    <a:pt x="1611634" y="4189849"/>
                  </a:lnTo>
                  <a:lnTo>
                    <a:pt x="1611742" y="4189849"/>
                  </a:lnTo>
                  <a:lnTo>
                    <a:pt x="1611959" y="4189226"/>
                  </a:lnTo>
                  <a:lnTo>
                    <a:pt x="1612068" y="4188602"/>
                  </a:lnTo>
                  <a:lnTo>
                    <a:pt x="1612176" y="4187355"/>
                  </a:lnTo>
                  <a:lnTo>
                    <a:pt x="1612285" y="4187355"/>
                  </a:lnTo>
                  <a:lnTo>
                    <a:pt x="1612393" y="4187355"/>
                  </a:lnTo>
                  <a:lnTo>
                    <a:pt x="1612718" y="4187355"/>
                  </a:lnTo>
                  <a:lnTo>
                    <a:pt x="1612827" y="4187355"/>
                  </a:lnTo>
                  <a:lnTo>
                    <a:pt x="1612827" y="4186731"/>
                  </a:lnTo>
                  <a:lnTo>
                    <a:pt x="1613044" y="4186731"/>
                  </a:lnTo>
                  <a:lnTo>
                    <a:pt x="1613044" y="4186108"/>
                  </a:lnTo>
                  <a:lnTo>
                    <a:pt x="1613044" y="4183613"/>
                  </a:lnTo>
                  <a:lnTo>
                    <a:pt x="1613152" y="4183613"/>
                  </a:lnTo>
                  <a:lnTo>
                    <a:pt x="1613152" y="4182990"/>
                  </a:lnTo>
                  <a:lnTo>
                    <a:pt x="1613369" y="4182990"/>
                  </a:lnTo>
                  <a:lnTo>
                    <a:pt x="1613478" y="4182990"/>
                  </a:lnTo>
                  <a:lnTo>
                    <a:pt x="1613586" y="4182990"/>
                  </a:lnTo>
                  <a:lnTo>
                    <a:pt x="1613694" y="4182990"/>
                  </a:lnTo>
                  <a:lnTo>
                    <a:pt x="1613911" y="4182990"/>
                  </a:lnTo>
                  <a:lnTo>
                    <a:pt x="1614020" y="4182990"/>
                  </a:lnTo>
                  <a:lnTo>
                    <a:pt x="1614020" y="4182366"/>
                  </a:lnTo>
                  <a:lnTo>
                    <a:pt x="1614237" y="4182366"/>
                  </a:lnTo>
                  <a:lnTo>
                    <a:pt x="1614671" y="4182366"/>
                  </a:lnTo>
                  <a:lnTo>
                    <a:pt x="1614779" y="4181119"/>
                  </a:lnTo>
                  <a:lnTo>
                    <a:pt x="1614996" y="4181119"/>
                  </a:lnTo>
                  <a:lnTo>
                    <a:pt x="1615104" y="4181119"/>
                  </a:lnTo>
                  <a:lnTo>
                    <a:pt x="1615213" y="4181119"/>
                  </a:lnTo>
                  <a:lnTo>
                    <a:pt x="1615430" y="4181119"/>
                  </a:lnTo>
                  <a:lnTo>
                    <a:pt x="1615538" y="4181119"/>
                  </a:lnTo>
                  <a:lnTo>
                    <a:pt x="1615647" y="4181119"/>
                  </a:lnTo>
                  <a:lnTo>
                    <a:pt x="1616189" y="4181119"/>
                  </a:lnTo>
                  <a:lnTo>
                    <a:pt x="1616297" y="4181119"/>
                  </a:lnTo>
                  <a:lnTo>
                    <a:pt x="1616406" y="4181119"/>
                  </a:lnTo>
                  <a:lnTo>
                    <a:pt x="1616514" y="4181119"/>
                  </a:lnTo>
                  <a:lnTo>
                    <a:pt x="1616731" y="4181119"/>
                  </a:lnTo>
                  <a:lnTo>
                    <a:pt x="1617056" y="4181119"/>
                  </a:lnTo>
                  <a:lnTo>
                    <a:pt x="1617490" y="4178001"/>
                  </a:lnTo>
                  <a:lnTo>
                    <a:pt x="1617599" y="4177377"/>
                  </a:lnTo>
                  <a:lnTo>
                    <a:pt x="1617815" y="4177377"/>
                  </a:lnTo>
                  <a:lnTo>
                    <a:pt x="1618032" y="4177377"/>
                  </a:lnTo>
                  <a:lnTo>
                    <a:pt x="1618249" y="4177377"/>
                  </a:lnTo>
                  <a:lnTo>
                    <a:pt x="1618358" y="4177377"/>
                  </a:lnTo>
                  <a:lnTo>
                    <a:pt x="1618466" y="4177377"/>
                  </a:lnTo>
                  <a:lnTo>
                    <a:pt x="1618575" y="4176754"/>
                  </a:lnTo>
                  <a:lnTo>
                    <a:pt x="1618792" y="4176754"/>
                  </a:lnTo>
                  <a:lnTo>
                    <a:pt x="1619008" y="4176754"/>
                  </a:lnTo>
                  <a:lnTo>
                    <a:pt x="1619117" y="4176754"/>
                  </a:lnTo>
                  <a:lnTo>
                    <a:pt x="1619334" y="4176754"/>
                  </a:lnTo>
                  <a:lnTo>
                    <a:pt x="1619551" y="4176754"/>
                  </a:lnTo>
                  <a:lnTo>
                    <a:pt x="1620201" y="4176130"/>
                  </a:lnTo>
                  <a:lnTo>
                    <a:pt x="1620527" y="4176130"/>
                  </a:lnTo>
                  <a:lnTo>
                    <a:pt x="1620527" y="4175507"/>
                  </a:lnTo>
                  <a:lnTo>
                    <a:pt x="1620744" y="4174883"/>
                  </a:lnTo>
                  <a:lnTo>
                    <a:pt x="1620852" y="4174883"/>
                  </a:lnTo>
                  <a:lnTo>
                    <a:pt x="1620852" y="4174260"/>
                  </a:lnTo>
                  <a:lnTo>
                    <a:pt x="1621286" y="4174260"/>
                  </a:lnTo>
                  <a:lnTo>
                    <a:pt x="1621503" y="4173636"/>
                  </a:lnTo>
                  <a:lnTo>
                    <a:pt x="1621720" y="4173636"/>
                  </a:lnTo>
                  <a:lnTo>
                    <a:pt x="1622153" y="4173012"/>
                  </a:lnTo>
                  <a:lnTo>
                    <a:pt x="1622370" y="4172389"/>
                  </a:lnTo>
                  <a:lnTo>
                    <a:pt x="1622479" y="4172389"/>
                  </a:lnTo>
                  <a:lnTo>
                    <a:pt x="1622587" y="4172389"/>
                  </a:lnTo>
                  <a:lnTo>
                    <a:pt x="1622913" y="4172389"/>
                  </a:lnTo>
                  <a:lnTo>
                    <a:pt x="1623021" y="4172389"/>
                  </a:lnTo>
                  <a:lnTo>
                    <a:pt x="1623021" y="4171765"/>
                  </a:lnTo>
                  <a:lnTo>
                    <a:pt x="1623129" y="4171765"/>
                  </a:lnTo>
                  <a:lnTo>
                    <a:pt x="1623238" y="4171765"/>
                  </a:lnTo>
                  <a:lnTo>
                    <a:pt x="1623346" y="4171765"/>
                  </a:lnTo>
                  <a:lnTo>
                    <a:pt x="1623346" y="4171142"/>
                  </a:lnTo>
                  <a:lnTo>
                    <a:pt x="1623672" y="4169894"/>
                  </a:lnTo>
                  <a:lnTo>
                    <a:pt x="1623889" y="4168647"/>
                  </a:lnTo>
                  <a:lnTo>
                    <a:pt x="1624105" y="4168647"/>
                  </a:lnTo>
                  <a:lnTo>
                    <a:pt x="1624322" y="4168647"/>
                  </a:lnTo>
                  <a:lnTo>
                    <a:pt x="1624648" y="4168024"/>
                  </a:lnTo>
                  <a:lnTo>
                    <a:pt x="1624756" y="4168024"/>
                  </a:lnTo>
                  <a:lnTo>
                    <a:pt x="1624756" y="4167400"/>
                  </a:lnTo>
                  <a:lnTo>
                    <a:pt x="1624865" y="4167400"/>
                  </a:lnTo>
                  <a:lnTo>
                    <a:pt x="1625081" y="4166153"/>
                  </a:lnTo>
                  <a:lnTo>
                    <a:pt x="1625190" y="4166153"/>
                  </a:lnTo>
                  <a:lnTo>
                    <a:pt x="1625298" y="4166153"/>
                  </a:lnTo>
                  <a:lnTo>
                    <a:pt x="1625624" y="4166153"/>
                  </a:lnTo>
                  <a:lnTo>
                    <a:pt x="1626166" y="4166153"/>
                  </a:lnTo>
                  <a:lnTo>
                    <a:pt x="1626274" y="4166153"/>
                  </a:lnTo>
                  <a:lnTo>
                    <a:pt x="1626274" y="4165529"/>
                  </a:lnTo>
                  <a:lnTo>
                    <a:pt x="1626274" y="4164906"/>
                  </a:lnTo>
                  <a:lnTo>
                    <a:pt x="1626491" y="4164906"/>
                  </a:lnTo>
                  <a:lnTo>
                    <a:pt x="1626708" y="4163659"/>
                  </a:lnTo>
                  <a:lnTo>
                    <a:pt x="1626817" y="4163659"/>
                  </a:lnTo>
                  <a:lnTo>
                    <a:pt x="1627034" y="4163659"/>
                  </a:lnTo>
                  <a:lnTo>
                    <a:pt x="1627250" y="4163035"/>
                  </a:lnTo>
                  <a:lnTo>
                    <a:pt x="1627359" y="4163035"/>
                  </a:lnTo>
                  <a:lnTo>
                    <a:pt x="1627467" y="4163035"/>
                  </a:lnTo>
                  <a:lnTo>
                    <a:pt x="1627576" y="4163035"/>
                  </a:lnTo>
                  <a:lnTo>
                    <a:pt x="1627793" y="4162411"/>
                  </a:lnTo>
                  <a:lnTo>
                    <a:pt x="1628010" y="4162411"/>
                  </a:lnTo>
                  <a:lnTo>
                    <a:pt x="1628118" y="4162411"/>
                  </a:lnTo>
                  <a:lnTo>
                    <a:pt x="1628226" y="4162411"/>
                  </a:lnTo>
                  <a:lnTo>
                    <a:pt x="1628443" y="4161788"/>
                  </a:lnTo>
                  <a:lnTo>
                    <a:pt x="1628443" y="4161164"/>
                  </a:lnTo>
                  <a:lnTo>
                    <a:pt x="1628552" y="4161164"/>
                  </a:lnTo>
                  <a:lnTo>
                    <a:pt x="1628660" y="4161164"/>
                  </a:lnTo>
                  <a:lnTo>
                    <a:pt x="1629094" y="4160541"/>
                  </a:lnTo>
                  <a:lnTo>
                    <a:pt x="1629202" y="4160541"/>
                  </a:lnTo>
                  <a:lnTo>
                    <a:pt x="1629311" y="4159917"/>
                  </a:lnTo>
                  <a:lnTo>
                    <a:pt x="1629419" y="4159294"/>
                  </a:lnTo>
                  <a:lnTo>
                    <a:pt x="1629636" y="4159294"/>
                  </a:lnTo>
                  <a:lnTo>
                    <a:pt x="1629853" y="4159294"/>
                  </a:lnTo>
                  <a:lnTo>
                    <a:pt x="1630070" y="4157423"/>
                  </a:lnTo>
                  <a:lnTo>
                    <a:pt x="1630178" y="4157423"/>
                  </a:lnTo>
                  <a:lnTo>
                    <a:pt x="1630287" y="4157423"/>
                  </a:lnTo>
                  <a:lnTo>
                    <a:pt x="1631046" y="4156176"/>
                  </a:lnTo>
                  <a:lnTo>
                    <a:pt x="1631154" y="4156176"/>
                  </a:lnTo>
                  <a:lnTo>
                    <a:pt x="1631263" y="4156176"/>
                  </a:lnTo>
                  <a:lnTo>
                    <a:pt x="1631480" y="4156176"/>
                  </a:lnTo>
                  <a:lnTo>
                    <a:pt x="1631480" y="4155552"/>
                  </a:lnTo>
                  <a:lnTo>
                    <a:pt x="1631588" y="4155552"/>
                  </a:lnTo>
                  <a:lnTo>
                    <a:pt x="1631805" y="4155552"/>
                  </a:lnTo>
                  <a:lnTo>
                    <a:pt x="1632022" y="4155552"/>
                  </a:lnTo>
                  <a:lnTo>
                    <a:pt x="1632131" y="4154928"/>
                  </a:lnTo>
                  <a:lnTo>
                    <a:pt x="1632564" y="4154305"/>
                  </a:lnTo>
                  <a:lnTo>
                    <a:pt x="1632998" y="4154305"/>
                  </a:lnTo>
                  <a:lnTo>
                    <a:pt x="1633107" y="4153681"/>
                  </a:lnTo>
                  <a:lnTo>
                    <a:pt x="1633215" y="4153681"/>
                  </a:lnTo>
                  <a:lnTo>
                    <a:pt x="1633432" y="4153681"/>
                  </a:lnTo>
                  <a:lnTo>
                    <a:pt x="1633540" y="4153058"/>
                  </a:lnTo>
                  <a:lnTo>
                    <a:pt x="1633649" y="4152434"/>
                  </a:lnTo>
                  <a:lnTo>
                    <a:pt x="1633757" y="4152434"/>
                  </a:lnTo>
                  <a:lnTo>
                    <a:pt x="1633974" y="4151187"/>
                  </a:lnTo>
                  <a:lnTo>
                    <a:pt x="1634408" y="4149940"/>
                  </a:lnTo>
                  <a:lnTo>
                    <a:pt x="1634516" y="4149940"/>
                  </a:lnTo>
                  <a:lnTo>
                    <a:pt x="1634625" y="4149940"/>
                  </a:lnTo>
                  <a:lnTo>
                    <a:pt x="1634733" y="4149940"/>
                  </a:lnTo>
                  <a:lnTo>
                    <a:pt x="1634950" y="4149940"/>
                  </a:lnTo>
                  <a:lnTo>
                    <a:pt x="1635059" y="4149316"/>
                  </a:lnTo>
                  <a:lnTo>
                    <a:pt x="1635167" y="4148693"/>
                  </a:lnTo>
                  <a:lnTo>
                    <a:pt x="1635275" y="4148693"/>
                  </a:lnTo>
                  <a:lnTo>
                    <a:pt x="1635601" y="4148069"/>
                  </a:lnTo>
                  <a:lnTo>
                    <a:pt x="1635818" y="4147446"/>
                  </a:lnTo>
                  <a:lnTo>
                    <a:pt x="1636035" y="4146822"/>
                  </a:lnTo>
                  <a:lnTo>
                    <a:pt x="1636143" y="4146822"/>
                  </a:lnTo>
                  <a:lnTo>
                    <a:pt x="1636360" y="4146198"/>
                  </a:lnTo>
                  <a:lnTo>
                    <a:pt x="1636685" y="4146198"/>
                  </a:lnTo>
                  <a:lnTo>
                    <a:pt x="1636794" y="4146198"/>
                  </a:lnTo>
                  <a:lnTo>
                    <a:pt x="1637228" y="4146198"/>
                  </a:lnTo>
                  <a:lnTo>
                    <a:pt x="1637228" y="4145575"/>
                  </a:lnTo>
                  <a:lnTo>
                    <a:pt x="1637336" y="4145575"/>
                  </a:lnTo>
                  <a:lnTo>
                    <a:pt x="1637444" y="4145575"/>
                  </a:lnTo>
                  <a:lnTo>
                    <a:pt x="1637553" y="4145575"/>
                  </a:lnTo>
                  <a:lnTo>
                    <a:pt x="1637661" y="4145575"/>
                  </a:lnTo>
                  <a:lnTo>
                    <a:pt x="1637878" y="4145575"/>
                  </a:lnTo>
                  <a:lnTo>
                    <a:pt x="1637987" y="4145575"/>
                  </a:lnTo>
                  <a:lnTo>
                    <a:pt x="1638312" y="4144951"/>
                  </a:lnTo>
                  <a:lnTo>
                    <a:pt x="1638420" y="4144951"/>
                  </a:lnTo>
                  <a:lnTo>
                    <a:pt x="1639505" y="4143704"/>
                  </a:lnTo>
                  <a:lnTo>
                    <a:pt x="1639613" y="4143704"/>
                  </a:lnTo>
                  <a:lnTo>
                    <a:pt x="1639722" y="4143704"/>
                  </a:lnTo>
                  <a:lnTo>
                    <a:pt x="1639722" y="4143080"/>
                  </a:lnTo>
                  <a:lnTo>
                    <a:pt x="1639722" y="4142457"/>
                  </a:lnTo>
                  <a:lnTo>
                    <a:pt x="1640047" y="4142457"/>
                  </a:lnTo>
                  <a:lnTo>
                    <a:pt x="1640264" y="4142457"/>
                  </a:lnTo>
                  <a:lnTo>
                    <a:pt x="1640481" y="4141833"/>
                  </a:lnTo>
                  <a:lnTo>
                    <a:pt x="1640589" y="4141833"/>
                  </a:lnTo>
                  <a:lnTo>
                    <a:pt x="1640698" y="4141833"/>
                  </a:lnTo>
                  <a:lnTo>
                    <a:pt x="1640806" y="4141833"/>
                  </a:lnTo>
                  <a:lnTo>
                    <a:pt x="1640915" y="4141210"/>
                  </a:lnTo>
                  <a:lnTo>
                    <a:pt x="1641023" y="4140586"/>
                  </a:lnTo>
                  <a:lnTo>
                    <a:pt x="1641132" y="4140586"/>
                  </a:lnTo>
                  <a:lnTo>
                    <a:pt x="1641349" y="4140586"/>
                  </a:lnTo>
                  <a:lnTo>
                    <a:pt x="1641457" y="4140586"/>
                  </a:lnTo>
                  <a:lnTo>
                    <a:pt x="1641565" y="4140586"/>
                  </a:lnTo>
                  <a:lnTo>
                    <a:pt x="1641674" y="4140586"/>
                  </a:lnTo>
                  <a:lnTo>
                    <a:pt x="1641891" y="4140586"/>
                  </a:lnTo>
                  <a:lnTo>
                    <a:pt x="1641999" y="4140586"/>
                  </a:lnTo>
                  <a:lnTo>
                    <a:pt x="1642108" y="4140586"/>
                  </a:lnTo>
                  <a:lnTo>
                    <a:pt x="1642216" y="4140586"/>
                  </a:lnTo>
                  <a:lnTo>
                    <a:pt x="1642325" y="4140586"/>
                  </a:lnTo>
                  <a:lnTo>
                    <a:pt x="1642433" y="4140586"/>
                  </a:lnTo>
                  <a:lnTo>
                    <a:pt x="1642650" y="4139339"/>
                  </a:lnTo>
                  <a:lnTo>
                    <a:pt x="1642758" y="4139339"/>
                  </a:lnTo>
                  <a:lnTo>
                    <a:pt x="1642867" y="4138092"/>
                  </a:lnTo>
                  <a:lnTo>
                    <a:pt x="1642975" y="4138092"/>
                  </a:lnTo>
                  <a:lnTo>
                    <a:pt x="1643084" y="4138092"/>
                  </a:lnTo>
                  <a:lnTo>
                    <a:pt x="1643409" y="4138092"/>
                  </a:lnTo>
                  <a:lnTo>
                    <a:pt x="1643517" y="4138092"/>
                  </a:lnTo>
                  <a:lnTo>
                    <a:pt x="1643626" y="4138092"/>
                  </a:lnTo>
                  <a:lnTo>
                    <a:pt x="1643734" y="4138092"/>
                  </a:lnTo>
                  <a:lnTo>
                    <a:pt x="1643843" y="4138092"/>
                  </a:lnTo>
                  <a:lnTo>
                    <a:pt x="1644060" y="4138092"/>
                  </a:lnTo>
                  <a:lnTo>
                    <a:pt x="1644385" y="4138092"/>
                  </a:lnTo>
                  <a:lnTo>
                    <a:pt x="1644710" y="4138092"/>
                  </a:lnTo>
                  <a:lnTo>
                    <a:pt x="1645036" y="4137468"/>
                  </a:lnTo>
                  <a:lnTo>
                    <a:pt x="1645253" y="4137468"/>
                  </a:lnTo>
                  <a:lnTo>
                    <a:pt x="1645361" y="4137468"/>
                  </a:lnTo>
                  <a:lnTo>
                    <a:pt x="1645686" y="4136845"/>
                  </a:lnTo>
                  <a:lnTo>
                    <a:pt x="1645903" y="4136845"/>
                  </a:lnTo>
                  <a:lnTo>
                    <a:pt x="1646120" y="4135597"/>
                  </a:lnTo>
                  <a:lnTo>
                    <a:pt x="1646229" y="4135597"/>
                  </a:lnTo>
                  <a:lnTo>
                    <a:pt x="1646771" y="4134974"/>
                  </a:lnTo>
                  <a:lnTo>
                    <a:pt x="1646988" y="4133727"/>
                  </a:lnTo>
                  <a:lnTo>
                    <a:pt x="1647205" y="4133727"/>
                  </a:lnTo>
                  <a:lnTo>
                    <a:pt x="1647422" y="4133727"/>
                  </a:lnTo>
                  <a:lnTo>
                    <a:pt x="1647747" y="4133727"/>
                  </a:lnTo>
                  <a:lnTo>
                    <a:pt x="1647747" y="4133103"/>
                  </a:lnTo>
                  <a:lnTo>
                    <a:pt x="1647855" y="4133103"/>
                  </a:lnTo>
                  <a:lnTo>
                    <a:pt x="1647964" y="4132480"/>
                  </a:lnTo>
                  <a:lnTo>
                    <a:pt x="1648072" y="4132480"/>
                  </a:lnTo>
                  <a:lnTo>
                    <a:pt x="1648398" y="4132480"/>
                  </a:lnTo>
                  <a:lnTo>
                    <a:pt x="1648723" y="4131232"/>
                  </a:lnTo>
                  <a:lnTo>
                    <a:pt x="1649048" y="4131232"/>
                  </a:lnTo>
                  <a:lnTo>
                    <a:pt x="1649265" y="4131232"/>
                  </a:lnTo>
                  <a:lnTo>
                    <a:pt x="1649482" y="4131232"/>
                  </a:lnTo>
                  <a:lnTo>
                    <a:pt x="1649591" y="4131232"/>
                  </a:lnTo>
                  <a:lnTo>
                    <a:pt x="1649591" y="4130609"/>
                  </a:lnTo>
                  <a:lnTo>
                    <a:pt x="1649807" y="4130609"/>
                  </a:lnTo>
                  <a:lnTo>
                    <a:pt x="1650133" y="4129362"/>
                  </a:lnTo>
                  <a:lnTo>
                    <a:pt x="1650133" y="4128738"/>
                  </a:lnTo>
                  <a:lnTo>
                    <a:pt x="1650350" y="4128738"/>
                  </a:lnTo>
                  <a:lnTo>
                    <a:pt x="1650675" y="4128738"/>
                  </a:lnTo>
                  <a:lnTo>
                    <a:pt x="1650892" y="4128738"/>
                  </a:lnTo>
                  <a:lnTo>
                    <a:pt x="1651000" y="4128738"/>
                  </a:lnTo>
                  <a:lnTo>
                    <a:pt x="1651326" y="4128738"/>
                  </a:lnTo>
                  <a:lnTo>
                    <a:pt x="1651434" y="4128738"/>
                  </a:lnTo>
                  <a:lnTo>
                    <a:pt x="1651434" y="4128114"/>
                  </a:lnTo>
                  <a:lnTo>
                    <a:pt x="1651543" y="4127491"/>
                  </a:lnTo>
                  <a:lnTo>
                    <a:pt x="1651868" y="4127491"/>
                  </a:lnTo>
                  <a:lnTo>
                    <a:pt x="1651976" y="4127491"/>
                  </a:lnTo>
                  <a:lnTo>
                    <a:pt x="1652085" y="4127491"/>
                  </a:lnTo>
                  <a:lnTo>
                    <a:pt x="1652193" y="4127491"/>
                  </a:lnTo>
                  <a:lnTo>
                    <a:pt x="1652735" y="4125620"/>
                  </a:lnTo>
                  <a:lnTo>
                    <a:pt x="1653061" y="4125620"/>
                  </a:lnTo>
                  <a:lnTo>
                    <a:pt x="1653169" y="4125620"/>
                  </a:lnTo>
                  <a:lnTo>
                    <a:pt x="1653278" y="4124997"/>
                  </a:lnTo>
                  <a:lnTo>
                    <a:pt x="1653278" y="4124373"/>
                  </a:lnTo>
                  <a:lnTo>
                    <a:pt x="1653386" y="4124373"/>
                  </a:lnTo>
                  <a:lnTo>
                    <a:pt x="1653495" y="4124373"/>
                  </a:lnTo>
                  <a:lnTo>
                    <a:pt x="1653712" y="4122502"/>
                  </a:lnTo>
                  <a:lnTo>
                    <a:pt x="1653820" y="4122502"/>
                  </a:lnTo>
                  <a:lnTo>
                    <a:pt x="1654254" y="4122502"/>
                  </a:lnTo>
                  <a:lnTo>
                    <a:pt x="1654579" y="4122502"/>
                  </a:lnTo>
                  <a:lnTo>
                    <a:pt x="1654688" y="4122502"/>
                  </a:lnTo>
                  <a:lnTo>
                    <a:pt x="1654796" y="4122502"/>
                  </a:lnTo>
                  <a:lnTo>
                    <a:pt x="1654904" y="4122502"/>
                  </a:lnTo>
                  <a:lnTo>
                    <a:pt x="1655013" y="4122502"/>
                  </a:lnTo>
                  <a:lnTo>
                    <a:pt x="1655555" y="4122502"/>
                  </a:lnTo>
                  <a:lnTo>
                    <a:pt x="1655664" y="4122502"/>
                  </a:lnTo>
                  <a:lnTo>
                    <a:pt x="1655772" y="4122502"/>
                  </a:lnTo>
                  <a:lnTo>
                    <a:pt x="1655880" y="4122502"/>
                  </a:lnTo>
                  <a:lnTo>
                    <a:pt x="1656423" y="4121879"/>
                  </a:lnTo>
                  <a:lnTo>
                    <a:pt x="1656531" y="4121879"/>
                  </a:lnTo>
                  <a:lnTo>
                    <a:pt x="1656965" y="4121879"/>
                  </a:lnTo>
                  <a:lnTo>
                    <a:pt x="1657073" y="4121879"/>
                  </a:lnTo>
                  <a:lnTo>
                    <a:pt x="1657182" y="4121879"/>
                  </a:lnTo>
                  <a:lnTo>
                    <a:pt x="1657290" y="4121879"/>
                  </a:lnTo>
                  <a:lnTo>
                    <a:pt x="1657290" y="4121255"/>
                  </a:lnTo>
                  <a:lnTo>
                    <a:pt x="1657399" y="4121255"/>
                  </a:lnTo>
                  <a:lnTo>
                    <a:pt x="1657833" y="4121255"/>
                  </a:lnTo>
                  <a:lnTo>
                    <a:pt x="1658266" y="4121255"/>
                  </a:lnTo>
                  <a:lnTo>
                    <a:pt x="1658266" y="4120631"/>
                  </a:lnTo>
                  <a:lnTo>
                    <a:pt x="1658483" y="4120008"/>
                  </a:lnTo>
                  <a:lnTo>
                    <a:pt x="1658592" y="4120008"/>
                  </a:lnTo>
                  <a:lnTo>
                    <a:pt x="1658700" y="4120008"/>
                  </a:lnTo>
                  <a:lnTo>
                    <a:pt x="1658917" y="4119384"/>
                  </a:lnTo>
                  <a:lnTo>
                    <a:pt x="1659134" y="4119384"/>
                  </a:lnTo>
                  <a:lnTo>
                    <a:pt x="1659676" y="4119384"/>
                  </a:lnTo>
                  <a:lnTo>
                    <a:pt x="1659785" y="4118761"/>
                  </a:lnTo>
                  <a:lnTo>
                    <a:pt x="1660001" y="4118137"/>
                  </a:lnTo>
                  <a:lnTo>
                    <a:pt x="1660218" y="4118137"/>
                  </a:lnTo>
                  <a:lnTo>
                    <a:pt x="1660435" y="4117514"/>
                  </a:lnTo>
                  <a:lnTo>
                    <a:pt x="1660544" y="4117514"/>
                  </a:lnTo>
                  <a:lnTo>
                    <a:pt x="1660652" y="4117514"/>
                  </a:lnTo>
                  <a:lnTo>
                    <a:pt x="1660869" y="4117514"/>
                  </a:lnTo>
                  <a:lnTo>
                    <a:pt x="1660977" y="4116890"/>
                  </a:lnTo>
                  <a:lnTo>
                    <a:pt x="1661086" y="4116890"/>
                  </a:lnTo>
                  <a:lnTo>
                    <a:pt x="1661411" y="4116266"/>
                  </a:lnTo>
                  <a:lnTo>
                    <a:pt x="1661628" y="4116266"/>
                  </a:lnTo>
                  <a:lnTo>
                    <a:pt x="1661737" y="4116266"/>
                  </a:lnTo>
                  <a:lnTo>
                    <a:pt x="1662062" y="4116266"/>
                  </a:lnTo>
                  <a:lnTo>
                    <a:pt x="1662062" y="4115643"/>
                  </a:lnTo>
                  <a:lnTo>
                    <a:pt x="1662387" y="4115019"/>
                  </a:lnTo>
                  <a:lnTo>
                    <a:pt x="1662496" y="4113772"/>
                  </a:lnTo>
                  <a:lnTo>
                    <a:pt x="1662604" y="4113772"/>
                  </a:lnTo>
                  <a:lnTo>
                    <a:pt x="1662821" y="4113772"/>
                  </a:lnTo>
                  <a:lnTo>
                    <a:pt x="1662930" y="4113148"/>
                  </a:lnTo>
                  <a:lnTo>
                    <a:pt x="1663038" y="4112525"/>
                  </a:lnTo>
                  <a:lnTo>
                    <a:pt x="1663146" y="4111901"/>
                  </a:lnTo>
                  <a:lnTo>
                    <a:pt x="1663255" y="4111901"/>
                  </a:lnTo>
                  <a:lnTo>
                    <a:pt x="1663363" y="4111901"/>
                  </a:lnTo>
                  <a:lnTo>
                    <a:pt x="1663472" y="4111901"/>
                  </a:lnTo>
                  <a:lnTo>
                    <a:pt x="1663797" y="4111278"/>
                  </a:lnTo>
                  <a:lnTo>
                    <a:pt x="1664231" y="4110654"/>
                  </a:lnTo>
                  <a:lnTo>
                    <a:pt x="1664339" y="4110031"/>
                  </a:lnTo>
                  <a:lnTo>
                    <a:pt x="1664448" y="4110031"/>
                  </a:lnTo>
                  <a:lnTo>
                    <a:pt x="1664556" y="4110031"/>
                  </a:lnTo>
                  <a:lnTo>
                    <a:pt x="1664665" y="4110031"/>
                  </a:lnTo>
                  <a:lnTo>
                    <a:pt x="1664882" y="4110031"/>
                  </a:lnTo>
                  <a:lnTo>
                    <a:pt x="1664882" y="4109407"/>
                  </a:lnTo>
                  <a:lnTo>
                    <a:pt x="1664990" y="4108160"/>
                  </a:lnTo>
                  <a:lnTo>
                    <a:pt x="1665098" y="4108160"/>
                  </a:lnTo>
                  <a:lnTo>
                    <a:pt x="1665315" y="4108160"/>
                  </a:lnTo>
                  <a:lnTo>
                    <a:pt x="1665858" y="4108160"/>
                  </a:lnTo>
                  <a:lnTo>
                    <a:pt x="1665966" y="4108160"/>
                  </a:lnTo>
                  <a:lnTo>
                    <a:pt x="1666075" y="4108160"/>
                  </a:lnTo>
                  <a:lnTo>
                    <a:pt x="1666183" y="4108160"/>
                  </a:lnTo>
                  <a:lnTo>
                    <a:pt x="1666400" y="4108160"/>
                  </a:lnTo>
                  <a:lnTo>
                    <a:pt x="1666508" y="4108160"/>
                  </a:lnTo>
                  <a:lnTo>
                    <a:pt x="1666617" y="4108160"/>
                  </a:lnTo>
                  <a:lnTo>
                    <a:pt x="1666834" y="4108160"/>
                  </a:lnTo>
                  <a:lnTo>
                    <a:pt x="1666942" y="4108160"/>
                  </a:lnTo>
                  <a:lnTo>
                    <a:pt x="1667051" y="4108160"/>
                  </a:lnTo>
                  <a:lnTo>
                    <a:pt x="1667159" y="4107536"/>
                  </a:lnTo>
                  <a:lnTo>
                    <a:pt x="1667267" y="4107536"/>
                  </a:lnTo>
                  <a:lnTo>
                    <a:pt x="1667267" y="4106289"/>
                  </a:lnTo>
                  <a:lnTo>
                    <a:pt x="1667376" y="4106289"/>
                  </a:lnTo>
                  <a:lnTo>
                    <a:pt x="1667593" y="4106289"/>
                  </a:lnTo>
                  <a:lnTo>
                    <a:pt x="1667701" y="4106289"/>
                  </a:lnTo>
                  <a:lnTo>
                    <a:pt x="1667918" y="4106289"/>
                  </a:lnTo>
                  <a:lnTo>
                    <a:pt x="1668027" y="4106289"/>
                  </a:lnTo>
                  <a:lnTo>
                    <a:pt x="1668027" y="4105665"/>
                  </a:lnTo>
                  <a:lnTo>
                    <a:pt x="1668027" y="4105042"/>
                  </a:lnTo>
                  <a:lnTo>
                    <a:pt x="1668243" y="4105042"/>
                  </a:lnTo>
                  <a:lnTo>
                    <a:pt x="1668569" y="4104418"/>
                  </a:lnTo>
                  <a:lnTo>
                    <a:pt x="1668677" y="4104418"/>
                  </a:lnTo>
                  <a:lnTo>
                    <a:pt x="1668894" y="4104418"/>
                  </a:lnTo>
                  <a:lnTo>
                    <a:pt x="1669545" y="4104418"/>
                  </a:lnTo>
                  <a:lnTo>
                    <a:pt x="1669870" y="4103795"/>
                  </a:lnTo>
                  <a:lnTo>
                    <a:pt x="1670087" y="4103171"/>
                  </a:lnTo>
                  <a:lnTo>
                    <a:pt x="1670196" y="4103171"/>
                  </a:lnTo>
                  <a:lnTo>
                    <a:pt x="1670304" y="4102548"/>
                  </a:lnTo>
                  <a:lnTo>
                    <a:pt x="1670412" y="4102548"/>
                  </a:lnTo>
                  <a:lnTo>
                    <a:pt x="1670521" y="4102548"/>
                  </a:lnTo>
                  <a:lnTo>
                    <a:pt x="1670521" y="4101924"/>
                  </a:lnTo>
                  <a:lnTo>
                    <a:pt x="1671063" y="4101924"/>
                  </a:lnTo>
                  <a:lnTo>
                    <a:pt x="1671172" y="4101924"/>
                  </a:lnTo>
                  <a:lnTo>
                    <a:pt x="1671280" y="4101924"/>
                  </a:lnTo>
                  <a:lnTo>
                    <a:pt x="1671388" y="4101924"/>
                  </a:lnTo>
                  <a:lnTo>
                    <a:pt x="1671388" y="4101300"/>
                  </a:lnTo>
                  <a:lnTo>
                    <a:pt x="1671497" y="4101300"/>
                  </a:lnTo>
                  <a:lnTo>
                    <a:pt x="1671605" y="4101300"/>
                  </a:lnTo>
                  <a:lnTo>
                    <a:pt x="1671714" y="4101300"/>
                  </a:lnTo>
                  <a:lnTo>
                    <a:pt x="1671822" y="4100677"/>
                  </a:lnTo>
                  <a:lnTo>
                    <a:pt x="1672039" y="4100677"/>
                  </a:lnTo>
                  <a:lnTo>
                    <a:pt x="1672039" y="4100053"/>
                  </a:lnTo>
                  <a:lnTo>
                    <a:pt x="1672148" y="4100053"/>
                  </a:lnTo>
                  <a:lnTo>
                    <a:pt x="1672473" y="4099430"/>
                  </a:lnTo>
                  <a:lnTo>
                    <a:pt x="1672581" y="4099430"/>
                  </a:lnTo>
                  <a:lnTo>
                    <a:pt x="1672690" y="4099430"/>
                  </a:lnTo>
                  <a:lnTo>
                    <a:pt x="1673015" y="4098806"/>
                  </a:lnTo>
                  <a:lnTo>
                    <a:pt x="1673340" y="4098183"/>
                  </a:lnTo>
                  <a:lnTo>
                    <a:pt x="1673557" y="4098183"/>
                  </a:lnTo>
                  <a:lnTo>
                    <a:pt x="1673666" y="4098183"/>
                  </a:lnTo>
                  <a:lnTo>
                    <a:pt x="1673774" y="4098183"/>
                  </a:lnTo>
                  <a:lnTo>
                    <a:pt x="1673883" y="4098183"/>
                  </a:lnTo>
                  <a:lnTo>
                    <a:pt x="1673991" y="4098183"/>
                  </a:lnTo>
                  <a:lnTo>
                    <a:pt x="1674100" y="4098183"/>
                  </a:lnTo>
                  <a:lnTo>
                    <a:pt x="1674208" y="4098183"/>
                  </a:lnTo>
                  <a:lnTo>
                    <a:pt x="1674317" y="4098183"/>
                  </a:lnTo>
                  <a:lnTo>
                    <a:pt x="1674425" y="4098183"/>
                  </a:lnTo>
                  <a:lnTo>
                    <a:pt x="1674642" y="4098183"/>
                  </a:lnTo>
                  <a:lnTo>
                    <a:pt x="1675076" y="4098183"/>
                  </a:lnTo>
                  <a:lnTo>
                    <a:pt x="1675184" y="4098183"/>
                  </a:lnTo>
                  <a:lnTo>
                    <a:pt x="1675401" y="4098183"/>
                  </a:lnTo>
                  <a:lnTo>
                    <a:pt x="1675618" y="4098183"/>
                  </a:lnTo>
                  <a:lnTo>
                    <a:pt x="1675618" y="4097559"/>
                  </a:lnTo>
                  <a:lnTo>
                    <a:pt x="1675835" y="4096935"/>
                  </a:lnTo>
                  <a:lnTo>
                    <a:pt x="1676052" y="4096935"/>
                  </a:lnTo>
                  <a:lnTo>
                    <a:pt x="1676052" y="4096312"/>
                  </a:lnTo>
                  <a:lnTo>
                    <a:pt x="1676052" y="4095688"/>
                  </a:lnTo>
                  <a:lnTo>
                    <a:pt x="1676160" y="4095688"/>
                  </a:lnTo>
                  <a:lnTo>
                    <a:pt x="1676594" y="4095688"/>
                  </a:lnTo>
                  <a:lnTo>
                    <a:pt x="1677245" y="4095688"/>
                  </a:lnTo>
                  <a:lnTo>
                    <a:pt x="1677353" y="4095688"/>
                  </a:lnTo>
                  <a:lnTo>
                    <a:pt x="1677570" y="4095688"/>
                  </a:lnTo>
                  <a:lnTo>
                    <a:pt x="1677570" y="4095065"/>
                  </a:lnTo>
                  <a:lnTo>
                    <a:pt x="1677787" y="4095065"/>
                  </a:lnTo>
                  <a:lnTo>
                    <a:pt x="1678004" y="4095065"/>
                  </a:lnTo>
                  <a:lnTo>
                    <a:pt x="1678112" y="4095065"/>
                  </a:lnTo>
                  <a:lnTo>
                    <a:pt x="1678112" y="4094441"/>
                  </a:lnTo>
                  <a:lnTo>
                    <a:pt x="1678546" y="4094441"/>
                  </a:lnTo>
                  <a:lnTo>
                    <a:pt x="1678654" y="4094441"/>
                  </a:lnTo>
                  <a:lnTo>
                    <a:pt x="1678871" y="4094441"/>
                  </a:lnTo>
                  <a:lnTo>
                    <a:pt x="1679088" y="4092570"/>
                  </a:lnTo>
                  <a:lnTo>
                    <a:pt x="1679197" y="4092570"/>
                  </a:lnTo>
                  <a:lnTo>
                    <a:pt x="1679630" y="4092570"/>
                  </a:lnTo>
                  <a:lnTo>
                    <a:pt x="1679630" y="4091947"/>
                  </a:lnTo>
                  <a:lnTo>
                    <a:pt x="1679847" y="4091323"/>
                  </a:lnTo>
                  <a:lnTo>
                    <a:pt x="1679956" y="4091323"/>
                  </a:lnTo>
                  <a:lnTo>
                    <a:pt x="1679956" y="4090700"/>
                  </a:lnTo>
                  <a:lnTo>
                    <a:pt x="1680498" y="4090700"/>
                  </a:lnTo>
                  <a:lnTo>
                    <a:pt x="1680606" y="4090700"/>
                  </a:lnTo>
                  <a:lnTo>
                    <a:pt x="1680606" y="4090076"/>
                  </a:lnTo>
                  <a:lnTo>
                    <a:pt x="1680715" y="4090076"/>
                  </a:lnTo>
                  <a:lnTo>
                    <a:pt x="1680823" y="4089452"/>
                  </a:lnTo>
                  <a:lnTo>
                    <a:pt x="1681040" y="4088829"/>
                  </a:lnTo>
                  <a:lnTo>
                    <a:pt x="1681149" y="4088829"/>
                  </a:lnTo>
                  <a:lnTo>
                    <a:pt x="1681149" y="4087582"/>
                  </a:lnTo>
                  <a:lnTo>
                    <a:pt x="1681257" y="4087582"/>
                  </a:lnTo>
                  <a:lnTo>
                    <a:pt x="1681257" y="4086958"/>
                  </a:lnTo>
                  <a:lnTo>
                    <a:pt x="1681366" y="4086958"/>
                  </a:lnTo>
                  <a:lnTo>
                    <a:pt x="1681474" y="4086958"/>
                  </a:lnTo>
                  <a:lnTo>
                    <a:pt x="1681582" y="4086958"/>
                  </a:lnTo>
                  <a:lnTo>
                    <a:pt x="1681691" y="4086958"/>
                  </a:lnTo>
                  <a:lnTo>
                    <a:pt x="1682016" y="4085711"/>
                  </a:lnTo>
                  <a:lnTo>
                    <a:pt x="1682125" y="4085711"/>
                  </a:lnTo>
                  <a:lnTo>
                    <a:pt x="1682233" y="4085711"/>
                  </a:lnTo>
                  <a:lnTo>
                    <a:pt x="1682558" y="4085711"/>
                  </a:lnTo>
                  <a:lnTo>
                    <a:pt x="1682667" y="4085711"/>
                  </a:lnTo>
                  <a:lnTo>
                    <a:pt x="1682667" y="4085087"/>
                  </a:lnTo>
                  <a:lnTo>
                    <a:pt x="1682775" y="4085087"/>
                  </a:lnTo>
                  <a:lnTo>
                    <a:pt x="1682992" y="4084464"/>
                  </a:lnTo>
                  <a:lnTo>
                    <a:pt x="1683318" y="4084464"/>
                  </a:lnTo>
                  <a:lnTo>
                    <a:pt x="1683535" y="4084464"/>
                  </a:lnTo>
                  <a:lnTo>
                    <a:pt x="1683643" y="4084464"/>
                  </a:lnTo>
                  <a:lnTo>
                    <a:pt x="1683751" y="4084464"/>
                  </a:lnTo>
                  <a:lnTo>
                    <a:pt x="1683860" y="4084464"/>
                  </a:lnTo>
                  <a:lnTo>
                    <a:pt x="1683860" y="4083217"/>
                  </a:lnTo>
                  <a:lnTo>
                    <a:pt x="1684077" y="4083217"/>
                  </a:lnTo>
                  <a:lnTo>
                    <a:pt x="1684402" y="4082593"/>
                  </a:lnTo>
                  <a:lnTo>
                    <a:pt x="1684511" y="4081969"/>
                  </a:lnTo>
                  <a:lnTo>
                    <a:pt x="1684511" y="4081346"/>
                  </a:lnTo>
                  <a:lnTo>
                    <a:pt x="1684619" y="4081346"/>
                  </a:lnTo>
                  <a:lnTo>
                    <a:pt x="1684727" y="4081346"/>
                  </a:lnTo>
                  <a:lnTo>
                    <a:pt x="1684836" y="4081346"/>
                  </a:lnTo>
                  <a:lnTo>
                    <a:pt x="1684836" y="4080722"/>
                  </a:lnTo>
                  <a:lnTo>
                    <a:pt x="1684944" y="4080722"/>
                  </a:lnTo>
                  <a:lnTo>
                    <a:pt x="1685053" y="4080722"/>
                  </a:lnTo>
                  <a:lnTo>
                    <a:pt x="1685487" y="4080722"/>
                  </a:lnTo>
                  <a:lnTo>
                    <a:pt x="1685812" y="4080722"/>
                  </a:lnTo>
                  <a:lnTo>
                    <a:pt x="1685920" y="4080722"/>
                  </a:lnTo>
                  <a:lnTo>
                    <a:pt x="1686137" y="4080722"/>
                  </a:lnTo>
                  <a:lnTo>
                    <a:pt x="1686679" y="4080722"/>
                  </a:lnTo>
                  <a:lnTo>
                    <a:pt x="1686788" y="4080722"/>
                  </a:lnTo>
                  <a:lnTo>
                    <a:pt x="1686896" y="4080722"/>
                  </a:lnTo>
                  <a:lnTo>
                    <a:pt x="1687113" y="4080099"/>
                  </a:lnTo>
                  <a:lnTo>
                    <a:pt x="1687439" y="4080099"/>
                  </a:lnTo>
                  <a:lnTo>
                    <a:pt x="1687547" y="4080099"/>
                  </a:lnTo>
                  <a:lnTo>
                    <a:pt x="1687656" y="4080099"/>
                  </a:lnTo>
                  <a:lnTo>
                    <a:pt x="1687872" y="4080099"/>
                  </a:lnTo>
                  <a:lnTo>
                    <a:pt x="1687981" y="4080099"/>
                  </a:lnTo>
                  <a:lnTo>
                    <a:pt x="1688089" y="4080099"/>
                  </a:lnTo>
                  <a:lnTo>
                    <a:pt x="1689608" y="4075110"/>
                  </a:lnTo>
                  <a:lnTo>
                    <a:pt x="1689608" y="4074486"/>
                  </a:lnTo>
                  <a:lnTo>
                    <a:pt x="1689716" y="4074486"/>
                  </a:lnTo>
                  <a:lnTo>
                    <a:pt x="1689933" y="4074486"/>
                  </a:lnTo>
                  <a:lnTo>
                    <a:pt x="1690150" y="4074486"/>
                  </a:lnTo>
                  <a:lnTo>
                    <a:pt x="1690367" y="4074486"/>
                  </a:lnTo>
                  <a:lnTo>
                    <a:pt x="1690475" y="4074486"/>
                  </a:lnTo>
                  <a:lnTo>
                    <a:pt x="1690584" y="4074486"/>
                  </a:lnTo>
                  <a:lnTo>
                    <a:pt x="1690584" y="4073863"/>
                  </a:lnTo>
                  <a:lnTo>
                    <a:pt x="1690692" y="4073239"/>
                  </a:lnTo>
                  <a:lnTo>
                    <a:pt x="1690909" y="4073239"/>
                  </a:lnTo>
                  <a:lnTo>
                    <a:pt x="1691017" y="4073239"/>
                  </a:lnTo>
                  <a:lnTo>
                    <a:pt x="1691234" y="4073239"/>
                  </a:lnTo>
                  <a:lnTo>
                    <a:pt x="1691343" y="4073239"/>
                  </a:lnTo>
                  <a:lnTo>
                    <a:pt x="1691451" y="4073239"/>
                  </a:lnTo>
                  <a:lnTo>
                    <a:pt x="1691560" y="4073239"/>
                  </a:lnTo>
                  <a:lnTo>
                    <a:pt x="1691668" y="4073239"/>
                  </a:lnTo>
                  <a:lnTo>
                    <a:pt x="1691885" y="4073239"/>
                  </a:lnTo>
                  <a:lnTo>
                    <a:pt x="1692102" y="4073239"/>
                  </a:lnTo>
                  <a:lnTo>
                    <a:pt x="1692210" y="4073239"/>
                  </a:lnTo>
                  <a:lnTo>
                    <a:pt x="1692319" y="4072616"/>
                  </a:lnTo>
                  <a:lnTo>
                    <a:pt x="1692319" y="4071992"/>
                  </a:lnTo>
                  <a:lnTo>
                    <a:pt x="1692319" y="4070745"/>
                  </a:lnTo>
                  <a:lnTo>
                    <a:pt x="1692536" y="4070745"/>
                  </a:lnTo>
                  <a:lnTo>
                    <a:pt x="1692536" y="4070121"/>
                  </a:lnTo>
                  <a:lnTo>
                    <a:pt x="1692861" y="4069498"/>
                  </a:lnTo>
                  <a:lnTo>
                    <a:pt x="1693186" y="4068874"/>
                  </a:lnTo>
                  <a:lnTo>
                    <a:pt x="1693295" y="4068874"/>
                  </a:lnTo>
                  <a:lnTo>
                    <a:pt x="1693620" y="4068251"/>
                  </a:lnTo>
                  <a:lnTo>
                    <a:pt x="1693837" y="4068251"/>
                  </a:lnTo>
                  <a:lnTo>
                    <a:pt x="1693945" y="4068251"/>
                  </a:lnTo>
                  <a:lnTo>
                    <a:pt x="1694271" y="4067627"/>
                  </a:lnTo>
                  <a:lnTo>
                    <a:pt x="1694271" y="4065133"/>
                  </a:lnTo>
                  <a:lnTo>
                    <a:pt x="1694488" y="4064509"/>
                  </a:lnTo>
                  <a:lnTo>
                    <a:pt x="1694921" y="4063262"/>
                  </a:lnTo>
                  <a:lnTo>
                    <a:pt x="1695138" y="4063262"/>
                  </a:lnTo>
                  <a:lnTo>
                    <a:pt x="1695355" y="4063262"/>
                  </a:lnTo>
                  <a:lnTo>
                    <a:pt x="1695572" y="4063262"/>
                  </a:lnTo>
                  <a:lnTo>
                    <a:pt x="1695898" y="4063262"/>
                  </a:lnTo>
                  <a:lnTo>
                    <a:pt x="1695898" y="4062638"/>
                  </a:lnTo>
                  <a:lnTo>
                    <a:pt x="1696006" y="4062638"/>
                  </a:lnTo>
                  <a:lnTo>
                    <a:pt x="1696223" y="4062638"/>
                  </a:lnTo>
                  <a:lnTo>
                    <a:pt x="1696331" y="4062638"/>
                  </a:lnTo>
                  <a:lnTo>
                    <a:pt x="1696440" y="4062638"/>
                  </a:lnTo>
                  <a:lnTo>
                    <a:pt x="1696657" y="4062638"/>
                  </a:lnTo>
                  <a:lnTo>
                    <a:pt x="1696765" y="4062638"/>
                  </a:lnTo>
                  <a:lnTo>
                    <a:pt x="1696982" y="4062015"/>
                  </a:lnTo>
                  <a:lnTo>
                    <a:pt x="1697199" y="4062015"/>
                  </a:lnTo>
                  <a:lnTo>
                    <a:pt x="1697307" y="4060768"/>
                  </a:lnTo>
                  <a:lnTo>
                    <a:pt x="1697416" y="4060144"/>
                  </a:lnTo>
                  <a:lnTo>
                    <a:pt x="1697524" y="4060144"/>
                  </a:lnTo>
                  <a:lnTo>
                    <a:pt x="1697741" y="4060144"/>
                  </a:lnTo>
                  <a:lnTo>
                    <a:pt x="1698175" y="4060144"/>
                  </a:lnTo>
                  <a:lnTo>
                    <a:pt x="1698175" y="4059520"/>
                  </a:lnTo>
                  <a:lnTo>
                    <a:pt x="1698392" y="4059520"/>
                  </a:lnTo>
                  <a:lnTo>
                    <a:pt x="1698500" y="4059520"/>
                  </a:lnTo>
                  <a:lnTo>
                    <a:pt x="1698609" y="4059520"/>
                  </a:lnTo>
                  <a:lnTo>
                    <a:pt x="1698826" y="4058897"/>
                  </a:lnTo>
                  <a:lnTo>
                    <a:pt x="1698934" y="4058897"/>
                  </a:lnTo>
                  <a:lnTo>
                    <a:pt x="1699476" y="4058273"/>
                  </a:lnTo>
                  <a:lnTo>
                    <a:pt x="1699693" y="4058273"/>
                  </a:lnTo>
                  <a:lnTo>
                    <a:pt x="1699910" y="4057650"/>
                  </a:lnTo>
                  <a:lnTo>
                    <a:pt x="1700127" y="4057650"/>
                  </a:lnTo>
                  <a:lnTo>
                    <a:pt x="1700452" y="4057650"/>
                  </a:lnTo>
                  <a:lnTo>
                    <a:pt x="1700561" y="4057026"/>
                  </a:lnTo>
                  <a:lnTo>
                    <a:pt x="1700886" y="4057026"/>
                  </a:lnTo>
                  <a:lnTo>
                    <a:pt x="1700995" y="4057026"/>
                  </a:lnTo>
                  <a:lnTo>
                    <a:pt x="1701103" y="4056402"/>
                  </a:lnTo>
                  <a:lnTo>
                    <a:pt x="1701211" y="4056402"/>
                  </a:lnTo>
                  <a:lnTo>
                    <a:pt x="1701320" y="4055779"/>
                  </a:lnTo>
                  <a:lnTo>
                    <a:pt x="1701428" y="4055779"/>
                  </a:lnTo>
                  <a:lnTo>
                    <a:pt x="1701537" y="4055779"/>
                  </a:lnTo>
                  <a:lnTo>
                    <a:pt x="1701645" y="4055779"/>
                  </a:lnTo>
                  <a:lnTo>
                    <a:pt x="1701971" y="4055779"/>
                  </a:lnTo>
                  <a:lnTo>
                    <a:pt x="1702296" y="4055779"/>
                  </a:lnTo>
                  <a:lnTo>
                    <a:pt x="1702513" y="4055779"/>
                  </a:lnTo>
                  <a:lnTo>
                    <a:pt x="1702621" y="4055779"/>
                  </a:lnTo>
                  <a:lnTo>
                    <a:pt x="1702621" y="4055155"/>
                  </a:lnTo>
                  <a:lnTo>
                    <a:pt x="1702838" y="4054532"/>
                  </a:lnTo>
                  <a:lnTo>
                    <a:pt x="1703055" y="4054532"/>
                  </a:lnTo>
                  <a:lnTo>
                    <a:pt x="1703055" y="4053285"/>
                  </a:lnTo>
                  <a:lnTo>
                    <a:pt x="1703163" y="4053285"/>
                  </a:lnTo>
                  <a:lnTo>
                    <a:pt x="1703272" y="4053285"/>
                  </a:lnTo>
                  <a:lnTo>
                    <a:pt x="1703489" y="4052037"/>
                  </a:lnTo>
                  <a:lnTo>
                    <a:pt x="1703597" y="4052037"/>
                  </a:lnTo>
                  <a:lnTo>
                    <a:pt x="1703706" y="4052037"/>
                  </a:lnTo>
                  <a:lnTo>
                    <a:pt x="1703814" y="4052037"/>
                  </a:lnTo>
                  <a:lnTo>
                    <a:pt x="1703923" y="4052037"/>
                  </a:lnTo>
                  <a:lnTo>
                    <a:pt x="1704031" y="4052037"/>
                  </a:lnTo>
                  <a:lnTo>
                    <a:pt x="1704139" y="4051414"/>
                  </a:lnTo>
                  <a:lnTo>
                    <a:pt x="1704356" y="4051414"/>
                  </a:lnTo>
                  <a:lnTo>
                    <a:pt x="1704682" y="4051414"/>
                  </a:lnTo>
                  <a:lnTo>
                    <a:pt x="1705007" y="4051414"/>
                  </a:lnTo>
                  <a:lnTo>
                    <a:pt x="1705116" y="4051414"/>
                  </a:lnTo>
                  <a:lnTo>
                    <a:pt x="1705224" y="4051414"/>
                  </a:lnTo>
                  <a:lnTo>
                    <a:pt x="1705332" y="4051414"/>
                  </a:lnTo>
                  <a:lnTo>
                    <a:pt x="1705658" y="4050790"/>
                  </a:lnTo>
                  <a:lnTo>
                    <a:pt x="1706092" y="4050167"/>
                  </a:lnTo>
                  <a:lnTo>
                    <a:pt x="1706417" y="4050167"/>
                  </a:lnTo>
                  <a:lnTo>
                    <a:pt x="1706417" y="4049543"/>
                  </a:lnTo>
                  <a:lnTo>
                    <a:pt x="1706634" y="4048296"/>
                  </a:lnTo>
                  <a:lnTo>
                    <a:pt x="1706742" y="4048296"/>
                  </a:lnTo>
                  <a:lnTo>
                    <a:pt x="1706851" y="4048296"/>
                  </a:lnTo>
                  <a:lnTo>
                    <a:pt x="1706959" y="4048296"/>
                  </a:lnTo>
                  <a:lnTo>
                    <a:pt x="1707176" y="4048296"/>
                  </a:lnTo>
                  <a:lnTo>
                    <a:pt x="1707284" y="4048296"/>
                  </a:lnTo>
                  <a:lnTo>
                    <a:pt x="1707610" y="4047672"/>
                  </a:lnTo>
                  <a:lnTo>
                    <a:pt x="1707718" y="4047672"/>
                  </a:lnTo>
                  <a:lnTo>
                    <a:pt x="1708260" y="4047672"/>
                  </a:lnTo>
                  <a:lnTo>
                    <a:pt x="1708694" y="4047672"/>
                  </a:lnTo>
                  <a:lnTo>
                    <a:pt x="1708803" y="4047672"/>
                  </a:lnTo>
                  <a:lnTo>
                    <a:pt x="1709020" y="4047672"/>
                  </a:lnTo>
                  <a:lnTo>
                    <a:pt x="1709453" y="4046425"/>
                  </a:lnTo>
                  <a:lnTo>
                    <a:pt x="1709453" y="4045802"/>
                  </a:lnTo>
                  <a:lnTo>
                    <a:pt x="1709562" y="4045802"/>
                  </a:lnTo>
                  <a:lnTo>
                    <a:pt x="1709779" y="4045802"/>
                  </a:lnTo>
                  <a:lnTo>
                    <a:pt x="1709887" y="4045802"/>
                  </a:lnTo>
                  <a:lnTo>
                    <a:pt x="1709996" y="4045802"/>
                  </a:lnTo>
                  <a:lnTo>
                    <a:pt x="1710213" y="4045178"/>
                  </a:lnTo>
                  <a:lnTo>
                    <a:pt x="1710321" y="4045178"/>
                  </a:lnTo>
                  <a:lnTo>
                    <a:pt x="1710429" y="4045178"/>
                  </a:lnTo>
                  <a:lnTo>
                    <a:pt x="1710429" y="4044554"/>
                  </a:lnTo>
                  <a:lnTo>
                    <a:pt x="1710755" y="4044554"/>
                  </a:lnTo>
                  <a:lnTo>
                    <a:pt x="1710863" y="4044554"/>
                  </a:lnTo>
                  <a:lnTo>
                    <a:pt x="1710972" y="4043931"/>
                  </a:lnTo>
                  <a:lnTo>
                    <a:pt x="1711189" y="4043931"/>
                  </a:lnTo>
                  <a:lnTo>
                    <a:pt x="1711297" y="4043931"/>
                  </a:lnTo>
                  <a:lnTo>
                    <a:pt x="1711405" y="4043931"/>
                  </a:lnTo>
                  <a:lnTo>
                    <a:pt x="1711622" y="4043931"/>
                  </a:lnTo>
                  <a:lnTo>
                    <a:pt x="1711731" y="4043931"/>
                  </a:lnTo>
                  <a:lnTo>
                    <a:pt x="1711839" y="4043931"/>
                  </a:lnTo>
                  <a:lnTo>
                    <a:pt x="1712165" y="4043307"/>
                  </a:lnTo>
                  <a:lnTo>
                    <a:pt x="1712273" y="4043307"/>
                  </a:lnTo>
                  <a:lnTo>
                    <a:pt x="1712273" y="4042684"/>
                  </a:lnTo>
                  <a:lnTo>
                    <a:pt x="1712273" y="4042060"/>
                  </a:lnTo>
                  <a:lnTo>
                    <a:pt x="1712490" y="4042060"/>
                  </a:lnTo>
                  <a:lnTo>
                    <a:pt x="1712924" y="4042060"/>
                  </a:lnTo>
                  <a:lnTo>
                    <a:pt x="1713032" y="4042060"/>
                  </a:lnTo>
                  <a:lnTo>
                    <a:pt x="1713141" y="4042060"/>
                  </a:lnTo>
                  <a:lnTo>
                    <a:pt x="1713249" y="4042060"/>
                  </a:lnTo>
                  <a:lnTo>
                    <a:pt x="1713358" y="4041437"/>
                  </a:lnTo>
                  <a:lnTo>
                    <a:pt x="1713900" y="4039566"/>
                  </a:lnTo>
                  <a:lnTo>
                    <a:pt x="1714008" y="4039566"/>
                  </a:lnTo>
                  <a:lnTo>
                    <a:pt x="1714117" y="4039566"/>
                  </a:lnTo>
                  <a:lnTo>
                    <a:pt x="1714225" y="4039566"/>
                  </a:lnTo>
                  <a:lnTo>
                    <a:pt x="1714442" y="4039566"/>
                  </a:lnTo>
                  <a:lnTo>
                    <a:pt x="1714659" y="4039566"/>
                  </a:lnTo>
                  <a:lnTo>
                    <a:pt x="1715093" y="4039566"/>
                  </a:lnTo>
                  <a:lnTo>
                    <a:pt x="1715201" y="4039566"/>
                  </a:lnTo>
                  <a:lnTo>
                    <a:pt x="1715635" y="4039566"/>
                  </a:lnTo>
                  <a:lnTo>
                    <a:pt x="1716069" y="4038942"/>
                  </a:lnTo>
                  <a:lnTo>
                    <a:pt x="1716069" y="4038319"/>
                  </a:lnTo>
                  <a:lnTo>
                    <a:pt x="1716286" y="4038319"/>
                  </a:lnTo>
                  <a:lnTo>
                    <a:pt x="1716394" y="4038319"/>
                  </a:lnTo>
                  <a:lnTo>
                    <a:pt x="1716502" y="4038319"/>
                  </a:lnTo>
                  <a:lnTo>
                    <a:pt x="1716611" y="4038319"/>
                  </a:lnTo>
                  <a:lnTo>
                    <a:pt x="1716828" y="4038319"/>
                  </a:lnTo>
                  <a:lnTo>
                    <a:pt x="1716936" y="4038319"/>
                  </a:lnTo>
                  <a:lnTo>
                    <a:pt x="1716936" y="4037695"/>
                  </a:lnTo>
                  <a:lnTo>
                    <a:pt x="1717262" y="4037695"/>
                  </a:lnTo>
                  <a:lnTo>
                    <a:pt x="1717695" y="4037695"/>
                  </a:lnTo>
                  <a:lnTo>
                    <a:pt x="1718021" y="4037695"/>
                  </a:lnTo>
                  <a:lnTo>
                    <a:pt x="1718346" y="4037071"/>
                  </a:lnTo>
                  <a:lnTo>
                    <a:pt x="1718346" y="4036448"/>
                  </a:lnTo>
                  <a:lnTo>
                    <a:pt x="1718455" y="4036448"/>
                  </a:lnTo>
                  <a:lnTo>
                    <a:pt x="1718455" y="4035824"/>
                  </a:lnTo>
                  <a:lnTo>
                    <a:pt x="1718563" y="4035201"/>
                  </a:lnTo>
                  <a:lnTo>
                    <a:pt x="1718888" y="4035201"/>
                  </a:lnTo>
                  <a:lnTo>
                    <a:pt x="1718888" y="4034577"/>
                  </a:lnTo>
                  <a:lnTo>
                    <a:pt x="1718888" y="4033954"/>
                  </a:lnTo>
                  <a:lnTo>
                    <a:pt x="1719214" y="4033954"/>
                  </a:lnTo>
                  <a:lnTo>
                    <a:pt x="1719322" y="4033330"/>
                  </a:lnTo>
                  <a:lnTo>
                    <a:pt x="1719756" y="4031459"/>
                  </a:lnTo>
                  <a:lnTo>
                    <a:pt x="1720081" y="4031459"/>
                  </a:lnTo>
                  <a:lnTo>
                    <a:pt x="1720407" y="4031459"/>
                  </a:lnTo>
                  <a:lnTo>
                    <a:pt x="1720515" y="4031459"/>
                  </a:lnTo>
                  <a:lnTo>
                    <a:pt x="1720623" y="4031459"/>
                  </a:lnTo>
                  <a:lnTo>
                    <a:pt x="1720949" y="4028965"/>
                  </a:lnTo>
                  <a:lnTo>
                    <a:pt x="1721057" y="4028965"/>
                  </a:lnTo>
                  <a:lnTo>
                    <a:pt x="1721383" y="4028341"/>
                  </a:lnTo>
                  <a:lnTo>
                    <a:pt x="1721816" y="4028341"/>
                  </a:lnTo>
                  <a:lnTo>
                    <a:pt x="1722142" y="4028341"/>
                  </a:lnTo>
                  <a:lnTo>
                    <a:pt x="1722250" y="4028341"/>
                  </a:lnTo>
                  <a:lnTo>
                    <a:pt x="1722576" y="4028341"/>
                  </a:lnTo>
                  <a:lnTo>
                    <a:pt x="1722792" y="4028341"/>
                  </a:lnTo>
                  <a:lnTo>
                    <a:pt x="1722901" y="4028341"/>
                  </a:lnTo>
                  <a:lnTo>
                    <a:pt x="1722901" y="4027718"/>
                  </a:lnTo>
                  <a:lnTo>
                    <a:pt x="1723009" y="4027718"/>
                  </a:lnTo>
                  <a:lnTo>
                    <a:pt x="1723226" y="4027094"/>
                  </a:lnTo>
                  <a:lnTo>
                    <a:pt x="1723226" y="4026471"/>
                  </a:lnTo>
                  <a:lnTo>
                    <a:pt x="1723660" y="4025847"/>
                  </a:lnTo>
                  <a:lnTo>
                    <a:pt x="1723877" y="4025847"/>
                  </a:lnTo>
                  <a:lnTo>
                    <a:pt x="1723877" y="4025223"/>
                  </a:lnTo>
                  <a:lnTo>
                    <a:pt x="1724419" y="4025223"/>
                  </a:lnTo>
                  <a:lnTo>
                    <a:pt x="1724636" y="4025223"/>
                  </a:lnTo>
                  <a:lnTo>
                    <a:pt x="1724853" y="4024600"/>
                  </a:lnTo>
                  <a:lnTo>
                    <a:pt x="1724961" y="4023976"/>
                  </a:lnTo>
                  <a:lnTo>
                    <a:pt x="1725070" y="4023976"/>
                  </a:lnTo>
                  <a:lnTo>
                    <a:pt x="1725178" y="4023976"/>
                  </a:lnTo>
                  <a:lnTo>
                    <a:pt x="1725178" y="4023353"/>
                  </a:lnTo>
                  <a:lnTo>
                    <a:pt x="1725287" y="4023353"/>
                  </a:lnTo>
                  <a:lnTo>
                    <a:pt x="1725504" y="4023353"/>
                  </a:lnTo>
                  <a:lnTo>
                    <a:pt x="1725612" y="4023353"/>
                  </a:lnTo>
                  <a:lnTo>
                    <a:pt x="1725720" y="4023353"/>
                  </a:lnTo>
                  <a:lnTo>
                    <a:pt x="1726046" y="4023353"/>
                  </a:lnTo>
                  <a:lnTo>
                    <a:pt x="1726154" y="4023353"/>
                  </a:lnTo>
                  <a:lnTo>
                    <a:pt x="1726263" y="4023353"/>
                  </a:lnTo>
                  <a:lnTo>
                    <a:pt x="1726263" y="4022729"/>
                  </a:lnTo>
                  <a:lnTo>
                    <a:pt x="1726480" y="4022729"/>
                  </a:lnTo>
                  <a:lnTo>
                    <a:pt x="1727781" y="4020858"/>
                  </a:lnTo>
                  <a:lnTo>
                    <a:pt x="1727889" y="4020858"/>
                  </a:lnTo>
                  <a:lnTo>
                    <a:pt x="1728215" y="4020858"/>
                  </a:lnTo>
                  <a:lnTo>
                    <a:pt x="1728540" y="4020858"/>
                  </a:lnTo>
                  <a:lnTo>
                    <a:pt x="1728649" y="4020858"/>
                  </a:lnTo>
                  <a:lnTo>
                    <a:pt x="1728757" y="4020858"/>
                  </a:lnTo>
                  <a:lnTo>
                    <a:pt x="1728865" y="4020235"/>
                  </a:lnTo>
                  <a:lnTo>
                    <a:pt x="1728865" y="4019611"/>
                  </a:lnTo>
                  <a:lnTo>
                    <a:pt x="1729082" y="4019611"/>
                  </a:lnTo>
                  <a:lnTo>
                    <a:pt x="1729191" y="4019611"/>
                  </a:lnTo>
                  <a:lnTo>
                    <a:pt x="1729299" y="4018988"/>
                  </a:lnTo>
                  <a:lnTo>
                    <a:pt x="1729299" y="4018364"/>
                  </a:lnTo>
                  <a:lnTo>
                    <a:pt x="1729408" y="4018364"/>
                  </a:lnTo>
                  <a:lnTo>
                    <a:pt x="1729625" y="4017117"/>
                  </a:lnTo>
                  <a:lnTo>
                    <a:pt x="1730058" y="4016493"/>
                  </a:lnTo>
                  <a:lnTo>
                    <a:pt x="1730167" y="4016493"/>
                  </a:lnTo>
                  <a:lnTo>
                    <a:pt x="1730384" y="4016493"/>
                  </a:lnTo>
                  <a:lnTo>
                    <a:pt x="1730709" y="4015246"/>
                  </a:lnTo>
                  <a:lnTo>
                    <a:pt x="1730818" y="4015246"/>
                  </a:lnTo>
                  <a:lnTo>
                    <a:pt x="1730926" y="4015246"/>
                  </a:lnTo>
                  <a:lnTo>
                    <a:pt x="1731034" y="4015246"/>
                  </a:lnTo>
                  <a:lnTo>
                    <a:pt x="1731143" y="4015246"/>
                  </a:lnTo>
                  <a:lnTo>
                    <a:pt x="1731360" y="4015246"/>
                  </a:lnTo>
                  <a:lnTo>
                    <a:pt x="1731360" y="4014622"/>
                  </a:lnTo>
                  <a:lnTo>
                    <a:pt x="1731577" y="4013999"/>
                  </a:lnTo>
                  <a:lnTo>
                    <a:pt x="1731794" y="4013999"/>
                  </a:lnTo>
                  <a:lnTo>
                    <a:pt x="1732227" y="4013375"/>
                  </a:lnTo>
                  <a:lnTo>
                    <a:pt x="1732336" y="4013375"/>
                  </a:lnTo>
                  <a:lnTo>
                    <a:pt x="1732444" y="4013375"/>
                  </a:lnTo>
                  <a:lnTo>
                    <a:pt x="1732770" y="4013375"/>
                  </a:lnTo>
                  <a:lnTo>
                    <a:pt x="1732986" y="4013375"/>
                  </a:lnTo>
                  <a:lnTo>
                    <a:pt x="1732986" y="4012752"/>
                  </a:lnTo>
                  <a:lnTo>
                    <a:pt x="1733095" y="4012752"/>
                  </a:lnTo>
                  <a:lnTo>
                    <a:pt x="1733203" y="4012752"/>
                  </a:lnTo>
                  <a:lnTo>
                    <a:pt x="1733312" y="4012752"/>
                  </a:lnTo>
                  <a:lnTo>
                    <a:pt x="1733746" y="4012752"/>
                  </a:lnTo>
                  <a:lnTo>
                    <a:pt x="1733854" y="4012752"/>
                  </a:lnTo>
                  <a:lnTo>
                    <a:pt x="1733962" y="4012752"/>
                  </a:lnTo>
                  <a:lnTo>
                    <a:pt x="1734505" y="4012752"/>
                  </a:lnTo>
                  <a:lnTo>
                    <a:pt x="1734505" y="4012128"/>
                  </a:lnTo>
                  <a:lnTo>
                    <a:pt x="1734505" y="4011505"/>
                  </a:lnTo>
                  <a:lnTo>
                    <a:pt x="1734722" y="4011505"/>
                  </a:lnTo>
                  <a:lnTo>
                    <a:pt x="1734722" y="4010881"/>
                  </a:lnTo>
                  <a:lnTo>
                    <a:pt x="1734830" y="4010881"/>
                  </a:lnTo>
                  <a:lnTo>
                    <a:pt x="1734939" y="4010881"/>
                  </a:lnTo>
                  <a:lnTo>
                    <a:pt x="1735047" y="4010881"/>
                  </a:lnTo>
                  <a:lnTo>
                    <a:pt x="1735155" y="4010257"/>
                  </a:lnTo>
                  <a:lnTo>
                    <a:pt x="1735372" y="4009634"/>
                  </a:lnTo>
                  <a:lnTo>
                    <a:pt x="1735481" y="4009634"/>
                  </a:lnTo>
                  <a:lnTo>
                    <a:pt x="1735698" y="4009634"/>
                  </a:lnTo>
                  <a:lnTo>
                    <a:pt x="1735806" y="4009634"/>
                  </a:lnTo>
                  <a:lnTo>
                    <a:pt x="1735915" y="4009634"/>
                  </a:lnTo>
                  <a:lnTo>
                    <a:pt x="1736131" y="4009634"/>
                  </a:lnTo>
                  <a:lnTo>
                    <a:pt x="1736240" y="4009634"/>
                  </a:lnTo>
                  <a:lnTo>
                    <a:pt x="1736348" y="4009634"/>
                  </a:lnTo>
                  <a:lnTo>
                    <a:pt x="1736457" y="4009634"/>
                  </a:lnTo>
                  <a:lnTo>
                    <a:pt x="1736891" y="4009010"/>
                  </a:lnTo>
                  <a:lnTo>
                    <a:pt x="1736999" y="4009010"/>
                  </a:lnTo>
                  <a:lnTo>
                    <a:pt x="1737107" y="4009010"/>
                  </a:lnTo>
                  <a:lnTo>
                    <a:pt x="1737216" y="4009010"/>
                  </a:lnTo>
                  <a:lnTo>
                    <a:pt x="1737324" y="4008387"/>
                  </a:lnTo>
                  <a:lnTo>
                    <a:pt x="1737433" y="4008387"/>
                  </a:lnTo>
                  <a:lnTo>
                    <a:pt x="1737541" y="4008387"/>
                  </a:lnTo>
                  <a:lnTo>
                    <a:pt x="1737541" y="4007763"/>
                  </a:lnTo>
                  <a:lnTo>
                    <a:pt x="1737975" y="4007763"/>
                  </a:lnTo>
                  <a:lnTo>
                    <a:pt x="1738192" y="4007763"/>
                  </a:lnTo>
                  <a:lnTo>
                    <a:pt x="1738192" y="4007139"/>
                  </a:lnTo>
                  <a:lnTo>
                    <a:pt x="1738843" y="4007139"/>
                  </a:lnTo>
                  <a:lnTo>
                    <a:pt x="1738951" y="4007139"/>
                  </a:lnTo>
                  <a:lnTo>
                    <a:pt x="1739276" y="4007139"/>
                  </a:lnTo>
                  <a:lnTo>
                    <a:pt x="1739493" y="4006516"/>
                  </a:lnTo>
                  <a:lnTo>
                    <a:pt x="1739493" y="4005892"/>
                  </a:lnTo>
                  <a:lnTo>
                    <a:pt x="1739602" y="4005892"/>
                  </a:lnTo>
                  <a:lnTo>
                    <a:pt x="1739710" y="4005892"/>
                  </a:lnTo>
                  <a:lnTo>
                    <a:pt x="1739927" y="4005892"/>
                  </a:lnTo>
                  <a:lnTo>
                    <a:pt x="1740036" y="4005892"/>
                  </a:lnTo>
                  <a:lnTo>
                    <a:pt x="1740252" y="4005892"/>
                  </a:lnTo>
                  <a:lnTo>
                    <a:pt x="1740361" y="4005892"/>
                  </a:lnTo>
                  <a:lnTo>
                    <a:pt x="1741012" y="4005269"/>
                  </a:lnTo>
                  <a:lnTo>
                    <a:pt x="1741120" y="4005269"/>
                  </a:lnTo>
                  <a:lnTo>
                    <a:pt x="1741120" y="4004022"/>
                  </a:lnTo>
                  <a:lnTo>
                    <a:pt x="1741228" y="4004022"/>
                  </a:lnTo>
                  <a:lnTo>
                    <a:pt x="1741228" y="4003398"/>
                  </a:lnTo>
                  <a:lnTo>
                    <a:pt x="1741445" y="4003398"/>
                  </a:lnTo>
                  <a:lnTo>
                    <a:pt x="1741662" y="4003398"/>
                  </a:lnTo>
                  <a:lnTo>
                    <a:pt x="1741771" y="4003398"/>
                  </a:lnTo>
                  <a:lnTo>
                    <a:pt x="1741771" y="4002774"/>
                  </a:lnTo>
                  <a:lnTo>
                    <a:pt x="1741988" y="4002774"/>
                  </a:lnTo>
                  <a:lnTo>
                    <a:pt x="1742096" y="4002774"/>
                  </a:lnTo>
                  <a:lnTo>
                    <a:pt x="1742204" y="4002774"/>
                  </a:lnTo>
                  <a:lnTo>
                    <a:pt x="1742638" y="4002774"/>
                  </a:lnTo>
                  <a:lnTo>
                    <a:pt x="1742855" y="4002151"/>
                  </a:lnTo>
                  <a:lnTo>
                    <a:pt x="1742964" y="4002151"/>
                  </a:lnTo>
                  <a:lnTo>
                    <a:pt x="1743181" y="4002151"/>
                  </a:lnTo>
                  <a:lnTo>
                    <a:pt x="1743289" y="4002151"/>
                  </a:lnTo>
                  <a:lnTo>
                    <a:pt x="1743397" y="4002151"/>
                  </a:lnTo>
                  <a:lnTo>
                    <a:pt x="1743614" y="4001527"/>
                  </a:lnTo>
                  <a:lnTo>
                    <a:pt x="1743940" y="4001527"/>
                  </a:lnTo>
                  <a:lnTo>
                    <a:pt x="1744048" y="4001527"/>
                  </a:lnTo>
                  <a:lnTo>
                    <a:pt x="1744157" y="4001527"/>
                  </a:lnTo>
                  <a:lnTo>
                    <a:pt x="1744265" y="4001527"/>
                  </a:lnTo>
                  <a:lnTo>
                    <a:pt x="1744590" y="4001527"/>
                  </a:lnTo>
                  <a:lnTo>
                    <a:pt x="1745241" y="4001527"/>
                  </a:lnTo>
                  <a:lnTo>
                    <a:pt x="1745349" y="4000904"/>
                  </a:lnTo>
                  <a:lnTo>
                    <a:pt x="1745458" y="4000904"/>
                  </a:lnTo>
                  <a:lnTo>
                    <a:pt x="1745566" y="4000904"/>
                  </a:lnTo>
                  <a:lnTo>
                    <a:pt x="1746000" y="4000904"/>
                  </a:lnTo>
                  <a:lnTo>
                    <a:pt x="1746109" y="4000904"/>
                  </a:lnTo>
                  <a:lnTo>
                    <a:pt x="1746217" y="4000904"/>
                  </a:lnTo>
                  <a:lnTo>
                    <a:pt x="1746325" y="4000904"/>
                  </a:lnTo>
                  <a:lnTo>
                    <a:pt x="1746976" y="3999033"/>
                  </a:lnTo>
                  <a:lnTo>
                    <a:pt x="1747085" y="3999033"/>
                  </a:lnTo>
                  <a:lnTo>
                    <a:pt x="1747193" y="3999033"/>
                  </a:lnTo>
                  <a:lnTo>
                    <a:pt x="1747410" y="3998409"/>
                  </a:lnTo>
                  <a:lnTo>
                    <a:pt x="1747627" y="3998409"/>
                  </a:lnTo>
                  <a:lnTo>
                    <a:pt x="1747735" y="3998409"/>
                  </a:lnTo>
                  <a:lnTo>
                    <a:pt x="1748386" y="3997786"/>
                  </a:lnTo>
                  <a:lnTo>
                    <a:pt x="1748494" y="3997786"/>
                  </a:lnTo>
                  <a:lnTo>
                    <a:pt x="1748494" y="3997162"/>
                  </a:lnTo>
                  <a:lnTo>
                    <a:pt x="1748603" y="3997162"/>
                  </a:lnTo>
                  <a:lnTo>
                    <a:pt x="1748711" y="3997162"/>
                  </a:lnTo>
                  <a:lnTo>
                    <a:pt x="1749037" y="3996539"/>
                  </a:lnTo>
                  <a:lnTo>
                    <a:pt x="1749362" y="3995915"/>
                  </a:lnTo>
                  <a:lnTo>
                    <a:pt x="1749579" y="3995915"/>
                  </a:lnTo>
                  <a:lnTo>
                    <a:pt x="1749579" y="3995291"/>
                  </a:lnTo>
                  <a:lnTo>
                    <a:pt x="1749687" y="3995291"/>
                  </a:lnTo>
                  <a:lnTo>
                    <a:pt x="1749796" y="3995291"/>
                  </a:lnTo>
                  <a:lnTo>
                    <a:pt x="1750230" y="3995291"/>
                  </a:lnTo>
                  <a:lnTo>
                    <a:pt x="1750338" y="3995291"/>
                  </a:lnTo>
                  <a:lnTo>
                    <a:pt x="1750338" y="3994668"/>
                  </a:lnTo>
                  <a:lnTo>
                    <a:pt x="1750446" y="3994044"/>
                  </a:lnTo>
                  <a:lnTo>
                    <a:pt x="1750555" y="3994044"/>
                  </a:lnTo>
                  <a:lnTo>
                    <a:pt x="1750663" y="3994044"/>
                  </a:lnTo>
                  <a:lnTo>
                    <a:pt x="1750772" y="3994044"/>
                  </a:lnTo>
                  <a:lnTo>
                    <a:pt x="1750880" y="3994044"/>
                  </a:lnTo>
                  <a:lnTo>
                    <a:pt x="1750989" y="3993421"/>
                  </a:lnTo>
                  <a:lnTo>
                    <a:pt x="1751206" y="3992797"/>
                  </a:lnTo>
                  <a:lnTo>
                    <a:pt x="1751206" y="3992174"/>
                  </a:lnTo>
                  <a:lnTo>
                    <a:pt x="1751422" y="3992174"/>
                  </a:lnTo>
                  <a:lnTo>
                    <a:pt x="1751856" y="3992174"/>
                  </a:lnTo>
                  <a:lnTo>
                    <a:pt x="1751965" y="3992174"/>
                  </a:lnTo>
                  <a:lnTo>
                    <a:pt x="1751965" y="3990926"/>
                  </a:lnTo>
                  <a:lnTo>
                    <a:pt x="1752290" y="3989056"/>
                  </a:lnTo>
                  <a:lnTo>
                    <a:pt x="1752399" y="3989056"/>
                  </a:lnTo>
                  <a:lnTo>
                    <a:pt x="1752507" y="3989056"/>
                  </a:lnTo>
                  <a:lnTo>
                    <a:pt x="1752615" y="3989056"/>
                  </a:lnTo>
                  <a:lnTo>
                    <a:pt x="1752832" y="3989056"/>
                  </a:lnTo>
                  <a:lnTo>
                    <a:pt x="1753266" y="3989056"/>
                  </a:lnTo>
                  <a:lnTo>
                    <a:pt x="1753375" y="3989056"/>
                  </a:lnTo>
                  <a:lnTo>
                    <a:pt x="1753483" y="3989056"/>
                  </a:lnTo>
                  <a:lnTo>
                    <a:pt x="1753591" y="3989056"/>
                  </a:lnTo>
                  <a:lnTo>
                    <a:pt x="1753700" y="3989056"/>
                  </a:lnTo>
                  <a:lnTo>
                    <a:pt x="1753808" y="3988432"/>
                  </a:lnTo>
                  <a:lnTo>
                    <a:pt x="1754242" y="3987808"/>
                  </a:lnTo>
                  <a:lnTo>
                    <a:pt x="1754676" y="3987808"/>
                  </a:lnTo>
                  <a:lnTo>
                    <a:pt x="1754784" y="3987185"/>
                  </a:lnTo>
                  <a:lnTo>
                    <a:pt x="1755110" y="3987185"/>
                  </a:lnTo>
                  <a:lnTo>
                    <a:pt x="1755218" y="3987185"/>
                  </a:lnTo>
                  <a:lnTo>
                    <a:pt x="1755218" y="3986561"/>
                  </a:lnTo>
                  <a:lnTo>
                    <a:pt x="1755435" y="3986561"/>
                  </a:lnTo>
                  <a:lnTo>
                    <a:pt x="1755652" y="3986561"/>
                  </a:lnTo>
                  <a:lnTo>
                    <a:pt x="1755977" y="3985938"/>
                  </a:lnTo>
                  <a:lnTo>
                    <a:pt x="1756303" y="3985938"/>
                  </a:lnTo>
                  <a:lnTo>
                    <a:pt x="1756520" y="3985938"/>
                  </a:lnTo>
                  <a:lnTo>
                    <a:pt x="1758797" y="3982820"/>
                  </a:lnTo>
                  <a:lnTo>
                    <a:pt x="1759014" y="3982820"/>
                  </a:lnTo>
                  <a:lnTo>
                    <a:pt x="1759014" y="3982196"/>
                  </a:lnTo>
                  <a:lnTo>
                    <a:pt x="1759122" y="3982196"/>
                  </a:lnTo>
                  <a:lnTo>
                    <a:pt x="1759339" y="3982196"/>
                  </a:lnTo>
                  <a:lnTo>
                    <a:pt x="1759556" y="3981573"/>
                  </a:lnTo>
                  <a:lnTo>
                    <a:pt x="1759773" y="3981573"/>
                  </a:lnTo>
                  <a:lnTo>
                    <a:pt x="1759881" y="3981573"/>
                  </a:lnTo>
                  <a:lnTo>
                    <a:pt x="1759990" y="3981573"/>
                  </a:lnTo>
                  <a:lnTo>
                    <a:pt x="1760098" y="3981573"/>
                  </a:lnTo>
                  <a:lnTo>
                    <a:pt x="1760424" y="3981573"/>
                  </a:lnTo>
                  <a:lnTo>
                    <a:pt x="1760424" y="3980949"/>
                  </a:lnTo>
                  <a:lnTo>
                    <a:pt x="1760532" y="3980949"/>
                  </a:lnTo>
                  <a:lnTo>
                    <a:pt x="1760641" y="3980325"/>
                  </a:lnTo>
                  <a:lnTo>
                    <a:pt x="1760749" y="3980325"/>
                  </a:lnTo>
                  <a:lnTo>
                    <a:pt x="1760966" y="3980325"/>
                  </a:lnTo>
                  <a:lnTo>
                    <a:pt x="1761074" y="3980325"/>
                  </a:lnTo>
                  <a:lnTo>
                    <a:pt x="1761183" y="3980325"/>
                  </a:lnTo>
                  <a:lnTo>
                    <a:pt x="1761508" y="3980325"/>
                  </a:lnTo>
                  <a:lnTo>
                    <a:pt x="1761617" y="3980325"/>
                  </a:lnTo>
                  <a:lnTo>
                    <a:pt x="1761833" y="3980325"/>
                  </a:lnTo>
                  <a:lnTo>
                    <a:pt x="1761942" y="3980325"/>
                  </a:lnTo>
                  <a:lnTo>
                    <a:pt x="1762050" y="3980325"/>
                  </a:lnTo>
                  <a:lnTo>
                    <a:pt x="1762593" y="3980325"/>
                  </a:lnTo>
                  <a:lnTo>
                    <a:pt x="1763460" y="3980325"/>
                  </a:lnTo>
                  <a:lnTo>
                    <a:pt x="1763569" y="3979078"/>
                  </a:lnTo>
                  <a:lnTo>
                    <a:pt x="1764002" y="3979078"/>
                  </a:lnTo>
                  <a:lnTo>
                    <a:pt x="1764328" y="3979078"/>
                  </a:lnTo>
                  <a:lnTo>
                    <a:pt x="1764436" y="3979078"/>
                  </a:lnTo>
                  <a:lnTo>
                    <a:pt x="1764545" y="3979078"/>
                  </a:lnTo>
                  <a:lnTo>
                    <a:pt x="1764870" y="3977208"/>
                  </a:lnTo>
                  <a:lnTo>
                    <a:pt x="1764978" y="3977208"/>
                  </a:lnTo>
                  <a:lnTo>
                    <a:pt x="1765087" y="3977208"/>
                  </a:lnTo>
                  <a:lnTo>
                    <a:pt x="1765195" y="3977208"/>
                  </a:lnTo>
                  <a:lnTo>
                    <a:pt x="1765521" y="3977208"/>
                  </a:lnTo>
                  <a:lnTo>
                    <a:pt x="1765629" y="3977208"/>
                  </a:lnTo>
                  <a:lnTo>
                    <a:pt x="1765738" y="3976584"/>
                  </a:lnTo>
                  <a:lnTo>
                    <a:pt x="1766063" y="3976584"/>
                  </a:lnTo>
                  <a:lnTo>
                    <a:pt x="1766171" y="3976584"/>
                  </a:lnTo>
                  <a:lnTo>
                    <a:pt x="1766280" y="3976584"/>
                  </a:lnTo>
                  <a:lnTo>
                    <a:pt x="1766714" y="3976584"/>
                  </a:lnTo>
                  <a:lnTo>
                    <a:pt x="1766930" y="3976584"/>
                  </a:lnTo>
                  <a:lnTo>
                    <a:pt x="1767256" y="3976584"/>
                  </a:lnTo>
                  <a:lnTo>
                    <a:pt x="1767364" y="3976584"/>
                  </a:lnTo>
                  <a:lnTo>
                    <a:pt x="1767364" y="3975960"/>
                  </a:lnTo>
                  <a:lnTo>
                    <a:pt x="1767690" y="3975337"/>
                  </a:lnTo>
                  <a:lnTo>
                    <a:pt x="1768015" y="3975337"/>
                  </a:lnTo>
                  <a:lnTo>
                    <a:pt x="1768015" y="3974713"/>
                  </a:lnTo>
                  <a:lnTo>
                    <a:pt x="1768340" y="3974713"/>
                  </a:lnTo>
                  <a:lnTo>
                    <a:pt x="1768340" y="3974090"/>
                  </a:lnTo>
                  <a:lnTo>
                    <a:pt x="1768666" y="3974090"/>
                  </a:lnTo>
                  <a:lnTo>
                    <a:pt x="1768774" y="3974090"/>
                  </a:lnTo>
                  <a:lnTo>
                    <a:pt x="1769099" y="3974090"/>
                  </a:lnTo>
                  <a:lnTo>
                    <a:pt x="1769208" y="3974090"/>
                  </a:lnTo>
                  <a:lnTo>
                    <a:pt x="1769425" y="3974090"/>
                  </a:lnTo>
                  <a:lnTo>
                    <a:pt x="1769750" y="3974090"/>
                  </a:lnTo>
                  <a:lnTo>
                    <a:pt x="1769967" y="3973466"/>
                  </a:lnTo>
                  <a:lnTo>
                    <a:pt x="1770184" y="3972842"/>
                  </a:lnTo>
                  <a:lnTo>
                    <a:pt x="1770292" y="3972842"/>
                  </a:lnTo>
                  <a:lnTo>
                    <a:pt x="1770509" y="3972842"/>
                  </a:lnTo>
                  <a:lnTo>
                    <a:pt x="1770618" y="3972842"/>
                  </a:lnTo>
                  <a:lnTo>
                    <a:pt x="1770726" y="3972842"/>
                  </a:lnTo>
                  <a:lnTo>
                    <a:pt x="1771702" y="3972842"/>
                  </a:lnTo>
                  <a:lnTo>
                    <a:pt x="1771919" y="3972219"/>
                  </a:lnTo>
                  <a:lnTo>
                    <a:pt x="1772027" y="3972219"/>
                  </a:lnTo>
                  <a:lnTo>
                    <a:pt x="1772136" y="3972219"/>
                  </a:lnTo>
                  <a:lnTo>
                    <a:pt x="1772244" y="3972219"/>
                  </a:lnTo>
                  <a:lnTo>
                    <a:pt x="1772570" y="3972219"/>
                  </a:lnTo>
                  <a:lnTo>
                    <a:pt x="1773112" y="3971595"/>
                  </a:lnTo>
                  <a:lnTo>
                    <a:pt x="1773437" y="3970972"/>
                  </a:lnTo>
                  <a:lnTo>
                    <a:pt x="1773546" y="3970972"/>
                  </a:lnTo>
                  <a:lnTo>
                    <a:pt x="1773654" y="3970348"/>
                  </a:lnTo>
                  <a:lnTo>
                    <a:pt x="1774088" y="3969725"/>
                  </a:lnTo>
                  <a:lnTo>
                    <a:pt x="1774196" y="3968477"/>
                  </a:lnTo>
                  <a:lnTo>
                    <a:pt x="1774305" y="3968477"/>
                  </a:lnTo>
                  <a:lnTo>
                    <a:pt x="1774413" y="3968477"/>
                  </a:lnTo>
                  <a:lnTo>
                    <a:pt x="1774413" y="3967854"/>
                  </a:lnTo>
                  <a:lnTo>
                    <a:pt x="1774847" y="3967854"/>
                  </a:lnTo>
                  <a:lnTo>
                    <a:pt x="1774956" y="3967854"/>
                  </a:lnTo>
                  <a:lnTo>
                    <a:pt x="1775172" y="3967230"/>
                  </a:lnTo>
                  <a:lnTo>
                    <a:pt x="1775281" y="3967230"/>
                  </a:lnTo>
                  <a:lnTo>
                    <a:pt x="1775715" y="3966607"/>
                  </a:lnTo>
                  <a:lnTo>
                    <a:pt x="1775823" y="3966607"/>
                  </a:lnTo>
                  <a:lnTo>
                    <a:pt x="1775932" y="3966607"/>
                  </a:lnTo>
                  <a:lnTo>
                    <a:pt x="1776148" y="3965983"/>
                  </a:lnTo>
                  <a:lnTo>
                    <a:pt x="1776257" y="3965983"/>
                  </a:lnTo>
                  <a:lnTo>
                    <a:pt x="1776365" y="3965983"/>
                  </a:lnTo>
                  <a:lnTo>
                    <a:pt x="1776474" y="3965983"/>
                  </a:lnTo>
                  <a:lnTo>
                    <a:pt x="1776691" y="3965983"/>
                  </a:lnTo>
                  <a:lnTo>
                    <a:pt x="1777667" y="3965983"/>
                  </a:lnTo>
                  <a:lnTo>
                    <a:pt x="1777775" y="3965983"/>
                  </a:lnTo>
                  <a:lnTo>
                    <a:pt x="1777884" y="3965359"/>
                  </a:lnTo>
                  <a:lnTo>
                    <a:pt x="1777992" y="3965359"/>
                  </a:lnTo>
                  <a:lnTo>
                    <a:pt x="1778209" y="3965359"/>
                  </a:lnTo>
                  <a:lnTo>
                    <a:pt x="1778317" y="3965359"/>
                  </a:lnTo>
                  <a:lnTo>
                    <a:pt x="1778643" y="3965359"/>
                  </a:lnTo>
                  <a:lnTo>
                    <a:pt x="1778968" y="3964736"/>
                  </a:lnTo>
                  <a:lnTo>
                    <a:pt x="1779510" y="3962242"/>
                  </a:lnTo>
                  <a:lnTo>
                    <a:pt x="1779727" y="3962242"/>
                  </a:lnTo>
                  <a:lnTo>
                    <a:pt x="1779836" y="3961618"/>
                  </a:lnTo>
                  <a:lnTo>
                    <a:pt x="1780053" y="3961618"/>
                  </a:lnTo>
                  <a:lnTo>
                    <a:pt x="1780053" y="3960994"/>
                  </a:lnTo>
                  <a:lnTo>
                    <a:pt x="1780161" y="3960994"/>
                  </a:lnTo>
                  <a:lnTo>
                    <a:pt x="1780269" y="3960994"/>
                  </a:lnTo>
                  <a:lnTo>
                    <a:pt x="1780378" y="3960994"/>
                  </a:lnTo>
                  <a:lnTo>
                    <a:pt x="1780703" y="3960994"/>
                  </a:lnTo>
                  <a:lnTo>
                    <a:pt x="1781245" y="3960994"/>
                  </a:lnTo>
                  <a:lnTo>
                    <a:pt x="1781462" y="3960994"/>
                  </a:lnTo>
                  <a:lnTo>
                    <a:pt x="1782005" y="3960371"/>
                  </a:lnTo>
                  <a:lnTo>
                    <a:pt x="1782113" y="3960371"/>
                  </a:lnTo>
                  <a:lnTo>
                    <a:pt x="1782222" y="3960371"/>
                  </a:lnTo>
                  <a:lnTo>
                    <a:pt x="1782330" y="3959124"/>
                  </a:lnTo>
                  <a:lnTo>
                    <a:pt x="1782438" y="3959124"/>
                  </a:lnTo>
                  <a:lnTo>
                    <a:pt x="1782547" y="3959124"/>
                  </a:lnTo>
                  <a:lnTo>
                    <a:pt x="1782655" y="3958500"/>
                  </a:lnTo>
                  <a:lnTo>
                    <a:pt x="1782655" y="3957876"/>
                  </a:lnTo>
                  <a:lnTo>
                    <a:pt x="1782764" y="3957876"/>
                  </a:lnTo>
                  <a:lnTo>
                    <a:pt x="1782981" y="3956629"/>
                  </a:lnTo>
                  <a:lnTo>
                    <a:pt x="1783089" y="3956629"/>
                  </a:lnTo>
                  <a:lnTo>
                    <a:pt x="1783414" y="3956006"/>
                  </a:lnTo>
                  <a:lnTo>
                    <a:pt x="1783523" y="3956006"/>
                  </a:lnTo>
                  <a:lnTo>
                    <a:pt x="1783631" y="3956006"/>
                  </a:lnTo>
                  <a:lnTo>
                    <a:pt x="1783740" y="3956006"/>
                  </a:lnTo>
                  <a:lnTo>
                    <a:pt x="1783848" y="3956006"/>
                  </a:lnTo>
                  <a:lnTo>
                    <a:pt x="1783957" y="3956006"/>
                  </a:lnTo>
                  <a:lnTo>
                    <a:pt x="1784065" y="3955382"/>
                  </a:lnTo>
                  <a:lnTo>
                    <a:pt x="1784174" y="3955382"/>
                  </a:lnTo>
                  <a:lnTo>
                    <a:pt x="1784282" y="3955382"/>
                  </a:lnTo>
                  <a:lnTo>
                    <a:pt x="1784390" y="3955382"/>
                  </a:lnTo>
                  <a:lnTo>
                    <a:pt x="1784499" y="3954759"/>
                  </a:lnTo>
                  <a:lnTo>
                    <a:pt x="1784716" y="3954135"/>
                  </a:lnTo>
                  <a:lnTo>
                    <a:pt x="1784824" y="3954135"/>
                  </a:lnTo>
                  <a:lnTo>
                    <a:pt x="1785150" y="3954135"/>
                  </a:lnTo>
                  <a:lnTo>
                    <a:pt x="1785366" y="3954135"/>
                  </a:lnTo>
                  <a:lnTo>
                    <a:pt x="1786234" y="3953511"/>
                  </a:lnTo>
                  <a:lnTo>
                    <a:pt x="1786559" y="3953511"/>
                  </a:lnTo>
                  <a:lnTo>
                    <a:pt x="1786668" y="3952888"/>
                  </a:lnTo>
                  <a:lnTo>
                    <a:pt x="1786668" y="3952264"/>
                  </a:lnTo>
                  <a:lnTo>
                    <a:pt x="1786668" y="3951641"/>
                  </a:lnTo>
                  <a:lnTo>
                    <a:pt x="1786993" y="3951641"/>
                  </a:lnTo>
                  <a:lnTo>
                    <a:pt x="1787210" y="3951641"/>
                  </a:lnTo>
                  <a:lnTo>
                    <a:pt x="1787210" y="3951017"/>
                  </a:lnTo>
                  <a:lnTo>
                    <a:pt x="1787535" y="3951017"/>
                  </a:lnTo>
                  <a:lnTo>
                    <a:pt x="1787644" y="3951017"/>
                  </a:lnTo>
                  <a:lnTo>
                    <a:pt x="1787752" y="3951017"/>
                  </a:lnTo>
                  <a:lnTo>
                    <a:pt x="1787861" y="3951017"/>
                  </a:lnTo>
                  <a:lnTo>
                    <a:pt x="1787969" y="3951017"/>
                  </a:lnTo>
                  <a:lnTo>
                    <a:pt x="1788186" y="3951017"/>
                  </a:lnTo>
                  <a:lnTo>
                    <a:pt x="1788295" y="3951017"/>
                  </a:lnTo>
                  <a:lnTo>
                    <a:pt x="1788403" y="3951017"/>
                  </a:lnTo>
                  <a:lnTo>
                    <a:pt x="1788511" y="3951017"/>
                  </a:lnTo>
                  <a:lnTo>
                    <a:pt x="1788837" y="3951017"/>
                  </a:lnTo>
                  <a:lnTo>
                    <a:pt x="1788945" y="3951017"/>
                  </a:lnTo>
                  <a:lnTo>
                    <a:pt x="1789162" y="3950393"/>
                  </a:lnTo>
                  <a:lnTo>
                    <a:pt x="1789487" y="3950393"/>
                  </a:lnTo>
                  <a:lnTo>
                    <a:pt x="1789596" y="3949770"/>
                  </a:lnTo>
                  <a:lnTo>
                    <a:pt x="1789813" y="3949146"/>
                  </a:lnTo>
                  <a:lnTo>
                    <a:pt x="1790030" y="3949146"/>
                  </a:lnTo>
                  <a:lnTo>
                    <a:pt x="1790138" y="3949146"/>
                  </a:lnTo>
                  <a:lnTo>
                    <a:pt x="1790247" y="3949146"/>
                  </a:lnTo>
                  <a:lnTo>
                    <a:pt x="1790463" y="3949146"/>
                  </a:lnTo>
                  <a:lnTo>
                    <a:pt x="1790572" y="3949146"/>
                  </a:lnTo>
                  <a:lnTo>
                    <a:pt x="1790897" y="3948523"/>
                  </a:lnTo>
                  <a:lnTo>
                    <a:pt x="1791006" y="3948523"/>
                  </a:lnTo>
                  <a:lnTo>
                    <a:pt x="1791114" y="3948523"/>
                  </a:lnTo>
                  <a:lnTo>
                    <a:pt x="1791548" y="3947276"/>
                  </a:lnTo>
                  <a:lnTo>
                    <a:pt x="1791656" y="3947276"/>
                  </a:lnTo>
                  <a:lnTo>
                    <a:pt x="1792090" y="3947276"/>
                  </a:lnTo>
                  <a:lnTo>
                    <a:pt x="1792199" y="3947276"/>
                  </a:lnTo>
                  <a:lnTo>
                    <a:pt x="1792524" y="3947276"/>
                  </a:lnTo>
                  <a:lnTo>
                    <a:pt x="1792632" y="3947276"/>
                  </a:lnTo>
                  <a:lnTo>
                    <a:pt x="1792741" y="3946652"/>
                  </a:lnTo>
                  <a:lnTo>
                    <a:pt x="1793066" y="3946652"/>
                  </a:lnTo>
                  <a:lnTo>
                    <a:pt x="1793283" y="3946652"/>
                  </a:lnTo>
                  <a:lnTo>
                    <a:pt x="1793392" y="3946652"/>
                  </a:lnTo>
                  <a:lnTo>
                    <a:pt x="1793717" y="3946028"/>
                  </a:lnTo>
                  <a:lnTo>
                    <a:pt x="1793825" y="3946028"/>
                  </a:lnTo>
                  <a:lnTo>
                    <a:pt x="1794042" y="3946028"/>
                  </a:lnTo>
                  <a:lnTo>
                    <a:pt x="1794259" y="3946028"/>
                  </a:lnTo>
                  <a:lnTo>
                    <a:pt x="1794368" y="3946028"/>
                  </a:lnTo>
                  <a:lnTo>
                    <a:pt x="1794476" y="3946028"/>
                  </a:lnTo>
                  <a:lnTo>
                    <a:pt x="1794476" y="3945405"/>
                  </a:lnTo>
                  <a:lnTo>
                    <a:pt x="1794801" y="3945405"/>
                  </a:lnTo>
                  <a:lnTo>
                    <a:pt x="1795018" y="3945405"/>
                  </a:lnTo>
                  <a:lnTo>
                    <a:pt x="1795018" y="3944781"/>
                  </a:lnTo>
                  <a:lnTo>
                    <a:pt x="1795344" y="3944781"/>
                  </a:lnTo>
                  <a:lnTo>
                    <a:pt x="1795561" y="3944781"/>
                  </a:lnTo>
                  <a:lnTo>
                    <a:pt x="1795561" y="3943534"/>
                  </a:lnTo>
                  <a:lnTo>
                    <a:pt x="1795777" y="3943534"/>
                  </a:lnTo>
                  <a:lnTo>
                    <a:pt x="1796211" y="3943534"/>
                  </a:lnTo>
                  <a:lnTo>
                    <a:pt x="1796320" y="3943534"/>
                  </a:lnTo>
                  <a:lnTo>
                    <a:pt x="1796428" y="3943534"/>
                  </a:lnTo>
                  <a:lnTo>
                    <a:pt x="1796862" y="3943534"/>
                  </a:lnTo>
                  <a:lnTo>
                    <a:pt x="1797296" y="3943534"/>
                  </a:lnTo>
                  <a:lnTo>
                    <a:pt x="1798163" y="3941663"/>
                  </a:lnTo>
                  <a:lnTo>
                    <a:pt x="1798380" y="3941663"/>
                  </a:lnTo>
                  <a:lnTo>
                    <a:pt x="1798489" y="3941663"/>
                  </a:lnTo>
                  <a:lnTo>
                    <a:pt x="1798597" y="3941663"/>
                  </a:lnTo>
                  <a:lnTo>
                    <a:pt x="1798705" y="3941663"/>
                  </a:lnTo>
                  <a:lnTo>
                    <a:pt x="1798814" y="3941663"/>
                  </a:lnTo>
                  <a:lnTo>
                    <a:pt x="1799031" y="3941040"/>
                  </a:lnTo>
                  <a:lnTo>
                    <a:pt x="1799139" y="3939793"/>
                  </a:lnTo>
                  <a:lnTo>
                    <a:pt x="1799356" y="3939793"/>
                  </a:lnTo>
                  <a:lnTo>
                    <a:pt x="1799465" y="3939793"/>
                  </a:lnTo>
                  <a:lnTo>
                    <a:pt x="1799573" y="3939793"/>
                  </a:lnTo>
                  <a:lnTo>
                    <a:pt x="1799682" y="3939793"/>
                  </a:lnTo>
                  <a:lnTo>
                    <a:pt x="1800007" y="3939793"/>
                  </a:lnTo>
                  <a:lnTo>
                    <a:pt x="1800115" y="3939793"/>
                  </a:lnTo>
                  <a:lnTo>
                    <a:pt x="1800549" y="3939793"/>
                  </a:lnTo>
                  <a:lnTo>
                    <a:pt x="1800874" y="3939169"/>
                  </a:lnTo>
                  <a:lnTo>
                    <a:pt x="1801525" y="3938545"/>
                  </a:lnTo>
                  <a:lnTo>
                    <a:pt x="1801742" y="3938545"/>
                  </a:lnTo>
                  <a:lnTo>
                    <a:pt x="1802067" y="3938545"/>
                  </a:lnTo>
                  <a:lnTo>
                    <a:pt x="1802067" y="3937298"/>
                  </a:lnTo>
                  <a:lnTo>
                    <a:pt x="1802284" y="3937298"/>
                  </a:lnTo>
                  <a:lnTo>
                    <a:pt x="1802501" y="3937298"/>
                  </a:lnTo>
                  <a:lnTo>
                    <a:pt x="1802826" y="3937298"/>
                  </a:lnTo>
                  <a:lnTo>
                    <a:pt x="1803043" y="3937298"/>
                  </a:lnTo>
                  <a:lnTo>
                    <a:pt x="1803260" y="3937298"/>
                  </a:lnTo>
                  <a:lnTo>
                    <a:pt x="1803369" y="3937298"/>
                  </a:lnTo>
                  <a:lnTo>
                    <a:pt x="1803586" y="3936675"/>
                  </a:lnTo>
                  <a:lnTo>
                    <a:pt x="1804128" y="3936675"/>
                  </a:lnTo>
                  <a:lnTo>
                    <a:pt x="1804236" y="3936675"/>
                  </a:lnTo>
                  <a:lnTo>
                    <a:pt x="1804345" y="3936675"/>
                  </a:lnTo>
                  <a:lnTo>
                    <a:pt x="1805971" y="3933557"/>
                  </a:lnTo>
                  <a:lnTo>
                    <a:pt x="1806080" y="3933557"/>
                  </a:lnTo>
                  <a:lnTo>
                    <a:pt x="1806080" y="3932933"/>
                  </a:lnTo>
                  <a:lnTo>
                    <a:pt x="1806405" y="3932933"/>
                  </a:lnTo>
                  <a:lnTo>
                    <a:pt x="1806514" y="3932933"/>
                  </a:lnTo>
                  <a:lnTo>
                    <a:pt x="1806514" y="3932310"/>
                  </a:lnTo>
                  <a:lnTo>
                    <a:pt x="1806622" y="3931062"/>
                  </a:lnTo>
                  <a:lnTo>
                    <a:pt x="1806731" y="3931062"/>
                  </a:lnTo>
                  <a:lnTo>
                    <a:pt x="1806839" y="3931062"/>
                  </a:lnTo>
                  <a:lnTo>
                    <a:pt x="1806947" y="3931062"/>
                  </a:lnTo>
                  <a:lnTo>
                    <a:pt x="1807056" y="3931062"/>
                  </a:lnTo>
                  <a:lnTo>
                    <a:pt x="1807164" y="3931062"/>
                  </a:lnTo>
                  <a:lnTo>
                    <a:pt x="1807273" y="3931062"/>
                  </a:lnTo>
                  <a:lnTo>
                    <a:pt x="1807381" y="3931062"/>
                  </a:lnTo>
                  <a:lnTo>
                    <a:pt x="1807490" y="3931062"/>
                  </a:lnTo>
                  <a:lnTo>
                    <a:pt x="1807490" y="3930439"/>
                  </a:lnTo>
                  <a:lnTo>
                    <a:pt x="1807707" y="3930439"/>
                  </a:lnTo>
                  <a:lnTo>
                    <a:pt x="1807924" y="3929815"/>
                  </a:lnTo>
                  <a:lnTo>
                    <a:pt x="1808140" y="3928568"/>
                  </a:lnTo>
                  <a:lnTo>
                    <a:pt x="1808249" y="3928568"/>
                  </a:lnTo>
                  <a:lnTo>
                    <a:pt x="1808357" y="3928568"/>
                  </a:lnTo>
                  <a:lnTo>
                    <a:pt x="1808683" y="3927945"/>
                  </a:lnTo>
                  <a:lnTo>
                    <a:pt x="1808791" y="3927945"/>
                  </a:lnTo>
                  <a:lnTo>
                    <a:pt x="1808900" y="3927945"/>
                  </a:lnTo>
                  <a:lnTo>
                    <a:pt x="1809008" y="3927945"/>
                  </a:lnTo>
                  <a:lnTo>
                    <a:pt x="1809333" y="3927945"/>
                  </a:lnTo>
                  <a:lnTo>
                    <a:pt x="1809550" y="3927321"/>
                  </a:lnTo>
                  <a:lnTo>
                    <a:pt x="1809659" y="3927321"/>
                  </a:lnTo>
                  <a:lnTo>
                    <a:pt x="1809659" y="3926697"/>
                  </a:lnTo>
                  <a:lnTo>
                    <a:pt x="1809767" y="3926697"/>
                  </a:lnTo>
                  <a:lnTo>
                    <a:pt x="1809876" y="3926697"/>
                  </a:lnTo>
                  <a:lnTo>
                    <a:pt x="1809984" y="3926697"/>
                  </a:lnTo>
                  <a:lnTo>
                    <a:pt x="1810092" y="3926697"/>
                  </a:lnTo>
                  <a:lnTo>
                    <a:pt x="1810201" y="3926697"/>
                  </a:lnTo>
                  <a:lnTo>
                    <a:pt x="1810309" y="3926697"/>
                  </a:lnTo>
                  <a:lnTo>
                    <a:pt x="1810418" y="3926697"/>
                  </a:lnTo>
                  <a:lnTo>
                    <a:pt x="1810743" y="3926074"/>
                  </a:lnTo>
                  <a:lnTo>
                    <a:pt x="1810852" y="3926074"/>
                  </a:lnTo>
                  <a:lnTo>
                    <a:pt x="1810960" y="3924827"/>
                  </a:lnTo>
                  <a:lnTo>
                    <a:pt x="1811177" y="3924827"/>
                  </a:lnTo>
                  <a:lnTo>
                    <a:pt x="1811394" y="3924827"/>
                  </a:lnTo>
                  <a:lnTo>
                    <a:pt x="1811502" y="3924827"/>
                  </a:lnTo>
                  <a:lnTo>
                    <a:pt x="1811611" y="3924827"/>
                  </a:lnTo>
                  <a:lnTo>
                    <a:pt x="1811828" y="3924203"/>
                  </a:lnTo>
                  <a:lnTo>
                    <a:pt x="1812045" y="3924203"/>
                  </a:lnTo>
                  <a:lnTo>
                    <a:pt x="1812153" y="3924203"/>
                  </a:lnTo>
                  <a:lnTo>
                    <a:pt x="1812478" y="3924203"/>
                  </a:lnTo>
                  <a:lnTo>
                    <a:pt x="1813129" y="3923579"/>
                  </a:lnTo>
                  <a:lnTo>
                    <a:pt x="1813346" y="3923579"/>
                  </a:lnTo>
                  <a:lnTo>
                    <a:pt x="1813346" y="3922956"/>
                  </a:lnTo>
                  <a:lnTo>
                    <a:pt x="1813454" y="3922956"/>
                  </a:lnTo>
                  <a:lnTo>
                    <a:pt x="1813780" y="3921709"/>
                  </a:lnTo>
                  <a:lnTo>
                    <a:pt x="1813997" y="3921709"/>
                  </a:lnTo>
                  <a:lnTo>
                    <a:pt x="1814539" y="3920462"/>
                  </a:lnTo>
                  <a:lnTo>
                    <a:pt x="1814756" y="3920462"/>
                  </a:lnTo>
                  <a:lnTo>
                    <a:pt x="1814864" y="3920462"/>
                  </a:lnTo>
                  <a:lnTo>
                    <a:pt x="1815298" y="3920462"/>
                  </a:lnTo>
                  <a:lnTo>
                    <a:pt x="1815406" y="3919214"/>
                  </a:lnTo>
                  <a:lnTo>
                    <a:pt x="1815515" y="3919214"/>
                  </a:lnTo>
                  <a:lnTo>
                    <a:pt x="1815623" y="3919214"/>
                  </a:lnTo>
                  <a:lnTo>
                    <a:pt x="1815732" y="3919214"/>
                  </a:lnTo>
                  <a:lnTo>
                    <a:pt x="1815840" y="3919214"/>
                  </a:lnTo>
                  <a:lnTo>
                    <a:pt x="1816274" y="3919214"/>
                  </a:lnTo>
                  <a:lnTo>
                    <a:pt x="1816382" y="3919214"/>
                  </a:lnTo>
                  <a:lnTo>
                    <a:pt x="1816491" y="3919214"/>
                  </a:lnTo>
                  <a:lnTo>
                    <a:pt x="1816599" y="3919214"/>
                  </a:lnTo>
                  <a:lnTo>
                    <a:pt x="1816708" y="3919214"/>
                  </a:lnTo>
                  <a:lnTo>
                    <a:pt x="1816816" y="3919214"/>
                  </a:lnTo>
                  <a:lnTo>
                    <a:pt x="1816925" y="3919214"/>
                  </a:lnTo>
                  <a:lnTo>
                    <a:pt x="1817142" y="3919214"/>
                  </a:lnTo>
                  <a:lnTo>
                    <a:pt x="1817250" y="3918591"/>
                  </a:lnTo>
                  <a:lnTo>
                    <a:pt x="1817358" y="3917967"/>
                  </a:lnTo>
                  <a:lnTo>
                    <a:pt x="1817684" y="3917967"/>
                  </a:lnTo>
                  <a:lnTo>
                    <a:pt x="1817901" y="3917967"/>
                  </a:lnTo>
                  <a:lnTo>
                    <a:pt x="1817901" y="3917344"/>
                  </a:lnTo>
                  <a:lnTo>
                    <a:pt x="1818118" y="3917344"/>
                  </a:lnTo>
                  <a:lnTo>
                    <a:pt x="1818334" y="3917344"/>
                  </a:lnTo>
                  <a:lnTo>
                    <a:pt x="1818443" y="3916096"/>
                  </a:lnTo>
                  <a:lnTo>
                    <a:pt x="1818877" y="3916096"/>
                  </a:lnTo>
                  <a:lnTo>
                    <a:pt x="1818877" y="3915473"/>
                  </a:lnTo>
                  <a:lnTo>
                    <a:pt x="1818877" y="3914849"/>
                  </a:lnTo>
                  <a:lnTo>
                    <a:pt x="1818985" y="3914849"/>
                  </a:lnTo>
                  <a:lnTo>
                    <a:pt x="1819527" y="3914849"/>
                  </a:lnTo>
                  <a:lnTo>
                    <a:pt x="1819744" y="3914226"/>
                  </a:lnTo>
                  <a:lnTo>
                    <a:pt x="1819744" y="3913602"/>
                  </a:lnTo>
                  <a:lnTo>
                    <a:pt x="1819744" y="3912979"/>
                  </a:lnTo>
                  <a:lnTo>
                    <a:pt x="1819853" y="3912979"/>
                  </a:lnTo>
                  <a:lnTo>
                    <a:pt x="1820070" y="3912979"/>
                  </a:lnTo>
                  <a:lnTo>
                    <a:pt x="1820178" y="3912979"/>
                  </a:lnTo>
                  <a:lnTo>
                    <a:pt x="1820286" y="3912979"/>
                  </a:lnTo>
                  <a:lnTo>
                    <a:pt x="1821371" y="3911731"/>
                  </a:lnTo>
                  <a:lnTo>
                    <a:pt x="1821696" y="3911731"/>
                  </a:lnTo>
                  <a:lnTo>
                    <a:pt x="1821805" y="3911731"/>
                  </a:lnTo>
                  <a:lnTo>
                    <a:pt x="1821913" y="3911731"/>
                  </a:lnTo>
                  <a:lnTo>
                    <a:pt x="1822022" y="3911731"/>
                  </a:lnTo>
                  <a:lnTo>
                    <a:pt x="1822130" y="3911731"/>
                  </a:lnTo>
                  <a:lnTo>
                    <a:pt x="1822239" y="3909861"/>
                  </a:lnTo>
                  <a:lnTo>
                    <a:pt x="1822347" y="3909237"/>
                  </a:lnTo>
                  <a:lnTo>
                    <a:pt x="1822672" y="3907990"/>
                  </a:lnTo>
                  <a:lnTo>
                    <a:pt x="1822672" y="3907366"/>
                  </a:lnTo>
                  <a:lnTo>
                    <a:pt x="1822672" y="3906743"/>
                  </a:lnTo>
                  <a:lnTo>
                    <a:pt x="1822781" y="3906743"/>
                  </a:lnTo>
                  <a:lnTo>
                    <a:pt x="1822889" y="3906743"/>
                  </a:lnTo>
                  <a:lnTo>
                    <a:pt x="1822998" y="3906743"/>
                  </a:lnTo>
                  <a:lnTo>
                    <a:pt x="1823323" y="3906743"/>
                  </a:lnTo>
                  <a:lnTo>
                    <a:pt x="1823974" y="3906743"/>
                  </a:lnTo>
                  <a:lnTo>
                    <a:pt x="1824082" y="3906743"/>
                  </a:lnTo>
                  <a:lnTo>
                    <a:pt x="1824299" y="3906119"/>
                  </a:lnTo>
                  <a:lnTo>
                    <a:pt x="1824407" y="3905496"/>
                  </a:lnTo>
                  <a:lnTo>
                    <a:pt x="1825058" y="3905496"/>
                  </a:lnTo>
                  <a:lnTo>
                    <a:pt x="1825167" y="3904872"/>
                  </a:lnTo>
                  <a:lnTo>
                    <a:pt x="1825275" y="3904248"/>
                  </a:lnTo>
                  <a:lnTo>
                    <a:pt x="1825275" y="3903625"/>
                  </a:lnTo>
                  <a:lnTo>
                    <a:pt x="1825492" y="3903625"/>
                  </a:lnTo>
                  <a:lnTo>
                    <a:pt x="1825600" y="3903625"/>
                  </a:lnTo>
                  <a:lnTo>
                    <a:pt x="1826034" y="3903001"/>
                  </a:lnTo>
                  <a:lnTo>
                    <a:pt x="1826143" y="3901754"/>
                  </a:lnTo>
                  <a:lnTo>
                    <a:pt x="1826360" y="3901754"/>
                  </a:lnTo>
                  <a:lnTo>
                    <a:pt x="1826468" y="3901754"/>
                  </a:lnTo>
                  <a:lnTo>
                    <a:pt x="1826576" y="3901754"/>
                  </a:lnTo>
                  <a:lnTo>
                    <a:pt x="1826576" y="3901130"/>
                  </a:lnTo>
                  <a:lnTo>
                    <a:pt x="1826793" y="3900507"/>
                  </a:lnTo>
                  <a:lnTo>
                    <a:pt x="1827444" y="3900507"/>
                  </a:lnTo>
                  <a:lnTo>
                    <a:pt x="1827552" y="3900507"/>
                  </a:lnTo>
                  <a:lnTo>
                    <a:pt x="1827769" y="3900507"/>
                  </a:lnTo>
                  <a:lnTo>
                    <a:pt x="1828095" y="3900507"/>
                  </a:lnTo>
                  <a:lnTo>
                    <a:pt x="1828312" y="3899883"/>
                  </a:lnTo>
                  <a:lnTo>
                    <a:pt x="1828312" y="3898636"/>
                  </a:lnTo>
                  <a:lnTo>
                    <a:pt x="1828528" y="3898636"/>
                  </a:lnTo>
                  <a:lnTo>
                    <a:pt x="1828745" y="3898636"/>
                  </a:lnTo>
                  <a:lnTo>
                    <a:pt x="1828962" y="3898636"/>
                  </a:lnTo>
                  <a:lnTo>
                    <a:pt x="1829071" y="3898636"/>
                  </a:lnTo>
                  <a:lnTo>
                    <a:pt x="1829396" y="3898636"/>
                  </a:lnTo>
                  <a:lnTo>
                    <a:pt x="1829505" y="3898013"/>
                  </a:lnTo>
                  <a:lnTo>
                    <a:pt x="1829613" y="3898013"/>
                  </a:lnTo>
                  <a:lnTo>
                    <a:pt x="1829613" y="3897389"/>
                  </a:lnTo>
                  <a:lnTo>
                    <a:pt x="1829721" y="3897389"/>
                  </a:lnTo>
                  <a:lnTo>
                    <a:pt x="1829830" y="3897389"/>
                  </a:lnTo>
                  <a:lnTo>
                    <a:pt x="1830372" y="3896142"/>
                  </a:lnTo>
                  <a:lnTo>
                    <a:pt x="1830589" y="3896142"/>
                  </a:lnTo>
                  <a:lnTo>
                    <a:pt x="1830914" y="3895518"/>
                  </a:lnTo>
                  <a:lnTo>
                    <a:pt x="1831023" y="3895518"/>
                  </a:lnTo>
                  <a:lnTo>
                    <a:pt x="1831240" y="3894895"/>
                  </a:lnTo>
                  <a:lnTo>
                    <a:pt x="1831240" y="3894271"/>
                  </a:lnTo>
                  <a:lnTo>
                    <a:pt x="1831565" y="3894271"/>
                  </a:lnTo>
                  <a:lnTo>
                    <a:pt x="1831673" y="3894271"/>
                  </a:lnTo>
                  <a:lnTo>
                    <a:pt x="1831890" y="3894271"/>
                  </a:lnTo>
                  <a:lnTo>
                    <a:pt x="1831999" y="3894271"/>
                  </a:lnTo>
                  <a:lnTo>
                    <a:pt x="1832216" y="3893648"/>
                  </a:lnTo>
                  <a:lnTo>
                    <a:pt x="1832433" y="3893648"/>
                  </a:lnTo>
                  <a:lnTo>
                    <a:pt x="1832541" y="3893648"/>
                  </a:lnTo>
                  <a:lnTo>
                    <a:pt x="1832649" y="3893648"/>
                  </a:lnTo>
                  <a:lnTo>
                    <a:pt x="1832758" y="3893024"/>
                  </a:lnTo>
                  <a:lnTo>
                    <a:pt x="1832866" y="3893024"/>
                  </a:lnTo>
                  <a:lnTo>
                    <a:pt x="1833626" y="3891777"/>
                  </a:lnTo>
                  <a:lnTo>
                    <a:pt x="1833842" y="3891777"/>
                  </a:lnTo>
                  <a:lnTo>
                    <a:pt x="1833951" y="3891777"/>
                  </a:lnTo>
                  <a:lnTo>
                    <a:pt x="1834059" y="3891777"/>
                  </a:lnTo>
                  <a:lnTo>
                    <a:pt x="1834168" y="3891777"/>
                  </a:lnTo>
                  <a:lnTo>
                    <a:pt x="1834385" y="3891777"/>
                  </a:lnTo>
                  <a:lnTo>
                    <a:pt x="1834818" y="3891777"/>
                  </a:lnTo>
                  <a:lnTo>
                    <a:pt x="1835361" y="3891777"/>
                  </a:lnTo>
                  <a:lnTo>
                    <a:pt x="1835469" y="3891777"/>
                  </a:lnTo>
                  <a:lnTo>
                    <a:pt x="1835686" y="3891777"/>
                  </a:lnTo>
                  <a:lnTo>
                    <a:pt x="1835903" y="3891777"/>
                  </a:lnTo>
                  <a:lnTo>
                    <a:pt x="1836120" y="3891153"/>
                  </a:lnTo>
                  <a:lnTo>
                    <a:pt x="1836228" y="3891153"/>
                  </a:lnTo>
                  <a:lnTo>
                    <a:pt x="1836337" y="3891153"/>
                  </a:lnTo>
                  <a:lnTo>
                    <a:pt x="1836445" y="3891153"/>
                  </a:lnTo>
                  <a:lnTo>
                    <a:pt x="1836554" y="3891153"/>
                  </a:lnTo>
                  <a:lnTo>
                    <a:pt x="1836662" y="3890530"/>
                  </a:lnTo>
                  <a:lnTo>
                    <a:pt x="1836770" y="3889906"/>
                  </a:lnTo>
                  <a:lnTo>
                    <a:pt x="1836987" y="3889282"/>
                  </a:lnTo>
                  <a:lnTo>
                    <a:pt x="1837313" y="3889282"/>
                  </a:lnTo>
                  <a:lnTo>
                    <a:pt x="1837421" y="3888659"/>
                  </a:lnTo>
                  <a:lnTo>
                    <a:pt x="1837638" y="3888659"/>
                  </a:lnTo>
                  <a:lnTo>
                    <a:pt x="1837746" y="3888659"/>
                  </a:lnTo>
                  <a:lnTo>
                    <a:pt x="1838180" y="3888659"/>
                  </a:lnTo>
                  <a:lnTo>
                    <a:pt x="1838289" y="3888659"/>
                  </a:lnTo>
                  <a:lnTo>
                    <a:pt x="1838723" y="3888659"/>
                  </a:lnTo>
                  <a:lnTo>
                    <a:pt x="1838831" y="3888659"/>
                  </a:lnTo>
                  <a:lnTo>
                    <a:pt x="1838939" y="3888659"/>
                  </a:lnTo>
                  <a:lnTo>
                    <a:pt x="1839048" y="3888659"/>
                  </a:lnTo>
                  <a:lnTo>
                    <a:pt x="1839156" y="3888035"/>
                  </a:lnTo>
                  <a:lnTo>
                    <a:pt x="1839265" y="3888035"/>
                  </a:lnTo>
                  <a:lnTo>
                    <a:pt x="1839373" y="3888035"/>
                  </a:lnTo>
                  <a:lnTo>
                    <a:pt x="1839482" y="3888035"/>
                  </a:lnTo>
                  <a:lnTo>
                    <a:pt x="1839699" y="3888035"/>
                  </a:lnTo>
                  <a:lnTo>
                    <a:pt x="1839915" y="3888035"/>
                  </a:lnTo>
                  <a:lnTo>
                    <a:pt x="1839915" y="3886788"/>
                  </a:lnTo>
                  <a:lnTo>
                    <a:pt x="1839915" y="3886165"/>
                  </a:lnTo>
                  <a:lnTo>
                    <a:pt x="1840024" y="3885541"/>
                  </a:lnTo>
                  <a:lnTo>
                    <a:pt x="1840132" y="3884917"/>
                  </a:lnTo>
                  <a:lnTo>
                    <a:pt x="1840241" y="3884917"/>
                  </a:lnTo>
                  <a:lnTo>
                    <a:pt x="1840241" y="3884294"/>
                  </a:lnTo>
                  <a:lnTo>
                    <a:pt x="1840458" y="3884294"/>
                  </a:lnTo>
                  <a:lnTo>
                    <a:pt x="1840566" y="3884294"/>
                  </a:lnTo>
                  <a:lnTo>
                    <a:pt x="1840891" y="3884294"/>
                  </a:lnTo>
                  <a:lnTo>
                    <a:pt x="1841108" y="3883670"/>
                  </a:lnTo>
                  <a:lnTo>
                    <a:pt x="1841217" y="3883670"/>
                  </a:lnTo>
                  <a:lnTo>
                    <a:pt x="1841434" y="3883670"/>
                  </a:lnTo>
                  <a:lnTo>
                    <a:pt x="1841651" y="3883670"/>
                  </a:lnTo>
                  <a:lnTo>
                    <a:pt x="1841867" y="3883670"/>
                  </a:lnTo>
                  <a:lnTo>
                    <a:pt x="1841976" y="3883670"/>
                  </a:lnTo>
                  <a:lnTo>
                    <a:pt x="1842084" y="3883047"/>
                  </a:lnTo>
                  <a:lnTo>
                    <a:pt x="1842084" y="3882423"/>
                  </a:lnTo>
                  <a:lnTo>
                    <a:pt x="1842193" y="3881799"/>
                  </a:lnTo>
                  <a:lnTo>
                    <a:pt x="1842301" y="3881176"/>
                  </a:lnTo>
                  <a:lnTo>
                    <a:pt x="1842844" y="3880552"/>
                  </a:lnTo>
                  <a:lnTo>
                    <a:pt x="1843277" y="3880552"/>
                  </a:lnTo>
                  <a:lnTo>
                    <a:pt x="1843386" y="3880552"/>
                  </a:lnTo>
                  <a:lnTo>
                    <a:pt x="1843494" y="3879929"/>
                  </a:lnTo>
                  <a:lnTo>
                    <a:pt x="1844036" y="3879305"/>
                  </a:lnTo>
                  <a:lnTo>
                    <a:pt x="1844579" y="3878682"/>
                  </a:lnTo>
                  <a:lnTo>
                    <a:pt x="1844687" y="3878682"/>
                  </a:lnTo>
                  <a:lnTo>
                    <a:pt x="1844687" y="3878058"/>
                  </a:lnTo>
                  <a:lnTo>
                    <a:pt x="1845229" y="3877434"/>
                  </a:lnTo>
                  <a:lnTo>
                    <a:pt x="1845988" y="3876187"/>
                  </a:lnTo>
                  <a:lnTo>
                    <a:pt x="1845988" y="3875564"/>
                  </a:lnTo>
                  <a:lnTo>
                    <a:pt x="1846097" y="3875564"/>
                  </a:lnTo>
                  <a:lnTo>
                    <a:pt x="1846205" y="3875564"/>
                  </a:lnTo>
                  <a:lnTo>
                    <a:pt x="1846314" y="3875564"/>
                  </a:lnTo>
                  <a:lnTo>
                    <a:pt x="1846639" y="3875564"/>
                  </a:lnTo>
                  <a:lnTo>
                    <a:pt x="1846856" y="3875564"/>
                  </a:lnTo>
                  <a:lnTo>
                    <a:pt x="1846965" y="3875564"/>
                  </a:lnTo>
                  <a:lnTo>
                    <a:pt x="1847507" y="3874940"/>
                  </a:lnTo>
                  <a:lnTo>
                    <a:pt x="1847615" y="3874316"/>
                  </a:lnTo>
                  <a:lnTo>
                    <a:pt x="1847724" y="3874316"/>
                  </a:lnTo>
                  <a:lnTo>
                    <a:pt x="1847941" y="3874316"/>
                  </a:lnTo>
                  <a:lnTo>
                    <a:pt x="1848157" y="3874316"/>
                  </a:lnTo>
                  <a:lnTo>
                    <a:pt x="1848483" y="3873693"/>
                  </a:lnTo>
                  <a:lnTo>
                    <a:pt x="1848591" y="3873693"/>
                  </a:lnTo>
                  <a:lnTo>
                    <a:pt x="1849025" y="3873069"/>
                  </a:lnTo>
                  <a:lnTo>
                    <a:pt x="1849133" y="3873069"/>
                  </a:lnTo>
                  <a:lnTo>
                    <a:pt x="1849676" y="3873069"/>
                  </a:lnTo>
                  <a:lnTo>
                    <a:pt x="1849676" y="3872446"/>
                  </a:lnTo>
                  <a:lnTo>
                    <a:pt x="1850001" y="3872446"/>
                  </a:lnTo>
                  <a:lnTo>
                    <a:pt x="1850109" y="3872446"/>
                  </a:lnTo>
                  <a:lnTo>
                    <a:pt x="1850326" y="3872446"/>
                  </a:lnTo>
                  <a:lnTo>
                    <a:pt x="1850435" y="3872446"/>
                  </a:lnTo>
                  <a:lnTo>
                    <a:pt x="1850760" y="3871822"/>
                  </a:lnTo>
                  <a:lnTo>
                    <a:pt x="1851194" y="3871199"/>
                  </a:lnTo>
                  <a:lnTo>
                    <a:pt x="1851519" y="3870575"/>
                  </a:lnTo>
                  <a:lnTo>
                    <a:pt x="1851628" y="3870575"/>
                  </a:lnTo>
                  <a:lnTo>
                    <a:pt x="1851736" y="3870575"/>
                  </a:lnTo>
                  <a:lnTo>
                    <a:pt x="1851845" y="3870575"/>
                  </a:lnTo>
                  <a:lnTo>
                    <a:pt x="1852495" y="3869328"/>
                  </a:lnTo>
                  <a:lnTo>
                    <a:pt x="1852604" y="3869328"/>
                  </a:lnTo>
                  <a:lnTo>
                    <a:pt x="1852821" y="3869328"/>
                  </a:lnTo>
                  <a:lnTo>
                    <a:pt x="1852929" y="3869328"/>
                  </a:lnTo>
                  <a:lnTo>
                    <a:pt x="1853038" y="3869328"/>
                  </a:lnTo>
                  <a:lnTo>
                    <a:pt x="1853688" y="3868081"/>
                  </a:lnTo>
                  <a:lnTo>
                    <a:pt x="1853905" y="3868081"/>
                  </a:lnTo>
                  <a:lnTo>
                    <a:pt x="1854014" y="3868081"/>
                  </a:lnTo>
                  <a:lnTo>
                    <a:pt x="1854122" y="3868081"/>
                  </a:lnTo>
                  <a:lnTo>
                    <a:pt x="1854339" y="3868081"/>
                  </a:lnTo>
                  <a:lnTo>
                    <a:pt x="1854447" y="3867457"/>
                  </a:lnTo>
                  <a:lnTo>
                    <a:pt x="1854556" y="3866833"/>
                  </a:lnTo>
                  <a:lnTo>
                    <a:pt x="1854664" y="3866833"/>
                  </a:lnTo>
                  <a:lnTo>
                    <a:pt x="1854773" y="3866833"/>
                  </a:lnTo>
                  <a:lnTo>
                    <a:pt x="1854881" y="3866833"/>
                  </a:lnTo>
                  <a:lnTo>
                    <a:pt x="1855640" y="3866210"/>
                  </a:lnTo>
                  <a:lnTo>
                    <a:pt x="1855749" y="3865586"/>
                  </a:lnTo>
                  <a:lnTo>
                    <a:pt x="1855857" y="3865586"/>
                  </a:lnTo>
                  <a:lnTo>
                    <a:pt x="1856074" y="3865586"/>
                  </a:lnTo>
                  <a:lnTo>
                    <a:pt x="1856399" y="3864963"/>
                  </a:lnTo>
                  <a:lnTo>
                    <a:pt x="1856508" y="3864963"/>
                  </a:lnTo>
                  <a:lnTo>
                    <a:pt x="1856725" y="3864963"/>
                  </a:lnTo>
                  <a:lnTo>
                    <a:pt x="1856942" y="3864963"/>
                  </a:lnTo>
                  <a:lnTo>
                    <a:pt x="1857267" y="3864963"/>
                  </a:lnTo>
                  <a:lnTo>
                    <a:pt x="1857592" y="3864339"/>
                  </a:lnTo>
                  <a:lnTo>
                    <a:pt x="1857809" y="3863092"/>
                  </a:lnTo>
                  <a:lnTo>
                    <a:pt x="1858026" y="3863092"/>
                  </a:lnTo>
                  <a:lnTo>
                    <a:pt x="1858135" y="3863092"/>
                  </a:lnTo>
                  <a:lnTo>
                    <a:pt x="1858243" y="3863092"/>
                  </a:lnTo>
                  <a:lnTo>
                    <a:pt x="1858351" y="3863092"/>
                  </a:lnTo>
                  <a:lnTo>
                    <a:pt x="1858568" y="3863092"/>
                  </a:lnTo>
                  <a:lnTo>
                    <a:pt x="1858677" y="3863092"/>
                  </a:lnTo>
                  <a:lnTo>
                    <a:pt x="1858677" y="3862468"/>
                  </a:lnTo>
                  <a:lnTo>
                    <a:pt x="1859002" y="3862468"/>
                  </a:lnTo>
                  <a:lnTo>
                    <a:pt x="1859327" y="3861845"/>
                  </a:lnTo>
                  <a:lnTo>
                    <a:pt x="1859544" y="3861845"/>
                  </a:lnTo>
                  <a:lnTo>
                    <a:pt x="1859544" y="3861221"/>
                  </a:lnTo>
                  <a:lnTo>
                    <a:pt x="1859761" y="3860598"/>
                  </a:lnTo>
                  <a:lnTo>
                    <a:pt x="1860304" y="3859974"/>
                  </a:lnTo>
                  <a:lnTo>
                    <a:pt x="1860520" y="3859974"/>
                  </a:lnTo>
                  <a:lnTo>
                    <a:pt x="1860520" y="3859350"/>
                  </a:lnTo>
                  <a:lnTo>
                    <a:pt x="1860629" y="3859350"/>
                  </a:lnTo>
                  <a:lnTo>
                    <a:pt x="1860954" y="3859350"/>
                  </a:lnTo>
                  <a:lnTo>
                    <a:pt x="1861063" y="3859350"/>
                  </a:lnTo>
                  <a:lnTo>
                    <a:pt x="1861171" y="3859350"/>
                  </a:lnTo>
                  <a:lnTo>
                    <a:pt x="1861388" y="3859350"/>
                  </a:lnTo>
                  <a:lnTo>
                    <a:pt x="1861496" y="3859350"/>
                  </a:lnTo>
                  <a:lnTo>
                    <a:pt x="1861605" y="3859350"/>
                  </a:lnTo>
                  <a:lnTo>
                    <a:pt x="1861713" y="3859350"/>
                  </a:lnTo>
                  <a:lnTo>
                    <a:pt x="1861822" y="3859350"/>
                  </a:lnTo>
                  <a:lnTo>
                    <a:pt x="1861930" y="3859350"/>
                  </a:lnTo>
                  <a:lnTo>
                    <a:pt x="1862256" y="3859350"/>
                  </a:lnTo>
                  <a:lnTo>
                    <a:pt x="1862472" y="3859350"/>
                  </a:lnTo>
                  <a:lnTo>
                    <a:pt x="1862798" y="3859350"/>
                  </a:lnTo>
                  <a:lnTo>
                    <a:pt x="1862798" y="3858727"/>
                  </a:lnTo>
                  <a:lnTo>
                    <a:pt x="1863015" y="3858727"/>
                  </a:lnTo>
                  <a:lnTo>
                    <a:pt x="1863232" y="3858727"/>
                  </a:lnTo>
                  <a:lnTo>
                    <a:pt x="1863232" y="3858103"/>
                  </a:lnTo>
                  <a:lnTo>
                    <a:pt x="1863232" y="3856233"/>
                  </a:lnTo>
                  <a:lnTo>
                    <a:pt x="1863340" y="3856233"/>
                  </a:lnTo>
                  <a:lnTo>
                    <a:pt x="1863448" y="3856233"/>
                  </a:lnTo>
                  <a:lnTo>
                    <a:pt x="1863557" y="3855609"/>
                  </a:lnTo>
                  <a:lnTo>
                    <a:pt x="1864208" y="3855609"/>
                  </a:lnTo>
                  <a:lnTo>
                    <a:pt x="1864208" y="3854985"/>
                  </a:lnTo>
                  <a:lnTo>
                    <a:pt x="1864425" y="3854985"/>
                  </a:lnTo>
                  <a:lnTo>
                    <a:pt x="1864533" y="3854985"/>
                  </a:lnTo>
                  <a:lnTo>
                    <a:pt x="1864641" y="3854985"/>
                  </a:lnTo>
                  <a:lnTo>
                    <a:pt x="1864750" y="3854985"/>
                  </a:lnTo>
                  <a:lnTo>
                    <a:pt x="1864858" y="3854985"/>
                  </a:lnTo>
                  <a:lnTo>
                    <a:pt x="1864967" y="3854985"/>
                  </a:lnTo>
                  <a:lnTo>
                    <a:pt x="1865184" y="3854362"/>
                  </a:lnTo>
                  <a:lnTo>
                    <a:pt x="1865509" y="3854362"/>
                  </a:lnTo>
                  <a:lnTo>
                    <a:pt x="1865726" y="3854362"/>
                  </a:lnTo>
                  <a:lnTo>
                    <a:pt x="1865834" y="3854362"/>
                  </a:lnTo>
                  <a:lnTo>
                    <a:pt x="1866160" y="3854362"/>
                  </a:lnTo>
                  <a:lnTo>
                    <a:pt x="1866593" y="3853738"/>
                  </a:lnTo>
                  <a:lnTo>
                    <a:pt x="1866702" y="3853738"/>
                  </a:lnTo>
                  <a:lnTo>
                    <a:pt x="1867136" y="3852491"/>
                  </a:lnTo>
                  <a:lnTo>
                    <a:pt x="1867244" y="3852491"/>
                  </a:lnTo>
                  <a:lnTo>
                    <a:pt x="1867569" y="3852491"/>
                  </a:lnTo>
                  <a:lnTo>
                    <a:pt x="1867678" y="3852491"/>
                  </a:lnTo>
                  <a:lnTo>
                    <a:pt x="1867895" y="3851867"/>
                  </a:lnTo>
                  <a:lnTo>
                    <a:pt x="1868112" y="3851244"/>
                  </a:lnTo>
                  <a:lnTo>
                    <a:pt x="1868220" y="3851244"/>
                  </a:lnTo>
                  <a:lnTo>
                    <a:pt x="1868329" y="3850620"/>
                  </a:lnTo>
                  <a:lnTo>
                    <a:pt x="1868437" y="3850620"/>
                  </a:lnTo>
                  <a:lnTo>
                    <a:pt x="1868437" y="3849997"/>
                  </a:lnTo>
                  <a:lnTo>
                    <a:pt x="1868654" y="3849373"/>
                  </a:lnTo>
                  <a:lnTo>
                    <a:pt x="1868871" y="3848126"/>
                  </a:lnTo>
                  <a:lnTo>
                    <a:pt x="1868979" y="3848126"/>
                  </a:lnTo>
                  <a:lnTo>
                    <a:pt x="1869196" y="3847502"/>
                  </a:lnTo>
                  <a:lnTo>
                    <a:pt x="1869305" y="3847502"/>
                  </a:lnTo>
                  <a:lnTo>
                    <a:pt x="1869413" y="3847502"/>
                  </a:lnTo>
                  <a:lnTo>
                    <a:pt x="1869522" y="3847502"/>
                  </a:lnTo>
                  <a:lnTo>
                    <a:pt x="1869847" y="3847502"/>
                  </a:lnTo>
                  <a:lnTo>
                    <a:pt x="1870064" y="3846879"/>
                  </a:lnTo>
                  <a:lnTo>
                    <a:pt x="1870172" y="3846879"/>
                  </a:lnTo>
                  <a:lnTo>
                    <a:pt x="1870389" y="3845632"/>
                  </a:lnTo>
                  <a:lnTo>
                    <a:pt x="1870498" y="3845632"/>
                  </a:lnTo>
                  <a:lnTo>
                    <a:pt x="1870606" y="3845632"/>
                  </a:lnTo>
                  <a:lnTo>
                    <a:pt x="1870714" y="3845632"/>
                  </a:lnTo>
                  <a:lnTo>
                    <a:pt x="1870931" y="3845632"/>
                  </a:lnTo>
                  <a:lnTo>
                    <a:pt x="1871040" y="3845632"/>
                  </a:lnTo>
                  <a:lnTo>
                    <a:pt x="1872124" y="3844384"/>
                  </a:lnTo>
                  <a:lnTo>
                    <a:pt x="1872233" y="3844384"/>
                  </a:lnTo>
                  <a:lnTo>
                    <a:pt x="1872341" y="3844384"/>
                  </a:lnTo>
                  <a:lnTo>
                    <a:pt x="1872341" y="3843761"/>
                  </a:lnTo>
                  <a:lnTo>
                    <a:pt x="1872450" y="3843761"/>
                  </a:lnTo>
                  <a:lnTo>
                    <a:pt x="1872450" y="3843137"/>
                  </a:lnTo>
                  <a:lnTo>
                    <a:pt x="1872558" y="3843137"/>
                  </a:lnTo>
                  <a:lnTo>
                    <a:pt x="1872775" y="3843137"/>
                  </a:lnTo>
                  <a:lnTo>
                    <a:pt x="1872883" y="3843137"/>
                  </a:lnTo>
                  <a:lnTo>
                    <a:pt x="1872992" y="3843137"/>
                  </a:lnTo>
                  <a:lnTo>
                    <a:pt x="1873100" y="3843137"/>
                  </a:lnTo>
                  <a:lnTo>
                    <a:pt x="1873317" y="3843137"/>
                  </a:lnTo>
                  <a:lnTo>
                    <a:pt x="1873751" y="3843137"/>
                  </a:lnTo>
                  <a:lnTo>
                    <a:pt x="1873859" y="3843137"/>
                  </a:lnTo>
                  <a:lnTo>
                    <a:pt x="1874293" y="3841890"/>
                  </a:lnTo>
                  <a:lnTo>
                    <a:pt x="1874510" y="3841267"/>
                  </a:lnTo>
                  <a:lnTo>
                    <a:pt x="1874619" y="3841267"/>
                  </a:lnTo>
                  <a:lnTo>
                    <a:pt x="1874835" y="3841267"/>
                  </a:lnTo>
                  <a:lnTo>
                    <a:pt x="1874944" y="3841267"/>
                  </a:lnTo>
                  <a:lnTo>
                    <a:pt x="1875269" y="3841267"/>
                  </a:lnTo>
                  <a:lnTo>
                    <a:pt x="1875378" y="3841267"/>
                  </a:lnTo>
                  <a:lnTo>
                    <a:pt x="1875486" y="3841267"/>
                  </a:lnTo>
                  <a:lnTo>
                    <a:pt x="1875595" y="3841267"/>
                  </a:lnTo>
                  <a:lnTo>
                    <a:pt x="1875703" y="3841267"/>
                  </a:lnTo>
                  <a:lnTo>
                    <a:pt x="1875811" y="3840643"/>
                  </a:lnTo>
                  <a:lnTo>
                    <a:pt x="1876028" y="3840019"/>
                  </a:lnTo>
                  <a:lnTo>
                    <a:pt x="1876137" y="3840019"/>
                  </a:lnTo>
                  <a:lnTo>
                    <a:pt x="1876245" y="3840019"/>
                  </a:lnTo>
                  <a:lnTo>
                    <a:pt x="1876354" y="3840019"/>
                  </a:lnTo>
                  <a:lnTo>
                    <a:pt x="1876462" y="3840019"/>
                  </a:lnTo>
                  <a:lnTo>
                    <a:pt x="1876788" y="3840019"/>
                  </a:lnTo>
                  <a:lnTo>
                    <a:pt x="1876896" y="3840019"/>
                  </a:lnTo>
                  <a:lnTo>
                    <a:pt x="1877221" y="3838772"/>
                  </a:lnTo>
                  <a:lnTo>
                    <a:pt x="1877438" y="3838772"/>
                  </a:lnTo>
                  <a:lnTo>
                    <a:pt x="1877547" y="3838772"/>
                  </a:lnTo>
                  <a:lnTo>
                    <a:pt x="1877655" y="3838772"/>
                  </a:lnTo>
                  <a:lnTo>
                    <a:pt x="1877872" y="3838772"/>
                  </a:lnTo>
                  <a:lnTo>
                    <a:pt x="1877980" y="3837525"/>
                  </a:lnTo>
                  <a:lnTo>
                    <a:pt x="1878414" y="3837525"/>
                  </a:lnTo>
                  <a:lnTo>
                    <a:pt x="1878631" y="3837525"/>
                  </a:lnTo>
                  <a:lnTo>
                    <a:pt x="1878740" y="3837525"/>
                  </a:lnTo>
                  <a:lnTo>
                    <a:pt x="1878956" y="3837525"/>
                  </a:lnTo>
                  <a:lnTo>
                    <a:pt x="1879065" y="3836902"/>
                  </a:lnTo>
                  <a:lnTo>
                    <a:pt x="1879173" y="3835654"/>
                  </a:lnTo>
                  <a:lnTo>
                    <a:pt x="1879282" y="3835031"/>
                  </a:lnTo>
                  <a:lnTo>
                    <a:pt x="1879390" y="3835031"/>
                  </a:lnTo>
                  <a:lnTo>
                    <a:pt x="1879499" y="3835031"/>
                  </a:lnTo>
                  <a:lnTo>
                    <a:pt x="1879607" y="3834407"/>
                  </a:lnTo>
                  <a:lnTo>
                    <a:pt x="1880149" y="3834407"/>
                  </a:lnTo>
                  <a:lnTo>
                    <a:pt x="1880258" y="3834407"/>
                  </a:lnTo>
                  <a:lnTo>
                    <a:pt x="1880475" y="3834407"/>
                  </a:lnTo>
                  <a:lnTo>
                    <a:pt x="1880475" y="3833784"/>
                  </a:lnTo>
                  <a:lnTo>
                    <a:pt x="1880475" y="3833160"/>
                  </a:lnTo>
                  <a:lnTo>
                    <a:pt x="1880583" y="3833160"/>
                  </a:lnTo>
                  <a:lnTo>
                    <a:pt x="1880800" y="3832536"/>
                  </a:lnTo>
                  <a:lnTo>
                    <a:pt x="1881234" y="3832536"/>
                  </a:lnTo>
                  <a:lnTo>
                    <a:pt x="1881451" y="3832536"/>
                  </a:lnTo>
                  <a:lnTo>
                    <a:pt x="1881668" y="3831913"/>
                  </a:lnTo>
                  <a:lnTo>
                    <a:pt x="1881776" y="3831913"/>
                  </a:lnTo>
                  <a:lnTo>
                    <a:pt x="1881885" y="3831913"/>
                  </a:lnTo>
                  <a:lnTo>
                    <a:pt x="1882210" y="3831289"/>
                  </a:lnTo>
                  <a:lnTo>
                    <a:pt x="1882318" y="3831289"/>
                  </a:lnTo>
                  <a:lnTo>
                    <a:pt x="1882427" y="3830666"/>
                  </a:lnTo>
                  <a:lnTo>
                    <a:pt x="1882535" y="3830666"/>
                  </a:lnTo>
                  <a:lnTo>
                    <a:pt x="1882644" y="3830666"/>
                  </a:lnTo>
                  <a:lnTo>
                    <a:pt x="1882861" y="3830666"/>
                  </a:lnTo>
                  <a:lnTo>
                    <a:pt x="1882861" y="3830042"/>
                  </a:lnTo>
                  <a:lnTo>
                    <a:pt x="1883077" y="3830042"/>
                  </a:lnTo>
                  <a:lnTo>
                    <a:pt x="1883186" y="3830042"/>
                  </a:lnTo>
                  <a:lnTo>
                    <a:pt x="1883294" y="3830042"/>
                  </a:lnTo>
                  <a:lnTo>
                    <a:pt x="1884379" y="3829419"/>
                  </a:lnTo>
                  <a:lnTo>
                    <a:pt x="1884487" y="3829419"/>
                  </a:lnTo>
                  <a:lnTo>
                    <a:pt x="1884596" y="3829419"/>
                  </a:lnTo>
                  <a:lnTo>
                    <a:pt x="1884813" y="3829419"/>
                  </a:lnTo>
                  <a:lnTo>
                    <a:pt x="1884813" y="3828795"/>
                  </a:lnTo>
                  <a:lnTo>
                    <a:pt x="1884921" y="3828171"/>
                  </a:lnTo>
                  <a:lnTo>
                    <a:pt x="1885029" y="3828171"/>
                  </a:lnTo>
                  <a:lnTo>
                    <a:pt x="1885138" y="3828171"/>
                  </a:lnTo>
                  <a:lnTo>
                    <a:pt x="1885246" y="3828171"/>
                  </a:lnTo>
                  <a:lnTo>
                    <a:pt x="1885463" y="3827548"/>
                  </a:lnTo>
                  <a:lnTo>
                    <a:pt x="1885572" y="3826924"/>
                  </a:lnTo>
                  <a:lnTo>
                    <a:pt x="1885680" y="3826924"/>
                  </a:lnTo>
                  <a:lnTo>
                    <a:pt x="1886006" y="3825677"/>
                  </a:lnTo>
                  <a:lnTo>
                    <a:pt x="1886222" y="3825053"/>
                  </a:lnTo>
                  <a:lnTo>
                    <a:pt x="1886331" y="3823806"/>
                  </a:lnTo>
                  <a:lnTo>
                    <a:pt x="1886548" y="3822559"/>
                  </a:lnTo>
                  <a:lnTo>
                    <a:pt x="1886765" y="3822559"/>
                  </a:lnTo>
                  <a:lnTo>
                    <a:pt x="1886982" y="3822559"/>
                  </a:lnTo>
                  <a:lnTo>
                    <a:pt x="1887090" y="3822559"/>
                  </a:lnTo>
                  <a:lnTo>
                    <a:pt x="1887198" y="3822559"/>
                  </a:lnTo>
                  <a:lnTo>
                    <a:pt x="1887415" y="3822559"/>
                  </a:lnTo>
                  <a:lnTo>
                    <a:pt x="1887524" y="3822559"/>
                  </a:lnTo>
                  <a:lnTo>
                    <a:pt x="1887632" y="3822559"/>
                  </a:lnTo>
                  <a:lnTo>
                    <a:pt x="1887632" y="3821936"/>
                  </a:lnTo>
                  <a:lnTo>
                    <a:pt x="1887741" y="3821936"/>
                  </a:lnTo>
                  <a:lnTo>
                    <a:pt x="1887958" y="3821312"/>
                  </a:lnTo>
                  <a:lnTo>
                    <a:pt x="1888174" y="3820688"/>
                  </a:lnTo>
                  <a:lnTo>
                    <a:pt x="1888174" y="3820065"/>
                  </a:lnTo>
                  <a:lnTo>
                    <a:pt x="1888283" y="3820065"/>
                  </a:lnTo>
                  <a:lnTo>
                    <a:pt x="1888717" y="3817570"/>
                  </a:lnTo>
                  <a:lnTo>
                    <a:pt x="1888717" y="3816947"/>
                  </a:lnTo>
                  <a:lnTo>
                    <a:pt x="1889042" y="3816947"/>
                  </a:lnTo>
                  <a:lnTo>
                    <a:pt x="1889150" y="3816947"/>
                  </a:lnTo>
                  <a:lnTo>
                    <a:pt x="1889476" y="3815700"/>
                  </a:lnTo>
                  <a:lnTo>
                    <a:pt x="1889584" y="3815700"/>
                  </a:lnTo>
                  <a:lnTo>
                    <a:pt x="1889693" y="3815700"/>
                  </a:lnTo>
                  <a:lnTo>
                    <a:pt x="1889801" y="3815700"/>
                  </a:lnTo>
                  <a:lnTo>
                    <a:pt x="1889801" y="3815076"/>
                  </a:lnTo>
                  <a:lnTo>
                    <a:pt x="1889910" y="3815076"/>
                  </a:lnTo>
                  <a:lnTo>
                    <a:pt x="1890018" y="3815076"/>
                  </a:lnTo>
                  <a:lnTo>
                    <a:pt x="1890343" y="3814453"/>
                  </a:lnTo>
                  <a:lnTo>
                    <a:pt x="1890452" y="3814453"/>
                  </a:lnTo>
                  <a:lnTo>
                    <a:pt x="1890777" y="3814453"/>
                  </a:lnTo>
                  <a:lnTo>
                    <a:pt x="1890886" y="3813829"/>
                  </a:lnTo>
                  <a:lnTo>
                    <a:pt x="1891103" y="3813829"/>
                  </a:lnTo>
                  <a:lnTo>
                    <a:pt x="1891211" y="3813829"/>
                  </a:lnTo>
                  <a:lnTo>
                    <a:pt x="1891319" y="3813829"/>
                  </a:lnTo>
                  <a:lnTo>
                    <a:pt x="1891319" y="3813205"/>
                  </a:lnTo>
                  <a:lnTo>
                    <a:pt x="1891428" y="3813205"/>
                  </a:lnTo>
                  <a:lnTo>
                    <a:pt x="1891536" y="3813205"/>
                  </a:lnTo>
                  <a:lnTo>
                    <a:pt x="1891753" y="3812582"/>
                  </a:lnTo>
                  <a:lnTo>
                    <a:pt x="1891862" y="3811958"/>
                  </a:lnTo>
                  <a:lnTo>
                    <a:pt x="1891862" y="3811335"/>
                  </a:lnTo>
                  <a:lnTo>
                    <a:pt x="1892946" y="3808840"/>
                  </a:lnTo>
                  <a:lnTo>
                    <a:pt x="1893271" y="3808217"/>
                  </a:lnTo>
                  <a:lnTo>
                    <a:pt x="1893380" y="3808217"/>
                  </a:lnTo>
                  <a:lnTo>
                    <a:pt x="1893488" y="3808217"/>
                  </a:lnTo>
                  <a:lnTo>
                    <a:pt x="1893597" y="3808217"/>
                  </a:lnTo>
                  <a:lnTo>
                    <a:pt x="1893814" y="3808217"/>
                  </a:lnTo>
                  <a:lnTo>
                    <a:pt x="1894031" y="3808217"/>
                  </a:lnTo>
                  <a:lnTo>
                    <a:pt x="1894139" y="3808217"/>
                  </a:lnTo>
                  <a:lnTo>
                    <a:pt x="1894139" y="3807593"/>
                  </a:lnTo>
                  <a:lnTo>
                    <a:pt x="1894356" y="3807593"/>
                  </a:lnTo>
                  <a:lnTo>
                    <a:pt x="1894464" y="3807593"/>
                  </a:lnTo>
                  <a:lnTo>
                    <a:pt x="1894573" y="3806970"/>
                  </a:lnTo>
                  <a:lnTo>
                    <a:pt x="1894790" y="3806346"/>
                  </a:lnTo>
                  <a:lnTo>
                    <a:pt x="1894898" y="3806346"/>
                  </a:lnTo>
                  <a:lnTo>
                    <a:pt x="1895332" y="3806346"/>
                  </a:lnTo>
                  <a:lnTo>
                    <a:pt x="1895440" y="3806346"/>
                  </a:lnTo>
                  <a:lnTo>
                    <a:pt x="1895549" y="3806346"/>
                  </a:lnTo>
                  <a:lnTo>
                    <a:pt x="1895657" y="3806346"/>
                  </a:lnTo>
                  <a:lnTo>
                    <a:pt x="1895657" y="3805722"/>
                  </a:lnTo>
                  <a:lnTo>
                    <a:pt x="1895766" y="3805722"/>
                  </a:lnTo>
                  <a:lnTo>
                    <a:pt x="1896091" y="3805722"/>
                  </a:lnTo>
                  <a:lnTo>
                    <a:pt x="1896308" y="3805722"/>
                  </a:lnTo>
                  <a:lnTo>
                    <a:pt x="1896525" y="3805722"/>
                  </a:lnTo>
                  <a:lnTo>
                    <a:pt x="1897067" y="3805722"/>
                  </a:lnTo>
                  <a:lnTo>
                    <a:pt x="1897935" y="3805722"/>
                  </a:lnTo>
                  <a:lnTo>
                    <a:pt x="1897935" y="3805099"/>
                  </a:lnTo>
                  <a:lnTo>
                    <a:pt x="1898043" y="3805099"/>
                  </a:lnTo>
                  <a:lnTo>
                    <a:pt x="1898152" y="3803228"/>
                  </a:lnTo>
                  <a:lnTo>
                    <a:pt x="1898369" y="3802604"/>
                  </a:lnTo>
                  <a:lnTo>
                    <a:pt x="1898802" y="3802604"/>
                  </a:lnTo>
                  <a:lnTo>
                    <a:pt x="1899236" y="3801981"/>
                  </a:lnTo>
                  <a:lnTo>
                    <a:pt x="1899236" y="3801357"/>
                  </a:lnTo>
                  <a:lnTo>
                    <a:pt x="1899236" y="3800734"/>
                  </a:lnTo>
                  <a:lnTo>
                    <a:pt x="1899670" y="3800734"/>
                  </a:lnTo>
                  <a:lnTo>
                    <a:pt x="1899887" y="3800734"/>
                  </a:lnTo>
                  <a:lnTo>
                    <a:pt x="1899995" y="3800734"/>
                  </a:lnTo>
                  <a:lnTo>
                    <a:pt x="1900104" y="3800734"/>
                  </a:lnTo>
                  <a:lnTo>
                    <a:pt x="1900212" y="3800734"/>
                  </a:lnTo>
                  <a:lnTo>
                    <a:pt x="1900321" y="3800734"/>
                  </a:lnTo>
                  <a:lnTo>
                    <a:pt x="1900321" y="3800110"/>
                  </a:lnTo>
                  <a:lnTo>
                    <a:pt x="1900863" y="3797616"/>
                  </a:lnTo>
                  <a:lnTo>
                    <a:pt x="1900971" y="3797616"/>
                  </a:lnTo>
                  <a:lnTo>
                    <a:pt x="1901405" y="3797616"/>
                  </a:lnTo>
                  <a:lnTo>
                    <a:pt x="1901513" y="3797616"/>
                  </a:lnTo>
                  <a:lnTo>
                    <a:pt x="1901622" y="3797616"/>
                  </a:lnTo>
                  <a:lnTo>
                    <a:pt x="1901622" y="3796992"/>
                  </a:lnTo>
                  <a:lnTo>
                    <a:pt x="1902273" y="3796992"/>
                  </a:lnTo>
                  <a:lnTo>
                    <a:pt x="1902490" y="3795745"/>
                  </a:lnTo>
                  <a:lnTo>
                    <a:pt x="1902598" y="3795745"/>
                  </a:lnTo>
                  <a:lnTo>
                    <a:pt x="1902706" y="3795745"/>
                  </a:lnTo>
                  <a:lnTo>
                    <a:pt x="1902815" y="3795745"/>
                  </a:lnTo>
                  <a:lnTo>
                    <a:pt x="1903140" y="3795121"/>
                  </a:lnTo>
                  <a:lnTo>
                    <a:pt x="1903249" y="3793874"/>
                  </a:lnTo>
                  <a:lnTo>
                    <a:pt x="1903357" y="3793874"/>
                  </a:lnTo>
                  <a:lnTo>
                    <a:pt x="1903466" y="3793874"/>
                  </a:lnTo>
                  <a:lnTo>
                    <a:pt x="1903682" y="3793874"/>
                  </a:lnTo>
                  <a:lnTo>
                    <a:pt x="1903791" y="3793251"/>
                  </a:lnTo>
                  <a:lnTo>
                    <a:pt x="1904225" y="3793251"/>
                  </a:lnTo>
                  <a:lnTo>
                    <a:pt x="1904333" y="3793251"/>
                  </a:lnTo>
                  <a:lnTo>
                    <a:pt x="1904550" y="3792627"/>
                  </a:lnTo>
                  <a:lnTo>
                    <a:pt x="1904658" y="3792627"/>
                  </a:lnTo>
                  <a:lnTo>
                    <a:pt x="1904767" y="3792004"/>
                  </a:lnTo>
                  <a:lnTo>
                    <a:pt x="1905092" y="3792004"/>
                  </a:lnTo>
                  <a:lnTo>
                    <a:pt x="1905309" y="3791380"/>
                  </a:lnTo>
                  <a:lnTo>
                    <a:pt x="1905418" y="3791380"/>
                  </a:lnTo>
                  <a:lnTo>
                    <a:pt x="1905526" y="3791380"/>
                  </a:lnTo>
                  <a:lnTo>
                    <a:pt x="1905634" y="3791380"/>
                  </a:lnTo>
                  <a:lnTo>
                    <a:pt x="1905743" y="3791380"/>
                  </a:lnTo>
                  <a:lnTo>
                    <a:pt x="1905851" y="3790756"/>
                  </a:lnTo>
                  <a:lnTo>
                    <a:pt x="1906177" y="3790133"/>
                  </a:lnTo>
                  <a:lnTo>
                    <a:pt x="1906502" y="3788262"/>
                  </a:lnTo>
                  <a:lnTo>
                    <a:pt x="1906610" y="3787015"/>
                  </a:lnTo>
                  <a:lnTo>
                    <a:pt x="1906827" y="3787015"/>
                  </a:lnTo>
                  <a:lnTo>
                    <a:pt x="1907153" y="3787015"/>
                  </a:lnTo>
                  <a:lnTo>
                    <a:pt x="1907261" y="3787015"/>
                  </a:lnTo>
                  <a:lnTo>
                    <a:pt x="1907478" y="3787015"/>
                  </a:lnTo>
                  <a:lnTo>
                    <a:pt x="1907587" y="3787015"/>
                  </a:lnTo>
                  <a:lnTo>
                    <a:pt x="1907695" y="3787015"/>
                  </a:lnTo>
                  <a:lnTo>
                    <a:pt x="1907803" y="3786391"/>
                  </a:lnTo>
                  <a:lnTo>
                    <a:pt x="1908020" y="3786391"/>
                  </a:lnTo>
                  <a:lnTo>
                    <a:pt x="1908129" y="3786391"/>
                  </a:lnTo>
                  <a:lnTo>
                    <a:pt x="1908237" y="3786391"/>
                  </a:lnTo>
                  <a:lnTo>
                    <a:pt x="1908237" y="3785768"/>
                  </a:lnTo>
                  <a:lnTo>
                    <a:pt x="1908346" y="3785768"/>
                  </a:lnTo>
                  <a:lnTo>
                    <a:pt x="1908671" y="3785768"/>
                  </a:lnTo>
                  <a:lnTo>
                    <a:pt x="1908888" y="3785768"/>
                  </a:lnTo>
                  <a:lnTo>
                    <a:pt x="1908888" y="3785144"/>
                  </a:lnTo>
                  <a:lnTo>
                    <a:pt x="1908996" y="3785144"/>
                  </a:lnTo>
                  <a:lnTo>
                    <a:pt x="1909105" y="3785144"/>
                  </a:lnTo>
                  <a:lnTo>
                    <a:pt x="1909539" y="3785144"/>
                  </a:lnTo>
                  <a:lnTo>
                    <a:pt x="1909647" y="3785144"/>
                  </a:lnTo>
                  <a:lnTo>
                    <a:pt x="1909755" y="3785144"/>
                  </a:lnTo>
                  <a:lnTo>
                    <a:pt x="1909864" y="3784521"/>
                  </a:lnTo>
                  <a:lnTo>
                    <a:pt x="1910081" y="3784521"/>
                  </a:lnTo>
                  <a:lnTo>
                    <a:pt x="1910081" y="3783897"/>
                  </a:lnTo>
                  <a:lnTo>
                    <a:pt x="1910081" y="3783273"/>
                  </a:lnTo>
                  <a:lnTo>
                    <a:pt x="1910298" y="3783273"/>
                  </a:lnTo>
                  <a:lnTo>
                    <a:pt x="1910406" y="3783273"/>
                  </a:lnTo>
                  <a:lnTo>
                    <a:pt x="1910623" y="3783273"/>
                  </a:lnTo>
                  <a:lnTo>
                    <a:pt x="1910840" y="3782650"/>
                  </a:lnTo>
                  <a:lnTo>
                    <a:pt x="1911057" y="3781403"/>
                  </a:lnTo>
                  <a:lnTo>
                    <a:pt x="1911165" y="3781403"/>
                  </a:lnTo>
                  <a:lnTo>
                    <a:pt x="1911274" y="3781403"/>
                  </a:lnTo>
                  <a:lnTo>
                    <a:pt x="1911708" y="3781403"/>
                  </a:lnTo>
                  <a:lnTo>
                    <a:pt x="1911816" y="3781403"/>
                  </a:lnTo>
                  <a:lnTo>
                    <a:pt x="1912141" y="3780156"/>
                  </a:lnTo>
                  <a:lnTo>
                    <a:pt x="1912250" y="3780156"/>
                  </a:lnTo>
                  <a:lnTo>
                    <a:pt x="1912575" y="3780156"/>
                  </a:lnTo>
                  <a:lnTo>
                    <a:pt x="1913117" y="3778908"/>
                  </a:lnTo>
                  <a:lnTo>
                    <a:pt x="1913443" y="3778908"/>
                  </a:lnTo>
                  <a:lnTo>
                    <a:pt x="1913551" y="3778908"/>
                  </a:lnTo>
                  <a:lnTo>
                    <a:pt x="1913660" y="3778908"/>
                  </a:lnTo>
                  <a:lnTo>
                    <a:pt x="1913768" y="3778908"/>
                  </a:lnTo>
                  <a:lnTo>
                    <a:pt x="1913768" y="3778285"/>
                  </a:lnTo>
                  <a:lnTo>
                    <a:pt x="1913985" y="3778285"/>
                  </a:lnTo>
                  <a:lnTo>
                    <a:pt x="1914093" y="3778285"/>
                  </a:lnTo>
                  <a:lnTo>
                    <a:pt x="1914202" y="3778285"/>
                  </a:lnTo>
                  <a:lnTo>
                    <a:pt x="1914419" y="3777661"/>
                  </a:lnTo>
                  <a:lnTo>
                    <a:pt x="1914636" y="3777038"/>
                  </a:lnTo>
                  <a:lnTo>
                    <a:pt x="1914961" y="3775790"/>
                  </a:lnTo>
                  <a:lnTo>
                    <a:pt x="1915069" y="3775790"/>
                  </a:lnTo>
                  <a:lnTo>
                    <a:pt x="1915178" y="3775790"/>
                  </a:lnTo>
                  <a:lnTo>
                    <a:pt x="1915395" y="3775790"/>
                  </a:lnTo>
                  <a:lnTo>
                    <a:pt x="1915503" y="3775790"/>
                  </a:lnTo>
                  <a:lnTo>
                    <a:pt x="1915503" y="3775167"/>
                  </a:lnTo>
                  <a:lnTo>
                    <a:pt x="1915612" y="3775167"/>
                  </a:lnTo>
                  <a:lnTo>
                    <a:pt x="1915937" y="3775167"/>
                  </a:lnTo>
                  <a:lnTo>
                    <a:pt x="1916045" y="3775167"/>
                  </a:lnTo>
                  <a:lnTo>
                    <a:pt x="1916045" y="3774543"/>
                  </a:lnTo>
                  <a:lnTo>
                    <a:pt x="1916262" y="3774543"/>
                  </a:lnTo>
                  <a:lnTo>
                    <a:pt x="1916371" y="3774543"/>
                  </a:lnTo>
                  <a:lnTo>
                    <a:pt x="1916696" y="3773920"/>
                  </a:lnTo>
                  <a:lnTo>
                    <a:pt x="1916696" y="3772673"/>
                  </a:lnTo>
                  <a:lnTo>
                    <a:pt x="1916805" y="3772049"/>
                  </a:lnTo>
                  <a:lnTo>
                    <a:pt x="1916805" y="3771425"/>
                  </a:lnTo>
                  <a:lnTo>
                    <a:pt x="1917672" y="3770802"/>
                  </a:lnTo>
                  <a:lnTo>
                    <a:pt x="1918106" y="3770802"/>
                  </a:lnTo>
                  <a:lnTo>
                    <a:pt x="1918106" y="3770178"/>
                  </a:lnTo>
                  <a:lnTo>
                    <a:pt x="1918214" y="3769555"/>
                  </a:lnTo>
                  <a:lnTo>
                    <a:pt x="1918323" y="3768931"/>
                  </a:lnTo>
                  <a:lnTo>
                    <a:pt x="1918540" y="3768307"/>
                  </a:lnTo>
                  <a:lnTo>
                    <a:pt x="1918540" y="3767684"/>
                  </a:lnTo>
                  <a:lnTo>
                    <a:pt x="1918648" y="3767684"/>
                  </a:lnTo>
                  <a:lnTo>
                    <a:pt x="1919190" y="3767060"/>
                  </a:lnTo>
                  <a:lnTo>
                    <a:pt x="1919299" y="3767060"/>
                  </a:lnTo>
                  <a:lnTo>
                    <a:pt x="1919407" y="3767060"/>
                  </a:lnTo>
                  <a:lnTo>
                    <a:pt x="1919516" y="3767060"/>
                  </a:lnTo>
                  <a:lnTo>
                    <a:pt x="1919950" y="3767060"/>
                  </a:lnTo>
                  <a:lnTo>
                    <a:pt x="1920058" y="3767060"/>
                  </a:lnTo>
                  <a:lnTo>
                    <a:pt x="1920166" y="3767060"/>
                  </a:lnTo>
                  <a:lnTo>
                    <a:pt x="1920275" y="3767060"/>
                  </a:lnTo>
                  <a:lnTo>
                    <a:pt x="1920383" y="3767060"/>
                  </a:lnTo>
                  <a:lnTo>
                    <a:pt x="1920817" y="3765190"/>
                  </a:lnTo>
                  <a:lnTo>
                    <a:pt x="1920926" y="3765190"/>
                  </a:lnTo>
                  <a:lnTo>
                    <a:pt x="1921142" y="3764566"/>
                  </a:lnTo>
                  <a:lnTo>
                    <a:pt x="1921251" y="3764566"/>
                  </a:lnTo>
                  <a:lnTo>
                    <a:pt x="1921359" y="3763942"/>
                  </a:lnTo>
                  <a:lnTo>
                    <a:pt x="1921359" y="3763319"/>
                  </a:lnTo>
                  <a:lnTo>
                    <a:pt x="1921576" y="3762695"/>
                  </a:lnTo>
                  <a:lnTo>
                    <a:pt x="1921685" y="3762695"/>
                  </a:lnTo>
                  <a:lnTo>
                    <a:pt x="1921902" y="3762072"/>
                  </a:lnTo>
                  <a:lnTo>
                    <a:pt x="1921902" y="3761448"/>
                  </a:lnTo>
                  <a:lnTo>
                    <a:pt x="1922118" y="3760824"/>
                  </a:lnTo>
                  <a:lnTo>
                    <a:pt x="1922118" y="3760201"/>
                  </a:lnTo>
                  <a:lnTo>
                    <a:pt x="1922227" y="3760201"/>
                  </a:lnTo>
                  <a:lnTo>
                    <a:pt x="1922335" y="3760201"/>
                  </a:lnTo>
                  <a:lnTo>
                    <a:pt x="1922552" y="3760201"/>
                  </a:lnTo>
                  <a:lnTo>
                    <a:pt x="1922769" y="3760201"/>
                  </a:lnTo>
                  <a:lnTo>
                    <a:pt x="1922769" y="3759577"/>
                  </a:lnTo>
                  <a:lnTo>
                    <a:pt x="1923311" y="3756459"/>
                  </a:lnTo>
                  <a:lnTo>
                    <a:pt x="1923637" y="3756459"/>
                  </a:lnTo>
                  <a:lnTo>
                    <a:pt x="1923854" y="3756459"/>
                  </a:lnTo>
                  <a:lnTo>
                    <a:pt x="1924179" y="3756459"/>
                  </a:lnTo>
                  <a:lnTo>
                    <a:pt x="1924396" y="3756459"/>
                  </a:lnTo>
                  <a:lnTo>
                    <a:pt x="1924613" y="3756459"/>
                  </a:lnTo>
                  <a:lnTo>
                    <a:pt x="1924613" y="3755836"/>
                  </a:lnTo>
                  <a:lnTo>
                    <a:pt x="1924721" y="3755836"/>
                  </a:lnTo>
                  <a:lnTo>
                    <a:pt x="1924938" y="3755836"/>
                  </a:lnTo>
                  <a:lnTo>
                    <a:pt x="1925155" y="3755836"/>
                  </a:lnTo>
                  <a:lnTo>
                    <a:pt x="1925263" y="3755836"/>
                  </a:lnTo>
                  <a:lnTo>
                    <a:pt x="1925480" y="3755836"/>
                  </a:lnTo>
                  <a:lnTo>
                    <a:pt x="1925480" y="3755212"/>
                  </a:lnTo>
                  <a:lnTo>
                    <a:pt x="1925589" y="3755212"/>
                  </a:lnTo>
                  <a:lnTo>
                    <a:pt x="1925697" y="3755212"/>
                  </a:lnTo>
                  <a:lnTo>
                    <a:pt x="1925806" y="3755212"/>
                  </a:lnTo>
                  <a:lnTo>
                    <a:pt x="1925914" y="3755212"/>
                  </a:lnTo>
                  <a:lnTo>
                    <a:pt x="1925914" y="3754589"/>
                  </a:lnTo>
                  <a:lnTo>
                    <a:pt x="1926023" y="3753965"/>
                  </a:lnTo>
                  <a:lnTo>
                    <a:pt x="1926239" y="3753965"/>
                  </a:lnTo>
                  <a:lnTo>
                    <a:pt x="1926348" y="3753965"/>
                  </a:lnTo>
                  <a:lnTo>
                    <a:pt x="1926456" y="3753965"/>
                  </a:lnTo>
                  <a:lnTo>
                    <a:pt x="1926782" y="3752094"/>
                  </a:lnTo>
                  <a:lnTo>
                    <a:pt x="1926890" y="3752094"/>
                  </a:lnTo>
                  <a:lnTo>
                    <a:pt x="1927215" y="3751471"/>
                  </a:lnTo>
                  <a:lnTo>
                    <a:pt x="1927324" y="3751471"/>
                  </a:lnTo>
                  <a:lnTo>
                    <a:pt x="1927432" y="3751471"/>
                  </a:lnTo>
                  <a:lnTo>
                    <a:pt x="1927541" y="3751471"/>
                  </a:lnTo>
                  <a:lnTo>
                    <a:pt x="1927758" y="3751471"/>
                  </a:lnTo>
                  <a:lnTo>
                    <a:pt x="1927866" y="3751471"/>
                  </a:lnTo>
                  <a:lnTo>
                    <a:pt x="1928191" y="3750847"/>
                  </a:lnTo>
                  <a:lnTo>
                    <a:pt x="1928517" y="3750847"/>
                  </a:lnTo>
                  <a:lnTo>
                    <a:pt x="1928625" y="3750847"/>
                  </a:lnTo>
                  <a:lnTo>
                    <a:pt x="1928625" y="3750224"/>
                  </a:lnTo>
                  <a:lnTo>
                    <a:pt x="1928734" y="3750224"/>
                  </a:lnTo>
                  <a:lnTo>
                    <a:pt x="1929059" y="3750224"/>
                  </a:lnTo>
                  <a:lnTo>
                    <a:pt x="1929276" y="3750224"/>
                  </a:lnTo>
                  <a:lnTo>
                    <a:pt x="1929384" y="3750224"/>
                  </a:lnTo>
                  <a:lnTo>
                    <a:pt x="1929601" y="3750224"/>
                  </a:lnTo>
                  <a:lnTo>
                    <a:pt x="1929710" y="3750224"/>
                  </a:lnTo>
                  <a:lnTo>
                    <a:pt x="1930035" y="3750224"/>
                  </a:lnTo>
                  <a:lnTo>
                    <a:pt x="1930144" y="3750224"/>
                  </a:lnTo>
                  <a:lnTo>
                    <a:pt x="1930360" y="3750224"/>
                  </a:lnTo>
                  <a:lnTo>
                    <a:pt x="1930360" y="3749600"/>
                  </a:lnTo>
                  <a:lnTo>
                    <a:pt x="1930577" y="3749600"/>
                  </a:lnTo>
                  <a:lnTo>
                    <a:pt x="1930794" y="3749600"/>
                  </a:lnTo>
                  <a:lnTo>
                    <a:pt x="1931228" y="3749600"/>
                  </a:lnTo>
                  <a:lnTo>
                    <a:pt x="1931228" y="3748976"/>
                  </a:lnTo>
                  <a:lnTo>
                    <a:pt x="1931336" y="3748976"/>
                  </a:lnTo>
                  <a:lnTo>
                    <a:pt x="1931445" y="3748976"/>
                  </a:lnTo>
                  <a:lnTo>
                    <a:pt x="1931553" y="3748976"/>
                  </a:lnTo>
                  <a:lnTo>
                    <a:pt x="1931879" y="3748976"/>
                  </a:lnTo>
                  <a:lnTo>
                    <a:pt x="1932096" y="3748976"/>
                  </a:lnTo>
                  <a:lnTo>
                    <a:pt x="1932204" y="3748976"/>
                  </a:lnTo>
                  <a:lnTo>
                    <a:pt x="1932312" y="3748976"/>
                  </a:lnTo>
                  <a:lnTo>
                    <a:pt x="1932529" y="3748976"/>
                  </a:lnTo>
                  <a:lnTo>
                    <a:pt x="1932855" y="3748976"/>
                  </a:lnTo>
                  <a:lnTo>
                    <a:pt x="1932963" y="3748353"/>
                  </a:lnTo>
                  <a:lnTo>
                    <a:pt x="1933072" y="3748353"/>
                  </a:lnTo>
                  <a:lnTo>
                    <a:pt x="1933289" y="3748353"/>
                  </a:lnTo>
                  <a:lnTo>
                    <a:pt x="1933722" y="3748353"/>
                  </a:lnTo>
                  <a:lnTo>
                    <a:pt x="1933939" y="3748353"/>
                  </a:lnTo>
                  <a:lnTo>
                    <a:pt x="1934048" y="3748353"/>
                  </a:lnTo>
                  <a:lnTo>
                    <a:pt x="1934156" y="3748353"/>
                  </a:lnTo>
                  <a:lnTo>
                    <a:pt x="1934481" y="3748353"/>
                  </a:lnTo>
                  <a:lnTo>
                    <a:pt x="1935132" y="3748353"/>
                  </a:lnTo>
                  <a:lnTo>
                    <a:pt x="1935241" y="3747729"/>
                  </a:lnTo>
                  <a:lnTo>
                    <a:pt x="1935349" y="3747729"/>
                  </a:lnTo>
                  <a:lnTo>
                    <a:pt x="1935457" y="3747729"/>
                  </a:lnTo>
                  <a:lnTo>
                    <a:pt x="1935566" y="3747729"/>
                  </a:lnTo>
                  <a:lnTo>
                    <a:pt x="1936000" y="3747729"/>
                  </a:lnTo>
                  <a:lnTo>
                    <a:pt x="1936108" y="3747106"/>
                  </a:lnTo>
                  <a:lnTo>
                    <a:pt x="1936325" y="3747106"/>
                  </a:lnTo>
                  <a:lnTo>
                    <a:pt x="1936433" y="3747106"/>
                  </a:lnTo>
                  <a:lnTo>
                    <a:pt x="1936542" y="3747106"/>
                  </a:lnTo>
                  <a:lnTo>
                    <a:pt x="1936976" y="3746482"/>
                  </a:lnTo>
                  <a:lnTo>
                    <a:pt x="1937301" y="3745858"/>
                  </a:lnTo>
                  <a:lnTo>
                    <a:pt x="1937410" y="3745858"/>
                  </a:lnTo>
                  <a:lnTo>
                    <a:pt x="1937735" y="3745858"/>
                  </a:lnTo>
                  <a:lnTo>
                    <a:pt x="1938169" y="3744611"/>
                  </a:lnTo>
                  <a:lnTo>
                    <a:pt x="1938494" y="3744611"/>
                  </a:lnTo>
                  <a:lnTo>
                    <a:pt x="1938494" y="3743988"/>
                  </a:lnTo>
                  <a:lnTo>
                    <a:pt x="1938711" y="3743988"/>
                  </a:lnTo>
                  <a:lnTo>
                    <a:pt x="1938819" y="3743988"/>
                  </a:lnTo>
                  <a:lnTo>
                    <a:pt x="1939036" y="3743988"/>
                  </a:lnTo>
                  <a:lnTo>
                    <a:pt x="1939145" y="3743988"/>
                  </a:lnTo>
                  <a:lnTo>
                    <a:pt x="1939362" y="3742741"/>
                  </a:lnTo>
                  <a:lnTo>
                    <a:pt x="1939687" y="3742741"/>
                  </a:lnTo>
                  <a:lnTo>
                    <a:pt x="1940012" y="3742741"/>
                  </a:lnTo>
                  <a:lnTo>
                    <a:pt x="1940012" y="3742117"/>
                  </a:lnTo>
                  <a:lnTo>
                    <a:pt x="1940338" y="3741493"/>
                  </a:lnTo>
                  <a:lnTo>
                    <a:pt x="1940554" y="3741493"/>
                  </a:lnTo>
                  <a:lnTo>
                    <a:pt x="1940663" y="3741493"/>
                  </a:lnTo>
                  <a:lnTo>
                    <a:pt x="1940771" y="3741493"/>
                  </a:lnTo>
                  <a:lnTo>
                    <a:pt x="1941531" y="3740246"/>
                  </a:lnTo>
                  <a:lnTo>
                    <a:pt x="1941639" y="3740246"/>
                  </a:lnTo>
                  <a:lnTo>
                    <a:pt x="1941639" y="3739623"/>
                  </a:lnTo>
                  <a:lnTo>
                    <a:pt x="1941747" y="3738999"/>
                  </a:lnTo>
                  <a:lnTo>
                    <a:pt x="1941856" y="3738999"/>
                  </a:lnTo>
                  <a:lnTo>
                    <a:pt x="1941964" y="3738999"/>
                  </a:lnTo>
                  <a:lnTo>
                    <a:pt x="1941964" y="3738376"/>
                  </a:lnTo>
                  <a:lnTo>
                    <a:pt x="1942073" y="3738376"/>
                  </a:lnTo>
                  <a:lnTo>
                    <a:pt x="1942290" y="3737752"/>
                  </a:lnTo>
                  <a:lnTo>
                    <a:pt x="1942290" y="3737128"/>
                  </a:lnTo>
                  <a:lnTo>
                    <a:pt x="1942398" y="3737128"/>
                  </a:lnTo>
                  <a:lnTo>
                    <a:pt x="1942507" y="3735881"/>
                  </a:lnTo>
                  <a:lnTo>
                    <a:pt x="1942723" y="3735881"/>
                  </a:lnTo>
                  <a:lnTo>
                    <a:pt x="1942940" y="3735258"/>
                  </a:lnTo>
                  <a:lnTo>
                    <a:pt x="1943157" y="3735258"/>
                  </a:lnTo>
                  <a:lnTo>
                    <a:pt x="1943374" y="3735258"/>
                  </a:lnTo>
                  <a:lnTo>
                    <a:pt x="1943483" y="3735258"/>
                  </a:lnTo>
                  <a:lnTo>
                    <a:pt x="1943699" y="3734634"/>
                  </a:lnTo>
                  <a:lnTo>
                    <a:pt x="1944350" y="3734634"/>
                  </a:lnTo>
                  <a:lnTo>
                    <a:pt x="1944459" y="3734634"/>
                  </a:lnTo>
                  <a:lnTo>
                    <a:pt x="1944675" y="3734010"/>
                  </a:lnTo>
                  <a:lnTo>
                    <a:pt x="1944784" y="3734010"/>
                  </a:lnTo>
                  <a:lnTo>
                    <a:pt x="1945218" y="3734010"/>
                  </a:lnTo>
                  <a:lnTo>
                    <a:pt x="1945326" y="3733387"/>
                  </a:lnTo>
                  <a:lnTo>
                    <a:pt x="1945326" y="3732763"/>
                  </a:lnTo>
                  <a:lnTo>
                    <a:pt x="1945326" y="3732140"/>
                  </a:lnTo>
                  <a:lnTo>
                    <a:pt x="1945435" y="3732140"/>
                  </a:lnTo>
                  <a:lnTo>
                    <a:pt x="1945760" y="3732140"/>
                  </a:lnTo>
                  <a:lnTo>
                    <a:pt x="1945868" y="3732140"/>
                  </a:lnTo>
                  <a:lnTo>
                    <a:pt x="1946085" y="3731516"/>
                  </a:lnTo>
                  <a:lnTo>
                    <a:pt x="1946519" y="3731516"/>
                  </a:lnTo>
                  <a:lnTo>
                    <a:pt x="1946736" y="3731516"/>
                  </a:lnTo>
                  <a:lnTo>
                    <a:pt x="1946844" y="3731516"/>
                  </a:lnTo>
                  <a:lnTo>
                    <a:pt x="1946953" y="3731516"/>
                  </a:lnTo>
                  <a:lnTo>
                    <a:pt x="1947061" y="3731516"/>
                  </a:lnTo>
                  <a:lnTo>
                    <a:pt x="1947061" y="3730893"/>
                  </a:lnTo>
                  <a:lnTo>
                    <a:pt x="1947387" y="3730269"/>
                  </a:lnTo>
                  <a:lnTo>
                    <a:pt x="1947712" y="3730269"/>
                  </a:lnTo>
                  <a:lnTo>
                    <a:pt x="1947929" y="3730269"/>
                  </a:lnTo>
                  <a:lnTo>
                    <a:pt x="1948146" y="3729645"/>
                  </a:lnTo>
                  <a:lnTo>
                    <a:pt x="1948363" y="3729645"/>
                  </a:lnTo>
                  <a:lnTo>
                    <a:pt x="1948363" y="3729022"/>
                  </a:lnTo>
                  <a:lnTo>
                    <a:pt x="1948471" y="3729022"/>
                  </a:lnTo>
                  <a:lnTo>
                    <a:pt x="1948796" y="3729022"/>
                  </a:lnTo>
                  <a:lnTo>
                    <a:pt x="1949013" y="3729022"/>
                  </a:lnTo>
                  <a:lnTo>
                    <a:pt x="1949339" y="3729022"/>
                  </a:lnTo>
                  <a:lnTo>
                    <a:pt x="1949556" y="3729022"/>
                  </a:lnTo>
                  <a:lnTo>
                    <a:pt x="1949556" y="3728398"/>
                  </a:lnTo>
                  <a:lnTo>
                    <a:pt x="1949664" y="3728398"/>
                  </a:lnTo>
                  <a:lnTo>
                    <a:pt x="1949773" y="3728398"/>
                  </a:lnTo>
                  <a:lnTo>
                    <a:pt x="1950206" y="3727775"/>
                  </a:lnTo>
                  <a:lnTo>
                    <a:pt x="1950423" y="3727775"/>
                  </a:lnTo>
                  <a:lnTo>
                    <a:pt x="1950857" y="3727775"/>
                  </a:lnTo>
                  <a:lnTo>
                    <a:pt x="1950965" y="3727151"/>
                  </a:lnTo>
                  <a:lnTo>
                    <a:pt x="1951074" y="3727151"/>
                  </a:lnTo>
                  <a:lnTo>
                    <a:pt x="1951291" y="3727151"/>
                  </a:lnTo>
                  <a:lnTo>
                    <a:pt x="1951399" y="3726527"/>
                  </a:lnTo>
                  <a:lnTo>
                    <a:pt x="1951508" y="3726527"/>
                  </a:lnTo>
                  <a:lnTo>
                    <a:pt x="1951616" y="3726527"/>
                  </a:lnTo>
                  <a:lnTo>
                    <a:pt x="1951941" y="3726527"/>
                  </a:lnTo>
                  <a:lnTo>
                    <a:pt x="1951941" y="3725904"/>
                  </a:lnTo>
                  <a:lnTo>
                    <a:pt x="1952158" y="3725904"/>
                  </a:lnTo>
                  <a:lnTo>
                    <a:pt x="1952267" y="3725904"/>
                  </a:lnTo>
                  <a:lnTo>
                    <a:pt x="1952375" y="3725904"/>
                  </a:lnTo>
                  <a:lnTo>
                    <a:pt x="1952484" y="3725904"/>
                  </a:lnTo>
                  <a:lnTo>
                    <a:pt x="1952809" y="3725904"/>
                  </a:lnTo>
                  <a:lnTo>
                    <a:pt x="1952809" y="3724033"/>
                  </a:lnTo>
                  <a:lnTo>
                    <a:pt x="1953026" y="3724033"/>
                  </a:lnTo>
                  <a:lnTo>
                    <a:pt x="1953243" y="3724033"/>
                  </a:lnTo>
                  <a:lnTo>
                    <a:pt x="1953351" y="3724033"/>
                  </a:lnTo>
                  <a:lnTo>
                    <a:pt x="1953460" y="3724033"/>
                  </a:lnTo>
                  <a:lnTo>
                    <a:pt x="1953677" y="3724033"/>
                  </a:lnTo>
                  <a:lnTo>
                    <a:pt x="1953785" y="3723410"/>
                  </a:lnTo>
                  <a:lnTo>
                    <a:pt x="1953893" y="3723410"/>
                  </a:lnTo>
                  <a:lnTo>
                    <a:pt x="1953893" y="3722786"/>
                  </a:lnTo>
                  <a:lnTo>
                    <a:pt x="1954002" y="3722786"/>
                  </a:lnTo>
                  <a:lnTo>
                    <a:pt x="1954327" y="3722786"/>
                  </a:lnTo>
                  <a:lnTo>
                    <a:pt x="1954436" y="3722786"/>
                  </a:lnTo>
                  <a:lnTo>
                    <a:pt x="1954544" y="3722786"/>
                  </a:lnTo>
                  <a:lnTo>
                    <a:pt x="1954653" y="3722786"/>
                  </a:lnTo>
                  <a:lnTo>
                    <a:pt x="1955086" y="3722162"/>
                  </a:lnTo>
                  <a:lnTo>
                    <a:pt x="1955195" y="3722162"/>
                  </a:lnTo>
                  <a:lnTo>
                    <a:pt x="1955303" y="3722162"/>
                  </a:lnTo>
                  <a:lnTo>
                    <a:pt x="1955412" y="3721539"/>
                  </a:lnTo>
                  <a:lnTo>
                    <a:pt x="1955737" y="3721539"/>
                  </a:lnTo>
                  <a:lnTo>
                    <a:pt x="1955954" y="3721539"/>
                  </a:lnTo>
                  <a:lnTo>
                    <a:pt x="1956062" y="3721539"/>
                  </a:lnTo>
                  <a:lnTo>
                    <a:pt x="1956496" y="3721539"/>
                  </a:lnTo>
                  <a:lnTo>
                    <a:pt x="1956713" y="3720915"/>
                  </a:lnTo>
                  <a:lnTo>
                    <a:pt x="1956822" y="3720915"/>
                  </a:lnTo>
                  <a:lnTo>
                    <a:pt x="1956822" y="3720292"/>
                  </a:lnTo>
                  <a:lnTo>
                    <a:pt x="1957472" y="3720292"/>
                  </a:lnTo>
                  <a:lnTo>
                    <a:pt x="1957689" y="3720292"/>
                  </a:lnTo>
                  <a:lnTo>
                    <a:pt x="1957906" y="3720292"/>
                  </a:lnTo>
                  <a:lnTo>
                    <a:pt x="1958231" y="3720292"/>
                  </a:lnTo>
                  <a:lnTo>
                    <a:pt x="1958774" y="3719044"/>
                  </a:lnTo>
                  <a:lnTo>
                    <a:pt x="1958991" y="3719044"/>
                  </a:lnTo>
                  <a:lnTo>
                    <a:pt x="1959099" y="3719044"/>
                  </a:lnTo>
                  <a:lnTo>
                    <a:pt x="1959641" y="3718421"/>
                  </a:lnTo>
                  <a:lnTo>
                    <a:pt x="1959967" y="3718421"/>
                  </a:lnTo>
                  <a:lnTo>
                    <a:pt x="1960075" y="3718421"/>
                  </a:lnTo>
                  <a:lnTo>
                    <a:pt x="1960183" y="3718421"/>
                  </a:lnTo>
                  <a:lnTo>
                    <a:pt x="1960292" y="3718421"/>
                  </a:lnTo>
                  <a:lnTo>
                    <a:pt x="1960617" y="3717797"/>
                  </a:lnTo>
                  <a:lnTo>
                    <a:pt x="1961159" y="3717797"/>
                  </a:lnTo>
                  <a:lnTo>
                    <a:pt x="1961159" y="3717174"/>
                  </a:lnTo>
                  <a:lnTo>
                    <a:pt x="1961485" y="3716550"/>
                  </a:lnTo>
                  <a:lnTo>
                    <a:pt x="1961702" y="3716550"/>
                  </a:lnTo>
                  <a:lnTo>
                    <a:pt x="1961810" y="3716550"/>
                  </a:lnTo>
                  <a:lnTo>
                    <a:pt x="1961919" y="3716550"/>
                  </a:lnTo>
                  <a:lnTo>
                    <a:pt x="1962244" y="3716550"/>
                  </a:lnTo>
                  <a:lnTo>
                    <a:pt x="1962461" y="3716550"/>
                  </a:lnTo>
                  <a:lnTo>
                    <a:pt x="1962786" y="3716550"/>
                  </a:lnTo>
                  <a:lnTo>
                    <a:pt x="1963003" y="3716550"/>
                  </a:lnTo>
                  <a:lnTo>
                    <a:pt x="1963220" y="3715303"/>
                  </a:lnTo>
                  <a:lnTo>
                    <a:pt x="1963328" y="3714679"/>
                  </a:lnTo>
                  <a:lnTo>
                    <a:pt x="1963437" y="3714679"/>
                  </a:lnTo>
                  <a:lnTo>
                    <a:pt x="1964088" y="3714056"/>
                  </a:lnTo>
                  <a:lnTo>
                    <a:pt x="1964413" y="3714056"/>
                  </a:lnTo>
                  <a:lnTo>
                    <a:pt x="1964521" y="3713432"/>
                  </a:lnTo>
                  <a:lnTo>
                    <a:pt x="1964630" y="3713432"/>
                  </a:lnTo>
                  <a:lnTo>
                    <a:pt x="1964738" y="3712809"/>
                  </a:lnTo>
                  <a:lnTo>
                    <a:pt x="1965172" y="3712809"/>
                  </a:lnTo>
                  <a:lnTo>
                    <a:pt x="1965389" y="3712185"/>
                  </a:lnTo>
                  <a:lnTo>
                    <a:pt x="1965714" y="3712185"/>
                  </a:lnTo>
                  <a:lnTo>
                    <a:pt x="1965823" y="3711561"/>
                  </a:lnTo>
                  <a:lnTo>
                    <a:pt x="1966256" y="3711561"/>
                  </a:lnTo>
                  <a:lnTo>
                    <a:pt x="1966256" y="3710938"/>
                  </a:lnTo>
                  <a:lnTo>
                    <a:pt x="1966473" y="3710938"/>
                  </a:lnTo>
                  <a:lnTo>
                    <a:pt x="1966582" y="3710314"/>
                  </a:lnTo>
                  <a:lnTo>
                    <a:pt x="1966907" y="3709691"/>
                  </a:lnTo>
                  <a:lnTo>
                    <a:pt x="1966907" y="3709067"/>
                  </a:lnTo>
                  <a:lnTo>
                    <a:pt x="1966907" y="3708444"/>
                  </a:lnTo>
                  <a:lnTo>
                    <a:pt x="1967233" y="3708444"/>
                  </a:lnTo>
                  <a:lnTo>
                    <a:pt x="1967449" y="3708444"/>
                  </a:lnTo>
                  <a:lnTo>
                    <a:pt x="1967449" y="3706573"/>
                  </a:lnTo>
                  <a:lnTo>
                    <a:pt x="1967558" y="3706573"/>
                  </a:lnTo>
                  <a:lnTo>
                    <a:pt x="1967558" y="3705326"/>
                  </a:lnTo>
                  <a:lnTo>
                    <a:pt x="1967558" y="3704702"/>
                  </a:lnTo>
                  <a:lnTo>
                    <a:pt x="1967775" y="3704078"/>
                  </a:lnTo>
                  <a:lnTo>
                    <a:pt x="1967775" y="3703455"/>
                  </a:lnTo>
                  <a:lnTo>
                    <a:pt x="1967883" y="3703455"/>
                  </a:lnTo>
                  <a:lnTo>
                    <a:pt x="1967992" y="3703455"/>
                  </a:lnTo>
                  <a:lnTo>
                    <a:pt x="1968209" y="3703455"/>
                  </a:lnTo>
                  <a:lnTo>
                    <a:pt x="1968317" y="3703455"/>
                  </a:lnTo>
                  <a:lnTo>
                    <a:pt x="1968425" y="3703455"/>
                  </a:lnTo>
                  <a:lnTo>
                    <a:pt x="1968534" y="3703455"/>
                  </a:lnTo>
                  <a:lnTo>
                    <a:pt x="1968642" y="3703455"/>
                  </a:lnTo>
                  <a:lnTo>
                    <a:pt x="1968751" y="3703455"/>
                  </a:lnTo>
                  <a:lnTo>
                    <a:pt x="1968968" y="3703455"/>
                  </a:lnTo>
                  <a:lnTo>
                    <a:pt x="1969185" y="3703455"/>
                  </a:lnTo>
                  <a:lnTo>
                    <a:pt x="1969185" y="3702831"/>
                  </a:lnTo>
                  <a:lnTo>
                    <a:pt x="1969401" y="3702831"/>
                  </a:lnTo>
                  <a:lnTo>
                    <a:pt x="1969510" y="3702831"/>
                  </a:lnTo>
                  <a:lnTo>
                    <a:pt x="1969618" y="3702831"/>
                  </a:lnTo>
                  <a:lnTo>
                    <a:pt x="1969835" y="3702831"/>
                  </a:lnTo>
                  <a:lnTo>
                    <a:pt x="1969944" y="3702831"/>
                  </a:lnTo>
                  <a:lnTo>
                    <a:pt x="1970052" y="3702831"/>
                  </a:lnTo>
                  <a:lnTo>
                    <a:pt x="1970052" y="3702208"/>
                  </a:lnTo>
                  <a:lnTo>
                    <a:pt x="1970052" y="3701584"/>
                  </a:lnTo>
                  <a:lnTo>
                    <a:pt x="1970377" y="3700961"/>
                  </a:lnTo>
                  <a:lnTo>
                    <a:pt x="1970486" y="3700337"/>
                  </a:lnTo>
                  <a:lnTo>
                    <a:pt x="1970920" y="3700337"/>
                  </a:lnTo>
                  <a:lnTo>
                    <a:pt x="1971137" y="3700337"/>
                  </a:lnTo>
                  <a:lnTo>
                    <a:pt x="1971245" y="3700337"/>
                  </a:lnTo>
                  <a:lnTo>
                    <a:pt x="1971462" y="3700337"/>
                  </a:lnTo>
                  <a:lnTo>
                    <a:pt x="1971787" y="3700337"/>
                  </a:lnTo>
                  <a:lnTo>
                    <a:pt x="1971896" y="3700337"/>
                  </a:lnTo>
                  <a:lnTo>
                    <a:pt x="1972004" y="3700337"/>
                  </a:lnTo>
                  <a:lnTo>
                    <a:pt x="1972221" y="3699090"/>
                  </a:lnTo>
                  <a:lnTo>
                    <a:pt x="1972330" y="3699090"/>
                  </a:lnTo>
                  <a:lnTo>
                    <a:pt x="1972438" y="3699090"/>
                  </a:lnTo>
                  <a:lnTo>
                    <a:pt x="1972546" y="3699090"/>
                  </a:lnTo>
                  <a:lnTo>
                    <a:pt x="1972546" y="3698466"/>
                  </a:lnTo>
                  <a:lnTo>
                    <a:pt x="1972655" y="3698466"/>
                  </a:lnTo>
                  <a:lnTo>
                    <a:pt x="1972872" y="3698466"/>
                  </a:lnTo>
                  <a:lnTo>
                    <a:pt x="1972980" y="3698466"/>
                  </a:lnTo>
                  <a:lnTo>
                    <a:pt x="1973522" y="3697843"/>
                  </a:lnTo>
                  <a:lnTo>
                    <a:pt x="1973739" y="3697219"/>
                  </a:lnTo>
                  <a:lnTo>
                    <a:pt x="1973956" y="3697219"/>
                  </a:lnTo>
                  <a:lnTo>
                    <a:pt x="1974065" y="3697219"/>
                  </a:lnTo>
                  <a:lnTo>
                    <a:pt x="1974390" y="3697219"/>
                  </a:lnTo>
                  <a:lnTo>
                    <a:pt x="1974498" y="3697219"/>
                  </a:lnTo>
                  <a:lnTo>
                    <a:pt x="1974498" y="3696595"/>
                  </a:lnTo>
                  <a:lnTo>
                    <a:pt x="1974824" y="3696595"/>
                  </a:lnTo>
                  <a:lnTo>
                    <a:pt x="1974932" y="3696595"/>
                  </a:lnTo>
                  <a:lnTo>
                    <a:pt x="1975149" y="3696595"/>
                  </a:lnTo>
                  <a:lnTo>
                    <a:pt x="1975258" y="3696595"/>
                  </a:lnTo>
                  <a:lnTo>
                    <a:pt x="1975583" y="3696595"/>
                  </a:lnTo>
                  <a:lnTo>
                    <a:pt x="1975800" y="3696595"/>
                  </a:lnTo>
                  <a:lnTo>
                    <a:pt x="1976017" y="3696595"/>
                  </a:lnTo>
                  <a:lnTo>
                    <a:pt x="1976451" y="3696595"/>
                  </a:lnTo>
                  <a:lnTo>
                    <a:pt x="1976667" y="3696595"/>
                  </a:lnTo>
                  <a:lnTo>
                    <a:pt x="1976776" y="3696595"/>
                  </a:lnTo>
                  <a:lnTo>
                    <a:pt x="1976884" y="3696595"/>
                  </a:lnTo>
                  <a:lnTo>
                    <a:pt x="1976993" y="3696595"/>
                  </a:lnTo>
                  <a:lnTo>
                    <a:pt x="1977427" y="3696595"/>
                  </a:lnTo>
                  <a:lnTo>
                    <a:pt x="1977427" y="3695972"/>
                  </a:lnTo>
                  <a:lnTo>
                    <a:pt x="1977535" y="3695348"/>
                  </a:lnTo>
                  <a:lnTo>
                    <a:pt x="1977643" y="3695348"/>
                  </a:lnTo>
                  <a:lnTo>
                    <a:pt x="1977860" y="3695348"/>
                  </a:lnTo>
                  <a:lnTo>
                    <a:pt x="1977969" y="3695348"/>
                  </a:lnTo>
                  <a:lnTo>
                    <a:pt x="1978077" y="3695348"/>
                  </a:lnTo>
                  <a:lnTo>
                    <a:pt x="1978186" y="3694101"/>
                  </a:lnTo>
                  <a:lnTo>
                    <a:pt x="1978294" y="3694101"/>
                  </a:lnTo>
                  <a:lnTo>
                    <a:pt x="1978619" y="3694101"/>
                  </a:lnTo>
                  <a:lnTo>
                    <a:pt x="1978728" y="3693478"/>
                  </a:lnTo>
                  <a:lnTo>
                    <a:pt x="1979379" y="3693478"/>
                  </a:lnTo>
                  <a:lnTo>
                    <a:pt x="1985560" y="3674770"/>
                  </a:lnTo>
                  <a:lnTo>
                    <a:pt x="1985669" y="3674770"/>
                  </a:lnTo>
                  <a:lnTo>
                    <a:pt x="1985777" y="3674770"/>
                  </a:lnTo>
                  <a:lnTo>
                    <a:pt x="1985885" y="3674770"/>
                  </a:lnTo>
                  <a:lnTo>
                    <a:pt x="1985994" y="3674770"/>
                  </a:lnTo>
                  <a:lnTo>
                    <a:pt x="1986319" y="3674147"/>
                  </a:lnTo>
                  <a:lnTo>
                    <a:pt x="1986428" y="3673523"/>
                  </a:lnTo>
                  <a:lnTo>
                    <a:pt x="1986861" y="3673523"/>
                  </a:lnTo>
                  <a:lnTo>
                    <a:pt x="1987078" y="3673523"/>
                  </a:lnTo>
                  <a:lnTo>
                    <a:pt x="1987187" y="3673523"/>
                  </a:lnTo>
                  <a:lnTo>
                    <a:pt x="1987404" y="3672899"/>
                  </a:lnTo>
                  <a:lnTo>
                    <a:pt x="1987512" y="3672899"/>
                  </a:lnTo>
                  <a:lnTo>
                    <a:pt x="1987621" y="3672899"/>
                  </a:lnTo>
                  <a:lnTo>
                    <a:pt x="1987729" y="3672899"/>
                  </a:lnTo>
                  <a:lnTo>
                    <a:pt x="1987837" y="3672899"/>
                  </a:lnTo>
                  <a:lnTo>
                    <a:pt x="1987946" y="3672899"/>
                  </a:lnTo>
                  <a:lnTo>
                    <a:pt x="1988054" y="3672899"/>
                  </a:lnTo>
                  <a:lnTo>
                    <a:pt x="1988271" y="3672899"/>
                  </a:lnTo>
                  <a:lnTo>
                    <a:pt x="1988380" y="3672899"/>
                  </a:lnTo>
                  <a:lnTo>
                    <a:pt x="1988597" y="3672276"/>
                  </a:lnTo>
                  <a:lnTo>
                    <a:pt x="1988597" y="3671652"/>
                  </a:lnTo>
                  <a:lnTo>
                    <a:pt x="1988705" y="3671652"/>
                  </a:lnTo>
                  <a:lnTo>
                    <a:pt x="1988922" y="3671652"/>
                  </a:lnTo>
                  <a:lnTo>
                    <a:pt x="1989030" y="3671652"/>
                  </a:lnTo>
                  <a:lnTo>
                    <a:pt x="1989139" y="3671652"/>
                  </a:lnTo>
                  <a:lnTo>
                    <a:pt x="1989464" y="3671652"/>
                  </a:lnTo>
                  <a:lnTo>
                    <a:pt x="1989573" y="3671652"/>
                  </a:lnTo>
                  <a:lnTo>
                    <a:pt x="1989681" y="3671652"/>
                  </a:lnTo>
                  <a:lnTo>
                    <a:pt x="1989790" y="3671652"/>
                  </a:lnTo>
                  <a:lnTo>
                    <a:pt x="1990440" y="3671652"/>
                  </a:lnTo>
                  <a:lnTo>
                    <a:pt x="1990874" y="3671652"/>
                  </a:lnTo>
                  <a:lnTo>
                    <a:pt x="1990982" y="3671652"/>
                  </a:lnTo>
                  <a:lnTo>
                    <a:pt x="1991199" y="3671652"/>
                  </a:lnTo>
                  <a:lnTo>
                    <a:pt x="1991308" y="3671652"/>
                  </a:lnTo>
                  <a:lnTo>
                    <a:pt x="1991416" y="3671652"/>
                  </a:lnTo>
                  <a:lnTo>
                    <a:pt x="1991525" y="3671652"/>
                  </a:lnTo>
                  <a:lnTo>
                    <a:pt x="1991850" y="3671652"/>
                  </a:lnTo>
                  <a:lnTo>
                    <a:pt x="1991958" y="3671652"/>
                  </a:lnTo>
                  <a:lnTo>
                    <a:pt x="1992067" y="3671652"/>
                  </a:lnTo>
                  <a:lnTo>
                    <a:pt x="1992284" y="3671652"/>
                  </a:lnTo>
                  <a:lnTo>
                    <a:pt x="1992392" y="3671652"/>
                  </a:lnTo>
                  <a:lnTo>
                    <a:pt x="1992501" y="3671652"/>
                  </a:lnTo>
                  <a:lnTo>
                    <a:pt x="1992501" y="3671029"/>
                  </a:lnTo>
                  <a:lnTo>
                    <a:pt x="1992718" y="3671029"/>
                  </a:lnTo>
                  <a:lnTo>
                    <a:pt x="1992935" y="3671029"/>
                  </a:lnTo>
                  <a:lnTo>
                    <a:pt x="1992935" y="3670405"/>
                  </a:lnTo>
                  <a:lnTo>
                    <a:pt x="1993151" y="3670405"/>
                  </a:lnTo>
                  <a:lnTo>
                    <a:pt x="1993477" y="3670405"/>
                  </a:lnTo>
                  <a:lnTo>
                    <a:pt x="1993585" y="3670405"/>
                  </a:lnTo>
                  <a:lnTo>
                    <a:pt x="1993694" y="3670405"/>
                  </a:lnTo>
                  <a:lnTo>
                    <a:pt x="1993802" y="3670405"/>
                  </a:lnTo>
                  <a:lnTo>
                    <a:pt x="1993911" y="3670405"/>
                  </a:lnTo>
                  <a:lnTo>
                    <a:pt x="1994019" y="3670405"/>
                  </a:lnTo>
                  <a:lnTo>
                    <a:pt x="1994127" y="3670405"/>
                  </a:lnTo>
                  <a:lnTo>
                    <a:pt x="1994344" y="3670405"/>
                  </a:lnTo>
                  <a:lnTo>
                    <a:pt x="1994453" y="3670405"/>
                  </a:lnTo>
                  <a:lnTo>
                    <a:pt x="1994561" y="3670405"/>
                  </a:lnTo>
                  <a:lnTo>
                    <a:pt x="1994670" y="3670405"/>
                  </a:lnTo>
                  <a:lnTo>
                    <a:pt x="1994887" y="3670405"/>
                  </a:lnTo>
                  <a:lnTo>
                    <a:pt x="1995212" y="3670405"/>
                  </a:lnTo>
                  <a:lnTo>
                    <a:pt x="1995429" y="3670405"/>
                  </a:lnTo>
                  <a:lnTo>
                    <a:pt x="1995537" y="3670405"/>
                  </a:lnTo>
                  <a:lnTo>
                    <a:pt x="1995537" y="3669781"/>
                  </a:lnTo>
                  <a:lnTo>
                    <a:pt x="1995754" y="3669158"/>
                  </a:lnTo>
                  <a:lnTo>
                    <a:pt x="1996188" y="3669158"/>
                  </a:lnTo>
                  <a:lnTo>
                    <a:pt x="1996513" y="3669158"/>
                  </a:lnTo>
                  <a:lnTo>
                    <a:pt x="1996839" y="3668534"/>
                  </a:lnTo>
                  <a:lnTo>
                    <a:pt x="1997055" y="3668534"/>
                  </a:lnTo>
                  <a:lnTo>
                    <a:pt x="1997164" y="3668534"/>
                  </a:lnTo>
                  <a:lnTo>
                    <a:pt x="1997381" y="3668534"/>
                  </a:lnTo>
                  <a:lnTo>
                    <a:pt x="1997815" y="3668534"/>
                  </a:lnTo>
                  <a:lnTo>
                    <a:pt x="1997923" y="3668534"/>
                  </a:lnTo>
                  <a:lnTo>
                    <a:pt x="1998032" y="3667911"/>
                  </a:lnTo>
                  <a:lnTo>
                    <a:pt x="1998248" y="3667911"/>
                  </a:lnTo>
                  <a:lnTo>
                    <a:pt x="1998465" y="3667911"/>
                  </a:lnTo>
                  <a:lnTo>
                    <a:pt x="1998899" y="3667911"/>
                  </a:lnTo>
                  <a:lnTo>
                    <a:pt x="1999008" y="3667911"/>
                  </a:lnTo>
                  <a:lnTo>
                    <a:pt x="1999116" y="3667911"/>
                  </a:lnTo>
                  <a:lnTo>
                    <a:pt x="1999333" y="3667911"/>
                  </a:lnTo>
                  <a:lnTo>
                    <a:pt x="1999441" y="3667911"/>
                  </a:lnTo>
                  <a:lnTo>
                    <a:pt x="1999550" y="3667911"/>
                  </a:lnTo>
                  <a:lnTo>
                    <a:pt x="1999767" y="3667911"/>
                  </a:lnTo>
                  <a:lnTo>
                    <a:pt x="2000092" y="3667911"/>
                  </a:lnTo>
                  <a:lnTo>
                    <a:pt x="2000200" y="3666664"/>
                  </a:lnTo>
                  <a:lnTo>
                    <a:pt x="2000309" y="3666040"/>
                  </a:lnTo>
                  <a:lnTo>
                    <a:pt x="2000417" y="3665416"/>
                  </a:lnTo>
                  <a:lnTo>
                    <a:pt x="2000526" y="3664793"/>
                  </a:lnTo>
                  <a:lnTo>
                    <a:pt x="2000634" y="3664793"/>
                  </a:lnTo>
                  <a:lnTo>
                    <a:pt x="2001068" y="3664793"/>
                  </a:lnTo>
                  <a:lnTo>
                    <a:pt x="2001719" y="3664169"/>
                  </a:lnTo>
                  <a:lnTo>
                    <a:pt x="2001719" y="3663546"/>
                  </a:lnTo>
                  <a:lnTo>
                    <a:pt x="2002478" y="3663546"/>
                  </a:lnTo>
                  <a:lnTo>
                    <a:pt x="2002586" y="3663546"/>
                  </a:lnTo>
                  <a:lnTo>
                    <a:pt x="2002695" y="3663546"/>
                  </a:lnTo>
                  <a:lnTo>
                    <a:pt x="2003020" y="3663546"/>
                  </a:lnTo>
                  <a:lnTo>
                    <a:pt x="2003129" y="3663546"/>
                  </a:lnTo>
                  <a:lnTo>
                    <a:pt x="2003237" y="3662298"/>
                  </a:lnTo>
                  <a:lnTo>
                    <a:pt x="2003345" y="3662298"/>
                  </a:lnTo>
                  <a:lnTo>
                    <a:pt x="2003562" y="3662298"/>
                  </a:lnTo>
                  <a:lnTo>
                    <a:pt x="2004105" y="3661675"/>
                  </a:lnTo>
                  <a:lnTo>
                    <a:pt x="2004430" y="3660428"/>
                  </a:lnTo>
                  <a:lnTo>
                    <a:pt x="2004972" y="3660428"/>
                  </a:lnTo>
                  <a:lnTo>
                    <a:pt x="2005297" y="3660428"/>
                  </a:lnTo>
                  <a:lnTo>
                    <a:pt x="2005406" y="3660428"/>
                  </a:lnTo>
                  <a:lnTo>
                    <a:pt x="2005948" y="3659804"/>
                  </a:lnTo>
                  <a:lnTo>
                    <a:pt x="2005948" y="3659181"/>
                  </a:lnTo>
                  <a:lnTo>
                    <a:pt x="2006057" y="3659181"/>
                  </a:lnTo>
                  <a:lnTo>
                    <a:pt x="2006274" y="3659181"/>
                  </a:lnTo>
                  <a:lnTo>
                    <a:pt x="2006490" y="3659181"/>
                  </a:lnTo>
                  <a:lnTo>
                    <a:pt x="2006707" y="3659181"/>
                  </a:lnTo>
                  <a:lnTo>
                    <a:pt x="2007033" y="3658557"/>
                  </a:lnTo>
                  <a:lnTo>
                    <a:pt x="2007141" y="3657933"/>
                  </a:lnTo>
                  <a:lnTo>
                    <a:pt x="2007250" y="3657933"/>
                  </a:lnTo>
                  <a:lnTo>
                    <a:pt x="2007358" y="3657933"/>
                  </a:lnTo>
                  <a:lnTo>
                    <a:pt x="2007466" y="3657933"/>
                  </a:lnTo>
                  <a:lnTo>
                    <a:pt x="2007575" y="3657933"/>
                  </a:lnTo>
                  <a:lnTo>
                    <a:pt x="2007792" y="3656063"/>
                  </a:lnTo>
                  <a:lnTo>
                    <a:pt x="2007900" y="3656063"/>
                  </a:lnTo>
                  <a:lnTo>
                    <a:pt x="2008442" y="3655439"/>
                  </a:lnTo>
                  <a:lnTo>
                    <a:pt x="2008551" y="3655439"/>
                  </a:lnTo>
                  <a:lnTo>
                    <a:pt x="2008659" y="3655439"/>
                  </a:lnTo>
                  <a:lnTo>
                    <a:pt x="2008876" y="3655439"/>
                  </a:lnTo>
                  <a:lnTo>
                    <a:pt x="2008985" y="3655439"/>
                  </a:lnTo>
                  <a:lnTo>
                    <a:pt x="2009093" y="3655439"/>
                  </a:lnTo>
                  <a:lnTo>
                    <a:pt x="2009310" y="3652945"/>
                  </a:lnTo>
                  <a:lnTo>
                    <a:pt x="2009527" y="3652945"/>
                  </a:lnTo>
                  <a:lnTo>
                    <a:pt x="2009635" y="3652945"/>
                  </a:lnTo>
                  <a:lnTo>
                    <a:pt x="2009744" y="3652945"/>
                  </a:lnTo>
                  <a:lnTo>
                    <a:pt x="2009852" y="3652945"/>
                  </a:lnTo>
                  <a:lnTo>
                    <a:pt x="2009961" y="3652945"/>
                  </a:lnTo>
                  <a:lnTo>
                    <a:pt x="2010069" y="3652945"/>
                  </a:lnTo>
                  <a:lnTo>
                    <a:pt x="2010178" y="3651074"/>
                  </a:lnTo>
                  <a:lnTo>
                    <a:pt x="2010286" y="3651074"/>
                  </a:lnTo>
                  <a:lnTo>
                    <a:pt x="2010611" y="3651074"/>
                  </a:lnTo>
                  <a:lnTo>
                    <a:pt x="2011045" y="3650450"/>
                  </a:lnTo>
                  <a:lnTo>
                    <a:pt x="2011371" y="3650450"/>
                  </a:lnTo>
                  <a:lnTo>
                    <a:pt x="2011479" y="3650450"/>
                  </a:lnTo>
                  <a:lnTo>
                    <a:pt x="2011587" y="3650450"/>
                  </a:lnTo>
                  <a:lnTo>
                    <a:pt x="2011696" y="3650450"/>
                  </a:lnTo>
                  <a:lnTo>
                    <a:pt x="2011696" y="3649203"/>
                  </a:lnTo>
                  <a:lnTo>
                    <a:pt x="2011804" y="3649203"/>
                  </a:lnTo>
                  <a:lnTo>
                    <a:pt x="2011804" y="3648580"/>
                  </a:lnTo>
                  <a:lnTo>
                    <a:pt x="2011913" y="3648580"/>
                  </a:lnTo>
                  <a:lnTo>
                    <a:pt x="2012021" y="3648580"/>
                  </a:lnTo>
                  <a:lnTo>
                    <a:pt x="2012130" y="3648580"/>
                  </a:lnTo>
                  <a:lnTo>
                    <a:pt x="2012347" y="3648580"/>
                  </a:lnTo>
                  <a:lnTo>
                    <a:pt x="2012780" y="3647956"/>
                  </a:lnTo>
                  <a:lnTo>
                    <a:pt x="2012889" y="3647332"/>
                  </a:lnTo>
                  <a:lnTo>
                    <a:pt x="2012997" y="3647332"/>
                  </a:lnTo>
                  <a:lnTo>
                    <a:pt x="2013214" y="3647332"/>
                  </a:lnTo>
                  <a:lnTo>
                    <a:pt x="2013539" y="3647332"/>
                  </a:lnTo>
                  <a:lnTo>
                    <a:pt x="2013648" y="3647332"/>
                  </a:lnTo>
                  <a:lnTo>
                    <a:pt x="2013648" y="3646709"/>
                  </a:lnTo>
                  <a:lnTo>
                    <a:pt x="2013756" y="3646709"/>
                  </a:lnTo>
                  <a:lnTo>
                    <a:pt x="2013865" y="3646709"/>
                  </a:lnTo>
                  <a:lnTo>
                    <a:pt x="2013973" y="3646709"/>
                  </a:lnTo>
                  <a:lnTo>
                    <a:pt x="2014082" y="3646709"/>
                  </a:lnTo>
                  <a:lnTo>
                    <a:pt x="2014299" y="3646709"/>
                  </a:lnTo>
                  <a:lnTo>
                    <a:pt x="2014407" y="3646709"/>
                  </a:lnTo>
                  <a:lnTo>
                    <a:pt x="2014516" y="3646709"/>
                  </a:lnTo>
                  <a:lnTo>
                    <a:pt x="2014624" y="3646709"/>
                  </a:lnTo>
                  <a:lnTo>
                    <a:pt x="2014841" y="3646709"/>
                  </a:lnTo>
                  <a:lnTo>
                    <a:pt x="2014949" y="3646709"/>
                  </a:lnTo>
                  <a:lnTo>
                    <a:pt x="2015058" y="3646709"/>
                  </a:lnTo>
                  <a:lnTo>
                    <a:pt x="2015058" y="3646085"/>
                  </a:lnTo>
                  <a:lnTo>
                    <a:pt x="2015166" y="3646085"/>
                  </a:lnTo>
                  <a:lnTo>
                    <a:pt x="2015492" y="3646085"/>
                  </a:lnTo>
                  <a:lnTo>
                    <a:pt x="2015600" y="3646085"/>
                  </a:lnTo>
                  <a:lnTo>
                    <a:pt x="2015925" y="3646085"/>
                  </a:lnTo>
                  <a:lnTo>
                    <a:pt x="2016034" y="3645462"/>
                  </a:lnTo>
                  <a:lnTo>
                    <a:pt x="2016468" y="3645462"/>
                  </a:lnTo>
                  <a:lnTo>
                    <a:pt x="2016684" y="3645462"/>
                  </a:lnTo>
                  <a:lnTo>
                    <a:pt x="2017010" y="3645462"/>
                  </a:lnTo>
                  <a:lnTo>
                    <a:pt x="2017227" y="3645462"/>
                  </a:lnTo>
                  <a:lnTo>
                    <a:pt x="2017335" y="3645462"/>
                  </a:lnTo>
                  <a:lnTo>
                    <a:pt x="2017552" y="3645462"/>
                  </a:lnTo>
                  <a:lnTo>
                    <a:pt x="2017769" y="3644838"/>
                  </a:lnTo>
                  <a:lnTo>
                    <a:pt x="2017877" y="3644838"/>
                  </a:lnTo>
                  <a:lnTo>
                    <a:pt x="2017986" y="3644838"/>
                  </a:lnTo>
                  <a:lnTo>
                    <a:pt x="2018203" y="3644838"/>
                  </a:lnTo>
                  <a:lnTo>
                    <a:pt x="2018637" y="3644838"/>
                  </a:lnTo>
                  <a:lnTo>
                    <a:pt x="2018745" y="3644838"/>
                  </a:lnTo>
                  <a:lnTo>
                    <a:pt x="2018853" y="3644838"/>
                  </a:lnTo>
                  <a:lnTo>
                    <a:pt x="2018962" y="3644838"/>
                  </a:lnTo>
                  <a:lnTo>
                    <a:pt x="2019070" y="3644838"/>
                  </a:lnTo>
                  <a:lnTo>
                    <a:pt x="2019613" y="3644215"/>
                  </a:lnTo>
                  <a:lnTo>
                    <a:pt x="2019721" y="3643591"/>
                  </a:lnTo>
                  <a:lnTo>
                    <a:pt x="2019829" y="3643591"/>
                  </a:lnTo>
                  <a:lnTo>
                    <a:pt x="2019938" y="3643591"/>
                  </a:lnTo>
                  <a:lnTo>
                    <a:pt x="2020046" y="3643591"/>
                  </a:lnTo>
                  <a:lnTo>
                    <a:pt x="2020155" y="3643591"/>
                  </a:lnTo>
                  <a:lnTo>
                    <a:pt x="2020589" y="3643591"/>
                  </a:lnTo>
                  <a:lnTo>
                    <a:pt x="2020589" y="3642967"/>
                  </a:lnTo>
                  <a:lnTo>
                    <a:pt x="2020805" y="3642967"/>
                  </a:lnTo>
                  <a:lnTo>
                    <a:pt x="2021456" y="3642967"/>
                  </a:lnTo>
                  <a:lnTo>
                    <a:pt x="2021890" y="3642967"/>
                  </a:lnTo>
                  <a:lnTo>
                    <a:pt x="2021998" y="3642967"/>
                  </a:lnTo>
                  <a:lnTo>
                    <a:pt x="2022107" y="3642967"/>
                  </a:lnTo>
                  <a:lnTo>
                    <a:pt x="2022432" y="3642344"/>
                  </a:lnTo>
                  <a:lnTo>
                    <a:pt x="2022649" y="3642344"/>
                  </a:lnTo>
                  <a:lnTo>
                    <a:pt x="2022866" y="3642344"/>
                  </a:lnTo>
                  <a:lnTo>
                    <a:pt x="2023083" y="3641720"/>
                  </a:lnTo>
                  <a:lnTo>
                    <a:pt x="2023191" y="3641097"/>
                  </a:lnTo>
                  <a:lnTo>
                    <a:pt x="2023300" y="3641097"/>
                  </a:lnTo>
                  <a:lnTo>
                    <a:pt x="2023517" y="3641097"/>
                  </a:lnTo>
                  <a:lnTo>
                    <a:pt x="2023625" y="3640473"/>
                  </a:lnTo>
                  <a:lnTo>
                    <a:pt x="2023734" y="3640473"/>
                  </a:lnTo>
                  <a:lnTo>
                    <a:pt x="2023950" y="3638602"/>
                  </a:lnTo>
                  <a:lnTo>
                    <a:pt x="2024167" y="3638602"/>
                  </a:lnTo>
                  <a:lnTo>
                    <a:pt x="2024276" y="3638602"/>
                  </a:lnTo>
                  <a:lnTo>
                    <a:pt x="2024493" y="3638602"/>
                  </a:lnTo>
                  <a:lnTo>
                    <a:pt x="2024601" y="3638602"/>
                  </a:lnTo>
                  <a:lnTo>
                    <a:pt x="2025035" y="3637979"/>
                  </a:lnTo>
                  <a:lnTo>
                    <a:pt x="2025143" y="3637979"/>
                  </a:lnTo>
                  <a:lnTo>
                    <a:pt x="2025252" y="3637979"/>
                  </a:lnTo>
                  <a:lnTo>
                    <a:pt x="2025360" y="3637979"/>
                  </a:lnTo>
                  <a:lnTo>
                    <a:pt x="2025469" y="3637979"/>
                  </a:lnTo>
                  <a:lnTo>
                    <a:pt x="2025577" y="3637979"/>
                  </a:lnTo>
                  <a:lnTo>
                    <a:pt x="2026119" y="3637979"/>
                  </a:lnTo>
                  <a:lnTo>
                    <a:pt x="2026336" y="3637355"/>
                  </a:lnTo>
                  <a:lnTo>
                    <a:pt x="2026553" y="3636108"/>
                  </a:lnTo>
                  <a:lnTo>
                    <a:pt x="2026987" y="3635484"/>
                  </a:lnTo>
                  <a:lnTo>
                    <a:pt x="2027095" y="3635484"/>
                  </a:lnTo>
                  <a:lnTo>
                    <a:pt x="2027312" y="3634861"/>
                  </a:lnTo>
                  <a:lnTo>
                    <a:pt x="2027421" y="3634861"/>
                  </a:lnTo>
                  <a:lnTo>
                    <a:pt x="2027638" y="3634861"/>
                  </a:lnTo>
                  <a:lnTo>
                    <a:pt x="2027855" y="3634237"/>
                  </a:lnTo>
                  <a:lnTo>
                    <a:pt x="2028505" y="3633614"/>
                  </a:lnTo>
                  <a:lnTo>
                    <a:pt x="2028614" y="3633614"/>
                  </a:lnTo>
                  <a:lnTo>
                    <a:pt x="2028722" y="3632990"/>
                  </a:lnTo>
                  <a:lnTo>
                    <a:pt x="2028831" y="3632367"/>
                  </a:lnTo>
                  <a:lnTo>
                    <a:pt x="2029156" y="3631743"/>
                  </a:lnTo>
                  <a:lnTo>
                    <a:pt x="2029481" y="3631119"/>
                  </a:lnTo>
                  <a:lnTo>
                    <a:pt x="2030240" y="3630496"/>
                  </a:lnTo>
                  <a:lnTo>
                    <a:pt x="2030349" y="3630496"/>
                  </a:lnTo>
                  <a:lnTo>
                    <a:pt x="2030457" y="3630496"/>
                  </a:lnTo>
                  <a:lnTo>
                    <a:pt x="2030566" y="3630496"/>
                  </a:lnTo>
                  <a:lnTo>
                    <a:pt x="2030783" y="3630496"/>
                  </a:lnTo>
                  <a:lnTo>
                    <a:pt x="2030999" y="3629872"/>
                  </a:lnTo>
                  <a:lnTo>
                    <a:pt x="2031216" y="3628625"/>
                  </a:lnTo>
                  <a:lnTo>
                    <a:pt x="2031325" y="3628625"/>
                  </a:lnTo>
                  <a:lnTo>
                    <a:pt x="2031433" y="3628625"/>
                  </a:lnTo>
                  <a:lnTo>
                    <a:pt x="2031542" y="3628625"/>
                  </a:lnTo>
                  <a:lnTo>
                    <a:pt x="2031759" y="3628625"/>
                  </a:lnTo>
                  <a:lnTo>
                    <a:pt x="2031867" y="3628625"/>
                  </a:lnTo>
                  <a:lnTo>
                    <a:pt x="2032084" y="3628001"/>
                  </a:lnTo>
                  <a:lnTo>
                    <a:pt x="2032735" y="3627378"/>
                  </a:lnTo>
                  <a:lnTo>
                    <a:pt x="2032735" y="3626754"/>
                  </a:lnTo>
                  <a:lnTo>
                    <a:pt x="2033277" y="3626754"/>
                  </a:lnTo>
                  <a:lnTo>
                    <a:pt x="2033385" y="3626754"/>
                  </a:lnTo>
                  <a:lnTo>
                    <a:pt x="2033602" y="3626754"/>
                  </a:lnTo>
                  <a:lnTo>
                    <a:pt x="2033711" y="3626754"/>
                  </a:lnTo>
                  <a:lnTo>
                    <a:pt x="2033819" y="3626754"/>
                  </a:lnTo>
                  <a:lnTo>
                    <a:pt x="2033928" y="3626754"/>
                  </a:lnTo>
                  <a:lnTo>
                    <a:pt x="2034253" y="3625507"/>
                  </a:lnTo>
                  <a:lnTo>
                    <a:pt x="2034253" y="3624884"/>
                  </a:lnTo>
                  <a:lnTo>
                    <a:pt x="2034253" y="3624260"/>
                  </a:lnTo>
                  <a:lnTo>
                    <a:pt x="2034578" y="3624260"/>
                  </a:lnTo>
                  <a:lnTo>
                    <a:pt x="2034687" y="3624260"/>
                  </a:lnTo>
                  <a:lnTo>
                    <a:pt x="2034904" y="3623636"/>
                  </a:lnTo>
                  <a:lnTo>
                    <a:pt x="2035012" y="3623636"/>
                  </a:lnTo>
                  <a:lnTo>
                    <a:pt x="2035120" y="3623636"/>
                  </a:lnTo>
                  <a:lnTo>
                    <a:pt x="2035337" y="3623013"/>
                  </a:lnTo>
                  <a:lnTo>
                    <a:pt x="2035880" y="3623013"/>
                  </a:lnTo>
                  <a:lnTo>
                    <a:pt x="2035988" y="3622389"/>
                  </a:lnTo>
                  <a:lnTo>
                    <a:pt x="2036097" y="3622389"/>
                  </a:lnTo>
                  <a:lnTo>
                    <a:pt x="2036313" y="3622389"/>
                  </a:lnTo>
                  <a:lnTo>
                    <a:pt x="2036422" y="3622389"/>
                  </a:lnTo>
                  <a:lnTo>
                    <a:pt x="2036639" y="3622389"/>
                  </a:lnTo>
                  <a:lnTo>
                    <a:pt x="2037289" y="3622389"/>
                  </a:lnTo>
                  <a:lnTo>
                    <a:pt x="2037506" y="3622389"/>
                  </a:lnTo>
                  <a:lnTo>
                    <a:pt x="2037615" y="3622389"/>
                  </a:lnTo>
                  <a:lnTo>
                    <a:pt x="2037940" y="3622389"/>
                  </a:lnTo>
                  <a:lnTo>
                    <a:pt x="2037940" y="3621766"/>
                  </a:lnTo>
                  <a:lnTo>
                    <a:pt x="2038049" y="3621766"/>
                  </a:lnTo>
                  <a:lnTo>
                    <a:pt x="2038157" y="3621766"/>
                  </a:lnTo>
                  <a:lnTo>
                    <a:pt x="2038265" y="3621142"/>
                  </a:lnTo>
                  <a:lnTo>
                    <a:pt x="2038374" y="3619895"/>
                  </a:lnTo>
                  <a:lnTo>
                    <a:pt x="2038482" y="3619895"/>
                  </a:lnTo>
                  <a:lnTo>
                    <a:pt x="2038699" y="3619895"/>
                  </a:lnTo>
                  <a:lnTo>
                    <a:pt x="2038808" y="3619895"/>
                  </a:lnTo>
                  <a:lnTo>
                    <a:pt x="2038916" y="3618024"/>
                  </a:lnTo>
                  <a:lnTo>
                    <a:pt x="2039133" y="3618024"/>
                  </a:lnTo>
                  <a:lnTo>
                    <a:pt x="2039458" y="3618024"/>
                  </a:lnTo>
                  <a:lnTo>
                    <a:pt x="2039675" y="3618024"/>
                  </a:lnTo>
                  <a:lnTo>
                    <a:pt x="2040001" y="3618024"/>
                  </a:lnTo>
                  <a:lnTo>
                    <a:pt x="2040109" y="3618024"/>
                  </a:lnTo>
                  <a:lnTo>
                    <a:pt x="2040218" y="3618024"/>
                  </a:lnTo>
                  <a:lnTo>
                    <a:pt x="2040218" y="3616777"/>
                  </a:lnTo>
                  <a:lnTo>
                    <a:pt x="2040434" y="3615530"/>
                  </a:lnTo>
                  <a:lnTo>
                    <a:pt x="2040434" y="3614906"/>
                  </a:lnTo>
                  <a:lnTo>
                    <a:pt x="2040868" y="3614906"/>
                  </a:lnTo>
                  <a:lnTo>
                    <a:pt x="2040977" y="3614283"/>
                  </a:lnTo>
                  <a:lnTo>
                    <a:pt x="2041085" y="3613659"/>
                  </a:lnTo>
                  <a:lnTo>
                    <a:pt x="2041194" y="3613659"/>
                  </a:lnTo>
                  <a:lnTo>
                    <a:pt x="2041302" y="3613659"/>
                  </a:lnTo>
                  <a:lnTo>
                    <a:pt x="2041519" y="3612412"/>
                  </a:lnTo>
                  <a:lnTo>
                    <a:pt x="2041736" y="3611788"/>
                  </a:lnTo>
                  <a:lnTo>
                    <a:pt x="2042061" y="3611165"/>
                  </a:lnTo>
                  <a:lnTo>
                    <a:pt x="2042278" y="3611165"/>
                  </a:lnTo>
                  <a:lnTo>
                    <a:pt x="2042278" y="3610541"/>
                  </a:lnTo>
                  <a:lnTo>
                    <a:pt x="2042386" y="3610541"/>
                  </a:lnTo>
                  <a:lnTo>
                    <a:pt x="2042495" y="3609918"/>
                  </a:lnTo>
                  <a:lnTo>
                    <a:pt x="2042603" y="3609918"/>
                  </a:lnTo>
                  <a:lnTo>
                    <a:pt x="2042820" y="3609918"/>
                  </a:lnTo>
                  <a:lnTo>
                    <a:pt x="2043146" y="3609918"/>
                  </a:lnTo>
                  <a:lnTo>
                    <a:pt x="2043905" y="3608670"/>
                  </a:lnTo>
                  <a:lnTo>
                    <a:pt x="2043905" y="3608047"/>
                  </a:lnTo>
                  <a:lnTo>
                    <a:pt x="2043905" y="3607423"/>
                  </a:lnTo>
                  <a:lnTo>
                    <a:pt x="2044338" y="3606800"/>
                  </a:lnTo>
                  <a:lnTo>
                    <a:pt x="2044989" y="3606800"/>
                  </a:lnTo>
                  <a:lnTo>
                    <a:pt x="2045315" y="3605552"/>
                  </a:lnTo>
                  <a:lnTo>
                    <a:pt x="2045423" y="3605552"/>
                  </a:lnTo>
                  <a:lnTo>
                    <a:pt x="2045640" y="3604929"/>
                  </a:lnTo>
                  <a:lnTo>
                    <a:pt x="2045748" y="3604929"/>
                  </a:lnTo>
                  <a:lnTo>
                    <a:pt x="2045748" y="3604305"/>
                  </a:lnTo>
                  <a:lnTo>
                    <a:pt x="2046182" y="3604305"/>
                  </a:lnTo>
                  <a:lnTo>
                    <a:pt x="2046507" y="3603682"/>
                  </a:lnTo>
                  <a:lnTo>
                    <a:pt x="2046724" y="3603682"/>
                  </a:lnTo>
                  <a:lnTo>
                    <a:pt x="2046833" y="3603058"/>
                  </a:lnTo>
                  <a:lnTo>
                    <a:pt x="2047592" y="3601811"/>
                  </a:lnTo>
                  <a:lnTo>
                    <a:pt x="2047700" y="3601811"/>
                  </a:lnTo>
                  <a:lnTo>
                    <a:pt x="2047917" y="3601811"/>
                  </a:lnTo>
                  <a:lnTo>
                    <a:pt x="2048134" y="3601811"/>
                  </a:lnTo>
                  <a:lnTo>
                    <a:pt x="2048459" y="3600564"/>
                  </a:lnTo>
                  <a:lnTo>
                    <a:pt x="2048568" y="3600564"/>
                  </a:lnTo>
                  <a:lnTo>
                    <a:pt x="2048785" y="3600564"/>
                  </a:lnTo>
                  <a:lnTo>
                    <a:pt x="2049436" y="3599940"/>
                  </a:lnTo>
                  <a:lnTo>
                    <a:pt x="2049544" y="3599940"/>
                  </a:lnTo>
                  <a:lnTo>
                    <a:pt x="2049869" y="3599317"/>
                  </a:lnTo>
                  <a:lnTo>
                    <a:pt x="2049978" y="3599317"/>
                  </a:lnTo>
                  <a:lnTo>
                    <a:pt x="2050520" y="3599317"/>
                  </a:lnTo>
                  <a:lnTo>
                    <a:pt x="2050845" y="3599317"/>
                  </a:lnTo>
                  <a:lnTo>
                    <a:pt x="2050954" y="3599317"/>
                  </a:lnTo>
                  <a:lnTo>
                    <a:pt x="2051821" y="3597446"/>
                  </a:lnTo>
                  <a:lnTo>
                    <a:pt x="2051930" y="3597446"/>
                  </a:lnTo>
                  <a:lnTo>
                    <a:pt x="2052038" y="3596822"/>
                  </a:lnTo>
                  <a:lnTo>
                    <a:pt x="2052038" y="3596199"/>
                  </a:lnTo>
                  <a:lnTo>
                    <a:pt x="2052255" y="3596199"/>
                  </a:lnTo>
                  <a:lnTo>
                    <a:pt x="2052255" y="3594952"/>
                  </a:lnTo>
                  <a:lnTo>
                    <a:pt x="2052472" y="3594328"/>
                  </a:lnTo>
                  <a:lnTo>
                    <a:pt x="2052472" y="3593704"/>
                  </a:lnTo>
                  <a:lnTo>
                    <a:pt x="2052580" y="3593704"/>
                  </a:lnTo>
                  <a:lnTo>
                    <a:pt x="2053123" y="3593704"/>
                  </a:lnTo>
                  <a:lnTo>
                    <a:pt x="2053665" y="3592457"/>
                  </a:lnTo>
                  <a:lnTo>
                    <a:pt x="2053882" y="3591834"/>
                  </a:lnTo>
                  <a:lnTo>
                    <a:pt x="2054207" y="3591210"/>
                  </a:lnTo>
                  <a:lnTo>
                    <a:pt x="2054424" y="3591210"/>
                  </a:lnTo>
                  <a:lnTo>
                    <a:pt x="2054533" y="3591210"/>
                  </a:lnTo>
                  <a:lnTo>
                    <a:pt x="2054641" y="3591210"/>
                  </a:lnTo>
                  <a:lnTo>
                    <a:pt x="2055075" y="3590586"/>
                  </a:lnTo>
                  <a:lnTo>
                    <a:pt x="2055075" y="3589339"/>
                  </a:lnTo>
                  <a:lnTo>
                    <a:pt x="2055183" y="3589339"/>
                  </a:lnTo>
                  <a:lnTo>
                    <a:pt x="2055183" y="3588716"/>
                  </a:lnTo>
                  <a:lnTo>
                    <a:pt x="2055400" y="3588092"/>
                  </a:lnTo>
                  <a:lnTo>
                    <a:pt x="2055725" y="3588092"/>
                  </a:lnTo>
                  <a:lnTo>
                    <a:pt x="2055834" y="3588092"/>
                  </a:lnTo>
                  <a:lnTo>
                    <a:pt x="2055942" y="3588092"/>
                  </a:lnTo>
                  <a:lnTo>
                    <a:pt x="2056485" y="3588092"/>
                  </a:lnTo>
                  <a:lnTo>
                    <a:pt x="2056701" y="3588092"/>
                  </a:lnTo>
                  <a:lnTo>
                    <a:pt x="2056918" y="3587469"/>
                  </a:lnTo>
                  <a:lnTo>
                    <a:pt x="2057027" y="3587469"/>
                  </a:lnTo>
                  <a:lnTo>
                    <a:pt x="2057135" y="3587469"/>
                  </a:lnTo>
                  <a:lnTo>
                    <a:pt x="2057461" y="3587469"/>
                  </a:lnTo>
                  <a:lnTo>
                    <a:pt x="2057461" y="3586845"/>
                  </a:lnTo>
                  <a:lnTo>
                    <a:pt x="2057569" y="3586845"/>
                  </a:lnTo>
                  <a:lnTo>
                    <a:pt x="2057786" y="3586845"/>
                  </a:lnTo>
                  <a:lnTo>
                    <a:pt x="2057894" y="3586845"/>
                  </a:lnTo>
                  <a:lnTo>
                    <a:pt x="2058111" y="3586221"/>
                  </a:lnTo>
                  <a:lnTo>
                    <a:pt x="2058328" y="3585598"/>
                  </a:lnTo>
                  <a:lnTo>
                    <a:pt x="2058437" y="3585598"/>
                  </a:lnTo>
                  <a:lnTo>
                    <a:pt x="2058437" y="3584974"/>
                  </a:lnTo>
                  <a:lnTo>
                    <a:pt x="2058437" y="3584351"/>
                  </a:lnTo>
                  <a:lnTo>
                    <a:pt x="2058545" y="3584351"/>
                  </a:lnTo>
                  <a:lnTo>
                    <a:pt x="2058654" y="3584351"/>
                  </a:lnTo>
                  <a:lnTo>
                    <a:pt x="2058870" y="3583727"/>
                  </a:lnTo>
                  <a:lnTo>
                    <a:pt x="2059196" y="3583727"/>
                  </a:lnTo>
                  <a:lnTo>
                    <a:pt x="2059196" y="3583104"/>
                  </a:lnTo>
                  <a:lnTo>
                    <a:pt x="2059413" y="3583104"/>
                  </a:lnTo>
                  <a:lnTo>
                    <a:pt x="2059630" y="3583104"/>
                  </a:lnTo>
                  <a:lnTo>
                    <a:pt x="2059738" y="3583104"/>
                  </a:lnTo>
                  <a:lnTo>
                    <a:pt x="2060063" y="3583104"/>
                  </a:lnTo>
                  <a:lnTo>
                    <a:pt x="2060172" y="3583104"/>
                  </a:lnTo>
                  <a:lnTo>
                    <a:pt x="2060280" y="3582480"/>
                  </a:lnTo>
                  <a:lnTo>
                    <a:pt x="2060389" y="3582480"/>
                  </a:lnTo>
                  <a:lnTo>
                    <a:pt x="2060497" y="3582480"/>
                  </a:lnTo>
                  <a:lnTo>
                    <a:pt x="2060606" y="3582480"/>
                  </a:lnTo>
                  <a:lnTo>
                    <a:pt x="2060714" y="3582480"/>
                  </a:lnTo>
                  <a:lnTo>
                    <a:pt x="2060822" y="3582480"/>
                  </a:lnTo>
                  <a:lnTo>
                    <a:pt x="2060931" y="3582480"/>
                  </a:lnTo>
                  <a:lnTo>
                    <a:pt x="2061256" y="3581856"/>
                  </a:lnTo>
                  <a:lnTo>
                    <a:pt x="2061365" y="3581856"/>
                  </a:lnTo>
                  <a:lnTo>
                    <a:pt x="2061690" y="3581233"/>
                  </a:lnTo>
                  <a:lnTo>
                    <a:pt x="2062015" y="3581233"/>
                  </a:lnTo>
                  <a:lnTo>
                    <a:pt x="2062124" y="3580609"/>
                  </a:lnTo>
                  <a:lnTo>
                    <a:pt x="2062232" y="3580609"/>
                  </a:lnTo>
                  <a:lnTo>
                    <a:pt x="2062449" y="3580609"/>
                  </a:lnTo>
                  <a:lnTo>
                    <a:pt x="2062558" y="3580609"/>
                  </a:lnTo>
                  <a:lnTo>
                    <a:pt x="2062775" y="3579986"/>
                  </a:lnTo>
                  <a:lnTo>
                    <a:pt x="2063100" y="3579362"/>
                  </a:lnTo>
                  <a:lnTo>
                    <a:pt x="2063100" y="3578738"/>
                  </a:lnTo>
                  <a:lnTo>
                    <a:pt x="2064076" y="3578738"/>
                  </a:lnTo>
                  <a:lnTo>
                    <a:pt x="2064184" y="3578738"/>
                  </a:lnTo>
                  <a:lnTo>
                    <a:pt x="2064293" y="3578738"/>
                  </a:lnTo>
                  <a:lnTo>
                    <a:pt x="2064401" y="3578738"/>
                  </a:lnTo>
                  <a:lnTo>
                    <a:pt x="2064727" y="3577491"/>
                  </a:lnTo>
                  <a:lnTo>
                    <a:pt x="2064835" y="3577491"/>
                  </a:lnTo>
                  <a:lnTo>
                    <a:pt x="2064943" y="3577491"/>
                  </a:lnTo>
                  <a:lnTo>
                    <a:pt x="2065052" y="3577491"/>
                  </a:lnTo>
                  <a:lnTo>
                    <a:pt x="2065160" y="3577491"/>
                  </a:lnTo>
                  <a:lnTo>
                    <a:pt x="2065594" y="3576244"/>
                  </a:lnTo>
                  <a:lnTo>
                    <a:pt x="2066028" y="3576244"/>
                  </a:lnTo>
                  <a:lnTo>
                    <a:pt x="2066028" y="3575621"/>
                  </a:lnTo>
                  <a:lnTo>
                    <a:pt x="2066028" y="3574997"/>
                  </a:lnTo>
                  <a:lnTo>
                    <a:pt x="2066136" y="3574997"/>
                  </a:lnTo>
                  <a:lnTo>
                    <a:pt x="2066353" y="3574997"/>
                  </a:lnTo>
                  <a:lnTo>
                    <a:pt x="2066570" y="3574997"/>
                  </a:lnTo>
                  <a:lnTo>
                    <a:pt x="2066896" y="3574997"/>
                  </a:lnTo>
                  <a:lnTo>
                    <a:pt x="2067004" y="3574997"/>
                  </a:lnTo>
                  <a:lnTo>
                    <a:pt x="2067004" y="3574373"/>
                  </a:lnTo>
                  <a:lnTo>
                    <a:pt x="2067112" y="3574373"/>
                  </a:lnTo>
                  <a:lnTo>
                    <a:pt x="2067546" y="3573750"/>
                  </a:lnTo>
                  <a:lnTo>
                    <a:pt x="2067763" y="3573750"/>
                  </a:lnTo>
                  <a:lnTo>
                    <a:pt x="2067763" y="3573126"/>
                  </a:lnTo>
                  <a:lnTo>
                    <a:pt x="2067763" y="3572503"/>
                  </a:lnTo>
                  <a:lnTo>
                    <a:pt x="2067872" y="3571879"/>
                  </a:lnTo>
                  <a:lnTo>
                    <a:pt x="2067980" y="3571879"/>
                  </a:lnTo>
                  <a:lnTo>
                    <a:pt x="2068088" y="3571879"/>
                  </a:lnTo>
                  <a:lnTo>
                    <a:pt x="2068414" y="3571879"/>
                  </a:lnTo>
                  <a:lnTo>
                    <a:pt x="2068848" y="3571255"/>
                  </a:lnTo>
                  <a:lnTo>
                    <a:pt x="2068956" y="3570632"/>
                  </a:lnTo>
                  <a:lnTo>
                    <a:pt x="2069064" y="3570632"/>
                  </a:lnTo>
                  <a:lnTo>
                    <a:pt x="2069064" y="3570008"/>
                  </a:lnTo>
                  <a:lnTo>
                    <a:pt x="2069390" y="3570008"/>
                  </a:lnTo>
                  <a:lnTo>
                    <a:pt x="2069498" y="3570008"/>
                  </a:lnTo>
                  <a:lnTo>
                    <a:pt x="2069607" y="3570008"/>
                  </a:lnTo>
                  <a:lnTo>
                    <a:pt x="2069715" y="3570008"/>
                  </a:lnTo>
                  <a:lnTo>
                    <a:pt x="2069824" y="3570008"/>
                  </a:lnTo>
                  <a:lnTo>
                    <a:pt x="2070040" y="3570008"/>
                  </a:lnTo>
                  <a:lnTo>
                    <a:pt x="2070149" y="3570008"/>
                  </a:lnTo>
                  <a:lnTo>
                    <a:pt x="2070474" y="3570008"/>
                  </a:lnTo>
                  <a:lnTo>
                    <a:pt x="2070583" y="3569385"/>
                  </a:lnTo>
                  <a:lnTo>
                    <a:pt x="2070691" y="3568761"/>
                  </a:lnTo>
                  <a:lnTo>
                    <a:pt x="2071125" y="3568138"/>
                  </a:lnTo>
                  <a:lnTo>
                    <a:pt x="2071233" y="3567514"/>
                  </a:lnTo>
                  <a:lnTo>
                    <a:pt x="2071559" y="3567514"/>
                  </a:lnTo>
                  <a:lnTo>
                    <a:pt x="2071667" y="3567514"/>
                  </a:lnTo>
                  <a:lnTo>
                    <a:pt x="2071776" y="3567514"/>
                  </a:lnTo>
                  <a:lnTo>
                    <a:pt x="2071884" y="3567514"/>
                  </a:lnTo>
                  <a:lnTo>
                    <a:pt x="2071993" y="3567514"/>
                  </a:lnTo>
                  <a:lnTo>
                    <a:pt x="2072535" y="3567514"/>
                  </a:lnTo>
                  <a:lnTo>
                    <a:pt x="2072643" y="3567514"/>
                  </a:lnTo>
                  <a:lnTo>
                    <a:pt x="2072752" y="3567514"/>
                  </a:lnTo>
                  <a:lnTo>
                    <a:pt x="2072860" y="3567514"/>
                  </a:lnTo>
                  <a:lnTo>
                    <a:pt x="2073077" y="3567514"/>
                  </a:lnTo>
                  <a:lnTo>
                    <a:pt x="2073294" y="3567514"/>
                  </a:lnTo>
                  <a:lnTo>
                    <a:pt x="2073619" y="3567514"/>
                  </a:lnTo>
                  <a:lnTo>
                    <a:pt x="2073728" y="3567514"/>
                  </a:lnTo>
                  <a:lnTo>
                    <a:pt x="2074053" y="3567514"/>
                  </a:lnTo>
                  <a:lnTo>
                    <a:pt x="2074378" y="3567514"/>
                  </a:lnTo>
                  <a:lnTo>
                    <a:pt x="2074487" y="3567514"/>
                  </a:lnTo>
                  <a:lnTo>
                    <a:pt x="2074595" y="3567514"/>
                  </a:lnTo>
                  <a:lnTo>
                    <a:pt x="2074704" y="3567514"/>
                  </a:lnTo>
                  <a:lnTo>
                    <a:pt x="2075029" y="3566890"/>
                  </a:lnTo>
                  <a:lnTo>
                    <a:pt x="2075246" y="3566890"/>
                  </a:lnTo>
                  <a:lnTo>
                    <a:pt x="2075354" y="3566267"/>
                  </a:lnTo>
                  <a:lnTo>
                    <a:pt x="2076005" y="3566267"/>
                  </a:lnTo>
                  <a:lnTo>
                    <a:pt x="2076005" y="3565643"/>
                  </a:lnTo>
                  <a:lnTo>
                    <a:pt x="2076114" y="3565643"/>
                  </a:lnTo>
                  <a:lnTo>
                    <a:pt x="2076330" y="3565020"/>
                  </a:lnTo>
                  <a:lnTo>
                    <a:pt x="2076547" y="3565020"/>
                  </a:lnTo>
                  <a:lnTo>
                    <a:pt x="2076656" y="3565020"/>
                  </a:lnTo>
                  <a:lnTo>
                    <a:pt x="2076981" y="3565020"/>
                  </a:lnTo>
                  <a:lnTo>
                    <a:pt x="2076981" y="3564396"/>
                  </a:lnTo>
                  <a:lnTo>
                    <a:pt x="2077306" y="3563149"/>
                  </a:lnTo>
                  <a:lnTo>
                    <a:pt x="2077415" y="3563149"/>
                  </a:lnTo>
                  <a:lnTo>
                    <a:pt x="2077523" y="3563149"/>
                  </a:lnTo>
                  <a:lnTo>
                    <a:pt x="2077740" y="3562525"/>
                  </a:lnTo>
                  <a:lnTo>
                    <a:pt x="2078391" y="3560655"/>
                  </a:lnTo>
                  <a:lnTo>
                    <a:pt x="2078608" y="3560655"/>
                  </a:lnTo>
                  <a:lnTo>
                    <a:pt x="2078716" y="3560655"/>
                  </a:lnTo>
                  <a:lnTo>
                    <a:pt x="2078825" y="3560655"/>
                  </a:lnTo>
                  <a:lnTo>
                    <a:pt x="2079042" y="3560031"/>
                  </a:lnTo>
                  <a:lnTo>
                    <a:pt x="2079150" y="3560031"/>
                  </a:lnTo>
                  <a:lnTo>
                    <a:pt x="2079259" y="3560031"/>
                  </a:lnTo>
                  <a:lnTo>
                    <a:pt x="2079367" y="3560031"/>
                  </a:lnTo>
                  <a:lnTo>
                    <a:pt x="2079475" y="3560031"/>
                  </a:lnTo>
                  <a:lnTo>
                    <a:pt x="2080126" y="3559407"/>
                  </a:lnTo>
                  <a:lnTo>
                    <a:pt x="2080235" y="3559407"/>
                  </a:lnTo>
                  <a:lnTo>
                    <a:pt x="2080343" y="3559407"/>
                  </a:lnTo>
                  <a:lnTo>
                    <a:pt x="2080777" y="3556289"/>
                  </a:lnTo>
                  <a:lnTo>
                    <a:pt x="2080994" y="3555666"/>
                  </a:lnTo>
                  <a:lnTo>
                    <a:pt x="2081102" y="3555666"/>
                  </a:lnTo>
                  <a:lnTo>
                    <a:pt x="2081211" y="3555666"/>
                  </a:lnTo>
                  <a:lnTo>
                    <a:pt x="2081319" y="3555666"/>
                  </a:lnTo>
                  <a:lnTo>
                    <a:pt x="2081427" y="3555666"/>
                  </a:lnTo>
                  <a:lnTo>
                    <a:pt x="2081536" y="3555666"/>
                  </a:lnTo>
                  <a:lnTo>
                    <a:pt x="2081644" y="3555666"/>
                  </a:lnTo>
                  <a:lnTo>
                    <a:pt x="2081753" y="3555666"/>
                  </a:lnTo>
                  <a:lnTo>
                    <a:pt x="2081970" y="3555666"/>
                  </a:lnTo>
                  <a:lnTo>
                    <a:pt x="2082078" y="3555666"/>
                  </a:lnTo>
                  <a:lnTo>
                    <a:pt x="2082187" y="3555666"/>
                  </a:lnTo>
                  <a:lnTo>
                    <a:pt x="2082187" y="3554419"/>
                  </a:lnTo>
                  <a:lnTo>
                    <a:pt x="2082512" y="3553795"/>
                  </a:lnTo>
                  <a:lnTo>
                    <a:pt x="2082837" y="3553795"/>
                  </a:lnTo>
                  <a:lnTo>
                    <a:pt x="2083163" y="3553795"/>
                  </a:lnTo>
                  <a:lnTo>
                    <a:pt x="2083488" y="3553795"/>
                  </a:lnTo>
                  <a:lnTo>
                    <a:pt x="2083596" y="3553795"/>
                  </a:lnTo>
                  <a:lnTo>
                    <a:pt x="2083705" y="3553795"/>
                  </a:lnTo>
                  <a:lnTo>
                    <a:pt x="2083922" y="3553795"/>
                  </a:lnTo>
                  <a:lnTo>
                    <a:pt x="2084139" y="3553795"/>
                  </a:lnTo>
                  <a:lnTo>
                    <a:pt x="2084356" y="3553795"/>
                  </a:lnTo>
                  <a:lnTo>
                    <a:pt x="2084898" y="3553795"/>
                  </a:lnTo>
                  <a:lnTo>
                    <a:pt x="2085115" y="3553795"/>
                  </a:lnTo>
                  <a:lnTo>
                    <a:pt x="2085115" y="3553172"/>
                  </a:lnTo>
                  <a:lnTo>
                    <a:pt x="2085657" y="3553172"/>
                  </a:lnTo>
                  <a:lnTo>
                    <a:pt x="2085765" y="3553172"/>
                  </a:lnTo>
                  <a:lnTo>
                    <a:pt x="2085982" y="3553172"/>
                  </a:lnTo>
                  <a:lnTo>
                    <a:pt x="2086091" y="3553172"/>
                  </a:lnTo>
                  <a:lnTo>
                    <a:pt x="2086199" y="3553172"/>
                  </a:lnTo>
                  <a:lnTo>
                    <a:pt x="2086308" y="3553172"/>
                  </a:lnTo>
                  <a:lnTo>
                    <a:pt x="2086741" y="3553172"/>
                  </a:lnTo>
                  <a:lnTo>
                    <a:pt x="2086850" y="3553172"/>
                  </a:lnTo>
                  <a:lnTo>
                    <a:pt x="2086958" y="3553172"/>
                  </a:lnTo>
                  <a:lnTo>
                    <a:pt x="2087067" y="3553172"/>
                  </a:lnTo>
                  <a:lnTo>
                    <a:pt x="2087175" y="3553172"/>
                  </a:lnTo>
                  <a:lnTo>
                    <a:pt x="2087284" y="3553172"/>
                  </a:lnTo>
                  <a:lnTo>
                    <a:pt x="2087392" y="3553172"/>
                  </a:lnTo>
                  <a:lnTo>
                    <a:pt x="2087717" y="3552548"/>
                  </a:lnTo>
                  <a:lnTo>
                    <a:pt x="2087826" y="3552548"/>
                  </a:lnTo>
                  <a:lnTo>
                    <a:pt x="2088260" y="3551924"/>
                  </a:lnTo>
                  <a:lnTo>
                    <a:pt x="2088477" y="3551924"/>
                  </a:lnTo>
                  <a:lnTo>
                    <a:pt x="2088585" y="3551924"/>
                  </a:lnTo>
                  <a:lnTo>
                    <a:pt x="2088693" y="3551924"/>
                  </a:lnTo>
                  <a:lnTo>
                    <a:pt x="2088802" y="3551924"/>
                  </a:lnTo>
                  <a:lnTo>
                    <a:pt x="2088910" y="3551924"/>
                  </a:lnTo>
                  <a:lnTo>
                    <a:pt x="2089019" y="3551924"/>
                  </a:lnTo>
                  <a:lnTo>
                    <a:pt x="2089127" y="3551301"/>
                  </a:lnTo>
                  <a:lnTo>
                    <a:pt x="2089236" y="3551301"/>
                  </a:lnTo>
                  <a:lnTo>
                    <a:pt x="2089344" y="3551301"/>
                  </a:lnTo>
                  <a:lnTo>
                    <a:pt x="2089778" y="3551301"/>
                  </a:lnTo>
                  <a:lnTo>
                    <a:pt x="2089886" y="3551301"/>
                  </a:lnTo>
                  <a:lnTo>
                    <a:pt x="2090103" y="3551301"/>
                  </a:lnTo>
                  <a:lnTo>
                    <a:pt x="2090429" y="3551301"/>
                  </a:lnTo>
                  <a:lnTo>
                    <a:pt x="2090862" y="3551301"/>
                  </a:lnTo>
                  <a:lnTo>
                    <a:pt x="2090971" y="3551301"/>
                  </a:lnTo>
                  <a:lnTo>
                    <a:pt x="2091838" y="3549430"/>
                  </a:lnTo>
                  <a:lnTo>
                    <a:pt x="2091947" y="3549430"/>
                  </a:lnTo>
                  <a:lnTo>
                    <a:pt x="2092272" y="3549430"/>
                  </a:lnTo>
                  <a:lnTo>
                    <a:pt x="2092381" y="3549430"/>
                  </a:lnTo>
                  <a:lnTo>
                    <a:pt x="2092814" y="3549430"/>
                  </a:lnTo>
                  <a:lnTo>
                    <a:pt x="2093248" y="3548806"/>
                  </a:lnTo>
                  <a:lnTo>
                    <a:pt x="2093357" y="3548806"/>
                  </a:lnTo>
                  <a:lnTo>
                    <a:pt x="2093465" y="3548806"/>
                  </a:lnTo>
                  <a:lnTo>
                    <a:pt x="2093682" y="3547559"/>
                  </a:lnTo>
                  <a:lnTo>
                    <a:pt x="2093790" y="3547559"/>
                  </a:lnTo>
                  <a:lnTo>
                    <a:pt x="2093899" y="3547559"/>
                  </a:lnTo>
                  <a:lnTo>
                    <a:pt x="2094224" y="3546936"/>
                  </a:lnTo>
                  <a:lnTo>
                    <a:pt x="2094333" y="3546936"/>
                  </a:lnTo>
                  <a:lnTo>
                    <a:pt x="2094441" y="3546936"/>
                  </a:lnTo>
                  <a:lnTo>
                    <a:pt x="2094550" y="3546936"/>
                  </a:lnTo>
                  <a:lnTo>
                    <a:pt x="2094658" y="3546936"/>
                  </a:lnTo>
                  <a:lnTo>
                    <a:pt x="2094875" y="3546936"/>
                  </a:lnTo>
                  <a:lnTo>
                    <a:pt x="2095200" y="3545689"/>
                  </a:lnTo>
                  <a:lnTo>
                    <a:pt x="2095309" y="3545689"/>
                  </a:lnTo>
                  <a:lnTo>
                    <a:pt x="2095417" y="3545689"/>
                  </a:lnTo>
                  <a:lnTo>
                    <a:pt x="2095742" y="3545689"/>
                  </a:lnTo>
                  <a:lnTo>
                    <a:pt x="2095851" y="3545689"/>
                  </a:lnTo>
                  <a:lnTo>
                    <a:pt x="2096285" y="3545689"/>
                  </a:lnTo>
                  <a:lnTo>
                    <a:pt x="2096502" y="3545689"/>
                  </a:lnTo>
                  <a:lnTo>
                    <a:pt x="2096827" y="3545689"/>
                  </a:lnTo>
                  <a:lnTo>
                    <a:pt x="2097152" y="3544441"/>
                  </a:lnTo>
                  <a:lnTo>
                    <a:pt x="2097261" y="3544441"/>
                  </a:lnTo>
                  <a:lnTo>
                    <a:pt x="2097369" y="3544441"/>
                  </a:lnTo>
                  <a:lnTo>
                    <a:pt x="2097478" y="3544441"/>
                  </a:lnTo>
                  <a:lnTo>
                    <a:pt x="2097803" y="3543194"/>
                  </a:lnTo>
                  <a:lnTo>
                    <a:pt x="2098237" y="3542571"/>
                  </a:lnTo>
                  <a:lnTo>
                    <a:pt x="2098345" y="3542571"/>
                  </a:lnTo>
                  <a:lnTo>
                    <a:pt x="2098454" y="3542571"/>
                  </a:lnTo>
                  <a:lnTo>
                    <a:pt x="2098562" y="3542571"/>
                  </a:lnTo>
                  <a:lnTo>
                    <a:pt x="2098562" y="3541947"/>
                  </a:lnTo>
                  <a:lnTo>
                    <a:pt x="2098779" y="3541947"/>
                  </a:lnTo>
                  <a:lnTo>
                    <a:pt x="2098887" y="3541947"/>
                  </a:lnTo>
                  <a:lnTo>
                    <a:pt x="2099213" y="3541947"/>
                  </a:lnTo>
                  <a:lnTo>
                    <a:pt x="2099213" y="3541323"/>
                  </a:lnTo>
                  <a:lnTo>
                    <a:pt x="2099321" y="3541323"/>
                  </a:lnTo>
                  <a:lnTo>
                    <a:pt x="2099430" y="3541323"/>
                  </a:lnTo>
                  <a:lnTo>
                    <a:pt x="2100080" y="3540700"/>
                  </a:lnTo>
                  <a:lnTo>
                    <a:pt x="2100189" y="3540700"/>
                  </a:lnTo>
                  <a:lnTo>
                    <a:pt x="2100297" y="3540700"/>
                  </a:lnTo>
                  <a:lnTo>
                    <a:pt x="2100406" y="3540700"/>
                  </a:lnTo>
                  <a:lnTo>
                    <a:pt x="2100623" y="3540076"/>
                  </a:lnTo>
                  <a:lnTo>
                    <a:pt x="2100731" y="3540076"/>
                  </a:lnTo>
                  <a:lnTo>
                    <a:pt x="2101165" y="3539453"/>
                  </a:lnTo>
                  <a:lnTo>
                    <a:pt x="2101273" y="3539453"/>
                  </a:lnTo>
                  <a:lnTo>
                    <a:pt x="2101599" y="3539453"/>
                  </a:lnTo>
                  <a:lnTo>
                    <a:pt x="2101707" y="3539453"/>
                  </a:lnTo>
                  <a:lnTo>
                    <a:pt x="2102249" y="3538206"/>
                  </a:lnTo>
                  <a:lnTo>
                    <a:pt x="2102358" y="3538206"/>
                  </a:lnTo>
                  <a:lnTo>
                    <a:pt x="2102466" y="3538206"/>
                  </a:lnTo>
                  <a:lnTo>
                    <a:pt x="2102683" y="3537582"/>
                  </a:lnTo>
                  <a:lnTo>
                    <a:pt x="2102792" y="3537582"/>
                  </a:lnTo>
                  <a:lnTo>
                    <a:pt x="2102792" y="3536958"/>
                  </a:lnTo>
                  <a:lnTo>
                    <a:pt x="2102900" y="3536958"/>
                  </a:lnTo>
                  <a:lnTo>
                    <a:pt x="2103117" y="3536958"/>
                  </a:lnTo>
                  <a:lnTo>
                    <a:pt x="2103334" y="3536958"/>
                  </a:lnTo>
                  <a:lnTo>
                    <a:pt x="2103334" y="3535711"/>
                  </a:lnTo>
                  <a:lnTo>
                    <a:pt x="2103442" y="3535088"/>
                  </a:lnTo>
                  <a:lnTo>
                    <a:pt x="2103551" y="3535088"/>
                  </a:lnTo>
                  <a:lnTo>
                    <a:pt x="2103768" y="3535088"/>
                  </a:lnTo>
                  <a:lnTo>
                    <a:pt x="2104093" y="3534464"/>
                  </a:lnTo>
                  <a:lnTo>
                    <a:pt x="2104201" y="3533841"/>
                  </a:lnTo>
                  <a:lnTo>
                    <a:pt x="2104635" y="3532593"/>
                  </a:lnTo>
                  <a:lnTo>
                    <a:pt x="2104852" y="3531970"/>
                  </a:lnTo>
                  <a:lnTo>
                    <a:pt x="2104852" y="3531346"/>
                  </a:lnTo>
                  <a:lnTo>
                    <a:pt x="2105177" y="3531346"/>
                  </a:lnTo>
                  <a:lnTo>
                    <a:pt x="2105937" y="3531346"/>
                  </a:lnTo>
                  <a:lnTo>
                    <a:pt x="2106262" y="3531346"/>
                  </a:lnTo>
                  <a:lnTo>
                    <a:pt x="2106479" y="3531346"/>
                  </a:lnTo>
                  <a:lnTo>
                    <a:pt x="2106696" y="3531346"/>
                  </a:lnTo>
                  <a:lnTo>
                    <a:pt x="2106696" y="3530723"/>
                  </a:lnTo>
                  <a:lnTo>
                    <a:pt x="2107238" y="3530099"/>
                  </a:lnTo>
                  <a:lnTo>
                    <a:pt x="2107780" y="3530099"/>
                  </a:lnTo>
                  <a:lnTo>
                    <a:pt x="2107997" y="3530099"/>
                  </a:lnTo>
                  <a:lnTo>
                    <a:pt x="2108105" y="3529475"/>
                  </a:lnTo>
                  <a:lnTo>
                    <a:pt x="2108214" y="3529475"/>
                  </a:lnTo>
                  <a:lnTo>
                    <a:pt x="2108322" y="3529475"/>
                  </a:lnTo>
                  <a:lnTo>
                    <a:pt x="2108322" y="3528852"/>
                  </a:lnTo>
                  <a:lnTo>
                    <a:pt x="2108539" y="3528852"/>
                  </a:lnTo>
                  <a:lnTo>
                    <a:pt x="2108865" y="3528852"/>
                  </a:lnTo>
                  <a:lnTo>
                    <a:pt x="2108865" y="3528228"/>
                  </a:lnTo>
                  <a:lnTo>
                    <a:pt x="2108973" y="3528228"/>
                  </a:lnTo>
                  <a:lnTo>
                    <a:pt x="2109407" y="3528228"/>
                  </a:lnTo>
                  <a:lnTo>
                    <a:pt x="2109841" y="3528228"/>
                  </a:lnTo>
                  <a:lnTo>
                    <a:pt x="2109841" y="3527605"/>
                  </a:lnTo>
                  <a:lnTo>
                    <a:pt x="2110274" y="3526358"/>
                  </a:lnTo>
                  <a:lnTo>
                    <a:pt x="2110925" y="3526358"/>
                  </a:lnTo>
                  <a:lnTo>
                    <a:pt x="2111034" y="3526358"/>
                  </a:lnTo>
                  <a:lnTo>
                    <a:pt x="2111142" y="3526358"/>
                  </a:lnTo>
                  <a:lnTo>
                    <a:pt x="2111359" y="3525734"/>
                  </a:lnTo>
                  <a:lnTo>
                    <a:pt x="2111576" y="3524487"/>
                  </a:lnTo>
                  <a:lnTo>
                    <a:pt x="2111684" y="3524487"/>
                  </a:lnTo>
                  <a:lnTo>
                    <a:pt x="2112335" y="3524487"/>
                  </a:lnTo>
                  <a:lnTo>
                    <a:pt x="2112552" y="3524487"/>
                  </a:lnTo>
                  <a:lnTo>
                    <a:pt x="2112552" y="3523863"/>
                  </a:lnTo>
                  <a:lnTo>
                    <a:pt x="2112660" y="3523863"/>
                  </a:lnTo>
                  <a:lnTo>
                    <a:pt x="2112660" y="3523240"/>
                  </a:lnTo>
                  <a:lnTo>
                    <a:pt x="2112769" y="3522616"/>
                  </a:lnTo>
                  <a:lnTo>
                    <a:pt x="2112986" y="3521992"/>
                  </a:lnTo>
                  <a:lnTo>
                    <a:pt x="2113202" y="3521992"/>
                  </a:lnTo>
                  <a:lnTo>
                    <a:pt x="2113528" y="3520122"/>
                  </a:lnTo>
                  <a:lnTo>
                    <a:pt x="2113636" y="3520122"/>
                  </a:lnTo>
                  <a:lnTo>
                    <a:pt x="2113745" y="3520122"/>
                  </a:lnTo>
                  <a:lnTo>
                    <a:pt x="2113962" y="3520122"/>
                  </a:lnTo>
                  <a:lnTo>
                    <a:pt x="2114070" y="3520122"/>
                  </a:lnTo>
                  <a:lnTo>
                    <a:pt x="2114287" y="3520122"/>
                  </a:lnTo>
                  <a:lnTo>
                    <a:pt x="2114504" y="3520122"/>
                  </a:lnTo>
                  <a:lnTo>
                    <a:pt x="2115155" y="3520122"/>
                  </a:lnTo>
                  <a:lnTo>
                    <a:pt x="2115263" y="3520122"/>
                  </a:lnTo>
                  <a:lnTo>
                    <a:pt x="2115697" y="3520122"/>
                  </a:lnTo>
                  <a:lnTo>
                    <a:pt x="2115697" y="3519498"/>
                  </a:lnTo>
                  <a:lnTo>
                    <a:pt x="2116131" y="3518875"/>
                  </a:lnTo>
                  <a:lnTo>
                    <a:pt x="2116347" y="3518875"/>
                  </a:lnTo>
                  <a:lnTo>
                    <a:pt x="2116456" y="3517627"/>
                  </a:lnTo>
                  <a:lnTo>
                    <a:pt x="2116673" y="3517004"/>
                  </a:lnTo>
                  <a:lnTo>
                    <a:pt x="2116781" y="3517004"/>
                  </a:lnTo>
                  <a:lnTo>
                    <a:pt x="2116890" y="3517004"/>
                  </a:lnTo>
                  <a:lnTo>
                    <a:pt x="2117323" y="3517004"/>
                  </a:lnTo>
                  <a:lnTo>
                    <a:pt x="2117432" y="3517004"/>
                  </a:lnTo>
                  <a:lnTo>
                    <a:pt x="2117432" y="3515757"/>
                  </a:lnTo>
                  <a:lnTo>
                    <a:pt x="2117540" y="3515757"/>
                  </a:lnTo>
                  <a:lnTo>
                    <a:pt x="2117540" y="3514509"/>
                  </a:lnTo>
                  <a:lnTo>
                    <a:pt x="2117540" y="3513886"/>
                  </a:lnTo>
                  <a:lnTo>
                    <a:pt x="2117649" y="3513886"/>
                  </a:lnTo>
                  <a:lnTo>
                    <a:pt x="2117757" y="3513886"/>
                  </a:lnTo>
                  <a:lnTo>
                    <a:pt x="2117974" y="3513886"/>
                  </a:lnTo>
                  <a:lnTo>
                    <a:pt x="2118083" y="3513886"/>
                  </a:lnTo>
                  <a:lnTo>
                    <a:pt x="2118516" y="3513262"/>
                  </a:lnTo>
                  <a:lnTo>
                    <a:pt x="2118733" y="3513262"/>
                  </a:lnTo>
                  <a:lnTo>
                    <a:pt x="2118842" y="3513262"/>
                  </a:lnTo>
                  <a:lnTo>
                    <a:pt x="2118950" y="3513262"/>
                  </a:lnTo>
                  <a:lnTo>
                    <a:pt x="2119167" y="3513262"/>
                  </a:lnTo>
                  <a:lnTo>
                    <a:pt x="2119276" y="3513262"/>
                  </a:lnTo>
                  <a:lnTo>
                    <a:pt x="2119384" y="3513262"/>
                  </a:lnTo>
                  <a:lnTo>
                    <a:pt x="2119492" y="3513262"/>
                  </a:lnTo>
                  <a:lnTo>
                    <a:pt x="2119709" y="3513262"/>
                  </a:lnTo>
                  <a:lnTo>
                    <a:pt x="2119709" y="3512639"/>
                  </a:lnTo>
                  <a:lnTo>
                    <a:pt x="2120035" y="3512639"/>
                  </a:lnTo>
                  <a:lnTo>
                    <a:pt x="2120143" y="3512639"/>
                  </a:lnTo>
                  <a:lnTo>
                    <a:pt x="2120252" y="3512639"/>
                  </a:lnTo>
                  <a:lnTo>
                    <a:pt x="2120252" y="3511392"/>
                  </a:lnTo>
                  <a:lnTo>
                    <a:pt x="2120360" y="3511392"/>
                  </a:lnTo>
                  <a:lnTo>
                    <a:pt x="2120794" y="3510768"/>
                  </a:lnTo>
                  <a:lnTo>
                    <a:pt x="2120902" y="3510768"/>
                  </a:lnTo>
                  <a:lnTo>
                    <a:pt x="2121119" y="3510768"/>
                  </a:lnTo>
                  <a:lnTo>
                    <a:pt x="2121770" y="3510768"/>
                  </a:lnTo>
                  <a:lnTo>
                    <a:pt x="2121987" y="3510768"/>
                  </a:lnTo>
                  <a:lnTo>
                    <a:pt x="2122312" y="3510144"/>
                  </a:lnTo>
                  <a:lnTo>
                    <a:pt x="2122746" y="3509521"/>
                  </a:lnTo>
                  <a:lnTo>
                    <a:pt x="2122963" y="3509521"/>
                  </a:lnTo>
                  <a:lnTo>
                    <a:pt x="2123071" y="3509521"/>
                  </a:lnTo>
                  <a:lnTo>
                    <a:pt x="2123071" y="3508897"/>
                  </a:lnTo>
                  <a:lnTo>
                    <a:pt x="2123180" y="3508897"/>
                  </a:lnTo>
                  <a:lnTo>
                    <a:pt x="2123505" y="3507650"/>
                  </a:lnTo>
                  <a:lnTo>
                    <a:pt x="2123722" y="3507650"/>
                  </a:lnTo>
                  <a:lnTo>
                    <a:pt x="2123830" y="3507650"/>
                  </a:lnTo>
                  <a:lnTo>
                    <a:pt x="2124047" y="3506403"/>
                  </a:lnTo>
                  <a:lnTo>
                    <a:pt x="2125132" y="3505779"/>
                  </a:lnTo>
                  <a:lnTo>
                    <a:pt x="2125132" y="3505156"/>
                  </a:lnTo>
                  <a:lnTo>
                    <a:pt x="2125240" y="3505156"/>
                  </a:lnTo>
                  <a:lnTo>
                    <a:pt x="2125349" y="3505156"/>
                  </a:lnTo>
                  <a:lnTo>
                    <a:pt x="2125674" y="3505156"/>
                  </a:lnTo>
                  <a:lnTo>
                    <a:pt x="2125782" y="3505156"/>
                  </a:lnTo>
                  <a:lnTo>
                    <a:pt x="2125891" y="3505156"/>
                  </a:lnTo>
                  <a:lnTo>
                    <a:pt x="2125999" y="3505156"/>
                  </a:lnTo>
                  <a:lnTo>
                    <a:pt x="2126216" y="3505156"/>
                  </a:lnTo>
                  <a:lnTo>
                    <a:pt x="2126325" y="3505156"/>
                  </a:lnTo>
                  <a:lnTo>
                    <a:pt x="2126650" y="3505156"/>
                  </a:lnTo>
                  <a:lnTo>
                    <a:pt x="2126758" y="3503909"/>
                  </a:lnTo>
                  <a:lnTo>
                    <a:pt x="2126867" y="3503909"/>
                  </a:lnTo>
                  <a:lnTo>
                    <a:pt x="2126975" y="3503909"/>
                  </a:lnTo>
                  <a:lnTo>
                    <a:pt x="2127192" y="3503909"/>
                  </a:lnTo>
                  <a:lnTo>
                    <a:pt x="2127192" y="3503285"/>
                  </a:lnTo>
                  <a:lnTo>
                    <a:pt x="2127409" y="3503285"/>
                  </a:lnTo>
                  <a:lnTo>
                    <a:pt x="2127626" y="3502661"/>
                  </a:lnTo>
                  <a:lnTo>
                    <a:pt x="2127734" y="3502661"/>
                  </a:lnTo>
                  <a:lnTo>
                    <a:pt x="2128060" y="3502661"/>
                  </a:lnTo>
                  <a:lnTo>
                    <a:pt x="2128060" y="3502038"/>
                  </a:lnTo>
                  <a:lnTo>
                    <a:pt x="2128494" y="3501414"/>
                  </a:lnTo>
                  <a:lnTo>
                    <a:pt x="2128602" y="3501414"/>
                  </a:lnTo>
                  <a:lnTo>
                    <a:pt x="2129144" y="3501414"/>
                  </a:lnTo>
                  <a:lnTo>
                    <a:pt x="2129361" y="3501414"/>
                  </a:lnTo>
                  <a:lnTo>
                    <a:pt x="2129795" y="3501414"/>
                  </a:lnTo>
                  <a:lnTo>
                    <a:pt x="2130120" y="3501414"/>
                  </a:lnTo>
                  <a:lnTo>
                    <a:pt x="2130229" y="3501414"/>
                  </a:lnTo>
                  <a:lnTo>
                    <a:pt x="2130337" y="3501414"/>
                  </a:lnTo>
                  <a:lnTo>
                    <a:pt x="2130446" y="3501414"/>
                  </a:lnTo>
                  <a:lnTo>
                    <a:pt x="2130554" y="3501414"/>
                  </a:lnTo>
                  <a:lnTo>
                    <a:pt x="2130988" y="3501414"/>
                  </a:lnTo>
                  <a:lnTo>
                    <a:pt x="2131205" y="3501414"/>
                  </a:lnTo>
                  <a:lnTo>
                    <a:pt x="2131313" y="3501414"/>
                  </a:lnTo>
                  <a:lnTo>
                    <a:pt x="2131530" y="3501414"/>
                  </a:lnTo>
                  <a:lnTo>
                    <a:pt x="2131747" y="3501414"/>
                  </a:lnTo>
                  <a:lnTo>
                    <a:pt x="2131964" y="3501414"/>
                  </a:lnTo>
                  <a:lnTo>
                    <a:pt x="2132181" y="3501414"/>
                  </a:lnTo>
                  <a:lnTo>
                    <a:pt x="2132506" y="3500791"/>
                  </a:lnTo>
                  <a:lnTo>
                    <a:pt x="2132723" y="3500791"/>
                  </a:lnTo>
                  <a:lnTo>
                    <a:pt x="2132831" y="3500791"/>
                  </a:lnTo>
                  <a:lnTo>
                    <a:pt x="2133048" y="3500791"/>
                  </a:lnTo>
                  <a:lnTo>
                    <a:pt x="2133157" y="3500791"/>
                  </a:lnTo>
                  <a:lnTo>
                    <a:pt x="2133374" y="3500791"/>
                  </a:lnTo>
                  <a:lnTo>
                    <a:pt x="2133374" y="3500167"/>
                  </a:lnTo>
                  <a:lnTo>
                    <a:pt x="2133482" y="3500167"/>
                  </a:lnTo>
                  <a:lnTo>
                    <a:pt x="2133591" y="3500167"/>
                  </a:lnTo>
                  <a:lnTo>
                    <a:pt x="2133699" y="3500167"/>
                  </a:lnTo>
                  <a:lnTo>
                    <a:pt x="2133807" y="3500167"/>
                  </a:lnTo>
                  <a:lnTo>
                    <a:pt x="2134024" y="3500167"/>
                  </a:lnTo>
                  <a:lnTo>
                    <a:pt x="2134133" y="3500167"/>
                  </a:lnTo>
                  <a:lnTo>
                    <a:pt x="2134241" y="3500167"/>
                  </a:lnTo>
                  <a:lnTo>
                    <a:pt x="2134458" y="3500167"/>
                  </a:lnTo>
                  <a:lnTo>
                    <a:pt x="2134892" y="3500167"/>
                  </a:lnTo>
                  <a:lnTo>
                    <a:pt x="2135000" y="3500167"/>
                  </a:lnTo>
                  <a:lnTo>
                    <a:pt x="2135109" y="3500167"/>
                  </a:lnTo>
                  <a:lnTo>
                    <a:pt x="2135217" y="3500167"/>
                  </a:lnTo>
                  <a:lnTo>
                    <a:pt x="2135326" y="3500167"/>
                  </a:lnTo>
                  <a:lnTo>
                    <a:pt x="2135434" y="3500167"/>
                  </a:lnTo>
                  <a:lnTo>
                    <a:pt x="2135976" y="3499543"/>
                  </a:lnTo>
                  <a:lnTo>
                    <a:pt x="2136193" y="3499543"/>
                  </a:lnTo>
                  <a:lnTo>
                    <a:pt x="2136302" y="3499543"/>
                  </a:lnTo>
                  <a:lnTo>
                    <a:pt x="2136519" y="3499543"/>
                  </a:lnTo>
                  <a:lnTo>
                    <a:pt x="2136736" y="3499543"/>
                  </a:lnTo>
                  <a:lnTo>
                    <a:pt x="2136844" y="3498920"/>
                  </a:lnTo>
                  <a:lnTo>
                    <a:pt x="2136952" y="3498920"/>
                  </a:lnTo>
                  <a:lnTo>
                    <a:pt x="2137278" y="3497673"/>
                  </a:lnTo>
                  <a:lnTo>
                    <a:pt x="2137603" y="3497049"/>
                  </a:lnTo>
                  <a:lnTo>
                    <a:pt x="2137712" y="3497049"/>
                  </a:lnTo>
                  <a:lnTo>
                    <a:pt x="2138037" y="3497049"/>
                  </a:lnTo>
                  <a:lnTo>
                    <a:pt x="2138145" y="3497049"/>
                  </a:lnTo>
                  <a:lnTo>
                    <a:pt x="2138254" y="3497049"/>
                  </a:lnTo>
                  <a:lnTo>
                    <a:pt x="2138471" y="3497049"/>
                  </a:lnTo>
                  <a:lnTo>
                    <a:pt x="2138471" y="3496426"/>
                  </a:lnTo>
                  <a:lnTo>
                    <a:pt x="2138579" y="3496426"/>
                  </a:lnTo>
                  <a:lnTo>
                    <a:pt x="2138904" y="3496426"/>
                  </a:lnTo>
                  <a:lnTo>
                    <a:pt x="2139013" y="3496426"/>
                  </a:lnTo>
                  <a:lnTo>
                    <a:pt x="2139338" y="3495802"/>
                  </a:lnTo>
                  <a:lnTo>
                    <a:pt x="2139338" y="3495178"/>
                  </a:lnTo>
                  <a:lnTo>
                    <a:pt x="2139447" y="3495178"/>
                  </a:lnTo>
                  <a:lnTo>
                    <a:pt x="2139664" y="3495178"/>
                  </a:lnTo>
                  <a:lnTo>
                    <a:pt x="2139772" y="3495178"/>
                  </a:lnTo>
                  <a:lnTo>
                    <a:pt x="2139772" y="3494555"/>
                  </a:lnTo>
                  <a:lnTo>
                    <a:pt x="2140097" y="3493308"/>
                  </a:lnTo>
                  <a:lnTo>
                    <a:pt x="2140314" y="3493308"/>
                  </a:lnTo>
                  <a:lnTo>
                    <a:pt x="2140423" y="3493308"/>
                  </a:lnTo>
                  <a:lnTo>
                    <a:pt x="2140857" y="3492060"/>
                  </a:lnTo>
                  <a:lnTo>
                    <a:pt x="2140965" y="3492060"/>
                  </a:lnTo>
                  <a:lnTo>
                    <a:pt x="2141507" y="3492060"/>
                  </a:lnTo>
                  <a:lnTo>
                    <a:pt x="2141507" y="3491437"/>
                  </a:lnTo>
                  <a:lnTo>
                    <a:pt x="2141724" y="3491437"/>
                  </a:lnTo>
                  <a:lnTo>
                    <a:pt x="2141833" y="3491437"/>
                  </a:lnTo>
                  <a:lnTo>
                    <a:pt x="2142700" y="3491437"/>
                  </a:lnTo>
                  <a:lnTo>
                    <a:pt x="2142917" y="3491437"/>
                  </a:lnTo>
                  <a:lnTo>
                    <a:pt x="2142917" y="3490813"/>
                  </a:lnTo>
                  <a:lnTo>
                    <a:pt x="2143025" y="3490813"/>
                  </a:lnTo>
                  <a:lnTo>
                    <a:pt x="2143025" y="3490190"/>
                  </a:lnTo>
                  <a:lnTo>
                    <a:pt x="2143351" y="3489566"/>
                  </a:lnTo>
                  <a:lnTo>
                    <a:pt x="2143459" y="3488943"/>
                  </a:lnTo>
                  <a:lnTo>
                    <a:pt x="2143676" y="3488943"/>
                  </a:lnTo>
                  <a:lnTo>
                    <a:pt x="2143785" y="3488319"/>
                  </a:lnTo>
                  <a:lnTo>
                    <a:pt x="2144002" y="3487695"/>
                  </a:lnTo>
                  <a:lnTo>
                    <a:pt x="2144218" y="3487695"/>
                  </a:lnTo>
                  <a:lnTo>
                    <a:pt x="2144327" y="3487695"/>
                  </a:lnTo>
                  <a:lnTo>
                    <a:pt x="2144544" y="3487695"/>
                  </a:lnTo>
                  <a:lnTo>
                    <a:pt x="2144869" y="3487695"/>
                  </a:lnTo>
                  <a:lnTo>
                    <a:pt x="2145086" y="3487695"/>
                  </a:lnTo>
                  <a:lnTo>
                    <a:pt x="2145194" y="3487695"/>
                  </a:lnTo>
                  <a:lnTo>
                    <a:pt x="2145303" y="3487695"/>
                  </a:lnTo>
                  <a:lnTo>
                    <a:pt x="2145411" y="3487695"/>
                  </a:lnTo>
                  <a:lnTo>
                    <a:pt x="2145411" y="3487072"/>
                  </a:lnTo>
                  <a:lnTo>
                    <a:pt x="2145520" y="3487072"/>
                  </a:lnTo>
                  <a:lnTo>
                    <a:pt x="2145628" y="3487072"/>
                  </a:lnTo>
                  <a:lnTo>
                    <a:pt x="2145737" y="3487072"/>
                  </a:lnTo>
                  <a:lnTo>
                    <a:pt x="2145845" y="3487072"/>
                  </a:lnTo>
                  <a:lnTo>
                    <a:pt x="2146062" y="3486448"/>
                  </a:lnTo>
                  <a:lnTo>
                    <a:pt x="2146279" y="3485825"/>
                  </a:lnTo>
                  <a:lnTo>
                    <a:pt x="2146496" y="3485201"/>
                  </a:lnTo>
                  <a:lnTo>
                    <a:pt x="2146604" y="3485201"/>
                  </a:lnTo>
                  <a:lnTo>
                    <a:pt x="2146713" y="3485201"/>
                  </a:lnTo>
                  <a:lnTo>
                    <a:pt x="2146821" y="3485201"/>
                  </a:lnTo>
                  <a:lnTo>
                    <a:pt x="2146930" y="3485201"/>
                  </a:lnTo>
                  <a:lnTo>
                    <a:pt x="2147472" y="3485201"/>
                  </a:lnTo>
                  <a:lnTo>
                    <a:pt x="2147797" y="3485201"/>
                  </a:lnTo>
                  <a:lnTo>
                    <a:pt x="2148014" y="3485201"/>
                  </a:lnTo>
                  <a:lnTo>
                    <a:pt x="2148123" y="3485201"/>
                  </a:lnTo>
                  <a:lnTo>
                    <a:pt x="2148339" y="3485201"/>
                  </a:lnTo>
                  <a:lnTo>
                    <a:pt x="2148556" y="3485201"/>
                  </a:lnTo>
                  <a:lnTo>
                    <a:pt x="2148665" y="3485201"/>
                  </a:lnTo>
                  <a:lnTo>
                    <a:pt x="2148773" y="3485201"/>
                  </a:lnTo>
                  <a:lnTo>
                    <a:pt x="2148882" y="3485201"/>
                  </a:lnTo>
                  <a:lnTo>
                    <a:pt x="2148990" y="3485201"/>
                  </a:lnTo>
                  <a:lnTo>
                    <a:pt x="2148990" y="3484577"/>
                  </a:lnTo>
                  <a:lnTo>
                    <a:pt x="2149099" y="3484577"/>
                  </a:lnTo>
                  <a:lnTo>
                    <a:pt x="2149207" y="3484577"/>
                  </a:lnTo>
                  <a:lnTo>
                    <a:pt x="2149966" y="3482707"/>
                  </a:lnTo>
                  <a:lnTo>
                    <a:pt x="2150075" y="3482707"/>
                  </a:lnTo>
                  <a:lnTo>
                    <a:pt x="2150183" y="3482707"/>
                  </a:lnTo>
                  <a:lnTo>
                    <a:pt x="2150183" y="3480836"/>
                  </a:lnTo>
                  <a:lnTo>
                    <a:pt x="2150291" y="3480836"/>
                  </a:lnTo>
                  <a:lnTo>
                    <a:pt x="2150400" y="3480836"/>
                  </a:lnTo>
                  <a:lnTo>
                    <a:pt x="2150508" y="3480836"/>
                  </a:lnTo>
                  <a:lnTo>
                    <a:pt x="2150942" y="3480836"/>
                  </a:lnTo>
                  <a:lnTo>
                    <a:pt x="2151159" y="3480836"/>
                  </a:lnTo>
                  <a:lnTo>
                    <a:pt x="2151267" y="3480836"/>
                  </a:lnTo>
                  <a:lnTo>
                    <a:pt x="2151593" y="3480836"/>
                  </a:lnTo>
                  <a:lnTo>
                    <a:pt x="2151701" y="3480836"/>
                  </a:lnTo>
                  <a:lnTo>
                    <a:pt x="2151810" y="3480836"/>
                  </a:lnTo>
                  <a:lnTo>
                    <a:pt x="2151918" y="3480836"/>
                  </a:lnTo>
                  <a:lnTo>
                    <a:pt x="2152027" y="3480836"/>
                  </a:lnTo>
                  <a:lnTo>
                    <a:pt x="2152244" y="3480212"/>
                  </a:lnTo>
                  <a:lnTo>
                    <a:pt x="2152677" y="3478965"/>
                  </a:lnTo>
                  <a:lnTo>
                    <a:pt x="2152786" y="3478965"/>
                  </a:lnTo>
                  <a:lnTo>
                    <a:pt x="2152894" y="3478965"/>
                  </a:lnTo>
                  <a:lnTo>
                    <a:pt x="2153111" y="3478965"/>
                  </a:lnTo>
                  <a:lnTo>
                    <a:pt x="2153762" y="3478965"/>
                  </a:lnTo>
                  <a:lnTo>
                    <a:pt x="2154087" y="3478965"/>
                  </a:lnTo>
                  <a:lnTo>
                    <a:pt x="2154196" y="3478965"/>
                  </a:lnTo>
                  <a:lnTo>
                    <a:pt x="2154412" y="3478965"/>
                  </a:lnTo>
                  <a:lnTo>
                    <a:pt x="2154521" y="3478965"/>
                  </a:lnTo>
                  <a:lnTo>
                    <a:pt x="2154629" y="3478965"/>
                  </a:lnTo>
                  <a:lnTo>
                    <a:pt x="2154738" y="3478965"/>
                  </a:lnTo>
                  <a:lnTo>
                    <a:pt x="2154846" y="3478965"/>
                  </a:lnTo>
                  <a:lnTo>
                    <a:pt x="2155172" y="3478965"/>
                  </a:lnTo>
                  <a:lnTo>
                    <a:pt x="2155388" y="3478965"/>
                  </a:lnTo>
                  <a:lnTo>
                    <a:pt x="2155497" y="3478965"/>
                  </a:lnTo>
                  <a:lnTo>
                    <a:pt x="2155714" y="3478342"/>
                  </a:lnTo>
                  <a:lnTo>
                    <a:pt x="2155714" y="3477718"/>
                  </a:lnTo>
                  <a:lnTo>
                    <a:pt x="2156039" y="3477718"/>
                  </a:lnTo>
                  <a:lnTo>
                    <a:pt x="2156148" y="3477718"/>
                  </a:lnTo>
                  <a:lnTo>
                    <a:pt x="2156256" y="3477718"/>
                  </a:lnTo>
                  <a:lnTo>
                    <a:pt x="2156365" y="3477718"/>
                  </a:lnTo>
                  <a:lnTo>
                    <a:pt x="2156581" y="3477718"/>
                  </a:lnTo>
                  <a:lnTo>
                    <a:pt x="2156907" y="3477718"/>
                  </a:lnTo>
                  <a:lnTo>
                    <a:pt x="2157124" y="3477718"/>
                  </a:lnTo>
                  <a:lnTo>
                    <a:pt x="2157232" y="3477718"/>
                  </a:lnTo>
                  <a:lnTo>
                    <a:pt x="2157341" y="3476471"/>
                  </a:lnTo>
                  <a:lnTo>
                    <a:pt x="2157666" y="3476471"/>
                  </a:lnTo>
                  <a:lnTo>
                    <a:pt x="2157774" y="3476471"/>
                  </a:lnTo>
                  <a:lnTo>
                    <a:pt x="2157883" y="3476471"/>
                  </a:lnTo>
                  <a:lnTo>
                    <a:pt x="2158100" y="3475224"/>
                  </a:lnTo>
                  <a:lnTo>
                    <a:pt x="2158100" y="3474600"/>
                  </a:lnTo>
                  <a:lnTo>
                    <a:pt x="2158100" y="3473977"/>
                  </a:lnTo>
                  <a:lnTo>
                    <a:pt x="2158208" y="3473977"/>
                  </a:lnTo>
                  <a:lnTo>
                    <a:pt x="2158317" y="3473977"/>
                  </a:lnTo>
                  <a:lnTo>
                    <a:pt x="2158533" y="3473977"/>
                  </a:lnTo>
                  <a:lnTo>
                    <a:pt x="2158642" y="3473977"/>
                  </a:lnTo>
                  <a:lnTo>
                    <a:pt x="2158642" y="3473353"/>
                  </a:lnTo>
                  <a:lnTo>
                    <a:pt x="2158859" y="3473353"/>
                  </a:lnTo>
                  <a:lnTo>
                    <a:pt x="2158967" y="3473353"/>
                  </a:lnTo>
                  <a:lnTo>
                    <a:pt x="2159618" y="3473353"/>
                  </a:lnTo>
                  <a:lnTo>
                    <a:pt x="2159726" y="3473353"/>
                  </a:lnTo>
                  <a:lnTo>
                    <a:pt x="2159943" y="3473353"/>
                  </a:lnTo>
                  <a:lnTo>
                    <a:pt x="2160052" y="3473353"/>
                  </a:lnTo>
                  <a:lnTo>
                    <a:pt x="2160160" y="3473353"/>
                  </a:lnTo>
                  <a:lnTo>
                    <a:pt x="2160269" y="3473353"/>
                  </a:lnTo>
                  <a:lnTo>
                    <a:pt x="2160594" y="3473353"/>
                  </a:lnTo>
                  <a:lnTo>
                    <a:pt x="2160702" y="3473353"/>
                  </a:lnTo>
                  <a:lnTo>
                    <a:pt x="2160811" y="3473353"/>
                  </a:lnTo>
                  <a:lnTo>
                    <a:pt x="2161353" y="3472729"/>
                  </a:lnTo>
                  <a:lnTo>
                    <a:pt x="2161570" y="3472106"/>
                  </a:lnTo>
                  <a:lnTo>
                    <a:pt x="2161678" y="3472106"/>
                  </a:lnTo>
                  <a:lnTo>
                    <a:pt x="2161678" y="3471482"/>
                  </a:lnTo>
                  <a:lnTo>
                    <a:pt x="2161787" y="3471482"/>
                  </a:lnTo>
                  <a:lnTo>
                    <a:pt x="2162221" y="3471482"/>
                  </a:lnTo>
                  <a:lnTo>
                    <a:pt x="2162329" y="3471482"/>
                  </a:lnTo>
                  <a:lnTo>
                    <a:pt x="2162438" y="3471482"/>
                  </a:lnTo>
                  <a:lnTo>
                    <a:pt x="2162763" y="3471482"/>
                  </a:lnTo>
                  <a:lnTo>
                    <a:pt x="2162763" y="3470235"/>
                  </a:lnTo>
                  <a:lnTo>
                    <a:pt x="2162980" y="3470235"/>
                  </a:lnTo>
                  <a:lnTo>
                    <a:pt x="2163088" y="3470235"/>
                  </a:lnTo>
                  <a:lnTo>
                    <a:pt x="2163197" y="3468988"/>
                  </a:lnTo>
                  <a:lnTo>
                    <a:pt x="2163197" y="3468364"/>
                  </a:lnTo>
                  <a:lnTo>
                    <a:pt x="2163305" y="3468364"/>
                  </a:lnTo>
                  <a:lnTo>
                    <a:pt x="2163522" y="3468364"/>
                  </a:lnTo>
                  <a:lnTo>
                    <a:pt x="2163630" y="3468364"/>
                  </a:lnTo>
                  <a:lnTo>
                    <a:pt x="2163739" y="3468364"/>
                  </a:lnTo>
                  <a:lnTo>
                    <a:pt x="2163847" y="3468364"/>
                  </a:lnTo>
                  <a:lnTo>
                    <a:pt x="2164281" y="3468364"/>
                  </a:lnTo>
                  <a:lnTo>
                    <a:pt x="2164390" y="3467741"/>
                  </a:lnTo>
                  <a:lnTo>
                    <a:pt x="2165040" y="3467117"/>
                  </a:lnTo>
                  <a:lnTo>
                    <a:pt x="2165149" y="3467117"/>
                  </a:lnTo>
                  <a:lnTo>
                    <a:pt x="2165257" y="3467117"/>
                  </a:lnTo>
                  <a:lnTo>
                    <a:pt x="2165583" y="3467117"/>
                  </a:lnTo>
                  <a:lnTo>
                    <a:pt x="2165691" y="3466494"/>
                  </a:lnTo>
                  <a:lnTo>
                    <a:pt x="2165908" y="3466494"/>
                  </a:lnTo>
                  <a:lnTo>
                    <a:pt x="2166016" y="3465870"/>
                  </a:lnTo>
                  <a:lnTo>
                    <a:pt x="2166125" y="3465870"/>
                  </a:lnTo>
                  <a:lnTo>
                    <a:pt x="2166233" y="3465870"/>
                  </a:lnTo>
                  <a:lnTo>
                    <a:pt x="2166559" y="3465870"/>
                  </a:lnTo>
                  <a:lnTo>
                    <a:pt x="2166667" y="3465870"/>
                  </a:lnTo>
                  <a:lnTo>
                    <a:pt x="2166775" y="3465870"/>
                  </a:lnTo>
                  <a:lnTo>
                    <a:pt x="2166884" y="3465870"/>
                  </a:lnTo>
                  <a:lnTo>
                    <a:pt x="2167101" y="3465870"/>
                  </a:lnTo>
                  <a:lnTo>
                    <a:pt x="2167209" y="3465870"/>
                  </a:lnTo>
                  <a:lnTo>
                    <a:pt x="2167426" y="3465870"/>
                  </a:lnTo>
                  <a:lnTo>
                    <a:pt x="2167643" y="3464623"/>
                  </a:lnTo>
                  <a:lnTo>
                    <a:pt x="2167860" y="3464623"/>
                  </a:lnTo>
                  <a:lnTo>
                    <a:pt x="2168077" y="3464623"/>
                  </a:lnTo>
                  <a:lnTo>
                    <a:pt x="2168185" y="3464623"/>
                  </a:lnTo>
                  <a:lnTo>
                    <a:pt x="2168402" y="3464623"/>
                  </a:lnTo>
                  <a:lnTo>
                    <a:pt x="2168836" y="3464623"/>
                  </a:lnTo>
                  <a:lnTo>
                    <a:pt x="2168944" y="3464623"/>
                  </a:lnTo>
                  <a:lnTo>
                    <a:pt x="2169270" y="3464623"/>
                  </a:lnTo>
                  <a:lnTo>
                    <a:pt x="2169487" y="3464623"/>
                  </a:lnTo>
                  <a:lnTo>
                    <a:pt x="2169595" y="3464623"/>
                  </a:lnTo>
                  <a:lnTo>
                    <a:pt x="2169704" y="3464623"/>
                  </a:lnTo>
                  <a:lnTo>
                    <a:pt x="2169812" y="3464623"/>
                  </a:lnTo>
                  <a:lnTo>
                    <a:pt x="2170571" y="3463999"/>
                  </a:lnTo>
                  <a:lnTo>
                    <a:pt x="2170788" y="3463999"/>
                  </a:lnTo>
                  <a:lnTo>
                    <a:pt x="2170896" y="3463999"/>
                  </a:lnTo>
                  <a:lnTo>
                    <a:pt x="2171113" y="3463999"/>
                  </a:lnTo>
                  <a:lnTo>
                    <a:pt x="2171222" y="3463999"/>
                  </a:lnTo>
                  <a:lnTo>
                    <a:pt x="2171547" y="3462752"/>
                  </a:lnTo>
                  <a:lnTo>
                    <a:pt x="2171656" y="3462129"/>
                  </a:lnTo>
                  <a:lnTo>
                    <a:pt x="2171764" y="3462129"/>
                  </a:lnTo>
                  <a:lnTo>
                    <a:pt x="2171872" y="3461505"/>
                  </a:lnTo>
                  <a:lnTo>
                    <a:pt x="2171981" y="3461505"/>
                  </a:lnTo>
                  <a:lnTo>
                    <a:pt x="2172198" y="3461505"/>
                  </a:lnTo>
                  <a:lnTo>
                    <a:pt x="2172306" y="3461505"/>
                  </a:lnTo>
                  <a:lnTo>
                    <a:pt x="2172415" y="3461505"/>
                  </a:lnTo>
                  <a:lnTo>
                    <a:pt x="2172632" y="3460881"/>
                  </a:lnTo>
                  <a:lnTo>
                    <a:pt x="2172848" y="3460258"/>
                  </a:lnTo>
                  <a:lnTo>
                    <a:pt x="2173065" y="3460258"/>
                  </a:lnTo>
                  <a:lnTo>
                    <a:pt x="2173174" y="3460258"/>
                  </a:lnTo>
                  <a:lnTo>
                    <a:pt x="2173282" y="3460258"/>
                  </a:lnTo>
                  <a:lnTo>
                    <a:pt x="2173499" y="3460258"/>
                  </a:lnTo>
                  <a:lnTo>
                    <a:pt x="2173499" y="3459634"/>
                  </a:lnTo>
                  <a:lnTo>
                    <a:pt x="2174041" y="3459634"/>
                  </a:lnTo>
                  <a:lnTo>
                    <a:pt x="2174258" y="3459011"/>
                  </a:lnTo>
                  <a:lnTo>
                    <a:pt x="2174584" y="3459011"/>
                  </a:lnTo>
                  <a:lnTo>
                    <a:pt x="2174692" y="3459011"/>
                  </a:lnTo>
                  <a:lnTo>
                    <a:pt x="2175017" y="3458387"/>
                  </a:lnTo>
                  <a:lnTo>
                    <a:pt x="2175234" y="3458387"/>
                  </a:lnTo>
                  <a:lnTo>
                    <a:pt x="2175993" y="3457763"/>
                  </a:lnTo>
                  <a:lnTo>
                    <a:pt x="2176102" y="3457763"/>
                  </a:lnTo>
                  <a:lnTo>
                    <a:pt x="2176210" y="3457140"/>
                  </a:lnTo>
                  <a:lnTo>
                    <a:pt x="2176753" y="3457140"/>
                  </a:lnTo>
                  <a:lnTo>
                    <a:pt x="2176861" y="3456516"/>
                  </a:lnTo>
                  <a:lnTo>
                    <a:pt x="2177295" y="3455893"/>
                  </a:lnTo>
                  <a:lnTo>
                    <a:pt x="2177512" y="3455893"/>
                  </a:lnTo>
                  <a:lnTo>
                    <a:pt x="2177620" y="3455893"/>
                  </a:lnTo>
                  <a:lnTo>
                    <a:pt x="2177837" y="3455893"/>
                  </a:lnTo>
                  <a:lnTo>
                    <a:pt x="2178054" y="3455893"/>
                  </a:lnTo>
                  <a:lnTo>
                    <a:pt x="2178162" y="3455893"/>
                  </a:lnTo>
                  <a:lnTo>
                    <a:pt x="2178271" y="3455893"/>
                  </a:lnTo>
                  <a:lnTo>
                    <a:pt x="2178379" y="3455893"/>
                  </a:lnTo>
                  <a:lnTo>
                    <a:pt x="2178596" y="3455893"/>
                  </a:lnTo>
                  <a:lnTo>
                    <a:pt x="2178705" y="3455893"/>
                  </a:lnTo>
                  <a:lnTo>
                    <a:pt x="2178705" y="3455269"/>
                  </a:lnTo>
                  <a:lnTo>
                    <a:pt x="2178922" y="3455269"/>
                  </a:lnTo>
                  <a:lnTo>
                    <a:pt x="2179681" y="3454646"/>
                  </a:lnTo>
                  <a:lnTo>
                    <a:pt x="2179898" y="3454646"/>
                  </a:lnTo>
                  <a:lnTo>
                    <a:pt x="2180114" y="3454022"/>
                  </a:lnTo>
                  <a:lnTo>
                    <a:pt x="2180223" y="3454022"/>
                  </a:lnTo>
                  <a:lnTo>
                    <a:pt x="2180331" y="3454022"/>
                  </a:lnTo>
                  <a:lnTo>
                    <a:pt x="2180440" y="3452775"/>
                  </a:lnTo>
                  <a:lnTo>
                    <a:pt x="2180548" y="3452775"/>
                  </a:lnTo>
                  <a:lnTo>
                    <a:pt x="2180765" y="3452775"/>
                  </a:lnTo>
                  <a:lnTo>
                    <a:pt x="2181090" y="3452775"/>
                  </a:lnTo>
                  <a:lnTo>
                    <a:pt x="2181199" y="3452775"/>
                  </a:lnTo>
                  <a:lnTo>
                    <a:pt x="2181524" y="3452151"/>
                  </a:lnTo>
                  <a:lnTo>
                    <a:pt x="2181633" y="3452151"/>
                  </a:lnTo>
                  <a:lnTo>
                    <a:pt x="2181633" y="3451528"/>
                  </a:lnTo>
                  <a:lnTo>
                    <a:pt x="2181958" y="3451528"/>
                  </a:lnTo>
                  <a:lnTo>
                    <a:pt x="2182066" y="3451528"/>
                  </a:lnTo>
                  <a:lnTo>
                    <a:pt x="2182175" y="3451528"/>
                  </a:lnTo>
                  <a:lnTo>
                    <a:pt x="2182283" y="3450904"/>
                  </a:lnTo>
                  <a:lnTo>
                    <a:pt x="2182500" y="3450904"/>
                  </a:lnTo>
                  <a:lnTo>
                    <a:pt x="2182609" y="3450904"/>
                  </a:lnTo>
                  <a:lnTo>
                    <a:pt x="2182609" y="3450280"/>
                  </a:lnTo>
                  <a:lnTo>
                    <a:pt x="2184344" y="3447786"/>
                  </a:lnTo>
                  <a:lnTo>
                    <a:pt x="2184452" y="3447786"/>
                  </a:lnTo>
                  <a:lnTo>
                    <a:pt x="2184561" y="3447163"/>
                  </a:lnTo>
                  <a:lnTo>
                    <a:pt x="2184778" y="3447163"/>
                  </a:lnTo>
                  <a:lnTo>
                    <a:pt x="2184995" y="3446539"/>
                  </a:lnTo>
                  <a:lnTo>
                    <a:pt x="2185211" y="3445915"/>
                  </a:lnTo>
                  <a:lnTo>
                    <a:pt x="2185645" y="3445915"/>
                  </a:lnTo>
                  <a:lnTo>
                    <a:pt x="2185971" y="3445915"/>
                  </a:lnTo>
                  <a:lnTo>
                    <a:pt x="2186187" y="3445915"/>
                  </a:lnTo>
                  <a:lnTo>
                    <a:pt x="2186296" y="3445915"/>
                  </a:lnTo>
                  <a:lnTo>
                    <a:pt x="2186404" y="3445915"/>
                  </a:lnTo>
                  <a:lnTo>
                    <a:pt x="2186513" y="3444668"/>
                  </a:lnTo>
                  <a:lnTo>
                    <a:pt x="2186730" y="3444668"/>
                  </a:lnTo>
                  <a:lnTo>
                    <a:pt x="2186838" y="3444668"/>
                  </a:lnTo>
                  <a:lnTo>
                    <a:pt x="2186947" y="3444668"/>
                  </a:lnTo>
                  <a:lnTo>
                    <a:pt x="2187164" y="3444668"/>
                  </a:lnTo>
                  <a:lnTo>
                    <a:pt x="2187272" y="3444668"/>
                  </a:lnTo>
                  <a:lnTo>
                    <a:pt x="2187380" y="3444045"/>
                  </a:lnTo>
                  <a:lnTo>
                    <a:pt x="2187489" y="3444045"/>
                  </a:lnTo>
                  <a:lnTo>
                    <a:pt x="2187706" y="3444045"/>
                  </a:lnTo>
                  <a:lnTo>
                    <a:pt x="2188031" y="3444045"/>
                  </a:lnTo>
                  <a:lnTo>
                    <a:pt x="2188573" y="3443421"/>
                  </a:lnTo>
                  <a:lnTo>
                    <a:pt x="2189116" y="3441550"/>
                  </a:lnTo>
                  <a:lnTo>
                    <a:pt x="2189766" y="3441550"/>
                  </a:lnTo>
                  <a:lnTo>
                    <a:pt x="2189983" y="3440927"/>
                  </a:lnTo>
                  <a:lnTo>
                    <a:pt x="2190092" y="3440927"/>
                  </a:lnTo>
                  <a:lnTo>
                    <a:pt x="2190308" y="3440303"/>
                  </a:lnTo>
                  <a:lnTo>
                    <a:pt x="2190417" y="3440303"/>
                  </a:lnTo>
                  <a:lnTo>
                    <a:pt x="2190525" y="3440303"/>
                  </a:lnTo>
                  <a:lnTo>
                    <a:pt x="2190634" y="3440303"/>
                  </a:lnTo>
                  <a:lnTo>
                    <a:pt x="2190634" y="3439680"/>
                  </a:lnTo>
                  <a:lnTo>
                    <a:pt x="2190742" y="3439680"/>
                  </a:lnTo>
                  <a:lnTo>
                    <a:pt x="2190959" y="3439056"/>
                  </a:lnTo>
                  <a:lnTo>
                    <a:pt x="2191068" y="3439056"/>
                  </a:lnTo>
                  <a:lnTo>
                    <a:pt x="2191285" y="3439056"/>
                  </a:lnTo>
                  <a:lnTo>
                    <a:pt x="2191610" y="3438432"/>
                  </a:lnTo>
                  <a:lnTo>
                    <a:pt x="2191718" y="3438432"/>
                  </a:lnTo>
                  <a:lnTo>
                    <a:pt x="2191827" y="3438432"/>
                  </a:lnTo>
                  <a:lnTo>
                    <a:pt x="2191935" y="3438432"/>
                  </a:lnTo>
                  <a:lnTo>
                    <a:pt x="2192152" y="3438432"/>
                  </a:lnTo>
                  <a:lnTo>
                    <a:pt x="2192261" y="3438432"/>
                  </a:lnTo>
                  <a:lnTo>
                    <a:pt x="2192586" y="3438432"/>
                  </a:lnTo>
                  <a:lnTo>
                    <a:pt x="2192694" y="3437809"/>
                  </a:lnTo>
                  <a:lnTo>
                    <a:pt x="2192803" y="3437185"/>
                  </a:lnTo>
                  <a:lnTo>
                    <a:pt x="2193020" y="3437185"/>
                  </a:lnTo>
                  <a:lnTo>
                    <a:pt x="2193345" y="3437185"/>
                  </a:lnTo>
                  <a:lnTo>
                    <a:pt x="2193996" y="3437185"/>
                  </a:lnTo>
                  <a:lnTo>
                    <a:pt x="2194104" y="3437185"/>
                  </a:lnTo>
                  <a:lnTo>
                    <a:pt x="2194213" y="3437185"/>
                  </a:lnTo>
                  <a:lnTo>
                    <a:pt x="2194321" y="3437185"/>
                  </a:lnTo>
                  <a:lnTo>
                    <a:pt x="2194429" y="3437185"/>
                  </a:lnTo>
                  <a:lnTo>
                    <a:pt x="2194538" y="3437185"/>
                  </a:lnTo>
                  <a:lnTo>
                    <a:pt x="2194646" y="3437185"/>
                  </a:lnTo>
                  <a:lnTo>
                    <a:pt x="2194972" y="3437185"/>
                  </a:lnTo>
                  <a:lnTo>
                    <a:pt x="2195297" y="3436562"/>
                  </a:lnTo>
                  <a:lnTo>
                    <a:pt x="2195514" y="3436562"/>
                  </a:lnTo>
                  <a:lnTo>
                    <a:pt x="2195622" y="3436562"/>
                  </a:lnTo>
                  <a:lnTo>
                    <a:pt x="2195948" y="3436562"/>
                  </a:lnTo>
                  <a:lnTo>
                    <a:pt x="2196273" y="3435314"/>
                  </a:lnTo>
                  <a:lnTo>
                    <a:pt x="2196382" y="3435314"/>
                  </a:lnTo>
                  <a:lnTo>
                    <a:pt x="2196490" y="3435314"/>
                  </a:lnTo>
                  <a:lnTo>
                    <a:pt x="2196598" y="3435314"/>
                  </a:lnTo>
                  <a:lnTo>
                    <a:pt x="2196707" y="3435314"/>
                  </a:lnTo>
                  <a:lnTo>
                    <a:pt x="2196924" y="3435314"/>
                  </a:lnTo>
                  <a:lnTo>
                    <a:pt x="2197141" y="3435314"/>
                  </a:lnTo>
                  <a:lnTo>
                    <a:pt x="2197466" y="3434691"/>
                  </a:lnTo>
                  <a:lnTo>
                    <a:pt x="2198117" y="3432197"/>
                  </a:lnTo>
                  <a:lnTo>
                    <a:pt x="2198334" y="3431573"/>
                  </a:lnTo>
                  <a:lnTo>
                    <a:pt x="2198442" y="3430949"/>
                  </a:lnTo>
                  <a:lnTo>
                    <a:pt x="2198659" y="3430949"/>
                  </a:lnTo>
                  <a:lnTo>
                    <a:pt x="2198767" y="3430949"/>
                  </a:lnTo>
                  <a:lnTo>
                    <a:pt x="2199201" y="3430326"/>
                  </a:lnTo>
                  <a:lnTo>
                    <a:pt x="2199310" y="3429702"/>
                  </a:lnTo>
                  <a:lnTo>
                    <a:pt x="2199418" y="3429702"/>
                  </a:lnTo>
                  <a:lnTo>
                    <a:pt x="2199852" y="3429079"/>
                  </a:lnTo>
                  <a:lnTo>
                    <a:pt x="2200177" y="3429079"/>
                  </a:lnTo>
                  <a:lnTo>
                    <a:pt x="2200286" y="3429079"/>
                  </a:lnTo>
                  <a:lnTo>
                    <a:pt x="2200611" y="3429079"/>
                  </a:lnTo>
                  <a:lnTo>
                    <a:pt x="2200719" y="3428455"/>
                  </a:lnTo>
                  <a:lnTo>
                    <a:pt x="2201153" y="3428455"/>
                  </a:lnTo>
                  <a:lnTo>
                    <a:pt x="2201262" y="3428455"/>
                  </a:lnTo>
                  <a:lnTo>
                    <a:pt x="2201370" y="3428455"/>
                  </a:lnTo>
                  <a:lnTo>
                    <a:pt x="2201370" y="3427832"/>
                  </a:lnTo>
                  <a:lnTo>
                    <a:pt x="2201912" y="3427832"/>
                  </a:lnTo>
                  <a:lnTo>
                    <a:pt x="2202021" y="3427832"/>
                  </a:lnTo>
                  <a:lnTo>
                    <a:pt x="2202021" y="3427208"/>
                  </a:lnTo>
                  <a:lnTo>
                    <a:pt x="2202238" y="3427208"/>
                  </a:lnTo>
                  <a:lnTo>
                    <a:pt x="2202346" y="3427208"/>
                  </a:lnTo>
                  <a:lnTo>
                    <a:pt x="2202563" y="3427208"/>
                  </a:lnTo>
                  <a:lnTo>
                    <a:pt x="2202780" y="3424714"/>
                  </a:lnTo>
                  <a:lnTo>
                    <a:pt x="2202888" y="3424714"/>
                  </a:lnTo>
                  <a:lnTo>
                    <a:pt x="2202997" y="3424714"/>
                  </a:lnTo>
                  <a:lnTo>
                    <a:pt x="2203105" y="3424714"/>
                  </a:lnTo>
                  <a:lnTo>
                    <a:pt x="2203431" y="3424714"/>
                  </a:lnTo>
                  <a:lnTo>
                    <a:pt x="2203756" y="3424090"/>
                  </a:lnTo>
                  <a:lnTo>
                    <a:pt x="2204407" y="3424090"/>
                  </a:lnTo>
                  <a:lnTo>
                    <a:pt x="2204515" y="3423466"/>
                  </a:lnTo>
                  <a:lnTo>
                    <a:pt x="2204515" y="3422843"/>
                  </a:lnTo>
                  <a:lnTo>
                    <a:pt x="2204732" y="3422219"/>
                  </a:lnTo>
                  <a:lnTo>
                    <a:pt x="2204949" y="3422219"/>
                  </a:lnTo>
                  <a:lnTo>
                    <a:pt x="2205166" y="3420349"/>
                  </a:lnTo>
                  <a:lnTo>
                    <a:pt x="2205274" y="3420349"/>
                  </a:lnTo>
                  <a:lnTo>
                    <a:pt x="2205600" y="3420349"/>
                  </a:lnTo>
                  <a:lnTo>
                    <a:pt x="2205708" y="3420349"/>
                  </a:lnTo>
                  <a:lnTo>
                    <a:pt x="2205816" y="3420349"/>
                  </a:lnTo>
                  <a:lnTo>
                    <a:pt x="2205925" y="3420349"/>
                  </a:lnTo>
                  <a:lnTo>
                    <a:pt x="2205925" y="3419725"/>
                  </a:lnTo>
                  <a:lnTo>
                    <a:pt x="2206033" y="3419725"/>
                  </a:lnTo>
                  <a:lnTo>
                    <a:pt x="2206250" y="3419725"/>
                  </a:lnTo>
                  <a:lnTo>
                    <a:pt x="2206250" y="3419101"/>
                  </a:lnTo>
                  <a:lnTo>
                    <a:pt x="2206684" y="3419101"/>
                  </a:lnTo>
                  <a:lnTo>
                    <a:pt x="2207009" y="3419101"/>
                  </a:lnTo>
                  <a:lnTo>
                    <a:pt x="2208094" y="3417231"/>
                  </a:lnTo>
                  <a:lnTo>
                    <a:pt x="2208202" y="3417231"/>
                  </a:lnTo>
                  <a:lnTo>
                    <a:pt x="2208419" y="3417231"/>
                  </a:lnTo>
                  <a:lnTo>
                    <a:pt x="2208528" y="3417231"/>
                  </a:lnTo>
                  <a:lnTo>
                    <a:pt x="2208745" y="3417231"/>
                  </a:lnTo>
                  <a:lnTo>
                    <a:pt x="2208745" y="3416607"/>
                  </a:lnTo>
                  <a:lnTo>
                    <a:pt x="2209070" y="3415983"/>
                  </a:lnTo>
                  <a:lnTo>
                    <a:pt x="2209178" y="3415983"/>
                  </a:lnTo>
                  <a:lnTo>
                    <a:pt x="2209287" y="3415983"/>
                  </a:lnTo>
                  <a:lnTo>
                    <a:pt x="2209395" y="3415983"/>
                  </a:lnTo>
                  <a:lnTo>
                    <a:pt x="2209504" y="3415983"/>
                  </a:lnTo>
                  <a:lnTo>
                    <a:pt x="2209612" y="3415983"/>
                  </a:lnTo>
                  <a:lnTo>
                    <a:pt x="2209829" y="3415360"/>
                  </a:lnTo>
                  <a:lnTo>
                    <a:pt x="2210263" y="3415360"/>
                  </a:lnTo>
                  <a:lnTo>
                    <a:pt x="2210371" y="3415360"/>
                  </a:lnTo>
                  <a:lnTo>
                    <a:pt x="2210480" y="3415360"/>
                  </a:lnTo>
                  <a:lnTo>
                    <a:pt x="2211130" y="3415360"/>
                  </a:lnTo>
                  <a:lnTo>
                    <a:pt x="2211239" y="3415360"/>
                  </a:lnTo>
                  <a:lnTo>
                    <a:pt x="2211347" y="3415360"/>
                  </a:lnTo>
                  <a:lnTo>
                    <a:pt x="2211456" y="3415360"/>
                  </a:lnTo>
                  <a:lnTo>
                    <a:pt x="2211673" y="3414736"/>
                  </a:lnTo>
                  <a:lnTo>
                    <a:pt x="2211889" y="3414736"/>
                  </a:lnTo>
                  <a:lnTo>
                    <a:pt x="2212106" y="3414736"/>
                  </a:lnTo>
                  <a:lnTo>
                    <a:pt x="2212757" y="3414113"/>
                  </a:lnTo>
                  <a:lnTo>
                    <a:pt x="2213082" y="3414113"/>
                  </a:lnTo>
                  <a:lnTo>
                    <a:pt x="2213191" y="3413489"/>
                  </a:lnTo>
                  <a:lnTo>
                    <a:pt x="2213733" y="3413489"/>
                  </a:lnTo>
                  <a:lnTo>
                    <a:pt x="2213950" y="3413489"/>
                  </a:lnTo>
                  <a:lnTo>
                    <a:pt x="2214275" y="3412866"/>
                  </a:lnTo>
                  <a:lnTo>
                    <a:pt x="2214384" y="3412866"/>
                  </a:lnTo>
                  <a:lnTo>
                    <a:pt x="2214601" y="3412866"/>
                  </a:lnTo>
                  <a:lnTo>
                    <a:pt x="2214709" y="3412242"/>
                  </a:lnTo>
                  <a:lnTo>
                    <a:pt x="2214926" y="3412242"/>
                  </a:lnTo>
                  <a:lnTo>
                    <a:pt x="2215034" y="3412242"/>
                  </a:lnTo>
                  <a:lnTo>
                    <a:pt x="2215251" y="3412242"/>
                  </a:lnTo>
                  <a:lnTo>
                    <a:pt x="2215360" y="3412242"/>
                  </a:lnTo>
                  <a:lnTo>
                    <a:pt x="2215468" y="3412242"/>
                  </a:lnTo>
                  <a:lnTo>
                    <a:pt x="2215685" y="3412242"/>
                  </a:lnTo>
                  <a:lnTo>
                    <a:pt x="2215794" y="3412242"/>
                  </a:lnTo>
                  <a:lnTo>
                    <a:pt x="2216010" y="3412242"/>
                  </a:lnTo>
                  <a:lnTo>
                    <a:pt x="2216119" y="3411618"/>
                  </a:lnTo>
                  <a:lnTo>
                    <a:pt x="2216227" y="3411618"/>
                  </a:lnTo>
                  <a:lnTo>
                    <a:pt x="2216661" y="3411618"/>
                  </a:lnTo>
                  <a:lnTo>
                    <a:pt x="2217420" y="3409124"/>
                  </a:lnTo>
                  <a:lnTo>
                    <a:pt x="2217637" y="3409124"/>
                  </a:lnTo>
                  <a:lnTo>
                    <a:pt x="2217637" y="3408500"/>
                  </a:lnTo>
                  <a:lnTo>
                    <a:pt x="2217963" y="3408500"/>
                  </a:lnTo>
                  <a:lnTo>
                    <a:pt x="2218071" y="3408500"/>
                  </a:lnTo>
                  <a:lnTo>
                    <a:pt x="2218179" y="3408500"/>
                  </a:lnTo>
                  <a:lnTo>
                    <a:pt x="2218288" y="3408500"/>
                  </a:lnTo>
                  <a:lnTo>
                    <a:pt x="2218613" y="3407877"/>
                  </a:lnTo>
                  <a:lnTo>
                    <a:pt x="2218722" y="3407877"/>
                  </a:lnTo>
                  <a:lnTo>
                    <a:pt x="2219155" y="3407877"/>
                  </a:lnTo>
                  <a:lnTo>
                    <a:pt x="2219481" y="3407877"/>
                  </a:lnTo>
                  <a:lnTo>
                    <a:pt x="2219481" y="3407253"/>
                  </a:lnTo>
                  <a:lnTo>
                    <a:pt x="2219481" y="3406630"/>
                  </a:lnTo>
                  <a:lnTo>
                    <a:pt x="2219589" y="3406630"/>
                  </a:lnTo>
                  <a:lnTo>
                    <a:pt x="2219806" y="3406630"/>
                  </a:lnTo>
                  <a:lnTo>
                    <a:pt x="2219806" y="3405383"/>
                  </a:lnTo>
                  <a:lnTo>
                    <a:pt x="2220457" y="3405383"/>
                  </a:lnTo>
                  <a:lnTo>
                    <a:pt x="2220674" y="3405383"/>
                  </a:lnTo>
                  <a:lnTo>
                    <a:pt x="2220782" y="3405383"/>
                  </a:lnTo>
                  <a:lnTo>
                    <a:pt x="2221324" y="3404759"/>
                  </a:lnTo>
                  <a:lnTo>
                    <a:pt x="2221433" y="3404759"/>
                  </a:lnTo>
                  <a:lnTo>
                    <a:pt x="2221541" y="3404759"/>
                  </a:lnTo>
                  <a:lnTo>
                    <a:pt x="2221650" y="3404759"/>
                  </a:lnTo>
                  <a:lnTo>
                    <a:pt x="2221758" y="3404759"/>
                  </a:lnTo>
                  <a:lnTo>
                    <a:pt x="2221867" y="3404759"/>
                  </a:lnTo>
                  <a:lnTo>
                    <a:pt x="2222084" y="3404759"/>
                  </a:lnTo>
                  <a:lnTo>
                    <a:pt x="2222734" y="3404759"/>
                  </a:lnTo>
                  <a:lnTo>
                    <a:pt x="2223060" y="3404759"/>
                  </a:lnTo>
                  <a:lnTo>
                    <a:pt x="2223168" y="3404759"/>
                  </a:lnTo>
                  <a:lnTo>
                    <a:pt x="2223168" y="3404135"/>
                  </a:lnTo>
                  <a:lnTo>
                    <a:pt x="2223493" y="3404135"/>
                  </a:lnTo>
                  <a:lnTo>
                    <a:pt x="2223602" y="3404135"/>
                  </a:lnTo>
                  <a:lnTo>
                    <a:pt x="2223819" y="3403512"/>
                  </a:lnTo>
                  <a:lnTo>
                    <a:pt x="2223927" y="3403512"/>
                  </a:lnTo>
                  <a:lnTo>
                    <a:pt x="2224036" y="3403512"/>
                  </a:lnTo>
                  <a:lnTo>
                    <a:pt x="2224144" y="3402888"/>
                  </a:lnTo>
                  <a:lnTo>
                    <a:pt x="2224252" y="3402888"/>
                  </a:lnTo>
                  <a:lnTo>
                    <a:pt x="2224361" y="3402888"/>
                  </a:lnTo>
                  <a:lnTo>
                    <a:pt x="2224469" y="3402888"/>
                  </a:lnTo>
                  <a:lnTo>
                    <a:pt x="2224578" y="3402888"/>
                  </a:lnTo>
                  <a:lnTo>
                    <a:pt x="2225012" y="3402888"/>
                  </a:lnTo>
                  <a:lnTo>
                    <a:pt x="2225120" y="3402888"/>
                  </a:lnTo>
                  <a:lnTo>
                    <a:pt x="2225445" y="3402265"/>
                  </a:lnTo>
                  <a:lnTo>
                    <a:pt x="2225662" y="3402265"/>
                  </a:lnTo>
                  <a:lnTo>
                    <a:pt x="2225771" y="3402265"/>
                  </a:lnTo>
                  <a:lnTo>
                    <a:pt x="2225988" y="3402265"/>
                  </a:lnTo>
                  <a:lnTo>
                    <a:pt x="2226096" y="3401641"/>
                  </a:lnTo>
                  <a:lnTo>
                    <a:pt x="2226205" y="3401641"/>
                  </a:lnTo>
                  <a:lnTo>
                    <a:pt x="2226638" y="3401641"/>
                  </a:lnTo>
                  <a:lnTo>
                    <a:pt x="2226747" y="3401641"/>
                  </a:lnTo>
                  <a:lnTo>
                    <a:pt x="2226855" y="3401017"/>
                  </a:lnTo>
                  <a:lnTo>
                    <a:pt x="2227181" y="3399770"/>
                  </a:lnTo>
                  <a:lnTo>
                    <a:pt x="2227289" y="3399770"/>
                  </a:lnTo>
                  <a:lnTo>
                    <a:pt x="2227397" y="3399770"/>
                  </a:lnTo>
                  <a:lnTo>
                    <a:pt x="2227397" y="3399147"/>
                  </a:lnTo>
                  <a:lnTo>
                    <a:pt x="2227614" y="3399147"/>
                  </a:lnTo>
                  <a:lnTo>
                    <a:pt x="2227723" y="3399147"/>
                  </a:lnTo>
                  <a:lnTo>
                    <a:pt x="2227831" y="3399147"/>
                  </a:lnTo>
                  <a:lnTo>
                    <a:pt x="2227940" y="3399147"/>
                  </a:lnTo>
                  <a:lnTo>
                    <a:pt x="2228048" y="3398523"/>
                  </a:lnTo>
                  <a:lnTo>
                    <a:pt x="2228048" y="3397900"/>
                  </a:lnTo>
                  <a:lnTo>
                    <a:pt x="2228265" y="3397900"/>
                  </a:lnTo>
                  <a:lnTo>
                    <a:pt x="2228482" y="3397900"/>
                  </a:lnTo>
                  <a:lnTo>
                    <a:pt x="2228590" y="3397900"/>
                  </a:lnTo>
                  <a:lnTo>
                    <a:pt x="2228807" y="3397900"/>
                  </a:lnTo>
                  <a:lnTo>
                    <a:pt x="2228916" y="3397900"/>
                  </a:lnTo>
                  <a:lnTo>
                    <a:pt x="2229133" y="3397900"/>
                  </a:lnTo>
                  <a:lnTo>
                    <a:pt x="2229241" y="3397900"/>
                  </a:lnTo>
                  <a:lnTo>
                    <a:pt x="2229458" y="3397900"/>
                  </a:lnTo>
                  <a:lnTo>
                    <a:pt x="2229783" y="3396652"/>
                  </a:lnTo>
                  <a:lnTo>
                    <a:pt x="2229892" y="3396652"/>
                  </a:lnTo>
                  <a:lnTo>
                    <a:pt x="2230217" y="3396652"/>
                  </a:lnTo>
                  <a:lnTo>
                    <a:pt x="2230434" y="3396652"/>
                  </a:lnTo>
                  <a:lnTo>
                    <a:pt x="2230542" y="3396652"/>
                  </a:lnTo>
                  <a:lnTo>
                    <a:pt x="2230651" y="3396652"/>
                  </a:lnTo>
                  <a:lnTo>
                    <a:pt x="2230976" y="3396652"/>
                  </a:lnTo>
                  <a:lnTo>
                    <a:pt x="2231193" y="3396029"/>
                  </a:lnTo>
                  <a:lnTo>
                    <a:pt x="2231518" y="3395405"/>
                  </a:lnTo>
                  <a:lnTo>
                    <a:pt x="2232278" y="3390417"/>
                  </a:lnTo>
                  <a:lnTo>
                    <a:pt x="2232386" y="3390417"/>
                  </a:lnTo>
                  <a:lnTo>
                    <a:pt x="2232386" y="3389793"/>
                  </a:lnTo>
                  <a:lnTo>
                    <a:pt x="2232603" y="3389169"/>
                  </a:lnTo>
                  <a:lnTo>
                    <a:pt x="2232820" y="3389169"/>
                  </a:lnTo>
                  <a:lnTo>
                    <a:pt x="2233145" y="3389169"/>
                  </a:lnTo>
                  <a:lnTo>
                    <a:pt x="2233254" y="3388546"/>
                  </a:lnTo>
                  <a:lnTo>
                    <a:pt x="2233362" y="3388546"/>
                  </a:lnTo>
                  <a:lnTo>
                    <a:pt x="2233579" y="3388546"/>
                  </a:lnTo>
                  <a:lnTo>
                    <a:pt x="2233796" y="3388546"/>
                  </a:lnTo>
                  <a:lnTo>
                    <a:pt x="2234230" y="3387922"/>
                  </a:lnTo>
                  <a:lnTo>
                    <a:pt x="2234663" y="3387922"/>
                  </a:lnTo>
                  <a:lnTo>
                    <a:pt x="2234772" y="3387299"/>
                  </a:lnTo>
                  <a:lnTo>
                    <a:pt x="2234989" y="3386675"/>
                  </a:lnTo>
                  <a:lnTo>
                    <a:pt x="2235097" y="3386675"/>
                  </a:lnTo>
                  <a:lnTo>
                    <a:pt x="2235206" y="3386675"/>
                  </a:lnTo>
                  <a:lnTo>
                    <a:pt x="2235206" y="3386051"/>
                  </a:lnTo>
                  <a:lnTo>
                    <a:pt x="2235314" y="3386051"/>
                  </a:lnTo>
                  <a:lnTo>
                    <a:pt x="2235423" y="3384804"/>
                  </a:lnTo>
                  <a:lnTo>
                    <a:pt x="2235639" y="3384804"/>
                  </a:lnTo>
                  <a:lnTo>
                    <a:pt x="2235748" y="3384804"/>
                  </a:lnTo>
                  <a:lnTo>
                    <a:pt x="2235748" y="3384181"/>
                  </a:lnTo>
                  <a:lnTo>
                    <a:pt x="2235856" y="3384181"/>
                  </a:lnTo>
                  <a:lnTo>
                    <a:pt x="2235965" y="3384181"/>
                  </a:lnTo>
                  <a:lnTo>
                    <a:pt x="2236182" y="3383557"/>
                  </a:lnTo>
                  <a:lnTo>
                    <a:pt x="2238134" y="3379192"/>
                  </a:lnTo>
                  <a:lnTo>
                    <a:pt x="2238351" y="3379192"/>
                  </a:lnTo>
                  <a:lnTo>
                    <a:pt x="2238459" y="3379192"/>
                  </a:lnTo>
                  <a:lnTo>
                    <a:pt x="2238568" y="3379192"/>
                  </a:lnTo>
                  <a:lnTo>
                    <a:pt x="2238784" y="3379192"/>
                  </a:lnTo>
                  <a:lnTo>
                    <a:pt x="2238893" y="3379192"/>
                  </a:lnTo>
                  <a:lnTo>
                    <a:pt x="2239001" y="3379192"/>
                  </a:lnTo>
                  <a:lnTo>
                    <a:pt x="2239218" y="3379192"/>
                  </a:lnTo>
                  <a:lnTo>
                    <a:pt x="2239435" y="3379192"/>
                  </a:lnTo>
                  <a:lnTo>
                    <a:pt x="2239435" y="3377945"/>
                  </a:lnTo>
                  <a:lnTo>
                    <a:pt x="2239652" y="3377945"/>
                  </a:lnTo>
                  <a:lnTo>
                    <a:pt x="2239869" y="3377945"/>
                  </a:lnTo>
                  <a:lnTo>
                    <a:pt x="2240194" y="3377945"/>
                  </a:lnTo>
                  <a:lnTo>
                    <a:pt x="2240411" y="3377945"/>
                  </a:lnTo>
                  <a:lnTo>
                    <a:pt x="2240628" y="3377945"/>
                  </a:lnTo>
                  <a:lnTo>
                    <a:pt x="2240845" y="3377945"/>
                  </a:lnTo>
                  <a:lnTo>
                    <a:pt x="2241062" y="3377945"/>
                  </a:lnTo>
                  <a:lnTo>
                    <a:pt x="2241170" y="3377945"/>
                  </a:lnTo>
                  <a:lnTo>
                    <a:pt x="2241279" y="3377945"/>
                  </a:lnTo>
                  <a:lnTo>
                    <a:pt x="2241496" y="3377321"/>
                  </a:lnTo>
                  <a:lnTo>
                    <a:pt x="2241604" y="3377321"/>
                  </a:lnTo>
                  <a:lnTo>
                    <a:pt x="2241712" y="3377321"/>
                  </a:lnTo>
                  <a:lnTo>
                    <a:pt x="2241821" y="3377321"/>
                  </a:lnTo>
                  <a:lnTo>
                    <a:pt x="2241929" y="3377321"/>
                  </a:lnTo>
                  <a:lnTo>
                    <a:pt x="2242255" y="3376074"/>
                  </a:lnTo>
                  <a:lnTo>
                    <a:pt x="2242472" y="3376074"/>
                  </a:lnTo>
                  <a:lnTo>
                    <a:pt x="2243014" y="3376074"/>
                  </a:lnTo>
                  <a:lnTo>
                    <a:pt x="2243231" y="3376074"/>
                  </a:lnTo>
                  <a:lnTo>
                    <a:pt x="2243339" y="3376074"/>
                  </a:lnTo>
                  <a:lnTo>
                    <a:pt x="2243556" y="3376074"/>
                  </a:lnTo>
                  <a:lnTo>
                    <a:pt x="2244207" y="3375451"/>
                  </a:lnTo>
                  <a:lnTo>
                    <a:pt x="2244424" y="3374827"/>
                  </a:lnTo>
                  <a:lnTo>
                    <a:pt x="2244857" y="3374827"/>
                  </a:lnTo>
                  <a:lnTo>
                    <a:pt x="2245291" y="3374827"/>
                  </a:lnTo>
                  <a:lnTo>
                    <a:pt x="2245833" y="3374827"/>
                  </a:lnTo>
                  <a:lnTo>
                    <a:pt x="2245942" y="3374827"/>
                  </a:lnTo>
                  <a:lnTo>
                    <a:pt x="2246376" y="3374827"/>
                  </a:lnTo>
                  <a:lnTo>
                    <a:pt x="2246484" y="3374827"/>
                  </a:lnTo>
                  <a:lnTo>
                    <a:pt x="2246593" y="3374827"/>
                  </a:lnTo>
                  <a:lnTo>
                    <a:pt x="2246810" y="3374827"/>
                  </a:lnTo>
                  <a:lnTo>
                    <a:pt x="2246810" y="3374203"/>
                  </a:lnTo>
                  <a:lnTo>
                    <a:pt x="2247135" y="3374203"/>
                  </a:lnTo>
                  <a:lnTo>
                    <a:pt x="2247135" y="3373580"/>
                  </a:lnTo>
                  <a:lnTo>
                    <a:pt x="2247243" y="3373580"/>
                  </a:lnTo>
                  <a:lnTo>
                    <a:pt x="2247352" y="3373580"/>
                  </a:lnTo>
                  <a:lnTo>
                    <a:pt x="2247569" y="3372956"/>
                  </a:lnTo>
                  <a:lnTo>
                    <a:pt x="2247786" y="3372956"/>
                  </a:lnTo>
                  <a:lnTo>
                    <a:pt x="2247894" y="3372956"/>
                  </a:lnTo>
                  <a:lnTo>
                    <a:pt x="2248436" y="3371709"/>
                  </a:lnTo>
                  <a:lnTo>
                    <a:pt x="2248545" y="3371709"/>
                  </a:lnTo>
                  <a:lnTo>
                    <a:pt x="2248653" y="3371709"/>
                  </a:lnTo>
                  <a:lnTo>
                    <a:pt x="2248653" y="3371086"/>
                  </a:lnTo>
                  <a:lnTo>
                    <a:pt x="2249195" y="3371086"/>
                  </a:lnTo>
                  <a:lnTo>
                    <a:pt x="2249304" y="3371086"/>
                  </a:lnTo>
                  <a:lnTo>
                    <a:pt x="2249304" y="3370462"/>
                  </a:lnTo>
                  <a:lnTo>
                    <a:pt x="2249412" y="3370462"/>
                  </a:lnTo>
                  <a:lnTo>
                    <a:pt x="2249521" y="3370462"/>
                  </a:lnTo>
                  <a:lnTo>
                    <a:pt x="2249521" y="3369838"/>
                  </a:lnTo>
                  <a:lnTo>
                    <a:pt x="2249629" y="3369838"/>
                  </a:lnTo>
                  <a:lnTo>
                    <a:pt x="2249954" y="3369838"/>
                  </a:lnTo>
                  <a:lnTo>
                    <a:pt x="2250388" y="3369215"/>
                  </a:lnTo>
                  <a:lnTo>
                    <a:pt x="2250605" y="3369215"/>
                  </a:lnTo>
                  <a:lnTo>
                    <a:pt x="2250605" y="3368591"/>
                  </a:lnTo>
                  <a:lnTo>
                    <a:pt x="2250714" y="3368591"/>
                  </a:lnTo>
                  <a:lnTo>
                    <a:pt x="2250822" y="3367968"/>
                  </a:lnTo>
                  <a:lnTo>
                    <a:pt x="2251256" y="3367968"/>
                  </a:lnTo>
                  <a:lnTo>
                    <a:pt x="2251364" y="3367968"/>
                  </a:lnTo>
                  <a:lnTo>
                    <a:pt x="2251690" y="3367968"/>
                  </a:lnTo>
                  <a:lnTo>
                    <a:pt x="2252015" y="3367968"/>
                  </a:lnTo>
                  <a:lnTo>
                    <a:pt x="2252123" y="3367344"/>
                  </a:lnTo>
                  <a:lnTo>
                    <a:pt x="2252232" y="3366720"/>
                  </a:lnTo>
                  <a:lnTo>
                    <a:pt x="2252449" y="3366720"/>
                  </a:lnTo>
                  <a:lnTo>
                    <a:pt x="2252557" y="3366720"/>
                  </a:lnTo>
                  <a:lnTo>
                    <a:pt x="2252991" y="3366720"/>
                  </a:lnTo>
                  <a:lnTo>
                    <a:pt x="2253099" y="3366720"/>
                  </a:lnTo>
                  <a:lnTo>
                    <a:pt x="2253642" y="3366720"/>
                  </a:lnTo>
                  <a:lnTo>
                    <a:pt x="2253750" y="3366720"/>
                  </a:lnTo>
                  <a:lnTo>
                    <a:pt x="2253859" y="3366720"/>
                  </a:lnTo>
                  <a:lnTo>
                    <a:pt x="2254075" y="3366720"/>
                  </a:lnTo>
                  <a:lnTo>
                    <a:pt x="2254292" y="3366097"/>
                  </a:lnTo>
                  <a:lnTo>
                    <a:pt x="2254401" y="3366097"/>
                  </a:lnTo>
                  <a:lnTo>
                    <a:pt x="2254726" y="3366097"/>
                  </a:lnTo>
                  <a:lnTo>
                    <a:pt x="2255377" y="3364850"/>
                  </a:lnTo>
                  <a:lnTo>
                    <a:pt x="2255377" y="3364226"/>
                  </a:lnTo>
                  <a:lnTo>
                    <a:pt x="2255485" y="3364226"/>
                  </a:lnTo>
                  <a:lnTo>
                    <a:pt x="2255594" y="3363603"/>
                  </a:lnTo>
                  <a:lnTo>
                    <a:pt x="2255594" y="3362979"/>
                  </a:lnTo>
                  <a:lnTo>
                    <a:pt x="2255811" y="3362979"/>
                  </a:lnTo>
                  <a:lnTo>
                    <a:pt x="2256461" y="3362355"/>
                  </a:lnTo>
                  <a:lnTo>
                    <a:pt x="2256570" y="3362355"/>
                  </a:lnTo>
                  <a:lnTo>
                    <a:pt x="2256678" y="3362355"/>
                  </a:lnTo>
                  <a:lnTo>
                    <a:pt x="2256787" y="3362355"/>
                  </a:lnTo>
                  <a:lnTo>
                    <a:pt x="2256787" y="3361732"/>
                  </a:lnTo>
                  <a:lnTo>
                    <a:pt x="2257112" y="3361108"/>
                  </a:lnTo>
                  <a:lnTo>
                    <a:pt x="2257763" y="3360485"/>
                  </a:lnTo>
                  <a:lnTo>
                    <a:pt x="2257980" y="3360485"/>
                  </a:lnTo>
                  <a:lnTo>
                    <a:pt x="2258196" y="3359861"/>
                  </a:lnTo>
                  <a:lnTo>
                    <a:pt x="2258305" y="3359861"/>
                  </a:lnTo>
                  <a:lnTo>
                    <a:pt x="2258413" y="3359861"/>
                  </a:lnTo>
                  <a:lnTo>
                    <a:pt x="2258630" y="3359861"/>
                  </a:lnTo>
                  <a:lnTo>
                    <a:pt x="2258847" y="3359861"/>
                  </a:lnTo>
                  <a:lnTo>
                    <a:pt x="2259172" y="3359861"/>
                  </a:lnTo>
                  <a:lnTo>
                    <a:pt x="2259281" y="3359861"/>
                  </a:lnTo>
                  <a:lnTo>
                    <a:pt x="2259389" y="3357990"/>
                  </a:lnTo>
                  <a:lnTo>
                    <a:pt x="2259498" y="3357990"/>
                  </a:lnTo>
                  <a:lnTo>
                    <a:pt x="2259715" y="3357990"/>
                  </a:lnTo>
                  <a:lnTo>
                    <a:pt x="2259823" y="3357990"/>
                  </a:lnTo>
                  <a:lnTo>
                    <a:pt x="2260474" y="3357990"/>
                  </a:lnTo>
                  <a:lnTo>
                    <a:pt x="2260582" y="3357990"/>
                  </a:lnTo>
                  <a:lnTo>
                    <a:pt x="2260691" y="3357990"/>
                  </a:lnTo>
                  <a:lnTo>
                    <a:pt x="2261233" y="3357990"/>
                  </a:lnTo>
                  <a:lnTo>
                    <a:pt x="2261341" y="3357990"/>
                  </a:lnTo>
                  <a:lnTo>
                    <a:pt x="2261558" y="3357367"/>
                  </a:lnTo>
                  <a:lnTo>
                    <a:pt x="2261884" y="3356120"/>
                  </a:lnTo>
                  <a:lnTo>
                    <a:pt x="2261884" y="3355496"/>
                  </a:lnTo>
                  <a:lnTo>
                    <a:pt x="2262101" y="3354249"/>
                  </a:lnTo>
                  <a:lnTo>
                    <a:pt x="2262209" y="3353625"/>
                  </a:lnTo>
                  <a:lnTo>
                    <a:pt x="2262317" y="3353625"/>
                  </a:lnTo>
                  <a:lnTo>
                    <a:pt x="2262426" y="3353625"/>
                  </a:lnTo>
                  <a:lnTo>
                    <a:pt x="2262534" y="3353002"/>
                  </a:lnTo>
                  <a:lnTo>
                    <a:pt x="2262860" y="3353002"/>
                  </a:lnTo>
                  <a:lnTo>
                    <a:pt x="2263402" y="3351754"/>
                  </a:lnTo>
                  <a:lnTo>
                    <a:pt x="2263619" y="3351754"/>
                  </a:lnTo>
                  <a:lnTo>
                    <a:pt x="2263727" y="3351754"/>
                  </a:lnTo>
                  <a:lnTo>
                    <a:pt x="2264161" y="3351131"/>
                  </a:lnTo>
                  <a:lnTo>
                    <a:pt x="2264270" y="3351131"/>
                  </a:lnTo>
                  <a:lnTo>
                    <a:pt x="2264486" y="3351131"/>
                  </a:lnTo>
                  <a:lnTo>
                    <a:pt x="2264812" y="3350507"/>
                  </a:lnTo>
                  <a:lnTo>
                    <a:pt x="2264920" y="3350507"/>
                  </a:lnTo>
                  <a:lnTo>
                    <a:pt x="2265246" y="3350507"/>
                  </a:lnTo>
                  <a:lnTo>
                    <a:pt x="2265354" y="3350507"/>
                  </a:lnTo>
                  <a:lnTo>
                    <a:pt x="2265354" y="3349884"/>
                  </a:lnTo>
                  <a:lnTo>
                    <a:pt x="2265788" y="3349884"/>
                  </a:lnTo>
                  <a:lnTo>
                    <a:pt x="2265896" y="3349884"/>
                  </a:lnTo>
                  <a:lnTo>
                    <a:pt x="2266655" y="3349260"/>
                  </a:lnTo>
                  <a:lnTo>
                    <a:pt x="2266764" y="3349260"/>
                  </a:lnTo>
                  <a:lnTo>
                    <a:pt x="2267089" y="3349260"/>
                  </a:lnTo>
                  <a:lnTo>
                    <a:pt x="2267306" y="3349260"/>
                  </a:lnTo>
                  <a:lnTo>
                    <a:pt x="2267740" y="3348013"/>
                  </a:lnTo>
                  <a:lnTo>
                    <a:pt x="2268065" y="3348013"/>
                  </a:lnTo>
                  <a:lnTo>
                    <a:pt x="2268282" y="3348013"/>
                  </a:lnTo>
                  <a:lnTo>
                    <a:pt x="2268391" y="3348013"/>
                  </a:lnTo>
                  <a:lnTo>
                    <a:pt x="2268499" y="3348013"/>
                  </a:lnTo>
                  <a:lnTo>
                    <a:pt x="2268716" y="3348013"/>
                  </a:lnTo>
                  <a:lnTo>
                    <a:pt x="2268824" y="3348013"/>
                  </a:lnTo>
                  <a:lnTo>
                    <a:pt x="2268933" y="3348013"/>
                  </a:lnTo>
                  <a:lnTo>
                    <a:pt x="2269150" y="3348013"/>
                  </a:lnTo>
                  <a:lnTo>
                    <a:pt x="2269258" y="3348013"/>
                  </a:lnTo>
                  <a:lnTo>
                    <a:pt x="2269258" y="3346766"/>
                  </a:lnTo>
                  <a:lnTo>
                    <a:pt x="2269367" y="3346766"/>
                  </a:lnTo>
                  <a:lnTo>
                    <a:pt x="2269475" y="3346766"/>
                  </a:lnTo>
                  <a:lnTo>
                    <a:pt x="2269692" y="3346766"/>
                  </a:lnTo>
                  <a:lnTo>
                    <a:pt x="2270126" y="3345519"/>
                  </a:lnTo>
                  <a:lnTo>
                    <a:pt x="2270343" y="3345519"/>
                  </a:lnTo>
                  <a:lnTo>
                    <a:pt x="2270451" y="3345519"/>
                  </a:lnTo>
                  <a:lnTo>
                    <a:pt x="2270993" y="3345519"/>
                  </a:lnTo>
                  <a:lnTo>
                    <a:pt x="2271210" y="3345519"/>
                  </a:lnTo>
                  <a:lnTo>
                    <a:pt x="2271319" y="3345519"/>
                  </a:lnTo>
                  <a:lnTo>
                    <a:pt x="2271427" y="3344271"/>
                  </a:lnTo>
                  <a:lnTo>
                    <a:pt x="2271644" y="3343648"/>
                  </a:lnTo>
                  <a:lnTo>
                    <a:pt x="2271752" y="3343648"/>
                  </a:lnTo>
                  <a:lnTo>
                    <a:pt x="2271861" y="3343648"/>
                  </a:lnTo>
                  <a:lnTo>
                    <a:pt x="2272837" y="3343024"/>
                  </a:lnTo>
                  <a:lnTo>
                    <a:pt x="2273162" y="3343024"/>
                  </a:lnTo>
                  <a:lnTo>
                    <a:pt x="2273379" y="3342401"/>
                  </a:lnTo>
                  <a:lnTo>
                    <a:pt x="2273488" y="3342401"/>
                  </a:lnTo>
                  <a:lnTo>
                    <a:pt x="2273704" y="3342401"/>
                  </a:lnTo>
                  <a:lnTo>
                    <a:pt x="2273813" y="3342401"/>
                  </a:lnTo>
                  <a:lnTo>
                    <a:pt x="2274030" y="3342401"/>
                  </a:lnTo>
                  <a:lnTo>
                    <a:pt x="2274138" y="3342401"/>
                  </a:lnTo>
                  <a:lnTo>
                    <a:pt x="2274897" y="3342401"/>
                  </a:lnTo>
                  <a:lnTo>
                    <a:pt x="2275006" y="3342401"/>
                  </a:lnTo>
                  <a:lnTo>
                    <a:pt x="2275114" y="3342401"/>
                  </a:lnTo>
                  <a:lnTo>
                    <a:pt x="2275223" y="3341777"/>
                  </a:lnTo>
                  <a:lnTo>
                    <a:pt x="2275331" y="3341777"/>
                  </a:lnTo>
                  <a:lnTo>
                    <a:pt x="2275548" y="3341777"/>
                  </a:lnTo>
                  <a:lnTo>
                    <a:pt x="2275656" y="3341777"/>
                  </a:lnTo>
                  <a:lnTo>
                    <a:pt x="2275765" y="3341777"/>
                  </a:lnTo>
                  <a:lnTo>
                    <a:pt x="2275982" y="3341777"/>
                  </a:lnTo>
                  <a:lnTo>
                    <a:pt x="2275982" y="3341154"/>
                  </a:lnTo>
                  <a:lnTo>
                    <a:pt x="2276958" y="3338659"/>
                  </a:lnTo>
                  <a:lnTo>
                    <a:pt x="2277066" y="3338659"/>
                  </a:lnTo>
                  <a:lnTo>
                    <a:pt x="2277066" y="3338036"/>
                  </a:lnTo>
                  <a:lnTo>
                    <a:pt x="2277175" y="3338036"/>
                  </a:lnTo>
                  <a:lnTo>
                    <a:pt x="2277175" y="3337412"/>
                  </a:lnTo>
                  <a:lnTo>
                    <a:pt x="2277283" y="3337412"/>
                  </a:lnTo>
                  <a:lnTo>
                    <a:pt x="2277392" y="3337412"/>
                  </a:lnTo>
                  <a:lnTo>
                    <a:pt x="2277392" y="3336788"/>
                  </a:lnTo>
                  <a:lnTo>
                    <a:pt x="2277609" y="3336788"/>
                  </a:lnTo>
                  <a:lnTo>
                    <a:pt x="2277717" y="3336165"/>
                  </a:lnTo>
                  <a:lnTo>
                    <a:pt x="2277934" y="3336165"/>
                  </a:lnTo>
                  <a:lnTo>
                    <a:pt x="2278042" y="3336165"/>
                  </a:lnTo>
                  <a:lnTo>
                    <a:pt x="2278151" y="3336165"/>
                  </a:lnTo>
                  <a:lnTo>
                    <a:pt x="2278476" y="3335541"/>
                  </a:lnTo>
                  <a:lnTo>
                    <a:pt x="2278585" y="3335541"/>
                  </a:lnTo>
                  <a:lnTo>
                    <a:pt x="2279127" y="3335541"/>
                  </a:lnTo>
                  <a:lnTo>
                    <a:pt x="2279235" y="3335541"/>
                  </a:lnTo>
                  <a:lnTo>
                    <a:pt x="2279235" y="3334918"/>
                  </a:lnTo>
                  <a:lnTo>
                    <a:pt x="2279344" y="3333671"/>
                  </a:lnTo>
                  <a:lnTo>
                    <a:pt x="2280103" y="3333047"/>
                  </a:lnTo>
                  <a:lnTo>
                    <a:pt x="2280320" y="3333047"/>
                  </a:lnTo>
                  <a:lnTo>
                    <a:pt x="2280428" y="3333047"/>
                  </a:lnTo>
                  <a:lnTo>
                    <a:pt x="2280537" y="3333047"/>
                  </a:lnTo>
                  <a:lnTo>
                    <a:pt x="2280645" y="3333047"/>
                  </a:lnTo>
                  <a:lnTo>
                    <a:pt x="2280753" y="3333047"/>
                  </a:lnTo>
                  <a:lnTo>
                    <a:pt x="2280970" y="3332423"/>
                  </a:lnTo>
                  <a:lnTo>
                    <a:pt x="2281079" y="3332423"/>
                  </a:lnTo>
                  <a:lnTo>
                    <a:pt x="2281730" y="3332423"/>
                  </a:lnTo>
                  <a:lnTo>
                    <a:pt x="2281838" y="3331176"/>
                  </a:lnTo>
                  <a:lnTo>
                    <a:pt x="2281946" y="3331176"/>
                  </a:lnTo>
                  <a:lnTo>
                    <a:pt x="2282163" y="3331176"/>
                  </a:lnTo>
                  <a:lnTo>
                    <a:pt x="2282272" y="3331176"/>
                  </a:lnTo>
                  <a:lnTo>
                    <a:pt x="2282489" y="3330553"/>
                  </a:lnTo>
                  <a:lnTo>
                    <a:pt x="2282597" y="3330553"/>
                  </a:lnTo>
                  <a:lnTo>
                    <a:pt x="2283139" y="3329929"/>
                  </a:lnTo>
                  <a:lnTo>
                    <a:pt x="2284332" y="3328682"/>
                  </a:lnTo>
                  <a:lnTo>
                    <a:pt x="2284441" y="3328682"/>
                  </a:lnTo>
                  <a:lnTo>
                    <a:pt x="2284658" y="3328682"/>
                  </a:lnTo>
                  <a:lnTo>
                    <a:pt x="2285200" y="3328682"/>
                  </a:lnTo>
                  <a:lnTo>
                    <a:pt x="2285308" y="3328058"/>
                  </a:lnTo>
                  <a:lnTo>
                    <a:pt x="2285525" y="3328058"/>
                  </a:lnTo>
                  <a:lnTo>
                    <a:pt x="2285742" y="3328058"/>
                  </a:lnTo>
                  <a:lnTo>
                    <a:pt x="2285851" y="3328058"/>
                  </a:lnTo>
                  <a:lnTo>
                    <a:pt x="2286393" y="3326188"/>
                  </a:lnTo>
                  <a:lnTo>
                    <a:pt x="2286610" y="3326188"/>
                  </a:lnTo>
                  <a:lnTo>
                    <a:pt x="2286718" y="3326188"/>
                  </a:lnTo>
                  <a:lnTo>
                    <a:pt x="2286827" y="3326188"/>
                  </a:lnTo>
                  <a:lnTo>
                    <a:pt x="2286935" y="3326188"/>
                  </a:lnTo>
                  <a:lnTo>
                    <a:pt x="2287043" y="3326188"/>
                  </a:lnTo>
                  <a:lnTo>
                    <a:pt x="2287152" y="3326188"/>
                  </a:lnTo>
                  <a:lnTo>
                    <a:pt x="2287369" y="3326188"/>
                  </a:lnTo>
                  <a:lnTo>
                    <a:pt x="2287477" y="3324940"/>
                  </a:lnTo>
                  <a:lnTo>
                    <a:pt x="2287803" y="3324940"/>
                  </a:lnTo>
                  <a:lnTo>
                    <a:pt x="2288019" y="3324940"/>
                  </a:lnTo>
                  <a:lnTo>
                    <a:pt x="2288345" y="3324940"/>
                  </a:lnTo>
                  <a:lnTo>
                    <a:pt x="2288453" y="3324940"/>
                  </a:lnTo>
                  <a:lnTo>
                    <a:pt x="2288995" y="3324940"/>
                  </a:lnTo>
                  <a:lnTo>
                    <a:pt x="2289212" y="3323693"/>
                  </a:lnTo>
                  <a:lnTo>
                    <a:pt x="2289321" y="3323693"/>
                  </a:lnTo>
                  <a:lnTo>
                    <a:pt x="2289755" y="3322446"/>
                  </a:lnTo>
                  <a:lnTo>
                    <a:pt x="2289863" y="3322446"/>
                  </a:lnTo>
                  <a:lnTo>
                    <a:pt x="2289972" y="3321823"/>
                  </a:lnTo>
                  <a:lnTo>
                    <a:pt x="2290080" y="3321823"/>
                  </a:lnTo>
                  <a:lnTo>
                    <a:pt x="2290188" y="3321823"/>
                  </a:lnTo>
                  <a:lnTo>
                    <a:pt x="2290405" y="3321823"/>
                  </a:lnTo>
                  <a:lnTo>
                    <a:pt x="2290514" y="3321823"/>
                  </a:lnTo>
                  <a:lnTo>
                    <a:pt x="2290731" y="3321823"/>
                  </a:lnTo>
                  <a:lnTo>
                    <a:pt x="2290839" y="3321823"/>
                  </a:lnTo>
                  <a:lnTo>
                    <a:pt x="2291164" y="3320575"/>
                  </a:lnTo>
                  <a:lnTo>
                    <a:pt x="2291381" y="3320575"/>
                  </a:lnTo>
                  <a:lnTo>
                    <a:pt x="2291490" y="3320575"/>
                  </a:lnTo>
                  <a:lnTo>
                    <a:pt x="2291598" y="3320575"/>
                  </a:lnTo>
                  <a:lnTo>
                    <a:pt x="2292032" y="3319952"/>
                  </a:lnTo>
                  <a:lnTo>
                    <a:pt x="2292249" y="3319328"/>
                  </a:lnTo>
                  <a:lnTo>
                    <a:pt x="2292357" y="3318705"/>
                  </a:lnTo>
                  <a:lnTo>
                    <a:pt x="2292466" y="3318081"/>
                  </a:lnTo>
                  <a:lnTo>
                    <a:pt x="2292574" y="3318081"/>
                  </a:lnTo>
                  <a:lnTo>
                    <a:pt x="2292683" y="3318081"/>
                  </a:lnTo>
                  <a:lnTo>
                    <a:pt x="2292791" y="3318081"/>
                  </a:lnTo>
                  <a:lnTo>
                    <a:pt x="2293442" y="3316834"/>
                  </a:lnTo>
                  <a:lnTo>
                    <a:pt x="2293550" y="3316834"/>
                  </a:lnTo>
                  <a:lnTo>
                    <a:pt x="2293659" y="3316834"/>
                  </a:lnTo>
                  <a:lnTo>
                    <a:pt x="2293767" y="3316834"/>
                  </a:lnTo>
                  <a:lnTo>
                    <a:pt x="2293876" y="3316834"/>
                  </a:lnTo>
                  <a:lnTo>
                    <a:pt x="2294201" y="3316834"/>
                  </a:lnTo>
                  <a:lnTo>
                    <a:pt x="2294526" y="3316210"/>
                  </a:lnTo>
                  <a:lnTo>
                    <a:pt x="2294743" y="3316210"/>
                  </a:lnTo>
                  <a:lnTo>
                    <a:pt x="2294852" y="3316210"/>
                  </a:lnTo>
                  <a:lnTo>
                    <a:pt x="2294960" y="3315587"/>
                  </a:lnTo>
                  <a:lnTo>
                    <a:pt x="2295177" y="3315587"/>
                  </a:lnTo>
                  <a:lnTo>
                    <a:pt x="2295394" y="3315587"/>
                  </a:lnTo>
                  <a:lnTo>
                    <a:pt x="2295719" y="3315587"/>
                  </a:lnTo>
                  <a:lnTo>
                    <a:pt x="2295936" y="3313092"/>
                  </a:lnTo>
                  <a:lnTo>
                    <a:pt x="2296045" y="3313092"/>
                  </a:lnTo>
                  <a:lnTo>
                    <a:pt x="2296695" y="3313092"/>
                  </a:lnTo>
                  <a:lnTo>
                    <a:pt x="2296912" y="3313092"/>
                  </a:lnTo>
                  <a:lnTo>
                    <a:pt x="2297021" y="3313092"/>
                  </a:lnTo>
                  <a:lnTo>
                    <a:pt x="2297129" y="3313092"/>
                  </a:lnTo>
                  <a:lnTo>
                    <a:pt x="2297237" y="3313092"/>
                  </a:lnTo>
                  <a:lnTo>
                    <a:pt x="2297454" y="3313092"/>
                  </a:lnTo>
                  <a:lnTo>
                    <a:pt x="2297454" y="3312469"/>
                  </a:lnTo>
                  <a:lnTo>
                    <a:pt x="2297888" y="3311222"/>
                  </a:lnTo>
                  <a:lnTo>
                    <a:pt x="2298105" y="3311222"/>
                  </a:lnTo>
                  <a:lnTo>
                    <a:pt x="2298213" y="3311222"/>
                  </a:lnTo>
                  <a:lnTo>
                    <a:pt x="2298647" y="3311222"/>
                  </a:lnTo>
                  <a:lnTo>
                    <a:pt x="2298756" y="3311222"/>
                  </a:lnTo>
                  <a:lnTo>
                    <a:pt x="2298864" y="3311222"/>
                  </a:lnTo>
                  <a:lnTo>
                    <a:pt x="2298973" y="3311222"/>
                  </a:lnTo>
                  <a:lnTo>
                    <a:pt x="2299190" y="3311222"/>
                  </a:lnTo>
                  <a:lnTo>
                    <a:pt x="2299298" y="3311222"/>
                  </a:lnTo>
                  <a:lnTo>
                    <a:pt x="2299406" y="3311222"/>
                  </a:lnTo>
                  <a:lnTo>
                    <a:pt x="2299623" y="3311222"/>
                  </a:lnTo>
                  <a:lnTo>
                    <a:pt x="2299732" y="3311222"/>
                  </a:lnTo>
                  <a:lnTo>
                    <a:pt x="2300057" y="3310598"/>
                  </a:lnTo>
                  <a:lnTo>
                    <a:pt x="2300274" y="3307480"/>
                  </a:lnTo>
                  <a:lnTo>
                    <a:pt x="2300708" y="3307480"/>
                  </a:lnTo>
                  <a:lnTo>
                    <a:pt x="2300708" y="3306857"/>
                  </a:lnTo>
                  <a:lnTo>
                    <a:pt x="2300708" y="3306233"/>
                  </a:lnTo>
                  <a:lnTo>
                    <a:pt x="2300816" y="3306233"/>
                  </a:lnTo>
                  <a:lnTo>
                    <a:pt x="2300925" y="3306233"/>
                  </a:lnTo>
                  <a:lnTo>
                    <a:pt x="2301033" y="3305609"/>
                  </a:lnTo>
                  <a:lnTo>
                    <a:pt x="2301250" y="3304986"/>
                  </a:lnTo>
                  <a:lnTo>
                    <a:pt x="2301250" y="3304362"/>
                  </a:lnTo>
                  <a:lnTo>
                    <a:pt x="2301575" y="3304362"/>
                  </a:lnTo>
                  <a:lnTo>
                    <a:pt x="2301684" y="3304362"/>
                  </a:lnTo>
                  <a:lnTo>
                    <a:pt x="2302551" y="3303739"/>
                  </a:lnTo>
                  <a:lnTo>
                    <a:pt x="2302768" y="3303739"/>
                  </a:lnTo>
                  <a:lnTo>
                    <a:pt x="2302877" y="3303739"/>
                  </a:lnTo>
                  <a:lnTo>
                    <a:pt x="2303094" y="3303739"/>
                  </a:lnTo>
                  <a:lnTo>
                    <a:pt x="2303311" y="3303739"/>
                  </a:lnTo>
                  <a:lnTo>
                    <a:pt x="2303527" y="3303739"/>
                  </a:lnTo>
                  <a:lnTo>
                    <a:pt x="2303636" y="3303739"/>
                  </a:lnTo>
                  <a:lnTo>
                    <a:pt x="2303636" y="3303115"/>
                  </a:lnTo>
                  <a:lnTo>
                    <a:pt x="2304178" y="3303115"/>
                  </a:lnTo>
                  <a:lnTo>
                    <a:pt x="2304503" y="3303115"/>
                  </a:lnTo>
                  <a:lnTo>
                    <a:pt x="2304720" y="3303115"/>
                  </a:lnTo>
                  <a:lnTo>
                    <a:pt x="2304937" y="3303115"/>
                  </a:lnTo>
                  <a:lnTo>
                    <a:pt x="2305046" y="3302491"/>
                  </a:lnTo>
                  <a:lnTo>
                    <a:pt x="2305263" y="3302491"/>
                  </a:lnTo>
                  <a:lnTo>
                    <a:pt x="2305371" y="3302491"/>
                  </a:lnTo>
                  <a:lnTo>
                    <a:pt x="2305479" y="3302491"/>
                  </a:lnTo>
                  <a:lnTo>
                    <a:pt x="2305913" y="3301868"/>
                  </a:lnTo>
                  <a:lnTo>
                    <a:pt x="2306022" y="3301868"/>
                  </a:lnTo>
                  <a:lnTo>
                    <a:pt x="2306130" y="3301868"/>
                  </a:lnTo>
                  <a:lnTo>
                    <a:pt x="2306672" y="3300621"/>
                  </a:lnTo>
                  <a:lnTo>
                    <a:pt x="2306781" y="3300621"/>
                  </a:lnTo>
                  <a:lnTo>
                    <a:pt x="2306889" y="3299997"/>
                  </a:lnTo>
                  <a:lnTo>
                    <a:pt x="2306998" y="3299997"/>
                  </a:lnTo>
                  <a:lnTo>
                    <a:pt x="2307540" y="3299997"/>
                  </a:lnTo>
                  <a:lnTo>
                    <a:pt x="2307648" y="3299374"/>
                  </a:lnTo>
                  <a:lnTo>
                    <a:pt x="2307757" y="3299374"/>
                  </a:lnTo>
                  <a:lnTo>
                    <a:pt x="2307865" y="3298750"/>
                  </a:lnTo>
                  <a:lnTo>
                    <a:pt x="2307974" y="3298750"/>
                  </a:lnTo>
                  <a:lnTo>
                    <a:pt x="2308082" y="3298750"/>
                  </a:lnTo>
                  <a:lnTo>
                    <a:pt x="2308408" y="3298750"/>
                  </a:lnTo>
                  <a:lnTo>
                    <a:pt x="2308624" y="3298126"/>
                  </a:lnTo>
                  <a:lnTo>
                    <a:pt x="2308841" y="3297503"/>
                  </a:lnTo>
                  <a:lnTo>
                    <a:pt x="2309058" y="3296879"/>
                  </a:lnTo>
                  <a:lnTo>
                    <a:pt x="2309167" y="3296879"/>
                  </a:lnTo>
                  <a:lnTo>
                    <a:pt x="2309275" y="3296879"/>
                  </a:lnTo>
                  <a:lnTo>
                    <a:pt x="2309492" y="3296879"/>
                  </a:lnTo>
                  <a:lnTo>
                    <a:pt x="2310143" y="3295632"/>
                  </a:lnTo>
                  <a:lnTo>
                    <a:pt x="2310143" y="3295008"/>
                  </a:lnTo>
                  <a:lnTo>
                    <a:pt x="2310251" y="3295008"/>
                  </a:lnTo>
                  <a:lnTo>
                    <a:pt x="2310360" y="3295008"/>
                  </a:lnTo>
                  <a:lnTo>
                    <a:pt x="2310468" y="3294385"/>
                  </a:lnTo>
                  <a:lnTo>
                    <a:pt x="2310576" y="3294385"/>
                  </a:lnTo>
                  <a:lnTo>
                    <a:pt x="2310685" y="3294385"/>
                  </a:lnTo>
                  <a:lnTo>
                    <a:pt x="2310902" y="3293761"/>
                  </a:lnTo>
                  <a:lnTo>
                    <a:pt x="2311010" y="3293761"/>
                  </a:lnTo>
                  <a:lnTo>
                    <a:pt x="2311227" y="3293138"/>
                  </a:lnTo>
                  <a:lnTo>
                    <a:pt x="2311336" y="3293138"/>
                  </a:lnTo>
                  <a:lnTo>
                    <a:pt x="2311661" y="3293138"/>
                  </a:lnTo>
                  <a:lnTo>
                    <a:pt x="2311769" y="3293138"/>
                  </a:lnTo>
                  <a:lnTo>
                    <a:pt x="2311878" y="3293138"/>
                  </a:lnTo>
                  <a:lnTo>
                    <a:pt x="2311986" y="3293138"/>
                  </a:lnTo>
                  <a:lnTo>
                    <a:pt x="2312529" y="3292514"/>
                  </a:lnTo>
                  <a:lnTo>
                    <a:pt x="2312637" y="3292514"/>
                  </a:lnTo>
                  <a:lnTo>
                    <a:pt x="2312854" y="3292514"/>
                  </a:lnTo>
                  <a:lnTo>
                    <a:pt x="2313179" y="3291891"/>
                  </a:lnTo>
                  <a:lnTo>
                    <a:pt x="2313288" y="3291891"/>
                  </a:lnTo>
                  <a:lnTo>
                    <a:pt x="2313396" y="3291891"/>
                  </a:lnTo>
                  <a:lnTo>
                    <a:pt x="2313721" y="3291267"/>
                  </a:lnTo>
                  <a:lnTo>
                    <a:pt x="2314047" y="3291267"/>
                  </a:lnTo>
                  <a:lnTo>
                    <a:pt x="2314155" y="3291267"/>
                  </a:lnTo>
                  <a:lnTo>
                    <a:pt x="2314264" y="3291267"/>
                  </a:lnTo>
                  <a:lnTo>
                    <a:pt x="2314372" y="3290643"/>
                  </a:lnTo>
                  <a:lnTo>
                    <a:pt x="2314481" y="3290643"/>
                  </a:lnTo>
                  <a:lnTo>
                    <a:pt x="2314589" y="3290643"/>
                  </a:lnTo>
                  <a:lnTo>
                    <a:pt x="2314697" y="3290643"/>
                  </a:lnTo>
                  <a:lnTo>
                    <a:pt x="2314806" y="3289396"/>
                  </a:lnTo>
                  <a:lnTo>
                    <a:pt x="2315023" y="3289396"/>
                  </a:lnTo>
                  <a:lnTo>
                    <a:pt x="2315023" y="3288773"/>
                  </a:lnTo>
                  <a:lnTo>
                    <a:pt x="2315999" y="3288773"/>
                  </a:lnTo>
                  <a:lnTo>
                    <a:pt x="2316433" y="3288773"/>
                  </a:lnTo>
                  <a:lnTo>
                    <a:pt x="2317192" y="3288773"/>
                  </a:lnTo>
                  <a:lnTo>
                    <a:pt x="2317409" y="3288773"/>
                  </a:lnTo>
                  <a:lnTo>
                    <a:pt x="2317517" y="3288773"/>
                  </a:lnTo>
                  <a:lnTo>
                    <a:pt x="2317626" y="3288149"/>
                  </a:lnTo>
                  <a:lnTo>
                    <a:pt x="2317734" y="3288149"/>
                  </a:lnTo>
                  <a:lnTo>
                    <a:pt x="2317734" y="3287525"/>
                  </a:lnTo>
                  <a:lnTo>
                    <a:pt x="2317842" y="3287525"/>
                  </a:lnTo>
                  <a:lnTo>
                    <a:pt x="2317842" y="3286902"/>
                  </a:lnTo>
                  <a:lnTo>
                    <a:pt x="2317951" y="3286902"/>
                  </a:lnTo>
                  <a:lnTo>
                    <a:pt x="2318059" y="3286902"/>
                  </a:lnTo>
                  <a:lnTo>
                    <a:pt x="2318168" y="3286902"/>
                  </a:lnTo>
                  <a:lnTo>
                    <a:pt x="2318276" y="3286902"/>
                  </a:lnTo>
                  <a:lnTo>
                    <a:pt x="2318493" y="3285655"/>
                  </a:lnTo>
                  <a:lnTo>
                    <a:pt x="2318602" y="3285655"/>
                  </a:lnTo>
                  <a:lnTo>
                    <a:pt x="2318927" y="3285655"/>
                  </a:lnTo>
                  <a:lnTo>
                    <a:pt x="2319035" y="3285031"/>
                  </a:lnTo>
                  <a:lnTo>
                    <a:pt x="2319144" y="3284408"/>
                  </a:lnTo>
                  <a:lnTo>
                    <a:pt x="2319469" y="3283784"/>
                  </a:lnTo>
                  <a:lnTo>
                    <a:pt x="2319469" y="3283160"/>
                  </a:lnTo>
                  <a:lnTo>
                    <a:pt x="2319578" y="3283160"/>
                  </a:lnTo>
                  <a:lnTo>
                    <a:pt x="2319794" y="3283160"/>
                  </a:lnTo>
                  <a:lnTo>
                    <a:pt x="2320011" y="3282537"/>
                  </a:lnTo>
                  <a:lnTo>
                    <a:pt x="2320120" y="3282537"/>
                  </a:lnTo>
                  <a:lnTo>
                    <a:pt x="2320120" y="3281913"/>
                  </a:lnTo>
                  <a:lnTo>
                    <a:pt x="2320445" y="3280042"/>
                  </a:lnTo>
                  <a:lnTo>
                    <a:pt x="2320554" y="3280042"/>
                  </a:lnTo>
                  <a:lnTo>
                    <a:pt x="2320662" y="3280042"/>
                  </a:lnTo>
                  <a:lnTo>
                    <a:pt x="2320987" y="3280042"/>
                  </a:lnTo>
                  <a:lnTo>
                    <a:pt x="2321421" y="3279419"/>
                  </a:lnTo>
                  <a:lnTo>
                    <a:pt x="2321638" y="3279419"/>
                  </a:lnTo>
                  <a:lnTo>
                    <a:pt x="2321747" y="3279419"/>
                  </a:lnTo>
                  <a:lnTo>
                    <a:pt x="2321963" y="3278795"/>
                  </a:lnTo>
                  <a:lnTo>
                    <a:pt x="2322072" y="3278172"/>
                  </a:lnTo>
                  <a:lnTo>
                    <a:pt x="2322180" y="3278172"/>
                  </a:lnTo>
                  <a:lnTo>
                    <a:pt x="2322180" y="3277548"/>
                  </a:lnTo>
                  <a:lnTo>
                    <a:pt x="2322397" y="3277548"/>
                  </a:lnTo>
                  <a:lnTo>
                    <a:pt x="2322506" y="3277548"/>
                  </a:lnTo>
                  <a:lnTo>
                    <a:pt x="2322614" y="3277548"/>
                  </a:lnTo>
                  <a:lnTo>
                    <a:pt x="2322831" y="3277548"/>
                  </a:lnTo>
                  <a:lnTo>
                    <a:pt x="2322831" y="3276925"/>
                  </a:lnTo>
                  <a:lnTo>
                    <a:pt x="2322831" y="3276301"/>
                  </a:lnTo>
                  <a:lnTo>
                    <a:pt x="2323048" y="3276301"/>
                  </a:lnTo>
                  <a:lnTo>
                    <a:pt x="2323156" y="3275677"/>
                  </a:lnTo>
                  <a:lnTo>
                    <a:pt x="2323265" y="3275677"/>
                  </a:lnTo>
                  <a:lnTo>
                    <a:pt x="2323590" y="3275677"/>
                  </a:lnTo>
                  <a:lnTo>
                    <a:pt x="2323590" y="3275054"/>
                  </a:lnTo>
                  <a:lnTo>
                    <a:pt x="2323807" y="3275054"/>
                  </a:lnTo>
                  <a:lnTo>
                    <a:pt x="2323915" y="3275054"/>
                  </a:lnTo>
                  <a:lnTo>
                    <a:pt x="2324241" y="3275054"/>
                  </a:lnTo>
                  <a:lnTo>
                    <a:pt x="2324349" y="3275054"/>
                  </a:lnTo>
                  <a:lnTo>
                    <a:pt x="2324566" y="3275054"/>
                  </a:lnTo>
                  <a:lnTo>
                    <a:pt x="2324675" y="3275054"/>
                  </a:lnTo>
                  <a:lnTo>
                    <a:pt x="2324892" y="3275054"/>
                  </a:lnTo>
                  <a:lnTo>
                    <a:pt x="2325000" y="3275054"/>
                  </a:lnTo>
                  <a:lnTo>
                    <a:pt x="2325000" y="3274430"/>
                  </a:lnTo>
                  <a:lnTo>
                    <a:pt x="2325217" y="3274430"/>
                  </a:lnTo>
                  <a:lnTo>
                    <a:pt x="2325325" y="3273807"/>
                  </a:lnTo>
                  <a:lnTo>
                    <a:pt x="2325542" y="3273807"/>
                  </a:lnTo>
                  <a:lnTo>
                    <a:pt x="2325542" y="3271936"/>
                  </a:lnTo>
                  <a:lnTo>
                    <a:pt x="2325651" y="3271936"/>
                  </a:lnTo>
                  <a:lnTo>
                    <a:pt x="2325759" y="3271312"/>
                  </a:lnTo>
                  <a:lnTo>
                    <a:pt x="2325868" y="3271312"/>
                  </a:lnTo>
                  <a:lnTo>
                    <a:pt x="2325976" y="3271312"/>
                  </a:lnTo>
                  <a:lnTo>
                    <a:pt x="2326084" y="3271312"/>
                  </a:lnTo>
                  <a:lnTo>
                    <a:pt x="2326193" y="3271312"/>
                  </a:lnTo>
                  <a:lnTo>
                    <a:pt x="2326627" y="3271312"/>
                  </a:lnTo>
                  <a:lnTo>
                    <a:pt x="2329880" y="3266324"/>
                  </a:lnTo>
                  <a:lnTo>
                    <a:pt x="2330097" y="3266324"/>
                  </a:lnTo>
                  <a:lnTo>
                    <a:pt x="2330531" y="3266324"/>
                  </a:lnTo>
                  <a:lnTo>
                    <a:pt x="2330856" y="3266324"/>
                  </a:lnTo>
                  <a:lnTo>
                    <a:pt x="2330965" y="3266324"/>
                  </a:lnTo>
                  <a:lnTo>
                    <a:pt x="2330965" y="3265700"/>
                  </a:lnTo>
                  <a:lnTo>
                    <a:pt x="2331073" y="3265700"/>
                  </a:lnTo>
                  <a:lnTo>
                    <a:pt x="2331398" y="3265700"/>
                  </a:lnTo>
                  <a:lnTo>
                    <a:pt x="2331832" y="3265700"/>
                  </a:lnTo>
                  <a:lnTo>
                    <a:pt x="2331941" y="3265700"/>
                  </a:lnTo>
                  <a:lnTo>
                    <a:pt x="2332049" y="3265700"/>
                  </a:lnTo>
                  <a:lnTo>
                    <a:pt x="2332483" y="3265077"/>
                  </a:lnTo>
                  <a:lnTo>
                    <a:pt x="2333025" y="3265077"/>
                  </a:lnTo>
                  <a:lnTo>
                    <a:pt x="2333134" y="3265077"/>
                  </a:lnTo>
                  <a:lnTo>
                    <a:pt x="2333459" y="3265077"/>
                  </a:lnTo>
                  <a:lnTo>
                    <a:pt x="2333567" y="3265077"/>
                  </a:lnTo>
                  <a:lnTo>
                    <a:pt x="2333784" y="3263829"/>
                  </a:lnTo>
                  <a:lnTo>
                    <a:pt x="2333893" y="3263829"/>
                  </a:lnTo>
                  <a:lnTo>
                    <a:pt x="2333893" y="3263206"/>
                  </a:lnTo>
                  <a:lnTo>
                    <a:pt x="2334001" y="3263206"/>
                  </a:lnTo>
                  <a:lnTo>
                    <a:pt x="2334218" y="3262582"/>
                  </a:lnTo>
                  <a:lnTo>
                    <a:pt x="2334326" y="3262582"/>
                  </a:lnTo>
                  <a:lnTo>
                    <a:pt x="2334543" y="3262582"/>
                  </a:lnTo>
                  <a:lnTo>
                    <a:pt x="2334652" y="3262582"/>
                  </a:lnTo>
                  <a:lnTo>
                    <a:pt x="2335086" y="3262582"/>
                  </a:lnTo>
                  <a:lnTo>
                    <a:pt x="2335628" y="3262582"/>
                  </a:lnTo>
                  <a:lnTo>
                    <a:pt x="2335628" y="3261959"/>
                  </a:lnTo>
                  <a:lnTo>
                    <a:pt x="2336170" y="3261335"/>
                  </a:lnTo>
                  <a:lnTo>
                    <a:pt x="2336712" y="3261335"/>
                  </a:lnTo>
                  <a:lnTo>
                    <a:pt x="2337038" y="3261335"/>
                  </a:lnTo>
                  <a:lnTo>
                    <a:pt x="2337471" y="3261335"/>
                  </a:lnTo>
                  <a:lnTo>
                    <a:pt x="2337471" y="3260711"/>
                  </a:lnTo>
                  <a:lnTo>
                    <a:pt x="2337797" y="3260088"/>
                  </a:lnTo>
                  <a:lnTo>
                    <a:pt x="2337905" y="3260088"/>
                  </a:lnTo>
                  <a:lnTo>
                    <a:pt x="2338122" y="3260088"/>
                  </a:lnTo>
                  <a:lnTo>
                    <a:pt x="2338664" y="3259464"/>
                  </a:lnTo>
                  <a:lnTo>
                    <a:pt x="2338881" y="3259464"/>
                  </a:lnTo>
                  <a:lnTo>
                    <a:pt x="2338990" y="3258217"/>
                  </a:lnTo>
                  <a:lnTo>
                    <a:pt x="2339640" y="3258217"/>
                  </a:lnTo>
                  <a:lnTo>
                    <a:pt x="2339966" y="3257594"/>
                  </a:lnTo>
                  <a:lnTo>
                    <a:pt x="2339966" y="3256970"/>
                  </a:lnTo>
                  <a:lnTo>
                    <a:pt x="2339966" y="3256346"/>
                  </a:lnTo>
                  <a:lnTo>
                    <a:pt x="2340074" y="3255723"/>
                  </a:lnTo>
                  <a:lnTo>
                    <a:pt x="2340074" y="3255099"/>
                  </a:lnTo>
                  <a:lnTo>
                    <a:pt x="2340291" y="3255099"/>
                  </a:lnTo>
                  <a:lnTo>
                    <a:pt x="2340399" y="3255099"/>
                  </a:lnTo>
                  <a:lnTo>
                    <a:pt x="2340833" y="3255099"/>
                  </a:lnTo>
                  <a:lnTo>
                    <a:pt x="2340942" y="3255099"/>
                  </a:lnTo>
                  <a:lnTo>
                    <a:pt x="2341159" y="3255099"/>
                  </a:lnTo>
                  <a:lnTo>
                    <a:pt x="2341267" y="3255099"/>
                  </a:lnTo>
                  <a:lnTo>
                    <a:pt x="2341375" y="3255099"/>
                  </a:lnTo>
                  <a:lnTo>
                    <a:pt x="2341592" y="3255099"/>
                  </a:lnTo>
                  <a:lnTo>
                    <a:pt x="2341701" y="3255099"/>
                  </a:lnTo>
                  <a:lnTo>
                    <a:pt x="2342026" y="3255099"/>
                  </a:lnTo>
                  <a:lnTo>
                    <a:pt x="2342135" y="3255099"/>
                  </a:lnTo>
                  <a:lnTo>
                    <a:pt x="2342243" y="3255099"/>
                  </a:lnTo>
                  <a:lnTo>
                    <a:pt x="2342460" y="3255099"/>
                  </a:lnTo>
                  <a:lnTo>
                    <a:pt x="2342785" y="3255099"/>
                  </a:lnTo>
                  <a:lnTo>
                    <a:pt x="2342894" y="3255099"/>
                  </a:lnTo>
                  <a:lnTo>
                    <a:pt x="2343002" y="3255099"/>
                  </a:lnTo>
                  <a:lnTo>
                    <a:pt x="2343111" y="3255099"/>
                  </a:lnTo>
                  <a:lnTo>
                    <a:pt x="2343111" y="3254476"/>
                  </a:lnTo>
                  <a:lnTo>
                    <a:pt x="2343219" y="3253228"/>
                  </a:lnTo>
                  <a:lnTo>
                    <a:pt x="2343328" y="3253228"/>
                  </a:lnTo>
                  <a:lnTo>
                    <a:pt x="2343653" y="3253228"/>
                  </a:lnTo>
                  <a:lnTo>
                    <a:pt x="2343761" y="3253228"/>
                  </a:lnTo>
                  <a:lnTo>
                    <a:pt x="2344520" y="3253228"/>
                  </a:lnTo>
                  <a:lnTo>
                    <a:pt x="2344846" y="3251358"/>
                  </a:lnTo>
                  <a:lnTo>
                    <a:pt x="2345171" y="3250734"/>
                  </a:lnTo>
                  <a:lnTo>
                    <a:pt x="2345496" y="3250734"/>
                  </a:lnTo>
                  <a:lnTo>
                    <a:pt x="2345822" y="3250734"/>
                  </a:lnTo>
                  <a:lnTo>
                    <a:pt x="2346473" y="3249487"/>
                  </a:lnTo>
                  <a:lnTo>
                    <a:pt x="2346581" y="3248240"/>
                  </a:lnTo>
                  <a:lnTo>
                    <a:pt x="2347015" y="3247616"/>
                  </a:lnTo>
                  <a:lnTo>
                    <a:pt x="2347123" y="3247616"/>
                  </a:lnTo>
                  <a:lnTo>
                    <a:pt x="2347232" y="3247616"/>
                  </a:lnTo>
                  <a:lnTo>
                    <a:pt x="2347232" y="3246993"/>
                  </a:lnTo>
                  <a:lnTo>
                    <a:pt x="2347340" y="3246993"/>
                  </a:lnTo>
                  <a:lnTo>
                    <a:pt x="2347557" y="3245122"/>
                  </a:lnTo>
                  <a:lnTo>
                    <a:pt x="2347665" y="3243875"/>
                  </a:lnTo>
                  <a:lnTo>
                    <a:pt x="2347774" y="3243875"/>
                  </a:lnTo>
                  <a:lnTo>
                    <a:pt x="2347882" y="3243875"/>
                  </a:lnTo>
                  <a:lnTo>
                    <a:pt x="2347882" y="3243251"/>
                  </a:lnTo>
                  <a:lnTo>
                    <a:pt x="2347991" y="3243251"/>
                  </a:lnTo>
                  <a:lnTo>
                    <a:pt x="2348208" y="3243251"/>
                  </a:lnTo>
                  <a:lnTo>
                    <a:pt x="2348425" y="3243251"/>
                  </a:lnTo>
                  <a:lnTo>
                    <a:pt x="2348641" y="3243251"/>
                  </a:lnTo>
                  <a:lnTo>
                    <a:pt x="2348750" y="3243251"/>
                  </a:lnTo>
                  <a:lnTo>
                    <a:pt x="2349075" y="3243251"/>
                  </a:lnTo>
                  <a:lnTo>
                    <a:pt x="2349184" y="3243251"/>
                  </a:lnTo>
                  <a:lnTo>
                    <a:pt x="2349943" y="3242004"/>
                  </a:lnTo>
                  <a:lnTo>
                    <a:pt x="2350160" y="3242004"/>
                  </a:lnTo>
                  <a:lnTo>
                    <a:pt x="2350268" y="3242004"/>
                  </a:lnTo>
                  <a:lnTo>
                    <a:pt x="2350377" y="3242004"/>
                  </a:lnTo>
                  <a:lnTo>
                    <a:pt x="2350485" y="3241380"/>
                  </a:lnTo>
                  <a:lnTo>
                    <a:pt x="2350485" y="3240757"/>
                  </a:lnTo>
                  <a:lnTo>
                    <a:pt x="2350702" y="3240757"/>
                  </a:lnTo>
                  <a:lnTo>
                    <a:pt x="2351027" y="3240757"/>
                  </a:lnTo>
                  <a:lnTo>
                    <a:pt x="2351353" y="3240757"/>
                  </a:lnTo>
                  <a:lnTo>
                    <a:pt x="2351353" y="3240133"/>
                  </a:lnTo>
                  <a:lnTo>
                    <a:pt x="2351570" y="3240133"/>
                  </a:lnTo>
                  <a:lnTo>
                    <a:pt x="2351678" y="3240133"/>
                  </a:lnTo>
                  <a:lnTo>
                    <a:pt x="2351786" y="3240133"/>
                  </a:lnTo>
                  <a:lnTo>
                    <a:pt x="2352003" y="3240133"/>
                  </a:lnTo>
                  <a:lnTo>
                    <a:pt x="2352329" y="3240133"/>
                  </a:lnTo>
                  <a:lnTo>
                    <a:pt x="2352546" y="3240133"/>
                  </a:lnTo>
                  <a:lnTo>
                    <a:pt x="2352871" y="3239510"/>
                  </a:lnTo>
                  <a:lnTo>
                    <a:pt x="2353196" y="3239510"/>
                  </a:lnTo>
                  <a:lnTo>
                    <a:pt x="2353305" y="3239510"/>
                  </a:lnTo>
                  <a:lnTo>
                    <a:pt x="2353413" y="3239510"/>
                  </a:lnTo>
                  <a:lnTo>
                    <a:pt x="2353522" y="3239510"/>
                  </a:lnTo>
                  <a:lnTo>
                    <a:pt x="2353630" y="3239510"/>
                  </a:lnTo>
                  <a:lnTo>
                    <a:pt x="2353847" y="3239510"/>
                  </a:lnTo>
                  <a:lnTo>
                    <a:pt x="2354064" y="3239510"/>
                  </a:lnTo>
                  <a:lnTo>
                    <a:pt x="2354606" y="3237639"/>
                  </a:lnTo>
                  <a:lnTo>
                    <a:pt x="2354715" y="3237639"/>
                  </a:lnTo>
                  <a:lnTo>
                    <a:pt x="2354823" y="3237639"/>
                  </a:lnTo>
                  <a:lnTo>
                    <a:pt x="2354931" y="3237639"/>
                  </a:lnTo>
                  <a:lnTo>
                    <a:pt x="2355040" y="3237639"/>
                  </a:lnTo>
                  <a:lnTo>
                    <a:pt x="2355040" y="3237015"/>
                  </a:lnTo>
                  <a:lnTo>
                    <a:pt x="2355365" y="3237015"/>
                  </a:lnTo>
                  <a:lnTo>
                    <a:pt x="2355474" y="3237015"/>
                  </a:lnTo>
                  <a:lnTo>
                    <a:pt x="2355582" y="3237015"/>
                  </a:lnTo>
                  <a:lnTo>
                    <a:pt x="2355582" y="3236392"/>
                  </a:lnTo>
                  <a:lnTo>
                    <a:pt x="2355799" y="3236392"/>
                  </a:lnTo>
                  <a:lnTo>
                    <a:pt x="2355907" y="3235768"/>
                  </a:lnTo>
                  <a:lnTo>
                    <a:pt x="2356016" y="3235768"/>
                  </a:lnTo>
                  <a:lnTo>
                    <a:pt x="2356124" y="3235768"/>
                  </a:lnTo>
                  <a:lnTo>
                    <a:pt x="2356233" y="3235768"/>
                  </a:lnTo>
                  <a:lnTo>
                    <a:pt x="2356341" y="3235768"/>
                  </a:lnTo>
                  <a:lnTo>
                    <a:pt x="2356450" y="3235768"/>
                  </a:lnTo>
                  <a:lnTo>
                    <a:pt x="2356883" y="3233897"/>
                  </a:lnTo>
                  <a:lnTo>
                    <a:pt x="2356992" y="3233897"/>
                  </a:lnTo>
                  <a:lnTo>
                    <a:pt x="2357209" y="3233897"/>
                  </a:lnTo>
                  <a:lnTo>
                    <a:pt x="2357317" y="3233897"/>
                  </a:lnTo>
                  <a:lnTo>
                    <a:pt x="2357426" y="3233897"/>
                  </a:lnTo>
                  <a:lnTo>
                    <a:pt x="2357643" y="3233897"/>
                  </a:lnTo>
                  <a:lnTo>
                    <a:pt x="2357751" y="3233274"/>
                  </a:lnTo>
                  <a:lnTo>
                    <a:pt x="2357859" y="3233274"/>
                  </a:lnTo>
                  <a:lnTo>
                    <a:pt x="2358619" y="3232027"/>
                  </a:lnTo>
                  <a:lnTo>
                    <a:pt x="2359052" y="3231403"/>
                  </a:lnTo>
                  <a:lnTo>
                    <a:pt x="2359161" y="3231403"/>
                  </a:lnTo>
                  <a:lnTo>
                    <a:pt x="2359812" y="3230156"/>
                  </a:lnTo>
                  <a:lnTo>
                    <a:pt x="2360137" y="3229532"/>
                  </a:lnTo>
                  <a:lnTo>
                    <a:pt x="2360245" y="3229532"/>
                  </a:lnTo>
                  <a:lnTo>
                    <a:pt x="2360462" y="3229532"/>
                  </a:lnTo>
                  <a:lnTo>
                    <a:pt x="2360679" y="3229532"/>
                  </a:lnTo>
                  <a:lnTo>
                    <a:pt x="2361004" y="3229532"/>
                  </a:lnTo>
                  <a:lnTo>
                    <a:pt x="2361330" y="3228285"/>
                  </a:lnTo>
                  <a:lnTo>
                    <a:pt x="2361655" y="3228285"/>
                  </a:lnTo>
                  <a:lnTo>
                    <a:pt x="2361764" y="3228285"/>
                  </a:lnTo>
                  <a:lnTo>
                    <a:pt x="2361980" y="3228285"/>
                  </a:lnTo>
                  <a:lnTo>
                    <a:pt x="2362089" y="3228285"/>
                  </a:lnTo>
                  <a:lnTo>
                    <a:pt x="2362197" y="3228285"/>
                  </a:lnTo>
                  <a:lnTo>
                    <a:pt x="2362306" y="3228285"/>
                  </a:lnTo>
                  <a:lnTo>
                    <a:pt x="2362414" y="3227662"/>
                  </a:lnTo>
                  <a:lnTo>
                    <a:pt x="2362523" y="3227662"/>
                  </a:lnTo>
                  <a:lnTo>
                    <a:pt x="2362957" y="3227662"/>
                  </a:lnTo>
                  <a:lnTo>
                    <a:pt x="2363065" y="3227038"/>
                  </a:lnTo>
                  <a:lnTo>
                    <a:pt x="2363173" y="3227038"/>
                  </a:lnTo>
                  <a:lnTo>
                    <a:pt x="2363390" y="3227038"/>
                  </a:lnTo>
                  <a:lnTo>
                    <a:pt x="2363499" y="3225791"/>
                  </a:lnTo>
                  <a:lnTo>
                    <a:pt x="2363499" y="3225167"/>
                  </a:lnTo>
                  <a:lnTo>
                    <a:pt x="2363607" y="3225167"/>
                  </a:lnTo>
                  <a:lnTo>
                    <a:pt x="2363607" y="3223297"/>
                  </a:lnTo>
                  <a:lnTo>
                    <a:pt x="2363716" y="3223297"/>
                  </a:lnTo>
                  <a:lnTo>
                    <a:pt x="2363933" y="3222049"/>
                  </a:lnTo>
                  <a:lnTo>
                    <a:pt x="2364149" y="3222049"/>
                  </a:lnTo>
                  <a:lnTo>
                    <a:pt x="2364258" y="3222049"/>
                  </a:lnTo>
                  <a:lnTo>
                    <a:pt x="2364583" y="3222049"/>
                  </a:lnTo>
                  <a:lnTo>
                    <a:pt x="2364909" y="3221426"/>
                  </a:lnTo>
                  <a:lnTo>
                    <a:pt x="2364909" y="3220802"/>
                  </a:lnTo>
                  <a:lnTo>
                    <a:pt x="2365125" y="3220802"/>
                  </a:lnTo>
                  <a:lnTo>
                    <a:pt x="2365451" y="3220179"/>
                  </a:lnTo>
                  <a:lnTo>
                    <a:pt x="2365668" y="3220179"/>
                  </a:lnTo>
                  <a:lnTo>
                    <a:pt x="2365776" y="3220179"/>
                  </a:lnTo>
                  <a:lnTo>
                    <a:pt x="2365885" y="3220179"/>
                  </a:lnTo>
                  <a:lnTo>
                    <a:pt x="2366427" y="3219555"/>
                  </a:lnTo>
                  <a:lnTo>
                    <a:pt x="2366535" y="3219555"/>
                  </a:lnTo>
                  <a:lnTo>
                    <a:pt x="2366644" y="3219555"/>
                  </a:lnTo>
                  <a:lnTo>
                    <a:pt x="2366752" y="3219555"/>
                  </a:lnTo>
                  <a:lnTo>
                    <a:pt x="2366861" y="3219555"/>
                  </a:lnTo>
                  <a:lnTo>
                    <a:pt x="2366969" y="3219555"/>
                  </a:lnTo>
                  <a:lnTo>
                    <a:pt x="2367403" y="3219555"/>
                  </a:lnTo>
                  <a:lnTo>
                    <a:pt x="2367620" y="3219555"/>
                  </a:lnTo>
                  <a:lnTo>
                    <a:pt x="2367620" y="3218931"/>
                  </a:lnTo>
                  <a:lnTo>
                    <a:pt x="2367728" y="3218931"/>
                  </a:lnTo>
                  <a:lnTo>
                    <a:pt x="2367837" y="3218931"/>
                  </a:lnTo>
                  <a:lnTo>
                    <a:pt x="2368054" y="3217684"/>
                  </a:lnTo>
                  <a:lnTo>
                    <a:pt x="2368162" y="3217684"/>
                  </a:lnTo>
                  <a:lnTo>
                    <a:pt x="2368487" y="3217061"/>
                  </a:lnTo>
                  <a:lnTo>
                    <a:pt x="2369030" y="3215814"/>
                  </a:lnTo>
                  <a:lnTo>
                    <a:pt x="2369030" y="3215190"/>
                  </a:lnTo>
                  <a:lnTo>
                    <a:pt x="2369246" y="3215190"/>
                  </a:lnTo>
                  <a:lnTo>
                    <a:pt x="2369572" y="3215190"/>
                  </a:lnTo>
                  <a:lnTo>
                    <a:pt x="2369789" y="3214566"/>
                  </a:lnTo>
                  <a:lnTo>
                    <a:pt x="2370006" y="3213943"/>
                  </a:lnTo>
                  <a:lnTo>
                    <a:pt x="2370114" y="3213943"/>
                  </a:lnTo>
                  <a:lnTo>
                    <a:pt x="2370222" y="3213943"/>
                  </a:lnTo>
                  <a:lnTo>
                    <a:pt x="2370331" y="3213943"/>
                  </a:lnTo>
                  <a:lnTo>
                    <a:pt x="2370331" y="3213319"/>
                  </a:lnTo>
                  <a:lnTo>
                    <a:pt x="2370439" y="3213319"/>
                  </a:lnTo>
                  <a:lnTo>
                    <a:pt x="2370656" y="3213319"/>
                  </a:lnTo>
                  <a:lnTo>
                    <a:pt x="2370873" y="3212072"/>
                  </a:lnTo>
                  <a:lnTo>
                    <a:pt x="2371198" y="3211448"/>
                  </a:lnTo>
                  <a:lnTo>
                    <a:pt x="2371198" y="3210825"/>
                  </a:lnTo>
                  <a:lnTo>
                    <a:pt x="2371632" y="3208954"/>
                  </a:lnTo>
                  <a:lnTo>
                    <a:pt x="2371741" y="3208954"/>
                  </a:lnTo>
                  <a:lnTo>
                    <a:pt x="2371958" y="3208954"/>
                  </a:lnTo>
                  <a:lnTo>
                    <a:pt x="2372283" y="3208954"/>
                  </a:lnTo>
                  <a:lnTo>
                    <a:pt x="2372391" y="3207707"/>
                  </a:lnTo>
                  <a:lnTo>
                    <a:pt x="2372500" y="3207707"/>
                  </a:lnTo>
                  <a:lnTo>
                    <a:pt x="2372608" y="3207707"/>
                  </a:lnTo>
                  <a:lnTo>
                    <a:pt x="2372608" y="3207083"/>
                  </a:lnTo>
                  <a:lnTo>
                    <a:pt x="2372934" y="3205836"/>
                  </a:lnTo>
                  <a:lnTo>
                    <a:pt x="2373042" y="3205836"/>
                  </a:lnTo>
                  <a:lnTo>
                    <a:pt x="2373584" y="3205836"/>
                  </a:lnTo>
                  <a:lnTo>
                    <a:pt x="2373584" y="3205213"/>
                  </a:lnTo>
                  <a:lnTo>
                    <a:pt x="2373801" y="3204589"/>
                  </a:lnTo>
                  <a:lnTo>
                    <a:pt x="2373910" y="3204589"/>
                  </a:lnTo>
                  <a:lnTo>
                    <a:pt x="2374343" y="3204589"/>
                  </a:lnTo>
                  <a:lnTo>
                    <a:pt x="2374560" y="3204589"/>
                  </a:lnTo>
                  <a:lnTo>
                    <a:pt x="2374669" y="3204589"/>
                  </a:lnTo>
                  <a:lnTo>
                    <a:pt x="2374994" y="3204589"/>
                  </a:lnTo>
                  <a:lnTo>
                    <a:pt x="2375103" y="3204589"/>
                  </a:lnTo>
                  <a:lnTo>
                    <a:pt x="2375211" y="3204589"/>
                  </a:lnTo>
                  <a:lnTo>
                    <a:pt x="2375211" y="3203965"/>
                  </a:lnTo>
                  <a:lnTo>
                    <a:pt x="2375428" y="3203965"/>
                  </a:lnTo>
                  <a:lnTo>
                    <a:pt x="2375970" y="3203342"/>
                  </a:lnTo>
                  <a:lnTo>
                    <a:pt x="2376404" y="3203342"/>
                  </a:lnTo>
                  <a:lnTo>
                    <a:pt x="2376838" y="3203342"/>
                  </a:lnTo>
                  <a:lnTo>
                    <a:pt x="2376838" y="3202718"/>
                  </a:lnTo>
                  <a:lnTo>
                    <a:pt x="2377272" y="3202095"/>
                  </a:lnTo>
                  <a:lnTo>
                    <a:pt x="2377814" y="3202095"/>
                  </a:lnTo>
                  <a:lnTo>
                    <a:pt x="2377922" y="3202095"/>
                  </a:lnTo>
                  <a:lnTo>
                    <a:pt x="2378031" y="3202095"/>
                  </a:lnTo>
                  <a:lnTo>
                    <a:pt x="2378031" y="3201471"/>
                  </a:lnTo>
                  <a:lnTo>
                    <a:pt x="2378139" y="3201471"/>
                  </a:lnTo>
                  <a:lnTo>
                    <a:pt x="2378139" y="3200848"/>
                  </a:lnTo>
                  <a:lnTo>
                    <a:pt x="2378139" y="3200224"/>
                  </a:lnTo>
                  <a:lnTo>
                    <a:pt x="2378681" y="3197730"/>
                  </a:lnTo>
                  <a:lnTo>
                    <a:pt x="2378790" y="3197730"/>
                  </a:lnTo>
                  <a:lnTo>
                    <a:pt x="2379007" y="3197730"/>
                  </a:lnTo>
                  <a:lnTo>
                    <a:pt x="2379440" y="3197730"/>
                  </a:lnTo>
                  <a:lnTo>
                    <a:pt x="2379549" y="3197730"/>
                  </a:lnTo>
                  <a:lnTo>
                    <a:pt x="2379766" y="3197730"/>
                  </a:lnTo>
                  <a:lnTo>
                    <a:pt x="2379874" y="3197730"/>
                  </a:lnTo>
                  <a:lnTo>
                    <a:pt x="2379874" y="3197106"/>
                  </a:lnTo>
                  <a:lnTo>
                    <a:pt x="2379874" y="3196482"/>
                  </a:lnTo>
                  <a:lnTo>
                    <a:pt x="2379874" y="3195859"/>
                  </a:lnTo>
                  <a:lnTo>
                    <a:pt x="2379874" y="3195235"/>
                  </a:lnTo>
                  <a:lnTo>
                    <a:pt x="2380308" y="3195235"/>
                  </a:lnTo>
                  <a:lnTo>
                    <a:pt x="2380525" y="3195235"/>
                  </a:lnTo>
                  <a:lnTo>
                    <a:pt x="2380633" y="3195235"/>
                  </a:lnTo>
                  <a:lnTo>
                    <a:pt x="2380742" y="3195235"/>
                  </a:lnTo>
                  <a:lnTo>
                    <a:pt x="2380959" y="3195235"/>
                  </a:lnTo>
                  <a:lnTo>
                    <a:pt x="2381067" y="3195235"/>
                  </a:lnTo>
                  <a:lnTo>
                    <a:pt x="2381176" y="3195235"/>
                  </a:lnTo>
                  <a:lnTo>
                    <a:pt x="2381393" y="3195235"/>
                  </a:lnTo>
                  <a:lnTo>
                    <a:pt x="2381718" y="3195235"/>
                  </a:lnTo>
                  <a:lnTo>
                    <a:pt x="2381935" y="3195235"/>
                  </a:lnTo>
                  <a:lnTo>
                    <a:pt x="2382152" y="3195235"/>
                  </a:lnTo>
                  <a:lnTo>
                    <a:pt x="2382260" y="3195235"/>
                  </a:lnTo>
                  <a:lnTo>
                    <a:pt x="2382369" y="3195235"/>
                  </a:lnTo>
                  <a:lnTo>
                    <a:pt x="2382802" y="3195235"/>
                  </a:lnTo>
                  <a:lnTo>
                    <a:pt x="2383019" y="3194612"/>
                  </a:lnTo>
                  <a:lnTo>
                    <a:pt x="2383128" y="3194612"/>
                  </a:lnTo>
                  <a:lnTo>
                    <a:pt x="2383236" y="3193365"/>
                  </a:lnTo>
                  <a:lnTo>
                    <a:pt x="2383670" y="3192117"/>
                  </a:lnTo>
                  <a:lnTo>
                    <a:pt x="2383670" y="3191494"/>
                  </a:lnTo>
                  <a:lnTo>
                    <a:pt x="2383778" y="3190870"/>
                  </a:lnTo>
                  <a:lnTo>
                    <a:pt x="2383995" y="3190247"/>
                  </a:lnTo>
                  <a:lnTo>
                    <a:pt x="2384212" y="3188999"/>
                  </a:lnTo>
                  <a:lnTo>
                    <a:pt x="2384538" y="3188376"/>
                  </a:lnTo>
                  <a:lnTo>
                    <a:pt x="2384538" y="3187752"/>
                  </a:lnTo>
                  <a:lnTo>
                    <a:pt x="2384754" y="3187752"/>
                  </a:lnTo>
                  <a:lnTo>
                    <a:pt x="2385405" y="3187129"/>
                  </a:lnTo>
                  <a:lnTo>
                    <a:pt x="2385514" y="3187129"/>
                  </a:lnTo>
                  <a:lnTo>
                    <a:pt x="2385730" y="3187129"/>
                  </a:lnTo>
                  <a:lnTo>
                    <a:pt x="2385839" y="3187129"/>
                  </a:lnTo>
                  <a:lnTo>
                    <a:pt x="2386056" y="3187129"/>
                  </a:lnTo>
                  <a:lnTo>
                    <a:pt x="2386815" y="3186505"/>
                  </a:lnTo>
                  <a:lnTo>
                    <a:pt x="2386923" y="3186505"/>
                  </a:lnTo>
                  <a:lnTo>
                    <a:pt x="2387140" y="3186505"/>
                  </a:lnTo>
                  <a:lnTo>
                    <a:pt x="2387249" y="3186505"/>
                  </a:lnTo>
                  <a:lnTo>
                    <a:pt x="2387357" y="3186505"/>
                  </a:lnTo>
                  <a:lnTo>
                    <a:pt x="2387466" y="3186505"/>
                  </a:lnTo>
                  <a:lnTo>
                    <a:pt x="2387682" y="3186505"/>
                  </a:lnTo>
                  <a:lnTo>
                    <a:pt x="2388116" y="3186505"/>
                  </a:lnTo>
                  <a:lnTo>
                    <a:pt x="2388225" y="3186505"/>
                  </a:lnTo>
                  <a:lnTo>
                    <a:pt x="2388658" y="3186505"/>
                  </a:lnTo>
                  <a:lnTo>
                    <a:pt x="2389526" y="3185882"/>
                  </a:lnTo>
                  <a:lnTo>
                    <a:pt x="2389635" y="3185882"/>
                  </a:lnTo>
                  <a:lnTo>
                    <a:pt x="2389851" y="3185882"/>
                  </a:lnTo>
                  <a:lnTo>
                    <a:pt x="2389960" y="3185882"/>
                  </a:lnTo>
                  <a:lnTo>
                    <a:pt x="2390068" y="3185258"/>
                  </a:lnTo>
                  <a:lnTo>
                    <a:pt x="2390285" y="3184634"/>
                  </a:lnTo>
                  <a:lnTo>
                    <a:pt x="2390394" y="3184634"/>
                  </a:lnTo>
                  <a:lnTo>
                    <a:pt x="2390719" y="3183387"/>
                  </a:lnTo>
                  <a:lnTo>
                    <a:pt x="2390827" y="3183387"/>
                  </a:lnTo>
                  <a:lnTo>
                    <a:pt x="2390936" y="3183387"/>
                  </a:lnTo>
                  <a:lnTo>
                    <a:pt x="2391153" y="3183387"/>
                  </a:lnTo>
                  <a:lnTo>
                    <a:pt x="2391261" y="3182764"/>
                  </a:lnTo>
                  <a:lnTo>
                    <a:pt x="2391370" y="3182764"/>
                  </a:lnTo>
                  <a:lnTo>
                    <a:pt x="2391478" y="3182764"/>
                  </a:lnTo>
                  <a:lnTo>
                    <a:pt x="2391695" y="3182764"/>
                  </a:lnTo>
                  <a:lnTo>
                    <a:pt x="2391803" y="3182764"/>
                  </a:lnTo>
                  <a:lnTo>
                    <a:pt x="2392020" y="3182140"/>
                  </a:lnTo>
                  <a:lnTo>
                    <a:pt x="2392020" y="3181516"/>
                  </a:lnTo>
                  <a:lnTo>
                    <a:pt x="2392129" y="3181516"/>
                  </a:lnTo>
                  <a:lnTo>
                    <a:pt x="2392237" y="3180893"/>
                  </a:lnTo>
                  <a:lnTo>
                    <a:pt x="2392346" y="3180893"/>
                  </a:lnTo>
                  <a:lnTo>
                    <a:pt x="2392346" y="3179646"/>
                  </a:lnTo>
                  <a:lnTo>
                    <a:pt x="2392563" y="3179022"/>
                  </a:lnTo>
                  <a:lnTo>
                    <a:pt x="2392563" y="3178399"/>
                  </a:lnTo>
                  <a:lnTo>
                    <a:pt x="2392671" y="3178399"/>
                  </a:lnTo>
                  <a:lnTo>
                    <a:pt x="2392888" y="3178399"/>
                  </a:lnTo>
                  <a:lnTo>
                    <a:pt x="2393105" y="3178399"/>
                  </a:lnTo>
                  <a:lnTo>
                    <a:pt x="2393213" y="3178399"/>
                  </a:lnTo>
                  <a:lnTo>
                    <a:pt x="2393322" y="3178399"/>
                  </a:lnTo>
                  <a:lnTo>
                    <a:pt x="2393647" y="3178399"/>
                  </a:lnTo>
                  <a:lnTo>
                    <a:pt x="2393756" y="3178399"/>
                  </a:lnTo>
                  <a:lnTo>
                    <a:pt x="2393756" y="3177775"/>
                  </a:lnTo>
                  <a:lnTo>
                    <a:pt x="2393972" y="3177775"/>
                  </a:lnTo>
                  <a:lnTo>
                    <a:pt x="2394298" y="3177775"/>
                  </a:lnTo>
                  <a:lnTo>
                    <a:pt x="2394406" y="3177775"/>
                  </a:lnTo>
                  <a:lnTo>
                    <a:pt x="2394623" y="3177151"/>
                  </a:lnTo>
                  <a:lnTo>
                    <a:pt x="2394732" y="3177151"/>
                  </a:lnTo>
                  <a:lnTo>
                    <a:pt x="2394948" y="3177151"/>
                  </a:lnTo>
                  <a:lnTo>
                    <a:pt x="2395057" y="3177151"/>
                  </a:lnTo>
                  <a:lnTo>
                    <a:pt x="2395382" y="3177151"/>
                  </a:lnTo>
                  <a:lnTo>
                    <a:pt x="2395382" y="3176528"/>
                  </a:lnTo>
                  <a:lnTo>
                    <a:pt x="2395708" y="3176528"/>
                  </a:lnTo>
                  <a:lnTo>
                    <a:pt x="2396250" y="3175281"/>
                  </a:lnTo>
                  <a:lnTo>
                    <a:pt x="2396358" y="3175281"/>
                  </a:lnTo>
                  <a:lnTo>
                    <a:pt x="2396467" y="3175281"/>
                  </a:lnTo>
                  <a:lnTo>
                    <a:pt x="2396684" y="3175281"/>
                  </a:lnTo>
                  <a:lnTo>
                    <a:pt x="2396684" y="3174657"/>
                  </a:lnTo>
                  <a:lnTo>
                    <a:pt x="2396792" y="3174657"/>
                  </a:lnTo>
                  <a:lnTo>
                    <a:pt x="2396900" y="3174657"/>
                  </a:lnTo>
                  <a:lnTo>
                    <a:pt x="2396900" y="3174034"/>
                  </a:lnTo>
                  <a:lnTo>
                    <a:pt x="2397334" y="3174034"/>
                  </a:lnTo>
                  <a:lnTo>
                    <a:pt x="2397443" y="3174034"/>
                  </a:lnTo>
                  <a:lnTo>
                    <a:pt x="2397660" y="3174034"/>
                  </a:lnTo>
                  <a:lnTo>
                    <a:pt x="2397768" y="3174034"/>
                  </a:lnTo>
                  <a:lnTo>
                    <a:pt x="2397877" y="3174034"/>
                  </a:lnTo>
                  <a:lnTo>
                    <a:pt x="2398093" y="3174034"/>
                  </a:lnTo>
                  <a:lnTo>
                    <a:pt x="2398310" y="3173410"/>
                  </a:lnTo>
                  <a:lnTo>
                    <a:pt x="2398527" y="3173410"/>
                  </a:lnTo>
                  <a:lnTo>
                    <a:pt x="2398636" y="3172786"/>
                  </a:lnTo>
                  <a:lnTo>
                    <a:pt x="2399069" y="3172163"/>
                  </a:lnTo>
                  <a:lnTo>
                    <a:pt x="2399395" y="3172163"/>
                  </a:lnTo>
                  <a:lnTo>
                    <a:pt x="2399829" y="3172163"/>
                  </a:lnTo>
                  <a:lnTo>
                    <a:pt x="2399937" y="3172163"/>
                  </a:lnTo>
                  <a:lnTo>
                    <a:pt x="2400262" y="3171539"/>
                  </a:lnTo>
                  <a:lnTo>
                    <a:pt x="2400371" y="3171539"/>
                  </a:lnTo>
                  <a:lnTo>
                    <a:pt x="2400805" y="3171539"/>
                  </a:lnTo>
                  <a:lnTo>
                    <a:pt x="2401130" y="3171539"/>
                  </a:lnTo>
                  <a:lnTo>
                    <a:pt x="2401238" y="3170916"/>
                  </a:lnTo>
                  <a:lnTo>
                    <a:pt x="2401347" y="3170916"/>
                  </a:lnTo>
                  <a:lnTo>
                    <a:pt x="2401455" y="3170916"/>
                  </a:lnTo>
                  <a:lnTo>
                    <a:pt x="2401564" y="3170916"/>
                  </a:lnTo>
                  <a:lnTo>
                    <a:pt x="2401672" y="3170916"/>
                  </a:lnTo>
                  <a:lnTo>
                    <a:pt x="2401781" y="3170916"/>
                  </a:lnTo>
                  <a:lnTo>
                    <a:pt x="2401889" y="3170292"/>
                  </a:lnTo>
                  <a:lnTo>
                    <a:pt x="2401998" y="3170292"/>
                  </a:lnTo>
                  <a:lnTo>
                    <a:pt x="2402106" y="3170292"/>
                  </a:lnTo>
                  <a:lnTo>
                    <a:pt x="2402106" y="3169668"/>
                  </a:lnTo>
                  <a:lnTo>
                    <a:pt x="2402323" y="3169668"/>
                  </a:lnTo>
                  <a:lnTo>
                    <a:pt x="2402431" y="3169668"/>
                  </a:lnTo>
                  <a:lnTo>
                    <a:pt x="2402540" y="3169668"/>
                  </a:lnTo>
                  <a:lnTo>
                    <a:pt x="2402757" y="3169668"/>
                  </a:lnTo>
                  <a:lnTo>
                    <a:pt x="2402757" y="3169045"/>
                  </a:lnTo>
                  <a:lnTo>
                    <a:pt x="2402865" y="3168421"/>
                  </a:lnTo>
                  <a:lnTo>
                    <a:pt x="2403190" y="3168421"/>
                  </a:lnTo>
                  <a:lnTo>
                    <a:pt x="2403407" y="3168421"/>
                  </a:lnTo>
                  <a:lnTo>
                    <a:pt x="2403516" y="3168421"/>
                  </a:lnTo>
                  <a:lnTo>
                    <a:pt x="2403624" y="3168421"/>
                  </a:lnTo>
                  <a:lnTo>
                    <a:pt x="2405034" y="3164680"/>
                  </a:lnTo>
                  <a:lnTo>
                    <a:pt x="2405468" y="3164680"/>
                  </a:lnTo>
                  <a:lnTo>
                    <a:pt x="2405576" y="3164680"/>
                  </a:lnTo>
                  <a:lnTo>
                    <a:pt x="2405685" y="3164680"/>
                  </a:lnTo>
                  <a:lnTo>
                    <a:pt x="2405793" y="3164680"/>
                  </a:lnTo>
                  <a:lnTo>
                    <a:pt x="2405902" y="3164680"/>
                  </a:lnTo>
                  <a:lnTo>
                    <a:pt x="2406010" y="3164680"/>
                  </a:lnTo>
                  <a:lnTo>
                    <a:pt x="2406552" y="3164056"/>
                  </a:lnTo>
                  <a:lnTo>
                    <a:pt x="2406661" y="3164056"/>
                  </a:lnTo>
                  <a:lnTo>
                    <a:pt x="2406986" y="3164056"/>
                  </a:lnTo>
                  <a:lnTo>
                    <a:pt x="2407095" y="3164056"/>
                  </a:lnTo>
                  <a:lnTo>
                    <a:pt x="2407311" y="3164056"/>
                  </a:lnTo>
                  <a:lnTo>
                    <a:pt x="2407420" y="3164056"/>
                  </a:lnTo>
                  <a:lnTo>
                    <a:pt x="2407420" y="3163433"/>
                  </a:lnTo>
                  <a:lnTo>
                    <a:pt x="2407528" y="3163433"/>
                  </a:lnTo>
                  <a:lnTo>
                    <a:pt x="2407637" y="3163433"/>
                  </a:lnTo>
                  <a:lnTo>
                    <a:pt x="2407745" y="3163433"/>
                  </a:lnTo>
                  <a:lnTo>
                    <a:pt x="2407854" y="3162809"/>
                  </a:lnTo>
                  <a:lnTo>
                    <a:pt x="2407962" y="3161562"/>
                  </a:lnTo>
                  <a:lnTo>
                    <a:pt x="2408396" y="3161562"/>
                  </a:lnTo>
                  <a:lnTo>
                    <a:pt x="2408721" y="3160938"/>
                  </a:lnTo>
                  <a:lnTo>
                    <a:pt x="2408830" y="3160315"/>
                  </a:lnTo>
                  <a:lnTo>
                    <a:pt x="2409047" y="3160315"/>
                  </a:lnTo>
                  <a:lnTo>
                    <a:pt x="2409047" y="3159691"/>
                  </a:lnTo>
                  <a:lnTo>
                    <a:pt x="2409155" y="3159691"/>
                  </a:lnTo>
                  <a:lnTo>
                    <a:pt x="2409372" y="3159068"/>
                  </a:lnTo>
                  <a:lnTo>
                    <a:pt x="2409697" y="3159068"/>
                  </a:lnTo>
                  <a:lnTo>
                    <a:pt x="2410023" y="3158444"/>
                  </a:lnTo>
                  <a:lnTo>
                    <a:pt x="2410456" y="3158444"/>
                  </a:lnTo>
                  <a:lnTo>
                    <a:pt x="2410673" y="3158444"/>
                  </a:lnTo>
                  <a:lnTo>
                    <a:pt x="2410673" y="3157197"/>
                  </a:lnTo>
                  <a:lnTo>
                    <a:pt x="2410890" y="3157197"/>
                  </a:lnTo>
                  <a:lnTo>
                    <a:pt x="2410999" y="3157197"/>
                  </a:lnTo>
                  <a:lnTo>
                    <a:pt x="2411107" y="3157197"/>
                  </a:lnTo>
                  <a:lnTo>
                    <a:pt x="2411216" y="3157197"/>
                  </a:lnTo>
                  <a:lnTo>
                    <a:pt x="2411541" y="3157197"/>
                  </a:lnTo>
                  <a:lnTo>
                    <a:pt x="2411541" y="3156573"/>
                  </a:lnTo>
                  <a:lnTo>
                    <a:pt x="2411649" y="3156573"/>
                  </a:lnTo>
                  <a:lnTo>
                    <a:pt x="2411758" y="3156573"/>
                  </a:lnTo>
                  <a:lnTo>
                    <a:pt x="2411866" y="3156573"/>
                  </a:lnTo>
                  <a:lnTo>
                    <a:pt x="2412300" y="3156573"/>
                  </a:lnTo>
                  <a:lnTo>
                    <a:pt x="2412734" y="3155950"/>
                  </a:lnTo>
                  <a:lnTo>
                    <a:pt x="2412842" y="3155950"/>
                  </a:lnTo>
                  <a:lnTo>
                    <a:pt x="2413059" y="3155950"/>
                  </a:lnTo>
                  <a:lnTo>
                    <a:pt x="2413168" y="3155950"/>
                  </a:lnTo>
                  <a:lnTo>
                    <a:pt x="2413276" y="3155326"/>
                  </a:lnTo>
                  <a:lnTo>
                    <a:pt x="2413493" y="3155326"/>
                  </a:lnTo>
                  <a:lnTo>
                    <a:pt x="2413601" y="3155326"/>
                  </a:lnTo>
                  <a:lnTo>
                    <a:pt x="2413710" y="3155326"/>
                  </a:lnTo>
                  <a:lnTo>
                    <a:pt x="2414144" y="3154702"/>
                  </a:lnTo>
                  <a:lnTo>
                    <a:pt x="2414360" y="3154702"/>
                  </a:lnTo>
                  <a:lnTo>
                    <a:pt x="2414577" y="3154702"/>
                  </a:lnTo>
                  <a:lnTo>
                    <a:pt x="2415337" y="3153455"/>
                  </a:lnTo>
                  <a:lnTo>
                    <a:pt x="2415445" y="3153455"/>
                  </a:lnTo>
                  <a:lnTo>
                    <a:pt x="2415553" y="3153455"/>
                  </a:lnTo>
                  <a:lnTo>
                    <a:pt x="2415662" y="3153455"/>
                  </a:lnTo>
                  <a:lnTo>
                    <a:pt x="2415770" y="3153455"/>
                  </a:lnTo>
                  <a:lnTo>
                    <a:pt x="2415879" y="3153455"/>
                  </a:lnTo>
                  <a:lnTo>
                    <a:pt x="2415987" y="3153455"/>
                  </a:lnTo>
                  <a:lnTo>
                    <a:pt x="2416096" y="3153455"/>
                  </a:lnTo>
                  <a:lnTo>
                    <a:pt x="2416313" y="3151585"/>
                  </a:lnTo>
                  <a:lnTo>
                    <a:pt x="2416529" y="3151585"/>
                  </a:lnTo>
                  <a:lnTo>
                    <a:pt x="2416638" y="3150961"/>
                  </a:lnTo>
                  <a:lnTo>
                    <a:pt x="2416855" y="3150337"/>
                  </a:lnTo>
                  <a:lnTo>
                    <a:pt x="2417072" y="3149714"/>
                  </a:lnTo>
                  <a:lnTo>
                    <a:pt x="2417180" y="3149714"/>
                  </a:lnTo>
                  <a:lnTo>
                    <a:pt x="2417289" y="3149714"/>
                  </a:lnTo>
                  <a:lnTo>
                    <a:pt x="2417505" y="3149714"/>
                  </a:lnTo>
                  <a:lnTo>
                    <a:pt x="2417614" y="3149714"/>
                  </a:lnTo>
                  <a:lnTo>
                    <a:pt x="2417722" y="3149714"/>
                  </a:lnTo>
                  <a:lnTo>
                    <a:pt x="2418373" y="3148467"/>
                  </a:lnTo>
                  <a:lnTo>
                    <a:pt x="2418807" y="3148467"/>
                  </a:lnTo>
                  <a:lnTo>
                    <a:pt x="2419024" y="3148467"/>
                  </a:lnTo>
                  <a:lnTo>
                    <a:pt x="2419132" y="3147219"/>
                  </a:lnTo>
                  <a:lnTo>
                    <a:pt x="2419783" y="3146596"/>
                  </a:lnTo>
                  <a:lnTo>
                    <a:pt x="2419783" y="3145972"/>
                  </a:lnTo>
                  <a:lnTo>
                    <a:pt x="2419891" y="3145349"/>
                  </a:lnTo>
                  <a:lnTo>
                    <a:pt x="2420108" y="3145349"/>
                  </a:lnTo>
                  <a:lnTo>
                    <a:pt x="2420325" y="3145349"/>
                  </a:lnTo>
                  <a:lnTo>
                    <a:pt x="2420434" y="3144725"/>
                  </a:lnTo>
                  <a:lnTo>
                    <a:pt x="2420542" y="3144725"/>
                  </a:lnTo>
                  <a:lnTo>
                    <a:pt x="2420867" y="3144102"/>
                  </a:lnTo>
                  <a:lnTo>
                    <a:pt x="2421084" y="3144102"/>
                  </a:lnTo>
                  <a:lnTo>
                    <a:pt x="2421410" y="3144102"/>
                  </a:lnTo>
                  <a:lnTo>
                    <a:pt x="2421410" y="3143478"/>
                  </a:lnTo>
                  <a:lnTo>
                    <a:pt x="2421518" y="3143478"/>
                  </a:lnTo>
                  <a:lnTo>
                    <a:pt x="2421843" y="3143478"/>
                  </a:lnTo>
                  <a:lnTo>
                    <a:pt x="2422060" y="3143478"/>
                  </a:lnTo>
                  <a:lnTo>
                    <a:pt x="2422169" y="3143478"/>
                  </a:lnTo>
                  <a:lnTo>
                    <a:pt x="2422386" y="3143478"/>
                  </a:lnTo>
                  <a:lnTo>
                    <a:pt x="2422494" y="3143478"/>
                  </a:lnTo>
                  <a:lnTo>
                    <a:pt x="2422602" y="3143478"/>
                  </a:lnTo>
                  <a:lnTo>
                    <a:pt x="2422928" y="3142854"/>
                  </a:lnTo>
                  <a:lnTo>
                    <a:pt x="2423145" y="3142854"/>
                  </a:lnTo>
                  <a:lnTo>
                    <a:pt x="2423795" y="3142231"/>
                  </a:lnTo>
                  <a:lnTo>
                    <a:pt x="2424012" y="3142231"/>
                  </a:lnTo>
                  <a:lnTo>
                    <a:pt x="2424229" y="3142231"/>
                  </a:lnTo>
                  <a:lnTo>
                    <a:pt x="2424338" y="3142231"/>
                  </a:lnTo>
                  <a:lnTo>
                    <a:pt x="2424555" y="3142231"/>
                  </a:lnTo>
                  <a:lnTo>
                    <a:pt x="2424663" y="3142231"/>
                  </a:lnTo>
                  <a:lnTo>
                    <a:pt x="2424880" y="3142231"/>
                  </a:lnTo>
                  <a:lnTo>
                    <a:pt x="2424988" y="3142231"/>
                  </a:lnTo>
                  <a:lnTo>
                    <a:pt x="2425205" y="3142231"/>
                  </a:lnTo>
                  <a:lnTo>
                    <a:pt x="2425314" y="3142231"/>
                  </a:lnTo>
                  <a:lnTo>
                    <a:pt x="2425531" y="3141607"/>
                  </a:lnTo>
                  <a:lnTo>
                    <a:pt x="2425639" y="3140984"/>
                  </a:lnTo>
                  <a:lnTo>
                    <a:pt x="2425747" y="3140984"/>
                  </a:lnTo>
                  <a:lnTo>
                    <a:pt x="2425964" y="3140984"/>
                  </a:lnTo>
                  <a:lnTo>
                    <a:pt x="2426181" y="3140360"/>
                  </a:lnTo>
                  <a:lnTo>
                    <a:pt x="2426290" y="3140360"/>
                  </a:lnTo>
                  <a:lnTo>
                    <a:pt x="2426398" y="3140360"/>
                  </a:lnTo>
                  <a:lnTo>
                    <a:pt x="2426398" y="3139736"/>
                  </a:lnTo>
                  <a:lnTo>
                    <a:pt x="2426507" y="3139736"/>
                  </a:lnTo>
                  <a:lnTo>
                    <a:pt x="2426940" y="3139736"/>
                  </a:lnTo>
                  <a:lnTo>
                    <a:pt x="2427049" y="3139736"/>
                  </a:lnTo>
                  <a:lnTo>
                    <a:pt x="2427483" y="3139736"/>
                  </a:lnTo>
                  <a:lnTo>
                    <a:pt x="2427483" y="3139113"/>
                  </a:lnTo>
                  <a:lnTo>
                    <a:pt x="2427591" y="3139113"/>
                  </a:lnTo>
                  <a:lnTo>
                    <a:pt x="2427700" y="3139113"/>
                  </a:lnTo>
                  <a:lnTo>
                    <a:pt x="2427808" y="3139113"/>
                  </a:lnTo>
                  <a:lnTo>
                    <a:pt x="2428242" y="3139113"/>
                  </a:lnTo>
                  <a:lnTo>
                    <a:pt x="2428459" y="3139113"/>
                  </a:lnTo>
                  <a:lnTo>
                    <a:pt x="2428676" y="3139113"/>
                  </a:lnTo>
                  <a:lnTo>
                    <a:pt x="2428784" y="3139113"/>
                  </a:lnTo>
                  <a:lnTo>
                    <a:pt x="2429109" y="3139113"/>
                  </a:lnTo>
                  <a:lnTo>
                    <a:pt x="2429652" y="3138489"/>
                  </a:lnTo>
                  <a:lnTo>
                    <a:pt x="2429868" y="3138489"/>
                  </a:lnTo>
                  <a:lnTo>
                    <a:pt x="2430194" y="3138489"/>
                  </a:lnTo>
                  <a:lnTo>
                    <a:pt x="2430302" y="3138489"/>
                  </a:lnTo>
                  <a:lnTo>
                    <a:pt x="2430411" y="3138489"/>
                  </a:lnTo>
                  <a:lnTo>
                    <a:pt x="2430519" y="3137242"/>
                  </a:lnTo>
                  <a:lnTo>
                    <a:pt x="2430519" y="3136619"/>
                  </a:lnTo>
                  <a:lnTo>
                    <a:pt x="2430628" y="3136619"/>
                  </a:lnTo>
                  <a:lnTo>
                    <a:pt x="2430628" y="3135995"/>
                  </a:lnTo>
                  <a:lnTo>
                    <a:pt x="2430736" y="3135995"/>
                  </a:lnTo>
                  <a:lnTo>
                    <a:pt x="2430844" y="3135995"/>
                  </a:lnTo>
                  <a:lnTo>
                    <a:pt x="2431170" y="3135371"/>
                  </a:lnTo>
                  <a:lnTo>
                    <a:pt x="2431278" y="3135371"/>
                  </a:lnTo>
                  <a:lnTo>
                    <a:pt x="2432471" y="3135371"/>
                  </a:lnTo>
                  <a:lnTo>
                    <a:pt x="2432580" y="3135371"/>
                  </a:lnTo>
                  <a:lnTo>
                    <a:pt x="2432797" y="3135371"/>
                  </a:lnTo>
                  <a:lnTo>
                    <a:pt x="2432905" y="3134748"/>
                  </a:lnTo>
                  <a:lnTo>
                    <a:pt x="2433230" y="3133501"/>
                  </a:lnTo>
                  <a:lnTo>
                    <a:pt x="2433339" y="3133501"/>
                  </a:lnTo>
                  <a:lnTo>
                    <a:pt x="2433556" y="3133501"/>
                  </a:lnTo>
                  <a:lnTo>
                    <a:pt x="2433773" y="3133501"/>
                  </a:lnTo>
                  <a:lnTo>
                    <a:pt x="2433881" y="3133501"/>
                  </a:lnTo>
                  <a:lnTo>
                    <a:pt x="2433989" y="3132877"/>
                  </a:lnTo>
                  <a:lnTo>
                    <a:pt x="2434315" y="3132877"/>
                  </a:lnTo>
                  <a:lnTo>
                    <a:pt x="2434423" y="3132877"/>
                  </a:lnTo>
                  <a:lnTo>
                    <a:pt x="2434749" y="3132253"/>
                  </a:lnTo>
                  <a:lnTo>
                    <a:pt x="2434749" y="3131630"/>
                  </a:lnTo>
                  <a:lnTo>
                    <a:pt x="2434749" y="3131006"/>
                  </a:lnTo>
                  <a:lnTo>
                    <a:pt x="2434965" y="3131006"/>
                  </a:lnTo>
                  <a:lnTo>
                    <a:pt x="2435182" y="3131006"/>
                  </a:lnTo>
                  <a:lnTo>
                    <a:pt x="2435941" y="3129759"/>
                  </a:lnTo>
                  <a:lnTo>
                    <a:pt x="2436267" y="3129759"/>
                  </a:lnTo>
                  <a:lnTo>
                    <a:pt x="2436375" y="3129759"/>
                  </a:lnTo>
                  <a:lnTo>
                    <a:pt x="2436592" y="3129759"/>
                  </a:lnTo>
                  <a:lnTo>
                    <a:pt x="2436701" y="3129759"/>
                  </a:lnTo>
                  <a:lnTo>
                    <a:pt x="2436701" y="3128512"/>
                  </a:lnTo>
                  <a:lnTo>
                    <a:pt x="2436809" y="3128512"/>
                  </a:lnTo>
                  <a:lnTo>
                    <a:pt x="2437134" y="3128512"/>
                  </a:lnTo>
                  <a:lnTo>
                    <a:pt x="2437351" y="3127888"/>
                  </a:lnTo>
                  <a:lnTo>
                    <a:pt x="2437460" y="3127888"/>
                  </a:lnTo>
                  <a:lnTo>
                    <a:pt x="2437677" y="3127888"/>
                  </a:lnTo>
                  <a:lnTo>
                    <a:pt x="2437785" y="3127888"/>
                  </a:lnTo>
                  <a:lnTo>
                    <a:pt x="2438219" y="3127265"/>
                  </a:lnTo>
                  <a:lnTo>
                    <a:pt x="2438544" y="3127265"/>
                  </a:lnTo>
                  <a:lnTo>
                    <a:pt x="2438978" y="3126641"/>
                  </a:lnTo>
                  <a:lnTo>
                    <a:pt x="2439086" y="3126641"/>
                  </a:lnTo>
                  <a:lnTo>
                    <a:pt x="2439195" y="3126641"/>
                  </a:lnTo>
                  <a:lnTo>
                    <a:pt x="2439629" y="3126641"/>
                  </a:lnTo>
                  <a:lnTo>
                    <a:pt x="2439737" y="3126641"/>
                  </a:lnTo>
                  <a:lnTo>
                    <a:pt x="2439846" y="3126641"/>
                  </a:lnTo>
                  <a:lnTo>
                    <a:pt x="2440171" y="3126641"/>
                  </a:lnTo>
                  <a:lnTo>
                    <a:pt x="2440496" y="3126018"/>
                  </a:lnTo>
                  <a:lnTo>
                    <a:pt x="2440713" y="3126018"/>
                  </a:lnTo>
                  <a:lnTo>
                    <a:pt x="2441039" y="3126018"/>
                  </a:lnTo>
                  <a:lnTo>
                    <a:pt x="2441255" y="3125394"/>
                  </a:lnTo>
                  <a:lnTo>
                    <a:pt x="2441364" y="3125394"/>
                  </a:lnTo>
                  <a:lnTo>
                    <a:pt x="2441472" y="3125394"/>
                  </a:lnTo>
                  <a:lnTo>
                    <a:pt x="2441472" y="3124771"/>
                  </a:lnTo>
                  <a:lnTo>
                    <a:pt x="2441906" y="3124771"/>
                  </a:lnTo>
                  <a:lnTo>
                    <a:pt x="2442015" y="3124147"/>
                  </a:lnTo>
                  <a:lnTo>
                    <a:pt x="2442231" y="3123523"/>
                  </a:lnTo>
                  <a:lnTo>
                    <a:pt x="2442340" y="3123523"/>
                  </a:lnTo>
                  <a:lnTo>
                    <a:pt x="2442448" y="3123523"/>
                  </a:lnTo>
                  <a:lnTo>
                    <a:pt x="2442557" y="3123523"/>
                  </a:lnTo>
                  <a:lnTo>
                    <a:pt x="2442665" y="3123523"/>
                  </a:lnTo>
                  <a:lnTo>
                    <a:pt x="2442774" y="3123523"/>
                  </a:lnTo>
                  <a:lnTo>
                    <a:pt x="2442991" y="3122900"/>
                  </a:lnTo>
                  <a:lnTo>
                    <a:pt x="2443207" y="3122900"/>
                  </a:lnTo>
                  <a:lnTo>
                    <a:pt x="2443316" y="3122900"/>
                  </a:lnTo>
                  <a:lnTo>
                    <a:pt x="2443424" y="3122900"/>
                  </a:lnTo>
                  <a:lnTo>
                    <a:pt x="2443641" y="3122900"/>
                  </a:lnTo>
                  <a:lnTo>
                    <a:pt x="2443967" y="3122276"/>
                  </a:lnTo>
                  <a:lnTo>
                    <a:pt x="2444292" y="3122276"/>
                  </a:lnTo>
                  <a:lnTo>
                    <a:pt x="2444509" y="3121653"/>
                  </a:lnTo>
                  <a:lnTo>
                    <a:pt x="2445051" y="3121653"/>
                  </a:lnTo>
                  <a:lnTo>
                    <a:pt x="2445485" y="3121653"/>
                  </a:lnTo>
                  <a:lnTo>
                    <a:pt x="2445810" y="3120405"/>
                  </a:lnTo>
                  <a:lnTo>
                    <a:pt x="2445919" y="3120405"/>
                  </a:lnTo>
                  <a:lnTo>
                    <a:pt x="2446027" y="3120405"/>
                  </a:lnTo>
                  <a:lnTo>
                    <a:pt x="2446136" y="3119782"/>
                  </a:lnTo>
                  <a:lnTo>
                    <a:pt x="2446244" y="3119158"/>
                  </a:lnTo>
                  <a:lnTo>
                    <a:pt x="2446352" y="3119158"/>
                  </a:lnTo>
                  <a:lnTo>
                    <a:pt x="2446461" y="3119158"/>
                  </a:lnTo>
                  <a:lnTo>
                    <a:pt x="2446569" y="3119158"/>
                  </a:lnTo>
                  <a:lnTo>
                    <a:pt x="2446678" y="3118535"/>
                  </a:lnTo>
                  <a:lnTo>
                    <a:pt x="2446786" y="3118535"/>
                  </a:lnTo>
                  <a:lnTo>
                    <a:pt x="2446786" y="3117911"/>
                  </a:lnTo>
                  <a:lnTo>
                    <a:pt x="2446895" y="3117288"/>
                  </a:lnTo>
                  <a:lnTo>
                    <a:pt x="2447220" y="3117288"/>
                  </a:lnTo>
                  <a:lnTo>
                    <a:pt x="2447328" y="3117288"/>
                  </a:lnTo>
                  <a:lnTo>
                    <a:pt x="2447545" y="3117288"/>
                  </a:lnTo>
                  <a:lnTo>
                    <a:pt x="2447762" y="3117288"/>
                  </a:lnTo>
                  <a:lnTo>
                    <a:pt x="2447871" y="3116664"/>
                  </a:lnTo>
                  <a:lnTo>
                    <a:pt x="2448630" y="3115417"/>
                  </a:lnTo>
                  <a:lnTo>
                    <a:pt x="2448847" y="3115417"/>
                  </a:lnTo>
                  <a:lnTo>
                    <a:pt x="2449172" y="3115417"/>
                  </a:lnTo>
                  <a:lnTo>
                    <a:pt x="2449389" y="3114793"/>
                  </a:lnTo>
                  <a:lnTo>
                    <a:pt x="2449389" y="3114170"/>
                  </a:lnTo>
                  <a:lnTo>
                    <a:pt x="2449606" y="3114170"/>
                  </a:lnTo>
                  <a:lnTo>
                    <a:pt x="2449714" y="3114170"/>
                  </a:lnTo>
                  <a:lnTo>
                    <a:pt x="2449823" y="3114170"/>
                  </a:lnTo>
                  <a:lnTo>
                    <a:pt x="2450148" y="3114170"/>
                  </a:lnTo>
                  <a:lnTo>
                    <a:pt x="2450473" y="3114170"/>
                  </a:lnTo>
                  <a:lnTo>
                    <a:pt x="2450582" y="3113546"/>
                  </a:lnTo>
                  <a:lnTo>
                    <a:pt x="2450799" y="3112299"/>
                  </a:lnTo>
                  <a:lnTo>
                    <a:pt x="2450907" y="3112299"/>
                  </a:lnTo>
                  <a:lnTo>
                    <a:pt x="2451233" y="3112299"/>
                  </a:lnTo>
                  <a:lnTo>
                    <a:pt x="2451341" y="3112299"/>
                  </a:lnTo>
                  <a:lnTo>
                    <a:pt x="2451558" y="3112299"/>
                  </a:lnTo>
                  <a:lnTo>
                    <a:pt x="2452534" y="3112299"/>
                  </a:lnTo>
                  <a:lnTo>
                    <a:pt x="2452534" y="3111675"/>
                  </a:lnTo>
                  <a:lnTo>
                    <a:pt x="2452642" y="3111675"/>
                  </a:lnTo>
                  <a:lnTo>
                    <a:pt x="2452642" y="3111052"/>
                  </a:lnTo>
                  <a:lnTo>
                    <a:pt x="2452751" y="3111052"/>
                  </a:lnTo>
                  <a:lnTo>
                    <a:pt x="2452859" y="3111052"/>
                  </a:lnTo>
                  <a:lnTo>
                    <a:pt x="2453076" y="3111052"/>
                  </a:lnTo>
                  <a:lnTo>
                    <a:pt x="2453185" y="3111052"/>
                  </a:lnTo>
                  <a:lnTo>
                    <a:pt x="2453293" y="3110428"/>
                  </a:lnTo>
                  <a:lnTo>
                    <a:pt x="2453402" y="3110428"/>
                  </a:lnTo>
                  <a:lnTo>
                    <a:pt x="2453727" y="3110428"/>
                  </a:lnTo>
                  <a:lnTo>
                    <a:pt x="2454161" y="3109181"/>
                  </a:lnTo>
                  <a:lnTo>
                    <a:pt x="2454703" y="3108557"/>
                  </a:lnTo>
                  <a:lnTo>
                    <a:pt x="2454811" y="3108557"/>
                  </a:lnTo>
                  <a:lnTo>
                    <a:pt x="2454920" y="3108557"/>
                  </a:lnTo>
                  <a:lnTo>
                    <a:pt x="2455137" y="3107934"/>
                  </a:lnTo>
                  <a:lnTo>
                    <a:pt x="2455354" y="3107934"/>
                  </a:lnTo>
                  <a:lnTo>
                    <a:pt x="2456113" y="3107934"/>
                  </a:lnTo>
                  <a:lnTo>
                    <a:pt x="2456221" y="3107934"/>
                  </a:lnTo>
                  <a:lnTo>
                    <a:pt x="2456655" y="3107934"/>
                  </a:lnTo>
                  <a:lnTo>
                    <a:pt x="2456763" y="3107934"/>
                  </a:lnTo>
                  <a:lnTo>
                    <a:pt x="2456980" y="3107934"/>
                  </a:lnTo>
                  <a:lnTo>
                    <a:pt x="2457089" y="3107934"/>
                  </a:lnTo>
                  <a:lnTo>
                    <a:pt x="2457306" y="3107934"/>
                  </a:lnTo>
                  <a:lnTo>
                    <a:pt x="2457414" y="3107934"/>
                  </a:lnTo>
                  <a:lnTo>
                    <a:pt x="2457522" y="3107934"/>
                  </a:lnTo>
                  <a:lnTo>
                    <a:pt x="2457848" y="3106687"/>
                  </a:lnTo>
                  <a:lnTo>
                    <a:pt x="2458173" y="3106063"/>
                  </a:lnTo>
                  <a:lnTo>
                    <a:pt x="2458282" y="3106063"/>
                  </a:lnTo>
                  <a:lnTo>
                    <a:pt x="2458607" y="3106063"/>
                  </a:lnTo>
                  <a:lnTo>
                    <a:pt x="2458932" y="3106063"/>
                  </a:lnTo>
                  <a:lnTo>
                    <a:pt x="2459041" y="3106063"/>
                  </a:lnTo>
                  <a:lnTo>
                    <a:pt x="2459475" y="3106063"/>
                  </a:lnTo>
                  <a:lnTo>
                    <a:pt x="2459583" y="3106063"/>
                  </a:lnTo>
                  <a:lnTo>
                    <a:pt x="2459800" y="3106063"/>
                  </a:lnTo>
                  <a:lnTo>
                    <a:pt x="2460017" y="3106063"/>
                  </a:lnTo>
                  <a:lnTo>
                    <a:pt x="2460125" y="3105439"/>
                  </a:lnTo>
                  <a:lnTo>
                    <a:pt x="2460125" y="3104816"/>
                  </a:lnTo>
                  <a:lnTo>
                    <a:pt x="2460234" y="3104192"/>
                  </a:lnTo>
                  <a:lnTo>
                    <a:pt x="2460342" y="3104192"/>
                  </a:lnTo>
                  <a:lnTo>
                    <a:pt x="2460451" y="3103569"/>
                  </a:lnTo>
                  <a:lnTo>
                    <a:pt x="2460559" y="3103569"/>
                  </a:lnTo>
                  <a:lnTo>
                    <a:pt x="2460667" y="3103569"/>
                  </a:lnTo>
                  <a:lnTo>
                    <a:pt x="2460776" y="3103569"/>
                  </a:lnTo>
                  <a:lnTo>
                    <a:pt x="2460884" y="3101698"/>
                  </a:lnTo>
                  <a:lnTo>
                    <a:pt x="2461318" y="3101074"/>
                  </a:lnTo>
                  <a:lnTo>
                    <a:pt x="2461318" y="3100451"/>
                  </a:lnTo>
                  <a:lnTo>
                    <a:pt x="2461427" y="3100451"/>
                  </a:lnTo>
                  <a:lnTo>
                    <a:pt x="2461535" y="3100451"/>
                  </a:lnTo>
                  <a:lnTo>
                    <a:pt x="2461643" y="3100451"/>
                  </a:lnTo>
                  <a:lnTo>
                    <a:pt x="2461752" y="3100451"/>
                  </a:lnTo>
                  <a:lnTo>
                    <a:pt x="2462186" y="3100451"/>
                  </a:lnTo>
                  <a:lnTo>
                    <a:pt x="2462728" y="3100451"/>
                  </a:lnTo>
                  <a:lnTo>
                    <a:pt x="2462836" y="3100451"/>
                  </a:lnTo>
                  <a:lnTo>
                    <a:pt x="2462945" y="3100451"/>
                  </a:lnTo>
                  <a:lnTo>
                    <a:pt x="2463053" y="3100451"/>
                  </a:lnTo>
                  <a:lnTo>
                    <a:pt x="2463162" y="3099827"/>
                  </a:lnTo>
                  <a:lnTo>
                    <a:pt x="2463270" y="3099827"/>
                  </a:lnTo>
                  <a:lnTo>
                    <a:pt x="2464355" y="3098580"/>
                  </a:lnTo>
                  <a:lnTo>
                    <a:pt x="2464572" y="3098580"/>
                  </a:lnTo>
                  <a:lnTo>
                    <a:pt x="2464572" y="3097956"/>
                  </a:lnTo>
                  <a:lnTo>
                    <a:pt x="2464680" y="3097956"/>
                  </a:lnTo>
                  <a:lnTo>
                    <a:pt x="2464897" y="3097333"/>
                  </a:lnTo>
                  <a:lnTo>
                    <a:pt x="2465005" y="3097333"/>
                  </a:lnTo>
                  <a:lnTo>
                    <a:pt x="2465331" y="3097333"/>
                  </a:lnTo>
                  <a:lnTo>
                    <a:pt x="2465331" y="3096709"/>
                  </a:lnTo>
                  <a:lnTo>
                    <a:pt x="2465764" y="3096086"/>
                  </a:lnTo>
                  <a:lnTo>
                    <a:pt x="2466198" y="3096086"/>
                  </a:lnTo>
                  <a:lnTo>
                    <a:pt x="2466307" y="3096086"/>
                  </a:lnTo>
                  <a:lnTo>
                    <a:pt x="2466415" y="3096086"/>
                  </a:lnTo>
                  <a:lnTo>
                    <a:pt x="2466524" y="3096086"/>
                  </a:lnTo>
                  <a:lnTo>
                    <a:pt x="2466524" y="3095462"/>
                  </a:lnTo>
                  <a:lnTo>
                    <a:pt x="2466632" y="3095462"/>
                  </a:lnTo>
                  <a:lnTo>
                    <a:pt x="2466741" y="3095462"/>
                  </a:lnTo>
                  <a:lnTo>
                    <a:pt x="2466849" y="3095462"/>
                  </a:lnTo>
                  <a:lnTo>
                    <a:pt x="2467283" y="3095462"/>
                  </a:lnTo>
                  <a:lnTo>
                    <a:pt x="2467500" y="3095462"/>
                  </a:lnTo>
                  <a:lnTo>
                    <a:pt x="2468150" y="3093591"/>
                  </a:lnTo>
                  <a:lnTo>
                    <a:pt x="2468367" y="3093591"/>
                  </a:lnTo>
                  <a:lnTo>
                    <a:pt x="2468584" y="3092968"/>
                  </a:lnTo>
                  <a:lnTo>
                    <a:pt x="2468801" y="3092968"/>
                  </a:lnTo>
                  <a:lnTo>
                    <a:pt x="2468801" y="3092344"/>
                  </a:lnTo>
                  <a:lnTo>
                    <a:pt x="2469126" y="3092344"/>
                  </a:lnTo>
                  <a:lnTo>
                    <a:pt x="2469126" y="3091721"/>
                  </a:lnTo>
                  <a:lnTo>
                    <a:pt x="2469235" y="3091721"/>
                  </a:lnTo>
                  <a:lnTo>
                    <a:pt x="2469235" y="3091097"/>
                  </a:lnTo>
                  <a:lnTo>
                    <a:pt x="2469669" y="3091097"/>
                  </a:lnTo>
                  <a:lnTo>
                    <a:pt x="2469669" y="3090473"/>
                  </a:lnTo>
                  <a:lnTo>
                    <a:pt x="2470102" y="3086732"/>
                  </a:lnTo>
                  <a:lnTo>
                    <a:pt x="2470211" y="3086732"/>
                  </a:lnTo>
                  <a:lnTo>
                    <a:pt x="2470536" y="3086732"/>
                  </a:lnTo>
                  <a:lnTo>
                    <a:pt x="2470536" y="3086108"/>
                  </a:lnTo>
                  <a:lnTo>
                    <a:pt x="2470645" y="3086108"/>
                  </a:lnTo>
                  <a:lnTo>
                    <a:pt x="2470753" y="3086108"/>
                  </a:lnTo>
                  <a:lnTo>
                    <a:pt x="2470862" y="3086108"/>
                  </a:lnTo>
                  <a:lnTo>
                    <a:pt x="2471187" y="3085485"/>
                  </a:lnTo>
                  <a:lnTo>
                    <a:pt x="2471729" y="3085485"/>
                  </a:lnTo>
                  <a:lnTo>
                    <a:pt x="2472271" y="3084861"/>
                  </a:lnTo>
                  <a:lnTo>
                    <a:pt x="2472488" y="3084861"/>
                  </a:lnTo>
                  <a:lnTo>
                    <a:pt x="2472814" y="3084861"/>
                  </a:lnTo>
                  <a:lnTo>
                    <a:pt x="2473030" y="3084861"/>
                  </a:lnTo>
                  <a:lnTo>
                    <a:pt x="2473247" y="3084861"/>
                  </a:lnTo>
                  <a:lnTo>
                    <a:pt x="2473681" y="3084238"/>
                  </a:lnTo>
                  <a:lnTo>
                    <a:pt x="2474223" y="3082990"/>
                  </a:lnTo>
                  <a:lnTo>
                    <a:pt x="2474657" y="3082990"/>
                  </a:lnTo>
                  <a:lnTo>
                    <a:pt x="2475091" y="3082990"/>
                  </a:lnTo>
                  <a:lnTo>
                    <a:pt x="2475199" y="3082990"/>
                  </a:lnTo>
                  <a:lnTo>
                    <a:pt x="2475308" y="3082990"/>
                  </a:lnTo>
                  <a:lnTo>
                    <a:pt x="2475525" y="3082990"/>
                  </a:lnTo>
                  <a:lnTo>
                    <a:pt x="2475633" y="3082990"/>
                  </a:lnTo>
                  <a:lnTo>
                    <a:pt x="2475850" y="3082990"/>
                  </a:lnTo>
                  <a:lnTo>
                    <a:pt x="2475959" y="3081743"/>
                  </a:lnTo>
                  <a:lnTo>
                    <a:pt x="2475959" y="3081120"/>
                  </a:lnTo>
                  <a:lnTo>
                    <a:pt x="2476392" y="3079873"/>
                  </a:lnTo>
                  <a:lnTo>
                    <a:pt x="2476501" y="3079873"/>
                  </a:lnTo>
                  <a:lnTo>
                    <a:pt x="2476501" y="3079249"/>
                  </a:lnTo>
                  <a:lnTo>
                    <a:pt x="2476826" y="3079249"/>
                  </a:lnTo>
                  <a:lnTo>
                    <a:pt x="2476935" y="3079249"/>
                  </a:lnTo>
                  <a:lnTo>
                    <a:pt x="2477043" y="3079249"/>
                  </a:lnTo>
                  <a:lnTo>
                    <a:pt x="2477151" y="3079249"/>
                  </a:lnTo>
                  <a:lnTo>
                    <a:pt x="2478019" y="3076755"/>
                  </a:lnTo>
                  <a:lnTo>
                    <a:pt x="2478344" y="3076755"/>
                  </a:lnTo>
                  <a:lnTo>
                    <a:pt x="2478453" y="3076755"/>
                  </a:lnTo>
                  <a:lnTo>
                    <a:pt x="2478561" y="3076755"/>
                  </a:lnTo>
                  <a:lnTo>
                    <a:pt x="2478778" y="3076755"/>
                  </a:lnTo>
                  <a:lnTo>
                    <a:pt x="2478995" y="3076755"/>
                  </a:lnTo>
                  <a:lnTo>
                    <a:pt x="2479103" y="3076755"/>
                  </a:lnTo>
                  <a:lnTo>
                    <a:pt x="2479754" y="3076755"/>
                  </a:lnTo>
                  <a:lnTo>
                    <a:pt x="2480513" y="3076755"/>
                  </a:lnTo>
                  <a:lnTo>
                    <a:pt x="2480622" y="3076131"/>
                  </a:lnTo>
                  <a:lnTo>
                    <a:pt x="2480730" y="3076131"/>
                  </a:lnTo>
                  <a:lnTo>
                    <a:pt x="2480947" y="3076131"/>
                  </a:lnTo>
                  <a:lnTo>
                    <a:pt x="2481272" y="3075507"/>
                  </a:lnTo>
                  <a:lnTo>
                    <a:pt x="2481381" y="3075507"/>
                  </a:lnTo>
                  <a:lnTo>
                    <a:pt x="2481489" y="3075507"/>
                  </a:lnTo>
                  <a:lnTo>
                    <a:pt x="2481598" y="3075507"/>
                  </a:lnTo>
                  <a:lnTo>
                    <a:pt x="2481706" y="3075507"/>
                  </a:lnTo>
                  <a:lnTo>
                    <a:pt x="2481815" y="3075507"/>
                  </a:lnTo>
                  <a:lnTo>
                    <a:pt x="2482140" y="3075507"/>
                  </a:lnTo>
                  <a:lnTo>
                    <a:pt x="2482357" y="3075507"/>
                  </a:lnTo>
                  <a:lnTo>
                    <a:pt x="2482465" y="3075507"/>
                  </a:lnTo>
                  <a:lnTo>
                    <a:pt x="2482574" y="3075507"/>
                  </a:lnTo>
                  <a:lnTo>
                    <a:pt x="2482791" y="3075507"/>
                  </a:lnTo>
                  <a:lnTo>
                    <a:pt x="2482899" y="3075507"/>
                  </a:lnTo>
                  <a:lnTo>
                    <a:pt x="2483116" y="3074884"/>
                  </a:lnTo>
                  <a:lnTo>
                    <a:pt x="2483333" y="3074884"/>
                  </a:lnTo>
                  <a:lnTo>
                    <a:pt x="2483550" y="3074260"/>
                  </a:lnTo>
                  <a:lnTo>
                    <a:pt x="2483658" y="3074260"/>
                  </a:lnTo>
                  <a:lnTo>
                    <a:pt x="2483984" y="3074260"/>
                  </a:lnTo>
                  <a:lnTo>
                    <a:pt x="2484092" y="3074260"/>
                  </a:lnTo>
                  <a:lnTo>
                    <a:pt x="2484201" y="3074260"/>
                  </a:lnTo>
                  <a:lnTo>
                    <a:pt x="2484526" y="3074260"/>
                  </a:lnTo>
                  <a:lnTo>
                    <a:pt x="2484634" y="3074260"/>
                  </a:lnTo>
                  <a:lnTo>
                    <a:pt x="2484743" y="3074260"/>
                  </a:lnTo>
                  <a:lnTo>
                    <a:pt x="2485285" y="3073013"/>
                  </a:lnTo>
                  <a:lnTo>
                    <a:pt x="2485719" y="3072390"/>
                  </a:lnTo>
                  <a:lnTo>
                    <a:pt x="2485827" y="3072390"/>
                  </a:lnTo>
                  <a:lnTo>
                    <a:pt x="2486044" y="3072390"/>
                  </a:lnTo>
                  <a:lnTo>
                    <a:pt x="2486369" y="3071766"/>
                  </a:lnTo>
                  <a:lnTo>
                    <a:pt x="2486695" y="3071766"/>
                  </a:lnTo>
                  <a:lnTo>
                    <a:pt x="2487237" y="3071766"/>
                  </a:lnTo>
                  <a:lnTo>
                    <a:pt x="2487237" y="3071142"/>
                  </a:lnTo>
                  <a:lnTo>
                    <a:pt x="2487345" y="3071142"/>
                  </a:lnTo>
                  <a:lnTo>
                    <a:pt x="2487454" y="3070519"/>
                  </a:lnTo>
                  <a:lnTo>
                    <a:pt x="2487779" y="3070519"/>
                  </a:lnTo>
                  <a:lnTo>
                    <a:pt x="2487888" y="3070519"/>
                  </a:lnTo>
                  <a:lnTo>
                    <a:pt x="2488105" y="3070519"/>
                  </a:lnTo>
                  <a:lnTo>
                    <a:pt x="2488213" y="3070519"/>
                  </a:lnTo>
                  <a:lnTo>
                    <a:pt x="2488647" y="3070519"/>
                  </a:lnTo>
                  <a:lnTo>
                    <a:pt x="2489081" y="3069272"/>
                  </a:lnTo>
                  <a:lnTo>
                    <a:pt x="2489189" y="3069272"/>
                  </a:lnTo>
                  <a:lnTo>
                    <a:pt x="2489406" y="3069272"/>
                  </a:lnTo>
                  <a:lnTo>
                    <a:pt x="2489514" y="3068648"/>
                  </a:lnTo>
                  <a:lnTo>
                    <a:pt x="2489840" y="3068648"/>
                  </a:lnTo>
                  <a:lnTo>
                    <a:pt x="2490057" y="3068648"/>
                  </a:lnTo>
                  <a:lnTo>
                    <a:pt x="2490165" y="3068648"/>
                  </a:lnTo>
                  <a:lnTo>
                    <a:pt x="2490599" y="3068025"/>
                  </a:lnTo>
                  <a:lnTo>
                    <a:pt x="2491033" y="3068025"/>
                  </a:lnTo>
                  <a:lnTo>
                    <a:pt x="2491250" y="3068025"/>
                  </a:lnTo>
                  <a:lnTo>
                    <a:pt x="2491466" y="3067401"/>
                  </a:lnTo>
                  <a:lnTo>
                    <a:pt x="2492009" y="3067401"/>
                  </a:lnTo>
                  <a:lnTo>
                    <a:pt x="2492226" y="3066777"/>
                  </a:lnTo>
                  <a:lnTo>
                    <a:pt x="2492334" y="3065530"/>
                  </a:lnTo>
                  <a:lnTo>
                    <a:pt x="2492443" y="3065530"/>
                  </a:lnTo>
                  <a:lnTo>
                    <a:pt x="2492551" y="3065530"/>
                  </a:lnTo>
                  <a:lnTo>
                    <a:pt x="2492659" y="3065530"/>
                  </a:lnTo>
                  <a:lnTo>
                    <a:pt x="2493310" y="3063659"/>
                  </a:lnTo>
                  <a:lnTo>
                    <a:pt x="2493419" y="3062412"/>
                  </a:lnTo>
                  <a:lnTo>
                    <a:pt x="2493635" y="3061789"/>
                  </a:lnTo>
                  <a:lnTo>
                    <a:pt x="2493744" y="3060542"/>
                  </a:lnTo>
                  <a:lnTo>
                    <a:pt x="2494286" y="3060542"/>
                  </a:lnTo>
                  <a:lnTo>
                    <a:pt x="2494395" y="3060542"/>
                  </a:lnTo>
                  <a:lnTo>
                    <a:pt x="2494611" y="3060542"/>
                  </a:lnTo>
                  <a:lnTo>
                    <a:pt x="2494720" y="3060542"/>
                  </a:lnTo>
                  <a:lnTo>
                    <a:pt x="2494828" y="3060542"/>
                  </a:lnTo>
                  <a:lnTo>
                    <a:pt x="2495045" y="3060542"/>
                  </a:lnTo>
                  <a:lnTo>
                    <a:pt x="2495154" y="3060542"/>
                  </a:lnTo>
                  <a:lnTo>
                    <a:pt x="2495262" y="3060542"/>
                  </a:lnTo>
                  <a:lnTo>
                    <a:pt x="2495371" y="3060542"/>
                  </a:lnTo>
                  <a:lnTo>
                    <a:pt x="2495696" y="3060542"/>
                  </a:lnTo>
                  <a:lnTo>
                    <a:pt x="2495804" y="3060542"/>
                  </a:lnTo>
                  <a:lnTo>
                    <a:pt x="2496238" y="3060542"/>
                  </a:lnTo>
                  <a:lnTo>
                    <a:pt x="2496780" y="3060542"/>
                  </a:lnTo>
                  <a:lnTo>
                    <a:pt x="2497106" y="3059918"/>
                  </a:lnTo>
                  <a:lnTo>
                    <a:pt x="2497323" y="3059918"/>
                  </a:lnTo>
                  <a:lnTo>
                    <a:pt x="2497431" y="3059918"/>
                  </a:lnTo>
                  <a:lnTo>
                    <a:pt x="2497648" y="3059918"/>
                  </a:lnTo>
                  <a:lnTo>
                    <a:pt x="2497648" y="3059294"/>
                  </a:lnTo>
                  <a:lnTo>
                    <a:pt x="2497756" y="3059294"/>
                  </a:lnTo>
                  <a:lnTo>
                    <a:pt x="2497865" y="3059294"/>
                  </a:lnTo>
                  <a:lnTo>
                    <a:pt x="2498082" y="3059294"/>
                  </a:lnTo>
                  <a:lnTo>
                    <a:pt x="2498190" y="3058671"/>
                  </a:lnTo>
                  <a:lnTo>
                    <a:pt x="2498299" y="3058671"/>
                  </a:lnTo>
                  <a:lnTo>
                    <a:pt x="2498299" y="3057424"/>
                  </a:lnTo>
                  <a:lnTo>
                    <a:pt x="2498407" y="3057424"/>
                  </a:lnTo>
                  <a:lnTo>
                    <a:pt x="2498407" y="3056800"/>
                  </a:lnTo>
                  <a:lnTo>
                    <a:pt x="2498516" y="3056800"/>
                  </a:lnTo>
                  <a:lnTo>
                    <a:pt x="2498624" y="3056800"/>
                  </a:lnTo>
                  <a:lnTo>
                    <a:pt x="2498732" y="3056800"/>
                  </a:lnTo>
                  <a:lnTo>
                    <a:pt x="2499166" y="3056176"/>
                  </a:lnTo>
                  <a:lnTo>
                    <a:pt x="2499275" y="3056176"/>
                  </a:lnTo>
                  <a:lnTo>
                    <a:pt x="2499383" y="3056176"/>
                  </a:lnTo>
                  <a:lnTo>
                    <a:pt x="2499492" y="3056176"/>
                  </a:lnTo>
                  <a:lnTo>
                    <a:pt x="2499708" y="3056176"/>
                  </a:lnTo>
                  <a:lnTo>
                    <a:pt x="2500142" y="3056176"/>
                  </a:lnTo>
                  <a:lnTo>
                    <a:pt x="2500359" y="3056176"/>
                  </a:lnTo>
                  <a:lnTo>
                    <a:pt x="2500468" y="3056176"/>
                  </a:lnTo>
                  <a:lnTo>
                    <a:pt x="2500793" y="3054306"/>
                  </a:lnTo>
                  <a:lnTo>
                    <a:pt x="2500901" y="3054306"/>
                  </a:lnTo>
                  <a:lnTo>
                    <a:pt x="2501118" y="3054306"/>
                  </a:lnTo>
                  <a:lnTo>
                    <a:pt x="2501118" y="3053682"/>
                  </a:lnTo>
                  <a:lnTo>
                    <a:pt x="2501877" y="3053682"/>
                  </a:lnTo>
                  <a:lnTo>
                    <a:pt x="2501986" y="3053059"/>
                  </a:lnTo>
                  <a:lnTo>
                    <a:pt x="2502420" y="3051188"/>
                  </a:lnTo>
                  <a:lnTo>
                    <a:pt x="2502528" y="3051188"/>
                  </a:lnTo>
                  <a:lnTo>
                    <a:pt x="2502637" y="3051188"/>
                  </a:lnTo>
                  <a:lnTo>
                    <a:pt x="2503287" y="3049317"/>
                  </a:lnTo>
                  <a:lnTo>
                    <a:pt x="2503504" y="3049317"/>
                  </a:lnTo>
                  <a:lnTo>
                    <a:pt x="2503613" y="3049317"/>
                  </a:lnTo>
                  <a:lnTo>
                    <a:pt x="2504480" y="3048693"/>
                  </a:lnTo>
                  <a:lnTo>
                    <a:pt x="2504589" y="3048693"/>
                  </a:lnTo>
                  <a:lnTo>
                    <a:pt x="2504697" y="3048693"/>
                  </a:lnTo>
                  <a:lnTo>
                    <a:pt x="2504914" y="3048693"/>
                  </a:lnTo>
                  <a:lnTo>
                    <a:pt x="2505890" y="3048693"/>
                  </a:lnTo>
                  <a:lnTo>
                    <a:pt x="2505998" y="3048693"/>
                  </a:lnTo>
                  <a:lnTo>
                    <a:pt x="2506324" y="3048693"/>
                  </a:lnTo>
                  <a:lnTo>
                    <a:pt x="2506866" y="3047446"/>
                  </a:lnTo>
                  <a:lnTo>
                    <a:pt x="2506866" y="3046823"/>
                  </a:lnTo>
                  <a:lnTo>
                    <a:pt x="2506974" y="3046823"/>
                  </a:lnTo>
                  <a:lnTo>
                    <a:pt x="2507191" y="3046823"/>
                  </a:lnTo>
                  <a:lnTo>
                    <a:pt x="2507191" y="3046199"/>
                  </a:lnTo>
                  <a:lnTo>
                    <a:pt x="2507408" y="3046199"/>
                  </a:lnTo>
                  <a:lnTo>
                    <a:pt x="2507842" y="3046199"/>
                  </a:lnTo>
                  <a:lnTo>
                    <a:pt x="2507842" y="3045576"/>
                  </a:lnTo>
                  <a:lnTo>
                    <a:pt x="2507842" y="3044952"/>
                  </a:lnTo>
                  <a:lnTo>
                    <a:pt x="2508167" y="3044328"/>
                  </a:lnTo>
                  <a:lnTo>
                    <a:pt x="2508276" y="3044328"/>
                  </a:lnTo>
                  <a:lnTo>
                    <a:pt x="2508601" y="3044328"/>
                  </a:lnTo>
                  <a:lnTo>
                    <a:pt x="2508710" y="3044328"/>
                  </a:lnTo>
                  <a:lnTo>
                    <a:pt x="2508818" y="3044328"/>
                  </a:lnTo>
                  <a:lnTo>
                    <a:pt x="2508926" y="3044328"/>
                  </a:lnTo>
                  <a:lnTo>
                    <a:pt x="2509469" y="3044328"/>
                  </a:lnTo>
                  <a:lnTo>
                    <a:pt x="2509577" y="3044328"/>
                  </a:lnTo>
                  <a:lnTo>
                    <a:pt x="2509903" y="3044328"/>
                  </a:lnTo>
                  <a:lnTo>
                    <a:pt x="2510119" y="3044328"/>
                  </a:lnTo>
                  <a:lnTo>
                    <a:pt x="2510228" y="3043705"/>
                  </a:lnTo>
                  <a:lnTo>
                    <a:pt x="2510228" y="3043081"/>
                  </a:lnTo>
                  <a:lnTo>
                    <a:pt x="2510336" y="3043081"/>
                  </a:lnTo>
                  <a:lnTo>
                    <a:pt x="2510553" y="3043081"/>
                  </a:lnTo>
                  <a:lnTo>
                    <a:pt x="2510770" y="3043081"/>
                  </a:lnTo>
                  <a:lnTo>
                    <a:pt x="2510879" y="3043081"/>
                  </a:lnTo>
                  <a:lnTo>
                    <a:pt x="2510987" y="3043081"/>
                  </a:lnTo>
                  <a:lnTo>
                    <a:pt x="2511312" y="3043081"/>
                  </a:lnTo>
                  <a:lnTo>
                    <a:pt x="2511529" y="3043081"/>
                  </a:lnTo>
                  <a:lnTo>
                    <a:pt x="2511746" y="3042458"/>
                  </a:lnTo>
                  <a:lnTo>
                    <a:pt x="2511855" y="3042458"/>
                  </a:lnTo>
                  <a:lnTo>
                    <a:pt x="2512071" y="3042458"/>
                  </a:lnTo>
                  <a:lnTo>
                    <a:pt x="2512397" y="3042458"/>
                  </a:lnTo>
                  <a:lnTo>
                    <a:pt x="2512505" y="3042458"/>
                  </a:lnTo>
                  <a:lnTo>
                    <a:pt x="2512722" y="3042458"/>
                  </a:lnTo>
                  <a:lnTo>
                    <a:pt x="2512939" y="3042458"/>
                  </a:lnTo>
                  <a:lnTo>
                    <a:pt x="2513156" y="3042458"/>
                  </a:lnTo>
                  <a:lnTo>
                    <a:pt x="2513264" y="3042458"/>
                  </a:lnTo>
                  <a:lnTo>
                    <a:pt x="2513373" y="3042458"/>
                  </a:lnTo>
                  <a:lnTo>
                    <a:pt x="2513807" y="3042458"/>
                  </a:lnTo>
                  <a:lnTo>
                    <a:pt x="2513915" y="3041834"/>
                  </a:lnTo>
                  <a:lnTo>
                    <a:pt x="2514240" y="3041834"/>
                  </a:lnTo>
                  <a:lnTo>
                    <a:pt x="2514566" y="3041210"/>
                  </a:lnTo>
                  <a:lnTo>
                    <a:pt x="2514674" y="3041210"/>
                  </a:lnTo>
                  <a:lnTo>
                    <a:pt x="2514891" y="3041210"/>
                  </a:lnTo>
                  <a:lnTo>
                    <a:pt x="2515000" y="3041210"/>
                  </a:lnTo>
                  <a:lnTo>
                    <a:pt x="2515216" y="3041210"/>
                  </a:lnTo>
                  <a:lnTo>
                    <a:pt x="2515325" y="3041210"/>
                  </a:lnTo>
                  <a:lnTo>
                    <a:pt x="2515542" y="3041210"/>
                  </a:lnTo>
                  <a:lnTo>
                    <a:pt x="2515650" y="3041210"/>
                  </a:lnTo>
                  <a:lnTo>
                    <a:pt x="2516084" y="3041210"/>
                  </a:lnTo>
                  <a:lnTo>
                    <a:pt x="2516192" y="3040587"/>
                  </a:lnTo>
                  <a:lnTo>
                    <a:pt x="2516301" y="3039963"/>
                  </a:lnTo>
                  <a:lnTo>
                    <a:pt x="2516518" y="3039963"/>
                  </a:lnTo>
                  <a:lnTo>
                    <a:pt x="2516626" y="3039963"/>
                  </a:lnTo>
                  <a:lnTo>
                    <a:pt x="2516735" y="3039340"/>
                  </a:lnTo>
                  <a:lnTo>
                    <a:pt x="2516843" y="3039340"/>
                  </a:lnTo>
                  <a:lnTo>
                    <a:pt x="2516952" y="3039340"/>
                  </a:lnTo>
                  <a:lnTo>
                    <a:pt x="2517168" y="3039340"/>
                  </a:lnTo>
                  <a:lnTo>
                    <a:pt x="2517385" y="3039340"/>
                  </a:lnTo>
                  <a:lnTo>
                    <a:pt x="2517711" y="3039340"/>
                  </a:lnTo>
                  <a:lnTo>
                    <a:pt x="2517819" y="3039340"/>
                  </a:lnTo>
                  <a:lnTo>
                    <a:pt x="2517928" y="3039340"/>
                  </a:lnTo>
                  <a:lnTo>
                    <a:pt x="2518145" y="3039340"/>
                  </a:lnTo>
                  <a:lnTo>
                    <a:pt x="2518253" y="3039340"/>
                  </a:lnTo>
                  <a:lnTo>
                    <a:pt x="2518361" y="3039340"/>
                  </a:lnTo>
                  <a:lnTo>
                    <a:pt x="2523242" y="3033727"/>
                  </a:lnTo>
                  <a:lnTo>
                    <a:pt x="2523458" y="3033727"/>
                  </a:lnTo>
                  <a:lnTo>
                    <a:pt x="2523567" y="3033727"/>
                  </a:lnTo>
                  <a:lnTo>
                    <a:pt x="2523784" y="3033727"/>
                  </a:lnTo>
                  <a:lnTo>
                    <a:pt x="2524001" y="3033727"/>
                  </a:lnTo>
                  <a:lnTo>
                    <a:pt x="2524109" y="3033104"/>
                  </a:lnTo>
                  <a:lnTo>
                    <a:pt x="2524218" y="3033104"/>
                  </a:lnTo>
                  <a:lnTo>
                    <a:pt x="2524543" y="3033104"/>
                  </a:lnTo>
                  <a:lnTo>
                    <a:pt x="2524651" y="3033104"/>
                  </a:lnTo>
                  <a:lnTo>
                    <a:pt x="2524760" y="3033104"/>
                  </a:lnTo>
                  <a:lnTo>
                    <a:pt x="2524977" y="3033104"/>
                  </a:lnTo>
                  <a:lnTo>
                    <a:pt x="2525410" y="3033104"/>
                  </a:lnTo>
                  <a:lnTo>
                    <a:pt x="2525627" y="3033104"/>
                  </a:lnTo>
                  <a:lnTo>
                    <a:pt x="2526061" y="3033104"/>
                  </a:lnTo>
                  <a:lnTo>
                    <a:pt x="2526170" y="3033104"/>
                  </a:lnTo>
                  <a:lnTo>
                    <a:pt x="2526386" y="3033104"/>
                  </a:lnTo>
                  <a:lnTo>
                    <a:pt x="2526495" y="3033104"/>
                  </a:lnTo>
                  <a:lnTo>
                    <a:pt x="2526495" y="3032480"/>
                  </a:lnTo>
                  <a:lnTo>
                    <a:pt x="2526712" y="3031857"/>
                  </a:lnTo>
                  <a:lnTo>
                    <a:pt x="2526820" y="3031857"/>
                  </a:lnTo>
                  <a:lnTo>
                    <a:pt x="2527037" y="3031857"/>
                  </a:lnTo>
                  <a:lnTo>
                    <a:pt x="2527146" y="3031857"/>
                  </a:lnTo>
                  <a:lnTo>
                    <a:pt x="2527363" y="3031233"/>
                  </a:lnTo>
                  <a:lnTo>
                    <a:pt x="2527688" y="3031233"/>
                  </a:lnTo>
                  <a:lnTo>
                    <a:pt x="2527796" y="3031233"/>
                  </a:lnTo>
                  <a:lnTo>
                    <a:pt x="2527905" y="3031233"/>
                  </a:lnTo>
                  <a:lnTo>
                    <a:pt x="2528122" y="3030610"/>
                  </a:lnTo>
                  <a:lnTo>
                    <a:pt x="2528447" y="3030610"/>
                  </a:lnTo>
                  <a:lnTo>
                    <a:pt x="2528772" y="3030610"/>
                  </a:lnTo>
                  <a:lnTo>
                    <a:pt x="2528989" y="3030610"/>
                  </a:lnTo>
                  <a:lnTo>
                    <a:pt x="2528989" y="3029986"/>
                  </a:lnTo>
                  <a:lnTo>
                    <a:pt x="2529423" y="3029986"/>
                  </a:lnTo>
                  <a:lnTo>
                    <a:pt x="2529748" y="3029986"/>
                  </a:lnTo>
                  <a:lnTo>
                    <a:pt x="2529965" y="3029986"/>
                  </a:lnTo>
                  <a:lnTo>
                    <a:pt x="2530074" y="3029986"/>
                  </a:lnTo>
                  <a:lnTo>
                    <a:pt x="2530833" y="3029362"/>
                  </a:lnTo>
                  <a:lnTo>
                    <a:pt x="2531050" y="3029362"/>
                  </a:lnTo>
                  <a:lnTo>
                    <a:pt x="2531158" y="3029362"/>
                  </a:lnTo>
                  <a:lnTo>
                    <a:pt x="2531484" y="3029362"/>
                  </a:lnTo>
                  <a:lnTo>
                    <a:pt x="2531809" y="3028115"/>
                  </a:lnTo>
                  <a:lnTo>
                    <a:pt x="2531917" y="3027492"/>
                  </a:lnTo>
                  <a:lnTo>
                    <a:pt x="2532134" y="3027492"/>
                  </a:lnTo>
                  <a:lnTo>
                    <a:pt x="2532785" y="3027492"/>
                  </a:lnTo>
                  <a:lnTo>
                    <a:pt x="2533002" y="3027492"/>
                  </a:lnTo>
                  <a:lnTo>
                    <a:pt x="2533002" y="3026868"/>
                  </a:lnTo>
                  <a:lnTo>
                    <a:pt x="2533219" y="3026868"/>
                  </a:lnTo>
                  <a:lnTo>
                    <a:pt x="2533327" y="3026868"/>
                  </a:lnTo>
                  <a:lnTo>
                    <a:pt x="2533327" y="3026244"/>
                  </a:lnTo>
                  <a:lnTo>
                    <a:pt x="2533436" y="3025621"/>
                  </a:lnTo>
                  <a:lnTo>
                    <a:pt x="2533544" y="3025621"/>
                  </a:lnTo>
                  <a:lnTo>
                    <a:pt x="2533761" y="3024997"/>
                  </a:lnTo>
                  <a:lnTo>
                    <a:pt x="2533978" y="3024997"/>
                  </a:lnTo>
                  <a:lnTo>
                    <a:pt x="2534195" y="3024997"/>
                  </a:lnTo>
                  <a:lnTo>
                    <a:pt x="2534737" y="3024374"/>
                  </a:lnTo>
                  <a:lnTo>
                    <a:pt x="2535279" y="3024374"/>
                  </a:lnTo>
                  <a:lnTo>
                    <a:pt x="2535388" y="3024374"/>
                  </a:lnTo>
                  <a:lnTo>
                    <a:pt x="2535496" y="3024374"/>
                  </a:lnTo>
                  <a:lnTo>
                    <a:pt x="2536147" y="3024374"/>
                  </a:lnTo>
                  <a:lnTo>
                    <a:pt x="2536472" y="3024374"/>
                  </a:lnTo>
                  <a:lnTo>
                    <a:pt x="2536581" y="3024374"/>
                  </a:lnTo>
                  <a:lnTo>
                    <a:pt x="2536689" y="3024374"/>
                  </a:lnTo>
                  <a:lnTo>
                    <a:pt x="2537123" y="3023750"/>
                  </a:lnTo>
                  <a:lnTo>
                    <a:pt x="2537340" y="3022503"/>
                  </a:lnTo>
                  <a:lnTo>
                    <a:pt x="2537773" y="3022503"/>
                  </a:lnTo>
                  <a:lnTo>
                    <a:pt x="2537990" y="3022503"/>
                  </a:lnTo>
                  <a:lnTo>
                    <a:pt x="2538099" y="3022503"/>
                  </a:lnTo>
                  <a:lnTo>
                    <a:pt x="2538207" y="3022503"/>
                  </a:lnTo>
                  <a:lnTo>
                    <a:pt x="2538533" y="3022503"/>
                  </a:lnTo>
                  <a:lnTo>
                    <a:pt x="2538641" y="3022503"/>
                  </a:lnTo>
                  <a:lnTo>
                    <a:pt x="2538858" y="3022503"/>
                  </a:lnTo>
                  <a:lnTo>
                    <a:pt x="2538966" y="3022503"/>
                  </a:lnTo>
                  <a:lnTo>
                    <a:pt x="2539075" y="3022503"/>
                  </a:lnTo>
                  <a:lnTo>
                    <a:pt x="2539183" y="3022503"/>
                  </a:lnTo>
                  <a:lnTo>
                    <a:pt x="2540376" y="3021879"/>
                  </a:lnTo>
                  <a:lnTo>
                    <a:pt x="2540702" y="3021879"/>
                  </a:lnTo>
                  <a:lnTo>
                    <a:pt x="2540810" y="3021879"/>
                  </a:lnTo>
                  <a:lnTo>
                    <a:pt x="2540918" y="3021879"/>
                  </a:lnTo>
                  <a:lnTo>
                    <a:pt x="2540918" y="3021256"/>
                  </a:lnTo>
                  <a:lnTo>
                    <a:pt x="2541352" y="3020632"/>
                  </a:lnTo>
                  <a:lnTo>
                    <a:pt x="2541461" y="3020009"/>
                  </a:lnTo>
                  <a:lnTo>
                    <a:pt x="2541569" y="3020009"/>
                  </a:lnTo>
                  <a:lnTo>
                    <a:pt x="2541678" y="3020009"/>
                  </a:lnTo>
                  <a:lnTo>
                    <a:pt x="2542003" y="3019385"/>
                  </a:lnTo>
                  <a:lnTo>
                    <a:pt x="2542111" y="3019385"/>
                  </a:lnTo>
                  <a:lnTo>
                    <a:pt x="2542220" y="3019385"/>
                  </a:lnTo>
                  <a:lnTo>
                    <a:pt x="2542220" y="3018762"/>
                  </a:lnTo>
                  <a:lnTo>
                    <a:pt x="2542328" y="3018762"/>
                  </a:lnTo>
                  <a:lnTo>
                    <a:pt x="2543196" y="3018762"/>
                  </a:lnTo>
                  <a:lnTo>
                    <a:pt x="2543304" y="3018762"/>
                  </a:lnTo>
                  <a:lnTo>
                    <a:pt x="2543413" y="3018762"/>
                  </a:lnTo>
                  <a:lnTo>
                    <a:pt x="2543521" y="3018762"/>
                  </a:lnTo>
                  <a:lnTo>
                    <a:pt x="2543738" y="3018762"/>
                  </a:lnTo>
                  <a:lnTo>
                    <a:pt x="2543847" y="3018762"/>
                  </a:lnTo>
                  <a:lnTo>
                    <a:pt x="2543955" y="3018762"/>
                  </a:lnTo>
                  <a:lnTo>
                    <a:pt x="2544172" y="3018762"/>
                  </a:lnTo>
                  <a:lnTo>
                    <a:pt x="2544280" y="3018762"/>
                  </a:lnTo>
                  <a:lnTo>
                    <a:pt x="2544389" y="3018138"/>
                  </a:lnTo>
                  <a:lnTo>
                    <a:pt x="2544389" y="3017514"/>
                  </a:lnTo>
                  <a:lnTo>
                    <a:pt x="2544823" y="3017514"/>
                  </a:lnTo>
                  <a:lnTo>
                    <a:pt x="2544823" y="3016891"/>
                  </a:lnTo>
                  <a:lnTo>
                    <a:pt x="2544931" y="3016891"/>
                  </a:lnTo>
                  <a:lnTo>
                    <a:pt x="2545039" y="3016891"/>
                  </a:lnTo>
                  <a:lnTo>
                    <a:pt x="2545148" y="3016891"/>
                  </a:lnTo>
                  <a:lnTo>
                    <a:pt x="2545148" y="3016267"/>
                  </a:lnTo>
                  <a:lnTo>
                    <a:pt x="2545473" y="3016267"/>
                  </a:lnTo>
                  <a:lnTo>
                    <a:pt x="2545582" y="3016267"/>
                  </a:lnTo>
                  <a:lnTo>
                    <a:pt x="2545690" y="3016267"/>
                  </a:lnTo>
                  <a:lnTo>
                    <a:pt x="2545907" y="3016267"/>
                  </a:lnTo>
                  <a:lnTo>
                    <a:pt x="2546341" y="3015644"/>
                  </a:lnTo>
                  <a:lnTo>
                    <a:pt x="2546558" y="3015644"/>
                  </a:lnTo>
                  <a:lnTo>
                    <a:pt x="2546883" y="3015644"/>
                  </a:lnTo>
                  <a:lnTo>
                    <a:pt x="2546991" y="3015644"/>
                  </a:lnTo>
                  <a:lnTo>
                    <a:pt x="2547208" y="3015644"/>
                  </a:lnTo>
                  <a:lnTo>
                    <a:pt x="2547208" y="3015020"/>
                  </a:lnTo>
                  <a:lnTo>
                    <a:pt x="2547425" y="3014396"/>
                  </a:lnTo>
                  <a:lnTo>
                    <a:pt x="2547534" y="3014396"/>
                  </a:lnTo>
                  <a:lnTo>
                    <a:pt x="2547859" y="3014396"/>
                  </a:lnTo>
                  <a:lnTo>
                    <a:pt x="2547967" y="3014396"/>
                  </a:lnTo>
                  <a:lnTo>
                    <a:pt x="2548293" y="3014396"/>
                  </a:lnTo>
                  <a:lnTo>
                    <a:pt x="2548727" y="3014396"/>
                  </a:lnTo>
                  <a:lnTo>
                    <a:pt x="2548835" y="3014396"/>
                  </a:lnTo>
                  <a:lnTo>
                    <a:pt x="2548835" y="3013773"/>
                  </a:lnTo>
                  <a:lnTo>
                    <a:pt x="2549486" y="3012526"/>
                  </a:lnTo>
                  <a:lnTo>
                    <a:pt x="2549594" y="3012526"/>
                  </a:lnTo>
                  <a:lnTo>
                    <a:pt x="2549811" y="3011279"/>
                  </a:lnTo>
                  <a:lnTo>
                    <a:pt x="2550896" y="3011279"/>
                  </a:lnTo>
                  <a:lnTo>
                    <a:pt x="2551112" y="3011279"/>
                  </a:lnTo>
                  <a:lnTo>
                    <a:pt x="2551112" y="3010655"/>
                  </a:lnTo>
                  <a:lnTo>
                    <a:pt x="2551655" y="3010655"/>
                  </a:lnTo>
                  <a:lnTo>
                    <a:pt x="2552197" y="3009408"/>
                  </a:lnTo>
                  <a:lnTo>
                    <a:pt x="2552414" y="3009408"/>
                  </a:lnTo>
                  <a:lnTo>
                    <a:pt x="2552956" y="3008161"/>
                  </a:lnTo>
                  <a:lnTo>
                    <a:pt x="2553173" y="3008161"/>
                  </a:lnTo>
                  <a:lnTo>
                    <a:pt x="2553498" y="3008161"/>
                  </a:lnTo>
                  <a:lnTo>
                    <a:pt x="2553932" y="3007537"/>
                  </a:lnTo>
                  <a:lnTo>
                    <a:pt x="2554149" y="3007537"/>
                  </a:lnTo>
                  <a:lnTo>
                    <a:pt x="2554149" y="3006913"/>
                  </a:lnTo>
                  <a:lnTo>
                    <a:pt x="2554257" y="3006290"/>
                  </a:lnTo>
                  <a:lnTo>
                    <a:pt x="2554257" y="3005666"/>
                  </a:lnTo>
                  <a:lnTo>
                    <a:pt x="2554583" y="3005666"/>
                  </a:lnTo>
                  <a:lnTo>
                    <a:pt x="2554800" y="3005666"/>
                  </a:lnTo>
                  <a:lnTo>
                    <a:pt x="2554908" y="3005666"/>
                  </a:lnTo>
                  <a:lnTo>
                    <a:pt x="2555342" y="3005666"/>
                  </a:lnTo>
                  <a:lnTo>
                    <a:pt x="2555776" y="3004419"/>
                  </a:lnTo>
                  <a:lnTo>
                    <a:pt x="2555776" y="3003796"/>
                  </a:lnTo>
                  <a:lnTo>
                    <a:pt x="2555884" y="3003796"/>
                  </a:lnTo>
                  <a:lnTo>
                    <a:pt x="2555993" y="3003172"/>
                  </a:lnTo>
                  <a:lnTo>
                    <a:pt x="2556101" y="3002548"/>
                  </a:lnTo>
                  <a:lnTo>
                    <a:pt x="2556643" y="3002548"/>
                  </a:lnTo>
                  <a:lnTo>
                    <a:pt x="2556752" y="3001925"/>
                  </a:lnTo>
                  <a:lnTo>
                    <a:pt x="2556860" y="3001925"/>
                  </a:lnTo>
                  <a:lnTo>
                    <a:pt x="2556969" y="3001301"/>
                  </a:lnTo>
                  <a:lnTo>
                    <a:pt x="2557077" y="3001301"/>
                  </a:lnTo>
                  <a:lnTo>
                    <a:pt x="2557186" y="3001301"/>
                  </a:lnTo>
                  <a:lnTo>
                    <a:pt x="2557186" y="3000678"/>
                  </a:lnTo>
                  <a:lnTo>
                    <a:pt x="2557294" y="3000678"/>
                  </a:lnTo>
                  <a:lnTo>
                    <a:pt x="2557402" y="3000678"/>
                  </a:lnTo>
                  <a:lnTo>
                    <a:pt x="2557511" y="3000678"/>
                  </a:lnTo>
                  <a:lnTo>
                    <a:pt x="2557511" y="3000054"/>
                  </a:lnTo>
                  <a:lnTo>
                    <a:pt x="2557619" y="3000054"/>
                  </a:lnTo>
                  <a:lnTo>
                    <a:pt x="2557728" y="2999430"/>
                  </a:lnTo>
                  <a:lnTo>
                    <a:pt x="2557945" y="2999430"/>
                  </a:lnTo>
                  <a:lnTo>
                    <a:pt x="2557945" y="2997560"/>
                  </a:lnTo>
                  <a:lnTo>
                    <a:pt x="2558270" y="2997560"/>
                  </a:lnTo>
                  <a:lnTo>
                    <a:pt x="2558487" y="2997560"/>
                  </a:lnTo>
                  <a:lnTo>
                    <a:pt x="2559029" y="2997560"/>
                  </a:lnTo>
                  <a:lnTo>
                    <a:pt x="2559138" y="2996313"/>
                  </a:lnTo>
                  <a:lnTo>
                    <a:pt x="2559680" y="2995689"/>
                  </a:lnTo>
                  <a:lnTo>
                    <a:pt x="2559897" y="2995689"/>
                  </a:lnTo>
                  <a:lnTo>
                    <a:pt x="2560005" y="2995689"/>
                  </a:lnTo>
                  <a:lnTo>
                    <a:pt x="2560439" y="2994442"/>
                  </a:lnTo>
                  <a:lnTo>
                    <a:pt x="2560764" y="2994442"/>
                  </a:lnTo>
                  <a:lnTo>
                    <a:pt x="2560764" y="2993818"/>
                  </a:lnTo>
                  <a:lnTo>
                    <a:pt x="2560873" y="2993818"/>
                  </a:lnTo>
                  <a:lnTo>
                    <a:pt x="2560981" y="2993818"/>
                  </a:lnTo>
                  <a:lnTo>
                    <a:pt x="2560981" y="2993195"/>
                  </a:lnTo>
                  <a:lnTo>
                    <a:pt x="2561632" y="2990077"/>
                  </a:lnTo>
                  <a:lnTo>
                    <a:pt x="2561740" y="2989453"/>
                  </a:lnTo>
                  <a:lnTo>
                    <a:pt x="2562066" y="2989453"/>
                  </a:lnTo>
                  <a:lnTo>
                    <a:pt x="2562174" y="2989453"/>
                  </a:lnTo>
                  <a:lnTo>
                    <a:pt x="2562283" y="2989453"/>
                  </a:lnTo>
                  <a:lnTo>
                    <a:pt x="2562391" y="2989453"/>
                  </a:lnTo>
                  <a:lnTo>
                    <a:pt x="2562825" y="2986959"/>
                  </a:lnTo>
                  <a:lnTo>
                    <a:pt x="2562933" y="2986959"/>
                  </a:lnTo>
                  <a:lnTo>
                    <a:pt x="2563150" y="2986335"/>
                  </a:lnTo>
                  <a:lnTo>
                    <a:pt x="2563150" y="2985712"/>
                  </a:lnTo>
                  <a:lnTo>
                    <a:pt x="2563475" y="2985712"/>
                  </a:lnTo>
                  <a:lnTo>
                    <a:pt x="2563692" y="2985088"/>
                  </a:lnTo>
                  <a:lnTo>
                    <a:pt x="2564126" y="2984464"/>
                  </a:lnTo>
                  <a:lnTo>
                    <a:pt x="2564343" y="2984464"/>
                  </a:lnTo>
                  <a:lnTo>
                    <a:pt x="2564451" y="2983841"/>
                  </a:lnTo>
                  <a:lnTo>
                    <a:pt x="2564668" y="2983841"/>
                  </a:lnTo>
                  <a:lnTo>
                    <a:pt x="2564885" y="2983841"/>
                  </a:lnTo>
                  <a:lnTo>
                    <a:pt x="2564994" y="2983217"/>
                  </a:lnTo>
                  <a:lnTo>
                    <a:pt x="2565536" y="2981970"/>
                  </a:lnTo>
                  <a:lnTo>
                    <a:pt x="2566078" y="2981347"/>
                  </a:lnTo>
                  <a:lnTo>
                    <a:pt x="2566187" y="2981347"/>
                  </a:lnTo>
                  <a:lnTo>
                    <a:pt x="2566295" y="2981347"/>
                  </a:lnTo>
                  <a:lnTo>
                    <a:pt x="2566837" y="2980723"/>
                  </a:lnTo>
                  <a:lnTo>
                    <a:pt x="2566946" y="2980723"/>
                  </a:lnTo>
                  <a:lnTo>
                    <a:pt x="2567054" y="2980723"/>
                  </a:lnTo>
                  <a:lnTo>
                    <a:pt x="2567380" y="2980723"/>
                  </a:lnTo>
                  <a:lnTo>
                    <a:pt x="2567813" y="2980099"/>
                  </a:lnTo>
                  <a:lnTo>
                    <a:pt x="2567922" y="2980099"/>
                  </a:lnTo>
                  <a:lnTo>
                    <a:pt x="2568247" y="2980099"/>
                  </a:lnTo>
                  <a:lnTo>
                    <a:pt x="2568356" y="2980099"/>
                  </a:lnTo>
                  <a:lnTo>
                    <a:pt x="2568464" y="2979476"/>
                  </a:lnTo>
                  <a:lnTo>
                    <a:pt x="2568572" y="2979476"/>
                  </a:lnTo>
                  <a:lnTo>
                    <a:pt x="2568789" y="2979476"/>
                  </a:lnTo>
                  <a:lnTo>
                    <a:pt x="2569332" y="2979476"/>
                  </a:lnTo>
                  <a:lnTo>
                    <a:pt x="2569549" y="2979476"/>
                  </a:lnTo>
                  <a:lnTo>
                    <a:pt x="2569657" y="2979476"/>
                  </a:lnTo>
                  <a:lnTo>
                    <a:pt x="2569657" y="2978852"/>
                  </a:lnTo>
                  <a:lnTo>
                    <a:pt x="2569982" y="2978229"/>
                  </a:lnTo>
                  <a:lnTo>
                    <a:pt x="2570091" y="2978229"/>
                  </a:lnTo>
                  <a:lnTo>
                    <a:pt x="2570199" y="2978229"/>
                  </a:lnTo>
                  <a:lnTo>
                    <a:pt x="2570958" y="2976358"/>
                  </a:lnTo>
                  <a:lnTo>
                    <a:pt x="2571067" y="2976358"/>
                  </a:lnTo>
                  <a:lnTo>
                    <a:pt x="2571392" y="2975734"/>
                  </a:lnTo>
                  <a:lnTo>
                    <a:pt x="2571501" y="2974487"/>
                  </a:lnTo>
                  <a:lnTo>
                    <a:pt x="2571717" y="2974487"/>
                  </a:lnTo>
                  <a:lnTo>
                    <a:pt x="2571717" y="2973864"/>
                  </a:lnTo>
                  <a:lnTo>
                    <a:pt x="2571934" y="2973240"/>
                  </a:lnTo>
                  <a:lnTo>
                    <a:pt x="2572151" y="2973240"/>
                  </a:lnTo>
                  <a:lnTo>
                    <a:pt x="2572368" y="2973240"/>
                  </a:lnTo>
                  <a:lnTo>
                    <a:pt x="2572585" y="2972616"/>
                  </a:lnTo>
                  <a:lnTo>
                    <a:pt x="2572693" y="2972616"/>
                  </a:lnTo>
                  <a:lnTo>
                    <a:pt x="2572802" y="2972616"/>
                  </a:lnTo>
                  <a:lnTo>
                    <a:pt x="2573344" y="2972616"/>
                  </a:lnTo>
                  <a:lnTo>
                    <a:pt x="2573453" y="2972616"/>
                  </a:lnTo>
                  <a:lnTo>
                    <a:pt x="2573778" y="2972616"/>
                  </a:lnTo>
                  <a:lnTo>
                    <a:pt x="2573886" y="2971993"/>
                  </a:lnTo>
                  <a:lnTo>
                    <a:pt x="2573995" y="2971993"/>
                  </a:lnTo>
                  <a:lnTo>
                    <a:pt x="2574429" y="2971993"/>
                  </a:lnTo>
                  <a:lnTo>
                    <a:pt x="2574971" y="2971993"/>
                  </a:lnTo>
                  <a:lnTo>
                    <a:pt x="2575079" y="2971993"/>
                  </a:lnTo>
                  <a:lnTo>
                    <a:pt x="2575622" y="2971993"/>
                  </a:lnTo>
                  <a:lnTo>
                    <a:pt x="2575622" y="2971369"/>
                  </a:lnTo>
                  <a:lnTo>
                    <a:pt x="2575730" y="2971369"/>
                  </a:lnTo>
                  <a:lnTo>
                    <a:pt x="2575838" y="2971369"/>
                  </a:lnTo>
                  <a:lnTo>
                    <a:pt x="2576272" y="2971369"/>
                  </a:lnTo>
                  <a:lnTo>
                    <a:pt x="2576381" y="2971369"/>
                  </a:lnTo>
                  <a:lnTo>
                    <a:pt x="2576381" y="2970746"/>
                  </a:lnTo>
                  <a:lnTo>
                    <a:pt x="2576706" y="2970746"/>
                  </a:lnTo>
                  <a:lnTo>
                    <a:pt x="2577465" y="2968875"/>
                  </a:lnTo>
                  <a:lnTo>
                    <a:pt x="2577574" y="2967628"/>
                  </a:lnTo>
                  <a:lnTo>
                    <a:pt x="2577899" y="2967628"/>
                  </a:lnTo>
                  <a:lnTo>
                    <a:pt x="2578116" y="2967628"/>
                  </a:lnTo>
                  <a:lnTo>
                    <a:pt x="2578224" y="2967004"/>
                  </a:lnTo>
                  <a:lnTo>
                    <a:pt x="2578333" y="2967004"/>
                  </a:lnTo>
                  <a:lnTo>
                    <a:pt x="2578875" y="2967004"/>
                  </a:lnTo>
                  <a:lnTo>
                    <a:pt x="2579092" y="2965757"/>
                  </a:lnTo>
                  <a:lnTo>
                    <a:pt x="2579200" y="2965757"/>
                  </a:lnTo>
                  <a:lnTo>
                    <a:pt x="2579309" y="2965757"/>
                  </a:lnTo>
                  <a:lnTo>
                    <a:pt x="2579417" y="2965133"/>
                  </a:lnTo>
                  <a:lnTo>
                    <a:pt x="2579634" y="2965133"/>
                  </a:lnTo>
                  <a:lnTo>
                    <a:pt x="2579743" y="2965133"/>
                  </a:lnTo>
                  <a:lnTo>
                    <a:pt x="2579959" y="2965133"/>
                  </a:lnTo>
                  <a:lnTo>
                    <a:pt x="2580176" y="2964510"/>
                  </a:lnTo>
                  <a:lnTo>
                    <a:pt x="2580285" y="2964510"/>
                  </a:lnTo>
                  <a:lnTo>
                    <a:pt x="2580393" y="2964510"/>
                  </a:lnTo>
                  <a:lnTo>
                    <a:pt x="2580393" y="2963886"/>
                  </a:lnTo>
                  <a:lnTo>
                    <a:pt x="2581261" y="2958898"/>
                  </a:lnTo>
                  <a:lnTo>
                    <a:pt x="2581369" y="2957650"/>
                  </a:lnTo>
                  <a:lnTo>
                    <a:pt x="2581478" y="2957650"/>
                  </a:lnTo>
                  <a:lnTo>
                    <a:pt x="2581586" y="2957650"/>
                  </a:lnTo>
                  <a:lnTo>
                    <a:pt x="2581695" y="2957650"/>
                  </a:lnTo>
                  <a:lnTo>
                    <a:pt x="2582237" y="2957650"/>
                  </a:lnTo>
                  <a:lnTo>
                    <a:pt x="2582345" y="2957650"/>
                  </a:lnTo>
                  <a:lnTo>
                    <a:pt x="2582562" y="2957650"/>
                  </a:lnTo>
                  <a:lnTo>
                    <a:pt x="2582671" y="2957650"/>
                  </a:lnTo>
                  <a:lnTo>
                    <a:pt x="2582779" y="2957650"/>
                  </a:lnTo>
                  <a:lnTo>
                    <a:pt x="2583104" y="2957650"/>
                  </a:lnTo>
                  <a:lnTo>
                    <a:pt x="2583430" y="2957650"/>
                  </a:lnTo>
                  <a:lnTo>
                    <a:pt x="2584297" y="2957027"/>
                  </a:lnTo>
                  <a:lnTo>
                    <a:pt x="2584514" y="2957027"/>
                  </a:lnTo>
                  <a:lnTo>
                    <a:pt x="2584623" y="2956403"/>
                  </a:lnTo>
                  <a:lnTo>
                    <a:pt x="2584731" y="2956403"/>
                  </a:lnTo>
                  <a:lnTo>
                    <a:pt x="2585707" y="2955780"/>
                  </a:lnTo>
                  <a:lnTo>
                    <a:pt x="2585816" y="2955780"/>
                  </a:lnTo>
                  <a:lnTo>
                    <a:pt x="2586032" y="2955780"/>
                  </a:lnTo>
                  <a:lnTo>
                    <a:pt x="2586249" y="2955780"/>
                  </a:lnTo>
                  <a:lnTo>
                    <a:pt x="2586575" y="2955780"/>
                  </a:lnTo>
                  <a:lnTo>
                    <a:pt x="2586900" y="2955780"/>
                  </a:lnTo>
                  <a:lnTo>
                    <a:pt x="2587009" y="2955780"/>
                  </a:lnTo>
                  <a:lnTo>
                    <a:pt x="2587009" y="2955156"/>
                  </a:lnTo>
                  <a:lnTo>
                    <a:pt x="2587334" y="2955156"/>
                  </a:lnTo>
                  <a:lnTo>
                    <a:pt x="2587442" y="2955156"/>
                  </a:lnTo>
                  <a:lnTo>
                    <a:pt x="2587876" y="2955156"/>
                  </a:lnTo>
                  <a:lnTo>
                    <a:pt x="2588201" y="2954533"/>
                  </a:lnTo>
                  <a:lnTo>
                    <a:pt x="2588310" y="2954533"/>
                  </a:lnTo>
                  <a:lnTo>
                    <a:pt x="2588744" y="2953909"/>
                  </a:lnTo>
                  <a:lnTo>
                    <a:pt x="2589286" y="2953909"/>
                  </a:lnTo>
                  <a:lnTo>
                    <a:pt x="2589394" y="2953909"/>
                  </a:lnTo>
                  <a:lnTo>
                    <a:pt x="2589720" y="2953909"/>
                  </a:lnTo>
                  <a:lnTo>
                    <a:pt x="2589937" y="2953909"/>
                  </a:lnTo>
                  <a:lnTo>
                    <a:pt x="2590153" y="2953285"/>
                  </a:lnTo>
                  <a:lnTo>
                    <a:pt x="2590262" y="2953285"/>
                  </a:lnTo>
                  <a:lnTo>
                    <a:pt x="2590370" y="2953285"/>
                  </a:lnTo>
                  <a:lnTo>
                    <a:pt x="2590587" y="2953285"/>
                  </a:lnTo>
                  <a:lnTo>
                    <a:pt x="2590804" y="2953285"/>
                  </a:lnTo>
                  <a:lnTo>
                    <a:pt x="2591021" y="2953285"/>
                  </a:lnTo>
                  <a:lnTo>
                    <a:pt x="2591346" y="2952662"/>
                  </a:lnTo>
                  <a:lnTo>
                    <a:pt x="2591455" y="2952662"/>
                  </a:lnTo>
                  <a:lnTo>
                    <a:pt x="2591672" y="2951415"/>
                  </a:lnTo>
                  <a:lnTo>
                    <a:pt x="2591780" y="2951415"/>
                  </a:lnTo>
                  <a:lnTo>
                    <a:pt x="2591997" y="2950167"/>
                  </a:lnTo>
                  <a:lnTo>
                    <a:pt x="2592214" y="2950167"/>
                  </a:lnTo>
                  <a:lnTo>
                    <a:pt x="2592539" y="2950167"/>
                  </a:lnTo>
                  <a:lnTo>
                    <a:pt x="2592756" y="2950167"/>
                  </a:lnTo>
                  <a:lnTo>
                    <a:pt x="2592973" y="2950167"/>
                  </a:lnTo>
                  <a:lnTo>
                    <a:pt x="2593082" y="2950167"/>
                  </a:lnTo>
                  <a:lnTo>
                    <a:pt x="2593298" y="2950167"/>
                  </a:lnTo>
                  <a:lnTo>
                    <a:pt x="2593407" y="2950167"/>
                  </a:lnTo>
                  <a:lnTo>
                    <a:pt x="2593515" y="2950167"/>
                  </a:lnTo>
                  <a:lnTo>
                    <a:pt x="2593624" y="2950167"/>
                  </a:lnTo>
                  <a:lnTo>
                    <a:pt x="2593949" y="2949544"/>
                  </a:lnTo>
                  <a:lnTo>
                    <a:pt x="2594166" y="2949544"/>
                  </a:lnTo>
                  <a:lnTo>
                    <a:pt x="2594708" y="2948297"/>
                  </a:lnTo>
                  <a:lnTo>
                    <a:pt x="2594708" y="2947673"/>
                  </a:lnTo>
                  <a:lnTo>
                    <a:pt x="2594708" y="2947050"/>
                  </a:lnTo>
                  <a:lnTo>
                    <a:pt x="2594817" y="2947050"/>
                  </a:lnTo>
                  <a:lnTo>
                    <a:pt x="2595034" y="2946426"/>
                  </a:lnTo>
                  <a:lnTo>
                    <a:pt x="2595034" y="2945802"/>
                  </a:lnTo>
                  <a:lnTo>
                    <a:pt x="2595467" y="2945802"/>
                  </a:lnTo>
                  <a:lnTo>
                    <a:pt x="2595576" y="2945802"/>
                  </a:lnTo>
                  <a:lnTo>
                    <a:pt x="2595901" y="2945802"/>
                  </a:lnTo>
                  <a:lnTo>
                    <a:pt x="2596118" y="2945802"/>
                  </a:lnTo>
                  <a:lnTo>
                    <a:pt x="2596335" y="2945802"/>
                  </a:lnTo>
                  <a:lnTo>
                    <a:pt x="2596443" y="2945802"/>
                  </a:lnTo>
                  <a:lnTo>
                    <a:pt x="2596552" y="2945802"/>
                  </a:lnTo>
                  <a:lnTo>
                    <a:pt x="2596877" y="2945802"/>
                  </a:lnTo>
                  <a:lnTo>
                    <a:pt x="2597094" y="2945802"/>
                  </a:lnTo>
                  <a:lnTo>
                    <a:pt x="2597419" y="2945802"/>
                  </a:lnTo>
                  <a:lnTo>
                    <a:pt x="2597636" y="2945802"/>
                  </a:lnTo>
                  <a:lnTo>
                    <a:pt x="2597853" y="2945802"/>
                  </a:lnTo>
                  <a:lnTo>
                    <a:pt x="2597962" y="2945802"/>
                  </a:lnTo>
                  <a:lnTo>
                    <a:pt x="2598395" y="2945179"/>
                  </a:lnTo>
                  <a:lnTo>
                    <a:pt x="2598504" y="2945179"/>
                  </a:lnTo>
                  <a:lnTo>
                    <a:pt x="2598612" y="2945179"/>
                  </a:lnTo>
                  <a:lnTo>
                    <a:pt x="2598721" y="2945179"/>
                  </a:lnTo>
                  <a:lnTo>
                    <a:pt x="2598829" y="2944555"/>
                  </a:lnTo>
                  <a:lnTo>
                    <a:pt x="2599046" y="2944555"/>
                  </a:lnTo>
                  <a:lnTo>
                    <a:pt x="2599155" y="2944555"/>
                  </a:lnTo>
                  <a:lnTo>
                    <a:pt x="2599588" y="2944555"/>
                  </a:lnTo>
                  <a:lnTo>
                    <a:pt x="2599805" y="2944555"/>
                  </a:lnTo>
                  <a:lnTo>
                    <a:pt x="2600131" y="2944555"/>
                  </a:lnTo>
                  <a:lnTo>
                    <a:pt x="2600348" y="2944555"/>
                  </a:lnTo>
                  <a:lnTo>
                    <a:pt x="2600348" y="2943932"/>
                  </a:lnTo>
                  <a:lnTo>
                    <a:pt x="2600456" y="2943932"/>
                  </a:lnTo>
                  <a:lnTo>
                    <a:pt x="2600564" y="2943932"/>
                  </a:lnTo>
                  <a:lnTo>
                    <a:pt x="2600673" y="2943932"/>
                  </a:lnTo>
                  <a:lnTo>
                    <a:pt x="2600890" y="2943308"/>
                  </a:lnTo>
                  <a:lnTo>
                    <a:pt x="2601107" y="2942061"/>
                  </a:lnTo>
                  <a:lnTo>
                    <a:pt x="2601215" y="2942061"/>
                  </a:lnTo>
                  <a:lnTo>
                    <a:pt x="2601540" y="2941437"/>
                  </a:lnTo>
                  <a:lnTo>
                    <a:pt x="2601649" y="2941437"/>
                  </a:lnTo>
                  <a:lnTo>
                    <a:pt x="2601757" y="2940814"/>
                  </a:lnTo>
                  <a:lnTo>
                    <a:pt x="2601866" y="2940190"/>
                  </a:lnTo>
                  <a:lnTo>
                    <a:pt x="2601974" y="2939567"/>
                  </a:lnTo>
                  <a:lnTo>
                    <a:pt x="2602191" y="2938319"/>
                  </a:lnTo>
                  <a:lnTo>
                    <a:pt x="2602625" y="2938319"/>
                  </a:lnTo>
                  <a:lnTo>
                    <a:pt x="2602842" y="2938319"/>
                  </a:lnTo>
                  <a:lnTo>
                    <a:pt x="2602950" y="2938319"/>
                  </a:lnTo>
                  <a:lnTo>
                    <a:pt x="2602950" y="2937696"/>
                  </a:lnTo>
                  <a:lnTo>
                    <a:pt x="2603167" y="2937696"/>
                  </a:lnTo>
                  <a:lnTo>
                    <a:pt x="2603276" y="2937696"/>
                  </a:lnTo>
                  <a:lnTo>
                    <a:pt x="2603601" y="2937696"/>
                  </a:lnTo>
                  <a:lnTo>
                    <a:pt x="2603709" y="2937696"/>
                  </a:lnTo>
                  <a:lnTo>
                    <a:pt x="2604035" y="2936449"/>
                  </a:lnTo>
                  <a:lnTo>
                    <a:pt x="2604143" y="2936449"/>
                  </a:lnTo>
                  <a:lnTo>
                    <a:pt x="2604469" y="2936449"/>
                  </a:lnTo>
                  <a:lnTo>
                    <a:pt x="2604577" y="2936449"/>
                  </a:lnTo>
                  <a:lnTo>
                    <a:pt x="2604685" y="2936449"/>
                  </a:lnTo>
                  <a:lnTo>
                    <a:pt x="2604902" y="2936449"/>
                  </a:lnTo>
                  <a:lnTo>
                    <a:pt x="2605119" y="2936449"/>
                  </a:lnTo>
                  <a:lnTo>
                    <a:pt x="2605228" y="2936449"/>
                  </a:lnTo>
                  <a:lnTo>
                    <a:pt x="2605445" y="2936449"/>
                  </a:lnTo>
                  <a:lnTo>
                    <a:pt x="2605770" y="2936449"/>
                  </a:lnTo>
                  <a:lnTo>
                    <a:pt x="2605878" y="2936449"/>
                  </a:lnTo>
                  <a:lnTo>
                    <a:pt x="2606095" y="2936449"/>
                  </a:lnTo>
                  <a:lnTo>
                    <a:pt x="2606312" y="2936449"/>
                  </a:lnTo>
                  <a:lnTo>
                    <a:pt x="2606529" y="2935825"/>
                  </a:lnTo>
                  <a:lnTo>
                    <a:pt x="2606637" y="2935825"/>
                  </a:lnTo>
                  <a:lnTo>
                    <a:pt x="2606746" y="2935201"/>
                  </a:lnTo>
                  <a:lnTo>
                    <a:pt x="2607071" y="2935201"/>
                  </a:lnTo>
                  <a:lnTo>
                    <a:pt x="2607288" y="2935201"/>
                  </a:lnTo>
                  <a:lnTo>
                    <a:pt x="2607397" y="2935201"/>
                  </a:lnTo>
                  <a:lnTo>
                    <a:pt x="2607505" y="2935201"/>
                  </a:lnTo>
                  <a:lnTo>
                    <a:pt x="2607613" y="2934578"/>
                  </a:lnTo>
                  <a:lnTo>
                    <a:pt x="2607613" y="2933954"/>
                  </a:lnTo>
                  <a:lnTo>
                    <a:pt x="2608156" y="2933954"/>
                  </a:lnTo>
                  <a:lnTo>
                    <a:pt x="2608264" y="2933954"/>
                  </a:lnTo>
                  <a:lnTo>
                    <a:pt x="2608590" y="2933954"/>
                  </a:lnTo>
                  <a:lnTo>
                    <a:pt x="2608698" y="2933954"/>
                  </a:lnTo>
                  <a:lnTo>
                    <a:pt x="2608698" y="2933331"/>
                  </a:lnTo>
                  <a:lnTo>
                    <a:pt x="2608915" y="2932707"/>
                  </a:lnTo>
                  <a:lnTo>
                    <a:pt x="2609023" y="2932707"/>
                  </a:lnTo>
                  <a:lnTo>
                    <a:pt x="2609132" y="2932707"/>
                  </a:lnTo>
                  <a:lnTo>
                    <a:pt x="2609457" y="2932707"/>
                  </a:lnTo>
                  <a:lnTo>
                    <a:pt x="2609674" y="2932707"/>
                  </a:lnTo>
                  <a:lnTo>
                    <a:pt x="2609782" y="2932707"/>
                  </a:lnTo>
                  <a:lnTo>
                    <a:pt x="2609891" y="2932707"/>
                  </a:lnTo>
                  <a:lnTo>
                    <a:pt x="2609999" y="2932707"/>
                  </a:lnTo>
                  <a:lnTo>
                    <a:pt x="2610325" y="2932707"/>
                  </a:lnTo>
                  <a:lnTo>
                    <a:pt x="2610325" y="2932084"/>
                  </a:lnTo>
                  <a:lnTo>
                    <a:pt x="2610325" y="2931460"/>
                  </a:lnTo>
                  <a:lnTo>
                    <a:pt x="2610433" y="2931460"/>
                  </a:lnTo>
                  <a:lnTo>
                    <a:pt x="2610975" y="2931460"/>
                  </a:lnTo>
                  <a:lnTo>
                    <a:pt x="2611084" y="2931460"/>
                  </a:lnTo>
                  <a:lnTo>
                    <a:pt x="2611951" y="2927718"/>
                  </a:lnTo>
                  <a:lnTo>
                    <a:pt x="2612060" y="2927718"/>
                  </a:lnTo>
                  <a:lnTo>
                    <a:pt x="2612060" y="2927095"/>
                  </a:lnTo>
                  <a:lnTo>
                    <a:pt x="2612168" y="2926471"/>
                  </a:lnTo>
                  <a:lnTo>
                    <a:pt x="2612602" y="2926471"/>
                  </a:lnTo>
                  <a:lnTo>
                    <a:pt x="2612602" y="2925848"/>
                  </a:lnTo>
                  <a:lnTo>
                    <a:pt x="2612602" y="2925224"/>
                  </a:lnTo>
                  <a:lnTo>
                    <a:pt x="2612927" y="2925224"/>
                  </a:lnTo>
                  <a:lnTo>
                    <a:pt x="2613036" y="2925224"/>
                  </a:lnTo>
                  <a:lnTo>
                    <a:pt x="2613253" y="2925224"/>
                  </a:lnTo>
                  <a:lnTo>
                    <a:pt x="2613253" y="2924601"/>
                  </a:lnTo>
                  <a:lnTo>
                    <a:pt x="2613687" y="2924601"/>
                  </a:lnTo>
                  <a:lnTo>
                    <a:pt x="2613795" y="2924601"/>
                  </a:lnTo>
                  <a:lnTo>
                    <a:pt x="2614120" y="2924601"/>
                  </a:lnTo>
                  <a:lnTo>
                    <a:pt x="2614229" y="2923977"/>
                  </a:lnTo>
                  <a:lnTo>
                    <a:pt x="2614771" y="2922730"/>
                  </a:lnTo>
                  <a:lnTo>
                    <a:pt x="2614879" y="2922730"/>
                  </a:lnTo>
                  <a:lnTo>
                    <a:pt x="2615096" y="2922730"/>
                  </a:lnTo>
                  <a:lnTo>
                    <a:pt x="2615422" y="2922730"/>
                  </a:lnTo>
                  <a:lnTo>
                    <a:pt x="2615530" y="2922730"/>
                  </a:lnTo>
                  <a:lnTo>
                    <a:pt x="2615747" y="2922730"/>
                  </a:lnTo>
                  <a:lnTo>
                    <a:pt x="2616072" y="2922730"/>
                  </a:lnTo>
                  <a:lnTo>
                    <a:pt x="2616181" y="2922730"/>
                  </a:lnTo>
                  <a:lnTo>
                    <a:pt x="2616289" y="2922730"/>
                  </a:lnTo>
                  <a:lnTo>
                    <a:pt x="2616398" y="2922730"/>
                  </a:lnTo>
                  <a:lnTo>
                    <a:pt x="2616615" y="2922106"/>
                  </a:lnTo>
                  <a:lnTo>
                    <a:pt x="2616831" y="2922106"/>
                  </a:lnTo>
                  <a:lnTo>
                    <a:pt x="2617048" y="2921483"/>
                  </a:lnTo>
                  <a:lnTo>
                    <a:pt x="2617591" y="2921483"/>
                  </a:lnTo>
                  <a:lnTo>
                    <a:pt x="2617808" y="2921483"/>
                  </a:lnTo>
                  <a:lnTo>
                    <a:pt x="2618241" y="2920859"/>
                  </a:lnTo>
                  <a:lnTo>
                    <a:pt x="2618350" y="2920859"/>
                  </a:lnTo>
                  <a:lnTo>
                    <a:pt x="2618567" y="2920859"/>
                  </a:lnTo>
                  <a:lnTo>
                    <a:pt x="2618567" y="2920236"/>
                  </a:lnTo>
                  <a:lnTo>
                    <a:pt x="2618892" y="2920236"/>
                  </a:lnTo>
                  <a:lnTo>
                    <a:pt x="2619000" y="2920236"/>
                  </a:lnTo>
                  <a:lnTo>
                    <a:pt x="2619217" y="2919612"/>
                  </a:lnTo>
                  <a:lnTo>
                    <a:pt x="2619326" y="2919612"/>
                  </a:lnTo>
                  <a:lnTo>
                    <a:pt x="2620085" y="2918988"/>
                  </a:lnTo>
                  <a:lnTo>
                    <a:pt x="2620193" y="2918988"/>
                  </a:lnTo>
                  <a:lnTo>
                    <a:pt x="2620302" y="2918365"/>
                  </a:lnTo>
                  <a:lnTo>
                    <a:pt x="2620519" y="2917118"/>
                  </a:lnTo>
                  <a:lnTo>
                    <a:pt x="2620627" y="2917118"/>
                  </a:lnTo>
                  <a:lnTo>
                    <a:pt x="2621061" y="2915870"/>
                  </a:lnTo>
                  <a:lnTo>
                    <a:pt x="2621169" y="2915247"/>
                  </a:lnTo>
                  <a:lnTo>
                    <a:pt x="2622254" y="2915247"/>
                  </a:lnTo>
                  <a:lnTo>
                    <a:pt x="2622471" y="2915247"/>
                  </a:lnTo>
                  <a:lnTo>
                    <a:pt x="2622579" y="2915247"/>
                  </a:lnTo>
                  <a:lnTo>
                    <a:pt x="2622796" y="2915247"/>
                  </a:lnTo>
                  <a:lnTo>
                    <a:pt x="2623230" y="2915247"/>
                  </a:lnTo>
                  <a:lnTo>
                    <a:pt x="2623338" y="2915247"/>
                  </a:lnTo>
                  <a:lnTo>
                    <a:pt x="2623447" y="2915247"/>
                  </a:lnTo>
                  <a:lnTo>
                    <a:pt x="2623555" y="2914623"/>
                  </a:lnTo>
                  <a:lnTo>
                    <a:pt x="2623881" y="2914000"/>
                  </a:lnTo>
                  <a:lnTo>
                    <a:pt x="2623989" y="2914000"/>
                  </a:lnTo>
                  <a:lnTo>
                    <a:pt x="2624206" y="2913376"/>
                  </a:lnTo>
                  <a:lnTo>
                    <a:pt x="2624314" y="2913376"/>
                  </a:lnTo>
                  <a:lnTo>
                    <a:pt x="2624423" y="2913376"/>
                  </a:lnTo>
                  <a:lnTo>
                    <a:pt x="2624531" y="2913376"/>
                  </a:lnTo>
                  <a:lnTo>
                    <a:pt x="2624640" y="2913376"/>
                  </a:lnTo>
                  <a:lnTo>
                    <a:pt x="2624748" y="2913376"/>
                  </a:lnTo>
                  <a:lnTo>
                    <a:pt x="2624965" y="2913376"/>
                  </a:lnTo>
                  <a:lnTo>
                    <a:pt x="2625073" y="2913376"/>
                  </a:lnTo>
                  <a:lnTo>
                    <a:pt x="2625399" y="2911505"/>
                  </a:lnTo>
                  <a:lnTo>
                    <a:pt x="2625507" y="2911505"/>
                  </a:lnTo>
                  <a:lnTo>
                    <a:pt x="2625833" y="2911505"/>
                  </a:lnTo>
                  <a:lnTo>
                    <a:pt x="2625941" y="2911505"/>
                  </a:lnTo>
                  <a:lnTo>
                    <a:pt x="2626050" y="2911505"/>
                  </a:lnTo>
                  <a:lnTo>
                    <a:pt x="2627459" y="2910258"/>
                  </a:lnTo>
                  <a:lnTo>
                    <a:pt x="2627893" y="2910258"/>
                  </a:lnTo>
                  <a:lnTo>
                    <a:pt x="2627893" y="2909635"/>
                  </a:lnTo>
                  <a:lnTo>
                    <a:pt x="2628002" y="2909635"/>
                  </a:lnTo>
                  <a:lnTo>
                    <a:pt x="2628435" y="2909635"/>
                  </a:lnTo>
                  <a:lnTo>
                    <a:pt x="2629086" y="2909011"/>
                  </a:lnTo>
                  <a:lnTo>
                    <a:pt x="2629628" y="2909011"/>
                  </a:lnTo>
                  <a:lnTo>
                    <a:pt x="2630062" y="2909011"/>
                  </a:lnTo>
                  <a:lnTo>
                    <a:pt x="2630496" y="2909011"/>
                  </a:lnTo>
                  <a:lnTo>
                    <a:pt x="2630604" y="2909011"/>
                  </a:lnTo>
                  <a:lnTo>
                    <a:pt x="2630713" y="2909011"/>
                  </a:lnTo>
                  <a:lnTo>
                    <a:pt x="2630821" y="2909011"/>
                  </a:lnTo>
                  <a:lnTo>
                    <a:pt x="2630930" y="2907140"/>
                  </a:lnTo>
                  <a:lnTo>
                    <a:pt x="2631038" y="2907140"/>
                  </a:lnTo>
                  <a:lnTo>
                    <a:pt x="2631147" y="2905893"/>
                  </a:lnTo>
                  <a:lnTo>
                    <a:pt x="2631363" y="2905893"/>
                  </a:lnTo>
                  <a:lnTo>
                    <a:pt x="2632339" y="2905270"/>
                  </a:lnTo>
                  <a:lnTo>
                    <a:pt x="2632448" y="2904646"/>
                  </a:lnTo>
                  <a:lnTo>
                    <a:pt x="2632556" y="2904022"/>
                  </a:lnTo>
                  <a:lnTo>
                    <a:pt x="2632665" y="2904022"/>
                  </a:lnTo>
                  <a:lnTo>
                    <a:pt x="2632773" y="2904022"/>
                  </a:lnTo>
                  <a:lnTo>
                    <a:pt x="2633207" y="2904022"/>
                  </a:lnTo>
                  <a:lnTo>
                    <a:pt x="2633315" y="2904022"/>
                  </a:lnTo>
                  <a:lnTo>
                    <a:pt x="2633424" y="2904022"/>
                  </a:lnTo>
                  <a:lnTo>
                    <a:pt x="2633641" y="2904022"/>
                  </a:lnTo>
                  <a:lnTo>
                    <a:pt x="2633749" y="2904022"/>
                  </a:lnTo>
                  <a:lnTo>
                    <a:pt x="2633858" y="2904022"/>
                  </a:lnTo>
                  <a:lnTo>
                    <a:pt x="2634183" y="2902152"/>
                  </a:lnTo>
                  <a:lnTo>
                    <a:pt x="2634508" y="2902152"/>
                  </a:lnTo>
                  <a:lnTo>
                    <a:pt x="2634617" y="2902152"/>
                  </a:lnTo>
                  <a:lnTo>
                    <a:pt x="2634725" y="2902152"/>
                  </a:lnTo>
                  <a:lnTo>
                    <a:pt x="2634942" y="2902152"/>
                  </a:lnTo>
                  <a:lnTo>
                    <a:pt x="2635159" y="2902152"/>
                  </a:lnTo>
                  <a:lnTo>
                    <a:pt x="2635268" y="2902152"/>
                  </a:lnTo>
                  <a:lnTo>
                    <a:pt x="2635484" y="2901528"/>
                  </a:lnTo>
                  <a:lnTo>
                    <a:pt x="2635593" y="2901528"/>
                  </a:lnTo>
                  <a:lnTo>
                    <a:pt x="2635810" y="2901528"/>
                  </a:lnTo>
                  <a:lnTo>
                    <a:pt x="2636135" y="2901528"/>
                  </a:lnTo>
                  <a:lnTo>
                    <a:pt x="2636352" y="2901528"/>
                  </a:lnTo>
                  <a:lnTo>
                    <a:pt x="2636352" y="2900904"/>
                  </a:lnTo>
                  <a:lnTo>
                    <a:pt x="2636677" y="2900281"/>
                  </a:lnTo>
                  <a:lnTo>
                    <a:pt x="2636786" y="2900281"/>
                  </a:lnTo>
                  <a:lnTo>
                    <a:pt x="2636786" y="2899657"/>
                  </a:lnTo>
                  <a:lnTo>
                    <a:pt x="2636894" y="2899657"/>
                  </a:lnTo>
                  <a:lnTo>
                    <a:pt x="2637111" y="2899034"/>
                  </a:lnTo>
                  <a:lnTo>
                    <a:pt x="2637220" y="2899034"/>
                  </a:lnTo>
                  <a:lnTo>
                    <a:pt x="2638087" y="2897787"/>
                  </a:lnTo>
                  <a:lnTo>
                    <a:pt x="2638087" y="2897163"/>
                  </a:lnTo>
                  <a:lnTo>
                    <a:pt x="2638196" y="2897163"/>
                  </a:lnTo>
                  <a:lnTo>
                    <a:pt x="2638413" y="2895292"/>
                  </a:lnTo>
                  <a:lnTo>
                    <a:pt x="2638521" y="2895292"/>
                  </a:lnTo>
                  <a:lnTo>
                    <a:pt x="2638521" y="2894669"/>
                  </a:lnTo>
                  <a:lnTo>
                    <a:pt x="2638738" y="2894669"/>
                  </a:lnTo>
                  <a:lnTo>
                    <a:pt x="2638738" y="2894045"/>
                  </a:lnTo>
                  <a:lnTo>
                    <a:pt x="2639063" y="2894045"/>
                  </a:lnTo>
                  <a:lnTo>
                    <a:pt x="2639497" y="2893421"/>
                  </a:lnTo>
                  <a:lnTo>
                    <a:pt x="2639605" y="2893421"/>
                  </a:lnTo>
                  <a:lnTo>
                    <a:pt x="2639714" y="2893421"/>
                  </a:lnTo>
                  <a:lnTo>
                    <a:pt x="2639931" y="2893421"/>
                  </a:lnTo>
                  <a:lnTo>
                    <a:pt x="2639931" y="2892798"/>
                  </a:lnTo>
                  <a:lnTo>
                    <a:pt x="2640039" y="2892798"/>
                  </a:lnTo>
                  <a:lnTo>
                    <a:pt x="2640039" y="2892174"/>
                  </a:lnTo>
                  <a:lnTo>
                    <a:pt x="2640473" y="2892174"/>
                  </a:lnTo>
                  <a:lnTo>
                    <a:pt x="2641015" y="2891551"/>
                  </a:lnTo>
                  <a:lnTo>
                    <a:pt x="2641341" y="2891551"/>
                  </a:lnTo>
                  <a:lnTo>
                    <a:pt x="2641557" y="2891551"/>
                  </a:lnTo>
                  <a:lnTo>
                    <a:pt x="2641991" y="2890927"/>
                  </a:lnTo>
                  <a:lnTo>
                    <a:pt x="2642208" y="2889056"/>
                  </a:lnTo>
                  <a:lnTo>
                    <a:pt x="2642750" y="2889056"/>
                  </a:lnTo>
                  <a:lnTo>
                    <a:pt x="2642859" y="2889056"/>
                  </a:lnTo>
                  <a:lnTo>
                    <a:pt x="2642967" y="2889056"/>
                  </a:lnTo>
                  <a:lnTo>
                    <a:pt x="2643076" y="2889056"/>
                  </a:lnTo>
                  <a:lnTo>
                    <a:pt x="2643076" y="2888433"/>
                  </a:lnTo>
                  <a:lnTo>
                    <a:pt x="2643726" y="2887809"/>
                  </a:lnTo>
                  <a:lnTo>
                    <a:pt x="2644377" y="2886562"/>
                  </a:lnTo>
                  <a:lnTo>
                    <a:pt x="2644486" y="2886562"/>
                  </a:lnTo>
                  <a:lnTo>
                    <a:pt x="2644594" y="2886562"/>
                  </a:lnTo>
                  <a:lnTo>
                    <a:pt x="2645245" y="2886562"/>
                  </a:lnTo>
                  <a:lnTo>
                    <a:pt x="2645353" y="2886562"/>
                  </a:lnTo>
                  <a:lnTo>
                    <a:pt x="2645570" y="2886562"/>
                  </a:lnTo>
                  <a:lnTo>
                    <a:pt x="2645570" y="2885938"/>
                  </a:lnTo>
                  <a:lnTo>
                    <a:pt x="2645895" y="2885938"/>
                  </a:lnTo>
                  <a:lnTo>
                    <a:pt x="2646112" y="2885315"/>
                  </a:lnTo>
                  <a:lnTo>
                    <a:pt x="2646438" y="2885315"/>
                  </a:lnTo>
                  <a:lnTo>
                    <a:pt x="2646546" y="2885315"/>
                  </a:lnTo>
                  <a:lnTo>
                    <a:pt x="2646763" y="2885315"/>
                  </a:lnTo>
                  <a:lnTo>
                    <a:pt x="2646871" y="2885315"/>
                  </a:lnTo>
                  <a:lnTo>
                    <a:pt x="2647088" y="2885315"/>
                  </a:lnTo>
                  <a:lnTo>
                    <a:pt x="2647197" y="2885315"/>
                  </a:lnTo>
                  <a:lnTo>
                    <a:pt x="2647305" y="2885315"/>
                  </a:lnTo>
                  <a:lnTo>
                    <a:pt x="2647414" y="2885315"/>
                  </a:lnTo>
                  <a:lnTo>
                    <a:pt x="2647522" y="2885315"/>
                  </a:lnTo>
                  <a:lnTo>
                    <a:pt x="2647631" y="2885315"/>
                  </a:lnTo>
                  <a:lnTo>
                    <a:pt x="2647739" y="2885315"/>
                  </a:lnTo>
                  <a:lnTo>
                    <a:pt x="2647956" y="2885315"/>
                  </a:lnTo>
                  <a:lnTo>
                    <a:pt x="2649691" y="2879703"/>
                  </a:lnTo>
                  <a:lnTo>
                    <a:pt x="2649799" y="2879703"/>
                  </a:lnTo>
                  <a:lnTo>
                    <a:pt x="2650016" y="2879079"/>
                  </a:lnTo>
                  <a:lnTo>
                    <a:pt x="2650233" y="2879079"/>
                  </a:lnTo>
                  <a:lnTo>
                    <a:pt x="2650559" y="2879079"/>
                  </a:lnTo>
                  <a:lnTo>
                    <a:pt x="2650667" y="2879079"/>
                  </a:lnTo>
                  <a:lnTo>
                    <a:pt x="2650884" y="2879079"/>
                  </a:lnTo>
                  <a:lnTo>
                    <a:pt x="2651209" y="2879079"/>
                  </a:lnTo>
                  <a:lnTo>
                    <a:pt x="2651318" y="2879079"/>
                  </a:lnTo>
                  <a:lnTo>
                    <a:pt x="2651535" y="2878455"/>
                  </a:lnTo>
                  <a:lnTo>
                    <a:pt x="2651643" y="2878455"/>
                  </a:lnTo>
                  <a:lnTo>
                    <a:pt x="2651752" y="2878455"/>
                  </a:lnTo>
                  <a:lnTo>
                    <a:pt x="2651860" y="2878455"/>
                  </a:lnTo>
                  <a:lnTo>
                    <a:pt x="2651968" y="2878455"/>
                  </a:lnTo>
                  <a:lnTo>
                    <a:pt x="2652294" y="2878455"/>
                  </a:lnTo>
                  <a:lnTo>
                    <a:pt x="2652511" y="2878455"/>
                  </a:lnTo>
                  <a:lnTo>
                    <a:pt x="2652728" y="2878455"/>
                  </a:lnTo>
                  <a:lnTo>
                    <a:pt x="2653161" y="2877832"/>
                  </a:lnTo>
                  <a:lnTo>
                    <a:pt x="2653270" y="2877832"/>
                  </a:lnTo>
                  <a:lnTo>
                    <a:pt x="2653378" y="2877832"/>
                  </a:lnTo>
                  <a:lnTo>
                    <a:pt x="2653704" y="2877832"/>
                  </a:lnTo>
                  <a:lnTo>
                    <a:pt x="2653920" y="2877832"/>
                  </a:lnTo>
                  <a:lnTo>
                    <a:pt x="2654246" y="2877832"/>
                  </a:lnTo>
                  <a:lnTo>
                    <a:pt x="2654354" y="2877832"/>
                  </a:lnTo>
                  <a:lnTo>
                    <a:pt x="2654463" y="2877832"/>
                  </a:lnTo>
                  <a:lnTo>
                    <a:pt x="2654788" y="2877832"/>
                  </a:lnTo>
                  <a:lnTo>
                    <a:pt x="2655113" y="2877208"/>
                  </a:lnTo>
                  <a:lnTo>
                    <a:pt x="2655547" y="2877208"/>
                  </a:lnTo>
                  <a:lnTo>
                    <a:pt x="2655873" y="2875961"/>
                  </a:lnTo>
                  <a:lnTo>
                    <a:pt x="2655981" y="2875961"/>
                  </a:lnTo>
                  <a:lnTo>
                    <a:pt x="2656089" y="2875961"/>
                  </a:lnTo>
                  <a:lnTo>
                    <a:pt x="2656198" y="2875961"/>
                  </a:lnTo>
                  <a:lnTo>
                    <a:pt x="2656632" y="2875961"/>
                  </a:lnTo>
                  <a:lnTo>
                    <a:pt x="2656849" y="2875338"/>
                  </a:lnTo>
                  <a:lnTo>
                    <a:pt x="2657065" y="2875338"/>
                  </a:lnTo>
                  <a:lnTo>
                    <a:pt x="2657391" y="2875338"/>
                  </a:lnTo>
                  <a:lnTo>
                    <a:pt x="2657608" y="2874714"/>
                  </a:lnTo>
                  <a:lnTo>
                    <a:pt x="2657825" y="2873467"/>
                  </a:lnTo>
                  <a:lnTo>
                    <a:pt x="2658258" y="2873467"/>
                  </a:lnTo>
                  <a:lnTo>
                    <a:pt x="2658584" y="2873467"/>
                  </a:lnTo>
                  <a:lnTo>
                    <a:pt x="2658909" y="2873467"/>
                  </a:lnTo>
                  <a:lnTo>
                    <a:pt x="2659017" y="2873467"/>
                  </a:lnTo>
                  <a:lnTo>
                    <a:pt x="2659126" y="2873467"/>
                  </a:lnTo>
                  <a:lnTo>
                    <a:pt x="2659234" y="2873467"/>
                  </a:lnTo>
                  <a:lnTo>
                    <a:pt x="2659343" y="2873467"/>
                  </a:lnTo>
                  <a:lnTo>
                    <a:pt x="2659451" y="2873467"/>
                  </a:lnTo>
                  <a:lnTo>
                    <a:pt x="2659560" y="2873467"/>
                  </a:lnTo>
                  <a:lnTo>
                    <a:pt x="2659885" y="2873467"/>
                  </a:lnTo>
                  <a:lnTo>
                    <a:pt x="2660102" y="2872220"/>
                  </a:lnTo>
                  <a:lnTo>
                    <a:pt x="2660210" y="2872220"/>
                  </a:lnTo>
                  <a:lnTo>
                    <a:pt x="2660319" y="2872220"/>
                  </a:lnTo>
                  <a:lnTo>
                    <a:pt x="2660536" y="2870972"/>
                  </a:lnTo>
                  <a:lnTo>
                    <a:pt x="2661078" y="2870972"/>
                  </a:lnTo>
                  <a:lnTo>
                    <a:pt x="2661186" y="2870972"/>
                  </a:lnTo>
                  <a:lnTo>
                    <a:pt x="2661512" y="2870972"/>
                  </a:lnTo>
                  <a:lnTo>
                    <a:pt x="2662271" y="2869102"/>
                  </a:lnTo>
                  <a:lnTo>
                    <a:pt x="2662488" y="2868478"/>
                  </a:lnTo>
                  <a:lnTo>
                    <a:pt x="2662488" y="2867855"/>
                  </a:lnTo>
                  <a:lnTo>
                    <a:pt x="2662596" y="2867855"/>
                  </a:lnTo>
                  <a:lnTo>
                    <a:pt x="2662813" y="2867855"/>
                  </a:lnTo>
                  <a:lnTo>
                    <a:pt x="2663138" y="2867231"/>
                  </a:lnTo>
                  <a:lnTo>
                    <a:pt x="2663355" y="2867231"/>
                  </a:lnTo>
                  <a:lnTo>
                    <a:pt x="2663681" y="2866607"/>
                  </a:lnTo>
                  <a:lnTo>
                    <a:pt x="2664006" y="2866607"/>
                  </a:lnTo>
                  <a:lnTo>
                    <a:pt x="2664223" y="2866607"/>
                  </a:lnTo>
                  <a:lnTo>
                    <a:pt x="2664331" y="2866607"/>
                  </a:lnTo>
                  <a:lnTo>
                    <a:pt x="2664440" y="2866607"/>
                  </a:lnTo>
                  <a:lnTo>
                    <a:pt x="2664548" y="2866607"/>
                  </a:lnTo>
                  <a:lnTo>
                    <a:pt x="2664874" y="2866607"/>
                  </a:lnTo>
                  <a:lnTo>
                    <a:pt x="2664982" y="2866607"/>
                  </a:lnTo>
                  <a:lnTo>
                    <a:pt x="2665091" y="2866607"/>
                  </a:lnTo>
                  <a:lnTo>
                    <a:pt x="2665307" y="2866607"/>
                  </a:lnTo>
                  <a:lnTo>
                    <a:pt x="2665958" y="2866607"/>
                  </a:lnTo>
                  <a:lnTo>
                    <a:pt x="2666175" y="2866607"/>
                  </a:lnTo>
                  <a:lnTo>
                    <a:pt x="2666283" y="2866607"/>
                  </a:lnTo>
                  <a:lnTo>
                    <a:pt x="2666283" y="2865984"/>
                  </a:lnTo>
                  <a:lnTo>
                    <a:pt x="2666283" y="2865360"/>
                  </a:lnTo>
                  <a:lnTo>
                    <a:pt x="2666392" y="2865360"/>
                  </a:lnTo>
                  <a:lnTo>
                    <a:pt x="2666392" y="2864113"/>
                  </a:lnTo>
                  <a:lnTo>
                    <a:pt x="2666717" y="2864113"/>
                  </a:lnTo>
                  <a:lnTo>
                    <a:pt x="2666826" y="2863490"/>
                  </a:lnTo>
                  <a:lnTo>
                    <a:pt x="2666934" y="2863490"/>
                  </a:lnTo>
                  <a:lnTo>
                    <a:pt x="2667151" y="2863490"/>
                  </a:lnTo>
                  <a:lnTo>
                    <a:pt x="2667259" y="2863490"/>
                  </a:lnTo>
                  <a:lnTo>
                    <a:pt x="2667368" y="2862866"/>
                  </a:lnTo>
                  <a:lnTo>
                    <a:pt x="2667476" y="2862242"/>
                  </a:lnTo>
                  <a:lnTo>
                    <a:pt x="2667910" y="2862242"/>
                  </a:lnTo>
                  <a:lnTo>
                    <a:pt x="2668019" y="2860995"/>
                  </a:lnTo>
                  <a:lnTo>
                    <a:pt x="2668235" y="2860995"/>
                  </a:lnTo>
                  <a:lnTo>
                    <a:pt x="2668452" y="2860995"/>
                  </a:lnTo>
                  <a:lnTo>
                    <a:pt x="2668669" y="2860995"/>
                  </a:lnTo>
                  <a:lnTo>
                    <a:pt x="2668886" y="2860372"/>
                  </a:lnTo>
                  <a:lnTo>
                    <a:pt x="2668995" y="2860372"/>
                  </a:lnTo>
                  <a:lnTo>
                    <a:pt x="2669103" y="2860372"/>
                  </a:lnTo>
                  <a:lnTo>
                    <a:pt x="2669428" y="2860372"/>
                  </a:lnTo>
                  <a:lnTo>
                    <a:pt x="2669754" y="2860372"/>
                  </a:lnTo>
                  <a:lnTo>
                    <a:pt x="2670296" y="2859124"/>
                  </a:lnTo>
                  <a:lnTo>
                    <a:pt x="2670404" y="2859124"/>
                  </a:lnTo>
                  <a:lnTo>
                    <a:pt x="2670513" y="2859124"/>
                  </a:lnTo>
                  <a:lnTo>
                    <a:pt x="2670621" y="2859124"/>
                  </a:lnTo>
                  <a:lnTo>
                    <a:pt x="2670730" y="2859124"/>
                  </a:lnTo>
                  <a:lnTo>
                    <a:pt x="2670838" y="2859124"/>
                  </a:lnTo>
                  <a:lnTo>
                    <a:pt x="2671489" y="2859124"/>
                  </a:lnTo>
                  <a:lnTo>
                    <a:pt x="2671597" y="2859124"/>
                  </a:lnTo>
                  <a:lnTo>
                    <a:pt x="2671814" y="2859124"/>
                  </a:lnTo>
                  <a:lnTo>
                    <a:pt x="2672140" y="2859124"/>
                  </a:lnTo>
                  <a:lnTo>
                    <a:pt x="2672356" y="2858501"/>
                  </a:lnTo>
                  <a:lnTo>
                    <a:pt x="2672899" y="2858501"/>
                  </a:lnTo>
                  <a:lnTo>
                    <a:pt x="2673007" y="2858501"/>
                  </a:lnTo>
                  <a:lnTo>
                    <a:pt x="2673116" y="2858501"/>
                  </a:lnTo>
                  <a:lnTo>
                    <a:pt x="2673116" y="2857877"/>
                  </a:lnTo>
                  <a:lnTo>
                    <a:pt x="2673441" y="2857877"/>
                  </a:lnTo>
                  <a:lnTo>
                    <a:pt x="2673549" y="2857877"/>
                  </a:lnTo>
                  <a:lnTo>
                    <a:pt x="2673766" y="2857877"/>
                  </a:lnTo>
                  <a:lnTo>
                    <a:pt x="2673983" y="2857877"/>
                  </a:lnTo>
                  <a:lnTo>
                    <a:pt x="2674092" y="2857877"/>
                  </a:lnTo>
                  <a:lnTo>
                    <a:pt x="2674525" y="2856630"/>
                  </a:lnTo>
                  <a:lnTo>
                    <a:pt x="2674634" y="2856630"/>
                  </a:lnTo>
                  <a:lnTo>
                    <a:pt x="2674634" y="2856007"/>
                  </a:lnTo>
                  <a:lnTo>
                    <a:pt x="2674742" y="2856007"/>
                  </a:lnTo>
                  <a:lnTo>
                    <a:pt x="2674851" y="2855383"/>
                  </a:lnTo>
                  <a:lnTo>
                    <a:pt x="2675176" y="2853512"/>
                  </a:lnTo>
                  <a:lnTo>
                    <a:pt x="2675285" y="2853512"/>
                  </a:lnTo>
                  <a:lnTo>
                    <a:pt x="2675501" y="2853512"/>
                  </a:lnTo>
                  <a:lnTo>
                    <a:pt x="2675827" y="2852889"/>
                  </a:lnTo>
                  <a:lnTo>
                    <a:pt x="2675935" y="2852265"/>
                  </a:lnTo>
                  <a:lnTo>
                    <a:pt x="2676369" y="2852265"/>
                  </a:lnTo>
                  <a:lnTo>
                    <a:pt x="2676586" y="2852265"/>
                  </a:lnTo>
                  <a:lnTo>
                    <a:pt x="2676694" y="2851641"/>
                  </a:lnTo>
                  <a:lnTo>
                    <a:pt x="2676803" y="2851641"/>
                  </a:lnTo>
                  <a:lnTo>
                    <a:pt x="2676911" y="2851641"/>
                  </a:lnTo>
                  <a:lnTo>
                    <a:pt x="2677128" y="2851641"/>
                  </a:lnTo>
                  <a:lnTo>
                    <a:pt x="2677345" y="2849771"/>
                  </a:lnTo>
                  <a:lnTo>
                    <a:pt x="2677562" y="2849771"/>
                  </a:lnTo>
                  <a:lnTo>
                    <a:pt x="2677670" y="2849771"/>
                  </a:lnTo>
                  <a:lnTo>
                    <a:pt x="2677996" y="2849771"/>
                  </a:lnTo>
                  <a:lnTo>
                    <a:pt x="2678538" y="2849771"/>
                  </a:lnTo>
                  <a:lnTo>
                    <a:pt x="2678755" y="2849771"/>
                  </a:lnTo>
                  <a:lnTo>
                    <a:pt x="2679080" y="2847276"/>
                  </a:lnTo>
                  <a:lnTo>
                    <a:pt x="2679189" y="2847276"/>
                  </a:lnTo>
                  <a:lnTo>
                    <a:pt x="2679297" y="2847276"/>
                  </a:lnTo>
                  <a:lnTo>
                    <a:pt x="2679406" y="2847276"/>
                  </a:lnTo>
                  <a:lnTo>
                    <a:pt x="2679514" y="2847276"/>
                  </a:lnTo>
                  <a:lnTo>
                    <a:pt x="2679622" y="2846653"/>
                  </a:lnTo>
                  <a:lnTo>
                    <a:pt x="2679731" y="2846653"/>
                  </a:lnTo>
                  <a:lnTo>
                    <a:pt x="2679731" y="2846029"/>
                  </a:lnTo>
                  <a:lnTo>
                    <a:pt x="2679839" y="2846029"/>
                  </a:lnTo>
                  <a:lnTo>
                    <a:pt x="2680056" y="2846029"/>
                  </a:lnTo>
                  <a:lnTo>
                    <a:pt x="2680165" y="2845406"/>
                  </a:lnTo>
                  <a:lnTo>
                    <a:pt x="2680273" y="2845406"/>
                  </a:lnTo>
                  <a:lnTo>
                    <a:pt x="2680382" y="2845406"/>
                  </a:lnTo>
                  <a:lnTo>
                    <a:pt x="2680490" y="2845406"/>
                  </a:lnTo>
                  <a:lnTo>
                    <a:pt x="2680598" y="2845406"/>
                  </a:lnTo>
                  <a:lnTo>
                    <a:pt x="2681141" y="2845406"/>
                  </a:lnTo>
                  <a:lnTo>
                    <a:pt x="2682334" y="2843535"/>
                  </a:lnTo>
                  <a:lnTo>
                    <a:pt x="2682442" y="2843535"/>
                  </a:lnTo>
                  <a:lnTo>
                    <a:pt x="2682767" y="2843535"/>
                  </a:lnTo>
                  <a:lnTo>
                    <a:pt x="2682767" y="2842911"/>
                  </a:lnTo>
                  <a:lnTo>
                    <a:pt x="2682767" y="2841664"/>
                  </a:lnTo>
                  <a:lnTo>
                    <a:pt x="2682876" y="2841664"/>
                  </a:lnTo>
                  <a:lnTo>
                    <a:pt x="2682984" y="2841664"/>
                  </a:lnTo>
                  <a:lnTo>
                    <a:pt x="2683093" y="2841664"/>
                  </a:lnTo>
                  <a:lnTo>
                    <a:pt x="2683201" y="2841664"/>
                  </a:lnTo>
                  <a:lnTo>
                    <a:pt x="2683418" y="2841664"/>
                  </a:lnTo>
                  <a:lnTo>
                    <a:pt x="2683527" y="2841664"/>
                  </a:lnTo>
                  <a:lnTo>
                    <a:pt x="2683852" y="2839793"/>
                  </a:lnTo>
                  <a:lnTo>
                    <a:pt x="2684503" y="2839793"/>
                  </a:lnTo>
                  <a:lnTo>
                    <a:pt x="2684611" y="2839793"/>
                  </a:lnTo>
                  <a:lnTo>
                    <a:pt x="2684719" y="2839793"/>
                  </a:lnTo>
                  <a:lnTo>
                    <a:pt x="2684719" y="2839170"/>
                  </a:lnTo>
                  <a:lnTo>
                    <a:pt x="2685045" y="2838546"/>
                  </a:lnTo>
                  <a:lnTo>
                    <a:pt x="2685262" y="2838546"/>
                  </a:lnTo>
                  <a:lnTo>
                    <a:pt x="2685587" y="2838546"/>
                  </a:lnTo>
                  <a:lnTo>
                    <a:pt x="2685804" y="2838546"/>
                  </a:lnTo>
                  <a:lnTo>
                    <a:pt x="2685804" y="2837923"/>
                  </a:lnTo>
                  <a:lnTo>
                    <a:pt x="2686021" y="2837923"/>
                  </a:lnTo>
                  <a:lnTo>
                    <a:pt x="2686238" y="2837923"/>
                  </a:lnTo>
                  <a:lnTo>
                    <a:pt x="2686346" y="2837923"/>
                  </a:lnTo>
                  <a:lnTo>
                    <a:pt x="2686346" y="2837299"/>
                  </a:lnTo>
                  <a:lnTo>
                    <a:pt x="2686888" y="2837299"/>
                  </a:lnTo>
                  <a:lnTo>
                    <a:pt x="2686888" y="2836675"/>
                  </a:lnTo>
                  <a:lnTo>
                    <a:pt x="2687322" y="2834805"/>
                  </a:lnTo>
                  <a:lnTo>
                    <a:pt x="2687431" y="2834805"/>
                  </a:lnTo>
                  <a:lnTo>
                    <a:pt x="2687539" y="2834181"/>
                  </a:lnTo>
                  <a:lnTo>
                    <a:pt x="2687648" y="2834181"/>
                  </a:lnTo>
                  <a:lnTo>
                    <a:pt x="2687756" y="2834181"/>
                  </a:lnTo>
                  <a:lnTo>
                    <a:pt x="2688081" y="2834181"/>
                  </a:lnTo>
                  <a:lnTo>
                    <a:pt x="2688190" y="2834181"/>
                  </a:lnTo>
                  <a:lnTo>
                    <a:pt x="2688298" y="2834181"/>
                  </a:lnTo>
                  <a:lnTo>
                    <a:pt x="2688407" y="2833558"/>
                  </a:lnTo>
                  <a:lnTo>
                    <a:pt x="2688515" y="2833558"/>
                  </a:lnTo>
                  <a:lnTo>
                    <a:pt x="2688949" y="2831063"/>
                  </a:lnTo>
                  <a:lnTo>
                    <a:pt x="2689166" y="2831063"/>
                  </a:lnTo>
                  <a:lnTo>
                    <a:pt x="2689708" y="2831063"/>
                  </a:lnTo>
                  <a:lnTo>
                    <a:pt x="2689925" y="2831063"/>
                  </a:lnTo>
                  <a:lnTo>
                    <a:pt x="2690033" y="2831063"/>
                  </a:lnTo>
                  <a:lnTo>
                    <a:pt x="2690250" y="2829816"/>
                  </a:lnTo>
                  <a:lnTo>
                    <a:pt x="2690467" y="2829192"/>
                  </a:lnTo>
                  <a:lnTo>
                    <a:pt x="2690576" y="2829192"/>
                  </a:lnTo>
                  <a:lnTo>
                    <a:pt x="2690684" y="2828569"/>
                  </a:lnTo>
                  <a:lnTo>
                    <a:pt x="2690901" y="2827945"/>
                  </a:lnTo>
                  <a:lnTo>
                    <a:pt x="2691009" y="2827945"/>
                  </a:lnTo>
                  <a:lnTo>
                    <a:pt x="2691443" y="2827322"/>
                  </a:lnTo>
                  <a:lnTo>
                    <a:pt x="2691769" y="2826698"/>
                  </a:lnTo>
                  <a:lnTo>
                    <a:pt x="2691877" y="2826698"/>
                  </a:lnTo>
                  <a:lnTo>
                    <a:pt x="2691985" y="2826698"/>
                  </a:lnTo>
                  <a:lnTo>
                    <a:pt x="2692094" y="2826698"/>
                  </a:lnTo>
                  <a:lnTo>
                    <a:pt x="2692202" y="2826698"/>
                  </a:lnTo>
                  <a:lnTo>
                    <a:pt x="2692528" y="2826075"/>
                  </a:lnTo>
                  <a:lnTo>
                    <a:pt x="2692961" y="2825451"/>
                  </a:lnTo>
                  <a:lnTo>
                    <a:pt x="2693070" y="2825451"/>
                  </a:lnTo>
                  <a:lnTo>
                    <a:pt x="2693178" y="2825451"/>
                  </a:lnTo>
                  <a:lnTo>
                    <a:pt x="2693287" y="2825451"/>
                  </a:lnTo>
                  <a:lnTo>
                    <a:pt x="2693395" y="2825451"/>
                  </a:lnTo>
                  <a:lnTo>
                    <a:pt x="2693612" y="2825451"/>
                  </a:lnTo>
                  <a:lnTo>
                    <a:pt x="2693829" y="2825451"/>
                  </a:lnTo>
                  <a:lnTo>
                    <a:pt x="2693937" y="2825451"/>
                  </a:lnTo>
                  <a:lnTo>
                    <a:pt x="2694046" y="2825451"/>
                  </a:lnTo>
                  <a:lnTo>
                    <a:pt x="2694263" y="2825451"/>
                  </a:lnTo>
                  <a:lnTo>
                    <a:pt x="2694263" y="2824827"/>
                  </a:lnTo>
                  <a:lnTo>
                    <a:pt x="2694697" y="2824827"/>
                  </a:lnTo>
                  <a:lnTo>
                    <a:pt x="2694805" y="2824827"/>
                  </a:lnTo>
                  <a:lnTo>
                    <a:pt x="2695347" y="2823580"/>
                  </a:lnTo>
                  <a:lnTo>
                    <a:pt x="2695347" y="2822957"/>
                  </a:lnTo>
                  <a:lnTo>
                    <a:pt x="2695564" y="2822957"/>
                  </a:lnTo>
                  <a:lnTo>
                    <a:pt x="2696106" y="2822957"/>
                  </a:lnTo>
                  <a:lnTo>
                    <a:pt x="2696323" y="2822957"/>
                  </a:lnTo>
                  <a:lnTo>
                    <a:pt x="2696432" y="2822957"/>
                  </a:lnTo>
                  <a:lnTo>
                    <a:pt x="2696540" y="2822957"/>
                  </a:lnTo>
                  <a:lnTo>
                    <a:pt x="2696649" y="2822957"/>
                  </a:lnTo>
                  <a:lnTo>
                    <a:pt x="2696757" y="2822957"/>
                  </a:lnTo>
                  <a:lnTo>
                    <a:pt x="2697082" y="2822957"/>
                  </a:lnTo>
                  <a:lnTo>
                    <a:pt x="2697516" y="2822957"/>
                  </a:lnTo>
                  <a:lnTo>
                    <a:pt x="2697625" y="2822957"/>
                  </a:lnTo>
                  <a:lnTo>
                    <a:pt x="2697950" y="2822957"/>
                  </a:lnTo>
                  <a:lnTo>
                    <a:pt x="2698275" y="2822957"/>
                  </a:lnTo>
                  <a:lnTo>
                    <a:pt x="2698384" y="2822957"/>
                  </a:lnTo>
                  <a:lnTo>
                    <a:pt x="2698601" y="2822957"/>
                  </a:lnTo>
                  <a:lnTo>
                    <a:pt x="2699143" y="2822957"/>
                  </a:lnTo>
                  <a:lnTo>
                    <a:pt x="2699685" y="2822957"/>
                  </a:lnTo>
                  <a:lnTo>
                    <a:pt x="2699902" y="2822957"/>
                  </a:lnTo>
                  <a:lnTo>
                    <a:pt x="2699902" y="2822333"/>
                  </a:lnTo>
                  <a:lnTo>
                    <a:pt x="2700011" y="2822333"/>
                  </a:lnTo>
                  <a:lnTo>
                    <a:pt x="2700119" y="2822333"/>
                  </a:lnTo>
                  <a:lnTo>
                    <a:pt x="2700444" y="2822333"/>
                  </a:lnTo>
                  <a:lnTo>
                    <a:pt x="2700878" y="2821086"/>
                  </a:lnTo>
                  <a:lnTo>
                    <a:pt x="2700987" y="2821086"/>
                  </a:lnTo>
                  <a:lnTo>
                    <a:pt x="2701203" y="2821086"/>
                  </a:lnTo>
                  <a:lnTo>
                    <a:pt x="2701312" y="2821086"/>
                  </a:lnTo>
                  <a:lnTo>
                    <a:pt x="2701637" y="2821086"/>
                  </a:lnTo>
                  <a:lnTo>
                    <a:pt x="2701854" y="2821086"/>
                  </a:lnTo>
                  <a:lnTo>
                    <a:pt x="2702288" y="2821086"/>
                  </a:lnTo>
                  <a:lnTo>
                    <a:pt x="2702396" y="2819839"/>
                  </a:lnTo>
                  <a:lnTo>
                    <a:pt x="2702396" y="2819215"/>
                  </a:lnTo>
                  <a:lnTo>
                    <a:pt x="2702613" y="2819215"/>
                  </a:lnTo>
                  <a:lnTo>
                    <a:pt x="2702722" y="2819215"/>
                  </a:lnTo>
                  <a:lnTo>
                    <a:pt x="2702830" y="2819215"/>
                  </a:lnTo>
                  <a:lnTo>
                    <a:pt x="2702939" y="2819215"/>
                  </a:lnTo>
                  <a:lnTo>
                    <a:pt x="2702939" y="2817968"/>
                  </a:lnTo>
                  <a:lnTo>
                    <a:pt x="2703806" y="2815474"/>
                  </a:lnTo>
                  <a:lnTo>
                    <a:pt x="2703915" y="2815474"/>
                  </a:lnTo>
                  <a:lnTo>
                    <a:pt x="2703915" y="2814850"/>
                  </a:lnTo>
                  <a:lnTo>
                    <a:pt x="2704132" y="2814850"/>
                  </a:lnTo>
                  <a:lnTo>
                    <a:pt x="2704348" y="2814850"/>
                  </a:lnTo>
                  <a:lnTo>
                    <a:pt x="2704565" y="2814227"/>
                  </a:lnTo>
                  <a:lnTo>
                    <a:pt x="2704674" y="2814227"/>
                  </a:lnTo>
                  <a:lnTo>
                    <a:pt x="2704782" y="2813603"/>
                  </a:lnTo>
                  <a:lnTo>
                    <a:pt x="2704782" y="2812979"/>
                  </a:lnTo>
                  <a:lnTo>
                    <a:pt x="2704891" y="2812979"/>
                  </a:lnTo>
                  <a:lnTo>
                    <a:pt x="2705867" y="2812356"/>
                  </a:lnTo>
                  <a:lnTo>
                    <a:pt x="2706300" y="2812356"/>
                  </a:lnTo>
                  <a:lnTo>
                    <a:pt x="2706517" y="2812356"/>
                  </a:lnTo>
                  <a:lnTo>
                    <a:pt x="2706517" y="2811732"/>
                  </a:lnTo>
                  <a:lnTo>
                    <a:pt x="2706734" y="2811732"/>
                  </a:lnTo>
                  <a:lnTo>
                    <a:pt x="2706843" y="2811109"/>
                  </a:lnTo>
                  <a:lnTo>
                    <a:pt x="2706951" y="2811109"/>
                  </a:lnTo>
                  <a:lnTo>
                    <a:pt x="2707060" y="2811109"/>
                  </a:lnTo>
                  <a:lnTo>
                    <a:pt x="2707710" y="2810485"/>
                  </a:lnTo>
                  <a:lnTo>
                    <a:pt x="2707819" y="2810485"/>
                  </a:lnTo>
                  <a:lnTo>
                    <a:pt x="2707927" y="2810485"/>
                  </a:lnTo>
                  <a:lnTo>
                    <a:pt x="2708036" y="2810485"/>
                  </a:lnTo>
                  <a:lnTo>
                    <a:pt x="2708144" y="2810485"/>
                  </a:lnTo>
                  <a:lnTo>
                    <a:pt x="2708253" y="2809861"/>
                  </a:lnTo>
                  <a:lnTo>
                    <a:pt x="2708469" y="2809861"/>
                  </a:lnTo>
                  <a:lnTo>
                    <a:pt x="2708578" y="2809861"/>
                  </a:lnTo>
                  <a:lnTo>
                    <a:pt x="2708795" y="2809861"/>
                  </a:lnTo>
                  <a:lnTo>
                    <a:pt x="2708903" y="2809861"/>
                  </a:lnTo>
                  <a:lnTo>
                    <a:pt x="2709012" y="2809861"/>
                  </a:lnTo>
                  <a:lnTo>
                    <a:pt x="2709120" y="2809861"/>
                  </a:lnTo>
                  <a:lnTo>
                    <a:pt x="2709554" y="2807991"/>
                  </a:lnTo>
                  <a:lnTo>
                    <a:pt x="2709554" y="2807367"/>
                  </a:lnTo>
                  <a:lnTo>
                    <a:pt x="2709662" y="2807367"/>
                  </a:lnTo>
                  <a:lnTo>
                    <a:pt x="2709771" y="2806744"/>
                  </a:lnTo>
                  <a:lnTo>
                    <a:pt x="2710421" y="2806744"/>
                  </a:lnTo>
                  <a:lnTo>
                    <a:pt x="2710530" y="2806744"/>
                  </a:lnTo>
                  <a:lnTo>
                    <a:pt x="2710638" y="2806744"/>
                  </a:lnTo>
                  <a:lnTo>
                    <a:pt x="2710747" y="2806744"/>
                  </a:lnTo>
                  <a:lnTo>
                    <a:pt x="2711181" y="2806120"/>
                  </a:lnTo>
                  <a:lnTo>
                    <a:pt x="2711397" y="2805496"/>
                  </a:lnTo>
                  <a:lnTo>
                    <a:pt x="2711614" y="2805496"/>
                  </a:lnTo>
                  <a:lnTo>
                    <a:pt x="2712048" y="2805496"/>
                  </a:lnTo>
                  <a:lnTo>
                    <a:pt x="2712157" y="2805496"/>
                  </a:lnTo>
                  <a:lnTo>
                    <a:pt x="2712265" y="2804873"/>
                  </a:lnTo>
                  <a:lnTo>
                    <a:pt x="2712265" y="2804249"/>
                  </a:lnTo>
                  <a:lnTo>
                    <a:pt x="2712482" y="2804249"/>
                  </a:lnTo>
                  <a:lnTo>
                    <a:pt x="2712699" y="2803626"/>
                  </a:lnTo>
                  <a:lnTo>
                    <a:pt x="2713024" y="2803002"/>
                  </a:lnTo>
                  <a:lnTo>
                    <a:pt x="2713350" y="2803002"/>
                  </a:lnTo>
                  <a:lnTo>
                    <a:pt x="2713458" y="2803002"/>
                  </a:lnTo>
                  <a:lnTo>
                    <a:pt x="2713566" y="2803002"/>
                  </a:lnTo>
                  <a:lnTo>
                    <a:pt x="2713675" y="2803002"/>
                  </a:lnTo>
                  <a:lnTo>
                    <a:pt x="2713783" y="2803002"/>
                  </a:lnTo>
                  <a:lnTo>
                    <a:pt x="2713892" y="2803002"/>
                  </a:lnTo>
                  <a:lnTo>
                    <a:pt x="2714217" y="2802378"/>
                  </a:lnTo>
                  <a:lnTo>
                    <a:pt x="2714542" y="2802378"/>
                  </a:lnTo>
                  <a:lnTo>
                    <a:pt x="2714651" y="2802378"/>
                  </a:lnTo>
                  <a:lnTo>
                    <a:pt x="2715193" y="2802378"/>
                  </a:lnTo>
                  <a:lnTo>
                    <a:pt x="2715302" y="2802378"/>
                  </a:lnTo>
                  <a:lnTo>
                    <a:pt x="2715735" y="2799884"/>
                  </a:lnTo>
                  <a:lnTo>
                    <a:pt x="2715735" y="2799261"/>
                  </a:lnTo>
                  <a:lnTo>
                    <a:pt x="2715844" y="2799261"/>
                  </a:lnTo>
                  <a:lnTo>
                    <a:pt x="2716061" y="2799261"/>
                  </a:lnTo>
                  <a:lnTo>
                    <a:pt x="2716169" y="2799261"/>
                  </a:lnTo>
                  <a:lnTo>
                    <a:pt x="2716278" y="2799261"/>
                  </a:lnTo>
                  <a:lnTo>
                    <a:pt x="2716386" y="2798637"/>
                  </a:lnTo>
                  <a:lnTo>
                    <a:pt x="2717037" y="2798013"/>
                  </a:lnTo>
                  <a:lnTo>
                    <a:pt x="2717254" y="2797390"/>
                  </a:lnTo>
                  <a:lnTo>
                    <a:pt x="2717471" y="2797390"/>
                  </a:lnTo>
                  <a:lnTo>
                    <a:pt x="2717579" y="2797390"/>
                  </a:lnTo>
                  <a:lnTo>
                    <a:pt x="2717687" y="2797390"/>
                  </a:lnTo>
                  <a:lnTo>
                    <a:pt x="2718230" y="2796143"/>
                  </a:lnTo>
                  <a:lnTo>
                    <a:pt x="2718230" y="2794895"/>
                  </a:lnTo>
                  <a:lnTo>
                    <a:pt x="2718447" y="2794272"/>
                  </a:lnTo>
                  <a:lnTo>
                    <a:pt x="2718555" y="2794272"/>
                  </a:lnTo>
                  <a:lnTo>
                    <a:pt x="2718663" y="2794272"/>
                  </a:lnTo>
                  <a:lnTo>
                    <a:pt x="2718772" y="2794272"/>
                  </a:lnTo>
                  <a:lnTo>
                    <a:pt x="2718880" y="2794272"/>
                  </a:lnTo>
                  <a:lnTo>
                    <a:pt x="2718989" y="2793648"/>
                  </a:lnTo>
                  <a:lnTo>
                    <a:pt x="2719314" y="2793025"/>
                  </a:lnTo>
                  <a:lnTo>
                    <a:pt x="2719423" y="2793025"/>
                  </a:lnTo>
                  <a:lnTo>
                    <a:pt x="2719639" y="2793025"/>
                  </a:lnTo>
                  <a:lnTo>
                    <a:pt x="2720073" y="2793025"/>
                  </a:lnTo>
                  <a:lnTo>
                    <a:pt x="2720182" y="2793025"/>
                  </a:lnTo>
                  <a:lnTo>
                    <a:pt x="2720182" y="2792401"/>
                  </a:lnTo>
                  <a:lnTo>
                    <a:pt x="2720616" y="2791778"/>
                  </a:lnTo>
                  <a:lnTo>
                    <a:pt x="2720832" y="2791778"/>
                  </a:lnTo>
                  <a:lnTo>
                    <a:pt x="2720941" y="2791778"/>
                  </a:lnTo>
                  <a:lnTo>
                    <a:pt x="2721266" y="2791778"/>
                  </a:lnTo>
                  <a:lnTo>
                    <a:pt x="2721375" y="2791778"/>
                  </a:lnTo>
                  <a:lnTo>
                    <a:pt x="2721808" y="2791778"/>
                  </a:lnTo>
                  <a:lnTo>
                    <a:pt x="2721917" y="2791778"/>
                  </a:lnTo>
                  <a:lnTo>
                    <a:pt x="2722025" y="2791154"/>
                  </a:lnTo>
                  <a:lnTo>
                    <a:pt x="2722242" y="2791154"/>
                  </a:lnTo>
                  <a:lnTo>
                    <a:pt x="2722784" y="2791154"/>
                  </a:lnTo>
                  <a:lnTo>
                    <a:pt x="2722893" y="2791154"/>
                  </a:lnTo>
                  <a:lnTo>
                    <a:pt x="2723001" y="2791154"/>
                  </a:lnTo>
                  <a:lnTo>
                    <a:pt x="2723001" y="2790530"/>
                  </a:lnTo>
                  <a:lnTo>
                    <a:pt x="2723110" y="2790530"/>
                  </a:lnTo>
                  <a:lnTo>
                    <a:pt x="2723435" y="2790530"/>
                  </a:lnTo>
                  <a:lnTo>
                    <a:pt x="2723544" y="2790530"/>
                  </a:lnTo>
                  <a:lnTo>
                    <a:pt x="2723869" y="2789907"/>
                  </a:lnTo>
                  <a:lnTo>
                    <a:pt x="2724194" y="2789907"/>
                  </a:lnTo>
                  <a:lnTo>
                    <a:pt x="2724303" y="2789907"/>
                  </a:lnTo>
                  <a:lnTo>
                    <a:pt x="2724628" y="2789907"/>
                  </a:lnTo>
                  <a:lnTo>
                    <a:pt x="2724737" y="2789907"/>
                  </a:lnTo>
                  <a:lnTo>
                    <a:pt x="2725170" y="2789907"/>
                  </a:lnTo>
                  <a:lnTo>
                    <a:pt x="2725496" y="2789907"/>
                  </a:lnTo>
                  <a:lnTo>
                    <a:pt x="2725713" y="2789283"/>
                  </a:lnTo>
                  <a:lnTo>
                    <a:pt x="2726146" y="2789283"/>
                  </a:lnTo>
                  <a:lnTo>
                    <a:pt x="2726255" y="2789283"/>
                  </a:lnTo>
                  <a:lnTo>
                    <a:pt x="2726363" y="2788660"/>
                  </a:lnTo>
                  <a:lnTo>
                    <a:pt x="2727014" y="2788660"/>
                  </a:lnTo>
                  <a:lnTo>
                    <a:pt x="2727231" y="2788036"/>
                  </a:lnTo>
                  <a:lnTo>
                    <a:pt x="2727339" y="2788036"/>
                  </a:lnTo>
                  <a:lnTo>
                    <a:pt x="2727990" y="2786789"/>
                  </a:lnTo>
                  <a:lnTo>
                    <a:pt x="2728207" y="2786165"/>
                  </a:lnTo>
                  <a:lnTo>
                    <a:pt x="2728315" y="2785542"/>
                  </a:lnTo>
                  <a:lnTo>
                    <a:pt x="2728858" y="2785542"/>
                  </a:lnTo>
                  <a:lnTo>
                    <a:pt x="2728858" y="2784918"/>
                  </a:lnTo>
                  <a:lnTo>
                    <a:pt x="2729074" y="2784918"/>
                  </a:lnTo>
                  <a:lnTo>
                    <a:pt x="2729074" y="2784295"/>
                  </a:lnTo>
                  <a:lnTo>
                    <a:pt x="2729617" y="2784295"/>
                  </a:lnTo>
                  <a:lnTo>
                    <a:pt x="2729834" y="2784295"/>
                  </a:lnTo>
                  <a:lnTo>
                    <a:pt x="2730159" y="2783671"/>
                  </a:lnTo>
                  <a:lnTo>
                    <a:pt x="2730159" y="2783047"/>
                  </a:lnTo>
                  <a:lnTo>
                    <a:pt x="2730159" y="2782424"/>
                  </a:lnTo>
                  <a:lnTo>
                    <a:pt x="2730267" y="2782424"/>
                  </a:lnTo>
                  <a:lnTo>
                    <a:pt x="2730376" y="2782424"/>
                  </a:lnTo>
                  <a:lnTo>
                    <a:pt x="2730484" y="2782424"/>
                  </a:lnTo>
                  <a:lnTo>
                    <a:pt x="2730593" y="2781800"/>
                  </a:lnTo>
                  <a:lnTo>
                    <a:pt x="2730810" y="2781800"/>
                  </a:lnTo>
                  <a:lnTo>
                    <a:pt x="2730918" y="2781800"/>
                  </a:lnTo>
                  <a:lnTo>
                    <a:pt x="2730918" y="2781177"/>
                  </a:lnTo>
                  <a:lnTo>
                    <a:pt x="2731135" y="2781177"/>
                  </a:lnTo>
                  <a:lnTo>
                    <a:pt x="2731135" y="2780553"/>
                  </a:lnTo>
                  <a:lnTo>
                    <a:pt x="2731243" y="2780553"/>
                  </a:lnTo>
                  <a:lnTo>
                    <a:pt x="2731460" y="2780553"/>
                  </a:lnTo>
                  <a:lnTo>
                    <a:pt x="2731677" y="2779929"/>
                  </a:lnTo>
                  <a:lnTo>
                    <a:pt x="2731786" y="2779929"/>
                  </a:lnTo>
                  <a:lnTo>
                    <a:pt x="2731894" y="2779929"/>
                  </a:lnTo>
                  <a:lnTo>
                    <a:pt x="2732002" y="2779929"/>
                  </a:lnTo>
                  <a:lnTo>
                    <a:pt x="2732436" y="2779929"/>
                  </a:lnTo>
                  <a:lnTo>
                    <a:pt x="2732653" y="2779929"/>
                  </a:lnTo>
                  <a:lnTo>
                    <a:pt x="2732762" y="2779929"/>
                  </a:lnTo>
                  <a:lnTo>
                    <a:pt x="2733195" y="2778682"/>
                  </a:lnTo>
                  <a:lnTo>
                    <a:pt x="2733304" y="2778682"/>
                  </a:lnTo>
                  <a:lnTo>
                    <a:pt x="2733629" y="2778682"/>
                  </a:lnTo>
                  <a:lnTo>
                    <a:pt x="2734063" y="2778059"/>
                  </a:lnTo>
                  <a:lnTo>
                    <a:pt x="2734388" y="2778059"/>
                  </a:lnTo>
                  <a:lnTo>
                    <a:pt x="2734497" y="2778059"/>
                  </a:lnTo>
                  <a:lnTo>
                    <a:pt x="2734822" y="2778059"/>
                  </a:lnTo>
                  <a:lnTo>
                    <a:pt x="2735039" y="2778059"/>
                  </a:lnTo>
                  <a:lnTo>
                    <a:pt x="2735473" y="2777435"/>
                  </a:lnTo>
                  <a:lnTo>
                    <a:pt x="2735581" y="2777435"/>
                  </a:lnTo>
                  <a:lnTo>
                    <a:pt x="2735690" y="2777435"/>
                  </a:lnTo>
                  <a:lnTo>
                    <a:pt x="2736123" y="2777435"/>
                  </a:lnTo>
                  <a:lnTo>
                    <a:pt x="2736340" y="2776812"/>
                  </a:lnTo>
                  <a:lnTo>
                    <a:pt x="2736449" y="2776812"/>
                  </a:lnTo>
                  <a:lnTo>
                    <a:pt x="2736557" y="2776812"/>
                  </a:lnTo>
                  <a:lnTo>
                    <a:pt x="2739377" y="2771823"/>
                  </a:lnTo>
                  <a:lnTo>
                    <a:pt x="2739811" y="2771823"/>
                  </a:lnTo>
                  <a:lnTo>
                    <a:pt x="2739919" y="2771823"/>
                  </a:lnTo>
                  <a:lnTo>
                    <a:pt x="2740028" y="2771823"/>
                  </a:lnTo>
                  <a:lnTo>
                    <a:pt x="2740136" y="2771823"/>
                  </a:lnTo>
                  <a:lnTo>
                    <a:pt x="2740244" y="2771199"/>
                  </a:lnTo>
                  <a:lnTo>
                    <a:pt x="2740678" y="2769952"/>
                  </a:lnTo>
                  <a:lnTo>
                    <a:pt x="2740787" y="2769952"/>
                  </a:lnTo>
                  <a:lnTo>
                    <a:pt x="2740895" y="2768705"/>
                  </a:lnTo>
                  <a:lnTo>
                    <a:pt x="2741112" y="2768081"/>
                  </a:lnTo>
                  <a:lnTo>
                    <a:pt x="2741220" y="2768081"/>
                  </a:lnTo>
                  <a:lnTo>
                    <a:pt x="2741220" y="2767458"/>
                  </a:lnTo>
                  <a:lnTo>
                    <a:pt x="2741329" y="2767458"/>
                  </a:lnTo>
                  <a:lnTo>
                    <a:pt x="2741437" y="2766834"/>
                  </a:lnTo>
                  <a:lnTo>
                    <a:pt x="2741763" y="2766211"/>
                  </a:lnTo>
                  <a:lnTo>
                    <a:pt x="2741980" y="2765587"/>
                  </a:lnTo>
                  <a:lnTo>
                    <a:pt x="2742088" y="2765587"/>
                  </a:lnTo>
                  <a:lnTo>
                    <a:pt x="2742413" y="2765587"/>
                  </a:lnTo>
                  <a:lnTo>
                    <a:pt x="2742739" y="2765587"/>
                  </a:lnTo>
                  <a:lnTo>
                    <a:pt x="2742956" y="2764964"/>
                  </a:lnTo>
                  <a:lnTo>
                    <a:pt x="2742956" y="2764340"/>
                  </a:lnTo>
                  <a:lnTo>
                    <a:pt x="2743281" y="2764340"/>
                  </a:lnTo>
                  <a:lnTo>
                    <a:pt x="2743389" y="2764340"/>
                  </a:lnTo>
                  <a:lnTo>
                    <a:pt x="2743498" y="2764340"/>
                  </a:lnTo>
                  <a:lnTo>
                    <a:pt x="2743606" y="2764340"/>
                  </a:lnTo>
                  <a:lnTo>
                    <a:pt x="2743932" y="2764340"/>
                  </a:lnTo>
                  <a:lnTo>
                    <a:pt x="2744040" y="2764340"/>
                  </a:lnTo>
                  <a:lnTo>
                    <a:pt x="2744149" y="2764340"/>
                  </a:lnTo>
                  <a:lnTo>
                    <a:pt x="2744257" y="2764340"/>
                  </a:lnTo>
                  <a:lnTo>
                    <a:pt x="2744365" y="2764340"/>
                  </a:lnTo>
                  <a:lnTo>
                    <a:pt x="2744582" y="2764340"/>
                  </a:lnTo>
                  <a:lnTo>
                    <a:pt x="2744691" y="2764340"/>
                  </a:lnTo>
                  <a:lnTo>
                    <a:pt x="2744799" y="2763716"/>
                  </a:lnTo>
                  <a:lnTo>
                    <a:pt x="2745016" y="2763716"/>
                  </a:lnTo>
                  <a:lnTo>
                    <a:pt x="2745125" y="2763716"/>
                  </a:lnTo>
                  <a:lnTo>
                    <a:pt x="2745233" y="2763093"/>
                  </a:lnTo>
                  <a:lnTo>
                    <a:pt x="2745341" y="2763093"/>
                  </a:lnTo>
                  <a:lnTo>
                    <a:pt x="2745558" y="2763093"/>
                  </a:lnTo>
                  <a:lnTo>
                    <a:pt x="2745884" y="2763093"/>
                  </a:lnTo>
                  <a:lnTo>
                    <a:pt x="2746209" y="2763093"/>
                  </a:lnTo>
                  <a:lnTo>
                    <a:pt x="2746318" y="2761846"/>
                  </a:lnTo>
                  <a:lnTo>
                    <a:pt x="2746426" y="2761846"/>
                  </a:lnTo>
                  <a:lnTo>
                    <a:pt x="2746534" y="2761846"/>
                  </a:lnTo>
                  <a:lnTo>
                    <a:pt x="2747294" y="2761222"/>
                  </a:lnTo>
                  <a:lnTo>
                    <a:pt x="2747619" y="2761222"/>
                  </a:lnTo>
                  <a:lnTo>
                    <a:pt x="2747727" y="2761222"/>
                  </a:lnTo>
                  <a:lnTo>
                    <a:pt x="2748270" y="2758728"/>
                  </a:lnTo>
                  <a:lnTo>
                    <a:pt x="2748378" y="2758728"/>
                  </a:lnTo>
                  <a:lnTo>
                    <a:pt x="2748486" y="2758728"/>
                  </a:lnTo>
                  <a:lnTo>
                    <a:pt x="2749137" y="2758104"/>
                  </a:lnTo>
                  <a:lnTo>
                    <a:pt x="2749246" y="2758104"/>
                  </a:lnTo>
                  <a:lnTo>
                    <a:pt x="2749462" y="2758104"/>
                  </a:lnTo>
                  <a:lnTo>
                    <a:pt x="2749571" y="2758104"/>
                  </a:lnTo>
                  <a:lnTo>
                    <a:pt x="2749896" y="2757481"/>
                  </a:lnTo>
                  <a:lnTo>
                    <a:pt x="2750330" y="2757481"/>
                  </a:lnTo>
                  <a:lnTo>
                    <a:pt x="2750764" y="2756857"/>
                  </a:lnTo>
                  <a:lnTo>
                    <a:pt x="2751089" y="2756857"/>
                  </a:lnTo>
                  <a:lnTo>
                    <a:pt x="2751523" y="2756857"/>
                  </a:lnTo>
                  <a:lnTo>
                    <a:pt x="2751957" y="2756857"/>
                  </a:lnTo>
                  <a:lnTo>
                    <a:pt x="2752065" y="2756857"/>
                  </a:lnTo>
                  <a:lnTo>
                    <a:pt x="2752174" y="2756857"/>
                  </a:lnTo>
                  <a:lnTo>
                    <a:pt x="2752282" y="2756857"/>
                  </a:lnTo>
                  <a:lnTo>
                    <a:pt x="2752282" y="2756233"/>
                  </a:lnTo>
                  <a:lnTo>
                    <a:pt x="2752282" y="2754986"/>
                  </a:lnTo>
                  <a:lnTo>
                    <a:pt x="2752499" y="2754986"/>
                  </a:lnTo>
                  <a:lnTo>
                    <a:pt x="2752607" y="2754986"/>
                  </a:lnTo>
                  <a:lnTo>
                    <a:pt x="2753041" y="2754986"/>
                  </a:lnTo>
                  <a:lnTo>
                    <a:pt x="2753367" y="2754986"/>
                  </a:lnTo>
                  <a:lnTo>
                    <a:pt x="2753692" y="2754986"/>
                  </a:lnTo>
                  <a:lnTo>
                    <a:pt x="2753800" y="2754986"/>
                  </a:lnTo>
                  <a:lnTo>
                    <a:pt x="2754017" y="2754986"/>
                  </a:lnTo>
                  <a:lnTo>
                    <a:pt x="2754668" y="2754986"/>
                  </a:lnTo>
                  <a:lnTo>
                    <a:pt x="2754776" y="2754986"/>
                  </a:lnTo>
                  <a:lnTo>
                    <a:pt x="2754885" y="2754986"/>
                  </a:lnTo>
                  <a:lnTo>
                    <a:pt x="2754993" y="2754363"/>
                  </a:lnTo>
                  <a:lnTo>
                    <a:pt x="2755319" y="2753739"/>
                  </a:lnTo>
                  <a:lnTo>
                    <a:pt x="2755644" y="2753739"/>
                  </a:lnTo>
                  <a:lnTo>
                    <a:pt x="2755861" y="2753739"/>
                  </a:lnTo>
                  <a:lnTo>
                    <a:pt x="2755969" y="2753739"/>
                  </a:lnTo>
                  <a:lnTo>
                    <a:pt x="2756512" y="2753739"/>
                  </a:lnTo>
                  <a:lnTo>
                    <a:pt x="2756837" y="2753739"/>
                  </a:lnTo>
                  <a:lnTo>
                    <a:pt x="2756945" y="2753739"/>
                  </a:lnTo>
                  <a:lnTo>
                    <a:pt x="2757162" y="2753739"/>
                  </a:lnTo>
                  <a:lnTo>
                    <a:pt x="2757271" y="2753739"/>
                  </a:lnTo>
                  <a:lnTo>
                    <a:pt x="2757379" y="2753739"/>
                  </a:lnTo>
                  <a:lnTo>
                    <a:pt x="2757704" y="2753115"/>
                  </a:lnTo>
                  <a:lnTo>
                    <a:pt x="2758138" y="2753115"/>
                  </a:lnTo>
                  <a:lnTo>
                    <a:pt x="2758572" y="2753115"/>
                  </a:lnTo>
                  <a:lnTo>
                    <a:pt x="2758680" y="2753115"/>
                  </a:lnTo>
                  <a:lnTo>
                    <a:pt x="2759006" y="2753115"/>
                  </a:lnTo>
                  <a:lnTo>
                    <a:pt x="2759114" y="2753115"/>
                  </a:lnTo>
                  <a:lnTo>
                    <a:pt x="2759223" y="2753115"/>
                  </a:lnTo>
                  <a:lnTo>
                    <a:pt x="2759440" y="2753115"/>
                  </a:lnTo>
                  <a:lnTo>
                    <a:pt x="2759548" y="2753115"/>
                  </a:lnTo>
                  <a:lnTo>
                    <a:pt x="2759548" y="2752492"/>
                  </a:lnTo>
                  <a:lnTo>
                    <a:pt x="2759873" y="2752492"/>
                  </a:lnTo>
                  <a:lnTo>
                    <a:pt x="2760524" y="2752492"/>
                  </a:lnTo>
                  <a:lnTo>
                    <a:pt x="2760633" y="2752492"/>
                  </a:lnTo>
                  <a:lnTo>
                    <a:pt x="2760849" y="2752492"/>
                  </a:lnTo>
                  <a:lnTo>
                    <a:pt x="2760958" y="2752492"/>
                  </a:lnTo>
                  <a:lnTo>
                    <a:pt x="2761066" y="2752492"/>
                  </a:lnTo>
                  <a:lnTo>
                    <a:pt x="2761175" y="2752492"/>
                  </a:lnTo>
                  <a:lnTo>
                    <a:pt x="2761392" y="2751868"/>
                  </a:lnTo>
                  <a:lnTo>
                    <a:pt x="2761825" y="2751868"/>
                  </a:lnTo>
                  <a:lnTo>
                    <a:pt x="2762368" y="2751868"/>
                  </a:lnTo>
                  <a:lnTo>
                    <a:pt x="2762585" y="2751868"/>
                  </a:lnTo>
                  <a:lnTo>
                    <a:pt x="2762693" y="2751868"/>
                  </a:lnTo>
                  <a:lnTo>
                    <a:pt x="2762801" y="2751868"/>
                  </a:lnTo>
                  <a:lnTo>
                    <a:pt x="2763127" y="2751868"/>
                  </a:lnTo>
                  <a:lnTo>
                    <a:pt x="2763235" y="2751245"/>
                  </a:lnTo>
                  <a:lnTo>
                    <a:pt x="2763344" y="2751245"/>
                  </a:lnTo>
                  <a:lnTo>
                    <a:pt x="2763452" y="2751245"/>
                  </a:lnTo>
                  <a:lnTo>
                    <a:pt x="2763778" y="2749998"/>
                  </a:lnTo>
                  <a:lnTo>
                    <a:pt x="2764103" y="2748750"/>
                  </a:lnTo>
                  <a:lnTo>
                    <a:pt x="2764211" y="2748750"/>
                  </a:lnTo>
                  <a:lnTo>
                    <a:pt x="2764320" y="2748750"/>
                  </a:lnTo>
                  <a:lnTo>
                    <a:pt x="2764428" y="2748750"/>
                  </a:lnTo>
                  <a:lnTo>
                    <a:pt x="2764537" y="2748750"/>
                  </a:lnTo>
                  <a:lnTo>
                    <a:pt x="2764645" y="2748750"/>
                  </a:lnTo>
                  <a:lnTo>
                    <a:pt x="2764970" y="2748750"/>
                  </a:lnTo>
                  <a:lnTo>
                    <a:pt x="2765079" y="2748750"/>
                  </a:lnTo>
                  <a:lnTo>
                    <a:pt x="2765187" y="2748750"/>
                  </a:lnTo>
                  <a:lnTo>
                    <a:pt x="2765838" y="2748750"/>
                  </a:lnTo>
                  <a:lnTo>
                    <a:pt x="2765946" y="2748750"/>
                  </a:lnTo>
                  <a:lnTo>
                    <a:pt x="2766055" y="2748750"/>
                  </a:lnTo>
                  <a:lnTo>
                    <a:pt x="2766706" y="2748750"/>
                  </a:lnTo>
                  <a:lnTo>
                    <a:pt x="2766706" y="2748127"/>
                  </a:lnTo>
                  <a:lnTo>
                    <a:pt x="2766922" y="2748127"/>
                  </a:lnTo>
                  <a:lnTo>
                    <a:pt x="2767031" y="2747503"/>
                  </a:lnTo>
                  <a:lnTo>
                    <a:pt x="2767682" y="2744385"/>
                  </a:lnTo>
                  <a:lnTo>
                    <a:pt x="2767682" y="2743762"/>
                  </a:lnTo>
                  <a:lnTo>
                    <a:pt x="2767790" y="2743762"/>
                  </a:lnTo>
                  <a:lnTo>
                    <a:pt x="2767899" y="2743762"/>
                  </a:lnTo>
                  <a:lnTo>
                    <a:pt x="2768007" y="2743762"/>
                  </a:lnTo>
                  <a:lnTo>
                    <a:pt x="2768875" y="2742515"/>
                  </a:lnTo>
                  <a:lnTo>
                    <a:pt x="2769200" y="2741891"/>
                  </a:lnTo>
                  <a:lnTo>
                    <a:pt x="2769417" y="2741891"/>
                  </a:lnTo>
                  <a:lnTo>
                    <a:pt x="2769851" y="2741891"/>
                  </a:lnTo>
                  <a:lnTo>
                    <a:pt x="2769959" y="2741891"/>
                  </a:lnTo>
                  <a:lnTo>
                    <a:pt x="2769959" y="2741267"/>
                  </a:lnTo>
                  <a:lnTo>
                    <a:pt x="2770284" y="2741267"/>
                  </a:lnTo>
                  <a:lnTo>
                    <a:pt x="2770393" y="2741267"/>
                  </a:lnTo>
                  <a:lnTo>
                    <a:pt x="2770935" y="2741267"/>
                  </a:lnTo>
                  <a:lnTo>
                    <a:pt x="2771043" y="2741267"/>
                  </a:lnTo>
                  <a:lnTo>
                    <a:pt x="2771260" y="2741267"/>
                  </a:lnTo>
                  <a:lnTo>
                    <a:pt x="2771260" y="2740644"/>
                  </a:lnTo>
                  <a:lnTo>
                    <a:pt x="2771586" y="2740644"/>
                  </a:lnTo>
                  <a:lnTo>
                    <a:pt x="2772020" y="2740644"/>
                  </a:lnTo>
                  <a:lnTo>
                    <a:pt x="2772128" y="2740644"/>
                  </a:lnTo>
                  <a:lnTo>
                    <a:pt x="2772670" y="2740644"/>
                  </a:lnTo>
                  <a:lnTo>
                    <a:pt x="2772887" y="2739397"/>
                  </a:lnTo>
                  <a:lnTo>
                    <a:pt x="2773212" y="2735032"/>
                  </a:lnTo>
                  <a:lnTo>
                    <a:pt x="2773429" y="2735032"/>
                  </a:lnTo>
                  <a:lnTo>
                    <a:pt x="2773538" y="2735032"/>
                  </a:lnTo>
                  <a:lnTo>
                    <a:pt x="2773646" y="2734408"/>
                  </a:lnTo>
                  <a:lnTo>
                    <a:pt x="2773972" y="2733784"/>
                  </a:lnTo>
                  <a:lnTo>
                    <a:pt x="2775056" y="2733161"/>
                  </a:lnTo>
                  <a:lnTo>
                    <a:pt x="2775164" y="2733161"/>
                  </a:lnTo>
                  <a:lnTo>
                    <a:pt x="2775273" y="2733161"/>
                  </a:lnTo>
                  <a:lnTo>
                    <a:pt x="2775381" y="2733161"/>
                  </a:lnTo>
                  <a:lnTo>
                    <a:pt x="2775490" y="2733161"/>
                  </a:lnTo>
                  <a:lnTo>
                    <a:pt x="2775707" y="2733161"/>
                  </a:lnTo>
                  <a:lnTo>
                    <a:pt x="2775924" y="2733161"/>
                  </a:lnTo>
                  <a:lnTo>
                    <a:pt x="2776357" y="2731914"/>
                  </a:lnTo>
                  <a:lnTo>
                    <a:pt x="2776466" y="2731914"/>
                  </a:lnTo>
                  <a:lnTo>
                    <a:pt x="2777008" y="2731290"/>
                  </a:lnTo>
                  <a:lnTo>
                    <a:pt x="2777225" y="2731290"/>
                  </a:lnTo>
                  <a:lnTo>
                    <a:pt x="2777333" y="2731290"/>
                  </a:lnTo>
                  <a:lnTo>
                    <a:pt x="2777442" y="2730043"/>
                  </a:lnTo>
                  <a:lnTo>
                    <a:pt x="2777550" y="2730043"/>
                  </a:lnTo>
                  <a:lnTo>
                    <a:pt x="2777767" y="2730043"/>
                  </a:lnTo>
                  <a:lnTo>
                    <a:pt x="2777984" y="2728796"/>
                  </a:lnTo>
                  <a:lnTo>
                    <a:pt x="2778093" y="2728796"/>
                  </a:lnTo>
                  <a:lnTo>
                    <a:pt x="2778418" y="2728796"/>
                  </a:lnTo>
                  <a:lnTo>
                    <a:pt x="2778526" y="2728796"/>
                  </a:lnTo>
                  <a:lnTo>
                    <a:pt x="2778743" y="2728796"/>
                  </a:lnTo>
                  <a:lnTo>
                    <a:pt x="2778852" y="2728796"/>
                  </a:lnTo>
                  <a:lnTo>
                    <a:pt x="2779069" y="2728172"/>
                  </a:lnTo>
                  <a:lnTo>
                    <a:pt x="2779177" y="2728172"/>
                  </a:lnTo>
                  <a:lnTo>
                    <a:pt x="2779394" y="2728172"/>
                  </a:lnTo>
                  <a:lnTo>
                    <a:pt x="2779502" y="2728172"/>
                  </a:lnTo>
                  <a:lnTo>
                    <a:pt x="2779828" y="2728172"/>
                  </a:lnTo>
                  <a:lnTo>
                    <a:pt x="2779936" y="2728172"/>
                  </a:lnTo>
                  <a:lnTo>
                    <a:pt x="2780261" y="2728172"/>
                  </a:lnTo>
                  <a:lnTo>
                    <a:pt x="2780370" y="2727549"/>
                  </a:lnTo>
                  <a:lnTo>
                    <a:pt x="2780804" y="2727549"/>
                  </a:lnTo>
                  <a:lnTo>
                    <a:pt x="2780804" y="2726925"/>
                  </a:lnTo>
                  <a:lnTo>
                    <a:pt x="2780912" y="2726925"/>
                  </a:lnTo>
                  <a:lnTo>
                    <a:pt x="2781021" y="2726925"/>
                  </a:lnTo>
                  <a:lnTo>
                    <a:pt x="2781454" y="2726301"/>
                  </a:lnTo>
                  <a:lnTo>
                    <a:pt x="2781671" y="2725054"/>
                  </a:lnTo>
                  <a:lnTo>
                    <a:pt x="2781888" y="2725054"/>
                  </a:lnTo>
                  <a:lnTo>
                    <a:pt x="2781997" y="2723807"/>
                  </a:lnTo>
                  <a:lnTo>
                    <a:pt x="2782105" y="2723807"/>
                  </a:lnTo>
                  <a:lnTo>
                    <a:pt x="2782647" y="2723183"/>
                  </a:lnTo>
                  <a:lnTo>
                    <a:pt x="2782864" y="2723183"/>
                  </a:lnTo>
                  <a:lnTo>
                    <a:pt x="2783190" y="2723183"/>
                  </a:lnTo>
                  <a:lnTo>
                    <a:pt x="2783298" y="2723183"/>
                  </a:lnTo>
                  <a:lnTo>
                    <a:pt x="2783949" y="2722560"/>
                  </a:lnTo>
                  <a:lnTo>
                    <a:pt x="2784274" y="2722560"/>
                  </a:lnTo>
                  <a:lnTo>
                    <a:pt x="2784816" y="2721936"/>
                  </a:lnTo>
                  <a:lnTo>
                    <a:pt x="2785033" y="2721313"/>
                  </a:lnTo>
                  <a:lnTo>
                    <a:pt x="2785142" y="2721313"/>
                  </a:lnTo>
                  <a:lnTo>
                    <a:pt x="2785250" y="2720689"/>
                  </a:lnTo>
                  <a:lnTo>
                    <a:pt x="2785684" y="2719442"/>
                  </a:lnTo>
                  <a:lnTo>
                    <a:pt x="2786335" y="2719442"/>
                  </a:lnTo>
                  <a:lnTo>
                    <a:pt x="2786551" y="2719442"/>
                  </a:lnTo>
                  <a:lnTo>
                    <a:pt x="2786660" y="2719442"/>
                  </a:lnTo>
                  <a:lnTo>
                    <a:pt x="2786768" y="2719442"/>
                  </a:lnTo>
                  <a:lnTo>
                    <a:pt x="2786985" y="2718818"/>
                  </a:lnTo>
                  <a:lnTo>
                    <a:pt x="2787419" y="2718818"/>
                  </a:lnTo>
                  <a:lnTo>
                    <a:pt x="2787744" y="2718195"/>
                  </a:lnTo>
                  <a:lnTo>
                    <a:pt x="2787853" y="2718195"/>
                  </a:lnTo>
                  <a:lnTo>
                    <a:pt x="2787961" y="2718195"/>
                  </a:lnTo>
                  <a:lnTo>
                    <a:pt x="2788070" y="2717571"/>
                  </a:lnTo>
                  <a:lnTo>
                    <a:pt x="2788829" y="2714453"/>
                  </a:lnTo>
                  <a:lnTo>
                    <a:pt x="2788937" y="2714453"/>
                  </a:lnTo>
                  <a:lnTo>
                    <a:pt x="2789263" y="2714453"/>
                  </a:lnTo>
                  <a:lnTo>
                    <a:pt x="2789371" y="2714453"/>
                  </a:lnTo>
                  <a:lnTo>
                    <a:pt x="2789480" y="2713830"/>
                  </a:lnTo>
                  <a:lnTo>
                    <a:pt x="2789588" y="2713830"/>
                  </a:lnTo>
                  <a:lnTo>
                    <a:pt x="2789696" y="2713830"/>
                  </a:lnTo>
                  <a:lnTo>
                    <a:pt x="2789805" y="2713206"/>
                  </a:lnTo>
                  <a:lnTo>
                    <a:pt x="2789805" y="2712583"/>
                  </a:lnTo>
                  <a:lnTo>
                    <a:pt x="2790022" y="2712583"/>
                  </a:lnTo>
                  <a:lnTo>
                    <a:pt x="2790347" y="2712583"/>
                  </a:lnTo>
                  <a:lnTo>
                    <a:pt x="2790456" y="2712583"/>
                  </a:lnTo>
                  <a:lnTo>
                    <a:pt x="2790564" y="2712583"/>
                  </a:lnTo>
                  <a:lnTo>
                    <a:pt x="2790672" y="2712583"/>
                  </a:lnTo>
                  <a:lnTo>
                    <a:pt x="2790889" y="2711959"/>
                  </a:lnTo>
                  <a:lnTo>
                    <a:pt x="2791540" y="2711335"/>
                  </a:lnTo>
                  <a:lnTo>
                    <a:pt x="2791648" y="2711335"/>
                  </a:lnTo>
                  <a:lnTo>
                    <a:pt x="2791865" y="2711335"/>
                  </a:lnTo>
                  <a:lnTo>
                    <a:pt x="2792082" y="2711335"/>
                  </a:lnTo>
                  <a:lnTo>
                    <a:pt x="2792408" y="2710712"/>
                  </a:lnTo>
                  <a:lnTo>
                    <a:pt x="2792516" y="2710712"/>
                  </a:lnTo>
                  <a:lnTo>
                    <a:pt x="2792624" y="2710712"/>
                  </a:lnTo>
                  <a:lnTo>
                    <a:pt x="2792841" y="2710088"/>
                  </a:lnTo>
                  <a:lnTo>
                    <a:pt x="2793058" y="2710088"/>
                  </a:lnTo>
                  <a:lnTo>
                    <a:pt x="2793601" y="2710088"/>
                  </a:lnTo>
                  <a:lnTo>
                    <a:pt x="2794143" y="2709465"/>
                  </a:lnTo>
                  <a:lnTo>
                    <a:pt x="2794143" y="2708841"/>
                  </a:lnTo>
                  <a:lnTo>
                    <a:pt x="2794251" y="2708841"/>
                  </a:lnTo>
                  <a:lnTo>
                    <a:pt x="2794468" y="2708218"/>
                  </a:lnTo>
                  <a:lnTo>
                    <a:pt x="2794577" y="2708218"/>
                  </a:lnTo>
                  <a:lnTo>
                    <a:pt x="2794685" y="2707594"/>
                  </a:lnTo>
                  <a:lnTo>
                    <a:pt x="2794793" y="2707594"/>
                  </a:lnTo>
                  <a:lnTo>
                    <a:pt x="2794902" y="2707594"/>
                  </a:lnTo>
                  <a:lnTo>
                    <a:pt x="2795444" y="2707594"/>
                  </a:lnTo>
                  <a:lnTo>
                    <a:pt x="2795661" y="2706970"/>
                  </a:lnTo>
                  <a:lnTo>
                    <a:pt x="2796420" y="2705723"/>
                  </a:lnTo>
                  <a:lnTo>
                    <a:pt x="2796529" y="2705723"/>
                  </a:lnTo>
                  <a:lnTo>
                    <a:pt x="2796637" y="2705723"/>
                  </a:lnTo>
                  <a:lnTo>
                    <a:pt x="2796745" y="2705723"/>
                  </a:lnTo>
                  <a:lnTo>
                    <a:pt x="2796854" y="2705723"/>
                  </a:lnTo>
                  <a:lnTo>
                    <a:pt x="2796962" y="2705100"/>
                  </a:lnTo>
                  <a:lnTo>
                    <a:pt x="2797179" y="2705100"/>
                  </a:lnTo>
                  <a:lnTo>
                    <a:pt x="2797613" y="2705100"/>
                  </a:lnTo>
                  <a:lnTo>
                    <a:pt x="2797722" y="2705100"/>
                  </a:lnTo>
                  <a:lnTo>
                    <a:pt x="2797722" y="2704476"/>
                  </a:lnTo>
                  <a:lnTo>
                    <a:pt x="2797830" y="2703229"/>
                  </a:lnTo>
                  <a:lnTo>
                    <a:pt x="2797938" y="2703229"/>
                  </a:lnTo>
                  <a:lnTo>
                    <a:pt x="2798047" y="2703229"/>
                  </a:lnTo>
                  <a:lnTo>
                    <a:pt x="2798155" y="2703229"/>
                  </a:lnTo>
                  <a:lnTo>
                    <a:pt x="2798264" y="2703229"/>
                  </a:lnTo>
                  <a:lnTo>
                    <a:pt x="2798372" y="2702605"/>
                  </a:lnTo>
                  <a:lnTo>
                    <a:pt x="2798481" y="2702605"/>
                  </a:lnTo>
                  <a:lnTo>
                    <a:pt x="2798589" y="2702605"/>
                  </a:lnTo>
                  <a:lnTo>
                    <a:pt x="2798806" y="2702605"/>
                  </a:lnTo>
                  <a:lnTo>
                    <a:pt x="2799131" y="2702605"/>
                  </a:lnTo>
                  <a:lnTo>
                    <a:pt x="2799240" y="2702605"/>
                  </a:lnTo>
                  <a:lnTo>
                    <a:pt x="2799565" y="2701358"/>
                  </a:lnTo>
                  <a:lnTo>
                    <a:pt x="2799890" y="2700735"/>
                  </a:lnTo>
                  <a:lnTo>
                    <a:pt x="2799999" y="2700735"/>
                  </a:lnTo>
                  <a:lnTo>
                    <a:pt x="2800107" y="2700735"/>
                  </a:lnTo>
                  <a:lnTo>
                    <a:pt x="2800433" y="2700111"/>
                  </a:lnTo>
                  <a:lnTo>
                    <a:pt x="2800975" y="2697617"/>
                  </a:lnTo>
                  <a:lnTo>
                    <a:pt x="2801300" y="2696993"/>
                  </a:lnTo>
                  <a:lnTo>
                    <a:pt x="2801842" y="2696993"/>
                  </a:lnTo>
                  <a:lnTo>
                    <a:pt x="2802059" y="2696993"/>
                  </a:lnTo>
                  <a:lnTo>
                    <a:pt x="2802168" y="2695122"/>
                  </a:lnTo>
                  <a:lnTo>
                    <a:pt x="2802385" y="2695122"/>
                  </a:lnTo>
                  <a:lnTo>
                    <a:pt x="2802819" y="2695122"/>
                  </a:lnTo>
                  <a:lnTo>
                    <a:pt x="2802927" y="2694499"/>
                  </a:lnTo>
                  <a:lnTo>
                    <a:pt x="2803035" y="2694499"/>
                  </a:lnTo>
                  <a:lnTo>
                    <a:pt x="2803252" y="2694499"/>
                  </a:lnTo>
                  <a:lnTo>
                    <a:pt x="2803469" y="2694499"/>
                  </a:lnTo>
                  <a:lnTo>
                    <a:pt x="2803795" y="2694499"/>
                  </a:lnTo>
                  <a:lnTo>
                    <a:pt x="2803795" y="2693875"/>
                  </a:lnTo>
                  <a:lnTo>
                    <a:pt x="2804987" y="2692004"/>
                  </a:lnTo>
                  <a:lnTo>
                    <a:pt x="2805313" y="2692004"/>
                  </a:lnTo>
                  <a:lnTo>
                    <a:pt x="2805421" y="2692004"/>
                  </a:lnTo>
                  <a:lnTo>
                    <a:pt x="2805530" y="2691381"/>
                  </a:lnTo>
                  <a:lnTo>
                    <a:pt x="2805530" y="2690134"/>
                  </a:lnTo>
                  <a:lnTo>
                    <a:pt x="2805638" y="2690134"/>
                  </a:lnTo>
                  <a:lnTo>
                    <a:pt x="2805747" y="2690134"/>
                  </a:lnTo>
                  <a:lnTo>
                    <a:pt x="2806397" y="2690134"/>
                  </a:lnTo>
                  <a:lnTo>
                    <a:pt x="2806614" y="2690134"/>
                  </a:lnTo>
                  <a:lnTo>
                    <a:pt x="2806723" y="2690134"/>
                  </a:lnTo>
                  <a:lnTo>
                    <a:pt x="2806831" y="2690134"/>
                  </a:lnTo>
                  <a:lnTo>
                    <a:pt x="2807048" y="2689510"/>
                  </a:lnTo>
                  <a:lnTo>
                    <a:pt x="2807265" y="2689510"/>
                  </a:lnTo>
                  <a:lnTo>
                    <a:pt x="2807373" y="2689510"/>
                  </a:lnTo>
                  <a:lnTo>
                    <a:pt x="2807590" y="2689510"/>
                  </a:lnTo>
                  <a:lnTo>
                    <a:pt x="2807699" y="2689510"/>
                  </a:lnTo>
                  <a:lnTo>
                    <a:pt x="2808132" y="2688886"/>
                  </a:lnTo>
                  <a:lnTo>
                    <a:pt x="2808241" y="2688886"/>
                  </a:lnTo>
                  <a:lnTo>
                    <a:pt x="2808783" y="2687016"/>
                  </a:lnTo>
                  <a:lnTo>
                    <a:pt x="2808892" y="2687016"/>
                  </a:lnTo>
                  <a:lnTo>
                    <a:pt x="2809000" y="2687016"/>
                  </a:lnTo>
                  <a:lnTo>
                    <a:pt x="2809217" y="2687016"/>
                  </a:lnTo>
                  <a:lnTo>
                    <a:pt x="2809434" y="2687016"/>
                  </a:lnTo>
                  <a:lnTo>
                    <a:pt x="2809542" y="2687016"/>
                  </a:lnTo>
                  <a:lnTo>
                    <a:pt x="2809759" y="2687016"/>
                  </a:lnTo>
                  <a:lnTo>
                    <a:pt x="2810084" y="2685769"/>
                  </a:lnTo>
                  <a:lnTo>
                    <a:pt x="2810193" y="2685769"/>
                  </a:lnTo>
                  <a:lnTo>
                    <a:pt x="2810301" y="2685145"/>
                  </a:lnTo>
                  <a:lnTo>
                    <a:pt x="2810518" y="2685145"/>
                  </a:lnTo>
                  <a:lnTo>
                    <a:pt x="2810844" y="2684521"/>
                  </a:lnTo>
                  <a:lnTo>
                    <a:pt x="2811169" y="2683898"/>
                  </a:lnTo>
                  <a:lnTo>
                    <a:pt x="2811386" y="2683898"/>
                  </a:lnTo>
                  <a:lnTo>
                    <a:pt x="2811711" y="2683898"/>
                  </a:lnTo>
                  <a:lnTo>
                    <a:pt x="2812253" y="2683898"/>
                  </a:lnTo>
                  <a:lnTo>
                    <a:pt x="2812362" y="2682651"/>
                  </a:lnTo>
                  <a:lnTo>
                    <a:pt x="2812796" y="2682027"/>
                  </a:lnTo>
                  <a:lnTo>
                    <a:pt x="2812904" y="2682027"/>
                  </a:lnTo>
                  <a:lnTo>
                    <a:pt x="2813121" y="2682027"/>
                  </a:lnTo>
                  <a:lnTo>
                    <a:pt x="2813446" y="2681403"/>
                  </a:lnTo>
                  <a:lnTo>
                    <a:pt x="2813663" y="2680780"/>
                  </a:lnTo>
                  <a:lnTo>
                    <a:pt x="2814422" y="2680780"/>
                  </a:lnTo>
                  <a:lnTo>
                    <a:pt x="2814639" y="2680780"/>
                  </a:lnTo>
                  <a:lnTo>
                    <a:pt x="2815290" y="2680780"/>
                  </a:lnTo>
                  <a:lnTo>
                    <a:pt x="2815507" y="2680780"/>
                  </a:lnTo>
                  <a:lnTo>
                    <a:pt x="2815615" y="2680156"/>
                  </a:lnTo>
                  <a:lnTo>
                    <a:pt x="2815724" y="2679533"/>
                  </a:lnTo>
                  <a:lnTo>
                    <a:pt x="2816266" y="2679533"/>
                  </a:lnTo>
                  <a:lnTo>
                    <a:pt x="2816483" y="2679533"/>
                  </a:lnTo>
                  <a:lnTo>
                    <a:pt x="2816917" y="2679533"/>
                  </a:lnTo>
                  <a:lnTo>
                    <a:pt x="2817459" y="2678286"/>
                  </a:lnTo>
                  <a:lnTo>
                    <a:pt x="2817893" y="2678286"/>
                  </a:lnTo>
                  <a:lnTo>
                    <a:pt x="2818001" y="2678286"/>
                  </a:lnTo>
                  <a:lnTo>
                    <a:pt x="2818435" y="2678286"/>
                  </a:lnTo>
                  <a:lnTo>
                    <a:pt x="2818543" y="2678286"/>
                  </a:lnTo>
                  <a:lnTo>
                    <a:pt x="2818652" y="2678286"/>
                  </a:lnTo>
                  <a:lnTo>
                    <a:pt x="2818869" y="2678286"/>
                  </a:lnTo>
                  <a:lnTo>
                    <a:pt x="2819086" y="2677662"/>
                  </a:lnTo>
                  <a:lnTo>
                    <a:pt x="2819628" y="2674544"/>
                  </a:lnTo>
                  <a:lnTo>
                    <a:pt x="2819845" y="2674544"/>
                  </a:lnTo>
                  <a:lnTo>
                    <a:pt x="2820062" y="2674544"/>
                  </a:lnTo>
                  <a:lnTo>
                    <a:pt x="2820170" y="2674544"/>
                  </a:lnTo>
                  <a:lnTo>
                    <a:pt x="2820604" y="2673920"/>
                  </a:lnTo>
                  <a:lnTo>
                    <a:pt x="2820604" y="2673297"/>
                  </a:lnTo>
                  <a:lnTo>
                    <a:pt x="2820712" y="2673297"/>
                  </a:lnTo>
                  <a:lnTo>
                    <a:pt x="2820821" y="2673297"/>
                  </a:lnTo>
                  <a:lnTo>
                    <a:pt x="2821580" y="2673297"/>
                  </a:lnTo>
                  <a:lnTo>
                    <a:pt x="2821688" y="2673297"/>
                  </a:lnTo>
                  <a:lnTo>
                    <a:pt x="2821797" y="2672673"/>
                  </a:lnTo>
                  <a:lnTo>
                    <a:pt x="2822231" y="2672050"/>
                  </a:lnTo>
                  <a:lnTo>
                    <a:pt x="2822339" y="2672050"/>
                  </a:lnTo>
                  <a:lnTo>
                    <a:pt x="2822339" y="2668932"/>
                  </a:lnTo>
                  <a:lnTo>
                    <a:pt x="2822664" y="2668932"/>
                  </a:lnTo>
                  <a:lnTo>
                    <a:pt x="2822773" y="2668932"/>
                  </a:lnTo>
                  <a:lnTo>
                    <a:pt x="2822881" y="2668932"/>
                  </a:lnTo>
                  <a:lnTo>
                    <a:pt x="2822990" y="2668932"/>
                  </a:lnTo>
                  <a:lnTo>
                    <a:pt x="2823315" y="2668308"/>
                  </a:lnTo>
                  <a:lnTo>
                    <a:pt x="2823532" y="2668308"/>
                  </a:lnTo>
                  <a:lnTo>
                    <a:pt x="2823857" y="2668308"/>
                  </a:lnTo>
                  <a:lnTo>
                    <a:pt x="2823966" y="2667061"/>
                  </a:lnTo>
                  <a:lnTo>
                    <a:pt x="2824074" y="2667061"/>
                  </a:lnTo>
                  <a:lnTo>
                    <a:pt x="2824291" y="2667061"/>
                  </a:lnTo>
                  <a:lnTo>
                    <a:pt x="2824400" y="2666437"/>
                  </a:lnTo>
                  <a:lnTo>
                    <a:pt x="2824508" y="2666437"/>
                  </a:lnTo>
                  <a:lnTo>
                    <a:pt x="2824725" y="2666437"/>
                  </a:lnTo>
                  <a:lnTo>
                    <a:pt x="2824833" y="2666437"/>
                  </a:lnTo>
                  <a:lnTo>
                    <a:pt x="2824942" y="2666437"/>
                  </a:lnTo>
                  <a:lnTo>
                    <a:pt x="2825050" y="2666437"/>
                  </a:lnTo>
                  <a:lnTo>
                    <a:pt x="2826460" y="2663943"/>
                  </a:lnTo>
                  <a:lnTo>
                    <a:pt x="2826677" y="2662696"/>
                  </a:lnTo>
                  <a:lnTo>
                    <a:pt x="2826785" y="2662696"/>
                  </a:lnTo>
                  <a:lnTo>
                    <a:pt x="2827002" y="2662696"/>
                  </a:lnTo>
                  <a:lnTo>
                    <a:pt x="2827111" y="2662072"/>
                  </a:lnTo>
                  <a:lnTo>
                    <a:pt x="2827219" y="2662072"/>
                  </a:lnTo>
                  <a:lnTo>
                    <a:pt x="2827653" y="2660825"/>
                  </a:lnTo>
                  <a:lnTo>
                    <a:pt x="2827653" y="2660202"/>
                  </a:lnTo>
                  <a:lnTo>
                    <a:pt x="2827761" y="2660202"/>
                  </a:lnTo>
                  <a:lnTo>
                    <a:pt x="2827978" y="2659578"/>
                  </a:lnTo>
                  <a:lnTo>
                    <a:pt x="2828304" y="2659578"/>
                  </a:lnTo>
                  <a:lnTo>
                    <a:pt x="2828412" y="2659578"/>
                  </a:lnTo>
                  <a:lnTo>
                    <a:pt x="2828521" y="2659578"/>
                  </a:lnTo>
                  <a:lnTo>
                    <a:pt x="2829063" y="2658955"/>
                  </a:lnTo>
                  <a:lnTo>
                    <a:pt x="2829063" y="2658331"/>
                  </a:lnTo>
                  <a:lnTo>
                    <a:pt x="2829171" y="2658331"/>
                  </a:lnTo>
                  <a:lnTo>
                    <a:pt x="2829280" y="2658331"/>
                  </a:lnTo>
                  <a:lnTo>
                    <a:pt x="2829822" y="2658331"/>
                  </a:lnTo>
                  <a:lnTo>
                    <a:pt x="2829930" y="2658331"/>
                  </a:lnTo>
                  <a:lnTo>
                    <a:pt x="2829930" y="2657707"/>
                  </a:lnTo>
                  <a:lnTo>
                    <a:pt x="2830147" y="2657084"/>
                  </a:lnTo>
                  <a:lnTo>
                    <a:pt x="2830256" y="2657084"/>
                  </a:lnTo>
                  <a:lnTo>
                    <a:pt x="2830364" y="2657084"/>
                  </a:lnTo>
                  <a:lnTo>
                    <a:pt x="2830581" y="2657084"/>
                  </a:lnTo>
                  <a:lnTo>
                    <a:pt x="2830689" y="2656460"/>
                  </a:lnTo>
                  <a:lnTo>
                    <a:pt x="2830906" y="2656460"/>
                  </a:lnTo>
                  <a:lnTo>
                    <a:pt x="2831123" y="2656460"/>
                  </a:lnTo>
                  <a:lnTo>
                    <a:pt x="2831340" y="2656460"/>
                  </a:lnTo>
                  <a:lnTo>
                    <a:pt x="2831449" y="2655837"/>
                  </a:lnTo>
                  <a:lnTo>
                    <a:pt x="2831557" y="2655837"/>
                  </a:lnTo>
                  <a:lnTo>
                    <a:pt x="2831665" y="2655837"/>
                  </a:lnTo>
                  <a:lnTo>
                    <a:pt x="2831882" y="2655837"/>
                  </a:lnTo>
                  <a:lnTo>
                    <a:pt x="2832533" y="2653966"/>
                  </a:lnTo>
                  <a:lnTo>
                    <a:pt x="2832642" y="2653966"/>
                  </a:lnTo>
                  <a:lnTo>
                    <a:pt x="2832750" y="2653342"/>
                  </a:lnTo>
                  <a:lnTo>
                    <a:pt x="2832858" y="2653342"/>
                  </a:lnTo>
                  <a:lnTo>
                    <a:pt x="2832967" y="2653342"/>
                  </a:lnTo>
                  <a:lnTo>
                    <a:pt x="2832967" y="2652719"/>
                  </a:lnTo>
                  <a:lnTo>
                    <a:pt x="2833075" y="2652719"/>
                  </a:lnTo>
                  <a:lnTo>
                    <a:pt x="2833184" y="2652719"/>
                  </a:lnTo>
                  <a:lnTo>
                    <a:pt x="2833509" y="2652095"/>
                  </a:lnTo>
                  <a:lnTo>
                    <a:pt x="2833509" y="2651472"/>
                  </a:lnTo>
                  <a:lnTo>
                    <a:pt x="2833618" y="2651472"/>
                  </a:lnTo>
                  <a:lnTo>
                    <a:pt x="2833618" y="2650848"/>
                  </a:lnTo>
                  <a:lnTo>
                    <a:pt x="2833834" y="2650848"/>
                  </a:lnTo>
                  <a:lnTo>
                    <a:pt x="2834160" y="2648977"/>
                  </a:lnTo>
                  <a:lnTo>
                    <a:pt x="2834377" y="2648977"/>
                  </a:lnTo>
                  <a:lnTo>
                    <a:pt x="2834594" y="2648977"/>
                  </a:lnTo>
                  <a:lnTo>
                    <a:pt x="2834702" y="2648354"/>
                  </a:lnTo>
                  <a:lnTo>
                    <a:pt x="2834810" y="2648354"/>
                  </a:lnTo>
                  <a:lnTo>
                    <a:pt x="2834919" y="2648354"/>
                  </a:lnTo>
                  <a:lnTo>
                    <a:pt x="2835027" y="2648354"/>
                  </a:lnTo>
                  <a:lnTo>
                    <a:pt x="2835136" y="2648354"/>
                  </a:lnTo>
                  <a:lnTo>
                    <a:pt x="2835136" y="2647730"/>
                  </a:lnTo>
                  <a:lnTo>
                    <a:pt x="2835244" y="2647730"/>
                  </a:lnTo>
                  <a:lnTo>
                    <a:pt x="2835570" y="2647730"/>
                  </a:lnTo>
                  <a:lnTo>
                    <a:pt x="2836003" y="2647730"/>
                  </a:lnTo>
                  <a:lnTo>
                    <a:pt x="2836112" y="2647730"/>
                  </a:lnTo>
                  <a:lnTo>
                    <a:pt x="2836112" y="2647106"/>
                  </a:lnTo>
                  <a:lnTo>
                    <a:pt x="2836220" y="2647106"/>
                  </a:lnTo>
                  <a:lnTo>
                    <a:pt x="2836437" y="2645236"/>
                  </a:lnTo>
                  <a:lnTo>
                    <a:pt x="2836871" y="2645236"/>
                  </a:lnTo>
                  <a:lnTo>
                    <a:pt x="2837305" y="2644612"/>
                  </a:lnTo>
                  <a:lnTo>
                    <a:pt x="2837413" y="2644612"/>
                  </a:lnTo>
                  <a:lnTo>
                    <a:pt x="2837955" y="2643365"/>
                  </a:lnTo>
                  <a:lnTo>
                    <a:pt x="2838172" y="2642741"/>
                  </a:lnTo>
                  <a:lnTo>
                    <a:pt x="2838281" y="2642741"/>
                  </a:lnTo>
                  <a:lnTo>
                    <a:pt x="2838498" y="2642741"/>
                  </a:lnTo>
                  <a:lnTo>
                    <a:pt x="2838606" y="2642118"/>
                  </a:lnTo>
                  <a:lnTo>
                    <a:pt x="2838931" y="2642118"/>
                  </a:lnTo>
                  <a:lnTo>
                    <a:pt x="2839148" y="2640871"/>
                  </a:lnTo>
                  <a:lnTo>
                    <a:pt x="2839582" y="2640871"/>
                  </a:lnTo>
                  <a:lnTo>
                    <a:pt x="2839691" y="2640871"/>
                  </a:lnTo>
                  <a:lnTo>
                    <a:pt x="2839907" y="2640871"/>
                  </a:lnTo>
                  <a:lnTo>
                    <a:pt x="2840016" y="2640871"/>
                  </a:lnTo>
                  <a:lnTo>
                    <a:pt x="2840233" y="2640871"/>
                  </a:lnTo>
                  <a:lnTo>
                    <a:pt x="2840341" y="2640871"/>
                  </a:lnTo>
                  <a:lnTo>
                    <a:pt x="2840775" y="2640871"/>
                  </a:lnTo>
                  <a:lnTo>
                    <a:pt x="2841209" y="2639623"/>
                  </a:lnTo>
                  <a:lnTo>
                    <a:pt x="2841426" y="2639000"/>
                  </a:lnTo>
                  <a:lnTo>
                    <a:pt x="2841968" y="2639000"/>
                  </a:lnTo>
                  <a:lnTo>
                    <a:pt x="2842076" y="2638376"/>
                  </a:lnTo>
                  <a:lnTo>
                    <a:pt x="2842185" y="2638376"/>
                  </a:lnTo>
                  <a:lnTo>
                    <a:pt x="2842836" y="2637753"/>
                  </a:lnTo>
                  <a:lnTo>
                    <a:pt x="2843052" y="2637753"/>
                  </a:lnTo>
                  <a:lnTo>
                    <a:pt x="2843595" y="2637129"/>
                  </a:lnTo>
                  <a:lnTo>
                    <a:pt x="2843703" y="2637129"/>
                  </a:lnTo>
                  <a:lnTo>
                    <a:pt x="2843920" y="2636506"/>
                  </a:lnTo>
                  <a:lnTo>
                    <a:pt x="2844137" y="2635258"/>
                  </a:lnTo>
                  <a:lnTo>
                    <a:pt x="2844245" y="2635258"/>
                  </a:lnTo>
                  <a:lnTo>
                    <a:pt x="2844571" y="2635258"/>
                  </a:lnTo>
                  <a:lnTo>
                    <a:pt x="2844679" y="2635258"/>
                  </a:lnTo>
                  <a:lnTo>
                    <a:pt x="2845005" y="2635258"/>
                  </a:lnTo>
                  <a:lnTo>
                    <a:pt x="2845330" y="2635258"/>
                  </a:lnTo>
                  <a:lnTo>
                    <a:pt x="2845655" y="2635258"/>
                  </a:lnTo>
                  <a:lnTo>
                    <a:pt x="2845655" y="2634635"/>
                  </a:lnTo>
                  <a:lnTo>
                    <a:pt x="2845872" y="2634635"/>
                  </a:lnTo>
                  <a:lnTo>
                    <a:pt x="2846197" y="2634635"/>
                  </a:lnTo>
                  <a:lnTo>
                    <a:pt x="2846414" y="2634635"/>
                  </a:lnTo>
                  <a:lnTo>
                    <a:pt x="2847390" y="2633388"/>
                  </a:lnTo>
                  <a:lnTo>
                    <a:pt x="2847499" y="2632764"/>
                  </a:lnTo>
                  <a:lnTo>
                    <a:pt x="2847933" y="2632140"/>
                  </a:lnTo>
                  <a:lnTo>
                    <a:pt x="2848041" y="2632140"/>
                  </a:lnTo>
                  <a:lnTo>
                    <a:pt x="2848800" y="2632140"/>
                  </a:lnTo>
                  <a:lnTo>
                    <a:pt x="2849125" y="2631517"/>
                  </a:lnTo>
                  <a:lnTo>
                    <a:pt x="2849668" y="2631517"/>
                  </a:lnTo>
                  <a:lnTo>
                    <a:pt x="2849776" y="2631517"/>
                  </a:lnTo>
                  <a:lnTo>
                    <a:pt x="2850535" y="2631517"/>
                  </a:lnTo>
                  <a:lnTo>
                    <a:pt x="2850644" y="2631517"/>
                  </a:lnTo>
                  <a:lnTo>
                    <a:pt x="2850644" y="2630893"/>
                  </a:lnTo>
                  <a:lnTo>
                    <a:pt x="2850752" y="2630893"/>
                  </a:lnTo>
                  <a:lnTo>
                    <a:pt x="2850861" y="2630893"/>
                  </a:lnTo>
                  <a:lnTo>
                    <a:pt x="2851186" y="2630893"/>
                  </a:lnTo>
                  <a:lnTo>
                    <a:pt x="2851294" y="2630893"/>
                  </a:lnTo>
                  <a:lnTo>
                    <a:pt x="2851403" y="2630893"/>
                  </a:lnTo>
                  <a:lnTo>
                    <a:pt x="2851620" y="2630270"/>
                  </a:lnTo>
                  <a:lnTo>
                    <a:pt x="2852054" y="2630270"/>
                  </a:lnTo>
                  <a:lnTo>
                    <a:pt x="2852162" y="2630270"/>
                  </a:lnTo>
                  <a:lnTo>
                    <a:pt x="2852704" y="2630270"/>
                  </a:lnTo>
                  <a:lnTo>
                    <a:pt x="2852704" y="2629646"/>
                  </a:lnTo>
                  <a:lnTo>
                    <a:pt x="2852921" y="2629646"/>
                  </a:lnTo>
                  <a:lnTo>
                    <a:pt x="2853463" y="2629646"/>
                  </a:lnTo>
                  <a:lnTo>
                    <a:pt x="2853572" y="2627775"/>
                  </a:lnTo>
                  <a:lnTo>
                    <a:pt x="2853680" y="2627775"/>
                  </a:lnTo>
                  <a:lnTo>
                    <a:pt x="2853789" y="2627775"/>
                  </a:lnTo>
                  <a:lnTo>
                    <a:pt x="2854223" y="2627775"/>
                  </a:lnTo>
                  <a:lnTo>
                    <a:pt x="2854331" y="2627775"/>
                  </a:lnTo>
                  <a:lnTo>
                    <a:pt x="2854439" y="2627775"/>
                  </a:lnTo>
                  <a:lnTo>
                    <a:pt x="2854439" y="2627152"/>
                  </a:lnTo>
                  <a:lnTo>
                    <a:pt x="2854765" y="2627152"/>
                  </a:lnTo>
                  <a:lnTo>
                    <a:pt x="2854873" y="2627152"/>
                  </a:lnTo>
                  <a:lnTo>
                    <a:pt x="2854873" y="2626528"/>
                  </a:lnTo>
                  <a:lnTo>
                    <a:pt x="2855307" y="2625281"/>
                  </a:lnTo>
                  <a:lnTo>
                    <a:pt x="2855415" y="2625281"/>
                  </a:lnTo>
                  <a:lnTo>
                    <a:pt x="2855524" y="2625281"/>
                  </a:lnTo>
                  <a:lnTo>
                    <a:pt x="2855632" y="2625281"/>
                  </a:lnTo>
                  <a:lnTo>
                    <a:pt x="2855741" y="2625281"/>
                  </a:lnTo>
                  <a:lnTo>
                    <a:pt x="2855958" y="2625281"/>
                  </a:lnTo>
                  <a:lnTo>
                    <a:pt x="2856175" y="2624657"/>
                  </a:lnTo>
                  <a:lnTo>
                    <a:pt x="2859320" y="2620292"/>
                  </a:lnTo>
                  <a:lnTo>
                    <a:pt x="2859645" y="2619669"/>
                  </a:lnTo>
                  <a:lnTo>
                    <a:pt x="2859862" y="2619669"/>
                  </a:lnTo>
                  <a:lnTo>
                    <a:pt x="2859970" y="2619045"/>
                  </a:lnTo>
                  <a:lnTo>
                    <a:pt x="2860079" y="2619045"/>
                  </a:lnTo>
                  <a:lnTo>
                    <a:pt x="2860079" y="2618422"/>
                  </a:lnTo>
                  <a:lnTo>
                    <a:pt x="2860296" y="2618422"/>
                  </a:lnTo>
                  <a:lnTo>
                    <a:pt x="2860404" y="2618422"/>
                  </a:lnTo>
                  <a:lnTo>
                    <a:pt x="2860404" y="2617798"/>
                  </a:lnTo>
                  <a:lnTo>
                    <a:pt x="2860512" y="2617798"/>
                  </a:lnTo>
                  <a:lnTo>
                    <a:pt x="2860621" y="2617798"/>
                  </a:lnTo>
                  <a:lnTo>
                    <a:pt x="2860838" y="2617174"/>
                  </a:lnTo>
                  <a:lnTo>
                    <a:pt x="2860946" y="2616551"/>
                  </a:lnTo>
                  <a:lnTo>
                    <a:pt x="2861163" y="2616551"/>
                  </a:lnTo>
                  <a:lnTo>
                    <a:pt x="2861380" y="2616551"/>
                  </a:lnTo>
                  <a:lnTo>
                    <a:pt x="2861814" y="2616551"/>
                  </a:lnTo>
                  <a:lnTo>
                    <a:pt x="2862248" y="2616551"/>
                  </a:lnTo>
                  <a:lnTo>
                    <a:pt x="2862356" y="2616551"/>
                  </a:lnTo>
                  <a:lnTo>
                    <a:pt x="2862356" y="2615927"/>
                  </a:lnTo>
                  <a:lnTo>
                    <a:pt x="2862356" y="2615304"/>
                  </a:lnTo>
                  <a:lnTo>
                    <a:pt x="2862465" y="2615304"/>
                  </a:lnTo>
                  <a:lnTo>
                    <a:pt x="2862681" y="2615304"/>
                  </a:lnTo>
                  <a:lnTo>
                    <a:pt x="2862898" y="2615304"/>
                  </a:lnTo>
                  <a:lnTo>
                    <a:pt x="2863007" y="2615304"/>
                  </a:lnTo>
                  <a:lnTo>
                    <a:pt x="2863224" y="2615304"/>
                  </a:lnTo>
                  <a:lnTo>
                    <a:pt x="2863441" y="2614057"/>
                  </a:lnTo>
                  <a:lnTo>
                    <a:pt x="2863549" y="2613433"/>
                  </a:lnTo>
                  <a:lnTo>
                    <a:pt x="2864091" y="2612809"/>
                  </a:lnTo>
                  <a:lnTo>
                    <a:pt x="2864200" y="2612809"/>
                  </a:lnTo>
                  <a:lnTo>
                    <a:pt x="2864633" y="2612186"/>
                  </a:lnTo>
                  <a:lnTo>
                    <a:pt x="2865176" y="2611562"/>
                  </a:lnTo>
                  <a:lnTo>
                    <a:pt x="2865284" y="2611562"/>
                  </a:lnTo>
                  <a:lnTo>
                    <a:pt x="2865393" y="2611562"/>
                  </a:lnTo>
                  <a:lnTo>
                    <a:pt x="2865501" y="2611562"/>
                  </a:lnTo>
                  <a:lnTo>
                    <a:pt x="2865609" y="2611562"/>
                  </a:lnTo>
                  <a:lnTo>
                    <a:pt x="2866152" y="2610939"/>
                  </a:lnTo>
                  <a:lnTo>
                    <a:pt x="2866260" y="2610939"/>
                  </a:lnTo>
                  <a:lnTo>
                    <a:pt x="2866586" y="2610939"/>
                  </a:lnTo>
                  <a:lnTo>
                    <a:pt x="2866911" y="2610315"/>
                  </a:lnTo>
                  <a:lnTo>
                    <a:pt x="2867453" y="2610315"/>
                  </a:lnTo>
                  <a:lnTo>
                    <a:pt x="2867670" y="2610315"/>
                  </a:lnTo>
                  <a:lnTo>
                    <a:pt x="2867887" y="2610315"/>
                  </a:lnTo>
                  <a:lnTo>
                    <a:pt x="2867995" y="2610315"/>
                  </a:lnTo>
                  <a:lnTo>
                    <a:pt x="2868104" y="2610315"/>
                  </a:lnTo>
                  <a:lnTo>
                    <a:pt x="2868212" y="2610315"/>
                  </a:lnTo>
                  <a:lnTo>
                    <a:pt x="2868321" y="2610315"/>
                  </a:lnTo>
                  <a:lnTo>
                    <a:pt x="2868646" y="2610315"/>
                  </a:lnTo>
                  <a:lnTo>
                    <a:pt x="2868863" y="2610315"/>
                  </a:lnTo>
                  <a:lnTo>
                    <a:pt x="2869080" y="2610315"/>
                  </a:lnTo>
                  <a:lnTo>
                    <a:pt x="2869405" y="2610315"/>
                  </a:lnTo>
                  <a:lnTo>
                    <a:pt x="2869514" y="2610315"/>
                  </a:lnTo>
                  <a:lnTo>
                    <a:pt x="2869622" y="2609068"/>
                  </a:lnTo>
                  <a:lnTo>
                    <a:pt x="2869622" y="2608444"/>
                  </a:lnTo>
                  <a:lnTo>
                    <a:pt x="2869730" y="2608444"/>
                  </a:lnTo>
                  <a:lnTo>
                    <a:pt x="2869947" y="2608444"/>
                  </a:lnTo>
                  <a:lnTo>
                    <a:pt x="2870056" y="2608444"/>
                  </a:lnTo>
                  <a:lnTo>
                    <a:pt x="2870164" y="2608444"/>
                  </a:lnTo>
                  <a:lnTo>
                    <a:pt x="2870273" y="2607821"/>
                  </a:lnTo>
                  <a:lnTo>
                    <a:pt x="2870381" y="2607821"/>
                  </a:lnTo>
                  <a:lnTo>
                    <a:pt x="2870381" y="2607197"/>
                  </a:lnTo>
                  <a:lnTo>
                    <a:pt x="2870381" y="2605950"/>
                  </a:lnTo>
                  <a:lnTo>
                    <a:pt x="2870815" y="2603456"/>
                  </a:lnTo>
                  <a:lnTo>
                    <a:pt x="2871357" y="2603456"/>
                  </a:lnTo>
                  <a:lnTo>
                    <a:pt x="2872008" y="2603456"/>
                  </a:lnTo>
                  <a:lnTo>
                    <a:pt x="2872116" y="2603456"/>
                  </a:lnTo>
                  <a:lnTo>
                    <a:pt x="2872442" y="2603456"/>
                  </a:lnTo>
                  <a:lnTo>
                    <a:pt x="2872767" y="2603456"/>
                  </a:lnTo>
                  <a:lnTo>
                    <a:pt x="2872984" y="2602832"/>
                  </a:lnTo>
                  <a:lnTo>
                    <a:pt x="2873092" y="2602832"/>
                  </a:lnTo>
                  <a:lnTo>
                    <a:pt x="2873960" y="2601585"/>
                  </a:lnTo>
                  <a:lnTo>
                    <a:pt x="2874068" y="2601585"/>
                  </a:lnTo>
                  <a:lnTo>
                    <a:pt x="2874177" y="2601585"/>
                  </a:lnTo>
                  <a:lnTo>
                    <a:pt x="2874394" y="2601585"/>
                  </a:lnTo>
                  <a:lnTo>
                    <a:pt x="2874936" y="2601585"/>
                  </a:lnTo>
                  <a:lnTo>
                    <a:pt x="2874936" y="2600338"/>
                  </a:lnTo>
                  <a:lnTo>
                    <a:pt x="2874936" y="2599714"/>
                  </a:lnTo>
                  <a:lnTo>
                    <a:pt x="2875370" y="2599714"/>
                  </a:lnTo>
                  <a:lnTo>
                    <a:pt x="2875478" y="2599714"/>
                  </a:lnTo>
                  <a:lnTo>
                    <a:pt x="2875695" y="2598467"/>
                  </a:lnTo>
                  <a:lnTo>
                    <a:pt x="2875912" y="2598467"/>
                  </a:lnTo>
                  <a:lnTo>
                    <a:pt x="2876020" y="2598467"/>
                  </a:lnTo>
                  <a:lnTo>
                    <a:pt x="2876237" y="2598467"/>
                  </a:lnTo>
                  <a:lnTo>
                    <a:pt x="2876346" y="2598467"/>
                  </a:lnTo>
                  <a:lnTo>
                    <a:pt x="2876454" y="2597843"/>
                  </a:lnTo>
                  <a:lnTo>
                    <a:pt x="2876780" y="2597843"/>
                  </a:lnTo>
                  <a:lnTo>
                    <a:pt x="2876888" y="2597843"/>
                  </a:lnTo>
                  <a:lnTo>
                    <a:pt x="2876996" y="2597220"/>
                  </a:lnTo>
                  <a:lnTo>
                    <a:pt x="2877105" y="2597220"/>
                  </a:lnTo>
                  <a:lnTo>
                    <a:pt x="2877539" y="2597220"/>
                  </a:lnTo>
                  <a:lnTo>
                    <a:pt x="2877647" y="2596596"/>
                  </a:lnTo>
                  <a:lnTo>
                    <a:pt x="2877756" y="2596596"/>
                  </a:lnTo>
                  <a:lnTo>
                    <a:pt x="2877864" y="2596596"/>
                  </a:lnTo>
                  <a:lnTo>
                    <a:pt x="2878406" y="2596596"/>
                  </a:lnTo>
                  <a:lnTo>
                    <a:pt x="2878515" y="2594726"/>
                  </a:lnTo>
                  <a:lnTo>
                    <a:pt x="2878840" y="2594102"/>
                  </a:lnTo>
                  <a:lnTo>
                    <a:pt x="2879382" y="2594102"/>
                  </a:lnTo>
                  <a:lnTo>
                    <a:pt x="2879382" y="2593478"/>
                  </a:lnTo>
                  <a:lnTo>
                    <a:pt x="2879925" y="2593478"/>
                  </a:lnTo>
                  <a:lnTo>
                    <a:pt x="2880033" y="2593478"/>
                  </a:lnTo>
                  <a:lnTo>
                    <a:pt x="2880467" y="2592231"/>
                  </a:lnTo>
                  <a:lnTo>
                    <a:pt x="2880792" y="2591608"/>
                  </a:lnTo>
                  <a:lnTo>
                    <a:pt x="2881117" y="2590984"/>
                  </a:lnTo>
                  <a:lnTo>
                    <a:pt x="2881334" y="2590360"/>
                  </a:lnTo>
                  <a:lnTo>
                    <a:pt x="2881660" y="2590360"/>
                  </a:lnTo>
                  <a:lnTo>
                    <a:pt x="2881985" y="2590360"/>
                  </a:lnTo>
                  <a:lnTo>
                    <a:pt x="2882202" y="2590360"/>
                  </a:lnTo>
                  <a:lnTo>
                    <a:pt x="2882853" y="2590360"/>
                  </a:lnTo>
                  <a:lnTo>
                    <a:pt x="2882961" y="2589113"/>
                  </a:lnTo>
                  <a:lnTo>
                    <a:pt x="2883069" y="2589113"/>
                  </a:lnTo>
                  <a:lnTo>
                    <a:pt x="2883178" y="2589113"/>
                  </a:lnTo>
                  <a:lnTo>
                    <a:pt x="2883178" y="2588490"/>
                  </a:lnTo>
                  <a:lnTo>
                    <a:pt x="2883612" y="2588490"/>
                  </a:lnTo>
                  <a:lnTo>
                    <a:pt x="2884046" y="2588490"/>
                  </a:lnTo>
                  <a:lnTo>
                    <a:pt x="2884154" y="2588490"/>
                  </a:lnTo>
                  <a:lnTo>
                    <a:pt x="2884805" y="2585372"/>
                  </a:lnTo>
                  <a:lnTo>
                    <a:pt x="2884913" y="2585372"/>
                  </a:lnTo>
                  <a:lnTo>
                    <a:pt x="2885022" y="2585372"/>
                  </a:lnTo>
                  <a:lnTo>
                    <a:pt x="2885455" y="2584748"/>
                  </a:lnTo>
                  <a:lnTo>
                    <a:pt x="2885455" y="2583501"/>
                  </a:lnTo>
                  <a:lnTo>
                    <a:pt x="2885564" y="2583501"/>
                  </a:lnTo>
                  <a:lnTo>
                    <a:pt x="2885672" y="2583501"/>
                  </a:lnTo>
                  <a:lnTo>
                    <a:pt x="2885781" y="2582877"/>
                  </a:lnTo>
                  <a:lnTo>
                    <a:pt x="2885781" y="2582254"/>
                  </a:lnTo>
                  <a:lnTo>
                    <a:pt x="2885998" y="2582254"/>
                  </a:lnTo>
                  <a:lnTo>
                    <a:pt x="2886214" y="2580383"/>
                  </a:lnTo>
                  <a:lnTo>
                    <a:pt x="2886431" y="2580383"/>
                  </a:lnTo>
                  <a:lnTo>
                    <a:pt x="2886540" y="2580383"/>
                  </a:lnTo>
                  <a:lnTo>
                    <a:pt x="2886757" y="2579760"/>
                  </a:lnTo>
                  <a:lnTo>
                    <a:pt x="2886757" y="2579136"/>
                  </a:lnTo>
                  <a:lnTo>
                    <a:pt x="2887082" y="2579136"/>
                  </a:lnTo>
                  <a:lnTo>
                    <a:pt x="2887190" y="2579136"/>
                  </a:lnTo>
                  <a:lnTo>
                    <a:pt x="2887190" y="2578512"/>
                  </a:lnTo>
                  <a:lnTo>
                    <a:pt x="2887516" y="2577889"/>
                  </a:lnTo>
                  <a:lnTo>
                    <a:pt x="2887733" y="2577889"/>
                  </a:lnTo>
                  <a:lnTo>
                    <a:pt x="2887841" y="2577889"/>
                  </a:lnTo>
                  <a:lnTo>
                    <a:pt x="2887950" y="2577889"/>
                  </a:lnTo>
                  <a:lnTo>
                    <a:pt x="2888383" y="2576018"/>
                  </a:lnTo>
                  <a:lnTo>
                    <a:pt x="2888600" y="2576018"/>
                  </a:lnTo>
                  <a:lnTo>
                    <a:pt x="2889034" y="2576018"/>
                  </a:lnTo>
                  <a:lnTo>
                    <a:pt x="2889143" y="2576018"/>
                  </a:lnTo>
                  <a:lnTo>
                    <a:pt x="2889251" y="2576018"/>
                  </a:lnTo>
                  <a:lnTo>
                    <a:pt x="2889576" y="2576018"/>
                  </a:lnTo>
                  <a:lnTo>
                    <a:pt x="2889902" y="2576018"/>
                  </a:lnTo>
                  <a:lnTo>
                    <a:pt x="2890010" y="2575394"/>
                  </a:lnTo>
                  <a:lnTo>
                    <a:pt x="2890335" y="2575394"/>
                  </a:lnTo>
                  <a:lnTo>
                    <a:pt x="2890444" y="2575394"/>
                  </a:lnTo>
                  <a:lnTo>
                    <a:pt x="2890444" y="2574771"/>
                  </a:lnTo>
                  <a:lnTo>
                    <a:pt x="2890878" y="2574147"/>
                  </a:lnTo>
                  <a:lnTo>
                    <a:pt x="2890878" y="2573524"/>
                  </a:lnTo>
                  <a:lnTo>
                    <a:pt x="2890986" y="2573524"/>
                  </a:lnTo>
                  <a:lnTo>
                    <a:pt x="2891095" y="2572900"/>
                  </a:lnTo>
                  <a:lnTo>
                    <a:pt x="2891311" y="2572900"/>
                  </a:lnTo>
                  <a:lnTo>
                    <a:pt x="2891311" y="2572277"/>
                  </a:lnTo>
                  <a:lnTo>
                    <a:pt x="2891528" y="2571653"/>
                  </a:lnTo>
                  <a:lnTo>
                    <a:pt x="2891528" y="2571029"/>
                  </a:lnTo>
                  <a:lnTo>
                    <a:pt x="2891854" y="2571029"/>
                  </a:lnTo>
                  <a:lnTo>
                    <a:pt x="2891962" y="2571029"/>
                  </a:lnTo>
                  <a:lnTo>
                    <a:pt x="2892179" y="2571029"/>
                  </a:lnTo>
                  <a:lnTo>
                    <a:pt x="2892287" y="2571029"/>
                  </a:lnTo>
                  <a:lnTo>
                    <a:pt x="2892287" y="2570406"/>
                  </a:lnTo>
                  <a:lnTo>
                    <a:pt x="2892396" y="2570406"/>
                  </a:lnTo>
                  <a:lnTo>
                    <a:pt x="2892504" y="2569782"/>
                  </a:lnTo>
                  <a:lnTo>
                    <a:pt x="2892721" y="2569159"/>
                  </a:lnTo>
                  <a:lnTo>
                    <a:pt x="2892938" y="2569159"/>
                  </a:lnTo>
                  <a:lnTo>
                    <a:pt x="2893264" y="2569159"/>
                  </a:lnTo>
                  <a:lnTo>
                    <a:pt x="2893372" y="2569159"/>
                  </a:lnTo>
                  <a:lnTo>
                    <a:pt x="2893480" y="2569159"/>
                  </a:lnTo>
                  <a:lnTo>
                    <a:pt x="2893589" y="2568535"/>
                  </a:lnTo>
                  <a:lnTo>
                    <a:pt x="2893806" y="2567911"/>
                  </a:lnTo>
                  <a:lnTo>
                    <a:pt x="2894023" y="2567911"/>
                  </a:lnTo>
                  <a:lnTo>
                    <a:pt x="2894131" y="2567911"/>
                  </a:lnTo>
                  <a:lnTo>
                    <a:pt x="2894673" y="2565417"/>
                  </a:lnTo>
                  <a:lnTo>
                    <a:pt x="2894782" y="2565417"/>
                  </a:lnTo>
                  <a:lnTo>
                    <a:pt x="2894890" y="2565417"/>
                  </a:lnTo>
                  <a:lnTo>
                    <a:pt x="2895107" y="2565417"/>
                  </a:lnTo>
                  <a:lnTo>
                    <a:pt x="2895216" y="2565417"/>
                  </a:lnTo>
                  <a:lnTo>
                    <a:pt x="2895432" y="2565417"/>
                  </a:lnTo>
                  <a:lnTo>
                    <a:pt x="2895541" y="2565417"/>
                  </a:lnTo>
                  <a:lnTo>
                    <a:pt x="2895649" y="2565417"/>
                  </a:lnTo>
                  <a:lnTo>
                    <a:pt x="2895758" y="2564794"/>
                  </a:lnTo>
                  <a:lnTo>
                    <a:pt x="2895866" y="2564794"/>
                  </a:lnTo>
                  <a:lnTo>
                    <a:pt x="2895975" y="2564794"/>
                  </a:lnTo>
                  <a:lnTo>
                    <a:pt x="2896300" y="2564794"/>
                  </a:lnTo>
                  <a:lnTo>
                    <a:pt x="2896517" y="2564794"/>
                  </a:lnTo>
                  <a:lnTo>
                    <a:pt x="2896625" y="2564794"/>
                  </a:lnTo>
                  <a:lnTo>
                    <a:pt x="2896842" y="2564794"/>
                  </a:lnTo>
                  <a:lnTo>
                    <a:pt x="2896951" y="2564794"/>
                  </a:lnTo>
                  <a:lnTo>
                    <a:pt x="2897818" y="2564170"/>
                  </a:lnTo>
                  <a:lnTo>
                    <a:pt x="2898035" y="2564170"/>
                  </a:lnTo>
                  <a:lnTo>
                    <a:pt x="2898469" y="2564170"/>
                  </a:lnTo>
                  <a:lnTo>
                    <a:pt x="2898686" y="2563546"/>
                  </a:lnTo>
                  <a:lnTo>
                    <a:pt x="2898794" y="2563546"/>
                  </a:lnTo>
                  <a:lnTo>
                    <a:pt x="2898903" y="2563546"/>
                  </a:lnTo>
                  <a:lnTo>
                    <a:pt x="2899011" y="2562923"/>
                  </a:lnTo>
                  <a:lnTo>
                    <a:pt x="2899120" y="2562923"/>
                  </a:lnTo>
                  <a:lnTo>
                    <a:pt x="2899445" y="2562299"/>
                  </a:lnTo>
                  <a:lnTo>
                    <a:pt x="2899879" y="2561052"/>
                  </a:lnTo>
                  <a:lnTo>
                    <a:pt x="2899987" y="2561052"/>
                  </a:lnTo>
                  <a:lnTo>
                    <a:pt x="2900096" y="2561052"/>
                  </a:lnTo>
                  <a:lnTo>
                    <a:pt x="2900313" y="2560429"/>
                  </a:lnTo>
                  <a:lnTo>
                    <a:pt x="2900421" y="2560429"/>
                  </a:lnTo>
                  <a:lnTo>
                    <a:pt x="2900746" y="2559805"/>
                  </a:lnTo>
                  <a:lnTo>
                    <a:pt x="2900746" y="2559181"/>
                  </a:lnTo>
                  <a:lnTo>
                    <a:pt x="2900963" y="2559181"/>
                  </a:lnTo>
                  <a:lnTo>
                    <a:pt x="2901072" y="2559181"/>
                  </a:lnTo>
                  <a:lnTo>
                    <a:pt x="2901614" y="2558558"/>
                  </a:lnTo>
                  <a:lnTo>
                    <a:pt x="2901722" y="2558558"/>
                  </a:lnTo>
                  <a:lnTo>
                    <a:pt x="2901722" y="2557934"/>
                  </a:lnTo>
                  <a:lnTo>
                    <a:pt x="2901939" y="2557934"/>
                  </a:lnTo>
                  <a:lnTo>
                    <a:pt x="2902265" y="2557934"/>
                  </a:lnTo>
                  <a:lnTo>
                    <a:pt x="2902373" y="2557934"/>
                  </a:lnTo>
                  <a:lnTo>
                    <a:pt x="2902482" y="2557934"/>
                  </a:lnTo>
                  <a:lnTo>
                    <a:pt x="2902807" y="2557934"/>
                  </a:lnTo>
                  <a:lnTo>
                    <a:pt x="2903132" y="2557311"/>
                  </a:lnTo>
                  <a:lnTo>
                    <a:pt x="2903241" y="2557311"/>
                  </a:lnTo>
                  <a:lnTo>
                    <a:pt x="2903674" y="2556687"/>
                  </a:lnTo>
                  <a:lnTo>
                    <a:pt x="2904000" y="2556687"/>
                  </a:lnTo>
                  <a:lnTo>
                    <a:pt x="2904325" y="2556063"/>
                  </a:lnTo>
                  <a:lnTo>
                    <a:pt x="2904434" y="2556063"/>
                  </a:lnTo>
                  <a:lnTo>
                    <a:pt x="2904542" y="2556063"/>
                  </a:lnTo>
                  <a:lnTo>
                    <a:pt x="2904759" y="2556063"/>
                  </a:lnTo>
                  <a:lnTo>
                    <a:pt x="2904867" y="2556063"/>
                  </a:lnTo>
                  <a:lnTo>
                    <a:pt x="2905193" y="2555440"/>
                  </a:lnTo>
                  <a:lnTo>
                    <a:pt x="2905301" y="2555440"/>
                  </a:lnTo>
                  <a:lnTo>
                    <a:pt x="2906386" y="2554816"/>
                  </a:lnTo>
                  <a:lnTo>
                    <a:pt x="2906603" y="2554193"/>
                  </a:lnTo>
                  <a:lnTo>
                    <a:pt x="2906711" y="2554193"/>
                  </a:lnTo>
                  <a:lnTo>
                    <a:pt x="2906819" y="2553569"/>
                  </a:lnTo>
                  <a:lnTo>
                    <a:pt x="2906928" y="2553569"/>
                  </a:lnTo>
                  <a:lnTo>
                    <a:pt x="2907253" y="2553569"/>
                  </a:lnTo>
                  <a:lnTo>
                    <a:pt x="2907362" y="2553569"/>
                  </a:lnTo>
                  <a:lnTo>
                    <a:pt x="2907470" y="2552322"/>
                  </a:lnTo>
                  <a:lnTo>
                    <a:pt x="2907579" y="2552322"/>
                  </a:lnTo>
                  <a:lnTo>
                    <a:pt x="2907579" y="2551698"/>
                  </a:lnTo>
                  <a:lnTo>
                    <a:pt x="2908121" y="2550451"/>
                  </a:lnTo>
                  <a:lnTo>
                    <a:pt x="2908229" y="2550451"/>
                  </a:lnTo>
                  <a:lnTo>
                    <a:pt x="2908338" y="2550451"/>
                  </a:lnTo>
                  <a:lnTo>
                    <a:pt x="2908663" y="2550451"/>
                  </a:lnTo>
                  <a:lnTo>
                    <a:pt x="2908988" y="2550451"/>
                  </a:lnTo>
                  <a:lnTo>
                    <a:pt x="2909097" y="2550451"/>
                  </a:lnTo>
                  <a:lnTo>
                    <a:pt x="2909639" y="2549828"/>
                  </a:lnTo>
                  <a:lnTo>
                    <a:pt x="2909964" y="2549204"/>
                  </a:lnTo>
                  <a:lnTo>
                    <a:pt x="2910290" y="2549204"/>
                  </a:lnTo>
                  <a:lnTo>
                    <a:pt x="2910398" y="2548580"/>
                  </a:lnTo>
                  <a:lnTo>
                    <a:pt x="2910615" y="2548580"/>
                  </a:lnTo>
                  <a:lnTo>
                    <a:pt x="2910724" y="2548580"/>
                  </a:lnTo>
                  <a:lnTo>
                    <a:pt x="2911049" y="2548580"/>
                  </a:lnTo>
                  <a:lnTo>
                    <a:pt x="2911049" y="2547957"/>
                  </a:lnTo>
                  <a:lnTo>
                    <a:pt x="2911374" y="2547957"/>
                  </a:lnTo>
                  <a:lnTo>
                    <a:pt x="2911374" y="2546710"/>
                  </a:lnTo>
                  <a:lnTo>
                    <a:pt x="2911591" y="2546710"/>
                  </a:lnTo>
                  <a:lnTo>
                    <a:pt x="2911591" y="2546086"/>
                  </a:lnTo>
                  <a:lnTo>
                    <a:pt x="2912025" y="2546086"/>
                  </a:lnTo>
                  <a:lnTo>
                    <a:pt x="2912133" y="2546086"/>
                  </a:lnTo>
                  <a:lnTo>
                    <a:pt x="2912350" y="2546086"/>
                  </a:lnTo>
                  <a:lnTo>
                    <a:pt x="2912350" y="2545463"/>
                  </a:lnTo>
                  <a:lnTo>
                    <a:pt x="2912567" y="2544215"/>
                  </a:lnTo>
                  <a:lnTo>
                    <a:pt x="2912676" y="2544215"/>
                  </a:lnTo>
                  <a:lnTo>
                    <a:pt x="2912892" y="2544215"/>
                  </a:lnTo>
                  <a:lnTo>
                    <a:pt x="2913001" y="2544215"/>
                  </a:lnTo>
                  <a:lnTo>
                    <a:pt x="2913218" y="2544215"/>
                  </a:lnTo>
                  <a:lnTo>
                    <a:pt x="2913218" y="2543592"/>
                  </a:lnTo>
                  <a:lnTo>
                    <a:pt x="2913326" y="2543592"/>
                  </a:lnTo>
                  <a:lnTo>
                    <a:pt x="2913326" y="2542968"/>
                  </a:lnTo>
                  <a:lnTo>
                    <a:pt x="2913869" y="2541097"/>
                  </a:lnTo>
                  <a:lnTo>
                    <a:pt x="2914411" y="2541097"/>
                  </a:lnTo>
                  <a:lnTo>
                    <a:pt x="2914628" y="2541097"/>
                  </a:lnTo>
                  <a:lnTo>
                    <a:pt x="2915170" y="2541097"/>
                  </a:lnTo>
                  <a:lnTo>
                    <a:pt x="2915387" y="2540474"/>
                  </a:lnTo>
                  <a:lnTo>
                    <a:pt x="2915712" y="2540474"/>
                  </a:lnTo>
                  <a:lnTo>
                    <a:pt x="2915712" y="2539850"/>
                  </a:lnTo>
                  <a:lnTo>
                    <a:pt x="2916037" y="2539850"/>
                  </a:lnTo>
                  <a:lnTo>
                    <a:pt x="2916254" y="2539850"/>
                  </a:lnTo>
                  <a:lnTo>
                    <a:pt x="2916580" y="2538603"/>
                  </a:lnTo>
                  <a:lnTo>
                    <a:pt x="2916688" y="2538603"/>
                  </a:lnTo>
                  <a:lnTo>
                    <a:pt x="2916797" y="2538603"/>
                  </a:lnTo>
                  <a:lnTo>
                    <a:pt x="2917230" y="2537980"/>
                  </a:lnTo>
                  <a:lnTo>
                    <a:pt x="2917339" y="2537356"/>
                  </a:lnTo>
                  <a:lnTo>
                    <a:pt x="2917556" y="2536732"/>
                  </a:lnTo>
                  <a:lnTo>
                    <a:pt x="2917664" y="2536732"/>
                  </a:lnTo>
                  <a:lnTo>
                    <a:pt x="2917881" y="2536732"/>
                  </a:lnTo>
                  <a:lnTo>
                    <a:pt x="2918098" y="2535485"/>
                  </a:lnTo>
                  <a:lnTo>
                    <a:pt x="2918206" y="2535485"/>
                  </a:lnTo>
                  <a:lnTo>
                    <a:pt x="2918532" y="2535485"/>
                  </a:lnTo>
                  <a:lnTo>
                    <a:pt x="2918640" y="2535485"/>
                  </a:lnTo>
                  <a:lnTo>
                    <a:pt x="2919074" y="2533614"/>
                  </a:lnTo>
                  <a:lnTo>
                    <a:pt x="2919074" y="2532991"/>
                  </a:lnTo>
                  <a:lnTo>
                    <a:pt x="2919182" y="2532991"/>
                  </a:lnTo>
                  <a:lnTo>
                    <a:pt x="2919616" y="2532991"/>
                  </a:lnTo>
                  <a:lnTo>
                    <a:pt x="2919725" y="2532367"/>
                  </a:lnTo>
                  <a:lnTo>
                    <a:pt x="2919725" y="2531120"/>
                  </a:lnTo>
                  <a:lnTo>
                    <a:pt x="2920050" y="2531120"/>
                  </a:lnTo>
                  <a:lnTo>
                    <a:pt x="2920158" y="2531120"/>
                  </a:lnTo>
                  <a:lnTo>
                    <a:pt x="2920484" y="2531120"/>
                  </a:lnTo>
                  <a:lnTo>
                    <a:pt x="2920592" y="2531120"/>
                  </a:lnTo>
                  <a:lnTo>
                    <a:pt x="2920592" y="2530497"/>
                  </a:lnTo>
                  <a:lnTo>
                    <a:pt x="2920701" y="2530497"/>
                  </a:lnTo>
                  <a:lnTo>
                    <a:pt x="2921026" y="2529873"/>
                  </a:lnTo>
                  <a:lnTo>
                    <a:pt x="2921134" y="2529873"/>
                  </a:lnTo>
                  <a:lnTo>
                    <a:pt x="2921243" y="2529873"/>
                  </a:lnTo>
                  <a:lnTo>
                    <a:pt x="2921460" y="2529873"/>
                  </a:lnTo>
                  <a:lnTo>
                    <a:pt x="2921568" y="2529873"/>
                  </a:lnTo>
                  <a:lnTo>
                    <a:pt x="2921785" y="2529873"/>
                  </a:lnTo>
                  <a:lnTo>
                    <a:pt x="2922219" y="2529873"/>
                  </a:lnTo>
                  <a:lnTo>
                    <a:pt x="2922327" y="2529873"/>
                  </a:lnTo>
                  <a:lnTo>
                    <a:pt x="2922761" y="2529873"/>
                  </a:lnTo>
                  <a:lnTo>
                    <a:pt x="2922870" y="2529249"/>
                  </a:lnTo>
                  <a:lnTo>
                    <a:pt x="2922978" y="2529249"/>
                  </a:lnTo>
                  <a:lnTo>
                    <a:pt x="2923087" y="2529249"/>
                  </a:lnTo>
                  <a:lnTo>
                    <a:pt x="2924605" y="2526755"/>
                  </a:lnTo>
                  <a:lnTo>
                    <a:pt x="2924930" y="2526755"/>
                  </a:lnTo>
                  <a:lnTo>
                    <a:pt x="2925147" y="2526755"/>
                  </a:lnTo>
                  <a:lnTo>
                    <a:pt x="2925364" y="2526755"/>
                  </a:lnTo>
                  <a:lnTo>
                    <a:pt x="2925581" y="2526755"/>
                  </a:lnTo>
                  <a:lnTo>
                    <a:pt x="2925906" y="2526755"/>
                  </a:lnTo>
                  <a:lnTo>
                    <a:pt x="2926015" y="2526755"/>
                  </a:lnTo>
                  <a:lnTo>
                    <a:pt x="2926123" y="2526755"/>
                  </a:lnTo>
                  <a:lnTo>
                    <a:pt x="2926231" y="2526755"/>
                  </a:lnTo>
                  <a:lnTo>
                    <a:pt x="2926557" y="2526755"/>
                  </a:lnTo>
                  <a:lnTo>
                    <a:pt x="2927208" y="2526755"/>
                  </a:lnTo>
                  <a:lnTo>
                    <a:pt x="2927750" y="2526755"/>
                  </a:lnTo>
                  <a:lnTo>
                    <a:pt x="2927858" y="2526131"/>
                  </a:lnTo>
                  <a:lnTo>
                    <a:pt x="2928184" y="2526131"/>
                  </a:lnTo>
                  <a:lnTo>
                    <a:pt x="2928400" y="2526131"/>
                  </a:lnTo>
                  <a:lnTo>
                    <a:pt x="2928509" y="2526131"/>
                  </a:lnTo>
                  <a:lnTo>
                    <a:pt x="2928726" y="2526131"/>
                  </a:lnTo>
                  <a:lnTo>
                    <a:pt x="2928834" y="2526131"/>
                  </a:lnTo>
                  <a:lnTo>
                    <a:pt x="2928943" y="2526131"/>
                  </a:lnTo>
                  <a:lnTo>
                    <a:pt x="2929051" y="2526131"/>
                  </a:lnTo>
                  <a:lnTo>
                    <a:pt x="2929051" y="2525508"/>
                  </a:lnTo>
                  <a:lnTo>
                    <a:pt x="2929268" y="2525508"/>
                  </a:lnTo>
                  <a:lnTo>
                    <a:pt x="2929268" y="2524884"/>
                  </a:lnTo>
                  <a:lnTo>
                    <a:pt x="2929485" y="2524884"/>
                  </a:lnTo>
                  <a:lnTo>
                    <a:pt x="2929810" y="2524884"/>
                  </a:lnTo>
                  <a:lnTo>
                    <a:pt x="2929919" y="2524261"/>
                  </a:lnTo>
                  <a:lnTo>
                    <a:pt x="2930027" y="2524261"/>
                  </a:lnTo>
                  <a:lnTo>
                    <a:pt x="2930244" y="2523637"/>
                  </a:lnTo>
                  <a:lnTo>
                    <a:pt x="2930352" y="2523014"/>
                  </a:lnTo>
                  <a:lnTo>
                    <a:pt x="2930461" y="2523014"/>
                  </a:lnTo>
                  <a:lnTo>
                    <a:pt x="2930569" y="2523014"/>
                  </a:lnTo>
                  <a:lnTo>
                    <a:pt x="2931112" y="2522390"/>
                  </a:lnTo>
                  <a:lnTo>
                    <a:pt x="2931220" y="2522390"/>
                  </a:lnTo>
                  <a:lnTo>
                    <a:pt x="2931329" y="2522390"/>
                  </a:lnTo>
                  <a:lnTo>
                    <a:pt x="2931545" y="2521766"/>
                  </a:lnTo>
                  <a:lnTo>
                    <a:pt x="2931979" y="2521766"/>
                  </a:lnTo>
                  <a:lnTo>
                    <a:pt x="2932196" y="2521766"/>
                  </a:lnTo>
                  <a:lnTo>
                    <a:pt x="2932630" y="2521766"/>
                  </a:lnTo>
                  <a:lnTo>
                    <a:pt x="2933172" y="2521143"/>
                  </a:lnTo>
                  <a:lnTo>
                    <a:pt x="2933281" y="2521143"/>
                  </a:lnTo>
                  <a:lnTo>
                    <a:pt x="2933497" y="2521143"/>
                  </a:lnTo>
                  <a:lnTo>
                    <a:pt x="2933823" y="2521143"/>
                  </a:lnTo>
                  <a:lnTo>
                    <a:pt x="2933931" y="2521143"/>
                  </a:lnTo>
                  <a:lnTo>
                    <a:pt x="2934148" y="2521143"/>
                  </a:lnTo>
                  <a:lnTo>
                    <a:pt x="2934365" y="2521143"/>
                  </a:lnTo>
                  <a:lnTo>
                    <a:pt x="2934473" y="2519272"/>
                  </a:lnTo>
                  <a:lnTo>
                    <a:pt x="2934582" y="2519272"/>
                  </a:lnTo>
                  <a:lnTo>
                    <a:pt x="2935124" y="2519272"/>
                  </a:lnTo>
                  <a:lnTo>
                    <a:pt x="2935233" y="2518648"/>
                  </a:lnTo>
                  <a:lnTo>
                    <a:pt x="2935450" y="2518648"/>
                  </a:lnTo>
                  <a:lnTo>
                    <a:pt x="2935450" y="2518025"/>
                  </a:lnTo>
                  <a:lnTo>
                    <a:pt x="2935775" y="2516778"/>
                  </a:lnTo>
                  <a:lnTo>
                    <a:pt x="2935992" y="2516778"/>
                  </a:lnTo>
                  <a:lnTo>
                    <a:pt x="2936642" y="2516154"/>
                  </a:lnTo>
                  <a:lnTo>
                    <a:pt x="2936751" y="2516154"/>
                  </a:lnTo>
                  <a:lnTo>
                    <a:pt x="2936968" y="2515531"/>
                  </a:lnTo>
                  <a:lnTo>
                    <a:pt x="2937076" y="2515531"/>
                  </a:lnTo>
                  <a:lnTo>
                    <a:pt x="2938052" y="2515531"/>
                  </a:lnTo>
                  <a:lnTo>
                    <a:pt x="2938378" y="2515531"/>
                  </a:lnTo>
                  <a:lnTo>
                    <a:pt x="2938920" y="2515531"/>
                  </a:lnTo>
                  <a:lnTo>
                    <a:pt x="2939028" y="2515531"/>
                  </a:lnTo>
                  <a:lnTo>
                    <a:pt x="2939245" y="2515531"/>
                  </a:lnTo>
                  <a:lnTo>
                    <a:pt x="2939354" y="2515531"/>
                  </a:lnTo>
                  <a:lnTo>
                    <a:pt x="2939570" y="2514907"/>
                  </a:lnTo>
                  <a:lnTo>
                    <a:pt x="2939787" y="2514907"/>
                  </a:lnTo>
                  <a:lnTo>
                    <a:pt x="2939896" y="2514907"/>
                  </a:lnTo>
                  <a:lnTo>
                    <a:pt x="2940004" y="2514907"/>
                  </a:lnTo>
                  <a:lnTo>
                    <a:pt x="2940221" y="2514907"/>
                  </a:lnTo>
                  <a:lnTo>
                    <a:pt x="2940330" y="2514907"/>
                  </a:lnTo>
                  <a:lnTo>
                    <a:pt x="2940763" y="2514907"/>
                  </a:lnTo>
                  <a:lnTo>
                    <a:pt x="2941089" y="2514907"/>
                  </a:lnTo>
                  <a:lnTo>
                    <a:pt x="2941197" y="2514907"/>
                  </a:lnTo>
                  <a:lnTo>
                    <a:pt x="2942065" y="2514907"/>
                  </a:lnTo>
                  <a:lnTo>
                    <a:pt x="2942282" y="2514907"/>
                  </a:lnTo>
                  <a:lnTo>
                    <a:pt x="2942390" y="2514907"/>
                  </a:lnTo>
                  <a:lnTo>
                    <a:pt x="2942607" y="2514907"/>
                  </a:lnTo>
                  <a:lnTo>
                    <a:pt x="2942715" y="2514283"/>
                  </a:lnTo>
                  <a:lnTo>
                    <a:pt x="2942824" y="2514283"/>
                  </a:lnTo>
                  <a:lnTo>
                    <a:pt x="2943149" y="2513660"/>
                  </a:lnTo>
                  <a:lnTo>
                    <a:pt x="2943258" y="2513660"/>
                  </a:lnTo>
                  <a:lnTo>
                    <a:pt x="2944342" y="2512413"/>
                  </a:lnTo>
                  <a:lnTo>
                    <a:pt x="2944342" y="2511789"/>
                  </a:lnTo>
                  <a:lnTo>
                    <a:pt x="2944559" y="2511789"/>
                  </a:lnTo>
                  <a:lnTo>
                    <a:pt x="2944559" y="2510542"/>
                  </a:lnTo>
                  <a:lnTo>
                    <a:pt x="2944668" y="2509918"/>
                  </a:lnTo>
                  <a:lnTo>
                    <a:pt x="2944993" y="2509918"/>
                  </a:lnTo>
                  <a:lnTo>
                    <a:pt x="2945101" y="2508048"/>
                  </a:lnTo>
                  <a:lnTo>
                    <a:pt x="2945535" y="2508048"/>
                  </a:lnTo>
                  <a:lnTo>
                    <a:pt x="2945752" y="2507424"/>
                  </a:lnTo>
                  <a:lnTo>
                    <a:pt x="2945860" y="2507424"/>
                  </a:lnTo>
                  <a:lnTo>
                    <a:pt x="2946077" y="2506177"/>
                  </a:lnTo>
                  <a:lnTo>
                    <a:pt x="2946294" y="2506177"/>
                  </a:lnTo>
                  <a:lnTo>
                    <a:pt x="2946403" y="2506177"/>
                  </a:lnTo>
                  <a:lnTo>
                    <a:pt x="2946728" y="2506177"/>
                  </a:lnTo>
                  <a:lnTo>
                    <a:pt x="2947053" y="2504930"/>
                  </a:lnTo>
                  <a:lnTo>
                    <a:pt x="2947487" y="2504306"/>
                  </a:lnTo>
                  <a:lnTo>
                    <a:pt x="2947921" y="2504306"/>
                  </a:lnTo>
                  <a:lnTo>
                    <a:pt x="2947921" y="2503683"/>
                  </a:lnTo>
                  <a:lnTo>
                    <a:pt x="2948029" y="2503683"/>
                  </a:lnTo>
                  <a:lnTo>
                    <a:pt x="2948355" y="2503683"/>
                  </a:lnTo>
                  <a:lnTo>
                    <a:pt x="2948572" y="2503059"/>
                  </a:lnTo>
                  <a:lnTo>
                    <a:pt x="2948680" y="2503059"/>
                  </a:lnTo>
                  <a:lnTo>
                    <a:pt x="2948789" y="2503059"/>
                  </a:lnTo>
                  <a:lnTo>
                    <a:pt x="2948897" y="2503059"/>
                  </a:lnTo>
                  <a:lnTo>
                    <a:pt x="2949222" y="2503059"/>
                  </a:lnTo>
                  <a:lnTo>
                    <a:pt x="2949222" y="2502435"/>
                  </a:lnTo>
                  <a:lnTo>
                    <a:pt x="2949331" y="2502435"/>
                  </a:lnTo>
                  <a:lnTo>
                    <a:pt x="2950198" y="2502435"/>
                  </a:lnTo>
                  <a:lnTo>
                    <a:pt x="2950307" y="2501812"/>
                  </a:lnTo>
                  <a:lnTo>
                    <a:pt x="2950632" y="2501812"/>
                  </a:lnTo>
                  <a:lnTo>
                    <a:pt x="2950741" y="2501812"/>
                  </a:lnTo>
                  <a:lnTo>
                    <a:pt x="2951174" y="2501188"/>
                  </a:lnTo>
                  <a:lnTo>
                    <a:pt x="2951283" y="2501188"/>
                  </a:lnTo>
                  <a:lnTo>
                    <a:pt x="2951391" y="2501188"/>
                  </a:lnTo>
                  <a:lnTo>
                    <a:pt x="2951391" y="2500565"/>
                  </a:lnTo>
                  <a:lnTo>
                    <a:pt x="2951608" y="2500565"/>
                  </a:lnTo>
                  <a:lnTo>
                    <a:pt x="2951933" y="2500565"/>
                  </a:lnTo>
                  <a:lnTo>
                    <a:pt x="2953126" y="2499941"/>
                  </a:lnTo>
                  <a:lnTo>
                    <a:pt x="2953560" y="2499941"/>
                  </a:lnTo>
                  <a:lnTo>
                    <a:pt x="2954102" y="2499317"/>
                  </a:lnTo>
                  <a:lnTo>
                    <a:pt x="2954211" y="2499317"/>
                  </a:lnTo>
                  <a:lnTo>
                    <a:pt x="2954428" y="2499317"/>
                  </a:lnTo>
                  <a:lnTo>
                    <a:pt x="2954753" y="2499317"/>
                  </a:lnTo>
                  <a:lnTo>
                    <a:pt x="2955187" y="2498070"/>
                  </a:lnTo>
                  <a:lnTo>
                    <a:pt x="2955621" y="2498070"/>
                  </a:lnTo>
                  <a:lnTo>
                    <a:pt x="2956054" y="2497447"/>
                  </a:lnTo>
                  <a:lnTo>
                    <a:pt x="2956163" y="2497447"/>
                  </a:lnTo>
                  <a:lnTo>
                    <a:pt x="2956271" y="2497447"/>
                  </a:lnTo>
                  <a:lnTo>
                    <a:pt x="2956380" y="2497447"/>
                  </a:lnTo>
                  <a:lnTo>
                    <a:pt x="2957247" y="2495576"/>
                  </a:lnTo>
                  <a:lnTo>
                    <a:pt x="2957356" y="2495576"/>
                  </a:lnTo>
                  <a:lnTo>
                    <a:pt x="2957573" y="2495576"/>
                  </a:lnTo>
                  <a:lnTo>
                    <a:pt x="2957681" y="2495576"/>
                  </a:lnTo>
                  <a:lnTo>
                    <a:pt x="2958115" y="2495576"/>
                  </a:lnTo>
                  <a:lnTo>
                    <a:pt x="2958657" y="2495576"/>
                  </a:lnTo>
                  <a:lnTo>
                    <a:pt x="2958766" y="2495576"/>
                  </a:lnTo>
                  <a:lnTo>
                    <a:pt x="2959091" y="2494952"/>
                  </a:lnTo>
                  <a:lnTo>
                    <a:pt x="2959308" y="2494952"/>
                  </a:lnTo>
                  <a:lnTo>
                    <a:pt x="2959416" y="2494952"/>
                  </a:lnTo>
                  <a:lnTo>
                    <a:pt x="2959525" y="2494952"/>
                  </a:lnTo>
                  <a:lnTo>
                    <a:pt x="2959525" y="2494329"/>
                  </a:lnTo>
                  <a:lnTo>
                    <a:pt x="2959633" y="2494329"/>
                  </a:lnTo>
                  <a:lnTo>
                    <a:pt x="2959742" y="2493082"/>
                  </a:lnTo>
                  <a:lnTo>
                    <a:pt x="2960609" y="2492458"/>
                  </a:lnTo>
                  <a:lnTo>
                    <a:pt x="2960718" y="2492458"/>
                  </a:lnTo>
                  <a:lnTo>
                    <a:pt x="2961043" y="2492458"/>
                  </a:lnTo>
                  <a:lnTo>
                    <a:pt x="2961151" y="2492458"/>
                  </a:lnTo>
                  <a:lnTo>
                    <a:pt x="2961585" y="2492458"/>
                  </a:lnTo>
                  <a:lnTo>
                    <a:pt x="2961802" y="2492458"/>
                  </a:lnTo>
                  <a:lnTo>
                    <a:pt x="2962019" y="2492458"/>
                  </a:lnTo>
                  <a:lnTo>
                    <a:pt x="2962128" y="2492458"/>
                  </a:lnTo>
                  <a:lnTo>
                    <a:pt x="2962236" y="2492458"/>
                  </a:lnTo>
                  <a:lnTo>
                    <a:pt x="2962453" y="2492458"/>
                  </a:lnTo>
                  <a:lnTo>
                    <a:pt x="2963212" y="2492458"/>
                  </a:lnTo>
                  <a:lnTo>
                    <a:pt x="2963320" y="2492458"/>
                  </a:lnTo>
                  <a:lnTo>
                    <a:pt x="2963429" y="2492458"/>
                  </a:lnTo>
                  <a:lnTo>
                    <a:pt x="2963754" y="2492458"/>
                  </a:lnTo>
                  <a:lnTo>
                    <a:pt x="2964296" y="2491211"/>
                  </a:lnTo>
                  <a:lnTo>
                    <a:pt x="2964513" y="2490587"/>
                  </a:lnTo>
                  <a:lnTo>
                    <a:pt x="2964622" y="2490587"/>
                  </a:lnTo>
                  <a:lnTo>
                    <a:pt x="2964839" y="2489964"/>
                  </a:lnTo>
                  <a:lnTo>
                    <a:pt x="2965056" y="2489964"/>
                  </a:lnTo>
                  <a:lnTo>
                    <a:pt x="2965381" y="2489340"/>
                  </a:lnTo>
                  <a:lnTo>
                    <a:pt x="2965598" y="2489340"/>
                  </a:lnTo>
                  <a:lnTo>
                    <a:pt x="2965815" y="2489340"/>
                  </a:lnTo>
                  <a:lnTo>
                    <a:pt x="2966032" y="2489340"/>
                  </a:lnTo>
                  <a:lnTo>
                    <a:pt x="2966140" y="2489340"/>
                  </a:lnTo>
                  <a:lnTo>
                    <a:pt x="2966249" y="2489340"/>
                  </a:lnTo>
                  <a:lnTo>
                    <a:pt x="2966357" y="2489340"/>
                  </a:lnTo>
                  <a:lnTo>
                    <a:pt x="2966682" y="2488717"/>
                  </a:lnTo>
                  <a:lnTo>
                    <a:pt x="2967116" y="2488093"/>
                  </a:lnTo>
                  <a:lnTo>
                    <a:pt x="2967116" y="2487469"/>
                  </a:lnTo>
                  <a:lnTo>
                    <a:pt x="2967225" y="2487469"/>
                  </a:lnTo>
                  <a:lnTo>
                    <a:pt x="2967658" y="2486222"/>
                  </a:lnTo>
                  <a:lnTo>
                    <a:pt x="2967875" y="2484975"/>
                  </a:lnTo>
                  <a:lnTo>
                    <a:pt x="2968201" y="2484975"/>
                  </a:lnTo>
                  <a:lnTo>
                    <a:pt x="2968960" y="2484975"/>
                  </a:lnTo>
                  <a:lnTo>
                    <a:pt x="2969393" y="2484975"/>
                  </a:lnTo>
                  <a:lnTo>
                    <a:pt x="2969610" y="2484975"/>
                  </a:lnTo>
                  <a:lnTo>
                    <a:pt x="2969719" y="2484975"/>
                  </a:lnTo>
                  <a:lnTo>
                    <a:pt x="2969827" y="2484975"/>
                  </a:lnTo>
                  <a:lnTo>
                    <a:pt x="2970153" y="2484975"/>
                  </a:lnTo>
                  <a:lnTo>
                    <a:pt x="2970261" y="2484975"/>
                  </a:lnTo>
                  <a:lnTo>
                    <a:pt x="2970370" y="2484975"/>
                  </a:lnTo>
                  <a:lnTo>
                    <a:pt x="2970912" y="2484975"/>
                  </a:lnTo>
                  <a:lnTo>
                    <a:pt x="2971020" y="2484975"/>
                  </a:lnTo>
                  <a:lnTo>
                    <a:pt x="2971129" y="2484975"/>
                  </a:lnTo>
                  <a:lnTo>
                    <a:pt x="2971237" y="2483728"/>
                  </a:lnTo>
                  <a:lnTo>
                    <a:pt x="2972213" y="2483728"/>
                  </a:lnTo>
                  <a:lnTo>
                    <a:pt x="2972755" y="2483728"/>
                  </a:lnTo>
                  <a:lnTo>
                    <a:pt x="2972864" y="2483728"/>
                  </a:lnTo>
                  <a:lnTo>
                    <a:pt x="2972972" y="2483104"/>
                  </a:lnTo>
                  <a:lnTo>
                    <a:pt x="2973081" y="2483104"/>
                  </a:lnTo>
                  <a:lnTo>
                    <a:pt x="2973406" y="2483104"/>
                  </a:lnTo>
                  <a:lnTo>
                    <a:pt x="2973514" y="2483104"/>
                  </a:lnTo>
                  <a:lnTo>
                    <a:pt x="2973623" y="2483104"/>
                  </a:lnTo>
                  <a:lnTo>
                    <a:pt x="2973731" y="2483104"/>
                  </a:lnTo>
                  <a:lnTo>
                    <a:pt x="2973948" y="2483104"/>
                  </a:lnTo>
                  <a:lnTo>
                    <a:pt x="2974599" y="2481857"/>
                  </a:lnTo>
                  <a:lnTo>
                    <a:pt x="2974707" y="2481857"/>
                  </a:lnTo>
                  <a:lnTo>
                    <a:pt x="2974816" y="2481857"/>
                  </a:lnTo>
                  <a:lnTo>
                    <a:pt x="2975033" y="2481857"/>
                  </a:lnTo>
                  <a:lnTo>
                    <a:pt x="2975141" y="2481857"/>
                  </a:lnTo>
                  <a:lnTo>
                    <a:pt x="2975467" y="2481857"/>
                  </a:lnTo>
                  <a:lnTo>
                    <a:pt x="2975683" y="2481857"/>
                  </a:lnTo>
                  <a:lnTo>
                    <a:pt x="2976009" y="2481857"/>
                  </a:lnTo>
                  <a:lnTo>
                    <a:pt x="2976117" y="2481857"/>
                  </a:lnTo>
                  <a:lnTo>
                    <a:pt x="2976443" y="2481857"/>
                  </a:lnTo>
                  <a:lnTo>
                    <a:pt x="2976768" y="2481857"/>
                  </a:lnTo>
                  <a:lnTo>
                    <a:pt x="2976876" y="2481234"/>
                  </a:lnTo>
                  <a:lnTo>
                    <a:pt x="2976985" y="2481234"/>
                  </a:lnTo>
                  <a:lnTo>
                    <a:pt x="2977310" y="2480610"/>
                  </a:lnTo>
                  <a:lnTo>
                    <a:pt x="2977310" y="2479986"/>
                  </a:lnTo>
                  <a:lnTo>
                    <a:pt x="2977419" y="2479986"/>
                  </a:lnTo>
                  <a:lnTo>
                    <a:pt x="2978720" y="2478116"/>
                  </a:lnTo>
                  <a:lnTo>
                    <a:pt x="2979262" y="2478116"/>
                  </a:lnTo>
                  <a:lnTo>
                    <a:pt x="2979371" y="2477492"/>
                  </a:lnTo>
                  <a:lnTo>
                    <a:pt x="2979696" y="2477492"/>
                  </a:lnTo>
                  <a:lnTo>
                    <a:pt x="2979913" y="2477492"/>
                  </a:lnTo>
                  <a:lnTo>
                    <a:pt x="2980238" y="2477492"/>
                  </a:lnTo>
                  <a:lnTo>
                    <a:pt x="2980347" y="2477492"/>
                  </a:lnTo>
                  <a:lnTo>
                    <a:pt x="2980455" y="2477492"/>
                  </a:lnTo>
                  <a:lnTo>
                    <a:pt x="2980672" y="2477492"/>
                  </a:lnTo>
                  <a:lnTo>
                    <a:pt x="2981106" y="2477492"/>
                  </a:lnTo>
                  <a:lnTo>
                    <a:pt x="2981323" y="2477492"/>
                  </a:lnTo>
                  <a:lnTo>
                    <a:pt x="2981323" y="2476868"/>
                  </a:lnTo>
                  <a:lnTo>
                    <a:pt x="2981540" y="2476868"/>
                  </a:lnTo>
                  <a:lnTo>
                    <a:pt x="2981648" y="2476868"/>
                  </a:lnTo>
                  <a:lnTo>
                    <a:pt x="2982082" y="2476245"/>
                  </a:lnTo>
                  <a:lnTo>
                    <a:pt x="2982407" y="2476245"/>
                  </a:lnTo>
                  <a:lnTo>
                    <a:pt x="2982516" y="2475621"/>
                  </a:lnTo>
                  <a:lnTo>
                    <a:pt x="2982733" y="2474998"/>
                  </a:lnTo>
                  <a:lnTo>
                    <a:pt x="2983166" y="2474998"/>
                  </a:lnTo>
                  <a:lnTo>
                    <a:pt x="2983383" y="2473127"/>
                  </a:lnTo>
                  <a:lnTo>
                    <a:pt x="2983600" y="2473127"/>
                  </a:lnTo>
                  <a:lnTo>
                    <a:pt x="2984359" y="2470633"/>
                  </a:lnTo>
                  <a:lnTo>
                    <a:pt x="2984468" y="2470633"/>
                  </a:lnTo>
                  <a:lnTo>
                    <a:pt x="2984793" y="2470633"/>
                  </a:lnTo>
                  <a:lnTo>
                    <a:pt x="2985335" y="2470633"/>
                  </a:lnTo>
                  <a:lnTo>
                    <a:pt x="2985552" y="2470633"/>
                  </a:lnTo>
                  <a:lnTo>
                    <a:pt x="2985661" y="2470633"/>
                  </a:lnTo>
                  <a:lnTo>
                    <a:pt x="2985769" y="2470009"/>
                  </a:lnTo>
                  <a:lnTo>
                    <a:pt x="2985877" y="2470009"/>
                  </a:lnTo>
                  <a:lnTo>
                    <a:pt x="2985986" y="2469385"/>
                  </a:lnTo>
                  <a:lnTo>
                    <a:pt x="2986311" y="2469385"/>
                  </a:lnTo>
                  <a:lnTo>
                    <a:pt x="2986528" y="2469385"/>
                  </a:lnTo>
                  <a:lnTo>
                    <a:pt x="2986637" y="2469385"/>
                  </a:lnTo>
                  <a:lnTo>
                    <a:pt x="2986962" y="2469385"/>
                  </a:lnTo>
                  <a:lnTo>
                    <a:pt x="2987070" y="2468762"/>
                  </a:lnTo>
                  <a:lnTo>
                    <a:pt x="2987396" y="2468762"/>
                  </a:lnTo>
                  <a:lnTo>
                    <a:pt x="2987721" y="2468762"/>
                  </a:lnTo>
                  <a:lnTo>
                    <a:pt x="2988046" y="2468762"/>
                  </a:lnTo>
                  <a:lnTo>
                    <a:pt x="2988480" y="2468762"/>
                  </a:lnTo>
                  <a:lnTo>
                    <a:pt x="2988589" y="2468762"/>
                  </a:lnTo>
                  <a:lnTo>
                    <a:pt x="2988806" y="2468762"/>
                  </a:lnTo>
                  <a:lnTo>
                    <a:pt x="2989131" y="2468138"/>
                  </a:lnTo>
                  <a:lnTo>
                    <a:pt x="2989348" y="2468138"/>
                  </a:lnTo>
                  <a:lnTo>
                    <a:pt x="2989565" y="2468138"/>
                  </a:lnTo>
                  <a:lnTo>
                    <a:pt x="2989890" y="2468138"/>
                  </a:lnTo>
                  <a:lnTo>
                    <a:pt x="2990432" y="2466891"/>
                  </a:lnTo>
                  <a:lnTo>
                    <a:pt x="2990649" y="2466891"/>
                  </a:lnTo>
                  <a:lnTo>
                    <a:pt x="2990758" y="2466891"/>
                  </a:lnTo>
                  <a:lnTo>
                    <a:pt x="2990866" y="2466891"/>
                  </a:lnTo>
                  <a:lnTo>
                    <a:pt x="2991083" y="2465644"/>
                  </a:lnTo>
                  <a:lnTo>
                    <a:pt x="2991191" y="2465644"/>
                  </a:lnTo>
                  <a:lnTo>
                    <a:pt x="2991408" y="2465644"/>
                  </a:lnTo>
                  <a:lnTo>
                    <a:pt x="2991517" y="2465644"/>
                  </a:lnTo>
                  <a:lnTo>
                    <a:pt x="2992167" y="2465644"/>
                  </a:lnTo>
                  <a:lnTo>
                    <a:pt x="2992276" y="2465020"/>
                  </a:lnTo>
                  <a:lnTo>
                    <a:pt x="2992384" y="2464397"/>
                  </a:lnTo>
                  <a:lnTo>
                    <a:pt x="2992601" y="2463773"/>
                  </a:lnTo>
                  <a:lnTo>
                    <a:pt x="2992818" y="2463150"/>
                  </a:lnTo>
                  <a:lnTo>
                    <a:pt x="2992927" y="2463150"/>
                  </a:lnTo>
                  <a:lnTo>
                    <a:pt x="2993252" y="2463150"/>
                  </a:lnTo>
                  <a:lnTo>
                    <a:pt x="2993360" y="2463150"/>
                  </a:lnTo>
                  <a:lnTo>
                    <a:pt x="2993360" y="2462526"/>
                  </a:lnTo>
                  <a:lnTo>
                    <a:pt x="2993469" y="2462526"/>
                  </a:lnTo>
                  <a:lnTo>
                    <a:pt x="2993686" y="2462526"/>
                  </a:lnTo>
                  <a:lnTo>
                    <a:pt x="2993794" y="2462526"/>
                  </a:lnTo>
                  <a:lnTo>
                    <a:pt x="2993903" y="2462526"/>
                  </a:lnTo>
                  <a:lnTo>
                    <a:pt x="2994336" y="2461902"/>
                  </a:lnTo>
                  <a:lnTo>
                    <a:pt x="2994445" y="2461902"/>
                  </a:lnTo>
                  <a:lnTo>
                    <a:pt x="2994445" y="2461279"/>
                  </a:lnTo>
                  <a:lnTo>
                    <a:pt x="2994987" y="2461279"/>
                  </a:lnTo>
                  <a:lnTo>
                    <a:pt x="2995855" y="2461279"/>
                  </a:lnTo>
                  <a:lnTo>
                    <a:pt x="2996180" y="2461279"/>
                  </a:lnTo>
                  <a:lnTo>
                    <a:pt x="2996505" y="2461279"/>
                  </a:lnTo>
                  <a:lnTo>
                    <a:pt x="2996831" y="2461279"/>
                  </a:lnTo>
                  <a:lnTo>
                    <a:pt x="2997048" y="2460655"/>
                  </a:lnTo>
                  <a:lnTo>
                    <a:pt x="2997698" y="2460032"/>
                  </a:lnTo>
                  <a:lnTo>
                    <a:pt x="2997807" y="2460032"/>
                  </a:lnTo>
                  <a:lnTo>
                    <a:pt x="2997915" y="2460032"/>
                  </a:lnTo>
                  <a:lnTo>
                    <a:pt x="2998132" y="2460032"/>
                  </a:lnTo>
                  <a:lnTo>
                    <a:pt x="2998240" y="2460032"/>
                  </a:lnTo>
                  <a:lnTo>
                    <a:pt x="2998457" y="2460032"/>
                  </a:lnTo>
                  <a:lnTo>
                    <a:pt x="2998566" y="2460032"/>
                  </a:lnTo>
                  <a:lnTo>
                    <a:pt x="2998674" y="2460032"/>
                  </a:lnTo>
                  <a:lnTo>
                    <a:pt x="2998891" y="2459408"/>
                  </a:lnTo>
                  <a:lnTo>
                    <a:pt x="2999216" y="2458785"/>
                  </a:lnTo>
                  <a:lnTo>
                    <a:pt x="2999433" y="2458161"/>
                  </a:lnTo>
                  <a:lnTo>
                    <a:pt x="2999976" y="2458161"/>
                  </a:lnTo>
                  <a:lnTo>
                    <a:pt x="3000193" y="2457537"/>
                  </a:lnTo>
                  <a:lnTo>
                    <a:pt x="3000518" y="2456914"/>
                  </a:lnTo>
                  <a:lnTo>
                    <a:pt x="3000735" y="2456914"/>
                  </a:lnTo>
                  <a:lnTo>
                    <a:pt x="3000843" y="2456914"/>
                  </a:lnTo>
                  <a:lnTo>
                    <a:pt x="3000952" y="2456914"/>
                  </a:lnTo>
                  <a:lnTo>
                    <a:pt x="3001385" y="2456914"/>
                  </a:lnTo>
                  <a:lnTo>
                    <a:pt x="3001819" y="2456914"/>
                  </a:lnTo>
                  <a:lnTo>
                    <a:pt x="3001928" y="2456290"/>
                  </a:lnTo>
                  <a:lnTo>
                    <a:pt x="3002036" y="2456290"/>
                  </a:lnTo>
                  <a:lnTo>
                    <a:pt x="3002253" y="2456290"/>
                  </a:lnTo>
                  <a:lnTo>
                    <a:pt x="3002361" y="2456290"/>
                  </a:lnTo>
                  <a:lnTo>
                    <a:pt x="3003446" y="2456290"/>
                  </a:lnTo>
                  <a:lnTo>
                    <a:pt x="3003554" y="2456290"/>
                  </a:lnTo>
                  <a:lnTo>
                    <a:pt x="3003663" y="2456290"/>
                  </a:lnTo>
                  <a:lnTo>
                    <a:pt x="3003880" y="2455667"/>
                  </a:lnTo>
                  <a:lnTo>
                    <a:pt x="3003988" y="2455667"/>
                  </a:lnTo>
                  <a:lnTo>
                    <a:pt x="3004314" y="2455043"/>
                  </a:lnTo>
                  <a:lnTo>
                    <a:pt x="3004964" y="2455043"/>
                  </a:lnTo>
                  <a:lnTo>
                    <a:pt x="3005290" y="2455043"/>
                  </a:lnTo>
                  <a:lnTo>
                    <a:pt x="3005615" y="2455043"/>
                  </a:lnTo>
                  <a:lnTo>
                    <a:pt x="3005615" y="2454420"/>
                  </a:lnTo>
                  <a:lnTo>
                    <a:pt x="3006374" y="2454420"/>
                  </a:lnTo>
                  <a:lnTo>
                    <a:pt x="3006482" y="2454420"/>
                  </a:lnTo>
                  <a:lnTo>
                    <a:pt x="3006916" y="2453172"/>
                  </a:lnTo>
                  <a:lnTo>
                    <a:pt x="3007242" y="2453172"/>
                  </a:lnTo>
                  <a:lnTo>
                    <a:pt x="3007350" y="2453172"/>
                  </a:lnTo>
                  <a:lnTo>
                    <a:pt x="3007458" y="2453172"/>
                  </a:lnTo>
                  <a:lnTo>
                    <a:pt x="3007675" y="2453172"/>
                  </a:lnTo>
                  <a:lnTo>
                    <a:pt x="3007784" y="2453172"/>
                  </a:lnTo>
                  <a:lnTo>
                    <a:pt x="3007892" y="2453172"/>
                  </a:lnTo>
                  <a:lnTo>
                    <a:pt x="3008001" y="2451925"/>
                  </a:lnTo>
                  <a:lnTo>
                    <a:pt x="3008109" y="2451925"/>
                  </a:lnTo>
                  <a:lnTo>
                    <a:pt x="3008326" y="2451302"/>
                  </a:lnTo>
                  <a:lnTo>
                    <a:pt x="3008434" y="2451302"/>
                  </a:lnTo>
                  <a:lnTo>
                    <a:pt x="3008868" y="2451302"/>
                  </a:lnTo>
                  <a:lnTo>
                    <a:pt x="3009194" y="2451302"/>
                  </a:lnTo>
                  <a:lnTo>
                    <a:pt x="3009519" y="2450678"/>
                  </a:lnTo>
                  <a:lnTo>
                    <a:pt x="3009627" y="2450054"/>
                  </a:lnTo>
                  <a:lnTo>
                    <a:pt x="3010387" y="2449431"/>
                  </a:lnTo>
                  <a:lnTo>
                    <a:pt x="3010495" y="2448807"/>
                  </a:lnTo>
                  <a:lnTo>
                    <a:pt x="3010820" y="2448184"/>
                  </a:lnTo>
                  <a:lnTo>
                    <a:pt x="3011037" y="2448184"/>
                  </a:lnTo>
                  <a:lnTo>
                    <a:pt x="3011254" y="2448184"/>
                  </a:lnTo>
                  <a:lnTo>
                    <a:pt x="3011363" y="2448184"/>
                  </a:lnTo>
                  <a:lnTo>
                    <a:pt x="3011579" y="2448184"/>
                  </a:lnTo>
                  <a:lnTo>
                    <a:pt x="3011688" y="2448184"/>
                  </a:lnTo>
                  <a:lnTo>
                    <a:pt x="3011796" y="2448184"/>
                  </a:lnTo>
                  <a:lnTo>
                    <a:pt x="3012013" y="2448184"/>
                  </a:lnTo>
                  <a:lnTo>
                    <a:pt x="3012230" y="2448184"/>
                  </a:lnTo>
                  <a:lnTo>
                    <a:pt x="3012555" y="2447560"/>
                  </a:lnTo>
                  <a:lnTo>
                    <a:pt x="3012664" y="2447560"/>
                  </a:lnTo>
                  <a:lnTo>
                    <a:pt x="3012989" y="2447560"/>
                  </a:lnTo>
                  <a:lnTo>
                    <a:pt x="3013098" y="2447560"/>
                  </a:lnTo>
                  <a:lnTo>
                    <a:pt x="3013206" y="2447560"/>
                  </a:lnTo>
                  <a:lnTo>
                    <a:pt x="3013640" y="2447560"/>
                  </a:lnTo>
                  <a:lnTo>
                    <a:pt x="3013748" y="2447560"/>
                  </a:lnTo>
                  <a:lnTo>
                    <a:pt x="3013857" y="2447560"/>
                  </a:lnTo>
                  <a:lnTo>
                    <a:pt x="3013965" y="2447560"/>
                  </a:lnTo>
                  <a:lnTo>
                    <a:pt x="3014182" y="2447560"/>
                  </a:lnTo>
                  <a:lnTo>
                    <a:pt x="3014182" y="2446937"/>
                  </a:lnTo>
                  <a:lnTo>
                    <a:pt x="3015484" y="2443195"/>
                  </a:lnTo>
                  <a:lnTo>
                    <a:pt x="3015592" y="2443195"/>
                  </a:lnTo>
                  <a:lnTo>
                    <a:pt x="3015700" y="2443195"/>
                  </a:lnTo>
                  <a:lnTo>
                    <a:pt x="3016243" y="2443195"/>
                  </a:lnTo>
                  <a:lnTo>
                    <a:pt x="3016351" y="2443195"/>
                  </a:lnTo>
                  <a:lnTo>
                    <a:pt x="3016460" y="2443195"/>
                  </a:lnTo>
                  <a:lnTo>
                    <a:pt x="3016785" y="2443195"/>
                  </a:lnTo>
                  <a:lnTo>
                    <a:pt x="3016893" y="2443195"/>
                  </a:lnTo>
                  <a:lnTo>
                    <a:pt x="3017002" y="2443195"/>
                  </a:lnTo>
                  <a:lnTo>
                    <a:pt x="3017110" y="2442571"/>
                  </a:lnTo>
                  <a:lnTo>
                    <a:pt x="3017219" y="2441948"/>
                  </a:lnTo>
                  <a:lnTo>
                    <a:pt x="3017436" y="2441324"/>
                  </a:lnTo>
                  <a:lnTo>
                    <a:pt x="3017653" y="2441324"/>
                  </a:lnTo>
                  <a:lnTo>
                    <a:pt x="3017761" y="2441324"/>
                  </a:lnTo>
                  <a:lnTo>
                    <a:pt x="3018629" y="2440077"/>
                  </a:lnTo>
                  <a:lnTo>
                    <a:pt x="3018737" y="2440077"/>
                  </a:lnTo>
                  <a:lnTo>
                    <a:pt x="3018954" y="2440077"/>
                  </a:lnTo>
                  <a:lnTo>
                    <a:pt x="3019713" y="2438206"/>
                  </a:lnTo>
                  <a:lnTo>
                    <a:pt x="3020038" y="2437583"/>
                  </a:lnTo>
                  <a:lnTo>
                    <a:pt x="3020038" y="2436959"/>
                  </a:lnTo>
                  <a:lnTo>
                    <a:pt x="3020364" y="2436959"/>
                  </a:lnTo>
                  <a:lnTo>
                    <a:pt x="3020472" y="2436336"/>
                  </a:lnTo>
                  <a:lnTo>
                    <a:pt x="3020797" y="2435088"/>
                  </a:lnTo>
                  <a:lnTo>
                    <a:pt x="3020797" y="2433841"/>
                  </a:lnTo>
                  <a:lnTo>
                    <a:pt x="3021123" y="2433841"/>
                  </a:lnTo>
                  <a:lnTo>
                    <a:pt x="3021231" y="2433841"/>
                  </a:lnTo>
                  <a:lnTo>
                    <a:pt x="3021231" y="2433218"/>
                  </a:lnTo>
                  <a:lnTo>
                    <a:pt x="3021557" y="2433218"/>
                  </a:lnTo>
                  <a:lnTo>
                    <a:pt x="3021665" y="2433218"/>
                  </a:lnTo>
                  <a:lnTo>
                    <a:pt x="3021990" y="2432594"/>
                  </a:lnTo>
                  <a:lnTo>
                    <a:pt x="3022316" y="2432594"/>
                  </a:lnTo>
                  <a:lnTo>
                    <a:pt x="3022424" y="2432594"/>
                  </a:lnTo>
                  <a:lnTo>
                    <a:pt x="3022424" y="2431971"/>
                  </a:lnTo>
                  <a:lnTo>
                    <a:pt x="3022533" y="2431971"/>
                  </a:lnTo>
                  <a:lnTo>
                    <a:pt x="3022641" y="2431971"/>
                  </a:lnTo>
                  <a:lnTo>
                    <a:pt x="3023075" y="2431971"/>
                  </a:lnTo>
                  <a:lnTo>
                    <a:pt x="3023292" y="2431971"/>
                  </a:lnTo>
                  <a:lnTo>
                    <a:pt x="3023942" y="2430100"/>
                  </a:lnTo>
                  <a:lnTo>
                    <a:pt x="3024159" y="2429476"/>
                  </a:lnTo>
                  <a:lnTo>
                    <a:pt x="3024485" y="2429476"/>
                  </a:lnTo>
                  <a:lnTo>
                    <a:pt x="3024593" y="2428853"/>
                  </a:lnTo>
                  <a:lnTo>
                    <a:pt x="3025135" y="2428853"/>
                  </a:lnTo>
                  <a:lnTo>
                    <a:pt x="3025244" y="2428853"/>
                  </a:lnTo>
                  <a:lnTo>
                    <a:pt x="3025569" y="2428229"/>
                  </a:lnTo>
                  <a:lnTo>
                    <a:pt x="3025678" y="2428229"/>
                  </a:lnTo>
                  <a:lnTo>
                    <a:pt x="3025786" y="2428229"/>
                  </a:lnTo>
                  <a:lnTo>
                    <a:pt x="3025895" y="2428229"/>
                  </a:lnTo>
                  <a:lnTo>
                    <a:pt x="3026220" y="2428229"/>
                  </a:lnTo>
                  <a:lnTo>
                    <a:pt x="3026328" y="2428229"/>
                  </a:lnTo>
                  <a:lnTo>
                    <a:pt x="3026545" y="2428229"/>
                  </a:lnTo>
                  <a:lnTo>
                    <a:pt x="3026762" y="2428229"/>
                  </a:lnTo>
                  <a:lnTo>
                    <a:pt x="3027413" y="2426982"/>
                  </a:lnTo>
                  <a:lnTo>
                    <a:pt x="3027521" y="2426982"/>
                  </a:lnTo>
                  <a:lnTo>
                    <a:pt x="3027738" y="2426982"/>
                  </a:lnTo>
                  <a:lnTo>
                    <a:pt x="3027847" y="2426982"/>
                  </a:lnTo>
                  <a:lnTo>
                    <a:pt x="3028714" y="2426358"/>
                  </a:lnTo>
                  <a:lnTo>
                    <a:pt x="3028714" y="2425735"/>
                  </a:lnTo>
                  <a:lnTo>
                    <a:pt x="3029365" y="2425735"/>
                  </a:lnTo>
                  <a:lnTo>
                    <a:pt x="3029690" y="2425735"/>
                  </a:lnTo>
                  <a:lnTo>
                    <a:pt x="3029907" y="2425735"/>
                  </a:lnTo>
                  <a:lnTo>
                    <a:pt x="3030449" y="2425735"/>
                  </a:lnTo>
                  <a:lnTo>
                    <a:pt x="3030666" y="2424488"/>
                  </a:lnTo>
                  <a:lnTo>
                    <a:pt x="3030883" y="2424488"/>
                  </a:lnTo>
                  <a:lnTo>
                    <a:pt x="3030992" y="2424488"/>
                  </a:lnTo>
                  <a:lnTo>
                    <a:pt x="3031425" y="2424488"/>
                  </a:lnTo>
                  <a:lnTo>
                    <a:pt x="3031534" y="2423240"/>
                  </a:lnTo>
                  <a:lnTo>
                    <a:pt x="3031534" y="2421993"/>
                  </a:lnTo>
                  <a:lnTo>
                    <a:pt x="3032076" y="2421370"/>
                  </a:lnTo>
                  <a:lnTo>
                    <a:pt x="3032184" y="2421370"/>
                  </a:lnTo>
                  <a:lnTo>
                    <a:pt x="3032401" y="2421370"/>
                  </a:lnTo>
                  <a:lnTo>
                    <a:pt x="3032401" y="2420122"/>
                  </a:lnTo>
                  <a:lnTo>
                    <a:pt x="3032944" y="2420122"/>
                  </a:lnTo>
                  <a:lnTo>
                    <a:pt x="3033052" y="2420122"/>
                  </a:lnTo>
                  <a:lnTo>
                    <a:pt x="3033160" y="2420122"/>
                  </a:lnTo>
                  <a:lnTo>
                    <a:pt x="3033486" y="2420122"/>
                  </a:lnTo>
                  <a:lnTo>
                    <a:pt x="3033920" y="2420122"/>
                  </a:lnTo>
                  <a:lnTo>
                    <a:pt x="3034028" y="2420122"/>
                  </a:lnTo>
                  <a:lnTo>
                    <a:pt x="3034136" y="2420122"/>
                  </a:lnTo>
                  <a:lnTo>
                    <a:pt x="3034245" y="2420122"/>
                  </a:lnTo>
                  <a:lnTo>
                    <a:pt x="3034462" y="2419499"/>
                  </a:lnTo>
                  <a:lnTo>
                    <a:pt x="3034570" y="2419499"/>
                  </a:lnTo>
                  <a:lnTo>
                    <a:pt x="3035113" y="2419499"/>
                  </a:lnTo>
                  <a:lnTo>
                    <a:pt x="3035329" y="2419499"/>
                  </a:lnTo>
                  <a:lnTo>
                    <a:pt x="3035438" y="2419499"/>
                  </a:lnTo>
                  <a:lnTo>
                    <a:pt x="3035546" y="2419499"/>
                  </a:lnTo>
                  <a:lnTo>
                    <a:pt x="3035872" y="2418875"/>
                  </a:lnTo>
                  <a:lnTo>
                    <a:pt x="3035980" y="2418875"/>
                  </a:lnTo>
                  <a:lnTo>
                    <a:pt x="3036089" y="2418875"/>
                  </a:lnTo>
                  <a:lnTo>
                    <a:pt x="3036414" y="2418252"/>
                  </a:lnTo>
                  <a:lnTo>
                    <a:pt x="3037065" y="2418252"/>
                  </a:lnTo>
                  <a:lnTo>
                    <a:pt x="3038257" y="2418252"/>
                  </a:lnTo>
                  <a:lnTo>
                    <a:pt x="3038257" y="2417628"/>
                  </a:lnTo>
                  <a:lnTo>
                    <a:pt x="3038366" y="2417628"/>
                  </a:lnTo>
                  <a:lnTo>
                    <a:pt x="3038366" y="2417005"/>
                  </a:lnTo>
                  <a:lnTo>
                    <a:pt x="3038474" y="2417005"/>
                  </a:lnTo>
                  <a:lnTo>
                    <a:pt x="3038691" y="2417005"/>
                  </a:lnTo>
                  <a:lnTo>
                    <a:pt x="3038800" y="2417005"/>
                  </a:lnTo>
                  <a:lnTo>
                    <a:pt x="3038908" y="2417005"/>
                  </a:lnTo>
                  <a:lnTo>
                    <a:pt x="3039017" y="2417005"/>
                  </a:lnTo>
                  <a:lnTo>
                    <a:pt x="3039125" y="2417005"/>
                  </a:lnTo>
                  <a:lnTo>
                    <a:pt x="3039234" y="2417005"/>
                  </a:lnTo>
                  <a:lnTo>
                    <a:pt x="3039342" y="2417005"/>
                  </a:lnTo>
                  <a:lnTo>
                    <a:pt x="3039667" y="2417005"/>
                  </a:lnTo>
                  <a:lnTo>
                    <a:pt x="3039776" y="2417005"/>
                  </a:lnTo>
                  <a:lnTo>
                    <a:pt x="3041511" y="2413263"/>
                  </a:lnTo>
                  <a:lnTo>
                    <a:pt x="3041619" y="2413263"/>
                  </a:lnTo>
                  <a:lnTo>
                    <a:pt x="3041728" y="2413263"/>
                  </a:lnTo>
                  <a:lnTo>
                    <a:pt x="3041945" y="2412639"/>
                  </a:lnTo>
                  <a:lnTo>
                    <a:pt x="3042162" y="2412639"/>
                  </a:lnTo>
                  <a:lnTo>
                    <a:pt x="3042270" y="2412639"/>
                  </a:lnTo>
                  <a:lnTo>
                    <a:pt x="3042378" y="2412016"/>
                  </a:lnTo>
                  <a:lnTo>
                    <a:pt x="3042487" y="2412016"/>
                  </a:lnTo>
                  <a:lnTo>
                    <a:pt x="3042595" y="2412016"/>
                  </a:lnTo>
                  <a:lnTo>
                    <a:pt x="3042921" y="2412016"/>
                  </a:lnTo>
                  <a:lnTo>
                    <a:pt x="3043029" y="2412016"/>
                  </a:lnTo>
                  <a:lnTo>
                    <a:pt x="3043246" y="2411392"/>
                  </a:lnTo>
                  <a:lnTo>
                    <a:pt x="3043571" y="2410145"/>
                  </a:lnTo>
                  <a:lnTo>
                    <a:pt x="3043680" y="2410145"/>
                  </a:lnTo>
                  <a:lnTo>
                    <a:pt x="3043788" y="2410145"/>
                  </a:lnTo>
                  <a:lnTo>
                    <a:pt x="3044005" y="2409522"/>
                  </a:lnTo>
                  <a:lnTo>
                    <a:pt x="3044222" y="2409522"/>
                  </a:lnTo>
                  <a:lnTo>
                    <a:pt x="3044439" y="2409522"/>
                  </a:lnTo>
                  <a:lnTo>
                    <a:pt x="3044764" y="2409522"/>
                  </a:lnTo>
                  <a:lnTo>
                    <a:pt x="3044873" y="2409522"/>
                  </a:lnTo>
                  <a:lnTo>
                    <a:pt x="3045090" y="2409522"/>
                  </a:lnTo>
                  <a:lnTo>
                    <a:pt x="3045198" y="2409522"/>
                  </a:lnTo>
                  <a:lnTo>
                    <a:pt x="3045632" y="2409522"/>
                  </a:lnTo>
                  <a:lnTo>
                    <a:pt x="3045849" y="2409522"/>
                  </a:lnTo>
                  <a:lnTo>
                    <a:pt x="3046283" y="2408274"/>
                  </a:lnTo>
                  <a:lnTo>
                    <a:pt x="3046283" y="2407651"/>
                  </a:lnTo>
                  <a:lnTo>
                    <a:pt x="3046499" y="2407651"/>
                  </a:lnTo>
                  <a:lnTo>
                    <a:pt x="3046608" y="2407651"/>
                  </a:lnTo>
                  <a:lnTo>
                    <a:pt x="3046933" y="2407651"/>
                  </a:lnTo>
                  <a:lnTo>
                    <a:pt x="3047042" y="2407651"/>
                  </a:lnTo>
                  <a:lnTo>
                    <a:pt x="3047259" y="2407651"/>
                  </a:lnTo>
                  <a:lnTo>
                    <a:pt x="3047367" y="2407027"/>
                  </a:lnTo>
                  <a:lnTo>
                    <a:pt x="3047909" y="2407027"/>
                  </a:lnTo>
                  <a:lnTo>
                    <a:pt x="3048018" y="2407027"/>
                  </a:lnTo>
                  <a:lnTo>
                    <a:pt x="3048560" y="2405780"/>
                  </a:lnTo>
                  <a:lnTo>
                    <a:pt x="3049319" y="2405157"/>
                  </a:lnTo>
                  <a:lnTo>
                    <a:pt x="3050078" y="2404533"/>
                  </a:lnTo>
                  <a:lnTo>
                    <a:pt x="3050187" y="2404533"/>
                  </a:lnTo>
                  <a:lnTo>
                    <a:pt x="3050295" y="2403909"/>
                  </a:lnTo>
                  <a:lnTo>
                    <a:pt x="3050404" y="2403909"/>
                  </a:lnTo>
                  <a:lnTo>
                    <a:pt x="3050620" y="2403909"/>
                  </a:lnTo>
                  <a:lnTo>
                    <a:pt x="3050729" y="2403909"/>
                  </a:lnTo>
                  <a:lnTo>
                    <a:pt x="3050946" y="2403909"/>
                  </a:lnTo>
                  <a:lnTo>
                    <a:pt x="3051922" y="2399544"/>
                  </a:lnTo>
                  <a:lnTo>
                    <a:pt x="3052030" y="2398921"/>
                  </a:lnTo>
                  <a:lnTo>
                    <a:pt x="3052139" y="2398921"/>
                  </a:lnTo>
                  <a:lnTo>
                    <a:pt x="3052247" y="2398297"/>
                  </a:lnTo>
                  <a:lnTo>
                    <a:pt x="3052356" y="2398297"/>
                  </a:lnTo>
                  <a:lnTo>
                    <a:pt x="3052464" y="2398297"/>
                  </a:lnTo>
                  <a:lnTo>
                    <a:pt x="3052573" y="2398297"/>
                  </a:lnTo>
                  <a:lnTo>
                    <a:pt x="3052898" y="2398297"/>
                  </a:lnTo>
                  <a:lnTo>
                    <a:pt x="3053115" y="2398297"/>
                  </a:lnTo>
                  <a:lnTo>
                    <a:pt x="3053223" y="2398297"/>
                  </a:lnTo>
                  <a:lnTo>
                    <a:pt x="3053223" y="2397674"/>
                  </a:lnTo>
                  <a:lnTo>
                    <a:pt x="3053332" y="2397050"/>
                  </a:lnTo>
                  <a:lnTo>
                    <a:pt x="3053874" y="2397050"/>
                  </a:lnTo>
                  <a:lnTo>
                    <a:pt x="3054091" y="2397050"/>
                  </a:lnTo>
                  <a:lnTo>
                    <a:pt x="3054308" y="2397050"/>
                  </a:lnTo>
                  <a:lnTo>
                    <a:pt x="3054416" y="2397050"/>
                  </a:lnTo>
                  <a:lnTo>
                    <a:pt x="3054633" y="2397050"/>
                  </a:lnTo>
                  <a:lnTo>
                    <a:pt x="3055067" y="2396426"/>
                  </a:lnTo>
                  <a:lnTo>
                    <a:pt x="3055175" y="2396426"/>
                  </a:lnTo>
                  <a:lnTo>
                    <a:pt x="3055284" y="2396426"/>
                  </a:lnTo>
                  <a:lnTo>
                    <a:pt x="3055392" y="2395803"/>
                  </a:lnTo>
                  <a:lnTo>
                    <a:pt x="3055609" y="2394556"/>
                  </a:lnTo>
                  <a:lnTo>
                    <a:pt x="3055717" y="2393932"/>
                  </a:lnTo>
                  <a:lnTo>
                    <a:pt x="3055934" y="2393308"/>
                  </a:lnTo>
                  <a:lnTo>
                    <a:pt x="3056585" y="2392685"/>
                  </a:lnTo>
                  <a:lnTo>
                    <a:pt x="3056910" y="2392061"/>
                  </a:lnTo>
                  <a:lnTo>
                    <a:pt x="3057019" y="2392061"/>
                  </a:lnTo>
                  <a:lnTo>
                    <a:pt x="3057236" y="2392061"/>
                  </a:lnTo>
                  <a:lnTo>
                    <a:pt x="3057453" y="2391438"/>
                  </a:lnTo>
                  <a:lnTo>
                    <a:pt x="3057778" y="2391438"/>
                  </a:lnTo>
                  <a:lnTo>
                    <a:pt x="3058103" y="2391438"/>
                  </a:lnTo>
                  <a:lnTo>
                    <a:pt x="3058212" y="2391438"/>
                  </a:lnTo>
                  <a:lnTo>
                    <a:pt x="3058320" y="2391438"/>
                  </a:lnTo>
                  <a:lnTo>
                    <a:pt x="3058429" y="2391438"/>
                  </a:lnTo>
                  <a:lnTo>
                    <a:pt x="3059188" y="2390814"/>
                  </a:lnTo>
                  <a:lnTo>
                    <a:pt x="3059188" y="2390191"/>
                  </a:lnTo>
                  <a:lnTo>
                    <a:pt x="3059296" y="2389567"/>
                  </a:lnTo>
                  <a:lnTo>
                    <a:pt x="3059405" y="2389567"/>
                  </a:lnTo>
                  <a:lnTo>
                    <a:pt x="3059947" y="2388320"/>
                  </a:lnTo>
                  <a:lnTo>
                    <a:pt x="3060164" y="2387696"/>
                  </a:lnTo>
                  <a:lnTo>
                    <a:pt x="3060381" y="2387696"/>
                  </a:lnTo>
                  <a:lnTo>
                    <a:pt x="3060598" y="2387696"/>
                  </a:lnTo>
                  <a:lnTo>
                    <a:pt x="3060815" y="2387073"/>
                  </a:lnTo>
                  <a:lnTo>
                    <a:pt x="3060923" y="2387073"/>
                  </a:lnTo>
                  <a:lnTo>
                    <a:pt x="3061031" y="2386449"/>
                  </a:lnTo>
                  <a:lnTo>
                    <a:pt x="3061248" y="2386449"/>
                  </a:lnTo>
                  <a:lnTo>
                    <a:pt x="3061357" y="2385825"/>
                  </a:lnTo>
                  <a:lnTo>
                    <a:pt x="3061682" y="2385202"/>
                  </a:lnTo>
                  <a:lnTo>
                    <a:pt x="3061791" y="2385202"/>
                  </a:lnTo>
                  <a:lnTo>
                    <a:pt x="3061899" y="2385202"/>
                  </a:lnTo>
                  <a:lnTo>
                    <a:pt x="3062007" y="2385202"/>
                  </a:lnTo>
                  <a:lnTo>
                    <a:pt x="3062116" y="2385202"/>
                  </a:lnTo>
                  <a:lnTo>
                    <a:pt x="3063200" y="2383955"/>
                  </a:lnTo>
                  <a:lnTo>
                    <a:pt x="3063309" y="2383955"/>
                  </a:lnTo>
                  <a:lnTo>
                    <a:pt x="3063634" y="2383955"/>
                  </a:lnTo>
                  <a:lnTo>
                    <a:pt x="3063743" y="2383955"/>
                  </a:lnTo>
                  <a:lnTo>
                    <a:pt x="3063851" y="2383955"/>
                  </a:lnTo>
                  <a:lnTo>
                    <a:pt x="3064068" y="2383955"/>
                  </a:lnTo>
                  <a:lnTo>
                    <a:pt x="3064176" y="2383955"/>
                  </a:lnTo>
                  <a:lnTo>
                    <a:pt x="3064827" y="2383955"/>
                  </a:lnTo>
                  <a:lnTo>
                    <a:pt x="3064827" y="2383331"/>
                  </a:lnTo>
                  <a:lnTo>
                    <a:pt x="3065044" y="2383331"/>
                  </a:lnTo>
                  <a:lnTo>
                    <a:pt x="3065261" y="2382084"/>
                  </a:lnTo>
                  <a:lnTo>
                    <a:pt x="3065478" y="2382084"/>
                  </a:lnTo>
                  <a:lnTo>
                    <a:pt x="3065803" y="2382084"/>
                  </a:lnTo>
                  <a:lnTo>
                    <a:pt x="3066020" y="2381460"/>
                  </a:lnTo>
                  <a:lnTo>
                    <a:pt x="3066128" y="2381460"/>
                  </a:lnTo>
                  <a:lnTo>
                    <a:pt x="3066345" y="2381460"/>
                  </a:lnTo>
                  <a:lnTo>
                    <a:pt x="3066454" y="2380837"/>
                  </a:lnTo>
                  <a:lnTo>
                    <a:pt x="3066454" y="2380213"/>
                  </a:lnTo>
                  <a:lnTo>
                    <a:pt x="3066671" y="2379590"/>
                  </a:lnTo>
                  <a:lnTo>
                    <a:pt x="3067104" y="2378966"/>
                  </a:lnTo>
                  <a:lnTo>
                    <a:pt x="3067213" y="2378966"/>
                  </a:lnTo>
                  <a:lnTo>
                    <a:pt x="3067647" y="2378966"/>
                  </a:lnTo>
                  <a:lnTo>
                    <a:pt x="3068189" y="2377719"/>
                  </a:lnTo>
                  <a:lnTo>
                    <a:pt x="3068514" y="2377719"/>
                  </a:lnTo>
                  <a:lnTo>
                    <a:pt x="3068623" y="2377719"/>
                  </a:lnTo>
                  <a:lnTo>
                    <a:pt x="3069057" y="2377719"/>
                  </a:lnTo>
                  <a:lnTo>
                    <a:pt x="3069273" y="2377719"/>
                  </a:lnTo>
                  <a:lnTo>
                    <a:pt x="3069490" y="2377719"/>
                  </a:lnTo>
                  <a:lnTo>
                    <a:pt x="3070358" y="2375848"/>
                  </a:lnTo>
                  <a:lnTo>
                    <a:pt x="3070575" y="2375848"/>
                  </a:lnTo>
                  <a:lnTo>
                    <a:pt x="3070683" y="2375848"/>
                  </a:lnTo>
                  <a:lnTo>
                    <a:pt x="3070900" y="2375848"/>
                  </a:lnTo>
                  <a:lnTo>
                    <a:pt x="3071225" y="2375848"/>
                  </a:lnTo>
                  <a:lnTo>
                    <a:pt x="3072201" y="2373977"/>
                  </a:lnTo>
                  <a:lnTo>
                    <a:pt x="3072418" y="2373977"/>
                  </a:lnTo>
                  <a:lnTo>
                    <a:pt x="3072744" y="2373354"/>
                  </a:lnTo>
                  <a:lnTo>
                    <a:pt x="3072852" y="2373354"/>
                  </a:lnTo>
                  <a:lnTo>
                    <a:pt x="3073069" y="2373354"/>
                  </a:lnTo>
                  <a:lnTo>
                    <a:pt x="3073178" y="2372107"/>
                  </a:lnTo>
                  <a:lnTo>
                    <a:pt x="3073394" y="2372107"/>
                  </a:lnTo>
                  <a:lnTo>
                    <a:pt x="3073937" y="2371483"/>
                  </a:lnTo>
                  <a:lnTo>
                    <a:pt x="3074154" y="2371483"/>
                  </a:lnTo>
                  <a:lnTo>
                    <a:pt x="3074262" y="2371483"/>
                  </a:lnTo>
                  <a:lnTo>
                    <a:pt x="3074370" y="2371483"/>
                  </a:lnTo>
                  <a:lnTo>
                    <a:pt x="3074696" y="2370859"/>
                  </a:lnTo>
                  <a:lnTo>
                    <a:pt x="3075021" y="2370859"/>
                  </a:lnTo>
                  <a:lnTo>
                    <a:pt x="3075130" y="2370859"/>
                  </a:lnTo>
                  <a:lnTo>
                    <a:pt x="3075130" y="2370236"/>
                  </a:lnTo>
                  <a:lnTo>
                    <a:pt x="3075780" y="2370236"/>
                  </a:lnTo>
                  <a:lnTo>
                    <a:pt x="3075780" y="2369612"/>
                  </a:lnTo>
                  <a:lnTo>
                    <a:pt x="3075889" y="2369612"/>
                  </a:lnTo>
                  <a:lnTo>
                    <a:pt x="3075997" y="2369612"/>
                  </a:lnTo>
                  <a:lnTo>
                    <a:pt x="3076106" y="2368989"/>
                  </a:lnTo>
                  <a:lnTo>
                    <a:pt x="3076214" y="2368989"/>
                  </a:lnTo>
                  <a:lnTo>
                    <a:pt x="3076322" y="2368989"/>
                  </a:lnTo>
                  <a:lnTo>
                    <a:pt x="3076539" y="2368989"/>
                  </a:lnTo>
                  <a:lnTo>
                    <a:pt x="3077298" y="2367118"/>
                  </a:lnTo>
                  <a:lnTo>
                    <a:pt x="3077407" y="2367118"/>
                  </a:lnTo>
                  <a:lnTo>
                    <a:pt x="3077841" y="2366494"/>
                  </a:lnTo>
                  <a:lnTo>
                    <a:pt x="3077949" y="2366494"/>
                  </a:lnTo>
                  <a:lnTo>
                    <a:pt x="3078166" y="2366494"/>
                  </a:lnTo>
                  <a:lnTo>
                    <a:pt x="3078166" y="2365247"/>
                  </a:lnTo>
                  <a:lnTo>
                    <a:pt x="3078275" y="2365247"/>
                  </a:lnTo>
                  <a:lnTo>
                    <a:pt x="3078600" y="2365247"/>
                  </a:lnTo>
                  <a:lnTo>
                    <a:pt x="3078817" y="2363376"/>
                  </a:lnTo>
                  <a:lnTo>
                    <a:pt x="3079142" y="2363376"/>
                  </a:lnTo>
                  <a:lnTo>
                    <a:pt x="3079251" y="2363376"/>
                  </a:lnTo>
                  <a:lnTo>
                    <a:pt x="3079359" y="2363376"/>
                  </a:lnTo>
                  <a:lnTo>
                    <a:pt x="3079467" y="2363376"/>
                  </a:lnTo>
                  <a:lnTo>
                    <a:pt x="3079901" y="2362129"/>
                  </a:lnTo>
                  <a:lnTo>
                    <a:pt x="3080010" y="2361506"/>
                  </a:lnTo>
                  <a:lnTo>
                    <a:pt x="3080335" y="2360882"/>
                  </a:lnTo>
                  <a:lnTo>
                    <a:pt x="3080335" y="2360259"/>
                  </a:lnTo>
                  <a:lnTo>
                    <a:pt x="3080335" y="2359635"/>
                  </a:lnTo>
                  <a:lnTo>
                    <a:pt x="3080443" y="2359635"/>
                  </a:lnTo>
                  <a:lnTo>
                    <a:pt x="3080552" y="2359635"/>
                  </a:lnTo>
                  <a:lnTo>
                    <a:pt x="3080986" y="2359635"/>
                  </a:lnTo>
                  <a:lnTo>
                    <a:pt x="3081203" y="2358388"/>
                  </a:lnTo>
                  <a:lnTo>
                    <a:pt x="3081311" y="2358388"/>
                  </a:lnTo>
                  <a:lnTo>
                    <a:pt x="3081311" y="2357764"/>
                  </a:lnTo>
                  <a:lnTo>
                    <a:pt x="3081419" y="2357764"/>
                  </a:lnTo>
                  <a:lnTo>
                    <a:pt x="3081419" y="2357141"/>
                  </a:lnTo>
                  <a:lnTo>
                    <a:pt x="3081745" y="2356517"/>
                  </a:lnTo>
                  <a:lnTo>
                    <a:pt x="3081962" y="2356517"/>
                  </a:lnTo>
                  <a:lnTo>
                    <a:pt x="3082179" y="2355894"/>
                  </a:lnTo>
                  <a:lnTo>
                    <a:pt x="3082287" y="2355894"/>
                  </a:lnTo>
                  <a:lnTo>
                    <a:pt x="3082396" y="2355270"/>
                  </a:lnTo>
                  <a:lnTo>
                    <a:pt x="3082829" y="2355270"/>
                  </a:lnTo>
                  <a:lnTo>
                    <a:pt x="3082938" y="2355270"/>
                  </a:lnTo>
                  <a:lnTo>
                    <a:pt x="3083480" y="2354646"/>
                  </a:lnTo>
                  <a:lnTo>
                    <a:pt x="3083805" y="2354646"/>
                  </a:lnTo>
                  <a:lnTo>
                    <a:pt x="3083914" y="2354023"/>
                  </a:lnTo>
                  <a:lnTo>
                    <a:pt x="3084022" y="2354023"/>
                  </a:lnTo>
                  <a:lnTo>
                    <a:pt x="3084131" y="2354023"/>
                  </a:lnTo>
                  <a:lnTo>
                    <a:pt x="3084456" y="2354023"/>
                  </a:lnTo>
                  <a:lnTo>
                    <a:pt x="3084781" y="2354023"/>
                  </a:lnTo>
                  <a:lnTo>
                    <a:pt x="3085107" y="2352776"/>
                  </a:lnTo>
                  <a:lnTo>
                    <a:pt x="3085432" y="2352776"/>
                  </a:lnTo>
                  <a:lnTo>
                    <a:pt x="3085974" y="2352776"/>
                  </a:lnTo>
                  <a:lnTo>
                    <a:pt x="3086408" y="2352776"/>
                  </a:lnTo>
                  <a:lnTo>
                    <a:pt x="3086733" y="2352152"/>
                  </a:lnTo>
                  <a:lnTo>
                    <a:pt x="3087167" y="2352152"/>
                  </a:lnTo>
                  <a:lnTo>
                    <a:pt x="3087493" y="2352152"/>
                  </a:lnTo>
                  <a:lnTo>
                    <a:pt x="3087709" y="2352152"/>
                  </a:lnTo>
                  <a:lnTo>
                    <a:pt x="3087926" y="2351528"/>
                  </a:lnTo>
                  <a:lnTo>
                    <a:pt x="3088143" y="2351528"/>
                  </a:lnTo>
                  <a:lnTo>
                    <a:pt x="3088252" y="2351528"/>
                  </a:lnTo>
                  <a:lnTo>
                    <a:pt x="3088469" y="2351528"/>
                  </a:lnTo>
                  <a:lnTo>
                    <a:pt x="3088794" y="2351528"/>
                  </a:lnTo>
                  <a:lnTo>
                    <a:pt x="3089011" y="2351528"/>
                  </a:lnTo>
                  <a:lnTo>
                    <a:pt x="3089119" y="2351528"/>
                  </a:lnTo>
                  <a:lnTo>
                    <a:pt x="3089553" y="2350905"/>
                  </a:lnTo>
                  <a:lnTo>
                    <a:pt x="3089661" y="2350905"/>
                  </a:lnTo>
                  <a:lnTo>
                    <a:pt x="3089770" y="2350905"/>
                  </a:lnTo>
                  <a:lnTo>
                    <a:pt x="3090095" y="2350281"/>
                  </a:lnTo>
                  <a:lnTo>
                    <a:pt x="3090421" y="2350281"/>
                  </a:lnTo>
                  <a:lnTo>
                    <a:pt x="3090854" y="2350281"/>
                  </a:lnTo>
                  <a:lnTo>
                    <a:pt x="3090963" y="2350281"/>
                  </a:lnTo>
                  <a:lnTo>
                    <a:pt x="3091614" y="2350281"/>
                  </a:lnTo>
                  <a:lnTo>
                    <a:pt x="3091722" y="2350281"/>
                  </a:lnTo>
                  <a:lnTo>
                    <a:pt x="3092047" y="2350281"/>
                  </a:lnTo>
                  <a:lnTo>
                    <a:pt x="3092156" y="2350281"/>
                  </a:lnTo>
                  <a:lnTo>
                    <a:pt x="3092373" y="2350281"/>
                  </a:lnTo>
                  <a:lnTo>
                    <a:pt x="3092481" y="2350281"/>
                  </a:lnTo>
                  <a:lnTo>
                    <a:pt x="3092481" y="2349658"/>
                  </a:lnTo>
                  <a:lnTo>
                    <a:pt x="3092915" y="2349658"/>
                  </a:lnTo>
                  <a:lnTo>
                    <a:pt x="3093023" y="2349658"/>
                  </a:lnTo>
                  <a:lnTo>
                    <a:pt x="3093349" y="2349658"/>
                  </a:lnTo>
                  <a:lnTo>
                    <a:pt x="3093999" y="2349034"/>
                  </a:lnTo>
                  <a:lnTo>
                    <a:pt x="3094108" y="2349034"/>
                  </a:lnTo>
                  <a:lnTo>
                    <a:pt x="3094433" y="2349034"/>
                  </a:lnTo>
                  <a:lnTo>
                    <a:pt x="3094542" y="2349034"/>
                  </a:lnTo>
                  <a:lnTo>
                    <a:pt x="3094759" y="2348411"/>
                  </a:lnTo>
                  <a:lnTo>
                    <a:pt x="3095192" y="2347787"/>
                  </a:lnTo>
                  <a:lnTo>
                    <a:pt x="3095301" y="2347787"/>
                  </a:lnTo>
                  <a:lnTo>
                    <a:pt x="3095951" y="2347787"/>
                  </a:lnTo>
                  <a:lnTo>
                    <a:pt x="3096168" y="2345916"/>
                  </a:lnTo>
                  <a:lnTo>
                    <a:pt x="3096277" y="2345916"/>
                  </a:lnTo>
                  <a:lnTo>
                    <a:pt x="3096819" y="2345293"/>
                  </a:lnTo>
                  <a:lnTo>
                    <a:pt x="3096927" y="2345293"/>
                  </a:lnTo>
                  <a:lnTo>
                    <a:pt x="3097253" y="2344045"/>
                  </a:lnTo>
                  <a:lnTo>
                    <a:pt x="3097361" y="2344045"/>
                  </a:lnTo>
                  <a:lnTo>
                    <a:pt x="3097903" y="2344045"/>
                  </a:lnTo>
                  <a:lnTo>
                    <a:pt x="3098337" y="2342175"/>
                  </a:lnTo>
                  <a:lnTo>
                    <a:pt x="3098771" y="2342175"/>
                  </a:lnTo>
                  <a:lnTo>
                    <a:pt x="3098879" y="2342175"/>
                  </a:lnTo>
                  <a:lnTo>
                    <a:pt x="3099096" y="2342175"/>
                  </a:lnTo>
                  <a:lnTo>
                    <a:pt x="3099530" y="2342175"/>
                  </a:lnTo>
                  <a:lnTo>
                    <a:pt x="3099964" y="2342175"/>
                  </a:lnTo>
                  <a:lnTo>
                    <a:pt x="3100072" y="2342175"/>
                  </a:lnTo>
                  <a:lnTo>
                    <a:pt x="3100289" y="2342175"/>
                  </a:lnTo>
                  <a:lnTo>
                    <a:pt x="3100398" y="2341551"/>
                  </a:lnTo>
                  <a:lnTo>
                    <a:pt x="3100723" y="2341551"/>
                  </a:lnTo>
                  <a:lnTo>
                    <a:pt x="3101482" y="2340304"/>
                  </a:lnTo>
                  <a:lnTo>
                    <a:pt x="3101591" y="2340304"/>
                  </a:lnTo>
                  <a:lnTo>
                    <a:pt x="3101699" y="2340304"/>
                  </a:lnTo>
                  <a:lnTo>
                    <a:pt x="3101808" y="2340304"/>
                  </a:lnTo>
                  <a:lnTo>
                    <a:pt x="3101916" y="2340304"/>
                  </a:lnTo>
                  <a:lnTo>
                    <a:pt x="3102241" y="2340304"/>
                  </a:lnTo>
                  <a:lnTo>
                    <a:pt x="3102567" y="2339680"/>
                  </a:lnTo>
                  <a:lnTo>
                    <a:pt x="3102675" y="2339680"/>
                  </a:lnTo>
                  <a:lnTo>
                    <a:pt x="3103000" y="2339680"/>
                  </a:lnTo>
                  <a:lnTo>
                    <a:pt x="3103434" y="2339680"/>
                  </a:lnTo>
                  <a:lnTo>
                    <a:pt x="3103543" y="2339680"/>
                  </a:lnTo>
                  <a:lnTo>
                    <a:pt x="3103651" y="2339680"/>
                  </a:lnTo>
                  <a:lnTo>
                    <a:pt x="3104410" y="2339680"/>
                  </a:lnTo>
                  <a:lnTo>
                    <a:pt x="3104736" y="2339057"/>
                  </a:lnTo>
                  <a:lnTo>
                    <a:pt x="3104844" y="2339057"/>
                  </a:lnTo>
                  <a:lnTo>
                    <a:pt x="3104953" y="2339057"/>
                  </a:lnTo>
                  <a:lnTo>
                    <a:pt x="3105061" y="2339057"/>
                  </a:lnTo>
                  <a:lnTo>
                    <a:pt x="3105278" y="2338433"/>
                  </a:lnTo>
                  <a:lnTo>
                    <a:pt x="3105495" y="2338433"/>
                  </a:lnTo>
                  <a:lnTo>
                    <a:pt x="3105603" y="2338433"/>
                  </a:lnTo>
                  <a:lnTo>
                    <a:pt x="3106471" y="2337810"/>
                  </a:lnTo>
                  <a:lnTo>
                    <a:pt x="3106579" y="2337810"/>
                  </a:lnTo>
                  <a:lnTo>
                    <a:pt x="3106688" y="2337810"/>
                  </a:lnTo>
                  <a:lnTo>
                    <a:pt x="3107013" y="2337810"/>
                  </a:lnTo>
                  <a:lnTo>
                    <a:pt x="3107338" y="2337810"/>
                  </a:lnTo>
                  <a:lnTo>
                    <a:pt x="3107664" y="2336562"/>
                  </a:lnTo>
                  <a:lnTo>
                    <a:pt x="3107664" y="2335939"/>
                  </a:lnTo>
                  <a:lnTo>
                    <a:pt x="3108098" y="2335315"/>
                  </a:lnTo>
                  <a:lnTo>
                    <a:pt x="3108314" y="2334692"/>
                  </a:lnTo>
                  <a:lnTo>
                    <a:pt x="3109182" y="2334692"/>
                  </a:lnTo>
                  <a:lnTo>
                    <a:pt x="3110158" y="2334068"/>
                  </a:lnTo>
                  <a:lnTo>
                    <a:pt x="3110266" y="2334068"/>
                  </a:lnTo>
                  <a:lnTo>
                    <a:pt x="3110375" y="2334068"/>
                  </a:lnTo>
                  <a:lnTo>
                    <a:pt x="3110483" y="2334068"/>
                  </a:lnTo>
                  <a:lnTo>
                    <a:pt x="3110592" y="2334068"/>
                  </a:lnTo>
                  <a:lnTo>
                    <a:pt x="3110917" y="2334068"/>
                  </a:lnTo>
                  <a:lnTo>
                    <a:pt x="3111026" y="2334068"/>
                  </a:lnTo>
                  <a:lnTo>
                    <a:pt x="3111242" y="2334068"/>
                  </a:lnTo>
                  <a:lnTo>
                    <a:pt x="3111459" y="2334068"/>
                  </a:lnTo>
                  <a:lnTo>
                    <a:pt x="3111785" y="2334068"/>
                  </a:lnTo>
                  <a:lnTo>
                    <a:pt x="3111893" y="2334068"/>
                  </a:lnTo>
                  <a:lnTo>
                    <a:pt x="3112002" y="2334068"/>
                  </a:lnTo>
                  <a:lnTo>
                    <a:pt x="3112219" y="2334068"/>
                  </a:lnTo>
                  <a:lnTo>
                    <a:pt x="3112435" y="2334068"/>
                  </a:lnTo>
                  <a:lnTo>
                    <a:pt x="3112435" y="2333445"/>
                  </a:lnTo>
                  <a:lnTo>
                    <a:pt x="3112544" y="2333445"/>
                  </a:lnTo>
                  <a:lnTo>
                    <a:pt x="3113411" y="2331574"/>
                  </a:lnTo>
                  <a:lnTo>
                    <a:pt x="3113411" y="2330950"/>
                  </a:lnTo>
                  <a:lnTo>
                    <a:pt x="3113520" y="2330327"/>
                  </a:lnTo>
                  <a:lnTo>
                    <a:pt x="3113628" y="2330327"/>
                  </a:lnTo>
                  <a:lnTo>
                    <a:pt x="3113628" y="2329703"/>
                  </a:lnTo>
                  <a:lnTo>
                    <a:pt x="3113845" y="2329703"/>
                  </a:lnTo>
                  <a:lnTo>
                    <a:pt x="3114062" y="2329703"/>
                  </a:lnTo>
                  <a:lnTo>
                    <a:pt x="3114279" y="2329703"/>
                  </a:lnTo>
                  <a:lnTo>
                    <a:pt x="3114604" y="2329703"/>
                  </a:lnTo>
                  <a:lnTo>
                    <a:pt x="3114604" y="2329079"/>
                  </a:lnTo>
                  <a:lnTo>
                    <a:pt x="3115580" y="2325962"/>
                  </a:lnTo>
                  <a:lnTo>
                    <a:pt x="3115906" y="2325962"/>
                  </a:lnTo>
                  <a:lnTo>
                    <a:pt x="3116231" y="2325962"/>
                  </a:lnTo>
                  <a:lnTo>
                    <a:pt x="3116448" y="2325962"/>
                  </a:lnTo>
                  <a:lnTo>
                    <a:pt x="3116556" y="2325962"/>
                  </a:lnTo>
                  <a:lnTo>
                    <a:pt x="3116665" y="2325962"/>
                  </a:lnTo>
                  <a:lnTo>
                    <a:pt x="3116990" y="2325962"/>
                  </a:lnTo>
                  <a:lnTo>
                    <a:pt x="3117207" y="2325962"/>
                  </a:lnTo>
                  <a:lnTo>
                    <a:pt x="3117424" y="2325338"/>
                  </a:lnTo>
                  <a:lnTo>
                    <a:pt x="3117532" y="2325338"/>
                  </a:lnTo>
                  <a:lnTo>
                    <a:pt x="3117641" y="2325338"/>
                  </a:lnTo>
                  <a:lnTo>
                    <a:pt x="3117749" y="2324714"/>
                  </a:lnTo>
                  <a:lnTo>
                    <a:pt x="3117858" y="2324714"/>
                  </a:lnTo>
                  <a:lnTo>
                    <a:pt x="3118617" y="2324091"/>
                  </a:lnTo>
                  <a:lnTo>
                    <a:pt x="3118725" y="2324091"/>
                  </a:lnTo>
                  <a:lnTo>
                    <a:pt x="3119159" y="2323467"/>
                  </a:lnTo>
                  <a:lnTo>
                    <a:pt x="3119593" y="2322844"/>
                  </a:lnTo>
                  <a:lnTo>
                    <a:pt x="3120135" y="2322220"/>
                  </a:lnTo>
                  <a:lnTo>
                    <a:pt x="3120135" y="2321596"/>
                  </a:lnTo>
                  <a:lnTo>
                    <a:pt x="3120352" y="2321596"/>
                  </a:lnTo>
                  <a:lnTo>
                    <a:pt x="3120894" y="2321596"/>
                  </a:lnTo>
                  <a:lnTo>
                    <a:pt x="3121220" y="2321596"/>
                  </a:lnTo>
                  <a:lnTo>
                    <a:pt x="3121220" y="2320973"/>
                  </a:lnTo>
                  <a:lnTo>
                    <a:pt x="3121437" y="2320973"/>
                  </a:lnTo>
                  <a:lnTo>
                    <a:pt x="3121545" y="2320973"/>
                  </a:lnTo>
                  <a:lnTo>
                    <a:pt x="3121653" y="2320973"/>
                  </a:lnTo>
                  <a:lnTo>
                    <a:pt x="3121762" y="2320973"/>
                  </a:lnTo>
                  <a:lnTo>
                    <a:pt x="3121870" y="2320349"/>
                  </a:lnTo>
                  <a:lnTo>
                    <a:pt x="3121870" y="2319726"/>
                  </a:lnTo>
                  <a:lnTo>
                    <a:pt x="3121979" y="2318479"/>
                  </a:lnTo>
                  <a:lnTo>
                    <a:pt x="3122304" y="2318479"/>
                  </a:lnTo>
                  <a:lnTo>
                    <a:pt x="3122738" y="2317855"/>
                  </a:lnTo>
                  <a:lnTo>
                    <a:pt x="3122846" y="2317855"/>
                  </a:lnTo>
                  <a:lnTo>
                    <a:pt x="3122955" y="2317855"/>
                  </a:lnTo>
                  <a:lnTo>
                    <a:pt x="3123172" y="2317855"/>
                  </a:lnTo>
                  <a:lnTo>
                    <a:pt x="3123389" y="2317231"/>
                  </a:lnTo>
                  <a:lnTo>
                    <a:pt x="3123497" y="2316608"/>
                  </a:lnTo>
                  <a:lnTo>
                    <a:pt x="3123605" y="2315984"/>
                  </a:lnTo>
                  <a:lnTo>
                    <a:pt x="3124256" y="2315361"/>
                  </a:lnTo>
                  <a:lnTo>
                    <a:pt x="3124365" y="2315361"/>
                  </a:lnTo>
                  <a:lnTo>
                    <a:pt x="3124581" y="2315361"/>
                  </a:lnTo>
                  <a:lnTo>
                    <a:pt x="3125015" y="2315361"/>
                  </a:lnTo>
                  <a:lnTo>
                    <a:pt x="3125449" y="2315361"/>
                  </a:lnTo>
                  <a:lnTo>
                    <a:pt x="3125883" y="2315361"/>
                  </a:lnTo>
                  <a:lnTo>
                    <a:pt x="3126100" y="2315361"/>
                  </a:lnTo>
                  <a:lnTo>
                    <a:pt x="3126208" y="2315361"/>
                  </a:lnTo>
                  <a:lnTo>
                    <a:pt x="3126317" y="2315361"/>
                  </a:lnTo>
                  <a:lnTo>
                    <a:pt x="3126425" y="2314113"/>
                  </a:lnTo>
                  <a:lnTo>
                    <a:pt x="3127293" y="2314113"/>
                  </a:lnTo>
                  <a:lnTo>
                    <a:pt x="3127510" y="2314113"/>
                  </a:lnTo>
                  <a:lnTo>
                    <a:pt x="3127943" y="2313490"/>
                  </a:lnTo>
                  <a:lnTo>
                    <a:pt x="3128052" y="2313490"/>
                  </a:lnTo>
                  <a:lnTo>
                    <a:pt x="3128160" y="2313490"/>
                  </a:lnTo>
                  <a:lnTo>
                    <a:pt x="3128377" y="2313490"/>
                  </a:lnTo>
                  <a:lnTo>
                    <a:pt x="3128702" y="2313490"/>
                  </a:lnTo>
                  <a:lnTo>
                    <a:pt x="3128919" y="2312866"/>
                  </a:lnTo>
                  <a:lnTo>
                    <a:pt x="3129028" y="2312866"/>
                  </a:lnTo>
                  <a:lnTo>
                    <a:pt x="3129570" y="2312866"/>
                  </a:lnTo>
                  <a:lnTo>
                    <a:pt x="3130004" y="2312866"/>
                  </a:lnTo>
                  <a:lnTo>
                    <a:pt x="3130112" y="2312866"/>
                  </a:lnTo>
                  <a:lnTo>
                    <a:pt x="3130871" y="2312866"/>
                  </a:lnTo>
                  <a:lnTo>
                    <a:pt x="3130980" y="2312866"/>
                  </a:lnTo>
                  <a:lnTo>
                    <a:pt x="3131088" y="2311619"/>
                  </a:lnTo>
                  <a:lnTo>
                    <a:pt x="3131088" y="2310996"/>
                  </a:lnTo>
                  <a:lnTo>
                    <a:pt x="3131197" y="2310996"/>
                  </a:lnTo>
                  <a:lnTo>
                    <a:pt x="3131522" y="2310996"/>
                  </a:lnTo>
                  <a:lnTo>
                    <a:pt x="3131847" y="2310996"/>
                  </a:lnTo>
                  <a:lnTo>
                    <a:pt x="3132173" y="2310372"/>
                  </a:lnTo>
                  <a:lnTo>
                    <a:pt x="3132390" y="2310372"/>
                  </a:lnTo>
                  <a:lnTo>
                    <a:pt x="3132823" y="2309748"/>
                  </a:lnTo>
                  <a:lnTo>
                    <a:pt x="3133040" y="2309748"/>
                  </a:lnTo>
                  <a:lnTo>
                    <a:pt x="3133149" y="2309748"/>
                  </a:lnTo>
                  <a:lnTo>
                    <a:pt x="3133366" y="2309748"/>
                  </a:lnTo>
                  <a:lnTo>
                    <a:pt x="3133800" y="2309125"/>
                  </a:lnTo>
                  <a:lnTo>
                    <a:pt x="3133908" y="2309125"/>
                  </a:lnTo>
                  <a:lnTo>
                    <a:pt x="3134125" y="2309125"/>
                  </a:lnTo>
                  <a:lnTo>
                    <a:pt x="3134233" y="2309125"/>
                  </a:lnTo>
                  <a:lnTo>
                    <a:pt x="3134342" y="2309125"/>
                  </a:lnTo>
                  <a:lnTo>
                    <a:pt x="3134667" y="2308501"/>
                  </a:lnTo>
                  <a:lnTo>
                    <a:pt x="3135101" y="2308501"/>
                  </a:lnTo>
                  <a:lnTo>
                    <a:pt x="3135426" y="2308501"/>
                  </a:lnTo>
                  <a:lnTo>
                    <a:pt x="3135860" y="2307878"/>
                  </a:lnTo>
                  <a:lnTo>
                    <a:pt x="3135968" y="2307878"/>
                  </a:lnTo>
                  <a:lnTo>
                    <a:pt x="3136185" y="2307878"/>
                  </a:lnTo>
                  <a:lnTo>
                    <a:pt x="3136836" y="2306630"/>
                  </a:lnTo>
                  <a:lnTo>
                    <a:pt x="3136836" y="2306007"/>
                  </a:lnTo>
                  <a:lnTo>
                    <a:pt x="3136944" y="2306007"/>
                  </a:lnTo>
                  <a:lnTo>
                    <a:pt x="3137161" y="2306007"/>
                  </a:lnTo>
                  <a:lnTo>
                    <a:pt x="3137270" y="2306007"/>
                  </a:lnTo>
                  <a:lnTo>
                    <a:pt x="3137595" y="2306007"/>
                  </a:lnTo>
                  <a:lnTo>
                    <a:pt x="3137704" y="2306007"/>
                  </a:lnTo>
                  <a:lnTo>
                    <a:pt x="3137812" y="2306007"/>
                  </a:lnTo>
                  <a:lnTo>
                    <a:pt x="3137921" y="2306007"/>
                  </a:lnTo>
                  <a:lnTo>
                    <a:pt x="3138137" y="2306007"/>
                  </a:lnTo>
                  <a:lnTo>
                    <a:pt x="3138246" y="2306007"/>
                  </a:lnTo>
                  <a:lnTo>
                    <a:pt x="3138897" y="2305383"/>
                  </a:lnTo>
                  <a:lnTo>
                    <a:pt x="3139005" y="2304760"/>
                  </a:lnTo>
                  <a:lnTo>
                    <a:pt x="3139330" y="2304760"/>
                  </a:lnTo>
                  <a:lnTo>
                    <a:pt x="3139439" y="2304136"/>
                  </a:lnTo>
                  <a:lnTo>
                    <a:pt x="3139764" y="2302889"/>
                  </a:lnTo>
                  <a:lnTo>
                    <a:pt x="3139873" y="2302889"/>
                  </a:lnTo>
                  <a:lnTo>
                    <a:pt x="3139981" y="2302889"/>
                  </a:lnTo>
                  <a:lnTo>
                    <a:pt x="3140198" y="2302889"/>
                  </a:lnTo>
                  <a:lnTo>
                    <a:pt x="3140415" y="2302889"/>
                  </a:lnTo>
                  <a:lnTo>
                    <a:pt x="3140849" y="2302889"/>
                  </a:lnTo>
                  <a:lnTo>
                    <a:pt x="3140957" y="2302889"/>
                  </a:lnTo>
                  <a:lnTo>
                    <a:pt x="3141065" y="2302889"/>
                  </a:lnTo>
                  <a:lnTo>
                    <a:pt x="3141174" y="2302889"/>
                  </a:lnTo>
                  <a:lnTo>
                    <a:pt x="3141282" y="2302889"/>
                  </a:lnTo>
                  <a:lnTo>
                    <a:pt x="3141716" y="2302265"/>
                  </a:lnTo>
                  <a:lnTo>
                    <a:pt x="3142584" y="2300395"/>
                  </a:lnTo>
                  <a:lnTo>
                    <a:pt x="3142692" y="2300395"/>
                  </a:lnTo>
                  <a:lnTo>
                    <a:pt x="3142801" y="2300395"/>
                  </a:lnTo>
                  <a:lnTo>
                    <a:pt x="3142909" y="2300395"/>
                  </a:lnTo>
                  <a:lnTo>
                    <a:pt x="3142909" y="2299771"/>
                  </a:lnTo>
                  <a:lnTo>
                    <a:pt x="3143234" y="2299771"/>
                  </a:lnTo>
                  <a:lnTo>
                    <a:pt x="3143451" y="2299771"/>
                  </a:lnTo>
                  <a:lnTo>
                    <a:pt x="3143560" y="2299771"/>
                  </a:lnTo>
                  <a:lnTo>
                    <a:pt x="3144210" y="2298524"/>
                  </a:lnTo>
                  <a:lnTo>
                    <a:pt x="3144644" y="2298524"/>
                  </a:lnTo>
                  <a:lnTo>
                    <a:pt x="3144753" y="2298524"/>
                  </a:lnTo>
                  <a:lnTo>
                    <a:pt x="3145078" y="2298524"/>
                  </a:lnTo>
                  <a:lnTo>
                    <a:pt x="3145186" y="2298524"/>
                  </a:lnTo>
                  <a:lnTo>
                    <a:pt x="3145946" y="2298524"/>
                  </a:lnTo>
                  <a:lnTo>
                    <a:pt x="3146054" y="2298524"/>
                  </a:lnTo>
                  <a:lnTo>
                    <a:pt x="3146162" y="2298524"/>
                  </a:lnTo>
                  <a:lnTo>
                    <a:pt x="3146488" y="2297900"/>
                  </a:lnTo>
                  <a:lnTo>
                    <a:pt x="3146922" y="2297900"/>
                  </a:lnTo>
                  <a:lnTo>
                    <a:pt x="3147030" y="2297900"/>
                  </a:lnTo>
                  <a:lnTo>
                    <a:pt x="3147247" y="2297900"/>
                  </a:lnTo>
                  <a:lnTo>
                    <a:pt x="3147355" y="2297900"/>
                  </a:lnTo>
                  <a:lnTo>
                    <a:pt x="3147789" y="2297900"/>
                  </a:lnTo>
                  <a:lnTo>
                    <a:pt x="3147898" y="2296653"/>
                  </a:lnTo>
                  <a:lnTo>
                    <a:pt x="3148006" y="2296653"/>
                  </a:lnTo>
                  <a:lnTo>
                    <a:pt x="3148223" y="2296653"/>
                  </a:lnTo>
                  <a:lnTo>
                    <a:pt x="3148331" y="2296653"/>
                  </a:lnTo>
                  <a:lnTo>
                    <a:pt x="3148548" y="2296653"/>
                  </a:lnTo>
                  <a:lnTo>
                    <a:pt x="3148548" y="2296030"/>
                  </a:lnTo>
                  <a:lnTo>
                    <a:pt x="3148765" y="2295406"/>
                  </a:lnTo>
                  <a:lnTo>
                    <a:pt x="3148765" y="2294782"/>
                  </a:lnTo>
                  <a:lnTo>
                    <a:pt x="3148765" y="2294159"/>
                  </a:lnTo>
                  <a:lnTo>
                    <a:pt x="3148982" y="2294159"/>
                  </a:lnTo>
                  <a:lnTo>
                    <a:pt x="3149307" y="2292288"/>
                  </a:lnTo>
                  <a:lnTo>
                    <a:pt x="3149416" y="2292288"/>
                  </a:lnTo>
                  <a:lnTo>
                    <a:pt x="3149524" y="2291665"/>
                  </a:lnTo>
                  <a:lnTo>
                    <a:pt x="3149633" y="2291665"/>
                  </a:lnTo>
                  <a:lnTo>
                    <a:pt x="3149850" y="2291665"/>
                  </a:lnTo>
                  <a:lnTo>
                    <a:pt x="3150717" y="2290417"/>
                  </a:lnTo>
                  <a:lnTo>
                    <a:pt x="3151043" y="2289794"/>
                  </a:lnTo>
                  <a:lnTo>
                    <a:pt x="3151368" y="2288547"/>
                  </a:lnTo>
                  <a:lnTo>
                    <a:pt x="3151476" y="2288547"/>
                  </a:lnTo>
                  <a:lnTo>
                    <a:pt x="3151585" y="2288547"/>
                  </a:lnTo>
                  <a:lnTo>
                    <a:pt x="3151585" y="2287923"/>
                  </a:lnTo>
                  <a:lnTo>
                    <a:pt x="3151802" y="2287923"/>
                  </a:lnTo>
                  <a:lnTo>
                    <a:pt x="3152019" y="2287299"/>
                  </a:lnTo>
                  <a:lnTo>
                    <a:pt x="3152344" y="2286676"/>
                  </a:lnTo>
                  <a:lnTo>
                    <a:pt x="3152561" y="2286676"/>
                  </a:lnTo>
                  <a:lnTo>
                    <a:pt x="3152778" y="2286676"/>
                  </a:lnTo>
                  <a:lnTo>
                    <a:pt x="3152778" y="2286052"/>
                  </a:lnTo>
                  <a:lnTo>
                    <a:pt x="3153320" y="2286052"/>
                  </a:lnTo>
                  <a:lnTo>
                    <a:pt x="3153537" y="2286052"/>
                  </a:lnTo>
                  <a:lnTo>
                    <a:pt x="3153645" y="2286052"/>
                  </a:lnTo>
                  <a:lnTo>
                    <a:pt x="3153754" y="2286052"/>
                  </a:lnTo>
                  <a:lnTo>
                    <a:pt x="3153862" y="2286052"/>
                  </a:lnTo>
                  <a:lnTo>
                    <a:pt x="3154296" y="2286052"/>
                  </a:lnTo>
                  <a:lnTo>
                    <a:pt x="3154513" y="2286052"/>
                  </a:lnTo>
                  <a:lnTo>
                    <a:pt x="3154838" y="2286052"/>
                  </a:lnTo>
                  <a:lnTo>
                    <a:pt x="3155164" y="2286052"/>
                  </a:lnTo>
                  <a:lnTo>
                    <a:pt x="3155381" y="2286052"/>
                  </a:lnTo>
                  <a:lnTo>
                    <a:pt x="3155814" y="2285429"/>
                  </a:lnTo>
                  <a:lnTo>
                    <a:pt x="3155923" y="2285429"/>
                  </a:lnTo>
                  <a:lnTo>
                    <a:pt x="3155923" y="2284805"/>
                  </a:lnTo>
                  <a:lnTo>
                    <a:pt x="3156140" y="2283558"/>
                  </a:lnTo>
                  <a:lnTo>
                    <a:pt x="3156248" y="2283558"/>
                  </a:lnTo>
                  <a:lnTo>
                    <a:pt x="3156248" y="2282934"/>
                  </a:lnTo>
                  <a:lnTo>
                    <a:pt x="3156357" y="2282934"/>
                  </a:lnTo>
                  <a:lnTo>
                    <a:pt x="3156465" y="2282934"/>
                  </a:lnTo>
                  <a:lnTo>
                    <a:pt x="3156573" y="2282934"/>
                  </a:lnTo>
                  <a:lnTo>
                    <a:pt x="3156899" y="2282311"/>
                  </a:lnTo>
                  <a:lnTo>
                    <a:pt x="3157007" y="2282311"/>
                  </a:lnTo>
                  <a:lnTo>
                    <a:pt x="3157116" y="2282311"/>
                  </a:lnTo>
                  <a:lnTo>
                    <a:pt x="3157224" y="2282311"/>
                  </a:lnTo>
                  <a:lnTo>
                    <a:pt x="3157549" y="2282311"/>
                  </a:lnTo>
                  <a:lnTo>
                    <a:pt x="3158092" y="2282311"/>
                  </a:lnTo>
                  <a:lnTo>
                    <a:pt x="3158309" y="2282311"/>
                  </a:lnTo>
                  <a:lnTo>
                    <a:pt x="3158417" y="2282311"/>
                  </a:lnTo>
                  <a:lnTo>
                    <a:pt x="3158525" y="2282311"/>
                  </a:lnTo>
                  <a:lnTo>
                    <a:pt x="3158634" y="2281687"/>
                  </a:lnTo>
                  <a:lnTo>
                    <a:pt x="3158634" y="2281064"/>
                  </a:lnTo>
                  <a:lnTo>
                    <a:pt x="3159176" y="2280440"/>
                  </a:lnTo>
                  <a:lnTo>
                    <a:pt x="3159502" y="2280440"/>
                  </a:lnTo>
                  <a:lnTo>
                    <a:pt x="3159610" y="2280440"/>
                  </a:lnTo>
                  <a:lnTo>
                    <a:pt x="3159718" y="2280440"/>
                  </a:lnTo>
                  <a:lnTo>
                    <a:pt x="3159935" y="2279816"/>
                  </a:lnTo>
                  <a:lnTo>
                    <a:pt x="3160044" y="2279816"/>
                  </a:lnTo>
                  <a:lnTo>
                    <a:pt x="3160261" y="2279193"/>
                  </a:lnTo>
                  <a:lnTo>
                    <a:pt x="3160586" y="2278569"/>
                  </a:lnTo>
                  <a:lnTo>
                    <a:pt x="3160803" y="2278569"/>
                  </a:lnTo>
                  <a:lnTo>
                    <a:pt x="3160911" y="2278569"/>
                  </a:lnTo>
                  <a:lnTo>
                    <a:pt x="3161128" y="2277946"/>
                  </a:lnTo>
                  <a:lnTo>
                    <a:pt x="3161237" y="2277946"/>
                  </a:lnTo>
                  <a:lnTo>
                    <a:pt x="3161779" y="2277946"/>
                  </a:lnTo>
                  <a:lnTo>
                    <a:pt x="3161996" y="2277322"/>
                  </a:lnTo>
                  <a:lnTo>
                    <a:pt x="3162104" y="2277322"/>
                  </a:lnTo>
                  <a:lnTo>
                    <a:pt x="3162321" y="2277322"/>
                  </a:lnTo>
                  <a:lnTo>
                    <a:pt x="3162538" y="2276075"/>
                  </a:lnTo>
                  <a:lnTo>
                    <a:pt x="3163080" y="2276075"/>
                  </a:lnTo>
                  <a:lnTo>
                    <a:pt x="3163406" y="2276075"/>
                  </a:lnTo>
                  <a:lnTo>
                    <a:pt x="3163731" y="2276075"/>
                  </a:lnTo>
                  <a:lnTo>
                    <a:pt x="3163839" y="2275451"/>
                  </a:lnTo>
                  <a:lnTo>
                    <a:pt x="3163948" y="2275451"/>
                  </a:lnTo>
                  <a:lnTo>
                    <a:pt x="3164056" y="2275451"/>
                  </a:lnTo>
                  <a:lnTo>
                    <a:pt x="3164490" y="2275451"/>
                  </a:lnTo>
                  <a:lnTo>
                    <a:pt x="3164924" y="2274828"/>
                  </a:lnTo>
                  <a:lnTo>
                    <a:pt x="3165141" y="2274204"/>
                  </a:lnTo>
                  <a:lnTo>
                    <a:pt x="3165249" y="2274204"/>
                  </a:lnTo>
                  <a:lnTo>
                    <a:pt x="3165466" y="2273581"/>
                  </a:lnTo>
                  <a:lnTo>
                    <a:pt x="3165575" y="2273581"/>
                  </a:lnTo>
                  <a:lnTo>
                    <a:pt x="3165791" y="2273581"/>
                  </a:lnTo>
                  <a:lnTo>
                    <a:pt x="3165900" y="2273581"/>
                  </a:lnTo>
                  <a:lnTo>
                    <a:pt x="3166008" y="2273581"/>
                  </a:lnTo>
                  <a:lnTo>
                    <a:pt x="3166225" y="2272957"/>
                  </a:lnTo>
                  <a:lnTo>
                    <a:pt x="3166334" y="2272957"/>
                  </a:lnTo>
                  <a:lnTo>
                    <a:pt x="3166876" y="2272333"/>
                  </a:lnTo>
                  <a:lnTo>
                    <a:pt x="3167201" y="2272333"/>
                  </a:lnTo>
                  <a:lnTo>
                    <a:pt x="3167635" y="2271710"/>
                  </a:lnTo>
                  <a:lnTo>
                    <a:pt x="3167743" y="2271710"/>
                  </a:lnTo>
                  <a:lnTo>
                    <a:pt x="3167852" y="2271710"/>
                  </a:lnTo>
                  <a:lnTo>
                    <a:pt x="3168286" y="2269839"/>
                  </a:lnTo>
                  <a:lnTo>
                    <a:pt x="3168503" y="2269839"/>
                  </a:lnTo>
                  <a:lnTo>
                    <a:pt x="3168611" y="2269839"/>
                  </a:lnTo>
                  <a:lnTo>
                    <a:pt x="3168611" y="2269216"/>
                  </a:lnTo>
                  <a:lnTo>
                    <a:pt x="3168828" y="2268592"/>
                  </a:lnTo>
                  <a:lnTo>
                    <a:pt x="3169262" y="2267345"/>
                  </a:lnTo>
                  <a:lnTo>
                    <a:pt x="3169262" y="2266721"/>
                  </a:lnTo>
                  <a:lnTo>
                    <a:pt x="3169804" y="2264850"/>
                  </a:lnTo>
                  <a:lnTo>
                    <a:pt x="3169912" y="2264850"/>
                  </a:lnTo>
                  <a:lnTo>
                    <a:pt x="3170021" y="2264850"/>
                  </a:lnTo>
                  <a:lnTo>
                    <a:pt x="3170129" y="2264850"/>
                  </a:lnTo>
                  <a:lnTo>
                    <a:pt x="3170238" y="2264850"/>
                  </a:lnTo>
                  <a:lnTo>
                    <a:pt x="3170346" y="2264850"/>
                  </a:lnTo>
                  <a:lnTo>
                    <a:pt x="3170997" y="2263603"/>
                  </a:lnTo>
                  <a:lnTo>
                    <a:pt x="3171105" y="2262980"/>
                  </a:lnTo>
                  <a:lnTo>
                    <a:pt x="3171214" y="2262980"/>
                  </a:lnTo>
                  <a:lnTo>
                    <a:pt x="3171539" y="2262980"/>
                  </a:lnTo>
                  <a:lnTo>
                    <a:pt x="3171539" y="2262356"/>
                  </a:lnTo>
                  <a:lnTo>
                    <a:pt x="3171648" y="2262356"/>
                  </a:lnTo>
                  <a:lnTo>
                    <a:pt x="3172624" y="2261733"/>
                  </a:lnTo>
                  <a:lnTo>
                    <a:pt x="3172841" y="2261733"/>
                  </a:lnTo>
                  <a:lnTo>
                    <a:pt x="3173057" y="2261733"/>
                  </a:lnTo>
                  <a:lnTo>
                    <a:pt x="3173057" y="2261109"/>
                  </a:lnTo>
                  <a:lnTo>
                    <a:pt x="3173600" y="2261109"/>
                  </a:lnTo>
                  <a:lnTo>
                    <a:pt x="3174467" y="2259862"/>
                  </a:lnTo>
                  <a:lnTo>
                    <a:pt x="3174576" y="2259862"/>
                  </a:lnTo>
                  <a:lnTo>
                    <a:pt x="3175443" y="2258615"/>
                  </a:lnTo>
                  <a:lnTo>
                    <a:pt x="3175552" y="2258615"/>
                  </a:lnTo>
                  <a:lnTo>
                    <a:pt x="3175769" y="2258615"/>
                  </a:lnTo>
                  <a:lnTo>
                    <a:pt x="3175877" y="2258615"/>
                  </a:lnTo>
                  <a:lnTo>
                    <a:pt x="3176745" y="2257367"/>
                  </a:lnTo>
                  <a:lnTo>
                    <a:pt x="3177504" y="2257367"/>
                  </a:lnTo>
                  <a:lnTo>
                    <a:pt x="3177829" y="2256120"/>
                  </a:lnTo>
                  <a:lnTo>
                    <a:pt x="3177938" y="2256120"/>
                  </a:lnTo>
                  <a:lnTo>
                    <a:pt x="3178046" y="2256120"/>
                  </a:lnTo>
                  <a:lnTo>
                    <a:pt x="3178154" y="2256120"/>
                  </a:lnTo>
                  <a:lnTo>
                    <a:pt x="3178697" y="2254250"/>
                  </a:lnTo>
                  <a:lnTo>
                    <a:pt x="3178805" y="2254250"/>
                  </a:lnTo>
                  <a:lnTo>
                    <a:pt x="3179130" y="2254250"/>
                  </a:lnTo>
                  <a:lnTo>
                    <a:pt x="3179456" y="2254250"/>
                  </a:lnTo>
                  <a:lnTo>
                    <a:pt x="3179673" y="2254250"/>
                  </a:lnTo>
                  <a:lnTo>
                    <a:pt x="3179673" y="2253626"/>
                  </a:lnTo>
                  <a:lnTo>
                    <a:pt x="3179781" y="2253626"/>
                  </a:lnTo>
                  <a:lnTo>
                    <a:pt x="3179890" y="2253626"/>
                  </a:lnTo>
                  <a:lnTo>
                    <a:pt x="3180323" y="2253002"/>
                  </a:lnTo>
                  <a:lnTo>
                    <a:pt x="3180432" y="2253002"/>
                  </a:lnTo>
                  <a:lnTo>
                    <a:pt x="3180866" y="2252379"/>
                  </a:lnTo>
                  <a:lnTo>
                    <a:pt x="3180866" y="2251755"/>
                  </a:lnTo>
                  <a:lnTo>
                    <a:pt x="3180974" y="2251755"/>
                  </a:lnTo>
                  <a:lnTo>
                    <a:pt x="3181516" y="2251755"/>
                  </a:lnTo>
                  <a:lnTo>
                    <a:pt x="3181625" y="2251755"/>
                  </a:lnTo>
                  <a:lnTo>
                    <a:pt x="3181733" y="2251755"/>
                  </a:lnTo>
                  <a:lnTo>
                    <a:pt x="3181842" y="2251132"/>
                  </a:lnTo>
                  <a:lnTo>
                    <a:pt x="3181950" y="2251132"/>
                  </a:lnTo>
                  <a:lnTo>
                    <a:pt x="3182167" y="2251132"/>
                  </a:lnTo>
                  <a:lnTo>
                    <a:pt x="3182275" y="2251132"/>
                  </a:lnTo>
                  <a:lnTo>
                    <a:pt x="3182492" y="2249261"/>
                  </a:lnTo>
                  <a:lnTo>
                    <a:pt x="3182601" y="2249261"/>
                  </a:lnTo>
                  <a:lnTo>
                    <a:pt x="3182926" y="2249261"/>
                  </a:lnTo>
                  <a:lnTo>
                    <a:pt x="3183468" y="2249261"/>
                  </a:lnTo>
                  <a:lnTo>
                    <a:pt x="3183577" y="2249261"/>
                  </a:lnTo>
                  <a:lnTo>
                    <a:pt x="3183685" y="2249261"/>
                  </a:lnTo>
                  <a:lnTo>
                    <a:pt x="3183902" y="2249261"/>
                  </a:lnTo>
                  <a:lnTo>
                    <a:pt x="3184011" y="2248014"/>
                  </a:lnTo>
                  <a:lnTo>
                    <a:pt x="3184553" y="2247390"/>
                  </a:lnTo>
                  <a:lnTo>
                    <a:pt x="3184553" y="2246767"/>
                  </a:lnTo>
                  <a:lnTo>
                    <a:pt x="3184553" y="2246143"/>
                  </a:lnTo>
                  <a:lnTo>
                    <a:pt x="3184661" y="2246143"/>
                  </a:lnTo>
                  <a:lnTo>
                    <a:pt x="3184878" y="2246143"/>
                  </a:lnTo>
                  <a:lnTo>
                    <a:pt x="3185095" y="2246143"/>
                  </a:lnTo>
                  <a:lnTo>
                    <a:pt x="3185204" y="2246143"/>
                  </a:lnTo>
                  <a:lnTo>
                    <a:pt x="3185420" y="2246143"/>
                  </a:lnTo>
                  <a:lnTo>
                    <a:pt x="3185529" y="2246143"/>
                  </a:lnTo>
                  <a:lnTo>
                    <a:pt x="3185746" y="2246143"/>
                  </a:lnTo>
                  <a:lnTo>
                    <a:pt x="3185854" y="2245519"/>
                  </a:lnTo>
                  <a:lnTo>
                    <a:pt x="3186071" y="2244896"/>
                  </a:lnTo>
                  <a:lnTo>
                    <a:pt x="3186071" y="2244272"/>
                  </a:lnTo>
                  <a:lnTo>
                    <a:pt x="3186180" y="2244272"/>
                  </a:lnTo>
                  <a:lnTo>
                    <a:pt x="3186288" y="2244272"/>
                  </a:lnTo>
                  <a:lnTo>
                    <a:pt x="3186830" y="2244272"/>
                  </a:lnTo>
                  <a:lnTo>
                    <a:pt x="3186939" y="2244272"/>
                  </a:lnTo>
                  <a:lnTo>
                    <a:pt x="3186939" y="2243649"/>
                  </a:lnTo>
                  <a:lnTo>
                    <a:pt x="3187156" y="2243649"/>
                  </a:lnTo>
                  <a:lnTo>
                    <a:pt x="3187698" y="2243025"/>
                  </a:lnTo>
                  <a:lnTo>
                    <a:pt x="3187698" y="2242402"/>
                  </a:lnTo>
                  <a:lnTo>
                    <a:pt x="3188023" y="2242402"/>
                  </a:lnTo>
                  <a:lnTo>
                    <a:pt x="3188132" y="2242402"/>
                  </a:lnTo>
                  <a:lnTo>
                    <a:pt x="3188240" y="2242402"/>
                  </a:lnTo>
                  <a:lnTo>
                    <a:pt x="3188348" y="2242402"/>
                  </a:lnTo>
                  <a:lnTo>
                    <a:pt x="3188674" y="2242402"/>
                  </a:lnTo>
                  <a:lnTo>
                    <a:pt x="3188782" y="2242402"/>
                  </a:lnTo>
                  <a:lnTo>
                    <a:pt x="3188999" y="2242402"/>
                  </a:lnTo>
                  <a:lnTo>
                    <a:pt x="3189108" y="2242402"/>
                  </a:lnTo>
                  <a:lnTo>
                    <a:pt x="3189216" y="2242402"/>
                  </a:lnTo>
                  <a:lnTo>
                    <a:pt x="3189325" y="2242402"/>
                  </a:lnTo>
                  <a:lnTo>
                    <a:pt x="3189541" y="2241778"/>
                  </a:lnTo>
                  <a:lnTo>
                    <a:pt x="3189758" y="2241778"/>
                  </a:lnTo>
                  <a:lnTo>
                    <a:pt x="3189867" y="2241778"/>
                  </a:lnTo>
                  <a:lnTo>
                    <a:pt x="3190409" y="2241778"/>
                  </a:lnTo>
                  <a:lnTo>
                    <a:pt x="3190626" y="2241778"/>
                  </a:lnTo>
                  <a:lnTo>
                    <a:pt x="3190626" y="2240531"/>
                  </a:lnTo>
                  <a:lnTo>
                    <a:pt x="3190951" y="2239907"/>
                  </a:lnTo>
                  <a:lnTo>
                    <a:pt x="3191060" y="2239907"/>
                  </a:lnTo>
                  <a:lnTo>
                    <a:pt x="3191277" y="2239907"/>
                  </a:lnTo>
                  <a:lnTo>
                    <a:pt x="3191385" y="2239907"/>
                  </a:lnTo>
                  <a:lnTo>
                    <a:pt x="3191602" y="2239907"/>
                  </a:lnTo>
                  <a:lnTo>
                    <a:pt x="3191710" y="2239907"/>
                  </a:lnTo>
                  <a:lnTo>
                    <a:pt x="3192036" y="2239907"/>
                  </a:lnTo>
                  <a:lnTo>
                    <a:pt x="3192253" y="2239907"/>
                  </a:lnTo>
                  <a:lnTo>
                    <a:pt x="3192578" y="2239907"/>
                  </a:lnTo>
                  <a:lnTo>
                    <a:pt x="3193012" y="2239907"/>
                  </a:lnTo>
                  <a:lnTo>
                    <a:pt x="3193120" y="2239907"/>
                  </a:lnTo>
                  <a:lnTo>
                    <a:pt x="3193337" y="2239907"/>
                  </a:lnTo>
                  <a:lnTo>
                    <a:pt x="3193337" y="2239284"/>
                  </a:lnTo>
                  <a:lnTo>
                    <a:pt x="3193445" y="2239284"/>
                  </a:lnTo>
                  <a:lnTo>
                    <a:pt x="3193445" y="2238660"/>
                  </a:lnTo>
                  <a:lnTo>
                    <a:pt x="3193771" y="2238660"/>
                  </a:lnTo>
                  <a:lnTo>
                    <a:pt x="3194096" y="2238660"/>
                  </a:lnTo>
                  <a:lnTo>
                    <a:pt x="3194205" y="2238660"/>
                  </a:lnTo>
                  <a:lnTo>
                    <a:pt x="3194205" y="2238036"/>
                  </a:lnTo>
                  <a:lnTo>
                    <a:pt x="3194422" y="2238036"/>
                  </a:lnTo>
                  <a:lnTo>
                    <a:pt x="3194530" y="2238036"/>
                  </a:lnTo>
                  <a:lnTo>
                    <a:pt x="3194638" y="2238036"/>
                  </a:lnTo>
                  <a:lnTo>
                    <a:pt x="3194964" y="2237413"/>
                  </a:lnTo>
                  <a:lnTo>
                    <a:pt x="3195072" y="2237413"/>
                  </a:lnTo>
                  <a:lnTo>
                    <a:pt x="3195398" y="2236789"/>
                  </a:lnTo>
                  <a:lnTo>
                    <a:pt x="3195506" y="2236789"/>
                  </a:lnTo>
                  <a:lnTo>
                    <a:pt x="3195614" y="2236166"/>
                  </a:lnTo>
                  <a:lnTo>
                    <a:pt x="3195723" y="2236166"/>
                  </a:lnTo>
                  <a:lnTo>
                    <a:pt x="3195831" y="2236166"/>
                  </a:lnTo>
                  <a:lnTo>
                    <a:pt x="3196265" y="2234919"/>
                  </a:lnTo>
                  <a:lnTo>
                    <a:pt x="3196374" y="2234919"/>
                  </a:lnTo>
                  <a:lnTo>
                    <a:pt x="3196590" y="2234919"/>
                  </a:lnTo>
                  <a:lnTo>
                    <a:pt x="3196916" y="2234919"/>
                  </a:lnTo>
                  <a:lnTo>
                    <a:pt x="3197133" y="2233671"/>
                  </a:lnTo>
                  <a:lnTo>
                    <a:pt x="3197350" y="2233671"/>
                  </a:lnTo>
                  <a:lnTo>
                    <a:pt x="3197458" y="2233671"/>
                  </a:lnTo>
                  <a:lnTo>
                    <a:pt x="3197675" y="2233048"/>
                  </a:lnTo>
                  <a:lnTo>
                    <a:pt x="3197783" y="2233048"/>
                  </a:lnTo>
                  <a:lnTo>
                    <a:pt x="3198000" y="2233048"/>
                  </a:lnTo>
                  <a:lnTo>
                    <a:pt x="3198217" y="2233048"/>
                  </a:lnTo>
                  <a:lnTo>
                    <a:pt x="3198434" y="2233048"/>
                  </a:lnTo>
                  <a:lnTo>
                    <a:pt x="3198976" y="2233048"/>
                  </a:lnTo>
                  <a:lnTo>
                    <a:pt x="3199410" y="2233048"/>
                  </a:lnTo>
                  <a:lnTo>
                    <a:pt x="3199519" y="2232424"/>
                  </a:lnTo>
                  <a:lnTo>
                    <a:pt x="3199627" y="2232424"/>
                  </a:lnTo>
                  <a:lnTo>
                    <a:pt x="3199844" y="2232424"/>
                  </a:lnTo>
                  <a:lnTo>
                    <a:pt x="3200061" y="2232424"/>
                  </a:lnTo>
                  <a:lnTo>
                    <a:pt x="3200386" y="2231801"/>
                  </a:lnTo>
                  <a:lnTo>
                    <a:pt x="3200603" y="2231801"/>
                  </a:lnTo>
                  <a:lnTo>
                    <a:pt x="3200711" y="2231801"/>
                  </a:lnTo>
                  <a:lnTo>
                    <a:pt x="3200820" y="2231801"/>
                  </a:lnTo>
                  <a:lnTo>
                    <a:pt x="3201254" y="2231177"/>
                  </a:lnTo>
                  <a:lnTo>
                    <a:pt x="3201362" y="2231177"/>
                  </a:lnTo>
                  <a:lnTo>
                    <a:pt x="3201471" y="2231177"/>
                  </a:lnTo>
                  <a:lnTo>
                    <a:pt x="3202013" y="2231177"/>
                  </a:lnTo>
                  <a:lnTo>
                    <a:pt x="3202121" y="2231177"/>
                  </a:lnTo>
                  <a:lnTo>
                    <a:pt x="3202338" y="2230553"/>
                  </a:lnTo>
                  <a:lnTo>
                    <a:pt x="3202555" y="2230553"/>
                  </a:lnTo>
                  <a:lnTo>
                    <a:pt x="3202555" y="2229930"/>
                  </a:lnTo>
                  <a:lnTo>
                    <a:pt x="3202664" y="2229306"/>
                  </a:lnTo>
                  <a:lnTo>
                    <a:pt x="3202772" y="2229306"/>
                  </a:lnTo>
                  <a:lnTo>
                    <a:pt x="3203206" y="2229306"/>
                  </a:lnTo>
                  <a:lnTo>
                    <a:pt x="3203206" y="2228683"/>
                  </a:lnTo>
                  <a:lnTo>
                    <a:pt x="3203965" y="2228059"/>
                  </a:lnTo>
                  <a:lnTo>
                    <a:pt x="3204399" y="2227436"/>
                  </a:lnTo>
                  <a:lnTo>
                    <a:pt x="3204724" y="2224941"/>
                  </a:lnTo>
                  <a:lnTo>
                    <a:pt x="3204832" y="2224941"/>
                  </a:lnTo>
                  <a:lnTo>
                    <a:pt x="3205375" y="2224318"/>
                  </a:lnTo>
                  <a:lnTo>
                    <a:pt x="3206134" y="2224318"/>
                  </a:lnTo>
                  <a:lnTo>
                    <a:pt x="3206568" y="2223694"/>
                  </a:lnTo>
                  <a:lnTo>
                    <a:pt x="3206893" y="2222447"/>
                  </a:lnTo>
                  <a:lnTo>
                    <a:pt x="3207110" y="2222447"/>
                  </a:lnTo>
                  <a:lnTo>
                    <a:pt x="3207327" y="2220576"/>
                  </a:lnTo>
                  <a:lnTo>
                    <a:pt x="3207869" y="2219953"/>
                  </a:lnTo>
                  <a:lnTo>
                    <a:pt x="3208194" y="2219329"/>
                  </a:lnTo>
                  <a:lnTo>
                    <a:pt x="3208303" y="2218705"/>
                  </a:lnTo>
                  <a:lnTo>
                    <a:pt x="3208845" y="2218705"/>
                  </a:lnTo>
                  <a:lnTo>
                    <a:pt x="3208845" y="2218082"/>
                  </a:lnTo>
                  <a:lnTo>
                    <a:pt x="3209170" y="2218082"/>
                  </a:lnTo>
                  <a:lnTo>
                    <a:pt x="3209279" y="2218082"/>
                  </a:lnTo>
                  <a:lnTo>
                    <a:pt x="3209713" y="2218082"/>
                  </a:lnTo>
                  <a:lnTo>
                    <a:pt x="3209713" y="2217458"/>
                  </a:lnTo>
                  <a:lnTo>
                    <a:pt x="3209929" y="2214964"/>
                  </a:lnTo>
                  <a:lnTo>
                    <a:pt x="3210038" y="2214964"/>
                  </a:lnTo>
                  <a:lnTo>
                    <a:pt x="3210146" y="2214964"/>
                  </a:lnTo>
                  <a:lnTo>
                    <a:pt x="3210363" y="2214964"/>
                  </a:lnTo>
                  <a:lnTo>
                    <a:pt x="3210472" y="2214964"/>
                  </a:lnTo>
                  <a:lnTo>
                    <a:pt x="3210580" y="2214964"/>
                  </a:lnTo>
                  <a:lnTo>
                    <a:pt x="3210689" y="2214964"/>
                  </a:lnTo>
                  <a:lnTo>
                    <a:pt x="3210797" y="2213717"/>
                  </a:lnTo>
                  <a:lnTo>
                    <a:pt x="3211014" y="2213093"/>
                  </a:lnTo>
                  <a:lnTo>
                    <a:pt x="3211122" y="2213093"/>
                  </a:lnTo>
                  <a:lnTo>
                    <a:pt x="3211231" y="2213093"/>
                  </a:lnTo>
                  <a:lnTo>
                    <a:pt x="3211665" y="2213093"/>
                  </a:lnTo>
                  <a:lnTo>
                    <a:pt x="3211882" y="2213093"/>
                  </a:lnTo>
                  <a:lnTo>
                    <a:pt x="3212098" y="2213093"/>
                  </a:lnTo>
                  <a:lnTo>
                    <a:pt x="3212207" y="2213093"/>
                  </a:lnTo>
                  <a:lnTo>
                    <a:pt x="3212315" y="2212470"/>
                  </a:lnTo>
                  <a:lnTo>
                    <a:pt x="3212424" y="2211846"/>
                  </a:lnTo>
                  <a:lnTo>
                    <a:pt x="3213074" y="2211846"/>
                  </a:lnTo>
                  <a:lnTo>
                    <a:pt x="3213183" y="2211846"/>
                  </a:lnTo>
                  <a:lnTo>
                    <a:pt x="3213400" y="2211846"/>
                  </a:lnTo>
                  <a:lnTo>
                    <a:pt x="3213400" y="2211222"/>
                  </a:lnTo>
                  <a:lnTo>
                    <a:pt x="3213508" y="2210599"/>
                  </a:lnTo>
                  <a:lnTo>
                    <a:pt x="3213617" y="2210599"/>
                  </a:lnTo>
                  <a:lnTo>
                    <a:pt x="3213725" y="2209975"/>
                  </a:lnTo>
                  <a:lnTo>
                    <a:pt x="3213834" y="2209975"/>
                  </a:lnTo>
                  <a:lnTo>
                    <a:pt x="3213834" y="2209352"/>
                  </a:lnTo>
                  <a:lnTo>
                    <a:pt x="3214267" y="2208728"/>
                  </a:lnTo>
                  <a:lnTo>
                    <a:pt x="3214484" y="2208728"/>
                  </a:lnTo>
                  <a:lnTo>
                    <a:pt x="3214593" y="2208728"/>
                  </a:lnTo>
                  <a:lnTo>
                    <a:pt x="3214701" y="2208728"/>
                  </a:lnTo>
                  <a:lnTo>
                    <a:pt x="3214810" y="2208728"/>
                  </a:lnTo>
                  <a:lnTo>
                    <a:pt x="3214918" y="2208728"/>
                  </a:lnTo>
                  <a:lnTo>
                    <a:pt x="3215026" y="2208728"/>
                  </a:lnTo>
                  <a:lnTo>
                    <a:pt x="3215243" y="2207481"/>
                  </a:lnTo>
                  <a:lnTo>
                    <a:pt x="3215352" y="2207481"/>
                  </a:lnTo>
                  <a:lnTo>
                    <a:pt x="3215460" y="2207481"/>
                  </a:lnTo>
                  <a:lnTo>
                    <a:pt x="3215677" y="2206857"/>
                  </a:lnTo>
                  <a:lnTo>
                    <a:pt x="3216111" y="2206857"/>
                  </a:lnTo>
                  <a:lnTo>
                    <a:pt x="3216219" y="2206857"/>
                  </a:lnTo>
                  <a:lnTo>
                    <a:pt x="3216328" y="2206857"/>
                  </a:lnTo>
                  <a:lnTo>
                    <a:pt x="3216436" y="2206857"/>
                  </a:lnTo>
                  <a:lnTo>
                    <a:pt x="3216545" y="2206857"/>
                  </a:lnTo>
                  <a:lnTo>
                    <a:pt x="3216762" y="2206857"/>
                  </a:lnTo>
                  <a:lnTo>
                    <a:pt x="3216979" y="2206857"/>
                  </a:lnTo>
                  <a:lnTo>
                    <a:pt x="3217195" y="2206857"/>
                  </a:lnTo>
                  <a:lnTo>
                    <a:pt x="3217304" y="2206857"/>
                  </a:lnTo>
                  <a:lnTo>
                    <a:pt x="3217412" y="2206857"/>
                  </a:lnTo>
                  <a:lnTo>
                    <a:pt x="3217521" y="2206857"/>
                  </a:lnTo>
                  <a:lnTo>
                    <a:pt x="3217629" y="2206857"/>
                  </a:lnTo>
                  <a:lnTo>
                    <a:pt x="3217738" y="2206857"/>
                  </a:lnTo>
                  <a:lnTo>
                    <a:pt x="3217846" y="2206857"/>
                  </a:lnTo>
                  <a:lnTo>
                    <a:pt x="3217955" y="2206857"/>
                  </a:lnTo>
                  <a:lnTo>
                    <a:pt x="3218063" y="2206857"/>
                  </a:lnTo>
                  <a:lnTo>
                    <a:pt x="3218497" y="2206857"/>
                  </a:lnTo>
                  <a:lnTo>
                    <a:pt x="3218714" y="2206857"/>
                  </a:lnTo>
                  <a:lnTo>
                    <a:pt x="3218931" y="2206857"/>
                  </a:lnTo>
                  <a:lnTo>
                    <a:pt x="3219256" y="2206857"/>
                  </a:lnTo>
                  <a:lnTo>
                    <a:pt x="3219581" y="2206857"/>
                  </a:lnTo>
                  <a:lnTo>
                    <a:pt x="3219690" y="2206857"/>
                  </a:lnTo>
                  <a:lnTo>
                    <a:pt x="3219907" y="2206857"/>
                  </a:lnTo>
                  <a:lnTo>
                    <a:pt x="3220340" y="2206857"/>
                  </a:lnTo>
                  <a:lnTo>
                    <a:pt x="3220557" y="2206857"/>
                  </a:lnTo>
                  <a:lnTo>
                    <a:pt x="3220774" y="2206234"/>
                  </a:lnTo>
                  <a:lnTo>
                    <a:pt x="3220883" y="2206234"/>
                  </a:lnTo>
                  <a:lnTo>
                    <a:pt x="3221100" y="2206234"/>
                  </a:lnTo>
                  <a:lnTo>
                    <a:pt x="3221208" y="2206234"/>
                  </a:lnTo>
                  <a:lnTo>
                    <a:pt x="3221316" y="2206234"/>
                  </a:lnTo>
                  <a:lnTo>
                    <a:pt x="3221425" y="2206234"/>
                  </a:lnTo>
                  <a:lnTo>
                    <a:pt x="3221642" y="2206234"/>
                  </a:lnTo>
                  <a:lnTo>
                    <a:pt x="3222076" y="2205610"/>
                  </a:lnTo>
                  <a:lnTo>
                    <a:pt x="3222184" y="2205610"/>
                  </a:lnTo>
                  <a:lnTo>
                    <a:pt x="3222292" y="2204987"/>
                  </a:lnTo>
                  <a:lnTo>
                    <a:pt x="3222401" y="2204987"/>
                  </a:lnTo>
                  <a:lnTo>
                    <a:pt x="3222835" y="2204987"/>
                  </a:lnTo>
                  <a:lnTo>
                    <a:pt x="3222943" y="2204987"/>
                  </a:lnTo>
                  <a:lnTo>
                    <a:pt x="3223377" y="2204363"/>
                  </a:lnTo>
                  <a:lnTo>
                    <a:pt x="3223485" y="2204363"/>
                  </a:lnTo>
                  <a:lnTo>
                    <a:pt x="3223702" y="2203739"/>
                  </a:lnTo>
                  <a:lnTo>
                    <a:pt x="3223811" y="2203739"/>
                  </a:lnTo>
                  <a:lnTo>
                    <a:pt x="3223919" y="2203739"/>
                  </a:lnTo>
                  <a:lnTo>
                    <a:pt x="3224028" y="2203739"/>
                  </a:lnTo>
                  <a:lnTo>
                    <a:pt x="3224136" y="2203739"/>
                  </a:lnTo>
                  <a:lnTo>
                    <a:pt x="3224245" y="2203739"/>
                  </a:lnTo>
                  <a:lnTo>
                    <a:pt x="3224353" y="2203116"/>
                  </a:lnTo>
                  <a:lnTo>
                    <a:pt x="3224461" y="2203116"/>
                  </a:lnTo>
                  <a:lnTo>
                    <a:pt x="3224895" y="2203116"/>
                  </a:lnTo>
                  <a:lnTo>
                    <a:pt x="3225004" y="2202492"/>
                  </a:lnTo>
                  <a:lnTo>
                    <a:pt x="3225221" y="2202492"/>
                  </a:lnTo>
                  <a:lnTo>
                    <a:pt x="3225437" y="2202492"/>
                  </a:lnTo>
                  <a:lnTo>
                    <a:pt x="3225980" y="2202492"/>
                  </a:lnTo>
                  <a:lnTo>
                    <a:pt x="3226413" y="2201869"/>
                  </a:lnTo>
                  <a:lnTo>
                    <a:pt x="3226739" y="2201869"/>
                  </a:lnTo>
                  <a:lnTo>
                    <a:pt x="3226847" y="2201869"/>
                  </a:lnTo>
                  <a:lnTo>
                    <a:pt x="3226847" y="2201245"/>
                  </a:lnTo>
                  <a:lnTo>
                    <a:pt x="3226847" y="2200622"/>
                  </a:lnTo>
                  <a:lnTo>
                    <a:pt x="3226956" y="2200622"/>
                  </a:lnTo>
                  <a:lnTo>
                    <a:pt x="3227173" y="2200622"/>
                  </a:lnTo>
                  <a:lnTo>
                    <a:pt x="3227389" y="2200622"/>
                  </a:lnTo>
                  <a:lnTo>
                    <a:pt x="3227715" y="2199998"/>
                  </a:lnTo>
                  <a:lnTo>
                    <a:pt x="3227715" y="2199374"/>
                  </a:lnTo>
                  <a:lnTo>
                    <a:pt x="3227823" y="2199374"/>
                  </a:lnTo>
                  <a:lnTo>
                    <a:pt x="3227932" y="2198751"/>
                  </a:lnTo>
                  <a:lnTo>
                    <a:pt x="3228040" y="2198751"/>
                  </a:lnTo>
                  <a:lnTo>
                    <a:pt x="3228149" y="2198751"/>
                  </a:lnTo>
                  <a:lnTo>
                    <a:pt x="3228257" y="2198751"/>
                  </a:lnTo>
                  <a:lnTo>
                    <a:pt x="3238776" y="2180667"/>
                  </a:lnTo>
                  <a:lnTo>
                    <a:pt x="3239210" y="2178173"/>
                  </a:lnTo>
                  <a:lnTo>
                    <a:pt x="3239319" y="2178173"/>
                  </a:lnTo>
                  <a:lnTo>
                    <a:pt x="3239427" y="2178173"/>
                  </a:lnTo>
                  <a:lnTo>
                    <a:pt x="3239427" y="2177549"/>
                  </a:lnTo>
                  <a:lnTo>
                    <a:pt x="3239536" y="2176302"/>
                  </a:lnTo>
                  <a:lnTo>
                    <a:pt x="3239644" y="2176302"/>
                  </a:lnTo>
                  <a:lnTo>
                    <a:pt x="3239752" y="2176302"/>
                  </a:lnTo>
                  <a:lnTo>
                    <a:pt x="3239861" y="2176302"/>
                  </a:lnTo>
                  <a:lnTo>
                    <a:pt x="3240078" y="2176302"/>
                  </a:lnTo>
                  <a:lnTo>
                    <a:pt x="3240837" y="2175678"/>
                  </a:lnTo>
                  <a:lnTo>
                    <a:pt x="3241162" y="2175678"/>
                  </a:lnTo>
                  <a:lnTo>
                    <a:pt x="3241379" y="2175678"/>
                  </a:lnTo>
                  <a:lnTo>
                    <a:pt x="3241488" y="2175678"/>
                  </a:lnTo>
                  <a:lnTo>
                    <a:pt x="3241596" y="2175678"/>
                  </a:lnTo>
                  <a:lnTo>
                    <a:pt x="3242030" y="2175678"/>
                  </a:lnTo>
                  <a:lnTo>
                    <a:pt x="3242030" y="2175055"/>
                  </a:lnTo>
                  <a:lnTo>
                    <a:pt x="3242138" y="2175055"/>
                  </a:lnTo>
                  <a:lnTo>
                    <a:pt x="3243006" y="2175055"/>
                  </a:lnTo>
                  <a:lnTo>
                    <a:pt x="3243114" y="2175055"/>
                  </a:lnTo>
                  <a:lnTo>
                    <a:pt x="3243223" y="2175055"/>
                  </a:lnTo>
                  <a:lnTo>
                    <a:pt x="3243331" y="2175055"/>
                  </a:lnTo>
                  <a:lnTo>
                    <a:pt x="3243548" y="2174431"/>
                  </a:lnTo>
                  <a:lnTo>
                    <a:pt x="3243657" y="2174431"/>
                  </a:lnTo>
                  <a:lnTo>
                    <a:pt x="3243765" y="2174431"/>
                  </a:lnTo>
                  <a:lnTo>
                    <a:pt x="3243873" y="2174431"/>
                  </a:lnTo>
                  <a:lnTo>
                    <a:pt x="3243982" y="2174431"/>
                  </a:lnTo>
                  <a:lnTo>
                    <a:pt x="3244090" y="2174431"/>
                  </a:lnTo>
                  <a:lnTo>
                    <a:pt x="3244416" y="2174431"/>
                  </a:lnTo>
                  <a:lnTo>
                    <a:pt x="3244524" y="2174431"/>
                  </a:lnTo>
                  <a:lnTo>
                    <a:pt x="3244741" y="2174431"/>
                  </a:lnTo>
                  <a:lnTo>
                    <a:pt x="3244849" y="2174431"/>
                  </a:lnTo>
                  <a:lnTo>
                    <a:pt x="3245066" y="2174431"/>
                  </a:lnTo>
                  <a:lnTo>
                    <a:pt x="3245175" y="2174431"/>
                  </a:lnTo>
                  <a:lnTo>
                    <a:pt x="3245283" y="2174431"/>
                  </a:lnTo>
                  <a:lnTo>
                    <a:pt x="3245392" y="2174431"/>
                  </a:lnTo>
                  <a:lnTo>
                    <a:pt x="3245609" y="2174431"/>
                  </a:lnTo>
                  <a:lnTo>
                    <a:pt x="3245717" y="2174431"/>
                  </a:lnTo>
                  <a:lnTo>
                    <a:pt x="3245826" y="2174431"/>
                  </a:lnTo>
                  <a:lnTo>
                    <a:pt x="3246151" y="2174431"/>
                  </a:lnTo>
                  <a:lnTo>
                    <a:pt x="3246259" y="2174431"/>
                  </a:lnTo>
                  <a:lnTo>
                    <a:pt x="3246910" y="2173807"/>
                  </a:lnTo>
                  <a:lnTo>
                    <a:pt x="3247018" y="2173807"/>
                  </a:lnTo>
                  <a:lnTo>
                    <a:pt x="3247344" y="2173184"/>
                  </a:lnTo>
                  <a:lnTo>
                    <a:pt x="3247778" y="2173184"/>
                  </a:lnTo>
                  <a:lnTo>
                    <a:pt x="3247886" y="2173184"/>
                  </a:lnTo>
                  <a:lnTo>
                    <a:pt x="3247994" y="2173184"/>
                  </a:lnTo>
                  <a:lnTo>
                    <a:pt x="3248103" y="2173184"/>
                  </a:lnTo>
                  <a:lnTo>
                    <a:pt x="3248211" y="2173184"/>
                  </a:lnTo>
                  <a:lnTo>
                    <a:pt x="3248320" y="2173184"/>
                  </a:lnTo>
                  <a:lnTo>
                    <a:pt x="3248537" y="2173184"/>
                  </a:lnTo>
                  <a:lnTo>
                    <a:pt x="3248645" y="2173184"/>
                  </a:lnTo>
                  <a:lnTo>
                    <a:pt x="3248754" y="2173184"/>
                  </a:lnTo>
                  <a:lnTo>
                    <a:pt x="3249187" y="2173184"/>
                  </a:lnTo>
                  <a:lnTo>
                    <a:pt x="3249296" y="2173184"/>
                  </a:lnTo>
                  <a:lnTo>
                    <a:pt x="3249513" y="2173184"/>
                  </a:lnTo>
                  <a:lnTo>
                    <a:pt x="3249621" y="2173184"/>
                  </a:lnTo>
                  <a:lnTo>
                    <a:pt x="3249730" y="2173184"/>
                  </a:lnTo>
                  <a:lnTo>
                    <a:pt x="3249947" y="2173184"/>
                  </a:lnTo>
                  <a:lnTo>
                    <a:pt x="3250055" y="2173184"/>
                  </a:lnTo>
                  <a:lnTo>
                    <a:pt x="3250163" y="2173184"/>
                  </a:lnTo>
                  <a:lnTo>
                    <a:pt x="3250380" y="2173184"/>
                  </a:lnTo>
                  <a:lnTo>
                    <a:pt x="3250814" y="2172560"/>
                  </a:lnTo>
                  <a:lnTo>
                    <a:pt x="3250923" y="2172560"/>
                  </a:lnTo>
                  <a:lnTo>
                    <a:pt x="3251356" y="2172560"/>
                  </a:lnTo>
                  <a:lnTo>
                    <a:pt x="3251465" y="2172560"/>
                  </a:lnTo>
                  <a:lnTo>
                    <a:pt x="3251573" y="2172560"/>
                  </a:lnTo>
                  <a:lnTo>
                    <a:pt x="3251899" y="2172560"/>
                  </a:lnTo>
                  <a:lnTo>
                    <a:pt x="3252224" y="2172560"/>
                  </a:lnTo>
                  <a:lnTo>
                    <a:pt x="3252766" y="2172560"/>
                  </a:lnTo>
                  <a:lnTo>
                    <a:pt x="3252875" y="2172560"/>
                  </a:lnTo>
                  <a:lnTo>
                    <a:pt x="3252983" y="2171937"/>
                  </a:lnTo>
                  <a:lnTo>
                    <a:pt x="3253091" y="2171937"/>
                  </a:lnTo>
                  <a:lnTo>
                    <a:pt x="3253200" y="2171937"/>
                  </a:lnTo>
                  <a:lnTo>
                    <a:pt x="3253308" y="2171937"/>
                  </a:lnTo>
                  <a:lnTo>
                    <a:pt x="3253417" y="2171937"/>
                  </a:lnTo>
                  <a:lnTo>
                    <a:pt x="3253634" y="2171937"/>
                  </a:lnTo>
                  <a:lnTo>
                    <a:pt x="3254176" y="2171937"/>
                  </a:lnTo>
                  <a:lnTo>
                    <a:pt x="3254501" y="2171313"/>
                  </a:lnTo>
                  <a:lnTo>
                    <a:pt x="3254610" y="2171313"/>
                  </a:lnTo>
                  <a:lnTo>
                    <a:pt x="3254827" y="2171313"/>
                  </a:lnTo>
                  <a:lnTo>
                    <a:pt x="3255152" y="2171313"/>
                  </a:lnTo>
                  <a:lnTo>
                    <a:pt x="3255477" y="2170690"/>
                  </a:lnTo>
                  <a:lnTo>
                    <a:pt x="3255803" y="2170690"/>
                  </a:lnTo>
                  <a:lnTo>
                    <a:pt x="3256562" y="2170690"/>
                  </a:lnTo>
                  <a:lnTo>
                    <a:pt x="3256670" y="2170690"/>
                  </a:lnTo>
                  <a:lnTo>
                    <a:pt x="3256887" y="2170690"/>
                  </a:lnTo>
                  <a:lnTo>
                    <a:pt x="3257429" y="2170690"/>
                  </a:lnTo>
                  <a:lnTo>
                    <a:pt x="3257863" y="2170690"/>
                  </a:lnTo>
                  <a:lnTo>
                    <a:pt x="3258189" y="2170690"/>
                  </a:lnTo>
                  <a:lnTo>
                    <a:pt x="3258622" y="2170690"/>
                  </a:lnTo>
                  <a:lnTo>
                    <a:pt x="3258622" y="2170066"/>
                  </a:lnTo>
                  <a:lnTo>
                    <a:pt x="3258948" y="2169442"/>
                  </a:lnTo>
                  <a:lnTo>
                    <a:pt x="3259273" y="2169442"/>
                  </a:lnTo>
                  <a:lnTo>
                    <a:pt x="3259490" y="2169442"/>
                  </a:lnTo>
                  <a:lnTo>
                    <a:pt x="3259598" y="2169442"/>
                  </a:lnTo>
                  <a:lnTo>
                    <a:pt x="3260249" y="2169442"/>
                  </a:lnTo>
                  <a:lnTo>
                    <a:pt x="3260357" y="2169442"/>
                  </a:lnTo>
                  <a:lnTo>
                    <a:pt x="3260791" y="2169442"/>
                  </a:lnTo>
                  <a:lnTo>
                    <a:pt x="3261008" y="2169442"/>
                  </a:lnTo>
                  <a:lnTo>
                    <a:pt x="3261225" y="2169442"/>
                  </a:lnTo>
                  <a:lnTo>
                    <a:pt x="3261333" y="2169442"/>
                  </a:lnTo>
                  <a:lnTo>
                    <a:pt x="3261659" y="2169442"/>
                  </a:lnTo>
                  <a:lnTo>
                    <a:pt x="3261767" y="2169442"/>
                  </a:lnTo>
                  <a:lnTo>
                    <a:pt x="3261984" y="2168819"/>
                  </a:lnTo>
                  <a:lnTo>
                    <a:pt x="3262309" y="2168819"/>
                  </a:lnTo>
                  <a:lnTo>
                    <a:pt x="3262418" y="2168819"/>
                  </a:lnTo>
                  <a:lnTo>
                    <a:pt x="3262526" y="2168819"/>
                  </a:lnTo>
                  <a:lnTo>
                    <a:pt x="3262635" y="2168819"/>
                  </a:lnTo>
                  <a:lnTo>
                    <a:pt x="3262743" y="2168819"/>
                  </a:lnTo>
                  <a:lnTo>
                    <a:pt x="3262852" y="2168819"/>
                  </a:lnTo>
                  <a:lnTo>
                    <a:pt x="3262960" y="2168819"/>
                  </a:lnTo>
                  <a:lnTo>
                    <a:pt x="3263069" y="2168819"/>
                  </a:lnTo>
                  <a:lnTo>
                    <a:pt x="3263069" y="2168195"/>
                  </a:lnTo>
                  <a:lnTo>
                    <a:pt x="3263177" y="2168195"/>
                  </a:lnTo>
                  <a:lnTo>
                    <a:pt x="3263286" y="2168195"/>
                  </a:lnTo>
                  <a:lnTo>
                    <a:pt x="3263394" y="2168195"/>
                  </a:lnTo>
                  <a:lnTo>
                    <a:pt x="3263502" y="2168195"/>
                  </a:lnTo>
                  <a:lnTo>
                    <a:pt x="3263611" y="2168195"/>
                  </a:lnTo>
                  <a:lnTo>
                    <a:pt x="3263719" y="2168195"/>
                  </a:lnTo>
                  <a:lnTo>
                    <a:pt x="3264370" y="2168195"/>
                  </a:lnTo>
                  <a:lnTo>
                    <a:pt x="3264478" y="2167572"/>
                  </a:lnTo>
                  <a:lnTo>
                    <a:pt x="3264587" y="2167572"/>
                  </a:lnTo>
                  <a:lnTo>
                    <a:pt x="3264804" y="2166324"/>
                  </a:lnTo>
                  <a:lnTo>
                    <a:pt x="3265129" y="2165701"/>
                  </a:lnTo>
                  <a:lnTo>
                    <a:pt x="3265671" y="2165077"/>
                  </a:lnTo>
                  <a:lnTo>
                    <a:pt x="3265888" y="2164454"/>
                  </a:lnTo>
                  <a:lnTo>
                    <a:pt x="3265997" y="2164454"/>
                  </a:lnTo>
                  <a:lnTo>
                    <a:pt x="3266322" y="2163207"/>
                  </a:lnTo>
                  <a:lnTo>
                    <a:pt x="3266539" y="2162583"/>
                  </a:lnTo>
                  <a:lnTo>
                    <a:pt x="3266647" y="2162583"/>
                  </a:lnTo>
                  <a:lnTo>
                    <a:pt x="3267081" y="2161336"/>
                  </a:lnTo>
                  <a:lnTo>
                    <a:pt x="3267190" y="2161336"/>
                  </a:lnTo>
                  <a:lnTo>
                    <a:pt x="3267407" y="2161336"/>
                  </a:lnTo>
                  <a:lnTo>
                    <a:pt x="3267623" y="2160712"/>
                  </a:lnTo>
                  <a:lnTo>
                    <a:pt x="3267840" y="2160712"/>
                  </a:lnTo>
                  <a:lnTo>
                    <a:pt x="3268274" y="2160712"/>
                  </a:lnTo>
                  <a:lnTo>
                    <a:pt x="3269359" y="2160712"/>
                  </a:lnTo>
                  <a:lnTo>
                    <a:pt x="3269684" y="2160712"/>
                  </a:lnTo>
                  <a:lnTo>
                    <a:pt x="3269792" y="2160712"/>
                  </a:lnTo>
                  <a:lnTo>
                    <a:pt x="3269792" y="2159465"/>
                  </a:lnTo>
                  <a:lnTo>
                    <a:pt x="3269901" y="2159465"/>
                  </a:lnTo>
                  <a:lnTo>
                    <a:pt x="3270335" y="2159465"/>
                  </a:lnTo>
                  <a:lnTo>
                    <a:pt x="3271094" y="2158218"/>
                  </a:lnTo>
                  <a:lnTo>
                    <a:pt x="3271636" y="2157594"/>
                  </a:lnTo>
                  <a:lnTo>
                    <a:pt x="3271744" y="2157594"/>
                  </a:lnTo>
                  <a:lnTo>
                    <a:pt x="3272070" y="2156971"/>
                  </a:lnTo>
                  <a:lnTo>
                    <a:pt x="3272070" y="2156347"/>
                  </a:lnTo>
                  <a:lnTo>
                    <a:pt x="3272395" y="2156347"/>
                  </a:lnTo>
                  <a:lnTo>
                    <a:pt x="3273154" y="2153853"/>
                  </a:lnTo>
                  <a:lnTo>
                    <a:pt x="3273588" y="2153853"/>
                  </a:lnTo>
                  <a:lnTo>
                    <a:pt x="3273805" y="2153853"/>
                  </a:lnTo>
                  <a:lnTo>
                    <a:pt x="3273913" y="2153853"/>
                  </a:lnTo>
                  <a:lnTo>
                    <a:pt x="3274347" y="2152606"/>
                  </a:lnTo>
                  <a:lnTo>
                    <a:pt x="3274781" y="2151982"/>
                  </a:lnTo>
                  <a:lnTo>
                    <a:pt x="3274998" y="2151982"/>
                  </a:lnTo>
                  <a:lnTo>
                    <a:pt x="3275106" y="2151982"/>
                  </a:lnTo>
                  <a:lnTo>
                    <a:pt x="3275540" y="2151359"/>
                  </a:lnTo>
                  <a:lnTo>
                    <a:pt x="3275757" y="2151359"/>
                  </a:lnTo>
                  <a:lnTo>
                    <a:pt x="3276082" y="2151359"/>
                  </a:lnTo>
                  <a:lnTo>
                    <a:pt x="3276191" y="2151359"/>
                  </a:lnTo>
                  <a:lnTo>
                    <a:pt x="3276950" y="2151359"/>
                  </a:lnTo>
                  <a:lnTo>
                    <a:pt x="3277058" y="2151359"/>
                  </a:lnTo>
                  <a:lnTo>
                    <a:pt x="3277384" y="2151359"/>
                  </a:lnTo>
                  <a:lnTo>
                    <a:pt x="3277492" y="2151359"/>
                  </a:lnTo>
                  <a:lnTo>
                    <a:pt x="3277926" y="2151359"/>
                  </a:lnTo>
                  <a:lnTo>
                    <a:pt x="3278143" y="2150735"/>
                  </a:lnTo>
                  <a:lnTo>
                    <a:pt x="3278360" y="2150735"/>
                  </a:lnTo>
                  <a:lnTo>
                    <a:pt x="3278468" y="2150735"/>
                  </a:lnTo>
                  <a:lnTo>
                    <a:pt x="3278577" y="2150735"/>
                  </a:lnTo>
                  <a:lnTo>
                    <a:pt x="3279336" y="2150735"/>
                  </a:lnTo>
                  <a:lnTo>
                    <a:pt x="3279444" y="2150735"/>
                  </a:lnTo>
                  <a:lnTo>
                    <a:pt x="3279661" y="2150735"/>
                  </a:lnTo>
                  <a:lnTo>
                    <a:pt x="3279878" y="2148864"/>
                  </a:lnTo>
                  <a:lnTo>
                    <a:pt x="3280095" y="2148864"/>
                  </a:lnTo>
                  <a:lnTo>
                    <a:pt x="3280312" y="2148864"/>
                  </a:lnTo>
                  <a:lnTo>
                    <a:pt x="3280420" y="2148864"/>
                  </a:lnTo>
                  <a:lnTo>
                    <a:pt x="3280420" y="2148241"/>
                  </a:lnTo>
                  <a:lnTo>
                    <a:pt x="3280420" y="2147617"/>
                  </a:lnTo>
                  <a:lnTo>
                    <a:pt x="3280529" y="2147617"/>
                  </a:lnTo>
                  <a:lnTo>
                    <a:pt x="3281071" y="2146993"/>
                  </a:lnTo>
                  <a:lnTo>
                    <a:pt x="3281179" y="2146993"/>
                  </a:lnTo>
                  <a:lnTo>
                    <a:pt x="3281288" y="2146993"/>
                  </a:lnTo>
                  <a:lnTo>
                    <a:pt x="3281613" y="2146993"/>
                  </a:lnTo>
                  <a:lnTo>
                    <a:pt x="3282047" y="2146993"/>
                  </a:lnTo>
                  <a:lnTo>
                    <a:pt x="3282155" y="2146993"/>
                  </a:lnTo>
                  <a:lnTo>
                    <a:pt x="3282264" y="2146993"/>
                  </a:lnTo>
                  <a:lnTo>
                    <a:pt x="3282589" y="2146993"/>
                  </a:lnTo>
                  <a:lnTo>
                    <a:pt x="3282698" y="2146993"/>
                  </a:lnTo>
                  <a:lnTo>
                    <a:pt x="3283348" y="2146370"/>
                  </a:lnTo>
                  <a:lnTo>
                    <a:pt x="3283565" y="2146370"/>
                  </a:lnTo>
                  <a:lnTo>
                    <a:pt x="3283782" y="2146370"/>
                  </a:lnTo>
                  <a:lnTo>
                    <a:pt x="3284107" y="2146370"/>
                  </a:lnTo>
                  <a:lnTo>
                    <a:pt x="3284216" y="2145746"/>
                  </a:lnTo>
                  <a:lnTo>
                    <a:pt x="3284650" y="2145746"/>
                  </a:lnTo>
                  <a:lnTo>
                    <a:pt x="3284758" y="2145123"/>
                  </a:lnTo>
                  <a:lnTo>
                    <a:pt x="3284867" y="2144499"/>
                  </a:lnTo>
                  <a:lnTo>
                    <a:pt x="3285192" y="2144499"/>
                  </a:lnTo>
                  <a:lnTo>
                    <a:pt x="3285300" y="2144499"/>
                  </a:lnTo>
                  <a:lnTo>
                    <a:pt x="3285409" y="2143876"/>
                  </a:lnTo>
                  <a:lnTo>
                    <a:pt x="3285517" y="2143252"/>
                  </a:lnTo>
                  <a:lnTo>
                    <a:pt x="3285626" y="2142628"/>
                  </a:lnTo>
                  <a:lnTo>
                    <a:pt x="3286059" y="2142628"/>
                  </a:lnTo>
                  <a:lnTo>
                    <a:pt x="3286276" y="2142628"/>
                  </a:lnTo>
                  <a:lnTo>
                    <a:pt x="3286385" y="2142628"/>
                  </a:lnTo>
                  <a:lnTo>
                    <a:pt x="3286493" y="2142628"/>
                  </a:lnTo>
                  <a:lnTo>
                    <a:pt x="3286710" y="2142005"/>
                  </a:lnTo>
                  <a:lnTo>
                    <a:pt x="3286927" y="2142005"/>
                  </a:lnTo>
                  <a:lnTo>
                    <a:pt x="3287035" y="2142005"/>
                  </a:lnTo>
                  <a:lnTo>
                    <a:pt x="3287144" y="2141381"/>
                  </a:lnTo>
                  <a:lnTo>
                    <a:pt x="3287361" y="2140758"/>
                  </a:lnTo>
                  <a:lnTo>
                    <a:pt x="3287469" y="2140134"/>
                  </a:lnTo>
                  <a:lnTo>
                    <a:pt x="3287578" y="2140134"/>
                  </a:lnTo>
                  <a:lnTo>
                    <a:pt x="3287686" y="2140134"/>
                  </a:lnTo>
                  <a:lnTo>
                    <a:pt x="3288011" y="2140134"/>
                  </a:lnTo>
                  <a:lnTo>
                    <a:pt x="3288228" y="2140134"/>
                  </a:lnTo>
                  <a:lnTo>
                    <a:pt x="3288554" y="2139510"/>
                  </a:lnTo>
                  <a:lnTo>
                    <a:pt x="3288662" y="2139510"/>
                  </a:lnTo>
                  <a:lnTo>
                    <a:pt x="3288988" y="2139510"/>
                  </a:lnTo>
                  <a:lnTo>
                    <a:pt x="3289204" y="2139510"/>
                  </a:lnTo>
                  <a:lnTo>
                    <a:pt x="3289421" y="2139510"/>
                  </a:lnTo>
                  <a:lnTo>
                    <a:pt x="3289964" y="2137640"/>
                  </a:lnTo>
                  <a:lnTo>
                    <a:pt x="3289964" y="2137016"/>
                  </a:lnTo>
                  <a:lnTo>
                    <a:pt x="3290072" y="2137016"/>
                  </a:lnTo>
                  <a:lnTo>
                    <a:pt x="3290289" y="2137016"/>
                  </a:lnTo>
                  <a:lnTo>
                    <a:pt x="3290397" y="2137016"/>
                  </a:lnTo>
                  <a:lnTo>
                    <a:pt x="3290614" y="2137016"/>
                  </a:lnTo>
                  <a:lnTo>
                    <a:pt x="3290831" y="2137016"/>
                  </a:lnTo>
                  <a:lnTo>
                    <a:pt x="3290940" y="2137016"/>
                  </a:lnTo>
                  <a:lnTo>
                    <a:pt x="3291265" y="2137016"/>
                  </a:lnTo>
                  <a:lnTo>
                    <a:pt x="3291699" y="2137016"/>
                  </a:lnTo>
                  <a:lnTo>
                    <a:pt x="3291807" y="2137016"/>
                  </a:lnTo>
                  <a:lnTo>
                    <a:pt x="3291916" y="2135769"/>
                  </a:lnTo>
                  <a:lnTo>
                    <a:pt x="3292132" y="2135769"/>
                  </a:lnTo>
                  <a:lnTo>
                    <a:pt x="3292458" y="2135769"/>
                  </a:lnTo>
                  <a:lnTo>
                    <a:pt x="3292892" y="2135769"/>
                  </a:lnTo>
                  <a:lnTo>
                    <a:pt x="3293000" y="2135769"/>
                  </a:lnTo>
                  <a:lnTo>
                    <a:pt x="3293109" y="2135769"/>
                  </a:lnTo>
                  <a:lnTo>
                    <a:pt x="3293434" y="2135769"/>
                  </a:lnTo>
                  <a:lnTo>
                    <a:pt x="3293651" y="2135769"/>
                  </a:lnTo>
                  <a:lnTo>
                    <a:pt x="3294085" y="2135769"/>
                  </a:lnTo>
                  <a:lnTo>
                    <a:pt x="3294410" y="2135769"/>
                  </a:lnTo>
                  <a:lnTo>
                    <a:pt x="3294844" y="2135769"/>
                  </a:lnTo>
                  <a:lnTo>
                    <a:pt x="3295711" y="2135145"/>
                  </a:lnTo>
                  <a:lnTo>
                    <a:pt x="3296037" y="2135145"/>
                  </a:lnTo>
                  <a:lnTo>
                    <a:pt x="3296145" y="2134522"/>
                  </a:lnTo>
                  <a:lnTo>
                    <a:pt x="3296362" y="2134522"/>
                  </a:lnTo>
                  <a:lnTo>
                    <a:pt x="3296796" y="2134522"/>
                  </a:lnTo>
                  <a:lnTo>
                    <a:pt x="3296904" y="2134522"/>
                  </a:lnTo>
                  <a:lnTo>
                    <a:pt x="3297446" y="2134522"/>
                  </a:lnTo>
                  <a:lnTo>
                    <a:pt x="3298314" y="2134522"/>
                  </a:lnTo>
                  <a:lnTo>
                    <a:pt x="3298639" y="2133898"/>
                  </a:lnTo>
                  <a:lnTo>
                    <a:pt x="3298856" y="2133898"/>
                  </a:lnTo>
                  <a:lnTo>
                    <a:pt x="3299182" y="2133898"/>
                  </a:lnTo>
                  <a:lnTo>
                    <a:pt x="3299507" y="2131404"/>
                  </a:lnTo>
                  <a:lnTo>
                    <a:pt x="3299615" y="2131404"/>
                  </a:lnTo>
                  <a:lnTo>
                    <a:pt x="3299832" y="2131404"/>
                  </a:lnTo>
                  <a:lnTo>
                    <a:pt x="3300049" y="2131404"/>
                  </a:lnTo>
                  <a:lnTo>
                    <a:pt x="3300158" y="2131404"/>
                  </a:lnTo>
                  <a:lnTo>
                    <a:pt x="3300266" y="2131404"/>
                  </a:lnTo>
                  <a:lnTo>
                    <a:pt x="3300700" y="2130157"/>
                  </a:lnTo>
                  <a:lnTo>
                    <a:pt x="3300808" y="2130157"/>
                  </a:lnTo>
                  <a:lnTo>
                    <a:pt x="3300808" y="2129533"/>
                  </a:lnTo>
                  <a:lnTo>
                    <a:pt x="3300917" y="2129533"/>
                  </a:lnTo>
                  <a:lnTo>
                    <a:pt x="3301025" y="2129533"/>
                  </a:lnTo>
                  <a:lnTo>
                    <a:pt x="3301134" y="2129533"/>
                  </a:lnTo>
                  <a:lnTo>
                    <a:pt x="3301242" y="2129533"/>
                  </a:lnTo>
                  <a:lnTo>
                    <a:pt x="3301351" y="2129533"/>
                  </a:lnTo>
                  <a:lnTo>
                    <a:pt x="3301459" y="2129533"/>
                  </a:lnTo>
                  <a:lnTo>
                    <a:pt x="3302327" y="2128910"/>
                  </a:lnTo>
                  <a:lnTo>
                    <a:pt x="3302435" y="2128910"/>
                  </a:lnTo>
                  <a:lnTo>
                    <a:pt x="3302543" y="2128910"/>
                  </a:lnTo>
                  <a:lnTo>
                    <a:pt x="3302543" y="2128286"/>
                  </a:lnTo>
                  <a:lnTo>
                    <a:pt x="3302652" y="2128286"/>
                  </a:lnTo>
                  <a:lnTo>
                    <a:pt x="3302760" y="2128286"/>
                  </a:lnTo>
                  <a:lnTo>
                    <a:pt x="3302869" y="2128286"/>
                  </a:lnTo>
                  <a:lnTo>
                    <a:pt x="3302977" y="2128286"/>
                  </a:lnTo>
                  <a:lnTo>
                    <a:pt x="3303628" y="2127039"/>
                  </a:lnTo>
                  <a:lnTo>
                    <a:pt x="3303845" y="2127039"/>
                  </a:lnTo>
                  <a:lnTo>
                    <a:pt x="3303845" y="2126415"/>
                  </a:lnTo>
                  <a:lnTo>
                    <a:pt x="3304170" y="2125792"/>
                  </a:lnTo>
                  <a:lnTo>
                    <a:pt x="3304279" y="2125792"/>
                  </a:lnTo>
                  <a:lnTo>
                    <a:pt x="3304495" y="2125792"/>
                  </a:lnTo>
                  <a:lnTo>
                    <a:pt x="3304821" y="2123297"/>
                  </a:lnTo>
                  <a:lnTo>
                    <a:pt x="3304929" y="2123297"/>
                  </a:lnTo>
                  <a:lnTo>
                    <a:pt x="3305038" y="2123297"/>
                  </a:lnTo>
                  <a:lnTo>
                    <a:pt x="3305146" y="2122674"/>
                  </a:lnTo>
                  <a:lnTo>
                    <a:pt x="3305255" y="2122674"/>
                  </a:lnTo>
                  <a:lnTo>
                    <a:pt x="3306014" y="2122674"/>
                  </a:lnTo>
                  <a:lnTo>
                    <a:pt x="3306664" y="2121427"/>
                  </a:lnTo>
                  <a:lnTo>
                    <a:pt x="3306773" y="2121427"/>
                  </a:lnTo>
                  <a:lnTo>
                    <a:pt x="3306881" y="2121427"/>
                  </a:lnTo>
                  <a:lnTo>
                    <a:pt x="3307098" y="2121427"/>
                  </a:lnTo>
                  <a:lnTo>
                    <a:pt x="3307098" y="2120803"/>
                  </a:lnTo>
                  <a:lnTo>
                    <a:pt x="3307966" y="2120803"/>
                  </a:lnTo>
                  <a:lnTo>
                    <a:pt x="3308074" y="2120803"/>
                  </a:lnTo>
                  <a:lnTo>
                    <a:pt x="3308508" y="2120179"/>
                  </a:lnTo>
                  <a:lnTo>
                    <a:pt x="3308833" y="2118309"/>
                  </a:lnTo>
                  <a:lnTo>
                    <a:pt x="3308942" y="2118309"/>
                  </a:lnTo>
                  <a:lnTo>
                    <a:pt x="3309050" y="2118309"/>
                  </a:lnTo>
                  <a:lnTo>
                    <a:pt x="3309592" y="2116438"/>
                  </a:lnTo>
                  <a:lnTo>
                    <a:pt x="3309701" y="2116438"/>
                  </a:lnTo>
                  <a:lnTo>
                    <a:pt x="3309809" y="2115814"/>
                  </a:lnTo>
                  <a:lnTo>
                    <a:pt x="3309918" y="2115814"/>
                  </a:lnTo>
                  <a:lnTo>
                    <a:pt x="3310243" y="2115814"/>
                  </a:lnTo>
                  <a:lnTo>
                    <a:pt x="3310677" y="2114567"/>
                  </a:lnTo>
                  <a:lnTo>
                    <a:pt x="3310785" y="2114567"/>
                  </a:lnTo>
                  <a:lnTo>
                    <a:pt x="3310894" y="2114567"/>
                  </a:lnTo>
                  <a:lnTo>
                    <a:pt x="3311002" y="2114567"/>
                  </a:lnTo>
                  <a:lnTo>
                    <a:pt x="3311111" y="2114567"/>
                  </a:lnTo>
                  <a:lnTo>
                    <a:pt x="3311219" y="2114567"/>
                  </a:lnTo>
                  <a:lnTo>
                    <a:pt x="3311545" y="2114567"/>
                  </a:lnTo>
                  <a:lnTo>
                    <a:pt x="3312304" y="2111449"/>
                  </a:lnTo>
                  <a:lnTo>
                    <a:pt x="3312629" y="2111449"/>
                  </a:lnTo>
                  <a:lnTo>
                    <a:pt x="3312737" y="2111449"/>
                  </a:lnTo>
                  <a:lnTo>
                    <a:pt x="3312846" y="2111449"/>
                  </a:lnTo>
                  <a:lnTo>
                    <a:pt x="3313171" y="2111449"/>
                  </a:lnTo>
                  <a:lnTo>
                    <a:pt x="3313280" y="2111449"/>
                  </a:lnTo>
                  <a:lnTo>
                    <a:pt x="3313388" y="2111449"/>
                  </a:lnTo>
                  <a:lnTo>
                    <a:pt x="3313713" y="2110826"/>
                  </a:lnTo>
                  <a:lnTo>
                    <a:pt x="3313930" y="2110202"/>
                  </a:lnTo>
                  <a:lnTo>
                    <a:pt x="3314039" y="2110202"/>
                  </a:lnTo>
                  <a:lnTo>
                    <a:pt x="3314147" y="2110202"/>
                  </a:lnTo>
                  <a:lnTo>
                    <a:pt x="3315015" y="2109578"/>
                  </a:lnTo>
                  <a:lnTo>
                    <a:pt x="3315232" y="2109578"/>
                  </a:lnTo>
                  <a:lnTo>
                    <a:pt x="3315232" y="2108955"/>
                  </a:lnTo>
                  <a:lnTo>
                    <a:pt x="3315557" y="2108955"/>
                  </a:lnTo>
                  <a:lnTo>
                    <a:pt x="3315666" y="2108955"/>
                  </a:lnTo>
                  <a:lnTo>
                    <a:pt x="3315774" y="2108955"/>
                  </a:lnTo>
                  <a:lnTo>
                    <a:pt x="3316099" y="2108331"/>
                  </a:lnTo>
                  <a:lnTo>
                    <a:pt x="3316208" y="2108331"/>
                  </a:lnTo>
                  <a:lnTo>
                    <a:pt x="3316316" y="2107708"/>
                  </a:lnTo>
                  <a:lnTo>
                    <a:pt x="3316642" y="2107084"/>
                  </a:lnTo>
                  <a:lnTo>
                    <a:pt x="3316750" y="2106461"/>
                  </a:lnTo>
                  <a:lnTo>
                    <a:pt x="3317075" y="2106461"/>
                  </a:lnTo>
                  <a:lnTo>
                    <a:pt x="3317184" y="2106461"/>
                  </a:lnTo>
                  <a:lnTo>
                    <a:pt x="3317292" y="2106461"/>
                  </a:lnTo>
                  <a:lnTo>
                    <a:pt x="3317401" y="2106461"/>
                  </a:lnTo>
                  <a:lnTo>
                    <a:pt x="3317509" y="2106461"/>
                  </a:lnTo>
                  <a:lnTo>
                    <a:pt x="3317618" y="2106461"/>
                  </a:lnTo>
                  <a:lnTo>
                    <a:pt x="3317943" y="2105837"/>
                  </a:lnTo>
                  <a:lnTo>
                    <a:pt x="3318268" y="2105837"/>
                  </a:lnTo>
                  <a:lnTo>
                    <a:pt x="3318485" y="2105837"/>
                  </a:lnTo>
                  <a:lnTo>
                    <a:pt x="3318594" y="2105213"/>
                  </a:lnTo>
                  <a:lnTo>
                    <a:pt x="3318702" y="2105213"/>
                  </a:lnTo>
                  <a:lnTo>
                    <a:pt x="3319136" y="2105213"/>
                  </a:lnTo>
                  <a:lnTo>
                    <a:pt x="3319353" y="2105213"/>
                  </a:lnTo>
                  <a:lnTo>
                    <a:pt x="3319570" y="2105213"/>
                  </a:lnTo>
                  <a:lnTo>
                    <a:pt x="3319678" y="2105213"/>
                  </a:lnTo>
                  <a:lnTo>
                    <a:pt x="3320220" y="2105213"/>
                  </a:lnTo>
                  <a:lnTo>
                    <a:pt x="3320329" y="2105213"/>
                  </a:lnTo>
                  <a:lnTo>
                    <a:pt x="3320546" y="2105213"/>
                  </a:lnTo>
                  <a:lnTo>
                    <a:pt x="3320546" y="2104590"/>
                  </a:lnTo>
                  <a:lnTo>
                    <a:pt x="3320763" y="2104590"/>
                  </a:lnTo>
                  <a:lnTo>
                    <a:pt x="3321196" y="2104590"/>
                  </a:lnTo>
                  <a:lnTo>
                    <a:pt x="3321305" y="2103966"/>
                  </a:lnTo>
                  <a:lnTo>
                    <a:pt x="3321522" y="2103966"/>
                  </a:lnTo>
                  <a:lnTo>
                    <a:pt x="3321630" y="2103343"/>
                  </a:lnTo>
                  <a:lnTo>
                    <a:pt x="3321739" y="2103343"/>
                  </a:lnTo>
                  <a:lnTo>
                    <a:pt x="3322281" y="2103343"/>
                  </a:lnTo>
                  <a:lnTo>
                    <a:pt x="3322932" y="2100225"/>
                  </a:lnTo>
                  <a:lnTo>
                    <a:pt x="3323365" y="2099601"/>
                  </a:lnTo>
                  <a:lnTo>
                    <a:pt x="3323474" y="2099601"/>
                  </a:lnTo>
                  <a:lnTo>
                    <a:pt x="3323799" y="2099601"/>
                  </a:lnTo>
                  <a:lnTo>
                    <a:pt x="3323908" y="2099601"/>
                  </a:lnTo>
                  <a:lnTo>
                    <a:pt x="3324124" y="2099601"/>
                  </a:lnTo>
                  <a:lnTo>
                    <a:pt x="3324233" y="2099601"/>
                  </a:lnTo>
                  <a:lnTo>
                    <a:pt x="3324450" y="2099601"/>
                  </a:lnTo>
                  <a:lnTo>
                    <a:pt x="3324558" y="2099601"/>
                  </a:lnTo>
                  <a:lnTo>
                    <a:pt x="3324884" y="2099601"/>
                  </a:lnTo>
                  <a:lnTo>
                    <a:pt x="3325100" y="2099601"/>
                  </a:lnTo>
                  <a:lnTo>
                    <a:pt x="3325209" y="2099601"/>
                  </a:lnTo>
                  <a:lnTo>
                    <a:pt x="3325317" y="2099601"/>
                  </a:lnTo>
                  <a:lnTo>
                    <a:pt x="3325643" y="2099601"/>
                  </a:lnTo>
                  <a:lnTo>
                    <a:pt x="3325751" y="2099601"/>
                  </a:lnTo>
                  <a:lnTo>
                    <a:pt x="3326185" y="2097730"/>
                  </a:lnTo>
                  <a:lnTo>
                    <a:pt x="3326293" y="2097730"/>
                  </a:lnTo>
                  <a:lnTo>
                    <a:pt x="3326402" y="2097730"/>
                  </a:lnTo>
                  <a:lnTo>
                    <a:pt x="3326727" y="2097730"/>
                  </a:lnTo>
                  <a:lnTo>
                    <a:pt x="3327161" y="2097107"/>
                  </a:lnTo>
                  <a:lnTo>
                    <a:pt x="3327269" y="2097107"/>
                  </a:lnTo>
                  <a:lnTo>
                    <a:pt x="3327378" y="2097107"/>
                  </a:lnTo>
                  <a:lnTo>
                    <a:pt x="3327812" y="2096483"/>
                  </a:lnTo>
                  <a:lnTo>
                    <a:pt x="3329113" y="2095860"/>
                  </a:lnTo>
                  <a:lnTo>
                    <a:pt x="3329330" y="2095860"/>
                  </a:lnTo>
                  <a:lnTo>
                    <a:pt x="3329547" y="2095860"/>
                  </a:lnTo>
                  <a:lnTo>
                    <a:pt x="3329655" y="2095860"/>
                  </a:lnTo>
                  <a:lnTo>
                    <a:pt x="3329872" y="2093989"/>
                  </a:lnTo>
                  <a:lnTo>
                    <a:pt x="3330089" y="2093989"/>
                  </a:lnTo>
                  <a:lnTo>
                    <a:pt x="3330414" y="2093989"/>
                  </a:lnTo>
                  <a:lnTo>
                    <a:pt x="3330523" y="2093989"/>
                  </a:lnTo>
                  <a:lnTo>
                    <a:pt x="3330631" y="2093989"/>
                  </a:lnTo>
                  <a:lnTo>
                    <a:pt x="3330740" y="2093989"/>
                  </a:lnTo>
                  <a:lnTo>
                    <a:pt x="3331499" y="2093365"/>
                  </a:lnTo>
                  <a:lnTo>
                    <a:pt x="3331933" y="2093365"/>
                  </a:lnTo>
                  <a:lnTo>
                    <a:pt x="3332041" y="2093365"/>
                  </a:lnTo>
                  <a:lnTo>
                    <a:pt x="3332150" y="2093365"/>
                  </a:lnTo>
                  <a:lnTo>
                    <a:pt x="3332366" y="2093365"/>
                  </a:lnTo>
                  <a:lnTo>
                    <a:pt x="3332583" y="2093365"/>
                  </a:lnTo>
                  <a:lnTo>
                    <a:pt x="3332692" y="2093365"/>
                  </a:lnTo>
                  <a:lnTo>
                    <a:pt x="3332909" y="2093365"/>
                  </a:lnTo>
                  <a:lnTo>
                    <a:pt x="3333234" y="2092742"/>
                  </a:lnTo>
                  <a:lnTo>
                    <a:pt x="3333342" y="2092118"/>
                  </a:lnTo>
                  <a:lnTo>
                    <a:pt x="3333885" y="2090247"/>
                  </a:lnTo>
                  <a:lnTo>
                    <a:pt x="3333993" y="2090247"/>
                  </a:lnTo>
                  <a:lnTo>
                    <a:pt x="3334210" y="2090247"/>
                  </a:lnTo>
                  <a:lnTo>
                    <a:pt x="3334427" y="2090247"/>
                  </a:lnTo>
                  <a:lnTo>
                    <a:pt x="3334427" y="2089624"/>
                  </a:lnTo>
                  <a:lnTo>
                    <a:pt x="3334644" y="2089624"/>
                  </a:lnTo>
                  <a:lnTo>
                    <a:pt x="3335186" y="2089624"/>
                  </a:lnTo>
                  <a:lnTo>
                    <a:pt x="3335294" y="2089000"/>
                  </a:lnTo>
                  <a:lnTo>
                    <a:pt x="3335403" y="2089000"/>
                  </a:lnTo>
                  <a:lnTo>
                    <a:pt x="3335511" y="2089000"/>
                  </a:lnTo>
                  <a:lnTo>
                    <a:pt x="3335837" y="2089000"/>
                  </a:lnTo>
                  <a:lnTo>
                    <a:pt x="3335945" y="2089000"/>
                  </a:lnTo>
                  <a:lnTo>
                    <a:pt x="3336162" y="2088377"/>
                  </a:lnTo>
                  <a:lnTo>
                    <a:pt x="3336487" y="2087753"/>
                  </a:lnTo>
                  <a:lnTo>
                    <a:pt x="3336596" y="2087753"/>
                  </a:lnTo>
                  <a:lnTo>
                    <a:pt x="3336813" y="2087753"/>
                  </a:lnTo>
                  <a:lnTo>
                    <a:pt x="3336921" y="2087753"/>
                  </a:lnTo>
                  <a:lnTo>
                    <a:pt x="3337247" y="2087753"/>
                  </a:lnTo>
                  <a:lnTo>
                    <a:pt x="3337355" y="2087753"/>
                  </a:lnTo>
                  <a:lnTo>
                    <a:pt x="3337680" y="2087753"/>
                  </a:lnTo>
                  <a:lnTo>
                    <a:pt x="3337789" y="2087753"/>
                  </a:lnTo>
                  <a:lnTo>
                    <a:pt x="3338114" y="2087753"/>
                  </a:lnTo>
                  <a:lnTo>
                    <a:pt x="3339199" y="2087753"/>
                  </a:lnTo>
                  <a:lnTo>
                    <a:pt x="3339307" y="2087753"/>
                  </a:lnTo>
                  <a:lnTo>
                    <a:pt x="3339741" y="2087753"/>
                  </a:lnTo>
                  <a:lnTo>
                    <a:pt x="3339958" y="2087753"/>
                  </a:lnTo>
                  <a:lnTo>
                    <a:pt x="3340283" y="2086506"/>
                  </a:lnTo>
                  <a:lnTo>
                    <a:pt x="3340500" y="2086506"/>
                  </a:lnTo>
                  <a:lnTo>
                    <a:pt x="3340825" y="2086506"/>
                  </a:lnTo>
                  <a:lnTo>
                    <a:pt x="3340825" y="2085882"/>
                  </a:lnTo>
                  <a:lnTo>
                    <a:pt x="3341042" y="2085882"/>
                  </a:lnTo>
                  <a:lnTo>
                    <a:pt x="3341151" y="2085882"/>
                  </a:lnTo>
                  <a:lnTo>
                    <a:pt x="3341693" y="2085259"/>
                  </a:lnTo>
                  <a:lnTo>
                    <a:pt x="3341910" y="2085259"/>
                  </a:lnTo>
                  <a:lnTo>
                    <a:pt x="3342235" y="2085259"/>
                  </a:lnTo>
                  <a:lnTo>
                    <a:pt x="3342344" y="2085259"/>
                  </a:lnTo>
                  <a:lnTo>
                    <a:pt x="3342560" y="2084635"/>
                  </a:lnTo>
                  <a:lnTo>
                    <a:pt x="3342777" y="2084012"/>
                  </a:lnTo>
                  <a:lnTo>
                    <a:pt x="3342886" y="2084012"/>
                  </a:lnTo>
                  <a:lnTo>
                    <a:pt x="3343536" y="2084012"/>
                  </a:lnTo>
                  <a:lnTo>
                    <a:pt x="3344296" y="2084012"/>
                  </a:lnTo>
                  <a:lnTo>
                    <a:pt x="3344513" y="2084012"/>
                  </a:lnTo>
                  <a:lnTo>
                    <a:pt x="3344729" y="2084012"/>
                  </a:lnTo>
                  <a:lnTo>
                    <a:pt x="3344838" y="2084012"/>
                  </a:lnTo>
                  <a:lnTo>
                    <a:pt x="3344946" y="2083388"/>
                  </a:lnTo>
                  <a:lnTo>
                    <a:pt x="3345163" y="2083388"/>
                  </a:lnTo>
                  <a:lnTo>
                    <a:pt x="3345272" y="2083388"/>
                  </a:lnTo>
                  <a:lnTo>
                    <a:pt x="3345380" y="2083388"/>
                  </a:lnTo>
                  <a:lnTo>
                    <a:pt x="3345597" y="2083388"/>
                  </a:lnTo>
                  <a:lnTo>
                    <a:pt x="3345814" y="2083388"/>
                  </a:lnTo>
                  <a:lnTo>
                    <a:pt x="3346681" y="2080270"/>
                  </a:lnTo>
                  <a:lnTo>
                    <a:pt x="3346790" y="2080270"/>
                  </a:lnTo>
                  <a:lnTo>
                    <a:pt x="3347007" y="2080270"/>
                  </a:lnTo>
                  <a:lnTo>
                    <a:pt x="3347441" y="2080270"/>
                  </a:lnTo>
                  <a:lnTo>
                    <a:pt x="3347549" y="2080270"/>
                  </a:lnTo>
                  <a:lnTo>
                    <a:pt x="3347657" y="2080270"/>
                  </a:lnTo>
                  <a:lnTo>
                    <a:pt x="3347766" y="2080270"/>
                  </a:lnTo>
                  <a:lnTo>
                    <a:pt x="3347983" y="2079647"/>
                  </a:lnTo>
                  <a:lnTo>
                    <a:pt x="3348091" y="2079647"/>
                  </a:lnTo>
                  <a:lnTo>
                    <a:pt x="3348959" y="2079647"/>
                  </a:lnTo>
                  <a:lnTo>
                    <a:pt x="3349067" y="2079647"/>
                  </a:lnTo>
                  <a:lnTo>
                    <a:pt x="3349610" y="2079647"/>
                  </a:lnTo>
                  <a:lnTo>
                    <a:pt x="3349718" y="2079647"/>
                  </a:lnTo>
                  <a:lnTo>
                    <a:pt x="3349826" y="2079023"/>
                  </a:lnTo>
                  <a:lnTo>
                    <a:pt x="3349935" y="2079023"/>
                  </a:lnTo>
                  <a:lnTo>
                    <a:pt x="3350152" y="2079023"/>
                  </a:lnTo>
                  <a:lnTo>
                    <a:pt x="3350586" y="2079023"/>
                  </a:lnTo>
                  <a:lnTo>
                    <a:pt x="3350694" y="2079023"/>
                  </a:lnTo>
                  <a:lnTo>
                    <a:pt x="3351019" y="2078399"/>
                  </a:lnTo>
                  <a:lnTo>
                    <a:pt x="3351128" y="2078399"/>
                  </a:lnTo>
                  <a:lnTo>
                    <a:pt x="3351453" y="2078399"/>
                  </a:lnTo>
                  <a:lnTo>
                    <a:pt x="3351453" y="2077776"/>
                  </a:lnTo>
                  <a:lnTo>
                    <a:pt x="3351670" y="2077776"/>
                  </a:lnTo>
                  <a:lnTo>
                    <a:pt x="3352104" y="2077776"/>
                  </a:lnTo>
                  <a:lnTo>
                    <a:pt x="3352104" y="2077152"/>
                  </a:lnTo>
                  <a:lnTo>
                    <a:pt x="3352212" y="2076529"/>
                  </a:lnTo>
                  <a:lnTo>
                    <a:pt x="3352212" y="2075905"/>
                  </a:lnTo>
                  <a:lnTo>
                    <a:pt x="3352321" y="2075905"/>
                  </a:lnTo>
                  <a:lnTo>
                    <a:pt x="3352321" y="2075281"/>
                  </a:lnTo>
                  <a:lnTo>
                    <a:pt x="3352646" y="2075281"/>
                  </a:lnTo>
                  <a:lnTo>
                    <a:pt x="3353188" y="2075281"/>
                  </a:lnTo>
                  <a:lnTo>
                    <a:pt x="3353297" y="2075281"/>
                  </a:lnTo>
                  <a:lnTo>
                    <a:pt x="3354164" y="2073411"/>
                  </a:lnTo>
                  <a:lnTo>
                    <a:pt x="3354273" y="2073411"/>
                  </a:lnTo>
                  <a:lnTo>
                    <a:pt x="3354490" y="2073411"/>
                  </a:lnTo>
                  <a:lnTo>
                    <a:pt x="3354598" y="2073411"/>
                  </a:lnTo>
                  <a:lnTo>
                    <a:pt x="3354707" y="2073411"/>
                  </a:lnTo>
                  <a:lnTo>
                    <a:pt x="3355466" y="2072787"/>
                  </a:lnTo>
                  <a:lnTo>
                    <a:pt x="3355791" y="2072787"/>
                  </a:lnTo>
                  <a:lnTo>
                    <a:pt x="3355899" y="2072787"/>
                  </a:lnTo>
                  <a:lnTo>
                    <a:pt x="3356225" y="2072164"/>
                  </a:lnTo>
                  <a:lnTo>
                    <a:pt x="3356333" y="2072164"/>
                  </a:lnTo>
                  <a:lnTo>
                    <a:pt x="3356442" y="2072164"/>
                  </a:lnTo>
                  <a:lnTo>
                    <a:pt x="3356442" y="2071540"/>
                  </a:lnTo>
                  <a:lnTo>
                    <a:pt x="3356550" y="2071540"/>
                  </a:lnTo>
                  <a:lnTo>
                    <a:pt x="3356767" y="2071540"/>
                  </a:lnTo>
                  <a:lnTo>
                    <a:pt x="3356875" y="2071540"/>
                  </a:lnTo>
                  <a:lnTo>
                    <a:pt x="3356984" y="2071540"/>
                  </a:lnTo>
                  <a:lnTo>
                    <a:pt x="3357201" y="2071540"/>
                  </a:lnTo>
                  <a:lnTo>
                    <a:pt x="3357635" y="2070916"/>
                  </a:lnTo>
                  <a:lnTo>
                    <a:pt x="3358177" y="2070916"/>
                  </a:lnTo>
                  <a:lnTo>
                    <a:pt x="3358394" y="2069669"/>
                  </a:lnTo>
                  <a:lnTo>
                    <a:pt x="3358502" y="2069669"/>
                  </a:lnTo>
                  <a:lnTo>
                    <a:pt x="3358611" y="2069669"/>
                  </a:lnTo>
                  <a:lnTo>
                    <a:pt x="3358719" y="2069669"/>
                  </a:lnTo>
                  <a:lnTo>
                    <a:pt x="3358828" y="2069669"/>
                  </a:lnTo>
                  <a:lnTo>
                    <a:pt x="3358936" y="2069669"/>
                  </a:lnTo>
                  <a:lnTo>
                    <a:pt x="3359261" y="2069046"/>
                  </a:lnTo>
                  <a:lnTo>
                    <a:pt x="3359912" y="2069046"/>
                  </a:lnTo>
                  <a:lnTo>
                    <a:pt x="3360454" y="2069046"/>
                  </a:lnTo>
                  <a:lnTo>
                    <a:pt x="3360563" y="2068422"/>
                  </a:lnTo>
                  <a:lnTo>
                    <a:pt x="3360780" y="2067798"/>
                  </a:lnTo>
                  <a:lnTo>
                    <a:pt x="3361213" y="2067175"/>
                  </a:lnTo>
                  <a:lnTo>
                    <a:pt x="3361322" y="2067175"/>
                  </a:lnTo>
                  <a:lnTo>
                    <a:pt x="3361430" y="2067175"/>
                  </a:lnTo>
                  <a:lnTo>
                    <a:pt x="3362081" y="2065928"/>
                  </a:lnTo>
                  <a:lnTo>
                    <a:pt x="3362406" y="2064681"/>
                  </a:lnTo>
                  <a:lnTo>
                    <a:pt x="3362623" y="2064681"/>
                  </a:lnTo>
                  <a:lnTo>
                    <a:pt x="3362949" y="2064681"/>
                  </a:lnTo>
                  <a:lnTo>
                    <a:pt x="3363057" y="2064681"/>
                  </a:lnTo>
                  <a:lnTo>
                    <a:pt x="3363165" y="2064681"/>
                  </a:lnTo>
                  <a:lnTo>
                    <a:pt x="3363382" y="2064681"/>
                  </a:lnTo>
                  <a:lnTo>
                    <a:pt x="3363491" y="2064057"/>
                  </a:lnTo>
                  <a:lnTo>
                    <a:pt x="3363708" y="2064057"/>
                  </a:lnTo>
                  <a:lnTo>
                    <a:pt x="3363816" y="2064057"/>
                  </a:lnTo>
                  <a:lnTo>
                    <a:pt x="3363925" y="2064057"/>
                  </a:lnTo>
                  <a:lnTo>
                    <a:pt x="3364250" y="2064057"/>
                  </a:lnTo>
                  <a:lnTo>
                    <a:pt x="3364467" y="2064057"/>
                  </a:lnTo>
                  <a:lnTo>
                    <a:pt x="3364684" y="2062810"/>
                  </a:lnTo>
                  <a:lnTo>
                    <a:pt x="3364901" y="2062186"/>
                  </a:lnTo>
                  <a:lnTo>
                    <a:pt x="3365009" y="2062186"/>
                  </a:lnTo>
                  <a:lnTo>
                    <a:pt x="3365117" y="2061563"/>
                  </a:lnTo>
                  <a:lnTo>
                    <a:pt x="3365334" y="2061563"/>
                  </a:lnTo>
                  <a:lnTo>
                    <a:pt x="3365443" y="2061563"/>
                  </a:lnTo>
                  <a:lnTo>
                    <a:pt x="3365551" y="2061563"/>
                  </a:lnTo>
                  <a:lnTo>
                    <a:pt x="3365660" y="2060315"/>
                  </a:lnTo>
                  <a:lnTo>
                    <a:pt x="3365768" y="2060315"/>
                  </a:lnTo>
                  <a:lnTo>
                    <a:pt x="3366202" y="2060315"/>
                  </a:lnTo>
                  <a:lnTo>
                    <a:pt x="3366310" y="2060315"/>
                  </a:lnTo>
                  <a:lnTo>
                    <a:pt x="3366744" y="2060315"/>
                  </a:lnTo>
                  <a:lnTo>
                    <a:pt x="3367070" y="2059692"/>
                  </a:lnTo>
                  <a:lnTo>
                    <a:pt x="3367395" y="2059068"/>
                  </a:lnTo>
                  <a:lnTo>
                    <a:pt x="3367395" y="2058445"/>
                  </a:lnTo>
                  <a:lnTo>
                    <a:pt x="3367937" y="2055950"/>
                  </a:lnTo>
                  <a:lnTo>
                    <a:pt x="3368479" y="2055327"/>
                  </a:lnTo>
                  <a:lnTo>
                    <a:pt x="3368588" y="2055327"/>
                  </a:lnTo>
                  <a:lnTo>
                    <a:pt x="3368588" y="2054703"/>
                  </a:lnTo>
                  <a:lnTo>
                    <a:pt x="3369130" y="2054703"/>
                  </a:lnTo>
                  <a:lnTo>
                    <a:pt x="3369238" y="2054703"/>
                  </a:lnTo>
                  <a:lnTo>
                    <a:pt x="3369781" y="2054703"/>
                  </a:lnTo>
                  <a:lnTo>
                    <a:pt x="3370323" y="2054703"/>
                  </a:lnTo>
                  <a:lnTo>
                    <a:pt x="3370431" y="2054703"/>
                  </a:lnTo>
                  <a:lnTo>
                    <a:pt x="3371191" y="2053456"/>
                  </a:lnTo>
                  <a:lnTo>
                    <a:pt x="3371299" y="2053456"/>
                  </a:lnTo>
                  <a:lnTo>
                    <a:pt x="3372492" y="2050962"/>
                  </a:lnTo>
                  <a:lnTo>
                    <a:pt x="3372600" y="2050962"/>
                  </a:lnTo>
                  <a:lnTo>
                    <a:pt x="3372817" y="2050962"/>
                  </a:lnTo>
                  <a:lnTo>
                    <a:pt x="3372926" y="2050962"/>
                  </a:lnTo>
                  <a:lnTo>
                    <a:pt x="3373034" y="2050962"/>
                  </a:lnTo>
                  <a:lnTo>
                    <a:pt x="3373251" y="2050962"/>
                  </a:lnTo>
                  <a:lnTo>
                    <a:pt x="3373576" y="2050338"/>
                  </a:lnTo>
                  <a:lnTo>
                    <a:pt x="3373902" y="2049715"/>
                  </a:lnTo>
                  <a:lnTo>
                    <a:pt x="3374010" y="2049715"/>
                  </a:lnTo>
                  <a:lnTo>
                    <a:pt x="3374227" y="2049715"/>
                  </a:lnTo>
                  <a:lnTo>
                    <a:pt x="3374335" y="2049715"/>
                  </a:lnTo>
                  <a:lnTo>
                    <a:pt x="3374878" y="2049715"/>
                  </a:lnTo>
                  <a:lnTo>
                    <a:pt x="3374986" y="2049715"/>
                  </a:lnTo>
                  <a:lnTo>
                    <a:pt x="3375095" y="2049091"/>
                  </a:lnTo>
                  <a:lnTo>
                    <a:pt x="3375203" y="2049091"/>
                  </a:lnTo>
                  <a:lnTo>
                    <a:pt x="3375420" y="2049091"/>
                  </a:lnTo>
                  <a:lnTo>
                    <a:pt x="3375528" y="2049091"/>
                  </a:lnTo>
                  <a:lnTo>
                    <a:pt x="3375637" y="2049091"/>
                  </a:lnTo>
                  <a:lnTo>
                    <a:pt x="3376179" y="2048467"/>
                  </a:lnTo>
                  <a:lnTo>
                    <a:pt x="3376396" y="2048467"/>
                  </a:lnTo>
                  <a:lnTo>
                    <a:pt x="3376830" y="2045973"/>
                  </a:lnTo>
                  <a:lnTo>
                    <a:pt x="3377155" y="2045973"/>
                  </a:lnTo>
                  <a:lnTo>
                    <a:pt x="3377155" y="2045350"/>
                  </a:lnTo>
                  <a:lnTo>
                    <a:pt x="3377264" y="2045350"/>
                  </a:lnTo>
                  <a:lnTo>
                    <a:pt x="3377480" y="2044102"/>
                  </a:lnTo>
                  <a:lnTo>
                    <a:pt x="3377697" y="2044102"/>
                  </a:lnTo>
                  <a:lnTo>
                    <a:pt x="3378131" y="2044102"/>
                  </a:lnTo>
                  <a:lnTo>
                    <a:pt x="3378240" y="2044102"/>
                  </a:lnTo>
                  <a:lnTo>
                    <a:pt x="3378565" y="2044102"/>
                  </a:lnTo>
                  <a:lnTo>
                    <a:pt x="3378673" y="2042855"/>
                  </a:lnTo>
                  <a:lnTo>
                    <a:pt x="3379216" y="2042855"/>
                  </a:lnTo>
                  <a:lnTo>
                    <a:pt x="3379541" y="2042855"/>
                  </a:lnTo>
                  <a:lnTo>
                    <a:pt x="3379866" y="2042855"/>
                  </a:lnTo>
                  <a:lnTo>
                    <a:pt x="3379975" y="2042855"/>
                  </a:lnTo>
                  <a:lnTo>
                    <a:pt x="3380192" y="2042855"/>
                  </a:lnTo>
                  <a:lnTo>
                    <a:pt x="3380517" y="2041608"/>
                  </a:lnTo>
                  <a:lnTo>
                    <a:pt x="3380734" y="2041608"/>
                  </a:lnTo>
                  <a:lnTo>
                    <a:pt x="3381059" y="2041608"/>
                  </a:lnTo>
                  <a:lnTo>
                    <a:pt x="3381276" y="2040984"/>
                  </a:lnTo>
                  <a:lnTo>
                    <a:pt x="3381710" y="2040984"/>
                  </a:lnTo>
                  <a:lnTo>
                    <a:pt x="3381818" y="2040984"/>
                  </a:lnTo>
                  <a:lnTo>
                    <a:pt x="3383120" y="2040361"/>
                  </a:lnTo>
                  <a:lnTo>
                    <a:pt x="3383120" y="2039737"/>
                  </a:lnTo>
                  <a:lnTo>
                    <a:pt x="3383337" y="2039737"/>
                  </a:lnTo>
                  <a:lnTo>
                    <a:pt x="3383554" y="2039737"/>
                  </a:lnTo>
                  <a:lnTo>
                    <a:pt x="3383879" y="2039737"/>
                  </a:lnTo>
                  <a:lnTo>
                    <a:pt x="3383879" y="2038490"/>
                  </a:lnTo>
                  <a:lnTo>
                    <a:pt x="3384096" y="2038490"/>
                  </a:lnTo>
                  <a:lnTo>
                    <a:pt x="3384638" y="2038490"/>
                  </a:lnTo>
                  <a:lnTo>
                    <a:pt x="3384855" y="2037867"/>
                  </a:lnTo>
                  <a:lnTo>
                    <a:pt x="3385397" y="2035996"/>
                  </a:lnTo>
                  <a:lnTo>
                    <a:pt x="3385506" y="2035372"/>
                  </a:lnTo>
                  <a:lnTo>
                    <a:pt x="3385506" y="2034749"/>
                  </a:lnTo>
                  <a:lnTo>
                    <a:pt x="3385831" y="2034749"/>
                  </a:lnTo>
                  <a:lnTo>
                    <a:pt x="3386156" y="2034749"/>
                  </a:lnTo>
                  <a:lnTo>
                    <a:pt x="3386265" y="2034749"/>
                  </a:lnTo>
                  <a:lnTo>
                    <a:pt x="3386915" y="2032254"/>
                  </a:lnTo>
                  <a:lnTo>
                    <a:pt x="3387132" y="2032254"/>
                  </a:lnTo>
                  <a:lnTo>
                    <a:pt x="3387566" y="2032254"/>
                  </a:lnTo>
                  <a:lnTo>
                    <a:pt x="3388325" y="2031631"/>
                  </a:lnTo>
                  <a:lnTo>
                    <a:pt x="3388434" y="2031631"/>
                  </a:lnTo>
                  <a:lnTo>
                    <a:pt x="3388542" y="2031631"/>
                  </a:lnTo>
                  <a:lnTo>
                    <a:pt x="3388542" y="2031007"/>
                  </a:lnTo>
                  <a:lnTo>
                    <a:pt x="3388759" y="2031007"/>
                  </a:lnTo>
                  <a:lnTo>
                    <a:pt x="3388867" y="2031007"/>
                  </a:lnTo>
                  <a:lnTo>
                    <a:pt x="3388976" y="2031007"/>
                  </a:lnTo>
                  <a:lnTo>
                    <a:pt x="3389084" y="2031007"/>
                  </a:lnTo>
                  <a:lnTo>
                    <a:pt x="3389410" y="2031007"/>
                  </a:lnTo>
                  <a:lnTo>
                    <a:pt x="3389627" y="2031007"/>
                  </a:lnTo>
                  <a:lnTo>
                    <a:pt x="3389735" y="2031007"/>
                  </a:lnTo>
                  <a:lnTo>
                    <a:pt x="3390060" y="2031007"/>
                  </a:lnTo>
                  <a:lnTo>
                    <a:pt x="3390603" y="2031007"/>
                  </a:lnTo>
                  <a:lnTo>
                    <a:pt x="3390711" y="2031007"/>
                  </a:lnTo>
                  <a:lnTo>
                    <a:pt x="3390819" y="2031007"/>
                  </a:lnTo>
                  <a:lnTo>
                    <a:pt x="3391796" y="2029760"/>
                  </a:lnTo>
                  <a:lnTo>
                    <a:pt x="3391904" y="2029760"/>
                  </a:lnTo>
                  <a:lnTo>
                    <a:pt x="3392446" y="2029136"/>
                  </a:lnTo>
                  <a:lnTo>
                    <a:pt x="3392663" y="2029136"/>
                  </a:lnTo>
                  <a:lnTo>
                    <a:pt x="3392880" y="2029136"/>
                  </a:lnTo>
                  <a:lnTo>
                    <a:pt x="3393097" y="2028513"/>
                  </a:lnTo>
                  <a:lnTo>
                    <a:pt x="3393531" y="2027889"/>
                  </a:lnTo>
                  <a:lnTo>
                    <a:pt x="3393748" y="2027889"/>
                  </a:lnTo>
                  <a:lnTo>
                    <a:pt x="3393856" y="2027889"/>
                  </a:lnTo>
                  <a:lnTo>
                    <a:pt x="3393964" y="2027889"/>
                  </a:lnTo>
                  <a:lnTo>
                    <a:pt x="3394073" y="2027266"/>
                  </a:lnTo>
                  <a:lnTo>
                    <a:pt x="3394507" y="2026642"/>
                  </a:lnTo>
                  <a:lnTo>
                    <a:pt x="3394832" y="2026018"/>
                  </a:lnTo>
                  <a:lnTo>
                    <a:pt x="3395157" y="2026018"/>
                  </a:lnTo>
                  <a:lnTo>
                    <a:pt x="3396025" y="2024771"/>
                  </a:lnTo>
                  <a:lnTo>
                    <a:pt x="3396133" y="2024771"/>
                  </a:lnTo>
                  <a:lnTo>
                    <a:pt x="3396133" y="2024148"/>
                  </a:lnTo>
                  <a:lnTo>
                    <a:pt x="3396350" y="2023524"/>
                  </a:lnTo>
                  <a:lnTo>
                    <a:pt x="3396567" y="2023524"/>
                  </a:lnTo>
                  <a:lnTo>
                    <a:pt x="3397001" y="2023524"/>
                  </a:lnTo>
                  <a:lnTo>
                    <a:pt x="3397109" y="2023524"/>
                  </a:lnTo>
                  <a:lnTo>
                    <a:pt x="3397218" y="2023524"/>
                  </a:lnTo>
                  <a:lnTo>
                    <a:pt x="3397977" y="2023524"/>
                  </a:lnTo>
                  <a:lnTo>
                    <a:pt x="3398085" y="2023524"/>
                  </a:lnTo>
                  <a:lnTo>
                    <a:pt x="3398519" y="2023524"/>
                  </a:lnTo>
                  <a:lnTo>
                    <a:pt x="3398628" y="2023524"/>
                  </a:lnTo>
                  <a:lnTo>
                    <a:pt x="3398736" y="2023524"/>
                  </a:lnTo>
                  <a:lnTo>
                    <a:pt x="3398953" y="2023524"/>
                  </a:lnTo>
                  <a:lnTo>
                    <a:pt x="3399170" y="2023524"/>
                  </a:lnTo>
                  <a:lnTo>
                    <a:pt x="3399278" y="2023524"/>
                  </a:lnTo>
                  <a:lnTo>
                    <a:pt x="3399387" y="2023524"/>
                  </a:lnTo>
                  <a:lnTo>
                    <a:pt x="3400146" y="2023524"/>
                  </a:lnTo>
                  <a:lnTo>
                    <a:pt x="3400254" y="2023524"/>
                  </a:lnTo>
                  <a:lnTo>
                    <a:pt x="3400363" y="2023524"/>
                  </a:lnTo>
                  <a:lnTo>
                    <a:pt x="3400471" y="2023524"/>
                  </a:lnTo>
                  <a:lnTo>
                    <a:pt x="3400580" y="2023524"/>
                  </a:lnTo>
                  <a:lnTo>
                    <a:pt x="3400688" y="2023524"/>
                  </a:lnTo>
                  <a:lnTo>
                    <a:pt x="3400797" y="2023524"/>
                  </a:lnTo>
                  <a:lnTo>
                    <a:pt x="3401014" y="2022901"/>
                  </a:lnTo>
                  <a:lnTo>
                    <a:pt x="3401773" y="2021030"/>
                  </a:lnTo>
                  <a:lnTo>
                    <a:pt x="3401881" y="2021030"/>
                  </a:lnTo>
                  <a:lnTo>
                    <a:pt x="3401990" y="2021030"/>
                  </a:lnTo>
                  <a:lnTo>
                    <a:pt x="3402098" y="2021030"/>
                  </a:lnTo>
                  <a:lnTo>
                    <a:pt x="3402206" y="2021030"/>
                  </a:lnTo>
                  <a:lnTo>
                    <a:pt x="3402315" y="2021030"/>
                  </a:lnTo>
                  <a:lnTo>
                    <a:pt x="3402640" y="2021030"/>
                  </a:lnTo>
                  <a:lnTo>
                    <a:pt x="3403182" y="2020406"/>
                  </a:lnTo>
                  <a:lnTo>
                    <a:pt x="3403182" y="2019783"/>
                  </a:lnTo>
                  <a:lnTo>
                    <a:pt x="3403399" y="2019783"/>
                  </a:lnTo>
                  <a:lnTo>
                    <a:pt x="3403942" y="2019783"/>
                  </a:lnTo>
                  <a:lnTo>
                    <a:pt x="3404050" y="2019783"/>
                  </a:lnTo>
                  <a:lnTo>
                    <a:pt x="3404158" y="2019783"/>
                  </a:lnTo>
                  <a:lnTo>
                    <a:pt x="3404375" y="2019783"/>
                  </a:lnTo>
                  <a:lnTo>
                    <a:pt x="3404701" y="2019783"/>
                  </a:lnTo>
                  <a:lnTo>
                    <a:pt x="3404918" y="2019159"/>
                  </a:lnTo>
                  <a:lnTo>
                    <a:pt x="3405351" y="2019159"/>
                  </a:lnTo>
                  <a:lnTo>
                    <a:pt x="3405460" y="2019159"/>
                  </a:lnTo>
                  <a:lnTo>
                    <a:pt x="3405785" y="2019159"/>
                  </a:lnTo>
                  <a:lnTo>
                    <a:pt x="3405785" y="2018535"/>
                  </a:lnTo>
                  <a:lnTo>
                    <a:pt x="3405894" y="2018535"/>
                  </a:lnTo>
                  <a:lnTo>
                    <a:pt x="3406111" y="2018535"/>
                  </a:lnTo>
                  <a:lnTo>
                    <a:pt x="3406219" y="2018535"/>
                  </a:lnTo>
                  <a:lnTo>
                    <a:pt x="3406436" y="2018535"/>
                  </a:lnTo>
                  <a:lnTo>
                    <a:pt x="3406653" y="2018535"/>
                  </a:lnTo>
                  <a:lnTo>
                    <a:pt x="3406761" y="2018535"/>
                  </a:lnTo>
                  <a:lnTo>
                    <a:pt x="3406978" y="2018535"/>
                  </a:lnTo>
                  <a:lnTo>
                    <a:pt x="3407954" y="2017912"/>
                  </a:lnTo>
                  <a:lnTo>
                    <a:pt x="3408063" y="2017912"/>
                  </a:lnTo>
                  <a:lnTo>
                    <a:pt x="3408388" y="2017288"/>
                  </a:lnTo>
                  <a:lnTo>
                    <a:pt x="3408713" y="2017288"/>
                  </a:lnTo>
                  <a:lnTo>
                    <a:pt x="3409147" y="2016665"/>
                  </a:lnTo>
                  <a:lnTo>
                    <a:pt x="3409256" y="2016041"/>
                  </a:lnTo>
                  <a:lnTo>
                    <a:pt x="3409581" y="2015418"/>
                  </a:lnTo>
                  <a:lnTo>
                    <a:pt x="3409689" y="2015418"/>
                  </a:lnTo>
                  <a:lnTo>
                    <a:pt x="3409689" y="2014794"/>
                  </a:lnTo>
                  <a:lnTo>
                    <a:pt x="3409906" y="2014794"/>
                  </a:lnTo>
                  <a:lnTo>
                    <a:pt x="3411208" y="2012300"/>
                  </a:lnTo>
                  <a:lnTo>
                    <a:pt x="3411316" y="2011676"/>
                  </a:lnTo>
                  <a:lnTo>
                    <a:pt x="3411424" y="2011676"/>
                  </a:lnTo>
                  <a:lnTo>
                    <a:pt x="3411641" y="2010429"/>
                  </a:lnTo>
                  <a:lnTo>
                    <a:pt x="3411967" y="2010429"/>
                  </a:lnTo>
                  <a:lnTo>
                    <a:pt x="3412184" y="2010429"/>
                  </a:lnTo>
                  <a:lnTo>
                    <a:pt x="3412292" y="2010429"/>
                  </a:lnTo>
                  <a:lnTo>
                    <a:pt x="3412400" y="2010429"/>
                  </a:lnTo>
                  <a:lnTo>
                    <a:pt x="3412509" y="2010429"/>
                  </a:lnTo>
                  <a:lnTo>
                    <a:pt x="3412726" y="2010429"/>
                  </a:lnTo>
                  <a:lnTo>
                    <a:pt x="3413051" y="2010429"/>
                  </a:lnTo>
                  <a:lnTo>
                    <a:pt x="3413160" y="2008558"/>
                  </a:lnTo>
                  <a:lnTo>
                    <a:pt x="3413268" y="2008558"/>
                  </a:lnTo>
                  <a:lnTo>
                    <a:pt x="3413485" y="2007935"/>
                  </a:lnTo>
                  <a:lnTo>
                    <a:pt x="3413593" y="2007311"/>
                  </a:lnTo>
                  <a:lnTo>
                    <a:pt x="3413702" y="2007311"/>
                  </a:lnTo>
                  <a:lnTo>
                    <a:pt x="3414353" y="2007311"/>
                  </a:lnTo>
                  <a:lnTo>
                    <a:pt x="3414461" y="2007311"/>
                  </a:lnTo>
                  <a:lnTo>
                    <a:pt x="3414569" y="2007311"/>
                  </a:lnTo>
                  <a:lnTo>
                    <a:pt x="3414678" y="2006687"/>
                  </a:lnTo>
                  <a:lnTo>
                    <a:pt x="3414786" y="2006687"/>
                  </a:lnTo>
                  <a:lnTo>
                    <a:pt x="3415329" y="2006687"/>
                  </a:lnTo>
                  <a:lnTo>
                    <a:pt x="3415545" y="2006687"/>
                  </a:lnTo>
                  <a:lnTo>
                    <a:pt x="3415654" y="2006687"/>
                  </a:lnTo>
                  <a:lnTo>
                    <a:pt x="3415762" y="2006687"/>
                  </a:lnTo>
                  <a:lnTo>
                    <a:pt x="3415979" y="2006687"/>
                  </a:lnTo>
                  <a:lnTo>
                    <a:pt x="3416088" y="2006687"/>
                  </a:lnTo>
                  <a:lnTo>
                    <a:pt x="3416413" y="2006687"/>
                  </a:lnTo>
                  <a:lnTo>
                    <a:pt x="3417064" y="2006687"/>
                  </a:lnTo>
                  <a:lnTo>
                    <a:pt x="3417281" y="2005440"/>
                  </a:lnTo>
                  <a:lnTo>
                    <a:pt x="3417389" y="2005440"/>
                  </a:lnTo>
                  <a:lnTo>
                    <a:pt x="3417498" y="2005440"/>
                  </a:lnTo>
                  <a:lnTo>
                    <a:pt x="3418148" y="2004817"/>
                  </a:lnTo>
                  <a:lnTo>
                    <a:pt x="3418365" y="2004817"/>
                  </a:lnTo>
                  <a:lnTo>
                    <a:pt x="3419124" y="2004817"/>
                  </a:lnTo>
                  <a:lnTo>
                    <a:pt x="3419233" y="2004817"/>
                  </a:lnTo>
                  <a:lnTo>
                    <a:pt x="3419341" y="2004817"/>
                  </a:lnTo>
                  <a:lnTo>
                    <a:pt x="3419450" y="2004817"/>
                  </a:lnTo>
                  <a:lnTo>
                    <a:pt x="3419558" y="2004817"/>
                  </a:lnTo>
                  <a:lnTo>
                    <a:pt x="3419775" y="2004193"/>
                  </a:lnTo>
                  <a:lnTo>
                    <a:pt x="3419883" y="2004193"/>
                  </a:lnTo>
                  <a:lnTo>
                    <a:pt x="3419992" y="2004193"/>
                  </a:lnTo>
                  <a:lnTo>
                    <a:pt x="3420534" y="2002322"/>
                  </a:lnTo>
                  <a:lnTo>
                    <a:pt x="3420642" y="2002322"/>
                  </a:lnTo>
                  <a:lnTo>
                    <a:pt x="3420859" y="2002322"/>
                  </a:lnTo>
                  <a:lnTo>
                    <a:pt x="3421402" y="2002322"/>
                  </a:lnTo>
                  <a:lnTo>
                    <a:pt x="3421510" y="2002322"/>
                  </a:lnTo>
                  <a:lnTo>
                    <a:pt x="3421618" y="2002322"/>
                  </a:lnTo>
                  <a:lnTo>
                    <a:pt x="3421835" y="2001699"/>
                  </a:lnTo>
                  <a:lnTo>
                    <a:pt x="3422052" y="2001699"/>
                  </a:lnTo>
                  <a:lnTo>
                    <a:pt x="3422920" y="1999828"/>
                  </a:lnTo>
                  <a:lnTo>
                    <a:pt x="3423245" y="1999828"/>
                  </a:lnTo>
                  <a:lnTo>
                    <a:pt x="3423462" y="1999828"/>
                  </a:lnTo>
                  <a:lnTo>
                    <a:pt x="3423571" y="1999828"/>
                  </a:lnTo>
                  <a:lnTo>
                    <a:pt x="3423679" y="1999828"/>
                  </a:lnTo>
                  <a:lnTo>
                    <a:pt x="3423787" y="1999828"/>
                  </a:lnTo>
                  <a:lnTo>
                    <a:pt x="3424004" y="1999828"/>
                  </a:lnTo>
                  <a:lnTo>
                    <a:pt x="3424113" y="1999828"/>
                  </a:lnTo>
                  <a:lnTo>
                    <a:pt x="3424221" y="1999828"/>
                  </a:lnTo>
                  <a:lnTo>
                    <a:pt x="3424438" y="1999828"/>
                  </a:lnTo>
                  <a:lnTo>
                    <a:pt x="3424655" y="1997957"/>
                  </a:lnTo>
                  <a:lnTo>
                    <a:pt x="3424763" y="1997957"/>
                  </a:lnTo>
                  <a:lnTo>
                    <a:pt x="3424872" y="1997957"/>
                  </a:lnTo>
                  <a:lnTo>
                    <a:pt x="3424980" y="1997957"/>
                  </a:lnTo>
                  <a:lnTo>
                    <a:pt x="3425197" y="1997957"/>
                  </a:lnTo>
                  <a:lnTo>
                    <a:pt x="3425306" y="1997957"/>
                  </a:lnTo>
                  <a:lnTo>
                    <a:pt x="3425848" y="1997957"/>
                  </a:lnTo>
                  <a:lnTo>
                    <a:pt x="3426173" y="1997957"/>
                  </a:lnTo>
                  <a:lnTo>
                    <a:pt x="3426282" y="1997334"/>
                  </a:lnTo>
                  <a:lnTo>
                    <a:pt x="3426499" y="1997334"/>
                  </a:lnTo>
                  <a:lnTo>
                    <a:pt x="3427258" y="1996710"/>
                  </a:lnTo>
                  <a:lnTo>
                    <a:pt x="3427475" y="1996710"/>
                  </a:lnTo>
                  <a:lnTo>
                    <a:pt x="3427583" y="1996710"/>
                  </a:lnTo>
                  <a:lnTo>
                    <a:pt x="3427800" y="1996710"/>
                  </a:lnTo>
                  <a:lnTo>
                    <a:pt x="3427908" y="1996710"/>
                  </a:lnTo>
                  <a:lnTo>
                    <a:pt x="3428017" y="1996710"/>
                  </a:lnTo>
                  <a:lnTo>
                    <a:pt x="3428234" y="1996710"/>
                  </a:lnTo>
                  <a:lnTo>
                    <a:pt x="3428342" y="1996710"/>
                  </a:lnTo>
                  <a:lnTo>
                    <a:pt x="3428451" y="1996710"/>
                  </a:lnTo>
                  <a:lnTo>
                    <a:pt x="3428776" y="1996087"/>
                  </a:lnTo>
                  <a:lnTo>
                    <a:pt x="3428993" y="1995463"/>
                  </a:lnTo>
                  <a:lnTo>
                    <a:pt x="3429318" y="1995463"/>
                  </a:lnTo>
                  <a:lnTo>
                    <a:pt x="3429427" y="1995463"/>
                  </a:lnTo>
                  <a:lnTo>
                    <a:pt x="3429644" y="1995463"/>
                  </a:lnTo>
                  <a:lnTo>
                    <a:pt x="3429969" y="1995463"/>
                  </a:lnTo>
                  <a:lnTo>
                    <a:pt x="3430077" y="1995463"/>
                  </a:lnTo>
                  <a:lnTo>
                    <a:pt x="3430511" y="1995463"/>
                  </a:lnTo>
                  <a:lnTo>
                    <a:pt x="3431053" y="1994839"/>
                  </a:lnTo>
                  <a:lnTo>
                    <a:pt x="3431270" y="1994839"/>
                  </a:lnTo>
                  <a:lnTo>
                    <a:pt x="3433222" y="1992969"/>
                  </a:lnTo>
                  <a:lnTo>
                    <a:pt x="3433548" y="1992345"/>
                  </a:lnTo>
                  <a:lnTo>
                    <a:pt x="3433656" y="1992345"/>
                  </a:lnTo>
                  <a:lnTo>
                    <a:pt x="3433765" y="1992345"/>
                  </a:lnTo>
                  <a:lnTo>
                    <a:pt x="3433873" y="1992345"/>
                  </a:lnTo>
                  <a:lnTo>
                    <a:pt x="3434307" y="1992345"/>
                  </a:lnTo>
                  <a:lnTo>
                    <a:pt x="3434415" y="1992345"/>
                  </a:lnTo>
                  <a:lnTo>
                    <a:pt x="3434632" y="1992345"/>
                  </a:lnTo>
                  <a:lnTo>
                    <a:pt x="3434958" y="1992345"/>
                  </a:lnTo>
                  <a:lnTo>
                    <a:pt x="3435066" y="1992345"/>
                  </a:lnTo>
                  <a:lnTo>
                    <a:pt x="3435283" y="1992345"/>
                  </a:lnTo>
                  <a:lnTo>
                    <a:pt x="3435391" y="1992345"/>
                  </a:lnTo>
                  <a:lnTo>
                    <a:pt x="3435500" y="1992345"/>
                  </a:lnTo>
                  <a:lnTo>
                    <a:pt x="3435608" y="1992345"/>
                  </a:lnTo>
                  <a:lnTo>
                    <a:pt x="3435717" y="1992345"/>
                  </a:lnTo>
                  <a:lnTo>
                    <a:pt x="3435825" y="1992345"/>
                  </a:lnTo>
                  <a:lnTo>
                    <a:pt x="3436476" y="1990474"/>
                  </a:lnTo>
                  <a:lnTo>
                    <a:pt x="3436801" y="1990474"/>
                  </a:lnTo>
                  <a:lnTo>
                    <a:pt x="3437018" y="1990474"/>
                  </a:lnTo>
                  <a:lnTo>
                    <a:pt x="3437018" y="1989851"/>
                  </a:lnTo>
                  <a:lnTo>
                    <a:pt x="3437343" y="1988604"/>
                  </a:lnTo>
                  <a:lnTo>
                    <a:pt x="3437560" y="1988604"/>
                  </a:lnTo>
                  <a:lnTo>
                    <a:pt x="3438102" y="1988604"/>
                  </a:lnTo>
                  <a:lnTo>
                    <a:pt x="3438319" y="1988604"/>
                  </a:lnTo>
                  <a:lnTo>
                    <a:pt x="3438536" y="1986733"/>
                  </a:lnTo>
                  <a:lnTo>
                    <a:pt x="3438645" y="1986733"/>
                  </a:lnTo>
                  <a:lnTo>
                    <a:pt x="3438970" y="1986733"/>
                  </a:lnTo>
                  <a:lnTo>
                    <a:pt x="3439187" y="1986733"/>
                  </a:lnTo>
                  <a:lnTo>
                    <a:pt x="3439295" y="1986733"/>
                  </a:lnTo>
                  <a:lnTo>
                    <a:pt x="3439621" y="1986109"/>
                  </a:lnTo>
                  <a:lnTo>
                    <a:pt x="3439729" y="1986109"/>
                  </a:lnTo>
                  <a:lnTo>
                    <a:pt x="3440055" y="1986109"/>
                  </a:lnTo>
                  <a:lnTo>
                    <a:pt x="3440271" y="1986109"/>
                  </a:lnTo>
                  <a:lnTo>
                    <a:pt x="3440488" y="1986109"/>
                  </a:lnTo>
                  <a:lnTo>
                    <a:pt x="3440488" y="1985486"/>
                  </a:lnTo>
                  <a:lnTo>
                    <a:pt x="3440597" y="1984862"/>
                  </a:lnTo>
                  <a:lnTo>
                    <a:pt x="3440922" y="1984862"/>
                  </a:lnTo>
                  <a:lnTo>
                    <a:pt x="3440922" y="1984238"/>
                  </a:lnTo>
                  <a:lnTo>
                    <a:pt x="3441031" y="1984238"/>
                  </a:lnTo>
                  <a:lnTo>
                    <a:pt x="3441139" y="1984238"/>
                  </a:lnTo>
                  <a:lnTo>
                    <a:pt x="3441247" y="1984238"/>
                  </a:lnTo>
                  <a:lnTo>
                    <a:pt x="3441573" y="1984238"/>
                  </a:lnTo>
                  <a:lnTo>
                    <a:pt x="3441681" y="1984238"/>
                  </a:lnTo>
                  <a:lnTo>
                    <a:pt x="3442007" y="1984238"/>
                  </a:lnTo>
                  <a:lnTo>
                    <a:pt x="3442549" y="1984238"/>
                  </a:lnTo>
                  <a:lnTo>
                    <a:pt x="3442657" y="1984238"/>
                  </a:lnTo>
                  <a:lnTo>
                    <a:pt x="3443091" y="1983615"/>
                  </a:lnTo>
                  <a:lnTo>
                    <a:pt x="3443742" y="1981744"/>
                  </a:lnTo>
                  <a:lnTo>
                    <a:pt x="3444067" y="1981744"/>
                  </a:lnTo>
                  <a:lnTo>
                    <a:pt x="3444609" y="1981744"/>
                  </a:lnTo>
                  <a:lnTo>
                    <a:pt x="3444718" y="1981744"/>
                  </a:lnTo>
                  <a:lnTo>
                    <a:pt x="3444826" y="1981744"/>
                  </a:lnTo>
                  <a:lnTo>
                    <a:pt x="3445043" y="1981744"/>
                  </a:lnTo>
                  <a:lnTo>
                    <a:pt x="3445152" y="1981744"/>
                  </a:lnTo>
                  <a:lnTo>
                    <a:pt x="3445260" y="1981744"/>
                  </a:lnTo>
                  <a:lnTo>
                    <a:pt x="3445368" y="1981744"/>
                  </a:lnTo>
                  <a:lnTo>
                    <a:pt x="3445477" y="1981744"/>
                  </a:lnTo>
                  <a:lnTo>
                    <a:pt x="3445802" y="1981121"/>
                  </a:lnTo>
                  <a:lnTo>
                    <a:pt x="3446236" y="1980497"/>
                  </a:lnTo>
                  <a:lnTo>
                    <a:pt x="3446344" y="1980497"/>
                  </a:lnTo>
                  <a:lnTo>
                    <a:pt x="3446670" y="1979873"/>
                  </a:lnTo>
                  <a:lnTo>
                    <a:pt x="3446778" y="1979873"/>
                  </a:lnTo>
                  <a:lnTo>
                    <a:pt x="3446887" y="1979250"/>
                  </a:lnTo>
                  <a:lnTo>
                    <a:pt x="3447537" y="1978626"/>
                  </a:lnTo>
                  <a:lnTo>
                    <a:pt x="3447646" y="1978626"/>
                  </a:lnTo>
                  <a:lnTo>
                    <a:pt x="3447971" y="1978626"/>
                  </a:lnTo>
                  <a:lnTo>
                    <a:pt x="3448405" y="1977379"/>
                  </a:lnTo>
                  <a:lnTo>
                    <a:pt x="3448513" y="1977379"/>
                  </a:lnTo>
                  <a:lnTo>
                    <a:pt x="3448839" y="1977379"/>
                  </a:lnTo>
                  <a:lnTo>
                    <a:pt x="3448947" y="1977379"/>
                  </a:lnTo>
                  <a:lnTo>
                    <a:pt x="3449815" y="1976755"/>
                  </a:lnTo>
                  <a:lnTo>
                    <a:pt x="3449815" y="1976132"/>
                  </a:lnTo>
                  <a:lnTo>
                    <a:pt x="3449923" y="1975508"/>
                  </a:lnTo>
                  <a:lnTo>
                    <a:pt x="3449923" y="1974885"/>
                  </a:lnTo>
                  <a:lnTo>
                    <a:pt x="3450032" y="1974885"/>
                  </a:lnTo>
                  <a:lnTo>
                    <a:pt x="3450249" y="1974261"/>
                  </a:lnTo>
                  <a:lnTo>
                    <a:pt x="3450357" y="1974261"/>
                  </a:lnTo>
                  <a:lnTo>
                    <a:pt x="3450465" y="1974261"/>
                  </a:lnTo>
                  <a:lnTo>
                    <a:pt x="3450791" y="1974261"/>
                  </a:lnTo>
                  <a:lnTo>
                    <a:pt x="3450899" y="1974261"/>
                  </a:lnTo>
                  <a:lnTo>
                    <a:pt x="3451550" y="1973638"/>
                  </a:lnTo>
                  <a:lnTo>
                    <a:pt x="3451658" y="1973638"/>
                  </a:lnTo>
                  <a:lnTo>
                    <a:pt x="3451658" y="1973014"/>
                  </a:lnTo>
                  <a:lnTo>
                    <a:pt x="3452418" y="1970520"/>
                  </a:lnTo>
                  <a:lnTo>
                    <a:pt x="3452418" y="1969896"/>
                  </a:lnTo>
                  <a:lnTo>
                    <a:pt x="3452634" y="1969896"/>
                  </a:lnTo>
                  <a:lnTo>
                    <a:pt x="3452851" y="1968649"/>
                  </a:lnTo>
                  <a:lnTo>
                    <a:pt x="3452960" y="1968649"/>
                  </a:lnTo>
                  <a:lnTo>
                    <a:pt x="3453285" y="1968649"/>
                  </a:lnTo>
                  <a:lnTo>
                    <a:pt x="3453502" y="1968649"/>
                  </a:lnTo>
                  <a:lnTo>
                    <a:pt x="3453610" y="1968649"/>
                  </a:lnTo>
                  <a:lnTo>
                    <a:pt x="3453719" y="1968649"/>
                  </a:lnTo>
                  <a:lnTo>
                    <a:pt x="3453827" y="1968649"/>
                  </a:lnTo>
                  <a:lnTo>
                    <a:pt x="3453936" y="1968649"/>
                  </a:lnTo>
                  <a:lnTo>
                    <a:pt x="3453936" y="1968025"/>
                  </a:lnTo>
                  <a:lnTo>
                    <a:pt x="3454044" y="1968025"/>
                  </a:lnTo>
                  <a:lnTo>
                    <a:pt x="3454478" y="1967402"/>
                  </a:lnTo>
                  <a:lnTo>
                    <a:pt x="3454586" y="1966778"/>
                  </a:lnTo>
                  <a:lnTo>
                    <a:pt x="3454803" y="1966778"/>
                  </a:lnTo>
                  <a:lnTo>
                    <a:pt x="3454912" y="1966778"/>
                  </a:lnTo>
                  <a:lnTo>
                    <a:pt x="3455020" y="1966778"/>
                  </a:lnTo>
                  <a:lnTo>
                    <a:pt x="3455129" y="1966155"/>
                  </a:lnTo>
                  <a:lnTo>
                    <a:pt x="3455237" y="1966155"/>
                  </a:lnTo>
                  <a:lnTo>
                    <a:pt x="3455779" y="1966155"/>
                  </a:lnTo>
                  <a:lnTo>
                    <a:pt x="3457081" y="1962413"/>
                  </a:lnTo>
                  <a:lnTo>
                    <a:pt x="3457298" y="1962413"/>
                  </a:lnTo>
                  <a:lnTo>
                    <a:pt x="3457406" y="1962413"/>
                  </a:lnTo>
                  <a:lnTo>
                    <a:pt x="3457515" y="1962413"/>
                  </a:lnTo>
                  <a:lnTo>
                    <a:pt x="3457623" y="1962413"/>
                  </a:lnTo>
                  <a:lnTo>
                    <a:pt x="3457731" y="1962413"/>
                  </a:lnTo>
                  <a:lnTo>
                    <a:pt x="3457840" y="1962413"/>
                  </a:lnTo>
                  <a:lnTo>
                    <a:pt x="3458057" y="1962413"/>
                  </a:lnTo>
                  <a:lnTo>
                    <a:pt x="3458274" y="1962413"/>
                  </a:lnTo>
                  <a:lnTo>
                    <a:pt x="3458382" y="1962413"/>
                  </a:lnTo>
                  <a:lnTo>
                    <a:pt x="3458491" y="1960542"/>
                  </a:lnTo>
                  <a:lnTo>
                    <a:pt x="3458599" y="1960542"/>
                  </a:lnTo>
                  <a:lnTo>
                    <a:pt x="3458599" y="1959919"/>
                  </a:lnTo>
                  <a:lnTo>
                    <a:pt x="3458924" y="1959919"/>
                  </a:lnTo>
                  <a:lnTo>
                    <a:pt x="3459575" y="1959295"/>
                  </a:lnTo>
                  <a:lnTo>
                    <a:pt x="3460226" y="1959295"/>
                  </a:lnTo>
                  <a:lnTo>
                    <a:pt x="3460334" y="1959295"/>
                  </a:lnTo>
                  <a:lnTo>
                    <a:pt x="3460551" y="1959295"/>
                  </a:lnTo>
                  <a:lnTo>
                    <a:pt x="3460768" y="1959295"/>
                  </a:lnTo>
                  <a:lnTo>
                    <a:pt x="3460876" y="1959295"/>
                  </a:lnTo>
                  <a:lnTo>
                    <a:pt x="3461093" y="1958672"/>
                  </a:lnTo>
                  <a:lnTo>
                    <a:pt x="3461202" y="1958672"/>
                  </a:lnTo>
                  <a:lnTo>
                    <a:pt x="3461744" y="1958048"/>
                  </a:lnTo>
                  <a:lnTo>
                    <a:pt x="3462069" y="1958048"/>
                  </a:lnTo>
                  <a:lnTo>
                    <a:pt x="3462395" y="1956801"/>
                  </a:lnTo>
                  <a:lnTo>
                    <a:pt x="3462937" y="1956801"/>
                  </a:lnTo>
                  <a:lnTo>
                    <a:pt x="3463371" y="1956177"/>
                  </a:lnTo>
                  <a:lnTo>
                    <a:pt x="3463479" y="1956177"/>
                  </a:lnTo>
                  <a:lnTo>
                    <a:pt x="3463588" y="1956177"/>
                  </a:lnTo>
                  <a:lnTo>
                    <a:pt x="3463696" y="1956177"/>
                  </a:lnTo>
                  <a:lnTo>
                    <a:pt x="3463804" y="1956177"/>
                  </a:lnTo>
                  <a:lnTo>
                    <a:pt x="3464130" y="1954306"/>
                  </a:lnTo>
                  <a:lnTo>
                    <a:pt x="3464564" y="1954306"/>
                  </a:lnTo>
                  <a:lnTo>
                    <a:pt x="3464672" y="1954306"/>
                  </a:lnTo>
                  <a:lnTo>
                    <a:pt x="3464781" y="1954306"/>
                  </a:lnTo>
                  <a:lnTo>
                    <a:pt x="3464889" y="1954306"/>
                  </a:lnTo>
                  <a:lnTo>
                    <a:pt x="3465214" y="1954306"/>
                  </a:lnTo>
                  <a:lnTo>
                    <a:pt x="3465648" y="1953683"/>
                  </a:lnTo>
                  <a:lnTo>
                    <a:pt x="3465865" y="1953683"/>
                  </a:lnTo>
                  <a:lnTo>
                    <a:pt x="3466190" y="1953683"/>
                  </a:lnTo>
                  <a:lnTo>
                    <a:pt x="3466299" y="1953683"/>
                  </a:lnTo>
                  <a:lnTo>
                    <a:pt x="3466516" y="1953059"/>
                  </a:lnTo>
                  <a:lnTo>
                    <a:pt x="3466733" y="1953059"/>
                  </a:lnTo>
                  <a:lnTo>
                    <a:pt x="3466841" y="1953059"/>
                  </a:lnTo>
                  <a:lnTo>
                    <a:pt x="3467383" y="1951812"/>
                  </a:lnTo>
                  <a:lnTo>
                    <a:pt x="3467600" y="1951189"/>
                  </a:lnTo>
                  <a:lnTo>
                    <a:pt x="3467709" y="1951189"/>
                  </a:lnTo>
                  <a:lnTo>
                    <a:pt x="3467709" y="1950565"/>
                  </a:lnTo>
                  <a:lnTo>
                    <a:pt x="3467709" y="1949941"/>
                  </a:lnTo>
                  <a:lnTo>
                    <a:pt x="3468142" y="1949941"/>
                  </a:lnTo>
                  <a:lnTo>
                    <a:pt x="3468251" y="1949941"/>
                  </a:lnTo>
                  <a:lnTo>
                    <a:pt x="3468359" y="1949941"/>
                  </a:lnTo>
                  <a:lnTo>
                    <a:pt x="3469444" y="1947447"/>
                  </a:lnTo>
                  <a:lnTo>
                    <a:pt x="3469661" y="1947447"/>
                  </a:lnTo>
                  <a:lnTo>
                    <a:pt x="3469769" y="1947447"/>
                  </a:lnTo>
                  <a:lnTo>
                    <a:pt x="3470094" y="1946824"/>
                  </a:lnTo>
                  <a:lnTo>
                    <a:pt x="3470311" y="1946824"/>
                  </a:lnTo>
                  <a:lnTo>
                    <a:pt x="3470420" y="1946824"/>
                  </a:lnTo>
                  <a:lnTo>
                    <a:pt x="3470528" y="1946824"/>
                  </a:lnTo>
                  <a:lnTo>
                    <a:pt x="3471070" y="1945576"/>
                  </a:lnTo>
                  <a:lnTo>
                    <a:pt x="3471179" y="1945576"/>
                  </a:lnTo>
                  <a:lnTo>
                    <a:pt x="3471287" y="1945576"/>
                  </a:lnTo>
                  <a:lnTo>
                    <a:pt x="3471287" y="1944953"/>
                  </a:lnTo>
                  <a:lnTo>
                    <a:pt x="3471396" y="1944953"/>
                  </a:lnTo>
                  <a:lnTo>
                    <a:pt x="3471613" y="1944953"/>
                  </a:lnTo>
                  <a:lnTo>
                    <a:pt x="3471830" y="1944329"/>
                  </a:lnTo>
                  <a:lnTo>
                    <a:pt x="3471938" y="1943706"/>
                  </a:lnTo>
                  <a:lnTo>
                    <a:pt x="3472480" y="1942458"/>
                  </a:lnTo>
                  <a:lnTo>
                    <a:pt x="3473022" y="1942458"/>
                  </a:lnTo>
                  <a:lnTo>
                    <a:pt x="3473131" y="1941835"/>
                  </a:lnTo>
                  <a:lnTo>
                    <a:pt x="3473239" y="1941835"/>
                  </a:lnTo>
                  <a:lnTo>
                    <a:pt x="3473348" y="1941835"/>
                  </a:lnTo>
                  <a:lnTo>
                    <a:pt x="3473348" y="1941211"/>
                  </a:lnTo>
                  <a:lnTo>
                    <a:pt x="3473673" y="1941211"/>
                  </a:lnTo>
                  <a:lnTo>
                    <a:pt x="3473890" y="1941211"/>
                  </a:lnTo>
                  <a:lnTo>
                    <a:pt x="3473890" y="1940588"/>
                  </a:lnTo>
                  <a:lnTo>
                    <a:pt x="3474541" y="1939964"/>
                  </a:lnTo>
                  <a:lnTo>
                    <a:pt x="3474649" y="1939964"/>
                  </a:lnTo>
                  <a:lnTo>
                    <a:pt x="3474758" y="1939341"/>
                  </a:lnTo>
                  <a:lnTo>
                    <a:pt x="3475083" y="1939341"/>
                  </a:lnTo>
                  <a:lnTo>
                    <a:pt x="3475191" y="1939341"/>
                  </a:lnTo>
                  <a:lnTo>
                    <a:pt x="3476276" y="1938093"/>
                  </a:lnTo>
                  <a:lnTo>
                    <a:pt x="3476601" y="1936846"/>
                  </a:lnTo>
                  <a:lnTo>
                    <a:pt x="3476601" y="1936223"/>
                  </a:lnTo>
                  <a:lnTo>
                    <a:pt x="3477143" y="1934975"/>
                  </a:lnTo>
                  <a:lnTo>
                    <a:pt x="3477577" y="1934975"/>
                  </a:lnTo>
                  <a:lnTo>
                    <a:pt x="3477686" y="1934975"/>
                  </a:lnTo>
                  <a:lnTo>
                    <a:pt x="3478553" y="1934975"/>
                  </a:lnTo>
                  <a:lnTo>
                    <a:pt x="3478770" y="1934975"/>
                  </a:lnTo>
                  <a:lnTo>
                    <a:pt x="3479421" y="1934975"/>
                  </a:lnTo>
                  <a:lnTo>
                    <a:pt x="3479638" y="1934352"/>
                  </a:lnTo>
                  <a:lnTo>
                    <a:pt x="3479963" y="1934352"/>
                  </a:lnTo>
                  <a:lnTo>
                    <a:pt x="3480397" y="1934352"/>
                  </a:lnTo>
                  <a:lnTo>
                    <a:pt x="3480505" y="1934352"/>
                  </a:lnTo>
                  <a:lnTo>
                    <a:pt x="3480614" y="1934352"/>
                  </a:lnTo>
                  <a:lnTo>
                    <a:pt x="3480831" y="1934352"/>
                  </a:lnTo>
                  <a:lnTo>
                    <a:pt x="3481590" y="1933728"/>
                  </a:lnTo>
                  <a:lnTo>
                    <a:pt x="3482024" y="1933105"/>
                  </a:lnTo>
                  <a:lnTo>
                    <a:pt x="3482349" y="1933105"/>
                  </a:lnTo>
                  <a:lnTo>
                    <a:pt x="3482566" y="1933105"/>
                  </a:lnTo>
                  <a:lnTo>
                    <a:pt x="3483000" y="1933105"/>
                  </a:lnTo>
                  <a:lnTo>
                    <a:pt x="3483433" y="1933105"/>
                  </a:lnTo>
                  <a:lnTo>
                    <a:pt x="3483433" y="1932481"/>
                  </a:lnTo>
                  <a:lnTo>
                    <a:pt x="3483867" y="1931858"/>
                  </a:lnTo>
                  <a:lnTo>
                    <a:pt x="3484301" y="1931858"/>
                  </a:lnTo>
                  <a:lnTo>
                    <a:pt x="3484409" y="1931858"/>
                  </a:lnTo>
                  <a:lnTo>
                    <a:pt x="3484409" y="1931234"/>
                  </a:lnTo>
                  <a:lnTo>
                    <a:pt x="3484626" y="1931234"/>
                  </a:lnTo>
                  <a:lnTo>
                    <a:pt x="3485060" y="1931234"/>
                  </a:lnTo>
                  <a:lnTo>
                    <a:pt x="3485277" y="1931234"/>
                  </a:lnTo>
                  <a:lnTo>
                    <a:pt x="3485385" y="1931234"/>
                  </a:lnTo>
                  <a:lnTo>
                    <a:pt x="3485494" y="1931234"/>
                  </a:lnTo>
                  <a:lnTo>
                    <a:pt x="3485602" y="1931234"/>
                  </a:lnTo>
                  <a:lnTo>
                    <a:pt x="3486036" y="1931234"/>
                  </a:lnTo>
                  <a:lnTo>
                    <a:pt x="3486253" y="1931234"/>
                  </a:lnTo>
                  <a:lnTo>
                    <a:pt x="3486362" y="1931234"/>
                  </a:lnTo>
                  <a:lnTo>
                    <a:pt x="3487771" y="1926869"/>
                  </a:lnTo>
                  <a:lnTo>
                    <a:pt x="3487880" y="1926869"/>
                  </a:lnTo>
                  <a:lnTo>
                    <a:pt x="3488097" y="1926869"/>
                  </a:lnTo>
                  <a:lnTo>
                    <a:pt x="3488422" y="1926869"/>
                  </a:lnTo>
                  <a:lnTo>
                    <a:pt x="3488639" y="1926869"/>
                  </a:lnTo>
                  <a:lnTo>
                    <a:pt x="3489073" y="1926245"/>
                  </a:lnTo>
                  <a:lnTo>
                    <a:pt x="3489181" y="1926245"/>
                  </a:lnTo>
                  <a:lnTo>
                    <a:pt x="3489290" y="1926245"/>
                  </a:lnTo>
                  <a:lnTo>
                    <a:pt x="3489506" y="1926245"/>
                  </a:lnTo>
                  <a:lnTo>
                    <a:pt x="3489615" y="1926245"/>
                  </a:lnTo>
                  <a:lnTo>
                    <a:pt x="3489832" y="1926245"/>
                  </a:lnTo>
                  <a:lnTo>
                    <a:pt x="3490049" y="1925622"/>
                  </a:lnTo>
                  <a:lnTo>
                    <a:pt x="3490157" y="1925622"/>
                  </a:lnTo>
                  <a:lnTo>
                    <a:pt x="3490266" y="1925622"/>
                  </a:lnTo>
                  <a:lnTo>
                    <a:pt x="3490482" y="1924998"/>
                  </a:lnTo>
                  <a:lnTo>
                    <a:pt x="3490591" y="1924998"/>
                  </a:lnTo>
                  <a:lnTo>
                    <a:pt x="3490699" y="1924998"/>
                  </a:lnTo>
                  <a:lnTo>
                    <a:pt x="3491242" y="1924375"/>
                  </a:lnTo>
                  <a:lnTo>
                    <a:pt x="3491567" y="1924375"/>
                  </a:lnTo>
                  <a:lnTo>
                    <a:pt x="3491892" y="1924375"/>
                  </a:lnTo>
                  <a:lnTo>
                    <a:pt x="3492001" y="1924375"/>
                  </a:lnTo>
                  <a:lnTo>
                    <a:pt x="3492109" y="1924375"/>
                  </a:lnTo>
                  <a:lnTo>
                    <a:pt x="3492218" y="1924375"/>
                  </a:lnTo>
                  <a:lnTo>
                    <a:pt x="3492760" y="1924375"/>
                  </a:lnTo>
                  <a:lnTo>
                    <a:pt x="3493085" y="1923751"/>
                  </a:lnTo>
                  <a:lnTo>
                    <a:pt x="3493194" y="1923751"/>
                  </a:lnTo>
                  <a:lnTo>
                    <a:pt x="3493411" y="1923751"/>
                  </a:lnTo>
                  <a:lnTo>
                    <a:pt x="3493519" y="1923751"/>
                  </a:lnTo>
                  <a:lnTo>
                    <a:pt x="3493736" y="1923751"/>
                  </a:lnTo>
                  <a:lnTo>
                    <a:pt x="3494061" y="1923751"/>
                  </a:lnTo>
                  <a:lnTo>
                    <a:pt x="3494278" y="1923751"/>
                  </a:lnTo>
                  <a:lnTo>
                    <a:pt x="3494820" y="1923751"/>
                  </a:lnTo>
                  <a:lnTo>
                    <a:pt x="3494929" y="1923127"/>
                  </a:lnTo>
                  <a:lnTo>
                    <a:pt x="3495146" y="1923127"/>
                  </a:lnTo>
                  <a:lnTo>
                    <a:pt x="3495471" y="1923127"/>
                  </a:lnTo>
                  <a:lnTo>
                    <a:pt x="3495688" y="1923127"/>
                  </a:lnTo>
                  <a:lnTo>
                    <a:pt x="3495796" y="1923127"/>
                  </a:lnTo>
                  <a:lnTo>
                    <a:pt x="3496013" y="1923127"/>
                  </a:lnTo>
                  <a:lnTo>
                    <a:pt x="3496989" y="1921880"/>
                  </a:lnTo>
                  <a:lnTo>
                    <a:pt x="3497206" y="1921880"/>
                  </a:lnTo>
                  <a:lnTo>
                    <a:pt x="3497640" y="1921880"/>
                  </a:lnTo>
                  <a:lnTo>
                    <a:pt x="3498291" y="1919386"/>
                  </a:lnTo>
                  <a:lnTo>
                    <a:pt x="3498508" y="1919386"/>
                  </a:lnTo>
                  <a:lnTo>
                    <a:pt x="3498616" y="1919386"/>
                  </a:lnTo>
                  <a:lnTo>
                    <a:pt x="3498941" y="1919386"/>
                  </a:lnTo>
                  <a:lnTo>
                    <a:pt x="3499375" y="1919386"/>
                  </a:lnTo>
                  <a:lnTo>
                    <a:pt x="3499484" y="1919386"/>
                  </a:lnTo>
                  <a:lnTo>
                    <a:pt x="3499484" y="1918762"/>
                  </a:lnTo>
                  <a:lnTo>
                    <a:pt x="3499701" y="1917515"/>
                  </a:lnTo>
                  <a:lnTo>
                    <a:pt x="3499809" y="1917515"/>
                  </a:lnTo>
                  <a:lnTo>
                    <a:pt x="3499917" y="1917515"/>
                  </a:lnTo>
                  <a:lnTo>
                    <a:pt x="3500026" y="1917515"/>
                  </a:lnTo>
                  <a:lnTo>
                    <a:pt x="3500026" y="1916892"/>
                  </a:lnTo>
                  <a:lnTo>
                    <a:pt x="3500134" y="1916892"/>
                  </a:lnTo>
                  <a:lnTo>
                    <a:pt x="3500460" y="1916268"/>
                  </a:lnTo>
                  <a:lnTo>
                    <a:pt x="3500568" y="1915644"/>
                  </a:lnTo>
                  <a:lnTo>
                    <a:pt x="3500893" y="1915021"/>
                  </a:lnTo>
                  <a:lnTo>
                    <a:pt x="3501110" y="1915021"/>
                  </a:lnTo>
                  <a:lnTo>
                    <a:pt x="3501436" y="1915021"/>
                  </a:lnTo>
                  <a:lnTo>
                    <a:pt x="3501544" y="1915021"/>
                  </a:lnTo>
                  <a:lnTo>
                    <a:pt x="3501544" y="1914397"/>
                  </a:lnTo>
                  <a:lnTo>
                    <a:pt x="3501869" y="1914397"/>
                  </a:lnTo>
                  <a:lnTo>
                    <a:pt x="3501978" y="1914397"/>
                  </a:lnTo>
                  <a:lnTo>
                    <a:pt x="3502195" y="1914397"/>
                  </a:lnTo>
                  <a:lnTo>
                    <a:pt x="3502303" y="1914397"/>
                  </a:lnTo>
                  <a:lnTo>
                    <a:pt x="3502629" y="1914397"/>
                  </a:lnTo>
                  <a:lnTo>
                    <a:pt x="3502737" y="1914397"/>
                  </a:lnTo>
                  <a:lnTo>
                    <a:pt x="3503279" y="1914397"/>
                  </a:lnTo>
                  <a:lnTo>
                    <a:pt x="3503388" y="1914397"/>
                  </a:lnTo>
                  <a:lnTo>
                    <a:pt x="3503496" y="1914397"/>
                  </a:lnTo>
                  <a:lnTo>
                    <a:pt x="3503930" y="1912526"/>
                  </a:lnTo>
                  <a:lnTo>
                    <a:pt x="3504581" y="1912526"/>
                  </a:lnTo>
                  <a:lnTo>
                    <a:pt x="3504798" y="1911903"/>
                  </a:lnTo>
                  <a:lnTo>
                    <a:pt x="3504798" y="1910656"/>
                  </a:lnTo>
                  <a:lnTo>
                    <a:pt x="3504906" y="1910656"/>
                  </a:lnTo>
                  <a:lnTo>
                    <a:pt x="3505231" y="1910032"/>
                  </a:lnTo>
                  <a:lnTo>
                    <a:pt x="3505448" y="1910032"/>
                  </a:lnTo>
                  <a:lnTo>
                    <a:pt x="3505882" y="1910032"/>
                  </a:lnTo>
                  <a:lnTo>
                    <a:pt x="3506533" y="1910032"/>
                  </a:lnTo>
                  <a:lnTo>
                    <a:pt x="3507400" y="1908161"/>
                  </a:lnTo>
                  <a:lnTo>
                    <a:pt x="3507617" y="1908161"/>
                  </a:lnTo>
                  <a:lnTo>
                    <a:pt x="3507834" y="1908161"/>
                  </a:lnTo>
                  <a:lnTo>
                    <a:pt x="3508159" y="1908161"/>
                  </a:lnTo>
                  <a:lnTo>
                    <a:pt x="3508268" y="1908161"/>
                  </a:lnTo>
                  <a:lnTo>
                    <a:pt x="3508485" y="1908161"/>
                  </a:lnTo>
                  <a:lnTo>
                    <a:pt x="3508702" y="1908161"/>
                  </a:lnTo>
                  <a:lnTo>
                    <a:pt x="3508810" y="1908161"/>
                  </a:lnTo>
                  <a:lnTo>
                    <a:pt x="3509027" y="1908161"/>
                  </a:lnTo>
                  <a:lnTo>
                    <a:pt x="3509135" y="1906914"/>
                  </a:lnTo>
                  <a:lnTo>
                    <a:pt x="3509461" y="1906914"/>
                  </a:lnTo>
                  <a:lnTo>
                    <a:pt x="3509895" y="1906914"/>
                  </a:lnTo>
                  <a:lnTo>
                    <a:pt x="3510003" y="1906914"/>
                  </a:lnTo>
                  <a:lnTo>
                    <a:pt x="3510111" y="1906914"/>
                  </a:lnTo>
                  <a:lnTo>
                    <a:pt x="3510220" y="1906291"/>
                  </a:lnTo>
                  <a:lnTo>
                    <a:pt x="3510328" y="1906291"/>
                  </a:lnTo>
                  <a:lnTo>
                    <a:pt x="3510545" y="1906291"/>
                  </a:lnTo>
                  <a:lnTo>
                    <a:pt x="3510871" y="1906291"/>
                  </a:lnTo>
                  <a:lnTo>
                    <a:pt x="3511521" y="1906291"/>
                  </a:lnTo>
                  <a:lnTo>
                    <a:pt x="3511738" y="1906291"/>
                  </a:lnTo>
                  <a:lnTo>
                    <a:pt x="3511955" y="1906291"/>
                  </a:lnTo>
                  <a:lnTo>
                    <a:pt x="3512497" y="1905667"/>
                  </a:lnTo>
                  <a:lnTo>
                    <a:pt x="3512606" y="1905667"/>
                  </a:lnTo>
                  <a:lnTo>
                    <a:pt x="3513148" y="1905667"/>
                  </a:lnTo>
                  <a:lnTo>
                    <a:pt x="3513256" y="1905667"/>
                  </a:lnTo>
                  <a:lnTo>
                    <a:pt x="3513365" y="1905667"/>
                  </a:lnTo>
                  <a:lnTo>
                    <a:pt x="3513473" y="1905667"/>
                  </a:lnTo>
                  <a:lnTo>
                    <a:pt x="3513582" y="1905667"/>
                  </a:lnTo>
                  <a:lnTo>
                    <a:pt x="3513690" y="1905043"/>
                  </a:lnTo>
                  <a:lnTo>
                    <a:pt x="3514016" y="1905043"/>
                  </a:lnTo>
                  <a:lnTo>
                    <a:pt x="3514124" y="1905043"/>
                  </a:lnTo>
                  <a:lnTo>
                    <a:pt x="3514666" y="1904420"/>
                  </a:lnTo>
                  <a:lnTo>
                    <a:pt x="3514883" y="1904420"/>
                  </a:lnTo>
                  <a:lnTo>
                    <a:pt x="3515317" y="1904420"/>
                  </a:lnTo>
                  <a:lnTo>
                    <a:pt x="3515534" y="1904420"/>
                  </a:lnTo>
                  <a:lnTo>
                    <a:pt x="3515968" y="1904420"/>
                  </a:lnTo>
                  <a:lnTo>
                    <a:pt x="3516510" y="1903796"/>
                  </a:lnTo>
                  <a:lnTo>
                    <a:pt x="3517161" y="1901926"/>
                  </a:lnTo>
                  <a:lnTo>
                    <a:pt x="3517377" y="1901926"/>
                  </a:lnTo>
                  <a:lnTo>
                    <a:pt x="3518245" y="1901926"/>
                  </a:lnTo>
                  <a:lnTo>
                    <a:pt x="3518353" y="1901926"/>
                  </a:lnTo>
                  <a:lnTo>
                    <a:pt x="3518570" y="1901926"/>
                  </a:lnTo>
                  <a:lnTo>
                    <a:pt x="3518787" y="1900678"/>
                  </a:lnTo>
                  <a:lnTo>
                    <a:pt x="3518896" y="1900678"/>
                  </a:lnTo>
                  <a:lnTo>
                    <a:pt x="3519004" y="1900678"/>
                  </a:lnTo>
                  <a:lnTo>
                    <a:pt x="3519438" y="1900055"/>
                  </a:lnTo>
                  <a:lnTo>
                    <a:pt x="3519546" y="1900055"/>
                  </a:lnTo>
                  <a:lnTo>
                    <a:pt x="3519872" y="1900055"/>
                  </a:lnTo>
                  <a:lnTo>
                    <a:pt x="3519980" y="1900055"/>
                  </a:lnTo>
                  <a:lnTo>
                    <a:pt x="3520197" y="1899431"/>
                  </a:lnTo>
                  <a:lnTo>
                    <a:pt x="3520305" y="1899431"/>
                  </a:lnTo>
                  <a:lnTo>
                    <a:pt x="3520522" y="1899431"/>
                  </a:lnTo>
                  <a:lnTo>
                    <a:pt x="3520739" y="1899431"/>
                  </a:lnTo>
                  <a:lnTo>
                    <a:pt x="3520956" y="1899431"/>
                  </a:lnTo>
                  <a:lnTo>
                    <a:pt x="3521065" y="1899431"/>
                  </a:lnTo>
                  <a:lnTo>
                    <a:pt x="3521173" y="1899431"/>
                  </a:lnTo>
                  <a:lnTo>
                    <a:pt x="3521173" y="1898808"/>
                  </a:lnTo>
                  <a:lnTo>
                    <a:pt x="3521390" y="1898808"/>
                  </a:lnTo>
                  <a:lnTo>
                    <a:pt x="3521607" y="1897560"/>
                  </a:lnTo>
                  <a:lnTo>
                    <a:pt x="3522149" y="1897560"/>
                  </a:lnTo>
                  <a:lnTo>
                    <a:pt x="3522366" y="1896937"/>
                  </a:lnTo>
                  <a:lnTo>
                    <a:pt x="3522474" y="1896937"/>
                  </a:lnTo>
                  <a:lnTo>
                    <a:pt x="3522691" y="1896937"/>
                  </a:lnTo>
                  <a:lnTo>
                    <a:pt x="3522800" y="1896937"/>
                  </a:lnTo>
                  <a:lnTo>
                    <a:pt x="3523234" y="1896937"/>
                  </a:lnTo>
                  <a:lnTo>
                    <a:pt x="3523884" y="1896937"/>
                  </a:lnTo>
                  <a:lnTo>
                    <a:pt x="3524318" y="1896937"/>
                  </a:lnTo>
                  <a:lnTo>
                    <a:pt x="3524426" y="1896937"/>
                  </a:lnTo>
                  <a:lnTo>
                    <a:pt x="3525403" y="1896937"/>
                  </a:lnTo>
                  <a:lnTo>
                    <a:pt x="3526162" y="1896937"/>
                  </a:lnTo>
                  <a:lnTo>
                    <a:pt x="3526270" y="1896937"/>
                  </a:lnTo>
                  <a:lnTo>
                    <a:pt x="3526379" y="1896937"/>
                  </a:lnTo>
                  <a:lnTo>
                    <a:pt x="3527029" y="1894443"/>
                  </a:lnTo>
                  <a:lnTo>
                    <a:pt x="3527138" y="1894443"/>
                  </a:lnTo>
                  <a:lnTo>
                    <a:pt x="3527355" y="1894443"/>
                  </a:lnTo>
                  <a:lnTo>
                    <a:pt x="3527571" y="1894443"/>
                  </a:lnTo>
                  <a:lnTo>
                    <a:pt x="3527680" y="1894443"/>
                  </a:lnTo>
                  <a:lnTo>
                    <a:pt x="3527788" y="1894443"/>
                  </a:lnTo>
                  <a:lnTo>
                    <a:pt x="3527897" y="1894443"/>
                  </a:lnTo>
                  <a:lnTo>
                    <a:pt x="3528114" y="1894443"/>
                  </a:lnTo>
                  <a:lnTo>
                    <a:pt x="3528331" y="1894443"/>
                  </a:lnTo>
                  <a:lnTo>
                    <a:pt x="3528656" y="1894443"/>
                  </a:lnTo>
                  <a:lnTo>
                    <a:pt x="3528764" y="1894443"/>
                  </a:lnTo>
                  <a:lnTo>
                    <a:pt x="3528873" y="1894443"/>
                  </a:lnTo>
                  <a:lnTo>
                    <a:pt x="3528981" y="1894443"/>
                  </a:lnTo>
                  <a:lnTo>
                    <a:pt x="3529090" y="1894443"/>
                  </a:lnTo>
                  <a:lnTo>
                    <a:pt x="3529198" y="1894443"/>
                  </a:lnTo>
                  <a:lnTo>
                    <a:pt x="3531476" y="1888830"/>
                  </a:lnTo>
                  <a:lnTo>
                    <a:pt x="3531584" y="1888830"/>
                  </a:lnTo>
                  <a:lnTo>
                    <a:pt x="3531909" y="1888207"/>
                  </a:lnTo>
                  <a:lnTo>
                    <a:pt x="3532018" y="1888207"/>
                  </a:lnTo>
                  <a:lnTo>
                    <a:pt x="3532018" y="1887583"/>
                  </a:lnTo>
                  <a:lnTo>
                    <a:pt x="3532126" y="1887583"/>
                  </a:lnTo>
                  <a:lnTo>
                    <a:pt x="3532777" y="1887583"/>
                  </a:lnTo>
                  <a:lnTo>
                    <a:pt x="3532885" y="1887583"/>
                  </a:lnTo>
                  <a:lnTo>
                    <a:pt x="3533211" y="1887583"/>
                  </a:lnTo>
                  <a:lnTo>
                    <a:pt x="3533645" y="1887583"/>
                  </a:lnTo>
                  <a:lnTo>
                    <a:pt x="3533753" y="1886960"/>
                  </a:lnTo>
                  <a:lnTo>
                    <a:pt x="3533970" y="1886960"/>
                  </a:lnTo>
                  <a:lnTo>
                    <a:pt x="3534187" y="1886336"/>
                  </a:lnTo>
                  <a:lnTo>
                    <a:pt x="3534729" y="1886336"/>
                  </a:lnTo>
                  <a:lnTo>
                    <a:pt x="3534946" y="1886336"/>
                  </a:lnTo>
                  <a:lnTo>
                    <a:pt x="3535054" y="1886336"/>
                  </a:lnTo>
                  <a:lnTo>
                    <a:pt x="3535163" y="1886336"/>
                  </a:lnTo>
                  <a:lnTo>
                    <a:pt x="3535488" y="1886336"/>
                  </a:lnTo>
                  <a:lnTo>
                    <a:pt x="3535488" y="1885712"/>
                  </a:lnTo>
                  <a:lnTo>
                    <a:pt x="3535705" y="1884465"/>
                  </a:lnTo>
                  <a:lnTo>
                    <a:pt x="3535705" y="1883842"/>
                  </a:lnTo>
                  <a:lnTo>
                    <a:pt x="3535813" y="1883842"/>
                  </a:lnTo>
                  <a:lnTo>
                    <a:pt x="3536247" y="1881971"/>
                  </a:lnTo>
                  <a:lnTo>
                    <a:pt x="3536464" y="1880724"/>
                  </a:lnTo>
                  <a:lnTo>
                    <a:pt x="3536789" y="1880100"/>
                  </a:lnTo>
                  <a:lnTo>
                    <a:pt x="3537440" y="1878229"/>
                  </a:lnTo>
                  <a:lnTo>
                    <a:pt x="3537549" y="1878229"/>
                  </a:lnTo>
                  <a:lnTo>
                    <a:pt x="3537765" y="1878229"/>
                  </a:lnTo>
                  <a:lnTo>
                    <a:pt x="3538091" y="1876982"/>
                  </a:lnTo>
                  <a:lnTo>
                    <a:pt x="3538416" y="1876982"/>
                  </a:lnTo>
                  <a:lnTo>
                    <a:pt x="3538525" y="1876982"/>
                  </a:lnTo>
                  <a:lnTo>
                    <a:pt x="3538742" y="1876982"/>
                  </a:lnTo>
                  <a:lnTo>
                    <a:pt x="3539067" y="1876982"/>
                  </a:lnTo>
                  <a:lnTo>
                    <a:pt x="3539175" y="1876982"/>
                  </a:lnTo>
                  <a:lnTo>
                    <a:pt x="3539934" y="1876982"/>
                  </a:lnTo>
                  <a:lnTo>
                    <a:pt x="3540151" y="1876982"/>
                  </a:lnTo>
                  <a:lnTo>
                    <a:pt x="3540368" y="1876982"/>
                  </a:lnTo>
                  <a:lnTo>
                    <a:pt x="3540477" y="1876982"/>
                  </a:lnTo>
                  <a:lnTo>
                    <a:pt x="3540694" y="1876982"/>
                  </a:lnTo>
                  <a:lnTo>
                    <a:pt x="3541019" y="1876359"/>
                  </a:lnTo>
                  <a:lnTo>
                    <a:pt x="3541127" y="1876359"/>
                  </a:lnTo>
                  <a:lnTo>
                    <a:pt x="3541236" y="1875735"/>
                  </a:lnTo>
                  <a:lnTo>
                    <a:pt x="3541344" y="1875735"/>
                  </a:lnTo>
                  <a:lnTo>
                    <a:pt x="3541561" y="1875735"/>
                  </a:lnTo>
                  <a:lnTo>
                    <a:pt x="3541778" y="1875112"/>
                  </a:lnTo>
                  <a:lnTo>
                    <a:pt x="3542103" y="1874488"/>
                  </a:lnTo>
                  <a:lnTo>
                    <a:pt x="3542212" y="1874488"/>
                  </a:lnTo>
                  <a:lnTo>
                    <a:pt x="3542320" y="1874488"/>
                  </a:lnTo>
                  <a:lnTo>
                    <a:pt x="3542537" y="1874488"/>
                  </a:lnTo>
                  <a:lnTo>
                    <a:pt x="3542646" y="1874488"/>
                  </a:lnTo>
                  <a:lnTo>
                    <a:pt x="3542971" y="1874488"/>
                  </a:lnTo>
                  <a:lnTo>
                    <a:pt x="3543079" y="1874488"/>
                  </a:lnTo>
                  <a:lnTo>
                    <a:pt x="3543730" y="1872617"/>
                  </a:lnTo>
                  <a:lnTo>
                    <a:pt x="3543839" y="1872617"/>
                  </a:lnTo>
                  <a:lnTo>
                    <a:pt x="3544164" y="1872617"/>
                  </a:lnTo>
                  <a:lnTo>
                    <a:pt x="3544381" y="1872617"/>
                  </a:lnTo>
                  <a:lnTo>
                    <a:pt x="3544489" y="1872617"/>
                  </a:lnTo>
                  <a:lnTo>
                    <a:pt x="3544815" y="1871994"/>
                  </a:lnTo>
                  <a:lnTo>
                    <a:pt x="3545140" y="1871994"/>
                  </a:lnTo>
                  <a:lnTo>
                    <a:pt x="3545357" y="1871370"/>
                  </a:lnTo>
                  <a:lnTo>
                    <a:pt x="3545465" y="1871370"/>
                  </a:lnTo>
                  <a:lnTo>
                    <a:pt x="3545791" y="1871370"/>
                  </a:lnTo>
                  <a:lnTo>
                    <a:pt x="3546116" y="1870123"/>
                  </a:lnTo>
                  <a:lnTo>
                    <a:pt x="3546333" y="1870123"/>
                  </a:lnTo>
                  <a:lnTo>
                    <a:pt x="3546441" y="1869499"/>
                  </a:lnTo>
                  <a:lnTo>
                    <a:pt x="3546550" y="1869499"/>
                  </a:lnTo>
                  <a:lnTo>
                    <a:pt x="3546767" y="1869499"/>
                  </a:lnTo>
                  <a:lnTo>
                    <a:pt x="3547092" y="1869499"/>
                  </a:lnTo>
                  <a:lnTo>
                    <a:pt x="3547526" y="1869499"/>
                  </a:lnTo>
                  <a:lnTo>
                    <a:pt x="3547634" y="1869499"/>
                  </a:lnTo>
                  <a:lnTo>
                    <a:pt x="3547743" y="1869499"/>
                  </a:lnTo>
                  <a:lnTo>
                    <a:pt x="3547851" y="1869499"/>
                  </a:lnTo>
                  <a:lnTo>
                    <a:pt x="3547851" y="1868876"/>
                  </a:lnTo>
                  <a:lnTo>
                    <a:pt x="3548068" y="1868876"/>
                  </a:lnTo>
                  <a:lnTo>
                    <a:pt x="3548610" y="1868876"/>
                  </a:lnTo>
                  <a:lnTo>
                    <a:pt x="3548610" y="1868252"/>
                  </a:lnTo>
                  <a:lnTo>
                    <a:pt x="3548610" y="1867629"/>
                  </a:lnTo>
                  <a:lnTo>
                    <a:pt x="3548827" y="1867629"/>
                  </a:lnTo>
                  <a:lnTo>
                    <a:pt x="3549044" y="1867629"/>
                  </a:lnTo>
                  <a:lnTo>
                    <a:pt x="3549803" y="1867005"/>
                  </a:lnTo>
                  <a:lnTo>
                    <a:pt x="3550128" y="1867005"/>
                  </a:lnTo>
                  <a:lnTo>
                    <a:pt x="3550562" y="1867005"/>
                  </a:lnTo>
                  <a:lnTo>
                    <a:pt x="3550671" y="1867005"/>
                  </a:lnTo>
                  <a:lnTo>
                    <a:pt x="3551213" y="1865758"/>
                  </a:lnTo>
                  <a:lnTo>
                    <a:pt x="3551647" y="1865758"/>
                  </a:lnTo>
                  <a:lnTo>
                    <a:pt x="3551755" y="1865758"/>
                  </a:lnTo>
                  <a:lnTo>
                    <a:pt x="3551864" y="1865758"/>
                  </a:lnTo>
                  <a:lnTo>
                    <a:pt x="3551972" y="1865758"/>
                  </a:lnTo>
                  <a:lnTo>
                    <a:pt x="3552297" y="1865758"/>
                  </a:lnTo>
                  <a:lnTo>
                    <a:pt x="3552406" y="1865758"/>
                  </a:lnTo>
                  <a:lnTo>
                    <a:pt x="3552514" y="1865758"/>
                  </a:lnTo>
                  <a:lnTo>
                    <a:pt x="3552840" y="1865134"/>
                  </a:lnTo>
                  <a:lnTo>
                    <a:pt x="3553165" y="1865134"/>
                  </a:lnTo>
                  <a:lnTo>
                    <a:pt x="3553382" y="1864511"/>
                  </a:lnTo>
                  <a:lnTo>
                    <a:pt x="3553707" y="1864511"/>
                  </a:lnTo>
                  <a:lnTo>
                    <a:pt x="3554249" y="1863887"/>
                  </a:lnTo>
                  <a:lnTo>
                    <a:pt x="3554575" y="1863887"/>
                  </a:lnTo>
                  <a:lnTo>
                    <a:pt x="3554683" y="1863887"/>
                  </a:lnTo>
                  <a:lnTo>
                    <a:pt x="3555009" y="1863263"/>
                  </a:lnTo>
                  <a:lnTo>
                    <a:pt x="3555226" y="1863263"/>
                  </a:lnTo>
                  <a:lnTo>
                    <a:pt x="3555226" y="1862640"/>
                  </a:lnTo>
                  <a:lnTo>
                    <a:pt x="3555442" y="1862640"/>
                  </a:lnTo>
                  <a:lnTo>
                    <a:pt x="3555551" y="1862640"/>
                  </a:lnTo>
                  <a:lnTo>
                    <a:pt x="3555768" y="1862640"/>
                  </a:lnTo>
                  <a:lnTo>
                    <a:pt x="3555876" y="1862640"/>
                  </a:lnTo>
                  <a:lnTo>
                    <a:pt x="3557503" y="1860769"/>
                  </a:lnTo>
                  <a:lnTo>
                    <a:pt x="3557611" y="1860769"/>
                  </a:lnTo>
                  <a:lnTo>
                    <a:pt x="3557720" y="1860769"/>
                  </a:lnTo>
                  <a:lnTo>
                    <a:pt x="3557937" y="1860769"/>
                  </a:lnTo>
                  <a:lnTo>
                    <a:pt x="3558154" y="1860769"/>
                  </a:lnTo>
                  <a:lnTo>
                    <a:pt x="3558262" y="1860146"/>
                  </a:lnTo>
                  <a:lnTo>
                    <a:pt x="3558370" y="1860146"/>
                  </a:lnTo>
                  <a:lnTo>
                    <a:pt x="3558479" y="1860146"/>
                  </a:lnTo>
                  <a:lnTo>
                    <a:pt x="3559130" y="1860146"/>
                  </a:lnTo>
                  <a:lnTo>
                    <a:pt x="3559130" y="1859522"/>
                  </a:lnTo>
                  <a:lnTo>
                    <a:pt x="3559455" y="1859522"/>
                  </a:lnTo>
                  <a:lnTo>
                    <a:pt x="3559563" y="1859522"/>
                  </a:lnTo>
                  <a:lnTo>
                    <a:pt x="3559889" y="1858275"/>
                  </a:lnTo>
                  <a:lnTo>
                    <a:pt x="3560106" y="1858275"/>
                  </a:lnTo>
                  <a:lnTo>
                    <a:pt x="3560431" y="1858275"/>
                  </a:lnTo>
                  <a:lnTo>
                    <a:pt x="3560539" y="1858275"/>
                  </a:lnTo>
                  <a:lnTo>
                    <a:pt x="3560648" y="1858275"/>
                  </a:lnTo>
                  <a:lnTo>
                    <a:pt x="3560973" y="1858275"/>
                  </a:lnTo>
                  <a:lnTo>
                    <a:pt x="3561841" y="1856404"/>
                  </a:lnTo>
                  <a:lnTo>
                    <a:pt x="3561949" y="1856404"/>
                  </a:lnTo>
                  <a:lnTo>
                    <a:pt x="3562166" y="1855780"/>
                  </a:lnTo>
                  <a:lnTo>
                    <a:pt x="3562275" y="1855780"/>
                  </a:lnTo>
                  <a:lnTo>
                    <a:pt x="3562275" y="1855157"/>
                  </a:lnTo>
                  <a:lnTo>
                    <a:pt x="3562383" y="1853910"/>
                  </a:lnTo>
                  <a:lnTo>
                    <a:pt x="3562491" y="1853910"/>
                  </a:lnTo>
                  <a:lnTo>
                    <a:pt x="3562491" y="1853286"/>
                  </a:lnTo>
                  <a:lnTo>
                    <a:pt x="3563034" y="1852039"/>
                  </a:lnTo>
                  <a:lnTo>
                    <a:pt x="3563576" y="1852039"/>
                  </a:lnTo>
                  <a:lnTo>
                    <a:pt x="3563793" y="1852039"/>
                  </a:lnTo>
                  <a:lnTo>
                    <a:pt x="3564010" y="1851415"/>
                  </a:lnTo>
                  <a:lnTo>
                    <a:pt x="3564118" y="1851415"/>
                  </a:lnTo>
                  <a:lnTo>
                    <a:pt x="3564227" y="1850792"/>
                  </a:lnTo>
                  <a:lnTo>
                    <a:pt x="3564335" y="1850792"/>
                  </a:lnTo>
                  <a:lnTo>
                    <a:pt x="3564552" y="1850792"/>
                  </a:lnTo>
                  <a:lnTo>
                    <a:pt x="3564660" y="1850792"/>
                  </a:lnTo>
                  <a:lnTo>
                    <a:pt x="3565094" y="1850168"/>
                  </a:lnTo>
                  <a:lnTo>
                    <a:pt x="3565203" y="1850168"/>
                  </a:lnTo>
                  <a:lnTo>
                    <a:pt x="3565636" y="1849545"/>
                  </a:lnTo>
                  <a:lnTo>
                    <a:pt x="3565962" y="1849545"/>
                  </a:lnTo>
                  <a:lnTo>
                    <a:pt x="3566287" y="1848921"/>
                  </a:lnTo>
                  <a:lnTo>
                    <a:pt x="3566396" y="1848921"/>
                  </a:lnTo>
                  <a:lnTo>
                    <a:pt x="3566504" y="1848921"/>
                  </a:lnTo>
                  <a:lnTo>
                    <a:pt x="3566612" y="1848297"/>
                  </a:lnTo>
                  <a:lnTo>
                    <a:pt x="3566938" y="1848297"/>
                  </a:lnTo>
                  <a:lnTo>
                    <a:pt x="3567046" y="1848297"/>
                  </a:lnTo>
                  <a:lnTo>
                    <a:pt x="3567697" y="1847674"/>
                  </a:lnTo>
                  <a:lnTo>
                    <a:pt x="3567914" y="1847674"/>
                  </a:lnTo>
                  <a:lnTo>
                    <a:pt x="3568022" y="1847674"/>
                  </a:lnTo>
                  <a:lnTo>
                    <a:pt x="3568131" y="1847674"/>
                  </a:lnTo>
                  <a:lnTo>
                    <a:pt x="3568348" y="1847674"/>
                  </a:lnTo>
                  <a:lnTo>
                    <a:pt x="3568456" y="1847674"/>
                  </a:lnTo>
                  <a:lnTo>
                    <a:pt x="3568565" y="1847674"/>
                  </a:lnTo>
                  <a:lnTo>
                    <a:pt x="3568781" y="1847050"/>
                  </a:lnTo>
                  <a:lnTo>
                    <a:pt x="3569107" y="1847050"/>
                  </a:lnTo>
                  <a:lnTo>
                    <a:pt x="3569649" y="1847050"/>
                  </a:lnTo>
                  <a:lnTo>
                    <a:pt x="3569757" y="1847050"/>
                  </a:lnTo>
                  <a:lnTo>
                    <a:pt x="3569974" y="1847050"/>
                  </a:lnTo>
                  <a:lnTo>
                    <a:pt x="3570083" y="1847050"/>
                  </a:lnTo>
                  <a:lnTo>
                    <a:pt x="3570300" y="1847050"/>
                  </a:lnTo>
                  <a:lnTo>
                    <a:pt x="3570408" y="1847050"/>
                  </a:lnTo>
                  <a:lnTo>
                    <a:pt x="3570517" y="1847050"/>
                  </a:lnTo>
                  <a:lnTo>
                    <a:pt x="3570842" y="1847050"/>
                  </a:lnTo>
                  <a:lnTo>
                    <a:pt x="3571059" y="1846427"/>
                  </a:lnTo>
                  <a:lnTo>
                    <a:pt x="3571167" y="1846427"/>
                  </a:lnTo>
                  <a:lnTo>
                    <a:pt x="3571276" y="1846427"/>
                  </a:lnTo>
                  <a:lnTo>
                    <a:pt x="3571601" y="1846427"/>
                  </a:lnTo>
                  <a:lnTo>
                    <a:pt x="3572143" y="1846427"/>
                  </a:lnTo>
                  <a:lnTo>
                    <a:pt x="3572360" y="1845803"/>
                  </a:lnTo>
                  <a:lnTo>
                    <a:pt x="3572686" y="1845803"/>
                  </a:lnTo>
                  <a:lnTo>
                    <a:pt x="3572794" y="1845803"/>
                  </a:lnTo>
                  <a:lnTo>
                    <a:pt x="3572794" y="1844556"/>
                  </a:lnTo>
                  <a:lnTo>
                    <a:pt x="3573011" y="1844556"/>
                  </a:lnTo>
                  <a:lnTo>
                    <a:pt x="3573119" y="1844556"/>
                  </a:lnTo>
                  <a:lnTo>
                    <a:pt x="3573445" y="1844556"/>
                  </a:lnTo>
                  <a:lnTo>
                    <a:pt x="3573662" y="1844556"/>
                  </a:lnTo>
                  <a:lnTo>
                    <a:pt x="3574204" y="1844556"/>
                  </a:lnTo>
                  <a:lnTo>
                    <a:pt x="3574312" y="1844556"/>
                  </a:lnTo>
                  <a:lnTo>
                    <a:pt x="3574854" y="1844556"/>
                  </a:lnTo>
                  <a:lnTo>
                    <a:pt x="3575071" y="1844556"/>
                  </a:lnTo>
                  <a:lnTo>
                    <a:pt x="3575614" y="1841438"/>
                  </a:lnTo>
                  <a:lnTo>
                    <a:pt x="3575722" y="1841438"/>
                  </a:lnTo>
                  <a:lnTo>
                    <a:pt x="3575722" y="1840815"/>
                  </a:lnTo>
                  <a:lnTo>
                    <a:pt x="3575939" y="1840191"/>
                  </a:lnTo>
                  <a:lnTo>
                    <a:pt x="3576047" y="1840191"/>
                  </a:lnTo>
                  <a:lnTo>
                    <a:pt x="3576373" y="1840191"/>
                  </a:lnTo>
                  <a:lnTo>
                    <a:pt x="3577023" y="1840191"/>
                  </a:lnTo>
                  <a:lnTo>
                    <a:pt x="3577132" y="1840191"/>
                  </a:lnTo>
                  <a:lnTo>
                    <a:pt x="3577132" y="1839567"/>
                  </a:lnTo>
                  <a:lnTo>
                    <a:pt x="3577566" y="1838944"/>
                  </a:lnTo>
                  <a:lnTo>
                    <a:pt x="3577674" y="1838944"/>
                  </a:lnTo>
                  <a:lnTo>
                    <a:pt x="3577783" y="1838944"/>
                  </a:lnTo>
                  <a:lnTo>
                    <a:pt x="3577891" y="1838944"/>
                  </a:lnTo>
                  <a:lnTo>
                    <a:pt x="3578108" y="1838944"/>
                  </a:lnTo>
                  <a:lnTo>
                    <a:pt x="3578108" y="1838320"/>
                  </a:lnTo>
                  <a:lnTo>
                    <a:pt x="3578216" y="1838320"/>
                  </a:lnTo>
                  <a:lnTo>
                    <a:pt x="3578325" y="1838320"/>
                  </a:lnTo>
                  <a:lnTo>
                    <a:pt x="3578433" y="1837697"/>
                  </a:lnTo>
                  <a:lnTo>
                    <a:pt x="3578759" y="1837697"/>
                  </a:lnTo>
                  <a:lnTo>
                    <a:pt x="3579192" y="1837073"/>
                  </a:lnTo>
                  <a:lnTo>
                    <a:pt x="3579626" y="1837073"/>
                  </a:lnTo>
                  <a:lnTo>
                    <a:pt x="3579735" y="1837073"/>
                  </a:lnTo>
                  <a:lnTo>
                    <a:pt x="3579951" y="1837073"/>
                  </a:lnTo>
                  <a:lnTo>
                    <a:pt x="3580494" y="1837073"/>
                  </a:lnTo>
                  <a:lnTo>
                    <a:pt x="3580602" y="1836449"/>
                  </a:lnTo>
                  <a:lnTo>
                    <a:pt x="3580711" y="1836449"/>
                  </a:lnTo>
                  <a:lnTo>
                    <a:pt x="3581036" y="1836449"/>
                  </a:lnTo>
                  <a:lnTo>
                    <a:pt x="3581144" y="1836449"/>
                  </a:lnTo>
                  <a:lnTo>
                    <a:pt x="3581687" y="1836449"/>
                  </a:lnTo>
                  <a:lnTo>
                    <a:pt x="3581795" y="1836449"/>
                  </a:lnTo>
                  <a:lnTo>
                    <a:pt x="3582012" y="1836449"/>
                  </a:lnTo>
                  <a:lnTo>
                    <a:pt x="3582120" y="1836449"/>
                  </a:lnTo>
                  <a:lnTo>
                    <a:pt x="3582229" y="1836449"/>
                  </a:lnTo>
                  <a:lnTo>
                    <a:pt x="3582988" y="1834579"/>
                  </a:lnTo>
                  <a:lnTo>
                    <a:pt x="3583313" y="1833955"/>
                  </a:lnTo>
                  <a:lnTo>
                    <a:pt x="3583639" y="1833955"/>
                  </a:lnTo>
                  <a:lnTo>
                    <a:pt x="3583856" y="1833332"/>
                  </a:lnTo>
                  <a:lnTo>
                    <a:pt x="3583856" y="1832708"/>
                  </a:lnTo>
                  <a:lnTo>
                    <a:pt x="3583964" y="1832084"/>
                  </a:lnTo>
                  <a:lnTo>
                    <a:pt x="3584181" y="1832084"/>
                  </a:lnTo>
                  <a:lnTo>
                    <a:pt x="3584289" y="1832084"/>
                  </a:lnTo>
                  <a:lnTo>
                    <a:pt x="3584615" y="1832084"/>
                  </a:lnTo>
                  <a:lnTo>
                    <a:pt x="3584832" y="1831461"/>
                  </a:lnTo>
                  <a:lnTo>
                    <a:pt x="3585157" y="1831461"/>
                  </a:lnTo>
                  <a:lnTo>
                    <a:pt x="3585374" y="1831461"/>
                  </a:lnTo>
                  <a:lnTo>
                    <a:pt x="3585699" y="1831461"/>
                  </a:lnTo>
                  <a:lnTo>
                    <a:pt x="3585808" y="1831461"/>
                  </a:lnTo>
                  <a:lnTo>
                    <a:pt x="3585916" y="1831461"/>
                  </a:lnTo>
                  <a:lnTo>
                    <a:pt x="3586458" y="1830837"/>
                  </a:lnTo>
                  <a:lnTo>
                    <a:pt x="3586892" y="1830837"/>
                  </a:lnTo>
                  <a:lnTo>
                    <a:pt x="3587001" y="1830837"/>
                  </a:lnTo>
                  <a:lnTo>
                    <a:pt x="3587109" y="1830837"/>
                  </a:lnTo>
                  <a:lnTo>
                    <a:pt x="3587217" y="1830837"/>
                  </a:lnTo>
                  <a:lnTo>
                    <a:pt x="3589712" y="1828343"/>
                  </a:lnTo>
                  <a:lnTo>
                    <a:pt x="3590037" y="1828343"/>
                  </a:lnTo>
                  <a:lnTo>
                    <a:pt x="3590471" y="1828343"/>
                  </a:lnTo>
                  <a:lnTo>
                    <a:pt x="3590688" y="1828343"/>
                  </a:lnTo>
                  <a:lnTo>
                    <a:pt x="3590905" y="1828343"/>
                  </a:lnTo>
                  <a:lnTo>
                    <a:pt x="3591013" y="1828343"/>
                  </a:lnTo>
                  <a:lnTo>
                    <a:pt x="3591447" y="1828343"/>
                  </a:lnTo>
                  <a:lnTo>
                    <a:pt x="3591555" y="1828343"/>
                  </a:lnTo>
                  <a:lnTo>
                    <a:pt x="3592423" y="1828343"/>
                  </a:lnTo>
                  <a:lnTo>
                    <a:pt x="3592531" y="1828343"/>
                  </a:lnTo>
                  <a:lnTo>
                    <a:pt x="3592857" y="1827096"/>
                  </a:lnTo>
                  <a:lnTo>
                    <a:pt x="3593507" y="1827096"/>
                  </a:lnTo>
                  <a:lnTo>
                    <a:pt x="3593616" y="1826472"/>
                  </a:lnTo>
                  <a:lnTo>
                    <a:pt x="3593941" y="1825849"/>
                  </a:lnTo>
                  <a:lnTo>
                    <a:pt x="3594050" y="1825225"/>
                  </a:lnTo>
                  <a:lnTo>
                    <a:pt x="3594267" y="1825225"/>
                  </a:lnTo>
                  <a:lnTo>
                    <a:pt x="3594375" y="1825225"/>
                  </a:lnTo>
                  <a:lnTo>
                    <a:pt x="3594592" y="1825225"/>
                  </a:lnTo>
                  <a:lnTo>
                    <a:pt x="3594592" y="1824601"/>
                  </a:lnTo>
                  <a:lnTo>
                    <a:pt x="3594809" y="1824601"/>
                  </a:lnTo>
                  <a:lnTo>
                    <a:pt x="3594917" y="1824601"/>
                  </a:lnTo>
                  <a:lnTo>
                    <a:pt x="3595134" y="1824601"/>
                  </a:lnTo>
                  <a:lnTo>
                    <a:pt x="3595459" y="1824601"/>
                  </a:lnTo>
                  <a:lnTo>
                    <a:pt x="3595568" y="1824601"/>
                  </a:lnTo>
                  <a:lnTo>
                    <a:pt x="3595676" y="1824601"/>
                  </a:lnTo>
                  <a:lnTo>
                    <a:pt x="3596327" y="1822731"/>
                  </a:lnTo>
                  <a:lnTo>
                    <a:pt x="3596652" y="1822731"/>
                  </a:lnTo>
                  <a:lnTo>
                    <a:pt x="3597303" y="1822731"/>
                  </a:lnTo>
                  <a:lnTo>
                    <a:pt x="3597845" y="1821483"/>
                  </a:lnTo>
                  <a:lnTo>
                    <a:pt x="3597954" y="1821483"/>
                  </a:lnTo>
                  <a:lnTo>
                    <a:pt x="3598062" y="1821483"/>
                  </a:lnTo>
                  <a:lnTo>
                    <a:pt x="3598388" y="1820860"/>
                  </a:lnTo>
                  <a:lnTo>
                    <a:pt x="3598930" y="1820236"/>
                  </a:lnTo>
                  <a:lnTo>
                    <a:pt x="3599255" y="1819613"/>
                  </a:lnTo>
                  <a:lnTo>
                    <a:pt x="3599364" y="1819613"/>
                  </a:lnTo>
                  <a:lnTo>
                    <a:pt x="3599472" y="1819613"/>
                  </a:lnTo>
                  <a:lnTo>
                    <a:pt x="3599580" y="1819613"/>
                  </a:lnTo>
                  <a:lnTo>
                    <a:pt x="3600123" y="1818989"/>
                  </a:lnTo>
                  <a:lnTo>
                    <a:pt x="3600340" y="1818989"/>
                  </a:lnTo>
                  <a:lnTo>
                    <a:pt x="3600556" y="1818989"/>
                  </a:lnTo>
                  <a:lnTo>
                    <a:pt x="3600665" y="1818989"/>
                  </a:lnTo>
                  <a:lnTo>
                    <a:pt x="3600882" y="1817742"/>
                  </a:lnTo>
                  <a:lnTo>
                    <a:pt x="3601641" y="1817118"/>
                  </a:lnTo>
                  <a:lnTo>
                    <a:pt x="3601966" y="1817118"/>
                  </a:lnTo>
                  <a:lnTo>
                    <a:pt x="3602292" y="1817118"/>
                  </a:lnTo>
                  <a:lnTo>
                    <a:pt x="3602617" y="1817118"/>
                  </a:lnTo>
                  <a:lnTo>
                    <a:pt x="3603159" y="1817118"/>
                  </a:lnTo>
                  <a:lnTo>
                    <a:pt x="3603485" y="1816495"/>
                  </a:lnTo>
                  <a:lnTo>
                    <a:pt x="3603701" y="1815871"/>
                  </a:lnTo>
                  <a:lnTo>
                    <a:pt x="3603918" y="1815871"/>
                  </a:lnTo>
                  <a:lnTo>
                    <a:pt x="3604786" y="1815871"/>
                  </a:lnTo>
                  <a:lnTo>
                    <a:pt x="3605328" y="1815248"/>
                  </a:lnTo>
                  <a:lnTo>
                    <a:pt x="3605328" y="1814624"/>
                  </a:lnTo>
                  <a:lnTo>
                    <a:pt x="3605437" y="1814624"/>
                  </a:lnTo>
                  <a:lnTo>
                    <a:pt x="3605653" y="1814624"/>
                  </a:lnTo>
                  <a:lnTo>
                    <a:pt x="3605762" y="1814624"/>
                  </a:lnTo>
                  <a:lnTo>
                    <a:pt x="3605870" y="1814624"/>
                  </a:lnTo>
                  <a:lnTo>
                    <a:pt x="3606413" y="1813377"/>
                  </a:lnTo>
                  <a:lnTo>
                    <a:pt x="3606521" y="1813377"/>
                  </a:lnTo>
                  <a:lnTo>
                    <a:pt x="3606846" y="1812753"/>
                  </a:lnTo>
                  <a:lnTo>
                    <a:pt x="3606955" y="1812753"/>
                  </a:lnTo>
                  <a:lnTo>
                    <a:pt x="3607063" y="1812753"/>
                  </a:lnTo>
                  <a:lnTo>
                    <a:pt x="3607172" y="1812753"/>
                  </a:lnTo>
                  <a:lnTo>
                    <a:pt x="3607606" y="1812753"/>
                  </a:lnTo>
                  <a:lnTo>
                    <a:pt x="3607714" y="1812753"/>
                  </a:lnTo>
                  <a:lnTo>
                    <a:pt x="3608039" y="1812753"/>
                  </a:lnTo>
                  <a:lnTo>
                    <a:pt x="3608365" y="1812753"/>
                  </a:lnTo>
                  <a:lnTo>
                    <a:pt x="3608690" y="1812753"/>
                  </a:lnTo>
                  <a:lnTo>
                    <a:pt x="3608907" y="1812753"/>
                  </a:lnTo>
                  <a:lnTo>
                    <a:pt x="3609015" y="1812753"/>
                  </a:lnTo>
                  <a:lnTo>
                    <a:pt x="3609449" y="1812753"/>
                  </a:lnTo>
                  <a:lnTo>
                    <a:pt x="3609774" y="1812130"/>
                  </a:lnTo>
                  <a:lnTo>
                    <a:pt x="3609883" y="1812130"/>
                  </a:lnTo>
                  <a:lnTo>
                    <a:pt x="3609991" y="1812130"/>
                  </a:lnTo>
                  <a:lnTo>
                    <a:pt x="3610642" y="1810883"/>
                  </a:lnTo>
                  <a:lnTo>
                    <a:pt x="3610750" y="1810883"/>
                  </a:lnTo>
                  <a:lnTo>
                    <a:pt x="3611076" y="1810259"/>
                  </a:lnTo>
                  <a:lnTo>
                    <a:pt x="3611184" y="1810259"/>
                  </a:lnTo>
                  <a:lnTo>
                    <a:pt x="3611401" y="1810259"/>
                  </a:lnTo>
                  <a:lnTo>
                    <a:pt x="3611727" y="1810259"/>
                  </a:lnTo>
                  <a:lnTo>
                    <a:pt x="3611943" y="1810259"/>
                  </a:lnTo>
                  <a:lnTo>
                    <a:pt x="3611943" y="1809635"/>
                  </a:lnTo>
                  <a:lnTo>
                    <a:pt x="3612160" y="1809635"/>
                  </a:lnTo>
                  <a:lnTo>
                    <a:pt x="3612811" y="1806517"/>
                  </a:lnTo>
                  <a:lnTo>
                    <a:pt x="3612919" y="1806517"/>
                  </a:lnTo>
                  <a:lnTo>
                    <a:pt x="3613028" y="1806517"/>
                  </a:lnTo>
                  <a:lnTo>
                    <a:pt x="3613245" y="1806517"/>
                  </a:lnTo>
                  <a:lnTo>
                    <a:pt x="3613353" y="1806517"/>
                  </a:lnTo>
                  <a:lnTo>
                    <a:pt x="3613895" y="1806517"/>
                  </a:lnTo>
                  <a:lnTo>
                    <a:pt x="3614004" y="1806517"/>
                  </a:lnTo>
                  <a:lnTo>
                    <a:pt x="3614221" y="1806517"/>
                  </a:lnTo>
                  <a:lnTo>
                    <a:pt x="3614438" y="1806517"/>
                  </a:lnTo>
                  <a:lnTo>
                    <a:pt x="3614763" y="1806517"/>
                  </a:lnTo>
                  <a:lnTo>
                    <a:pt x="3615305" y="1806517"/>
                  </a:lnTo>
                  <a:lnTo>
                    <a:pt x="3615631" y="1805894"/>
                  </a:lnTo>
                  <a:lnTo>
                    <a:pt x="3616498" y="1805894"/>
                  </a:lnTo>
                  <a:lnTo>
                    <a:pt x="3616715" y="1805894"/>
                  </a:lnTo>
                  <a:lnTo>
                    <a:pt x="3616824" y="1805894"/>
                  </a:lnTo>
                  <a:lnTo>
                    <a:pt x="3616932" y="1805894"/>
                  </a:lnTo>
                  <a:lnTo>
                    <a:pt x="3617149" y="1805894"/>
                  </a:lnTo>
                  <a:lnTo>
                    <a:pt x="3617257" y="1805894"/>
                  </a:lnTo>
                  <a:lnTo>
                    <a:pt x="3617583" y="1805894"/>
                  </a:lnTo>
                  <a:lnTo>
                    <a:pt x="3617691" y="1805894"/>
                  </a:lnTo>
                  <a:lnTo>
                    <a:pt x="3617800" y="1805894"/>
                  </a:lnTo>
                  <a:lnTo>
                    <a:pt x="3617908" y="1805894"/>
                  </a:lnTo>
                  <a:lnTo>
                    <a:pt x="3618016" y="1805894"/>
                  </a:lnTo>
                  <a:lnTo>
                    <a:pt x="3619209" y="1804023"/>
                  </a:lnTo>
                  <a:lnTo>
                    <a:pt x="3619426" y="1804023"/>
                  </a:lnTo>
                  <a:lnTo>
                    <a:pt x="3619752" y="1803400"/>
                  </a:lnTo>
                  <a:lnTo>
                    <a:pt x="3620077" y="1803400"/>
                  </a:lnTo>
                  <a:lnTo>
                    <a:pt x="3620294" y="1803400"/>
                  </a:lnTo>
                  <a:lnTo>
                    <a:pt x="3620402" y="1802776"/>
                  </a:lnTo>
                  <a:lnTo>
                    <a:pt x="3620728" y="1801529"/>
                  </a:lnTo>
                  <a:lnTo>
                    <a:pt x="3621053" y="1800905"/>
                  </a:lnTo>
                  <a:lnTo>
                    <a:pt x="3621270" y="1800905"/>
                  </a:lnTo>
                  <a:lnTo>
                    <a:pt x="3621487" y="1800905"/>
                  </a:lnTo>
                  <a:lnTo>
                    <a:pt x="3621704" y="1800905"/>
                  </a:lnTo>
                  <a:lnTo>
                    <a:pt x="3622029" y="1800905"/>
                  </a:lnTo>
                  <a:lnTo>
                    <a:pt x="3622571" y="1800905"/>
                  </a:lnTo>
                  <a:lnTo>
                    <a:pt x="3622680" y="1800905"/>
                  </a:lnTo>
                  <a:lnTo>
                    <a:pt x="3623330" y="1800282"/>
                  </a:lnTo>
                  <a:lnTo>
                    <a:pt x="3623439" y="1799034"/>
                  </a:lnTo>
                  <a:lnTo>
                    <a:pt x="3623764" y="1799034"/>
                  </a:lnTo>
                  <a:lnTo>
                    <a:pt x="3623981" y="1799034"/>
                  </a:lnTo>
                  <a:lnTo>
                    <a:pt x="3624090" y="1799034"/>
                  </a:lnTo>
                  <a:lnTo>
                    <a:pt x="3624198" y="1799034"/>
                  </a:lnTo>
                  <a:lnTo>
                    <a:pt x="3624306" y="1799034"/>
                  </a:lnTo>
                  <a:lnTo>
                    <a:pt x="3624523" y="1799034"/>
                  </a:lnTo>
                  <a:lnTo>
                    <a:pt x="3625174" y="1798411"/>
                  </a:lnTo>
                  <a:lnTo>
                    <a:pt x="3625608" y="1798411"/>
                  </a:lnTo>
                  <a:lnTo>
                    <a:pt x="3626150" y="1797164"/>
                  </a:lnTo>
                  <a:lnTo>
                    <a:pt x="3626258" y="1797164"/>
                  </a:lnTo>
                  <a:lnTo>
                    <a:pt x="3626258" y="1796540"/>
                  </a:lnTo>
                  <a:lnTo>
                    <a:pt x="3626584" y="1796540"/>
                  </a:lnTo>
                  <a:lnTo>
                    <a:pt x="3626692" y="1796540"/>
                  </a:lnTo>
                  <a:lnTo>
                    <a:pt x="3626909" y="1795293"/>
                  </a:lnTo>
                  <a:lnTo>
                    <a:pt x="3627018" y="1794669"/>
                  </a:lnTo>
                  <a:lnTo>
                    <a:pt x="3627234" y="1794046"/>
                  </a:lnTo>
                  <a:lnTo>
                    <a:pt x="3627343" y="1794046"/>
                  </a:lnTo>
                  <a:lnTo>
                    <a:pt x="3627451" y="1794046"/>
                  </a:lnTo>
                  <a:lnTo>
                    <a:pt x="3628536" y="1794046"/>
                  </a:lnTo>
                  <a:lnTo>
                    <a:pt x="3628644" y="1794046"/>
                  </a:lnTo>
                  <a:lnTo>
                    <a:pt x="3629078" y="1792799"/>
                  </a:lnTo>
                  <a:lnTo>
                    <a:pt x="3629403" y="1792799"/>
                  </a:lnTo>
                  <a:lnTo>
                    <a:pt x="3629403" y="1792175"/>
                  </a:lnTo>
                  <a:lnTo>
                    <a:pt x="3629620" y="1792175"/>
                  </a:lnTo>
                  <a:lnTo>
                    <a:pt x="3629729" y="1792175"/>
                  </a:lnTo>
                  <a:lnTo>
                    <a:pt x="3629837" y="1791552"/>
                  </a:lnTo>
                  <a:lnTo>
                    <a:pt x="3630271" y="1790928"/>
                  </a:lnTo>
                  <a:lnTo>
                    <a:pt x="3630813" y="1790928"/>
                  </a:lnTo>
                  <a:lnTo>
                    <a:pt x="3631030" y="1790928"/>
                  </a:lnTo>
                  <a:lnTo>
                    <a:pt x="3631247" y="1790928"/>
                  </a:lnTo>
                  <a:lnTo>
                    <a:pt x="3631355" y="1790304"/>
                  </a:lnTo>
                  <a:lnTo>
                    <a:pt x="3631572" y="1790304"/>
                  </a:lnTo>
                  <a:lnTo>
                    <a:pt x="3631789" y="1790304"/>
                  </a:lnTo>
                  <a:lnTo>
                    <a:pt x="3632115" y="1790304"/>
                  </a:lnTo>
                  <a:lnTo>
                    <a:pt x="3632440" y="1790304"/>
                  </a:lnTo>
                  <a:lnTo>
                    <a:pt x="3632548" y="1790304"/>
                  </a:lnTo>
                  <a:lnTo>
                    <a:pt x="3634067" y="1788434"/>
                  </a:lnTo>
                  <a:lnTo>
                    <a:pt x="3634067" y="1787810"/>
                  </a:lnTo>
                  <a:lnTo>
                    <a:pt x="3634175" y="1787810"/>
                  </a:lnTo>
                  <a:lnTo>
                    <a:pt x="3634500" y="1787186"/>
                  </a:lnTo>
                  <a:lnTo>
                    <a:pt x="3634609" y="1787186"/>
                  </a:lnTo>
                  <a:lnTo>
                    <a:pt x="3635043" y="1787186"/>
                  </a:lnTo>
                  <a:lnTo>
                    <a:pt x="3635151" y="1787186"/>
                  </a:lnTo>
                  <a:lnTo>
                    <a:pt x="3635260" y="1787186"/>
                  </a:lnTo>
                  <a:lnTo>
                    <a:pt x="3635368" y="1787186"/>
                  </a:lnTo>
                  <a:lnTo>
                    <a:pt x="3635693" y="1787186"/>
                  </a:lnTo>
                  <a:lnTo>
                    <a:pt x="3635693" y="1786563"/>
                  </a:lnTo>
                  <a:lnTo>
                    <a:pt x="3636019" y="1786563"/>
                  </a:lnTo>
                  <a:lnTo>
                    <a:pt x="3636127" y="1786563"/>
                  </a:lnTo>
                  <a:lnTo>
                    <a:pt x="3636236" y="1785939"/>
                  </a:lnTo>
                  <a:lnTo>
                    <a:pt x="3636344" y="1785939"/>
                  </a:lnTo>
                  <a:lnTo>
                    <a:pt x="3636669" y="1785939"/>
                  </a:lnTo>
                  <a:lnTo>
                    <a:pt x="3636778" y="1785939"/>
                  </a:lnTo>
                  <a:lnTo>
                    <a:pt x="3637429" y="1784692"/>
                  </a:lnTo>
                  <a:lnTo>
                    <a:pt x="3637645" y="1784069"/>
                  </a:lnTo>
                  <a:lnTo>
                    <a:pt x="3637754" y="1784069"/>
                  </a:lnTo>
                  <a:lnTo>
                    <a:pt x="3638079" y="1784069"/>
                  </a:lnTo>
                  <a:lnTo>
                    <a:pt x="3638513" y="1784069"/>
                  </a:lnTo>
                  <a:lnTo>
                    <a:pt x="3638621" y="1784069"/>
                  </a:lnTo>
                  <a:lnTo>
                    <a:pt x="3638730" y="1784069"/>
                  </a:lnTo>
                  <a:lnTo>
                    <a:pt x="3638838" y="1783445"/>
                  </a:lnTo>
                  <a:lnTo>
                    <a:pt x="3638947" y="1783445"/>
                  </a:lnTo>
                  <a:lnTo>
                    <a:pt x="3639164" y="1783445"/>
                  </a:lnTo>
                  <a:lnTo>
                    <a:pt x="3639381" y="1782821"/>
                  </a:lnTo>
                  <a:lnTo>
                    <a:pt x="3639489" y="1782821"/>
                  </a:lnTo>
                  <a:lnTo>
                    <a:pt x="3639814" y="1782821"/>
                  </a:lnTo>
                  <a:lnTo>
                    <a:pt x="3640357" y="1781574"/>
                  </a:lnTo>
                  <a:lnTo>
                    <a:pt x="3640465" y="1781574"/>
                  </a:lnTo>
                  <a:lnTo>
                    <a:pt x="3640465" y="1780951"/>
                  </a:lnTo>
                  <a:lnTo>
                    <a:pt x="3640682" y="1780951"/>
                  </a:lnTo>
                  <a:lnTo>
                    <a:pt x="3641766" y="1780327"/>
                  </a:lnTo>
                  <a:lnTo>
                    <a:pt x="3642200" y="1779703"/>
                  </a:lnTo>
                  <a:lnTo>
                    <a:pt x="3642742" y="1779703"/>
                  </a:lnTo>
                  <a:lnTo>
                    <a:pt x="3642851" y="1779703"/>
                  </a:lnTo>
                  <a:lnTo>
                    <a:pt x="3643068" y="1779703"/>
                  </a:lnTo>
                  <a:lnTo>
                    <a:pt x="3643502" y="1779703"/>
                  </a:lnTo>
                  <a:lnTo>
                    <a:pt x="3643718" y="1779703"/>
                  </a:lnTo>
                  <a:lnTo>
                    <a:pt x="3643718" y="1779080"/>
                  </a:lnTo>
                  <a:lnTo>
                    <a:pt x="3643827" y="1779080"/>
                  </a:lnTo>
                  <a:lnTo>
                    <a:pt x="3644694" y="1778456"/>
                  </a:lnTo>
                  <a:lnTo>
                    <a:pt x="3644803" y="1778456"/>
                  </a:lnTo>
                  <a:lnTo>
                    <a:pt x="3644911" y="1778456"/>
                  </a:lnTo>
                  <a:lnTo>
                    <a:pt x="3645454" y="1778456"/>
                  </a:lnTo>
                  <a:lnTo>
                    <a:pt x="3645671" y="1778456"/>
                  </a:lnTo>
                  <a:lnTo>
                    <a:pt x="3645887" y="1778456"/>
                  </a:lnTo>
                  <a:lnTo>
                    <a:pt x="3645996" y="1778456"/>
                  </a:lnTo>
                  <a:lnTo>
                    <a:pt x="3646104" y="1778456"/>
                  </a:lnTo>
                  <a:lnTo>
                    <a:pt x="3646538" y="1776586"/>
                  </a:lnTo>
                  <a:lnTo>
                    <a:pt x="3646647" y="1776586"/>
                  </a:lnTo>
                  <a:lnTo>
                    <a:pt x="3646755" y="1776586"/>
                  </a:lnTo>
                  <a:lnTo>
                    <a:pt x="3646863" y="1775962"/>
                  </a:lnTo>
                  <a:lnTo>
                    <a:pt x="3647189" y="1775962"/>
                  </a:lnTo>
                  <a:lnTo>
                    <a:pt x="3647514" y="1775962"/>
                  </a:lnTo>
                  <a:lnTo>
                    <a:pt x="3647948" y="1775962"/>
                  </a:lnTo>
                  <a:lnTo>
                    <a:pt x="3648165" y="1775962"/>
                  </a:lnTo>
                  <a:lnTo>
                    <a:pt x="3648273" y="1775962"/>
                  </a:lnTo>
                  <a:lnTo>
                    <a:pt x="3648382" y="1775962"/>
                  </a:lnTo>
                  <a:lnTo>
                    <a:pt x="3648599" y="1775338"/>
                  </a:lnTo>
                  <a:lnTo>
                    <a:pt x="3648707" y="1775338"/>
                  </a:lnTo>
                  <a:lnTo>
                    <a:pt x="3650117" y="1774091"/>
                  </a:lnTo>
                  <a:lnTo>
                    <a:pt x="3650225" y="1774091"/>
                  </a:lnTo>
                  <a:lnTo>
                    <a:pt x="3650334" y="1774091"/>
                  </a:lnTo>
                  <a:lnTo>
                    <a:pt x="3650876" y="1772844"/>
                  </a:lnTo>
                  <a:lnTo>
                    <a:pt x="3651093" y="1772844"/>
                  </a:lnTo>
                  <a:lnTo>
                    <a:pt x="3651310" y="1772844"/>
                  </a:lnTo>
                  <a:lnTo>
                    <a:pt x="3651635" y="1772844"/>
                  </a:lnTo>
                  <a:lnTo>
                    <a:pt x="3651744" y="1772844"/>
                  </a:lnTo>
                  <a:lnTo>
                    <a:pt x="3651852" y="1772844"/>
                  </a:lnTo>
                  <a:lnTo>
                    <a:pt x="3652286" y="1772844"/>
                  </a:lnTo>
                  <a:lnTo>
                    <a:pt x="3652394" y="1772220"/>
                  </a:lnTo>
                  <a:lnTo>
                    <a:pt x="3653045" y="1771597"/>
                  </a:lnTo>
                  <a:lnTo>
                    <a:pt x="3653262" y="1771597"/>
                  </a:lnTo>
                  <a:lnTo>
                    <a:pt x="3653370" y="1771597"/>
                  </a:lnTo>
                  <a:lnTo>
                    <a:pt x="3653479" y="1771597"/>
                  </a:lnTo>
                  <a:lnTo>
                    <a:pt x="3653587" y="1771597"/>
                  </a:lnTo>
                  <a:lnTo>
                    <a:pt x="3653696" y="1770973"/>
                  </a:lnTo>
                  <a:lnTo>
                    <a:pt x="3654021" y="1770973"/>
                  </a:lnTo>
                  <a:lnTo>
                    <a:pt x="3654455" y="1770973"/>
                  </a:lnTo>
                  <a:lnTo>
                    <a:pt x="3654563" y="1770973"/>
                  </a:lnTo>
                  <a:lnTo>
                    <a:pt x="3654997" y="1770973"/>
                  </a:lnTo>
                  <a:lnTo>
                    <a:pt x="3655431" y="1770973"/>
                  </a:lnTo>
                  <a:lnTo>
                    <a:pt x="3655648" y="1770973"/>
                  </a:lnTo>
                  <a:lnTo>
                    <a:pt x="3655756" y="1770350"/>
                  </a:lnTo>
                  <a:lnTo>
                    <a:pt x="3655865" y="1770350"/>
                  </a:lnTo>
                  <a:lnTo>
                    <a:pt x="3656190" y="1769726"/>
                  </a:lnTo>
                  <a:lnTo>
                    <a:pt x="3656841" y="1769103"/>
                  </a:lnTo>
                  <a:lnTo>
                    <a:pt x="3657383" y="1768479"/>
                  </a:lnTo>
                  <a:lnTo>
                    <a:pt x="3657491" y="1768479"/>
                  </a:lnTo>
                  <a:lnTo>
                    <a:pt x="3657708" y="1768479"/>
                  </a:lnTo>
                  <a:lnTo>
                    <a:pt x="3657925" y="1768479"/>
                  </a:lnTo>
                  <a:lnTo>
                    <a:pt x="3658142" y="1768479"/>
                  </a:lnTo>
                  <a:lnTo>
                    <a:pt x="3658250" y="1768479"/>
                  </a:lnTo>
                  <a:lnTo>
                    <a:pt x="3658359" y="1768479"/>
                  </a:lnTo>
                  <a:lnTo>
                    <a:pt x="3658684" y="1768479"/>
                  </a:lnTo>
                  <a:lnTo>
                    <a:pt x="3658793" y="1768479"/>
                  </a:lnTo>
                  <a:lnTo>
                    <a:pt x="3659118" y="1768479"/>
                  </a:lnTo>
                  <a:lnTo>
                    <a:pt x="3660094" y="1767855"/>
                  </a:lnTo>
                  <a:lnTo>
                    <a:pt x="3660202" y="1767855"/>
                  </a:lnTo>
                  <a:lnTo>
                    <a:pt x="3660528" y="1767855"/>
                  </a:lnTo>
                  <a:lnTo>
                    <a:pt x="3660636" y="1767855"/>
                  </a:lnTo>
                  <a:lnTo>
                    <a:pt x="3660745" y="1767232"/>
                  </a:lnTo>
                  <a:lnTo>
                    <a:pt x="3661178" y="1767232"/>
                  </a:lnTo>
                  <a:lnTo>
                    <a:pt x="3661395" y="1767232"/>
                  </a:lnTo>
                  <a:lnTo>
                    <a:pt x="3661938" y="1766608"/>
                  </a:lnTo>
                  <a:lnTo>
                    <a:pt x="3662046" y="1766608"/>
                  </a:lnTo>
                  <a:lnTo>
                    <a:pt x="3662154" y="1766608"/>
                  </a:lnTo>
                  <a:lnTo>
                    <a:pt x="3662154" y="1765985"/>
                  </a:lnTo>
                  <a:lnTo>
                    <a:pt x="3662588" y="1765985"/>
                  </a:lnTo>
                  <a:lnTo>
                    <a:pt x="3662697" y="1765985"/>
                  </a:lnTo>
                  <a:lnTo>
                    <a:pt x="3662805" y="1765985"/>
                  </a:lnTo>
                  <a:lnTo>
                    <a:pt x="3663131" y="1765985"/>
                  </a:lnTo>
                  <a:lnTo>
                    <a:pt x="3663781" y="1765361"/>
                  </a:lnTo>
                  <a:lnTo>
                    <a:pt x="3663781" y="1764737"/>
                  </a:lnTo>
                  <a:lnTo>
                    <a:pt x="3664107" y="1764737"/>
                  </a:lnTo>
                  <a:lnTo>
                    <a:pt x="3664432" y="1764114"/>
                  </a:lnTo>
                  <a:lnTo>
                    <a:pt x="3664974" y="1763490"/>
                  </a:lnTo>
                  <a:lnTo>
                    <a:pt x="3665191" y="1763490"/>
                  </a:lnTo>
                  <a:lnTo>
                    <a:pt x="3665842" y="1760996"/>
                  </a:lnTo>
                  <a:lnTo>
                    <a:pt x="3665950" y="1760996"/>
                  </a:lnTo>
                  <a:lnTo>
                    <a:pt x="3666059" y="1760996"/>
                  </a:lnTo>
                  <a:lnTo>
                    <a:pt x="3666059" y="1760372"/>
                  </a:lnTo>
                  <a:lnTo>
                    <a:pt x="3666167" y="1760372"/>
                  </a:lnTo>
                  <a:lnTo>
                    <a:pt x="3666275" y="1760372"/>
                  </a:lnTo>
                  <a:lnTo>
                    <a:pt x="3666492" y="1760372"/>
                  </a:lnTo>
                  <a:lnTo>
                    <a:pt x="3666926" y="1759125"/>
                  </a:lnTo>
                  <a:lnTo>
                    <a:pt x="3667143" y="1759125"/>
                  </a:lnTo>
                  <a:lnTo>
                    <a:pt x="3667468" y="1758502"/>
                  </a:lnTo>
                  <a:lnTo>
                    <a:pt x="3667468" y="1757878"/>
                  </a:lnTo>
                  <a:lnTo>
                    <a:pt x="3667577" y="1757878"/>
                  </a:lnTo>
                  <a:lnTo>
                    <a:pt x="3667685" y="1757878"/>
                  </a:lnTo>
                  <a:lnTo>
                    <a:pt x="3668011" y="1757878"/>
                  </a:lnTo>
                  <a:lnTo>
                    <a:pt x="3668444" y="1756007"/>
                  </a:lnTo>
                  <a:lnTo>
                    <a:pt x="3668770" y="1756007"/>
                  </a:lnTo>
                  <a:lnTo>
                    <a:pt x="3668878" y="1756007"/>
                  </a:lnTo>
                  <a:lnTo>
                    <a:pt x="3668987" y="1756007"/>
                  </a:lnTo>
                  <a:lnTo>
                    <a:pt x="3669095" y="1756007"/>
                  </a:lnTo>
                  <a:lnTo>
                    <a:pt x="3669420" y="1756007"/>
                  </a:lnTo>
                  <a:lnTo>
                    <a:pt x="3670071" y="1754760"/>
                  </a:lnTo>
                  <a:lnTo>
                    <a:pt x="3670180" y="1754760"/>
                  </a:lnTo>
                  <a:lnTo>
                    <a:pt x="3670288" y="1754760"/>
                  </a:lnTo>
                  <a:lnTo>
                    <a:pt x="3670613" y="1754760"/>
                  </a:lnTo>
                  <a:lnTo>
                    <a:pt x="3671047" y="1754760"/>
                  </a:lnTo>
                  <a:lnTo>
                    <a:pt x="3671156" y="1754760"/>
                  </a:lnTo>
                  <a:lnTo>
                    <a:pt x="3671589" y="1752889"/>
                  </a:lnTo>
                  <a:lnTo>
                    <a:pt x="3671806" y="1752889"/>
                  </a:lnTo>
                  <a:lnTo>
                    <a:pt x="3672023" y="1752889"/>
                  </a:lnTo>
                  <a:lnTo>
                    <a:pt x="3672132" y="1752889"/>
                  </a:lnTo>
                  <a:lnTo>
                    <a:pt x="3672349" y="1752889"/>
                  </a:lnTo>
                  <a:lnTo>
                    <a:pt x="3672565" y="1752889"/>
                  </a:lnTo>
                  <a:lnTo>
                    <a:pt x="3672891" y="1752266"/>
                  </a:lnTo>
                  <a:lnTo>
                    <a:pt x="3673108" y="1752266"/>
                  </a:lnTo>
                  <a:lnTo>
                    <a:pt x="3673216" y="1752266"/>
                  </a:lnTo>
                  <a:lnTo>
                    <a:pt x="3673758" y="1751019"/>
                  </a:lnTo>
                  <a:lnTo>
                    <a:pt x="3673867" y="1751019"/>
                  </a:lnTo>
                  <a:lnTo>
                    <a:pt x="3673975" y="1751019"/>
                  </a:lnTo>
                  <a:lnTo>
                    <a:pt x="3674517" y="1751019"/>
                  </a:lnTo>
                  <a:lnTo>
                    <a:pt x="3674626" y="1751019"/>
                  </a:lnTo>
                  <a:lnTo>
                    <a:pt x="3674734" y="1751019"/>
                  </a:lnTo>
                  <a:lnTo>
                    <a:pt x="3674843" y="1751019"/>
                  </a:lnTo>
                  <a:lnTo>
                    <a:pt x="3675493" y="1751019"/>
                  </a:lnTo>
                  <a:lnTo>
                    <a:pt x="3675493" y="1750395"/>
                  </a:lnTo>
                  <a:lnTo>
                    <a:pt x="3675927" y="1750395"/>
                  </a:lnTo>
                  <a:lnTo>
                    <a:pt x="3676144" y="1750395"/>
                  </a:lnTo>
                  <a:lnTo>
                    <a:pt x="3676253" y="1750395"/>
                  </a:lnTo>
                  <a:lnTo>
                    <a:pt x="3676578" y="1750395"/>
                  </a:lnTo>
                  <a:lnTo>
                    <a:pt x="3676578" y="1749771"/>
                  </a:lnTo>
                  <a:lnTo>
                    <a:pt x="3676903" y="1749771"/>
                  </a:lnTo>
                  <a:lnTo>
                    <a:pt x="3677229" y="1748524"/>
                  </a:lnTo>
                  <a:lnTo>
                    <a:pt x="3677337" y="1748524"/>
                  </a:lnTo>
                  <a:lnTo>
                    <a:pt x="3677446" y="1748524"/>
                  </a:lnTo>
                  <a:lnTo>
                    <a:pt x="3677554" y="1748524"/>
                  </a:lnTo>
                  <a:lnTo>
                    <a:pt x="3678205" y="1748524"/>
                  </a:lnTo>
                  <a:lnTo>
                    <a:pt x="3678422" y="1748524"/>
                  </a:lnTo>
                  <a:lnTo>
                    <a:pt x="3678747" y="1747901"/>
                  </a:lnTo>
                  <a:lnTo>
                    <a:pt x="3678964" y="1747901"/>
                  </a:lnTo>
                  <a:lnTo>
                    <a:pt x="3679072" y="1747901"/>
                  </a:lnTo>
                  <a:lnTo>
                    <a:pt x="3679181" y="1747277"/>
                  </a:lnTo>
                  <a:lnTo>
                    <a:pt x="3679289" y="1747277"/>
                  </a:lnTo>
                  <a:lnTo>
                    <a:pt x="3679398" y="1745406"/>
                  </a:lnTo>
                  <a:lnTo>
                    <a:pt x="3679831" y="1744783"/>
                  </a:lnTo>
                  <a:lnTo>
                    <a:pt x="3680048" y="1744159"/>
                  </a:lnTo>
                  <a:lnTo>
                    <a:pt x="3680265" y="1743536"/>
                  </a:lnTo>
                  <a:lnTo>
                    <a:pt x="3680591" y="1743536"/>
                  </a:lnTo>
                  <a:lnTo>
                    <a:pt x="3680699" y="1743536"/>
                  </a:lnTo>
                  <a:lnTo>
                    <a:pt x="3680699" y="1742912"/>
                  </a:lnTo>
                  <a:lnTo>
                    <a:pt x="3680807" y="1742912"/>
                  </a:lnTo>
                  <a:lnTo>
                    <a:pt x="3680916" y="1742912"/>
                  </a:lnTo>
                  <a:lnTo>
                    <a:pt x="3681024" y="1742912"/>
                  </a:lnTo>
                  <a:lnTo>
                    <a:pt x="3681133" y="1742912"/>
                  </a:lnTo>
                  <a:lnTo>
                    <a:pt x="3681241" y="1742912"/>
                  </a:lnTo>
                  <a:lnTo>
                    <a:pt x="3681350" y="1742912"/>
                  </a:lnTo>
                  <a:lnTo>
                    <a:pt x="3681458" y="1742912"/>
                  </a:lnTo>
                  <a:lnTo>
                    <a:pt x="3681783" y="1742912"/>
                  </a:lnTo>
                  <a:lnTo>
                    <a:pt x="3682217" y="1742912"/>
                  </a:lnTo>
                  <a:lnTo>
                    <a:pt x="3682326" y="1742912"/>
                  </a:lnTo>
                  <a:lnTo>
                    <a:pt x="3682759" y="1742912"/>
                  </a:lnTo>
                  <a:lnTo>
                    <a:pt x="3682976" y="1742912"/>
                  </a:lnTo>
                  <a:lnTo>
                    <a:pt x="3683302" y="1742912"/>
                  </a:lnTo>
                  <a:lnTo>
                    <a:pt x="3683410" y="1742912"/>
                  </a:lnTo>
                  <a:lnTo>
                    <a:pt x="3683410" y="1742288"/>
                  </a:lnTo>
                  <a:lnTo>
                    <a:pt x="3683519" y="1742288"/>
                  </a:lnTo>
                  <a:lnTo>
                    <a:pt x="3683844" y="1742288"/>
                  </a:lnTo>
                  <a:lnTo>
                    <a:pt x="3683952" y="1742288"/>
                  </a:lnTo>
                  <a:lnTo>
                    <a:pt x="3684061" y="1742288"/>
                  </a:lnTo>
                  <a:lnTo>
                    <a:pt x="3684169" y="1742288"/>
                  </a:lnTo>
                  <a:lnTo>
                    <a:pt x="3684169" y="1741665"/>
                  </a:lnTo>
                  <a:lnTo>
                    <a:pt x="3684278" y="1741665"/>
                  </a:lnTo>
                  <a:lnTo>
                    <a:pt x="3684386" y="1741665"/>
                  </a:lnTo>
                  <a:lnTo>
                    <a:pt x="3684495" y="1741665"/>
                  </a:lnTo>
                  <a:lnTo>
                    <a:pt x="3684820" y="1741665"/>
                  </a:lnTo>
                  <a:lnTo>
                    <a:pt x="3685145" y="1741665"/>
                  </a:lnTo>
                  <a:lnTo>
                    <a:pt x="3688833" y="1739171"/>
                  </a:lnTo>
                  <a:lnTo>
                    <a:pt x="3688941" y="1737923"/>
                  </a:lnTo>
                  <a:lnTo>
                    <a:pt x="3689049" y="1737923"/>
                  </a:lnTo>
                  <a:lnTo>
                    <a:pt x="3689158" y="1737923"/>
                  </a:lnTo>
                  <a:lnTo>
                    <a:pt x="3689483" y="1737923"/>
                  </a:lnTo>
                  <a:lnTo>
                    <a:pt x="3689483" y="1737300"/>
                  </a:lnTo>
                  <a:lnTo>
                    <a:pt x="3689592" y="1737300"/>
                  </a:lnTo>
                  <a:lnTo>
                    <a:pt x="3689917" y="1737300"/>
                  </a:lnTo>
                  <a:lnTo>
                    <a:pt x="3690134" y="1737300"/>
                  </a:lnTo>
                  <a:lnTo>
                    <a:pt x="3690459" y="1737300"/>
                  </a:lnTo>
                  <a:lnTo>
                    <a:pt x="3690568" y="1737300"/>
                  </a:lnTo>
                  <a:lnTo>
                    <a:pt x="3690676" y="1737300"/>
                  </a:lnTo>
                  <a:lnTo>
                    <a:pt x="3691435" y="1737300"/>
                  </a:lnTo>
                  <a:lnTo>
                    <a:pt x="3691544" y="1737300"/>
                  </a:lnTo>
                  <a:lnTo>
                    <a:pt x="3691652" y="1737300"/>
                  </a:lnTo>
                  <a:lnTo>
                    <a:pt x="3691652" y="1736053"/>
                  </a:lnTo>
                  <a:lnTo>
                    <a:pt x="3691869" y="1736053"/>
                  </a:lnTo>
                  <a:lnTo>
                    <a:pt x="3691977" y="1736053"/>
                  </a:lnTo>
                  <a:lnTo>
                    <a:pt x="3692411" y="1736053"/>
                  </a:lnTo>
                  <a:lnTo>
                    <a:pt x="3692520" y="1735429"/>
                  </a:lnTo>
                  <a:lnTo>
                    <a:pt x="3693062" y="1735429"/>
                  </a:lnTo>
                  <a:lnTo>
                    <a:pt x="3693170" y="1735429"/>
                  </a:lnTo>
                  <a:lnTo>
                    <a:pt x="3693496" y="1735429"/>
                  </a:lnTo>
                  <a:lnTo>
                    <a:pt x="3693496" y="1734806"/>
                  </a:lnTo>
                  <a:lnTo>
                    <a:pt x="3693713" y="1734806"/>
                  </a:lnTo>
                  <a:lnTo>
                    <a:pt x="3693821" y="1734806"/>
                  </a:lnTo>
                  <a:lnTo>
                    <a:pt x="3693930" y="1734806"/>
                  </a:lnTo>
                  <a:lnTo>
                    <a:pt x="3694038" y="1734806"/>
                  </a:lnTo>
                  <a:lnTo>
                    <a:pt x="3694255" y="1734806"/>
                  </a:lnTo>
                  <a:lnTo>
                    <a:pt x="3694363" y="1734806"/>
                  </a:lnTo>
                  <a:lnTo>
                    <a:pt x="3694906" y="1733558"/>
                  </a:lnTo>
                  <a:lnTo>
                    <a:pt x="3695014" y="1732935"/>
                  </a:lnTo>
                  <a:lnTo>
                    <a:pt x="3695882" y="1731688"/>
                  </a:lnTo>
                  <a:lnTo>
                    <a:pt x="3696315" y="1731688"/>
                  </a:lnTo>
                  <a:lnTo>
                    <a:pt x="3696424" y="1731688"/>
                  </a:lnTo>
                  <a:lnTo>
                    <a:pt x="3696966" y="1731688"/>
                  </a:lnTo>
                  <a:lnTo>
                    <a:pt x="3697183" y="1731064"/>
                  </a:lnTo>
                  <a:lnTo>
                    <a:pt x="3697291" y="1731064"/>
                  </a:lnTo>
                  <a:lnTo>
                    <a:pt x="3697834" y="1731064"/>
                  </a:lnTo>
                  <a:lnTo>
                    <a:pt x="3697942" y="1731064"/>
                  </a:lnTo>
                  <a:lnTo>
                    <a:pt x="3698159" y="1731064"/>
                  </a:lnTo>
                  <a:lnTo>
                    <a:pt x="3698593" y="1729817"/>
                  </a:lnTo>
                  <a:lnTo>
                    <a:pt x="3698810" y="1729817"/>
                  </a:lnTo>
                  <a:lnTo>
                    <a:pt x="3699027" y="1729193"/>
                  </a:lnTo>
                  <a:lnTo>
                    <a:pt x="3699677" y="1728570"/>
                  </a:lnTo>
                  <a:lnTo>
                    <a:pt x="3699786" y="1728570"/>
                  </a:lnTo>
                  <a:lnTo>
                    <a:pt x="3700003" y="1727946"/>
                  </a:lnTo>
                  <a:lnTo>
                    <a:pt x="3700653" y="1727946"/>
                  </a:lnTo>
                  <a:lnTo>
                    <a:pt x="3700870" y="1726699"/>
                  </a:lnTo>
                  <a:lnTo>
                    <a:pt x="3700979" y="1726699"/>
                  </a:lnTo>
                  <a:lnTo>
                    <a:pt x="3701521" y="1726699"/>
                  </a:lnTo>
                  <a:lnTo>
                    <a:pt x="3701629" y="1726699"/>
                  </a:lnTo>
                  <a:lnTo>
                    <a:pt x="3702063" y="1726699"/>
                  </a:lnTo>
                  <a:lnTo>
                    <a:pt x="3702172" y="1726699"/>
                  </a:lnTo>
                  <a:lnTo>
                    <a:pt x="3702605" y="1726699"/>
                  </a:lnTo>
                  <a:lnTo>
                    <a:pt x="3702714" y="1725452"/>
                  </a:lnTo>
                  <a:lnTo>
                    <a:pt x="3702822" y="1725452"/>
                  </a:lnTo>
                  <a:lnTo>
                    <a:pt x="3702931" y="1725452"/>
                  </a:lnTo>
                  <a:lnTo>
                    <a:pt x="3703039" y="1725452"/>
                  </a:lnTo>
                  <a:lnTo>
                    <a:pt x="3703256" y="1725452"/>
                  </a:lnTo>
                  <a:lnTo>
                    <a:pt x="3703256" y="1724828"/>
                  </a:lnTo>
                  <a:lnTo>
                    <a:pt x="3703907" y="1724828"/>
                  </a:lnTo>
                  <a:lnTo>
                    <a:pt x="3704124" y="1724828"/>
                  </a:lnTo>
                  <a:lnTo>
                    <a:pt x="3704232" y="1724828"/>
                  </a:lnTo>
                  <a:lnTo>
                    <a:pt x="3704340" y="1724828"/>
                  </a:lnTo>
                  <a:lnTo>
                    <a:pt x="3704449" y="1724828"/>
                  </a:lnTo>
                  <a:lnTo>
                    <a:pt x="3704666" y="1724828"/>
                  </a:lnTo>
                  <a:lnTo>
                    <a:pt x="3704991" y="1724828"/>
                  </a:lnTo>
                  <a:lnTo>
                    <a:pt x="3705316" y="1724828"/>
                  </a:lnTo>
                  <a:lnTo>
                    <a:pt x="3706076" y="1724828"/>
                  </a:lnTo>
                  <a:lnTo>
                    <a:pt x="3706184" y="1724828"/>
                  </a:lnTo>
                  <a:lnTo>
                    <a:pt x="3706401" y="1724828"/>
                  </a:lnTo>
                  <a:lnTo>
                    <a:pt x="3706509" y="1724828"/>
                  </a:lnTo>
                  <a:lnTo>
                    <a:pt x="3706618" y="1724828"/>
                  </a:lnTo>
                  <a:lnTo>
                    <a:pt x="3706726" y="1724828"/>
                  </a:lnTo>
                  <a:lnTo>
                    <a:pt x="3707052" y="1724828"/>
                  </a:lnTo>
                  <a:lnTo>
                    <a:pt x="3707160" y="1724828"/>
                  </a:lnTo>
                  <a:lnTo>
                    <a:pt x="3707485" y="1724828"/>
                  </a:lnTo>
                  <a:lnTo>
                    <a:pt x="3707594" y="1724828"/>
                  </a:lnTo>
                  <a:lnTo>
                    <a:pt x="3707702" y="1724828"/>
                  </a:lnTo>
                  <a:lnTo>
                    <a:pt x="3707702" y="1724205"/>
                  </a:lnTo>
                  <a:lnTo>
                    <a:pt x="3708787" y="1722957"/>
                  </a:lnTo>
                  <a:lnTo>
                    <a:pt x="3709329" y="1722957"/>
                  </a:lnTo>
                  <a:lnTo>
                    <a:pt x="3709437" y="1722957"/>
                  </a:lnTo>
                  <a:lnTo>
                    <a:pt x="3709763" y="1722957"/>
                  </a:lnTo>
                  <a:lnTo>
                    <a:pt x="3710088" y="1721710"/>
                  </a:lnTo>
                  <a:lnTo>
                    <a:pt x="3710522" y="1721710"/>
                  </a:lnTo>
                  <a:lnTo>
                    <a:pt x="3710847" y="1721087"/>
                  </a:lnTo>
                  <a:lnTo>
                    <a:pt x="3711064" y="1720463"/>
                  </a:lnTo>
                  <a:lnTo>
                    <a:pt x="3711173" y="1720463"/>
                  </a:lnTo>
                  <a:lnTo>
                    <a:pt x="3711281" y="1720463"/>
                  </a:lnTo>
                  <a:lnTo>
                    <a:pt x="3711390" y="1720463"/>
                  </a:lnTo>
                  <a:lnTo>
                    <a:pt x="3711498" y="1719840"/>
                  </a:lnTo>
                  <a:lnTo>
                    <a:pt x="3711932" y="1719840"/>
                  </a:lnTo>
                  <a:lnTo>
                    <a:pt x="3712149" y="1719840"/>
                  </a:lnTo>
                  <a:lnTo>
                    <a:pt x="3712691" y="1719840"/>
                  </a:lnTo>
                  <a:lnTo>
                    <a:pt x="3712908" y="1719840"/>
                  </a:lnTo>
                  <a:lnTo>
                    <a:pt x="3713016" y="1719216"/>
                  </a:lnTo>
                  <a:lnTo>
                    <a:pt x="3713342" y="1719216"/>
                  </a:lnTo>
                  <a:lnTo>
                    <a:pt x="3713558" y="1719216"/>
                  </a:lnTo>
                  <a:lnTo>
                    <a:pt x="3714426" y="1719216"/>
                  </a:lnTo>
                  <a:lnTo>
                    <a:pt x="3714535" y="1719216"/>
                  </a:lnTo>
                  <a:lnTo>
                    <a:pt x="3714643" y="1719216"/>
                  </a:lnTo>
                  <a:lnTo>
                    <a:pt x="3715077" y="1719216"/>
                  </a:lnTo>
                  <a:lnTo>
                    <a:pt x="3715185" y="1719216"/>
                  </a:lnTo>
                  <a:lnTo>
                    <a:pt x="3715294" y="1719216"/>
                  </a:lnTo>
                  <a:lnTo>
                    <a:pt x="3715619" y="1719216"/>
                  </a:lnTo>
                  <a:lnTo>
                    <a:pt x="3715727" y="1719216"/>
                  </a:lnTo>
                  <a:lnTo>
                    <a:pt x="3716270" y="1719216"/>
                  </a:lnTo>
                  <a:lnTo>
                    <a:pt x="3716487" y="1719216"/>
                  </a:lnTo>
                  <a:lnTo>
                    <a:pt x="3716595" y="1719216"/>
                  </a:lnTo>
                  <a:lnTo>
                    <a:pt x="3716812" y="1719216"/>
                  </a:lnTo>
                  <a:lnTo>
                    <a:pt x="3717246" y="1719216"/>
                  </a:lnTo>
                  <a:lnTo>
                    <a:pt x="3717571" y="1719216"/>
                  </a:lnTo>
                  <a:lnTo>
                    <a:pt x="3718113" y="1717969"/>
                  </a:lnTo>
                  <a:lnTo>
                    <a:pt x="3718222" y="1717969"/>
                  </a:lnTo>
                  <a:lnTo>
                    <a:pt x="3718330" y="1717969"/>
                  </a:lnTo>
                  <a:lnTo>
                    <a:pt x="3718439" y="1717345"/>
                  </a:lnTo>
                  <a:lnTo>
                    <a:pt x="3718547" y="1717345"/>
                  </a:lnTo>
                  <a:lnTo>
                    <a:pt x="3718872" y="1717345"/>
                  </a:lnTo>
                  <a:lnTo>
                    <a:pt x="3718981" y="1717345"/>
                  </a:lnTo>
                  <a:lnTo>
                    <a:pt x="3719198" y="1717345"/>
                  </a:lnTo>
                  <a:lnTo>
                    <a:pt x="3720933" y="1716098"/>
                  </a:lnTo>
                  <a:lnTo>
                    <a:pt x="3721367" y="1715474"/>
                  </a:lnTo>
                  <a:lnTo>
                    <a:pt x="3721584" y="1715474"/>
                  </a:lnTo>
                  <a:lnTo>
                    <a:pt x="3721800" y="1715474"/>
                  </a:lnTo>
                  <a:lnTo>
                    <a:pt x="3722126" y="1714851"/>
                  </a:lnTo>
                  <a:lnTo>
                    <a:pt x="3722451" y="1714851"/>
                  </a:lnTo>
                  <a:lnTo>
                    <a:pt x="3722776" y="1714851"/>
                  </a:lnTo>
                  <a:lnTo>
                    <a:pt x="3723102" y="1714227"/>
                  </a:lnTo>
                  <a:lnTo>
                    <a:pt x="3723644" y="1714227"/>
                  </a:lnTo>
                  <a:lnTo>
                    <a:pt x="3723969" y="1714227"/>
                  </a:lnTo>
                  <a:lnTo>
                    <a:pt x="3724078" y="1714227"/>
                  </a:lnTo>
                  <a:lnTo>
                    <a:pt x="3724186" y="1714227"/>
                  </a:lnTo>
                  <a:lnTo>
                    <a:pt x="3724295" y="1714227"/>
                  </a:lnTo>
                  <a:lnTo>
                    <a:pt x="3724403" y="1714227"/>
                  </a:lnTo>
                  <a:lnTo>
                    <a:pt x="3724729" y="1713604"/>
                  </a:lnTo>
                  <a:lnTo>
                    <a:pt x="3725488" y="1712357"/>
                  </a:lnTo>
                  <a:lnTo>
                    <a:pt x="3725705" y="1712357"/>
                  </a:lnTo>
                  <a:lnTo>
                    <a:pt x="3725921" y="1712357"/>
                  </a:lnTo>
                  <a:lnTo>
                    <a:pt x="3726030" y="1712357"/>
                  </a:lnTo>
                  <a:lnTo>
                    <a:pt x="3726138" y="1712357"/>
                  </a:lnTo>
                  <a:lnTo>
                    <a:pt x="3726247" y="1710486"/>
                  </a:lnTo>
                  <a:lnTo>
                    <a:pt x="3726464" y="1710486"/>
                  </a:lnTo>
                  <a:lnTo>
                    <a:pt x="3727331" y="1710486"/>
                  </a:lnTo>
                  <a:lnTo>
                    <a:pt x="3727440" y="1710486"/>
                  </a:lnTo>
                  <a:lnTo>
                    <a:pt x="3727765" y="1710486"/>
                  </a:lnTo>
                  <a:lnTo>
                    <a:pt x="3727874" y="1710486"/>
                  </a:lnTo>
                  <a:lnTo>
                    <a:pt x="3727982" y="1709862"/>
                  </a:lnTo>
                  <a:lnTo>
                    <a:pt x="3728090" y="1709862"/>
                  </a:lnTo>
                  <a:lnTo>
                    <a:pt x="3728199" y="1709862"/>
                  </a:lnTo>
                  <a:lnTo>
                    <a:pt x="3728416" y="1709239"/>
                  </a:lnTo>
                  <a:lnTo>
                    <a:pt x="3728741" y="1708615"/>
                  </a:lnTo>
                  <a:lnTo>
                    <a:pt x="3729283" y="1708615"/>
                  </a:lnTo>
                  <a:lnTo>
                    <a:pt x="3729392" y="1708615"/>
                  </a:lnTo>
                  <a:lnTo>
                    <a:pt x="3729500" y="1708615"/>
                  </a:lnTo>
                  <a:lnTo>
                    <a:pt x="3729500" y="1707991"/>
                  </a:lnTo>
                  <a:lnTo>
                    <a:pt x="3729717" y="1707991"/>
                  </a:lnTo>
                  <a:lnTo>
                    <a:pt x="3729826" y="1707991"/>
                  </a:lnTo>
                  <a:lnTo>
                    <a:pt x="3730151" y="1707991"/>
                  </a:lnTo>
                  <a:lnTo>
                    <a:pt x="3730259" y="1707991"/>
                  </a:lnTo>
                  <a:lnTo>
                    <a:pt x="3730368" y="1707991"/>
                  </a:lnTo>
                  <a:lnTo>
                    <a:pt x="3730476" y="1707991"/>
                  </a:lnTo>
                  <a:lnTo>
                    <a:pt x="3730693" y="1707991"/>
                  </a:lnTo>
                  <a:lnTo>
                    <a:pt x="3730910" y="1707991"/>
                  </a:lnTo>
                  <a:lnTo>
                    <a:pt x="3731235" y="1707368"/>
                  </a:lnTo>
                  <a:lnTo>
                    <a:pt x="3731561" y="1707368"/>
                  </a:lnTo>
                  <a:lnTo>
                    <a:pt x="3732971" y="1706121"/>
                  </a:lnTo>
                  <a:lnTo>
                    <a:pt x="3733187" y="1706121"/>
                  </a:lnTo>
                  <a:lnTo>
                    <a:pt x="3733404" y="1706121"/>
                  </a:lnTo>
                  <a:lnTo>
                    <a:pt x="3733838" y="1706121"/>
                  </a:lnTo>
                  <a:lnTo>
                    <a:pt x="3733947" y="1706121"/>
                  </a:lnTo>
                  <a:lnTo>
                    <a:pt x="3734055" y="1706121"/>
                  </a:lnTo>
                  <a:lnTo>
                    <a:pt x="3734163" y="1706121"/>
                  </a:lnTo>
                  <a:lnTo>
                    <a:pt x="3734489" y="1706121"/>
                  </a:lnTo>
                  <a:lnTo>
                    <a:pt x="3734923" y="1706121"/>
                  </a:lnTo>
                  <a:lnTo>
                    <a:pt x="3735465" y="1706121"/>
                  </a:lnTo>
                  <a:lnTo>
                    <a:pt x="3735682" y="1706121"/>
                  </a:lnTo>
                  <a:lnTo>
                    <a:pt x="3736116" y="1706121"/>
                  </a:lnTo>
                  <a:lnTo>
                    <a:pt x="3736224" y="1706121"/>
                  </a:lnTo>
                  <a:lnTo>
                    <a:pt x="3736332" y="1706121"/>
                  </a:lnTo>
                  <a:lnTo>
                    <a:pt x="3736658" y="1706121"/>
                  </a:lnTo>
                  <a:lnTo>
                    <a:pt x="3736766" y="1706121"/>
                  </a:lnTo>
                  <a:lnTo>
                    <a:pt x="3737417" y="1706121"/>
                  </a:lnTo>
                  <a:lnTo>
                    <a:pt x="3737525" y="1705497"/>
                  </a:lnTo>
                  <a:lnTo>
                    <a:pt x="3738176" y="1703626"/>
                  </a:lnTo>
                  <a:lnTo>
                    <a:pt x="3738393" y="1703626"/>
                  </a:lnTo>
                  <a:lnTo>
                    <a:pt x="3738501" y="1703003"/>
                  </a:lnTo>
                  <a:lnTo>
                    <a:pt x="3738718" y="1703003"/>
                  </a:lnTo>
                  <a:lnTo>
                    <a:pt x="3739044" y="1703003"/>
                  </a:lnTo>
                  <a:lnTo>
                    <a:pt x="3739152" y="1703003"/>
                  </a:lnTo>
                  <a:lnTo>
                    <a:pt x="3739369" y="1703003"/>
                  </a:lnTo>
                  <a:lnTo>
                    <a:pt x="3739586" y="1703003"/>
                  </a:lnTo>
                  <a:lnTo>
                    <a:pt x="3739694" y="1703003"/>
                  </a:lnTo>
                  <a:lnTo>
                    <a:pt x="3739911" y="1703003"/>
                  </a:lnTo>
                  <a:lnTo>
                    <a:pt x="3740020" y="1702379"/>
                  </a:lnTo>
                  <a:lnTo>
                    <a:pt x="3740128" y="1702379"/>
                  </a:lnTo>
                  <a:lnTo>
                    <a:pt x="3740237" y="1702379"/>
                  </a:lnTo>
                  <a:lnTo>
                    <a:pt x="3740237" y="1701756"/>
                  </a:lnTo>
                  <a:lnTo>
                    <a:pt x="3740345" y="1701756"/>
                  </a:lnTo>
                  <a:lnTo>
                    <a:pt x="3740453" y="1701756"/>
                  </a:lnTo>
                  <a:lnTo>
                    <a:pt x="3740996" y="1701132"/>
                  </a:lnTo>
                  <a:lnTo>
                    <a:pt x="3741104" y="1701132"/>
                  </a:lnTo>
                  <a:lnTo>
                    <a:pt x="3741321" y="1701132"/>
                  </a:lnTo>
                  <a:lnTo>
                    <a:pt x="3741429" y="1701132"/>
                  </a:lnTo>
                  <a:lnTo>
                    <a:pt x="3741646" y="1700508"/>
                  </a:lnTo>
                  <a:lnTo>
                    <a:pt x="3741755" y="1700508"/>
                  </a:lnTo>
                  <a:lnTo>
                    <a:pt x="3742080" y="1699885"/>
                  </a:lnTo>
                  <a:lnTo>
                    <a:pt x="3742405" y="1698638"/>
                  </a:lnTo>
                  <a:lnTo>
                    <a:pt x="3742514" y="1698638"/>
                  </a:lnTo>
                  <a:lnTo>
                    <a:pt x="3742622" y="1698638"/>
                  </a:lnTo>
                  <a:lnTo>
                    <a:pt x="3742731" y="1698638"/>
                  </a:lnTo>
                  <a:lnTo>
                    <a:pt x="3742948" y="1698638"/>
                  </a:lnTo>
                  <a:lnTo>
                    <a:pt x="3744357" y="1698014"/>
                  </a:lnTo>
                  <a:lnTo>
                    <a:pt x="3744466" y="1698014"/>
                  </a:lnTo>
                  <a:lnTo>
                    <a:pt x="3744683" y="1698014"/>
                  </a:lnTo>
                  <a:lnTo>
                    <a:pt x="3745117" y="1698014"/>
                  </a:lnTo>
                  <a:lnTo>
                    <a:pt x="3745225" y="1698014"/>
                  </a:lnTo>
                  <a:lnTo>
                    <a:pt x="3745767" y="1698014"/>
                  </a:lnTo>
                  <a:lnTo>
                    <a:pt x="3745984" y="1698014"/>
                  </a:lnTo>
                  <a:lnTo>
                    <a:pt x="3746093" y="1698014"/>
                  </a:lnTo>
                  <a:lnTo>
                    <a:pt x="3746635" y="1697391"/>
                  </a:lnTo>
                  <a:lnTo>
                    <a:pt x="3746743" y="1697391"/>
                  </a:lnTo>
                  <a:lnTo>
                    <a:pt x="3746960" y="1697391"/>
                  </a:lnTo>
                  <a:lnTo>
                    <a:pt x="3747177" y="1697391"/>
                  </a:lnTo>
                  <a:lnTo>
                    <a:pt x="3747177" y="1696767"/>
                  </a:lnTo>
                  <a:lnTo>
                    <a:pt x="3747286" y="1696767"/>
                  </a:lnTo>
                  <a:lnTo>
                    <a:pt x="3747828" y="1696143"/>
                  </a:lnTo>
                  <a:lnTo>
                    <a:pt x="3748045" y="1695520"/>
                  </a:lnTo>
                  <a:lnTo>
                    <a:pt x="3748153" y="1695520"/>
                  </a:lnTo>
                  <a:lnTo>
                    <a:pt x="3748262" y="1695520"/>
                  </a:lnTo>
                  <a:lnTo>
                    <a:pt x="3748912" y="1695520"/>
                  </a:lnTo>
                  <a:lnTo>
                    <a:pt x="3749563" y="1695520"/>
                  </a:lnTo>
                  <a:lnTo>
                    <a:pt x="3749671" y="1695520"/>
                  </a:lnTo>
                  <a:lnTo>
                    <a:pt x="3749780" y="1695520"/>
                  </a:lnTo>
                  <a:lnTo>
                    <a:pt x="3749888" y="1695520"/>
                  </a:lnTo>
                  <a:lnTo>
                    <a:pt x="3749997" y="1695520"/>
                  </a:lnTo>
                  <a:lnTo>
                    <a:pt x="3750539" y="1694896"/>
                  </a:lnTo>
                  <a:lnTo>
                    <a:pt x="3750647" y="1694896"/>
                  </a:lnTo>
                  <a:lnTo>
                    <a:pt x="3750864" y="1694896"/>
                  </a:lnTo>
                  <a:lnTo>
                    <a:pt x="3750973" y="1694273"/>
                  </a:lnTo>
                  <a:lnTo>
                    <a:pt x="3750973" y="1693649"/>
                  </a:lnTo>
                  <a:lnTo>
                    <a:pt x="3751081" y="1693649"/>
                  </a:lnTo>
                  <a:lnTo>
                    <a:pt x="3751407" y="1693025"/>
                  </a:lnTo>
                  <a:lnTo>
                    <a:pt x="3751515" y="1693025"/>
                  </a:lnTo>
                  <a:lnTo>
                    <a:pt x="3751840" y="1691778"/>
                  </a:lnTo>
                  <a:lnTo>
                    <a:pt x="3752166" y="1691155"/>
                  </a:lnTo>
                  <a:lnTo>
                    <a:pt x="3752816" y="1690531"/>
                  </a:lnTo>
                  <a:lnTo>
                    <a:pt x="3753033" y="1690531"/>
                  </a:lnTo>
                  <a:lnTo>
                    <a:pt x="3753467" y="1689908"/>
                  </a:lnTo>
                  <a:lnTo>
                    <a:pt x="3753467" y="1688660"/>
                  </a:lnTo>
                  <a:lnTo>
                    <a:pt x="3753576" y="1688660"/>
                  </a:lnTo>
                  <a:lnTo>
                    <a:pt x="3753792" y="1688660"/>
                  </a:lnTo>
                  <a:lnTo>
                    <a:pt x="3753792" y="1688037"/>
                  </a:lnTo>
                  <a:lnTo>
                    <a:pt x="3754118" y="1688037"/>
                  </a:lnTo>
                  <a:lnTo>
                    <a:pt x="3754226" y="1688037"/>
                  </a:lnTo>
                  <a:lnTo>
                    <a:pt x="3754768" y="1688037"/>
                  </a:lnTo>
                  <a:lnTo>
                    <a:pt x="3755202" y="1687413"/>
                  </a:lnTo>
                  <a:lnTo>
                    <a:pt x="3755744" y="1687413"/>
                  </a:lnTo>
                  <a:lnTo>
                    <a:pt x="3755853" y="1687413"/>
                  </a:lnTo>
                  <a:lnTo>
                    <a:pt x="3756178" y="1687413"/>
                  </a:lnTo>
                  <a:lnTo>
                    <a:pt x="3756720" y="1687413"/>
                  </a:lnTo>
                  <a:lnTo>
                    <a:pt x="3756829" y="1687413"/>
                  </a:lnTo>
                  <a:lnTo>
                    <a:pt x="3757046" y="1687413"/>
                  </a:lnTo>
                  <a:lnTo>
                    <a:pt x="3757480" y="1687413"/>
                  </a:lnTo>
                  <a:lnTo>
                    <a:pt x="3757588" y="1687413"/>
                  </a:lnTo>
                  <a:lnTo>
                    <a:pt x="3757697" y="1686790"/>
                  </a:lnTo>
                  <a:lnTo>
                    <a:pt x="3759215" y="1684295"/>
                  </a:lnTo>
                  <a:lnTo>
                    <a:pt x="3759757" y="1684295"/>
                  </a:lnTo>
                  <a:lnTo>
                    <a:pt x="3759865" y="1684295"/>
                  </a:lnTo>
                  <a:lnTo>
                    <a:pt x="3760082" y="1684295"/>
                  </a:lnTo>
                  <a:lnTo>
                    <a:pt x="3760191" y="1684295"/>
                  </a:lnTo>
                  <a:lnTo>
                    <a:pt x="3760408" y="1684295"/>
                  </a:lnTo>
                  <a:lnTo>
                    <a:pt x="3760516" y="1684295"/>
                  </a:lnTo>
                  <a:lnTo>
                    <a:pt x="3760625" y="1684295"/>
                  </a:lnTo>
                  <a:lnTo>
                    <a:pt x="3761167" y="1684295"/>
                  </a:lnTo>
                  <a:lnTo>
                    <a:pt x="3761384" y="1684295"/>
                  </a:lnTo>
                  <a:lnTo>
                    <a:pt x="3761601" y="1684295"/>
                  </a:lnTo>
                  <a:lnTo>
                    <a:pt x="3761709" y="1684295"/>
                  </a:lnTo>
                  <a:lnTo>
                    <a:pt x="3761926" y="1683672"/>
                  </a:lnTo>
                  <a:lnTo>
                    <a:pt x="3762360" y="1683672"/>
                  </a:lnTo>
                  <a:lnTo>
                    <a:pt x="3762468" y="1683672"/>
                  </a:lnTo>
                  <a:lnTo>
                    <a:pt x="3763010" y="1683672"/>
                  </a:lnTo>
                  <a:lnTo>
                    <a:pt x="3763119" y="1683672"/>
                  </a:lnTo>
                  <a:lnTo>
                    <a:pt x="3763661" y="1683048"/>
                  </a:lnTo>
                  <a:lnTo>
                    <a:pt x="3764203" y="1683048"/>
                  </a:lnTo>
                  <a:lnTo>
                    <a:pt x="3764529" y="1683048"/>
                  </a:lnTo>
                  <a:lnTo>
                    <a:pt x="3764637" y="1682425"/>
                  </a:lnTo>
                  <a:lnTo>
                    <a:pt x="3765396" y="1681801"/>
                  </a:lnTo>
                  <a:lnTo>
                    <a:pt x="3765613" y="1681801"/>
                  </a:lnTo>
                  <a:lnTo>
                    <a:pt x="3765613" y="1681177"/>
                  </a:lnTo>
                  <a:lnTo>
                    <a:pt x="3765613" y="1680554"/>
                  </a:lnTo>
                  <a:lnTo>
                    <a:pt x="3765722" y="1680554"/>
                  </a:lnTo>
                  <a:lnTo>
                    <a:pt x="3766047" y="1680554"/>
                  </a:lnTo>
                  <a:lnTo>
                    <a:pt x="3766155" y="1680554"/>
                  </a:lnTo>
                  <a:lnTo>
                    <a:pt x="3766372" y="1680554"/>
                  </a:lnTo>
                  <a:lnTo>
                    <a:pt x="3766698" y="1680554"/>
                  </a:lnTo>
                  <a:lnTo>
                    <a:pt x="3767131" y="1680554"/>
                  </a:lnTo>
                  <a:lnTo>
                    <a:pt x="3767782" y="1680554"/>
                  </a:lnTo>
                  <a:lnTo>
                    <a:pt x="3767782" y="1679930"/>
                  </a:lnTo>
                  <a:lnTo>
                    <a:pt x="3767891" y="1679930"/>
                  </a:lnTo>
                  <a:lnTo>
                    <a:pt x="3768107" y="1679930"/>
                  </a:lnTo>
                  <a:lnTo>
                    <a:pt x="3768433" y="1679930"/>
                  </a:lnTo>
                  <a:lnTo>
                    <a:pt x="3768541" y="1679930"/>
                  </a:lnTo>
                  <a:lnTo>
                    <a:pt x="3769300" y="1679930"/>
                  </a:lnTo>
                  <a:lnTo>
                    <a:pt x="3769409" y="1679930"/>
                  </a:lnTo>
                  <a:lnTo>
                    <a:pt x="3769517" y="1679930"/>
                  </a:lnTo>
                  <a:lnTo>
                    <a:pt x="3769626" y="1679930"/>
                  </a:lnTo>
                  <a:lnTo>
                    <a:pt x="3770168" y="1679307"/>
                  </a:lnTo>
                  <a:lnTo>
                    <a:pt x="3770168" y="1678683"/>
                  </a:lnTo>
                  <a:lnTo>
                    <a:pt x="3770385" y="1678683"/>
                  </a:lnTo>
                  <a:lnTo>
                    <a:pt x="3770493" y="1678683"/>
                  </a:lnTo>
                  <a:lnTo>
                    <a:pt x="3770602" y="1678683"/>
                  </a:lnTo>
                  <a:lnTo>
                    <a:pt x="3770927" y="1678683"/>
                  </a:lnTo>
                  <a:lnTo>
                    <a:pt x="3771036" y="1678060"/>
                  </a:lnTo>
                  <a:lnTo>
                    <a:pt x="3771252" y="1678060"/>
                  </a:lnTo>
                  <a:lnTo>
                    <a:pt x="3771686" y="1677436"/>
                  </a:lnTo>
                  <a:lnTo>
                    <a:pt x="3771795" y="1677436"/>
                  </a:lnTo>
                  <a:lnTo>
                    <a:pt x="3772012" y="1676812"/>
                  </a:lnTo>
                  <a:lnTo>
                    <a:pt x="3772228" y="1676812"/>
                  </a:lnTo>
                  <a:lnTo>
                    <a:pt x="3772662" y="1676812"/>
                  </a:lnTo>
                  <a:lnTo>
                    <a:pt x="3772879" y="1676812"/>
                  </a:lnTo>
                  <a:lnTo>
                    <a:pt x="3772988" y="1676812"/>
                  </a:lnTo>
                  <a:lnTo>
                    <a:pt x="3773096" y="1676812"/>
                  </a:lnTo>
                  <a:lnTo>
                    <a:pt x="3773747" y="1676189"/>
                  </a:lnTo>
                  <a:lnTo>
                    <a:pt x="3773855" y="1676189"/>
                  </a:lnTo>
                  <a:lnTo>
                    <a:pt x="3773964" y="1676189"/>
                  </a:lnTo>
                  <a:lnTo>
                    <a:pt x="3774180" y="1676189"/>
                  </a:lnTo>
                  <a:lnTo>
                    <a:pt x="3774289" y="1675565"/>
                  </a:lnTo>
                  <a:lnTo>
                    <a:pt x="3774831" y="1675565"/>
                  </a:lnTo>
                  <a:lnTo>
                    <a:pt x="3775807" y="1675565"/>
                  </a:lnTo>
                  <a:lnTo>
                    <a:pt x="3776241" y="1675565"/>
                  </a:lnTo>
                  <a:lnTo>
                    <a:pt x="3776349" y="1674942"/>
                  </a:lnTo>
                  <a:lnTo>
                    <a:pt x="3776458" y="1674942"/>
                  </a:lnTo>
                  <a:lnTo>
                    <a:pt x="3776566" y="1674942"/>
                  </a:lnTo>
                  <a:lnTo>
                    <a:pt x="3776675" y="1674942"/>
                  </a:lnTo>
                  <a:lnTo>
                    <a:pt x="3776892" y="1674942"/>
                  </a:lnTo>
                  <a:lnTo>
                    <a:pt x="3777000" y="1674942"/>
                  </a:lnTo>
                  <a:lnTo>
                    <a:pt x="3777434" y="1674942"/>
                  </a:lnTo>
                  <a:lnTo>
                    <a:pt x="3777759" y="1674318"/>
                  </a:lnTo>
                  <a:lnTo>
                    <a:pt x="3777976" y="1674318"/>
                  </a:lnTo>
                  <a:lnTo>
                    <a:pt x="3778410" y="1674318"/>
                  </a:lnTo>
                  <a:lnTo>
                    <a:pt x="3778518" y="1674318"/>
                  </a:lnTo>
                  <a:lnTo>
                    <a:pt x="3779061" y="1673694"/>
                  </a:lnTo>
                  <a:lnTo>
                    <a:pt x="3779386" y="1673071"/>
                  </a:lnTo>
                  <a:lnTo>
                    <a:pt x="3779603" y="1673071"/>
                  </a:lnTo>
                  <a:lnTo>
                    <a:pt x="3779603" y="1672447"/>
                  </a:lnTo>
                  <a:lnTo>
                    <a:pt x="3779820" y="1672447"/>
                  </a:lnTo>
                  <a:lnTo>
                    <a:pt x="3780145" y="1671824"/>
                  </a:lnTo>
                  <a:lnTo>
                    <a:pt x="3780470" y="1671824"/>
                  </a:lnTo>
                  <a:lnTo>
                    <a:pt x="3780796" y="1671824"/>
                  </a:lnTo>
                  <a:lnTo>
                    <a:pt x="3781013" y="1671200"/>
                  </a:lnTo>
                  <a:lnTo>
                    <a:pt x="3781230" y="1671200"/>
                  </a:lnTo>
                  <a:lnTo>
                    <a:pt x="3781555" y="1671200"/>
                  </a:lnTo>
                  <a:lnTo>
                    <a:pt x="3781663" y="1671200"/>
                  </a:lnTo>
                  <a:lnTo>
                    <a:pt x="3782206" y="1671200"/>
                  </a:lnTo>
                  <a:lnTo>
                    <a:pt x="3782206" y="1670577"/>
                  </a:lnTo>
                  <a:lnTo>
                    <a:pt x="3782531" y="1669329"/>
                  </a:lnTo>
                  <a:lnTo>
                    <a:pt x="3782748" y="1668082"/>
                  </a:lnTo>
                  <a:lnTo>
                    <a:pt x="3782856" y="1668082"/>
                  </a:lnTo>
                  <a:lnTo>
                    <a:pt x="3783073" y="1668082"/>
                  </a:lnTo>
                  <a:lnTo>
                    <a:pt x="3783182" y="1667459"/>
                  </a:lnTo>
                  <a:lnTo>
                    <a:pt x="3783290" y="1667459"/>
                  </a:lnTo>
                  <a:lnTo>
                    <a:pt x="3783615" y="1666835"/>
                  </a:lnTo>
                  <a:lnTo>
                    <a:pt x="3783832" y="1666835"/>
                  </a:lnTo>
                  <a:lnTo>
                    <a:pt x="3783941" y="1666835"/>
                  </a:lnTo>
                  <a:lnTo>
                    <a:pt x="3784049" y="1666835"/>
                  </a:lnTo>
                  <a:lnTo>
                    <a:pt x="3784158" y="1666835"/>
                  </a:lnTo>
                  <a:lnTo>
                    <a:pt x="3784483" y="1666835"/>
                  </a:lnTo>
                  <a:lnTo>
                    <a:pt x="3784591" y="1666835"/>
                  </a:lnTo>
                  <a:lnTo>
                    <a:pt x="3784591" y="1666211"/>
                  </a:lnTo>
                  <a:lnTo>
                    <a:pt x="3784591" y="1665588"/>
                  </a:lnTo>
                  <a:lnTo>
                    <a:pt x="3784700" y="1665588"/>
                  </a:lnTo>
                  <a:lnTo>
                    <a:pt x="3784808" y="1665588"/>
                  </a:lnTo>
                  <a:lnTo>
                    <a:pt x="3786760" y="1663717"/>
                  </a:lnTo>
                  <a:lnTo>
                    <a:pt x="3786869" y="1663717"/>
                  </a:lnTo>
                  <a:lnTo>
                    <a:pt x="3787519" y="1663717"/>
                  </a:lnTo>
                  <a:lnTo>
                    <a:pt x="3787736" y="1663717"/>
                  </a:lnTo>
                  <a:lnTo>
                    <a:pt x="3787953" y="1663094"/>
                  </a:lnTo>
                  <a:lnTo>
                    <a:pt x="3788062" y="1663094"/>
                  </a:lnTo>
                  <a:lnTo>
                    <a:pt x="3788279" y="1663094"/>
                  </a:lnTo>
                  <a:lnTo>
                    <a:pt x="3788496" y="1663094"/>
                  </a:lnTo>
                  <a:lnTo>
                    <a:pt x="3788604" y="1663094"/>
                  </a:lnTo>
                  <a:lnTo>
                    <a:pt x="3788604" y="1661846"/>
                  </a:lnTo>
                  <a:lnTo>
                    <a:pt x="3788712" y="1661846"/>
                  </a:lnTo>
                  <a:lnTo>
                    <a:pt x="3788821" y="1661846"/>
                  </a:lnTo>
                  <a:lnTo>
                    <a:pt x="3788821" y="1661223"/>
                  </a:lnTo>
                  <a:lnTo>
                    <a:pt x="3788929" y="1661223"/>
                  </a:lnTo>
                  <a:lnTo>
                    <a:pt x="3789038" y="1660599"/>
                  </a:lnTo>
                  <a:lnTo>
                    <a:pt x="3789580" y="1660599"/>
                  </a:lnTo>
                  <a:lnTo>
                    <a:pt x="3789688" y="1660599"/>
                  </a:lnTo>
                  <a:lnTo>
                    <a:pt x="3789797" y="1660599"/>
                  </a:lnTo>
                  <a:lnTo>
                    <a:pt x="3790122" y="1660599"/>
                  </a:lnTo>
                  <a:lnTo>
                    <a:pt x="3790448" y="1660599"/>
                  </a:lnTo>
                  <a:lnTo>
                    <a:pt x="3790556" y="1660599"/>
                  </a:lnTo>
                  <a:lnTo>
                    <a:pt x="3790773" y="1660599"/>
                  </a:lnTo>
                  <a:lnTo>
                    <a:pt x="3790990" y="1660599"/>
                  </a:lnTo>
                  <a:lnTo>
                    <a:pt x="3791098" y="1660599"/>
                  </a:lnTo>
                  <a:lnTo>
                    <a:pt x="3791207" y="1660599"/>
                  </a:lnTo>
                  <a:lnTo>
                    <a:pt x="3791640" y="1660599"/>
                  </a:lnTo>
                  <a:lnTo>
                    <a:pt x="3791966" y="1660599"/>
                  </a:lnTo>
                  <a:lnTo>
                    <a:pt x="3792291" y="1659352"/>
                  </a:lnTo>
                  <a:lnTo>
                    <a:pt x="3792942" y="1658728"/>
                  </a:lnTo>
                  <a:lnTo>
                    <a:pt x="3793267" y="1658728"/>
                  </a:lnTo>
                  <a:lnTo>
                    <a:pt x="3793593" y="1658728"/>
                  </a:lnTo>
                  <a:lnTo>
                    <a:pt x="3793701" y="1658728"/>
                  </a:lnTo>
                  <a:lnTo>
                    <a:pt x="3794460" y="1658728"/>
                  </a:lnTo>
                  <a:lnTo>
                    <a:pt x="3794569" y="1658728"/>
                  </a:lnTo>
                  <a:lnTo>
                    <a:pt x="3794894" y="1658728"/>
                  </a:lnTo>
                  <a:lnTo>
                    <a:pt x="3795002" y="1658728"/>
                  </a:lnTo>
                  <a:lnTo>
                    <a:pt x="3795436" y="1658728"/>
                  </a:lnTo>
                  <a:lnTo>
                    <a:pt x="3795545" y="1658105"/>
                  </a:lnTo>
                  <a:lnTo>
                    <a:pt x="3795870" y="1658105"/>
                  </a:lnTo>
                  <a:lnTo>
                    <a:pt x="3796304" y="1657481"/>
                  </a:lnTo>
                  <a:lnTo>
                    <a:pt x="3796412" y="1657481"/>
                  </a:lnTo>
                  <a:lnTo>
                    <a:pt x="3796629" y="1657481"/>
                  </a:lnTo>
                  <a:lnTo>
                    <a:pt x="3796846" y="1657481"/>
                  </a:lnTo>
                  <a:lnTo>
                    <a:pt x="3796846" y="1656858"/>
                  </a:lnTo>
                  <a:lnTo>
                    <a:pt x="3797063" y="1656858"/>
                  </a:lnTo>
                  <a:lnTo>
                    <a:pt x="3797497" y="1655611"/>
                  </a:lnTo>
                  <a:lnTo>
                    <a:pt x="3797930" y="1654363"/>
                  </a:lnTo>
                  <a:lnTo>
                    <a:pt x="3798364" y="1654363"/>
                  </a:lnTo>
                  <a:lnTo>
                    <a:pt x="3798473" y="1654363"/>
                  </a:lnTo>
                  <a:lnTo>
                    <a:pt x="3798581" y="1654363"/>
                  </a:lnTo>
                  <a:lnTo>
                    <a:pt x="3798690" y="1654363"/>
                  </a:lnTo>
                  <a:lnTo>
                    <a:pt x="3798798" y="1654363"/>
                  </a:lnTo>
                  <a:lnTo>
                    <a:pt x="3799015" y="1653740"/>
                  </a:lnTo>
                  <a:lnTo>
                    <a:pt x="3799123" y="1653740"/>
                  </a:lnTo>
                  <a:lnTo>
                    <a:pt x="3799232" y="1653740"/>
                  </a:lnTo>
                  <a:lnTo>
                    <a:pt x="3799340" y="1653740"/>
                  </a:lnTo>
                  <a:lnTo>
                    <a:pt x="3799666" y="1653740"/>
                  </a:lnTo>
                  <a:lnTo>
                    <a:pt x="3799774" y="1653740"/>
                  </a:lnTo>
                  <a:lnTo>
                    <a:pt x="3799991" y="1653740"/>
                  </a:lnTo>
                  <a:lnTo>
                    <a:pt x="3800425" y="1653116"/>
                  </a:lnTo>
                  <a:lnTo>
                    <a:pt x="3800533" y="1653116"/>
                  </a:lnTo>
                  <a:lnTo>
                    <a:pt x="3800750" y="1653116"/>
                  </a:lnTo>
                  <a:lnTo>
                    <a:pt x="3800859" y="1653116"/>
                  </a:lnTo>
                  <a:lnTo>
                    <a:pt x="3801075" y="1653116"/>
                  </a:lnTo>
                  <a:lnTo>
                    <a:pt x="3801292" y="1653116"/>
                  </a:lnTo>
                  <a:lnTo>
                    <a:pt x="3801401" y="1653116"/>
                  </a:lnTo>
                  <a:lnTo>
                    <a:pt x="3801726" y="1652493"/>
                  </a:lnTo>
                  <a:lnTo>
                    <a:pt x="3801835" y="1652493"/>
                  </a:lnTo>
                  <a:lnTo>
                    <a:pt x="3802160" y="1652493"/>
                  </a:lnTo>
                  <a:lnTo>
                    <a:pt x="3802377" y="1652493"/>
                  </a:lnTo>
                  <a:lnTo>
                    <a:pt x="3802919" y="1652493"/>
                  </a:lnTo>
                  <a:lnTo>
                    <a:pt x="3803136" y="1652493"/>
                  </a:lnTo>
                  <a:lnTo>
                    <a:pt x="3803244" y="1652493"/>
                  </a:lnTo>
                  <a:lnTo>
                    <a:pt x="3803353" y="1652493"/>
                  </a:lnTo>
                  <a:lnTo>
                    <a:pt x="3803678" y="1651869"/>
                  </a:lnTo>
                  <a:lnTo>
                    <a:pt x="3804112" y="1651869"/>
                  </a:lnTo>
                  <a:lnTo>
                    <a:pt x="3804220" y="1651869"/>
                  </a:lnTo>
                  <a:lnTo>
                    <a:pt x="3804329" y="1651869"/>
                  </a:lnTo>
                  <a:lnTo>
                    <a:pt x="3804437" y="1651869"/>
                  </a:lnTo>
                  <a:lnTo>
                    <a:pt x="3804546" y="1651869"/>
                  </a:lnTo>
                  <a:lnTo>
                    <a:pt x="3804763" y="1651869"/>
                  </a:lnTo>
                  <a:lnTo>
                    <a:pt x="3804980" y="1651869"/>
                  </a:lnTo>
                  <a:lnTo>
                    <a:pt x="3805196" y="1650622"/>
                  </a:lnTo>
                  <a:lnTo>
                    <a:pt x="3805305" y="1650622"/>
                  </a:lnTo>
                  <a:lnTo>
                    <a:pt x="3805630" y="1649998"/>
                  </a:lnTo>
                  <a:lnTo>
                    <a:pt x="3805630" y="1649375"/>
                  </a:lnTo>
                  <a:lnTo>
                    <a:pt x="3805956" y="1649375"/>
                  </a:lnTo>
                  <a:lnTo>
                    <a:pt x="3805956" y="1648751"/>
                  </a:lnTo>
                  <a:lnTo>
                    <a:pt x="3806064" y="1648751"/>
                  </a:lnTo>
                  <a:lnTo>
                    <a:pt x="3806281" y="1648751"/>
                  </a:lnTo>
                  <a:lnTo>
                    <a:pt x="3806389" y="1648751"/>
                  </a:lnTo>
                  <a:lnTo>
                    <a:pt x="3807148" y="1648128"/>
                  </a:lnTo>
                  <a:lnTo>
                    <a:pt x="3807474" y="1648128"/>
                  </a:lnTo>
                  <a:lnTo>
                    <a:pt x="3807582" y="1648128"/>
                  </a:lnTo>
                  <a:lnTo>
                    <a:pt x="3807691" y="1648128"/>
                  </a:lnTo>
                  <a:lnTo>
                    <a:pt x="3807908" y="1647504"/>
                  </a:lnTo>
                  <a:lnTo>
                    <a:pt x="3807908" y="1646880"/>
                  </a:lnTo>
                  <a:lnTo>
                    <a:pt x="3808016" y="1646880"/>
                  </a:lnTo>
                  <a:lnTo>
                    <a:pt x="3808124" y="1646880"/>
                  </a:lnTo>
                  <a:lnTo>
                    <a:pt x="3808558" y="1646880"/>
                  </a:lnTo>
                  <a:lnTo>
                    <a:pt x="3808775" y="1646880"/>
                  </a:lnTo>
                  <a:lnTo>
                    <a:pt x="3808884" y="1646880"/>
                  </a:lnTo>
                  <a:lnTo>
                    <a:pt x="3808992" y="1646257"/>
                  </a:lnTo>
                  <a:lnTo>
                    <a:pt x="3809751" y="1645633"/>
                  </a:lnTo>
                  <a:lnTo>
                    <a:pt x="3809860" y="1645633"/>
                  </a:lnTo>
                  <a:lnTo>
                    <a:pt x="3810293" y="1645633"/>
                  </a:lnTo>
                  <a:lnTo>
                    <a:pt x="3810402" y="1645633"/>
                  </a:lnTo>
                  <a:lnTo>
                    <a:pt x="3810836" y="1645633"/>
                  </a:lnTo>
                  <a:lnTo>
                    <a:pt x="3810944" y="1645010"/>
                  </a:lnTo>
                  <a:lnTo>
                    <a:pt x="3811161" y="1645010"/>
                  </a:lnTo>
                  <a:lnTo>
                    <a:pt x="3811161" y="1644386"/>
                  </a:lnTo>
                  <a:lnTo>
                    <a:pt x="3812137" y="1644386"/>
                  </a:lnTo>
                  <a:lnTo>
                    <a:pt x="3812354" y="1644386"/>
                  </a:lnTo>
                  <a:lnTo>
                    <a:pt x="3812896" y="1644386"/>
                  </a:lnTo>
                  <a:lnTo>
                    <a:pt x="3813547" y="1643762"/>
                  </a:lnTo>
                  <a:lnTo>
                    <a:pt x="3813547" y="1643139"/>
                  </a:lnTo>
                  <a:lnTo>
                    <a:pt x="3813655" y="1643139"/>
                  </a:lnTo>
                  <a:lnTo>
                    <a:pt x="3813764" y="1643139"/>
                  </a:lnTo>
                  <a:lnTo>
                    <a:pt x="3813872" y="1643139"/>
                  </a:lnTo>
                  <a:lnTo>
                    <a:pt x="3814740" y="1641268"/>
                  </a:lnTo>
                  <a:lnTo>
                    <a:pt x="3814848" y="1641268"/>
                  </a:lnTo>
                  <a:lnTo>
                    <a:pt x="3815065" y="1641268"/>
                  </a:lnTo>
                  <a:lnTo>
                    <a:pt x="3815499" y="1641268"/>
                  </a:lnTo>
                  <a:lnTo>
                    <a:pt x="3815716" y="1641268"/>
                  </a:lnTo>
                  <a:lnTo>
                    <a:pt x="3816041" y="1640021"/>
                  </a:lnTo>
                  <a:lnTo>
                    <a:pt x="3816150" y="1640021"/>
                  </a:lnTo>
                  <a:lnTo>
                    <a:pt x="3816583" y="1640021"/>
                  </a:lnTo>
                  <a:lnTo>
                    <a:pt x="3816800" y="1640021"/>
                  </a:lnTo>
                  <a:lnTo>
                    <a:pt x="3816909" y="1640021"/>
                  </a:lnTo>
                  <a:lnTo>
                    <a:pt x="3816909" y="1639397"/>
                  </a:lnTo>
                  <a:lnTo>
                    <a:pt x="3817559" y="1639397"/>
                  </a:lnTo>
                  <a:lnTo>
                    <a:pt x="3817668" y="1639397"/>
                  </a:lnTo>
                  <a:lnTo>
                    <a:pt x="3817885" y="1638774"/>
                  </a:lnTo>
                  <a:lnTo>
                    <a:pt x="3818210" y="1638774"/>
                  </a:lnTo>
                  <a:lnTo>
                    <a:pt x="3818319" y="1638150"/>
                  </a:lnTo>
                  <a:lnTo>
                    <a:pt x="3818644" y="1636903"/>
                  </a:lnTo>
                  <a:lnTo>
                    <a:pt x="3818861" y="1636280"/>
                  </a:lnTo>
                  <a:lnTo>
                    <a:pt x="3819078" y="1636280"/>
                  </a:lnTo>
                  <a:lnTo>
                    <a:pt x="3819728" y="1636280"/>
                  </a:lnTo>
                  <a:lnTo>
                    <a:pt x="3819945" y="1635656"/>
                  </a:lnTo>
                  <a:lnTo>
                    <a:pt x="3820379" y="1634409"/>
                  </a:lnTo>
                  <a:lnTo>
                    <a:pt x="3820487" y="1634409"/>
                  </a:lnTo>
                  <a:lnTo>
                    <a:pt x="3820704" y="1634409"/>
                  </a:lnTo>
                  <a:lnTo>
                    <a:pt x="3820704" y="1633785"/>
                  </a:lnTo>
                  <a:lnTo>
                    <a:pt x="3820813" y="1633785"/>
                  </a:lnTo>
                  <a:lnTo>
                    <a:pt x="3820921" y="1633785"/>
                  </a:lnTo>
                  <a:lnTo>
                    <a:pt x="3821247" y="1633162"/>
                  </a:lnTo>
                  <a:lnTo>
                    <a:pt x="3821355" y="1633162"/>
                  </a:lnTo>
                  <a:lnTo>
                    <a:pt x="3821680" y="1633162"/>
                  </a:lnTo>
                  <a:lnTo>
                    <a:pt x="3821897" y="1633162"/>
                  </a:lnTo>
                  <a:lnTo>
                    <a:pt x="3822006" y="1632538"/>
                  </a:lnTo>
                  <a:lnTo>
                    <a:pt x="3822114" y="1632538"/>
                  </a:lnTo>
                  <a:lnTo>
                    <a:pt x="3822548" y="1631291"/>
                  </a:lnTo>
                  <a:lnTo>
                    <a:pt x="3822656" y="1630667"/>
                  </a:lnTo>
                  <a:lnTo>
                    <a:pt x="3822765" y="1630667"/>
                  </a:lnTo>
                  <a:lnTo>
                    <a:pt x="3822982" y="1630667"/>
                  </a:lnTo>
                  <a:lnTo>
                    <a:pt x="3823849" y="1630667"/>
                  </a:lnTo>
                  <a:lnTo>
                    <a:pt x="3823958" y="1630044"/>
                  </a:lnTo>
                  <a:lnTo>
                    <a:pt x="3824283" y="1630044"/>
                  </a:lnTo>
                  <a:lnTo>
                    <a:pt x="3824392" y="1630044"/>
                  </a:lnTo>
                  <a:lnTo>
                    <a:pt x="3824825" y="1629420"/>
                  </a:lnTo>
                  <a:lnTo>
                    <a:pt x="3825042" y="1628797"/>
                  </a:lnTo>
                  <a:lnTo>
                    <a:pt x="3825801" y="1628173"/>
                  </a:lnTo>
                  <a:lnTo>
                    <a:pt x="3825910" y="1628173"/>
                  </a:lnTo>
                  <a:lnTo>
                    <a:pt x="3825910" y="1627549"/>
                  </a:lnTo>
                  <a:lnTo>
                    <a:pt x="3826018" y="1627549"/>
                  </a:lnTo>
                  <a:lnTo>
                    <a:pt x="3826127" y="1627549"/>
                  </a:lnTo>
                  <a:lnTo>
                    <a:pt x="3826561" y="1627549"/>
                  </a:lnTo>
                  <a:lnTo>
                    <a:pt x="3827320" y="1627549"/>
                  </a:lnTo>
                  <a:lnTo>
                    <a:pt x="3827537" y="1627549"/>
                  </a:lnTo>
                  <a:lnTo>
                    <a:pt x="3827645" y="1627549"/>
                  </a:lnTo>
                  <a:lnTo>
                    <a:pt x="3827862" y="1627549"/>
                  </a:lnTo>
                  <a:lnTo>
                    <a:pt x="3828404" y="1626302"/>
                  </a:lnTo>
                  <a:lnTo>
                    <a:pt x="3828513" y="1626302"/>
                  </a:lnTo>
                  <a:lnTo>
                    <a:pt x="3828621" y="1626302"/>
                  </a:lnTo>
                  <a:lnTo>
                    <a:pt x="3828838" y="1625679"/>
                  </a:lnTo>
                  <a:lnTo>
                    <a:pt x="3829489" y="1625679"/>
                  </a:lnTo>
                  <a:lnTo>
                    <a:pt x="3829597" y="1625679"/>
                  </a:lnTo>
                  <a:lnTo>
                    <a:pt x="3829705" y="1625679"/>
                  </a:lnTo>
                  <a:lnTo>
                    <a:pt x="3830139" y="1625679"/>
                  </a:lnTo>
                  <a:lnTo>
                    <a:pt x="3830248" y="1625679"/>
                  </a:lnTo>
                  <a:lnTo>
                    <a:pt x="3830573" y="1625679"/>
                  </a:lnTo>
                  <a:lnTo>
                    <a:pt x="3830573" y="1625055"/>
                  </a:lnTo>
                  <a:lnTo>
                    <a:pt x="3830790" y="1625055"/>
                  </a:lnTo>
                  <a:lnTo>
                    <a:pt x="3831115" y="1625055"/>
                  </a:lnTo>
                  <a:lnTo>
                    <a:pt x="3831224" y="1625055"/>
                  </a:lnTo>
                  <a:lnTo>
                    <a:pt x="3831549" y="1624431"/>
                  </a:lnTo>
                  <a:lnTo>
                    <a:pt x="3831766" y="1624431"/>
                  </a:lnTo>
                  <a:lnTo>
                    <a:pt x="3831874" y="1624431"/>
                  </a:lnTo>
                  <a:lnTo>
                    <a:pt x="3832091" y="1623808"/>
                  </a:lnTo>
                  <a:lnTo>
                    <a:pt x="3832742" y="1623808"/>
                  </a:lnTo>
                  <a:lnTo>
                    <a:pt x="3832850" y="1623808"/>
                  </a:lnTo>
                  <a:lnTo>
                    <a:pt x="3832850" y="1623184"/>
                  </a:lnTo>
                  <a:lnTo>
                    <a:pt x="3833067" y="1623184"/>
                  </a:lnTo>
                  <a:lnTo>
                    <a:pt x="3833284" y="1623184"/>
                  </a:lnTo>
                  <a:lnTo>
                    <a:pt x="3833393" y="1623184"/>
                  </a:lnTo>
                  <a:lnTo>
                    <a:pt x="3833610" y="1623184"/>
                  </a:lnTo>
                  <a:lnTo>
                    <a:pt x="3834152" y="1623184"/>
                  </a:lnTo>
                  <a:lnTo>
                    <a:pt x="3834477" y="1623184"/>
                  </a:lnTo>
                  <a:lnTo>
                    <a:pt x="3834477" y="1622561"/>
                  </a:lnTo>
                  <a:lnTo>
                    <a:pt x="3834694" y="1622561"/>
                  </a:lnTo>
                  <a:lnTo>
                    <a:pt x="3835019" y="1622561"/>
                  </a:lnTo>
                  <a:lnTo>
                    <a:pt x="3835236" y="1622561"/>
                  </a:lnTo>
                  <a:lnTo>
                    <a:pt x="3835670" y="1621937"/>
                  </a:lnTo>
                  <a:lnTo>
                    <a:pt x="3835887" y="1621314"/>
                  </a:lnTo>
                  <a:lnTo>
                    <a:pt x="3835995" y="1621314"/>
                  </a:lnTo>
                  <a:lnTo>
                    <a:pt x="3836212" y="1621314"/>
                  </a:lnTo>
                  <a:lnTo>
                    <a:pt x="3836755" y="1621314"/>
                  </a:lnTo>
                  <a:lnTo>
                    <a:pt x="3837080" y="1618196"/>
                  </a:lnTo>
                  <a:lnTo>
                    <a:pt x="3837188" y="1618196"/>
                  </a:lnTo>
                  <a:lnTo>
                    <a:pt x="3837297" y="1618196"/>
                  </a:lnTo>
                  <a:lnTo>
                    <a:pt x="3837622" y="1618196"/>
                  </a:lnTo>
                  <a:lnTo>
                    <a:pt x="3837731" y="1618196"/>
                  </a:lnTo>
                  <a:lnTo>
                    <a:pt x="3838707" y="1617572"/>
                  </a:lnTo>
                  <a:lnTo>
                    <a:pt x="3838923" y="1617572"/>
                  </a:lnTo>
                  <a:lnTo>
                    <a:pt x="3840008" y="1617572"/>
                  </a:lnTo>
                  <a:lnTo>
                    <a:pt x="3840116" y="1617572"/>
                  </a:lnTo>
                  <a:lnTo>
                    <a:pt x="3840550" y="1617572"/>
                  </a:lnTo>
                  <a:lnTo>
                    <a:pt x="3840767" y="1617572"/>
                  </a:lnTo>
                  <a:lnTo>
                    <a:pt x="3841309" y="1617572"/>
                  </a:lnTo>
                  <a:lnTo>
                    <a:pt x="3841418" y="1617572"/>
                  </a:lnTo>
                  <a:lnTo>
                    <a:pt x="3841526" y="1617572"/>
                  </a:lnTo>
                  <a:lnTo>
                    <a:pt x="3841635" y="1617572"/>
                  </a:lnTo>
                  <a:lnTo>
                    <a:pt x="3841852" y="1617572"/>
                  </a:lnTo>
                  <a:lnTo>
                    <a:pt x="3842177" y="1617572"/>
                  </a:lnTo>
                  <a:lnTo>
                    <a:pt x="3842611" y="1617572"/>
                  </a:lnTo>
                  <a:lnTo>
                    <a:pt x="3842719" y="1617572"/>
                  </a:lnTo>
                  <a:lnTo>
                    <a:pt x="3842936" y="1616948"/>
                  </a:lnTo>
                  <a:lnTo>
                    <a:pt x="3843044" y="1616325"/>
                  </a:lnTo>
                  <a:lnTo>
                    <a:pt x="3843044" y="1615701"/>
                  </a:lnTo>
                  <a:lnTo>
                    <a:pt x="3843153" y="1615701"/>
                  </a:lnTo>
                  <a:lnTo>
                    <a:pt x="3843478" y="1615701"/>
                  </a:lnTo>
                  <a:lnTo>
                    <a:pt x="3843587" y="1615701"/>
                  </a:lnTo>
                  <a:lnTo>
                    <a:pt x="3844021" y="1615701"/>
                  </a:lnTo>
                  <a:lnTo>
                    <a:pt x="3844021" y="1615078"/>
                  </a:lnTo>
                  <a:lnTo>
                    <a:pt x="3844129" y="1615078"/>
                  </a:lnTo>
                  <a:lnTo>
                    <a:pt x="3844237" y="1615078"/>
                  </a:lnTo>
                  <a:lnTo>
                    <a:pt x="3844346" y="1615078"/>
                  </a:lnTo>
                  <a:lnTo>
                    <a:pt x="3844671" y="1615078"/>
                  </a:lnTo>
                  <a:lnTo>
                    <a:pt x="3844997" y="1615078"/>
                  </a:lnTo>
                  <a:lnTo>
                    <a:pt x="3845105" y="1615078"/>
                  </a:lnTo>
                  <a:lnTo>
                    <a:pt x="3845213" y="1615078"/>
                  </a:lnTo>
                  <a:lnTo>
                    <a:pt x="3845430" y="1615078"/>
                  </a:lnTo>
                  <a:lnTo>
                    <a:pt x="3845647" y="1615078"/>
                  </a:lnTo>
                  <a:lnTo>
                    <a:pt x="3845973" y="1615078"/>
                  </a:lnTo>
                  <a:lnTo>
                    <a:pt x="3846298" y="1615078"/>
                  </a:lnTo>
                  <a:lnTo>
                    <a:pt x="3846298" y="1613831"/>
                  </a:lnTo>
                  <a:lnTo>
                    <a:pt x="3846623" y="1613831"/>
                  </a:lnTo>
                  <a:lnTo>
                    <a:pt x="3847057" y="1613831"/>
                  </a:lnTo>
                  <a:lnTo>
                    <a:pt x="3847057" y="1613207"/>
                  </a:lnTo>
                  <a:lnTo>
                    <a:pt x="3847274" y="1613207"/>
                  </a:lnTo>
                  <a:lnTo>
                    <a:pt x="3847382" y="1613207"/>
                  </a:lnTo>
                  <a:lnTo>
                    <a:pt x="3847708" y="1613207"/>
                  </a:lnTo>
                  <a:lnTo>
                    <a:pt x="3847816" y="1613207"/>
                  </a:lnTo>
                  <a:lnTo>
                    <a:pt x="3847925" y="1613207"/>
                  </a:lnTo>
                  <a:lnTo>
                    <a:pt x="3848033" y="1613207"/>
                  </a:lnTo>
                  <a:lnTo>
                    <a:pt x="3848467" y="1613207"/>
                  </a:lnTo>
                  <a:lnTo>
                    <a:pt x="3848575" y="1613207"/>
                  </a:lnTo>
                  <a:lnTo>
                    <a:pt x="3853564" y="1606348"/>
                  </a:lnTo>
                  <a:lnTo>
                    <a:pt x="3853672" y="1606348"/>
                  </a:lnTo>
                  <a:lnTo>
                    <a:pt x="3853998" y="1606348"/>
                  </a:lnTo>
                  <a:lnTo>
                    <a:pt x="3854323" y="1606348"/>
                  </a:lnTo>
                  <a:lnTo>
                    <a:pt x="3854974" y="1606348"/>
                  </a:lnTo>
                  <a:lnTo>
                    <a:pt x="3855407" y="1606348"/>
                  </a:lnTo>
                  <a:lnTo>
                    <a:pt x="3855516" y="1606348"/>
                  </a:lnTo>
                  <a:lnTo>
                    <a:pt x="3855624" y="1606348"/>
                  </a:lnTo>
                  <a:lnTo>
                    <a:pt x="3855841" y="1606348"/>
                  </a:lnTo>
                  <a:lnTo>
                    <a:pt x="3856058" y="1606348"/>
                  </a:lnTo>
                  <a:lnTo>
                    <a:pt x="3856167" y="1606348"/>
                  </a:lnTo>
                  <a:lnTo>
                    <a:pt x="3856275" y="1606348"/>
                  </a:lnTo>
                  <a:lnTo>
                    <a:pt x="3856600" y="1605724"/>
                  </a:lnTo>
                  <a:lnTo>
                    <a:pt x="3856709" y="1605724"/>
                  </a:lnTo>
                  <a:lnTo>
                    <a:pt x="3856817" y="1605724"/>
                  </a:lnTo>
                  <a:lnTo>
                    <a:pt x="3857360" y="1605724"/>
                  </a:lnTo>
                  <a:lnTo>
                    <a:pt x="3857576" y="1605724"/>
                  </a:lnTo>
                  <a:lnTo>
                    <a:pt x="3857793" y="1605724"/>
                  </a:lnTo>
                  <a:lnTo>
                    <a:pt x="3857902" y="1605724"/>
                  </a:lnTo>
                  <a:lnTo>
                    <a:pt x="3858010" y="1605724"/>
                  </a:lnTo>
                  <a:lnTo>
                    <a:pt x="3858227" y="1605100"/>
                  </a:lnTo>
                  <a:lnTo>
                    <a:pt x="3858336" y="1605100"/>
                  </a:lnTo>
                  <a:lnTo>
                    <a:pt x="3858444" y="1605100"/>
                  </a:lnTo>
                  <a:lnTo>
                    <a:pt x="3858552" y="1605100"/>
                  </a:lnTo>
                  <a:lnTo>
                    <a:pt x="3858878" y="1604477"/>
                  </a:lnTo>
                  <a:lnTo>
                    <a:pt x="3858986" y="1604477"/>
                  </a:lnTo>
                  <a:lnTo>
                    <a:pt x="3859095" y="1604477"/>
                  </a:lnTo>
                  <a:lnTo>
                    <a:pt x="3859203" y="1604477"/>
                  </a:lnTo>
                  <a:lnTo>
                    <a:pt x="3859312" y="1604477"/>
                  </a:lnTo>
                  <a:lnTo>
                    <a:pt x="3859637" y="1604477"/>
                  </a:lnTo>
                  <a:lnTo>
                    <a:pt x="3859854" y="1604477"/>
                  </a:lnTo>
                  <a:lnTo>
                    <a:pt x="3859962" y="1604477"/>
                  </a:lnTo>
                  <a:lnTo>
                    <a:pt x="3860396" y="1604477"/>
                  </a:lnTo>
                  <a:lnTo>
                    <a:pt x="3860938" y="1604477"/>
                  </a:lnTo>
                  <a:lnTo>
                    <a:pt x="3860938" y="1603853"/>
                  </a:lnTo>
                  <a:lnTo>
                    <a:pt x="3861047" y="1603853"/>
                  </a:lnTo>
                  <a:lnTo>
                    <a:pt x="3861264" y="1602606"/>
                  </a:lnTo>
                  <a:lnTo>
                    <a:pt x="3861914" y="1601982"/>
                  </a:lnTo>
                  <a:lnTo>
                    <a:pt x="3862131" y="1601982"/>
                  </a:lnTo>
                  <a:lnTo>
                    <a:pt x="3862240" y="1601982"/>
                  </a:lnTo>
                  <a:lnTo>
                    <a:pt x="3862348" y="1601982"/>
                  </a:lnTo>
                  <a:lnTo>
                    <a:pt x="3862457" y="1600735"/>
                  </a:lnTo>
                  <a:lnTo>
                    <a:pt x="3862782" y="1600112"/>
                  </a:lnTo>
                  <a:lnTo>
                    <a:pt x="3862890" y="1600112"/>
                  </a:lnTo>
                  <a:lnTo>
                    <a:pt x="3862999" y="1600112"/>
                  </a:lnTo>
                  <a:lnTo>
                    <a:pt x="3863975" y="1598865"/>
                  </a:lnTo>
                  <a:lnTo>
                    <a:pt x="3864083" y="1598865"/>
                  </a:lnTo>
                  <a:lnTo>
                    <a:pt x="3864192" y="1598865"/>
                  </a:lnTo>
                  <a:lnTo>
                    <a:pt x="3864517" y="1598865"/>
                  </a:lnTo>
                  <a:lnTo>
                    <a:pt x="3865059" y="1597617"/>
                  </a:lnTo>
                  <a:lnTo>
                    <a:pt x="3865168" y="1596994"/>
                  </a:lnTo>
                  <a:lnTo>
                    <a:pt x="3865710" y="1596994"/>
                  </a:lnTo>
                  <a:lnTo>
                    <a:pt x="3865818" y="1596994"/>
                  </a:lnTo>
                  <a:lnTo>
                    <a:pt x="3866144" y="1596994"/>
                  </a:lnTo>
                  <a:lnTo>
                    <a:pt x="3866252" y="1596994"/>
                  </a:lnTo>
                  <a:lnTo>
                    <a:pt x="3866361" y="1596994"/>
                  </a:lnTo>
                  <a:lnTo>
                    <a:pt x="3866469" y="1596994"/>
                  </a:lnTo>
                  <a:lnTo>
                    <a:pt x="3866686" y="1596994"/>
                  </a:lnTo>
                  <a:lnTo>
                    <a:pt x="3867228" y="1595747"/>
                  </a:lnTo>
                  <a:lnTo>
                    <a:pt x="3867337" y="1595747"/>
                  </a:lnTo>
                  <a:lnTo>
                    <a:pt x="3867554" y="1595747"/>
                  </a:lnTo>
                  <a:lnTo>
                    <a:pt x="3867554" y="1595123"/>
                  </a:lnTo>
                  <a:lnTo>
                    <a:pt x="3867770" y="1595123"/>
                  </a:lnTo>
                  <a:lnTo>
                    <a:pt x="3868313" y="1594499"/>
                  </a:lnTo>
                  <a:lnTo>
                    <a:pt x="3868638" y="1594499"/>
                  </a:lnTo>
                  <a:lnTo>
                    <a:pt x="3868963" y="1594499"/>
                  </a:lnTo>
                  <a:lnTo>
                    <a:pt x="3869072" y="1594499"/>
                  </a:lnTo>
                  <a:lnTo>
                    <a:pt x="3870048" y="1593876"/>
                  </a:lnTo>
                  <a:lnTo>
                    <a:pt x="3870373" y="1593876"/>
                  </a:lnTo>
                  <a:lnTo>
                    <a:pt x="3870482" y="1593876"/>
                  </a:lnTo>
                  <a:lnTo>
                    <a:pt x="3870807" y="1593876"/>
                  </a:lnTo>
                  <a:lnTo>
                    <a:pt x="3871132" y="1593876"/>
                  </a:lnTo>
                  <a:lnTo>
                    <a:pt x="3871241" y="1593876"/>
                  </a:lnTo>
                  <a:lnTo>
                    <a:pt x="3871675" y="1592629"/>
                  </a:lnTo>
                  <a:lnTo>
                    <a:pt x="3871891" y="1592005"/>
                  </a:lnTo>
                  <a:lnTo>
                    <a:pt x="3872108" y="1592005"/>
                  </a:lnTo>
                  <a:lnTo>
                    <a:pt x="3872325" y="1592005"/>
                  </a:lnTo>
                  <a:lnTo>
                    <a:pt x="3872434" y="1592005"/>
                  </a:lnTo>
                  <a:lnTo>
                    <a:pt x="3872542" y="1592005"/>
                  </a:lnTo>
                  <a:lnTo>
                    <a:pt x="3873301" y="1592005"/>
                  </a:lnTo>
                  <a:lnTo>
                    <a:pt x="3873410" y="1592005"/>
                  </a:lnTo>
                  <a:lnTo>
                    <a:pt x="3873735" y="1591382"/>
                  </a:lnTo>
                  <a:lnTo>
                    <a:pt x="3874169" y="1591382"/>
                  </a:lnTo>
                  <a:lnTo>
                    <a:pt x="3874277" y="1591382"/>
                  </a:lnTo>
                  <a:lnTo>
                    <a:pt x="3874386" y="1591382"/>
                  </a:lnTo>
                  <a:lnTo>
                    <a:pt x="3874820" y="1591382"/>
                  </a:lnTo>
                  <a:lnTo>
                    <a:pt x="3874820" y="1590758"/>
                  </a:lnTo>
                  <a:lnTo>
                    <a:pt x="3875904" y="1590134"/>
                  </a:lnTo>
                  <a:lnTo>
                    <a:pt x="3876121" y="1590134"/>
                  </a:lnTo>
                  <a:lnTo>
                    <a:pt x="3876555" y="1589511"/>
                  </a:lnTo>
                  <a:lnTo>
                    <a:pt x="3876663" y="1589511"/>
                  </a:lnTo>
                  <a:lnTo>
                    <a:pt x="3877097" y="1588887"/>
                  </a:lnTo>
                  <a:lnTo>
                    <a:pt x="3877639" y="1588264"/>
                  </a:lnTo>
                  <a:lnTo>
                    <a:pt x="3877639" y="1587640"/>
                  </a:lnTo>
                  <a:lnTo>
                    <a:pt x="3878181" y="1587640"/>
                  </a:lnTo>
                  <a:lnTo>
                    <a:pt x="3878290" y="1587640"/>
                  </a:lnTo>
                  <a:lnTo>
                    <a:pt x="3878398" y="1587640"/>
                  </a:lnTo>
                  <a:lnTo>
                    <a:pt x="3878507" y="1587640"/>
                  </a:lnTo>
                  <a:lnTo>
                    <a:pt x="3878615" y="1587640"/>
                  </a:lnTo>
                  <a:lnTo>
                    <a:pt x="3878724" y="1587640"/>
                  </a:lnTo>
                  <a:lnTo>
                    <a:pt x="3879157" y="1586393"/>
                  </a:lnTo>
                  <a:lnTo>
                    <a:pt x="3879700" y="1586393"/>
                  </a:lnTo>
                  <a:lnTo>
                    <a:pt x="3880025" y="1585146"/>
                  </a:lnTo>
                  <a:lnTo>
                    <a:pt x="3880242" y="1585146"/>
                  </a:lnTo>
                  <a:lnTo>
                    <a:pt x="3880676" y="1585146"/>
                  </a:lnTo>
                  <a:lnTo>
                    <a:pt x="3881001" y="1585146"/>
                  </a:lnTo>
                  <a:lnTo>
                    <a:pt x="3881218" y="1585146"/>
                  </a:lnTo>
                  <a:lnTo>
                    <a:pt x="3881652" y="1585146"/>
                  </a:lnTo>
                  <a:lnTo>
                    <a:pt x="3881977" y="1583899"/>
                  </a:lnTo>
                  <a:lnTo>
                    <a:pt x="3882302" y="1583899"/>
                  </a:lnTo>
                  <a:lnTo>
                    <a:pt x="3882519" y="1583899"/>
                  </a:lnTo>
                  <a:lnTo>
                    <a:pt x="3882628" y="1583899"/>
                  </a:lnTo>
                  <a:lnTo>
                    <a:pt x="3883495" y="1582651"/>
                  </a:lnTo>
                  <a:lnTo>
                    <a:pt x="3883604" y="1582651"/>
                  </a:lnTo>
                  <a:lnTo>
                    <a:pt x="3883821" y="1582651"/>
                  </a:lnTo>
                  <a:lnTo>
                    <a:pt x="3884254" y="1581404"/>
                  </a:lnTo>
                  <a:lnTo>
                    <a:pt x="3884688" y="1580781"/>
                  </a:lnTo>
                  <a:lnTo>
                    <a:pt x="3885556" y="1579534"/>
                  </a:lnTo>
                  <a:lnTo>
                    <a:pt x="3885664" y="1579534"/>
                  </a:lnTo>
                  <a:lnTo>
                    <a:pt x="3885773" y="1579534"/>
                  </a:lnTo>
                  <a:lnTo>
                    <a:pt x="3885990" y="1578910"/>
                  </a:lnTo>
                  <a:lnTo>
                    <a:pt x="3886206" y="1578910"/>
                  </a:lnTo>
                  <a:lnTo>
                    <a:pt x="3886640" y="1578910"/>
                  </a:lnTo>
                  <a:lnTo>
                    <a:pt x="3886857" y="1577663"/>
                  </a:lnTo>
                  <a:lnTo>
                    <a:pt x="3887074" y="1577663"/>
                  </a:lnTo>
                  <a:lnTo>
                    <a:pt x="3887399" y="1577663"/>
                  </a:lnTo>
                  <a:lnTo>
                    <a:pt x="3887508" y="1577663"/>
                  </a:lnTo>
                  <a:lnTo>
                    <a:pt x="3887725" y="1577663"/>
                  </a:lnTo>
                  <a:lnTo>
                    <a:pt x="3888267" y="1577663"/>
                  </a:lnTo>
                  <a:lnTo>
                    <a:pt x="3888484" y="1577663"/>
                  </a:lnTo>
                  <a:lnTo>
                    <a:pt x="3888809" y="1577039"/>
                  </a:lnTo>
                  <a:lnTo>
                    <a:pt x="3889135" y="1576416"/>
                  </a:lnTo>
                  <a:lnTo>
                    <a:pt x="3889568" y="1576416"/>
                  </a:lnTo>
                  <a:lnTo>
                    <a:pt x="3889785" y="1576416"/>
                  </a:lnTo>
                  <a:lnTo>
                    <a:pt x="3889894" y="1576416"/>
                  </a:lnTo>
                  <a:lnTo>
                    <a:pt x="3890544" y="1575792"/>
                  </a:lnTo>
                  <a:lnTo>
                    <a:pt x="3890978" y="1575792"/>
                  </a:lnTo>
                  <a:lnTo>
                    <a:pt x="3891087" y="1575792"/>
                  </a:lnTo>
                  <a:lnTo>
                    <a:pt x="3891195" y="1575792"/>
                  </a:lnTo>
                  <a:lnTo>
                    <a:pt x="3891304" y="1575792"/>
                  </a:lnTo>
                  <a:lnTo>
                    <a:pt x="3891520" y="1575792"/>
                  </a:lnTo>
                  <a:lnTo>
                    <a:pt x="3891629" y="1575792"/>
                  </a:lnTo>
                  <a:lnTo>
                    <a:pt x="3891629" y="1575168"/>
                  </a:lnTo>
                  <a:lnTo>
                    <a:pt x="3891954" y="1575168"/>
                  </a:lnTo>
                  <a:lnTo>
                    <a:pt x="3892063" y="1575168"/>
                  </a:lnTo>
                  <a:lnTo>
                    <a:pt x="3892930" y="1573921"/>
                  </a:lnTo>
                  <a:lnTo>
                    <a:pt x="3893256" y="1573298"/>
                  </a:lnTo>
                  <a:lnTo>
                    <a:pt x="3893364" y="1573298"/>
                  </a:lnTo>
                  <a:lnTo>
                    <a:pt x="3893472" y="1573298"/>
                  </a:lnTo>
                  <a:lnTo>
                    <a:pt x="3893689" y="1572674"/>
                  </a:lnTo>
                  <a:lnTo>
                    <a:pt x="3894015" y="1571427"/>
                  </a:lnTo>
                  <a:lnTo>
                    <a:pt x="3894123" y="1571427"/>
                  </a:lnTo>
                  <a:lnTo>
                    <a:pt x="3894448" y="1570803"/>
                  </a:lnTo>
                  <a:lnTo>
                    <a:pt x="3894557" y="1570803"/>
                  </a:lnTo>
                  <a:lnTo>
                    <a:pt x="3895099" y="1570180"/>
                  </a:lnTo>
                  <a:lnTo>
                    <a:pt x="3895208" y="1570180"/>
                  </a:lnTo>
                  <a:lnTo>
                    <a:pt x="3895425" y="1568933"/>
                  </a:lnTo>
                  <a:lnTo>
                    <a:pt x="3895533" y="1568933"/>
                  </a:lnTo>
                  <a:lnTo>
                    <a:pt x="3895750" y="1568933"/>
                  </a:lnTo>
                  <a:lnTo>
                    <a:pt x="3895967" y="1568933"/>
                  </a:lnTo>
                  <a:lnTo>
                    <a:pt x="3896401" y="1568933"/>
                  </a:lnTo>
                  <a:lnTo>
                    <a:pt x="3896509" y="1568933"/>
                  </a:lnTo>
                  <a:lnTo>
                    <a:pt x="3896834" y="1568309"/>
                  </a:lnTo>
                  <a:lnTo>
                    <a:pt x="3896943" y="1568309"/>
                  </a:lnTo>
                  <a:lnTo>
                    <a:pt x="3897051" y="1568309"/>
                  </a:lnTo>
                  <a:lnTo>
                    <a:pt x="3897377" y="1568309"/>
                  </a:lnTo>
                  <a:lnTo>
                    <a:pt x="3898027" y="1567685"/>
                  </a:lnTo>
                  <a:lnTo>
                    <a:pt x="3898136" y="1567685"/>
                  </a:lnTo>
                  <a:lnTo>
                    <a:pt x="3898244" y="1567685"/>
                  </a:lnTo>
                  <a:lnTo>
                    <a:pt x="3898353" y="1567685"/>
                  </a:lnTo>
                  <a:lnTo>
                    <a:pt x="3898569" y="1567685"/>
                  </a:lnTo>
                  <a:lnTo>
                    <a:pt x="3900196" y="1567062"/>
                  </a:lnTo>
                  <a:lnTo>
                    <a:pt x="3900413" y="1567062"/>
                  </a:lnTo>
                  <a:lnTo>
                    <a:pt x="3900522" y="1567062"/>
                  </a:lnTo>
                  <a:lnTo>
                    <a:pt x="3900847" y="1566438"/>
                  </a:lnTo>
                  <a:lnTo>
                    <a:pt x="3901064" y="1566438"/>
                  </a:lnTo>
                  <a:lnTo>
                    <a:pt x="3901172" y="1566438"/>
                  </a:lnTo>
                  <a:lnTo>
                    <a:pt x="3901281" y="1566438"/>
                  </a:lnTo>
                  <a:lnTo>
                    <a:pt x="3901498" y="1565815"/>
                  </a:lnTo>
                  <a:lnTo>
                    <a:pt x="3901714" y="1565815"/>
                  </a:lnTo>
                  <a:lnTo>
                    <a:pt x="3902257" y="1565815"/>
                  </a:lnTo>
                  <a:lnTo>
                    <a:pt x="3902582" y="1565815"/>
                  </a:lnTo>
                  <a:lnTo>
                    <a:pt x="3902799" y="1564568"/>
                  </a:lnTo>
                  <a:lnTo>
                    <a:pt x="3902907" y="1564568"/>
                  </a:lnTo>
                  <a:lnTo>
                    <a:pt x="3903016" y="1564568"/>
                  </a:lnTo>
                  <a:lnTo>
                    <a:pt x="3903341" y="1564568"/>
                  </a:lnTo>
                  <a:lnTo>
                    <a:pt x="3903775" y="1563944"/>
                  </a:lnTo>
                  <a:lnTo>
                    <a:pt x="3904643" y="1563944"/>
                  </a:lnTo>
                  <a:lnTo>
                    <a:pt x="3904968" y="1563944"/>
                  </a:lnTo>
                  <a:lnTo>
                    <a:pt x="3905076" y="1563944"/>
                  </a:lnTo>
                  <a:lnTo>
                    <a:pt x="3905510" y="1563320"/>
                  </a:lnTo>
                  <a:lnTo>
                    <a:pt x="3905619" y="1562697"/>
                  </a:lnTo>
                  <a:lnTo>
                    <a:pt x="3905727" y="1562697"/>
                  </a:lnTo>
                  <a:lnTo>
                    <a:pt x="3905944" y="1562697"/>
                  </a:lnTo>
                  <a:lnTo>
                    <a:pt x="3906595" y="1562073"/>
                  </a:lnTo>
                  <a:lnTo>
                    <a:pt x="3906703" y="1562073"/>
                  </a:lnTo>
                  <a:lnTo>
                    <a:pt x="3906811" y="1562073"/>
                  </a:lnTo>
                  <a:lnTo>
                    <a:pt x="3906811" y="1561450"/>
                  </a:lnTo>
                  <a:lnTo>
                    <a:pt x="3906811" y="1560826"/>
                  </a:lnTo>
                  <a:lnTo>
                    <a:pt x="3906920" y="1560826"/>
                  </a:lnTo>
                  <a:lnTo>
                    <a:pt x="3907028" y="1560202"/>
                  </a:lnTo>
                  <a:lnTo>
                    <a:pt x="3907354" y="1560202"/>
                  </a:lnTo>
                  <a:lnTo>
                    <a:pt x="3907462" y="1558955"/>
                  </a:lnTo>
                  <a:lnTo>
                    <a:pt x="3907787" y="1558955"/>
                  </a:lnTo>
                  <a:lnTo>
                    <a:pt x="3907896" y="1558955"/>
                  </a:lnTo>
                  <a:lnTo>
                    <a:pt x="3908547" y="1558332"/>
                  </a:lnTo>
                  <a:lnTo>
                    <a:pt x="3908655" y="1558332"/>
                  </a:lnTo>
                  <a:lnTo>
                    <a:pt x="3908764" y="1558332"/>
                  </a:lnTo>
                  <a:lnTo>
                    <a:pt x="3908980" y="1557708"/>
                  </a:lnTo>
                  <a:lnTo>
                    <a:pt x="3909414" y="1557708"/>
                  </a:lnTo>
                  <a:lnTo>
                    <a:pt x="3909631" y="1557708"/>
                  </a:lnTo>
                  <a:lnTo>
                    <a:pt x="3910065" y="1556461"/>
                  </a:lnTo>
                  <a:lnTo>
                    <a:pt x="3910173" y="1556461"/>
                  </a:lnTo>
                  <a:lnTo>
                    <a:pt x="3910499" y="1556461"/>
                  </a:lnTo>
                  <a:lnTo>
                    <a:pt x="3911041" y="1556461"/>
                  </a:lnTo>
                  <a:lnTo>
                    <a:pt x="3911149" y="1556461"/>
                  </a:lnTo>
                  <a:lnTo>
                    <a:pt x="3911366" y="1555837"/>
                  </a:lnTo>
                  <a:lnTo>
                    <a:pt x="3911366" y="1555214"/>
                  </a:lnTo>
                  <a:lnTo>
                    <a:pt x="3911366" y="1554590"/>
                  </a:lnTo>
                  <a:lnTo>
                    <a:pt x="3911475" y="1554590"/>
                  </a:lnTo>
                  <a:lnTo>
                    <a:pt x="3912559" y="1552096"/>
                  </a:lnTo>
                  <a:lnTo>
                    <a:pt x="3912993" y="1552096"/>
                  </a:lnTo>
                  <a:lnTo>
                    <a:pt x="3913318" y="1552096"/>
                  </a:lnTo>
                  <a:lnTo>
                    <a:pt x="3913427" y="1552096"/>
                  </a:lnTo>
                  <a:lnTo>
                    <a:pt x="3913535" y="1551472"/>
                  </a:lnTo>
                  <a:lnTo>
                    <a:pt x="3913644" y="1551472"/>
                  </a:lnTo>
                  <a:lnTo>
                    <a:pt x="3913644" y="1550849"/>
                  </a:lnTo>
                  <a:lnTo>
                    <a:pt x="3913752" y="1550849"/>
                  </a:lnTo>
                  <a:lnTo>
                    <a:pt x="3913969" y="1550849"/>
                  </a:lnTo>
                  <a:lnTo>
                    <a:pt x="3914620" y="1550849"/>
                  </a:lnTo>
                  <a:lnTo>
                    <a:pt x="3914728" y="1550225"/>
                  </a:lnTo>
                  <a:lnTo>
                    <a:pt x="3914837" y="1550225"/>
                  </a:lnTo>
                  <a:lnTo>
                    <a:pt x="3915162" y="1550225"/>
                  </a:lnTo>
                  <a:lnTo>
                    <a:pt x="3915813" y="1550225"/>
                  </a:lnTo>
                  <a:lnTo>
                    <a:pt x="3916246" y="1550225"/>
                  </a:lnTo>
                  <a:lnTo>
                    <a:pt x="3916355" y="1550225"/>
                  </a:lnTo>
                  <a:lnTo>
                    <a:pt x="3916572" y="1549602"/>
                  </a:lnTo>
                  <a:lnTo>
                    <a:pt x="3916680" y="1549602"/>
                  </a:lnTo>
                  <a:lnTo>
                    <a:pt x="3916789" y="1548978"/>
                  </a:lnTo>
                  <a:lnTo>
                    <a:pt x="3917114" y="1548978"/>
                  </a:lnTo>
                  <a:lnTo>
                    <a:pt x="3917331" y="1548978"/>
                  </a:lnTo>
                  <a:lnTo>
                    <a:pt x="3917439" y="1548978"/>
                  </a:lnTo>
                  <a:lnTo>
                    <a:pt x="3917656" y="1548978"/>
                  </a:lnTo>
                  <a:lnTo>
                    <a:pt x="3917765" y="1548978"/>
                  </a:lnTo>
                  <a:lnTo>
                    <a:pt x="3917873" y="1548354"/>
                  </a:lnTo>
                  <a:lnTo>
                    <a:pt x="3918524" y="1548354"/>
                  </a:lnTo>
                  <a:lnTo>
                    <a:pt x="3919066" y="1548354"/>
                  </a:lnTo>
                  <a:lnTo>
                    <a:pt x="3919500" y="1548354"/>
                  </a:lnTo>
                  <a:lnTo>
                    <a:pt x="3919608" y="1548354"/>
                  </a:lnTo>
                  <a:lnTo>
                    <a:pt x="3920150" y="1547107"/>
                  </a:lnTo>
                  <a:lnTo>
                    <a:pt x="3920259" y="1547107"/>
                  </a:lnTo>
                  <a:lnTo>
                    <a:pt x="3920801" y="1547107"/>
                  </a:lnTo>
                  <a:lnTo>
                    <a:pt x="3921018" y="1547107"/>
                  </a:lnTo>
                  <a:lnTo>
                    <a:pt x="3921127" y="1547107"/>
                  </a:lnTo>
                  <a:lnTo>
                    <a:pt x="3921452" y="1546484"/>
                  </a:lnTo>
                  <a:lnTo>
                    <a:pt x="3921886" y="1546484"/>
                  </a:lnTo>
                  <a:lnTo>
                    <a:pt x="3922319" y="1546484"/>
                  </a:lnTo>
                  <a:lnTo>
                    <a:pt x="3922428" y="1546484"/>
                  </a:lnTo>
                  <a:lnTo>
                    <a:pt x="3922428" y="1545860"/>
                  </a:lnTo>
                  <a:lnTo>
                    <a:pt x="3922862" y="1544613"/>
                  </a:lnTo>
                  <a:lnTo>
                    <a:pt x="3923295" y="1544613"/>
                  </a:lnTo>
                  <a:lnTo>
                    <a:pt x="3923512" y="1544613"/>
                  </a:lnTo>
                  <a:lnTo>
                    <a:pt x="3923621" y="1542742"/>
                  </a:lnTo>
                  <a:lnTo>
                    <a:pt x="3923946" y="1542119"/>
                  </a:lnTo>
                  <a:lnTo>
                    <a:pt x="3924271" y="1542119"/>
                  </a:lnTo>
                  <a:lnTo>
                    <a:pt x="3924488" y="1542119"/>
                  </a:lnTo>
                  <a:lnTo>
                    <a:pt x="3924597" y="1542119"/>
                  </a:lnTo>
                  <a:lnTo>
                    <a:pt x="3924814" y="1540871"/>
                  </a:lnTo>
                  <a:lnTo>
                    <a:pt x="3925356" y="1540871"/>
                  </a:lnTo>
                  <a:lnTo>
                    <a:pt x="3925464" y="1540248"/>
                  </a:lnTo>
                  <a:lnTo>
                    <a:pt x="3925573" y="1540248"/>
                  </a:lnTo>
                  <a:lnTo>
                    <a:pt x="3926007" y="1540248"/>
                  </a:lnTo>
                  <a:lnTo>
                    <a:pt x="3926115" y="1540248"/>
                  </a:lnTo>
                  <a:lnTo>
                    <a:pt x="3926224" y="1540248"/>
                  </a:lnTo>
                  <a:lnTo>
                    <a:pt x="3926332" y="1540248"/>
                  </a:lnTo>
                  <a:lnTo>
                    <a:pt x="3926657" y="1540248"/>
                  </a:lnTo>
                  <a:lnTo>
                    <a:pt x="3927308" y="1540248"/>
                  </a:lnTo>
                  <a:lnTo>
                    <a:pt x="3927416" y="1540248"/>
                  </a:lnTo>
                  <a:lnTo>
                    <a:pt x="3927742" y="1539001"/>
                  </a:lnTo>
                  <a:lnTo>
                    <a:pt x="3927850" y="1539001"/>
                  </a:lnTo>
                  <a:lnTo>
                    <a:pt x="3927959" y="1539001"/>
                  </a:lnTo>
                  <a:lnTo>
                    <a:pt x="3928067" y="1539001"/>
                  </a:lnTo>
                  <a:lnTo>
                    <a:pt x="3928284" y="1539001"/>
                  </a:lnTo>
                  <a:lnTo>
                    <a:pt x="3928501" y="1539001"/>
                  </a:lnTo>
                  <a:lnTo>
                    <a:pt x="3928609" y="1539001"/>
                  </a:lnTo>
                  <a:lnTo>
                    <a:pt x="3928935" y="1539001"/>
                  </a:lnTo>
                  <a:lnTo>
                    <a:pt x="3929368" y="1539001"/>
                  </a:lnTo>
                  <a:lnTo>
                    <a:pt x="3929477" y="1539001"/>
                  </a:lnTo>
                  <a:lnTo>
                    <a:pt x="3929585" y="1539001"/>
                  </a:lnTo>
                  <a:lnTo>
                    <a:pt x="3929911" y="1538377"/>
                  </a:lnTo>
                  <a:lnTo>
                    <a:pt x="3930019" y="1538377"/>
                  </a:lnTo>
                  <a:lnTo>
                    <a:pt x="3930128" y="1538377"/>
                  </a:lnTo>
                  <a:lnTo>
                    <a:pt x="3930345" y="1538377"/>
                  </a:lnTo>
                  <a:lnTo>
                    <a:pt x="3930453" y="1538377"/>
                  </a:lnTo>
                  <a:lnTo>
                    <a:pt x="3931212" y="1537753"/>
                  </a:lnTo>
                  <a:lnTo>
                    <a:pt x="3931321" y="1537753"/>
                  </a:lnTo>
                  <a:lnTo>
                    <a:pt x="3931321" y="1537130"/>
                  </a:lnTo>
                  <a:lnTo>
                    <a:pt x="3932188" y="1537130"/>
                  </a:lnTo>
                  <a:lnTo>
                    <a:pt x="3932513" y="1537130"/>
                  </a:lnTo>
                  <a:lnTo>
                    <a:pt x="3932730" y="1537130"/>
                  </a:lnTo>
                  <a:lnTo>
                    <a:pt x="3932947" y="1537130"/>
                  </a:lnTo>
                  <a:lnTo>
                    <a:pt x="3933056" y="1537130"/>
                  </a:lnTo>
                  <a:lnTo>
                    <a:pt x="3933164" y="1537130"/>
                  </a:lnTo>
                  <a:lnTo>
                    <a:pt x="3933273" y="1537130"/>
                  </a:lnTo>
                  <a:lnTo>
                    <a:pt x="3933381" y="1537130"/>
                  </a:lnTo>
                  <a:lnTo>
                    <a:pt x="3933598" y="1537130"/>
                  </a:lnTo>
                  <a:lnTo>
                    <a:pt x="3933815" y="1537130"/>
                  </a:lnTo>
                  <a:lnTo>
                    <a:pt x="3933923" y="1537130"/>
                  </a:lnTo>
                  <a:lnTo>
                    <a:pt x="3934032" y="1537130"/>
                  </a:lnTo>
                  <a:lnTo>
                    <a:pt x="3934140" y="1537130"/>
                  </a:lnTo>
                  <a:lnTo>
                    <a:pt x="3935550" y="1534012"/>
                  </a:lnTo>
                  <a:lnTo>
                    <a:pt x="3935658" y="1534012"/>
                  </a:lnTo>
                  <a:lnTo>
                    <a:pt x="3935767" y="1534012"/>
                  </a:lnTo>
                  <a:lnTo>
                    <a:pt x="3935984" y="1534012"/>
                  </a:lnTo>
                  <a:lnTo>
                    <a:pt x="3936092" y="1534012"/>
                  </a:lnTo>
                  <a:lnTo>
                    <a:pt x="3936309" y="1534012"/>
                  </a:lnTo>
                  <a:lnTo>
                    <a:pt x="3936418" y="1534012"/>
                  </a:lnTo>
                  <a:lnTo>
                    <a:pt x="3936526" y="1533388"/>
                  </a:lnTo>
                  <a:lnTo>
                    <a:pt x="3936634" y="1533388"/>
                  </a:lnTo>
                  <a:lnTo>
                    <a:pt x="3936634" y="1532141"/>
                  </a:lnTo>
                  <a:lnTo>
                    <a:pt x="3936743" y="1532141"/>
                  </a:lnTo>
                  <a:lnTo>
                    <a:pt x="3936851" y="1532141"/>
                  </a:lnTo>
                  <a:lnTo>
                    <a:pt x="3936960" y="1532141"/>
                  </a:lnTo>
                  <a:lnTo>
                    <a:pt x="3937068" y="1532141"/>
                  </a:lnTo>
                  <a:lnTo>
                    <a:pt x="3937068" y="1530894"/>
                  </a:lnTo>
                  <a:lnTo>
                    <a:pt x="3937502" y="1529647"/>
                  </a:lnTo>
                  <a:lnTo>
                    <a:pt x="3937719" y="1529647"/>
                  </a:lnTo>
                  <a:lnTo>
                    <a:pt x="3938153" y="1529023"/>
                  </a:lnTo>
                  <a:lnTo>
                    <a:pt x="3938261" y="1529023"/>
                  </a:lnTo>
                  <a:lnTo>
                    <a:pt x="3938370" y="1529023"/>
                  </a:lnTo>
                  <a:lnTo>
                    <a:pt x="3938587" y="1529023"/>
                  </a:lnTo>
                  <a:lnTo>
                    <a:pt x="3938912" y="1529023"/>
                  </a:lnTo>
                  <a:lnTo>
                    <a:pt x="3939020" y="1529023"/>
                  </a:lnTo>
                  <a:lnTo>
                    <a:pt x="3939346" y="1529023"/>
                  </a:lnTo>
                  <a:lnTo>
                    <a:pt x="3939454" y="1529023"/>
                  </a:lnTo>
                  <a:lnTo>
                    <a:pt x="3939888" y="1527776"/>
                  </a:lnTo>
                  <a:lnTo>
                    <a:pt x="3940105" y="1527776"/>
                  </a:lnTo>
                  <a:lnTo>
                    <a:pt x="3940755" y="1527153"/>
                  </a:lnTo>
                  <a:lnTo>
                    <a:pt x="3940972" y="1527153"/>
                  </a:lnTo>
                  <a:lnTo>
                    <a:pt x="3941515" y="1527153"/>
                  </a:lnTo>
                  <a:lnTo>
                    <a:pt x="3941623" y="1527153"/>
                  </a:lnTo>
                  <a:lnTo>
                    <a:pt x="3942057" y="1527153"/>
                  </a:lnTo>
                  <a:lnTo>
                    <a:pt x="3943467" y="1526529"/>
                  </a:lnTo>
                  <a:lnTo>
                    <a:pt x="3943575" y="1526529"/>
                  </a:lnTo>
                  <a:lnTo>
                    <a:pt x="3943792" y="1526529"/>
                  </a:lnTo>
                  <a:lnTo>
                    <a:pt x="3945310" y="1525282"/>
                  </a:lnTo>
                  <a:lnTo>
                    <a:pt x="3945636" y="1525282"/>
                  </a:lnTo>
                  <a:lnTo>
                    <a:pt x="3945744" y="1525282"/>
                  </a:lnTo>
                  <a:lnTo>
                    <a:pt x="3945961" y="1524658"/>
                  </a:lnTo>
                  <a:lnTo>
                    <a:pt x="3945961" y="1524035"/>
                  </a:lnTo>
                  <a:lnTo>
                    <a:pt x="3946503" y="1524035"/>
                  </a:lnTo>
                  <a:lnTo>
                    <a:pt x="3946937" y="1523411"/>
                  </a:lnTo>
                  <a:lnTo>
                    <a:pt x="3947154" y="1523411"/>
                  </a:lnTo>
                  <a:lnTo>
                    <a:pt x="3947262" y="1523411"/>
                  </a:lnTo>
                  <a:lnTo>
                    <a:pt x="3947371" y="1523411"/>
                  </a:lnTo>
                  <a:lnTo>
                    <a:pt x="3947913" y="1523411"/>
                  </a:lnTo>
                  <a:lnTo>
                    <a:pt x="3948564" y="1523411"/>
                  </a:lnTo>
                  <a:lnTo>
                    <a:pt x="3948781" y="1523411"/>
                  </a:lnTo>
                  <a:lnTo>
                    <a:pt x="3948889" y="1523411"/>
                  </a:lnTo>
                  <a:lnTo>
                    <a:pt x="3948997" y="1523411"/>
                  </a:lnTo>
                  <a:lnTo>
                    <a:pt x="3949106" y="1522788"/>
                  </a:lnTo>
                  <a:lnTo>
                    <a:pt x="3949106" y="1521540"/>
                  </a:lnTo>
                  <a:lnTo>
                    <a:pt x="3949214" y="1521540"/>
                  </a:lnTo>
                  <a:lnTo>
                    <a:pt x="3949648" y="1521540"/>
                  </a:lnTo>
                  <a:lnTo>
                    <a:pt x="3949757" y="1521540"/>
                  </a:lnTo>
                  <a:lnTo>
                    <a:pt x="3950082" y="1521540"/>
                  </a:lnTo>
                  <a:lnTo>
                    <a:pt x="3950190" y="1521540"/>
                  </a:lnTo>
                  <a:lnTo>
                    <a:pt x="3950299" y="1521540"/>
                  </a:lnTo>
                  <a:lnTo>
                    <a:pt x="3950624" y="1521540"/>
                  </a:lnTo>
                  <a:lnTo>
                    <a:pt x="3950733" y="1521540"/>
                  </a:lnTo>
                  <a:lnTo>
                    <a:pt x="3951275" y="1520917"/>
                  </a:lnTo>
                  <a:lnTo>
                    <a:pt x="3951492" y="1520917"/>
                  </a:lnTo>
                  <a:lnTo>
                    <a:pt x="3951600" y="1520917"/>
                  </a:lnTo>
                  <a:lnTo>
                    <a:pt x="3951817" y="1520917"/>
                  </a:lnTo>
                  <a:lnTo>
                    <a:pt x="3951926" y="1520917"/>
                  </a:lnTo>
                  <a:lnTo>
                    <a:pt x="3952034" y="1520917"/>
                  </a:lnTo>
                  <a:lnTo>
                    <a:pt x="3952251" y="1520917"/>
                  </a:lnTo>
                  <a:lnTo>
                    <a:pt x="3952468" y="1520917"/>
                  </a:lnTo>
                  <a:lnTo>
                    <a:pt x="3952576" y="1520917"/>
                  </a:lnTo>
                  <a:lnTo>
                    <a:pt x="3952576" y="1520293"/>
                  </a:lnTo>
                  <a:lnTo>
                    <a:pt x="3953118" y="1520293"/>
                  </a:lnTo>
                  <a:lnTo>
                    <a:pt x="3953878" y="1519670"/>
                  </a:lnTo>
                  <a:lnTo>
                    <a:pt x="3953986" y="1519670"/>
                  </a:lnTo>
                  <a:lnTo>
                    <a:pt x="3954094" y="1519670"/>
                  </a:lnTo>
                  <a:lnTo>
                    <a:pt x="3954203" y="1519670"/>
                  </a:lnTo>
                  <a:lnTo>
                    <a:pt x="3954420" y="1519670"/>
                  </a:lnTo>
                  <a:lnTo>
                    <a:pt x="3954745" y="1519670"/>
                  </a:lnTo>
                  <a:lnTo>
                    <a:pt x="3954745" y="1519046"/>
                  </a:lnTo>
                  <a:lnTo>
                    <a:pt x="3954854" y="1519046"/>
                  </a:lnTo>
                  <a:lnTo>
                    <a:pt x="3955070" y="1519046"/>
                  </a:lnTo>
                  <a:lnTo>
                    <a:pt x="3955070" y="1518422"/>
                  </a:lnTo>
                  <a:lnTo>
                    <a:pt x="3955504" y="1515928"/>
                  </a:lnTo>
                  <a:lnTo>
                    <a:pt x="3956263" y="1515928"/>
                  </a:lnTo>
                  <a:lnTo>
                    <a:pt x="3956480" y="1515928"/>
                  </a:lnTo>
                  <a:lnTo>
                    <a:pt x="3957239" y="1515928"/>
                  </a:lnTo>
                  <a:lnTo>
                    <a:pt x="3957348" y="1515928"/>
                  </a:lnTo>
                  <a:lnTo>
                    <a:pt x="3957782" y="1515928"/>
                  </a:lnTo>
                  <a:lnTo>
                    <a:pt x="3957890" y="1515928"/>
                  </a:lnTo>
                  <a:lnTo>
                    <a:pt x="3958324" y="1515928"/>
                  </a:lnTo>
                  <a:lnTo>
                    <a:pt x="3958541" y="1515928"/>
                  </a:lnTo>
                  <a:lnTo>
                    <a:pt x="3958758" y="1515928"/>
                  </a:lnTo>
                  <a:lnTo>
                    <a:pt x="3958866" y="1515928"/>
                  </a:lnTo>
                  <a:lnTo>
                    <a:pt x="3958975" y="1515305"/>
                  </a:lnTo>
                  <a:lnTo>
                    <a:pt x="3959083" y="1515305"/>
                  </a:lnTo>
                  <a:lnTo>
                    <a:pt x="3959408" y="1514681"/>
                  </a:lnTo>
                  <a:lnTo>
                    <a:pt x="3959408" y="1514057"/>
                  </a:lnTo>
                  <a:lnTo>
                    <a:pt x="3959517" y="1512810"/>
                  </a:lnTo>
                  <a:lnTo>
                    <a:pt x="3959842" y="1512187"/>
                  </a:lnTo>
                  <a:lnTo>
                    <a:pt x="3959951" y="1512187"/>
                  </a:lnTo>
                  <a:lnTo>
                    <a:pt x="3960384" y="1512187"/>
                  </a:lnTo>
                  <a:lnTo>
                    <a:pt x="3960601" y="1512187"/>
                  </a:lnTo>
                  <a:lnTo>
                    <a:pt x="3960710" y="1512187"/>
                  </a:lnTo>
                  <a:lnTo>
                    <a:pt x="3961360" y="1510316"/>
                  </a:lnTo>
                  <a:lnTo>
                    <a:pt x="3961794" y="1509069"/>
                  </a:lnTo>
                  <a:lnTo>
                    <a:pt x="3961903" y="1509069"/>
                  </a:lnTo>
                  <a:lnTo>
                    <a:pt x="3962553" y="1509069"/>
                  </a:lnTo>
                  <a:lnTo>
                    <a:pt x="3962662" y="1509069"/>
                  </a:lnTo>
                  <a:lnTo>
                    <a:pt x="3962879" y="1508445"/>
                  </a:lnTo>
                  <a:lnTo>
                    <a:pt x="3963096" y="1507822"/>
                  </a:lnTo>
                  <a:lnTo>
                    <a:pt x="3963204" y="1507822"/>
                  </a:lnTo>
                  <a:lnTo>
                    <a:pt x="3963312" y="1507822"/>
                  </a:lnTo>
                  <a:lnTo>
                    <a:pt x="3963638" y="1507198"/>
                  </a:lnTo>
                  <a:lnTo>
                    <a:pt x="3963963" y="1506574"/>
                  </a:lnTo>
                  <a:lnTo>
                    <a:pt x="3964072" y="1506574"/>
                  </a:lnTo>
                  <a:lnTo>
                    <a:pt x="3964397" y="1506574"/>
                  </a:lnTo>
                  <a:lnTo>
                    <a:pt x="3964397" y="1505951"/>
                  </a:lnTo>
                  <a:lnTo>
                    <a:pt x="3964505" y="1505951"/>
                  </a:lnTo>
                  <a:lnTo>
                    <a:pt x="3964614" y="1505951"/>
                  </a:lnTo>
                  <a:lnTo>
                    <a:pt x="3964831" y="1505951"/>
                  </a:lnTo>
                  <a:lnTo>
                    <a:pt x="3965590" y="1503456"/>
                  </a:lnTo>
                  <a:lnTo>
                    <a:pt x="3965698" y="1503456"/>
                  </a:lnTo>
                  <a:lnTo>
                    <a:pt x="3966024" y="1503456"/>
                  </a:lnTo>
                  <a:lnTo>
                    <a:pt x="3966241" y="1503456"/>
                  </a:lnTo>
                  <a:lnTo>
                    <a:pt x="3966349" y="1503456"/>
                  </a:lnTo>
                  <a:lnTo>
                    <a:pt x="3966457" y="1503456"/>
                  </a:lnTo>
                  <a:lnTo>
                    <a:pt x="3966566" y="1503456"/>
                  </a:lnTo>
                  <a:lnTo>
                    <a:pt x="3966891" y="1503456"/>
                  </a:lnTo>
                  <a:lnTo>
                    <a:pt x="3966891" y="1502833"/>
                  </a:lnTo>
                  <a:lnTo>
                    <a:pt x="3967542" y="1502209"/>
                  </a:lnTo>
                  <a:lnTo>
                    <a:pt x="3967650" y="1502209"/>
                  </a:lnTo>
                  <a:lnTo>
                    <a:pt x="3967976" y="1502209"/>
                  </a:lnTo>
                  <a:lnTo>
                    <a:pt x="3968193" y="1502209"/>
                  </a:lnTo>
                  <a:lnTo>
                    <a:pt x="3968735" y="1502209"/>
                  </a:lnTo>
                  <a:lnTo>
                    <a:pt x="3968843" y="1500962"/>
                  </a:lnTo>
                  <a:lnTo>
                    <a:pt x="3969386" y="1498468"/>
                  </a:lnTo>
                  <a:lnTo>
                    <a:pt x="3970036" y="1498468"/>
                  </a:lnTo>
                  <a:lnTo>
                    <a:pt x="3970362" y="1497844"/>
                  </a:lnTo>
                  <a:lnTo>
                    <a:pt x="3970470" y="1497844"/>
                  </a:lnTo>
                  <a:lnTo>
                    <a:pt x="3970578" y="1497844"/>
                  </a:lnTo>
                  <a:lnTo>
                    <a:pt x="3971012" y="1497844"/>
                  </a:lnTo>
                  <a:lnTo>
                    <a:pt x="3971554" y="1497844"/>
                  </a:lnTo>
                  <a:lnTo>
                    <a:pt x="3971663" y="1497844"/>
                  </a:lnTo>
                  <a:lnTo>
                    <a:pt x="3971771" y="1497221"/>
                  </a:lnTo>
                  <a:lnTo>
                    <a:pt x="3971988" y="1497221"/>
                  </a:lnTo>
                  <a:lnTo>
                    <a:pt x="3972097" y="1497221"/>
                  </a:lnTo>
                  <a:lnTo>
                    <a:pt x="3972205" y="1497221"/>
                  </a:lnTo>
                  <a:lnTo>
                    <a:pt x="3972422" y="1497221"/>
                  </a:lnTo>
                  <a:lnTo>
                    <a:pt x="3972422" y="1496597"/>
                  </a:lnTo>
                  <a:lnTo>
                    <a:pt x="3972639" y="1495973"/>
                  </a:lnTo>
                  <a:lnTo>
                    <a:pt x="3972856" y="1495973"/>
                  </a:lnTo>
                  <a:lnTo>
                    <a:pt x="3972964" y="1495973"/>
                  </a:lnTo>
                  <a:lnTo>
                    <a:pt x="3972964" y="1495350"/>
                  </a:lnTo>
                  <a:lnTo>
                    <a:pt x="3973073" y="1495350"/>
                  </a:lnTo>
                  <a:lnTo>
                    <a:pt x="3973181" y="1495350"/>
                  </a:lnTo>
                  <a:lnTo>
                    <a:pt x="3974266" y="1495350"/>
                  </a:lnTo>
                  <a:lnTo>
                    <a:pt x="3974699" y="1495350"/>
                  </a:lnTo>
                  <a:lnTo>
                    <a:pt x="3974808" y="1495350"/>
                  </a:lnTo>
                  <a:lnTo>
                    <a:pt x="3975675" y="1492856"/>
                  </a:lnTo>
                  <a:lnTo>
                    <a:pt x="3976001" y="1492856"/>
                  </a:lnTo>
                  <a:lnTo>
                    <a:pt x="3976326" y="1492232"/>
                  </a:lnTo>
                  <a:lnTo>
                    <a:pt x="3976435" y="1492232"/>
                  </a:lnTo>
                  <a:lnTo>
                    <a:pt x="3976651" y="1492232"/>
                  </a:lnTo>
                  <a:lnTo>
                    <a:pt x="3976651" y="1491608"/>
                  </a:lnTo>
                  <a:lnTo>
                    <a:pt x="3976868" y="1491608"/>
                  </a:lnTo>
                  <a:lnTo>
                    <a:pt x="3977736" y="1491608"/>
                  </a:lnTo>
                  <a:lnTo>
                    <a:pt x="3977844" y="1490985"/>
                  </a:lnTo>
                  <a:lnTo>
                    <a:pt x="3978170" y="1490985"/>
                  </a:lnTo>
                  <a:lnTo>
                    <a:pt x="3978278" y="1490985"/>
                  </a:lnTo>
                  <a:lnTo>
                    <a:pt x="3978820" y="1490985"/>
                  </a:lnTo>
                  <a:lnTo>
                    <a:pt x="3978929" y="1490985"/>
                  </a:lnTo>
                  <a:lnTo>
                    <a:pt x="3979363" y="1490361"/>
                  </a:lnTo>
                  <a:lnTo>
                    <a:pt x="3979688" y="1490361"/>
                  </a:lnTo>
                  <a:lnTo>
                    <a:pt x="3979905" y="1490361"/>
                  </a:lnTo>
                  <a:lnTo>
                    <a:pt x="3980230" y="1490361"/>
                  </a:lnTo>
                  <a:lnTo>
                    <a:pt x="3980339" y="1490361"/>
                  </a:lnTo>
                  <a:lnTo>
                    <a:pt x="3980447" y="1490361"/>
                  </a:lnTo>
                  <a:lnTo>
                    <a:pt x="3980556" y="1490361"/>
                  </a:lnTo>
                  <a:lnTo>
                    <a:pt x="3980664" y="1490361"/>
                  </a:lnTo>
                  <a:lnTo>
                    <a:pt x="3980772" y="1490361"/>
                  </a:lnTo>
                  <a:lnTo>
                    <a:pt x="3980881" y="1490361"/>
                  </a:lnTo>
                  <a:lnTo>
                    <a:pt x="3981423" y="1490361"/>
                  </a:lnTo>
                  <a:lnTo>
                    <a:pt x="3981749" y="1490361"/>
                  </a:lnTo>
                  <a:lnTo>
                    <a:pt x="3981857" y="1490361"/>
                  </a:lnTo>
                  <a:lnTo>
                    <a:pt x="3982074" y="1490361"/>
                  </a:lnTo>
                  <a:lnTo>
                    <a:pt x="3982291" y="1490361"/>
                  </a:lnTo>
                  <a:lnTo>
                    <a:pt x="3982399" y="1490361"/>
                  </a:lnTo>
                  <a:lnTo>
                    <a:pt x="3982508" y="1490361"/>
                  </a:lnTo>
                  <a:lnTo>
                    <a:pt x="3982616" y="1490361"/>
                  </a:lnTo>
                  <a:lnTo>
                    <a:pt x="3985761" y="1485996"/>
                  </a:lnTo>
                  <a:lnTo>
                    <a:pt x="3985978" y="1485996"/>
                  </a:lnTo>
                  <a:lnTo>
                    <a:pt x="3986086" y="1485996"/>
                  </a:lnTo>
                  <a:lnTo>
                    <a:pt x="3986303" y="1485996"/>
                  </a:lnTo>
                  <a:lnTo>
                    <a:pt x="3986412" y="1485996"/>
                  </a:lnTo>
                  <a:lnTo>
                    <a:pt x="3986737" y="1485996"/>
                  </a:lnTo>
                  <a:lnTo>
                    <a:pt x="3987062" y="1485996"/>
                  </a:lnTo>
                  <a:lnTo>
                    <a:pt x="3987062" y="1485373"/>
                  </a:lnTo>
                  <a:lnTo>
                    <a:pt x="3987171" y="1485373"/>
                  </a:lnTo>
                  <a:lnTo>
                    <a:pt x="3987279" y="1485373"/>
                  </a:lnTo>
                  <a:lnTo>
                    <a:pt x="3987496" y="1485373"/>
                  </a:lnTo>
                  <a:lnTo>
                    <a:pt x="3987605" y="1485373"/>
                  </a:lnTo>
                  <a:lnTo>
                    <a:pt x="3987822" y="1485373"/>
                  </a:lnTo>
                  <a:lnTo>
                    <a:pt x="3988147" y="1484749"/>
                  </a:lnTo>
                  <a:lnTo>
                    <a:pt x="3988364" y="1484749"/>
                  </a:lnTo>
                  <a:lnTo>
                    <a:pt x="3988472" y="1484749"/>
                  </a:lnTo>
                  <a:lnTo>
                    <a:pt x="3988581" y="1484749"/>
                  </a:lnTo>
                  <a:lnTo>
                    <a:pt x="3988689" y="1484749"/>
                  </a:lnTo>
                  <a:lnTo>
                    <a:pt x="3988798" y="1484749"/>
                  </a:lnTo>
                  <a:lnTo>
                    <a:pt x="3988906" y="1484749"/>
                  </a:lnTo>
                  <a:lnTo>
                    <a:pt x="3989014" y="1484749"/>
                  </a:lnTo>
                  <a:lnTo>
                    <a:pt x="3989123" y="1484749"/>
                  </a:lnTo>
                  <a:lnTo>
                    <a:pt x="3989231" y="1484749"/>
                  </a:lnTo>
                  <a:lnTo>
                    <a:pt x="3989340" y="1484749"/>
                  </a:lnTo>
                  <a:lnTo>
                    <a:pt x="3989448" y="1484749"/>
                  </a:lnTo>
                  <a:lnTo>
                    <a:pt x="3989991" y="1484125"/>
                  </a:lnTo>
                  <a:lnTo>
                    <a:pt x="3990099" y="1484125"/>
                  </a:lnTo>
                  <a:lnTo>
                    <a:pt x="3990533" y="1482878"/>
                  </a:lnTo>
                  <a:lnTo>
                    <a:pt x="3990533" y="1482255"/>
                  </a:lnTo>
                  <a:lnTo>
                    <a:pt x="3990641" y="1482255"/>
                  </a:lnTo>
                  <a:lnTo>
                    <a:pt x="3991292" y="1482255"/>
                  </a:lnTo>
                  <a:lnTo>
                    <a:pt x="3991292" y="1481631"/>
                  </a:lnTo>
                  <a:lnTo>
                    <a:pt x="3991292" y="1481008"/>
                  </a:lnTo>
                  <a:lnTo>
                    <a:pt x="3991943" y="1480384"/>
                  </a:lnTo>
                  <a:lnTo>
                    <a:pt x="3992051" y="1480384"/>
                  </a:lnTo>
                  <a:lnTo>
                    <a:pt x="3992376" y="1480384"/>
                  </a:lnTo>
                  <a:lnTo>
                    <a:pt x="3992485" y="1480384"/>
                  </a:lnTo>
                  <a:lnTo>
                    <a:pt x="3992919" y="1480384"/>
                  </a:lnTo>
                  <a:lnTo>
                    <a:pt x="3993352" y="1480384"/>
                  </a:lnTo>
                  <a:lnTo>
                    <a:pt x="3993569" y="1480384"/>
                  </a:lnTo>
                  <a:lnTo>
                    <a:pt x="3993678" y="1480384"/>
                  </a:lnTo>
                  <a:lnTo>
                    <a:pt x="3993895" y="1480384"/>
                  </a:lnTo>
                  <a:lnTo>
                    <a:pt x="3994003" y="1480384"/>
                  </a:lnTo>
                  <a:lnTo>
                    <a:pt x="3994545" y="1480384"/>
                  </a:lnTo>
                  <a:lnTo>
                    <a:pt x="3994545" y="1479760"/>
                  </a:lnTo>
                  <a:lnTo>
                    <a:pt x="3994979" y="1479760"/>
                  </a:lnTo>
                  <a:lnTo>
                    <a:pt x="3995088" y="1479760"/>
                  </a:lnTo>
                  <a:lnTo>
                    <a:pt x="3995196" y="1479760"/>
                  </a:lnTo>
                  <a:lnTo>
                    <a:pt x="3995413" y="1479760"/>
                  </a:lnTo>
                  <a:lnTo>
                    <a:pt x="3995738" y="1479760"/>
                  </a:lnTo>
                  <a:lnTo>
                    <a:pt x="3996064" y="1478513"/>
                  </a:lnTo>
                  <a:lnTo>
                    <a:pt x="3996172" y="1478513"/>
                  </a:lnTo>
                  <a:lnTo>
                    <a:pt x="3996389" y="1478513"/>
                  </a:lnTo>
                  <a:lnTo>
                    <a:pt x="3996497" y="1478513"/>
                  </a:lnTo>
                  <a:lnTo>
                    <a:pt x="3997473" y="1478513"/>
                  </a:lnTo>
                  <a:lnTo>
                    <a:pt x="3997582" y="1478513"/>
                  </a:lnTo>
                  <a:lnTo>
                    <a:pt x="3997907" y="1478513"/>
                  </a:lnTo>
                  <a:lnTo>
                    <a:pt x="3998883" y="1477266"/>
                  </a:lnTo>
                  <a:lnTo>
                    <a:pt x="3999317" y="1476642"/>
                  </a:lnTo>
                  <a:lnTo>
                    <a:pt x="3999751" y="1476019"/>
                  </a:lnTo>
                  <a:lnTo>
                    <a:pt x="4000076" y="1475395"/>
                  </a:lnTo>
                  <a:lnTo>
                    <a:pt x="4000401" y="1475395"/>
                  </a:lnTo>
                  <a:lnTo>
                    <a:pt x="4000618" y="1474772"/>
                  </a:lnTo>
                  <a:lnTo>
                    <a:pt x="4000727" y="1474772"/>
                  </a:lnTo>
                  <a:lnTo>
                    <a:pt x="4000835" y="1474148"/>
                  </a:lnTo>
                  <a:lnTo>
                    <a:pt x="4001269" y="1473525"/>
                  </a:lnTo>
                  <a:lnTo>
                    <a:pt x="4001377" y="1473525"/>
                  </a:lnTo>
                  <a:lnTo>
                    <a:pt x="4002028" y="1472277"/>
                  </a:lnTo>
                  <a:lnTo>
                    <a:pt x="4002028" y="1471654"/>
                  </a:lnTo>
                  <a:lnTo>
                    <a:pt x="4002245" y="1469159"/>
                  </a:lnTo>
                  <a:lnTo>
                    <a:pt x="4002570" y="1469159"/>
                  </a:lnTo>
                  <a:lnTo>
                    <a:pt x="4002679" y="1469159"/>
                  </a:lnTo>
                  <a:lnTo>
                    <a:pt x="4002787" y="1469159"/>
                  </a:lnTo>
                  <a:lnTo>
                    <a:pt x="4002896" y="1469159"/>
                  </a:lnTo>
                  <a:lnTo>
                    <a:pt x="4003004" y="1469159"/>
                  </a:lnTo>
                  <a:lnTo>
                    <a:pt x="4003763" y="1468536"/>
                  </a:lnTo>
                  <a:lnTo>
                    <a:pt x="4003872" y="1468536"/>
                  </a:lnTo>
                  <a:lnTo>
                    <a:pt x="4003980" y="1468536"/>
                  </a:lnTo>
                  <a:lnTo>
                    <a:pt x="4004631" y="1468536"/>
                  </a:lnTo>
                  <a:lnTo>
                    <a:pt x="4004848" y="1468536"/>
                  </a:lnTo>
                  <a:lnTo>
                    <a:pt x="4005065" y="1468536"/>
                  </a:lnTo>
                  <a:lnTo>
                    <a:pt x="4005390" y="1467912"/>
                  </a:lnTo>
                  <a:lnTo>
                    <a:pt x="4005498" y="1467912"/>
                  </a:lnTo>
                  <a:lnTo>
                    <a:pt x="4005932" y="1467912"/>
                  </a:lnTo>
                  <a:lnTo>
                    <a:pt x="4006583" y="1466042"/>
                  </a:lnTo>
                  <a:lnTo>
                    <a:pt x="4006800" y="1466042"/>
                  </a:lnTo>
                  <a:lnTo>
                    <a:pt x="4007125" y="1466042"/>
                  </a:lnTo>
                  <a:lnTo>
                    <a:pt x="4007451" y="1466042"/>
                  </a:lnTo>
                  <a:lnTo>
                    <a:pt x="4007667" y="1466042"/>
                  </a:lnTo>
                  <a:lnTo>
                    <a:pt x="4007776" y="1465418"/>
                  </a:lnTo>
                  <a:lnTo>
                    <a:pt x="4008101" y="1465418"/>
                  </a:lnTo>
                  <a:lnTo>
                    <a:pt x="4008210" y="1465418"/>
                  </a:lnTo>
                  <a:lnTo>
                    <a:pt x="4008427" y="1465418"/>
                  </a:lnTo>
                  <a:lnTo>
                    <a:pt x="4009403" y="1464794"/>
                  </a:lnTo>
                  <a:lnTo>
                    <a:pt x="4009728" y="1464794"/>
                  </a:lnTo>
                  <a:lnTo>
                    <a:pt x="4009836" y="1464794"/>
                  </a:lnTo>
                  <a:lnTo>
                    <a:pt x="4009945" y="1464794"/>
                  </a:lnTo>
                  <a:lnTo>
                    <a:pt x="4010162" y="1464794"/>
                  </a:lnTo>
                  <a:lnTo>
                    <a:pt x="4010270" y="1464794"/>
                  </a:lnTo>
                  <a:lnTo>
                    <a:pt x="4010270" y="1463547"/>
                  </a:lnTo>
                  <a:lnTo>
                    <a:pt x="4010379" y="1463547"/>
                  </a:lnTo>
                  <a:lnTo>
                    <a:pt x="4010704" y="1462924"/>
                  </a:lnTo>
                  <a:lnTo>
                    <a:pt x="4010704" y="1462300"/>
                  </a:lnTo>
                  <a:lnTo>
                    <a:pt x="4011029" y="1461676"/>
                  </a:lnTo>
                  <a:lnTo>
                    <a:pt x="4011138" y="1461676"/>
                  </a:lnTo>
                  <a:lnTo>
                    <a:pt x="4011572" y="1461676"/>
                  </a:lnTo>
                  <a:lnTo>
                    <a:pt x="4011788" y="1461676"/>
                  </a:lnTo>
                  <a:lnTo>
                    <a:pt x="4012005" y="1461676"/>
                  </a:lnTo>
                  <a:lnTo>
                    <a:pt x="4012114" y="1461676"/>
                  </a:lnTo>
                  <a:lnTo>
                    <a:pt x="4012222" y="1461676"/>
                  </a:lnTo>
                  <a:lnTo>
                    <a:pt x="4012222" y="1461053"/>
                  </a:lnTo>
                  <a:lnTo>
                    <a:pt x="4012548" y="1461053"/>
                  </a:lnTo>
                  <a:lnTo>
                    <a:pt x="4012548" y="1460429"/>
                  </a:lnTo>
                  <a:lnTo>
                    <a:pt x="4012764" y="1460429"/>
                  </a:lnTo>
                  <a:lnTo>
                    <a:pt x="4013415" y="1459182"/>
                  </a:lnTo>
                  <a:lnTo>
                    <a:pt x="4013632" y="1459182"/>
                  </a:lnTo>
                  <a:lnTo>
                    <a:pt x="4013849" y="1459182"/>
                  </a:lnTo>
                  <a:lnTo>
                    <a:pt x="4014174" y="1459182"/>
                  </a:lnTo>
                  <a:lnTo>
                    <a:pt x="4014933" y="1459182"/>
                  </a:lnTo>
                  <a:lnTo>
                    <a:pt x="4015042" y="1459182"/>
                  </a:lnTo>
                  <a:lnTo>
                    <a:pt x="4015150" y="1459182"/>
                  </a:lnTo>
                  <a:lnTo>
                    <a:pt x="4015476" y="1459182"/>
                  </a:lnTo>
                  <a:lnTo>
                    <a:pt x="4015693" y="1459182"/>
                  </a:lnTo>
                  <a:lnTo>
                    <a:pt x="4015801" y="1459182"/>
                  </a:lnTo>
                  <a:lnTo>
                    <a:pt x="4015909" y="1459182"/>
                  </a:lnTo>
                  <a:lnTo>
                    <a:pt x="4016885" y="1458559"/>
                  </a:lnTo>
                  <a:lnTo>
                    <a:pt x="4016994" y="1458559"/>
                  </a:lnTo>
                  <a:lnTo>
                    <a:pt x="4016994" y="1457935"/>
                  </a:lnTo>
                  <a:lnTo>
                    <a:pt x="4017319" y="1457935"/>
                  </a:lnTo>
                  <a:lnTo>
                    <a:pt x="4017319" y="1457311"/>
                  </a:lnTo>
                  <a:lnTo>
                    <a:pt x="4017428" y="1456688"/>
                  </a:lnTo>
                  <a:lnTo>
                    <a:pt x="4017645" y="1456688"/>
                  </a:lnTo>
                  <a:lnTo>
                    <a:pt x="4017861" y="1456688"/>
                  </a:lnTo>
                  <a:lnTo>
                    <a:pt x="4018187" y="1456688"/>
                  </a:lnTo>
                  <a:lnTo>
                    <a:pt x="4018837" y="1456064"/>
                  </a:lnTo>
                  <a:lnTo>
                    <a:pt x="4018946" y="1456064"/>
                  </a:lnTo>
                  <a:lnTo>
                    <a:pt x="4019054" y="1456064"/>
                  </a:lnTo>
                  <a:lnTo>
                    <a:pt x="4019163" y="1456064"/>
                  </a:lnTo>
                  <a:lnTo>
                    <a:pt x="4019922" y="1456064"/>
                  </a:lnTo>
                  <a:lnTo>
                    <a:pt x="4020247" y="1456064"/>
                  </a:lnTo>
                  <a:lnTo>
                    <a:pt x="4020681" y="1456064"/>
                  </a:lnTo>
                  <a:lnTo>
                    <a:pt x="4020898" y="1456064"/>
                  </a:lnTo>
                  <a:lnTo>
                    <a:pt x="4021223" y="1455441"/>
                  </a:lnTo>
                  <a:lnTo>
                    <a:pt x="4021440" y="1455441"/>
                  </a:lnTo>
                  <a:lnTo>
                    <a:pt x="4021657" y="1455441"/>
                  </a:lnTo>
                  <a:lnTo>
                    <a:pt x="4022091" y="1455441"/>
                  </a:lnTo>
                  <a:lnTo>
                    <a:pt x="4022416" y="1454817"/>
                  </a:lnTo>
                  <a:lnTo>
                    <a:pt x="4022850" y="1454193"/>
                  </a:lnTo>
                  <a:lnTo>
                    <a:pt x="4022958" y="1454193"/>
                  </a:lnTo>
                  <a:lnTo>
                    <a:pt x="4023284" y="1454193"/>
                  </a:lnTo>
                  <a:lnTo>
                    <a:pt x="4023609" y="1454193"/>
                  </a:lnTo>
                  <a:lnTo>
                    <a:pt x="4023826" y="1454193"/>
                  </a:lnTo>
                  <a:lnTo>
                    <a:pt x="4023934" y="1454193"/>
                  </a:lnTo>
                  <a:lnTo>
                    <a:pt x="4024043" y="1454193"/>
                  </a:lnTo>
                  <a:lnTo>
                    <a:pt x="4024151" y="1454193"/>
                  </a:lnTo>
                  <a:lnTo>
                    <a:pt x="4024260" y="1454193"/>
                  </a:lnTo>
                  <a:lnTo>
                    <a:pt x="4024585" y="1454193"/>
                  </a:lnTo>
                  <a:lnTo>
                    <a:pt x="4024802" y="1453570"/>
                  </a:lnTo>
                  <a:lnTo>
                    <a:pt x="4025561" y="1452323"/>
                  </a:lnTo>
                  <a:lnTo>
                    <a:pt x="4025887" y="1452323"/>
                  </a:lnTo>
                  <a:lnTo>
                    <a:pt x="4025995" y="1452323"/>
                  </a:lnTo>
                  <a:lnTo>
                    <a:pt x="4025995" y="1451699"/>
                  </a:lnTo>
                  <a:lnTo>
                    <a:pt x="4026103" y="1451699"/>
                  </a:lnTo>
                  <a:lnTo>
                    <a:pt x="4026212" y="1451699"/>
                  </a:lnTo>
                  <a:lnTo>
                    <a:pt x="4026320" y="1451699"/>
                  </a:lnTo>
                  <a:lnTo>
                    <a:pt x="4026646" y="1451699"/>
                  </a:lnTo>
                  <a:lnTo>
                    <a:pt x="4026646" y="1451076"/>
                  </a:lnTo>
                  <a:lnTo>
                    <a:pt x="4027405" y="1447958"/>
                  </a:lnTo>
                  <a:lnTo>
                    <a:pt x="4027513" y="1447958"/>
                  </a:lnTo>
                  <a:lnTo>
                    <a:pt x="4027730" y="1447334"/>
                  </a:lnTo>
                  <a:lnTo>
                    <a:pt x="4027839" y="1447334"/>
                  </a:lnTo>
                  <a:lnTo>
                    <a:pt x="4027947" y="1447334"/>
                  </a:lnTo>
                  <a:lnTo>
                    <a:pt x="4028815" y="1447334"/>
                  </a:lnTo>
                  <a:lnTo>
                    <a:pt x="4029032" y="1447334"/>
                  </a:lnTo>
                  <a:lnTo>
                    <a:pt x="4029248" y="1447334"/>
                  </a:lnTo>
                  <a:lnTo>
                    <a:pt x="4029357" y="1447334"/>
                  </a:lnTo>
                  <a:lnTo>
                    <a:pt x="4030224" y="1447334"/>
                  </a:lnTo>
                  <a:lnTo>
                    <a:pt x="4030333" y="1447334"/>
                  </a:lnTo>
                  <a:lnTo>
                    <a:pt x="4030441" y="1447334"/>
                  </a:lnTo>
                  <a:lnTo>
                    <a:pt x="4030550" y="1447334"/>
                  </a:lnTo>
                  <a:lnTo>
                    <a:pt x="4030875" y="1447334"/>
                  </a:lnTo>
                  <a:lnTo>
                    <a:pt x="4031851" y="1447334"/>
                  </a:lnTo>
                  <a:lnTo>
                    <a:pt x="4031960" y="1447334"/>
                  </a:lnTo>
                  <a:lnTo>
                    <a:pt x="4032068" y="1447334"/>
                  </a:lnTo>
                  <a:lnTo>
                    <a:pt x="4032176" y="1447334"/>
                  </a:lnTo>
                  <a:lnTo>
                    <a:pt x="4032502" y="1446087"/>
                  </a:lnTo>
                  <a:lnTo>
                    <a:pt x="4032610" y="1446087"/>
                  </a:lnTo>
                  <a:lnTo>
                    <a:pt x="4032719" y="1446087"/>
                  </a:lnTo>
                  <a:lnTo>
                    <a:pt x="4032936" y="1446087"/>
                  </a:lnTo>
                  <a:lnTo>
                    <a:pt x="4033044" y="1446087"/>
                  </a:lnTo>
                  <a:lnTo>
                    <a:pt x="4033153" y="1446087"/>
                  </a:lnTo>
                  <a:lnTo>
                    <a:pt x="4033478" y="1446087"/>
                  </a:lnTo>
                  <a:lnTo>
                    <a:pt x="4033586" y="1446087"/>
                  </a:lnTo>
                  <a:lnTo>
                    <a:pt x="4033803" y="1446087"/>
                  </a:lnTo>
                  <a:lnTo>
                    <a:pt x="4034888" y="1446087"/>
                  </a:lnTo>
                  <a:lnTo>
                    <a:pt x="4035213" y="1446087"/>
                  </a:lnTo>
                  <a:lnTo>
                    <a:pt x="4035647" y="1445463"/>
                  </a:lnTo>
                  <a:lnTo>
                    <a:pt x="4035647" y="1444840"/>
                  </a:lnTo>
                  <a:lnTo>
                    <a:pt x="4036406" y="1444216"/>
                  </a:lnTo>
                  <a:lnTo>
                    <a:pt x="4036514" y="1444216"/>
                  </a:lnTo>
                  <a:lnTo>
                    <a:pt x="4036731" y="1444216"/>
                  </a:lnTo>
                  <a:lnTo>
                    <a:pt x="4036840" y="1444216"/>
                  </a:lnTo>
                  <a:lnTo>
                    <a:pt x="4037490" y="1443593"/>
                  </a:lnTo>
                  <a:lnTo>
                    <a:pt x="4037599" y="1443593"/>
                  </a:lnTo>
                  <a:lnTo>
                    <a:pt x="4037707" y="1443593"/>
                  </a:lnTo>
                  <a:lnTo>
                    <a:pt x="4038033" y="1443593"/>
                  </a:lnTo>
                  <a:lnTo>
                    <a:pt x="4038033" y="1442969"/>
                  </a:lnTo>
                  <a:lnTo>
                    <a:pt x="4038141" y="1442969"/>
                  </a:lnTo>
                  <a:lnTo>
                    <a:pt x="4038250" y="1442969"/>
                  </a:lnTo>
                  <a:lnTo>
                    <a:pt x="4038466" y="1442969"/>
                  </a:lnTo>
                  <a:lnTo>
                    <a:pt x="4038575" y="1442969"/>
                  </a:lnTo>
                  <a:lnTo>
                    <a:pt x="4038683" y="1442969"/>
                  </a:lnTo>
                  <a:lnTo>
                    <a:pt x="4038792" y="1442345"/>
                  </a:lnTo>
                  <a:lnTo>
                    <a:pt x="4039009" y="1442345"/>
                  </a:lnTo>
                  <a:lnTo>
                    <a:pt x="4039117" y="1442345"/>
                  </a:lnTo>
                  <a:lnTo>
                    <a:pt x="4039226" y="1442345"/>
                  </a:lnTo>
                  <a:lnTo>
                    <a:pt x="4039442" y="1442345"/>
                  </a:lnTo>
                  <a:lnTo>
                    <a:pt x="4039551" y="1442345"/>
                  </a:lnTo>
                  <a:lnTo>
                    <a:pt x="4039659" y="1442345"/>
                  </a:lnTo>
                  <a:lnTo>
                    <a:pt x="4039985" y="1442345"/>
                  </a:lnTo>
                  <a:lnTo>
                    <a:pt x="4040093" y="1442345"/>
                  </a:lnTo>
                  <a:lnTo>
                    <a:pt x="4042804" y="1441098"/>
                  </a:lnTo>
                  <a:lnTo>
                    <a:pt x="4043021" y="1441098"/>
                  </a:lnTo>
                  <a:lnTo>
                    <a:pt x="4043130" y="1441098"/>
                  </a:lnTo>
                  <a:lnTo>
                    <a:pt x="4044106" y="1440475"/>
                  </a:lnTo>
                  <a:lnTo>
                    <a:pt x="4044539" y="1440475"/>
                  </a:lnTo>
                  <a:lnTo>
                    <a:pt x="4044756" y="1440475"/>
                  </a:lnTo>
                  <a:lnTo>
                    <a:pt x="4044973" y="1440475"/>
                  </a:lnTo>
                  <a:lnTo>
                    <a:pt x="4045190" y="1440475"/>
                  </a:lnTo>
                  <a:lnTo>
                    <a:pt x="4045407" y="1440475"/>
                  </a:lnTo>
                  <a:lnTo>
                    <a:pt x="4045732" y="1440475"/>
                  </a:lnTo>
                  <a:lnTo>
                    <a:pt x="4045949" y="1440475"/>
                  </a:lnTo>
                  <a:lnTo>
                    <a:pt x="4046058" y="1440475"/>
                  </a:lnTo>
                  <a:lnTo>
                    <a:pt x="4046492" y="1440475"/>
                  </a:lnTo>
                  <a:lnTo>
                    <a:pt x="4046600" y="1440475"/>
                  </a:lnTo>
                  <a:lnTo>
                    <a:pt x="4046708" y="1440475"/>
                  </a:lnTo>
                  <a:lnTo>
                    <a:pt x="4047142" y="1440475"/>
                  </a:lnTo>
                  <a:lnTo>
                    <a:pt x="4047251" y="1440475"/>
                  </a:lnTo>
                  <a:lnTo>
                    <a:pt x="4047359" y="1440475"/>
                  </a:lnTo>
                  <a:lnTo>
                    <a:pt x="4047468" y="1440475"/>
                  </a:lnTo>
                  <a:lnTo>
                    <a:pt x="4047576" y="1440475"/>
                  </a:lnTo>
                  <a:lnTo>
                    <a:pt x="4047901" y="1439851"/>
                  </a:lnTo>
                  <a:lnTo>
                    <a:pt x="4048010" y="1439851"/>
                  </a:lnTo>
                  <a:lnTo>
                    <a:pt x="4048444" y="1437980"/>
                  </a:lnTo>
                  <a:lnTo>
                    <a:pt x="4048986" y="1437980"/>
                  </a:lnTo>
                  <a:lnTo>
                    <a:pt x="4049203" y="1437980"/>
                  </a:lnTo>
                  <a:lnTo>
                    <a:pt x="4049528" y="1436110"/>
                  </a:lnTo>
                  <a:lnTo>
                    <a:pt x="4049636" y="1436110"/>
                  </a:lnTo>
                  <a:lnTo>
                    <a:pt x="4049636" y="1435486"/>
                  </a:lnTo>
                  <a:lnTo>
                    <a:pt x="4050179" y="1434862"/>
                  </a:lnTo>
                  <a:lnTo>
                    <a:pt x="4050504" y="1434862"/>
                  </a:lnTo>
                  <a:lnTo>
                    <a:pt x="4050613" y="1434862"/>
                  </a:lnTo>
                  <a:lnTo>
                    <a:pt x="4050938" y="1434862"/>
                  </a:lnTo>
                  <a:lnTo>
                    <a:pt x="4051046" y="1434862"/>
                  </a:lnTo>
                  <a:lnTo>
                    <a:pt x="4051263" y="1434862"/>
                  </a:lnTo>
                  <a:lnTo>
                    <a:pt x="4051263" y="1434239"/>
                  </a:lnTo>
                  <a:lnTo>
                    <a:pt x="4051589" y="1434239"/>
                  </a:lnTo>
                  <a:lnTo>
                    <a:pt x="4052131" y="1432992"/>
                  </a:lnTo>
                  <a:lnTo>
                    <a:pt x="4052239" y="1432992"/>
                  </a:lnTo>
                  <a:lnTo>
                    <a:pt x="4052456" y="1432992"/>
                  </a:lnTo>
                  <a:lnTo>
                    <a:pt x="4052565" y="1432992"/>
                  </a:lnTo>
                  <a:lnTo>
                    <a:pt x="4052673" y="1432992"/>
                  </a:lnTo>
                  <a:lnTo>
                    <a:pt x="4052673" y="1432368"/>
                  </a:lnTo>
                  <a:lnTo>
                    <a:pt x="4053215" y="1430497"/>
                  </a:lnTo>
                  <a:lnTo>
                    <a:pt x="4053324" y="1430497"/>
                  </a:lnTo>
                  <a:lnTo>
                    <a:pt x="4053432" y="1430497"/>
                  </a:lnTo>
                  <a:lnTo>
                    <a:pt x="4053541" y="1430497"/>
                  </a:lnTo>
                  <a:lnTo>
                    <a:pt x="4053757" y="1430497"/>
                  </a:lnTo>
                  <a:lnTo>
                    <a:pt x="4053866" y="1430497"/>
                  </a:lnTo>
                  <a:lnTo>
                    <a:pt x="4054300" y="1430497"/>
                  </a:lnTo>
                  <a:lnTo>
                    <a:pt x="4054517" y="1429874"/>
                  </a:lnTo>
                  <a:lnTo>
                    <a:pt x="4054950" y="1429874"/>
                  </a:lnTo>
                  <a:lnTo>
                    <a:pt x="4055059" y="1429874"/>
                  </a:lnTo>
                  <a:lnTo>
                    <a:pt x="4055276" y="1429874"/>
                  </a:lnTo>
                  <a:lnTo>
                    <a:pt x="4055384" y="1429874"/>
                  </a:lnTo>
                  <a:lnTo>
                    <a:pt x="4055710" y="1429250"/>
                  </a:lnTo>
                  <a:lnTo>
                    <a:pt x="4056035" y="1429250"/>
                  </a:lnTo>
                  <a:lnTo>
                    <a:pt x="4056035" y="1428627"/>
                  </a:lnTo>
                  <a:lnTo>
                    <a:pt x="4056252" y="1428627"/>
                  </a:lnTo>
                  <a:lnTo>
                    <a:pt x="4056360" y="1428627"/>
                  </a:lnTo>
                  <a:lnTo>
                    <a:pt x="4056902" y="1426756"/>
                  </a:lnTo>
                  <a:lnTo>
                    <a:pt x="4057011" y="1426756"/>
                  </a:lnTo>
                  <a:lnTo>
                    <a:pt x="4057228" y="1426756"/>
                  </a:lnTo>
                  <a:lnTo>
                    <a:pt x="4057228" y="1426132"/>
                  </a:lnTo>
                  <a:lnTo>
                    <a:pt x="4057228" y="1424885"/>
                  </a:lnTo>
                  <a:lnTo>
                    <a:pt x="4057336" y="1424885"/>
                  </a:lnTo>
                  <a:lnTo>
                    <a:pt x="4057662" y="1424885"/>
                  </a:lnTo>
                  <a:lnTo>
                    <a:pt x="4058095" y="1424885"/>
                  </a:lnTo>
                  <a:lnTo>
                    <a:pt x="4058204" y="1424885"/>
                  </a:lnTo>
                  <a:lnTo>
                    <a:pt x="4058312" y="1424885"/>
                  </a:lnTo>
                  <a:lnTo>
                    <a:pt x="4058638" y="1424262"/>
                  </a:lnTo>
                  <a:lnTo>
                    <a:pt x="4058746" y="1424262"/>
                  </a:lnTo>
                  <a:lnTo>
                    <a:pt x="4059071" y="1424262"/>
                  </a:lnTo>
                  <a:lnTo>
                    <a:pt x="4060047" y="1424262"/>
                  </a:lnTo>
                  <a:lnTo>
                    <a:pt x="4060590" y="1424262"/>
                  </a:lnTo>
                  <a:lnTo>
                    <a:pt x="4060698" y="1424262"/>
                  </a:lnTo>
                  <a:lnTo>
                    <a:pt x="4060915" y="1423638"/>
                  </a:lnTo>
                  <a:lnTo>
                    <a:pt x="4061023" y="1423638"/>
                  </a:lnTo>
                  <a:lnTo>
                    <a:pt x="4061023" y="1423014"/>
                  </a:lnTo>
                  <a:lnTo>
                    <a:pt x="4061349" y="1422391"/>
                  </a:lnTo>
                  <a:lnTo>
                    <a:pt x="4061674" y="1422391"/>
                  </a:lnTo>
                  <a:lnTo>
                    <a:pt x="4061783" y="1422391"/>
                  </a:lnTo>
                  <a:lnTo>
                    <a:pt x="4062216" y="1421767"/>
                  </a:lnTo>
                  <a:lnTo>
                    <a:pt x="4062325" y="1421767"/>
                  </a:lnTo>
                  <a:lnTo>
                    <a:pt x="4062433" y="1421767"/>
                  </a:lnTo>
                  <a:lnTo>
                    <a:pt x="4062867" y="1421767"/>
                  </a:lnTo>
                  <a:lnTo>
                    <a:pt x="4063626" y="1421767"/>
                  </a:lnTo>
                  <a:lnTo>
                    <a:pt x="4063626" y="1421144"/>
                  </a:lnTo>
                  <a:lnTo>
                    <a:pt x="4063843" y="1420520"/>
                  </a:lnTo>
                  <a:lnTo>
                    <a:pt x="4063952" y="1419896"/>
                  </a:lnTo>
                  <a:lnTo>
                    <a:pt x="4064819" y="1419896"/>
                  </a:lnTo>
                  <a:lnTo>
                    <a:pt x="4064928" y="1419896"/>
                  </a:lnTo>
                  <a:lnTo>
                    <a:pt x="4065144" y="1419273"/>
                  </a:lnTo>
                  <a:lnTo>
                    <a:pt x="4065578" y="1418649"/>
                  </a:lnTo>
                  <a:lnTo>
                    <a:pt x="4065904" y="1418649"/>
                  </a:lnTo>
                  <a:lnTo>
                    <a:pt x="4066120" y="1418026"/>
                  </a:lnTo>
                  <a:lnTo>
                    <a:pt x="4066229" y="1417402"/>
                  </a:lnTo>
                  <a:lnTo>
                    <a:pt x="4066229" y="1416779"/>
                  </a:lnTo>
                  <a:lnTo>
                    <a:pt x="4066337" y="1416779"/>
                  </a:lnTo>
                  <a:lnTo>
                    <a:pt x="4066337" y="1416155"/>
                  </a:lnTo>
                  <a:lnTo>
                    <a:pt x="4066337" y="1415531"/>
                  </a:lnTo>
                  <a:lnTo>
                    <a:pt x="4066446" y="1415531"/>
                  </a:lnTo>
                  <a:lnTo>
                    <a:pt x="4066554" y="1415531"/>
                  </a:lnTo>
                  <a:lnTo>
                    <a:pt x="4066663" y="1414908"/>
                  </a:lnTo>
                  <a:lnTo>
                    <a:pt x="4066771" y="1414908"/>
                  </a:lnTo>
                  <a:lnTo>
                    <a:pt x="4066988" y="1414908"/>
                  </a:lnTo>
                  <a:lnTo>
                    <a:pt x="4067747" y="1414908"/>
                  </a:lnTo>
                  <a:lnTo>
                    <a:pt x="4067964" y="1414908"/>
                  </a:lnTo>
                  <a:lnTo>
                    <a:pt x="4068073" y="1414284"/>
                  </a:lnTo>
                  <a:lnTo>
                    <a:pt x="4068723" y="1412413"/>
                  </a:lnTo>
                  <a:lnTo>
                    <a:pt x="4069049" y="1412413"/>
                  </a:lnTo>
                  <a:lnTo>
                    <a:pt x="4069482" y="1412413"/>
                  </a:lnTo>
                  <a:lnTo>
                    <a:pt x="4069808" y="1411790"/>
                  </a:lnTo>
                  <a:lnTo>
                    <a:pt x="4069916" y="1411790"/>
                  </a:lnTo>
                  <a:lnTo>
                    <a:pt x="4070025" y="1411790"/>
                  </a:lnTo>
                  <a:lnTo>
                    <a:pt x="4070241" y="1411790"/>
                  </a:lnTo>
                  <a:lnTo>
                    <a:pt x="4070458" y="1409919"/>
                  </a:lnTo>
                  <a:lnTo>
                    <a:pt x="4070675" y="1409919"/>
                  </a:lnTo>
                  <a:lnTo>
                    <a:pt x="4070784" y="1409919"/>
                  </a:lnTo>
                  <a:lnTo>
                    <a:pt x="4071001" y="1409919"/>
                  </a:lnTo>
                  <a:lnTo>
                    <a:pt x="4071109" y="1409919"/>
                  </a:lnTo>
                  <a:lnTo>
                    <a:pt x="4071217" y="1409919"/>
                  </a:lnTo>
                  <a:lnTo>
                    <a:pt x="4071326" y="1409919"/>
                  </a:lnTo>
                  <a:lnTo>
                    <a:pt x="4071434" y="1409919"/>
                  </a:lnTo>
                  <a:lnTo>
                    <a:pt x="4071543" y="1409919"/>
                  </a:lnTo>
                  <a:lnTo>
                    <a:pt x="4071868" y="1409919"/>
                  </a:lnTo>
                  <a:lnTo>
                    <a:pt x="4073603" y="1407425"/>
                  </a:lnTo>
                  <a:lnTo>
                    <a:pt x="4073712" y="1407425"/>
                  </a:lnTo>
                  <a:lnTo>
                    <a:pt x="4073929" y="1407425"/>
                  </a:lnTo>
                  <a:lnTo>
                    <a:pt x="4074579" y="1407425"/>
                  </a:lnTo>
                  <a:lnTo>
                    <a:pt x="4074688" y="1407425"/>
                  </a:lnTo>
                  <a:lnTo>
                    <a:pt x="4074796" y="1407425"/>
                  </a:lnTo>
                  <a:lnTo>
                    <a:pt x="4074905" y="1407425"/>
                  </a:lnTo>
                  <a:lnTo>
                    <a:pt x="4075013" y="1407425"/>
                  </a:lnTo>
                  <a:lnTo>
                    <a:pt x="4075338" y="1406801"/>
                  </a:lnTo>
                  <a:lnTo>
                    <a:pt x="4075447" y="1406801"/>
                  </a:lnTo>
                  <a:lnTo>
                    <a:pt x="4075664" y="1406178"/>
                  </a:lnTo>
                  <a:lnTo>
                    <a:pt x="4075881" y="1405554"/>
                  </a:lnTo>
                  <a:lnTo>
                    <a:pt x="4076206" y="1405554"/>
                  </a:lnTo>
                  <a:lnTo>
                    <a:pt x="4076423" y="1405554"/>
                  </a:lnTo>
                  <a:lnTo>
                    <a:pt x="4076531" y="1405554"/>
                  </a:lnTo>
                  <a:lnTo>
                    <a:pt x="4076640" y="1404930"/>
                  </a:lnTo>
                  <a:lnTo>
                    <a:pt x="4076748" y="1404930"/>
                  </a:lnTo>
                  <a:lnTo>
                    <a:pt x="4077182" y="1404930"/>
                  </a:lnTo>
                  <a:lnTo>
                    <a:pt x="4077291" y="1404930"/>
                  </a:lnTo>
                  <a:lnTo>
                    <a:pt x="4077399" y="1404307"/>
                  </a:lnTo>
                  <a:lnTo>
                    <a:pt x="4077833" y="1404307"/>
                  </a:lnTo>
                  <a:lnTo>
                    <a:pt x="4078158" y="1404307"/>
                  </a:lnTo>
                  <a:lnTo>
                    <a:pt x="4078483" y="1404307"/>
                  </a:lnTo>
                  <a:lnTo>
                    <a:pt x="4078700" y="1404307"/>
                  </a:lnTo>
                  <a:lnTo>
                    <a:pt x="4079785" y="1403060"/>
                  </a:lnTo>
                  <a:lnTo>
                    <a:pt x="4080219" y="1402436"/>
                  </a:lnTo>
                  <a:lnTo>
                    <a:pt x="4080652" y="1402436"/>
                  </a:lnTo>
                  <a:lnTo>
                    <a:pt x="4081195" y="1401189"/>
                  </a:lnTo>
                  <a:lnTo>
                    <a:pt x="4081303" y="1401189"/>
                  </a:lnTo>
                  <a:lnTo>
                    <a:pt x="4081412" y="1401189"/>
                  </a:lnTo>
                  <a:lnTo>
                    <a:pt x="4081520" y="1401189"/>
                  </a:lnTo>
                  <a:lnTo>
                    <a:pt x="4081737" y="1401189"/>
                  </a:lnTo>
                  <a:lnTo>
                    <a:pt x="4081954" y="1401189"/>
                  </a:lnTo>
                  <a:lnTo>
                    <a:pt x="4082388" y="1401189"/>
                  </a:lnTo>
                  <a:lnTo>
                    <a:pt x="4082388" y="1400565"/>
                  </a:lnTo>
                  <a:lnTo>
                    <a:pt x="4082604" y="1400565"/>
                  </a:lnTo>
                  <a:lnTo>
                    <a:pt x="4083472" y="1400565"/>
                  </a:lnTo>
                  <a:lnTo>
                    <a:pt x="4084123" y="1400565"/>
                  </a:lnTo>
                  <a:lnTo>
                    <a:pt x="4084557" y="1399942"/>
                  </a:lnTo>
                  <a:lnTo>
                    <a:pt x="4084665" y="1399942"/>
                  </a:lnTo>
                  <a:lnTo>
                    <a:pt x="4084990" y="1399942"/>
                  </a:lnTo>
                  <a:lnTo>
                    <a:pt x="4085099" y="1399942"/>
                  </a:lnTo>
                  <a:lnTo>
                    <a:pt x="4085641" y="1399318"/>
                  </a:lnTo>
                  <a:lnTo>
                    <a:pt x="4086075" y="1399318"/>
                  </a:lnTo>
                  <a:lnTo>
                    <a:pt x="4086292" y="1399318"/>
                  </a:lnTo>
                  <a:lnTo>
                    <a:pt x="4086509" y="1399318"/>
                  </a:lnTo>
                  <a:lnTo>
                    <a:pt x="4086617" y="1399318"/>
                  </a:lnTo>
                  <a:lnTo>
                    <a:pt x="4086834" y="1399318"/>
                  </a:lnTo>
                  <a:lnTo>
                    <a:pt x="4086834" y="1398695"/>
                  </a:lnTo>
                  <a:lnTo>
                    <a:pt x="4088027" y="1398071"/>
                  </a:lnTo>
                  <a:lnTo>
                    <a:pt x="4088352" y="1398071"/>
                  </a:lnTo>
                  <a:lnTo>
                    <a:pt x="4088461" y="1398071"/>
                  </a:lnTo>
                  <a:lnTo>
                    <a:pt x="4088569" y="1398071"/>
                  </a:lnTo>
                  <a:lnTo>
                    <a:pt x="4088677" y="1398071"/>
                  </a:lnTo>
                  <a:lnTo>
                    <a:pt x="4088786" y="1398071"/>
                  </a:lnTo>
                  <a:lnTo>
                    <a:pt x="4088894" y="1398071"/>
                  </a:lnTo>
                  <a:lnTo>
                    <a:pt x="4089003" y="1398071"/>
                  </a:lnTo>
                  <a:lnTo>
                    <a:pt x="4089111" y="1398071"/>
                  </a:lnTo>
                  <a:lnTo>
                    <a:pt x="4089220" y="1398071"/>
                  </a:lnTo>
                  <a:lnTo>
                    <a:pt x="4089437" y="1397447"/>
                  </a:lnTo>
                  <a:lnTo>
                    <a:pt x="4089654" y="1397447"/>
                  </a:lnTo>
                  <a:lnTo>
                    <a:pt x="4089979" y="1397447"/>
                  </a:lnTo>
                  <a:lnTo>
                    <a:pt x="4090087" y="1397447"/>
                  </a:lnTo>
                  <a:lnTo>
                    <a:pt x="4090304" y="1397447"/>
                  </a:lnTo>
                  <a:lnTo>
                    <a:pt x="4090521" y="1397447"/>
                  </a:lnTo>
                  <a:lnTo>
                    <a:pt x="4091172" y="1396200"/>
                  </a:lnTo>
                  <a:lnTo>
                    <a:pt x="4091280" y="1396200"/>
                  </a:lnTo>
                  <a:lnTo>
                    <a:pt x="4091931" y="1396200"/>
                  </a:lnTo>
                  <a:lnTo>
                    <a:pt x="4092039" y="1396200"/>
                  </a:lnTo>
                  <a:lnTo>
                    <a:pt x="4092148" y="1396200"/>
                  </a:lnTo>
                  <a:lnTo>
                    <a:pt x="4092473" y="1396200"/>
                  </a:lnTo>
                  <a:lnTo>
                    <a:pt x="4092690" y="1396200"/>
                  </a:lnTo>
                  <a:lnTo>
                    <a:pt x="4092907" y="1396200"/>
                  </a:lnTo>
                  <a:lnTo>
                    <a:pt x="4093449" y="1396200"/>
                  </a:lnTo>
                  <a:lnTo>
                    <a:pt x="4093558" y="1396200"/>
                  </a:lnTo>
                  <a:lnTo>
                    <a:pt x="4094425" y="1395577"/>
                  </a:lnTo>
                  <a:lnTo>
                    <a:pt x="4094751" y="1394330"/>
                  </a:lnTo>
                  <a:lnTo>
                    <a:pt x="4094859" y="1393706"/>
                  </a:lnTo>
                  <a:lnTo>
                    <a:pt x="4094967" y="1393082"/>
                  </a:lnTo>
                  <a:lnTo>
                    <a:pt x="4095076" y="1392459"/>
                  </a:lnTo>
                  <a:lnTo>
                    <a:pt x="4095184" y="1392459"/>
                  </a:lnTo>
                  <a:lnTo>
                    <a:pt x="4095401" y="1391835"/>
                  </a:lnTo>
                  <a:lnTo>
                    <a:pt x="4095401" y="1391212"/>
                  </a:lnTo>
                  <a:lnTo>
                    <a:pt x="4095943" y="1391212"/>
                  </a:lnTo>
                  <a:lnTo>
                    <a:pt x="4095943" y="1390588"/>
                  </a:lnTo>
                  <a:lnTo>
                    <a:pt x="4096377" y="1390588"/>
                  </a:lnTo>
                  <a:lnTo>
                    <a:pt x="4096486" y="1390588"/>
                  </a:lnTo>
                  <a:lnTo>
                    <a:pt x="4096594" y="1390588"/>
                  </a:lnTo>
                  <a:lnTo>
                    <a:pt x="4096919" y="1390588"/>
                  </a:lnTo>
                  <a:lnTo>
                    <a:pt x="4098546" y="1389341"/>
                  </a:lnTo>
                  <a:lnTo>
                    <a:pt x="4098872" y="1389341"/>
                  </a:lnTo>
                  <a:lnTo>
                    <a:pt x="4099088" y="1389341"/>
                  </a:lnTo>
                  <a:lnTo>
                    <a:pt x="4099414" y="1389341"/>
                  </a:lnTo>
                  <a:lnTo>
                    <a:pt x="4099631" y="1389341"/>
                  </a:lnTo>
                  <a:lnTo>
                    <a:pt x="4099848" y="1389341"/>
                  </a:lnTo>
                  <a:lnTo>
                    <a:pt x="4099956" y="1389341"/>
                  </a:lnTo>
                  <a:lnTo>
                    <a:pt x="4100064" y="1389341"/>
                  </a:lnTo>
                  <a:lnTo>
                    <a:pt x="4100390" y="1389341"/>
                  </a:lnTo>
                  <a:lnTo>
                    <a:pt x="4100498" y="1389341"/>
                  </a:lnTo>
                  <a:lnTo>
                    <a:pt x="4100824" y="1389341"/>
                  </a:lnTo>
                  <a:lnTo>
                    <a:pt x="4101800" y="1388717"/>
                  </a:lnTo>
                  <a:lnTo>
                    <a:pt x="4101908" y="1388094"/>
                  </a:lnTo>
                  <a:lnTo>
                    <a:pt x="4102233" y="1388094"/>
                  </a:lnTo>
                  <a:lnTo>
                    <a:pt x="4102342" y="1388094"/>
                  </a:lnTo>
                  <a:lnTo>
                    <a:pt x="4102559" y="1388094"/>
                  </a:lnTo>
                  <a:lnTo>
                    <a:pt x="4102667" y="1388094"/>
                  </a:lnTo>
                  <a:lnTo>
                    <a:pt x="4102776" y="1388094"/>
                  </a:lnTo>
                  <a:lnTo>
                    <a:pt x="4102884" y="1388094"/>
                  </a:lnTo>
                  <a:lnTo>
                    <a:pt x="4103209" y="1388094"/>
                  </a:lnTo>
                  <a:lnTo>
                    <a:pt x="4103426" y="1388094"/>
                  </a:lnTo>
                  <a:lnTo>
                    <a:pt x="4103752" y="1387470"/>
                  </a:lnTo>
                  <a:lnTo>
                    <a:pt x="4103860" y="1387470"/>
                  </a:lnTo>
                  <a:lnTo>
                    <a:pt x="4103969" y="1387470"/>
                  </a:lnTo>
                  <a:lnTo>
                    <a:pt x="4104511" y="1386847"/>
                  </a:lnTo>
                  <a:lnTo>
                    <a:pt x="4104511" y="1386223"/>
                  </a:lnTo>
                  <a:lnTo>
                    <a:pt x="4105270" y="1384976"/>
                  </a:lnTo>
                  <a:lnTo>
                    <a:pt x="4105487" y="1384976"/>
                  </a:lnTo>
                  <a:lnTo>
                    <a:pt x="4106571" y="1384352"/>
                  </a:lnTo>
                  <a:lnTo>
                    <a:pt x="4106897" y="1384352"/>
                  </a:lnTo>
                  <a:lnTo>
                    <a:pt x="4107005" y="1384352"/>
                  </a:lnTo>
                  <a:lnTo>
                    <a:pt x="4107222" y="1384352"/>
                  </a:lnTo>
                  <a:lnTo>
                    <a:pt x="4107222" y="1383105"/>
                  </a:lnTo>
                  <a:lnTo>
                    <a:pt x="4107330" y="1383105"/>
                  </a:lnTo>
                  <a:lnTo>
                    <a:pt x="4107439" y="1383105"/>
                  </a:lnTo>
                  <a:lnTo>
                    <a:pt x="4107547" y="1383105"/>
                  </a:lnTo>
                  <a:lnTo>
                    <a:pt x="4108090" y="1382482"/>
                  </a:lnTo>
                  <a:lnTo>
                    <a:pt x="4108523" y="1382482"/>
                  </a:lnTo>
                  <a:lnTo>
                    <a:pt x="4108740" y="1382482"/>
                  </a:lnTo>
                  <a:lnTo>
                    <a:pt x="4109066" y="1382482"/>
                  </a:lnTo>
                  <a:lnTo>
                    <a:pt x="4109174" y="1382482"/>
                  </a:lnTo>
                  <a:lnTo>
                    <a:pt x="4109282" y="1382482"/>
                  </a:lnTo>
                  <a:lnTo>
                    <a:pt x="4109499" y="1381858"/>
                  </a:lnTo>
                  <a:lnTo>
                    <a:pt x="4109608" y="1381234"/>
                  </a:lnTo>
                  <a:lnTo>
                    <a:pt x="4109825" y="1380611"/>
                  </a:lnTo>
                  <a:lnTo>
                    <a:pt x="4109933" y="1380611"/>
                  </a:lnTo>
                  <a:lnTo>
                    <a:pt x="4110042" y="1380611"/>
                  </a:lnTo>
                  <a:lnTo>
                    <a:pt x="4110258" y="1380611"/>
                  </a:lnTo>
                  <a:lnTo>
                    <a:pt x="4110475" y="1380611"/>
                  </a:lnTo>
                  <a:lnTo>
                    <a:pt x="4110801" y="1380611"/>
                  </a:lnTo>
                  <a:lnTo>
                    <a:pt x="4110909" y="1380611"/>
                  </a:lnTo>
                  <a:lnTo>
                    <a:pt x="4111018" y="1380611"/>
                  </a:lnTo>
                  <a:lnTo>
                    <a:pt x="4112644" y="1379364"/>
                  </a:lnTo>
                  <a:lnTo>
                    <a:pt x="4112861" y="1379364"/>
                  </a:lnTo>
                  <a:lnTo>
                    <a:pt x="4113078" y="1379364"/>
                  </a:lnTo>
                  <a:lnTo>
                    <a:pt x="4113187" y="1379364"/>
                  </a:lnTo>
                  <a:lnTo>
                    <a:pt x="4113295" y="1379364"/>
                  </a:lnTo>
                  <a:lnTo>
                    <a:pt x="4113620" y="1379364"/>
                  </a:lnTo>
                  <a:lnTo>
                    <a:pt x="4113620" y="1378740"/>
                  </a:lnTo>
                  <a:lnTo>
                    <a:pt x="4113729" y="1378740"/>
                  </a:lnTo>
                  <a:lnTo>
                    <a:pt x="4113837" y="1378740"/>
                  </a:lnTo>
                  <a:lnTo>
                    <a:pt x="4114054" y="1378740"/>
                  </a:lnTo>
                  <a:lnTo>
                    <a:pt x="4114488" y="1378740"/>
                  </a:lnTo>
                  <a:lnTo>
                    <a:pt x="4114596" y="1378740"/>
                  </a:lnTo>
                  <a:lnTo>
                    <a:pt x="4114596" y="1378116"/>
                  </a:lnTo>
                  <a:lnTo>
                    <a:pt x="4115356" y="1377493"/>
                  </a:lnTo>
                  <a:lnTo>
                    <a:pt x="4115572" y="1376246"/>
                  </a:lnTo>
                  <a:lnTo>
                    <a:pt x="4115789" y="1376246"/>
                  </a:lnTo>
                  <a:lnTo>
                    <a:pt x="4115898" y="1376246"/>
                  </a:lnTo>
                  <a:lnTo>
                    <a:pt x="4116006" y="1376246"/>
                  </a:lnTo>
                  <a:lnTo>
                    <a:pt x="4116115" y="1376246"/>
                  </a:lnTo>
                  <a:lnTo>
                    <a:pt x="4116115" y="1375622"/>
                  </a:lnTo>
                  <a:lnTo>
                    <a:pt x="4117308" y="1375622"/>
                  </a:lnTo>
                  <a:lnTo>
                    <a:pt x="4117850" y="1375622"/>
                  </a:lnTo>
                  <a:lnTo>
                    <a:pt x="4118284" y="1375622"/>
                  </a:lnTo>
                  <a:lnTo>
                    <a:pt x="4118284" y="1374999"/>
                  </a:lnTo>
                  <a:lnTo>
                    <a:pt x="4118392" y="1374999"/>
                  </a:lnTo>
                  <a:lnTo>
                    <a:pt x="4118609" y="1374999"/>
                  </a:lnTo>
                  <a:lnTo>
                    <a:pt x="4119043" y="1374375"/>
                  </a:lnTo>
                  <a:lnTo>
                    <a:pt x="4119151" y="1374375"/>
                  </a:lnTo>
                  <a:lnTo>
                    <a:pt x="4119585" y="1373128"/>
                  </a:lnTo>
                  <a:lnTo>
                    <a:pt x="4119693" y="1373128"/>
                  </a:lnTo>
                  <a:lnTo>
                    <a:pt x="4120019" y="1373128"/>
                  </a:lnTo>
                  <a:lnTo>
                    <a:pt x="4120778" y="1372504"/>
                  </a:lnTo>
                  <a:lnTo>
                    <a:pt x="4120995" y="1372504"/>
                  </a:lnTo>
                  <a:lnTo>
                    <a:pt x="4120995" y="1371881"/>
                  </a:lnTo>
                  <a:lnTo>
                    <a:pt x="4121103" y="1371881"/>
                  </a:lnTo>
                  <a:lnTo>
                    <a:pt x="4121212" y="1371881"/>
                  </a:lnTo>
                  <a:lnTo>
                    <a:pt x="4121645" y="1371881"/>
                  </a:lnTo>
                  <a:lnTo>
                    <a:pt x="4121971" y="1371881"/>
                  </a:lnTo>
                  <a:lnTo>
                    <a:pt x="4122296" y="1371881"/>
                  </a:lnTo>
                  <a:lnTo>
                    <a:pt x="4122296" y="1371257"/>
                  </a:lnTo>
                  <a:lnTo>
                    <a:pt x="4123055" y="1371257"/>
                  </a:lnTo>
                  <a:lnTo>
                    <a:pt x="4123489" y="1371257"/>
                  </a:lnTo>
                  <a:lnTo>
                    <a:pt x="4123923" y="1370010"/>
                  </a:lnTo>
                  <a:lnTo>
                    <a:pt x="4124248" y="1370010"/>
                  </a:lnTo>
                  <a:lnTo>
                    <a:pt x="4124682" y="1370010"/>
                  </a:lnTo>
                  <a:lnTo>
                    <a:pt x="4124790" y="1369386"/>
                  </a:lnTo>
                  <a:lnTo>
                    <a:pt x="4125007" y="1369386"/>
                  </a:lnTo>
                  <a:lnTo>
                    <a:pt x="4125224" y="1369386"/>
                  </a:lnTo>
                  <a:lnTo>
                    <a:pt x="4125658" y="1369386"/>
                  </a:lnTo>
                  <a:lnTo>
                    <a:pt x="4125875" y="1369386"/>
                  </a:lnTo>
                  <a:lnTo>
                    <a:pt x="4126851" y="1368763"/>
                  </a:lnTo>
                  <a:lnTo>
                    <a:pt x="4126959" y="1368763"/>
                  </a:lnTo>
                  <a:lnTo>
                    <a:pt x="4127068" y="1368763"/>
                  </a:lnTo>
                  <a:lnTo>
                    <a:pt x="4127610" y="1368763"/>
                  </a:lnTo>
                  <a:lnTo>
                    <a:pt x="4127719" y="1368763"/>
                  </a:lnTo>
                  <a:lnTo>
                    <a:pt x="4127827" y="1368763"/>
                  </a:lnTo>
                  <a:lnTo>
                    <a:pt x="4128261" y="1367516"/>
                  </a:lnTo>
                  <a:lnTo>
                    <a:pt x="4128369" y="1367516"/>
                  </a:lnTo>
                  <a:lnTo>
                    <a:pt x="4128478" y="1367516"/>
                  </a:lnTo>
                  <a:lnTo>
                    <a:pt x="4128586" y="1366892"/>
                  </a:lnTo>
                  <a:lnTo>
                    <a:pt x="4129345" y="1366268"/>
                  </a:lnTo>
                  <a:lnTo>
                    <a:pt x="4129345" y="1365645"/>
                  </a:lnTo>
                  <a:lnTo>
                    <a:pt x="4129454" y="1365645"/>
                  </a:lnTo>
                  <a:lnTo>
                    <a:pt x="4130104" y="1364398"/>
                  </a:lnTo>
                  <a:lnTo>
                    <a:pt x="4130213" y="1364398"/>
                  </a:lnTo>
                  <a:lnTo>
                    <a:pt x="4130430" y="1363774"/>
                  </a:lnTo>
                  <a:lnTo>
                    <a:pt x="4130972" y="1363774"/>
                  </a:lnTo>
                  <a:lnTo>
                    <a:pt x="4131080" y="1363774"/>
                  </a:lnTo>
                  <a:lnTo>
                    <a:pt x="4131189" y="1363774"/>
                  </a:lnTo>
                  <a:lnTo>
                    <a:pt x="4132273" y="1361903"/>
                  </a:lnTo>
                  <a:lnTo>
                    <a:pt x="4132490" y="1361903"/>
                  </a:lnTo>
                  <a:lnTo>
                    <a:pt x="4132707" y="1361903"/>
                  </a:lnTo>
                  <a:lnTo>
                    <a:pt x="4132816" y="1361903"/>
                  </a:lnTo>
                  <a:lnTo>
                    <a:pt x="4133141" y="1361280"/>
                  </a:lnTo>
                  <a:lnTo>
                    <a:pt x="4133249" y="1361280"/>
                  </a:lnTo>
                  <a:lnTo>
                    <a:pt x="4133358" y="1361280"/>
                  </a:lnTo>
                  <a:lnTo>
                    <a:pt x="4133466" y="1361280"/>
                  </a:lnTo>
                  <a:lnTo>
                    <a:pt x="4133683" y="1361280"/>
                  </a:lnTo>
                  <a:lnTo>
                    <a:pt x="4133792" y="1361280"/>
                  </a:lnTo>
                  <a:lnTo>
                    <a:pt x="4134008" y="1361280"/>
                  </a:lnTo>
                  <a:lnTo>
                    <a:pt x="4134768" y="1360033"/>
                  </a:lnTo>
                  <a:lnTo>
                    <a:pt x="4134876" y="1360033"/>
                  </a:lnTo>
                  <a:lnTo>
                    <a:pt x="4135201" y="1360033"/>
                  </a:lnTo>
                  <a:lnTo>
                    <a:pt x="4135310" y="1360033"/>
                  </a:lnTo>
                  <a:lnTo>
                    <a:pt x="4135418" y="1360033"/>
                  </a:lnTo>
                  <a:lnTo>
                    <a:pt x="4135635" y="1360033"/>
                  </a:lnTo>
                  <a:lnTo>
                    <a:pt x="4135744" y="1360033"/>
                  </a:lnTo>
                  <a:lnTo>
                    <a:pt x="4136069" y="1360033"/>
                  </a:lnTo>
                  <a:lnTo>
                    <a:pt x="4136177" y="1359409"/>
                  </a:lnTo>
                  <a:lnTo>
                    <a:pt x="4136611" y="1359409"/>
                  </a:lnTo>
                  <a:lnTo>
                    <a:pt x="4137479" y="1359409"/>
                  </a:lnTo>
                  <a:lnTo>
                    <a:pt x="4137587" y="1359409"/>
                  </a:lnTo>
                  <a:lnTo>
                    <a:pt x="4137913" y="1359409"/>
                  </a:lnTo>
                  <a:lnTo>
                    <a:pt x="4138238" y="1359409"/>
                  </a:lnTo>
                  <a:lnTo>
                    <a:pt x="4138563" y="1359409"/>
                  </a:lnTo>
                  <a:lnTo>
                    <a:pt x="4138672" y="1359409"/>
                  </a:lnTo>
                  <a:lnTo>
                    <a:pt x="4138997" y="1359409"/>
                  </a:lnTo>
                  <a:lnTo>
                    <a:pt x="4139214" y="1359409"/>
                  </a:lnTo>
                  <a:lnTo>
                    <a:pt x="4139648" y="1359409"/>
                  </a:lnTo>
                  <a:lnTo>
                    <a:pt x="4139756" y="1359409"/>
                  </a:lnTo>
                  <a:lnTo>
                    <a:pt x="4139973" y="1359409"/>
                  </a:lnTo>
                  <a:lnTo>
                    <a:pt x="4141383" y="1359409"/>
                  </a:lnTo>
                  <a:lnTo>
                    <a:pt x="4141491" y="1359409"/>
                  </a:lnTo>
                  <a:lnTo>
                    <a:pt x="4141600" y="1359409"/>
                  </a:lnTo>
                  <a:lnTo>
                    <a:pt x="4141925" y="1359409"/>
                  </a:lnTo>
                  <a:lnTo>
                    <a:pt x="4142034" y="1359409"/>
                  </a:lnTo>
                  <a:lnTo>
                    <a:pt x="4142250" y="1359409"/>
                  </a:lnTo>
                  <a:lnTo>
                    <a:pt x="4142576" y="1359409"/>
                  </a:lnTo>
                  <a:lnTo>
                    <a:pt x="4142684" y="1359409"/>
                  </a:lnTo>
                  <a:lnTo>
                    <a:pt x="4143010" y="1359409"/>
                  </a:lnTo>
                  <a:lnTo>
                    <a:pt x="4143226" y="1358785"/>
                  </a:lnTo>
                  <a:lnTo>
                    <a:pt x="4143335" y="1358785"/>
                  </a:lnTo>
                  <a:lnTo>
                    <a:pt x="4143552" y="1358785"/>
                  </a:lnTo>
                  <a:lnTo>
                    <a:pt x="4143660" y="1358785"/>
                  </a:lnTo>
                  <a:lnTo>
                    <a:pt x="4144202" y="1358785"/>
                  </a:lnTo>
                  <a:lnTo>
                    <a:pt x="4144311" y="1358785"/>
                  </a:lnTo>
                  <a:lnTo>
                    <a:pt x="4144853" y="1358162"/>
                  </a:lnTo>
                  <a:lnTo>
                    <a:pt x="4145287" y="1356915"/>
                  </a:lnTo>
                  <a:lnTo>
                    <a:pt x="4145395" y="1356915"/>
                  </a:lnTo>
                  <a:lnTo>
                    <a:pt x="4145504" y="1356915"/>
                  </a:lnTo>
                  <a:lnTo>
                    <a:pt x="4145612" y="1356291"/>
                  </a:lnTo>
                  <a:lnTo>
                    <a:pt x="4145721" y="1356291"/>
                  </a:lnTo>
                  <a:lnTo>
                    <a:pt x="4146046" y="1355667"/>
                  </a:lnTo>
                  <a:lnTo>
                    <a:pt x="4146697" y="1355667"/>
                  </a:lnTo>
                  <a:lnTo>
                    <a:pt x="4146805" y="1355667"/>
                  </a:lnTo>
                  <a:lnTo>
                    <a:pt x="4146914" y="1355667"/>
                  </a:lnTo>
                  <a:lnTo>
                    <a:pt x="4147239" y="1355667"/>
                  </a:lnTo>
                  <a:lnTo>
                    <a:pt x="4147456" y="1355667"/>
                  </a:lnTo>
                  <a:lnTo>
                    <a:pt x="4147564" y="1355667"/>
                  </a:lnTo>
                  <a:lnTo>
                    <a:pt x="4147781" y="1355667"/>
                  </a:lnTo>
                  <a:lnTo>
                    <a:pt x="4147890" y="1355667"/>
                  </a:lnTo>
                  <a:lnTo>
                    <a:pt x="4147998" y="1355667"/>
                  </a:lnTo>
                  <a:lnTo>
                    <a:pt x="4148107" y="1355667"/>
                  </a:lnTo>
                  <a:lnTo>
                    <a:pt x="4148432" y="1355044"/>
                  </a:lnTo>
                  <a:lnTo>
                    <a:pt x="4148540" y="1355044"/>
                  </a:lnTo>
                  <a:lnTo>
                    <a:pt x="4149300" y="1353797"/>
                  </a:lnTo>
                  <a:lnTo>
                    <a:pt x="4149408" y="1353797"/>
                  </a:lnTo>
                  <a:lnTo>
                    <a:pt x="4149516" y="1353797"/>
                  </a:lnTo>
                  <a:lnTo>
                    <a:pt x="4150167" y="1353797"/>
                  </a:lnTo>
                  <a:lnTo>
                    <a:pt x="4151035" y="1353797"/>
                  </a:lnTo>
                  <a:lnTo>
                    <a:pt x="4151143" y="1353797"/>
                  </a:lnTo>
                  <a:lnTo>
                    <a:pt x="4151252" y="1353797"/>
                  </a:lnTo>
                  <a:lnTo>
                    <a:pt x="4151685" y="1353797"/>
                  </a:lnTo>
                  <a:lnTo>
                    <a:pt x="4151794" y="1353797"/>
                  </a:lnTo>
                  <a:lnTo>
                    <a:pt x="4152336" y="1352550"/>
                  </a:lnTo>
                  <a:lnTo>
                    <a:pt x="4152444" y="1352550"/>
                  </a:lnTo>
                  <a:lnTo>
                    <a:pt x="4152553" y="1352550"/>
                  </a:lnTo>
                  <a:lnTo>
                    <a:pt x="4152878" y="1352550"/>
                  </a:lnTo>
                  <a:lnTo>
                    <a:pt x="4152987" y="1352550"/>
                  </a:lnTo>
                  <a:lnTo>
                    <a:pt x="4153095" y="1352550"/>
                  </a:lnTo>
                  <a:lnTo>
                    <a:pt x="4153204" y="1352550"/>
                  </a:lnTo>
                  <a:lnTo>
                    <a:pt x="4153312" y="1352550"/>
                  </a:lnTo>
                  <a:lnTo>
                    <a:pt x="4153421" y="1352550"/>
                  </a:lnTo>
                  <a:lnTo>
                    <a:pt x="4153637" y="1352550"/>
                  </a:lnTo>
                  <a:lnTo>
                    <a:pt x="4154397" y="1351302"/>
                  </a:lnTo>
                  <a:lnTo>
                    <a:pt x="4154722" y="1350679"/>
                  </a:lnTo>
                  <a:lnTo>
                    <a:pt x="4155698" y="1350679"/>
                  </a:lnTo>
                  <a:lnTo>
                    <a:pt x="4156023" y="1350679"/>
                  </a:lnTo>
                  <a:lnTo>
                    <a:pt x="4156349" y="1350055"/>
                  </a:lnTo>
                  <a:lnTo>
                    <a:pt x="4156891" y="1348808"/>
                  </a:lnTo>
                  <a:lnTo>
                    <a:pt x="4156891" y="1348184"/>
                  </a:lnTo>
                  <a:lnTo>
                    <a:pt x="4157216" y="1347561"/>
                  </a:lnTo>
                  <a:lnTo>
                    <a:pt x="4157325" y="1347561"/>
                  </a:lnTo>
                  <a:lnTo>
                    <a:pt x="4157433" y="1347561"/>
                  </a:lnTo>
                  <a:lnTo>
                    <a:pt x="4157541" y="1347561"/>
                  </a:lnTo>
                  <a:lnTo>
                    <a:pt x="4158409" y="1346314"/>
                  </a:lnTo>
                  <a:lnTo>
                    <a:pt x="4158626" y="1345690"/>
                  </a:lnTo>
                  <a:lnTo>
                    <a:pt x="4158734" y="1345690"/>
                  </a:lnTo>
                  <a:lnTo>
                    <a:pt x="4158843" y="1345690"/>
                  </a:lnTo>
                  <a:lnTo>
                    <a:pt x="4159385" y="1344443"/>
                  </a:lnTo>
                  <a:lnTo>
                    <a:pt x="4159602" y="1344443"/>
                  </a:lnTo>
                  <a:lnTo>
                    <a:pt x="4159710" y="1344443"/>
                  </a:lnTo>
                  <a:lnTo>
                    <a:pt x="4160144" y="1344443"/>
                  </a:lnTo>
                  <a:lnTo>
                    <a:pt x="4160361" y="1344443"/>
                  </a:lnTo>
                  <a:lnTo>
                    <a:pt x="4160795" y="1344443"/>
                  </a:lnTo>
                  <a:lnTo>
                    <a:pt x="4161120" y="1343819"/>
                  </a:lnTo>
                  <a:lnTo>
                    <a:pt x="4161554" y="1343819"/>
                  </a:lnTo>
                  <a:lnTo>
                    <a:pt x="4161662" y="1343819"/>
                  </a:lnTo>
                  <a:lnTo>
                    <a:pt x="4161771" y="1343819"/>
                  </a:lnTo>
                  <a:lnTo>
                    <a:pt x="4161879" y="1343196"/>
                  </a:lnTo>
                  <a:lnTo>
                    <a:pt x="4162096" y="1343196"/>
                  </a:lnTo>
                  <a:lnTo>
                    <a:pt x="4162313" y="1343196"/>
                  </a:lnTo>
                  <a:lnTo>
                    <a:pt x="4162422" y="1343196"/>
                  </a:lnTo>
                  <a:lnTo>
                    <a:pt x="4162530" y="1343196"/>
                  </a:lnTo>
                  <a:lnTo>
                    <a:pt x="4162855" y="1342572"/>
                  </a:lnTo>
                  <a:lnTo>
                    <a:pt x="4162964" y="1341949"/>
                  </a:lnTo>
                  <a:lnTo>
                    <a:pt x="4163072" y="1341949"/>
                  </a:lnTo>
                  <a:lnTo>
                    <a:pt x="4163181" y="1341949"/>
                  </a:lnTo>
                  <a:lnTo>
                    <a:pt x="4163289" y="1341949"/>
                  </a:lnTo>
                  <a:lnTo>
                    <a:pt x="4163506" y="1341325"/>
                  </a:lnTo>
                  <a:lnTo>
                    <a:pt x="4163615" y="1341325"/>
                  </a:lnTo>
                  <a:lnTo>
                    <a:pt x="4163723" y="1341325"/>
                  </a:lnTo>
                  <a:lnTo>
                    <a:pt x="4163831" y="1341325"/>
                  </a:lnTo>
                  <a:lnTo>
                    <a:pt x="4164374" y="1340078"/>
                  </a:lnTo>
                  <a:lnTo>
                    <a:pt x="4164699" y="1339454"/>
                  </a:lnTo>
                  <a:lnTo>
                    <a:pt x="4165350" y="1339454"/>
                  </a:lnTo>
                  <a:lnTo>
                    <a:pt x="4165458" y="1339454"/>
                  </a:lnTo>
                  <a:lnTo>
                    <a:pt x="4166000" y="1339454"/>
                  </a:lnTo>
                  <a:lnTo>
                    <a:pt x="4166109" y="1339454"/>
                  </a:lnTo>
                  <a:lnTo>
                    <a:pt x="4166217" y="1339454"/>
                  </a:lnTo>
                  <a:lnTo>
                    <a:pt x="4166326" y="1339454"/>
                  </a:lnTo>
                  <a:lnTo>
                    <a:pt x="4166434" y="1339454"/>
                  </a:lnTo>
                  <a:lnTo>
                    <a:pt x="4166868" y="1339454"/>
                  </a:lnTo>
                  <a:lnTo>
                    <a:pt x="4167193" y="1339454"/>
                  </a:lnTo>
                  <a:lnTo>
                    <a:pt x="4167410" y="1339454"/>
                  </a:lnTo>
                  <a:lnTo>
                    <a:pt x="4167519" y="1339454"/>
                  </a:lnTo>
                  <a:lnTo>
                    <a:pt x="4167627" y="1339454"/>
                  </a:lnTo>
                  <a:lnTo>
                    <a:pt x="4167627" y="1338831"/>
                  </a:lnTo>
                  <a:lnTo>
                    <a:pt x="4167844" y="1338831"/>
                  </a:lnTo>
                  <a:lnTo>
                    <a:pt x="4167952" y="1337584"/>
                  </a:lnTo>
                  <a:lnTo>
                    <a:pt x="4168169" y="1337584"/>
                  </a:lnTo>
                  <a:lnTo>
                    <a:pt x="4168495" y="1337584"/>
                  </a:lnTo>
                  <a:lnTo>
                    <a:pt x="4168603" y="1337584"/>
                  </a:lnTo>
                  <a:lnTo>
                    <a:pt x="4168712" y="1336960"/>
                  </a:lnTo>
                  <a:lnTo>
                    <a:pt x="4168928" y="1336960"/>
                  </a:lnTo>
                  <a:lnTo>
                    <a:pt x="4169145" y="1336960"/>
                  </a:lnTo>
                  <a:lnTo>
                    <a:pt x="4169254" y="1336960"/>
                  </a:lnTo>
                  <a:lnTo>
                    <a:pt x="4169471" y="1336336"/>
                  </a:lnTo>
                  <a:lnTo>
                    <a:pt x="4169796" y="1336336"/>
                  </a:lnTo>
                  <a:lnTo>
                    <a:pt x="4170230" y="1335713"/>
                  </a:lnTo>
                  <a:lnTo>
                    <a:pt x="4170555" y="1335713"/>
                  </a:lnTo>
                  <a:lnTo>
                    <a:pt x="4170772" y="1334466"/>
                  </a:lnTo>
                  <a:lnTo>
                    <a:pt x="4170881" y="1334466"/>
                  </a:lnTo>
                  <a:lnTo>
                    <a:pt x="4171097" y="1334466"/>
                  </a:lnTo>
                  <a:lnTo>
                    <a:pt x="4171206" y="1334466"/>
                  </a:lnTo>
                  <a:lnTo>
                    <a:pt x="4171531" y="1334466"/>
                  </a:lnTo>
                  <a:lnTo>
                    <a:pt x="4172182" y="1334466"/>
                  </a:lnTo>
                  <a:lnTo>
                    <a:pt x="4172290" y="1334466"/>
                  </a:lnTo>
                  <a:lnTo>
                    <a:pt x="4172833" y="1333842"/>
                  </a:lnTo>
                  <a:lnTo>
                    <a:pt x="4173049" y="1333218"/>
                  </a:lnTo>
                  <a:lnTo>
                    <a:pt x="4173158" y="1332595"/>
                  </a:lnTo>
                  <a:lnTo>
                    <a:pt x="4173375" y="1332595"/>
                  </a:lnTo>
                  <a:lnTo>
                    <a:pt x="4173483" y="1332595"/>
                  </a:lnTo>
                  <a:lnTo>
                    <a:pt x="4174676" y="1331971"/>
                  </a:lnTo>
                  <a:lnTo>
                    <a:pt x="4175544" y="1331348"/>
                  </a:lnTo>
                  <a:lnTo>
                    <a:pt x="4175652" y="1331348"/>
                  </a:lnTo>
                  <a:lnTo>
                    <a:pt x="4175761" y="1331348"/>
                  </a:lnTo>
                  <a:lnTo>
                    <a:pt x="4176737" y="1331348"/>
                  </a:lnTo>
                  <a:lnTo>
                    <a:pt x="4176737" y="1330724"/>
                  </a:lnTo>
                  <a:lnTo>
                    <a:pt x="4176954" y="1330724"/>
                  </a:lnTo>
                  <a:lnTo>
                    <a:pt x="4176954" y="1330101"/>
                  </a:lnTo>
                  <a:lnTo>
                    <a:pt x="4177713" y="1328853"/>
                  </a:lnTo>
                  <a:lnTo>
                    <a:pt x="4178255" y="1328853"/>
                  </a:lnTo>
                  <a:lnTo>
                    <a:pt x="4178580" y="1328853"/>
                  </a:lnTo>
                  <a:lnTo>
                    <a:pt x="4178689" y="1328853"/>
                  </a:lnTo>
                  <a:lnTo>
                    <a:pt x="4179448" y="1328853"/>
                  </a:lnTo>
                  <a:lnTo>
                    <a:pt x="4180099" y="1328853"/>
                  </a:lnTo>
                  <a:lnTo>
                    <a:pt x="4180641" y="1328853"/>
                  </a:lnTo>
                  <a:lnTo>
                    <a:pt x="4181291" y="1328230"/>
                  </a:lnTo>
                  <a:lnTo>
                    <a:pt x="4181617" y="1326983"/>
                  </a:lnTo>
                  <a:lnTo>
                    <a:pt x="4181725" y="1326983"/>
                  </a:lnTo>
                  <a:lnTo>
                    <a:pt x="4182051" y="1326983"/>
                  </a:lnTo>
                  <a:lnTo>
                    <a:pt x="4182051" y="1326359"/>
                  </a:lnTo>
                  <a:lnTo>
                    <a:pt x="4182159" y="1326359"/>
                  </a:lnTo>
                  <a:lnTo>
                    <a:pt x="4182593" y="1325736"/>
                  </a:lnTo>
                  <a:lnTo>
                    <a:pt x="4183027" y="1325112"/>
                  </a:lnTo>
                  <a:lnTo>
                    <a:pt x="4183243" y="1325112"/>
                  </a:lnTo>
                  <a:lnTo>
                    <a:pt x="4183460" y="1323241"/>
                  </a:lnTo>
                  <a:lnTo>
                    <a:pt x="4183677" y="1323241"/>
                  </a:lnTo>
                  <a:lnTo>
                    <a:pt x="4184436" y="1323241"/>
                  </a:lnTo>
                  <a:lnTo>
                    <a:pt x="4184762" y="1323241"/>
                  </a:lnTo>
                  <a:lnTo>
                    <a:pt x="4184870" y="1323241"/>
                  </a:lnTo>
                  <a:lnTo>
                    <a:pt x="4185087" y="1322618"/>
                  </a:lnTo>
                  <a:lnTo>
                    <a:pt x="4185196" y="1322618"/>
                  </a:lnTo>
                  <a:lnTo>
                    <a:pt x="4185304" y="1322618"/>
                  </a:lnTo>
                  <a:lnTo>
                    <a:pt x="4185521" y="1322618"/>
                  </a:lnTo>
                  <a:lnTo>
                    <a:pt x="4185521" y="1321994"/>
                  </a:lnTo>
                  <a:lnTo>
                    <a:pt x="4185629" y="1321994"/>
                  </a:lnTo>
                  <a:lnTo>
                    <a:pt x="4186063" y="1321994"/>
                  </a:lnTo>
                  <a:lnTo>
                    <a:pt x="4186172" y="1321994"/>
                  </a:lnTo>
                  <a:lnTo>
                    <a:pt x="4186388" y="1321994"/>
                  </a:lnTo>
                  <a:lnTo>
                    <a:pt x="4186497" y="1321994"/>
                  </a:lnTo>
                  <a:lnTo>
                    <a:pt x="4186605" y="1321994"/>
                  </a:lnTo>
                  <a:lnTo>
                    <a:pt x="4186714" y="1321994"/>
                  </a:lnTo>
                  <a:lnTo>
                    <a:pt x="4187256" y="1320747"/>
                  </a:lnTo>
                  <a:lnTo>
                    <a:pt x="4187256" y="1320123"/>
                  </a:lnTo>
                  <a:lnTo>
                    <a:pt x="4187690" y="1320123"/>
                  </a:lnTo>
                  <a:lnTo>
                    <a:pt x="4188015" y="1320123"/>
                  </a:lnTo>
                  <a:lnTo>
                    <a:pt x="4188124" y="1320123"/>
                  </a:lnTo>
                  <a:lnTo>
                    <a:pt x="4188341" y="1320123"/>
                  </a:lnTo>
                  <a:lnTo>
                    <a:pt x="4188557" y="1320123"/>
                  </a:lnTo>
                  <a:lnTo>
                    <a:pt x="4188666" y="1320123"/>
                  </a:lnTo>
                  <a:lnTo>
                    <a:pt x="4188666" y="1319500"/>
                  </a:lnTo>
                  <a:lnTo>
                    <a:pt x="4188991" y="1319500"/>
                  </a:lnTo>
                  <a:lnTo>
                    <a:pt x="4189100" y="1319500"/>
                  </a:lnTo>
                  <a:lnTo>
                    <a:pt x="4189208" y="1318876"/>
                  </a:lnTo>
                  <a:lnTo>
                    <a:pt x="4189533" y="1318876"/>
                  </a:lnTo>
                  <a:lnTo>
                    <a:pt x="4189642" y="1318876"/>
                  </a:lnTo>
                  <a:lnTo>
                    <a:pt x="4189750" y="1318876"/>
                  </a:lnTo>
                  <a:lnTo>
                    <a:pt x="4189859" y="1318876"/>
                  </a:lnTo>
                  <a:lnTo>
                    <a:pt x="4190076" y="1318876"/>
                  </a:lnTo>
                  <a:lnTo>
                    <a:pt x="4190184" y="1318876"/>
                  </a:lnTo>
                  <a:lnTo>
                    <a:pt x="4190293" y="1318876"/>
                  </a:lnTo>
                  <a:lnTo>
                    <a:pt x="4190401" y="1318876"/>
                  </a:lnTo>
                  <a:lnTo>
                    <a:pt x="4190509" y="1318876"/>
                  </a:lnTo>
                  <a:lnTo>
                    <a:pt x="4190726" y="1318876"/>
                  </a:lnTo>
                  <a:lnTo>
                    <a:pt x="4190943" y="1318876"/>
                  </a:lnTo>
                  <a:lnTo>
                    <a:pt x="4191052" y="1318876"/>
                  </a:lnTo>
                  <a:lnTo>
                    <a:pt x="4191269" y="1318253"/>
                  </a:lnTo>
                  <a:lnTo>
                    <a:pt x="4191269" y="1317629"/>
                  </a:lnTo>
                  <a:lnTo>
                    <a:pt x="4191377" y="1317629"/>
                  </a:lnTo>
                  <a:lnTo>
                    <a:pt x="4191594" y="1317629"/>
                  </a:lnTo>
                  <a:lnTo>
                    <a:pt x="4199077" y="1303910"/>
                  </a:lnTo>
                  <a:lnTo>
                    <a:pt x="4199185" y="1303910"/>
                  </a:lnTo>
                  <a:lnTo>
                    <a:pt x="4199294" y="1303910"/>
                  </a:lnTo>
                  <a:lnTo>
                    <a:pt x="4199727" y="1302663"/>
                  </a:lnTo>
                  <a:lnTo>
                    <a:pt x="4199836" y="1302663"/>
                  </a:lnTo>
                  <a:lnTo>
                    <a:pt x="4200378" y="1302663"/>
                  </a:lnTo>
                  <a:lnTo>
                    <a:pt x="4200595" y="1302663"/>
                  </a:lnTo>
                  <a:lnTo>
                    <a:pt x="4200812" y="1302663"/>
                  </a:lnTo>
                  <a:lnTo>
                    <a:pt x="4200920" y="1302663"/>
                  </a:lnTo>
                  <a:lnTo>
                    <a:pt x="4201246" y="1302663"/>
                  </a:lnTo>
                  <a:lnTo>
                    <a:pt x="4201680" y="1302663"/>
                  </a:lnTo>
                  <a:lnTo>
                    <a:pt x="4201788" y="1302663"/>
                  </a:lnTo>
                  <a:lnTo>
                    <a:pt x="4201896" y="1302663"/>
                  </a:lnTo>
                  <a:lnTo>
                    <a:pt x="4202872" y="1302039"/>
                  </a:lnTo>
                  <a:lnTo>
                    <a:pt x="4202872" y="1301416"/>
                  </a:lnTo>
                  <a:lnTo>
                    <a:pt x="4203632" y="1301416"/>
                  </a:lnTo>
                  <a:lnTo>
                    <a:pt x="4204065" y="1301416"/>
                  </a:lnTo>
                  <a:lnTo>
                    <a:pt x="4204716" y="1301416"/>
                  </a:lnTo>
                  <a:lnTo>
                    <a:pt x="4204824" y="1301416"/>
                  </a:lnTo>
                  <a:lnTo>
                    <a:pt x="4205150" y="1300792"/>
                  </a:lnTo>
                  <a:lnTo>
                    <a:pt x="4205258" y="1300169"/>
                  </a:lnTo>
                  <a:lnTo>
                    <a:pt x="4205367" y="1300169"/>
                  </a:lnTo>
                  <a:lnTo>
                    <a:pt x="4205801" y="1300169"/>
                  </a:lnTo>
                  <a:lnTo>
                    <a:pt x="4205909" y="1299545"/>
                  </a:lnTo>
                  <a:lnTo>
                    <a:pt x="4206343" y="1299545"/>
                  </a:lnTo>
                  <a:lnTo>
                    <a:pt x="4206560" y="1299545"/>
                  </a:lnTo>
                  <a:lnTo>
                    <a:pt x="4206993" y="1299545"/>
                  </a:lnTo>
                  <a:lnTo>
                    <a:pt x="4207210" y="1299545"/>
                  </a:lnTo>
                  <a:lnTo>
                    <a:pt x="4207319" y="1299545"/>
                  </a:lnTo>
                  <a:lnTo>
                    <a:pt x="4207861" y="1299545"/>
                  </a:lnTo>
                  <a:lnTo>
                    <a:pt x="4208186" y="1298921"/>
                  </a:lnTo>
                  <a:lnTo>
                    <a:pt x="4208403" y="1298921"/>
                  </a:lnTo>
                  <a:lnTo>
                    <a:pt x="4208512" y="1298921"/>
                  </a:lnTo>
                  <a:lnTo>
                    <a:pt x="4208620" y="1298921"/>
                  </a:lnTo>
                  <a:lnTo>
                    <a:pt x="4208729" y="1298921"/>
                  </a:lnTo>
                  <a:lnTo>
                    <a:pt x="4208945" y="1298921"/>
                  </a:lnTo>
                  <a:lnTo>
                    <a:pt x="4208945" y="1298298"/>
                  </a:lnTo>
                  <a:lnTo>
                    <a:pt x="4209054" y="1298298"/>
                  </a:lnTo>
                  <a:lnTo>
                    <a:pt x="4209379" y="1298298"/>
                  </a:lnTo>
                  <a:lnTo>
                    <a:pt x="4209379" y="1297674"/>
                  </a:lnTo>
                  <a:lnTo>
                    <a:pt x="4209922" y="1297674"/>
                  </a:lnTo>
                  <a:lnTo>
                    <a:pt x="4210030" y="1297674"/>
                  </a:lnTo>
                  <a:lnTo>
                    <a:pt x="4210138" y="1297674"/>
                  </a:lnTo>
                  <a:lnTo>
                    <a:pt x="4210355" y="1297674"/>
                  </a:lnTo>
                  <a:lnTo>
                    <a:pt x="4210464" y="1297674"/>
                  </a:lnTo>
                  <a:lnTo>
                    <a:pt x="4210572" y="1297674"/>
                  </a:lnTo>
                  <a:lnTo>
                    <a:pt x="4210681" y="1297674"/>
                  </a:lnTo>
                  <a:lnTo>
                    <a:pt x="4210898" y="1297674"/>
                  </a:lnTo>
                  <a:lnTo>
                    <a:pt x="4211223" y="1296427"/>
                  </a:lnTo>
                  <a:lnTo>
                    <a:pt x="4211331" y="1296427"/>
                  </a:lnTo>
                  <a:lnTo>
                    <a:pt x="4211440" y="1295804"/>
                  </a:lnTo>
                  <a:lnTo>
                    <a:pt x="4211657" y="1295804"/>
                  </a:lnTo>
                  <a:lnTo>
                    <a:pt x="4211657" y="1295180"/>
                  </a:lnTo>
                  <a:lnTo>
                    <a:pt x="4211982" y="1295180"/>
                  </a:lnTo>
                  <a:lnTo>
                    <a:pt x="4212090" y="1295180"/>
                  </a:lnTo>
                  <a:lnTo>
                    <a:pt x="4212199" y="1295180"/>
                  </a:lnTo>
                  <a:lnTo>
                    <a:pt x="4212416" y="1295180"/>
                  </a:lnTo>
                  <a:lnTo>
                    <a:pt x="4212741" y="1294556"/>
                  </a:lnTo>
                  <a:lnTo>
                    <a:pt x="4213500" y="1293933"/>
                  </a:lnTo>
                  <a:lnTo>
                    <a:pt x="4213826" y="1293933"/>
                  </a:lnTo>
                  <a:lnTo>
                    <a:pt x="4214043" y="1293933"/>
                  </a:lnTo>
                  <a:lnTo>
                    <a:pt x="4214151" y="1293933"/>
                  </a:lnTo>
                  <a:lnTo>
                    <a:pt x="4214910" y="1293933"/>
                  </a:lnTo>
                  <a:lnTo>
                    <a:pt x="4215235" y="1293933"/>
                  </a:lnTo>
                  <a:lnTo>
                    <a:pt x="4215452" y="1293933"/>
                  </a:lnTo>
                  <a:lnTo>
                    <a:pt x="4215561" y="1293933"/>
                  </a:lnTo>
                  <a:lnTo>
                    <a:pt x="4216428" y="1293933"/>
                  </a:lnTo>
                  <a:lnTo>
                    <a:pt x="4216537" y="1293933"/>
                  </a:lnTo>
                  <a:lnTo>
                    <a:pt x="4217296" y="1293933"/>
                  </a:lnTo>
                  <a:lnTo>
                    <a:pt x="4217621" y="1293933"/>
                  </a:lnTo>
                  <a:lnTo>
                    <a:pt x="4218597" y="1292062"/>
                  </a:lnTo>
                  <a:lnTo>
                    <a:pt x="4218923" y="1292062"/>
                  </a:lnTo>
                  <a:lnTo>
                    <a:pt x="4219140" y="1292062"/>
                  </a:lnTo>
                  <a:lnTo>
                    <a:pt x="4219573" y="1290815"/>
                  </a:lnTo>
                  <a:lnTo>
                    <a:pt x="4219682" y="1290191"/>
                  </a:lnTo>
                  <a:lnTo>
                    <a:pt x="4220007" y="1290191"/>
                  </a:lnTo>
                  <a:lnTo>
                    <a:pt x="4220549" y="1290191"/>
                  </a:lnTo>
                  <a:lnTo>
                    <a:pt x="4220766" y="1290191"/>
                  </a:lnTo>
                  <a:lnTo>
                    <a:pt x="4220983" y="1289568"/>
                  </a:lnTo>
                  <a:lnTo>
                    <a:pt x="4221742" y="1289568"/>
                  </a:lnTo>
                  <a:lnTo>
                    <a:pt x="4222176" y="1288944"/>
                  </a:lnTo>
                  <a:lnTo>
                    <a:pt x="4222610" y="1288944"/>
                  </a:lnTo>
                  <a:lnTo>
                    <a:pt x="4222827" y="1288944"/>
                  </a:lnTo>
                  <a:lnTo>
                    <a:pt x="4223044" y="1288944"/>
                  </a:lnTo>
                  <a:lnTo>
                    <a:pt x="4223369" y="1288321"/>
                  </a:lnTo>
                  <a:lnTo>
                    <a:pt x="4223586" y="1288321"/>
                  </a:lnTo>
                  <a:lnTo>
                    <a:pt x="4223803" y="1288321"/>
                  </a:lnTo>
                  <a:lnTo>
                    <a:pt x="4223911" y="1288321"/>
                  </a:lnTo>
                  <a:lnTo>
                    <a:pt x="4224128" y="1288321"/>
                  </a:lnTo>
                  <a:lnTo>
                    <a:pt x="4224996" y="1287697"/>
                  </a:lnTo>
                  <a:lnTo>
                    <a:pt x="4225104" y="1287697"/>
                  </a:lnTo>
                  <a:lnTo>
                    <a:pt x="4225213" y="1287697"/>
                  </a:lnTo>
                  <a:lnTo>
                    <a:pt x="4225321" y="1287073"/>
                  </a:lnTo>
                  <a:lnTo>
                    <a:pt x="4225538" y="1287073"/>
                  </a:lnTo>
                  <a:lnTo>
                    <a:pt x="4225755" y="1287073"/>
                  </a:lnTo>
                  <a:lnTo>
                    <a:pt x="4226297" y="1287073"/>
                  </a:lnTo>
                  <a:lnTo>
                    <a:pt x="4226405" y="1287073"/>
                  </a:lnTo>
                  <a:lnTo>
                    <a:pt x="4226514" y="1287073"/>
                  </a:lnTo>
                  <a:lnTo>
                    <a:pt x="4226514" y="1286450"/>
                  </a:lnTo>
                  <a:lnTo>
                    <a:pt x="4226622" y="1286450"/>
                  </a:lnTo>
                  <a:lnTo>
                    <a:pt x="4226731" y="1286450"/>
                  </a:lnTo>
                  <a:lnTo>
                    <a:pt x="4227056" y="1286450"/>
                  </a:lnTo>
                  <a:lnTo>
                    <a:pt x="4227165" y="1286450"/>
                  </a:lnTo>
                  <a:lnTo>
                    <a:pt x="4227382" y="1285826"/>
                  </a:lnTo>
                  <a:lnTo>
                    <a:pt x="4227490" y="1285826"/>
                  </a:lnTo>
                  <a:lnTo>
                    <a:pt x="4227598" y="1285826"/>
                  </a:lnTo>
                  <a:lnTo>
                    <a:pt x="4228141" y="1285826"/>
                  </a:lnTo>
                  <a:lnTo>
                    <a:pt x="4228141" y="1285203"/>
                  </a:lnTo>
                  <a:lnTo>
                    <a:pt x="4228683" y="1284579"/>
                  </a:lnTo>
                  <a:lnTo>
                    <a:pt x="4228791" y="1284579"/>
                  </a:lnTo>
                  <a:lnTo>
                    <a:pt x="4229442" y="1283955"/>
                  </a:lnTo>
                  <a:lnTo>
                    <a:pt x="4229550" y="1283955"/>
                  </a:lnTo>
                  <a:lnTo>
                    <a:pt x="4229659" y="1283955"/>
                  </a:lnTo>
                  <a:lnTo>
                    <a:pt x="4229767" y="1283332"/>
                  </a:lnTo>
                  <a:lnTo>
                    <a:pt x="4229876" y="1283332"/>
                  </a:lnTo>
                  <a:lnTo>
                    <a:pt x="4229984" y="1283332"/>
                  </a:lnTo>
                  <a:lnTo>
                    <a:pt x="4230201" y="1283332"/>
                  </a:lnTo>
                  <a:lnTo>
                    <a:pt x="4230310" y="1282708"/>
                  </a:lnTo>
                  <a:lnTo>
                    <a:pt x="4230418" y="1282708"/>
                  </a:lnTo>
                  <a:lnTo>
                    <a:pt x="4230852" y="1282708"/>
                  </a:lnTo>
                  <a:lnTo>
                    <a:pt x="4231069" y="1282085"/>
                  </a:lnTo>
                  <a:lnTo>
                    <a:pt x="4231719" y="1282085"/>
                  </a:lnTo>
                  <a:lnTo>
                    <a:pt x="4231828" y="1282085"/>
                  </a:lnTo>
                  <a:lnTo>
                    <a:pt x="4232045" y="1282085"/>
                  </a:lnTo>
                  <a:lnTo>
                    <a:pt x="4232479" y="1282085"/>
                  </a:lnTo>
                  <a:lnTo>
                    <a:pt x="4232587" y="1282085"/>
                  </a:lnTo>
                  <a:lnTo>
                    <a:pt x="4232912" y="1281461"/>
                  </a:lnTo>
                  <a:lnTo>
                    <a:pt x="4233238" y="1281461"/>
                  </a:lnTo>
                  <a:lnTo>
                    <a:pt x="4233346" y="1281461"/>
                  </a:lnTo>
                  <a:lnTo>
                    <a:pt x="4233455" y="1281461"/>
                  </a:lnTo>
                  <a:lnTo>
                    <a:pt x="4233563" y="1281461"/>
                  </a:lnTo>
                  <a:lnTo>
                    <a:pt x="4233671" y="1281461"/>
                  </a:lnTo>
                  <a:lnTo>
                    <a:pt x="4234105" y="1279590"/>
                  </a:lnTo>
                  <a:lnTo>
                    <a:pt x="4234214" y="1279590"/>
                  </a:lnTo>
                  <a:lnTo>
                    <a:pt x="4234214" y="1278967"/>
                  </a:lnTo>
                  <a:lnTo>
                    <a:pt x="4234322" y="1278343"/>
                  </a:lnTo>
                  <a:lnTo>
                    <a:pt x="4234973" y="1275849"/>
                  </a:lnTo>
                  <a:lnTo>
                    <a:pt x="4235081" y="1275849"/>
                  </a:lnTo>
                  <a:lnTo>
                    <a:pt x="4235515" y="1275849"/>
                  </a:lnTo>
                  <a:lnTo>
                    <a:pt x="4235515" y="1275225"/>
                  </a:lnTo>
                  <a:lnTo>
                    <a:pt x="4236166" y="1275225"/>
                  </a:lnTo>
                  <a:lnTo>
                    <a:pt x="4236166" y="1274602"/>
                  </a:lnTo>
                  <a:lnTo>
                    <a:pt x="4236383" y="1274602"/>
                  </a:lnTo>
                  <a:lnTo>
                    <a:pt x="4236491" y="1272731"/>
                  </a:lnTo>
                  <a:lnTo>
                    <a:pt x="4237250" y="1272731"/>
                  </a:lnTo>
                  <a:lnTo>
                    <a:pt x="4237359" y="1272731"/>
                  </a:lnTo>
                  <a:lnTo>
                    <a:pt x="4238009" y="1270860"/>
                  </a:lnTo>
                  <a:lnTo>
                    <a:pt x="4238335" y="1270860"/>
                  </a:lnTo>
                  <a:lnTo>
                    <a:pt x="4238443" y="1270860"/>
                  </a:lnTo>
                  <a:lnTo>
                    <a:pt x="4238552" y="1270860"/>
                  </a:lnTo>
                  <a:lnTo>
                    <a:pt x="4238660" y="1270860"/>
                  </a:lnTo>
                  <a:lnTo>
                    <a:pt x="4238877" y="1270860"/>
                  </a:lnTo>
                  <a:lnTo>
                    <a:pt x="4239636" y="1269613"/>
                  </a:lnTo>
                  <a:lnTo>
                    <a:pt x="4239745" y="1269613"/>
                  </a:lnTo>
                  <a:lnTo>
                    <a:pt x="4240070" y="1268990"/>
                  </a:lnTo>
                  <a:lnTo>
                    <a:pt x="4240178" y="1268990"/>
                  </a:lnTo>
                  <a:lnTo>
                    <a:pt x="4240287" y="1268990"/>
                  </a:lnTo>
                  <a:lnTo>
                    <a:pt x="4240395" y="1268990"/>
                  </a:lnTo>
                  <a:lnTo>
                    <a:pt x="4240612" y="1268990"/>
                  </a:lnTo>
                  <a:lnTo>
                    <a:pt x="4240937" y="1268990"/>
                  </a:lnTo>
                  <a:lnTo>
                    <a:pt x="4241263" y="1267119"/>
                  </a:lnTo>
                  <a:lnTo>
                    <a:pt x="4241588" y="1266495"/>
                  </a:lnTo>
                  <a:lnTo>
                    <a:pt x="4242130" y="1266495"/>
                  </a:lnTo>
                  <a:lnTo>
                    <a:pt x="4242239" y="1266495"/>
                  </a:lnTo>
                  <a:lnTo>
                    <a:pt x="4242456" y="1265872"/>
                  </a:lnTo>
                  <a:lnTo>
                    <a:pt x="4242564" y="1265872"/>
                  </a:lnTo>
                  <a:lnTo>
                    <a:pt x="4243106" y="1265872"/>
                  </a:lnTo>
                  <a:lnTo>
                    <a:pt x="4243106" y="1265248"/>
                  </a:lnTo>
                  <a:lnTo>
                    <a:pt x="4243649" y="1265248"/>
                  </a:lnTo>
                  <a:lnTo>
                    <a:pt x="4244082" y="1265248"/>
                  </a:lnTo>
                  <a:lnTo>
                    <a:pt x="4244191" y="1265248"/>
                  </a:lnTo>
                  <a:lnTo>
                    <a:pt x="4244625" y="1265248"/>
                  </a:lnTo>
                  <a:lnTo>
                    <a:pt x="4245167" y="1264624"/>
                  </a:lnTo>
                  <a:lnTo>
                    <a:pt x="4245275" y="1264624"/>
                  </a:lnTo>
                  <a:lnTo>
                    <a:pt x="4245601" y="1263377"/>
                  </a:lnTo>
                  <a:lnTo>
                    <a:pt x="4246143" y="1263377"/>
                  </a:lnTo>
                  <a:lnTo>
                    <a:pt x="4246360" y="1263377"/>
                  </a:lnTo>
                  <a:lnTo>
                    <a:pt x="4246685" y="1263377"/>
                  </a:lnTo>
                  <a:lnTo>
                    <a:pt x="4247010" y="1262754"/>
                  </a:lnTo>
                  <a:lnTo>
                    <a:pt x="4247119" y="1262754"/>
                  </a:lnTo>
                  <a:lnTo>
                    <a:pt x="4247878" y="1261507"/>
                  </a:lnTo>
                  <a:lnTo>
                    <a:pt x="4248203" y="1261507"/>
                  </a:lnTo>
                  <a:lnTo>
                    <a:pt x="4248529" y="1261507"/>
                  </a:lnTo>
                  <a:lnTo>
                    <a:pt x="4248529" y="1260883"/>
                  </a:lnTo>
                  <a:lnTo>
                    <a:pt x="4248854" y="1260883"/>
                  </a:lnTo>
                  <a:lnTo>
                    <a:pt x="4248963" y="1260259"/>
                  </a:lnTo>
                  <a:lnTo>
                    <a:pt x="4249179" y="1259636"/>
                  </a:lnTo>
                  <a:lnTo>
                    <a:pt x="4249179" y="1259012"/>
                  </a:lnTo>
                  <a:lnTo>
                    <a:pt x="4249288" y="1259012"/>
                  </a:lnTo>
                  <a:lnTo>
                    <a:pt x="4249396" y="1259012"/>
                  </a:lnTo>
                  <a:lnTo>
                    <a:pt x="4250047" y="1259012"/>
                  </a:lnTo>
                  <a:lnTo>
                    <a:pt x="4250155" y="1259012"/>
                  </a:lnTo>
                  <a:lnTo>
                    <a:pt x="4250264" y="1258389"/>
                  </a:lnTo>
                  <a:lnTo>
                    <a:pt x="4250372" y="1258389"/>
                  </a:lnTo>
                  <a:lnTo>
                    <a:pt x="4250481" y="1258389"/>
                  </a:lnTo>
                  <a:lnTo>
                    <a:pt x="4250589" y="1258389"/>
                  </a:lnTo>
                  <a:lnTo>
                    <a:pt x="4251023" y="1258389"/>
                  </a:lnTo>
                  <a:lnTo>
                    <a:pt x="4251457" y="1257765"/>
                  </a:lnTo>
                  <a:lnTo>
                    <a:pt x="4251565" y="1257765"/>
                  </a:lnTo>
                  <a:lnTo>
                    <a:pt x="4251674" y="1257765"/>
                  </a:lnTo>
                  <a:lnTo>
                    <a:pt x="4251782" y="1257765"/>
                  </a:lnTo>
                  <a:lnTo>
                    <a:pt x="4251891" y="1257765"/>
                  </a:lnTo>
                  <a:lnTo>
                    <a:pt x="4251891" y="1257141"/>
                  </a:lnTo>
                  <a:lnTo>
                    <a:pt x="4252433" y="1255894"/>
                  </a:lnTo>
                  <a:lnTo>
                    <a:pt x="4252541" y="1255894"/>
                  </a:lnTo>
                  <a:lnTo>
                    <a:pt x="4252758" y="1255894"/>
                  </a:lnTo>
                  <a:lnTo>
                    <a:pt x="4252975" y="1255894"/>
                  </a:lnTo>
                  <a:lnTo>
                    <a:pt x="4253084" y="1255894"/>
                  </a:lnTo>
                  <a:lnTo>
                    <a:pt x="4253951" y="1255894"/>
                  </a:lnTo>
                  <a:lnTo>
                    <a:pt x="4254602" y="1254647"/>
                  </a:lnTo>
                  <a:lnTo>
                    <a:pt x="4254710" y="1254647"/>
                  </a:lnTo>
                  <a:lnTo>
                    <a:pt x="4254710" y="1254024"/>
                  </a:lnTo>
                  <a:lnTo>
                    <a:pt x="4255252" y="1254024"/>
                  </a:lnTo>
                  <a:lnTo>
                    <a:pt x="4255361" y="1254024"/>
                  </a:lnTo>
                  <a:lnTo>
                    <a:pt x="4255578" y="1254024"/>
                  </a:lnTo>
                  <a:lnTo>
                    <a:pt x="4256120" y="1253400"/>
                  </a:lnTo>
                  <a:lnTo>
                    <a:pt x="4256337" y="1253400"/>
                  </a:lnTo>
                  <a:lnTo>
                    <a:pt x="4256445" y="1253400"/>
                  </a:lnTo>
                  <a:lnTo>
                    <a:pt x="4256554" y="1253400"/>
                  </a:lnTo>
                  <a:lnTo>
                    <a:pt x="4256662" y="1253400"/>
                  </a:lnTo>
                  <a:lnTo>
                    <a:pt x="4257205" y="1253400"/>
                  </a:lnTo>
                  <a:lnTo>
                    <a:pt x="4257421" y="1253400"/>
                  </a:lnTo>
                  <a:lnTo>
                    <a:pt x="4257855" y="1253400"/>
                  </a:lnTo>
                  <a:lnTo>
                    <a:pt x="4258072" y="1253400"/>
                  </a:lnTo>
                  <a:lnTo>
                    <a:pt x="4258397" y="1253400"/>
                  </a:lnTo>
                  <a:lnTo>
                    <a:pt x="4258506" y="1252776"/>
                  </a:lnTo>
                  <a:lnTo>
                    <a:pt x="4258614" y="1252776"/>
                  </a:lnTo>
                  <a:lnTo>
                    <a:pt x="4258723" y="1252776"/>
                  </a:lnTo>
                  <a:lnTo>
                    <a:pt x="4259482" y="1251529"/>
                  </a:lnTo>
                  <a:lnTo>
                    <a:pt x="4259590" y="1251529"/>
                  </a:lnTo>
                  <a:lnTo>
                    <a:pt x="4259807" y="1251529"/>
                  </a:lnTo>
                  <a:lnTo>
                    <a:pt x="4259916" y="1251529"/>
                  </a:lnTo>
                  <a:lnTo>
                    <a:pt x="4260133" y="1251529"/>
                  </a:lnTo>
                  <a:lnTo>
                    <a:pt x="4260458" y="1251529"/>
                  </a:lnTo>
                  <a:lnTo>
                    <a:pt x="4261434" y="1249035"/>
                  </a:lnTo>
                  <a:lnTo>
                    <a:pt x="4261651" y="1249035"/>
                  </a:lnTo>
                  <a:lnTo>
                    <a:pt x="4261759" y="1249035"/>
                  </a:lnTo>
                  <a:lnTo>
                    <a:pt x="4261868" y="1249035"/>
                  </a:lnTo>
                  <a:lnTo>
                    <a:pt x="4261976" y="1249035"/>
                  </a:lnTo>
                  <a:lnTo>
                    <a:pt x="4262085" y="1249035"/>
                  </a:lnTo>
                  <a:lnTo>
                    <a:pt x="4262518" y="1249035"/>
                  </a:lnTo>
                  <a:lnTo>
                    <a:pt x="4262952" y="1249035"/>
                  </a:lnTo>
                  <a:lnTo>
                    <a:pt x="4263928" y="1249035"/>
                  </a:lnTo>
                  <a:lnTo>
                    <a:pt x="4264037" y="1249035"/>
                  </a:lnTo>
                  <a:lnTo>
                    <a:pt x="4264145" y="1249035"/>
                  </a:lnTo>
                  <a:lnTo>
                    <a:pt x="4264579" y="1249035"/>
                  </a:lnTo>
                  <a:lnTo>
                    <a:pt x="4264796" y="1249035"/>
                  </a:lnTo>
                  <a:lnTo>
                    <a:pt x="4265013" y="1249035"/>
                  </a:lnTo>
                  <a:lnTo>
                    <a:pt x="4265555" y="1249035"/>
                  </a:lnTo>
                  <a:lnTo>
                    <a:pt x="4265772" y="1249035"/>
                  </a:lnTo>
                  <a:lnTo>
                    <a:pt x="4265880" y="1249035"/>
                  </a:lnTo>
                  <a:lnTo>
                    <a:pt x="4266097" y="1249035"/>
                  </a:lnTo>
                  <a:lnTo>
                    <a:pt x="4266206" y="1249035"/>
                  </a:lnTo>
                  <a:lnTo>
                    <a:pt x="4266531" y="1249035"/>
                  </a:lnTo>
                  <a:lnTo>
                    <a:pt x="4266748" y="1249035"/>
                  </a:lnTo>
                  <a:lnTo>
                    <a:pt x="4266965" y="1249035"/>
                  </a:lnTo>
                  <a:lnTo>
                    <a:pt x="4267615" y="1249035"/>
                  </a:lnTo>
                  <a:lnTo>
                    <a:pt x="4267724" y="1249035"/>
                  </a:lnTo>
                  <a:lnTo>
                    <a:pt x="4268158" y="1249035"/>
                  </a:lnTo>
                  <a:lnTo>
                    <a:pt x="4268591" y="1247788"/>
                  </a:lnTo>
                  <a:lnTo>
                    <a:pt x="4269025" y="1247788"/>
                  </a:lnTo>
                  <a:lnTo>
                    <a:pt x="4269351" y="1247164"/>
                  </a:lnTo>
                  <a:lnTo>
                    <a:pt x="4270435" y="1246541"/>
                  </a:lnTo>
                  <a:lnTo>
                    <a:pt x="4270652" y="1246541"/>
                  </a:lnTo>
                  <a:lnTo>
                    <a:pt x="4270977" y="1245917"/>
                  </a:lnTo>
                  <a:lnTo>
                    <a:pt x="4271086" y="1245917"/>
                  </a:lnTo>
                  <a:lnTo>
                    <a:pt x="4271736" y="1245917"/>
                  </a:lnTo>
                  <a:lnTo>
                    <a:pt x="4271845" y="1245917"/>
                  </a:lnTo>
                  <a:lnTo>
                    <a:pt x="4272062" y="1245917"/>
                  </a:lnTo>
                  <a:lnTo>
                    <a:pt x="4272496" y="1245917"/>
                  </a:lnTo>
                  <a:lnTo>
                    <a:pt x="4272821" y="1245293"/>
                  </a:lnTo>
                  <a:lnTo>
                    <a:pt x="4273038" y="1245293"/>
                  </a:lnTo>
                  <a:lnTo>
                    <a:pt x="4273472" y="1245293"/>
                  </a:lnTo>
                  <a:lnTo>
                    <a:pt x="4273580" y="1245293"/>
                  </a:lnTo>
                  <a:lnTo>
                    <a:pt x="4274556" y="1244670"/>
                  </a:lnTo>
                  <a:lnTo>
                    <a:pt x="4274773" y="1244670"/>
                  </a:lnTo>
                  <a:lnTo>
                    <a:pt x="4274881" y="1244670"/>
                  </a:lnTo>
                  <a:lnTo>
                    <a:pt x="4275207" y="1244670"/>
                  </a:lnTo>
                  <a:lnTo>
                    <a:pt x="4275315" y="1244670"/>
                  </a:lnTo>
                  <a:lnTo>
                    <a:pt x="4275532" y="1244670"/>
                  </a:lnTo>
                  <a:lnTo>
                    <a:pt x="4275641" y="1244670"/>
                  </a:lnTo>
                  <a:lnTo>
                    <a:pt x="4275641" y="1244046"/>
                  </a:lnTo>
                  <a:lnTo>
                    <a:pt x="4275966" y="1244046"/>
                  </a:lnTo>
                  <a:lnTo>
                    <a:pt x="4276291" y="1244046"/>
                  </a:lnTo>
                  <a:lnTo>
                    <a:pt x="4276833" y="1243423"/>
                  </a:lnTo>
                  <a:lnTo>
                    <a:pt x="4276942" y="1243423"/>
                  </a:lnTo>
                  <a:lnTo>
                    <a:pt x="4277484" y="1243423"/>
                  </a:lnTo>
                  <a:lnTo>
                    <a:pt x="4277593" y="1243423"/>
                  </a:lnTo>
                  <a:lnTo>
                    <a:pt x="4277809" y="1242799"/>
                  </a:lnTo>
                  <a:lnTo>
                    <a:pt x="4277918" y="1242799"/>
                  </a:lnTo>
                  <a:lnTo>
                    <a:pt x="4278026" y="1242799"/>
                  </a:lnTo>
                  <a:lnTo>
                    <a:pt x="4278135" y="1242799"/>
                  </a:lnTo>
                  <a:lnTo>
                    <a:pt x="4278352" y="1242799"/>
                  </a:lnTo>
                  <a:lnTo>
                    <a:pt x="4278460" y="1242799"/>
                  </a:lnTo>
                  <a:lnTo>
                    <a:pt x="4279111" y="1242799"/>
                  </a:lnTo>
                  <a:lnTo>
                    <a:pt x="4279328" y="1242175"/>
                  </a:lnTo>
                  <a:lnTo>
                    <a:pt x="4279653" y="1242175"/>
                  </a:lnTo>
                  <a:lnTo>
                    <a:pt x="4279762" y="1242175"/>
                  </a:lnTo>
                  <a:lnTo>
                    <a:pt x="4279870" y="1242175"/>
                  </a:lnTo>
                  <a:lnTo>
                    <a:pt x="4280304" y="1242175"/>
                  </a:lnTo>
                  <a:lnTo>
                    <a:pt x="4280521" y="1241552"/>
                  </a:lnTo>
                  <a:lnTo>
                    <a:pt x="4280521" y="1240928"/>
                  </a:lnTo>
                  <a:lnTo>
                    <a:pt x="4280629" y="1240928"/>
                  </a:lnTo>
                  <a:lnTo>
                    <a:pt x="4280846" y="1239681"/>
                  </a:lnTo>
                  <a:lnTo>
                    <a:pt x="4281497" y="1239681"/>
                  </a:lnTo>
                  <a:lnTo>
                    <a:pt x="4281605" y="1239681"/>
                  </a:lnTo>
                  <a:lnTo>
                    <a:pt x="4281714" y="1239681"/>
                  </a:lnTo>
                  <a:lnTo>
                    <a:pt x="4281930" y="1239681"/>
                  </a:lnTo>
                  <a:lnTo>
                    <a:pt x="4282256" y="1239681"/>
                  </a:lnTo>
                  <a:lnTo>
                    <a:pt x="4282256" y="1239058"/>
                  </a:lnTo>
                  <a:lnTo>
                    <a:pt x="4282798" y="1238434"/>
                  </a:lnTo>
                  <a:lnTo>
                    <a:pt x="4283015" y="1238434"/>
                  </a:lnTo>
                  <a:lnTo>
                    <a:pt x="4283123" y="1238434"/>
                  </a:lnTo>
                  <a:lnTo>
                    <a:pt x="4283232" y="1238434"/>
                  </a:lnTo>
                  <a:lnTo>
                    <a:pt x="4283666" y="1237810"/>
                  </a:lnTo>
                  <a:lnTo>
                    <a:pt x="4284208" y="1237187"/>
                  </a:lnTo>
                  <a:lnTo>
                    <a:pt x="4284208" y="1236563"/>
                  </a:lnTo>
                  <a:lnTo>
                    <a:pt x="4284859" y="1235940"/>
                  </a:lnTo>
                  <a:lnTo>
                    <a:pt x="4285075" y="1235940"/>
                  </a:lnTo>
                  <a:lnTo>
                    <a:pt x="4285509" y="1235940"/>
                  </a:lnTo>
                  <a:lnTo>
                    <a:pt x="4286051" y="1235940"/>
                  </a:lnTo>
                  <a:lnTo>
                    <a:pt x="4286160" y="1235940"/>
                  </a:lnTo>
                  <a:lnTo>
                    <a:pt x="4286268" y="1235940"/>
                  </a:lnTo>
                  <a:lnTo>
                    <a:pt x="4286485" y="1235940"/>
                  </a:lnTo>
                  <a:lnTo>
                    <a:pt x="4286919" y="1235940"/>
                  </a:lnTo>
                  <a:lnTo>
                    <a:pt x="4287028" y="1235940"/>
                  </a:lnTo>
                  <a:lnTo>
                    <a:pt x="4287136" y="1235940"/>
                  </a:lnTo>
                  <a:lnTo>
                    <a:pt x="4287244" y="1235940"/>
                  </a:lnTo>
                  <a:lnTo>
                    <a:pt x="4287570" y="1235940"/>
                  </a:lnTo>
                  <a:lnTo>
                    <a:pt x="4288004" y="1235316"/>
                  </a:lnTo>
                  <a:lnTo>
                    <a:pt x="4288112" y="1235316"/>
                  </a:lnTo>
                  <a:lnTo>
                    <a:pt x="4288220" y="1234692"/>
                  </a:lnTo>
                  <a:lnTo>
                    <a:pt x="4288437" y="1234692"/>
                  </a:lnTo>
                  <a:lnTo>
                    <a:pt x="4288546" y="1234692"/>
                  </a:lnTo>
                  <a:lnTo>
                    <a:pt x="4289305" y="1234692"/>
                  </a:lnTo>
                  <a:lnTo>
                    <a:pt x="4289305" y="1234069"/>
                  </a:lnTo>
                  <a:lnTo>
                    <a:pt x="4289522" y="1234069"/>
                  </a:lnTo>
                  <a:lnTo>
                    <a:pt x="4289956" y="1232822"/>
                  </a:lnTo>
                  <a:lnTo>
                    <a:pt x="4290172" y="1232822"/>
                  </a:lnTo>
                  <a:lnTo>
                    <a:pt x="4290389" y="1232822"/>
                  </a:lnTo>
                  <a:lnTo>
                    <a:pt x="4290606" y="1232198"/>
                  </a:lnTo>
                  <a:lnTo>
                    <a:pt x="4291149" y="1231575"/>
                  </a:lnTo>
                  <a:lnTo>
                    <a:pt x="4291257" y="1231575"/>
                  </a:lnTo>
                  <a:lnTo>
                    <a:pt x="4291582" y="1230951"/>
                  </a:lnTo>
                  <a:lnTo>
                    <a:pt x="4291691" y="1230951"/>
                  </a:lnTo>
                  <a:lnTo>
                    <a:pt x="4291799" y="1230951"/>
                  </a:lnTo>
                  <a:lnTo>
                    <a:pt x="4292016" y="1230951"/>
                  </a:lnTo>
                  <a:lnTo>
                    <a:pt x="4292125" y="1230951"/>
                  </a:lnTo>
                  <a:lnTo>
                    <a:pt x="4292558" y="1230327"/>
                  </a:lnTo>
                  <a:lnTo>
                    <a:pt x="4292884" y="1229704"/>
                  </a:lnTo>
                  <a:lnTo>
                    <a:pt x="4293101" y="1229704"/>
                  </a:lnTo>
                  <a:lnTo>
                    <a:pt x="4293317" y="1229704"/>
                  </a:lnTo>
                  <a:lnTo>
                    <a:pt x="4293426" y="1229080"/>
                  </a:lnTo>
                  <a:lnTo>
                    <a:pt x="4293968" y="1228457"/>
                  </a:lnTo>
                  <a:lnTo>
                    <a:pt x="4294077" y="1228457"/>
                  </a:lnTo>
                  <a:lnTo>
                    <a:pt x="4294293" y="1228457"/>
                  </a:lnTo>
                  <a:lnTo>
                    <a:pt x="4294402" y="1228457"/>
                  </a:lnTo>
                  <a:lnTo>
                    <a:pt x="4294510" y="1228457"/>
                  </a:lnTo>
                  <a:lnTo>
                    <a:pt x="4294944" y="1228457"/>
                  </a:lnTo>
                  <a:lnTo>
                    <a:pt x="4295161" y="1228457"/>
                  </a:lnTo>
                  <a:lnTo>
                    <a:pt x="4295269" y="1228457"/>
                  </a:lnTo>
                  <a:lnTo>
                    <a:pt x="4295812" y="1227210"/>
                  </a:lnTo>
                  <a:lnTo>
                    <a:pt x="4295920" y="1227210"/>
                  </a:lnTo>
                  <a:lnTo>
                    <a:pt x="4296137" y="1226586"/>
                  </a:lnTo>
                  <a:lnTo>
                    <a:pt x="4296571" y="1226586"/>
                  </a:lnTo>
                  <a:lnTo>
                    <a:pt x="4297005" y="1226586"/>
                  </a:lnTo>
                  <a:lnTo>
                    <a:pt x="4297113" y="1225962"/>
                  </a:lnTo>
                  <a:lnTo>
                    <a:pt x="4297547" y="1225962"/>
                  </a:lnTo>
                  <a:lnTo>
                    <a:pt x="4297655" y="1225962"/>
                  </a:lnTo>
                  <a:lnTo>
                    <a:pt x="4298306" y="1225962"/>
                  </a:lnTo>
                  <a:lnTo>
                    <a:pt x="4298957" y="1222844"/>
                  </a:lnTo>
                  <a:lnTo>
                    <a:pt x="4299065" y="1222844"/>
                  </a:lnTo>
                  <a:lnTo>
                    <a:pt x="4299174" y="1222844"/>
                  </a:lnTo>
                  <a:lnTo>
                    <a:pt x="4299282" y="1222844"/>
                  </a:lnTo>
                  <a:lnTo>
                    <a:pt x="4299499" y="1222221"/>
                  </a:lnTo>
                  <a:lnTo>
                    <a:pt x="4299824" y="1222221"/>
                  </a:lnTo>
                  <a:lnTo>
                    <a:pt x="4299824" y="1221597"/>
                  </a:lnTo>
                  <a:lnTo>
                    <a:pt x="4299933" y="1221597"/>
                  </a:lnTo>
                  <a:lnTo>
                    <a:pt x="4300041" y="1221597"/>
                  </a:lnTo>
                  <a:lnTo>
                    <a:pt x="4300367" y="1221597"/>
                  </a:lnTo>
                  <a:lnTo>
                    <a:pt x="4300692" y="1220350"/>
                  </a:lnTo>
                  <a:lnTo>
                    <a:pt x="4300909" y="1220350"/>
                  </a:lnTo>
                  <a:lnTo>
                    <a:pt x="4301017" y="1219727"/>
                  </a:lnTo>
                  <a:lnTo>
                    <a:pt x="4301885" y="1219727"/>
                  </a:lnTo>
                  <a:lnTo>
                    <a:pt x="4301993" y="1219727"/>
                  </a:lnTo>
                  <a:lnTo>
                    <a:pt x="4302210" y="1219103"/>
                  </a:lnTo>
                  <a:lnTo>
                    <a:pt x="4302319" y="1219103"/>
                  </a:lnTo>
                  <a:lnTo>
                    <a:pt x="4302644" y="1218479"/>
                  </a:lnTo>
                  <a:lnTo>
                    <a:pt x="4302752" y="1218479"/>
                  </a:lnTo>
                  <a:lnTo>
                    <a:pt x="4302969" y="1217856"/>
                  </a:lnTo>
                  <a:lnTo>
                    <a:pt x="4303186" y="1217232"/>
                  </a:lnTo>
                  <a:lnTo>
                    <a:pt x="4304054" y="1216609"/>
                  </a:lnTo>
                  <a:lnTo>
                    <a:pt x="4304271" y="1216609"/>
                  </a:lnTo>
                  <a:lnTo>
                    <a:pt x="4304488" y="1216609"/>
                  </a:lnTo>
                  <a:lnTo>
                    <a:pt x="4304596" y="1216609"/>
                  </a:lnTo>
                  <a:lnTo>
                    <a:pt x="4305030" y="1215985"/>
                  </a:lnTo>
                  <a:lnTo>
                    <a:pt x="4305138" y="1215985"/>
                  </a:lnTo>
                  <a:lnTo>
                    <a:pt x="4305355" y="1215985"/>
                  </a:lnTo>
                  <a:lnTo>
                    <a:pt x="4305572" y="1215361"/>
                  </a:lnTo>
                  <a:lnTo>
                    <a:pt x="4305897" y="1215361"/>
                  </a:lnTo>
                  <a:lnTo>
                    <a:pt x="4306114" y="1213491"/>
                  </a:lnTo>
                  <a:lnTo>
                    <a:pt x="4306331" y="1213491"/>
                  </a:lnTo>
                  <a:lnTo>
                    <a:pt x="4306548" y="1213491"/>
                  </a:lnTo>
                  <a:lnTo>
                    <a:pt x="4306982" y="1213491"/>
                  </a:lnTo>
                  <a:lnTo>
                    <a:pt x="4307307" y="1213491"/>
                  </a:lnTo>
                  <a:lnTo>
                    <a:pt x="4308066" y="1212244"/>
                  </a:lnTo>
                  <a:lnTo>
                    <a:pt x="4308175" y="1212244"/>
                  </a:lnTo>
                  <a:lnTo>
                    <a:pt x="4308500" y="1212244"/>
                  </a:lnTo>
                  <a:lnTo>
                    <a:pt x="4308825" y="1211620"/>
                  </a:lnTo>
                  <a:lnTo>
                    <a:pt x="4308934" y="1209749"/>
                  </a:lnTo>
                  <a:lnTo>
                    <a:pt x="4309151" y="1209749"/>
                  </a:lnTo>
                  <a:lnTo>
                    <a:pt x="4309476" y="1209126"/>
                  </a:lnTo>
                  <a:lnTo>
                    <a:pt x="4310561" y="1208502"/>
                  </a:lnTo>
                  <a:lnTo>
                    <a:pt x="4310886" y="1208502"/>
                  </a:lnTo>
                  <a:lnTo>
                    <a:pt x="4311103" y="1208502"/>
                  </a:lnTo>
                  <a:lnTo>
                    <a:pt x="4311211" y="1208502"/>
                  </a:lnTo>
                  <a:lnTo>
                    <a:pt x="4311428" y="1208502"/>
                  </a:lnTo>
                  <a:lnTo>
                    <a:pt x="4311428" y="1207878"/>
                  </a:lnTo>
                  <a:lnTo>
                    <a:pt x="4312079" y="1206008"/>
                  </a:lnTo>
                  <a:lnTo>
                    <a:pt x="4312513" y="1206008"/>
                  </a:lnTo>
                  <a:lnTo>
                    <a:pt x="4313055" y="1205384"/>
                  </a:lnTo>
                  <a:lnTo>
                    <a:pt x="4313163" y="1205384"/>
                  </a:lnTo>
                  <a:lnTo>
                    <a:pt x="4313706" y="1204761"/>
                  </a:lnTo>
                  <a:lnTo>
                    <a:pt x="4314031" y="1204761"/>
                  </a:lnTo>
                  <a:lnTo>
                    <a:pt x="4314465" y="1204761"/>
                  </a:lnTo>
                  <a:lnTo>
                    <a:pt x="4314573" y="1204761"/>
                  </a:lnTo>
                  <a:lnTo>
                    <a:pt x="4315007" y="1204761"/>
                  </a:lnTo>
                  <a:lnTo>
                    <a:pt x="4315224" y="1204137"/>
                  </a:lnTo>
                  <a:lnTo>
                    <a:pt x="4315549" y="1204137"/>
                  </a:lnTo>
                  <a:lnTo>
                    <a:pt x="4316308" y="1203513"/>
                  </a:lnTo>
                  <a:lnTo>
                    <a:pt x="4316417" y="1203513"/>
                  </a:lnTo>
                  <a:lnTo>
                    <a:pt x="4316634" y="1203513"/>
                  </a:lnTo>
                  <a:lnTo>
                    <a:pt x="4317284" y="1203513"/>
                  </a:lnTo>
                  <a:lnTo>
                    <a:pt x="4317610" y="1202890"/>
                  </a:lnTo>
                  <a:lnTo>
                    <a:pt x="4317718" y="1202890"/>
                  </a:lnTo>
                  <a:lnTo>
                    <a:pt x="4317827" y="1202890"/>
                  </a:lnTo>
                  <a:lnTo>
                    <a:pt x="4318043" y="1202266"/>
                  </a:lnTo>
                  <a:lnTo>
                    <a:pt x="4318477" y="1202266"/>
                  </a:lnTo>
                  <a:lnTo>
                    <a:pt x="4318477" y="1201643"/>
                  </a:lnTo>
                  <a:lnTo>
                    <a:pt x="4318586" y="1201019"/>
                  </a:lnTo>
                  <a:lnTo>
                    <a:pt x="4318694" y="1201019"/>
                  </a:lnTo>
                  <a:lnTo>
                    <a:pt x="4318803" y="1201019"/>
                  </a:lnTo>
                  <a:lnTo>
                    <a:pt x="4319019" y="1201019"/>
                  </a:lnTo>
                  <a:lnTo>
                    <a:pt x="4319128" y="1201019"/>
                  </a:lnTo>
                  <a:lnTo>
                    <a:pt x="4319345" y="1201019"/>
                  </a:lnTo>
                  <a:lnTo>
                    <a:pt x="4319345" y="1200395"/>
                  </a:lnTo>
                  <a:lnTo>
                    <a:pt x="4320321" y="1199772"/>
                  </a:lnTo>
                  <a:lnTo>
                    <a:pt x="4320863" y="1199772"/>
                  </a:lnTo>
                  <a:lnTo>
                    <a:pt x="4320971" y="1199772"/>
                  </a:lnTo>
                  <a:lnTo>
                    <a:pt x="4320971" y="1199148"/>
                  </a:lnTo>
                  <a:lnTo>
                    <a:pt x="4320971" y="1198525"/>
                  </a:lnTo>
                  <a:lnTo>
                    <a:pt x="4321080" y="1198525"/>
                  </a:lnTo>
                  <a:lnTo>
                    <a:pt x="4321080" y="1197901"/>
                  </a:lnTo>
                  <a:lnTo>
                    <a:pt x="4322381" y="1197278"/>
                  </a:lnTo>
                  <a:lnTo>
                    <a:pt x="4322707" y="1197278"/>
                  </a:lnTo>
                  <a:lnTo>
                    <a:pt x="4322815" y="1197278"/>
                  </a:lnTo>
                  <a:lnTo>
                    <a:pt x="4323249" y="1197278"/>
                  </a:lnTo>
                  <a:lnTo>
                    <a:pt x="4323357" y="1197278"/>
                  </a:lnTo>
                  <a:lnTo>
                    <a:pt x="4323574" y="1197278"/>
                  </a:lnTo>
                  <a:lnTo>
                    <a:pt x="4323683" y="1197278"/>
                  </a:lnTo>
                  <a:lnTo>
                    <a:pt x="4323791" y="1197278"/>
                  </a:lnTo>
                  <a:lnTo>
                    <a:pt x="4323900" y="1197278"/>
                  </a:lnTo>
                  <a:lnTo>
                    <a:pt x="4324333" y="1196654"/>
                  </a:lnTo>
                  <a:lnTo>
                    <a:pt x="4324767" y="1196654"/>
                  </a:lnTo>
                  <a:lnTo>
                    <a:pt x="4324984" y="1196654"/>
                  </a:lnTo>
                  <a:lnTo>
                    <a:pt x="4325309" y="1196030"/>
                  </a:lnTo>
                  <a:lnTo>
                    <a:pt x="4325960" y="1196030"/>
                  </a:lnTo>
                  <a:lnTo>
                    <a:pt x="4326177" y="1196030"/>
                  </a:lnTo>
                  <a:lnTo>
                    <a:pt x="4326719" y="1194783"/>
                  </a:lnTo>
                  <a:lnTo>
                    <a:pt x="4326936" y="1194783"/>
                  </a:lnTo>
                  <a:lnTo>
                    <a:pt x="4327261" y="1194783"/>
                  </a:lnTo>
                  <a:lnTo>
                    <a:pt x="4327370" y="1194783"/>
                  </a:lnTo>
                  <a:lnTo>
                    <a:pt x="4327912" y="1194783"/>
                  </a:lnTo>
                  <a:lnTo>
                    <a:pt x="4328021" y="1194783"/>
                  </a:lnTo>
                  <a:lnTo>
                    <a:pt x="4328237" y="1194783"/>
                  </a:lnTo>
                  <a:lnTo>
                    <a:pt x="4328346" y="1194783"/>
                  </a:lnTo>
                  <a:lnTo>
                    <a:pt x="4329105" y="1194783"/>
                  </a:lnTo>
                  <a:lnTo>
                    <a:pt x="4329213" y="1194783"/>
                  </a:lnTo>
                  <a:lnTo>
                    <a:pt x="4329322" y="1194783"/>
                  </a:lnTo>
                  <a:lnTo>
                    <a:pt x="4329430" y="1193536"/>
                  </a:lnTo>
                  <a:lnTo>
                    <a:pt x="4329647" y="1193536"/>
                  </a:lnTo>
                  <a:lnTo>
                    <a:pt x="4329973" y="1193536"/>
                  </a:lnTo>
                  <a:lnTo>
                    <a:pt x="4330406" y="1192912"/>
                  </a:lnTo>
                  <a:lnTo>
                    <a:pt x="4330515" y="1192912"/>
                  </a:lnTo>
                  <a:lnTo>
                    <a:pt x="4330732" y="1192912"/>
                  </a:lnTo>
                  <a:lnTo>
                    <a:pt x="4330840" y="1192289"/>
                  </a:lnTo>
                  <a:lnTo>
                    <a:pt x="4331274" y="1192289"/>
                  </a:lnTo>
                  <a:lnTo>
                    <a:pt x="4331382" y="1192289"/>
                  </a:lnTo>
                  <a:lnTo>
                    <a:pt x="4331491" y="1192289"/>
                  </a:lnTo>
                  <a:lnTo>
                    <a:pt x="4332250" y="1191042"/>
                  </a:lnTo>
                  <a:lnTo>
                    <a:pt x="4332684" y="1191042"/>
                  </a:lnTo>
                  <a:lnTo>
                    <a:pt x="4333118" y="1191042"/>
                  </a:lnTo>
                  <a:lnTo>
                    <a:pt x="4333226" y="1191042"/>
                  </a:lnTo>
                  <a:lnTo>
                    <a:pt x="4333334" y="1190418"/>
                  </a:lnTo>
                  <a:lnTo>
                    <a:pt x="4333334" y="1189795"/>
                  </a:lnTo>
                  <a:lnTo>
                    <a:pt x="4333443" y="1189795"/>
                  </a:lnTo>
                  <a:lnTo>
                    <a:pt x="4333768" y="1189795"/>
                  </a:lnTo>
                  <a:lnTo>
                    <a:pt x="4333985" y="1189795"/>
                  </a:lnTo>
                  <a:lnTo>
                    <a:pt x="4334527" y="1189795"/>
                  </a:lnTo>
                  <a:lnTo>
                    <a:pt x="4334636" y="1189795"/>
                  </a:lnTo>
                  <a:lnTo>
                    <a:pt x="4334744" y="1189795"/>
                  </a:lnTo>
                  <a:lnTo>
                    <a:pt x="4335395" y="1188547"/>
                  </a:lnTo>
                  <a:lnTo>
                    <a:pt x="4335503" y="1188547"/>
                  </a:lnTo>
                  <a:lnTo>
                    <a:pt x="4336154" y="1188547"/>
                  </a:lnTo>
                  <a:lnTo>
                    <a:pt x="4336263" y="1188547"/>
                  </a:lnTo>
                  <a:lnTo>
                    <a:pt x="4336371" y="1188547"/>
                  </a:lnTo>
                  <a:lnTo>
                    <a:pt x="4336479" y="1188547"/>
                  </a:lnTo>
                  <a:lnTo>
                    <a:pt x="4336805" y="1188547"/>
                  </a:lnTo>
                  <a:lnTo>
                    <a:pt x="4337022" y="1188547"/>
                  </a:lnTo>
                  <a:lnTo>
                    <a:pt x="4337455" y="1188547"/>
                  </a:lnTo>
                  <a:lnTo>
                    <a:pt x="4338323" y="1186677"/>
                  </a:lnTo>
                  <a:lnTo>
                    <a:pt x="4338648" y="1186677"/>
                  </a:lnTo>
                  <a:lnTo>
                    <a:pt x="4338757" y="1186053"/>
                  </a:lnTo>
                  <a:lnTo>
                    <a:pt x="4339299" y="1186053"/>
                  </a:lnTo>
                  <a:lnTo>
                    <a:pt x="4339408" y="1186053"/>
                  </a:lnTo>
                  <a:lnTo>
                    <a:pt x="4339624" y="1186053"/>
                  </a:lnTo>
                  <a:lnTo>
                    <a:pt x="4339624" y="1185429"/>
                  </a:lnTo>
                  <a:lnTo>
                    <a:pt x="4339950" y="1185429"/>
                  </a:lnTo>
                  <a:lnTo>
                    <a:pt x="4340058" y="1185429"/>
                  </a:lnTo>
                  <a:lnTo>
                    <a:pt x="4340167" y="1185429"/>
                  </a:lnTo>
                  <a:lnTo>
                    <a:pt x="4340384" y="1185429"/>
                  </a:lnTo>
                  <a:lnTo>
                    <a:pt x="4340492" y="1185429"/>
                  </a:lnTo>
                  <a:lnTo>
                    <a:pt x="4340600" y="1185429"/>
                  </a:lnTo>
                  <a:lnTo>
                    <a:pt x="4340709" y="1185429"/>
                  </a:lnTo>
                  <a:lnTo>
                    <a:pt x="4341360" y="1184806"/>
                  </a:lnTo>
                  <a:lnTo>
                    <a:pt x="4341468" y="1184806"/>
                  </a:lnTo>
                  <a:lnTo>
                    <a:pt x="4341576" y="1184806"/>
                  </a:lnTo>
                  <a:lnTo>
                    <a:pt x="4341685" y="1184182"/>
                  </a:lnTo>
                  <a:lnTo>
                    <a:pt x="4341902" y="1184182"/>
                  </a:lnTo>
                  <a:lnTo>
                    <a:pt x="4342010" y="1183559"/>
                  </a:lnTo>
                  <a:lnTo>
                    <a:pt x="4342444" y="1182935"/>
                  </a:lnTo>
                  <a:lnTo>
                    <a:pt x="4343095" y="1182312"/>
                  </a:lnTo>
                  <a:lnTo>
                    <a:pt x="4343312" y="1182312"/>
                  </a:lnTo>
                  <a:lnTo>
                    <a:pt x="4343420" y="1182312"/>
                  </a:lnTo>
                  <a:lnTo>
                    <a:pt x="4344288" y="1181688"/>
                  </a:lnTo>
                  <a:lnTo>
                    <a:pt x="4344613" y="1181688"/>
                  </a:lnTo>
                  <a:lnTo>
                    <a:pt x="4344721" y="1181688"/>
                  </a:lnTo>
                  <a:lnTo>
                    <a:pt x="4344830" y="1181688"/>
                  </a:lnTo>
                  <a:lnTo>
                    <a:pt x="4344938" y="1181688"/>
                  </a:lnTo>
                  <a:lnTo>
                    <a:pt x="4345047" y="1181688"/>
                  </a:lnTo>
                  <a:lnTo>
                    <a:pt x="4345155" y="1181688"/>
                  </a:lnTo>
                  <a:lnTo>
                    <a:pt x="4346131" y="1178570"/>
                  </a:lnTo>
                  <a:lnTo>
                    <a:pt x="4346240" y="1178570"/>
                  </a:lnTo>
                  <a:lnTo>
                    <a:pt x="4346565" y="1177947"/>
                  </a:lnTo>
                  <a:lnTo>
                    <a:pt x="4346673" y="1177323"/>
                  </a:lnTo>
                  <a:lnTo>
                    <a:pt x="4346782" y="1177323"/>
                  </a:lnTo>
                  <a:lnTo>
                    <a:pt x="4347216" y="1177323"/>
                  </a:lnTo>
                  <a:lnTo>
                    <a:pt x="4347216" y="1176699"/>
                  </a:lnTo>
                  <a:lnTo>
                    <a:pt x="4347216" y="1176076"/>
                  </a:lnTo>
                  <a:lnTo>
                    <a:pt x="4347324" y="1175452"/>
                  </a:lnTo>
                  <a:lnTo>
                    <a:pt x="4347433" y="1175452"/>
                  </a:lnTo>
                  <a:lnTo>
                    <a:pt x="4347758" y="1175452"/>
                  </a:lnTo>
                  <a:lnTo>
                    <a:pt x="4347866" y="1174829"/>
                  </a:lnTo>
                  <a:lnTo>
                    <a:pt x="4347975" y="1174829"/>
                  </a:lnTo>
                  <a:lnTo>
                    <a:pt x="4348300" y="1174829"/>
                  </a:lnTo>
                  <a:lnTo>
                    <a:pt x="4348517" y="1174829"/>
                  </a:lnTo>
                  <a:lnTo>
                    <a:pt x="4348626" y="1174829"/>
                  </a:lnTo>
                  <a:lnTo>
                    <a:pt x="4349059" y="1174205"/>
                  </a:lnTo>
                  <a:lnTo>
                    <a:pt x="4349168" y="1174205"/>
                  </a:lnTo>
                  <a:lnTo>
                    <a:pt x="4349385" y="1173581"/>
                  </a:lnTo>
                  <a:lnTo>
                    <a:pt x="4349602" y="1173581"/>
                  </a:lnTo>
                  <a:lnTo>
                    <a:pt x="4349818" y="1173581"/>
                  </a:lnTo>
                  <a:lnTo>
                    <a:pt x="4349927" y="1173581"/>
                  </a:lnTo>
                  <a:lnTo>
                    <a:pt x="4350361" y="1173581"/>
                  </a:lnTo>
                  <a:lnTo>
                    <a:pt x="4350578" y="1173581"/>
                  </a:lnTo>
                  <a:lnTo>
                    <a:pt x="4351120" y="1173581"/>
                  </a:lnTo>
                  <a:lnTo>
                    <a:pt x="4351120" y="1172958"/>
                  </a:lnTo>
                  <a:lnTo>
                    <a:pt x="4351337" y="1171711"/>
                  </a:lnTo>
                  <a:lnTo>
                    <a:pt x="4351445" y="1171087"/>
                  </a:lnTo>
                  <a:lnTo>
                    <a:pt x="4352313" y="1170464"/>
                  </a:lnTo>
                  <a:lnTo>
                    <a:pt x="4352855" y="1170464"/>
                  </a:lnTo>
                  <a:lnTo>
                    <a:pt x="4352963" y="1170464"/>
                  </a:lnTo>
                  <a:lnTo>
                    <a:pt x="4353072" y="1170464"/>
                  </a:lnTo>
                  <a:lnTo>
                    <a:pt x="4353180" y="1170464"/>
                  </a:lnTo>
                  <a:lnTo>
                    <a:pt x="4353289" y="1170464"/>
                  </a:lnTo>
                  <a:lnTo>
                    <a:pt x="4353397" y="1170464"/>
                  </a:lnTo>
                  <a:lnTo>
                    <a:pt x="4353506" y="1170464"/>
                  </a:lnTo>
                  <a:lnTo>
                    <a:pt x="4353831" y="1170464"/>
                  </a:lnTo>
                  <a:lnTo>
                    <a:pt x="4353939" y="1170464"/>
                  </a:lnTo>
                  <a:lnTo>
                    <a:pt x="4354373" y="1170464"/>
                  </a:lnTo>
                  <a:lnTo>
                    <a:pt x="4354482" y="1170464"/>
                  </a:lnTo>
                  <a:lnTo>
                    <a:pt x="4354590" y="1170464"/>
                  </a:lnTo>
                  <a:lnTo>
                    <a:pt x="4354807" y="1170464"/>
                  </a:lnTo>
                  <a:lnTo>
                    <a:pt x="4354915" y="1170464"/>
                  </a:lnTo>
                  <a:lnTo>
                    <a:pt x="4355024" y="1170464"/>
                  </a:lnTo>
                  <a:lnTo>
                    <a:pt x="4355132" y="1170464"/>
                  </a:lnTo>
                  <a:lnTo>
                    <a:pt x="4356868" y="1170464"/>
                  </a:lnTo>
                  <a:lnTo>
                    <a:pt x="4356976" y="1170464"/>
                  </a:lnTo>
                  <a:lnTo>
                    <a:pt x="4357627" y="1169840"/>
                  </a:lnTo>
                  <a:lnTo>
                    <a:pt x="4357735" y="1169840"/>
                  </a:lnTo>
                  <a:lnTo>
                    <a:pt x="4357844" y="1169840"/>
                  </a:lnTo>
                  <a:lnTo>
                    <a:pt x="4358603" y="1169840"/>
                  </a:lnTo>
                  <a:lnTo>
                    <a:pt x="4358711" y="1169840"/>
                  </a:lnTo>
                  <a:lnTo>
                    <a:pt x="4358820" y="1169840"/>
                  </a:lnTo>
                  <a:lnTo>
                    <a:pt x="4358928" y="1169840"/>
                  </a:lnTo>
                  <a:lnTo>
                    <a:pt x="4359796" y="1169840"/>
                  </a:lnTo>
                  <a:lnTo>
                    <a:pt x="4359904" y="1169840"/>
                  </a:lnTo>
                  <a:lnTo>
                    <a:pt x="4360013" y="1169840"/>
                  </a:lnTo>
                  <a:lnTo>
                    <a:pt x="4360229" y="1169840"/>
                  </a:lnTo>
                  <a:lnTo>
                    <a:pt x="4360555" y="1169840"/>
                  </a:lnTo>
                  <a:lnTo>
                    <a:pt x="4360772" y="1169216"/>
                  </a:lnTo>
                  <a:lnTo>
                    <a:pt x="4360880" y="1169216"/>
                  </a:lnTo>
                  <a:lnTo>
                    <a:pt x="4360989" y="1169216"/>
                  </a:lnTo>
                  <a:lnTo>
                    <a:pt x="4361097" y="1169216"/>
                  </a:lnTo>
                  <a:lnTo>
                    <a:pt x="4361097" y="1168593"/>
                  </a:lnTo>
                  <a:lnTo>
                    <a:pt x="4361314" y="1168593"/>
                  </a:lnTo>
                  <a:lnTo>
                    <a:pt x="4361422" y="1167969"/>
                  </a:lnTo>
                  <a:lnTo>
                    <a:pt x="4361748" y="1166722"/>
                  </a:lnTo>
                  <a:lnTo>
                    <a:pt x="4362507" y="1166722"/>
                  </a:lnTo>
                  <a:lnTo>
                    <a:pt x="4362724" y="1166722"/>
                  </a:lnTo>
                  <a:lnTo>
                    <a:pt x="4362941" y="1166098"/>
                  </a:lnTo>
                  <a:lnTo>
                    <a:pt x="4363157" y="1166098"/>
                  </a:lnTo>
                  <a:lnTo>
                    <a:pt x="4363700" y="1166098"/>
                  </a:lnTo>
                  <a:lnTo>
                    <a:pt x="4364025" y="1165475"/>
                  </a:lnTo>
                  <a:lnTo>
                    <a:pt x="4364133" y="1165475"/>
                  </a:lnTo>
                  <a:lnTo>
                    <a:pt x="4364242" y="1165475"/>
                  </a:lnTo>
                  <a:lnTo>
                    <a:pt x="4364242" y="1164228"/>
                  </a:lnTo>
                  <a:lnTo>
                    <a:pt x="4364350" y="1164228"/>
                  </a:lnTo>
                  <a:lnTo>
                    <a:pt x="4364459" y="1164228"/>
                  </a:lnTo>
                  <a:lnTo>
                    <a:pt x="4364567" y="1164228"/>
                  </a:lnTo>
                  <a:lnTo>
                    <a:pt x="4365001" y="1164228"/>
                  </a:lnTo>
                  <a:lnTo>
                    <a:pt x="4365326" y="1163604"/>
                  </a:lnTo>
                  <a:lnTo>
                    <a:pt x="4365652" y="1163604"/>
                  </a:lnTo>
                  <a:lnTo>
                    <a:pt x="4365760" y="1162357"/>
                  </a:lnTo>
                  <a:lnTo>
                    <a:pt x="4366194" y="1162357"/>
                  </a:lnTo>
                  <a:lnTo>
                    <a:pt x="4366411" y="1162357"/>
                  </a:lnTo>
                  <a:lnTo>
                    <a:pt x="4366736" y="1162357"/>
                  </a:lnTo>
                  <a:lnTo>
                    <a:pt x="4366845" y="1162357"/>
                  </a:lnTo>
                  <a:lnTo>
                    <a:pt x="4367278" y="1161733"/>
                  </a:lnTo>
                  <a:lnTo>
                    <a:pt x="4367712" y="1161110"/>
                  </a:lnTo>
                  <a:lnTo>
                    <a:pt x="4367821" y="1161110"/>
                  </a:lnTo>
                  <a:lnTo>
                    <a:pt x="4368038" y="1161110"/>
                  </a:lnTo>
                  <a:lnTo>
                    <a:pt x="4368254" y="1161110"/>
                  </a:lnTo>
                  <a:lnTo>
                    <a:pt x="4368254" y="1160486"/>
                  </a:lnTo>
                  <a:lnTo>
                    <a:pt x="4369556" y="1159863"/>
                  </a:lnTo>
                  <a:lnTo>
                    <a:pt x="4369881" y="1157368"/>
                  </a:lnTo>
                  <a:lnTo>
                    <a:pt x="4369990" y="1157368"/>
                  </a:lnTo>
                  <a:lnTo>
                    <a:pt x="4370098" y="1157368"/>
                  </a:lnTo>
                  <a:lnTo>
                    <a:pt x="4370423" y="1156745"/>
                  </a:lnTo>
                  <a:lnTo>
                    <a:pt x="4370966" y="1156745"/>
                  </a:lnTo>
                  <a:lnTo>
                    <a:pt x="4371074" y="1156745"/>
                  </a:lnTo>
                  <a:lnTo>
                    <a:pt x="4371508" y="1156745"/>
                  </a:lnTo>
                  <a:lnTo>
                    <a:pt x="4371616" y="1156745"/>
                  </a:lnTo>
                  <a:lnTo>
                    <a:pt x="4371616" y="1156121"/>
                  </a:lnTo>
                  <a:lnTo>
                    <a:pt x="4371942" y="1156121"/>
                  </a:lnTo>
                  <a:lnTo>
                    <a:pt x="4373135" y="1155498"/>
                  </a:lnTo>
                  <a:lnTo>
                    <a:pt x="4373243" y="1155498"/>
                  </a:lnTo>
                  <a:lnTo>
                    <a:pt x="4373352" y="1155498"/>
                  </a:lnTo>
                  <a:lnTo>
                    <a:pt x="4373568" y="1155498"/>
                  </a:lnTo>
                  <a:lnTo>
                    <a:pt x="4373677" y="1155498"/>
                  </a:lnTo>
                  <a:lnTo>
                    <a:pt x="4373677" y="1154874"/>
                  </a:lnTo>
                  <a:lnTo>
                    <a:pt x="4373894" y="1154874"/>
                  </a:lnTo>
                  <a:lnTo>
                    <a:pt x="4374219" y="1154874"/>
                  </a:lnTo>
                  <a:lnTo>
                    <a:pt x="4374761" y="1154250"/>
                  </a:lnTo>
                  <a:lnTo>
                    <a:pt x="4374870" y="1154250"/>
                  </a:lnTo>
                  <a:lnTo>
                    <a:pt x="4375737" y="1153003"/>
                  </a:lnTo>
                  <a:lnTo>
                    <a:pt x="4375846" y="1153003"/>
                  </a:lnTo>
                  <a:lnTo>
                    <a:pt x="4376063" y="1153003"/>
                  </a:lnTo>
                  <a:lnTo>
                    <a:pt x="4376280" y="1152380"/>
                  </a:lnTo>
                  <a:lnTo>
                    <a:pt x="4376822" y="1152380"/>
                  </a:lnTo>
                  <a:lnTo>
                    <a:pt x="4377798" y="1152380"/>
                  </a:lnTo>
                  <a:lnTo>
                    <a:pt x="4377906" y="1152380"/>
                  </a:lnTo>
                  <a:lnTo>
                    <a:pt x="4378015" y="1152380"/>
                  </a:lnTo>
                  <a:lnTo>
                    <a:pt x="4378123" y="1152380"/>
                  </a:lnTo>
                  <a:lnTo>
                    <a:pt x="4378340" y="1152380"/>
                  </a:lnTo>
                  <a:lnTo>
                    <a:pt x="4378665" y="1151756"/>
                  </a:lnTo>
                  <a:lnTo>
                    <a:pt x="4379099" y="1151756"/>
                  </a:lnTo>
                  <a:lnTo>
                    <a:pt x="4379533" y="1151756"/>
                  </a:lnTo>
                  <a:lnTo>
                    <a:pt x="4380509" y="1151756"/>
                  </a:lnTo>
                  <a:lnTo>
                    <a:pt x="4380726" y="1151756"/>
                  </a:lnTo>
                  <a:lnTo>
                    <a:pt x="4380834" y="1151756"/>
                  </a:lnTo>
                  <a:lnTo>
                    <a:pt x="4380943" y="1151756"/>
                  </a:lnTo>
                  <a:lnTo>
                    <a:pt x="4381485" y="1151756"/>
                  </a:lnTo>
                  <a:lnTo>
                    <a:pt x="4381594" y="1151756"/>
                  </a:lnTo>
                  <a:lnTo>
                    <a:pt x="4381702" y="1151756"/>
                  </a:lnTo>
                  <a:lnTo>
                    <a:pt x="4382461" y="1151756"/>
                  </a:lnTo>
                  <a:lnTo>
                    <a:pt x="4382570" y="1151756"/>
                  </a:lnTo>
                  <a:lnTo>
                    <a:pt x="4382570" y="1151132"/>
                  </a:lnTo>
                  <a:lnTo>
                    <a:pt x="4382678" y="1151132"/>
                  </a:lnTo>
                  <a:lnTo>
                    <a:pt x="4382786" y="1151132"/>
                  </a:lnTo>
                  <a:lnTo>
                    <a:pt x="4383654" y="1151132"/>
                  </a:lnTo>
                  <a:lnTo>
                    <a:pt x="4384305" y="1150509"/>
                  </a:lnTo>
                  <a:lnTo>
                    <a:pt x="4384413" y="1150509"/>
                  </a:lnTo>
                  <a:lnTo>
                    <a:pt x="4384630" y="1150509"/>
                  </a:lnTo>
                  <a:lnTo>
                    <a:pt x="4384847" y="1150509"/>
                  </a:lnTo>
                  <a:lnTo>
                    <a:pt x="4384955" y="1150509"/>
                  </a:lnTo>
                  <a:lnTo>
                    <a:pt x="4385606" y="1150509"/>
                  </a:lnTo>
                  <a:lnTo>
                    <a:pt x="4385823" y="1149885"/>
                  </a:lnTo>
                  <a:lnTo>
                    <a:pt x="4385931" y="1149885"/>
                  </a:lnTo>
                  <a:lnTo>
                    <a:pt x="4386148" y="1149885"/>
                  </a:lnTo>
                  <a:lnTo>
                    <a:pt x="4386474" y="1149885"/>
                  </a:lnTo>
                  <a:lnTo>
                    <a:pt x="4386582" y="1149885"/>
                  </a:lnTo>
                  <a:lnTo>
                    <a:pt x="4386691" y="1149885"/>
                  </a:lnTo>
                  <a:lnTo>
                    <a:pt x="4387341" y="1149885"/>
                  </a:lnTo>
                  <a:lnTo>
                    <a:pt x="4387558" y="1149885"/>
                  </a:lnTo>
                  <a:lnTo>
                    <a:pt x="4387667" y="1149885"/>
                  </a:lnTo>
                  <a:lnTo>
                    <a:pt x="4387883" y="1149885"/>
                  </a:lnTo>
                  <a:lnTo>
                    <a:pt x="4388100" y="1149885"/>
                  </a:lnTo>
                  <a:lnTo>
                    <a:pt x="4388643" y="1149885"/>
                  </a:lnTo>
                  <a:lnTo>
                    <a:pt x="4388859" y="1149262"/>
                  </a:lnTo>
                  <a:lnTo>
                    <a:pt x="4389293" y="1149262"/>
                  </a:lnTo>
                  <a:lnTo>
                    <a:pt x="4389402" y="1149262"/>
                  </a:lnTo>
                  <a:lnTo>
                    <a:pt x="4389619" y="1149262"/>
                  </a:lnTo>
                  <a:lnTo>
                    <a:pt x="4389727" y="1149262"/>
                  </a:lnTo>
                  <a:lnTo>
                    <a:pt x="4389944" y="1148638"/>
                  </a:lnTo>
                  <a:lnTo>
                    <a:pt x="4390052" y="1148638"/>
                  </a:lnTo>
                  <a:lnTo>
                    <a:pt x="4390378" y="1148638"/>
                  </a:lnTo>
                  <a:lnTo>
                    <a:pt x="4390812" y="1148638"/>
                  </a:lnTo>
                  <a:lnTo>
                    <a:pt x="4390920" y="1148638"/>
                  </a:lnTo>
                  <a:lnTo>
                    <a:pt x="4391788" y="1148638"/>
                  </a:lnTo>
                  <a:lnTo>
                    <a:pt x="4392221" y="1148638"/>
                  </a:lnTo>
                  <a:lnTo>
                    <a:pt x="4392330" y="1148638"/>
                  </a:lnTo>
                  <a:lnTo>
                    <a:pt x="4392438" y="1148638"/>
                  </a:lnTo>
                  <a:lnTo>
                    <a:pt x="4392547" y="1148015"/>
                  </a:lnTo>
                  <a:lnTo>
                    <a:pt x="4392764" y="1148015"/>
                  </a:lnTo>
                  <a:lnTo>
                    <a:pt x="4392872" y="1148015"/>
                  </a:lnTo>
                  <a:lnTo>
                    <a:pt x="4392980" y="1148015"/>
                  </a:lnTo>
                  <a:lnTo>
                    <a:pt x="4392980" y="1147391"/>
                  </a:lnTo>
                  <a:lnTo>
                    <a:pt x="4393089" y="1147391"/>
                  </a:lnTo>
                  <a:lnTo>
                    <a:pt x="4393197" y="1147391"/>
                  </a:lnTo>
                  <a:lnTo>
                    <a:pt x="4393306" y="1147391"/>
                  </a:lnTo>
                  <a:lnTo>
                    <a:pt x="4393414" y="1147391"/>
                  </a:lnTo>
                  <a:lnTo>
                    <a:pt x="4394390" y="1146144"/>
                  </a:lnTo>
                  <a:lnTo>
                    <a:pt x="4394499" y="1146144"/>
                  </a:lnTo>
                  <a:lnTo>
                    <a:pt x="4394824" y="1146144"/>
                  </a:lnTo>
                  <a:lnTo>
                    <a:pt x="4395041" y="1146144"/>
                  </a:lnTo>
                  <a:lnTo>
                    <a:pt x="4395258" y="1146144"/>
                  </a:lnTo>
                  <a:lnTo>
                    <a:pt x="4395366" y="1146144"/>
                  </a:lnTo>
                  <a:lnTo>
                    <a:pt x="4395583" y="1146144"/>
                  </a:lnTo>
                  <a:lnTo>
                    <a:pt x="4395692" y="1146144"/>
                  </a:lnTo>
                  <a:lnTo>
                    <a:pt x="4396342" y="1144897"/>
                  </a:lnTo>
                  <a:lnTo>
                    <a:pt x="4396559" y="1144273"/>
                  </a:lnTo>
                  <a:lnTo>
                    <a:pt x="4396776" y="1144273"/>
                  </a:lnTo>
                  <a:lnTo>
                    <a:pt x="4396993" y="1143649"/>
                  </a:lnTo>
                  <a:lnTo>
                    <a:pt x="4397210" y="1143649"/>
                  </a:lnTo>
                  <a:lnTo>
                    <a:pt x="4397318" y="1143649"/>
                  </a:lnTo>
                  <a:lnTo>
                    <a:pt x="4397644" y="1143649"/>
                  </a:lnTo>
                  <a:lnTo>
                    <a:pt x="4398294" y="1143649"/>
                  </a:lnTo>
                  <a:lnTo>
                    <a:pt x="4398945" y="1143026"/>
                  </a:lnTo>
                  <a:lnTo>
                    <a:pt x="4399379" y="1142402"/>
                  </a:lnTo>
                  <a:lnTo>
                    <a:pt x="4399487" y="1142402"/>
                  </a:lnTo>
                  <a:lnTo>
                    <a:pt x="4399813" y="1142402"/>
                  </a:lnTo>
                  <a:lnTo>
                    <a:pt x="4399921" y="1142402"/>
                  </a:lnTo>
                  <a:lnTo>
                    <a:pt x="4400030" y="1141779"/>
                  </a:lnTo>
                  <a:lnTo>
                    <a:pt x="4400246" y="1141779"/>
                  </a:lnTo>
                  <a:lnTo>
                    <a:pt x="4400355" y="1141779"/>
                  </a:lnTo>
                  <a:lnTo>
                    <a:pt x="4401222" y="1141155"/>
                  </a:lnTo>
                  <a:lnTo>
                    <a:pt x="4401765" y="1141155"/>
                  </a:lnTo>
                  <a:lnTo>
                    <a:pt x="4401873" y="1141155"/>
                  </a:lnTo>
                  <a:lnTo>
                    <a:pt x="4401982" y="1141155"/>
                  </a:lnTo>
                  <a:lnTo>
                    <a:pt x="4402090" y="1141155"/>
                  </a:lnTo>
                  <a:lnTo>
                    <a:pt x="4402198" y="1141155"/>
                  </a:lnTo>
                  <a:lnTo>
                    <a:pt x="4402415" y="1141155"/>
                  </a:lnTo>
                  <a:lnTo>
                    <a:pt x="4402632" y="1141155"/>
                  </a:lnTo>
                  <a:lnTo>
                    <a:pt x="4403283" y="1140532"/>
                  </a:lnTo>
                  <a:lnTo>
                    <a:pt x="4403391" y="1140532"/>
                  </a:lnTo>
                  <a:lnTo>
                    <a:pt x="4403500" y="1140532"/>
                  </a:lnTo>
                  <a:lnTo>
                    <a:pt x="4403608" y="1140532"/>
                  </a:lnTo>
                  <a:lnTo>
                    <a:pt x="4403608" y="1139908"/>
                  </a:lnTo>
                  <a:lnTo>
                    <a:pt x="4404042" y="1138661"/>
                  </a:lnTo>
                  <a:lnTo>
                    <a:pt x="4404151" y="1138661"/>
                  </a:lnTo>
                  <a:lnTo>
                    <a:pt x="4404367" y="1138661"/>
                  </a:lnTo>
                  <a:lnTo>
                    <a:pt x="4404476" y="1138661"/>
                  </a:lnTo>
                  <a:lnTo>
                    <a:pt x="4404693" y="1138661"/>
                  </a:lnTo>
                  <a:lnTo>
                    <a:pt x="4405127" y="1138661"/>
                  </a:lnTo>
                  <a:lnTo>
                    <a:pt x="4405560" y="1138037"/>
                  </a:lnTo>
                  <a:lnTo>
                    <a:pt x="4405669" y="1138037"/>
                  </a:lnTo>
                  <a:lnTo>
                    <a:pt x="4405777" y="1138037"/>
                  </a:lnTo>
                  <a:lnTo>
                    <a:pt x="4405886" y="1138037"/>
                  </a:lnTo>
                  <a:lnTo>
                    <a:pt x="4406428" y="1138037"/>
                  </a:lnTo>
                  <a:lnTo>
                    <a:pt x="4406753" y="1138037"/>
                  </a:lnTo>
                  <a:lnTo>
                    <a:pt x="4406862" y="1138037"/>
                  </a:lnTo>
                  <a:lnTo>
                    <a:pt x="4406970" y="1137414"/>
                  </a:lnTo>
                  <a:lnTo>
                    <a:pt x="4406970" y="1136790"/>
                  </a:lnTo>
                  <a:lnTo>
                    <a:pt x="4407079" y="1136790"/>
                  </a:lnTo>
                  <a:lnTo>
                    <a:pt x="4407187" y="1136166"/>
                  </a:lnTo>
                  <a:lnTo>
                    <a:pt x="4407404" y="1136166"/>
                  </a:lnTo>
                  <a:lnTo>
                    <a:pt x="4407729" y="1134919"/>
                  </a:lnTo>
                  <a:lnTo>
                    <a:pt x="4407838" y="1134919"/>
                  </a:lnTo>
                  <a:lnTo>
                    <a:pt x="4407946" y="1134919"/>
                  </a:lnTo>
                  <a:lnTo>
                    <a:pt x="4408055" y="1134919"/>
                  </a:lnTo>
                  <a:lnTo>
                    <a:pt x="4408705" y="1134296"/>
                  </a:lnTo>
                  <a:lnTo>
                    <a:pt x="4409139" y="1134296"/>
                  </a:lnTo>
                  <a:lnTo>
                    <a:pt x="4409248" y="1134296"/>
                  </a:lnTo>
                  <a:lnTo>
                    <a:pt x="4409681" y="1133672"/>
                  </a:lnTo>
                  <a:lnTo>
                    <a:pt x="4409790" y="1133672"/>
                  </a:lnTo>
                  <a:lnTo>
                    <a:pt x="4409898" y="1133672"/>
                  </a:lnTo>
                  <a:lnTo>
                    <a:pt x="4410874" y="1133672"/>
                  </a:lnTo>
                  <a:lnTo>
                    <a:pt x="4411308" y="1133672"/>
                  </a:lnTo>
                  <a:lnTo>
                    <a:pt x="4411416" y="1133672"/>
                  </a:lnTo>
                  <a:lnTo>
                    <a:pt x="4411742" y="1133672"/>
                  </a:lnTo>
                  <a:lnTo>
                    <a:pt x="4411850" y="1133672"/>
                  </a:lnTo>
                  <a:lnTo>
                    <a:pt x="4412284" y="1133672"/>
                  </a:lnTo>
                  <a:lnTo>
                    <a:pt x="4412393" y="1133672"/>
                  </a:lnTo>
                  <a:lnTo>
                    <a:pt x="4413043" y="1133672"/>
                  </a:lnTo>
                  <a:lnTo>
                    <a:pt x="4413369" y="1133672"/>
                  </a:lnTo>
                  <a:lnTo>
                    <a:pt x="4413477" y="1133049"/>
                  </a:lnTo>
                  <a:lnTo>
                    <a:pt x="4413802" y="1133049"/>
                  </a:lnTo>
                  <a:lnTo>
                    <a:pt x="4413911" y="1133049"/>
                  </a:lnTo>
                  <a:lnTo>
                    <a:pt x="4414128" y="1133049"/>
                  </a:lnTo>
                  <a:lnTo>
                    <a:pt x="4414345" y="1133049"/>
                  </a:lnTo>
                  <a:lnTo>
                    <a:pt x="4414453" y="1133049"/>
                  </a:lnTo>
                  <a:lnTo>
                    <a:pt x="4414561" y="1132425"/>
                  </a:lnTo>
                  <a:lnTo>
                    <a:pt x="4414670" y="1132425"/>
                  </a:lnTo>
                  <a:lnTo>
                    <a:pt x="4414778" y="1132425"/>
                  </a:lnTo>
                  <a:lnTo>
                    <a:pt x="4414887" y="1132425"/>
                  </a:lnTo>
                  <a:lnTo>
                    <a:pt x="4414995" y="1132425"/>
                  </a:lnTo>
                  <a:lnTo>
                    <a:pt x="4415212" y="1132425"/>
                  </a:lnTo>
                  <a:lnTo>
                    <a:pt x="4415429" y="1132425"/>
                  </a:lnTo>
                  <a:lnTo>
                    <a:pt x="4415754" y="1131801"/>
                  </a:lnTo>
                  <a:lnTo>
                    <a:pt x="4416080" y="1131801"/>
                  </a:lnTo>
                  <a:lnTo>
                    <a:pt x="4416188" y="1131801"/>
                  </a:lnTo>
                  <a:lnTo>
                    <a:pt x="4416514" y="1131801"/>
                  </a:lnTo>
                  <a:lnTo>
                    <a:pt x="4416839" y="1131801"/>
                  </a:lnTo>
                  <a:lnTo>
                    <a:pt x="4416947" y="1131801"/>
                  </a:lnTo>
                  <a:lnTo>
                    <a:pt x="4417164" y="1131801"/>
                  </a:lnTo>
                  <a:lnTo>
                    <a:pt x="4417273" y="1131801"/>
                  </a:lnTo>
                  <a:lnTo>
                    <a:pt x="4417490" y="1131801"/>
                  </a:lnTo>
                  <a:lnTo>
                    <a:pt x="4417598" y="1131801"/>
                  </a:lnTo>
                  <a:lnTo>
                    <a:pt x="4421068" y="1128683"/>
                  </a:lnTo>
                  <a:lnTo>
                    <a:pt x="4421285" y="1128683"/>
                  </a:lnTo>
                  <a:lnTo>
                    <a:pt x="4421719" y="1128683"/>
                  </a:lnTo>
                  <a:lnTo>
                    <a:pt x="4421936" y="1128060"/>
                  </a:lnTo>
                  <a:lnTo>
                    <a:pt x="4422044" y="1126813"/>
                  </a:lnTo>
                  <a:lnTo>
                    <a:pt x="4422478" y="1126813"/>
                  </a:lnTo>
                  <a:lnTo>
                    <a:pt x="4422695" y="1126813"/>
                  </a:lnTo>
                  <a:lnTo>
                    <a:pt x="4423129" y="1126813"/>
                  </a:lnTo>
                  <a:lnTo>
                    <a:pt x="4423237" y="1126189"/>
                  </a:lnTo>
                  <a:lnTo>
                    <a:pt x="4423237" y="1125566"/>
                  </a:lnTo>
                  <a:lnTo>
                    <a:pt x="4423346" y="1125566"/>
                  </a:lnTo>
                  <a:lnTo>
                    <a:pt x="4423454" y="1125566"/>
                  </a:lnTo>
                  <a:lnTo>
                    <a:pt x="4423671" y="1125566"/>
                  </a:lnTo>
                  <a:lnTo>
                    <a:pt x="4423779" y="1125566"/>
                  </a:lnTo>
                  <a:lnTo>
                    <a:pt x="4423888" y="1125566"/>
                  </a:lnTo>
                  <a:lnTo>
                    <a:pt x="4424105" y="1125566"/>
                  </a:lnTo>
                  <a:lnTo>
                    <a:pt x="4424322" y="1125566"/>
                  </a:lnTo>
                  <a:lnTo>
                    <a:pt x="4424756" y="1125566"/>
                  </a:lnTo>
                  <a:lnTo>
                    <a:pt x="4424864" y="1124318"/>
                  </a:lnTo>
                  <a:lnTo>
                    <a:pt x="4425189" y="1124318"/>
                  </a:lnTo>
                  <a:lnTo>
                    <a:pt x="4425623" y="1124318"/>
                  </a:lnTo>
                  <a:lnTo>
                    <a:pt x="4425948" y="1124318"/>
                  </a:lnTo>
                  <a:lnTo>
                    <a:pt x="4426599" y="1124318"/>
                  </a:lnTo>
                  <a:lnTo>
                    <a:pt x="4426924" y="1124318"/>
                  </a:lnTo>
                  <a:lnTo>
                    <a:pt x="4426924" y="1123695"/>
                  </a:lnTo>
                  <a:lnTo>
                    <a:pt x="4427250" y="1123695"/>
                  </a:lnTo>
                  <a:lnTo>
                    <a:pt x="4427792" y="1123695"/>
                  </a:lnTo>
                  <a:lnTo>
                    <a:pt x="4427792" y="1123071"/>
                  </a:lnTo>
                  <a:lnTo>
                    <a:pt x="4428117" y="1123071"/>
                  </a:lnTo>
                  <a:lnTo>
                    <a:pt x="4428877" y="1121201"/>
                  </a:lnTo>
                  <a:lnTo>
                    <a:pt x="4429202" y="1121201"/>
                  </a:lnTo>
                  <a:lnTo>
                    <a:pt x="4429419" y="1121201"/>
                  </a:lnTo>
                  <a:lnTo>
                    <a:pt x="4429744" y="1121201"/>
                  </a:lnTo>
                  <a:lnTo>
                    <a:pt x="4430178" y="1121201"/>
                  </a:lnTo>
                  <a:lnTo>
                    <a:pt x="4430503" y="1121201"/>
                  </a:lnTo>
                  <a:lnTo>
                    <a:pt x="4430937" y="1119953"/>
                  </a:lnTo>
                  <a:lnTo>
                    <a:pt x="4431154" y="1119953"/>
                  </a:lnTo>
                  <a:lnTo>
                    <a:pt x="4431262" y="1119330"/>
                  </a:lnTo>
                  <a:lnTo>
                    <a:pt x="4431371" y="1119330"/>
                  </a:lnTo>
                  <a:lnTo>
                    <a:pt x="4431696" y="1118706"/>
                  </a:lnTo>
                  <a:lnTo>
                    <a:pt x="4432130" y="1118706"/>
                  </a:lnTo>
                  <a:lnTo>
                    <a:pt x="4432238" y="1118706"/>
                  </a:lnTo>
                  <a:lnTo>
                    <a:pt x="4432347" y="1118706"/>
                  </a:lnTo>
                  <a:lnTo>
                    <a:pt x="4432455" y="1118706"/>
                  </a:lnTo>
                  <a:lnTo>
                    <a:pt x="4432672" y="1118706"/>
                  </a:lnTo>
                  <a:lnTo>
                    <a:pt x="4432781" y="1118706"/>
                  </a:lnTo>
                  <a:lnTo>
                    <a:pt x="4432997" y="1118706"/>
                  </a:lnTo>
                  <a:lnTo>
                    <a:pt x="4432997" y="1118083"/>
                  </a:lnTo>
                  <a:lnTo>
                    <a:pt x="4433106" y="1118083"/>
                  </a:lnTo>
                  <a:lnTo>
                    <a:pt x="4433323" y="1118083"/>
                  </a:lnTo>
                  <a:lnTo>
                    <a:pt x="4433757" y="1118083"/>
                  </a:lnTo>
                  <a:lnTo>
                    <a:pt x="4434299" y="1118083"/>
                  </a:lnTo>
                  <a:lnTo>
                    <a:pt x="4434516" y="1118083"/>
                  </a:lnTo>
                  <a:lnTo>
                    <a:pt x="4434624" y="1118083"/>
                  </a:lnTo>
                  <a:lnTo>
                    <a:pt x="4434733" y="1117459"/>
                  </a:lnTo>
                  <a:lnTo>
                    <a:pt x="4434841" y="1117459"/>
                  </a:lnTo>
                  <a:lnTo>
                    <a:pt x="4434950" y="1117459"/>
                  </a:lnTo>
                  <a:lnTo>
                    <a:pt x="4434950" y="1116835"/>
                  </a:lnTo>
                  <a:lnTo>
                    <a:pt x="4435492" y="1115588"/>
                  </a:lnTo>
                  <a:lnTo>
                    <a:pt x="4435600" y="1115588"/>
                  </a:lnTo>
                  <a:lnTo>
                    <a:pt x="4435709" y="1115588"/>
                  </a:lnTo>
                  <a:lnTo>
                    <a:pt x="4436034" y="1114965"/>
                  </a:lnTo>
                  <a:lnTo>
                    <a:pt x="4436142" y="1114965"/>
                  </a:lnTo>
                  <a:lnTo>
                    <a:pt x="4436902" y="1114341"/>
                  </a:lnTo>
                  <a:lnTo>
                    <a:pt x="4437227" y="1114341"/>
                  </a:lnTo>
                  <a:lnTo>
                    <a:pt x="4437552" y="1114341"/>
                  </a:lnTo>
                  <a:lnTo>
                    <a:pt x="4438745" y="1113094"/>
                  </a:lnTo>
                  <a:lnTo>
                    <a:pt x="4438854" y="1113094"/>
                  </a:lnTo>
                  <a:lnTo>
                    <a:pt x="4438854" y="1112470"/>
                  </a:lnTo>
                  <a:lnTo>
                    <a:pt x="4438962" y="1112470"/>
                  </a:lnTo>
                  <a:lnTo>
                    <a:pt x="4439287" y="1111847"/>
                  </a:lnTo>
                  <a:lnTo>
                    <a:pt x="4439396" y="1111847"/>
                  </a:lnTo>
                  <a:lnTo>
                    <a:pt x="4439504" y="1111847"/>
                  </a:lnTo>
                  <a:lnTo>
                    <a:pt x="4439613" y="1111847"/>
                  </a:lnTo>
                  <a:lnTo>
                    <a:pt x="4439721" y="1111847"/>
                  </a:lnTo>
                  <a:lnTo>
                    <a:pt x="4439830" y="1111847"/>
                  </a:lnTo>
                  <a:lnTo>
                    <a:pt x="4440372" y="1111223"/>
                  </a:lnTo>
                  <a:lnTo>
                    <a:pt x="4441023" y="1110600"/>
                  </a:lnTo>
                  <a:lnTo>
                    <a:pt x="4441348" y="1110600"/>
                  </a:lnTo>
                  <a:lnTo>
                    <a:pt x="4441456" y="1110600"/>
                  </a:lnTo>
                  <a:lnTo>
                    <a:pt x="4441565" y="1110600"/>
                  </a:lnTo>
                  <a:lnTo>
                    <a:pt x="4441999" y="1109976"/>
                  </a:lnTo>
                  <a:lnTo>
                    <a:pt x="4441999" y="1109352"/>
                  </a:lnTo>
                  <a:lnTo>
                    <a:pt x="4442216" y="1109352"/>
                  </a:lnTo>
                  <a:lnTo>
                    <a:pt x="4442432" y="1109352"/>
                  </a:lnTo>
                  <a:lnTo>
                    <a:pt x="4442432" y="1108729"/>
                  </a:lnTo>
                  <a:lnTo>
                    <a:pt x="4442541" y="1108729"/>
                  </a:lnTo>
                  <a:lnTo>
                    <a:pt x="4442866" y="1108729"/>
                  </a:lnTo>
                  <a:lnTo>
                    <a:pt x="4443192" y="1107482"/>
                  </a:lnTo>
                  <a:lnTo>
                    <a:pt x="4443300" y="1107482"/>
                  </a:lnTo>
                  <a:lnTo>
                    <a:pt x="4444059" y="1104987"/>
                  </a:lnTo>
                  <a:lnTo>
                    <a:pt x="4444168" y="1104364"/>
                  </a:lnTo>
                  <a:lnTo>
                    <a:pt x="4444276" y="1104364"/>
                  </a:lnTo>
                  <a:lnTo>
                    <a:pt x="4444384" y="1104364"/>
                  </a:lnTo>
                  <a:lnTo>
                    <a:pt x="4445144" y="1104364"/>
                  </a:lnTo>
                  <a:lnTo>
                    <a:pt x="4445469" y="1104364"/>
                  </a:lnTo>
                  <a:lnTo>
                    <a:pt x="4445577" y="1103740"/>
                  </a:lnTo>
                  <a:lnTo>
                    <a:pt x="4445903" y="1103740"/>
                  </a:lnTo>
                  <a:lnTo>
                    <a:pt x="4445903" y="1103117"/>
                  </a:lnTo>
                  <a:lnTo>
                    <a:pt x="4446662" y="1102493"/>
                  </a:lnTo>
                  <a:lnTo>
                    <a:pt x="4446662" y="1101869"/>
                  </a:lnTo>
                  <a:lnTo>
                    <a:pt x="4447313" y="1101869"/>
                  </a:lnTo>
                  <a:lnTo>
                    <a:pt x="4447421" y="1101869"/>
                  </a:lnTo>
                  <a:lnTo>
                    <a:pt x="4447529" y="1101869"/>
                  </a:lnTo>
                  <a:lnTo>
                    <a:pt x="4448180" y="1100622"/>
                  </a:lnTo>
                  <a:lnTo>
                    <a:pt x="4448722" y="1099375"/>
                  </a:lnTo>
                  <a:lnTo>
                    <a:pt x="4448831" y="1099375"/>
                  </a:lnTo>
                  <a:lnTo>
                    <a:pt x="4448939" y="1099375"/>
                  </a:lnTo>
                  <a:lnTo>
                    <a:pt x="4449590" y="1099375"/>
                  </a:lnTo>
                  <a:lnTo>
                    <a:pt x="4449807" y="1099375"/>
                  </a:lnTo>
                  <a:lnTo>
                    <a:pt x="4450458" y="1097504"/>
                  </a:lnTo>
                  <a:lnTo>
                    <a:pt x="4450783" y="1097504"/>
                  </a:lnTo>
                  <a:lnTo>
                    <a:pt x="4451000" y="1097504"/>
                  </a:lnTo>
                  <a:lnTo>
                    <a:pt x="4451108" y="1097504"/>
                  </a:lnTo>
                  <a:lnTo>
                    <a:pt x="4451217" y="1096881"/>
                  </a:lnTo>
                  <a:lnTo>
                    <a:pt x="4451325" y="1096881"/>
                  </a:lnTo>
                  <a:lnTo>
                    <a:pt x="4451434" y="1096881"/>
                  </a:lnTo>
                  <a:lnTo>
                    <a:pt x="4451542" y="1096881"/>
                  </a:lnTo>
                  <a:lnTo>
                    <a:pt x="4451759" y="1096881"/>
                  </a:lnTo>
                  <a:lnTo>
                    <a:pt x="4451976" y="1096881"/>
                  </a:lnTo>
                  <a:lnTo>
                    <a:pt x="4452084" y="1096881"/>
                  </a:lnTo>
                  <a:lnTo>
                    <a:pt x="4452193" y="1096881"/>
                  </a:lnTo>
                  <a:lnTo>
                    <a:pt x="4452626" y="1096881"/>
                  </a:lnTo>
                  <a:lnTo>
                    <a:pt x="4452735" y="1096881"/>
                  </a:lnTo>
                  <a:lnTo>
                    <a:pt x="4452952" y="1096257"/>
                  </a:lnTo>
                  <a:lnTo>
                    <a:pt x="4453060" y="1096257"/>
                  </a:lnTo>
                  <a:lnTo>
                    <a:pt x="4453602" y="1095634"/>
                  </a:lnTo>
                  <a:lnTo>
                    <a:pt x="4453819" y="1095634"/>
                  </a:lnTo>
                  <a:lnTo>
                    <a:pt x="4454036" y="1095010"/>
                  </a:lnTo>
                  <a:lnTo>
                    <a:pt x="4454253" y="1095010"/>
                  </a:lnTo>
                  <a:lnTo>
                    <a:pt x="4454470" y="1095010"/>
                  </a:lnTo>
                  <a:lnTo>
                    <a:pt x="4454795" y="1095010"/>
                  </a:lnTo>
                  <a:lnTo>
                    <a:pt x="4455012" y="1094386"/>
                  </a:lnTo>
                  <a:lnTo>
                    <a:pt x="4455555" y="1094386"/>
                  </a:lnTo>
                  <a:lnTo>
                    <a:pt x="4456531" y="1092516"/>
                  </a:lnTo>
                  <a:lnTo>
                    <a:pt x="4457181" y="1091892"/>
                  </a:lnTo>
                  <a:lnTo>
                    <a:pt x="4457615" y="1091892"/>
                  </a:lnTo>
                  <a:lnTo>
                    <a:pt x="4457723" y="1091892"/>
                  </a:lnTo>
                  <a:lnTo>
                    <a:pt x="4457832" y="1091892"/>
                  </a:lnTo>
                  <a:lnTo>
                    <a:pt x="4457940" y="1091892"/>
                  </a:lnTo>
                  <a:lnTo>
                    <a:pt x="4458049" y="1091892"/>
                  </a:lnTo>
                  <a:lnTo>
                    <a:pt x="4458808" y="1090645"/>
                  </a:lnTo>
                  <a:lnTo>
                    <a:pt x="4459025" y="1090645"/>
                  </a:lnTo>
                  <a:lnTo>
                    <a:pt x="4459133" y="1090021"/>
                  </a:lnTo>
                  <a:lnTo>
                    <a:pt x="4459459" y="1090021"/>
                  </a:lnTo>
                  <a:lnTo>
                    <a:pt x="4459459" y="1089398"/>
                  </a:lnTo>
                  <a:lnTo>
                    <a:pt x="4459567" y="1089398"/>
                  </a:lnTo>
                  <a:lnTo>
                    <a:pt x="4459784" y="1089398"/>
                  </a:lnTo>
                  <a:lnTo>
                    <a:pt x="4460109" y="1088774"/>
                  </a:lnTo>
                  <a:lnTo>
                    <a:pt x="4460109" y="1088151"/>
                  </a:lnTo>
                  <a:lnTo>
                    <a:pt x="4460326" y="1088151"/>
                  </a:lnTo>
                  <a:lnTo>
                    <a:pt x="4460977" y="1087527"/>
                  </a:lnTo>
                  <a:lnTo>
                    <a:pt x="4461085" y="1087527"/>
                  </a:lnTo>
                  <a:lnTo>
                    <a:pt x="4462061" y="1086903"/>
                  </a:lnTo>
                  <a:lnTo>
                    <a:pt x="4462170" y="1086280"/>
                  </a:lnTo>
                  <a:lnTo>
                    <a:pt x="4462278" y="1086280"/>
                  </a:lnTo>
                  <a:lnTo>
                    <a:pt x="4462387" y="1086280"/>
                  </a:lnTo>
                  <a:lnTo>
                    <a:pt x="4462712" y="1086280"/>
                  </a:lnTo>
                  <a:lnTo>
                    <a:pt x="4463254" y="1086280"/>
                  </a:lnTo>
                  <a:lnTo>
                    <a:pt x="4463363" y="1086280"/>
                  </a:lnTo>
                  <a:lnTo>
                    <a:pt x="4463797" y="1086280"/>
                  </a:lnTo>
                  <a:lnTo>
                    <a:pt x="4463905" y="1086280"/>
                  </a:lnTo>
                  <a:lnTo>
                    <a:pt x="4464556" y="1086280"/>
                  </a:lnTo>
                  <a:lnTo>
                    <a:pt x="4464664" y="1086280"/>
                  </a:lnTo>
                  <a:lnTo>
                    <a:pt x="4464881" y="1086280"/>
                  </a:lnTo>
                  <a:lnTo>
                    <a:pt x="4464989" y="1086280"/>
                  </a:lnTo>
                  <a:lnTo>
                    <a:pt x="4465098" y="1086280"/>
                  </a:lnTo>
                  <a:lnTo>
                    <a:pt x="4465206" y="1086280"/>
                  </a:lnTo>
                  <a:lnTo>
                    <a:pt x="4465315" y="1086280"/>
                  </a:lnTo>
                  <a:lnTo>
                    <a:pt x="4465749" y="1086280"/>
                  </a:lnTo>
                  <a:lnTo>
                    <a:pt x="4466291" y="1085033"/>
                  </a:lnTo>
                  <a:lnTo>
                    <a:pt x="4466508" y="1085033"/>
                  </a:lnTo>
                  <a:lnTo>
                    <a:pt x="4466725" y="1084409"/>
                  </a:lnTo>
                  <a:lnTo>
                    <a:pt x="4466941" y="1084409"/>
                  </a:lnTo>
                  <a:lnTo>
                    <a:pt x="4466941" y="1083786"/>
                  </a:lnTo>
                  <a:lnTo>
                    <a:pt x="4467158" y="1083786"/>
                  </a:lnTo>
                  <a:lnTo>
                    <a:pt x="4467375" y="1083786"/>
                  </a:lnTo>
                  <a:lnTo>
                    <a:pt x="4467375" y="1083162"/>
                  </a:lnTo>
                  <a:lnTo>
                    <a:pt x="4467592" y="1081291"/>
                  </a:lnTo>
                  <a:lnTo>
                    <a:pt x="4467701" y="1081291"/>
                  </a:lnTo>
                  <a:lnTo>
                    <a:pt x="4467809" y="1081291"/>
                  </a:lnTo>
                  <a:lnTo>
                    <a:pt x="4468026" y="1081291"/>
                  </a:lnTo>
                  <a:lnTo>
                    <a:pt x="4468351" y="1081291"/>
                  </a:lnTo>
                  <a:lnTo>
                    <a:pt x="4468568" y="1081291"/>
                  </a:lnTo>
                  <a:lnTo>
                    <a:pt x="4468785" y="1081291"/>
                  </a:lnTo>
                  <a:lnTo>
                    <a:pt x="4469002" y="1081291"/>
                  </a:lnTo>
                  <a:lnTo>
                    <a:pt x="4469327" y="1081291"/>
                  </a:lnTo>
                  <a:lnTo>
                    <a:pt x="4469761" y="1080044"/>
                  </a:lnTo>
                  <a:lnTo>
                    <a:pt x="4469870" y="1080044"/>
                  </a:lnTo>
                  <a:lnTo>
                    <a:pt x="4470412" y="1078173"/>
                  </a:lnTo>
                  <a:lnTo>
                    <a:pt x="4470520" y="1078173"/>
                  </a:lnTo>
                  <a:lnTo>
                    <a:pt x="4470629" y="1078173"/>
                  </a:lnTo>
                  <a:lnTo>
                    <a:pt x="4470954" y="1078173"/>
                  </a:lnTo>
                  <a:lnTo>
                    <a:pt x="4471062" y="1077550"/>
                  </a:lnTo>
                  <a:lnTo>
                    <a:pt x="4471279" y="1077550"/>
                  </a:lnTo>
                  <a:lnTo>
                    <a:pt x="4471713" y="1076926"/>
                  </a:lnTo>
                  <a:lnTo>
                    <a:pt x="4471930" y="1076926"/>
                  </a:lnTo>
                  <a:lnTo>
                    <a:pt x="4472039" y="1076926"/>
                  </a:lnTo>
                  <a:lnTo>
                    <a:pt x="4472147" y="1076926"/>
                  </a:lnTo>
                  <a:lnTo>
                    <a:pt x="4472364" y="1076303"/>
                  </a:lnTo>
                  <a:lnTo>
                    <a:pt x="4472581" y="1076303"/>
                  </a:lnTo>
                  <a:lnTo>
                    <a:pt x="4473123" y="1076303"/>
                  </a:lnTo>
                  <a:lnTo>
                    <a:pt x="4473774" y="1076303"/>
                  </a:lnTo>
                  <a:lnTo>
                    <a:pt x="4474099" y="1075679"/>
                  </a:lnTo>
                  <a:lnTo>
                    <a:pt x="4474207" y="1075679"/>
                  </a:lnTo>
                  <a:lnTo>
                    <a:pt x="4474424" y="1075679"/>
                  </a:lnTo>
                  <a:lnTo>
                    <a:pt x="4474533" y="1075679"/>
                  </a:lnTo>
                  <a:lnTo>
                    <a:pt x="4474967" y="1075679"/>
                  </a:lnTo>
                  <a:lnTo>
                    <a:pt x="4475183" y="1075679"/>
                  </a:lnTo>
                  <a:lnTo>
                    <a:pt x="4475292" y="1075679"/>
                  </a:lnTo>
                  <a:lnTo>
                    <a:pt x="4475292" y="1075055"/>
                  </a:lnTo>
                  <a:lnTo>
                    <a:pt x="4477027" y="1070690"/>
                  </a:lnTo>
                  <a:lnTo>
                    <a:pt x="4477352" y="1070690"/>
                  </a:lnTo>
                  <a:lnTo>
                    <a:pt x="4477461" y="1070690"/>
                  </a:lnTo>
                  <a:lnTo>
                    <a:pt x="4477786" y="1070690"/>
                  </a:lnTo>
                  <a:lnTo>
                    <a:pt x="4478220" y="1070690"/>
                  </a:lnTo>
                  <a:lnTo>
                    <a:pt x="4478328" y="1070690"/>
                  </a:lnTo>
                  <a:lnTo>
                    <a:pt x="4478437" y="1070690"/>
                  </a:lnTo>
                  <a:lnTo>
                    <a:pt x="4478545" y="1070690"/>
                  </a:lnTo>
                  <a:lnTo>
                    <a:pt x="4478654" y="1070690"/>
                  </a:lnTo>
                  <a:lnTo>
                    <a:pt x="4478762" y="1070690"/>
                  </a:lnTo>
                  <a:lnTo>
                    <a:pt x="4479088" y="1070690"/>
                  </a:lnTo>
                  <a:lnTo>
                    <a:pt x="4479304" y="1070690"/>
                  </a:lnTo>
                  <a:lnTo>
                    <a:pt x="4479738" y="1070690"/>
                  </a:lnTo>
                  <a:lnTo>
                    <a:pt x="4479847" y="1070690"/>
                  </a:lnTo>
                  <a:lnTo>
                    <a:pt x="4479955" y="1070690"/>
                  </a:lnTo>
                  <a:lnTo>
                    <a:pt x="4480172" y="1070690"/>
                  </a:lnTo>
                  <a:lnTo>
                    <a:pt x="4480389" y="1070690"/>
                  </a:lnTo>
                  <a:lnTo>
                    <a:pt x="4480714" y="1068820"/>
                  </a:lnTo>
                  <a:lnTo>
                    <a:pt x="4480823" y="1068820"/>
                  </a:lnTo>
                  <a:lnTo>
                    <a:pt x="4481148" y="1068820"/>
                  </a:lnTo>
                  <a:lnTo>
                    <a:pt x="4481257" y="1068820"/>
                  </a:lnTo>
                  <a:lnTo>
                    <a:pt x="4481365" y="1068820"/>
                  </a:lnTo>
                  <a:lnTo>
                    <a:pt x="4481473" y="1068820"/>
                  </a:lnTo>
                  <a:lnTo>
                    <a:pt x="4481582" y="1068820"/>
                  </a:lnTo>
                  <a:lnTo>
                    <a:pt x="4482666" y="1068196"/>
                  </a:lnTo>
                  <a:lnTo>
                    <a:pt x="4482775" y="1068196"/>
                  </a:lnTo>
                  <a:lnTo>
                    <a:pt x="4482883" y="1068196"/>
                  </a:lnTo>
                  <a:lnTo>
                    <a:pt x="4483317" y="1068196"/>
                  </a:lnTo>
                  <a:lnTo>
                    <a:pt x="4483425" y="1068196"/>
                  </a:lnTo>
                  <a:lnTo>
                    <a:pt x="4483968" y="1068196"/>
                  </a:lnTo>
                  <a:lnTo>
                    <a:pt x="4484076" y="1068196"/>
                  </a:lnTo>
                  <a:lnTo>
                    <a:pt x="4484185" y="1067572"/>
                  </a:lnTo>
                  <a:lnTo>
                    <a:pt x="4484510" y="1067572"/>
                  </a:lnTo>
                  <a:lnTo>
                    <a:pt x="4484835" y="1067572"/>
                  </a:lnTo>
                  <a:lnTo>
                    <a:pt x="4485052" y="1067572"/>
                  </a:lnTo>
                  <a:lnTo>
                    <a:pt x="4485378" y="1067572"/>
                  </a:lnTo>
                  <a:lnTo>
                    <a:pt x="4485703" y="1067572"/>
                  </a:lnTo>
                  <a:lnTo>
                    <a:pt x="4486028" y="1067572"/>
                  </a:lnTo>
                  <a:lnTo>
                    <a:pt x="4486679" y="1066325"/>
                  </a:lnTo>
                  <a:lnTo>
                    <a:pt x="4486787" y="1066325"/>
                  </a:lnTo>
                  <a:lnTo>
                    <a:pt x="4487004" y="1066325"/>
                  </a:lnTo>
                  <a:lnTo>
                    <a:pt x="4487438" y="1066325"/>
                  </a:lnTo>
                  <a:lnTo>
                    <a:pt x="4488522" y="1065078"/>
                  </a:lnTo>
                  <a:lnTo>
                    <a:pt x="4488522" y="1064455"/>
                  </a:lnTo>
                  <a:lnTo>
                    <a:pt x="4488631" y="1064455"/>
                  </a:lnTo>
                  <a:lnTo>
                    <a:pt x="4488739" y="1064455"/>
                  </a:lnTo>
                  <a:lnTo>
                    <a:pt x="4488848" y="1064455"/>
                  </a:lnTo>
                  <a:lnTo>
                    <a:pt x="4488956" y="1064455"/>
                  </a:lnTo>
                  <a:lnTo>
                    <a:pt x="4489282" y="1064455"/>
                  </a:lnTo>
                  <a:lnTo>
                    <a:pt x="4489390" y="1064455"/>
                  </a:lnTo>
                  <a:lnTo>
                    <a:pt x="4489499" y="1064455"/>
                  </a:lnTo>
                  <a:lnTo>
                    <a:pt x="4489824" y="1063831"/>
                  </a:lnTo>
                  <a:lnTo>
                    <a:pt x="4490366" y="1063831"/>
                  </a:lnTo>
                  <a:lnTo>
                    <a:pt x="4490475" y="1063831"/>
                  </a:lnTo>
                  <a:lnTo>
                    <a:pt x="4490583" y="1063831"/>
                  </a:lnTo>
                  <a:lnTo>
                    <a:pt x="4491125" y="1063831"/>
                  </a:lnTo>
                  <a:lnTo>
                    <a:pt x="4491234" y="1063831"/>
                  </a:lnTo>
                  <a:lnTo>
                    <a:pt x="4491342" y="1063831"/>
                  </a:lnTo>
                  <a:lnTo>
                    <a:pt x="4492101" y="1063207"/>
                  </a:lnTo>
                  <a:lnTo>
                    <a:pt x="4492969" y="1062584"/>
                  </a:lnTo>
                  <a:lnTo>
                    <a:pt x="4493077" y="1062584"/>
                  </a:lnTo>
                  <a:lnTo>
                    <a:pt x="4493294" y="1062584"/>
                  </a:lnTo>
                  <a:lnTo>
                    <a:pt x="4493511" y="1062584"/>
                  </a:lnTo>
                  <a:lnTo>
                    <a:pt x="4493620" y="1062584"/>
                  </a:lnTo>
                  <a:lnTo>
                    <a:pt x="4494270" y="1062584"/>
                  </a:lnTo>
                  <a:lnTo>
                    <a:pt x="4494487" y="1062584"/>
                  </a:lnTo>
                  <a:lnTo>
                    <a:pt x="4494921" y="1061960"/>
                  </a:lnTo>
                  <a:lnTo>
                    <a:pt x="4495246" y="1061960"/>
                  </a:lnTo>
                  <a:lnTo>
                    <a:pt x="4495463" y="1061960"/>
                  </a:lnTo>
                  <a:lnTo>
                    <a:pt x="4495897" y="1061960"/>
                  </a:lnTo>
                  <a:lnTo>
                    <a:pt x="4496005" y="1061960"/>
                  </a:lnTo>
                  <a:lnTo>
                    <a:pt x="4496331" y="1061960"/>
                  </a:lnTo>
                  <a:lnTo>
                    <a:pt x="4496656" y="1061960"/>
                  </a:lnTo>
                  <a:lnTo>
                    <a:pt x="4496981" y="1061960"/>
                  </a:lnTo>
                  <a:lnTo>
                    <a:pt x="4497090" y="1061960"/>
                  </a:lnTo>
                  <a:lnTo>
                    <a:pt x="4497307" y="1061960"/>
                  </a:lnTo>
                  <a:lnTo>
                    <a:pt x="4497524" y="1061960"/>
                  </a:lnTo>
                  <a:lnTo>
                    <a:pt x="4497741" y="1061960"/>
                  </a:lnTo>
                  <a:lnTo>
                    <a:pt x="4497957" y="1061960"/>
                  </a:lnTo>
                  <a:lnTo>
                    <a:pt x="4498066" y="1061337"/>
                  </a:lnTo>
                  <a:lnTo>
                    <a:pt x="4498283" y="1061337"/>
                  </a:lnTo>
                  <a:lnTo>
                    <a:pt x="4498283" y="1060713"/>
                  </a:lnTo>
                  <a:lnTo>
                    <a:pt x="4498717" y="1060713"/>
                  </a:lnTo>
                  <a:lnTo>
                    <a:pt x="4499150" y="1060713"/>
                  </a:lnTo>
                  <a:lnTo>
                    <a:pt x="4499476" y="1060713"/>
                  </a:lnTo>
                  <a:lnTo>
                    <a:pt x="4499476" y="1059466"/>
                  </a:lnTo>
                  <a:lnTo>
                    <a:pt x="4499584" y="1059466"/>
                  </a:lnTo>
                  <a:lnTo>
                    <a:pt x="4499693" y="1059466"/>
                  </a:lnTo>
                  <a:lnTo>
                    <a:pt x="4499801" y="1059466"/>
                  </a:lnTo>
                  <a:lnTo>
                    <a:pt x="4500018" y="1059466"/>
                  </a:lnTo>
                  <a:lnTo>
                    <a:pt x="4500777" y="1059466"/>
                  </a:lnTo>
                  <a:lnTo>
                    <a:pt x="4500885" y="1059466"/>
                  </a:lnTo>
                  <a:lnTo>
                    <a:pt x="4501319" y="1059466"/>
                  </a:lnTo>
                  <a:lnTo>
                    <a:pt x="4501645" y="1059466"/>
                  </a:lnTo>
                  <a:lnTo>
                    <a:pt x="4501970" y="1059466"/>
                  </a:lnTo>
                  <a:lnTo>
                    <a:pt x="4502187" y="1058842"/>
                  </a:lnTo>
                  <a:lnTo>
                    <a:pt x="4502512" y="1058842"/>
                  </a:lnTo>
                  <a:lnTo>
                    <a:pt x="4502621" y="1058842"/>
                  </a:lnTo>
                  <a:lnTo>
                    <a:pt x="4502729" y="1058842"/>
                  </a:lnTo>
                  <a:lnTo>
                    <a:pt x="4502946" y="1058842"/>
                  </a:lnTo>
                  <a:lnTo>
                    <a:pt x="4504573" y="1056348"/>
                  </a:lnTo>
                  <a:lnTo>
                    <a:pt x="4504681" y="1056348"/>
                  </a:lnTo>
                  <a:lnTo>
                    <a:pt x="4504790" y="1056348"/>
                  </a:lnTo>
                  <a:lnTo>
                    <a:pt x="4504898" y="1056348"/>
                  </a:lnTo>
                  <a:lnTo>
                    <a:pt x="4505115" y="1056348"/>
                  </a:lnTo>
                  <a:lnTo>
                    <a:pt x="4505223" y="1056348"/>
                  </a:lnTo>
                  <a:lnTo>
                    <a:pt x="4505440" y="1055724"/>
                  </a:lnTo>
                  <a:lnTo>
                    <a:pt x="4505766" y="1055101"/>
                  </a:lnTo>
                  <a:lnTo>
                    <a:pt x="4505874" y="1055101"/>
                  </a:lnTo>
                  <a:lnTo>
                    <a:pt x="4506091" y="1055101"/>
                  </a:lnTo>
                  <a:lnTo>
                    <a:pt x="4506199" y="1055101"/>
                  </a:lnTo>
                  <a:lnTo>
                    <a:pt x="4506633" y="1055101"/>
                  </a:lnTo>
                  <a:lnTo>
                    <a:pt x="4506742" y="1054477"/>
                  </a:lnTo>
                  <a:lnTo>
                    <a:pt x="4507175" y="1053854"/>
                  </a:lnTo>
                  <a:lnTo>
                    <a:pt x="4507609" y="1053854"/>
                  </a:lnTo>
                  <a:lnTo>
                    <a:pt x="4507718" y="1053854"/>
                  </a:lnTo>
                  <a:lnTo>
                    <a:pt x="4508151" y="1053854"/>
                  </a:lnTo>
                  <a:lnTo>
                    <a:pt x="4508260" y="1053854"/>
                  </a:lnTo>
                  <a:lnTo>
                    <a:pt x="4508477" y="1053854"/>
                  </a:lnTo>
                  <a:lnTo>
                    <a:pt x="4508694" y="1053854"/>
                  </a:lnTo>
                  <a:lnTo>
                    <a:pt x="4508802" y="1053854"/>
                  </a:lnTo>
                  <a:lnTo>
                    <a:pt x="4509344" y="1053854"/>
                  </a:lnTo>
                  <a:lnTo>
                    <a:pt x="4509670" y="1053854"/>
                  </a:lnTo>
                  <a:lnTo>
                    <a:pt x="4509778" y="1053854"/>
                  </a:lnTo>
                  <a:lnTo>
                    <a:pt x="4509995" y="1053854"/>
                  </a:lnTo>
                  <a:lnTo>
                    <a:pt x="4510212" y="1053854"/>
                  </a:lnTo>
                  <a:lnTo>
                    <a:pt x="4510646" y="1053854"/>
                  </a:lnTo>
                  <a:lnTo>
                    <a:pt x="4511188" y="1052606"/>
                  </a:lnTo>
                  <a:lnTo>
                    <a:pt x="4511513" y="1052606"/>
                  </a:lnTo>
                  <a:lnTo>
                    <a:pt x="4511622" y="1052606"/>
                  </a:lnTo>
                  <a:lnTo>
                    <a:pt x="4511839" y="1052606"/>
                  </a:lnTo>
                  <a:lnTo>
                    <a:pt x="4512489" y="1051359"/>
                  </a:lnTo>
                  <a:lnTo>
                    <a:pt x="4512923" y="1050736"/>
                  </a:lnTo>
                  <a:lnTo>
                    <a:pt x="4513140" y="1050736"/>
                  </a:lnTo>
                  <a:lnTo>
                    <a:pt x="4513357" y="1050112"/>
                  </a:lnTo>
                  <a:lnTo>
                    <a:pt x="4513465" y="1050112"/>
                  </a:lnTo>
                  <a:lnTo>
                    <a:pt x="4513574" y="1050112"/>
                  </a:lnTo>
                  <a:lnTo>
                    <a:pt x="4514224" y="1050112"/>
                  </a:lnTo>
                  <a:lnTo>
                    <a:pt x="4514441" y="1050112"/>
                  </a:lnTo>
                  <a:lnTo>
                    <a:pt x="4514550" y="1050112"/>
                  </a:lnTo>
                  <a:lnTo>
                    <a:pt x="4514658" y="1049489"/>
                  </a:lnTo>
                  <a:lnTo>
                    <a:pt x="4514658" y="1048865"/>
                  </a:lnTo>
                  <a:lnTo>
                    <a:pt x="4514767" y="1046371"/>
                  </a:lnTo>
                  <a:lnTo>
                    <a:pt x="4514984" y="1045747"/>
                  </a:lnTo>
                  <a:lnTo>
                    <a:pt x="4515309" y="1045747"/>
                  </a:lnTo>
                  <a:lnTo>
                    <a:pt x="4515417" y="1045747"/>
                  </a:lnTo>
                  <a:lnTo>
                    <a:pt x="4515851" y="1045747"/>
                  </a:lnTo>
                  <a:lnTo>
                    <a:pt x="4516177" y="1045747"/>
                  </a:lnTo>
                  <a:lnTo>
                    <a:pt x="4516610" y="1045747"/>
                  </a:lnTo>
                  <a:lnTo>
                    <a:pt x="4516719" y="1045747"/>
                  </a:lnTo>
                  <a:lnTo>
                    <a:pt x="4516827" y="1045747"/>
                  </a:lnTo>
                  <a:lnTo>
                    <a:pt x="4518237" y="1045123"/>
                  </a:lnTo>
                  <a:lnTo>
                    <a:pt x="4518454" y="1044500"/>
                  </a:lnTo>
                  <a:lnTo>
                    <a:pt x="4518671" y="1044500"/>
                  </a:lnTo>
                  <a:lnTo>
                    <a:pt x="4518779" y="1044500"/>
                  </a:lnTo>
                  <a:lnTo>
                    <a:pt x="4518888" y="1044500"/>
                  </a:lnTo>
                  <a:lnTo>
                    <a:pt x="4519213" y="1043876"/>
                  </a:lnTo>
                  <a:lnTo>
                    <a:pt x="4519430" y="1043876"/>
                  </a:lnTo>
                  <a:lnTo>
                    <a:pt x="4519755" y="1043876"/>
                  </a:lnTo>
                  <a:lnTo>
                    <a:pt x="4519864" y="1043876"/>
                  </a:lnTo>
                  <a:lnTo>
                    <a:pt x="4520514" y="1043253"/>
                  </a:lnTo>
                  <a:lnTo>
                    <a:pt x="4520623" y="1043253"/>
                  </a:lnTo>
                  <a:lnTo>
                    <a:pt x="4520948" y="1043253"/>
                  </a:lnTo>
                  <a:lnTo>
                    <a:pt x="4521382" y="1042629"/>
                  </a:lnTo>
                  <a:lnTo>
                    <a:pt x="4521924" y="1042006"/>
                  </a:lnTo>
                  <a:lnTo>
                    <a:pt x="4522033" y="1042006"/>
                  </a:lnTo>
                  <a:lnTo>
                    <a:pt x="4522900" y="1042006"/>
                  </a:lnTo>
                  <a:lnTo>
                    <a:pt x="4522900" y="1041382"/>
                  </a:lnTo>
                  <a:lnTo>
                    <a:pt x="4523009" y="1041382"/>
                  </a:lnTo>
                  <a:lnTo>
                    <a:pt x="4523985" y="1040758"/>
                  </a:lnTo>
                  <a:lnTo>
                    <a:pt x="4524419" y="1040758"/>
                  </a:lnTo>
                  <a:lnTo>
                    <a:pt x="4524419" y="1039511"/>
                  </a:lnTo>
                  <a:lnTo>
                    <a:pt x="4524635" y="1039511"/>
                  </a:lnTo>
                  <a:lnTo>
                    <a:pt x="4524635" y="1038888"/>
                  </a:lnTo>
                  <a:lnTo>
                    <a:pt x="4524744" y="1038888"/>
                  </a:lnTo>
                  <a:lnTo>
                    <a:pt x="4524852" y="1038888"/>
                  </a:lnTo>
                  <a:lnTo>
                    <a:pt x="4524961" y="1038888"/>
                  </a:lnTo>
                  <a:lnTo>
                    <a:pt x="4525178" y="1038888"/>
                  </a:lnTo>
                  <a:lnTo>
                    <a:pt x="4525503" y="1038888"/>
                  </a:lnTo>
                  <a:lnTo>
                    <a:pt x="4526045" y="1038888"/>
                  </a:lnTo>
                  <a:lnTo>
                    <a:pt x="4526587" y="1038888"/>
                  </a:lnTo>
                  <a:lnTo>
                    <a:pt x="4526913" y="1038888"/>
                  </a:lnTo>
                  <a:lnTo>
                    <a:pt x="4527021" y="1038888"/>
                  </a:lnTo>
                  <a:lnTo>
                    <a:pt x="4527238" y="1038888"/>
                  </a:lnTo>
                  <a:lnTo>
                    <a:pt x="4527455" y="1038888"/>
                  </a:lnTo>
                  <a:lnTo>
                    <a:pt x="4528106" y="1038888"/>
                  </a:lnTo>
                  <a:lnTo>
                    <a:pt x="4528214" y="1038888"/>
                  </a:lnTo>
                  <a:lnTo>
                    <a:pt x="4528540" y="1038888"/>
                  </a:lnTo>
                  <a:lnTo>
                    <a:pt x="4528756" y="1038888"/>
                  </a:lnTo>
                  <a:lnTo>
                    <a:pt x="4528865" y="1038888"/>
                  </a:lnTo>
                  <a:lnTo>
                    <a:pt x="4528973" y="1038888"/>
                  </a:lnTo>
                  <a:lnTo>
                    <a:pt x="4529407" y="1038264"/>
                  </a:lnTo>
                  <a:lnTo>
                    <a:pt x="4529624" y="1038264"/>
                  </a:lnTo>
                  <a:lnTo>
                    <a:pt x="4529732" y="1038264"/>
                  </a:lnTo>
                  <a:lnTo>
                    <a:pt x="4529841" y="1037640"/>
                  </a:lnTo>
                  <a:lnTo>
                    <a:pt x="4529949" y="1037640"/>
                  </a:lnTo>
                  <a:lnTo>
                    <a:pt x="4530058" y="1037640"/>
                  </a:lnTo>
                  <a:lnTo>
                    <a:pt x="4530383" y="1037017"/>
                  </a:lnTo>
                  <a:lnTo>
                    <a:pt x="4530708" y="1036393"/>
                  </a:lnTo>
                  <a:lnTo>
                    <a:pt x="4530925" y="1036393"/>
                  </a:lnTo>
                  <a:lnTo>
                    <a:pt x="4531034" y="1036393"/>
                  </a:lnTo>
                  <a:lnTo>
                    <a:pt x="4531142" y="1036393"/>
                  </a:lnTo>
                  <a:lnTo>
                    <a:pt x="4531901" y="1034523"/>
                  </a:lnTo>
                  <a:lnTo>
                    <a:pt x="4532227" y="1034523"/>
                  </a:lnTo>
                  <a:lnTo>
                    <a:pt x="4532552" y="1033899"/>
                  </a:lnTo>
                  <a:lnTo>
                    <a:pt x="4532661" y="1033275"/>
                  </a:lnTo>
                  <a:lnTo>
                    <a:pt x="4532877" y="1033275"/>
                  </a:lnTo>
                  <a:lnTo>
                    <a:pt x="4532986" y="1033275"/>
                  </a:lnTo>
                  <a:lnTo>
                    <a:pt x="4533962" y="1033275"/>
                  </a:lnTo>
                  <a:lnTo>
                    <a:pt x="4534396" y="1033275"/>
                  </a:lnTo>
                  <a:lnTo>
                    <a:pt x="4534721" y="1033275"/>
                  </a:lnTo>
                  <a:lnTo>
                    <a:pt x="4534938" y="1033275"/>
                  </a:lnTo>
                  <a:lnTo>
                    <a:pt x="4535155" y="1032652"/>
                  </a:lnTo>
                  <a:lnTo>
                    <a:pt x="4535372" y="1032652"/>
                  </a:lnTo>
                  <a:lnTo>
                    <a:pt x="4535697" y="1032028"/>
                  </a:lnTo>
                  <a:lnTo>
                    <a:pt x="4535805" y="1031405"/>
                  </a:lnTo>
                  <a:lnTo>
                    <a:pt x="4536456" y="1031405"/>
                  </a:lnTo>
                  <a:lnTo>
                    <a:pt x="4536565" y="1031405"/>
                  </a:lnTo>
                  <a:lnTo>
                    <a:pt x="4537215" y="1030781"/>
                  </a:lnTo>
                  <a:lnTo>
                    <a:pt x="4537215" y="1030157"/>
                  </a:lnTo>
                  <a:lnTo>
                    <a:pt x="4537974" y="1029534"/>
                  </a:lnTo>
                  <a:lnTo>
                    <a:pt x="4538408" y="1029534"/>
                  </a:lnTo>
                  <a:lnTo>
                    <a:pt x="4538842" y="1029534"/>
                  </a:lnTo>
                  <a:lnTo>
                    <a:pt x="4539059" y="1029534"/>
                  </a:lnTo>
                  <a:lnTo>
                    <a:pt x="4539818" y="1028910"/>
                  </a:lnTo>
                  <a:lnTo>
                    <a:pt x="4539926" y="1028910"/>
                  </a:lnTo>
                  <a:lnTo>
                    <a:pt x="4540035" y="1028910"/>
                  </a:lnTo>
                  <a:lnTo>
                    <a:pt x="4540143" y="1028910"/>
                  </a:lnTo>
                  <a:lnTo>
                    <a:pt x="4540252" y="1028910"/>
                  </a:lnTo>
                  <a:lnTo>
                    <a:pt x="4540469" y="1028287"/>
                  </a:lnTo>
                  <a:lnTo>
                    <a:pt x="4540577" y="1028287"/>
                  </a:lnTo>
                  <a:lnTo>
                    <a:pt x="4541011" y="1028287"/>
                  </a:lnTo>
                  <a:lnTo>
                    <a:pt x="4541336" y="1028287"/>
                  </a:lnTo>
                  <a:lnTo>
                    <a:pt x="4541879" y="1027663"/>
                  </a:lnTo>
                  <a:lnTo>
                    <a:pt x="4542855" y="1027040"/>
                  </a:lnTo>
                  <a:lnTo>
                    <a:pt x="4542963" y="1027040"/>
                  </a:lnTo>
                  <a:lnTo>
                    <a:pt x="4543071" y="1027040"/>
                  </a:lnTo>
                  <a:lnTo>
                    <a:pt x="4543288" y="1027040"/>
                  </a:lnTo>
                  <a:lnTo>
                    <a:pt x="4543288" y="1026416"/>
                  </a:lnTo>
                  <a:lnTo>
                    <a:pt x="4543397" y="1025792"/>
                  </a:lnTo>
                  <a:lnTo>
                    <a:pt x="4543505" y="1025792"/>
                  </a:lnTo>
                  <a:lnTo>
                    <a:pt x="4544156" y="1025792"/>
                  </a:lnTo>
                  <a:lnTo>
                    <a:pt x="4544915" y="1023922"/>
                  </a:lnTo>
                  <a:lnTo>
                    <a:pt x="4545240" y="1023922"/>
                  </a:lnTo>
                  <a:lnTo>
                    <a:pt x="4545349" y="1023922"/>
                  </a:lnTo>
                  <a:lnTo>
                    <a:pt x="4545457" y="1023298"/>
                  </a:lnTo>
                  <a:lnTo>
                    <a:pt x="4545566" y="1023298"/>
                  </a:lnTo>
                  <a:lnTo>
                    <a:pt x="4546325" y="1022051"/>
                  </a:lnTo>
                  <a:lnTo>
                    <a:pt x="4546759" y="1022051"/>
                  </a:lnTo>
                  <a:lnTo>
                    <a:pt x="4546867" y="1022051"/>
                  </a:lnTo>
                  <a:lnTo>
                    <a:pt x="4547084" y="1022051"/>
                  </a:lnTo>
                  <a:lnTo>
                    <a:pt x="4547518" y="1022051"/>
                  </a:lnTo>
                  <a:lnTo>
                    <a:pt x="4547735" y="1021427"/>
                  </a:lnTo>
                  <a:lnTo>
                    <a:pt x="4548060" y="1021427"/>
                  </a:lnTo>
                  <a:lnTo>
                    <a:pt x="4548168" y="1020804"/>
                  </a:lnTo>
                  <a:lnTo>
                    <a:pt x="4548277" y="1020180"/>
                  </a:lnTo>
                  <a:lnTo>
                    <a:pt x="4548494" y="1020180"/>
                  </a:lnTo>
                  <a:lnTo>
                    <a:pt x="4548602" y="1020180"/>
                  </a:lnTo>
                  <a:lnTo>
                    <a:pt x="4549144" y="1020180"/>
                  </a:lnTo>
                  <a:lnTo>
                    <a:pt x="4549361" y="1020180"/>
                  </a:lnTo>
                  <a:lnTo>
                    <a:pt x="4549578" y="1020180"/>
                  </a:lnTo>
                  <a:lnTo>
                    <a:pt x="4549578" y="1019557"/>
                  </a:lnTo>
                  <a:lnTo>
                    <a:pt x="4549687" y="1019557"/>
                  </a:lnTo>
                  <a:lnTo>
                    <a:pt x="4549904" y="1019557"/>
                  </a:lnTo>
                  <a:lnTo>
                    <a:pt x="4550012" y="1019557"/>
                  </a:lnTo>
                  <a:lnTo>
                    <a:pt x="4550229" y="1018933"/>
                  </a:lnTo>
                  <a:lnTo>
                    <a:pt x="4550880" y="1018933"/>
                  </a:lnTo>
                  <a:lnTo>
                    <a:pt x="4551530" y="1018933"/>
                  </a:lnTo>
                  <a:lnTo>
                    <a:pt x="4551639" y="1018933"/>
                  </a:lnTo>
                  <a:lnTo>
                    <a:pt x="4551856" y="1018933"/>
                  </a:lnTo>
                  <a:lnTo>
                    <a:pt x="4552073" y="1018933"/>
                  </a:lnTo>
                  <a:lnTo>
                    <a:pt x="4552181" y="1018933"/>
                  </a:lnTo>
                  <a:lnTo>
                    <a:pt x="4552398" y="1018933"/>
                  </a:lnTo>
                  <a:lnTo>
                    <a:pt x="4552723" y="1018933"/>
                  </a:lnTo>
                  <a:lnTo>
                    <a:pt x="4552832" y="1018309"/>
                  </a:lnTo>
                  <a:lnTo>
                    <a:pt x="4552940" y="1018309"/>
                  </a:lnTo>
                  <a:lnTo>
                    <a:pt x="4552940" y="1017686"/>
                  </a:lnTo>
                  <a:lnTo>
                    <a:pt x="4552940" y="1017062"/>
                  </a:lnTo>
                  <a:lnTo>
                    <a:pt x="4553808" y="1017062"/>
                  </a:lnTo>
                  <a:lnTo>
                    <a:pt x="4554133" y="1017062"/>
                  </a:lnTo>
                  <a:lnTo>
                    <a:pt x="4554242" y="1017062"/>
                  </a:lnTo>
                  <a:lnTo>
                    <a:pt x="4554567" y="1017062"/>
                  </a:lnTo>
                  <a:lnTo>
                    <a:pt x="4554892" y="1016439"/>
                  </a:lnTo>
                  <a:lnTo>
                    <a:pt x="4555001" y="1016439"/>
                  </a:lnTo>
                  <a:lnTo>
                    <a:pt x="4555109" y="1016439"/>
                  </a:lnTo>
                  <a:lnTo>
                    <a:pt x="4555218" y="1016439"/>
                  </a:lnTo>
                  <a:lnTo>
                    <a:pt x="4555543" y="1016439"/>
                  </a:lnTo>
                  <a:lnTo>
                    <a:pt x="4555760" y="1016439"/>
                  </a:lnTo>
                  <a:lnTo>
                    <a:pt x="4555868" y="1016439"/>
                  </a:lnTo>
                  <a:lnTo>
                    <a:pt x="4555977" y="1016439"/>
                  </a:lnTo>
                  <a:lnTo>
                    <a:pt x="4556194" y="1015815"/>
                  </a:lnTo>
                  <a:lnTo>
                    <a:pt x="4556410" y="1015192"/>
                  </a:lnTo>
                  <a:lnTo>
                    <a:pt x="4556519" y="1015192"/>
                  </a:lnTo>
                  <a:lnTo>
                    <a:pt x="4556627" y="1015192"/>
                  </a:lnTo>
                  <a:lnTo>
                    <a:pt x="4556953" y="1013944"/>
                  </a:lnTo>
                  <a:lnTo>
                    <a:pt x="4557061" y="1013944"/>
                  </a:lnTo>
                  <a:lnTo>
                    <a:pt x="4557170" y="1013944"/>
                  </a:lnTo>
                  <a:lnTo>
                    <a:pt x="4557929" y="1012697"/>
                  </a:lnTo>
                  <a:lnTo>
                    <a:pt x="4558254" y="1012697"/>
                  </a:lnTo>
                  <a:lnTo>
                    <a:pt x="4558471" y="1012697"/>
                  </a:lnTo>
                  <a:lnTo>
                    <a:pt x="4558796" y="1012697"/>
                  </a:lnTo>
                  <a:lnTo>
                    <a:pt x="4558905" y="1012697"/>
                  </a:lnTo>
                  <a:lnTo>
                    <a:pt x="4559989" y="1012074"/>
                  </a:lnTo>
                  <a:lnTo>
                    <a:pt x="4560315" y="1012074"/>
                  </a:lnTo>
                  <a:lnTo>
                    <a:pt x="4560423" y="1012074"/>
                  </a:lnTo>
                  <a:lnTo>
                    <a:pt x="4560423" y="1011450"/>
                  </a:lnTo>
                  <a:lnTo>
                    <a:pt x="4560531" y="1011450"/>
                  </a:lnTo>
                  <a:lnTo>
                    <a:pt x="4561182" y="1011450"/>
                  </a:lnTo>
                  <a:lnTo>
                    <a:pt x="4561507" y="1011450"/>
                  </a:lnTo>
                  <a:lnTo>
                    <a:pt x="4561724" y="1011450"/>
                  </a:lnTo>
                  <a:lnTo>
                    <a:pt x="4562158" y="1011450"/>
                  </a:lnTo>
                  <a:lnTo>
                    <a:pt x="4562484" y="1011450"/>
                  </a:lnTo>
                  <a:lnTo>
                    <a:pt x="4563134" y="1011450"/>
                  </a:lnTo>
                  <a:lnTo>
                    <a:pt x="4563460" y="1011450"/>
                  </a:lnTo>
                  <a:lnTo>
                    <a:pt x="4564002" y="1011450"/>
                  </a:lnTo>
                  <a:lnTo>
                    <a:pt x="4564110" y="1011450"/>
                  </a:lnTo>
                  <a:lnTo>
                    <a:pt x="4564436" y="1011450"/>
                  </a:lnTo>
                  <a:lnTo>
                    <a:pt x="4564652" y="1010826"/>
                  </a:lnTo>
                  <a:lnTo>
                    <a:pt x="4564761" y="1010826"/>
                  </a:lnTo>
                  <a:lnTo>
                    <a:pt x="4564978" y="1010826"/>
                  </a:lnTo>
                  <a:lnTo>
                    <a:pt x="4565086" y="1010826"/>
                  </a:lnTo>
                  <a:lnTo>
                    <a:pt x="4565303" y="1010826"/>
                  </a:lnTo>
                  <a:lnTo>
                    <a:pt x="4565412" y="1010826"/>
                  </a:lnTo>
                  <a:lnTo>
                    <a:pt x="4565412" y="1010203"/>
                  </a:lnTo>
                  <a:lnTo>
                    <a:pt x="4565628" y="1010203"/>
                  </a:lnTo>
                  <a:lnTo>
                    <a:pt x="4565954" y="1010203"/>
                  </a:lnTo>
                  <a:lnTo>
                    <a:pt x="4566171" y="1010203"/>
                  </a:lnTo>
                  <a:lnTo>
                    <a:pt x="4566279" y="1010203"/>
                  </a:lnTo>
                  <a:lnTo>
                    <a:pt x="4566496" y="1010203"/>
                  </a:lnTo>
                  <a:lnTo>
                    <a:pt x="4566605" y="1010203"/>
                  </a:lnTo>
                  <a:lnTo>
                    <a:pt x="4566713" y="1010203"/>
                  </a:lnTo>
                  <a:lnTo>
                    <a:pt x="4566821" y="1010203"/>
                  </a:lnTo>
                  <a:lnTo>
                    <a:pt x="4566930" y="1010203"/>
                  </a:lnTo>
                  <a:lnTo>
                    <a:pt x="4567255" y="1010203"/>
                  </a:lnTo>
                  <a:lnTo>
                    <a:pt x="4567906" y="1010203"/>
                  </a:lnTo>
                  <a:lnTo>
                    <a:pt x="4568123" y="1010203"/>
                  </a:lnTo>
                  <a:lnTo>
                    <a:pt x="4568231" y="1010203"/>
                  </a:lnTo>
                  <a:lnTo>
                    <a:pt x="4568557" y="1010203"/>
                  </a:lnTo>
                  <a:lnTo>
                    <a:pt x="4568665" y="1010203"/>
                  </a:lnTo>
                  <a:lnTo>
                    <a:pt x="4568990" y="1010203"/>
                  </a:lnTo>
                  <a:lnTo>
                    <a:pt x="4569316" y="1010203"/>
                  </a:lnTo>
                  <a:lnTo>
                    <a:pt x="4569316" y="1009579"/>
                  </a:lnTo>
                  <a:lnTo>
                    <a:pt x="4569424" y="1009579"/>
                  </a:lnTo>
                  <a:lnTo>
                    <a:pt x="4569533" y="1009579"/>
                  </a:lnTo>
                  <a:lnTo>
                    <a:pt x="4569966" y="1008956"/>
                  </a:lnTo>
                  <a:lnTo>
                    <a:pt x="4570075" y="1008956"/>
                  </a:lnTo>
                  <a:lnTo>
                    <a:pt x="4570183" y="1008956"/>
                  </a:lnTo>
                  <a:lnTo>
                    <a:pt x="4570292" y="1008956"/>
                  </a:lnTo>
                  <a:lnTo>
                    <a:pt x="4575063" y="1003967"/>
                  </a:lnTo>
                  <a:lnTo>
                    <a:pt x="4575063" y="1003343"/>
                  </a:lnTo>
                  <a:lnTo>
                    <a:pt x="4575497" y="1003343"/>
                  </a:lnTo>
                  <a:lnTo>
                    <a:pt x="4575606" y="1003343"/>
                  </a:lnTo>
                  <a:lnTo>
                    <a:pt x="4576473" y="1003343"/>
                  </a:lnTo>
                  <a:lnTo>
                    <a:pt x="4576582" y="1003343"/>
                  </a:lnTo>
                  <a:lnTo>
                    <a:pt x="4576690" y="1003343"/>
                  </a:lnTo>
                  <a:lnTo>
                    <a:pt x="4576799" y="1003343"/>
                  </a:lnTo>
                  <a:lnTo>
                    <a:pt x="4576907" y="1003343"/>
                  </a:lnTo>
                  <a:lnTo>
                    <a:pt x="4577015" y="1003343"/>
                  </a:lnTo>
                  <a:lnTo>
                    <a:pt x="4577232" y="1003343"/>
                  </a:lnTo>
                  <a:lnTo>
                    <a:pt x="4577449" y="1003343"/>
                  </a:lnTo>
                  <a:lnTo>
                    <a:pt x="4577558" y="1003343"/>
                  </a:lnTo>
                  <a:lnTo>
                    <a:pt x="4577666" y="1003343"/>
                  </a:lnTo>
                  <a:lnTo>
                    <a:pt x="4577666" y="1002720"/>
                  </a:lnTo>
                  <a:lnTo>
                    <a:pt x="4577775" y="1002720"/>
                  </a:lnTo>
                  <a:lnTo>
                    <a:pt x="4577883" y="1002720"/>
                  </a:lnTo>
                  <a:lnTo>
                    <a:pt x="4578100" y="1002720"/>
                  </a:lnTo>
                  <a:lnTo>
                    <a:pt x="4578534" y="1002720"/>
                  </a:lnTo>
                  <a:lnTo>
                    <a:pt x="4578642" y="1002720"/>
                  </a:lnTo>
                  <a:lnTo>
                    <a:pt x="4578642" y="1002096"/>
                  </a:lnTo>
                  <a:lnTo>
                    <a:pt x="4578967" y="1002096"/>
                  </a:lnTo>
                  <a:lnTo>
                    <a:pt x="4579076" y="1002096"/>
                  </a:lnTo>
                  <a:lnTo>
                    <a:pt x="4579184" y="1002096"/>
                  </a:lnTo>
                  <a:lnTo>
                    <a:pt x="4579293" y="1002096"/>
                  </a:lnTo>
                  <a:lnTo>
                    <a:pt x="4579944" y="1002096"/>
                  </a:lnTo>
                  <a:lnTo>
                    <a:pt x="4580811" y="1002096"/>
                  </a:lnTo>
                  <a:lnTo>
                    <a:pt x="4581136" y="1002096"/>
                  </a:lnTo>
                  <a:lnTo>
                    <a:pt x="4581679" y="1002096"/>
                  </a:lnTo>
                  <a:lnTo>
                    <a:pt x="4581896" y="1001473"/>
                  </a:lnTo>
                  <a:lnTo>
                    <a:pt x="4582329" y="1001473"/>
                  </a:lnTo>
                  <a:lnTo>
                    <a:pt x="4582438" y="1001473"/>
                  </a:lnTo>
                  <a:lnTo>
                    <a:pt x="4582546" y="1001473"/>
                  </a:lnTo>
                  <a:lnTo>
                    <a:pt x="4582655" y="1001473"/>
                  </a:lnTo>
                  <a:lnTo>
                    <a:pt x="4582872" y="1001473"/>
                  </a:lnTo>
                  <a:lnTo>
                    <a:pt x="4583197" y="1001473"/>
                  </a:lnTo>
                  <a:lnTo>
                    <a:pt x="4583414" y="1001473"/>
                  </a:lnTo>
                  <a:lnTo>
                    <a:pt x="4583522" y="1000849"/>
                  </a:lnTo>
                  <a:lnTo>
                    <a:pt x="4583956" y="1000849"/>
                  </a:lnTo>
                  <a:lnTo>
                    <a:pt x="4584390" y="1000849"/>
                  </a:lnTo>
                  <a:lnTo>
                    <a:pt x="4584498" y="1000849"/>
                  </a:lnTo>
                  <a:lnTo>
                    <a:pt x="4585041" y="1000849"/>
                  </a:lnTo>
                  <a:lnTo>
                    <a:pt x="4585149" y="1000849"/>
                  </a:lnTo>
                  <a:lnTo>
                    <a:pt x="4585366" y="1000849"/>
                  </a:lnTo>
                  <a:lnTo>
                    <a:pt x="4585583" y="1000849"/>
                  </a:lnTo>
                  <a:lnTo>
                    <a:pt x="4585583" y="1000226"/>
                  </a:lnTo>
                  <a:lnTo>
                    <a:pt x="4586342" y="999602"/>
                  </a:lnTo>
                  <a:lnTo>
                    <a:pt x="4586450" y="999602"/>
                  </a:lnTo>
                  <a:lnTo>
                    <a:pt x="4586559" y="999602"/>
                  </a:lnTo>
                  <a:lnTo>
                    <a:pt x="4586667" y="999602"/>
                  </a:lnTo>
                  <a:lnTo>
                    <a:pt x="4587318" y="998355"/>
                  </a:lnTo>
                  <a:lnTo>
                    <a:pt x="4587643" y="998355"/>
                  </a:lnTo>
                  <a:lnTo>
                    <a:pt x="4587752" y="998355"/>
                  </a:lnTo>
                  <a:lnTo>
                    <a:pt x="4588402" y="997108"/>
                  </a:lnTo>
                  <a:lnTo>
                    <a:pt x="4588619" y="997108"/>
                  </a:lnTo>
                  <a:lnTo>
                    <a:pt x="4589270" y="996484"/>
                  </a:lnTo>
                  <a:lnTo>
                    <a:pt x="4589378" y="996484"/>
                  </a:lnTo>
                  <a:lnTo>
                    <a:pt x="4589487" y="996484"/>
                  </a:lnTo>
                  <a:lnTo>
                    <a:pt x="4589595" y="996484"/>
                  </a:lnTo>
                  <a:lnTo>
                    <a:pt x="4589812" y="996484"/>
                  </a:lnTo>
                  <a:lnTo>
                    <a:pt x="4589921" y="996484"/>
                  </a:lnTo>
                  <a:lnTo>
                    <a:pt x="4590138" y="996484"/>
                  </a:lnTo>
                  <a:lnTo>
                    <a:pt x="4590246" y="996484"/>
                  </a:lnTo>
                  <a:lnTo>
                    <a:pt x="4590354" y="996484"/>
                  </a:lnTo>
                  <a:lnTo>
                    <a:pt x="4590463" y="996484"/>
                  </a:lnTo>
                  <a:lnTo>
                    <a:pt x="4590680" y="996484"/>
                  </a:lnTo>
                  <a:lnTo>
                    <a:pt x="4591330" y="996484"/>
                  </a:lnTo>
                  <a:lnTo>
                    <a:pt x="4591439" y="995860"/>
                  </a:lnTo>
                  <a:lnTo>
                    <a:pt x="4591547" y="995860"/>
                  </a:lnTo>
                  <a:lnTo>
                    <a:pt x="4591656" y="995860"/>
                  </a:lnTo>
                  <a:lnTo>
                    <a:pt x="4591764" y="995860"/>
                  </a:lnTo>
                  <a:lnTo>
                    <a:pt x="4591873" y="995860"/>
                  </a:lnTo>
                  <a:lnTo>
                    <a:pt x="4592090" y="995860"/>
                  </a:lnTo>
                  <a:lnTo>
                    <a:pt x="4592306" y="995860"/>
                  </a:lnTo>
                  <a:lnTo>
                    <a:pt x="4592523" y="995860"/>
                  </a:lnTo>
                  <a:lnTo>
                    <a:pt x="4592632" y="995860"/>
                  </a:lnTo>
                  <a:lnTo>
                    <a:pt x="4592740" y="995860"/>
                  </a:lnTo>
                  <a:lnTo>
                    <a:pt x="4592957" y="995860"/>
                  </a:lnTo>
                  <a:lnTo>
                    <a:pt x="4593066" y="995860"/>
                  </a:lnTo>
                  <a:lnTo>
                    <a:pt x="4593283" y="995860"/>
                  </a:lnTo>
                  <a:lnTo>
                    <a:pt x="4593499" y="995860"/>
                  </a:lnTo>
                  <a:lnTo>
                    <a:pt x="4593608" y="995860"/>
                  </a:lnTo>
                  <a:lnTo>
                    <a:pt x="4593933" y="995860"/>
                  </a:lnTo>
                  <a:lnTo>
                    <a:pt x="4594259" y="995237"/>
                  </a:lnTo>
                  <a:lnTo>
                    <a:pt x="4594475" y="995237"/>
                  </a:lnTo>
                  <a:lnTo>
                    <a:pt x="4594909" y="995237"/>
                  </a:lnTo>
                  <a:lnTo>
                    <a:pt x="4595018" y="995237"/>
                  </a:lnTo>
                  <a:lnTo>
                    <a:pt x="4595126" y="994613"/>
                  </a:lnTo>
                  <a:lnTo>
                    <a:pt x="4595235" y="994613"/>
                  </a:lnTo>
                  <a:lnTo>
                    <a:pt x="4595668" y="994613"/>
                  </a:lnTo>
                  <a:lnTo>
                    <a:pt x="4596211" y="994613"/>
                  </a:lnTo>
                  <a:lnTo>
                    <a:pt x="4596753" y="993990"/>
                  </a:lnTo>
                  <a:lnTo>
                    <a:pt x="4597078" y="993990"/>
                  </a:lnTo>
                  <a:lnTo>
                    <a:pt x="4597187" y="993990"/>
                  </a:lnTo>
                  <a:lnTo>
                    <a:pt x="4597620" y="993990"/>
                  </a:lnTo>
                  <a:lnTo>
                    <a:pt x="4597620" y="993366"/>
                  </a:lnTo>
                  <a:lnTo>
                    <a:pt x="4597837" y="993366"/>
                  </a:lnTo>
                  <a:lnTo>
                    <a:pt x="4598054" y="992119"/>
                  </a:lnTo>
                  <a:lnTo>
                    <a:pt x="4598596" y="992119"/>
                  </a:lnTo>
                  <a:lnTo>
                    <a:pt x="4598813" y="992119"/>
                  </a:lnTo>
                  <a:lnTo>
                    <a:pt x="4599030" y="992119"/>
                  </a:lnTo>
                  <a:lnTo>
                    <a:pt x="4599247" y="992119"/>
                  </a:lnTo>
                  <a:lnTo>
                    <a:pt x="4599356" y="992119"/>
                  </a:lnTo>
                  <a:lnTo>
                    <a:pt x="4599681" y="992119"/>
                  </a:lnTo>
                  <a:lnTo>
                    <a:pt x="4600223" y="992119"/>
                  </a:lnTo>
                  <a:lnTo>
                    <a:pt x="4600332" y="992119"/>
                  </a:lnTo>
                  <a:lnTo>
                    <a:pt x="4600657" y="992119"/>
                  </a:lnTo>
                  <a:lnTo>
                    <a:pt x="4601633" y="990872"/>
                  </a:lnTo>
                  <a:lnTo>
                    <a:pt x="4601741" y="990872"/>
                  </a:lnTo>
                  <a:lnTo>
                    <a:pt x="4602392" y="990872"/>
                  </a:lnTo>
                  <a:lnTo>
                    <a:pt x="4602501" y="990872"/>
                  </a:lnTo>
                  <a:lnTo>
                    <a:pt x="4602501" y="989625"/>
                  </a:lnTo>
                  <a:lnTo>
                    <a:pt x="4602609" y="989625"/>
                  </a:lnTo>
                  <a:lnTo>
                    <a:pt x="4602609" y="989001"/>
                  </a:lnTo>
                  <a:lnTo>
                    <a:pt x="4602717" y="989001"/>
                  </a:lnTo>
                  <a:lnTo>
                    <a:pt x="4602934" y="989001"/>
                  </a:lnTo>
                  <a:lnTo>
                    <a:pt x="4603043" y="989001"/>
                  </a:lnTo>
                  <a:lnTo>
                    <a:pt x="4603910" y="987754"/>
                  </a:lnTo>
                  <a:lnTo>
                    <a:pt x="4603910" y="987130"/>
                  </a:lnTo>
                  <a:lnTo>
                    <a:pt x="4604127" y="987130"/>
                  </a:lnTo>
                  <a:lnTo>
                    <a:pt x="4604236" y="987130"/>
                  </a:lnTo>
                  <a:lnTo>
                    <a:pt x="4604344" y="987130"/>
                  </a:lnTo>
                  <a:lnTo>
                    <a:pt x="4604453" y="987130"/>
                  </a:lnTo>
                  <a:lnTo>
                    <a:pt x="4604778" y="987130"/>
                  </a:lnTo>
                  <a:lnTo>
                    <a:pt x="4604886" y="987130"/>
                  </a:lnTo>
                  <a:lnTo>
                    <a:pt x="4604995" y="986507"/>
                  </a:lnTo>
                  <a:lnTo>
                    <a:pt x="4605212" y="986507"/>
                  </a:lnTo>
                  <a:lnTo>
                    <a:pt x="4605537" y="985260"/>
                  </a:lnTo>
                  <a:lnTo>
                    <a:pt x="4605754" y="985260"/>
                  </a:lnTo>
                  <a:lnTo>
                    <a:pt x="4605971" y="985260"/>
                  </a:lnTo>
                  <a:lnTo>
                    <a:pt x="4605971" y="984636"/>
                  </a:lnTo>
                  <a:lnTo>
                    <a:pt x="4606079" y="984636"/>
                  </a:lnTo>
                  <a:lnTo>
                    <a:pt x="4606188" y="984636"/>
                  </a:lnTo>
                  <a:lnTo>
                    <a:pt x="4606296" y="984636"/>
                  </a:lnTo>
                  <a:lnTo>
                    <a:pt x="4606622" y="984636"/>
                  </a:lnTo>
                  <a:lnTo>
                    <a:pt x="4607272" y="981518"/>
                  </a:lnTo>
                  <a:lnTo>
                    <a:pt x="4607381" y="981518"/>
                  </a:lnTo>
                  <a:lnTo>
                    <a:pt x="4607489" y="980894"/>
                  </a:lnTo>
                  <a:lnTo>
                    <a:pt x="4607598" y="980894"/>
                  </a:lnTo>
                  <a:lnTo>
                    <a:pt x="4607814" y="980894"/>
                  </a:lnTo>
                  <a:lnTo>
                    <a:pt x="4608574" y="980894"/>
                  </a:lnTo>
                  <a:lnTo>
                    <a:pt x="4608899" y="980894"/>
                  </a:lnTo>
                  <a:lnTo>
                    <a:pt x="4609116" y="980271"/>
                  </a:lnTo>
                  <a:lnTo>
                    <a:pt x="4609116" y="979647"/>
                  </a:lnTo>
                  <a:lnTo>
                    <a:pt x="4609333" y="979024"/>
                  </a:lnTo>
                  <a:lnTo>
                    <a:pt x="4609550" y="979024"/>
                  </a:lnTo>
                  <a:lnTo>
                    <a:pt x="4609550" y="978400"/>
                  </a:lnTo>
                  <a:lnTo>
                    <a:pt x="4610200" y="978400"/>
                  </a:lnTo>
                  <a:lnTo>
                    <a:pt x="4610417" y="978400"/>
                  </a:lnTo>
                  <a:lnTo>
                    <a:pt x="4610526" y="978400"/>
                  </a:lnTo>
                  <a:lnTo>
                    <a:pt x="4610851" y="978400"/>
                  </a:lnTo>
                  <a:lnTo>
                    <a:pt x="4611068" y="978400"/>
                  </a:lnTo>
                  <a:lnTo>
                    <a:pt x="4611176" y="978400"/>
                  </a:lnTo>
                  <a:lnTo>
                    <a:pt x="4611393" y="978400"/>
                  </a:lnTo>
                  <a:lnTo>
                    <a:pt x="4612044" y="978400"/>
                  </a:lnTo>
                  <a:lnTo>
                    <a:pt x="4612044" y="977777"/>
                  </a:lnTo>
                  <a:lnTo>
                    <a:pt x="4612152" y="977777"/>
                  </a:lnTo>
                  <a:lnTo>
                    <a:pt x="4612261" y="977777"/>
                  </a:lnTo>
                  <a:lnTo>
                    <a:pt x="4612369" y="977777"/>
                  </a:lnTo>
                  <a:lnTo>
                    <a:pt x="4612586" y="977777"/>
                  </a:lnTo>
                  <a:lnTo>
                    <a:pt x="4612695" y="977777"/>
                  </a:lnTo>
                  <a:lnTo>
                    <a:pt x="4613454" y="977153"/>
                  </a:lnTo>
                  <a:lnTo>
                    <a:pt x="4613562" y="977153"/>
                  </a:lnTo>
                  <a:lnTo>
                    <a:pt x="4613671" y="977153"/>
                  </a:lnTo>
                  <a:lnTo>
                    <a:pt x="4613779" y="977153"/>
                  </a:lnTo>
                  <a:lnTo>
                    <a:pt x="4613887" y="977153"/>
                  </a:lnTo>
                  <a:lnTo>
                    <a:pt x="4614864" y="977153"/>
                  </a:lnTo>
                  <a:lnTo>
                    <a:pt x="4615080" y="977153"/>
                  </a:lnTo>
                  <a:lnTo>
                    <a:pt x="4615297" y="977153"/>
                  </a:lnTo>
                  <a:lnTo>
                    <a:pt x="4615731" y="977153"/>
                  </a:lnTo>
                  <a:lnTo>
                    <a:pt x="4616056" y="977153"/>
                  </a:lnTo>
                  <a:lnTo>
                    <a:pt x="4616165" y="977153"/>
                  </a:lnTo>
                  <a:lnTo>
                    <a:pt x="4616924" y="976529"/>
                  </a:lnTo>
                  <a:lnTo>
                    <a:pt x="4617032" y="976529"/>
                  </a:lnTo>
                  <a:lnTo>
                    <a:pt x="4617683" y="976529"/>
                  </a:lnTo>
                  <a:lnTo>
                    <a:pt x="4617792" y="976529"/>
                  </a:lnTo>
                  <a:lnTo>
                    <a:pt x="4617792" y="975906"/>
                  </a:lnTo>
                  <a:lnTo>
                    <a:pt x="4618008" y="975906"/>
                  </a:lnTo>
                  <a:lnTo>
                    <a:pt x="4618117" y="975906"/>
                  </a:lnTo>
                  <a:lnTo>
                    <a:pt x="4618225" y="975906"/>
                  </a:lnTo>
                  <a:lnTo>
                    <a:pt x="4618876" y="975906"/>
                  </a:lnTo>
                  <a:lnTo>
                    <a:pt x="4618985" y="975906"/>
                  </a:lnTo>
                  <a:lnTo>
                    <a:pt x="4618985" y="975282"/>
                  </a:lnTo>
                  <a:lnTo>
                    <a:pt x="4619201" y="974035"/>
                  </a:lnTo>
                  <a:lnTo>
                    <a:pt x="4619310" y="974035"/>
                  </a:lnTo>
                  <a:lnTo>
                    <a:pt x="4619527" y="974035"/>
                  </a:lnTo>
                  <a:lnTo>
                    <a:pt x="4619635" y="974035"/>
                  </a:lnTo>
                  <a:lnTo>
                    <a:pt x="4620611" y="973412"/>
                  </a:lnTo>
                  <a:lnTo>
                    <a:pt x="4620828" y="972788"/>
                  </a:lnTo>
                  <a:lnTo>
                    <a:pt x="4620937" y="972788"/>
                  </a:lnTo>
                  <a:lnTo>
                    <a:pt x="4621045" y="972788"/>
                  </a:lnTo>
                  <a:lnTo>
                    <a:pt x="4621045" y="972164"/>
                  </a:lnTo>
                  <a:lnTo>
                    <a:pt x="4621262" y="972164"/>
                  </a:lnTo>
                  <a:lnTo>
                    <a:pt x="4621587" y="972164"/>
                  </a:lnTo>
                  <a:lnTo>
                    <a:pt x="4621696" y="972164"/>
                  </a:lnTo>
                  <a:lnTo>
                    <a:pt x="4622238" y="971541"/>
                  </a:lnTo>
                  <a:lnTo>
                    <a:pt x="4622346" y="970917"/>
                  </a:lnTo>
                  <a:lnTo>
                    <a:pt x="4622563" y="970917"/>
                  </a:lnTo>
                  <a:lnTo>
                    <a:pt x="4623214" y="970294"/>
                  </a:lnTo>
                  <a:lnTo>
                    <a:pt x="4623322" y="970294"/>
                  </a:lnTo>
                  <a:lnTo>
                    <a:pt x="4623431" y="970294"/>
                  </a:lnTo>
                  <a:lnTo>
                    <a:pt x="4623648" y="970294"/>
                  </a:lnTo>
                  <a:lnTo>
                    <a:pt x="4624190" y="970294"/>
                  </a:lnTo>
                  <a:lnTo>
                    <a:pt x="4624298" y="970294"/>
                  </a:lnTo>
                  <a:lnTo>
                    <a:pt x="4624624" y="970294"/>
                  </a:lnTo>
                  <a:lnTo>
                    <a:pt x="4624732" y="970294"/>
                  </a:lnTo>
                  <a:lnTo>
                    <a:pt x="4625166" y="969670"/>
                  </a:lnTo>
                  <a:lnTo>
                    <a:pt x="4626359" y="969670"/>
                  </a:lnTo>
                  <a:lnTo>
                    <a:pt x="4626576" y="969670"/>
                  </a:lnTo>
                  <a:lnTo>
                    <a:pt x="4626684" y="969670"/>
                  </a:lnTo>
                  <a:lnTo>
                    <a:pt x="4626793" y="969670"/>
                  </a:lnTo>
                  <a:lnTo>
                    <a:pt x="4627010" y="969046"/>
                  </a:lnTo>
                  <a:lnTo>
                    <a:pt x="4627227" y="969046"/>
                  </a:lnTo>
                  <a:lnTo>
                    <a:pt x="4627335" y="968423"/>
                  </a:lnTo>
                  <a:lnTo>
                    <a:pt x="4627552" y="968423"/>
                  </a:lnTo>
                  <a:lnTo>
                    <a:pt x="4627660" y="968423"/>
                  </a:lnTo>
                  <a:lnTo>
                    <a:pt x="4628094" y="968423"/>
                  </a:lnTo>
                  <a:lnTo>
                    <a:pt x="4628203" y="968423"/>
                  </a:lnTo>
                  <a:lnTo>
                    <a:pt x="4628311" y="968423"/>
                  </a:lnTo>
                  <a:lnTo>
                    <a:pt x="4628419" y="968423"/>
                  </a:lnTo>
                  <a:lnTo>
                    <a:pt x="4628528" y="968423"/>
                  </a:lnTo>
                  <a:lnTo>
                    <a:pt x="4628853" y="968423"/>
                  </a:lnTo>
                  <a:lnTo>
                    <a:pt x="4629938" y="968423"/>
                  </a:lnTo>
                  <a:lnTo>
                    <a:pt x="4630155" y="968423"/>
                  </a:lnTo>
                  <a:lnTo>
                    <a:pt x="4630371" y="968423"/>
                  </a:lnTo>
                  <a:lnTo>
                    <a:pt x="4630588" y="967799"/>
                  </a:lnTo>
                  <a:lnTo>
                    <a:pt x="4630697" y="967799"/>
                  </a:lnTo>
                  <a:lnTo>
                    <a:pt x="4630805" y="967799"/>
                  </a:lnTo>
                  <a:lnTo>
                    <a:pt x="4630914" y="967799"/>
                  </a:lnTo>
                  <a:lnTo>
                    <a:pt x="4631022" y="967799"/>
                  </a:lnTo>
                  <a:lnTo>
                    <a:pt x="4631131" y="967799"/>
                  </a:lnTo>
                  <a:lnTo>
                    <a:pt x="4631131" y="967176"/>
                  </a:lnTo>
                  <a:lnTo>
                    <a:pt x="4631131" y="966552"/>
                  </a:lnTo>
                  <a:lnTo>
                    <a:pt x="4631239" y="966552"/>
                  </a:lnTo>
                  <a:lnTo>
                    <a:pt x="4631348" y="966552"/>
                  </a:lnTo>
                  <a:lnTo>
                    <a:pt x="4631998" y="964681"/>
                  </a:lnTo>
                  <a:lnTo>
                    <a:pt x="4632107" y="964681"/>
                  </a:lnTo>
                  <a:lnTo>
                    <a:pt x="4632215" y="964681"/>
                  </a:lnTo>
                  <a:lnTo>
                    <a:pt x="4632432" y="964681"/>
                  </a:lnTo>
                  <a:lnTo>
                    <a:pt x="4632540" y="964681"/>
                  </a:lnTo>
                  <a:lnTo>
                    <a:pt x="4632649" y="964681"/>
                  </a:lnTo>
                  <a:lnTo>
                    <a:pt x="4632757" y="964681"/>
                  </a:lnTo>
                  <a:lnTo>
                    <a:pt x="4632974" y="964681"/>
                  </a:lnTo>
                  <a:lnTo>
                    <a:pt x="4633083" y="964681"/>
                  </a:lnTo>
                  <a:lnTo>
                    <a:pt x="4633191" y="964681"/>
                  </a:lnTo>
                  <a:lnTo>
                    <a:pt x="4633625" y="964058"/>
                  </a:lnTo>
                  <a:lnTo>
                    <a:pt x="4633733" y="964058"/>
                  </a:lnTo>
                  <a:lnTo>
                    <a:pt x="4634059" y="964058"/>
                  </a:lnTo>
                  <a:lnTo>
                    <a:pt x="4634709" y="962811"/>
                  </a:lnTo>
                  <a:lnTo>
                    <a:pt x="4634709" y="962187"/>
                  </a:lnTo>
                  <a:lnTo>
                    <a:pt x="4635035" y="962187"/>
                  </a:lnTo>
                  <a:lnTo>
                    <a:pt x="4635143" y="962187"/>
                  </a:lnTo>
                  <a:lnTo>
                    <a:pt x="4635252" y="962187"/>
                  </a:lnTo>
                  <a:lnTo>
                    <a:pt x="4635360" y="962187"/>
                  </a:lnTo>
                  <a:lnTo>
                    <a:pt x="4635685" y="962187"/>
                  </a:lnTo>
                  <a:lnTo>
                    <a:pt x="4636119" y="962187"/>
                  </a:lnTo>
                  <a:lnTo>
                    <a:pt x="4636228" y="962187"/>
                  </a:lnTo>
                  <a:lnTo>
                    <a:pt x="4636445" y="961563"/>
                  </a:lnTo>
                  <a:lnTo>
                    <a:pt x="4636770" y="959693"/>
                  </a:lnTo>
                  <a:lnTo>
                    <a:pt x="4636878" y="959693"/>
                  </a:lnTo>
                  <a:lnTo>
                    <a:pt x="4636987" y="959693"/>
                  </a:lnTo>
                  <a:lnTo>
                    <a:pt x="4637095" y="959693"/>
                  </a:lnTo>
                  <a:lnTo>
                    <a:pt x="4638505" y="959069"/>
                  </a:lnTo>
                  <a:lnTo>
                    <a:pt x="4638939" y="959069"/>
                  </a:lnTo>
                  <a:lnTo>
                    <a:pt x="4639264" y="959069"/>
                  </a:lnTo>
                  <a:lnTo>
                    <a:pt x="4639373" y="959069"/>
                  </a:lnTo>
                  <a:lnTo>
                    <a:pt x="4639481" y="959069"/>
                  </a:lnTo>
                  <a:lnTo>
                    <a:pt x="4640132" y="958446"/>
                  </a:lnTo>
                  <a:lnTo>
                    <a:pt x="4640349" y="958446"/>
                  </a:lnTo>
                  <a:lnTo>
                    <a:pt x="4640457" y="957822"/>
                  </a:lnTo>
                  <a:lnTo>
                    <a:pt x="4640566" y="957822"/>
                  </a:lnTo>
                  <a:lnTo>
                    <a:pt x="4640566" y="957198"/>
                  </a:lnTo>
                  <a:lnTo>
                    <a:pt x="4641108" y="957198"/>
                  </a:lnTo>
                  <a:lnTo>
                    <a:pt x="4641216" y="957198"/>
                  </a:lnTo>
                  <a:lnTo>
                    <a:pt x="4641433" y="957198"/>
                  </a:lnTo>
                  <a:lnTo>
                    <a:pt x="4642084" y="957198"/>
                  </a:lnTo>
                  <a:lnTo>
                    <a:pt x="4642192" y="957198"/>
                  </a:lnTo>
                  <a:lnTo>
                    <a:pt x="4642301" y="957198"/>
                  </a:lnTo>
                  <a:lnTo>
                    <a:pt x="4642518" y="957198"/>
                  </a:lnTo>
                  <a:lnTo>
                    <a:pt x="4642626" y="957198"/>
                  </a:lnTo>
                  <a:lnTo>
                    <a:pt x="4642951" y="957198"/>
                  </a:lnTo>
                  <a:lnTo>
                    <a:pt x="4643060" y="957198"/>
                  </a:lnTo>
                  <a:lnTo>
                    <a:pt x="4644253" y="956575"/>
                  </a:lnTo>
                  <a:lnTo>
                    <a:pt x="4644361" y="956575"/>
                  </a:lnTo>
                  <a:lnTo>
                    <a:pt x="4644470" y="956575"/>
                  </a:lnTo>
                  <a:lnTo>
                    <a:pt x="4645012" y="955328"/>
                  </a:lnTo>
                  <a:lnTo>
                    <a:pt x="4645120" y="955328"/>
                  </a:lnTo>
                  <a:lnTo>
                    <a:pt x="4645229" y="955328"/>
                  </a:lnTo>
                  <a:lnTo>
                    <a:pt x="4646096" y="955328"/>
                  </a:lnTo>
                  <a:lnTo>
                    <a:pt x="4646205" y="955328"/>
                  </a:lnTo>
                  <a:lnTo>
                    <a:pt x="4646313" y="955328"/>
                  </a:lnTo>
                  <a:lnTo>
                    <a:pt x="4646422" y="955328"/>
                  </a:lnTo>
                  <a:lnTo>
                    <a:pt x="4646530" y="955328"/>
                  </a:lnTo>
                  <a:lnTo>
                    <a:pt x="4646639" y="955328"/>
                  </a:lnTo>
                  <a:lnTo>
                    <a:pt x="4646855" y="955328"/>
                  </a:lnTo>
                  <a:lnTo>
                    <a:pt x="4647072" y="955328"/>
                  </a:lnTo>
                  <a:lnTo>
                    <a:pt x="4647181" y="955328"/>
                  </a:lnTo>
                  <a:lnTo>
                    <a:pt x="4647615" y="954704"/>
                  </a:lnTo>
                  <a:lnTo>
                    <a:pt x="4649675" y="954080"/>
                  </a:lnTo>
                  <a:lnTo>
                    <a:pt x="4649784" y="954080"/>
                  </a:lnTo>
                  <a:lnTo>
                    <a:pt x="4649892" y="954080"/>
                  </a:lnTo>
                  <a:lnTo>
                    <a:pt x="4650217" y="954080"/>
                  </a:lnTo>
                  <a:lnTo>
                    <a:pt x="4650434" y="954080"/>
                  </a:lnTo>
                  <a:lnTo>
                    <a:pt x="4650760" y="954080"/>
                  </a:lnTo>
                  <a:lnTo>
                    <a:pt x="4651085" y="952833"/>
                  </a:lnTo>
                  <a:lnTo>
                    <a:pt x="4651193" y="952833"/>
                  </a:lnTo>
                  <a:lnTo>
                    <a:pt x="4651410" y="952833"/>
                  </a:lnTo>
                  <a:lnTo>
                    <a:pt x="4651519" y="952833"/>
                  </a:lnTo>
                  <a:lnTo>
                    <a:pt x="4651627" y="952833"/>
                  </a:lnTo>
                  <a:lnTo>
                    <a:pt x="4651736" y="952833"/>
                  </a:lnTo>
                  <a:lnTo>
                    <a:pt x="4652278" y="952833"/>
                  </a:lnTo>
                  <a:lnTo>
                    <a:pt x="4652603" y="952833"/>
                  </a:lnTo>
                  <a:lnTo>
                    <a:pt x="4652929" y="952210"/>
                  </a:lnTo>
                  <a:lnTo>
                    <a:pt x="4653037" y="952210"/>
                  </a:lnTo>
                  <a:lnTo>
                    <a:pt x="4653145" y="952210"/>
                  </a:lnTo>
                  <a:lnTo>
                    <a:pt x="4654555" y="950963"/>
                  </a:lnTo>
                  <a:lnTo>
                    <a:pt x="4655097" y="950963"/>
                  </a:lnTo>
                  <a:lnTo>
                    <a:pt x="4655206" y="950963"/>
                  </a:lnTo>
                  <a:lnTo>
                    <a:pt x="4655423" y="950963"/>
                  </a:lnTo>
                  <a:lnTo>
                    <a:pt x="4655531" y="950963"/>
                  </a:lnTo>
                  <a:lnTo>
                    <a:pt x="4655965" y="950963"/>
                  </a:lnTo>
                  <a:lnTo>
                    <a:pt x="4656290" y="950339"/>
                  </a:lnTo>
                  <a:lnTo>
                    <a:pt x="4656616" y="950339"/>
                  </a:lnTo>
                  <a:lnTo>
                    <a:pt x="4656941" y="950339"/>
                  </a:lnTo>
                  <a:lnTo>
                    <a:pt x="4657158" y="949092"/>
                  </a:lnTo>
                  <a:lnTo>
                    <a:pt x="4657266" y="949092"/>
                  </a:lnTo>
                  <a:lnTo>
                    <a:pt x="4657483" y="949092"/>
                  </a:lnTo>
                  <a:lnTo>
                    <a:pt x="4657700" y="949092"/>
                  </a:lnTo>
                  <a:lnTo>
                    <a:pt x="4658459" y="947845"/>
                  </a:lnTo>
                  <a:lnTo>
                    <a:pt x="4658568" y="947221"/>
                  </a:lnTo>
                  <a:lnTo>
                    <a:pt x="4658676" y="947221"/>
                  </a:lnTo>
                  <a:lnTo>
                    <a:pt x="4658785" y="947221"/>
                  </a:lnTo>
                  <a:lnTo>
                    <a:pt x="4658893" y="947221"/>
                  </a:lnTo>
                  <a:lnTo>
                    <a:pt x="4658893" y="946597"/>
                  </a:lnTo>
                  <a:lnTo>
                    <a:pt x="4659110" y="945974"/>
                  </a:lnTo>
                  <a:lnTo>
                    <a:pt x="4659218" y="945974"/>
                  </a:lnTo>
                  <a:lnTo>
                    <a:pt x="4659327" y="945974"/>
                  </a:lnTo>
                  <a:lnTo>
                    <a:pt x="4660303" y="944727"/>
                  </a:lnTo>
                  <a:lnTo>
                    <a:pt x="4660520" y="944727"/>
                  </a:lnTo>
                  <a:lnTo>
                    <a:pt x="4660628" y="944727"/>
                  </a:lnTo>
                  <a:lnTo>
                    <a:pt x="4660845" y="944727"/>
                  </a:lnTo>
                  <a:lnTo>
                    <a:pt x="4661062" y="944727"/>
                  </a:lnTo>
                  <a:lnTo>
                    <a:pt x="4661170" y="944727"/>
                  </a:lnTo>
                  <a:lnTo>
                    <a:pt x="4661279" y="944727"/>
                  </a:lnTo>
                  <a:lnTo>
                    <a:pt x="4661604" y="944727"/>
                  </a:lnTo>
                  <a:lnTo>
                    <a:pt x="4661713" y="944727"/>
                  </a:lnTo>
                  <a:lnTo>
                    <a:pt x="4662797" y="943480"/>
                  </a:lnTo>
                  <a:lnTo>
                    <a:pt x="4662906" y="943480"/>
                  </a:lnTo>
                  <a:lnTo>
                    <a:pt x="4663014" y="943480"/>
                  </a:lnTo>
                  <a:lnTo>
                    <a:pt x="4663882" y="943480"/>
                  </a:lnTo>
                  <a:lnTo>
                    <a:pt x="4664207" y="943480"/>
                  </a:lnTo>
                  <a:lnTo>
                    <a:pt x="4664315" y="943480"/>
                  </a:lnTo>
                  <a:lnTo>
                    <a:pt x="4664641" y="943480"/>
                  </a:lnTo>
                  <a:lnTo>
                    <a:pt x="4664749" y="943480"/>
                  </a:lnTo>
                  <a:lnTo>
                    <a:pt x="4665183" y="943480"/>
                  </a:lnTo>
                  <a:lnTo>
                    <a:pt x="4665183" y="942856"/>
                  </a:lnTo>
                  <a:lnTo>
                    <a:pt x="4665508" y="942856"/>
                  </a:lnTo>
                  <a:lnTo>
                    <a:pt x="4666051" y="942232"/>
                  </a:lnTo>
                  <a:lnTo>
                    <a:pt x="4666268" y="942232"/>
                  </a:lnTo>
                  <a:lnTo>
                    <a:pt x="4666376" y="942232"/>
                  </a:lnTo>
                  <a:lnTo>
                    <a:pt x="4666701" y="942232"/>
                  </a:lnTo>
                  <a:lnTo>
                    <a:pt x="4666810" y="942232"/>
                  </a:lnTo>
                  <a:lnTo>
                    <a:pt x="4667352" y="942232"/>
                  </a:lnTo>
                  <a:lnTo>
                    <a:pt x="4667460" y="942232"/>
                  </a:lnTo>
                  <a:lnTo>
                    <a:pt x="4667677" y="942232"/>
                  </a:lnTo>
                  <a:lnTo>
                    <a:pt x="4667786" y="942232"/>
                  </a:lnTo>
                  <a:lnTo>
                    <a:pt x="4668220" y="941609"/>
                  </a:lnTo>
                  <a:lnTo>
                    <a:pt x="4668328" y="941609"/>
                  </a:lnTo>
                  <a:lnTo>
                    <a:pt x="4668762" y="941609"/>
                  </a:lnTo>
                  <a:lnTo>
                    <a:pt x="4668979" y="941609"/>
                  </a:lnTo>
                  <a:lnTo>
                    <a:pt x="4669087" y="941609"/>
                  </a:lnTo>
                  <a:lnTo>
                    <a:pt x="4669196" y="941609"/>
                  </a:lnTo>
                  <a:lnTo>
                    <a:pt x="4669412" y="941609"/>
                  </a:lnTo>
                  <a:lnTo>
                    <a:pt x="4669738" y="941609"/>
                  </a:lnTo>
                  <a:lnTo>
                    <a:pt x="4670389" y="940985"/>
                  </a:lnTo>
                  <a:lnTo>
                    <a:pt x="4670714" y="940362"/>
                  </a:lnTo>
                  <a:lnTo>
                    <a:pt x="4670714" y="939738"/>
                  </a:lnTo>
                  <a:lnTo>
                    <a:pt x="4671148" y="939738"/>
                  </a:lnTo>
                  <a:lnTo>
                    <a:pt x="4671256" y="939738"/>
                  </a:lnTo>
                  <a:lnTo>
                    <a:pt x="4671365" y="939738"/>
                  </a:lnTo>
                  <a:lnTo>
                    <a:pt x="4671473" y="939738"/>
                  </a:lnTo>
                  <a:lnTo>
                    <a:pt x="4672341" y="939738"/>
                  </a:lnTo>
                  <a:lnTo>
                    <a:pt x="4672449" y="939738"/>
                  </a:lnTo>
                  <a:lnTo>
                    <a:pt x="4672557" y="939738"/>
                  </a:lnTo>
                  <a:lnTo>
                    <a:pt x="4672883" y="939738"/>
                  </a:lnTo>
                  <a:lnTo>
                    <a:pt x="4672991" y="939738"/>
                  </a:lnTo>
                  <a:lnTo>
                    <a:pt x="4673533" y="936620"/>
                  </a:lnTo>
                  <a:lnTo>
                    <a:pt x="4673642" y="936620"/>
                  </a:lnTo>
                  <a:lnTo>
                    <a:pt x="4673750" y="936620"/>
                  </a:lnTo>
                  <a:lnTo>
                    <a:pt x="4673859" y="935997"/>
                  </a:lnTo>
                  <a:lnTo>
                    <a:pt x="4674184" y="935997"/>
                  </a:lnTo>
                  <a:lnTo>
                    <a:pt x="4674293" y="935997"/>
                  </a:lnTo>
                  <a:lnTo>
                    <a:pt x="4674401" y="935997"/>
                  </a:lnTo>
                  <a:lnTo>
                    <a:pt x="4674401" y="935373"/>
                  </a:lnTo>
                  <a:lnTo>
                    <a:pt x="4674510" y="935373"/>
                  </a:lnTo>
                  <a:lnTo>
                    <a:pt x="4675052" y="935373"/>
                  </a:lnTo>
                  <a:lnTo>
                    <a:pt x="4675702" y="935373"/>
                  </a:lnTo>
                  <a:lnTo>
                    <a:pt x="4675811" y="935373"/>
                  </a:lnTo>
                  <a:lnTo>
                    <a:pt x="4676136" y="935373"/>
                  </a:lnTo>
                  <a:lnTo>
                    <a:pt x="4676462" y="935373"/>
                  </a:lnTo>
                  <a:lnTo>
                    <a:pt x="4676787" y="934749"/>
                  </a:lnTo>
                  <a:lnTo>
                    <a:pt x="4677112" y="934749"/>
                  </a:lnTo>
                  <a:lnTo>
                    <a:pt x="4677221" y="934749"/>
                  </a:lnTo>
                  <a:lnTo>
                    <a:pt x="4677546" y="934749"/>
                  </a:lnTo>
                  <a:lnTo>
                    <a:pt x="4677763" y="932879"/>
                  </a:lnTo>
                  <a:lnTo>
                    <a:pt x="4677871" y="932879"/>
                  </a:lnTo>
                  <a:lnTo>
                    <a:pt x="4678847" y="932255"/>
                  </a:lnTo>
                  <a:lnTo>
                    <a:pt x="4679173" y="931631"/>
                  </a:lnTo>
                  <a:lnTo>
                    <a:pt x="4679281" y="931631"/>
                  </a:lnTo>
                  <a:lnTo>
                    <a:pt x="4679390" y="931631"/>
                  </a:lnTo>
                  <a:lnTo>
                    <a:pt x="4679498" y="931631"/>
                  </a:lnTo>
                  <a:lnTo>
                    <a:pt x="4679932" y="931631"/>
                  </a:lnTo>
                  <a:lnTo>
                    <a:pt x="4680366" y="931631"/>
                  </a:lnTo>
                  <a:lnTo>
                    <a:pt x="4680474" y="931631"/>
                  </a:lnTo>
                  <a:lnTo>
                    <a:pt x="4680908" y="931631"/>
                  </a:lnTo>
                  <a:lnTo>
                    <a:pt x="4681016" y="931631"/>
                  </a:lnTo>
                  <a:lnTo>
                    <a:pt x="4681559" y="931631"/>
                  </a:lnTo>
                  <a:lnTo>
                    <a:pt x="4681667" y="931631"/>
                  </a:lnTo>
                  <a:lnTo>
                    <a:pt x="4681992" y="931631"/>
                  </a:lnTo>
                  <a:lnTo>
                    <a:pt x="4682101" y="931631"/>
                  </a:lnTo>
                  <a:lnTo>
                    <a:pt x="4682318" y="931008"/>
                  </a:lnTo>
                  <a:lnTo>
                    <a:pt x="4683728" y="928514"/>
                  </a:lnTo>
                  <a:lnTo>
                    <a:pt x="4683836" y="928514"/>
                  </a:lnTo>
                  <a:lnTo>
                    <a:pt x="4683944" y="928514"/>
                  </a:lnTo>
                  <a:lnTo>
                    <a:pt x="4684161" y="928514"/>
                  </a:lnTo>
                  <a:lnTo>
                    <a:pt x="4684161" y="927890"/>
                  </a:lnTo>
                  <a:lnTo>
                    <a:pt x="4684595" y="927890"/>
                  </a:lnTo>
                  <a:lnTo>
                    <a:pt x="4684704" y="927890"/>
                  </a:lnTo>
                  <a:lnTo>
                    <a:pt x="4684812" y="927266"/>
                  </a:lnTo>
                  <a:lnTo>
                    <a:pt x="4685137" y="927266"/>
                  </a:lnTo>
                  <a:lnTo>
                    <a:pt x="4685246" y="927266"/>
                  </a:lnTo>
                  <a:lnTo>
                    <a:pt x="4685571" y="927266"/>
                  </a:lnTo>
                  <a:lnTo>
                    <a:pt x="4685680" y="926643"/>
                  </a:lnTo>
                  <a:lnTo>
                    <a:pt x="4685788" y="926643"/>
                  </a:lnTo>
                  <a:lnTo>
                    <a:pt x="4686005" y="926643"/>
                  </a:lnTo>
                  <a:lnTo>
                    <a:pt x="4686113" y="926643"/>
                  </a:lnTo>
                  <a:lnTo>
                    <a:pt x="4686439" y="926643"/>
                  </a:lnTo>
                  <a:lnTo>
                    <a:pt x="4686872" y="926019"/>
                  </a:lnTo>
                  <a:lnTo>
                    <a:pt x="4687089" y="925396"/>
                  </a:lnTo>
                  <a:lnTo>
                    <a:pt x="4688065" y="924148"/>
                  </a:lnTo>
                  <a:lnTo>
                    <a:pt x="4688499" y="922901"/>
                  </a:lnTo>
                  <a:lnTo>
                    <a:pt x="4688608" y="922901"/>
                  </a:lnTo>
                  <a:lnTo>
                    <a:pt x="4688716" y="922901"/>
                  </a:lnTo>
                  <a:lnTo>
                    <a:pt x="4688825" y="922901"/>
                  </a:lnTo>
                  <a:lnTo>
                    <a:pt x="4689041" y="921654"/>
                  </a:lnTo>
                  <a:lnTo>
                    <a:pt x="4689258" y="921031"/>
                  </a:lnTo>
                  <a:lnTo>
                    <a:pt x="4689584" y="921031"/>
                  </a:lnTo>
                  <a:lnTo>
                    <a:pt x="4689801" y="921031"/>
                  </a:lnTo>
                  <a:lnTo>
                    <a:pt x="4689801" y="920407"/>
                  </a:lnTo>
                  <a:lnTo>
                    <a:pt x="4689909" y="920407"/>
                  </a:lnTo>
                  <a:lnTo>
                    <a:pt x="4690126" y="920407"/>
                  </a:lnTo>
                  <a:lnTo>
                    <a:pt x="4690234" y="920407"/>
                  </a:lnTo>
                  <a:lnTo>
                    <a:pt x="4690343" y="920407"/>
                  </a:lnTo>
                  <a:lnTo>
                    <a:pt x="4690668" y="919783"/>
                  </a:lnTo>
                  <a:lnTo>
                    <a:pt x="4691102" y="919783"/>
                  </a:lnTo>
                  <a:lnTo>
                    <a:pt x="4691427" y="919783"/>
                  </a:lnTo>
                  <a:lnTo>
                    <a:pt x="4691536" y="919783"/>
                  </a:lnTo>
                  <a:lnTo>
                    <a:pt x="4691753" y="919783"/>
                  </a:lnTo>
                  <a:lnTo>
                    <a:pt x="4691861" y="919783"/>
                  </a:lnTo>
                  <a:lnTo>
                    <a:pt x="4692078" y="919783"/>
                  </a:lnTo>
                  <a:lnTo>
                    <a:pt x="4692403" y="919783"/>
                  </a:lnTo>
                  <a:lnTo>
                    <a:pt x="4693488" y="919160"/>
                  </a:lnTo>
                  <a:lnTo>
                    <a:pt x="4693813" y="919160"/>
                  </a:lnTo>
                  <a:lnTo>
                    <a:pt x="4693922" y="919160"/>
                  </a:lnTo>
                  <a:lnTo>
                    <a:pt x="4694138" y="919160"/>
                  </a:lnTo>
                  <a:lnTo>
                    <a:pt x="4694898" y="918536"/>
                  </a:lnTo>
                  <a:lnTo>
                    <a:pt x="4695006" y="918536"/>
                  </a:lnTo>
                  <a:lnTo>
                    <a:pt x="4695548" y="918536"/>
                  </a:lnTo>
                  <a:lnTo>
                    <a:pt x="4695657" y="918536"/>
                  </a:lnTo>
                  <a:lnTo>
                    <a:pt x="4695765" y="918536"/>
                  </a:lnTo>
                  <a:lnTo>
                    <a:pt x="4695874" y="917913"/>
                  </a:lnTo>
                  <a:lnTo>
                    <a:pt x="4696091" y="917913"/>
                  </a:lnTo>
                  <a:lnTo>
                    <a:pt x="4696416" y="917913"/>
                  </a:lnTo>
                  <a:lnTo>
                    <a:pt x="4696524" y="917913"/>
                  </a:lnTo>
                  <a:lnTo>
                    <a:pt x="4696633" y="917289"/>
                  </a:lnTo>
                  <a:lnTo>
                    <a:pt x="4696741" y="917289"/>
                  </a:lnTo>
                  <a:lnTo>
                    <a:pt x="4696850" y="917289"/>
                  </a:lnTo>
                  <a:lnTo>
                    <a:pt x="4696958" y="917289"/>
                  </a:lnTo>
                  <a:lnTo>
                    <a:pt x="4697067" y="917289"/>
                  </a:lnTo>
                  <a:lnTo>
                    <a:pt x="4697826" y="916666"/>
                  </a:lnTo>
                  <a:lnTo>
                    <a:pt x="4698043" y="916666"/>
                  </a:lnTo>
                  <a:lnTo>
                    <a:pt x="4698151" y="916666"/>
                  </a:lnTo>
                  <a:lnTo>
                    <a:pt x="4698802" y="916042"/>
                  </a:lnTo>
                  <a:lnTo>
                    <a:pt x="4698910" y="916042"/>
                  </a:lnTo>
                  <a:lnTo>
                    <a:pt x="4698910" y="915418"/>
                  </a:lnTo>
                  <a:lnTo>
                    <a:pt x="4699019" y="915418"/>
                  </a:lnTo>
                  <a:lnTo>
                    <a:pt x="4699669" y="915418"/>
                  </a:lnTo>
                  <a:lnTo>
                    <a:pt x="4699778" y="915418"/>
                  </a:lnTo>
                  <a:lnTo>
                    <a:pt x="4699778" y="914795"/>
                  </a:lnTo>
                  <a:lnTo>
                    <a:pt x="4699886" y="914795"/>
                  </a:lnTo>
                  <a:lnTo>
                    <a:pt x="4699995" y="914795"/>
                  </a:lnTo>
                  <a:lnTo>
                    <a:pt x="4700103" y="914795"/>
                  </a:lnTo>
                  <a:lnTo>
                    <a:pt x="4701079" y="913548"/>
                  </a:lnTo>
                  <a:lnTo>
                    <a:pt x="4701404" y="913548"/>
                  </a:lnTo>
                  <a:lnTo>
                    <a:pt x="4701730" y="913548"/>
                  </a:lnTo>
                  <a:lnTo>
                    <a:pt x="4701947" y="913548"/>
                  </a:lnTo>
                  <a:lnTo>
                    <a:pt x="4702055" y="913548"/>
                  </a:lnTo>
                  <a:lnTo>
                    <a:pt x="4702597" y="912924"/>
                  </a:lnTo>
                  <a:lnTo>
                    <a:pt x="4703031" y="912924"/>
                  </a:lnTo>
                  <a:lnTo>
                    <a:pt x="4703465" y="912924"/>
                  </a:lnTo>
                  <a:lnTo>
                    <a:pt x="4703790" y="912924"/>
                  </a:lnTo>
                  <a:lnTo>
                    <a:pt x="4703899" y="912924"/>
                  </a:lnTo>
                  <a:lnTo>
                    <a:pt x="4704116" y="912924"/>
                  </a:lnTo>
                  <a:lnTo>
                    <a:pt x="4704441" y="912924"/>
                  </a:lnTo>
                  <a:lnTo>
                    <a:pt x="4704658" y="912924"/>
                  </a:lnTo>
                  <a:lnTo>
                    <a:pt x="4704766" y="912924"/>
                  </a:lnTo>
                  <a:lnTo>
                    <a:pt x="4704875" y="912924"/>
                  </a:lnTo>
                  <a:lnTo>
                    <a:pt x="4705092" y="912300"/>
                  </a:lnTo>
                  <a:lnTo>
                    <a:pt x="4705309" y="912300"/>
                  </a:lnTo>
                  <a:lnTo>
                    <a:pt x="4705525" y="912300"/>
                  </a:lnTo>
                  <a:lnTo>
                    <a:pt x="4705525" y="911677"/>
                  </a:lnTo>
                  <a:lnTo>
                    <a:pt x="4705634" y="911677"/>
                  </a:lnTo>
                  <a:lnTo>
                    <a:pt x="4705742" y="911677"/>
                  </a:lnTo>
                  <a:lnTo>
                    <a:pt x="4705851" y="910430"/>
                  </a:lnTo>
                  <a:lnTo>
                    <a:pt x="4705959" y="910430"/>
                  </a:lnTo>
                  <a:lnTo>
                    <a:pt x="4706068" y="910430"/>
                  </a:lnTo>
                  <a:lnTo>
                    <a:pt x="4706718" y="910430"/>
                  </a:lnTo>
                  <a:lnTo>
                    <a:pt x="4706827" y="910430"/>
                  </a:lnTo>
                  <a:lnTo>
                    <a:pt x="4706935" y="910430"/>
                  </a:lnTo>
                  <a:lnTo>
                    <a:pt x="4707477" y="909806"/>
                  </a:lnTo>
                  <a:lnTo>
                    <a:pt x="4708128" y="909183"/>
                  </a:lnTo>
                  <a:lnTo>
                    <a:pt x="4708562" y="909183"/>
                  </a:lnTo>
                  <a:lnTo>
                    <a:pt x="4708670" y="909183"/>
                  </a:lnTo>
                  <a:lnTo>
                    <a:pt x="4708779" y="909183"/>
                  </a:lnTo>
                  <a:lnTo>
                    <a:pt x="4708996" y="909183"/>
                  </a:lnTo>
                  <a:lnTo>
                    <a:pt x="4709213" y="909183"/>
                  </a:lnTo>
                  <a:lnTo>
                    <a:pt x="4709538" y="909183"/>
                  </a:lnTo>
                  <a:lnTo>
                    <a:pt x="4709646" y="909183"/>
                  </a:lnTo>
                  <a:lnTo>
                    <a:pt x="4710189" y="908559"/>
                  </a:lnTo>
                  <a:lnTo>
                    <a:pt x="4710622" y="908559"/>
                  </a:lnTo>
                  <a:lnTo>
                    <a:pt x="4710948" y="907935"/>
                  </a:lnTo>
                  <a:lnTo>
                    <a:pt x="4711165" y="907935"/>
                  </a:lnTo>
                  <a:lnTo>
                    <a:pt x="4711273" y="907935"/>
                  </a:lnTo>
                  <a:lnTo>
                    <a:pt x="4711382" y="907935"/>
                  </a:lnTo>
                  <a:lnTo>
                    <a:pt x="4711815" y="907935"/>
                  </a:lnTo>
                  <a:lnTo>
                    <a:pt x="4712141" y="907935"/>
                  </a:lnTo>
                  <a:lnTo>
                    <a:pt x="4713984" y="904194"/>
                  </a:lnTo>
                  <a:lnTo>
                    <a:pt x="4714093" y="904194"/>
                  </a:lnTo>
                  <a:lnTo>
                    <a:pt x="4714201" y="904194"/>
                  </a:lnTo>
                  <a:lnTo>
                    <a:pt x="4714310" y="904194"/>
                  </a:lnTo>
                  <a:lnTo>
                    <a:pt x="4714852" y="904194"/>
                  </a:lnTo>
                  <a:lnTo>
                    <a:pt x="4714852" y="903570"/>
                  </a:lnTo>
                  <a:lnTo>
                    <a:pt x="4714960" y="903570"/>
                  </a:lnTo>
                  <a:lnTo>
                    <a:pt x="4715177" y="903570"/>
                  </a:lnTo>
                  <a:lnTo>
                    <a:pt x="4715286" y="903570"/>
                  </a:lnTo>
                  <a:lnTo>
                    <a:pt x="4715286" y="902947"/>
                  </a:lnTo>
                  <a:lnTo>
                    <a:pt x="4715394" y="902947"/>
                  </a:lnTo>
                  <a:lnTo>
                    <a:pt x="4715719" y="902947"/>
                  </a:lnTo>
                  <a:lnTo>
                    <a:pt x="4716370" y="902323"/>
                  </a:lnTo>
                  <a:lnTo>
                    <a:pt x="4716804" y="901076"/>
                  </a:lnTo>
                  <a:lnTo>
                    <a:pt x="4717129" y="901076"/>
                  </a:lnTo>
                  <a:lnTo>
                    <a:pt x="4717780" y="900452"/>
                  </a:lnTo>
                  <a:lnTo>
                    <a:pt x="4717888" y="900452"/>
                  </a:lnTo>
                  <a:lnTo>
                    <a:pt x="4717997" y="900452"/>
                  </a:lnTo>
                  <a:lnTo>
                    <a:pt x="4718539" y="899829"/>
                  </a:lnTo>
                  <a:lnTo>
                    <a:pt x="4718648" y="899829"/>
                  </a:lnTo>
                  <a:lnTo>
                    <a:pt x="4718756" y="899829"/>
                  </a:lnTo>
                  <a:lnTo>
                    <a:pt x="4719081" y="899205"/>
                  </a:lnTo>
                  <a:lnTo>
                    <a:pt x="4719190" y="898582"/>
                  </a:lnTo>
                  <a:lnTo>
                    <a:pt x="4719190" y="897958"/>
                  </a:lnTo>
                  <a:lnTo>
                    <a:pt x="4719732" y="896711"/>
                  </a:lnTo>
                  <a:lnTo>
                    <a:pt x="4719949" y="896711"/>
                  </a:lnTo>
                  <a:lnTo>
                    <a:pt x="4720383" y="896711"/>
                  </a:lnTo>
                  <a:lnTo>
                    <a:pt x="4721250" y="896087"/>
                  </a:lnTo>
                  <a:lnTo>
                    <a:pt x="4721359" y="896087"/>
                  </a:lnTo>
                  <a:lnTo>
                    <a:pt x="4721793" y="896087"/>
                  </a:lnTo>
                  <a:lnTo>
                    <a:pt x="4721901" y="896087"/>
                  </a:lnTo>
                  <a:lnTo>
                    <a:pt x="4722009" y="896087"/>
                  </a:lnTo>
                  <a:lnTo>
                    <a:pt x="4722118" y="896087"/>
                  </a:lnTo>
                  <a:lnTo>
                    <a:pt x="4722552" y="896087"/>
                  </a:lnTo>
                  <a:lnTo>
                    <a:pt x="4722660" y="896087"/>
                  </a:lnTo>
                  <a:lnTo>
                    <a:pt x="4722985" y="896087"/>
                  </a:lnTo>
                  <a:lnTo>
                    <a:pt x="4723419" y="896087"/>
                  </a:lnTo>
                  <a:lnTo>
                    <a:pt x="4724612" y="895464"/>
                  </a:lnTo>
                  <a:lnTo>
                    <a:pt x="4724937" y="894840"/>
                  </a:lnTo>
                  <a:lnTo>
                    <a:pt x="4725154" y="894840"/>
                  </a:lnTo>
                  <a:lnTo>
                    <a:pt x="4725263" y="894840"/>
                  </a:lnTo>
                  <a:lnTo>
                    <a:pt x="4725371" y="894840"/>
                  </a:lnTo>
                  <a:lnTo>
                    <a:pt x="4725697" y="894840"/>
                  </a:lnTo>
                  <a:lnTo>
                    <a:pt x="4725914" y="894840"/>
                  </a:lnTo>
                  <a:lnTo>
                    <a:pt x="4726239" y="894840"/>
                  </a:lnTo>
                  <a:lnTo>
                    <a:pt x="4726347" y="894217"/>
                  </a:lnTo>
                  <a:lnTo>
                    <a:pt x="4726781" y="892969"/>
                  </a:lnTo>
                  <a:lnTo>
                    <a:pt x="4726890" y="892969"/>
                  </a:lnTo>
                  <a:lnTo>
                    <a:pt x="4726998" y="892969"/>
                  </a:lnTo>
                  <a:lnTo>
                    <a:pt x="4727106" y="892969"/>
                  </a:lnTo>
                  <a:lnTo>
                    <a:pt x="4727215" y="892969"/>
                  </a:lnTo>
                  <a:lnTo>
                    <a:pt x="4727432" y="892969"/>
                  </a:lnTo>
                  <a:lnTo>
                    <a:pt x="4727757" y="892969"/>
                  </a:lnTo>
                  <a:lnTo>
                    <a:pt x="4727974" y="892969"/>
                  </a:lnTo>
                  <a:lnTo>
                    <a:pt x="4728082" y="892969"/>
                  </a:lnTo>
                  <a:lnTo>
                    <a:pt x="4728516" y="892969"/>
                  </a:lnTo>
                  <a:lnTo>
                    <a:pt x="4728950" y="892969"/>
                  </a:lnTo>
                  <a:lnTo>
                    <a:pt x="4729058" y="892969"/>
                  </a:lnTo>
                  <a:lnTo>
                    <a:pt x="4729384" y="892969"/>
                  </a:lnTo>
                  <a:lnTo>
                    <a:pt x="4729492" y="892969"/>
                  </a:lnTo>
                  <a:lnTo>
                    <a:pt x="4729926" y="892346"/>
                  </a:lnTo>
                  <a:lnTo>
                    <a:pt x="4730034" y="892346"/>
                  </a:lnTo>
                  <a:lnTo>
                    <a:pt x="4730251" y="892346"/>
                  </a:lnTo>
                  <a:lnTo>
                    <a:pt x="4731227" y="892346"/>
                  </a:lnTo>
                  <a:lnTo>
                    <a:pt x="4731444" y="892346"/>
                  </a:lnTo>
                  <a:lnTo>
                    <a:pt x="4731770" y="891722"/>
                  </a:lnTo>
                  <a:lnTo>
                    <a:pt x="4732095" y="891722"/>
                  </a:lnTo>
                  <a:lnTo>
                    <a:pt x="4732203" y="891722"/>
                  </a:lnTo>
                  <a:lnTo>
                    <a:pt x="4733071" y="891722"/>
                  </a:lnTo>
                  <a:lnTo>
                    <a:pt x="4733396" y="891722"/>
                  </a:lnTo>
                  <a:lnTo>
                    <a:pt x="4733505" y="891722"/>
                  </a:lnTo>
                  <a:lnTo>
                    <a:pt x="4733613" y="891099"/>
                  </a:lnTo>
                  <a:lnTo>
                    <a:pt x="4734047" y="890475"/>
                  </a:lnTo>
                  <a:lnTo>
                    <a:pt x="4734372" y="890475"/>
                  </a:lnTo>
                  <a:lnTo>
                    <a:pt x="4734806" y="890475"/>
                  </a:lnTo>
                  <a:lnTo>
                    <a:pt x="4735023" y="890475"/>
                  </a:lnTo>
                  <a:lnTo>
                    <a:pt x="4735023" y="889851"/>
                  </a:lnTo>
                  <a:lnTo>
                    <a:pt x="4735457" y="889851"/>
                  </a:lnTo>
                  <a:lnTo>
                    <a:pt x="4735565" y="889851"/>
                  </a:lnTo>
                  <a:lnTo>
                    <a:pt x="4735782" y="889851"/>
                  </a:lnTo>
                  <a:lnTo>
                    <a:pt x="4736108" y="889851"/>
                  </a:lnTo>
                  <a:lnTo>
                    <a:pt x="4736758" y="888604"/>
                  </a:lnTo>
                  <a:lnTo>
                    <a:pt x="4737192" y="888604"/>
                  </a:lnTo>
                  <a:lnTo>
                    <a:pt x="4737409" y="887981"/>
                  </a:lnTo>
                  <a:lnTo>
                    <a:pt x="4737517" y="887981"/>
                  </a:lnTo>
                  <a:lnTo>
                    <a:pt x="4737626" y="887981"/>
                  </a:lnTo>
                  <a:lnTo>
                    <a:pt x="4737626" y="887357"/>
                  </a:lnTo>
                  <a:lnTo>
                    <a:pt x="4738276" y="886734"/>
                  </a:lnTo>
                  <a:lnTo>
                    <a:pt x="4738385" y="886734"/>
                  </a:lnTo>
                  <a:lnTo>
                    <a:pt x="4739036" y="886734"/>
                  </a:lnTo>
                  <a:lnTo>
                    <a:pt x="4739253" y="886734"/>
                  </a:lnTo>
                  <a:lnTo>
                    <a:pt x="4739578" y="885486"/>
                  </a:lnTo>
                  <a:lnTo>
                    <a:pt x="4740012" y="884239"/>
                  </a:lnTo>
                  <a:lnTo>
                    <a:pt x="4740120" y="884239"/>
                  </a:lnTo>
                  <a:lnTo>
                    <a:pt x="4740229" y="884239"/>
                  </a:lnTo>
                  <a:lnTo>
                    <a:pt x="4740445" y="883616"/>
                  </a:lnTo>
                  <a:lnTo>
                    <a:pt x="4740662" y="882992"/>
                  </a:lnTo>
                  <a:lnTo>
                    <a:pt x="4740771" y="882992"/>
                  </a:lnTo>
                  <a:lnTo>
                    <a:pt x="4740879" y="882992"/>
                  </a:lnTo>
                  <a:lnTo>
                    <a:pt x="4741205" y="882992"/>
                  </a:lnTo>
                  <a:lnTo>
                    <a:pt x="4741855" y="882992"/>
                  </a:lnTo>
                  <a:lnTo>
                    <a:pt x="4742181" y="882368"/>
                  </a:lnTo>
                  <a:lnTo>
                    <a:pt x="4742831" y="882368"/>
                  </a:lnTo>
                  <a:lnTo>
                    <a:pt x="4742940" y="882368"/>
                  </a:lnTo>
                  <a:lnTo>
                    <a:pt x="4743265" y="882368"/>
                  </a:lnTo>
                  <a:lnTo>
                    <a:pt x="4743699" y="882368"/>
                  </a:lnTo>
                  <a:lnTo>
                    <a:pt x="4743807" y="882368"/>
                  </a:lnTo>
                  <a:lnTo>
                    <a:pt x="4743916" y="882368"/>
                  </a:lnTo>
                  <a:lnTo>
                    <a:pt x="4744350" y="882368"/>
                  </a:lnTo>
                  <a:lnTo>
                    <a:pt x="4744892" y="882368"/>
                  </a:lnTo>
                  <a:lnTo>
                    <a:pt x="4745000" y="882368"/>
                  </a:lnTo>
                  <a:lnTo>
                    <a:pt x="4745109" y="882368"/>
                  </a:lnTo>
                  <a:lnTo>
                    <a:pt x="4745542" y="882368"/>
                  </a:lnTo>
                  <a:lnTo>
                    <a:pt x="4745542" y="881121"/>
                  </a:lnTo>
                  <a:lnTo>
                    <a:pt x="4745542" y="880498"/>
                  </a:lnTo>
                  <a:lnTo>
                    <a:pt x="4745651" y="880498"/>
                  </a:lnTo>
                  <a:lnTo>
                    <a:pt x="4745759" y="880498"/>
                  </a:lnTo>
                  <a:lnTo>
                    <a:pt x="4745868" y="880498"/>
                  </a:lnTo>
                  <a:lnTo>
                    <a:pt x="4745976" y="880498"/>
                  </a:lnTo>
                  <a:lnTo>
                    <a:pt x="4746193" y="880498"/>
                  </a:lnTo>
                  <a:lnTo>
                    <a:pt x="4746735" y="880498"/>
                  </a:lnTo>
                  <a:lnTo>
                    <a:pt x="4746844" y="880498"/>
                  </a:lnTo>
                  <a:lnTo>
                    <a:pt x="4746952" y="880498"/>
                  </a:lnTo>
                  <a:lnTo>
                    <a:pt x="4747169" y="880498"/>
                  </a:lnTo>
                  <a:lnTo>
                    <a:pt x="4747603" y="879874"/>
                  </a:lnTo>
                  <a:lnTo>
                    <a:pt x="4747820" y="879874"/>
                  </a:lnTo>
                  <a:lnTo>
                    <a:pt x="4747928" y="879874"/>
                  </a:lnTo>
                  <a:lnTo>
                    <a:pt x="4748037" y="879874"/>
                  </a:lnTo>
                  <a:lnTo>
                    <a:pt x="4748687" y="879874"/>
                  </a:lnTo>
                  <a:lnTo>
                    <a:pt x="4748904" y="879874"/>
                  </a:lnTo>
                  <a:lnTo>
                    <a:pt x="4749013" y="879874"/>
                  </a:lnTo>
                  <a:lnTo>
                    <a:pt x="4749121" y="879874"/>
                  </a:lnTo>
                  <a:lnTo>
                    <a:pt x="4749555" y="879874"/>
                  </a:lnTo>
                  <a:lnTo>
                    <a:pt x="4749772" y="879874"/>
                  </a:lnTo>
                  <a:lnTo>
                    <a:pt x="4749880" y="879874"/>
                  </a:lnTo>
                  <a:lnTo>
                    <a:pt x="4749989" y="879874"/>
                  </a:lnTo>
                  <a:lnTo>
                    <a:pt x="4750206" y="879874"/>
                  </a:lnTo>
                  <a:lnTo>
                    <a:pt x="4750314" y="879251"/>
                  </a:lnTo>
                  <a:lnTo>
                    <a:pt x="4750423" y="879251"/>
                  </a:lnTo>
                  <a:lnTo>
                    <a:pt x="4750423" y="878627"/>
                  </a:lnTo>
                  <a:lnTo>
                    <a:pt x="4750639" y="878627"/>
                  </a:lnTo>
                  <a:lnTo>
                    <a:pt x="4751073" y="878627"/>
                  </a:lnTo>
                  <a:lnTo>
                    <a:pt x="4751399" y="878003"/>
                  </a:lnTo>
                  <a:lnTo>
                    <a:pt x="4751507" y="878003"/>
                  </a:lnTo>
                  <a:lnTo>
                    <a:pt x="4751615" y="878003"/>
                  </a:lnTo>
                  <a:lnTo>
                    <a:pt x="4751832" y="877380"/>
                  </a:lnTo>
                  <a:lnTo>
                    <a:pt x="4752158" y="877380"/>
                  </a:lnTo>
                  <a:lnTo>
                    <a:pt x="4752266" y="877380"/>
                  </a:lnTo>
                  <a:lnTo>
                    <a:pt x="4752700" y="877380"/>
                  </a:lnTo>
                  <a:lnTo>
                    <a:pt x="4752808" y="877380"/>
                  </a:lnTo>
                  <a:lnTo>
                    <a:pt x="4753134" y="877380"/>
                  </a:lnTo>
                  <a:lnTo>
                    <a:pt x="4753568" y="877380"/>
                  </a:lnTo>
                  <a:lnTo>
                    <a:pt x="4753676" y="877380"/>
                  </a:lnTo>
                  <a:lnTo>
                    <a:pt x="4753676" y="876756"/>
                  </a:lnTo>
                  <a:lnTo>
                    <a:pt x="4753893" y="876756"/>
                  </a:lnTo>
                  <a:lnTo>
                    <a:pt x="4754001" y="876756"/>
                  </a:lnTo>
                  <a:lnTo>
                    <a:pt x="4754110" y="876756"/>
                  </a:lnTo>
                  <a:lnTo>
                    <a:pt x="4754218" y="876756"/>
                  </a:lnTo>
                  <a:lnTo>
                    <a:pt x="4754760" y="876756"/>
                  </a:lnTo>
                  <a:lnTo>
                    <a:pt x="4754869" y="876133"/>
                  </a:lnTo>
                  <a:lnTo>
                    <a:pt x="4755194" y="876133"/>
                  </a:lnTo>
                  <a:lnTo>
                    <a:pt x="4755411" y="876133"/>
                  </a:lnTo>
                  <a:lnTo>
                    <a:pt x="4756062" y="876133"/>
                  </a:lnTo>
                  <a:lnTo>
                    <a:pt x="4756170" y="876133"/>
                  </a:lnTo>
                  <a:lnTo>
                    <a:pt x="4756713" y="875509"/>
                  </a:lnTo>
                  <a:lnTo>
                    <a:pt x="4756929" y="875509"/>
                  </a:lnTo>
                  <a:lnTo>
                    <a:pt x="4757363" y="875509"/>
                  </a:lnTo>
                  <a:lnTo>
                    <a:pt x="4757905" y="874885"/>
                  </a:lnTo>
                  <a:lnTo>
                    <a:pt x="4758014" y="874885"/>
                  </a:lnTo>
                  <a:lnTo>
                    <a:pt x="4758339" y="874262"/>
                  </a:lnTo>
                  <a:lnTo>
                    <a:pt x="4758448" y="873638"/>
                  </a:lnTo>
                  <a:lnTo>
                    <a:pt x="4758665" y="873638"/>
                  </a:lnTo>
                  <a:lnTo>
                    <a:pt x="4758990" y="873638"/>
                  </a:lnTo>
                  <a:lnTo>
                    <a:pt x="4759315" y="873638"/>
                  </a:lnTo>
                  <a:lnTo>
                    <a:pt x="4759749" y="873638"/>
                  </a:lnTo>
                  <a:lnTo>
                    <a:pt x="4759966" y="873638"/>
                  </a:lnTo>
                  <a:lnTo>
                    <a:pt x="4759966" y="873015"/>
                  </a:lnTo>
                  <a:lnTo>
                    <a:pt x="4760074" y="873015"/>
                  </a:lnTo>
                  <a:lnTo>
                    <a:pt x="4760508" y="872391"/>
                  </a:lnTo>
                  <a:lnTo>
                    <a:pt x="4761050" y="871768"/>
                  </a:lnTo>
                  <a:lnTo>
                    <a:pt x="4761050" y="871144"/>
                  </a:lnTo>
                  <a:lnTo>
                    <a:pt x="4761159" y="871144"/>
                  </a:lnTo>
                  <a:lnTo>
                    <a:pt x="4761484" y="871144"/>
                  </a:lnTo>
                  <a:lnTo>
                    <a:pt x="4761701" y="871144"/>
                  </a:lnTo>
                  <a:lnTo>
                    <a:pt x="4761810" y="871144"/>
                  </a:lnTo>
                  <a:lnTo>
                    <a:pt x="4761918" y="871144"/>
                  </a:lnTo>
                  <a:lnTo>
                    <a:pt x="4762026" y="871144"/>
                  </a:lnTo>
                  <a:lnTo>
                    <a:pt x="4762026" y="870520"/>
                  </a:lnTo>
                  <a:lnTo>
                    <a:pt x="4762135" y="870520"/>
                  </a:lnTo>
                  <a:lnTo>
                    <a:pt x="4762569" y="870520"/>
                  </a:lnTo>
                  <a:lnTo>
                    <a:pt x="4763002" y="870520"/>
                  </a:lnTo>
                  <a:lnTo>
                    <a:pt x="4763545" y="870520"/>
                  </a:lnTo>
                  <a:lnTo>
                    <a:pt x="4763762" y="870520"/>
                  </a:lnTo>
                  <a:lnTo>
                    <a:pt x="4763870" y="870520"/>
                  </a:lnTo>
                  <a:lnTo>
                    <a:pt x="4764195" y="870520"/>
                  </a:lnTo>
                  <a:lnTo>
                    <a:pt x="4764304" y="870520"/>
                  </a:lnTo>
                  <a:lnTo>
                    <a:pt x="4764412" y="870520"/>
                  </a:lnTo>
                  <a:lnTo>
                    <a:pt x="4764738" y="870520"/>
                  </a:lnTo>
                  <a:lnTo>
                    <a:pt x="4764846" y="870520"/>
                  </a:lnTo>
                  <a:lnTo>
                    <a:pt x="4765063" y="870520"/>
                  </a:lnTo>
                  <a:lnTo>
                    <a:pt x="4765280" y="870520"/>
                  </a:lnTo>
                  <a:lnTo>
                    <a:pt x="4765605" y="869897"/>
                  </a:lnTo>
                  <a:lnTo>
                    <a:pt x="4769835" y="865532"/>
                  </a:lnTo>
                  <a:lnTo>
                    <a:pt x="4769835" y="864908"/>
                  </a:lnTo>
                  <a:lnTo>
                    <a:pt x="4769943" y="864908"/>
                  </a:lnTo>
                  <a:lnTo>
                    <a:pt x="4770052" y="864908"/>
                  </a:lnTo>
                  <a:lnTo>
                    <a:pt x="4770160" y="864908"/>
                  </a:lnTo>
                  <a:lnTo>
                    <a:pt x="4770268" y="864908"/>
                  </a:lnTo>
                  <a:lnTo>
                    <a:pt x="4770377" y="864908"/>
                  </a:lnTo>
                  <a:lnTo>
                    <a:pt x="4770485" y="864908"/>
                  </a:lnTo>
                  <a:lnTo>
                    <a:pt x="4770594" y="864908"/>
                  </a:lnTo>
                  <a:lnTo>
                    <a:pt x="4770702" y="864908"/>
                  </a:lnTo>
                  <a:lnTo>
                    <a:pt x="4770811" y="864908"/>
                  </a:lnTo>
                  <a:lnTo>
                    <a:pt x="4770919" y="864908"/>
                  </a:lnTo>
                  <a:lnTo>
                    <a:pt x="4771028" y="864908"/>
                  </a:lnTo>
                  <a:lnTo>
                    <a:pt x="4771461" y="864285"/>
                  </a:lnTo>
                  <a:lnTo>
                    <a:pt x="4771570" y="864285"/>
                  </a:lnTo>
                  <a:lnTo>
                    <a:pt x="4771787" y="864285"/>
                  </a:lnTo>
                  <a:lnTo>
                    <a:pt x="4772004" y="864285"/>
                  </a:lnTo>
                  <a:lnTo>
                    <a:pt x="4772112" y="864285"/>
                  </a:lnTo>
                  <a:lnTo>
                    <a:pt x="4772220" y="864285"/>
                  </a:lnTo>
                  <a:lnTo>
                    <a:pt x="4772220" y="863661"/>
                  </a:lnTo>
                  <a:lnTo>
                    <a:pt x="4772329" y="863661"/>
                  </a:lnTo>
                  <a:lnTo>
                    <a:pt x="4772871" y="863661"/>
                  </a:lnTo>
                  <a:lnTo>
                    <a:pt x="4773088" y="862414"/>
                  </a:lnTo>
                  <a:lnTo>
                    <a:pt x="4773088" y="861790"/>
                  </a:lnTo>
                  <a:lnTo>
                    <a:pt x="4773522" y="861790"/>
                  </a:lnTo>
                  <a:lnTo>
                    <a:pt x="4773630" y="861790"/>
                  </a:lnTo>
                  <a:lnTo>
                    <a:pt x="4773739" y="861167"/>
                  </a:lnTo>
                  <a:lnTo>
                    <a:pt x="4773847" y="861167"/>
                  </a:lnTo>
                  <a:lnTo>
                    <a:pt x="4773956" y="861167"/>
                  </a:lnTo>
                  <a:lnTo>
                    <a:pt x="4774281" y="861167"/>
                  </a:lnTo>
                  <a:lnTo>
                    <a:pt x="4774715" y="861167"/>
                  </a:lnTo>
                  <a:lnTo>
                    <a:pt x="4775040" y="861167"/>
                  </a:lnTo>
                  <a:lnTo>
                    <a:pt x="4775149" y="861167"/>
                  </a:lnTo>
                  <a:lnTo>
                    <a:pt x="4775799" y="861167"/>
                  </a:lnTo>
                  <a:lnTo>
                    <a:pt x="4776233" y="861167"/>
                  </a:lnTo>
                  <a:lnTo>
                    <a:pt x="4776450" y="861167"/>
                  </a:lnTo>
                  <a:lnTo>
                    <a:pt x="4776775" y="860543"/>
                  </a:lnTo>
                  <a:lnTo>
                    <a:pt x="4777209" y="858672"/>
                  </a:lnTo>
                  <a:lnTo>
                    <a:pt x="4777534" y="858049"/>
                  </a:lnTo>
                  <a:lnTo>
                    <a:pt x="4777751" y="858049"/>
                  </a:lnTo>
                  <a:lnTo>
                    <a:pt x="4778077" y="858049"/>
                  </a:lnTo>
                  <a:lnTo>
                    <a:pt x="4778727" y="858049"/>
                  </a:lnTo>
                  <a:lnTo>
                    <a:pt x="4779161" y="858049"/>
                  </a:lnTo>
                  <a:lnTo>
                    <a:pt x="4779270" y="858049"/>
                  </a:lnTo>
                  <a:lnTo>
                    <a:pt x="4779703" y="858049"/>
                  </a:lnTo>
                  <a:lnTo>
                    <a:pt x="4779812" y="858049"/>
                  </a:lnTo>
                  <a:lnTo>
                    <a:pt x="4780246" y="858049"/>
                  </a:lnTo>
                  <a:lnTo>
                    <a:pt x="4780571" y="858049"/>
                  </a:lnTo>
                  <a:lnTo>
                    <a:pt x="4780679" y="858049"/>
                  </a:lnTo>
                  <a:lnTo>
                    <a:pt x="4780896" y="858049"/>
                  </a:lnTo>
                  <a:lnTo>
                    <a:pt x="4781005" y="858049"/>
                  </a:lnTo>
                  <a:lnTo>
                    <a:pt x="4781222" y="857425"/>
                  </a:lnTo>
                  <a:lnTo>
                    <a:pt x="4781547" y="857425"/>
                  </a:lnTo>
                  <a:lnTo>
                    <a:pt x="4781872" y="857425"/>
                  </a:lnTo>
                  <a:lnTo>
                    <a:pt x="4782198" y="857425"/>
                  </a:lnTo>
                  <a:lnTo>
                    <a:pt x="4782306" y="857425"/>
                  </a:lnTo>
                  <a:lnTo>
                    <a:pt x="4782523" y="857425"/>
                  </a:lnTo>
                  <a:lnTo>
                    <a:pt x="4782631" y="857425"/>
                  </a:lnTo>
                  <a:lnTo>
                    <a:pt x="4782740" y="856802"/>
                  </a:lnTo>
                  <a:lnTo>
                    <a:pt x="4782740" y="856178"/>
                  </a:lnTo>
                  <a:lnTo>
                    <a:pt x="4782957" y="856178"/>
                  </a:lnTo>
                  <a:lnTo>
                    <a:pt x="4783391" y="856178"/>
                  </a:lnTo>
                  <a:lnTo>
                    <a:pt x="4783933" y="855554"/>
                  </a:lnTo>
                  <a:lnTo>
                    <a:pt x="4784041" y="855554"/>
                  </a:lnTo>
                  <a:lnTo>
                    <a:pt x="4784367" y="855554"/>
                  </a:lnTo>
                  <a:lnTo>
                    <a:pt x="4784800" y="855554"/>
                  </a:lnTo>
                  <a:lnTo>
                    <a:pt x="4784800" y="854931"/>
                  </a:lnTo>
                  <a:lnTo>
                    <a:pt x="4784909" y="854307"/>
                  </a:lnTo>
                  <a:lnTo>
                    <a:pt x="4785017" y="854307"/>
                  </a:lnTo>
                  <a:lnTo>
                    <a:pt x="4785559" y="854307"/>
                  </a:lnTo>
                  <a:lnTo>
                    <a:pt x="4786319" y="853684"/>
                  </a:lnTo>
                  <a:lnTo>
                    <a:pt x="4786427" y="853684"/>
                  </a:lnTo>
                  <a:lnTo>
                    <a:pt x="4786536" y="853684"/>
                  </a:lnTo>
                  <a:lnTo>
                    <a:pt x="4786752" y="852437"/>
                  </a:lnTo>
                  <a:lnTo>
                    <a:pt x="4787078" y="852437"/>
                  </a:lnTo>
                  <a:lnTo>
                    <a:pt x="4787728" y="852437"/>
                  </a:lnTo>
                  <a:lnTo>
                    <a:pt x="4788162" y="852437"/>
                  </a:lnTo>
                  <a:lnTo>
                    <a:pt x="4788271" y="851813"/>
                  </a:lnTo>
                  <a:lnTo>
                    <a:pt x="4788596" y="851813"/>
                  </a:lnTo>
                  <a:lnTo>
                    <a:pt x="4788921" y="851813"/>
                  </a:lnTo>
                  <a:lnTo>
                    <a:pt x="4789138" y="851813"/>
                  </a:lnTo>
                  <a:lnTo>
                    <a:pt x="4790114" y="850566"/>
                  </a:lnTo>
                  <a:lnTo>
                    <a:pt x="4790440" y="850566"/>
                  </a:lnTo>
                  <a:lnTo>
                    <a:pt x="4790548" y="850566"/>
                  </a:lnTo>
                  <a:lnTo>
                    <a:pt x="4790657" y="850566"/>
                  </a:lnTo>
                  <a:lnTo>
                    <a:pt x="4790765" y="850566"/>
                  </a:lnTo>
                  <a:lnTo>
                    <a:pt x="4791090" y="850566"/>
                  </a:lnTo>
                  <a:lnTo>
                    <a:pt x="4791307" y="850566"/>
                  </a:lnTo>
                  <a:lnTo>
                    <a:pt x="4792175" y="850566"/>
                  </a:lnTo>
                  <a:lnTo>
                    <a:pt x="4792283" y="850566"/>
                  </a:lnTo>
                  <a:lnTo>
                    <a:pt x="4792500" y="850566"/>
                  </a:lnTo>
                  <a:lnTo>
                    <a:pt x="4792609" y="850566"/>
                  </a:lnTo>
                  <a:lnTo>
                    <a:pt x="4793368" y="849942"/>
                  </a:lnTo>
                  <a:lnTo>
                    <a:pt x="4793693" y="849942"/>
                  </a:lnTo>
                  <a:lnTo>
                    <a:pt x="4793910" y="849942"/>
                  </a:lnTo>
                  <a:lnTo>
                    <a:pt x="4794235" y="849942"/>
                  </a:lnTo>
                  <a:lnTo>
                    <a:pt x="4795320" y="849942"/>
                  </a:lnTo>
                  <a:lnTo>
                    <a:pt x="4795428" y="849942"/>
                  </a:lnTo>
                  <a:lnTo>
                    <a:pt x="4795645" y="849942"/>
                  </a:lnTo>
                  <a:lnTo>
                    <a:pt x="4795754" y="849942"/>
                  </a:lnTo>
                  <a:lnTo>
                    <a:pt x="4795970" y="849942"/>
                  </a:lnTo>
                  <a:lnTo>
                    <a:pt x="4795970" y="849319"/>
                  </a:lnTo>
                  <a:lnTo>
                    <a:pt x="4796079" y="849319"/>
                  </a:lnTo>
                  <a:lnTo>
                    <a:pt x="4796404" y="849319"/>
                  </a:lnTo>
                  <a:lnTo>
                    <a:pt x="4796621" y="849319"/>
                  </a:lnTo>
                  <a:lnTo>
                    <a:pt x="4797163" y="849319"/>
                  </a:lnTo>
                  <a:lnTo>
                    <a:pt x="4797380" y="849319"/>
                  </a:lnTo>
                  <a:lnTo>
                    <a:pt x="4797597" y="849319"/>
                  </a:lnTo>
                  <a:lnTo>
                    <a:pt x="4797814" y="849319"/>
                  </a:lnTo>
                  <a:lnTo>
                    <a:pt x="4797922" y="849319"/>
                  </a:lnTo>
                  <a:lnTo>
                    <a:pt x="4798248" y="849319"/>
                  </a:lnTo>
                  <a:lnTo>
                    <a:pt x="4798356" y="849319"/>
                  </a:lnTo>
                  <a:lnTo>
                    <a:pt x="4799007" y="848071"/>
                  </a:lnTo>
                  <a:lnTo>
                    <a:pt x="4799224" y="848071"/>
                  </a:lnTo>
                  <a:lnTo>
                    <a:pt x="4799332" y="848071"/>
                  </a:lnTo>
                  <a:lnTo>
                    <a:pt x="4799658" y="848071"/>
                  </a:lnTo>
                  <a:lnTo>
                    <a:pt x="4799766" y="848071"/>
                  </a:lnTo>
                  <a:lnTo>
                    <a:pt x="4799875" y="848071"/>
                  </a:lnTo>
                  <a:lnTo>
                    <a:pt x="4799983" y="848071"/>
                  </a:lnTo>
                  <a:lnTo>
                    <a:pt x="4800308" y="847448"/>
                  </a:lnTo>
                  <a:lnTo>
                    <a:pt x="4801176" y="846201"/>
                  </a:lnTo>
                  <a:lnTo>
                    <a:pt x="4801284" y="846201"/>
                  </a:lnTo>
                  <a:lnTo>
                    <a:pt x="4801718" y="846201"/>
                  </a:lnTo>
                  <a:lnTo>
                    <a:pt x="4802260" y="846201"/>
                  </a:lnTo>
                  <a:lnTo>
                    <a:pt x="4802694" y="845577"/>
                  </a:lnTo>
                  <a:lnTo>
                    <a:pt x="4802803" y="845577"/>
                  </a:lnTo>
                  <a:lnTo>
                    <a:pt x="4803345" y="845577"/>
                  </a:lnTo>
                  <a:lnTo>
                    <a:pt x="4803453" y="845577"/>
                  </a:lnTo>
                  <a:lnTo>
                    <a:pt x="4803562" y="845577"/>
                  </a:lnTo>
                  <a:lnTo>
                    <a:pt x="4803887" y="845577"/>
                  </a:lnTo>
                  <a:lnTo>
                    <a:pt x="4804429" y="844954"/>
                  </a:lnTo>
                  <a:lnTo>
                    <a:pt x="4804538" y="844954"/>
                  </a:lnTo>
                  <a:lnTo>
                    <a:pt x="4804646" y="844954"/>
                  </a:lnTo>
                  <a:lnTo>
                    <a:pt x="4804755" y="844954"/>
                  </a:lnTo>
                  <a:lnTo>
                    <a:pt x="4805080" y="844954"/>
                  </a:lnTo>
                  <a:lnTo>
                    <a:pt x="4805188" y="844954"/>
                  </a:lnTo>
                  <a:lnTo>
                    <a:pt x="4805622" y="844330"/>
                  </a:lnTo>
                  <a:lnTo>
                    <a:pt x="4806056" y="844330"/>
                  </a:lnTo>
                  <a:lnTo>
                    <a:pt x="4806164" y="844330"/>
                  </a:lnTo>
                  <a:lnTo>
                    <a:pt x="4806598" y="844330"/>
                  </a:lnTo>
                  <a:lnTo>
                    <a:pt x="4806924" y="843083"/>
                  </a:lnTo>
                  <a:lnTo>
                    <a:pt x="4807032" y="843083"/>
                  </a:lnTo>
                  <a:lnTo>
                    <a:pt x="4807683" y="843083"/>
                  </a:lnTo>
                  <a:lnTo>
                    <a:pt x="4807900" y="842459"/>
                  </a:lnTo>
                  <a:lnTo>
                    <a:pt x="4808008" y="842459"/>
                  </a:lnTo>
                  <a:lnTo>
                    <a:pt x="4808984" y="842459"/>
                  </a:lnTo>
                  <a:lnTo>
                    <a:pt x="4809093" y="842459"/>
                  </a:lnTo>
                  <a:lnTo>
                    <a:pt x="4809201" y="842459"/>
                  </a:lnTo>
                  <a:lnTo>
                    <a:pt x="4809418" y="842459"/>
                  </a:lnTo>
                  <a:lnTo>
                    <a:pt x="4809852" y="842459"/>
                  </a:lnTo>
                  <a:lnTo>
                    <a:pt x="4809960" y="842459"/>
                  </a:lnTo>
                  <a:lnTo>
                    <a:pt x="4810177" y="842459"/>
                  </a:lnTo>
                  <a:lnTo>
                    <a:pt x="4810502" y="842459"/>
                  </a:lnTo>
                  <a:lnTo>
                    <a:pt x="4810611" y="842459"/>
                  </a:lnTo>
                  <a:lnTo>
                    <a:pt x="4810828" y="842459"/>
                  </a:lnTo>
                  <a:lnTo>
                    <a:pt x="4810936" y="842459"/>
                  </a:lnTo>
                  <a:lnTo>
                    <a:pt x="4811587" y="841836"/>
                  </a:lnTo>
                  <a:lnTo>
                    <a:pt x="4812129" y="841836"/>
                  </a:lnTo>
                  <a:lnTo>
                    <a:pt x="4812888" y="841836"/>
                  </a:lnTo>
                  <a:lnTo>
                    <a:pt x="4812888" y="841212"/>
                  </a:lnTo>
                  <a:lnTo>
                    <a:pt x="4812997" y="841212"/>
                  </a:lnTo>
                  <a:lnTo>
                    <a:pt x="4813214" y="839965"/>
                  </a:lnTo>
                  <a:lnTo>
                    <a:pt x="4813322" y="839965"/>
                  </a:lnTo>
                  <a:lnTo>
                    <a:pt x="4813756" y="839965"/>
                  </a:lnTo>
                  <a:lnTo>
                    <a:pt x="4813973" y="839965"/>
                  </a:lnTo>
                  <a:lnTo>
                    <a:pt x="4814081" y="839965"/>
                  </a:lnTo>
                  <a:lnTo>
                    <a:pt x="4814515" y="839965"/>
                  </a:lnTo>
                  <a:lnTo>
                    <a:pt x="4814732" y="839965"/>
                  </a:lnTo>
                  <a:lnTo>
                    <a:pt x="4814949" y="839965"/>
                  </a:lnTo>
                  <a:lnTo>
                    <a:pt x="4815599" y="839965"/>
                  </a:lnTo>
                  <a:lnTo>
                    <a:pt x="4815708" y="838718"/>
                  </a:lnTo>
                  <a:lnTo>
                    <a:pt x="4815925" y="838718"/>
                  </a:lnTo>
                  <a:lnTo>
                    <a:pt x="4816033" y="838718"/>
                  </a:lnTo>
                  <a:lnTo>
                    <a:pt x="4816142" y="838718"/>
                  </a:lnTo>
                  <a:lnTo>
                    <a:pt x="4816250" y="838718"/>
                  </a:lnTo>
                  <a:lnTo>
                    <a:pt x="4816359" y="838718"/>
                  </a:lnTo>
                  <a:lnTo>
                    <a:pt x="4816575" y="838718"/>
                  </a:lnTo>
                  <a:lnTo>
                    <a:pt x="4816684" y="838094"/>
                  </a:lnTo>
                  <a:lnTo>
                    <a:pt x="4817118" y="838094"/>
                  </a:lnTo>
                  <a:lnTo>
                    <a:pt x="4817335" y="838094"/>
                  </a:lnTo>
                  <a:lnTo>
                    <a:pt x="4817877" y="837471"/>
                  </a:lnTo>
                  <a:lnTo>
                    <a:pt x="4818311" y="837471"/>
                  </a:lnTo>
                  <a:lnTo>
                    <a:pt x="4818419" y="837471"/>
                  </a:lnTo>
                  <a:lnTo>
                    <a:pt x="4818961" y="836847"/>
                  </a:lnTo>
                  <a:lnTo>
                    <a:pt x="4819287" y="836847"/>
                  </a:lnTo>
                  <a:lnTo>
                    <a:pt x="4819503" y="836223"/>
                  </a:lnTo>
                  <a:lnTo>
                    <a:pt x="4819829" y="836223"/>
                  </a:lnTo>
                  <a:lnTo>
                    <a:pt x="4819937" y="836223"/>
                  </a:lnTo>
                  <a:lnTo>
                    <a:pt x="4820154" y="836223"/>
                  </a:lnTo>
                  <a:lnTo>
                    <a:pt x="4820479" y="835600"/>
                  </a:lnTo>
                  <a:lnTo>
                    <a:pt x="4820696" y="835600"/>
                  </a:lnTo>
                  <a:lnTo>
                    <a:pt x="4821130" y="835600"/>
                  </a:lnTo>
                  <a:lnTo>
                    <a:pt x="4821239" y="835600"/>
                  </a:lnTo>
                  <a:lnTo>
                    <a:pt x="4821672" y="834976"/>
                  </a:lnTo>
                  <a:lnTo>
                    <a:pt x="4821998" y="833729"/>
                  </a:lnTo>
                  <a:lnTo>
                    <a:pt x="4822106" y="833729"/>
                  </a:lnTo>
                  <a:lnTo>
                    <a:pt x="4822215" y="833729"/>
                  </a:lnTo>
                  <a:lnTo>
                    <a:pt x="4822323" y="833729"/>
                  </a:lnTo>
                  <a:lnTo>
                    <a:pt x="4822432" y="833729"/>
                  </a:lnTo>
                  <a:lnTo>
                    <a:pt x="4822540" y="833729"/>
                  </a:lnTo>
                  <a:lnTo>
                    <a:pt x="4822974" y="833729"/>
                  </a:lnTo>
                  <a:lnTo>
                    <a:pt x="4823733" y="833729"/>
                  </a:lnTo>
                  <a:lnTo>
                    <a:pt x="4824167" y="833729"/>
                  </a:lnTo>
                  <a:lnTo>
                    <a:pt x="4824384" y="833729"/>
                  </a:lnTo>
                  <a:lnTo>
                    <a:pt x="4824492" y="833729"/>
                  </a:lnTo>
                  <a:lnTo>
                    <a:pt x="4824817" y="833729"/>
                  </a:lnTo>
                  <a:lnTo>
                    <a:pt x="4825685" y="830611"/>
                  </a:lnTo>
                  <a:lnTo>
                    <a:pt x="4825793" y="830611"/>
                  </a:lnTo>
                  <a:lnTo>
                    <a:pt x="4826010" y="829988"/>
                  </a:lnTo>
                  <a:lnTo>
                    <a:pt x="4826119" y="829988"/>
                  </a:lnTo>
                  <a:lnTo>
                    <a:pt x="4826878" y="829988"/>
                  </a:lnTo>
                  <a:lnTo>
                    <a:pt x="4826986" y="829988"/>
                  </a:lnTo>
                  <a:lnTo>
                    <a:pt x="4827203" y="829988"/>
                  </a:lnTo>
                  <a:lnTo>
                    <a:pt x="4827420" y="829988"/>
                  </a:lnTo>
                  <a:lnTo>
                    <a:pt x="4827637" y="829988"/>
                  </a:lnTo>
                  <a:lnTo>
                    <a:pt x="4827854" y="829988"/>
                  </a:lnTo>
                  <a:lnTo>
                    <a:pt x="4828179" y="829988"/>
                  </a:lnTo>
                  <a:lnTo>
                    <a:pt x="4828505" y="829988"/>
                  </a:lnTo>
                  <a:lnTo>
                    <a:pt x="4828721" y="829988"/>
                  </a:lnTo>
                  <a:lnTo>
                    <a:pt x="4829047" y="829988"/>
                  </a:lnTo>
                  <a:lnTo>
                    <a:pt x="4829264" y="829988"/>
                  </a:lnTo>
                  <a:lnTo>
                    <a:pt x="4829372" y="829988"/>
                  </a:lnTo>
                  <a:lnTo>
                    <a:pt x="4829372" y="829364"/>
                  </a:lnTo>
                  <a:lnTo>
                    <a:pt x="4829481" y="829364"/>
                  </a:lnTo>
                  <a:lnTo>
                    <a:pt x="4829914" y="828117"/>
                  </a:lnTo>
                  <a:lnTo>
                    <a:pt x="4830023" y="828117"/>
                  </a:lnTo>
                  <a:lnTo>
                    <a:pt x="4830131" y="828117"/>
                  </a:lnTo>
                  <a:lnTo>
                    <a:pt x="4830890" y="828117"/>
                  </a:lnTo>
                  <a:lnTo>
                    <a:pt x="4831107" y="828117"/>
                  </a:lnTo>
                  <a:lnTo>
                    <a:pt x="4831433" y="828117"/>
                  </a:lnTo>
                  <a:lnTo>
                    <a:pt x="4831541" y="828117"/>
                  </a:lnTo>
                  <a:lnTo>
                    <a:pt x="4831650" y="828117"/>
                  </a:lnTo>
                  <a:lnTo>
                    <a:pt x="4831866" y="828117"/>
                  </a:lnTo>
                  <a:lnTo>
                    <a:pt x="4832626" y="827493"/>
                  </a:lnTo>
                  <a:lnTo>
                    <a:pt x="4832626" y="826870"/>
                  </a:lnTo>
                  <a:lnTo>
                    <a:pt x="4832842" y="826870"/>
                  </a:lnTo>
                  <a:lnTo>
                    <a:pt x="4832951" y="826870"/>
                  </a:lnTo>
                  <a:lnTo>
                    <a:pt x="4833168" y="826870"/>
                  </a:lnTo>
                  <a:lnTo>
                    <a:pt x="4833819" y="826246"/>
                  </a:lnTo>
                  <a:lnTo>
                    <a:pt x="4833819" y="825622"/>
                  </a:lnTo>
                  <a:lnTo>
                    <a:pt x="4833927" y="825622"/>
                  </a:lnTo>
                  <a:lnTo>
                    <a:pt x="4834361" y="824999"/>
                  </a:lnTo>
                  <a:lnTo>
                    <a:pt x="4835228" y="821881"/>
                  </a:lnTo>
                  <a:lnTo>
                    <a:pt x="4835445" y="821881"/>
                  </a:lnTo>
                  <a:lnTo>
                    <a:pt x="4835879" y="821881"/>
                  </a:lnTo>
                  <a:lnTo>
                    <a:pt x="4835987" y="821881"/>
                  </a:lnTo>
                  <a:lnTo>
                    <a:pt x="4836096" y="821881"/>
                  </a:lnTo>
                  <a:lnTo>
                    <a:pt x="4836096" y="821257"/>
                  </a:lnTo>
                  <a:lnTo>
                    <a:pt x="4836096" y="820634"/>
                  </a:lnTo>
                  <a:lnTo>
                    <a:pt x="4836421" y="820634"/>
                  </a:lnTo>
                  <a:lnTo>
                    <a:pt x="4836530" y="820634"/>
                  </a:lnTo>
                  <a:lnTo>
                    <a:pt x="4836638" y="820634"/>
                  </a:lnTo>
                  <a:lnTo>
                    <a:pt x="4836747" y="820634"/>
                  </a:lnTo>
                  <a:lnTo>
                    <a:pt x="4836855" y="820634"/>
                  </a:lnTo>
                  <a:lnTo>
                    <a:pt x="4836963" y="820634"/>
                  </a:lnTo>
                  <a:lnTo>
                    <a:pt x="4837180" y="820634"/>
                  </a:lnTo>
                  <a:lnTo>
                    <a:pt x="4837506" y="820634"/>
                  </a:lnTo>
                  <a:lnTo>
                    <a:pt x="4837940" y="820634"/>
                  </a:lnTo>
                  <a:lnTo>
                    <a:pt x="4838156" y="820634"/>
                  </a:lnTo>
                  <a:lnTo>
                    <a:pt x="4838482" y="820634"/>
                  </a:lnTo>
                  <a:lnTo>
                    <a:pt x="4839024" y="818763"/>
                  </a:lnTo>
                  <a:lnTo>
                    <a:pt x="4839132" y="818763"/>
                  </a:lnTo>
                  <a:lnTo>
                    <a:pt x="4839458" y="818763"/>
                  </a:lnTo>
                  <a:lnTo>
                    <a:pt x="4840000" y="818763"/>
                  </a:lnTo>
                  <a:lnTo>
                    <a:pt x="4840217" y="818763"/>
                  </a:lnTo>
                  <a:lnTo>
                    <a:pt x="4840325" y="818763"/>
                  </a:lnTo>
                  <a:lnTo>
                    <a:pt x="4840434" y="817516"/>
                  </a:lnTo>
                  <a:lnTo>
                    <a:pt x="4840542" y="816892"/>
                  </a:lnTo>
                  <a:lnTo>
                    <a:pt x="4840868" y="816892"/>
                  </a:lnTo>
                  <a:lnTo>
                    <a:pt x="4841084" y="816892"/>
                  </a:lnTo>
                  <a:lnTo>
                    <a:pt x="4841518" y="816892"/>
                  </a:lnTo>
                  <a:lnTo>
                    <a:pt x="4841627" y="816892"/>
                  </a:lnTo>
                  <a:lnTo>
                    <a:pt x="4842169" y="815022"/>
                  </a:lnTo>
                  <a:lnTo>
                    <a:pt x="4842494" y="815022"/>
                  </a:lnTo>
                  <a:lnTo>
                    <a:pt x="4842603" y="815022"/>
                  </a:lnTo>
                  <a:lnTo>
                    <a:pt x="4843470" y="815022"/>
                  </a:lnTo>
                  <a:lnTo>
                    <a:pt x="4843904" y="815022"/>
                  </a:lnTo>
                  <a:lnTo>
                    <a:pt x="4844013" y="815022"/>
                  </a:lnTo>
                  <a:lnTo>
                    <a:pt x="4844121" y="815022"/>
                  </a:lnTo>
                  <a:lnTo>
                    <a:pt x="4844338" y="815022"/>
                  </a:lnTo>
                  <a:lnTo>
                    <a:pt x="4844772" y="814398"/>
                  </a:lnTo>
                  <a:lnTo>
                    <a:pt x="4844880" y="814398"/>
                  </a:lnTo>
                  <a:lnTo>
                    <a:pt x="4845314" y="813774"/>
                  </a:lnTo>
                  <a:lnTo>
                    <a:pt x="4845422" y="813774"/>
                  </a:lnTo>
                  <a:lnTo>
                    <a:pt x="4845531" y="813774"/>
                  </a:lnTo>
                  <a:lnTo>
                    <a:pt x="4846181" y="812527"/>
                  </a:lnTo>
                  <a:lnTo>
                    <a:pt x="4846290" y="812527"/>
                  </a:lnTo>
                  <a:lnTo>
                    <a:pt x="4846615" y="812527"/>
                  </a:lnTo>
                  <a:lnTo>
                    <a:pt x="4846724" y="811904"/>
                  </a:lnTo>
                  <a:lnTo>
                    <a:pt x="4846832" y="811904"/>
                  </a:lnTo>
                  <a:lnTo>
                    <a:pt x="4847158" y="811904"/>
                  </a:lnTo>
                  <a:lnTo>
                    <a:pt x="4847158" y="811280"/>
                  </a:lnTo>
                  <a:lnTo>
                    <a:pt x="4847374" y="811280"/>
                  </a:lnTo>
                  <a:lnTo>
                    <a:pt x="4847483" y="811280"/>
                  </a:lnTo>
                  <a:lnTo>
                    <a:pt x="4848025" y="810657"/>
                  </a:lnTo>
                  <a:lnTo>
                    <a:pt x="4848134" y="810657"/>
                  </a:lnTo>
                  <a:lnTo>
                    <a:pt x="4848242" y="810657"/>
                  </a:lnTo>
                  <a:lnTo>
                    <a:pt x="4848459" y="808786"/>
                  </a:lnTo>
                  <a:lnTo>
                    <a:pt x="4848567" y="808162"/>
                  </a:lnTo>
                  <a:lnTo>
                    <a:pt x="4848676" y="808162"/>
                  </a:lnTo>
                  <a:lnTo>
                    <a:pt x="4849001" y="808162"/>
                  </a:lnTo>
                  <a:lnTo>
                    <a:pt x="4849110" y="808162"/>
                  </a:lnTo>
                  <a:lnTo>
                    <a:pt x="4849435" y="808162"/>
                  </a:lnTo>
                  <a:lnTo>
                    <a:pt x="4849652" y="808162"/>
                  </a:lnTo>
                  <a:lnTo>
                    <a:pt x="4849760" y="808162"/>
                  </a:lnTo>
                  <a:lnTo>
                    <a:pt x="4850302" y="806291"/>
                  </a:lnTo>
                  <a:lnTo>
                    <a:pt x="4850519" y="806291"/>
                  </a:lnTo>
                  <a:lnTo>
                    <a:pt x="4850628" y="806291"/>
                  </a:lnTo>
                  <a:lnTo>
                    <a:pt x="4851062" y="806291"/>
                  </a:lnTo>
                  <a:lnTo>
                    <a:pt x="4851062" y="805668"/>
                  </a:lnTo>
                  <a:lnTo>
                    <a:pt x="4851170" y="805668"/>
                  </a:lnTo>
                  <a:lnTo>
                    <a:pt x="4851712" y="805668"/>
                  </a:lnTo>
                  <a:lnTo>
                    <a:pt x="4852363" y="805668"/>
                  </a:lnTo>
                  <a:lnTo>
                    <a:pt x="4853014" y="805668"/>
                  </a:lnTo>
                  <a:lnTo>
                    <a:pt x="4853556" y="805668"/>
                  </a:lnTo>
                  <a:lnTo>
                    <a:pt x="4853664" y="805668"/>
                  </a:lnTo>
                  <a:lnTo>
                    <a:pt x="4853773" y="805668"/>
                  </a:lnTo>
                  <a:lnTo>
                    <a:pt x="4853881" y="805668"/>
                  </a:lnTo>
                  <a:lnTo>
                    <a:pt x="4854098" y="804421"/>
                  </a:lnTo>
                  <a:lnTo>
                    <a:pt x="4854207" y="804421"/>
                  </a:lnTo>
                  <a:lnTo>
                    <a:pt x="4854315" y="804421"/>
                  </a:lnTo>
                  <a:lnTo>
                    <a:pt x="4854966" y="803797"/>
                  </a:lnTo>
                  <a:lnTo>
                    <a:pt x="4855400" y="803797"/>
                  </a:lnTo>
                  <a:lnTo>
                    <a:pt x="4855508" y="803797"/>
                  </a:lnTo>
                  <a:lnTo>
                    <a:pt x="4855833" y="803797"/>
                  </a:lnTo>
                  <a:lnTo>
                    <a:pt x="4856050" y="803797"/>
                  </a:lnTo>
                  <a:lnTo>
                    <a:pt x="4856376" y="803797"/>
                  </a:lnTo>
                  <a:lnTo>
                    <a:pt x="4856701" y="803797"/>
                  </a:lnTo>
                  <a:lnTo>
                    <a:pt x="4856918" y="803174"/>
                  </a:lnTo>
                  <a:lnTo>
                    <a:pt x="4857026" y="803174"/>
                  </a:lnTo>
                  <a:lnTo>
                    <a:pt x="4857243" y="802550"/>
                  </a:lnTo>
                  <a:lnTo>
                    <a:pt x="4857460" y="802550"/>
                  </a:lnTo>
                  <a:lnTo>
                    <a:pt x="4857568" y="801926"/>
                  </a:lnTo>
                  <a:lnTo>
                    <a:pt x="4857677" y="801926"/>
                  </a:lnTo>
                  <a:lnTo>
                    <a:pt x="4857677" y="801303"/>
                  </a:lnTo>
                  <a:lnTo>
                    <a:pt x="4858111" y="801303"/>
                  </a:lnTo>
                  <a:lnTo>
                    <a:pt x="4858219" y="801303"/>
                  </a:lnTo>
                  <a:lnTo>
                    <a:pt x="4858219" y="800679"/>
                  </a:lnTo>
                  <a:lnTo>
                    <a:pt x="4858870" y="800056"/>
                  </a:lnTo>
                  <a:lnTo>
                    <a:pt x="4859087" y="800056"/>
                  </a:lnTo>
                  <a:lnTo>
                    <a:pt x="4859195" y="800056"/>
                  </a:lnTo>
                  <a:lnTo>
                    <a:pt x="4859629" y="800056"/>
                  </a:lnTo>
                  <a:lnTo>
                    <a:pt x="4859846" y="800056"/>
                  </a:lnTo>
                  <a:lnTo>
                    <a:pt x="4860063" y="800056"/>
                  </a:lnTo>
                  <a:lnTo>
                    <a:pt x="4860171" y="800056"/>
                  </a:lnTo>
                  <a:lnTo>
                    <a:pt x="4860822" y="799432"/>
                  </a:lnTo>
                  <a:lnTo>
                    <a:pt x="4861039" y="799432"/>
                  </a:lnTo>
                  <a:lnTo>
                    <a:pt x="4861256" y="798808"/>
                  </a:lnTo>
                  <a:lnTo>
                    <a:pt x="4861473" y="798185"/>
                  </a:lnTo>
                  <a:lnTo>
                    <a:pt x="4861581" y="798185"/>
                  </a:lnTo>
                  <a:lnTo>
                    <a:pt x="4861906" y="796938"/>
                  </a:lnTo>
                  <a:lnTo>
                    <a:pt x="4862123" y="796938"/>
                  </a:lnTo>
                  <a:lnTo>
                    <a:pt x="4862557" y="796938"/>
                  </a:lnTo>
                  <a:lnTo>
                    <a:pt x="4862882" y="795691"/>
                  </a:lnTo>
                  <a:lnTo>
                    <a:pt x="4862991" y="795691"/>
                  </a:lnTo>
                  <a:lnTo>
                    <a:pt x="4863208" y="795691"/>
                  </a:lnTo>
                  <a:lnTo>
                    <a:pt x="4863642" y="795691"/>
                  </a:lnTo>
                  <a:lnTo>
                    <a:pt x="4863750" y="795691"/>
                  </a:lnTo>
                  <a:lnTo>
                    <a:pt x="4863967" y="795691"/>
                  </a:lnTo>
                  <a:lnTo>
                    <a:pt x="4864184" y="795691"/>
                  </a:lnTo>
                  <a:lnTo>
                    <a:pt x="4864726" y="795691"/>
                  </a:lnTo>
                  <a:lnTo>
                    <a:pt x="4864834" y="795691"/>
                  </a:lnTo>
                  <a:lnTo>
                    <a:pt x="4864834" y="795067"/>
                  </a:lnTo>
                  <a:lnTo>
                    <a:pt x="4865160" y="795067"/>
                  </a:lnTo>
                  <a:lnTo>
                    <a:pt x="4865268" y="795067"/>
                  </a:lnTo>
                  <a:lnTo>
                    <a:pt x="4865377" y="795067"/>
                  </a:lnTo>
                  <a:lnTo>
                    <a:pt x="4865485" y="795067"/>
                  </a:lnTo>
                  <a:lnTo>
                    <a:pt x="4865919" y="795067"/>
                  </a:lnTo>
                  <a:lnTo>
                    <a:pt x="4866353" y="795067"/>
                  </a:lnTo>
                  <a:lnTo>
                    <a:pt x="4866570" y="795067"/>
                  </a:lnTo>
                  <a:lnTo>
                    <a:pt x="4866678" y="794443"/>
                  </a:lnTo>
                  <a:lnTo>
                    <a:pt x="4867329" y="793196"/>
                  </a:lnTo>
                  <a:lnTo>
                    <a:pt x="4867437" y="793196"/>
                  </a:lnTo>
                  <a:lnTo>
                    <a:pt x="4867654" y="792573"/>
                  </a:lnTo>
                  <a:lnTo>
                    <a:pt x="4867762" y="792573"/>
                  </a:lnTo>
                  <a:lnTo>
                    <a:pt x="4868522" y="791949"/>
                  </a:lnTo>
                  <a:lnTo>
                    <a:pt x="4868630" y="791949"/>
                  </a:lnTo>
                  <a:lnTo>
                    <a:pt x="4868739" y="791949"/>
                  </a:lnTo>
                  <a:lnTo>
                    <a:pt x="4868847" y="791949"/>
                  </a:lnTo>
                  <a:lnTo>
                    <a:pt x="4868847" y="791325"/>
                  </a:lnTo>
                  <a:lnTo>
                    <a:pt x="4868847" y="790702"/>
                  </a:lnTo>
                  <a:lnTo>
                    <a:pt x="4868955" y="790702"/>
                  </a:lnTo>
                  <a:lnTo>
                    <a:pt x="4869389" y="790702"/>
                  </a:lnTo>
                  <a:lnTo>
                    <a:pt x="4869498" y="790702"/>
                  </a:lnTo>
                  <a:lnTo>
                    <a:pt x="4869606" y="790702"/>
                  </a:lnTo>
                  <a:lnTo>
                    <a:pt x="4869715" y="790702"/>
                  </a:lnTo>
                  <a:lnTo>
                    <a:pt x="4869823" y="790702"/>
                  </a:lnTo>
                  <a:lnTo>
                    <a:pt x="4870148" y="790702"/>
                  </a:lnTo>
                  <a:lnTo>
                    <a:pt x="4870148" y="790078"/>
                  </a:lnTo>
                  <a:lnTo>
                    <a:pt x="4870582" y="790078"/>
                  </a:lnTo>
                  <a:lnTo>
                    <a:pt x="4871016" y="790078"/>
                  </a:lnTo>
                  <a:lnTo>
                    <a:pt x="4871233" y="790078"/>
                  </a:lnTo>
                  <a:lnTo>
                    <a:pt x="4871341" y="790078"/>
                  </a:lnTo>
                  <a:lnTo>
                    <a:pt x="4871450" y="790078"/>
                  </a:lnTo>
                  <a:lnTo>
                    <a:pt x="4871775" y="790078"/>
                  </a:lnTo>
                  <a:lnTo>
                    <a:pt x="4871883" y="790078"/>
                  </a:lnTo>
                  <a:lnTo>
                    <a:pt x="4872100" y="790078"/>
                  </a:lnTo>
                  <a:lnTo>
                    <a:pt x="4872426" y="790078"/>
                  </a:lnTo>
                  <a:lnTo>
                    <a:pt x="4872643" y="790078"/>
                  </a:lnTo>
                  <a:lnTo>
                    <a:pt x="4872751" y="790078"/>
                  </a:lnTo>
                  <a:lnTo>
                    <a:pt x="4872968" y="790078"/>
                  </a:lnTo>
                  <a:lnTo>
                    <a:pt x="4873727" y="788831"/>
                  </a:lnTo>
                  <a:lnTo>
                    <a:pt x="4873836" y="788831"/>
                  </a:lnTo>
                  <a:lnTo>
                    <a:pt x="4874161" y="788831"/>
                  </a:lnTo>
                  <a:lnTo>
                    <a:pt x="4874378" y="788208"/>
                  </a:lnTo>
                  <a:lnTo>
                    <a:pt x="4874595" y="788208"/>
                  </a:lnTo>
                  <a:lnTo>
                    <a:pt x="4874703" y="788208"/>
                  </a:lnTo>
                  <a:lnTo>
                    <a:pt x="4875028" y="787584"/>
                  </a:lnTo>
                  <a:lnTo>
                    <a:pt x="4875354" y="787584"/>
                  </a:lnTo>
                  <a:lnTo>
                    <a:pt x="4875462" y="786960"/>
                  </a:lnTo>
                  <a:lnTo>
                    <a:pt x="4875679" y="786960"/>
                  </a:lnTo>
                  <a:lnTo>
                    <a:pt x="4876330" y="786960"/>
                  </a:lnTo>
                  <a:lnTo>
                    <a:pt x="4876872" y="786960"/>
                  </a:lnTo>
                  <a:lnTo>
                    <a:pt x="4876981" y="786960"/>
                  </a:lnTo>
                  <a:lnTo>
                    <a:pt x="4877089" y="786960"/>
                  </a:lnTo>
                  <a:lnTo>
                    <a:pt x="4877523" y="786960"/>
                  </a:lnTo>
                  <a:lnTo>
                    <a:pt x="4877631" y="786960"/>
                  </a:lnTo>
                  <a:lnTo>
                    <a:pt x="4877740" y="786960"/>
                  </a:lnTo>
                  <a:lnTo>
                    <a:pt x="4877957" y="786960"/>
                  </a:lnTo>
                  <a:lnTo>
                    <a:pt x="4878065" y="786337"/>
                  </a:lnTo>
                  <a:lnTo>
                    <a:pt x="4878716" y="786337"/>
                  </a:lnTo>
                  <a:lnTo>
                    <a:pt x="4878824" y="786337"/>
                  </a:lnTo>
                  <a:lnTo>
                    <a:pt x="4879041" y="786337"/>
                  </a:lnTo>
                  <a:lnTo>
                    <a:pt x="4879149" y="785713"/>
                  </a:lnTo>
                  <a:lnTo>
                    <a:pt x="4879366" y="785713"/>
                  </a:lnTo>
                  <a:lnTo>
                    <a:pt x="4879692" y="785713"/>
                  </a:lnTo>
                  <a:lnTo>
                    <a:pt x="4879800" y="785713"/>
                  </a:lnTo>
                  <a:lnTo>
                    <a:pt x="4880017" y="785713"/>
                  </a:lnTo>
                  <a:lnTo>
                    <a:pt x="4880234" y="785713"/>
                  </a:lnTo>
                  <a:lnTo>
                    <a:pt x="4880342" y="785713"/>
                  </a:lnTo>
                  <a:lnTo>
                    <a:pt x="4880559" y="785713"/>
                  </a:lnTo>
                  <a:lnTo>
                    <a:pt x="4880776" y="785090"/>
                  </a:lnTo>
                  <a:lnTo>
                    <a:pt x="4883270" y="780725"/>
                  </a:lnTo>
                  <a:lnTo>
                    <a:pt x="4883270" y="780101"/>
                  </a:lnTo>
                  <a:lnTo>
                    <a:pt x="4883379" y="780101"/>
                  </a:lnTo>
                  <a:lnTo>
                    <a:pt x="4883487" y="780101"/>
                  </a:lnTo>
                  <a:lnTo>
                    <a:pt x="4883704" y="780101"/>
                  </a:lnTo>
                  <a:lnTo>
                    <a:pt x="4883813" y="780101"/>
                  </a:lnTo>
                  <a:lnTo>
                    <a:pt x="4884030" y="780101"/>
                  </a:lnTo>
                  <a:lnTo>
                    <a:pt x="4884463" y="780101"/>
                  </a:lnTo>
                  <a:lnTo>
                    <a:pt x="4884572" y="780101"/>
                  </a:lnTo>
                  <a:lnTo>
                    <a:pt x="4884789" y="780101"/>
                  </a:lnTo>
                  <a:lnTo>
                    <a:pt x="4885223" y="780101"/>
                  </a:lnTo>
                  <a:lnTo>
                    <a:pt x="4885548" y="780101"/>
                  </a:lnTo>
                  <a:lnTo>
                    <a:pt x="4885982" y="780101"/>
                  </a:lnTo>
                  <a:lnTo>
                    <a:pt x="4886090" y="780101"/>
                  </a:lnTo>
                  <a:lnTo>
                    <a:pt x="4886307" y="780101"/>
                  </a:lnTo>
                  <a:lnTo>
                    <a:pt x="4886632" y="780101"/>
                  </a:lnTo>
                  <a:lnTo>
                    <a:pt x="4886958" y="780101"/>
                  </a:lnTo>
                  <a:lnTo>
                    <a:pt x="4887066" y="780101"/>
                  </a:lnTo>
                  <a:lnTo>
                    <a:pt x="4887283" y="780101"/>
                  </a:lnTo>
                  <a:lnTo>
                    <a:pt x="4888042" y="780101"/>
                  </a:lnTo>
                  <a:lnTo>
                    <a:pt x="4888259" y="779477"/>
                  </a:lnTo>
                  <a:lnTo>
                    <a:pt x="4888259" y="778854"/>
                  </a:lnTo>
                  <a:lnTo>
                    <a:pt x="4888584" y="778854"/>
                  </a:lnTo>
                  <a:lnTo>
                    <a:pt x="4889777" y="778854"/>
                  </a:lnTo>
                  <a:lnTo>
                    <a:pt x="4889886" y="778854"/>
                  </a:lnTo>
                  <a:lnTo>
                    <a:pt x="4890103" y="778854"/>
                  </a:lnTo>
                  <a:lnTo>
                    <a:pt x="4890320" y="778230"/>
                  </a:lnTo>
                  <a:lnTo>
                    <a:pt x="4890428" y="778230"/>
                  </a:lnTo>
                  <a:lnTo>
                    <a:pt x="4890536" y="778230"/>
                  </a:lnTo>
                  <a:lnTo>
                    <a:pt x="4890645" y="778230"/>
                  </a:lnTo>
                  <a:lnTo>
                    <a:pt x="4891404" y="776983"/>
                  </a:lnTo>
                  <a:lnTo>
                    <a:pt x="4891512" y="776983"/>
                  </a:lnTo>
                  <a:lnTo>
                    <a:pt x="4891729" y="776983"/>
                  </a:lnTo>
                  <a:lnTo>
                    <a:pt x="4891838" y="776983"/>
                  </a:lnTo>
                  <a:lnTo>
                    <a:pt x="4892055" y="776983"/>
                  </a:lnTo>
                  <a:lnTo>
                    <a:pt x="4892163" y="776983"/>
                  </a:lnTo>
                  <a:lnTo>
                    <a:pt x="4892380" y="776983"/>
                  </a:lnTo>
                  <a:lnTo>
                    <a:pt x="4893139" y="776983"/>
                  </a:lnTo>
                  <a:lnTo>
                    <a:pt x="4893248" y="776983"/>
                  </a:lnTo>
                  <a:lnTo>
                    <a:pt x="4893573" y="776983"/>
                  </a:lnTo>
                  <a:lnTo>
                    <a:pt x="4893790" y="776359"/>
                  </a:lnTo>
                  <a:lnTo>
                    <a:pt x="4894007" y="776359"/>
                  </a:lnTo>
                  <a:lnTo>
                    <a:pt x="4894115" y="776359"/>
                  </a:lnTo>
                  <a:lnTo>
                    <a:pt x="4894332" y="776359"/>
                  </a:lnTo>
                  <a:lnTo>
                    <a:pt x="4894441" y="776359"/>
                  </a:lnTo>
                  <a:lnTo>
                    <a:pt x="4894657" y="776359"/>
                  </a:lnTo>
                  <a:lnTo>
                    <a:pt x="4894766" y="776359"/>
                  </a:lnTo>
                  <a:lnTo>
                    <a:pt x="4895091" y="776359"/>
                  </a:lnTo>
                  <a:lnTo>
                    <a:pt x="4895200" y="776359"/>
                  </a:lnTo>
                  <a:lnTo>
                    <a:pt x="4895850" y="775736"/>
                  </a:lnTo>
                  <a:lnTo>
                    <a:pt x="4895959" y="775736"/>
                  </a:lnTo>
                  <a:lnTo>
                    <a:pt x="4896067" y="775736"/>
                  </a:lnTo>
                  <a:lnTo>
                    <a:pt x="4896393" y="775112"/>
                  </a:lnTo>
                  <a:lnTo>
                    <a:pt x="4896609" y="775112"/>
                  </a:lnTo>
                  <a:lnTo>
                    <a:pt x="4896826" y="775112"/>
                  </a:lnTo>
                  <a:lnTo>
                    <a:pt x="4897043" y="775112"/>
                  </a:lnTo>
                  <a:lnTo>
                    <a:pt x="4897369" y="774489"/>
                  </a:lnTo>
                  <a:lnTo>
                    <a:pt x="4897477" y="774489"/>
                  </a:lnTo>
                  <a:lnTo>
                    <a:pt x="4897911" y="774489"/>
                  </a:lnTo>
                  <a:lnTo>
                    <a:pt x="4898128" y="774489"/>
                  </a:lnTo>
                  <a:lnTo>
                    <a:pt x="4899212" y="773865"/>
                  </a:lnTo>
                  <a:lnTo>
                    <a:pt x="4899321" y="773865"/>
                  </a:lnTo>
                  <a:lnTo>
                    <a:pt x="4899321" y="773242"/>
                  </a:lnTo>
                  <a:lnTo>
                    <a:pt x="4899429" y="773242"/>
                  </a:lnTo>
                  <a:lnTo>
                    <a:pt x="4899863" y="773242"/>
                  </a:lnTo>
                  <a:lnTo>
                    <a:pt x="4900188" y="771371"/>
                  </a:lnTo>
                  <a:lnTo>
                    <a:pt x="4900730" y="771371"/>
                  </a:lnTo>
                  <a:lnTo>
                    <a:pt x="4900839" y="771371"/>
                  </a:lnTo>
                  <a:lnTo>
                    <a:pt x="4901056" y="770747"/>
                  </a:lnTo>
                  <a:lnTo>
                    <a:pt x="4901273" y="770747"/>
                  </a:lnTo>
                  <a:lnTo>
                    <a:pt x="4901706" y="770747"/>
                  </a:lnTo>
                  <a:lnTo>
                    <a:pt x="4902032" y="770747"/>
                  </a:lnTo>
                  <a:lnTo>
                    <a:pt x="4902574" y="770124"/>
                  </a:lnTo>
                  <a:lnTo>
                    <a:pt x="4903008" y="770124"/>
                  </a:lnTo>
                  <a:lnTo>
                    <a:pt x="4903116" y="770124"/>
                  </a:lnTo>
                  <a:lnTo>
                    <a:pt x="4903442" y="770124"/>
                  </a:lnTo>
                  <a:lnTo>
                    <a:pt x="4903442" y="769500"/>
                  </a:lnTo>
                  <a:lnTo>
                    <a:pt x="4903550" y="769500"/>
                  </a:lnTo>
                  <a:lnTo>
                    <a:pt x="4903875" y="769500"/>
                  </a:lnTo>
                  <a:lnTo>
                    <a:pt x="4904526" y="768876"/>
                  </a:lnTo>
                  <a:lnTo>
                    <a:pt x="4904743" y="768253"/>
                  </a:lnTo>
                  <a:lnTo>
                    <a:pt x="4904960" y="768253"/>
                  </a:lnTo>
                  <a:lnTo>
                    <a:pt x="4905068" y="768253"/>
                  </a:lnTo>
                  <a:lnTo>
                    <a:pt x="4905394" y="767006"/>
                  </a:lnTo>
                  <a:lnTo>
                    <a:pt x="4905719" y="767006"/>
                  </a:lnTo>
                  <a:lnTo>
                    <a:pt x="4905827" y="764511"/>
                  </a:lnTo>
                  <a:lnTo>
                    <a:pt x="4905936" y="764511"/>
                  </a:lnTo>
                  <a:lnTo>
                    <a:pt x="4906153" y="764511"/>
                  </a:lnTo>
                  <a:lnTo>
                    <a:pt x="4906261" y="764511"/>
                  </a:lnTo>
                  <a:lnTo>
                    <a:pt x="4906695" y="764511"/>
                  </a:lnTo>
                  <a:lnTo>
                    <a:pt x="4906804" y="764511"/>
                  </a:lnTo>
                  <a:lnTo>
                    <a:pt x="4906912" y="764511"/>
                  </a:lnTo>
                  <a:lnTo>
                    <a:pt x="4907129" y="764511"/>
                  </a:lnTo>
                  <a:lnTo>
                    <a:pt x="4907563" y="762641"/>
                  </a:lnTo>
                  <a:lnTo>
                    <a:pt x="4907671" y="762641"/>
                  </a:lnTo>
                  <a:lnTo>
                    <a:pt x="4908105" y="762017"/>
                  </a:lnTo>
                  <a:lnTo>
                    <a:pt x="4908322" y="762017"/>
                  </a:lnTo>
                  <a:lnTo>
                    <a:pt x="4908322" y="761394"/>
                  </a:lnTo>
                  <a:lnTo>
                    <a:pt x="4908539" y="761394"/>
                  </a:lnTo>
                  <a:lnTo>
                    <a:pt x="4908539" y="760770"/>
                  </a:lnTo>
                  <a:lnTo>
                    <a:pt x="4908864" y="760146"/>
                  </a:lnTo>
                  <a:lnTo>
                    <a:pt x="4909515" y="760146"/>
                  </a:lnTo>
                  <a:lnTo>
                    <a:pt x="4909732" y="760146"/>
                  </a:lnTo>
                  <a:lnTo>
                    <a:pt x="4911141" y="758899"/>
                  </a:lnTo>
                  <a:lnTo>
                    <a:pt x="4911467" y="758276"/>
                  </a:lnTo>
                  <a:lnTo>
                    <a:pt x="4912226" y="758276"/>
                  </a:lnTo>
                  <a:lnTo>
                    <a:pt x="4912443" y="758276"/>
                  </a:lnTo>
                  <a:lnTo>
                    <a:pt x="4912660" y="758276"/>
                  </a:lnTo>
                  <a:lnTo>
                    <a:pt x="4912877" y="758276"/>
                  </a:lnTo>
                  <a:lnTo>
                    <a:pt x="4912985" y="758276"/>
                  </a:lnTo>
                  <a:lnTo>
                    <a:pt x="4913093" y="758276"/>
                  </a:lnTo>
                  <a:lnTo>
                    <a:pt x="4913202" y="757028"/>
                  </a:lnTo>
                  <a:lnTo>
                    <a:pt x="4913310" y="757028"/>
                  </a:lnTo>
                  <a:lnTo>
                    <a:pt x="4913636" y="757028"/>
                  </a:lnTo>
                  <a:lnTo>
                    <a:pt x="4914286" y="757028"/>
                  </a:lnTo>
                  <a:lnTo>
                    <a:pt x="4914720" y="757028"/>
                  </a:lnTo>
                  <a:lnTo>
                    <a:pt x="4914829" y="757028"/>
                  </a:lnTo>
                  <a:lnTo>
                    <a:pt x="4915045" y="757028"/>
                  </a:lnTo>
                  <a:lnTo>
                    <a:pt x="4915588" y="757028"/>
                  </a:lnTo>
                  <a:lnTo>
                    <a:pt x="4916130" y="757028"/>
                  </a:lnTo>
                  <a:lnTo>
                    <a:pt x="4917214" y="757028"/>
                  </a:lnTo>
                  <a:lnTo>
                    <a:pt x="4917323" y="757028"/>
                  </a:lnTo>
                  <a:lnTo>
                    <a:pt x="4917431" y="757028"/>
                  </a:lnTo>
                  <a:lnTo>
                    <a:pt x="4917540" y="757028"/>
                  </a:lnTo>
                  <a:lnTo>
                    <a:pt x="4918299" y="757028"/>
                  </a:lnTo>
                  <a:lnTo>
                    <a:pt x="4918516" y="757028"/>
                  </a:lnTo>
                  <a:lnTo>
                    <a:pt x="4918950" y="756405"/>
                  </a:lnTo>
                  <a:lnTo>
                    <a:pt x="4919058" y="756405"/>
                  </a:lnTo>
                  <a:lnTo>
                    <a:pt x="4919275" y="756405"/>
                  </a:lnTo>
                  <a:lnTo>
                    <a:pt x="4919926" y="756405"/>
                  </a:lnTo>
                  <a:lnTo>
                    <a:pt x="4920034" y="756405"/>
                  </a:lnTo>
                  <a:lnTo>
                    <a:pt x="4920251" y="756405"/>
                  </a:lnTo>
                  <a:lnTo>
                    <a:pt x="4920576" y="755158"/>
                  </a:lnTo>
                  <a:lnTo>
                    <a:pt x="4921010" y="755158"/>
                  </a:lnTo>
                  <a:lnTo>
                    <a:pt x="4921119" y="755158"/>
                  </a:lnTo>
                  <a:lnTo>
                    <a:pt x="4921661" y="755158"/>
                  </a:lnTo>
                  <a:lnTo>
                    <a:pt x="4922095" y="755158"/>
                  </a:lnTo>
                  <a:lnTo>
                    <a:pt x="4922528" y="755158"/>
                  </a:lnTo>
                  <a:lnTo>
                    <a:pt x="4922637" y="755158"/>
                  </a:lnTo>
                  <a:lnTo>
                    <a:pt x="4922745" y="755158"/>
                  </a:lnTo>
                  <a:lnTo>
                    <a:pt x="4922854" y="753911"/>
                  </a:lnTo>
                  <a:lnTo>
                    <a:pt x="4923071" y="753911"/>
                  </a:lnTo>
                  <a:lnTo>
                    <a:pt x="4923287" y="753911"/>
                  </a:lnTo>
                  <a:lnTo>
                    <a:pt x="4923504" y="753911"/>
                  </a:lnTo>
                  <a:lnTo>
                    <a:pt x="4923613" y="753911"/>
                  </a:lnTo>
                  <a:lnTo>
                    <a:pt x="4924372" y="753287"/>
                  </a:lnTo>
                  <a:lnTo>
                    <a:pt x="4924806" y="753287"/>
                  </a:lnTo>
                  <a:lnTo>
                    <a:pt x="4924914" y="753287"/>
                  </a:lnTo>
                  <a:lnTo>
                    <a:pt x="4925131" y="752663"/>
                  </a:lnTo>
                  <a:lnTo>
                    <a:pt x="4925456" y="752663"/>
                  </a:lnTo>
                  <a:lnTo>
                    <a:pt x="4925565" y="752663"/>
                  </a:lnTo>
                  <a:lnTo>
                    <a:pt x="4925673" y="752663"/>
                  </a:lnTo>
                  <a:lnTo>
                    <a:pt x="4925782" y="752663"/>
                  </a:lnTo>
                  <a:lnTo>
                    <a:pt x="4926216" y="752663"/>
                  </a:lnTo>
                  <a:lnTo>
                    <a:pt x="4926324" y="752663"/>
                  </a:lnTo>
                  <a:lnTo>
                    <a:pt x="4926432" y="752663"/>
                  </a:lnTo>
                  <a:lnTo>
                    <a:pt x="4926866" y="752663"/>
                  </a:lnTo>
                  <a:lnTo>
                    <a:pt x="4927300" y="752663"/>
                  </a:lnTo>
                  <a:lnTo>
                    <a:pt x="4927517" y="752663"/>
                  </a:lnTo>
                  <a:lnTo>
                    <a:pt x="4927842" y="752663"/>
                  </a:lnTo>
                  <a:lnTo>
                    <a:pt x="4928168" y="752663"/>
                  </a:lnTo>
                  <a:lnTo>
                    <a:pt x="4928276" y="752663"/>
                  </a:lnTo>
                  <a:lnTo>
                    <a:pt x="4928601" y="752040"/>
                  </a:lnTo>
                  <a:lnTo>
                    <a:pt x="4928710" y="752040"/>
                  </a:lnTo>
                  <a:lnTo>
                    <a:pt x="4928927" y="752040"/>
                  </a:lnTo>
                  <a:lnTo>
                    <a:pt x="4929035" y="752040"/>
                  </a:lnTo>
                  <a:lnTo>
                    <a:pt x="4929144" y="751416"/>
                  </a:lnTo>
                  <a:lnTo>
                    <a:pt x="4929903" y="750169"/>
                  </a:lnTo>
                  <a:lnTo>
                    <a:pt x="4930011" y="750169"/>
                  </a:lnTo>
                  <a:lnTo>
                    <a:pt x="4930120" y="750169"/>
                  </a:lnTo>
                  <a:lnTo>
                    <a:pt x="4930553" y="750169"/>
                  </a:lnTo>
                  <a:lnTo>
                    <a:pt x="4931096" y="750169"/>
                  </a:lnTo>
                  <a:lnTo>
                    <a:pt x="4931204" y="750169"/>
                  </a:lnTo>
                  <a:lnTo>
                    <a:pt x="4931421" y="749545"/>
                  </a:lnTo>
                  <a:lnTo>
                    <a:pt x="4931529" y="749545"/>
                  </a:lnTo>
                  <a:lnTo>
                    <a:pt x="4932289" y="748298"/>
                  </a:lnTo>
                  <a:lnTo>
                    <a:pt x="4932506" y="747675"/>
                  </a:lnTo>
                  <a:lnTo>
                    <a:pt x="4932614" y="747675"/>
                  </a:lnTo>
                  <a:lnTo>
                    <a:pt x="4932722" y="747675"/>
                  </a:lnTo>
                  <a:lnTo>
                    <a:pt x="4933156" y="747051"/>
                  </a:lnTo>
                  <a:lnTo>
                    <a:pt x="4933373" y="747051"/>
                  </a:lnTo>
                  <a:lnTo>
                    <a:pt x="4933590" y="747051"/>
                  </a:lnTo>
                  <a:lnTo>
                    <a:pt x="4933807" y="747051"/>
                  </a:lnTo>
                  <a:lnTo>
                    <a:pt x="4933915" y="747051"/>
                  </a:lnTo>
                  <a:lnTo>
                    <a:pt x="4934024" y="747051"/>
                  </a:lnTo>
                  <a:lnTo>
                    <a:pt x="4934132" y="745804"/>
                  </a:lnTo>
                  <a:lnTo>
                    <a:pt x="4934349" y="745804"/>
                  </a:lnTo>
                  <a:lnTo>
                    <a:pt x="4934458" y="745804"/>
                  </a:lnTo>
                  <a:lnTo>
                    <a:pt x="4934783" y="745804"/>
                  </a:lnTo>
                  <a:lnTo>
                    <a:pt x="4934783" y="745180"/>
                  </a:lnTo>
                  <a:lnTo>
                    <a:pt x="4934891" y="745180"/>
                  </a:lnTo>
                  <a:lnTo>
                    <a:pt x="4935217" y="744557"/>
                  </a:lnTo>
                  <a:lnTo>
                    <a:pt x="4935434" y="744557"/>
                  </a:lnTo>
                  <a:lnTo>
                    <a:pt x="4935434" y="743933"/>
                  </a:lnTo>
                  <a:lnTo>
                    <a:pt x="4935759" y="743310"/>
                  </a:lnTo>
                  <a:lnTo>
                    <a:pt x="4935867" y="743310"/>
                  </a:lnTo>
                  <a:lnTo>
                    <a:pt x="4935976" y="743310"/>
                  </a:lnTo>
                  <a:lnTo>
                    <a:pt x="4936084" y="743310"/>
                  </a:lnTo>
                  <a:lnTo>
                    <a:pt x="4936410" y="743310"/>
                  </a:lnTo>
                  <a:lnTo>
                    <a:pt x="4937494" y="742686"/>
                  </a:lnTo>
                  <a:lnTo>
                    <a:pt x="4937603" y="742686"/>
                  </a:lnTo>
                  <a:lnTo>
                    <a:pt x="4937711" y="742686"/>
                  </a:lnTo>
                  <a:lnTo>
                    <a:pt x="4937928" y="742686"/>
                  </a:lnTo>
                  <a:lnTo>
                    <a:pt x="4937928" y="742062"/>
                  </a:lnTo>
                  <a:lnTo>
                    <a:pt x="4938036" y="741439"/>
                  </a:lnTo>
                  <a:lnTo>
                    <a:pt x="4938253" y="741439"/>
                  </a:lnTo>
                  <a:lnTo>
                    <a:pt x="4938579" y="740192"/>
                  </a:lnTo>
                  <a:lnTo>
                    <a:pt x="4939338" y="739568"/>
                  </a:lnTo>
                  <a:lnTo>
                    <a:pt x="4939663" y="739568"/>
                  </a:lnTo>
                  <a:lnTo>
                    <a:pt x="4939771" y="739568"/>
                  </a:lnTo>
                  <a:lnTo>
                    <a:pt x="4939988" y="739568"/>
                  </a:lnTo>
                  <a:lnTo>
                    <a:pt x="4940097" y="739568"/>
                  </a:lnTo>
                  <a:lnTo>
                    <a:pt x="4940205" y="739568"/>
                  </a:lnTo>
                  <a:lnTo>
                    <a:pt x="4940964" y="738945"/>
                  </a:lnTo>
                  <a:lnTo>
                    <a:pt x="4941073" y="738945"/>
                  </a:lnTo>
                  <a:lnTo>
                    <a:pt x="4941507" y="738945"/>
                  </a:lnTo>
                  <a:lnTo>
                    <a:pt x="4941615" y="738945"/>
                  </a:lnTo>
                  <a:lnTo>
                    <a:pt x="4941832" y="738945"/>
                  </a:lnTo>
                  <a:lnTo>
                    <a:pt x="4941940" y="738945"/>
                  </a:lnTo>
                  <a:lnTo>
                    <a:pt x="4942049" y="738945"/>
                  </a:lnTo>
                  <a:lnTo>
                    <a:pt x="4942157" y="738945"/>
                  </a:lnTo>
                  <a:lnTo>
                    <a:pt x="4942483" y="738321"/>
                  </a:lnTo>
                  <a:lnTo>
                    <a:pt x="4942591" y="737697"/>
                  </a:lnTo>
                  <a:lnTo>
                    <a:pt x="4942916" y="737697"/>
                  </a:lnTo>
                  <a:lnTo>
                    <a:pt x="4943133" y="737697"/>
                  </a:lnTo>
                  <a:lnTo>
                    <a:pt x="4943350" y="737074"/>
                  </a:lnTo>
                  <a:lnTo>
                    <a:pt x="4943892" y="735827"/>
                  </a:lnTo>
                  <a:lnTo>
                    <a:pt x="4944001" y="735827"/>
                  </a:lnTo>
                  <a:lnTo>
                    <a:pt x="4944109" y="735827"/>
                  </a:lnTo>
                  <a:lnTo>
                    <a:pt x="4944109" y="735203"/>
                  </a:lnTo>
                  <a:lnTo>
                    <a:pt x="4944435" y="735203"/>
                  </a:lnTo>
                  <a:lnTo>
                    <a:pt x="4944652" y="735203"/>
                  </a:lnTo>
                  <a:lnTo>
                    <a:pt x="4945411" y="734579"/>
                  </a:lnTo>
                  <a:lnTo>
                    <a:pt x="4946061" y="734579"/>
                  </a:lnTo>
                  <a:lnTo>
                    <a:pt x="4946170" y="734579"/>
                  </a:lnTo>
                  <a:lnTo>
                    <a:pt x="4946387" y="733332"/>
                  </a:lnTo>
                  <a:lnTo>
                    <a:pt x="4946495" y="733332"/>
                  </a:lnTo>
                  <a:lnTo>
                    <a:pt x="4946712" y="733332"/>
                  </a:lnTo>
                  <a:lnTo>
                    <a:pt x="4947688" y="733332"/>
                  </a:lnTo>
                  <a:lnTo>
                    <a:pt x="4947797" y="733332"/>
                  </a:lnTo>
                  <a:lnTo>
                    <a:pt x="4948013" y="733332"/>
                  </a:lnTo>
                  <a:lnTo>
                    <a:pt x="4948230" y="733332"/>
                  </a:lnTo>
                  <a:lnTo>
                    <a:pt x="4948664" y="732709"/>
                  </a:lnTo>
                  <a:lnTo>
                    <a:pt x="4948773" y="732709"/>
                  </a:lnTo>
                  <a:lnTo>
                    <a:pt x="4948989" y="732709"/>
                  </a:lnTo>
                  <a:lnTo>
                    <a:pt x="4949206" y="732085"/>
                  </a:lnTo>
                  <a:lnTo>
                    <a:pt x="4949423" y="732085"/>
                  </a:lnTo>
                  <a:lnTo>
                    <a:pt x="4949640" y="731462"/>
                  </a:lnTo>
                  <a:lnTo>
                    <a:pt x="4949857" y="731462"/>
                  </a:lnTo>
                  <a:lnTo>
                    <a:pt x="4950508" y="731462"/>
                  </a:lnTo>
                  <a:lnTo>
                    <a:pt x="4950942" y="731462"/>
                  </a:lnTo>
                  <a:lnTo>
                    <a:pt x="4951158" y="731462"/>
                  </a:lnTo>
                  <a:lnTo>
                    <a:pt x="4951809" y="731462"/>
                  </a:lnTo>
                  <a:lnTo>
                    <a:pt x="4951918" y="731462"/>
                  </a:lnTo>
                  <a:lnTo>
                    <a:pt x="4952026" y="730838"/>
                  </a:lnTo>
                  <a:lnTo>
                    <a:pt x="4952568" y="730838"/>
                  </a:lnTo>
                  <a:lnTo>
                    <a:pt x="4952677" y="730838"/>
                  </a:lnTo>
                  <a:lnTo>
                    <a:pt x="4953110" y="730214"/>
                  </a:lnTo>
                  <a:lnTo>
                    <a:pt x="4953436" y="729591"/>
                  </a:lnTo>
                  <a:lnTo>
                    <a:pt x="4953653" y="728967"/>
                  </a:lnTo>
                  <a:lnTo>
                    <a:pt x="4953870" y="728967"/>
                  </a:lnTo>
                  <a:lnTo>
                    <a:pt x="4954954" y="728967"/>
                  </a:lnTo>
                  <a:lnTo>
                    <a:pt x="4955496" y="728967"/>
                  </a:lnTo>
                  <a:lnTo>
                    <a:pt x="4956039" y="728967"/>
                  </a:lnTo>
                  <a:lnTo>
                    <a:pt x="4956255" y="728967"/>
                  </a:lnTo>
                  <a:lnTo>
                    <a:pt x="4956798" y="727720"/>
                  </a:lnTo>
                  <a:lnTo>
                    <a:pt x="4957015" y="727720"/>
                  </a:lnTo>
                  <a:lnTo>
                    <a:pt x="4957340" y="727720"/>
                  </a:lnTo>
                  <a:lnTo>
                    <a:pt x="4957448" y="727720"/>
                  </a:lnTo>
                  <a:lnTo>
                    <a:pt x="4957774" y="727096"/>
                  </a:lnTo>
                  <a:lnTo>
                    <a:pt x="4957882" y="727096"/>
                  </a:lnTo>
                  <a:lnTo>
                    <a:pt x="4957991" y="727096"/>
                  </a:lnTo>
                  <a:lnTo>
                    <a:pt x="4958316" y="727096"/>
                  </a:lnTo>
                  <a:lnTo>
                    <a:pt x="4958641" y="726473"/>
                  </a:lnTo>
                  <a:lnTo>
                    <a:pt x="4959184" y="726473"/>
                  </a:lnTo>
                  <a:lnTo>
                    <a:pt x="4959617" y="726473"/>
                  </a:lnTo>
                  <a:lnTo>
                    <a:pt x="4959834" y="726473"/>
                  </a:lnTo>
                  <a:lnTo>
                    <a:pt x="4960485" y="726473"/>
                  </a:lnTo>
                  <a:lnTo>
                    <a:pt x="4960593" y="726473"/>
                  </a:lnTo>
                  <a:lnTo>
                    <a:pt x="4960702" y="726473"/>
                  </a:lnTo>
                  <a:lnTo>
                    <a:pt x="4961027" y="726473"/>
                  </a:lnTo>
                  <a:lnTo>
                    <a:pt x="4961461" y="726473"/>
                  </a:lnTo>
                  <a:lnTo>
                    <a:pt x="4961569" y="726473"/>
                  </a:lnTo>
                  <a:lnTo>
                    <a:pt x="4961569" y="725849"/>
                  </a:lnTo>
                  <a:lnTo>
                    <a:pt x="4962220" y="725849"/>
                  </a:lnTo>
                  <a:lnTo>
                    <a:pt x="4962328" y="725849"/>
                  </a:lnTo>
                  <a:lnTo>
                    <a:pt x="4964281" y="723355"/>
                  </a:lnTo>
                  <a:lnTo>
                    <a:pt x="4964389" y="723355"/>
                  </a:lnTo>
                  <a:lnTo>
                    <a:pt x="4964931" y="722731"/>
                  </a:lnTo>
                  <a:lnTo>
                    <a:pt x="4964931" y="722108"/>
                  </a:lnTo>
                  <a:lnTo>
                    <a:pt x="4965148" y="722108"/>
                  </a:lnTo>
                  <a:lnTo>
                    <a:pt x="4965799" y="722108"/>
                  </a:lnTo>
                  <a:lnTo>
                    <a:pt x="4965907" y="722108"/>
                  </a:lnTo>
                  <a:lnTo>
                    <a:pt x="4966124" y="722108"/>
                  </a:lnTo>
                  <a:lnTo>
                    <a:pt x="4966341" y="722108"/>
                  </a:lnTo>
                  <a:lnTo>
                    <a:pt x="4966666" y="721484"/>
                  </a:lnTo>
                  <a:lnTo>
                    <a:pt x="4966775" y="720861"/>
                  </a:lnTo>
                  <a:lnTo>
                    <a:pt x="4966992" y="720861"/>
                  </a:lnTo>
                  <a:lnTo>
                    <a:pt x="4967100" y="720237"/>
                  </a:lnTo>
                  <a:lnTo>
                    <a:pt x="4967209" y="720237"/>
                  </a:lnTo>
                  <a:lnTo>
                    <a:pt x="4967534" y="720237"/>
                  </a:lnTo>
                  <a:lnTo>
                    <a:pt x="4967642" y="720237"/>
                  </a:lnTo>
                  <a:lnTo>
                    <a:pt x="4967751" y="720237"/>
                  </a:lnTo>
                  <a:lnTo>
                    <a:pt x="4968185" y="720237"/>
                  </a:lnTo>
                  <a:lnTo>
                    <a:pt x="4968402" y="720237"/>
                  </a:lnTo>
                  <a:lnTo>
                    <a:pt x="4968510" y="720237"/>
                  </a:lnTo>
                  <a:lnTo>
                    <a:pt x="4968727" y="720237"/>
                  </a:lnTo>
                  <a:lnTo>
                    <a:pt x="4968835" y="720237"/>
                  </a:lnTo>
                  <a:lnTo>
                    <a:pt x="4969052" y="720237"/>
                  </a:lnTo>
                  <a:lnTo>
                    <a:pt x="4969161" y="720237"/>
                  </a:lnTo>
                  <a:lnTo>
                    <a:pt x="4969378" y="720237"/>
                  </a:lnTo>
                  <a:lnTo>
                    <a:pt x="4970245" y="719613"/>
                  </a:lnTo>
                  <a:lnTo>
                    <a:pt x="4971330" y="718990"/>
                  </a:lnTo>
                  <a:lnTo>
                    <a:pt x="4971438" y="718990"/>
                  </a:lnTo>
                  <a:lnTo>
                    <a:pt x="4971763" y="718990"/>
                  </a:lnTo>
                  <a:lnTo>
                    <a:pt x="4972197" y="717119"/>
                  </a:lnTo>
                  <a:lnTo>
                    <a:pt x="4972306" y="717119"/>
                  </a:lnTo>
                  <a:lnTo>
                    <a:pt x="4972414" y="717119"/>
                  </a:lnTo>
                  <a:lnTo>
                    <a:pt x="4972956" y="717119"/>
                  </a:lnTo>
                  <a:lnTo>
                    <a:pt x="4973173" y="717119"/>
                  </a:lnTo>
                  <a:lnTo>
                    <a:pt x="4973282" y="717119"/>
                  </a:lnTo>
                  <a:lnTo>
                    <a:pt x="4973607" y="717119"/>
                  </a:lnTo>
                  <a:lnTo>
                    <a:pt x="4973715" y="716496"/>
                  </a:lnTo>
                  <a:lnTo>
                    <a:pt x="4973824" y="716496"/>
                  </a:lnTo>
                  <a:lnTo>
                    <a:pt x="4974041" y="716496"/>
                  </a:lnTo>
                  <a:lnTo>
                    <a:pt x="4974366" y="715872"/>
                  </a:lnTo>
                  <a:lnTo>
                    <a:pt x="4974691" y="715872"/>
                  </a:lnTo>
                  <a:lnTo>
                    <a:pt x="4974800" y="715872"/>
                  </a:lnTo>
                  <a:lnTo>
                    <a:pt x="4974908" y="715872"/>
                  </a:lnTo>
                  <a:lnTo>
                    <a:pt x="4975342" y="715248"/>
                  </a:lnTo>
                  <a:lnTo>
                    <a:pt x="4975559" y="715248"/>
                  </a:lnTo>
                  <a:lnTo>
                    <a:pt x="4975993" y="715248"/>
                  </a:lnTo>
                  <a:lnTo>
                    <a:pt x="4976535" y="715248"/>
                  </a:lnTo>
                  <a:lnTo>
                    <a:pt x="4976752" y="715248"/>
                  </a:lnTo>
                  <a:lnTo>
                    <a:pt x="4976860" y="715248"/>
                  </a:lnTo>
                  <a:lnTo>
                    <a:pt x="4976969" y="715248"/>
                  </a:lnTo>
                  <a:lnTo>
                    <a:pt x="4976969" y="714625"/>
                  </a:lnTo>
                  <a:lnTo>
                    <a:pt x="4977294" y="714625"/>
                  </a:lnTo>
                  <a:lnTo>
                    <a:pt x="4978053" y="714001"/>
                  </a:lnTo>
                  <a:lnTo>
                    <a:pt x="4978379" y="713378"/>
                  </a:lnTo>
                  <a:lnTo>
                    <a:pt x="4978596" y="713378"/>
                  </a:lnTo>
                  <a:lnTo>
                    <a:pt x="4978812" y="712754"/>
                  </a:lnTo>
                  <a:lnTo>
                    <a:pt x="4979138" y="712754"/>
                  </a:lnTo>
                  <a:lnTo>
                    <a:pt x="4979246" y="712754"/>
                  </a:lnTo>
                  <a:lnTo>
                    <a:pt x="4979680" y="710883"/>
                  </a:lnTo>
                  <a:lnTo>
                    <a:pt x="4980222" y="710260"/>
                  </a:lnTo>
                  <a:lnTo>
                    <a:pt x="4980222" y="709636"/>
                  </a:lnTo>
                  <a:lnTo>
                    <a:pt x="4980548" y="709013"/>
                  </a:lnTo>
                  <a:lnTo>
                    <a:pt x="4980548" y="708389"/>
                  </a:lnTo>
                  <a:lnTo>
                    <a:pt x="4980765" y="708389"/>
                  </a:lnTo>
                  <a:lnTo>
                    <a:pt x="4980873" y="708389"/>
                  </a:lnTo>
                  <a:lnTo>
                    <a:pt x="4981307" y="708389"/>
                  </a:lnTo>
                  <a:lnTo>
                    <a:pt x="4981524" y="708389"/>
                  </a:lnTo>
                  <a:lnTo>
                    <a:pt x="4981632" y="708389"/>
                  </a:lnTo>
                  <a:lnTo>
                    <a:pt x="4981741" y="708389"/>
                  </a:lnTo>
                  <a:lnTo>
                    <a:pt x="4981849" y="708389"/>
                  </a:lnTo>
                  <a:lnTo>
                    <a:pt x="4981957" y="707765"/>
                  </a:lnTo>
                  <a:lnTo>
                    <a:pt x="4982283" y="707765"/>
                  </a:lnTo>
                  <a:lnTo>
                    <a:pt x="4982500" y="707765"/>
                  </a:lnTo>
                  <a:lnTo>
                    <a:pt x="4982608" y="707765"/>
                  </a:lnTo>
                  <a:lnTo>
                    <a:pt x="4983150" y="707765"/>
                  </a:lnTo>
                  <a:lnTo>
                    <a:pt x="4984235" y="707142"/>
                  </a:lnTo>
                  <a:lnTo>
                    <a:pt x="4984452" y="707142"/>
                  </a:lnTo>
                  <a:lnTo>
                    <a:pt x="4984777" y="707142"/>
                  </a:lnTo>
                  <a:lnTo>
                    <a:pt x="4984886" y="707142"/>
                  </a:lnTo>
                  <a:lnTo>
                    <a:pt x="4984886" y="706518"/>
                  </a:lnTo>
                  <a:lnTo>
                    <a:pt x="4985211" y="706518"/>
                  </a:lnTo>
                  <a:lnTo>
                    <a:pt x="4985319" y="706518"/>
                  </a:lnTo>
                  <a:lnTo>
                    <a:pt x="4986078" y="705895"/>
                  </a:lnTo>
                  <a:lnTo>
                    <a:pt x="4986078" y="705271"/>
                  </a:lnTo>
                  <a:lnTo>
                    <a:pt x="4986295" y="705271"/>
                  </a:lnTo>
                  <a:lnTo>
                    <a:pt x="4986512" y="705271"/>
                  </a:lnTo>
                  <a:lnTo>
                    <a:pt x="4986621" y="705271"/>
                  </a:lnTo>
                  <a:lnTo>
                    <a:pt x="4986946" y="705271"/>
                  </a:lnTo>
                  <a:lnTo>
                    <a:pt x="4987163" y="705271"/>
                  </a:lnTo>
                  <a:lnTo>
                    <a:pt x="4987271" y="705271"/>
                  </a:lnTo>
                  <a:lnTo>
                    <a:pt x="4987814" y="705271"/>
                  </a:lnTo>
                  <a:lnTo>
                    <a:pt x="4988464" y="704648"/>
                  </a:lnTo>
                  <a:lnTo>
                    <a:pt x="4988573" y="704648"/>
                  </a:lnTo>
                  <a:lnTo>
                    <a:pt x="4988898" y="704024"/>
                  </a:lnTo>
                  <a:lnTo>
                    <a:pt x="4989223" y="704024"/>
                  </a:lnTo>
                  <a:lnTo>
                    <a:pt x="4989657" y="703400"/>
                  </a:lnTo>
                  <a:lnTo>
                    <a:pt x="4989874" y="703400"/>
                  </a:lnTo>
                  <a:lnTo>
                    <a:pt x="4990199" y="703400"/>
                  </a:lnTo>
                  <a:lnTo>
                    <a:pt x="4990308" y="703400"/>
                  </a:lnTo>
                  <a:lnTo>
                    <a:pt x="4990308" y="702777"/>
                  </a:lnTo>
                  <a:lnTo>
                    <a:pt x="4990525" y="702777"/>
                  </a:lnTo>
                  <a:lnTo>
                    <a:pt x="4990633" y="702777"/>
                  </a:lnTo>
                  <a:lnTo>
                    <a:pt x="4990742" y="702777"/>
                  </a:lnTo>
                  <a:lnTo>
                    <a:pt x="4990850" y="702777"/>
                  </a:lnTo>
                  <a:lnTo>
                    <a:pt x="4991826" y="700906"/>
                  </a:lnTo>
                  <a:lnTo>
                    <a:pt x="4991935" y="700906"/>
                  </a:lnTo>
                  <a:lnTo>
                    <a:pt x="4991935" y="700282"/>
                  </a:lnTo>
                  <a:lnTo>
                    <a:pt x="4992368" y="699659"/>
                  </a:lnTo>
                  <a:lnTo>
                    <a:pt x="4992368" y="699035"/>
                  </a:lnTo>
                  <a:lnTo>
                    <a:pt x="4992477" y="699035"/>
                  </a:lnTo>
                  <a:lnTo>
                    <a:pt x="4992694" y="699035"/>
                  </a:lnTo>
                  <a:lnTo>
                    <a:pt x="4992802" y="699035"/>
                  </a:lnTo>
                  <a:lnTo>
                    <a:pt x="4993236" y="699035"/>
                  </a:lnTo>
                  <a:lnTo>
                    <a:pt x="4993453" y="697788"/>
                  </a:lnTo>
                  <a:lnTo>
                    <a:pt x="4993778" y="697788"/>
                  </a:lnTo>
                  <a:lnTo>
                    <a:pt x="4993887" y="697788"/>
                  </a:lnTo>
                  <a:lnTo>
                    <a:pt x="4994104" y="697788"/>
                  </a:lnTo>
                  <a:lnTo>
                    <a:pt x="4994537" y="697788"/>
                  </a:lnTo>
                  <a:lnTo>
                    <a:pt x="4994646" y="697788"/>
                  </a:lnTo>
                  <a:lnTo>
                    <a:pt x="4994754" y="697788"/>
                  </a:lnTo>
                  <a:lnTo>
                    <a:pt x="4994971" y="697788"/>
                  </a:lnTo>
                  <a:lnTo>
                    <a:pt x="4995080" y="697788"/>
                  </a:lnTo>
                  <a:lnTo>
                    <a:pt x="4995296" y="697788"/>
                  </a:lnTo>
                  <a:lnTo>
                    <a:pt x="4995405" y="697788"/>
                  </a:lnTo>
                  <a:lnTo>
                    <a:pt x="4995513" y="697788"/>
                  </a:lnTo>
                  <a:lnTo>
                    <a:pt x="4995839" y="697788"/>
                  </a:lnTo>
                  <a:lnTo>
                    <a:pt x="4996164" y="697165"/>
                  </a:lnTo>
                  <a:lnTo>
                    <a:pt x="4996381" y="697165"/>
                  </a:lnTo>
                  <a:lnTo>
                    <a:pt x="4996489" y="697165"/>
                  </a:lnTo>
                  <a:lnTo>
                    <a:pt x="4996706" y="697165"/>
                  </a:lnTo>
                  <a:lnTo>
                    <a:pt x="4996815" y="697165"/>
                  </a:lnTo>
                  <a:lnTo>
                    <a:pt x="4997357" y="697165"/>
                  </a:lnTo>
                  <a:lnTo>
                    <a:pt x="4997465" y="697165"/>
                  </a:lnTo>
                  <a:lnTo>
                    <a:pt x="4997899" y="697165"/>
                  </a:lnTo>
                  <a:lnTo>
                    <a:pt x="4998225" y="697165"/>
                  </a:lnTo>
                  <a:lnTo>
                    <a:pt x="4998550" y="697165"/>
                  </a:lnTo>
                  <a:lnTo>
                    <a:pt x="4998658" y="697165"/>
                  </a:lnTo>
                  <a:lnTo>
                    <a:pt x="4998658" y="696541"/>
                  </a:lnTo>
                  <a:lnTo>
                    <a:pt x="4998984" y="696541"/>
                  </a:lnTo>
                  <a:lnTo>
                    <a:pt x="4999092" y="696541"/>
                  </a:lnTo>
                  <a:lnTo>
                    <a:pt x="4999201" y="696541"/>
                  </a:lnTo>
                  <a:lnTo>
                    <a:pt x="4999417" y="696541"/>
                  </a:lnTo>
                  <a:lnTo>
                    <a:pt x="5000177" y="696541"/>
                  </a:lnTo>
                  <a:lnTo>
                    <a:pt x="5000719" y="696541"/>
                  </a:lnTo>
                  <a:lnTo>
                    <a:pt x="5001153" y="696541"/>
                  </a:lnTo>
                  <a:lnTo>
                    <a:pt x="5001370" y="696541"/>
                  </a:lnTo>
                  <a:lnTo>
                    <a:pt x="5002020" y="696541"/>
                  </a:lnTo>
                  <a:lnTo>
                    <a:pt x="5002346" y="696541"/>
                  </a:lnTo>
                  <a:lnTo>
                    <a:pt x="5002779" y="696541"/>
                  </a:lnTo>
                  <a:lnTo>
                    <a:pt x="5002888" y="696541"/>
                  </a:lnTo>
                  <a:lnTo>
                    <a:pt x="5003213" y="696541"/>
                  </a:lnTo>
                  <a:lnTo>
                    <a:pt x="5003538" y="696541"/>
                  </a:lnTo>
                  <a:lnTo>
                    <a:pt x="5004298" y="695917"/>
                  </a:lnTo>
                  <a:lnTo>
                    <a:pt x="5005599" y="694670"/>
                  </a:lnTo>
                  <a:lnTo>
                    <a:pt x="5005924" y="694670"/>
                  </a:lnTo>
                  <a:lnTo>
                    <a:pt x="5006033" y="694670"/>
                  </a:lnTo>
                  <a:lnTo>
                    <a:pt x="5006792" y="694670"/>
                  </a:lnTo>
                  <a:lnTo>
                    <a:pt x="5007226" y="692799"/>
                  </a:lnTo>
                  <a:lnTo>
                    <a:pt x="5007443" y="692799"/>
                  </a:lnTo>
                  <a:lnTo>
                    <a:pt x="5007768" y="692176"/>
                  </a:lnTo>
                  <a:lnTo>
                    <a:pt x="5007985" y="692176"/>
                  </a:lnTo>
                  <a:lnTo>
                    <a:pt x="5008419" y="692176"/>
                  </a:lnTo>
                  <a:lnTo>
                    <a:pt x="5008527" y="692176"/>
                  </a:lnTo>
                  <a:lnTo>
                    <a:pt x="5008635" y="692176"/>
                  </a:lnTo>
                  <a:lnTo>
                    <a:pt x="5008961" y="692176"/>
                  </a:lnTo>
                  <a:lnTo>
                    <a:pt x="5009069" y="692176"/>
                  </a:lnTo>
                  <a:lnTo>
                    <a:pt x="5009178" y="692176"/>
                  </a:lnTo>
                  <a:lnTo>
                    <a:pt x="5009286" y="692176"/>
                  </a:lnTo>
                  <a:lnTo>
                    <a:pt x="5009611" y="691552"/>
                  </a:lnTo>
                  <a:lnTo>
                    <a:pt x="5009937" y="691552"/>
                  </a:lnTo>
                  <a:lnTo>
                    <a:pt x="5010588" y="691552"/>
                  </a:lnTo>
                  <a:lnTo>
                    <a:pt x="5010588" y="690929"/>
                  </a:lnTo>
                  <a:lnTo>
                    <a:pt x="5010696" y="690929"/>
                  </a:lnTo>
                  <a:lnTo>
                    <a:pt x="5011021" y="689682"/>
                  </a:lnTo>
                  <a:lnTo>
                    <a:pt x="5011130" y="689682"/>
                  </a:lnTo>
                  <a:lnTo>
                    <a:pt x="5011238" y="688434"/>
                  </a:lnTo>
                  <a:lnTo>
                    <a:pt x="5011780" y="688434"/>
                  </a:lnTo>
                  <a:lnTo>
                    <a:pt x="5012106" y="687187"/>
                  </a:lnTo>
                  <a:lnTo>
                    <a:pt x="5012214" y="687187"/>
                  </a:lnTo>
                  <a:lnTo>
                    <a:pt x="5012973" y="686564"/>
                  </a:lnTo>
                  <a:lnTo>
                    <a:pt x="5013082" y="686564"/>
                  </a:lnTo>
                  <a:lnTo>
                    <a:pt x="5013516" y="686564"/>
                  </a:lnTo>
                  <a:lnTo>
                    <a:pt x="5014492" y="686564"/>
                  </a:lnTo>
                  <a:lnTo>
                    <a:pt x="5014709" y="686564"/>
                  </a:lnTo>
                  <a:lnTo>
                    <a:pt x="5014817" y="685940"/>
                  </a:lnTo>
                  <a:lnTo>
                    <a:pt x="5015034" y="685316"/>
                  </a:lnTo>
                  <a:lnTo>
                    <a:pt x="5015142" y="685316"/>
                  </a:lnTo>
                  <a:lnTo>
                    <a:pt x="5015251" y="685316"/>
                  </a:lnTo>
                  <a:lnTo>
                    <a:pt x="5015685" y="683446"/>
                  </a:lnTo>
                  <a:lnTo>
                    <a:pt x="5015793" y="683446"/>
                  </a:lnTo>
                  <a:lnTo>
                    <a:pt x="5015901" y="682822"/>
                  </a:lnTo>
                  <a:lnTo>
                    <a:pt x="5016010" y="682822"/>
                  </a:lnTo>
                  <a:lnTo>
                    <a:pt x="5016118" y="682822"/>
                  </a:lnTo>
                  <a:lnTo>
                    <a:pt x="5016227" y="682822"/>
                  </a:lnTo>
                  <a:lnTo>
                    <a:pt x="5016335" y="682822"/>
                  </a:lnTo>
                  <a:lnTo>
                    <a:pt x="5016444" y="682822"/>
                  </a:lnTo>
                  <a:lnTo>
                    <a:pt x="5016769" y="682822"/>
                  </a:lnTo>
                  <a:lnTo>
                    <a:pt x="5016877" y="682199"/>
                  </a:lnTo>
                  <a:lnTo>
                    <a:pt x="5016986" y="682199"/>
                  </a:lnTo>
                  <a:lnTo>
                    <a:pt x="5017094" y="682199"/>
                  </a:lnTo>
                  <a:lnTo>
                    <a:pt x="5017528" y="682199"/>
                  </a:lnTo>
                  <a:lnTo>
                    <a:pt x="5017637" y="682199"/>
                  </a:lnTo>
                  <a:lnTo>
                    <a:pt x="5017853" y="682199"/>
                  </a:lnTo>
                  <a:lnTo>
                    <a:pt x="5018830" y="681575"/>
                  </a:lnTo>
                  <a:lnTo>
                    <a:pt x="5019589" y="681575"/>
                  </a:lnTo>
                  <a:lnTo>
                    <a:pt x="5020131" y="681575"/>
                  </a:lnTo>
                  <a:lnTo>
                    <a:pt x="5020239" y="681575"/>
                  </a:lnTo>
                  <a:lnTo>
                    <a:pt x="5020348" y="681575"/>
                  </a:lnTo>
                  <a:lnTo>
                    <a:pt x="5020456" y="680951"/>
                  </a:lnTo>
                  <a:lnTo>
                    <a:pt x="5020782" y="680951"/>
                  </a:lnTo>
                  <a:lnTo>
                    <a:pt x="5020998" y="680951"/>
                  </a:lnTo>
                  <a:lnTo>
                    <a:pt x="5021215" y="680951"/>
                  </a:lnTo>
                  <a:lnTo>
                    <a:pt x="5021324" y="680951"/>
                  </a:lnTo>
                  <a:lnTo>
                    <a:pt x="5021541" y="680951"/>
                  </a:lnTo>
                  <a:lnTo>
                    <a:pt x="5021541" y="680328"/>
                  </a:lnTo>
                  <a:lnTo>
                    <a:pt x="5021649" y="680328"/>
                  </a:lnTo>
                  <a:lnTo>
                    <a:pt x="5022191" y="680328"/>
                  </a:lnTo>
                  <a:lnTo>
                    <a:pt x="5022300" y="680328"/>
                  </a:lnTo>
                  <a:lnTo>
                    <a:pt x="5022625" y="680328"/>
                  </a:lnTo>
                  <a:lnTo>
                    <a:pt x="5024794" y="676586"/>
                  </a:lnTo>
                  <a:lnTo>
                    <a:pt x="5025011" y="676586"/>
                  </a:lnTo>
                  <a:lnTo>
                    <a:pt x="5025553" y="676586"/>
                  </a:lnTo>
                  <a:lnTo>
                    <a:pt x="5025879" y="676586"/>
                  </a:lnTo>
                  <a:lnTo>
                    <a:pt x="5025987" y="676586"/>
                  </a:lnTo>
                  <a:lnTo>
                    <a:pt x="5026095" y="676586"/>
                  </a:lnTo>
                  <a:lnTo>
                    <a:pt x="5026204" y="675963"/>
                  </a:lnTo>
                  <a:lnTo>
                    <a:pt x="5026312" y="675963"/>
                  </a:lnTo>
                  <a:lnTo>
                    <a:pt x="5026421" y="675963"/>
                  </a:lnTo>
                  <a:lnTo>
                    <a:pt x="5026529" y="675963"/>
                  </a:lnTo>
                  <a:lnTo>
                    <a:pt x="5026855" y="675339"/>
                  </a:lnTo>
                  <a:lnTo>
                    <a:pt x="5026963" y="675339"/>
                  </a:lnTo>
                  <a:lnTo>
                    <a:pt x="5027180" y="675339"/>
                  </a:lnTo>
                  <a:lnTo>
                    <a:pt x="5027288" y="675339"/>
                  </a:lnTo>
                  <a:lnTo>
                    <a:pt x="5027397" y="675339"/>
                  </a:lnTo>
                  <a:lnTo>
                    <a:pt x="5028156" y="674716"/>
                  </a:lnTo>
                  <a:lnTo>
                    <a:pt x="5028264" y="674092"/>
                  </a:lnTo>
                  <a:lnTo>
                    <a:pt x="5028481" y="673468"/>
                  </a:lnTo>
                  <a:lnTo>
                    <a:pt x="5029349" y="672845"/>
                  </a:lnTo>
                  <a:lnTo>
                    <a:pt x="5029783" y="672221"/>
                  </a:lnTo>
                  <a:lnTo>
                    <a:pt x="5029891" y="672221"/>
                  </a:lnTo>
                  <a:lnTo>
                    <a:pt x="5030216" y="672221"/>
                  </a:lnTo>
                  <a:lnTo>
                    <a:pt x="5030542" y="672221"/>
                  </a:lnTo>
                  <a:lnTo>
                    <a:pt x="5030759" y="671598"/>
                  </a:lnTo>
                  <a:lnTo>
                    <a:pt x="5031084" y="671598"/>
                  </a:lnTo>
                  <a:lnTo>
                    <a:pt x="5031192" y="671598"/>
                  </a:lnTo>
                  <a:lnTo>
                    <a:pt x="5031301" y="671598"/>
                  </a:lnTo>
                  <a:lnTo>
                    <a:pt x="5031518" y="670974"/>
                  </a:lnTo>
                  <a:lnTo>
                    <a:pt x="5031735" y="670974"/>
                  </a:lnTo>
                  <a:lnTo>
                    <a:pt x="5032711" y="670974"/>
                  </a:lnTo>
                  <a:lnTo>
                    <a:pt x="5032819" y="670974"/>
                  </a:lnTo>
                  <a:lnTo>
                    <a:pt x="5032928" y="670974"/>
                  </a:lnTo>
                  <a:lnTo>
                    <a:pt x="5033036" y="670974"/>
                  </a:lnTo>
                  <a:lnTo>
                    <a:pt x="5033470" y="670974"/>
                  </a:lnTo>
                  <a:lnTo>
                    <a:pt x="5033687" y="670974"/>
                  </a:lnTo>
                  <a:lnTo>
                    <a:pt x="5033795" y="670974"/>
                  </a:lnTo>
                  <a:lnTo>
                    <a:pt x="5034880" y="670350"/>
                  </a:lnTo>
                  <a:lnTo>
                    <a:pt x="5034988" y="670350"/>
                  </a:lnTo>
                  <a:lnTo>
                    <a:pt x="5034988" y="669727"/>
                  </a:lnTo>
                  <a:lnTo>
                    <a:pt x="5035097" y="669727"/>
                  </a:lnTo>
                  <a:lnTo>
                    <a:pt x="5035530" y="669727"/>
                  </a:lnTo>
                  <a:lnTo>
                    <a:pt x="5035856" y="669727"/>
                  </a:lnTo>
                  <a:lnTo>
                    <a:pt x="5036073" y="669727"/>
                  </a:lnTo>
                  <a:lnTo>
                    <a:pt x="5036181" y="669727"/>
                  </a:lnTo>
                  <a:lnTo>
                    <a:pt x="5036290" y="669727"/>
                  </a:lnTo>
                  <a:lnTo>
                    <a:pt x="5036615" y="669727"/>
                  </a:lnTo>
                  <a:lnTo>
                    <a:pt x="5036723" y="669727"/>
                  </a:lnTo>
                  <a:lnTo>
                    <a:pt x="5036832" y="669727"/>
                  </a:lnTo>
                  <a:lnTo>
                    <a:pt x="5037699" y="669727"/>
                  </a:lnTo>
                  <a:lnTo>
                    <a:pt x="5037808" y="669727"/>
                  </a:lnTo>
                  <a:lnTo>
                    <a:pt x="5037916" y="669727"/>
                  </a:lnTo>
                  <a:lnTo>
                    <a:pt x="5038025" y="669727"/>
                  </a:lnTo>
                  <a:lnTo>
                    <a:pt x="5038025" y="669103"/>
                  </a:lnTo>
                  <a:lnTo>
                    <a:pt x="5038133" y="669103"/>
                  </a:lnTo>
                  <a:lnTo>
                    <a:pt x="5038892" y="668480"/>
                  </a:lnTo>
                  <a:lnTo>
                    <a:pt x="5039001" y="668480"/>
                  </a:lnTo>
                  <a:lnTo>
                    <a:pt x="5039109" y="668480"/>
                  </a:lnTo>
                  <a:lnTo>
                    <a:pt x="5039218" y="668480"/>
                  </a:lnTo>
                  <a:lnTo>
                    <a:pt x="5039218" y="667856"/>
                  </a:lnTo>
                  <a:lnTo>
                    <a:pt x="5039326" y="667856"/>
                  </a:lnTo>
                  <a:lnTo>
                    <a:pt x="5039434" y="667856"/>
                  </a:lnTo>
                  <a:lnTo>
                    <a:pt x="5039543" y="667856"/>
                  </a:lnTo>
                  <a:lnTo>
                    <a:pt x="5039868" y="667856"/>
                  </a:lnTo>
                  <a:lnTo>
                    <a:pt x="5039977" y="667856"/>
                  </a:lnTo>
                  <a:lnTo>
                    <a:pt x="5039977" y="667233"/>
                  </a:lnTo>
                  <a:lnTo>
                    <a:pt x="5040411" y="667233"/>
                  </a:lnTo>
                  <a:lnTo>
                    <a:pt x="5040844" y="667233"/>
                  </a:lnTo>
                  <a:lnTo>
                    <a:pt x="5040953" y="667233"/>
                  </a:lnTo>
                  <a:lnTo>
                    <a:pt x="5041061" y="667233"/>
                  </a:lnTo>
                  <a:lnTo>
                    <a:pt x="5041170" y="667233"/>
                  </a:lnTo>
                  <a:lnTo>
                    <a:pt x="5041387" y="667233"/>
                  </a:lnTo>
                  <a:lnTo>
                    <a:pt x="5041603" y="667233"/>
                  </a:lnTo>
                  <a:lnTo>
                    <a:pt x="5041929" y="666609"/>
                  </a:lnTo>
                  <a:lnTo>
                    <a:pt x="5042037" y="666609"/>
                  </a:lnTo>
                  <a:lnTo>
                    <a:pt x="5042471" y="665985"/>
                  </a:lnTo>
                  <a:lnTo>
                    <a:pt x="5042796" y="665985"/>
                  </a:lnTo>
                  <a:lnTo>
                    <a:pt x="5042796" y="665362"/>
                  </a:lnTo>
                  <a:lnTo>
                    <a:pt x="5042905" y="665362"/>
                  </a:lnTo>
                  <a:lnTo>
                    <a:pt x="5043122" y="665362"/>
                  </a:lnTo>
                  <a:lnTo>
                    <a:pt x="5043339" y="665362"/>
                  </a:lnTo>
                  <a:lnTo>
                    <a:pt x="5043447" y="664738"/>
                  </a:lnTo>
                  <a:lnTo>
                    <a:pt x="5043555" y="664738"/>
                  </a:lnTo>
                  <a:lnTo>
                    <a:pt x="5043664" y="664738"/>
                  </a:lnTo>
                  <a:lnTo>
                    <a:pt x="5044315" y="664115"/>
                  </a:lnTo>
                  <a:lnTo>
                    <a:pt x="5044423" y="664115"/>
                  </a:lnTo>
                  <a:lnTo>
                    <a:pt x="5044532" y="664115"/>
                  </a:lnTo>
                  <a:lnTo>
                    <a:pt x="5044640" y="663491"/>
                  </a:lnTo>
                  <a:lnTo>
                    <a:pt x="5045074" y="662868"/>
                  </a:lnTo>
                  <a:lnTo>
                    <a:pt x="5045182" y="662868"/>
                  </a:lnTo>
                  <a:lnTo>
                    <a:pt x="5045508" y="662868"/>
                  </a:lnTo>
                  <a:lnTo>
                    <a:pt x="5045616" y="662868"/>
                  </a:lnTo>
                  <a:lnTo>
                    <a:pt x="5046158" y="662868"/>
                  </a:lnTo>
                  <a:lnTo>
                    <a:pt x="5046267" y="662868"/>
                  </a:lnTo>
                  <a:lnTo>
                    <a:pt x="5046592" y="662244"/>
                  </a:lnTo>
                  <a:lnTo>
                    <a:pt x="5046700" y="662244"/>
                  </a:lnTo>
                  <a:lnTo>
                    <a:pt x="5047026" y="662244"/>
                  </a:lnTo>
                  <a:lnTo>
                    <a:pt x="5047026" y="661620"/>
                  </a:lnTo>
                  <a:lnTo>
                    <a:pt x="5047676" y="660997"/>
                  </a:lnTo>
                  <a:lnTo>
                    <a:pt x="5047893" y="660373"/>
                  </a:lnTo>
                  <a:lnTo>
                    <a:pt x="5048002" y="660373"/>
                  </a:lnTo>
                  <a:lnTo>
                    <a:pt x="5048110" y="660373"/>
                  </a:lnTo>
                  <a:lnTo>
                    <a:pt x="5048219" y="660373"/>
                  </a:lnTo>
                  <a:lnTo>
                    <a:pt x="5048761" y="660373"/>
                  </a:lnTo>
                  <a:lnTo>
                    <a:pt x="5049195" y="660373"/>
                  </a:lnTo>
                  <a:lnTo>
                    <a:pt x="5049954" y="660373"/>
                  </a:lnTo>
                  <a:lnTo>
                    <a:pt x="5050279" y="660373"/>
                  </a:lnTo>
                  <a:lnTo>
                    <a:pt x="5050496" y="660373"/>
                  </a:lnTo>
                  <a:lnTo>
                    <a:pt x="5050605" y="660373"/>
                  </a:lnTo>
                  <a:lnTo>
                    <a:pt x="5050605" y="659750"/>
                  </a:lnTo>
                  <a:lnTo>
                    <a:pt x="5051147" y="659750"/>
                  </a:lnTo>
                  <a:lnTo>
                    <a:pt x="5051364" y="659750"/>
                  </a:lnTo>
                  <a:lnTo>
                    <a:pt x="5051581" y="658502"/>
                  </a:lnTo>
                  <a:lnTo>
                    <a:pt x="5051689" y="658502"/>
                  </a:lnTo>
                  <a:lnTo>
                    <a:pt x="5052014" y="658502"/>
                  </a:lnTo>
                  <a:lnTo>
                    <a:pt x="5052557" y="658502"/>
                  </a:lnTo>
                  <a:lnTo>
                    <a:pt x="5052665" y="658502"/>
                  </a:lnTo>
                  <a:lnTo>
                    <a:pt x="5052665" y="657879"/>
                  </a:lnTo>
                  <a:lnTo>
                    <a:pt x="5052882" y="657879"/>
                  </a:lnTo>
                  <a:lnTo>
                    <a:pt x="5053099" y="657879"/>
                  </a:lnTo>
                  <a:lnTo>
                    <a:pt x="5053750" y="657255"/>
                  </a:lnTo>
                  <a:lnTo>
                    <a:pt x="5053966" y="657255"/>
                  </a:lnTo>
                  <a:lnTo>
                    <a:pt x="5054292" y="657255"/>
                  </a:lnTo>
                  <a:lnTo>
                    <a:pt x="5054400" y="657255"/>
                  </a:lnTo>
                  <a:lnTo>
                    <a:pt x="5054726" y="657255"/>
                  </a:lnTo>
                  <a:lnTo>
                    <a:pt x="5054834" y="656632"/>
                  </a:lnTo>
                  <a:lnTo>
                    <a:pt x="5055593" y="655385"/>
                  </a:lnTo>
                  <a:lnTo>
                    <a:pt x="5056135" y="654761"/>
                  </a:lnTo>
                  <a:lnTo>
                    <a:pt x="5056569" y="654761"/>
                  </a:lnTo>
                  <a:lnTo>
                    <a:pt x="5056678" y="654761"/>
                  </a:lnTo>
                  <a:lnTo>
                    <a:pt x="5057003" y="654761"/>
                  </a:lnTo>
                  <a:lnTo>
                    <a:pt x="5057545" y="654761"/>
                  </a:lnTo>
                  <a:lnTo>
                    <a:pt x="5058413" y="654137"/>
                  </a:lnTo>
                  <a:lnTo>
                    <a:pt x="5058521" y="654137"/>
                  </a:lnTo>
                  <a:lnTo>
                    <a:pt x="5058630" y="654137"/>
                  </a:lnTo>
                  <a:lnTo>
                    <a:pt x="5058630" y="653514"/>
                  </a:lnTo>
                  <a:lnTo>
                    <a:pt x="5058955" y="653514"/>
                  </a:lnTo>
                  <a:lnTo>
                    <a:pt x="5059063" y="652890"/>
                  </a:lnTo>
                  <a:lnTo>
                    <a:pt x="5059172" y="652890"/>
                  </a:lnTo>
                  <a:lnTo>
                    <a:pt x="5059280" y="652890"/>
                  </a:lnTo>
                  <a:lnTo>
                    <a:pt x="5059497" y="652890"/>
                  </a:lnTo>
                  <a:lnTo>
                    <a:pt x="5059714" y="652890"/>
                  </a:lnTo>
                  <a:lnTo>
                    <a:pt x="5059823" y="652890"/>
                  </a:lnTo>
                  <a:lnTo>
                    <a:pt x="5059931" y="652890"/>
                  </a:lnTo>
                  <a:lnTo>
                    <a:pt x="5060148" y="652890"/>
                  </a:lnTo>
                  <a:lnTo>
                    <a:pt x="5060256" y="652267"/>
                  </a:lnTo>
                  <a:lnTo>
                    <a:pt x="5060582" y="652267"/>
                  </a:lnTo>
                  <a:lnTo>
                    <a:pt x="5061124" y="652267"/>
                  </a:lnTo>
                  <a:lnTo>
                    <a:pt x="5061341" y="652267"/>
                  </a:lnTo>
                  <a:lnTo>
                    <a:pt x="5061449" y="652267"/>
                  </a:lnTo>
                  <a:lnTo>
                    <a:pt x="5062968" y="651643"/>
                  </a:lnTo>
                  <a:lnTo>
                    <a:pt x="5063184" y="651643"/>
                  </a:lnTo>
                  <a:lnTo>
                    <a:pt x="5063293" y="651643"/>
                  </a:lnTo>
                  <a:lnTo>
                    <a:pt x="5063618" y="651643"/>
                  </a:lnTo>
                  <a:lnTo>
                    <a:pt x="5063835" y="651019"/>
                  </a:lnTo>
                  <a:lnTo>
                    <a:pt x="5064377" y="649772"/>
                  </a:lnTo>
                  <a:lnTo>
                    <a:pt x="5064594" y="649772"/>
                  </a:lnTo>
                  <a:lnTo>
                    <a:pt x="5064703" y="649149"/>
                  </a:lnTo>
                  <a:lnTo>
                    <a:pt x="5064811" y="649149"/>
                  </a:lnTo>
                  <a:lnTo>
                    <a:pt x="5065245" y="649149"/>
                  </a:lnTo>
                  <a:lnTo>
                    <a:pt x="5065462" y="649149"/>
                  </a:lnTo>
                  <a:lnTo>
                    <a:pt x="5065679" y="649149"/>
                  </a:lnTo>
                  <a:lnTo>
                    <a:pt x="5065787" y="649149"/>
                  </a:lnTo>
                  <a:lnTo>
                    <a:pt x="5065896" y="649149"/>
                  </a:lnTo>
                  <a:lnTo>
                    <a:pt x="5066004" y="649149"/>
                  </a:lnTo>
                  <a:lnTo>
                    <a:pt x="5066221" y="649149"/>
                  </a:lnTo>
                  <a:lnTo>
                    <a:pt x="5067956" y="645407"/>
                  </a:lnTo>
                  <a:lnTo>
                    <a:pt x="5068281" y="645407"/>
                  </a:lnTo>
                  <a:lnTo>
                    <a:pt x="5068715" y="645407"/>
                  </a:lnTo>
                  <a:lnTo>
                    <a:pt x="5068715" y="644784"/>
                  </a:lnTo>
                  <a:lnTo>
                    <a:pt x="5068932" y="644784"/>
                  </a:lnTo>
                  <a:lnTo>
                    <a:pt x="5069041" y="644784"/>
                  </a:lnTo>
                  <a:lnTo>
                    <a:pt x="5069583" y="644784"/>
                  </a:lnTo>
                  <a:lnTo>
                    <a:pt x="5069908" y="644784"/>
                  </a:lnTo>
                  <a:lnTo>
                    <a:pt x="5070017" y="644784"/>
                  </a:lnTo>
                  <a:lnTo>
                    <a:pt x="5070125" y="644784"/>
                  </a:lnTo>
                  <a:lnTo>
                    <a:pt x="5070234" y="644160"/>
                  </a:lnTo>
                  <a:lnTo>
                    <a:pt x="5070450" y="644160"/>
                  </a:lnTo>
                  <a:lnTo>
                    <a:pt x="5070559" y="644160"/>
                  </a:lnTo>
                  <a:lnTo>
                    <a:pt x="5070884" y="641666"/>
                  </a:lnTo>
                  <a:lnTo>
                    <a:pt x="5070993" y="641666"/>
                  </a:lnTo>
                  <a:lnTo>
                    <a:pt x="5071969" y="641666"/>
                  </a:lnTo>
                  <a:lnTo>
                    <a:pt x="5072077" y="641666"/>
                  </a:lnTo>
                  <a:lnTo>
                    <a:pt x="5072186" y="641666"/>
                  </a:lnTo>
                  <a:lnTo>
                    <a:pt x="5072511" y="641666"/>
                  </a:lnTo>
                  <a:lnTo>
                    <a:pt x="5072728" y="640419"/>
                  </a:lnTo>
                  <a:lnTo>
                    <a:pt x="5073053" y="640419"/>
                  </a:lnTo>
                  <a:lnTo>
                    <a:pt x="5073053" y="639795"/>
                  </a:lnTo>
                  <a:lnTo>
                    <a:pt x="5073270" y="639795"/>
                  </a:lnTo>
                  <a:lnTo>
                    <a:pt x="5073378" y="639171"/>
                  </a:lnTo>
                  <a:lnTo>
                    <a:pt x="5073595" y="639171"/>
                  </a:lnTo>
                  <a:lnTo>
                    <a:pt x="5073921" y="639171"/>
                  </a:lnTo>
                  <a:lnTo>
                    <a:pt x="5074029" y="639171"/>
                  </a:lnTo>
                  <a:lnTo>
                    <a:pt x="5074354" y="639171"/>
                  </a:lnTo>
                  <a:lnTo>
                    <a:pt x="5074571" y="639171"/>
                  </a:lnTo>
                  <a:lnTo>
                    <a:pt x="5074897" y="637924"/>
                  </a:lnTo>
                  <a:lnTo>
                    <a:pt x="5075439" y="637924"/>
                  </a:lnTo>
                  <a:lnTo>
                    <a:pt x="5075547" y="637924"/>
                  </a:lnTo>
                  <a:lnTo>
                    <a:pt x="5075656" y="637924"/>
                  </a:lnTo>
                  <a:lnTo>
                    <a:pt x="5076523" y="636053"/>
                  </a:lnTo>
                  <a:lnTo>
                    <a:pt x="5076632" y="636053"/>
                  </a:lnTo>
                  <a:lnTo>
                    <a:pt x="5076740" y="636053"/>
                  </a:lnTo>
                  <a:lnTo>
                    <a:pt x="5076957" y="636053"/>
                  </a:lnTo>
                  <a:lnTo>
                    <a:pt x="5078259" y="635430"/>
                  </a:lnTo>
                  <a:lnTo>
                    <a:pt x="5078367" y="634806"/>
                  </a:lnTo>
                  <a:lnTo>
                    <a:pt x="5078909" y="634183"/>
                  </a:lnTo>
                  <a:lnTo>
                    <a:pt x="5079018" y="634183"/>
                  </a:lnTo>
                  <a:lnTo>
                    <a:pt x="5079126" y="634183"/>
                  </a:lnTo>
                  <a:lnTo>
                    <a:pt x="5079235" y="634183"/>
                  </a:lnTo>
                  <a:lnTo>
                    <a:pt x="5079343" y="634183"/>
                  </a:lnTo>
                  <a:lnTo>
                    <a:pt x="5079560" y="634183"/>
                  </a:lnTo>
                  <a:lnTo>
                    <a:pt x="5079668" y="633559"/>
                  </a:lnTo>
                  <a:lnTo>
                    <a:pt x="5079777" y="633559"/>
                  </a:lnTo>
                  <a:lnTo>
                    <a:pt x="5079885" y="633559"/>
                  </a:lnTo>
                  <a:lnTo>
                    <a:pt x="5080102" y="633559"/>
                  </a:lnTo>
                  <a:lnTo>
                    <a:pt x="5080753" y="632936"/>
                  </a:lnTo>
                  <a:lnTo>
                    <a:pt x="5080861" y="632936"/>
                  </a:lnTo>
                  <a:lnTo>
                    <a:pt x="5081078" y="632936"/>
                  </a:lnTo>
                  <a:lnTo>
                    <a:pt x="5081512" y="632936"/>
                  </a:lnTo>
                  <a:lnTo>
                    <a:pt x="5081620" y="632936"/>
                  </a:lnTo>
                  <a:lnTo>
                    <a:pt x="5081729" y="632936"/>
                  </a:lnTo>
                  <a:lnTo>
                    <a:pt x="5081837" y="632936"/>
                  </a:lnTo>
                  <a:lnTo>
                    <a:pt x="5082054" y="631688"/>
                  </a:lnTo>
                  <a:lnTo>
                    <a:pt x="5082163" y="631688"/>
                  </a:lnTo>
                  <a:lnTo>
                    <a:pt x="5082271" y="631688"/>
                  </a:lnTo>
                  <a:lnTo>
                    <a:pt x="5082380" y="631688"/>
                  </a:lnTo>
                  <a:lnTo>
                    <a:pt x="5082488" y="631688"/>
                  </a:lnTo>
                  <a:lnTo>
                    <a:pt x="5082488" y="631065"/>
                  </a:lnTo>
                  <a:lnTo>
                    <a:pt x="5082596" y="631065"/>
                  </a:lnTo>
                  <a:lnTo>
                    <a:pt x="5083356" y="627947"/>
                  </a:lnTo>
                  <a:lnTo>
                    <a:pt x="5083573" y="627947"/>
                  </a:lnTo>
                  <a:lnTo>
                    <a:pt x="5083681" y="627947"/>
                  </a:lnTo>
                  <a:lnTo>
                    <a:pt x="5083898" y="627947"/>
                  </a:lnTo>
                  <a:lnTo>
                    <a:pt x="5084115" y="627947"/>
                  </a:lnTo>
                  <a:lnTo>
                    <a:pt x="5084332" y="627947"/>
                  </a:lnTo>
                  <a:lnTo>
                    <a:pt x="5084549" y="627947"/>
                  </a:lnTo>
                  <a:lnTo>
                    <a:pt x="5085633" y="627947"/>
                  </a:lnTo>
                  <a:lnTo>
                    <a:pt x="5086067" y="627323"/>
                  </a:lnTo>
                  <a:lnTo>
                    <a:pt x="5086392" y="627323"/>
                  </a:lnTo>
                  <a:lnTo>
                    <a:pt x="5086501" y="627323"/>
                  </a:lnTo>
                  <a:lnTo>
                    <a:pt x="5086609" y="627323"/>
                  </a:lnTo>
                  <a:lnTo>
                    <a:pt x="5086826" y="627323"/>
                  </a:lnTo>
                  <a:lnTo>
                    <a:pt x="5086934" y="627323"/>
                  </a:lnTo>
                  <a:lnTo>
                    <a:pt x="5087043" y="627323"/>
                  </a:lnTo>
                  <a:lnTo>
                    <a:pt x="5087260" y="627323"/>
                  </a:lnTo>
                  <a:lnTo>
                    <a:pt x="5087694" y="626700"/>
                  </a:lnTo>
                  <a:lnTo>
                    <a:pt x="5087802" y="626700"/>
                  </a:lnTo>
                  <a:lnTo>
                    <a:pt x="5087802" y="626076"/>
                  </a:lnTo>
                  <a:lnTo>
                    <a:pt x="5088236" y="625453"/>
                  </a:lnTo>
                  <a:lnTo>
                    <a:pt x="5088561" y="625453"/>
                  </a:lnTo>
                  <a:lnTo>
                    <a:pt x="5089212" y="624205"/>
                  </a:lnTo>
                  <a:lnTo>
                    <a:pt x="5089320" y="624205"/>
                  </a:lnTo>
                  <a:lnTo>
                    <a:pt x="5089537" y="624205"/>
                  </a:lnTo>
                  <a:lnTo>
                    <a:pt x="5089646" y="624205"/>
                  </a:lnTo>
                  <a:lnTo>
                    <a:pt x="5090296" y="624205"/>
                  </a:lnTo>
                  <a:lnTo>
                    <a:pt x="5090405" y="624205"/>
                  </a:lnTo>
                  <a:lnTo>
                    <a:pt x="5090513" y="624205"/>
                  </a:lnTo>
                  <a:lnTo>
                    <a:pt x="5090947" y="624205"/>
                  </a:lnTo>
                  <a:lnTo>
                    <a:pt x="5091598" y="624205"/>
                  </a:lnTo>
                  <a:lnTo>
                    <a:pt x="5092140" y="623582"/>
                  </a:lnTo>
                  <a:lnTo>
                    <a:pt x="5092357" y="623582"/>
                  </a:lnTo>
                  <a:lnTo>
                    <a:pt x="5092791" y="623582"/>
                  </a:lnTo>
                  <a:lnTo>
                    <a:pt x="5092899" y="623582"/>
                  </a:lnTo>
                  <a:lnTo>
                    <a:pt x="5093116" y="623582"/>
                  </a:lnTo>
                  <a:lnTo>
                    <a:pt x="5093767" y="623582"/>
                  </a:lnTo>
                  <a:lnTo>
                    <a:pt x="5093983" y="623582"/>
                  </a:lnTo>
                  <a:lnTo>
                    <a:pt x="5094743" y="623582"/>
                  </a:lnTo>
                  <a:lnTo>
                    <a:pt x="5094851" y="623582"/>
                  </a:lnTo>
                  <a:lnTo>
                    <a:pt x="5095827" y="623582"/>
                  </a:lnTo>
                  <a:lnTo>
                    <a:pt x="5096152" y="623582"/>
                  </a:lnTo>
                  <a:lnTo>
                    <a:pt x="5096261" y="623582"/>
                  </a:lnTo>
                  <a:lnTo>
                    <a:pt x="5096478" y="623582"/>
                  </a:lnTo>
                  <a:lnTo>
                    <a:pt x="5096912" y="623582"/>
                  </a:lnTo>
                  <a:lnTo>
                    <a:pt x="5097237" y="622958"/>
                  </a:lnTo>
                  <a:lnTo>
                    <a:pt x="5098104" y="622958"/>
                  </a:lnTo>
                  <a:lnTo>
                    <a:pt x="5098430" y="622958"/>
                  </a:lnTo>
                  <a:lnTo>
                    <a:pt x="5098538" y="622958"/>
                  </a:lnTo>
                  <a:lnTo>
                    <a:pt x="5098647" y="622958"/>
                  </a:lnTo>
                  <a:lnTo>
                    <a:pt x="5099080" y="622958"/>
                  </a:lnTo>
                  <a:lnTo>
                    <a:pt x="5099189" y="622958"/>
                  </a:lnTo>
                  <a:lnTo>
                    <a:pt x="5099514" y="622958"/>
                  </a:lnTo>
                  <a:lnTo>
                    <a:pt x="5099623" y="622958"/>
                  </a:lnTo>
                  <a:lnTo>
                    <a:pt x="5099731" y="622335"/>
                  </a:lnTo>
                  <a:lnTo>
                    <a:pt x="5101249" y="621711"/>
                  </a:lnTo>
                  <a:lnTo>
                    <a:pt x="5101358" y="621711"/>
                  </a:lnTo>
                  <a:lnTo>
                    <a:pt x="5101466" y="621711"/>
                  </a:lnTo>
                  <a:lnTo>
                    <a:pt x="5101575" y="621711"/>
                  </a:lnTo>
                  <a:lnTo>
                    <a:pt x="5102117" y="621711"/>
                  </a:lnTo>
                  <a:lnTo>
                    <a:pt x="5102442" y="621087"/>
                  </a:lnTo>
                  <a:lnTo>
                    <a:pt x="5102551" y="621087"/>
                  </a:lnTo>
                  <a:lnTo>
                    <a:pt x="5103093" y="621087"/>
                  </a:lnTo>
                  <a:lnTo>
                    <a:pt x="5103418" y="621087"/>
                  </a:lnTo>
                  <a:lnTo>
                    <a:pt x="5103527" y="621087"/>
                  </a:lnTo>
                  <a:lnTo>
                    <a:pt x="5103635" y="621087"/>
                  </a:lnTo>
                  <a:lnTo>
                    <a:pt x="5103744" y="621087"/>
                  </a:lnTo>
                  <a:lnTo>
                    <a:pt x="5103961" y="621087"/>
                  </a:lnTo>
                  <a:lnTo>
                    <a:pt x="5104177" y="621087"/>
                  </a:lnTo>
                  <a:lnTo>
                    <a:pt x="5104177" y="620464"/>
                  </a:lnTo>
                  <a:lnTo>
                    <a:pt x="5104286" y="620464"/>
                  </a:lnTo>
                  <a:lnTo>
                    <a:pt x="5105262" y="619840"/>
                  </a:lnTo>
                  <a:lnTo>
                    <a:pt x="5106238" y="619217"/>
                  </a:lnTo>
                  <a:lnTo>
                    <a:pt x="5106455" y="619217"/>
                  </a:lnTo>
                  <a:lnTo>
                    <a:pt x="5106997" y="618593"/>
                  </a:lnTo>
                  <a:lnTo>
                    <a:pt x="5107106" y="618593"/>
                  </a:lnTo>
                  <a:lnTo>
                    <a:pt x="5107214" y="618593"/>
                  </a:lnTo>
                  <a:lnTo>
                    <a:pt x="5107431" y="618593"/>
                  </a:lnTo>
                  <a:lnTo>
                    <a:pt x="5107865" y="618593"/>
                  </a:lnTo>
                  <a:lnTo>
                    <a:pt x="5107973" y="618593"/>
                  </a:lnTo>
                  <a:lnTo>
                    <a:pt x="5108082" y="618593"/>
                  </a:lnTo>
                  <a:lnTo>
                    <a:pt x="5108190" y="618593"/>
                  </a:lnTo>
                  <a:lnTo>
                    <a:pt x="5108298" y="618593"/>
                  </a:lnTo>
                  <a:lnTo>
                    <a:pt x="5108515" y="618593"/>
                  </a:lnTo>
                  <a:lnTo>
                    <a:pt x="5108624" y="618593"/>
                  </a:lnTo>
                  <a:lnTo>
                    <a:pt x="5108732" y="617970"/>
                  </a:lnTo>
                  <a:lnTo>
                    <a:pt x="5108841" y="617970"/>
                  </a:lnTo>
                  <a:lnTo>
                    <a:pt x="5108841" y="617346"/>
                  </a:lnTo>
                  <a:lnTo>
                    <a:pt x="5108949" y="617346"/>
                  </a:lnTo>
                  <a:lnTo>
                    <a:pt x="5109058" y="617346"/>
                  </a:lnTo>
                  <a:lnTo>
                    <a:pt x="5109166" y="616722"/>
                  </a:lnTo>
                  <a:lnTo>
                    <a:pt x="5109275" y="616722"/>
                  </a:lnTo>
                  <a:lnTo>
                    <a:pt x="5109600" y="616722"/>
                  </a:lnTo>
                  <a:lnTo>
                    <a:pt x="5109925" y="616722"/>
                  </a:lnTo>
                  <a:lnTo>
                    <a:pt x="5110142" y="616722"/>
                  </a:lnTo>
                  <a:lnTo>
                    <a:pt x="5110251" y="616722"/>
                  </a:lnTo>
                  <a:lnTo>
                    <a:pt x="5110359" y="616722"/>
                  </a:lnTo>
                  <a:lnTo>
                    <a:pt x="5110576" y="616099"/>
                  </a:lnTo>
                  <a:lnTo>
                    <a:pt x="5110684" y="616099"/>
                  </a:lnTo>
                  <a:lnTo>
                    <a:pt x="5111118" y="616099"/>
                  </a:lnTo>
                  <a:lnTo>
                    <a:pt x="5111335" y="616099"/>
                  </a:lnTo>
                  <a:lnTo>
                    <a:pt x="5111660" y="616099"/>
                  </a:lnTo>
                  <a:lnTo>
                    <a:pt x="5111769" y="615475"/>
                  </a:lnTo>
                  <a:lnTo>
                    <a:pt x="5112203" y="615475"/>
                  </a:lnTo>
                  <a:lnTo>
                    <a:pt x="5112311" y="615475"/>
                  </a:lnTo>
                  <a:lnTo>
                    <a:pt x="5112745" y="615475"/>
                  </a:lnTo>
                  <a:lnTo>
                    <a:pt x="5112853" y="615475"/>
                  </a:lnTo>
                  <a:lnTo>
                    <a:pt x="5113612" y="615475"/>
                  </a:lnTo>
                  <a:lnTo>
                    <a:pt x="5113721" y="615475"/>
                  </a:lnTo>
                  <a:lnTo>
                    <a:pt x="5113829" y="615475"/>
                  </a:lnTo>
                  <a:lnTo>
                    <a:pt x="5114263" y="615475"/>
                  </a:lnTo>
                  <a:lnTo>
                    <a:pt x="5115131" y="614852"/>
                  </a:lnTo>
                  <a:lnTo>
                    <a:pt x="5115456" y="614852"/>
                  </a:lnTo>
                  <a:lnTo>
                    <a:pt x="5116324" y="614852"/>
                  </a:lnTo>
                  <a:lnTo>
                    <a:pt x="5116540" y="614852"/>
                  </a:lnTo>
                  <a:lnTo>
                    <a:pt x="5116757" y="614852"/>
                  </a:lnTo>
                  <a:lnTo>
                    <a:pt x="5116974" y="614852"/>
                  </a:lnTo>
                  <a:lnTo>
                    <a:pt x="5117083" y="614852"/>
                  </a:lnTo>
                  <a:lnTo>
                    <a:pt x="5117191" y="614852"/>
                  </a:lnTo>
                  <a:lnTo>
                    <a:pt x="5117300" y="614852"/>
                  </a:lnTo>
                  <a:lnTo>
                    <a:pt x="5117408" y="614852"/>
                  </a:lnTo>
                  <a:lnTo>
                    <a:pt x="5117842" y="614228"/>
                  </a:lnTo>
                  <a:lnTo>
                    <a:pt x="5118167" y="614228"/>
                  </a:lnTo>
                  <a:lnTo>
                    <a:pt x="5118493" y="614228"/>
                  </a:lnTo>
                  <a:lnTo>
                    <a:pt x="5118601" y="614228"/>
                  </a:lnTo>
                  <a:lnTo>
                    <a:pt x="5119143" y="614228"/>
                  </a:lnTo>
                  <a:lnTo>
                    <a:pt x="5119252" y="614228"/>
                  </a:lnTo>
                  <a:lnTo>
                    <a:pt x="5119360" y="614228"/>
                  </a:lnTo>
                  <a:lnTo>
                    <a:pt x="5119902" y="614228"/>
                  </a:lnTo>
                  <a:lnTo>
                    <a:pt x="5120119" y="614228"/>
                  </a:lnTo>
                  <a:lnTo>
                    <a:pt x="5120661" y="614228"/>
                  </a:lnTo>
                  <a:lnTo>
                    <a:pt x="5120770" y="614228"/>
                  </a:lnTo>
                  <a:lnTo>
                    <a:pt x="5121529" y="613605"/>
                  </a:lnTo>
                  <a:lnTo>
                    <a:pt x="5121637" y="613605"/>
                  </a:lnTo>
                  <a:lnTo>
                    <a:pt x="5121746" y="613605"/>
                  </a:lnTo>
                  <a:lnTo>
                    <a:pt x="5122071" y="612981"/>
                  </a:lnTo>
                  <a:lnTo>
                    <a:pt x="5122288" y="612357"/>
                  </a:lnTo>
                  <a:lnTo>
                    <a:pt x="5122614" y="612357"/>
                  </a:lnTo>
                  <a:lnTo>
                    <a:pt x="5122722" y="612357"/>
                  </a:lnTo>
                  <a:lnTo>
                    <a:pt x="5122830" y="612357"/>
                  </a:lnTo>
                  <a:lnTo>
                    <a:pt x="5123047" y="612357"/>
                  </a:lnTo>
                  <a:lnTo>
                    <a:pt x="5123156" y="612357"/>
                  </a:lnTo>
                  <a:lnTo>
                    <a:pt x="5123264" y="612357"/>
                  </a:lnTo>
                  <a:lnTo>
                    <a:pt x="5123373" y="612357"/>
                  </a:lnTo>
                  <a:lnTo>
                    <a:pt x="5124023" y="611110"/>
                  </a:lnTo>
                  <a:lnTo>
                    <a:pt x="5124566" y="609863"/>
                  </a:lnTo>
                  <a:lnTo>
                    <a:pt x="5125108" y="609863"/>
                  </a:lnTo>
                  <a:lnTo>
                    <a:pt x="5125433" y="609863"/>
                  </a:lnTo>
                  <a:lnTo>
                    <a:pt x="5125542" y="609863"/>
                  </a:lnTo>
                  <a:lnTo>
                    <a:pt x="5125758" y="609863"/>
                  </a:lnTo>
                  <a:lnTo>
                    <a:pt x="5125867" y="609863"/>
                  </a:lnTo>
                  <a:lnTo>
                    <a:pt x="5126084" y="609863"/>
                  </a:lnTo>
                  <a:lnTo>
                    <a:pt x="5126192" y="609863"/>
                  </a:lnTo>
                  <a:lnTo>
                    <a:pt x="5126626" y="609863"/>
                  </a:lnTo>
                  <a:lnTo>
                    <a:pt x="5126735" y="609863"/>
                  </a:lnTo>
                  <a:lnTo>
                    <a:pt x="5126843" y="609863"/>
                  </a:lnTo>
                  <a:lnTo>
                    <a:pt x="5127277" y="609863"/>
                  </a:lnTo>
                  <a:lnTo>
                    <a:pt x="5127385" y="609863"/>
                  </a:lnTo>
                  <a:lnTo>
                    <a:pt x="5127494" y="609863"/>
                  </a:lnTo>
                  <a:lnTo>
                    <a:pt x="5127819" y="609863"/>
                  </a:lnTo>
                  <a:lnTo>
                    <a:pt x="5127927" y="609863"/>
                  </a:lnTo>
                  <a:lnTo>
                    <a:pt x="5128144" y="609863"/>
                  </a:lnTo>
                  <a:lnTo>
                    <a:pt x="5129012" y="609863"/>
                  </a:lnTo>
                  <a:lnTo>
                    <a:pt x="5129229" y="609863"/>
                  </a:lnTo>
                  <a:lnTo>
                    <a:pt x="5129337" y="609863"/>
                  </a:lnTo>
                  <a:lnTo>
                    <a:pt x="5129446" y="609863"/>
                  </a:lnTo>
                  <a:lnTo>
                    <a:pt x="5129663" y="609863"/>
                  </a:lnTo>
                  <a:lnTo>
                    <a:pt x="5129879" y="609239"/>
                  </a:lnTo>
                  <a:lnTo>
                    <a:pt x="5130422" y="608616"/>
                  </a:lnTo>
                  <a:lnTo>
                    <a:pt x="5130964" y="608616"/>
                  </a:lnTo>
                  <a:lnTo>
                    <a:pt x="5131072" y="608616"/>
                  </a:lnTo>
                  <a:lnTo>
                    <a:pt x="5131181" y="608616"/>
                  </a:lnTo>
                  <a:lnTo>
                    <a:pt x="5131398" y="608616"/>
                  </a:lnTo>
                  <a:lnTo>
                    <a:pt x="5131940" y="608616"/>
                  </a:lnTo>
                  <a:lnTo>
                    <a:pt x="5132265" y="608616"/>
                  </a:lnTo>
                  <a:lnTo>
                    <a:pt x="5132699" y="608616"/>
                  </a:lnTo>
                  <a:lnTo>
                    <a:pt x="5133458" y="607369"/>
                  </a:lnTo>
                  <a:lnTo>
                    <a:pt x="5134000" y="606122"/>
                  </a:lnTo>
                  <a:lnTo>
                    <a:pt x="5134109" y="605498"/>
                  </a:lnTo>
                  <a:lnTo>
                    <a:pt x="5134434" y="604874"/>
                  </a:lnTo>
                  <a:lnTo>
                    <a:pt x="5134977" y="604251"/>
                  </a:lnTo>
                  <a:lnTo>
                    <a:pt x="5135085" y="604251"/>
                  </a:lnTo>
                  <a:lnTo>
                    <a:pt x="5135302" y="604251"/>
                  </a:lnTo>
                  <a:lnTo>
                    <a:pt x="5135410" y="604251"/>
                  </a:lnTo>
                  <a:lnTo>
                    <a:pt x="5135844" y="604251"/>
                  </a:lnTo>
                  <a:lnTo>
                    <a:pt x="5136169" y="604251"/>
                  </a:lnTo>
                  <a:lnTo>
                    <a:pt x="5136278" y="604251"/>
                  </a:lnTo>
                  <a:lnTo>
                    <a:pt x="5136495" y="604251"/>
                  </a:lnTo>
                  <a:lnTo>
                    <a:pt x="5136712" y="604251"/>
                  </a:lnTo>
                  <a:lnTo>
                    <a:pt x="5136929" y="604251"/>
                  </a:lnTo>
                  <a:lnTo>
                    <a:pt x="5137579" y="603627"/>
                  </a:lnTo>
                  <a:lnTo>
                    <a:pt x="5137688" y="603627"/>
                  </a:lnTo>
                  <a:lnTo>
                    <a:pt x="5138121" y="603627"/>
                  </a:lnTo>
                  <a:lnTo>
                    <a:pt x="5138230" y="603627"/>
                  </a:lnTo>
                  <a:lnTo>
                    <a:pt x="5138555" y="603627"/>
                  </a:lnTo>
                  <a:lnTo>
                    <a:pt x="5138664" y="603627"/>
                  </a:lnTo>
                  <a:lnTo>
                    <a:pt x="5139423" y="603627"/>
                  </a:lnTo>
                  <a:lnTo>
                    <a:pt x="5139531" y="603627"/>
                  </a:lnTo>
                  <a:lnTo>
                    <a:pt x="5139531" y="603004"/>
                  </a:lnTo>
                  <a:lnTo>
                    <a:pt x="5139640" y="603004"/>
                  </a:lnTo>
                  <a:lnTo>
                    <a:pt x="5139748" y="603004"/>
                  </a:lnTo>
                  <a:lnTo>
                    <a:pt x="5140182" y="603004"/>
                  </a:lnTo>
                  <a:lnTo>
                    <a:pt x="5141375" y="602380"/>
                  </a:lnTo>
                  <a:lnTo>
                    <a:pt x="5142026" y="602380"/>
                  </a:lnTo>
                  <a:lnTo>
                    <a:pt x="5142242" y="602380"/>
                  </a:lnTo>
                  <a:lnTo>
                    <a:pt x="5142351" y="602380"/>
                  </a:lnTo>
                  <a:lnTo>
                    <a:pt x="5142351" y="601756"/>
                  </a:lnTo>
                  <a:lnTo>
                    <a:pt x="5142785" y="601756"/>
                  </a:lnTo>
                  <a:lnTo>
                    <a:pt x="5142893" y="601756"/>
                  </a:lnTo>
                  <a:lnTo>
                    <a:pt x="5143002" y="601756"/>
                  </a:lnTo>
                  <a:lnTo>
                    <a:pt x="5143110" y="601756"/>
                  </a:lnTo>
                  <a:lnTo>
                    <a:pt x="5143544" y="601756"/>
                  </a:lnTo>
                  <a:lnTo>
                    <a:pt x="5143652" y="601756"/>
                  </a:lnTo>
                  <a:lnTo>
                    <a:pt x="5143761" y="601756"/>
                  </a:lnTo>
                  <a:lnTo>
                    <a:pt x="5144195" y="601756"/>
                  </a:lnTo>
                  <a:lnTo>
                    <a:pt x="5144520" y="601756"/>
                  </a:lnTo>
                  <a:lnTo>
                    <a:pt x="5144628" y="601756"/>
                  </a:lnTo>
                  <a:lnTo>
                    <a:pt x="5144954" y="601756"/>
                  </a:lnTo>
                  <a:lnTo>
                    <a:pt x="5145821" y="601756"/>
                  </a:lnTo>
                  <a:lnTo>
                    <a:pt x="5146147" y="601756"/>
                  </a:lnTo>
                  <a:lnTo>
                    <a:pt x="5146363" y="601756"/>
                  </a:lnTo>
                  <a:lnTo>
                    <a:pt x="5146363" y="601133"/>
                  </a:lnTo>
                  <a:lnTo>
                    <a:pt x="5146472" y="601133"/>
                  </a:lnTo>
                  <a:lnTo>
                    <a:pt x="5146472" y="600509"/>
                  </a:lnTo>
                  <a:lnTo>
                    <a:pt x="5146580" y="600509"/>
                  </a:lnTo>
                  <a:lnTo>
                    <a:pt x="5146689" y="600509"/>
                  </a:lnTo>
                  <a:lnTo>
                    <a:pt x="5147014" y="600509"/>
                  </a:lnTo>
                  <a:lnTo>
                    <a:pt x="5147882" y="600509"/>
                  </a:lnTo>
                  <a:lnTo>
                    <a:pt x="5148641" y="600509"/>
                  </a:lnTo>
                  <a:lnTo>
                    <a:pt x="5148749" y="600509"/>
                  </a:lnTo>
                  <a:lnTo>
                    <a:pt x="5148858" y="600509"/>
                  </a:lnTo>
                  <a:lnTo>
                    <a:pt x="5148966" y="600509"/>
                  </a:lnTo>
                  <a:lnTo>
                    <a:pt x="5149183" y="599886"/>
                  </a:lnTo>
                  <a:lnTo>
                    <a:pt x="5149400" y="599886"/>
                  </a:lnTo>
                  <a:lnTo>
                    <a:pt x="5149508" y="599886"/>
                  </a:lnTo>
                  <a:lnTo>
                    <a:pt x="5149725" y="599262"/>
                  </a:lnTo>
                  <a:lnTo>
                    <a:pt x="5150268" y="599262"/>
                  </a:lnTo>
                  <a:lnTo>
                    <a:pt x="5150484" y="598639"/>
                  </a:lnTo>
                  <a:lnTo>
                    <a:pt x="5150593" y="598639"/>
                  </a:lnTo>
                  <a:lnTo>
                    <a:pt x="5150918" y="598639"/>
                  </a:lnTo>
                  <a:lnTo>
                    <a:pt x="5151027" y="598639"/>
                  </a:lnTo>
                  <a:lnTo>
                    <a:pt x="5151135" y="598639"/>
                  </a:lnTo>
                  <a:lnTo>
                    <a:pt x="5152870" y="597391"/>
                  </a:lnTo>
                  <a:lnTo>
                    <a:pt x="5153196" y="597391"/>
                  </a:lnTo>
                  <a:lnTo>
                    <a:pt x="5153304" y="597391"/>
                  </a:lnTo>
                  <a:lnTo>
                    <a:pt x="5153521" y="597391"/>
                  </a:lnTo>
                  <a:lnTo>
                    <a:pt x="5153629" y="596768"/>
                  </a:lnTo>
                  <a:lnTo>
                    <a:pt x="5153738" y="596768"/>
                  </a:lnTo>
                  <a:lnTo>
                    <a:pt x="5153846" y="596768"/>
                  </a:lnTo>
                  <a:lnTo>
                    <a:pt x="5154389" y="596768"/>
                  </a:lnTo>
                  <a:lnTo>
                    <a:pt x="5154497" y="596144"/>
                  </a:lnTo>
                  <a:lnTo>
                    <a:pt x="5154605" y="596144"/>
                  </a:lnTo>
                  <a:lnTo>
                    <a:pt x="5154714" y="596144"/>
                  </a:lnTo>
                  <a:lnTo>
                    <a:pt x="5154931" y="596144"/>
                  </a:lnTo>
                  <a:lnTo>
                    <a:pt x="5155039" y="596144"/>
                  </a:lnTo>
                  <a:lnTo>
                    <a:pt x="5155365" y="595521"/>
                  </a:lnTo>
                  <a:lnTo>
                    <a:pt x="5155473" y="595521"/>
                  </a:lnTo>
                  <a:lnTo>
                    <a:pt x="5155473" y="594897"/>
                  </a:lnTo>
                  <a:lnTo>
                    <a:pt x="5155907" y="594897"/>
                  </a:lnTo>
                  <a:lnTo>
                    <a:pt x="5156991" y="593650"/>
                  </a:lnTo>
                  <a:lnTo>
                    <a:pt x="5157100" y="593650"/>
                  </a:lnTo>
                  <a:lnTo>
                    <a:pt x="5157317" y="593650"/>
                  </a:lnTo>
                  <a:lnTo>
                    <a:pt x="5157425" y="593650"/>
                  </a:lnTo>
                  <a:lnTo>
                    <a:pt x="5157642" y="593650"/>
                  </a:lnTo>
                  <a:lnTo>
                    <a:pt x="5157967" y="593650"/>
                  </a:lnTo>
                  <a:lnTo>
                    <a:pt x="5158076" y="593650"/>
                  </a:lnTo>
                  <a:lnTo>
                    <a:pt x="5158184" y="593026"/>
                  </a:lnTo>
                  <a:lnTo>
                    <a:pt x="5158293" y="591779"/>
                  </a:lnTo>
                  <a:lnTo>
                    <a:pt x="5158401" y="591779"/>
                  </a:lnTo>
                  <a:lnTo>
                    <a:pt x="5158618" y="591779"/>
                  </a:lnTo>
                  <a:lnTo>
                    <a:pt x="5159702" y="591779"/>
                  </a:lnTo>
                  <a:lnTo>
                    <a:pt x="5159919" y="591779"/>
                  </a:lnTo>
                  <a:lnTo>
                    <a:pt x="5159919" y="591156"/>
                  </a:lnTo>
                  <a:lnTo>
                    <a:pt x="5160136" y="591156"/>
                  </a:lnTo>
                  <a:lnTo>
                    <a:pt x="5160353" y="591156"/>
                  </a:lnTo>
                  <a:lnTo>
                    <a:pt x="5160462" y="591156"/>
                  </a:lnTo>
                  <a:lnTo>
                    <a:pt x="5160787" y="590532"/>
                  </a:lnTo>
                  <a:lnTo>
                    <a:pt x="5161980" y="589908"/>
                  </a:lnTo>
                  <a:lnTo>
                    <a:pt x="5162088" y="589908"/>
                  </a:lnTo>
                  <a:lnTo>
                    <a:pt x="5162305" y="589908"/>
                  </a:lnTo>
                  <a:lnTo>
                    <a:pt x="5162414" y="589908"/>
                  </a:lnTo>
                  <a:lnTo>
                    <a:pt x="5162631" y="589908"/>
                  </a:lnTo>
                  <a:lnTo>
                    <a:pt x="5162847" y="589908"/>
                  </a:lnTo>
                  <a:lnTo>
                    <a:pt x="5162956" y="589908"/>
                  </a:lnTo>
                  <a:lnTo>
                    <a:pt x="5163064" y="589908"/>
                  </a:lnTo>
                  <a:lnTo>
                    <a:pt x="5163173" y="589908"/>
                  </a:lnTo>
                  <a:lnTo>
                    <a:pt x="5163607" y="589908"/>
                  </a:lnTo>
                  <a:lnTo>
                    <a:pt x="5164257" y="589908"/>
                  </a:lnTo>
                  <a:lnTo>
                    <a:pt x="5164366" y="589908"/>
                  </a:lnTo>
                  <a:lnTo>
                    <a:pt x="5164474" y="589908"/>
                  </a:lnTo>
                  <a:lnTo>
                    <a:pt x="5164691" y="589908"/>
                  </a:lnTo>
                  <a:lnTo>
                    <a:pt x="5164799" y="589908"/>
                  </a:lnTo>
                  <a:lnTo>
                    <a:pt x="5164908" y="589908"/>
                  </a:lnTo>
                  <a:lnTo>
                    <a:pt x="5165125" y="589908"/>
                  </a:lnTo>
                  <a:lnTo>
                    <a:pt x="5165667" y="589285"/>
                  </a:lnTo>
                  <a:lnTo>
                    <a:pt x="5165776" y="589285"/>
                  </a:lnTo>
                  <a:lnTo>
                    <a:pt x="5165992" y="589285"/>
                  </a:lnTo>
                  <a:lnTo>
                    <a:pt x="5165992" y="588661"/>
                  </a:lnTo>
                  <a:lnTo>
                    <a:pt x="5166318" y="588661"/>
                  </a:lnTo>
                  <a:lnTo>
                    <a:pt x="5166426" y="588661"/>
                  </a:lnTo>
                  <a:lnTo>
                    <a:pt x="5166968" y="588661"/>
                  </a:lnTo>
                  <a:lnTo>
                    <a:pt x="5167077" y="588661"/>
                  </a:lnTo>
                  <a:lnTo>
                    <a:pt x="5167619" y="588038"/>
                  </a:lnTo>
                  <a:lnTo>
                    <a:pt x="5168378" y="587414"/>
                  </a:lnTo>
                  <a:lnTo>
                    <a:pt x="5168487" y="587414"/>
                  </a:lnTo>
                  <a:lnTo>
                    <a:pt x="5168595" y="586790"/>
                  </a:lnTo>
                  <a:lnTo>
                    <a:pt x="5169137" y="586790"/>
                  </a:lnTo>
                  <a:lnTo>
                    <a:pt x="5169246" y="586790"/>
                  </a:lnTo>
                  <a:lnTo>
                    <a:pt x="5169354" y="586790"/>
                  </a:lnTo>
                  <a:lnTo>
                    <a:pt x="5169571" y="586790"/>
                  </a:lnTo>
                  <a:lnTo>
                    <a:pt x="5169788" y="586790"/>
                  </a:lnTo>
                  <a:lnTo>
                    <a:pt x="5169897" y="586790"/>
                  </a:lnTo>
                  <a:lnTo>
                    <a:pt x="5170113" y="586790"/>
                  </a:lnTo>
                  <a:lnTo>
                    <a:pt x="5170330" y="586790"/>
                  </a:lnTo>
                  <a:lnTo>
                    <a:pt x="5170656" y="586790"/>
                  </a:lnTo>
                  <a:lnTo>
                    <a:pt x="5170764" y="586790"/>
                  </a:lnTo>
                  <a:lnTo>
                    <a:pt x="5170981" y="586790"/>
                  </a:lnTo>
                  <a:lnTo>
                    <a:pt x="5171089" y="586790"/>
                  </a:lnTo>
                  <a:lnTo>
                    <a:pt x="5173150" y="586790"/>
                  </a:lnTo>
                  <a:lnTo>
                    <a:pt x="5173258" y="586790"/>
                  </a:lnTo>
                  <a:lnTo>
                    <a:pt x="5173584" y="586790"/>
                  </a:lnTo>
                  <a:lnTo>
                    <a:pt x="5173801" y="586790"/>
                  </a:lnTo>
                  <a:lnTo>
                    <a:pt x="5174234" y="586790"/>
                  </a:lnTo>
                  <a:lnTo>
                    <a:pt x="5174343" y="586790"/>
                  </a:lnTo>
                  <a:lnTo>
                    <a:pt x="5174343" y="586167"/>
                  </a:lnTo>
                  <a:lnTo>
                    <a:pt x="5174451" y="586167"/>
                  </a:lnTo>
                  <a:lnTo>
                    <a:pt x="5174560" y="586167"/>
                  </a:lnTo>
                  <a:lnTo>
                    <a:pt x="5174668" y="586167"/>
                  </a:lnTo>
                  <a:lnTo>
                    <a:pt x="5175102" y="586167"/>
                  </a:lnTo>
                  <a:lnTo>
                    <a:pt x="5175536" y="586167"/>
                  </a:lnTo>
                  <a:lnTo>
                    <a:pt x="5176295" y="586167"/>
                  </a:lnTo>
                  <a:lnTo>
                    <a:pt x="5176403" y="586167"/>
                  </a:lnTo>
                  <a:lnTo>
                    <a:pt x="5176620" y="586167"/>
                  </a:lnTo>
                  <a:lnTo>
                    <a:pt x="5176729" y="586167"/>
                  </a:lnTo>
                  <a:lnTo>
                    <a:pt x="5176729" y="584920"/>
                  </a:lnTo>
                  <a:lnTo>
                    <a:pt x="5177379" y="584920"/>
                  </a:lnTo>
                  <a:lnTo>
                    <a:pt x="5177813" y="584920"/>
                  </a:lnTo>
                  <a:lnTo>
                    <a:pt x="5178139" y="584920"/>
                  </a:lnTo>
                  <a:lnTo>
                    <a:pt x="5178247" y="583049"/>
                  </a:lnTo>
                  <a:lnTo>
                    <a:pt x="5178355" y="582425"/>
                  </a:lnTo>
                  <a:lnTo>
                    <a:pt x="5178681" y="582425"/>
                  </a:lnTo>
                  <a:lnTo>
                    <a:pt x="5178789" y="582425"/>
                  </a:lnTo>
                  <a:lnTo>
                    <a:pt x="5178898" y="582425"/>
                  </a:lnTo>
                  <a:lnTo>
                    <a:pt x="5179223" y="582425"/>
                  </a:lnTo>
                  <a:lnTo>
                    <a:pt x="5179331" y="582425"/>
                  </a:lnTo>
                  <a:lnTo>
                    <a:pt x="5179657" y="582425"/>
                  </a:lnTo>
                  <a:lnTo>
                    <a:pt x="5180091" y="582425"/>
                  </a:lnTo>
                  <a:lnTo>
                    <a:pt x="5180741" y="582425"/>
                  </a:lnTo>
                  <a:lnTo>
                    <a:pt x="5180958" y="582425"/>
                  </a:lnTo>
                  <a:lnTo>
                    <a:pt x="5182043" y="582425"/>
                  </a:lnTo>
                  <a:lnTo>
                    <a:pt x="5182476" y="582425"/>
                  </a:lnTo>
                  <a:lnTo>
                    <a:pt x="5182585" y="582425"/>
                  </a:lnTo>
                  <a:lnTo>
                    <a:pt x="5182693" y="582425"/>
                  </a:lnTo>
                  <a:lnTo>
                    <a:pt x="5183019" y="582425"/>
                  </a:lnTo>
                  <a:lnTo>
                    <a:pt x="5183127" y="582425"/>
                  </a:lnTo>
                  <a:lnTo>
                    <a:pt x="5183778" y="582425"/>
                  </a:lnTo>
                  <a:lnTo>
                    <a:pt x="5184212" y="582425"/>
                  </a:lnTo>
                  <a:lnTo>
                    <a:pt x="5184428" y="582425"/>
                  </a:lnTo>
                  <a:lnTo>
                    <a:pt x="5184862" y="582425"/>
                  </a:lnTo>
                  <a:lnTo>
                    <a:pt x="5184971" y="582425"/>
                  </a:lnTo>
                  <a:lnTo>
                    <a:pt x="5185079" y="582425"/>
                  </a:lnTo>
                  <a:lnTo>
                    <a:pt x="5185404" y="582425"/>
                  </a:lnTo>
                  <a:lnTo>
                    <a:pt x="5185621" y="582425"/>
                  </a:lnTo>
                  <a:lnTo>
                    <a:pt x="5186272" y="582425"/>
                  </a:lnTo>
                  <a:lnTo>
                    <a:pt x="5186381" y="582425"/>
                  </a:lnTo>
                  <a:lnTo>
                    <a:pt x="5186489" y="582425"/>
                  </a:lnTo>
                  <a:lnTo>
                    <a:pt x="5186923" y="582425"/>
                  </a:lnTo>
                  <a:lnTo>
                    <a:pt x="5187248" y="582425"/>
                  </a:lnTo>
                  <a:lnTo>
                    <a:pt x="5187573" y="582425"/>
                  </a:lnTo>
                  <a:lnTo>
                    <a:pt x="5188224" y="582425"/>
                  </a:lnTo>
                  <a:lnTo>
                    <a:pt x="5188333" y="581802"/>
                  </a:lnTo>
                  <a:lnTo>
                    <a:pt x="5188333" y="581178"/>
                  </a:lnTo>
                  <a:lnTo>
                    <a:pt x="5188441" y="581178"/>
                  </a:lnTo>
                  <a:lnTo>
                    <a:pt x="5188549" y="581178"/>
                  </a:lnTo>
                  <a:lnTo>
                    <a:pt x="5188766" y="581178"/>
                  </a:lnTo>
                  <a:lnTo>
                    <a:pt x="5188875" y="580555"/>
                  </a:lnTo>
                  <a:lnTo>
                    <a:pt x="5189092" y="580555"/>
                  </a:lnTo>
                  <a:lnTo>
                    <a:pt x="5189200" y="580555"/>
                  </a:lnTo>
                  <a:lnTo>
                    <a:pt x="5189200" y="579931"/>
                  </a:lnTo>
                  <a:lnTo>
                    <a:pt x="5190827" y="578060"/>
                  </a:lnTo>
                  <a:lnTo>
                    <a:pt x="5190935" y="578060"/>
                  </a:lnTo>
                  <a:lnTo>
                    <a:pt x="5191152" y="578060"/>
                  </a:lnTo>
                  <a:lnTo>
                    <a:pt x="5191261" y="578060"/>
                  </a:lnTo>
                  <a:lnTo>
                    <a:pt x="5191478" y="578060"/>
                  </a:lnTo>
                  <a:lnTo>
                    <a:pt x="5191586" y="578060"/>
                  </a:lnTo>
                  <a:lnTo>
                    <a:pt x="5191694" y="578060"/>
                  </a:lnTo>
                  <a:lnTo>
                    <a:pt x="5191911" y="578060"/>
                  </a:lnTo>
                  <a:lnTo>
                    <a:pt x="5192128" y="578060"/>
                  </a:lnTo>
                  <a:lnTo>
                    <a:pt x="5192562" y="578060"/>
                  </a:lnTo>
                  <a:lnTo>
                    <a:pt x="5192996" y="578060"/>
                  </a:lnTo>
                  <a:lnTo>
                    <a:pt x="5193646" y="576813"/>
                  </a:lnTo>
                  <a:lnTo>
                    <a:pt x="5193755" y="576813"/>
                  </a:lnTo>
                  <a:lnTo>
                    <a:pt x="5194189" y="576190"/>
                  </a:lnTo>
                  <a:lnTo>
                    <a:pt x="5194297" y="576190"/>
                  </a:lnTo>
                  <a:lnTo>
                    <a:pt x="5194406" y="576190"/>
                  </a:lnTo>
                  <a:lnTo>
                    <a:pt x="5194622" y="576190"/>
                  </a:lnTo>
                  <a:lnTo>
                    <a:pt x="5194731" y="576190"/>
                  </a:lnTo>
                  <a:lnTo>
                    <a:pt x="5195056" y="576190"/>
                  </a:lnTo>
                  <a:lnTo>
                    <a:pt x="5195165" y="576190"/>
                  </a:lnTo>
                  <a:lnTo>
                    <a:pt x="5195382" y="576190"/>
                  </a:lnTo>
                  <a:lnTo>
                    <a:pt x="5195924" y="576190"/>
                  </a:lnTo>
                  <a:lnTo>
                    <a:pt x="5196249" y="576190"/>
                  </a:lnTo>
                  <a:lnTo>
                    <a:pt x="5196358" y="576190"/>
                  </a:lnTo>
                  <a:lnTo>
                    <a:pt x="5196466" y="576190"/>
                  </a:lnTo>
                  <a:lnTo>
                    <a:pt x="5197225" y="574942"/>
                  </a:lnTo>
                  <a:lnTo>
                    <a:pt x="5197334" y="574942"/>
                  </a:lnTo>
                  <a:lnTo>
                    <a:pt x="5197442" y="574942"/>
                  </a:lnTo>
                  <a:lnTo>
                    <a:pt x="5197551" y="574942"/>
                  </a:lnTo>
                  <a:lnTo>
                    <a:pt x="5197876" y="574942"/>
                  </a:lnTo>
                  <a:lnTo>
                    <a:pt x="5197984" y="574942"/>
                  </a:lnTo>
                  <a:lnTo>
                    <a:pt x="5198527" y="574942"/>
                  </a:lnTo>
                  <a:lnTo>
                    <a:pt x="5198960" y="574319"/>
                  </a:lnTo>
                  <a:lnTo>
                    <a:pt x="5199177" y="574319"/>
                  </a:lnTo>
                  <a:lnTo>
                    <a:pt x="5199394" y="573695"/>
                  </a:lnTo>
                  <a:lnTo>
                    <a:pt x="5199503" y="573695"/>
                  </a:lnTo>
                  <a:lnTo>
                    <a:pt x="5199611" y="573695"/>
                  </a:lnTo>
                  <a:lnTo>
                    <a:pt x="5200262" y="573695"/>
                  </a:lnTo>
                  <a:lnTo>
                    <a:pt x="5200370" y="573695"/>
                  </a:lnTo>
                  <a:lnTo>
                    <a:pt x="5200479" y="573695"/>
                  </a:lnTo>
                  <a:lnTo>
                    <a:pt x="5200587" y="573695"/>
                  </a:lnTo>
                  <a:lnTo>
                    <a:pt x="5200912" y="573695"/>
                  </a:lnTo>
                  <a:lnTo>
                    <a:pt x="5201346" y="573695"/>
                  </a:lnTo>
                  <a:lnTo>
                    <a:pt x="5201997" y="573695"/>
                  </a:lnTo>
                  <a:lnTo>
                    <a:pt x="5202105" y="573695"/>
                  </a:lnTo>
                  <a:lnTo>
                    <a:pt x="5202431" y="573695"/>
                  </a:lnTo>
                  <a:lnTo>
                    <a:pt x="5202973" y="573695"/>
                  </a:lnTo>
                  <a:lnTo>
                    <a:pt x="5203081" y="573695"/>
                  </a:lnTo>
                  <a:lnTo>
                    <a:pt x="5203190" y="573695"/>
                  </a:lnTo>
                  <a:lnTo>
                    <a:pt x="5204708" y="573072"/>
                  </a:lnTo>
                  <a:lnTo>
                    <a:pt x="5204817" y="573072"/>
                  </a:lnTo>
                  <a:lnTo>
                    <a:pt x="5205250" y="572448"/>
                  </a:lnTo>
                  <a:lnTo>
                    <a:pt x="5205576" y="572448"/>
                  </a:lnTo>
                  <a:lnTo>
                    <a:pt x="5205684" y="572448"/>
                  </a:lnTo>
                  <a:lnTo>
                    <a:pt x="5205901" y="572448"/>
                  </a:lnTo>
                  <a:lnTo>
                    <a:pt x="5206009" y="572448"/>
                  </a:lnTo>
                  <a:lnTo>
                    <a:pt x="5206226" y="572448"/>
                  </a:lnTo>
                  <a:lnTo>
                    <a:pt x="5206335" y="572448"/>
                  </a:lnTo>
                  <a:lnTo>
                    <a:pt x="5206552" y="571824"/>
                  </a:lnTo>
                  <a:lnTo>
                    <a:pt x="5206769" y="571824"/>
                  </a:lnTo>
                  <a:lnTo>
                    <a:pt x="5206877" y="571824"/>
                  </a:lnTo>
                  <a:lnTo>
                    <a:pt x="5207094" y="570577"/>
                  </a:lnTo>
                  <a:lnTo>
                    <a:pt x="5207202" y="570577"/>
                  </a:lnTo>
                  <a:lnTo>
                    <a:pt x="5207311" y="570577"/>
                  </a:lnTo>
                  <a:lnTo>
                    <a:pt x="5207528" y="570577"/>
                  </a:lnTo>
                  <a:lnTo>
                    <a:pt x="5207636" y="570577"/>
                  </a:lnTo>
                  <a:lnTo>
                    <a:pt x="5207853" y="570577"/>
                  </a:lnTo>
                  <a:lnTo>
                    <a:pt x="5208178" y="570577"/>
                  </a:lnTo>
                  <a:lnTo>
                    <a:pt x="5208829" y="570577"/>
                  </a:lnTo>
                  <a:lnTo>
                    <a:pt x="5208938" y="570577"/>
                  </a:lnTo>
                  <a:lnTo>
                    <a:pt x="5209046" y="570577"/>
                  </a:lnTo>
                  <a:lnTo>
                    <a:pt x="5209046" y="569954"/>
                  </a:lnTo>
                  <a:lnTo>
                    <a:pt x="5209154" y="569954"/>
                  </a:lnTo>
                  <a:lnTo>
                    <a:pt x="5209588" y="569330"/>
                  </a:lnTo>
                  <a:lnTo>
                    <a:pt x="5210239" y="568707"/>
                  </a:lnTo>
                  <a:lnTo>
                    <a:pt x="5210347" y="568707"/>
                  </a:lnTo>
                  <a:lnTo>
                    <a:pt x="5210564" y="568707"/>
                  </a:lnTo>
                  <a:lnTo>
                    <a:pt x="5210673" y="568707"/>
                  </a:lnTo>
                  <a:lnTo>
                    <a:pt x="5210781" y="568707"/>
                  </a:lnTo>
                  <a:lnTo>
                    <a:pt x="5211432" y="568083"/>
                  </a:lnTo>
                  <a:lnTo>
                    <a:pt x="5211540" y="568083"/>
                  </a:lnTo>
                  <a:lnTo>
                    <a:pt x="5211757" y="568083"/>
                  </a:lnTo>
                  <a:lnTo>
                    <a:pt x="5212191" y="568083"/>
                  </a:lnTo>
                  <a:lnTo>
                    <a:pt x="5212299" y="568083"/>
                  </a:lnTo>
                  <a:lnTo>
                    <a:pt x="5212408" y="568083"/>
                  </a:lnTo>
                  <a:lnTo>
                    <a:pt x="5212516" y="568083"/>
                  </a:lnTo>
                  <a:lnTo>
                    <a:pt x="5212950" y="568083"/>
                  </a:lnTo>
                  <a:lnTo>
                    <a:pt x="5213384" y="568083"/>
                  </a:lnTo>
                  <a:lnTo>
                    <a:pt x="5213709" y="566836"/>
                  </a:lnTo>
                  <a:lnTo>
                    <a:pt x="5214251" y="566836"/>
                  </a:lnTo>
                  <a:lnTo>
                    <a:pt x="5214360" y="566836"/>
                  </a:lnTo>
                  <a:lnTo>
                    <a:pt x="5214577" y="566836"/>
                  </a:lnTo>
                  <a:lnTo>
                    <a:pt x="5214685" y="566836"/>
                  </a:lnTo>
                  <a:lnTo>
                    <a:pt x="5214902" y="566212"/>
                  </a:lnTo>
                  <a:lnTo>
                    <a:pt x="5215011" y="566212"/>
                  </a:lnTo>
                  <a:lnTo>
                    <a:pt x="5216420" y="564965"/>
                  </a:lnTo>
                  <a:lnTo>
                    <a:pt x="5216746" y="564965"/>
                  </a:lnTo>
                  <a:lnTo>
                    <a:pt x="5216854" y="564965"/>
                  </a:lnTo>
                  <a:lnTo>
                    <a:pt x="5216963" y="564341"/>
                  </a:lnTo>
                  <a:lnTo>
                    <a:pt x="5217071" y="563718"/>
                  </a:lnTo>
                  <a:lnTo>
                    <a:pt x="5217180" y="563718"/>
                  </a:lnTo>
                  <a:lnTo>
                    <a:pt x="5217288" y="563718"/>
                  </a:lnTo>
                  <a:lnTo>
                    <a:pt x="5217505" y="563718"/>
                  </a:lnTo>
                  <a:lnTo>
                    <a:pt x="5217939" y="563718"/>
                  </a:lnTo>
                  <a:lnTo>
                    <a:pt x="5218264" y="563718"/>
                  </a:lnTo>
                  <a:lnTo>
                    <a:pt x="5219240" y="563094"/>
                  </a:lnTo>
                  <a:lnTo>
                    <a:pt x="5219674" y="563094"/>
                  </a:lnTo>
                  <a:lnTo>
                    <a:pt x="5219891" y="563094"/>
                  </a:lnTo>
                  <a:lnTo>
                    <a:pt x="5220108" y="563094"/>
                  </a:lnTo>
                  <a:lnTo>
                    <a:pt x="5220216" y="563094"/>
                  </a:lnTo>
                  <a:lnTo>
                    <a:pt x="5220541" y="563094"/>
                  </a:lnTo>
                  <a:lnTo>
                    <a:pt x="5220650" y="563094"/>
                  </a:lnTo>
                  <a:lnTo>
                    <a:pt x="5221084" y="563094"/>
                  </a:lnTo>
                  <a:lnTo>
                    <a:pt x="5221517" y="562471"/>
                  </a:lnTo>
                  <a:lnTo>
                    <a:pt x="5222168" y="562471"/>
                  </a:lnTo>
                  <a:lnTo>
                    <a:pt x="5222493" y="562471"/>
                  </a:lnTo>
                  <a:lnTo>
                    <a:pt x="5222819" y="561847"/>
                  </a:lnTo>
                  <a:lnTo>
                    <a:pt x="5223144" y="561224"/>
                  </a:lnTo>
                  <a:lnTo>
                    <a:pt x="5223253" y="561224"/>
                  </a:lnTo>
                  <a:lnTo>
                    <a:pt x="5223469" y="561224"/>
                  </a:lnTo>
                  <a:lnTo>
                    <a:pt x="5223578" y="561224"/>
                  </a:lnTo>
                  <a:lnTo>
                    <a:pt x="5224120" y="561224"/>
                  </a:lnTo>
                  <a:lnTo>
                    <a:pt x="5224229" y="561224"/>
                  </a:lnTo>
                  <a:lnTo>
                    <a:pt x="5224554" y="561224"/>
                  </a:lnTo>
                  <a:lnTo>
                    <a:pt x="5225313" y="561224"/>
                  </a:lnTo>
                  <a:lnTo>
                    <a:pt x="5225747" y="560600"/>
                  </a:lnTo>
                  <a:lnTo>
                    <a:pt x="5225964" y="560600"/>
                  </a:lnTo>
                  <a:lnTo>
                    <a:pt x="5226289" y="559353"/>
                  </a:lnTo>
                  <a:lnTo>
                    <a:pt x="5226723" y="559353"/>
                  </a:lnTo>
                  <a:lnTo>
                    <a:pt x="5226831" y="559353"/>
                  </a:lnTo>
                  <a:lnTo>
                    <a:pt x="5226940" y="559353"/>
                  </a:lnTo>
                  <a:lnTo>
                    <a:pt x="5227048" y="559353"/>
                  </a:lnTo>
                  <a:lnTo>
                    <a:pt x="5227048" y="558729"/>
                  </a:lnTo>
                  <a:lnTo>
                    <a:pt x="5227048" y="558106"/>
                  </a:lnTo>
                  <a:lnTo>
                    <a:pt x="5227265" y="558106"/>
                  </a:lnTo>
                  <a:lnTo>
                    <a:pt x="5227482" y="558106"/>
                  </a:lnTo>
                  <a:lnTo>
                    <a:pt x="5227590" y="558106"/>
                  </a:lnTo>
                  <a:lnTo>
                    <a:pt x="5227699" y="558106"/>
                  </a:lnTo>
                  <a:lnTo>
                    <a:pt x="5227807" y="558106"/>
                  </a:lnTo>
                  <a:lnTo>
                    <a:pt x="5229109" y="556859"/>
                  </a:lnTo>
                  <a:lnTo>
                    <a:pt x="5229217" y="556859"/>
                  </a:lnTo>
                  <a:lnTo>
                    <a:pt x="5229326" y="556859"/>
                  </a:lnTo>
                  <a:lnTo>
                    <a:pt x="5229868" y="556859"/>
                  </a:lnTo>
                  <a:lnTo>
                    <a:pt x="5230085" y="556859"/>
                  </a:lnTo>
                  <a:lnTo>
                    <a:pt x="5230193" y="556859"/>
                  </a:lnTo>
                  <a:lnTo>
                    <a:pt x="5230302" y="556859"/>
                  </a:lnTo>
                  <a:lnTo>
                    <a:pt x="5230410" y="556859"/>
                  </a:lnTo>
                  <a:lnTo>
                    <a:pt x="5230627" y="556859"/>
                  </a:lnTo>
                  <a:lnTo>
                    <a:pt x="5230735" y="556859"/>
                  </a:lnTo>
                  <a:lnTo>
                    <a:pt x="5230952" y="556235"/>
                  </a:lnTo>
                  <a:lnTo>
                    <a:pt x="5231278" y="556235"/>
                  </a:lnTo>
                  <a:lnTo>
                    <a:pt x="5231386" y="556235"/>
                  </a:lnTo>
                  <a:lnTo>
                    <a:pt x="5231820" y="556235"/>
                  </a:lnTo>
                  <a:lnTo>
                    <a:pt x="5231928" y="556235"/>
                  </a:lnTo>
                  <a:lnTo>
                    <a:pt x="5232037" y="556235"/>
                  </a:lnTo>
                  <a:lnTo>
                    <a:pt x="5232254" y="556235"/>
                  </a:lnTo>
                  <a:lnTo>
                    <a:pt x="5232471" y="556235"/>
                  </a:lnTo>
                  <a:lnTo>
                    <a:pt x="5232579" y="556235"/>
                  </a:lnTo>
                  <a:lnTo>
                    <a:pt x="5233338" y="556235"/>
                  </a:lnTo>
                  <a:lnTo>
                    <a:pt x="5233447" y="556235"/>
                  </a:lnTo>
                  <a:lnTo>
                    <a:pt x="5233663" y="556235"/>
                  </a:lnTo>
                  <a:lnTo>
                    <a:pt x="5234640" y="556235"/>
                  </a:lnTo>
                  <a:lnTo>
                    <a:pt x="5234748" y="556235"/>
                  </a:lnTo>
                  <a:lnTo>
                    <a:pt x="5234748" y="555611"/>
                  </a:lnTo>
                  <a:lnTo>
                    <a:pt x="5235073" y="554988"/>
                  </a:lnTo>
                  <a:lnTo>
                    <a:pt x="5235832" y="554988"/>
                  </a:lnTo>
                  <a:lnTo>
                    <a:pt x="5235941" y="554988"/>
                  </a:lnTo>
                  <a:lnTo>
                    <a:pt x="5236049" y="554988"/>
                  </a:lnTo>
                  <a:lnTo>
                    <a:pt x="5236375" y="553741"/>
                  </a:lnTo>
                  <a:lnTo>
                    <a:pt x="5237025" y="552493"/>
                  </a:lnTo>
                  <a:lnTo>
                    <a:pt x="5237242" y="552493"/>
                  </a:lnTo>
                  <a:lnTo>
                    <a:pt x="5237351" y="552493"/>
                  </a:lnTo>
                  <a:lnTo>
                    <a:pt x="5238544" y="551246"/>
                  </a:lnTo>
                  <a:lnTo>
                    <a:pt x="5238761" y="551246"/>
                  </a:lnTo>
                  <a:lnTo>
                    <a:pt x="5238869" y="551246"/>
                  </a:lnTo>
                  <a:lnTo>
                    <a:pt x="5238977" y="551246"/>
                  </a:lnTo>
                  <a:lnTo>
                    <a:pt x="5239086" y="551246"/>
                  </a:lnTo>
                  <a:lnTo>
                    <a:pt x="5239194" y="551246"/>
                  </a:lnTo>
                  <a:lnTo>
                    <a:pt x="5239411" y="551246"/>
                  </a:lnTo>
                  <a:lnTo>
                    <a:pt x="5239520" y="551246"/>
                  </a:lnTo>
                  <a:lnTo>
                    <a:pt x="5239628" y="551246"/>
                  </a:lnTo>
                  <a:lnTo>
                    <a:pt x="5240062" y="549376"/>
                  </a:lnTo>
                  <a:lnTo>
                    <a:pt x="5240387" y="549376"/>
                  </a:lnTo>
                  <a:lnTo>
                    <a:pt x="5240604" y="549376"/>
                  </a:lnTo>
                  <a:lnTo>
                    <a:pt x="5241255" y="549376"/>
                  </a:lnTo>
                  <a:lnTo>
                    <a:pt x="5241580" y="548752"/>
                  </a:lnTo>
                  <a:lnTo>
                    <a:pt x="5241689" y="548752"/>
                  </a:lnTo>
                  <a:lnTo>
                    <a:pt x="5241797" y="548752"/>
                  </a:lnTo>
                  <a:lnTo>
                    <a:pt x="5242231" y="548752"/>
                  </a:lnTo>
                  <a:lnTo>
                    <a:pt x="5242665" y="548752"/>
                  </a:lnTo>
                  <a:lnTo>
                    <a:pt x="5243098" y="548752"/>
                  </a:lnTo>
                  <a:lnTo>
                    <a:pt x="5243315" y="548752"/>
                  </a:lnTo>
                  <a:lnTo>
                    <a:pt x="5243532" y="548128"/>
                  </a:lnTo>
                  <a:lnTo>
                    <a:pt x="5243966" y="548128"/>
                  </a:lnTo>
                  <a:lnTo>
                    <a:pt x="5244725" y="546258"/>
                  </a:lnTo>
                  <a:lnTo>
                    <a:pt x="5244942" y="546258"/>
                  </a:lnTo>
                  <a:lnTo>
                    <a:pt x="5245159" y="546258"/>
                  </a:lnTo>
                  <a:lnTo>
                    <a:pt x="5245376" y="546258"/>
                  </a:lnTo>
                  <a:lnTo>
                    <a:pt x="5246135" y="546258"/>
                  </a:lnTo>
                  <a:lnTo>
                    <a:pt x="5246243" y="546258"/>
                  </a:lnTo>
                  <a:lnTo>
                    <a:pt x="5246460" y="546258"/>
                  </a:lnTo>
                  <a:lnTo>
                    <a:pt x="5246569" y="546258"/>
                  </a:lnTo>
                  <a:lnTo>
                    <a:pt x="5246677" y="546258"/>
                  </a:lnTo>
                  <a:lnTo>
                    <a:pt x="5246894" y="545010"/>
                  </a:lnTo>
                  <a:lnTo>
                    <a:pt x="5247328" y="545010"/>
                  </a:lnTo>
                  <a:lnTo>
                    <a:pt x="5247436" y="545010"/>
                  </a:lnTo>
                  <a:lnTo>
                    <a:pt x="5247762" y="545010"/>
                  </a:lnTo>
                  <a:lnTo>
                    <a:pt x="5247870" y="543763"/>
                  </a:lnTo>
                  <a:lnTo>
                    <a:pt x="5247979" y="543763"/>
                  </a:lnTo>
                  <a:lnTo>
                    <a:pt x="5248087" y="543763"/>
                  </a:lnTo>
                  <a:lnTo>
                    <a:pt x="5248304" y="543140"/>
                  </a:lnTo>
                  <a:lnTo>
                    <a:pt x="5249171" y="543140"/>
                  </a:lnTo>
                  <a:lnTo>
                    <a:pt x="5249280" y="543140"/>
                  </a:lnTo>
                  <a:lnTo>
                    <a:pt x="5249605" y="543140"/>
                  </a:lnTo>
                  <a:lnTo>
                    <a:pt x="5249822" y="543140"/>
                  </a:lnTo>
                  <a:lnTo>
                    <a:pt x="5249931" y="543140"/>
                  </a:lnTo>
                  <a:lnTo>
                    <a:pt x="5250039" y="543140"/>
                  </a:lnTo>
                  <a:lnTo>
                    <a:pt x="5250690" y="543140"/>
                  </a:lnTo>
                  <a:lnTo>
                    <a:pt x="5251774" y="542516"/>
                  </a:lnTo>
                  <a:lnTo>
                    <a:pt x="5251991" y="542516"/>
                  </a:lnTo>
                  <a:lnTo>
                    <a:pt x="5252100" y="542516"/>
                  </a:lnTo>
                  <a:lnTo>
                    <a:pt x="5252100" y="541893"/>
                  </a:lnTo>
                  <a:lnTo>
                    <a:pt x="5252642" y="541893"/>
                  </a:lnTo>
                  <a:lnTo>
                    <a:pt x="5252750" y="541893"/>
                  </a:lnTo>
                  <a:lnTo>
                    <a:pt x="5252859" y="541893"/>
                  </a:lnTo>
                  <a:lnTo>
                    <a:pt x="5252967" y="541893"/>
                  </a:lnTo>
                  <a:lnTo>
                    <a:pt x="5253292" y="541893"/>
                  </a:lnTo>
                  <a:lnTo>
                    <a:pt x="5254052" y="541269"/>
                  </a:lnTo>
                  <a:lnTo>
                    <a:pt x="5254268" y="541269"/>
                  </a:lnTo>
                  <a:lnTo>
                    <a:pt x="5254594" y="540645"/>
                  </a:lnTo>
                  <a:lnTo>
                    <a:pt x="5254702" y="540645"/>
                  </a:lnTo>
                  <a:lnTo>
                    <a:pt x="5254702" y="540022"/>
                  </a:lnTo>
                  <a:lnTo>
                    <a:pt x="5254811" y="540022"/>
                  </a:lnTo>
                  <a:lnTo>
                    <a:pt x="5255353" y="540022"/>
                  </a:lnTo>
                  <a:lnTo>
                    <a:pt x="5255678" y="539398"/>
                  </a:lnTo>
                  <a:lnTo>
                    <a:pt x="5256112" y="539398"/>
                  </a:lnTo>
                  <a:lnTo>
                    <a:pt x="5256329" y="539398"/>
                  </a:lnTo>
                  <a:lnTo>
                    <a:pt x="5256871" y="539398"/>
                  </a:lnTo>
                  <a:lnTo>
                    <a:pt x="5257522" y="538775"/>
                  </a:lnTo>
                  <a:lnTo>
                    <a:pt x="5257739" y="538775"/>
                  </a:lnTo>
                  <a:lnTo>
                    <a:pt x="5257739" y="537527"/>
                  </a:lnTo>
                  <a:lnTo>
                    <a:pt x="5257847" y="537527"/>
                  </a:lnTo>
                  <a:lnTo>
                    <a:pt x="5257956" y="537527"/>
                  </a:lnTo>
                  <a:lnTo>
                    <a:pt x="5258389" y="537527"/>
                  </a:lnTo>
                  <a:lnTo>
                    <a:pt x="5258498" y="537527"/>
                  </a:lnTo>
                  <a:lnTo>
                    <a:pt x="5258932" y="537527"/>
                  </a:lnTo>
                  <a:lnTo>
                    <a:pt x="5259149" y="537527"/>
                  </a:lnTo>
                  <a:lnTo>
                    <a:pt x="5259257" y="536904"/>
                  </a:lnTo>
                  <a:lnTo>
                    <a:pt x="5259365" y="536904"/>
                  </a:lnTo>
                  <a:lnTo>
                    <a:pt x="5259582" y="536904"/>
                  </a:lnTo>
                  <a:lnTo>
                    <a:pt x="5259691" y="536904"/>
                  </a:lnTo>
                  <a:lnTo>
                    <a:pt x="5259908" y="536904"/>
                  </a:lnTo>
                  <a:lnTo>
                    <a:pt x="5260125" y="536904"/>
                  </a:lnTo>
                  <a:lnTo>
                    <a:pt x="5260558" y="536904"/>
                  </a:lnTo>
                  <a:lnTo>
                    <a:pt x="5260667" y="536904"/>
                  </a:lnTo>
                  <a:lnTo>
                    <a:pt x="5260775" y="536904"/>
                  </a:lnTo>
                  <a:lnTo>
                    <a:pt x="5260884" y="536904"/>
                  </a:lnTo>
                  <a:lnTo>
                    <a:pt x="5261209" y="536904"/>
                  </a:lnTo>
                  <a:lnTo>
                    <a:pt x="5261318" y="536904"/>
                  </a:lnTo>
                  <a:lnTo>
                    <a:pt x="5261534" y="536904"/>
                  </a:lnTo>
                  <a:lnTo>
                    <a:pt x="5261751" y="536904"/>
                  </a:lnTo>
                  <a:lnTo>
                    <a:pt x="5262185" y="536904"/>
                  </a:lnTo>
                  <a:lnTo>
                    <a:pt x="5262944" y="536904"/>
                  </a:lnTo>
                  <a:lnTo>
                    <a:pt x="5263270" y="536904"/>
                  </a:lnTo>
                  <a:lnTo>
                    <a:pt x="5263486" y="536904"/>
                  </a:lnTo>
                  <a:lnTo>
                    <a:pt x="5263703" y="536280"/>
                  </a:lnTo>
                  <a:lnTo>
                    <a:pt x="5264029" y="536280"/>
                  </a:lnTo>
                  <a:lnTo>
                    <a:pt x="5264137" y="536280"/>
                  </a:lnTo>
                  <a:lnTo>
                    <a:pt x="5264679" y="535033"/>
                  </a:lnTo>
                  <a:lnTo>
                    <a:pt x="5264896" y="535033"/>
                  </a:lnTo>
                  <a:lnTo>
                    <a:pt x="5265222" y="535033"/>
                  </a:lnTo>
                  <a:lnTo>
                    <a:pt x="5265764" y="535033"/>
                  </a:lnTo>
                  <a:lnTo>
                    <a:pt x="5265872" y="535033"/>
                  </a:lnTo>
                  <a:lnTo>
                    <a:pt x="5265981" y="535033"/>
                  </a:lnTo>
                  <a:lnTo>
                    <a:pt x="5266089" y="535033"/>
                  </a:lnTo>
                  <a:lnTo>
                    <a:pt x="5266306" y="535033"/>
                  </a:lnTo>
                  <a:lnTo>
                    <a:pt x="5266523" y="535033"/>
                  </a:lnTo>
                  <a:lnTo>
                    <a:pt x="5266740" y="535033"/>
                  </a:lnTo>
                  <a:lnTo>
                    <a:pt x="5266848" y="535033"/>
                  </a:lnTo>
                  <a:lnTo>
                    <a:pt x="5266957" y="535033"/>
                  </a:lnTo>
                  <a:lnTo>
                    <a:pt x="5267065" y="535033"/>
                  </a:lnTo>
                  <a:lnTo>
                    <a:pt x="5267174" y="535033"/>
                  </a:lnTo>
                  <a:lnTo>
                    <a:pt x="5267824" y="535033"/>
                  </a:lnTo>
                  <a:lnTo>
                    <a:pt x="5268150" y="534410"/>
                  </a:lnTo>
                  <a:lnTo>
                    <a:pt x="5268475" y="534410"/>
                  </a:lnTo>
                  <a:lnTo>
                    <a:pt x="5268584" y="534410"/>
                  </a:lnTo>
                  <a:lnTo>
                    <a:pt x="5268692" y="534410"/>
                  </a:lnTo>
                  <a:lnTo>
                    <a:pt x="5268909" y="534410"/>
                  </a:lnTo>
                  <a:lnTo>
                    <a:pt x="5269668" y="534410"/>
                  </a:lnTo>
                  <a:lnTo>
                    <a:pt x="5270319" y="534410"/>
                  </a:lnTo>
                  <a:lnTo>
                    <a:pt x="5270536" y="534410"/>
                  </a:lnTo>
                  <a:lnTo>
                    <a:pt x="5270644" y="534410"/>
                  </a:lnTo>
                  <a:lnTo>
                    <a:pt x="5270861" y="534410"/>
                  </a:lnTo>
                  <a:lnTo>
                    <a:pt x="5270969" y="534410"/>
                  </a:lnTo>
                  <a:lnTo>
                    <a:pt x="5271403" y="533786"/>
                  </a:lnTo>
                  <a:lnTo>
                    <a:pt x="5271620" y="533786"/>
                  </a:lnTo>
                  <a:lnTo>
                    <a:pt x="5271728" y="533786"/>
                  </a:lnTo>
                  <a:lnTo>
                    <a:pt x="5271837" y="533786"/>
                  </a:lnTo>
                  <a:lnTo>
                    <a:pt x="5271945" y="533162"/>
                  </a:lnTo>
                  <a:lnTo>
                    <a:pt x="5272379" y="532539"/>
                  </a:lnTo>
                  <a:lnTo>
                    <a:pt x="5272488" y="532539"/>
                  </a:lnTo>
                  <a:lnTo>
                    <a:pt x="5272596" y="532539"/>
                  </a:lnTo>
                  <a:lnTo>
                    <a:pt x="5273138" y="531915"/>
                  </a:lnTo>
                  <a:lnTo>
                    <a:pt x="5273355" y="531915"/>
                  </a:lnTo>
                  <a:lnTo>
                    <a:pt x="5273464" y="531915"/>
                  </a:lnTo>
                  <a:lnTo>
                    <a:pt x="5273789" y="531915"/>
                  </a:lnTo>
                  <a:lnTo>
                    <a:pt x="5273897" y="531915"/>
                  </a:lnTo>
                  <a:lnTo>
                    <a:pt x="5273897" y="531292"/>
                  </a:lnTo>
                  <a:lnTo>
                    <a:pt x="5274982" y="530044"/>
                  </a:lnTo>
                  <a:lnTo>
                    <a:pt x="5275090" y="530044"/>
                  </a:lnTo>
                  <a:lnTo>
                    <a:pt x="5275633" y="530044"/>
                  </a:lnTo>
                  <a:lnTo>
                    <a:pt x="5276175" y="530044"/>
                  </a:lnTo>
                  <a:lnTo>
                    <a:pt x="5276392" y="530044"/>
                  </a:lnTo>
                  <a:lnTo>
                    <a:pt x="5276500" y="530044"/>
                  </a:lnTo>
                  <a:lnTo>
                    <a:pt x="5276717" y="530044"/>
                  </a:lnTo>
                  <a:lnTo>
                    <a:pt x="5277042" y="530044"/>
                  </a:lnTo>
                  <a:lnTo>
                    <a:pt x="5277151" y="530044"/>
                  </a:lnTo>
                  <a:lnTo>
                    <a:pt x="5277151" y="529421"/>
                  </a:lnTo>
                  <a:lnTo>
                    <a:pt x="5277368" y="528797"/>
                  </a:lnTo>
                  <a:lnTo>
                    <a:pt x="5277693" y="526303"/>
                  </a:lnTo>
                  <a:lnTo>
                    <a:pt x="5278018" y="526303"/>
                  </a:lnTo>
                  <a:lnTo>
                    <a:pt x="5278127" y="526303"/>
                  </a:lnTo>
                  <a:lnTo>
                    <a:pt x="5278235" y="525679"/>
                  </a:lnTo>
                  <a:lnTo>
                    <a:pt x="5278669" y="525679"/>
                  </a:lnTo>
                  <a:lnTo>
                    <a:pt x="5278778" y="525679"/>
                  </a:lnTo>
                  <a:lnTo>
                    <a:pt x="5278778" y="525056"/>
                  </a:lnTo>
                  <a:lnTo>
                    <a:pt x="5279103" y="525056"/>
                  </a:lnTo>
                  <a:lnTo>
                    <a:pt x="5279320" y="525056"/>
                  </a:lnTo>
                  <a:lnTo>
                    <a:pt x="5279428" y="525056"/>
                  </a:lnTo>
                  <a:lnTo>
                    <a:pt x="5279537" y="525056"/>
                  </a:lnTo>
                  <a:lnTo>
                    <a:pt x="5280079" y="524432"/>
                  </a:lnTo>
                  <a:lnTo>
                    <a:pt x="5280187" y="524432"/>
                  </a:lnTo>
                  <a:lnTo>
                    <a:pt x="5280296" y="524432"/>
                  </a:lnTo>
                  <a:lnTo>
                    <a:pt x="5280404" y="523809"/>
                  </a:lnTo>
                  <a:lnTo>
                    <a:pt x="5280621" y="523809"/>
                  </a:lnTo>
                  <a:lnTo>
                    <a:pt x="5280946" y="523809"/>
                  </a:lnTo>
                  <a:lnTo>
                    <a:pt x="5281055" y="523809"/>
                  </a:lnTo>
                  <a:lnTo>
                    <a:pt x="5281923" y="523809"/>
                  </a:lnTo>
                  <a:lnTo>
                    <a:pt x="5282139" y="523809"/>
                  </a:lnTo>
                  <a:lnTo>
                    <a:pt x="5282248" y="523185"/>
                  </a:lnTo>
                  <a:lnTo>
                    <a:pt x="5282356" y="523185"/>
                  </a:lnTo>
                  <a:lnTo>
                    <a:pt x="5282790" y="523185"/>
                  </a:lnTo>
                  <a:lnTo>
                    <a:pt x="5282899" y="523185"/>
                  </a:lnTo>
                  <a:lnTo>
                    <a:pt x="5283875" y="522561"/>
                  </a:lnTo>
                  <a:lnTo>
                    <a:pt x="5283983" y="522561"/>
                  </a:lnTo>
                  <a:lnTo>
                    <a:pt x="5284091" y="522561"/>
                  </a:lnTo>
                  <a:lnTo>
                    <a:pt x="5284200" y="522561"/>
                  </a:lnTo>
                  <a:lnTo>
                    <a:pt x="5284525" y="522561"/>
                  </a:lnTo>
                  <a:lnTo>
                    <a:pt x="5284742" y="522561"/>
                  </a:lnTo>
                  <a:lnTo>
                    <a:pt x="5285067" y="522561"/>
                  </a:lnTo>
                  <a:lnTo>
                    <a:pt x="5285176" y="522561"/>
                  </a:lnTo>
                  <a:lnTo>
                    <a:pt x="5285718" y="522561"/>
                  </a:lnTo>
                  <a:lnTo>
                    <a:pt x="5285827" y="522561"/>
                  </a:lnTo>
                  <a:lnTo>
                    <a:pt x="5285935" y="522561"/>
                  </a:lnTo>
                  <a:lnTo>
                    <a:pt x="5287128" y="522561"/>
                  </a:lnTo>
                  <a:lnTo>
                    <a:pt x="5287345" y="522561"/>
                  </a:lnTo>
                  <a:lnTo>
                    <a:pt x="5287453" y="522561"/>
                  </a:lnTo>
                  <a:lnTo>
                    <a:pt x="5287670" y="522561"/>
                  </a:lnTo>
                  <a:lnTo>
                    <a:pt x="5287779" y="521938"/>
                  </a:lnTo>
                  <a:lnTo>
                    <a:pt x="5287996" y="521938"/>
                  </a:lnTo>
                  <a:lnTo>
                    <a:pt x="5288104" y="521938"/>
                  </a:lnTo>
                  <a:lnTo>
                    <a:pt x="5288212" y="521938"/>
                  </a:lnTo>
                  <a:lnTo>
                    <a:pt x="5288321" y="521938"/>
                  </a:lnTo>
                  <a:lnTo>
                    <a:pt x="5288972" y="521938"/>
                  </a:lnTo>
                  <a:lnTo>
                    <a:pt x="5289080" y="521938"/>
                  </a:lnTo>
                  <a:lnTo>
                    <a:pt x="5289188" y="521938"/>
                  </a:lnTo>
                  <a:lnTo>
                    <a:pt x="5289514" y="521938"/>
                  </a:lnTo>
                  <a:lnTo>
                    <a:pt x="5289622" y="521938"/>
                  </a:lnTo>
                  <a:lnTo>
                    <a:pt x="5289948" y="521314"/>
                  </a:lnTo>
                  <a:lnTo>
                    <a:pt x="5290056" y="521314"/>
                  </a:lnTo>
                  <a:lnTo>
                    <a:pt x="5290273" y="521314"/>
                  </a:lnTo>
                  <a:lnTo>
                    <a:pt x="5290381" y="521314"/>
                  </a:lnTo>
                  <a:lnTo>
                    <a:pt x="5290490" y="521314"/>
                  </a:lnTo>
                  <a:lnTo>
                    <a:pt x="5291357" y="521314"/>
                  </a:lnTo>
                  <a:lnTo>
                    <a:pt x="5291683" y="521314"/>
                  </a:lnTo>
                  <a:lnTo>
                    <a:pt x="5291900" y="521314"/>
                  </a:lnTo>
                  <a:lnTo>
                    <a:pt x="5292008" y="521314"/>
                  </a:lnTo>
                  <a:lnTo>
                    <a:pt x="5293309" y="520691"/>
                  </a:lnTo>
                  <a:lnTo>
                    <a:pt x="5293418" y="520691"/>
                  </a:lnTo>
                  <a:lnTo>
                    <a:pt x="5293635" y="520691"/>
                  </a:lnTo>
                  <a:lnTo>
                    <a:pt x="5293743" y="520691"/>
                  </a:lnTo>
                  <a:lnTo>
                    <a:pt x="5293960" y="520691"/>
                  </a:lnTo>
                  <a:lnTo>
                    <a:pt x="5294286" y="520691"/>
                  </a:lnTo>
                  <a:lnTo>
                    <a:pt x="5294394" y="520691"/>
                  </a:lnTo>
                  <a:lnTo>
                    <a:pt x="5294502" y="520691"/>
                  </a:lnTo>
                  <a:lnTo>
                    <a:pt x="5295153" y="520691"/>
                  </a:lnTo>
                  <a:lnTo>
                    <a:pt x="5295478" y="520691"/>
                  </a:lnTo>
                  <a:lnTo>
                    <a:pt x="5295587" y="520691"/>
                  </a:lnTo>
                  <a:lnTo>
                    <a:pt x="5295695" y="520691"/>
                  </a:lnTo>
                  <a:lnTo>
                    <a:pt x="5296021" y="520067"/>
                  </a:lnTo>
                  <a:lnTo>
                    <a:pt x="5296129" y="520067"/>
                  </a:lnTo>
                  <a:lnTo>
                    <a:pt x="5296238" y="520067"/>
                  </a:lnTo>
                  <a:lnTo>
                    <a:pt x="5296346" y="520067"/>
                  </a:lnTo>
                  <a:lnTo>
                    <a:pt x="5296454" y="520067"/>
                  </a:lnTo>
                  <a:lnTo>
                    <a:pt x="5296888" y="519444"/>
                  </a:lnTo>
                  <a:lnTo>
                    <a:pt x="5296997" y="518820"/>
                  </a:lnTo>
                  <a:lnTo>
                    <a:pt x="5297539" y="518820"/>
                  </a:lnTo>
                  <a:lnTo>
                    <a:pt x="5298407" y="518196"/>
                  </a:lnTo>
                  <a:lnTo>
                    <a:pt x="5298407" y="517573"/>
                  </a:lnTo>
                  <a:lnTo>
                    <a:pt x="5298623" y="516949"/>
                  </a:lnTo>
                  <a:lnTo>
                    <a:pt x="5298840" y="516949"/>
                  </a:lnTo>
                  <a:lnTo>
                    <a:pt x="5299491" y="516326"/>
                  </a:lnTo>
                  <a:lnTo>
                    <a:pt x="5299599" y="516326"/>
                  </a:lnTo>
                  <a:lnTo>
                    <a:pt x="5300033" y="516326"/>
                  </a:lnTo>
                  <a:lnTo>
                    <a:pt x="5300142" y="516326"/>
                  </a:lnTo>
                  <a:lnTo>
                    <a:pt x="5300359" y="516326"/>
                  </a:lnTo>
                  <a:lnTo>
                    <a:pt x="5300575" y="516326"/>
                  </a:lnTo>
                  <a:lnTo>
                    <a:pt x="5300901" y="516326"/>
                  </a:lnTo>
                  <a:lnTo>
                    <a:pt x="5301551" y="515702"/>
                  </a:lnTo>
                  <a:lnTo>
                    <a:pt x="5301660" y="515702"/>
                  </a:lnTo>
                  <a:lnTo>
                    <a:pt x="5301985" y="515702"/>
                  </a:lnTo>
                  <a:lnTo>
                    <a:pt x="5302094" y="513831"/>
                  </a:lnTo>
                  <a:lnTo>
                    <a:pt x="5302636" y="513831"/>
                  </a:lnTo>
                  <a:lnTo>
                    <a:pt x="5303178" y="513831"/>
                  </a:lnTo>
                  <a:lnTo>
                    <a:pt x="5303178" y="513208"/>
                  </a:lnTo>
                  <a:lnTo>
                    <a:pt x="5303612" y="513208"/>
                  </a:lnTo>
                  <a:lnTo>
                    <a:pt x="5303720" y="513208"/>
                  </a:lnTo>
                  <a:lnTo>
                    <a:pt x="5304046" y="512584"/>
                  </a:lnTo>
                  <a:lnTo>
                    <a:pt x="5304696" y="512584"/>
                  </a:lnTo>
                  <a:lnTo>
                    <a:pt x="5304696" y="511961"/>
                  </a:lnTo>
                  <a:lnTo>
                    <a:pt x="5305130" y="511961"/>
                  </a:lnTo>
                  <a:lnTo>
                    <a:pt x="5305239" y="511961"/>
                  </a:lnTo>
                  <a:lnTo>
                    <a:pt x="5305347" y="511961"/>
                  </a:lnTo>
                  <a:lnTo>
                    <a:pt x="5305564" y="511961"/>
                  </a:lnTo>
                  <a:lnTo>
                    <a:pt x="5305672" y="511961"/>
                  </a:lnTo>
                  <a:lnTo>
                    <a:pt x="5306648" y="511961"/>
                  </a:lnTo>
                  <a:lnTo>
                    <a:pt x="5306757" y="511961"/>
                  </a:lnTo>
                  <a:lnTo>
                    <a:pt x="5307082" y="511961"/>
                  </a:lnTo>
                  <a:lnTo>
                    <a:pt x="5307516" y="511961"/>
                  </a:lnTo>
                  <a:lnTo>
                    <a:pt x="5307625" y="511961"/>
                  </a:lnTo>
                  <a:lnTo>
                    <a:pt x="5307841" y="511961"/>
                  </a:lnTo>
                  <a:lnTo>
                    <a:pt x="5307950" y="511961"/>
                  </a:lnTo>
                  <a:lnTo>
                    <a:pt x="5308167" y="511961"/>
                  </a:lnTo>
                  <a:lnTo>
                    <a:pt x="5308817" y="511961"/>
                  </a:lnTo>
                  <a:lnTo>
                    <a:pt x="5309360" y="511961"/>
                  </a:lnTo>
                  <a:lnTo>
                    <a:pt x="5309793" y="511961"/>
                  </a:lnTo>
                  <a:lnTo>
                    <a:pt x="5309902" y="511961"/>
                  </a:lnTo>
                  <a:lnTo>
                    <a:pt x="5310119" y="511337"/>
                  </a:lnTo>
                  <a:lnTo>
                    <a:pt x="5310227" y="510713"/>
                  </a:lnTo>
                  <a:lnTo>
                    <a:pt x="5310336" y="510713"/>
                  </a:lnTo>
                  <a:lnTo>
                    <a:pt x="5310444" y="510713"/>
                  </a:lnTo>
                  <a:lnTo>
                    <a:pt x="5310769" y="510090"/>
                  </a:lnTo>
                  <a:lnTo>
                    <a:pt x="5310878" y="509466"/>
                  </a:lnTo>
                  <a:lnTo>
                    <a:pt x="5311420" y="509466"/>
                  </a:lnTo>
                  <a:lnTo>
                    <a:pt x="5311637" y="509466"/>
                  </a:lnTo>
                  <a:lnTo>
                    <a:pt x="5311854" y="509466"/>
                  </a:lnTo>
                  <a:lnTo>
                    <a:pt x="5311962" y="508219"/>
                  </a:lnTo>
                  <a:lnTo>
                    <a:pt x="5312071" y="508219"/>
                  </a:lnTo>
                  <a:lnTo>
                    <a:pt x="5312179" y="508219"/>
                  </a:lnTo>
                  <a:lnTo>
                    <a:pt x="5312505" y="508219"/>
                  </a:lnTo>
                  <a:lnTo>
                    <a:pt x="5312722" y="508219"/>
                  </a:lnTo>
                  <a:lnTo>
                    <a:pt x="5312830" y="508219"/>
                  </a:lnTo>
                  <a:lnTo>
                    <a:pt x="5313047" y="508219"/>
                  </a:lnTo>
                  <a:lnTo>
                    <a:pt x="5313155" y="508219"/>
                  </a:lnTo>
                  <a:lnTo>
                    <a:pt x="5313372" y="507596"/>
                  </a:lnTo>
                  <a:lnTo>
                    <a:pt x="5313806" y="507596"/>
                  </a:lnTo>
                  <a:lnTo>
                    <a:pt x="5313914" y="507596"/>
                  </a:lnTo>
                  <a:lnTo>
                    <a:pt x="5314131" y="507596"/>
                  </a:lnTo>
                  <a:lnTo>
                    <a:pt x="5314240" y="507596"/>
                  </a:lnTo>
                  <a:lnTo>
                    <a:pt x="5314457" y="507596"/>
                  </a:lnTo>
                  <a:lnTo>
                    <a:pt x="5314890" y="506972"/>
                  </a:lnTo>
                  <a:lnTo>
                    <a:pt x="5314999" y="506972"/>
                  </a:lnTo>
                  <a:lnTo>
                    <a:pt x="5315107" y="506972"/>
                  </a:lnTo>
                  <a:lnTo>
                    <a:pt x="5315216" y="506972"/>
                  </a:lnTo>
                  <a:lnTo>
                    <a:pt x="5315541" y="506972"/>
                  </a:lnTo>
                  <a:lnTo>
                    <a:pt x="5315867" y="506972"/>
                  </a:lnTo>
                  <a:lnTo>
                    <a:pt x="5316517" y="506972"/>
                  </a:lnTo>
                  <a:lnTo>
                    <a:pt x="5316626" y="506972"/>
                  </a:lnTo>
                  <a:lnTo>
                    <a:pt x="5316734" y="506972"/>
                  </a:lnTo>
                  <a:lnTo>
                    <a:pt x="5316843" y="506348"/>
                  </a:lnTo>
                  <a:lnTo>
                    <a:pt x="5317059" y="506348"/>
                  </a:lnTo>
                  <a:lnTo>
                    <a:pt x="5317168" y="506348"/>
                  </a:lnTo>
                  <a:lnTo>
                    <a:pt x="5317276" y="506348"/>
                  </a:lnTo>
                  <a:lnTo>
                    <a:pt x="5317385" y="506348"/>
                  </a:lnTo>
                  <a:lnTo>
                    <a:pt x="5317602" y="506348"/>
                  </a:lnTo>
                  <a:lnTo>
                    <a:pt x="5317710" y="505725"/>
                  </a:lnTo>
                  <a:lnTo>
                    <a:pt x="5317819" y="505101"/>
                  </a:lnTo>
                  <a:lnTo>
                    <a:pt x="5317927" y="505101"/>
                  </a:lnTo>
                  <a:lnTo>
                    <a:pt x="5318035" y="505101"/>
                  </a:lnTo>
                  <a:lnTo>
                    <a:pt x="5318144" y="505101"/>
                  </a:lnTo>
                  <a:lnTo>
                    <a:pt x="5318361" y="505101"/>
                  </a:lnTo>
                  <a:lnTo>
                    <a:pt x="5318469" y="505101"/>
                  </a:lnTo>
                  <a:lnTo>
                    <a:pt x="5318469" y="504478"/>
                  </a:lnTo>
                  <a:lnTo>
                    <a:pt x="5318686" y="504478"/>
                  </a:lnTo>
                  <a:lnTo>
                    <a:pt x="5318795" y="504478"/>
                  </a:lnTo>
                  <a:lnTo>
                    <a:pt x="5319228" y="504478"/>
                  </a:lnTo>
                  <a:lnTo>
                    <a:pt x="5319337" y="504478"/>
                  </a:lnTo>
                  <a:lnTo>
                    <a:pt x="5319662" y="503854"/>
                  </a:lnTo>
                  <a:lnTo>
                    <a:pt x="5319771" y="503854"/>
                  </a:lnTo>
                  <a:lnTo>
                    <a:pt x="5319879" y="503230"/>
                  </a:lnTo>
                  <a:lnTo>
                    <a:pt x="5320096" y="503230"/>
                  </a:lnTo>
                  <a:lnTo>
                    <a:pt x="5320638" y="502607"/>
                  </a:lnTo>
                  <a:lnTo>
                    <a:pt x="5320747" y="502607"/>
                  </a:lnTo>
                  <a:lnTo>
                    <a:pt x="5320855" y="502607"/>
                  </a:lnTo>
                  <a:lnTo>
                    <a:pt x="5320964" y="502607"/>
                  </a:lnTo>
                  <a:lnTo>
                    <a:pt x="5321506" y="502607"/>
                  </a:lnTo>
                  <a:lnTo>
                    <a:pt x="5321614" y="502607"/>
                  </a:lnTo>
                  <a:lnTo>
                    <a:pt x="5322048" y="502607"/>
                  </a:lnTo>
                  <a:lnTo>
                    <a:pt x="5322265" y="501983"/>
                  </a:lnTo>
                  <a:lnTo>
                    <a:pt x="5322373" y="501983"/>
                  </a:lnTo>
                  <a:lnTo>
                    <a:pt x="5322482" y="501983"/>
                  </a:lnTo>
                  <a:lnTo>
                    <a:pt x="5322590" y="501983"/>
                  </a:lnTo>
                  <a:lnTo>
                    <a:pt x="5322807" y="501360"/>
                  </a:lnTo>
                  <a:lnTo>
                    <a:pt x="5322916" y="501360"/>
                  </a:lnTo>
                  <a:lnTo>
                    <a:pt x="5323132" y="500736"/>
                  </a:lnTo>
                  <a:lnTo>
                    <a:pt x="5323349" y="500736"/>
                  </a:lnTo>
                  <a:lnTo>
                    <a:pt x="5323675" y="500736"/>
                  </a:lnTo>
                  <a:lnTo>
                    <a:pt x="5324651" y="500736"/>
                  </a:lnTo>
                  <a:lnTo>
                    <a:pt x="5324759" y="500736"/>
                  </a:lnTo>
                  <a:lnTo>
                    <a:pt x="5325085" y="500736"/>
                  </a:lnTo>
                  <a:lnTo>
                    <a:pt x="5325193" y="500736"/>
                  </a:lnTo>
                  <a:lnTo>
                    <a:pt x="5325627" y="500736"/>
                  </a:lnTo>
                  <a:lnTo>
                    <a:pt x="5325952" y="500736"/>
                  </a:lnTo>
                  <a:lnTo>
                    <a:pt x="5326061" y="500736"/>
                  </a:lnTo>
                  <a:lnTo>
                    <a:pt x="5326277" y="500736"/>
                  </a:lnTo>
                  <a:lnTo>
                    <a:pt x="5326494" y="500736"/>
                  </a:lnTo>
                  <a:lnTo>
                    <a:pt x="5327145" y="498865"/>
                  </a:lnTo>
                  <a:lnTo>
                    <a:pt x="5327253" y="498865"/>
                  </a:lnTo>
                  <a:lnTo>
                    <a:pt x="5327362" y="498865"/>
                  </a:lnTo>
                  <a:lnTo>
                    <a:pt x="5327470" y="498865"/>
                  </a:lnTo>
                  <a:lnTo>
                    <a:pt x="5327470" y="497618"/>
                  </a:lnTo>
                  <a:lnTo>
                    <a:pt x="5327687" y="497618"/>
                  </a:lnTo>
                  <a:lnTo>
                    <a:pt x="5328338" y="497618"/>
                  </a:lnTo>
                  <a:lnTo>
                    <a:pt x="5328446" y="497618"/>
                  </a:lnTo>
                  <a:lnTo>
                    <a:pt x="5328772" y="497618"/>
                  </a:lnTo>
                  <a:lnTo>
                    <a:pt x="5329206" y="496371"/>
                  </a:lnTo>
                  <a:lnTo>
                    <a:pt x="5329314" y="496371"/>
                  </a:lnTo>
                  <a:lnTo>
                    <a:pt x="5329422" y="496371"/>
                  </a:lnTo>
                  <a:lnTo>
                    <a:pt x="5330290" y="495747"/>
                  </a:lnTo>
                  <a:lnTo>
                    <a:pt x="5331049" y="495747"/>
                  </a:lnTo>
                  <a:lnTo>
                    <a:pt x="5331374" y="495747"/>
                  </a:lnTo>
                  <a:lnTo>
                    <a:pt x="5331483" y="495747"/>
                  </a:lnTo>
                  <a:lnTo>
                    <a:pt x="5332025" y="495747"/>
                  </a:lnTo>
                  <a:lnTo>
                    <a:pt x="5332134" y="495747"/>
                  </a:lnTo>
                  <a:lnTo>
                    <a:pt x="5332350" y="495747"/>
                  </a:lnTo>
                  <a:lnTo>
                    <a:pt x="5333001" y="494500"/>
                  </a:lnTo>
                  <a:lnTo>
                    <a:pt x="5333435" y="494500"/>
                  </a:lnTo>
                  <a:lnTo>
                    <a:pt x="5333543" y="494500"/>
                  </a:lnTo>
                  <a:lnTo>
                    <a:pt x="5334086" y="494500"/>
                  </a:lnTo>
                  <a:lnTo>
                    <a:pt x="5334194" y="494500"/>
                  </a:lnTo>
                  <a:lnTo>
                    <a:pt x="5334519" y="494500"/>
                  </a:lnTo>
                  <a:lnTo>
                    <a:pt x="5334953" y="493253"/>
                  </a:lnTo>
                  <a:lnTo>
                    <a:pt x="5335279" y="493253"/>
                  </a:lnTo>
                  <a:lnTo>
                    <a:pt x="5335604" y="493253"/>
                  </a:lnTo>
                  <a:lnTo>
                    <a:pt x="5335712" y="493253"/>
                  </a:lnTo>
                  <a:lnTo>
                    <a:pt x="5335929" y="493253"/>
                  </a:lnTo>
                  <a:lnTo>
                    <a:pt x="5336363" y="492630"/>
                  </a:lnTo>
                  <a:lnTo>
                    <a:pt x="5336688" y="492630"/>
                  </a:lnTo>
                  <a:lnTo>
                    <a:pt x="5337122" y="491382"/>
                  </a:lnTo>
                  <a:lnTo>
                    <a:pt x="5337448" y="491382"/>
                  </a:lnTo>
                  <a:lnTo>
                    <a:pt x="5337990" y="490759"/>
                  </a:lnTo>
                  <a:lnTo>
                    <a:pt x="5338532" y="490759"/>
                  </a:lnTo>
                  <a:lnTo>
                    <a:pt x="5338857" y="490759"/>
                  </a:lnTo>
                  <a:lnTo>
                    <a:pt x="5339400" y="490759"/>
                  </a:lnTo>
                  <a:lnTo>
                    <a:pt x="5340050" y="490759"/>
                  </a:lnTo>
                  <a:lnTo>
                    <a:pt x="5340376" y="490759"/>
                  </a:lnTo>
                  <a:lnTo>
                    <a:pt x="5340484" y="490759"/>
                  </a:lnTo>
                  <a:lnTo>
                    <a:pt x="5340809" y="490759"/>
                  </a:lnTo>
                  <a:lnTo>
                    <a:pt x="5341243" y="490759"/>
                  </a:lnTo>
                  <a:lnTo>
                    <a:pt x="5341460" y="490759"/>
                  </a:lnTo>
                  <a:lnTo>
                    <a:pt x="5341569" y="490135"/>
                  </a:lnTo>
                  <a:lnTo>
                    <a:pt x="5341894" y="490135"/>
                  </a:lnTo>
                  <a:lnTo>
                    <a:pt x="5342111" y="488888"/>
                  </a:lnTo>
                  <a:lnTo>
                    <a:pt x="5342436" y="488888"/>
                  </a:lnTo>
                  <a:lnTo>
                    <a:pt x="5342545" y="488264"/>
                  </a:lnTo>
                  <a:lnTo>
                    <a:pt x="5342653" y="487641"/>
                  </a:lnTo>
                  <a:lnTo>
                    <a:pt x="5343412" y="487641"/>
                  </a:lnTo>
                  <a:lnTo>
                    <a:pt x="5343521" y="487641"/>
                  </a:lnTo>
                  <a:lnTo>
                    <a:pt x="5343737" y="487641"/>
                  </a:lnTo>
                  <a:lnTo>
                    <a:pt x="5343737" y="487017"/>
                  </a:lnTo>
                  <a:lnTo>
                    <a:pt x="5343846" y="487017"/>
                  </a:lnTo>
                  <a:lnTo>
                    <a:pt x="5343954" y="487017"/>
                  </a:lnTo>
                  <a:lnTo>
                    <a:pt x="5344171" y="487017"/>
                  </a:lnTo>
                  <a:lnTo>
                    <a:pt x="5344388" y="487017"/>
                  </a:lnTo>
                  <a:lnTo>
                    <a:pt x="5344497" y="487017"/>
                  </a:lnTo>
                  <a:lnTo>
                    <a:pt x="5344497" y="486394"/>
                  </a:lnTo>
                  <a:lnTo>
                    <a:pt x="5344605" y="485147"/>
                  </a:lnTo>
                  <a:lnTo>
                    <a:pt x="5344713" y="485147"/>
                  </a:lnTo>
                  <a:lnTo>
                    <a:pt x="5344930" y="485147"/>
                  </a:lnTo>
                  <a:lnTo>
                    <a:pt x="5345147" y="483899"/>
                  </a:lnTo>
                  <a:lnTo>
                    <a:pt x="5345256" y="483899"/>
                  </a:lnTo>
                  <a:lnTo>
                    <a:pt x="5345364" y="483899"/>
                  </a:lnTo>
                  <a:lnTo>
                    <a:pt x="5345473" y="483899"/>
                  </a:lnTo>
                  <a:lnTo>
                    <a:pt x="5345581" y="483899"/>
                  </a:lnTo>
                  <a:lnTo>
                    <a:pt x="5345581" y="483276"/>
                  </a:lnTo>
                  <a:lnTo>
                    <a:pt x="5345798" y="483276"/>
                  </a:lnTo>
                  <a:lnTo>
                    <a:pt x="5345906" y="483276"/>
                  </a:lnTo>
                  <a:lnTo>
                    <a:pt x="5346015" y="483276"/>
                  </a:lnTo>
                  <a:lnTo>
                    <a:pt x="5346123" y="483276"/>
                  </a:lnTo>
                  <a:lnTo>
                    <a:pt x="5346232" y="483276"/>
                  </a:lnTo>
                  <a:lnTo>
                    <a:pt x="5346557" y="483276"/>
                  </a:lnTo>
                  <a:lnTo>
                    <a:pt x="5346666" y="483276"/>
                  </a:lnTo>
                  <a:lnTo>
                    <a:pt x="5346774" y="483276"/>
                  </a:lnTo>
                  <a:lnTo>
                    <a:pt x="5346882" y="483276"/>
                  </a:lnTo>
                  <a:lnTo>
                    <a:pt x="5346991" y="482652"/>
                  </a:lnTo>
                  <a:lnTo>
                    <a:pt x="5346991" y="482029"/>
                  </a:lnTo>
                  <a:lnTo>
                    <a:pt x="5347316" y="482029"/>
                  </a:lnTo>
                  <a:lnTo>
                    <a:pt x="5347642" y="482029"/>
                  </a:lnTo>
                  <a:lnTo>
                    <a:pt x="5347858" y="481405"/>
                  </a:lnTo>
                  <a:lnTo>
                    <a:pt x="5348075" y="481405"/>
                  </a:lnTo>
                  <a:lnTo>
                    <a:pt x="5348184" y="480781"/>
                  </a:lnTo>
                  <a:lnTo>
                    <a:pt x="5348509" y="480781"/>
                  </a:lnTo>
                  <a:lnTo>
                    <a:pt x="5348618" y="480781"/>
                  </a:lnTo>
                  <a:lnTo>
                    <a:pt x="5348834" y="480781"/>
                  </a:lnTo>
                  <a:lnTo>
                    <a:pt x="5349268" y="480781"/>
                  </a:lnTo>
                  <a:lnTo>
                    <a:pt x="5349377" y="480781"/>
                  </a:lnTo>
                  <a:lnTo>
                    <a:pt x="5349594" y="480781"/>
                  </a:lnTo>
                  <a:lnTo>
                    <a:pt x="5349810" y="480781"/>
                  </a:lnTo>
                  <a:lnTo>
                    <a:pt x="5350244" y="480781"/>
                  </a:lnTo>
                  <a:lnTo>
                    <a:pt x="5350353" y="480781"/>
                  </a:lnTo>
                  <a:lnTo>
                    <a:pt x="5350570" y="480781"/>
                  </a:lnTo>
                  <a:lnTo>
                    <a:pt x="5350895" y="480781"/>
                  </a:lnTo>
                  <a:lnTo>
                    <a:pt x="5351437" y="480781"/>
                  </a:lnTo>
                  <a:lnTo>
                    <a:pt x="5351654" y="480781"/>
                  </a:lnTo>
                  <a:lnTo>
                    <a:pt x="5351979" y="480781"/>
                  </a:lnTo>
                  <a:lnTo>
                    <a:pt x="5352088" y="480781"/>
                  </a:lnTo>
                  <a:lnTo>
                    <a:pt x="5352196" y="480158"/>
                  </a:lnTo>
                  <a:lnTo>
                    <a:pt x="5352305" y="480158"/>
                  </a:lnTo>
                  <a:lnTo>
                    <a:pt x="5352630" y="479534"/>
                  </a:lnTo>
                  <a:lnTo>
                    <a:pt x="5352955" y="479534"/>
                  </a:lnTo>
                  <a:lnTo>
                    <a:pt x="5353281" y="479534"/>
                  </a:lnTo>
                  <a:lnTo>
                    <a:pt x="5353498" y="478911"/>
                  </a:lnTo>
                  <a:lnTo>
                    <a:pt x="5353715" y="478911"/>
                  </a:lnTo>
                  <a:lnTo>
                    <a:pt x="5353823" y="478911"/>
                  </a:lnTo>
                  <a:lnTo>
                    <a:pt x="5353931" y="478911"/>
                  </a:lnTo>
                  <a:lnTo>
                    <a:pt x="5354040" y="478911"/>
                  </a:lnTo>
                  <a:lnTo>
                    <a:pt x="5354148" y="478911"/>
                  </a:lnTo>
                  <a:lnTo>
                    <a:pt x="5354691" y="478911"/>
                  </a:lnTo>
                  <a:lnTo>
                    <a:pt x="5355124" y="478911"/>
                  </a:lnTo>
                  <a:lnTo>
                    <a:pt x="5355233" y="478911"/>
                  </a:lnTo>
                  <a:lnTo>
                    <a:pt x="5355341" y="478287"/>
                  </a:lnTo>
                  <a:lnTo>
                    <a:pt x="5355558" y="478287"/>
                  </a:lnTo>
                  <a:lnTo>
                    <a:pt x="5355667" y="478287"/>
                  </a:lnTo>
                  <a:lnTo>
                    <a:pt x="5355884" y="478287"/>
                  </a:lnTo>
                  <a:lnTo>
                    <a:pt x="5355992" y="478287"/>
                  </a:lnTo>
                  <a:lnTo>
                    <a:pt x="5356100" y="478287"/>
                  </a:lnTo>
                  <a:lnTo>
                    <a:pt x="5356100" y="477664"/>
                  </a:lnTo>
                  <a:lnTo>
                    <a:pt x="5356209" y="477664"/>
                  </a:lnTo>
                  <a:lnTo>
                    <a:pt x="5356643" y="477664"/>
                  </a:lnTo>
                  <a:lnTo>
                    <a:pt x="5356751" y="477664"/>
                  </a:lnTo>
                  <a:lnTo>
                    <a:pt x="5356860" y="477664"/>
                  </a:lnTo>
                  <a:lnTo>
                    <a:pt x="5356968" y="477664"/>
                  </a:lnTo>
                  <a:lnTo>
                    <a:pt x="5357076" y="477664"/>
                  </a:lnTo>
                  <a:lnTo>
                    <a:pt x="5357076" y="477040"/>
                  </a:lnTo>
                  <a:lnTo>
                    <a:pt x="5357510" y="477040"/>
                  </a:lnTo>
                  <a:lnTo>
                    <a:pt x="5357944" y="477040"/>
                  </a:lnTo>
                  <a:lnTo>
                    <a:pt x="5358052" y="477040"/>
                  </a:lnTo>
                  <a:lnTo>
                    <a:pt x="5358486" y="477040"/>
                  </a:lnTo>
                  <a:lnTo>
                    <a:pt x="5358595" y="477040"/>
                  </a:lnTo>
                  <a:lnTo>
                    <a:pt x="5358703" y="477040"/>
                  </a:lnTo>
                  <a:lnTo>
                    <a:pt x="5358812" y="477040"/>
                  </a:lnTo>
                  <a:lnTo>
                    <a:pt x="5358920" y="477040"/>
                  </a:lnTo>
                  <a:lnTo>
                    <a:pt x="5359137" y="477040"/>
                  </a:lnTo>
                  <a:lnTo>
                    <a:pt x="5359245" y="477040"/>
                  </a:lnTo>
                  <a:lnTo>
                    <a:pt x="5359354" y="477040"/>
                  </a:lnTo>
                  <a:lnTo>
                    <a:pt x="5359462" y="477040"/>
                  </a:lnTo>
                  <a:lnTo>
                    <a:pt x="5359571" y="477040"/>
                  </a:lnTo>
                  <a:lnTo>
                    <a:pt x="5360005" y="476416"/>
                  </a:lnTo>
                  <a:lnTo>
                    <a:pt x="5360113" y="476416"/>
                  </a:lnTo>
                  <a:lnTo>
                    <a:pt x="5360330" y="476416"/>
                  </a:lnTo>
                  <a:lnTo>
                    <a:pt x="5360438" y="476416"/>
                  </a:lnTo>
                  <a:lnTo>
                    <a:pt x="5360547" y="476416"/>
                  </a:lnTo>
                  <a:lnTo>
                    <a:pt x="5360655" y="476416"/>
                  </a:lnTo>
                  <a:lnTo>
                    <a:pt x="5360981" y="476416"/>
                  </a:lnTo>
                  <a:lnTo>
                    <a:pt x="5361306" y="476416"/>
                  </a:lnTo>
                  <a:lnTo>
                    <a:pt x="5361414" y="476416"/>
                  </a:lnTo>
                  <a:lnTo>
                    <a:pt x="5361523" y="476416"/>
                  </a:lnTo>
                  <a:lnTo>
                    <a:pt x="5361848" y="476416"/>
                  </a:lnTo>
                  <a:lnTo>
                    <a:pt x="5361957" y="476416"/>
                  </a:lnTo>
                  <a:lnTo>
                    <a:pt x="5362065" y="476416"/>
                  </a:lnTo>
                  <a:lnTo>
                    <a:pt x="5362390" y="476416"/>
                  </a:lnTo>
                  <a:lnTo>
                    <a:pt x="5362499" y="476416"/>
                  </a:lnTo>
                  <a:lnTo>
                    <a:pt x="5362607" y="476416"/>
                  </a:lnTo>
                  <a:lnTo>
                    <a:pt x="5362716" y="476416"/>
                  </a:lnTo>
                  <a:lnTo>
                    <a:pt x="5362824" y="476416"/>
                  </a:lnTo>
                  <a:lnTo>
                    <a:pt x="5362933" y="476416"/>
                  </a:lnTo>
                  <a:lnTo>
                    <a:pt x="5378766" y="462698"/>
                  </a:lnTo>
                  <a:lnTo>
                    <a:pt x="5378983" y="462698"/>
                  </a:lnTo>
                  <a:lnTo>
                    <a:pt x="5379091" y="462074"/>
                  </a:lnTo>
                  <a:lnTo>
                    <a:pt x="5379742" y="462074"/>
                  </a:lnTo>
                  <a:lnTo>
                    <a:pt x="5379850" y="462074"/>
                  </a:lnTo>
                  <a:lnTo>
                    <a:pt x="5380067" y="462074"/>
                  </a:lnTo>
                  <a:lnTo>
                    <a:pt x="5380284" y="462074"/>
                  </a:lnTo>
                  <a:lnTo>
                    <a:pt x="5380393" y="462074"/>
                  </a:lnTo>
                  <a:lnTo>
                    <a:pt x="5380501" y="462074"/>
                  </a:lnTo>
                  <a:lnTo>
                    <a:pt x="5380826" y="462074"/>
                  </a:lnTo>
                  <a:lnTo>
                    <a:pt x="5381586" y="462074"/>
                  </a:lnTo>
                  <a:lnTo>
                    <a:pt x="5381694" y="462074"/>
                  </a:lnTo>
                  <a:lnTo>
                    <a:pt x="5382019" y="462074"/>
                  </a:lnTo>
                  <a:lnTo>
                    <a:pt x="5382345" y="462074"/>
                  </a:lnTo>
                  <a:lnTo>
                    <a:pt x="5382345" y="461450"/>
                  </a:lnTo>
                  <a:lnTo>
                    <a:pt x="5382453" y="461450"/>
                  </a:lnTo>
                  <a:lnTo>
                    <a:pt x="5382562" y="461450"/>
                  </a:lnTo>
                  <a:lnTo>
                    <a:pt x="5382670" y="461450"/>
                  </a:lnTo>
                  <a:lnTo>
                    <a:pt x="5382887" y="461450"/>
                  </a:lnTo>
                  <a:lnTo>
                    <a:pt x="5382995" y="460827"/>
                  </a:lnTo>
                  <a:lnTo>
                    <a:pt x="5383104" y="460827"/>
                  </a:lnTo>
                  <a:lnTo>
                    <a:pt x="5383646" y="460827"/>
                  </a:lnTo>
                  <a:lnTo>
                    <a:pt x="5383971" y="460827"/>
                  </a:lnTo>
                  <a:lnTo>
                    <a:pt x="5384297" y="460203"/>
                  </a:lnTo>
                  <a:lnTo>
                    <a:pt x="5384405" y="460203"/>
                  </a:lnTo>
                  <a:lnTo>
                    <a:pt x="5384514" y="460203"/>
                  </a:lnTo>
                  <a:lnTo>
                    <a:pt x="5384622" y="459580"/>
                  </a:lnTo>
                  <a:lnTo>
                    <a:pt x="5384731" y="459580"/>
                  </a:lnTo>
                  <a:lnTo>
                    <a:pt x="5385273" y="459580"/>
                  </a:lnTo>
                  <a:lnTo>
                    <a:pt x="5385598" y="459580"/>
                  </a:lnTo>
                  <a:lnTo>
                    <a:pt x="5385707" y="459580"/>
                  </a:lnTo>
                  <a:lnTo>
                    <a:pt x="5385923" y="459580"/>
                  </a:lnTo>
                  <a:lnTo>
                    <a:pt x="5386249" y="459580"/>
                  </a:lnTo>
                  <a:lnTo>
                    <a:pt x="5386357" y="459580"/>
                  </a:lnTo>
                  <a:lnTo>
                    <a:pt x="5386466" y="459580"/>
                  </a:lnTo>
                  <a:lnTo>
                    <a:pt x="5386683" y="459580"/>
                  </a:lnTo>
                  <a:lnTo>
                    <a:pt x="5387008" y="459580"/>
                  </a:lnTo>
                  <a:lnTo>
                    <a:pt x="5387008" y="458956"/>
                  </a:lnTo>
                  <a:lnTo>
                    <a:pt x="5387333" y="458956"/>
                  </a:lnTo>
                  <a:lnTo>
                    <a:pt x="5387442" y="458956"/>
                  </a:lnTo>
                  <a:lnTo>
                    <a:pt x="5387550" y="458956"/>
                  </a:lnTo>
                  <a:lnTo>
                    <a:pt x="5387659" y="458956"/>
                  </a:lnTo>
                  <a:lnTo>
                    <a:pt x="5387984" y="458956"/>
                  </a:lnTo>
                  <a:lnTo>
                    <a:pt x="5388201" y="458956"/>
                  </a:lnTo>
                  <a:lnTo>
                    <a:pt x="5388309" y="458956"/>
                  </a:lnTo>
                  <a:lnTo>
                    <a:pt x="5388418" y="458956"/>
                  </a:lnTo>
                  <a:lnTo>
                    <a:pt x="5388526" y="458333"/>
                  </a:lnTo>
                  <a:lnTo>
                    <a:pt x="5388852" y="457709"/>
                  </a:lnTo>
                  <a:lnTo>
                    <a:pt x="5388960" y="456462"/>
                  </a:lnTo>
                  <a:lnTo>
                    <a:pt x="5389068" y="456462"/>
                  </a:lnTo>
                  <a:lnTo>
                    <a:pt x="5389177" y="456462"/>
                  </a:lnTo>
                  <a:lnTo>
                    <a:pt x="5389611" y="455838"/>
                  </a:lnTo>
                  <a:lnTo>
                    <a:pt x="5389828" y="455838"/>
                  </a:lnTo>
                  <a:lnTo>
                    <a:pt x="5390044" y="455838"/>
                  </a:lnTo>
                  <a:lnTo>
                    <a:pt x="5390153" y="455838"/>
                  </a:lnTo>
                  <a:lnTo>
                    <a:pt x="5390261" y="455838"/>
                  </a:lnTo>
                  <a:lnTo>
                    <a:pt x="5390370" y="455838"/>
                  </a:lnTo>
                  <a:lnTo>
                    <a:pt x="5390478" y="455838"/>
                  </a:lnTo>
                  <a:lnTo>
                    <a:pt x="5390804" y="455838"/>
                  </a:lnTo>
                  <a:lnTo>
                    <a:pt x="5391020" y="455838"/>
                  </a:lnTo>
                  <a:lnTo>
                    <a:pt x="5391563" y="455838"/>
                  </a:lnTo>
                  <a:lnTo>
                    <a:pt x="5391671" y="455838"/>
                  </a:lnTo>
                  <a:lnTo>
                    <a:pt x="5391888" y="455838"/>
                  </a:lnTo>
                  <a:lnTo>
                    <a:pt x="5391996" y="455838"/>
                  </a:lnTo>
                  <a:lnTo>
                    <a:pt x="5392322" y="455215"/>
                  </a:lnTo>
                  <a:lnTo>
                    <a:pt x="5392430" y="455215"/>
                  </a:lnTo>
                  <a:lnTo>
                    <a:pt x="5392756" y="455215"/>
                  </a:lnTo>
                  <a:lnTo>
                    <a:pt x="5392864" y="455215"/>
                  </a:lnTo>
                  <a:lnTo>
                    <a:pt x="5393189" y="455215"/>
                  </a:lnTo>
                  <a:lnTo>
                    <a:pt x="5393298" y="455215"/>
                  </a:lnTo>
                  <a:lnTo>
                    <a:pt x="5393406" y="455215"/>
                  </a:lnTo>
                  <a:lnTo>
                    <a:pt x="5393515" y="455215"/>
                  </a:lnTo>
                  <a:lnTo>
                    <a:pt x="5393949" y="455215"/>
                  </a:lnTo>
                  <a:lnTo>
                    <a:pt x="5393949" y="454591"/>
                  </a:lnTo>
                  <a:lnTo>
                    <a:pt x="5394057" y="454591"/>
                  </a:lnTo>
                  <a:lnTo>
                    <a:pt x="5394382" y="454591"/>
                  </a:lnTo>
                  <a:lnTo>
                    <a:pt x="5394382" y="453967"/>
                  </a:lnTo>
                  <a:lnTo>
                    <a:pt x="5394599" y="453967"/>
                  </a:lnTo>
                  <a:lnTo>
                    <a:pt x="5394708" y="453967"/>
                  </a:lnTo>
                  <a:lnTo>
                    <a:pt x="5394925" y="453967"/>
                  </a:lnTo>
                  <a:lnTo>
                    <a:pt x="5395033" y="453967"/>
                  </a:lnTo>
                  <a:lnTo>
                    <a:pt x="5395141" y="453967"/>
                  </a:lnTo>
                  <a:lnTo>
                    <a:pt x="5395250" y="453967"/>
                  </a:lnTo>
                  <a:lnTo>
                    <a:pt x="5395467" y="453967"/>
                  </a:lnTo>
                  <a:lnTo>
                    <a:pt x="5395467" y="453344"/>
                  </a:lnTo>
                  <a:lnTo>
                    <a:pt x="5395575" y="452720"/>
                  </a:lnTo>
                  <a:lnTo>
                    <a:pt x="5395792" y="452720"/>
                  </a:lnTo>
                  <a:lnTo>
                    <a:pt x="5396009" y="452720"/>
                  </a:lnTo>
                  <a:lnTo>
                    <a:pt x="5396226" y="452720"/>
                  </a:lnTo>
                  <a:lnTo>
                    <a:pt x="5396334" y="452720"/>
                  </a:lnTo>
                  <a:lnTo>
                    <a:pt x="5396443" y="452720"/>
                  </a:lnTo>
                  <a:lnTo>
                    <a:pt x="5396660" y="451473"/>
                  </a:lnTo>
                  <a:lnTo>
                    <a:pt x="5396768" y="451473"/>
                  </a:lnTo>
                  <a:lnTo>
                    <a:pt x="5397093" y="451473"/>
                  </a:lnTo>
                  <a:lnTo>
                    <a:pt x="5397310" y="451473"/>
                  </a:lnTo>
                  <a:lnTo>
                    <a:pt x="5397419" y="450226"/>
                  </a:lnTo>
                  <a:lnTo>
                    <a:pt x="5397527" y="450226"/>
                  </a:lnTo>
                  <a:lnTo>
                    <a:pt x="5397744" y="450226"/>
                  </a:lnTo>
                  <a:lnTo>
                    <a:pt x="5398286" y="450226"/>
                  </a:lnTo>
                  <a:lnTo>
                    <a:pt x="5398612" y="450226"/>
                  </a:lnTo>
                  <a:lnTo>
                    <a:pt x="5398720" y="450226"/>
                  </a:lnTo>
                  <a:lnTo>
                    <a:pt x="5399046" y="450226"/>
                  </a:lnTo>
                  <a:lnTo>
                    <a:pt x="5399154" y="449602"/>
                  </a:lnTo>
                  <a:lnTo>
                    <a:pt x="5399262" y="449602"/>
                  </a:lnTo>
                  <a:lnTo>
                    <a:pt x="5399479" y="449602"/>
                  </a:lnTo>
                  <a:lnTo>
                    <a:pt x="5399588" y="449602"/>
                  </a:lnTo>
                  <a:lnTo>
                    <a:pt x="5400130" y="448979"/>
                  </a:lnTo>
                  <a:lnTo>
                    <a:pt x="5401106" y="447732"/>
                  </a:lnTo>
                  <a:lnTo>
                    <a:pt x="5401431" y="447108"/>
                  </a:lnTo>
                  <a:lnTo>
                    <a:pt x="5401974" y="447108"/>
                  </a:lnTo>
                  <a:lnTo>
                    <a:pt x="5402299" y="447108"/>
                  </a:lnTo>
                  <a:lnTo>
                    <a:pt x="5402624" y="447108"/>
                  </a:lnTo>
                  <a:lnTo>
                    <a:pt x="5402841" y="447108"/>
                  </a:lnTo>
                  <a:lnTo>
                    <a:pt x="5403709" y="447108"/>
                  </a:lnTo>
                  <a:lnTo>
                    <a:pt x="5404143" y="446484"/>
                  </a:lnTo>
                  <a:lnTo>
                    <a:pt x="5404143" y="445861"/>
                  </a:lnTo>
                  <a:lnTo>
                    <a:pt x="5404251" y="445237"/>
                  </a:lnTo>
                  <a:lnTo>
                    <a:pt x="5404359" y="445237"/>
                  </a:lnTo>
                  <a:lnTo>
                    <a:pt x="5404685" y="445237"/>
                  </a:lnTo>
                  <a:lnTo>
                    <a:pt x="5405119" y="444614"/>
                  </a:lnTo>
                  <a:lnTo>
                    <a:pt x="5405227" y="444614"/>
                  </a:lnTo>
                  <a:lnTo>
                    <a:pt x="5405335" y="444614"/>
                  </a:lnTo>
                  <a:lnTo>
                    <a:pt x="5405444" y="444614"/>
                  </a:lnTo>
                  <a:lnTo>
                    <a:pt x="5405878" y="444614"/>
                  </a:lnTo>
                  <a:lnTo>
                    <a:pt x="5405986" y="443990"/>
                  </a:lnTo>
                  <a:lnTo>
                    <a:pt x="5406962" y="443990"/>
                  </a:lnTo>
                  <a:lnTo>
                    <a:pt x="5407071" y="443990"/>
                  </a:lnTo>
                  <a:lnTo>
                    <a:pt x="5407613" y="443990"/>
                  </a:lnTo>
                  <a:lnTo>
                    <a:pt x="5407721" y="443990"/>
                  </a:lnTo>
                  <a:lnTo>
                    <a:pt x="5408372" y="443367"/>
                  </a:lnTo>
                  <a:lnTo>
                    <a:pt x="5408589" y="443367"/>
                  </a:lnTo>
                  <a:lnTo>
                    <a:pt x="5408806" y="443367"/>
                  </a:lnTo>
                  <a:lnTo>
                    <a:pt x="5409456" y="443367"/>
                  </a:lnTo>
                  <a:lnTo>
                    <a:pt x="5409673" y="443367"/>
                  </a:lnTo>
                  <a:lnTo>
                    <a:pt x="5409782" y="443367"/>
                  </a:lnTo>
                  <a:lnTo>
                    <a:pt x="5409782" y="442743"/>
                  </a:lnTo>
                  <a:lnTo>
                    <a:pt x="5410324" y="442119"/>
                  </a:lnTo>
                  <a:lnTo>
                    <a:pt x="5410433" y="442119"/>
                  </a:lnTo>
                  <a:lnTo>
                    <a:pt x="5410541" y="442119"/>
                  </a:lnTo>
                  <a:lnTo>
                    <a:pt x="5411083" y="441496"/>
                  </a:lnTo>
                  <a:lnTo>
                    <a:pt x="5411192" y="441496"/>
                  </a:lnTo>
                  <a:lnTo>
                    <a:pt x="5411625" y="441496"/>
                  </a:lnTo>
                  <a:lnTo>
                    <a:pt x="5411842" y="441496"/>
                  </a:lnTo>
                  <a:lnTo>
                    <a:pt x="5412276" y="440872"/>
                  </a:lnTo>
                  <a:lnTo>
                    <a:pt x="5412601" y="440872"/>
                  </a:lnTo>
                  <a:lnTo>
                    <a:pt x="5412818" y="440872"/>
                  </a:lnTo>
                  <a:lnTo>
                    <a:pt x="5413035" y="440872"/>
                  </a:lnTo>
                  <a:lnTo>
                    <a:pt x="5413686" y="440872"/>
                  </a:lnTo>
                  <a:lnTo>
                    <a:pt x="5413794" y="440872"/>
                  </a:lnTo>
                  <a:lnTo>
                    <a:pt x="5413903" y="440872"/>
                  </a:lnTo>
                  <a:lnTo>
                    <a:pt x="5414011" y="440872"/>
                  </a:lnTo>
                  <a:lnTo>
                    <a:pt x="5414120" y="440872"/>
                  </a:lnTo>
                  <a:lnTo>
                    <a:pt x="5414120" y="440249"/>
                  </a:lnTo>
                  <a:lnTo>
                    <a:pt x="5414337" y="440249"/>
                  </a:lnTo>
                  <a:lnTo>
                    <a:pt x="5414445" y="440249"/>
                  </a:lnTo>
                  <a:lnTo>
                    <a:pt x="5414554" y="440249"/>
                  </a:lnTo>
                  <a:lnTo>
                    <a:pt x="5414662" y="440249"/>
                  </a:lnTo>
                  <a:lnTo>
                    <a:pt x="5414770" y="440249"/>
                  </a:lnTo>
                  <a:lnTo>
                    <a:pt x="5414879" y="440249"/>
                  </a:lnTo>
                  <a:lnTo>
                    <a:pt x="5414987" y="440249"/>
                  </a:lnTo>
                  <a:lnTo>
                    <a:pt x="5415096" y="440249"/>
                  </a:lnTo>
                  <a:lnTo>
                    <a:pt x="5415204" y="440249"/>
                  </a:lnTo>
                  <a:lnTo>
                    <a:pt x="5415421" y="440249"/>
                  </a:lnTo>
                  <a:lnTo>
                    <a:pt x="5415530" y="440249"/>
                  </a:lnTo>
                  <a:lnTo>
                    <a:pt x="5415530" y="439625"/>
                  </a:lnTo>
                  <a:lnTo>
                    <a:pt x="5415638" y="439625"/>
                  </a:lnTo>
                  <a:lnTo>
                    <a:pt x="5415746" y="439625"/>
                  </a:lnTo>
                  <a:lnTo>
                    <a:pt x="5415855" y="439625"/>
                  </a:lnTo>
                  <a:lnTo>
                    <a:pt x="5415963" y="439625"/>
                  </a:lnTo>
                  <a:lnTo>
                    <a:pt x="5416072" y="439001"/>
                  </a:lnTo>
                  <a:lnTo>
                    <a:pt x="5416072" y="438378"/>
                  </a:lnTo>
                  <a:lnTo>
                    <a:pt x="5416289" y="438378"/>
                  </a:lnTo>
                  <a:lnTo>
                    <a:pt x="5416397" y="438378"/>
                  </a:lnTo>
                  <a:lnTo>
                    <a:pt x="5416614" y="438378"/>
                  </a:lnTo>
                  <a:lnTo>
                    <a:pt x="5416722" y="438378"/>
                  </a:lnTo>
                  <a:lnTo>
                    <a:pt x="5417048" y="438378"/>
                  </a:lnTo>
                  <a:lnTo>
                    <a:pt x="5417048" y="437754"/>
                  </a:lnTo>
                  <a:lnTo>
                    <a:pt x="5417265" y="437754"/>
                  </a:lnTo>
                  <a:lnTo>
                    <a:pt x="5417373" y="437754"/>
                  </a:lnTo>
                  <a:lnTo>
                    <a:pt x="5417482" y="437754"/>
                  </a:lnTo>
                  <a:lnTo>
                    <a:pt x="5417807" y="437754"/>
                  </a:lnTo>
                  <a:lnTo>
                    <a:pt x="5418241" y="437754"/>
                  </a:lnTo>
                  <a:lnTo>
                    <a:pt x="5418566" y="437754"/>
                  </a:lnTo>
                  <a:lnTo>
                    <a:pt x="5418783" y="437754"/>
                  </a:lnTo>
                  <a:lnTo>
                    <a:pt x="5419000" y="437754"/>
                  </a:lnTo>
                  <a:lnTo>
                    <a:pt x="5419325" y="437754"/>
                  </a:lnTo>
                  <a:lnTo>
                    <a:pt x="5419434" y="437754"/>
                  </a:lnTo>
                  <a:lnTo>
                    <a:pt x="5419542" y="437754"/>
                  </a:lnTo>
                  <a:lnTo>
                    <a:pt x="5419651" y="437754"/>
                  </a:lnTo>
                  <a:lnTo>
                    <a:pt x="5419759" y="437754"/>
                  </a:lnTo>
                  <a:lnTo>
                    <a:pt x="5419867" y="437754"/>
                  </a:lnTo>
                  <a:lnTo>
                    <a:pt x="5419976" y="437754"/>
                  </a:lnTo>
                  <a:lnTo>
                    <a:pt x="5420084" y="437754"/>
                  </a:lnTo>
                  <a:lnTo>
                    <a:pt x="5420193" y="437754"/>
                  </a:lnTo>
                  <a:lnTo>
                    <a:pt x="5420843" y="437754"/>
                  </a:lnTo>
                  <a:lnTo>
                    <a:pt x="5420952" y="437754"/>
                  </a:lnTo>
                  <a:lnTo>
                    <a:pt x="5421603" y="437754"/>
                  </a:lnTo>
                  <a:lnTo>
                    <a:pt x="5421928" y="437754"/>
                  </a:lnTo>
                  <a:lnTo>
                    <a:pt x="5422145" y="437754"/>
                  </a:lnTo>
                  <a:lnTo>
                    <a:pt x="5422253" y="437754"/>
                  </a:lnTo>
                  <a:lnTo>
                    <a:pt x="5422362" y="437754"/>
                  </a:lnTo>
                  <a:lnTo>
                    <a:pt x="5422470" y="437754"/>
                  </a:lnTo>
                  <a:lnTo>
                    <a:pt x="5422579" y="437131"/>
                  </a:lnTo>
                  <a:lnTo>
                    <a:pt x="5422904" y="437131"/>
                  </a:lnTo>
                  <a:lnTo>
                    <a:pt x="5422904" y="436507"/>
                  </a:lnTo>
                  <a:lnTo>
                    <a:pt x="5423338" y="435260"/>
                  </a:lnTo>
                  <a:lnTo>
                    <a:pt x="5423663" y="432766"/>
                  </a:lnTo>
                  <a:lnTo>
                    <a:pt x="5424205" y="432766"/>
                  </a:lnTo>
                  <a:lnTo>
                    <a:pt x="5424639" y="431518"/>
                  </a:lnTo>
                  <a:lnTo>
                    <a:pt x="5424964" y="431518"/>
                  </a:lnTo>
                  <a:lnTo>
                    <a:pt x="5425073" y="431518"/>
                  </a:lnTo>
                  <a:lnTo>
                    <a:pt x="5425290" y="431518"/>
                  </a:lnTo>
                  <a:lnTo>
                    <a:pt x="5425290" y="430895"/>
                  </a:lnTo>
                  <a:lnTo>
                    <a:pt x="5425615" y="429648"/>
                  </a:lnTo>
                  <a:lnTo>
                    <a:pt x="5425940" y="429024"/>
                  </a:lnTo>
                  <a:lnTo>
                    <a:pt x="5426266" y="428401"/>
                  </a:lnTo>
                  <a:lnTo>
                    <a:pt x="5426483" y="428401"/>
                  </a:lnTo>
                  <a:lnTo>
                    <a:pt x="5426916" y="428401"/>
                  </a:lnTo>
                  <a:lnTo>
                    <a:pt x="5427133" y="428401"/>
                  </a:lnTo>
                  <a:lnTo>
                    <a:pt x="5427350" y="428401"/>
                  </a:lnTo>
                  <a:lnTo>
                    <a:pt x="5427567" y="428401"/>
                  </a:lnTo>
                  <a:lnTo>
                    <a:pt x="5428109" y="428401"/>
                  </a:lnTo>
                  <a:lnTo>
                    <a:pt x="5428218" y="428401"/>
                  </a:lnTo>
                  <a:lnTo>
                    <a:pt x="5428326" y="428401"/>
                  </a:lnTo>
                  <a:lnTo>
                    <a:pt x="5428652" y="428401"/>
                  </a:lnTo>
                  <a:lnTo>
                    <a:pt x="5428760" y="428401"/>
                  </a:lnTo>
                  <a:lnTo>
                    <a:pt x="5428977" y="428401"/>
                  </a:lnTo>
                  <a:lnTo>
                    <a:pt x="5429302" y="428401"/>
                  </a:lnTo>
                  <a:lnTo>
                    <a:pt x="5429519" y="428401"/>
                  </a:lnTo>
                  <a:lnTo>
                    <a:pt x="5429845" y="428401"/>
                  </a:lnTo>
                  <a:lnTo>
                    <a:pt x="5430061" y="428401"/>
                  </a:lnTo>
                  <a:lnTo>
                    <a:pt x="5430170" y="428401"/>
                  </a:lnTo>
                  <a:lnTo>
                    <a:pt x="5430495" y="428401"/>
                  </a:lnTo>
                  <a:lnTo>
                    <a:pt x="5430604" y="428401"/>
                  </a:lnTo>
                  <a:lnTo>
                    <a:pt x="5430821" y="427777"/>
                  </a:lnTo>
                  <a:lnTo>
                    <a:pt x="5430929" y="427777"/>
                  </a:lnTo>
                  <a:lnTo>
                    <a:pt x="5431037" y="427777"/>
                  </a:lnTo>
                  <a:lnTo>
                    <a:pt x="5431471" y="427777"/>
                  </a:lnTo>
                  <a:lnTo>
                    <a:pt x="5431580" y="427777"/>
                  </a:lnTo>
                  <a:lnTo>
                    <a:pt x="5431905" y="427777"/>
                  </a:lnTo>
                  <a:lnTo>
                    <a:pt x="5432339" y="427777"/>
                  </a:lnTo>
                  <a:lnTo>
                    <a:pt x="5432447" y="427777"/>
                  </a:lnTo>
                  <a:lnTo>
                    <a:pt x="5432556" y="427777"/>
                  </a:lnTo>
                  <a:lnTo>
                    <a:pt x="5432773" y="427777"/>
                  </a:lnTo>
                  <a:lnTo>
                    <a:pt x="5432881" y="427777"/>
                  </a:lnTo>
                  <a:lnTo>
                    <a:pt x="5432990" y="427777"/>
                  </a:lnTo>
                  <a:lnTo>
                    <a:pt x="5433098" y="427777"/>
                  </a:lnTo>
                  <a:lnTo>
                    <a:pt x="5433206" y="427777"/>
                  </a:lnTo>
                  <a:lnTo>
                    <a:pt x="5433423" y="427777"/>
                  </a:lnTo>
                  <a:lnTo>
                    <a:pt x="5434074" y="427777"/>
                  </a:lnTo>
                  <a:lnTo>
                    <a:pt x="5434508" y="427777"/>
                  </a:lnTo>
                  <a:lnTo>
                    <a:pt x="5434616" y="427777"/>
                  </a:lnTo>
                  <a:lnTo>
                    <a:pt x="5434725" y="427777"/>
                  </a:lnTo>
                  <a:lnTo>
                    <a:pt x="5434833" y="427777"/>
                  </a:lnTo>
                  <a:lnTo>
                    <a:pt x="5434942" y="427153"/>
                  </a:lnTo>
                  <a:lnTo>
                    <a:pt x="5435158" y="427153"/>
                  </a:lnTo>
                  <a:lnTo>
                    <a:pt x="5435484" y="427153"/>
                  </a:lnTo>
                  <a:lnTo>
                    <a:pt x="5436135" y="427153"/>
                  </a:lnTo>
                  <a:lnTo>
                    <a:pt x="5436243" y="427153"/>
                  </a:lnTo>
                  <a:lnTo>
                    <a:pt x="5436351" y="427153"/>
                  </a:lnTo>
                  <a:lnTo>
                    <a:pt x="5436460" y="427153"/>
                  </a:lnTo>
                  <a:lnTo>
                    <a:pt x="5436894" y="427153"/>
                  </a:lnTo>
                  <a:lnTo>
                    <a:pt x="5437002" y="427153"/>
                  </a:lnTo>
                  <a:lnTo>
                    <a:pt x="5437111" y="427153"/>
                  </a:lnTo>
                  <a:lnTo>
                    <a:pt x="5437436" y="426530"/>
                  </a:lnTo>
                  <a:lnTo>
                    <a:pt x="5437544" y="426530"/>
                  </a:lnTo>
                  <a:lnTo>
                    <a:pt x="5437761" y="426530"/>
                  </a:lnTo>
                  <a:lnTo>
                    <a:pt x="5437978" y="426530"/>
                  </a:lnTo>
                  <a:lnTo>
                    <a:pt x="5438303" y="426530"/>
                  </a:lnTo>
                  <a:lnTo>
                    <a:pt x="5438412" y="426530"/>
                  </a:lnTo>
                  <a:lnTo>
                    <a:pt x="5438520" y="426530"/>
                  </a:lnTo>
                  <a:lnTo>
                    <a:pt x="5438737" y="426530"/>
                  </a:lnTo>
                  <a:lnTo>
                    <a:pt x="5438954" y="426530"/>
                  </a:lnTo>
                  <a:lnTo>
                    <a:pt x="5439279" y="426530"/>
                  </a:lnTo>
                  <a:lnTo>
                    <a:pt x="5439713" y="425906"/>
                  </a:lnTo>
                  <a:lnTo>
                    <a:pt x="5439822" y="425906"/>
                  </a:lnTo>
                  <a:lnTo>
                    <a:pt x="5439930" y="425906"/>
                  </a:lnTo>
                  <a:lnTo>
                    <a:pt x="5440906" y="425283"/>
                  </a:lnTo>
                  <a:lnTo>
                    <a:pt x="5441232" y="425283"/>
                  </a:lnTo>
                  <a:lnTo>
                    <a:pt x="5441774" y="424659"/>
                  </a:lnTo>
                  <a:lnTo>
                    <a:pt x="5441991" y="424659"/>
                  </a:lnTo>
                  <a:lnTo>
                    <a:pt x="5442208" y="424659"/>
                  </a:lnTo>
                  <a:lnTo>
                    <a:pt x="5442533" y="424659"/>
                  </a:lnTo>
                  <a:lnTo>
                    <a:pt x="5442750" y="424659"/>
                  </a:lnTo>
                  <a:lnTo>
                    <a:pt x="5442967" y="423412"/>
                  </a:lnTo>
                  <a:lnTo>
                    <a:pt x="5443075" y="423412"/>
                  </a:lnTo>
                  <a:lnTo>
                    <a:pt x="5443184" y="423412"/>
                  </a:lnTo>
                  <a:lnTo>
                    <a:pt x="5443292" y="423412"/>
                  </a:lnTo>
                  <a:lnTo>
                    <a:pt x="5443400" y="423412"/>
                  </a:lnTo>
                  <a:lnTo>
                    <a:pt x="5443834" y="422788"/>
                  </a:lnTo>
                  <a:lnTo>
                    <a:pt x="5444268" y="422788"/>
                  </a:lnTo>
                  <a:lnTo>
                    <a:pt x="5444376" y="422788"/>
                  </a:lnTo>
                  <a:lnTo>
                    <a:pt x="5444919" y="421541"/>
                  </a:lnTo>
                  <a:lnTo>
                    <a:pt x="5445244" y="421541"/>
                  </a:lnTo>
                  <a:lnTo>
                    <a:pt x="5445244" y="420918"/>
                  </a:lnTo>
                  <a:lnTo>
                    <a:pt x="5445461" y="420918"/>
                  </a:lnTo>
                  <a:lnTo>
                    <a:pt x="5445678" y="420918"/>
                  </a:lnTo>
                  <a:lnTo>
                    <a:pt x="5445895" y="420918"/>
                  </a:lnTo>
                  <a:lnTo>
                    <a:pt x="5446654" y="420918"/>
                  </a:lnTo>
                  <a:lnTo>
                    <a:pt x="5446762" y="420918"/>
                  </a:lnTo>
                  <a:lnTo>
                    <a:pt x="5446871" y="420918"/>
                  </a:lnTo>
                  <a:lnTo>
                    <a:pt x="5447196" y="420918"/>
                  </a:lnTo>
                  <a:lnTo>
                    <a:pt x="5447738" y="420918"/>
                  </a:lnTo>
                  <a:lnTo>
                    <a:pt x="5447955" y="420918"/>
                  </a:lnTo>
                  <a:lnTo>
                    <a:pt x="5448064" y="420918"/>
                  </a:lnTo>
                  <a:lnTo>
                    <a:pt x="5448389" y="420918"/>
                  </a:lnTo>
                  <a:lnTo>
                    <a:pt x="5448714" y="420918"/>
                  </a:lnTo>
                  <a:lnTo>
                    <a:pt x="5448714" y="420294"/>
                  </a:lnTo>
                  <a:lnTo>
                    <a:pt x="5449040" y="420294"/>
                  </a:lnTo>
                  <a:lnTo>
                    <a:pt x="5449582" y="420294"/>
                  </a:lnTo>
                  <a:lnTo>
                    <a:pt x="5449690" y="420294"/>
                  </a:lnTo>
                  <a:lnTo>
                    <a:pt x="5450558" y="420294"/>
                  </a:lnTo>
                  <a:lnTo>
                    <a:pt x="5450775" y="420294"/>
                  </a:lnTo>
                  <a:lnTo>
                    <a:pt x="5451751" y="420294"/>
                  </a:lnTo>
                  <a:lnTo>
                    <a:pt x="5451859" y="420294"/>
                  </a:lnTo>
                  <a:lnTo>
                    <a:pt x="5451968" y="419670"/>
                  </a:lnTo>
                  <a:lnTo>
                    <a:pt x="5452185" y="419670"/>
                  </a:lnTo>
                  <a:lnTo>
                    <a:pt x="5452402" y="419670"/>
                  </a:lnTo>
                  <a:lnTo>
                    <a:pt x="5452727" y="419670"/>
                  </a:lnTo>
                  <a:lnTo>
                    <a:pt x="5452835" y="419670"/>
                  </a:lnTo>
                  <a:lnTo>
                    <a:pt x="5453052" y="419670"/>
                  </a:lnTo>
                  <a:lnTo>
                    <a:pt x="5453378" y="419670"/>
                  </a:lnTo>
                  <a:lnTo>
                    <a:pt x="5453703" y="419047"/>
                  </a:lnTo>
                  <a:lnTo>
                    <a:pt x="5453811" y="419047"/>
                  </a:lnTo>
                  <a:lnTo>
                    <a:pt x="5454137" y="419047"/>
                  </a:lnTo>
                  <a:lnTo>
                    <a:pt x="5454462" y="419047"/>
                  </a:lnTo>
                  <a:lnTo>
                    <a:pt x="5454679" y="419047"/>
                  </a:lnTo>
                  <a:lnTo>
                    <a:pt x="5455113" y="419047"/>
                  </a:lnTo>
                  <a:lnTo>
                    <a:pt x="5455330" y="419047"/>
                  </a:lnTo>
                  <a:lnTo>
                    <a:pt x="5455547" y="419047"/>
                  </a:lnTo>
                  <a:lnTo>
                    <a:pt x="5456089" y="419047"/>
                  </a:lnTo>
                  <a:lnTo>
                    <a:pt x="5456197" y="418423"/>
                  </a:lnTo>
                  <a:lnTo>
                    <a:pt x="5456848" y="418423"/>
                  </a:lnTo>
                  <a:lnTo>
                    <a:pt x="5457390" y="417176"/>
                  </a:lnTo>
                  <a:lnTo>
                    <a:pt x="5457499" y="416552"/>
                  </a:lnTo>
                  <a:lnTo>
                    <a:pt x="5457932" y="415929"/>
                  </a:lnTo>
                  <a:lnTo>
                    <a:pt x="5458041" y="415929"/>
                  </a:lnTo>
                  <a:lnTo>
                    <a:pt x="5458149" y="415305"/>
                  </a:lnTo>
                  <a:lnTo>
                    <a:pt x="5458149" y="414682"/>
                  </a:lnTo>
                  <a:lnTo>
                    <a:pt x="5458475" y="414682"/>
                  </a:lnTo>
                  <a:lnTo>
                    <a:pt x="5458908" y="414682"/>
                  </a:lnTo>
                  <a:lnTo>
                    <a:pt x="5459559" y="414682"/>
                  </a:lnTo>
                  <a:lnTo>
                    <a:pt x="5459668" y="414682"/>
                  </a:lnTo>
                  <a:lnTo>
                    <a:pt x="5459884" y="414682"/>
                  </a:lnTo>
                  <a:lnTo>
                    <a:pt x="5460210" y="414682"/>
                  </a:lnTo>
                  <a:lnTo>
                    <a:pt x="5460535" y="414682"/>
                  </a:lnTo>
                  <a:lnTo>
                    <a:pt x="5460644" y="414682"/>
                  </a:lnTo>
                  <a:lnTo>
                    <a:pt x="5460752" y="414682"/>
                  </a:lnTo>
                  <a:lnTo>
                    <a:pt x="5460969" y="414682"/>
                  </a:lnTo>
                  <a:lnTo>
                    <a:pt x="5461077" y="414682"/>
                  </a:lnTo>
                  <a:lnTo>
                    <a:pt x="5461511" y="414682"/>
                  </a:lnTo>
                  <a:lnTo>
                    <a:pt x="5462162" y="414682"/>
                  </a:lnTo>
                  <a:lnTo>
                    <a:pt x="5462270" y="414682"/>
                  </a:lnTo>
                  <a:lnTo>
                    <a:pt x="5462379" y="414682"/>
                  </a:lnTo>
                  <a:lnTo>
                    <a:pt x="5462596" y="414682"/>
                  </a:lnTo>
                  <a:lnTo>
                    <a:pt x="5462704" y="414682"/>
                  </a:lnTo>
                  <a:lnTo>
                    <a:pt x="5462813" y="414682"/>
                  </a:lnTo>
                  <a:lnTo>
                    <a:pt x="5463138" y="414682"/>
                  </a:lnTo>
                  <a:lnTo>
                    <a:pt x="5463463" y="414682"/>
                  </a:lnTo>
                  <a:lnTo>
                    <a:pt x="5464222" y="414058"/>
                  </a:lnTo>
                  <a:lnTo>
                    <a:pt x="5464765" y="413435"/>
                  </a:lnTo>
                  <a:lnTo>
                    <a:pt x="5464873" y="413435"/>
                  </a:lnTo>
                  <a:lnTo>
                    <a:pt x="5465198" y="412811"/>
                  </a:lnTo>
                  <a:lnTo>
                    <a:pt x="5465741" y="412811"/>
                  </a:lnTo>
                  <a:lnTo>
                    <a:pt x="5465849" y="412811"/>
                  </a:lnTo>
                  <a:lnTo>
                    <a:pt x="5466174" y="412811"/>
                  </a:lnTo>
                  <a:lnTo>
                    <a:pt x="5466391" y="412187"/>
                  </a:lnTo>
                  <a:lnTo>
                    <a:pt x="5466608" y="412187"/>
                  </a:lnTo>
                  <a:lnTo>
                    <a:pt x="5466717" y="412187"/>
                  </a:lnTo>
                  <a:lnTo>
                    <a:pt x="5466717" y="410940"/>
                  </a:lnTo>
                  <a:lnTo>
                    <a:pt x="5466825" y="410940"/>
                  </a:lnTo>
                  <a:lnTo>
                    <a:pt x="5466934" y="410940"/>
                  </a:lnTo>
                  <a:lnTo>
                    <a:pt x="5467259" y="410317"/>
                  </a:lnTo>
                  <a:lnTo>
                    <a:pt x="5467367" y="410317"/>
                  </a:lnTo>
                  <a:lnTo>
                    <a:pt x="5467584" y="410317"/>
                  </a:lnTo>
                  <a:lnTo>
                    <a:pt x="5467693" y="410317"/>
                  </a:lnTo>
                  <a:lnTo>
                    <a:pt x="5468126" y="410317"/>
                  </a:lnTo>
                  <a:lnTo>
                    <a:pt x="5468777" y="408446"/>
                  </a:lnTo>
                  <a:lnTo>
                    <a:pt x="5468886" y="408446"/>
                  </a:lnTo>
                  <a:lnTo>
                    <a:pt x="5469319" y="408446"/>
                  </a:lnTo>
                  <a:lnTo>
                    <a:pt x="5469536" y="407199"/>
                  </a:lnTo>
                  <a:lnTo>
                    <a:pt x="5469862" y="406575"/>
                  </a:lnTo>
                  <a:lnTo>
                    <a:pt x="5470187" y="406575"/>
                  </a:lnTo>
                  <a:lnTo>
                    <a:pt x="5470512" y="406575"/>
                  </a:lnTo>
                  <a:lnTo>
                    <a:pt x="5470621" y="406575"/>
                  </a:lnTo>
                  <a:lnTo>
                    <a:pt x="5470838" y="406575"/>
                  </a:lnTo>
                  <a:lnTo>
                    <a:pt x="5470946" y="406575"/>
                  </a:lnTo>
                  <a:lnTo>
                    <a:pt x="5471055" y="406575"/>
                  </a:lnTo>
                  <a:lnTo>
                    <a:pt x="5471271" y="406575"/>
                  </a:lnTo>
                  <a:lnTo>
                    <a:pt x="5471488" y="406575"/>
                  </a:lnTo>
                  <a:lnTo>
                    <a:pt x="5472031" y="405328"/>
                  </a:lnTo>
                  <a:lnTo>
                    <a:pt x="5472139" y="405328"/>
                  </a:lnTo>
                  <a:lnTo>
                    <a:pt x="5472464" y="405328"/>
                  </a:lnTo>
                  <a:lnTo>
                    <a:pt x="5472898" y="404704"/>
                  </a:lnTo>
                  <a:lnTo>
                    <a:pt x="5473007" y="404704"/>
                  </a:lnTo>
                  <a:lnTo>
                    <a:pt x="5473440" y="404704"/>
                  </a:lnTo>
                  <a:lnTo>
                    <a:pt x="5473874" y="404704"/>
                  </a:lnTo>
                  <a:lnTo>
                    <a:pt x="5474091" y="404704"/>
                  </a:lnTo>
                  <a:lnTo>
                    <a:pt x="5474633" y="404081"/>
                  </a:lnTo>
                  <a:lnTo>
                    <a:pt x="5474742" y="404081"/>
                  </a:lnTo>
                  <a:lnTo>
                    <a:pt x="5474742" y="403457"/>
                  </a:lnTo>
                  <a:lnTo>
                    <a:pt x="5474959" y="403457"/>
                  </a:lnTo>
                  <a:lnTo>
                    <a:pt x="5475067" y="403457"/>
                  </a:lnTo>
                  <a:lnTo>
                    <a:pt x="5475176" y="403457"/>
                  </a:lnTo>
                  <a:lnTo>
                    <a:pt x="5475392" y="403457"/>
                  </a:lnTo>
                  <a:lnTo>
                    <a:pt x="5475609" y="403457"/>
                  </a:lnTo>
                  <a:lnTo>
                    <a:pt x="5475826" y="403457"/>
                  </a:lnTo>
                  <a:lnTo>
                    <a:pt x="5476043" y="403457"/>
                  </a:lnTo>
                  <a:lnTo>
                    <a:pt x="5476260" y="403457"/>
                  </a:lnTo>
                  <a:lnTo>
                    <a:pt x="5476368" y="403457"/>
                  </a:lnTo>
                  <a:lnTo>
                    <a:pt x="5476585" y="403457"/>
                  </a:lnTo>
                  <a:lnTo>
                    <a:pt x="5476694" y="403457"/>
                  </a:lnTo>
                  <a:lnTo>
                    <a:pt x="5476802" y="403457"/>
                  </a:lnTo>
                  <a:lnTo>
                    <a:pt x="5477344" y="402210"/>
                  </a:lnTo>
                  <a:lnTo>
                    <a:pt x="5477670" y="402210"/>
                  </a:lnTo>
                  <a:lnTo>
                    <a:pt x="5478212" y="402210"/>
                  </a:lnTo>
                  <a:lnTo>
                    <a:pt x="5478646" y="402210"/>
                  </a:lnTo>
                  <a:lnTo>
                    <a:pt x="5478754" y="402210"/>
                  </a:lnTo>
                  <a:lnTo>
                    <a:pt x="5478971" y="402210"/>
                  </a:lnTo>
                  <a:lnTo>
                    <a:pt x="5479297" y="402210"/>
                  </a:lnTo>
                  <a:lnTo>
                    <a:pt x="5479513" y="402210"/>
                  </a:lnTo>
                  <a:lnTo>
                    <a:pt x="5479513" y="401587"/>
                  </a:lnTo>
                  <a:lnTo>
                    <a:pt x="5479730" y="401587"/>
                  </a:lnTo>
                  <a:lnTo>
                    <a:pt x="5480273" y="399716"/>
                  </a:lnTo>
                  <a:lnTo>
                    <a:pt x="5480598" y="399092"/>
                  </a:lnTo>
                  <a:lnTo>
                    <a:pt x="5480923" y="399092"/>
                  </a:lnTo>
                  <a:lnTo>
                    <a:pt x="5481465" y="399092"/>
                  </a:lnTo>
                  <a:lnTo>
                    <a:pt x="5481574" y="399092"/>
                  </a:lnTo>
                  <a:lnTo>
                    <a:pt x="5481791" y="399092"/>
                  </a:lnTo>
                  <a:lnTo>
                    <a:pt x="5481899" y="399092"/>
                  </a:lnTo>
                  <a:lnTo>
                    <a:pt x="5482008" y="399092"/>
                  </a:lnTo>
                  <a:lnTo>
                    <a:pt x="5482116" y="399092"/>
                  </a:lnTo>
                  <a:lnTo>
                    <a:pt x="5482116" y="398469"/>
                  </a:lnTo>
                  <a:lnTo>
                    <a:pt x="5483092" y="397845"/>
                  </a:lnTo>
                  <a:lnTo>
                    <a:pt x="5483201" y="397845"/>
                  </a:lnTo>
                  <a:lnTo>
                    <a:pt x="5483309" y="397845"/>
                  </a:lnTo>
                  <a:lnTo>
                    <a:pt x="5483418" y="397845"/>
                  </a:lnTo>
                  <a:lnTo>
                    <a:pt x="5483743" y="397845"/>
                  </a:lnTo>
                  <a:lnTo>
                    <a:pt x="5483851" y="397221"/>
                  </a:lnTo>
                  <a:lnTo>
                    <a:pt x="5483960" y="397221"/>
                  </a:lnTo>
                  <a:lnTo>
                    <a:pt x="5484068" y="397221"/>
                  </a:lnTo>
                  <a:lnTo>
                    <a:pt x="5484502" y="397221"/>
                  </a:lnTo>
                  <a:lnTo>
                    <a:pt x="5485370" y="396598"/>
                  </a:lnTo>
                  <a:lnTo>
                    <a:pt x="5485586" y="396598"/>
                  </a:lnTo>
                  <a:lnTo>
                    <a:pt x="5485695" y="396598"/>
                  </a:lnTo>
                  <a:lnTo>
                    <a:pt x="5486020" y="394727"/>
                  </a:lnTo>
                  <a:lnTo>
                    <a:pt x="5486346" y="394727"/>
                  </a:lnTo>
                  <a:lnTo>
                    <a:pt x="5486779" y="394104"/>
                  </a:lnTo>
                  <a:lnTo>
                    <a:pt x="5487105" y="394104"/>
                  </a:lnTo>
                  <a:lnTo>
                    <a:pt x="5487213" y="394104"/>
                  </a:lnTo>
                  <a:lnTo>
                    <a:pt x="5487647" y="394104"/>
                  </a:lnTo>
                  <a:lnTo>
                    <a:pt x="5487755" y="394104"/>
                  </a:lnTo>
                  <a:lnTo>
                    <a:pt x="5488189" y="394104"/>
                  </a:lnTo>
                  <a:lnTo>
                    <a:pt x="5488298" y="394104"/>
                  </a:lnTo>
                  <a:lnTo>
                    <a:pt x="5488406" y="394104"/>
                  </a:lnTo>
                  <a:lnTo>
                    <a:pt x="5488515" y="394104"/>
                  </a:lnTo>
                  <a:lnTo>
                    <a:pt x="5489165" y="393480"/>
                  </a:lnTo>
                  <a:lnTo>
                    <a:pt x="5489707" y="393480"/>
                  </a:lnTo>
                  <a:lnTo>
                    <a:pt x="5489816" y="393480"/>
                  </a:lnTo>
                  <a:lnTo>
                    <a:pt x="5489924" y="393480"/>
                  </a:lnTo>
                  <a:lnTo>
                    <a:pt x="5490250" y="393480"/>
                  </a:lnTo>
                  <a:lnTo>
                    <a:pt x="5490900" y="393480"/>
                  </a:lnTo>
                  <a:lnTo>
                    <a:pt x="5491117" y="393480"/>
                  </a:lnTo>
                  <a:lnTo>
                    <a:pt x="5491334" y="393480"/>
                  </a:lnTo>
                  <a:lnTo>
                    <a:pt x="5491985" y="393480"/>
                  </a:lnTo>
                  <a:lnTo>
                    <a:pt x="5492636" y="392856"/>
                  </a:lnTo>
                  <a:lnTo>
                    <a:pt x="5492744" y="392856"/>
                  </a:lnTo>
                  <a:lnTo>
                    <a:pt x="5492961" y="392856"/>
                  </a:lnTo>
                  <a:lnTo>
                    <a:pt x="5493069" y="392856"/>
                  </a:lnTo>
                  <a:lnTo>
                    <a:pt x="5493395" y="392856"/>
                  </a:lnTo>
                  <a:lnTo>
                    <a:pt x="5493720" y="392856"/>
                  </a:lnTo>
                  <a:lnTo>
                    <a:pt x="5493828" y="392856"/>
                  </a:lnTo>
                  <a:lnTo>
                    <a:pt x="5494045" y="392856"/>
                  </a:lnTo>
                  <a:lnTo>
                    <a:pt x="5494154" y="392856"/>
                  </a:lnTo>
                  <a:lnTo>
                    <a:pt x="5494262" y="392233"/>
                  </a:lnTo>
                  <a:lnTo>
                    <a:pt x="5494371" y="392233"/>
                  </a:lnTo>
                  <a:lnTo>
                    <a:pt x="5494479" y="392233"/>
                  </a:lnTo>
                  <a:lnTo>
                    <a:pt x="5494913" y="391609"/>
                  </a:lnTo>
                  <a:lnTo>
                    <a:pt x="5495021" y="391609"/>
                  </a:lnTo>
                  <a:lnTo>
                    <a:pt x="5495130" y="391609"/>
                  </a:lnTo>
                  <a:lnTo>
                    <a:pt x="5495564" y="389738"/>
                  </a:lnTo>
                  <a:lnTo>
                    <a:pt x="5495672" y="389738"/>
                  </a:lnTo>
                  <a:lnTo>
                    <a:pt x="5495780" y="389738"/>
                  </a:lnTo>
                  <a:lnTo>
                    <a:pt x="5495997" y="389738"/>
                  </a:lnTo>
                  <a:lnTo>
                    <a:pt x="5496106" y="389738"/>
                  </a:lnTo>
                  <a:lnTo>
                    <a:pt x="5496431" y="389738"/>
                  </a:lnTo>
                  <a:lnTo>
                    <a:pt x="5496540" y="389738"/>
                  </a:lnTo>
                  <a:lnTo>
                    <a:pt x="5496865" y="389738"/>
                  </a:lnTo>
                  <a:lnTo>
                    <a:pt x="5497733" y="389738"/>
                  </a:lnTo>
                  <a:lnTo>
                    <a:pt x="5498275" y="389115"/>
                  </a:lnTo>
                  <a:lnTo>
                    <a:pt x="5498709" y="388491"/>
                  </a:lnTo>
                  <a:lnTo>
                    <a:pt x="5499034" y="388491"/>
                  </a:lnTo>
                  <a:lnTo>
                    <a:pt x="5499251" y="388491"/>
                  </a:lnTo>
                  <a:lnTo>
                    <a:pt x="5499359" y="387244"/>
                  </a:lnTo>
                  <a:lnTo>
                    <a:pt x="5499576" y="387244"/>
                  </a:lnTo>
                  <a:lnTo>
                    <a:pt x="5500227" y="387244"/>
                  </a:lnTo>
                  <a:lnTo>
                    <a:pt x="5500444" y="387244"/>
                  </a:lnTo>
                  <a:lnTo>
                    <a:pt x="5500552" y="387244"/>
                  </a:lnTo>
                  <a:lnTo>
                    <a:pt x="5501094" y="386621"/>
                  </a:lnTo>
                  <a:lnTo>
                    <a:pt x="5501203" y="386621"/>
                  </a:lnTo>
                  <a:lnTo>
                    <a:pt x="5501311" y="386621"/>
                  </a:lnTo>
                  <a:lnTo>
                    <a:pt x="5501745" y="386621"/>
                  </a:lnTo>
                  <a:lnTo>
                    <a:pt x="5502070" y="386621"/>
                  </a:lnTo>
                  <a:lnTo>
                    <a:pt x="5502179" y="386621"/>
                  </a:lnTo>
                  <a:lnTo>
                    <a:pt x="5502721" y="386621"/>
                  </a:lnTo>
                  <a:lnTo>
                    <a:pt x="5502830" y="386621"/>
                  </a:lnTo>
                  <a:lnTo>
                    <a:pt x="5502938" y="386621"/>
                  </a:lnTo>
                  <a:lnTo>
                    <a:pt x="5503480" y="385997"/>
                  </a:lnTo>
                  <a:lnTo>
                    <a:pt x="5503806" y="385997"/>
                  </a:lnTo>
                  <a:lnTo>
                    <a:pt x="5503914" y="385997"/>
                  </a:lnTo>
                  <a:lnTo>
                    <a:pt x="5504348" y="385373"/>
                  </a:lnTo>
                  <a:lnTo>
                    <a:pt x="5504456" y="385373"/>
                  </a:lnTo>
                  <a:lnTo>
                    <a:pt x="5504565" y="385373"/>
                  </a:lnTo>
                  <a:lnTo>
                    <a:pt x="5504673" y="385373"/>
                  </a:lnTo>
                  <a:lnTo>
                    <a:pt x="5504782" y="385373"/>
                  </a:lnTo>
                  <a:lnTo>
                    <a:pt x="5504890" y="384750"/>
                  </a:lnTo>
                  <a:lnTo>
                    <a:pt x="5504999" y="384750"/>
                  </a:lnTo>
                  <a:lnTo>
                    <a:pt x="5505324" y="384126"/>
                  </a:lnTo>
                  <a:lnTo>
                    <a:pt x="5505866" y="384126"/>
                  </a:lnTo>
                  <a:lnTo>
                    <a:pt x="5505975" y="384126"/>
                  </a:lnTo>
                  <a:lnTo>
                    <a:pt x="5506734" y="384126"/>
                  </a:lnTo>
                  <a:lnTo>
                    <a:pt x="5506951" y="384126"/>
                  </a:lnTo>
                  <a:lnTo>
                    <a:pt x="5507059" y="384126"/>
                  </a:lnTo>
                  <a:lnTo>
                    <a:pt x="5507167" y="384126"/>
                  </a:lnTo>
                  <a:lnTo>
                    <a:pt x="5507493" y="383503"/>
                  </a:lnTo>
                  <a:lnTo>
                    <a:pt x="5508360" y="382255"/>
                  </a:lnTo>
                  <a:lnTo>
                    <a:pt x="5508577" y="382255"/>
                  </a:lnTo>
                  <a:lnTo>
                    <a:pt x="5508794" y="382255"/>
                  </a:lnTo>
                  <a:lnTo>
                    <a:pt x="5509011" y="382255"/>
                  </a:lnTo>
                  <a:lnTo>
                    <a:pt x="5509445" y="382255"/>
                  </a:lnTo>
                  <a:lnTo>
                    <a:pt x="5509553" y="382255"/>
                  </a:lnTo>
                  <a:lnTo>
                    <a:pt x="5509662" y="382255"/>
                  </a:lnTo>
                  <a:lnTo>
                    <a:pt x="5509987" y="382255"/>
                  </a:lnTo>
                  <a:lnTo>
                    <a:pt x="5510421" y="382255"/>
                  </a:lnTo>
                  <a:lnTo>
                    <a:pt x="5510529" y="382255"/>
                  </a:lnTo>
                  <a:lnTo>
                    <a:pt x="5510638" y="382255"/>
                  </a:lnTo>
                  <a:lnTo>
                    <a:pt x="5510746" y="381632"/>
                  </a:lnTo>
                  <a:lnTo>
                    <a:pt x="5511180" y="381632"/>
                  </a:lnTo>
                  <a:lnTo>
                    <a:pt x="5511397" y="381632"/>
                  </a:lnTo>
                  <a:lnTo>
                    <a:pt x="5511939" y="381632"/>
                  </a:lnTo>
                  <a:lnTo>
                    <a:pt x="5512590" y="381632"/>
                  </a:lnTo>
                  <a:lnTo>
                    <a:pt x="5513674" y="381632"/>
                  </a:lnTo>
                  <a:lnTo>
                    <a:pt x="5513783" y="381632"/>
                  </a:lnTo>
                  <a:lnTo>
                    <a:pt x="5513783" y="381008"/>
                  </a:lnTo>
                  <a:lnTo>
                    <a:pt x="5514000" y="381008"/>
                  </a:lnTo>
                  <a:lnTo>
                    <a:pt x="5514325" y="381008"/>
                  </a:lnTo>
                  <a:lnTo>
                    <a:pt x="5514433" y="381008"/>
                  </a:lnTo>
                  <a:lnTo>
                    <a:pt x="5514650" y="380385"/>
                  </a:lnTo>
                  <a:lnTo>
                    <a:pt x="5514759" y="380385"/>
                  </a:lnTo>
                  <a:lnTo>
                    <a:pt x="5514867" y="380385"/>
                  </a:lnTo>
                  <a:lnTo>
                    <a:pt x="5514976" y="380385"/>
                  </a:lnTo>
                  <a:lnTo>
                    <a:pt x="5515843" y="380385"/>
                  </a:lnTo>
                  <a:lnTo>
                    <a:pt x="5515952" y="380385"/>
                  </a:lnTo>
                  <a:lnTo>
                    <a:pt x="5516060" y="380385"/>
                  </a:lnTo>
                  <a:lnTo>
                    <a:pt x="5516169" y="380385"/>
                  </a:lnTo>
                  <a:lnTo>
                    <a:pt x="5516277" y="380385"/>
                  </a:lnTo>
                  <a:lnTo>
                    <a:pt x="5516711" y="380385"/>
                  </a:lnTo>
                  <a:lnTo>
                    <a:pt x="5516711" y="379761"/>
                  </a:lnTo>
                  <a:lnTo>
                    <a:pt x="5516928" y="379138"/>
                  </a:lnTo>
                  <a:lnTo>
                    <a:pt x="5517036" y="379138"/>
                  </a:lnTo>
                  <a:lnTo>
                    <a:pt x="5517361" y="379138"/>
                  </a:lnTo>
                  <a:lnTo>
                    <a:pt x="5517470" y="379138"/>
                  </a:lnTo>
                  <a:lnTo>
                    <a:pt x="5517578" y="379138"/>
                  </a:lnTo>
                  <a:lnTo>
                    <a:pt x="5518229" y="378514"/>
                  </a:lnTo>
                  <a:lnTo>
                    <a:pt x="5518988" y="378514"/>
                  </a:lnTo>
                  <a:lnTo>
                    <a:pt x="5519205" y="378514"/>
                  </a:lnTo>
                  <a:lnTo>
                    <a:pt x="5519422" y="378514"/>
                  </a:lnTo>
                  <a:lnTo>
                    <a:pt x="5519747" y="378514"/>
                  </a:lnTo>
                  <a:lnTo>
                    <a:pt x="5520398" y="378514"/>
                  </a:lnTo>
                  <a:lnTo>
                    <a:pt x="5520723" y="378514"/>
                  </a:lnTo>
                  <a:lnTo>
                    <a:pt x="5520940" y="378514"/>
                  </a:lnTo>
                  <a:lnTo>
                    <a:pt x="5520940" y="377890"/>
                  </a:lnTo>
                  <a:lnTo>
                    <a:pt x="5521049" y="377890"/>
                  </a:lnTo>
                  <a:lnTo>
                    <a:pt x="5521157" y="377890"/>
                  </a:lnTo>
                  <a:lnTo>
                    <a:pt x="5521266" y="377890"/>
                  </a:lnTo>
                  <a:lnTo>
                    <a:pt x="5521374" y="377890"/>
                  </a:lnTo>
                  <a:lnTo>
                    <a:pt x="5521591" y="377890"/>
                  </a:lnTo>
                  <a:lnTo>
                    <a:pt x="5521916" y="377267"/>
                  </a:lnTo>
                  <a:lnTo>
                    <a:pt x="5522133" y="377267"/>
                  </a:lnTo>
                  <a:lnTo>
                    <a:pt x="5522242" y="377267"/>
                  </a:lnTo>
                  <a:lnTo>
                    <a:pt x="5522350" y="377267"/>
                  </a:lnTo>
                  <a:lnTo>
                    <a:pt x="5522350" y="376643"/>
                  </a:lnTo>
                  <a:lnTo>
                    <a:pt x="5522459" y="376643"/>
                  </a:lnTo>
                  <a:lnTo>
                    <a:pt x="5522567" y="376643"/>
                  </a:lnTo>
                  <a:lnTo>
                    <a:pt x="5523218" y="376020"/>
                  </a:lnTo>
                  <a:lnTo>
                    <a:pt x="5523651" y="375396"/>
                  </a:lnTo>
                  <a:lnTo>
                    <a:pt x="5523868" y="375396"/>
                  </a:lnTo>
                  <a:lnTo>
                    <a:pt x="5524085" y="375396"/>
                  </a:lnTo>
                  <a:lnTo>
                    <a:pt x="5524519" y="375396"/>
                  </a:lnTo>
                  <a:lnTo>
                    <a:pt x="5524844" y="375396"/>
                  </a:lnTo>
                  <a:lnTo>
                    <a:pt x="5524953" y="375396"/>
                  </a:lnTo>
                  <a:lnTo>
                    <a:pt x="5525061" y="375396"/>
                  </a:lnTo>
                  <a:lnTo>
                    <a:pt x="5525278" y="374149"/>
                  </a:lnTo>
                  <a:lnTo>
                    <a:pt x="5525387" y="374149"/>
                  </a:lnTo>
                  <a:lnTo>
                    <a:pt x="5526037" y="374149"/>
                  </a:lnTo>
                  <a:lnTo>
                    <a:pt x="5526471" y="374149"/>
                  </a:lnTo>
                  <a:lnTo>
                    <a:pt x="5526580" y="374149"/>
                  </a:lnTo>
                  <a:lnTo>
                    <a:pt x="5527013" y="374149"/>
                  </a:lnTo>
                  <a:lnTo>
                    <a:pt x="5527230" y="374149"/>
                  </a:lnTo>
                  <a:lnTo>
                    <a:pt x="5527447" y="374149"/>
                  </a:lnTo>
                  <a:lnTo>
                    <a:pt x="5527556" y="374149"/>
                  </a:lnTo>
                  <a:lnTo>
                    <a:pt x="5527664" y="374149"/>
                  </a:lnTo>
                  <a:lnTo>
                    <a:pt x="5527881" y="374149"/>
                  </a:lnTo>
                  <a:lnTo>
                    <a:pt x="5528206" y="372902"/>
                  </a:lnTo>
                  <a:lnTo>
                    <a:pt x="5528423" y="372278"/>
                  </a:lnTo>
                  <a:lnTo>
                    <a:pt x="5528748" y="372278"/>
                  </a:lnTo>
                  <a:lnTo>
                    <a:pt x="5528965" y="372278"/>
                  </a:lnTo>
                  <a:lnTo>
                    <a:pt x="5529508" y="371655"/>
                  </a:lnTo>
                  <a:lnTo>
                    <a:pt x="5530158" y="371031"/>
                  </a:lnTo>
                  <a:lnTo>
                    <a:pt x="5530375" y="371031"/>
                  </a:lnTo>
                  <a:lnTo>
                    <a:pt x="5530484" y="371031"/>
                  </a:lnTo>
                  <a:lnTo>
                    <a:pt x="5530809" y="370407"/>
                  </a:lnTo>
                  <a:lnTo>
                    <a:pt x="5530917" y="370407"/>
                  </a:lnTo>
                  <a:lnTo>
                    <a:pt x="5531026" y="369784"/>
                  </a:lnTo>
                  <a:lnTo>
                    <a:pt x="5531351" y="369784"/>
                  </a:lnTo>
                  <a:lnTo>
                    <a:pt x="5531568" y="369784"/>
                  </a:lnTo>
                  <a:lnTo>
                    <a:pt x="5531893" y="369784"/>
                  </a:lnTo>
                  <a:lnTo>
                    <a:pt x="5532544" y="369160"/>
                  </a:lnTo>
                  <a:lnTo>
                    <a:pt x="5533086" y="369160"/>
                  </a:lnTo>
                  <a:lnTo>
                    <a:pt x="5533303" y="368537"/>
                  </a:lnTo>
                  <a:lnTo>
                    <a:pt x="5533845" y="368537"/>
                  </a:lnTo>
                  <a:lnTo>
                    <a:pt x="5534062" y="368537"/>
                  </a:lnTo>
                  <a:lnTo>
                    <a:pt x="5534496" y="368537"/>
                  </a:lnTo>
                  <a:lnTo>
                    <a:pt x="5534605" y="368537"/>
                  </a:lnTo>
                  <a:lnTo>
                    <a:pt x="5534713" y="368537"/>
                  </a:lnTo>
                  <a:lnTo>
                    <a:pt x="5535038" y="368537"/>
                  </a:lnTo>
                  <a:lnTo>
                    <a:pt x="5535038" y="367913"/>
                  </a:lnTo>
                  <a:lnTo>
                    <a:pt x="5535147" y="367913"/>
                  </a:lnTo>
                  <a:lnTo>
                    <a:pt x="5536340" y="367913"/>
                  </a:lnTo>
                  <a:lnTo>
                    <a:pt x="5536990" y="367913"/>
                  </a:lnTo>
                  <a:lnTo>
                    <a:pt x="5537099" y="367289"/>
                  </a:lnTo>
                  <a:lnTo>
                    <a:pt x="5537533" y="366666"/>
                  </a:lnTo>
                  <a:lnTo>
                    <a:pt x="5537641" y="366666"/>
                  </a:lnTo>
                  <a:lnTo>
                    <a:pt x="5537858" y="366666"/>
                  </a:lnTo>
                  <a:lnTo>
                    <a:pt x="5537966" y="366666"/>
                  </a:lnTo>
                  <a:lnTo>
                    <a:pt x="5538075" y="366666"/>
                  </a:lnTo>
                  <a:lnTo>
                    <a:pt x="5538183" y="366666"/>
                  </a:lnTo>
                  <a:lnTo>
                    <a:pt x="5538726" y="366666"/>
                  </a:lnTo>
                  <a:lnTo>
                    <a:pt x="5538726" y="365419"/>
                  </a:lnTo>
                  <a:lnTo>
                    <a:pt x="5539159" y="364795"/>
                  </a:lnTo>
                  <a:lnTo>
                    <a:pt x="5539268" y="364795"/>
                  </a:lnTo>
                  <a:lnTo>
                    <a:pt x="5539376" y="364795"/>
                  </a:lnTo>
                  <a:lnTo>
                    <a:pt x="5539919" y="364795"/>
                  </a:lnTo>
                  <a:lnTo>
                    <a:pt x="5540461" y="364795"/>
                  </a:lnTo>
                  <a:lnTo>
                    <a:pt x="5540569" y="364795"/>
                  </a:lnTo>
                  <a:lnTo>
                    <a:pt x="5540786" y="364795"/>
                  </a:lnTo>
                  <a:lnTo>
                    <a:pt x="5540895" y="364795"/>
                  </a:lnTo>
                  <a:lnTo>
                    <a:pt x="5541003" y="364795"/>
                  </a:lnTo>
                  <a:lnTo>
                    <a:pt x="5541111" y="364795"/>
                  </a:lnTo>
                  <a:lnTo>
                    <a:pt x="5541437" y="364795"/>
                  </a:lnTo>
                  <a:lnTo>
                    <a:pt x="5541545" y="364795"/>
                  </a:lnTo>
                  <a:lnTo>
                    <a:pt x="5541654" y="364795"/>
                  </a:lnTo>
                  <a:lnTo>
                    <a:pt x="5542630" y="364172"/>
                  </a:lnTo>
                  <a:lnTo>
                    <a:pt x="5542738" y="364172"/>
                  </a:lnTo>
                  <a:lnTo>
                    <a:pt x="5542847" y="364172"/>
                  </a:lnTo>
                  <a:lnTo>
                    <a:pt x="5543063" y="364172"/>
                  </a:lnTo>
                  <a:lnTo>
                    <a:pt x="5543172" y="364172"/>
                  </a:lnTo>
                  <a:lnTo>
                    <a:pt x="5543606" y="362924"/>
                  </a:lnTo>
                  <a:lnTo>
                    <a:pt x="5543714" y="362924"/>
                  </a:lnTo>
                  <a:lnTo>
                    <a:pt x="5544040" y="362924"/>
                  </a:lnTo>
                  <a:lnTo>
                    <a:pt x="5544148" y="362924"/>
                  </a:lnTo>
                  <a:lnTo>
                    <a:pt x="5544365" y="362924"/>
                  </a:lnTo>
                  <a:lnTo>
                    <a:pt x="5544582" y="362924"/>
                  </a:lnTo>
                  <a:lnTo>
                    <a:pt x="5544907" y="362924"/>
                  </a:lnTo>
                  <a:lnTo>
                    <a:pt x="5545016" y="362924"/>
                  </a:lnTo>
                  <a:lnTo>
                    <a:pt x="5545666" y="362924"/>
                  </a:lnTo>
                  <a:lnTo>
                    <a:pt x="5545883" y="362924"/>
                  </a:lnTo>
                  <a:lnTo>
                    <a:pt x="5545992" y="362924"/>
                  </a:lnTo>
                  <a:lnTo>
                    <a:pt x="5546534" y="362924"/>
                  </a:lnTo>
                  <a:lnTo>
                    <a:pt x="5546642" y="362924"/>
                  </a:lnTo>
                  <a:lnTo>
                    <a:pt x="5546751" y="362924"/>
                  </a:lnTo>
                  <a:lnTo>
                    <a:pt x="5547076" y="362924"/>
                  </a:lnTo>
                  <a:lnTo>
                    <a:pt x="5547293" y="362924"/>
                  </a:lnTo>
                  <a:lnTo>
                    <a:pt x="5547401" y="362924"/>
                  </a:lnTo>
                  <a:lnTo>
                    <a:pt x="5547510" y="362924"/>
                  </a:lnTo>
                  <a:lnTo>
                    <a:pt x="5547727" y="362924"/>
                  </a:lnTo>
                  <a:lnTo>
                    <a:pt x="5547835" y="362924"/>
                  </a:lnTo>
                  <a:lnTo>
                    <a:pt x="5548486" y="362924"/>
                  </a:lnTo>
                  <a:lnTo>
                    <a:pt x="5548703" y="362924"/>
                  </a:lnTo>
                  <a:lnTo>
                    <a:pt x="5548811" y="362924"/>
                  </a:lnTo>
                  <a:lnTo>
                    <a:pt x="5550329" y="362301"/>
                  </a:lnTo>
                  <a:lnTo>
                    <a:pt x="5550546" y="362301"/>
                  </a:lnTo>
                  <a:lnTo>
                    <a:pt x="5550655" y="361677"/>
                  </a:lnTo>
                  <a:lnTo>
                    <a:pt x="5550872" y="361677"/>
                  </a:lnTo>
                  <a:lnTo>
                    <a:pt x="5550980" y="361677"/>
                  </a:lnTo>
                  <a:lnTo>
                    <a:pt x="5551414" y="361677"/>
                  </a:lnTo>
                  <a:lnTo>
                    <a:pt x="5551522" y="361677"/>
                  </a:lnTo>
                  <a:lnTo>
                    <a:pt x="5551631" y="361677"/>
                  </a:lnTo>
                  <a:lnTo>
                    <a:pt x="5551739" y="361677"/>
                  </a:lnTo>
                  <a:lnTo>
                    <a:pt x="5551956" y="361677"/>
                  </a:lnTo>
                  <a:lnTo>
                    <a:pt x="5552932" y="361054"/>
                  </a:lnTo>
                  <a:lnTo>
                    <a:pt x="5553149" y="361054"/>
                  </a:lnTo>
                  <a:lnTo>
                    <a:pt x="5553258" y="361054"/>
                  </a:lnTo>
                  <a:lnTo>
                    <a:pt x="5553800" y="361054"/>
                  </a:lnTo>
                  <a:lnTo>
                    <a:pt x="5553908" y="361054"/>
                  </a:lnTo>
                  <a:lnTo>
                    <a:pt x="5554342" y="361054"/>
                  </a:lnTo>
                  <a:lnTo>
                    <a:pt x="5554450" y="361054"/>
                  </a:lnTo>
                  <a:lnTo>
                    <a:pt x="5554559" y="361054"/>
                  </a:lnTo>
                  <a:lnTo>
                    <a:pt x="5554776" y="361054"/>
                  </a:lnTo>
                  <a:lnTo>
                    <a:pt x="5555318" y="361054"/>
                  </a:lnTo>
                  <a:lnTo>
                    <a:pt x="5555426" y="361054"/>
                  </a:lnTo>
                  <a:lnTo>
                    <a:pt x="5555969" y="361054"/>
                  </a:lnTo>
                  <a:lnTo>
                    <a:pt x="5556077" y="361054"/>
                  </a:lnTo>
                  <a:lnTo>
                    <a:pt x="5556186" y="361054"/>
                  </a:lnTo>
                  <a:lnTo>
                    <a:pt x="5556619" y="361054"/>
                  </a:lnTo>
                  <a:lnTo>
                    <a:pt x="5557162" y="361054"/>
                  </a:lnTo>
                  <a:lnTo>
                    <a:pt x="5557379" y="361054"/>
                  </a:lnTo>
                  <a:lnTo>
                    <a:pt x="5557595" y="361054"/>
                  </a:lnTo>
                  <a:lnTo>
                    <a:pt x="5557812" y="361054"/>
                  </a:lnTo>
                  <a:lnTo>
                    <a:pt x="5557921" y="361054"/>
                  </a:lnTo>
                  <a:lnTo>
                    <a:pt x="5558029" y="361054"/>
                  </a:lnTo>
                  <a:lnTo>
                    <a:pt x="5558355" y="359183"/>
                  </a:lnTo>
                  <a:lnTo>
                    <a:pt x="5558463" y="359183"/>
                  </a:lnTo>
                  <a:lnTo>
                    <a:pt x="5558571" y="359183"/>
                  </a:lnTo>
                  <a:lnTo>
                    <a:pt x="5558680" y="359183"/>
                  </a:lnTo>
                  <a:lnTo>
                    <a:pt x="5559005" y="359183"/>
                  </a:lnTo>
                  <a:lnTo>
                    <a:pt x="5559114" y="359183"/>
                  </a:lnTo>
                  <a:lnTo>
                    <a:pt x="5559439" y="359183"/>
                  </a:lnTo>
                  <a:lnTo>
                    <a:pt x="5559873" y="358559"/>
                  </a:lnTo>
                  <a:lnTo>
                    <a:pt x="5560307" y="358559"/>
                  </a:lnTo>
                  <a:lnTo>
                    <a:pt x="5560415" y="358559"/>
                  </a:lnTo>
                  <a:lnTo>
                    <a:pt x="5560523" y="358559"/>
                  </a:lnTo>
                  <a:lnTo>
                    <a:pt x="5560523" y="357936"/>
                  </a:lnTo>
                  <a:lnTo>
                    <a:pt x="5560740" y="357936"/>
                  </a:lnTo>
                  <a:lnTo>
                    <a:pt x="5560957" y="357936"/>
                  </a:lnTo>
                  <a:lnTo>
                    <a:pt x="5561608" y="357312"/>
                  </a:lnTo>
                  <a:lnTo>
                    <a:pt x="5561716" y="357312"/>
                  </a:lnTo>
                  <a:lnTo>
                    <a:pt x="5562042" y="357312"/>
                  </a:lnTo>
                  <a:lnTo>
                    <a:pt x="5562259" y="357312"/>
                  </a:lnTo>
                  <a:lnTo>
                    <a:pt x="5562367" y="357312"/>
                  </a:lnTo>
                  <a:lnTo>
                    <a:pt x="5562692" y="357312"/>
                  </a:lnTo>
                  <a:lnTo>
                    <a:pt x="5562801" y="357312"/>
                  </a:lnTo>
                  <a:lnTo>
                    <a:pt x="5563235" y="357312"/>
                  </a:lnTo>
                  <a:lnTo>
                    <a:pt x="5564428" y="357312"/>
                  </a:lnTo>
                  <a:lnTo>
                    <a:pt x="5564536" y="357312"/>
                  </a:lnTo>
                  <a:lnTo>
                    <a:pt x="5564644" y="357312"/>
                  </a:lnTo>
                  <a:lnTo>
                    <a:pt x="5564861" y="357312"/>
                  </a:lnTo>
                  <a:lnTo>
                    <a:pt x="5565078" y="357312"/>
                  </a:lnTo>
                  <a:lnTo>
                    <a:pt x="5565295" y="357312"/>
                  </a:lnTo>
                  <a:lnTo>
                    <a:pt x="5565729" y="357312"/>
                  </a:lnTo>
                  <a:lnTo>
                    <a:pt x="5565729" y="356689"/>
                  </a:lnTo>
                  <a:lnTo>
                    <a:pt x="5566054" y="356689"/>
                  </a:lnTo>
                  <a:lnTo>
                    <a:pt x="5566163" y="356689"/>
                  </a:lnTo>
                  <a:lnTo>
                    <a:pt x="5566488" y="356689"/>
                  </a:lnTo>
                  <a:lnTo>
                    <a:pt x="5566597" y="356689"/>
                  </a:lnTo>
                  <a:lnTo>
                    <a:pt x="5566705" y="356065"/>
                  </a:lnTo>
                  <a:lnTo>
                    <a:pt x="5566813" y="356065"/>
                  </a:lnTo>
                  <a:lnTo>
                    <a:pt x="5566922" y="356065"/>
                  </a:lnTo>
                  <a:lnTo>
                    <a:pt x="5567030" y="356065"/>
                  </a:lnTo>
                  <a:lnTo>
                    <a:pt x="5567681" y="355441"/>
                  </a:lnTo>
                  <a:lnTo>
                    <a:pt x="5567789" y="355441"/>
                  </a:lnTo>
                  <a:lnTo>
                    <a:pt x="5567898" y="354818"/>
                  </a:lnTo>
                  <a:lnTo>
                    <a:pt x="5568006" y="354818"/>
                  </a:lnTo>
                  <a:lnTo>
                    <a:pt x="5568115" y="354818"/>
                  </a:lnTo>
                  <a:lnTo>
                    <a:pt x="5568223" y="354194"/>
                  </a:lnTo>
                  <a:lnTo>
                    <a:pt x="5568223" y="352324"/>
                  </a:lnTo>
                  <a:lnTo>
                    <a:pt x="5568332" y="352324"/>
                  </a:lnTo>
                  <a:lnTo>
                    <a:pt x="5568440" y="352324"/>
                  </a:lnTo>
                  <a:lnTo>
                    <a:pt x="5568657" y="352324"/>
                  </a:lnTo>
                  <a:lnTo>
                    <a:pt x="5568657" y="351700"/>
                  </a:lnTo>
                  <a:lnTo>
                    <a:pt x="5569308" y="351076"/>
                  </a:lnTo>
                  <a:lnTo>
                    <a:pt x="5569633" y="351076"/>
                  </a:lnTo>
                  <a:lnTo>
                    <a:pt x="5569633" y="350453"/>
                  </a:lnTo>
                  <a:lnTo>
                    <a:pt x="5570067" y="349829"/>
                  </a:lnTo>
                  <a:lnTo>
                    <a:pt x="5570175" y="349829"/>
                  </a:lnTo>
                  <a:lnTo>
                    <a:pt x="5570392" y="349829"/>
                  </a:lnTo>
                  <a:lnTo>
                    <a:pt x="5570826" y="349829"/>
                  </a:lnTo>
                  <a:lnTo>
                    <a:pt x="5570934" y="349829"/>
                  </a:lnTo>
                  <a:lnTo>
                    <a:pt x="5571043" y="349829"/>
                  </a:lnTo>
                  <a:lnTo>
                    <a:pt x="5571368" y="349829"/>
                  </a:lnTo>
                  <a:lnTo>
                    <a:pt x="5571477" y="349829"/>
                  </a:lnTo>
                  <a:lnTo>
                    <a:pt x="5571910" y="349829"/>
                  </a:lnTo>
                  <a:lnTo>
                    <a:pt x="5572019" y="349829"/>
                  </a:lnTo>
                  <a:lnTo>
                    <a:pt x="5572236" y="349206"/>
                  </a:lnTo>
                  <a:lnTo>
                    <a:pt x="5572561" y="349206"/>
                  </a:lnTo>
                  <a:lnTo>
                    <a:pt x="5572995" y="349206"/>
                  </a:lnTo>
                  <a:lnTo>
                    <a:pt x="5573429" y="348582"/>
                  </a:lnTo>
                  <a:lnTo>
                    <a:pt x="5573537" y="348582"/>
                  </a:lnTo>
                  <a:lnTo>
                    <a:pt x="5573863" y="348582"/>
                  </a:lnTo>
                  <a:lnTo>
                    <a:pt x="5573971" y="348582"/>
                  </a:lnTo>
                  <a:lnTo>
                    <a:pt x="5574296" y="347958"/>
                  </a:lnTo>
                  <a:lnTo>
                    <a:pt x="5574513" y="347958"/>
                  </a:lnTo>
                  <a:lnTo>
                    <a:pt x="5574622" y="347958"/>
                  </a:lnTo>
                  <a:lnTo>
                    <a:pt x="5574947" y="347958"/>
                  </a:lnTo>
                  <a:lnTo>
                    <a:pt x="5575164" y="347958"/>
                  </a:lnTo>
                  <a:lnTo>
                    <a:pt x="5575272" y="347958"/>
                  </a:lnTo>
                  <a:lnTo>
                    <a:pt x="5575489" y="347335"/>
                  </a:lnTo>
                  <a:lnTo>
                    <a:pt x="5575598" y="347335"/>
                  </a:lnTo>
                  <a:lnTo>
                    <a:pt x="5576140" y="347335"/>
                  </a:lnTo>
                  <a:lnTo>
                    <a:pt x="5576248" y="347335"/>
                  </a:lnTo>
                  <a:lnTo>
                    <a:pt x="5576357" y="347335"/>
                  </a:lnTo>
                  <a:lnTo>
                    <a:pt x="5576791" y="347335"/>
                  </a:lnTo>
                  <a:lnTo>
                    <a:pt x="5577007" y="347335"/>
                  </a:lnTo>
                  <a:lnTo>
                    <a:pt x="5577116" y="347335"/>
                  </a:lnTo>
                  <a:lnTo>
                    <a:pt x="5577658" y="347335"/>
                  </a:lnTo>
                  <a:lnTo>
                    <a:pt x="5577983" y="347335"/>
                  </a:lnTo>
                  <a:lnTo>
                    <a:pt x="5578092" y="347335"/>
                  </a:lnTo>
                  <a:lnTo>
                    <a:pt x="5578200" y="347335"/>
                  </a:lnTo>
                  <a:lnTo>
                    <a:pt x="5578309" y="347335"/>
                  </a:lnTo>
                  <a:lnTo>
                    <a:pt x="5578634" y="346711"/>
                  </a:lnTo>
                  <a:lnTo>
                    <a:pt x="5578743" y="346711"/>
                  </a:lnTo>
                  <a:lnTo>
                    <a:pt x="5578960" y="346711"/>
                  </a:lnTo>
                  <a:lnTo>
                    <a:pt x="5579068" y="346711"/>
                  </a:lnTo>
                  <a:lnTo>
                    <a:pt x="5579176" y="346711"/>
                  </a:lnTo>
                  <a:lnTo>
                    <a:pt x="5579176" y="346088"/>
                  </a:lnTo>
                  <a:lnTo>
                    <a:pt x="5579285" y="346088"/>
                  </a:lnTo>
                  <a:lnTo>
                    <a:pt x="5579719" y="346088"/>
                  </a:lnTo>
                  <a:lnTo>
                    <a:pt x="5580695" y="346088"/>
                  </a:lnTo>
                  <a:lnTo>
                    <a:pt x="5581020" y="346088"/>
                  </a:lnTo>
                  <a:lnTo>
                    <a:pt x="5581128" y="346088"/>
                  </a:lnTo>
                  <a:lnTo>
                    <a:pt x="5581237" y="346088"/>
                  </a:lnTo>
                  <a:lnTo>
                    <a:pt x="5581345" y="346088"/>
                  </a:lnTo>
                  <a:lnTo>
                    <a:pt x="5581562" y="346088"/>
                  </a:lnTo>
                  <a:lnTo>
                    <a:pt x="5581779" y="346088"/>
                  </a:lnTo>
                  <a:lnTo>
                    <a:pt x="5582104" y="346088"/>
                  </a:lnTo>
                  <a:lnTo>
                    <a:pt x="5582213" y="346088"/>
                  </a:lnTo>
                  <a:lnTo>
                    <a:pt x="5582864" y="346088"/>
                  </a:lnTo>
                  <a:lnTo>
                    <a:pt x="5583189" y="346088"/>
                  </a:lnTo>
                  <a:lnTo>
                    <a:pt x="5583297" y="346088"/>
                  </a:lnTo>
                  <a:lnTo>
                    <a:pt x="5583840" y="346088"/>
                  </a:lnTo>
                  <a:lnTo>
                    <a:pt x="5583948" y="346088"/>
                  </a:lnTo>
                  <a:lnTo>
                    <a:pt x="5584382" y="346088"/>
                  </a:lnTo>
                  <a:lnTo>
                    <a:pt x="5584490" y="346088"/>
                  </a:lnTo>
                  <a:lnTo>
                    <a:pt x="5584924" y="346088"/>
                  </a:lnTo>
                  <a:lnTo>
                    <a:pt x="5585033" y="346088"/>
                  </a:lnTo>
                  <a:lnTo>
                    <a:pt x="5585249" y="346088"/>
                  </a:lnTo>
                  <a:lnTo>
                    <a:pt x="5585466" y="346088"/>
                  </a:lnTo>
                  <a:lnTo>
                    <a:pt x="5585792" y="345464"/>
                  </a:lnTo>
                  <a:lnTo>
                    <a:pt x="5586117" y="345464"/>
                  </a:lnTo>
                  <a:lnTo>
                    <a:pt x="5586442" y="345464"/>
                  </a:lnTo>
                  <a:lnTo>
                    <a:pt x="5586551" y="345464"/>
                  </a:lnTo>
                  <a:lnTo>
                    <a:pt x="5586659" y="345464"/>
                  </a:lnTo>
                  <a:lnTo>
                    <a:pt x="5586768" y="345464"/>
                  </a:lnTo>
                  <a:lnTo>
                    <a:pt x="5587310" y="344841"/>
                  </a:lnTo>
                  <a:lnTo>
                    <a:pt x="5587418" y="344841"/>
                  </a:lnTo>
                  <a:lnTo>
                    <a:pt x="5587527" y="344841"/>
                  </a:lnTo>
                  <a:lnTo>
                    <a:pt x="5587635" y="344217"/>
                  </a:lnTo>
                  <a:lnTo>
                    <a:pt x="5587852" y="344217"/>
                  </a:lnTo>
                  <a:lnTo>
                    <a:pt x="5587961" y="344217"/>
                  </a:lnTo>
                  <a:lnTo>
                    <a:pt x="5588286" y="343593"/>
                  </a:lnTo>
                  <a:lnTo>
                    <a:pt x="5588394" y="343593"/>
                  </a:lnTo>
                  <a:lnTo>
                    <a:pt x="5588937" y="343593"/>
                  </a:lnTo>
                  <a:lnTo>
                    <a:pt x="5589479" y="343593"/>
                  </a:lnTo>
                  <a:lnTo>
                    <a:pt x="5590238" y="342970"/>
                  </a:lnTo>
                  <a:lnTo>
                    <a:pt x="5590563" y="342970"/>
                  </a:lnTo>
                  <a:lnTo>
                    <a:pt x="5590672" y="342970"/>
                  </a:lnTo>
                  <a:lnTo>
                    <a:pt x="5591214" y="341099"/>
                  </a:lnTo>
                  <a:lnTo>
                    <a:pt x="5591214" y="339852"/>
                  </a:lnTo>
                  <a:lnTo>
                    <a:pt x="5591323" y="339852"/>
                  </a:lnTo>
                  <a:lnTo>
                    <a:pt x="5591648" y="339228"/>
                  </a:lnTo>
                  <a:lnTo>
                    <a:pt x="5591648" y="338605"/>
                  </a:lnTo>
                  <a:lnTo>
                    <a:pt x="5591756" y="338605"/>
                  </a:lnTo>
                  <a:lnTo>
                    <a:pt x="5591865" y="338605"/>
                  </a:lnTo>
                  <a:lnTo>
                    <a:pt x="5592190" y="338605"/>
                  </a:lnTo>
                  <a:lnTo>
                    <a:pt x="5592299" y="338605"/>
                  </a:lnTo>
                  <a:lnTo>
                    <a:pt x="5592407" y="337981"/>
                  </a:lnTo>
                  <a:lnTo>
                    <a:pt x="5592407" y="337358"/>
                  </a:lnTo>
                  <a:lnTo>
                    <a:pt x="5592515" y="337358"/>
                  </a:lnTo>
                  <a:lnTo>
                    <a:pt x="5592732" y="337358"/>
                  </a:lnTo>
                  <a:lnTo>
                    <a:pt x="5593058" y="337358"/>
                  </a:lnTo>
                  <a:lnTo>
                    <a:pt x="5593708" y="337358"/>
                  </a:lnTo>
                  <a:lnTo>
                    <a:pt x="5593925" y="337358"/>
                  </a:lnTo>
                  <a:lnTo>
                    <a:pt x="5594034" y="337358"/>
                  </a:lnTo>
                  <a:lnTo>
                    <a:pt x="5594467" y="337358"/>
                  </a:lnTo>
                  <a:lnTo>
                    <a:pt x="5594576" y="337358"/>
                  </a:lnTo>
                  <a:lnTo>
                    <a:pt x="5594793" y="337358"/>
                  </a:lnTo>
                  <a:lnTo>
                    <a:pt x="5594901" y="337358"/>
                  </a:lnTo>
                  <a:lnTo>
                    <a:pt x="5595010" y="337358"/>
                  </a:lnTo>
                  <a:lnTo>
                    <a:pt x="5595227" y="336734"/>
                  </a:lnTo>
                  <a:lnTo>
                    <a:pt x="5595552" y="336734"/>
                  </a:lnTo>
                  <a:lnTo>
                    <a:pt x="5596094" y="336734"/>
                  </a:lnTo>
                  <a:lnTo>
                    <a:pt x="5596203" y="336734"/>
                  </a:lnTo>
                  <a:lnTo>
                    <a:pt x="5596636" y="336110"/>
                  </a:lnTo>
                  <a:lnTo>
                    <a:pt x="5596962" y="336110"/>
                  </a:lnTo>
                  <a:lnTo>
                    <a:pt x="5597070" y="336110"/>
                  </a:lnTo>
                  <a:lnTo>
                    <a:pt x="5597504" y="336110"/>
                  </a:lnTo>
                  <a:lnTo>
                    <a:pt x="5598046" y="334863"/>
                  </a:lnTo>
                  <a:lnTo>
                    <a:pt x="5598155" y="334863"/>
                  </a:lnTo>
                  <a:lnTo>
                    <a:pt x="5598805" y="334863"/>
                  </a:lnTo>
                  <a:lnTo>
                    <a:pt x="5598914" y="334863"/>
                  </a:lnTo>
                  <a:lnTo>
                    <a:pt x="5599348" y="334863"/>
                  </a:lnTo>
                  <a:lnTo>
                    <a:pt x="5599348" y="334240"/>
                  </a:lnTo>
                  <a:lnTo>
                    <a:pt x="5599673" y="334240"/>
                  </a:lnTo>
                  <a:lnTo>
                    <a:pt x="5599890" y="334240"/>
                  </a:lnTo>
                  <a:lnTo>
                    <a:pt x="5600215" y="334240"/>
                  </a:lnTo>
                  <a:lnTo>
                    <a:pt x="5600215" y="333616"/>
                  </a:lnTo>
                  <a:lnTo>
                    <a:pt x="5600324" y="333616"/>
                  </a:lnTo>
                  <a:lnTo>
                    <a:pt x="5601950" y="332992"/>
                  </a:lnTo>
                  <a:lnTo>
                    <a:pt x="5602167" y="332992"/>
                  </a:lnTo>
                  <a:lnTo>
                    <a:pt x="5602818" y="332992"/>
                  </a:lnTo>
                  <a:lnTo>
                    <a:pt x="5603035" y="332992"/>
                  </a:lnTo>
                  <a:lnTo>
                    <a:pt x="5603252" y="332992"/>
                  </a:lnTo>
                  <a:lnTo>
                    <a:pt x="5603469" y="332992"/>
                  </a:lnTo>
                  <a:lnTo>
                    <a:pt x="5603685" y="332992"/>
                  </a:lnTo>
                  <a:lnTo>
                    <a:pt x="5603794" y="332992"/>
                  </a:lnTo>
                  <a:lnTo>
                    <a:pt x="5603902" y="332992"/>
                  </a:lnTo>
                  <a:lnTo>
                    <a:pt x="5604119" y="331745"/>
                  </a:lnTo>
                  <a:lnTo>
                    <a:pt x="5604119" y="331122"/>
                  </a:lnTo>
                  <a:lnTo>
                    <a:pt x="5604228" y="331122"/>
                  </a:lnTo>
                  <a:lnTo>
                    <a:pt x="5604553" y="330498"/>
                  </a:lnTo>
                  <a:lnTo>
                    <a:pt x="5604662" y="330498"/>
                  </a:lnTo>
                  <a:lnTo>
                    <a:pt x="5604770" y="330498"/>
                  </a:lnTo>
                  <a:lnTo>
                    <a:pt x="5605204" y="330498"/>
                  </a:lnTo>
                  <a:lnTo>
                    <a:pt x="5605312" y="330498"/>
                  </a:lnTo>
                  <a:lnTo>
                    <a:pt x="5605421" y="330498"/>
                  </a:lnTo>
                  <a:lnTo>
                    <a:pt x="5605746" y="330498"/>
                  </a:lnTo>
                  <a:lnTo>
                    <a:pt x="5605854" y="330498"/>
                  </a:lnTo>
                  <a:lnTo>
                    <a:pt x="5606288" y="330498"/>
                  </a:lnTo>
                  <a:lnTo>
                    <a:pt x="5606505" y="330498"/>
                  </a:lnTo>
                  <a:lnTo>
                    <a:pt x="5606939" y="330498"/>
                  </a:lnTo>
                  <a:lnTo>
                    <a:pt x="5607047" y="330498"/>
                  </a:lnTo>
                  <a:lnTo>
                    <a:pt x="5607264" y="330498"/>
                  </a:lnTo>
                  <a:lnTo>
                    <a:pt x="5607264" y="329875"/>
                  </a:lnTo>
                  <a:lnTo>
                    <a:pt x="5607481" y="329251"/>
                  </a:lnTo>
                  <a:lnTo>
                    <a:pt x="5607698" y="329251"/>
                  </a:lnTo>
                  <a:lnTo>
                    <a:pt x="5607806" y="329251"/>
                  </a:lnTo>
                  <a:lnTo>
                    <a:pt x="5608023" y="329251"/>
                  </a:lnTo>
                  <a:lnTo>
                    <a:pt x="5608349" y="329251"/>
                  </a:lnTo>
                  <a:lnTo>
                    <a:pt x="5608457" y="329251"/>
                  </a:lnTo>
                  <a:lnTo>
                    <a:pt x="5608566" y="329251"/>
                  </a:lnTo>
                  <a:lnTo>
                    <a:pt x="5609325" y="329251"/>
                  </a:lnTo>
                  <a:lnTo>
                    <a:pt x="5609650" y="328627"/>
                  </a:lnTo>
                  <a:lnTo>
                    <a:pt x="5609867" y="328627"/>
                  </a:lnTo>
                  <a:lnTo>
                    <a:pt x="5610192" y="328627"/>
                  </a:lnTo>
                  <a:lnTo>
                    <a:pt x="5610301" y="328627"/>
                  </a:lnTo>
                  <a:lnTo>
                    <a:pt x="5610409" y="328627"/>
                  </a:lnTo>
                  <a:lnTo>
                    <a:pt x="5610626" y="328627"/>
                  </a:lnTo>
                  <a:lnTo>
                    <a:pt x="5610951" y="328627"/>
                  </a:lnTo>
                  <a:lnTo>
                    <a:pt x="5611277" y="328004"/>
                  </a:lnTo>
                  <a:lnTo>
                    <a:pt x="5611819" y="328004"/>
                  </a:lnTo>
                  <a:lnTo>
                    <a:pt x="5611927" y="328004"/>
                  </a:lnTo>
                  <a:lnTo>
                    <a:pt x="5612036" y="328004"/>
                  </a:lnTo>
                  <a:lnTo>
                    <a:pt x="5612144" y="328004"/>
                  </a:lnTo>
                  <a:lnTo>
                    <a:pt x="5612253" y="328004"/>
                  </a:lnTo>
                  <a:lnTo>
                    <a:pt x="5612361" y="328004"/>
                  </a:lnTo>
                  <a:lnTo>
                    <a:pt x="5612687" y="328004"/>
                  </a:lnTo>
                  <a:lnTo>
                    <a:pt x="5613012" y="328004"/>
                  </a:lnTo>
                  <a:lnTo>
                    <a:pt x="5613229" y="328004"/>
                  </a:lnTo>
                  <a:lnTo>
                    <a:pt x="5613337" y="328004"/>
                  </a:lnTo>
                  <a:lnTo>
                    <a:pt x="5613771" y="327380"/>
                  </a:lnTo>
                  <a:lnTo>
                    <a:pt x="5613988" y="327380"/>
                  </a:lnTo>
                  <a:lnTo>
                    <a:pt x="5614096" y="327380"/>
                  </a:lnTo>
                  <a:lnTo>
                    <a:pt x="5614313" y="327380"/>
                  </a:lnTo>
                  <a:lnTo>
                    <a:pt x="5614422" y="327380"/>
                  </a:lnTo>
                  <a:lnTo>
                    <a:pt x="5615072" y="326133"/>
                  </a:lnTo>
                  <a:lnTo>
                    <a:pt x="5615181" y="326133"/>
                  </a:lnTo>
                  <a:lnTo>
                    <a:pt x="5615289" y="326133"/>
                  </a:lnTo>
                  <a:lnTo>
                    <a:pt x="5615398" y="326133"/>
                  </a:lnTo>
                  <a:lnTo>
                    <a:pt x="5615832" y="326133"/>
                  </a:lnTo>
                  <a:lnTo>
                    <a:pt x="5616048" y="326133"/>
                  </a:lnTo>
                  <a:lnTo>
                    <a:pt x="5616157" y="326133"/>
                  </a:lnTo>
                  <a:lnTo>
                    <a:pt x="5616374" y="326133"/>
                  </a:lnTo>
                  <a:lnTo>
                    <a:pt x="5616591" y="326133"/>
                  </a:lnTo>
                  <a:lnTo>
                    <a:pt x="5616916" y="326133"/>
                  </a:lnTo>
                  <a:lnTo>
                    <a:pt x="5617133" y="326133"/>
                  </a:lnTo>
                  <a:lnTo>
                    <a:pt x="5617241" y="326133"/>
                  </a:lnTo>
                  <a:lnTo>
                    <a:pt x="5617675" y="326133"/>
                  </a:lnTo>
                  <a:lnTo>
                    <a:pt x="5617784" y="326133"/>
                  </a:lnTo>
                  <a:lnTo>
                    <a:pt x="5618434" y="324262"/>
                  </a:lnTo>
                  <a:lnTo>
                    <a:pt x="5618543" y="324262"/>
                  </a:lnTo>
                  <a:lnTo>
                    <a:pt x="5618977" y="323015"/>
                  </a:lnTo>
                  <a:lnTo>
                    <a:pt x="5619085" y="323015"/>
                  </a:lnTo>
                  <a:lnTo>
                    <a:pt x="5619193" y="323015"/>
                  </a:lnTo>
                  <a:lnTo>
                    <a:pt x="5619627" y="323015"/>
                  </a:lnTo>
                  <a:lnTo>
                    <a:pt x="5619736" y="323015"/>
                  </a:lnTo>
                  <a:lnTo>
                    <a:pt x="5620278" y="323015"/>
                  </a:lnTo>
                  <a:lnTo>
                    <a:pt x="5620386" y="323015"/>
                  </a:lnTo>
                  <a:lnTo>
                    <a:pt x="5620820" y="323015"/>
                  </a:lnTo>
                  <a:lnTo>
                    <a:pt x="5621254" y="323015"/>
                  </a:lnTo>
                  <a:lnTo>
                    <a:pt x="5621471" y="323015"/>
                  </a:lnTo>
                  <a:lnTo>
                    <a:pt x="5621579" y="323015"/>
                  </a:lnTo>
                  <a:lnTo>
                    <a:pt x="5621688" y="323015"/>
                  </a:lnTo>
                  <a:lnTo>
                    <a:pt x="5621796" y="323015"/>
                  </a:lnTo>
                  <a:lnTo>
                    <a:pt x="5622338" y="321768"/>
                  </a:lnTo>
                  <a:lnTo>
                    <a:pt x="5622664" y="321768"/>
                  </a:lnTo>
                  <a:lnTo>
                    <a:pt x="5622772" y="321768"/>
                  </a:lnTo>
                  <a:lnTo>
                    <a:pt x="5622772" y="321144"/>
                  </a:lnTo>
                  <a:lnTo>
                    <a:pt x="5622989" y="321144"/>
                  </a:lnTo>
                  <a:lnTo>
                    <a:pt x="5623206" y="321144"/>
                  </a:lnTo>
                  <a:lnTo>
                    <a:pt x="5623531" y="321144"/>
                  </a:lnTo>
                  <a:lnTo>
                    <a:pt x="5623748" y="321144"/>
                  </a:lnTo>
                  <a:lnTo>
                    <a:pt x="5623857" y="321144"/>
                  </a:lnTo>
                  <a:lnTo>
                    <a:pt x="5623965" y="321144"/>
                  </a:lnTo>
                  <a:lnTo>
                    <a:pt x="5625483" y="319897"/>
                  </a:lnTo>
                  <a:lnTo>
                    <a:pt x="5625700" y="319897"/>
                  </a:lnTo>
                  <a:lnTo>
                    <a:pt x="5625917" y="319897"/>
                  </a:lnTo>
                  <a:lnTo>
                    <a:pt x="5626351" y="319897"/>
                  </a:lnTo>
                  <a:lnTo>
                    <a:pt x="5626568" y="319897"/>
                  </a:lnTo>
                  <a:lnTo>
                    <a:pt x="5626676" y="319897"/>
                  </a:lnTo>
                  <a:lnTo>
                    <a:pt x="5626785" y="319897"/>
                  </a:lnTo>
                  <a:lnTo>
                    <a:pt x="5626893" y="319897"/>
                  </a:lnTo>
                  <a:lnTo>
                    <a:pt x="5627110" y="319897"/>
                  </a:lnTo>
                  <a:lnTo>
                    <a:pt x="5627435" y="319897"/>
                  </a:lnTo>
                  <a:lnTo>
                    <a:pt x="5627544" y="319897"/>
                  </a:lnTo>
                  <a:lnTo>
                    <a:pt x="5627652" y="319897"/>
                  </a:lnTo>
                  <a:lnTo>
                    <a:pt x="5627869" y="319897"/>
                  </a:lnTo>
                  <a:lnTo>
                    <a:pt x="5628086" y="319897"/>
                  </a:lnTo>
                  <a:lnTo>
                    <a:pt x="5629062" y="319897"/>
                  </a:lnTo>
                  <a:lnTo>
                    <a:pt x="5629604" y="319897"/>
                  </a:lnTo>
                  <a:lnTo>
                    <a:pt x="5630147" y="319897"/>
                  </a:lnTo>
                  <a:lnTo>
                    <a:pt x="5630580" y="319274"/>
                  </a:lnTo>
                  <a:lnTo>
                    <a:pt x="5630689" y="319274"/>
                  </a:lnTo>
                  <a:lnTo>
                    <a:pt x="5630797" y="319274"/>
                  </a:lnTo>
                  <a:lnTo>
                    <a:pt x="5631014" y="319274"/>
                  </a:lnTo>
                  <a:lnTo>
                    <a:pt x="5631123" y="319274"/>
                  </a:lnTo>
                  <a:lnTo>
                    <a:pt x="5631340" y="319274"/>
                  </a:lnTo>
                  <a:lnTo>
                    <a:pt x="5631665" y="319274"/>
                  </a:lnTo>
                  <a:lnTo>
                    <a:pt x="5631773" y="319274"/>
                  </a:lnTo>
                  <a:lnTo>
                    <a:pt x="5632099" y="319274"/>
                  </a:lnTo>
                  <a:lnTo>
                    <a:pt x="5632316" y="319274"/>
                  </a:lnTo>
                  <a:lnTo>
                    <a:pt x="5632424" y="319274"/>
                  </a:lnTo>
                  <a:lnTo>
                    <a:pt x="5632532" y="319274"/>
                  </a:lnTo>
                  <a:lnTo>
                    <a:pt x="5632641" y="319274"/>
                  </a:lnTo>
                  <a:lnTo>
                    <a:pt x="5632749" y="319274"/>
                  </a:lnTo>
                  <a:lnTo>
                    <a:pt x="5633183" y="318650"/>
                  </a:lnTo>
                  <a:lnTo>
                    <a:pt x="5633400" y="318650"/>
                  </a:lnTo>
                  <a:lnTo>
                    <a:pt x="5633617" y="318650"/>
                  </a:lnTo>
                  <a:lnTo>
                    <a:pt x="5633725" y="318650"/>
                  </a:lnTo>
                  <a:lnTo>
                    <a:pt x="5633834" y="318650"/>
                  </a:lnTo>
                  <a:lnTo>
                    <a:pt x="5633942" y="318650"/>
                  </a:lnTo>
                  <a:lnTo>
                    <a:pt x="5634485" y="318026"/>
                  </a:lnTo>
                  <a:lnTo>
                    <a:pt x="5635027" y="318026"/>
                  </a:lnTo>
                  <a:lnTo>
                    <a:pt x="5635461" y="318026"/>
                  </a:lnTo>
                  <a:lnTo>
                    <a:pt x="5635569" y="318026"/>
                  </a:lnTo>
                  <a:lnTo>
                    <a:pt x="5635677" y="318026"/>
                  </a:lnTo>
                  <a:lnTo>
                    <a:pt x="5635894" y="318026"/>
                  </a:lnTo>
                  <a:lnTo>
                    <a:pt x="5636003" y="318026"/>
                  </a:lnTo>
                  <a:lnTo>
                    <a:pt x="5636220" y="318026"/>
                  </a:lnTo>
                  <a:lnTo>
                    <a:pt x="5636328" y="318026"/>
                  </a:lnTo>
                  <a:lnTo>
                    <a:pt x="5636545" y="318026"/>
                  </a:lnTo>
                  <a:lnTo>
                    <a:pt x="5636979" y="316779"/>
                  </a:lnTo>
                  <a:lnTo>
                    <a:pt x="5637196" y="316779"/>
                  </a:lnTo>
                  <a:lnTo>
                    <a:pt x="5637738" y="316779"/>
                  </a:lnTo>
                  <a:lnTo>
                    <a:pt x="5637846" y="316779"/>
                  </a:lnTo>
                  <a:lnTo>
                    <a:pt x="5637955" y="316779"/>
                  </a:lnTo>
                  <a:lnTo>
                    <a:pt x="5638063" y="316779"/>
                  </a:lnTo>
                  <a:lnTo>
                    <a:pt x="5638172" y="316779"/>
                  </a:lnTo>
                  <a:lnTo>
                    <a:pt x="5638280" y="316779"/>
                  </a:lnTo>
                  <a:lnTo>
                    <a:pt x="5638931" y="316156"/>
                  </a:lnTo>
                  <a:lnTo>
                    <a:pt x="5639039" y="316156"/>
                  </a:lnTo>
                  <a:lnTo>
                    <a:pt x="5639473" y="316156"/>
                  </a:lnTo>
                  <a:lnTo>
                    <a:pt x="5639798" y="316156"/>
                  </a:lnTo>
                  <a:lnTo>
                    <a:pt x="5639907" y="316156"/>
                  </a:lnTo>
                  <a:lnTo>
                    <a:pt x="5640232" y="316156"/>
                  </a:lnTo>
                  <a:lnTo>
                    <a:pt x="5640341" y="316156"/>
                  </a:lnTo>
                  <a:lnTo>
                    <a:pt x="5640449" y="316156"/>
                  </a:lnTo>
                  <a:lnTo>
                    <a:pt x="5640774" y="316156"/>
                  </a:lnTo>
                  <a:lnTo>
                    <a:pt x="5640883" y="315532"/>
                  </a:lnTo>
                  <a:lnTo>
                    <a:pt x="5641425" y="315532"/>
                  </a:lnTo>
                  <a:lnTo>
                    <a:pt x="5641534" y="315532"/>
                  </a:lnTo>
                  <a:lnTo>
                    <a:pt x="5642293" y="315532"/>
                  </a:lnTo>
                  <a:lnTo>
                    <a:pt x="5642618" y="315532"/>
                  </a:lnTo>
                  <a:lnTo>
                    <a:pt x="5642727" y="315532"/>
                  </a:lnTo>
                  <a:lnTo>
                    <a:pt x="5642943" y="315532"/>
                  </a:lnTo>
                  <a:lnTo>
                    <a:pt x="5643052" y="314909"/>
                  </a:lnTo>
                  <a:lnTo>
                    <a:pt x="5643160" y="314909"/>
                  </a:lnTo>
                  <a:lnTo>
                    <a:pt x="5643377" y="314909"/>
                  </a:lnTo>
                  <a:lnTo>
                    <a:pt x="5643594" y="314909"/>
                  </a:lnTo>
                  <a:lnTo>
                    <a:pt x="5643703" y="314909"/>
                  </a:lnTo>
                  <a:lnTo>
                    <a:pt x="5643811" y="314909"/>
                  </a:lnTo>
                  <a:lnTo>
                    <a:pt x="5643919" y="314909"/>
                  </a:lnTo>
                  <a:lnTo>
                    <a:pt x="5644028" y="314909"/>
                  </a:lnTo>
                  <a:lnTo>
                    <a:pt x="5644136" y="314909"/>
                  </a:lnTo>
                  <a:lnTo>
                    <a:pt x="5644353" y="314909"/>
                  </a:lnTo>
                  <a:lnTo>
                    <a:pt x="5644462" y="314909"/>
                  </a:lnTo>
                  <a:lnTo>
                    <a:pt x="5644679" y="314909"/>
                  </a:lnTo>
                  <a:lnTo>
                    <a:pt x="5644679" y="314285"/>
                  </a:lnTo>
                  <a:lnTo>
                    <a:pt x="5645438" y="314285"/>
                  </a:lnTo>
                  <a:lnTo>
                    <a:pt x="5645546" y="314285"/>
                  </a:lnTo>
                  <a:lnTo>
                    <a:pt x="5645980" y="314285"/>
                  </a:lnTo>
                  <a:lnTo>
                    <a:pt x="5646088" y="314285"/>
                  </a:lnTo>
                  <a:lnTo>
                    <a:pt x="5646305" y="314285"/>
                  </a:lnTo>
                  <a:lnTo>
                    <a:pt x="5647173" y="314285"/>
                  </a:lnTo>
                  <a:lnTo>
                    <a:pt x="5647498" y="314285"/>
                  </a:lnTo>
                  <a:lnTo>
                    <a:pt x="5647715" y="314285"/>
                  </a:lnTo>
                  <a:lnTo>
                    <a:pt x="5648040" y="314285"/>
                  </a:lnTo>
                  <a:lnTo>
                    <a:pt x="5648149" y="314285"/>
                  </a:lnTo>
                  <a:lnTo>
                    <a:pt x="5648149" y="313661"/>
                  </a:lnTo>
                  <a:lnTo>
                    <a:pt x="5648257" y="313661"/>
                  </a:lnTo>
                  <a:lnTo>
                    <a:pt x="5648474" y="313661"/>
                  </a:lnTo>
                  <a:lnTo>
                    <a:pt x="5648691" y="313661"/>
                  </a:lnTo>
                  <a:lnTo>
                    <a:pt x="5648800" y="313661"/>
                  </a:lnTo>
                  <a:lnTo>
                    <a:pt x="5648908" y="313661"/>
                  </a:lnTo>
                  <a:lnTo>
                    <a:pt x="5649125" y="313661"/>
                  </a:lnTo>
                  <a:lnTo>
                    <a:pt x="5649342" y="313661"/>
                  </a:lnTo>
                  <a:lnTo>
                    <a:pt x="5649559" y="313661"/>
                  </a:lnTo>
                  <a:lnTo>
                    <a:pt x="5649884" y="313661"/>
                  </a:lnTo>
                  <a:lnTo>
                    <a:pt x="5649992" y="313661"/>
                  </a:lnTo>
                  <a:lnTo>
                    <a:pt x="5650643" y="313038"/>
                  </a:lnTo>
                  <a:lnTo>
                    <a:pt x="5650752" y="313038"/>
                  </a:lnTo>
                  <a:lnTo>
                    <a:pt x="5650968" y="311791"/>
                  </a:lnTo>
                  <a:lnTo>
                    <a:pt x="5651077" y="311791"/>
                  </a:lnTo>
                  <a:lnTo>
                    <a:pt x="5651402" y="311791"/>
                  </a:lnTo>
                  <a:lnTo>
                    <a:pt x="5651619" y="311791"/>
                  </a:lnTo>
                  <a:lnTo>
                    <a:pt x="5651728" y="311791"/>
                  </a:lnTo>
                  <a:lnTo>
                    <a:pt x="5651945" y="311791"/>
                  </a:lnTo>
                  <a:lnTo>
                    <a:pt x="5652270" y="311791"/>
                  </a:lnTo>
                  <a:lnTo>
                    <a:pt x="5652378" y="311791"/>
                  </a:lnTo>
                  <a:lnTo>
                    <a:pt x="5652487" y="311791"/>
                  </a:lnTo>
                  <a:lnTo>
                    <a:pt x="5652487" y="311167"/>
                  </a:lnTo>
                  <a:lnTo>
                    <a:pt x="5652595" y="311167"/>
                  </a:lnTo>
                  <a:lnTo>
                    <a:pt x="5652704" y="311167"/>
                  </a:lnTo>
                  <a:lnTo>
                    <a:pt x="5653029" y="311167"/>
                  </a:lnTo>
                  <a:lnTo>
                    <a:pt x="5653354" y="311167"/>
                  </a:lnTo>
                  <a:lnTo>
                    <a:pt x="5654113" y="311167"/>
                  </a:lnTo>
                  <a:lnTo>
                    <a:pt x="5654222" y="311167"/>
                  </a:lnTo>
                  <a:lnTo>
                    <a:pt x="5655740" y="309920"/>
                  </a:lnTo>
                  <a:lnTo>
                    <a:pt x="5655957" y="309920"/>
                  </a:lnTo>
                  <a:lnTo>
                    <a:pt x="5656174" y="309920"/>
                  </a:lnTo>
                  <a:lnTo>
                    <a:pt x="5656391" y="309920"/>
                  </a:lnTo>
                  <a:lnTo>
                    <a:pt x="5656608" y="309920"/>
                  </a:lnTo>
                  <a:lnTo>
                    <a:pt x="5656716" y="309920"/>
                  </a:lnTo>
                  <a:lnTo>
                    <a:pt x="5657042" y="309920"/>
                  </a:lnTo>
                  <a:lnTo>
                    <a:pt x="5657584" y="309920"/>
                  </a:lnTo>
                  <a:lnTo>
                    <a:pt x="5657692" y="309920"/>
                  </a:lnTo>
                  <a:lnTo>
                    <a:pt x="5657909" y="309920"/>
                  </a:lnTo>
                  <a:lnTo>
                    <a:pt x="5657909" y="309296"/>
                  </a:lnTo>
                  <a:lnTo>
                    <a:pt x="5657909" y="308673"/>
                  </a:lnTo>
                  <a:lnTo>
                    <a:pt x="5658126" y="308673"/>
                  </a:lnTo>
                  <a:lnTo>
                    <a:pt x="5658343" y="308673"/>
                  </a:lnTo>
                  <a:lnTo>
                    <a:pt x="5658777" y="308049"/>
                  </a:lnTo>
                  <a:lnTo>
                    <a:pt x="5659319" y="308049"/>
                  </a:lnTo>
                  <a:lnTo>
                    <a:pt x="5659644" y="308049"/>
                  </a:lnTo>
                  <a:lnTo>
                    <a:pt x="5659970" y="307426"/>
                  </a:lnTo>
                  <a:lnTo>
                    <a:pt x="5660078" y="307426"/>
                  </a:lnTo>
                  <a:lnTo>
                    <a:pt x="5660295" y="307426"/>
                  </a:lnTo>
                  <a:lnTo>
                    <a:pt x="5660512" y="307426"/>
                  </a:lnTo>
                  <a:lnTo>
                    <a:pt x="5660837" y="307426"/>
                  </a:lnTo>
                  <a:lnTo>
                    <a:pt x="5660946" y="307426"/>
                  </a:lnTo>
                  <a:lnTo>
                    <a:pt x="5661054" y="307426"/>
                  </a:lnTo>
                  <a:lnTo>
                    <a:pt x="5661163" y="307426"/>
                  </a:lnTo>
                  <a:lnTo>
                    <a:pt x="5661271" y="307426"/>
                  </a:lnTo>
                  <a:lnTo>
                    <a:pt x="5661488" y="307426"/>
                  </a:lnTo>
                  <a:lnTo>
                    <a:pt x="5662030" y="307426"/>
                  </a:lnTo>
                  <a:lnTo>
                    <a:pt x="5662139" y="307426"/>
                  </a:lnTo>
                  <a:lnTo>
                    <a:pt x="5662247" y="307426"/>
                  </a:lnTo>
                  <a:lnTo>
                    <a:pt x="5662464" y="307426"/>
                  </a:lnTo>
                  <a:lnTo>
                    <a:pt x="5662572" y="307426"/>
                  </a:lnTo>
                  <a:lnTo>
                    <a:pt x="5662681" y="307426"/>
                  </a:lnTo>
                  <a:lnTo>
                    <a:pt x="5662789" y="307426"/>
                  </a:lnTo>
                  <a:lnTo>
                    <a:pt x="5663223" y="307426"/>
                  </a:lnTo>
                  <a:lnTo>
                    <a:pt x="5663440" y="307426"/>
                  </a:lnTo>
                  <a:lnTo>
                    <a:pt x="5663548" y="306802"/>
                  </a:lnTo>
                  <a:lnTo>
                    <a:pt x="5663765" y="306802"/>
                  </a:lnTo>
                  <a:lnTo>
                    <a:pt x="5663982" y="306802"/>
                  </a:lnTo>
                  <a:lnTo>
                    <a:pt x="5664524" y="306802"/>
                  </a:lnTo>
                  <a:lnTo>
                    <a:pt x="5664633" y="306802"/>
                  </a:lnTo>
                  <a:lnTo>
                    <a:pt x="5664958" y="306178"/>
                  </a:lnTo>
                  <a:lnTo>
                    <a:pt x="5665067" y="306178"/>
                  </a:lnTo>
                  <a:lnTo>
                    <a:pt x="5665175" y="305555"/>
                  </a:lnTo>
                  <a:lnTo>
                    <a:pt x="5665392" y="305555"/>
                  </a:lnTo>
                  <a:lnTo>
                    <a:pt x="5665500" y="305555"/>
                  </a:lnTo>
                  <a:lnTo>
                    <a:pt x="5666476" y="305555"/>
                  </a:lnTo>
                  <a:lnTo>
                    <a:pt x="5666585" y="305555"/>
                  </a:lnTo>
                  <a:lnTo>
                    <a:pt x="5666910" y="305555"/>
                  </a:lnTo>
                  <a:lnTo>
                    <a:pt x="5667019" y="305555"/>
                  </a:lnTo>
                  <a:lnTo>
                    <a:pt x="5667127" y="305555"/>
                  </a:lnTo>
                  <a:lnTo>
                    <a:pt x="5667236" y="305555"/>
                  </a:lnTo>
                  <a:lnTo>
                    <a:pt x="5667236" y="304931"/>
                  </a:lnTo>
                  <a:lnTo>
                    <a:pt x="5667561" y="304931"/>
                  </a:lnTo>
                  <a:lnTo>
                    <a:pt x="5667995" y="304931"/>
                  </a:lnTo>
                  <a:lnTo>
                    <a:pt x="5668212" y="304931"/>
                  </a:lnTo>
                  <a:lnTo>
                    <a:pt x="5668429" y="304931"/>
                  </a:lnTo>
                  <a:lnTo>
                    <a:pt x="5668645" y="304931"/>
                  </a:lnTo>
                  <a:lnTo>
                    <a:pt x="5668754" y="304931"/>
                  </a:lnTo>
                  <a:lnTo>
                    <a:pt x="5668971" y="304308"/>
                  </a:lnTo>
                  <a:lnTo>
                    <a:pt x="5669079" y="304308"/>
                  </a:lnTo>
                  <a:lnTo>
                    <a:pt x="5669188" y="304308"/>
                  </a:lnTo>
                  <a:lnTo>
                    <a:pt x="5669621" y="304308"/>
                  </a:lnTo>
                  <a:lnTo>
                    <a:pt x="5669947" y="304308"/>
                  </a:lnTo>
                  <a:lnTo>
                    <a:pt x="5670055" y="304308"/>
                  </a:lnTo>
                  <a:lnTo>
                    <a:pt x="5670164" y="304308"/>
                  </a:lnTo>
                  <a:lnTo>
                    <a:pt x="5670706" y="304308"/>
                  </a:lnTo>
                  <a:lnTo>
                    <a:pt x="5670814" y="304308"/>
                  </a:lnTo>
                  <a:lnTo>
                    <a:pt x="5671140" y="304308"/>
                  </a:lnTo>
                  <a:lnTo>
                    <a:pt x="5671248" y="304308"/>
                  </a:lnTo>
                  <a:lnTo>
                    <a:pt x="5671357" y="304308"/>
                  </a:lnTo>
                  <a:lnTo>
                    <a:pt x="5671790" y="304308"/>
                  </a:lnTo>
                  <a:lnTo>
                    <a:pt x="5672983" y="302437"/>
                  </a:lnTo>
                  <a:lnTo>
                    <a:pt x="5673309" y="302437"/>
                  </a:lnTo>
                  <a:lnTo>
                    <a:pt x="5673417" y="302437"/>
                  </a:lnTo>
                  <a:lnTo>
                    <a:pt x="5673526" y="302437"/>
                  </a:lnTo>
                  <a:lnTo>
                    <a:pt x="5673851" y="302437"/>
                  </a:lnTo>
                  <a:lnTo>
                    <a:pt x="5673959" y="301813"/>
                  </a:lnTo>
                  <a:lnTo>
                    <a:pt x="5674068" y="301813"/>
                  </a:lnTo>
                  <a:lnTo>
                    <a:pt x="5674285" y="301813"/>
                  </a:lnTo>
                  <a:lnTo>
                    <a:pt x="5674393" y="301813"/>
                  </a:lnTo>
                  <a:lnTo>
                    <a:pt x="5674502" y="301813"/>
                  </a:lnTo>
                  <a:lnTo>
                    <a:pt x="5674827" y="301813"/>
                  </a:lnTo>
                  <a:lnTo>
                    <a:pt x="5675152" y="299943"/>
                  </a:lnTo>
                  <a:lnTo>
                    <a:pt x="5675261" y="299943"/>
                  </a:lnTo>
                  <a:lnTo>
                    <a:pt x="5675369" y="299943"/>
                  </a:lnTo>
                  <a:lnTo>
                    <a:pt x="5675694" y="299943"/>
                  </a:lnTo>
                  <a:lnTo>
                    <a:pt x="5675911" y="299943"/>
                  </a:lnTo>
                  <a:lnTo>
                    <a:pt x="5676020" y="299943"/>
                  </a:lnTo>
                  <a:lnTo>
                    <a:pt x="5676128" y="299943"/>
                  </a:lnTo>
                  <a:lnTo>
                    <a:pt x="5676345" y="299943"/>
                  </a:lnTo>
                  <a:lnTo>
                    <a:pt x="5676562" y="299943"/>
                  </a:lnTo>
                  <a:lnTo>
                    <a:pt x="5676779" y="298695"/>
                  </a:lnTo>
                  <a:lnTo>
                    <a:pt x="5676996" y="298072"/>
                  </a:lnTo>
                  <a:lnTo>
                    <a:pt x="5677213" y="298072"/>
                  </a:lnTo>
                  <a:lnTo>
                    <a:pt x="5677647" y="298072"/>
                  </a:lnTo>
                  <a:lnTo>
                    <a:pt x="5678080" y="298072"/>
                  </a:lnTo>
                  <a:lnTo>
                    <a:pt x="5678189" y="296825"/>
                  </a:lnTo>
                  <a:lnTo>
                    <a:pt x="5678297" y="296825"/>
                  </a:lnTo>
                  <a:lnTo>
                    <a:pt x="5678948" y="296825"/>
                  </a:lnTo>
                  <a:lnTo>
                    <a:pt x="5679165" y="296201"/>
                  </a:lnTo>
                  <a:lnTo>
                    <a:pt x="5679273" y="296201"/>
                  </a:lnTo>
                  <a:lnTo>
                    <a:pt x="5679382" y="296201"/>
                  </a:lnTo>
                  <a:lnTo>
                    <a:pt x="5679490" y="296201"/>
                  </a:lnTo>
                  <a:lnTo>
                    <a:pt x="5679707" y="296201"/>
                  </a:lnTo>
                  <a:lnTo>
                    <a:pt x="5680249" y="296201"/>
                  </a:lnTo>
                  <a:lnTo>
                    <a:pt x="5680466" y="296201"/>
                  </a:lnTo>
                  <a:lnTo>
                    <a:pt x="5680900" y="296201"/>
                  </a:lnTo>
                  <a:lnTo>
                    <a:pt x="5681117" y="295578"/>
                  </a:lnTo>
                  <a:lnTo>
                    <a:pt x="5681334" y="295578"/>
                  </a:lnTo>
                  <a:lnTo>
                    <a:pt x="5681442" y="295578"/>
                  </a:lnTo>
                  <a:lnTo>
                    <a:pt x="5681551" y="295578"/>
                  </a:lnTo>
                  <a:lnTo>
                    <a:pt x="5681659" y="295578"/>
                  </a:lnTo>
                  <a:lnTo>
                    <a:pt x="5681768" y="295578"/>
                  </a:lnTo>
                  <a:lnTo>
                    <a:pt x="5681876" y="295578"/>
                  </a:lnTo>
                  <a:lnTo>
                    <a:pt x="5682093" y="295578"/>
                  </a:lnTo>
                  <a:lnTo>
                    <a:pt x="5682960" y="293083"/>
                  </a:lnTo>
                  <a:lnTo>
                    <a:pt x="5683069" y="293083"/>
                  </a:lnTo>
                  <a:lnTo>
                    <a:pt x="5683394" y="293083"/>
                  </a:lnTo>
                  <a:lnTo>
                    <a:pt x="5683503" y="293083"/>
                  </a:lnTo>
                  <a:lnTo>
                    <a:pt x="5683611" y="293083"/>
                  </a:lnTo>
                  <a:lnTo>
                    <a:pt x="5683828" y="292460"/>
                  </a:lnTo>
                  <a:lnTo>
                    <a:pt x="5683936" y="292460"/>
                  </a:lnTo>
                  <a:lnTo>
                    <a:pt x="5684479" y="291836"/>
                  </a:lnTo>
                  <a:lnTo>
                    <a:pt x="5684587" y="291836"/>
                  </a:lnTo>
                  <a:lnTo>
                    <a:pt x="5684696" y="291836"/>
                  </a:lnTo>
                  <a:lnTo>
                    <a:pt x="5684912" y="291836"/>
                  </a:lnTo>
                  <a:lnTo>
                    <a:pt x="5685129" y="291836"/>
                  </a:lnTo>
                  <a:lnTo>
                    <a:pt x="5685238" y="291836"/>
                  </a:lnTo>
                  <a:lnTo>
                    <a:pt x="5685780" y="291836"/>
                  </a:lnTo>
                  <a:lnTo>
                    <a:pt x="5686105" y="291836"/>
                  </a:lnTo>
                  <a:lnTo>
                    <a:pt x="5686322" y="291836"/>
                  </a:lnTo>
                  <a:lnTo>
                    <a:pt x="5686539" y="291836"/>
                  </a:lnTo>
                  <a:lnTo>
                    <a:pt x="5686648" y="291836"/>
                  </a:lnTo>
                  <a:lnTo>
                    <a:pt x="5687298" y="291836"/>
                  </a:lnTo>
                  <a:lnTo>
                    <a:pt x="5687624" y="291212"/>
                  </a:lnTo>
                  <a:lnTo>
                    <a:pt x="5688057" y="290589"/>
                  </a:lnTo>
                  <a:lnTo>
                    <a:pt x="5688274" y="290589"/>
                  </a:lnTo>
                  <a:lnTo>
                    <a:pt x="5688491" y="289965"/>
                  </a:lnTo>
                  <a:lnTo>
                    <a:pt x="5688600" y="289965"/>
                  </a:lnTo>
                  <a:lnTo>
                    <a:pt x="5688708" y="289965"/>
                  </a:lnTo>
                  <a:lnTo>
                    <a:pt x="5688817" y="289965"/>
                  </a:lnTo>
                  <a:lnTo>
                    <a:pt x="5689142" y="289965"/>
                  </a:lnTo>
                  <a:lnTo>
                    <a:pt x="5689250" y="289965"/>
                  </a:lnTo>
                  <a:lnTo>
                    <a:pt x="5689359" y="289965"/>
                  </a:lnTo>
                  <a:lnTo>
                    <a:pt x="5689576" y="289965"/>
                  </a:lnTo>
                  <a:lnTo>
                    <a:pt x="5689684" y="289965"/>
                  </a:lnTo>
                  <a:lnTo>
                    <a:pt x="5689793" y="289965"/>
                  </a:lnTo>
                  <a:lnTo>
                    <a:pt x="5689901" y="289965"/>
                  </a:lnTo>
                  <a:lnTo>
                    <a:pt x="5690226" y="289965"/>
                  </a:lnTo>
                  <a:lnTo>
                    <a:pt x="5690443" y="289965"/>
                  </a:lnTo>
                  <a:lnTo>
                    <a:pt x="5690552" y="289965"/>
                  </a:lnTo>
                  <a:lnTo>
                    <a:pt x="5690769" y="289965"/>
                  </a:lnTo>
                  <a:lnTo>
                    <a:pt x="5690986" y="289965"/>
                  </a:lnTo>
                  <a:lnTo>
                    <a:pt x="5691094" y="289965"/>
                  </a:lnTo>
                  <a:lnTo>
                    <a:pt x="5691202" y="289965"/>
                  </a:lnTo>
                  <a:lnTo>
                    <a:pt x="5691419" y="289965"/>
                  </a:lnTo>
                  <a:lnTo>
                    <a:pt x="5691528" y="289965"/>
                  </a:lnTo>
                  <a:lnTo>
                    <a:pt x="5694022" y="288095"/>
                  </a:lnTo>
                  <a:lnTo>
                    <a:pt x="5694347" y="288095"/>
                  </a:lnTo>
                  <a:lnTo>
                    <a:pt x="5694564" y="288095"/>
                  </a:lnTo>
                  <a:lnTo>
                    <a:pt x="5694890" y="287471"/>
                  </a:lnTo>
                  <a:lnTo>
                    <a:pt x="5694998" y="287471"/>
                  </a:lnTo>
                  <a:lnTo>
                    <a:pt x="5695107" y="287471"/>
                  </a:lnTo>
                  <a:lnTo>
                    <a:pt x="5695323" y="287471"/>
                  </a:lnTo>
                  <a:lnTo>
                    <a:pt x="5695432" y="287471"/>
                  </a:lnTo>
                  <a:lnTo>
                    <a:pt x="5695540" y="287471"/>
                  </a:lnTo>
                  <a:lnTo>
                    <a:pt x="5696083" y="287471"/>
                  </a:lnTo>
                  <a:lnTo>
                    <a:pt x="5696083" y="286847"/>
                  </a:lnTo>
                  <a:lnTo>
                    <a:pt x="5696083" y="286224"/>
                  </a:lnTo>
                  <a:lnTo>
                    <a:pt x="5696299" y="286224"/>
                  </a:lnTo>
                  <a:lnTo>
                    <a:pt x="5696516" y="286224"/>
                  </a:lnTo>
                  <a:lnTo>
                    <a:pt x="5696625" y="286224"/>
                  </a:lnTo>
                  <a:lnTo>
                    <a:pt x="5696842" y="285600"/>
                  </a:lnTo>
                  <a:lnTo>
                    <a:pt x="5696950" y="285600"/>
                  </a:lnTo>
                  <a:lnTo>
                    <a:pt x="5697167" y="284977"/>
                  </a:lnTo>
                  <a:lnTo>
                    <a:pt x="5697275" y="284977"/>
                  </a:lnTo>
                  <a:lnTo>
                    <a:pt x="5697384" y="284977"/>
                  </a:lnTo>
                  <a:lnTo>
                    <a:pt x="5697709" y="284977"/>
                  </a:lnTo>
                  <a:lnTo>
                    <a:pt x="5698360" y="284977"/>
                  </a:lnTo>
                  <a:lnTo>
                    <a:pt x="5698468" y="284977"/>
                  </a:lnTo>
                  <a:lnTo>
                    <a:pt x="5698577" y="284977"/>
                  </a:lnTo>
                  <a:lnTo>
                    <a:pt x="5698685" y="284977"/>
                  </a:lnTo>
                  <a:lnTo>
                    <a:pt x="5698794" y="284977"/>
                  </a:lnTo>
                  <a:lnTo>
                    <a:pt x="5699011" y="284977"/>
                  </a:lnTo>
                  <a:lnTo>
                    <a:pt x="5699119" y="284977"/>
                  </a:lnTo>
                  <a:lnTo>
                    <a:pt x="5699336" y="284977"/>
                  </a:lnTo>
                  <a:lnTo>
                    <a:pt x="5699553" y="284977"/>
                  </a:lnTo>
                  <a:lnTo>
                    <a:pt x="5699770" y="284977"/>
                  </a:lnTo>
                  <a:lnTo>
                    <a:pt x="5700420" y="284977"/>
                  </a:lnTo>
                  <a:lnTo>
                    <a:pt x="5700637" y="284977"/>
                  </a:lnTo>
                  <a:lnTo>
                    <a:pt x="5700746" y="284977"/>
                  </a:lnTo>
                  <a:lnTo>
                    <a:pt x="5700854" y="284353"/>
                  </a:lnTo>
                  <a:lnTo>
                    <a:pt x="5700854" y="283729"/>
                  </a:lnTo>
                  <a:lnTo>
                    <a:pt x="5701396" y="283729"/>
                  </a:lnTo>
                  <a:lnTo>
                    <a:pt x="5701722" y="283729"/>
                  </a:lnTo>
                  <a:lnTo>
                    <a:pt x="5702264" y="283729"/>
                  </a:lnTo>
                  <a:lnTo>
                    <a:pt x="5702589" y="283729"/>
                  </a:lnTo>
                  <a:lnTo>
                    <a:pt x="5703240" y="283729"/>
                  </a:lnTo>
                  <a:lnTo>
                    <a:pt x="5703349" y="283729"/>
                  </a:lnTo>
                  <a:lnTo>
                    <a:pt x="5703999" y="283106"/>
                  </a:lnTo>
                  <a:lnTo>
                    <a:pt x="5704541" y="283106"/>
                  </a:lnTo>
                  <a:lnTo>
                    <a:pt x="5704758" y="283106"/>
                  </a:lnTo>
                  <a:lnTo>
                    <a:pt x="5704975" y="283106"/>
                  </a:lnTo>
                  <a:lnTo>
                    <a:pt x="5705084" y="283106"/>
                  </a:lnTo>
                  <a:lnTo>
                    <a:pt x="5705301" y="283106"/>
                  </a:lnTo>
                  <a:lnTo>
                    <a:pt x="5705409" y="283106"/>
                  </a:lnTo>
                  <a:lnTo>
                    <a:pt x="5705517" y="283106"/>
                  </a:lnTo>
                  <a:lnTo>
                    <a:pt x="5705843" y="282482"/>
                  </a:lnTo>
                  <a:lnTo>
                    <a:pt x="5705951" y="282482"/>
                  </a:lnTo>
                  <a:lnTo>
                    <a:pt x="5706060" y="282482"/>
                  </a:lnTo>
                  <a:lnTo>
                    <a:pt x="5706277" y="282482"/>
                  </a:lnTo>
                  <a:lnTo>
                    <a:pt x="5706385" y="282482"/>
                  </a:lnTo>
                  <a:lnTo>
                    <a:pt x="5706493" y="282482"/>
                  </a:lnTo>
                  <a:lnTo>
                    <a:pt x="5706602" y="282482"/>
                  </a:lnTo>
                  <a:lnTo>
                    <a:pt x="5706710" y="282482"/>
                  </a:lnTo>
                  <a:lnTo>
                    <a:pt x="5706819" y="282482"/>
                  </a:lnTo>
                  <a:lnTo>
                    <a:pt x="5706927" y="282482"/>
                  </a:lnTo>
                  <a:lnTo>
                    <a:pt x="5707253" y="282482"/>
                  </a:lnTo>
                  <a:lnTo>
                    <a:pt x="5707470" y="281859"/>
                  </a:lnTo>
                  <a:lnTo>
                    <a:pt x="5708229" y="281859"/>
                  </a:lnTo>
                  <a:lnTo>
                    <a:pt x="5708446" y="281859"/>
                  </a:lnTo>
                  <a:lnTo>
                    <a:pt x="5708554" y="281859"/>
                  </a:lnTo>
                  <a:lnTo>
                    <a:pt x="5708879" y="281859"/>
                  </a:lnTo>
                  <a:lnTo>
                    <a:pt x="5708988" y="281859"/>
                  </a:lnTo>
                  <a:lnTo>
                    <a:pt x="5709096" y="281859"/>
                  </a:lnTo>
                  <a:lnTo>
                    <a:pt x="5709205" y="281859"/>
                  </a:lnTo>
                  <a:lnTo>
                    <a:pt x="5709964" y="281859"/>
                  </a:lnTo>
                  <a:lnTo>
                    <a:pt x="5710072" y="281859"/>
                  </a:lnTo>
                  <a:lnTo>
                    <a:pt x="5710181" y="281859"/>
                  </a:lnTo>
                  <a:lnTo>
                    <a:pt x="5710289" y="281859"/>
                  </a:lnTo>
                  <a:lnTo>
                    <a:pt x="5710614" y="281859"/>
                  </a:lnTo>
                  <a:lnTo>
                    <a:pt x="5710723" y="281235"/>
                  </a:lnTo>
                  <a:lnTo>
                    <a:pt x="5711157" y="281235"/>
                  </a:lnTo>
                  <a:lnTo>
                    <a:pt x="5711374" y="281235"/>
                  </a:lnTo>
                  <a:lnTo>
                    <a:pt x="5711591" y="281235"/>
                  </a:lnTo>
                  <a:lnTo>
                    <a:pt x="5711916" y="281235"/>
                  </a:lnTo>
                  <a:lnTo>
                    <a:pt x="5712024" y="281235"/>
                  </a:lnTo>
                  <a:lnTo>
                    <a:pt x="5712458" y="281235"/>
                  </a:lnTo>
                  <a:lnTo>
                    <a:pt x="5712675" y="281235"/>
                  </a:lnTo>
                  <a:lnTo>
                    <a:pt x="5712783" y="281235"/>
                  </a:lnTo>
                  <a:lnTo>
                    <a:pt x="5713000" y="281235"/>
                  </a:lnTo>
                  <a:lnTo>
                    <a:pt x="5713217" y="281235"/>
                  </a:lnTo>
                  <a:lnTo>
                    <a:pt x="5713434" y="281235"/>
                  </a:lnTo>
                  <a:lnTo>
                    <a:pt x="5713651" y="281235"/>
                  </a:lnTo>
                  <a:lnTo>
                    <a:pt x="5714085" y="281235"/>
                  </a:lnTo>
                  <a:lnTo>
                    <a:pt x="5714193" y="281235"/>
                  </a:lnTo>
                  <a:lnTo>
                    <a:pt x="5714302" y="281235"/>
                  </a:lnTo>
                  <a:lnTo>
                    <a:pt x="5714410" y="281235"/>
                  </a:lnTo>
                  <a:lnTo>
                    <a:pt x="5714627" y="281235"/>
                  </a:lnTo>
                  <a:lnTo>
                    <a:pt x="5714735" y="281235"/>
                  </a:lnTo>
                  <a:lnTo>
                    <a:pt x="5715278" y="281235"/>
                  </a:lnTo>
                  <a:lnTo>
                    <a:pt x="5715386" y="281235"/>
                  </a:lnTo>
                  <a:lnTo>
                    <a:pt x="5715820" y="281235"/>
                  </a:lnTo>
                  <a:lnTo>
                    <a:pt x="5715928" y="281235"/>
                  </a:lnTo>
                  <a:lnTo>
                    <a:pt x="5716037" y="280612"/>
                  </a:lnTo>
                  <a:lnTo>
                    <a:pt x="5716254" y="280612"/>
                  </a:lnTo>
                  <a:lnTo>
                    <a:pt x="5716362" y="280612"/>
                  </a:lnTo>
                  <a:lnTo>
                    <a:pt x="5716579" y="279988"/>
                  </a:lnTo>
                  <a:lnTo>
                    <a:pt x="5717013" y="279988"/>
                  </a:lnTo>
                  <a:lnTo>
                    <a:pt x="5717989" y="279364"/>
                  </a:lnTo>
                  <a:lnTo>
                    <a:pt x="5718097" y="279364"/>
                  </a:lnTo>
                  <a:lnTo>
                    <a:pt x="5718314" y="279364"/>
                  </a:lnTo>
                  <a:lnTo>
                    <a:pt x="5718531" y="279364"/>
                  </a:lnTo>
                  <a:lnTo>
                    <a:pt x="5718640" y="279364"/>
                  </a:lnTo>
                  <a:lnTo>
                    <a:pt x="5718856" y="279364"/>
                  </a:lnTo>
                  <a:lnTo>
                    <a:pt x="5719073" y="279364"/>
                  </a:lnTo>
                  <a:lnTo>
                    <a:pt x="5719182" y="278741"/>
                  </a:lnTo>
                  <a:lnTo>
                    <a:pt x="5719290" y="278741"/>
                  </a:lnTo>
                  <a:lnTo>
                    <a:pt x="5719507" y="278741"/>
                  </a:lnTo>
                  <a:lnTo>
                    <a:pt x="5719724" y="278741"/>
                  </a:lnTo>
                  <a:lnTo>
                    <a:pt x="5719941" y="278741"/>
                  </a:lnTo>
                  <a:lnTo>
                    <a:pt x="5720483" y="278117"/>
                  </a:lnTo>
                  <a:lnTo>
                    <a:pt x="5720592" y="278117"/>
                  </a:lnTo>
                  <a:lnTo>
                    <a:pt x="5720700" y="278117"/>
                  </a:lnTo>
                  <a:lnTo>
                    <a:pt x="5721025" y="277494"/>
                  </a:lnTo>
                  <a:lnTo>
                    <a:pt x="5721459" y="277494"/>
                  </a:lnTo>
                  <a:lnTo>
                    <a:pt x="5721568" y="277494"/>
                  </a:lnTo>
                  <a:lnTo>
                    <a:pt x="5721785" y="277494"/>
                  </a:lnTo>
                  <a:lnTo>
                    <a:pt x="5722001" y="277494"/>
                  </a:lnTo>
                  <a:lnTo>
                    <a:pt x="5722652" y="276870"/>
                  </a:lnTo>
                  <a:lnTo>
                    <a:pt x="5722761" y="276870"/>
                  </a:lnTo>
                  <a:lnTo>
                    <a:pt x="5722977" y="276870"/>
                  </a:lnTo>
                  <a:lnTo>
                    <a:pt x="5723086" y="276870"/>
                  </a:lnTo>
                  <a:lnTo>
                    <a:pt x="5723411" y="276870"/>
                  </a:lnTo>
                  <a:lnTo>
                    <a:pt x="5723628" y="276870"/>
                  </a:lnTo>
                  <a:lnTo>
                    <a:pt x="5723737" y="276870"/>
                  </a:lnTo>
                  <a:lnTo>
                    <a:pt x="5723845" y="276870"/>
                  </a:lnTo>
                  <a:lnTo>
                    <a:pt x="5723953" y="276870"/>
                  </a:lnTo>
                  <a:lnTo>
                    <a:pt x="5724062" y="276870"/>
                  </a:lnTo>
                  <a:lnTo>
                    <a:pt x="5724062" y="276246"/>
                  </a:lnTo>
                  <a:lnTo>
                    <a:pt x="5724279" y="276246"/>
                  </a:lnTo>
                  <a:lnTo>
                    <a:pt x="5724387" y="276246"/>
                  </a:lnTo>
                  <a:lnTo>
                    <a:pt x="5724930" y="276246"/>
                  </a:lnTo>
                  <a:lnTo>
                    <a:pt x="5725038" y="276246"/>
                  </a:lnTo>
                  <a:lnTo>
                    <a:pt x="5725363" y="276246"/>
                  </a:lnTo>
                  <a:lnTo>
                    <a:pt x="5725472" y="276246"/>
                  </a:lnTo>
                  <a:lnTo>
                    <a:pt x="5725689" y="276246"/>
                  </a:lnTo>
                  <a:lnTo>
                    <a:pt x="5725797" y="276246"/>
                  </a:lnTo>
                  <a:lnTo>
                    <a:pt x="5726231" y="276246"/>
                  </a:lnTo>
                  <a:lnTo>
                    <a:pt x="5726556" y="275623"/>
                  </a:lnTo>
                  <a:lnTo>
                    <a:pt x="5726882" y="274999"/>
                  </a:lnTo>
                  <a:lnTo>
                    <a:pt x="5727098" y="274999"/>
                  </a:lnTo>
                  <a:lnTo>
                    <a:pt x="5727315" y="274999"/>
                  </a:lnTo>
                  <a:lnTo>
                    <a:pt x="5728074" y="274376"/>
                  </a:lnTo>
                  <a:lnTo>
                    <a:pt x="5728183" y="274376"/>
                  </a:lnTo>
                  <a:lnTo>
                    <a:pt x="5728508" y="274376"/>
                  </a:lnTo>
                  <a:lnTo>
                    <a:pt x="5728725" y="274376"/>
                  </a:lnTo>
                  <a:lnTo>
                    <a:pt x="5728834" y="274376"/>
                  </a:lnTo>
                  <a:lnTo>
                    <a:pt x="5729159" y="274376"/>
                  </a:lnTo>
                  <a:lnTo>
                    <a:pt x="5729267" y="274376"/>
                  </a:lnTo>
                  <a:lnTo>
                    <a:pt x="5729376" y="274376"/>
                  </a:lnTo>
                  <a:lnTo>
                    <a:pt x="5729701" y="273129"/>
                  </a:lnTo>
                  <a:lnTo>
                    <a:pt x="5729810" y="273129"/>
                  </a:lnTo>
                  <a:lnTo>
                    <a:pt x="5730027" y="273129"/>
                  </a:lnTo>
                  <a:lnTo>
                    <a:pt x="5730460" y="272505"/>
                  </a:lnTo>
                  <a:lnTo>
                    <a:pt x="5730677" y="272505"/>
                  </a:lnTo>
                  <a:lnTo>
                    <a:pt x="5731219" y="272505"/>
                  </a:lnTo>
                  <a:lnTo>
                    <a:pt x="5731436" y="272505"/>
                  </a:lnTo>
                  <a:lnTo>
                    <a:pt x="5731545" y="272505"/>
                  </a:lnTo>
                  <a:lnTo>
                    <a:pt x="5731979" y="272505"/>
                  </a:lnTo>
                  <a:lnTo>
                    <a:pt x="5732087" y="272505"/>
                  </a:lnTo>
                  <a:lnTo>
                    <a:pt x="5732412" y="271881"/>
                  </a:lnTo>
                  <a:lnTo>
                    <a:pt x="5732521" y="271881"/>
                  </a:lnTo>
                  <a:lnTo>
                    <a:pt x="5732629" y="271881"/>
                  </a:lnTo>
                  <a:lnTo>
                    <a:pt x="5732955" y="271258"/>
                  </a:lnTo>
                  <a:lnTo>
                    <a:pt x="5732955" y="270634"/>
                  </a:lnTo>
                  <a:lnTo>
                    <a:pt x="5733063" y="270634"/>
                  </a:lnTo>
                  <a:lnTo>
                    <a:pt x="5733172" y="270634"/>
                  </a:lnTo>
                  <a:lnTo>
                    <a:pt x="5733714" y="270634"/>
                  </a:lnTo>
                  <a:lnTo>
                    <a:pt x="5733931" y="270634"/>
                  </a:lnTo>
                  <a:lnTo>
                    <a:pt x="5734039" y="270634"/>
                  </a:lnTo>
                  <a:lnTo>
                    <a:pt x="5734256" y="270634"/>
                  </a:lnTo>
                  <a:lnTo>
                    <a:pt x="5734473" y="270634"/>
                  </a:lnTo>
                  <a:lnTo>
                    <a:pt x="5734581" y="270011"/>
                  </a:lnTo>
                  <a:lnTo>
                    <a:pt x="5735015" y="270011"/>
                  </a:lnTo>
                  <a:lnTo>
                    <a:pt x="5735449" y="270011"/>
                  </a:lnTo>
                  <a:lnTo>
                    <a:pt x="5735774" y="270011"/>
                  </a:lnTo>
                  <a:lnTo>
                    <a:pt x="5736100" y="270011"/>
                  </a:lnTo>
                  <a:lnTo>
                    <a:pt x="5736208" y="270011"/>
                  </a:lnTo>
                  <a:lnTo>
                    <a:pt x="5736750" y="270011"/>
                  </a:lnTo>
                  <a:lnTo>
                    <a:pt x="5736967" y="270011"/>
                  </a:lnTo>
                  <a:lnTo>
                    <a:pt x="5737076" y="270011"/>
                  </a:lnTo>
                  <a:lnTo>
                    <a:pt x="5737184" y="270011"/>
                  </a:lnTo>
                  <a:lnTo>
                    <a:pt x="5737293" y="269387"/>
                  </a:lnTo>
                  <a:lnTo>
                    <a:pt x="5737401" y="269387"/>
                  </a:lnTo>
                  <a:lnTo>
                    <a:pt x="5737509" y="269387"/>
                  </a:lnTo>
                  <a:lnTo>
                    <a:pt x="5737618" y="269387"/>
                  </a:lnTo>
                  <a:lnTo>
                    <a:pt x="5737726" y="269387"/>
                  </a:lnTo>
                  <a:lnTo>
                    <a:pt x="5737943" y="269387"/>
                  </a:lnTo>
                  <a:lnTo>
                    <a:pt x="5738269" y="269387"/>
                  </a:lnTo>
                  <a:lnTo>
                    <a:pt x="5738919" y="269387"/>
                  </a:lnTo>
                  <a:lnTo>
                    <a:pt x="5739353" y="269387"/>
                  </a:lnTo>
                  <a:lnTo>
                    <a:pt x="5739570" y="269387"/>
                  </a:lnTo>
                  <a:lnTo>
                    <a:pt x="5739787" y="268763"/>
                  </a:lnTo>
                  <a:lnTo>
                    <a:pt x="5740329" y="268763"/>
                  </a:lnTo>
                  <a:lnTo>
                    <a:pt x="5740763" y="268763"/>
                  </a:lnTo>
                  <a:lnTo>
                    <a:pt x="5741630" y="268763"/>
                  </a:lnTo>
                  <a:lnTo>
                    <a:pt x="5742064" y="267516"/>
                  </a:lnTo>
                  <a:lnTo>
                    <a:pt x="5742390" y="267516"/>
                  </a:lnTo>
                  <a:lnTo>
                    <a:pt x="5742606" y="266893"/>
                  </a:lnTo>
                  <a:lnTo>
                    <a:pt x="5742823" y="266893"/>
                  </a:lnTo>
                  <a:lnTo>
                    <a:pt x="5743040" y="266893"/>
                  </a:lnTo>
                  <a:lnTo>
                    <a:pt x="5743149" y="266269"/>
                  </a:lnTo>
                  <a:lnTo>
                    <a:pt x="5743257" y="266269"/>
                  </a:lnTo>
                  <a:lnTo>
                    <a:pt x="5743366" y="266269"/>
                  </a:lnTo>
                  <a:lnTo>
                    <a:pt x="5743582" y="266269"/>
                  </a:lnTo>
                  <a:lnTo>
                    <a:pt x="5743691" y="266269"/>
                  </a:lnTo>
                  <a:lnTo>
                    <a:pt x="5744016" y="266269"/>
                  </a:lnTo>
                  <a:lnTo>
                    <a:pt x="5744342" y="266269"/>
                  </a:lnTo>
                  <a:lnTo>
                    <a:pt x="5744450" y="266269"/>
                  </a:lnTo>
                  <a:lnTo>
                    <a:pt x="5744558" y="265022"/>
                  </a:lnTo>
                  <a:lnTo>
                    <a:pt x="5744667" y="265022"/>
                  </a:lnTo>
                  <a:lnTo>
                    <a:pt x="5744775" y="265022"/>
                  </a:lnTo>
                  <a:lnTo>
                    <a:pt x="5744992" y="265022"/>
                  </a:lnTo>
                  <a:lnTo>
                    <a:pt x="5745209" y="265022"/>
                  </a:lnTo>
                  <a:lnTo>
                    <a:pt x="5745318" y="265022"/>
                  </a:lnTo>
                  <a:lnTo>
                    <a:pt x="5748354" y="263775"/>
                  </a:lnTo>
                  <a:lnTo>
                    <a:pt x="5748788" y="263775"/>
                  </a:lnTo>
                  <a:lnTo>
                    <a:pt x="5749222" y="263775"/>
                  </a:lnTo>
                  <a:lnTo>
                    <a:pt x="5749547" y="263775"/>
                  </a:lnTo>
                  <a:lnTo>
                    <a:pt x="5749872" y="263775"/>
                  </a:lnTo>
                  <a:lnTo>
                    <a:pt x="5750198" y="263775"/>
                  </a:lnTo>
                  <a:lnTo>
                    <a:pt x="5750306" y="263775"/>
                  </a:lnTo>
                  <a:lnTo>
                    <a:pt x="5750523" y="263775"/>
                  </a:lnTo>
                  <a:lnTo>
                    <a:pt x="5750740" y="263151"/>
                  </a:lnTo>
                  <a:lnTo>
                    <a:pt x="5750957" y="263151"/>
                  </a:lnTo>
                  <a:lnTo>
                    <a:pt x="5751065" y="263151"/>
                  </a:lnTo>
                  <a:lnTo>
                    <a:pt x="5751174" y="263151"/>
                  </a:lnTo>
                  <a:lnTo>
                    <a:pt x="5751499" y="263151"/>
                  </a:lnTo>
                  <a:lnTo>
                    <a:pt x="5751824" y="263151"/>
                  </a:lnTo>
                  <a:lnTo>
                    <a:pt x="5752041" y="263151"/>
                  </a:lnTo>
                  <a:lnTo>
                    <a:pt x="5752041" y="262528"/>
                  </a:lnTo>
                  <a:lnTo>
                    <a:pt x="5752584" y="261904"/>
                  </a:lnTo>
                  <a:lnTo>
                    <a:pt x="5752692" y="261904"/>
                  </a:lnTo>
                  <a:lnTo>
                    <a:pt x="5752800" y="261904"/>
                  </a:lnTo>
                  <a:lnTo>
                    <a:pt x="5752909" y="261904"/>
                  </a:lnTo>
                  <a:lnTo>
                    <a:pt x="5753017" y="261904"/>
                  </a:lnTo>
                  <a:lnTo>
                    <a:pt x="5753126" y="261904"/>
                  </a:lnTo>
                  <a:lnTo>
                    <a:pt x="5753451" y="261904"/>
                  </a:lnTo>
                  <a:lnTo>
                    <a:pt x="5753885" y="261904"/>
                  </a:lnTo>
                  <a:lnTo>
                    <a:pt x="5753885" y="261280"/>
                  </a:lnTo>
                  <a:lnTo>
                    <a:pt x="5754210" y="261280"/>
                  </a:lnTo>
                  <a:lnTo>
                    <a:pt x="5754427" y="261280"/>
                  </a:lnTo>
                  <a:lnTo>
                    <a:pt x="5754536" y="261280"/>
                  </a:lnTo>
                  <a:lnTo>
                    <a:pt x="5754753" y="261280"/>
                  </a:lnTo>
                  <a:lnTo>
                    <a:pt x="5754861" y="261280"/>
                  </a:lnTo>
                  <a:lnTo>
                    <a:pt x="5755078" y="260657"/>
                  </a:lnTo>
                  <a:lnTo>
                    <a:pt x="5755186" y="260657"/>
                  </a:lnTo>
                  <a:lnTo>
                    <a:pt x="5755403" y="260657"/>
                  </a:lnTo>
                  <a:lnTo>
                    <a:pt x="5755837" y="260657"/>
                  </a:lnTo>
                  <a:lnTo>
                    <a:pt x="5755945" y="260657"/>
                  </a:lnTo>
                  <a:lnTo>
                    <a:pt x="5756054" y="260657"/>
                  </a:lnTo>
                  <a:lnTo>
                    <a:pt x="5756271" y="260657"/>
                  </a:lnTo>
                  <a:lnTo>
                    <a:pt x="5756596" y="260657"/>
                  </a:lnTo>
                  <a:lnTo>
                    <a:pt x="5756813" y="260657"/>
                  </a:lnTo>
                  <a:lnTo>
                    <a:pt x="5757247" y="260657"/>
                  </a:lnTo>
                  <a:lnTo>
                    <a:pt x="5757464" y="260657"/>
                  </a:lnTo>
                  <a:lnTo>
                    <a:pt x="5757897" y="260657"/>
                  </a:lnTo>
                  <a:lnTo>
                    <a:pt x="5758114" y="260657"/>
                  </a:lnTo>
                  <a:lnTo>
                    <a:pt x="5758223" y="260657"/>
                  </a:lnTo>
                  <a:lnTo>
                    <a:pt x="5758331" y="260657"/>
                  </a:lnTo>
                  <a:lnTo>
                    <a:pt x="5758548" y="260657"/>
                  </a:lnTo>
                  <a:lnTo>
                    <a:pt x="5758657" y="260657"/>
                  </a:lnTo>
                  <a:lnTo>
                    <a:pt x="5758765" y="260657"/>
                  </a:lnTo>
                  <a:lnTo>
                    <a:pt x="5759199" y="260657"/>
                  </a:lnTo>
                  <a:lnTo>
                    <a:pt x="5759416" y="260657"/>
                  </a:lnTo>
                  <a:lnTo>
                    <a:pt x="5759741" y="260657"/>
                  </a:lnTo>
                  <a:lnTo>
                    <a:pt x="5759850" y="260657"/>
                  </a:lnTo>
                  <a:lnTo>
                    <a:pt x="5760066" y="260657"/>
                  </a:lnTo>
                  <a:lnTo>
                    <a:pt x="5760175" y="260657"/>
                  </a:lnTo>
                  <a:lnTo>
                    <a:pt x="5760175" y="260033"/>
                  </a:lnTo>
                  <a:lnTo>
                    <a:pt x="5760392" y="260033"/>
                  </a:lnTo>
                  <a:lnTo>
                    <a:pt x="5760609" y="260033"/>
                  </a:lnTo>
                  <a:lnTo>
                    <a:pt x="5760826" y="260033"/>
                  </a:lnTo>
                  <a:lnTo>
                    <a:pt x="5761151" y="260033"/>
                  </a:lnTo>
                  <a:lnTo>
                    <a:pt x="5761259" y="260033"/>
                  </a:lnTo>
                  <a:lnTo>
                    <a:pt x="5761368" y="260033"/>
                  </a:lnTo>
                  <a:lnTo>
                    <a:pt x="5761476" y="259410"/>
                  </a:lnTo>
                  <a:lnTo>
                    <a:pt x="5761585" y="259410"/>
                  </a:lnTo>
                  <a:lnTo>
                    <a:pt x="5761802" y="259410"/>
                  </a:lnTo>
                  <a:lnTo>
                    <a:pt x="5762452" y="259410"/>
                  </a:lnTo>
                  <a:lnTo>
                    <a:pt x="5762669" y="259410"/>
                  </a:lnTo>
                  <a:lnTo>
                    <a:pt x="5762778" y="259410"/>
                  </a:lnTo>
                  <a:lnTo>
                    <a:pt x="5762886" y="259410"/>
                  </a:lnTo>
                  <a:lnTo>
                    <a:pt x="5763645" y="258786"/>
                  </a:lnTo>
                  <a:lnTo>
                    <a:pt x="5764079" y="258786"/>
                  </a:lnTo>
                  <a:lnTo>
                    <a:pt x="5764187" y="258786"/>
                  </a:lnTo>
                  <a:lnTo>
                    <a:pt x="5764404" y="258786"/>
                  </a:lnTo>
                  <a:lnTo>
                    <a:pt x="5764621" y="258786"/>
                  </a:lnTo>
                  <a:lnTo>
                    <a:pt x="5764838" y="258786"/>
                  </a:lnTo>
                  <a:lnTo>
                    <a:pt x="5765272" y="258786"/>
                  </a:lnTo>
                  <a:lnTo>
                    <a:pt x="5765597" y="258786"/>
                  </a:lnTo>
                  <a:lnTo>
                    <a:pt x="5765706" y="258786"/>
                  </a:lnTo>
                  <a:lnTo>
                    <a:pt x="5765923" y="258786"/>
                  </a:lnTo>
                  <a:lnTo>
                    <a:pt x="5766139" y="257539"/>
                  </a:lnTo>
                  <a:lnTo>
                    <a:pt x="5766465" y="257539"/>
                  </a:lnTo>
                  <a:lnTo>
                    <a:pt x="5766573" y="257539"/>
                  </a:lnTo>
                  <a:lnTo>
                    <a:pt x="5766790" y="257539"/>
                  </a:lnTo>
                  <a:lnTo>
                    <a:pt x="5767007" y="257539"/>
                  </a:lnTo>
                  <a:lnTo>
                    <a:pt x="5767115" y="257539"/>
                  </a:lnTo>
                  <a:lnTo>
                    <a:pt x="5767441" y="257539"/>
                  </a:lnTo>
                  <a:lnTo>
                    <a:pt x="5767875" y="257539"/>
                  </a:lnTo>
                  <a:lnTo>
                    <a:pt x="5768525" y="257539"/>
                  </a:lnTo>
                  <a:lnTo>
                    <a:pt x="5768634" y="257539"/>
                  </a:lnTo>
                  <a:lnTo>
                    <a:pt x="5768742" y="257539"/>
                  </a:lnTo>
                  <a:lnTo>
                    <a:pt x="5768851" y="257539"/>
                  </a:lnTo>
                  <a:lnTo>
                    <a:pt x="5769068" y="257539"/>
                  </a:lnTo>
                  <a:lnTo>
                    <a:pt x="5769176" y="257539"/>
                  </a:lnTo>
                  <a:lnTo>
                    <a:pt x="5769284" y="257539"/>
                  </a:lnTo>
                  <a:lnTo>
                    <a:pt x="5769393" y="257539"/>
                  </a:lnTo>
                  <a:lnTo>
                    <a:pt x="5769935" y="257539"/>
                  </a:lnTo>
                  <a:lnTo>
                    <a:pt x="5770044" y="257539"/>
                  </a:lnTo>
                  <a:lnTo>
                    <a:pt x="5770369" y="257539"/>
                  </a:lnTo>
                  <a:lnTo>
                    <a:pt x="5770477" y="257539"/>
                  </a:lnTo>
                  <a:lnTo>
                    <a:pt x="5770586" y="257539"/>
                  </a:lnTo>
                  <a:lnTo>
                    <a:pt x="5770803" y="256915"/>
                  </a:lnTo>
                  <a:lnTo>
                    <a:pt x="5770911" y="256915"/>
                  </a:lnTo>
                  <a:lnTo>
                    <a:pt x="5771020" y="256915"/>
                  </a:lnTo>
                  <a:lnTo>
                    <a:pt x="5771236" y="256915"/>
                  </a:lnTo>
                  <a:lnTo>
                    <a:pt x="5771562" y="256915"/>
                  </a:lnTo>
                  <a:lnTo>
                    <a:pt x="5771779" y="256915"/>
                  </a:lnTo>
                  <a:lnTo>
                    <a:pt x="5772104" y="256915"/>
                  </a:lnTo>
                  <a:lnTo>
                    <a:pt x="5772646" y="256292"/>
                  </a:lnTo>
                  <a:lnTo>
                    <a:pt x="5772755" y="256292"/>
                  </a:lnTo>
                  <a:lnTo>
                    <a:pt x="5773080" y="256292"/>
                  </a:lnTo>
                  <a:lnTo>
                    <a:pt x="5773189" y="256292"/>
                  </a:lnTo>
                  <a:lnTo>
                    <a:pt x="5773297" y="256292"/>
                  </a:lnTo>
                  <a:lnTo>
                    <a:pt x="5773405" y="256292"/>
                  </a:lnTo>
                  <a:lnTo>
                    <a:pt x="5773839" y="256292"/>
                  </a:lnTo>
                  <a:lnTo>
                    <a:pt x="5773948" y="256292"/>
                  </a:lnTo>
                  <a:lnTo>
                    <a:pt x="5774165" y="256292"/>
                  </a:lnTo>
                  <a:lnTo>
                    <a:pt x="5774381" y="255668"/>
                  </a:lnTo>
                  <a:lnTo>
                    <a:pt x="5774490" y="255668"/>
                  </a:lnTo>
                  <a:lnTo>
                    <a:pt x="5775032" y="255668"/>
                  </a:lnTo>
                  <a:lnTo>
                    <a:pt x="5775249" y="255668"/>
                  </a:lnTo>
                  <a:lnTo>
                    <a:pt x="5775466" y="255668"/>
                  </a:lnTo>
                  <a:lnTo>
                    <a:pt x="5775574" y="255668"/>
                  </a:lnTo>
                  <a:lnTo>
                    <a:pt x="5775683" y="255668"/>
                  </a:lnTo>
                  <a:lnTo>
                    <a:pt x="5775791" y="255668"/>
                  </a:lnTo>
                  <a:lnTo>
                    <a:pt x="5776876" y="255045"/>
                  </a:lnTo>
                  <a:lnTo>
                    <a:pt x="5777093" y="255045"/>
                  </a:lnTo>
                  <a:lnTo>
                    <a:pt x="5777201" y="255045"/>
                  </a:lnTo>
                  <a:lnTo>
                    <a:pt x="5777310" y="255045"/>
                  </a:lnTo>
                  <a:lnTo>
                    <a:pt x="5777743" y="255045"/>
                  </a:lnTo>
                  <a:lnTo>
                    <a:pt x="5777960" y="254421"/>
                  </a:lnTo>
                  <a:lnTo>
                    <a:pt x="5778069" y="254421"/>
                  </a:lnTo>
                  <a:lnTo>
                    <a:pt x="5778177" y="254421"/>
                  </a:lnTo>
                  <a:lnTo>
                    <a:pt x="5778286" y="254421"/>
                  </a:lnTo>
                  <a:lnTo>
                    <a:pt x="5778502" y="254421"/>
                  </a:lnTo>
                  <a:lnTo>
                    <a:pt x="5778828" y="254421"/>
                  </a:lnTo>
                  <a:lnTo>
                    <a:pt x="5779045" y="254421"/>
                  </a:lnTo>
                  <a:lnTo>
                    <a:pt x="5779262" y="254421"/>
                  </a:lnTo>
                  <a:lnTo>
                    <a:pt x="5779478" y="254421"/>
                  </a:lnTo>
                  <a:lnTo>
                    <a:pt x="5779587" y="254421"/>
                  </a:lnTo>
                  <a:lnTo>
                    <a:pt x="5779695" y="254421"/>
                  </a:lnTo>
                  <a:lnTo>
                    <a:pt x="5780671" y="253174"/>
                  </a:lnTo>
                  <a:lnTo>
                    <a:pt x="5780780" y="253174"/>
                  </a:lnTo>
                  <a:lnTo>
                    <a:pt x="5780888" y="253174"/>
                  </a:lnTo>
                  <a:lnTo>
                    <a:pt x="5780997" y="253174"/>
                  </a:lnTo>
                  <a:lnTo>
                    <a:pt x="5781105" y="253174"/>
                  </a:lnTo>
                  <a:lnTo>
                    <a:pt x="5781214" y="252550"/>
                  </a:lnTo>
                  <a:lnTo>
                    <a:pt x="5781431" y="252550"/>
                  </a:lnTo>
                  <a:lnTo>
                    <a:pt x="5781647" y="252550"/>
                  </a:lnTo>
                  <a:lnTo>
                    <a:pt x="5782190" y="252550"/>
                  </a:lnTo>
                  <a:lnTo>
                    <a:pt x="5782298" y="252550"/>
                  </a:lnTo>
                  <a:lnTo>
                    <a:pt x="5782623" y="252550"/>
                  </a:lnTo>
                  <a:lnTo>
                    <a:pt x="5782949" y="252550"/>
                  </a:lnTo>
                  <a:lnTo>
                    <a:pt x="5783057" y="252550"/>
                  </a:lnTo>
                  <a:lnTo>
                    <a:pt x="5783816" y="251927"/>
                  </a:lnTo>
                  <a:lnTo>
                    <a:pt x="5784033" y="251927"/>
                  </a:lnTo>
                  <a:lnTo>
                    <a:pt x="5784142" y="251927"/>
                  </a:lnTo>
                  <a:lnTo>
                    <a:pt x="5784359" y="251927"/>
                  </a:lnTo>
                  <a:lnTo>
                    <a:pt x="5784575" y="251303"/>
                  </a:lnTo>
                  <a:lnTo>
                    <a:pt x="5785118" y="251303"/>
                  </a:lnTo>
                  <a:lnTo>
                    <a:pt x="5785226" y="251303"/>
                  </a:lnTo>
                  <a:lnTo>
                    <a:pt x="5785335" y="251303"/>
                  </a:lnTo>
                  <a:lnTo>
                    <a:pt x="5785443" y="251303"/>
                  </a:lnTo>
                  <a:lnTo>
                    <a:pt x="5785660" y="250056"/>
                  </a:lnTo>
                  <a:lnTo>
                    <a:pt x="5786094" y="250056"/>
                  </a:lnTo>
                  <a:lnTo>
                    <a:pt x="5786202" y="250056"/>
                  </a:lnTo>
                  <a:lnTo>
                    <a:pt x="5786311" y="250056"/>
                  </a:lnTo>
                  <a:lnTo>
                    <a:pt x="5786419" y="250056"/>
                  </a:lnTo>
                  <a:lnTo>
                    <a:pt x="5786528" y="250056"/>
                  </a:lnTo>
                  <a:lnTo>
                    <a:pt x="5787070" y="250056"/>
                  </a:lnTo>
                  <a:lnTo>
                    <a:pt x="5787395" y="250056"/>
                  </a:lnTo>
                  <a:lnTo>
                    <a:pt x="5787504" y="250056"/>
                  </a:lnTo>
                  <a:lnTo>
                    <a:pt x="5787612" y="250056"/>
                  </a:lnTo>
                  <a:lnTo>
                    <a:pt x="5787720" y="250056"/>
                  </a:lnTo>
                  <a:lnTo>
                    <a:pt x="5787720" y="249432"/>
                  </a:lnTo>
                  <a:lnTo>
                    <a:pt x="5787720" y="248809"/>
                  </a:lnTo>
                  <a:lnTo>
                    <a:pt x="5787937" y="248809"/>
                  </a:lnTo>
                  <a:lnTo>
                    <a:pt x="5788805" y="248809"/>
                  </a:lnTo>
                  <a:lnTo>
                    <a:pt x="5788805" y="248185"/>
                  </a:lnTo>
                  <a:lnTo>
                    <a:pt x="5788805" y="247562"/>
                  </a:lnTo>
                  <a:lnTo>
                    <a:pt x="5789239" y="247562"/>
                  </a:lnTo>
                  <a:lnTo>
                    <a:pt x="5789456" y="247562"/>
                  </a:lnTo>
                  <a:lnTo>
                    <a:pt x="5789564" y="247562"/>
                  </a:lnTo>
                  <a:lnTo>
                    <a:pt x="5790106" y="247562"/>
                  </a:lnTo>
                  <a:lnTo>
                    <a:pt x="5790215" y="247562"/>
                  </a:lnTo>
                  <a:lnTo>
                    <a:pt x="5790757" y="247562"/>
                  </a:lnTo>
                  <a:lnTo>
                    <a:pt x="5790865" y="246938"/>
                  </a:lnTo>
                  <a:lnTo>
                    <a:pt x="5791082" y="246938"/>
                  </a:lnTo>
                  <a:lnTo>
                    <a:pt x="5791191" y="246938"/>
                  </a:lnTo>
                  <a:lnTo>
                    <a:pt x="5791516" y="246938"/>
                  </a:lnTo>
                  <a:lnTo>
                    <a:pt x="5791625" y="246938"/>
                  </a:lnTo>
                  <a:lnTo>
                    <a:pt x="5791950" y="246938"/>
                  </a:lnTo>
                  <a:lnTo>
                    <a:pt x="5792058" y="246938"/>
                  </a:lnTo>
                  <a:lnTo>
                    <a:pt x="5792167" y="246938"/>
                  </a:lnTo>
                  <a:lnTo>
                    <a:pt x="5792817" y="245067"/>
                  </a:lnTo>
                  <a:lnTo>
                    <a:pt x="5792926" y="245067"/>
                  </a:lnTo>
                  <a:lnTo>
                    <a:pt x="5793034" y="245067"/>
                  </a:lnTo>
                  <a:lnTo>
                    <a:pt x="5793143" y="245067"/>
                  </a:lnTo>
                  <a:lnTo>
                    <a:pt x="5793251" y="245067"/>
                  </a:lnTo>
                  <a:lnTo>
                    <a:pt x="5793577" y="244444"/>
                  </a:lnTo>
                  <a:lnTo>
                    <a:pt x="5793685" y="244444"/>
                  </a:lnTo>
                  <a:lnTo>
                    <a:pt x="5793902" y="244444"/>
                  </a:lnTo>
                  <a:lnTo>
                    <a:pt x="5793902" y="243820"/>
                  </a:lnTo>
                  <a:lnTo>
                    <a:pt x="5794010" y="243197"/>
                  </a:lnTo>
                  <a:lnTo>
                    <a:pt x="5794553" y="243197"/>
                  </a:lnTo>
                  <a:lnTo>
                    <a:pt x="5794986" y="243197"/>
                  </a:lnTo>
                  <a:lnTo>
                    <a:pt x="5795095" y="243197"/>
                  </a:lnTo>
                  <a:lnTo>
                    <a:pt x="5795637" y="243197"/>
                  </a:lnTo>
                  <a:lnTo>
                    <a:pt x="5795746" y="243197"/>
                  </a:lnTo>
                  <a:lnTo>
                    <a:pt x="5796071" y="243197"/>
                  </a:lnTo>
                  <a:lnTo>
                    <a:pt x="5796288" y="243197"/>
                  </a:lnTo>
                  <a:lnTo>
                    <a:pt x="5796396" y="243197"/>
                  </a:lnTo>
                  <a:lnTo>
                    <a:pt x="5796505" y="243197"/>
                  </a:lnTo>
                  <a:lnTo>
                    <a:pt x="5796613" y="243197"/>
                  </a:lnTo>
                  <a:lnTo>
                    <a:pt x="5796722" y="243197"/>
                  </a:lnTo>
                  <a:lnTo>
                    <a:pt x="5796938" y="243197"/>
                  </a:lnTo>
                  <a:lnTo>
                    <a:pt x="5797155" y="243197"/>
                  </a:lnTo>
                  <a:lnTo>
                    <a:pt x="5797264" y="242573"/>
                  </a:lnTo>
                  <a:lnTo>
                    <a:pt x="5797264" y="241949"/>
                  </a:lnTo>
                  <a:lnTo>
                    <a:pt x="5797372" y="241949"/>
                  </a:lnTo>
                  <a:lnTo>
                    <a:pt x="5797698" y="241949"/>
                  </a:lnTo>
                  <a:lnTo>
                    <a:pt x="5797806" y="241949"/>
                  </a:lnTo>
                  <a:lnTo>
                    <a:pt x="5798348" y="241949"/>
                  </a:lnTo>
                  <a:lnTo>
                    <a:pt x="5798674" y="241949"/>
                  </a:lnTo>
                  <a:lnTo>
                    <a:pt x="5799650" y="241949"/>
                  </a:lnTo>
                  <a:lnTo>
                    <a:pt x="5799758" y="241949"/>
                  </a:lnTo>
                  <a:lnTo>
                    <a:pt x="5800192" y="241949"/>
                  </a:lnTo>
                  <a:lnTo>
                    <a:pt x="5800626" y="241949"/>
                  </a:lnTo>
                  <a:lnTo>
                    <a:pt x="5800951" y="241949"/>
                  </a:lnTo>
                  <a:lnTo>
                    <a:pt x="5801059" y="241949"/>
                  </a:lnTo>
                  <a:lnTo>
                    <a:pt x="5801168" y="241949"/>
                  </a:lnTo>
                  <a:lnTo>
                    <a:pt x="5801385" y="241949"/>
                  </a:lnTo>
                  <a:lnTo>
                    <a:pt x="5801493" y="241949"/>
                  </a:lnTo>
                  <a:lnTo>
                    <a:pt x="5801819" y="241949"/>
                  </a:lnTo>
                  <a:lnTo>
                    <a:pt x="5801927" y="241949"/>
                  </a:lnTo>
                  <a:lnTo>
                    <a:pt x="5802036" y="241949"/>
                  </a:lnTo>
                  <a:lnTo>
                    <a:pt x="5802469" y="241326"/>
                  </a:lnTo>
                  <a:lnTo>
                    <a:pt x="5802686" y="241326"/>
                  </a:lnTo>
                  <a:lnTo>
                    <a:pt x="5803120" y="241326"/>
                  </a:lnTo>
                  <a:lnTo>
                    <a:pt x="5803879" y="241326"/>
                  </a:lnTo>
                  <a:lnTo>
                    <a:pt x="5803988" y="241326"/>
                  </a:lnTo>
                  <a:lnTo>
                    <a:pt x="5804096" y="241326"/>
                  </a:lnTo>
                  <a:lnTo>
                    <a:pt x="5804204" y="241326"/>
                  </a:lnTo>
                  <a:lnTo>
                    <a:pt x="5804638" y="241326"/>
                  </a:lnTo>
                  <a:lnTo>
                    <a:pt x="5804747" y="241326"/>
                  </a:lnTo>
                  <a:lnTo>
                    <a:pt x="5804964" y="241326"/>
                  </a:lnTo>
                  <a:lnTo>
                    <a:pt x="5805397" y="241326"/>
                  </a:lnTo>
                  <a:lnTo>
                    <a:pt x="5805614" y="241326"/>
                  </a:lnTo>
                  <a:lnTo>
                    <a:pt x="5806373" y="241326"/>
                  </a:lnTo>
                  <a:lnTo>
                    <a:pt x="5806373" y="240702"/>
                  </a:lnTo>
                  <a:lnTo>
                    <a:pt x="5807024" y="240702"/>
                  </a:lnTo>
                  <a:lnTo>
                    <a:pt x="5807241" y="240702"/>
                  </a:lnTo>
                  <a:lnTo>
                    <a:pt x="5807566" y="240702"/>
                  </a:lnTo>
                  <a:lnTo>
                    <a:pt x="5808217" y="239455"/>
                  </a:lnTo>
                  <a:lnTo>
                    <a:pt x="5808325" y="239455"/>
                  </a:lnTo>
                  <a:lnTo>
                    <a:pt x="5808434" y="239455"/>
                  </a:lnTo>
                  <a:lnTo>
                    <a:pt x="5808651" y="239455"/>
                  </a:lnTo>
                  <a:lnTo>
                    <a:pt x="5808759" y="239455"/>
                  </a:lnTo>
                  <a:lnTo>
                    <a:pt x="5809518" y="238832"/>
                  </a:lnTo>
                  <a:lnTo>
                    <a:pt x="5809735" y="238832"/>
                  </a:lnTo>
                  <a:lnTo>
                    <a:pt x="5810169" y="238832"/>
                  </a:lnTo>
                  <a:lnTo>
                    <a:pt x="5810277" y="238832"/>
                  </a:lnTo>
                  <a:lnTo>
                    <a:pt x="5810494" y="238832"/>
                  </a:lnTo>
                  <a:lnTo>
                    <a:pt x="5810603" y="238832"/>
                  </a:lnTo>
                  <a:lnTo>
                    <a:pt x="5810711" y="238832"/>
                  </a:lnTo>
                  <a:lnTo>
                    <a:pt x="5810928" y="238832"/>
                  </a:lnTo>
                  <a:lnTo>
                    <a:pt x="5811037" y="238832"/>
                  </a:lnTo>
                  <a:lnTo>
                    <a:pt x="5811145" y="238832"/>
                  </a:lnTo>
                  <a:lnTo>
                    <a:pt x="5811362" y="238832"/>
                  </a:lnTo>
                  <a:lnTo>
                    <a:pt x="5811470" y="238832"/>
                  </a:lnTo>
                  <a:lnTo>
                    <a:pt x="5811687" y="238832"/>
                  </a:lnTo>
                  <a:lnTo>
                    <a:pt x="5811904" y="238832"/>
                  </a:lnTo>
                  <a:lnTo>
                    <a:pt x="5811904" y="238208"/>
                  </a:lnTo>
                  <a:lnTo>
                    <a:pt x="5812121" y="237584"/>
                  </a:lnTo>
                  <a:lnTo>
                    <a:pt x="5812772" y="237584"/>
                  </a:lnTo>
                  <a:lnTo>
                    <a:pt x="5812880" y="237584"/>
                  </a:lnTo>
                  <a:lnTo>
                    <a:pt x="5813206" y="237584"/>
                  </a:lnTo>
                  <a:lnTo>
                    <a:pt x="5813314" y="237584"/>
                  </a:lnTo>
                  <a:lnTo>
                    <a:pt x="5813748" y="237584"/>
                  </a:lnTo>
                  <a:lnTo>
                    <a:pt x="5813856" y="237584"/>
                  </a:lnTo>
                  <a:lnTo>
                    <a:pt x="5814507" y="237584"/>
                  </a:lnTo>
                  <a:lnTo>
                    <a:pt x="5814941" y="237584"/>
                  </a:lnTo>
                  <a:lnTo>
                    <a:pt x="5815049" y="237584"/>
                  </a:lnTo>
                  <a:lnTo>
                    <a:pt x="5815158" y="237584"/>
                  </a:lnTo>
                  <a:lnTo>
                    <a:pt x="5815266" y="237584"/>
                  </a:lnTo>
                  <a:lnTo>
                    <a:pt x="5815483" y="237584"/>
                  </a:lnTo>
                  <a:lnTo>
                    <a:pt x="5815700" y="236961"/>
                  </a:lnTo>
                  <a:lnTo>
                    <a:pt x="5815808" y="236961"/>
                  </a:lnTo>
                  <a:lnTo>
                    <a:pt x="5815917" y="236961"/>
                  </a:lnTo>
                  <a:lnTo>
                    <a:pt x="5816242" y="236961"/>
                  </a:lnTo>
                  <a:lnTo>
                    <a:pt x="5816676" y="236961"/>
                  </a:lnTo>
                  <a:lnTo>
                    <a:pt x="5816893" y="236337"/>
                  </a:lnTo>
                  <a:lnTo>
                    <a:pt x="5817001" y="236337"/>
                  </a:lnTo>
                  <a:lnTo>
                    <a:pt x="5817110" y="236337"/>
                  </a:lnTo>
                  <a:lnTo>
                    <a:pt x="5817218" y="236337"/>
                  </a:lnTo>
                  <a:lnTo>
                    <a:pt x="5817327" y="236337"/>
                  </a:lnTo>
                  <a:lnTo>
                    <a:pt x="5817435" y="236337"/>
                  </a:lnTo>
                  <a:lnTo>
                    <a:pt x="5817652" y="236337"/>
                  </a:lnTo>
                  <a:lnTo>
                    <a:pt x="5817760" y="236337"/>
                  </a:lnTo>
                  <a:lnTo>
                    <a:pt x="5818086" y="236337"/>
                  </a:lnTo>
                  <a:lnTo>
                    <a:pt x="5818628" y="236337"/>
                  </a:lnTo>
                  <a:lnTo>
                    <a:pt x="5819062" y="236337"/>
                  </a:lnTo>
                  <a:lnTo>
                    <a:pt x="5819170" y="236337"/>
                  </a:lnTo>
                  <a:lnTo>
                    <a:pt x="5819279" y="236337"/>
                  </a:lnTo>
                  <a:lnTo>
                    <a:pt x="5819387" y="236337"/>
                  </a:lnTo>
                  <a:lnTo>
                    <a:pt x="5819604" y="236337"/>
                  </a:lnTo>
                  <a:lnTo>
                    <a:pt x="5819712" y="236337"/>
                  </a:lnTo>
                  <a:lnTo>
                    <a:pt x="5819821" y="236337"/>
                  </a:lnTo>
                  <a:lnTo>
                    <a:pt x="5819929" y="236337"/>
                  </a:lnTo>
                  <a:lnTo>
                    <a:pt x="5820038" y="236337"/>
                  </a:lnTo>
                  <a:lnTo>
                    <a:pt x="5820146" y="236337"/>
                  </a:lnTo>
                  <a:lnTo>
                    <a:pt x="5822640" y="233843"/>
                  </a:lnTo>
                  <a:lnTo>
                    <a:pt x="5822749" y="233843"/>
                  </a:lnTo>
                  <a:lnTo>
                    <a:pt x="5822857" y="233843"/>
                  </a:lnTo>
                  <a:lnTo>
                    <a:pt x="5822966" y="233843"/>
                  </a:lnTo>
                  <a:lnTo>
                    <a:pt x="5823074" y="233843"/>
                  </a:lnTo>
                  <a:lnTo>
                    <a:pt x="5823291" y="233843"/>
                  </a:lnTo>
                  <a:lnTo>
                    <a:pt x="5823400" y="233843"/>
                  </a:lnTo>
                  <a:lnTo>
                    <a:pt x="5823617" y="233843"/>
                  </a:lnTo>
                  <a:lnTo>
                    <a:pt x="5823833" y="233843"/>
                  </a:lnTo>
                  <a:lnTo>
                    <a:pt x="5823942" y="233843"/>
                  </a:lnTo>
                  <a:lnTo>
                    <a:pt x="5824050" y="233843"/>
                  </a:lnTo>
                  <a:lnTo>
                    <a:pt x="5824267" y="233843"/>
                  </a:lnTo>
                  <a:lnTo>
                    <a:pt x="5824376" y="233843"/>
                  </a:lnTo>
                  <a:lnTo>
                    <a:pt x="5824701" y="233843"/>
                  </a:lnTo>
                  <a:lnTo>
                    <a:pt x="5825243" y="233843"/>
                  </a:lnTo>
                  <a:lnTo>
                    <a:pt x="5825677" y="233843"/>
                  </a:lnTo>
                  <a:lnTo>
                    <a:pt x="5826002" y="233843"/>
                  </a:lnTo>
                  <a:lnTo>
                    <a:pt x="5826002" y="233219"/>
                  </a:lnTo>
                  <a:lnTo>
                    <a:pt x="5826436" y="233219"/>
                  </a:lnTo>
                  <a:lnTo>
                    <a:pt x="5826870" y="232596"/>
                  </a:lnTo>
                  <a:lnTo>
                    <a:pt x="5827521" y="232596"/>
                  </a:lnTo>
                  <a:lnTo>
                    <a:pt x="5827846" y="232596"/>
                  </a:lnTo>
                  <a:lnTo>
                    <a:pt x="5828171" y="232596"/>
                  </a:lnTo>
                  <a:lnTo>
                    <a:pt x="5828388" y="232596"/>
                  </a:lnTo>
                  <a:lnTo>
                    <a:pt x="5828605" y="232596"/>
                  </a:lnTo>
                  <a:lnTo>
                    <a:pt x="5828714" y="232596"/>
                  </a:lnTo>
                  <a:lnTo>
                    <a:pt x="5828822" y="232596"/>
                  </a:lnTo>
                  <a:lnTo>
                    <a:pt x="5829147" y="232596"/>
                  </a:lnTo>
                  <a:lnTo>
                    <a:pt x="5829256" y="232596"/>
                  </a:lnTo>
                  <a:lnTo>
                    <a:pt x="5829364" y="232596"/>
                  </a:lnTo>
                  <a:lnTo>
                    <a:pt x="5829473" y="232596"/>
                  </a:lnTo>
                  <a:lnTo>
                    <a:pt x="5829690" y="231349"/>
                  </a:lnTo>
                  <a:lnTo>
                    <a:pt x="5829798" y="231349"/>
                  </a:lnTo>
                  <a:lnTo>
                    <a:pt x="5829906" y="230725"/>
                  </a:lnTo>
                  <a:lnTo>
                    <a:pt x="5830015" y="230725"/>
                  </a:lnTo>
                  <a:lnTo>
                    <a:pt x="5830449" y="230725"/>
                  </a:lnTo>
                  <a:lnTo>
                    <a:pt x="5830557" y="230725"/>
                  </a:lnTo>
                  <a:lnTo>
                    <a:pt x="5830666" y="230725"/>
                  </a:lnTo>
                  <a:lnTo>
                    <a:pt x="5830774" y="230725"/>
                  </a:lnTo>
                  <a:lnTo>
                    <a:pt x="5830882" y="230725"/>
                  </a:lnTo>
                  <a:lnTo>
                    <a:pt x="5831099" y="230725"/>
                  </a:lnTo>
                  <a:lnTo>
                    <a:pt x="5831316" y="230725"/>
                  </a:lnTo>
                  <a:lnTo>
                    <a:pt x="5831425" y="230725"/>
                  </a:lnTo>
                  <a:lnTo>
                    <a:pt x="5831533" y="230725"/>
                  </a:lnTo>
                  <a:lnTo>
                    <a:pt x="5831642" y="230725"/>
                  </a:lnTo>
                  <a:lnTo>
                    <a:pt x="5831858" y="230725"/>
                  </a:lnTo>
                  <a:lnTo>
                    <a:pt x="5831967" y="230725"/>
                  </a:lnTo>
                  <a:lnTo>
                    <a:pt x="5832075" y="230725"/>
                  </a:lnTo>
                  <a:lnTo>
                    <a:pt x="5832401" y="230725"/>
                  </a:lnTo>
                  <a:lnTo>
                    <a:pt x="5832618" y="230725"/>
                  </a:lnTo>
                  <a:lnTo>
                    <a:pt x="5832726" y="230725"/>
                  </a:lnTo>
                  <a:lnTo>
                    <a:pt x="5833919" y="230101"/>
                  </a:lnTo>
                  <a:lnTo>
                    <a:pt x="5834136" y="230101"/>
                  </a:lnTo>
                  <a:lnTo>
                    <a:pt x="5834353" y="230101"/>
                  </a:lnTo>
                  <a:lnTo>
                    <a:pt x="5834787" y="230101"/>
                  </a:lnTo>
                  <a:lnTo>
                    <a:pt x="5835329" y="229478"/>
                  </a:lnTo>
                  <a:lnTo>
                    <a:pt x="5835763" y="228854"/>
                  </a:lnTo>
                  <a:lnTo>
                    <a:pt x="5835979" y="228854"/>
                  </a:lnTo>
                  <a:lnTo>
                    <a:pt x="5836305" y="228854"/>
                  </a:lnTo>
                  <a:lnTo>
                    <a:pt x="5836413" y="228854"/>
                  </a:lnTo>
                  <a:lnTo>
                    <a:pt x="5836522" y="228854"/>
                  </a:lnTo>
                  <a:lnTo>
                    <a:pt x="5836847" y="228854"/>
                  </a:lnTo>
                  <a:lnTo>
                    <a:pt x="5836956" y="228854"/>
                  </a:lnTo>
                  <a:lnTo>
                    <a:pt x="5837172" y="228854"/>
                  </a:lnTo>
                  <a:lnTo>
                    <a:pt x="5837389" y="228854"/>
                  </a:lnTo>
                  <a:lnTo>
                    <a:pt x="5837498" y="228854"/>
                  </a:lnTo>
                  <a:lnTo>
                    <a:pt x="5837606" y="228854"/>
                  </a:lnTo>
                  <a:lnTo>
                    <a:pt x="5837715" y="228854"/>
                  </a:lnTo>
                  <a:lnTo>
                    <a:pt x="5838365" y="228854"/>
                  </a:lnTo>
                  <a:lnTo>
                    <a:pt x="5838474" y="228231"/>
                  </a:lnTo>
                  <a:lnTo>
                    <a:pt x="5838582" y="228231"/>
                  </a:lnTo>
                  <a:lnTo>
                    <a:pt x="5838691" y="228231"/>
                  </a:lnTo>
                  <a:lnTo>
                    <a:pt x="5839341" y="227607"/>
                  </a:lnTo>
                  <a:lnTo>
                    <a:pt x="5839450" y="227607"/>
                  </a:lnTo>
                  <a:lnTo>
                    <a:pt x="5839558" y="227607"/>
                  </a:lnTo>
                  <a:lnTo>
                    <a:pt x="5840100" y="226983"/>
                  </a:lnTo>
                  <a:lnTo>
                    <a:pt x="5840209" y="226983"/>
                  </a:lnTo>
                  <a:lnTo>
                    <a:pt x="5840317" y="226983"/>
                  </a:lnTo>
                  <a:lnTo>
                    <a:pt x="5840643" y="226983"/>
                  </a:lnTo>
                  <a:lnTo>
                    <a:pt x="5840751" y="226983"/>
                  </a:lnTo>
                  <a:lnTo>
                    <a:pt x="5841077" y="226983"/>
                  </a:lnTo>
                  <a:lnTo>
                    <a:pt x="5841619" y="226983"/>
                  </a:lnTo>
                  <a:lnTo>
                    <a:pt x="5841727" y="226983"/>
                  </a:lnTo>
                  <a:lnTo>
                    <a:pt x="5841944" y="226983"/>
                  </a:lnTo>
                  <a:lnTo>
                    <a:pt x="5842053" y="226983"/>
                  </a:lnTo>
                  <a:lnTo>
                    <a:pt x="5842269" y="226983"/>
                  </a:lnTo>
                  <a:lnTo>
                    <a:pt x="5842486" y="226360"/>
                  </a:lnTo>
                  <a:lnTo>
                    <a:pt x="5842595" y="226360"/>
                  </a:lnTo>
                  <a:lnTo>
                    <a:pt x="5842812" y="226360"/>
                  </a:lnTo>
                  <a:lnTo>
                    <a:pt x="5842920" y="226360"/>
                  </a:lnTo>
                  <a:lnTo>
                    <a:pt x="5843029" y="226360"/>
                  </a:lnTo>
                  <a:lnTo>
                    <a:pt x="5843354" y="226360"/>
                  </a:lnTo>
                  <a:lnTo>
                    <a:pt x="5843462" y="226360"/>
                  </a:lnTo>
                  <a:lnTo>
                    <a:pt x="5844221" y="226360"/>
                  </a:lnTo>
                  <a:lnTo>
                    <a:pt x="5844330" y="226360"/>
                  </a:lnTo>
                  <a:lnTo>
                    <a:pt x="5844438" y="226360"/>
                  </a:lnTo>
                  <a:lnTo>
                    <a:pt x="5844547" y="226360"/>
                  </a:lnTo>
                  <a:lnTo>
                    <a:pt x="5844764" y="226360"/>
                  </a:lnTo>
                  <a:lnTo>
                    <a:pt x="5844872" y="226360"/>
                  </a:lnTo>
                  <a:lnTo>
                    <a:pt x="5845198" y="226360"/>
                  </a:lnTo>
                  <a:lnTo>
                    <a:pt x="5845306" y="226360"/>
                  </a:lnTo>
                  <a:lnTo>
                    <a:pt x="5845523" y="226360"/>
                  </a:lnTo>
                  <a:lnTo>
                    <a:pt x="5845740" y="226360"/>
                  </a:lnTo>
                  <a:lnTo>
                    <a:pt x="5846065" y="226360"/>
                  </a:lnTo>
                  <a:lnTo>
                    <a:pt x="5846390" y="226360"/>
                  </a:lnTo>
                  <a:lnTo>
                    <a:pt x="5846499" y="226360"/>
                  </a:lnTo>
                  <a:lnTo>
                    <a:pt x="5846716" y="226360"/>
                  </a:lnTo>
                  <a:lnTo>
                    <a:pt x="5846933" y="226360"/>
                  </a:lnTo>
                  <a:lnTo>
                    <a:pt x="5847475" y="226360"/>
                  </a:lnTo>
                  <a:lnTo>
                    <a:pt x="5847909" y="225736"/>
                  </a:lnTo>
                  <a:lnTo>
                    <a:pt x="5848234" y="225736"/>
                  </a:lnTo>
                  <a:lnTo>
                    <a:pt x="5848342" y="225736"/>
                  </a:lnTo>
                  <a:lnTo>
                    <a:pt x="5848668" y="225736"/>
                  </a:lnTo>
                  <a:lnTo>
                    <a:pt x="5848993" y="225736"/>
                  </a:lnTo>
                  <a:lnTo>
                    <a:pt x="5849427" y="225736"/>
                  </a:lnTo>
                  <a:lnTo>
                    <a:pt x="5850078" y="225736"/>
                  </a:lnTo>
                  <a:lnTo>
                    <a:pt x="5850186" y="225736"/>
                  </a:lnTo>
                  <a:lnTo>
                    <a:pt x="5850403" y="225736"/>
                  </a:lnTo>
                  <a:lnTo>
                    <a:pt x="5850511" y="225736"/>
                  </a:lnTo>
                  <a:lnTo>
                    <a:pt x="5850728" y="225736"/>
                  </a:lnTo>
                  <a:lnTo>
                    <a:pt x="5850837" y="225736"/>
                  </a:lnTo>
                  <a:lnTo>
                    <a:pt x="5850945" y="225736"/>
                  </a:lnTo>
                  <a:lnTo>
                    <a:pt x="5851054" y="225736"/>
                  </a:lnTo>
                  <a:lnTo>
                    <a:pt x="5851379" y="225113"/>
                  </a:lnTo>
                  <a:lnTo>
                    <a:pt x="5851596" y="225113"/>
                  </a:lnTo>
                  <a:lnTo>
                    <a:pt x="5851813" y="225113"/>
                  </a:lnTo>
                  <a:lnTo>
                    <a:pt x="5851921" y="225113"/>
                  </a:lnTo>
                  <a:lnTo>
                    <a:pt x="5852572" y="225113"/>
                  </a:lnTo>
                  <a:lnTo>
                    <a:pt x="5852789" y="224489"/>
                  </a:lnTo>
                  <a:lnTo>
                    <a:pt x="5852897" y="224489"/>
                  </a:lnTo>
                  <a:lnTo>
                    <a:pt x="5853006" y="224489"/>
                  </a:lnTo>
                  <a:lnTo>
                    <a:pt x="5853114" y="224489"/>
                  </a:lnTo>
                  <a:lnTo>
                    <a:pt x="5853439" y="224489"/>
                  </a:lnTo>
                  <a:lnTo>
                    <a:pt x="5853548" y="224489"/>
                  </a:lnTo>
                  <a:lnTo>
                    <a:pt x="5853656" y="224489"/>
                  </a:lnTo>
                  <a:lnTo>
                    <a:pt x="5854090" y="224489"/>
                  </a:lnTo>
                  <a:lnTo>
                    <a:pt x="5854307" y="223866"/>
                  </a:lnTo>
                  <a:lnTo>
                    <a:pt x="5854524" y="223866"/>
                  </a:lnTo>
                  <a:lnTo>
                    <a:pt x="5855066" y="223866"/>
                  </a:lnTo>
                  <a:lnTo>
                    <a:pt x="5855175" y="223866"/>
                  </a:lnTo>
                  <a:lnTo>
                    <a:pt x="5855283" y="223866"/>
                  </a:lnTo>
                  <a:lnTo>
                    <a:pt x="5855500" y="223242"/>
                  </a:lnTo>
                  <a:lnTo>
                    <a:pt x="5855717" y="223242"/>
                  </a:lnTo>
                  <a:lnTo>
                    <a:pt x="5856042" y="223242"/>
                  </a:lnTo>
                  <a:lnTo>
                    <a:pt x="5856151" y="223242"/>
                  </a:lnTo>
                  <a:lnTo>
                    <a:pt x="5856259" y="223242"/>
                  </a:lnTo>
                  <a:lnTo>
                    <a:pt x="5856476" y="223242"/>
                  </a:lnTo>
                  <a:lnTo>
                    <a:pt x="5856476" y="222618"/>
                  </a:lnTo>
                  <a:lnTo>
                    <a:pt x="5856801" y="222618"/>
                  </a:lnTo>
                  <a:lnTo>
                    <a:pt x="5857018" y="222618"/>
                  </a:lnTo>
                  <a:lnTo>
                    <a:pt x="5857344" y="222618"/>
                  </a:lnTo>
                  <a:lnTo>
                    <a:pt x="5857452" y="222618"/>
                  </a:lnTo>
                  <a:lnTo>
                    <a:pt x="5857560" y="222618"/>
                  </a:lnTo>
                  <a:lnTo>
                    <a:pt x="5857886" y="222618"/>
                  </a:lnTo>
                  <a:lnTo>
                    <a:pt x="5858211" y="222618"/>
                  </a:lnTo>
                  <a:lnTo>
                    <a:pt x="5858428" y="222618"/>
                  </a:lnTo>
                  <a:lnTo>
                    <a:pt x="5858645" y="222618"/>
                  </a:lnTo>
                  <a:lnTo>
                    <a:pt x="5858753" y="222618"/>
                  </a:lnTo>
                  <a:lnTo>
                    <a:pt x="5858862" y="222618"/>
                  </a:lnTo>
                  <a:lnTo>
                    <a:pt x="5858970" y="222618"/>
                  </a:lnTo>
                  <a:lnTo>
                    <a:pt x="5859079" y="222618"/>
                  </a:lnTo>
                  <a:lnTo>
                    <a:pt x="5859079" y="221995"/>
                  </a:lnTo>
                  <a:lnTo>
                    <a:pt x="5859296" y="221995"/>
                  </a:lnTo>
                  <a:lnTo>
                    <a:pt x="5859946" y="221995"/>
                  </a:lnTo>
                  <a:lnTo>
                    <a:pt x="5860055" y="221995"/>
                  </a:lnTo>
                  <a:lnTo>
                    <a:pt x="5860163" y="221995"/>
                  </a:lnTo>
                  <a:lnTo>
                    <a:pt x="5860489" y="221995"/>
                  </a:lnTo>
                  <a:lnTo>
                    <a:pt x="5860705" y="221995"/>
                  </a:lnTo>
                  <a:lnTo>
                    <a:pt x="5860922" y="221371"/>
                  </a:lnTo>
                  <a:lnTo>
                    <a:pt x="5861465" y="221371"/>
                  </a:lnTo>
                  <a:lnTo>
                    <a:pt x="5861790" y="221371"/>
                  </a:lnTo>
                  <a:lnTo>
                    <a:pt x="5862224" y="221371"/>
                  </a:lnTo>
                  <a:lnTo>
                    <a:pt x="5862332" y="221371"/>
                  </a:lnTo>
                  <a:lnTo>
                    <a:pt x="5862549" y="221371"/>
                  </a:lnTo>
                  <a:lnTo>
                    <a:pt x="5862658" y="221371"/>
                  </a:lnTo>
                  <a:lnTo>
                    <a:pt x="5862874" y="220748"/>
                  </a:lnTo>
                  <a:lnTo>
                    <a:pt x="5863091" y="220748"/>
                  </a:lnTo>
                  <a:lnTo>
                    <a:pt x="5863417" y="220748"/>
                  </a:lnTo>
                  <a:lnTo>
                    <a:pt x="5863525" y="220748"/>
                  </a:lnTo>
                  <a:lnTo>
                    <a:pt x="5863742" y="220748"/>
                  </a:lnTo>
                  <a:lnTo>
                    <a:pt x="5863959" y="220748"/>
                  </a:lnTo>
                  <a:lnTo>
                    <a:pt x="5864067" y="220748"/>
                  </a:lnTo>
                  <a:lnTo>
                    <a:pt x="5864610" y="220748"/>
                  </a:lnTo>
                  <a:lnTo>
                    <a:pt x="5864718" y="220748"/>
                  </a:lnTo>
                  <a:lnTo>
                    <a:pt x="5865043" y="220124"/>
                  </a:lnTo>
                  <a:lnTo>
                    <a:pt x="5865152" y="220124"/>
                  </a:lnTo>
                  <a:lnTo>
                    <a:pt x="5865152" y="219500"/>
                  </a:lnTo>
                  <a:lnTo>
                    <a:pt x="5865802" y="219500"/>
                  </a:lnTo>
                  <a:lnTo>
                    <a:pt x="5866019" y="219500"/>
                  </a:lnTo>
                  <a:lnTo>
                    <a:pt x="5866128" y="219500"/>
                  </a:lnTo>
                  <a:lnTo>
                    <a:pt x="5866236" y="218877"/>
                  </a:lnTo>
                  <a:lnTo>
                    <a:pt x="5866345" y="218877"/>
                  </a:lnTo>
                  <a:lnTo>
                    <a:pt x="5866453" y="218877"/>
                  </a:lnTo>
                  <a:lnTo>
                    <a:pt x="5866670" y="218253"/>
                  </a:lnTo>
                  <a:lnTo>
                    <a:pt x="5866779" y="218253"/>
                  </a:lnTo>
                  <a:lnTo>
                    <a:pt x="5866887" y="218253"/>
                  </a:lnTo>
                  <a:lnTo>
                    <a:pt x="5866995" y="218253"/>
                  </a:lnTo>
                  <a:lnTo>
                    <a:pt x="5867104" y="218253"/>
                  </a:lnTo>
                  <a:lnTo>
                    <a:pt x="5867212" y="218253"/>
                  </a:lnTo>
                  <a:lnTo>
                    <a:pt x="5867538" y="218253"/>
                  </a:lnTo>
                  <a:lnTo>
                    <a:pt x="5867646" y="218253"/>
                  </a:lnTo>
                  <a:lnTo>
                    <a:pt x="5867863" y="218253"/>
                  </a:lnTo>
                  <a:lnTo>
                    <a:pt x="5868731" y="215759"/>
                  </a:lnTo>
                  <a:lnTo>
                    <a:pt x="5868731" y="215135"/>
                  </a:lnTo>
                  <a:lnTo>
                    <a:pt x="5868947" y="215135"/>
                  </a:lnTo>
                  <a:lnTo>
                    <a:pt x="5869598" y="215135"/>
                  </a:lnTo>
                  <a:lnTo>
                    <a:pt x="5869707" y="215135"/>
                  </a:lnTo>
                  <a:lnTo>
                    <a:pt x="5869815" y="215135"/>
                  </a:lnTo>
                  <a:lnTo>
                    <a:pt x="5869923" y="215135"/>
                  </a:lnTo>
                  <a:lnTo>
                    <a:pt x="5870249" y="215135"/>
                  </a:lnTo>
                  <a:lnTo>
                    <a:pt x="5870574" y="215135"/>
                  </a:lnTo>
                  <a:lnTo>
                    <a:pt x="5870683" y="215135"/>
                  </a:lnTo>
                  <a:lnTo>
                    <a:pt x="5870791" y="215135"/>
                  </a:lnTo>
                  <a:lnTo>
                    <a:pt x="5870900" y="214512"/>
                  </a:lnTo>
                  <a:lnTo>
                    <a:pt x="5871116" y="214512"/>
                  </a:lnTo>
                  <a:lnTo>
                    <a:pt x="5871550" y="214512"/>
                  </a:lnTo>
                  <a:lnTo>
                    <a:pt x="5872201" y="213888"/>
                  </a:lnTo>
                  <a:lnTo>
                    <a:pt x="5872309" y="213888"/>
                  </a:lnTo>
                  <a:lnTo>
                    <a:pt x="5872743" y="213888"/>
                  </a:lnTo>
                  <a:lnTo>
                    <a:pt x="5873068" y="213888"/>
                  </a:lnTo>
                  <a:lnTo>
                    <a:pt x="5873177" y="213888"/>
                  </a:lnTo>
                  <a:lnTo>
                    <a:pt x="5873285" y="213888"/>
                  </a:lnTo>
                  <a:lnTo>
                    <a:pt x="5873502" y="213888"/>
                  </a:lnTo>
                  <a:lnTo>
                    <a:pt x="5873611" y="213888"/>
                  </a:lnTo>
                  <a:lnTo>
                    <a:pt x="5873719" y="213888"/>
                  </a:lnTo>
                  <a:lnTo>
                    <a:pt x="5873828" y="213888"/>
                  </a:lnTo>
                  <a:lnTo>
                    <a:pt x="5873936" y="213888"/>
                  </a:lnTo>
                  <a:lnTo>
                    <a:pt x="5874261" y="213888"/>
                  </a:lnTo>
                  <a:lnTo>
                    <a:pt x="5874478" y="213888"/>
                  </a:lnTo>
                  <a:lnTo>
                    <a:pt x="5874587" y="213888"/>
                  </a:lnTo>
                  <a:lnTo>
                    <a:pt x="5874912" y="213888"/>
                  </a:lnTo>
                  <a:lnTo>
                    <a:pt x="5875129" y="213265"/>
                  </a:lnTo>
                  <a:lnTo>
                    <a:pt x="5875237" y="213265"/>
                  </a:lnTo>
                  <a:lnTo>
                    <a:pt x="5875454" y="212641"/>
                  </a:lnTo>
                  <a:lnTo>
                    <a:pt x="5875671" y="212641"/>
                  </a:lnTo>
                  <a:lnTo>
                    <a:pt x="5875780" y="212641"/>
                  </a:lnTo>
                  <a:lnTo>
                    <a:pt x="5875888" y="212641"/>
                  </a:lnTo>
                  <a:lnTo>
                    <a:pt x="5876322" y="212641"/>
                  </a:lnTo>
                  <a:lnTo>
                    <a:pt x="5877081" y="212641"/>
                  </a:lnTo>
                  <a:lnTo>
                    <a:pt x="5877189" y="212641"/>
                  </a:lnTo>
                  <a:lnTo>
                    <a:pt x="5877406" y="212641"/>
                  </a:lnTo>
                  <a:lnTo>
                    <a:pt x="5877515" y="212641"/>
                  </a:lnTo>
                  <a:lnTo>
                    <a:pt x="5877623" y="212641"/>
                  </a:lnTo>
                  <a:lnTo>
                    <a:pt x="5877949" y="212641"/>
                  </a:lnTo>
                  <a:lnTo>
                    <a:pt x="5878274" y="212641"/>
                  </a:lnTo>
                  <a:lnTo>
                    <a:pt x="5878382" y="212641"/>
                  </a:lnTo>
                  <a:lnTo>
                    <a:pt x="5878491" y="212641"/>
                  </a:lnTo>
                  <a:lnTo>
                    <a:pt x="5879033" y="212017"/>
                  </a:lnTo>
                  <a:lnTo>
                    <a:pt x="5879141" y="212017"/>
                  </a:lnTo>
                  <a:lnTo>
                    <a:pt x="5879358" y="212017"/>
                  </a:lnTo>
                  <a:lnTo>
                    <a:pt x="5879684" y="212017"/>
                  </a:lnTo>
                  <a:lnTo>
                    <a:pt x="5879901" y="212017"/>
                  </a:lnTo>
                  <a:lnTo>
                    <a:pt x="5880226" y="212017"/>
                  </a:lnTo>
                  <a:lnTo>
                    <a:pt x="5880660" y="212017"/>
                  </a:lnTo>
                  <a:lnTo>
                    <a:pt x="5880768" y="212017"/>
                  </a:lnTo>
                  <a:lnTo>
                    <a:pt x="5880985" y="211394"/>
                  </a:lnTo>
                  <a:lnTo>
                    <a:pt x="5881310" y="211394"/>
                  </a:lnTo>
                  <a:lnTo>
                    <a:pt x="5881527" y="211394"/>
                  </a:lnTo>
                  <a:lnTo>
                    <a:pt x="5881744" y="211394"/>
                  </a:lnTo>
                  <a:lnTo>
                    <a:pt x="5881853" y="211394"/>
                  </a:lnTo>
                  <a:lnTo>
                    <a:pt x="5882286" y="210147"/>
                  </a:lnTo>
                  <a:lnTo>
                    <a:pt x="5882612" y="210147"/>
                  </a:lnTo>
                  <a:lnTo>
                    <a:pt x="5882720" y="210147"/>
                  </a:lnTo>
                  <a:lnTo>
                    <a:pt x="5882829" y="210147"/>
                  </a:lnTo>
                  <a:lnTo>
                    <a:pt x="5882937" y="210147"/>
                  </a:lnTo>
                  <a:lnTo>
                    <a:pt x="5883046" y="210147"/>
                  </a:lnTo>
                  <a:lnTo>
                    <a:pt x="5883154" y="209523"/>
                  </a:lnTo>
                  <a:lnTo>
                    <a:pt x="5883805" y="209523"/>
                  </a:lnTo>
                  <a:lnTo>
                    <a:pt x="5883913" y="209523"/>
                  </a:lnTo>
                  <a:lnTo>
                    <a:pt x="5884130" y="207652"/>
                  </a:lnTo>
                  <a:lnTo>
                    <a:pt x="5884130" y="207029"/>
                  </a:lnTo>
                  <a:lnTo>
                    <a:pt x="5884347" y="207029"/>
                  </a:lnTo>
                  <a:lnTo>
                    <a:pt x="5884781" y="207029"/>
                  </a:lnTo>
                  <a:lnTo>
                    <a:pt x="5884998" y="207029"/>
                  </a:lnTo>
                  <a:lnTo>
                    <a:pt x="5885106" y="207029"/>
                  </a:lnTo>
                  <a:lnTo>
                    <a:pt x="5885431" y="207029"/>
                  </a:lnTo>
                  <a:lnTo>
                    <a:pt x="5885757" y="206405"/>
                  </a:lnTo>
                  <a:lnTo>
                    <a:pt x="5886733" y="206405"/>
                  </a:lnTo>
                  <a:lnTo>
                    <a:pt x="5887058" y="206405"/>
                  </a:lnTo>
                  <a:lnTo>
                    <a:pt x="5887167" y="206405"/>
                  </a:lnTo>
                  <a:lnTo>
                    <a:pt x="5887492" y="205782"/>
                  </a:lnTo>
                  <a:lnTo>
                    <a:pt x="5887600" y="205158"/>
                  </a:lnTo>
                  <a:lnTo>
                    <a:pt x="5887817" y="205158"/>
                  </a:lnTo>
                  <a:lnTo>
                    <a:pt x="5888143" y="205158"/>
                  </a:lnTo>
                  <a:lnTo>
                    <a:pt x="5888468" y="205158"/>
                  </a:lnTo>
                  <a:lnTo>
                    <a:pt x="5888576" y="205158"/>
                  </a:lnTo>
                  <a:lnTo>
                    <a:pt x="5888685" y="205158"/>
                  </a:lnTo>
                  <a:lnTo>
                    <a:pt x="5888793" y="204535"/>
                  </a:lnTo>
                  <a:lnTo>
                    <a:pt x="5888902" y="204535"/>
                  </a:lnTo>
                  <a:lnTo>
                    <a:pt x="5889661" y="204535"/>
                  </a:lnTo>
                  <a:lnTo>
                    <a:pt x="5889769" y="204535"/>
                  </a:lnTo>
                  <a:lnTo>
                    <a:pt x="5889878" y="204535"/>
                  </a:lnTo>
                  <a:lnTo>
                    <a:pt x="5890095" y="203911"/>
                  </a:lnTo>
                  <a:lnTo>
                    <a:pt x="5890203" y="203911"/>
                  </a:lnTo>
                  <a:lnTo>
                    <a:pt x="5890420" y="203911"/>
                  </a:lnTo>
                  <a:lnTo>
                    <a:pt x="5890745" y="203911"/>
                  </a:lnTo>
                  <a:lnTo>
                    <a:pt x="5891504" y="203911"/>
                  </a:lnTo>
                  <a:lnTo>
                    <a:pt x="5891830" y="203911"/>
                  </a:lnTo>
                  <a:lnTo>
                    <a:pt x="5891938" y="203911"/>
                  </a:lnTo>
                  <a:lnTo>
                    <a:pt x="5891938" y="203287"/>
                  </a:lnTo>
                  <a:lnTo>
                    <a:pt x="5892047" y="203287"/>
                  </a:lnTo>
                  <a:lnTo>
                    <a:pt x="5892372" y="203287"/>
                  </a:lnTo>
                  <a:lnTo>
                    <a:pt x="5892481" y="203287"/>
                  </a:lnTo>
                  <a:lnTo>
                    <a:pt x="5892806" y="203287"/>
                  </a:lnTo>
                  <a:lnTo>
                    <a:pt x="5893131" y="203287"/>
                  </a:lnTo>
                  <a:lnTo>
                    <a:pt x="5893240" y="203287"/>
                  </a:lnTo>
                  <a:lnTo>
                    <a:pt x="5893348" y="203287"/>
                  </a:lnTo>
                  <a:lnTo>
                    <a:pt x="5893457" y="203287"/>
                  </a:lnTo>
                  <a:lnTo>
                    <a:pt x="5893565" y="203287"/>
                  </a:lnTo>
                  <a:lnTo>
                    <a:pt x="5893673" y="203287"/>
                  </a:lnTo>
                  <a:lnTo>
                    <a:pt x="5893782" y="203287"/>
                  </a:lnTo>
                  <a:lnTo>
                    <a:pt x="5893890" y="203287"/>
                  </a:lnTo>
                  <a:lnTo>
                    <a:pt x="5894324" y="203287"/>
                  </a:lnTo>
                  <a:lnTo>
                    <a:pt x="5894433" y="203287"/>
                  </a:lnTo>
                  <a:lnTo>
                    <a:pt x="5894975" y="203287"/>
                  </a:lnTo>
                  <a:lnTo>
                    <a:pt x="5895083" y="203287"/>
                  </a:lnTo>
                  <a:lnTo>
                    <a:pt x="5895300" y="203287"/>
                  </a:lnTo>
                  <a:lnTo>
                    <a:pt x="5895517" y="203287"/>
                  </a:lnTo>
                  <a:lnTo>
                    <a:pt x="5895842" y="203287"/>
                  </a:lnTo>
                  <a:lnTo>
                    <a:pt x="5896059" y="203287"/>
                  </a:lnTo>
                  <a:lnTo>
                    <a:pt x="5896168" y="203287"/>
                  </a:lnTo>
                  <a:lnTo>
                    <a:pt x="5897686" y="202664"/>
                  </a:lnTo>
                  <a:lnTo>
                    <a:pt x="5897903" y="202664"/>
                  </a:lnTo>
                  <a:lnTo>
                    <a:pt x="5898011" y="202664"/>
                  </a:lnTo>
                  <a:lnTo>
                    <a:pt x="5898120" y="202040"/>
                  </a:lnTo>
                  <a:lnTo>
                    <a:pt x="5898554" y="202040"/>
                  </a:lnTo>
                  <a:lnTo>
                    <a:pt x="5898770" y="201417"/>
                  </a:lnTo>
                  <a:lnTo>
                    <a:pt x="5898987" y="201417"/>
                  </a:lnTo>
                  <a:lnTo>
                    <a:pt x="5899421" y="201417"/>
                  </a:lnTo>
                  <a:lnTo>
                    <a:pt x="5899746" y="201417"/>
                  </a:lnTo>
                  <a:lnTo>
                    <a:pt x="5899855" y="201417"/>
                  </a:lnTo>
                  <a:lnTo>
                    <a:pt x="5900072" y="201417"/>
                  </a:lnTo>
                  <a:lnTo>
                    <a:pt x="5900289" y="201417"/>
                  </a:lnTo>
                  <a:lnTo>
                    <a:pt x="5900397" y="201417"/>
                  </a:lnTo>
                  <a:lnTo>
                    <a:pt x="5900506" y="201417"/>
                  </a:lnTo>
                  <a:lnTo>
                    <a:pt x="5900831" y="201417"/>
                  </a:lnTo>
                  <a:lnTo>
                    <a:pt x="5900831" y="200793"/>
                  </a:lnTo>
                  <a:lnTo>
                    <a:pt x="5901048" y="200793"/>
                  </a:lnTo>
                  <a:lnTo>
                    <a:pt x="5901265" y="200169"/>
                  </a:lnTo>
                  <a:lnTo>
                    <a:pt x="5901482" y="200169"/>
                  </a:lnTo>
                  <a:lnTo>
                    <a:pt x="5901699" y="200169"/>
                  </a:lnTo>
                  <a:lnTo>
                    <a:pt x="5902349" y="200169"/>
                  </a:lnTo>
                  <a:lnTo>
                    <a:pt x="5902458" y="200169"/>
                  </a:lnTo>
                  <a:lnTo>
                    <a:pt x="5902566" y="200169"/>
                  </a:lnTo>
                  <a:lnTo>
                    <a:pt x="5902783" y="200169"/>
                  </a:lnTo>
                  <a:lnTo>
                    <a:pt x="5902891" y="200169"/>
                  </a:lnTo>
                  <a:lnTo>
                    <a:pt x="5903217" y="200169"/>
                  </a:lnTo>
                  <a:lnTo>
                    <a:pt x="5903325" y="200169"/>
                  </a:lnTo>
                  <a:lnTo>
                    <a:pt x="5903651" y="199546"/>
                  </a:lnTo>
                  <a:lnTo>
                    <a:pt x="5903867" y="198922"/>
                  </a:lnTo>
                  <a:lnTo>
                    <a:pt x="5903976" y="198922"/>
                  </a:lnTo>
                  <a:lnTo>
                    <a:pt x="5904084" y="198922"/>
                  </a:lnTo>
                  <a:lnTo>
                    <a:pt x="5904301" y="198922"/>
                  </a:lnTo>
                  <a:lnTo>
                    <a:pt x="5904735" y="198922"/>
                  </a:lnTo>
                  <a:lnTo>
                    <a:pt x="5904843" y="198922"/>
                  </a:lnTo>
                  <a:lnTo>
                    <a:pt x="5905494" y="197675"/>
                  </a:lnTo>
                  <a:lnTo>
                    <a:pt x="5905711" y="197675"/>
                  </a:lnTo>
                  <a:lnTo>
                    <a:pt x="5905928" y="197675"/>
                  </a:lnTo>
                  <a:lnTo>
                    <a:pt x="5906253" y="197675"/>
                  </a:lnTo>
                  <a:lnTo>
                    <a:pt x="5906470" y="197675"/>
                  </a:lnTo>
                  <a:lnTo>
                    <a:pt x="5906687" y="197675"/>
                  </a:lnTo>
                  <a:lnTo>
                    <a:pt x="5907663" y="197675"/>
                  </a:lnTo>
                  <a:lnTo>
                    <a:pt x="5907772" y="197675"/>
                  </a:lnTo>
                  <a:lnTo>
                    <a:pt x="5907880" y="197675"/>
                  </a:lnTo>
                  <a:lnTo>
                    <a:pt x="5907880" y="197052"/>
                  </a:lnTo>
                  <a:lnTo>
                    <a:pt x="5908097" y="196428"/>
                  </a:lnTo>
                  <a:lnTo>
                    <a:pt x="5908422" y="196428"/>
                  </a:lnTo>
                  <a:lnTo>
                    <a:pt x="5908639" y="196428"/>
                  </a:lnTo>
                  <a:lnTo>
                    <a:pt x="5908748" y="196428"/>
                  </a:lnTo>
                  <a:lnTo>
                    <a:pt x="5908856" y="196428"/>
                  </a:lnTo>
                  <a:lnTo>
                    <a:pt x="5908964" y="195804"/>
                  </a:lnTo>
                  <a:lnTo>
                    <a:pt x="5909073" y="195804"/>
                  </a:lnTo>
                  <a:lnTo>
                    <a:pt x="5909181" y="195804"/>
                  </a:lnTo>
                  <a:lnTo>
                    <a:pt x="5909290" y="195804"/>
                  </a:lnTo>
                  <a:lnTo>
                    <a:pt x="5909398" y="195804"/>
                  </a:lnTo>
                  <a:lnTo>
                    <a:pt x="5909615" y="195804"/>
                  </a:lnTo>
                  <a:lnTo>
                    <a:pt x="5909832" y="195804"/>
                  </a:lnTo>
                  <a:lnTo>
                    <a:pt x="5909941" y="195181"/>
                  </a:lnTo>
                  <a:lnTo>
                    <a:pt x="5910049" y="194557"/>
                  </a:lnTo>
                  <a:lnTo>
                    <a:pt x="5911133" y="194557"/>
                  </a:lnTo>
                  <a:lnTo>
                    <a:pt x="5911242" y="194557"/>
                  </a:lnTo>
                  <a:lnTo>
                    <a:pt x="5911567" y="193934"/>
                  </a:lnTo>
                  <a:lnTo>
                    <a:pt x="5912001" y="193934"/>
                  </a:lnTo>
                  <a:lnTo>
                    <a:pt x="5912109" y="193934"/>
                  </a:lnTo>
                  <a:lnTo>
                    <a:pt x="5912435" y="193934"/>
                  </a:lnTo>
                  <a:lnTo>
                    <a:pt x="5912869" y="193934"/>
                  </a:lnTo>
                  <a:lnTo>
                    <a:pt x="5913194" y="193934"/>
                  </a:lnTo>
                  <a:lnTo>
                    <a:pt x="5913302" y="193934"/>
                  </a:lnTo>
                  <a:lnTo>
                    <a:pt x="5913411" y="193934"/>
                  </a:lnTo>
                  <a:lnTo>
                    <a:pt x="5913736" y="193934"/>
                  </a:lnTo>
                  <a:lnTo>
                    <a:pt x="5913845" y="193934"/>
                  </a:lnTo>
                  <a:lnTo>
                    <a:pt x="5913953" y="193934"/>
                  </a:lnTo>
                  <a:lnTo>
                    <a:pt x="5914062" y="193934"/>
                  </a:lnTo>
                  <a:lnTo>
                    <a:pt x="5914170" y="193934"/>
                  </a:lnTo>
                  <a:lnTo>
                    <a:pt x="5914170" y="193310"/>
                  </a:lnTo>
                  <a:lnTo>
                    <a:pt x="5914278" y="193310"/>
                  </a:lnTo>
                  <a:lnTo>
                    <a:pt x="5914387" y="193310"/>
                  </a:lnTo>
                  <a:lnTo>
                    <a:pt x="5914387" y="192686"/>
                  </a:lnTo>
                  <a:lnTo>
                    <a:pt x="5914712" y="192686"/>
                  </a:lnTo>
                  <a:lnTo>
                    <a:pt x="5914821" y="192686"/>
                  </a:lnTo>
                  <a:lnTo>
                    <a:pt x="5914929" y="192686"/>
                  </a:lnTo>
                  <a:lnTo>
                    <a:pt x="5915146" y="191439"/>
                  </a:lnTo>
                  <a:lnTo>
                    <a:pt x="5915471" y="191439"/>
                  </a:lnTo>
                  <a:lnTo>
                    <a:pt x="5915580" y="191439"/>
                  </a:lnTo>
                  <a:lnTo>
                    <a:pt x="5916014" y="191439"/>
                  </a:lnTo>
                  <a:lnTo>
                    <a:pt x="5916230" y="190816"/>
                  </a:lnTo>
                  <a:lnTo>
                    <a:pt x="5916773" y="190816"/>
                  </a:lnTo>
                  <a:lnTo>
                    <a:pt x="5916990" y="190816"/>
                  </a:lnTo>
                  <a:lnTo>
                    <a:pt x="5917206" y="190816"/>
                  </a:lnTo>
                  <a:lnTo>
                    <a:pt x="5917315" y="190816"/>
                  </a:lnTo>
                  <a:lnTo>
                    <a:pt x="5917749" y="190816"/>
                  </a:lnTo>
                  <a:lnTo>
                    <a:pt x="5917857" y="190816"/>
                  </a:lnTo>
                  <a:lnTo>
                    <a:pt x="5918074" y="190816"/>
                  </a:lnTo>
                  <a:lnTo>
                    <a:pt x="5918833" y="190816"/>
                  </a:lnTo>
                  <a:lnTo>
                    <a:pt x="5918942" y="190816"/>
                  </a:lnTo>
                  <a:lnTo>
                    <a:pt x="5919267" y="190816"/>
                  </a:lnTo>
                  <a:lnTo>
                    <a:pt x="5919592" y="190816"/>
                  </a:lnTo>
                  <a:lnTo>
                    <a:pt x="5920135" y="190816"/>
                  </a:lnTo>
                  <a:lnTo>
                    <a:pt x="5920351" y="190816"/>
                  </a:lnTo>
                  <a:lnTo>
                    <a:pt x="5921002" y="190192"/>
                  </a:lnTo>
                  <a:lnTo>
                    <a:pt x="5921327" y="190192"/>
                  </a:lnTo>
                  <a:lnTo>
                    <a:pt x="5921544" y="190192"/>
                  </a:lnTo>
                  <a:lnTo>
                    <a:pt x="5921653" y="190192"/>
                  </a:lnTo>
                  <a:lnTo>
                    <a:pt x="5921761" y="190192"/>
                  </a:lnTo>
                  <a:lnTo>
                    <a:pt x="5922195" y="190192"/>
                  </a:lnTo>
                  <a:lnTo>
                    <a:pt x="5922195" y="189569"/>
                  </a:lnTo>
                  <a:lnTo>
                    <a:pt x="5922195" y="188945"/>
                  </a:lnTo>
                  <a:lnTo>
                    <a:pt x="5922303" y="188945"/>
                  </a:lnTo>
                  <a:lnTo>
                    <a:pt x="5922412" y="188945"/>
                  </a:lnTo>
                  <a:lnTo>
                    <a:pt x="5922520" y="188945"/>
                  </a:lnTo>
                  <a:lnTo>
                    <a:pt x="5922629" y="188945"/>
                  </a:lnTo>
                  <a:lnTo>
                    <a:pt x="5922737" y="188945"/>
                  </a:lnTo>
                  <a:lnTo>
                    <a:pt x="5922846" y="188945"/>
                  </a:lnTo>
                  <a:lnTo>
                    <a:pt x="5922954" y="188945"/>
                  </a:lnTo>
                  <a:lnTo>
                    <a:pt x="5923171" y="188945"/>
                  </a:lnTo>
                  <a:lnTo>
                    <a:pt x="5923280" y="188945"/>
                  </a:lnTo>
                  <a:lnTo>
                    <a:pt x="5923388" y="188945"/>
                  </a:lnTo>
                  <a:lnTo>
                    <a:pt x="5923496" y="188945"/>
                  </a:lnTo>
                  <a:lnTo>
                    <a:pt x="5923605" y="188945"/>
                  </a:lnTo>
                  <a:lnTo>
                    <a:pt x="5924039" y="188945"/>
                  </a:lnTo>
                  <a:lnTo>
                    <a:pt x="5924147" y="188945"/>
                  </a:lnTo>
                  <a:lnTo>
                    <a:pt x="5924256" y="188321"/>
                  </a:lnTo>
                  <a:lnTo>
                    <a:pt x="5924364" y="188321"/>
                  </a:lnTo>
                  <a:lnTo>
                    <a:pt x="5924472" y="188321"/>
                  </a:lnTo>
                  <a:lnTo>
                    <a:pt x="5924581" y="188321"/>
                  </a:lnTo>
                  <a:lnTo>
                    <a:pt x="5927509" y="185203"/>
                  </a:lnTo>
                  <a:lnTo>
                    <a:pt x="5927617" y="185203"/>
                  </a:lnTo>
                  <a:lnTo>
                    <a:pt x="5927834" y="185203"/>
                  </a:lnTo>
                  <a:lnTo>
                    <a:pt x="5927943" y="185203"/>
                  </a:lnTo>
                  <a:lnTo>
                    <a:pt x="5928051" y="185203"/>
                  </a:lnTo>
                  <a:lnTo>
                    <a:pt x="5928160" y="185203"/>
                  </a:lnTo>
                  <a:lnTo>
                    <a:pt x="5928268" y="185203"/>
                  </a:lnTo>
                  <a:lnTo>
                    <a:pt x="5928485" y="185203"/>
                  </a:lnTo>
                  <a:lnTo>
                    <a:pt x="5928919" y="185203"/>
                  </a:lnTo>
                  <a:lnTo>
                    <a:pt x="5929461" y="185203"/>
                  </a:lnTo>
                  <a:lnTo>
                    <a:pt x="5929569" y="185203"/>
                  </a:lnTo>
                  <a:lnTo>
                    <a:pt x="5929786" y="185203"/>
                  </a:lnTo>
                  <a:lnTo>
                    <a:pt x="5930112" y="185203"/>
                  </a:lnTo>
                  <a:lnTo>
                    <a:pt x="5930220" y="185203"/>
                  </a:lnTo>
                  <a:lnTo>
                    <a:pt x="5930329" y="185203"/>
                  </a:lnTo>
                  <a:lnTo>
                    <a:pt x="5930437" y="185203"/>
                  </a:lnTo>
                  <a:lnTo>
                    <a:pt x="5930545" y="185203"/>
                  </a:lnTo>
                  <a:lnTo>
                    <a:pt x="5930654" y="185203"/>
                  </a:lnTo>
                  <a:lnTo>
                    <a:pt x="5930871" y="185203"/>
                  </a:lnTo>
                  <a:lnTo>
                    <a:pt x="5931196" y="185203"/>
                  </a:lnTo>
                  <a:lnTo>
                    <a:pt x="5931630" y="185203"/>
                  </a:lnTo>
                  <a:lnTo>
                    <a:pt x="5931738" y="185203"/>
                  </a:lnTo>
                  <a:lnTo>
                    <a:pt x="5932064" y="185203"/>
                  </a:lnTo>
                  <a:lnTo>
                    <a:pt x="5932172" y="185203"/>
                  </a:lnTo>
                  <a:lnTo>
                    <a:pt x="5932172" y="184580"/>
                  </a:lnTo>
                  <a:lnTo>
                    <a:pt x="5932281" y="184580"/>
                  </a:lnTo>
                  <a:lnTo>
                    <a:pt x="5932281" y="183956"/>
                  </a:lnTo>
                  <a:lnTo>
                    <a:pt x="5932389" y="183956"/>
                  </a:lnTo>
                  <a:lnTo>
                    <a:pt x="5932498" y="183956"/>
                  </a:lnTo>
                  <a:lnTo>
                    <a:pt x="5932714" y="183956"/>
                  </a:lnTo>
                  <a:lnTo>
                    <a:pt x="5933040" y="183333"/>
                  </a:lnTo>
                  <a:lnTo>
                    <a:pt x="5933148" y="183333"/>
                  </a:lnTo>
                  <a:lnTo>
                    <a:pt x="5933582" y="182709"/>
                  </a:lnTo>
                  <a:lnTo>
                    <a:pt x="5933690" y="182709"/>
                  </a:lnTo>
                  <a:lnTo>
                    <a:pt x="5934124" y="182709"/>
                  </a:lnTo>
                  <a:lnTo>
                    <a:pt x="5934233" y="182709"/>
                  </a:lnTo>
                  <a:lnTo>
                    <a:pt x="5934558" y="182709"/>
                  </a:lnTo>
                  <a:lnTo>
                    <a:pt x="5934775" y="182086"/>
                  </a:lnTo>
                  <a:lnTo>
                    <a:pt x="5934883" y="182086"/>
                  </a:lnTo>
                  <a:lnTo>
                    <a:pt x="5934992" y="182086"/>
                  </a:lnTo>
                  <a:lnTo>
                    <a:pt x="5935209" y="182086"/>
                  </a:lnTo>
                  <a:lnTo>
                    <a:pt x="5935317" y="182086"/>
                  </a:lnTo>
                  <a:lnTo>
                    <a:pt x="5935426" y="182086"/>
                  </a:lnTo>
                  <a:lnTo>
                    <a:pt x="5935534" y="182086"/>
                  </a:lnTo>
                  <a:lnTo>
                    <a:pt x="5935643" y="182086"/>
                  </a:lnTo>
                  <a:lnTo>
                    <a:pt x="5935751" y="182086"/>
                  </a:lnTo>
                  <a:lnTo>
                    <a:pt x="5936076" y="182086"/>
                  </a:lnTo>
                  <a:lnTo>
                    <a:pt x="5936185" y="182086"/>
                  </a:lnTo>
                  <a:lnTo>
                    <a:pt x="5936293" y="182086"/>
                  </a:lnTo>
                  <a:lnTo>
                    <a:pt x="5936510" y="182086"/>
                  </a:lnTo>
                  <a:lnTo>
                    <a:pt x="5936619" y="182086"/>
                  </a:lnTo>
                  <a:lnTo>
                    <a:pt x="5936727" y="182086"/>
                  </a:lnTo>
                  <a:lnTo>
                    <a:pt x="5937052" y="182086"/>
                  </a:lnTo>
                  <a:lnTo>
                    <a:pt x="5937161" y="182086"/>
                  </a:lnTo>
                  <a:lnTo>
                    <a:pt x="5937703" y="182086"/>
                  </a:lnTo>
                  <a:lnTo>
                    <a:pt x="5937811" y="182086"/>
                  </a:lnTo>
                  <a:lnTo>
                    <a:pt x="5937920" y="182086"/>
                  </a:lnTo>
                  <a:lnTo>
                    <a:pt x="5938137" y="182086"/>
                  </a:lnTo>
                  <a:lnTo>
                    <a:pt x="5938245" y="182086"/>
                  </a:lnTo>
                  <a:lnTo>
                    <a:pt x="5938354" y="182086"/>
                  </a:lnTo>
                  <a:lnTo>
                    <a:pt x="5938462" y="182086"/>
                  </a:lnTo>
                  <a:lnTo>
                    <a:pt x="5938679" y="182086"/>
                  </a:lnTo>
                  <a:lnTo>
                    <a:pt x="5939004" y="182086"/>
                  </a:lnTo>
                  <a:lnTo>
                    <a:pt x="5939004" y="181462"/>
                  </a:lnTo>
                  <a:lnTo>
                    <a:pt x="5939113" y="180838"/>
                  </a:lnTo>
                  <a:lnTo>
                    <a:pt x="5939221" y="180838"/>
                  </a:lnTo>
                  <a:lnTo>
                    <a:pt x="5939872" y="180838"/>
                  </a:lnTo>
                  <a:lnTo>
                    <a:pt x="5940089" y="180838"/>
                  </a:lnTo>
                  <a:lnTo>
                    <a:pt x="5940414" y="180838"/>
                  </a:lnTo>
                  <a:lnTo>
                    <a:pt x="5940523" y="180838"/>
                  </a:lnTo>
                  <a:lnTo>
                    <a:pt x="5940956" y="180215"/>
                  </a:lnTo>
                  <a:lnTo>
                    <a:pt x="5941173" y="180215"/>
                  </a:lnTo>
                  <a:lnTo>
                    <a:pt x="5941390" y="180215"/>
                  </a:lnTo>
                  <a:lnTo>
                    <a:pt x="5941499" y="180215"/>
                  </a:lnTo>
                  <a:lnTo>
                    <a:pt x="5941716" y="180215"/>
                  </a:lnTo>
                  <a:lnTo>
                    <a:pt x="5941824" y="180215"/>
                  </a:lnTo>
                  <a:lnTo>
                    <a:pt x="5941932" y="180215"/>
                  </a:lnTo>
                  <a:lnTo>
                    <a:pt x="5942258" y="179591"/>
                  </a:lnTo>
                  <a:lnTo>
                    <a:pt x="5942366" y="179591"/>
                  </a:lnTo>
                  <a:lnTo>
                    <a:pt x="5942475" y="179591"/>
                  </a:lnTo>
                  <a:lnTo>
                    <a:pt x="5942692" y="179591"/>
                  </a:lnTo>
                  <a:lnTo>
                    <a:pt x="5942908" y="178968"/>
                  </a:lnTo>
                  <a:lnTo>
                    <a:pt x="5943017" y="178968"/>
                  </a:lnTo>
                  <a:lnTo>
                    <a:pt x="5943125" y="178968"/>
                  </a:lnTo>
                  <a:lnTo>
                    <a:pt x="5943451" y="178968"/>
                  </a:lnTo>
                  <a:lnTo>
                    <a:pt x="5943559" y="178968"/>
                  </a:lnTo>
                  <a:lnTo>
                    <a:pt x="5943993" y="178968"/>
                  </a:lnTo>
                  <a:lnTo>
                    <a:pt x="5944101" y="178968"/>
                  </a:lnTo>
                  <a:lnTo>
                    <a:pt x="5944210" y="178968"/>
                  </a:lnTo>
                  <a:lnTo>
                    <a:pt x="5944318" y="178344"/>
                  </a:lnTo>
                  <a:lnTo>
                    <a:pt x="5944427" y="177720"/>
                  </a:lnTo>
                  <a:lnTo>
                    <a:pt x="5944644" y="177720"/>
                  </a:lnTo>
                  <a:lnTo>
                    <a:pt x="5944969" y="177720"/>
                  </a:lnTo>
                  <a:lnTo>
                    <a:pt x="5945077" y="177720"/>
                  </a:lnTo>
                  <a:lnTo>
                    <a:pt x="5945186" y="177720"/>
                  </a:lnTo>
                  <a:lnTo>
                    <a:pt x="5945294" y="177720"/>
                  </a:lnTo>
                  <a:lnTo>
                    <a:pt x="5945728" y="177720"/>
                  </a:lnTo>
                  <a:lnTo>
                    <a:pt x="5945945" y="177720"/>
                  </a:lnTo>
                  <a:lnTo>
                    <a:pt x="5946162" y="177720"/>
                  </a:lnTo>
                  <a:lnTo>
                    <a:pt x="5946270" y="177720"/>
                  </a:lnTo>
                  <a:lnTo>
                    <a:pt x="5946487" y="177720"/>
                  </a:lnTo>
                  <a:lnTo>
                    <a:pt x="5946704" y="177720"/>
                  </a:lnTo>
                  <a:lnTo>
                    <a:pt x="5947246" y="177720"/>
                  </a:lnTo>
                  <a:lnTo>
                    <a:pt x="5947463" y="177720"/>
                  </a:lnTo>
                  <a:lnTo>
                    <a:pt x="5947572" y="177720"/>
                  </a:lnTo>
                  <a:lnTo>
                    <a:pt x="5947789" y="177720"/>
                  </a:lnTo>
                  <a:lnTo>
                    <a:pt x="5947897" y="177720"/>
                  </a:lnTo>
                  <a:lnTo>
                    <a:pt x="5948439" y="177720"/>
                  </a:lnTo>
                  <a:lnTo>
                    <a:pt x="5948548" y="177720"/>
                  </a:lnTo>
                  <a:lnTo>
                    <a:pt x="5948873" y="177720"/>
                  </a:lnTo>
                  <a:lnTo>
                    <a:pt x="5949524" y="177720"/>
                  </a:lnTo>
                  <a:lnTo>
                    <a:pt x="5949741" y="177720"/>
                  </a:lnTo>
                  <a:lnTo>
                    <a:pt x="5949849" y="177720"/>
                  </a:lnTo>
                  <a:lnTo>
                    <a:pt x="5949958" y="177720"/>
                  </a:lnTo>
                  <a:lnTo>
                    <a:pt x="5950066" y="177720"/>
                  </a:lnTo>
                  <a:lnTo>
                    <a:pt x="5950174" y="177720"/>
                  </a:lnTo>
                  <a:lnTo>
                    <a:pt x="5950608" y="177097"/>
                  </a:lnTo>
                  <a:lnTo>
                    <a:pt x="5950825" y="177097"/>
                  </a:lnTo>
                  <a:lnTo>
                    <a:pt x="5951042" y="177097"/>
                  </a:lnTo>
                  <a:lnTo>
                    <a:pt x="5951259" y="177097"/>
                  </a:lnTo>
                  <a:lnTo>
                    <a:pt x="5951367" y="177097"/>
                  </a:lnTo>
                  <a:lnTo>
                    <a:pt x="5951476" y="177097"/>
                  </a:lnTo>
                  <a:lnTo>
                    <a:pt x="5951801" y="176473"/>
                  </a:lnTo>
                  <a:lnTo>
                    <a:pt x="5951910" y="176473"/>
                  </a:lnTo>
                  <a:lnTo>
                    <a:pt x="5952235" y="175850"/>
                  </a:lnTo>
                  <a:lnTo>
                    <a:pt x="5952343" y="175850"/>
                  </a:lnTo>
                  <a:lnTo>
                    <a:pt x="5952452" y="175850"/>
                  </a:lnTo>
                  <a:lnTo>
                    <a:pt x="5952886" y="175850"/>
                  </a:lnTo>
                  <a:lnTo>
                    <a:pt x="5952886" y="175226"/>
                  </a:lnTo>
                  <a:lnTo>
                    <a:pt x="5953103" y="175226"/>
                  </a:lnTo>
                  <a:lnTo>
                    <a:pt x="5953428" y="175226"/>
                  </a:lnTo>
                  <a:lnTo>
                    <a:pt x="5953862" y="173979"/>
                  </a:lnTo>
                  <a:lnTo>
                    <a:pt x="5953970" y="173979"/>
                  </a:lnTo>
                  <a:lnTo>
                    <a:pt x="5954079" y="173979"/>
                  </a:lnTo>
                  <a:lnTo>
                    <a:pt x="5954187" y="173979"/>
                  </a:lnTo>
                  <a:lnTo>
                    <a:pt x="5954295" y="173979"/>
                  </a:lnTo>
                  <a:lnTo>
                    <a:pt x="5954404" y="173979"/>
                  </a:lnTo>
                  <a:lnTo>
                    <a:pt x="5954729" y="173979"/>
                  </a:lnTo>
                  <a:lnTo>
                    <a:pt x="5954838" y="173979"/>
                  </a:lnTo>
                  <a:lnTo>
                    <a:pt x="5955055" y="173979"/>
                  </a:lnTo>
                  <a:lnTo>
                    <a:pt x="5955271" y="173979"/>
                  </a:lnTo>
                  <a:lnTo>
                    <a:pt x="5955705" y="173979"/>
                  </a:lnTo>
                  <a:lnTo>
                    <a:pt x="5955922" y="173979"/>
                  </a:lnTo>
                  <a:lnTo>
                    <a:pt x="5956031" y="173979"/>
                  </a:lnTo>
                  <a:lnTo>
                    <a:pt x="5956247" y="173979"/>
                  </a:lnTo>
                  <a:lnTo>
                    <a:pt x="5956356" y="173979"/>
                  </a:lnTo>
                  <a:lnTo>
                    <a:pt x="5956464" y="173979"/>
                  </a:lnTo>
                  <a:lnTo>
                    <a:pt x="5956790" y="173979"/>
                  </a:lnTo>
                  <a:lnTo>
                    <a:pt x="5956898" y="173979"/>
                  </a:lnTo>
                  <a:lnTo>
                    <a:pt x="5957115" y="173979"/>
                  </a:lnTo>
                  <a:lnTo>
                    <a:pt x="5957224" y="173979"/>
                  </a:lnTo>
                  <a:lnTo>
                    <a:pt x="5957549" y="173979"/>
                  </a:lnTo>
                  <a:lnTo>
                    <a:pt x="5958308" y="173979"/>
                  </a:lnTo>
                  <a:lnTo>
                    <a:pt x="5958633" y="173979"/>
                  </a:lnTo>
                  <a:lnTo>
                    <a:pt x="5958742" y="173979"/>
                  </a:lnTo>
                  <a:lnTo>
                    <a:pt x="5958850" y="173979"/>
                  </a:lnTo>
                  <a:lnTo>
                    <a:pt x="5958959" y="173979"/>
                  </a:lnTo>
                  <a:lnTo>
                    <a:pt x="5959067" y="173979"/>
                  </a:lnTo>
                  <a:lnTo>
                    <a:pt x="5959176" y="173979"/>
                  </a:lnTo>
                  <a:lnTo>
                    <a:pt x="5959609" y="173979"/>
                  </a:lnTo>
                  <a:lnTo>
                    <a:pt x="5959718" y="173979"/>
                  </a:lnTo>
                  <a:lnTo>
                    <a:pt x="5959826" y="173979"/>
                  </a:lnTo>
                  <a:lnTo>
                    <a:pt x="5959935" y="173979"/>
                  </a:lnTo>
                  <a:lnTo>
                    <a:pt x="5960043" y="173979"/>
                  </a:lnTo>
                  <a:lnTo>
                    <a:pt x="5960152" y="173979"/>
                  </a:lnTo>
                  <a:lnTo>
                    <a:pt x="5960368" y="173979"/>
                  </a:lnTo>
                  <a:lnTo>
                    <a:pt x="5960477" y="173979"/>
                  </a:lnTo>
                  <a:lnTo>
                    <a:pt x="5960477" y="173355"/>
                  </a:lnTo>
                  <a:lnTo>
                    <a:pt x="5960585" y="173355"/>
                  </a:lnTo>
                  <a:lnTo>
                    <a:pt x="5960911" y="173355"/>
                  </a:lnTo>
                  <a:lnTo>
                    <a:pt x="5961345" y="172732"/>
                  </a:lnTo>
                  <a:lnTo>
                    <a:pt x="5961453" y="172732"/>
                  </a:lnTo>
                  <a:lnTo>
                    <a:pt x="5961670" y="172732"/>
                  </a:lnTo>
                  <a:lnTo>
                    <a:pt x="5961778" y="172732"/>
                  </a:lnTo>
                  <a:lnTo>
                    <a:pt x="5962321" y="172108"/>
                  </a:lnTo>
                  <a:lnTo>
                    <a:pt x="5962321" y="171485"/>
                  </a:lnTo>
                  <a:lnTo>
                    <a:pt x="5962429" y="171485"/>
                  </a:lnTo>
                  <a:lnTo>
                    <a:pt x="5962429" y="170861"/>
                  </a:lnTo>
                  <a:lnTo>
                    <a:pt x="5962754" y="170861"/>
                  </a:lnTo>
                  <a:lnTo>
                    <a:pt x="5962971" y="170861"/>
                  </a:lnTo>
                  <a:lnTo>
                    <a:pt x="5963080" y="170861"/>
                  </a:lnTo>
                  <a:lnTo>
                    <a:pt x="5963188" y="170861"/>
                  </a:lnTo>
                  <a:lnTo>
                    <a:pt x="5963297" y="170861"/>
                  </a:lnTo>
                  <a:lnTo>
                    <a:pt x="5963513" y="170861"/>
                  </a:lnTo>
                  <a:lnTo>
                    <a:pt x="5963513" y="170237"/>
                  </a:lnTo>
                  <a:lnTo>
                    <a:pt x="5963730" y="170237"/>
                  </a:lnTo>
                  <a:lnTo>
                    <a:pt x="5963947" y="170237"/>
                  </a:lnTo>
                  <a:lnTo>
                    <a:pt x="5964056" y="170237"/>
                  </a:lnTo>
                  <a:lnTo>
                    <a:pt x="5964273" y="170237"/>
                  </a:lnTo>
                  <a:lnTo>
                    <a:pt x="5964923" y="169614"/>
                  </a:lnTo>
                  <a:lnTo>
                    <a:pt x="5964923" y="168990"/>
                  </a:lnTo>
                  <a:lnTo>
                    <a:pt x="5965032" y="168990"/>
                  </a:lnTo>
                  <a:lnTo>
                    <a:pt x="5965140" y="168990"/>
                  </a:lnTo>
                  <a:lnTo>
                    <a:pt x="5965249" y="168990"/>
                  </a:lnTo>
                  <a:lnTo>
                    <a:pt x="5965466" y="168990"/>
                  </a:lnTo>
                  <a:lnTo>
                    <a:pt x="5965574" y="168990"/>
                  </a:lnTo>
                  <a:lnTo>
                    <a:pt x="5965791" y="167743"/>
                  </a:lnTo>
                  <a:lnTo>
                    <a:pt x="5966008" y="167743"/>
                  </a:lnTo>
                  <a:lnTo>
                    <a:pt x="5966116" y="167743"/>
                  </a:lnTo>
                  <a:lnTo>
                    <a:pt x="5966225" y="167743"/>
                  </a:lnTo>
                  <a:lnTo>
                    <a:pt x="5966333" y="167743"/>
                  </a:lnTo>
                  <a:lnTo>
                    <a:pt x="5966442" y="167743"/>
                  </a:lnTo>
                  <a:lnTo>
                    <a:pt x="5966550" y="167743"/>
                  </a:lnTo>
                  <a:lnTo>
                    <a:pt x="5966658" y="167743"/>
                  </a:lnTo>
                  <a:lnTo>
                    <a:pt x="5967309" y="166496"/>
                  </a:lnTo>
                  <a:lnTo>
                    <a:pt x="5967418" y="166496"/>
                  </a:lnTo>
                  <a:lnTo>
                    <a:pt x="5967743" y="166496"/>
                  </a:lnTo>
                  <a:lnTo>
                    <a:pt x="5967960" y="166496"/>
                  </a:lnTo>
                  <a:lnTo>
                    <a:pt x="5968068" y="166496"/>
                  </a:lnTo>
                  <a:lnTo>
                    <a:pt x="5968394" y="166496"/>
                  </a:lnTo>
                  <a:lnTo>
                    <a:pt x="5968502" y="166496"/>
                  </a:lnTo>
                  <a:lnTo>
                    <a:pt x="5968610" y="166496"/>
                  </a:lnTo>
                  <a:lnTo>
                    <a:pt x="5968610" y="165872"/>
                  </a:lnTo>
                  <a:lnTo>
                    <a:pt x="5968719" y="165872"/>
                  </a:lnTo>
                  <a:lnTo>
                    <a:pt x="5969261" y="164625"/>
                  </a:lnTo>
                  <a:lnTo>
                    <a:pt x="5969478" y="164002"/>
                  </a:lnTo>
                  <a:lnTo>
                    <a:pt x="5969803" y="164002"/>
                  </a:lnTo>
                  <a:lnTo>
                    <a:pt x="5969912" y="164002"/>
                  </a:lnTo>
                  <a:lnTo>
                    <a:pt x="5970020" y="163378"/>
                  </a:lnTo>
                  <a:lnTo>
                    <a:pt x="5970129" y="163378"/>
                  </a:lnTo>
                  <a:lnTo>
                    <a:pt x="5970237" y="163378"/>
                  </a:lnTo>
                  <a:lnTo>
                    <a:pt x="5970346" y="163378"/>
                  </a:lnTo>
                  <a:lnTo>
                    <a:pt x="5970563" y="163378"/>
                  </a:lnTo>
                  <a:lnTo>
                    <a:pt x="5970779" y="163378"/>
                  </a:lnTo>
                  <a:lnTo>
                    <a:pt x="5970996" y="163378"/>
                  </a:lnTo>
                  <a:lnTo>
                    <a:pt x="5971105" y="163378"/>
                  </a:lnTo>
                  <a:lnTo>
                    <a:pt x="5971647" y="163378"/>
                  </a:lnTo>
                  <a:lnTo>
                    <a:pt x="5971864" y="163378"/>
                  </a:lnTo>
                  <a:lnTo>
                    <a:pt x="5971972" y="163378"/>
                  </a:lnTo>
                  <a:lnTo>
                    <a:pt x="5972515" y="162754"/>
                  </a:lnTo>
                  <a:lnTo>
                    <a:pt x="5972623" y="162754"/>
                  </a:lnTo>
                  <a:lnTo>
                    <a:pt x="5972731" y="162754"/>
                  </a:lnTo>
                  <a:lnTo>
                    <a:pt x="5972840" y="162754"/>
                  </a:lnTo>
                  <a:lnTo>
                    <a:pt x="5973057" y="162754"/>
                  </a:lnTo>
                  <a:lnTo>
                    <a:pt x="5973382" y="162754"/>
                  </a:lnTo>
                  <a:lnTo>
                    <a:pt x="5973599" y="162754"/>
                  </a:lnTo>
                  <a:lnTo>
                    <a:pt x="5973816" y="162754"/>
                  </a:lnTo>
                  <a:lnTo>
                    <a:pt x="5973924" y="162131"/>
                  </a:lnTo>
                  <a:lnTo>
                    <a:pt x="5974033" y="162131"/>
                  </a:lnTo>
                  <a:lnTo>
                    <a:pt x="5974141" y="162131"/>
                  </a:lnTo>
                  <a:lnTo>
                    <a:pt x="5974250" y="162131"/>
                  </a:lnTo>
                  <a:lnTo>
                    <a:pt x="5974900" y="162131"/>
                  </a:lnTo>
                  <a:lnTo>
                    <a:pt x="5974900" y="161507"/>
                  </a:lnTo>
                  <a:lnTo>
                    <a:pt x="5975117" y="160884"/>
                  </a:lnTo>
                  <a:lnTo>
                    <a:pt x="5975226" y="160884"/>
                  </a:lnTo>
                  <a:lnTo>
                    <a:pt x="5975443" y="160884"/>
                  </a:lnTo>
                  <a:lnTo>
                    <a:pt x="5975551" y="160884"/>
                  </a:lnTo>
                  <a:lnTo>
                    <a:pt x="5975768" y="160884"/>
                  </a:lnTo>
                  <a:lnTo>
                    <a:pt x="5975876" y="160884"/>
                  </a:lnTo>
                  <a:lnTo>
                    <a:pt x="5976093" y="160884"/>
                  </a:lnTo>
                  <a:lnTo>
                    <a:pt x="5976093" y="160260"/>
                  </a:lnTo>
                  <a:lnTo>
                    <a:pt x="5976202" y="159637"/>
                  </a:lnTo>
                  <a:lnTo>
                    <a:pt x="5976419" y="159637"/>
                  </a:lnTo>
                  <a:lnTo>
                    <a:pt x="5976527" y="159013"/>
                  </a:lnTo>
                  <a:lnTo>
                    <a:pt x="5976636" y="159013"/>
                  </a:lnTo>
                  <a:lnTo>
                    <a:pt x="5976961" y="159013"/>
                  </a:lnTo>
                  <a:lnTo>
                    <a:pt x="5977069" y="159013"/>
                  </a:lnTo>
                  <a:lnTo>
                    <a:pt x="5977178" y="159013"/>
                  </a:lnTo>
                  <a:lnTo>
                    <a:pt x="5977395" y="159013"/>
                  </a:lnTo>
                  <a:lnTo>
                    <a:pt x="5977612" y="159013"/>
                  </a:lnTo>
                  <a:lnTo>
                    <a:pt x="5978154" y="158389"/>
                  </a:lnTo>
                  <a:lnTo>
                    <a:pt x="5978154" y="157766"/>
                  </a:lnTo>
                  <a:lnTo>
                    <a:pt x="5978262" y="157766"/>
                  </a:lnTo>
                  <a:lnTo>
                    <a:pt x="5978479" y="157766"/>
                  </a:lnTo>
                  <a:lnTo>
                    <a:pt x="5978588" y="157766"/>
                  </a:lnTo>
                  <a:lnTo>
                    <a:pt x="5978696" y="157766"/>
                  </a:lnTo>
                  <a:lnTo>
                    <a:pt x="5978805" y="157766"/>
                  </a:lnTo>
                  <a:lnTo>
                    <a:pt x="5978913" y="157766"/>
                  </a:lnTo>
                  <a:lnTo>
                    <a:pt x="5979021" y="157766"/>
                  </a:lnTo>
                  <a:lnTo>
                    <a:pt x="5979130" y="157766"/>
                  </a:lnTo>
                  <a:lnTo>
                    <a:pt x="5979238" y="157766"/>
                  </a:lnTo>
                  <a:lnTo>
                    <a:pt x="5979347" y="157766"/>
                  </a:lnTo>
                  <a:lnTo>
                    <a:pt x="5979455" y="157766"/>
                  </a:lnTo>
                  <a:lnTo>
                    <a:pt x="5979672" y="157766"/>
                  </a:lnTo>
                  <a:lnTo>
                    <a:pt x="5979889" y="157766"/>
                  </a:lnTo>
                  <a:lnTo>
                    <a:pt x="5980431" y="157142"/>
                  </a:lnTo>
                  <a:lnTo>
                    <a:pt x="5980540" y="157142"/>
                  </a:lnTo>
                  <a:lnTo>
                    <a:pt x="5980648" y="157142"/>
                  </a:lnTo>
                  <a:lnTo>
                    <a:pt x="5980973" y="156519"/>
                  </a:lnTo>
                  <a:lnTo>
                    <a:pt x="5981190" y="156519"/>
                  </a:lnTo>
                  <a:lnTo>
                    <a:pt x="5981624" y="155895"/>
                  </a:lnTo>
                  <a:lnTo>
                    <a:pt x="5981841" y="155895"/>
                  </a:lnTo>
                  <a:lnTo>
                    <a:pt x="5982275" y="155895"/>
                  </a:lnTo>
                  <a:lnTo>
                    <a:pt x="5982709" y="155895"/>
                  </a:lnTo>
                  <a:lnTo>
                    <a:pt x="5982817" y="155895"/>
                  </a:lnTo>
                  <a:lnTo>
                    <a:pt x="5982926" y="155895"/>
                  </a:lnTo>
                  <a:lnTo>
                    <a:pt x="5983034" y="155895"/>
                  </a:lnTo>
                  <a:lnTo>
                    <a:pt x="5983142" y="155895"/>
                  </a:lnTo>
                  <a:lnTo>
                    <a:pt x="5983251" y="155895"/>
                  </a:lnTo>
                  <a:lnTo>
                    <a:pt x="5983359" y="155895"/>
                  </a:lnTo>
                  <a:lnTo>
                    <a:pt x="5983468" y="155895"/>
                  </a:lnTo>
                  <a:lnTo>
                    <a:pt x="5983576" y="155895"/>
                  </a:lnTo>
                  <a:lnTo>
                    <a:pt x="5983685" y="155895"/>
                  </a:lnTo>
                  <a:lnTo>
                    <a:pt x="5983793" y="155895"/>
                  </a:lnTo>
                  <a:lnTo>
                    <a:pt x="5983902" y="155895"/>
                  </a:lnTo>
                  <a:lnTo>
                    <a:pt x="5984118" y="155895"/>
                  </a:lnTo>
                  <a:lnTo>
                    <a:pt x="5984444" y="155895"/>
                  </a:lnTo>
                  <a:lnTo>
                    <a:pt x="5984661" y="155895"/>
                  </a:lnTo>
                  <a:lnTo>
                    <a:pt x="5985094" y="155895"/>
                  </a:lnTo>
                  <a:lnTo>
                    <a:pt x="5985203" y="155895"/>
                  </a:lnTo>
                  <a:lnTo>
                    <a:pt x="5985420" y="155895"/>
                  </a:lnTo>
                  <a:lnTo>
                    <a:pt x="5985745" y="155895"/>
                  </a:lnTo>
                  <a:lnTo>
                    <a:pt x="5985854" y="155895"/>
                  </a:lnTo>
                  <a:lnTo>
                    <a:pt x="5985962" y="155271"/>
                  </a:lnTo>
                  <a:lnTo>
                    <a:pt x="5986396" y="154648"/>
                  </a:lnTo>
                  <a:lnTo>
                    <a:pt x="5986504" y="154648"/>
                  </a:lnTo>
                  <a:lnTo>
                    <a:pt x="5986721" y="154648"/>
                  </a:lnTo>
                  <a:lnTo>
                    <a:pt x="5986830" y="154024"/>
                  </a:lnTo>
                  <a:lnTo>
                    <a:pt x="5987155" y="154024"/>
                  </a:lnTo>
                  <a:lnTo>
                    <a:pt x="5987263" y="154024"/>
                  </a:lnTo>
                  <a:lnTo>
                    <a:pt x="5987263" y="153401"/>
                  </a:lnTo>
                  <a:lnTo>
                    <a:pt x="5987480" y="152777"/>
                  </a:lnTo>
                  <a:lnTo>
                    <a:pt x="5987589" y="152777"/>
                  </a:lnTo>
                  <a:lnTo>
                    <a:pt x="5987806" y="152777"/>
                  </a:lnTo>
                  <a:lnTo>
                    <a:pt x="5987914" y="152777"/>
                  </a:lnTo>
                  <a:lnTo>
                    <a:pt x="5988131" y="152777"/>
                  </a:lnTo>
                  <a:lnTo>
                    <a:pt x="5989541" y="149659"/>
                  </a:lnTo>
                  <a:lnTo>
                    <a:pt x="5989975" y="149659"/>
                  </a:lnTo>
                  <a:lnTo>
                    <a:pt x="5990083" y="149659"/>
                  </a:lnTo>
                  <a:lnTo>
                    <a:pt x="5990300" y="149659"/>
                  </a:lnTo>
                  <a:lnTo>
                    <a:pt x="5990408" y="149659"/>
                  </a:lnTo>
                  <a:lnTo>
                    <a:pt x="5990517" y="149659"/>
                  </a:lnTo>
                  <a:lnTo>
                    <a:pt x="5990625" y="149659"/>
                  </a:lnTo>
                  <a:lnTo>
                    <a:pt x="5991059" y="149659"/>
                  </a:lnTo>
                  <a:lnTo>
                    <a:pt x="5991167" y="149659"/>
                  </a:lnTo>
                  <a:lnTo>
                    <a:pt x="5991493" y="149659"/>
                  </a:lnTo>
                  <a:lnTo>
                    <a:pt x="5991601" y="149659"/>
                  </a:lnTo>
                  <a:lnTo>
                    <a:pt x="5991710" y="149659"/>
                  </a:lnTo>
                  <a:lnTo>
                    <a:pt x="5991818" y="149659"/>
                  </a:lnTo>
                  <a:lnTo>
                    <a:pt x="5992144" y="149036"/>
                  </a:lnTo>
                  <a:lnTo>
                    <a:pt x="5992252" y="149036"/>
                  </a:lnTo>
                  <a:lnTo>
                    <a:pt x="5992469" y="149036"/>
                  </a:lnTo>
                  <a:lnTo>
                    <a:pt x="5993228" y="148412"/>
                  </a:lnTo>
                  <a:lnTo>
                    <a:pt x="5993879" y="148412"/>
                  </a:lnTo>
                  <a:lnTo>
                    <a:pt x="5994312" y="147789"/>
                  </a:lnTo>
                  <a:lnTo>
                    <a:pt x="5994421" y="147789"/>
                  </a:lnTo>
                  <a:lnTo>
                    <a:pt x="5994638" y="147789"/>
                  </a:lnTo>
                  <a:lnTo>
                    <a:pt x="5994746" y="147789"/>
                  </a:lnTo>
                  <a:lnTo>
                    <a:pt x="5994963" y="147789"/>
                  </a:lnTo>
                  <a:lnTo>
                    <a:pt x="5995072" y="147789"/>
                  </a:lnTo>
                  <a:lnTo>
                    <a:pt x="5995180" y="147789"/>
                  </a:lnTo>
                  <a:lnTo>
                    <a:pt x="5995288" y="147789"/>
                  </a:lnTo>
                  <a:lnTo>
                    <a:pt x="5995397" y="147789"/>
                  </a:lnTo>
                  <a:lnTo>
                    <a:pt x="5995505" y="147789"/>
                  </a:lnTo>
                  <a:lnTo>
                    <a:pt x="5995614" y="147789"/>
                  </a:lnTo>
                  <a:lnTo>
                    <a:pt x="5995722" y="147165"/>
                  </a:lnTo>
                  <a:lnTo>
                    <a:pt x="5996156" y="147165"/>
                  </a:lnTo>
                  <a:lnTo>
                    <a:pt x="5996265" y="147165"/>
                  </a:lnTo>
                  <a:lnTo>
                    <a:pt x="5996698" y="147165"/>
                  </a:lnTo>
                  <a:lnTo>
                    <a:pt x="5996807" y="147165"/>
                  </a:lnTo>
                  <a:lnTo>
                    <a:pt x="5996915" y="147165"/>
                  </a:lnTo>
                  <a:lnTo>
                    <a:pt x="5997024" y="147165"/>
                  </a:lnTo>
                  <a:lnTo>
                    <a:pt x="5997783" y="147165"/>
                  </a:lnTo>
                  <a:lnTo>
                    <a:pt x="5997891" y="147165"/>
                  </a:lnTo>
                  <a:lnTo>
                    <a:pt x="5998000" y="147165"/>
                  </a:lnTo>
                  <a:lnTo>
                    <a:pt x="5998217" y="147165"/>
                  </a:lnTo>
                  <a:lnTo>
                    <a:pt x="5998325" y="147165"/>
                  </a:lnTo>
                  <a:lnTo>
                    <a:pt x="5998542" y="147165"/>
                  </a:lnTo>
                  <a:lnTo>
                    <a:pt x="5998650" y="147165"/>
                  </a:lnTo>
                  <a:lnTo>
                    <a:pt x="5999084" y="147165"/>
                  </a:lnTo>
                  <a:lnTo>
                    <a:pt x="5999301" y="147165"/>
                  </a:lnTo>
                  <a:lnTo>
                    <a:pt x="5999518" y="147165"/>
                  </a:lnTo>
                  <a:lnTo>
                    <a:pt x="5999735" y="147165"/>
                  </a:lnTo>
                  <a:lnTo>
                    <a:pt x="5999952" y="147165"/>
                  </a:lnTo>
                  <a:lnTo>
                    <a:pt x="6000060" y="147165"/>
                  </a:lnTo>
                  <a:lnTo>
                    <a:pt x="6000277" y="147165"/>
                  </a:lnTo>
                  <a:lnTo>
                    <a:pt x="6000711" y="147165"/>
                  </a:lnTo>
                  <a:lnTo>
                    <a:pt x="6000928" y="146541"/>
                  </a:lnTo>
                  <a:lnTo>
                    <a:pt x="6001036" y="146541"/>
                  </a:lnTo>
                  <a:lnTo>
                    <a:pt x="6001145" y="146541"/>
                  </a:lnTo>
                  <a:lnTo>
                    <a:pt x="6001253" y="146541"/>
                  </a:lnTo>
                  <a:lnTo>
                    <a:pt x="6001578" y="146541"/>
                  </a:lnTo>
                  <a:lnTo>
                    <a:pt x="6001904" y="146541"/>
                  </a:lnTo>
                  <a:lnTo>
                    <a:pt x="6002229" y="146541"/>
                  </a:lnTo>
                  <a:lnTo>
                    <a:pt x="6002663" y="146541"/>
                  </a:lnTo>
                  <a:lnTo>
                    <a:pt x="6002663" y="145918"/>
                  </a:lnTo>
                  <a:lnTo>
                    <a:pt x="6002880" y="145918"/>
                  </a:lnTo>
                  <a:lnTo>
                    <a:pt x="6003097" y="145918"/>
                  </a:lnTo>
                  <a:lnTo>
                    <a:pt x="6003205" y="145918"/>
                  </a:lnTo>
                  <a:lnTo>
                    <a:pt x="6003314" y="145918"/>
                  </a:lnTo>
                  <a:lnTo>
                    <a:pt x="6003422" y="145918"/>
                  </a:lnTo>
                  <a:lnTo>
                    <a:pt x="6003530" y="145918"/>
                  </a:lnTo>
                  <a:lnTo>
                    <a:pt x="6003639" y="145918"/>
                  </a:lnTo>
                  <a:lnTo>
                    <a:pt x="6003856" y="145918"/>
                  </a:lnTo>
                  <a:lnTo>
                    <a:pt x="6003964" y="145918"/>
                  </a:lnTo>
                  <a:lnTo>
                    <a:pt x="6004398" y="145918"/>
                  </a:lnTo>
                  <a:lnTo>
                    <a:pt x="6004507" y="145918"/>
                  </a:lnTo>
                  <a:lnTo>
                    <a:pt x="6004940" y="145918"/>
                  </a:lnTo>
                  <a:lnTo>
                    <a:pt x="6005049" y="145918"/>
                  </a:lnTo>
                  <a:lnTo>
                    <a:pt x="6005591" y="145918"/>
                  </a:lnTo>
                  <a:lnTo>
                    <a:pt x="6005699" y="145294"/>
                  </a:lnTo>
                  <a:lnTo>
                    <a:pt x="6005808" y="144671"/>
                  </a:lnTo>
                  <a:lnTo>
                    <a:pt x="6005916" y="144671"/>
                  </a:lnTo>
                  <a:lnTo>
                    <a:pt x="6006025" y="144671"/>
                  </a:lnTo>
                  <a:lnTo>
                    <a:pt x="6006133" y="144671"/>
                  </a:lnTo>
                  <a:lnTo>
                    <a:pt x="6006459" y="144671"/>
                  </a:lnTo>
                  <a:lnTo>
                    <a:pt x="6006567" y="144671"/>
                  </a:lnTo>
                  <a:lnTo>
                    <a:pt x="6006675" y="144671"/>
                  </a:lnTo>
                  <a:lnTo>
                    <a:pt x="6006892" y="144671"/>
                  </a:lnTo>
                  <a:lnTo>
                    <a:pt x="6007109" y="144047"/>
                  </a:lnTo>
                  <a:lnTo>
                    <a:pt x="6007218" y="144047"/>
                  </a:lnTo>
                  <a:lnTo>
                    <a:pt x="6007435" y="144047"/>
                  </a:lnTo>
                  <a:lnTo>
                    <a:pt x="6007543" y="144047"/>
                  </a:lnTo>
                  <a:lnTo>
                    <a:pt x="6007651" y="144047"/>
                  </a:lnTo>
                  <a:lnTo>
                    <a:pt x="6007760" y="143423"/>
                  </a:lnTo>
                  <a:lnTo>
                    <a:pt x="6007868" y="143423"/>
                  </a:lnTo>
                  <a:lnTo>
                    <a:pt x="6008194" y="143423"/>
                  </a:lnTo>
                  <a:lnTo>
                    <a:pt x="6008302" y="143423"/>
                  </a:lnTo>
                  <a:lnTo>
                    <a:pt x="6008411" y="143423"/>
                  </a:lnTo>
                  <a:lnTo>
                    <a:pt x="6008411" y="142800"/>
                  </a:lnTo>
                  <a:lnTo>
                    <a:pt x="6008519" y="142800"/>
                  </a:lnTo>
                  <a:lnTo>
                    <a:pt x="6008628" y="142800"/>
                  </a:lnTo>
                  <a:lnTo>
                    <a:pt x="6008736" y="142800"/>
                  </a:lnTo>
                  <a:lnTo>
                    <a:pt x="6008844" y="142800"/>
                  </a:lnTo>
                  <a:lnTo>
                    <a:pt x="6008953" y="142800"/>
                  </a:lnTo>
                  <a:lnTo>
                    <a:pt x="6009061" y="142800"/>
                  </a:lnTo>
                  <a:lnTo>
                    <a:pt x="6009278" y="142176"/>
                  </a:lnTo>
                  <a:lnTo>
                    <a:pt x="6009495" y="142176"/>
                  </a:lnTo>
                  <a:lnTo>
                    <a:pt x="6009820" y="141553"/>
                  </a:lnTo>
                  <a:lnTo>
                    <a:pt x="6010037" y="141553"/>
                  </a:lnTo>
                  <a:lnTo>
                    <a:pt x="6010146" y="141553"/>
                  </a:lnTo>
                  <a:lnTo>
                    <a:pt x="6010146" y="140929"/>
                  </a:lnTo>
                  <a:lnTo>
                    <a:pt x="6010363" y="140929"/>
                  </a:lnTo>
                  <a:lnTo>
                    <a:pt x="6010688" y="140929"/>
                  </a:lnTo>
                  <a:lnTo>
                    <a:pt x="6010905" y="140929"/>
                  </a:lnTo>
                  <a:lnTo>
                    <a:pt x="6011013" y="140929"/>
                  </a:lnTo>
                  <a:lnTo>
                    <a:pt x="6011339" y="140306"/>
                  </a:lnTo>
                  <a:lnTo>
                    <a:pt x="6011556" y="140306"/>
                  </a:lnTo>
                  <a:lnTo>
                    <a:pt x="6011772" y="140306"/>
                  </a:lnTo>
                  <a:lnTo>
                    <a:pt x="6012206" y="140306"/>
                  </a:lnTo>
                  <a:lnTo>
                    <a:pt x="6012315" y="140306"/>
                  </a:lnTo>
                  <a:lnTo>
                    <a:pt x="6012749" y="140306"/>
                  </a:lnTo>
                  <a:lnTo>
                    <a:pt x="6012857" y="140306"/>
                  </a:lnTo>
                  <a:lnTo>
                    <a:pt x="6013291" y="140306"/>
                  </a:lnTo>
                  <a:lnTo>
                    <a:pt x="6014158" y="139058"/>
                  </a:lnTo>
                  <a:lnTo>
                    <a:pt x="6014592" y="139058"/>
                  </a:lnTo>
                  <a:lnTo>
                    <a:pt x="6014809" y="139058"/>
                  </a:lnTo>
                  <a:lnTo>
                    <a:pt x="6014917" y="139058"/>
                  </a:lnTo>
                  <a:lnTo>
                    <a:pt x="6015134" y="139058"/>
                  </a:lnTo>
                  <a:lnTo>
                    <a:pt x="6015677" y="139058"/>
                  </a:lnTo>
                  <a:lnTo>
                    <a:pt x="6015785" y="139058"/>
                  </a:lnTo>
                  <a:lnTo>
                    <a:pt x="6016002" y="139058"/>
                  </a:lnTo>
                  <a:lnTo>
                    <a:pt x="6016327" y="139058"/>
                  </a:lnTo>
                  <a:lnTo>
                    <a:pt x="6016544" y="139058"/>
                  </a:lnTo>
                  <a:lnTo>
                    <a:pt x="6016869" y="139058"/>
                  </a:lnTo>
                  <a:lnTo>
                    <a:pt x="6017086" y="139058"/>
                  </a:lnTo>
                  <a:lnTo>
                    <a:pt x="6017846" y="138435"/>
                  </a:lnTo>
                  <a:lnTo>
                    <a:pt x="6017954" y="138435"/>
                  </a:lnTo>
                  <a:lnTo>
                    <a:pt x="6018062" y="138435"/>
                  </a:lnTo>
                  <a:lnTo>
                    <a:pt x="6018279" y="138435"/>
                  </a:lnTo>
                  <a:lnTo>
                    <a:pt x="6018496" y="137811"/>
                  </a:lnTo>
                  <a:lnTo>
                    <a:pt x="6018713" y="137811"/>
                  </a:lnTo>
                  <a:lnTo>
                    <a:pt x="6018930" y="137811"/>
                  </a:lnTo>
                  <a:lnTo>
                    <a:pt x="6019038" y="137811"/>
                  </a:lnTo>
                  <a:lnTo>
                    <a:pt x="6019147" y="137811"/>
                  </a:lnTo>
                  <a:lnTo>
                    <a:pt x="6019255" y="137811"/>
                  </a:lnTo>
                  <a:lnTo>
                    <a:pt x="6019364" y="137811"/>
                  </a:lnTo>
                  <a:lnTo>
                    <a:pt x="6019472" y="137811"/>
                  </a:lnTo>
                  <a:lnTo>
                    <a:pt x="6019581" y="137811"/>
                  </a:lnTo>
                  <a:lnTo>
                    <a:pt x="6019798" y="137811"/>
                  </a:lnTo>
                  <a:lnTo>
                    <a:pt x="6020448" y="137188"/>
                  </a:lnTo>
                  <a:lnTo>
                    <a:pt x="6020557" y="137188"/>
                  </a:lnTo>
                  <a:lnTo>
                    <a:pt x="6020665" y="137188"/>
                  </a:lnTo>
                  <a:lnTo>
                    <a:pt x="6020990" y="137188"/>
                  </a:lnTo>
                  <a:lnTo>
                    <a:pt x="6021316" y="137188"/>
                  </a:lnTo>
                  <a:lnTo>
                    <a:pt x="6021533" y="137188"/>
                  </a:lnTo>
                  <a:lnTo>
                    <a:pt x="6021750" y="137188"/>
                  </a:lnTo>
                  <a:lnTo>
                    <a:pt x="6022292" y="137188"/>
                  </a:lnTo>
                  <a:lnTo>
                    <a:pt x="6022834" y="137188"/>
                  </a:lnTo>
                  <a:lnTo>
                    <a:pt x="6023051" y="137188"/>
                  </a:lnTo>
                  <a:lnTo>
                    <a:pt x="6023376" y="137188"/>
                  </a:lnTo>
                  <a:lnTo>
                    <a:pt x="6023485" y="137188"/>
                  </a:lnTo>
                  <a:lnTo>
                    <a:pt x="6023593" y="137188"/>
                  </a:lnTo>
                  <a:lnTo>
                    <a:pt x="6023702" y="136564"/>
                  </a:lnTo>
                  <a:lnTo>
                    <a:pt x="6023702" y="135940"/>
                  </a:lnTo>
                  <a:lnTo>
                    <a:pt x="6023810" y="135940"/>
                  </a:lnTo>
                  <a:lnTo>
                    <a:pt x="6023919" y="135940"/>
                  </a:lnTo>
                  <a:lnTo>
                    <a:pt x="6024027" y="135940"/>
                  </a:lnTo>
                  <a:lnTo>
                    <a:pt x="6024244" y="135940"/>
                  </a:lnTo>
                  <a:lnTo>
                    <a:pt x="6024461" y="135940"/>
                  </a:lnTo>
                  <a:lnTo>
                    <a:pt x="6024569" y="135940"/>
                  </a:lnTo>
                  <a:lnTo>
                    <a:pt x="6024678" y="135940"/>
                  </a:lnTo>
                  <a:lnTo>
                    <a:pt x="6024895" y="135317"/>
                  </a:lnTo>
                  <a:lnTo>
                    <a:pt x="6025003" y="135317"/>
                  </a:lnTo>
                  <a:lnTo>
                    <a:pt x="6025328" y="135317"/>
                  </a:lnTo>
                  <a:lnTo>
                    <a:pt x="6025871" y="134693"/>
                  </a:lnTo>
                  <a:lnTo>
                    <a:pt x="6026413" y="134070"/>
                  </a:lnTo>
                  <a:lnTo>
                    <a:pt x="6026847" y="134070"/>
                  </a:lnTo>
                  <a:lnTo>
                    <a:pt x="6027172" y="134070"/>
                  </a:lnTo>
                  <a:lnTo>
                    <a:pt x="6027389" y="134070"/>
                  </a:lnTo>
                  <a:lnTo>
                    <a:pt x="6027497" y="134070"/>
                  </a:lnTo>
                  <a:lnTo>
                    <a:pt x="6027497" y="133446"/>
                  </a:lnTo>
                  <a:lnTo>
                    <a:pt x="6027606" y="133446"/>
                  </a:lnTo>
                  <a:lnTo>
                    <a:pt x="6027714" y="133446"/>
                  </a:lnTo>
                  <a:lnTo>
                    <a:pt x="6027823" y="133446"/>
                  </a:lnTo>
                  <a:lnTo>
                    <a:pt x="6027931" y="133446"/>
                  </a:lnTo>
                  <a:lnTo>
                    <a:pt x="6028256" y="133446"/>
                  </a:lnTo>
                  <a:lnTo>
                    <a:pt x="6028473" y="133446"/>
                  </a:lnTo>
                  <a:lnTo>
                    <a:pt x="6028582" y="133446"/>
                  </a:lnTo>
                  <a:lnTo>
                    <a:pt x="6028690" y="133446"/>
                  </a:lnTo>
                  <a:lnTo>
                    <a:pt x="6029883" y="133446"/>
                  </a:lnTo>
                  <a:lnTo>
                    <a:pt x="6029992" y="133446"/>
                  </a:lnTo>
                  <a:lnTo>
                    <a:pt x="6030100" y="133446"/>
                  </a:lnTo>
                  <a:lnTo>
                    <a:pt x="6030100" y="132823"/>
                  </a:lnTo>
                  <a:lnTo>
                    <a:pt x="6030209" y="132823"/>
                  </a:lnTo>
                  <a:lnTo>
                    <a:pt x="6030425" y="132823"/>
                  </a:lnTo>
                  <a:lnTo>
                    <a:pt x="6030534" y="132823"/>
                  </a:lnTo>
                  <a:lnTo>
                    <a:pt x="6031076" y="132823"/>
                  </a:lnTo>
                  <a:lnTo>
                    <a:pt x="6031185" y="132823"/>
                  </a:lnTo>
                  <a:lnTo>
                    <a:pt x="6031293" y="132823"/>
                  </a:lnTo>
                  <a:lnTo>
                    <a:pt x="6031401" y="132823"/>
                  </a:lnTo>
                  <a:lnTo>
                    <a:pt x="6031510" y="132823"/>
                  </a:lnTo>
                  <a:lnTo>
                    <a:pt x="6031618" y="132823"/>
                  </a:lnTo>
                  <a:lnTo>
                    <a:pt x="6031727" y="132823"/>
                  </a:lnTo>
                  <a:lnTo>
                    <a:pt x="6031835" y="132823"/>
                  </a:lnTo>
                  <a:lnTo>
                    <a:pt x="6032052" y="132823"/>
                  </a:lnTo>
                  <a:lnTo>
                    <a:pt x="6032811" y="132823"/>
                  </a:lnTo>
                  <a:lnTo>
                    <a:pt x="6032920" y="132823"/>
                  </a:lnTo>
                  <a:lnTo>
                    <a:pt x="6033570" y="132823"/>
                  </a:lnTo>
                  <a:lnTo>
                    <a:pt x="6033679" y="132199"/>
                  </a:lnTo>
                  <a:lnTo>
                    <a:pt x="6033787" y="132199"/>
                  </a:lnTo>
                  <a:lnTo>
                    <a:pt x="6034004" y="132199"/>
                  </a:lnTo>
                  <a:lnTo>
                    <a:pt x="6034113" y="132199"/>
                  </a:lnTo>
                  <a:lnTo>
                    <a:pt x="6034221" y="132199"/>
                  </a:lnTo>
                  <a:lnTo>
                    <a:pt x="6034655" y="132199"/>
                  </a:lnTo>
                  <a:lnTo>
                    <a:pt x="6034763" y="132199"/>
                  </a:lnTo>
                  <a:lnTo>
                    <a:pt x="6034980" y="132199"/>
                  </a:lnTo>
                  <a:lnTo>
                    <a:pt x="6035197" y="132199"/>
                  </a:lnTo>
                  <a:lnTo>
                    <a:pt x="6035414" y="132199"/>
                  </a:lnTo>
                  <a:lnTo>
                    <a:pt x="6035414" y="131575"/>
                  </a:lnTo>
                  <a:lnTo>
                    <a:pt x="6035631" y="131575"/>
                  </a:lnTo>
                  <a:lnTo>
                    <a:pt x="6035739" y="131575"/>
                  </a:lnTo>
                  <a:lnTo>
                    <a:pt x="6035848" y="131575"/>
                  </a:lnTo>
                  <a:lnTo>
                    <a:pt x="6035956" y="131575"/>
                  </a:lnTo>
                  <a:lnTo>
                    <a:pt x="6036932" y="130328"/>
                  </a:lnTo>
                  <a:lnTo>
                    <a:pt x="6037149" y="130328"/>
                  </a:lnTo>
                  <a:lnTo>
                    <a:pt x="6037258" y="130328"/>
                  </a:lnTo>
                  <a:lnTo>
                    <a:pt x="6037366" y="130328"/>
                  </a:lnTo>
                  <a:lnTo>
                    <a:pt x="6037474" y="130328"/>
                  </a:lnTo>
                  <a:lnTo>
                    <a:pt x="6037691" y="130328"/>
                  </a:lnTo>
                  <a:lnTo>
                    <a:pt x="6037908" y="129081"/>
                  </a:lnTo>
                  <a:lnTo>
                    <a:pt x="6038125" y="129081"/>
                  </a:lnTo>
                  <a:lnTo>
                    <a:pt x="6038342" y="129081"/>
                  </a:lnTo>
                  <a:lnTo>
                    <a:pt x="6038450" y="129081"/>
                  </a:lnTo>
                  <a:lnTo>
                    <a:pt x="6038559" y="128457"/>
                  </a:lnTo>
                  <a:lnTo>
                    <a:pt x="6038667" y="128457"/>
                  </a:lnTo>
                  <a:lnTo>
                    <a:pt x="6039101" y="128457"/>
                  </a:lnTo>
                  <a:lnTo>
                    <a:pt x="6039210" y="128457"/>
                  </a:lnTo>
                  <a:lnTo>
                    <a:pt x="6039643" y="128457"/>
                  </a:lnTo>
                  <a:lnTo>
                    <a:pt x="6039752" y="128457"/>
                  </a:lnTo>
                  <a:lnTo>
                    <a:pt x="6040077" y="127834"/>
                  </a:lnTo>
                  <a:lnTo>
                    <a:pt x="6040186" y="127834"/>
                  </a:lnTo>
                  <a:lnTo>
                    <a:pt x="6040511" y="127834"/>
                  </a:lnTo>
                  <a:lnTo>
                    <a:pt x="6040619" y="126587"/>
                  </a:lnTo>
                  <a:lnTo>
                    <a:pt x="6040728" y="126587"/>
                  </a:lnTo>
                  <a:lnTo>
                    <a:pt x="6040945" y="126587"/>
                  </a:lnTo>
                  <a:lnTo>
                    <a:pt x="6041053" y="126587"/>
                  </a:lnTo>
                  <a:lnTo>
                    <a:pt x="6041162" y="126587"/>
                  </a:lnTo>
                  <a:lnTo>
                    <a:pt x="6041270" y="126587"/>
                  </a:lnTo>
                  <a:lnTo>
                    <a:pt x="6041379" y="126587"/>
                  </a:lnTo>
                  <a:lnTo>
                    <a:pt x="6041595" y="126587"/>
                  </a:lnTo>
                  <a:lnTo>
                    <a:pt x="6041704" y="126587"/>
                  </a:lnTo>
                  <a:lnTo>
                    <a:pt x="6041921" y="126587"/>
                  </a:lnTo>
                  <a:lnTo>
                    <a:pt x="6042029" y="126587"/>
                  </a:lnTo>
                  <a:lnTo>
                    <a:pt x="6042246" y="126587"/>
                  </a:lnTo>
                  <a:lnTo>
                    <a:pt x="6042355" y="126587"/>
                  </a:lnTo>
                  <a:lnTo>
                    <a:pt x="6042571" y="126587"/>
                  </a:lnTo>
                  <a:lnTo>
                    <a:pt x="6042680" y="126587"/>
                  </a:lnTo>
                  <a:lnTo>
                    <a:pt x="6042897" y="125963"/>
                  </a:lnTo>
                  <a:lnTo>
                    <a:pt x="6043439" y="125963"/>
                  </a:lnTo>
                  <a:lnTo>
                    <a:pt x="6043548" y="125963"/>
                  </a:lnTo>
                  <a:lnTo>
                    <a:pt x="6043873" y="125963"/>
                  </a:lnTo>
                  <a:lnTo>
                    <a:pt x="6044090" y="125963"/>
                  </a:lnTo>
                  <a:lnTo>
                    <a:pt x="6044198" y="125963"/>
                  </a:lnTo>
                  <a:lnTo>
                    <a:pt x="6044307" y="125963"/>
                  </a:lnTo>
                  <a:lnTo>
                    <a:pt x="6044957" y="125340"/>
                  </a:lnTo>
                  <a:lnTo>
                    <a:pt x="6045066" y="125340"/>
                  </a:lnTo>
                  <a:lnTo>
                    <a:pt x="6045174" y="125340"/>
                  </a:lnTo>
                  <a:lnTo>
                    <a:pt x="6045608" y="125340"/>
                  </a:lnTo>
                  <a:lnTo>
                    <a:pt x="6045716" y="125340"/>
                  </a:lnTo>
                  <a:lnTo>
                    <a:pt x="6045933" y="124716"/>
                  </a:lnTo>
                  <a:lnTo>
                    <a:pt x="6046042" y="124716"/>
                  </a:lnTo>
                  <a:lnTo>
                    <a:pt x="6046259" y="124716"/>
                  </a:lnTo>
                  <a:lnTo>
                    <a:pt x="6046367" y="124716"/>
                  </a:lnTo>
                  <a:lnTo>
                    <a:pt x="6046476" y="124716"/>
                  </a:lnTo>
                  <a:lnTo>
                    <a:pt x="6046584" y="124716"/>
                  </a:lnTo>
                  <a:lnTo>
                    <a:pt x="6046692" y="124716"/>
                  </a:lnTo>
                  <a:lnTo>
                    <a:pt x="6047018" y="124716"/>
                  </a:lnTo>
                  <a:lnTo>
                    <a:pt x="6047343" y="124716"/>
                  </a:lnTo>
                  <a:lnTo>
                    <a:pt x="6047560" y="124716"/>
                  </a:lnTo>
                  <a:lnTo>
                    <a:pt x="6047885" y="124716"/>
                  </a:lnTo>
                  <a:lnTo>
                    <a:pt x="6047994" y="124716"/>
                  </a:lnTo>
                  <a:lnTo>
                    <a:pt x="6048211" y="124716"/>
                  </a:lnTo>
                  <a:lnTo>
                    <a:pt x="6048753" y="124716"/>
                  </a:lnTo>
                  <a:lnTo>
                    <a:pt x="6048970" y="124716"/>
                  </a:lnTo>
                  <a:lnTo>
                    <a:pt x="6049295" y="124716"/>
                  </a:lnTo>
                  <a:lnTo>
                    <a:pt x="6049404" y="124716"/>
                  </a:lnTo>
                  <a:lnTo>
                    <a:pt x="6049837" y="124716"/>
                  </a:lnTo>
                  <a:lnTo>
                    <a:pt x="6049946" y="124716"/>
                  </a:lnTo>
                  <a:lnTo>
                    <a:pt x="6050271" y="124716"/>
                  </a:lnTo>
                  <a:lnTo>
                    <a:pt x="6050380" y="124716"/>
                  </a:lnTo>
                  <a:lnTo>
                    <a:pt x="6050597" y="124092"/>
                  </a:lnTo>
                  <a:lnTo>
                    <a:pt x="6051030" y="124092"/>
                  </a:lnTo>
                  <a:lnTo>
                    <a:pt x="6051139" y="124092"/>
                  </a:lnTo>
                  <a:lnTo>
                    <a:pt x="6051356" y="123469"/>
                  </a:lnTo>
                  <a:lnTo>
                    <a:pt x="6051681" y="123469"/>
                  </a:lnTo>
                  <a:lnTo>
                    <a:pt x="6051790" y="123469"/>
                  </a:lnTo>
                  <a:lnTo>
                    <a:pt x="6052006" y="123469"/>
                  </a:lnTo>
                  <a:lnTo>
                    <a:pt x="6052549" y="123469"/>
                  </a:lnTo>
                  <a:lnTo>
                    <a:pt x="6052766" y="123469"/>
                  </a:lnTo>
                  <a:lnTo>
                    <a:pt x="6052982" y="123469"/>
                  </a:lnTo>
                  <a:lnTo>
                    <a:pt x="6053091" y="122222"/>
                  </a:lnTo>
                  <a:lnTo>
                    <a:pt x="6053308" y="122222"/>
                  </a:lnTo>
                  <a:lnTo>
                    <a:pt x="6053850" y="122222"/>
                  </a:lnTo>
                  <a:lnTo>
                    <a:pt x="6053958" y="122222"/>
                  </a:lnTo>
                  <a:lnTo>
                    <a:pt x="6054067" y="122222"/>
                  </a:lnTo>
                  <a:lnTo>
                    <a:pt x="6054175" y="122222"/>
                  </a:lnTo>
                  <a:lnTo>
                    <a:pt x="6054392" y="122222"/>
                  </a:lnTo>
                  <a:lnTo>
                    <a:pt x="6054718" y="122222"/>
                  </a:lnTo>
                  <a:lnTo>
                    <a:pt x="6055043" y="122222"/>
                  </a:lnTo>
                  <a:lnTo>
                    <a:pt x="6055151" y="122222"/>
                  </a:lnTo>
                  <a:lnTo>
                    <a:pt x="6055260" y="122222"/>
                  </a:lnTo>
                  <a:lnTo>
                    <a:pt x="6055368" y="122222"/>
                  </a:lnTo>
                  <a:lnTo>
                    <a:pt x="6055477" y="122222"/>
                  </a:lnTo>
                  <a:lnTo>
                    <a:pt x="6055694" y="122222"/>
                  </a:lnTo>
                  <a:lnTo>
                    <a:pt x="6056127" y="121598"/>
                  </a:lnTo>
                  <a:lnTo>
                    <a:pt x="6056453" y="121598"/>
                  </a:lnTo>
                  <a:lnTo>
                    <a:pt x="6056561" y="121598"/>
                  </a:lnTo>
                  <a:lnTo>
                    <a:pt x="6056778" y="121598"/>
                  </a:lnTo>
                  <a:lnTo>
                    <a:pt x="6056887" y="121598"/>
                  </a:lnTo>
                  <a:lnTo>
                    <a:pt x="6056995" y="121598"/>
                  </a:lnTo>
                  <a:lnTo>
                    <a:pt x="6057212" y="121598"/>
                  </a:lnTo>
                  <a:lnTo>
                    <a:pt x="6057537" y="121598"/>
                  </a:lnTo>
                  <a:lnTo>
                    <a:pt x="6057646" y="121598"/>
                  </a:lnTo>
                  <a:lnTo>
                    <a:pt x="6057754" y="121598"/>
                  </a:lnTo>
                  <a:lnTo>
                    <a:pt x="6057971" y="121598"/>
                  </a:lnTo>
                  <a:lnTo>
                    <a:pt x="6058188" y="121598"/>
                  </a:lnTo>
                  <a:lnTo>
                    <a:pt x="6058296" y="121598"/>
                  </a:lnTo>
                  <a:lnTo>
                    <a:pt x="6058622" y="121598"/>
                  </a:lnTo>
                  <a:lnTo>
                    <a:pt x="6058839" y="121598"/>
                  </a:lnTo>
                  <a:lnTo>
                    <a:pt x="6059164" y="121598"/>
                  </a:lnTo>
                  <a:lnTo>
                    <a:pt x="6059381" y="121598"/>
                  </a:lnTo>
                  <a:lnTo>
                    <a:pt x="6059489" y="121598"/>
                  </a:lnTo>
                  <a:lnTo>
                    <a:pt x="6059706" y="121598"/>
                  </a:lnTo>
                  <a:lnTo>
                    <a:pt x="6059706" y="120974"/>
                  </a:lnTo>
                  <a:lnTo>
                    <a:pt x="6059815" y="120974"/>
                  </a:lnTo>
                  <a:lnTo>
                    <a:pt x="6059923" y="120974"/>
                  </a:lnTo>
                  <a:lnTo>
                    <a:pt x="6060031" y="120974"/>
                  </a:lnTo>
                  <a:lnTo>
                    <a:pt x="6060140" y="120974"/>
                  </a:lnTo>
                  <a:lnTo>
                    <a:pt x="6060248" y="120974"/>
                  </a:lnTo>
                  <a:lnTo>
                    <a:pt x="6060357" y="120974"/>
                  </a:lnTo>
                  <a:lnTo>
                    <a:pt x="6060465" y="120974"/>
                  </a:lnTo>
                  <a:lnTo>
                    <a:pt x="6060682" y="120351"/>
                  </a:lnTo>
                  <a:lnTo>
                    <a:pt x="6060791" y="120351"/>
                  </a:lnTo>
                  <a:lnTo>
                    <a:pt x="6060899" y="120351"/>
                  </a:lnTo>
                  <a:lnTo>
                    <a:pt x="6061008" y="119727"/>
                  </a:lnTo>
                  <a:lnTo>
                    <a:pt x="6061550" y="119727"/>
                  </a:lnTo>
                  <a:lnTo>
                    <a:pt x="6061875" y="119727"/>
                  </a:lnTo>
                  <a:lnTo>
                    <a:pt x="6061875" y="119104"/>
                  </a:lnTo>
                  <a:lnTo>
                    <a:pt x="6061984" y="119104"/>
                  </a:lnTo>
                  <a:lnTo>
                    <a:pt x="6062092" y="119104"/>
                  </a:lnTo>
                  <a:lnTo>
                    <a:pt x="6062200" y="119104"/>
                  </a:lnTo>
                  <a:lnTo>
                    <a:pt x="6062309" y="119104"/>
                  </a:lnTo>
                  <a:lnTo>
                    <a:pt x="6062417" y="119104"/>
                  </a:lnTo>
                  <a:lnTo>
                    <a:pt x="6062526" y="119104"/>
                  </a:lnTo>
                  <a:lnTo>
                    <a:pt x="6062743" y="119104"/>
                  </a:lnTo>
                  <a:lnTo>
                    <a:pt x="6063068" y="119104"/>
                  </a:lnTo>
                  <a:lnTo>
                    <a:pt x="6063285" y="119104"/>
                  </a:lnTo>
                  <a:lnTo>
                    <a:pt x="6063610" y="118480"/>
                  </a:lnTo>
                  <a:lnTo>
                    <a:pt x="6063827" y="118480"/>
                  </a:lnTo>
                  <a:lnTo>
                    <a:pt x="6064152" y="118480"/>
                  </a:lnTo>
                  <a:lnTo>
                    <a:pt x="6064261" y="118480"/>
                  </a:lnTo>
                  <a:lnTo>
                    <a:pt x="6064369" y="118480"/>
                  </a:lnTo>
                  <a:lnTo>
                    <a:pt x="6064478" y="118480"/>
                  </a:lnTo>
                  <a:lnTo>
                    <a:pt x="6064586" y="118480"/>
                  </a:lnTo>
                  <a:lnTo>
                    <a:pt x="6064695" y="118480"/>
                  </a:lnTo>
                  <a:lnTo>
                    <a:pt x="6064803" y="118480"/>
                  </a:lnTo>
                  <a:lnTo>
                    <a:pt x="6064912" y="118480"/>
                  </a:lnTo>
                  <a:lnTo>
                    <a:pt x="6065129" y="118480"/>
                  </a:lnTo>
                  <a:lnTo>
                    <a:pt x="6065345" y="118480"/>
                  </a:lnTo>
                  <a:lnTo>
                    <a:pt x="6065454" y="118480"/>
                  </a:lnTo>
                  <a:lnTo>
                    <a:pt x="6065671" y="118480"/>
                  </a:lnTo>
                  <a:lnTo>
                    <a:pt x="6065888" y="118480"/>
                  </a:lnTo>
                  <a:lnTo>
                    <a:pt x="6065996" y="118480"/>
                  </a:lnTo>
                  <a:lnTo>
                    <a:pt x="6066213" y="118480"/>
                  </a:lnTo>
                  <a:lnTo>
                    <a:pt x="6066321" y="118480"/>
                  </a:lnTo>
                  <a:lnTo>
                    <a:pt x="6066430" y="118480"/>
                  </a:lnTo>
                  <a:lnTo>
                    <a:pt x="6066538" y="118480"/>
                  </a:lnTo>
                  <a:lnTo>
                    <a:pt x="6066647" y="118480"/>
                  </a:lnTo>
                  <a:lnTo>
                    <a:pt x="6066864" y="118480"/>
                  </a:lnTo>
                  <a:lnTo>
                    <a:pt x="6067297" y="118480"/>
                  </a:lnTo>
                  <a:lnTo>
                    <a:pt x="6067297" y="117857"/>
                  </a:lnTo>
                  <a:lnTo>
                    <a:pt x="6067514" y="117857"/>
                  </a:lnTo>
                  <a:lnTo>
                    <a:pt x="6067623" y="117857"/>
                  </a:lnTo>
                  <a:lnTo>
                    <a:pt x="6068057" y="117857"/>
                  </a:lnTo>
                  <a:lnTo>
                    <a:pt x="6068273" y="117857"/>
                  </a:lnTo>
                  <a:lnTo>
                    <a:pt x="6068382" y="117857"/>
                  </a:lnTo>
                  <a:lnTo>
                    <a:pt x="6068816" y="117857"/>
                  </a:lnTo>
                  <a:lnTo>
                    <a:pt x="6069033" y="117857"/>
                  </a:lnTo>
                  <a:lnTo>
                    <a:pt x="6069466" y="117857"/>
                  </a:lnTo>
                  <a:lnTo>
                    <a:pt x="6069683" y="117857"/>
                  </a:lnTo>
                  <a:lnTo>
                    <a:pt x="6072720" y="115986"/>
                  </a:lnTo>
                  <a:lnTo>
                    <a:pt x="6072828" y="115986"/>
                  </a:lnTo>
                  <a:lnTo>
                    <a:pt x="6073045" y="115986"/>
                  </a:lnTo>
                  <a:lnTo>
                    <a:pt x="6073154" y="115986"/>
                  </a:lnTo>
                  <a:lnTo>
                    <a:pt x="6073262" y="115986"/>
                  </a:lnTo>
                  <a:lnTo>
                    <a:pt x="6073696" y="115986"/>
                  </a:lnTo>
                  <a:lnTo>
                    <a:pt x="6073913" y="115986"/>
                  </a:lnTo>
                  <a:lnTo>
                    <a:pt x="6074021" y="115986"/>
                  </a:lnTo>
                  <a:lnTo>
                    <a:pt x="6074130" y="115986"/>
                  </a:lnTo>
                  <a:lnTo>
                    <a:pt x="6074238" y="115986"/>
                  </a:lnTo>
                  <a:lnTo>
                    <a:pt x="6074347" y="115986"/>
                  </a:lnTo>
                  <a:lnTo>
                    <a:pt x="6074455" y="115986"/>
                  </a:lnTo>
                  <a:lnTo>
                    <a:pt x="6074563" y="115986"/>
                  </a:lnTo>
                  <a:lnTo>
                    <a:pt x="6074672" y="115986"/>
                  </a:lnTo>
                  <a:lnTo>
                    <a:pt x="6074889" y="115986"/>
                  </a:lnTo>
                  <a:lnTo>
                    <a:pt x="6074997" y="115362"/>
                  </a:lnTo>
                  <a:lnTo>
                    <a:pt x="6075214" y="115362"/>
                  </a:lnTo>
                  <a:lnTo>
                    <a:pt x="6075431" y="115362"/>
                  </a:lnTo>
                  <a:lnTo>
                    <a:pt x="6075539" y="115362"/>
                  </a:lnTo>
                  <a:lnTo>
                    <a:pt x="6075648" y="115362"/>
                  </a:lnTo>
                  <a:lnTo>
                    <a:pt x="6075973" y="115362"/>
                  </a:lnTo>
                  <a:lnTo>
                    <a:pt x="6075973" y="114739"/>
                  </a:lnTo>
                  <a:lnTo>
                    <a:pt x="6075973" y="114115"/>
                  </a:lnTo>
                  <a:lnTo>
                    <a:pt x="6076082" y="114115"/>
                  </a:lnTo>
                  <a:lnTo>
                    <a:pt x="6076190" y="114115"/>
                  </a:lnTo>
                  <a:lnTo>
                    <a:pt x="6076299" y="114115"/>
                  </a:lnTo>
                  <a:lnTo>
                    <a:pt x="6076515" y="114115"/>
                  </a:lnTo>
                  <a:lnTo>
                    <a:pt x="6076949" y="114115"/>
                  </a:lnTo>
                  <a:lnTo>
                    <a:pt x="6077058" y="114115"/>
                  </a:lnTo>
                  <a:lnTo>
                    <a:pt x="6077058" y="113491"/>
                  </a:lnTo>
                  <a:lnTo>
                    <a:pt x="6077275" y="113491"/>
                  </a:lnTo>
                  <a:lnTo>
                    <a:pt x="6077383" y="113491"/>
                  </a:lnTo>
                  <a:lnTo>
                    <a:pt x="6077708" y="113491"/>
                  </a:lnTo>
                  <a:lnTo>
                    <a:pt x="6077817" y="113491"/>
                  </a:lnTo>
                  <a:lnTo>
                    <a:pt x="6078034" y="113491"/>
                  </a:lnTo>
                  <a:lnTo>
                    <a:pt x="6078251" y="113491"/>
                  </a:lnTo>
                  <a:lnTo>
                    <a:pt x="6078468" y="113491"/>
                  </a:lnTo>
                  <a:lnTo>
                    <a:pt x="6078576" y="112868"/>
                  </a:lnTo>
                  <a:lnTo>
                    <a:pt x="6078793" y="112244"/>
                  </a:lnTo>
                  <a:lnTo>
                    <a:pt x="6079010" y="112244"/>
                  </a:lnTo>
                  <a:lnTo>
                    <a:pt x="6079118" y="112244"/>
                  </a:lnTo>
                  <a:lnTo>
                    <a:pt x="6079444" y="111621"/>
                  </a:lnTo>
                  <a:lnTo>
                    <a:pt x="6079660" y="111621"/>
                  </a:lnTo>
                  <a:lnTo>
                    <a:pt x="6080094" y="111621"/>
                  </a:lnTo>
                  <a:lnTo>
                    <a:pt x="6080311" y="111621"/>
                  </a:lnTo>
                  <a:lnTo>
                    <a:pt x="6080311" y="110997"/>
                  </a:lnTo>
                  <a:lnTo>
                    <a:pt x="6080420" y="110997"/>
                  </a:lnTo>
                  <a:lnTo>
                    <a:pt x="6080636" y="110997"/>
                  </a:lnTo>
                  <a:lnTo>
                    <a:pt x="6080745" y="110997"/>
                  </a:lnTo>
                  <a:lnTo>
                    <a:pt x="6080853" y="110997"/>
                  </a:lnTo>
                  <a:lnTo>
                    <a:pt x="6081070" y="109750"/>
                  </a:lnTo>
                  <a:lnTo>
                    <a:pt x="6081179" y="109750"/>
                  </a:lnTo>
                  <a:lnTo>
                    <a:pt x="6081287" y="109750"/>
                  </a:lnTo>
                  <a:lnTo>
                    <a:pt x="6081396" y="109750"/>
                  </a:lnTo>
                  <a:lnTo>
                    <a:pt x="6081504" y="109750"/>
                  </a:lnTo>
                  <a:lnTo>
                    <a:pt x="6081613" y="109750"/>
                  </a:lnTo>
                  <a:lnTo>
                    <a:pt x="6081721" y="109750"/>
                  </a:lnTo>
                  <a:lnTo>
                    <a:pt x="6081829" y="109750"/>
                  </a:lnTo>
                  <a:lnTo>
                    <a:pt x="6081938" y="109750"/>
                  </a:lnTo>
                  <a:lnTo>
                    <a:pt x="6082046" y="109750"/>
                  </a:lnTo>
                  <a:lnTo>
                    <a:pt x="6082263" y="109750"/>
                  </a:lnTo>
                  <a:lnTo>
                    <a:pt x="6082480" y="109750"/>
                  </a:lnTo>
                  <a:lnTo>
                    <a:pt x="6082480" y="109126"/>
                  </a:lnTo>
                  <a:lnTo>
                    <a:pt x="6082697" y="109126"/>
                  </a:lnTo>
                  <a:lnTo>
                    <a:pt x="6082805" y="109126"/>
                  </a:lnTo>
                  <a:lnTo>
                    <a:pt x="6082914" y="109126"/>
                  </a:lnTo>
                  <a:lnTo>
                    <a:pt x="6083022" y="109126"/>
                  </a:lnTo>
                  <a:lnTo>
                    <a:pt x="6083348" y="109126"/>
                  </a:lnTo>
                  <a:lnTo>
                    <a:pt x="6083565" y="109126"/>
                  </a:lnTo>
                  <a:lnTo>
                    <a:pt x="6083565" y="108503"/>
                  </a:lnTo>
                  <a:lnTo>
                    <a:pt x="6083890" y="108503"/>
                  </a:lnTo>
                  <a:lnTo>
                    <a:pt x="6084107" y="108503"/>
                  </a:lnTo>
                  <a:lnTo>
                    <a:pt x="6084215" y="108503"/>
                  </a:lnTo>
                  <a:lnTo>
                    <a:pt x="6084324" y="108503"/>
                  </a:lnTo>
                  <a:lnTo>
                    <a:pt x="6084541" y="108503"/>
                  </a:lnTo>
                  <a:lnTo>
                    <a:pt x="6084649" y="108503"/>
                  </a:lnTo>
                  <a:lnTo>
                    <a:pt x="6084757" y="108503"/>
                  </a:lnTo>
                  <a:lnTo>
                    <a:pt x="6084974" y="108503"/>
                  </a:lnTo>
                  <a:lnTo>
                    <a:pt x="6085083" y="108503"/>
                  </a:lnTo>
                  <a:lnTo>
                    <a:pt x="6085191" y="108503"/>
                  </a:lnTo>
                  <a:lnTo>
                    <a:pt x="6085300" y="108503"/>
                  </a:lnTo>
                  <a:lnTo>
                    <a:pt x="6085517" y="108503"/>
                  </a:lnTo>
                  <a:lnTo>
                    <a:pt x="6085842" y="108503"/>
                  </a:lnTo>
                  <a:lnTo>
                    <a:pt x="6085950" y="108503"/>
                  </a:lnTo>
                  <a:lnTo>
                    <a:pt x="6086059" y="108503"/>
                  </a:lnTo>
                  <a:lnTo>
                    <a:pt x="6086167" y="107256"/>
                  </a:lnTo>
                  <a:lnTo>
                    <a:pt x="6086276" y="107256"/>
                  </a:lnTo>
                  <a:lnTo>
                    <a:pt x="6086493" y="107256"/>
                  </a:lnTo>
                  <a:lnTo>
                    <a:pt x="6086710" y="107256"/>
                  </a:lnTo>
                  <a:lnTo>
                    <a:pt x="6087252" y="107256"/>
                  </a:lnTo>
                  <a:lnTo>
                    <a:pt x="6087360" y="107256"/>
                  </a:lnTo>
                  <a:lnTo>
                    <a:pt x="6087686" y="107256"/>
                  </a:lnTo>
                  <a:lnTo>
                    <a:pt x="6087902" y="107256"/>
                  </a:lnTo>
                  <a:lnTo>
                    <a:pt x="6088119" y="107256"/>
                  </a:lnTo>
                  <a:lnTo>
                    <a:pt x="6088228" y="107256"/>
                  </a:lnTo>
                  <a:lnTo>
                    <a:pt x="6088336" y="107256"/>
                  </a:lnTo>
                  <a:lnTo>
                    <a:pt x="6088445" y="107256"/>
                  </a:lnTo>
                  <a:lnTo>
                    <a:pt x="6088553" y="107256"/>
                  </a:lnTo>
                  <a:lnTo>
                    <a:pt x="6088662" y="107256"/>
                  </a:lnTo>
                  <a:lnTo>
                    <a:pt x="6088770" y="107256"/>
                  </a:lnTo>
                  <a:lnTo>
                    <a:pt x="6088987" y="106632"/>
                  </a:lnTo>
                  <a:lnTo>
                    <a:pt x="6089095" y="106632"/>
                  </a:lnTo>
                  <a:lnTo>
                    <a:pt x="6089095" y="106008"/>
                  </a:lnTo>
                  <a:lnTo>
                    <a:pt x="6089312" y="106008"/>
                  </a:lnTo>
                  <a:lnTo>
                    <a:pt x="6089421" y="106008"/>
                  </a:lnTo>
                  <a:lnTo>
                    <a:pt x="6089638" y="106008"/>
                  </a:lnTo>
                  <a:lnTo>
                    <a:pt x="6089746" y="105385"/>
                  </a:lnTo>
                  <a:lnTo>
                    <a:pt x="6090288" y="105385"/>
                  </a:lnTo>
                  <a:lnTo>
                    <a:pt x="6090397" y="105385"/>
                  </a:lnTo>
                  <a:lnTo>
                    <a:pt x="6090505" y="105385"/>
                  </a:lnTo>
                  <a:lnTo>
                    <a:pt x="6090614" y="105385"/>
                  </a:lnTo>
                  <a:lnTo>
                    <a:pt x="6091047" y="104761"/>
                  </a:lnTo>
                  <a:lnTo>
                    <a:pt x="6091264" y="104761"/>
                  </a:lnTo>
                  <a:lnTo>
                    <a:pt x="6091373" y="104761"/>
                  </a:lnTo>
                  <a:lnTo>
                    <a:pt x="6091590" y="104761"/>
                  </a:lnTo>
                  <a:lnTo>
                    <a:pt x="6091915" y="104761"/>
                  </a:lnTo>
                  <a:lnTo>
                    <a:pt x="6092349" y="104761"/>
                  </a:lnTo>
                  <a:lnTo>
                    <a:pt x="6092566" y="104761"/>
                  </a:lnTo>
                  <a:lnTo>
                    <a:pt x="6092674" y="104761"/>
                  </a:lnTo>
                  <a:lnTo>
                    <a:pt x="6092891" y="104761"/>
                  </a:lnTo>
                  <a:lnTo>
                    <a:pt x="6092999" y="104761"/>
                  </a:lnTo>
                  <a:lnTo>
                    <a:pt x="6093216" y="104761"/>
                  </a:lnTo>
                  <a:lnTo>
                    <a:pt x="6093325" y="104761"/>
                  </a:lnTo>
                  <a:lnTo>
                    <a:pt x="6094084" y="104761"/>
                  </a:lnTo>
                  <a:lnTo>
                    <a:pt x="6094301" y="104761"/>
                  </a:lnTo>
                  <a:lnTo>
                    <a:pt x="6094626" y="104761"/>
                  </a:lnTo>
                  <a:lnTo>
                    <a:pt x="6094735" y="104761"/>
                  </a:lnTo>
                  <a:lnTo>
                    <a:pt x="6094952" y="104138"/>
                  </a:lnTo>
                  <a:lnTo>
                    <a:pt x="6094952" y="103514"/>
                  </a:lnTo>
                  <a:lnTo>
                    <a:pt x="6095060" y="102267"/>
                  </a:lnTo>
                  <a:lnTo>
                    <a:pt x="6095494" y="102267"/>
                  </a:lnTo>
                  <a:lnTo>
                    <a:pt x="6095602" y="102267"/>
                  </a:lnTo>
                  <a:lnTo>
                    <a:pt x="6095928" y="101643"/>
                  </a:lnTo>
                  <a:lnTo>
                    <a:pt x="6096036" y="101643"/>
                  </a:lnTo>
                  <a:lnTo>
                    <a:pt x="6096144" y="101643"/>
                  </a:lnTo>
                  <a:lnTo>
                    <a:pt x="6096253" y="101643"/>
                  </a:lnTo>
                  <a:lnTo>
                    <a:pt x="6096361" y="101643"/>
                  </a:lnTo>
                  <a:lnTo>
                    <a:pt x="6096470" y="101643"/>
                  </a:lnTo>
                  <a:lnTo>
                    <a:pt x="6096470" y="101020"/>
                  </a:lnTo>
                  <a:lnTo>
                    <a:pt x="6096687" y="101020"/>
                  </a:lnTo>
                  <a:lnTo>
                    <a:pt x="6096795" y="100396"/>
                  </a:lnTo>
                  <a:lnTo>
                    <a:pt x="6097120" y="100396"/>
                  </a:lnTo>
                  <a:lnTo>
                    <a:pt x="6097229" y="100396"/>
                  </a:lnTo>
                  <a:lnTo>
                    <a:pt x="6097337" y="100396"/>
                  </a:lnTo>
                  <a:lnTo>
                    <a:pt x="6097554" y="100396"/>
                  </a:lnTo>
                  <a:lnTo>
                    <a:pt x="6097663" y="100396"/>
                  </a:lnTo>
                  <a:lnTo>
                    <a:pt x="6098096" y="100396"/>
                  </a:lnTo>
                  <a:lnTo>
                    <a:pt x="6098205" y="100396"/>
                  </a:lnTo>
                  <a:lnTo>
                    <a:pt x="6098313" y="99773"/>
                  </a:lnTo>
                  <a:lnTo>
                    <a:pt x="6098422" y="99773"/>
                  </a:lnTo>
                  <a:lnTo>
                    <a:pt x="6098530" y="99149"/>
                  </a:lnTo>
                  <a:lnTo>
                    <a:pt x="6098747" y="99149"/>
                  </a:lnTo>
                  <a:lnTo>
                    <a:pt x="6098856" y="99149"/>
                  </a:lnTo>
                  <a:lnTo>
                    <a:pt x="6099073" y="99149"/>
                  </a:lnTo>
                  <a:lnTo>
                    <a:pt x="6099181" y="99149"/>
                  </a:lnTo>
                  <a:lnTo>
                    <a:pt x="6099398" y="99149"/>
                  </a:lnTo>
                  <a:lnTo>
                    <a:pt x="6099506" y="99149"/>
                  </a:lnTo>
                  <a:lnTo>
                    <a:pt x="6099615" y="98526"/>
                  </a:lnTo>
                  <a:lnTo>
                    <a:pt x="6099723" y="98526"/>
                  </a:lnTo>
                  <a:lnTo>
                    <a:pt x="6099940" y="98526"/>
                  </a:lnTo>
                  <a:lnTo>
                    <a:pt x="6100265" y="97902"/>
                  </a:lnTo>
                  <a:lnTo>
                    <a:pt x="6100591" y="97902"/>
                  </a:lnTo>
                  <a:lnTo>
                    <a:pt x="6100699" y="97902"/>
                  </a:lnTo>
                  <a:lnTo>
                    <a:pt x="6100808" y="97902"/>
                  </a:lnTo>
                  <a:lnTo>
                    <a:pt x="6101133" y="97902"/>
                  </a:lnTo>
                  <a:lnTo>
                    <a:pt x="6101241" y="97902"/>
                  </a:lnTo>
                  <a:lnTo>
                    <a:pt x="6101458" y="97902"/>
                  </a:lnTo>
                  <a:lnTo>
                    <a:pt x="6102001" y="97902"/>
                  </a:lnTo>
                  <a:lnTo>
                    <a:pt x="6102217" y="97902"/>
                  </a:lnTo>
                  <a:lnTo>
                    <a:pt x="6102217" y="97278"/>
                  </a:lnTo>
                  <a:lnTo>
                    <a:pt x="6102326" y="97278"/>
                  </a:lnTo>
                  <a:lnTo>
                    <a:pt x="6102760" y="97278"/>
                  </a:lnTo>
                  <a:lnTo>
                    <a:pt x="6103302" y="97278"/>
                  </a:lnTo>
                  <a:lnTo>
                    <a:pt x="6103519" y="97278"/>
                  </a:lnTo>
                  <a:lnTo>
                    <a:pt x="6103736" y="97278"/>
                  </a:lnTo>
                  <a:lnTo>
                    <a:pt x="6103844" y="97278"/>
                  </a:lnTo>
                  <a:lnTo>
                    <a:pt x="6104061" y="97278"/>
                  </a:lnTo>
                  <a:lnTo>
                    <a:pt x="6104278" y="97278"/>
                  </a:lnTo>
                  <a:lnTo>
                    <a:pt x="6104386" y="97278"/>
                  </a:lnTo>
                  <a:lnTo>
                    <a:pt x="6104712" y="97278"/>
                  </a:lnTo>
                  <a:lnTo>
                    <a:pt x="6104820" y="97278"/>
                  </a:lnTo>
                  <a:lnTo>
                    <a:pt x="6105037" y="97278"/>
                  </a:lnTo>
                  <a:lnTo>
                    <a:pt x="6105146" y="97278"/>
                  </a:lnTo>
                  <a:lnTo>
                    <a:pt x="6105471" y="97278"/>
                  </a:lnTo>
                  <a:lnTo>
                    <a:pt x="6105688" y="97278"/>
                  </a:lnTo>
                  <a:lnTo>
                    <a:pt x="6105796" y="96655"/>
                  </a:lnTo>
                  <a:lnTo>
                    <a:pt x="6105905" y="96655"/>
                  </a:lnTo>
                  <a:lnTo>
                    <a:pt x="6106013" y="96655"/>
                  </a:lnTo>
                  <a:lnTo>
                    <a:pt x="6106122" y="96655"/>
                  </a:lnTo>
                  <a:lnTo>
                    <a:pt x="6106230" y="96655"/>
                  </a:lnTo>
                  <a:lnTo>
                    <a:pt x="6106338" y="96655"/>
                  </a:lnTo>
                  <a:lnTo>
                    <a:pt x="6106447" y="96655"/>
                  </a:lnTo>
                  <a:lnTo>
                    <a:pt x="6106881" y="96031"/>
                  </a:lnTo>
                  <a:lnTo>
                    <a:pt x="6107098" y="96031"/>
                  </a:lnTo>
                  <a:lnTo>
                    <a:pt x="6107423" y="96031"/>
                  </a:lnTo>
                  <a:lnTo>
                    <a:pt x="6107531" y="96031"/>
                  </a:lnTo>
                  <a:lnTo>
                    <a:pt x="6107748" y="96031"/>
                  </a:lnTo>
                  <a:lnTo>
                    <a:pt x="6107857" y="96031"/>
                  </a:lnTo>
                  <a:lnTo>
                    <a:pt x="6107965" y="96031"/>
                  </a:lnTo>
                  <a:lnTo>
                    <a:pt x="6108074" y="96031"/>
                  </a:lnTo>
                  <a:lnTo>
                    <a:pt x="6108291" y="96031"/>
                  </a:lnTo>
                  <a:lnTo>
                    <a:pt x="6108507" y="96031"/>
                  </a:lnTo>
                  <a:lnTo>
                    <a:pt x="6108616" y="95408"/>
                  </a:lnTo>
                  <a:lnTo>
                    <a:pt x="6108833" y="95408"/>
                  </a:lnTo>
                  <a:lnTo>
                    <a:pt x="6109050" y="95408"/>
                  </a:lnTo>
                  <a:lnTo>
                    <a:pt x="6109158" y="95408"/>
                  </a:lnTo>
                  <a:lnTo>
                    <a:pt x="6109267" y="95408"/>
                  </a:lnTo>
                  <a:lnTo>
                    <a:pt x="6109375" y="95408"/>
                  </a:lnTo>
                  <a:lnTo>
                    <a:pt x="6109483" y="95408"/>
                  </a:lnTo>
                  <a:lnTo>
                    <a:pt x="6109592" y="95408"/>
                  </a:lnTo>
                  <a:lnTo>
                    <a:pt x="6109917" y="95408"/>
                  </a:lnTo>
                  <a:lnTo>
                    <a:pt x="6110026" y="95408"/>
                  </a:lnTo>
                  <a:lnTo>
                    <a:pt x="6110134" y="95408"/>
                  </a:lnTo>
                  <a:lnTo>
                    <a:pt x="6110351" y="95408"/>
                  </a:lnTo>
                  <a:lnTo>
                    <a:pt x="6110459" y="95408"/>
                  </a:lnTo>
                  <a:lnTo>
                    <a:pt x="6110568" y="95408"/>
                  </a:lnTo>
                  <a:lnTo>
                    <a:pt x="6111110" y="94784"/>
                  </a:lnTo>
                  <a:lnTo>
                    <a:pt x="6111219" y="94784"/>
                  </a:lnTo>
                  <a:lnTo>
                    <a:pt x="6111435" y="94784"/>
                  </a:lnTo>
                  <a:lnTo>
                    <a:pt x="6111761" y="94784"/>
                  </a:lnTo>
                  <a:lnTo>
                    <a:pt x="6111978" y="94784"/>
                  </a:lnTo>
                  <a:lnTo>
                    <a:pt x="6112086" y="94784"/>
                  </a:lnTo>
                  <a:lnTo>
                    <a:pt x="6112412" y="94784"/>
                  </a:lnTo>
                  <a:lnTo>
                    <a:pt x="6112628" y="94784"/>
                  </a:lnTo>
                  <a:lnTo>
                    <a:pt x="6112737" y="94784"/>
                  </a:lnTo>
                  <a:lnTo>
                    <a:pt x="6112845" y="94784"/>
                  </a:lnTo>
                  <a:lnTo>
                    <a:pt x="6112954" y="94784"/>
                  </a:lnTo>
                  <a:lnTo>
                    <a:pt x="6112954" y="94160"/>
                  </a:lnTo>
                  <a:lnTo>
                    <a:pt x="6113062" y="94160"/>
                  </a:lnTo>
                  <a:lnTo>
                    <a:pt x="6113171" y="94160"/>
                  </a:lnTo>
                  <a:lnTo>
                    <a:pt x="6113171" y="93537"/>
                  </a:lnTo>
                  <a:lnTo>
                    <a:pt x="6113279" y="93537"/>
                  </a:lnTo>
                  <a:lnTo>
                    <a:pt x="6113388" y="93537"/>
                  </a:lnTo>
                  <a:lnTo>
                    <a:pt x="6113388" y="92913"/>
                  </a:lnTo>
                  <a:lnTo>
                    <a:pt x="6113496" y="92913"/>
                  </a:lnTo>
                  <a:lnTo>
                    <a:pt x="6113821" y="92913"/>
                  </a:lnTo>
                  <a:lnTo>
                    <a:pt x="6113930" y="92913"/>
                  </a:lnTo>
                  <a:lnTo>
                    <a:pt x="6114147" y="92913"/>
                  </a:lnTo>
                  <a:lnTo>
                    <a:pt x="6114255" y="92913"/>
                  </a:lnTo>
                  <a:lnTo>
                    <a:pt x="6114472" y="92913"/>
                  </a:lnTo>
                  <a:lnTo>
                    <a:pt x="6114797" y="92913"/>
                  </a:lnTo>
                  <a:lnTo>
                    <a:pt x="6115014" y="92913"/>
                  </a:lnTo>
                  <a:lnTo>
                    <a:pt x="6115123" y="92913"/>
                  </a:lnTo>
                  <a:lnTo>
                    <a:pt x="6115231" y="92913"/>
                  </a:lnTo>
                  <a:lnTo>
                    <a:pt x="6115773" y="92913"/>
                  </a:lnTo>
                  <a:lnTo>
                    <a:pt x="6115882" y="92913"/>
                  </a:lnTo>
                  <a:lnTo>
                    <a:pt x="6115990" y="92913"/>
                  </a:lnTo>
                  <a:lnTo>
                    <a:pt x="6116099" y="92913"/>
                  </a:lnTo>
                  <a:lnTo>
                    <a:pt x="6116207" y="92913"/>
                  </a:lnTo>
                  <a:lnTo>
                    <a:pt x="6116424" y="92913"/>
                  </a:lnTo>
                  <a:lnTo>
                    <a:pt x="6116533" y="92913"/>
                  </a:lnTo>
                  <a:lnTo>
                    <a:pt x="6116641" y="92913"/>
                  </a:lnTo>
                  <a:lnTo>
                    <a:pt x="6116749" y="92913"/>
                  </a:lnTo>
                  <a:lnTo>
                    <a:pt x="6116858" y="92913"/>
                  </a:lnTo>
                  <a:lnTo>
                    <a:pt x="6117292" y="92913"/>
                  </a:lnTo>
                  <a:lnTo>
                    <a:pt x="6117617" y="92913"/>
                  </a:lnTo>
                  <a:lnTo>
                    <a:pt x="6117725" y="92913"/>
                  </a:lnTo>
                  <a:lnTo>
                    <a:pt x="6117942" y="92913"/>
                  </a:lnTo>
                  <a:lnTo>
                    <a:pt x="6118051" y="92913"/>
                  </a:lnTo>
                  <a:lnTo>
                    <a:pt x="6118485" y="92913"/>
                  </a:lnTo>
                  <a:lnTo>
                    <a:pt x="6118485" y="92290"/>
                  </a:lnTo>
                  <a:lnTo>
                    <a:pt x="6118810" y="92290"/>
                  </a:lnTo>
                  <a:lnTo>
                    <a:pt x="6118918" y="92290"/>
                  </a:lnTo>
                  <a:lnTo>
                    <a:pt x="6119244" y="92290"/>
                  </a:lnTo>
                  <a:lnTo>
                    <a:pt x="6119677" y="92290"/>
                  </a:lnTo>
                  <a:lnTo>
                    <a:pt x="6119894" y="92290"/>
                  </a:lnTo>
                  <a:lnTo>
                    <a:pt x="6120111" y="92290"/>
                  </a:lnTo>
                  <a:lnTo>
                    <a:pt x="6120220" y="91043"/>
                  </a:lnTo>
                  <a:lnTo>
                    <a:pt x="6120328" y="91043"/>
                  </a:lnTo>
                  <a:lnTo>
                    <a:pt x="6120545" y="91043"/>
                  </a:lnTo>
                  <a:lnTo>
                    <a:pt x="6120762" y="91043"/>
                  </a:lnTo>
                  <a:lnTo>
                    <a:pt x="6120979" y="91043"/>
                  </a:lnTo>
                  <a:lnTo>
                    <a:pt x="6121087" y="91043"/>
                  </a:lnTo>
                  <a:lnTo>
                    <a:pt x="6121196" y="91043"/>
                  </a:lnTo>
                  <a:lnTo>
                    <a:pt x="6121304" y="91043"/>
                  </a:lnTo>
                  <a:lnTo>
                    <a:pt x="6121738" y="91043"/>
                  </a:lnTo>
                  <a:lnTo>
                    <a:pt x="6121955" y="91043"/>
                  </a:lnTo>
                  <a:lnTo>
                    <a:pt x="6122063" y="91043"/>
                  </a:lnTo>
                  <a:lnTo>
                    <a:pt x="6122389" y="90419"/>
                  </a:lnTo>
                  <a:lnTo>
                    <a:pt x="6122497" y="90419"/>
                  </a:lnTo>
                  <a:lnTo>
                    <a:pt x="6122606" y="90419"/>
                  </a:lnTo>
                  <a:lnTo>
                    <a:pt x="6122714" y="90419"/>
                  </a:lnTo>
                  <a:lnTo>
                    <a:pt x="6122931" y="89795"/>
                  </a:lnTo>
                  <a:lnTo>
                    <a:pt x="6123039" y="89795"/>
                  </a:lnTo>
                  <a:lnTo>
                    <a:pt x="6123148" y="89795"/>
                  </a:lnTo>
                  <a:lnTo>
                    <a:pt x="6123256" y="89795"/>
                  </a:lnTo>
                  <a:lnTo>
                    <a:pt x="6123365" y="89795"/>
                  </a:lnTo>
                  <a:lnTo>
                    <a:pt x="6123365" y="89172"/>
                  </a:lnTo>
                  <a:lnTo>
                    <a:pt x="6123473" y="89172"/>
                  </a:lnTo>
                  <a:lnTo>
                    <a:pt x="6123582" y="89172"/>
                  </a:lnTo>
                  <a:lnTo>
                    <a:pt x="6123690" y="89172"/>
                  </a:lnTo>
                  <a:lnTo>
                    <a:pt x="6123798" y="89172"/>
                  </a:lnTo>
                  <a:lnTo>
                    <a:pt x="6123907" y="88548"/>
                  </a:lnTo>
                  <a:lnTo>
                    <a:pt x="6124015" y="88548"/>
                  </a:lnTo>
                  <a:lnTo>
                    <a:pt x="6124124" y="88548"/>
                  </a:lnTo>
                  <a:lnTo>
                    <a:pt x="6124449" y="88548"/>
                  </a:lnTo>
                  <a:lnTo>
                    <a:pt x="6124558" y="88548"/>
                  </a:lnTo>
                  <a:lnTo>
                    <a:pt x="6124991" y="88548"/>
                  </a:lnTo>
                  <a:lnTo>
                    <a:pt x="6125317" y="88548"/>
                  </a:lnTo>
                  <a:lnTo>
                    <a:pt x="6125425" y="88548"/>
                  </a:lnTo>
                  <a:lnTo>
                    <a:pt x="6125534" y="88548"/>
                  </a:lnTo>
                  <a:lnTo>
                    <a:pt x="6125859" y="88548"/>
                  </a:lnTo>
                  <a:lnTo>
                    <a:pt x="6126293" y="88548"/>
                  </a:lnTo>
                  <a:lnTo>
                    <a:pt x="6126401" y="88548"/>
                  </a:lnTo>
                  <a:lnTo>
                    <a:pt x="6126618" y="88548"/>
                  </a:lnTo>
                  <a:lnTo>
                    <a:pt x="6126835" y="88548"/>
                  </a:lnTo>
                  <a:lnTo>
                    <a:pt x="6126943" y="88548"/>
                  </a:lnTo>
                  <a:lnTo>
                    <a:pt x="6127377" y="88548"/>
                  </a:lnTo>
                  <a:lnTo>
                    <a:pt x="6127594" y="88548"/>
                  </a:lnTo>
                  <a:lnTo>
                    <a:pt x="6127811" y="88548"/>
                  </a:lnTo>
                  <a:lnTo>
                    <a:pt x="6128136" y="88548"/>
                  </a:lnTo>
                  <a:lnTo>
                    <a:pt x="6128245" y="88548"/>
                  </a:lnTo>
                  <a:lnTo>
                    <a:pt x="6128353" y="88548"/>
                  </a:lnTo>
                  <a:lnTo>
                    <a:pt x="6128462" y="88548"/>
                  </a:lnTo>
                  <a:lnTo>
                    <a:pt x="6128570" y="88548"/>
                  </a:lnTo>
                  <a:lnTo>
                    <a:pt x="6128679" y="88548"/>
                  </a:lnTo>
                  <a:lnTo>
                    <a:pt x="6128787" y="88548"/>
                  </a:lnTo>
                  <a:lnTo>
                    <a:pt x="6128895" y="88548"/>
                  </a:lnTo>
                  <a:lnTo>
                    <a:pt x="6129004" y="88548"/>
                  </a:lnTo>
                  <a:lnTo>
                    <a:pt x="6129112" y="88548"/>
                  </a:lnTo>
                  <a:lnTo>
                    <a:pt x="6129221" y="88548"/>
                  </a:lnTo>
                  <a:lnTo>
                    <a:pt x="6129438" y="88548"/>
                  </a:lnTo>
                  <a:lnTo>
                    <a:pt x="6129655" y="88548"/>
                  </a:lnTo>
                  <a:lnTo>
                    <a:pt x="6129872" y="87925"/>
                  </a:lnTo>
                  <a:lnTo>
                    <a:pt x="6129980" y="87925"/>
                  </a:lnTo>
                  <a:lnTo>
                    <a:pt x="6130088" y="87925"/>
                  </a:lnTo>
                  <a:lnTo>
                    <a:pt x="6130197" y="87925"/>
                  </a:lnTo>
                  <a:lnTo>
                    <a:pt x="6130305" y="87925"/>
                  </a:lnTo>
                  <a:lnTo>
                    <a:pt x="6130522" y="87925"/>
                  </a:lnTo>
                  <a:lnTo>
                    <a:pt x="6130739" y="87925"/>
                  </a:lnTo>
                  <a:lnTo>
                    <a:pt x="6130739" y="87301"/>
                  </a:lnTo>
                  <a:lnTo>
                    <a:pt x="6130848" y="87301"/>
                  </a:lnTo>
                  <a:lnTo>
                    <a:pt x="6131390" y="87301"/>
                  </a:lnTo>
                  <a:lnTo>
                    <a:pt x="6131390" y="86677"/>
                  </a:lnTo>
                  <a:lnTo>
                    <a:pt x="6131390" y="86054"/>
                  </a:lnTo>
                  <a:lnTo>
                    <a:pt x="6131498" y="86054"/>
                  </a:lnTo>
                  <a:lnTo>
                    <a:pt x="6131715" y="86054"/>
                  </a:lnTo>
                  <a:lnTo>
                    <a:pt x="6133233" y="84807"/>
                  </a:lnTo>
                  <a:lnTo>
                    <a:pt x="6133342" y="84807"/>
                  </a:lnTo>
                  <a:lnTo>
                    <a:pt x="6133450" y="84807"/>
                  </a:lnTo>
                  <a:lnTo>
                    <a:pt x="6133667" y="84807"/>
                  </a:lnTo>
                  <a:lnTo>
                    <a:pt x="6133884" y="84807"/>
                  </a:lnTo>
                  <a:lnTo>
                    <a:pt x="6133993" y="84807"/>
                  </a:lnTo>
                  <a:lnTo>
                    <a:pt x="6134209" y="84807"/>
                  </a:lnTo>
                  <a:lnTo>
                    <a:pt x="6134209" y="84183"/>
                  </a:lnTo>
                  <a:lnTo>
                    <a:pt x="6134318" y="83560"/>
                  </a:lnTo>
                  <a:lnTo>
                    <a:pt x="6134426" y="83560"/>
                  </a:lnTo>
                  <a:lnTo>
                    <a:pt x="6134535" y="83560"/>
                  </a:lnTo>
                  <a:lnTo>
                    <a:pt x="6134752" y="83560"/>
                  </a:lnTo>
                  <a:lnTo>
                    <a:pt x="6134860" y="83560"/>
                  </a:lnTo>
                  <a:lnTo>
                    <a:pt x="6134969" y="83560"/>
                  </a:lnTo>
                  <a:lnTo>
                    <a:pt x="6135185" y="83560"/>
                  </a:lnTo>
                  <a:lnTo>
                    <a:pt x="6135402" y="83560"/>
                  </a:lnTo>
                  <a:lnTo>
                    <a:pt x="6135619" y="83560"/>
                  </a:lnTo>
                  <a:lnTo>
                    <a:pt x="6135728" y="83560"/>
                  </a:lnTo>
                  <a:lnTo>
                    <a:pt x="6136053" y="83560"/>
                  </a:lnTo>
                  <a:lnTo>
                    <a:pt x="6136161" y="83560"/>
                  </a:lnTo>
                  <a:lnTo>
                    <a:pt x="6136270" y="83560"/>
                  </a:lnTo>
                  <a:lnTo>
                    <a:pt x="6136487" y="83560"/>
                  </a:lnTo>
                  <a:lnTo>
                    <a:pt x="6136595" y="83560"/>
                  </a:lnTo>
                  <a:lnTo>
                    <a:pt x="6136812" y="83560"/>
                  </a:lnTo>
                  <a:lnTo>
                    <a:pt x="6136921" y="83560"/>
                  </a:lnTo>
                  <a:lnTo>
                    <a:pt x="6137029" y="83560"/>
                  </a:lnTo>
                  <a:lnTo>
                    <a:pt x="6137137" y="83560"/>
                  </a:lnTo>
                  <a:lnTo>
                    <a:pt x="6137246" y="83560"/>
                  </a:lnTo>
                  <a:lnTo>
                    <a:pt x="6137354" y="83560"/>
                  </a:lnTo>
                  <a:lnTo>
                    <a:pt x="6137463" y="83560"/>
                  </a:lnTo>
                  <a:lnTo>
                    <a:pt x="6137788" y="83560"/>
                  </a:lnTo>
                  <a:lnTo>
                    <a:pt x="6137897" y="83560"/>
                  </a:lnTo>
                  <a:lnTo>
                    <a:pt x="6138005" y="83560"/>
                  </a:lnTo>
                  <a:lnTo>
                    <a:pt x="6138114" y="83560"/>
                  </a:lnTo>
                  <a:lnTo>
                    <a:pt x="6138222" y="83560"/>
                  </a:lnTo>
                  <a:lnTo>
                    <a:pt x="6138330" y="82936"/>
                  </a:lnTo>
                  <a:lnTo>
                    <a:pt x="6138547" y="82936"/>
                  </a:lnTo>
                  <a:lnTo>
                    <a:pt x="6138656" y="82936"/>
                  </a:lnTo>
                  <a:lnTo>
                    <a:pt x="6138764" y="82936"/>
                  </a:lnTo>
                  <a:lnTo>
                    <a:pt x="6139198" y="82936"/>
                  </a:lnTo>
                  <a:lnTo>
                    <a:pt x="6139306" y="82936"/>
                  </a:lnTo>
                  <a:lnTo>
                    <a:pt x="6139632" y="82936"/>
                  </a:lnTo>
                  <a:lnTo>
                    <a:pt x="6139740" y="82936"/>
                  </a:lnTo>
                  <a:lnTo>
                    <a:pt x="6139849" y="82312"/>
                  </a:lnTo>
                  <a:lnTo>
                    <a:pt x="6140391" y="81689"/>
                  </a:lnTo>
                  <a:lnTo>
                    <a:pt x="6140499" y="81689"/>
                  </a:lnTo>
                  <a:lnTo>
                    <a:pt x="6140608" y="81689"/>
                  </a:lnTo>
                  <a:lnTo>
                    <a:pt x="6140716" y="81689"/>
                  </a:lnTo>
                  <a:lnTo>
                    <a:pt x="6140825" y="81689"/>
                  </a:lnTo>
                  <a:lnTo>
                    <a:pt x="6140825" y="81065"/>
                  </a:lnTo>
                  <a:lnTo>
                    <a:pt x="6140933" y="81065"/>
                  </a:lnTo>
                  <a:lnTo>
                    <a:pt x="6141042" y="81065"/>
                  </a:lnTo>
                  <a:lnTo>
                    <a:pt x="6141150" y="81065"/>
                  </a:lnTo>
                  <a:lnTo>
                    <a:pt x="6141475" y="81065"/>
                  </a:lnTo>
                  <a:lnTo>
                    <a:pt x="6141584" y="81065"/>
                  </a:lnTo>
                  <a:lnTo>
                    <a:pt x="6141692" y="81065"/>
                  </a:lnTo>
                  <a:lnTo>
                    <a:pt x="6141909" y="81065"/>
                  </a:lnTo>
                  <a:lnTo>
                    <a:pt x="6142235" y="81065"/>
                  </a:lnTo>
                  <a:lnTo>
                    <a:pt x="6142343" y="81065"/>
                  </a:lnTo>
                  <a:lnTo>
                    <a:pt x="6142451" y="81065"/>
                  </a:lnTo>
                  <a:lnTo>
                    <a:pt x="6142560" y="81065"/>
                  </a:lnTo>
                  <a:lnTo>
                    <a:pt x="6142668" y="81065"/>
                  </a:lnTo>
                  <a:lnTo>
                    <a:pt x="6142777" y="80442"/>
                  </a:lnTo>
                  <a:lnTo>
                    <a:pt x="6142885" y="80442"/>
                  </a:lnTo>
                  <a:lnTo>
                    <a:pt x="6142994" y="80442"/>
                  </a:lnTo>
                  <a:lnTo>
                    <a:pt x="6143102" y="79818"/>
                  </a:lnTo>
                  <a:lnTo>
                    <a:pt x="6143211" y="79818"/>
                  </a:lnTo>
                  <a:lnTo>
                    <a:pt x="6143319" y="79818"/>
                  </a:lnTo>
                  <a:lnTo>
                    <a:pt x="6143427" y="79818"/>
                  </a:lnTo>
                  <a:lnTo>
                    <a:pt x="6143536" y="79818"/>
                  </a:lnTo>
                  <a:lnTo>
                    <a:pt x="6143644" y="79818"/>
                  </a:lnTo>
                  <a:lnTo>
                    <a:pt x="6143753" y="79818"/>
                  </a:lnTo>
                  <a:lnTo>
                    <a:pt x="6143861" y="79818"/>
                  </a:lnTo>
                  <a:lnTo>
                    <a:pt x="6143970" y="79818"/>
                  </a:lnTo>
                  <a:lnTo>
                    <a:pt x="6144187" y="79818"/>
                  </a:lnTo>
                  <a:lnTo>
                    <a:pt x="6144729" y="79194"/>
                  </a:lnTo>
                  <a:lnTo>
                    <a:pt x="6144946" y="79194"/>
                  </a:lnTo>
                  <a:lnTo>
                    <a:pt x="6145054" y="79194"/>
                  </a:lnTo>
                  <a:lnTo>
                    <a:pt x="6145163" y="79194"/>
                  </a:lnTo>
                  <a:lnTo>
                    <a:pt x="6145271" y="79194"/>
                  </a:lnTo>
                  <a:lnTo>
                    <a:pt x="6145379" y="79194"/>
                  </a:lnTo>
                  <a:lnTo>
                    <a:pt x="6145488" y="79194"/>
                  </a:lnTo>
                  <a:lnTo>
                    <a:pt x="6145813" y="79194"/>
                  </a:lnTo>
                  <a:lnTo>
                    <a:pt x="6145922" y="79194"/>
                  </a:lnTo>
                  <a:lnTo>
                    <a:pt x="6146139" y="79194"/>
                  </a:lnTo>
                  <a:lnTo>
                    <a:pt x="6146247" y="79194"/>
                  </a:lnTo>
                  <a:lnTo>
                    <a:pt x="6146356" y="78571"/>
                  </a:lnTo>
                  <a:lnTo>
                    <a:pt x="6146572" y="78571"/>
                  </a:lnTo>
                  <a:lnTo>
                    <a:pt x="6146681" y="78571"/>
                  </a:lnTo>
                  <a:lnTo>
                    <a:pt x="6146898" y="78571"/>
                  </a:lnTo>
                  <a:lnTo>
                    <a:pt x="6147115" y="78571"/>
                  </a:lnTo>
                  <a:lnTo>
                    <a:pt x="6147223" y="78571"/>
                  </a:lnTo>
                  <a:lnTo>
                    <a:pt x="6147332" y="78571"/>
                  </a:lnTo>
                  <a:lnTo>
                    <a:pt x="6147548" y="78571"/>
                  </a:lnTo>
                  <a:lnTo>
                    <a:pt x="6147657" y="78571"/>
                  </a:lnTo>
                  <a:lnTo>
                    <a:pt x="6147874" y="78571"/>
                  </a:lnTo>
                  <a:lnTo>
                    <a:pt x="6147982" y="78571"/>
                  </a:lnTo>
                  <a:lnTo>
                    <a:pt x="6148091" y="78571"/>
                  </a:lnTo>
                  <a:lnTo>
                    <a:pt x="6148199" y="78571"/>
                  </a:lnTo>
                  <a:lnTo>
                    <a:pt x="6148308" y="78571"/>
                  </a:lnTo>
                  <a:lnTo>
                    <a:pt x="6148416" y="78571"/>
                  </a:lnTo>
                  <a:lnTo>
                    <a:pt x="6148741" y="78571"/>
                  </a:lnTo>
                  <a:lnTo>
                    <a:pt x="6148850" y="78571"/>
                  </a:lnTo>
                  <a:lnTo>
                    <a:pt x="6148958" y="78571"/>
                  </a:lnTo>
                  <a:lnTo>
                    <a:pt x="6149067" y="78571"/>
                  </a:lnTo>
                  <a:lnTo>
                    <a:pt x="6149175" y="78571"/>
                  </a:lnTo>
                  <a:lnTo>
                    <a:pt x="6149284" y="78571"/>
                  </a:lnTo>
                  <a:lnTo>
                    <a:pt x="6149500" y="78571"/>
                  </a:lnTo>
                  <a:lnTo>
                    <a:pt x="6149717" y="78571"/>
                  </a:lnTo>
                  <a:lnTo>
                    <a:pt x="6150043" y="78571"/>
                  </a:lnTo>
                  <a:lnTo>
                    <a:pt x="6150151" y="78571"/>
                  </a:lnTo>
                  <a:lnTo>
                    <a:pt x="6150368" y="78571"/>
                  </a:lnTo>
                  <a:lnTo>
                    <a:pt x="6150585" y="78571"/>
                  </a:lnTo>
                  <a:lnTo>
                    <a:pt x="6150693" y="78571"/>
                  </a:lnTo>
                  <a:lnTo>
                    <a:pt x="6150910" y="78571"/>
                  </a:lnTo>
                  <a:lnTo>
                    <a:pt x="6151019" y="78571"/>
                  </a:lnTo>
                  <a:lnTo>
                    <a:pt x="6151127" y="78571"/>
                  </a:lnTo>
                  <a:lnTo>
                    <a:pt x="6151236" y="78571"/>
                  </a:lnTo>
                  <a:lnTo>
                    <a:pt x="6151344" y="78571"/>
                  </a:lnTo>
                  <a:lnTo>
                    <a:pt x="6151453" y="78571"/>
                  </a:lnTo>
                  <a:lnTo>
                    <a:pt x="6151561" y="78571"/>
                  </a:lnTo>
                  <a:lnTo>
                    <a:pt x="6151778" y="78571"/>
                  </a:lnTo>
                  <a:lnTo>
                    <a:pt x="6151886" y="78571"/>
                  </a:lnTo>
                  <a:lnTo>
                    <a:pt x="6151995" y="78571"/>
                  </a:lnTo>
                  <a:lnTo>
                    <a:pt x="6152320" y="78571"/>
                  </a:lnTo>
                  <a:lnTo>
                    <a:pt x="6152429" y="78571"/>
                  </a:lnTo>
                  <a:lnTo>
                    <a:pt x="6152537" y="78571"/>
                  </a:lnTo>
                  <a:lnTo>
                    <a:pt x="6152754" y="78571"/>
                  </a:lnTo>
                  <a:lnTo>
                    <a:pt x="6152862" y="78571"/>
                  </a:lnTo>
                  <a:lnTo>
                    <a:pt x="6152971" y="78571"/>
                  </a:lnTo>
                  <a:lnTo>
                    <a:pt x="6153079" y="78571"/>
                  </a:lnTo>
                  <a:lnTo>
                    <a:pt x="6153188" y="78571"/>
                  </a:lnTo>
                  <a:lnTo>
                    <a:pt x="6153730" y="77947"/>
                  </a:lnTo>
                  <a:lnTo>
                    <a:pt x="6154055" y="77947"/>
                  </a:lnTo>
                  <a:lnTo>
                    <a:pt x="6154489" y="77324"/>
                  </a:lnTo>
                  <a:lnTo>
                    <a:pt x="6154597" y="77324"/>
                  </a:lnTo>
                  <a:lnTo>
                    <a:pt x="6154923" y="77324"/>
                  </a:lnTo>
                  <a:lnTo>
                    <a:pt x="6155140" y="77324"/>
                  </a:lnTo>
                  <a:lnTo>
                    <a:pt x="6155248" y="77324"/>
                  </a:lnTo>
                  <a:lnTo>
                    <a:pt x="6155465" y="77324"/>
                  </a:lnTo>
                  <a:lnTo>
                    <a:pt x="6155790" y="76700"/>
                  </a:lnTo>
                  <a:lnTo>
                    <a:pt x="6155899" y="76700"/>
                  </a:lnTo>
                  <a:lnTo>
                    <a:pt x="6156007" y="76700"/>
                  </a:lnTo>
                  <a:lnTo>
                    <a:pt x="6156116" y="76700"/>
                  </a:lnTo>
                  <a:lnTo>
                    <a:pt x="6156224" y="76700"/>
                  </a:lnTo>
                  <a:lnTo>
                    <a:pt x="6156550" y="76700"/>
                  </a:lnTo>
                  <a:lnTo>
                    <a:pt x="6156658" y="76700"/>
                  </a:lnTo>
                  <a:lnTo>
                    <a:pt x="6156766" y="76700"/>
                  </a:lnTo>
                  <a:lnTo>
                    <a:pt x="6156875" y="76700"/>
                  </a:lnTo>
                  <a:lnTo>
                    <a:pt x="6157200" y="76700"/>
                  </a:lnTo>
                  <a:lnTo>
                    <a:pt x="6157309" y="76700"/>
                  </a:lnTo>
                  <a:lnTo>
                    <a:pt x="6157526" y="76700"/>
                  </a:lnTo>
                  <a:lnTo>
                    <a:pt x="6158068" y="75453"/>
                  </a:lnTo>
                  <a:lnTo>
                    <a:pt x="6158285" y="75453"/>
                  </a:lnTo>
                  <a:lnTo>
                    <a:pt x="6158393" y="74206"/>
                  </a:lnTo>
                  <a:lnTo>
                    <a:pt x="6158502" y="74206"/>
                  </a:lnTo>
                  <a:lnTo>
                    <a:pt x="6158610" y="74206"/>
                  </a:lnTo>
                  <a:lnTo>
                    <a:pt x="6158718" y="74206"/>
                  </a:lnTo>
                  <a:lnTo>
                    <a:pt x="6158827" y="74206"/>
                  </a:lnTo>
                  <a:lnTo>
                    <a:pt x="6158935" y="74206"/>
                  </a:lnTo>
                  <a:lnTo>
                    <a:pt x="6159261" y="74206"/>
                  </a:lnTo>
                  <a:lnTo>
                    <a:pt x="6159369" y="74206"/>
                  </a:lnTo>
                  <a:lnTo>
                    <a:pt x="6159369" y="73582"/>
                  </a:lnTo>
                  <a:lnTo>
                    <a:pt x="6159478" y="73582"/>
                  </a:lnTo>
                  <a:lnTo>
                    <a:pt x="6159586" y="73582"/>
                  </a:lnTo>
                  <a:lnTo>
                    <a:pt x="6159695" y="73582"/>
                  </a:lnTo>
                  <a:lnTo>
                    <a:pt x="6159803" y="73582"/>
                  </a:lnTo>
                  <a:lnTo>
                    <a:pt x="6160128" y="73582"/>
                  </a:lnTo>
                  <a:lnTo>
                    <a:pt x="6160562" y="73582"/>
                  </a:lnTo>
                  <a:lnTo>
                    <a:pt x="6161104" y="73582"/>
                  </a:lnTo>
                  <a:lnTo>
                    <a:pt x="6161321" y="73582"/>
                  </a:lnTo>
                  <a:lnTo>
                    <a:pt x="6161647" y="71711"/>
                  </a:lnTo>
                  <a:lnTo>
                    <a:pt x="6161755" y="71711"/>
                  </a:lnTo>
                  <a:lnTo>
                    <a:pt x="6161863" y="71711"/>
                  </a:lnTo>
                  <a:lnTo>
                    <a:pt x="6162080" y="71711"/>
                  </a:lnTo>
                  <a:lnTo>
                    <a:pt x="6162080" y="71088"/>
                  </a:lnTo>
                  <a:lnTo>
                    <a:pt x="6162080" y="70464"/>
                  </a:lnTo>
                  <a:lnTo>
                    <a:pt x="6162189" y="70464"/>
                  </a:lnTo>
                  <a:lnTo>
                    <a:pt x="6162297" y="70464"/>
                  </a:lnTo>
                  <a:lnTo>
                    <a:pt x="6162406" y="70464"/>
                  </a:lnTo>
                  <a:lnTo>
                    <a:pt x="6162839" y="70464"/>
                  </a:lnTo>
                  <a:lnTo>
                    <a:pt x="6162948" y="70464"/>
                  </a:lnTo>
                  <a:lnTo>
                    <a:pt x="6163056" y="70464"/>
                  </a:lnTo>
                  <a:lnTo>
                    <a:pt x="6163165" y="70464"/>
                  </a:lnTo>
                  <a:lnTo>
                    <a:pt x="6163273" y="70464"/>
                  </a:lnTo>
                  <a:lnTo>
                    <a:pt x="6163382" y="69841"/>
                  </a:lnTo>
                  <a:lnTo>
                    <a:pt x="6163599" y="69841"/>
                  </a:lnTo>
                  <a:lnTo>
                    <a:pt x="6165551" y="69217"/>
                  </a:lnTo>
                  <a:lnTo>
                    <a:pt x="6165768" y="69217"/>
                  </a:lnTo>
                  <a:lnTo>
                    <a:pt x="6165876" y="69217"/>
                  </a:lnTo>
                  <a:lnTo>
                    <a:pt x="6165984" y="68594"/>
                  </a:lnTo>
                  <a:lnTo>
                    <a:pt x="6166201" y="68594"/>
                  </a:lnTo>
                  <a:lnTo>
                    <a:pt x="6166310" y="68594"/>
                  </a:lnTo>
                  <a:lnTo>
                    <a:pt x="6166527" y="68594"/>
                  </a:lnTo>
                  <a:lnTo>
                    <a:pt x="6166744" y="67970"/>
                  </a:lnTo>
                  <a:lnTo>
                    <a:pt x="6166852" y="67970"/>
                  </a:lnTo>
                  <a:lnTo>
                    <a:pt x="6166960" y="67970"/>
                  </a:lnTo>
                  <a:lnTo>
                    <a:pt x="6167069" y="67970"/>
                  </a:lnTo>
                  <a:lnTo>
                    <a:pt x="6167177" y="67970"/>
                  </a:lnTo>
                  <a:lnTo>
                    <a:pt x="6167394" y="67970"/>
                  </a:lnTo>
                  <a:lnTo>
                    <a:pt x="6167503" y="67970"/>
                  </a:lnTo>
                  <a:lnTo>
                    <a:pt x="6167503" y="67346"/>
                  </a:lnTo>
                  <a:lnTo>
                    <a:pt x="6167611" y="67346"/>
                  </a:lnTo>
                  <a:lnTo>
                    <a:pt x="6167720" y="67346"/>
                  </a:lnTo>
                  <a:lnTo>
                    <a:pt x="6167828" y="67346"/>
                  </a:lnTo>
                  <a:lnTo>
                    <a:pt x="6168045" y="67346"/>
                  </a:lnTo>
                  <a:lnTo>
                    <a:pt x="6168262" y="67346"/>
                  </a:lnTo>
                  <a:lnTo>
                    <a:pt x="6168370" y="66723"/>
                  </a:lnTo>
                  <a:lnTo>
                    <a:pt x="6168479" y="66723"/>
                  </a:lnTo>
                  <a:lnTo>
                    <a:pt x="6168587" y="66723"/>
                  </a:lnTo>
                  <a:lnTo>
                    <a:pt x="6168696" y="66723"/>
                  </a:lnTo>
                  <a:lnTo>
                    <a:pt x="6168913" y="66723"/>
                  </a:lnTo>
                  <a:lnTo>
                    <a:pt x="6169129" y="66099"/>
                  </a:lnTo>
                  <a:lnTo>
                    <a:pt x="6169238" y="66099"/>
                  </a:lnTo>
                  <a:lnTo>
                    <a:pt x="6169346" y="66099"/>
                  </a:lnTo>
                  <a:lnTo>
                    <a:pt x="6169455" y="66099"/>
                  </a:lnTo>
                  <a:lnTo>
                    <a:pt x="6169563" y="66099"/>
                  </a:lnTo>
                  <a:lnTo>
                    <a:pt x="6169672" y="66099"/>
                  </a:lnTo>
                  <a:lnTo>
                    <a:pt x="6169780" y="66099"/>
                  </a:lnTo>
                  <a:lnTo>
                    <a:pt x="6169997" y="66099"/>
                  </a:lnTo>
                  <a:lnTo>
                    <a:pt x="6170105" y="66099"/>
                  </a:lnTo>
                  <a:lnTo>
                    <a:pt x="6170214" y="66099"/>
                  </a:lnTo>
                  <a:lnTo>
                    <a:pt x="6170322" y="66099"/>
                  </a:lnTo>
                  <a:lnTo>
                    <a:pt x="6170756" y="66099"/>
                  </a:lnTo>
                  <a:lnTo>
                    <a:pt x="6170865" y="66099"/>
                  </a:lnTo>
                  <a:lnTo>
                    <a:pt x="6170973" y="66099"/>
                  </a:lnTo>
                  <a:lnTo>
                    <a:pt x="6171081" y="66099"/>
                  </a:lnTo>
                  <a:lnTo>
                    <a:pt x="6171407" y="66099"/>
                  </a:lnTo>
                  <a:lnTo>
                    <a:pt x="6171515" y="66099"/>
                  </a:lnTo>
                  <a:lnTo>
                    <a:pt x="6171624" y="66099"/>
                  </a:lnTo>
                  <a:lnTo>
                    <a:pt x="6171732" y="66099"/>
                  </a:lnTo>
                  <a:lnTo>
                    <a:pt x="6171949" y="66099"/>
                  </a:lnTo>
                  <a:lnTo>
                    <a:pt x="6172166" y="66099"/>
                  </a:lnTo>
                  <a:lnTo>
                    <a:pt x="6172274" y="66099"/>
                  </a:lnTo>
                  <a:lnTo>
                    <a:pt x="6172600" y="66099"/>
                  </a:lnTo>
                  <a:lnTo>
                    <a:pt x="6172708" y="66099"/>
                  </a:lnTo>
                  <a:lnTo>
                    <a:pt x="6172817" y="66099"/>
                  </a:lnTo>
                  <a:lnTo>
                    <a:pt x="6172925" y="66099"/>
                  </a:lnTo>
                  <a:lnTo>
                    <a:pt x="6173142" y="66099"/>
                  </a:lnTo>
                  <a:lnTo>
                    <a:pt x="6173250" y="65476"/>
                  </a:lnTo>
                  <a:lnTo>
                    <a:pt x="6173359" y="65476"/>
                  </a:lnTo>
                  <a:lnTo>
                    <a:pt x="6173467" y="65476"/>
                  </a:lnTo>
                  <a:lnTo>
                    <a:pt x="6173576" y="65476"/>
                  </a:lnTo>
                  <a:lnTo>
                    <a:pt x="6173684" y="65476"/>
                  </a:lnTo>
                  <a:lnTo>
                    <a:pt x="6173901" y="65476"/>
                  </a:lnTo>
                  <a:lnTo>
                    <a:pt x="6174335" y="64852"/>
                  </a:lnTo>
                  <a:lnTo>
                    <a:pt x="6174443" y="64852"/>
                  </a:lnTo>
                  <a:lnTo>
                    <a:pt x="6174552" y="64852"/>
                  </a:lnTo>
                  <a:lnTo>
                    <a:pt x="6174660" y="64852"/>
                  </a:lnTo>
                  <a:lnTo>
                    <a:pt x="6174769" y="64852"/>
                  </a:lnTo>
                  <a:lnTo>
                    <a:pt x="6174877" y="63605"/>
                  </a:lnTo>
                  <a:lnTo>
                    <a:pt x="6174986" y="63605"/>
                  </a:lnTo>
                  <a:lnTo>
                    <a:pt x="6175094" y="63605"/>
                  </a:lnTo>
                  <a:lnTo>
                    <a:pt x="6175311" y="63605"/>
                  </a:lnTo>
                  <a:lnTo>
                    <a:pt x="6175419" y="63605"/>
                  </a:lnTo>
                  <a:lnTo>
                    <a:pt x="6175745" y="63605"/>
                  </a:lnTo>
                  <a:lnTo>
                    <a:pt x="6175853" y="63605"/>
                  </a:lnTo>
                  <a:lnTo>
                    <a:pt x="6176070" y="63605"/>
                  </a:lnTo>
                  <a:lnTo>
                    <a:pt x="6176287" y="63605"/>
                  </a:lnTo>
                  <a:lnTo>
                    <a:pt x="6176395" y="63605"/>
                  </a:lnTo>
                  <a:lnTo>
                    <a:pt x="6176504" y="63605"/>
                  </a:lnTo>
                  <a:lnTo>
                    <a:pt x="6176612" y="63605"/>
                  </a:lnTo>
                  <a:lnTo>
                    <a:pt x="6176829" y="63605"/>
                  </a:lnTo>
                  <a:lnTo>
                    <a:pt x="6176938" y="63605"/>
                  </a:lnTo>
                  <a:lnTo>
                    <a:pt x="6177155" y="62981"/>
                  </a:lnTo>
                  <a:lnTo>
                    <a:pt x="6177588" y="62981"/>
                  </a:lnTo>
                  <a:lnTo>
                    <a:pt x="6177697" y="62981"/>
                  </a:lnTo>
                  <a:lnTo>
                    <a:pt x="6177805" y="62981"/>
                  </a:lnTo>
                  <a:lnTo>
                    <a:pt x="6178347" y="62358"/>
                  </a:lnTo>
                  <a:lnTo>
                    <a:pt x="6178456" y="62358"/>
                  </a:lnTo>
                  <a:lnTo>
                    <a:pt x="6178564" y="62358"/>
                  </a:lnTo>
                  <a:lnTo>
                    <a:pt x="6178673" y="62358"/>
                  </a:lnTo>
                  <a:lnTo>
                    <a:pt x="6178781" y="62358"/>
                  </a:lnTo>
                  <a:lnTo>
                    <a:pt x="6178890" y="62358"/>
                  </a:lnTo>
                  <a:lnTo>
                    <a:pt x="6178998" y="62358"/>
                  </a:lnTo>
                  <a:lnTo>
                    <a:pt x="6179215" y="62358"/>
                  </a:lnTo>
                  <a:lnTo>
                    <a:pt x="6179323" y="62358"/>
                  </a:lnTo>
                  <a:lnTo>
                    <a:pt x="6179757" y="62358"/>
                  </a:lnTo>
                  <a:lnTo>
                    <a:pt x="6179757" y="61734"/>
                  </a:lnTo>
                  <a:lnTo>
                    <a:pt x="6180299" y="61734"/>
                  </a:lnTo>
                  <a:lnTo>
                    <a:pt x="6180408" y="61734"/>
                  </a:lnTo>
                  <a:lnTo>
                    <a:pt x="6180516" y="61734"/>
                  </a:lnTo>
                  <a:lnTo>
                    <a:pt x="6180950" y="61734"/>
                  </a:lnTo>
                  <a:lnTo>
                    <a:pt x="6181059" y="61734"/>
                  </a:lnTo>
                  <a:lnTo>
                    <a:pt x="6181276" y="61734"/>
                  </a:lnTo>
                  <a:lnTo>
                    <a:pt x="6181384" y="61734"/>
                  </a:lnTo>
                  <a:lnTo>
                    <a:pt x="6181601" y="61111"/>
                  </a:lnTo>
                  <a:lnTo>
                    <a:pt x="6181709" y="61111"/>
                  </a:lnTo>
                  <a:lnTo>
                    <a:pt x="6181818" y="61111"/>
                  </a:lnTo>
                  <a:lnTo>
                    <a:pt x="6181926" y="61111"/>
                  </a:lnTo>
                  <a:lnTo>
                    <a:pt x="6182035" y="61111"/>
                  </a:lnTo>
                  <a:lnTo>
                    <a:pt x="6182468" y="61111"/>
                  </a:lnTo>
                  <a:lnTo>
                    <a:pt x="6182577" y="61111"/>
                  </a:lnTo>
                  <a:lnTo>
                    <a:pt x="6182685" y="61111"/>
                  </a:lnTo>
                  <a:lnTo>
                    <a:pt x="6182794" y="61111"/>
                  </a:lnTo>
                  <a:lnTo>
                    <a:pt x="6183228" y="61111"/>
                  </a:lnTo>
                  <a:lnTo>
                    <a:pt x="6183444" y="61111"/>
                  </a:lnTo>
                  <a:lnTo>
                    <a:pt x="6183553" y="61111"/>
                  </a:lnTo>
                  <a:lnTo>
                    <a:pt x="6183770" y="61111"/>
                  </a:lnTo>
                  <a:lnTo>
                    <a:pt x="6183878" y="61111"/>
                  </a:lnTo>
                  <a:lnTo>
                    <a:pt x="6183987" y="61111"/>
                  </a:lnTo>
                  <a:lnTo>
                    <a:pt x="6184095" y="61111"/>
                  </a:lnTo>
                  <a:lnTo>
                    <a:pt x="6184204" y="61111"/>
                  </a:lnTo>
                  <a:lnTo>
                    <a:pt x="6184420" y="61111"/>
                  </a:lnTo>
                  <a:lnTo>
                    <a:pt x="6184529" y="61111"/>
                  </a:lnTo>
                  <a:lnTo>
                    <a:pt x="6184637" y="61111"/>
                  </a:lnTo>
                  <a:lnTo>
                    <a:pt x="6184746" y="61111"/>
                  </a:lnTo>
                  <a:lnTo>
                    <a:pt x="6184854" y="61111"/>
                  </a:lnTo>
                  <a:lnTo>
                    <a:pt x="6184963" y="61111"/>
                  </a:lnTo>
                  <a:lnTo>
                    <a:pt x="6185288" y="61111"/>
                  </a:lnTo>
                  <a:lnTo>
                    <a:pt x="6185505" y="61111"/>
                  </a:lnTo>
                  <a:lnTo>
                    <a:pt x="6185613" y="61111"/>
                  </a:lnTo>
                  <a:lnTo>
                    <a:pt x="6185722" y="61111"/>
                  </a:lnTo>
                  <a:lnTo>
                    <a:pt x="6186047" y="61111"/>
                  </a:lnTo>
                  <a:lnTo>
                    <a:pt x="6186156" y="61111"/>
                  </a:lnTo>
                  <a:lnTo>
                    <a:pt x="6186806" y="61111"/>
                  </a:lnTo>
                  <a:lnTo>
                    <a:pt x="6186915" y="61111"/>
                  </a:lnTo>
                  <a:lnTo>
                    <a:pt x="6187023" y="61111"/>
                  </a:lnTo>
                  <a:lnTo>
                    <a:pt x="6187132" y="61111"/>
                  </a:lnTo>
                  <a:lnTo>
                    <a:pt x="6187349" y="61111"/>
                  </a:lnTo>
                  <a:lnTo>
                    <a:pt x="6187349" y="60487"/>
                  </a:lnTo>
                  <a:lnTo>
                    <a:pt x="6187457" y="60487"/>
                  </a:lnTo>
                  <a:lnTo>
                    <a:pt x="6187565" y="60487"/>
                  </a:lnTo>
                  <a:lnTo>
                    <a:pt x="6187674" y="60487"/>
                  </a:lnTo>
                  <a:lnTo>
                    <a:pt x="6187782" y="60487"/>
                  </a:lnTo>
                  <a:lnTo>
                    <a:pt x="6187999" y="60487"/>
                  </a:lnTo>
                  <a:lnTo>
                    <a:pt x="6188108" y="60487"/>
                  </a:lnTo>
                  <a:lnTo>
                    <a:pt x="6188216" y="60487"/>
                  </a:lnTo>
                  <a:lnTo>
                    <a:pt x="6188541" y="60487"/>
                  </a:lnTo>
                  <a:lnTo>
                    <a:pt x="6188650" y="60487"/>
                  </a:lnTo>
                  <a:lnTo>
                    <a:pt x="6188758" y="60487"/>
                  </a:lnTo>
                  <a:lnTo>
                    <a:pt x="6188867" y="60487"/>
                  </a:lnTo>
                  <a:lnTo>
                    <a:pt x="6189192" y="59863"/>
                  </a:lnTo>
                  <a:lnTo>
                    <a:pt x="6189626" y="59863"/>
                  </a:lnTo>
                  <a:lnTo>
                    <a:pt x="6189734" y="59863"/>
                  </a:lnTo>
                  <a:lnTo>
                    <a:pt x="6189843" y="59240"/>
                  </a:lnTo>
                  <a:lnTo>
                    <a:pt x="6189951" y="59240"/>
                  </a:lnTo>
                  <a:lnTo>
                    <a:pt x="6190060" y="59240"/>
                  </a:lnTo>
                  <a:lnTo>
                    <a:pt x="6190168" y="59240"/>
                  </a:lnTo>
                  <a:lnTo>
                    <a:pt x="6190277" y="59240"/>
                  </a:lnTo>
                  <a:lnTo>
                    <a:pt x="6190710" y="59240"/>
                  </a:lnTo>
                  <a:lnTo>
                    <a:pt x="6190819" y="59240"/>
                  </a:lnTo>
                  <a:lnTo>
                    <a:pt x="6191144" y="59240"/>
                  </a:lnTo>
                  <a:lnTo>
                    <a:pt x="6191253" y="59240"/>
                  </a:lnTo>
                  <a:lnTo>
                    <a:pt x="6191470" y="59240"/>
                  </a:lnTo>
                  <a:lnTo>
                    <a:pt x="6191578" y="59240"/>
                  </a:lnTo>
                  <a:lnTo>
                    <a:pt x="6191578" y="58616"/>
                  </a:lnTo>
                  <a:lnTo>
                    <a:pt x="6191686" y="58616"/>
                  </a:lnTo>
                  <a:lnTo>
                    <a:pt x="6192229" y="58616"/>
                  </a:lnTo>
                  <a:lnTo>
                    <a:pt x="6192337" y="58616"/>
                  </a:lnTo>
                  <a:lnTo>
                    <a:pt x="6192446" y="58616"/>
                  </a:lnTo>
                  <a:lnTo>
                    <a:pt x="6192554" y="58616"/>
                  </a:lnTo>
                  <a:lnTo>
                    <a:pt x="6192662" y="58616"/>
                  </a:lnTo>
                  <a:lnTo>
                    <a:pt x="6192879" y="58616"/>
                  </a:lnTo>
                  <a:lnTo>
                    <a:pt x="6192988" y="58616"/>
                  </a:lnTo>
                  <a:lnTo>
                    <a:pt x="6193096" y="58616"/>
                  </a:lnTo>
                  <a:lnTo>
                    <a:pt x="6193205" y="58616"/>
                  </a:lnTo>
                  <a:lnTo>
                    <a:pt x="6193530" y="58616"/>
                  </a:lnTo>
                  <a:lnTo>
                    <a:pt x="6193639" y="58616"/>
                  </a:lnTo>
                  <a:lnTo>
                    <a:pt x="6193964" y="58616"/>
                  </a:lnTo>
                  <a:lnTo>
                    <a:pt x="6194072" y="58616"/>
                  </a:lnTo>
                  <a:lnTo>
                    <a:pt x="6194181" y="58616"/>
                  </a:lnTo>
                  <a:lnTo>
                    <a:pt x="6194398" y="57993"/>
                  </a:lnTo>
                  <a:lnTo>
                    <a:pt x="6194615" y="57993"/>
                  </a:lnTo>
                  <a:lnTo>
                    <a:pt x="6194831" y="57993"/>
                  </a:lnTo>
                  <a:lnTo>
                    <a:pt x="6194940" y="57993"/>
                  </a:lnTo>
                  <a:lnTo>
                    <a:pt x="6195048" y="57993"/>
                  </a:lnTo>
                  <a:lnTo>
                    <a:pt x="6195157" y="57993"/>
                  </a:lnTo>
                  <a:lnTo>
                    <a:pt x="6195265" y="57993"/>
                  </a:lnTo>
                  <a:lnTo>
                    <a:pt x="6195374" y="57993"/>
                  </a:lnTo>
                  <a:lnTo>
                    <a:pt x="6195591" y="57993"/>
                  </a:lnTo>
                  <a:lnTo>
                    <a:pt x="6195591" y="57369"/>
                  </a:lnTo>
                  <a:lnTo>
                    <a:pt x="6195699" y="57369"/>
                  </a:lnTo>
                  <a:lnTo>
                    <a:pt x="6195807" y="57369"/>
                  </a:lnTo>
                  <a:lnTo>
                    <a:pt x="6195916" y="57369"/>
                  </a:lnTo>
                  <a:lnTo>
                    <a:pt x="6196024" y="57369"/>
                  </a:lnTo>
                  <a:lnTo>
                    <a:pt x="6196133" y="57369"/>
                  </a:lnTo>
                  <a:lnTo>
                    <a:pt x="6196350" y="57369"/>
                  </a:lnTo>
                  <a:lnTo>
                    <a:pt x="6196675" y="57369"/>
                  </a:lnTo>
                  <a:lnTo>
                    <a:pt x="6196783" y="57369"/>
                  </a:lnTo>
                  <a:lnTo>
                    <a:pt x="6197000" y="57369"/>
                  </a:lnTo>
                  <a:lnTo>
                    <a:pt x="6197109" y="57369"/>
                  </a:lnTo>
                  <a:lnTo>
                    <a:pt x="6197326" y="57369"/>
                  </a:lnTo>
                  <a:lnTo>
                    <a:pt x="6197651" y="57369"/>
                  </a:lnTo>
                  <a:lnTo>
                    <a:pt x="6197759" y="57369"/>
                  </a:lnTo>
                  <a:lnTo>
                    <a:pt x="6197868" y="57369"/>
                  </a:lnTo>
                  <a:lnTo>
                    <a:pt x="6197976" y="57369"/>
                  </a:lnTo>
                  <a:lnTo>
                    <a:pt x="6198085" y="57369"/>
                  </a:lnTo>
                  <a:lnTo>
                    <a:pt x="6198193" y="57369"/>
                  </a:lnTo>
                  <a:lnTo>
                    <a:pt x="6198410" y="57369"/>
                  </a:lnTo>
                  <a:lnTo>
                    <a:pt x="6198519" y="57369"/>
                  </a:lnTo>
                  <a:lnTo>
                    <a:pt x="6198844" y="57369"/>
                  </a:lnTo>
                  <a:lnTo>
                    <a:pt x="6199061" y="57369"/>
                  </a:lnTo>
                  <a:lnTo>
                    <a:pt x="6199169" y="57369"/>
                  </a:lnTo>
                  <a:lnTo>
                    <a:pt x="6199169" y="56745"/>
                  </a:lnTo>
                  <a:lnTo>
                    <a:pt x="6199278" y="56745"/>
                  </a:lnTo>
                  <a:lnTo>
                    <a:pt x="6199386" y="56745"/>
                  </a:lnTo>
                  <a:lnTo>
                    <a:pt x="6199495" y="56745"/>
                  </a:lnTo>
                  <a:lnTo>
                    <a:pt x="6199603" y="56745"/>
                  </a:lnTo>
                  <a:lnTo>
                    <a:pt x="6199712" y="56745"/>
                  </a:lnTo>
                  <a:lnTo>
                    <a:pt x="6199820" y="56745"/>
                  </a:lnTo>
                  <a:lnTo>
                    <a:pt x="6199928" y="56745"/>
                  </a:lnTo>
                  <a:lnTo>
                    <a:pt x="6200145" y="56745"/>
                  </a:lnTo>
                  <a:lnTo>
                    <a:pt x="6201121" y="56745"/>
                  </a:lnTo>
                  <a:lnTo>
                    <a:pt x="6201230" y="56745"/>
                  </a:lnTo>
                  <a:lnTo>
                    <a:pt x="6201338" y="56745"/>
                  </a:lnTo>
                  <a:lnTo>
                    <a:pt x="6201555" y="56745"/>
                  </a:lnTo>
                  <a:lnTo>
                    <a:pt x="6201664" y="56745"/>
                  </a:lnTo>
                  <a:lnTo>
                    <a:pt x="6201772" y="56745"/>
                  </a:lnTo>
                  <a:lnTo>
                    <a:pt x="6201772" y="56122"/>
                  </a:lnTo>
                  <a:lnTo>
                    <a:pt x="6201880" y="56122"/>
                  </a:lnTo>
                  <a:lnTo>
                    <a:pt x="6202206" y="56122"/>
                  </a:lnTo>
                  <a:lnTo>
                    <a:pt x="6202423" y="56122"/>
                  </a:lnTo>
                  <a:lnTo>
                    <a:pt x="6202531" y="56122"/>
                  </a:lnTo>
                  <a:lnTo>
                    <a:pt x="6202640" y="56122"/>
                  </a:lnTo>
                  <a:lnTo>
                    <a:pt x="6202748" y="56122"/>
                  </a:lnTo>
                  <a:lnTo>
                    <a:pt x="6202857" y="55498"/>
                  </a:lnTo>
                  <a:lnTo>
                    <a:pt x="6202857" y="54875"/>
                  </a:lnTo>
                  <a:lnTo>
                    <a:pt x="6202965" y="54875"/>
                  </a:lnTo>
                  <a:lnTo>
                    <a:pt x="6203399" y="54875"/>
                  </a:lnTo>
                  <a:lnTo>
                    <a:pt x="6203724" y="54875"/>
                  </a:lnTo>
                  <a:lnTo>
                    <a:pt x="6203833" y="54875"/>
                  </a:lnTo>
                  <a:lnTo>
                    <a:pt x="6204049" y="54875"/>
                  </a:lnTo>
                  <a:lnTo>
                    <a:pt x="6204158" y="54875"/>
                  </a:lnTo>
                  <a:lnTo>
                    <a:pt x="6204483" y="54251"/>
                  </a:lnTo>
                  <a:lnTo>
                    <a:pt x="6204592" y="54251"/>
                  </a:lnTo>
                  <a:lnTo>
                    <a:pt x="6204700" y="54251"/>
                  </a:lnTo>
                  <a:lnTo>
                    <a:pt x="6205134" y="54251"/>
                  </a:lnTo>
                  <a:lnTo>
                    <a:pt x="6205351" y="54251"/>
                  </a:lnTo>
                  <a:lnTo>
                    <a:pt x="6205568" y="54251"/>
                  </a:lnTo>
                  <a:lnTo>
                    <a:pt x="6205676" y="54251"/>
                  </a:lnTo>
                  <a:lnTo>
                    <a:pt x="6205785" y="54251"/>
                  </a:lnTo>
                  <a:lnTo>
                    <a:pt x="6206110" y="54251"/>
                  </a:lnTo>
                  <a:lnTo>
                    <a:pt x="6206218" y="54251"/>
                  </a:lnTo>
                  <a:lnTo>
                    <a:pt x="6206327" y="54251"/>
                  </a:lnTo>
                  <a:lnTo>
                    <a:pt x="6206435" y="54251"/>
                  </a:lnTo>
                  <a:lnTo>
                    <a:pt x="6206544" y="54251"/>
                  </a:lnTo>
                  <a:lnTo>
                    <a:pt x="6206652" y="54251"/>
                  </a:lnTo>
                  <a:lnTo>
                    <a:pt x="6206761" y="54251"/>
                  </a:lnTo>
                  <a:lnTo>
                    <a:pt x="6206869" y="54251"/>
                  </a:lnTo>
                  <a:lnTo>
                    <a:pt x="6207086" y="54251"/>
                  </a:lnTo>
                  <a:lnTo>
                    <a:pt x="6207194" y="54251"/>
                  </a:lnTo>
                  <a:lnTo>
                    <a:pt x="6207303" y="54251"/>
                  </a:lnTo>
                  <a:lnTo>
                    <a:pt x="6207520" y="54251"/>
                  </a:lnTo>
                  <a:lnTo>
                    <a:pt x="6207628" y="54251"/>
                  </a:lnTo>
                  <a:lnTo>
                    <a:pt x="6207845" y="54251"/>
                  </a:lnTo>
                  <a:lnTo>
                    <a:pt x="6207954" y="54251"/>
                  </a:lnTo>
                  <a:lnTo>
                    <a:pt x="6208387" y="54251"/>
                  </a:lnTo>
                  <a:lnTo>
                    <a:pt x="6208713" y="54251"/>
                  </a:lnTo>
                  <a:lnTo>
                    <a:pt x="6208821" y="54251"/>
                  </a:lnTo>
                  <a:lnTo>
                    <a:pt x="6209146" y="54251"/>
                  </a:lnTo>
                  <a:lnTo>
                    <a:pt x="6209255" y="54251"/>
                  </a:lnTo>
                  <a:lnTo>
                    <a:pt x="6209363" y="54251"/>
                  </a:lnTo>
                  <a:lnTo>
                    <a:pt x="6209472" y="53628"/>
                  </a:lnTo>
                  <a:lnTo>
                    <a:pt x="6209580" y="53628"/>
                  </a:lnTo>
                  <a:lnTo>
                    <a:pt x="6209797" y="53628"/>
                  </a:lnTo>
                  <a:lnTo>
                    <a:pt x="6209906" y="53628"/>
                  </a:lnTo>
                  <a:lnTo>
                    <a:pt x="6209906" y="53004"/>
                  </a:lnTo>
                  <a:lnTo>
                    <a:pt x="6210122" y="52380"/>
                  </a:lnTo>
                  <a:lnTo>
                    <a:pt x="6210339" y="52380"/>
                  </a:lnTo>
                  <a:lnTo>
                    <a:pt x="6210556" y="52380"/>
                  </a:lnTo>
                  <a:lnTo>
                    <a:pt x="6210665" y="52380"/>
                  </a:lnTo>
                  <a:lnTo>
                    <a:pt x="6210773" y="52380"/>
                  </a:lnTo>
                  <a:lnTo>
                    <a:pt x="6210882" y="52380"/>
                  </a:lnTo>
                  <a:lnTo>
                    <a:pt x="6211315" y="52380"/>
                  </a:lnTo>
                  <a:lnTo>
                    <a:pt x="6211424" y="52380"/>
                  </a:lnTo>
                  <a:lnTo>
                    <a:pt x="6211532" y="52380"/>
                  </a:lnTo>
                  <a:lnTo>
                    <a:pt x="6211749" y="52380"/>
                  </a:lnTo>
                  <a:lnTo>
                    <a:pt x="6211858" y="52380"/>
                  </a:lnTo>
                  <a:lnTo>
                    <a:pt x="6211966" y="52380"/>
                  </a:lnTo>
                  <a:lnTo>
                    <a:pt x="6212183" y="51757"/>
                  </a:lnTo>
                  <a:lnTo>
                    <a:pt x="6212291" y="51757"/>
                  </a:lnTo>
                  <a:lnTo>
                    <a:pt x="6212400" y="51757"/>
                  </a:lnTo>
                  <a:lnTo>
                    <a:pt x="6212617" y="51757"/>
                  </a:lnTo>
                  <a:lnTo>
                    <a:pt x="6212617" y="51133"/>
                  </a:lnTo>
                  <a:lnTo>
                    <a:pt x="6212725" y="50510"/>
                  </a:lnTo>
                  <a:lnTo>
                    <a:pt x="6213051" y="50510"/>
                  </a:lnTo>
                  <a:lnTo>
                    <a:pt x="6213159" y="50510"/>
                  </a:lnTo>
                  <a:lnTo>
                    <a:pt x="6213267" y="50510"/>
                  </a:lnTo>
                  <a:lnTo>
                    <a:pt x="6213593" y="50510"/>
                  </a:lnTo>
                  <a:lnTo>
                    <a:pt x="6214027" y="50510"/>
                  </a:lnTo>
                  <a:lnTo>
                    <a:pt x="6214460" y="50510"/>
                  </a:lnTo>
                  <a:lnTo>
                    <a:pt x="6214677" y="50510"/>
                  </a:lnTo>
                  <a:lnTo>
                    <a:pt x="6214786" y="50510"/>
                  </a:lnTo>
                  <a:lnTo>
                    <a:pt x="6214894" y="50510"/>
                  </a:lnTo>
                  <a:lnTo>
                    <a:pt x="6215003" y="50510"/>
                  </a:lnTo>
                  <a:lnTo>
                    <a:pt x="6215111" y="50510"/>
                  </a:lnTo>
                  <a:lnTo>
                    <a:pt x="6215220" y="50510"/>
                  </a:lnTo>
                  <a:lnTo>
                    <a:pt x="6215545" y="50510"/>
                  </a:lnTo>
                  <a:lnTo>
                    <a:pt x="6215762" y="50510"/>
                  </a:lnTo>
                  <a:lnTo>
                    <a:pt x="6215870" y="49886"/>
                  </a:lnTo>
                  <a:lnTo>
                    <a:pt x="6216087" y="49886"/>
                  </a:lnTo>
                  <a:lnTo>
                    <a:pt x="6216196" y="49886"/>
                  </a:lnTo>
                  <a:lnTo>
                    <a:pt x="6216304" y="49886"/>
                  </a:lnTo>
                  <a:lnTo>
                    <a:pt x="6216412" y="49886"/>
                  </a:lnTo>
                  <a:lnTo>
                    <a:pt x="6216521" y="49886"/>
                  </a:lnTo>
                  <a:lnTo>
                    <a:pt x="6216629" y="49886"/>
                  </a:lnTo>
                  <a:lnTo>
                    <a:pt x="6216846" y="49886"/>
                  </a:lnTo>
                  <a:lnTo>
                    <a:pt x="6216846" y="49263"/>
                  </a:lnTo>
                  <a:lnTo>
                    <a:pt x="6216955" y="49263"/>
                  </a:lnTo>
                  <a:lnTo>
                    <a:pt x="6217172" y="49263"/>
                  </a:lnTo>
                  <a:lnTo>
                    <a:pt x="6218039" y="49263"/>
                  </a:lnTo>
                  <a:lnTo>
                    <a:pt x="6218148" y="49263"/>
                  </a:lnTo>
                  <a:lnTo>
                    <a:pt x="6218256" y="49263"/>
                  </a:lnTo>
                  <a:lnTo>
                    <a:pt x="6218581" y="49263"/>
                  </a:lnTo>
                  <a:lnTo>
                    <a:pt x="6218690" y="49263"/>
                  </a:lnTo>
                  <a:lnTo>
                    <a:pt x="6218798" y="49263"/>
                  </a:lnTo>
                  <a:lnTo>
                    <a:pt x="6218907" y="49263"/>
                  </a:lnTo>
                  <a:lnTo>
                    <a:pt x="6219015" y="49263"/>
                  </a:lnTo>
                  <a:lnTo>
                    <a:pt x="6219232" y="49263"/>
                  </a:lnTo>
                  <a:lnTo>
                    <a:pt x="6219449" y="49263"/>
                  </a:lnTo>
                  <a:lnTo>
                    <a:pt x="6219557" y="49263"/>
                  </a:lnTo>
                  <a:lnTo>
                    <a:pt x="6219666" y="49263"/>
                  </a:lnTo>
                  <a:lnTo>
                    <a:pt x="6219883" y="48639"/>
                  </a:lnTo>
                  <a:lnTo>
                    <a:pt x="6219991" y="48639"/>
                  </a:lnTo>
                  <a:lnTo>
                    <a:pt x="6220100" y="48639"/>
                  </a:lnTo>
                  <a:lnTo>
                    <a:pt x="6220317" y="48639"/>
                  </a:lnTo>
                  <a:lnTo>
                    <a:pt x="6220425" y="48639"/>
                  </a:lnTo>
                  <a:lnTo>
                    <a:pt x="6220533" y="48639"/>
                  </a:lnTo>
                  <a:lnTo>
                    <a:pt x="6220533" y="47392"/>
                  </a:lnTo>
                  <a:lnTo>
                    <a:pt x="6220642" y="47392"/>
                  </a:lnTo>
                  <a:lnTo>
                    <a:pt x="6220642" y="46768"/>
                  </a:lnTo>
                  <a:lnTo>
                    <a:pt x="6221076" y="46768"/>
                  </a:lnTo>
                  <a:lnTo>
                    <a:pt x="6221184" y="46768"/>
                  </a:lnTo>
                  <a:lnTo>
                    <a:pt x="6221293" y="46768"/>
                  </a:lnTo>
                  <a:lnTo>
                    <a:pt x="6221726" y="46768"/>
                  </a:lnTo>
                  <a:lnTo>
                    <a:pt x="6221835" y="46768"/>
                  </a:lnTo>
                  <a:lnTo>
                    <a:pt x="6221943" y="46768"/>
                  </a:lnTo>
                  <a:lnTo>
                    <a:pt x="6221943" y="46145"/>
                  </a:lnTo>
                  <a:lnTo>
                    <a:pt x="6222052" y="46145"/>
                  </a:lnTo>
                  <a:lnTo>
                    <a:pt x="6222377" y="46145"/>
                  </a:lnTo>
                  <a:lnTo>
                    <a:pt x="6222594" y="46145"/>
                  </a:lnTo>
                  <a:lnTo>
                    <a:pt x="6222702" y="46145"/>
                  </a:lnTo>
                  <a:lnTo>
                    <a:pt x="6222811" y="46145"/>
                  </a:lnTo>
                  <a:lnTo>
                    <a:pt x="6222811" y="45521"/>
                  </a:lnTo>
                  <a:lnTo>
                    <a:pt x="6222919" y="45521"/>
                  </a:lnTo>
                  <a:lnTo>
                    <a:pt x="6223136" y="45521"/>
                  </a:lnTo>
                  <a:lnTo>
                    <a:pt x="6223136" y="44897"/>
                  </a:lnTo>
                  <a:lnTo>
                    <a:pt x="6223245" y="44897"/>
                  </a:lnTo>
                  <a:lnTo>
                    <a:pt x="6223353" y="44897"/>
                  </a:lnTo>
                  <a:lnTo>
                    <a:pt x="6223570" y="44897"/>
                  </a:lnTo>
                  <a:lnTo>
                    <a:pt x="6223678" y="44897"/>
                  </a:lnTo>
                  <a:lnTo>
                    <a:pt x="6224112" y="44897"/>
                  </a:lnTo>
                  <a:lnTo>
                    <a:pt x="6224438" y="44897"/>
                  </a:lnTo>
                  <a:lnTo>
                    <a:pt x="6224871" y="43650"/>
                  </a:lnTo>
                  <a:lnTo>
                    <a:pt x="6224980" y="43650"/>
                  </a:lnTo>
                  <a:lnTo>
                    <a:pt x="6225088" y="43650"/>
                  </a:lnTo>
                  <a:lnTo>
                    <a:pt x="6225197" y="43650"/>
                  </a:lnTo>
                  <a:lnTo>
                    <a:pt x="6225305" y="43650"/>
                  </a:lnTo>
                  <a:lnTo>
                    <a:pt x="6225522" y="43650"/>
                  </a:lnTo>
                  <a:lnTo>
                    <a:pt x="6225630" y="43650"/>
                  </a:lnTo>
                  <a:lnTo>
                    <a:pt x="6225847" y="43650"/>
                  </a:lnTo>
                  <a:lnTo>
                    <a:pt x="6225956" y="43650"/>
                  </a:lnTo>
                  <a:lnTo>
                    <a:pt x="6226173" y="43650"/>
                  </a:lnTo>
                  <a:lnTo>
                    <a:pt x="6226281" y="43650"/>
                  </a:lnTo>
                  <a:lnTo>
                    <a:pt x="6226390" y="43650"/>
                  </a:lnTo>
                  <a:lnTo>
                    <a:pt x="6226498" y="43650"/>
                  </a:lnTo>
                  <a:lnTo>
                    <a:pt x="6226606" y="43650"/>
                  </a:lnTo>
                  <a:lnTo>
                    <a:pt x="6226715" y="43650"/>
                  </a:lnTo>
                  <a:lnTo>
                    <a:pt x="6226932" y="43650"/>
                  </a:lnTo>
                  <a:lnTo>
                    <a:pt x="6227040" y="43650"/>
                  </a:lnTo>
                  <a:lnTo>
                    <a:pt x="6227040" y="43027"/>
                  </a:lnTo>
                  <a:lnTo>
                    <a:pt x="6227149" y="43027"/>
                  </a:lnTo>
                  <a:lnTo>
                    <a:pt x="6227257" y="43027"/>
                  </a:lnTo>
                  <a:lnTo>
                    <a:pt x="6227474" y="43027"/>
                  </a:lnTo>
                  <a:lnTo>
                    <a:pt x="6227582" y="42403"/>
                  </a:lnTo>
                  <a:lnTo>
                    <a:pt x="6227691" y="42403"/>
                  </a:lnTo>
                  <a:lnTo>
                    <a:pt x="6227799" y="42403"/>
                  </a:lnTo>
                  <a:lnTo>
                    <a:pt x="6227908" y="42403"/>
                  </a:lnTo>
                  <a:lnTo>
                    <a:pt x="6228016" y="42403"/>
                  </a:lnTo>
                  <a:lnTo>
                    <a:pt x="6228125" y="42403"/>
                  </a:lnTo>
                  <a:lnTo>
                    <a:pt x="6228233" y="42403"/>
                  </a:lnTo>
                  <a:lnTo>
                    <a:pt x="6228450" y="42403"/>
                  </a:lnTo>
                  <a:lnTo>
                    <a:pt x="6228559" y="42403"/>
                  </a:lnTo>
                  <a:lnTo>
                    <a:pt x="6228775" y="42403"/>
                  </a:lnTo>
                  <a:lnTo>
                    <a:pt x="6228884" y="42403"/>
                  </a:lnTo>
                  <a:lnTo>
                    <a:pt x="6228992" y="42403"/>
                  </a:lnTo>
                  <a:lnTo>
                    <a:pt x="6228992" y="41780"/>
                  </a:lnTo>
                  <a:lnTo>
                    <a:pt x="6229101" y="41780"/>
                  </a:lnTo>
                  <a:lnTo>
                    <a:pt x="6229318" y="41780"/>
                  </a:lnTo>
                  <a:lnTo>
                    <a:pt x="6229426" y="41780"/>
                  </a:lnTo>
                  <a:lnTo>
                    <a:pt x="6229535" y="41780"/>
                  </a:lnTo>
                  <a:lnTo>
                    <a:pt x="6229751" y="41780"/>
                  </a:lnTo>
                  <a:lnTo>
                    <a:pt x="6229968" y="41780"/>
                  </a:lnTo>
                  <a:lnTo>
                    <a:pt x="6230077" y="41780"/>
                  </a:lnTo>
                  <a:lnTo>
                    <a:pt x="6230185" y="41780"/>
                  </a:lnTo>
                  <a:lnTo>
                    <a:pt x="6230511" y="41780"/>
                  </a:lnTo>
                  <a:lnTo>
                    <a:pt x="6230619" y="41780"/>
                  </a:lnTo>
                  <a:lnTo>
                    <a:pt x="6230727" y="41780"/>
                  </a:lnTo>
                  <a:lnTo>
                    <a:pt x="6230836" y="41780"/>
                  </a:lnTo>
                  <a:lnTo>
                    <a:pt x="6230944" y="41780"/>
                  </a:lnTo>
                  <a:lnTo>
                    <a:pt x="6231053" y="41780"/>
                  </a:lnTo>
                  <a:lnTo>
                    <a:pt x="6231161" y="41780"/>
                  </a:lnTo>
                  <a:lnTo>
                    <a:pt x="6231270" y="41780"/>
                  </a:lnTo>
                  <a:lnTo>
                    <a:pt x="6231378" y="41780"/>
                  </a:lnTo>
                  <a:lnTo>
                    <a:pt x="6231487" y="41780"/>
                  </a:lnTo>
                  <a:lnTo>
                    <a:pt x="6231595" y="41156"/>
                  </a:lnTo>
                  <a:lnTo>
                    <a:pt x="6231920" y="41156"/>
                  </a:lnTo>
                  <a:lnTo>
                    <a:pt x="6232029" y="41156"/>
                  </a:lnTo>
                  <a:lnTo>
                    <a:pt x="6232354" y="41156"/>
                  </a:lnTo>
                  <a:lnTo>
                    <a:pt x="6232463" y="41156"/>
                  </a:lnTo>
                  <a:lnTo>
                    <a:pt x="6232571" y="41156"/>
                  </a:lnTo>
                  <a:lnTo>
                    <a:pt x="6232680" y="41156"/>
                  </a:lnTo>
                  <a:lnTo>
                    <a:pt x="6232788" y="41156"/>
                  </a:lnTo>
                  <a:lnTo>
                    <a:pt x="6232788" y="40532"/>
                  </a:lnTo>
                  <a:lnTo>
                    <a:pt x="6232896" y="40532"/>
                  </a:lnTo>
                  <a:lnTo>
                    <a:pt x="6233113" y="40532"/>
                  </a:lnTo>
                  <a:lnTo>
                    <a:pt x="6233439" y="40532"/>
                  </a:lnTo>
                  <a:lnTo>
                    <a:pt x="6233547" y="40532"/>
                  </a:lnTo>
                  <a:lnTo>
                    <a:pt x="6233764" y="40532"/>
                  </a:lnTo>
                  <a:lnTo>
                    <a:pt x="6233872" y="40532"/>
                  </a:lnTo>
                  <a:lnTo>
                    <a:pt x="6233981" y="39909"/>
                  </a:lnTo>
                  <a:lnTo>
                    <a:pt x="6234306" y="39285"/>
                  </a:lnTo>
                  <a:lnTo>
                    <a:pt x="6234415" y="39285"/>
                  </a:lnTo>
                  <a:lnTo>
                    <a:pt x="6234523" y="39285"/>
                  </a:lnTo>
                  <a:lnTo>
                    <a:pt x="6234740" y="39285"/>
                  </a:lnTo>
                  <a:lnTo>
                    <a:pt x="6234740" y="38662"/>
                  </a:lnTo>
                  <a:lnTo>
                    <a:pt x="6234848" y="38662"/>
                  </a:lnTo>
                  <a:lnTo>
                    <a:pt x="6234957" y="38662"/>
                  </a:lnTo>
                  <a:lnTo>
                    <a:pt x="6235065" y="38662"/>
                  </a:lnTo>
                  <a:lnTo>
                    <a:pt x="6235174" y="38038"/>
                  </a:lnTo>
                  <a:lnTo>
                    <a:pt x="6235391" y="38038"/>
                  </a:lnTo>
                  <a:lnTo>
                    <a:pt x="6235499" y="38038"/>
                  </a:lnTo>
                  <a:lnTo>
                    <a:pt x="6235824" y="38038"/>
                  </a:lnTo>
                  <a:lnTo>
                    <a:pt x="6235933" y="38038"/>
                  </a:lnTo>
                  <a:lnTo>
                    <a:pt x="6236041" y="38038"/>
                  </a:lnTo>
                  <a:lnTo>
                    <a:pt x="6236041" y="37414"/>
                  </a:lnTo>
                  <a:lnTo>
                    <a:pt x="6236150" y="37414"/>
                  </a:lnTo>
                  <a:lnTo>
                    <a:pt x="6236258" y="37414"/>
                  </a:lnTo>
                  <a:lnTo>
                    <a:pt x="6236367" y="37414"/>
                  </a:lnTo>
                  <a:lnTo>
                    <a:pt x="6236475" y="36791"/>
                  </a:lnTo>
                  <a:lnTo>
                    <a:pt x="6236909" y="36791"/>
                  </a:lnTo>
                  <a:lnTo>
                    <a:pt x="6237017" y="36791"/>
                  </a:lnTo>
                  <a:lnTo>
                    <a:pt x="6237234" y="36791"/>
                  </a:lnTo>
                  <a:lnTo>
                    <a:pt x="6237343" y="36791"/>
                  </a:lnTo>
                  <a:lnTo>
                    <a:pt x="6237560" y="36791"/>
                  </a:lnTo>
                  <a:lnTo>
                    <a:pt x="6237668" y="36791"/>
                  </a:lnTo>
                  <a:lnTo>
                    <a:pt x="6237777" y="36167"/>
                  </a:lnTo>
                  <a:lnTo>
                    <a:pt x="6237885" y="36167"/>
                  </a:lnTo>
                  <a:lnTo>
                    <a:pt x="6237993" y="36167"/>
                  </a:lnTo>
                  <a:lnTo>
                    <a:pt x="6238319" y="36167"/>
                  </a:lnTo>
                  <a:lnTo>
                    <a:pt x="6238427" y="36167"/>
                  </a:lnTo>
                  <a:lnTo>
                    <a:pt x="6238536" y="36167"/>
                  </a:lnTo>
                  <a:lnTo>
                    <a:pt x="6238644" y="36167"/>
                  </a:lnTo>
                  <a:lnTo>
                    <a:pt x="6238861" y="36167"/>
                  </a:lnTo>
                  <a:lnTo>
                    <a:pt x="6239078" y="36167"/>
                  </a:lnTo>
                  <a:lnTo>
                    <a:pt x="6239295" y="36167"/>
                  </a:lnTo>
                  <a:lnTo>
                    <a:pt x="6239403" y="35544"/>
                  </a:lnTo>
                  <a:lnTo>
                    <a:pt x="6239512" y="35544"/>
                  </a:lnTo>
                  <a:lnTo>
                    <a:pt x="6239620" y="35544"/>
                  </a:lnTo>
                  <a:lnTo>
                    <a:pt x="6239837" y="35544"/>
                  </a:lnTo>
                  <a:lnTo>
                    <a:pt x="6240271" y="35544"/>
                  </a:lnTo>
                  <a:lnTo>
                    <a:pt x="6240379" y="35544"/>
                  </a:lnTo>
                  <a:lnTo>
                    <a:pt x="6240488" y="35544"/>
                  </a:lnTo>
                  <a:lnTo>
                    <a:pt x="6240596" y="35544"/>
                  </a:lnTo>
                  <a:lnTo>
                    <a:pt x="6240813" y="35544"/>
                  </a:lnTo>
                  <a:lnTo>
                    <a:pt x="6240922" y="35544"/>
                  </a:lnTo>
                  <a:lnTo>
                    <a:pt x="6241030" y="35544"/>
                  </a:lnTo>
                  <a:lnTo>
                    <a:pt x="6241138" y="35544"/>
                  </a:lnTo>
                  <a:lnTo>
                    <a:pt x="6241247" y="35544"/>
                  </a:lnTo>
                  <a:lnTo>
                    <a:pt x="6241355" y="35544"/>
                  </a:lnTo>
                  <a:lnTo>
                    <a:pt x="6241464" y="35544"/>
                  </a:lnTo>
                  <a:lnTo>
                    <a:pt x="6241572" y="35544"/>
                  </a:lnTo>
                  <a:lnTo>
                    <a:pt x="6241681" y="35544"/>
                  </a:lnTo>
                  <a:lnTo>
                    <a:pt x="6242223" y="35544"/>
                  </a:lnTo>
                  <a:lnTo>
                    <a:pt x="6242331" y="35544"/>
                  </a:lnTo>
                  <a:lnTo>
                    <a:pt x="6242440" y="35544"/>
                  </a:lnTo>
                  <a:lnTo>
                    <a:pt x="6242548" y="35544"/>
                  </a:lnTo>
                  <a:lnTo>
                    <a:pt x="6242657" y="35544"/>
                  </a:lnTo>
                  <a:lnTo>
                    <a:pt x="6242765" y="34920"/>
                  </a:lnTo>
                  <a:lnTo>
                    <a:pt x="6242982" y="34920"/>
                  </a:lnTo>
                  <a:lnTo>
                    <a:pt x="6243090" y="34920"/>
                  </a:lnTo>
                  <a:lnTo>
                    <a:pt x="6243199" y="34920"/>
                  </a:lnTo>
                  <a:lnTo>
                    <a:pt x="6243416" y="34920"/>
                  </a:lnTo>
                  <a:lnTo>
                    <a:pt x="6243524" y="34920"/>
                  </a:lnTo>
                  <a:lnTo>
                    <a:pt x="6243524" y="34297"/>
                  </a:lnTo>
                  <a:lnTo>
                    <a:pt x="6243633" y="34297"/>
                  </a:lnTo>
                  <a:lnTo>
                    <a:pt x="6243958" y="33049"/>
                  </a:lnTo>
                  <a:lnTo>
                    <a:pt x="6244283" y="33049"/>
                  </a:lnTo>
                  <a:lnTo>
                    <a:pt x="6244392" y="33049"/>
                  </a:lnTo>
                  <a:lnTo>
                    <a:pt x="6244500" y="33049"/>
                  </a:lnTo>
                  <a:lnTo>
                    <a:pt x="6244609" y="33049"/>
                  </a:lnTo>
                  <a:lnTo>
                    <a:pt x="6244717" y="33049"/>
                  </a:lnTo>
                  <a:lnTo>
                    <a:pt x="6244826" y="33049"/>
                  </a:lnTo>
                  <a:lnTo>
                    <a:pt x="6244934" y="33049"/>
                  </a:lnTo>
                  <a:lnTo>
                    <a:pt x="6245151" y="32426"/>
                  </a:lnTo>
                  <a:lnTo>
                    <a:pt x="6245259" y="32426"/>
                  </a:lnTo>
                  <a:lnTo>
                    <a:pt x="6245368" y="32426"/>
                  </a:lnTo>
                  <a:lnTo>
                    <a:pt x="6245476" y="32426"/>
                  </a:lnTo>
                  <a:lnTo>
                    <a:pt x="6245585" y="32426"/>
                  </a:lnTo>
                  <a:lnTo>
                    <a:pt x="6245693" y="32426"/>
                  </a:lnTo>
                  <a:lnTo>
                    <a:pt x="6245802" y="32426"/>
                  </a:lnTo>
                  <a:lnTo>
                    <a:pt x="6245910" y="32426"/>
                  </a:lnTo>
                  <a:lnTo>
                    <a:pt x="6246019" y="32426"/>
                  </a:lnTo>
                  <a:lnTo>
                    <a:pt x="6246127" y="32426"/>
                  </a:lnTo>
                  <a:lnTo>
                    <a:pt x="6246344" y="32426"/>
                  </a:lnTo>
                  <a:lnTo>
                    <a:pt x="6246344" y="31802"/>
                  </a:lnTo>
                  <a:lnTo>
                    <a:pt x="6246452" y="31802"/>
                  </a:lnTo>
                  <a:lnTo>
                    <a:pt x="6246561" y="31802"/>
                  </a:lnTo>
                  <a:lnTo>
                    <a:pt x="6246778" y="31802"/>
                  </a:lnTo>
                  <a:lnTo>
                    <a:pt x="6246886" y="31802"/>
                  </a:lnTo>
                  <a:lnTo>
                    <a:pt x="6247103" y="31802"/>
                  </a:lnTo>
                  <a:lnTo>
                    <a:pt x="6247320" y="31802"/>
                  </a:lnTo>
                  <a:lnTo>
                    <a:pt x="6247428" y="31179"/>
                  </a:lnTo>
                  <a:lnTo>
                    <a:pt x="6247971" y="31179"/>
                  </a:lnTo>
                  <a:lnTo>
                    <a:pt x="6248079" y="31179"/>
                  </a:lnTo>
                  <a:lnTo>
                    <a:pt x="6248187" y="31179"/>
                  </a:lnTo>
                  <a:lnTo>
                    <a:pt x="6248296" y="31179"/>
                  </a:lnTo>
                  <a:lnTo>
                    <a:pt x="6248404" y="31179"/>
                  </a:lnTo>
                  <a:lnTo>
                    <a:pt x="6248621" y="31179"/>
                  </a:lnTo>
                  <a:lnTo>
                    <a:pt x="6248947" y="31179"/>
                  </a:lnTo>
                  <a:lnTo>
                    <a:pt x="6249055" y="31179"/>
                  </a:lnTo>
                  <a:lnTo>
                    <a:pt x="6249163" y="31179"/>
                  </a:lnTo>
                  <a:lnTo>
                    <a:pt x="6249272" y="31179"/>
                  </a:lnTo>
                  <a:lnTo>
                    <a:pt x="6249380" y="31179"/>
                  </a:lnTo>
                  <a:lnTo>
                    <a:pt x="6249489" y="31179"/>
                  </a:lnTo>
                  <a:lnTo>
                    <a:pt x="6249597" y="31179"/>
                  </a:lnTo>
                  <a:lnTo>
                    <a:pt x="6249597" y="30555"/>
                  </a:lnTo>
                  <a:lnTo>
                    <a:pt x="6249597" y="29931"/>
                  </a:lnTo>
                  <a:lnTo>
                    <a:pt x="6249706" y="29931"/>
                  </a:lnTo>
                  <a:lnTo>
                    <a:pt x="6249923" y="29931"/>
                  </a:lnTo>
                  <a:lnTo>
                    <a:pt x="6250031" y="29931"/>
                  </a:lnTo>
                  <a:lnTo>
                    <a:pt x="6250140" y="29931"/>
                  </a:lnTo>
                  <a:lnTo>
                    <a:pt x="6250140" y="29308"/>
                  </a:lnTo>
                  <a:lnTo>
                    <a:pt x="6250248" y="29308"/>
                  </a:lnTo>
                  <a:lnTo>
                    <a:pt x="6250465" y="29308"/>
                  </a:lnTo>
                  <a:lnTo>
                    <a:pt x="6250573" y="29308"/>
                  </a:lnTo>
                  <a:lnTo>
                    <a:pt x="6250682" y="29308"/>
                  </a:lnTo>
                  <a:lnTo>
                    <a:pt x="6250899" y="28684"/>
                  </a:lnTo>
                  <a:lnTo>
                    <a:pt x="6251007" y="28684"/>
                  </a:lnTo>
                  <a:lnTo>
                    <a:pt x="6251224" y="28684"/>
                  </a:lnTo>
                  <a:lnTo>
                    <a:pt x="6251332" y="28684"/>
                  </a:lnTo>
                  <a:lnTo>
                    <a:pt x="6251441" y="28684"/>
                  </a:lnTo>
                  <a:lnTo>
                    <a:pt x="6251549" y="28684"/>
                  </a:lnTo>
                  <a:lnTo>
                    <a:pt x="6251658" y="28684"/>
                  </a:lnTo>
                  <a:lnTo>
                    <a:pt x="6251766" y="28684"/>
                  </a:lnTo>
                  <a:lnTo>
                    <a:pt x="6251875" y="28684"/>
                  </a:lnTo>
                  <a:lnTo>
                    <a:pt x="6252092" y="28684"/>
                  </a:lnTo>
                  <a:lnTo>
                    <a:pt x="6252200" y="28684"/>
                  </a:lnTo>
                  <a:lnTo>
                    <a:pt x="6252308" y="28684"/>
                  </a:lnTo>
                  <a:lnTo>
                    <a:pt x="6252417" y="28684"/>
                  </a:lnTo>
                  <a:lnTo>
                    <a:pt x="6252525" y="28684"/>
                  </a:lnTo>
                  <a:lnTo>
                    <a:pt x="6252742" y="28684"/>
                  </a:lnTo>
                  <a:lnTo>
                    <a:pt x="6252851" y="28684"/>
                  </a:lnTo>
                  <a:lnTo>
                    <a:pt x="6253068" y="28684"/>
                  </a:lnTo>
                  <a:lnTo>
                    <a:pt x="6253176" y="28684"/>
                  </a:lnTo>
                  <a:lnTo>
                    <a:pt x="6253284" y="28684"/>
                  </a:lnTo>
                  <a:lnTo>
                    <a:pt x="6253393" y="28684"/>
                  </a:lnTo>
                  <a:lnTo>
                    <a:pt x="6253610" y="28684"/>
                  </a:lnTo>
                  <a:lnTo>
                    <a:pt x="6253718" y="28684"/>
                  </a:lnTo>
                  <a:lnTo>
                    <a:pt x="6253827" y="28684"/>
                  </a:lnTo>
                  <a:lnTo>
                    <a:pt x="6253935" y="28684"/>
                  </a:lnTo>
                  <a:lnTo>
                    <a:pt x="6254152" y="28684"/>
                  </a:lnTo>
                  <a:lnTo>
                    <a:pt x="6254369" y="28684"/>
                  </a:lnTo>
                  <a:lnTo>
                    <a:pt x="6254477" y="28684"/>
                  </a:lnTo>
                  <a:lnTo>
                    <a:pt x="6254586" y="28684"/>
                  </a:lnTo>
                  <a:lnTo>
                    <a:pt x="6254911" y="28684"/>
                  </a:lnTo>
                  <a:lnTo>
                    <a:pt x="6255020" y="28684"/>
                  </a:lnTo>
                  <a:lnTo>
                    <a:pt x="6255237" y="28684"/>
                  </a:lnTo>
                  <a:lnTo>
                    <a:pt x="6255345" y="28684"/>
                  </a:lnTo>
                  <a:lnTo>
                    <a:pt x="6255453" y="28684"/>
                  </a:lnTo>
                  <a:lnTo>
                    <a:pt x="6255562" y="28684"/>
                  </a:lnTo>
                  <a:lnTo>
                    <a:pt x="6255670" y="28684"/>
                  </a:lnTo>
                  <a:lnTo>
                    <a:pt x="6255779" y="28684"/>
                  </a:lnTo>
                  <a:lnTo>
                    <a:pt x="6255887" y="28684"/>
                  </a:lnTo>
                  <a:lnTo>
                    <a:pt x="6256104" y="28684"/>
                  </a:lnTo>
                  <a:lnTo>
                    <a:pt x="6256321" y="28684"/>
                  </a:lnTo>
                  <a:lnTo>
                    <a:pt x="6256429" y="28684"/>
                  </a:lnTo>
                  <a:lnTo>
                    <a:pt x="6256538" y="28684"/>
                  </a:lnTo>
                  <a:lnTo>
                    <a:pt x="6256646" y="28684"/>
                  </a:lnTo>
                  <a:lnTo>
                    <a:pt x="6256863" y="28684"/>
                  </a:lnTo>
                  <a:lnTo>
                    <a:pt x="6257080" y="28061"/>
                  </a:lnTo>
                  <a:lnTo>
                    <a:pt x="6257297" y="28061"/>
                  </a:lnTo>
                  <a:lnTo>
                    <a:pt x="6257514" y="27437"/>
                  </a:lnTo>
                  <a:lnTo>
                    <a:pt x="6257622" y="27437"/>
                  </a:lnTo>
                  <a:lnTo>
                    <a:pt x="6257839" y="26814"/>
                  </a:lnTo>
                  <a:lnTo>
                    <a:pt x="6257948" y="26814"/>
                  </a:lnTo>
                  <a:lnTo>
                    <a:pt x="6258165" y="26814"/>
                  </a:lnTo>
                  <a:lnTo>
                    <a:pt x="6258382" y="26814"/>
                  </a:lnTo>
                  <a:lnTo>
                    <a:pt x="6258490" y="26814"/>
                  </a:lnTo>
                  <a:lnTo>
                    <a:pt x="6258707" y="26814"/>
                  </a:lnTo>
                  <a:lnTo>
                    <a:pt x="6258924" y="26814"/>
                  </a:lnTo>
                  <a:lnTo>
                    <a:pt x="6259032" y="26814"/>
                  </a:lnTo>
                  <a:lnTo>
                    <a:pt x="6259249" y="26814"/>
                  </a:lnTo>
                  <a:lnTo>
                    <a:pt x="6259358" y="26814"/>
                  </a:lnTo>
                  <a:lnTo>
                    <a:pt x="6259466" y="26814"/>
                  </a:lnTo>
                  <a:lnTo>
                    <a:pt x="6259574" y="26814"/>
                  </a:lnTo>
                  <a:lnTo>
                    <a:pt x="6259683" y="26814"/>
                  </a:lnTo>
                  <a:lnTo>
                    <a:pt x="6259791" y="26814"/>
                  </a:lnTo>
                  <a:lnTo>
                    <a:pt x="6260008" y="26814"/>
                  </a:lnTo>
                  <a:lnTo>
                    <a:pt x="6260117" y="26814"/>
                  </a:lnTo>
                  <a:lnTo>
                    <a:pt x="6260117" y="26190"/>
                  </a:lnTo>
                  <a:lnTo>
                    <a:pt x="6260225" y="26190"/>
                  </a:lnTo>
                  <a:lnTo>
                    <a:pt x="6260659" y="26190"/>
                  </a:lnTo>
                  <a:lnTo>
                    <a:pt x="6260767" y="26190"/>
                  </a:lnTo>
                  <a:lnTo>
                    <a:pt x="6260767" y="25566"/>
                  </a:lnTo>
                  <a:lnTo>
                    <a:pt x="6260876" y="25566"/>
                  </a:lnTo>
                  <a:lnTo>
                    <a:pt x="6260984" y="25566"/>
                  </a:lnTo>
                  <a:lnTo>
                    <a:pt x="6261418" y="25566"/>
                  </a:lnTo>
                  <a:lnTo>
                    <a:pt x="6261526" y="25566"/>
                  </a:lnTo>
                  <a:lnTo>
                    <a:pt x="6261635" y="25566"/>
                  </a:lnTo>
                  <a:lnTo>
                    <a:pt x="6261743" y="25566"/>
                  </a:lnTo>
                  <a:lnTo>
                    <a:pt x="6261852" y="25566"/>
                  </a:lnTo>
                  <a:lnTo>
                    <a:pt x="6261960" y="25566"/>
                  </a:lnTo>
                  <a:lnTo>
                    <a:pt x="6262069" y="25566"/>
                  </a:lnTo>
                  <a:lnTo>
                    <a:pt x="6262069" y="24943"/>
                  </a:lnTo>
                  <a:lnTo>
                    <a:pt x="6262177" y="24943"/>
                  </a:lnTo>
                  <a:lnTo>
                    <a:pt x="6262177" y="24319"/>
                  </a:lnTo>
                  <a:lnTo>
                    <a:pt x="6262286" y="24319"/>
                  </a:lnTo>
                  <a:lnTo>
                    <a:pt x="6262394" y="24319"/>
                  </a:lnTo>
                  <a:lnTo>
                    <a:pt x="6262503" y="24319"/>
                  </a:lnTo>
                  <a:lnTo>
                    <a:pt x="6262719" y="24319"/>
                  </a:lnTo>
                  <a:lnTo>
                    <a:pt x="6262828" y="24319"/>
                  </a:lnTo>
                  <a:lnTo>
                    <a:pt x="6263045" y="24319"/>
                  </a:lnTo>
                  <a:lnTo>
                    <a:pt x="6263153" y="24319"/>
                  </a:lnTo>
                  <a:lnTo>
                    <a:pt x="6263262" y="24319"/>
                  </a:lnTo>
                  <a:lnTo>
                    <a:pt x="6263479" y="24319"/>
                  </a:lnTo>
                  <a:lnTo>
                    <a:pt x="6263695" y="24319"/>
                  </a:lnTo>
                  <a:lnTo>
                    <a:pt x="6263912" y="24319"/>
                  </a:lnTo>
                  <a:lnTo>
                    <a:pt x="6264129" y="24319"/>
                  </a:lnTo>
                  <a:lnTo>
                    <a:pt x="6264346" y="24319"/>
                  </a:lnTo>
                  <a:lnTo>
                    <a:pt x="6264671" y="24319"/>
                  </a:lnTo>
                  <a:lnTo>
                    <a:pt x="6264780" y="24319"/>
                  </a:lnTo>
                  <a:lnTo>
                    <a:pt x="6264888" y="24319"/>
                  </a:lnTo>
                  <a:lnTo>
                    <a:pt x="6264997" y="24319"/>
                  </a:lnTo>
                  <a:lnTo>
                    <a:pt x="6265105" y="24319"/>
                  </a:lnTo>
                  <a:lnTo>
                    <a:pt x="6267057" y="23072"/>
                  </a:lnTo>
                  <a:lnTo>
                    <a:pt x="6267166" y="23072"/>
                  </a:lnTo>
                  <a:lnTo>
                    <a:pt x="6267274" y="23072"/>
                  </a:lnTo>
                  <a:lnTo>
                    <a:pt x="6267383" y="23072"/>
                  </a:lnTo>
                  <a:lnTo>
                    <a:pt x="6267491" y="23072"/>
                  </a:lnTo>
                  <a:lnTo>
                    <a:pt x="6267600" y="23072"/>
                  </a:lnTo>
                  <a:lnTo>
                    <a:pt x="6267925" y="23072"/>
                  </a:lnTo>
                  <a:lnTo>
                    <a:pt x="6268033" y="23072"/>
                  </a:lnTo>
                  <a:lnTo>
                    <a:pt x="6268250" y="23072"/>
                  </a:lnTo>
                  <a:lnTo>
                    <a:pt x="6268359" y="23072"/>
                  </a:lnTo>
                  <a:lnTo>
                    <a:pt x="6268684" y="23072"/>
                  </a:lnTo>
                  <a:lnTo>
                    <a:pt x="6268792" y="23072"/>
                  </a:lnTo>
                  <a:lnTo>
                    <a:pt x="6269118" y="23072"/>
                  </a:lnTo>
                  <a:lnTo>
                    <a:pt x="6269226" y="23072"/>
                  </a:lnTo>
                  <a:lnTo>
                    <a:pt x="6269226" y="22448"/>
                  </a:lnTo>
                  <a:lnTo>
                    <a:pt x="6269335" y="22448"/>
                  </a:lnTo>
                  <a:lnTo>
                    <a:pt x="6269443" y="22448"/>
                  </a:lnTo>
                  <a:lnTo>
                    <a:pt x="6269552" y="22448"/>
                  </a:lnTo>
                  <a:lnTo>
                    <a:pt x="6269660" y="22448"/>
                  </a:lnTo>
                  <a:lnTo>
                    <a:pt x="6269768" y="22448"/>
                  </a:lnTo>
                  <a:lnTo>
                    <a:pt x="6269877" y="22448"/>
                  </a:lnTo>
                  <a:lnTo>
                    <a:pt x="6269985" y="22448"/>
                  </a:lnTo>
                  <a:lnTo>
                    <a:pt x="6270094" y="22448"/>
                  </a:lnTo>
                  <a:lnTo>
                    <a:pt x="6270202" y="22448"/>
                  </a:lnTo>
                  <a:lnTo>
                    <a:pt x="6270419" y="22448"/>
                  </a:lnTo>
                  <a:lnTo>
                    <a:pt x="6270528" y="21825"/>
                  </a:lnTo>
                  <a:lnTo>
                    <a:pt x="6270636" y="21825"/>
                  </a:lnTo>
                  <a:lnTo>
                    <a:pt x="6270853" y="21825"/>
                  </a:lnTo>
                  <a:lnTo>
                    <a:pt x="6270961" y="21825"/>
                  </a:lnTo>
                  <a:lnTo>
                    <a:pt x="6271070" y="21825"/>
                  </a:lnTo>
                  <a:lnTo>
                    <a:pt x="6271178" y="21825"/>
                  </a:lnTo>
                  <a:lnTo>
                    <a:pt x="6271287" y="21825"/>
                  </a:lnTo>
                  <a:lnTo>
                    <a:pt x="6271395" y="21825"/>
                  </a:lnTo>
                  <a:lnTo>
                    <a:pt x="6271612" y="21825"/>
                  </a:lnTo>
                  <a:lnTo>
                    <a:pt x="6271937" y="21825"/>
                  </a:lnTo>
                  <a:lnTo>
                    <a:pt x="6272046" y="21825"/>
                  </a:lnTo>
                  <a:lnTo>
                    <a:pt x="6272154" y="21825"/>
                  </a:lnTo>
                  <a:lnTo>
                    <a:pt x="6272263" y="21825"/>
                  </a:lnTo>
                  <a:lnTo>
                    <a:pt x="6272371" y="21825"/>
                  </a:lnTo>
                  <a:lnTo>
                    <a:pt x="6272480" y="21825"/>
                  </a:lnTo>
                  <a:lnTo>
                    <a:pt x="6272588" y="21825"/>
                  </a:lnTo>
                  <a:lnTo>
                    <a:pt x="6272697" y="21825"/>
                  </a:lnTo>
                  <a:lnTo>
                    <a:pt x="6272697" y="21201"/>
                  </a:lnTo>
                  <a:lnTo>
                    <a:pt x="6272805" y="21201"/>
                  </a:lnTo>
                  <a:lnTo>
                    <a:pt x="6272913" y="21201"/>
                  </a:lnTo>
                  <a:lnTo>
                    <a:pt x="6273130" y="21201"/>
                  </a:lnTo>
                  <a:lnTo>
                    <a:pt x="6273239" y="21201"/>
                  </a:lnTo>
                  <a:lnTo>
                    <a:pt x="6273347" y="21201"/>
                  </a:lnTo>
                  <a:lnTo>
                    <a:pt x="6273456" y="21201"/>
                  </a:lnTo>
                  <a:lnTo>
                    <a:pt x="6273673" y="21201"/>
                  </a:lnTo>
                  <a:lnTo>
                    <a:pt x="6273889" y="21201"/>
                  </a:lnTo>
                  <a:lnTo>
                    <a:pt x="6273998" y="21201"/>
                  </a:lnTo>
                  <a:lnTo>
                    <a:pt x="6274323" y="21201"/>
                  </a:lnTo>
                  <a:lnTo>
                    <a:pt x="6274432" y="21201"/>
                  </a:lnTo>
                  <a:lnTo>
                    <a:pt x="6274540" y="21201"/>
                  </a:lnTo>
                  <a:lnTo>
                    <a:pt x="6274649" y="20578"/>
                  </a:lnTo>
                  <a:lnTo>
                    <a:pt x="6274757" y="20578"/>
                  </a:lnTo>
                  <a:lnTo>
                    <a:pt x="6274865" y="20578"/>
                  </a:lnTo>
                  <a:lnTo>
                    <a:pt x="6274974" y="20578"/>
                  </a:lnTo>
                  <a:lnTo>
                    <a:pt x="6275191" y="20578"/>
                  </a:lnTo>
                  <a:lnTo>
                    <a:pt x="6275299" y="20578"/>
                  </a:lnTo>
                  <a:lnTo>
                    <a:pt x="6275408" y="20578"/>
                  </a:lnTo>
                  <a:lnTo>
                    <a:pt x="6275625" y="20578"/>
                  </a:lnTo>
                  <a:lnTo>
                    <a:pt x="6275842" y="20578"/>
                  </a:lnTo>
                  <a:lnTo>
                    <a:pt x="6275950" y="19954"/>
                  </a:lnTo>
                  <a:lnTo>
                    <a:pt x="6276058" y="19954"/>
                  </a:lnTo>
                  <a:lnTo>
                    <a:pt x="6276167" y="19954"/>
                  </a:lnTo>
                  <a:lnTo>
                    <a:pt x="6276275" y="19954"/>
                  </a:lnTo>
                  <a:lnTo>
                    <a:pt x="6276601" y="19954"/>
                  </a:lnTo>
                  <a:lnTo>
                    <a:pt x="6276601" y="19331"/>
                  </a:lnTo>
                  <a:lnTo>
                    <a:pt x="6276709" y="19331"/>
                  </a:lnTo>
                  <a:lnTo>
                    <a:pt x="6276818" y="19331"/>
                  </a:lnTo>
                  <a:lnTo>
                    <a:pt x="6276926" y="19331"/>
                  </a:lnTo>
                  <a:lnTo>
                    <a:pt x="6277034" y="19331"/>
                  </a:lnTo>
                  <a:lnTo>
                    <a:pt x="6277143" y="19331"/>
                  </a:lnTo>
                  <a:lnTo>
                    <a:pt x="6277251" y="19331"/>
                  </a:lnTo>
                  <a:lnTo>
                    <a:pt x="6277360" y="19331"/>
                  </a:lnTo>
                  <a:lnTo>
                    <a:pt x="6277468" y="19331"/>
                  </a:lnTo>
                  <a:lnTo>
                    <a:pt x="6277468" y="18707"/>
                  </a:lnTo>
                  <a:lnTo>
                    <a:pt x="6277685" y="18707"/>
                  </a:lnTo>
                  <a:lnTo>
                    <a:pt x="6278010" y="18707"/>
                  </a:lnTo>
                  <a:lnTo>
                    <a:pt x="6278119" y="18707"/>
                  </a:lnTo>
                  <a:lnTo>
                    <a:pt x="6278227" y="18707"/>
                  </a:lnTo>
                  <a:lnTo>
                    <a:pt x="6278336" y="18707"/>
                  </a:lnTo>
                  <a:lnTo>
                    <a:pt x="6278444" y="18707"/>
                  </a:lnTo>
                  <a:lnTo>
                    <a:pt x="6278553" y="18707"/>
                  </a:lnTo>
                  <a:lnTo>
                    <a:pt x="6278661" y="18707"/>
                  </a:lnTo>
                  <a:lnTo>
                    <a:pt x="6278878" y="18707"/>
                  </a:lnTo>
                  <a:lnTo>
                    <a:pt x="6278986" y="18707"/>
                  </a:lnTo>
                  <a:lnTo>
                    <a:pt x="6279095" y="18707"/>
                  </a:lnTo>
                  <a:lnTo>
                    <a:pt x="6279203" y="18707"/>
                  </a:lnTo>
                  <a:lnTo>
                    <a:pt x="6279420" y="18707"/>
                  </a:lnTo>
                  <a:lnTo>
                    <a:pt x="6279529" y="18707"/>
                  </a:lnTo>
                  <a:lnTo>
                    <a:pt x="6279746" y="18707"/>
                  </a:lnTo>
                  <a:lnTo>
                    <a:pt x="6279746" y="18083"/>
                  </a:lnTo>
                  <a:lnTo>
                    <a:pt x="6279854" y="17460"/>
                  </a:lnTo>
                  <a:lnTo>
                    <a:pt x="6279963" y="17460"/>
                  </a:lnTo>
                  <a:lnTo>
                    <a:pt x="6280071" y="17460"/>
                  </a:lnTo>
                  <a:lnTo>
                    <a:pt x="6280179" y="17460"/>
                  </a:lnTo>
                  <a:lnTo>
                    <a:pt x="6280396" y="17460"/>
                  </a:lnTo>
                  <a:lnTo>
                    <a:pt x="6280505" y="17460"/>
                  </a:lnTo>
                  <a:lnTo>
                    <a:pt x="6280613" y="17460"/>
                  </a:lnTo>
                  <a:lnTo>
                    <a:pt x="6280722" y="17460"/>
                  </a:lnTo>
                  <a:lnTo>
                    <a:pt x="6280939" y="17460"/>
                  </a:lnTo>
                  <a:lnTo>
                    <a:pt x="6281047" y="17460"/>
                  </a:lnTo>
                  <a:lnTo>
                    <a:pt x="6281155" y="17460"/>
                  </a:lnTo>
                  <a:lnTo>
                    <a:pt x="6281264" y="17460"/>
                  </a:lnTo>
                  <a:lnTo>
                    <a:pt x="6281481" y="17460"/>
                  </a:lnTo>
                  <a:lnTo>
                    <a:pt x="6281589" y="17460"/>
                  </a:lnTo>
                  <a:lnTo>
                    <a:pt x="6281698" y="17460"/>
                  </a:lnTo>
                  <a:lnTo>
                    <a:pt x="6281806" y="17460"/>
                  </a:lnTo>
                  <a:lnTo>
                    <a:pt x="6281915" y="16836"/>
                  </a:lnTo>
                  <a:lnTo>
                    <a:pt x="6282023" y="16836"/>
                  </a:lnTo>
                  <a:lnTo>
                    <a:pt x="6282131" y="16836"/>
                  </a:lnTo>
                  <a:lnTo>
                    <a:pt x="6282240" y="16836"/>
                  </a:lnTo>
                  <a:lnTo>
                    <a:pt x="6282348" y="16836"/>
                  </a:lnTo>
                  <a:lnTo>
                    <a:pt x="6282457" y="16836"/>
                  </a:lnTo>
                  <a:lnTo>
                    <a:pt x="6282565" y="16836"/>
                  </a:lnTo>
                  <a:lnTo>
                    <a:pt x="6282674" y="16836"/>
                  </a:lnTo>
                  <a:lnTo>
                    <a:pt x="6282782" y="16836"/>
                  </a:lnTo>
                  <a:lnTo>
                    <a:pt x="6282891" y="16836"/>
                  </a:lnTo>
                  <a:lnTo>
                    <a:pt x="6282999" y="16836"/>
                  </a:lnTo>
                  <a:lnTo>
                    <a:pt x="6283107" y="16836"/>
                  </a:lnTo>
                  <a:lnTo>
                    <a:pt x="6283216" y="16836"/>
                  </a:lnTo>
                  <a:lnTo>
                    <a:pt x="6283433" y="16836"/>
                  </a:lnTo>
                  <a:lnTo>
                    <a:pt x="6283541" y="16836"/>
                  </a:lnTo>
                  <a:lnTo>
                    <a:pt x="6283758" y="16836"/>
                  </a:lnTo>
                  <a:lnTo>
                    <a:pt x="6283867" y="16836"/>
                  </a:lnTo>
                  <a:lnTo>
                    <a:pt x="6283975" y="16836"/>
                  </a:lnTo>
                  <a:lnTo>
                    <a:pt x="6284084" y="16836"/>
                  </a:lnTo>
                  <a:lnTo>
                    <a:pt x="6284192" y="16836"/>
                  </a:lnTo>
                  <a:lnTo>
                    <a:pt x="6284300" y="16836"/>
                  </a:lnTo>
                  <a:lnTo>
                    <a:pt x="6284409" y="16836"/>
                  </a:lnTo>
                  <a:lnTo>
                    <a:pt x="6284626" y="16213"/>
                  </a:lnTo>
                  <a:lnTo>
                    <a:pt x="6285060" y="16213"/>
                  </a:lnTo>
                  <a:lnTo>
                    <a:pt x="6285168" y="16213"/>
                  </a:lnTo>
                  <a:lnTo>
                    <a:pt x="6285276" y="16213"/>
                  </a:lnTo>
                  <a:lnTo>
                    <a:pt x="6285385" y="16213"/>
                  </a:lnTo>
                  <a:lnTo>
                    <a:pt x="6285493" y="16213"/>
                  </a:lnTo>
                  <a:lnTo>
                    <a:pt x="6285602" y="16213"/>
                  </a:lnTo>
                  <a:lnTo>
                    <a:pt x="6285710" y="16213"/>
                  </a:lnTo>
                  <a:lnTo>
                    <a:pt x="6285927" y="16213"/>
                  </a:lnTo>
                  <a:lnTo>
                    <a:pt x="6286036" y="16213"/>
                  </a:lnTo>
                  <a:lnTo>
                    <a:pt x="6286252" y="16213"/>
                  </a:lnTo>
                  <a:lnTo>
                    <a:pt x="6286361" y="16213"/>
                  </a:lnTo>
                  <a:lnTo>
                    <a:pt x="6286469" y="16213"/>
                  </a:lnTo>
                  <a:lnTo>
                    <a:pt x="6286578" y="16213"/>
                  </a:lnTo>
                  <a:lnTo>
                    <a:pt x="6286686" y="16213"/>
                  </a:lnTo>
                  <a:lnTo>
                    <a:pt x="6286795" y="16213"/>
                  </a:lnTo>
                  <a:lnTo>
                    <a:pt x="6286795" y="15589"/>
                  </a:lnTo>
                  <a:lnTo>
                    <a:pt x="6286903" y="15589"/>
                  </a:lnTo>
                  <a:lnTo>
                    <a:pt x="6287228" y="15589"/>
                  </a:lnTo>
                  <a:lnTo>
                    <a:pt x="6287445" y="15589"/>
                  </a:lnTo>
                  <a:lnTo>
                    <a:pt x="6287662" y="15589"/>
                  </a:lnTo>
                  <a:lnTo>
                    <a:pt x="6287771" y="15589"/>
                  </a:lnTo>
                  <a:lnTo>
                    <a:pt x="6287879" y="15589"/>
                  </a:lnTo>
                  <a:lnTo>
                    <a:pt x="6287988" y="15589"/>
                  </a:lnTo>
                  <a:lnTo>
                    <a:pt x="6288096" y="15589"/>
                  </a:lnTo>
                  <a:lnTo>
                    <a:pt x="6288205" y="15589"/>
                  </a:lnTo>
                  <a:lnTo>
                    <a:pt x="6288530" y="15589"/>
                  </a:lnTo>
                  <a:lnTo>
                    <a:pt x="6288638" y="15589"/>
                  </a:lnTo>
                  <a:lnTo>
                    <a:pt x="6288747" y="15589"/>
                  </a:lnTo>
                  <a:lnTo>
                    <a:pt x="6288855" y="15589"/>
                  </a:lnTo>
                  <a:lnTo>
                    <a:pt x="6289072" y="15589"/>
                  </a:lnTo>
                  <a:lnTo>
                    <a:pt x="6289397" y="15589"/>
                  </a:lnTo>
                  <a:lnTo>
                    <a:pt x="6289506" y="15589"/>
                  </a:lnTo>
                  <a:lnTo>
                    <a:pt x="6289723" y="15589"/>
                  </a:lnTo>
                  <a:lnTo>
                    <a:pt x="6289831" y="15589"/>
                  </a:lnTo>
                  <a:lnTo>
                    <a:pt x="6289940" y="15589"/>
                  </a:lnTo>
                  <a:lnTo>
                    <a:pt x="6290157" y="15589"/>
                  </a:lnTo>
                  <a:lnTo>
                    <a:pt x="6290265" y="15589"/>
                  </a:lnTo>
                  <a:lnTo>
                    <a:pt x="6290373" y="15589"/>
                  </a:lnTo>
                  <a:lnTo>
                    <a:pt x="6290482" y="15589"/>
                  </a:lnTo>
                  <a:lnTo>
                    <a:pt x="6290590" y="14965"/>
                  </a:lnTo>
                  <a:lnTo>
                    <a:pt x="6290807" y="14965"/>
                  </a:lnTo>
                  <a:lnTo>
                    <a:pt x="6291024" y="14965"/>
                  </a:lnTo>
                  <a:lnTo>
                    <a:pt x="6291133" y="14965"/>
                  </a:lnTo>
                  <a:lnTo>
                    <a:pt x="6291241" y="14965"/>
                  </a:lnTo>
                  <a:lnTo>
                    <a:pt x="6291349" y="14965"/>
                  </a:lnTo>
                  <a:lnTo>
                    <a:pt x="6292000" y="14965"/>
                  </a:lnTo>
                  <a:lnTo>
                    <a:pt x="6292109" y="14965"/>
                  </a:lnTo>
                  <a:lnTo>
                    <a:pt x="6292217" y="14965"/>
                  </a:lnTo>
                  <a:lnTo>
                    <a:pt x="6292217" y="14342"/>
                  </a:lnTo>
                  <a:lnTo>
                    <a:pt x="6292325" y="13718"/>
                  </a:lnTo>
                  <a:lnTo>
                    <a:pt x="6292434" y="13718"/>
                  </a:lnTo>
                  <a:lnTo>
                    <a:pt x="6292542" y="13718"/>
                  </a:lnTo>
                  <a:lnTo>
                    <a:pt x="6292759" y="13718"/>
                  </a:lnTo>
                  <a:lnTo>
                    <a:pt x="6292868" y="13718"/>
                  </a:lnTo>
                  <a:lnTo>
                    <a:pt x="6292976" y="13718"/>
                  </a:lnTo>
                  <a:lnTo>
                    <a:pt x="6293193" y="13718"/>
                  </a:lnTo>
                  <a:lnTo>
                    <a:pt x="6293302" y="13718"/>
                  </a:lnTo>
                  <a:lnTo>
                    <a:pt x="6293410" y="13718"/>
                  </a:lnTo>
                  <a:lnTo>
                    <a:pt x="6293518" y="13718"/>
                  </a:lnTo>
                  <a:lnTo>
                    <a:pt x="6293627" y="13718"/>
                  </a:lnTo>
                  <a:lnTo>
                    <a:pt x="6293844" y="13718"/>
                  </a:lnTo>
                  <a:lnTo>
                    <a:pt x="6293952" y="13718"/>
                  </a:lnTo>
                  <a:lnTo>
                    <a:pt x="6294061" y="13718"/>
                  </a:lnTo>
                  <a:lnTo>
                    <a:pt x="6294169" y="13718"/>
                  </a:lnTo>
                  <a:lnTo>
                    <a:pt x="6294386" y="13718"/>
                  </a:lnTo>
                  <a:lnTo>
                    <a:pt x="6294494" y="13718"/>
                  </a:lnTo>
                  <a:lnTo>
                    <a:pt x="6294603" y="13718"/>
                  </a:lnTo>
                  <a:lnTo>
                    <a:pt x="6294711" y="13718"/>
                  </a:lnTo>
                  <a:lnTo>
                    <a:pt x="6294820" y="13095"/>
                  </a:lnTo>
                  <a:lnTo>
                    <a:pt x="6294928" y="13095"/>
                  </a:lnTo>
                  <a:lnTo>
                    <a:pt x="6295362" y="13095"/>
                  </a:lnTo>
                  <a:lnTo>
                    <a:pt x="6295470" y="13095"/>
                  </a:lnTo>
                  <a:lnTo>
                    <a:pt x="6295579" y="13095"/>
                  </a:lnTo>
                  <a:lnTo>
                    <a:pt x="6296013" y="13095"/>
                  </a:lnTo>
                  <a:lnTo>
                    <a:pt x="6296013" y="12471"/>
                  </a:lnTo>
                  <a:lnTo>
                    <a:pt x="6296121" y="12471"/>
                  </a:lnTo>
                  <a:lnTo>
                    <a:pt x="6296230" y="12471"/>
                  </a:lnTo>
                  <a:lnTo>
                    <a:pt x="6296230" y="11848"/>
                  </a:lnTo>
                  <a:lnTo>
                    <a:pt x="6296338" y="11848"/>
                  </a:lnTo>
                  <a:lnTo>
                    <a:pt x="6296446" y="11848"/>
                  </a:lnTo>
                  <a:lnTo>
                    <a:pt x="6296555" y="11848"/>
                  </a:lnTo>
                  <a:lnTo>
                    <a:pt x="6296663" y="11848"/>
                  </a:lnTo>
                  <a:lnTo>
                    <a:pt x="6296772" y="11848"/>
                  </a:lnTo>
                  <a:lnTo>
                    <a:pt x="6296880" y="11848"/>
                  </a:lnTo>
                  <a:lnTo>
                    <a:pt x="6297097" y="11848"/>
                  </a:lnTo>
                  <a:lnTo>
                    <a:pt x="6297206" y="11848"/>
                  </a:lnTo>
                  <a:lnTo>
                    <a:pt x="6297423" y="11848"/>
                  </a:lnTo>
                  <a:lnTo>
                    <a:pt x="6297531" y="11848"/>
                  </a:lnTo>
                  <a:lnTo>
                    <a:pt x="6297748" y="11848"/>
                  </a:lnTo>
                  <a:lnTo>
                    <a:pt x="6297856" y="11848"/>
                  </a:lnTo>
                  <a:lnTo>
                    <a:pt x="6297965" y="11848"/>
                  </a:lnTo>
                  <a:lnTo>
                    <a:pt x="6298073" y="11848"/>
                  </a:lnTo>
                  <a:lnTo>
                    <a:pt x="6298182" y="11848"/>
                  </a:lnTo>
                  <a:lnTo>
                    <a:pt x="6298290" y="11848"/>
                  </a:lnTo>
                  <a:lnTo>
                    <a:pt x="6298399" y="11848"/>
                  </a:lnTo>
                  <a:lnTo>
                    <a:pt x="6298507" y="11848"/>
                  </a:lnTo>
                  <a:lnTo>
                    <a:pt x="6298615" y="11848"/>
                  </a:lnTo>
                  <a:lnTo>
                    <a:pt x="6298724" y="11848"/>
                  </a:lnTo>
                  <a:lnTo>
                    <a:pt x="6298832" y="11848"/>
                  </a:lnTo>
                  <a:lnTo>
                    <a:pt x="6298941" y="11848"/>
                  </a:lnTo>
                  <a:lnTo>
                    <a:pt x="6299049" y="11848"/>
                  </a:lnTo>
                  <a:lnTo>
                    <a:pt x="6299049" y="11224"/>
                  </a:lnTo>
                  <a:lnTo>
                    <a:pt x="6299158" y="11224"/>
                  </a:lnTo>
                  <a:lnTo>
                    <a:pt x="6299266" y="11224"/>
                  </a:lnTo>
                  <a:lnTo>
                    <a:pt x="6299375" y="11224"/>
                  </a:lnTo>
                  <a:lnTo>
                    <a:pt x="6299483" y="11224"/>
                  </a:lnTo>
                  <a:lnTo>
                    <a:pt x="6299591" y="11224"/>
                  </a:lnTo>
                  <a:lnTo>
                    <a:pt x="6299700" y="11224"/>
                  </a:lnTo>
                  <a:lnTo>
                    <a:pt x="6299808" y="11224"/>
                  </a:lnTo>
                  <a:lnTo>
                    <a:pt x="6299917" y="11224"/>
                  </a:lnTo>
                  <a:lnTo>
                    <a:pt x="6300025" y="11224"/>
                  </a:lnTo>
                  <a:lnTo>
                    <a:pt x="6300134" y="11224"/>
                  </a:lnTo>
                  <a:lnTo>
                    <a:pt x="6300242" y="11224"/>
                  </a:lnTo>
                  <a:lnTo>
                    <a:pt x="6300567" y="11224"/>
                  </a:lnTo>
                  <a:lnTo>
                    <a:pt x="6300676" y="11224"/>
                  </a:lnTo>
                  <a:lnTo>
                    <a:pt x="6300784" y="11224"/>
                  </a:lnTo>
                  <a:lnTo>
                    <a:pt x="6300893" y="11224"/>
                  </a:lnTo>
                  <a:lnTo>
                    <a:pt x="6301110" y="11224"/>
                  </a:lnTo>
                  <a:lnTo>
                    <a:pt x="6301327" y="11224"/>
                  </a:lnTo>
                  <a:lnTo>
                    <a:pt x="6301435" y="11224"/>
                  </a:lnTo>
                  <a:lnTo>
                    <a:pt x="6301652" y="11224"/>
                  </a:lnTo>
                  <a:lnTo>
                    <a:pt x="6301869" y="11224"/>
                  </a:lnTo>
                  <a:lnTo>
                    <a:pt x="6301977" y="11224"/>
                  </a:lnTo>
                  <a:lnTo>
                    <a:pt x="6302086" y="11224"/>
                  </a:lnTo>
                  <a:lnTo>
                    <a:pt x="6302194" y="11224"/>
                  </a:lnTo>
                  <a:lnTo>
                    <a:pt x="6302303" y="11224"/>
                  </a:lnTo>
                  <a:lnTo>
                    <a:pt x="6302411" y="11224"/>
                  </a:lnTo>
                  <a:lnTo>
                    <a:pt x="6302520" y="11224"/>
                  </a:lnTo>
                  <a:lnTo>
                    <a:pt x="6302628" y="11224"/>
                  </a:lnTo>
                  <a:lnTo>
                    <a:pt x="6302628" y="10600"/>
                  </a:lnTo>
                  <a:lnTo>
                    <a:pt x="6302845" y="10600"/>
                  </a:lnTo>
                  <a:lnTo>
                    <a:pt x="6302953" y="10600"/>
                  </a:lnTo>
                  <a:lnTo>
                    <a:pt x="6303170" y="10600"/>
                  </a:lnTo>
                  <a:lnTo>
                    <a:pt x="6303279" y="10600"/>
                  </a:lnTo>
                  <a:lnTo>
                    <a:pt x="6303387" y="10600"/>
                  </a:lnTo>
                  <a:lnTo>
                    <a:pt x="6303496" y="10600"/>
                  </a:lnTo>
                  <a:lnTo>
                    <a:pt x="6303604" y="10600"/>
                  </a:lnTo>
                  <a:lnTo>
                    <a:pt x="6303712" y="10600"/>
                  </a:lnTo>
                  <a:lnTo>
                    <a:pt x="6303929" y="10600"/>
                  </a:lnTo>
                  <a:lnTo>
                    <a:pt x="6304038" y="10600"/>
                  </a:lnTo>
                  <a:lnTo>
                    <a:pt x="6304363" y="10600"/>
                  </a:lnTo>
                  <a:lnTo>
                    <a:pt x="6304580" y="9977"/>
                  </a:lnTo>
                  <a:lnTo>
                    <a:pt x="6304688" y="9977"/>
                  </a:lnTo>
                  <a:lnTo>
                    <a:pt x="6304797" y="9977"/>
                  </a:lnTo>
                  <a:lnTo>
                    <a:pt x="6305014" y="9977"/>
                  </a:lnTo>
                  <a:lnTo>
                    <a:pt x="6305122" y="9977"/>
                  </a:lnTo>
                  <a:lnTo>
                    <a:pt x="6305122" y="9353"/>
                  </a:lnTo>
                  <a:lnTo>
                    <a:pt x="6305231" y="9353"/>
                  </a:lnTo>
                  <a:lnTo>
                    <a:pt x="6305339" y="9353"/>
                  </a:lnTo>
                  <a:lnTo>
                    <a:pt x="6305448" y="9353"/>
                  </a:lnTo>
                  <a:lnTo>
                    <a:pt x="6305665" y="9353"/>
                  </a:lnTo>
                  <a:lnTo>
                    <a:pt x="6305773" y="9353"/>
                  </a:lnTo>
                  <a:lnTo>
                    <a:pt x="6305881" y="9353"/>
                  </a:lnTo>
                  <a:lnTo>
                    <a:pt x="6305990" y="9353"/>
                  </a:lnTo>
                  <a:lnTo>
                    <a:pt x="6306098" y="9353"/>
                  </a:lnTo>
                  <a:lnTo>
                    <a:pt x="6306315" y="9353"/>
                  </a:lnTo>
                  <a:lnTo>
                    <a:pt x="6306424" y="9353"/>
                  </a:lnTo>
                  <a:lnTo>
                    <a:pt x="6306424" y="8730"/>
                  </a:lnTo>
                  <a:lnTo>
                    <a:pt x="6306532" y="8730"/>
                  </a:lnTo>
                  <a:lnTo>
                    <a:pt x="6306641" y="8730"/>
                  </a:lnTo>
                  <a:lnTo>
                    <a:pt x="6306749" y="8730"/>
                  </a:lnTo>
                  <a:lnTo>
                    <a:pt x="6306966" y="8730"/>
                  </a:lnTo>
                  <a:lnTo>
                    <a:pt x="6307074" y="8730"/>
                  </a:lnTo>
                  <a:lnTo>
                    <a:pt x="6307074" y="8106"/>
                  </a:lnTo>
                  <a:lnTo>
                    <a:pt x="6307183" y="8106"/>
                  </a:lnTo>
                  <a:lnTo>
                    <a:pt x="6307291" y="8106"/>
                  </a:lnTo>
                  <a:lnTo>
                    <a:pt x="6307508" y="8106"/>
                  </a:lnTo>
                  <a:lnTo>
                    <a:pt x="6307617" y="8106"/>
                  </a:lnTo>
                  <a:lnTo>
                    <a:pt x="6307725" y="8106"/>
                  </a:lnTo>
                  <a:lnTo>
                    <a:pt x="6307833" y="7482"/>
                  </a:lnTo>
                  <a:lnTo>
                    <a:pt x="6308050" y="7482"/>
                  </a:lnTo>
                  <a:lnTo>
                    <a:pt x="6308159" y="7482"/>
                  </a:lnTo>
                  <a:lnTo>
                    <a:pt x="6308267" y="7482"/>
                  </a:lnTo>
                  <a:lnTo>
                    <a:pt x="6308376" y="7482"/>
                  </a:lnTo>
                  <a:lnTo>
                    <a:pt x="6308484" y="7482"/>
                  </a:lnTo>
                  <a:lnTo>
                    <a:pt x="6308701" y="7482"/>
                  </a:lnTo>
                  <a:lnTo>
                    <a:pt x="6308809" y="7482"/>
                  </a:lnTo>
                  <a:lnTo>
                    <a:pt x="6308918" y="7482"/>
                  </a:lnTo>
                  <a:lnTo>
                    <a:pt x="6309135" y="7482"/>
                  </a:lnTo>
                  <a:lnTo>
                    <a:pt x="6309243" y="7482"/>
                  </a:lnTo>
                  <a:lnTo>
                    <a:pt x="6309352" y="7482"/>
                  </a:lnTo>
                  <a:lnTo>
                    <a:pt x="6309460" y="7482"/>
                  </a:lnTo>
                  <a:lnTo>
                    <a:pt x="6309569" y="7482"/>
                  </a:lnTo>
                  <a:lnTo>
                    <a:pt x="6309677" y="7482"/>
                  </a:lnTo>
                  <a:lnTo>
                    <a:pt x="6309786" y="6859"/>
                  </a:lnTo>
                  <a:lnTo>
                    <a:pt x="6309894" y="6859"/>
                  </a:lnTo>
                  <a:lnTo>
                    <a:pt x="6310002" y="6859"/>
                  </a:lnTo>
                  <a:lnTo>
                    <a:pt x="6310219" y="6859"/>
                  </a:lnTo>
                  <a:lnTo>
                    <a:pt x="6310328" y="6859"/>
                  </a:lnTo>
                  <a:lnTo>
                    <a:pt x="6310545" y="6859"/>
                  </a:lnTo>
                  <a:lnTo>
                    <a:pt x="6310653" y="6859"/>
                  </a:lnTo>
                  <a:lnTo>
                    <a:pt x="6310870" y="6859"/>
                  </a:lnTo>
                  <a:lnTo>
                    <a:pt x="6310978" y="6859"/>
                  </a:lnTo>
                  <a:lnTo>
                    <a:pt x="6311195" y="6859"/>
                  </a:lnTo>
                  <a:lnTo>
                    <a:pt x="6311304" y="6859"/>
                  </a:lnTo>
                  <a:lnTo>
                    <a:pt x="6311412" y="6859"/>
                  </a:lnTo>
                  <a:lnTo>
                    <a:pt x="6311412" y="6235"/>
                  </a:lnTo>
                  <a:lnTo>
                    <a:pt x="6311629" y="6235"/>
                  </a:lnTo>
                  <a:lnTo>
                    <a:pt x="6311738" y="6235"/>
                  </a:lnTo>
                  <a:lnTo>
                    <a:pt x="6311846" y="6235"/>
                  </a:lnTo>
                  <a:lnTo>
                    <a:pt x="6311954" y="6235"/>
                  </a:lnTo>
                  <a:lnTo>
                    <a:pt x="6312063" y="6235"/>
                  </a:lnTo>
                  <a:lnTo>
                    <a:pt x="6312280" y="6235"/>
                  </a:lnTo>
                  <a:lnTo>
                    <a:pt x="6312388" y="6235"/>
                  </a:lnTo>
                  <a:lnTo>
                    <a:pt x="6312497" y="6235"/>
                  </a:lnTo>
                  <a:lnTo>
                    <a:pt x="6312497" y="5612"/>
                  </a:lnTo>
                  <a:lnTo>
                    <a:pt x="6312605" y="5612"/>
                  </a:lnTo>
                  <a:lnTo>
                    <a:pt x="6312930" y="5612"/>
                  </a:lnTo>
                  <a:lnTo>
                    <a:pt x="6313039" y="5612"/>
                  </a:lnTo>
                  <a:lnTo>
                    <a:pt x="6313256" y="5612"/>
                  </a:lnTo>
                  <a:lnTo>
                    <a:pt x="6313364" y="5612"/>
                  </a:lnTo>
                  <a:lnTo>
                    <a:pt x="6313473" y="5612"/>
                  </a:lnTo>
                  <a:lnTo>
                    <a:pt x="6313581" y="5612"/>
                  </a:lnTo>
                  <a:lnTo>
                    <a:pt x="6313690" y="5612"/>
                  </a:lnTo>
                  <a:lnTo>
                    <a:pt x="6313798" y="5612"/>
                  </a:lnTo>
                  <a:lnTo>
                    <a:pt x="6313906" y="5612"/>
                  </a:lnTo>
                  <a:lnTo>
                    <a:pt x="6314232" y="5612"/>
                  </a:lnTo>
                  <a:lnTo>
                    <a:pt x="6314340" y="5612"/>
                  </a:lnTo>
                  <a:lnTo>
                    <a:pt x="6314449" y="5612"/>
                  </a:lnTo>
                  <a:lnTo>
                    <a:pt x="6314557" y="5612"/>
                  </a:lnTo>
                  <a:lnTo>
                    <a:pt x="6314666" y="5612"/>
                  </a:lnTo>
                  <a:lnTo>
                    <a:pt x="6314774" y="4988"/>
                  </a:lnTo>
                  <a:lnTo>
                    <a:pt x="6314883" y="4988"/>
                  </a:lnTo>
                  <a:lnTo>
                    <a:pt x="6314991" y="4988"/>
                  </a:lnTo>
                  <a:lnTo>
                    <a:pt x="6315208" y="4988"/>
                  </a:lnTo>
                  <a:lnTo>
                    <a:pt x="6315316" y="4988"/>
                  </a:lnTo>
                  <a:lnTo>
                    <a:pt x="6315425" y="4988"/>
                  </a:lnTo>
                  <a:lnTo>
                    <a:pt x="6315533" y="4988"/>
                  </a:lnTo>
                  <a:lnTo>
                    <a:pt x="6315642" y="4988"/>
                  </a:lnTo>
                  <a:lnTo>
                    <a:pt x="6315750" y="4365"/>
                  </a:lnTo>
                  <a:lnTo>
                    <a:pt x="6315859" y="4365"/>
                  </a:lnTo>
                  <a:lnTo>
                    <a:pt x="6315967" y="4365"/>
                  </a:lnTo>
                  <a:lnTo>
                    <a:pt x="6316075" y="4365"/>
                  </a:lnTo>
                  <a:lnTo>
                    <a:pt x="6316184" y="4365"/>
                  </a:lnTo>
                  <a:lnTo>
                    <a:pt x="6316401" y="4365"/>
                  </a:lnTo>
                  <a:lnTo>
                    <a:pt x="6316509" y="4365"/>
                  </a:lnTo>
                  <a:lnTo>
                    <a:pt x="6316835" y="4365"/>
                  </a:lnTo>
                  <a:lnTo>
                    <a:pt x="6316943" y="4365"/>
                  </a:lnTo>
                  <a:lnTo>
                    <a:pt x="6317051" y="4365"/>
                  </a:lnTo>
                  <a:lnTo>
                    <a:pt x="6317160" y="4365"/>
                  </a:lnTo>
                  <a:lnTo>
                    <a:pt x="6317485" y="4365"/>
                  </a:lnTo>
                  <a:lnTo>
                    <a:pt x="6317594" y="4365"/>
                  </a:lnTo>
                  <a:lnTo>
                    <a:pt x="6317702" y="4365"/>
                  </a:lnTo>
                  <a:lnTo>
                    <a:pt x="6317919" y="4365"/>
                  </a:lnTo>
                  <a:lnTo>
                    <a:pt x="6318136" y="4365"/>
                  </a:lnTo>
                  <a:lnTo>
                    <a:pt x="6318244" y="4365"/>
                  </a:lnTo>
                  <a:lnTo>
                    <a:pt x="6318353" y="4365"/>
                  </a:lnTo>
                  <a:lnTo>
                    <a:pt x="6318461" y="4365"/>
                  </a:lnTo>
                  <a:lnTo>
                    <a:pt x="6318570" y="4365"/>
                  </a:lnTo>
                  <a:lnTo>
                    <a:pt x="6318570" y="3741"/>
                  </a:lnTo>
                  <a:lnTo>
                    <a:pt x="6318678" y="3741"/>
                  </a:lnTo>
                  <a:lnTo>
                    <a:pt x="6318787" y="3741"/>
                  </a:lnTo>
                  <a:lnTo>
                    <a:pt x="6319004" y="3741"/>
                  </a:lnTo>
                  <a:lnTo>
                    <a:pt x="6319112" y="3741"/>
                  </a:lnTo>
                  <a:lnTo>
                    <a:pt x="6319220" y="3741"/>
                  </a:lnTo>
                  <a:lnTo>
                    <a:pt x="6319437" y="3741"/>
                  </a:lnTo>
                  <a:lnTo>
                    <a:pt x="6319546" y="3741"/>
                  </a:lnTo>
                  <a:lnTo>
                    <a:pt x="6319654" y="3741"/>
                  </a:lnTo>
                  <a:lnTo>
                    <a:pt x="6319763" y="3741"/>
                  </a:lnTo>
                  <a:lnTo>
                    <a:pt x="6319871" y="3741"/>
                  </a:lnTo>
                  <a:lnTo>
                    <a:pt x="6319980" y="3741"/>
                  </a:lnTo>
                  <a:lnTo>
                    <a:pt x="6320088" y="3741"/>
                  </a:lnTo>
                  <a:lnTo>
                    <a:pt x="6320196" y="3741"/>
                  </a:lnTo>
                  <a:lnTo>
                    <a:pt x="6320305" y="3741"/>
                  </a:lnTo>
                  <a:lnTo>
                    <a:pt x="6321064" y="3741"/>
                  </a:lnTo>
                  <a:lnTo>
                    <a:pt x="6321172" y="3741"/>
                  </a:lnTo>
                  <a:lnTo>
                    <a:pt x="6321281" y="3741"/>
                  </a:lnTo>
                  <a:lnTo>
                    <a:pt x="6321389" y="3741"/>
                  </a:lnTo>
                  <a:lnTo>
                    <a:pt x="6321498" y="3741"/>
                  </a:lnTo>
                  <a:lnTo>
                    <a:pt x="6321606" y="3741"/>
                  </a:lnTo>
                  <a:lnTo>
                    <a:pt x="6321715" y="3741"/>
                  </a:lnTo>
                  <a:lnTo>
                    <a:pt x="6321823" y="3741"/>
                  </a:lnTo>
                  <a:lnTo>
                    <a:pt x="6321932" y="3741"/>
                  </a:lnTo>
                  <a:lnTo>
                    <a:pt x="6322040" y="3741"/>
                  </a:lnTo>
                  <a:lnTo>
                    <a:pt x="6322148" y="3741"/>
                  </a:lnTo>
                  <a:lnTo>
                    <a:pt x="6322257" y="3741"/>
                  </a:lnTo>
                  <a:lnTo>
                    <a:pt x="6322365" y="3741"/>
                  </a:lnTo>
                  <a:lnTo>
                    <a:pt x="6322474" y="3741"/>
                  </a:lnTo>
                  <a:lnTo>
                    <a:pt x="6322582" y="3741"/>
                  </a:lnTo>
                  <a:lnTo>
                    <a:pt x="6322582" y="3117"/>
                  </a:lnTo>
                  <a:lnTo>
                    <a:pt x="6322691" y="3117"/>
                  </a:lnTo>
                  <a:lnTo>
                    <a:pt x="6322799" y="3117"/>
                  </a:lnTo>
                  <a:lnTo>
                    <a:pt x="6322908" y="3117"/>
                  </a:lnTo>
                  <a:lnTo>
                    <a:pt x="6323125" y="3117"/>
                  </a:lnTo>
                  <a:lnTo>
                    <a:pt x="6323341" y="3117"/>
                  </a:lnTo>
                  <a:lnTo>
                    <a:pt x="6323450" y="3117"/>
                  </a:lnTo>
                  <a:lnTo>
                    <a:pt x="6323558" y="3117"/>
                  </a:lnTo>
                  <a:lnTo>
                    <a:pt x="6323667" y="3117"/>
                  </a:lnTo>
                  <a:lnTo>
                    <a:pt x="6323775" y="3117"/>
                  </a:lnTo>
                  <a:lnTo>
                    <a:pt x="6323884" y="3117"/>
                  </a:lnTo>
                  <a:lnTo>
                    <a:pt x="6323992" y="3117"/>
                  </a:lnTo>
                  <a:lnTo>
                    <a:pt x="6324101" y="3117"/>
                  </a:lnTo>
                  <a:lnTo>
                    <a:pt x="6324209" y="3117"/>
                  </a:lnTo>
                  <a:lnTo>
                    <a:pt x="6324317" y="3117"/>
                  </a:lnTo>
                  <a:lnTo>
                    <a:pt x="6324317" y="2494"/>
                  </a:lnTo>
                  <a:lnTo>
                    <a:pt x="6324426" y="2494"/>
                  </a:lnTo>
                  <a:lnTo>
                    <a:pt x="6324426" y="1870"/>
                  </a:lnTo>
                  <a:lnTo>
                    <a:pt x="6324643" y="1870"/>
                  </a:lnTo>
                  <a:lnTo>
                    <a:pt x="6324643" y="1247"/>
                  </a:lnTo>
                  <a:lnTo>
                    <a:pt x="6324751" y="1247"/>
                  </a:lnTo>
                  <a:lnTo>
                    <a:pt x="6324860" y="1247"/>
                  </a:lnTo>
                  <a:lnTo>
                    <a:pt x="6324968" y="1247"/>
                  </a:lnTo>
                  <a:lnTo>
                    <a:pt x="6325077" y="1247"/>
                  </a:lnTo>
                  <a:lnTo>
                    <a:pt x="6325185" y="1247"/>
                  </a:lnTo>
                  <a:lnTo>
                    <a:pt x="6325293" y="1247"/>
                  </a:lnTo>
                  <a:lnTo>
                    <a:pt x="6325402" y="1247"/>
                  </a:lnTo>
                  <a:lnTo>
                    <a:pt x="6325510" y="1247"/>
                  </a:lnTo>
                  <a:lnTo>
                    <a:pt x="6325619" y="1247"/>
                  </a:lnTo>
                  <a:lnTo>
                    <a:pt x="6325944" y="1247"/>
                  </a:lnTo>
                  <a:lnTo>
                    <a:pt x="6326053" y="1247"/>
                  </a:lnTo>
                  <a:lnTo>
                    <a:pt x="6326161" y="1247"/>
                  </a:lnTo>
                  <a:lnTo>
                    <a:pt x="6326269" y="1247"/>
                  </a:lnTo>
                  <a:lnTo>
                    <a:pt x="6326378" y="1247"/>
                  </a:lnTo>
                  <a:lnTo>
                    <a:pt x="6326595" y="1247"/>
                  </a:lnTo>
                  <a:lnTo>
                    <a:pt x="6326703" y="1247"/>
                  </a:lnTo>
                  <a:lnTo>
                    <a:pt x="6326812" y="1247"/>
                  </a:lnTo>
                  <a:lnTo>
                    <a:pt x="6326920" y="1247"/>
                  </a:lnTo>
                  <a:lnTo>
                    <a:pt x="6327029" y="1247"/>
                  </a:lnTo>
                  <a:lnTo>
                    <a:pt x="6327137" y="1247"/>
                  </a:lnTo>
                  <a:lnTo>
                    <a:pt x="6327246" y="623"/>
                  </a:lnTo>
                  <a:lnTo>
                    <a:pt x="6327354" y="623"/>
                  </a:lnTo>
                  <a:lnTo>
                    <a:pt x="6327462" y="623"/>
                  </a:lnTo>
                  <a:lnTo>
                    <a:pt x="6327571" y="623"/>
                  </a:lnTo>
                  <a:lnTo>
                    <a:pt x="6327679" y="623"/>
                  </a:lnTo>
                  <a:lnTo>
                    <a:pt x="6327788" y="623"/>
                  </a:lnTo>
                  <a:lnTo>
                    <a:pt x="6327896" y="623"/>
                  </a:lnTo>
                  <a:lnTo>
                    <a:pt x="6328005" y="623"/>
                  </a:lnTo>
                  <a:lnTo>
                    <a:pt x="6328113" y="623"/>
                  </a:lnTo>
                  <a:lnTo>
                    <a:pt x="6328222" y="623"/>
                  </a:lnTo>
                  <a:lnTo>
                    <a:pt x="6328330" y="623"/>
                  </a:lnTo>
                  <a:lnTo>
                    <a:pt x="6328438" y="623"/>
                  </a:lnTo>
                  <a:lnTo>
                    <a:pt x="6328547" y="623"/>
                  </a:lnTo>
                  <a:lnTo>
                    <a:pt x="6328655" y="623"/>
                  </a:lnTo>
                  <a:lnTo>
                    <a:pt x="6328764" y="623"/>
                  </a:lnTo>
                  <a:lnTo>
                    <a:pt x="6328872" y="0"/>
                  </a:lnTo>
                  <a:lnTo>
                    <a:pt x="6328872" y="0"/>
                  </a:lnTo>
                  <a:lnTo>
                    <a:pt x="6328981" y="0"/>
                  </a:lnTo>
                  <a:lnTo>
                    <a:pt x="6329089" y="0"/>
                  </a:lnTo>
                  <a:lnTo>
                    <a:pt x="6329198" y="0"/>
                  </a:lnTo>
                  <a:lnTo>
                    <a:pt x="6329306" y="0"/>
                  </a:lnTo>
                  <a:lnTo>
                    <a:pt x="6329414" y="0"/>
                  </a:lnTo>
                  <a:lnTo>
                    <a:pt x="6329523" y="0"/>
                  </a:lnTo>
                  <a:lnTo>
                    <a:pt x="6329631" y="0"/>
                  </a:lnTo>
                  <a:lnTo>
                    <a:pt x="6329740" y="0"/>
                  </a:lnTo>
                  <a:lnTo>
                    <a:pt x="6329848" y="0"/>
                  </a:lnTo>
                  <a:lnTo>
                    <a:pt x="6329957" y="0"/>
                  </a:lnTo>
                  <a:lnTo>
                    <a:pt x="6330065" y="0"/>
                  </a:lnTo>
                  <a:lnTo>
                    <a:pt x="6330174" y="0"/>
                  </a:lnTo>
                  <a:lnTo>
                    <a:pt x="6330282" y="0"/>
                  </a:lnTo>
                  <a:lnTo>
                    <a:pt x="6330390" y="0"/>
                  </a:lnTo>
                  <a:lnTo>
                    <a:pt x="6330499" y="0"/>
                  </a:lnTo>
                  <a:lnTo>
                    <a:pt x="6330716" y="0"/>
                  </a:lnTo>
                  <a:lnTo>
                    <a:pt x="6330824" y="0"/>
                  </a:lnTo>
                  <a:lnTo>
                    <a:pt x="6330933" y="0"/>
                  </a:lnTo>
                  <a:lnTo>
                    <a:pt x="6331367" y="0"/>
                  </a:lnTo>
                  <a:lnTo>
                    <a:pt x="6331475" y="0"/>
                  </a:lnTo>
                  <a:lnTo>
                    <a:pt x="6331583" y="0"/>
                  </a:lnTo>
                  <a:lnTo>
                    <a:pt x="6331692" y="0"/>
                  </a:lnTo>
                  <a:lnTo>
                    <a:pt x="6331800" y="0"/>
                  </a:lnTo>
                  <a:lnTo>
                    <a:pt x="6331909" y="0"/>
                  </a:lnTo>
                  <a:lnTo>
                    <a:pt x="6332017" y="0"/>
                  </a:lnTo>
                  <a:lnTo>
                    <a:pt x="6332126" y="0"/>
                  </a:lnTo>
                  <a:lnTo>
                    <a:pt x="6332234" y="0"/>
                  </a:lnTo>
                  <a:lnTo>
                    <a:pt x="6332343" y="0"/>
                  </a:lnTo>
                  <a:lnTo>
                    <a:pt x="6332451" y="0"/>
                  </a:lnTo>
                  <a:lnTo>
                    <a:pt x="6332559" y="0"/>
                  </a:lnTo>
                  <a:lnTo>
                    <a:pt x="6332668" y="0"/>
                  </a:lnTo>
                  <a:lnTo>
                    <a:pt x="6332776" y="0"/>
                  </a:lnTo>
                  <a:lnTo>
                    <a:pt x="6332885" y="0"/>
                  </a:lnTo>
                  <a:lnTo>
                    <a:pt x="6332993" y="0"/>
                  </a:lnTo>
                  <a:lnTo>
                    <a:pt x="6333102" y="0"/>
                  </a:lnTo>
                  <a:lnTo>
                    <a:pt x="6333210" y="0"/>
                  </a:lnTo>
                  <a:lnTo>
                    <a:pt x="6333319" y="0"/>
                  </a:lnTo>
                  <a:lnTo>
                    <a:pt x="6333427" y="0"/>
                  </a:lnTo>
                  <a:lnTo>
                    <a:pt x="6333535" y="0"/>
                  </a:lnTo>
                  <a:lnTo>
                    <a:pt x="6333644" y="0"/>
                  </a:lnTo>
                  <a:lnTo>
                    <a:pt x="6333752" y="0"/>
                  </a:lnTo>
                  <a:lnTo>
                    <a:pt x="6333861" y="0"/>
                  </a:lnTo>
                  <a:lnTo>
                    <a:pt x="6333969" y="0"/>
                  </a:lnTo>
                  <a:lnTo>
                    <a:pt x="6334078" y="0"/>
                  </a:lnTo>
                  <a:lnTo>
                    <a:pt x="6334186" y="0"/>
                  </a:lnTo>
                  <a:lnTo>
                    <a:pt x="6334295" y="0"/>
                  </a:lnTo>
                  <a:lnTo>
                    <a:pt x="6334403" y="0"/>
                  </a:lnTo>
                  <a:lnTo>
                    <a:pt x="6334511" y="0"/>
                  </a:lnTo>
                  <a:lnTo>
                    <a:pt x="6334620" y="0"/>
                  </a:lnTo>
                  <a:lnTo>
                    <a:pt x="6334728" y="0"/>
                  </a:lnTo>
                  <a:lnTo>
                    <a:pt x="6334837" y="0"/>
                  </a:lnTo>
                  <a:lnTo>
                    <a:pt x="6334945" y="0"/>
                  </a:lnTo>
                  <a:lnTo>
                    <a:pt x="6335054" y="0"/>
                  </a:lnTo>
                  <a:lnTo>
                    <a:pt x="6335162" y="0"/>
                  </a:lnTo>
                  <a:lnTo>
                    <a:pt x="6335271" y="0"/>
                  </a:lnTo>
                  <a:lnTo>
                    <a:pt x="6335379" y="0"/>
                  </a:lnTo>
                  <a:lnTo>
                    <a:pt x="6335487" y="0"/>
                  </a:lnTo>
                  <a:lnTo>
                    <a:pt x="6335596" y="0"/>
                  </a:lnTo>
                  <a:lnTo>
                    <a:pt x="6335704" y="0"/>
                  </a:lnTo>
                  <a:lnTo>
                    <a:pt x="6335813" y="0"/>
                  </a:lnTo>
                  <a:lnTo>
                    <a:pt x="6335921" y="0"/>
                  </a:lnTo>
                  <a:lnTo>
                    <a:pt x="6336030" y="0"/>
                  </a:lnTo>
                  <a:lnTo>
                    <a:pt x="6336138" y="0"/>
                  </a:lnTo>
                  <a:lnTo>
                    <a:pt x="6336247" y="0"/>
                  </a:lnTo>
                  <a:lnTo>
                    <a:pt x="6336464" y="0"/>
                  </a:lnTo>
                  <a:lnTo>
                    <a:pt x="6336572" y="0"/>
                  </a:lnTo>
                  <a:lnTo>
                    <a:pt x="6336680" y="0"/>
                  </a:lnTo>
                  <a:lnTo>
                    <a:pt x="6336789" y="0"/>
                  </a:lnTo>
                  <a:lnTo>
                    <a:pt x="6336897" y="0"/>
                  </a:lnTo>
                  <a:lnTo>
                    <a:pt x="6337006" y="0"/>
                  </a:lnTo>
                  <a:lnTo>
                    <a:pt x="6337114" y="0"/>
                  </a:lnTo>
                  <a:lnTo>
                    <a:pt x="6337223" y="0"/>
                  </a:lnTo>
                  <a:lnTo>
                    <a:pt x="6337331" y="0"/>
                  </a:lnTo>
                  <a:lnTo>
                    <a:pt x="6337440" y="0"/>
                  </a:lnTo>
                  <a:lnTo>
                    <a:pt x="6337548" y="0"/>
                  </a:lnTo>
                  <a:lnTo>
                    <a:pt x="6337656" y="0"/>
                  </a:lnTo>
                  <a:lnTo>
                    <a:pt x="6337765" y="0"/>
                  </a:lnTo>
                  <a:lnTo>
                    <a:pt x="6337873" y="0"/>
                  </a:lnTo>
                  <a:lnTo>
                    <a:pt x="6337982" y="0"/>
                  </a:lnTo>
                  <a:lnTo>
                    <a:pt x="6338090" y="0"/>
                  </a:lnTo>
                  <a:lnTo>
                    <a:pt x="6338199" y="0"/>
                  </a:lnTo>
                  <a:lnTo>
                    <a:pt x="6338307" y="0"/>
                  </a:lnTo>
                  <a:lnTo>
                    <a:pt x="6338416" y="0"/>
                  </a:lnTo>
                  <a:lnTo>
                    <a:pt x="6338524" y="0"/>
                  </a:lnTo>
                  <a:lnTo>
                    <a:pt x="6338632" y="0"/>
                  </a:lnTo>
                  <a:lnTo>
                    <a:pt x="6338741" y="0"/>
                  </a:lnTo>
                  <a:lnTo>
                    <a:pt x="6338849" y="0"/>
                  </a:lnTo>
                  <a:lnTo>
                    <a:pt x="6338958" y="0"/>
                  </a:lnTo>
                  <a:lnTo>
                    <a:pt x="6339066" y="0"/>
                  </a:lnTo>
                  <a:lnTo>
                    <a:pt x="6339175" y="0"/>
                  </a:lnTo>
                  <a:lnTo>
                    <a:pt x="6339283" y="0"/>
                  </a:lnTo>
                  <a:lnTo>
                    <a:pt x="6339392" y="0"/>
                  </a:lnTo>
                  <a:lnTo>
                    <a:pt x="6339500" y="0"/>
                  </a:lnTo>
                  <a:lnTo>
                    <a:pt x="6339608" y="0"/>
                  </a:lnTo>
                  <a:lnTo>
                    <a:pt x="6339717" y="0"/>
                  </a:lnTo>
                  <a:lnTo>
                    <a:pt x="6339825" y="0"/>
                  </a:lnTo>
                  <a:lnTo>
                    <a:pt x="6339934" y="0"/>
                  </a:lnTo>
                  <a:lnTo>
                    <a:pt x="6340042" y="0"/>
                  </a:lnTo>
                  <a:lnTo>
                    <a:pt x="6340151" y="0"/>
                  </a:lnTo>
                  <a:lnTo>
                    <a:pt x="6340259" y="0"/>
                  </a:lnTo>
                  <a:lnTo>
                    <a:pt x="6340368" y="0"/>
                  </a:lnTo>
                  <a:lnTo>
                    <a:pt x="6340476" y="0"/>
                  </a:lnTo>
                  <a:lnTo>
                    <a:pt x="6340585" y="0"/>
                  </a:lnTo>
                  <a:lnTo>
                    <a:pt x="6340585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652822" y="69589"/>
              <a:ext cx="6340585" cy="6340585"/>
            </a:xfrm>
            <a:custGeom>
              <a:avLst/>
              <a:pathLst>
                <a:path w="6340585" h="6340585">
                  <a:moveTo>
                    <a:pt x="0" y="6340585"/>
                  </a:moveTo>
                  <a:lnTo>
                    <a:pt x="108" y="6340585"/>
                  </a:lnTo>
                  <a:lnTo>
                    <a:pt x="216" y="6340585"/>
                  </a:lnTo>
                  <a:lnTo>
                    <a:pt x="325" y="6340585"/>
                  </a:lnTo>
                  <a:lnTo>
                    <a:pt x="433" y="6340585"/>
                  </a:lnTo>
                  <a:lnTo>
                    <a:pt x="542" y="6340585"/>
                  </a:lnTo>
                  <a:lnTo>
                    <a:pt x="650" y="6340585"/>
                  </a:lnTo>
                  <a:lnTo>
                    <a:pt x="759" y="6340585"/>
                  </a:lnTo>
                  <a:lnTo>
                    <a:pt x="867" y="6340585"/>
                  </a:lnTo>
                  <a:lnTo>
                    <a:pt x="867" y="6339961"/>
                  </a:lnTo>
                  <a:lnTo>
                    <a:pt x="976" y="6339961"/>
                  </a:lnTo>
                  <a:lnTo>
                    <a:pt x="1084" y="6339961"/>
                  </a:lnTo>
                  <a:lnTo>
                    <a:pt x="1192" y="6339961"/>
                  </a:lnTo>
                  <a:lnTo>
                    <a:pt x="1192" y="6339337"/>
                  </a:lnTo>
                  <a:lnTo>
                    <a:pt x="1192" y="6338714"/>
                  </a:lnTo>
                  <a:lnTo>
                    <a:pt x="1301" y="6338714"/>
                  </a:lnTo>
                  <a:lnTo>
                    <a:pt x="1409" y="6338714"/>
                  </a:lnTo>
                  <a:lnTo>
                    <a:pt x="1409" y="6338090"/>
                  </a:lnTo>
                  <a:lnTo>
                    <a:pt x="1409" y="6337467"/>
                  </a:lnTo>
                  <a:lnTo>
                    <a:pt x="1409" y="6336843"/>
                  </a:lnTo>
                  <a:lnTo>
                    <a:pt x="1409" y="6336219"/>
                  </a:lnTo>
                  <a:lnTo>
                    <a:pt x="1518" y="6336219"/>
                  </a:lnTo>
                  <a:lnTo>
                    <a:pt x="1626" y="6336219"/>
                  </a:lnTo>
                  <a:lnTo>
                    <a:pt x="1735" y="6336219"/>
                  </a:lnTo>
                  <a:lnTo>
                    <a:pt x="1843" y="6336219"/>
                  </a:lnTo>
                  <a:lnTo>
                    <a:pt x="1843" y="6335596"/>
                  </a:lnTo>
                  <a:lnTo>
                    <a:pt x="1952" y="6335596"/>
                  </a:lnTo>
                  <a:lnTo>
                    <a:pt x="2060" y="6335596"/>
                  </a:lnTo>
                  <a:lnTo>
                    <a:pt x="2168" y="6335596"/>
                  </a:lnTo>
                  <a:lnTo>
                    <a:pt x="2277" y="6335596"/>
                  </a:lnTo>
                  <a:lnTo>
                    <a:pt x="2385" y="6335596"/>
                  </a:lnTo>
                  <a:lnTo>
                    <a:pt x="2494" y="6335596"/>
                  </a:lnTo>
                  <a:lnTo>
                    <a:pt x="2602" y="6335596"/>
                  </a:lnTo>
                  <a:lnTo>
                    <a:pt x="2711" y="6335596"/>
                  </a:lnTo>
                  <a:lnTo>
                    <a:pt x="2819" y="6335596"/>
                  </a:lnTo>
                  <a:lnTo>
                    <a:pt x="2928" y="6335596"/>
                  </a:lnTo>
                  <a:lnTo>
                    <a:pt x="3036" y="6335596"/>
                  </a:lnTo>
                  <a:lnTo>
                    <a:pt x="3144" y="6335596"/>
                  </a:lnTo>
                  <a:lnTo>
                    <a:pt x="3144" y="6334972"/>
                  </a:lnTo>
                  <a:lnTo>
                    <a:pt x="3253" y="6334972"/>
                  </a:lnTo>
                  <a:lnTo>
                    <a:pt x="3361" y="6334972"/>
                  </a:lnTo>
                  <a:lnTo>
                    <a:pt x="3470" y="6334972"/>
                  </a:lnTo>
                  <a:lnTo>
                    <a:pt x="3578" y="6334972"/>
                  </a:lnTo>
                  <a:lnTo>
                    <a:pt x="3578" y="6334349"/>
                  </a:lnTo>
                  <a:lnTo>
                    <a:pt x="3578" y="6333725"/>
                  </a:lnTo>
                  <a:lnTo>
                    <a:pt x="3687" y="6333725"/>
                  </a:lnTo>
                  <a:lnTo>
                    <a:pt x="3687" y="6333102"/>
                  </a:lnTo>
                  <a:lnTo>
                    <a:pt x="3795" y="6333102"/>
                  </a:lnTo>
                  <a:lnTo>
                    <a:pt x="3904" y="6333102"/>
                  </a:lnTo>
                  <a:lnTo>
                    <a:pt x="4012" y="6333102"/>
                  </a:lnTo>
                  <a:lnTo>
                    <a:pt x="4120" y="6333102"/>
                  </a:lnTo>
                  <a:lnTo>
                    <a:pt x="4229" y="6333102"/>
                  </a:lnTo>
                  <a:lnTo>
                    <a:pt x="4337" y="6333102"/>
                  </a:lnTo>
                  <a:lnTo>
                    <a:pt x="4446" y="6333102"/>
                  </a:lnTo>
                  <a:lnTo>
                    <a:pt x="4554" y="6333102"/>
                  </a:lnTo>
                  <a:lnTo>
                    <a:pt x="4663" y="6333102"/>
                  </a:lnTo>
                  <a:lnTo>
                    <a:pt x="4663" y="6332478"/>
                  </a:lnTo>
                  <a:lnTo>
                    <a:pt x="4771" y="6332478"/>
                  </a:lnTo>
                  <a:lnTo>
                    <a:pt x="4880" y="6332478"/>
                  </a:lnTo>
                  <a:lnTo>
                    <a:pt x="4988" y="6332478"/>
                  </a:lnTo>
                  <a:lnTo>
                    <a:pt x="4988" y="6331854"/>
                  </a:lnTo>
                  <a:lnTo>
                    <a:pt x="4988" y="6331231"/>
                  </a:lnTo>
                  <a:lnTo>
                    <a:pt x="5097" y="6331231"/>
                  </a:lnTo>
                  <a:lnTo>
                    <a:pt x="5097" y="6330607"/>
                  </a:lnTo>
                  <a:lnTo>
                    <a:pt x="5205" y="6330607"/>
                  </a:lnTo>
                  <a:lnTo>
                    <a:pt x="5313" y="6330607"/>
                  </a:lnTo>
                  <a:lnTo>
                    <a:pt x="5422" y="6330607"/>
                  </a:lnTo>
                  <a:lnTo>
                    <a:pt x="5422" y="6329984"/>
                  </a:lnTo>
                  <a:lnTo>
                    <a:pt x="5530" y="6329984"/>
                  </a:lnTo>
                  <a:lnTo>
                    <a:pt x="5530" y="6329360"/>
                  </a:lnTo>
                  <a:lnTo>
                    <a:pt x="5639" y="6329360"/>
                  </a:lnTo>
                  <a:lnTo>
                    <a:pt x="5639" y="6328736"/>
                  </a:lnTo>
                  <a:lnTo>
                    <a:pt x="5747" y="6328736"/>
                  </a:lnTo>
                  <a:lnTo>
                    <a:pt x="5747" y="6328113"/>
                  </a:lnTo>
                  <a:lnTo>
                    <a:pt x="5856" y="6328113"/>
                  </a:lnTo>
                  <a:lnTo>
                    <a:pt x="5964" y="6328113"/>
                  </a:lnTo>
                  <a:lnTo>
                    <a:pt x="6073" y="6328113"/>
                  </a:lnTo>
                  <a:lnTo>
                    <a:pt x="6181" y="6328113"/>
                  </a:lnTo>
                  <a:lnTo>
                    <a:pt x="6289" y="6328113"/>
                  </a:lnTo>
                  <a:lnTo>
                    <a:pt x="6398" y="6328113"/>
                  </a:lnTo>
                  <a:lnTo>
                    <a:pt x="6506" y="6328113"/>
                  </a:lnTo>
                  <a:lnTo>
                    <a:pt x="6615" y="6328113"/>
                  </a:lnTo>
                  <a:lnTo>
                    <a:pt x="6723" y="6328113"/>
                  </a:lnTo>
                  <a:lnTo>
                    <a:pt x="6832" y="6328113"/>
                  </a:lnTo>
                  <a:lnTo>
                    <a:pt x="6940" y="6328113"/>
                  </a:lnTo>
                  <a:lnTo>
                    <a:pt x="7049" y="6328113"/>
                  </a:lnTo>
                  <a:lnTo>
                    <a:pt x="7157" y="6328113"/>
                  </a:lnTo>
                  <a:lnTo>
                    <a:pt x="7265" y="6328113"/>
                  </a:lnTo>
                  <a:lnTo>
                    <a:pt x="7265" y="6327489"/>
                  </a:lnTo>
                  <a:lnTo>
                    <a:pt x="7374" y="6327489"/>
                  </a:lnTo>
                  <a:lnTo>
                    <a:pt x="7482" y="6327489"/>
                  </a:lnTo>
                  <a:lnTo>
                    <a:pt x="7591" y="6327489"/>
                  </a:lnTo>
                  <a:lnTo>
                    <a:pt x="7699" y="6327489"/>
                  </a:lnTo>
                  <a:lnTo>
                    <a:pt x="7808" y="6327489"/>
                  </a:lnTo>
                  <a:lnTo>
                    <a:pt x="7808" y="6326866"/>
                  </a:lnTo>
                  <a:lnTo>
                    <a:pt x="7916" y="6326866"/>
                  </a:lnTo>
                  <a:lnTo>
                    <a:pt x="7916" y="6326242"/>
                  </a:lnTo>
                  <a:lnTo>
                    <a:pt x="8025" y="6326242"/>
                  </a:lnTo>
                  <a:lnTo>
                    <a:pt x="8025" y="6325619"/>
                  </a:lnTo>
                  <a:lnTo>
                    <a:pt x="8133" y="6325619"/>
                  </a:lnTo>
                  <a:lnTo>
                    <a:pt x="8241" y="6325619"/>
                  </a:lnTo>
                  <a:lnTo>
                    <a:pt x="8241" y="6324995"/>
                  </a:lnTo>
                  <a:lnTo>
                    <a:pt x="8350" y="6324995"/>
                  </a:lnTo>
                  <a:lnTo>
                    <a:pt x="8458" y="6324995"/>
                  </a:lnTo>
                  <a:lnTo>
                    <a:pt x="8567" y="6324995"/>
                  </a:lnTo>
                  <a:lnTo>
                    <a:pt x="8675" y="6324995"/>
                  </a:lnTo>
                  <a:lnTo>
                    <a:pt x="8784" y="6324995"/>
                  </a:lnTo>
                  <a:lnTo>
                    <a:pt x="8892" y="6324995"/>
                  </a:lnTo>
                  <a:lnTo>
                    <a:pt x="9001" y="6324995"/>
                  </a:lnTo>
                  <a:lnTo>
                    <a:pt x="9109" y="6324995"/>
                  </a:lnTo>
                  <a:lnTo>
                    <a:pt x="9218" y="6324995"/>
                  </a:lnTo>
                  <a:lnTo>
                    <a:pt x="9326" y="6324995"/>
                  </a:lnTo>
                  <a:lnTo>
                    <a:pt x="9434" y="6324995"/>
                  </a:lnTo>
                  <a:lnTo>
                    <a:pt x="9543" y="6324995"/>
                  </a:lnTo>
                  <a:lnTo>
                    <a:pt x="9543" y="6324371"/>
                  </a:lnTo>
                  <a:lnTo>
                    <a:pt x="9543" y="6323748"/>
                  </a:lnTo>
                  <a:lnTo>
                    <a:pt x="9651" y="6323748"/>
                  </a:lnTo>
                  <a:lnTo>
                    <a:pt x="9651" y="6323124"/>
                  </a:lnTo>
                  <a:lnTo>
                    <a:pt x="9760" y="6323124"/>
                  </a:lnTo>
                  <a:lnTo>
                    <a:pt x="9868" y="6323124"/>
                  </a:lnTo>
                  <a:lnTo>
                    <a:pt x="9977" y="6323124"/>
                  </a:lnTo>
                  <a:lnTo>
                    <a:pt x="9977" y="6322501"/>
                  </a:lnTo>
                  <a:lnTo>
                    <a:pt x="10085" y="6322501"/>
                  </a:lnTo>
                  <a:lnTo>
                    <a:pt x="10085" y="6321877"/>
                  </a:lnTo>
                  <a:lnTo>
                    <a:pt x="10194" y="6321877"/>
                  </a:lnTo>
                  <a:lnTo>
                    <a:pt x="10194" y="6321253"/>
                  </a:lnTo>
                  <a:lnTo>
                    <a:pt x="10194" y="6320630"/>
                  </a:lnTo>
                  <a:lnTo>
                    <a:pt x="10302" y="6320630"/>
                  </a:lnTo>
                  <a:lnTo>
                    <a:pt x="10410" y="6320630"/>
                  </a:lnTo>
                  <a:lnTo>
                    <a:pt x="10410" y="6320006"/>
                  </a:lnTo>
                  <a:lnTo>
                    <a:pt x="10519" y="6320006"/>
                  </a:lnTo>
                  <a:lnTo>
                    <a:pt x="10627" y="6320006"/>
                  </a:lnTo>
                  <a:lnTo>
                    <a:pt x="10736" y="6320006"/>
                  </a:lnTo>
                  <a:lnTo>
                    <a:pt x="10844" y="6320006"/>
                  </a:lnTo>
                  <a:lnTo>
                    <a:pt x="10953" y="6320006"/>
                  </a:lnTo>
                  <a:lnTo>
                    <a:pt x="11061" y="6320006"/>
                  </a:lnTo>
                  <a:lnTo>
                    <a:pt x="11061" y="6319383"/>
                  </a:lnTo>
                  <a:lnTo>
                    <a:pt x="11170" y="6319383"/>
                  </a:lnTo>
                  <a:lnTo>
                    <a:pt x="11278" y="6319383"/>
                  </a:lnTo>
                  <a:lnTo>
                    <a:pt x="11386" y="6319383"/>
                  </a:lnTo>
                  <a:lnTo>
                    <a:pt x="11386" y="6318759"/>
                  </a:lnTo>
                  <a:lnTo>
                    <a:pt x="11495" y="6318759"/>
                  </a:lnTo>
                  <a:lnTo>
                    <a:pt x="11603" y="6318759"/>
                  </a:lnTo>
                  <a:lnTo>
                    <a:pt x="11603" y="6318136"/>
                  </a:lnTo>
                  <a:lnTo>
                    <a:pt x="11712" y="6318136"/>
                  </a:lnTo>
                  <a:lnTo>
                    <a:pt x="11712" y="6317512"/>
                  </a:lnTo>
                  <a:lnTo>
                    <a:pt x="11712" y="6316888"/>
                  </a:lnTo>
                  <a:lnTo>
                    <a:pt x="11820" y="6316888"/>
                  </a:lnTo>
                  <a:lnTo>
                    <a:pt x="11929" y="6316888"/>
                  </a:lnTo>
                  <a:lnTo>
                    <a:pt x="12037" y="6316888"/>
                  </a:lnTo>
                  <a:lnTo>
                    <a:pt x="12146" y="6316888"/>
                  </a:lnTo>
                  <a:lnTo>
                    <a:pt x="12254" y="6316888"/>
                  </a:lnTo>
                  <a:lnTo>
                    <a:pt x="12254" y="6316265"/>
                  </a:lnTo>
                  <a:lnTo>
                    <a:pt x="12254" y="6315641"/>
                  </a:lnTo>
                  <a:lnTo>
                    <a:pt x="12362" y="6315641"/>
                  </a:lnTo>
                  <a:lnTo>
                    <a:pt x="12471" y="6315641"/>
                  </a:lnTo>
                  <a:lnTo>
                    <a:pt x="12579" y="6315641"/>
                  </a:lnTo>
                  <a:lnTo>
                    <a:pt x="12688" y="6315641"/>
                  </a:lnTo>
                  <a:lnTo>
                    <a:pt x="12688" y="6315018"/>
                  </a:lnTo>
                  <a:lnTo>
                    <a:pt x="12688" y="6314394"/>
                  </a:lnTo>
                  <a:lnTo>
                    <a:pt x="12796" y="6314394"/>
                  </a:lnTo>
                  <a:lnTo>
                    <a:pt x="12905" y="6314394"/>
                  </a:lnTo>
                  <a:lnTo>
                    <a:pt x="13013" y="6314394"/>
                  </a:lnTo>
                  <a:lnTo>
                    <a:pt x="13013" y="6313770"/>
                  </a:lnTo>
                  <a:lnTo>
                    <a:pt x="13122" y="6313770"/>
                  </a:lnTo>
                  <a:lnTo>
                    <a:pt x="13230" y="6313770"/>
                  </a:lnTo>
                  <a:lnTo>
                    <a:pt x="13230" y="6313147"/>
                  </a:lnTo>
                  <a:lnTo>
                    <a:pt x="13230" y="6312523"/>
                  </a:lnTo>
                  <a:lnTo>
                    <a:pt x="13339" y="6312523"/>
                  </a:lnTo>
                  <a:lnTo>
                    <a:pt x="13447" y="6312523"/>
                  </a:lnTo>
                  <a:lnTo>
                    <a:pt x="13555" y="6312523"/>
                  </a:lnTo>
                  <a:lnTo>
                    <a:pt x="13664" y="6312523"/>
                  </a:lnTo>
                  <a:lnTo>
                    <a:pt x="13772" y="6312523"/>
                  </a:lnTo>
                  <a:lnTo>
                    <a:pt x="13881" y="6312523"/>
                  </a:lnTo>
                  <a:lnTo>
                    <a:pt x="13881" y="6311900"/>
                  </a:lnTo>
                  <a:lnTo>
                    <a:pt x="13989" y="6311900"/>
                  </a:lnTo>
                  <a:lnTo>
                    <a:pt x="14098" y="6311900"/>
                  </a:lnTo>
                  <a:lnTo>
                    <a:pt x="14098" y="6311276"/>
                  </a:lnTo>
                  <a:lnTo>
                    <a:pt x="14206" y="6311276"/>
                  </a:lnTo>
                  <a:lnTo>
                    <a:pt x="14315" y="6311276"/>
                  </a:lnTo>
                  <a:lnTo>
                    <a:pt x="14423" y="6311276"/>
                  </a:lnTo>
                  <a:lnTo>
                    <a:pt x="14531" y="6311276"/>
                  </a:lnTo>
                  <a:lnTo>
                    <a:pt x="14640" y="6311276"/>
                  </a:lnTo>
                  <a:lnTo>
                    <a:pt x="14748" y="6311276"/>
                  </a:lnTo>
                  <a:lnTo>
                    <a:pt x="14857" y="6311276"/>
                  </a:lnTo>
                  <a:lnTo>
                    <a:pt x="14965" y="6311276"/>
                  </a:lnTo>
                  <a:lnTo>
                    <a:pt x="15074" y="6311276"/>
                  </a:lnTo>
                  <a:lnTo>
                    <a:pt x="15074" y="6310653"/>
                  </a:lnTo>
                  <a:lnTo>
                    <a:pt x="15182" y="6310653"/>
                  </a:lnTo>
                  <a:lnTo>
                    <a:pt x="15291" y="6310653"/>
                  </a:lnTo>
                  <a:lnTo>
                    <a:pt x="15399" y="6310653"/>
                  </a:lnTo>
                  <a:lnTo>
                    <a:pt x="15399" y="6310029"/>
                  </a:lnTo>
                  <a:lnTo>
                    <a:pt x="15399" y="6309405"/>
                  </a:lnTo>
                  <a:lnTo>
                    <a:pt x="15507" y="6309405"/>
                  </a:lnTo>
                  <a:lnTo>
                    <a:pt x="15616" y="6309405"/>
                  </a:lnTo>
                  <a:lnTo>
                    <a:pt x="15724" y="6309405"/>
                  </a:lnTo>
                  <a:lnTo>
                    <a:pt x="15833" y="6309405"/>
                  </a:lnTo>
                  <a:lnTo>
                    <a:pt x="15941" y="6309405"/>
                  </a:lnTo>
                  <a:lnTo>
                    <a:pt x="15941" y="6308782"/>
                  </a:lnTo>
                  <a:lnTo>
                    <a:pt x="16050" y="6308782"/>
                  </a:lnTo>
                  <a:lnTo>
                    <a:pt x="16158" y="6308782"/>
                  </a:lnTo>
                  <a:lnTo>
                    <a:pt x="16267" y="6308782"/>
                  </a:lnTo>
                  <a:lnTo>
                    <a:pt x="16375" y="6308782"/>
                  </a:lnTo>
                  <a:lnTo>
                    <a:pt x="16375" y="6308158"/>
                  </a:lnTo>
                  <a:lnTo>
                    <a:pt x="16483" y="6308158"/>
                  </a:lnTo>
                  <a:lnTo>
                    <a:pt x="16592" y="6308158"/>
                  </a:lnTo>
                  <a:lnTo>
                    <a:pt x="16700" y="6308158"/>
                  </a:lnTo>
                  <a:lnTo>
                    <a:pt x="16809" y="6308158"/>
                  </a:lnTo>
                  <a:lnTo>
                    <a:pt x="16917" y="6308158"/>
                  </a:lnTo>
                  <a:lnTo>
                    <a:pt x="17026" y="6308158"/>
                  </a:lnTo>
                  <a:lnTo>
                    <a:pt x="17026" y="6307535"/>
                  </a:lnTo>
                  <a:lnTo>
                    <a:pt x="17134" y="6307535"/>
                  </a:lnTo>
                  <a:lnTo>
                    <a:pt x="17243" y="6307535"/>
                  </a:lnTo>
                  <a:lnTo>
                    <a:pt x="17351" y="6307535"/>
                  </a:lnTo>
                  <a:lnTo>
                    <a:pt x="17460" y="6307535"/>
                  </a:lnTo>
                  <a:lnTo>
                    <a:pt x="17460" y="6306911"/>
                  </a:lnTo>
                  <a:lnTo>
                    <a:pt x="17460" y="6306287"/>
                  </a:lnTo>
                  <a:lnTo>
                    <a:pt x="17568" y="6306287"/>
                  </a:lnTo>
                  <a:lnTo>
                    <a:pt x="17676" y="6306287"/>
                  </a:lnTo>
                  <a:lnTo>
                    <a:pt x="17785" y="6306287"/>
                  </a:lnTo>
                  <a:lnTo>
                    <a:pt x="17893" y="6306287"/>
                  </a:lnTo>
                  <a:lnTo>
                    <a:pt x="18002" y="6306287"/>
                  </a:lnTo>
                  <a:lnTo>
                    <a:pt x="18110" y="6306287"/>
                  </a:lnTo>
                  <a:lnTo>
                    <a:pt x="18219" y="6306287"/>
                  </a:lnTo>
                  <a:lnTo>
                    <a:pt x="18327" y="6306287"/>
                  </a:lnTo>
                  <a:lnTo>
                    <a:pt x="18327" y="6305664"/>
                  </a:lnTo>
                  <a:lnTo>
                    <a:pt x="18436" y="6305664"/>
                  </a:lnTo>
                  <a:lnTo>
                    <a:pt x="18544" y="6305664"/>
                  </a:lnTo>
                  <a:lnTo>
                    <a:pt x="18652" y="6305664"/>
                  </a:lnTo>
                  <a:lnTo>
                    <a:pt x="18761" y="6305664"/>
                  </a:lnTo>
                  <a:lnTo>
                    <a:pt x="18869" y="6305664"/>
                  </a:lnTo>
                  <a:lnTo>
                    <a:pt x="18978" y="6305664"/>
                  </a:lnTo>
                  <a:lnTo>
                    <a:pt x="19086" y="6305664"/>
                  </a:lnTo>
                  <a:lnTo>
                    <a:pt x="19195" y="6305664"/>
                  </a:lnTo>
                  <a:lnTo>
                    <a:pt x="19303" y="6305664"/>
                  </a:lnTo>
                  <a:lnTo>
                    <a:pt x="19412" y="6305664"/>
                  </a:lnTo>
                  <a:lnTo>
                    <a:pt x="19520" y="6305664"/>
                  </a:lnTo>
                  <a:lnTo>
                    <a:pt x="19520" y="6305040"/>
                  </a:lnTo>
                  <a:lnTo>
                    <a:pt x="19628" y="6305040"/>
                  </a:lnTo>
                  <a:lnTo>
                    <a:pt x="19737" y="6305040"/>
                  </a:lnTo>
                  <a:lnTo>
                    <a:pt x="19845" y="6305040"/>
                  </a:lnTo>
                  <a:lnTo>
                    <a:pt x="19954" y="6305040"/>
                  </a:lnTo>
                  <a:lnTo>
                    <a:pt x="20062" y="6305040"/>
                  </a:lnTo>
                  <a:lnTo>
                    <a:pt x="20171" y="6305040"/>
                  </a:lnTo>
                  <a:lnTo>
                    <a:pt x="20279" y="6305040"/>
                  </a:lnTo>
                  <a:lnTo>
                    <a:pt x="20388" y="6305040"/>
                  </a:lnTo>
                  <a:lnTo>
                    <a:pt x="20496" y="6305040"/>
                  </a:lnTo>
                  <a:lnTo>
                    <a:pt x="20604" y="6305040"/>
                  </a:lnTo>
                  <a:lnTo>
                    <a:pt x="20713" y="6305040"/>
                  </a:lnTo>
                  <a:lnTo>
                    <a:pt x="20821" y="6305040"/>
                  </a:lnTo>
                  <a:lnTo>
                    <a:pt x="20930" y="6305040"/>
                  </a:lnTo>
                  <a:lnTo>
                    <a:pt x="21038" y="6305040"/>
                  </a:lnTo>
                  <a:lnTo>
                    <a:pt x="21147" y="6305040"/>
                  </a:lnTo>
                  <a:lnTo>
                    <a:pt x="21255" y="6305040"/>
                  </a:lnTo>
                  <a:lnTo>
                    <a:pt x="21364" y="6305040"/>
                  </a:lnTo>
                  <a:lnTo>
                    <a:pt x="21472" y="6305040"/>
                  </a:lnTo>
                  <a:lnTo>
                    <a:pt x="21581" y="6305040"/>
                  </a:lnTo>
                  <a:lnTo>
                    <a:pt x="21689" y="6305040"/>
                  </a:lnTo>
                  <a:lnTo>
                    <a:pt x="21797" y="6305040"/>
                  </a:lnTo>
                  <a:lnTo>
                    <a:pt x="21906" y="6305040"/>
                  </a:lnTo>
                  <a:lnTo>
                    <a:pt x="22014" y="6305040"/>
                  </a:lnTo>
                  <a:lnTo>
                    <a:pt x="22123" y="6305040"/>
                  </a:lnTo>
                  <a:lnTo>
                    <a:pt x="22231" y="6305040"/>
                  </a:lnTo>
                  <a:lnTo>
                    <a:pt x="22231" y="6304417"/>
                  </a:lnTo>
                  <a:lnTo>
                    <a:pt x="22340" y="6304417"/>
                  </a:lnTo>
                  <a:lnTo>
                    <a:pt x="22448" y="6304417"/>
                  </a:lnTo>
                  <a:lnTo>
                    <a:pt x="22557" y="6304417"/>
                  </a:lnTo>
                  <a:lnTo>
                    <a:pt x="22665" y="6304417"/>
                  </a:lnTo>
                  <a:lnTo>
                    <a:pt x="22773" y="6304417"/>
                  </a:lnTo>
                  <a:lnTo>
                    <a:pt x="22882" y="6304417"/>
                  </a:lnTo>
                  <a:lnTo>
                    <a:pt x="22990" y="6304417"/>
                  </a:lnTo>
                  <a:lnTo>
                    <a:pt x="23099" y="6304417"/>
                  </a:lnTo>
                  <a:lnTo>
                    <a:pt x="23207" y="6304417"/>
                  </a:lnTo>
                  <a:lnTo>
                    <a:pt x="23316" y="6304417"/>
                  </a:lnTo>
                  <a:lnTo>
                    <a:pt x="23316" y="6303793"/>
                  </a:lnTo>
                  <a:lnTo>
                    <a:pt x="23424" y="6303793"/>
                  </a:lnTo>
                  <a:lnTo>
                    <a:pt x="23424" y="6303170"/>
                  </a:lnTo>
                  <a:lnTo>
                    <a:pt x="23533" y="6303170"/>
                  </a:lnTo>
                  <a:lnTo>
                    <a:pt x="23641" y="6303170"/>
                  </a:lnTo>
                  <a:lnTo>
                    <a:pt x="23749" y="6303170"/>
                  </a:lnTo>
                  <a:lnTo>
                    <a:pt x="23749" y="6302546"/>
                  </a:lnTo>
                  <a:lnTo>
                    <a:pt x="23858" y="6302546"/>
                  </a:lnTo>
                  <a:lnTo>
                    <a:pt x="23858" y="6301922"/>
                  </a:lnTo>
                  <a:lnTo>
                    <a:pt x="23966" y="6301922"/>
                  </a:lnTo>
                  <a:lnTo>
                    <a:pt x="24075" y="6301922"/>
                  </a:lnTo>
                  <a:lnTo>
                    <a:pt x="24183" y="6301922"/>
                  </a:lnTo>
                  <a:lnTo>
                    <a:pt x="24292" y="6301922"/>
                  </a:lnTo>
                  <a:lnTo>
                    <a:pt x="24400" y="6301922"/>
                  </a:lnTo>
                  <a:lnTo>
                    <a:pt x="24400" y="6301299"/>
                  </a:lnTo>
                  <a:lnTo>
                    <a:pt x="24509" y="6301299"/>
                  </a:lnTo>
                  <a:lnTo>
                    <a:pt x="24617" y="6301299"/>
                  </a:lnTo>
                  <a:lnTo>
                    <a:pt x="24725" y="6301299"/>
                  </a:lnTo>
                  <a:lnTo>
                    <a:pt x="24834" y="6301299"/>
                  </a:lnTo>
                  <a:lnTo>
                    <a:pt x="24942" y="6301299"/>
                  </a:lnTo>
                  <a:lnTo>
                    <a:pt x="24942" y="6300675"/>
                  </a:lnTo>
                  <a:lnTo>
                    <a:pt x="25051" y="6300675"/>
                  </a:lnTo>
                  <a:lnTo>
                    <a:pt x="25159" y="6300675"/>
                  </a:lnTo>
                  <a:lnTo>
                    <a:pt x="25159" y="6300052"/>
                  </a:lnTo>
                  <a:lnTo>
                    <a:pt x="25268" y="6300052"/>
                  </a:lnTo>
                  <a:lnTo>
                    <a:pt x="25376" y="6300052"/>
                  </a:lnTo>
                  <a:lnTo>
                    <a:pt x="25485" y="6300052"/>
                  </a:lnTo>
                  <a:lnTo>
                    <a:pt x="25593" y="6300052"/>
                  </a:lnTo>
                  <a:lnTo>
                    <a:pt x="25701" y="6300052"/>
                  </a:lnTo>
                  <a:lnTo>
                    <a:pt x="25810" y="6300052"/>
                  </a:lnTo>
                  <a:lnTo>
                    <a:pt x="25810" y="6299428"/>
                  </a:lnTo>
                  <a:lnTo>
                    <a:pt x="25810" y="6298805"/>
                  </a:lnTo>
                  <a:lnTo>
                    <a:pt x="25918" y="6298805"/>
                  </a:lnTo>
                  <a:lnTo>
                    <a:pt x="25918" y="6298181"/>
                  </a:lnTo>
                  <a:lnTo>
                    <a:pt x="26027" y="6298181"/>
                  </a:lnTo>
                  <a:lnTo>
                    <a:pt x="26135" y="6298181"/>
                  </a:lnTo>
                  <a:lnTo>
                    <a:pt x="26135" y="6297557"/>
                  </a:lnTo>
                  <a:lnTo>
                    <a:pt x="26244" y="6297557"/>
                  </a:lnTo>
                  <a:lnTo>
                    <a:pt x="26352" y="6297557"/>
                  </a:lnTo>
                  <a:lnTo>
                    <a:pt x="26352" y="6296934"/>
                  </a:lnTo>
                  <a:lnTo>
                    <a:pt x="26352" y="6296310"/>
                  </a:lnTo>
                  <a:lnTo>
                    <a:pt x="26461" y="6296310"/>
                  </a:lnTo>
                  <a:lnTo>
                    <a:pt x="26461" y="6295687"/>
                  </a:lnTo>
                  <a:lnTo>
                    <a:pt x="26461" y="6295063"/>
                  </a:lnTo>
                  <a:lnTo>
                    <a:pt x="26569" y="6295063"/>
                  </a:lnTo>
                  <a:lnTo>
                    <a:pt x="26678" y="6295063"/>
                  </a:lnTo>
                  <a:lnTo>
                    <a:pt x="26786" y="6295063"/>
                  </a:lnTo>
                  <a:lnTo>
                    <a:pt x="26894" y="6295063"/>
                  </a:lnTo>
                  <a:lnTo>
                    <a:pt x="27003" y="6295063"/>
                  </a:lnTo>
                  <a:lnTo>
                    <a:pt x="27003" y="6294439"/>
                  </a:lnTo>
                  <a:lnTo>
                    <a:pt x="27003" y="6293816"/>
                  </a:lnTo>
                  <a:lnTo>
                    <a:pt x="27003" y="6293192"/>
                  </a:lnTo>
                  <a:lnTo>
                    <a:pt x="27111" y="6293192"/>
                  </a:lnTo>
                  <a:lnTo>
                    <a:pt x="27220" y="6293192"/>
                  </a:lnTo>
                  <a:lnTo>
                    <a:pt x="27328" y="6293192"/>
                  </a:lnTo>
                  <a:lnTo>
                    <a:pt x="27437" y="6293192"/>
                  </a:lnTo>
                  <a:lnTo>
                    <a:pt x="27545" y="6293192"/>
                  </a:lnTo>
                  <a:lnTo>
                    <a:pt x="27654" y="6293192"/>
                  </a:lnTo>
                  <a:lnTo>
                    <a:pt x="27762" y="6293192"/>
                  </a:lnTo>
                  <a:lnTo>
                    <a:pt x="27870" y="6293192"/>
                  </a:lnTo>
                  <a:lnTo>
                    <a:pt x="27979" y="6293192"/>
                  </a:lnTo>
                  <a:lnTo>
                    <a:pt x="28087" y="6293192"/>
                  </a:lnTo>
                  <a:lnTo>
                    <a:pt x="28087" y="6292569"/>
                  </a:lnTo>
                  <a:lnTo>
                    <a:pt x="28196" y="6292569"/>
                  </a:lnTo>
                  <a:lnTo>
                    <a:pt x="28304" y="6292569"/>
                  </a:lnTo>
                  <a:lnTo>
                    <a:pt x="28413" y="6292569"/>
                  </a:lnTo>
                  <a:lnTo>
                    <a:pt x="28521" y="6292569"/>
                  </a:lnTo>
                  <a:lnTo>
                    <a:pt x="28521" y="6291945"/>
                  </a:lnTo>
                  <a:lnTo>
                    <a:pt x="28630" y="6291945"/>
                  </a:lnTo>
                  <a:lnTo>
                    <a:pt x="28630" y="6291322"/>
                  </a:lnTo>
                  <a:lnTo>
                    <a:pt x="28738" y="6291322"/>
                  </a:lnTo>
                  <a:lnTo>
                    <a:pt x="28846" y="6291322"/>
                  </a:lnTo>
                  <a:lnTo>
                    <a:pt x="28846" y="6290698"/>
                  </a:lnTo>
                  <a:lnTo>
                    <a:pt x="28955" y="6290698"/>
                  </a:lnTo>
                  <a:lnTo>
                    <a:pt x="29063" y="6290698"/>
                  </a:lnTo>
                  <a:lnTo>
                    <a:pt x="29172" y="6290698"/>
                  </a:lnTo>
                  <a:lnTo>
                    <a:pt x="29280" y="6290698"/>
                  </a:lnTo>
                  <a:lnTo>
                    <a:pt x="29389" y="6290698"/>
                  </a:lnTo>
                  <a:lnTo>
                    <a:pt x="29497" y="6290698"/>
                  </a:lnTo>
                  <a:lnTo>
                    <a:pt x="29606" y="6290698"/>
                  </a:lnTo>
                  <a:lnTo>
                    <a:pt x="29714" y="6290698"/>
                  </a:lnTo>
                  <a:lnTo>
                    <a:pt x="29822" y="6290698"/>
                  </a:lnTo>
                  <a:lnTo>
                    <a:pt x="29931" y="6290698"/>
                  </a:lnTo>
                  <a:lnTo>
                    <a:pt x="29931" y="6290074"/>
                  </a:lnTo>
                  <a:lnTo>
                    <a:pt x="30039" y="6290074"/>
                  </a:lnTo>
                  <a:lnTo>
                    <a:pt x="30148" y="6290074"/>
                  </a:lnTo>
                  <a:lnTo>
                    <a:pt x="30256" y="6290074"/>
                  </a:lnTo>
                  <a:lnTo>
                    <a:pt x="30365" y="6290074"/>
                  </a:lnTo>
                  <a:lnTo>
                    <a:pt x="30473" y="6290074"/>
                  </a:lnTo>
                  <a:lnTo>
                    <a:pt x="30582" y="6290074"/>
                  </a:lnTo>
                  <a:lnTo>
                    <a:pt x="30582" y="6289451"/>
                  </a:lnTo>
                  <a:lnTo>
                    <a:pt x="30582" y="6288827"/>
                  </a:lnTo>
                  <a:lnTo>
                    <a:pt x="30582" y="6288204"/>
                  </a:lnTo>
                  <a:lnTo>
                    <a:pt x="30690" y="6288204"/>
                  </a:lnTo>
                  <a:lnTo>
                    <a:pt x="30799" y="6288204"/>
                  </a:lnTo>
                  <a:lnTo>
                    <a:pt x="30907" y="6288204"/>
                  </a:lnTo>
                  <a:lnTo>
                    <a:pt x="31015" y="6288204"/>
                  </a:lnTo>
                  <a:lnTo>
                    <a:pt x="31015" y="6287580"/>
                  </a:lnTo>
                  <a:lnTo>
                    <a:pt x="31124" y="6287580"/>
                  </a:lnTo>
                  <a:lnTo>
                    <a:pt x="31124" y="6286956"/>
                  </a:lnTo>
                  <a:lnTo>
                    <a:pt x="31232" y="6286956"/>
                  </a:lnTo>
                  <a:lnTo>
                    <a:pt x="31341" y="6286956"/>
                  </a:lnTo>
                  <a:lnTo>
                    <a:pt x="31449" y="6286956"/>
                  </a:lnTo>
                  <a:lnTo>
                    <a:pt x="31558" y="6286956"/>
                  </a:lnTo>
                  <a:lnTo>
                    <a:pt x="31666" y="6286956"/>
                  </a:lnTo>
                  <a:lnTo>
                    <a:pt x="31775" y="6286956"/>
                  </a:lnTo>
                  <a:lnTo>
                    <a:pt x="31883" y="6286956"/>
                  </a:lnTo>
                  <a:lnTo>
                    <a:pt x="31991" y="6286956"/>
                  </a:lnTo>
                  <a:lnTo>
                    <a:pt x="32100" y="6286956"/>
                  </a:lnTo>
                  <a:lnTo>
                    <a:pt x="32208" y="6286956"/>
                  </a:lnTo>
                  <a:lnTo>
                    <a:pt x="32317" y="6286956"/>
                  </a:lnTo>
                  <a:lnTo>
                    <a:pt x="32425" y="6286956"/>
                  </a:lnTo>
                  <a:lnTo>
                    <a:pt x="32534" y="6286956"/>
                  </a:lnTo>
                  <a:lnTo>
                    <a:pt x="32642" y="6286956"/>
                  </a:lnTo>
                  <a:lnTo>
                    <a:pt x="32751" y="6286956"/>
                  </a:lnTo>
                  <a:lnTo>
                    <a:pt x="32859" y="6286956"/>
                  </a:lnTo>
                  <a:lnTo>
                    <a:pt x="32859" y="6286333"/>
                  </a:lnTo>
                  <a:lnTo>
                    <a:pt x="32967" y="6286333"/>
                  </a:lnTo>
                  <a:lnTo>
                    <a:pt x="32967" y="6285709"/>
                  </a:lnTo>
                  <a:lnTo>
                    <a:pt x="32967" y="6285086"/>
                  </a:lnTo>
                  <a:lnTo>
                    <a:pt x="33076" y="6285086"/>
                  </a:lnTo>
                  <a:lnTo>
                    <a:pt x="33184" y="6285086"/>
                  </a:lnTo>
                  <a:lnTo>
                    <a:pt x="33293" y="6285086"/>
                  </a:lnTo>
                  <a:lnTo>
                    <a:pt x="33401" y="6285086"/>
                  </a:lnTo>
                  <a:lnTo>
                    <a:pt x="33510" y="6285086"/>
                  </a:lnTo>
                  <a:lnTo>
                    <a:pt x="33618" y="6285086"/>
                  </a:lnTo>
                  <a:lnTo>
                    <a:pt x="33727" y="6285086"/>
                  </a:lnTo>
                  <a:lnTo>
                    <a:pt x="33727" y="6284462"/>
                  </a:lnTo>
                  <a:lnTo>
                    <a:pt x="33835" y="6284462"/>
                  </a:lnTo>
                  <a:lnTo>
                    <a:pt x="33943" y="6284462"/>
                  </a:lnTo>
                  <a:lnTo>
                    <a:pt x="34052" y="6284462"/>
                  </a:lnTo>
                  <a:lnTo>
                    <a:pt x="34160" y="6284462"/>
                  </a:lnTo>
                  <a:lnTo>
                    <a:pt x="34269" y="6284462"/>
                  </a:lnTo>
                  <a:lnTo>
                    <a:pt x="34377" y="6284462"/>
                  </a:lnTo>
                  <a:lnTo>
                    <a:pt x="34486" y="6284462"/>
                  </a:lnTo>
                  <a:lnTo>
                    <a:pt x="34594" y="6284462"/>
                  </a:lnTo>
                  <a:lnTo>
                    <a:pt x="34594" y="6283839"/>
                  </a:lnTo>
                  <a:lnTo>
                    <a:pt x="34703" y="6283839"/>
                  </a:lnTo>
                  <a:lnTo>
                    <a:pt x="34811" y="6283839"/>
                  </a:lnTo>
                  <a:lnTo>
                    <a:pt x="34811" y="6283215"/>
                  </a:lnTo>
                  <a:lnTo>
                    <a:pt x="34811" y="6282591"/>
                  </a:lnTo>
                  <a:lnTo>
                    <a:pt x="34920" y="6282591"/>
                  </a:lnTo>
                  <a:lnTo>
                    <a:pt x="35028" y="6282591"/>
                  </a:lnTo>
                  <a:lnTo>
                    <a:pt x="35028" y="6281968"/>
                  </a:lnTo>
                  <a:lnTo>
                    <a:pt x="35028" y="6281344"/>
                  </a:lnTo>
                  <a:lnTo>
                    <a:pt x="35028" y="6280721"/>
                  </a:lnTo>
                  <a:lnTo>
                    <a:pt x="35136" y="6280721"/>
                  </a:lnTo>
                  <a:lnTo>
                    <a:pt x="35245" y="6280721"/>
                  </a:lnTo>
                  <a:lnTo>
                    <a:pt x="35353" y="6280721"/>
                  </a:lnTo>
                  <a:lnTo>
                    <a:pt x="35462" y="6280721"/>
                  </a:lnTo>
                  <a:lnTo>
                    <a:pt x="35570" y="6280721"/>
                  </a:lnTo>
                  <a:lnTo>
                    <a:pt x="35679" y="6280721"/>
                  </a:lnTo>
                  <a:lnTo>
                    <a:pt x="35787" y="6280721"/>
                  </a:lnTo>
                  <a:lnTo>
                    <a:pt x="35896" y="6280721"/>
                  </a:lnTo>
                  <a:lnTo>
                    <a:pt x="36004" y="6280721"/>
                  </a:lnTo>
                  <a:lnTo>
                    <a:pt x="36112" y="6280721"/>
                  </a:lnTo>
                  <a:lnTo>
                    <a:pt x="36221" y="6280721"/>
                  </a:lnTo>
                  <a:lnTo>
                    <a:pt x="36329" y="6280721"/>
                  </a:lnTo>
                  <a:lnTo>
                    <a:pt x="36329" y="6280097"/>
                  </a:lnTo>
                  <a:lnTo>
                    <a:pt x="36438" y="6280097"/>
                  </a:lnTo>
                  <a:lnTo>
                    <a:pt x="36546" y="6280097"/>
                  </a:lnTo>
                  <a:lnTo>
                    <a:pt x="36655" y="6280097"/>
                  </a:lnTo>
                  <a:lnTo>
                    <a:pt x="36655" y="6279473"/>
                  </a:lnTo>
                  <a:lnTo>
                    <a:pt x="36763" y="6279473"/>
                  </a:lnTo>
                  <a:lnTo>
                    <a:pt x="36872" y="6279473"/>
                  </a:lnTo>
                  <a:lnTo>
                    <a:pt x="36872" y="6278850"/>
                  </a:lnTo>
                  <a:lnTo>
                    <a:pt x="36980" y="6278850"/>
                  </a:lnTo>
                  <a:lnTo>
                    <a:pt x="36980" y="6278226"/>
                  </a:lnTo>
                  <a:lnTo>
                    <a:pt x="36980" y="6277603"/>
                  </a:lnTo>
                  <a:lnTo>
                    <a:pt x="37088" y="6277603"/>
                  </a:lnTo>
                  <a:lnTo>
                    <a:pt x="37197" y="6277603"/>
                  </a:lnTo>
                  <a:lnTo>
                    <a:pt x="37197" y="6276979"/>
                  </a:lnTo>
                  <a:lnTo>
                    <a:pt x="37305" y="6276979"/>
                  </a:lnTo>
                  <a:lnTo>
                    <a:pt x="37305" y="6276356"/>
                  </a:lnTo>
                  <a:lnTo>
                    <a:pt x="37305" y="6275732"/>
                  </a:lnTo>
                  <a:lnTo>
                    <a:pt x="37414" y="6275732"/>
                  </a:lnTo>
                  <a:lnTo>
                    <a:pt x="37522" y="6275732"/>
                  </a:lnTo>
                  <a:lnTo>
                    <a:pt x="37631" y="6275732"/>
                  </a:lnTo>
                  <a:lnTo>
                    <a:pt x="37739" y="6275732"/>
                  </a:lnTo>
                  <a:lnTo>
                    <a:pt x="37848" y="6275732"/>
                  </a:lnTo>
                  <a:lnTo>
                    <a:pt x="37956" y="6275732"/>
                  </a:lnTo>
                  <a:lnTo>
                    <a:pt x="37956" y="6275108"/>
                  </a:lnTo>
                  <a:lnTo>
                    <a:pt x="38064" y="6275108"/>
                  </a:lnTo>
                  <a:lnTo>
                    <a:pt x="38173" y="6275108"/>
                  </a:lnTo>
                  <a:lnTo>
                    <a:pt x="38173" y="6274485"/>
                  </a:lnTo>
                  <a:lnTo>
                    <a:pt x="38281" y="6274485"/>
                  </a:lnTo>
                  <a:lnTo>
                    <a:pt x="38390" y="6274485"/>
                  </a:lnTo>
                  <a:lnTo>
                    <a:pt x="38498" y="6274485"/>
                  </a:lnTo>
                  <a:lnTo>
                    <a:pt x="38607" y="6274485"/>
                  </a:lnTo>
                  <a:lnTo>
                    <a:pt x="38715" y="6274485"/>
                  </a:lnTo>
                  <a:lnTo>
                    <a:pt x="38824" y="6274485"/>
                  </a:lnTo>
                  <a:lnTo>
                    <a:pt x="38932" y="6274485"/>
                  </a:lnTo>
                  <a:lnTo>
                    <a:pt x="39041" y="6274485"/>
                  </a:lnTo>
                  <a:lnTo>
                    <a:pt x="39149" y="6274485"/>
                  </a:lnTo>
                  <a:lnTo>
                    <a:pt x="39257" y="6274485"/>
                  </a:lnTo>
                  <a:lnTo>
                    <a:pt x="39366" y="6274485"/>
                  </a:lnTo>
                  <a:lnTo>
                    <a:pt x="39474" y="6274485"/>
                  </a:lnTo>
                  <a:lnTo>
                    <a:pt x="39583" y="6274485"/>
                  </a:lnTo>
                  <a:lnTo>
                    <a:pt x="39691" y="6274485"/>
                  </a:lnTo>
                  <a:lnTo>
                    <a:pt x="39800" y="6274485"/>
                  </a:lnTo>
                  <a:lnTo>
                    <a:pt x="39908" y="6274485"/>
                  </a:lnTo>
                  <a:lnTo>
                    <a:pt x="40017" y="6274485"/>
                  </a:lnTo>
                  <a:lnTo>
                    <a:pt x="40017" y="6273861"/>
                  </a:lnTo>
                  <a:lnTo>
                    <a:pt x="40125" y="6273861"/>
                  </a:lnTo>
                  <a:lnTo>
                    <a:pt x="40233" y="6273861"/>
                  </a:lnTo>
                  <a:lnTo>
                    <a:pt x="40342" y="6273861"/>
                  </a:lnTo>
                  <a:lnTo>
                    <a:pt x="40450" y="6273861"/>
                  </a:lnTo>
                  <a:lnTo>
                    <a:pt x="40450" y="6273238"/>
                  </a:lnTo>
                  <a:lnTo>
                    <a:pt x="40559" y="6273238"/>
                  </a:lnTo>
                  <a:lnTo>
                    <a:pt x="40667" y="6273238"/>
                  </a:lnTo>
                  <a:lnTo>
                    <a:pt x="40776" y="6273238"/>
                  </a:lnTo>
                  <a:lnTo>
                    <a:pt x="40776" y="6272614"/>
                  </a:lnTo>
                  <a:lnTo>
                    <a:pt x="40776" y="6271990"/>
                  </a:lnTo>
                  <a:lnTo>
                    <a:pt x="40884" y="6271990"/>
                  </a:lnTo>
                  <a:lnTo>
                    <a:pt x="40993" y="6271990"/>
                  </a:lnTo>
                  <a:lnTo>
                    <a:pt x="41101" y="6271990"/>
                  </a:lnTo>
                  <a:lnTo>
                    <a:pt x="41209" y="6271990"/>
                  </a:lnTo>
                  <a:lnTo>
                    <a:pt x="41318" y="6271990"/>
                  </a:lnTo>
                  <a:lnTo>
                    <a:pt x="41426" y="6271990"/>
                  </a:lnTo>
                  <a:lnTo>
                    <a:pt x="41535" y="6271990"/>
                  </a:lnTo>
                  <a:lnTo>
                    <a:pt x="41643" y="6271990"/>
                  </a:lnTo>
                  <a:lnTo>
                    <a:pt x="41752" y="6271990"/>
                  </a:lnTo>
                  <a:lnTo>
                    <a:pt x="41860" y="6271990"/>
                  </a:lnTo>
                  <a:lnTo>
                    <a:pt x="41860" y="6271367"/>
                  </a:lnTo>
                  <a:lnTo>
                    <a:pt x="41860" y="6270743"/>
                  </a:lnTo>
                  <a:lnTo>
                    <a:pt x="41969" y="6270743"/>
                  </a:lnTo>
                  <a:lnTo>
                    <a:pt x="42077" y="6270743"/>
                  </a:lnTo>
                  <a:lnTo>
                    <a:pt x="42185" y="6270743"/>
                  </a:lnTo>
                  <a:lnTo>
                    <a:pt x="42294" y="6270743"/>
                  </a:lnTo>
                  <a:lnTo>
                    <a:pt x="42294" y="6270120"/>
                  </a:lnTo>
                  <a:lnTo>
                    <a:pt x="42402" y="6270120"/>
                  </a:lnTo>
                  <a:lnTo>
                    <a:pt x="42402" y="6269496"/>
                  </a:lnTo>
                  <a:lnTo>
                    <a:pt x="42402" y="6268873"/>
                  </a:lnTo>
                  <a:lnTo>
                    <a:pt x="42402" y="6268249"/>
                  </a:lnTo>
                  <a:lnTo>
                    <a:pt x="42511" y="6268249"/>
                  </a:lnTo>
                  <a:lnTo>
                    <a:pt x="42511" y="6267625"/>
                  </a:lnTo>
                  <a:lnTo>
                    <a:pt x="42619" y="6267625"/>
                  </a:lnTo>
                  <a:lnTo>
                    <a:pt x="42619" y="6267002"/>
                  </a:lnTo>
                  <a:lnTo>
                    <a:pt x="42728" y="6267002"/>
                  </a:lnTo>
                  <a:lnTo>
                    <a:pt x="42836" y="6267002"/>
                  </a:lnTo>
                  <a:lnTo>
                    <a:pt x="42945" y="6267002"/>
                  </a:lnTo>
                  <a:lnTo>
                    <a:pt x="43053" y="6267002"/>
                  </a:lnTo>
                  <a:lnTo>
                    <a:pt x="43162" y="6267002"/>
                  </a:lnTo>
                  <a:lnTo>
                    <a:pt x="43162" y="6266378"/>
                  </a:lnTo>
                  <a:lnTo>
                    <a:pt x="43270" y="6266378"/>
                  </a:lnTo>
                  <a:lnTo>
                    <a:pt x="43378" y="6266378"/>
                  </a:lnTo>
                  <a:lnTo>
                    <a:pt x="43487" y="6266378"/>
                  </a:lnTo>
                  <a:lnTo>
                    <a:pt x="43595" y="6266378"/>
                  </a:lnTo>
                  <a:lnTo>
                    <a:pt x="43704" y="6266378"/>
                  </a:lnTo>
                  <a:lnTo>
                    <a:pt x="43812" y="6266378"/>
                  </a:lnTo>
                  <a:lnTo>
                    <a:pt x="43921" y="6266378"/>
                  </a:lnTo>
                  <a:lnTo>
                    <a:pt x="43921" y="6265755"/>
                  </a:lnTo>
                  <a:lnTo>
                    <a:pt x="43921" y="6265131"/>
                  </a:lnTo>
                  <a:lnTo>
                    <a:pt x="44029" y="6265131"/>
                  </a:lnTo>
                  <a:lnTo>
                    <a:pt x="44138" y="6265131"/>
                  </a:lnTo>
                  <a:lnTo>
                    <a:pt x="44246" y="6265131"/>
                  </a:lnTo>
                  <a:lnTo>
                    <a:pt x="44354" y="6265131"/>
                  </a:lnTo>
                  <a:lnTo>
                    <a:pt x="44463" y="6265131"/>
                  </a:lnTo>
                  <a:lnTo>
                    <a:pt x="44571" y="6265131"/>
                  </a:lnTo>
                  <a:lnTo>
                    <a:pt x="44680" y="6265131"/>
                  </a:lnTo>
                  <a:lnTo>
                    <a:pt x="44788" y="6265131"/>
                  </a:lnTo>
                  <a:lnTo>
                    <a:pt x="44897" y="6265131"/>
                  </a:lnTo>
                  <a:lnTo>
                    <a:pt x="45005" y="6265131"/>
                  </a:lnTo>
                  <a:lnTo>
                    <a:pt x="45114" y="6265131"/>
                  </a:lnTo>
                  <a:lnTo>
                    <a:pt x="45114" y="6264507"/>
                  </a:lnTo>
                  <a:lnTo>
                    <a:pt x="45222" y="6264507"/>
                  </a:lnTo>
                  <a:lnTo>
                    <a:pt x="45330" y="6264507"/>
                  </a:lnTo>
                  <a:lnTo>
                    <a:pt x="45330" y="6263884"/>
                  </a:lnTo>
                  <a:lnTo>
                    <a:pt x="45439" y="6263884"/>
                  </a:lnTo>
                  <a:lnTo>
                    <a:pt x="45439" y="6263260"/>
                  </a:lnTo>
                  <a:lnTo>
                    <a:pt x="45547" y="6263260"/>
                  </a:lnTo>
                  <a:lnTo>
                    <a:pt x="45656" y="6263260"/>
                  </a:lnTo>
                  <a:lnTo>
                    <a:pt x="45764" y="6263260"/>
                  </a:lnTo>
                  <a:lnTo>
                    <a:pt x="45764" y="6262637"/>
                  </a:lnTo>
                  <a:lnTo>
                    <a:pt x="45873" y="6262637"/>
                  </a:lnTo>
                  <a:lnTo>
                    <a:pt x="45981" y="6262637"/>
                  </a:lnTo>
                  <a:lnTo>
                    <a:pt x="45981" y="6262013"/>
                  </a:lnTo>
                  <a:lnTo>
                    <a:pt x="46090" y="6262013"/>
                  </a:lnTo>
                  <a:lnTo>
                    <a:pt x="46198" y="6262013"/>
                  </a:lnTo>
                  <a:lnTo>
                    <a:pt x="46306" y="6262013"/>
                  </a:lnTo>
                  <a:lnTo>
                    <a:pt x="46415" y="6262013"/>
                  </a:lnTo>
                  <a:lnTo>
                    <a:pt x="46523" y="6262013"/>
                  </a:lnTo>
                  <a:lnTo>
                    <a:pt x="46632" y="6262013"/>
                  </a:lnTo>
                  <a:lnTo>
                    <a:pt x="46740" y="6262013"/>
                  </a:lnTo>
                  <a:lnTo>
                    <a:pt x="46849" y="6262013"/>
                  </a:lnTo>
                  <a:lnTo>
                    <a:pt x="46957" y="6262013"/>
                  </a:lnTo>
                  <a:lnTo>
                    <a:pt x="47066" y="6262013"/>
                  </a:lnTo>
                  <a:lnTo>
                    <a:pt x="47066" y="6261390"/>
                  </a:lnTo>
                  <a:lnTo>
                    <a:pt x="47174" y="6261390"/>
                  </a:lnTo>
                  <a:lnTo>
                    <a:pt x="47282" y="6261390"/>
                  </a:lnTo>
                  <a:lnTo>
                    <a:pt x="47391" y="6261390"/>
                  </a:lnTo>
                  <a:lnTo>
                    <a:pt x="47499" y="6261390"/>
                  </a:lnTo>
                  <a:lnTo>
                    <a:pt x="47499" y="6260766"/>
                  </a:lnTo>
                  <a:lnTo>
                    <a:pt x="47499" y="6260142"/>
                  </a:lnTo>
                  <a:lnTo>
                    <a:pt x="47608" y="6260142"/>
                  </a:lnTo>
                  <a:lnTo>
                    <a:pt x="47716" y="6260142"/>
                  </a:lnTo>
                  <a:lnTo>
                    <a:pt x="47825" y="6260142"/>
                  </a:lnTo>
                  <a:lnTo>
                    <a:pt x="47825" y="6259519"/>
                  </a:lnTo>
                  <a:lnTo>
                    <a:pt x="47933" y="6259519"/>
                  </a:lnTo>
                  <a:lnTo>
                    <a:pt x="47933" y="6258895"/>
                  </a:lnTo>
                  <a:lnTo>
                    <a:pt x="48042" y="6258895"/>
                  </a:lnTo>
                  <a:lnTo>
                    <a:pt x="48042" y="6258272"/>
                  </a:lnTo>
                  <a:lnTo>
                    <a:pt x="48042" y="6257648"/>
                  </a:lnTo>
                  <a:lnTo>
                    <a:pt x="48150" y="6257648"/>
                  </a:lnTo>
                  <a:lnTo>
                    <a:pt x="48259" y="6257648"/>
                  </a:lnTo>
                  <a:lnTo>
                    <a:pt x="48367" y="6257648"/>
                  </a:lnTo>
                  <a:lnTo>
                    <a:pt x="48475" y="6257648"/>
                  </a:lnTo>
                  <a:lnTo>
                    <a:pt x="48584" y="6257648"/>
                  </a:lnTo>
                  <a:lnTo>
                    <a:pt x="48584" y="6257024"/>
                  </a:lnTo>
                  <a:lnTo>
                    <a:pt x="48584" y="6256401"/>
                  </a:lnTo>
                  <a:lnTo>
                    <a:pt x="48584" y="6255777"/>
                  </a:lnTo>
                  <a:lnTo>
                    <a:pt x="48692" y="6255777"/>
                  </a:lnTo>
                  <a:lnTo>
                    <a:pt x="48801" y="6255777"/>
                  </a:lnTo>
                  <a:lnTo>
                    <a:pt x="48909" y="6255777"/>
                  </a:lnTo>
                  <a:lnTo>
                    <a:pt x="49018" y="6255777"/>
                  </a:lnTo>
                  <a:lnTo>
                    <a:pt x="49126" y="6255777"/>
                  </a:lnTo>
                  <a:lnTo>
                    <a:pt x="49235" y="6255777"/>
                  </a:lnTo>
                  <a:lnTo>
                    <a:pt x="49343" y="6255777"/>
                  </a:lnTo>
                  <a:lnTo>
                    <a:pt x="49451" y="6255777"/>
                  </a:lnTo>
                  <a:lnTo>
                    <a:pt x="49560" y="6255777"/>
                  </a:lnTo>
                  <a:lnTo>
                    <a:pt x="49668" y="6255777"/>
                  </a:lnTo>
                  <a:lnTo>
                    <a:pt x="49668" y="6255154"/>
                  </a:lnTo>
                  <a:lnTo>
                    <a:pt x="49777" y="6255154"/>
                  </a:lnTo>
                  <a:lnTo>
                    <a:pt x="49885" y="6255154"/>
                  </a:lnTo>
                  <a:lnTo>
                    <a:pt x="49994" y="6255154"/>
                  </a:lnTo>
                  <a:lnTo>
                    <a:pt x="50102" y="6255154"/>
                  </a:lnTo>
                  <a:lnTo>
                    <a:pt x="50102" y="6254530"/>
                  </a:lnTo>
                  <a:lnTo>
                    <a:pt x="50211" y="6254530"/>
                  </a:lnTo>
                  <a:lnTo>
                    <a:pt x="50319" y="6254530"/>
                  </a:lnTo>
                  <a:lnTo>
                    <a:pt x="50427" y="6254530"/>
                  </a:lnTo>
                  <a:lnTo>
                    <a:pt x="50536" y="6254530"/>
                  </a:lnTo>
                  <a:lnTo>
                    <a:pt x="50644" y="6254530"/>
                  </a:lnTo>
                  <a:lnTo>
                    <a:pt x="50644" y="6253907"/>
                  </a:lnTo>
                  <a:lnTo>
                    <a:pt x="50753" y="6253907"/>
                  </a:lnTo>
                  <a:lnTo>
                    <a:pt x="50861" y="6253907"/>
                  </a:lnTo>
                  <a:lnTo>
                    <a:pt x="50970" y="6253907"/>
                  </a:lnTo>
                  <a:lnTo>
                    <a:pt x="51078" y="6253907"/>
                  </a:lnTo>
                  <a:lnTo>
                    <a:pt x="51187" y="6253907"/>
                  </a:lnTo>
                  <a:lnTo>
                    <a:pt x="51295" y="6253907"/>
                  </a:lnTo>
                  <a:lnTo>
                    <a:pt x="51403" y="6253907"/>
                  </a:lnTo>
                  <a:lnTo>
                    <a:pt x="51512" y="6253907"/>
                  </a:lnTo>
                  <a:lnTo>
                    <a:pt x="51620" y="6253907"/>
                  </a:lnTo>
                  <a:lnTo>
                    <a:pt x="51729" y="6253907"/>
                  </a:lnTo>
                  <a:lnTo>
                    <a:pt x="51837" y="6253907"/>
                  </a:lnTo>
                  <a:lnTo>
                    <a:pt x="51946" y="6253907"/>
                  </a:lnTo>
                  <a:lnTo>
                    <a:pt x="51946" y="6253283"/>
                  </a:lnTo>
                  <a:lnTo>
                    <a:pt x="51946" y="6252659"/>
                  </a:lnTo>
                  <a:lnTo>
                    <a:pt x="52054" y="6252659"/>
                  </a:lnTo>
                  <a:lnTo>
                    <a:pt x="52163" y="6252659"/>
                  </a:lnTo>
                  <a:lnTo>
                    <a:pt x="52271" y="6252659"/>
                  </a:lnTo>
                  <a:lnTo>
                    <a:pt x="52380" y="6252659"/>
                  </a:lnTo>
                  <a:lnTo>
                    <a:pt x="52488" y="6252659"/>
                  </a:lnTo>
                  <a:lnTo>
                    <a:pt x="52488" y="6252036"/>
                  </a:lnTo>
                  <a:lnTo>
                    <a:pt x="52488" y="6251412"/>
                  </a:lnTo>
                  <a:lnTo>
                    <a:pt x="52596" y="6251412"/>
                  </a:lnTo>
                  <a:lnTo>
                    <a:pt x="52705" y="6251412"/>
                  </a:lnTo>
                  <a:lnTo>
                    <a:pt x="52705" y="6250789"/>
                  </a:lnTo>
                  <a:lnTo>
                    <a:pt x="52813" y="6250789"/>
                  </a:lnTo>
                  <a:lnTo>
                    <a:pt x="52813" y="6250165"/>
                  </a:lnTo>
                  <a:lnTo>
                    <a:pt x="52922" y="6250165"/>
                  </a:lnTo>
                  <a:lnTo>
                    <a:pt x="53030" y="6250165"/>
                  </a:lnTo>
                  <a:lnTo>
                    <a:pt x="53139" y="6250165"/>
                  </a:lnTo>
                  <a:lnTo>
                    <a:pt x="53247" y="6250165"/>
                  </a:lnTo>
                  <a:lnTo>
                    <a:pt x="53356" y="6250165"/>
                  </a:lnTo>
                  <a:lnTo>
                    <a:pt x="53464" y="6250165"/>
                  </a:lnTo>
                  <a:lnTo>
                    <a:pt x="53464" y="6249542"/>
                  </a:lnTo>
                  <a:lnTo>
                    <a:pt x="53572" y="6249542"/>
                  </a:lnTo>
                  <a:lnTo>
                    <a:pt x="53681" y="6249542"/>
                  </a:lnTo>
                  <a:lnTo>
                    <a:pt x="53789" y="6249542"/>
                  </a:lnTo>
                  <a:lnTo>
                    <a:pt x="53898" y="6249542"/>
                  </a:lnTo>
                  <a:lnTo>
                    <a:pt x="54006" y="6249542"/>
                  </a:lnTo>
                  <a:lnTo>
                    <a:pt x="54115" y="6249542"/>
                  </a:lnTo>
                  <a:lnTo>
                    <a:pt x="54223" y="6249542"/>
                  </a:lnTo>
                  <a:lnTo>
                    <a:pt x="54332" y="6249542"/>
                  </a:lnTo>
                  <a:lnTo>
                    <a:pt x="54332" y="6248918"/>
                  </a:lnTo>
                  <a:lnTo>
                    <a:pt x="54440" y="6248918"/>
                  </a:lnTo>
                  <a:lnTo>
                    <a:pt x="54548" y="6248918"/>
                  </a:lnTo>
                  <a:lnTo>
                    <a:pt x="54657" y="6248918"/>
                  </a:lnTo>
                  <a:lnTo>
                    <a:pt x="54765" y="6248918"/>
                  </a:lnTo>
                  <a:lnTo>
                    <a:pt x="54874" y="6248918"/>
                  </a:lnTo>
                  <a:lnTo>
                    <a:pt x="54982" y="6248918"/>
                  </a:lnTo>
                  <a:lnTo>
                    <a:pt x="55091" y="6248918"/>
                  </a:lnTo>
                  <a:lnTo>
                    <a:pt x="55091" y="6248294"/>
                  </a:lnTo>
                  <a:lnTo>
                    <a:pt x="55199" y="6248294"/>
                  </a:lnTo>
                  <a:lnTo>
                    <a:pt x="55308" y="6248294"/>
                  </a:lnTo>
                  <a:lnTo>
                    <a:pt x="55416" y="6248294"/>
                  </a:lnTo>
                  <a:lnTo>
                    <a:pt x="55524" y="6248294"/>
                  </a:lnTo>
                  <a:lnTo>
                    <a:pt x="55633" y="6248294"/>
                  </a:lnTo>
                  <a:lnTo>
                    <a:pt x="55633" y="6247671"/>
                  </a:lnTo>
                  <a:lnTo>
                    <a:pt x="55741" y="6247671"/>
                  </a:lnTo>
                  <a:lnTo>
                    <a:pt x="55850" y="6247671"/>
                  </a:lnTo>
                  <a:lnTo>
                    <a:pt x="55958" y="6247671"/>
                  </a:lnTo>
                  <a:lnTo>
                    <a:pt x="56067" y="6247671"/>
                  </a:lnTo>
                  <a:lnTo>
                    <a:pt x="56175" y="6247671"/>
                  </a:lnTo>
                  <a:lnTo>
                    <a:pt x="56284" y="6247671"/>
                  </a:lnTo>
                  <a:lnTo>
                    <a:pt x="56392" y="6247671"/>
                  </a:lnTo>
                  <a:lnTo>
                    <a:pt x="56501" y="6247671"/>
                  </a:lnTo>
                  <a:lnTo>
                    <a:pt x="56609" y="6247671"/>
                  </a:lnTo>
                  <a:lnTo>
                    <a:pt x="56717" y="6247671"/>
                  </a:lnTo>
                  <a:lnTo>
                    <a:pt x="56717" y="6247047"/>
                  </a:lnTo>
                  <a:lnTo>
                    <a:pt x="56717" y="6246424"/>
                  </a:lnTo>
                  <a:lnTo>
                    <a:pt x="56826" y="6246424"/>
                  </a:lnTo>
                  <a:lnTo>
                    <a:pt x="56826" y="6245800"/>
                  </a:lnTo>
                  <a:lnTo>
                    <a:pt x="56934" y="6245800"/>
                  </a:lnTo>
                  <a:lnTo>
                    <a:pt x="57043" y="6245800"/>
                  </a:lnTo>
                  <a:lnTo>
                    <a:pt x="57151" y="6245800"/>
                  </a:lnTo>
                  <a:lnTo>
                    <a:pt x="57260" y="6245800"/>
                  </a:lnTo>
                  <a:lnTo>
                    <a:pt x="57368" y="6245800"/>
                  </a:lnTo>
                  <a:lnTo>
                    <a:pt x="57477" y="6245800"/>
                  </a:lnTo>
                  <a:lnTo>
                    <a:pt x="57585" y="6245800"/>
                  </a:lnTo>
                  <a:lnTo>
                    <a:pt x="57585" y="6245176"/>
                  </a:lnTo>
                  <a:lnTo>
                    <a:pt x="57585" y="6244553"/>
                  </a:lnTo>
                  <a:lnTo>
                    <a:pt x="57585" y="6243929"/>
                  </a:lnTo>
                  <a:lnTo>
                    <a:pt x="57585" y="6243306"/>
                  </a:lnTo>
                  <a:lnTo>
                    <a:pt x="57693" y="6243306"/>
                  </a:lnTo>
                  <a:lnTo>
                    <a:pt x="57802" y="6243306"/>
                  </a:lnTo>
                  <a:lnTo>
                    <a:pt x="57802" y="6242682"/>
                  </a:lnTo>
                  <a:lnTo>
                    <a:pt x="57910" y="6242682"/>
                  </a:lnTo>
                  <a:lnTo>
                    <a:pt x="58019" y="6242682"/>
                  </a:lnTo>
                  <a:lnTo>
                    <a:pt x="58019" y="6242059"/>
                  </a:lnTo>
                  <a:lnTo>
                    <a:pt x="58127" y="6242059"/>
                  </a:lnTo>
                  <a:lnTo>
                    <a:pt x="58236" y="6242059"/>
                  </a:lnTo>
                  <a:lnTo>
                    <a:pt x="58344" y="6242059"/>
                  </a:lnTo>
                  <a:lnTo>
                    <a:pt x="58453" y="6242059"/>
                  </a:lnTo>
                  <a:lnTo>
                    <a:pt x="58561" y="6242059"/>
                  </a:lnTo>
                  <a:lnTo>
                    <a:pt x="58669" y="6242059"/>
                  </a:lnTo>
                  <a:lnTo>
                    <a:pt x="58778" y="6242059"/>
                  </a:lnTo>
                  <a:lnTo>
                    <a:pt x="58778" y="6241435"/>
                  </a:lnTo>
                  <a:lnTo>
                    <a:pt x="58886" y="6241435"/>
                  </a:lnTo>
                  <a:lnTo>
                    <a:pt x="58995" y="6241435"/>
                  </a:lnTo>
                  <a:lnTo>
                    <a:pt x="58995" y="6240811"/>
                  </a:lnTo>
                  <a:lnTo>
                    <a:pt x="58995" y="6240188"/>
                  </a:lnTo>
                  <a:lnTo>
                    <a:pt x="58995" y="6239564"/>
                  </a:lnTo>
                  <a:lnTo>
                    <a:pt x="59103" y="6239564"/>
                  </a:lnTo>
                  <a:lnTo>
                    <a:pt x="59212" y="6239564"/>
                  </a:lnTo>
                  <a:lnTo>
                    <a:pt x="59320" y="6239564"/>
                  </a:lnTo>
                  <a:lnTo>
                    <a:pt x="59429" y="6239564"/>
                  </a:lnTo>
                  <a:lnTo>
                    <a:pt x="59537" y="6239564"/>
                  </a:lnTo>
                  <a:lnTo>
                    <a:pt x="59537" y="6238941"/>
                  </a:lnTo>
                  <a:lnTo>
                    <a:pt x="59537" y="6238317"/>
                  </a:lnTo>
                  <a:lnTo>
                    <a:pt x="59537" y="6237693"/>
                  </a:lnTo>
                  <a:lnTo>
                    <a:pt x="59645" y="6237693"/>
                  </a:lnTo>
                  <a:lnTo>
                    <a:pt x="59754" y="6237693"/>
                  </a:lnTo>
                  <a:lnTo>
                    <a:pt x="59862" y="6237693"/>
                  </a:lnTo>
                  <a:lnTo>
                    <a:pt x="59971" y="6237693"/>
                  </a:lnTo>
                  <a:lnTo>
                    <a:pt x="60079" y="6237693"/>
                  </a:lnTo>
                  <a:lnTo>
                    <a:pt x="60188" y="6237693"/>
                  </a:lnTo>
                  <a:lnTo>
                    <a:pt x="60188" y="6237070"/>
                  </a:lnTo>
                  <a:lnTo>
                    <a:pt x="60296" y="6237070"/>
                  </a:lnTo>
                  <a:lnTo>
                    <a:pt x="60405" y="6237070"/>
                  </a:lnTo>
                  <a:lnTo>
                    <a:pt x="60513" y="6237070"/>
                  </a:lnTo>
                  <a:lnTo>
                    <a:pt x="60513" y="6236446"/>
                  </a:lnTo>
                  <a:lnTo>
                    <a:pt x="60622" y="6236446"/>
                  </a:lnTo>
                  <a:lnTo>
                    <a:pt x="60730" y="6236446"/>
                  </a:lnTo>
                  <a:lnTo>
                    <a:pt x="60838" y="6236446"/>
                  </a:lnTo>
                  <a:lnTo>
                    <a:pt x="60947" y="6236446"/>
                  </a:lnTo>
                  <a:lnTo>
                    <a:pt x="61055" y="6236446"/>
                  </a:lnTo>
                  <a:lnTo>
                    <a:pt x="61164" y="6236446"/>
                  </a:lnTo>
                  <a:lnTo>
                    <a:pt x="61272" y="6236446"/>
                  </a:lnTo>
                  <a:lnTo>
                    <a:pt x="61381" y="6236446"/>
                  </a:lnTo>
                  <a:lnTo>
                    <a:pt x="61489" y="6236446"/>
                  </a:lnTo>
                  <a:lnTo>
                    <a:pt x="61598" y="6236446"/>
                  </a:lnTo>
                  <a:lnTo>
                    <a:pt x="61706" y="6236446"/>
                  </a:lnTo>
                  <a:lnTo>
                    <a:pt x="61814" y="6236446"/>
                  </a:lnTo>
                  <a:lnTo>
                    <a:pt x="61923" y="6236446"/>
                  </a:lnTo>
                  <a:lnTo>
                    <a:pt x="62031" y="6236446"/>
                  </a:lnTo>
                  <a:lnTo>
                    <a:pt x="62140" y="6236446"/>
                  </a:lnTo>
                  <a:lnTo>
                    <a:pt x="62248" y="6236446"/>
                  </a:lnTo>
                  <a:lnTo>
                    <a:pt x="62248" y="6235823"/>
                  </a:lnTo>
                  <a:lnTo>
                    <a:pt x="62357" y="6235823"/>
                  </a:lnTo>
                  <a:lnTo>
                    <a:pt x="62357" y="6235199"/>
                  </a:lnTo>
                  <a:lnTo>
                    <a:pt x="62465" y="6235199"/>
                  </a:lnTo>
                  <a:lnTo>
                    <a:pt x="62465" y="6234576"/>
                  </a:lnTo>
                  <a:lnTo>
                    <a:pt x="62465" y="6233952"/>
                  </a:lnTo>
                  <a:lnTo>
                    <a:pt x="62574" y="6233952"/>
                  </a:lnTo>
                  <a:lnTo>
                    <a:pt x="62682" y="6233952"/>
                  </a:lnTo>
                  <a:lnTo>
                    <a:pt x="62790" y="6233952"/>
                  </a:lnTo>
                  <a:lnTo>
                    <a:pt x="62899" y="6233952"/>
                  </a:lnTo>
                  <a:lnTo>
                    <a:pt x="63007" y="6233952"/>
                  </a:lnTo>
                  <a:lnTo>
                    <a:pt x="63116" y="6233952"/>
                  </a:lnTo>
                  <a:lnTo>
                    <a:pt x="63224" y="6233952"/>
                  </a:lnTo>
                  <a:lnTo>
                    <a:pt x="63333" y="6233952"/>
                  </a:lnTo>
                  <a:lnTo>
                    <a:pt x="63333" y="6233328"/>
                  </a:lnTo>
                  <a:lnTo>
                    <a:pt x="63441" y="6233328"/>
                  </a:lnTo>
                  <a:lnTo>
                    <a:pt x="63441" y="6232705"/>
                  </a:lnTo>
                  <a:lnTo>
                    <a:pt x="63550" y="6232705"/>
                  </a:lnTo>
                  <a:lnTo>
                    <a:pt x="63658" y="6232705"/>
                  </a:lnTo>
                  <a:lnTo>
                    <a:pt x="63658" y="6232081"/>
                  </a:lnTo>
                  <a:lnTo>
                    <a:pt x="63658" y="6231458"/>
                  </a:lnTo>
                  <a:lnTo>
                    <a:pt x="63766" y="6231458"/>
                  </a:lnTo>
                  <a:lnTo>
                    <a:pt x="63766" y="6230834"/>
                  </a:lnTo>
                  <a:lnTo>
                    <a:pt x="63875" y="6230834"/>
                  </a:lnTo>
                  <a:lnTo>
                    <a:pt x="63983" y="6230834"/>
                  </a:lnTo>
                  <a:lnTo>
                    <a:pt x="64092" y="6230834"/>
                  </a:lnTo>
                  <a:lnTo>
                    <a:pt x="64200" y="6230834"/>
                  </a:lnTo>
                  <a:lnTo>
                    <a:pt x="64309" y="6230834"/>
                  </a:lnTo>
                  <a:lnTo>
                    <a:pt x="64417" y="6230834"/>
                  </a:lnTo>
                  <a:lnTo>
                    <a:pt x="64526" y="6230834"/>
                  </a:lnTo>
                  <a:lnTo>
                    <a:pt x="64634" y="6230834"/>
                  </a:lnTo>
                  <a:lnTo>
                    <a:pt x="64743" y="6230834"/>
                  </a:lnTo>
                  <a:lnTo>
                    <a:pt x="64743" y="6230210"/>
                  </a:lnTo>
                  <a:lnTo>
                    <a:pt x="64851" y="6230210"/>
                  </a:lnTo>
                  <a:lnTo>
                    <a:pt x="64851" y="6229587"/>
                  </a:lnTo>
                  <a:lnTo>
                    <a:pt x="64959" y="6229587"/>
                  </a:lnTo>
                  <a:lnTo>
                    <a:pt x="65068" y="6229587"/>
                  </a:lnTo>
                  <a:lnTo>
                    <a:pt x="65176" y="6229587"/>
                  </a:lnTo>
                  <a:lnTo>
                    <a:pt x="65176" y="6228963"/>
                  </a:lnTo>
                  <a:lnTo>
                    <a:pt x="65285" y="6228963"/>
                  </a:lnTo>
                  <a:lnTo>
                    <a:pt x="65393" y="6228963"/>
                  </a:lnTo>
                  <a:lnTo>
                    <a:pt x="65502" y="6228963"/>
                  </a:lnTo>
                  <a:lnTo>
                    <a:pt x="65610" y="6228963"/>
                  </a:lnTo>
                  <a:lnTo>
                    <a:pt x="65719" y="6228963"/>
                  </a:lnTo>
                  <a:lnTo>
                    <a:pt x="65827" y="6228963"/>
                  </a:lnTo>
                  <a:lnTo>
                    <a:pt x="65935" y="6228963"/>
                  </a:lnTo>
                  <a:lnTo>
                    <a:pt x="66044" y="6228963"/>
                  </a:lnTo>
                  <a:lnTo>
                    <a:pt x="66044" y="6228340"/>
                  </a:lnTo>
                  <a:lnTo>
                    <a:pt x="66044" y="6227716"/>
                  </a:lnTo>
                  <a:lnTo>
                    <a:pt x="66152" y="6227716"/>
                  </a:lnTo>
                  <a:lnTo>
                    <a:pt x="66261" y="6227716"/>
                  </a:lnTo>
                  <a:lnTo>
                    <a:pt x="66369" y="6227716"/>
                  </a:lnTo>
                  <a:lnTo>
                    <a:pt x="66478" y="6227716"/>
                  </a:lnTo>
                  <a:lnTo>
                    <a:pt x="66586" y="6227716"/>
                  </a:lnTo>
                  <a:lnTo>
                    <a:pt x="66695" y="6227716"/>
                  </a:lnTo>
                  <a:lnTo>
                    <a:pt x="66803" y="6227716"/>
                  </a:lnTo>
                  <a:lnTo>
                    <a:pt x="66911" y="6227716"/>
                  </a:lnTo>
                  <a:lnTo>
                    <a:pt x="67020" y="6227716"/>
                  </a:lnTo>
                  <a:lnTo>
                    <a:pt x="67128" y="6227716"/>
                  </a:lnTo>
                  <a:lnTo>
                    <a:pt x="67237" y="6227716"/>
                  </a:lnTo>
                  <a:lnTo>
                    <a:pt x="67345" y="6227716"/>
                  </a:lnTo>
                  <a:lnTo>
                    <a:pt x="67454" y="6227716"/>
                  </a:lnTo>
                  <a:lnTo>
                    <a:pt x="67562" y="6227716"/>
                  </a:lnTo>
                  <a:lnTo>
                    <a:pt x="67671" y="6227716"/>
                  </a:lnTo>
                  <a:lnTo>
                    <a:pt x="67671" y="6227093"/>
                  </a:lnTo>
                  <a:lnTo>
                    <a:pt x="67779" y="6227093"/>
                  </a:lnTo>
                  <a:lnTo>
                    <a:pt x="67887" y="6227093"/>
                  </a:lnTo>
                  <a:lnTo>
                    <a:pt x="67996" y="6227093"/>
                  </a:lnTo>
                  <a:lnTo>
                    <a:pt x="68104" y="6227093"/>
                  </a:lnTo>
                  <a:lnTo>
                    <a:pt x="68213" y="6227093"/>
                  </a:lnTo>
                  <a:lnTo>
                    <a:pt x="68321" y="6227093"/>
                  </a:lnTo>
                  <a:lnTo>
                    <a:pt x="68321" y="6226469"/>
                  </a:lnTo>
                  <a:lnTo>
                    <a:pt x="68430" y="6226469"/>
                  </a:lnTo>
                  <a:lnTo>
                    <a:pt x="68430" y="6225845"/>
                  </a:lnTo>
                  <a:lnTo>
                    <a:pt x="68538" y="6225845"/>
                  </a:lnTo>
                  <a:lnTo>
                    <a:pt x="68647" y="6225845"/>
                  </a:lnTo>
                  <a:lnTo>
                    <a:pt x="68755" y="6225845"/>
                  </a:lnTo>
                  <a:lnTo>
                    <a:pt x="68863" y="6225845"/>
                  </a:lnTo>
                  <a:lnTo>
                    <a:pt x="68972" y="6225845"/>
                  </a:lnTo>
                  <a:lnTo>
                    <a:pt x="69080" y="6225845"/>
                  </a:lnTo>
                  <a:lnTo>
                    <a:pt x="69189" y="6225845"/>
                  </a:lnTo>
                  <a:lnTo>
                    <a:pt x="69297" y="6225845"/>
                  </a:lnTo>
                  <a:lnTo>
                    <a:pt x="69406" y="6225845"/>
                  </a:lnTo>
                  <a:lnTo>
                    <a:pt x="69514" y="6225845"/>
                  </a:lnTo>
                  <a:lnTo>
                    <a:pt x="69623" y="6225845"/>
                  </a:lnTo>
                  <a:lnTo>
                    <a:pt x="69731" y="6225845"/>
                  </a:lnTo>
                  <a:lnTo>
                    <a:pt x="69840" y="6225845"/>
                  </a:lnTo>
                  <a:lnTo>
                    <a:pt x="69948" y="6225845"/>
                  </a:lnTo>
                  <a:lnTo>
                    <a:pt x="69948" y="6225222"/>
                  </a:lnTo>
                  <a:lnTo>
                    <a:pt x="70056" y="6225222"/>
                  </a:lnTo>
                  <a:lnTo>
                    <a:pt x="70165" y="6225222"/>
                  </a:lnTo>
                  <a:lnTo>
                    <a:pt x="70273" y="6225222"/>
                  </a:lnTo>
                  <a:lnTo>
                    <a:pt x="70382" y="6225222"/>
                  </a:lnTo>
                  <a:lnTo>
                    <a:pt x="70490" y="6225222"/>
                  </a:lnTo>
                  <a:lnTo>
                    <a:pt x="70490" y="6224598"/>
                  </a:lnTo>
                  <a:lnTo>
                    <a:pt x="70599" y="6224598"/>
                  </a:lnTo>
                  <a:lnTo>
                    <a:pt x="70599" y="6223975"/>
                  </a:lnTo>
                  <a:lnTo>
                    <a:pt x="70707" y="6223975"/>
                  </a:lnTo>
                  <a:lnTo>
                    <a:pt x="70707" y="6223351"/>
                  </a:lnTo>
                  <a:lnTo>
                    <a:pt x="70707" y="6222727"/>
                  </a:lnTo>
                  <a:lnTo>
                    <a:pt x="70707" y="6222104"/>
                  </a:lnTo>
                  <a:lnTo>
                    <a:pt x="70816" y="6222104"/>
                  </a:lnTo>
                  <a:lnTo>
                    <a:pt x="70924" y="6222104"/>
                  </a:lnTo>
                  <a:lnTo>
                    <a:pt x="71032" y="6222104"/>
                  </a:lnTo>
                  <a:lnTo>
                    <a:pt x="71141" y="6222104"/>
                  </a:lnTo>
                  <a:lnTo>
                    <a:pt x="71141" y="6221480"/>
                  </a:lnTo>
                  <a:lnTo>
                    <a:pt x="71249" y="6221480"/>
                  </a:lnTo>
                  <a:lnTo>
                    <a:pt x="71358" y="6221480"/>
                  </a:lnTo>
                  <a:lnTo>
                    <a:pt x="71466" y="6221480"/>
                  </a:lnTo>
                  <a:lnTo>
                    <a:pt x="71575" y="6221480"/>
                  </a:lnTo>
                  <a:lnTo>
                    <a:pt x="71683" y="6221480"/>
                  </a:lnTo>
                  <a:lnTo>
                    <a:pt x="71683" y="6220857"/>
                  </a:lnTo>
                  <a:lnTo>
                    <a:pt x="71683" y="6220233"/>
                  </a:lnTo>
                  <a:lnTo>
                    <a:pt x="71792" y="6220233"/>
                  </a:lnTo>
                  <a:lnTo>
                    <a:pt x="71900" y="6220233"/>
                  </a:lnTo>
                  <a:lnTo>
                    <a:pt x="72008" y="6220233"/>
                  </a:lnTo>
                  <a:lnTo>
                    <a:pt x="72117" y="6220233"/>
                  </a:lnTo>
                  <a:lnTo>
                    <a:pt x="72117" y="6219610"/>
                  </a:lnTo>
                  <a:lnTo>
                    <a:pt x="72225" y="6219610"/>
                  </a:lnTo>
                  <a:lnTo>
                    <a:pt x="72334" y="6219610"/>
                  </a:lnTo>
                  <a:lnTo>
                    <a:pt x="72442" y="6219610"/>
                  </a:lnTo>
                  <a:lnTo>
                    <a:pt x="72442" y="6218986"/>
                  </a:lnTo>
                  <a:lnTo>
                    <a:pt x="72442" y="6218362"/>
                  </a:lnTo>
                  <a:lnTo>
                    <a:pt x="72551" y="6218362"/>
                  </a:lnTo>
                  <a:lnTo>
                    <a:pt x="72659" y="6218362"/>
                  </a:lnTo>
                  <a:lnTo>
                    <a:pt x="72768" y="6218362"/>
                  </a:lnTo>
                  <a:lnTo>
                    <a:pt x="72876" y="6218362"/>
                  </a:lnTo>
                  <a:lnTo>
                    <a:pt x="72984" y="6218362"/>
                  </a:lnTo>
                  <a:lnTo>
                    <a:pt x="73093" y="6218362"/>
                  </a:lnTo>
                  <a:lnTo>
                    <a:pt x="73201" y="6218362"/>
                  </a:lnTo>
                  <a:lnTo>
                    <a:pt x="73201" y="6217739"/>
                  </a:lnTo>
                  <a:lnTo>
                    <a:pt x="73310" y="6217739"/>
                  </a:lnTo>
                  <a:lnTo>
                    <a:pt x="73418" y="6217739"/>
                  </a:lnTo>
                  <a:lnTo>
                    <a:pt x="73527" y="6217739"/>
                  </a:lnTo>
                  <a:lnTo>
                    <a:pt x="73635" y="6217739"/>
                  </a:lnTo>
                  <a:lnTo>
                    <a:pt x="73744" y="6217739"/>
                  </a:lnTo>
                  <a:lnTo>
                    <a:pt x="73852" y="6217739"/>
                  </a:lnTo>
                  <a:lnTo>
                    <a:pt x="73852" y="6217115"/>
                  </a:lnTo>
                  <a:lnTo>
                    <a:pt x="73961" y="6217115"/>
                  </a:lnTo>
                  <a:lnTo>
                    <a:pt x="74069" y="6217115"/>
                  </a:lnTo>
                  <a:lnTo>
                    <a:pt x="74177" y="6217115"/>
                  </a:lnTo>
                  <a:lnTo>
                    <a:pt x="74286" y="6217115"/>
                  </a:lnTo>
                  <a:lnTo>
                    <a:pt x="74394" y="6217115"/>
                  </a:lnTo>
                  <a:lnTo>
                    <a:pt x="74503" y="6217115"/>
                  </a:lnTo>
                  <a:lnTo>
                    <a:pt x="74611" y="6217115"/>
                  </a:lnTo>
                  <a:lnTo>
                    <a:pt x="74611" y="6216492"/>
                  </a:lnTo>
                  <a:lnTo>
                    <a:pt x="74720" y="6216492"/>
                  </a:lnTo>
                  <a:lnTo>
                    <a:pt x="74828" y="6216492"/>
                  </a:lnTo>
                  <a:lnTo>
                    <a:pt x="74937" y="6216492"/>
                  </a:lnTo>
                  <a:lnTo>
                    <a:pt x="75045" y="6216492"/>
                  </a:lnTo>
                  <a:lnTo>
                    <a:pt x="75153" y="6216492"/>
                  </a:lnTo>
                  <a:lnTo>
                    <a:pt x="75262" y="6216492"/>
                  </a:lnTo>
                  <a:lnTo>
                    <a:pt x="75370" y="6216492"/>
                  </a:lnTo>
                  <a:lnTo>
                    <a:pt x="75479" y="6216492"/>
                  </a:lnTo>
                  <a:lnTo>
                    <a:pt x="75587" y="6216492"/>
                  </a:lnTo>
                  <a:lnTo>
                    <a:pt x="75696" y="6216492"/>
                  </a:lnTo>
                  <a:lnTo>
                    <a:pt x="75804" y="6216492"/>
                  </a:lnTo>
                  <a:lnTo>
                    <a:pt x="75913" y="6216492"/>
                  </a:lnTo>
                  <a:lnTo>
                    <a:pt x="75913" y="6215868"/>
                  </a:lnTo>
                  <a:lnTo>
                    <a:pt x="76021" y="6215868"/>
                  </a:lnTo>
                  <a:lnTo>
                    <a:pt x="76129" y="6215868"/>
                  </a:lnTo>
                  <a:lnTo>
                    <a:pt x="76238" y="6215868"/>
                  </a:lnTo>
                  <a:lnTo>
                    <a:pt x="76238" y="6215244"/>
                  </a:lnTo>
                  <a:lnTo>
                    <a:pt x="76346" y="6215244"/>
                  </a:lnTo>
                  <a:lnTo>
                    <a:pt x="76455" y="6215244"/>
                  </a:lnTo>
                  <a:lnTo>
                    <a:pt x="76563" y="6215244"/>
                  </a:lnTo>
                  <a:lnTo>
                    <a:pt x="76672" y="6215244"/>
                  </a:lnTo>
                  <a:lnTo>
                    <a:pt x="76780" y="6215244"/>
                  </a:lnTo>
                  <a:lnTo>
                    <a:pt x="76780" y="6214621"/>
                  </a:lnTo>
                  <a:lnTo>
                    <a:pt x="76889" y="6214621"/>
                  </a:lnTo>
                  <a:lnTo>
                    <a:pt x="76889" y="6213997"/>
                  </a:lnTo>
                  <a:lnTo>
                    <a:pt x="76997" y="6213997"/>
                  </a:lnTo>
                  <a:lnTo>
                    <a:pt x="77105" y="6213997"/>
                  </a:lnTo>
                  <a:lnTo>
                    <a:pt x="77105" y="6213374"/>
                  </a:lnTo>
                  <a:lnTo>
                    <a:pt x="77214" y="6213374"/>
                  </a:lnTo>
                  <a:lnTo>
                    <a:pt x="77322" y="6213374"/>
                  </a:lnTo>
                  <a:lnTo>
                    <a:pt x="77322" y="6212750"/>
                  </a:lnTo>
                  <a:lnTo>
                    <a:pt x="77431" y="6212750"/>
                  </a:lnTo>
                  <a:lnTo>
                    <a:pt x="77539" y="6212750"/>
                  </a:lnTo>
                  <a:lnTo>
                    <a:pt x="77539" y="6212127"/>
                  </a:lnTo>
                  <a:lnTo>
                    <a:pt x="77648" y="6212127"/>
                  </a:lnTo>
                  <a:lnTo>
                    <a:pt x="77756" y="6212127"/>
                  </a:lnTo>
                  <a:lnTo>
                    <a:pt x="77865" y="6212127"/>
                  </a:lnTo>
                  <a:lnTo>
                    <a:pt x="77973" y="6212127"/>
                  </a:lnTo>
                  <a:lnTo>
                    <a:pt x="78082" y="6212127"/>
                  </a:lnTo>
                  <a:lnTo>
                    <a:pt x="78190" y="6212127"/>
                  </a:lnTo>
                  <a:lnTo>
                    <a:pt x="78298" y="6212127"/>
                  </a:lnTo>
                  <a:lnTo>
                    <a:pt x="78407" y="6212127"/>
                  </a:lnTo>
                  <a:lnTo>
                    <a:pt x="78515" y="6212127"/>
                  </a:lnTo>
                  <a:lnTo>
                    <a:pt x="78624" y="6212127"/>
                  </a:lnTo>
                  <a:lnTo>
                    <a:pt x="78732" y="6212127"/>
                  </a:lnTo>
                  <a:lnTo>
                    <a:pt x="78841" y="6212127"/>
                  </a:lnTo>
                  <a:lnTo>
                    <a:pt x="78949" y="6212127"/>
                  </a:lnTo>
                  <a:lnTo>
                    <a:pt x="79058" y="6212127"/>
                  </a:lnTo>
                  <a:lnTo>
                    <a:pt x="79166" y="6212127"/>
                  </a:lnTo>
                  <a:lnTo>
                    <a:pt x="79274" y="6212127"/>
                  </a:lnTo>
                  <a:lnTo>
                    <a:pt x="79383" y="6212127"/>
                  </a:lnTo>
                  <a:lnTo>
                    <a:pt x="79491" y="6212127"/>
                  </a:lnTo>
                  <a:lnTo>
                    <a:pt x="79600" y="6212127"/>
                  </a:lnTo>
                  <a:lnTo>
                    <a:pt x="79708" y="6212127"/>
                  </a:lnTo>
                  <a:lnTo>
                    <a:pt x="79817" y="6212127"/>
                  </a:lnTo>
                  <a:lnTo>
                    <a:pt x="79925" y="6212127"/>
                  </a:lnTo>
                  <a:lnTo>
                    <a:pt x="80034" y="6212127"/>
                  </a:lnTo>
                  <a:lnTo>
                    <a:pt x="80034" y="6211503"/>
                  </a:lnTo>
                  <a:lnTo>
                    <a:pt x="80034" y="6210879"/>
                  </a:lnTo>
                  <a:lnTo>
                    <a:pt x="80034" y="6210256"/>
                  </a:lnTo>
                  <a:lnTo>
                    <a:pt x="80142" y="6210256"/>
                  </a:lnTo>
                  <a:lnTo>
                    <a:pt x="80250" y="6210256"/>
                  </a:lnTo>
                  <a:lnTo>
                    <a:pt x="80359" y="6210256"/>
                  </a:lnTo>
                  <a:lnTo>
                    <a:pt x="80467" y="6210256"/>
                  </a:lnTo>
                  <a:lnTo>
                    <a:pt x="80576" y="6210256"/>
                  </a:lnTo>
                  <a:lnTo>
                    <a:pt x="80576" y="6209632"/>
                  </a:lnTo>
                  <a:lnTo>
                    <a:pt x="80684" y="6209632"/>
                  </a:lnTo>
                  <a:lnTo>
                    <a:pt x="80793" y="6209632"/>
                  </a:lnTo>
                  <a:lnTo>
                    <a:pt x="80901" y="6209632"/>
                  </a:lnTo>
                  <a:lnTo>
                    <a:pt x="81010" y="6209632"/>
                  </a:lnTo>
                  <a:lnTo>
                    <a:pt x="81010" y="6209009"/>
                  </a:lnTo>
                  <a:lnTo>
                    <a:pt x="81010" y="6208385"/>
                  </a:lnTo>
                  <a:lnTo>
                    <a:pt x="81010" y="6207761"/>
                  </a:lnTo>
                  <a:lnTo>
                    <a:pt x="81118" y="6207761"/>
                  </a:lnTo>
                  <a:lnTo>
                    <a:pt x="81226" y="6207761"/>
                  </a:lnTo>
                  <a:lnTo>
                    <a:pt x="81335" y="6207761"/>
                  </a:lnTo>
                  <a:lnTo>
                    <a:pt x="81335" y="6207138"/>
                  </a:lnTo>
                  <a:lnTo>
                    <a:pt x="81335" y="6206514"/>
                  </a:lnTo>
                  <a:lnTo>
                    <a:pt x="81443" y="6206514"/>
                  </a:lnTo>
                  <a:lnTo>
                    <a:pt x="81552" y="6206514"/>
                  </a:lnTo>
                  <a:lnTo>
                    <a:pt x="81660" y="6206514"/>
                  </a:lnTo>
                  <a:lnTo>
                    <a:pt x="81769" y="6206514"/>
                  </a:lnTo>
                  <a:lnTo>
                    <a:pt x="81877" y="6206514"/>
                  </a:lnTo>
                  <a:lnTo>
                    <a:pt x="81986" y="6206514"/>
                  </a:lnTo>
                  <a:lnTo>
                    <a:pt x="82094" y="6206514"/>
                  </a:lnTo>
                  <a:lnTo>
                    <a:pt x="82203" y="6206514"/>
                  </a:lnTo>
                  <a:lnTo>
                    <a:pt x="82311" y="6206514"/>
                  </a:lnTo>
                  <a:lnTo>
                    <a:pt x="82419" y="6206514"/>
                  </a:lnTo>
                  <a:lnTo>
                    <a:pt x="82419" y="6205891"/>
                  </a:lnTo>
                  <a:lnTo>
                    <a:pt x="82528" y="6205891"/>
                  </a:lnTo>
                  <a:lnTo>
                    <a:pt x="82636" y="6205891"/>
                  </a:lnTo>
                  <a:lnTo>
                    <a:pt x="82745" y="6205891"/>
                  </a:lnTo>
                  <a:lnTo>
                    <a:pt x="82853" y="6205891"/>
                  </a:lnTo>
                  <a:lnTo>
                    <a:pt x="82962" y="6205891"/>
                  </a:lnTo>
                  <a:lnTo>
                    <a:pt x="83070" y="6205891"/>
                  </a:lnTo>
                  <a:lnTo>
                    <a:pt x="83070" y="6205267"/>
                  </a:lnTo>
                  <a:lnTo>
                    <a:pt x="83179" y="6205267"/>
                  </a:lnTo>
                  <a:lnTo>
                    <a:pt x="83179" y="6204644"/>
                  </a:lnTo>
                  <a:lnTo>
                    <a:pt x="83287" y="6204644"/>
                  </a:lnTo>
                  <a:lnTo>
                    <a:pt x="83395" y="6204644"/>
                  </a:lnTo>
                  <a:lnTo>
                    <a:pt x="83504" y="6204644"/>
                  </a:lnTo>
                  <a:lnTo>
                    <a:pt x="83504" y="6204020"/>
                  </a:lnTo>
                  <a:lnTo>
                    <a:pt x="83612" y="6204020"/>
                  </a:lnTo>
                  <a:lnTo>
                    <a:pt x="83721" y="6204020"/>
                  </a:lnTo>
                  <a:lnTo>
                    <a:pt x="83829" y="6204020"/>
                  </a:lnTo>
                  <a:lnTo>
                    <a:pt x="83938" y="6204020"/>
                  </a:lnTo>
                  <a:lnTo>
                    <a:pt x="84046" y="6204020"/>
                  </a:lnTo>
                  <a:lnTo>
                    <a:pt x="84155" y="6204020"/>
                  </a:lnTo>
                  <a:lnTo>
                    <a:pt x="84263" y="6204020"/>
                  </a:lnTo>
                  <a:lnTo>
                    <a:pt x="84263" y="6203396"/>
                  </a:lnTo>
                  <a:lnTo>
                    <a:pt x="84263" y="6202773"/>
                  </a:lnTo>
                  <a:lnTo>
                    <a:pt x="84263" y="6202149"/>
                  </a:lnTo>
                  <a:lnTo>
                    <a:pt x="84263" y="6201526"/>
                  </a:lnTo>
                  <a:lnTo>
                    <a:pt x="84263" y="6200902"/>
                  </a:lnTo>
                  <a:lnTo>
                    <a:pt x="84371" y="6200902"/>
                  </a:lnTo>
                  <a:lnTo>
                    <a:pt x="84480" y="6200902"/>
                  </a:lnTo>
                  <a:lnTo>
                    <a:pt x="84480" y="6200278"/>
                  </a:lnTo>
                  <a:lnTo>
                    <a:pt x="84588" y="6200278"/>
                  </a:lnTo>
                  <a:lnTo>
                    <a:pt x="84697" y="6200278"/>
                  </a:lnTo>
                  <a:lnTo>
                    <a:pt x="84805" y="6200278"/>
                  </a:lnTo>
                  <a:lnTo>
                    <a:pt x="84805" y="6199655"/>
                  </a:lnTo>
                  <a:lnTo>
                    <a:pt x="84914" y="6199655"/>
                  </a:lnTo>
                  <a:lnTo>
                    <a:pt x="85022" y="6199655"/>
                  </a:lnTo>
                  <a:lnTo>
                    <a:pt x="85022" y="6199031"/>
                  </a:lnTo>
                  <a:lnTo>
                    <a:pt x="85131" y="6199031"/>
                  </a:lnTo>
                  <a:lnTo>
                    <a:pt x="85239" y="6199031"/>
                  </a:lnTo>
                  <a:lnTo>
                    <a:pt x="85347" y="6199031"/>
                  </a:lnTo>
                  <a:lnTo>
                    <a:pt x="85456" y="6199031"/>
                  </a:lnTo>
                  <a:lnTo>
                    <a:pt x="85564" y="6199031"/>
                  </a:lnTo>
                  <a:lnTo>
                    <a:pt x="85564" y="6198408"/>
                  </a:lnTo>
                  <a:lnTo>
                    <a:pt x="85564" y="6197784"/>
                  </a:lnTo>
                  <a:lnTo>
                    <a:pt x="85673" y="6197784"/>
                  </a:lnTo>
                  <a:lnTo>
                    <a:pt x="85781" y="6197784"/>
                  </a:lnTo>
                  <a:lnTo>
                    <a:pt x="85890" y="6197784"/>
                  </a:lnTo>
                  <a:lnTo>
                    <a:pt x="85890" y="6197161"/>
                  </a:lnTo>
                  <a:lnTo>
                    <a:pt x="85998" y="6197161"/>
                  </a:lnTo>
                  <a:lnTo>
                    <a:pt x="86107" y="6197161"/>
                  </a:lnTo>
                  <a:lnTo>
                    <a:pt x="86215" y="6197161"/>
                  </a:lnTo>
                  <a:lnTo>
                    <a:pt x="86324" y="6197161"/>
                  </a:lnTo>
                  <a:lnTo>
                    <a:pt x="86432" y="6197161"/>
                  </a:lnTo>
                  <a:lnTo>
                    <a:pt x="86540" y="6197161"/>
                  </a:lnTo>
                  <a:lnTo>
                    <a:pt x="86649" y="6197161"/>
                  </a:lnTo>
                  <a:lnTo>
                    <a:pt x="86649" y="6196537"/>
                  </a:lnTo>
                  <a:lnTo>
                    <a:pt x="86757" y="6196537"/>
                  </a:lnTo>
                  <a:lnTo>
                    <a:pt x="86866" y="6196537"/>
                  </a:lnTo>
                  <a:lnTo>
                    <a:pt x="86974" y="6196537"/>
                  </a:lnTo>
                  <a:lnTo>
                    <a:pt x="87083" y="6196537"/>
                  </a:lnTo>
                  <a:lnTo>
                    <a:pt x="87191" y="6196537"/>
                  </a:lnTo>
                  <a:lnTo>
                    <a:pt x="87300" y="6196537"/>
                  </a:lnTo>
                  <a:lnTo>
                    <a:pt x="87300" y="6195913"/>
                  </a:lnTo>
                  <a:lnTo>
                    <a:pt x="87408" y="6195913"/>
                  </a:lnTo>
                  <a:lnTo>
                    <a:pt x="87516" y="6195913"/>
                  </a:lnTo>
                  <a:lnTo>
                    <a:pt x="87516" y="6195290"/>
                  </a:lnTo>
                  <a:lnTo>
                    <a:pt x="87625" y="6195290"/>
                  </a:lnTo>
                  <a:lnTo>
                    <a:pt x="87733" y="6195290"/>
                  </a:lnTo>
                  <a:lnTo>
                    <a:pt x="87733" y="6194666"/>
                  </a:lnTo>
                  <a:lnTo>
                    <a:pt x="87842" y="6194666"/>
                  </a:lnTo>
                  <a:lnTo>
                    <a:pt x="87950" y="6194666"/>
                  </a:lnTo>
                  <a:lnTo>
                    <a:pt x="88059" y="6194666"/>
                  </a:lnTo>
                  <a:lnTo>
                    <a:pt x="88059" y="6194043"/>
                  </a:lnTo>
                  <a:lnTo>
                    <a:pt x="88059" y="6193419"/>
                  </a:lnTo>
                  <a:lnTo>
                    <a:pt x="88059" y="6192796"/>
                  </a:lnTo>
                  <a:lnTo>
                    <a:pt x="88167" y="6192796"/>
                  </a:lnTo>
                  <a:lnTo>
                    <a:pt x="88276" y="6192796"/>
                  </a:lnTo>
                  <a:lnTo>
                    <a:pt x="88384" y="6192796"/>
                  </a:lnTo>
                  <a:lnTo>
                    <a:pt x="88492" y="6192796"/>
                  </a:lnTo>
                  <a:lnTo>
                    <a:pt x="88492" y="6192172"/>
                  </a:lnTo>
                  <a:lnTo>
                    <a:pt x="88492" y="6191548"/>
                  </a:lnTo>
                  <a:lnTo>
                    <a:pt x="88601" y="6191548"/>
                  </a:lnTo>
                  <a:lnTo>
                    <a:pt x="88709" y="6191548"/>
                  </a:lnTo>
                  <a:lnTo>
                    <a:pt x="88818" y="6191548"/>
                  </a:lnTo>
                  <a:lnTo>
                    <a:pt x="88926" y="6191548"/>
                  </a:lnTo>
                  <a:lnTo>
                    <a:pt x="89035" y="6191548"/>
                  </a:lnTo>
                  <a:lnTo>
                    <a:pt x="89143" y="6191548"/>
                  </a:lnTo>
                  <a:lnTo>
                    <a:pt x="89252" y="6191548"/>
                  </a:lnTo>
                  <a:lnTo>
                    <a:pt x="89252" y="6190925"/>
                  </a:lnTo>
                  <a:lnTo>
                    <a:pt x="89360" y="6190925"/>
                  </a:lnTo>
                  <a:lnTo>
                    <a:pt x="89468" y="6190925"/>
                  </a:lnTo>
                  <a:lnTo>
                    <a:pt x="89577" y="6190925"/>
                  </a:lnTo>
                  <a:lnTo>
                    <a:pt x="89685" y="6190925"/>
                  </a:lnTo>
                  <a:lnTo>
                    <a:pt x="89794" y="6190925"/>
                  </a:lnTo>
                  <a:lnTo>
                    <a:pt x="89902" y="6190925"/>
                  </a:lnTo>
                  <a:lnTo>
                    <a:pt x="90011" y="6190925"/>
                  </a:lnTo>
                  <a:lnTo>
                    <a:pt x="90119" y="6190925"/>
                  </a:lnTo>
                  <a:lnTo>
                    <a:pt x="90119" y="6190301"/>
                  </a:lnTo>
                  <a:lnTo>
                    <a:pt x="90228" y="6190301"/>
                  </a:lnTo>
                  <a:lnTo>
                    <a:pt x="90336" y="6190301"/>
                  </a:lnTo>
                  <a:lnTo>
                    <a:pt x="90445" y="6190301"/>
                  </a:lnTo>
                  <a:lnTo>
                    <a:pt x="90553" y="6190301"/>
                  </a:lnTo>
                  <a:lnTo>
                    <a:pt x="90661" y="6190301"/>
                  </a:lnTo>
                  <a:lnTo>
                    <a:pt x="90770" y="6190301"/>
                  </a:lnTo>
                  <a:lnTo>
                    <a:pt x="90878" y="6190301"/>
                  </a:lnTo>
                  <a:lnTo>
                    <a:pt x="90987" y="6190301"/>
                  </a:lnTo>
                  <a:lnTo>
                    <a:pt x="91095" y="6190301"/>
                  </a:lnTo>
                  <a:lnTo>
                    <a:pt x="91204" y="6190301"/>
                  </a:lnTo>
                  <a:lnTo>
                    <a:pt x="91312" y="6190301"/>
                  </a:lnTo>
                  <a:lnTo>
                    <a:pt x="91421" y="6190301"/>
                  </a:lnTo>
                  <a:lnTo>
                    <a:pt x="91529" y="6190301"/>
                  </a:lnTo>
                  <a:lnTo>
                    <a:pt x="91529" y="6189678"/>
                  </a:lnTo>
                  <a:lnTo>
                    <a:pt x="91529" y="6189054"/>
                  </a:lnTo>
                  <a:lnTo>
                    <a:pt x="91637" y="6189054"/>
                  </a:lnTo>
                  <a:lnTo>
                    <a:pt x="91746" y="6189054"/>
                  </a:lnTo>
                  <a:lnTo>
                    <a:pt x="91854" y="6189054"/>
                  </a:lnTo>
                  <a:lnTo>
                    <a:pt x="91854" y="6188430"/>
                  </a:lnTo>
                  <a:lnTo>
                    <a:pt x="91963" y="6188430"/>
                  </a:lnTo>
                  <a:lnTo>
                    <a:pt x="91963" y="6187807"/>
                  </a:lnTo>
                  <a:lnTo>
                    <a:pt x="92071" y="6187807"/>
                  </a:lnTo>
                  <a:lnTo>
                    <a:pt x="92071" y="6187183"/>
                  </a:lnTo>
                  <a:lnTo>
                    <a:pt x="92180" y="6187183"/>
                  </a:lnTo>
                  <a:lnTo>
                    <a:pt x="92288" y="6187183"/>
                  </a:lnTo>
                  <a:lnTo>
                    <a:pt x="92288" y="6186560"/>
                  </a:lnTo>
                  <a:lnTo>
                    <a:pt x="92288" y="6185936"/>
                  </a:lnTo>
                  <a:lnTo>
                    <a:pt x="92397" y="6185936"/>
                  </a:lnTo>
                  <a:lnTo>
                    <a:pt x="92505" y="6185936"/>
                  </a:lnTo>
                  <a:lnTo>
                    <a:pt x="92613" y="6185936"/>
                  </a:lnTo>
                  <a:lnTo>
                    <a:pt x="92722" y="6185936"/>
                  </a:lnTo>
                  <a:lnTo>
                    <a:pt x="92830" y="6185936"/>
                  </a:lnTo>
                  <a:lnTo>
                    <a:pt x="92939" y="6185936"/>
                  </a:lnTo>
                  <a:lnTo>
                    <a:pt x="93047" y="6185936"/>
                  </a:lnTo>
                  <a:lnTo>
                    <a:pt x="93156" y="6185936"/>
                  </a:lnTo>
                  <a:lnTo>
                    <a:pt x="93264" y="6185936"/>
                  </a:lnTo>
                  <a:lnTo>
                    <a:pt x="93373" y="6185936"/>
                  </a:lnTo>
                  <a:lnTo>
                    <a:pt x="93481" y="6185936"/>
                  </a:lnTo>
                  <a:lnTo>
                    <a:pt x="93589" y="6185936"/>
                  </a:lnTo>
                  <a:lnTo>
                    <a:pt x="93698" y="6185936"/>
                  </a:lnTo>
                  <a:lnTo>
                    <a:pt x="93806" y="6185936"/>
                  </a:lnTo>
                  <a:lnTo>
                    <a:pt x="93915" y="6185936"/>
                  </a:lnTo>
                  <a:lnTo>
                    <a:pt x="94023" y="6185936"/>
                  </a:lnTo>
                  <a:lnTo>
                    <a:pt x="94023" y="6185313"/>
                  </a:lnTo>
                  <a:lnTo>
                    <a:pt x="94132" y="6185313"/>
                  </a:lnTo>
                  <a:lnTo>
                    <a:pt x="94240" y="6185313"/>
                  </a:lnTo>
                  <a:lnTo>
                    <a:pt x="94349" y="6185313"/>
                  </a:lnTo>
                  <a:lnTo>
                    <a:pt x="94457" y="6185313"/>
                  </a:lnTo>
                  <a:lnTo>
                    <a:pt x="94565" y="6185313"/>
                  </a:lnTo>
                  <a:lnTo>
                    <a:pt x="94674" y="6185313"/>
                  </a:lnTo>
                  <a:lnTo>
                    <a:pt x="94782" y="6185313"/>
                  </a:lnTo>
                  <a:lnTo>
                    <a:pt x="94891" y="6185313"/>
                  </a:lnTo>
                  <a:lnTo>
                    <a:pt x="94999" y="6185313"/>
                  </a:lnTo>
                  <a:lnTo>
                    <a:pt x="95108" y="6185313"/>
                  </a:lnTo>
                  <a:lnTo>
                    <a:pt x="95216" y="6185313"/>
                  </a:lnTo>
                  <a:lnTo>
                    <a:pt x="95325" y="6185313"/>
                  </a:lnTo>
                  <a:lnTo>
                    <a:pt x="95433" y="6185313"/>
                  </a:lnTo>
                  <a:lnTo>
                    <a:pt x="95542" y="6185313"/>
                  </a:lnTo>
                  <a:lnTo>
                    <a:pt x="95650" y="6185313"/>
                  </a:lnTo>
                  <a:lnTo>
                    <a:pt x="95758" y="6185313"/>
                  </a:lnTo>
                  <a:lnTo>
                    <a:pt x="95867" y="6185313"/>
                  </a:lnTo>
                  <a:lnTo>
                    <a:pt x="95975" y="6185313"/>
                  </a:lnTo>
                  <a:lnTo>
                    <a:pt x="96084" y="6185313"/>
                  </a:lnTo>
                  <a:lnTo>
                    <a:pt x="96192" y="6185313"/>
                  </a:lnTo>
                  <a:lnTo>
                    <a:pt x="96301" y="6185313"/>
                  </a:lnTo>
                  <a:lnTo>
                    <a:pt x="96301" y="6184689"/>
                  </a:lnTo>
                  <a:lnTo>
                    <a:pt x="96409" y="6184689"/>
                  </a:lnTo>
                  <a:lnTo>
                    <a:pt x="96518" y="6184689"/>
                  </a:lnTo>
                  <a:lnTo>
                    <a:pt x="96518" y="6184065"/>
                  </a:lnTo>
                  <a:lnTo>
                    <a:pt x="96626" y="6184065"/>
                  </a:lnTo>
                  <a:lnTo>
                    <a:pt x="96626" y="6183442"/>
                  </a:lnTo>
                  <a:lnTo>
                    <a:pt x="96734" y="6183442"/>
                  </a:lnTo>
                  <a:lnTo>
                    <a:pt x="96734" y="6182818"/>
                  </a:lnTo>
                  <a:lnTo>
                    <a:pt x="96843" y="6182818"/>
                  </a:lnTo>
                  <a:lnTo>
                    <a:pt x="96951" y="6182818"/>
                  </a:lnTo>
                  <a:lnTo>
                    <a:pt x="97060" y="6182818"/>
                  </a:lnTo>
                  <a:lnTo>
                    <a:pt x="97168" y="6182818"/>
                  </a:lnTo>
                  <a:lnTo>
                    <a:pt x="97168" y="6182195"/>
                  </a:lnTo>
                  <a:lnTo>
                    <a:pt x="97277" y="6182195"/>
                  </a:lnTo>
                  <a:lnTo>
                    <a:pt x="97385" y="6182195"/>
                  </a:lnTo>
                  <a:lnTo>
                    <a:pt x="97494" y="6182195"/>
                  </a:lnTo>
                  <a:lnTo>
                    <a:pt x="97602" y="6182195"/>
                  </a:lnTo>
                  <a:lnTo>
                    <a:pt x="97602" y="6181571"/>
                  </a:lnTo>
                  <a:lnTo>
                    <a:pt x="97710" y="6181571"/>
                  </a:lnTo>
                  <a:lnTo>
                    <a:pt x="97819" y="6181571"/>
                  </a:lnTo>
                  <a:lnTo>
                    <a:pt x="97927" y="6181571"/>
                  </a:lnTo>
                  <a:lnTo>
                    <a:pt x="98036" y="6181571"/>
                  </a:lnTo>
                  <a:lnTo>
                    <a:pt x="98036" y="6180947"/>
                  </a:lnTo>
                  <a:lnTo>
                    <a:pt x="98144" y="6180947"/>
                  </a:lnTo>
                  <a:lnTo>
                    <a:pt x="98253" y="6180947"/>
                  </a:lnTo>
                  <a:lnTo>
                    <a:pt x="98361" y="6180947"/>
                  </a:lnTo>
                  <a:lnTo>
                    <a:pt x="98361" y="6180324"/>
                  </a:lnTo>
                  <a:lnTo>
                    <a:pt x="98361" y="6179700"/>
                  </a:lnTo>
                  <a:lnTo>
                    <a:pt x="98470" y="6179700"/>
                  </a:lnTo>
                  <a:lnTo>
                    <a:pt x="98578" y="6179700"/>
                  </a:lnTo>
                  <a:lnTo>
                    <a:pt x="98686" y="6179700"/>
                  </a:lnTo>
                  <a:lnTo>
                    <a:pt x="98795" y="6179700"/>
                  </a:lnTo>
                  <a:lnTo>
                    <a:pt x="98903" y="6179700"/>
                  </a:lnTo>
                  <a:lnTo>
                    <a:pt x="99012" y="6179700"/>
                  </a:lnTo>
                  <a:lnTo>
                    <a:pt x="99120" y="6179700"/>
                  </a:lnTo>
                  <a:lnTo>
                    <a:pt x="99229" y="6179700"/>
                  </a:lnTo>
                  <a:lnTo>
                    <a:pt x="99337" y="6179700"/>
                  </a:lnTo>
                  <a:lnTo>
                    <a:pt x="99446" y="6179700"/>
                  </a:lnTo>
                  <a:lnTo>
                    <a:pt x="99554" y="6179700"/>
                  </a:lnTo>
                  <a:lnTo>
                    <a:pt x="99663" y="6179700"/>
                  </a:lnTo>
                  <a:lnTo>
                    <a:pt x="99771" y="6179700"/>
                  </a:lnTo>
                  <a:lnTo>
                    <a:pt x="99879" y="6179700"/>
                  </a:lnTo>
                  <a:lnTo>
                    <a:pt x="99988" y="6179700"/>
                  </a:lnTo>
                  <a:lnTo>
                    <a:pt x="99988" y="6179077"/>
                  </a:lnTo>
                  <a:lnTo>
                    <a:pt x="100096" y="6179077"/>
                  </a:lnTo>
                  <a:lnTo>
                    <a:pt x="100205" y="6179077"/>
                  </a:lnTo>
                  <a:lnTo>
                    <a:pt x="100205" y="6178453"/>
                  </a:lnTo>
                  <a:lnTo>
                    <a:pt x="100313" y="6178453"/>
                  </a:lnTo>
                  <a:lnTo>
                    <a:pt x="100313" y="6177830"/>
                  </a:lnTo>
                  <a:lnTo>
                    <a:pt x="100422" y="6177830"/>
                  </a:lnTo>
                  <a:lnTo>
                    <a:pt x="100530" y="6177830"/>
                  </a:lnTo>
                  <a:lnTo>
                    <a:pt x="100639" y="6177830"/>
                  </a:lnTo>
                  <a:lnTo>
                    <a:pt x="100639" y="6177206"/>
                  </a:lnTo>
                  <a:lnTo>
                    <a:pt x="100747" y="6177206"/>
                  </a:lnTo>
                  <a:lnTo>
                    <a:pt x="100855" y="6177206"/>
                  </a:lnTo>
                  <a:lnTo>
                    <a:pt x="100964" y="6177206"/>
                  </a:lnTo>
                  <a:lnTo>
                    <a:pt x="101072" y="6177206"/>
                  </a:lnTo>
                  <a:lnTo>
                    <a:pt x="101181" y="6177206"/>
                  </a:lnTo>
                  <a:lnTo>
                    <a:pt x="101181" y="6176582"/>
                  </a:lnTo>
                  <a:lnTo>
                    <a:pt x="101289" y="6176582"/>
                  </a:lnTo>
                  <a:lnTo>
                    <a:pt x="101398" y="6176582"/>
                  </a:lnTo>
                  <a:lnTo>
                    <a:pt x="101506" y="6176582"/>
                  </a:lnTo>
                  <a:lnTo>
                    <a:pt x="101615" y="6176582"/>
                  </a:lnTo>
                  <a:lnTo>
                    <a:pt x="101723" y="6176582"/>
                  </a:lnTo>
                  <a:lnTo>
                    <a:pt x="101723" y="6175959"/>
                  </a:lnTo>
                  <a:lnTo>
                    <a:pt x="101831" y="6175959"/>
                  </a:lnTo>
                  <a:lnTo>
                    <a:pt x="101940" y="6175959"/>
                  </a:lnTo>
                  <a:lnTo>
                    <a:pt x="102048" y="6175959"/>
                  </a:lnTo>
                  <a:lnTo>
                    <a:pt x="102157" y="6175959"/>
                  </a:lnTo>
                  <a:lnTo>
                    <a:pt x="102265" y="6175959"/>
                  </a:lnTo>
                  <a:lnTo>
                    <a:pt x="102374" y="6175959"/>
                  </a:lnTo>
                  <a:lnTo>
                    <a:pt x="102374" y="6175335"/>
                  </a:lnTo>
                  <a:lnTo>
                    <a:pt x="102374" y="6174712"/>
                  </a:lnTo>
                  <a:lnTo>
                    <a:pt x="102374" y="6174088"/>
                  </a:lnTo>
                  <a:lnTo>
                    <a:pt x="102482" y="6174088"/>
                  </a:lnTo>
                  <a:lnTo>
                    <a:pt x="102591" y="6174088"/>
                  </a:lnTo>
                  <a:lnTo>
                    <a:pt x="102699" y="6174088"/>
                  </a:lnTo>
                  <a:lnTo>
                    <a:pt x="102807" y="6174088"/>
                  </a:lnTo>
                  <a:lnTo>
                    <a:pt x="102916" y="6174088"/>
                  </a:lnTo>
                  <a:lnTo>
                    <a:pt x="102916" y="6173464"/>
                  </a:lnTo>
                  <a:lnTo>
                    <a:pt x="103024" y="6173464"/>
                  </a:lnTo>
                  <a:lnTo>
                    <a:pt x="103133" y="6173464"/>
                  </a:lnTo>
                  <a:lnTo>
                    <a:pt x="103133" y="6172841"/>
                  </a:lnTo>
                  <a:lnTo>
                    <a:pt x="103133" y="6172217"/>
                  </a:lnTo>
                  <a:lnTo>
                    <a:pt x="103241" y="6172217"/>
                  </a:lnTo>
                  <a:lnTo>
                    <a:pt x="103350" y="6172217"/>
                  </a:lnTo>
                  <a:lnTo>
                    <a:pt x="103458" y="6172217"/>
                  </a:lnTo>
                  <a:lnTo>
                    <a:pt x="103458" y="6171594"/>
                  </a:lnTo>
                  <a:lnTo>
                    <a:pt x="103567" y="6171594"/>
                  </a:lnTo>
                  <a:lnTo>
                    <a:pt x="103675" y="6171594"/>
                  </a:lnTo>
                  <a:lnTo>
                    <a:pt x="103675" y="6170970"/>
                  </a:lnTo>
                  <a:lnTo>
                    <a:pt x="103784" y="6170970"/>
                  </a:lnTo>
                  <a:lnTo>
                    <a:pt x="103892" y="6170970"/>
                  </a:lnTo>
                  <a:lnTo>
                    <a:pt x="104000" y="6170970"/>
                  </a:lnTo>
                  <a:lnTo>
                    <a:pt x="104109" y="6170970"/>
                  </a:lnTo>
                  <a:lnTo>
                    <a:pt x="104217" y="6170970"/>
                  </a:lnTo>
                  <a:lnTo>
                    <a:pt x="104217" y="6170347"/>
                  </a:lnTo>
                  <a:lnTo>
                    <a:pt x="104326" y="6170347"/>
                  </a:lnTo>
                  <a:lnTo>
                    <a:pt x="104434" y="6170347"/>
                  </a:lnTo>
                  <a:lnTo>
                    <a:pt x="104543" y="6170347"/>
                  </a:lnTo>
                  <a:lnTo>
                    <a:pt x="104651" y="6170347"/>
                  </a:lnTo>
                  <a:lnTo>
                    <a:pt x="104760" y="6170347"/>
                  </a:lnTo>
                  <a:lnTo>
                    <a:pt x="104868" y="6170347"/>
                  </a:lnTo>
                  <a:lnTo>
                    <a:pt x="104868" y="6169723"/>
                  </a:lnTo>
                  <a:lnTo>
                    <a:pt x="104976" y="6169723"/>
                  </a:lnTo>
                  <a:lnTo>
                    <a:pt x="105085" y="6169723"/>
                  </a:lnTo>
                  <a:lnTo>
                    <a:pt x="105193" y="6169723"/>
                  </a:lnTo>
                  <a:lnTo>
                    <a:pt x="105193" y="6169099"/>
                  </a:lnTo>
                  <a:lnTo>
                    <a:pt x="105302" y="6169099"/>
                  </a:lnTo>
                  <a:lnTo>
                    <a:pt x="105410" y="6169099"/>
                  </a:lnTo>
                  <a:lnTo>
                    <a:pt x="105519" y="6169099"/>
                  </a:lnTo>
                  <a:lnTo>
                    <a:pt x="105519" y="6168476"/>
                  </a:lnTo>
                  <a:lnTo>
                    <a:pt x="105627" y="6168476"/>
                  </a:lnTo>
                  <a:lnTo>
                    <a:pt x="105736" y="6168476"/>
                  </a:lnTo>
                  <a:lnTo>
                    <a:pt x="105844" y="6168476"/>
                  </a:lnTo>
                  <a:lnTo>
                    <a:pt x="105952" y="6168476"/>
                  </a:lnTo>
                  <a:lnTo>
                    <a:pt x="106061" y="6168476"/>
                  </a:lnTo>
                  <a:lnTo>
                    <a:pt x="106061" y="6167852"/>
                  </a:lnTo>
                  <a:lnTo>
                    <a:pt x="106169" y="6167852"/>
                  </a:lnTo>
                  <a:lnTo>
                    <a:pt x="106278" y="6167852"/>
                  </a:lnTo>
                  <a:lnTo>
                    <a:pt x="106386" y="6167852"/>
                  </a:lnTo>
                  <a:lnTo>
                    <a:pt x="106495" y="6167852"/>
                  </a:lnTo>
                  <a:lnTo>
                    <a:pt x="106603" y="6167852"/>
                  </a:lnTo>
                  <a:lnTo>
                    <a:pt x="106712" y="6167852"/>
                  </a:lnTo>
                  <a:lnTo>
                    <a:pt x="106820" y="6167852"/>
                  </a:lnTo>
                  <a:lnTo>
                    <a:pt x="106820" y="6167229"/>
                  </a:lnTo>
                  <a:lnTo>
                    <a:pt x="106928" y="6167229"/>
                  </a:lnTo>
                  <a:lnTo>
                    <a:pt x="107037" y="6167229"/>
                  </a:lnTo>
                  <a:lnTo>
                    <a:pt x="107145" y="6167229"/>
                  </a:lnTo>
                  <a:lnTo>
                    <a:pt x="107254" y="6167229"/>
                  </a:lnTo>
                  <a:lnTo>
                    <a:pt x="107362" y="6167229"/>
                  </a:lnTo>
                  <a:lnTo>
                    <a:pt x="107471" y="6167229"/>
                  </a:lnTo>
                  <a:lnTo>
                    <a:pt x="107471" y="6166605"/>
                  </a:lnTo>
                  <a:lnTo>
                    <a:pt x="107579" y="6166605"/>
                  </a:lnTo>
                  <a:lnTo>
                    <a:pt x="107579" y="6165981"/>
                  </a:lnTo>
                  <a:lnTo>
                    <a:pt x="107688" y="6165981"/>
                  </a:lnTo>
                  <a:lnTo>
                    <a:pt x="107796" y="6165981"/>
                  </a:lnTo>
                  <a:lnTo>
                    <a:pt x="107796" y="6165358"/>
                  </a:lnTo>
                  <a:lnTo>
                    <a:pt x="107905" y="6165358"/>
                  </a:lnTo>
                  <a:lnTo>
                    <a:pt x="108013" y="6165358"/>
                  </a:lnTo>
                  <a:lnTo>
                    <a:pt x="108121" y="6165358"/>
                  </a:lnTo>
                  <a:lnTo>
                    <a:pt x="108230" y="6165358"/>
                  </a:lnTo>
                  <a:lnTo>
                    <a:pt x="108338" y="6165358"/>
                  </a:lnTo>
                  <a:lnTo>
                    <a:pt x="108447" y="6165358"/>
                  </a:lnTo>
                  <a:lnTo>
                    <a:pt x="108555" y="6165358"/>
                  </a:lnTo>
                  <a:lnTo>
                    <a:pt x="108664" y="6165358"/>
                  </a:lnTo>
                  <a:lnTo>
                    <a:pt x="108772" y="6165358"/>
                  </a:lnTo>
                  <a:lnTo>
                    <a:pt x="108881" y="6165358"/>
                  </a:lnTo>
                  <a:lnTo>
                    <a:pt x="108989" y="6165358"/>
                  </a:lnTo>
                  <a:lnTo>
                    <a:pt x="109097" y="6165358"/>
                  </a:lnTo>
                  <a:lnTo>
                    <a:pt x="109206" y="6165358"/>
                  </a:lnTo>
                  <a:lnTo>
                    <a:pt x="109206" y="6164734"/>
                  </a:lnTo>
                  <a:lnTo>
                    <a:pt x="109314" y="6164734"/>
                  </a:lnTo>
                  <a:lnTo>
                    <a:pt x="109423" y="6164734"/>
                  </a:lnTo>
                  <a:lnTo>
                    <a:pt x="109531" y="6164734"/>
                  </a:lnTo>
                  <a:lnTo>
                    <a:pt x="109640" y="6164734"/>
                  </a:lnTo>
                  <a:lnTo>
                    <a:pt x="109748" y="6164734"/>
                  </a:lnTo>
                  <a:lnTo>
                    <a:pt x="109857" y="6164734"/>
                  </a:lnTo>
                  <a:lnTo>
                    <a:pt x="109965" y="6164734"/>
                  </a:lnTo>
                  <a:lnTo>
                    <a:pt x="110073" y="6164734"/>
                  </a:lnTo>
                  <a:lnTo>
                    <a:pt x="110182" y="6164734"/>
                  </a:lnTo>
                  <a:lnTo>
                    <a:pt x="110290" y="6164734"/>
                  </a:lnTo>
                  <a:lnTo>
                    <a:pt x="110290" y="6164111"/>
                  </a:lnTo>
                  <a:lnTo>
                    <a:pt x="110290" y="6163487"/>
                  </a:lnTo>
                  <a:lnTo>
                    <a:pt x="110399" y="6163487"/>
                  </a:lnTo>
                  <a:lnTo>
                    <a:pt x="110507" y="6163487"/>
                  </a:lnTo>
                  <a:lnTo>
                    <a:pt x="110616" y="6163487"/>
                  </a:lnTo>
                  <a:lnTo>
                    <a:pt x="110616" y="6162864"/>
                  </a:lnTo>
                  <a:lnTo>
                    <a:pt x="110724" y="6162864"/>
                  </a:lnTo>
                  <a:lnTo>
                    <a:pt x="110833" y="6162864"/>
                  </a:lnTo>
                  <a:lnTo>
                    <a:pt x="110941" y="6162864"/>
                  </a:lnTo>
                  <a:lnTo>
                    <a:pt x="111049" y="6162864"/>
                  </a:lnTo>
                  <a:lnTo>
                    <a:pt x="111049" y="6162240"/>
                  </a:lnTo>
                  <a:lnTo>
                    <a:pt x="111049" y="6161616"/>
                  </a:lnTo>
                  <a:lnTo>
                    <a:pt x="111158" y="6161616"/>
                  </a:lnTo>
                  <a:lnTo>
                    <a:pt x="111158" y="6160993"/>
                  </a:lnTo>
                  <a:lnTo>
                    <a:pt x="111266" y="6160993"/>
                  </a:lnTo>
                  <a:lnTo>
                    <a:pt x="111375" y="6160993"/>
                  </a:lnTo>
                  <a:lnTo>
                    <a:pt x="111483" y="6160993"/>
                  </a:lnTo>
                  <a:lnTo>
                    <a:pt x="111592" y="6160993"/>
                  </a:lnTo>
                  <a:lnTo>
                    <a:pt x="111592" y="6160369"/>
                  </a:lnTo>
                  <a:lnTo>
                    <a:pt x="111592" y="6159746"/>
                  </a:lnTo>
                  <a:lnTo>
                    <a:pt x="111592" y="6159122"/>
                  </a:lnTo>
                  <a:lnTo>
                    <a:pt x="111592" y="6158498"/>
                  </a:lnTo>
                  <a:lnTo>
                    <a:pt x="111700" y="6158498"/>
                  </a:lnTo>
                  <a:lnTo>
                    <a:pt x="111700" y="6157875"/>
                  </a:lnTo>
                  <a:lnTo>
                    <a:pt x="111700" y="6157251"/>
                  </a:lnTo>
                  <a:lnTo>
                    <a:pt x="111809" y="6157251"/>
                  </a:lnTo>
                  <a:lnTo>
                    <a:pt x="111917" y="6157251"/>
                  </a:lnTo>
                  <a:lnTo>
                    <a:pt x="112026" y="6157251"/>
                  </a:lnTo>
                  <a:lnTo>
                    <a:pt x="112134" y="6157251"/>
                  </a:lnTo>
                  <a:lnTo>
                    <a:pt x="112242" y="6157251"/>
                  </a:lnTo>
                  <a:lnTo>
                    <a:pt x="112351" y="6157251"/>
                  </a:lnTo>
                  <a:lnTo>
                    <a:pt x="112459" y="6157251"/>
                  </a:lnTo>
                  <a:lnTo>
                    <a:pt x="112568" y="6157251"/>
                  </a:lnTo>
                  <a:lnTo>
                    <a:pt x="112568" y="6156628"/>
                  </a:lnTo>
                  <a:lnTo>
                    <a:pt x="112568" y="6156004"/>
                  </a:lnTo>
                  <a:lnTo>
                    <a:pt x="112568" y="6155381"/>
                  </a:lnTo>
                  <a:lnTo>
                    <a:pt x="112568" y="6154757"/>
                  </a:lnTo>
                  <a:lnTo>
                    <a:pt x="112568" y="6154133"/>
                  </a:lnTo>
                  <a:lnTo>
                    <a:pt x="112676" y="6154133"/>
                  </a:lnTo>
                  <a:lnTo>
                    <a:pt x="112785" y="6154133"/>
                  </a:lnTo>
                  <a:lnTo>
                    <a:pt x="112893" y="6154133"/>
                  </a:lnTo>
                  <a:lnTo>
                    <a:pt x="113002" y="6154133"/>
                  </a:lnTo>
                  <a:lnTo>
                    <a:pt x="113110" y="6154133"/>
                  </a:lnTo>
                  <a:lnTo>
                    <a:pt x="113218" y="6154133"/>
                  </a:lnTo>
                  <a:lnTo>
                    <a:pt x="113327" y="6154133"/>
                  </a:lnTo>
                  <a:lnTo>
                    <a:pt x="113435" y="6154133"/>
                  </a:lnTo>
                  <a:lnTo>
                    <a:pt x="113544" y="6154133"/>
                  </a:lnTo>
                  <a:lnTo>
                    <a:pt x="113652" y="6154133"/>
                  </a:lnTo>
                  <a:lnTo>
                    <a:pt x="113761" y="6154133"/>
                  </a:lnTo>
                  <a:lnTo>
                    <a:pt x="113869" y="6154133"/>
                  </a:lnTo>
                  <a:lnTo>
                    <a:pt x="113978" y="6154133"/>
                  </a:lnTo>
                  <a:lnTo>
                    <a:pt x="114086" y="6154133"/>
                  </a:lnTo>
                  <a:lnTo>
                    <a:pt x="114194" y="6154133"/>
                  </a:lnTo>
                  <a:lnTo>
                    <a:pt x="114303" y="6154133"/>
                  </a:lnTo>
                  <a:lnTo>
                    <a:pt x="114411" y="6154133"/>
                  </a:lnTo>
                  <a:lnTo>
                    <a:pt x="114520" y="6154133"/>
                  </a:lnTo>
                  <a:lnTo>
                    <a:pt x="114628" y="6154133"/>
                  </a:lnTo>
                  <a:lnTo>
                    <a:pt x="114737" y="6154133"/>
                  </a:lnTo>
                  <a:lnTo>
                    <a:pt x="114845" y="6154133"/>
                  </a:lnTo>
                  <a:lnTo>
                    <a:pt x="114954" y="6154133"/>
                  </a:lnTo>
                  <a:lnTo>
                    <a:pt x="115062" y="6154133"/>
                  </a:lnTo>
                  <a:lnTo>
                    <a:pt x="115170" y="6154133"/>
                  </a:lnTo>
                  <a:lnTo>
                    <a:pt x="115279" y="6154133"/>
                  </a:lnTo>
                  <a:lnTo>
                    <a:pt x="115387" y="6154133"/>
                  </a:lnTo>
                  <a:lnTo>
                    <a:pt x="115496" y="6154133"/>
                  </a:lnTo>
                  <a:lnTo>
                    <a:pt x="115604" y="6154133"/>
                  </a:lnTo>
                  <a:lnTo>
                    <a:pt x="115713" y="6154133"/>
                  </a:lnTo>
                  <a:lnTo>
                    <a:pt x="115821" y="6154133"/>
                  </a:lnTo>
                  <a:lnTo>
                    <a:pt x="115930" y="6154133"/>
                  </a:lnTo>
                  <a:lnTo>
                    <a:pt x="116038" y="6154133"/>
                  </a:lnTo>
                  <a:lnTo>
                    <a:pt x="116038" y="6153510"/>
                  </a:lnTo>
                  <a:lnTo>
                    <a:pt x="116146" y="6153510"/>
                  </a:lnTo>
                  <a:lnTo>
                    <a:pt x="116255" y="6153510"/>
                  </a:lnTo>
                  <a:lnTo>
                    <a:pt x="116363" y="6153510"/>
                  </a:lnTo>
                  <a:lnTo>
                    <a:pt x="116472" y="6153510"/>
                  </a:lnTo>
                  <a:lnTo>
                    <a:pt x="116580" y="6153510"/>
                  </a:lnTo>
                  <a:lnTo>
                    <a:pt x="116689" y="6153510"/>
                  </a:lnTo>
                  <a:lnTo>
                    <a:pt x="116797" y="6153510"/>
                  </a:lnTo>
                  <a:lnTo>
                    <a:pt x="116797" y="6152886"/>
                  </a:lnTo>
                  <a:lnTo>
                    <a:pt x="116797" y="6152263"/>
                  </a:lnTo>
                  <a:lnTo>
                    <a:pt x="116797" y="6151639"/>
                  </a:lnTo>
                  <a:lnTo>
                    <a:pt x="116906" y="6151639"/>
                  </a:lnTo>
                  <a:lnTo>
                    <a:pt x="117014" y="6151639"/>
                  </a:lnTo>
                  <a:lnTo>
                    <a:pt x="117123" y="6151639"/>
                  </a:lnTo>
                  <a:lnTo>
                    <a:pt x="117231" y="6151639"/>
                  </a:lnTo>
                  <a:lnTo>
                    <a:pt x="117339" y="6151639"/>
                  </a:lnTo>
                  <a:lnTo>
                    <a:pt x="117448" y="6151639"/>
                  </a:lnTo>
                  <a:lnTo>
                    <a:pt x="117448" y="6151015"/>
                  </a:lnTo>
                  <a:lnTo>
                    <a:pt x="117556" y="6151015"/>
                  </a:lnTo>
                  <a:lnTo>
                    <a:pt x="117665" y="6151015"/>
                  </a:lnTo>
                  <a:lnTo>
                    <a:pt x="117773" y="6151015"/>
                  </a:lnTo>
                  <a:lnTo>
                    <a:pt x="117773" y="6150392"/>
                  </a:lnTo>
                  <a:lnTo>
                    <a:pt x="117882" y="6150392"/>
                  </a:lnTo>
                  <a:lnTo>
                    <a:pt x="117990" y="6150392"/>
                  </a:lnTo>
                  <a:lnTo>
                    <a:pt x="118099" y="6150392"/>
                  </a:lnTo>
                  <a:lnTo>
                    <a:pt x="118099" y="6149768"/>
                  </a:lnTo>
                  <a:lnTo>
                    <a:pt x="118207" y="6149768"/>
                  </a:lnTo>
                  <a:lnTo>
                    <a:pt x="118315" y="6149768"/>
                  </a:lnTo>
                  <a:lnTo>
                    <a:pt x="118315" y="6149145"/>
                  </a:lnTo>
                  <a:lnTo>
                    <a:pt x="118424" y="6149145"/>
                  </a:lnTo>
                  <a:lnTo>
                    <a:pt x="118532" y="6149145"/>
                  </a:lnTo>
                  <a:lnTo>
                    <a:pt x="118641" y="6149145"/>
                  </a:lnTo>
                  <a:lnTo>
                    <a:pt x="118749" y="6149145"/>
                  </a:lnTo>
                  <a:lnTo>
                    <a:pt x="118858" y="6149145"/>
                  </a:lnTo>
                  <a:lnTo>
                    <a:pt x="118966" y="6149145"/>
                  </a:lnTo>
                  <a:lnTo>
                    <a:pt x="118966" y="6148521"/>
                  </a:lnTo>
                  <a:lnTo>
                    <a:pt x="119075" y="6148521"/>
                  </a:lnTo>
                  <a:lnTo>
                    <a:pt x="119183" y="6148521"/>
                  </a:lnTo>
                  <a:lnTo>
                    <a:pt x="119291" y="6148521"/>
                  </a:lnTo>
                  <a:lnTo>
                    <a:pt x="119400" y="6148521"/>
                  </a:lnTo>
                  <a:lnTo>
                    <a:pt x="119400" y="6147898"/>
                  </a:lnTo>
                  <a:lnTo>
                    <a:pt x="119508" y="6147898"/>
                  </a:lnTo>
                  <a:lnTo>
                    <a:pt x="119617" y="6147898"/>
                  </a:lnTo>
                  <a:lnTo>
                    <a:pt x="119725" y="6147898"/>
                  </a:lnTo>
                  <a:lnTo>
                    <a:pt x="119834" y="6147898"/>
                  </a:lnTo>
                  <a:lnTo>
                    <a:pt x="119942" y="6147898"/>
                  </a:lnTo>
                  <a:lnTo>
                    <a:pt x="120051" y="6147898"/>
                  </a:lnTo>
                  <a:lnTo>
                    <a:pt x="120159" y="6147898"/>
                  </a:lnTo>
                  <a:lnTo>
                    <a:pt x="120267" y="6147898"/>
                  </a:lnTo>
                  <a:lnTo>
                    <a:pt x="120376" y="6147898"/>
                  </a:lnTo>
                  <a:lnTo>
                    <a:pt x="120484" y="6147898"/>
                  </a:lnTo>
                  <a:lnTo>
                    <a:pt x="120593" y="6147898"/>
                  </a:lnTo>
                  <a:lnTo>
                    <a:pt x="120701" y="6147898"/>
                  </a:lnTo>
                  <a:lnTo>
                    <a:pt x="120701" y="6147274"/>
                  </a:lnTo>
                  <a:lnTo>
                    <a:pt x="120810" y="6147274"/>
                  </a:lnTo>
                  <a:lnTo>
                    <a:pt x="120918" y="6147274"/>
                  </a:lnTo>
                  <a:lnTo>
                    <a:pt x="121027" y="6147274"/>
                  </a:lnTo>
                  <a:lnTo>
                    <a:pt x="121135" y="6147274"/>
                  </a:lnTo>
                  <a:lnTo>
                    <a:pt x="121244" y="6147274"/>
                  </a:lnTo>
                  <a:lnTo>
                    <a:pt x="121352" y="6147274"/>
                  </a:lnTo>
                  <a:lnTo>
                    <a:pt x="121460" y="6147274"/>
                  </a:lnTo>
                  <a:lnTo>
                    <a:pt x="121569" y="6147274"/>
                  </a:lnTo>
                  <a:lnTo>
                    <a:pt x="121677" y="6147274"/>
                  </a:lnTo>
                  <a:lnTo>
                    <a:pt x="121786" y="6147274"/>
                  </a:lnTo>
                  <a:lnTo>
                    <a:pt x="121894" y="6147274"/>
                  </a:lnTo>
                  <a:lnTo>
                    <a:pt x="121894" y="6146650"/>
                  </a:lnTo>
                  <a:lnTo>
                    <a:pt x="122003" y="6146650"/>
                  </a:lnTo>
                  <a:lnTo>
                    <a:pt x="122111" y="6146650"/>
                  </a:lnTo>
                  <a:lnTo>
                    <a:pt x="122111" y="6146027"/>
                  </a:lnTo>
                  <a:lnTo>
                    <a:pt x="122220" y="6146027"/>
                  </a:lnTo>
                  <a:lnTo>
                    <a:pt x="122328" y="6146027"/>
                  </a:lnTo>
                  <a:lnTo>
                    <a:pt x="122436" y="6146027"/>
                  </a:lnTo>
                  <a:lnTo>
                    <a:pt x="122545" y="6146027"/>
                  </a:lnTo>
                  <a:lnTo>
                    <a:pt x="122653" y="6146027"/>
                  </a:lnTo>
                  <a:lnTo>
                    <a:pt x="122762" y="6146027"/>
                  </a:lnTo>
                  <a:lnTo>
                    <a:pt x="122870" y="6146027"/>
                  </a:lnTo>
                  <a:lnTo>
                    <a:pt x="122979" y="6146027"/>
                  </a:lnTo>
                  <a:lnTo>
                    <a:pt x="123087" y="6146027"/>
                  </a:lnTo>
                  <a:lnTo>
                    <a:pt x="123196" y="6146027"/>
                  </a:lnTo>
                  <a:lnTo>
                    <a:pt x="123304" y="6146027"/>
                  </a:lnTo>
                  <a:lnTo>
                    <a:pt x="123412" y="6146027"/>
                  </a:lnTo>
                  <a:lnTo>
                    <a:pt x="123521" y="6146027"/>
                  </a:lnTo>
                  <a:lnTo>
                    <a:pt x="123521" y="6145403"/>
                  </a:lnTo>
                  <a:lnTo>
                    <a:pt x="123629" y="6145403"/>
                  </a:lnTo>
                  <a:lnTo>
                    <a:pt x="123629" y="6144780"/>
                  </a:lnTo>
                  <a:lnTo>
                    <a:pt x="123738" y="6144780"/>
                  </a:lnTo>
                  <a:lnTo>
                    <a:pt x="123846" y="6144780"/>
                  </a:lnTo>
                  <a:lnTo>
                    <a:pt x="123846" y="6144156"/>
                  </a:lnTo>
                  <a:lnTo>
                    <a:pt x="123846" y="6143533"/>
                  </a:lnTo>
                  <a:lnTo>
                    <a:pt x="123955" y="6143533"/>
                  </a:lnTo>
                  <a:lnTo>
                    <a:pt x="124063" y="6143533"/>
                  </a:lnTo>
                  <a:lnTo>
                    <a:pt x="124063" y="6142909"/>
                  </a:lnTo>
                  <a:lnTo>
                    <a:pt x="124172" y="6142909"/>
                  </a:lnTo>
                  <a:lnTo>
                    <a:pt x="124280" y="6142909"/>
                  </a:lnTo>
                  <a:lnTo>
                    <a:pt x="124388" y="6142909"/>
                  </a:lnTo>
                  <a:lnTo>
                    <a:pt x="124497" y="6142909"/>
                  </a:lnTo>
                  <a:lnTo>
                    <a:pt x="124605" y="6142909"/>
                  </a:lnTo>
                  <a:lnTo>
                    <a:pt x="124605" y="6142285"/>
                  </a:lnTo>
                  <a:lnTo>
                    <a:pt x="124605" y="6141662"/>
                  </a:lnTo>
                  <a:lnTo>
                    <a:pt x="124605" y="6141038"/>
                  </a:lnTo>
                  <a:lnTo>
                    <a:pt x="124714" y="6141038"/>
                  </a:lnTo>
                  <a:lnTo>
                    <a:pt x="124822" y="6141038"/>
                  </a:lnTo>
                  <a:lnTo>
                    <a:pt x="124931" y="6141038"/>
                  </a:lnTo>
                  <a:lnTo>
                    <a:pt x="125039" y="6141038"/>
                  </a:lnTo>
                  <a:lnTo>
                    <a:pt x="125148" y="6141038"/>
                  </a:lnTo>
                  <a:lnTo>
                    <a:pt x="125148" y="6140415"/>
                  </a:lnTo>
                  <a:lnTo>
                    <a:pt x="125256" y="6140415"/>
                  </a:lnTo>
                  <a:lnTo>
                    <a:pt x="125256" y="6139791"/>
                  </a:lnTo>
                  <a:lnTo>
                    <a:pt x="125365" y="6139791"/>
                  </a:lnTo>
                  <a:lnTo>
                    <a:pt x="125473" y="6139791"/>
                  </a:lnTo>
                  <a:lnTo>
                    <a:pt x="125581" y="6139791"/>
                  </a:lnTo>
                  <a:lnTo>
                    <a:pt x="125690" y="6139791"/>
                  </a:lnTo>
                  <a:lnTo>
                    <a:pt x="125798" y="6139791"/>
                  </a:lnTo>
                  <a:lnTo>
                    <a:pt x="125907" y="6139791"/>
                  </a:lnTo>
                  <a:lnTo>
                    <a:pt x="126015" y="6139791"/>
                  </a:lnTo>
                  <a:lnTo>
                    <a:pt x="126124" y="6139791"/>
                  </a:lnTo>
                  <a:lnTo>
                    <a:pt x="126232" y="6139791"/>
                  </a:lnTo>
                  <a:lnTo>
                    <a:pt x="126341" y="6139791"/>
                  </a:lnTo>
                  <a:lnTo>
                    <a:pt x="126449" y="6139791"/>
                  </a:lnTo>
                  <a:lnTo>
                    <a:pt x="126557" y="6139791"/>
                  </a:lnTo>
                  <a:lnTo>
                    <a:pt x="126666" y="6139791"/>
                  </a:lnTo>
                  <a:lnTo>
                    <a:pt x="126774" y="6139791"/>
                  </a:lnTo>
                  <a:lnTo>
                    <a:pt x="126883" y="6139791"/>
                  </a:lnTo>
                  <a:lnTo>
                    <a:pt x="126991" y="6139791"/>
                  </a:lnTo>
                  <a:lnTo>
                    <a:pt x="126991" y="6139167"/>
                  </a:lnTo>
                  <a:lnTo>
                    <a:pt x="127100" y="6139167"/>
                  </a:lnTo>
                  <a:lnTo>
                    <a:pt x="127208" y="6139167"/>
                  </a:lnTo>
                  <a:lnTo>
                    <a:pt x="127208" y="6138544"/>
                  </a:lnTo>
                  <a:lnTo>
                    <a:pt x="127317" y="6138544"/>
                  </a:lnTo>
                  <a:lnTo>
                    <a:pt x="127425" y="6138544"/>
                  </a:lnTo>
                  <a:lnTo>
                    <a:pt x="127425" y="6137920"/>
                  </a:lnTo>
                  <a:lnTo>
                    <a:pt x="127533" y="6137920"/>
                  </a:lnTo>
                  <a:lnTo>
                    <a:pt x="127533" y="6137297"/>
                  </a:lnTo>
                  <a:lnTo>
                    <a:pt x="127642" y="6137297"/>
                  </a:lnTo>
                  <a:lnTo>
                    <a:pt x="127750" y="6137297"/>
                  </a:lnTo>
                  <a:lnTo>
                    <a:pt x="127859" y="6137297"/>
                  </a:lnTo>
                  <a:lnTo>
                    <a:pt x="127967" y="6137297"/>
                  </a:lnTo>
                  <a:lnTo>
                    <a:pt x="128076" y="6137297"/>
                  </a:lnTo>
                  <a:lnTo>
                    <a:pt x="128184" y="6137297"/>
                  </a:lnTo>
                  <a:lnTo>
                    <a:pt x="128293" y="6137297"/>
                  </a:lnTo>
                  <a:lnTo>
                    <a:pt x="128401" y="6137297"/>
                  </a:lnTo>
                  <a:lnTo>
                    <a:pt x="128401" y="6136673"/>
                  </a:lnTo>
                  <a:lnTo>
                    <a:pt x="128509" y="6136673"/>
                  </a:lnTo>
                  <a:lnTo>
                    <a:pt x="128618" y="6136673"/>
                  </a:lnTo>
                  <a:lnTo>
                    <a:pt x="128726" y="6136673"/>
                  </a:lnTo>
                  <a:lnTo>
                    <a:pt x="128835" y="6136673"/>
                  </a:lnTo>
                  <a:lnTo>
                    <a:pt x="128943" y="6136673"/>
                  </a:lnTo>
                  <a:lnTo>
                    <a:pt x="128943" y="6136050"/>
                  </a:lnTo>
                  <a:lnTo>
                    <a:pt x="129052" y="6136050"/>
                  </a:lnTo>
                  <a:lnTo>
                    <a:pt x="129160" y="6136050"/>
                  </a:lnTo>
                  <a:lnTo>
                    <a:pt x="129269" y="6136050"/>
                  </a:lnTo>
                  <a:lnTo>
                    <a:pt x="129269" y="6135426"/>
                  </a:lnTo>
                  <a:lnTo>
                    <a:pt x="129377" y="6135426"/>
                  </a:lnTo>
                  <a:lnTo>
                    <a:pt x="129486" y="6135426"/>
                  </a:lnTo>
                  <a:lnTo>
                    <a:pt x="129594" y="6135426"/>
                  </a:lnTo>
                  <a:lnTo>
                    <a:pt x="129594" y="6134802"/>
                  </a:lnTo>
                  <a:lnTo>
                    <a:pt x="129594" y="6134179"/>
                  </a:lnTo>
                  <a:lnTo>
                    <a:pt x="129594" y="6133555"/>
                  </a:lnTo>
                  <a:lnTo>
                    <a:pt x="129594" y="6132932"/>
                  </a:lnTo>
                  <a:lnTo>
                    <a:pt x="129702" y="6132932"/>
                  </a:lnTo>
                  <a:lnTo>
                    <a:pt x="129811" y="6132932"/>
                  </a:lnTo>
                  <a:lnTo>
                    <a:pt x="129811" y="6132308"/>
                  </a:lnTo>
                  <a:lnTo>
                    <a:pt x="129919" y="6132308"/>
                  </a:lnTo>
                  <a:lnTo>
                    <a:pt x="129919" y="6131684"/>
                  </a:lnTo>
                  <a:lnTo>
                    <a:pt x="130028" y="6131684"/>
                  </a:lnTo>
                  <a:lnTo>
                    <a:pt x="130136" y="6131684"/>
                  </a:lnTo>
                  <a:lnTo>
                    <a:pt x="130245" y="6131684"/>
                  </a:lnTo>
                  <a:lnTo>
                    <a:pt x="130353" y="6131684"/>
                  </a:lnTo>
                  <a:lnTo>
                    <a:pt x="130462" y="6131684"/>
                  </a:lnTo>
                  <a:lnTo>
                    <a:pt x="130570" y="6131684"/>
                  </a:lnTo>
                  <a:lnTo>
                    <a:pt x="130678" y="6131684"/>
                  </a:lnTo>
                  <a:lnTo>
                    <a:pt x="130787" y="6131684"/>
                  </a:lnTo>
                  <a:lnTo>
                    <a:pt x="130895" y="6131684"/>
                  </a:lnTo>
                  <a:lnTo>
                    <a:pt x="131004" y="6131684"/>
                  </a:lnTo>
                  <a:lnTo>
                    <a:pt x="131112" y="6131684"/>
                  </a:lnTo>
                  <a:lnTo>
                    <a:pt x="131221" y="6131684"/>
                  </a:lnTo>
                  <a:lnTo>
                    <a:pt x="131329" y="6131684"/>
                  </a:lnTo>
                  <a:lnTo>
                    <a:pt x="131329" y="6131061"/>
                  </a:lnTo>
                  <a:lnTo>
                    <a:pt x="131438" y="6131061"/>
                  </a:lnTo>
                  <a:lnTo>
                    <a:pt x="131546" y="6131061"/>
                  </a:lnTo>
                  <a:lnTo>
                    <a:pt x="131546" y="6130437"/>
                  </a:lnTo>
                  <a:lnTo>
                    <a:pt x="131654" y="6130437"/>
                  </a:lnTo>
                  <a:lnTo>
                    <a:pt x="131763" y="6130437"/>
                  </a:lnTo>
                  <a:lnTo>
                    <a:pt x="131763" y="6129814"/>
                  </a:lnTo>
                  <a:lnTo>
                    <a:pt x="131871" y="6129814"/>
                  </a:lnTo>
                  <a:lnTo>
                    <a:pt x="131980" y="6129814"/>
                  </a:lnTo>
                  <a:lnTo>
                    <a:pt x="132088" y="6129814"/>
                  </a:lnTo>
                  <a:lnTo>
                    <a:pt x="132197" y="6129814"/>
                  </a:lnTo>
                  <a:lnTo>
                    <a:pt x="132305" y="6129814"/>
                  </a:lnTo>
                  <a:lnTo>
                    <a:pt x="132414" y="6129814"/>
                  </a:lnTo>
                  <a:lnTo>
                    <a:pt x="132522" y="6129814"/>
                  </a:lnTo>
                  <a:lnTo>
                    <a:pt x="132630" y="6129814"/>
                  </a:lnTo>
                  <a:lnTo>
                    <a:pt x="132739" y="6129814"/>
                  </a:lnTo>
                  <a:lnTo>
                    <a:pt x="132847" y="6129814"/>
                  </a:lnTo>
                  <a:lnTo>
                    <a:pt x="132956" y="6129814"/>
                  </a:lnTo>
                  <a:lnTo>
                    <a:pt x="133064" y="6129814"/>
                  </a:lnTo>
                  <a:lnTo>
                    <a:pt x="133173" y="6129814"/>
                  </a:lnTo>
                  <a:lnTo>
                    <a:pt x="133281" y="6129814"/>
                  </a:lnTo>
                  <a:lnTo>
                    <a:pt x="133390" y="6129814"/>
                  </a:lnTo>
                  <a:lnTo>
                    <a:pt x="133390" y="6129190"/>
                  </a:lnTo>
                  <a:lnTo>
                    <a:pt x="133498" y="6129190"/>
                  </a:lnTo>
                  <a:lnTo>
                    <a:pt x="133607" y="6129190"/>
                  </a:lnTo>
                  <a:lnTo>
                    <a:pt x="133715" y="6129190"/>
                  </a:lnTo>
                  <a:lnTo>
                    <a:pt x="133823" y="6129190"/>
                  </a:lnTo>
                  <a:lnTo>
                    <a:pt x="133932" y="6129190"/>
                  </a:lnTo>
                  <a:lnTo>
                    <a:pt x="133932" y="6128567"/>
                  </a:lnTo>
                  <a:lnTo>
                    <a:pt x="134040" y="6128567"/>
                  </a:lnTo>
                  <a:lnTo>
                    <a:pt x="134149" y="6128567"/>
                  </a:lnTo>
                  <a:lnTo>
                    <a:pt x="134257" y="6128567"/>
                  </a:lnTo>
                  <a:lnTo>
                    <a:pt x="134366" y="6128567"/>
                  </a:lnTo>
                  <a:lnTo>
                    <a:pt x="134474" y="6128567"/>
                  </a:lnTo>
                  <a:lnTo>
                    <a:pt x="134583" y="6128567"/>
                  </a:lnTo>
                  <a:lnTo>
                    <a:pt x="134691" y="6128567"/>
                  </a:lnTo>
                  <a:lnTo>
                    <a:pt x="134799" y="6128567"/>
                  </a:lnTo>
                  <a:lnTo>
                    <a:pt x="134908" y="6128567"/>
                  </a:lnTo>
                  <a:lnTo>
                    <a:pt x="135016" y="6128567"/>
                  </a:lnTo>
                  <a:lnTo>
                    <a:pt x="135125" y="6128567"/>
                  </a:lnTo>
                  <a:lnTo>
                    <a:pt x="135233" y="6128567"/>
                  </a:lnTo>
                  <a:lnTo>
                    <a:pt x="135233" y="6127943"/>
                  </a:lnTo>
                  <a:lnTo>
                    <a:pt x="135233" y="6127319"/>
                  </a:lnTo>
                  <a:lnTo>
                    <a:pt x="135233" y="6126696"/>
                  </a:lnTo>
                  <a:lnTo>
                    <a:pt x="135233" y="6126072"/>
                  </a:lnTo>
                  <a:lnTo>
                    <a:pt x="135342" y="6126072"/>
                  </a:lnTo>
                  <a:lnTo>
                    <a:pt x="135342" y="6125449"/>
                  </a:lnTo>
                  <a:lnTo>
                    <a:pt x="135450" y="6125449"/>
                  </a:lnTo>
                  <a:lnTo>
                    <a:pt x="135450" y="6124825"/>
                  </a:lnTo>
                  <a:lnTo>
                    <a:pt x="135559" y="6124825"/>
                  </a:lnTo>
                  <a:lnTo>
                    <a:pt x="135667" y="6124825"/>
                  </a:lnTo>
                  <a:lnTo>
                    <a:pt x="135775" y="6124825"/>
                  </a:lnTo>
                  <a:lnTo>
                    <a:pt x="135884" y="6124825"/>
                  </a:lnTo>
                  <a:lnTo>
                    <a:pt x="135992" y="6124825"/>
                  </a:lnTo>
                  <a:lnTo>
                    <a:pt x="136101" y="6124825"/>
                  </a:lnTo>
                  <a:lnTo>
                    <a:pt x="136101" y="6124201"/>
                  </a:lnTo>
                  <a:lnTo>
                    <a:pt x="136101" y="6123578"/>
                  </a:lnTo>
                  <a:lnTo>
                    <a:pt x="136101" y="6122954"/>
                  </a:lnTo>
                  <a:lnTo>
                    <a:pt x="136101" y="6122331"/>
                  </a:lnTo>
                  <a:lnTo>
                    <a:pt x="136209" y="6122331"/>
                  </a:lnTo>
                  <a:lnTo>
                    <a:pt x="136318" y="6122331"/>
                  </a:lnTo>
                  <a:lnTo>
                    <a:pt x="136426" y="6122331"/>
                  </a:lnTo>
                  <a:lnTo>
                    <a:pt x="136426" y="6121707"/>
                  </a:lnTo>
                  <a:lnTo>
                    <a:pt x="136535" y="6121707"/>
                  </a:lnTo>
                  <a:lnTo>
                    <a:pt x="136643" y="6121707"/>
                  </a:lnTo>
                  <a:lnTo>
                    <a:pt x="136643" y="6121084"/>
                  </a:lnTo>
                  <a:lnTo>
                    <a:pt x="136751" y="6121084"/>
                  </a:lnTo>
                  <a:lnTo>
                    <a:pt x="136860" y="6121084"/>
                  </a:lnTo>
                  <a:lnTo>
                    <a:pt x="136968" y="6121084"/>
                  </a:lnTo>
                  <a:lnTo>
                    <a:pt x="137077" y="6121084"/>
                  </a:lnTo>
                  <a:lnTo>
                    <a:pt x="137185" y="6121084"/>
                  </a:lnTo>
                  <a:lnTo>
                    <a:pt x="137294" y="6121084"/>
                  </a:lnTo>
                  <a:lnTo>
                    <a:pt x="137402" y="6121084"/>
                  </a:lnTo>
                  <a:lnTo>
                    <a:pt x="137402" y="6120460"/>
                  </a:lnTo>
                  <a:lnTo>
                    <a:pt x="137402" y="6119836"/>
                  </a:lnTo>
                  <a:lnTo>
                    <a:pt x="137511" y="6119836"/>
                  </a:lnTo>
                  <a:lnTo>
                    <a:pt x="137619" y="6119836"/>
                  </a:lnTo>
                  <a:lnTo>
                    <a:pt x="137727" y="6119836"/>
                  </a:lnTo>
                  <a:lnTo>
                    <a:pt x="137836" y="6119836"/>
                  </a:lnTo>
                  <a:lnTo>
                    <a:pt x="137836" y="6119213"/>
                  </a:lnTo>
                  <a:lnTo>
                    <a:pt x="137836" y="6118589"/>
                  </a:lnTo>
                  <a:lnTo>
                    <a:pt x="137944" y="6118589"/>
                  </a:lnTo>
                  <a:lnTo>
                    <a:pt x="138053" y="6118589"/>
                  </a:lnTo>
                  <a:lnTo>
                    <a:pt x="138161" y="6118589"/>
                  </a:lnTo>
                  <a:lnTo>
                    <a:pt x="138161" y="6117966"/>
                  </a:lnTo>
                  <a:lnTo>
                    <a:pt x="138161" y="6117342"/>
                  </a:lnTo>
                  <a:lnTo>
                    <a:pt x="138161" y="6116718"/>
                  </a:lnTo>
                  <a:lnTo>
                    <a:pt x="138161" y="6116095"/>
                  </a:lnTo>
                  <a:lnTo>
                    <a:pt x="138270" y="6116095"/>
                  </a:lnTo>
                  <a:lnTo>
                    <a:pt x="138378" y="6116095"/>
                  </a:lnTo>
                  <a:lnTo>
                    <a:pt x="138487" y="6116095"/>
                  </a:lnTo>
                  <a:lnTo>
                    <a:pt x="138487" y="6115471"/>
                  </a:lnTo>
                  <a:lnTo>
                    <a:pt x="138487" y="6114848"/>
                  </a:lnTo>
                  <a:lnTo>
                    <a:pt x="138487" y="6114224"/>
                  </a:lnTo>
                  <a:lnTo>
                    <a:pt x="138595" y="6114224"/>
                  </a:lnTo>
                  <a:lnTo>
                    <a:pt x="138595" y="6113601"/>
                  </a:lnTo>
                  <a:lnTo>
                    <a:pt x="138595" y="6112977"/>
                  </a:lnTo>
                  <a:lnTo>
                    <a:pt x="138595" y="6112353"/>
                  </a:lnTo>
                  <a:lnTo>
                    <a:pt x="138704" y="6112353"/>
                  </a:lnTo>
                  <a:lnTo>
                    <a:pt x="138704" y="6111730"/>
                  </a:lnTo>
                  <a:lnTo>
                    <a:pt x="138812" y="6111730"/>
                  </a:lnTo>
                  <a:lnTo>
                    <a:pt x="138920" y="6111730"/>
                  </a:lnTo>
                  <a:lnTo>
                    <a:pt x="139029" y="6111730"/>
                  </a:lnTo>
                  <a:lnTo>
                    <a:pt x="139029" y="6111106"/>
                  </a:lnTo>
                  <a:lnTo>
                    <a:pt x="139137" y="6111106"/>
                  </a:lnTo>
                  <a:lnTo>
                    <a:pt x="139246" y="6111106"/>
                  </a:lnTo>
                  <a:lnTo>
                    <a:pt x="139246" y="6110483"/>
                  </a:lnTo>
                  <a:lnTo>
                    <a:pt x="139354" y="6110483"/>
                  </a:lnTo>
                  <a:lnTo>
                    <a:pt x="139463" y="6110483"/>
                  </a:lnTo>
                  <a:lnTo>
                    <a:pt x="139571" y="6110483"/>
                  </a:lnTo>
                  <a:lnTo>
                    <a:pt x="139680" y="6110483"/>
                  </a:lnTo>
                  <a:lnTo>
                    <a:pt x="139788" y="6110483"/>
                  </a:lnTo>
                  <a:lnTo>
                    <a:pt x="139896" y="6110483"/>
                  </a:lnTo>
                  <a:lnTo>
                    <a:pt x="139896" y="6109859"/>
                  </a:lnTo>
                  <a:lnTo>
                    <a:pt x="139896" y="6109235"/>
                  </a:lnTo>
                  <a:lnTo>
                    <a:pt x="140005" y="6109235"/>
                  </a:lnTo>
                  <a:lnTo>
                    <a:pt x="140113" y="6109235"/>
                  </a:lnTo>
                  <a:lnTo>
                    <a:pt x="140222" y="6109235"/>
                  </a:lnTo>
                  <a:lnTo>
                    <a:pt x="140222" y="6108612"/>
                  </a:lnTo>
                  <a:lnTo>
                    <a:pt x="140330" y="6108612"/>
                  </a:lnTo>
                  <a:lnTo>
                    <a:pt x="140439" y="6108612"/>
                  </a:lnTo>
                  <a:lnTo>
                    <a:pt x="140547" y="6108612"/>
                  </a:lnTo>
                  <a:lnTo>
                    <a:pt x="140547" y="6107988"/>
                  </a:lnTo>
                  <a:lnTo>
                    <a:pt x="140656" y="6107988"/>
                  </a:lnTo>
                  <a:lnTo>
                    <a:pt x="140764" y="6107988"/>
                  </a:lnTo>
                  <a:lnTo>
                    <a:pt x="140872" y="6107988"/>
                  </a:lnTo>
                  <a:lnTo>
                    <a:pt x="140981" y="6107988"/>
                  </a:lnTo>
                  <a:lnTo>
                    <a:pt x="141089" y="6107988"/>
                  </a:lnTo>
                  <a:lnTo>
                    <a:pt x="141198" y="6107988"/>
                  </a:lnTo>
                  <a:lnTo>
                    <a:pt x="141306" y="6107988"/>
                  </a:lnTo>
                  <a:lnTo>
                    <a:pt x="141306" y="6107365"/>
                  </a:lnTo>
                  <a:lnTo>
                    <a:pt x="141415" y="6107365"/>
                  </a:lnTo>
                  <a:lnTo>
                    <a:pt x="141523" y="6107365"/>
                  </a:lnTo>
                  <a:lnTo>
                    <a:pt x="141632" y="6107365"/>
                  </a:lnTo>
                  <a:lnTo>
                    <a:pt x="141740" y="6107365"/>
                  </a:lnTo>
                  <a:lnTo>
                    <a:pt x="141848" y="6107365"/>
                  </a:lnTo>
                  <a:lnTo>
                    <a:pt x="141957" y="6107365"/>
                  </a:lnTo>
                  <a:lnTo>
                    <a:pt x="142065" y="6107365"/>
                  </a:lnTo>
                  <a:lnTo>
                    <a:pt x="142174" y="6107365"/>
                  </a:lnTo>
                  <a:lnTo>
                    <a:pt x="142174" y="6106741"/>
                  </a:lnTo>
                  <a:lnTo>
                    <a:pt x="142282" y="6106741"/>
                  </a:lnTo>
                  <a:lnTo>
                    <a:pt x="142391" y="6106741"/>
                  </a:lnTo>
                  <a:lnTo>
                    <a:pt x="142391" y="6106118"/>
                  </a:lnTo>
                  <a:lnTo>
                    <a:pt x="142499" y="6106118"/>
                  </a:lnTo>
                  <a:lnTo>
                    <a:pt x="142608" y="6106118"/>
                  </a:lnTo>
                  <a:lnTo>
                    <a:pt x="142716" y="6106118"/>
                  </a:lnTo>
                  <a:lnTo>
                    <a:pt x="142716" y="6105494"/>
                  </a:lnTo>
                  <a:lnTo>
                    <a:pt x="142716" y="6104870"/>
                  </a:lnTo>
                  <a:lnTo>
                    <a:pt x="142825" y="6104870"/>
                  </a:lnTo>
                  <a:lnTo>
                    <a:pt x="142933" y="6104870"/>
                  </a:lnTo>
                  <a:lnTo>
                    <a:pt x="143041" y="6104870"/>
                  </a:lnTo>
                  <a:lnTo>
                    <a:pt x="143150" y="6104870"/>
                  </a:lnTo>
                  <a:lnTo>
                    <a:pt x="143258" y="6104870"/>
                  </a:lnTo>
                  <a:lnTo>
                    <a:pt x="143367" y="6104870"/>
                  </a:lnTo>
                  <a:lnTo>
                    <a:pt x="143367" y="6104247"/>
                  </a:lnTo>
                  <a:lnTo>
                    <a:pt x="143475" y="6104247"/>
                  </a:lnTo>
                  <a:lnTo>
                    <a:pt x="143584" y="6104247"/>
                  </a:lnTo>
                  <a:lnTo>
                    <a:pt x="143692" y="6104247"/>
                  </a:lnTo>
                  <a:lnTo>
                    <a:pt x="143692" y="6103623"/>
                  </a:lnTo>
                  <a:lnTo>
                    <a:pt x="143801" y="6103623"/>
                  </a:lnTo>
                  <a:lnTo>
                    <a:pt x="143801" y="6103000"/>
                  </a:lnTo>
                  <a:lnTo>
                    <a:pt x="143801" y="6102376"/>
                  </a:lnTo>
                  <a:lnTo>
                    <a:pt x="143909" y="6102376"/>
                  </a:lnTo>
                  <a:lnTo>
                    <a:pt x="144017" y="6102376"/>
                  </a:lnTo>
                  <a:lnTo>
                    <a:pt x="144126" y="6102376"/>
                  </a:lnTo>
                  <a:lnTo>
                    <a:pt x="144234" y="6102376"/>
                  </a:lnTo>
                  <a:lnTo>
                    <a:pt x="144343" y="6102376"/>
                  </a:lnTo>
                  <a:lnTo>
                    <a:pt x="144451" y="6102376"/>
                  </a:lnTo>
                  <a:lnTo>
                    <a:pt x="144451" y="6101752"/>
                  </a:lnTo>
                  <a:lnTo>
                    <a:pt x="144560" y="6101752"/>
                  </a:lnTo>
                  <a:lnTo>
                    <a:pt x="144668" y="6101752"/>
                  </a:lnTo>
                  <a:lnTo>
                    <a:pt x="144777" y="6101752"/>
                  </a:lnTo>
                  <a:lnTo>
                    <a:pt x="144885" y="6101752"/>
                  </a:lnTo>
                  <a:lnTo>
                    <a:pt x="144993" y="6101752"/>
                  </a:lnTo>
                  <a:lnTo>
                    <a:pt x="145102" y="6101752"/>
                  </a:lnTo>
                  <a:lnTo>
                    <a:pt x="145102" y="6101129"/>
                  </a:lnTo>
                  <a:lnTo>
                    <a:pt x="145210" y="6101129"/>
                  </a:lnTo>
                  <a:lnTo>
                    <a:pt x="145319" y="6101129"/>
                  </a:lnTo>
                  <a:lnTo>
                    <a:pt x="145427" y="6101129"/>
                  </a:lnTo>
                  <a:lnTo>
                    <a:pt x="145536" y="6101129"/>
                  </a:lnTo>
                  <a:lnTo>
                    <a:pt x="145644" y="6101129"/>
                  </a:lnTo>
                  <a:lnTo>
                    <a:pt x="145644" y="6100505"/>
                  </a:lnTo>
                  <a:lnTo>
                    <a:pt x="145753" y="6100505"/>
                  </a:lnTo>
                  <a:lnTo>
                    <a:pt x="145753" y="6099882"/>
                  </a:lnTo>
                  <a:lnTo>
                    <a:pt x="145861" y="6099882"/>
                  </a:lnTo>
                  <a:lnTo>
                    <a:pt x="145969" y="6099882"/>
                  </a:lnTo>
                  <a:lnTo>
                    <a:pt x="146078" y="6099882"/>
                  </a:lnTo>
                  <a:lnTo>
                    <a:pt x="146186" y="6099882"/>
                  </a:lnTo>
                  <a:lnTo>
                    <a:pt x="146295" y="6099882"/>
                  </a:lnTo>
                  <a:lnTo>
                    <a:pt x="146403" y="6099882"/>
                  </a:lnTo>
                  <a:lnTo>
                    <a:pt x="146403" y="6099258"/>
                  </a:lnTo>
                  <a:lnTo>
                    <a:pt x="146403" y="6098635"/>
                  </a:lnTo>
                  <a:lnTo>
                    <a:pt x="146403" y="6098011"/>
                  </a:lnTo>
                  <a:lnTo>
                    <a:pt x="146512" y="6098011"/>
                  </a:lnTo>
                  <a:lnTo>
                    <a:pt x="146620" y="6098011"/>
                  </a:lnTo>
                  <a:lnTo>
                    <a:pt x="146729" y="6098011"/>
                  </a:lnTo>
                  <a:lnTo>
                    <a:pt x="146837" y="6098011"/>
                  </a:lnTo>
                  <a:lnTo>
                    <a:pt x="146946" y="6098011"/>
                  </a:lnTo>
                  <a:lnTo>
                    <a:pt x="147054" y="6098011"/>
                  </a:lnTo>
                  <a:lnTo>
                    <a:pt x="147162" y="6098011"/>
                  </a:lnTo>
                  <a:lnTo>
                    <a:pt x="147162" y="6097387"/>
                  </a:lnTo>
                  <a:lnTo>
                    <a:pt x="147162" y="6096764"/>
                  </a:lnTo>
                  <a:lnTo>
                    <a:pt x="147271" y="6096764"/>
                  </a:lnTo>
                  <a:lnTo>
                    <a:pt x="147379" y="6096764"/>
                  </a:lnTo>
                  <a:lnTo>
                    <a:pt x="147488" y="6096764"/>
                  </a:lnTo>
                  <a:lnTo>
                    <a:pt x="147596" y="6096764"/>
                  </a:lnTo>
                  <a:lnTo>
                    <a:pt x="147705" y="6096764"/>
                  </a:lnTo>
                  <a:lnTo>
                    <a:pt x="147813" y="6096764"/>
                  </a:lnTo>
                  <a:lnTo>
                    <a:pt x="147922" y="6096764"/>
                  </a:lnTo>
                  <a:lnTo>
                    <a:pt x="148030" y="6096764"/>
                  </a:lnTo>
                  <a:lnTo>
                    <a:pt x="148138" y="6096764"/>
                  </a:lnTo>
                  <a:lnTo>
                    <a:pt x="148247" y="6096764"/>
                  </a:lnTo>
                  <a:lnTo>
                    <a:pt x="148355" y="6096764"/>
                  </a:lnTo>
                  <a:lnTo>
                    <a:pt x="148464" y="6096764"/>
                  </a:lnTo>
                  <a:lnTo>
                    <a:pt x="148464" y="6096140"/>
                  </a:lnTo>
                  <a:lnTo>
                    <a:pt x="148572" y="6096140"/>
                  </a:lnTo>
                  <a:lnTo>
                    <a:pt x="148681" y="6096140"/>
                  </a:lnTo>
                  <a:lnTo>
                    <a:pt x="148789" y="6096140"/>
                  </a:lnTo>
                  <a:lnTo>
                    <a:pt x="148898" y="6096140"/>
                  </a:lnTo>
                  <a:lnTo>
                    <a:pt x="149006" y="6096140"/>
                  </a:lnTo>
                  <a:lnTo>
                    <a:pt x="149114" y="6096140"/>
                  </a:lnTo>
                  <a:lnTo>
                    <a:pt x="149223" y="6096140"/>
                  </a:lnTo>
                  <a:lnTo>
                    <a:pt x="149331" y="6096140"/>
                  </a:lnTo>
                  <a:lnTo>
                    <a:pt x="149440" y="6096140"/>
                  </a:lnTo>
                  <a:lnTo>
                    <a:pt x="149548" y="6096140"/>
                  </a:lnTo>
                  <a:lnTo>
                    <a:pt x="149548" y="6095517"/>
                  </a:lnTo>
                  <a:lnTo>
                    <a:pt x="149657" y="6095517"/>
                  </a:lnTo>
                  <a:lnTo>
                    <a:pt x="149657" y="6094893"/>
                  </a:lnTo>
                  <a:lnTo>
                    <a:pt x="149765" y="6094893"/>
                  </a:lnTo>
                  <a:lnTo>
                    <a:pt x="149874" y="6094893"/>
                  </a:lnTo>
                  <a:lnTo>
                    <a:pt x="149874" y="6094270"/>
                  </a:lnTo>
                  <a:lnTo>
                    <a:pt x="149982" y="6094270"/>
                  </a:lnTo>
                  <a:lnTo>
                    <a:pt x="150090" y="6094270"/>
                  </a:lnTo>
                  <a:lnTo>
                    <a:pt x="150199" y="6094270"/>
                  </a:lnTo>
                  <a:lnTo>
                    <a:pt x="150307" y="6094270"/>
                  </a:lnTo>
                  <a:lnTo>
                    <a:pt x="150307" y="6093646"/>
                  </a:lnTo>
                  <a:lnTo>
                    <a:pt x="150416" y="6093646"/>
                  </a:lnTo>
                  <a:lnTo>
                    <a:pt x="150524" y="6093646"/>
                  </a:lnTo>
                  <a:lnTo>
                    <a:pt x="150524" y="6093022"/>
                  </a:lnTo>
                  <a:lnTo>
                    <a:pt x="150633" y="6093022"/>
                  </a:lnTo>
                  <a:lnTo>
                    <a:pt x="150741" y="6093022"/>
                  </a:lnTo>
                  <a:lnTo>
                    <a:pt x="150850" y="6093022"/>
                  </a:lnTo>
                  <a:lnTo>
                    <a:pt x="150958" y="6093022"/>
                  </a:lnTo>
                  <a:lnTo>
                    <a:pt x="150958" y="6092399"/>
                  </a:lnTo>
                  <a:lnTo>
                    <a:pt x="151067" y="6092399"/>
                  </a:lnTo>
                  <a:lnTo>
                    <a:pt x="151067" y="6091775"/>
                  </a:lnTo>
                  <a:lnTo>
                    <a:pt x="151175" y="6091775"/>
                  </a:lnTo>
                  <a:lnTo>
                    <a:pt x="151175" y="6091152"/>
                  </a:lnTo>
                  <a:lnTo>
                    <a:pt x="151175" y="6090528"/>
                  </a:lnTo>
                  <a:lnTo>
                    <a:pt x="151283" y="6090528"/>
                  </a:lnTo>
                  <a:lnTo>
                    <a:pt x="151283" y="6089904"/>
                  </a:lnTo>
                  <a:lnTo>
                    <a:pt x="151392" y="6089904"/>
                  </a:lnTo>
                  <a:lnTo>
                    <a:pt x="151500" y="6089904"/>
                  </a:lnTo>
                  <a:lnTo>
                    <a:pt x="151609" y="6089904"/>
                  </a:lnTo>
                  <a:lnTo>
                    <a:pt x="151717" y="6089904"/>
                  </a:lnTo>
                  <a:lnTo>
                    <a:pt x="151826" y="6089904"/>
                  </a:lnTo>
                  <a:lnTo>
                    <a:pt x="151826" y="6089281"/>
                  </a:lnTo>
                  <a:lnTo>
                    <a:pt x="151934" y="6089281"/>
                  </a:lnTo>
                  <a:lnTo>
                    <a:pt x="152043" y="6089281"/>
                  </a:lnTo>
                  <a:lnTo>
                    <a:pt x="152151" y="6089281"/>
                  </a:lnTo>
                  <a:lnTo>
                    <a:pt x="152259" y="6089281"/>
                  </a:lnTo>
                  <a:lnTo>
                    <a:pt x="152368" y="6089281"/>
                  </a:lnTo>
                  <a:lnTo>
                    <a:pt x="152476" y="6089281"/>
                  </a:lnTo>
                  <a:lnTo>
                    <a:pt x="152476" y="6088657"/>
                  </a:lnTo>
                  <a:lnTo>
                    <a:pt x="152585" y="6088657"/>
                  </a:lnTo>
                  <a:lnTo>
                    <a:pt x="152693" y="6088657"/>
                  </a:lnTo>
                  <a:lnTo>
                    <a:pt x="152693" y="6088034"/>
                  </a:lnTo>
                  <a:lnTo>
                    <a:pt x="152802" y="6088034"/>
                  </a:lnTo>
                  <a:lnTo>
                    <a:pt x="152802" y="6087410"/>
                  </a:lnTo>
                  <a:lnTo>
                    <a:pt x="152910" y="6087410"/>
                  </a:lnTo>
                  <a:lnTo>
                    <a:pt x="152910" y="6086787"/>
                  </a:lnTo>
                  <a:lnTo>
                    <a:pt x="153019" y="6086787"/>
                  </a:lnTo>
                  <a:lnTo>
                    <a:pt x="153127" y="6086787"/>
                  </a:lnTo>
                  <a:lnTo>
                    <a:pt x="153235" y="6086787"/>
                  </a:lnTo>
                  <a:lnTo>
                    <a:pt x="153235" y="6086163"/>
                  </a:lnTo>
                  <a:lnTo>
                    <a:pt x="153344" y="6086163"/>
                  </a:lnTo>
                  <a:lnTo>
                    <a:pt x="153452" y="6086163"/>
                  </a:lnTo>
                  <a:lnTo>
                    <a:pt x="153452" y="6085539"/>
                  </a:lnTo>
                  <a:lnTo>
                    <a:pt x="153452" y="6084916"/>
                  </a:lnTo>
                  <a:lnTo>
                    <a:pt x="153561" y="6084916"/>
                  </a:lnTo>
                  <a:lnTo>
                    <a:pt x="153669" y="6084916"/>
                  </a:lnTo>
                  <a:lnTo>
                    <a:pt x="153778" y="6084916"/>
                  </a:lnTo>
                  <a:lnTo>
                    <a:pt x="153886" y="6084916"/>
                  </a:lnTo>
                  <a:lnTo>
                    <a:pt x="153995" y="6084916"/>
                  </a:lnTo>
                  <a:lnTo>
                    <a:pt x="154103" y="6084916"/>
                  </a:lnTo>
                  <a:lnTo>
                    <a:pt x="154103" y="6084292"/>
                  </a:lnTo>
                  <a:lnTo>
                    <a:pt x="154211" y="6084292"/>
                  </a:lnTo>
                  <a:lnTo>
                    <a:pt x="154320" y="6084292"/>
                  </a:lnTo>
                  <a:lnTo>
                    <a:pt x="154428" y="6084292"/>
                  </a:lnTo>
                  <a:lnTo>
                    <a:pt x="154537" y="6084292"/>
                  </a:lnTo>
                  <a:lnTo>
                    <a:pt x="154645" y="6084292"/>
                  </a:lnTo>
                  <a:lnTo>
                    <a:pt x="154754" y="6084292"/>
                  </a:lnTo>
                  <a:lnTo>
                    <a:pt x="154754" y="6083669"/>
                  </a:lnTo>
                  <a:lnTo>
                    <a:pt x="154862" y="6083669"/>
                  </a:lnTo>
                  <a:lnTo>
                    <a:pt x="154971" y="6083669"/>
                  </a:lnTo>
                  <a:lnTo>
                    <a:pt x="155079" y="6083669"/>
                  </a:lnTo>
                  <a:lnTo>
                    <a:pt x="155188" y="6083669"/>
                  </a:lnTo>
                  <a:lnTo>
                    <a:pt x="155296" y="6083669"/>
                  </a:lnTo>
                  <a:lnTo>
                    <a:pt x="155404" y="6083669"/>
                  </a:lnTo>
                  <a:lnTo>
                    <a:pt x="155513" y="6083669"/>
                  </a:lnTo>
                  <a:lnTo>
                    <a:pt x="155621" y="6083669"/>
                  </a:lnTo>
                  <a:lnTo>
                    <a:pt x="155730" y="6083669"/>
                  </a:lnTo>
                  <a:lnTo>
                    <a:pt x="155838" y="6083669"/>
                  </a:lnTo>
                  <a:lnTo>
                    <a:pt x="155838" y="6083045"/>
                  </a:lnTo>
                  <a:lnTo>
                    <a:pt x="155947" y="6083045"/>
                  </a:lnTo>
                  <a:lnTo>
                    <a:pt x="156055" y="6083045"/>
                  </a:lnTo>
                  <a:lnTo>
                    <a:pt x="156164" y="6083045"/>
                  </a:lnTo>
                  <a:lnTo>
                    <a:pt x="156164" y="6082421"/>
                  </a:lnTo>
                  <a:lnTo>
                    <a:pt x="156272" y="6082421"/>
                  </a:lnTo>
                  <a:lnTo>
                    <a:pt x="156380" y="6082421"/>
                  </a:lnTo>
                  <a:lnTo>
                    <a:pt x="156489" y="6082421"/>
                  </a:lnTo>
                  <a:lnTo>
                    <a:pt x="156597" y="6082421"/>
                  </a:lnTo>
                  <a:lnTo>
                    <a:pt x="156597" y="6081798"/>
                  </a:lnTo>
                  <a:lnTo>
                    <a:pt x="156597" y="6081174"/>
                  </a:lnTo>
                  <a:lnTo>
                    <a:pt x="156706" y="6081174"/>
                  </a:lnTo>
                  <a:lnTo>
                    <a:pt x="156706" y="6080551"/>
                  </a:lnTo>
                  <a:lnTo>
                    <a:pt x="156706" y="6079927"/>
                  </a:lnTo>
                  <a:lnTo>
                    <a:pt x="156706" y="6079304"/>
                  </a:lnTo>
                  <a:lnTo>
                    <a:pt x="156814" y="6079304"/>
                  </a:lnTo>
                  <a:lnTo>
                    <a:pt x="156923" y="6079304"/>
                  </a:lnTo>
                  <a:lnTo>
                    <a:pt x="157031" y="6079304"/>
                  </a:lnTo>
                  <a:lnTo>
                    <a:pt x="157031" y="6078680"/>
                  </a:lnTo>
                  <a:lnTo>
                    <a:pt x="157031" y="6078056"/>
                  </a:lnTo>
                  <a:lnTo>
                    <a:pt x="157031" y="6077433"/>
                  </a:lnTo>
                  <a:lnTo>
                    <a:pt x="157140" y="6077433"/>
                  </a:lnTo>
                  <a:lnTo>
                    <a:pt x="157248" y="6077433"/>
                  </a:lnTo>
                  <a:lnTo>
                    <a:pt x="157356" y="6077433"/>
                  </a:lnTo>
                  <a:lnTo>
                    <a:pt x="157465" y="6077433"/>
                  </a:lnTo>
                  <a:lnTo>
                    <a:pt x="157573" y="6077433"/>
                  </a:lnTo>
                  <a:lnTo>
                    <a:pt x="157682" y="6077433"/>
                  </a:lnTo>
                  <a:lnTo>
                    <a:pt x="157682" y="6076809"/>
                  </a:lnTo>
                  <a:lnTo>
                    <a:pt x="157790" y="6076809"/>
                  </a:lnTo>
                  <a:lnTo>
                    <a:pt x="157899" y="6076809"/>
                  </a:lnTo>
                  <a:lnTo>
                    <a:pt x="158007" y="6076809"/>
                  </a:lnTo>
                  <a:lnTo>
                    <a:pt x="158116" y="6076809"/>
                  </a:lnTo>
                  <a:lnTo>
                    <a:pt x="158224" y="6076809"/>
                  </a:lnTo>
                  <a:lnTo>
                    <a:pt x="158332" y="6076809"/>
                  </a:lnTo>
                  <a:lnTo>
                    <a:pt x="158441" y="6076809"/>
                  </a:lnTo>
                  <a:lnTo>
                    <a:pt x="158441" y="6076186"/>
                  </a:lnTo>
                  <a:lnTo>
                    <a:pt x="158549" y="6076186"/>
                  </a:lnTo>
                  <a:lnTo>
                    <a:pt x="158658" y="6076186"/>
                  </a:lnTo>
                  <a:lnTo>
                    <a:pt x="158766" y="6076186"/>
                  </a:lnTo>
                  <a:lnTo>
                    <a:pt x="158875" y="6076186"/>
                  </a:lnTo>
                  <a:lnTo>
                    <a:pt x="158983" y="6076186"/>
                  </a:lnTo>
                  <a:lnTo>
                    <a:pt x="158983" y="6075562"/>
                  </a:lnTo>
                  <a:lnTo>
                    <a:pt x="159092" y="6075562"/>
                  </a:lnTo>
                  <a:lnTo>
                    <a:pt x="159200" y="6075562"/>
                  </a:lnTo>
                  <a:lnTo>
                    <a:pt x="159309" y="6075562"/>
                  </a:lnTo>
                  <a:lnTo>
                    <a:pt x="159417" y="6075562"/>
                  </a:lnTo>
                  <a:lnTo>
                    <a:pt x="159525" y="6075562"/>
                  </a:lnTo>
                  <a:lnTo>
                    <a:pt x="159634" y="6075562"/>
                  </a:lnTo>
                  <a:lnTo>
                    <a:pt x="159634" y="6074938"/>
                  </a:lnTo>
                  <a:lnTo>
                    <a:pt x="159742" y="6074938"/>
                  </a:lnTo>
                  <a:lnTo>
                    <a:pt x="159851" y="6074938"/>
                  </a:lnTo>
                  <a:lnTo>
                    <a:pt x="159959" y="6074938"/>
                  </a:lnTo>
                  <a:lnTo>
                    <a:pt x="159959" y="6074315"/>
                  </a:lnTo>
                  <a:lnTo>
                    <a:pt x="159959" y="6073691"/>
                  </a:lnTo>
                  <a:lnTo>
                    <a:pt x="160068" y="6073691"/>
                  </a:lnTo>
                  <a:lnTo>
                    <a:pt x="160176" y="6073691"/>
                  </a:lnTo>
                  <a:lnTo>
                    <a:pt x="160176" y="6073068"/>
                  </a:lnTo>
                  <a:lnTo>
                    <a:pt x="160285" y="6073068"/>
                  </a:lnTo>
                  <a:lnTo>
                    <a:pt x="160393" y="6073068"/>
                  </a:lnTo>
                  <a:lnTo>
                    <a:pt x="160501" y="6073068"/>
                  </a:lnTo>
                  <a:lnTo>
                    <a:pt x="160501" y="6072444"/>
                  </a:lnTo>
                  <a:lnTo>
                    <a:pt x="160610" y="6072444"/>
                  </a:lnTo>
                  <a:lnTo>
                    <a:pt x="160718" y="6072444"/>
                  </a:lnTo>
                  <a:lnTo>
                    <a:pt x="160827" y="6072444"/>
                  </a:lnTo>
                  <a:lnTo>
                    <a:pt x="160935" y="6072444"/>
                  </a:lnTo>
                  <a:lnTo>
                    <a:pt x="161044" y="6072444"/>
                  </a:lnTo>
                  <a:lnTo>
                    <a:pt x="161152" y="6072444"/>
                  </a:lnTo>
                  <a:lnTo>
                    <a:pt x="161261" y="6072444"/>
                  </a:lnTo>
                  <a:lnTo>
                    <a:pt x="161369" y="6072444"/>
                  </a:lnTo>
                  <a:lnTo>
                    <a:pt x="161477" y="6072444"/>
                  </a:lnTo>
                  <a:lnTo>
                    <a:pt x="161586" y="6072444"/>
                  </a:lnTo>
                  <a:lnTo>
                    <a:pt x="161694" y="6072444"/>
                  </a:lnTo>
                  <a:lnTo>
                    <a:pt x="161803" y="6072444"/>
                  </a:lnTo>
                  <a:lnTo>
                    <a:pt x="161803" y="6071821"/>
                  </a:lnTo>
                  <a:lnTo>
                    <a:pt x="161911" y="6071821"/>
                  </a:lnTo>
                  <a:lnTo>
                    <a:pt x="162020" y="6071821"/>
                  </a:lnTo>
                  <a:lnTo>
                    <a:pt x="162128" y="6071821"/>
                  </a:lnTo>
                  <a:lnTo>
                    <a:pt x="162237" y="6071821"/>
                  </a:lnTo>
                  <a:lnTo>
                    <a:pt x="162237" y="6071197"/>
                  </a:lnTo>
                  <a:lnTo>
                    <a:pt x="162345" y="6071197"/>
                  </a:lnTo>
                  <a:lnTo>
                    <a:pt x="162453" y="6071197"/>
                  </a:lnTo>
                  <a:lnTo>
                    <a:pt x="162562" y="6071197"/>
                  </a:lnTo>
                  <a:lnTo>
                    <a:pt x="162670" y="6071197"/>
                  </a:lnTo>
                  <a:lnTo>
                    <a:pt x="162779" y="6071197"/>
                  </a:lnTo>
                  <a:lnTo>
                    <a:pt x="162887" y="6071197"/>
                  </a:lnTo>
                  <a:lnTo>
                    <a:pt x="162996" y="6071197"/>
                  </a:lnTo>
                  <a:lnTo>
                    <a:pt x="163104" y="6071197"/>
                  </a:lnTo>
                  <a:lnTo>
                    <a:pt x="163104" y="6070573"/>
                  </a:lnTo>
                  <a:lnTo>
                    <a:pt x="163213" y="6070573"/>
                  </a:lnTo>
                  <a:lnTo>
                    <a:pt x="163321" y="6070573"/>
                  </a:lnTo>
                  <a:lnTo>
                    <a:pt x="163429" y="6070573"/>
                  </a:lnTo>
                  <a:lnTo>
                    <a:pt x="163538" y="6070573"/>
                  </a:lnTo>
                  <a:lnTo>
                    <a:pt x="163646" y="6070573"/>
                  </a:lnTo>
                  <a:lnTo>
                    <a:pt x="163646" y="6069950"/>
                  </a:lnTo>
                  <a:lnTo>
                    <a:pt x="163755" y="6069950"/>
                  </a:lnTo>
                  <a:lnTo>
                    <a:pt x="163863" y="6069950"/>
                  </a:lnTo>
                  <a:lnTo>
                    <a:pt x="163863" y="6069326"/>
                  </a:lnTo>
                  <a:lnTo>
                    <a:pt x="163972" y="6069326"/>
                  </a:lnTo>
                  <a:lnTo>
                    <a:pt x="163972" y="6068703"/>
                  </a:lnTo>
                  <a:lnTo>
                    <a:pt x="163972" y="6068079"/>
                  </a:lnTo>
                  <a:lnTo>
                    <a:pt x="164080" y="6068079"/>
                  </a:lnTo>
                  <a:lnTo>
                    <a:pt x="164189" y="6068079"/>
                  </a:lnTo>
                  <a:lnTo>
                    <a:pt x="164297" y="6068079"/>
                  </a:lnTo>
                  <a:lnTo>
                    <a:pt x="164297" y="6067455"/>
                  </a:lnTo>
                  <a:lnTo>
                    <a:pt x="164406" y="6067455"/>
                  </a:lnTo>
                  <a:lnTo>
                    <a:pt x="164514" y="6067455"/>
                  </a:lnTo>
                  <a:lnTo>
                    <a:pt x="164514" y="6066832"/>
                  </a:lnTo>
                  <a:lnTo>
                    <a:pt x="164622" y="6066832"/>
                  </a:lnTo>
                  <a:lnTo>
                    <a:pt x="164731" y="6066832"/>
                  </a:lnTo>
                  <a:lnTo>
                    <a:pt x="164839" y="6066832"/>
                  </a:lnTo>
                  <a:lnTo>
                    <a:pt x="164839" y="6066208"/>
                  </a:lnTo>
                  <a:lnTo>
                    <a:pt x="164948" y="6066208"/>
                  </a:lnTo>
                  <a:lnTo>
                    <a:pt x="165056" y="6066208"/>
                  </a:lnTo>
                  <a:lnTo>
                    <a:pt x="165165" y="6066208"/>
                  </a:lnTo>
                  <a:lnTo>
                    <a:pt x="165273" y="6066208"/>
                  </a:lnTo>
                  <a:lnTo>
                    <a:pt x="165382" y="6066208"/>
                  </a:lnTo>
                  <a:lnTo>
                    <a:pt x="165490" y="6066208"/>
                  </a:lnTo>
                  <a:lnTo>
                    <a:pt x="165490" y="6065585"/>
                  </a:lnTo>
                  <a:lnTo>
                    <a:pt x="165598" y="6065585"/>
                  </a:lnTo>
                  <a:lnTo>
                    <a:pt x="165707" y="6065585"/>
                  </a:lnTo>
                  <a:lnTo>
                    <a:pt x="165707" y="6064961"/>
                  </a:lnTo>
                  <a:lnTo>
                    <a:pt x="165815" y="6064961"/>
                  </a:lnTo>
                  <a:lnTo>
                    <a:pt x="165924" y="6064961"/>
                  </a:lnTo>
                  <a:lnTo>
                    <a:pt x="166032" y="6064961"/>
                  </a:lnTo>
                  <a:lnTo>
                    <a:pt x="166032" y="6064338"/>
                  </a:lnTo>
                  <a:lnTo>
                    <a:pt x="166141" y="6064338"/>
                  </a:lnTo>
                  <a:lnTo>
                    <a:pt x="166249" y="6064338"/>
                  </a:lnTo>
                  <a:lnTo>
                    <a:pt x="166358" y="6064338"/>
                  </a:lnTo>
                  <a:lnTo>
                    <a:pt x="166466" y="6064338"/>
                  </a:lnTo>
                  <a:lnTo>
                    <a:pt x="166574" y="6064338"/>
                  </a:lnTo>
                  <a:lnTo>
                    <a:pt x="166683" y="6064338"/>
                  </a:lnTo>
                  <a:lnTo>
                    <a:pt x="166791" y="6064338"/>
                  </a:lnTo>
                  <a:lnTo>
                    <a:pt x="166900" y="6064338"/>
                  </a:lnTo>
                  <a:lnTo>
                    <a:pt x="167008" y="6064338"/>
                  </a:lnTo>
                  <a:lnTo>
                    <a:pt x="167117" y="6064338"/>
                  </a:lnTo>
                  <a:lnTo>
                    <a:pt x="167225" y="6064338"/>
                  </a:lnTo>
                  <a:lnTo>
                    <a:pt x="167334" y="6064338"/>
                  </a:lnTo>
                  <a:lnTo>
                    <a:pt x="167442" y="6064338"/>
                  </a:lnTo>
                  <a:lnTo>
                    <a:pt x="167442" y="6063714"/>
                  </a:lnTo>
                  <a:lnTo>
                    <a:pt x="167550" y="6063714"/>
                  </a:lnTo>
                  <a:lnTo>
                    <a:pt x="167659" y="6063714"/>
                  </a:lnTo>
                  <a:lnTo>
                    <a:pt x="167767" y="6063714"/>
                  </a:lnTo>
                  <a:lnTo>
                    <a:pt x="167876" y="6063714"/>
                  </a:lnTo>
                  <a:lnTo>
                    <a:pt x="167984" y="6063714"/>
                  </a:lnTo>
                  <a:lnTo>
                    <a:pt x="168093" y="6063714"/>
                  </a:lnTo>
                  <a:lnTo>
                    <a:pt x="168201" y="6063714"/>
                  </a:lnTo>
                  <a:lnTo>
                    <a:pt x="168310" y="6063714"/>
                  </a:lnTo>
                  <a:lnTo>
                    <a:pt x="168418" y="6063714"/>
                  </a:lnTo>
                  <a:lnTo>
                    <a:pt x="168527" y="6063714"/>
                  </a:lnTo>
                  <a:lnTo>
                    <a:pt x="168635" y="6063714"/>
                  </a:lnTo>
                  <a:lnTo>
                    <a:pt x="168743" y="6063714"/>
                  </a:lnTo>
                  <a:lnTo>
                    <a:pt x="168743" y="6063090"/>
                  </a:lnTo>
                  <a:lnTo>
                    <a:pt x="168743" y="6062467"/>
                  </a:lnTo>
                  <a:lnTo>
                    <a:pt x="168852" y="6062467"/>
                  </a:lnTo>
                  <a:lnTo>
                    <a:pt x="168960" y="6062467"/>
                  </a:lnTo>
                  <a:lnTo>
                    <a:pt x="169069" y="6062467"/>
                  </a:lnTo>
                  <a:lnTo>
                    <a:pt x="169177" y="6062467"/>
                  </a:lnTo>
                  <a:lnTo>
                    <a:pt x="169286" y="6062467"/>
                  </a:lnTo>
                  <a:lnTo>
                    <a:pt x="169394" y="6062467"/>
                  </a:lnTo>
                  <a:lnTo>
                    <a:pt x="169503" y="6062467"/>
                  </a:lnTo>
                  <a:lnTo>
                    <a:pt x="169503" y="6061843"/>
                  </a:lnTo>
                  <a:lnTo>
                    <a:pt x="169611" y="6061843"/>
                  </a:lnTo>
                  <a:lnTo>
                    <a:pt x="169719" y="6061843"/>
                  </a:lnTo>
                  <a:lnTo>
                    <a:pt x="169719" y="6061220"/>
                  </a:lnTo>
                  <a:lnTo>
                    <a:pt x="169828" y="6061220"/>
                  </a:lnTo>
                  <a:lnTo>
                    <a:pt x="169936" y="6061220"/>
                  </a:lnTo>
                  <a:lnTo>
                    <a:pt x="169936" y="6060596"/>
                  </a:lnTo>
                  <a:lnTo>
                    <a:pt x="170045" y="6060596"/>
                  </a:lnTo>
                  <a:lnTo>
                    <a:pt x="170153" y="6060596"/>
                  </a:lnTo>
                  <a:lnTo>
                    <a:pt x="170262" y="6060596"/>
                  </a:lnTo>
                  <a:lnTo>
                    <a:pt x="170370" y="6060596"/>
                  </a:lnTo>
                  <a:lnTo>
                    <a:pt x="170479" y="6060596"/>
                  </a:lnTo>
                  <a:lnTo>
                    <a:pt x="170587" y="6060596"/>
                  </a:lnTo>
                  <a:lnTo>
                    <a:pt x="170695" y="6060596"/>
                  </a:lnTo>
                  <a:lnTo>
                    <a:pt x="170804" y="6060596"/>
                  </a:lnTo>
                  <a:lnTo>
                    <a:pt x="170804" y="6059972"/>
                  </a:lnTo>
                  <a:lnTo>
                    <a:pt x="170912" y="6059972"/>
                  </a:lnTo>
                  <a:lnTo>
                    <a:pt x="171021" y="6059972"/>
                  </a:lnTo>
                  <a:lnTo>
                    <a:pt x="171129" y="6059972"/>
                  </a:lnTo>
                  <a:lnTo>
                    <a:pt x="171238" y="6059972"/>
                  </a:lnTo>
                  <a:lnTo>
                    <a:pt x="171346" y="6059972"/>
                  </a:lnTo>
                  <a:lnTo>
                    <a:pt x="171455" y="6059972"/>
                  </a:lnTo>
                  <a:lnTo>
                    <a:pt x="171563" y="6059972"/>
                  </a:lnTo>
                  <a:lnTo>
                    <a:pt x="171671" y="6059972"/>
                  </a:lnTo>
                  <a:lnTo>
                    <a:pt x="171780" y="6059972"/>
                  </a:lnTo>
                  <a:lnTo>
                    <a:pt x="171888" y="6059972"/>
                  </a:lnTo>
                  <a:lnTo>
                    <a:pt x="171997" y="6059972"/>
                  </a:lnTo>
                  <a:lnTo>
                    <a:pt x="172105" y="6059972"/>
                  </a:lnTo>
                  <a:lnTo>
                    <a:pt x="172105" y="6059349"/>
                  </a:lnTo>
                  <a:lnTo>
                    <a:pt x="172214" y="6059349"/>
                  </a:lnTo>
                  <a:lnTo>
                    <a:pt x="172214" y="6058725"/>
                  </a:lnTo>
                  <a:lnTo>
                    <a:pt x="172322" y="6058725"/>
                  </a:lnTo>
                  <a:lnTo>
                    <a:pt x="172431" y="6058725"/>
                  </a:lnTo>
                  <a:lnTo>
                    <a:pt x="172539" y="6058725"/>
                  </a:lnTo>
                  <a:lnTo>
                    <a:pt x="172539" y="6058102"/>
                  </a:lnTo>
                  <a:lnTo>
                    <a:pt x="172648" y="6058102"/>
                  </a:lnTo>
                  <a:lnTo>
                    <a:pt x="172756" y="6058102"/>
                  </a:lnTo>
                  <a:lnTo>
                    <a:pt x="172756" y="6057478"/>
                  </a:lnTo>
                  <a:lnTo>
                    <a:pt x="172864" y="6057478"/>
                  </a:lnTo>
                  <a:lnTo>
                    <a:pt x="172973" y="6057478"/>
                  </a:lnTo>
                  <a:lnTo>
                    <a:pt x="172973" y="6056855"/>
                  </a:lnTo>
                  <a:lnTo>
                    <a:pt x="173081" y="6056855"/>
                  </a:lnTo>
                  <a:lnTo>
                    <a:pt x="173190" y="6056855"/>
                  </a:lnTo>
                  <a:lnTo>
                    <a:pt x="173298" y="6056855"/>
                  </a:lnTo>
                  <a:lnTo>
                    <a:pt x="173298" y="6056231"/>
                  </a:lnTo>
                  <a:lnTo>
                    <a:pt x="173407" y="6056231"/>
                  </a:lnTo>
                  <a:lnTo>
                    <a:pt x="173515" y="6056231"/>
                  </a:lnTo>
                  <a:lnTo>
                    <a:pt x="173624" y="6056231"/>
                  </a:lnTo>
                  <a:lnTo>
                    <a:pt x="173732" y="6056231"/>
                  </a:lnTo>
                  <a:lnTo>
                    <a:pt x="173732" y="6055607"/>
                  </a:lnTo>
                  <a:lnTo>
                    <a:pt x="173840" y="6055607"/>
                  </a:lnTo>
                  <a:lnTo>
                    <a:pt x="173949" y="6055607"/>
                  </a:lnTo>
                  <a:lnTo>
                    <a:pt x="174057" y="6055607"/>
                  </a:lnTo>
                  <a:lnTo>
                    <a:pt x="174166" y="6055607"/>
                  </a:lnTo>
                  <a:lnTo>
                    <a:pt x="174274" y="6055607"/>
                  </a:lnTo>
                  <a:lnTo>
                    <a:pt x="174383" y="6055607"/>
                  </a:lnTo>
                  <a:lnTo>
                    <a:pt x="174491" y="6055607"/>
                  </a:lnTo>
                  <a:lnTo>
                    <a:pt x="174491" y="6054984"/>
                  </a:lnTo>
                  <a:lnTo>
                    <a:pt x="174600" y="6054984"/>
                  </a:lnTo>
                  <a:lnTo>
                    <a:pt x="174600" y="6054360"/>
                  </a:lnTo>
                  <a:lnTo>
                    <a:pt x="174708" y="6054360"/>
                  </a:lnTo>
                  <a:lnTo>
                    <a:pt x="174816" y="6054360"/>
                  </a:lnTo>
                  <a:lnTo>
                    <a:pt x="174925" y="6054360"/>
                  </a:lnTo>
                  <a:lnTo>
                    <a:pt x="175033" y="6054360"/>
                  </a:lnTo>
                  <a:lnTo>
                    <a:pt x="175033" y="6053737"/>
                  </a:lnTo>
                  <a:lnTo>
                    <a:pt x="175142" y="6053737"/>
                  </a:lnTo>
                  <a:lnTo>
                    <a:pt x="175142" y="6053113"/>
                  </a:lnTo>
                  <a:lnTo>
                    <a:pt x="175250" y="6053113"/>
                  </a:lnTo>
                  <a:lnTo>
                    <a:pt x="175359" y="6053113"/>
                  </a:lnTo>
                  <a:lnTo>
                    <a:pt x="175467" y="6053113"/>
                  </a:lnTo>
                  <a:lnTo>
                    <a:pt x="175467" y="6052489"/>
                  </a:lnTo>
                  <a:lnTo>
                    <a:pt x="175576" y="6052489"/>
                  </a:lnTo>
                  <a:lnTo>
                    <a:pt x="175684" y="6052489"/>
                  </a:lnTo>
                  <a:lnTo>
                    <a:pt x="175792" y="6052489"/>
                  </a:lnTo>
                  <a:lnTo>
                    <a:pt x="175901" y="6052489"/>
                  </a:lnTo>
                  <a:lnTo>
                    <a:pt x="175901" y="6051866"/>
                  </a:lnTo>
                  <a:lnTo>
                    <a:pt x="175901" y="6051242"/>
                  </a:lnTo>
                  <a:lnTo>
                    <a:pt x="176009" y="6051242"/>
                  </a:lnTo>
                  <a:lnTo>
                    <a:pt x="176009" y="6050619"/>
                  </a:lnTo>
                  <a:lnTo>
                    <a:pt x="176118" y="6050619"/>
                  </a:lnTo>
                  <a:lnTo>
                    <a:pt x="176226" y="6050619"/>
                  </a:lnTo>
                  <a:lnTo>
                    <a:pt x="176335" y="6050619"/>
                  </a:lnTo>
                  <a:lnTo>
                    <a:pt x="176443" y="6050619"/>
                  </a:lnTo>
                  <a:lnTo>
                    <a:pt x="176443" y="6049995"/>
                  </a:lnTo>
                  <a:lnTo>
                    <a:pt x="176552" y="6049995"/>
                  </a:lnTo>
                  <a:lnTo>
                    <a:pt x="176660" y="6049995"/>
                  </a:lnTo>
                  <a:lnTo>
                    <a:pt x="176769" y="6049995"/>
                  </a:lnTo>
                  <a:lnTo>
                    <a:pt x="176877" y="6049995"/>
                  </a:lnTo>
                  <a:lnTo>
                    <a:pt x="176985" y="6049995"/>
                  </a:lnTo>
                  <a:lnTo>
                    <a:pt x="177094" y="6049995"/>
                  </a:lnTo>
                  <a:lnTo>
                    <a:pt x="177202" y="6049995"/>
                  </a:lnTo>
                  <a:lnTo>
                    <a:pt x="177311" y="6049995"/>
                  </a:lnTo>
                  <a:lnTo>
                    <a:pt x="177419" y="6049995"/>
                  </a:lnTo>
                  <a:lnTo>
                    <a:pt x="177419" y="6049372"/>
                  </a:lnTo>
                  <a:lnTo>
                    <a:pt x="177528" y="6049372"/>
                  </a:lnTo>
                  <a:lnTo>
                    <a:pt x="177636" y="6049372"/>
                  </a:lnTo>
                  <a:lnTo>
                    <a:pt x="177745" y="6049372"/>
                  </a:lnTo>
                  <a:lnTo>
                    <a:pt x="177853" y="6049372"/>
                  </a:lnTo>
                  <a:lnTo>
                    <a:pt x="177961" y="6049372"/>
                  </a:lnTo>
                  <a:lnTo>
                    <a:pt x="178070" y="6049372"/>
                  </a:lnTo>
                  <a:lnTo>
                    <a:pt x="178178" y="6049372"/>
                  </a:lnTo>
                  <a:lnTo>
                    <a:pt x="178287" y="6049372"/>
                  </a:lnTo>
                  <a:lnTo>
                    <a:pt x="178395" y="6049372"/>
                  </a:lnTo>
                  <a:lnTo>
                    <a:pt x="178504" y="6049372"/>
                  </a:lnTo>
                  <a:lnTo>
                    <a:pt x="178612" y="6049372"/>
                  </a:lnTo>
                  <a:lnTo>
                    <a:pt x="178721" y="6049372"/>
                  </a:lnTo>
                  <a:lnTo>
                    <a:pt x="178829" y="6049372"/>
                  </a:lnTo>
                  <a:lnTo>
                    <a:pt x="178937" y="6049372"/>
                  </a:lnTo>
                  <a:lnTo>
                    <a:pt x="179046" y="6049372"/>
                  </a:lnTo>
                  <a:lnTo>
                    <a:pt x="179154" y="6049372"/>
                  </a:lnTo>
                  <a:lnTo>
                    <a:pt x="179263" y="6049372"/>
                  </a:lnTo>
                  <a:lnTo>
                    <a:pt x="179371" y="6049372"/>
                  </a:lnTo>
                  <a:lnTo>
                    <a:pt x="179480" y="6049372"/>
                  </a:lnTo>
                  <a:lnTo>
                    <a:pt x="179480" y="6048748"/>
                  </a:lnTo>
                  <a:lnTo>
                    <a:pt x="179588" y="6048748"/>
                  </a:lnTo>
                  <a:lnTo>
                    <a:pt x="179697" y="6048748"/>
                  </a:lnTo>
                  <a:lnTo>
                    <a:pt x="179697" y="6048124"/>
                  </a:lnTo>
                  <a:lnTo>
                    <a:pt x="179805" y="6048124"/>
                  </a:lnTo>
                  <a:lnTo>
                    <a:pt x="179805" y="6047501"/>
                  </a:lnTo>
                  <a:lnTo>
                    <a:pt x="179913" y="6047501"/>
                  </a:lnTo>
                  <a:lnTo>
                    <a:pt x="180022" y="6047501"/>
                  </a:lnTo>
                  <a:lnTo>
                    <a:pt x="180022" y="6046877"/>
                  </a:lnTo>
                  <a:lnTo>
                    <a:pt x="180130" y="6046877"/>
                  </a:lnTo>
                  <a:lnTo>
                    <a:pt x="180130" y="6046254"/>
                  </a:lnTo>
                  <a:lnTo>
                    <a:pt x="180239" y="6046254"/>
                  </a:lnTo>
                  <a:lnTo>
                    <a:pt x="180239" y="6045630"/>
                  </a:lnTo>
                  <a:lnTo>
                    <a:pt x="180347" y="6045630"/>
                  </a:lnTo>
                  <a:lnTo>
                    <a:pt x="180456" y="6045630"/>
                  </a:lnTo>
                  <a:lnTo>
                    <a:pt x="180564" y="6045630"/>
                  </a:lnTo>
                  <a:lnTo>
                    <a:pt x="180673" y="6045630"/>
                  </a:lnTo>
                  <a:lnTo>
                    <a:pt x="180781" y="6045630"/>
                  </a:lnTo>
                  <a:lnTo>
                    <a:pt x="180781" y="6045007"/>
                  </a:lnTo>
                  <a:lnTo>
                    <a:pt x="180890" y="6045007"/>
                  </a:lnTo>
                  <a:lnTo>
                    <a:pt x="180998" y="6045007"/>
                  </a:lnTo>
                  <a:lnTo>
                    <a:pt x="180998" y="6044383"/>
                  </a:lnTo>
                  <a:lnTo>
                    <a:pt x="181106" y="6044383"/>
                  </a:lnTo>
                  <a:lnTo>
                    <a:pt x="181215" y="6044383"/>
                  </a:lnTo>
                  <a:lnTo>
                    <a:pt x="181323" y="6044383"/>
                  </a:lnTo>
                  <a:lnTo>
                    <a:pt x="181432" y="6044383"/>
                  </a:lnTo>
                  <a:lnTo>
                    <a:pt x="181540" y="6044383"/>
                  </a:lnTo>
                  <a:lnTo>
                    <a:pt x="181649" y="6044383"/>
                  </a:lnTo>
                  <a:lnTo>
                    <a:pt x="181649" y="6043759"/>
                  </a:lnTo>
                  <a:lnTo>
                    <a:pt x="181757" y="6043759"/>
                  </a:lnTo>
                  <a:lnTo>
                    <a:pt x="181866" y="6043759"/>
                  </a:lnTo>
                  <a:lnTo>
                    <a:pt x="181974" y="6043759"/>
                  </a:lnTo>
                  <a:lnTo>
                    <a:pt x="182082" y="6043759"/>
                  </a:lnTo>
                  <a:lnTo>
                    <a:pt x="182191" y="6043759"/>
                  </a:lnTo>
                  <a:lnTo>
                    <a:pt x="182299" y="6043759"/>
                  </a:lnTo>
                  <a:lnTo>
                    <a:pt x="182299" y="6043136"/>
                  </a:lnTo>
                  <a:lnTo>
                    <a:pt x="182299" y="6042512"/>
                  </a:lnTo>
                  <a:lnTo>
                    <a:pt x="182408" y="6042512"/>
                  </a:lnTo>
                  <a:lnTo>
                    <a:pt x="182516" y="6042512"/>
                  </a:lnTo>
                  <a:lnTo>
                    <a:pt x="182516" y="6041889"/>
                  </a:lnTo>
                  <a:lnTo>
                    <a:pt x="182625" y="6041889"/>
                  </a:lnTo>
                  <a:lnTo>
                    <a:pt x="182733" y="6041889"/>
                  </a:lnTo>
                  <a:lnTo>
                    <a:pt x="182842" y="6041889"/>
                  </a:lnTo>
                  <a:lnTo>
                    <a:pt x="182950" y="6041889"/>
                  </a:lnTo>
                  <a:lnTo>
                    <a:pt x="183058" y="6041889"/>
                  </a:lnTo>
                  <a:lnTo>
                    <a:pt x="183058" y="6041265"/>
                  </a:lnTo>
                  <a:lnTo>
                    <a:pt x="183167" y="6041265"/>
                  </a:lnTo>
                  <a:lnTo>
                    <a:pt x="183275" y="6041265"/>
                  </a:lnTo>
                  <a:lnTo>
                    <a:pt x="183384" y="6041265"/>
                  </a:lnTo>
                  <a:lnTo>
                    <a:pt x="183492" y="6041265"/>
                  </a:lnTo>
                  <a:lnTo>
                    <a:pt x="183601" y="6041265"/>
                  </a:lnTo>
                  <a:lnTo>
                    <a:pt x="183709" y="6041265"/>
                  </a:lnTo>
                  <a:lnTo>
                    <a:pt x="183818" y="6041265"/>
                  </a:lnTo>
                  <a:lnTo>
                    <a:pt x="183818" y="6040641"/>
                  </a:lnTo>
                  <a:lnTo>
                    <a:pt x="183926" y="6040641"/>
                  </a:lnTo>
                  <a:lnTo>
                    <a:pt x="184034" y="6040641"/>
                  </a:lnTo>
                  <a:lnTo>
                    <a:pt x="184143" y="6040641"/>
                  </a:lnTo>
                  <a:lnTo>
                    <a:pt x="184251" y="6040641"/>
                  </a:lnTo>
                  <a:lnTo>
                    <a:pt x="184251" y="6040018"/>
                  </a:lnTo>
                  <a:lnTo>
                    <a:pt x="184360" y="6040018"/>
                  </a:lnTo>
                  <a:lnTo>
                    <a:pt x="184468" y="6040018"/>
                  </a:lnTo>
                  <a:lnTo>
                    <a:pt x="184577" y="6040018"/>
                  </a:lnTo>
                  <a:lnTo>
                    <a:pt x="184685" y="6040018"/>
                  </a:lnTo>
                  <a:lnTo>
                    <a:pt x="184685" y="6039394"/>
                  </a:lnTo>
                  <a:lnTo>
                    <a:pt x="184794" y="6039394"/>
                  </a:lnTo>
                  <a:lnTo>
                    <a:pt x="184902" y="6039394"/>
                  </a:lnTo>
                  <a:lnTo>
                    <a:pt x="185010" y="6039394"/>
                  </a:lnTo>
                  <a:lnTo>
                    <a:pt x="185119" y="6039394"/>
                  </a:lnTo>
                  <a:lnTo>
                    <a:pt x="185227" y="6039394"/>
                  </a:lnTo>
                  <a:lnTo>
                    <a:pt x="185336" y="6039394"/>
                  </a:lnTo>
                  <a:lnTo>
                    <a:pt x="185444" y="6039394"/>
                  </a:lnTo>
                  <a:lnTo>
                    <a:pt x="185553" y="6039394"/>
                  </a:lnTo>
                  <a:lnTo>
                    <a:pt x="185661" y="6039394"/>
                  </a:lnTo>
                  <a:lnTo>
                    <a:pt x="185770" y="6039394"/>
                  </a:lnTo>
                  <a:lnTo>
                    <a:pt x="185770" y="6038771"/>
                  </a:lnTo>
                  <a:lnTo>
                    <a:pt x="185770" y="6038147"/>
                  </a:lnTo>
                  <a:lnTo>
                    <a:pt x="185878" y="6038147"/>
                  </a:lnTo>
                  <a:lnTo>
                    <a:pt x="185987" y="6038147"/>
                  </a:lnTo>
                  <a:lnTo>
                    <a:pt x="186095" y="6038147"/>
                  </a:lnTo>
                  <a:lnTo>
                    <a:pt x="186203" y="6038147"/>
                  </a:lnTo>
                  <a:lnTo>
                    <a:pt x="186312" y="6038147"/>
                  </a:lnTo>
                  <a:lnTo>
                    <a:pt x="186420" y="6038147"/>
                  </a:lnTo>
                  <a:lnTo>
                    <a:pt x="186529" y="6038147"/>
                  </a:lnTo>
                  <a:lnTo>
                    <a:pt x="186637" y="6038147"/>
                  </a:lnTo>
                  <a:lnTo>
                    <a:pt x="186746" y="6038147"/>
                  </a:lnTo>
                  <a:lnTo>
                    <a:pt x="186854" y="6038147"/>
                  </a:lnTo>
                  <a:lnTo>
                    <a:pt x="186963" y="6038147"/>
                  </a:lnTo>
                  <a:lnTo>
                    <a:pt x="187071" y="6038147"/>
                  </a:lnTo>
                  <a:lnTo>
                    <a:pt x="187179" y="6038147"/>
                  </a:lnTo>
                  <a:lnTo>
                    <a:pt x="187288" y="6038147"/>
                  </a:lnTo>
                  <a:lnTo>
                    <a:pt x="187396" y="6038147"/>
                  </a:lnTo>
                  <a:lnTo>
                    <a:pt x="187505" y="6038147"/>
                  </a:lnTo>
                  <a:lnTo>
                    <a:pt x="187505" y="6037524"/>
                  </a:lnTo>
                  <a:lnTo>
                    <a:pt x="187613" y="6037524"/>
                  </a:lnTo>
                  <a:lnTo>
                    <a:pt x="187722" y="6037524"/>
                  </a:lnTo>
                  <a:lnTo>
                    <a:pt x="187722" y="6036900"/>
                  </a:lnTo>
                  <a:lnTo>
                    <a:pt x="187830" y="6036900"/>
                  </a:lnTo>
                  <a:lnTo>
                    <a:pt x="187939" y="6036900"/>
                  </a:lnTo>
                  <a:lnTo>
                    <a:pt x="188047" y="6036900"/>
                  </a:lnTo>
                  <a:lnTo>
                    <a:pt x="188155" y="6036900"/>
                  </a:lnTo>
                  <a:lnTo>
                    <a:pt x="188264" y="6036900"/>
                  </a:lnTo>
                  <a:lnTo>
                    <a:pt x="188372" y="6036900"/>
                  </a:lnTo>
                  <a:lnTo>
                    <a:pt x="188481" y="6036900"/>
                  </a:lnTo>
                  <a:lnTo>
                    <a:pt x="188589" y="6036900"/>
                  </a:lnTo>
                  <a:lnTo>
                    <a:pt x="188698" y="6036900"/>
                  </a:lnTo>
                  <a:lnTo>
                    <a:pt x="188698" y="6036276"/>
                  </a:lnTo>
                  <a:lnTo>
                    <a:pt x="188806" y="6036276"/>
                  </a:lnTo>
                  <a:lnTo>
                    <a:pt x="188915" y="6036276"/>
                  </a:lnTo>
                  <a:lnTo>
                    <a:pt x="189023" y="6036276"/>
                  </a:lnTo>
                  <a:lnTo>
                    <a:pt x="189131" y="6036276"/>
                  </a:lnTo>
                  <a:lnTo>
                    <a:pt x="189240" y="6036276"/>
                  </a:lnTo>
                  <a:lnTo>
                    <a:pt x="189240" y="6035653"/>
                  </a:lnTo>
                  <a:lnTo>
                    <a:pt x="189348" y="6035653"/>
                  </a:lnTo>
                  <a:lnTo>
                    <a:pt x="189457" y="6035653"/>
                  </a:lnTo>
                  <a:lnTo>
                    <a:pt x="189565" y="6035653"/>
                  </a:lnTo>
                  <a:lnTo>
                    <a:pt x="189674" y="6035653"/>
                  </a:lnTo>
                  <a:lnTo>
                    <a:pt x="189674" y="6035029"/>
                  </a:lnTo>
                  <a:lnTo>
                    <a:pt x="189782" y="6035029"/>
                  </a:lnTo>
                  <a:lnTo>
                    <a:pt x="189891" y="6035029"/>
                  </a:lnTo>
                  <a:lnTo>
                    <a:pt x="189999" y="6035029"/>
                  </a:lnTo>
                  <a:lnTo>
                    <a:pt x="189999" y="6034406"/>
                  </a:lnTo>
                  <a:lnTo>
                    <a:pt x="190108" y="6034406"/>
                  </a:lnTo>
                  <a:lnTo>
                    <a:pt x="190216" y="6034406"/>
                  </a:lnTo>
                  <a:lnTo>
                    <a:pt x="190324" y="6034406"/>
                  </a:lnTo>
                  <a:lnTo>
                    <a:pt x="190324" y="6033782"/>
                  </a:lnTo>
                  <a:lnTo>
                    <a:pt x="190433" y="6033782"/>
                  </a:lnTo>
                  <a:lnTo>
                    <a:pt x="190541" y="6033782"/>
                  </a:lnTo>
                  <a:lnTo>
                    <a:pt x="190650" y="6033782"/>
                  </a:lnTo>
                  <a:lnTo>
                    <a:pt x="190758" y="6033782"/>
                  </a:lnTo>
                  <a:lnTo>
                    <a:pt x="190758" y="6033158"/>
                  </a:lnTo>
                  <a:lnTo>
                    <a:pt x="190867" y="6033158"/>
                  </a:lnTo>
                  <a:lnTo>
                    <a:pt x="190975" y="6033158"/>
                  </a:lnTo>
                  <a:lnTo>
                    <a:pt x="191084" y="6033158"/>
                  </a:lnTo>
                  <a:lnTo>
                    <a:pt x="191192" y="6033158"/>
                  </a:lnTo>
                  <a:lnTo>
                    <a:pt x="191300" y="6033158"/>
                  </a:lnTo>
                  <a:lnTo>
                    <a:pt x="191409" y="6033158"/>
                  </a:lnTo>
                  <a:lnTo>
                    <a:pt x="191517" y="6033158"/>
                  </a:lnTo>
                  <a:lnTo>
                    <a:pt x="191517" y="6032535"/>
                  </a:lnTo>
                  <a:lnTo>
                    <a:pt x="191626" y="6032535"/>
                  </a:lnTo>
                  <a:lnTo>
                    <a:pt x="191626" y="6031911"/>
                  </a:lnTo>
                  <a:lnTo>
                    <a:pt x="191734" y="6031911"/>
                  </a:lnTo>
                  <a:lnTo>
                    <a:pt x="191843" y="6031911"/>
                  </a:lnTo>
                  <a:lnTo>
                    <a:pt x="191951" y="6031911"/>
                  </a:lnTo>
                  <a:lnTo>
                    <a:pt x="192060" y="6031911"/>
                  </a:lnTo>
                  <a:lnTo>
                    <a:pt x="192168" y="6031911"/>
                  </a:lnTo>
                  <a:lnTo>
                    <a:pt x="192168" y="6031288"/>
                  </a:lnTo>
                  <a:lnTo>
                    <a:pt x="192276" y="6031288"/>
                  </a:lnTo>
                  <a:lnTo>
                    <a:pt x="192276" y="6030664"/>
                  </a:lnTo>
                  <a:lnTo>
                    <a:pt x="192385" y="6030664"/>
                  </a:lnTo>
                  <a:lnTo>
                    <a:pt x="192493" y="6030664"/>
                  </a:lnTo>
                  <a:lnTo>
                    <a:pt x="192602" y="6030664"/>
                  </a:lnTo>
                  <a:lnTo>
                    <a:pt x="192602" y="6030041"/>
                  </a:lnTo>
                  <a:lnTo>
                    <a:pt x="192710" y="6030041"/>
                  </a:lnTo>
                  <a:lnTo>
                    <a:pt x="192710" y="6029417"/>
                  </a:lnTo>
                  <a:lnTo>
                    <a:pt x="192819" y="6029417"/>
                  </a:lnTo>
                  <a:lnTo>
                    <a:pt x="192927" y="6029417"/>
                  </a:lnTo>
                  <a:lnTo>
                    <a:pt x="193036" y="6029417"/>
                  </a:lnTo>
                  <a:lnTo>
                    <a:pt x="193144" y="6029417"/>
                  </a:lnTo>
                  <a:lnTo>
                    <a:pt x="193144" y="6028793"/>
                  </a:lnTo>
                  <a:lnTo>
                    <a:pt x="193252" y="6028793"/>
                  </a:lnTo>
                  <a:lnTo>
                    <a:pt x="193361" y="6028793"/>
                  </a:lnTo>
                  <a:lnTo>
                    <a:pt x="193361" y="6028170"/>
                  </a:lnTo>
                  <a:lnTo>
                    <a:pt x="193469" y="6028170"/>
                  </a:lnTo>
                  <a:lnTo>
                    <a:pt x="193469" y="6027546"/>
                  </a:lnTo>
                  <a:lnTo>
                    <a:pt x="193578" y="6027546"/>
                  </a:lnTo>
                  <a:lnTo>
                    <a:pt x="193686" y="6027546"/>
                  </a:lnTo>
                  <a:lnTo>
                    <a:pt x="193795" y="6027546"/>
                  </a:lnTo>
                  <a:lnTo>
                    <a:pt x="193903" y="6027546"/>
                  </a:lnTo>
                  <a:lnTo>
                    <a:pt x="193903" y="6026923"/>
                  </a:lnTo>
                  <a:lnTo>
                    <a:pt x="194012" y="6026923"/>
                  </a:lnTo>
                  <a:lnTo>
                    <a:pt x="194120" y="6026923"/>
                  </a:lnTo>
                  <a:lnTo>
                    <a:pt x="194229" y="6026923"/>
                  </a:lnTo>
                  <a:lnTo>
                    <a:pt x="194229" y="6026299"/>
                  </a:lnTo>
                  <a:lnTo>
                    <a:pt x="194337" y="6026299"/>
                  </a:lnTo>
                  <a:lnTo>
                    <a:pt x="194445" y="6026299"/>
                  </a:lnTo>
                  <a:lnTo>
                    <a:pt x="194554" y="6026299"/>
                  </a:lnTo>
                  <a:lnTo>
                    <a:pt x="194662" y="6026299"/>
                  </a:lnTo>
                  <a:lnTo>
                    <a:pt x="194662" y="6025675"/>
                  </a:lnTo>
                  <a:lnTo>
                    <a:pt x="194771" y="6025675"/>
                  </a:lnTo>
                  <a:lnTo>
                    <a:pt x="194879" y="6025675"/>
                  </a:lnTo>
                  <a:lnTo>
                    <a:pt x="194988" y="6025675"/>
                  </a:lnTo>
                  <a:lnTo>
                    <a:pt x="195096" y="6025675"/>
                  </a:lnTo>
                  <a:lnTo>
                    <a:pt x="195205" y="6025675"/>
                  </a:lnTo>
                  <a:lnTo>
                    <a:pt x="195313" y="6025675"/>
                  </a:lnTo>
                  <a:lnTo>
                    <a:pt x="195421" y="6025675"/>
                  </a:lnTo>
                  <a:lnTo>
                    <a:pt x="195421" y="6025052"/>
                  </a:lnTo>
                  <a:lnTo>
                    <a:pt x="195530" y="6025052"/>
                  </a:lnTo>
                  <a:lnTo>
                    <a:pt x="195638" y="6025052"/>
                  </a:lnTo>
                  <a:lnTo>
                    <a:pt x="195747" y="6025052"/>
                  </a:lnTo>
                  <a:lnTo>
                    <a:pt x="195855" y="6025052"/>
                  </a:lnTo>
                  <a:lnTo>
                    <a:pt x="195855" y="6024428"/>
                  </a:lnTo>
                  <a:lnTo>
                    <a:pt x="195964" y="6024428"/>
                  </a:lnTo>
                  <a:lnTo>
                    <a:pt x="196072" y="6024428"/>
                  </a:lnTo>
                  <a:lnTo>
                    <a:pt x="196181" y="6024428"/>
                  </a:lnTo>
                  <a:lnTo>
                    <a:pt x="196181" y="6023805"/>
                  </a:lnTo>
                  <a:lnTo>
                    <a:pt x="196289" y="6023805"/>
                  </a:lnTo>
                  <a:lnTo>
                    <a:pt x="196397" y="6023805"/>
                  </a:lnTo>
                  <a:lnTo>
                    <a:pt x="196506" y="6023805"/>
                  </a:lnTo>
                  <a:lnTo>
                    <a:pt x="196614" y="6023805"/>
                  </a:lnTo>
                  <a:lnTo>
                    <a:pt x="196723" y="6023805"/>
                  </a:lnTo>
                  <a:lnTo>
                    <a:pt x="196831" y="6023805"/>
                  </a:lnTo>
                  <a:lnTo>
                    <a:pt x="196940" y="6023805"/>
                  </a:lnTo>
                  <a:lnTo>
                    <a:pt x="197048" y="6023805"/>
                  </a:lnTo>
                  <a:lnTo>
                    <a:pt x="197157" y="6023805"/>
                  </a:lnTo>
                  <a:lnTo>
                    <a:pt x="197265" y="6023805"/>
                  </a:lnTo>
                  <a:lnTo>
                    <a:pt x="197373" y="6023805"/>
                  </a:lnTo>
                  <a:lnTo>
                    <a:pt x="197482" y="6023805"/>
                  </a:lnTo>
                  <a:lnTo>
                    <a:pt x="197482" y="6023181"/>
                  </a:lnTo>
                  <a:lnTo>
                    <a:pt x="197482" y="6022558"/>
                  </a:lnTo>
                  <a:lnTo>
                    <a:pt x="197590" y="6022558"/>
                  </a:lnTo>
                  <a:lnTo>
                    <a:pt x="197699" y="6022558"/>
                  </a:lnTo>
                  <a:lnTo>
                    <a:pt x="197807" y="6022558"/>
                  </a:lnTo>
                  <a:lnTo>
                    <a:pt x="197807" y="6021934"/>
                  </a:lnTo>
                  <a:lnTo>
                    <a:pt x="197916" y="6021934"/>
                  </a:lnTo>
                  <a:lnTo>
                    <a:pt x="198024" y="6021934"/>
                  </a:lnTo>
                  <a:lnTo>
                    <a:pt x="198133" y="6021934"/>
                  </a:lnTo>
                  <a:lnTo>
                    <a:pt x="198241" y="6021934"/>
                  </a:lnTo>
                  <a:lnTo>
                    <a:pt x="198350" y="6021934"/>
                  </a:lnTo>
                  <a:lnTo>
                    <a:pt x="198350" y="6021310"/>
                  </a:lnTo>
                  <a:lnTo>
                    <a:pt x="198458" y="6021310"/>
                  </a:lnTo>
                  <a:lnTo>
                    <a:pt x="198458" y="6020687"/>
                  </a:lnTo>
                  <a:lnTo>
                    <a:pt x="198458" y="6020063"/>
                  </a:lnTo>
                  <a:lnTo>
                    <a:pt x="198566" y="6020063"/>
                  </a:lnTo>
                  <a:lnTo>
                    <a:pt x="198675" y="6020063"/>
                  </a:lnTo>
                  <a:lnTo>
                    <a:pt x="198783" y="6020063"/>
                  </a:lnTo>
                  <a:lnTo>
                    <a:pt x="198892" y="6020063"/>
                  </a:lnTo>
                  <a:lnTo>
                    <a:pt x="198892" y="6019440"/>
                  </a:lnTo>
                  <a:lnTo>
                    <a:pt x="199000" y="6019440"/>
                  </a:lnTo>
                  <a:lnTo>
                    <a:pt x="199109" y="6019440"/>
                  </a:lnTo>
                  <a:lnTo>
                    <a:pt x="199217" y="6019440"/>
                  </a:lnTo>
                  <a:lnTo>
                    <a:pt x="199326" y="6019440"/>
                  </a:lnTo>
                  <a:lnTo>
                    <a:pt x="199434" y="6019440"/>
                  </a:lnTo>
                  <a:lnTo>
                    <a:pt x="199542" y="6019440"/>
                  </a:lnTo>
                  <a:lnTo>
                    <a:pt x="199651" y="6019440"/>
                  </a:lnTo>
                  <a:lnTo>
                    <a:pt x="199759" y="6019440"/>
                  </a:lnTo>
                  <a:lnTo>
                    <a:pt x="199868" y="6019440"/>
                  </a:lnTo>
                  <a:lnTo>
                    <a:pt x="199976" y="6019440"/>
                  </a:lnTo>
                  <a:lnTo>
                    <a:pt x="200085" y="6019440"/>
                  </a:lnTo>
                  <a:lnTo>
                    <a:pt x="200193" y="6019440"/>
                  </a:lnTo>
                  <a:lnTo>
                    <a:pt x="200193" y="6018816"/>
                  </a:lnTo>
                  <a:lnTo>
                    <a:pt x="200302" y="6018816"/>
                  </a:lnTo>
                  <a:lnTo>
                    <a:pt x="200410" y="6018816"/>
                  </a:lnTo>
                  <a:lnTo>
                    <a:pt x="200518" y="6018816"/>
                  </a:lnTo>
                  <a:lnTo>
                    <a:pt x="200627" y="6018816"/>
                  </a:lnTo>
                  <a:lnTo>
                    <a:pt x="200627" y="6018192"/>
                  </a:lnTo>
                  <a:lnTo>
                    <a:pt x="200735" y="6018192"/>
                  </a:lnTo>
                  <a:lnTo>
                    <a:pt x="200844" y="6018192"/>
                  </a:lnTo>
                  <a:lnTo>
                    <a:pt x="200952" y="6018192"/>
                  </a:lnTo>
                  <a:lnTo>
                    <a:pt x="200952" y="6017569"/>
                  </a:lnTo>
                  <a:lnTo>
                    <a:pt x="201061" y="6017569"/>
                  </a:lnTo>
                  <a:lnTo>
                    <a:pt x="201169" y="6017569"/>
                  </a:lnTo>
                  <a:lnTo>
                    <a:pt x="201278" y="6017569"/>
                  </a:lnTo>
                  <a:lnTo>
                    <a:pt x="201386" y="6017569"/>
                  </a:lnTo>
                  <a:lnTo>
                    <a:pt x="201494" y="6017569"/>
                  </a:lnTo>
                  <a:lnTo>
                    <a:pt x="201603" y="6017569"/>
                  </a:lnTo>
                  <a:lnTo>
                    <a:pt x="201711" y="6017569"/>
                  </a:lnTo>
                  <a:lnTo>
                    <a:pt x="201820" y="6017569"/>
                  </a:lnTo>
                  <a:lnTo>
                    <a:pt x="201928" y="6017569"/>
                  </a:lnTo>
                  <a:lnTo>
                    <a:pt x="202037" y="6017569"/>
                  </a:lnTo>
                  <a:lnTo>
                    <a:pt x="202037" y="6016945"/>
                  </a:lnTo>
                  <a:lnTo>
                    <a:pt x="202145" y="6016945"/>
                  </a:lnTo>
                  <a:lnTo>
                    <a:pt x="202254" y="6016945"/>
                  </a:lnTo>
                  <a:lnTo>
                    <a:pt x="202362" y="6016945"/>
                  </a:lnTo>
                  <a:lnTo>
                    <a:pt x="202471" y="6016945"/>
                  </a:lnTo>
                  <a:lnTo>
                    <a:pt x="202579" y="6016945"/>
                  </a:lnTo>
                  <a:lnTo>
                    <a:pt x="202687" y="6016945"/>
                  </a:lnTo>
                  <a:lnTo>
                    <a:pt x="202796" y="6016945"/>
                  </a:lnTo>
                  <a:lnTo>
                    <a:pt x="202796" y="6016322"/>
                  </a:lnTo>
                  <a:lnTo>
                    <a:pt x="202796" y="6015698"/>
                  </a:lnTo>
                  <a:lnTo>
                    <a:pt x="202904" y="6015698"/>
                  </a:lnTo>
                  <a:lnTo>
                    <a:pt x="203013" y="6015698"/>
                  </a:lnTo>
                  <a:lnTo>
                    <a:pt x="203121" y="6015698"/>
                  </a:lnTo>
                  <a:lnTo>
                    <a:pt x="203230" y="6015698"/>
                  </a:lnTo>
                  <a:lnTo>
                    <a:pt x="203338" y="6015698"/>
                  </a:lnTo>
                  <a:lnTo>
                    <a:pt x="203338" y="6015075"/>
                  </a:lnTo>
                  <a:lnTo>
                    <a:pt x="203447" y="6015075"/>
                  </a:lnTo>
                  <a:lnTo>
                    <a:pt x="203555" y="6015075"/>
                  </a:lnTo>
                  <a:lnTo>
                    <a:pt x="203555" y="6014451"/>
                  </a:lnTo>
                  <a:lnTo>
                    <a:pt x="203663" y="6014451"/>
                  </a:lnTo>
                  <a:lnTo>
                    <a:pt x="203772" y="6014451"/>
                  </a:lnTo>
                  <a:lnTo>
                    <a:pt x="203772" y="6013827"/>
                  </a:lnTo>
                  <a:lnTo>
                    <a:pt x="203880" y="6013827"/>
                  </a:lnTo>
                  <a:lnTo>
                    <a:pt x="203880" y="6013204"/>
                  </a:lnTo>
                  <a:lnTo>
                    <a:pt x="203880" y="6012580"/>
                  </a:lnTo>
                  <a:lnTo>
                    <a:pt x="203989" y="6012580"/>
                  </a:lnTo>
                  <a:lnTo>
                    <a:pt x="204097" y="6012580"/>
                  </a:lnTo>
                  <a:lnTo>
                    <a:pt x="204206" y="6012580"/>
                  </a:lnTo>
                  <a:lnTo>
                    <a:pt x="204206" y="6011957"/>
                  </a:lnTo>
                  <a:lnTo>
                    <a:pt x="204314" y="6011957"/>
                  </a:lnTo>
                  <a:lnTo>
                    <a:pt x="204423" y="6011957"/>
                  </a:lnTo>
                  <a:lnTo>
                    <a:pt x="204531" y="6011957"/>
                  </a:lnTo>
                  <a:lnTo>
                    <a:pt x="204639" y="6011957"/>
                  </a:lnTo>
                  <a:lnTo>
                    <a:pt x="204748" y="6011957"/>
                  </a:lnTo>
                  <a:lnTo>
                    <a:pt x="204856" y="6011957"/>
                  </a:lnTo>
                  <a:lnTo>
                    <a:pt x="204965" y="6011957"/>
                  </a:lnTo>
                  <a:lnTo>
                    <a:pt x="205073" y="6011957"/>
                  </a:lnTo>
                  <a:lnTo>
                    <a:pt x="205182" y="6011957"/>
                  </a:lnTo>
                  <a:lnTo>
                    <a:pt x="205290" y="6011957"/>
                  </a:lnTo>
                  <a:lnTo>
                    <a:pt x="205399" y="6011957"/>
                  </a:lnTo>
                  <a:lnTo>
                    <a:pt x="205507" y="6011957"/>
                  </a:lnTo>
                  <a:lnTo>
                    <a:pt x="205615" y="6011957"/>
                  </a:lnTo>
                  <a:lnTo>
                    <a:pt x="205724" y="6011957"/>
                  </a:lnTo>
                  <a:lnTo>
                    <a:pt x="205832" y="6011957"/>
                  </a:lnTo>
                  <a:lnTo>
                    <a:pt x="205941" y="6011957"/>
                  </a:lnTo>
                  <a:lnTo>
                    <a:pt x="206049" y="6011957"/>
                  </a:lnTo>
                  <a:lnTo>
                    <a:pt x="206158" y="6011957"/>
                  </a:lnTo>
                  <a:lnTo>
                    <a:pt x="206266" y="6011957"/>
                  </a:lnTo>
                  <a:lnTo>
                    <a:pt x="206266" y="6011333"/>
                  </a:lnTo>
                  <a:lnTo>
                    <a:pt x="206375" y="6011333"/>
                  </a:lnTo>
                  <a:lnTo>
                    <a:pt x="206483" y="6011333"/>
                  </a:lnTo>
                  <a:lnTo>
                    <a:pt x="206483" y="6010709"/>
                  </a:lnTo>
                  <a:lnTo>
                    <a:pt x="206483" y="6010086"/>
                  </a:lnTo>
                  <a:lnTo>
                    <a:pt x="206483" y="6009462"/>
                  </a:lnTo>
                  <a:lnTo>
                    <a:pt x="206483" y="6008839"/>
                  </a:lnTo>
                  <a:lnTo>
                    <a:pt x="206591" y="6008839"/>
                  </a:lnTo>
                  <a:lnTo>
                    <a:pt x="206700" y="6008839"/>
                  </a:lnTo>
                  <a:lnTo>
                    <a:pt x="206808" y="6008839"/>
                  </a:lnTo>
                  <a:lnTo>
                    <a:pt x="206917" y="6008839"/>
                  </a:lnTo>
                  <a:lnTo>
                    <a:pt x="207025" y="6008839"/>
                  </a:lnTo>
                  <a:lnTo>
                    <a:pt x="207134" y="6008839"/>
                  </a:lnTo>
                  <a:lnTo>
                    <a:pt x="207242" y="6008839"/>
                  </a:lnTo>
                  <a:lnTo>
                    <a:pt x="207351" y="6008839"/>
                  </a:lnTo>
                  <a:lnTo>
                    <a:pt x="207459" y="6008839"/>
                  </a:lnTo>
                  <a:lnTo>
                    <a:pt x="207568" y="6008839"/>
                  </a:lnTo>
                  <a:lnTo>
                    <a:pt x="207676" y="6008839"/>
                  </a:lnTo>
                  <a:lnTo>
                    <a:pt x="207784" y="6008839"/>
                  </a:lnTo>
                  <a:lnTo>
                    <a:pt x="207893" y="6008839"/>
                  </a:lnTo>
                  <a:lnTo>
                    <a:pt x="207893" y="6008215"/>
                  </a:lnTo>
                  <a:lnTo>
                    <a:pt x="208001" y="6008215"/>
                  </a:lnTo>
                  <a:lnTo>
                    <a:pt x="208001" y="6007592"/>
                  </a:lnTo>
                  <a:lnTo>
                    <a:pt x="208110" y="6007592"/>
                  </a:lnTo>
                  <a:lnTo>
                    <a:pt x="208110" y="6006968"/>
                  </a:lnTo>
                  <a:lnTo>
                    <a:pt x="208218" y="6006968"/>
                  </a:lnTo>
                  <a:lnTo>
                    <a:pt x="208327" y="6006968"/>
                  </a:lnTo>
                  <a:lnTo>
                    <a:pt x="208435" y="6006968"/>
                  </a:lnTo>
                  <a:lnTo>
                    <a:pt x="208544" y="6006968"/>
                  </a:lnTo>
                  <a:lnTo>
                    <a:pt x="208652" y="6006968"/>
                  </a:lnTo>
                  <a:lnTo>
                    <a:pt x="208652" y="6006344"/>
                  </a:lnTo>
                  <a:lnTo>
                    <a:pt x="208760" y="6006344"/>
                  </a:lnTo>
                  <a:lnTo>
                    <a:pt x="208869" y="6006344"/>
                  </a:lnTo>
                  <a:lnTo>
                    <a:pt x="208977" y="6006344"/>
                  </a:lnTo>
                  <a:lnTo>
                    <a:pt x="208977" y="6005721"/>
                  </a:lnTo>
                  <a:lnTo>
                    <a:pt x="209086" y="6005721"/>
                  </a:lnTo>
                  <a:lnTo>
                    <a:pt x="209194" y="6005721"/>
                  </a:lnTo>
                  <a:lnTo>
                    <a:pt x="209303" y="6005721"/>
                  </a:lnTo>
                  <a:lnTo>
                    <a:pt x="209411" y="6005721"/>
                  </a:lnTo>
                  <a:lnTo>
                    <a:pt x="209520" y="6005721"/>
                  </a:lnTo>
                  <a:lnTo>
                    <a:pt x="209520" y="6005097"/>
                  </a:lnTo>
                  <a:lnTo>
                    <a:pt x="209628" y="6005097"/>
                  </a:lnTo>
                  <a:lnTo>
                    <a:pt x="209736" y="6005097"/>
                  </a:lnTo>
                  <a:lnTo>
                    <a:pt x="209736" y="6004474"/>
                  </a:lnTo>
                  <a:lnTo>
                    <a:pt x="209845" y="6004474"/>
                  </a:lnTo>
                  <a:lnTo>
                    <a:pt x="209845" y="6003850"/>
                  </a:lnTo>
                  <a:lnTo>
                    <a:pt x="209953" y="6003850"/>
                  </a:lnTo>
                  <a:lnTo>
                    <a:pt x="210062" y="6003850"/>
                  </a:lnTo>
                  <a:lnTo>
                    <a:pt x="210170" y="6003850"/>
                  </a:lnTo>
                  <a:lnTo>
                    <a:pt x="210279" y="6003850"/>
                  </a:lnTo>
                  <a:lnTo>
                    <a:pt x="210279" y="6003226"/>
                  </a:lnTo>
                  <a:lnTo>
                    <a:pt x="210387" y="6003226"/>
                  </a:lnTo>
                  <a:lnTo>
                    <a:pt x="210496" y="6003226"/>
                  </a:lnTo>
                  <a:lnTo>
                    <a:pt x="210604" y="6003226"/>
                  </a:lnTo>
                  <a:lnTo>
                    <a:pt x="210604" y="6002603"/>
                  </a:lnTo>
                  <a:lnTo>
                    <a:pt x="210712" y="6002603"/>
                  </a:lnTo>
                  <a:lnTo>
                    <a:pt x="210821" y="6002603"/>
                  </a:lnTo>
                  <a:lnTo>
                    <a:pt x="210821" y="6001979"/>
                  </a:lnTo>
                  <a:lnTo>
                    <a:pt x="210929" y="6001979"/>
                  </a:lnTo>
                  <a:lnTo>
                    <a:pt x="211038" y="6001979"/>
                  </a:lnTo>
                  <a:lnTo>
                    <a:pt x="211038" y="6001356"/>
                  </a:lnTo>
                  <a:lnTo>
                    <a:pt x="211038" y="6000732"/>
                  </a:lnTo>
                  <a:lnTo>
                    <a:pt x="211146" y="6000732"/>
                  </a:lnTo>
                  <a:lnTo>
                    <a:pt x="211255" y="6000732"/>
                  </a:lnTo>
                  <a:lnTo>
                    <a:pt x="211363" y="6000732"/>
                  </a:lnTo>
                  <a:lnTo>
                    <a:pt x="211472" y="6000732"/>
                  </a:lnTo>
                  <a:lnTo>
                    <a:pt x="211472" y="6000109"/>
                  </a:lnTo>
                  <a:lnTo>
                    <a:pt x="211580" y="6000109"/>
                  </a:lnTo>
                  <a:lnTo>
                    <a:pt x="211689" y="6000109"/>
                  </a:lnTo>
                  <a:lnTo>
                    <a:pt x="211797" y="6000109"/>
                  </a:lnTo>
                  <a:lnTo>
                    <a:pt x="211905" y="6000109"/>
                  </a:lnTo>
                  <a:lnTo>
                    <a:pt x="212014" y="6000109"/>
                  </a:lnTo>
                  <a:lnTo>
                    <a:pt x="212014" y="5999485"/>
                  </a:lnTo>
                  <a:lnTo>
                    <a:pt x="212122" y="5999485"/>
                  </a:lnTo>
                  <a:lnTo>
                    <a:pt x="212231" y="5999485"/>
                  </a:lnTo>
                  <a:lnTo>
                    <a:pt x="212231" y="5998861"/>
                  </a:lnTo>
                  <a:lnTo>
                    <a:pt x="212339" y="5998861"/>
                  </a:lnTo>
                  <a:lnTo>
                    <a:pt x="212448" y="5998861"/>
                  </a:lnTo>
                  <a:lnTo>
                    <a:pt x="212556" y="5998861"/>
                  </a:lnTo>
                  <a:lnTo>
                    <a:pt x="212665" y="5998861"/>
                  </a:lnTo>
                  <a:lnTo>
                    <a:pt x="212665" y="5998238"/>
                  </a:lnTo>
                  <a:lnTo>
                    <a:pt x="212773" y="5998238"/>
                  </a:lnTo>
                  <a:lnTo>
                    <a:pt x="212881" y="5998238"/>
                  </a:lnTo>
                  <a:lnTo>
                    <a:pt x="212990" y="5998238"/>
                  </a:lnTo>
                  <a:lnTo>
                    <a:pt x="213098" y="5998238"/>
                  </a:lnTo>
                  <a:lnTo>
                    <a:pt x="213207" y="5998238"/>
                  </a:lnTo>
                  <a:lnTo>
                    <a:pt x="213315" y="5998238"/>
                  </a:lnTo>
                  <a:lnTo>
                    <a:pt x="213315" y="5997614"/>
                  </a:lnTo>
                  <a:lnTo>
                    <a:pt x="213424" y="5997614"/>
                  </a:lnTo>
                  <a:lnTo>
                    <a:pt x="213532" y="5997614"/>
                  </a:lnTo>
                  <a:lnTo>
                    <a:pt x="213641" y="5997614"/>
                  </a:lnTo>
                  <a:lnTo>
                    <a:pt x="213749" y="5997614"/>
                  </a:lnTo>
                  <a:lnTo>
                    <a:pt x="213857" y="5997614"/>
                  </a:lnTo>
                  <a:lnTo>
                    <a:pt x="213966" y="5997614"/>
                  </a:lnTo>
                  <a:lnTo>
                    <a:pt x="213966" y="5996991"/>
                  </a:lnTo>
                  <a:lnTo>
                    <a:pt x="213966" y="5996367"/>
                  </a:lnTo>
                  <a:lnTo>
                    <a:pt x="214074" y="5996367"/>
                  </a:lnTo>
                  <a:lnTo>
                    <a:pt x="214183" y="5996367"/>
                  </a:lnTo>
                  <a:lnTo>
                    <a:pt x="214183" y="5995743"/>
                  </a:lnTo>
                  <a:lnTo>
                    <a:pt x="214183" y="5995120"/>
                  </a:lnTo>
                  <a:lnTo>
                    <a:pt x="214291" y="5995120"/>
                  </a:lnTo>
                  <a:lnTo>
                    <a:pt x="214400" y="5995120"/>
                  </a:lnTo>
                  <a:lnTo>
                    <a:pt x="214508" y="5995120"/>
                  </a:lnTo>
                  <a:lnTo>
                    <a:pt x="214617" y="5995120"/>
                  </a:lnTo>
                  <a:lnTo>
                    <a:pt x="214725" y="5995120"/>
                  </a:lnTo>
                  <a:lnTo>
                    <a:pt x="214725" y="5994496"/>
                  </a:lnTo>
                  <a:lnTo>
                    <a:pt x="214833" y="5994496"/>
                  </a:lnTo>
                  <a:lnTo>
                    <a:pt x="214942" y="5994496"/>
                  </a:lnTo>
                  <a:lnTo>
                    <a:pt x="215050" y="5994496"/>
                  </a:lnTo>
                  <a:lnTo>
                    <a:pt x="215159" y="5994496"/>
                  </a:lnTo>
                  <a:lnTo>
                    <a:pt x="215267" y="5994496"/>
                  </a:lnTo>
                  <a:lnTo>
                    <a:pt x="215376" y="5994496"/>
                  </a:lnTo>
                  <a:lnTo>
                    <a:pt x="215484" y="5994496"/>
                  </a:lnTo>
                  <a:lnTo>
                    <a:pt x="215593" y="5994496"/>
                  </a:lnTo>
                  <a:lnTo>
                    <a:pt x="215701" y="5994496"/>
                  </a:lnTo>
                  <a:lnTo>
                    <a:pt x="215810" y="5994496"/>
                  </a:lnTo>
                  <a:lnTo>
                    <a:pt x="215918" y="5994496"/>
                  </a:lnTo>
                  <a:lnTo>
                    <a:pt x="216026" y="5994496"/>
                  </a:lnTo>
                  <a:lnTo>
                    <a:pt x="216135" y="5994496"/>
                  </a:lnTo>
                  <a:lnTo>
                    <a:pt x="216135" y="5993873"/>
                  </a:lnTo>
                  <a:lnTo>
                    <a:pt x="216135" y="5993249"/>
                  </a:lnTo>
                  <a:lnTo>
                    <a:pt x="216243" y="5993249"/>
                  </a:lnTo>
                  <a:lnTo>
                    <a:pt x="216352" y="5993249"/>
                  </a:lnTo>
                  <a:lnTo>
                    <a:pt x="216352" y="5992626"/>
                  </a:lnTo>
                  <a:lnTo>
                    <a:pt x="216460" y="5992626"/>
                  </a:lnTo>
                  <a:lnTo>
                    <a:pt x="216569" y="5992626"/>
                  </a:lnTo>
                  <a:lnTo>
                    <a:pt x="216569" y="5992002"/>
                  </a:lnTo>
                  <a:lnTo>
                    <a:pt x="216677" y="5992002"/>
                  </a:lnTo>
                  <a:lnTo>
                    <a:pt x="216786" y="5992002"/>
                  </a:lnTo>
                  <a:lnTo>
                    <a:pt x="216786" y="5991378"/>
                  </a:lnTo>
                  <a:lnTo>
                    <a:pt x="216894" y="5991378"/>
                  </a:lnTo>
                  <a:lnTo>
                    <a:pt x="217002" y="5991378"/>
                  </a:lnTo>
                  <a:lnTo>
                    <a:pt x="217002" y="5990755"/>
                  </a:lnTo>
                  <a:lnTo>
                    <a:pt x="217111" y="5990755"/>
                  </a:lnTo>
                  <a:lnTo>
                    <a:pt x="217219" y="5990755"/>
                  </a:lnTo>
                  <a:lnTo>
                    <a:pt x="217219" y="5990131"/>
                  </a:lnTo>
                  <a:lnTo>
                    <a:pt x="217328" y="5990131"/>
                  </a:lnTo>
                  <a:lnTo>
                    <a:pt x="217436" y="5990131"/>
                  </a:lnTo>
                  <a:lnTo>
                    <a:pt x="217436" y="5989508"/>
                  </a:lnTo>
                  <a:lnTo>
                    <a:pt x="217545" y="5989508"/>
                  </a:lnTo>
                  <a:lnTo>
                    <a:pt x="217653" y="5989508"/>
                  </a:lnTo>
                  <a:lnTo>
                    <a:pt x="217653" y="5988884"/>
                  </a:lnTo>
                  <a:lnTo>
                    <a:pt x="217762" y="5988884"/>
                  </a:lnTo>
                  <a:lnTo>
                    <a:pt x="217870" y="5988884"/>
                  </a:lnTo>
                  <a:lnTo>
                    <a:pt x="217978" y="5988884"/>
                  </a:lnTo>
                  <a:lnTo>
                    <a:pt x="217978" y="5988261"/>
                  </a:lnTo>
                  <a:lnTo>
                    <a:pt x="217978" y="5987637"/>
                  </a:lnTo>
                  <a:lnTo>
                    <a:pt x="218087" y="5987637"/>
                  </a:lnTo>
                  <a:lnTo>
                    <a:pt x="218087" y="5987013"/>
                  </a:lnTo>
                  <a:lnTo>
                    <a:pt x="218087" y="5986390"/>
                  </a:lnTo>
                  <a:lnTo>
                    <a:pt x="218195" y="5986390"/>
                  </a:lnTo>
                  <a:lnTo>
                    <a:pt x="218304" y="5986390"/>
                  </a:lnTo>
                  <a:lnTo>
                    <a:pt x="218412" y="5986390"/>
                  </a:lnTo>
                  <a:lnTo>
                    <a:pt x="218412" y="5985766"/>
                  </a:lnTo>
                  <a:lnTo>
                    <a:pt x="218521" y="5985766"/>
                  </a:lnTo>
                  <a:lnTo>
                    <a:pt x="218629" y="5985766"/>
                  </a:lnTo>
                  <a:lnTo>
                    <a:pt x="218629" y="5985143"/>
                  </a:lnTo>
                  <a:lnTo>
                    <a:pt x="218738" y="5985143"/>
                  </a:lnTo>
                  <a:lnTo>
                    <a:pt x="218846" y="5985143"/>
                  </a:lnTo>
                  <a:lnTo>
                    <a:pt x="218954" y="5985143"/>
                  </a:lnTo>
                  <a:lnTo>
                    <a:pt x="218954" y="5984519"/>
                  </a:lnTo>
                  <a:lnTo>
                    <a:pt x="218954" y="5983895"/>
                  </a:lnTo>
                  <a:lnTo>
                    <a:pt x="218954" y="5983272"/>
                  </a:lnTo>
                  <a:lnTo>
                    <a:pt x="218954" y="5982648"/>
                  </a:lnTo>
                  <a:lnTo>
                    <a:pt x="219063" y="5982648"/>
                  </a:lnTo>
                  <a:lnTo>
                    <a:pt x="219171" y="5982648"/>
                  </a:lnTo>
                  <a:lnTo>
                    <a:pt x="219280" y="5982648"/>
                  </a:lnTo>
                  <a:lnTo>
                    <a:pt x="219388" y="5982648"/>
                  </a:lnTo>
                  <a:lnTo>
                    <a:pt x="219388" y="5982025"/>
                  </a:lnTo>
                  <a:lnTo>
                    <a:pt x="219388" y="5981401"/>
                  </a:lnTo>
                  <a:lnTo>
                    <a:pt x="219497" y="5981401"/>
                  </a:lnTo>
                  <a:lnTo>
                    <a:pt x="219605" y="5981401"/>
                  </a:lnTo>
                  <a:lnTo>
                    <a:pt x="219714" y="5981401"/>
                  </a:lnTo>
                  <a:lnTo>
                    <a:pt x="219822" y="5981401"/>
                  </a:lnTo>
                  <a:lnTo>
                    <a:pt x="219931" y="5981401"/>
                  </a:lnTo>
                  <a:lnTo>
                    <a:pt x="220039" y="5981401"/>
                  </a:lnTo>
                  <a:lnTo>
                    <a:pt x="220147" y="5981401"/>
                  </a:lnTo>
                  <a:lnTo>
                    <a:pt x="220256" y="5981401"/>
                  </a:lnTo>
                  <a:lnTo>
                    <a:pt x="220364" y="5981401"/>
                  </a:lnTo>
                  <a:lnTo>
                    <a:pt x="220364" y="5980778"/>
                  </a:lnTo>
                  <a:lnTo>
                    <a:pt x="220364" y="5980154"/>
                  </a:lnTo>
                  <a:lnTo>
                    <a:pt x="220364" y="5979530"/>
                  </a:lnTo>
                  <a:lnTo>
                    <a:pt x="220364" y="5978907"/>
                  </a:lnTo>
                  <a:lnTo>
                    <a:pt x="220364" y="5978283"/>
                  </a:lnTo>
                  <a:lnTo>
                    <a:pt x="220473" y="5978283"/>
                  </a:lnTo>
                  <a:lnTo>
                    <a:pt x="220581" y="5978283"/>
                  </a:lnTo>
                  <a:lnTo>
                    <a:pt x="220690" y="5978283"/>
                  </a:lnTo>
                  <a:lnTo>
                    <a:pt x="220798" y="5978283"/>
                  </a:lnTo>
                  <a:lnTo>
                    <a:pt x="220907" y="5978283"/>
                  </a:lnTo>
                  <a:lnTo>
                    <a:pt x="221015" y="5978283"/>
                  </a:lnTo>
                  <a:lnTo>
                    <a:pt x="221123" y="5978283"/>
                  </a:lnTo>
                  <a:lnTo>
                    <a:pt x="221232" y="5978283"/>
                  </a:lnTo>
                  <a:lnTo>
                    <a:pt x="221340" y="5978283"/>
                  </a:lnTo>
                  <a:lnTo>
                    <a:pt x="221449" y="5978283"/>
                  </a:lnTo>
                  <a:lnTo>
                    <a:pt x="221557" y="5978283"/>
                  </a:lnTo>
                  <a:lnTo>
                    <a:pt x="221666" y="5978283"/>
                  </a:lnTo>
                  <a:lnTo>
                    <a:pt x="221774" y="5978283"/>
                  </a:lnTo>
                  <a:lnTo>
                    <a:pt x="221883" y="5978283"/>
                  </a:lnTo>
                  <a:lnTo>
                    <a:pt x="221991" y="5978283"/>
                  </a:lnTo>
                  <a:lnTo>
                    <a:pt x="221991" y="5977660"/>
                  </a:lnTo>
                  <a:lnTo>
                    <a:pt x="222099" y="5977660"/>
                  </a:lnTo>
                  <a:lnTo>
                    <a:pt x="222208" y="5977660"/>
                  </a:lnTo>
                  <a:lnTo>
                    <a:pt x="222316" y="5977660"/>
                  </a:lnTo>
                  <a:lnTo>
                    <a:pt x="222425" y="5977660"/>
                  </a:lnTo>
                  <a:lnTo>
                    <a:pt x="222425" y="5977036"/>
                  </a:lnTo>
                  <a:lnTo>
                    <a:pt x="222425" y="5976412"/>
                  </a:lnTo>
                  <a:lnTo>
                    <a:pt x="222533" y="5976412"/>
                  </a:lnTo>
                  <a:lnTo>
                    <a:pt x="222533" y="5975789"/>
                  </a:lnTo>
                  <a:lnTo>
                    <a:pt x="222642" y="5975789"/>
                  </a:lnTo>
                  <a:lnTo>
                    <a:pt x="222750" y="5975789"/>
                  </a:lnTo>
                  <a:lnTo>
                    <a:pt x="222750" y="5975165"/>
                  </a:lnTo>
                  <a:lnTo>
                    <a:pt x="222859" y="5975165"/>
                  </a:lnTo>
                  <a:lnTo>
                    <a:pt x="222967" y="5975165"/>
                  </a:lnTo>
                  <a:lnTo>
                    <a:pt x="223075" y="5975165"/>
                  </a:lnTo>
                  <a:lnTo>
                    <a:pt x="223184" y="5975165"/>
                  </a:lnTo>
                  <a:lnTo>
                    <a:pt x="223292" y="5975165"/>
                  </a:lnTo>
                  <a:lnTo>
                    <a:pt x="223401" y="5975165"/>
                  </a:lnTo>
                  <a:lnTo>
                    <a:pt x="223509" y="5975165"/>
                  </a:lnTo>
                  <a:lnTo>
                    <a:pt x="223618" y="5975165"/>
                  </a:lnTo>
                  <a:lnTo>
                    <a:pt x="223726" y="5975165"/>
                  </a:lnTo>
                  <a:lnTo>
                    <a:pt x="223835" y="5975165"/>
                  </a:lnTo>
                  <a:lnTo>
                    <a:pt x="223943" y="5975165"/>
                  </a:lnTo>
                  <a:lnTo>
                    <a:pt x="224052" y="5975165"/>
                  </a:lnTo>
                  <a:lnTo>
                    <a:pt x="224160" y="5975165"/>
                  </a:lnTo>
                  <a:lnTo>
                    <a:pt x="224268" y="5975165"/>
                  </a:lnTo>
                  <a:lnTo>
                    <a:pt x="224377" y="5975165"/>
                  </a:lnTo>
                  <a:lnTo>
                    <a:pt x="224485" y="5975165"/>
                  </a:lnTo>
                  <a:lnTo>
                    <a:pt x="224594" y="5975165"/>
                  </a:lnTo>
                  <a:lnTo>
                    <a:pt x="224702" y="5975165"/>
                  </a:lnTo>
                  <a:lnTo>
                    <a:pt x="224702" y="5974542"/>
                  </a:lnTo>
                  <a:lnTo>
                    <a:pt x="224811" y="5974542"/>
                  </a:lnTo>
                  <a:lnTo>
                    <a:pt x="224919" y="5974542"/>
                  </a:lnTo>
                  <a:lnTo>
                    <a:pt x="225028" y="5974542"/>
                  </a:lnTo>
                  <a:lnTo>
                    <a:pt x="225136" y="5974542"/>
                  </a:lnTo>
                  <a:lnTo>
                    <a:pt x="225244" y="5974542"/>
                  </a:lnTo>
                  <a:lnTo>
                    <a:pt x="225353" y="5974542"/>
                  </a:lnTo>
                  <a:lnTo>
                    <a:pt x="225461" y="5974542"/>
                  </a:lnTo>
                  <a:lnTo>
                    <a:pt x="225461" y="5973918"/>
                  </a:lnTo>
                  <a:lnTo>
                    <a:pt x="225570" y="5973918"/>
                  </a:lnTo>
                  <a:lnTo>
                    <a:pt x="225678" y="5973918"/>
                  </a:lnTo>
                  <a:lnTo>
                    <a:pt x="225787" y="5973918"/>
                  </a:lnTo>
                  <a:lnTo>
                    <a:pt x="225895" y="5973918"/>
                  </a:lnTo>
                  <a:lnTo>
                    <a:pt x="226004" y="5973918"/>
                  </a:lnTo>
                  <a:lnTo>
                    <a:pt x="226112" y="5973918"/>
                  </a:lnTo>
                  <a:lnTo>
                    <a:pt x="226112" y="5973295"/>
                  </a:lnTo>
                  <a:lnTo>
                    <a:pt x="226220" y="5973295"/>
                  </a:lnTo>
                  <a:lnTo>
                    <a:pt x="226329" y="5973295"/>
                  </a:lnTo>
                  <a:lnTo>
                    <a:pt x="226437" y="5973295"/>
                  </a:lnTo>
                  <a:lnTo>
                    <a:pt x="226437" y="5972671"/>
                  </a:lnTo>
                  <a:lnTo>
                    <a:pt x="226437" y="5972047"/>
                  </a:lnTo>
                  <a:lnTo>
                    <a:pt x="226437" y="5971424"/>
                  </a:lnTo>
                  <a:lnTo>
                    <a:pt x="226437" y="5970800"/>
                  </a:lnTo>
                  <a:lnTo>
                    <a:pt x="226546" y="5970800"/>
                  </a:lnTo>
                  <a:lnTo>
                    <a:pt x="226654" y="5970800"/>
                  </a:lnTo>
                  <a:lnTo>
                    <a:pt x="226654" y="5970177"/>
                  </a:lnTo>
                  <a:lnTo>
                    <a:pt x="226763" y="5970177"/>
                  </a:lnTo>
                  <a:lnTo>
                    <a:pt x="226871" y="5970177"/>
                  </a:lnTo>
                  <a:lnTo>
                    <a:pt x="226871" y="5969553"/>
                  </a:lnTo>
                  <a:lnTo>
                    <a:pt x="226871" y="5968929"/>
                  </a:lnTo>
                  <a:lnTo>
                    <a:pt x="226980" y="5968929"/>
                  </a:lnTo>
                  <a:lnTo>
                    <a:pt x="227088" y="5968929"/>
                  </a:lnTo>
                  <a:lnTo>
                    <a:pt x="227196" y="5968929"/>
                  </a:lnTo>
                  <a:lnTo>
                    <a:pt x="227196" y="5968306"/>
                  </a:lnTo>
                  <a:lnTo>
                    <a:pt x="227305" y="5968306"/>
                  </a:lnTo>
                  <a:lnTo>
                    <a:pt x="227413" y="5968306"/>
                  </a:lnTo>
                  <a:lnTo>
                    <a:pt x="227413" y="5967682"/>
                  </a:lnTo>
                  <a:lnTo>
                    <a:pt x="227522" y="5967682"/>
                  </a:lnTo>
                  <a:lnTo>
                    <a:pt x="227522" y="5967059"/>
                  </a:lnTo>
                  <a:lnTo>
                    <a:pt x="227630" y="5967059"/>
                  </a:lnTo>
                  <a:lnTo>
                    <a:pt x="227739" y="5967059"/>
                  </a:lnTo>
                  <a:lnTo>
                    <a:pt x="227847" y="5967059"/>
                  </a:lnTo>
                  <a:lnTo>
                    <a:pt x="227956" y="5967059"/>
                  </a:lnTo>
                  <a:lnTo>
                    <a:pt x="228064" y="5967059"/>
                  </a:lnTo>
                  <a:lnTo>
                    <a:pt x="228173" y="5967059"/>
                  </a:lnTo>
                  <a:lnTo>
                    <a:pt x="228173" y="5966435"/>
                  </a:lnTo>
                  <a:lnTo>
                    <a:pt x="228281" y="5966435"/>
                  </a:lnTo>
                  <a:lnTo>
                    <a:pt x="228389" y="5966435"/>
                  </a:lnTo>
                  <a:lnTo>
                    <a:pt x="228498" y="5966435"/>
                  </a:lnTo>
                  <a:lnTo>
                    <a:pt x="228498" y="5965812"/>
                  </a:lnTo>
                  <a:lnTo>
                    <a:pt x="228606" y="5965812"/>
                  </a:lnTo>
                  <a:lnTo>
                    <a:pt x="228715" y="5965812"/>
                  </a:lnTo>
                  <a:lnTo>
                    <a:pt x="228823" y="5965812"/>
                  </a:lnTo>
                  <a:lnTo>
                    <a:pt x="228932" y="5965812"/>
                  </a:lnTo>
                  <a:lnTo>
                    <a:pt x="229040" y="5965812"/>
                  </a:lnTo>
                  <a:lnTo>
                    <a:pt x="229149" y="5965812"/>
                  </a:lnTo>
                  <a:lnTo>
                    <a:pt x="229257" y="5965812"/>
                  </a:lnTo>
                  <a:lnTo>
                    <a:pt x="229365" y="5965812"/>
                  </a:lnTo>
                  <a:lnTo>
                    <a:pt x="229474" y="5965812"/>
                  </a:lnTo>
                  <a:lnTo>
                    <a:pt x="229582" y="5965812"/>
                  </a:lnTo>
                  <a:lnTo>
                    <a:pt x="229582" y="5965188"/>
                  </a:lnTo>
                  <a:lnTo>
                    <a:pt x="229691" y="5965188"/>
                  </a:lnTo>
                  <a:lnTo>
                    <a:pt x="229691" y="5964564"/>
                  </a:lnTo>
                  <a:lnTo>
                    <a:pt x="229799" y="5964564"/>
                  </a:lnTo>
                  <a:lnTo>
                    <a:pt x="229799" y="5963941"/>
                  </a:lnTo>
                  <a:lnTo>
                    <a:pt x="229908" y="5963941"/>
                  </a:lnTo>
                  <a:lnTo>
                    <a:pt x="229908" y="5963317"/>
                  </a:lnTo>
                  <a:lnTo>
                    <a:pt x="230016" y="5963317"/>
                  </a:lnTo>
                  <a:lnTo>
                    <a:pt x="230125" y="5963317"/>
                  </a:lnTo>
                  <a:lnTo>
                    <a:pt x="230233" y="5963317"/>
                  </a:lnTo>
                  <a:lnTo>
                    <a:pt x="230341" y="5963317"/>
                  </a:lnTo>
                  <a:lnTo>
                    <a:pt x="230450" y="5963317"/>
                  </a:lnTo>
                  <a:lnTo>
                    <a:pt x="230450" y="5962694"/>
                  </a:lnTo>
                  <a:lnTo>
                    <a:pt x="230558" y="5962694"/>
                  </a:lnTo>
                  <a:lnTo>
                    <a:pt x="230667" y="5962694"/>
                  </a:lnTo>
                  <a:lnTo>
                    <a:pt x="230775" y="5962694"/>
                  </a:lnTo>
                  <a:lnTo>
                    <a:pt x="230884" y="5962694"/>
                  </a:lnTo>
                  <a:lnTo>
                    <a:pt x="230992" y="5962694"/>
                  </a:lnTo>
                  <a:lnTo>
                    <a:pt x="231101" y="5962694"/>
                  </a:lnTo>
                  <a:lnTo>
                    <a:pt x="231209" y="5962694"/>
                  </a:lnTo>
                  <a:lnTo>
                    <a:pt x="231209" y="5962070"/>
                  </a:lnTo>
                  <a:lnTo>
                    <a:pt x="231317" y="5962070"/>
                  </a:lnTo>
                  <a:lnTo>
                    <a:pt x="231426" y="5962070"/>
                  </a:lnTo>
                  <a:lnTo>
                    <a:pt x="231534" y="5962070"/>
                  </a:lnTo>
                  <a:lnTo>
                    <a:pt x="231643" y="5962070"/>
                  </a:lnTo>
                  <a:lnTo>
                    <a:pt x="231643" y="5961446"/>
                  </a:lnTo>
                  <a:lnTo>
                    <a:pt x="231751" y="5961446"/>
                  </a:lnTo>
                  <a:lnTo>
                    <a:pt x="231860" y="5961446"/>
                  </a:lnTo>
                  <a:lnTo>
                    <a:pt x="231968" y="5961446"/>
                  </a:lnTo>
                  <a:lnTo>
                    <a:pt x="232077" y="5961446"/>
                  </a:lnTo>
                  <a:lnTo>
                    <a:pt x="232077" y="5960823"/>
                  </a:lnTo>
                  <a:lnTo>
                    <a:pt x="232185" y="5960823"/>
                  </a:lnTo>
                  <a:lnTo>
                    <a:pt x="232293" y="5960823"/>
                  </a:lnTo>
                  <a:lnTo>
                    <a:pt x="232402" y="5960823"/>
                  </a:lnTo>
                  <a:lnTo>
                    <a:pt x="232510" y="5960823"/>
                  </a:lnTo>
                  <a:lnTo>
                    <a:pt x="232619" y="5960823"/>
                  </a:lnTo>
                  <a:lnTo>
                    <a:pt x="232619" y="5960199"/>
                  </a:lnTo>
                  <a:lnTo>
                    <a:pt x="232727" y="5960199"/>
                  </a:lnTo>
                  <a:lnTo>
                    <a:pt x="232836" y="5960199"/>
                  </a:lnTo>
                  <a:lnTo>
                    <a:pt x="232836" y="5959576"/>
                  </a:lnTo>
                  <a:lnTo>
                    <a:pt x="232944" y="5959576"/>
                  </a:lnTo>
                  <a:lnTo>
                    <a:pt x="233053" y="5959576"/>
                  </a:lnTo>
                  <a:lnTo>
                    <a:pt x="233161" y="5959576"/>
                  </a:lnTo>
                  <a:lnTo>
                    <a:pt x="233270" y="5959576"/>
                  </a:lnTo>
                  <a:lnTo>
                    <a:pt x="233378" y="5959576"/>
                  </a:lnTo>
                  <a:lnTo>
                    <a:pt x="233486" y="5959576"/>
                  </a:lnTo>
                  <a:lnTo>
                    <a:pt x="233595" y="5959576"/>
                  </a:lnTo>
                  <a:lnTo>
                    <a:pt x="233703" y="5959576"/>
                  </a:lnTo>
                  <a:lnTo>
                    <a:pt x="233812" y="5959576"/>
                  </a:lnTo>
                  <a:lnTo>
                    <a:pt x="233812" y="5958952"/>
                  </a:lnTo>
                  <a:lnTo>
                    <a:pt x="233812" y="5958329"/>
                  </a:lnTo>
                  <a:lnTo>
                    <a:pt x="233920" y="5958329"/>
                  </a:lnTo>
                  <a:lnTo>
                    <a:pt x="234029" y="5958329"/>
                  </a:lnTo>
                  <a:lnTo>
                    <a:pt x="234137" y="5958329"/>
                  </a:lnTo>
                  <a:lnTo>
                    <a:pt x="234246" y="5958329"/>
                  </a:lnTo>
                  <a:lnTo>
                    <a:pt x="234246" y="5957705"/>
                  </a:lnTo>
                  <a:lnTo>
                    <a:pt x="234246" y="5957081"/>
                  </a:lnTo>
                  <a:lnTo>
                    <a:pt x="234354" y="5957081"/>
                  </a:lnTo>
                  <a:lnTo>
                    <a:pt x="234354" y="5956458"/>
                  </a:lnTo>
                  <a:lnTo>
                    <a:pt x="234462" y="5956458"/>
                  </a:lnTo>
                  <a:lnTo>
                    <a:pt x="234571" y="5956458"/>
                  </a:lnTo>
                  <a:lnTo>
                    <a:pt x="234679" y="5956458"/>
                  </a:lnTo>
                  <a:lnTo>
                    <a:pt x="234788" y="5956458"/>
                  </a:lnTo>
                  <a:lnTo>
                    <a:pt x="234896" y="5956458"/>
                  </a:lnTo>
                  <a:lnTo>
                    <a:pt x="235005" y="5956458"/>
                  </a:lnTo>
                  <a:lnTo>
                    <a:pt x="235005" y="5955834"/>
                  </a:lnTo>
                  <a:lnTo>
                    <a:pt x="235113" y="5955834"/>
                  </a:lnTo>
                  <a:lnTo>
                    <a:pt x="235222" y="5955834"/>
                  </a:lnTo>
                  <a:lnTo>
                    <a:pt x="235330" y="5955834"/>
                  </a:lnTo>
                  <a:lnTo>
                    <a:pt x="235438" y="5955834"/>
                  </a:lnTo>
                  <a:lnTo>
                    <a:pt x="235547" y="5955834"/>
                  </a:lnTo>
                  <a:lnTo>
                    <a:pt x="235655" y="5955834"/>
                  </a:lnTo>
                  <a:lnTo>
                    <a:pt x="235655" y="5955211"/>
                  </a:lnTo>
                  <a:lnTo>
                    <a:pt x="235764" y="5955211"/>
                  </a:lnTo>
                  <a:lnTo>
                    <a:pt x="235872" y="5955211"/>
                  </a:lnTo>
                  <a:lnTo>
                    <a:pt x="235981" y="5955211"/>
                  </a:lnTo>
                  <a:lnTo>
                    <a:pt x="236089" y="5955211"/>
                  </a:lnTo>
                  <a:lnTo>
                    <a:pt x="236089" y="5954587"/>
                  </a:lnTo>
                  <a:lnTo>
                    <a:pt x="236198" y="5954587"/>
                  </a:lnTo>
                  <a:lnTo>
                    <a:pt x="236306" y="5954587"/>
                  </a:lnTo>
                  <a:lnTo>
                    <a:pt x="236414" y="5954587"/>
                  </a:lnTo>
                  <a:lnTo>
                    <a:pt x="236523" y="5954587"/>
                  </a:lnTo>
                  <a:lnTo>
                    <a:pt x="236631" y="5954587"/>
                  </a:lnTo>
                  <a:lnTo>
                    <a:pt x="236740" y="5954587"/>
                  </a:lnTo>
                  <a:lnTo>
                    <a:pt x="236848" y="5954587"/>
                  </a:lnTo>
                  <a:lnTo>
                    <a:pt x="236848" y="5953963"/>
                  </a:lnTo>
                  <a:lnTo>
                    <a:pt x="236848" y="5953340"/>
                  </a:lnTo>
                  <a:lnTo>
                    <a:pt x="236957" y="5953340"/>
                  </a:lnTo>
                  <a:lnTo>
                    <a:pt x="237065" y="5953340"/>
                  </a:lnTo>
                  <a:lnTo>
                    <a:pt x="237174" y="5953340"/>
                  </a:lnTo>
                  <a:lnTo>
                    <a:pt x="237282" y="5953340"/>
                  </a:lnTo>
                  <a:lnTo>
                    <a:pt x="237391" y="5953340"/>
                  </a:lnTo>
                  <a:lnTo>
                    <a:pt x="237391" y="5952716"/>
                  </a:lnTo>
                  <a:lnTo>
                    <a:pt x="237499" y="5952716"/>
                  </a:lnTo>
                  <a:lnTo>
                    <a:pt x="237607" y="5952716"/>
                  </a:lnTo>
                  <a:lnTo>
                    <a:pt x="237716" y="5952716"/>
                  </a:lnTo>
                  <a:lnTo>
                    <a:pt x="237716" y="5952093"/>
                  </a:lnTo>
                  <a:lnTo>
                    <a:pt x="237824" y="5952093"/>
                  </a:lnTo>
                  <a:lnTo>
                    <a:pt x="237933" y="5952093"/>
                  </a:lnTo>
                  <a:lnTo>
                    <a:pt x="237933" y="5951469"/>
                  </a:lnTo>
                  <a:lnTo>
                    <a:pt x="238041" y="5951469"/>
                  </a:lnTo>
                  <a:lnTo>
                    <a:pt x="238150" y="5951469"/>
                  </a:lnTo>
                  <a:lnTo>
                    <a:pt x="238258" y="5951469"/>
                  </a:lnTo>
                  <a:lnTo>
                    <a:pt x="238367" y="5951469"/>
                  </a:lnTo>
                  <a:lnTo>
                    <a:pt x="238475" y="5951469"/>
                  </a:lnTo>
                  <a:lnTo>
                    <a:pt x="238583" y="5951469"/>
                  </a:lnTo>
                  <a:lnTo>
                    <a:pt x="238692" y="5951469"/>
                  </a:lnTo>
                  <a:lnTo>
                    <a:pt x="238800" y="5951469"/>
                  </a:lnTo>
                  <a:lnTo>
                    <a:pt x="238909" y="5951469"/>
                  </a:lnTo>
                  <a:lnTo>
                    <a:pt x="238909" y="5950846"/>
                  </a:lnTo>
                  <a:lnTo>
                    <a:pt x="238909" y="5950222"/>
                  </a:lnTo>
                  <a:lnTo>
                    <a:pt x="239017" y="5950222"/>
                  </a:lnTo>
                  <a:lnTo>
                    <a:pt x="239126" y="5950222"/>
                  </a:lnTo>
                  <a:lnTo>
                    <a:pt x="239126" y="5949598"/>
                  </a:lnTo>
                  <a:lnTo>
                    <a:pt x="239234" y="5949598"/>
                  </a:lnTo>
                  <a:lnTo>
                    <a:pt x="239343" y="5949598"/>
                  </a:lnTo>
                  <a:lnTo>
                    <a:pt x="239451" y="5949598"/>
                  </a:lnTo>
                  <a:lnTo>
                    <a:pt x="239559" y="5949598"/>
                  </a:lnTo>
                  <a:lnTo>
                    <a:pt x="239668" y="5949598"/>
                  </a:lnTo>
                  <a:lnTo>
                    <a:pt x="239668" y="5948975"/>
                  </a:lnTo>
                  <a:lnTo>
                    <a:pt x="239776" y="5948975"/>
                  </a:lnTo>
                  <a:lnTo>
                    <a:pt x="239885" y="5948975"/>
                  </a:lnTo>
                  <a:lnTo>
                    <a:pt x="239993" y="5948975"/>
                  </a:lnTo>
                  <a:lnTo>
                    <a:pt x="240102" y="5948975"/>
                  </a:lnTo>
                  <a:lnTo>
                    <a:pt x="240210" y="5948975"/>
                  </a:lnTo>
                  <a:lnTo>
                    <a:pt x="240319" y="5948975"/>
                  </a:lnTo>
                  <a:lnTo>
                    <a:pt x="240319" y="5948351"/>
                  </a:lnTo>
                  <a:lnTo>
                    <a:pt x="240319" y="5947728"/>
                  </a:lnTo>
                  <a:lnTo>
                    <a:pt x="240427" y="5947728"/>
                  </a:lnTo>
                  <a:lnTo>
                    <a:pt x="240427" y="5947104"/>
                  </a:lnTo>
                  <a:lnTo>
                    <a:pt x="240427" y="5946480"/>
                  </a:lnTo>
                  <a:lnTo>
                    <a:pt x="240535" y="5946480"/>
                  </a:lnTo>
                  <a:lnTo>
                    <a:pt x="240644" y="5946480"/>
                  </a:lnTo>
                  <a:lnTo>
                    <a:pt x="240752" y="5946480"/>
                  </a:lnTo>
                  <a:lnTo>
                    <a:pt x="240861" y="5946480"/>
                  </a:lnTo>
                  <a:lnTo>
                    <a:pt x="240969" y="5946480"/>
                  </a:lnTo>
                  <a:lnTo>
                    <a:pt x="241078" y="5946480"/>
                  </a:lnTo>
                  <a:lnTo>
                    <a:pt x="241186" y="5946480"/>
                  </a:lnTo>
                  <a:lnTo>
                    <a:pt x="241295" y="5946480"/>
                  </a:lnTo>
                  <a:lnTo>
                    <a:pt x="241403" y="5946480"/>
                  </a:lnTo>
                  <a:lnTo>
                    <a:pt x="241512" y="5946480"/>
                  </a:lnTo>
                  <a:lnTo>
                    <a:pt x="241512" y="5945857"/>
                  </a:lnTo>
                  <a:lnTo>
                    <a:pt x="241620" y="5945857"/>
                  </a:lnTo>
                  <a:lnTo>
                    <a:pt x="241728" y="5945857"/>
                  </a:lnTo>
                  <a:lnTo>
                    <a:pt x="241837" y="5945857"/>
                  </a:lnTo>
                  <a:lnTo>
                    <a:pt x="241837" y="5945233"/>
                  </a:lnTo>
                  <a:lnTo>
                    <a:pt x="241837" y="5944610"/>
                  </a:lnTo>
                  <a:lnTo>
                    <a:pt x="241945" y="5944610"/>
                  </a:lnTo>
                  <a:lnTo>
                    <a:pt x="242054" y="5944610"/>
                  </a:lnTo>
                  <a:lnTo>
                    <a:pt x="242162" y="5944610"/>
                  </a:lnTo>
                  <a:lnTo>
                    <a:pt x="242271" y="5944610"/>
                  </a:lnTo>
                  <a:lnTo>
                    <a:pt x="242271" y="5943986"/>
                  </a:lnTo>
                  <a:lnTo>
                    <a:pt x="242379" y="5943986"/>
                  </a:lnTo>
                  <a:lnTo>
                    <a:pt x="242488" y="5943986"/>
                  </a:lnTo>
                  <a:lnTo>
                    <a:pt x="242596" y="5943986"/>
                  </a:lnTo>
                  <a:lnTo>
                    <a:pt x="242704" y="5943986"/>
                  </a:lnTo>
                  <a:lnTo>
                    <a:pt x="242704" y="5943363"/>
                  </a:lnTo>
                  <a:lnTo>
                    <a:pt x="242813" y="5943363"/>
                  </a:lnTo>
                  <a:lnTo>
                    <a:pt x="242921" y="5943363"/>
                  </a:lnTo>
                  <a:lnTo>
                    <a:pt x="242921" y="5942739"/>
                  </a:lnTo>
                  <a:lnTo>
                    <a:pt x="243030" y="5942739"/>
                  </a:lnTo>
                  <a:lnTo>
                    <a:pt x="243138" y="5942739"/>
                  </a:lnTo>
                  <a:lnTo>
                    <a:pt x="243247" y="5942739"/>
                  </a:lnTo>
                  <a:lnTo>
                    <a:pt x="243355" y="5942739"/>
                  </a:lnTo>
                  <a:lnTo>
                    <a:pt x="243464" y="5942739"/>
                  </a:lnTo>
                  <a:lnTo>
                    <a:pt x="243572" y="5942739"/>
                  </a:lnTo>
                  <a:lnTo>
                    <a:pt x="243680" y="5942739"/>
                  </a:lnTo>
                  <a:lnTo>
                    <a:pt x="243789" y="5942739"/>
                  </a:lnTo>
                  <a:lnTo>
                    <a:pt x="243897" y="5942739"/>
                  </a:lnTo>
                  <a:lnTo>
                    <a:pt x="244006" y="5942739"/>
                  </a:lnTo>
                  <a:lnTo>
                    <a:pt x="244006" y="5942115"/>
                  </a:lnTo>
                  <a:lnTo>
                    <a:pt x="244114" y="5942115"/>
                  </a:lnTo>
                  <a:lnTo>
                    <a:pt x="244223" y="5942115"/>
                  </a:lnTo>
                  <a:lnTo>
                    <a:pt x="244223" y="5941492"/>
                  </a:lnTo>
                  <a:lnTo>
                    <a:pt x="244331" y="5941492"/>
                  </a:lnTo>
                  <a:lnTo>
                    <a:pt x="244440" y="5941492"/>
                  </a:lnTo>
                  <a:lnTo>
                    <a:pt x="244548" y="5941492"/>
                  </a:lnTo>
                  <a:lnTo>
                    <a:pt x="244656" y="5941492"/>
                  </a:lnTo>
                  <a:lnTo>
                    <a:pt x="244656" y="5940868"/>
                  </a:lnTo>
                  <a:lnTo>
                    <a:pt x="244765" y="5940868"/>
                  </a:lnTo>
                  <a:lnTo>
                    <a:pt x="244873" y="5940868"/>
                  </a:lnTo>
                  <a:lnTo>
                    <a:pt x="244982" y="5940868"/>
                  </a:lnTo>
                  <a:lnTo>
                    <a:pt x="245090" y="5940868"/>
                  </a:lnTo>
                  <a:lnTo>
                    <a:pt x="245199" y="5940868"/>
                  </a:lnTo>
                  <a:lnTo>
                    <a:pt x="245199" y="5940245"/>
                  </a:lnTo>
                  <a:lnTo>
                    <a:pt x="245307" y="5940245"/>
                  </a:lnTo>
                  <a:lnTo>
                    <a:pt x="245416" y="5940245"/>
                  </a:lnTo>
                  <a:lnTo>
                    <a:pt x="245524" y="5940245"/>
                  </a:lnTo>
                  <a:lnTo>
                    <a:pt x="245524" y="5939621"/>
                  </a:lnTo>
                  <a:lnTo>
                    <a:pt x="245633" y="5939621"/>
                  </a:lnTo>
                  <a:lnTo>
                    <a:pt x="245741" y="5939621"/>
                  </a:lnTo>
                  <a:lnTo>
                    <a:pt x="245849" y="5939621"/>
                  </a:lnTo>
                  <a:lnTo>
                    <a:pt x="245958" y="5939621"/>
                  </a:lnTo>
                  <a:lnTo>
                    <a:pt x="246066" y="5939621"/>
                  </a:lnTo>
                  <a:lnTo>
                    <a:pt x="246175" y="5939621"/>
                  </a:lnTo>
                  <a:lnTo>
                    <a:pt x="246283" y="5939621"/>
                  </a:lnTo>
                  <a:lnTo>
                    <a:pt x="246283" y="5938998"/>
                  </a:lnTo>
                  <a:lnTo>
                    <a:pt x="246392" y="5938998"/>
                  </a:lnTo>
                  <a:lnTo>
                    <a:pt x="246392" y="5938374"/>
                  </a:lnTo>
                  <a:lnTo>
                    <a:pt x="246500" y="5938374"/>
                  </a:lnTo>
                  <a:lnTo>
                    <a:pt x="246609" y="5938374"/>
                  </a:lnTo>
                  <a:lnTo>
                    <a:pt x="246717" y="5938374"/>
                  </a:lnTo>
                  <a:lnTo>
                    <a:pt x="246825" y="5938374"/>
                  </a:lnTo>
                  <a:lnTo>
                    <a:pt x="246934" y="5938374"/>
                  </a:lnTo>
                  <a:lnTo>
                    <a:pt x="247042" y="5938374"/>
                  </a:lnTo>
                  <a:lnTo>
                    <a:pt x="247151" y="5938374"/>
                  </a:lnTo>
                  <a:lnTo>
                    <a:pt x="247151" y="5937750"/>
                  </a:lnTo>
                  <a:lnTo>
                    <a:pt x="247259" y="5937750"/>
                  </a:lnTo>
                  <a:lnTo>
                    <a:pt x="247259" y="5937127"/>
                  </a:lnTo>
                  <a:lnTo>
                    <a:pt x="247368" y="5937127"/>
                  </a:lnTo>
                  <a:lnTo>
                    <a:pt x="247476" y="5937127"/>
                  </a:lnTo>
                  <a:lnTo>
                    <a:pt x="247585" y="5937127"/>
                  </a:lnTo>
                  <a:lnTo>
                    <a:pt x="247693" y="5937127"/>
                  </a:lnTo>
                  <a:lnTo>
                    <a:pt x="247801" y="5937127"/>
                  </a:lnTo>
                  <a:lnTo>
                    <a:pt x="247910" y="5937127"/>
                  </a:lnTo>
                  <a:lnTo>
                    <a:pt x="248018" y="5937127"/>
                  </a:lnTo>
                  <a:lnTo>
                    <a:pt x="248127" y="5937127"/>
                  </a:lnTo>
                  <a:lnTo>
                    <a:pt x="248235" y="5937127"/>
                  </a:lnTo>
                  <a:lnTo>
                    <a:pt x="248235" y="5936503"/>
                  </a:lnTo>
                  <a:lnTo>
                    <a:pt x="248344" y="5936503"/>
                  </a:lnTo>
                  <a:lnTo>
                    <a:pt x="248344" y="5935880"/>
                  </a:lnTo>
                  <a:lnTo>
                    <a:pt x="248452" y="5935880"/>
                  </a:lnTo>
                  <a:lnTo>
                    <a:pt x="248561" y="5935880"/>
                  </a:lnTo>
                  <a:lnTo>
                    <a:pt x="248561" y="5935256"/>
                  </a:lnTo>
                  <a:lnTo>
                    <a:pt x="248669" y="5935256"/>
                  </a:lnTo>
                  <a:lnTo>
                    <a:pt x="248777" y="5935256"/>
                  </a:lnTo>
                  <a:lnTo>
                    <a:pt x="248886" y="5935256"/>
                  </a:lnTo>
                  <a:lnTo>
                    <a:pt x="248994" y="5935256"/>
                  </a:lnTo>
                  <a:lnTo>
                    <a:pt x="249103" y="5935256"/>
                  </a:lnTo>
                  <a:lnTo>
                    <a:pt x="249211" y="5935256"/>
                  </a:lnTo>
                  <a:lnTo>
                    <a:pt x="249320" y="5935256"/>
                  </a:lnTo>
                  <a:lnTo>
                    <a:pt x="249320" y="5934632"/>
                  </a:lnTo>
                  <a:lnTo>
                    <a:pt x="249428" y="5934632"/>
                  </a:lnTo>
                  <a:lnTo>
                    <a:pt x="249428" y="5934009"/>
                  </a:lnTo>
                  <a:lnTo>
                    <a:pt x="249537" y="5934009"/>
                  </a:lnTo>
                  <a:lnTo>
                    <a:pt x="249645" y="5934009"/>
                  </a:lnTo>
                  <a:lnTo>
                    <a:pt x="249754" y="5934009"/>
                  </a:lnTo>
                  <a:lnTo>
                    <a:pt x="249862" y="5934009"/>
                  </a:lnTo>
                  <a:lnTo>
                    <a:pt x="249970" y="5934009"/>
                  </a:lnTo>
                  <a:lnTo>
                    <a:pt x="250079" y="5934009"/>
                  </a:lnTo>
                  <a:lnTo>
                    <a:pt x="250187" y="5934009"/>
                  </a:lnTo>
                  <a:lnTo>
                    <a:pt x="250296" y="5934009"/>
                  </a:lnTo>
                  <a:lnTo>
                    <a:pt x="250296" y="5933385"/>
                  </a:lnTo>
                  <a:lnTo>
                    <a:pt x="250404" y="5933385"/>
                  </a:lnTo>
                  <a:lnTo>
                    <a:pt x="250513" y="5933385"/>
                  </a:lnTo>
                  <a:lnTo>
                    <a:pt x="250621" y="5933385"/>
                  </a:lnTo>
                  <a:lnTo>
                    <a:pt x="250730" y="5933385"/>
                  </a:lnTo>
                  <a:lnTo>
                    <a:pt x="250730" y="5932762"/>
                  </a:lnTo>
                  <a:lnTo>
                    <a:pt x="250838" y="5932762"/>
                  </a:lnTo>
                  <a:lnTo>
                    <a:pt x="250838" y="5932138"/>
                  </a:lnTo>
                  <a:lnTo>
                    <a:pt x="250946" y="5932138"/>
                  </a:lnTo>
                  <a:lnTo>
                    <a:pt x="251055" y="5932138"/>
                  </a:lnTo>
                  <a:lnTo>
                    <a:pt x="251055" y="5931515"/>
                  </a:lnTo>
                  <a:lnTo>
                    <a:pt x="251163" y="5931515"/>
                  </a:lnTo>
                  <a:lnTo>
                    <a:pt x="251272" y="5931515"/>
                  </a:lnTo>
                  <a:lnTo>
                    <a:pt x="251380" y="5931515"/>
                  </a:lnTo>
                  <a:lnTo>
                    <a:pt x="251489" y="5931515"/>
                  </a:lnTo>
                  <a:lnTo>
                    <a:pt x="251597" y="5931515"/>
                  </a:lnTo>
                  <a:lnTo>
                    <a:pt x="251706" y="5931515"/>
                  </a:lnTo>
                  <a:lnTo>
                    <a:pt x="251814" y="5931515"/>
                  </a:lnTo>
                  <a:lnTo>
                    <a:pt x="251922" y="5931515"/>
                  </a:lnTo>
                  <a:lnTo>
                    <a:pt x="252031" y="5931515"/>
                  </a:lnTo>
                  <a:lnTo>
                    <a:pt x="252139" y="5931515"/>
                  </a:lnTo>
                  <a:lnTo>
                    <a:pt x="252248" y="5931515"/>
                  </a:lnTo>
                  <a:lnTo>
                    <a:pt x="252356" y="5931515"/>
                  </a:lnTo>
                  <a:lnTo>
                    <a:pt x="252356" y="5930891"/>
                  </a:lnTo>
                  <a:lnTo>
                    <a:pt x="252356" y="5930267"/>
                  </a:lnTo>
                  <a:lnTo>
                    <a:pt x="252465" y="5930267"/>
                  </a:lnTo>
                  <a:lnTo>
                    <a:pt x="252465" y="5929644"/>
                  </a:lnTo>
                  <a:lnTo>
                    <a:pt x="252573" y="5929644"/>
                  </a:lnTo>
                  <a:lnTo>
                    <a:pt x="252682" y="5929644"/>
                  </a:lnTo>
                  <a:lnTo>
                    <a:pt x="252790" y="5929644"/>
                  </a:lnTo>
                  <a:lnTo>
                    <a:pt x="252898" y="5929644"/>
                  </a:lnTo>
                  <a:lnTo>
                    <a:pt x="252898" y="5929020"/>
                  </a:lnTo>
                  <a:lnTo>
                    <a:pt x="253007" y="5929020"/>
                  </a:lnTo>
                  <a:lnTo>
                    <a:pt x="253007" y="5928397"/>
                  </a:lnTo>
                  <a:lnTo>
                    <a:pt x="253115" y="5928397"/>
                  </a:lnTo>
                  <a:lnTo>
                    <a:pt x="253224" y="5928397"/>
                  </a:lnTo>
                  <a:lnTo>
                    <a:pt x="253332" y="5928397"/>
                  </a:lnTo>
                  <a:lnTo>
                    <a:pt x="253441" y="5928397"/>
                  </a:lnTo>
                  <a:lnTo>
                    <a:pt x="253441" y="5927773"/>
                  </a:lnTo>
                  <a:lnTo>
                    <a:pt x="253549" y="5927773"/>
                  </a:lnTo>
                  <a:lnTo>
                    <a:pt x="253658" y="5927773"/>
                  </a:lnTo>
                  <a:lnTo>
                    <a:pt x="253766" y="5927773"/>
                  </a:lnTo>
                  <a:lnTo>
                    <a:pt x="253874" y="5927773"/>
                  </a:lnTo>
                  <a:lnTo>
                    <a:pt x="253983" y="5927773"/>
                  </a:lnTo>
                  <a:lnTo>
                    <a:pt x="254091" y="5927773"/>
                  </a:lnTo>
                  <a:lnTo>
                    <a:pt x="254091" y="5927149"/>
                  </a:lnTo>
                  <a:lnTo>
                    <a:pt x="254200" y="5927149"/>
                  </a:lnTo>
                  <a:lnTo>
                    <a:pt x="254308" y="5927149"/>
                  </a:lnTo>
                  <a:lnTo>
                    <a:pt x="254417" y="5927149"/>
                  </a:lnTo>
                  <a:lnTo>
                    <a:pt x="254525" y="5927149"/>
                  </a:lnTo>
                  <a:lnTo>
                    <a:pt x="254634" y="5927149"/>
                  </a:lnTo>
                  <a:lnTo>
                    <a:pt x="254634" y="5926526"/>
                  </a:lnTo>
                  <a:lnTo>
                    <a:pt x="254742" y="5926526"/>
                  </a:lnTo>
                  <a:lnTo>
                    <a:pt x="254851" y="5926526"/>
                  </a:lnTo>
                  <a:lnTo>
                    <a:pt x="254851" y="5925902"/>
                  </a:lnTo>
                  <a:lnTo>
                    <a:pt x="254959" y="5925902"/>
                  </a:lnTo>
                  <a:lnTo>
                    <a:pt x="255067" y="5925902"/>
                  </a:lnTo>
                  <a:lnTo>
                    <a:pt x="255176" y="5925902"/>
                  </a:lnTo>
                  <a:lnTo>
                    <a:pt x="255284" y="5925902"/>
                  </a:lnTo>
                  <a:lnTo>
                    <a:pt x="255393" y="5925902"/>
                  </a:lnTo>
                  <a:lnTo>
                    <a:pt x="255501" y="5925902"/>
                  </a:lnTo>
                  <a:lnTo>
                    <a:pt x="255610" y="5925902"/>
                  </a:lnTo>
                  <a:lnTo>
                    <a:pt x="255718" y="5925902"/>
                  </a:lnTo>
                  <a:lnTo>
                    <a:pt x="255827" y="5925902"/>
                  </a:lnTo>
                  <a:lnTo>
                    <a:pt x="255935" y="5925902"/>
                  </a:lnTo>
                  <a:lnTo>
                    <a:pt x="256043" y="5925902"/>
                  </a:lnTo>
                  <a:lnTo>
                    <a:pt x="256152" y="5925902"/>
                  </a:lnTo>
                  <a:lnTo>
                    <a:pt x="256152" y="5925279"/>
                  </a:lnTo>
                  <a:lnTo>
                    <a:pt x="256260" y="5925279"/>
                  </a:lnTo>
                  <a:lnTo>
                    <a:pt x="256369" y="5925279"/>
                  </a:lnTo>
                  <a:lnTo>
                    <a:pt x="256477" y="5925279"/>
                  </a:lnTo>
                  <a:lnTo>
                    <a:pt x="256586" y="5925279"/>
                  </a:lnTo>
                  <a:lnTo>
                    <a:pt x="256694" y="5925279"/>
                  </a:lnTo>
                  <a:lnTo>
                    <a:pt x="256803" y="5925279"/>
                  </a:lnTo>
                  <a:lnTo>
                    <a:pt x="256911" y="5925279"/>
                  </a:lnTo>
                  <a:lnTo>
                    <a:pt x="257019" y="5925279"/>
                  </a:lnTo>
                  <a:lnTo>
                    <a:pt x="257128" y="5925279"/>
                  </a:lnTo>
                  <a:lnTo>
                    <a:pt x="257236" y="5925279"/>
                  </a:lnTo>
                  <a:lnTo>
                    <a:pt x="257345" y="5925279"/>
                  </a:lnTo>
                  <a:lnTo>
                    <a:pt x="257345" y="5924655"/>
                  </a:lnTo>
                  <a:lnTo>
                    <a:pt x="257453" y="5924655"/>
                  </a:lnTo>
                  <a:lnTo>
                    <a:pt x="257562" y="5924655"/>
                  </a:lnTo>
                  <a:lnTo>
                    <a:pt x="257670" y="5924655"/>
                  </a:lnTo>
                  <a:lnTo>
                    <a:pt x="257779" y="5924655"/>
                  </a:lnTo>
                  <a:lnTo>
                    <a:pt x="257887" y="5924655"/>
                  </a:lnTo>
                  <a:lnTo>
                    <a:pt x="257995" y="5924655"/>
                  </a:lnTo>
                  <a:lnTo>
                    <a:pt x="257995" y="5924032"/>
                  </a:lnTo>
                  <a:lnTo>
                    <a:pt x="258104" y="5924032"/>
                  </a:lnTo>
                  <a:lnTo>
                    <a:pt x="258212" y="5924032"/>
                  </a:lnTo>
                  <a:lnTo>
                    <a:pt x="258212" y="5923408"/>
                  </a:lnTo>
                  <a:lnTo>
                    <a:pt x="258321" y="5923408"/>
                  </a:lnTo>
                  <a:lnTo>
                    <a:pt x="258429" y="5923408"/>
                  </a:lnTo>
                  <a:lnTo>
                    <a:pt x="258538" y="5923408"/>
                  </a:lnTo>
                  <a:lnTo>
                    <a:pt x="258646" y="5923408"/>
                  </a:lnTo>
                  <a:lnTo>
                    <a:pt x="258755" y="5923408"/>
                  </a:lnTo>
                  <a:lnTo>
                    <a:pt x="258863" y="5923408"/>
                  </a:lnTo>
                  <a:lnTo>
                    <a:pt x="258972" y="5923408"/>
                  </a:lnTo>
                  <a:lnTo>
                    <a:pt x="259080" y="5923408"/>
                  </a:lnTo>
                  <a:lnTo>
                    <a:pt x="259188" y="5923408"/>
                  </a:lnTo>
                  <a:lnTo>
                    <a:pt x="259297" y="5923408"/>
                  </a:lnTo>
                  <a:lnTo>
                    <a:pt x="259297" y="5922784"/>
                  </a:lnTo>
                  <a:lnTo>
                    <a:pt x="259405" y="5922784"/>
                  </a:lnTo>
                  <a:lnTo>
                    <a:pt x="259514" y="5922784"/>
                  </a:lnTo>
                  <a:lnTo>
                    <a:pt x="259514" y="5922161"/>
                  </a:lnTo>
                  <a:lnTo>
                    <a:pt x="259622" y="5922161"/>
                  </a:lnTo>
                  <a:lnTo>
                    <a:pt x="259731" y="5922161"/>
                  </a:lnTo>
                  <a:lnTo>
                    <a:pt x="259731" y="5921537"/>
                  </a:lnTo>
                  <a:lnTo>
                    <a:pt x="259839" y="5921537"/>
                  </a:lnTo>
                  <a:lnTo>
                    <a:pt x="259839" y="5920914"/>
                  </a:lnTo>
                  <a:lnTo>
                    <a:pt x="259948" y="5920914"/>
                  </a:lnTo>
                  <a:lnTo>
                    <a:pt x="260056" y="5920914"/>
                  </a:lnTo>
                  <a:lnTo>
                    <a:pt x="260164" y="5920914"/>
                  </a:lnTo>
                  <a:lnTo>
                    <a:pt x="260164" y="5920290"/>
                  </a:lnTo>
                  <a:lnTo>
                    <a:pt x="260273" y="5920290"/>
                  </a:lnTo>
                  <a:lnTo>
                    <a:pt x="260381" y="5920290"/>
                  </a:lnTo>
                  <a:lnTo>
                    <a:pt x="260490" y="5920290"/>
                  </a:lnTo>
                  <a:lnTo>
                    <a:pt x="260490" y="5919666"/>
                  </a:lnTo>
                  <a:lnTo>
                    <a:pt x="260598" y="5919666"/>
                  </a:lnTo>
                  <a:lnTo>
                    <a:pt x="260707" y="5919666"/>
                  </a:lnTo>
                  <a:lnTo>
                    <a:pt x="260815" y="5919666"/>
                  </a:lnTo>
                  <a:lnTo>
                    <a:pt x="260924" y="5919666"/>
                  </a:lnTo>
                  <a:lnTo>
                    <a:pt x="260924" y="5919043"/>
                  </a:lnTo>
                  <a:lnTo>
                    <a:pt x="260924" y="5918419"/>
                  </a:lnTo>
                  <a:lnTo>
                    <a:pt x="261032" y="5918419"/>
                  </a:lnTo>
                  <a:lnTo>
                    <a:pt x="261140" y="5918419"/>
                  </a:lnTo>
                  <a:lnTo>
                    <a:pt x="261249" y="5918419"/>
                  </a:lnTo>
                  <a:lnTo>
                    <a:pt x="261357" y="5918419"/>
                  </a:lnTo>
                  <a:lnTo>
                    <a:pt x="261466" y="5918419"/>
                  </a:lnTo>
                  <a:lnTo>
                    <a:pt x="261574" y="5918419"/>
                  </a:lnTo>
                  <a:lnTo>
                    <a:pt x="261574" y="5917796"/>
                  </a:lnTo>
                  <a:lnTo>
                    <a:pt x="261683" y="5917796"/>
                  </a:lnTo>
                  <a:lnTo>
                    <a:pt x="261791" y="5917796"/>
                  </a:lnTo>
                  <a:lnTo>
                    <a:pt x="261791" y="5917172"/>
                  </a:lnTo>
                  <a:lnTo>
                    <a:pt x="261791" y="5916549"/>
                  </a:lnTo>
                  <a:lnTo>
                    <a:pt x="261900" y="5916549"/>
                  </a:lnTo>
                  <a:lnTo>
                    <a:pt x="262008" y="5916549"/>
                  </a:lnTo>
                  <a:lnTo>
                    <a:pt x="262116" y="5916549"/>
                  </a:lnTo>
                  <a:lnTo>
                    <a:pt x="262225" y="5916549"/>
                  </a:lnTo>
                  <a:lnTo>
                    <a:pt x="262333" y="5916549"/>
                  </a:lnTo>
                  <a:lnTo>
                    <a:pt x="262333" y="5915925"/>
                  </a:lnTo>
                  <a:lnTo>
                    <a:pt x="262442" y="5915925"/>
                  </a:lnTo>
                  <a:lnTo>
                    <a:pt x="262550" y="5915925"/>
                  </a:lnTo>
                  <a:lnTo>
                    <a:pt x="262659" y="5915925"/>
                  </a:lnTo>
                  <a:lnTo>
                    <a:pt x="262767" y="5915925"/>
                  </a:lnTo>
                  <a:lnTo>
                    <a:pt x="262767" y="5915301"/>
                  </a:lnTo>
                  <a:lnTo>
                    <a:pt x="262876" y="5915301"/>
                  </a:lnTo>
                  <a:lnTo>
                    <a:pt x="262984" y="5915301"/>
                  </a:lnTo>
                  <a:lnTo>
                    <a:pt x="263093" y="5915301"/>
                  </a:lnTo>
                  <a:lnTo>
                    <a:pt x="263093" y="5914678"/>
                  </a:lnTo>
                  <a:lnTo>
                    <a:pt x="263201" y="5914678"/>
                  </a:lnTo>
                  <a:lnTo>
                    <a:pt x="263309" y="5914678"/>
                  </a:lnTo>
                  <a:lnTo>
                    <a:pt x="263418" y="5914678"/>
                  </a:lnTo>
                  <a:lnTo>
                    <a:pt x="263526" y="5914678"/>
                  </a:lnTo>
                  <a:lnTo>
                    <a:pt x="263635" y="5914678"/>
                  </a:lnTo>
                  <a:lnTo>
                    <a:pt x="263635" y="5914054"/>
                  </a:lnTo>
                  <a:lnTo>
                    <a:pt x="263743" y="5914054"/>
                  </a:lnTo>
                  <a:lnTo>
                    <a:pt x="263852" y="5914054"/>
                  </a:lnTo>
                  <a:lnTo>
                    <a:pt x="263960" y="5914054"/>
                  </a:lnTo>
                  <a:lnTo>
                    <a:pt x="264069" y="5914054"/>
                  </a:lnTo>
                  <a:lnTo>
                    <a:pt x="264177" y="5914054"/>
                  </a:lnTo>
                  <a:lnTo>
                    <a:pt x="264177" y="5913431"/>
                  </a:lnTo>
                  <a:lnTo>
                    <a:pt x="264285" y="5913431"/>
                  </a:lnTo>
                  <a:lnTo>
                    <a:pt x="264394" y="5913431"/>
                  </a:lnTo>
                  <a:lnTo>
                    <a:pt x="264502" y="5913431"/>
                  </a:lnTo>
                  <a:lnTo>
                    <a:pt x="264611" y="5913431"/>
                  </a:lnTo>
                  <a:lnTo>
                    <a:pt x="264719" y="5913431"/>
                  </a:lnTo>
                  <a:lnTo>
                    <a:pt x="264719" y="5912807"/>
                  </a:lnTo>
                  <a:lnTo>
                    <a:pt x="264828" y="5912807"/>
                  </a:lnTo>
                  <a:lnTo>
                    <a:pt x="264936" y="5912807"/>
                  </a:lnTo>
                  <a:lnTo>
                    <a:pt x="265045" y="5912807"/>
                  </a:lnTo>
                  <a:lnTo>
                    <a:pt x="265153" y="5912807"/>
                  </a:lnTo>
                  <a:lnTo>
                    <a:pt x="265153" y="5912183"/>
                  </a:lnTo>
                  <a:lnTo>
                    <a:pt x="265153" y="5911560"/>
                  </a:lnTo>
                  <a:lnTo>
                    <a:pt x="265261" y="5911560"/>
                  </a:lnTo>
                  <a:lnTo>
                    <a:pt x="265370" y="5911560"/>
                  </a:lnTo>
                  <a:lnTo>
                    <a:pt x="265478" y="5911560"/>
                  </a:lnTo>
                  <a:lnTo>
                    <a:pt x="265478" y="5910936"/>
                  </a:lnTo>
                  <a:lnTo>
                    <a:pt x="265587" y="5910936"/>
                  </a:lnTo>
                  <a:lnTo>
                    <a:pt x="265695" y="5910936"/>
                  </a:lnTo>
                  <a:lnTo>
                    <a:pt x="265804" y="5910936"/>
                  </a:lnTo>
                  <a:lnTo>
                    <a:pt x="265804" y="5910313"/>
                  </a:lnTo>
                  <a:lnTo>
                    <a:pt x="265804" y="5909689"/>
                  </a:lnTo>
                  <a:lnTo>
                    <a:pt x="265912" y="5909689"/>
                  </a:lnTo>
                  <a:lnTo>
                    <a:pt x="266021" y="5909689"/>
                  </a:lnTo>
                  <a:lnTo>
                    <a:pt x="266129" y="5909689"/>
                  </a:lnTo>
                  <a:lnTo>
                    <a:pt x="266237" y="5909689"/>
                  </a:lnTo>
                  <a:lnTo>
                    <a:pt x="266237" y="5909066"/>
                  </a:lnTo>
                  <a:lnTo>
                    <a:pt x="266237" y="5908442"/>
                  </a:lnTo>
                  <a:lnTo>
                    <a:pt x="266346" y="5908442"/>
                  </a:lnTo>
                  <a:lnTo>
                    <a:pt x="266346" y="5907818"/>
                  </a:lnTo>
                  <a:lnTo>
                    <a:pt x="266454" y="5907818"/>
                  </a:lnTo>
                  <a:lnTo>
                    <a:pt x="266563" y="5907818"/>
                  </a:lnTo>
                  <a:lnTo>
                    <a:pt x="266671" y="5907818"/>
                  </a:lnTo>
                  <a:lnTo>
                    <a:pt x="266780" y="5907818"/>
                  </a:lnTo>
                  <a:lnTo>
                    <a:pt x="266888" y="5907818"/>
                  </a:lnTo>
                  <a:lnTo>
                    <a:pt x="266888" y="5907195"/>
                  </a:lnTo>
                  <a:lnTo>
                    <a:pt x="266888" y="5906571"/>
                  </a:lnTo>
                  <a:lnTo>
                    <a:pt x="266997" y="5906571"/>
                  </a:lnTo>
                  <a:lnTo>
                    <a:pt x="267105" y="5906571"/>
                  </a:lnTo>
                  <a:lnTo>
                    <a:pt x="267214" y="5906571"/>
                  </a:lnTo>
                  <a:lnTo>
                    <a:pt x="267322" y="5906571"/>
                  </a:lnTo>
                  <a:lnTo>
                    <a:pt x="267322" y="5905948"/>
                  </a:lnTo>
                  <a:lnTo>
                    <a:pt x="267430" y="5905948"/>
                  </a:lnTo>
                  <a:lnTo>
                    <a:pt x="267539" y="5905948"/>
                  </a:lnTo>
                  <a:lnTo>
                    <a:pt x="267647" y="5905948"/>
                  </a:lnTo>
                  <a:lnTo>
                    <a:pt x="267647" y="5905324"/>
                  </a:lnTo>
                  <a:lnTo>
                    <a:pt x="267756" y="5905324"/>
                  </a:lnTo>
                  <a:lnTo>
                    <a:pt x="267756" y="5904700"/>
                  </a:lnTo>
                  <a:lnTo>
                    <a:pt x="267756" y="5904077"/>
                  </a:lnTo>
                  <a:lnTo>
                    <a:pt x="267864" y="5904077"/>
                  </a:lnTo>
                  <a:lnTo>
                    <a:pt x="267973" y="5904077"/>
                  </a:lnTo>
                  <a:lnTo>
                    <a:pt x="268081" y="5904077"/>
                  </a:lnTo>
                  <a:lnTo>
                    <a:pt x="268190" y="5904077"/>
                  </a:lnTo>
                  <a:lnTo>
                    <a:pt x="268298" y="5904077"/>
                  </a:lnTo>
                  <a:lnTo>
                    <a:pt x="268406" y="5904077"/>
                  </a:lnTo>
                  <a:lnTo>
                    <a:pt x="268406" y="5903453"/>
                  </a:lnTo>
                  <a:lnTo>
                    <a:pt x="268515" y="5903453"/>
                  </a:lnTo>
                  <a:lnTo>
                    <a:pt x="268623" y="5903453"/>
                  </a:lnTo>
                  <a:lnTo>
                    <a:pt x="268732" y="5903453"/>
                  </a:lnTo>
                  <a:lnTo>
                    <a:pt x="268840" y="5903453"/>
                  </a:lnTo>
                  <a:lnTo>
                    <a:pt x="268840" y="5902830"/>
                  </a:lnTo>
                  <a:lnTo>
                    <a:pt x="268949" y="5902830"/>
                  </a:lnTo>
                  <a:lnTo>
                    <a:pt x="269057" y="5902830"/>
                  </a:lnTo>
                  <a:lnTo>
                    <a:pt x="269166" y="5902830"/>
                  </a:lnTo>
                  <a:lnTo>
                    <a:pt x="269274" y="5902830"/>
                  </a:lnTo>
                  <a:lnTo>
                    <a:pt x="269382" y="5902830"/>
                  </a:lnTo>
                  <a:lnTo>
                    <a:pt x="269491" y="5902830"/>
                  </a:lnTo>
                  <a:lnTo>
                    <a:pt x="269491" y="5902206"/>
                  </a:lnTo>
                  <a:lnTo>
                    <a:pt x="269491" y="5901583"/>
                  </a:lnTo>
                  <a:lnTo>
                    <a:pt x="269599" y="5901583"/>
                  </a:lnTo>
                  <a:lnTo>
                    <a:pt x="269708" y="5901583"/>
                  </a:lnTo>
                  <a:lnTo>
                    <a:pt x="269816" y="5901583"/>
                  </a:lnTo>
                  <a:lnTo>
                    <a:pt x="269925" y="5901583"/>
                  </a:lnTo>
                  <a:lnTo>
                    <a:pt x="270033" y="5901583"/>
                  </a:lnTo>
                  <a:lnTo>
                    <a:pt x="270142" y="5901583"/>
                  </a:lnTo>
                  <a:lnTo>
                    <a:pt x="270250" y="5901583"/>
                  </a:lnTo>
                  <a:lnTo>
                    <a:pt x="270358" y="5901583"/>
                  </a:lnTo>
                  <a:lnTo>
                    <a:pt x="270467" y="5901583"/>
                  </a:lnTo>
                  <a:lnTo>
                    <a:pt x="270575" y="5901583"/>
                  </a:lnTo>
                  <a:lnTo>
                    <a:pt x="270684" y="5901583"/>
                  </a:lnTo>
                  <a:lnTo>
                    <a:pt x="270792" y="5901583"/>
                  </a:lnTo>
                  <a:lnTo>
                    <a:pt x="270792" y="5900959"/>
                  </a:lnTo>
                  <a:lnTo>
                    <a:pt x="270901" y="5900959"/>
                  </a:lnTo>
                  <a:lnTo>
                    <a:pt x="271009" y="5900959"/>
                  </a:lnTo>
                  <a:lnTo>
                    <a:pt x="271118" y="5900959"/>
                  </a:lnTo>
                  <a:lnTo>
                    <a:pt x="271226" y="5900959"/>
                  </a:lnTo>
                  <a:lnTo>
                    <a:pt x="271335" y="5900959"/>
                  </a:lnTo>
                  <a:lnTo>
                    <a:pt x="271335" y="5900335"/>
                  </a:lnTo>
                  <a:lnTo>
                    <a:pt x="271443" y="5900335"/>
                  </a:lnTo>
                  <a:lnTo>
                    <a:pt x="271443" y="5899712"/>
                  </a:lnTo>
                  <a:lnTo>
                    <a:pt x="271551" y="5899712"/>
                  </a:lnTo>
                  <a:lnTo>
                    <a:pt x="271660" y="5899712"/>
                  </a:lnTo>
                  <a:lnTo>
                    <a:pt x="271768" y="5899712"/>
                  </a:lnTo>
                  <a:lnTo>
                    <a:pt x="271877" y="5899712"/>
                  </a:lnTo>
                  <a:lnTo>
                    <a:pt x="271877" y="5899088"/>
                  </a:lnTo>
                  <a:lnTo>
                    <a:pt x="271985" y="5899088"/>
                  </a:lnTo>
                  <a:lnTo>
                    <a:pt x="272094" y="5899088"/>
                  </a:lnTo>
                  <a:lnTo>
                    <a:pt x="272202" y="5899088"/>
                  </a:lnTo>
                  <a:lnTo>
                    <a:pt x="272311" y="5899088"/>
                  </a:lnTo>
                  <a:lnTo>
                    <a:pt x="272311" y="5898465"/>
                  </a:lnTo>
                  <a:lnTo>
                    <a:pt x="272419" y="5898465"/>
                  </a:lnTo>
                  <a:lnTo>
                    <a:pt x="272527" y="5898465"/>
                  </a:lnTo>
                  <a:lnTo>
                    <a:pt x="272527" y="5897841"/>
                  </a:lnTo>
                  <a:lnTo>
                    <a:pt x="272527" y="5897217"/>
                  </a:lnTo>
                  <a:lnTo>
                    <a:pt x="272636" y="5897217"/>
                  </a:lnTo>
                  <a:lnTo>
                    <a:pt x="272744" y="5897217"/>
                  </a:lnTo>
                  <a:lnTo>
                    <a:pt x="272853" y="5897217"/>
                  </a:lnTo>
                  <a:lnTo>
                    <a:pt x="272961" y="5897217"/>
                  </a:lnTo>
                  <a:lnTo>
                    <a:pt x="273070" y="5897217"/>
                  </a:lnTo>
                  <a:lnTo>
                    <a:pt x="273178" y="5897217"/>
                  </a:lnTo>
                  <a:lnTo>
                    <a:pt x="273287" y="5897217"/>
                  </a:lnTo>
                  <a:lnTo>
                    <a:pt x="273395" y="5897217"/>
                  </a:lnTo>
                  <a:lnTo>
                    <a:pt x="273503" y="5897217"/>
                  </a:lnTo>
                  <a:lnTo>
                    <a:pt x="273612" y="5897217"/>
                  </a:lnTo>
                  <a:lnTo>
                    <a:pt x="273720" y="5897217"/>
                  </a:lnTo>
                  <a:lnTo>
                    <a:pt x="273829" y="5897217"/>
                  </a:lnTo>
                  <a:lnTo>
                    <a:pt x="273937" y="5897217"/>
                  </a:lnTo>
                  <a:lnTo>
                    <a:pt x="274046" y="5897217"/>
                  </a:lnTo>
                  <a:lnTo>
                    <a:pt x="274154" y="5897217"/>
                  </a:lnTo>
                  <a:lnTo>
                    <a:pt x="274263" y="5897217"/>
                  </a:lnTo>
                  <a:lnTo>
                    <a:pt x="274263" y="5896594"/>
                  </a:lnTo>
                  <a:lnTo>
                    <a:pt x="274371" y="5896594"/>
                  </a:lnTo>
                  <a:lnTo>
                    <a:pt x="274371" y="5895970"/>
                  </a:lnTo>
                  <a:lnTo>
                    <a:pt x="274479" y="5895970"/>
                  </a:lnTo>
                  <a:lnTo>
                    <a:pt x="274588" y="5895970"/>
                  </a:lnTo>
                  <a:lnTo>
                    <a:pt x="274696" y="5895970"/>
                  </a:lnTo>
                  <a:lnTo>
                    <a:pt x="274805" y="5895970"/>
                  </a:lnTo>
                  <a:lnTo>
                    <a:pt x="274805" y="5895347"/>
                  </a:lnTo>
                  <a:lnTo>
                    <a:pt x="274913" y="5895347"/>
                  </a:lnTo>
                  <a:lnTo>
                    <a:pt x="275022" y="5895347"/>
                  </a:lnTo>
                  <a:lnTo>
                    <a:pt x="275130" y="5895347"/>
                  </a:lnTo>
                  <a:lnTo>
                    <a:pt x="275239" y="5895347"/>
                  </a:lnTo>
                  <a:lnTo>
                    <a:pt x="275347" y="5895347"/>
                  </a:lnTo>
                  <a:lnTo>
                    <a:pt x="275347" y="5894723"/>
                  </a:lnTo>
                  <a:lnTo>
                    <a:pt x="275347" y="5894100"/>
                  </a:lnTo>
                  <a:lnTo>
                    <a:pt x="275455" y="5894100"/>
                  </a:lnTo>
                  <a:lnTo>
                    <a:pt x="275564" y="5894100"/>
                  </a:lnTo>
                  <a:lnTo>
                    <a:pt x="275672" y="5894100"/>
                  </a:lnTo>
                  <a:lnTo>
                    <a:pt x="275781" y="5894100"/>
                  </a:lnTo>
                  <a:lnTo>
                    <a:pt x="275781" y="5893476"/>
                  </a:lnTo>
                  <a:lnTo>
                    <a:pt x="275781" y="5892852"/>
                  </a:lnTo>
                  <a:lnTo>
                    <a:pt x="275889" y="5892852"/>
                  </a:lnTo>
                  <a:lnTo>
                    <a:pt x="275998" y="5892852"/>
                  </a:lnTo>
                  <a:lnTo>
                    <a:pt x="276106" y="5892852"/>
                  </a:lnTo>
                  <a:lnTo>
                    <a:pt x="276215" y="5892852"/>
                  </a:lnTo>
                  <a:lnTo>
                    <a:pt x="276323" y="5892852"/>
                  </a:lnTo>
                  <a:lnTo>
                    <a:pt x="276323" y="5892229"/>
                  </a:lnTo>
                  <a:lnTo>
                    <a:pt x="276432" y="5892229"/>
                  </a:lnTo>
                  <a:lnTo>
                    <a:pt x="276540" y="5892229"/>
                  </a:lnTo>
                  <a:lnTo>
                    <a:pt x="276648" y="5892229"/>
                  </a:lnTo>
                  <a:lnTo>
                    <a:pt x="276757" y="5892229"/>
                  </a:lnTo>
                  <a:lnTo>
                    <a:pt x="276865" y="5892229"/>
                  </a:lnTo>
                  <a:lnTo>
                    <a:pt x="276974" y="5892229"/>
                  </a:lnTo>
                  <a:lnTo>
                    <a:pt x="276974" y="5891605"/>
                  </a:lnTo>
                  <a:lnTo>
                    <a:pt x="277082" y="5891605"/>
                  </a:lnTo>
                  <a:lnTo>
                    <a:pt x="277082" y="5890982"/>
                  </a:lnTo>
                  <a:lnTo>
                    <a:pt x="277191" y="5890982"/>
                  </a:lnTo>
                  <a:lnTo>
                    <a:pt x="277299" y="5890982"/>
                  </a:lnTo>
                  <a:lnTo>
                    <a:pt x="277408" y="5890982"/>
                  </a:lnTo>
                  <a:lnTo>
                    <a:pt x="277408" y="5890358"/>
                  </a:lnTo>
                  <a:lnTo>
                    <a:pt x="277516" y="5890358"/>
                  </a:lnTo>
                  <a:lnTo>
                    <a:pt x="277516" y="5889735"/>
                  </a:lnTo>
                  <a:lnTo>
                    <a:pt x="277516" y="5889111"/>
                  </a:lnTo>
                  <a:lnTo>
                    <a:pt x="277624" y="5889111"/>
                  </a:lnTo>
                  <a:lnTo>
                    <a:pt x="277733" y="5889111"/>
                  </a:lnTo>
                  <a:lnTo>
                    <a:pt x="277841" y="5889111"/>
                  </a:lnTo>
                  <a:lnTo>
                    <a:pt x="277841" y="5888487"/>
                  </a:lnTo>
                  <a:lnTo>
                    <a:pt x="277841" y="5887864"/>
                  </a:lnTo>
                  <a:lnTo>
                    <a:pt x="277950" y="5887864"/>
                  </a:lnTo>
                  <a:lnTo>
                    <a:pt x="278058" y="5887864"/>
                  </a:lnTo>
                  <a:lnTo>
                    <a:pt x="278167" y="5887864"/>
                  </a:lnTo>
                  <a:lnTo>
                    <a:pt x="278167" y="5887240"/>
                  </a:lnTo>
                  <a:lnTo>
                    <a:pt x="278167" y="5886617"/>
                  </a:lnTo>
                  <a:lnTo>
                    <a:pt x="278275" y="5886617"/>
                  </a:lnTo>
                  <a:lnTo>
                    <a:pt x="278384" y="5886617"/>
                  </a:lnTo>
                  <a:lnTo>
                    <a:pt x="278384" y="5885993"/>
                  </a:lnTo>
                  <a:lnTo>
                    <a:pt x="278492" y="5885993"/>
                  </a:lnTo>
                  <a:lnTo>
                    <a:pt x="278492" y="5885369"/>
                  </a:lnTo>
                  <a:lnTo>
                    <a:pt x="278600" y="5885369"/>
                  </a:lnTo>
                  <a:lnTo>
                    <a:pt x="278709" y="5885369"/>
                  </a:lnTo>
                  <a:lnTo>
                    <a:pt x="278817" y="5885369"/>
                  </a:lnTo>
                  <a:lnTo>
                    <a:pt x="278926" y="5885369"/>
                  </a:lnTo>
                  <a:lnTo>
                    <a:pt x="279034" y="5885369"/>
                  </a:lnTo>
                  <a:lnTo>
                    <a:pt x="279143" y="5885369"/>
                  </a:lnTo>
                  <a:lnTo>
                    <a:pt x="279251" y="5885369"/>
                  </a:lnTo>
                  <a:lnTo>
                    <a:pt x="279251" y="5884746"/>
                  </a:lnTo>
                  <a:lnTo>
                    <a:pt x="279360" y="5884746"/>
                  </a:lnTo>
                  <a:lnTo>
                    <a:pt x="279468" y="5884746"/>
                  </a:lnTo>
                  <a:lnTo>
                    <a:pt x="279576" y="5884746"/>
                  </a:lnTo>
                  <a:lnTo>
                    <a:pt x="279685" y="5884746"/>
                  </a:lnTo>
                  <a:lnTo>
                    <a:pt x="279793" y="5884746"/>
                  </a:lnTo>
                  <a:lnTo>
                    <a:pt x="279902" y="5884746"/>
                  </a:lnTo>
                  <a:lnTo>
                    <a:pt x="280010" y="5884746"/>
                  </a:lnTo>
                  <a:lnTo>
                    <a:pt x="280010" y="5884122"/>
                  </a:lnTo>
                  <a:lnTo>
                    <a:pt x="280119" y="5884122"/>
                  </a:lnTo>
                  <a:lnTo>
                    <a:pt x="280119" y="5883499"/>
                  </a:lnTo>
                  <a:lnTo>
                    <a:pt x="280119" y="5882875"/>
                  </a:lnTo>
                  <a:lnTo>
                    <a:pt x="280227" y="5882875"/>
                  </a:lnTo>
                  <a:lnTo>
                    <a:pt x="280336" y="5882875"/>
                  </a:lnTo>
                  <a:lnTo>
                    <a:pt x="280444" y="5882875"/>
                  </a:lnTo>
                  <a:lnTo>
                    <a:pt x="280444" y="5882252"/>
                  </a:lnTo>
                  <a:lnTo>
                    <a:pt x="280553" y="5882252"/>
                  </a:lnTo>
                  <a:lnTo>
                    <a:pt x="280553" y="5881628"/>
                  </a:lnTo>
                  <a:lnTo>
                    <a:pt x="280661" y="5881628"/>
                  </a:lnTo>
                  <a:lnTo>
                    <a:pt x="280769" y="5881628"/>
                  </a:lnTo>
                  <a:lnTo>
                    <a:pt x="280878" y="5881628"/>
                  </a:lnTo>
                  <a:lnTo>
                    <a:pt x="280986" y="5881628"/>
                  </a:lnTo>
                  <a:lnTo>
                    <a:pt x="281095" y="5881628"/>
                  </a:lnTo>
                  <a:lnTo>
                    <a:pt x="281203" y="5881628"/>
                  </a:lnTo>
                  <a:lnTo>
                    <a:pt x="281312" y="5881628"/>
                  </a:lnTo>
                  <a:lnTo>
                    <a:pt x="281420" y="5881628"/>
                  </a:lnTo>
                  <a:lnTo>
                    <a:pt x="281529" y="5881628"/>
                  </a:lnTo>
                  <a:lnTo>
                    <a:pt x="281637" y="5881628"/>
                  </a:lnTo>
                  <a:lnTo>
                    <a:pt x="281745" y="5881628"/>
                  </a:lnTo>
                  <a:lnTo>
                    <a:pt x="281854" y="5881628"/>
                  </a:lnTo>
                  <a:lnTo>
                    <a:pt x="281962" y="5881628"/>
                  </a:lnTo>
                  <a:lnTo>
                    <a:pt x="282071" y="5881628"/>
                  </a:lnTo>
                  <a:lnTo>
                    <a:pt x="282179" y="5881628"/>
                  </a:lnTo>
                  <a:lnTo>
                    <a:pt x="282288" y="5881628"/>
                  </a:lnTo>
                  <a:lnTo>
                    <a:pt x="282288" y="5881004"/>
                  </a:lnTo>
                  <a:lnTo>
                    <a:pt x="282288" y="5880381"/>
                  </a:lnTo>
                  <a:lnTo>
                    <a:pt x="282396" y="5880381"/>
                  </a:lnTo>
                  <a:lnTo>
                    <a:pt x="282505" y="5880381"/>
                  </a:lnTo>
                  <a:lnTo>
                    <a:pt x="282613" y="5880381"/>
                  </a:lnTo>
                  <a:lnTo>
                    <a:pt x="282721" y="5880381"/>
                  </a:lnTo>
                  <a:lnTo>
                    <a:pt x="282830" y="5880381"/>
                  </a:lnTo>
                  <a:lnTo>
                    <a:pt x="282938" y="5880381"/>
                  </a:lnTo>
                  <a:lnTo>
                    <a:pt x="283047" y="5880381"/>
                  </a:lnTo>
                  <a:lnTo>
                    <a:pt x="283155" y="5880381"/>
                  </a:lnTo>
                  <a:lnTo>
                    <a:pt x="283155" y="5879757"/>
                  </a:lnTo>
                  <a:lnTo>
                    <a:pt x="283264" y="5879757"/>
                  </a:lnTo>
                  <a:lnTo>
                    <a:pt x="283372" y="5879757"/>
                  </a:lnTo>
                  <a:lnTo>
                    <a:pt x="283372" y="5879134"/>
                  </a:lnTo>
                  <a:lnTo>
                    <a:pt x="283481" y="5879134"/>
                  </a:lnTo>
                  <a:lnTo>
                    <a:pt x="283589" y="5879134"/>
                  </a:lnTo>
                  <a:lnTo>
                    <a:pt x="283589" y="5878510"/>
                  </a:lnTo>
                  <a:lnTo>
                    <a:pt x="283589" y="5877886"/>
                  </a:lnTo>
                  <a:lnTo>
                    <a:pt x="283589" y="5877263"/>
                  </a:lnTo>
                  <a:lnTo>
                    <a:pt x="283697" y="5877263"/>
                  </a:lnTo>
                  <a:lnTo>
                    <a:pt x="283806" y="5877263"/>
                  </a:lnTo>
                  <a:lnTo>
                    <a:pt x="283914" y="5877263"/>
                  </a:lnTo>
                  <a:lnTo>
                    <a:pt x="283914" y="5876639"/>
                  </a:lnTo>
                  <a:lnTo>
                    <a:pt x="283914" y="5876016"/>
                  </a:lnTo>
                  <a:lnTo>
                    <a:pt x="284023" y="5876016"/>
                  </a:lnTo>
                  <a:lnTo>
                    <a:pt x="284131" y="5876016"/>
                  </a:lnTo>
                  <a:lnTo>
                    <a:pt x="284131" y="5875392"/>
                  </a:lnTo>
                  <a:lnTo>
                    <a:pt x="284240" y="5875392"/>
                  </a:lnTo>
                  <a:lnTo>
                    <a:pt x="284348" y="5875392"/>
                  </a:lnTo>
                  <a:lnTo>
                    <a:pt x="284457" y="5875392"/>
                  </a:lnTo>
                  <a:lnTo>
                    <a:pt x="284565" y="5875392"/>
                  </a:lnTo>
                  <a:lnTo>
                    <a:pt x="284674" y="5875392"/>
                  </a:lnTo>
                  <a:lnTo>
                    <a:pt x="284782" y="5875392"/>
                  </a:lnTo>
                  <a:lnTo>
                    <a:pt x="284890" y="5875392"/>
                  </a:lnTo>
                  <a:lnTo>
                    <a:pt x="284890" y="5874769"/>
                  </a:lnTo>
                  <a:lnTo>
                    <a:pt x="284999" y="5874769"/>
                  </a:lnTo>
                  <a:lnTo>
                    <a:pt x="284999" y="5874145"/>
                  </a:lnTo>
                  <a:lnTo>
                    <a:pt x="285107" y="5874145"/>
                  </a:lnTo>
                  <a:lnTo>
                    <a:pt x="285216" y="5874145"/>
                  </a:lnTo>
                  <a:lnTo>
                    <a:pt x="285324" y="5874145"/>
                  </a:lnTo>
                  <a:lnTo>
                    <a:pt x="285433" y="5874145"/>
                  </a:lnTo>
                  <a:lnTo>
                    <a:pt x="285541" y="5874145"/>
                  </a:lnTo>
                  <a:lnTo>
                    <a:pt x="285650" y="5874145"/>
                  </a:lnTo>
                  <a:lnTo>
                    <a:pt x="285758" y="5874145"/>
                  </a:lnTo>
                  <a:lnTo>
                    <a:pt x="285758" y="5873521"/>
                  </a:lnTo>
                  <a:lnTo>
                    <a:pt x="285866" y="5873521"/>
                  </a:lnTo>
                  <a:lnTo>
                    <a:pt x="285975" y="5873521"/>
                  </a:lnTo>
                  <a:lnTo>
                    <a:pt x="286083" y="5873521"/>
                  </a:lnTo>
                  <a:lnTo>
                    <a:pt x="286083" y="5872898"/>
                  </a:lnTo>
                  <a:lnTo>
                    <a:pt x="286192" y="5872898"/>
                  </a:lnTo>
                  <a:lnTo>
                    <a:pt x="286192" y="5872274"/>
                  </a:lnTo>
                  <a:lnTo>
                    <a:pt x="286300" y="5872274"/>
                  </a:lnTo>
                  <a:lnTo>
                    <a:pt x="286409" y="5872274"/>
                  </a:lnTo>
                  <a:lnTo>
                    <a:pt x="286409" y="5871651"/>
                  </a:lnTo>
                  <a:lnTo>
                    <a:pt x="286517" y="5871651"/>
                  </a:lnTo>
                  <a:lnTo>
                    <a:pt x="286626" y="5871651"/>
                  </a:lnTo>
                  <a:lnTo>
                    <a:pt x="286734" y="5871651"/>
                  </a:lnTo>
                  <a:lnTo>
                    <a:pt x="286842" y="5871651"/>
                  </a:lnTo>
                  <a:lnTo>
                    <a:pt x="286842" y="5871027"/>
                  </a:lnTo>
                  <a:lnTo>
                    <a:pt x="286951" y="5871027"/>
                  </a:lnTo>
                  <a:lnTo>
                    <a:pt x="286951" y="5870403"/>
                  </a:lnTo>
                  <a:lnTo>
                    <a:pt x="286951" y="5869780"/>
                  </a:lnTo>
                  <a:lnTo>
                    <a:pt x="287059" y="5869780"/>
                  </a:lnTo>
                  <a:lnTo>
                    <a:pt x="287168" y="5869780"/>
                  </a:lnTo>
                  <a:lnTo>
                    <a:pt x="287276" y="5869780"/>
                  </a:lnTo>
                  <a:lnTo>
                    <a:pt x="287385" y="5869780"/>
                  </a:lnTo>
                  <a:lnTo>
                    <a:pt x="287493" y="5869780"/>
                  </a:lnTo>
                  <a:lnTo>
                    <a:pt x="287602" y="5869780"/>
                  </a:lnTo>
                  <a:lnTo>
                    <a:pt x="287710" y="5869780"/>
                  </a:lnTo>
                  <a:lnTo>
                    <a:pt x="287710" y="5869156"/>
                  </a:lnTo>
                  <a:lnTo>
                    <a:pt x="287818" y="5869156"/>
                  </a:lnTo>
                  <a:lnTo>
                    <a:pt x="287818" y="5868533"/>
                  </a:lnTo>
                  <a:lnTo>
                    <a:pt x="287927" y="5868533"/>
                  </a:lnTo>
                  <a:lnTo>
                    <a:pt x="288035" y="5868533"/>
                  </a:lnTo>
                  <a:lnTo>
                    <a:pt x="288144" y="5868533"/>
                  </a:lnTo>
                  <a:lnTo>
                    <a:pt x="288144" y="5867909"/>
                  </a:lnTo>
                  <a:lnTo>
                    <a:pt x="288252" y="5867909"/>
                  </a:lnTo>
                  <a:lnTo>
                    <a:pt x="288361" y="5867909"/>
                  </a:lnTo>
                  <a:lnTo>
                    <a:pt x="288361" y="5867286"/>
                  </a:lnTo>
                  <a:lnTo>
                    <a:pt x="288361" y="5866662"/>
                  </a:lnTo>
                  <a:lnTo>
                    <a:pt x="288469" y="5866662"/>
                  </a:lnTo>
                  <a:lnTo>
                    <a:pt x="288578" y="5866662"/>
                  </a:lnTo>
                  <a:lnTo>
                    <a:pt x="288686" y="5866662"/>
                  </a:lnTo>
                  <a:lnTo>
                    <a:pt x="288795" y="5866662"/>
                  </a:lnTo>
                  <a:lnTo>
                    <a:pt x="288903" y="5866662"/>
                  </a:lnTo>
                  <a:lnTo>
                    <a:pt x="288903" y="5866038"/>
                  </a:lnTo>
                  <a:lnTo>
                    <a:pt x="289011" y="5866038"/>
                  </a:lnTo>
                  <a:lnTo>
                    <a:pt x="289120" y="5866038"/>
                  </a:lnTo>
                  <a:lnTo>
                    <a:pt x="289228" y="5866038"/>
                  </a:lnTo>
                  <a:lnTo>
                    <a:pt x="289337" y="5866038"/>
                  </a:lnTo>
                  <a:lnTo>
                    <a:pt x="289445" y="5866038"/>
                  </a:lnTo>
                  <a:lnTo>
                    <a:pt x="289554" y="5866038"/>
                  </a:lnTo>
                  <a:lnTo>
                    <a:pt x="289662" y="5866038"/>
                  </a:lnTo>
                  <a:lnTo>
                    <a:pt x="289771" y="5866038"/>
                  </a:lnTo>
                  <a:lnTo>
                    <a:pt x="289879" y="5866038"/>
                  </a:lnTo>
                  <a:lnTo>
                    <a:pt x="289987" y="5866038"/>
                  </a:lnTo>
                  <a:lnTo>
                    <a:pt x="290096" y="5866038"/>
                  </a:lnTo>
                  <a:lnTo>
                    <a:pt x="290096" y="5865415"/>
                  </a:lnTo>
                  <a:lnTo>
                    <a:pt x="290096" y="5864791"/>
                  </a:lnTo>
                  <a:lnTo>
                    <a:pt x="290204" y="5864791"/>
                  </a:lnTo>
                  <a:lnTo>
                    <a:pt x="290313" y="5864791"/>
                  </a:lnTo>
                  <a:lnTo>
                    <a:pt x="290421" y="5864791"/>
                  </a:lnTo>
                  <a:lnTo>
                    <a:pt x="290530" y="5864791"/>
                  </a:lnTo>
                  <a:lnTo>
                    <a:pt x="290638" y="5864791"/>
                  </a:lnTo>
                  <a:lnTo>
                    <a:pt x="290747" y="5864791"/>
                  </a:lnTo>
                  <a:lnTo>
                    <a:pt x="290747" y="5864168"/>
                  </a:lnTo>
                  <a:lnTo>
                    <a:pt x="290855" y="5864168"/>
                  </a:lnTo>
                  <a:lnTo>
                    <a:pt x="290963" y="5864168"/>
                  </a:lnTo>
                  <a:lnTo>
                    <a:pt x="291072" y="5864168"/>
                  </a:lnTo>
                  <a:lnTo>
                    <a:pt x="291180" y="5864168"/>
                  </a:lnTo>
                  <a:lnTo>
                    <a:pt x="291289" y="5864168"/>
                  </a:lnTo>
                  <a:lnTo>
                    <a:pt x="291397" y="5864168"/>
                  </a:lnTo>
                  <a:lnTo>
                    <a:pt x="291397" y="5863544"/>
                  </a:lnTo>
                  <a:lnTo>
                    <a:pt x="291506" y="5863544"/>
                  </a:lnTo>
                  <a:lnTo>
                    <a:pt x="291614" y="5863544"/>
                  </a:lnTo>
                  <a:lnTo>
                    <a:pt x="291723" y="5863544"/>
                  </a:lnTo>
                  <a:lnTo>
                    <a:pt x="291831" y="5863544"/>
                  </a:lnTo>
                  <a:lnTo>
                    <a:pt x="291939" y="5863544"/>
                  </a:lnTo>
                  <a:lnTo>
                    <a:pt x="292048" y="5863544"/>
                  </a:lnTo>
                  <a:lnTo>
                    <a:pt x="292156" y="5863544"/>
                  </a:lnTo>
                  <a:lnTo>
                    <a:pt x="292265" y="5863544"/>
                  </a:lnTo>
                  <a:lnTo>
                    <a:pt x="292373" y="5863544"/>
                  </a:lnTo>
                  <a:lnTo>
                    <a:pt x="292482" y="5863544"/>
                  </a:lnTo>
                  <a:lnTo>
                    <a:pt x="292590" y="5863544"/>
                  </a:lnTo>
                  <a:lnTo>
                    <a:pt x="292590" y="5862920"/>
                  </a:lnTo>
                  <a:lnTo>
                    <a:pt x="292699" y="5862920"/>
                  </a:lnTo>
                  <a:lnTo>
                    <a:pt x="292807" y="5862920"/>
                  </a:lnTo>
                  <a:lnTo>
                    <a:pt x="292916" y="5862920"/>
                  </a:lnTo>
                  <a:lnTo>
                    <a:pt x="293024" y="5862920"/>
                  </a:lnTo>
                  <a:lnTo>
                    <a:pt x="293132" y="5862920"/>
                  </a:lnTo>
                  <a:lnTo>
                    <a:pt x="293241" y="5862920"/>
                  </a:lnTo>
                  <a:lnTo>
                    <a:pt x="293349" y="5862920"/>
                  </a:lnTo>
                  <a:lnTo>
                    <a:pt x="293349" y="5862297"/>
                  </a:lnTo>
                  <a:lnTo>
                    <a:pt x="293458" y="5862297"/>
                  </a:lnTo>
                  <a:lnTo>
                    <a:pt x="293566" y="5862297"/>
                  </a:lnTo>
                  <a:lnTo>
                    <a:pt x="293675" y="5862297"/>
                  </a:lnTo>
                  <a:lnTo>
                    <a:pt x="293675" y="5861673"/>
                  </a:lnTo>
                  <a:lnTo>
                    <a:pt x="293783" y="5861673"/>
                  </a:lnTo>
                  <a:lnTo>
                    <a:pt x="293892" y="5861673"/>
                  </a:lnTo>
                  <a:lnTo>
                    <a:pt x="294000" y="5861673"/>
                  </a:lnTo>
                  <a:lnTo>
                    <a:pt x="294108" y="5861673"/>
                  </a:lnTo>
                  <a:lnTo>
                    <a:pt x="294217" y="5861673"/>
                  </a:lnTo>
                  <a:lnTo>
                    <a:pt x="294217" y="5861050"/>
                  </a:lnTo>
                  <a:lnTo>
                    <a:pt x="294325" y="5861050"/>
                  </a:lnTo>
                  <a:lnTo>
                    <a:pt x="294434" y="5861050"/>
                  </a:lnTo>
                  <a:lnTo>
                    <a:pt x="294542" y="5861050"/>
                  </a:lnTo>
                  <a:lnTo>
                    <a:pt x="294542" y="5860426"/>
                  </a:lnTo>
                  <a:lnTo>
                    <a:pt x="294651" y="5860426"/>
                  </a:lnTo>
                  <a:lnTo>
                    <a:pt x="294759" y="5860426"/>
                  </a:lnTo>
                  <a:lnTo>
                    <a:pt x="294868" y="5860426"/>
                  </a:lnTo>
                  <a:lnTo>
                    <a:pt x="294976" y="5860426"/>
                  </a:lnTo>
                  <a:lnTo>
                    <a:pt x="295084" y="5860426"/>
                  </a:lnTo>
                  <a:lnTo>
                    <a:pt x="295084" y="5859803"/>
                  </a:lnTo>
                  <a:lnTo>
                    <a:pt x="295084" y="5859179"/>
                  </a:lnTo>
                  <a:lnTo>
                    <a:pt x="295193" y="5859179"/>
                  </a:lnTo>
                  <a:lnTo>
                    <a:pt x="295301" y="5859179"/>
                  </a:lnTo>
                  <a:lnTo>
                    <a:pt x="295410" y="5859179"/>
                  </a:lnTo>
                  <a:lnTo>
                    <a:pt x="295518" y="5859179"/>
                  </a:lnTo>
                  <a:lnTo>
                    <a:pt x="295627" y="5859179"/>
                  </a:lnTo>
                  <a:lnTo>
                    <a:pt x="295735" y="5859179"/>
                  </a:lnTo>
                  <a:lnTo>
                    <a:pt x="295735" y="5858555"/>
                  </a:lnTo>
                  <a:lnTo>
                    <a:pt x="295844" y="5858555"/>
                  </a:lnTo>
                  <a:lnTo>
                    <a:pt x="295844" y="5857932"/>
                  </a:lnTo>
                  <a:lnTo>
                    <a:pt x="295952" y="5857932"/>
                  </a:lnTo>
                  <a:lnTo>
                    <a:pt x="296060" y="5857932"/>
                  </a:lnTo>
                  <a:lnTo>
                    <a:pt x="296169" y="5857932"/>
                  </a:lnTo>
                  <a:lnTo>
                    <a:pt x="296169" y="5857308"/>
                  </a:lnTo>
                  <a:lnTo>
                    <a:pt x="296277" y="5857308"/>
                  </a:lnTo>
                  <a:lnTo>
                    <a:pt x="296386" y="5857308"/>
                  </a:lnTo>
                  <a:lnTo>
                    <a:pt x="296494" y="5857308"/>
                  </a:lnTo>
                  <a:lnTo>
                    <a:pt x="296603" y="5857308"/>
                  </a:lnTo>
                  <a:lnTo>
                    <a:pt x="296711" y="5857308"/>
                  </a:lnTo>
                  <a:lnTo>
                    <a:pt x="296820" y="5857308"/>
                  </a:lnTo>
                  <a:lnTo>
                    <a:pt x="296928" y="5857308"/>
                  </a:lnTo>
                  <a:lnTo>
                    <a:pt x="297037" y="5857308"/>
                  </a:lnTo>
                  <a:lnTo>
                    <a:pt x="297037" y="5856685"/>
                  </a:lnTo>
                  <a:lnTo>
                    <a:pt x="297145" y="5856685"/>
                  </a:lnTo>
                  <a:lnTo>
                    <a:pt x="297145" y="5856061"/>
                  </a:lnTo>
                  <a:lnTo>
                    <a:pt x="297253" y="5856061"/>
                  </a:lnTo>
                  <a:lnTo>
                    <a:pt x="297362" y="5856061"/>
                  </a:lnTo>
                  <a:lnTo>
                    <a:pt x="297470" y="5856061"/>
                  </a:lnTo>
                  <a:lnTo>
                    <a:pt x="297579" y="5856061"/>
                  </a:lnTo>
                  <a:lnTo>
                    <a:pt x="297687" y="5856061"/>
                  </a:lnTo>
                  <a:lnTo>
                    <a:pt x="297796" y="5856061"/>
                  </a:lnTo>
                  <a:lnTo>
                    <a:pt x="297904" y="5856061"/>
                  </a:lnTo>
                  <a:lnTo>
                    <a:pt x="297904" y="5855437"/>
                  </a:lnTo>
                  <a:lnTo>
                    <a:pt x="298013" y="5855437"/>
                  </a:lnTo>
                  <a:lnTo>
                    <a:pt x="298121" y="5855437"/>
                  </a:lnTo>
                  <a:lnTo>
                    <a:pt x="298229" y="5855437"/>
                  </a:lnTo>
                  <a:lnTo>
                    <a:pt x="298229" y="5854814"/>
                  </a:lnTo>
                  <a:lnTo>
                    <a:pt x="298338" y="5854814"/>
                  </a:lnTo>
                  <a:lnTo>
                    <a:pt x="298446" y="5854814"/>
                  </a:lnTo>
                  <a:lnTo>
                    <a:pt x="298446" y="5854190"/>
                  </a:lnTo>
                  <a:lnTo>
                    <a:pt x="298446" y="5853567"/>
                  </a:lnTo>
                  <a:lnTo>
                    <a:pt x="298555" y="5853567"/>
                  </a:lnTo>
                  <a:lnTo>
                    <a:pt x="298663" y="5853567"/>
                  </a:lnTo>
                  <a:lnTo>
                    <a:pt x="298663" y="5852943"/>
                  </a:lnTo>
                  <a:lnTo>
                    <a:pt x="298772" y="5852943"/>
                  </a:lnTo>
                  <a:lnTo>
                    <a:pt x="298880" y="5852943"/>
                  </a:lnTo>
                  <a:lnTo>
                    <a:pt x="298989" y="5852943"/>
                  </a:lnTo>
                  <a:lnTo>
                    <a:pt x="299097" y="5852943"/>
                  </a:lnTo>
                  <a:lnTo>
                    <a:pt x="299205" y="5852943"/>
                  </a:lnTo>
                  <a:lnTo>
                    <a:pt x="299205" y="5852320"/>
                  </a:lnTo>
                  <a:lnTo>
                    <a:pt x="299314" y="5852320"/>
                  </a:lnTo>
                  <a:lnTo>
                    <a:pt x="299422" y="5852320"/>
                  </a:lnTo>
                  <a:lnTo>
                    <a:pt x="299531" y="5852320"/>
                  </a:lnTo>
                  <a:lnTo>
                    <a:pt x="299639" y="5852320"/>
                  </a:lnTo>
                  <a:lnTo>
                    <a:pt x="299748" y="5852320"/>
                  </a:lnTo>
                  <a:lnTo>
                    <a:pt x="299856" y="5852320"/>
                  </a:lnTo>
                  <a:lnTo>
                    <a:pt x="299856" y="5851696"/>
                  </a:lnTo>
                  <a:lnTo>
                    <a:pt x="299965" y="5851696"/>
                  </a:lnTo>
                  <a:lnTo>
                    <a:pt x="300073" y="5851696"/>
                  </a:lnTo>
                  <a:lnTo>
                    <a:pt x="300181" y="5851696"/>
                  </a:lnTo>
                  <a:lnTo>
                    <a:pt x="300181" y="5851072"/>
                  </a:lnTo>
                  <a:lnTo>
                    <a:pt x="300290" y="5851072"/>
                  </a:lnTo>
                  <a:lnTo>
                    <a:pt x="300398" y="5851072"/>
                  </a:lnTo>
                  <a:lnTo>
                    <a:pt x="300507" y="5851072"/>
                  </a:lnTo>
                  <a:lnTo>
                    <a:pt x="300615" y="5851072"/>
                  </a:lnTo>
                  <a:lnTo>
                    <a:pt x="300615" y="5850449"/>
                  </a:lnTo>
                  <a:lnTo>
                    <a:pt x="300724" y="5850449"/>
                  </a:lnTo>
                  <a:lnTo>
                    <a:pt x="300832" y="5850449"/>
                  </a:lnTo>
                  <a:lnTo>
                    <a:pt x="300832" y="5849825"/>
                  </a:lnTo>
                  <a:lnTo>
                    <a:pt x="300941" y="5849825"/>
                  </a:lnTo>
                  <a:lnTo>
                    <a:pt x="301049" y="5849825"/>
                  </a:lnTo>
                  <a:lnTo>
                    <a:pt x="301049" y="5849202"/>
                  </a:lnTo>
                  <a:lnTo>
                    <a:pt x="301157" y="5849202"/>
                  </a:lnTo>
                  <a:lnTo>
                    <a:pt x="301266" y="5849202"/>
                  </a:lnTo>
                  <a:lnTo>
                    <a:pt x="301266" y="5848578"/>
                  </a:lnTo>
                  <a:lnTo>
                    <a:pt x="301374" y="5848578"/>
                  </a:lnTo>
                  <a:lnTo>
                    <a:pt x="301374" y="5847954"/>
                  </a:lnTo>
                  <a:lnTo>
                    <a:pt x="301483" y="5847954"/>
                  </a:lnTo>
                  <a:lnTo>
                    <a:pt x="301591" y="5847954"/>
                  </a:lnTo>
                  <a:lnTo>
                    <a:pt x="301700" y="5847954"/>
                  </a:lnTo>
                  <a:lnTo>
                    <a:pt x="301808" y="5847954"/>
                  </a:lnTo>
                  <a:lnTo>
                    <a:pt x="301917" y="5847954"/>
                  </a:lnTo>
                  <a:lnTo>
                    <a:pt x="302025" y="5847954"/>
                  </a:lnTo>
                  <a:lnTo>
                    <a:pt x="302134" y="5847954"/>
                  </a:lnTo>
                  <a:lnTo>
                    <a:pt x="302242" y="5847954"/>
                  </a:lnTo>
                  <a:lnTo>
                    <a:pt x="302242" y="5847331"/>
                  </a:lnTo>
                  <a:lnTo>
                    <a:pt x="302350" y="5847331"/>
                  </a:lnTo>
                  <a:lnTo>
                    <a:pt x="302350" y="5846707"/>
                  </a:lnTo>
                  <a:lnTo>
                    <a:pt x="302459" y="5846707"/>
                  </a:lnTo>
                  <a:lnTo>
                    <a:pt x="302567" y="5846707"/>
                  </a:lnTo>
                  <a:lnTo>
                    <a:pt x="302676" y="5846707"/>
                  </a:lnTo>
                  <a:lnTo>
                    <a:pt x="302784" y="5846707"/>
                  </a:lnTo>
                  <a:lnTo>
                    <a:pt x="302893" y="5846707"/>
                  </a:lnTo>
                  <a:lnTo>
                    <a:pt x="303001" y="5846707"/>
                  </a:lnTo>
                  <a:lnTo>
                    <a:pt x="303110" y="5846707"/>
                  </a:lnTo>
                  <a:lnTo>
                    <a:pt x="303218" y="5846707"/>
                  </a:lnTo>
                  <a:lnTo>
                    <a:pt x="303326" y="5846707"/>
                  </a:lnTo>
                  <a:lnTo>
                    <a:pt x="303435" y="5846707"/>
                  </a:lnTo>
                  <a:lnTo>
                    <a:pt x="303543" y="5846707"/>
                  </a:lnTo>
                  <a:lnTo>
                    <a:pt x="303652" y="5846707"/>
                  </a:lnTo>
                  <a:lnTo>
                    <a:pt x="303760" y="5846707"/>
                  </a:lnTo>
                  <a:lnTo>
                    <a:pt x="303869" y="5846707"/>
                  </a:lnTo>
                  <a:lnTo>
                    <a:pt x="303977" y="5846707"/>
                  </a:lnTo>
                  <a:lnTo>
                    <a:pt x="304086" y="5846707"/>
                  </a:lnTo>
                  <a:lnTo>
                    <a:pt x="304086" y="5846084"/>
                  </a:lnTo>
                  <a:lnTo>
                    <a:pt x="304194" y="5846084"/>
                  </a:lnTo>
                  <a:lnTo>
                    <a:pt x="304302" y="5846084"/>
                  </a:lnTo>
                  <a:lnTo>
                    <a:pt x="304411" y="5846084"/>
                  </a:lnTo>
                  <a:lnTo>
                    <a:pt x="304519" y="5846084"/>
                  </a:lnTo>
                  <a:lnTo>
                    <a:pt x="304628" y="5846084"/>
                  </a:lnTo>
                  <a:lnTo>
                    <a:pt x="304736" y="5846084"/>
                  </a:lnTo>
                  <a:lnTo>
                    <a:pt x="304845" y="5846084"/>
                  </a:lnTo>
                  <a:lnTo>
                    <a:pt x="304953" y="5846084"/>
                  </a:lnTo>
                  <a:lnTo>
                    <a:pt x="305062" y="5846084"/>
                  </a:lnTo>
                  <a:lnTo>
                    <a:pt x="305062" y="5845460"/>
                  </a:lnTo>
                  <a:lnTo>
                    <a:pt x="305170" y="5845460"/>
                  </a:lnTo>
                  <a:lnTo>
                    <a:pt x="305170" y="5844837"/>
                  </a:lnTo>
                  <a:lnTo>
                    <a:pt x="305278" y="5844837"/>
                  </a:lnTo>
                  <a:lnTo>
                    <a:pt x="305387" y="5844837"/>
                  </a:lnTo>
                  <a:lnTo>
                    <a:pt x="305495" y="5844837"/>
                  </a:lnTo>
                  <a:lnTo>
                    <a:pt x="305604" y="5844837"/>
                  </a:lnTo>
                  <a:lnTo>
                    <a:pt x="305712" y="5844837"/>
                  </a:lnTo>
                  <a:lnTo>
                    <a:pt x="305821" y="5844837"/>
                  </a:lnTo>
                  <a:lnTo>
                    <a:pt x="305929" y="5844837"/>
                  </a:lnTo>
                  <a:lnTo>
                    <a:pt x="305929" y="5844213"/>
                  </a:lnTo>
                  <a:lnTo>
                    <a:pt x="306038" y="5844213"/>
                  </a:lnTo>
                  <a:lnTo>
                    <a:pt x="306146" y="5844213"/>
                  </a:lnTo>
                  <a:lnTo>
                    <a:pt x="306255" y="5844213"/>
                  </a:lnTo>
                  <a:lnTo>
                    <a:pt x="306363" y="5844213"/>
                  </a:lnTo>
                  <a:lnTo>
                    <a:pt x="306363" y="5843589"/>
                  </a:lnTo>
                  <a:lnTo>
                    <a:pt x="306471" y="5843589"/>
                  </a:lnTo>
                  <a:lnTo>
                    <a:pt x="306580" y="5843589"/>
                  </a:lnTo>
                  <a:lnTo>
                    <a:pt x="306688" y="5843589"/>
                  </a:lnTo>
                  <a:lnTo>
                    <a:pt x="306797" y="5843589"/>
                  </a:lnTo>
                  <a:lnTo>
                    <a:pt x="306797" y="5842966"/>
                  </a:lnTo>
                  <a:lnTo>
                    <a:pt x="306905" y="5842966"/>
                  </a:lnTo>
                  <a:lnTo>
                    <a:pt x="306905" y="5842342"/>
                  </a:lnTo>
                  <a:lnTo>
                    <a:pt x="307014" y="5842342"/>
                  </a:lnTo>
                  <a:lnTo>
                    <a:pt x="307014" y="5841719"/>
                  </a:lnTo>
                  <a:lnTo>
                    <a:pt x="307122" y="5841719"/>
                  </a:lnTo>
                  <a:lnTo>
                    <a:pt x="307231" y="5841719"/>
                  </a:lnTo>
                  <a:lnTo>
                    <a:pt x="307339" y="5841719"/>
                  </a:lnTo>
                  <a:lnTo>
                    <a:pt x="307447" y="5841719"/>
                  </a:lnTo>
                  <a:lnTo>
                    <a:pt x="307556" y="5841719"/>
                  </a:lnTo>
                  <a:lnTo>
                    <a:pt x="307664" y="5841719"/>
                  </a:lnTo>
                  <a:lnTo>
                    <a:pt x="307773" y="5841719"/>
                  </a:lnTo>
                  <a:lnTo>
                    <a:pt x="307881" y="5841719"/>
                  </a:lnTo>
                  <a:lnTo>
                    <a:pt x="307990" y="5841719"/>
                  </a:lnTo>
                  <a:lnTo>
                    <a:pt x="308098" y="5841719"/>
                  </a:lnTo>
                  <a:lnTo>
                    <a:pt x="308207" y="5841719"/>
                  </a:lnTo>
                  <a:lnTo>
                    <a:pt x="308315" y="5841719"/>
                  </a:lnTo>
                  <a:lnTo>
                    <a:pt x="308315" y="5841095"/>
                  </a:lnTo>
                  <a:lnTo>
                    <a:pt x="308423" y="5841095"/>
                  </a:lnTo>
                  <a:lnTo>
                    <a:pt x="308532" y="5841095"/>
                  </a:lnTo>
                  <a:lnTo>
                    <a:pt x="308640" y="5841095"/>
                  </a:lnTo>
                  <a:lnTo>
                    <a:pt x="308749" y="5841095"/>
                  </a:lnTo>
                  <a:lnTo>
                    <a:pt x="308749" y="5840472"/>
                  </a:lnTo>
                  <a:lnTo>
                    <a:pt x="308857" y="5840472"/>
                  </a:lnTo>
                  <a:lnTo>
                    <a:pt x="308966" y="5840472"/>
                  </a:lnTo>
                  <a:lnTo>
                    <a:pt x="309074" y="5840472"/>
                  </a:lnTo>
                  <a:lnTo>
                    <a:pt x="309183" y="5840472"/>
                  </a:lnTo>
                  <a:lnTo>
                    <a:pt x="309291" y="5840472"/>
                  </a:lnTo>
                  <a:lnTo>
                    <a:pt x="309399" y="5840472"/>
                  </a:lnTo>
                  <a:lnTo>
                    <a:pt x="309508" y="5840472"/>
                  </a:lnTo>
                  <a:lnTo>
                    <a:pt x="309508" y="5839848"/>
                  </a:lnTo>
                  <a:lnTo>
                    <a:pt x="309508" y="5839224"/>
                  </a:lnTo>
                  <a:lnTo>
                    <a:pt x="309616" y="5839224"/>
                  </a:lnTo>
                  <a:lnTo>
                    <a:pt x="309725" y="5839224"/>
                  </a:lnTo>
                  <a:lnTo>
                    <a:pt x="309833" y="5839224"/>
                  </a:lnTo>
                  <a:lnTo>
                    <a:pt x="309942" y="5839224"/>
                  </a:lnTo>
                  <a:lnTo>
                    <a:pt x="310050" y="5839224"/>
                  </a:lnTo>
                  <a:lnTo>
                    <a:pt x="310159" y="5839224"/>
                  </a:lnTo>
                  <a:lnTo>
                    <a:pt x="310267" y="5839224"/>
                  </a:lnTo>
                  <a:lnTo>
                    <a:pt x="310267" y="5838601"/>
                  </a:lnTo>
                  <a:lnTo>
                    <a:pt x="310376" y="5838601"/>
                  </a:lnTo>
                  <a:lnTo>
                    <a:pt x="310376" y="5837977"/>
                  </a:lnTo>
                  <a:lnTo>
                    <a:pt x="310484" y="5837977"/>
                  </a:lnTo>
                  <a:lnTo>
                    <a:pt x="310484" y="5837354"/>
                  </a:lnTo>
                  <a:lnTo>
                    <a:pt x="310592" y="5837354"/>
                  </a:lnTo>
                  <a:lnTo>
                    <a:pt x="310701" y="5837354"/>
                  </a:lnTo>
                  <a:lnTo>
                    <a:pt x="310809" y="5837354"/>
                  </a:lnTo>
                  <a:lnTo>
                    <a:pt x="310809" y="5836730"/>
                  </a:lnTo>
                  <a:lnTo>
                    <a:pt x="310918" y="5836730"/>
                  </a:lnTo>
                  <a:lnTo>
                    <a:pt x="311026" y="5836730"/>
                  </a:lnTo>
                  <a:lnTo>
                    <a:pt x="311135" y="5836730"/>
                  </a:lnTo>
                  <a:lnTo>
                    <a:pt x="311243" y="5836730"/>
                  </a:lnTo>
                  <a:lnTo>
                    <a:pt x="311352" y="5836730"/>
                  </a:lnTo>
                  <a:lnTo>
                    <a:pt x="311352" y="5836106"/>
                  </a:lnTo>
                  <a:lnTo>
                    <a:pt x="311460" y="5836106"/>
                  </a:lnTo>
                  <a:lnTo>
                    <a:pt x="311568" y="5836106"/>
                  </a:lnTo>
                  <a:lnTo>
                    <a:pt x="311677" y="5836106"/>
                  </a:lnTo>
                  <a:lnTo>
                    <a:pt x="311677" y="5835483"/>
                  </a:lnTo>
                  <a:lnTo>
                    <a:pt x="311785" y="5835483"/>
                  </a:lnTo>
                  <a:lnTo>
                    <a:pt x="311894" y="5835483"/>
                  </a:lnTo>
                  <a:lnTo>
                    <a:pt x="311894" y="5834859"/>
                  </a:lnTo>
                  <a:lnTo>
                    <a:pt x="312002" y="5834859"/>
                  </a:lnTo>
                  <a:lnTo>
                    <a:pt x="312111" y="5834859"/>
                  </a:lnTo>
                  <a:lnTo>
                    <a:pt x="312219" y="5834859"/>
                  </a:lnTo>
                  <a:lnTo>
                    <a:pt x="312328" y="5834859"/>
                  </a:lnTo>
                  <a:lnTo>
                    <a:pt x="312436" y="5834859"/>
                  </a:lnTo>
                  <a:lnTo>
                    <a:pt x="312544" y="5834859"/>
                  </a:lnTo>
                  <a:lnTo>
                    <a:pt x="312653" y="5834859"/>
                  </a:lnTo>
                  <a:lnTo>
                    <a:pt x="312761" y="5834859"/>
                  </a:lnTo>
                  <a:lnTo>
                    <a:pt x="312870" y="5834859"/>
                  </a:lnTo>
                  <a:lnTo>
                    <a:pt x="312870" y="5834236"/>
                  </a:lnTo>
                  <a:lnTo>
                    <a:pt x="312978" y="5834236"/>
                  </a:lnTo>
                  <a:lnTo>
                    <a:pt x="313087" y="5834236"/>
                  </a:lnTo>
                  <a:lnTo>
                    <a:pt x="313195" y="5834236"/>
                  </a:lnTo>
                  <a:lnTo>
                    <a:pt x="313304" y="5834236"/>
                  </a:lnTo>
                  <a:lnTo>
                    <a:pt x="313412" y="5834236"/>
                  </a:lnTo>
                  <a:lnTo>
                    <a:pt x="313520" y="5834236"/>
                  </a:lnTo>
                  <a:lnTo>
                    <a:pt x="313520" y="5833612"/>
                  </a:lnTo>
                  <a:lnTo>
                    <a:pt x="313629" y="5833612"/>
                  </a:lnTo>
                  <a:lnTo>
                    <a:pt x="313737" y="5833612"/>
                  </a:lnTo>
                  <a:lnTo>
                    <a:pt x="313846" y="5833612"/>
                  </a:lnTo>
                  <a:lnTo>
                    <a:pt x="313954" y="5833612"/>
                  </a:lnTo>
                  <a:lnTo>
                    <a:pt x="314063" y="5833612"/>
                  </a:lnTo>
                  <a:lnTo>
                    <a:pt x="314063" y="5832989"/>
                  </a:lnTo>
                  <a:lnTo>
                    <a:pt x="314171" y="5832989"/>
                  </a:lnTo>
                  <a:lnTo>
                    <a:pt x="314171" y="5832365"/>
                  </a:lnTo>
                  <a:lnTo>
                    <a:pt x="314280" y="5832365"/>
                  </a:lnTo>
                  <a:lnTo>
                    <a:pt x="314388" y="5832365"/>
                  </a:lnTo>
                  <a:lnTo>
                    <a:pt x="314497" y="5832365"/>
                  </a:lnTo>
                  <a:lnTo>
                    <a:pt x="314605" y="5832365"/>
                  </a:lnTo>
                  <a:lnTo>
                    <a:pt x="314605" y="5831741"/>
                  </a:lnTo>
                  <a:lnTo>
                    <a:pt x="314713" y="5831741"/>
                  </a:lnTo>
                  <a:lnTo>
                    <a:pt x="314822" y="5831741"/>
                  </a:lnTo>
                  <a:lnTo>
                    <a:pt x="314930" y="5831741"/>
                  </a:lnTo>
                  <a:lnTo>
                    <a:pt x="314930" y="5831118"/>
                  </a:lnTo>
                  <a:lnTo>
                    <a:pt x="315039" y="5831118"/>
                  </a:lnTo>
                  <a:lnTo>
                    <a:pt x="315147" y="5831118"/>
                  </a:lnTo>
                  <a:lnTo>
                    <a:pt x="315256" y="5831118"/>
                  </a:lnTo>
                  <a:lnTo>
                    <a:pt x="315364" y="5831118"/>
                  </a:lnTo>
                  <a:lnTo>
                    <a:pt x="315473" y="5831118"/>
                  </a:lnTo>
                  <a:lnTo>
                    <a:pt x="315473" y="5830494"/>
                  </a:lnTo>
                  <a:lnTo>
                    <a:pt x="315581" y="5830494"/>
                  </a:lnTo>
                  <a:lnTo>
                    <a:pt x="315689" y="5830494"/>
                  </a:lnTo>
                  <a:lnTo>
                    <a:pt x="315798" y="5830494"/>
                  </a:lnTo>
                  <a:lnTo>
                    <a:pt x="315798" y="5829871"/>
                  </a:lnTo>
                  <a:lnTo>
                    <a:pt x="315798" y="5829247"/>
                  </a:lnTo>
                  <a:lnTo>
                    <a:pt x="315906" y="5829247"/>
                  </a:lnTo>
                  <a:lnTo>
                    <a:pt x="316015" y="5829247"/>
                  </a:lnTo>
                  <a:lnTo>
                    <a:pt x="316123" y="5829247"/>
                  </a:lnTo>
                  <a:lnTo>
                    <a:pt x="316232" y="5829247"/>
                  </a:lnTo>
                  <a:lnTo>
                    <a:pt x="316232" y="5828623"/>
                  </a:lnTo>
                  <a:lnTo>
                    <a:pt x="316340" y="5828623"/>
                  </a:lnTo>
                  <a:lnTo>
                    <a:pt x="316449" y="5828623"/>
                  </a:lnTo>
                  <a:lnTo>
                    <a:pt x="316557" y="5828623"/>
                  </a:lnTo>
                  <a:lnTo>
                    <a:pt x="316665" y="5828623"/>
                  </a:lnTo>
                  <a:lnTo>
                    <a:pt x="316665" y="5828000"/>
                  </a:lnTo>
                  <a:lnTo>
                    <a:pt x="316774" y="5828000"/>
                  </a:lnTo>
                  <a:lnTo>
                    <a:pt x="316882" y="5828000"/>
                  </a:lnTo>
                  <a:lnTo>
                    <a:pt x="316991" y="5828000"/>
                  </a:lnTo>
                  <a:lnTo>
                    <a:pt x="317099" y="5828000"/>
                  </a:lnTo>
                  <a:lnTo>
                    <a:pt x="317208" y="5828000"/>
                  </a:lnTo>
                  <a:lnTo>
                    <a:pt x="317316" y="5828000"/>
                  </a:lnTo>
                  <a:lnTo>
                    <a:pt x="317425" y="5828000"/>
                  </a:lnTo>
                  <a:lnTo>
                    <a:pt x="317533" y="5828000"/>
                  </a:lnTo>
                  <a:lnTo>
                    <a:pt x="317641" y="5828000"/>
                  </a:lnTo>
                  <a:lnTo>
                    <a:pt x="317750" y="5828000"/>
                  </a:lnTo>
                  <a:lnTo>
                    <a:pt x="317858" y="5828000"/>
                  </a:lnTo>
                  <a:lnTo>
                    <a:pt x="317967" y="5828000"/>
                  </a:lnTo>
                  <a:lnTo>
                    <a:pt x="318075" y="5828000"/>
                  </a:lnTo>
                  <a:lnTo>
                    <a:pt x="318184" y="5828000"/>
                  </a:lnTo>
                  <a:lnTo>
                    <a:pt x="318292" y="5828000"/>
                  </a:lnTo>
                  <a:lnTo>
                    <a:pt x="318401" y="5828000"/>
                  </a:lnTo>
                  <a:lnTo>
                    <a:pt x="318509" y="5828000"/>
                  </a:lnTo>
                  <a:lnTo>
                    <a:pt x="318618" y="5828000"/>
                  </a:lnTo>
                  <a:lnTo>
                    <a:pt x="318726" y="5828000"/>
                  </a:lnTo>
                  <a:lnTo>
                    <a:pt x="318834" y="5828000"/>
                  </a:lnTo>
                  <a:lnTo>
                    <a:pt x="318943" y="5828000"/>
                  </a:lnTo>
                  <a:lnTo>
                    <a:pt x="319051" y="5828000"/>
                  </a:lnTo>
                  <a:lnTo>
                    <a:pt x="319051" y="5827376"/>
                  </a:lnTo>
                  <a:lnTo>
                    <a:pt x="319160" y="5827376"/>
                  </a:lnTo>
                  <a:lnTo>
                    <a:pt x="319268" y="5827376"/>
                  </a:lnTo>
                  <a:lnTo>
                    <a:pt x="319377" y="5827376"/>
                  </a:lnTo>
                  <a:lnTo>
                    <a:pt x="319485" y="5827376"/>
                  </a:lnTo>
                  <a:lnTo>
                    <a:pt x="319594" y="5827376"/>
                  </a:lnTo>
                  <a:lnTo>
                    <a:pt x="319702" y="5827376"/>
                  </a:lnTo>
                  <a:lnTo>
                    <a:pt x="319702" y="5826753"/>
                  </a:lnTo>
                  <a:lnTo>
                    <a:pt x="319810" y="5826753"/>
                  </a:lnTo>
                  <a:lnTo>
                    <a:pt x="319919" y="5826753"/>
                  </a:lnTo>
                  <a:lnTo>
                    <a:pt x="320027" y="5826753"/>
                  </a:lnTo>
                  <a:lnTo>
                    <a:pt x="320136" y="5826753"/>
                  </a:lnTo>
                  <a:lnTo>
                    <a:pt x="320244" y="5826753"/>
                  </a:lnTo>
                  <a:lnTo>
                    <a:pt x="320244" y="5826129"/>
                  </a:lnTo>
                  <a:lnTo>
                    <a:pt x="320353" y="5826129"/>
                  </a:lnTo>
                  <a:lnTo>
                    <a:pt x="320461" y="5826129"/>
                  </a:lnTo>
                  <a:lnTo>
                    <a:pt x="320570" y="5826129"/>
                  </a:lnTo>
                  <a:lnTo>
                    <a:pt x="320678" y="5826129"/>
                  </a:lnTo>
                  <a:lnTo>
                    <a:pt x="320678" y="5825506"/>
                  </a:lnTo>
                  <a:lnTo>
                    <a:pt x="320786" y="5825506"/>
                  </a:lnTo>
                  <a:lnTo>
                    <a:pt x="320895" y="5825506"/>
                  </a:lnTo>
                  <a:lnTo>
                    <a:pt x="321003" y="5825506"/>
                  </a:lnTo>
                  <a:lnTo>
                    <a:pt x="321003" y="5824882"/>
                  </a:lnTo>
                  <a:lnTo>
                    <a:pt x="321112" y="5824882"/>
                  </a:lnTo>
                  <a:lnTo>
                    <a:pt x="321220" y="5824882"/>
                  </a:lnTo>
                  <a:lnTo>
                    <a:pt x="321329" y="5824882"/>
                  </a:lnTo>
                  <a:lnTo>
                    <a:pt x="321437" y="5824882"/>
                  </a:lnTo>
                  <a:lnTo>
                    <a:pt x="321546" y="5824882"/>
                  </a:lnTo>
                  <a:lnTo>
                    <a:pt x="321654" y="5824882"/>
                  </a:lnTo>
                  <a:lnTo>
                    <a:pt x="321654" y="5824258"/>
                  </a:lnTo>
                  <a:lnTo>
                    <a:pt x="321762" y="5824258"/>
                  </a:lnTo>
                  <a:lnTo>
                    <a:pt x="321871" y="5824258"/>
                  </a:lnTo>
                  <a:lnTo>
                    <a:pt x="321979" y="5824258"/>
                  </a:lnTo>
                  <a:lnTo>
                    <a:pt x="322088" y="5824258"/>
                  </a:lnTo>
                  <a:lnTo>
                    <a:pt x="322088" y="5823635"/>
                  </a:lnTo>
                  <a:lnTo>
                    <a:pt x="322196" y="5823635"/>
                  </a:lnTo>
                  <a:lnTo>
                    <a:pt x="322305" y="5823635"/>
                  </a:lnTo>
                  <a:lnTo>
                    <a:pt x="322413" y="5823635"/>
                  </a:lnTo>
                  <a:lnTo>
                    <a:pt x="322413" y="5823011"/>
                  </a:lnTo>
                  <a:lnTo>
                    <a:pt x="322522" y="5823011"/>
                  </a:lnTo>
                  <a:lnTo>
                    <a:pt x="322630" y="5823011"/>
                  </a:lnTo>
                  <a:lnTo>
                    <a:pt x="322738" y="5823011"/>
                  </a:lnTo>
                  <a:lnTo>
                    <a:pt x="322847" y="5823011"/>
                  </a:lnTo>
                  <a:lnTo>
                    <a:pt x="322955" y="5823011"/>
                  </a:lnTo>
                  <a:lnTo>
                    <a:pt x="323064" y="5823011"/>
                  </a:lnTo>
                  <a:lnTo>
                    <a:pt x="323064" y="5822388"/>
                  </a:lnTo>
                  <a:lnTo>
                    <a:pt x="323172" y="5822388"/>
                  </a:lnTo>
                  <a:lnTo>
                    <a:pt x="323281" y="5822388"/>
                  </a:lnTo>
                  <a:lnTo>
                    <a:pt x="323281" y="5821764"/>
                  </a:lnTo>
                  <a:lnTo>
                    <a:pt x="323389" y="5821764"/>
                  </a:lnTo>
                  <a:lnTo>
                    <a:pt x="323498" y="5821764"/>
                  </a:lnTo>
                  <a:lnTo>
                    <a:pt x="323606" y="5821764"/>
                  </a:lnTo>
                  <a:lnTo>
                    <a:pt x="323715" y="5821764"/>
                  </a:lnTo>
                  <a:lnTo>
                    <a:pt x="323715" y="5821140"/>
                  </a:lnTo>
                  <a:lnTo>
                    <a:pt x="323823" y="5821140"/>
                  </a:lnTo>
                  <a:lnTo>
                    <a:pt x="323931" y="5821140"/>
                  </a:lnTo>
                  <a:lnTo>
                    <a:pt x="324040" y="5821140"/>
                  </a:lnTo>
                  <a:lnTo>
                    <a:pt x="324148" y="5821140"/>
                  </a:lnTo>
                  <a:lnTo>
                    <a:pt x="324257" y="5821140"/>
                  </a:lnTo>
                  <a:lnTo>
                    <a:pt x="324257" y="5820517"/>
                  </a:lnTo>
                  <a:lnTo>
                    <a:pt x="324365" y="5820517"/>
                  </a:lnTo>
                  <a:lnTo>
                    <a:pt x="324474" y="5820517"/>
                  </a:lnTo>
                  <a:lnTo>
                    <a:pt x="324582" y="5820517"/>
                  </a:lnTo>
                  <a:lnTo>
                    <a:pt x="324582" y="5819893"/>
                  </a:lnTo>
                  <a:lnTo>
                    <a:pt x="324691" y="5819893"/>
                  </a:lnTo>
                  <a:lnTo>
                    <a:pt x="324799" y="5819893"/>
                  </a:lnTo>
                  <a:lnTo>
                    <a:pt x="324907" y="5819893"/>
                  </a:lnTo>
                  <a:lnTo>
                    <a:pt x="325016" y="5819893"/>
                  </a:lnTo>
                  <a:lnTo>
                    <a:pt x="325016" y="5819270"/>
                  </a:lnTo>
                  <a:lnTo>
                    <a:pt x="325124" y="5819270"/>
                  </a:lnTo>
                  <a:lnTo>
                    <a:pt x="325233" y="5819270"/>
                  </a:lnTo>
                  <a:lnTo>
                    <a:pt x="325341" y="5819270"/>
                  </a:lnTo>
                  <a:lnTo>
                    <a:pt x="325341" y="5818646"/>
                  </a:lnTo>
                  <a:lnTo>
                    <a:pt x="325450" y="5818646"/>
                  </a:lnTo>
                  <a:lnTo>
                    <a:pt x="325558" y="5818646"/>
                  </a:lnTo>
                  <a:lnTo>
                    <a:pt x="325667" y="5818646"/>
                  </a:lnTo>
                  <a:lnTo>
                    <a:pt x="325667" y="5818023"/>
                  </a:lnTo>
                  <a:lnTo>
                    <a:pt x="325775" y="5818023"/>
                  </a:lnTo>
                  <a:lnTo>
                    <a:pt x="325775" y="5817399"/>
                  </a:lnTo>
                  <a:lnTo>
                    <a:pt x="325883" y="5817399"/>
                  </a:lnTo>
                  <a:lnTo>
                    <a:pt x="325992" y="5817399"/>
                  </a:lnTo>
                  <a:lnTo>
                    <a:pt x="325992" y="5816775"/>
                  </a:lnTo>
                  <a:lnTo>
                    <a:pt x="326100" y="5816775"/>
                  </a:lnTo>
                  <a:lnTo>
                    <a:pt x="326209" y="5816775"/>
                  </a:lnTo>
                  <a:lnTo>
                    <a:pt x="326317" y="5816775"/>
                  </a:lnTo>
                  <a:lnTo>
                    <a:pt x="326317" y="5816152"/>
                  </a:lnTo>
                  <a:lnTo>
                    <a:pt x="326426" y="5816152"/>
                  </a:lnTo>
                  <a:lnTo>
                    <a:pt x="326534" y="5816152"/>
                  </a:lnTo>
                  <a:lnTo>
                    <a:pt x="326534" y="5815528"/>
                  </a:lnTo>
                  <a:lnTo>
                    <a:pt x="326643" y="5815528"/>
                  </a:lnTo>
                  <a:lnTo>
                    <a:pt x="326751" y="5815528"/>
                  </a:lnTo>
                  <a:lnTo>
                    <a:pt x="326751" y="5814905"/>
                  </a:lnTo>
                  <a:lnTo>
                    <a:pt x="326859" y="5814905"/>
                  </a:lnTo>
                  <a:lnTo>
                    <a:pt x="326968" y="5814905"/>
                  </a:lnTo>
                  <a:lnTo>
                    <a:pt x="327076" y="5814905"/>
                  </a:lnTo>
                  <a:lnTo>
                    <a:pt x="327185" y="5814905"/>
                  </a:lnTo>
                  <a:lnTo>
                    <a:pt x="327293" y="5814905"/>
                  </a:lnTo>
                  <a:lnTo>
                    <a:pt x="327293" y="5814281"/>
                  </a:lnTo>
                  <a:lnTo>
                    <a:pt x="327402" y="5814281"/>
                  </a:lnTo>
                  <a:lnTo>
                    <a:pt x="327402" y="5813657"/>
                  </a:lnTo>
                  <a:lnTo>
                    <a:pt x="327402" y="5813034"/>
                  </a:lnTo>
                  <a:lnTo>
                    <a:pt x="327510" y="5813034"/>
                  </a:lnTo>
                  <a:lnTo>
                    <a:pt x="327619" y="5813034"/>
                  </a:lnTo>
                  <a:lnTo>
                    <a:pt x="327727" y="5813034"/>
                  </a:lnTo>
                  <a:lnTo>
                    <a:pt x="327836" y="5813034"/>
                  </a:lnTo>
                  <a:lnTo>
                    <a:pt x="327836" y="5812410"/>
                  </a:lnTo>
                  <a:lnTo>
                    <a:pt x="327944" y="5812410"/>
                  </a:lnTo>
                  <a:lnTo>
                    <a:pt x="327944" y="5811787"/>
                  </a:lnTo>
                  <a:lnTo>
                    <a:pt x="327944" y="5811163"/>
                  </a:lnTo>
                  <a:lnTo>
                    <a:pt x="328052" y="5811163"/>
                  </a:lnTo>
                  <a:lnTo>
                    <a:pt x="328161" y="5811163"/>
                  </a:lnTo>
                  <a:lnTo>
                    <a:pt x="328161" y="5810540"/>
                  </a:lnTo>
                  <a:lnTo>
                    <a:pt x="328269" y="5810540"/>
                  </a:lnTo>
                  <a:lnTo>
                    <a:pt x="328378" y="5810540"/>
                  </a:lnTo>
                  <a:lnTo>
                    <a:pt x="328378" y="5809916"/>
                  </a:lnTo>
                  <a:lnTo>
                    <a:pt x="328486" y="5809916"/>
                  </a:lnTo>
                  <a:lnTo>
                    <a:pt x="328595" y="5809916"/>
                  </a:lnTo>
                  <a:lnTo>
                    <a:pt x="328703" y="5809916"/>
                  </a:lnTo>
                  <a:lnTo>
                    <a:pt x="328812" y="5809916"/>
                  </a:lnTo>
                  <a:lnTo>
                    <a:pt x="328920" y="5809916"/>
                  </a:lnTo>
                  <a:lnTo>
                    <a:pt x="329028" y="5809916"/>
                  </a:lnTo>
                  <a:lnTo>
                    <a:pt x="329028" y="5809292"/>
                  </a:lnTo>
                  <a:lnTo>
                    <a:pt x="329137" y="5809292"/>
                  </a:lnTo>
                  <a:lnTo>
                    <a:pt x="329245" y="5809292"/>
                  </a:lnTo>
                  <a:lnTo>
                    <a:pt x="329354" y="5809292"/>
                  </a:lnTo>
                  <a:lnTo>
                    <a:pt x="329462" y="5809292"/>
                  </a:lnTo>
                  <a:lnTo>
                    <a:pt x="329462" y="5808669"/>
                  </a:lnTo>
                  <a:lnTo>
                    <a:pt x="329462" y="5808045"/>
                  </a:lnTo>
                  <a:lnTo>
                    <a:pt x="329571" y="5808045"/>
                  </a:lnTo>
                  <a:lnTo>
                    <a:pt x="329679" y="5808045"/>
                  </a:lnTo>
                  <a:lnTo>
                    <a:pt x="329788" y="5808045"/>
                  </a:lnTo>
                  <a:lnTo>
                    <a:pt x="329896" y="5808045"/>
                  </a:lnTo>
                  <a:lnTo>
                    <a:pt x="330004" y="5808045"/>
                  </a:lnTo>
                  <a:lnTo>
                    <a:pt x="330113" y="5808045"/>
                  </a:lnTo>
                  <a:lnTo>
                    <a:pt x="330221" y="5808045"/>
                  </a:lnTo>
                  <a:lnTo>
                    <a:pt x="330221" y="5807422"/>
                  </a:lnTo>
                  <a:lnTo>
                    <a:pt x="330330" y="5807422"/>
                  </a:lnTo>
                  <a:lnTo>
                    <a:pt x="330438" y="5807422"/>
                  </a:lnTo>
                  <a:lnTo>
                    <a:pt x="330547" y="5807422"/>
                  </a:lnTo>
                  <a:lnTo>
                    <a:pt x="330655" y="5807422"/>
                  </a:lnTo>
                  <a:lnTo>
                    <a:pt x="330764" y="5807422"/>
                  </a:lnTo>
                  <a:lnTo>
                    <a:pt x="330764" y="5806798"/>
                  </a:lnTo>
                  <a:lnTo>
                    <a:pt x="330764" y="5806174"/>
                  </a:lnTo>
                  <a:lnTo>
                    <a:pt x="330872" y="5806174"/>
                  </a:lnTo>
                  <a:lnTo>
                    <a:pt x="330980" y="5806174"/>
                  </a:lnTo>
                  <a:lnTo>
                    <a:pt x="331089" y="5806174"/>
                  </a:lnTo>
                  <a:lnTo>
                    <a:pt x="331089" y="5805551"/>
                  </a:lnTo>
                  <a:lnTo>
                    <a:pt x="331197" y="5805551"/>
                  </a:lnTo>
                  <a:lnTo>
                    <a:pt x="331197" y="5804927"/>
                  </a:lnTo>
                  <a:lnTo>
                    <a:pt x="331197" y="5804304"/>
                  </a:lnTo>
                  <a:lnTo>
                    <a:pt x="331306" y="5804304"/>
                  </a:lnTo>
                  <a:lnTo>
                    <a:pt x="331414" y="5804304"/>
                  </a:lnTo>
                  <a:lnTo>
                    <a:pt x="331523" y="5804304"/>
                  </a:lnTo>
                  <a:lnTo>
                    <a:pt x="331631" y="5804304"/>
                  </a:lnTo>
                  <a:lnTo>
                    <a:pt x="331740" y="5804304"/>
                  </a:lnTo>
                  <a:lnTo>
                    <a:pt x="331848" y="5804304"/>
                  </a:lnTo>
                  <a:lnTo>
                    <a:pt x="331957" y="5804304"/>
                  </a:lnTo>
                  <a:lnTo>
                    <a:pt x="331957" y="5803680"/>
                  </a:lnTo>
                  <a:lnTo>
                    <a:pt x="332065" y="5803680"/>
                  </a:lnTo>
                  <a:lnTo>
                    <a:pt x="332173" y="5803680"/>
                  </a:lnTo>
                  <a:lnTo>
                    <a:pt x="332173" y="5803057"/>
                  </a:lnTo>
                  <a:lnTo>
                    <a:pt x="332173" y="5802433"/>
                  </a:lnTo>
                  <a:lnTo>
                    <a:pt x="332282" y="5802433"/>
                  </a:lnTo>
                  <a:lnTo>
                    <a:pt x="332390" y="5802433"/>
                  </a:lnTo>
                  <a:lnTo>
                    <a:pt x="332499" y="5802433"/>
                  </a:lnTo>
                  <a:lnTo>
                    <a:pt x="332607" y="5802433"/>
                  </a:lnTo>
                  <a:lnTo>
                    <a:pt x="332607" y="5801809"/>
                  </a:lnTo>
                  <a:lnTo>
                    <a:pt x="332716" y="5801809"/>
                  </a:lnTo>
                  <a:lnTo>
                    <a:pt x="332824" y="5801809"/>
                  </a:lnTo>
                  <a:lnTo>
                    <a:pt x="332933" y="5801809"/>
                  </a:lnTo>
                  <a:lnTo>
                    <a:pt x="333041" y="5801809"/>
                  </a:lnTo>
                  <a:lnTo>
                    <a:pt x="333149" y="5801809"/>
                  </a:lnTo>
                  <a:lnTo>
                    <a:pt x="333258" y="5801809"/>
                  </a:lnTo>
                  <a:lnTo>
                    <a:pt x="333258" y="5801186"/>
                  </a:lnTo>
                  <a:lnTo>
                    <a:pt x="333366" y="5801186"/>
                  </a:lnTo>
                  <a:lnTo>
                    <a:pt x="333366" y="5800562"/>
                  </a:lnTo>
                  <a:lnTo>
                    <a:pt x="333475" y="5800562"/>
                  </a:lnTo>
                  <a:lnTo>
                    <a:pt x="333475" y="5799939"/>
                  </a:lnTo>
                  <a:lnTo>
                    <a:pt x="333583" y="5799939"/>
                  </a:lnTo>
                  <a:lnTo>
                    <a:pt x="333692" y="5799939"/>
                  </a:lnTo>
                  <a:lnTo>
                    <a:pt x="333800" y="5799939"/>
                  </a:lnTo>
                  <a:lnTo>
                    <a:pt x="333800" y="5799315"/>
                  </a:lnTo>
                  <a:lnTo>
                    <a:pt x="333909" y="5799315"/>
                  </a:lnTo>
                  <a:lnTo>
                    <a:pt x="334017" y="5799315"/>
                  </a:lnTo>
                  <a:lnTo>
                    <a:pt x="334125" y="5799315"/>
                  </a:lnTo>
                  <a:lnTo>
                    <a:pt x="334234" y="5799315"/>
                  </a:lnTo>
                  <a:lnTo>
                    <a:pt x="334234" y="5798691"/>
                  </a:lnTo>
                  <a:lnTo>
                    <a:pt x="334342" y="5798691"/>
                  </a:lnTo>
                  <a:lnTo>
                    <a:pt x="334451" y="5798691"/>
                  </a:lnTo>
                  <a:lnTo>
                    <a:pt x="334559" y="5798691"/>
                  </a:lnTo>
                  <a:lnTo>
                    <a:pt x="334668" y="5798691"/>
                  </a:lnTo>
                  <a:lnTo>
                    <a:pt x="334668" y="5798068"/>
                  </a:lnTo>
                  <a:lnTo>
                    <a:pt x="334776" y="5798068"/>
                  </a:lnTo>
                  <a:lnTo>
                    <a:pt x="334885" y="5798068"/>
                  </a:lnTo>
                  <a:lnTo>
                    <a:pt x="334993" y="5798068"/>
                  </a:lnTo>
                  <a:lnTo>
                    <a:pt x="334993" y="5797444"/>
                  </a:lnTo>
                  <a:lnTo>
                    <a:pt x="335101" y="5797444"/>
                  </a:lnTo>
                  <a:lnTo>
                    <a:pt x="335101" y="5796821"/>
                  </a:lnTo>
                  <a:lnTo>
                    <a:pt x="335210" y="5796821"/>
                  </a:lnTo>
                  <a:lnTo>
                    <a:pt x="335210" y="5796197"/>
                  </a:lnTo>
                  <a:lnTo>
                    <a:pt x="335318" y="5796197"/>
                  </a:lnTo>
                  <a:lnTo>
                    <a:pt x="335427" y="5796197"/>
                  </a:lnTo>
                  <a:lnTo>
                    <a:pt x="335535" y="5796197"/>
                  </a:lnTo>
                  <a:lnTo>
                    <a:pt x="335644" y="5796197"/>
                  </a:lnTo>
                  <a:lnTo>
                    <a:pt x="335752" y="5796197"/>
                  </a:lnTo>
                  <a:lnTo>
                    <a:pt x="335861" y="5796197"/>
                  </a:lnTo>
                  <a:lnTo>
                    <a:pt x="335861" y="5795574"/>
                  </a:lnTo>
                  <a:lnTo>
                    <a:pt x="335969" y="5795574"/>
                  </a:lnTo>
                  <a:lnTo>
                    <a:pt x="336078" y="5795574"/>
                  </a:lnTo>
                  <a:lnTo>
                    <a:pt x="336186" y="5795574"/>
                  </a:lnTo>
                  <a:lnTo>
                    <a:pt x="336294" y="5795574"/>
                  </a:lnTo>
                  <a:lnTo>
                    <a:pt x="336294" y="5794950"/>
                  </a:lnTo>
                  <a:lnTo>
                    <a:pt x="336403" y="5794950"/>
                  </a:lnTo>
                  <a:lnTo>
                    <a:pt x="336511" y="5794950"/>
                  </a:lnTo>
                  <a:lnTo>
                    <a:pt x="336620" y="5794950"/>
                  </a:lnTo>
                  <a:lnTo>
                    <a:pt x="336728" y="5794950"/>
                  </a:lnTo>
                  <a:lnTo>
                    <a:pt x="336837" y="5794950"/>
                  </a:lnTo>
                  <a:lnTo>
                    <a:pt x="336945" y="5794950"/>
                  </a:lnTo>
                  <a:lnTo>
                    <a:pt x="337054" y="5794950"/>
                  </a:lnTo>
                  <a:lnTo>
                    <a:pt x="337162" y="5794950"/>
                  </a:lnTo>
                  <a:lnTo>
                    <a:pt x="337270" y="5794950"/>
                  </a:lnTo>
                  <a:lnTo>
                    <a:pt x="337379" y="5794950"/>
                  </a:lnTo>
                  <a:lnTo>
                    <a:pt x="337487" y="5794950"/>
                  </a:lnTo>
                  <a:lnTo>
                    <a:pt x="337596" y="5794950"/>
                  </a:lnTo>
                  <a:lnTo>
                    <a:pt x="337704" y="5794950"/>
                  </a:lnTo>
                  <a:lnTo>
                    <a:pt x="337813" y="5794950"/>
                  </a:lnTo>
                  <a:lnTo>
                    <a:pt x="337921" y="5794950"/>
                  </a:lnTo>
                  <a:lnTo>
                    <a:pt x="338030" y="5794950"/>
                  </a:lnTo>
                  <a:lnTo>
                    <a:pt x="338030" y="5794326"/>
                  </a:lnTo>
                  <a:lnTo>
                    <a:pt x="338138" y="5794326"/>
                  </a:lnTo>
                  <a:lnTo>
                    <a:pt x="338246" y="5794326"/>
                  </a:lnTo>
                  <a:lnTo>
                    <a:pt x="338246" y="5793703"/>
                  </a:lnTo>
                  <a:lnTo>
                    <a:pt x="338246" y="5793079"/>
                  </a:lnTo>
                  <a:lnTo>
                    <a:pt x="338246" y="5792456"/>
                  </a:lnTo>
                  <a:lnTo>
                    <a:pt x="338355" y="5792456"/>
                  </a:lnTo>
                  <a:lnTo>
                    <a:pt x="338355" y="5791832"/>
                  </a:lnTo>
                  <a:lnTo>
                    <a:pt x="338463" y="5791832"/>
                  </a:lnTo>
                  <a:lnTo>
                    <a:pt x="338572" y="5791832"/>
                  </a:lnTo>
                  <a:lnTo>
                    <a:pt x="338680" y="5791832"/>
                  </a:lnTo>
                  <a:lnTo>
                    <a:pt x="338789" y="5791832"/>
                  </a:lnTo>
                  <a:lnTo>
                    <a:pt x="338897" y="5791832"/>
                  </a:lnTo>
                  <a:lnTo>
                    <a:pt x="339006" y="5791832"/>
                  </a:lnTo>
                  <a:lnTo>
                    <a:pt x="339114" y="5791832"/>
                  </a:lnTo>
                  <a:lnTo>
                    <a:pt x="339114" y="5791208"/>
                  </a:lnTo>
                  <a:lnTo>
                    <a:pt x="339222" y="5791208"/>
                  </a:lnTo>
                  <a:lnTo>
                    <a:pt x="339331" y="5791208"/>
                  </a:lnTo>
                  <a:lnTo>
                    <a:pt x="339439" y="5791208"/>
                  </a:lnTo>
                  <a:lnTo>
                    <a:pt x="339548" y="5791208"/>
                  </a:lnTo>
                  <a:lnTo>
                    <a:pt x="339548" y="5790585"/>
                  </a:lnTo>
                  <a:lnTo>
                    <a:pt x="339548" y="5789961"/>
                  </a:lnTo>
                  <a:lnTo>
                    <a:pt x="339656" y="5789961"/>
                  </a:lnTo>
                  <a:lnTo>
                    <a:pt x="339656" y="5789338"/>
                  </a:lnTo>
                  <a:lnTo>
                    <a:pt x="339656" y="5788714"/>
                  </a:lnTo>
                  <a:lnTo>
                    <a:pt x="339765" y="5788714"/>
                  </a:lnTo>
                  <a:lnTo>
                    <a:pt x="339873" y="5788714"/>
                  </a:lnTo>
                  <a:lnTo>
                    <a:pt x="339873" y="5788091"/>
                  </a:lnTo>
                  <a:lnTo>
                    <a:pt x="339982" y="5788091"/>
                  </a:lnTo>
                  <a:lnTo>
                    <a:pt x="340090" y="5788091"/>
                  </a:lnTo>
                  <a:lnTo>
                    <a:pt x="340090" y="5787467"/>
                  </a:lnTo>
                  <a:lnTo>
                    <a:pt x="340199" y="5787467"/>
                  </a:lnTo>
                  <a:lnTo>
                    <a:pt x="340307" y="5787467"/>
                  </a:lnTo>
                  <a:lnTo>
                    <a:pt x="340415" y="5787467"/>
                  </a:lnTo>
                  <a:lnTo>
                    <a:pt x="340415" y="5786843"/>
                  </a:lnTo>
                  <a:lnTo>
                    <a:pt x="340524" y="5786843"/>
                  </a:lnTo>
                  <a:lnTo>
                    <a:pt x="340632" y="5786843"/>
                  </a:lnTo>
                  <a:lnTo>
                    <a:pt x="340741" y="5786843"/>
                  </a:lnTo>
                  <a:lnTo>
                    <a:pt x="340849" y="5786843"/>
                  </a:lnTo>
                  <a:lnTo>
                    <a:pt x="340958" y="5786843"/>
                  </a:lnTo>
                  <a:lnTo>
                    <a:pt x="341066" y="5786843"/>
                  </a:lnTo>
                  <a:lnTo>
                    <a:pt x="341175" y="5786843"/>
                  </a:lnTo>
                  <a:lnTo>
                    <a:pt x="341283" y="5786843"/>
                  </a:lnTo>
                  <a:lnTo>
                    <a:pt x="341391" y="5786843"/>
                  </a:lnTo>
                  <a:lnTo>
                    <a:pt x="341391" y="5786220"/>
                  </a:lnTo>
                  <a:lnTo>
                    <a:pt x="341500" y="5786220"/>
                  </a:lnTo>
                  <a:lnTo>
                    <a:pt x="341500" y="5785596"/>
                  </a:lnTo>
                  <a:lnTo>
                    <a:pt x="341608" y="5785596"/>
                  </a:lnTo>
                  <a:lnTo>
                    <a:pt x="341717" y="5785596"/>
                  </a:lnTo>
                  <a:lnTo>
                    <a:pt x="341825" y="5785596"/>
                  </a:lnTo>
                  <a:lnTo>
                    <a:pt x="341934" y="5785596"/>
                  </a:lnTo>
                  <a:lnTo>
                    <a:pt x="342042" y="5785596"/>
                  </a:lnTo>
                  <a:lnTo>
                    <a:pt x="342151" y="5785596"/>
                  </a:lnTo>
                  <a:lnTo>
                    <a:pt x="342259" y="5785596"/>
                  </a:lnTo>
                  <a:lnTo>
                    <a:pt x="342367" y="5785596"/>
                  </a:lnTo>
                  <a:lnTo>
                    <a:pt x="342476" y="5785596"/>
                  </a:lnTo>
                  <a:lnTo>
                    <a:pt x="342584" y="5785596"/>
                  </a:lnTo>
                  <a:lnTo>
                    <a:pt x="342693" y="5785596"/>
                  </a:lnTo>
                  <a:lnTo>
                    <a:pt x="342693" y="5784973"/>
                  </a:lnTo>
                  <a:lnTo>
                    <a:pt x="342801" y="5784973"/>
                  </a:lnTo>
                  <a:lnTo>
                    <a:pt x="342910" y="5784973"/>
                  </a:lnTo>
                  <a:lnTo>
                    <a:pt x="343018" y="5784973"/>
                  </a:lnTo>
                  <a:lnTo>
                    <a:pt x="343127" y="5784973"/>
                  </a:lnTo>
                  <a:lnTo>
                    <a:pt x="343235" y="5784973"/>
                  </a:lnTo>
                  <a:lnTo>
                    <a:pt x="343343" y="5784973"/>
                  </a:lnTo>
                  <a:lnTo>
                    <a:pt x="343452" y="5784973"/>
                  </a:lnTo>
                  <a:lnTo>
                    <a:pt x="343560" y="5784973"/>
                  </a:lnTo>
                  <a:lnTo>
                    <a:pt x="343669" y="5784973"/>
                  </a:lnTo>
                  <a:lnTo>
                    <a:pt x="343777" y="5784973"/>
                  </a:lnTo>
                  <a:lnTo>
                    <a:pt x="343886" y="5784973"/>
                  </a:lnTo>
                  <a:lnTo>
                    <a:pt x="343886" y="5784349"/>
                  </a:lnTo>
                  <a:lnTo>
                    <a:pt x="343994" y="5784349"/>
                  </a:lnTo>
                  <a:lnTo>
                    <a:pt x="344103" y="5784349"/>
                  </a:lnTo>
                  <a:lnTo>
                    <a:pt x="344103" y="5783726"/>
                  </a:lnTo>
                  <a:lnTo>
                    <a:pt x="344211" y="5783726"/>
                  </a:lnTo>
                  <a:lnTo>
                    <a:pt x="344211" y="5783102"/>
                  </a:lnTo>
                  <a:lnTo>
                    <a:pt x="344319" y="5783102"/>
                  </a:lnTo>
                  <a:lnTo>
                    <a:pt x="344428" y="5783102"/>
                  </a:lnTo>
                  <a:lnTo>
                    <a:pt x="344536" y="5783102"/>
                  </a:lnTo>
                  <a:lnTo>
                    <a:pt x="344645" y="5783102"/>
                  </a:lnTo>
                  <a:lnTo>
                    <a:pt x="344753" y="5783102"/>
                  </a:lnTo>
                  <a:lnTo>
                    <a:pt x="344753" y="5782478"/>
                  </a:lnTo>
                  <a:lnTo>
                    <a:pt x="344753" y="5781855"/>
                  </a:lnTo>
                  <a:lnTo>
                    <a:pt x="344862" y="5781855"/>
                  </a:lnTo>
                  <a:lnTo>
                    <a:pt x="344862" y="5781231"/>
                  </a:lnTo>
                  <a:lnTo>
                    <a:pt x="344970" y="5781231"/>
                  </a:lnTo>
                  <a:lnTo>
                    <a:pt x="345079" y="5781231"/>
                  </a:lnTo>
                  <a:lnTo>
                    <a:pt x="345187" y="5781231"/>
                  </a:lnTo>
                  <a:lnTo>
                    <a:pt x="345187" y="5780608"/>
                  </a:lnTo>
                  <a:lnTo>
                    <a:pt x="345296" y="5780608"/>
                  </a:lnTo>
                  <a:lnTo>
                    <a:pt x="345296" y="5779984"/>
                  </a:lnTo>
                  <a:lnTo>
                    <a:pt x="345296" y="5779360"/>
                  </a:lnTo>
                  <a:lnTo>
                    <a:pt x="345404" y="5779360"/>
                  </a:lnTo>
                  <a:lnTo>
                    <a:pt x="345512" y="5779360"/>
                  </a:lnTo>
                  <a:lnTo>
                    <a:pt x="345621" y="5779360"/>
                  </a:lnTo>
                  <a:lnTo>
                    <a:pt x="345729" y="5779360"/>
                  </a:lnTo>
                  <a:lnTo>
                    <a:pt x="345838" y="5779360"/>
                  </a:lnTo>
                  <a:lnTo>
                    <a:pt x="345946" y="5779360"/>
                  </a:lnTo>
                  <a:lnTo>
                    <a:pt x="346055" y="5779360"/>
                  </a:lnTo>
                  <a:lnTo>
                    <a:pt x="346163" y="5779360"/>
                  </a:lnTo>
                  <a:lnTo>
                    <a:pt x="346272" y="5779360"/>
                  </a:lnTo>
                  <a:lnTo>
                    <a:pt x="346272" y="5778737"/>
                  </a:lnTo>
                  <a:lnTo>
                    <a:pt x="346380" y="5778737"/>
                  </a:lnTo>
                  <a:lnTo>
                    <a:pt x="346488" y="5778737"/>
                  </a:lnTo>
                  <a:lnTo>
                    <a:pt x="346597" y="5778737"/>
                  </a:lnTo>
                  <a:lnTo>
                    <a:pt x="346705" y="5778737"/>
                  </a:lnTo>
                  <a:lnTo>
                    <a:pt x="346814" y="5778737"/>
                  </a:lnTo>
                  <a:lnTo>
                    <a:pt x="346922" y="5778737"/>
                  </a:lnTo>
                  <a:lnTo>
                    <a:pt x="346922" y="5778113"/>
                  </a:lnTo>
                  <a:lnTo>
                    <a:pt x="346922" y="5777490"/>
                  </a:lnTo>
                  <a:lnTo>
                    <a:pt x="347031" y="5777490"/>
                  </a:lnTo>
                  <a:lnTo>
                    <a:pt x="347031" y="5776866"/>
                  </a:lnTo>
                  <a:lnTo>
                    <a:pt x="347139" y="5776866"/>
                  </a:lnTo>
                  <a:lnTo>
                    <a:pt x="347248" y="5776866"/>
                  </a:lnTo>
                  <a:lnTo>
                    <a:pt x="347356" y="5776866"/>
                  </a:lnTo>
                  <a:lnTo>
                    <a:pt x="347356" y="5776243"/>
                  </a:lnTo>
                  <a:lnTo>
                    <a:pt x="347356" y="5775619"/>
                  </a:lnTo>
                  <a:lnTo>
                    <a:pt x="347464" y="5775619"/>
                  </a:lnTo>
                  <a:lnTo>
                    <a:pt x="347573" y="5775619"/>
                  </a:lnTo>
                  <a:lnTo>
                    <a:pt x="347681" y="5775619"/>
                  </a:lnTo>
                  <a:lnTo>
                    <a:pt x="347790" y="5775619"/>
                  </a:lnTo>
                  <a:lnTo>
                    <a:pt x="347898" y="5775619"/>
                  </a:lnTo>
                  <a:lnTo>
                    <a:pt x="348007" y="5775619"/>
                  </a:lnTo>
                  <a:lnTo>
                    <a:pt x="348115" y="5775619"/>
                  </a:lnTo>
                  <a:lnTo>
                    <a:pt x="348224" y="5775619"/>
                  </a:lnTo>
                  <a:lnTo>
                    <a:pt x="348332" y="5775619"/>
                  </a:lnTo>
                  <a:lnTo>
                    <a:pt x="348332" y="5774995"/>
                  </a:lnTo>
                  <a:lnTo>
                    <a:pt x="348440" y="5774995"/>
                  </a:lnTo>
                  <a:lnTo>
                    <a:pt x="348549" y="5774995"/>
                  </a:lnTo>
                  <a:lnTo>
                    <a:pt x="348657" y="5774995"/>
                  </a:lnTo>
                  <a:lnTo>
                    <a:pt x="348766" y="5774995"/>
                  </a:lnTo>
                  <a:lnTo>
                    <a:pt x="348874" y="5774995"/>
                  </a:lnTo>
                  <a:lnTo>
                    <a:pt x="348983" y="5774995"/>
                  </a:lnTo>
                  <a:lnTo>
                    <a:pt x="349091" y="5774995"/>
                  </a:lnTo>
                  <a:lnTo>
                    <a:pt x="349200" y="5774995"/>
                  </a:lnTo>
                  <a:lnTo>
                    <a:pt x="349308" y="5774995"/>
                  </a:lnTo>
                  <a:lnTo>
                    <a:pt x="349417" y="5774995"/>
                  </a:lnTo>
                  <a:lnTo>
                    <a:pt x="349525" y="5774995"/>
                  </a:lnTo>
                  <a:lnTo>
                    <a:pt x="349633" y="5774995"/>
                  </a:lnTo>
                  <a:lnTo>
                    <a:pt x="349742" y="5774995"/>
                  </a:lnTo>
                  <a:lnTo>
                    <a:pt x="349742" y="5774372"/>
                  </a:lnTo>
                  <a:lnTo>
                    <a:pt x="349850" y="5774372"/>
                  </a:lnTo>
                  <a:lnTo>
                    <a:pt x="349959" y="5774372"/>
                  </a:lnTo>
                  <a:lnTo>
                    <a:pt x="350067" y="5774372"/>
                  </a:lnTo>
                  <a:lnTo>
                    <a:pt x="350067" y="5773748"/>
                  </a:lnTo>
                  <a:lnTo>
                    <a:pt x="350176" y="5773748"/>
                  </a:lnTo>
                  <a:lnTo>
                    <a:pt x="350176" y="5773125"/>
                  </a:lnTo>
                  <a:lnTo>
                    <a:pt x="350284" y="5773125"/>
                  </a:lnTo>
                  <a:lnTo>
                    <a:pt x="350284" y="5772501"/>
                  </a:lnTo>
                  <a:lnTo>
                    <a:pt x="350393" y="5772501"/>
                  </a:lnTo>
                  <a:lnTo>
                    <a:pt x="350501" y="5772501"/>
                  </a:lnTo>
                  <a:lnTo>
                    <a:pt x="350609" y="5772501"/>
                  </a:lnTo>
                  <a:lnTo>
                    <a:pt x="350718" y="5772501"/>
                  </a:lnTo>
                  <a:lnTo>
                    <a:pt x="350826" y="5772501"/>
                  </a:lnTo>
                  <a:lnTo>
                    <a:pt x="350826" y="5771877"/>
                  </a:lnTo>
                  <a:lnTo>
                    <a:pt x="350935" y="5771877"/>
                  </a:lnTo>
                  <a:lnTo>
                    <a:pt x="351043" y="5771877"/>
                  </a:lnTo>
                  <a:lnTo>
                    <a:pt x="351152" y="5771877"/>
                  </a:lnTo>
                  <a:lnTo>
                    <a:pt x="351152" y="5771254"/>
                  </a:lnTo>
                  <a:lnTo>
                    <a:pt x="351260" y="5771254"/>
                  </a:lnTo>
                  <a:lnTo>
                    <a:pt x="351369" y="5771254"/>
                  </a:lnTo>
                  <a:lnTo>
                    <a:pt x="351369" y="5770630"/>
                  </a:lnTo>
                  <a:lnTo>
                    <a:pt x="351477" y="5770630"/>
                  </a:lnTo>
                  <a:lnTo>
                    <a:pt x="351585" y="5770630"/>
                  </a:lnTo>
                  <a:lnTo>
                    <a:pt x="351694" y="5770630"/>
                  </a:lnTo>
                  <a:lnTo>
                    <a:pt x="351694" y="5770007"/>
                  </a:lnTo>
                  <a:lnTo>
                    <a:pt x="351802" y="5770007"/>
                  </a:lnTo>
                  <a:lnTo>
                    <a:pt x="351911" y="5770007"/>
                  </a:lnTo>
                  <a:lnTo>
                    <a:pt x="352019" y="5770007"/>
                  </a:lnTo>
                  <a:lnTo>
                    <a:pt x="352128" y="5770007"/>
                  </a:lnTo>
                  <a:lnTo>
                    <a:pt x="352128" y="5769383"/>
                  </a:lnTo>
                  <a:lnTo>
                    <a:pt x="352236" y="5769383"/>
                  </a:lnTo>
                  <a:lnTo>
                    <a:pt x="352345" y="5769383"/>
                  </a:lnTo>
                  <a:lnTo>
                    <a:pt x="352453" y="5769383"/>
                  </a:lnTo>
                  <a:lnTo>
                    <a:pt x="352561" y="5769383"/>
                  </a:lnTo>
                  <a:lnTo>
                    <a:pt x="352670" y="5769383"/>
                  </a:lnTo>
                  <a:lnTo>
                    <a:pt x="352778" y="5769383"/>
                  </a:lnTo>
                  <a:lnTo>
                    <a:pt x="352887" y="5769383"/>
                  </a:lnTo>
                  <a:lnTo>
                    <a:pt x="352995" y="5769383"/>
                  </a:lnTo>
                  <a:lnTo>
                    <a:pt x="353104" y="5769383"/>
                  </a:lnTo>
                  <a:lnTo>
                    <a:pt x="353104" y="5768760"/>
                  </a:lnTo>
                  <a:lnTo>
                    <a:pt x="353212" y="5768760"/>
                  </a:lnTo>
                  <a:lnTo>
                    <a:pt x="353321" y="5768760"/>
                  </a:lnTo>
                  <a:lnTo>
                    <a:pt x="353429" y="5768760"/>
                  </a:lnTo>
                  <a:lnTo>
                    <a:pt x="353538" y="5768760"/>
                  </a:lnTo>
                  <a:lnTo>
                    <a:pt x="353646" y="5768760"/>
                  </a:lnTo>
                  <a:lnTo>
                    <a:pt x="353754" y="5768760"/>
                  </a:lnTo>
                  <a:lnTo>
                    <a:pt x="353863" y="5768760"/>
                  </a:lnTo>
                  <a:lnTo>
                    <a:pt x="353971" y="5768760"/>
                  </a:lnTo>
                  <a:lnTo>
                    <a:pt x="354080" y="5768760"/>
                  </a:lnTo>
                  <a:lnTo>
                    <a:pt x="354188" y="5768760"/>
                  </a:lnTo>
                  <a:lnTo>
                    <a:pt x="354297" y="5768760"/>
                  </a:lnTo>
                  <a:lnTo>
                    <a:pt x="354405" y="5768760"/>
                  </a:lnTo>
                  <a:lnTo>
                    <a:pt x="354514" y="5768760"/>
                  </a:lnTo>
                  <a:lnTo>
                    <a:pt x="354622" y="5768760"/>
                  </a:lnTo>
                  <a:lnTo>
                    <a:pt x="354730" y="5768760"/>
                  </a:lnTo>
                  <a:lnTo>
                    <a:pt x="354839" y="5768760"/>
                  </a:lnTo>
                  <a:lnTo>
                    <a:pt x="354839" y="5768136"/>
                  </a:lnTo>
                  <a:lnTo>
                    <a:pt x="354947" y="5768136"/>
                  </a:lnTo>
                  <a:lnTo>
                    <a:pt x="355056" y="5768136"/>
                  </a:lnTo>
                  <a:lnTo>
                    <a:pt x="355056" y="5767512"/>
                  </a:lnTo>
                  <a:lnTo>
                    <a:pt x="355056" y="5766889"/>
                  </a:lnTo>
                  <a:lnTo>
                    <a:pt x="355164" y="5766889"/>
                  </a:lnTo>
                  <a:lnTo>
                    <a:pt x="355273" y="5766889"/>
                  </a:lnTo>
                  <a:lnTo>
                    <a:pt x="355273" y="5766265"/>
                  </a:lnTo>
                  <a:lnTo>
                    <a:pt x="355381" y="5766265"/>
                  </a:lnTo>
                  <a:lnTo>
                    <a:pt x="355381" y="5765642"/>
                  </a:lnTo>
                  <a:lnTo>
                    <a:pt x="355381" y="5765018"/>
                  </a:lnTo>
                  <a:lnTo>
                    <a:pt x="355490" y="5765018"/>
                  </a:lnTo>
                  <a:lnTo>
                    <a:pt x="355490" y="5764394"/>
                  </a:lnTo>
                  <a:lnTo>
                    <a:pt x="355490" y="5763771"/>
                  </a:lnTo>
                  <a:lnTo>
                    <a:pt x="355598" y="5763771"/>
                  </a:lnTo>
                  <a:lnTo>
                    <a:pt x="355706" y="5763771"/>
                  </a:lnTo>
                  <a:lnTo>
                    <a:pt x="355815" y="5763771"/>
                  </a:lnTo>
                  <a:lnTo>
                    <a:pt x="355923" y="5763771"/>
                  </a:lnTo>
                  <a:lnTo>
                    <a:pt x="356032" y="5763771"/>
                  </a:lnTo>
                  <a:lnTo>
                    <a:pt x="356140" y="5763771"/>
                  </a:lnTo>
                  <a:lnTo>
                    <a:pt x="356249" y="5763771"/>
                  </a:lnTo>
                  <a:lnTo>
                    <a:pt x="356357" y="5763771"/>
                  </a:lnTo>
                  <a:lnTo>
                    <a:pt x="356466" y="5763771"/>
                  </a:lnTo>
                  <a:lnTo>
                    <a:pt x="356574" y="5763771"/>
                  </a:lnTo>
                  <a:lnTo>
                    <a:pt x="356682" y="5763771"/>
                  </a:lnTo>
                  <a:lnTo>
                    <a:pt x="356791" y="5763771"/>
                  </a:lnTo>
                  <a:lnTo>
                    <a:pt x="356791" y="5763147"/>
                  </a:lnTo>
                  <a:lnTo>
                    <a:pt x="356899" y="5763147"/>
                  </a:lnTo>
                  <a:lnTo>
                    <a:pt x="357008" y="5763147"/>
                  </a:lnTo>
                  <a:lnTo>
                    <a:pt x="357116" y="5763147"/>
                  </a:lnTo>
                  <a:lnTo>
                    <a:pt x="357225" y="5763147"/>
                  </a:lnTo>
                  <a:lnTo>
                    <a:pt x="357333" y="5763147"/>
                  </a:lnTo>
                  <a:lnTo>
                    <a:pt x="357442" y="5763147"/>
                  </a:lnTo>
                  <a:lnTo>
                    <a:pt x="357550" y="5763147"/>
                  </a:lnTo>
                  <a:lnTo>
                    <a:pt x="357550" y="5762524"/>
                  </a:lnTo>
                  <a:lnTo>
                    <a:pt x="357659" y="5762524"/>
                  </a:lnTo>
                  <a:lnTo>
                    <a:pt x="357659" y="5761900"/>
                  </a:lnTo>
                  <a:lnTo>
                    <a:pt x="357767" y="5761900"/>
                  </a:lnTo>
                  <a:lnTo>
                    <a:pt x="357875" y="5761900"/>
                  </a:lnTo>
                  <a:lnTo>
                    <a:pt x="357875" y="5761277"/>
                  </a:lnTo>
                  <a:lnTo>
                    <a:pt x="357984" y="5761277"/>
                  </a:lnTo>
                  <a:lnTo>
                    <a:pt x="358092" y="5761277"/>
                  </a:lnTo>
                  <a:lnTo>
                    <a:pt x="358201" y="5761277"/>
                  </a:lnTo>
                  <a:lnTo>
                    <a:pt x="358309" y="5761277"/>
                  </a:lnTo>
                  <a:lnTo>
                    <a:pt x="358418" y="5761277"/>
                  </a:lnTo>
                  <a:lnTo>
                    <a:pt x="358526" y="5761277"/>
                  </a:lnTo>
                  <a:lnTo>
                    <a:pt x="358635" y="5761277"/>
                  </a:lnTo>
                  <a:lnTo>
                    <a:pt x="358743" y="5761277"/>
                  </a:lnTo>
                  <a:lnTo>
                    <a:pt x="358851" y="5761277"/>
                  </a:lnTo>
                  <a:lnTo>
                    <a:pt x="358960" y="5761277"/>
                  </a:lnTo>
                  <a:lnTo>
                    <a:pt x="359068" y="5761277"/>
                  </a:lnTo>
                  <a:lnTo>
                    <a:pt x="359177" y="5761277"/>
                  </a:lnTo>
                  <a:lnTo>
                    <a:pt x="359285" y="5761277"/>
                  </a:lnTo>
                  <a:lnTo>
                    <a:pt x="359394" y="5761277"/>
                  </a:lnTo>
                  <a:lnTo>
                    <a:pt x="359394" y="5760653"/>
                  </a:lnTo>
                  <a:lnTo>
                    <a:pt x="359502" y="5760653"/>
                  </a:lnTo>
                  <a:lnTo>
                    <a:pt x="359611" y="5760653"/>
                  </a:lnTo>
                  <a:lnTo>
                    <a:pt x="359719" y="5760653"/>
                  </a:lnTo>
                  <a:lnTo>
                    <a:pt x="359827" y="5760653"/>
                  </a:lnTo>
                  <a:lnTo>
                    <a:pt x="359936" y="5760653"/>
                  </a:lnTo>
                  <a:lnTo>
                    <a:pt x="360044" y="5760653"/>
                  </a:lnTo>
                  <a:lnTo>
                    <a:pt x="360044" y="5760029"/>
                  </a:lnTo>
                  <a:lnTo>
                    <a:pt x="360153" y="5760029"/>
                  </a:lnTo>
                  <a:lnTo>
                    <a:pt x="360153" y="5759406"/>
                  </a:lnTo>
                  <a:lnTo>
                    <a:pt x="360261" y="5759406"/>
                  </a:lnTo>
                  <a:lnTo>
                    <a:pt x="360370" y="5759406"/>
                  </a:lnTo>
                  <a:lnTo>
                    <a:pt x="360478" y="5759406"/>
                  </a:lnTo>
                  <a:lnTo>
                    <a:pt x="360587" y="5759406"/>
                  </a:lnTo>
                  <a:lnTo>
                    <a:pt x="360695" y="5759406"/>
                  </a:lnTo>
                  <a:lnTo>
                    <a:pt x="360803" y="5759406"/>
                  </a:lnTo>
                  <a:lnTo>
                    <a:pt x="360912" y="5759406"/>
                  </a:lnTo>
                  <a:lnTo>
                    <a:pt x="361020" y="5759406"/>
                  </a:lnTo>
                  <a:lnTo>
                    <a:pt x="361129" y="5759406"/>
                  </a:lnTo>
                  <a:lnTo>
                    <a:pt x="361237" y="5759406"/>
                  </a:lnTo>
                  <a:lnTo>
                    <a:pt x="361346" y="5759406"/>
                  </a:lnTo>
                  <a:lnTo>
                    <a:pt x="361454" y="5759406"/>
                  </a:lnTo>
                  <a:lnTo>
                    <a:pt x="361563" y="5759406"/>
                  </a:lnTo>
                  <a:lnTo>
                    <a:pt x="361671" y="5759406"/>
                  </a:lnTo>
                  <a:lnTo>
                    <a:pt x="361780" y="5759406"/>
                  </a:lnTo>
                  <a:lnTo>
                    <a:pt x="361780" y="5758782"/>
                  </a:lnTo>
                  <a:lnTo>
                    <a:pt x="361888" y="5758782"/>
                  </a:lnTo>
                  <a:lnTo>
                    <a:pt x="361996" y="5758782"/>
                  </a:lnTo>
                  <a:lnTo>
                    <a:pt x="361996" y="5758159"/>
                  </a:lnTo>
                  <a:lnTo>
                    <a:pt x="362105" y="5758159"/>
                  </a:lnTo>
                  <a:lnTo>
                    <a:pt x="362105" y="5757535"/>
                  </a:lnTo>
                  <a:lnTo>
                    <a:pt x="362213" y="5757535"/>
                  </a:lnTo>
                  <a:lnTo>
                    <a:pt x="362322" y="5757535"/>
                  </a:lnTo>
                  <a:lnTo>
                    <a:pt x="362322" y="5756911"/>
                  </a:lnTo>
                  <a:lnTo>
                    <a:pt x="362322" y="5756288"/>
                  </a:lnTo>
                  <a:lnTo>
                    <a:pt x="362430" y="5756288"/>
                  </a:lnTo>
                  <a:lnTo>
                    <a:pt x="362539" y="5756288"/>
                  </a:lnTo>
                  <a:lnTo>
                    <a:pt x="362647" y="5756288"/>
                  </a:lnTo>
                  <a:lnTo>
                    <a:pt x="362756" y="5756288"/>
                  </a:lnTo>
                  <a:lnTo>
                    <a:pt x="362864" y="5756288"/>
                  </a:lnTo>
                  <a:lnTo>
                    <a:pt x="362972" y="5756288"/>
                  </a:lnTo>
                  <a:lnTo>
                    <a:pt x="362972" y="5755664"/>
                  </a:lnTo>
                  <a:lnTo>
                    <a:pt x="363081" y="5755664"/>
                  </a:lnTo>
                  <a:lnTo>
                    <a:pt x="363189" y="5755664"/>
                  </a:lnTo>
                  <a:lnTo>
                    <a:pt x="363298" y="5755664"/>
                  </a:lnTo>
                  <a:lnTo>
                    <a:pt x="363406" y="5755664"/>
                  </a:lnTo>
                  <a:lnTo>
                    <a:pt x="363406" y="5755041"/>
                  </a:lnTo>
                  <a:lnTo>
                    <a:pt x="363515" y="5755041"/>
                  </a:lnTo>
                  <a:lnTo>
                    <a:pt x="363623" y="5755041"/>
                  </a:lnTo>
                  <a:lnTo>
                    <a:pt x="363732" y="5755041"/>
                  </a:lnTo>
                  <a:lnTo>
                    <a:pt x="363840" y="5755041"/>
                  </a:lnTo>
                  <a:lnTo>
                    <a:pt x="363840" y="5754417"/>
                  </a:lnTo>
                  <a:lnTo>
                    <a:pt x="363948" y="5754417"/>
                  </a:lnTo>
                  <a:lnTo>
                    <a:pt x="364057" y="5754417"/>
                  </a:lnTo>
                  <a:lnTo>
                    <a:pt x="364165" y="5754417"/>
                  </a:lnTo>
                  <a:lnTo>
                    <a:pt x="364165" y="5753794"/>
                  </a:lnTo>
                  <a:lnTo>
                    <a:pt x="364274" y="5753794"/>
                  </a:lnTo>
                  <a:lnTo>
                    <a:pt x="364274" y="5753170"/>
                  </a:lnTo>
                  <a:lnTo>
                    <a:pt x="364382" y="5753170"/>
                  </a:lnTo>
                  <a:lnTo>
                    <a:pt x="364382" y="5752546"/>
                  </a:lnTo>
                  <a:lnTo>
                    <a:pt x="364491" y="5752546"/>
                  </a:lnTo>
                  <a:lnTo>
                    <a:pt x="364491" y="5751923"/>
                  </a:lnTo>
                  <a:lnTo>
                    <a:pt x="364599" y="5751923"/>
                  </a:lnTo>
                  <a:lnTo>
                    <a:pt x="364708" y="5751923"/>
                  </a:lnTo>
                  <a:lnTo>
                    <a:pt x="364708" y="5751299"/>
                  </a:lnTo>
                  <a:lnTo>
                    <a:pt x="364816" y="5751299"/>
                  </a:lnTo>
                  <a:lnTo>
                    <a:pt x="364816" y="5750676"/>
                  </a:lnTo>
                  <a:lnTo>
                    <a:pt x="364924" y="5750676"/>
                  </a:lnTo>
                  <a:lnTo>
                    <a:pt x="365033" y="5750676"/>
                  </a:lnTo>
                  <a:lnTo>
                    <a:pt x="365033" y="5750052"/>
                  </a:lnTo>
                  <a:lnTo>
                    <a:pt x="365141" y="5750052"/>
                  </a:lnTo>
                  <a:lnTo>
                    <a:pt x="365250" y="5750052"/>
                  </a:lnTo>
                  <a:lnTo>
                    <a:pt x="365358" y="5750052"/>
                  </a:lnTo>
                  <a:lnTo>
                    <a:pt x="365467" y="5750052"/>
                  </a:lnTo>
                  <a:lnTo>
                    <a:pt x="365575" y="5750052"/>
                  </a:lnTo>
                  <a:lnTo>
                    <a:pt x="365684" y="5750052"/>
                  </a:lnTo>
                  <a:lnTo>
                    <a:pt x="365684" y="5749428"/>
                  </a:lnTo>
                  <a:lnTo>
                    <a:pt x="365792" y="5749428"/>
                  </a:lnTo>
                  <a:lnTo>
                    <a:pt x="365901" y="5749428"/>
                  </a:lnTo>
                  <a:lnTo>
                    <a:pt x="366009" y="5749428"/>
                  </a:lnTo>
                  <a:lnTo>
                    <a:pt x="366009" y="5748805"/>
                  </a:lnTo>
                  <a:lnTo>
                    <a:pt x="366117" y="5748805"/>
                  </a:lnTo>
                  <a:lnTo>
                    <a:pt x="366117" y="5748181"/>
                  </a:lnTo>
                  <a:lnTo>
                    <a:pt x="366226" y="5748181"/>
                  </a:lnTo>
                  <a:lnTo>
                    <a:pt x="366334" y="5748181"/>
                  </a:lnTo>
                  <a:lnTo>
                    <a:pt x="366443" y="5748181"/>
                  </a:lnTo>
                  <a:lnTo>
                    <a:pt x="366551" y="5748181"/>
                  </a:lnTo>
                  <a:lnTo>
                    <a:pt x="366660" y="5748181"/>
                  </a:lnTo>
                  <a:lnTo>
                    <a:pt x="366768" y="5748181"/>
                  </a:lnTo>
                  <a:lnTo>
                    <a:pt x="366877" y="5748181"/>
                  </a:lnTo>
                  <a:lnTo>
                    <a:pt x="366985" y="5748181"/>
                  </a:lnTo>
                  <a:lnTo>
                    <a:pt x="367093" y="5748181"/>
                  </a:lnTo>
                  <a:lnTo>
                    <a:pt x="367202" y="5748181"/>
                  </a:lnTo>
                  <a:lnTo>
                    <a:pt x="367310" y="5748181"/>
                  </a:lnTo>
                  <a:lnTo>
                    <a:pt x="367310" y="5747558"/>
                  </a:lnTo>
                  <a:lnTo>
                    <a:pt x="367419" y="5747558"/>
                  </a:lnTo>
                  <a:lnTo>
                    <a:pt x="367527" y="5747558"/>
                  </a:lnTo>
                  <a:lnTo>
                    <a:pt x="367636" y="5747558"/>
                  </a:lnTo>
                  <a:lnTo>
                    <a:pt x="367744" y="5747558"/>
                  </a:lnTo>
                  <a:lnTo>
                    <a:pt x="367853" y="5747558"/>
                  </a:lnTo>
                  <a:lnTo>
                    <a:pt x="367853" y="5746934"/>
                  </a:lnTo>
                  <a:lnTo>
                    <a:pt x="367961" y="5746934"/>
                  </a:lnTo>
                  <a:lnTo>
                    <a:pt x="368069" y="5746934"/>
                  </a:lnTo>
                  <a:lnTo>
                    <a:pt x="368178" y="5746934"/>
                  </a:lnTo>
                  <a:lnTo>
                    <a:pt x="368286" y="5746934"/>
                  </a:lnTo>
                  <a:lnTo>
                    <a:pt x="368395" y="5746934"/>
                  </a:lnTo>
                  <a:lnTo>
                    <a:pt x="368503" y="5746934"/>
                  </a:lnTo>
                  <a:lnTo>
                    <a:pt x="368612" y="5746934"/>
                  </a:lnTo>
                  <a:lnTo>
                    <a:pt x="368720" y="5746934"/>
                  </a:lnTo>
                  <a:lnTo>
                    <a:pt x="368829" y="5746934"/>
                  </a:lnTo>
                  <a:lnTo>
                    <a:pt x="368937" y="5746934"/>
                  </a:lnTo>
                  <a:lnTo>
                    <a:pt x="369045" y="5746934"/>
                  </a:lnTo>
                  <a:lnTo>
                    <a:pt x="369154" y="5746934"/>
                  </a:lnTo>
                  <a:lnTo>
                    <a:pt x="369262" y="5746934"/>
                  </a:lnTo>
                  <a:lnTo>
                    <a:pt x="369371" y="5746934"/>
                  </a:lnTo>
                  <a:lnTo>
                    <a:pt x="369479" y="5746934"/>
                  </a:lnTo>
                  <a:lnTo>
                    <a:pt x="369479" y="5746311"/>
                  </a:lnTo>
                  <a:lnTo>
                    <a:pt x="369479" y="5745687"/>
                  </a:lnTo>
                  <a:lnTo>
                    <a:pt x="369588" y="5745687"/>
                  </a:lnTo>
                  <a:lnTo>
                    <a:pt x="369696" y="5745687"/>
                  </a:lnTo>
                  <a:lnTo>
                    <a:pt x="369805" y="5745687"/>
                  </a:lnTo>
                  <a:lnTo>
                    <a:pt x="369913" y="5745687"/>
                  </a:lnTo>
                  <a:lnTo>
                    <a:pt x="370021" y="5745687"/>
                  </a:lnTo>
                  <a:lnTo>
                    <a:pt x="370130" y="5745687"/>
                  </a:lnTo>
                  <a:lnTo>
                    <a:pt x="370238" y="5745687"/>
                  </a:lnTo>
                  <a:lnTo>
                    <a:pt x="370347" y="5745687"/>
                  </a:lnTo>
                  <a:lnTo>
                    <a:pt x="370347" y="5745063"/>
                  </a:lnTo>
                  <a:lnTo>
                    <a:pt x="370347" y="5744440"/>
                  </a:lnTo>
                  <a:lnTo>
                    <a:pt x="370455" y="5744440"/>
                  </a:lnTo>
                  <a:lnTo>
                    <a:pt x="370564" y="5744440"/>
                  </a:lnTo>
                  <a:lnTo>
                    <a:pt x="370672" y="5744440"/>
                  </a:lnTo>
                  <a:lnTo>
                    <a:pt x="370781" y="5744440"/>
                  </a:lnTo>
                  <a:lnTo>
                    <a:pt x="370781" y="5743816"/>
                  </a:lnTo>
                  <a:lnTo>
                    <a:pt x="370889" y="5743816"/>
                  </a:lnTo>
                  <a:lnTo>
                    <a:pt x="370998" y="5743816"/>
                  </a:lnTo>
                  <a:lnTo>
                    <a:pt x="371106" y="5743816"/>
                  </a:lnTo>
                  <a:lnTo>
                    <a:pt x="371214" y="5743816"/>
                  </a:lnTo>
                  <a:lnTo>
                    <a:pt x="371323" y="5743816"/>
                  </a:lnTo>
                  <a:lnTo>
                    <a:pt x="371431" y="5743816"/>
                  </a:lnTo>
                  <a:lnTo>
                    <a:pt x="371540" y="5743816"/>
                  </a:lnTo>
                  <a:lnTo>
                    <a:pt x="371648" y="5743816"/>
                  </a:lnTo>
                  <a:lnTo>
                    <a:pt x="371757" y="5743816"/>
                  </a:lnTo>
                  <a:lnTo>
                    <a:pt x="371865" y="5743816"/>
                  </a:lnTo>
                  <a:lnTo>
                    <a:pt x="371974" y="5743816"/>
                  </a:lnTo>
                  <a:lnTo>
                    <a:pt x="371974" y="5743193"/>
                  </a:lnTo>
                  <a:lnTo>
                    <a:pt x="372082" y="5743193"/>
                  </a:lnTo>
                  <a:lnTo>
                    <a:pt x="372190" y="5743193"/>
                  </a:lnTo>
                  <a:lnTo>
                    <a:pt x="372299" y="5743193"/>
                  </a:lnTo>
                  <a:lnTo>
                    <a:pt x="372407" y="5743193"/>
                  </a:lnTo>
                  <a:lnTo>
                    <a:pt x="372516" y="5743193"/>
                  </a:lnTo>
                  <a:lnTo>
                    <a:pt x="372624" y="5743193"/>
                  </a:lnTo>
                  <a:lnTo>
                    <a:pt x="372733" y="5743193"/>
                  </a:lnTo>
                  <a:lnTo>
                    <a:pt x="372841" y="5743193"/>
                  </a:lnTo>
                  <a:lnTo>
                    <a:pt x="372950" y="5743193"/>
                  </a:lnTo>
                  <a:lnTo>
                    <a:pt x="372950" y="5742569"/>
                  </a:lnTo>
                  <a:lnTo>
                    <a:pt x="373058" y="5742569"/>
                  </a:lnTo>
                  <a:lnTo>
                    <a:pt x="373166" y="5742569"/>
                  </a:lnTo>
                  <a:lnTo>
                    <a:pt x="373275" y="5742569"/>
                  </a:lnTo>
                  <a:lnTo>
                    <a:pt x="373383" y="5742569"/>
                  </a:lnTo>
                  <a:lnTo>
                    <a:pt x="373492" y="5742569"/>
                  </a:lnTo>
                  <a:lnTo>
                    <a:pt x="373492" y="5741945"/>
                  </a:lnTo>
                  <a:lnTo>
                    <a:pt x="373600" y="5741945"/>
                  </a:lnTo>
                  <a:lnTo>
                    <a:pt x="373709" y="5741945"/>
                  </a:lnTo>
                  <a:lnTo>
                    <a:pt x="373817" y="5741945"/>
                  </a:lnTo>
                  <a:lnTo>
                    <a:pt x="373817" y="5741322"/>
                  </a:lnTo>
                  <a:lnTo>
                    <a:pt x="373926" y="5741322"/>
                  </a:lnTo>
                  <a:lnTo>
                    <a:pt x="374034" y="5741322"/>
                  </a:lnTo>
                  <a:lnTo>
                    <a:pt x="374142" y="5741322"/>
                  </a:lnTo>
                  <a:lnTo>
                    <a:pt x="374251" y="5741322"/>
                  </a:lnTo>
                  <a:lnTo>
                    <a:pt x="374359" y="5741322"/>
                  </a:lnTo>
                  <a:lnTo>
                    <a:pt x="374468" y="5741322"/>
                  </a:lnTo>
                  <a:lnTo>
                    <a:pt x="374576" y="5741322"/>
                  </a:lnTo>
                  <a:lnTo>
                    <a:pt x="374685" y="5741322"/>
                  </a:lnTo>
                  <a:lnTo>
                    <a:pt x="374793" y="5741322"/>
                  </a:lnTo>
                  <a:lnTo>
                    <a:pt x="374902" y="5741322"/>
                  </a:lnTo>
                  <a:lnTo>
                    <a:pt x="375010" y="5741322"/>
                  </a:lnTo>
                  <a:lnTo>
                    <a:pt x="375119" y="5741322"/>
                  </a:lnTo>
                  <a:lnTo>
                    <a:pt x="375119" y="5740698"/>
                  </a:lnTo>
                  <a:lnTo>
                    <a:pt x="375227" y="5740698"/>
                  </a:lnTo>
                  <a:lnTo>
                    <a:pt x="375227" y="5740075"/>
                  </a:lnTo>
                  <a:lnTo>
                    <a:pt x="375335" y="5740075"/>
                  </a:lnTo>
                  <a:lnTo>
                    <a:pt x="375444" y="5740075"/>
                  </a:lnTo>
                  <a:lnTo>
                    <a:pt x="375552" y="5740075"/>
                  </a:lnTo>
                  <a:lnTo>
                    <a:pt x="375661" y="5740075"/>
                  </a:lnTo>
                  <a:lnTo>
                    <a:pt x="375769" y="5740075"/>
                  </a:lnTo>
                  <a:lnTo>
                    <a:pt x="375878" y="5740075"/>
                  </a:lnTo>
                  <a:lnTo>
                    <a:pt x="375986" y="5740075"/>
                  </a:lnTo>
                  <a:lnTo>
                    <a:pt x="376095" y="5740075"/>
                  </a:lnTo>
                  <a:lnTo>
                    <a:pt x="376095" y="5739451"/>
                  </a:lnTo>
                  <a:lnTo>
                    <a:pt x="376203" y="5739451"/>
                  </a:lnTo>
                  <a:lnTo>
                    <a:pt x="376311" y="5739451"/>
                  </a:lnTo>
                  <a:lnTo>
                    <a:pt x="376420" y="5739451"/>
                  </a:lnTo>
                  <a:lnTo>
                    <a:pt x="376528" y="5739451"/>
                  </a:lnTo>
                  <a:lnTo>
                    <a:pt x="376528" y="5738828"/>
                  </a:lnTo>
                  <a:lnTo>
                    <a:pt x="376528" y="5738204"/>
                  </a:lnTo>
                  <a:lnTo>
                    <a:pt x="376528" y="5737580"/>
                  </a:lnTo>
                  <a:lnTo>
                    <a:pt x="376528" y="5736957"/>
                  </a:lnTo>
                  <a:lnTo>
                    <a:pt x="376637" y="5736957"/>
                  </a:lnTo>
                  <a:lnTo>
                    <a:pt x="376637" y="5736333"/>
                  </a:lnTo>
                  <a:lnTo>
                    <a:pt x="376745" y="5736333"/>
                  </a:lnTo>
                  <a:lnTo>
                    <a:pt x="376854" y="5736333"/>
                  </a:lnTo>
                  <a:lnTo>
                    <a:pt x="376854" y="5735710"/>
                  </a:lnTo>
                  <a:lnTo>
                    <a:pt x="376962" y="5735710"/>
                  </a:lnTo>
                  <a:lnTo>
                    <a:pt x="377071" y="5735710"/>
                  </a:lnTo>
                  <a:lnTo>
                    <a:pt x="377179" y="5735710"/>
                  </a:lnTo>
                  <a:lnTo>
                    <a:pt x="377179" y="5735086"/>
                  </a:lnTo>
                  <a:lnTo>
                    <a:pt x="377287" y="5735086"/>
                  </a:lnTo>
                  <a:lnTo>
                    <a:pt x="377396" y="5735086"/>
                  </a:lnTo>
                  <a:lnTo>
                    <a:pt x="377504" y="5735086"/>
                  </a:lnTo>
                  <a:lnTo>
                    <a:pt x="377613" y="5735086"/>
                  </a:lnTo>
                  <a:lnTo>
                    <a:pt x="377721" y="5735086"/>
                  </a:lnTo>
                  <a:lnTo>
                    <a:pt x="377830" y="5735086"/>
                  </a:lnTo>
                  <a:lnTo>
                    <a:pt x="377938" y="5735086"/>
                  </a:lnTo>
                  <a:lnTo>
                    <a:pt x="378047" y="5735086"/>
                  </a:lnTo>
                  <a:lnTo>
                    <a:pt x="378047" y="5734463"/>
                  </a:lnTo>
                  <a:lnTo>
                    <a:pt x="378155" y="5734463"/>
                  </a:lnTo>
                  <a:lnTo>
                    <a:pt x="378263" y="5734463"/>
                  </a:lnTo>
                  <a:lnTo>
                    <a:pt x="378372" y="5734463"/>
                  </a:lnTo>
                  <a:lnTo>
                    <a:pt x="378480" y="5734463"/>
                  </a:lnTo>
                  <a:lnTo>
                    <a:pt x="378480" y="5733839"/>
                  </a:lnTo>
                  <a:lnTo>
                    <a:pt x="378589" y="5733839"/>
                  </a:lnTo>
                  <a:lnTo>
                    <a:pt x="378697" y="5733839"/>
                  </a:lnTo>
                  <a:lnTo>
                    <a:pt x="378806" y="5733839"/>
                  </a:lnTo>
                  <a:lnTo>
                    <a:pt x="378914" y="5733839"/>
                  </a:lnTo>
                  <a:lnTo>
                    <a:pt x="378914" y="5733215"/>
                  </a:lnTo>
                  <a:lnTo>
                    <a:pt x="379023" y="5733215"/>
                  </a:lnTo>
                  <a:lnTo>
                    <a:pt x="379131" y="5733215"/>
                  </a:lnTo>
                  <a:lnTo>
                    <a:pt x="379131" y="5732592"/>
                  </a:lnTo>
                  <a:lnTo>
                    <a:pt x="379131" y="5731968"/>
                  </a:lnTo>
                  <a:lnTo>
                    <a:pt x="379240" y="5731968"/>
                  </a:lnTo>
                  <a:lnTo>
                    <a:pt x="379348" y="5731968"/>
                  </a:lnTo>
                  <a:lnTo>
                    <a:pt x="379456" y="5731968"/>
                  </a:lnTo>
                  <a:lnTo>
                    <a:pt x="379565" y="5731968"/>
                  </a:lnTo>
                  <a:lnTo>
                    <a:pt x="379673" y="5731968"/>
                  </a:lnTo>
                  <a:lnTo>
                    <a:pt x="379782" y="5731968"/>
                  </a:lnTo>
                  <a:lnTo>
                    <a:pt x="379890" y="5731968"/>
                  </a:lnTo>
                  <a:lnTo>
                    <a:pt x="379999" y="5731968"/>
                  </a:lnTo>
                  <a:lnTo>
                    <a:pt x="380107" y="5731968"/>
                  </a:lnTo>
                  <a:lnTo>
                    <a:pt x="380216" y="5731968"/>
                  </a:lnTo>
                  <a:lnTo>
                    <a:pt x="380324" y="5731968"/>
                  </a:lnTo>
                  <a:lnTo>
                    <a:pt x="380432" y="5731968"/>
                  </a:lnTo>
                  <a:lnTo>
                    <a:pt x="380432" y="5731345"/>
                  </a:lnTo>
                  <a:lnTo>
                    <a:pt x="380432" y="5730721"/>
                  </a:lnTo>
                  <a:lnTo>
                    <a:pt x="380541" y="5730721"/>
                  </a:lnTo>
                  <a:lnTo>
                    <a:pt x="380649" y="5730721"/>
                  </a:lnTo>
                  <a:lnTo>
                    <a:pt x="380758" y="5730721"/>
                  </a:lnTo>
                  <a:lnTo>
                    <a:pt x="380866" y="5730721"/>
                  </a:lnTo>
                  <a:lnTo>
                    <a:pt x="380975" y="5730721"/>
                  </a:lnTo>
                  <a:lnTo>
                    <a:pt x="381083" y="5730721"/>
                  </a:lnTo>
                  <a:lnTo>
                    <a:pt x="381192" y="5730721"/>
                  </a:lnTo>
                  <a:lnTo>
                    <a:pt x="381300" y="5730721"/>
                  </a:lnTo>
                  <a:lnTo>
                    <a:pt x="381408" y="5730721"/>
                  </a:lnTo>
                  <a:lnTo>
                    <a:pt x="381517" y="5730721"/>
                  </a:lnTo>
                  <a:lnTo>
                    <a:pt x="381625" y="5730721"/>
                  </a:lnTo>
                  <a:lnTo>
                    <a:pt x="381734" y="5730721"/>
                  </a:lnTo>
                  <a:lnTo>
                    <a:pt x="381734" y="5730097"/>
                  </a:lnTo>
                  <a:lnTo>
                    <a:pt x="381734" y="5729474"/>
                  </a:lnTo>
                  <a:lnTo>
                    <a:pt x="381842" y="5729474"/>
                  </a:lnTo>
                  <a:lnTo>
                    <a:pt x="381951" y="5729474"/>
                  </a:lnTo>
                  <a:lnTo>
                    <a:pt x="382059" y="5729474"/>
                  </a:lnTo>
                  <a:lnTo>
                    <a:pt x="382168" y="5729474"/>
                  </a:lnTo>
                  <a:lnTo>
                    <a:pt x="382276" y="5729474"/>
                  </a:lnTo>
                  <a:lnTo>
                    <a:pt x="382384" y="5729474"/>
                  </a:lnTo>
                  <a:lnTo>
                    <a:pt x="382493" y="5729474"/>
                  </a:lnTo>
                  <a:lnTo>
                    <a:pt x="382601" y="5729474"/>
                  </a:lnTo>
                  <a:lnTo>
                    <a:pt x="382601" y="5728850"/>
                  </a:lnTo>
                  <a:lnTo>
                    <a:pt x="382710" y="5728850"/>
                  </a:lnTo>
                  <a:lnTo>
                    <a:pt x="382818" y="5728850"/>
                  </a:lnTo>
                  <a:lnTo>
                    <a:pt x="382818" y="5728227"/>
                  </a:lnTo>
                  <a:lnTo>
                    <a:pt x="382927" y="5728227"/>
                  </a:lnTo>
                  <a:lnTo>
                    <a:pt x="383035" y="5728227"/>
                  </a:lnTo>
                  <a:lnTo>
                    <a:pt x="383144" y="5728227"/>
                  </a:lnTo>
                  <a:lnTo>
                    <a:pt x="383144" y="5727603"/>
                  </a:lnTo>
                  <a:lnTo>
                    <a:pt x="383252" y="5727603"/>
                  </a:lnTo>
                  <a:lnTo>
                    <a:pt x="383361" y="5727603"/>
                  </a:lnTo>
                  <a:lnTo>
                    <a:pt x="383361" y="5726980"/>
                  </a:lnTo>
                  <a:lnTo>
                    <a:pt x="383469" y="5726980"/>
                  </a:lnTo>
                  <a:lnTo>
                    <a:pt x="383577" y="5726980"/>
                  </a:lnTo>
                  <a:lnTo>
                    <a:pt x="383686" y="5726980"/>
                  </a:lnTo>
                  <a:lnTo>
                    <a:pt x="383686" y="5726356"/>
                  </a:lnTo>
                  <a:lnTo>
                    <a:pt x="383794" y="5726356"/>
                  </a:lnTo>
                  <a:lnTo>
                    <a:pt x="383903" y="5726356"/>
                  </a:lnTo>
                  <a:lnTo>
                    <a:pt x="383903" y="5725732"/>
                  </a:lnTo>
                  <a:lnTo>
                    <a:pt x="384011" y="5725732"/>
                  </a:lnTo>
                  <a:lnTo>
                    <a:pt x="384120" y="5725732"/>
                  </a:lnTo>
                  <a:lnTo>
                    <a:pt x="384228" y="5725732"/>
                  </a:lnTo>
                  <a:lnTo>
                    <a:pt x="384337" y="5725732"/>
                  </a:lnTo>
                  <a:lnTo>
                    <a:pt x="384445" y="5725732"/>
                  </a:lnTo>
                  <a:lnTo>
                    <a:pt x="384553" y="5725732"/>
                  </a:lnTo>
                  <a:lnTo>
                    <a:pt x="384662" y="5725732"/>
                  </a:lnTo>
                  <a:lnTo>
                    <a:pt x="384662" y="5725109"/>
                  </a:lnTo>
                  <a:lnTo>
                    <a:pt x="384770" y="5725109"/>
                  </a:lnTo>
                  <a:lnTo>
                    <a:pt x="384879" y="5725109"/>
                  </a:lnTo>
                  <a:lnTo>
                    <a:pt x="384987" y="5725109"/>
                  </a:lnTo>
                  <a:lnTo>
                    <a:pt x="385096" y="5725109"/>
                  </a:lnTo>
                  <a:lnTo>
                    <a:pt x="385204" y="5725109"/>
                  </a:lnTo>
                  <a:lnTo>
                    <a:pt x="385313" y="5725109"/>
                  </a:lnTo>
                  <a:lnTo>
                    <a:pt x="385421" y="5725109"/>
                  </a:lnTo>
                  <a:lnTo>
                    <a:pt x="385529" y="5725109"/>
                  </a:lnTo>
                  <a:lnTo>
                    <a:pt x="385638" y="5725109"/>
                  </a:lnTo>
                  <a:lnTo>
                    <a:pt x="385746" y="5725109"/>
                  </a:lnTo>
                  <a:lnTo>
                    <a:pt x="385855" y="5725109"/>
                  </a:lnTo>
                  <a:lnTo>
                    <a:pt x="385963" y="5725109"/>
                  </a:lnTo>
                  <a:lnTo>
                    <a:pt x="386072" y="5725109"/>
                  </a:lnTo>
                  <a:lnTo>
                    <a:pt x="386180" y="5725109"/>
                  </a:lnTo>
                  <a:lnTo>
                    <a:pt x="386289" y="5725109"/>
                  </a:lnTo>
                  <a:lnTo>
                    <a:pt x="386397" y="5725109"/>
                  </a:lnTo>
                  <a:lnTo>
                    <a:pt x="386505" y="5725109"/>
                  </a:lnTo>
                  <a:lnTo>
                    <a:pt x="386614" y="5725109"/>
                  </a:lnTo>
                  <a:lnTo>
                    <a:pt x="386614" y="5724485"/>
                  </a:lnTo>
                  <a:lnTo>
                    <a:pt x="386722" y="5724485"/>
                  </a:lnTo>
                  <a:lnTo>
                    <a:pt x="386831" y="5724485"/>
                  </a:lnTo>
                  <a:lnTo>
                    <a:pt x="386939" y="5724485"/>
                  </a:lnTo>
                  <a:lnTo>
                    <a:pt x="387048" y="5724485"/>
                  </a:lnTo>
                  <a:lnTo>
                    <a:pt x="387156" y="5724485"/>
                  </a:lnTo>
                  <a:lnTo>
                    <a:pt x="387156" y="5723862"/>
                  </a:lnTo>
                  <a:lnTo>
                    <a:pt x="387265" y="5723862"/>
                  </a:lnTo>
                  <a:lnTo>
                    <a:pt x="387265" y="5723238"/>
                  </a:lnTo>
                  <a:lnTo>
                    <a:pt x="387265" y="5722614"/>
                  </a:lnTo>
                  <a:lnTo>
                    <a:pt x="387265" y="5721991"/>
                  </a:lnTo>
                  <a:lnTo>
                    <a:pt x="387265" y="5721367"/>
                  </a:lnTo>
                  <a:lnTo>
                    <a:pt x="387373" y="5721367"/>
                  </a:lnTo>
                  <a:lnTo>
                    <a:pt x="387482" y="5721367"/>
                  </a:lnTo>
                  <a:lnTo>
                    <a:pt x="387482" y="5720744"/>
                  </a:lnTo>
                  <a:lnTo>
                    <a:pt x="387590" y="5720744"/>
                  </a:lnTo>
                  <a:lnTo>
                    <a:pt x="387590" y="5720120"/>
                  </a:lnTo>
                  <a:lnTo>
                    <a:pt x="387698" y="5720120"/>
                  </a:lnTo>
                  <a:lnTo>
                    <a:pt x="387698" y="5719497"/>
                  </a:lnTo>
                  <a:lnTo>
                    <a:pt x="387698" y="5718873"/>
                  </a:lnTo>
                  <a:lnTo>
                    <a:pt x="387807" y="5718873"/>
                  </a:lnTo>
                  <a:lnTo>
                    <a:pt x="387915" y="5718873"/>
                  </a:lnTo>
                  <a:lnTo>
                    <a:pt x="387915" y="5718249"/>
                  </a:lnTo>
                  <a:lnTo>
                    <a:pt x="388024" y="5718249"/>
                  </a:lnTo>
                  <a:lnTo>
                    <a:pt x="388132" y="5718249"/>
                  </a:lnTo>
                  <a:lnTo>
                    <a:pt x="388132" y="5717626"/>
                  </a:lnTo>
                  <a:lnTo>
                    <a:pt x="388241" y="5717626"/>
                  </a:lnTo>
                  <a:lnTo>
                    <a:pt x="388349" y="5717626"/>
                  </a:lnTo>
                  <a:lnTo>
                    <a:pt x="388458" y="5717626"/>
                  </a:lnTo>
                  <a:lnTo>
                    <a:pt x="388566" y="5717626"/>
                  </a:lnTo>
                  <a:lnTo>
                    <a:pt x="388674" y="5717626"/>
                  </a:lnTo>
                  <a:lnTo>
                    <a:pt x="388783" y="5717626"/>
                  </a:lnTo>
                  <a:lnTo>
                    <a:pt x="388891" y="5717626"/>
                  </a:lnTo>
                  <a:lnTo>
                    <a:pt x="389000" y="5717626"/>
                  </a:lnTo>
                  <a:lnTo>
                    <a:pt x="389108" y="5717626"/>
                  </a:lnTo>
                  <a:lnTo>
                    <a:pt x="389217" y="5717626"/>
                  </a:lnTo>
                  <a:lnTo>
                    <a:pt x="389325" y="5717626"/>
                  </a:lnTo>
                  <a:lnTo>
                    <a:pt x="389434" y="5717626"/>
                  </a:lnTo>
                  <a:lnTo>
                    <a:pt x="389542" y="5717626"/>
                  </a:lnTo>
                  <a:lnTo>
                    <a:pt x="389650" y="5717626"/>
                  </a:lnTo>
                  <a:lnTo>
                    <a:pt x="389759" y="5717626"/>
                  </a:lnTo>
                  <a:lnTo>
                    <a:pt x="389867" y="5717626"/>
                  </a:lnTo>
                  <a:lnTo>
                    <a:pt x="389976" y="5717626"/>
                  </a:lnTo>
                  <a:lnTo>
                    <a:pt x="390084" y="5717626"/>
                  </a:lnTo>
                  <a:lnTo>
                    <a:pt x="390193" y="5717626"/>
                  </a:lnTo>
                  <a:lnTo>
                    <a:pt x="390301" y="5717626"/>
                  </a:lnTo>
                  <a:lnTo>
                    <a:pt x="390301" y="5717002"/>
                  </a:lnTo>
                  <a:lnTo>
                    <a:pt x="390410" y="5717002"/>
                  </a:lnTo>
                  <a:lnTo>
                    <a:pt x="390518" y="5717002"/>
                  </a:lnTo>
                  <a:lnTo>
                    <a:pt x="390626" y="5717002"/>
                  </a:lnTo>
                  <a:lnTo>
                    <a:pt x="390626" y="5716379"/>
                  </a:lnTo>
                  <a:lnTo>
                    <a:pt x="390735" y="5716379"/>
                  </a:lnTo>
                  <a:lnTo>
                    <a:pt x="390843" y="5716379"/>
                  </a:lnTo>
                  <a:lnTo>
                    <a:pt x="390952" y="5716379"/>
                  </a:lnTo>
                  <a:lnTo>
                    <a:pt x="390952" y="5715755"/>
                  </a:lnTo>
                  <a:lnTo>
                    <a:pt x="391060" y="5715755"/>
                  </a:lnTo>
                  <a:lnTo>
                    <a:pt x="391169" y="5715755"/>
                  </a:lnTo>
                  <a:lnTo>
                    <a:pt x="391169" y="5715131"/>
                  </a:lnTo>
                  <a:lnTo>
                    <a:pt x="391277" y="5715131"/>
                  </a:lnTo>
                  <a:lnTo>
                    <a:pt x="391386" y="5715131"/>
                  </a:lnTo>
                  <a:lnTo>
                    <a:pt x="391386" y="5714508"/>
                  </a:lnTo>
                  <a:lnTo>
                    <a:pt x="391386" y="5713884"/>
                  </a:lnTo>
                  <a:lnTo>
                    <a:pt x="391494" y="5713884"/>
                  </a:lnTo>
                  <a:lnTo>
                    <a:pt x="391494" y="5713261"/>
                  </a:lnTo>
                  <a:lnTo>
                    <a:pt x="391602" y="5713261"/>
                  </a:lnTo>
                  <a:lnTo>
                    <a:pt x="391711" y="5713261"/>
                  </a:lnTo>
                  <a:lnTo>
                    <a:pt x="391711" y="5712637"/>
                  </a:lnTo>
                  <a:lnTo>
                    <a:pt x="391819" y="5712637"/>
                  </a:lnTo>
                  <a:lnTo>
                    <a:pt x="391928" y="5712637"/>
                  </a:lnTo>
                  <a:lnTo>
                    <a:pt x="392036" y="5712637"/>
                  </a:lnTo>
                  <a:lnTo>
                    <a:pt x="392036" y="5712014"/>
                  </a:lnTo>
                  <a:lnTo>
                    <a:pt x="392145" y="5712014"/>
                  </a:lnTo>
                  <a:lnTo>
                    <a:pt x="392253" y="5712014"/>
                  </a:lnTo>
                  <a:lnTo>
                    <a:pt x="392362" y="5712014"/>
                  </a:lnTo>
                  <a:lnTo>
                    <a:pt x="392470" y="5712014"/>
                  </a:lnTo>
                  <a:lnTo>
                    <a:pt x="392579" y="5712014"/>
                  </a:lnTo>
                  <a:lnTo>
                    <a:pt x="392579" y="5711390"/>
                  </a:lnTo>
                  <a:lnTo>
                    <a:pt x="392579" y="5710766"/>
                  </a:lnTo>
                  <a:lnTo>
                    <a:pt x="392687" y="5710766"/>
                  </a:lnTo>
                  <a:lnTo>
                    <a:pt x="392795" y="5710766"/>
                  </a:lnTo>
                  <a:lnTo>
                    <a:pt x="392904" y="5710766"/>
                  </a:lnTo>
                  <a:lnTo>
                    <a:pt x="392904" y="5710143"/>
                  </a:lnTo>
                  <a:lnTo>
                    <a:pt x="393012" y="5710143"/>
                  </a:lnTo>
                  <a:lnTo>
                    <a:pt x="393012" y="5709519"/>
                  </a:lnTo>
                  <a:lnTo>
                    <a:pt x="393121" y="5709519"/>
                  </a:lnTo>
                  <a:lnTo>
                    <a:pt x="393229" y="5709519"/>
                  </a:lnTo>
                  <a:lnTo>
                    <a:pt x="393338" y="5709519"/>
                  </a:lnTo>
                  <a:lnTo>
                    <a:pt x="393446" y="5709519"/>
                  </a:lnTo>
                  <a:lnTo>
                    <a:pt x="393446" y="5708896"/>
                  </a:lnTo>
                  <a:lnTo>
                    <a:pt x="393555" y="5708896"/>
                  </a:lnTo>
                  <a:lnTo>
                    <a:pt x="393663" y="5708896"/>
                  </a:lnTo>
                  <a:lnTo>
                    <a:pt x="393663" y="5708272"/>
                  </a:lnTo>
                  <a:lnTo>
                    <a:pt x="393771" y="5708272"/>
                  </a:lnTo>
                  <a:lnTo>
                    <a:pt x="393771" y="5707648"/>
                  </a:lnTo>
                  <a:lnTo>
                    <a:pt x="393880" y="5707648"/>
                  </a:lnTo>
                  <a:lnTo>
                    <a:pt x="393880" y="5707025"/>
                  </a:lnTo>
                  <a:lnTo>
                    <a:pt x="393988" y="5707025"/>
                  </a:lnTo>
                  <a:lnTo>
                    <a:pt x="394097" y="5707025"/>
                  </a:lnTo>
                  <a:lnTo>
                    <a:pt x="394205" y="5707025"/>
                  </a:lnTo>
                  <a:lnTo>
                    <a:pt x="394314" y="5707025"/>
                  </a:lnTo>
                  <a:lnTo>
                    <a:pt x="394422" y="5707025"/>
                  </a:lnTo>
                  <a:lnTo>
                    <a:pt x="394531" y="5707025"/>
                  </a:lnTo>
                  <a:lnTo>
                    <a:pt x="394531" y="5706401"/>
                  </a:lnTo>
                  <a:lnTo>
                    <a:pt x="394531" y="5705778"/>
                  </a:lnTo>
                  <a:lnTo>
                    <a:pt x="394639" y="5705778"/>
                  </a:lnTo>
                  <a:lnTo>
                    <a:pt x="394747" y="5705778"/>
                  </a:lnTo>
                  <a:lnTo>
                    <a:pt x="394856" y="5705778"/>
                  </a:lnTo>
                  <a:lnTo>
                    <a:pt x="394964" y="5705778"/>
                  </a:lnTo>
                  <a:lnTo>
                    <a:pt x="394964" y="5705154"/>
                  </a:lnTo>
                  <a:lnTo>
                    <a:pt x="395073" y="5705154"/>
                  </a:lnTo>
                  <a:lnTo>
                    <a:pt x="395073" y="5704531"/>
                  </a:lnTo>
                  <a:lnTo>
                    <a:pt x="395181" y="5704531"/>
                  </a:lnTo>
                  <a:lnTo>
                    <a:pt x="395181" y="5703907"/>
                  </a:lnTo>
                  <a:lnTo>
                    <a:pt x="395290" y="5703907"/>
                  </a:lnTo>
                  <a:lnTo>
                    <a:pt x="395398" y="5703907"/>
                  </a:lnTo>
                  <a:lnTo>
                    <a:pt x="395398" y="5703283"/>
                  </a:lnTo>
                  <a:lnTo>
                    <a:pt x="395507" y="5703283"/>
                  </a:lnTo>
                  <a:lnTo>
                    <a:pt x="395507" y="5702660"/>
                  </a:lnTo>
                  <a:lnTo>
                    <a:pt x="395615" y="5702660"/>
                  </a:lnTo>
                  <a:lnTo>
                    <a:pt x="395723" y="5702660"/>
                  </a:lnTo>
                  <a:lnTo>
                    <a:pt x="395832" y="5702660"/>
                  </a:lnTo>
                  <a:lnTo>
                    <a:pt x="395940" y="5702660"/>
                  </a:lnTo>
                  <a:lnTo>
                    <a:pt x="396049" y="5702660"/>
                  </a:lnTo>
                  <a:lnTo>
                    <a:pt x="396157" y="5702660"/>
                  </a:lnTo>
                  <a:lnTo>
                    <a:pt x="396266" y="5702660"/>
                  </a:lnTo>
                  <a:lnTo>
                    <a:pt x="396374" y="5702660"/>
                  </a:lnTo>
                  <a:lnTo>
                    <a:pt x="396483" y="5702660"/>
                  </a:lnTo>
                  <a:lnTo>
                    <a:pt x="396591" y="5702660"/>
                  </a:lnTo>
                  <a:lnTo>
                    <a:pt x="396700" y="5702660"/>
                  </a:lnTo>
                  <a:lnTo>
                    <a:pt x="396808" y="5702660"/>
                  </a:lnTo>
                  <a:lnTo>
                    <a:pt x="396916" y="5702660"/>
                  </a:lnTo>
                  <a:lnTo>
                    <a:pt x="397025" y="5702660"/>
                  </a:lnTo>
                  <a:lnTo>
                    <a:pt x="397133" y="5702660"/>
                  </a:lnTo>
                  <a:lnTo>
                    <a:pt x="397242" y="5702660"/>
                  </a:lnTo>
                  <a:lnTo>
                    <a:pt x="397350" y="5702660"/>
                  </a:lnTo>
                  <a:lnTo>
                    <a:pt x="397459" y="5702660"/>
                  </a:lnTo>
                  <a:lnTo>
                    <a:pt x="397567" y="5702660"/>
                  </a:lnTo>
                  <a:lnTo>
                    <a:pt x="397676" y="5702660"/>
                  </a:lnTo>
                  <a:lnTo>
                    <a:pt x="397676" y="5702036"/>
                  </a:lnTo>
                  <a:lnTo>
                    <a:pt x="397784" y="5702036"/>
                  </a:lnTo>
                  <a:lnTo>
                    <a:pt x="397892" y="5702036"/>
                  </a:lnTo>
                  <a:lnTo>
                    <a:pt x="398001" y="5702036"/>
                  </a:lnTo>
                  <a:lnTo>
                    <a:pt x="398109" y="5702036"/>
                  </a:lnTo>
                  <a:lnTo>
                    <a:pt x="398218" y="5702036"/>
                  </a:lnTo>
                  <a:lnTo>
                    <a:pt x="398326" y="5702036"/>
                  </a:lnTo>
                  <a:lnTo>
                    <a:pt x="398326" y="5701413"/>
                  </a:lnTo>
                  <a:lnTo>
                    <a:pt x="398435" y="5701413"/>
                  </a:lnTo>
                  <a:lnTo>
                    <a:pt x="398543" y="5701413"/>
                  </a:lnTo>
                  <a:lnTo>
                    <a:pt x="398652" y="5701413"/>
                  </a:lnTo>
                  <a:lnTo>
                    <a:pt x="398760" y="5701413"/>
                  </a:lnTo>
                  <a:lnTo>
                    <a:pt x="398868" y="5701413"/>
                  </a:lnTo>
                  <a:lnTo>
                    <a:pt x="398868" y="5700789"/>
                  </a:lnTo>
                  <a:lnTo>
                    <a:pt x="398977" y="5700789"/>
                  </a:lnTo>
                  <a:lnTo>
                    <a:pt x="399085" y="5700789"/>
                  </a:lnTo>
                  <a:lnTo>
                    <a:pt x="399194" y="5700789"/>
                  </a:lnTo>
                  <a:lnTo>
                    <a:pt x="399302" y="5700789"/>
                  </a:lnTo>
                  <a:lnTo>
                    <a:pt x="399411" y="5700789"/>
                  </a:lnTo>
                  <a:lnTo>
                    <a:pt x="399411" y="5700165"/>
                  </a:lnTo>
                  <a:lnTo>
                    <a:pt x="399519" y="5700165"/>
                  </a:lnTo>
                  <a:lnTo>
                    <a:pt x="399628" y="5700165"/>
                  </a:lnTo>
                  <a:lnTo>
                    <a:pt x="399628" y="5699542"/>
                  </a:lnTo>
                  <a:lnTo>
                    <a:pt x="399736" y="5699542"/>
                  </a:lnTo>
                  <a:lnTo>
                    <a:pt x="399844" y="5699542"/>
                  </a:lnTo>
                  <a:lnTo>
                    <a:pt x="399953" y="5699542"/>
                  </a:lnTo>
                  <a:lnTo>
                    <a:pt x="400061" y="5699542"/>
                  </a:lnTo>
                  <a:lnTo>
                    <a:pt x="400170" y="5699542"/>
                  </a:lnTo>
                  <a:lnTo>
                    <a:pt x="400278" y="5699542"/>
                  </a:lnTo>
                  <a:lnTo>
                    <a:pt x="400278" y="5698918"/>
                  </a:lnTo>
                  <a:lnTo>
                    <a:pt x="400278" y="5698295"/>
                  </a:lnTo>
                  <a:lnTo>
                    <a:pt x="400387" y="5698295"/>
                  </a:lnTo>
                  <a:lnTo>
                    <a:pt x="400495" y="5698295"/>
                  </a:lnTo>
                  <a:lnTo>
                    <a:pt x="400495" y="5697671"/>
                  </a:lnTo>
                  <a:lnTo>
                    <a:pt x="400495" y="5697048"/>
                  </a:lnTo>
                  <a:lnTo>
                    <a:pt x="400604" y="5697048"/>
                  </a:lnTo>
                  <a:lnTo>
                    <a:pt x="400712" y="5697048"/>
                  </a:lnTo>
                  <a:lnTo>
                    <a:pt x="400821" y="5697048"/>
                  </a:lnTo>
                  <a:lnTo>
                    <a:pt x="400929" y="5697048"/>
                  </a:lnTo>
                  <a:lnTo>
                    <a:pt x="401037" y="5697048"/>
                  </a:lnTo>
                  <a:lnTo>
                    <a:pt x="401146" y="5697048"/>
                  </a:lnTo>
                  <a:lnTo>
                    <a:pt x="401254" y="5697048"/>
                  </a:lnTo>
                  <a:lnTo>
                    <a:pt x="401363" y="5697048"/>
                  </a:lnTo>
                  <a:lnTo>
                    <a:pt x="401471" y="5697048"/>
                  </a:lnTo>
                  <a:lnTo>
                    <a:pt x="401580" y="5697048"/>
                  </a:lnTo>
                  <a:lnTo>
                    <a:pt x="401688" y="5697048"/>
                  </a:lnTo>
                  <a:lnTo>
                    <a:pt x="401688" y="5696424"/>
                  </a:lnTo>
                  <a:lnTo>
                    <a:pt x="401797" y="5696424"/>
                  </a:lnTo>
                  <a:lnTo>
                    <a:pt x="401905" y="5696424"/>
                  </a:lnTo>
                  <a:lnTo>
                    <a:pt x="402013" y="5696424"/>
                  </a:lnTo>
                  <a:lnTo>
                    <a:pt x="402013" y="5695800"/>
                  </a:lnTo>
                  <a:lnTo>
                    <a:pt x="402122" y="5695800"/>
                  </a:lnTo>
                  <a:lnTo>
                    <a:pt x="402230" y="5695800"/>
                  </a:lnTo>
                  <a:lnTo>
                    <a:pt x="402339" y="5695800"/>
                  </a:lnTo>
                  <a:lnTo>
                    <a:pt x="402447" y="5695800"/>
                  </a:lnTo>
                  <a:lnTo>
                    <a:pt x="402556" y="5695800"/>
                  </a:lnTo>
                  <a:lnTo>
                    <a:pt x="402664" y="5695800"/>
                  </a:lnTo>
                  <a:lnTo>
                    <a:pt x="402773" y="5695800"/>
                  </a:lnTo>
                  <a:lnTo>
                    <a:pt x="402881" y="5695800"/>
                  </a:lnTo>
                  <a:lnTo>
                    <a:pt x="402989" y="5695800"/>
                  </a:lnTo>
                  <a:lnTo>
                    <a:pt x="403098" y="5695800"/>
                  </a:lnTo>
                  <a:lnTo>
                    <a:pt x="403206" y="5695800"/>
                  </a:lnTo>
                  <a:lnTo>
                    <a:pt x="403315" y="5695800"/>
                  </a:lnTo>
                  <a:lnTo>
                    <a:pt x="403423" y="5695800"/>
                  </a:lnTo>
                  <a:lnTo>
                    <a:pt x="403532" y="5695800"/>
                  </a:lnTo>
                  <a:lnTo>
                    <a:pt x="403640" y="5695800"/>
                  </a:lnTo>
                  <a:lnTo>
                    <a:pt x="403640" y="5695177"/>
                  </a:lnTo>
                  <a:lnTo>
                    <a:pt x="403749" y="5695177"/>
                  </a:lnTo>
                  <a:lnTo>
                    <a:pt x="403857" y="5695177"/>
                  </a:lnTo>
                  <a:lnTo>
                    <a:pt x="403965" y="5695177"/>
                  </a:lnTo>
                  <a:lnTo>
                    <a:pt x="404074" y="5695177"/>
                  </a:lnTo>
                  <a:lnTo>
                    <a:pt x="404074" y="5694553"/>
                  </a:lnTo>
                  <a:lnTo>
                    <a:pt x="404182" y="5694553"/>
                  </a:lnTo>
                  <a:lnTo>
                    <a:pt x="404291" y="5694553"/>
                  </a:lnTo>
                  <a:lnTo>
                    <a:pt x="404399" y="5694553"/>
                  </a:lnTo>
                  <a:lnTo>
                    <a:pt x="404399" y="5693930"/>
                  </a:lnTo>
                  <a:lnTo>
                    <a:pt x="404508" y="5693930"/>
                  </a:lnTo>
                  <a:lnTo>
                    <a:pt x="404616" y="5693930"/>
                  </a:lnTo>
                  <a:lnTo>
                    <a:pt x="404616" y="5693306"/>
                  </a:lnTo>
                  <a:lnTo>
                    <a:pt x="404725" y="5693306"/>
                  </a:lnTo>
                  <a:lnTo>
                    <a:pt x="404833" y="5693306"/>
                  </a:lnTo>
                  <a:lnTo>
                    <a:pt x="404942" y="5693306"/>
                  </a:lnTo>
                  <a:lnTo>
                    <a:pt x="405050" y="5693306"/>
                  </a:lnTo>
                  <a:lnTo>
                    <a:pt x="405158" y="5693306"/>
                  </a:lnTo>
                  <a:lnTo>
                    <a:pt x="405267" y="5693306"/>
                  </a:lnTo>
                  <a:lnTo>
                    <a:pt x="405375" y="5693306"/>
                  </a:lnTo>
                  <a:lnTo>
                    <a:pt x="405484" y="5693306"/>
                  </a:lnTo>
                  <a:lnTo>
                    <a:pt x="405592" y="5693306"/>
                  </a:lnTo>
                  <a:lnTo>
                    <a:pt x="405701" y="5693306"/>
                  </a:lnTo>
                  <a:lnTo>
                    <a:pt x="405809" y="5693306"/>
                  </a:lnTo>
                  <a:lnTo>
                    <a:pt x="405918" y="5693306"/>
                  </a:lnTo>
                  <a:lnTo>
                    <a:pt x="406026" y="5693306"/>
                  </a:lnTo>
                  <a:lnTo>
                    <a:pt x="406134" y="5693306"/>
                  </a:lnTo>
                  <a:lnTo>
                    <a:pt x="406243" y="5693306"/>
                  </a:lnTo>
                  <a:lnTo>
                    <a:pt x="406351" y="5693306"/>
                  </a:lnTo>
                  <a:lnTo>
                    <a:pt x="406351" y="5692682"/>
                  </a:lnTo>
                  <a:lnTo>
                    <a:pt x="406460" y="5692682"/>
                  </a:lnTo>
                  <a:lnTo>
                    <a:pt x="406568" y="5692682"/>
                  </a:lnTo>
                  <a:lnTo>
                    <a:pt x="406677" y="5692682"/>
                  </a:lnTo>
                  <a:lnTo>
                    <a:pt x="406785" y="5692682"/>
                  </a:lnTo>
                  <a:lnTo>
                    <a:pt x="406894" y="5692682"/>
                  </a:lnTo>
                  <a:lnTo>
                    <a:pt x="407002" y="5692682"/>
                  </a:lnTo>
                  <a:lnTo>
                    <a:pt x="407110" y="5692682"/>
                  </a:lnTo>
                  <a:lnTo>
                    <a:pt x="407219" y="5692682"/>
                  </a:lnTo>
                  <a:lnTo>
                    <a:pt x="407327" y="5692682"/>
                  </a:lnTo>
                  <a:lnTo>
                    <a:pt x="407436" y="5692682"/>
                  </a:lnTo>
                  <a:lnTo>
                    <a:pt x="407544" y="5692682"/>
                  </a:lnTo>
                  <a:lnTo>
                    <a:pt x="407544" y="5692059"/>
                  </a:lnTo>
                  <a:lnTo>
                    <a:pt x="407653" y="5692059"/>
                  </a:lnTo>
                  <a:lnTo>
                    <a:pt x="407761" y="5692059"/>
                  </a:lnTo>
                  <a:lnTo>
                    <a:pt x="407870" y="5692059"/>
                  </a:lnTo>
                  <a:lnTo>
                    <a:pt x="407978" y="5692059"/>
                  </a:lnTo>
                  <a:lnTo>
                    <a:pt x="407978" y="5691435"/>
                  </a:lnTo>
                  <a:lnTo>
                    <a:pt x="408086" y="5691435"/>
                  </a:lnTo>
                  <a:lnTo>
                    <a:pt x="408086" y="5690812"/>
                  </a:lnTo>
                  <a:lnTo>
                    <a:pt x="408086" y="5690188"/>
                  </a:lnTo>
                  <a:lnTo>
                    <a:pt x="408086" y="5689565"/>
                  </a:lnTo>
                  <a:lnTo>
                    <a:pt x="408195" y="5689565"/>
                  </a:lnTo>
                  <a:lnTo>
                    <a:pt x="408303" y="5689565"/>
                  </a:lnTo>
                  <a:lnTo>
                    <a:pt x="408412" y="5689565"/>
                  </a:lnTo>
                  <a:lnTo>
                    <a:pt x="408520" y="5689565"/>
                  </a:lnTo>
                  <a:lnTo>
                    <a:pt x="408629" y="5689565"/>
                  </a:lnTo>
                  <a:lnTo>
                    <a:pt x="408737" y="5689565"/>
                  </a:lnTo>
                  <a:lnTo>
                    <a:pt x="408846" y="5689565"/>
                  </a:lnTo>
                  <a:lnTo>
                    <a:pt x="408954" y="5689565"/>
                  </a:lnTo>
                  <a:lnTo>
                    <a:pt x="409063" y="5689565"/>
                  </a:lnTo>
                  <a:lnTo>
                    <a:pt x="409171" y="5689565"/>
                  </a:lnTo>
                  <a:lnTo>
                    <a:pt x="409279" y="5689565"/>
                  </a:lnTo>
                  <a:lnTo>
                    <a:pt x="409388" y="5689565"/>
                  </a:lnTo>
                  <a:lnTo>
                    <a:pt x="409496" y="5689565"/>
                  </a:lnTo>
                  <a:lnTo>
                    <a:pt x="409496" y="5688941"/>
                  </a:lnTo>
                  <a:lnTo>
                    <a:pt x="409605" y="5688941"/>
                  </a:lnTo>
                  <a:lnTo>
                    <a:pt x="409713" y="5688941"/>
                  </a:lnTo>
                  <a:lnTo>
                    <a:pt x="409713" y="5688317"/>
                  </a:lnTo>
                  <a:lnTo>
                    <a:pt x="409822" y="5688317"/>
                  </a:lnTo>
                  <a:lnTo>
                    <a:pt x="409930" y="5688317"/>
                  </a:lnTo>
                  <a:lnTo>
                    <a:pt x="409930" y="5687694"/>
                  </a:lnTo>
                  <a:lnTo>
                    <a:pt x="410039" y="5687694"/>
                  </a:lnTo>
                  <a:lnTo>
                    <a:pt x="410147" y="5687694"/>
                  </a:lnTo>
                  <a:lnTo>
                    <a:pt x="410255" y="5687694"/>
                  </a:lnTo>
                  <a:lnTo>
                    <a:pt x="410255" y="5687070"/>
                  </a:lnTo>
                  <a:lnTo>
                    <a:pt x="410364" y="5687070"/>
                  </a:lnTo>
                  <a:lnTo>
                    <a:pt x="410472" y="5687070"/>
                  </a:lnTo>
                  <a:lnTo>
                    <a:pt x="410581" y="5687070"/>
                  </a:lnTo>
                  <a:lnTo>
                    <a:pt x="410689" y="5687070"/>
                  </a:lnTo>
                  <a:lnTo>
                    <a:pt x="410689" y="5686447"/>
                  </a:lnTo>
                  <a:lnTo>
                    <a:pt x="410689" y="5685823"/>
                  </a:lnTo>
                  <a:lnTo>
                    <a:pt x="410798" y="5685823"/>
                  </a:lnTo>
                  <a:lnTo>
                    <a:pt x="410798" y="5685200"/>
                  </a:lnTo>
                  <a:lnTo>
                    <a:pt x="410906" y="5685200"/>
                  </a:lnTo>
                  <a:lnTo>
                    <a:pt x="411015" y="5685200"/>
                  </a:lnTo>
                  <a:lnTo>
                    <a:pt x="411015" y="5684576"/>
                  </a:lnTo>
                  <a:lnTo>
                    <a:pt x="411015" y="5683952"/>
                  </a:lnTo>
                  <a:lnTo>
                    <a:pt x="411123" y="5683952"/>
                  </a:lnTo>
                  <a:lnTo>
                    <a:pt x="411231" y="5683952"/>
                  </a:lnTo>
                  <a:lnTo>
                    <a:pt x="411340" y="5683952"/>
                  </a:lnTo>
                  <a:lnTo>
                    <a:pt x="411448" y="5683952"/>
                  </a:lnTo>
                  <a:lnTo>
                    <a:pt x="411557" y="5683952"/>
                  </a:lnTo>
                  <a:lnTo>
                    <a:pt x="411665" y="5683952"/>
                  </a:lnTo>
                  <a:lnTo>
                    <a:pt x="411774" y="5683952"/>
                  </a:lnTo>
                  <a:lnTo>
                    <a:pt x="411882" y="5683952"/>
                  </a:lnTo>
                  <a:lnTo>
                    <a:pt x="411991" y="5683952"/>
                  </a:lnTo>
                  <a:lnTo>
                    <a:pt x="412099" y="5683952"/>
                  </a:lnTo>
                  <a:lnTo>
                    <a:pt x="412207" y="5683952"/>
                  </a:lnTo>
                  <a:lnTo>
                    <a:pt x="412207" y="5683329"/>
                  </a:lnTo>
                  <a:lnTo>
                    <a:pt x="412207" y="5682705"/>
                  </a:lnTo>
                  <a:lnTo>
                    <a:pt x="412316" y="5682705"/>
                  </a:lnTo>
                  <a:lnTo>
                    <a:pt x="412316" y="5682082"/>
                  </a:lnTo>
                  <a:lnTo>
                    <a:pt x="412316" y="5681458"/>
                  </a:lnTo>
                  <a:lnTo>
                    <a:pt x="412424" y="5681458"/>
                  </a:lnTo>
                  <a:lnTo>
                    <a:pt x="412533" y="5681458"/>
                  </a:lnTo>
                  <a:lnTo>
                    <a:pt x="412641" y="5681458"/>
                  </a:lnTo>
                  <a:lnTo>
                    <a:pt x="412750" y="5681458"/>
                  </a:lnTo>
                  <a:lnTo>
                    <a:pt x="412858" y="5681458"/>
                  </a:lnTo>
                  <a:lnTo>
                    <a:pt x="412967" y="5681458"/>
                  </a:lnTo>
                  <a:lnTo>
                    <a:pt x="413075" y="5681458"/>
                  </a:lnTo>
                  <a:lnTo>
                    <a:pt x="413183" y="5681458"/>
                  </a:lnTo>
                  <a:lnTo>
                    <a:pt x="413183" y="5680834"/>
                  </a:lnTo>
                  <a:lnTo>
                    <a:pt x="413292" y="5680834"/>
                  </a:lnTo>
                  <a:lnTo>
                    <a:pt x="413292" y="5680211"/>
                  </a:lnTo>
                  <a:lnTo>
                    <a:pt x="413400" y="5680211"/>
                  </a:lnTo>
                  <a:lnTo>
                    <a:pt x="413509" y="5680211"/>
                  </a:lnTo>
                  <a:lnTo>
                    <a:pt x="413617" y="5680211"/>
                  </a:lnTo>
                  <a:lnTo>
                    <a:pt x="413726" y="5680211"/>
                  </a:lnTo>
                  <a:lnTo>
                    <a:pt x="413834" y="5680211"/>
                  </a:lnTo>
                  <a:lnTo>
                    <a:pt x="413943" y="5680211"/>
                  </a:lnTo>
                  <a:lnTo>
                    <a:pt x="414051" y="5680211"/>
                  </a:lnTo>
                  <a:lnTo>
                    <a:pt x="414160" y="5680211"/>
                  </a:lnTo>
                  <a:lnTo>
                    <a:pt x="414268" y="5680211"/>
                  </a:lnTo>
                  <a:lnTo>
                    <a:pt x="414376" y="5680211"/>
                  </a:lnTo>
                  <a:lnTo>
                    <a:pt x="414376" y="5679587"/>
                  </a:lnTo>
                  <a:lnTo>
                    <a:pt x="414485" y="5679587"/>
                  </a:lnTo>
                  <a:lnTo>
                    <a:pt x="414593" y="5679587"/>
                  </a:lnTo>
                  <a:lnTo>
                    <a:pt x="414593" y="5678964"/>
                  </a:lnTo>
                  <a:lnTo>
                    <a:pt x="414702" y="5678964"/>
                  </a:lnTo>
                  <a:lnTo>
                    <a:pt x="414810" y="5678964"/>
                  </a:lnTo>
                  <a:lnTo>
                    <a:pt x="414810" y="5678340"/>
                  </a:lnTo>
                  <a:lnTo>
                    <a:pt x="414919" y="5678340"/>
                  </a:lnTo>
                  <a:lnTo>
                    <a:pt x="415027" y="5678340"/>
                  </a:lnTo>
                  <a:lnTo>
                    <a:pt x="415136" y="5678340"/>
                  </a:lnTo>
                  <a:lnTo>
                    <a:pt x="415244" y="5678340"/>
                  </a:lnTo>
                  <a:lnTo>
                    <a:pt x="415244" y="5677717"/>
                  </a:lnTo>
                  <a:lnTo>
                    <a:pt x="415352" y="5677717"/>
                  </a:lnTo>
                  <a:lnTo>
                    <a:pt x="415461" y="5677717"/>
                  </a:lnTo>
                  <a:lnTo>
                    <a:pt x="415569" y="5677717"/>
                  </a:lnTo>
                  <a:lnTo>
                    <a:pt x="415569" y="5677093"/>
                  </a:lnTo>
                  <a:lnTo>
                    <a:pt x="415678" y="5677093"/>
                  </a:lnTo>
                  <a:lnTo>
                    <a:pt x="415786" y="5677093"/>
                  </a:lnTo>
                  <a:lnTo>
                    <a:pt x="415895" y="5677093"/>
                  </a:lnTo>
                  <a:lnTo>
                    <a:pt x="416003" y="5677093"/>
                  </a:lnTo>
                  <a:lnTo>
                    <a:pt x="416112" y="5677093"/>
                  </a:lnTo>
                  <a:lnTo>
                    <a:pt x="416220" y="5677093"/>
                  </a:lnTo>
                  <a:lnTo>
                    <a:pt x="416220" y="5676469"/>
                  </a:lnTo>
                  <a:lnTo>
                    <a:pt x="416328" y="5676469"/>
                  </a:lnTo>
                  <a:lnTo>
                    <a:pt x="416437" y="5676469"/>
                  </a:lnTo>
                  <a:lnTo>
                    <a:pt x="416545" y="5676469"/>
                  </a:lnTo>
                  <a:lnTo>
                    <a:pt x="416654" y="5676469"/>
                  </a:lnTo>
                  <a:lnTo>
                    <a:pt x="416762" y="5676469"/>
                  </a:lnTo>
                  <a:lnTo>
                    <a:pt x="416762" y="5675846"/>
                  </a:lnTo>
                  <a:lnTo>
                    <a:pt x="416762" y="5675222"/>
                  </a:lnTo>
                  <a:lnTo>
                    <a:pt x="416762" y="5674599"/>
                  </a:lnTo>
                  <a:lnTo>
                    <a:pt x="416762" y="5673975"/>
                  </a:lnTo>
                  <a:lnTo>
                    <a:pt x="416871" y="5673975"/>
                  </a:lnTo>
                  <a:lnTo>
                    <a:pt x="416979" y="5673975"/>
                  </a:lnTo>
                  <a:lnTo>
                    <a:pt x="416979" y="5673351"/>
                  </a:lnTo>
                  <a:lnTo>
                    <a:pt x="417088" y="5673351"/>
                  </a:lnTo>
                  <a:lnTo>
                    <a:pt x="417196" y="5673351"/>
                  </a:lnTo>
                  <a:lnTo>
                    <a:pt x="417304" y="5673351"/>
                  </a:lnTo>
                  <a:lnTo>
                    <a:pt x="417413" y="5673351"/>
                  </a:lnTo>
                  <a:lnTo>
                    <a:pt x="417521" y="5673351"/>
                  </a:lnTo>
                  <a:lnTo>
                    <a:pt x="417630" y="5673351"/>
                  </a:lnTo>
                  <a:lnTo>
                    <a:pt x="417738" y="5673351"/>
                  </a:lnTo>
                  <a:lnTo>
                    <a:pt x="417738" y="5672728"/>
                  </a:lnTo>
                  <a:lnTo>
                    <a:pt x="417847" y="5672728"/>
                  </a:lnTo>
                  <a:lnTo>
                    <a:pt x="417955" y="5672728"/>
                  </a:lnTo>
                  <a:lnTo>
                    <a:pt x="418064" y="5672728"/>
                  </a:lnTo>
                  <a:lnTo>
                    <a:pt x="418172" y="5672728"/>
                  </a:lnTo>
                  <a:lnTo>
                    <a:pt x="418281" y="5672728"/>
                  </a:lnTo>
                  <a:lnTo>
                    <a:pt x="418389" y="5672728"/>
                  </a:lnTo>
                  <a:lnTo>
                    <a:pt x="418497" y="5672728"/>
                  </a:lnTo>
                  <a:lnTo>
                    <a:pt x="418606" y="5672728"/>
                  </a:lnTo>
                  <a:lnTo>
                    <a:pt x="418714" y="5672728"/>
                  </a:lnTo>
                  <a:lnTo>
                    <a:pt x="418823" y="5672728"/>
                  </a:lnTo>
                  <a:lnTo>
                    <a:pt x="418931" y="5672728"/>
                  </a:lnTo>
                  <a:lnTo>
                    <a:pt x="419040" y="5672728"/>
                  </a:lnTo>
                  <a:lnTo>
                    <a:pt x="419040" y="5672104"/>
                  </a:lnTo>
                  <a:lnTo>
                    <a:pt x="419148" y="5672104"/>
                  </a:lnTo>
                  <a:lnTo>
                    <a:pt x="419257" y="5672104"/>
                  </a:lnTo>
                  <a:lnTo>
                    <a:pt x="419365" y="5672104"/>
                  </a:lnTo>
                  <a:lnTo>
                    <a:pt x="419473" y="5672104"/>
                  </a:lnTo>
                  <a:lnTo>
                    <a:pt x="419582" y="5672104"/>
                  </a:lnTo>
                  <a:lnTo>
                    <a:pt x="419690" y="5672104"/>
                  </a:lnTo>
                  <a:lnTo>
                    <a:pt x="419799" y="5672104"/>
                  </a:lnTo>
                  <a:lnTo>
                    <a:pt x="419907" y="5672104"/>
                  </a:lnTo>
                  <a:lnTo>
                    <a:pt x="420016" y="5672104"/>
                  </a:lnTo>
                  <a:lnTo>
                    <a:pt x="420124" y="5672104"/>
                  </a:lnTo>
                  <a:lnTo>
                    <a:pt x="420233" y="5672104"/>
                  </a:lnTo>
                  <a:lnTo>
                    <a:pt x="420341" y="5672104"/>
                  </a:lnTo>
                  <a:lnTo>
                    <a:pt x="420449" y="5672104"/>
                  </a:lnTo>
                  <a:lnTo>
                    <a:pt x="420558" y="5672104"/>
                  </a:lnTo>
                  <a:lnTo>
                    <a:pt x="420666" y="5672104"/>
                  </a:lnTo>
                  <a:lnTo>
                    <a:pt x="420775" y="5672104"/>
                  </a:lnTo>
                  <a:lnTo>
                    <a:pt x="420883" y="5672104"/>
                  </a:lnTo>
                  <a:lnTo>
                    <a:pt x="420992" y="5672104"/>
                  </a:lnTo>
                  <a:lnTo>
                    <a:pt x="421100" y="5672104"/>
                  </a:lnTo>
                  <a:lnTo>
                    <a:pt x="421209" y="5672104"/>
                  </a:lnTo>
                  <a:lnTo>
                    <a:pt x="421317" y="5672104"/>
                  </a:lnTo>
                  <a:lnTo>
                    <a:pt x="421425" y="5672104"/>
                  </a:lnTo>
                  <a:lnTo>
                    <a:pt x="421534" y="5672104"/>
                  </a:lnTo>
                  <a:lnTo>
                    <a:pt x="421642" y="5672104"/>
                  </a:lnTo>
                  <a:lnTo>
                    <a:pt x="421642" y="5671481"/>
                  </a:lnTo>
                  <a:lnTo>
                    <a:pt x="421642" y="5670857"/>
                  </a:lnTo>
                  <a:lnTo>
                    <a:pt x="421751" y="5670857"/>
                  </a:lnTo>
                  <a:lnTo>
                    <a:pt x="421859" y="5670857"/>
                  </a:lnTo>
                  <a:lnTo>
                    <a:pt x="421859" y="5670234"/>
                  </a:lnTo>
                  <a:lnTo>
                    <a:pt x="421859" y="5669610"/>
                  </a:lnTo>
                  <a:lnTo>
                    <a:pt x="421968" y="5669610"/>
                  </a:lnTo>
                  <a:lnTo>
                    <a:pt x="422076" y="5669610"/>
                  </a:lnTo>
                  <a:lnTo>
                    <a:pt x="422185" y="5669610"/>
                  </a:lnTo>
                  <a:lnTo>
                    <a:pt x="422185" y="5668986"/>
                  </a:lnTo>
                  <a:lnTo>
                    <a:pt x="422293" y="5668986"/>
                  </a:lnTo>
                  <a:lnTo>
                    <a:pt x="422293" y="5668363"/>
                  </a:lnTo>
                  <a:lnTo>
                    <a:pt x="422402" y="5668363"/>
                  </a:lnTo>
                  <a:lnTo>
                    <a:pt x="422510" y="5668363"/>
                  </a:lnTo>
                  <a:lnTo>
                    <a:pt x="422618" y="5668363"/>
                  </a:lnTo>
                  <a:lnTo>
                    <a:pt x="422618" y="5667739"/>
                  </a:lnTo>
                  <a:lnTo>
                    <a:pt x="422727" y="5667739"/>
                  </a:lnTo>
                  <a:lnTo>
                    <a:pt x="422727" y="5667116"/>
                  </a:lnTo>
                  <a:lnTo>
                    <a:pt x="422727" y="5666492"/>
                  </a:lnTo>
                  <a:lnTo>
                    <a:pt x="422835" y="5666492"/>
                  </a:lnTo>
                  <a:lnTo>
                    <a:pt x="422944" y="5666492"/>
                  </a:lnTo>
                  <a:lnTo>
                    <a:pt x="423052" y="5666492"/>
                  </a:lnTo>
                  <a:lnTo>
                    <a:pt x="423161" y="5666492"/>
                  </a:lnTo>
                  <a:lnTo>
                    <a:pt x="423269" y="5666492"/>
                  </a:lnTo>
                  <a:lnTo>
                    <a:pt x="423269" y="5665868"/>
                  </a:lnTo>
                  <a:lnTo>
                    <a:pt x="423378" y="5665868"/>
                  </a:lnTo>
                  <a:lnTo>
                    <a:pt x="423486" y="5665868"/>
                  </a:lnTo>
                  <a:lnTo>
                    <a:pt x="423594" y="5665868"/>
                  </a:lnTo>
                  <a:lnTo>
                    <a:pt x="423703" y="5665868"/>
                  </a:lnTo>
                  <a:lnTo>
                    <a:pt x="423811" y="5665868"/>
                  </a:lnTo>
                  <a:lnTo>
                    <a:pt x="423920" y="5665868"/>
                  </a:lnTo>
                  <a:lnTo>
                    <a:pt x="424028" y="5665868"/>
                  </a:lnTo>
                  <a:lnTo>
                    <a:pt x="424137" y="5665868"/>
                  </a:lnTo>
                  <a:lnTo>
                    <a:pt x="424245" y="5665868"/>
                  </a:lnTo>
                  <a:lnTo>
                    <a:pt x="424354" y="5665868"/>
                  </a:lnTo>
                  <a:lnTo>
                    <a:pt x="424462" y="5665868"/>
                  </a:lnTo>
                  <a:lnTo>
                    <a:pt x="424462" y="5665245"/>
                  </a:lnTo>
                  <a:lnTo>
                    <a:pt x="424570" y="5665245"/>
                  </a:lnTo>
                  <a:lnTo>
                    <a:pt x="424679" y="5665245"/>
                  </a:lnTo>
                  <a:lnTo>
                    <a:pt x="424787" y="5665245"/>
                  </a:lnTo>
                  <a:lnTo>
                    <a:pt x="424896" y="5665245"/>
                  </a:lnTo>
                  <a:lnTo>
                    <a:pt x="424896" y="5664621"/>
                  </a:lnTo>
                  <a:lnTo>
                    <a:pt x="425004" y="5664621"/>
                  </a:lnTo>
                  <a:lnTo>
                    <a:pt x="425113" y="5664621"/>
                  </a:lnTo>
                  <a:lnTo>
                    <a:pt x="425221" y="5664621"/>
                  </a:lnTo>
                  <a:lnTo>
                    <a:pt x="425330" y="5664621"/>
                  </a:lnTo>
                  <a:lnTo>
                    <a:pt x="425438" y="5664621"/>
                  </a:lnTo>
                  <a:lnTo>
                    <a:pt x="425438" y="5663998"/>
                  </a:lnTo>
                  <a:lnTo>
                    <a:pt x="425546" y="5663998"/>
                  </a:lnTo>
                  <a:lnTo>
                    <a:pt x="425655" y="5663998"/>
                  </a:lnTo>
                  <a:lnTo>
                    <a:pt x="425763" y="5663998"/>
                  </a:lnTo>
                  <a:lnTo>
                    <a:pt x="425872" y="5663998"/>
                  </a:lnTo>
                  <a:lnTo>
                    <a:pt x="425980" y="5663998"/>
                  </a:lnTo>
                  <a:lnTo>
                    <a:pt x="426089" y="5663998"/>
                  </a:lnTo>
                  <a:lnTo>
                    <a:pt x="426197" y="5663998"/>
                  </a:lnTo>
                  <a:lnTo>
                    <a:pt x="426306" y="5663998"/>
                  </a:lnTo>
                  <a:lnTo>
                    <a:pt x="426306" y="5663374"/>
                  </a:lnTo>
                  <a:lnTo>
                    <a:pt x="426306" y="5662751"/>
                  </a:lnTo>
                  <a:lnTo>
                    <a:pt x="426306" y="5662127"/>
                  </a:lnTo>
                  <a:lnTo>
                    <a:pt x="426414" y="5662127"/>
                  </a:lnTo>
                  <a:lnTo>
                    <a:pt x="426523" y="5662127"/>
                  </a:lnTo>
                  <a:lnTo>
                    <a:pt x="426631" y="5662127"/>
                  </a:lnTo>
                  <a:lnTo>
                    <a:pt x="426739" y="5662127"/>
                  </a:lnTo>
                  <a:lnTo>
                    <a:pt x="426848" y="5662127"/>
                  </a:lnTo>
                  <a:lnTo>
                    <a:pt x="426848" y="5661503"/>
                  </a:lnTo>
                  <a:lnTo>
                    <a:pt x="426956" y="5661503"/>
                  </a:lnTo>
                  <a:lnTo>
                    <a:pt x="426956" y="5660880"/>
                  </a:lnTo>
                  <a:lnTo>
                    <a:pt x="427065" y="5660880"/>
                  </a:lnTo>
                  <a:lnTo>
                    <a:pt x="427173" y="5660880"/>
                  </a:lnTo>
                  <a:lnTo>
                    <a:pt x="427282" y="5660880"/>
                  </a:lnTo>
                  <a:lnTo>
                    <a:pt x="427390" y="5660880"/>
                  </a:lnTo>
                  <a:lnTo>
                    <a:pt x="427499" y="5660880"/>
                  </a:lnTo>
                  <a:lnTo>
                    <a:pt x="427607" y="5660880"/>
                  </a:lnTo>
                  <a:lnTo>
                    <a:pt x="427715" y="5660880"/>
                  </a:lnTo>
                  <a:lnTo>
                    <a:pt x="427824" y="5660880"/>
                  </a:lnTo>
                  <a:lnTo>
                    <a:pt x="427932" y="5660880"/>
                  </a:lnTo>
                  <a:lnTo>
                    <a:pt x="428041" y="5660880"/>
                  </a:lnTo>
                  <a:lnTo>
                    <a:pt x="428149" y="5660880"/>
                  </a:lnTo>
                  <a:lnTo>
                    <a:pt x="428258" y="5660880"/>
                  </a:lnTo>
                  <a:lnTo>
                    <a:pt x="428366" y="5660880"/>
                  </a:lnTo>
                  <a:lnTo>
                    <a:pt x="428475" y="5660880"/>
                  </a:lnTo>
                  <a:lnTo>
                    <a:pt x="428583" y="5660880"/>
                  </a:lnTo>
                  <a:lnTo>
                    <a:pt x="428691" y="5660880"/>
                  </a:lnTo>
                  <a:lnTo>
                    <a:pt x="428691" y="5660256"/>
                  </a:lnTo>
                  <a:lnTo>
                    <a:pt x="428800" y="5660256"/>
                  </a:lnTo>
                  <a:lnTo>
                    <a:pt x="428908" y="5660256"/>
                  </a:lnTo>
                  <a:lnTo>
                    <a:pt x="429017" y="5660256"/>
                  </a:lnTo>
                  <a:lnTo>
                    <a:pt x="429017" y="5659633"/>
                  </a:lnTo>
                  <a:lnTo>
                    <a:pt x="429125" y="5659633"/>
                  </a:lnTo>
                  <a:lnTo>
                    <a:pt x="429125" y="5659009"/>
                  </a:lnTo>
                  <a:lnTo>
                    <a:pt x="429234" y="5659009"/>
                  </a:lnTo>
                  <a:lnTo>
                    <a:pt x="429342" y="5659009"/>
                  </a:lnTo>
                  <a:lnTo>
                    <a:pt x="429451" y="5659009"/>
                  </a:lnTo>
                  <a:lnTo>
                    <a:pt x="429559" y="5659009"/>
                  </a:lnTo>
                  <a:lnTo>
                    <a:pt x="429667" y="5659009"/>
                  </a:lnTo>
                  <a:lnTo>
                    <a:pt x="429776" y="5659009"/>
                  </a:lnTo>
                  <a:lnTo>
                    <a:pt x="429884" y="5659009"/>
                  </a:lnTo>
                  <a:lnTo>
                    <a:pt x="429884" y="5658385"/>
                  </a:lnTo>
                  <a:lnTo>
                    <a:pt x="429993" y="5658385"/>
                  </a:lnTo>
                  <a:lnTo>
                    <a:pt x="430101" y="5658385"/>
                  </a:lnTo>
                  <a:lnTo>
                    <a:pt x="430210" y="5658385"/>
                  </a:lnTo>
                  <a:lnTo>
                    <a:pt x="430318" y="5658385"/>
                  </a:lnTo>
                  <a:lnTo>
                    <a:pt x="430427" y="5658385"/>
                  </a:lnTo>
                  <a:lnTo>
                    <a:pt x="430535" y="5658385"/>
                  </a:lnTo>
                  <a:lnTo>
                    <a:pt x="430644" y="5658385"/>
                  </a:lnTo>
                  <a:lnTo>
                    <a:pt x="430752" y="5658385"/>
                  </a:lnTo>
                  <a:lnTo>
                    <a:pt x="430860" y="5658385"/>
                  </a:lnTo>
                  <a:lnTo>
                    <a:pt x="430969" y="5658385"/>
                  </a:lnTo>
                  <a:lnTo>
                    <a:pt x="430969" y="5657762"/>
                  </a:lnTo>
                  <a:lnTo>
                    <a:pt x="431077" y="5657762"/>
                  </a:lnTo>
                  <a:lnTo>
                    <a:pt x="431186" y="5657762"/>
                  </a:lnTo>
                  <a:lnTo>
                    <a:pt x="431294" y="5657762"/>
                  </a:lnTo>
                  <a:lnTo>
                    <a:pt x="431403" y="5657762"/>
                  </a:lnTo>
                  <a:lnTo>
                    <a:pt x="431403" y="5657138"/>
                  </a:lnTo>
                  <a:lnTo>
                    <a:pt x="431511" y="5657138"/>
                  </a:lnTo>
                  <a:lnTo>
                    <a:pt x="431511" y="5656515"/>
                  </a:lnTo>
                  <a:lnTo>
                    <a:pt x="431620" y="5656515"/>
                  </a:lnTo>
                  <a:lnTo>
                    <a:pt x="431728" y="5656515"/>
                  </a:lnTo>
                  <a:lnTo>
                    <a:pt x="431836" y="5656515"/>
                  </a:lnTo>
                  <a:lnTo>
                    <a:pt x="431945" y="5656515"/>
                  </a:lnTo>
                  <a:lnTo>
                    <a:pt x="432053" y="5656515"/>
                  </a:lnTo>
                  <a:lnTo>
                    <a:pt x="432162" y="5656515"/>
                  </a:lnTo>
                  <a:lnTo>
                    <a:pt x="432270" y="5656515"/>
                  </a:lnTo>
                  <a:lnTo>
                    <a:pt x="432379" y="5656515"/>
                  </a:lnTo>
                  <a:lnTo>
                    <a:pt x="432487" y="5656515"/>
                  </a:lnTo>
                  <a:lnTo>
                    <a:pt x="432596" y="5656515"/>
                  </a:lnTo>
                  <a:lnTo>
                    <a:pt x="432704" y="5656515"/>
                  </a:lnTo>
                  <a:lnTo>
                    <a:pt x="432812" y="5656515"/>
                  </a:lnTo>
                  <a:lnTo>
                    <a:pt x="432921" y="5656515"/>
                  </a:lnTo>
                  <a:lnTo>
                    <a:pt x="433029" y="5656515"/>
                  </a:lnTo>
                  <a:lnTo>
                    <a:pt x="433138" y="5656515"/>
                  </a:lnTo>
                  <a:lnTo>
                    <a:pt x="433138" y="5655891"/>
                  </a:lnTo>
                  <a:lnTo>
                    <a:pt x="433246" y="5655891"/>
                  </a:lnTo>
                  <a:lnTo>
                    <a:pt x="433355" y="5655891"/>
                  </a:lnTo>
                  <a:lnTo>
                    <a:pt x="433355" y="5655268"/>
                  </a:lnTo>
                  <a:lnTo>
                    <a:pt x="433463" y="5655268"/>
                  </a:lnTo>
                  <a:lnTo>
                    <a:pt x="433572" y="5655268"/>
                  </a:lnTo>
                  <a:lnTo>
                    <a:pt x="433680" y="5655268"/>
                  </a:lnTo>
                  <a:lnTo>
                    <a:pt x="433680" y="5654644"/>
                  </a:lnTo>
                  <a:lnTo>
                    <a:pt x="433680" y="5654020"/>
                  </a:lnTo>
                  <a:lnTo>
                    <a:pt x="433788" y="5654020"/>
                  </a:lnTo>
                  <a:lnTo>
                    <a:pt x="433788" y="5653397"/>
                  </a:lnTo>
                  <a:lnTo>
                    <a:pt x="433897" y="5653397"/>
                  </a:lnTo>
                  <a:lnTo>
                    <a:pt x="434005" y="5653397"/>
                  </a:lnTo>
                  <a:lnTo>
                    <a:pt x="434114" y="5653397"/>
                  </a:lnTo>
                  <a:lnTo>
                    <a:pt x="434222" y="5653397"/>
                  </a:lnTo>
                  <a:lnTo>
                    <a:pt x="434331" y="5653397"/>
                  </a:lnTo>
                  <a:lnTo>
                    <a:pt x="434439" y="5653397"/>
                  </a:lnTo>
                  <a:lnTo>
                    <a:pt x="434548" y="5653397"/>
                  </a:lnTo>
                  <a:lnTo>
                    <a:pt x="434548" y="5652773"/>
                  </a:lnTo>
                  <a:lnTo>
                    <a:pt x="434656" y="5652773"/>
                  </a:lnTo>
                  <a:lnTo>
                    <a:pt x="434765" y="5652773"/>
                  </a:lnTo>
                  <a:lnTo>
                    <a:pt x="434765" y="5652150"/>
                  </a:lnTo>
                  <a:lnTo>
                    <a:pt x="434765" y="5651526"/>
                  </a:lnTo>
                  <a:lnTo>
                    <a:pt x="434873" y="5651526"/>
                  </a:lnTo>
                  <a:lnTo>
                    <a:pt x="434981" y="5651526"/>
                  </a:lnTo>
                  <a:lnTo>
                    <a:pt x="434981" y="5650902"/>
                  </a:lnTo>
                  <a:lnTo>
                    <a:pt x="435090" y="5650902"/>
                  </a:lnTo>
                  <a:lnTo>
                    <a:pt x="435198" y="5650902"/>
                  </a:lnTo>
                  <a:lnTo>
                    <a:pt x="435307" y="5650902"/>
                  </a:lnTo>
                  <a:lnTo>
                    <a:pt x="435415" y="5650902"/>
                  </a:lnTo>
                  <a:lnTo>
                    <a:pt x="435524" y="5650902"/>
                  </a:lnTo>
                  <a:lnTo>
                    <a:pt x="435632" y="5650902"/>
                  </a:lnTo>
                  <a:lnTo>
                    <a:pt x="435741" y="5650902"/>
                  </a:lnTo>
                  <a:lnTo>
                    <a:pt x="435741" y="5650279"/>
                  </a:lnTo>
                  <a:lnTo>
                    <a:pt x="435849" y="5650279"/>
                  </a:lnTo>
                  <a:lnTo>
                    <a:pt x="435849" y="5649655"/>
                  </a:lnTo>
                  <a:lnTo>
                    <a:pt x="435957" y="5649655"/>
                  </a:lnTo>
                  <a:lnTo>
                    <a:pt x="435957" y="5649032"/>
                  </a:lnTo>
                  <a:lnTo>
                    <a:pt x="436066" y="5649032"/>
                  </a:lnTo>
                  <a:lnTo>
                    <a:pt x="436066" y="5648408"/>
                  </a:lnTo>
                  <a:lnTo>
                    <a:pt x="436174" y="5648408"/>
                  </a:lnTo>
                  <a:lnTo>
                    <a:pt x="436174" y="5647785"/>
                  </a:lnTo>
                  <a:lnTo>
                    <a:pt x="436283" y="5647785"/>
                  </a:lnTo>
                  <a:lnTo>
                    <a:pt x="436391" y="5647785"/>
                  </a:lnTo>
                  <a:lnTo>
                    <a:pt x="436500" y="5647785"/>
                  </a:lnTo>
                  <a:lnTo>
                    <a:pt x="436500" y="5647161"/>
                  </a:lnTo>
                  <a:lnTo>
                    <a:pt x="436608" y="5647161"/>
                  </a:lnTo>
                  <a:lnTo>
                    <a:pt x="436608" y="5646537"/>
                  </a:lnTo>
                  <a:lnTo>
                    <a:pt x="436608" y="5645914"/>
                  </a:lnTo>
                  <a:lnTo>
                    <a:pt x="436717" y="5645914"/>
                  </a:lnTo>
                  <a:lnTo>
                    <a:pt x="436825" y="5645914"/>
                  </a:lnTo>
                  <a:lnTo>
                    <a:pt x="436933" y="5645914"/>
                  </a:lnTo>
                  <a:lnTo>
                    <a:pt x="437042" y="5645914"/>
                  </a:lnTo>
                  <a:lnTo>
                    <a:pt x="437150" y="5645914"/>
                  </a:lnTo>
                  <a:lnTo>
                    <a:pt x="437259" y="5645914"/>
                  </a:lnTo>
                  <a:lnTo>
                    <a:pt x="437367" y="5645914"/>
                  </a:lnTo>
                  <a:lnTo>
                    <a:pt x="437476" y="5645914"/>
                  </a:lnTo>
                  <a:lnTo>
                    <a:pt x="437584" y="5645914"/>
                  </a:lnTo>
                  <a:lnTo>
                    <a:pt x="437693" y="5645914"/>
                  </a:lnTo>
                  <a:lnTo>
                    <a:pt x="437801" y="5645914"/>
                  </a:lnTo>
                  <a:lnTo>
                    <a:pt x="437801" y="5645290"/>
                  </a:lnTo>
                  <a:lnTo>
                    <a:pt x="437801" y="5644667"/>
                  </a:lnTo>
                  <a:lnTo>
                    <a:pt x="437909" y="5644667"/>
                  </a:lnTo>
                  <a:lnTo>
                    <a:pt x="438018" y="5644667"/>
                  </a:lnTo>
                  <a:lnTo>
                    <a:pt x="438126" y="5644667"/>
                  </a:lnTo>
                  <a:lnTo>
                    <a:pt x="438126" y="5644043"/>
                  </a:lnTo>
                  <a:lnTo>
                    <a:pt x="438235" y="5644043"/>
                  </a:lnTo>
                  <a:lnTo>
                    <a:pt x="438343" y="5644043"/>
                  </a:lnTo>
                  <a:lnTo>
                    <a:pt x="438343" y="5643419"/>
                  </a:lnTo>
                  <a:lnTo>
                    <a:pt x="438452" y="5643419"/>
                  </a:lnTo>
                  <a:lnTo>
                    <a:pt x="438560" y="5643419"/>
                  </a:lnTo>
                  <a:lnTo>
                    <a:pt x="438669" y="5643419"/>
                  </a:lnTo>
                  <a:lnTo>
                    <a:pt x="438777" y="5643419"/>
                  </a:lnTo>
                  <a:lnTo>
                    <a:pt x="438885" y="5643419"/>
                  </a:lnTo>
                  <a:lnTo>
                    <a:pt x="438994" y="5643419"/>
                  </a:lnTo>
                  <a:lnTo>
                    <a:pt x="439102" y="5643419"/>
                  </a:lnTo>
                  <a:lnTo>
                    <a:pt x="439211" y="5643419"/>
                  </a:lnTo>
                  <a:lnTo>
                    <a:pt x="439319" y="5643419"/>
                  </a:lnTo>
                  <a:lnTo>
                    <a:pt x="439428" y="5643419"/>
                  </a:lnTo>
                  <a:lnTo>
                    <a:pt x="439536" y="5643419"/>
                  </a:lnTo>
                  <a:lnTo>
                    <a:pt x="439645" y="5643419"/>
                  </a:lnTo>
                  <a:lnTo>
                    <a:pt x="439753" y="5643419"/>
                  </a:lnTo>
                  <a:lnTo>
                    <a:pt x="439862" y="5643419"/>
                  </a:lnTo>
                  <a:lnTo>
                    <a:pt x="439862" y="5642796"/>
                  </a:lnTo>
                  <a:lnTo>
                    <a:pt x="439970" y="5642796"/>
                  </a:lnTo>
                  <a:lnTo>
                    <a:pt x="440078" y="5642796"/>
                  </a:lnTo>
                  <a:lnTo>
                    <a:pt x="440187" y="5642796"/>
                  </a:lnTo>
                  <a:lnTo>
                    <a:pt x="440295" y="5642796"/>
                  </a:lnTo>
                  <a:lnTo>
                    <a:pt x="440404" y="5642796"/>
                  </a:lnTo>
                  <a:lnTo>
                    <a:pt x="440404" y="5642172"/>
                  </a:lnTo>
                  <a:lnTo>
                    <a:pt x="440512" y="5642172"/>
                  </a:lnTo>
                  <a:lnTo>
                    <a:pt x="440512" y="5641549"/>
                  </a:lnTo>
                  <a:lnTo>
                    <a:pt x="440512" y="5640925"/>
                  </a:lnTo>
                  <a:lnTo>
                    <a:pt x="440621" y="5640925"/>
                  </a:lnTo>
                  <a:lnTo>
                    <a:pt x="440729" y="5640925"/>
                  </a:lnTo>
                  <a:lnTo>
                    <a:pt x="440729" y="5640302"/>
                  </a:lnTo>
                  <a:lnTo>
                    <a:pt x="440729" y="5639678"/>
                  </a:lnTo>
                  <a:lnTo>
                    <a:pt x="440838" y="5639678"/>
                  </a:lnTo>
                  <a:lnTo>
                    <a:pt x="440946" y="5639678"/>
                  </a:lnTo>
                  <a:lnTo>
                    <a:pt x="441054" y="5639678"/>
                  </a:lnTo>
                  <a:lnTo>
                    <a:pt x="441163" y="5639678"/>
                  </a:lnTo>
                  <a:lnTo>
                    <a:pt x="441271" y="5639678"/>
                  </a:lnTo>
                  <a:lnTo>
                    <a:pt x="441271" y="5639054"/>
                  </a:lnTo>
                  <a:lnTo>
                    <a:pt x="441380" y="5639054"/>
                  </a:lnTo>
                  <a:lnTo>
                    <a:pt x="441488" y="5639054"/>
                  </a:lnTo>
                  <a:lnTo>
                    <a:pt x="441597" y="5639054"/>
                  </a:lnTo>
                  <a:lnTo>
                    <a:pt x="441705" y="5639054"/>
                  </a:lnTo>
                  <a:lnTo>
                    <a:pt x="441814" y="5639054"/>
                  </a:lnTo>
                  <a:lnTo>
                    <a:pt x="441922" y="5639054"/>
                  </a:lnTo>
                  <a:lnTo>
                    <a:pt x="441922" y="5638431"/>
                  </a:lnTo>
                  <a:lnTo>
                    <a:pt x="442030" y="5638431"/>
                  </a:lnTo>
                  <a:lnTo>
                    <a:pt x="442139" y="5638431"/>
                  </a:lnTo>
                  <a:lnTo>
                    <a:pt x="442247" y="5638431"/>
                  </a:lnTo>
                  <a:lnTo>
                    <a:pt x="442356" y="5638431"/>
                  </a:lnTo>
                  <a:lnTo>
                    <a:pt x="442356" y="5637807"/>
                  </a:lnTo>
                  <a:lnTo>
                    <a:pt x="442464" y="5637807"/>
                  </a:lnTo>
                  <a:lnTo>
                    <a:pt x="442464" y="5637184"/>
                  </a:lnTo>
                  <a:lnTo>
                    <a:pt x="442464" y="5636560"/>
                  </a:lnTo>
                  <a:lnTo>
                    <a:pt x="442464" y="5635936"/>
                  </a:lnTo>
                  <a:lnTo>
                    <a:pt x="442573" y="5635936"/>
                  </a:lnTo>
                  <a:lnTo>
                    <a:pt x="442681" y="5635936"/>
                  </a:lnTo>
                  <a:lnTo>
                    <a:pt x="442790" y="5635936"/>
                  </a:lnTo>
                  <a:lnTo>
                    <a:pt x="442898" y="5635936"/>
                  </a:lnTo>
                  <a:lnTo>
                    <a:pt x="443006" y="5635936"/>
                  </a:lnTo>
                  <a:lnTo>
                    <a:pt x="443006" y="5635313"/>
                  </a:lnTo>
                  <a:lnTo>
                    <a:pt x="443115" y="5635313"/>
                  </a:lnTo>
                  <a:lnTo>
                    <a:pt x="443223" y="5635313"/>
                  </a:lnTo>
                  <a:lnTo>
                    <a:pt x="443332" y="5635313"/>
                  </a:lnTo>
                  <a:lnTo>
                    <a:pt x="443440" y="5635313"/>
                  </a:lnTo>
                  <a:lnTo>
                    <a:pt x="443549" y="5635313"/>
                  </a:lnTo>
                  <a:lnTo>
                    <a:pt x="443657" y="5635313"/>
                  </a:lnTo>
                  <a:lnTo>
                    <a:pt x="443766" y="5635313"/>
                  </a:lnTo>
                  <a:lnTo>
                    <a:pt x="443766" y="5634689"/>
                  </a:lnTo>
                  <a:lnTo>
                    <a:pt x="443874" y="5634689"/>
                  </a:lnTo>
                  <a:lnTo>
                    <a:pt x="443983" y="5634689"/>
                  </a:lnTo>
                  <a:lnTo>
                    <a:pt x="444091" y="5634689"/>
                  </a:lnTo>
                  <a:lnTo>
                    <a:pt x="444199" y="5634689"/>
                  </a:lnTo>
                  <a:lnTo>
                    <a:pt x="444308" y="5634689"/>
                  </a:lnTo>
                  <a:lnTo>
                    <a:pt x="444416" y="5634689"/>
                  </a:lnTo>
                  <a:lnTo>
                    <a:pt x="444525" y="5634689"/>
                  </a:lnTo>
                  <a:lnTo>
                    <a:pt x="444633" y="5634689"/>
                  </a:lnTo>
                  <a:lnTo>
                    <a:pt x="444742" y="5634689"/>
                  </a:lnTo>
                  <a:lnTo>
                    <a:pt x="444850" y="5634689"/>
                  </a:lnTo>
                  <a:lnTo>
                    <a:pt x="444850" y="5634066"/>
                  </a:lnTo>
                  <a:lnTo>
                    <a:pt x="444959" y="5634066"/>
                  </a:lnTo>
                  <a:lnTo>
                    <a:pt x="445067" y="5634066"/>
                  </a:lnTo>
                  <a:lnTo>
                    <a:pt x="445175" y="5634066"/>
                  </a:lnTo>
                  <a:lnTo>
                    <a:pt x="445284" y="5634066"/>
                  </a:lnTo>
                  <a:lnTo>
                    <a:pt x="445392" y="5634066"/>
                  </a:lnTo>
                  <a:lnTo>
                    <a:pt x="445392" y="5633442"/>
                  </a:lnTo>
                  <a:lnTo>
                    <a:pt x="445501" y="5633442"/>
                  </a:lnTo>
                  <a:lnTo>
                    <a:pt x="445609" y="5633442"/>
                  </a:lnTo>
                  <a:lnTo>
                    <a:pt x="445718" y="5633442"/>
                  </a:lnTo>
                  <a:lnTo>
                    <a:pt x="445826" y="5633442"/>
                  </a:lnTo>
                  <a:lnTo>
                    <a:pt x="445935" y="5633442"/>
                  </a:lnTo>
                  <a:lnTo>
                    <a:pt x="446043" y="5633442"/>
                  </a:lnTo>
                  <a:lnTo>
                    <a:pt x="446151" y="5633442"/>
                  </a:lnTo>
                  <a:lnTo>
                    <a:pt x="446260" y="5633442"/>
                  </a:lnTo>
                  <a:lnTo>
                    <a:pt x="446368" y="5633442"/>
                  </a:lnTo>
                  <a:lnTo>
                    <a:pt x="446477" y="5633442"/>
                  </a:lnTo>
                  <a:lnTo>
                    <a:pt x="446477" y="5632819"/>
                  </a:lnTo>
                  <a:lnTo>
                    <a:pt x="446477" y="5632195"/>
                  </a:lnTo>
                  <a:lnTo>
                    <a:pt x="446477" y="5631571"/>
                  </a:lnTo>
                  <a:lnTo>
                    <a:pt x="446585" y="5631571"/>
                  </a:lnTo>
                  <a:lnTo>
                    <a:pt x="446694" y="5631571"/>
                  </a:lnTo>
                  <a:lnTo>
                    <a:pt x="446802" y="5631571"/>
                  </a:lnTo>
                  <a:lnTo>
                    <a:pt x="446911" y="5631571"/>
                  </a:lnTo>
                  <a:lnTo>
                    <a:pt x="447019" y="5631571"/>
                  </a:lnTo>
                  <a:lnTo>
                    <a:pt x="447127" y="5631571"/>
                  </a:lnTo>
                  <a:lnTo>
                    <a:pt x="447127" y="5630948"/>
                  </a:lnTo>
                  <a:lnTo>
                    <a:pt x="447236" y="5630948"/>
                  </a:lnTo>
                  <a:lnTo>
                    <a:pt x="447344" y="5630948"/>
                  </a:lnTo>
                  <a:lnTo>
                    <a:pt x="447453" y="5630948"/>
                  </a:lnTo>
                  <a:lnTo>
                    <a:pt x="447561" y="5630948"/>
                  </a:lnTo>
                  <a:lnTo>
                    <a:pt x="447670" y="5630948"/>
                  </a:lnTo>
                  <a:lnTo>
                    <a:pt x="447778" y="5630948"/>
                  </a:lnTo>
                  <a:lnTo>
                    <a:pt x="447887" y="5630948"/>
                  </a:lnTo>
                  <a:lnTo>
                    <a:pt x="447995" y="5630948"/>
                  </a:lnTo>
                  <a:lnTo>
                    <a:pt x="448104" y="5630948"/>
                  </a:lnTo>
                  <a:lnTo>
                    <a:pt x="448212" y="5630948"/>
                  </a:lnTo>
                  <a:lnTo>
                    <a:pt x="448320" y="5630948"/>
                  </a:lnTo>
                  <a:lnTo>
                    <a:pt x="448429" y="5630948"/>
                  </a:lnTo>
                  <a:lnTo>
                    <a:pt x="448537" y="5630948"/>
                  </a:lnTo>
                  <a:lnTo>
                    <a:pt x="448646" y="5630948"/>
                  </a:lnTo>
                  <a:lnTo>
                    <a:pt x="448646" y="5630324"/>
                  </a:lnTo>
                  <a:lnTo>
                    <a:pt x="448646" y="5629701"/>
                  </a:lnTo>
                  <a:lnTo>
                    <a:pt x="448754" y="5629701"/>
                  </a:lnTo>
                  <a:lnTo>
                    <a:pt x="448863" y="5629701"/>
                  </a:lnTo>
                  <a:lnTo>
                    <a:pt x="448971" y="5629701"/>
                  </a:lnTo>
                  <a:lnTo>
                    <a:pt x="448971" y="5629077"/>
                  </a:lnTo>
                  <a:lnTo>
                    <a:pt x="449080" y="5629077"/>
                  </a:lnTo>
                  <a:lnTo>
                    <a:pt x="449188" y="5629077"/>
                  </a:lnTo>
                  <a:lnTo>
                    <a:pt x="449296" y="5629077"/>
                  </a:lnTo>
                  <a:lnTo>
                    <a:pt x="449296" y="5628454"/>
                  </a:lnTo>
                  <a:lnTo>
                    <a:pt x="449405" y="5628454"/>
                  </a:lnTo>
                  <a:lnTo>
                    <a:pt x="449513" y="5628454"/>
                  </a:lnTo>
                  <a:lnTo>
                    <a:pt x="449513" y="5627830"/>
                  </a:lnTo>
                  <a:lnTo>
                    <a:pt x="449622" y="5627830"/>
                  </a:lnTo>
                  <a:lnTo>
                    <a:pt x="449730" y="5627830"/>
                  </a:lnTo>
                  <a:lnTo>
                    <a:pt x="449839" y="5627830"/>
                  </a:lnTo>
                  <a:lnTo>
                    <a:pt x="449839" y="5627206"/>
                  </a:lnTo>
                  <a:lnTo>
                    <a:pt x="449947" y="5627206"/>
                  </a:lnTo>
                  <a:lnTo>
                    <a:pt x="450056" y="5627206"/>
                  </a:lnTo>
                  <a:lnTo>
                    <a:pt x="450164" y="5627206"/>
                  </a:lnTo>
                  <a:lnTo>
                    <a:pt x="450272" y="5627206"/>
                  </a:lnTo>
                  <a:lnTo>
                    <a:pt x="450381" y="5627206"/>
                  </a:lnTo>
                  <a:lnTo>
                    <a:pt x="450489" y="5627206"/>
                  </a:lnTo>
                  <a:lnTo>
                    <a:pt x="450598" y="5627206"/>
                  </a:lnTo>
                  <a:lnTo>
                    <a:pt x="450598" y="5626583"/>
                  </a:lnTo>
                  <a:lnTo>
                    <a:pt x="450706" y="5626583"/>
                  </a:lnTo>
                  <a:lnTo>
                    <a:pt x="450815" y="5626583"/>
                  </a:lnTo>
                  <a:lnTo>
                    <a:pt x="450815" y="5625959"/>
                  </a:lnTo>
                  <a:lnTo>
                    <a:pt x="450923" y="5625959"/>
                  </a:lnTo>
                  <a:lnTo>
                    <a:pt x="451032" y="5625959"/>
                  </a:lnTo>
                  <a:lnTo>
                    <a:pt x="451140" y="5625959"/>
                  </a:lnTo>
                  <a:lnTo>
                    <a:pt x="451140" y="5625336"/>
                  </a:lnTo>
                  <a:lnTo>
                    <a:pt x="451140" y="5624712"/>
                  </a:lnTo>
                  <a:lnTo>
                    <a:pt x="451248" y="5624712"/>
                  </a:lnTo>
                  <a:lnTo>
                    <a:pt x="451357" y="5624712"/>
                  </a:lnTo>
                  <a:lnTo>
                    <a:pt x="451465" y="5624712"/>
                  </a:lnTo>
                  <a:lnTo>
                    <a:pt x="451574" y="5624712"/>
                  </a:lnTo>
                  <a:lnTo>
                    <a:pt x="451682" y="5624712"/>
                  </a:lnTo>
                  <a:lnTo>
                    <a:pt x="451791" y="5624712"/>
                  </a:lnTo>
                  <a:lnTo>
                    <a:pt x="451899" y="5624712"/>
                  </a:lnTo>
                  <a:lnTo>
                    <a:pt x="452008" y="5624712"/>
                  </a:lnTo>
                  <a:lnTo>
                    <a:pt x="452116" y="5624712"/>
                  </a:lnTo>
                  <a:lnTo>
                    <a:pt x="452116" y="5624088"/>
                  </a:lnTo>
                  <a:lnTo>
                    <a:pt x="452225" y="5624088"/>
                  </a:lnTo>
                  <a:lnTo>
                    <a:pt x="452333" y="5624088"/>
                  </a:lnTo>
                  <a:lnTo>
                    <a:pt x="452441" y="5624088"/>
                  </a:lnTo>
                  <a:lnTo>
                    <a:pt x="452441" y="5623465"/>
                  </a:lnTo>
                  <a:lnTo>
                    <a:pt x="452550" y="5623465"/>
                  </a:lnTo>
                  <a:lnTo>
                    <a:pt x="452658" y="5623465"/>
                  </a:lnTo>
                  <a:lnTo>
                    <a:pt x="452658" y="5622841"/>
                  </a:lnTo>
                  <a:lnTo>
                    <a:pt x="452767" y="5622841"/>
                  </a:lnTo>
                  <a:lnTo>
                    <a:pt x="452875" y="5622841"/>
                  </a:lnTo>
                  <a:lnTo>
                    <a:pt x="452984" y="5622841"/>
                  </a:lnTo>
                  <a:lnTo>
                    <a:pt x="453092" y="5622841"/>
                  </a:lnTo>
                  <a:lnTo>
                    <a:pt x="453092" y="5622218"/>
                  </a:lnTo>
                  <a:lnTo>
                    <a:pt x="453201" y="5622218"/>
                  </a:lnTo>
                  <a:lnTo>
                    <a:pt x="453309" y="5622218"/>
                  </a:lnTo>
                  <a:lnTo>
                    <a:pt x="453309" y="5621594"/>
                  </a:lnTo>
                  <a:lnTo>
                    <a:pt x="453309" y="5620971"/>
                  </a:lnTo>
                  <a:lnTo>
                    <a:pt x="453417" y="5620971"/>
                  </a:lnTo>
                  <a:lnTo>
                    <a:pt x="453526" y="5620971"/>
                  </a:lnTo>
                  <a:lnTo>
                    <a:pt x="453634" y="5620971"/>
                  </a:lnTo>
                  <a:lnTo>
                    <a:pt x="453743" y="5620971"/>
                  </a:lnTo>
                  <a:lnTo>
                    <a:pt x="453743" y="5620347"/>
                  </a:lnTo>
                  <a:lnTo>
                    <a:pt x="453851" y="5620347"/>
                  </a:lnTo>
                  <a:lnTo>
                    <a:pt x="453851" y="5619723"/>
                  </a:lnTo>
                  <a:lnTo>
                    <a:pt x="453851" y="5619100"/>
                  </a:lnTo>
                  <a:lnTo>
                    <a:pt x="453851" y="5618476"/>
                  </a:lnTo>
                  <a:lnTo>
                    <a:pt x="453960" y="5618476"/>
                  </a:lnTo>
                  <a:lnTo>
                    <a:pt x="453960" y="5617853"/>
                  </a:lnTo>
                  <a:lnTo>
                    <a:pt x="454068" y="5617853"/>
                  </a:lnTo>
                  <a:lnTo>
                    <a:pt x="454177" y="5617853"/>
                  </a:lnTo>
                  <a:lnTo>
                    <a:pt x="454177" y="5617229"/>
                  </a:lnTo>
                  <a:lnTo>
                    <a:pt x="454285" y="5617229"/>
                  </a:lnTo>
                  <a:lnTo>
                    <a:pt x="454285" y="5616605"/>
                  </a:lnTo>
                  <a:lnTo>
                    <a:pt x="454393" y="5616605"/>
                  </a:lnTo>
                  <a:lnTo>
                    <a:pt x="454502" y="5616605"/>
                  </a:lnTo>
                  <a:lnTo>
                    <a:pt x="454610" y="5616605"/>
                  </a:lnTo>
                  <a:lnTo>
                    <a:pt x="454610" y="5615982"/>
                  </a:lnTo>
                  <a:lnTo>
                    <a:pt x="454719" y="5615982"/>
                  </a:lnTo>
                  <a:lnTo>
                    <a:pt x="454827" y="5615982"/>
                  </a:lnTo>
                  <a:lnTo>
                    <a:pt x="454936" y="5615982"/>
                  </a:lnTo>
                  <a:lnTo>
                    <a:pt x="455044" y="5615982"/>
                  </a:lnTo>
                  <a:lnTo>
                    <a:pt x="455153" y="5615982"/>
                  </a:lnTo>
                  <a:lnTo>
                    <a:pt x="455153" y="5615358"/>
                  </a:lnTo>
                  <a:lnTo>
                    <a:pt x="455261" y="5615358"/>
                  </a:lnTo>
                  <a:lnTo>
                    <a:pt x="455369" y="5615358"/>
                  </a:lnTo>
                  <a:lnTo>
                    <a:pt x="455478" y="5615358"/>
                  </a:lnTo>
                  <a:lnTo>
                    <a:pt x="455478" y="5614735"/>
                  </a:lnTo>
                  <a:lnTo>
                    <a:pt x="455478" y="5614111"/>
                  </a:lnTo>
                  <a:lnTo>
                    <a:pt x="455586" y="5614111"/>
                  </a:lnTo>
                  <a:lnTo>
                    <a:pt x="455695" y="5614111"/>
                  </a:lnTo>
                  <a:lnTo>
                    <a:pt x="455695" y="5613488"/>
                  </a:lnTo>
                  <a:lnTo>
                    <a:pt x="455803" y="5613488"/>
                  </a:lnTo>
                  <a:lnTo>
                    <a:pt x="455803" y="5612864"/>
                  </a:lnTo>
                  <a:lnTo>
                    <a:pt x="455912" y="5612864"/>
                  </a:lnTo>
                  <a:lnTo>
                    <a:pt x="456020" y="5612864"/>
                  </a:lnTo>
                  <a:lnTo>
                    <a:pt x="456129" y="5612864"/>
                  </a:lnTo>
                  <a:lnTo>
                    <a:pt x="456237" y="5612864"/>
                  </a:lnTo>
                  <a:lnTo>
                    <a:pt x="456346" y="5612864"/>
                  </a:lnTo>
                  <a:lnTo>
                    <a:pt x="456454" y="5612864"/>
                  </a:lnTo>
                  <a:lnTo>
                    <a:pt x="456562" y="5612864"/>
                  </a:lnTo>
                  <a:lnTo>
                    <a:pt x="456671" y="5612864"/>
                  </a:lnTo>
                  <a:lnTo>
                    <a:pt x="456779" y="5612864"/>
                  </a:lnTo>
                  <a:lnTo>
                    <a:pt x="456888" y="5612864"/>
                  </a:lnTo>
                  <a:lnTo>
                    <a:pt x="456996" y="5612864"/>
                  </a:lnTo>
                  <a:lnTo>
                    <a:pt x="457105" y="5612864"/>
                  </a:lnTo>
                  <a:lnTo>
                    <a:pt x="457105" y="5612240"/>
                  </a:lnTo>
                  <a:lnTo>
                    <a:pt x="457213" y="5612240"/>
                  </a:lnTo>
                  <a:lnTo>
                    <a:pt x="457322" y="5612240"/>
                  </a:lnTo>
                  <a:lnTo>
                    <a:pt x="457430" y="5612240"/>
                  </a:lnTo>
                  <a:lnTo>
                    <a:pt x="457538" y="5612240"/>
                  </a:lnTo>
                  <a:lnTo>
                    <a:pt x="457538" y="5611617"/>
                  </a:lnTo>
                  <a:lnTo>
                    <a:pt x="457647" y="5611617"/>
                  </a:lnTo>
                  <a:lnTo>
                    <a:pt x="457755" y="5611617"/>
                  </a:lnTo>
                  <a:lnTo>
                    <a:pt x="457755" y="5610993"/>
                  </a:lnTo>
                  <a:lnTo>
                    <a:pt x="457864" y="5610993"/>
                  </a:lnTo>
                  <a:lnTo>
                    <a:pt x="457972" y="5610993"/>
                  </a:lnTo>
                  <a:lnTo>
                    <a:pt x="458081" y="5610993"/>
                  </a:lnTo>
                  <a:lnTo>
                    <a:pt x="458189" y="5610993"/>
                  </a:lnTo>
                  <a:lnTo>
                    <a:pt x="458298" y="5610993"/>
                  </a:lnTo>
                  <a:lnTo>
                    <a:pt x="458406" y="5610993"/>
                  </a:lnTo>
                  <a:lnTo>
                    <a:pt x="458514" y="5610993"/>
                  </a:lnTo>
                  <a:lnTo>
                    <a:pt x="458623" y="5610993"/>
                  </a:lnTo>
                  <a:lnTo>
                    <a:pt x="458731" y="5610993"/>
                  </a:lnTo>
                  <a:lnTo>
                    <a:pt x="458840" y="5610993"/>
                  </a:lnTo>
                  <a:lnTo>
                    <a:pt x="458948" y="5610993"/>
                  </a:lnTo>
                  <a:lnTo>
                    <a:pt x="459057" y="5610993"/>
                  </a:lnTo>
                  <a:lnTo>
                    <a:pt x="459165" y="5610993"/>
                  </a:lnTo>
                  <a:lnTo>
                    <a:pt x="459274" y="5610993"/>
                  </a:lnTo>
                  <a:lnTo>
                    <a:pt x="459274" y="5610370"/>
                  </a:lnTo>
                  <a:lnTo>
                    <a:pt x="459382" y="5610370"/>
                  </a:lnTo>
                  <a:lnTo>
                    <a:pt x="459490" y="5610370"/>
                  </a:lnTo>
                  <a:lnTo>
                    <a:pt x="459599" y="5610370"/>
                  </a:lnTo>
                  <a:lnTo>
                    <a:pt x="459707" y="5610370"/>
                  </a:lnTo>
                  <a:lnTo>
                    <a:pt x="459816" y="5610370"/>
                  </a:lnTo>
                  <a:lnTo>
                    <a:pt x="459924" y="5610370"/>
                  </a:lnTo>
                  <a:lnTo>
                    <a:pt x="460033" y="5610370"/>
                  </a:lnTo>
                  <a:lnTo>
                    <a:pt x="460141" y="5610370"/>
                  </a:lnTo>
                  <a:lnTo>
                    <a:pt x="460250" y="5610370"/>
                  </a:lnTo>
                  <a:lnTo>
                    <a:pt x="460358" y="5610370"/>
                  </a:lnTo>
                  <a:lnTo>
                    <a:pt x="460466" y="5610370"/>
                  </a:lnTo>
                  <a:lnTo>
                    <a:pt x="460575" y="5610370"/>
                  </a:lnTo>
                  <a:lnTo>
                    <a:pt x="460575" y="5609746"/>
                  </a:lnTo>
                  <a:lnTo>
                    <a:pt x="460575" y="5609122"/>
                  </a:lnTo>
                  <a:lnTo>
                    <a:pt x="460683" y="5609122"/>
                  </a:lnTo>
                  <a:lnTo>
                    <a:pt x="460792" y="5609122"/>
                  </a:lnTo>
                  <a:lnTo>
                    <a:pt x="460900" y="5609122"/>
                  </a:lnTo>
                  <a:lnTo>
                    <a:pt x="461009" y="5609122"/>
                  </a:lnTo>
                  <a:lnTo>
                    <a:pt x="461117" y="5609122"/>
                  </a:lnTo>
                  <a:lnTo>
                    <a:pt x="461226" y="5609122"/>
                  </a:lnTo>
                  <a:lnTo>
                    <a:pt x="461334" y="5609122"/>
                  </a:lnTo>
                  <a:lnTo>
                    <a:pt x="461443" y="5609122"/>
                  </a:lnTo>
                  <a:lnTo>
                    <a:pt x="461443" y="5608499"/>
                  </a:lnTo>
                  <a:lnTo>
                    <a:pt x="461551" y="5608499"/>
                  </a:lnTo>
                  <a:lnTo>
                    <a:pt x="461659" y="5608499"/>
                  </a:lnTo>
                  <a:lnTo>
                    <a:pt x="461768" y="5608499"/>
                  </a:lnTo>
                  <a:lnTo>
                    <a:pt x="461768" y="5607875"/>
                  </a:lnTo>
                  <a:lnTo>
                    <a:pt x="461876" y="5607875"/>
                  </a:lnTo>
                  <a:lnTo>
                    <a:pt x="461985" y="5607875"/>
                  </a:lnTo>
                  <a:lnTo>
                    <a:pt x="461985" y="5607252"/>
                  </a:lnTo>
                  <a:lnTo>
                    <a:pt x="461985" y="5606628"/>
                  </a:lnTo>
                  <a:lnTo>
                    <a:pt x="462093" y="5606628"/>
                  </a:lnTo>
                  <a:lnTo>
                    <a:pt x="462202" y="5606628"/>
                  </a:lnTo>
                  <a:lnTo>
                    <a:pt x="462310" y="5606628"/>
                  </a:lnTo>
                  <a:lnTo>
                    <a:pt x="462419" y="5606628"/>
                  </a:lnTo>
                  <a:lnTo>
                    <a:pt x="462419" y="5606005"/>
                  </a:lnTo>
                  <a:lnTo>
                    <a:pt x="462419" y="5605381"/>
                  </a:lnTo>
                  <a:lnTo>
                    <a:pt x="462527" y="5605381"/>
                  </a:lnTo>
                  <a:lnTo>
                    <a:pt x="462527" y="5604757"/>
                  </a:lnTo>
                  <a:lnTo>
                    <a:pt x="462635" y="5604757"/>
                  </a:lnTo>
                  <a:lnTo>
                    <a:pt x="462744" y="5604757"/>
                  </a:lnTo>
                  <a:lnTo>
                    <a:pt x="462852" y="5604757"/>
                  </a:lnTo>
                  <a:lnTo>
                    <a:pt x="462961" y="5604757"/>
                  </a:lnTo>
                  <a:lnTo>
                    <a:pt x="463069" y="5604757"/>
                  </a:lnTo>
                  <a:lnTo>
                    <a:pt x="463178" y="5604757"/>
                  </a:lnTo>
                  <a:lnTo>
                    <a:pt x="463286" y="5604757"/>
                  </a:lnTo>
                  <a:lnTo>
                    <a:pt x="463395" y="5604757"/>
                  </a:lnTo>
                  <a:lnTo>
                    <a:pt x="463503" y="5604757"/>
                  </a:lnTo>
                  <a:lnTo>
                    <a:pt x="463611" y="5604757"/>
                  </a:lnTo>
                  <a:lnTo>
                    <a:pt x="463720" y="5604757"/>
                  </a:lnTo>
                  <a:lnTo>
                    <a:pt x="463828" y="5604757"/>
                  </a:lnTo>
                  <a:lnTo>
                    <a:pt x="463937" y="5604757"/>
                  </a:lnTo>
                  <a:lnTo>
                    <a:pt x="464045" y="5604757"/>
                  </a:lnTo>
                  <a:lnTo>
                    <a:pt x="464154" y="5604757"/>
                  </a:lnTo>
                  <a:lnTo>
                    <a:pt x="464154" y="5604134"/>
                  </a:lnTo>
                  <a:lnTo>
                    <a:pt x="464262" y="5604134"/>
                  </a:lnTo>
                  <a:lnTo>
                    <a:pt x="464371" y="5604134"/>
                  </a:lnTo>
                  <a:lnTo>
                    <a:pt x="464479" y="5604134"/>
                  </a:lnTo>
                  <a:lnTo>
                    <a:pt x="464587" y="5604134"/>
                  </a:lnTo>
                  <a:lnTo>
                    <a:pt x="464696" y="5604134"/>
                  </a:lnTo>
                  <a:lnTo>
                    <a:pt x="464696" y="5603510"/>
                  </a:lnTo>
                  <a:lnTo>
                    <a:pt x="464804" y="5603510"/>
                  </a:lnTo>
                  <a:lnTo>
                    <a:pt x="464913" y="5603510"/>
                  </a:lnTo>
                  <a:lnTo>
                    <a:pt x="465021" y="5603510"/>
                  </a:lnTo>
                  <a:lnTo>
                    <a:pt x="465130" y="5603510"/>
                  </a:lnTo>
                  <a:lnTo>
                    <a:pt x="465238" y="5603510"/>
                  </a:lnTo>
                  <a:lnTo>
                    <a:pt x="465238" y="5602887"/>
                  </a:lnTo>
                  <a:lnTo>
                    <a:pt x="465347" y="5602887"/>
                  </a:lnTo>
                  <a:lnTo>
                    <a:pt x="465455" y="5602887"/>
                  </a:lnTo>
                  <a:lnTo>
                    <a:pt x="465564" y="5602887"/>
                  </a:lnTo>
                  <a:lnTo>
                    <a:pt x="465672" y="5602887"/>
                  </a:lnTo>
                  <a:lnTo>
                    <a:pt x="465780" y="5602887"/>
                  </a:lnTo>
                  <a:lnTo>
                    <a:pt x="465889" y="5602887"/>
                  </a:lnTo>
                  <a:lnTo>
                    <a:pt x="465997" y="5602887"/>
                  </a:lnTo>
                  <a:lnTo>
                    <a:pt x="466106" y="5602887"/>
                  </a:lnTo>
                  <a:lnTo>
                    <a:pt x="466106" y="5602263"/>
                  </a:lnTo>
                  <a:lnTo>
                    <a:pt x="466214" y="5602263"/>
                  </a:lnTo>
                  <a:lnTo>
                    <a:pt x="466323" y="5602263"/>
                  </a:lnTo>
                  <a:lnTo>
                    <a:pt x="466431" y="5602263"/>
                  </a:lnTo>
                  <a:lnTo>
                    <a:pt x="466540" y="5602263"/>
                  </a:lnTo>
                  <a:lnTo>
                    <a:pt x="466540" y="5601639"/>
                  </a:lnTo>
                  <a:lnTo>
                    <a:pt x="466648" y="5601639"/>
                  </a:lnTo>
                  <a:lnTo>
                    <a:pt x="466756" y="5601639"/>
                  </a:lnTo>
                  <a:lnTo>
                    <a:pt x="466865" y="5601639"/>
                  </a:lnTo>
                  <a:lnTo>
                    <a:pt x="466973" y="5601639"/>
                  </a:lnTo>
                  <a:lnTo>
                    <a:pt x="467082" y="5601639"/>
                  </a:lnTo>
                  <a:lnTo>
                    <a:pt x="467082" y="5601016"/>
                  </a:lnTo>
                  <a:lnTo>
                    <a:pt x="467190" y="5601016"/>
                  </a:lnTo>
                  <a:lnTo>
                    <a:pt x="467299" y="5601016"/>
                  </a:lnTo>
                  <a:lnTo>
                    <a:pt x="467407" y="5601016"/>
                  </a:lnTo>
                  <a:lnTo>
                    <a:pt x="467516" y="5601016"/>
                  </a:lnTo>
                  <a:lnTo>
                    <a:pt x="467624" y="5601016"/>
                  </a:lnTo>
                  <a:lnTo>
                    <a:pt x="467732" y="5601016"/>
                  </a:lnTo>
                  <a:lnTo>
                    <a:pt x="467841" y="5601016"/>
                  </a:lnTo>
                  <a:lnTo>
                    <a:pt x="467949" y="5601016"/>
                  </a:lnTo>
                  <a:lnTo>
                    <a:pt x="468058" y="5601016"/>
                  </a:lnTo>
                  <a:lnTo>
                    <a:pt x="468058" y="5600392"/>
                  </a:lnTo>
                  <a:lnTo>
                    <a:pt x="468166" y="5600392"/>
                  </a:lnTo>
                  <a:lnTo>
                    <a:pt x="468275" y="5600392"/>
                  </a:lnTo>
                  <a:lnTo>
                    <a:pt x="468383" y="5600392"/>
                  </a:lnTo>
                  <a:lnTo>
                    <a:pt x="468492" y="5600392"/>
                  </a:lnTo>
                  <a:lnTo>
                    <a:pt x="468600" y="5600392"/>
                  </a:lnTo>
                  <a:lnTo>
                    <a:pt x="468708" y="5600392"/>
                  </a:lnTo>
                  <a:lnTo>
                    <a:pt x="468708" y="5599769"/>
                  </a:lnTo>
                  <a:lnTo>
                    <a:pt x="468817" y="5599769"/>
                  </a:lnTo>
                  <a:lnTo>
                    <a:pt x="468925" y="5599769"/>
                  </a:lnTo>
                  <a:lnTo>
                    <a:pt x="469034" y="5599769"/>
                  </a:lnTo>
                  <a:lnTo>
                    <a:pt x="469034" y="5599145"/>
                  </a:lnTo>
                  <a:lnTo>
                    <a:pt x="469142" y="5599145"/>
                  </a:lnTo>
                  <a:lnTo>
                    <a:pt x="469142" y="5598522"/>
                  </a:lnTo>
                  <a:lnTo>
                    <a:pt x="469251" y="5598522"/>
                  </a:lnTo>
                  <a:lnTo>
                    <a:pt x="469359" y="5598522"/>
                  </a:lnTo>
                  <a:lnTo>
                    <a:pt x="469468" y="5598522"/>
                  </a:lnTo>
                  <a:lnTo>
                    <a:pt x="469576" y="5598522"/>
                  </a:lnTo>
                  <a:lnTo>
                    <a:pt x="469685" y="5598522"/>
                  </a:lnTo>
                  <a:lnTo>
                    <a:pt x="469793" y="5598522"/>
                  </a:lnTo>
                  <a:lnTo>
                    <a:pt x="469901" y="5598522"/>
                  </a:lnTo>
                  <a:lnTo>
                    <a:pt x="469901" y="5597898"/>
                  </a:lnTo>
                  <a:lnTo>
                    <a:pt x="469901" y="5597274"/>
                  </a:lnTo>
                  <a:lnTo>
                    <a:pt x="470010" y="5597274"/>
                  </a:lnTo>
                  <a:lnTo>
                    <a:pt x="470118" y="5597274"/>
                  </a:lnTo>
                  <a:lnTo>
                    <a:pt x="470227" y="5597274"/>
                  </a:lnTo>
                  <a:lnTo>
                    <a:pt x="470227" y="5596651"/>
                  </a:lnTo>
                  <a:lnTo>
                    <a:pt x="470335" y="5596651"/>
                  </a:lnTo>
                  <a:lnTo>
                    <a:pt x="470444" y="5596651"/>
                  </a:lnTo>
                  <a:lnTo>
                    <a:pt x="470552" y="5596651"/>
                  </a:lnTo>
                  <a:lnTo>
                    <a:pt x="470661" y="5596651"/>
                  </a:lnTo>
                  <a:lnTo>
                    <a:pt x="470661" y="5596027"/>
                  </a:lnTo>
                  <a:lnTo>
                    <a:pt x="470661" y="5595404"/>
                  </a:lnTo>
                  <a:lnTo>
                    <a:pt x="470769" y="5595404"/>
                  </a:lnTo>
                  <a:lnTo>
                    <a:pt x="470769" y="5594780"/>
                  </a:lnTo>
                  <a:lnTo>
                    <a:pt x="470877" y="5594780"/>
                  </a:lnTo>
                  <a:lnTo>
                    <a:pt x="470877" y="5594156"/>
                  </a:lnTo>
                  <a:lnTo>
                    <a:pt x="470986" y="5594156"/>
                  </a:lnTo>
                  <a:lnTo>
                    <a:pt x="471094" y="5594156"/>
                  </a:lnTo>
                  <a:lnTo>
                    <a:pt x="471094" y="5593533"/>
                  </a:lnTo>
                  <a:lnTo>
                    <a:pt x="471203" y="5593533"/>
                  </a:lnTo>
                  <a:lnTo>
                    <a:pt x="471311" y="5593533"/>
                  </a:lnTo>
                  <a:lnTo>
                    <a:pt x="471420" y="5593533"/>
                  </a:lnTo>
                  <a:lnTo>
                    <a:pt x="471528" y="5593533"/>
                  </a:lnTo>
                  <a:lnTo>
                    <a:pt x="471528" y="5592909"/>
                  </a:lnTo>
                  <a:lnTo>
                    <a:pt x="471637" y="5592909"/>
                  </a:lnTo>
                  <a:lnTo>
                    <a:pt x="471637" y="5592286"/>
                  </a:lnTo>
                  <a:lnTo>
                    <a:pt x="471745" y="5592286"/>
                  </a:lnTo>
                  <a:lnTo>
                    <a:pt x="471745" y="5591662"/>
                  </a:lnTo>
                  <a:lnTo>
                    <a:pt x="471853" y="5591662"/>
                  </a:lnTo>
                  <a:lnTo>
                    <a:pt x="471962" y="5591662"/>
                  </a:lnTo>
                  <a:lnTo>
                    <a:pt x="472070" y="5591662"/>
                  </a:lnTo>
                  <a:lnTo>
                    <a:pt x="472179" y="5591662"/>
                  </a:lnTo>
                  <a:lnTo>
                    <a:pt x="472287" y="5591662"/>
                  </a:lnTo>
                  <a:lnTo>
                    <a:pt x="472396" y="5591662"/>
                  </a:lnTo>
                  <a:lnTo>
                    <a:pt x="472504" y="5591662"/>
                  </a:lnTo>
                  <a:lnTo>
                    <a:pt x="472613" y="5591662"/>
                  </a:lnTo>
                  <a:lnTo>
                    <a:pt x="472721" y="5591662"/>
                  </a:lnTo>
                  <a:lnTo>
                    <a:pt x="472829" y="5591662"/>
                  </a:lnTo>
                  <a:lnTo>
                    <a:pt x="472938" y="5591662"/>
                  </a:lnTo>
                  <a:lnTo>
                    <a:pt x="473046" y="5591662"/>
                  </a:lnTo>
                  <a:lnTo>
                    <a:pt x="473155" y="5591662"/>
                  </a:lnTo>
                  <a:lnTo>
                    <a:pt x="473263" y="5591662"/>
                  </a:lnTo>
                  <a:lnTo>
                    <a:pt x="473372" y="5591662"/>
                  </a:lnTo>
                  <a:lnTo>
                    <a:pt x="473480" y="5591662"/>
                  </a:lnTo>
                  <a:lnTo>
                    <a:pt x="473589" y="5591662"/>
                  </a:lnTo>
                  <a:lnTo>
                    <a:pt x="473589" y="5591039"/>
                  </a:lnTo>
                  <a:lnTo>
                    <a:pt x="473697" y="5591039"/>
                  </a:lnTo>
                  <a:lnTo>
                    <a:pt x="473697" y="5590415"/>
                  </a:lnTo>
                  <a:lnTo>
                    <a:pt x="473806" y="5590415"/>
                  </a:lnTo>
                  <a:lnTo>
                    <a:pt x="473806" y="5589791"/>
                  </a:lnTo>
                  <a:lnTo>
                    <a:pt x="473914" y="5589791"/>
                  </a:lnTo>
                  <a:lnTo>
                    <a:pt x="473914" y="5589168"/>
                  </a:lnTo>
                  <a:lnTo>
                    <a:pt x="474022" y="5589168"/>
                  </a:lnTo>
                  <a:lnTo>
                    <a:pt x="474022" y="5588544"/>
                  </a:lnTo>
                  <a:lnTo>
                    <a:pt x="474131" y="5588544"/>
                  </a:lnTo>
                  <a:lnTo>
                    <a:pt x="474239" y="5588544"/>
                  </a:lnTo>
                  <a:lnTo>
                    <a:pt x="474348" y="5588544"/>
                  </a:lnTo>
                  <a:lnTo>
                    <a:pt x="474456" y="5588544"/>
                  </a:lnTo>
                  <a:lnTo>
                    <a:pt x="474565" y="5588544"/>
                  </a:lnTo>
                  <a:lnTo>
                    <a:pt x="474673" y="5588544"/>
                  </a:lnTo>
                  <a:lnTo>
                    <a:pt x="474673" y="5587921"/>
                  </a:lnTo>
                  <a:lnTo>
                    <a:pt x="474782" y="5587921"/>
                  </a:lnTo>
                  <a:lnTo>
                    <a:pt x="474890" y="5587921"/>
                  </a:lnTo>
                  <a:lnTo>
                    <a:pt x="474998" y="5587921"/>
                  </a:lnTo>
                  <a:lnTo>
                    <a:pt x="474998" y="5587297"/>
                  </a:lnTo>
                  <a:lnTo>
                    <a:pt x="475107" y="5587297"/>
                  </a:lnTo>
                  <a:lnTo>
                    <a:pt x="475215" y="5587297"/>
                  </a:lnTo>
                  <a:lnTo>
                    <a:pt x="475324" y="5587297"/>
                  </a:lnTo>
                  <a:lnTo>
                    <a:pt x="475432" y="5587297"/>
                  </a:lnTo>
                  <a:lnTo>
                    <a:pt x="475541" y="5587297"/>
                  </a:lnTo>
                  <a:lnTo>
                    <a:pt x="475649" y="5587297"/>
                  </a:lnTo>
                  <a:lnTo>
                    <a:pt x="475758" y="5587297"/>
                  </a:lnTo>
                  <a:lnTo>
                    <a:pt x="475758" y="5586673"/>
                  </a:lnTo>
                  <a:lnTo>
                    <a:pt x="475866" y="5586673"/>
                  </a:lnTo>
                  <a:lnTo>
                    <a:pt x="475974" y="5586673"/>
                  </a:lnTo>
                  <a:lnTo>
                    <a:pt x="475974" y="5586050"/>
                  </a:lnTo>
                  <a:lnTo>
                    <a:pt x="476083" y="5586050"/>
                  </a:lnTo>
                  <a:lnTo>
                    <a:pt x="476191" y="5586050"/>
                  </a:lnTo>
                  <a:lnTo>
                    <a:pt x="476191" y="5585426"/>
                  </a:lnTo>
                  <a:lnTo>
                    <a:pt x="476300" y="5585426"/>
                  </a:lnTo>
                  <a:lnTo>
                    <a:pt x="476408" y="5585426"/>
                  </a:lnTo>
                  <a:lnTo>
                    <a:pt x="476517" y="5585426"/>
                  </a:lnTo>
                  <a:lnTo>
                    <a:pt x="476517" y="5584803"/>
                  </a:lnTo>
                  <a:lnTo>
                    <a:pt x="476625" y="5584803"/>
                  </a:lnTo>
                  <a:lnTo>
                    <a:pt x="476734" y="5584803"/>
                  </a:lnTo>
                  <a:lnTo>
                    <a:pt x="476842" y="5584803"/>
                  </a:lnTo>
                  <a:lnTo>
                    <a:pt x="476950" y="5584803"/>
                  </a:lnTo>
                  <a:lnTo>
                    <a:pt x="477059" y="5584803"/>
                  </a:lnTo>
                  <a:lnTo>
                    <a:pt x="477059" y="5584179"/>
                  </a:lnTo>
                  <a:lnTo>
                    <a:pt x="477167" y="5584179"/>
                  </a:lnTo>
                  <a:lnTo>
                    <a:pt x="477276" y="5584179"/>
                  </a:lnTo>
                  <a:lnTo>
                    <a:pt x="477276" y="5583556"/>
                  </a:lnTo>
                  <a:lnTo>
                    <a:pt x="477276" y="5582932"/>
                  </a:lnTo>
                  <a:lnTo>
                    <a:pt x="477276" y="5582308"/>
                  </a:lnTo>
                  <a:lnTo>
                    <a:pt x="477384" y="5582308"/>
                  </a:lnTo>
                  <a:lnTo>
                    <a:pt x="477493" y="5582308"/>
                  </a:lnTo>
                  <a:lnTo>
                    <a:pt x="477601" y="5582308"/>
                  </a:lnTo>
                  <a:lnTo>
                    <a:pt x="477710" y="5582308"/>
                  </a:lnTo>
                  <a:lnTo>
                    <a:pt x="477818" y="5582308"/>
                  </a:lnTo>
                  <a:lnTo>
                    <a:pt x="477927" y="5582308"/>
                  </a:lnTo>
                  <a:lnTo>
                    <a:pt x="478035" y="5582308"/>
                  </a:lnTo>
                  <a:lnTo>
                    <a:pt x="478035" y="5581685"/>
                  </a:lnTo>
                  <a:lnTo>
                    <a:pt x="478143" y="5581685"/>
                  </a:lnTo>
                  <a:lnTo>
                    <a:pt x="478143" y="5581061"/>
                  </a:lnTo>
                  <a:lnTo>
                    <a:pt x="478252" y="5581061"/>
                  </a:lnTo>
                  <a:lnTo>
                    <a:pt x="478360" y="5581061"/>
                  </a:lnTo>
                  <a:lnTo>
                    <a:pt x="478469" y="5581061"/>
                  </a:lnTo>
                  <a:lnTo>
                    <a:pt x="478577" y="5581061"/>
                  </a:lnTo>
                  <a:lnTo>
                    <a:pt x="478686" y="5581061"/>
                  </a:lnTo>
                  <a:lnTo>
                    <a:pt x="478794" y="5581061"/>
                  </a:lnTo>
                  <a:lnTo>
                    <a:pt x="478903" y="5581061"/>
                  </a:lnTo>
                  <a:lnTo>
                    <a:pt x="479011" y="5581061"/>
                  </a:lnTo>
                  <a:lnTo>
                    <a:pt x="479011" y="5580438"/>
                  </a:lnTo>
                  <a:lnTo>
                    <a:pt x="479119" y="5580438"/>
                  </a:lnTo>
                  <a:lnTo>
                    <a:pt x="479228" y="5580438"/>
                  </a:lnTo>
                  <a:lnTo>
                    <a:pt x="479336" y="5580438"/>
                  </a:lnTo>
                  <a:lnTo>
                    <a:pt x="479445" y="5580438"/>
                  </a:lnTo>
                  <a:lnTo>
                    <a:pt x="479553" y="5580438"/>
                  </a:lnTo>
                  <a:lnTo>
                    <a:pt x="479662" y="5580438"/>
                  </a:lnTo>
                  <a:lnTo>
                    <a:pt x="479770" y="5580438"/>
                  </a:lnTo>
                  <a:lnTo>
                    <a:pt x="479770" y="5579814"/>
                  </a:lnTo>
                  <a:lnTo>
                    <a:pt x="479879" y="5579814"/>
                  </a:lnTo>
                  <a:lnTo>
                    <a:pt x="479879" y="5579191"/>
                  </a:lnTo>
                  <a:lnTo>
                    <a:pt x="479987" y="5579191"/>
                  </a:lnTo>
                  <a:lnTo>
                    <a:pt x="480095" y="5579191"/>
                  </a:lnTo>
                  <a:lnTo>
                    <a:pt x="480204" y="5579191"/>
                  </a:lnTo>
                  <a:lnTo>
                    <a:pt x="480204" y="5578567"/>
                  </a:lnTo>
                  <a:lnTo>
                    <a:pt x="480312" y="5578567"/>
                  </a:lnTo>
                  <a:lnTo>
                    <a:pt x="480421" y="5578567"/>
                  </a:lnTo>
                  <a:lnTo>
                    <a:pt x="480529" y="5578567"/>
                  </a:lnTo>
                  <a:lnTo>
                    <a:pt x="480638" y="5578567"/>
                  </a:lnTo>
                  <a:lnTo>
                    <a:pt x="480638" y="5577943"/>
                  </a:lnTo>
                  <a:lnTo>
                    <a:pt x="480746" y="5577943"/>
                  </a:lnTo>
                  <a:lnTo>
                    <a:pt x="480855" y="5577943"/>
                  </a:lnTo>
                  <a:lnTo>
                    <a:pt x="480855" y="5577320"/>
                  </a:lnTo>
                  <a:lnTo>
                    <a:pt x="480963" y="5577320"/>
                  </a:lnTo>
                  <a:lnTo>
                    <a:pt x="481071" y="5577320"/>
                  </a:lnTo>
                  <a:lnTo>
                    <a:pt x="481180" y="5577320"/>
                  </a:lnTo>
                  <a:lnTo>
                    <a:pt x="481288" y="5577320"/>
                  </a:lnTo>
                  <a:lnTo>
                    <a:pt x="481397" y="5577320"/>
                  </a:lnTo>
                  <a:lnTo>
                    <a:pt x="481505" y="5577320"/>
                  </a:lnTo>
                  <a:lnTo>
                    <a:pt x="481614" y="5577320"/>
                  </a:lnTo>
                  <a:lnTo>
                    <a:pt x="481722" y="5577320"/>
                  </a:lnTo>
                  <a:lnTo>
                    <a:pt x="481831" y="5577320"/>
                  </a:lnTo>
                  <a:lnTo>
                    <a:pt x="481939" y="5577320"/>
                  </a:lnTo>
                  <a:lnTo>
                    <a:pt x="482047" y="5577320"/>
                  </a:lnTo>
                  <a:lnTo>
                    <a:pt x="482156" y="5577320"/>
                  </a:lnTo>
                  <a:lnTo>
                    <a:pt x="482264" y="5577320"/>
                  </a:lnTo>
                  <a:lnTo>
                    <a:pt x="482373" y="5577320"/>
                  </a:lnTo>
                  <a:lnTo>
                    <a:pt x="482481" y="5577320"/>
                  </a:lnTo>
                  <a:lnTo>
                    <a:pt x="482590" y="5577320"/>
                  </a:lnTo>
                  <a:lnTo>
                    <a:pt x="482698" y="5577320"/>
                  </a:lnTo>
                  <a:lnTo>
                    <a:pt x="482807" y="5577320"/>
                  </a:lnTo>
                  <a:lnTo>
                    <a:pt x="482915" y="5577320"/>
                  </a:lnTo>
                  <a:lnTo>
                    <a:pt x="483024" y="5577320"/>
                  </a:lnTo>
                  <a:lnTo>
                    <a:pt x="483132" y="5577320"/>
                  </a:lnTo>
                  <a:lnTo>
                    <a:pt x="483132" y="5576696"/>
                  </a:lnTo>
                  <a:lnTo>
                    <a:pt x="483240" y="5576696"/>
                  </a:lnTo>
                  <a:lnTo>
                    <a:pt x="483240" y="5576073"/>
                  </a:lnTo>
                  <a:lnTo>
                    <a:pt x="483240" y="5575449"/>
                  </a:lnTo>
                  <a:lnTo>
                    <a:pt x="483349" y="5575449"/>
                  </a:lnTo>
                  <a:lnTo>
                    <a:pt x="483349" y="5574825"/>
                  </a:lnTo>
                  <a:lnTo>
                    <a:pt x="483457" y="5574825"/>
                  </a:lnTo>
                  <a:lnTo>
                    <a:pt x="483566" y="5574825"/>
                  </a:lnTo>
                  <a:lnTo>
                    <a:pt x="483674" y="5574825"/>
                  </a:lnTo>
                  <a:lnTo>
                    <a:pt x="483783" y="5574825"/>
                  </a:lnTo>
                  <a:lnTo>
                    <a:pt x="483891" y="5574825"/>
                  </a:lnTo>
                  <a:lnTo>
                    <a:pt x="484000" y="5574825"/>
                  </a:lnTo>
                  <a:lnTo>
                    <a:pt x="484108" y="5574825"/>
                  </a:lnTo>
                  <a:lnTo>
                    <a:pt x="484216" y="5574825"/>
                  </a:lnTo>
                  <a:lnTo>
                    <a:pt x="484325" y="5574825"/>
                  </a:lnTo>
                  <a:lnTo>
                    <a:pt x="484433" y="5574825"/>
                  </a:lnTo>
                  <a:lnTo>
                    <a:pt x="484542" y="5574825"/>
                  </a:lnTo>
                  <a:lnTo>
                    <a:pt x="484650" y="5574825"/>
                  </a:lnTo>
                  <a:lnTo>
                    <a:pt x="484759" y="5574825"/>
                  </a:lnTo>
                  <a:lnTo>
                    <a:pt x="484867" y="5574825"/>
                  </a:lnTo>
                  <a:lnTo>
                    <a:pt x="484976" y="5574825"/>
                  </a:lnTo>
                  <a:lnTo>
                    <a:pt x="485084" y="5574825"/>
                  </a:lnTo>
                  <a:lnTo>
                    <a:pt x="485192" y="5574825"/>
                  </a:lnTo>
                  <a:lnTo>
                    <a:pt x="485301" y="5574825"/>
                  </a:lnTo>
                  <a:lnTo>
                    <a:pt x="485409" y="5574825"/>
                  </a:lnTo>
                  <a:lnTo>
                    <a:pt x="485518" y="5574825"/>
                  </a:lnTo>
                  <a:lnTo>
                    <a:pt x="485518" y="5574202"/>
                  </a:lnTo>
                  <a:lnTo>
                    <a:pt x="485626" y="5574202"/>
                  </a:lnTo>
                  <a:lnTo>
                    <a:pt x="485735" y="5574202"/>
                  </a:lnTo>
                  <a:lnTo>
                    <a:pt x="485843" y="5574202"/>
                  </a:lnTo>
                  <a:lnTo>
                    <a:pt x="485843" y="5573578"/>
                  </a:lnTo>
                  <a:lnTo>
                    <a:pt x="485843" y="5572955"/>
                  </a:lnTo>
                  <a:lnTo>
                    <a:pt x="485952" y="5572955"/>
                  </a:lnTo>
                  <a:lnTo>
                    <a:pt x="486060" y="5572955"/>
                  </a:lnTo>
                  <a:lnTo>
                    <a:pt x="486168" y="5572955"/>
                  </a:lnTo>
                  <a:lnTo>
                    <a:pt x="486277" y="5572955"/>
                  </a:lnTo>
                  <a:lnTo>
                    <a:pt x="486385" y="5572955"/>
                  </a:lnTo>
                  <a:lnTo>
                    <a:pt x="486385" y="5572331"/>
                  </a:lnTo>
                  <a:lnTo>
                    <a:pt x="486494" y="5572331"/>
                  </a:lnTo>
                  <a:lnTo>
                    <a:pt x="486494" y="5571708"/>
                  </a:lnTo>
                  <a:lnTo>
                    <a:pt x="486602" y="5571708"/>
                  </a:lnTo>
                  <a:lnTo>
                    <a:pt x="486711" y="5571708"/>
                  </a:lnTo>
                  <a:lnTo>
                    <a:pt x="486819" y="5571708"/>
                  </a:lnTo>
                  <a:lnTo>
                    <a:pt x="486928" y="5571708"/>
                  </a:lnTo>
                  <a:lnTo>
                    <a:pt x="487036" y="5571708"/>
                  </a:lnTo>
                  <a:lnTo>
                    <a:pt x="487145" y="5571708"/>
                  </a:lnTo>
                  <a:lnTo>
                    <a:pt x="487145" y="5571084"/>
                  </a:lnTo>
                  <a:lnTo>
                    <a:pt x="487145" y="5570460"/>
                  </a:lnTo>
                  <a:lnTo>
                    <a:pt x="487253" y="5570460"/>
                  </a:lnTo>
                  <a:lnTo>
                    <a:pt x="487253" y="5569837"/>
                  </a:lnTo>
                  <a:lnTo>
                    <a:pt x="487361" y="5569837"/>
                  </a:lnTo>
                  <a:lnTo>
                    <a:pt x="487470" y="5569837"/>
                  </a:lnTo>
                  <a:lnTo>
                    <a:pt x="487470" y="5569213"/>
                  </a:lnTo>
                  <a:lnTo>
                    <a:pt x="487578" y="5569213"/>
                  </a:lnTo>
                  <a:lnTo>
                    <a:pt x="487687" y="5569213"/>
                  </a:lnTo>
                  <a:lnTo>
                    <a:pt x="487687" y="5568590"/>
                  </a:lnTo>
                  <a:lnTo>
                    <a:pt x="487687" y="5567966"/>
                  </a:lnTo>
                  <a:lnTo>
                    <a:pt x="487687" y="5567342"/>
                  </a:lnTo>
                  <a:lnTo>
                    <a:pt x="487795" y="5567342"/>
                  </a:lnTo>
                  <a:lnTo>
                    <a:pt x="487904" y="5567342"/>
                  </a:lnTo>
                  <a:lnTo>
                    <a:pt x="488012" y="5567342"/>
                  </a:lnTo>
                  <a:lnTo>
                    <a:pt x="488121" y="5567342"/>
                  </a:lnTo>
                  <a:lnTo>
                    <a:pt x="488121" y="5566719"/>
                  </a:lnTo>
                  <a:lnTo>
                    <a:pt x="488229" y="5566719"/>
                  </a:lnTo>
                  <a:lnTo>
                    <a:pt x="488337" y="5566719"/>
                  </a:lnTo>
                  <a:lnTo>
                    <a:pt x="488446" y="5566719"/>
                  </a:lnTo>
                  <a:lnTo>
                    <a:pt x="488554" y="5566719"/>
                  </a:lnTo>
                  <a:lnTo>
                    <a:pt x="488663" y="5566719"/>
                  </a:lnTo>
                  <a:lnTo>
                    <a:pt x="488771" y="5566719"/>
                  </a:lnTo>
                  <a:lnTo>
                    <a:pt x="488771" y="5566095"/>
                  </a:lnTo>
                  <a:lnTo>
                    <a:pt x="488880" y="5566095"/>
                  </a:lnTo>
                  <a:lnTo>
                    <a:pt x="488880" y="5565472"/>
                  </a:lnTo>
                  <a:lnTo>
                    <a:pt x="488988" y="5565472"/>
                  </a:lnTo>
                  <a:lnTo>
                    <a:pt x="489097" y="5565472"/>
                  </a:lnTo>
                  <a:lnTo>
                    <a:pt x="489205" y="5565472"/>
                  </a:lnTo>
                  <a:lnTo>
                    <a:pt x="489313" y="5565472"/>
                  </a:lnTo>
                  <a:lnTo>
                    <a:pt x="489422" y="5565472"/>
                  </a:lnTo>
                  <a:lnTo>
                    <a:pt x="489530" y="5565472"/>
                  </a:lnTo>
                  <a:lnTo>
                    <a:pt x="489639" y="5565472"/>
                  </a:lnTo>
                  <a:lnTo>
                    <a:pt x="489747" y="5565472"/>
                  </a:lnTo>
                  <a:lnTo>
                    <a:pt x="489747" y="5564848"/>
                  </a:lnTo>
                  <a:lnTo>
                    <a:pt x="489856" y="5564848"/>
                  </a:lnTo>
                  <a:lnTo>
                    <a:pt x="489964" y="5564848"/>
                  </a:lnTo>
                  <a:lnTo>
                    <a:pt x="490073" y="5564848"/>
                  </a:lnTo>
                  <a:lnTo>
                    <a:pt x="490181" y="5564848"/>
                  </a:lnTo>
                  <a:lnTo>
                    <a:pt x="490181" y="5564225"/>
                  </a:lnTo>
                  <a:lnTo>
                    <a:pt x="490181" y="5563601"/>
                  </a:lnTo>
                  <a:lnTo>
                    <a:pt x="490289" y="5563601"/>
                  </a:lnTo>
                  <a:lnTo>
                    <a:pt x="490289" y="5562977"/>
                  </a:lnTo>
                  <a:lnTo>
                    <a:pt x="490398" y="5562977"/>
                  </a:lnTo>
                  <a:lnTo>
                    <a:pt x="490506" y="5562977"/>
                  </a:lnTo>
                  <a:lnTo>
                    <a:pt x="490615" y="5562977"/>
                  </a:lnTo>
                  <a:lnTo>
                    <a:pt x="490723" y="5562977"/>
                  </a:lnTo>
                  <a:lnTo>
                    <a:pt x="490832" y="5562977"/>
                  </a:lnTo>
                  <a:lnTo>
                    <a:pt x="490832" y="5562354"/>
                  </a:lnTo>
                  <a:lnTo>
                    <a:pt x="490940" y="5562354"/>
                  </a:lnTo>
                  <a:lnTo>
                    <a:pt x="491049" y="5562354"/>
                  </a:lnTo>
                  <a:lnTo>
                    <a:pt x="491049" y="5561730"/>
                  </a:lnTo>
                  <a:lnTo>
                    <a:pt x="491157" y="5561730"/>
                  </a:lnTo>
                  <a:lnTo>
                    <a:pt x="491266" y="5561730"/>
                  </a:lnTo>
                  <a:lnTo>
                    <a:pt x="491266" y="5561107"/>
                  </a:lnTo>
                  <a:lnTo>
                    <a:pt x="491374" y="5561107"/>
                  </a:lnTo>
                  <a:lnTo>
                    <a:pt x="491482" y="5561107"/>
                  </a:lnTo>
                  <a:lnTo>
                    <a:pt x="491591" y="5561107"/>
                  </a:lnTo>
                  <a:lnTo>
                    <a:pt x="491699" y="5561107"/>
                  </a:lnTo>
                  <a:lnTo>
                    <a:pt x="491699" y="5560483"/>
                  </a:lnTo>
                  <a:lnTo>
                    <a:pt x="491808" y="5560483"/>
                  </a:lnTo>
                  <a:lnTo>
                    <a:pt x="491916" y="5560483"/>
                  </a:lnTo>
                  <a:lnTo>
                    <a:pt x="491916" y="5559859"/>
                  </a:lnTo>
                  <a:lnTo>
                    <a:pt x="492025" y="5559859"/>
                  </a:lnTo>
                  <a:lnTo>
                    <a:pt x="492133" y="5559859"/>
                  </a:lnTo>
                  <a:lnTo>
                    <a:pt x="492133" y="5559236"/>
                  </a:lnTo>
                  <a:lnTo>
                    <a:pt x="492242" y="5559236"/>
                  </a:lnTo>
                  <a:lnTo>
                    <a:pt x="492350" y="5559236"/>
                  </a:lnTo>
                  <a:lnTo>
                    <a:pt x="492350" y="5558612"/>
                  </a:lnTo>
                  <a:lnTo>
                    <a:pt x="492458" y="5558612"/>
                  </a:lnTo>
                  <a:lnTo>
                    <a:pt x="492567" y="5558612"/>
                  </a:lnTo>
                  <a:lnTo>
                    <a:pt x="492675" y="5558612"/>
                  </a:lnTo>
                  <a:lnTo>
                    <a:pt x="492784" y="5558612"/>
                  </a:lnTo>
                  <a:lnTo>
                    <a:pt x="492892" y="5558612"/>
                  </a:lnTo>
                  <a:lnTo>
                    <a:pt x="492892" y="5557989"/>
                  </a:lnTo>
                  <a:lnTo>
                    <a:pt x="492892" y="5557365"/>
                  </a:lnTo>
                  <a:lnTo>
                    <a:pt x="493001" y="5557365"/>
                  </a:lnTo>
                  <a:lnTo>
                    <a:pt x="493001" y="5556742"/>
                  </a:lnTo>
                  <a:lnTo>
                    <a:pt x="493001" y="5556118"/>
                  </a:lnTo>
                  <a:lnTo>
                    <a:pt x="493109" y="5556118"/>
                  </a:lnTo>
                  <a:lnTo>
                    <a:pt x="493109" y="5555494"/>
                  </a:lnTo>
                  <a:lnTo>
                    <a:pt x="493218" y="5555494"/>
                  </a:lnTo>
                  <a:lnTo>
                    <a:pt x="493326" y="5555494"/>
                  </a:lnTo>
                  <a:lnTo>
                    <a:pt x="493434" y="5555494"/>
                  </a:lnTo>
                  <a:lnTo>
                    <a:pt x="493543" y="5555494"/>
                  </a:lnTo>
                  <a:lnTo>
                    <a:pt x="493543" y="5554871"/>
                  </a:lnTo>
                  <a:lnTo>
                    <a:pt x="493651" y="5554871"/>
                  </a:lnTo>
                  <a:lnTo>
                    <a:pt x="493760" y="5554871"/>
                  </a:lnTo>
                  <a:lnTo>
                    <a:pt x="493760" y="5554247"/>
                  </a:lnTo>
                  <a:lnTo>
                    <a:pt x="493868" y="5554247"/>
                  </a:lnTo>
                  <a:lnTo>
                    <a:pt x="493977" y="5554247"/>
                  </a:lnTo>
                  <a:lnTo>
                    <a:pt x="494085" y="5554247"/>
                  </a:lnTo>
                  <a:lnTo>
                    <a:pt x="494194" y="5554247"/>
                  </a:lnTo>
                  <a:lnTo>
                    <a:pt x="494302" y="5554247"/>
                  </a:lnTo>
                  <a:lnTo>
                    <a:pt x="494410" y="5554247"/>
                  </a:lnTo>
                  <a:lnTo>
                    <a:pt x="494519" y="5554247"/>
                  </a:lnTo>
                  <a:lnTo>
                    <a:pt x="494627" y="5554247"/>
                  </a:lnTo>
                  <a:lnTo>
                    <a:pt x="494627" y="5553624"/>
                  </a:lnTo>
                  <a:lnTo>
                    <a:pt x="494736" y="5553624"/>
                  </a:lnTo>
                  <a:lnTo>
                    <a:pt x="494844" y="5553624"/>
                  </a:lnTo>
                  <a:lnTo>
                    <a:pt x="494844" y="5553000"/>
                  </a:lnTo>
                  <a:lnTo>
                    <a:pt x="494953" y="5553000"/>
                  </a:lnTo>
                  <a:lnTo>
                    <a:pt x="495061" y="5553000"/>
                  </a:lnTo>
                  <a:lnTo>
                    <a:pt x="495170" y="5553000"/>
                  </a:lnTo>
                  <a:lnTo>
                    <a:pt x="495170" y="5552376"/>
                  </a:lnTo>
                  <a:lnTo>
                    <a:pt x="495278" y="5552376"/>
                  </a:lnTo>
                  <a:lnTo>
                    <a:pt x="495387" y="5552376"/>
                  </a:lnTo>
                  <a:lnTo>
                    <a:pt x="495495" y="5552376"/>
                  </a:lnTo>
                  <a:lnTo>
                    <a:pt x="495495" y="5551753"/>
                  </a:lnTo>
                  <a:lnTo>
                    <a:pt x="495495" y="5551129"/>
                  </a:lnTo>
                  <a:lnTo>
                    <a:pt x="495603" y="5551129"/>
                  </a:lnTo>
                  <a:lnTo>
                    <a:pt x="495603" y="5550506"/>
                  </a:lnTo>
                  <a:lnTo>
                    <a:pt x="495603" y="5549882"/>
                  </a:lnTo>
                  <a:lnTo>
                    <a:pt x="495712" y="5549882"/>
                  </a:lnTo>
                  <a:lnTo>
                    <a:pt x="495820" y="5549882"/>
                  </a:lnTo>
                  <a:lnTo>
                    <a:pt x="495929" y="5549882"/>
                  </a:lnTo>
                  <a:lnTo>
                    <a:pt x="496037" y="5549882"/>
                  </a:lnTo>
                  <a:lnTo>
                    <a:pt x="496146" y="5549882"/>
                  </a:lnTo>
                  <a:lnTo>
                    <a:pt x="496146" y="5549259"/>
                  </a:lnTo>
                  <a:lnTo>
                    <a:pt x="496254" y="5549259"/>
                  </a:lnTo>
                  <a:lnTo>
                    <a:pt x="496363" y="5549259"/>
                  </a:lnTo>
                  <a:lnTo>
                    <a:pt x="496471" y="5549259"/>
                  </a:lnTo>
                  <a:lnTo>
                    <a:pt x="496471" y="5548635"/>
                  </a:lnTo>
                  <a:lnTo>
                    <a:pt x="496471" y="5548011"/>
                  </a:lnTo>
                  <a:lnTo>
                    <a:pt x="496579" y="5548011"/>
                  </a:lnTo>
                  <a:lnTo>
                    <a:pt x="496688" y="5548011"/>
                  </a:lnTo>
                  <a:lnTo>
                    <a:pt x="496796" y="5548011"/>
                  </a:lnTo>
                  <a:lnTo>
                    <a:pt x="496905" y="5548011"/>
                  </a:lnTo>
                  <a:lnTo>
                    <a:pt x="497013" y="5548011"/>
                  </a:lnTo>
                  <a:lnTo>
                    <a:pt x="497122" y="5548011"/>
                  </a:lnTo>
                  <a:lnTo>
                    <a:pt x="497230" y="5548011"/>
                  </a:lnTo>
                  <a:lnTo>
                    <a:pt x="497339" y="5548011"/>
                  </a:lnTo>
                  <a:lnTo>
                    <a:pt x="497447" y="5548011"/>
                  </a:lnTo>
                  <a:lnTo>
                    <a:pt x="497555" y="5548011"/>
                  </a:lnTo>
                  <a:lnTo>
                    <a:pt x="497664" y="5548011"/>
                  </a:lnTo>
                  <a:lnTo>
                    <a:pt x="497664" y="5547388"/>
                  </a:lnTo>
                  <a:lnTo>
                    <a:pt x="497664" y="5546764"/>
                  </a:lnTo>
                  <a:lnTo>
                    <a:pt x="497772" y="5546764"/>
                  </a:lnTo>
                  <a:lnTo>
                    <a:pt x="497772" y="5546141"/>
                  </a:lnTo>
                  <a:lnTo>
                    <a:pt x="497772" y="5545517"/>
                  </a:lnTo>
                  <a:lnTo>
                    <a:pt x="497881" y="5545517"/>
                  </a:lnTo>
                  <a:lnTo>
                    <a:pt x="497989" y="5545517"/>
                  </a:lnTo>
                  <a:lnTo>
                    <a:pt x="498098" y="5545517"/>
                  </a:lnTo>
                  <a:lnTo>
                    <a:pt x="498098" y="5544893"/>
                  </a:lnTo>
                  <a:lnTo>
                    <a:pt x="498098" y="5544270"/>
                  </a:lnTo>
                  <a:lnTo>
                    <a:pt x="498206" y="5544270"/>
                  </a:lnTo>
                  <a:lnTo>
                    <a:pt x="498315" y="5544270"/>
                  </a:lnTo>
                  <a:lnTo>
                    <a:pt x="498423" y="5544270"/>
                  </a:lnTo>
                  <a:lnTo>
                    <a:pt x="498531" y="5544270"/>
                  </a:lnTo>
                  <a:lnTo>
                    <a:pt x="498531" y="5543646"/>
                  </a:lnTo>
                  <a:lnTo>
                    <a:pt x="498531" y="5543023"/>
                  </a:lnTo>
                  <a:lnTo>
                    <a:pt x="498640" y="5543023"/>
                  </a:lnTo>
                  <a:lnTo>
                    <a:pt x="498640" y="5542399"/>
                  </a:lnTo>
                  <a:lnTo>
                    <a:pt x="498748" y="5542399"/>
                  </a:lnTo>
                  <a:lnTo>
                    <a:pt x="498857" y="5542399"/>
                  </a:lnTo>
                  <a:lnTo>
                    <a:pt x="498965" y="5542399"/>
                  </a:lnTo>
                  <a:lnTo>
                    <a:pt x="499074" y="5542399"/>
                  </a:lnTo>
                  <a:lnTo>
                    <a:pt x="499182" y="5542399"/>
                  </a:lnTo>
                  <a:lnTo>
                    <a:pt x="499291" y="5542399"/>
                  </a:lnTo>
                  <a:lnTo>
                    <a:pt x="499291" y="5541776"/>
                  </a:lnTo>
                  <a:lnTo>
                    <a:pt x="499399" y="5541776"/>
                  </a:lnTo>
                  <a:lnTo>
                    <a:pt x="499508" y="5541776"/>
                  </a:lnTo>
                  <a:lnTo>
                    <a:pt x="499616" y="5541776"/>
                  </a:lnTo>
                  <a:lnTo>
                    <a:pt x="499616" y="5541152"/>
                  </a:lnTo>
                  <a:lnTo>
                    <a:pt x="499724" y="5541152"/>
                  </a:lnTo>
                  <a:lnTo>
                    <a:pt x="499833" y="5541152"/>
                  </a:lnTo>
                  <a:lnTo>
                    <a:pt x="499941" y="5541152"/>
                  </a:lnTo>
                  <a:lnTo>
                    <a:pt x="500050" y="5541152"/>
                  </a:lnTo>
                  <a:lnTo>
                    <a:pt x="500158" y="5541152"/>
                  </a:lnTo>
                  <a:lnTo>
                    <a:pt x="500267" y="5541152"/>
                  </a:lnTo>
                  <a:lnTo>
                    <a:pt x="500375" y="5541152"/>
                  </a:lnTo>
                  <a:lnTo>
                    <a:pt x="500484" y="5541152"/>
                  </a:lnTo>
                  <a:lnTo>
                    <a:pt x="500592" y="5541152"/>
                  </a:lnTo>
                  <a:lnTo>
                    <a:pt x="500700" y="5541152"/>
                  </a:lnTo>
                  <a:lnTo>
                    <a:pt x="500809" y="5541152"/>
                  </a:lnTo>
                  <a:lnTo>
                    <a:pt x="500917" y="5541152"/>
                  </a:lnTo>
                  <a:lnTo>
                    <a:pt x="501026" y="5541152"/>
                  </a:lnTo>
                  <a:lnTo>
                    <a:pt x="501134" y="5541152"/>
                  </a:lnTo>
                  <a:lnTo>
                    <a:pt x="501134" y="5540528"/>
                  </a:lnTo>
                  <a:lnTo>
                    <a:pt x="501243" y="5540528"/>
                  </a:lnTo>
                  <a:lnTo>
                    <a:pt x="501243" y="5539905"/>
                  </a:lnTo>
                  <a:lnTo>
                    <a:pt x="501351" y="5539905"/>
                  </a:lnTo>
                  <a:lnTo>
                    <a:pt x="501460" y="5539905"/>
                  </a:lnTo>
                  <a:lnTo>
                    <a:pt x="501568" y="5539905"/>
                  </a:lnTo>
                  <a:lnTo>
                    <a:pt x="501676" y="5539905"/>
                  </a:lnTo>
                  <a:lnTo>
                    <a:pt x="501785" y="5539905"/>
                  </a:lnTo>
                  <a:lnTo>
                    <a:pt x="501785" y="5539281"/>
                  </a:lnTo>
                  <a:lnTo>
                    <a:pt x="501893" y="5539281"/>
                  </a:lnTo>
                  <a:lnTo>
                    <a:pt x="502002" y="5539281"/>
                  </a:lnTo>
                  <a:lnTo>
                    <a:pt x="502110" y="5539281"/>
                  </a:lnTo>
                  <a:lnTo>
                    <a:pt x="502219" y="5539281"/>
                  </a:lnTo>
                  <a:lnTo>
                    <a:pt x="502327" y="5539281"/>
                  </a:lnTo>
                  <a:lnTo>
                    <a:pt x="502436" y="5539281"/>
                  </a:lnTo>
                  <a:lnTo>
                    <a:pt x="502544" y="5539281"/>
                  </a:lnTo>
                  <a:lnTo>
                    <a:pt x="502652" y="5539281"/>
                  </a:lnTo>
                  <a:lnTo>
                    <a:pt x="502652" y="5538658"/>
                  </a:lnTo>
                  <a:lnTo>
                    <a:pt x="502652" y="5538034"/>
                  </a:lnTo>
                  <a:lnTo>
                    <a:pt x="502761" y="5538034"/>
                  </a:lnTo>
                  <a:lnTo>
                    <a:pt x="502761" y="5537410"/>
                  </a:lnTo>
                  <a:lnTo>
                    <a:pt x="502869" y="5537410"/>
                  </a:lnTo>
                  <a:lnTo>
                    <a:pt x="502978" y="5537410"/>
                  </a:lnTo>
                  <a:lnTo>
                    <a:pt x="503086" y="5537410"/>
                  </a:lnTo>
                  <a:lnTo>
                    <a:pt x="503195" y="5537410"/>
                  </a:lnTo>
                  <a:lnTo>
                    <a:pt x="503303" y="5537410"/>
                  </a:lnTo>
                  <a:lnTo>
                    <a:pt x="503412" y="5537410"/>
                  </a:lnTo>
                  <a:lnTo>
                    <a:pt x="503412" y="5536787"/>
                  </a:lnTo>
                  <a:lnTo>
                    <a:pt x="503412" y="5536163"/>
                  </a:lnTo>
                  <a:lnTo>
                    <a:pt x="503520" y="5536163"/>
                  </a:lnTo>
                  <a:lnTo>
                    <a:pt x="503520" y="5535540"/>
                  </a:lnTo>
                  <a:lnTo>
                    <a:pt x="503629" y="5535540"/>
                  </a:lnTo>
                  <a:lnTo>
                    <a:pt x="503629" y="5534916"/>
                  </a:lnTo>
                  <a:lnTo>
                    <a:pt x="503737" y="5534916"/>
                  </a:lnTo>
                  <a:lnTo>
                    <a:pt x="503845" y="5534916"/>
                  </a:lnTo>
                  <a:lnTo>
                    <a:pt x="503845" y="5534293"/>
                  </a:lnTo>
                  <a:lnTo>
                    <a:pt x="503954" y="5534293"/>
                  </a:lnTo>
                  <a:lnTo>
                    <a:pt x="504062" y="5534293"/>
                  </a:lnTo>
                  <a:lnTo>
                    <a:pt x="504062" y="5533669"/>
                  </a:lnTo>
                  <a:lnTo>
                    <a:pt x="504171" y="5533669"/>
                  </a:lnTo>
                  <a:lnTo>
                    <a:pt x="504279" y="5533669"/>
                  </a:lnTo>
                  <a:lnTo>
                    <a:pt x="504279" y="5533045"/>
                  </a:lnTo>
                  <a:lnTo>
                    <a:pt x="504388" y="5533045"/>
                  </a:lnTo>
                  <a:lnTo>
                    <a:pt x="504496" y="5533045"/>
                  </a:lnTo>
                  <a:lnTo>
                    <a:pt x="504605" y="5533045"/>
                  </a:lnTo>
                  <a:lnTo>
                    <a:pt x="504713" y="5533045"/>
                  </a:lnTo>
                  <a:lnTo>
                    <a:pt x="504821" y="5533045"/>
                  </a:lnTo>
                  <a:lnTo>
                    <a:pt x="504930" y="5533045"/>
                  </a:lnTo>
                  <a:lnTo>
                    <a:pt x="505038" y="5533045"/>
                  </a:lnTo>
                  <a:lnTo>
                    <a:pt x="505038" y="5532422"/>
                  </a:lnTo>
                  <a:lnTo>
                    <a:pt x="505147" y="5532422"/>
                  </a:lnTo>
                  <a:lnTo>
                    <a:pt x="505255" y="5532422"/>
                  </a:lnTo>
                  <a:lnTo>
                    <a:pt x="505364" y="5532422"/>
                  </a:lnTo>
                  <a:lnTo>
                    <a:pt x="505472" y="5532422"/>
                  </a:lnTo>
                  <a:lnTo>
                    <a:pt x="505472" y="5531798"/>
                  </a:lnTo>
                  <a:lnTo>
                    <a:pt x="505581" y="5531798"/>
                  </a:lnTo>
                  <a:lnTo>
                    <a:pt x="505581" y="5531175"/>
                  </a:lnTo>
                  <a:lnTo>
                    <a:pt x="505689" y="5531175"/>
                  </a:lnTo>
                  <a:lnTo>
                    <a:pt x="505797" y="5531175"/>
                  </a:lnTo>
                  <a:lnTo>
                    <a:pt x="505797" y="5530551"/>
                  </a:lnTo>
                  <a:lnTo>
                    <a:pt x="505797" y="5529928"/>
                  </a:lnTo>
                  <a:lnTo>
                    <a:pt x="505797" y="5529304"/>
                  </a:lnTo>
                  <a:lnTo>
                    <a:pt x="505906" y="5529304"/>
                  </a:lnTo>
                  <a:lnTo>
                    <a:pt x="505906" y="5528680"/>
                  </a:lnTo>
                  <a:lnTo>
                    <a:pt x="506014" y="5528680"/>
                  </a:lnTo>
                  <a:lnTo>
                    <a:pt x="506014" y="5528057"/>
                  </a:lnTo>
                  <a:lnTo>
                    <a:pt x="506123" y="5528057"/>
                  </a:lnTo>
                  <a:lnTo>
                    <a:pt x="506231" y="5528057"/>
                  </a:lnTo>
                  <a:lnTo>
                    <a:pt x="506340" y="5528057"/>
                  </a:lnTo>
                  <a:lnTo>
                    <a:pt x="506448" y="5528057"/>
                  </a:lnTo>
                  <a:lnTo>
                    <a:pt x="506557" y="5528057"/>
                  </a:lnTo>
                  <a:lnTo>
                    <a:pt x="506665" y="5528057"/>
                  </a:lnTo>
                  <a:lnTo>
                    <a:pt x="506773" y="5528057"/>
                  </a:lnTo>
                  <a:lnTo>
                    <a:pt x="506773" y="5527433"/>
                  </a:lnTo>
                  <a:lnTo>
                    <a:pt x="506882" y="5527433"/>
                  </a:lnTo>
                  <a:lnTo>
                    <a:pt x="506990" y="5527433"/>
                  </a:lnTo>
                  <a:lnTo>
                    <a:pt x="507099" y="5527433"/>
                  </a:lnTo>
                  <a:lnTo>
                    <a:pt x="507207" y="5527433"/>
                  </a:lnTo>
                  <a:lnTo>
                    <a:pt x="507316" y="5527433"/>
                  </a:lnTo>
                  <a:lnTo>
                    <a:pt x="507424" y="5527433"/>
                  </a:lnTo>
                  <a:lnTo>
                    <a:pt x="507533" y="5527433"/>
                  </a:lnTo>
                  <a:lnTo>
                    <a:pt x="507641" y="5527433"/>
                  </a:lnTo>
                  <a:lnTo>
                    <a:pt x="507749" y="5527433"/>
                  </a:lnTo>
                  <a:lnTo>
                    <a:pt x="507749" y="5526810"/>
                  </a:lnTo>
                  <a:lnTo>
                    <a:pt x="507858" y="5526810"/>
                  </a:lnTo>
                  <a:lnTo>
                    <a:pt x="507966" y="5526810"/>
                  </a:lnTo>
                  <a:lnTo>
                    <a:pt x="508075" y="5526810"/>
                  </a:lnTo>
                  <a:lnTo>
                    <a:pt x="508075" y="5526186"/>
                  </a:lnTo>
                  <a:lnTo>
                    <a:pt x="508183" y="5526186"/>
                  </a:lnTo>
                  <a:lnTo>
                    <a:pt x="508292" y="5526186"/>
                  </a:lnTo>
                  <a:lnTo>
                    <a:pt x="508400" y="5526186"/>
                  </a:lnTo>
                  <a:lnTo>
                    <a:pt x="508509" y="5526186"/>
                  </a:lnTo>
                  <a:lnTo>
                    <a:pt x="508617" y="5526186"/>
                  </a:lnTo>
                  <a:lnTo>
                    <a:pt x="508617" y="5525562"/>
                  </a:lnTo>
                  <a:lnTo>
                    <a:pt x="508726" y="5525562"/>
                  </a:lnTo>
                  <a:lnTo>
                    <a:pt x="508834" y="5525562"/>
                  </a:lnTo>
                  <a:lnTo>
                    <a:pt x="508834" y="5524939"/>
                  </a:lnTo>
                  <a:lnTo>
                    <a:pt x="508942" y="5524939"/>
                  </a:lnTo>
                  <a:lnTo>
                    <a:pt x="509051" y="5524939"/>
                  </a:lnTo>
                  <a:lnTo>
                    <a:pt x="509051" y="5524315"/>
                  </a:lnTo>
                  <a:lnTo>
                    <a:pt x="509051" y="5523692"/>
                  </a:lnTo>
                  <a:lnTo>
                    <a:pt x="509159" y="5523692"/>
                  </a:lnTo>
                  <a:lnTo>
                    <a:pt x="509268" y="5523692"/>
                  </a:lnTo>
                  <a:lnTo>
                    <a:pt x="509376" y="5523692"/>
                  </a:lnTo>
                  <a:lnTo>
                    <a:pt x="509376" y="5523068"/>
                  </a:lnTo>
                  <a:lnTo>
                    <a:pt x="509485" y="5523068"/>
                  </a:lnTo>
                  <a:lnTo>
                    <a:pt x="509593" y="5523068"/>
                  </a:lnTo>
                  <a:lnTo>
                    <a:pt x="509702" y="5523068"/>
                  </a:lnTo>
                  <a:lnTo>
                    <a:pt x="509810" y="5523068"/>
                  </a:lnTo>
                  <a:lnTo>
                    <a:pt x="509810" y="5522445"/>
                  </a:lnTo>
                  <a:lnTo>
                    <a:pt x="509918" y="5522445"/>
                  </a:lnTo>
                  <a:lnTo>
                    <a:pt x="510027" y="5522445"/>
                  </a:lnTo>
                  <a:lnTo>
                    <a:pt x="510027" y="5521821"/>
                  </a:lnTo>
                  <a:lnTo>
                    <a:pt x="510135" y="5521821"/>
                  </a:lnTo>
                  <a:lnTo>
                    <a:pt x="510135" y="5521197"/>
                  </a:lnTo>
                  <a:lnTo>
                    <a:pt x="510244" y="5521197"/>
                  </a:lnTo>
                  <a:lnTo>
                    <a:pt x="510352" y="5521197"/>
                  </a:lnTo>
                  <a:lnTo>
                    <a:pt x="510461" y="5521197"/>
                  </a:lnTo>
                  <a:lnTo>
                    <a:pt x="510569" y="5521197"/>
                  </a:lnTo>
                  <a:lnTo>
                    <a:pt x="510678" y="5521197"/>
                  </a:lnTo>
                  <a:lnTo>
                    <a:pt x="510678" y="5520574"/>
                  </a:lnTo>
                  <a:lnTo>
                    <a:pt x="510678" y="5519950"/>
                  </a:lnTo>
                  <a:lnTo>
                    <a:pt x="510786" y="5519950"/>
                  </a:lnTo>
                  <a:lnTo>
                    <a:pt x="510786" y="5519327"/>
                  </a:lnTo>
                  <a:lnTo>
                    <a:pt x="510786" y="5518703"/>
                  </a:lnTo>
                  <a:lnTo>
                    <a:pt x="510786" y="5518079"/>
                  </a:lnTo>
                  <a:lnTo>
                    <a:pt x="510786" y="5517456"/>
                  </a:lnTo>
                  <a:lnTo>
                    <a:pt x="510894" y="5517456"/>
                  </a:lnTo>
                  <a:lnTo>
                    <a:pt x="511003" y="5517456"/>
                  </a:lnTo>
                  <a:lnTo>
                    <a:pt x="511111" y="5517456"/>
                  </a:lnTo>
                  <a:lnTo>
                    <a:pt x="511220" y="5517456"/>
                  </a:lnTo>
                  <a:lnTo>
                    <a:pt x="511328" y="5517456"/>
                  </a:lnTo>
                  <a:lnTo>
                    <a:pt x="511437" y="5517456"/>
                  </a:lnTo>
                  <a:lnTo>
                    <a:pt x="511545" y="5517456"/>
                  </a:lnTo>
                  <a:lnTo>
                    <a:pt x="511654" y="5517456"/>
                  </a:lnTo>
                  <a:lnTo>
                    <a:pt x="511762" y="5517456"/>
                  </a:lnTo>
                  <a:lnTo>
                    <a:pt x="511870" y="5517456"/>
                  </a:lnTo>
                  <a:lnTo>
                    <a:pt x="511979" y="5517456"/>
                  </a:lnTo>
                  <a:lnTo>
                    <a:pt x="511979" y="5516832"/>
                  </a:lnTo>
                  <a:lnTo>
                    <a:pt x="512087" y="5516832"/>
                  </a:lnTo>
                  <a:lnTo>
                    <a:pt x="512196" y="5516832"/>
                  </a:lnTo>
                  <a:lnTo>
                    <a:pt x="512304" y="5516832"/>
                  </a:lnTo>
                  <a:lnTo>
                    <a:pt x="512413" y="5516832"/>
                  </a:lnTo>
                  <a:lnTo>
                    <a:pt x="512521" y="5516832"/>
                  </a:lnTo>
                  <a:lnTo>
                    <a:pt x="512630" y="5516832"/>
                  </a:lnTo>
                  <a:lnTo>
                    <a:pt x="512630" y="5516209"/>
                  </a:lnTo>
                  <a:lnTo>
                    <a:pt x="512630" y="5515585"/>
                  </a:lnTo>
                  <a:lnTo>
                    <a:pt x="512738" y="5515585"/>
                  </a:lnTo>
                  <a:lnTo>
                    <a:pt x="512847" y="5515585"/>
                  </a:lnTo>
                  <a:lnTo>
                    <a:pt x="512847" y="5514962"/>
                  </a:lnTo>
                  <a:lnTo>
                    <a:pt x="512847" y="5514338"/>
                  </a:lnTo>
                  <a:lnTo>
                    <a:pt x="512955" y="5514338"/>
                  </a:lnTo>
                  <a:lnTo>
                    <a:pt x="512955" y="5513714"/>
                  </a:lnTo>
                  <a:lnTo>
                    <a:pt x="513063" y="5513714"/>
                  </a:lnTo>
                  <a:lnTo>
                    <a:pt x="513172" y="5513714"/>
                  </a:lnTo>
                  <a:lnTo>
                    <a:pt x="513280" y="5513714"/>
                  </a:lnTo>
                  <a:lnTo>
                    <a:pt x="513389" y="5513714"/>
                  </a:lnTo>
                  <a:lnTo>
                    <a:pt x="513389" y="5513091"/>
                  </a:lnTo>
                  <a:lnTo>
                    <a:pt x="513497" y="5513091"/>
                  </a:lnTo>
                  <a:lnTo>
                    <a:pt x="513606" y="5513091"/>
                  </a:lnTo>
                  <a:lnTo>
                    <a:pt x="513714" y="5513091"/>
                  </a:lnTo>
                  <a:lnTo>
                    <a:pt x="513823" y="5513091"/>
                  </a:lnTo>
                  <a:lnTo>
                    <a:pt x="513931" y="5513091"/>
                  </a:lnTo>
                  <a:lnTo>
                    <a:pt x="513931" y="5512467"/>
                  </a:lnTo>
                  <a:lnTo>
                    <a:pt x="514039" y="5512467"/>
                  </a:lnTo>
                  <a:lnTo>
                    <a:pt x="514039" y="5511844"/>
                  </a:lnTo>
                  <a:lnTo>
                    <a:pt x="514148" y="5511844"/>
                  </a:lnTo>
                  <a:lnTo>
                    <a:pt x="514256" y="5511844"/>
                  </a:lnTo>
                  <a:lnTo>
                    <a:pt x="514365" y="5511844"/>
                  </a:lnTo>
                  <a:lnTo>
                    <a:pt x="514473" y="5511844"/>
                  </a:lnTo>
                  <a:lnTo>
                    <a:pt x="514582" y="5511844"/>
                  </a:lnTo>
                  <a:lnTo>
                    <a:pt x="514690" y="5511844"/>
                  </a:lnTo>
                  <a:lnTo>
                    <a:pt x="514690" y="5511220"/>
                  </a:lnTo>
                  <a:lnTo>
                    <a:pt x="514690" y="5510596"/>
                  </a:lnTo>
                  <a:lnTo>
                    <a:pt x="514799" y="5510596"/>
                  </a:lnTo>
                  <a:lnTo>
                    <a:pt x="514907" y="5510596"/>
                  </a:lnTo>
                  <a:lnTo>
                    <a:pt x="515015" y="5510596"/>
                  </a:lnTo>
                  <a:lnTo>
                    <a:pt x="515015" y="5509973"/>
                  </a:lnTo>
                  <a:lnTo>
                    <a:pt x="515124" y="5509973"/>
                  </a:lnTo>
                  <a:lnTo>
                    <a:pt x="515232" y="5509973"/>
                  </a:lnTo>
                  <a:lnTo>
                    <a:pt x="515341" y="5509973"/>
                  </a:lnTo>
                  <a:lnTo>
                    <a:pt x="515449" y="5509973"/>
                  </a:lnTo>
                  <a:lnTo>
                    <a:pt x="515558" y="5509973"/>
                  </a:lnTo>
                  <a:lnTo>
                    <a:pt x="515666" y="5509973"/>
                  </a:lnTo>
                  <a:lnTo>
                    <a:pt x="515666" y="5509349"/>
                  </a:lnTo>
                  <a:lnTo>
                    <a:pt x="515775" y="5509349"/>
                  </a:lnTo>
                  <a:lnTo>
                    <a:pt x="515883" y="5509349"/>
                  </a:lnTo>
                  <a:lnTo>
                    <a:pt x="515883" y="5508726"/>
                  </a:lnTo>
                  <a:lnTo>
                    <a:pt x="515991" y="5508726"/>
                  </a:lnTo>
                  <a:lnTo>
                    <a:pt x="515991" y="5508102"/>
                  </a:lnTo>
                  <a:lnTo>
                    <a:pt x="515991" y="5507479"/>
                  </a:lnTo>
                  <a:lnTo>
                    <a:pt x="516100" y="5507479"/>
                  </a:lnTo>
                  <a:lnTo>
                    <a:pt x="516208" y="5507479"/>
                  </a:lnTo>
                  <a:lnTo>
                    <a:pt x="516317" y="5507479"/>
                  </a:lnTo>
                  <a:lnTo>
                    <a:pt x="516425" y="5507479"/>
                  </a:lnTo>
                  <a:lnTo>
                    <a:pt x="516425" y="5506855"/>
                  </a:lnTo>
                  <a:lnTo>
                    <a:pt x="516534" y="5506855"/>
                  </a:lnTo>
                  <a:lnTo>
                    <a:pt x="516642" y="5506855"/>
                  </a:lnTo>
                  <a:lnTo>
                    <a:pt x="516751" y="5506855"/>
                  </a:lnTo>
                  <a:lnTo>
                    <a:pt x="516751" y="5506231"/>
                  </a:lnTo>
                  <a:lnTo>
                    <a:pt x="516859" y="5506231"/>
                  </a:lnTo>
                  <a:lnTo>
                    <a:pt x="516859" y="5505608"/>
                  </a:lnTo>
                  <a:lnTo>
                    <a:pt x="516968" y="5505608"/>
                  </a:lnTo>
                  <a:lnTo>
                    <a:pt x="517076" y="5505608"/>
                  </a:lnTo>
                  <a:lnTo>
                    <a:pt x="517184" y="5505608"/>
                  </a:lnTo>
                  <a:lnTo>
                    <a:pt x="517293" y="5505608"/>
                  </a:lnTo>
                  <a:lnTo>
                    <a:pt x="517401" y="5505608"/>
                  </a:lnTo>
                  <a:lnTo>
                    <a:pt x="517510" y="5505608"/>
                  </a:lnTo>
                  <a:lnTo>
                    <a:pt x="517618" y="5505608"/>
                  </a:lnTo>
                  <a:lnTo>
                    <a:pt x="517727" y="5505608"/>
                  </a:lnTo>
                  <a:lnTo>
                    <a:pt x="517835" y="5505608"/>
                  </a:lnTo>
                  <a:lnTo>
                    <a:pt x="517835" y="5504984"/>
                  </a:lnTo>
                  <a:lnTo>
                    <a:pt x="517944" y="5504984"/>
                  </a:lnTo>
                  <a:lnTo>
                    <a:pt x="518052" y="5504984"/>
                  </a:lnTo>
                  <a:lnTo>
                    <a:pt x="518160" y="5504984"/>
                  </a:lnTo>
                  <a:lnTo>
                    <a:pt x="518160" y="5504361"/>
                  </a:lnTo>
                  <a:lnTo>
                    <a:pt x="518160" y="5503737"/>
                  </a:lnTo>
                  <a:lnTo>
                    <a:pt x="518269" y="5503737"/>
                  </a:lnTo>
                  <a:lnTo>
                    <a:pt x="518377" y="5503737"/>
                  </a:lnTo>
                  <a:lnTo>
                    <a:pt x="518486" y="5503737"/>
                  </a:lnTo>
                  <a:lnTo>
                    <a:pt x="518594" y="5503737"/>
                  </a:lnTo>
                  <a:lnTo>
                    <a:pt x="518703" y="5503737"/>
                  </a:lnTo>
                  <a:lnTo>
                    <a:pt x="518703" y="5503113"/>
                  </a:lnTo>
                  <a:lnTo>
                    <a:pt x="518811" y="5503113"/>
                  </a:lnTo>
                  <a:lnTo>
                    <a:pt x="518920" y="5503113"/>
                  </a:lnTo>
                  <a:lnTo>
                    <a:pt x="519028" y="5503113"/>
                  </a:lnTo>
                  <a:lnTo>
                    <a:pt x="519136" y="5503113"/>
                  </a:lnTo>
                  <a:lnTo>
                    <a:pt x="519245" y="5503113"/>
                  </a:lnTo>
                  <a:lnTo>
                    <a:pt x="519353" y="5503113"/>
                  </a:lnTo>
                  <a:lnTo>
                    <a:pt x="519462" y="5503113"/>
                  </a:lnTo>
                  <a:lnTo>
                    <a:pt x="519462" y="5502490"/>
                  </a:lnTo>
                  <a:lnTo>
                    <a:pt x="519570" y="5502490"/>
                  </a:lnTo>
                  <a:lnTo>
                    <a:pt x="519570" y="5501866"/>
                  </a:lnTo>
                  <a:lnTo>
                    <a:pt x="519570" y="5501243"/>
                  </a:lnTo>
                  <a:lnTo>
                    <a:pt x="519570" y="5500619"/>
                  </a:lnTo>
                  <a:lnTo>
                    <a:pt x="519679" y="5500619"/>
                  </a:lnTo>
                  <a:lnTo>
                    <a:pt x="519787" y="5500619"/>
                  </a:lnTo>
                  <a:lnTo>
                    <a:pt x="519896" y="5500619"/>
                  </a:lnTo>
                  <a:lnTo>
                    <a:pt x="520004" y="5500619"/>
                  </a:lnTo>
                  <a:lnTo>
                    <a:pt x="520112" y="5500619"/>
                  </a:lnTo>
                  <a:lnTo>
                    <a:pt x="520112" y="5499996"/>
                  </a:lnTo>
                  <a:lnTo>
                    <a:pt x="520221" y="5499996"/>
                  </a:lnTo>
                  <a:lnTo>
                    <a:pt x="520329" y="5499996"/>
                  </a:lnTo>
                  <a:lnTo>
                    <a:pt x="520438" y="5499996"/>
                  </a:lnTo>
                  <a:lnTo>
                    <a:pt x="520546" y="5499996"/>
                  </a:lnTo>
                  <a:lnTo>
                    <a:pt x="520655" y="5499996"/>
                  </a:lnTo>
                  <a:lnTo>
                    <a:pt x="520763" y="5499996"/>
                  </a:lnTo>
                  <a:lnTo>
                    <a:pt x="520763" y="5499372"/>
                  </a:lnTo>
                  <a:lnTo>
                    <a:pt x="520872" y="5499372"/>
                  </a:lnTo>
                  <a:lnTo>
                    <a:pt x="520980" y="5499372"/>
                  </a:lnTo>
                  <a:lnTo>
                    <a:pt x="521089" y="5499372"/>
                  </a:lnTo>
                  <a:lnTo>
                    <a:pt x="521089" y="5498748"/>
                  </a:lnTo>
                  <a:lnTo>
                    <a:pt x="521197" y="5498748"/>
                  </a:lnTo>
                  <a:lnTo>
                    <a:pt x="521197" y="5498125"/>
                  </a:lnTo>
                  <a:lnTo>
                    <a:pt x="521305" y="5498125"/>
                  </a:lnTo>
                  <a:lnTo>
                    <a:pt x="521305" y="5497501"/>
                  </a:lnTo>
                  <a:lnTo>
                    <a:pt x="521305" y="5496878"/>
                  </a:lnTo>
                  <a:lnTo>
                    <a:pt x="521414" y="5496878"/>
                  </a:lnTo>
                  <a:lnTo>
                    <a:pt x="521522" y="5496878"/>
                  </a:lnTo>
                  <a:lnTo>
                    <a:pt x="521522" y="5496254"/>
                  </a:lnTo>
                  <a:lnTo>
                    <a:pt x="521631" y="5496254"/>
                  </a:lnTo>
                  <a:lnTo>
                    <a:pt x="521631" y="5495630"/>
                  </a:lnTo>
                  <a:lnTo>
                    <a:pt x="521631" y="5495007"/>
                  </a:lnTo>
                  <a:lnTo>
                    <a:pt x="521631" y="5494383"/>
                  </a:lnTo>
                  <a:lnTo>
                    <a:pt x="521739" y="5494383"/>
                  </a:lnTo>
                  <a:lnTo>
                    <a:pt x="521848" y="5494383"/>
                  </a:lnTo>
                  <a:lnTo>
                    <a:pt x="521956" y="5494383"/>
                  </a:lnTo>
                  <a:lnTo>
                    <a:pt x="522065" y="5494383"/>
                  </a:lnTo>
                  <a:lnTo>
                    <a:pt x="522173" y="5494383"/>
                  </a:lnTo>
                  <a:lnTo>
                    <a:pt x="522173" y="5493760"/>
                  </a:lnTo>
                  <a:lnTo>
                    <a:pt x="522173" y="5493136"/>
                  </a:lnTo>
                  <a:lnTo>
                    <a:pt x="522281" y="5493136"/>
                  </a:lnTo>
                  <a:lnTo>
                    <a:pt x="522390" y="5493136"/>
                  </a:lnTo>
                  <a:lnTo>
                    <a:pt x="522390" y="5492513"/>
                  </a:lnTo>
                  <a:lnTo>
                    <a:pt x="522498" y="5492513"/>
                  </a:lnTo>
                  <a:lnTo>
                    <a:pt x="522607" y="5492513"/>
                  </a:lnTo>
                  <a:lnTo>
                    <a:pt x="522715" y="5492513"/>
                  </a:lnTo>
                  <a:lnTo>
                    <a:pt x="522824" y="5492513"/>
                  </a:lnTo>
                  <a:lnTo>
                    <a:pt x="522932" y="5492513"/>
                  </a:lnTo>
                  <a:lnTo>
                    <a:pt x="523041" y="5492513"/>
                  </a:lnTo>
                  <a:lnTo>
                    <a:pt x="523149" y="5492513"/>
                  </a:lnTo>
                  <a:lnTo>
                    <a:pt x="523149" y="5491889"/>
                  </a:lnTo>
                  <a:lnTo>
                    <a:pt x="523257" y="5491889"/>
                  </a:lnTo>
                  <a:lnTo>
                    <a:pt x="523366" y="5491889"/>
                  </a:lnTo>
                  <a:lnTo>
                    <a:pt x="523474" y="5491889"/>
                  </a:lnTo>
                  <a:lnTo>
                    <a:pt x="523583" y="5491889"/>
                  </a:lnTo>
                  <a:lnTo>
                    <a:pt x="523691" y="5491889"/>
                  </a:lnTo>
                  <a:lnTo>
                    <a:pt x="523800" y="5491889"/>
                  </a:lnTo>
                  <a:lnTo>
                    <a:pt x="523908" y="5491889"/>
                  </a:lnTo>
                  <a:lnTo>
                    <a:pt x="524017" y="5491889"/>
                  </a:lnTo>
                  <a:lnTo>
                    <a:pt x="524017" y="5491265"/>
                  </a:lnTo>
                  <a:lnTo>
                    <a:pt x="524017" y="5490642"/>
                  </a:lnTo>
                  <a:lnTo>
                    <a:pt x="524125" y="5490642"/>
                  </a:lnTo>
                  <a:lnTo>
                    <a:pt x="524125" y="5490018"/>
                  </a:lnTo>
                  <a:lnTo>
                    <a:pt x="524233" y="5490018"/>
                  </a:lnTo>
                  <a:lnTo>
                    <a:pt x="524233" y="5489395"/>
                  </a:lnTo>
                  <a:lnTo>
                    <a:pt x="524233" y="5488771"/>
                  </a:lnTo>
                  <a:lnTo>
                    <a:pt x="524233" y="5488147"/>
                  </a:lnTo>
                  <a:lnTo>
                    <a:pt x="524233" y="5487524"/>
                  </a:lnTo>
                  <a:lnTo>
                    <a:pt x="524342" y="5487524"/>
                  </a:lnTo>
                  <a:lnTo>
                    <a:pt x="524450" y="5487524"/>
                  </a:lnTo>
                  <a:lnTo>
                    <a:pt x="524559" y="5487524"/>
                  </a:lnTo>
                  <a:lnTo>
                    <a:pt x="524667" y="5487524"/>
                  </a:lnTo>
                  <a:lnTo>
                    <a:pt x="524776" y="5487524"/>
                  </a:lnTo>
                  <a:lnTo>
                    <a:pt x="524776" y="5486900"/>
                  </a:lnTo>
                  <a:lnTo>
                    <a:pt x="524884" y="5486900"/>
                  </a:lnTo>
                  <a:lnTo>
                    <a:pt x="524993" y="5486900"/>
                  </a:lnTo>
                  <a:lnTo>
                    <a:pt x="524993" y="5486277"/>
                  </a:lnTo>
                  <a:lnTo>
                    <a:pt x="525101" y="5486277"/>
                  </a:lnTo>
                  <a:lnTo>
                    <a:pt x="525101" y="5485653"/>
                  </a:lnTo>
                  <a:lnTo>
                    <a:pt x="525210" y="5485653"/>
                  </a:lnTo>
                  <a:lnTo>
                    <a:pt x="525318" y="5485653"/>
                  </a:lnTo>
                  <a:lnTo>
                    <a:pt x="525426" y="5485653"/>
                  </a:lnTo>
                  <a:lnTo>
                    <a:pt x="525535" y="5485653"/>
                  </a:lnTo>
                  <a:lnTo>
                    <a:pt x="525535" y="5485030"/>
                  </a:lnTo>
                  <a:lnTo>
                    <a:pt x="525643" y="5485030"/>
                  </a:lnTo>
                  <a:lnTo>
                    <a:pt x="525752" y="5485030"/>
                  </a:lnTo>
                  <a:lnTo>
                    <a:pt x="525860" y="5485030"/>
                  </a:lnTo>
                  <a:lnTo>
                    <a:pt x="525969" y="5485030"/>
                  </a:lnTo>
                  <a:lnTo>
                    <a:pt x="526077" y="5485030"/>
                  </a:lnTo>
                  <a:lnTo>
                    <a:pt x="526186" y="5485030"/>
                  </a:lnTo>
                  <a:lnTo>
                    <a:pt x="526294" y="5485030"/>
                  </a:lnTo>
                  <a:lnTo>
                    <a:pt x="526402" y="5485030"/>
                  </a:lnTo>
                  <a:lnTo>
                    <a:pt x="526511" y="5485030"/>
                  </a:lnTo>
                  <a:lnTo>
                    <a:pt x="526511" y="5484406"/>
                  </a:lnTo>
                  <a:lnTo>
                    <a:pt x="526619" y="5484406"/>
                  </a:lnTo>
                  <a:lnTo>
                    <a:pt x="526728" y="5484406"/>
                  </a:lnTo>
                  <a:lnTo>
                    <a:pt x="526836" y="5484406"/>
                  </a:lnTo>
                  <a:lnTo>
                    <a:pt x="526836" y="5483782"/>
                  </a:lnTo>
                  <a:lnTo>
                    <a:pt x="526836" y="5483159"/>
                  </a:lnTo>
                  <a:lnTo>
                    <a:pt x="526836" y="5482535"/>
                  </a:lnTo>
                  <a:lnTo>
                    <a:pt x="526945" y="5482535"/>
                  </a:lnTo>
                  <a:lnTo>
                    <a:pt x="527053" y="5482535"/>
                  </a:lnTo>
                  <a:lnTo>
                    <a:pt x="527162" y="5482535"/>
                  </a:lnTo>
                  <a:lnTo>
                    <a:pt x="527270" y="5482535"/>
                  </a:lnTo>
                  <a:lnTo>
                    <a:pt x="527378" y="5482535"/>
                  </a:lnTo>
                  <a:lnTo>
                    <a:pt x="527378" y="5481912"/>
                  </a:lnTo>
                  <a:lnTo>
                    <a:pt x="527378" y="5481288"/>
                  </a:lnTo>
                  <a:lnTo>
                    <a:pt x="527378" y="5480665"/>
                  </a:lnTo>
                  <a:lnTo>
                    <a:pt x="527378" y="5480041"/>
                  </a:lnTo>
                  <a:lnTo>
                    <a:pt x="527487" y="5480041"/>
                  </a:lnTo>
                  <a:lnTo>
                    <a:pt x="527595" y="5480041"/>
                  </a:lnTo>
                  <a:lnTo>
                    <a:pt x="527704" y="5480041"/>
                  </a:lnTo>
                  <a:lnTo>
                    <a:pt x="527812" y="5480041"/>
                  </a:lnTo>
                  <a:lnTo>
                    <a:pt x="527921" y="5480041"/>
                  </a:lnTo>
                  <a:lnTo>
                    <a:pt x="528029" y="5480041"/>
                  </a:lnTo>
                  <a:lnTo>
                    <a:pt x="528138" y="5480041"/>
                  </a:lnTo>
                  <a:lnTo>
                    <a:pt x="528246" y="5480041"/>
                  </a:lnTo>
                  <a:lnTo>
                    <a:pt x="528354" y="5480041"/>
                  </a:lnTo>
                  <a:lnTo>
                    <a:pt x="528463" y="5480041"/>
                  </a:lnTo>
                  <a:lnTo>
                    <a:pt x="528571" y="5480041"/>
                  </a:lnTo>
                  <a:lnTo>
                    <a:pt x="528680" y="5480041"/>
                  </a:lnTo>
                  <a:lnTo>
                    <a:pt x="528680" y="5479417"/>
                  </a:lnTo>
                  <a:lnTo>
                    <a:pt x="528788" y="5479417"/>
                  </a:lnTo>
                  <a:lnTo>
                    <a:pt x="528897" y="5479417"/>
                  </a:lnTo>
                  <a:lnTo>
                    <a:pt x="529005" y="5479417"/>
                  </a:lnTo>
                  <a:lnTo>
                    <a:pt x="529114" y="5479417"/>
                  </a:lnTo>
                  <a:lnTo>
                    <a:pt x="529222" y="5479417"/>
                  </a:lnTo>
                  <a:lnTo>
                    <a:pt x="529330" y="5479417"/>
                  </a:lnTo>
                  <a:lnTo>
                    <a:pt x="529439" y="5479417"/>
                  </a:lnTo>
                  <a:lnTo>
                    <a:pt x="529547" y="5479417"/>
                  </a:lnTo>
                  <a:lnTo>
                    <a:pt x="529656" y="5479417"/>
                  </a:lnTo>
                  <a:lnTo>
                    <a:pt x="529764" y="5479417"/>
                  </a:lnTo>
                  <a:lnTo>
                    <a:pt x="529873" y="5479417"/>
                  </a:lnTo>
                  <a:lnTo>
                    <a:pt x="529981" y="5479417"/>
                  </a:lnTo>
                  <a:lnTo>
                    <a:pt x="530090" y="5479417"/>
                  </a:lnTo>
                  <a:lnTo>
                    <a:pt x="530198" y="5479417"/>
                  </a:lnTo>
                  <a:lnTo>
                    <a:pt x="530307" y="5479417"/>
                  </a:lnTo>
                  <a:lnTo>
                    <a:pt x="530415" y="5479417"/>
                  </a:lnTo>
                  <a:lnTo>
                    <a:pt x="530523" y="5479417"/>
                  </a:lnTo>
                  <a:lnTo>
                    <a:pt x="530523" y="5478794"/>
                  </a:lnTo>
                  <a:lnTo>
                    <a:pt x="530632" y="5478794"/>
                  </a:lnTo>
                  <a:lnTo>
                    <a:pt x="530740" y="5478794"/>
                  </a:lnTo>
                  <a:lnTo>
                    <a:pt x="530849" y="5478794"/>
                  </a:lnTo>
                  <a:lnTo>
                    <a:pt x="530957" y="5478794"/>
                  </a:lnTo>
                  <a:lnTo>
                    <a:pt x="530957" y="5478170"/>
                  </a:lnTo>
                  <a:lnTo>
                    <a:pt x="530957" y="5477547"/>
                  </a:lnTo>
                  <a:lnTo>
                    <a:pt x="531066" y="5477547"/>
                  </a:lnTo>
                  <a:lnTo>
                    <a:pt x="531174" y="5477547"/>
                  </a:lnTo>
                  <a:lnTo>
                    <a:pt x="531283" y="5477547"/>
                  </a:lnTo>
                  <a:lnTo>
                    <a:pt x="531391" y="5477547"/>
                  </a:lnTo>
                  <a:lnTo>
                    <a:pt x="531499" y="5477547"/>
                  </a:lnTo>
                  <a:lnTo>
                    <a:pt x="531499" y="5476923"/>
                  </a:lnTo>
                  <a:lnTo>
                    <a:pt x="531499" y="5476299"/>
                  </a:lnTo>
                  <a:lnTo>
                    <a:pt x="531608" y="5476299"/>
                  </a:lnTo>
                  <a:lnTo>
                    <a:pt x="531608" y="5475676"/>
                  </a:lnTo>
                  <a:lnTo>
                    <a:pt x="531716" y="5475676"/>
                  </a:lnTo>
                  <a:lnTo>
                    <a:pt x="531825" y="5475676"/>
                  </a:lnTo>
                  <a:lnTo>
                    <a:pt x="531825" y="5475052"/>
                  </a:lnTo>
                  <a:lnTo>
                    <a:pt x="531825" y="5474429"/>
                  </a:lnTo>
                  <a:lnTo>
                    <a:pt x="531825" y="5473805"/>
                  </a:lnTo>
                  <a:lnTo>
                    <a:pt x="531933" y="5473805"/>
                  </a:lnTo>
                  <a:lnTo>
                    <a:pt x="532042" y="5473805"/>
                  </a:lnTo>
                  <a:lnTo>
                    <a:pt x="532042" y="5473182"/>
                  </a:lnTo>
                  <a:lnTo>
                    <a:pt x="532150" y="5473182"/>
                  </a:lnTo>
                  <a:lnTo>
                    <a:pt x="532259" y="5473182"/>
                  </a:lnTo>
                  <a:lnTo>
                    <a:pt x="532367" y="5473182"/>
                  </a:lnTo>
                  <a:lnTo>
                    <a:pt x="532475" y="5473182"/>
                  </a:lnTo>
                  <a:lnTo>
                    <a:pt x="532475" y="5472558"/>
                  </a:lnTo>
                  <a:lnTo>
                    <a:pt x="532584" y="5472558"/>
                  </a:lnTo>
                  <a:lnTo>
                    <a:pt x="532692" y="5472558"/>
                  </a:lnTo>
                  <a:lnTo>
                    <a:pt x="532801" y="5472558"/>
                  </a:lnTo>
                  <a:lnTo>
                    <a:pt x="532909" y="5472558"/>
                  </a:lnTo>
                  <a:lnTo>
                    <a:pt x="533018" y="5472558"/>
                  </a:lnTo>
                  <a:lnTo>
                    <a:pt x="533126" y="5472558"/>
                  </a:lnTo>
                  <a:lnTo>
                    <a:pt x="533126" y="5471934"/>
                  </a:lnTo>
                  <a:lnTo>
                    <a:pt x="533235" y="5471934"/>
                  </a:lnTo>
                  <a:lnTo>
                    <a:pt x="533235" y="5471311"/>
                  </a:lnTo>
                  <a:lnTo>
                    <a:pt x="533343" y="5471311"/>
                  </a:lnTo>
                  <a:lnTo>
                    <a:pt x="533451" y="5471311"/>
                  </a:lnTo>
                  <a:lnTo>
                    <a:pt x="533451" y="5470687"/>
                  </a:lnTo>
                  <a:lnTo>
                    <a:pt x="533560" y="5470687"/>
                  </a:lnTo>
                  <a:lnTo>
                    <a:pt x="533560" y="5470064"/>
                  </a:lnTo>
                  <a:lnTo>
                    <a:pt x="533560" y="5469440"/>
                  </a:lnTo>
                  <a:lnTo>
                    <a:pt x="533560" y="5468816"/>
                  </a:lnTo>
                  <a:lnTo>
                    <a:pt x="533668" y="5468816"/>
                  </a:lnTo>
                  <a:lnTo>
                    <a:pt x="533777" y="5468816"/>
                  </a:lnTo>
                  <a:lnTo>
                    <a:pt x="533885" y="5468816"/>
                  </a:lnTo>
                  <a:lnTo>
                    <a:pt x="533994" y="5468816"/>
                  </a:lnTo>
                  <a:lnTo>
                    <a:pt x="534102" y="5468816"/>
                  </a:lnTo>
                  <a:lnTo>
                    <a:pt x="534102" y="5468193"/>
                  </a:lnTo>
                  <a:lnTo>
                    <a:pt x="534211" y="5468193"/>
                  </a:lnTo>
                  <a:lnTo>
                    <a:pt x="534319" y="5468193"/>
                  </a:lnTo>
                  <a:lnTo>
                    <a:pt x="534319" y="5467569"/>
                  </a:lnTo>
                  <a:lnTo>
                    <a:pt x="534428" y="5467569"/>
                  </a:lnTo>
                  <a:lnTo>
                    <a:pt x="534536" y="5467569"/>
                  </a:lnTo>
                  <a:lnTo>
                    <a:pt x="534536" y="5466946"/>
                  </a:lnTo>
                  <a:lnTo>
                    <a:pt x="534644" y="5466946"/>
                  </a:lnTo>
                  <a:lnTo>
                    <a:pt x="534753" y="5466946"/>
                  </a:lnTo>
                  <a:lnTo>
                    <a:pt x="534753" y="5466322"/>
                  </a:lnTo>
                  <a:lnTo>
                    <a:pt x="534753" y="5465699"/>
                  </a:lnTo>
                  <a:lnTo>
                    <a:pt x="534861" y="5465699"/>
                  </a:lnTo>
                  <a:lnTo>
                    <a:pt x="534970" y="5465699"/>
                  </a:lnTo>
                  <a:lnTo>
                    <a:pt x="535078" y="5465699"/>
                  </a:lnTo>
                  <a:lnTo>
                    <a:pt x="535078" y="5465075"/>
                  </a:lnTo>
                  <a:lnTo>
                    <a:pt x="535187" y="5465075"/>
                  </a:lnTo>
                  <a:lnTo>
                    <a:pt x="535295" y="5465075"/>
                  </a:lnTo>
                  <a:lnTo>
                    <a:pt x="535295" y="5464451"/>
                  </a:lnTo>
                  <a:lnTo>
                    <a:pt x="535404" y="5464451"/>
                  </a:lnTo>
                  <a:lnTo>
                    <a:pt x="535512" y="5464451"/>
                  </a:lnTo>
                  <a:lnTo>
                    <a:pt x="535620" y="5464451"/>
                  </a:lnTo>
                  <a:lnTo>
                    <a:pt x="535729" y="5464451"/>
                  </a:lnTo>
                  <a:lnTo>
                    <a:pt x="535837" y="5464451"/>
                  </a:lnTo>
                  <a:lnTo>
                    <a:pt x="535837" y="5463828"/>
                  </a:lnTo>
                  <a:lnTo>
                    <a:pt x="535946" y="5463828"/>
                  </a:lnTo>
                  <a:lnTo>
                    <a:pt x="535946" y="5463204"/>
                  </a:lnTo>
                  <a:lnTo>
                    <a:pt x="536054" y="5463204"/>
                  </a:lnTo>
                  <a:lnTo>
                    <a:pt x="536163" y="5463204"/>
                  </a:lnTo>
                  <a:lnTo>
                    <a:pt x="536163" y="5462581"/>
                  </a:lnTo>
                  <a:lnTo>
                    <a:pt x="536271" y="5462581"/>
                  </a:lnTo>
                  <a:lnTo>
                    <a:pt x="536271" y="5461957"/>
                  </a:lnTo>
                  <a:lnTo>
                    <a:pt x="536380" y="5461957"/>
                  </a:lnTo>
                  <a:lnTo>
                    <a:pt x="536488" y="5461957"/>
                  </a:lnTo>
                  <a:lnTo>
                    <a:pt x="536596" y="5461957"/>
                  </a:lnTo>
                  <a:lnTo>
                    <a:pt x="536705" y="5461957"/>
                  </a:lnTo>
                  <a:lnTo>
                    <a:pt x="536813" y="5461957"/>
                  </a:lnTo>
                  <a:lnTo>
                    <a:pt x="536922" y="5461957"/>
                  </a:lnTo>
                  <a:lnTo>
                    <a:pt x="537030" y="5461957"/>
                  </a:lnTo>
                  <a:lnTo>
                    <a:pt x="537030" y="5461333"/>
                  </a:lnTo>
                  <a:lnTo>
                    <a:pt x="537139" y="5461333"/>
                  </a:lnTo>
                  <a:lnTo>
                    <a:pt x="537247" y="5461333"/>
                  </a:lnTo>
                  <a:lnTo>
                    <a:pt x="537356" y="5461333"/>
                  </a:lnTo>
                  <a:lnTo>
                    <a:pt x="537464" y="5461333"/>
                  </a:lnTo>
                  <a:lnTo>
                    <a:pt x="537572" y="5461333"/>
                  </a:lnTo>
                  <a:lnTo>
                    <a:pt x="537681" y="5461333"/>
                  </a:lnTo>
                  <a:lnTo>
                    <a:pt x="537789" y="5461333"/>
                  </a:lnTo>
                  <a:lnTo>
                    <a:pt x="537898" y="5461333"/>
                  </a:lnTo>
                  <a:lnTo>
                    <a:pt x="538006" y="5461333"/>
                  </a:lnTo>
                  <a:lnTo>
                    <a:pt x="538115" y="5461333"/>
                  </a:lnTo>
                  <a:lnTo>
                    <a:pt x="538115" y="5460710"/>
                  </a:lnTo>
                  <a:lnTo>
                    <a:pt x="538223" y="5460710"/>
                  </a:lnTo>
                  <a:lnTo>
                    <a:pt x="538332" y="5460710"/>
                  </a:lnTo>
                  <a:lnTo>
                    <a:pt x="538440" y="5460710"/>
                  </a:lnTo>
                  <a:lnTo>
                    <a:pt x="538440" y="5460086"/>
                  </a:lnTo>
                  <a:lnTo>
                    <a:pt x="538549" y="5460086"/>
                  </a:lnTo>
                  <a:lnTo>
                    <a:pt x="538549" y="5459463"/>
                  </a:lnTo>
                  <a:lnTo>
                    <a:pt x="538657" y="5459463"/>
                  </a:lnTo>
                  <a:lnTo>
                    <a:pt x="538765" y="5459463"/>
                  </a:lnTo>
                  <a:lnTo>
                    <a:pt x="538765" y="5458839"/>
                  </a:lnTo>
                  <a:lnTo>
                    <a:pt x="538874" y="5458839"/>
                  </a:lnTo>
                  <a:lnTo>
                    <a:pt x="538982" y="5458839"/>
                  </a:lnTo>
                  <a:lnTo>
                    <a:pt x="539091" y="5458839"/>
                  </a:lnTo>
                  <a:lnTo>
                    <a:pt x="539091" y="5458216"/>
                  </a:lnTo>
                  <a:lnTo>
                    <a:pt x="539199" y="5458216"/>
                  </a:lnTo>
                  <a:lnTo>
                    <a:pt x="539308" y="5458216"/>
                  </a:lnTo>
                  <a:lnTo>
                    <a:pt x="539416" y="5458216"/>
                  </a:lnTo>
                  <a:lnTo>
                    <a:pt x="539525" y="5458216"/>
                  </a:lnTo>
                  <a:lnTo>
                    <a:pt x="539633" y="5458216"/>
                  </a:lnTo>
                  <a:lnTo>
                    <a:pt x="539633" y="5457592"/>
                  </a:lnTo>
                  <a:lnTo>
                    <a:pt x="539741" y="5457592"/>
                  </a:lnTo>
                  <a:lnTo>
                    <a:pt x="539850" y="5457592"/>
                  </a:lnTo>
                  <a:lnTo>
                    <a:pt x="539958" y="5457592"/>
                  </a:lnTo>
                  <a:lnTo>
                    <a:pt x="540067" y="5457592"/>
                  </a:lnTo>
                  <a:lnTo>
                    <a:pt x="540175" y="5457592"/>
                  </a:lnTo>
                  <a:lnTo>
                    <a:pt x="540284" y="5457592"/>
                  </a:lnTo>
                  <a:lnTo>
                    <a:pt x="540392" y="5457592"/>
                  </a:lnTo>
                  <a:lnTo>
                    <a:pt x="540501" y="5457592"/>
                  </a:lnTo>
                  <a:lnTo>
                    <a:pt x="540609" y="5457592"/>
                  </a:lnTo>
                  <a:lnTo>
                    <a:pt x="540609" y="5456968"/>
                  </a:lnTo>
                  <a:lnTo>
                    <a:pt x="540609" y="5456345"/>
                  </a:lnTo>
                  <a:lnTo>
                    <a:pt x="540717" y="5456345"/>
                  </a:lnTo>
                  <a:lnTo>
                    <a:pt x="540826" y="5456345"/>
                  </a:lnTo>
                  <a:lnTo>
                    <a:pt x="540826" y="5455721"/>
                  </a:lnTo>
                  <a:lnTo>
                    <a:pt x="540934" y="5455721"/>
                  </a:lnTo>
                  <a:lnTo>
                    <a:pt x="541043" y="5455721"/>
                  </a:lnTo>
                  <a:lnTo>
                    <a:pt x="541043" y="5455098"/>
                  </a:lnTo>
                  <a:lnTo>
                    <a:pt x="541151" y="5455098"/>
                  </a:lnTo>
                  <a:lnTo>
                    <a:pt x="541260" y="5455098"/>
                  </a:lnTo>
                  <a:lnTo>
                    <a:pt x="541368" y="5455098"/>
                  </a:lnTo>
                  <a:lnTo>
                    <a:pt x="541368" y="5454474"/>
                  </a:lnTo>
                  <a:lnTo>
                    <a:pt x="541477" y="5454474"/>
                  </a:lnTo>
                  <a:lnTo>
                    <a:pt x="541585" y="5454474"/>
                  </a:lnTo>
                  <a:lnTo>
                    <a:pt x="541693" y="5454474"/>
                  </a:lnTo>
                  <a:lnTo>
                    <a:pt x="541693" y="5453850"/>
                  </a:lnTo>
                  <a:lnTo>
                    <a:pt x="541693" y="5453227"/>
                  </a:lnTo>
                  <a:lnTo>
                    <a:pt x="541802" y="5453227"/>
                  </a:lnTo>
                  <a:lnTo>
                    <a:pt x="541910" y="5453227"/>
                  </a:lnTo>
                  <a:lnTo>
                    <a:pt x="542019" y="5453227"/>
                  </a:lnTo>
                  <a:lnTo>
                    <a:pt x="542127" y="5453227"/>
                  </a:lnTo>
                  <a:lnTo>
                    <a:pt x="542236" y="5453227"/>
                  </a:lnTo>
                  <a:lnTo>
                    <a:pt x="542344" y="5453227"/>
                  </a:lnTo>
                  <a:lnTo>
                    <a:pt x="542453" y="5453227"/>
                  </a:lnTo>
                  <a:lnTo>
                    <a:pt x="542453" y="5452603"/>
                  </a:lnTo>
                  <a:lnTo>
                    <a:pt x="542453" y="5451980"/>
                  </a:lnTo>
                  <a:lnTo>
                    <a:pt x="542561" y="5451980"/>
                  </a:lnTo>
                  <a:lnTo>
                    <a:pt x="542670" y="5451980"/>
                  </a:lnTo>
                  <a:lnTo>
                    <a:pt x="542778" y="5451980"/>
                  </a:lnTo>
                  <a:lnTo>
                    <a:pt x="542778" y="5451356"/>
                  </a:lnTo>
                  <a:lnTo>
                    <a:pt x="542886" y="5451356"/>
                  </a:lnTo>
                  <a:lnTo>
                    <a:pt x="542995" y="5451356"/>
                  </a:lnTo>
                  <a:lnTo>
                    <a:pt x="543103" y="5451356"/>
                  </a:lnTo>
                  <a:lnTo>
                    <a:pt x="543212" y="5451356"/>
                  </a:lnTo>
                  <a:lnTo>
                    <a:pt x="543212" y="5450733"/>
                  </a:lnTo>
                  <a:lnTo>
                    <a:pt x="543320" y="5450733"/>
                  </a:lnTo>
                  <a:lnTo>
                    <a:pt x="543429" y="5450733"/>
                  </a:lnTo>
                  <a:lnTo>
                    <a:pt x="543537" y="5450733"/>
                  </a:lnTo>
                  <a:lnTo>
                    <a:pt x="543537" y="5450109"/>
                  </a:lnTo>
                  <a:lnTo>
                    <a:pt x="543537" y="5449485"/>
                  </a:lnTo>
                  <a:lnTo>
                    <a:pt x="543646" y="5449485"/>
                  </a:lnTo>
                  <a:lnTo>
                    <a:pt x="543646" y="5448862"/>
                  </a:lnTo>
                  <a:lnTo>
                    <a:pt x="543754" y="5448862"/>
                  </a:lnTo>
                  <a:lnTo>
                    <a:pt x="543862" y="5448862"/>
                  </a:lnTo>
                  <a:lnTo>
                    <a:pt x="543971" y="5448862"/>
                  </a:lnTo>
                  <a:lnTo>
                    <a:pt x="544079" y="5448862"/>
                  </a:lnTo>
                  <a:lnTo>
                    <a:pt x="544079" y="5448238"/>
                  </a:lnTo>
                  <a:lnTo>
                    <a:pt x="544188" y="5448238"/>
                  </a:lnTo>
                  <a:lnTo>
                    <a:pt x="544296" y="5448238"/>
                  </a:lnTo>
                  <a:lnTo>
                    <a:pt x="544405" y="5448238"/>
                  </a:lnTo>
                  <a:lnTo>
                    <a:pt x="544513" y="5448238"/>
                  </a:lnTo>
                  <a:lnTo>
                    <a:pt x="544622" y="5448238"/>
                  </a:lnTo>
                  <a:lnTo>
                    <a:pt x="544622" y="5447615"/>
                  </a:lnTo>
                  <a:lnTo>
                    <a:pt x="544730" y="5447615"/>
                  </a:lnTo>
                  <a:lnTo>
                    <a:pt x="544838" y="5447615"/>
                  </a:lnTo>
                  <a:lnTo>
                    <a:pt x="544947" y="5447615"/>
                  </a:lnTo>
                  <a:lnTo>
                    <a:pt x="545055" y="5447615"/>
                  </a:lnTo>
                  <a:lnTo>
                    <a:pt x="545164" y="5447615"/>
                  </a:lnTo>
                  <a:lnTo>
                    <a:pt x="545272" y="5447615"/>
                  </a:lnTo>
                  <a:lnTo>
                    <a:pt x="545381" y="5447615"/>
                  </a:lnTo>
                  <a:lnTo>
                    <a:pt x="545489" y="5447615"/>
                  </a:lnTo>
                  <a:lnTo>
                    <a:pt x="545598" y="5447615"/>
                  </a:lnTo>
                  <a:lnTo>
                    <a:pt x="545706" y="5447615"/>
                  </a:lnTo>
                  <a:lnTo>
                    <a:pt x="545814" y="5447615"/>
                  </a:lnTo>
                  <a:lnTo>
                    <a:pt x="545923" y="5447615"/>
                  </a:lnTo>
                  <a:lnTo>
                    <a:pt x="546031" y="5447615"/>
                  </a:lnTo>
                  <a:lnTo>
                    <a:pt x="546140" y="5447615"/>
                  </a:lnTo>
                  <a:lnTo>
                    <a:pt x="546248" y="5447615"/>
                  </a:lnTo>
                  <a:lnTo>
                    <a:pt x="546357" y="5447615"/>
                  </a:lnTo>
                  <a:lnTo>
                    <a:pt x="546465" y="5447615"/>
                  </a:lnTo>
                  <a:lnTo>
                    <a:pt x="546574" y="5447615"/>
                  </a:lnTo>
                  <a:lnTo>
                    <a:pt x="546682" y="5447615"/>
                  </a:lnTo>
                  <a:lnTo>
                    <a:pt x="546791" y="5447615"/>
                  </a:lnTo>
                  <a:lnTo>
                    <a:pt x="546899" y="5447615"/>
                  </a:lnTo>
                  <a:lnTo>
                    <a:pt x="547007" y="5447615"/>
                  </a:lnTo>
                  <a:lnTo>
                    <a:pt x="547116" y="5447615"/>
                  </a:lnTo>
                  <a:lnTo>
                    <a:pt x="547116" y="5446991"/>
                  </a:lnTo>
                  <a:lnTo>
                    <a:pt x="547116" y="5446367"/>
                  </a:lnTo>
                  <a:lnTo>
                    <a:pt x="547224" y="5446367"/>
                  </a:lnTo>
                  <a:lnTo>
                    <a:pt x="547333" y="5446367"/>
                  </a:lnTo>
                  <a:lnTo>
                    <a:pt x="547441" y="5446367"/>
                  </a:lnTo>
                  <a:lnTo>
                    <a:pt x="547550" y="5446367"/>
                  </a:lnTo>
                  <a:lnTo>
                    <a:pt x="547658" y="5446367"/>
                  </a:lnTo>
                  <a:lnTo>
                    <a:pt x="547658" y="5445744"/>
                  </a:lnTo>
                  <a:lnTo>
                    <a:pt x="547658" y="5445120"/>
                  </a:lnTo>
                  <a:lnTo>
                    <a:pt x="547658" y="5444497"/>
                  </a:lnTo>
                  <a:lnTo>
                    <a:pt x="547767" y="5444497"/>
                  </a:lnTo>
                  <a:lnTo>
                    <a:pt x="547875" y="5444497"/>
                  </a:lnTo>
                  <a:lnTo>
                    <a:pt x="547983" y="5444497"/>
                  </a:lnTo>
                  <a:lnTo>
                    <a:pt x="547983" y="5443873"/>
                  </a:lnTo>
                  <a:lnTo>
                    <a:pt x="547983" y="5443250"/>
                  </a:lnTo>
                  <a:lnTo>
                    <a:pt x="548092" y="5443250"/>
                  </a:lnTo>
                  <a:lnTo>
                    <a:pt x="548200" y="5443250"/>
                  </a:lnTo>
                  <a:lnTo>
                    <a:pt x="548309" y="5443250"/>
                  </a:lnTo>
                  <a:lnTo>
                    <a:pt x="548417" y="5443250"/>
                  </a:lnTo>
                  <a:lnTo>
                    <a:pt x="548417" y="5442626"/>
                  </a:lnTo>
                  <a:lnTo>
                    <a:pt x="548526" y="5442626"/>
                  </a:lnTo>
                  <a:lnTo>
                    <a:pt x="548634" y="5442626"/>
                  </a:lnTo>
                  <a:lnTo>
                    <a:pt x="548743" y="5442626"/>
                  </a:lnTo>
                  <a:lnTo>
                    <a:pt x="548851" y="5442626"/>
                  </a:lnTo>
                  <a:lnTo>
                    <a:pt x="548959" y="5442626"/>
                  </a:lnTo>
                  <a:lnTo>
                    <a:pt x="548959" y="5442002"/>
                  </a:lnTo>
                  <a:lnTo>
                    <a:pt x="549068" y="5442002"/>
                  </a:lnTo>
                  <a:lnTo>
                    <a:pt x="549176" y="5442002"/>
                  </a:lnTo>
                  <a:lnTo>
                    <a:pt x="549285" y="5442002"/>
                  </a:lnTo>
                  <a:lnTo>
                    <a:pt x="549393" y="5442002"/>
                  </a:lnTo>
                  <a:lnTo>
                    <a:pt x="549502" y="5442002"/>
                  </a:lnTo>
                  <a:lnTo>
                    <a:pt x="549610" y="5442002"/>
                  </a:lnTo>
                  <a:lnTo>
                    <a:pt x="549719" y="5442002"/>
                  </a:lnTo>
                  <a:lnTo>
                    <a:pt x="549827" y="5442002"/>
                  </a:lnTo>
                  <a:lnTo>
                    <a:pt x="549935" y="5442002"/>
                  </a:lnTo>
                  <a:lnTo>
                    <a:pt x="549935" y="5441379"/>
                  </a:lnTo>
                  <a:lnTo>
                    <a:pt x="550044" y="5441379"/>
                  </a:lnTo>
                  <a:lnTo>
                    <a:pt x="550152" y="5441379"/>
                  </a:lnTo>
                  <a:lnTo>
                    <a:pt x="550152" y="5440755"/>
                  </a:lnTo>
                  <a:lnTo>
                    <a:pt x="550261" y="5440755"/>
                  </a:lnTo>
                  <a:lnTo>
                    <a:pt x="550369" y="5440755"/>
                  </a:lnTo>
                  <a:lnTo>
                    <a:pt x="550478" y="5440755"/>
                  </a:lnTo>
                  <a:lnTo>
                    <a:pt x="550586" y="5440755"/>
                  </a:lnTo>
                  <a:lnTo>
                    <a:pt x="550695" y="5440755"/>
                  </a:lnTo>
                  <a:lnTo>
                    <a:pt x="550803" y="5440755"/>
                  </a:lnTo>
                  <a:lnTo>
                    <a:pt x="550911" y="5440755"/>
                  </a:lnTo>
                  <a:lnTo>
                    <a:pt x="551020" y="5440755"/>
                  </a:lnTo>
                  <a:lnTo>
                    <a:pt x="551128" y="5440755"/>
                  </a:lnTo>
                  <a:lnTo>
                    <a:pt x="551237" y="5440755"/>
                  </a:lnTo>
                  <a:lnTo>
                    <a:pt x="551237" y="5440132"/>
                  </a:lnTo>
                  <a:lnTo>
                    <a:pt x="551345" y="5440132"/>
                  </a:lnTo>
                  <a:lnTo>
                    <a:pt x="551454" y="5440132"/>
                  </a:lnTo>
                  <a:lnTo>
                    <a:pt x="551562" y="5440132"/>
                  </a:lnTo>
                  <a:lnTo>
                    <a:pt x="551562" y="5439508"/>
                  </a:lnTo>
                  <a:lnTo>
                    <a:pt x="551671" y="5439508"/>
                  </a:lnTo>
                  <a:lnTo>
                    <a:pt x="551779" y="5439508"/>
                  </a:lnTo>
                  <a:lnTo>
                    <a:pt x="551888" y="5439508"/>
                  </a:lnTo>
                  <a:lnTo>
                    <a:pt x="551996" y="5439508"/>
                  </a:lnTo>
                  <a:lnTo>
                    <a:pt x="552104" y="5439508"/>
                  </a:lnTo>
                  <a:lnTo>
                    <a:pt x="552213" y="5439508"/>
                  </a:lnTo>
                  <a:lnTo>
                    <a:pt x="552321" y="5439508"/>
                  </a:lnTo>
                  <a:lnTo>
                    <a:pt x="552430" y="5439508"/>
                  </a:lnTo>
                  <a:lnTo>
                    <a:pt x="552430" y="5438884"/>
                  </a:lnTo>
                  <a:lnTo>
                    <a:pt x="552538" y="5438884"/>
                  </a:lnTo>
                  <a:lnTo>
                    <a:pt x="552538" y="5438261"/>
                  </a:lnTo>
                  <a:lnTo>
                    <a:pt x="552538" y="5437637"/>
                  </a:lnTo>
                  <a:lnTo>
                    <a:pt x="552647" y="5437637"/>
                  </a:lnTo>
                  <a:lnTo>
                    <a:pt x="552755" y="5437637"/>
                  </a:lnTo>
                  <a:lnTo>
                    <a:pt x="552864" y="5437637"/>
                  </a:lnTo>
                  <a:lnTo>
                    <a:pt x="552972" y="5437637"/>
                  </a:lnTo>
                  <a:lnTo>
                    <a:pt x="553080" y="5437637"/>
                  </a:lnTo>
                  <a:lnTo>
                    <a:pt x="553189" y="5437637"/>
                  </a:lnTo>
                  <a:lnTo>
                    <a:pt x="553297" y="5437637"/>
                  </a:lnTo>
                  <a:lnTo>
                    <a:pt x="553406" y="5437637"/>
                  </a:lnTo>
                  <a:lnTo>
                    <a:pt x="553406" y="5437014"/>
                  </a:lnTo>
                  <a:lnTo>
                    <a:pt x="553514" y="5437014"/>
                  </a:lnTo>
                  <a:lnTo>
                    <a:pt x="553514" y="5436390"/>
                  </a:lnTo>
                  <a:lnTo>
                    <a:pt x="553623" y="5436390"/>
                  </a:lnTo>
                  <a:lnTo>
                    <a:pt x="553731" y="5436390"/>
                  </a:lnTo>
                  <a:lnTo>
                    <a:pt x="553840" y="5436390"/>
                  </a:lnTo>
                  <a:lnTo>
                    <a:pt x="553948" y="5436390"/>
                  </a:lnTo>
                  <a:lnTo>
                    <a:pt x="554056" y="5436390"/>
                  </a:lnTo>
                  <a:lnTo>
                    <a:pt x="554165" y="5436390"/>
                  </a:lnTo>
                  <a:lnTo>
                    <a:pt x="554273" y="5436390"/>
                  </a:lnTo>
                  <a:lnTo>
                    <a:pt x="554382" y="5436390"/>
                  </a:lnTo>
                  <a:lnTo>
                    <a:pt x="554490" y="5436390"/>
                  </a:lnTo>
                  <a:lnTo>
                    <a:pt x="554599" y="5436390"/>
                  </a:lnTo>
                  <a:lnTo>
                    <a:pt x="554707" y="5436390"/>
                  </a:lnTo>
                  <a:lnTo>
                    <a:pt x="554707" y="5435767"/>
                  </a:lnTo>
                  <a:lnTo>
                    <a:pt x="554707" y="5435143"/>
                  </a:lnTo>
                  <a:lnTo>
                    <a:pt x="554816" y="5435143"/>
                  </a:lnTo>
                  <a:lnTo>
                    <a:pt x="554924" y="5435143"/>
                  </a:lnTo>
                  <a:lnTo>
                    <a:pt x="555032" y="5435143"/>
                  </a:lnTo>
                  <a:lnTo>
                    <a:pt x="555141" y="5435143"/>
                  </a:lnTo>
                  <a:lnTo>
                    <a:pt x="555249" y="5435143"/>
                  </a:lnTo>
                  <a:lnTo>
                    <a:pt x="555358" y="5435143"/>
                  </a:lnTo>
                  <a:lnTo>
                    <a:pt x="555466" y="5435143"/>
                  </a:lnTo>
                  <a:lnTo>
                    <a:pt x="555466" y="5434519"/>
                  </a:lnTo>
                  <a:lnTo>
                    <a:pt x="555575" y="5434519"/>
                  </a:lnTo>
                  <a:lnTo>
                    <a:pt x="555575" y="5433896"/>
                  </a:lnTo>
                  <a:lnTo>
                    <a:pt x="555683" y="5433896"/>
                  </a:lnTo>
                  <a:lnTo>
                    <a:pt x="555792" y="5433896"/>
                  </a:lnTo>
                  <a:lnTo>
                    <a:pt x="555900" y="5433896"/>
                  </a:lnTo>
                  <a:lnTo>
                    <a:pt x="556009" y="5433896"/>
                  </a:lnTo>
                  <a:lnTo>
                    <a:pt x="556009" y="5433272"/>
                  </a:lnTo>
                  <a:lnTo>
                    <a:pt x="556117" y="5433272"/>
                  </a:lnTo>
                  <a:lnTo>
                    <a:pt x="556225" y="5433272"/>
                  </a:lnTo>
                  <a:lnTo>
                    <a:pt x="556334" y="5433272"/>
                  </a:lnTo>
                  <a:lnTo>
                    <a:pt x="556334" y="5432649"/>
                  </a:lnTo>
                  <a:lnTo>
                    <a:pt x="556442" y="5432649"/>
                  </a:lnTo>
                  <a:lnTo>
                    <a:pt x="556442" y="5432025"/>
                  </a:lnTo>
                  <a:lnTo>
                    <a:pt x="556551" y="5432025"/>
                  </a:lnTo>
                  <a:lnTo>
                    <a:pt x="556659" y="5432025"/>
                  </a:lnTo>
                  <a:lnTo>
                    <a:pt x="556768" y="5432025"/>
                  </a:lnTo>
                  <a:lnTo>
                    <a:pt x="556876" y="5432025"/>
                  </a:lnTo>
                  <a:lnTo>
                    <a:pt x="556985" y="5432025"/>
                  </a:lnTo>
                  <a:lnTo>
                    <a:pt x="556985" y="5431401"/>
                  </a:lnTo>
                  <a:lnTo>
                    <a:pt x="556985" y="5430778"/>
                  </a:lnTo>
                  <a:lnTo>
                    <a:pt x="557093" y="5430778"/>
                  </a:lnTo>
                  <a:lnTo>
                    <a:pt x="557201" y="5430778"/>
                  </a:lnTo>
                  <a:lnTo>
                    <a:pt x="557310" y="5430778"/>
                  </a:lnTo>
                  <a:lnTo>
                    <a:pt x="557418" y="5430778"/>
                  </a:lnTo>
                  <a:lnTo>
                    <a:pt x="557527" y="5430778"/>
                  </a:lnTo>
                  <a:lnTo>
                    <a:pt x="557635" y="5430778"/>
                  </a:lnTo>
                  <a:lnTo>
                    <a:pt x="557635" y="5430154"/>
                  </a:lnTo>
                  <a:lnTo>
                    <a:pt x="557744" y="5430154"/>
                  </a:lnTo>
                  <a:lnTo>
                    <a:pt x="557744" y="5429531"/>
                  </a:lnTo>
                  <a:lnTo>
                    <a:pt x="557744" y="5428907"/>
                  </a:lnTo>
                  <a:lnTo>
                    <a:pt x="557852" y="5428907"/>
                  </a:lnTo>
                  <a:lnTo>
                    <a:pt x="557852" y="5428284"/>
                  </a:lnTo>
                  <a:lnTo>
                    <a:pt x="557961" y="5428284"/>
                  </a:lnTo>
                  <a:lnTo>
                    <a:pt x="558069" y="5428284"/>
                  </a:lnTo>
                  <a:lnTo>
                    <a:pt x="558177" y="5428284"/>
                  </a:lnTo>
                  <a:lnTo>
                    <a:pt x="558177" y="5427660"/>
                  </a:lnTo>
                  <a:lnTo>
                    <a:pt x="558286" y="5427660"/>
                  </a:lnTo>
                  <a:lnTo>
                    <a:pt x="558394" y="5427660"/>
                  </a:lnTo>
                  <a:lnTo>
                    <a:pt x="558503" y="5427660"/>
                  </a:lnTo>
                  <a:lnTo>
                    <a:pt x="558611" y="5427660"/>
                  </a:lnTo>
                  <a:lnTo>
                    <a:pt x="558720" y="5427660"/>
                  </a:lnTo>
                  <a:lnTo>
                    <a:pt x="558828" y="5427660"/>
                  </a:lnTo>
                  <a:lnTo>
                    <a:pt x="558828" y="5427036"/>
                  </a:lnTo>
                  <a:lnTo>
                    <a:pt x="558937" y="5427036"/>
                  </a:lnTo>
                  <a:lnTo>
                    <a:pt x="559045" y="5427036"/>
                  </a:lnTo>
                  <a:lnTo>
                    <a:pt x="559153" y="5427036"/>
                  </a:lnTo>
                  <a:lnTo>
                    <a:pt x="559262" y="5427036"/>
                  </a:lnTo>
                  <a:lnTo>
                    <a:pt x="559262" y="5426413"/>
                  </a:lnTo>
                  <a:lnTo>
                    <a:pt x="559262" y="5425789"/>
                  </a:lnTo>
                  <a:lnTo>
                    <a:pt x="559370" y="5425789"/>
                  </a:lnTo>
                  <a:lnTo>
                    <a:pt x="559479" y="5425789"/>
                  </a:lnTo>
                  <a:lnTo>
                    <a:pt x="559587" y="5425789"/>
                  </a:lnTo>
                  <a:lnTo>
                    <a:pt x="559696" y="5425789"/>
                  </a:lnTo>
                  <a:lnTo>
                    <a:pt x="559804" y="5425789"/>
                  </a:lnTo>
                  <a:lnTo>
                    <a:pt x="559804" y="5425166"/>
                  </a:lnTo>
                  <a:lnTo>
                    <a:pt x="559913" y="5425166"/>
                  </a:lnTo>
                  <a:lnTo>
                    <a:pt x="560021" y="5425166"/>
                  </a:lnTo>
                  <a:lnTo>
                    <a:pt x="560130" y="5425166"/>
                  </a:lnTo>
                  <a:lnTo>
                    <a:pt x="560130" y="5424542"/>
                  </a:lnTo>
                  <a:lnTo>
                    <a:pt x="560238" y="5424542"/>
                  </a:lnTo>
                  <a:lnTo>
                    <a:pt x="560346" y="5424542"/>
                  </a:lnTo>
                  <a:lnTo>
                    <a:pt x="560455" y="5424542"/>
                  </a:lnTo>
                  <a:lnTo>
                    <a:pt x="560563" y="5424542"/>
                  </a:lnTo>
                  <a:lnTo>
                    <a:pt x="560672" y="5424542"/>
                  </a:lnTo>
                  <a:lnTo>
                    <a:pt x="560780" y="5424542"/>
                  </a:lnTo>
                  <a:lnTo>
                    <a:pt x="560780" y="5423919"/>
                  </a:lnTo>
                  <a:lnTo>
                    <a:pt x="560780" y="5423295"/>
                  </a:lnTo>
                  <a:lnTo>
                    <a:pt x="560780" y="5422671"/>
                  </a:lnTo>
                  <a:lnTo>
                    <a:pt x="560780" y="5422048"/>
                  </a:lnTo>
                  <a:lnTo>
                    <a:pt x="560889" y="5422048"/>
                  </a:lnTo>
                  <a:lnTo>
                    <a:pt x="560997" y="5422048"/>
                  </a:lnTo>
                  <a:lnTo>
                    <a:pt x="561106" y="5422048"/>
                  </a:lnTo>
                  <a:lnTo>
                    <a:pt x="561106" y="5421424"/>
                  </a:lnTo>
                  <a:lnTo>
                    <a:pt x="561214" y="5421424"/>
                  </a:lnTo>
                  <a:lnTo>
                    <a:pt x="561214" y="5420801"/>
                  </a:lnTo>
                  <a:lnTo>
                    <a:pt x="561322" y="5420801"/>
                  </a:lnTo>
                  <a:lnTo>
                    <a:pt x="561322" y="5420177"/>
                  </a:lnTo>
                  <a:lnTo>
                    <a:pt x="561431" y="5420177"/>
                  </a:lnTo>
                  <a:lnTo>
                    <a:pt x="561431" y="5419553"/>
                  </a:lnTo>
                  <a:lnTo>
                    <a:pt x="561431" y="5418930"/>
                  </a:lnTo>
                  <a:lnTo>
                    <a:pt x="561539" y="5418930"/>
                  </a:lnTo>
                  <a:lnTo>
                    <a:pt x="561648" y="5418930"/>
                  </a:lnTo>
                  <a:lnTo>
                    <a:pt x="561648" y="5418306"/>
                  </a:lnTo>
                  <a:lnTo>
                    <a:pt x="561756" y="5418306"/>
                  </a:lnTo>
                  <a:lnTo>
                    <a:pt x="561865" y="5418306"/>
                  </a:lnTo>
                  <a:lnTo>
                    <a:pt x="561865" y="5417683"/>
                  </a:lnTo>
                  <a:lnTo>
                    <a:pt x="561973" y="5417683"/>
                  </a:lnTo>
                  <a:lnTo>
                    <a:pt x="561973" y="5417059"/>
                  </a:lnTo>
                  <a:lnTo>
                    <a:pt x="562082" y="5417059"/>
                  </a:lnTo>
                  <a:lnTo>
                    <a:pt x="562190" y="5417059"/>
                  </a:lnTo>
                  <a:lnTo>
                    <a:pt x="562298" y="5417059"/>
                  </a:lnTo>
                  <a:lnTo>
                    <a:pt x="562407" y="5417059"/>
                  </a:lnTo>
                  <a:lnTo>
                    <a:pt x="562515" y="5417059"/>
                  </a:lnTo>
                  <a:lnTo>
                    <a:pt x="562624" y="5417059"/>
                  </a:lnTo>
                  <a:lnTo>
                    <a:pt x="562732" y="5417059"/>
                  </a:lnTo>
                  <a:lnTo>
                    <a:pt x="562841" y="5417059"/>
                  </a:lnTo>
                  <a:lnTo>
                    <a:pt x="562949" y="5417059"/>
                  </a:lnTo>
                  <a:lnTo>
                    <a:pt x="563058" y="5417059"/>
                  </a:lnTo>
                  <a:lnTo>
                    <a:pt x="563058" y="5416436"/>
                  </a:lnTo>
                  <a:lnTo>
                    <a:pt x="563166" y="5416436"/>
                  </a:lnTo>
                  <a:lnTo>
                    <a:pt x="563274" y="5416436"/>
                  </a:lnTo>
                  <a:lnTo>
                    <a:pt x="563274" y="5415812"/>
                  </a:lnTo>
                  <a:lnTo>
                    <a:pt x="563383" y="5415812"/>
                  </a:lnTo>
                  <a:lnTo>
                    <a:pt x="563491" y="5415812"/>
                  </a:lnTo>
                  <a:lnTo>
                    <a:pt x="563600" y="5415812"/>
                  </a:lnTo>
                  <a:lnTo>
                    <a:pt x="563708" y="5415812"/>
                  </a:lnTo>
                  <a:lnTo>
                    <a:pt x="563817" y="5415812"/>
                  </a:lnTo>
                  <a:lnTo>
                    <a:pt x="563925" y="5415812"/>
                  </a:lnTo>
                  <a:lnTo>
                    <a:pt x="564034" y="5415812"/>
                  </a:lnTo>
                  <a:lnTo>
                    <a:pt x="564142" y="5415812"/>
                  </a:lnTo>
                  <a:lnTo>
                    <a:pt x="564251" y="5415812"/>
                  </a:lnTo>
                  <a:lnTo>
                    <a:pt x="564359" y="5415812"/>
                  </a:lnTo>
                  <a:lnTo>
                    <a:pt x="564467" y="5415812"/>
                  </a:lnTo>
                  <a:lnTo>
                    <a:pt x="564576" y="5415812"/>
                  </a:lnTo>
                  <a:lnTo>
                    <a:pt x="564576" y="5415188"/>
                  </a:lnTo>
                  <a:lnTo>
                    <a:pt x="564684" y="5415188"/>
                  </a:lnTo>
                  <a:lnTo>
                    <a:pt x="564793" y="5415188"/>
                  </a:lnTo>
                  <a:lnTo>
                    <a:pt x="564901" y="5415188"/>
                  </a:lnTo>
                  <a:lnTo>
                    <a:pt x="565010" y="5415188"/>
                  </a:lnTo>
                  <a:lnTo>
                    <a:pt x="565118" y="5415188"/>
                  </a:lnTo>
                  <a:lnTo>
                    <a:pt x="565118" y="5414565"/>
                  </a:lnTo>
                  <a:lnTo>
                    <a:pt x="565227" y="5414565"/>
                  </a:lnTo>
                  <a:lnTo>
                    <a:pt x="565335" y="5414565"/>
                  </a:lnTo>
                  <a:lnTo>
                    <a:pt x="565335" y="5413941"/>
                  </a:lnTo>
                  <a:lnTo>
                    <a:pt x="565443" y="5413941"/>
                  </a:lnTo>
                  <a:lnTo>
                    <a:pt x="565552" y="5413941"/>
                  </a:lnTo>
                  <a:lnTo>
                    <a:pt x="565660" y="5413941"/>
                  </a:lnTo>
                  <a:lnTo>
                    <a:pt x="565660" y="5413318"/>
                  </a:lnTo>
                  <a:lnTo>
                    <a:pt x="565769" y="5413318"/>
                  </a:lnTo>
                  <a:lnTo>
                    <a:pt x="565877" y="5413318"/>
                  </a:lnTo>
                  <a:lnTo>
                    <a:pt x="565986" y="5413318"/>
                  </a:lnTo>
                  <a:lnTo>
                    <a:pt x="566094" y="5413318"/>
                  </a:lnTo>
                  <a:lnTo>
                    <a:pt x="566203" y="5413318"/>
                  </a:lnTo>
                  <a:lnTo>
                    <a:pt x="566311" y="5413318"/>
                  </a:lnTo>
                  <a:lnTo>
                    <a:pt x="566419" y="5413318"/>
                  </a:lnTo>
                  <a:lnTo>
                    <a:pt x="566528" y="5413318"/>
                  </a:lnTo>
                  <a:lnTo>
                    <a:pt x="566636" y="5413318"/>
                  </a:lnTo>
                  <a:lnTo>
                    <a:pt x="566745" y="5413318"/>
                  </a:lnTo>
                  <a:lnTo>
                    <a:pt x="566853" y="5413318"/>
                  </a:lnTo>
                  <a:lnTo>
                    <a:pt x="566853" y="5412694"/>
                  </a:lnTo>
                  <a:lnTo>
                    <a:pt x="566962" y="5412694"/>
                  </a:lnTo>
                  <a:lnTo>
                    <a:pt x="567070" y="5412694"/>
                  </a:lnTo>
                  <a:lnTo>
                    <a:pt x="567179" y="5412694"/>
                  </a:lnTo>
                  <a:lnTo>
                    <a:pt x="567287" y="5412694"/>
                  </a:lnTo>
                  <a:lnTo>
                    <a:pt x="567395" y="5412694"/>
                  </a:lnTo>
                  <a:lnTo>
                    <a:pt x="567504" y="5412694"/>
                  </a:lnTo>
                  <a:lnTo>
                    <a:pt x="567612" y="5412694"/>
                  </a:lnTo>
                  <a:lnTo>
                    <a:pt x="567612" y="5412070"/>
                  </a:lnTo>
                  <a:lnTo>
                    <a:pt x="567721" y="5412070"/>
                  </a:lnTo>
                  <a:lnTo>
                    <a:pt x="567829" y="5412070"/>
                  </a:lnTo>
                  <a:lnTo>
                    <a:pt x="567938" y="5412070"/>
                  </a:lnTo>
                  <a:lnTo>
                    <a:pt x="568046" y="5412070"/>
                  </a:lnTo>
                  <a:lnTo>
                    <a:pt x="568155" y="5412070"/>
                  </a:lnTo>
                  <a:lnTo>
                    <a:pt x="568155" y="5411447"/>
                  </a:lnTo>
                  <a:lnTo>
                    <a:pt x="568263" y="5411447"/>
                  </a:lnTo>
                  <a:lnTo>
                    <a:pt x="568372" y="5411447"/>
                  </a:lnTo>
                  <a:lnTo>
                    <a:pt x="568480" y="5411447"/>
                  </a:lnTo>
                  <a:lnTo>
                    <a:pt x="568480" y="5410823"/>
                  </a:lnTo>
                  <a:lnTo>
                    <a:pt x="568588" y="5410823"/>
                  </a:lnTo>
                  <a:lnTo>
                    <a:pt x="568588" y="5410200"/>
                  </a:lnTo>
                  <a:lnTo>
                    <a:pt x="568697" y="5410200"/>
                  </a:lnTo>
                  <a:lnTo>
                    <a:pt x="568805" y="5410200"/>
                  </a:lnTo>
                  <a:lnTo>
                    <a:pt x="568805" y="5409576"/>
                  </a:lnTo>
                  <a:lnTo>
                    <a:pt x="568914" y="5409576"/>
                  </a:lnTo>
                  <a:lnTo>
                    <a:pt x="569022" y="5409576"/>
                  </a:lnTo>
                  <a:lnTo>
                    <a:pt x="569131" y="5409576"/>
                  </a:lnTo>
                  <a:lnTo>
                    <a:pt x="569239" y="5409576"/>
                  </a:lnTo>
                  <a:lnTo>
                    <a:pt x="569348" y="5409576"/>
                  </a:lnTo>
                  <a:lnTo>
                    <a:pt x="569348" y="5408953"/>
                  </a:lnTo>
                  <a:lnTo>
                    <a:pt x="569456" y="5408953"/>
                  </a:lnTo>
                  <a:lnTo>
                    <a:pt x="569564" y="5408953"/>
                  </a:lnTo>
                  <a:lnTo>
                    <a:pt x="569673" y="5408953"/>
                  </a:lnTo>
                  <a:lnTo>
                    <a:pt x="569781" y="5408953"/>
                  </a:lnTo>
                  <a:lnTo>
                    <a:pt x="569890" y="5408953"/>
                  </a:lnTo>
                  <a:lnTo>
                    <a:pt x="569998" y="5408953"/>
                  </a:lnTo>
                  <a:lnTo>
                    <a:pt x="570107" y="5408953"/>
                  </a:lnTo>
                  <a:lnTo>
                    <a:pt x="570215" y="5408953"/>
                  </a:lnTo>
                  <a:lnTo>
                    <a:pt x="570324" y="5408953"/>
                  </a:lnTo>
                  <a:lnTo>
                    <a:pt x="570432" y="5408953"/>
                  </a:lnTo>
                  <a:lnTo>
                    <a:pt x="570540" y="5408953"/>
                  </a:lnTo>
                  <a:lnTo>
                    <a:pt x="570649" y="5408953"/>
                  </a:lnTo>
                  <a:lnTo>
                    <a:pt x="570757" y="5408953"/>
                  </a:lnTo>
                  <a:lnTo>
                    <a:pt x="570757" y="5408329"/>
                  </a:lnTo>
                  <a:lnTo>
                    <a:pt x="570866" y="5408329"/>
                  </a:lnTo>
                  <a:lnTo>
                    <a:pt x="570974" y="5408329"/>
                  </a:lnTo>
                  <a:lnTo>
                    <a:pt x="571083" y="5408329"/>
                  </a:lnTo>
                  <a:lnTo>
                    <a:pt x="571083" y="5407705"/>
                  </a:lnTo>
                  <a:lnTo>
                    <a:pt x="571191" y="5407705"/>
                  </a:lnTo>
                  <a:lnTo>
                    <a:pt x="571191" y="5407082"/>
                  </a:lnTo>
                  <a:lnTo>
                    <a:pt x="571191" y="5406458"/>
                  </a:lnTo>
                  <a:lnTo>
                    <a:pt x="571191" y="5405835"/>
                  </a:lnTo>
                  <a:lnTo>
                    <a:pt x="571300" y="5405835"/>
                  </a:lnTo>
                  <a:lnTo>
                    <a:pt x="571408" y="5405835"/>
                  </a:lnTo>
                  <a:lnTo>
                    <a:pt x="571408" y="5405211"/>
                  </a:lnTo>
                  <a:lnTo>
                    <a:pt x="571516" y="5405211"/>
                  </a:lnTo>
                  <a:lnTo>
                    <a:pt x="571625" y="5405211"/>
                  </a:lnTo>
                  <a:lnTo>
                    <a:pt x="571625" y="5404587"/>
                  </a:lnTo>
                  <a:lnTo>
                    <a:pt x="571625" y="5403964"/>
                  </a:lnTo>
                  <a:lnTo>
                    <a:pt x="571733" y="5403964"/>
                  </a:lnTo>
                  <a:lnTo>
                    <a:pt x="571842" y="5403964"/>
                  </a:lnTo>
                  <a:lnTo>
                    <a:pt x="571950" y="5403964"/>
                  </a:lnTo>
                  <a:lnTo>
                    <a:pt x="572059" y="5403964"/>
                  </a:lnTo>
                  <a:lnTo>
                    <a:pt x="572167" y="5403964"/>
                  </a:lnTo>
                  <a:lnTo>
                    <a:pt x="572276" y="5403964"/>
                  </a:lnTo>
                  <a:lnTo>
                    <a:pt x="572276" y="5403340"/>
                  </a:lnTo>
                  <a:lnTo>
                    <a:pt x="572384" y="5403340"/>
                  </a:lnTo>
                  <a:lnTo>
                    <a:pt x="572493" y="5403340"/>
                  </a:lnTo>
                  <a:lnTo>
                    <a:pt x="572601" y="5403340"/>
                  </a:lnTo>
                  <a:lnTo>
                    <a:pt x="572709" y="5403340"/>
                  </a:lnTo>
                  <a:lnTo>
                    <a:pt x="572818" y="5403340"/>
                  </a:lnTo>
                  <a:lnTo>
                    <a:pt x="572926" y="5403340"/>
                  </a:lnTo>
                  <a:lnTo>
                    <a:pt x="573035" y="5403340"/>
                  </a:lnTo>
                  <a:lnTo>
                    <a:pt x="573143" y="5403340"/>
                  </a:lnTo>
                  <a:lnTo>
                    <a:pt x="573252" y="5403340"/>
                  </a:lnTo>
                  <a:lnTo>
                    <a:pt x="573360" y="5403340"/>
                  </a:lnTo>
                  <a:lnTo>
                    <a:pt x="573469" y="5403340"/>
                  </a:lnTo>
                  <a:lnTo>
                    <a:pt x="573577" y="5403340"/>
                  </a:lnTo>
                  <a:lnTo>
                    <a:pt x="573685" y="5403340"/>
                  </a:lnTo>
                  <a:lnTo>
                    <a:pt x="573794" y="5403340"/>
                  </a:lnTo>
                  <a:lnTo>
                    <a:pt x="573794" y="5402717"/>
                  </a:lnTo>
                  <a:lnTo>
                    <a:pt x="573902" y="5402717"/>
                  </a:lnTo>
                  <a:lnTo>
                    <a:pt x="573902" y="5402093"/>
                  </a:lnTo>
                  <a:lnTo>
                    <a:pt x="574011" y="5402093"/>
                  </a:lnTo>
                  <a:lnTo>
                    <a:pt x="574119" y="5402093"/>
                  </a:lnTo>
                  <a:lnTo>
                    <a:pt x="574228" y="5402093"/>
                  </a:lnTo>
                  <a:lnTo>
                    <a:pt x="574336" y="5402093"/>
                  </a:lnTo>
                  <a:lnTo>
                    <a:pt x="574445" y="5402093"/>
                  </a:lnTo>
                  <a:lnTo>
                    <a:pt x="574553" y="5402093"/>
                  </a:lnTo>
                  <a:lnTo>
                    <a:pt x="574661" y="5402093"/>
                  </a:lnTo>
                  <a:lnTo>
                    <a:pt x="574770" y="5402093"/>
                  </a:lnTo>
                  <a:lnTo>
                    <a:pt x="574878" y="5402093"/>
                  </a:lnTo>
                  <a:lnTo>
                    <a:pt x="574987" y="5402093"/>
                  </a:lnTo>
                  <a:lnTo>
                    <a:pt x="575095" y="5402093"/>
                  </a:lnTo>
                  <a:lnTo>
                    <a:pt x="575204" y="5402093"/>
                  </a:lnTo>
                  <a:lnTo>
                    <a:pt x="575312" y="5402093"/>
                  </a:lnTo>
                  <a:lnTo>
                    <a:pt x="575421" y="5402093"/>
                  </a:lnTo>
                  <a:lnTo>
                    <a:pt x="575529" y="5402093"/>
                  </a:lnTo>
                  <a:lnTo>
                    <a:pt x="575637" y="5402093"/>
                  </a:lnTo>
                  <a:lnTo>
                    <a:pt x="575637" y="5401470"/>
                  </a:lnTo>
                  <a:lnTo>
                    <a:pt x="575746" y="5401470"/>
                  </a:lnTo>
                  <a:lnTo>
                    <a:pt x="575854" y="5401470"/>
                  </a:lnTo>
                  <a:lnTo>
                    <a:pt x="575963" y="5401470"/>
                  </a:lnTo>
                  <a:lnTo>
                    <a:pt x="576071" y="5401470"/>
                  </a:lnTo>
                  <a:lnTo>
                    <a:pt x="576071" y="5400846"/>
                  </a:lnTo>
                  <a:lnTo>
                    <a:pt x="576180" y="5400846"/>
                  </a:lnTo>
                  <a:lnTo>
                    <a:pt x="576288" y="5400846"/>
                  </a:lnTo>
                  <a:lnTo>
                    <a:pt x="576397" y="5400846"/>
                  </a:lnTo>
                  <a:lnTo>
                    <a:pt x="576505" y="5400846"/>
                  </a:lnTo>
                  <a:lnTo>
                    <a:pt x="576613" y="5400846"/>
                  </a:lnTo>
                  <a:lnTo>
                    <a:pt x="576613" y="5400222"/>
                  </a:lnTo>
                  <a:lnTo>
                    <a:pt x="576722" y="5400222"/>
                  </a:lnTo>
                  <a:lnTo>
                    <a:pt x="576830" y="5400222"/>
                  </a:lnTo>
                  <a:lnTo>
                    <a:pt x="576939" y="5400222"/>
                  </a:lnTo>
                  <a:lnTo>
                    <a:pt x="577047" y="5400222"/>
                  </a:lnTo>
                  <a:lnTo>
                    <a:pt x="577156" y="5400222"/>
                  </a:lnTo>
                  <a:lnTo>
                    <a:pt x="577264" y="5400222"/>
                  </a:lnTo>
                  <a:lnTo>
                    <a:pt x="577373" y="5400222"/>
                  </a:lnTo>
                  <a:lnTo>
                    <a:pt x="577481" y="5400222"/>
                  </a:lnTo>
                  <a:lnTo>
                    <a:pt x="577590" y="5400222"/>
                  </a:lnTo>
                  <a:lnTo>
                    <a:pt x="577698" y="5400222"/>
                  </a:lnTo>
                  <a:lnTo>
                    <a:pt x="577806" y="5400222"/>
                  </a:lnTo>
                  <a:lnTo>
                    <a:pt x="577915" y="5400222"/>
                  </a:lnTo>
                  <a:lnTo>
                    <a:pt x="578023" y="5400222"/>
                  </a:lnTo>
                  <a:lnTo>
                    <a:pt x="578132" y="5400222"/>
                  </a:lnTo>
                  <a:lnTo>
                    <a:pt x="578240" y="5400222"/>
                  </a:lnTo>
                  <a:lnTo>
                    <a:pt x="578349" y="5400222"/>
                  </a:lnTo>
                  <a:lnTo>
                    <a:pt x="578457" y="5400222"/>
                  </a:lnTo>
                  <a:lnTo>
                    <a:pt x="578457" y="5399599"/>
                  </a:lnTo>
                  <a:lnTo>
                    <a:pt x="578566" y="5399599"/>
                  </a:lnTo>
                  <a:lnTo>
                    <a:pt x="578674" y="5399599"/>
                  </a:lnTo>
                  <a:lnTo>
                    <a:pt x="578782" y="5399599"/>
                  </a:lnTo>
                  <a:lnTo>
                    <a:pt x="578891" y="5399599"/>
                  </a:lnTo>
                  <a:lnTo>
                    <a:pt x="578891" y="5398975"/>
                  </a:lnTo>
                  <a:lnTo>
                    <a:pt x="578891" y="5398352"/>
                  </a:lnTo>
                  <a:lnTo>
                    <a:pt x="578999" y="5398352"/>
                  </a:lnTo>
                  <a:lnTo>
                    <a:pt x="579108" y="5398352"/>
                  </a:lnTo>
                  <a:lnTo>
                    <a:pt x="579108" y="5397728"/>
                  </a:lnTo>
                  <a:lnTo>
                    <a:pt x="579216" y="5397728"/>
                  </a:lnTo>
                  <a:lnTo>
                    <a:pt x="579216" y="5397104"/>
                  </a:lnTo>
                  <a:lnTo>
                    <a:pt x="579325" y="5397104"/>
                  </a:lnTo>
                  <a:lnTo>
                    <a:pt x="579433" y="5397104"/>
                  </a:lnTo>
                  <a:lnTo>
                    <a:pt x="579542" y="5397104"/>
                  </a:lnTo>
                  <a:lnTo>
                    <a:pt x="579650" y="5397104"/>
                  </a:lnTo>
                  <a:lnTo>
                    <a:pt x="579758" y="5397104"/>
                  </a:lnTo>
                  <a:lnTo>
                    <a:pt x="579867" y="5397104"/>
                  </a:lnTo>
                  <a:lnTo>
                    <a:pt x="579975" y="5397104"/>
                  </a:lnTo>
                  <a:lnTo>
                    <a:pt x="580084" y="5397104"/>
                  </a:lnTo>
                  <a:lnTo>
                    <a:pt x="580192" y="5397104"/>
                  </a:lnTo>
                  <a:lnTo>
                    <a:pt x="580301" y="5397104"/>
                  </a:lnTo>
                  <a:lnTo>
                    <a:pt x="580409" y="5397104"/>
                  </a:lnTo>
                  <a:lnTo>
                    <a:pt x="580518" y="5397104"/>
                  </a:lnTo>
                  <a:lnTo>
                    <a:pt x="580626" y="5397104"/>
                  </a:lnTo>
                  <a:lnTo>
                    <a:pt x="580626" y="5396481"/>
                  </a:lnTo>
                  <a:lnTo>
                    <a:pt x="580734" y="5396481"/>
                  </a:lnTo>
                  <a:lnTo>
                    <a:pt x="580843" y="5396481"/>
                  </a:lnTo>
                  <a:lnTo>
                    <a:pt x="580843" y="5395857"/>
                  </a:lnTo>
                  <a:lnTo>
                    <a:pt x="580951" y="5395857"/>
                  </a:lnTo>
                  <a:lnTo>
                    <a:pt x="580951" y="5395234"/>
                  </a:lnTo>
                  <a:lnTo>
                    <a:pt x="581060" y="5395234"/>
                  </a:lnTo>
                  <a:lnTo>
                    <a:pt x="581168" y="5395234"/>
                  </a:lnTo>
                  <a:lnTo>
                    <a:pt x="581168" y="5394610"/>
                  </a:lnTo>
                  <a:lnTo>
                    <a:pt x="581277" y="5394610"/>
                  </a:lnTo>
                  <a:lnTo>
                    <a:pt x="581385" y="5394610"/>
                  </a:lnTo>
                  <a:lnTo>
                    <a:pt x="581494" y="5394610"/>
                  </a:lnTo>
                  <a:lnTo>
                    <a:pt x="581602" y="5394610"/>
                  </a:lnTo>
                  <a:lnTo>
                    <a:pt x="581602" y="5393987"/>
                  </a:lnTo>
                  <a:lnTo>
                    <a:pt x="581711" y="5393987"/>
                  </a:lnTo>
                  <a:lnTo>
                    <a:pt x="581819" y="5393987"/>
                  </a:lnTo>
                  <a:lnTo>
                    <a:pt x="581927" y="5393987"/>
                  </a:lnTo>
                  <a:lnTo>
                    <a:pt x="582036" y="5393987"/>
                  </a:lnTo>
                  <a:lnTo>
                    <a:pt x="582036" y="5393363"/>
                  </a:lnTo>
                  <a:lnTo>
                    <a:pt x="582144" y="5393363"/>
                  </a:lnTo>
                  <a:lnTo>
                    <a:pt x="582253" y="5393363"/>
                  </a:lnTo>
                  <a:lnTo>
                    <a:pt x="582361" y="5393363"/>
                  </a:lnTo>
                  <a:lnTo>
                    <a:pt x="582361" y="5392739"/>
                  </a:lnTo>
                  <a:lnTo>
                    <a:pt x="582470" y="5392739"/>
                  </a:lnTo>
                  <a:lnTo>
                    <a:pt x="582578" y="5392739"/>
                  </a:lnTo>
                  <a:lnTo>
                    <a:pt x="582687" y="5392739"/>
                  </a:lnTo>
                  <a:lnTo>
                    <a:pt x="582687" y="5392116"/>
                  </a:lnTo>
                  <a:lnTo>
                    <a:pt x="582795" y="5392116"/>
                  </a:lnTo>
                  <a:lnTo>
                    <a:pt x="582903" y="5392116"/>
                  </a:lnTo>
                  <a:lnTo>
                    <a:pt x="583012" y="5392116"/>
                  </a:lnTo>
                  <a:lnTo>
                    <a:pt x="583120" y="5392116"/>
                  </a:lnTo>
                  <a:lnTo>
                    <a:pt x="583229" y="5392116"/>
                  </a:lnTo>
                  <a:lnTo>
                    <a:pt x="583337" y="5392116"/>
                  </a:lnTo>
                  <a:lnTo>
                    <a:pt x="583446" y="5392116"/>
                  </a:lnTo>
                  <a:lnTo>
                    <a:pt x="583554" y="5392116"/>
                  </a:lnTo>
                  <a:lnTo>
                    <a:pt x="583663" y="5392116"/>
                  </a:lnTo>
                  <a:lnTo>
                    <a:pt x="583663" y="5391492"/>
                  </a:lnTo>
                  <a:lnTo>
                    <a:pt x="583771" y="5391492"/>
                  </a:lnTo>
                  <a:lnTo>
                    <a:pt x="583879" y="5391492"/>
                  </a:lnTo>
                  <a:lnTo>
                    <a:pt x="583988" y="5391492"/>
                  </a:lnTo>
                  <a:lnTo>
                    <a:pt x="584096" y="5391492"/>
                  </a:lnTo>
                  <a:lnTo>
                    <a:pt x="584205" y="5391492"/>
                  </a:lnTo>
                  <a:lnTo>
                    <a:pt x="584313" y="5391492"/>
                  </a:lnTo>
                  <a:lnTo>
                    <a:pt x="584422" y="5391492"/>
                  </a:lnTo>
                  <a:lnTo>
                    <a:pt x="584530" y="5391492"/>
                  </a:lnTo>
                  <a:lnTo>
                    <a:pt x="584639" y="5391492"/>
                  </a:lnTo>
                  <a:lnTo>
                    <a:pt x="584747" y="5391492"/>
                  </a:lnTo>
                  <a:lnTo>
                    <a:pt x="584855" y="5391492"/>
                  </a:lnTo>
                  <a:lnTo>
                    <a:pt x="584855" y="5390869"/>
                  </a:lnTo>
                  <a:lnTo>
                    <a:pt x="584964" y="5390869"/>
                  </a:lnTo>
                  <a:lnTo>
                    <a:pt x="585072" y="5390869"/>
                  </a:lnTo>
                  <a:lnTo>
                    <a:pt x="585181" y="5390869"/>
                  </a:lnTo>
                  <a:lnTo>
                    <a:pt x="585289" y="5390869"/>
                  </a:lnTo>
                  <a:lnTo>
                    <a:pt x="585398" y="5390869"/>
                  </a:lnTo>
                  <a:lnTo>
                    <a:pt x="585506" y="5390869"/>
                  </a:lnTo>
                  <a:lnTo>
                    <a:pt x="585615" y="5390869"/>
                  </a:lnTo>
                  <a:lnTo>
                    <a:pt x="585615" y="5390245"/>
                  </a:lnTo>
                  <a:lnTo>
                    <a:pt x="585723" y="5390245"/>
                  </a:lnTo>
                  <a:lnTo>
                    <a:pt x="585832" y="5390245"/>
                  </a:lnTo>
                  <a:lnTo>
                    <a:pt x="585832" y="5389621"/>
                  </a:lnTo>
                  <a:lnTo>
                    <a:pt x="585940" y="5389621"/>
                  </a:lnTo>
                  <a:lnTo>
                    <a:pt x="586048" y="5389621"/>
                  </a:lnTo>
                  <a:lnTo>
                    <a:pt x="586157" y="5389621"/>
                  </a:lnTo>
                  <a:lnTo>
                    <a:pt x="586265" y="5389621"/>
                  </a:lnTo>
                  <a:lnTo>
                    <a:pt x="586265" y="5388998"/>
                  </a:lnTo>
                  <a:lnTo>
                    <a:pt x="586374" y="5388998"/>
                  </a:lnTo>
                  <a:lnTo>
                    <a:pt x="586374" y="5388374"/>
                  </a:lnTo>
                  <a:lnTo>
                    <a:pt x="586374" y="5387751"/>
                  </a:lnTo>
                  <a:lnTo>
                    <a:pt x="586482" y="5387751"/>
                  </a:lnTo>
                  <a:lnTo>
                    <a:pt x="586591" y="5387751"/>
                  </a:lnTo>
                  <a:lnTo>
                    <a:pt x="586591" y="5387127"/>
                  </a:lnTo>
                  <a:lnTo>
                    <a:pt x="586699" y="5387127"/>
                  </a:lnTo>
                  <a:lnTo>
                    <a:pt x="586699" y="5386504"/>
                  </a:lnTo>
                  <a:lnTo>
                    <a:pt x="586699" y="5385880"/>
                  </a:lnTo>
                  <a:lnTo>
                    <a:pt x="586699" y="5385256"/>
                  </a:lnTo>
                  <a:lnTo>
                    <a:pt x="586808" y="5385256"/>
                  </a:lnTo>
                  <a:lnTo>
                    <a:pt x="586916" y="5385256"/>
                  </a:lnTo>
                  <a:lnTo>
                    <a:pt x="587024" y="5385256"/>
                  </a:lnTo>
                  <a:lnTo>
                    <a:pt x="587024" y="5384633"/>
                  </a:lnTo>
                  <a:lnTo>
                    <a:pt x="587133" y="5384633"/>
                  </a:lnTo>
                  <a:lnTo>
                    <a:pt x="587133" y="5384009"/>
                  </a:lnTo>
                  <a:lnTo>
                    <a:pt x="587133" y="5383386"/>
                  </a:lnTo>
                  <a:lnTo>
                    <a:pt x="587241" y="5383386"/>
                  </a:lnTo>
                  <a:lnTo>
                    <a:pt x="587350" y="5383386"/>
                  </a:lnTo>
                  <a:lnTo>
                    <a:pt x="587458" y="5383386"/>
                  </a:lnTo>
                  <a:lnTo>
                    <a:pt x="587567" y="5383386"/>
                  </a:lnTo>
                  <a:lnTo>
                    <a:pt x="587675" y="5383386"/>
                  </a:lnTo>
                  <a:lnTo>
                    <a:pt x="587784" y="5383386"/>
                  </a:lnTo>
                  <a:lnTo>
                    <a:pt x="587784" y="5382762"/>
                  </a:lnTo>
                  <a:lnTo>
                    <a:pt x="587892" y="5382762"/>
                  </a:lnTo>
                  <a:lnTo>
                    <a:pt x="587892" y="5382138"/>
                  </a:lnTo>
                  <a:lnTo>
                    <a:pt x="588000" y="5382138"/>
                  </a:lnTo>
                  <a:lnTo>
                    <a:pt x="588109" y="5382138"/>
                  </a:lnTo>
                  <a:lnTo>
                    <a:pt x="588217" y="5382138"/>
                  </a:lnTo>
                  <a:lnTo>
                    <a:pt x="588326" y="5382138"/>
                  </a:lnTo>
                  <a:lnTo>
                    <a:pt x="588434" y="5382138"/>
                  </a:lnTo>
                  <a:lnTo>
                    <a:pt x="588543" y="5382138"/>
                  </a:lnTo>
                  <a:lnTo>
                    <a:pt x="588651" y="5382138"/>
                  </a:lnTo>
                  <a:lnTo>
                    <a:pt x="588760" y="5382138"/>
                  </a:lnTo>
                  <a:lnTo>
                    <a:pt x="588868" y="5382138"/>
                  </a:lnTo>
                  <a:lnTo>
                    <a:pt x="588976" y="5382138"/>
                  </a:lnTo>
                  <a:lnTo>
                    <a:pt x="589085" y="5382138"/>
                  </a:lnTo>
                  <a:lnTo>
                    <a:pt x="589193" y="5382138"/>
                  </a:lnTo>
                  <a:lnTo>
                    <a:pt x="589302" y="5382138"/>
                  </a:lnTo>
                  <a:lnTo>
                    <a:pt x="589410" y="5382138"/>
                  </a:lnTo>
                  <a:lnTo>
                    <a:pt x="589519" y="5382138"/>
                  </a:lnTo>
                  <a:lnTo>
                    <a:pt x="589519" y="5381515"/>
                  </a:lnTo>
                  <a:lnTo>
                    <a:pt x="589627" y="5381515"/>
                  </a:lnTo>
                  <a:lnTo>
                    <a:pt x="589736" y="5381515"/>
                  </a:lnTo>
                  <a:lnTo>
                    <a:pt x="589844" y="5381515"/>
                  </a:lnTo>
                  <a:lnTo>
                    <a:pt x="589953" y="5381515"/>
                  </a:lnTo>
                  <a:lnTo>
                    <a:pt x="590061" y="5381515"/>
                  </a:lnTo>
                  <a:lnTo>
                    <a:pt x="590061" y="5380891"/>
                  </a:lnTo>
                  <a:lnTo>
                    <a:pt x="590169" y="5380891"/>
                  </a:lnTo>
                  <a:lnTo>
                    <a:pt x="590278" y="5380891"/>
                  </a:lnTo>
                  <a:lnTo>
                    <a:pt x="590386" y="5380891"/>
                  </a:lnTo>
                  <a:lnTo>
                    <a:pt x="590495" y="5380891"/>
                  </a:lnTo>
                  <a:lnTo>
                    <a:pt x="590603" y="5380891"/>
                  </a:lnTo>
                  <a:lnTo>
                    <a:pt x="590712" y="5380891"/>
                  </a:lnTo>
                  <a:lnTo>
                    <a:pt x="590712" y="5380268"/>
                  </a:lnTo>
                  <a:lnTo>
                    <a:pt x="590820" y="5380268"/>
                  </a:lnTo>
                  <a:lnTo>
                    <a:pt x="590929" y="5380268"/>
                  </a:lnTo>
                  <a:lnTo>
                    <a:pt x="591037" y="5380268"/>
                  </a:lnTo>
                  <a:lnTo>
                    <a:pt x="591145" y="5380268"/>
                  </a:lnTo>
                  <a:lnTo>
                    <a:pt x="591254" y="5380268"/>
                  </a:lnTo>
                  <a:lnTo>
                    <a:pt x="591362" y="5380268"/>
                  </a:lnTo>
                  <a:lnTo>
                    <a:pt x="591471" y="5380268"/>
                  </a:lnTo>
                  <a:lnTo>
                    <a:pt x="591579" y="5380268"/>
                  </a:lnTo>
                  <a:lnTo>
                    <a:pt x="591688" y="5380268"/>
                  </a:lnTo>
                  <a:lnTo>
                    <a:pt x="591796" y="5380268"/>
                  </a:lnTo>
                  <a:lnTo>
                    <a:pt x="591905" y="5380268"/>
                  </a:lnTo>
                  <a:lnTo>
                    <a:pt x="591905" y="5379644"/>
                  </a:lnTo>
                  <a:lnTo>
                    <a:pt x="592013" y="5379644"/>
                  </a:lnTo>
                  <a:lnTo>
                    <a:pt x="592121" y="5379644"/>
                  </a:lnTo>
                  <a:lnTo>
                    <a:pt x="592121" y="5379021"/>
                  </a:lnTo>
                  <a:lnTo>
                    <a:pt x="592230" y="5379021"/>
                  </a:lnTo>
                  <a:lnTo>
                    <a:pt x="592338" y="5379021"/>
                  </a:lnTo>
                  <a:lnTo>
                    <a:pt x="592447" y="5379021"/>
                  </a:lnTo>
                  <a:lnTo>
                    <a:pt x="592555" y="5379021"/>
                  </a:lnTo>
                  <a:lnTo>
                    <a:pt x="592664" y="5379021"/>
                  </a:lnTo>
                  <a:lnTo>
                    <a:pt x="592664" y="5378397"/>
                  </a:lnTo>
                  <a:lnTo>
                    <a:pt x="592664" y="5377773"/>
                  </a:lnTo>
                  <a:lnTo>
                    <a:pt x="592772" y="5377773"/>
                  </a:lnTo>
                  <a:lnTo>
                    <a:pt x="592881" y="5377773"/>
                  </a:lnTo>
                  <a:lnTo>
                    <a:pt x="592989" y="5377773"/>
                  </a:lnTo>
                  <a:lnTo>
                    <a:pt x="592989" y="5377150"/>
                  </a:lnTo>
                  <a:lnTo>
                    <a:pt x="593097" y="5377150"/>
                  </a:lnTo>
                  <a:lnTo>
                    <a:pt x="593097" y="5376526"/>
                  </a:lnTo>
                  <a:lnTo>
                    <a:pt x="593206" y="5376526"/>
                  </a:lnTo>
                  <a:lnTo>
                    <a:pt x="593314" y="5376526"/>
                  </a:lnTo>
                  <a:lnTo>
                    <a:pt x="593423" y="5376526"/>
                  </a:lnTo>
                  <a:lnTo>
                    <a:pt x="593531" y="5376526"/>
                  </a:lnTo>
                  <a:lnTo>
                    <a:pt x="593640" y="5376526"/>
                  </a:lnTo>
                  <a:lnTo>
                    <a:pt x="593748" y="5376526"/>
                  </a:lnTo>
                  <a:lnTo>
                    <a:pt x="593857" y="5376526"/>
                  </a:lnTo>
                  <a:lnTo>
                    <a:pt x="593965" y="5376526"/>
                  </a:lnTo>
                  <a:lnTo>
                    <a:pt x="593965" y="5375903"/>
                  </a:lnTo>
                  <a:lnTo>
                    <a:pt x="593965" y="5375279"/>
                  </a:lnTo>
                  <a:lnTo>
                    <a:pt x="594074" y="5375279"/>
                  </a:lnTo>
                  <a:lnTo>
                    <a:pt x="594182" y="5375279"/>
                  </a:lnTo>
                  <a:lnTo>
                    <a:pt x="594182" y="5374656"/>
                  </a:lnTo>
                  <a:lnTo>
                    <a:pt x="594182" y="5374032"/>
                  </a:lnTo>
                  <a:lnTo>
                    <a:pt x="594290" y="5374032"/>
                  </a:lnTo>
                  <a:lnTo>
                    <a:pt x="594399" y="5374032"/>
                  </a:lnTo>
                  <a:lnTo>
                    <a:pt x="594507" y="5374032"/>
                  </a:lnTo>
                  <a:lnTo>
                    <a:pt x="594616" y="5374032"/>
                  </a:lnTo>
                  <a:lnTo>
                    <a:pt x="594724" y="5374032"/>
                  </a:lnTo>
                  <a:lnTo>
                    <a:pt x="594833" y="5374032"/>
                  </a:lnTo>
                  <a:lnTo>
                    <a:pt x="594833" y="5373408"/>
                  </a:lnTo>
                  <a:lnTo>
                    <a:pt x="594941" y="5373408"/>
                  </a:lnTo>
                  <a:lnTo>
                    <a:pt x="595050" y="5373408"/>
                  </a:lnTo>
                  <a:lnTo>
                    <a:pt x="595158" y="5373408"/>
                  </a:lnTo>
                  <a:lnTo>
                    <a:pt x="595266" y="5373408"/>
                  </a:lnTo>
                  <a:lnTo>
                    <a:pt x="595375" y="5373408"/>
                  </a:lnTo>
                  <a:lnTo>
                    <a:pt x="595375" y="5372785"/>
                  </a:lnTo>
                  <a:lnTo>
                    <a:pt x="595483" y="5372785"/>
                  </a:lnTo>
                  <a:lnTo>
                    <a:pt x="595483" y="5372161"/>
                  </a:lnTo>
                  <a:lnTo>
                    <a:pt x="595592" y="5372161"/>
                  </a:lnTo>
                  <a:lnTo>
                    <a:pt x="595700" y="5372161"/>
                  </a:lnTo>
                  <a:lnTo>
                    <a:pt x="595809" y="5372161"/>
                  </a:lnTo>
                  <a:lnTo>
                    <a:pt x="595917" y="5372161"/>
                  </a:lnTo>
                  <a:lnTo>
                    <a:pt x="596026" y="5372161"/>
                  </a:lnTo>
                  <a:lnTo>
                    <a:pt x="596134" y="5372161"/>
                  </a:lnTo>
                  <a:lnTo>
                    <a:pt x="596134" y="5371538"/>
                  </a:lnTo>
                  <a:lnTo>
                    <a:pt x="596134" y="5370914"/>
                  </a:lnTo>
                  <a:lnTo>
                    <a:pt x="596134" y="5370290"/>
                  </a:lnTo>
                  <a:lnTo>
                    <a:pt x="596242" y="5370290"/>
                  </a:lnTo>
                  <a:lnTo>
                    <a:pt x="596242" y="5369667"/>
                  </a:lnTo>
                  <a:lnTo>
                    <a:pt x="596351" y="5369667"/>
                  </a:lnTo>
                  <a:lnTo>
                    <a:pt x="596351" y="5369043"/>
                  </a:lnTo>
                  <a:lnTo>
                    <a:pt x="596459" y="5369043"/>
                  </a:lnTo>
                  <a:lnTo>
                    <a:pt x="596568" y="5369043"/>
                  </a:lnTo>
                  <a:lnTo>
                    <a:pt x="596676" y="5369043"/>
                  </a:lnTo>
                  <a:lnTo>
                    <a:pt x="596785" y="5369043"/>
                  </a:lnTo>
                  <a:lnTo>
                    <a:pt x="596893" y="5369043"/>
                  </a:lnTo>
                  <a:lnTo>
                    <a:pt x="597002" y="5369043"/>
                  </a:lnTo>
                  <a:lnTo>
                    <a:pt x="597110" y="5369043"/>
                  </a:lnTo>
                  <a:lnTo>
                    <a:pt x="597218" y="5369043"/>
                  </a:lnTo>
                  <a:lnTo>
                    <a:pt x="597327" y="5369043"/>
                  </a:lnTo>
                  <a:lnTo>
                    <a:pt x="597435" y="5369043"/>
                  </a:lnTo>
                  <a:lnTo>
                    <a:pt x="597544" y="5369043"/>
                  </a:lnTo>
                  <a:lnTo>
                    <a:pt x="597544" y="5368420"/>
                  </a:lnTo>
                  <a:lnTo>
                    <a:pt x="597544" y="5367796"/>
                  </a:lnTo>
                  <a:lnTo>
                    <a:pt x="597544" y="5367173"/>
                  </a:lnTo>
                  <a:lnTo>
                    <a:pt x="597544" y="5366549"/>
                  </a:lnTo>
                  <a:lnTo>
                    <a:pt x="597652" y="5366549"/>
                  </a:lnTo>
                  <a:lnTo>
                    <a:pt x="597761" y="5366549"/>
                  </a:lnTo>
                  <a:lnTo>
                    <a:pt x="597869" y="5366549"/>
                  </a:lnTo>
                  <a:lnTo>
                    <a:pt x="597978" y="5366549"/>
                  </a:lnTo>
                  <a:lnTo>
                    <a:pt x="597978" y="5365925"/>
                  </a:lnTo>
                  <a:lnTo>
                    <a:pt x="598086" y="5365925"/>
                  </a:lnTo>
                  <a:lnTo>
                    <a:pt x="598194" y="5365925"/>
                  </a:lnTo>
                  <a:lnTo>
                    <a:pt x="598303" y="5365925"/>
                  </a:lnTo>
                  <a:lnTo>
                    <a:pt x="598411" y="5365925"/>
                  </a:lnTo>
                  <a:lnTo>
                    <a:pt x="598520" y="5365925"/>
                  </a:lnTo>
                  <a:lnTo>
                    <a:pt x="598520" y="5365302"/>
                  </a:lnTo>
                  <a:lnTo>
                    <a:pt x="598628" y="5365302"/>
                  </a:lnTo>
                  <a:lnTo>
                    <a:pt x="598737" y="5365302"/>
                  </a:lnTo>
                  <a:lnTo>
                    <a:pt x="598845" y="5365302"/>
                  </a:lnTo>
                  <a:lnTo>
                    <a:pt x="598954" y="5365302"/>
                  </a:lnTo>
                  <a:lnTo>
                    <a:pt x="599062" y="5365302"/>
                  </a:lnTo>
                  <a:lnTo>
                    <a:pt x="599171" y="5365302"/>
                  </a:lnTo>
                  <a:lnTo>
                    <a:pt x="599279" y="5365302"/>
                  </a:lnTo>
                  <a:lnTo>
                    <a:pt x="599387" y="5365302"/>
                  </a:lnTo>
                  <a:lnTo>
                    <a:pt x="599496" y="5365302"/>
                  </a:lnTo>
                  <a:lnTo>
                    <a:pt x="599604" y="5365302"/>
                  </a:lnTo>
                  <a:lnTo>
                    <a:pt x="599713" y="5365302"/>
                  </a:lnTo>
                  <a:lnTo>
                    <a:pt x="599713" y="5364678"/>
                  </a:lnTo>
                  <a:lnTo>
                    <a:pt x="599821" y="5364678"/>
                  </a:lnTo>
                  <a:lnTo>
                    <a:pt x="599930" y="5364678"/>
                  </a:lnTo>
                  <a:lnTo>
                    <a:pt x="600038" y="5364678"/>
                  </a:lnTo>
                  <a:lnTo>
                    <a:pt x="600147" y="5364678"/>
                  </a:lnTo>
                  <a:lnTo>
                    <a:pt x="600147" y="5364055"/>
                  </a:lnTo>
                  <a:lnTo>
                    <a:pt x="600147" y="5363431"/>
                  </a:lnTo>
                  <a:lnTo>
                    <a:pt x="600255" y="5363431"/>
                  </a:lnTo>
                  <a:lnTo>
                    <a:pt x="600255" y="5362807"/>
                  </a:lnTo>
                  <a:lnTo>
                    <a:pt x="600363" y="5362807"/>
                  </a:lnTo>
                  <a:lnTo>
                    <a:pt x="600472" y="5362807"/>
                  </a:lnTo>
                  <a:lnTo>
                    <a:pt x="600580" y="5362807"/>
                  </a:lnTo>
                  <a:lnTo>
                    <a:pt x="600580" y="5362184"/>
                  </a:lnTo>
                  <a:lnTo>
                    <a:pt x="600689" y="5362184"/>
                  </a:lnTo>
                  <a:lnTo>
                    <a:pt x="600797" y="5362184"/>
                  </a:lnTo>
                  <a:lnTo>
                    <a:pt x="600797" y="5361560"/>
                  </a:lnTo>
                  <a:lnTo>
                    <a:pt x="600906" y="5361560"/>
                  </a:lnTo>
                  <a:lnTo>
                    <a:pt x="600906" y="5360937"/>
                  </a:lnTo>
                  <a:lnTo>
                    <a:pt x="601014" y="5360937"/>
                  </a:lnTo>
                  <a:lnTo>
                    <a:pt x="601014" y="5360313"/>
                  </a:lnTo>
                  <a:lnTo>
                    <a:pt x="601123" y="5360313"/>
                  </a:lnTo>
                  <a:lnTo>
                    <a:pt x="601231" y="5360313"/>
                  </a:lnTo>
                  <a:lnTo>
                    <a:pt x="601231" y="5359690"/>
                  </a:lnTo>
                  <a:lnTo>
                    <a:pt x="601231" y="5359066"/>
                  </a:lnTo>
                  <a:lnTo>
                    <a:pt x="601339" y="5359066"/>
                  </a:lnTo>
                  <a:lnTo>
                    <a:pt x="601448" y="5359066"/>
                  </a:lnTo>
                  <a:lnTo>
                    <a:pt x="601556" y="5359066"/>
                  </a:lnTo>
                  <a:lnTo>
                    <a:pt x="601665" y="5359066"/>
                  </a:lnTo>
                  <a:lnTo>
                    <a:pt x="601773" y="5359066"/>
                  </a:lnTo>
                  <a:lnTo>
                    <a:pt x="601882" y="5359066"/>
                  </a:lnTo>
                  <a:lnTo>
                    <a:pt x="601882" y="5358442"/>
                  </a:lnTo>
                  <a:lnTo>
                    <a:pt x="601882" y="5357819"/>
                  </a:lnTo>
                  <a:lnTo>
                    <a:pt x="601990" y="5357819"/>
                  </a:lnTo>
                  <a:lnTo>
                    <a:pt x="602099" y="5357819"/>
                  </a:lnTo>
                  <a:lnTo>
                    <a:pt x="602207" y="5357819"/>
                  </a:lnTo>
                  <a:lnTo>
                    <a:pt x="602315" y="5357819"/>
                  </a:lnTo>
                  <a:lnTo>
                    <a:pt x="602424" y="5357819"/>
                  </a:lnTo>
                  <a:lnTo>
                    <a:pt x="602424" y="5357195"/>
                  </a:lnTo>
                  <a:lnTo>
                    <a:pt x="602532" y="5357195"/>
                  </a:lnTo>
                  <a:lnTo>
                    <a:pt x="602641" y="5357195"/>
                  </a:lnTo>
                  <a:lnTo>
                    <a:pt x="602749" y="5357195"/>
                  </a:lnTo>
                  <a:lnTo>
                    <a:pt x="602749" y="5356572"/>
                  </a:lnTo>
                  <a:lnTo>
                    <a:pt x="602858" y="5356572"/>
                  </a:lnTo>
                  <a:lnTo>
                    <a:pt x="602966" y="5356572"/>
                  </a:lnTo>
                  <a:lnTo>
                    <a:pt x="603075" y="5356572"/>
                  </a:lnTo>
                  <a:lnTo>
                    <a:pt x="603183" y="5356572"/>
                  </a:lnTo>
                  <a:lnTo>
                    <a:pt x="603292" y="5356572"/>
                  </a:lnTo>
                  <a:lnTo>
                    <a:pt x="603292" y="5355948"/>
                  </a:lnTo>
                  <a:lnTo>
                    <a:pt x="603292" y="5355324"/>
                  </a:lnTo>
                  <a:lnTo>
                    <a:pt x="603400" y="5355324"/>
                  </a:lnTo>
                  <a:lnTo>
                    <a:pt x="603508" y="5355324"/>
                  </a:lnTo>
                  <a:lnTo>
                    <a:pt x="603508" y="5354701"/>
                  </a:lnTo>
                  <a:lnTo>
                    <a:pt x="603617" y="5354701"/>
                  </a:lnTo>
                  <a:lnTo>
                    <a:pt x="603725" y="5354701"/>
                  </a:lnTo>
                  <a:lnTo>
                    <a:pt x="603834" y="5354701"/>
                  </a:lnTo>
                  <a:lnTo>
                    <a:pt x="603834" y="5354077"/>
                  </a:lnTo>
                  <a:lnTo>
                    <a:pt x="603942" y="5354077"/>
                  </a:lnTo>
                  <a:lnTo>
                    <a:pt x="604051" y="5354077"/>
                  </a:lnTo>
                  <a:lnTo>
                    <a:pt x="604159" y="5354077"/>
                  </a:lnTo>
                  <a:lnTo>
                    <a:pt x="604268" y="5354077"/>
                  </a:lnTo>
                  <a:lnTo>
                    <a:pt x="604376" y="5354077"/>
                  </a:lnTo>
                  <a:lnTo>
                    <a:pt x="604484" y="5354077"/>
                  </a:lnTo>
                  <a:lnTo>
                    <a:pt x="604484" y="5353454"/>
                  </a:lnTo>
                  <a:lnTo>
                    <a:pt x="604484" y="5352830"/>
                  </a:lnTo>
                  <a:lnTo>
                    <a:pt x="604593" y="5352830"/>
                  </a:lnTo>
                  <a:lnTo>
                    <a:pt x="604593" y="5352207"/>
                  </a:lnTo>
                  <a:lnTo>
                    <a:pt x="604701" y="5352207"/>
                  </a:lnTo>
                  <a:lnTo>
                    <a:pt x="604701" y="5351583"/>
                  </a:lnTo>
                  <a:lnTo>
                    <a:pt x="604810" y="5351583"/>
                  </a:lnTo>
                  <a:lnTo>
                    <a:pt x="604918" y="5351583"/>
                  </a:lnTo>
                  <a:lnTo>
                    <a:pt x="605027" y="5351583"/>
                  </a:lnTo>
                  <a:lnTo>
                    <a:pt x="605135" y="5351583"/>
                  </a:lnTo>
                  <a:lnTo>
                    <a:pt x="605244" y="5351583"/>
                  </a:lnTo>
                  <a:lnTo>
                    <a:pt x="605244" y="5350959"/>
                  </a:lnTo>
                  <a:lnTo>
                    <a:pt x="605244" y="5350336"/>
                  </a:lnTo>
                  <a:lnTo>
                    <a:pt x="605352" y="5350336"/>
                  </a:lnTo>
                  <a:lnTo>
                    <a:pt x="605460" y="5350336"/>
                  </a:lnTo>
                  <a:lnTo>
                    <a:pt x="605569" y="5350336"/>
                  </a:lnTo>
                  <a:lnTo>
                    <a:pt x="605677" y="5350336"/>
                  </a:lnTo>
                  <a:lnTo>
                    <a:pt x="605786" y="5350336"/>
                  </a:lnTo>
                  <a:lnTo>
                    <a:pt x="605894" y="5350336"/>
                  </a:lnTo>
                  <a:lnTo>
                    <a:pt x="606003" y="5350336"/>
                  </a:lnTo>
                  <a:lnTo>
                    <a:pt x="606111" y="5350336"/>
                  </a:lnTo>
                  <a:lnTo>
                    <a:pt x="606220" y="5350336"/>
                  </a:lnTo>
                  <a:lnTo>
                    <a:pt x="606328" y="5350336"/>
                  </a:lnTo>
                  <a:lnTo>
                    <a:pt x="606436" y="5350336"/>
                  </a:lnTo>
                  <a:lnTo>
                    <a:pt x="606545" y="5350336"/>
                  </a:lnTo>
                  <a:lnTo>
                    <a:pt x="606653" y="5350336"/>
                  </a:lnTo>
                  <a:lnTo>
                    <a:pt x="606762" y="5350336"/>
                  </a:lnTo>
                  <a:lnTo>
                    <a:pt x="606762" y="5349712"/>
                  </a:lnTo>
                  <a:lnTo>
                    <a:pt x="606870" y="5349712"/>
                  </a:lnTo>
                  <a:lnTo>
                    <a:pt x="606979" y="5349712"/>
                  </a:lnTo>
                  <a:lnTo>
                    <a:pt x="607087" y="5349712"/>
                  </a:lnTo>
                  <a:lnTo>
                    <a:pt x="607196" y="5349712"/>
                  </a:lnTo>
                  <a:lnTo>
                    <a:pt x="607304" y="5349712"/>
                  </a:lnTo>
                  <a:lnTo>
                    <a:pt x="607304" y="5349089"/>
                  </a:lnTo>
                  <a:lnTo>
                    <a:pt x="607413" y="5349089"/>
                  </a:lnTo>
                  <a:lnTo>
                    <a:pt x="607521" y="5349089"/>
                  </a:lnTo>
                  <a:lnTo>
                    <a:pt x="607629" y="5349089"/>
                  </a:lnTo>
                  <a:lnTo>
                    <a:pt x="607738" y="5349089"/>
                  </a:lnTo>
                  <a:lnTo>
                    <a:pt x="607846" y="5349089"/>
                  </a:lnTo>
                  <a:lnTo>
                    <a:pt x="607955" y="5349089"/>
                  </a:lnTo>
                  <a:lnTo>
                    <a:pt x="608063" y="5349089"/>
                  </a:lnTo>
                  <a:lnTo>
                    <a:pt x="608172" y="5349089"/>
                  </a:lnTo>
                  <a:lnTo>
                    <a:pt x="608280" y="5349089"/>
                  </a:lnTo>
                  <a:lnTo>
                    <a:pt x="608389" y="5349089"/>
                  </a:lnTo>
                  <a:lnTo>
                    <a:pt x="608497" y="5349089"/>
                  </a:lnTo>
                  <a:lnTo>
                    <a:pt x="608497" y="5348465"/>
                  </a:lnTo>
                  <a:lnTo>
                    <a:pt x="608605" y="5348465"/>
                  </a:lnTo>
                  <a:lnTo>
                    <a:pt x="608714" y="5348465"/>
                  </a:lnTo>
                  <a:lnTo>
                    <a:pt x="608822" y="5348465"/>
                  </a:lnTo>
                  <a:lnTo>
                    <a:pt x="608822" y="5347841"/>
                  </a:lnTo>
                  <a:lnTo>
                    <a:pt x="608931" y="5347841"/>
                  </a:lnTo>
                  <a:lnTo>
                    <a:pt x="609039" y="5347841"/>
                  </a:lnTo>
                  <a:lnTo>
                    <a:pt x="609148" y="5347841"/>
                  </a:lnTo>
                  <a:lnTo>
                    <a:pt x="609256" y="5347841"/>
                  </a:lnTo>
                  <a:lnTo>
                    <a:pt x="609365" y="5347841"/>
                  </a:lnTo>
                  <a:lnTo>
                    <a:pt x="609473" y="5347841"/>
                  </a:lnTo>
                  <a:lnTo>
                    <a:pt x="609581" y="5347841"/>
                  </a:lnTo>
                  <a:lnTo>
                    <a:pt x="609690" y="5347841"/>
                  </a:lnTo>
                  <a:lnTo>
                    <a:pt x="609798" y="5347841"/>
                  </a:lnTo>
                  <a:lnTo>
                    <a:pt x="609798" y="5347218"/>
                  </a:lnTo>
                  <a:lnTo>
                    <a:pt x="609907" y="5347218"/>
                  </a:lnTo>
                  <a:lnTo>
                    <a:pt x="609907" y="5346594"/>
                  </a:lnTo>
                  <a:lnTo>
                    <a:pt x="609907" y="5345971"/>
                  </a:lnTo>
                  <a:lnTo>
                    <a:pt x="610015" y="5345971"/>
                  </a:lnTo>
                  <a:lnTo>
                    <a:pt x="610015" y="5345347"/>
                  </a:lnTo>
                  <a:lnTo>
                    <a:pt x="610124" y="5345347"/>
                  </a:lnTo>
                  <a:lnTo>
                    <a:pt x="610124" y="5344724"/>
                  </a:lnTo>
                  <a:lnTo>
                    <a:pt x="610124" y="5344100"/>
                  </a:lnTo>
                  <a:lnTo>
                    <a:pt x="610124" y="5343476"/>
                  </a:lnTo>
                  <a:lnTo>
                    <a:pt x="610232" y="5343476"/>
                  </a:lnTo>
                  <a:lnTo>
                    <a:pt x="610341" y="5343476"/>
                  </a:lnTo>
                  <a:lnTo>
                    <a:pt x="610449" y="5343476"/>
                  </a:lnTo>
                  <a:lnTo>
                    <a:pt x="610557" y="5343476"/>
                  </a:lnTo>
                  <a:lnTo>
                    <a:pt x="610557" y="5342853"/>
                  </a:lnTo>
                  <a:lnTo>
                    <a:pt x="610666" y="5342853"/>
                  </a:lnTo>
                  <a:lnTo>
                    <a:pt x="610774" y="5342853"/>
                  </a:lnTo>
                  <a:lnTo>
                    <a:pt x="610883" y="5342853"/>
                  </a:lnTo>
                  <a:lnTo>
                    <a:pt x="610991" y="5342853"/>
                  </a:lnTo>
                  <a:lnTo>
                    <a:pt x="611100" y="5342853"/>
                  </a:lnTo>
                  <a:lnTo>
                    <a:pt x="611208" y="5342853"/>
                  </a:lnTo>
                  <a:lnTo>
                    <a:pt x="611208" y="5342229"/>
                  </a:lnTo>
                  <a:lnTo>
                    <a:pt x="611208" y="5341606"/>
                  </a:lnTo>
                  <a:lnTo>
                    <a:pt x="611317" y="5341606"/>
                  </a:lnTo>
                  <a:lnTo>
                    <a:pt x="611425" y="5341606"/>
                  </a:lnTo>
                  <a:lnTo>
                    <a:pt x="611425" y="5340982"/>
                  </a:lnTo>
                  <a:lnTo>
                    <a:pt x="611534" y="5340982"/>
                  </a:lnTo>
                  <a:lnTo>
                    <a:pt x="611642" y="5340982"/>
                  </a:lnTo>
                  <a:lnTo>
                    <a:pt x="611750" y="5340982"/>
                  </a:lnTo>
                  <a:lnTo>
                    <a:pt x="611750" y="5340358"/>
                  </a:lnTo>
                  <a:lnTo>
                    <a:pt x="611859" y="5340358"/>
                  </a:lnTo>
                  <a:lnTo>
                    <a:pt x="611859" y="5339735"/>
                  </a:lnTo>
                  <a:lnTo>
                    <a:pt x="611967" y="5339735"/>
                  </a:lnTo>
                  <a:lnTo>
                    <a:pt x="612076" y="5339735"/>
                  </a:lnTo>
                  <a:lnTo>
                    <a:pt x="612184" y="5339735"/>
                  </a:lnTo>
                  <a:lnTo>
                    <a:pt x="612293" y="5339735"/>
                  </a:lnTo>
                  <a:lnTo>
                    <a:pt x="612401" y="5339735"/>
                  </a:lnTo>
                  <a:lnTo>
                    <a:pt x="612401" y="5339111"/>
                  </a:lnTo>
                  <a:lnTo>
                    <a:pt x="612510" y="5339111"/>
                  </a:lnTo>
                  <a:lnTo>
                    <a:pt x="612618" y="5339111"/>
                  </a:lnTo>
                  <a:lnTo>
                    <a:pt x="612726" y="5339111"/>
                  </a:lnTo>
                  <a:lnTo>
                    <a:pt x="612835" y="5339111"/>
                  </a:lnTo>
                  <a:lnTo>
                    <a:pt x="612943" y="5339111"/>
                  </a:lnTo>
                  <a:lnTo>
                    <a:pt x="612943" y="5338488"/>
                  </a:lnTo>
                  <a:lnTo>
                    <a:pt x="613052" y="5338488"/>
                  </a:lnTo>
                  <a:lnTo>
                    <a:pt x="613160" y="5338488"/>
                  </a:lnTo>
                  <a:lnTo>
                    <a:pt x="613269" y="5338488"/>
                  </a:lnTo>
                  <a:lnTo>
                    <a:pt x="613377" y="5338488"/>
                  </a:lnTo>
                  <a:lnTo>
                    <a:pt x="613486" y="5338488"/>
                  </a:lnTo>
                  <a:lnTo>
                    <a:pt x="613594" y="5338488"/>
                  </a:lnTo>
                  <a:lnTo>
                    <a:pt x="613702" y="5338488"/>
                  </a:lnTo>
                  <a:lnTo>
                    <a:pt x="613811" y="5338488"/>
                  </a:lnTo>
                  <a:lnTo>
                    <a:pt x="613919" y="5338488"/>
                  </a:lnTo>
                  <a:lnTo>
                    <a:pt x="614028" y="5338488"/>
                  </a:lnTo>
                  <a:lnTo>
                    <a:pt x="614136" y="5338488"/>
                  </a:lnTo>
                  <a:lnTo>
                    <a:pt x="614136" y="5337864"/>
                  </a:lnTo>
                  <a:lnTo>
                    <a:pt x="614136" y="5337241"/>
                  </a:lnTo>
                  <a:lnTo>
                    <a:pt x="614136" y="5336617"/>
                  </a:lnTo>
                  <a:lnTo>
                    <a:pt x="614245" y="5336617"/>
                  </a:lnTo>
                  <a:lnTo>
                    <a:pt x="614245" y="5335993"/>
                  </a:lnTo>
                  <a:lnTo>
                    <a:pt x="614245" y="5335370"/>
                  </a:lnTo>
                  <a:lnTo>
                    <a:pt x="614353" y="5335370"/>
                  </a:lnTo>
                  <a:lnTo>
                    <a:pt x="614462" y="5335370"/>
                  </a:lnTo>
                  <a:lnTo>
                    <a:pt x="614570" y="5335370"/>
                  </a:lnTo>
                  <a:lnTo>
                    <a:pt x="614678" y="5335370"/>
                  </a:lnTo>
                  <a:lnTo>
                    <a:pt x="614678" y="5334746"/>
                  </a:lnTo>
                  <a:lnTo>
                    <a:pt x="614678" y="5334123"/>
                  </a:lnTo>
                  <a:lnTo>
                    <a:pt x="614787" y="5334123"/>
                  </a:lnTo>
                  <a:lnTo>
                    <a:pt x="614895" y="5334123"/>
                  </a:lnTo>
                  <a:lnTo>
                    <a:pt x="615004" y="5334123"/>
                  </a:lnTo>
                  <a:lnTo>
                    <a:pt x="615004" y="5333499"/>
                  </a:lnTo>
                  <a:lnTo>
                    <a:pt x="615112" y="5333499"/>
                  </a:lnTo>
                  <a:lnTo>
                    <a:pt x="615221" y="5333499"/>
                  </a:lnTo>
                  <a:lnTo>
                    <a:pt x="615221" y="5332875"/>
                  </a:lnTo>
                  <a:lnTo>
                    <a:pt x="615329" y="5332875"/>
                  </a:lnTo>
                  <a:lnTo>
                    <a:pt x="615438" y="5332875"/>
                  </a:lnTo>
                  <a:lnTo>
                    <a:pt x="615438" y="5332252"/>
                  </a:lnTo>
                  <a:lnTo>
                    <a:pt x="615546" y="5332252"/>
                  </a:lnTo>
                  <a:lnTo>
                    <a:pt x="615655" y="5332252"/>
                  </a:lnTo>
                  <a:lnTo>
                    <a:pt x="615763" y="5332252"/>
                  </a:lnTo>
                  <a:lnTo>
                    <a:pt x="615871" y="5332252"/>
                  </a:lnTo>
                  <a:lnTo>
                    <a:pt x="615871" y="5331628"/>
                  </a:lnTo>
                  <a:lnTo>
                    <a:pt x="615980" y="5331628"/>
                  </a:lnTo>
                  <a:lnTo>
                    <a:pt x="616088" y="5331628"/>
                  </a:lnTo>
                  <a:lnTo>
                    <a:pt x="616197" y="5331628"/>
                  </a:lnTo>
                  <a:lnTo>
                    <a:pt x="616305" y="5331628"/>
                  </a:lnTo>
                  <a:lnTo>
                    <a:pt x="616305" y="5331005"/>
                  </a:lnTo>
                  <a:lnTo>
                    <a:pt x="616414" y="5331005"/>
                  </a:lnTo>
                  <a:lnTo>
                    <a:pt x="616522" y="5331005"/>
                  </a:lnTo>
                  <a:lnTo>
                    <a:pt x="616522" y="5330381"/>
                  </a:lnTo>
                  <a:lnTo>
                    <a:pt x="616631" y="5330381"/>
                  </a:lnTo>
                  <a:lnTo>
                    <a:pt x="616739" y="5330381"/>
                  </a:lnTo>
                  <a:lnTo>
                    <a:pt x="616847" y="5330381"/>
                  </a:lnTo>
                  <a:lnTo>
                    <a:pt x="616956" y="5330381"/>
                  </a:lnTo>
                  <a:lnTo>
                    <a:pt x="617064" y="5330381"/>
                  </a:lnTo>
                  <a:lnTo>
                    <a:pt x="617173" y="5330381"/>
                  </a:lnTo>
                  <a:lnTo>
                    <a:pt x="617281" y="5330381"/>
                  </a:lnTo>
                  <a:lnTo>
                    <a:pt x="617281" y="5329758"/>
                  </a:lnTo>
                  <a:lnTo>
                    <a:pt x="617390" y="5329758"/>
                  </a:lnTo>
                  <a:lnTo>
                    <a:pt x="617498" y="5329758"/>
                  </a:lnTo>
                  <a:lnTo>
                    <a:pt x="617607" y="5329758"/>
                  </a:lnTo>
                  <a:lnTo>
                    <a:pt x="617715" y="5329758"/>
                  </a:lnTo>
                  <a:lnTo>
                    <a:pt x="617823" y="5329758"/>
                  </a:lnTo>
                  <a:lnTo>
                    <a:pt x="617823" y="5329134"/>
                  </a:lnTo>
                  <a:lnTo>
                    <a:pt x="617932" y="5329134"/>
                  </a:lnTo>
                  <a:lnTo>
                    <a:pt x="618040" y="5329134"/>
                  </a:lnTo>
                  <a:lnTo>
                    <a:pt x="618149" y="5329134"/>
                  </a:lnTo>
                  <a:lnTo>
                    <a:pt x="618257" y="5329134"/>
                  </a:lnTo>
                  <a:lnTo>
                    <a:pt x="618366" y="5329134"/>
                  </a:lnTo>
                  <a:lnTo>
                    <a:pt x="618366" y="5328510"/>
                  </a:lnTo>
                  <a:lnTo>
                    <a:pt x="618474" y="5328510"/>
                  </a:lnTo>
                  <a:lnTo>
                    <a:pt x="618474" y="5327887"/>
                  </a:lnTo>
                  <a:lnTo>
                    <a:pt x="618474" y="5327263"/>
                  </a:lnTo>
                  <a:lnTo>
                    <a:pt x="618583" y="5327263"/>
                  </a:lnTo>
                  <a:lnTo>
                    <a:pt x="618691" y="5327263"/>
                  </a:lnTo>
                  <a:lnTo>
                    <a:pt x="618799" y="5327263"/>
                  </a:lnTo>
                  <a:lnTo>
                    <a:pt x="618908" y="5327263"/>
                  </a:lnTo>
                  <a:lnTo>
                    <a:pt x="619016" y="5327263"/>
                  </a:lnTo>
                  <a:lnTo>
                    <a:pt x="619125" y="5327263"/>
                  </a:lnTo>
                  <a:lnTo>
                    <a:pt x="619233" y="5327263"/>
                  </a:lnTo>
                  <a:lnTo>
                    <a:pt x="619233" y="5326640"/>
                  </a:lnTo>
                  <a:lnTo>
                    <a:pt x="619342" y="5326640"/>
                  </a:lnTo>
                  <a:lnTo>
                    <a:pt x="619450" y="5326640"/>
                  </a:lnTo>
                  <a:lnTo>
                    <a:pt x="619559" y="5326640"/>
                  </a:lnTo>
                  <a:lnTo>
                    <a:pt x="619667" y="5326640"/>
                  </a:lnTo>
                  <a:lnTo>
                    <a:pt x="619775" y="5326640"/>
                  </a:lnTo>
                  <a:lnTo>
                    <a:pt x="619884" y="5326640"/>
                  </a:lnTo>
                  <a:lnTo>
                    <a:pt x="619992" y="5326640"/>
                  </a:lnTo>
                  <a:lnTo>
                    <a:pt x="620101" y="5326640"/>
                  </a:lnTo>
                  <a:lnTo>
                    <a:pt x="620209" y="5326640"/>
                  </a:lnTo>
                  <a:lnTo>
                    <a:pt x="620318" y="5326640"/>
                  </a:lnTo>
                  <a:lnTo>
                    <a:pt x="620318" y="5326016"/>
                  </a:lnTo>
                  <a:lnTo>
                    <a:pt x="620426" y="5326016"/>
                  </a:lnTo>
                  <a:lnTo>
                    <a:pt x="620426" y="5325393"/>
                  </a:lnTo>
                  <a:lnTo>
                    <a:pt x="620535" y="5325393"/>
                  </a:lnTo>
                  <a:lnTo>
                    <a:pt x="620535" y="5324769"/>
                  </a:lnTo>
                  <a:lnTo>
                    <a:pt x="620535" y="5324145"/>
                  </a:lnTo>
                  <a:lnTo>
                    <a:pt x="620643" y="5324145"/>
                  </a:lnTo>
                  <a:lnTo>
                    <a:pt x="620643" y="5323522"/>
                  </a:lnTo>
                  <a:lnTo>
                    <a:pt x="620643" y="5322898"/>
                  </a:lnTo>
                  <a:lnTo>
                    <a:pt x="620752" y="5322898"/>
                  </a:lnTo>
                  <a:lnTo>
                    <a:pt x="620860" y="5322898"/>
                  </a:lnTo>
                  <a:lnTo>
                    <a:pt x="620968" y="5322898"/>
                  </a:lnTo>
                  <a:lnTo>
                    <a:pt x="621077" y="5322898"/>
                  </a:lnTo>
                  <a:lnTo>
                    <a:pt x="621077" y="5322275"/>
                  </a:lnTo>
                  <a:lnTo>
                    <a:pt x="621185" y="5322275"/>
                  </a:lnTo>
                  <a:lnTo>
                    <a:pt x="621294" y="5322275"/>
                  </a:lnTo>
                  <a:lnTo>
                    <a:pt x="621402" y="5322275"/>
                  </a:lnTo>
                  <a:lnTo>
                    <a:pt x="621511" y="5322275"/>
                  </a:lnTo>
                  <a:lnTo>
                    <a:pt x="621619" y="5322275"/>
                  </a:lnTo>
                  <a:lnTo>
                    <a:pt x="621728" y="5322275"/>
                  </a:lnTo>
                  <a:lnTo>
                    <a:pt x="621836" y="5322275"/>
                  </a:lnTo>
                  <a:lnTo>
                    <a:pt x="621944" y="5322275"/>
                  </a:lnTo>
                  <a:lnTo>
                    <a:pt x="622053" y="5322275"/>
                  </a:lnTo>
                  <a:lnTo>
                    <a:pt x="622161" y="5322275"/>
                  </a:lnTo>
                  <a:lnTo>
                    <a:pt x="622270" y="5322275"/>
                  </a:lnTo>
                  <a:lnTo>
                    <a:pt x="622378" y="5322275"/>
                  </a:lnTo>
                  <a:lnTo>
                    <a:pt x="622378" y="5321651"/>
                  </a:lnTo>
                  <a:lnTo>
                    <a:pt x="622487" y="5321651"/>
                  </a:lnTo>
                  <a:lnTo>
                    <a:pt x="622487" y="5321027"/>
                  </a:lnTo>
                  <a:lnTo>
                    <a:pt x="622595" y="5321027"/>
                  </a:lnTo>
                  <a:lnTo>
                    <a:pt x="622704" y="5321027"/>
                  </a:lnTo>
                  <a:lnTo>
                    <a:pt x="622812" y="5321027"/>
                  </a:lnTo>
                  <a:lnTo>
                    <a:pt x="622920" y="5321027"/>
                  </a:lnTo>
                  <a:lnTo>
                    <a:pt x="623029" y="5321027"/>
                  </a:lnTo>
                  <a:lnTo>
                    <a:pt x="623029" y="5320404"/>
                  </a:lnTo>
                  <a:lnTo>
                    <a:pt x="623137" y="5320404"/>
                  </a:lnTo>
                  <a:lnTo>
                    <a:pt x="623137" y="5319780"/>
                  </a:lnTo>
                  <a:lnTo>
                    <a:pt x="623246" y="5319780"/>
                  </a:lnTo>
                  <a:lnTo>
                    <a:pt x="623354" y="5319780"/>
                  </a:lnTo>
                  <a:lnTo>
                    <a:pt x="623354" y="5319157"/>
                  </a:lnTo>
                  <a:lnTo>
                    <a:pt x="623463" y="5319157"/>
                  </a:lnTo>
                  <a:lnTo>
                    <a:pt x="623571" y="5319157"/>
                  </a:lnTo>
                  <a:lnTo>
                    <a:pt x="623680" y="5319157"/>
                  </a:lnTo>
                  <a:lnTo>
                    <a:pt x="623788" y="5319157"/>
                  </a:lnTo>
                  <a:lnTo>
                    <a:pt x="623896" y="5319157"/>
                  </a:lnTo>
                  <a:lnTo>
                    <a:pt x="623896" y="5318533"/>
                  </a:lnTo>
                  <a:lnTo>
                    <a:pt x="624005" y="5318533"/>
                  </a:lnTo>
                  <a:lnTo>
                    <a:pt x="624113" y="5318533"/>
                  </a:lnTo>
                  <a:lnTo>
                    <a:pt x="624222" y="5318533"/>
                  </a:lnTo>
                  <a:lnTo>
                    <a:pt x="624330" y="5318533"/>
                  </a:lnTo>
                  <a:lnTo>
                    <a:pt x="624330" y="5317910"/>
                  </a:lnTo>
                  <a:lnTo>
                    <a:pt x="624439" y="5317910"/>
                  </a:lnTo>
                  <a:lnTo>
                    <a:pt x="624547" y="5317910"/>
                  </a:lnTo>
                  <a:lnTo>
                    <a:pt x="624656" y="5317910"/>
                  </a:lnTo>
                  <a:lnTo>
                    <a:pt x="624764" y="5317910"/>
                  </a:lnTo>
                  <a:lnTo>
                    <a:pt x="624873" y="5317910"/>
                  </a:lnTo>
                  <a:lnTo>
                    <a:pt x="624981" y="5317910"/>
                  </a:lnTo>
                  <a:lnTo>
                    <a:pt x="625089" y="5317910"/>
                  </a:lnTo>
                  <a:lnTo>
                    <a:pt x="625198" y="5317910"/>
                  </a:lnTo>
                  <a:lnTo>
                    <a:pt x="625306" y="5317910"/>
                  </a:lnTo>
                  <a:lnTo>
                    <a:pt x="625415" y="5317910"/>
                  </a:lnTo>
                  <a:lnTo>
                    <a:pt x="625523" y="5317910"/>
                  </a:lnTo>
                  <a:lnTo>
                    <a:pt x="625523" y="5317286"/>
                  </a:lnTo>
                  <a:lnTo>
                    <a:pt x="625523" y="5316662"/>
                  </a:lnTo>
                  <a:lnTo>
                    <a:pt x="625632" y="5316662"/>
                  </a:lnTo>
                  <a:lnTo>
                    <a:pt x="625740" y="5316662"/>
                  </a:lnTo>
                  <a:lnTo>
                    <a:pt x="625849" y="5316662"/>
                  </a:lnTo>
                  <a:lnTo>
                    <a:pt x="625957" y="5316662"/>
                  </a:lnTo>
                  <a:lnTo>
                    <a:pt x="626065" y="5316662"/>
                  </a:lnTo>
                  <a:lnTo>
                    <a:pt x="626174" y="5316662"/>
                  </a:lnTo>
                  <a:lnTo>
                    <a:pt x="626282" y="5316662"/>
                  </a:lnTo>
                  <a:lnTo>
                    <a:pt x="626391" y="5316662"/>
                  </a:lnTo>
                  <a:lnTo>
                    <a:pt x="626499" y="5316662"/>
                  </a:lnTo>
                  <a:lnTo>
                    <a:pt x="626608" y="5316662"/>
                  </a:lnTo>
                  <a:lnTo>
                    <a:pt x="626716" y="5316662"/>
                  </a:lnTo>
                  <a:lnTo>
                    <a:pt x="626825" y="5316662"/>
                  </a:lnTo>
                  <a:lnTo>
                    <a:pt x="626933" y="5316662"/>
                  </a:lnTo>
                  <a:lnTo>
                    <a:pt x="627041" y="5316662"/>
                  </a:lnTo>
                  <a:lnTo>
                    <a:pt x="627150" y="5316662"/>
                  </a:lnTo>
                  <a:lnTo>
                    <a:pt x="627258" y="5316662"/>
                  </a:lnTo>
                  <a:lnTo>
                    <a:pt x="627367" y="5316662"/>
                  </a:lnTo>
                  <a:lnTo>
                    <a:pt x="627367" y="5316039"/>
                  </a:lnTo>
                  <a:lnTo>
                    <a:pt x="627475" y="5316039"/>
                  </a:lnTo>
                  <a:lnTo>
                    <a:pt x="627584" y="5316039"/>
                  </a:lnTo>
                  <a:lnTo>
                    <a:pt x="627692" y="5316039"/>
                  </a:lnTo>
                  <a:lnTo>
                    <a:pt x="627801" y="5316039"/>
                  </a:lnTo>
                  <a:lnTo>
                    <a:pt x="627909" y="5316039"/>
                  </a:lnTo>
                  <a:lnTo>
                    <a:pt x="628017" y="5316039"/>
                  </a:lnTo>
                  <a:lnTo>
                    <a:pt x="628126" y="5316039"/>
                  </a:lnTo>
                  <a:lnTo>
                    <a:pt x="628234" y="5316039"/>
                  </a:lnTo>
                  <a:lnTo>
                    <a:pt x="628343" y="5316039"/>
                  </a:lnTo>
                  <a:lnTo>
                    <a:pt x="628451" y="5316039"/>
                  </a:lnTo>
                  <a:lnTo>
                    <a:pt x="628560" y="5316039"/>
                  </a:lnTo>
                  <a:lnTo>
                    <a:pt x="628668" y="5316039"/>
                  </a:lnTo>
                  <a:lnTo>
                    <a:pt x="628668" y="5315415"/>
                  </a:lnTo>
                  <a:lnTo>
                    <a:pt x="628777" y="5315415"/>
                  </a:lnTo>
                  <a:lnTo>
                    <a:pt x="628885" y="5315415"/>
                  </a:lnTo>
                  <a:lnTo>
                    <a:pt x="628994" y="5315415"/>
                  </a:lnTo>
                  <a:lnTo>
                    <a:pt x="629102" y="5315415"/>
                  </a:lnTo>
                  <a:lnTo>
                    <a:pt x="629210" y="5315415"/>
                  </a:lnTo>
                  <a:lnTo>
                    <a:pt x="629319" y="5315415"/>
                  </a:lnTo>
                  <a:lnTo>
                    <a:pt x="629427" y="5315415"/>
                  </a:lnTo>
                  <a:lnTo>
                    <a:pt x="629536" y="5315415"/>
                  </a:lnTo>
                  <a:lnTo>
                    <a:pt x="629644" y="5315415"/>
                  </a:lnTo>
                  <a:lnTo>
                    <a:pt x="629753" y="5315415"/>
                  </a:lnTo>
                  <a:lnTo>
                    <a:pt x="629861" y="5315415"/>
                  </a:lnTo>
                  <a:lnTo>
                    <a:pt x="629970" y="5315415"/>
                  </a:lnTo>
                  <a:lnTo>
                    <a:pt x="630078" y="5315415"/>
                  </a:lnTo>
                  <a:lnTo>
                    <a:pt x="630186" y="5315415"/>
                  </a:lnTo>
                  <a:lnTo>
                    <a:pt x="630186" y="5314792"/>
                  </a:lnTo>
                  <a:lnTo>
                    <a:pt x="630186" y="5314168"/>
                  </a:lnTo>
                  <a:lnTo>
                    <a:pt x="630295" y="5314168"/>
                  </a:lnTo>
                  <a:lnTo>
                    <a:pt x="630403" y="5314168"/>
                  </a:lnTo>
                  <a:lnTo>
                    <a:pt x="630512" y="5314168"/>
                  </a:lnTo>
                  <a:lnTo>
                    <a:pt x="630512" y="5313544"/>
                  </a:lnTo>
                  <a:lnTo>
                    <a:pt x="630512" y="5312921"/>
                  </a:lnTo>
                  <a:lnTo>
                    <a:pt x="630620" y="5312921"/>
                  </a:lnTo>
                  <a:lnTo>
                    <a:pt x="630729" y="5312921"/>
                  </a:lnTo>
                  <a:lnTo>
                    <a:pt x="630837" y="5312921"/>
                  </a:lnTo>
                  <a:lnTo>
                    <a:pt x="630946" y="5312921"/>
                  </a:lnTo>
                  <a:lnTo>
                    <a:pt x="631054" y="5312921"/>
                  </a:lnTo>
                  <a:lnTo>
                    <a:pt x="631054" y="5312297"/>
                  </a:lnTo>
                  <a:lnTo>
                    <a:pt x="631162" y="5312297"/>
                  </a:lnTo>
                  <a:lnTo>
                    <a:pt x="631162" y="5311674"/>
                  </a:lnTo>
                  <a:lnTo>
                    <a:pt x="631271" y="5311674"/>
                  </a:lnTo>
                  <a:lnTo>
                    <a:pt x="631379" y="5311674"/>
                  </a:lnTo>
                  <a:lnTo>
                    <a:pt x="631488" y="5311674"/>
                  </a:lnTo>
                  <a:lnTo>
                    <a:pt x="631488" y="5311050"/>
                  </a:lnTo>
                  <a:lnTo>
                    <a:pt x="631596" y="5311050"/>
                  </a:lnTo>
                  <a:lnTo>
                    <a:pt x="631705" y="5311050"/>
                  </a:lnTo>
                  <a:lnTo>
                    <a:pt x="631813" y="5311050"/>
                  </a:lnTo>
                  <a:lnTo>
                    <a:pt x="631922" y="5311050"/>
                  </a:lnTo>
                  <a:lnTo>
                    <a:pt x="632030" y="5311050"/>
                  </a:lnTo>
                  <a:lnTo>
                    <a:pt x="632030" y="5310427"/>
                  </a:lnTo>
                  <a:lnTo>
                    <a:pt x="632138" y="5310427"/>
                  </a:lnTo>
                  <a:lnTo>
                    <a:pt x="632247" y="5310427"/>
                  </a:lnTo>
                  <a:lnTo>
                    <a:pt x="632355" y="5310427"/>
                  </a:lnTo>
                  <a:lnTo>
                    <a:pt x="632464" y="5310427"/>
                  </a:lnTo>
                  <a:lnTo>
                    <a:pt x="632464" y="5309803"/>
                  </a:lnTo>
                  <a:lnTo>
                    <a:pt x="632572" y="5309803"/>
                  </a:lnTo>
                  <a:lnTo>
                    <a:pt x="632681" y="5309803"/>
                  </a:lnTo>
                  <a:lnTo>
                    <a:pt x="632789" y="5309803"/>
                  </a:lnTo>
                  <a:lnTo>
                    <a:pt x="632789" y="5309179"/>
                  </a:lnTo>
                  <a:lnTo>
                    <a:pt x="632898" y="5309179"/>
                  </a:lnTo>
                  <a:lnTo>
                    <a:pt x="633006" y="5309179"/>
                  </a:lnTo>
                  <a:lnTo>
                    <a:pt x="633115" y="5309179"/>
                  </a:lnTo>
                  <a:lnTo>
                    <a:pt x="633223" y="5309179"/>
                  </a:lnTo>
                  <a:lnTo>
                    <a:pt x="633331" y="5309179"/>
                  </a:lnTo>
                  <a:lnTo>
                    <a:pt x="633331" y="5308556"/>
                  </a:lnTo>
                  <a:lnTo>
                    <a:pt x="633440" y="5308556"/>
                  </a:lnTo>
                  <a:lnTo>
                    <a:pt x="633548" y="5308556"/>
                  </a:lnTo>
                  <a:lnTo>
                    <a:pt x="633548" y="5307932"/>
                  </a:lnTo>
                  <a:lnTo>
                    <a:pt x="633657" y="5307932"/>
                  </a:lnTo>
                  <a:lnTo>
                    <a:pt x="633765" y="5307932"/>
                  </a:lnTo>
                  <a:lnTo>
                    <a:pt x="633765" y="5307309"/>
                  </a:lnTo>
                  <a:lnTo>
                    <a:pt x="633874" y="5307309"/>
                  </a:lnTo>
                  <a:lnTo>
                    <a:pt x="633874" y="5306685"/>
                  </a:lnTo>
                  <a:lnTo>
                    <a:pt x="633982" y="5306685"/>
                  </a:lnTo>
                  <a:lnTo>
                    <a:pt x="633982" y="5306061"/>
                  </a:lnTo>
                  <a:lnTo>
                    <a:pt x="634091" y="5306061"/>
                  </a:lnTo>
                  <a:lnTo>
                    <a:pt x="634199" y="5306061"/>
                  </a:lnTo>
                  <a:lnTo>
                    <a:pt x="634199" y="5305438"/>
                  </a:lnTo>
                  <a:lnTo>
                    <a:pt x="634199" y="5304814"/>
                  </a:lnTo>
                  <a:lnTo>
                    <a:pt x="634307" y="5304814"/>
                  </a:lnTo>
                  <a:lnTo>
                    <a:pt x="634416" y="5304814"/>
                  </a:lnTo>
                  <a:lnTo>
                    <a:pt x="634416" y="5304191"/>
                  </a:lnTo>
                  <a:lnTo>
                    <a:pt x="634524" y="5304191"/>
                  </a:lnTo>
                  <a:lnTo>
                    <a:pt x="634633" y="5304191"/>
                  </a:lnTo>
                  <a:lnTo>
                    <a:pt x="634633" y="5303567"/>
                  </a:lnTo>
                  <a:lnTo>
                    <a:pt x="634741" y="5303567"/>
                  </a:lnTo>
                  <a:lnTo>
                    <a:pt x="634850" y="5303567"/>
                  </a:lnTo>
                  <a:lnTo>
                    <a:pt x="634850" y="5302944"/>
                  </a:lnTo>
                  <a:lnTo>
                    <a:pt x="634850" y="5302320"/>
                  </a:lnTo>
                  <a:lnTo>
                    <a:pt x="634958" y="5302320"/>
                  </a:lnTo>
                  <a:lnTo>
                    <a:pt x="635067" y="5302320"/>
                  </a:lnTo>
                  <a:lnTo>
                    <a:pt x="635175" y="5302320"/>
                  </a:lnTo>
                  <a:lnTo>
                    <a:pt x="635175" y="5301696"/>
                  </a:lnTo>
                  <a:lnTo>
                    <a:pt x="635283" y="5301696"/>
                  </a:lnTo>
                  <a:lnTo>
                    <a:pt x="635392" y="5301696"/>
                  </a:lnTo>
                  <a:lnTo>
                    <a:pt x="635500" y="5301696"/>
                  </a:lnTo>
                  <a:lnTo>
                    <a:pt x="635500" y="5301073"/>
                  </a:lnTo>
                  <a:lnTo>
                    <a:pt x="635609" y="5301073"/>
                  </a:lnTo>
                  <a:lnTo>
                    <a:pt x="635717" y="5301073"/>
                  </a:lnTo>
                  <a:lnTo>
                    <a:pt x="635826" y="5301073"/>
                  </a:lnTo>
                  <a:lnTo>
                    <a:pt x="635934" y="5301073"/>
                  </a:lnTo>
                  <a:lnTo>
                    <a:pt x="636043" y="5301073"/>
                  </a:lnTo>
                  <a:lnTo>
                    <a:pt x="636151" y="5301073"/>
                  </a:lnTo>
                  <a:lnTo>
                    <a:pt x="636259" y="5301073"/>
                  </a:lnTo>
                  <a:lnTo>
                    <a:pt x="636368" y="5301073"/>
                  </a:lnTo>
                  <a:lnTo>
                    <a:pt x="636476" y="5301073"/>
                  </a:lnTo>
                  <a:lnTo>
                    <a:pt x="636585" y="5301073"/>
                  </a:lnTo>
                  <a:lnTo>
                    <a:pt x="636585" y="5300449"/>
                  </a:lnTo>
                  <a:lnTo>
                    <a:pt x="636693" y="5300449"/>
                  </a:lnTo>
                  <a:lnTo>
                    <a:pt x="636802" y="5300449"/>
                  </a:lnTo>
                  <a:lnTo>
                    <a:pt x="636910" y="5300449"/>
                  </a:lnTo>
                  <a:lnTo>
                    <a:pt x="637019" y="5300449"/>
                  </a:lnTo>
                  <a:lnTo>
                    <a:pt x="637019" y="5299826"/>
                  </a:lnTo>
                  <a:lnTo>
                    <a:pt x="637127" y="5299826"/>
                  </a:lnTo>
                  <a:lnTo>
                    <a:pt x="637236" y="5299826"/>
                  </a:lnTo>
                  <a:lnTo>
                    <a:pt x="637344" y="5299826"/>
                  </a:lnTo>
                  <a:lnTo>
                    <a:pt x="637452" y="5299826"/>
                  </a:lnTo>
                  <a:lnTo>
                    <a:pt x="637561" y="5299826"/>
                  </a:lnTo>
                  <a:lnTo>
                    <a:pt x="637669" y="5299826"/>
                  </a:lnTo>
                  <a:lnTo>
                    <a:pt x="637778" y="5299826"/>
                  </a:lnTo>
                  <a:lnTo>
                    <a:pt x="637886" y="5299826"/>
                  </a:lnTo>
                  <a:lnTo>
                    <a:pt x="637995" y="5299826"/>
                  </a:lnTo>
                  <a:lnTo>
                    <a:pt x="637995" y="5299202"/>
                  </a:lnTo>
                  <a:lnTo>
                    <a:pt x="638103" y="5299202"/>
                  </a:lnTo>
                  <a:lnTo>
                    <a:pt x="638212" y="5299202"/>
                  </a:lnTo>
                  <a:lnTo>
                    <a:pt x="638320" y="5299202"/>
                  </a:lnTo>
                  <a:lnTo>
                    <a:pt x="638428" y="5299202"/>
                  </a:lnTo>
                  <a:lnTo>
                    <a:pt x="638537" y="5299202"/>
                  </a:lnTo>
                  <a:lnTo>
                    <a:pt x="638645" y="5299202"/>
                  </a:lnTo>
                  <a:lnTo>
                    <a:pt x="638754" y="5299202"/>
                  </a:lnTo>
                  <a:lnTo>
                    <a:pt x="638862" y="5299202"/>
                  </a:lnTo>
                  <a:lnTo>
                    <a:pt x="638971" y="5299202"/>
                  </a:lnTo>
                  <a:lnTo>
                    <a:pt x="638971" y="5298578"/>
                  </a:lnTo>
                  <a:lnTo>
                    <a:pt x="638971" y="5297955"/>
                  </a:lnTo>
                  <a:lnTo>
                    <a:pt x="639079" y="5297955"/>
                  </a:lnTo>
                  <a:lnTo>
                    <a:pt x="639188" y="5297955"/>
                  </a:lnTo>
                  <a:lnTo>
                    <a:pt x="639296" y="5297955"/>
                  </a:lnTo>
                  <a:lnTo>
                    <a:pt x="639404" y="5297955"/>
                  </a:lnTo>
                  <a:lnTo>
                    <a:pt x="639404" y="5297331"/>
                  </a:lnTo>
                  <a:lnTo>
                    <a:pt x="639513" y="5297331"/>
                  </a:lnTo>
                  <a:lnTo>
                    <a:pt x="639621" y="5297331"/>
                  </a:lnTo>
                  <a:lnTo>
                    <a:pt x="639730" y="5297331"/>
                  </a:lnTo>
                  <a:lnTo>
                    <a:pt x="639838" y="5297331"/>
                  </a:lnTo>
                  <a:lnTo>
                    <a:pt x="639838" y="5296708"/>
                  </a:lnTo>
                  <a:lnTo>
                    <a:pt x="639838" y="5296084"/>
                  </a:lnTo>
                  <a:lnTo>
                    <a:pt x="639947" y="5296084"/>
                  </a:lnTo>
                  <a:lnTo>
                    <a:pt x="640055" y="5296084"/>
                  </a:lnTo>
                  <a:lnTo>
                    <a:pt x="640164" y="5296084"/>
                  </a:lnTo>
                  <a:lnTo>
                    <a:pt x="640272" y="5296084"/>
                  </a:lnTo>
                  <a:lnTo>
                    <a:pt x="640272" y="5295461"/>
                  </a:lnTo>
                  <a:lnTo>
                    <a:pt x="640380" y="5295461"/>
                  </a:lnTo>
                  <a:lnTo>
                    <a:pt x="640489" y="5295461"/>
                  </a:lnTo>
                  <a:lnTo>
                    <a:pt x="640597" y="5295461"/>
                  </a:lnTo>
                  <a:lnTo>
                    <a:pt x="640706" y="5295461"/>
                  </a:lnTo>
                  <a:lnTo>
                    <a:pt x="640706" y="5294837"/>
                  </a:lnTo>
                  <a:lnTo>
                    <a:pt x="640706" y="5294213"/>
                  </a:lnTo>
                  <a:lnTo>
                    <a:pt x="640706" y="5293590"/>
                  </a:lnTo>
                  <a:lnTo>
                    <a:pt x="640706" y="5292966"/>
                  </a:lnTo>
                  <a:lnTo>
                    <a:pt x="640814" y="5292966"/>
                  </a:lnTo>
                  <a:lnTo>
                    <a:pt x="640923" y="5292966"/>
                  </a:lnTo>
                  <a:lnTo>
                    <a:pt x="641031" y="5292966"/>
                  </a:lnTo>
                  <a:lnTo>
                    <a:pt x="641140" y="5292966"/>
                  </a:lnTo>
                  <a:lnTo>
                    <a:pt x="641248" y="5292966"/>
                  </a:lnTo>
                  <a:lnTo>
                    <a:pt x="641357" y="5292966"/>
                  </a:lnTo>
                  <a:lnTo>
                    <a:pt x="641465" y="5292966"/>
                  </a:lnTo>
                  <a:lnTo>
                    <a:pt x="641465" y="5292343"/>
                  </a:lnTo>
                  <a:lnTo>
                    <a:pt x="641465" y="5291719"/>
                  </a:lnTo>
                  <a:lnTo>
                    <a:pt x="641573" y="5291719"/>
                  </a:lnTo>
                  <a:lnTo>
                    <a:pt x="641573" y="5291095"/>
                  </a:lnTo>
                  <a:lnTo>
                    <a:pt x="641682" y="5291095"/>
                  </a:lnTo>
                  <a:lnTo>
                    <a:pt x="641790" y="5291095"/>
                  </a:lnTo>
                  <a:lnTo>
                    <a:pt x="641899" y="5291095"/>
                  </a:lnTo>
                  <a:lnTo>
                    <a:pt x="642007" y="5291095"/>
                  </a:lnTo>
                  <a:lnTo>
                    <a:pt x="642116" y="5291095"/>
                  </a:lnTo>
                  <a:lnTo>
                    <a:pt x="642116" y="5290472"/>
                  </a:lnTo>
                  <a:lnTo>
                    <a:pt x="642224" y="5290472"/>
                  </a:lnTo>
                  <a:lnTo>
                    <a:pt x="642333" y="5290472"/>
                  </a:lnTo>
                  <a:lnTo>
                    <a:pt x="642441" y="5290472"/>
                  </a:lnTo>
                  <a:lnTo>
                    <a:pt x="642549" y="5290472"/>
                  </a:lnTo>
                  <a:lnTo>
                    <a:pt x="642658" y="5290472"/>
                  </a:lnTo>
                  <a:lnTo>
                    <a:pt x="642766" y="5290472"/>
                  </a:lnTo>
                  <a:lnTo>
                    <a:pt x="642875" y="5290472"/>
                  </a:lnTo>
                  <a:lnTo>
                    <a:pt x="642983" y="5290472"/>
                  </a:lnTo>
                  <a:lnTo>
                    <a:pt x="643092" y="5290472"/>
                  </a:lnTo>
                  <a:lnTo>
                    <a:pt x="643200" y="5290472"/>
                  </a:lnTo>
                  <a:lnTo>
                    <a:pt x="643200" y="5289848"/>
                  </a:lnTo>
                  <a:lnTo>
                    <a:pt x="643200" y="5289225"/>
                  </a:lnTo>
                  <a:lnTo>
                    <a:pt x="643309" y="5289225"/>
                  </a:lnTo>
                  <a:lnTo>
                    <a:pt x="643417" y="5289225"/>
                  </a:lnTo>
                  <a:lnTo>
                    <a:pt x="643417" y="5288601"/>
                  </a:lnTo>
                  <a:lnTo>
                    <a:pt x="643525" y="5288601"/>
                  </a:lnTo>
                  <a:lnTo>
                    <a:pt x="643634" y="5288601"/>
                  </a:lnTo>
                  <a:lnTo>
                    <a:pt x="643742" y="5288601"/>
                  </a:lnTo>
                  <a:lnTo>
                    <a:pt x="643742" y="5287978"/>
                  </a:lnTo>
                  <a:lnTo>
                    <a:pt x="643851" y="5287978"/>
                  </a:lnTo>
                  <a:lnTo>
                    <a:pt x="643959" y="5287978"/>
                  </a:lnTo>
                  <a:lnTo>
                    <a:pt x="644068" y="5287978"/>
                  </a:lnTo>
                  <a:lnTo>
                    <a:pt x="644176" y="5287978"/>
                  </a:lnTo>
                  <a:lnTo>
                    <a:pt x="644285" y="5287978"/>
                  </a:lnTo>
                  <a:lnTo>
                    <a:pt x="644393" y="5287978"/>
                  </a:lnTo>
                  <a:lnTo>
                    <a:pt x="644501" y="5287978"/>
                  </a:lnTo>
                  <a:lnTo>
                    <a:pt x="644501" y="5287354"/>
                  </a:lnTo>
                  <a:lnTo>
                    <a:pt x="644610" y="5287354"/>
                  </a:lnTo>
                  <a:lnTo>
                    <a:pt x="644718" y="5287354"/>
                  </a:lnTo>
                  <a:lnTo>
                    <a:pt x="644827" y="5287354"/>
                  </a:lnTo>
                  <a:lnTo>
                    <a:pt x="644935" y="5287354"/>
                  </a:lnTo>
                  <a:lnTo>
                    <a:pt x="645044" y="5287354"/>
                  </a:lnTo>
                  <a:lnTo>
                    <a:pt x="645044" y="5286730"/>
                  </a:lnTo>
                  <a:lnTo>
                    <a:pt x="645152" y="5286730"/>
                  </a:lnTo>
                  <a:lnTo>
                    <a:pt x="645152" y="5286107"/>
                  </a:lnTo>
                  <a:lnTo>
                    <a:pt x="645152" y="5285483"/>
                  </a:lnTo>
                  <a:lnTo>
                    <a:pt x="645261" y="5285483"/>
                  </a:lnTo>
                  <a:lnTo>
                    <a:pt x="645261" y="5284860"/>
                  </a:lnTo>
                  <a:lnTo>
                    <a:pt x="645369" y="5284860"/>
                  </a:lnTo>
                  <a:lnTo>
                    <a:pt x="645477" y="5284860"/>
                  </a:lnTo>
                  <a:lnTo>
                    <a:pt x="645586" y="5284860"/>
                  </a:lnTo>
                  <a:lnTo>
                    <a:pt x="645694" y="5284860"/>
                  </a:lnTo>
                  <a:lnTo>
                    <a:pt x="645803" y="5284860"/>
                  </a:lnTo>
                  <a:lnTo>
                    <a:pt x="645911" y="5284860"/>
                  </a:lnTo>
                  <a:lnTo>
                    <a:pt x="646020" y="5284860"/>
                  </a:lnTo>
                  <a:lnTo>
                    <a:pt x="646128" y="5284860"/>
                  </a:lnTo>
                  <a:lnTo>
                    <a:pt x="646237" y="5284860"/>
                  </a:lnTo>
                  <a:lnTo>
                    <a:pt x="646237" y="5284236"/>
                  </a:lnTo>
                  <a:lnTo>
                    <a:pt x="646345" y="5284236"/>
                  </a:lnTo>
                  <a:lnTo>
                    <a:pt x="646454" y="5284236"/>
                  </a:lnTo>
                  <a:lnTo>
                    <a:pt x="646562" y="5284236"/>
                  </a:lnTo>
                  <a:lnTo>
                    <a:pt x="646562" y="5283612"/>
                  </a:lnTo>
                  <a:lnTo>
                    <a:pt x="646670" y="5283612"/>
                  </a:lnTo>
                  <a:lnTo>
                    <a:pt x="646670" y="5282989"/>
                  </a:lnTo>
                  <a:lnTo>
                    <a:pt x="646779" y="5282989"/>
                  </a:lnTo>
                  <a:lnTo>
                    <a:pt x="646887" y="5282989"/>
                  </a:lnTo>
                  <a:lnTo>
                    <a:pt x="646996" y="5282989"/>
                  </a:lnTo>
                  <a:lnTo>
                    <a:pt x="646996" y="5282365"/>
                  </a:lnTo>
                  <a:lnTo>
                    <a:pt x="647104" y="5282365"/>
                  </a:lnTo>
                  <a:lnTo>
                    <a:pt x="647213" y="5282365"/>
                  </a:lnTo>
                  <a:lnTo>
                    <a:pt x="647213" y="5281742"/>
                  </a:lnTo>
                  <a:lnTo>
                    <a:pt x="647321" y="5281742"/>
                  </a:lnTo>
                  <a:lnTo>
                    <a:pt x="647430" y="5281742"/>
                  </a:lnTo>
                  <a:lnTo>
                    <a:pt x="647538" y="5281742"/>
                  </a:lnTo>
                  <a:lnTo>
                    <a:pt x="647646" y="5281742"/>
                  </a:lnTo>
                  <a:lnTo>
                    <a:pt x="647646" y="5281118"/>
                  </a:lnTo>
                  <a:lnTo>
                    <a:pt x="647755" y="5281118"/>
                  </a:lnTo>
                  <a:lnTo>
                    <a:pt x="647755" y="5280495"/>
                  </a:lnTo>
                  <a:lnTo>
                    <a:pt x="647863" y="5280495"/>
                  </a:lnTo>
                  <a:lnTo>
                    <a:pt x="647972" y="5280495"/>
                  </a:lnTo>
                  <a:lnTo>
                    <a:pt x="647972" y="5279871"/>
                  </a:lnTo>
                  <a:lnTo>
                    <a:pt x="648080" y="5279871"/>
                  </a:lnTo>
                  <a:lnTo>
                    <a:pt x="648189" y="5279871"/>
                  </a:lnTo>
                  <a:lnTo>
                    <a:pt x="648297" y="5279871"/>
                  </a:lnTo>
                  <a:lnTo>
                    <a:pt x="648297" y="5279247"/>
                  </a:lnTo>
                  <a:lnTo>
                    <a:pt x="648297" y="5278624"/>
                  </a:lnTo>
                  <a:lnTo>
                    <a:pt x="648297" y="5278000"/>
                  </a:lnTo>
                  <a:lnTo>
                    <a:pt x="648406" y="5278000"/>
                  </a:lnTo>
                  <a:lnTo>
                    <a:pt x="648514" y="5278000"/>
                  </a:lnTo>
                  <a:lnTo>
                    <a:pt x="648622" y="5278000"/>
                  </a:lnTo>
                  <a:lnTo>
                    <a:pt x="648731" y="5278000"/>
                  </a:lnTo>
                  <a:lnTo>
                    <a:pt x="648839" y="5278000"/>
                  </a:lnTo>
                  <a:lnTo>
                    <a:pt x="648839" y="5277377"/>
                  </a:lnTo>
                  <a:lnTo>
                    <a:pt x="648948" y="5277377"/>
                  </a:lnTo>
                  <a:lnTo>
                    <a:pt x="649056" y="5277377"/>
                  </a:lnTo>
                  <a:lnTo>
                    <a:pt x="649165" y="5277377"/>
                  </a:lnTo>
                  <a:lnTo>
                    <a:pt x="649273" y="5277377"/>
                  </a:lnTo>
                  <a:lnTo>
                    <a:pt x="649382" y="5277377"/>
                  </a:lnTo>
                  <a:lnTo>
                    <a:pt x="649490" y="5277377"/>
                  </a:lnTo>
                  <a:lnTo>
                    <a:pt x="649598" y="5277377"/>
                  </a:lnTo>
                  <a:lnTo>
                    <a:pt x="649707" y="5277377"/>
                  </a:lnTo>
                  <a:lnTo>
                    <a:pt x="649815" y="5277377"/>
                  </a:lnTo>
                  <a:lnTo>
                    <a:pt x="649924" y="5277377"/>
                  </a:lnTo>
                  <a:lnTo>
                    <a:pt x="649924" y="5276753"/>
                  </a:lnTo>
                  <a:lnTo>
                    <a:pt x="650032" y="5276753"/>
                  </a:lnTo>
                  <a:lnTo>
                    <a:pt x="650141" y="5276753"/>
                  </a:lnTo>
                  <a:lnTo>
                    <a:pt x="650249" y="5276753"/>
                  </a:lnTo>
                  <a:lnTo>
                    <a:pt x="650358" y="5276753"/>
                  </a:lnTo>
                  <a:lnTo>
                    <a:pt x="650466" y="5276753"/>
                  </a:lnTo>
                  <a:lnTo>
                    <a:pt x="650575" y="5276753"/>
                  </a:lnTo>
                  <a:lnTo>
                    <a:pt x="650683" y="5276753"/>
                  </a:lnTo>
                  <a:lnTo>
                    <a:pt x="650791" y="5276753"/>
                  </a:lnTo>
                  <a:lnTo>
                    <a:pt x="650900" y="5276753"/>
                  </a:lnTo>
                  <a:lnTo>
                    <a:pt x="650900" y="5276130"/>
                  </a:lnTo>
                  <a:lnTo>
                    <a:pt x="651008" y="5276130"/>
                  </a:lnTo>
                  <a:lnTo>
                    <a:pt x="651008" y="5275506"/>
                  </a:lnTo>
                  <a:lnTo>
                    <a:pt x="651008" y="5274882"/>
                  </a:lnTo>
                  <a:lnTo>
                    <a:pt x="651117" y="5274882"/>
                  </a:lnTo>
                  <a:lnTo>
                    <a:pt x="651225" y="5274882"/>
                  </a:lnTo>
                  <a:lnTo>
                    <a:pt x="651334" y="5274882"/>
                  </a:lnTo>
                  <a:lnTo>
                    <a:pt x="651442" y="5274882"/>
                  </a:lnTo>
                  <a:lnTo>
                    <a:pt x="651551" y="5274882"/>
                  </a:lnTo>
                  <a:lnTo>
                    <a:pt x="651659" y="5274882"/>
                  </a:lnTo>
                  <a:lnTo>
                    <a:pt x="651659" y="5274259"/>
                  </a:lnTo>
                  <a:lnTo>
                    <a:pt x="651659" y="5273635"/>
                  </a:lnTo>
                  <a:lnTo>
                    <a:pt x="651659" y="5273012"/>
                  </a:lnTo>
                  <a:lnTo>
                    <a:pt x="651767" y="5273012"/>
                  </a:lnTo>
                  <a:lnTo>
                    <a:pt x="651876" y="5273012"/>
                  </a:lnTo>
                  <a:lnTo>
                    <a:pt x="651984" y="5273012"/>
                  </a:lnTo>
                  <a:lnTo>
                    <a:pt x="652093" y="5273012"/>
                  </a:lnTo>
                  <a:lnTo>
                    <a:pt x="652201" y="5273012"/>
                  </a:lnTo>
                  <a:lnTo>
                    <a:pt x="652310" y="5273012"/>
                  </a:lnTo>
                  <a:lnTo>
                    <a:pt x="652418" y="5273012"/>
                  </a:lnTo>
                  <a:lnTo>
                    <a:pt x="652527" y="5273012"/>
                  </a:lnTo>
                  <a:lnTo>
                    <a:pt x="652527" y="5272388"/>
                  </a:lnTo>
                  <a:lnTo>
                    <a:pt x="652635" y="5272388"/>
                  </a:lnTo>
                  <a:lnTo>
                    <a:pt x="652743" y="5272388"/>
                  </a:lnTo>
                  <a:lnTo>
                    <a:pt x="652852" y="5272388"/>
                  </a:lnTo>
                  <a:lnTo>
                    <a:pt x="652852" y="5271764"/>
                  </a:lnTo>
                  <a:lnTo>
                    <a:pt x="652960" y="5271764"/>
                  </a:lnTo>
                  <a:lnTo>
                    <a:pt x="653069" y="5271764"/>
                  </a:lnTo>
                  <a:lnTo>
                    <a:pt x="653069" y="5271141"/>
                  </a:lnTo>
                  <a:lnTo>
                    <a:pt x="653177" y="5271141"/>
                  </a:lnTo>
                  <a:lnTo>
                    <a:pt x="653286" y="5271141"/>
                  </a:lnTo>
                  <a:lnTo>
                    <a:pt x="653286" y="5270517"/>
                  </a:lnTo>
                  <a:lnTo>
                    <a:pt x="653394" y="5270517"/>
                  </a:lnTo>
                  <a:lnTo>
                    <a:pt x="653503" y="5270517"/>
                  </a:lnTo>
                  <a:lnTo>
                    <a:pt x="653611" y="5270517"/>
                  </a:lnTo>
                  <a:lnTo>
                    <a:pt x="653719" y="5270517"/>
                  </a:lnTo>
                  <a:lnTo>
                    <a:pt x="653828" y="5270517"/>
                  </a:lnTo>
                  <a:lnTo>
                    <a:pt x="653936" y="5270517"/>
                  </a:lnTo>
                  <a:lnTo>
                    <a:pt x="654045" y="5270517"/>
                  </a:lnTo>
                  <a:lnTo>
                    <a:pt x="654045" y="5269894"/>
                  </a:lnTo>
                  <a:lnTo>
                    <a:pt x="654153" y="5269894"/>
                  </a:lnTo>
                  <a:lnTo>
                    <a:pt x="654262" y="5269894"/>
                  </a:lnTo>
                  <a:lnTo>
                    <a:pt x="654370" y="5269894"/>
                  </a:lnTo>
                  <a:lnTo>
                    <a:pt x="654479" y="5269894"/>
                  </a:lnTo>
                  <a:lnTo>
                    <a:pt x="654587" y="5269894"/>
                  </a:lnTo>
                  <a:lnTo>
                    <a:pt x="654587" y="5269270"/>
                  </a:lnTo>
                  <a:lnTo>
                    <a:pt x="654696" y="5269270"/>
                  </a:lnTo>
                  <a:lnTo>
                    <a:pt x="654804" y="5269270"/>
                  </a:lnTo>
                  <a:lnTo>
                    <a:pt x="654912" y="5269270"/>
                  </a:lnTo>
                  <a:lnTo>
                    <a:pt x="655021" y="5269270"/>
                  </a:lnTo>
                  <a:lnTo>
                    <a:pt x="655021" y="5268647"/>
                  </a:lnTo>
                  <a:lnTo>
                    <a:pt x="655021" y="5268023"/>
                  </a:lnTo>
                  <a:lnTo>
                    <a:pt x="655129" y="5268023"/>
                  </a:lnTo>
                  <a:lnTo>
                    <a:pt x="655238" y="5268023"/>
                  </a:lnTo>
                  <a:lnTo>
                    <a:pt x="655238" y="5267399"/>
                  </a:lnTo>
                  <a:lnTo>
                    <a:pt x="655346" y="5267399"/>
                  </a:lnTo>
                  <a:lnTo>
                    <a:pt x="655455" y="5267399"/>
                  </a:lnTo>
                  <a:lnTo>
                    <a:pt x="655563" y="5267399"/>
                  </a:lnTo>
                  <a:lnTo>
                    <a:pt x="655672" y="5267399"/>
                  </a:lnTo>
                  <a:lnTo>
                    <a:pt x="655672" y="5266776"/>
                  </a:lnTo>
                  <a:lnTo>
                    <a:pt x="655780" y="5266776"/>
                  </a:lnTo>
                  <a:lnTo>
                    <a:pt x="655888" y="5266776"/>
                  </a:lnTo>
                  <a:lnTo>
                    <a:pt x="655997" y="5266776"/>
                  </a:lnTo>
                  <a:lnTo>
                    <a:pt x="656105" y="5266776"/>
                  </a:lnTo>
                  <a:lnTo>
                    <a:pt x="656214" y="5266776"/>
                  </a:lnTo>
                  <a:lnTo>
                    <a:pt x="656322" y="5266776"/>
                  </a:lnTo>
                  <a:lnTo>
                    <a:pt x="656431" y="5266776"/>
                  </a:lnTo>
                  <a:lnTo>
                    <a:pt x="656539" y="5266776"/>
                  </a:lnTo>
                  <a:lnTo>
                    <a:pt x="656648" y="5266776"/>
                  </a:lnTo>
                  <a:lnTo>
                    <a:pt x="656756" y="5266776"/>
                  </a:lnTo>
                  <a:lnTo>
                    <a:pt x="656864" y="5266776"/>
                  </a:lnTo>
                  <a:lnTo>
                    <a:pt x="656973" y="5266776"/>
                  </a:lnTo>
                  <a:lnTo>
                    <a:pt x="657081" y="5266776"/>
                  </a:lnTo>
                  <a:lnTo>
                    <a:pt x="657190" y="5266776"/>
                  </a:lnTo>
                  <a:lnTo>
                    <a:pt x="657298" y="5266776"/>
                  </a:lnTo>
                  <a:lnTo>
                    <a:pt x="657298" y="5266152"/>
                  </a:lnTo>
                  <a:lnTo>
                    <a:pt x="657407" y="5266152"/>
                  </a:lnTo>
                  <a:lnTo>
                    <a:pt x="657515" y="5266152"/>
                  </a:lnTo>
                  <a:lnTo>
                    <a:pt x="657515" y="5265529"/>
                  </a:lnTo>
                  <a:lnTo>
                    <a:pt x="657624" y="5265529"/>
                  </a:lnTo>
                  <a:lnTo>
                    <a:pt x="657732" y="5265529"/>
                  </a:lnTo>
                  <a:lnTo>
                    <a:pt x="657840" y="5265529"/>
                  </a:lnTo>
                  <a:lnTo>
                    <a:pt x="657949" y="5265529"/>
                  </a:lnTo>
                  <a:lnTo>
                    <a:pt x="658057" y="5265529"/>
                  </a:lnTo>
                  <a:lnTo>
                    <a:pt x="658166" y="5265529"/>
                  </a:lnTo>
                  <a:lnTo>
                    <a:pt x="658274" y="5265529"/>
                  </a:lnTo>
                  <a:lnTo>
                    <a:pt x="658383" y="5265529"/>
                  </a:lnTo>
                  <a:lnTo>
                    <a:pt x="658383" y="5264905"/>
                  </a:lnTo>
                  <a:lnTo>
                    <a:pt x="658383" y="5264281"/>
                  </a:lnTo>
                  <a:lnTo>
                    <a:pt x="658491" y="5264281"/>
                  </a:lnTo>
                  <a:lnTo>
                    <a:pt x="658491" y="5263658"/>
                  </a:lnTo>
                  <a:lnTo>
                    <a:pt x="658491" y="5263034"/>
                  </a:lnTo>
                  <a:lnTo>
                    <a:pt x="658600" y="5263034"/>
                  </a:lnTo>
                  <a:lnTo>
                    <a:pt x="658708" y="5263034"/>
                  </a:lnTo>
                  <a:lnTo>
                    <a:pt x="658817" y="5263034"/>
                  </a:lnTo>
                  <a:lnTo>
                    <a:pt x="658925" y="5263034"/>
                  </a:lnTo>
                  <a:lnTo>
                    <a:pt x="659033" y="5263034"/>
                  </a:lnTo>
                  <a:lnTo>
                    <a:pt x="659142" y="5263034"/>
                  </a:lnTo>
                  <a:lnTo>
                    <a:pt x="659250" y="5263034"/>
                  </a:lnTo>
                  <a:lnTo>
                    <a:pt x="659359" y="5263034"/>
                  </a:lnTo>
                  <a:lnTo>
                    <a:pt x="659467" y="5263034"/>
                  </a:lnTo>
                  <a:lnTo>
                    <a:pt x="659576" y="5263034"/>
                  </a:lnTo>
                  <a:lnTo>
                    <a:pt x="659684" y="5263034"/>
                  </a:lnTo>
                  <a:lnTo>
                    <a:pt x="659793" y="5263034"/>
                  </a:lnTo>
                  <a:lnTo>
                    <a:pt x="659901" y="5263034"/>
                  </a:lnTo>
                  <a:lnTo>
                    <a:pt x="660009" y="5263034"/>
                  </a:lnTo>
                  <a:lnTo>
                    <a:pt x="660009" y="5262411"/>
                  </a:lnTo>
                  <a:lnTo>
                    <a:pt x="660118" y="5262411"/>
                  </a:lnTo>
                  <a:lnTo>
                    <a:pt x="660118" y="5261787"/>
                  </a:lnTo>
                  <a:lnTo>
                    <a:pt x="660226" y="5261787"/>
                  </a:lnTo>
                  <a:lnTo>
                    <a:pt x="660226" y="5261164"/>
                  </a:lnTo>
                  <a:lnTo>
                    <a:pt x="660335" y="5261164"/>
                  </a:lnTo>
                  <a:lnTo>
                    <a:pt x="660443" y="5261164"/>
                  </a:lnTo>
                  <a:lnTo>
                    <a:pt x="660552" y="5261164"/>
                  </a:lnTo>
                  <a:lnTo>
                    <a:pt x="660660" y="5261164"/>
                  </a:lnTo>
                  <a:lnTo>
                    <a:pt x="660769" y="5261164"/>
                  </a:lnTo>
                  <a:lnTo>
                    <a:pt x="660877" y="5261164"/>
                  </a:lnTo>
                  <a:lnTo>
                    <a:pt x="660985" y="5261164"/>
                  </a:lnTo>
                  <a:lnTo>
                    <a:pt x="661094" y="5261164"/>
                  </a:lnTo>
                  <a:lnTo>
                    <a:pt x="661202" y="5261164"/>
                  </a:lnTo>
                  <a:lnTo>
                    <a:pt x="661311" y="5261164"/>
                  </a:lnTo>
                  <a:lnTo>
                    <a:pt x="661419" y="5261164"/>
                  </a:lnTo>
                  <a:lnTo>
                    <a:pt x="661419" y="5260540"/>
                  </a:lnTo>
                  <a:lnTo>
                    <a:pt x="661419" y="5259916"/>
                  </a:lnTo>
                  <a:lnTo>
                    <a:pt x="661528" y="5259916"/>
                  </a:lnTo>
                  <a:lnTo>
                    <a:pt x="661528" y="5259293"/>
                  </a:lnTo>
                  <a:lnTo>
                    <a:pt x="661636" y="5259293"/>
                  </a:lnTo>
                  <a:lnTo>
                    <a:pt x="661745" y="5259293"/>
                  </a:lnTo>
                  <a:lnTo>
                    <a:pt x="661853" y="5259293"/>
                  </a:lnTo>
                  <a:lnTo>
                    <a:pt x="661853" y="5258669"/>
                  </a:lnTo>
                  <a:lnTo>
                    <a:pt x="661961" y="5258669"/>
                  </a:lnTo>
                  <a:lnTo>
                    <a:pt x="662070" y="5258669"/>
                  </a:lnTo>
                  <a:lnTo>
                    <a:pt x="662178" y="5258669"/>
                  </a:lnTo>
                  <a:lnTo>
                    <a:pt x="662178" y="5258046"/>
                  </a:lnTo>
                  <a:lnTo>
                    <a:pt x="662287" y="5258046"/>
                  </a:lnTo>
                  <a:lnTo>
                    <a:pt x="662395" y="5258046"/>
                  </a:lnTo>
                  <a:lnTo>
                    <a:pt x="662504" y="5258046"/>
                  </a:lnTo>
                  <a:lnTo>
                    <a:pt x="662504" y="5257422"/>
                  </a:lnTo>
                  <a:lnTo>
                    <a:pt x="662504" y="5256798"/>
                  </a:lnTo>
                  <a:lnTo>
                    <a:pt x="662612" y="5256798"/>
                  </a:lnTo>
                  <a:lnTo>
                    <a:pt x="662612" y="5256175"/>
                  </a:lnTo>
                  <a:lnTo>
                    <a:pt x="662612" y="5255551"/>
                  </a:lnTo>
                  <a:lnTo>
                    <a:pt x="662721" y="5255551"/>
                  </a:lnTo>
                  <a:lnTo>
                    <a:pt x="662829" y="5255551"/>
                  </a:lnTo>
                  <a:lnTo>
                    <a:pt x="662938" y="5255551"/>
                  </a:lnTo>
                  <a:lnTo>
                    <a:pt x="663046" y="5255551"/>
                  </a:lnTo>
                  <a:lnTo>
                    <a:pt x="663046" y="5254928"/>
                  </a:lnTo>
                  <a:lnTo>
                    <a:pt x="663046" y="5254304"/>
                  </a:lnTo>
                  <a:lnTo>
                    <a:pt x="663154" y="5254304"/>
                  </a:lnTo>
                  <a:lnTo>
                    <a:pt x="663263" y="5254304"/>
                  </a:lnTo>
                  <a:lnTo>
                    <a:pt x="663371" y="5254304"/>
                  </a:lnTo>
                  <a:lnTo>
                    <a:pt x="663371" y="5253681"/>
                  </a:lnTo>
                  <a:lnTo>
                    <a:pt x="663480" y="5253681"/>
                  </a:lnTo>
                  <a:lnTo>
                    <a:pt x="663588" y="5253681"/>
                  </a:lnTo>
                  <a:lnTo>
                    <a:pt x="663588" y="5253057"/>
                  </a:lnTo>
                  <a:lnTo>
                    <a:pt x="663588" y="5252433"/>
                  </a:lnTo>
                  <a:lnTo>
                    <a:pt x="663697" y="5252433"/>
                  </a:lnTo>
                  <a:lnTo>
                    <a:pt x="663805" y="5252433"/>
                  </a:lnTo>
                  <a:lnTo>
                    <a:pt x="663914" y="5252433"/>
                  </a:lnTo>
                  <a:lnTo>
                    <a:pt x="664022" y="5252433"/>
                  </a:lnTo>
                  <a:lnTo>
                    <a:pt x="664130" y="5252433"/>
                  </a:lnTo>
                  <a:lnTo>
                    <a:pt x="664239" y="5252433"/>
                  </a:lnTo>
                  <a:lnTo>
                    <a:pt x="664347" y="5252433"/>
                  </a:lnTo>
                  <a:lnTo>
                    <a:pt x="664456" y="5252433"/>
                  </a:lnTo>
                  <a:lnTo>
                    <a:pt x="664564" y="5252433"/>
                  </a:lnTo>
                  <a:lnTo>
                    <a:pt x="664564" y="5251810"/>
                  </a:lnTo>
                  <a:lnTo>
                    <a:pt x="664673" y="5251810"/>
                  </a:lnTo>
                  <a:lnTo>
                    <a:pt x="664781" y="5251810"/>
                  </a:lnTo>
                  <a:lnTo>
                    <a:pt x="664890" y="5251810"/>
                  </a:lnTo>
                  <a:lnTo>
                    <a:pt x="664890" y="5251186"/>
                  </a:lnTo>
                  <a:lnTo>
                    <a:pt x="664998" y="5251186"/>
                  </a:lnTo>
                  <a:lnTo>
                    <a:pt x="664998" y="5250563"/>
                  </a:lnTo>
                  <a:lnTo>
                    <a:pt x="665106" y="5250563"/>
                  </a:lnTo>
                  <a:lnTo>
                    <a:pt x="665215" y="5250563"/>
                  </a:lnTo>
                  <a:lnTo>
                    <a:pt x="665323" y="5250563"/>
                  </a:lnTo>
                  <a:lnTo>
                    <a:pt x="665432" y="5250563"/>
                  </a:lnTo>
                  <a:lnTo>
                    <a:pt x="665540" y="5250563"/>
                  </a:lnTo>
                  <a:lnTo>
                    <a:pt x="665649" y="5250563"/>
                  </a:lnTo>
                  <a:lnTo>
                    <a:pt x="665757" y="5250563"/>
                  </a:lnTo>
                  <a:lnTo>
                    <a:pt x="665866" y="5250563"/>
                  </a:lnTo>
                  <a:lnTo>
                    <a:pt x="665866" y="5249939"/>
                  </a:lnTo>
                  <a:lnTo>
                    <a:pt x="665974" y="5249939"/>
                  </a:lnTo>
                  <a:lnTo>
                    <a:pt x="665974" y="5249315"/>
                  </a:lnTo>
                  <a:lnTo>
                    <a:pt x="666082" y="5249315"/>
                  </a:lnTo>
                  <a:lnTo>
                    <a:pt x="666082" y="5248692"/>
                  </a:lnTo>
                  <a:lnTo>
                    <a:pt x="666082" y="5248068"/>
                  </a:lnTo>
                  <a:lnTo>
                    <a:pt x="666082" y="5247445"/>
                  </a:lnTo>
                  <a:lnTo>
                    <a:pt x="666191" y="5247445"/>
                  </a:lnTo>
                  <a:lnTo>
                    <a:pt x="666299" y="5247445"/>
                  </a:lnTo>
                  <a:lnTo>
                    <a:pt x="666408" y="5247445"/>
                  </a:lnTo>
                  <a:lnTo>
                    <a:pt x="666516" y="5247445"/>
                  </a:lnTo>
                  <a:lnTo>
                    <a:pt x="666625" y="5247445"/>
                  </a:lnTo>
                  <a:lnTo>
                    <a:pt x="666733" y="5247445"/>
                  </a:lnTo>
                  <a:lnTo>
                    <a:pt x="666733" y="5246821"/>
                  </a:lnTo>
                  <a:lnTo>
                    <a:pt x="666842" y="5246821"/>
                  </a:lnTo>
                  <a:lnTo>
                    <a:pt x="666950" y="5246821"/>
                  </a:lnTo>
                  <a:lnTo>
                    <a:pt x="667058" y="5246821"/>
                  </a:lnTo>
                  <a:lnTo>
                    <a:pt x="667167" y="5246821"/>
                  </a:lnTo>
                  <a:lnTo>
                    <a:pt x="667275" y="5246821"/>
                  </a:lnTo>
                  <a:lnTo>
                    <a:pt x="667384" y="5246821"/>
                  </a:lnTo>
                  <a:lnTo>
                    <a:pt x="667384" y="5246198"/>
                  </a:lnTo>
                  <a:lnTo>
                    <a:pt x="667384" y="5245574"/>
                  </a:lnTo>
                  <a:lnTo>
                    <a:pt x="667384" y="5244950"/>
                  </a:lnTo>
                  <a:lnTo>
                    <a:pt x="667492" y="5244950"/>
                  </a:lnTo>
                  <a:lnTo>
                    <a:pt x="667601" y="5244950"/>
                  </a:lnTo>
                  <a:lnTo>
                    <a:pt x="667709" y="5244950"/>
                  </a:lnTo>
                  <a:lnTo>
                    <a:pt x="667818" y="5244950"/>
                  </a:lnTo>
                  <a:lnTo>
                    <a:pt x="667818" y="5244327"/>
                  </a:lnTo>
                  <a:lnTo>
                    <a:pt x="667926" y="5244327"/>
                  </a:lnTo>
                  <a:lnTo>
                    <a:pt x="668035" y="5244327"/>
                  </a:lnTo>
                  <a:lnTo>
                    <a:pt x="668143" y="5244327"/>
                  </a:lnTo>
                  <a:lnTo>
                    <a:pt x="668143" y="5243703"/>
                  </a:lnTo>
                  <a:lnTo>
                    <a:pt x="668251" y="5243703"/>
                  </a:lnTo>
                  <a:lnTo>
                    <a:pt x="668360" y="5243703"/>
                  </a:lnTo>
                  <a:lnTo>
                    <a:pt x="668468" y="5243703"/>
                  </a:lnTo>
                  <a:lnTo>
                    <a:pt x="668577" y="5243703"/>
                  </a:lnTo>
                  <a:lnTo>
                    <a:pt x="668685" y="5243703"/>
                  </a:lnTo>
                  <a:lnTo>
                    <a:pt x="668794" y="5243703"/>
                  </a:lnTo>
                  <a:lnTo>
                    <a:pt x="668794" y="5243080"/>
                  </a:lnTo>
                  <a:lnTo>
                    <a:pt x="668902" y="5243080"/>
                  </a:lnTo>
                  <a:lnTo>
                    <a:pt x="669011" y="5243080"/>
                  </a:lnTo>
                  <a:lnTo>
                    <a:pt x="669119" y="5243080"/>
                  </a:lnTo>
                  <a:lnTo>
                    <a:pt x="669227" y="5243080"/>
                  </a:lnTo>
                  <a:lnTo>
                    <a:pt x="669336" y="5243080"/>
                  </a:lnTo>
                  <a:lnTo>
                    <a:pt x="669444" y="5243080"/>
                  </a:lnTo>
                  <a:lnTo>
                    <a:pt x="669553" y="5243080"/>
                  </a:lnTo>
                  <a:lnTo>
                    <a:pt x="669661" y="5243080"/>
                  </a:lnTo>
                  <a:lnTo>
                    <a:pt x="669770" y="5243080"/>
                  </a:lnTo>
                  <a:lnTo>
                    <a:pt x="669878" y="5243080"/>
                  </a:lnTo>
                  <a:lnTo>
                    <a:pt x="669987" y="5243080"/>
                  </a:lnTo>
                  <a:lnTo>
                    <a:pt x="670095" y="5243080"/>
                  </a:lnTo>
                  <a:lnTo>
                    <a:pt x="670203" y="5243080"/>
                  </a:lnTo>
                  <a:lnTo>
                    <a:pt x="670203" y="5242456"/>
                  </a:lnTo>
                  <a:lnTo>
                    <a:pt x="670312" y="5242456"/>
                  </a:lnTo>
                  <a:lnTo>
                    <a:pt x="670312" y="5241832"/>
                  </a:lnTo>
                  <a:lnTo>
                    <a:pt x="670420" y="5241832"/>
                  </a:lnTo>
                  <a:lnTo>
                    <a:pt x="670529" y="5241832"/>
                  </a:lnTo>
                  <a:lnTo>
                    <a:pt x="670529" y="5241209"/>
                  </a:lnTo>
                  <a:lnTo>
                    <a:pt x="670529" y="5240585"/>
                  </a:lnTo>
                  <a:lnTo>
                    <a:pt x="670637" y="5240585"/>
                  </a:lnTo>
                  <a:lnTo>
                    <a:pt x="670746" y="5240585"/>
                  </a:lnTo>
                  <a:lnTo>
                    <a:pt x="670854" y="5240585"/>
                  </a:lnTo>
                  <a:lnTo>
                    <a:pt x="670854" y="5239962"/>
                  </a:lnTo>
                  <a:lnTo>
                    <a:pt x="670854" y="5239338"/>
                  </a:lnTo>
                  <a:lnTo>
                    <a:pt x="670963" y="5239338"/>
                  </a:lnTo>
                  <a:lnTo>
                    <a:pt x="671071" y="5239338"/>
                  </a:lnTo>
                  <a:lnTo>
                    <a:pt x="671179" y="5239338"/>
                  </a:lnTo>
                  <a:lnTo>
                    <a:pt x="671288" y="5239338"/>
                  </a:lnTo>
                  <a:lnTo>
                    <a:pt x="671396" y="5239338"/>
                  </a:lnTo>
                  <a:lnTo>
                    <a:pt x="671505" y="5239338"/>
                  </a:lnTo>
                  <a:lnTo>
                    <a:pt x="671505" y="5238715"/>
                  </a:lnTo>
                  <a:lnTo>
                    <a:pt x="671613" y="5238715"/>
                  </a:lnTo>
                  <a:lnTo>
                    <a:pt x="671722" y="5238715"/>
                  </a:lnTo>
                  <a:lnTo>
                    <a:pt x="671830" y="5238715"/>
                  </a:lnTo>
                  <a:lnTo>
                    <a:pt x="671939" y="5238715"/>
                  </a:lnTo>
                  <a:lnTo>
                    <a:pt x="672047" y="5238715"/>
                  </a:lnTo>
                  <a:lnTo>
                    <a:pt x="672156" y="5238715"/>
                  </a:lnTo>
                  <a:lnTo>
                    <a:pt x="672264" y="5238715"/>
                  </a:lnTo>
                  <a:lnTo>
                    <a:pt x="672264" y="5238091"/>
                  </a:lnTo>
                  <a:lnTo>
                    <a:pt x="672372" y="5238091"/>
                  </a:lnTo>
                  <a:lnTo>
                    <a:pt x="672372" y="5237467"/>
                  </a:lnTo>
                  <a:lnTo>
                    <a:pt x="672481" y="5237467"/>
                  </a:lnTo>
                  <a:lnTo>
                    <a:pt x="672481" y="5236844"/>
                  </a:lnTo>
                  <a:lnTo>
                    <a:pt x="672589" y="5236844"/>
                  </a:lnTo>
                  <a:lnTo>
                    <a:pt x="672698" y="5236844"/>
                  </a:lnTo>
                  <a:lnTo>
                    <a:pt x="672806" y="5236844"/>
                  </a:lnTo>
                  <a:lnTo>
                    <a:pt x="672915" y="5236844"/>
                  </a:lnTo>
                  <a:lnTo>
                    <a:pt x="672915" y="5236220"/>
                  </a:lnTo>
                  <a:lnTo>
                    <a:pt x="672915" y="5235597"/>
                  </a:lnTo>
                  <a:lnTo>
                    <a:pt x="673023" y="5235597"/>
                  </a:lnTo>
                  <a:lnTo>
                    <a:pt x="673132" y="5235597"/>
                  </a:lnTo>
                  <a:lnTo>
                    <a:pt x="673240" y="5235597"/>
                  </a:lnTo>
                  <a:lnTo>
                    <a:pt x="673348" y="5235597"/>
                  </a:lnTo>
                  <a:lnTo>
                    <a:pt x="673348" y="5234973"/>
                  </a:lnTo>
                  <a:lnTo>
                    <a:pt x="673457" y="5234973"/>
                  </a:lnTo>
                  <a:lnTo>
                    <a:pt x="673565" y="5234973"/>
                  </a:lnTo>
                  <a:lnTo>
                    <a:pt x="673674" y="5234973"/>
                  </a:lnTo>
                  <a:lnTo>
                    <a:pt x="673782" y="5234973"/>
                  </a:lnTo>
                  <a:lnTo>
                    <a:pt x="673782" y="5234349"/>
                  </a:lnTo>
                  <a:lnTo>
                    <a:pt x="673891" y="5234349"/>
                  </a:lnTo>
                  <a:lnTo>
                    <a:pt x="673999" y="5234349"/>
                  </a:lnTo>
                  <a:lnTo>
                    <a:pt x="674108" y="5234349"/>
                  </a:lnTo>
                  <a:lnTo>
                    <a:pt x="674216" y="5234349"/>
                  </a:lnTo>
                  <a:lnTo>
                    <a:pt x="674324" y="5234349"/>
                  </a:lnTo>
                  <a:lnTo>
                    <a:pt x="674433" y="5234349"/>
                  </a:lnTo>
                  <a:lnTo>
                    <a:pt x="674541" y="5234349"/>
                  </a:lnTo>
                  <a:lnTo>
                    <a:pt x="674541" y="5233726"/>
                  </a:lnTo>
                  <a:lnTo>
                    <a:pt x="674650" y="5233726"/>
                  </a:lnTo>
                  <a:lnTo>
                    <a:pt x="674758" y="5233726"/>
                  </a:lnTo>
                  <a:lnTo>
                    <a:pt x="674867" y="5233726"/>
                  </a:lnTo>
                  <a:lnTo>
                    <a:pt x="674975" y="5233726"/>
                  </a:lnTo>
                  <a:lnTo>
                    <a:pt x="675084" y="5233726"/>
                  </a:lnTo>
                  <a:lnTo>
                    <a:pt x="675192" y="5233726"/>
                  </a:lnTo>
                  <a:lnTo>
                    <a:pt x="675300" y="5233726"/>
                  </a:lnTo>
                  <a:lnTo>
                    <a:pt x="675409" y="5233726"/>
                  </a:lnTo>
                  <a:lnTo>
                    <a:pt x="675409" y="5233102"/>
                  </a:lnTo>
                  <a:lnTo>
                    <a:pt x="675517" y="5233102"/>
                  </a:lnTo>
                  <a:lnTo>
                    <a:pt x="675517" y="5232479"/>
                  </a:lnTo>
                  <a:lnTo>
                    <a:pt x="675517" y="5231855"/>
                  </a:lnTo>
                  <a:lnTo>
                    <a:pt x="675626" y="5231855"/>
                  </a:lnTo>
                  <a:lnTo>
                    <a:pt x="675734" y="5231855"/>
                  </a:lnTo>
                  <a:lnTo>
                    <a:pt x="675843" y="5231855"/>
                  </a:lnTo>
                  <a:lnTo>
                    <a:pt x="675951" y="5231855"/>
                  </a:lnTo>
                  <a:lnTo>
                    <a:pt x="676060" y="5231855"/>
                  </a:lnTo>
                  <a:lnTo>
                    <a:pt x="676168" y="5231855"/>
                  </a:lnTo>
                  <a:lnTo>
                    <a:pt x="676277" y="5231855"/>
                  </a:lnTo>
                  <a:lnTo>
                    <a:pt x="676385" y="5231855"/>
                  </a:lnTo>
                  <a:lnTo>
                    <a:pt x="676493" y="5231855"/>
                  </a:lnTo>
                  <a:lnTo>
                    <a:pt x="676602" y="5231855"/>
                  </a:lnTo>
                  <a:lnTo>
                    <a:pt x="676710" y="5231855"/>
                  </a:lnTo>
                  <a:lnTo>
                    <a:pt x="676819" y="5231855"/>
                  </a:lnTo>
                  <a:lnTo>
                    <a:pt x="676927" y="5231855"/>
                  </a:lnTo>
                  <a:lnTo>
                    <a:pt x="676927" y="5231232"/>
                  </a:lnTo>
                  <a:lnTo>
                    <a:pt x="677036" y="5231232"/>
                  </a:lnTo>
                  <a:lnTo>
                    <a:pt x="677144" y="5231232"/>
                  </a:lnTo>
                  <a:lnTo>
                    <a:pt x="677253" y="5231232"/>
                  </a:lnTo>
                  <a:lnTo>
                    <a:pt x="677361" y="5231232"/>
                  </a:lnTo>
                  <a:lnTo>
                    <a:pt x="677469" y="5231232"/>
                  </a:lnTo>
                  <a:lnTo>
                    <a:pt x="677578" y="5231232"/>
                  </a:lnTo>
                  <a:lnTo>
                    <a:pt x="677578" y="5230608"/>
                  </a:lnTo>
                  <a:lnTo>
                    <a:pt x="677686" y="5230608"/>
                  </a:lnTo>
                  <a:lnTo>
                    <a:pt x="677795" y="5230608"/>
                  </a:lnTo>
                  <a:lnTo>
                    <a:pt x="677903" y="5230608"/>
                  </a:lnTo>
                  <a:lnTo>
                    <a:pt x="677903" y="5229984"/>
                  </a:lnTo>
                  <a:lnTo>
                    <a:pt x="678012" y="5229984"/>
                  </a:lnTo>
                  <a:lnTo>
                    <a:pt x="678120" y="5229984"/>
                  </a:lnTo>
                  <a:lnTo>
                    <a:pt x="678229" y="5229984"/>
                  </a:lnTo>
                  <a:lnTo>
                    <a:pt x="678337" y="5229984"/>
                  </a:lnTo>
                  <a:lnTo>
                    <a:pt x="678337" y="5229361"/>
                  </a:lnTo>
                  <a:lnTo>
                    <a:pt x="678445" y="5229361"/>
                  </a:lnTo>
                  <a:lnTo>
                    <a:pt x="678554" y="5229361"/>
                  </a:lnTo>
                  <a:lnTo>
                    <a:pt x="678662" y="5229361"/>
                  </a:lnTo>
                  <a:lnTo>
                    <a:pt x="678771" y="5229361"/>
                  </a:lnTo>
                  <a:lnTo>
                    <a:pt x="678771" y="5228737"/>
                  </a:lnTo>
                  <a:lnTo>
                    <a:pt x="678879" y="5228737"/>
                  </a:lnTo>
                  <a:lnTo>
                    <a:pt x="678988" y="5228737"/>
                  </a:lnTo>
                  <a:lnTo>
                    <a:pt x="679096" y="5228737"/>
                  </a:lnTo>
                  <a:lnTo>
                    <a:pt x="679205" y="5228737"/>
                  </a:lnTo>
                  <a:lnTo>
                    <a:pt x="679313" y="5228737"/>
                  </a:lnTo>
                  <a:lnTo>
                    <a:pt x="679421" y="5228737"/>
                  </a:lnTo>
                  <a:lnTo>
                    <a:pt x="679530" y="5228737"/>
                  </a:lnTo>
                  <a:lnTo>
                    <a:pt x="679638" y="5228737"/>
                  </a:lnTo>
                  <a:lnTo>
                    <a:pt x="679747" y="5228737"/>
                  </a:lnTo>
                  <a:lnTo>
                    <a:pt x="679855" y="5228737"/>
                  </a:lnTo>
                  <a:lnTo>
                    <a:pt x="679964" y="5228737"/>
                  </a:lnTo>
                  <a:lnTo>
                    <a:pt x="680072" y="5228737"/>
                  </a:lnTo>
                  <a:lnTo>
                    <a:pt x="680181" y="5228737"/>
                  </a:lnTo>
                  <a:lnTo>
                    <a:pt x="680289" y="5228737"/>
                  </a:lnTo>
                  <a:lnTo>
                    <a:pt x="680398" y="5228737"/>
                  </a:lnTo>
                  <a:lnTo>
                    <a:pt x="680506" y="5228737"/>
                  </a:lnTo>
                  <a:lnTo>
                    <a:pt x="680506" y="5228114"/>
                  </a:lnTo>
                  <a:lnTo>
                    <a:pt x="680614" y="5228114"/>
                  </a:lnTo>
                  <a:lnTo>
                    <a:pt x="680723" y="5228114"/>
                  </a:lnTo>
                  <a:lnTo>
                    <a:pt x="680723" y="5227490"/>
                  </a:lnTo>
                  <a:lnTo>
                    <a:pt x="680831" y="5227490"/>
                  </a:lnTo>
                  <a:lnTo>
                    <a:pt x="680940" y="5227490"/>
                  </a:lnTo>
                  <a:lnTo>
                    <a:pt x="681048" y="5227490"/>
                  </a:lnTo>
                  <a:lnTo>
                    <a:pt x="681157" y="5227490"/>
                  </a:lnTo>
                  <a:lnTo>
                    <a:pt x="681265" y="5227490"/>
                  </a:lnTo>
                  <a:lnTo>
                    <a:pt x="681374" y="5227490"/>
                  </a:lnTo>
                  <a:lnTo>
                    <a:pt x="681374" y="5226866"/>
                  </a:lnTo>
                  <a:lnTo>
                    <a:pt x="681482" y="5226866"/>
                  </a:lnTo>
                  <a:lnTo>
                    <a:pt x="681590" y="5226866"/>
                  </a:lnTo>
                  <a:lnTo>
                    <a:pt x="681590" y="5226243"/>
                  </a:lnTo>
                  <a:lnTo>
                    <a:pt x="681699" y="5226243"/>
                  </a:lnTo>
                  <a:lnTo>
                    <a:pt x="681807" y="5226243"/>
                  </a:lnTo>
                  <a:lnTo>
                    <a:pt x="681807" y="5225619"/>
                  </a:lnTo>
                  <a:lnTo>
                    <a:pt x="681916" y="5225619"/>
                  </a:lnTo>
                  <a:lnTo>
                    <a:pt x="682024" y="5225619"/>
                  </a:lnTo>
                  <a:lnTo>
                    <a:pt x="682133" y="5225619"/>
                  </a:lnTo>
                  <a:lnTo>
                    <a:pt x="682133" y="5224996"/>
                  </a:lnTo>
                  <a:lnTo>
                    <a:pt x="682241" y="5224996"/>
                  </a:lnTo>
                  <a:lnTo>
                    <a:pt x="682241" y="5224372"/>
                  </a:lnTo>
                  <a:lnTo>
                    <a:pt x="682350" y="5224372"/>
                  </a:lnTo>
                  <a:lnTo>
                    <a:pt x="682458" y="5224372"/>
                  </a:lnTo>
                  <a:lnTo>
                    <a:pt x="682566" y="5224372"/>
                  </a:lnTo>
                  <a:lnTo>
                    <a:pt x="682675" y="5224372"/>
                  </a:lnTo>
                  <a:lnTo>
                    <a:pt x="682783" y="5224372"/>
                  </a:lnTo>
                  <a:lnTo>
                    <a:pt x="682892" y="5224372"/>
                  </a:lnTo>
                  <a:lnTo>
                    <a:pt x="683000" y="5224372"/>
                  </a:lnTo>
                  <a:lnTo>
                    <a:pt x="683109" y="5224372"/>
                  </a:lnTo>
                  <a:lnTo>
                    <a:pt x="683217" y="5224372"/>
                  </a:lnTo>
                  <a:lnTo>
                    <a:pt x="683326" y="5224372"/>
                  </a:lnTo>
                  <a:lnTo>
                    <a:pt x="683326" y="5223749"/>
                  </a:lnTo>
                  <a:lnTo>
                    <a:pt x="683434" y="5223749"/>
                  </a:lnTo>
                  <a:lnTo>
                    <a:pt x="683434" y="5223125"/>
                  </a:lnTo>
                  <a:lnTo>
                    <a:pt x="683542" y="5223125"/>
                  </a:lnTo>
                  <a:lnTo>
                    <a:pt x="683651" y="5223125"/>
                  </a:lnTo>
                  <a:lnTo>
                    <a:pt x="683759" y="5223125"/>
                  </a:lnTo>
                  <a:lnTo>
                    <a:pt x="683868" y="5223125"/>
                  </a:lnTo>
                  <a:lnTo>
                    <a:pt x="683868" y="5222501"/>
                  </a:lnTo>
                  <a:lnTo>
                    <a:pt x="683976" y="5222501"/>
                  </a:lnTo>
                  <a:lnTo>
                    <a:pt x="683976" y="5221878"/>
                  </a:lnTo>
                  <a:lnTo>
                    <a:pt x="684085" y="5221878"/>
                  </a:lnTo>
                  <a:lnTo>
                    <a:pt x="684193" y="5221878"/>
                  </a:lnTo>
                  <a:lnTo>
                    <a:pt x="684302" y="5221878"/>
                  </a:lnTo>
                  <a:lnTo>
                    <a:pt x="684410" y="5221878"/>
                  </a:lnTo>
                  <a:lnTo>
                    <a:pt x="684519" y="5221878"/>
                  </a:lnTo>
                  <a:lnTo>
                    <a:pt x="684627" y="5221878"/>
                  </a:lnTo>
                  <a:lnTo>
                    <a:pt x="684627" y="5221254"/>
                  </a:lnTo>
                  <a:lnTo>
                    <a:pt x="684735" y="5221254"/>
                  </a:lnTo>
                  <a:lnTo>
                    <a:pt x="684844" y="5221254"/>
                  </a:lnTo>
                  <a:lnTo>
                    <a:pt x="684952" y="5221254"/>
                  </a:lnTo>
                  <a:lnTo>
                    <a:pt x="685061" y="5221254"/>
                  </a:lnTo>
                  <a:lnTo>
                    <a:pt x="685169" y="5221254"/>
                  </a:lnTo>
                  <a:lnTo>
                    <a:pt x="685278" y="5221254"/>
                  </a:lnTo>
                  <a:lnTo>
                    <a:pt x="685278" y="5220631"/>
                  </a:lnTo>
                  <a:lnTo>
                    <a:pt x="685386" y="5220631"/>
                  </a:lnTo>
                  <a:lnTo>
                    <a:pt x="685386" y="5220007"/>
                  </a:lnTo>
                  <a:lnTo>
                    <a:pt x="685495" y="5220007"/>
                  </a:lnTo>
                  <a:lnTo>
                    <a:pt x="685603" y="5220007"/>
                  </a:lnTo>
                  <a:lnTo>
                    <a:pt x="685711" y="5220007"/>
                  </a:lnTo>
                  <a:lnTo>
                    <a:pt x="685711" y="5219384"/>
                  </a:lnTo>
                  <a:lnTo>
                    <a:pt x="685711" y="5218760"/>
                  </a:lnTo>
                  <a:lnTo>
                    <a:pt x="685711" y="5218136"/>
                  </a:lnTo>
                  <a:lnTo>
                    <a:pt x="685820" y="5218136"/>
                  </a:lnTo>
                  <a:lnTo>
                    <a:pt x="685928" y="5218136"/>
                  </a:lnTo>
                  <a:lnTo>
                    <a:pt x="686037" y="5218136"/>
                  </a:lnTo>
                  <a:lnTo>
                    <a:pt x="686037" y="5217513"/>
                  </a:lnTo>
                  <a:lnTo>
                    <a:pt x="686145" y="5217513"/>
                  </a:lnTo>
                  <a:lnTo>
                    <a:pt x="686254" y="5217513"/>
                  </a:lnTo>
                  <a:lnTo>
                    <a:pt x="686362" y="5217513"/>
                  </a:lnTo>
                  <a:lnTo>
                    <a:pt x="686471" y="5217513"/>
                  </a:lnTo>
                  <a:lnTo>
                    <a:pt x="686579" y="5217513"/>
                  </a:lnTo>
                  <a:lnTo>
                    <a:pt x="686687" y="5217513"/>
                  </a:lnTo>
                  <a:lnTo>
                    <a:pt x="686687" y="5216889"/>
                  </a:lnTo>
                  <a:lnTo>
                    <a:pt x="686796" y="5216889"/>
                  </a:lnTo>
                  <a:lnTo>
                    <a:pt x="686904" y="5216889"/>
                  </a:lnTo>
                  <a:lnTo>
                    <a:pt x="686904" y="5216266"/>
                  </a:lnTo>
                  <a:lnTo>
                    <a:pt x="687013" y="5216266"/>
                  </a:lnTo>
                  <a:lnTo>
                    <a:pt x="687121" y="5216266"/>
                  </a:lnTo>
                  <a:lnTo>
                    <a:pt x="687121" y="5215642"/>
                  </a:lnTo>
                  <a:lnTo>
                    <a:pt x="687230" y="5215642"/>
                  </a:lnTo>
                  <a:lnTo>
                    <a:pt x="687338" y="5215642"/>
                  </a:lnTo>
                  <a:lnTo>
                    <a:pt x="687447" y="5215642"/>
                  </a:lnTo>
                  <a:lnTo>
                    <a:pt x="687555" y="5215642"/>
                  </a:lnTo>
                  <a:lnTo>
                    <a:pt x="687663" y="5215642"/>
                  </a:lnTo>
                  <a:lnTo>
                    <a:pt x="687772" y="5215642"/>
                  </a:lnTo>
                  <a:lnTo>
                    <a:pt x="687772" y="5215018"/>
                  </a:lnTo>
                  <a:lnTo>
                    <a:pt x="687880" y="5215018"/>
                  </a:lnTo>
                  <a:lnTo>
                    <a:pt x="687880" y="5214395"/>
                  </a:lnTo>
                  <a:lnTo>
                    <a:pt x="687989" y="5214395"/>
                  </a:lnTo>
                  <a:lnTo>
                    <a:pt x="688097" y="5214395"/>
                  </a:lnTo>
                  <a:lnTo>
                    <a:pt x="688206" y="5214395"/>
                  </a:lnTo>
                  <a:lnTo>
                    <a:pt x="688314" y="5214395"/>
                  </a:lnTo>
                  <a:lnTo>
                    <a:pt x="688423" y="5214395"/>
                  </a:lnTo>
                  <a:lnTo>
                    <a:pt x="688531" y="5214395"/>
                  </a:lnTo>
                  <a:lnTo>
                    <a:pt x="688531" y="5213771"/>
                  </a:lnTo>
                  <a:lnTo>
                    <a:pt x="688639" y="5213771"/>
                  </a:lnTo>
                  <a:lnTo>
                    <a:pt x="688748" y="5213771"/>
                  </a:lnTo>
                  <a:lnTo>
                    <a:pt x="688856" y="5213771"/>
                  </a:lnTo>
                  <a:lnTo>
                    <a:pt x="688856" y="5213148"/>
                  </a:lnTo>
                  <a:lnTo>
                    <a:pt x="688965" y="5213148"/>
                  </a:lnTo>
                  <a:lnTo>
                    <a:pt x="689073" y="5213148"/>
                  </a:lnTo>
                  <a:lnTo>
                    <a:pt x="689073" y="5212524"/>
                  </a:lnTo>
                  <a:lnTo>
                    <a:pt x="689182" y="5212524"/>
                  </a:lnTo>
                  <a:lnTo>
                    <a:pt x="689290" y="5212524"/>
                  </a:lnTo>
                  <a:lnTo>
                    <a:pt x="689399" y="5212524"/>
                  </a:lnTo>
                  <a:lnTo>
                    <a:pt x="689399" y="5211901"/>
                  </a:lnTo>
                  <a:lnTo>
                    <a:pt x="689507" y="5211901"/>
                  </a:lnTo>
                  <a:lnTo>
                    <a:pt x="689507" y="5211277"/>
                  </a:lnTo>
                  <a:lnTo>
                    <a:pt x="689507" y="5210653"/>
                  </a:lnTo>
                  <a:lnTo>
                    <a:pt x="689616" y="5210653"/>
                  </a:lnTo>
                  <a:lnTo>
                    <a:pt x="689616" y="5210030"/>
                  </a:lnTo>
                  <a:lnTo>
                    <a:pt x="689724" y="5210030"/>
                  </a:lnTo>
                  <a:lnTo>
                    <a:pt x="689832" y="5210030"/>
                  </a:lnTo>
                  <a:lnTo>
                    <a:pt x="689832" y="5209406"/>
                  </a:lnTo>
                  <a:lnTo>
                    <a:pt x="689832" y="5208783"/>
                  </a:lnTo>
                  <a:lnTo>
                    <a:pt x="689832" y="5208159"/>
                  </a:lnTo>
                  <a:lnTo>
                    <a:pt x="689941" y="5208159"/>
                  </a:lnTo>
                  <a:lnTo>
                    <a:pt x="690049" y="5208159"/>
                  </a:lnTo>
                  <a:lnTo>
                    <a:pt x="690158" y="5208159"/>
                  </a:lnTo>
                  <a:lnTo>
                    <a:pt x="690266" y="5208159"/>
                  </a:lnTo>
                  <a:lnTo>
                    <a:pt x="690375" y="5208159"/>
                  </a:lnTo>
                  <a:lnTo>
                    <a:pt x="690483" y="5208159"/>
                  </a:lnTo>
                  <a:lnTo>
                    <a:pt x="690592" y="5208159"/>
                  </a:lnTo>
                  <a:lnTo>
                    <a:pt x="690700" y="5208159"/>
                  </a:lnTo>
                  <a:lnTo>
                    <a:pt x="690808" y="5208159"/>
                  </a:lnTo>
                  <a:lnTo>
                    <a:pt x="690917" y="5208159"/>
                  </a:lnTo>
                  <a:lnTo>
                    <a:pt x="691025" y="5208159"/>
                  </a:lnTo>
                  <a:lnTo>
                    <a:pt x="691134" y="5208159"/>
                  </a:lnTo>
                  <a:lnTo>
                    <a:pt x="691242" y="5208159"/>
                  </a:lnTo>
                  <a:lnTo>
                    <a:pt x="691242" y="5207535"/>
                  </a:lnTo>
                  <a:lnTo>
                    <a:pt x="691351" y="5207535"/>
                  </a:lnTo>
                  <a:lnTo>
                    <a:pt x="691459" y="5207535"/>
                  </a:lnTo>
                  <a:lnTo>
                    <a:pt x="691568" y="5207535"/>
                  </a:lnTo>
                  <a:lnTo>
                    <a:pt x="691676" y="5207535"/>
                  </a:lnTo>
                  <a:lnTo>
                    <a:pt x="691784" y="5207535"/>
                  </a:lnTo>
                  <a:lnTo>
                    <a:pt x="691893" y="5207535"/>
                  </a:lnTo>
                  <a:lnTo>
                    <a:pt x="692001" y="5207535"/>
                  </a:lnTo>
                  <a:lnTo>
                    <a:pt x="692110" y="5207535"/>
                  </a:lnTo>
                  <a:lnTo>
                    <a:pt x="692218" y="5207535"/>
                  </a:lnTo>
                  <a:lnTo>
                    <a:pt x="692327" y="5207535"/>
                  </a:lnTo>
                  <a:lnTo>
                    <a:pt x="692435" y="5207535"/>
                  </a:lnTo>
                  <a:lnTo>
                    <a:pt x="692435" y="5206912"/>
                  </a:lnTo>
                  <a:lnTo>
                    <a:pt x="692544" y="5206912"/>
                  </a:lnTo>
                  <a:lnTo>
                    <a:pt x="692652" y="5206912"/>
                  </a:lnTo>
                  <a:lnTo>
                    <a:pt x="692760" y="5206912"/>
                  </a:lnTo>
                  <a:lnTo>
                    <a:pt x="692869" y="5206912"/>
                  </a:lnTo>
                  <a:lnTo>
                    <a:pt x="692869" y="5206288"/>
                  </a:lnTo>
                  <a:lnTo>
                    <a:pt x="692977" y="5206288"/>
                  </a:lnTo>
                  <a:lnTo>
                    <a:pt x="692977" y="5205665"/>
                  </a:lnTo>
                  <a:lnTo>
                    <a:pt x="693086" y="5205665"/>
                  </a:lnTo>
                  <a:lnTo>
                    <a:pt x="693194" y="5205665"/>
                  </a:lnTo>
                  <a:lnTo>
                    <a:pt x="693303" y="5205665"/>
                  </a:lnTo>
                  <a:lnTo>
                    <a:pt x="693411" y="5205665"/>
                  </a:lnTo>
                  <a:lnTo>
                    <a:pt x="693520" y="5205665"/>
                  </a:lnTo>
                  <a:lnTo>
                    <a:pt x="693520" y="5205041"/>
                  </a:lnTo>
                  <a:lnTo>
                    <a:pt x="693628" y="5205041"/>
                  </a:lnTo>
                  <a:lnTo>
                    <a:pt x="693737" y="5205041"/>
                  </a:lnTo>
                  <a:lnTo>
                    <a:pt x="693845" y="5205041"/>
                  </a:lnTo>
                  <a:lnTo>
                    <a:pt x="693953" y="5205041"/>
                  </a:lnTo>
                  <a:lnTo>
                    <a:pt x="694062" y="5205041"/>
                  </a:lnTo>
                  <a:lnTo>
                    <a:pt x="694062" y="5204418"/>
                  </a:lnTo>
                  <a:lnTo>
                    <a:pt x="694170" y="5204418"/>
                  </a:lnTo>
                  <a:lnTo>
                    <a:pt x="694279" y="5204418"/>
                  </a:lnTo>
                  <a:lnTo>
                    <a:pt x="694387" y="5204418"/>
                  </a:lnTo>
                  <a:lnTo>
                    <a:pt x="694496" y="5204418"/>
                  </a:lnTo>
                  <a:lnTo>
                    <a:pt x="694604" y="5204418"/>
                  </a:lnTo>
                  <a:lnTo>
                    <a:pt x="694713" y="5204418"/>
                  </a:lnTo>
                  <a:lnTo>
                    <a:pt x="694821" y="5204418"/>
                  </a:lnTo>
                  <a:lnTo>
                    <a:pt x="694929" y="5204418"/>
                  </a:lnTo>
                  <a:lnTo>
                    <a:pt x="694929" y="5203794"/>
                  </a:lnTo>
                  <a:lnTo>
                    <a:pt x="695038" y="5203794"/>
                  </a:lnTo>
                  <a:lnTo>
                    <a:pt x="695146" y="5203794"/>
                  </a:lnTo>
                  <a:lnTo>
                    <a:pt x="695146" y="5203170"/>
                  </a:lnTo>
                  <a:lnTo>
                    <a:pt x="695255" y="5203170"/>
                  </a:lnTo>
                  <a:lnTo>
                    <a:pt x="695255" y="5202547"/>
                  </a:lnTo>
                  <a:lnTo>
                    <a:pt x="695363" y="5202547"/>
                  </a:lnTo>
                  <a:lnTo>
                    <a:pt x="695472" y="5202547"/>
                  </a:lnTo>
                  <a:lnTo>
                    <a:pt x="695580" y="5202547"/>
                  </a:lnTo>
                  <a:lnTo>
                    <a:pt x="695689" y="5202547"/>
                  </a:lnTo>
                  <a:lnTo>
                    <a:pt x="695797" y="5202547"/>
                  </a:lnTo>
                  <a:lnTo>
                    <a:pt x="695905" y="5202547"/>
                  </a:lnTo>
                  <a:lnTo>
                    <a:pt x="695905" y="5201923"/>
                  </a:lnTo>
                  <a:lnTo>
                    <a:pt x="695905" y="5201300"/>
                  </a:lnTo>
                  <a:lnTo>
                    <a:pt x="695905" y="5200676"/>
                  </a:lnTo>
                  <a:lnTo>
                    <a:pt x="695905" y="5200052"/>
                  </a:lnTo>
                  <a:lnTo>
                    <a:pt x="696014" y="5200052"/>
                  </a:lnTo>
                  <a:lnTo>
                    <a:pt x="696122" y="5200052"/>
                  </a:lnTo>
                  <a:lnTo>
                    <a:pt x="696231" y="5200052"/>
                  </a:lnTo>
                  <a:lnTo>
                    <a:pt x="696231" y="5199429"/>
                  </a:lnTo>
                  <a:lnTo>
                    <a:pt x="696339" y="5199429"/>
                  </a:lnTo>
                  <a:lnTo>
                    <a:pt x="696448" y="5199429"/>
                  </a:lnTo>
                  <a:lnTo>
                    <a:pt x="696556" y="5199429"/>
                  </a:lnTo>
                  <a:lnTo>
                    <a:pt x="696665" y="5199429"/>
                  </a:lnTo>
                  <a:lnTo>
                    <a:pt x="696773" y="5199429"/>
                  </a:lnTo>
                  <a:lnTo>
                    <a:pt x="696773" y="5198805"/>
                  </a:lnTo>
                  <a:lnTo>
                    <a:pt x="696881" y="5198805"/>
                  </a:lnTo>
                  <a:lnTo>
                    <a:pt x="696990" y="5198805"/>
                  </a:lnTo>
                  <a:lnTo>
                    <a:pt x="697098" y="5198805"/>
                  </a:lnTo>
                  <a:lnTo>
                    <a:pt x="697098" y="5198182"/>
                  </a:lnTo>
                  <a:lnTo>
                    <a:pt x="697207" y="5198182"/>
                  </a:lnTo>
                  <a:lnTo>
                    <a:pt x="697315" y="5198182"/>
                  </a:lnTo>
                  <a:lnTo>
                    <a:pt x="697424" y="5198182"/>
                  </a:lnTo>
                  <a:lnTo>
                    <a:pt x="697532" y="5198182"/>
                  </a:lnTo>
                  <a:lnTo>
                    <a:pt x="697641" y="5198182"/>
                  </a:lnTo>
                  <a:lnTo>
                    <a:pt x="697749" y="5198182"/>
                  </a:lnTo>
                  <a:lnTo>
                    <a:pt x="697749" y="5197558"/>
                  </a:lnTo>
                  <a:lnTo>
                    <a:pt x="697858" y="5197558"/>
                  </a:lnTo>
                  <a:lnTo>
                    <a:pt x="697966" y="5197558"/>
                  </a:lnTo>
                  <a:lnTo>
                    <a:pt x="698074" y="5197558"/>
                  </a:lnTo>
                  <a:lnTo>
                    <a:pt x="698183" y="5197558"/>
                  </a:lnTo>
                  <a:lnTo>
                    <a:pt x="698291" y="5197558"/>
                  </a:lnTo>
                  <a:lnTo>
                    <a:pt x="698291" y="5196935"/>
                  </a:lnTo>
                  <a:lnTo>
                    <a:pt x="698291" y="5196311"/>
                  </a:lnTo>
                  <a:lnTo>
                    <a:pt x="698400" y="5196311"/>
                  </a:lnTo>
                  <a:lnTo>
                    <a:pt x="698508" y="5196311"/>
                  </a:lnTo>
                  <a:lnTo>
                    <a:pt x="698617" y="5196311"/>
                  </a:lnTo>
                  <a:lnTo>
                    <a:pt x="698725" y="5196311"/>
                  </a:lnTo>
                  <a:lnTo>
                    <a:pt x="698725" y="5195687"/>
                  </a:lnTo>
                  <a:lnTo>
                    <a:pt x="698834" y="5195687"/>
                  </a:lnTo>
                  <a:lnTo>
                    <a:pt x="698942" y="5195687"/>
                  </a:lnTo>
                  <a:lnTo>
                    <a:pt x="698942" y="5195064"/>
                  </a:lnTo>
                  <a:lnTo>
                    <a:pt x="699050" y="5195064"/>
                  </a:lnTo>
                  <a:lnTo>
                    <a:pt x="699159" y="5195064"/>
                  </a:lnTo>
                  <a:lnTo>
                    <a:pt x="699267" y="5195064"/>
                  </a:lnTo>
                  <a:lnTo>
                    <a:pt x="699267" y="5194440"/>
                  </a:lnTo>
                  <a:lnTo>
                    <a:pt x="699376" y="5194440"/>
                  </a:lnTo>
                  <a:lnTo>
                    <a:pt x="699484" y="5194440"/>
                  </a:lnTo>
                  <a:lnTo>
                    <a:pt x="699593" y="5194440"/>
                  </a:lnTo>
                  <a:lnTo>
                    <a:pt x="699593" y="5193817"/>
                  </a:lnTo>
                  <a:lnTo>
                    <a:pt x="699701" y="5193817"/>
                  </a:lnTo>
                  <a:lnTo>
                    <a:pt x="699810" y="5193817"/>
                  </a:lnTo>
                  <a:lnTo>
                    <a:pt x="699918" y="5193817"/>
                  </a:lnTo>
                  <a:lnTo>
                    <a:pt x="700026" y="5193817"/>
                  </a:lnTo>
                  <a:lnTo>
                    <a:pt x="700135" y="5193817"/>
                  </a:lnTo>
                  <a:lnTo>
                    <a:pt x="700243" y="5193817"/>
                  </a:lnTo>
                  <a:lnTo>
                    <a:pt x="700352" y="5193817"/>
                  </a:lnTo>
                  <a:lnTo>
                    <a:pt x="700460" y="5193817"/>
                  </a:lnTo>
                  <a:lnTo>
                    <a:pt x="700569" y="5193817"/>
                  </a:lnTo>
                  <a:lnTo>
                    <a:pt x="700569" y="5193193"/>
                  </a:lnTo>
                  <a:lnTo>
                    <a:pt x="700677" y="5193193"/>
                  </a:lnTo>
                  <a:lnTo>
                    <a:pt x="700786" y="5193193"/>
                  </a:lnTo>
                  <a:lnTo>
                    <a:pt x="700894" y="5193193"/>
                  </a:lnTo>
                  <a:lnTo>
                    <a:pt x="700894" y="5192569"/>
                  </a:lnTo>
                  <a:lnTo>
                    <a:pt x="701002" y="5192569"/>
                  </a:lnTo>
                  <a:lnTo>
                    <a:pt x="701111" y="5192569"/>
                  </a:lnTo>
                  <a:lnTo>
                    <a:pt x="701219" y="5192569"/>
                  </a:lnTo>
                  <a:lnTo>
                    <a:pt x="701328" y="5192569"/>
                  </a:lnTo>
                  <a:lnTo>
                    <a:pt x="701436" y="5192569"/>
                  </a:lnTo>
                  <a:lnTo>
                    <a:pt x="701436" y="5191946"/>
                  </a:lnTo>
                  <a:lnTo>
                    <a:pt x="701545" y="5191946"/>
                  </a:lnTo>
                  <a:lnTo>
                    <a:pt x="701653" y="5191946"/>
                  </a:lnTo>
                  <a:lnTo>
                    <a:pt x="701762" y="5191946"/>
                  </a:lnTo>
                  <a:lnTo>
                    <a:pt x="701870" y="5191946"/>
                  </a:lnTo>
                  <a:lnTo>
                    <a:pt x="701979" y="5191946"/>
                  </a:lnTo>
                  <a:lnTo>
                    <a:pt x="702087" y="5191946"/>
                  </a:lnTo>
                  <a:lnTo>
                    <a:pt x="702195" y="5191946"/>
                  </a:lnTo>
                  <a:lnTo>
                    <a:pt x="702304" y="5191946"/>
                  </a:lnTo>
                  <a:lnTo>
                    <a:pt x="702412" y="5191946"/>
                  </a:lnTo>
                  <a:lnTo>
                    <a:pt x="702521" y="5191946"/>
                  </a:lnTo>
                  <a:lnTo>
                    <a:pt x="702629" y="5191946"/>
                  </a:lnTo>
                  <a:lnTo>
                    <a:pt x="702738" y="5191946"/>
                  </a:lnTo>
                  <a:lnTo>
                    <a:pt x="702846" y="5191946"/>
                  </a:lnTo>
                  <a:lnTo>
                    <a:pt x="702955" y="5191946"/>
                  </a:lnTo>
                  <a:lnTo>
                    <a:pt x="703063" y="5191946"/>
                  </a:lnTo>
                  <a:lnTo>
                    <a:pt x="703171" y="5191946"/>
                  </a:lnTo>
                  <a:lnTo>
                    <a:pt x="703280" y="5191946"/>
                  </a:lnTo>
                  <a:lnTo>
                    <a:pt x="703388" y="5191946"/>
                  </a:lnTo>
                  <a:lnTo>
                    <a:pt x="703497" y="5191946"/>
                  </a:lnTo>
                  <a:lnTo>
                    <a:pt x="703605" y="5191946"/>
                  </a:lnTo>
                  <a:lnTo>
                    <a:pt x="703714" y="5191946"/>
                  </a:lnTo>
                  <a:lnTo>
                    <a:pt x="703822" y="5191946"/>
                  </a:lnTo>
                  <a:lnTo>
                    <a:pt x="703931" y="5191946"/>
                  </a:lnTo>
                  <a:lnTo>
                    <a:pt x="704039" y="5191946"/>
                  </a:lnTo>
                  <a:lnTo>
                    <a:pt x="704147" y="5191946"/>
                  </a:lnTo>
                  <a:lnTo>
                    <a:pt x="704256" y="5191946"/>
                  </a:lnTo>
                  <a:lnTo>
                    <a:pt x="704364" y="5191946"/>
                  </a:lnTo>
                  <a:lnTo>
                    <a:pt x="704473" y="5191946"/>
                  </a:lnTo>
                  <a:lnTo>
                    <a:pt x="704581" y="5191946"/>
                  </a:lnTo>
                  <a:lnTo>
                    <a:pt x="704581" y="5191322"/>
                  </a:lnTo>
                  <a:lnTo>
                    <a:pt x="704581" y="5190699"/>
                  </a:lnTo>
                  <a:lnTo>
                    <a:pt x="704690" y="5190699"/>
                  </a:lnTo>
                  <a:lnTo>
                    <a:pt x="704690" y="5190075"/>
                  </a:lnTo>
                  <a:lnTo>
                    <a:pt x="704798" y="5190075"/>
                  </a:lnTo>
                  <a:lnTo>
                    <a:pt x="704798" y="5189452"/>
                  </a:lnTo>
                  <a:lnTo>
                    <a:pt x="704907" y="5189452"/>
                  </a:lnTo>
                  <a:lnTo>
                    <a:pt x="705015" y="5189452"/>
                  </a:lnTo>
                  <a:lnTo>
                    <a:pt x="705123" y="5189452"/>
                  </a:lnTo>
                  <a:lnTo>
                    <a:pt x="705232" y="5189452"/>
                  </a:lnTo>
                  <a:lnTo>
                    <a:pt x="705340" y="5189452"/>
                  </a:lnTo>
                  <a:lnTo>
                    <a:pt x="705340" y="5188828"/>
                  </a:lnTo>
                  <a:lnTo>
                    <a:pt x="705449" y="5188828"/>
                  </a:lnTo>
                  <a:lnTo>
                    <a:pt x="705557" y="5188828"/>
                  </a:lnTo>
                  <a:lnTo>
                    <a:pt x="705666" y="5188828"/>
                  </a:lnTo>
                  <a:lnTo>
                    <a:pt x="705666" y="5188204"/>
                  </a:lnTo>
                  <a:lnTo>
                    <a:pt x="705774" y="5188204"/>
                  </a:lnTo>
                  <a:lnTo>
                    <a:pt x="705883" y="5188204"/>
                  </a:lnTo>
                  <a:lnTo>
                    <a:pt x="705991" y="5188204"/>
                  </a:lnTo>
                  <a:lnTo>
                    <a:pt x="706100" y="5188204"/>
                  </a:lnTo>
                  <a:lnTo>
                    <a:pt x="706208" y="5188204"/>
                  </a:lnTo>
                  <a:lnTo>
                    <a:pt x="706316" y="5188204"/>
                  </a:lnTo>
                  <a:lnTo>
                    <a:pt x="706425" y="5188204"/>
                  </a:lnTo>
                  <a:lnTo>
                    <a:pt x="706533" y="5188204"/>
                  </a:lnTo>
                  <a:lnTo>
                    <a:pt x="706642" y="5188204"/>
                  </a:lnTo>
                  <a:lnTo>
                    <a:pt x="706750" y="5188204"/>
                  </a:lnTo>
                  <a:lnTo>
                    <a:pt x="706859" y="5188204"/>
                  </a:lnTo>
                  <a:lnTo>
                    <a:pt x="706967" y="5188204"/>
                  </a:lnTo>
                  <a:lnTo>
                    <a:pt x="707076" y="5188204"/>
                  </a:lnTo>
                  <a:lnTo>
                    <a:pt x="707076" y="5187581"/>
                  </a:lnTo>
                  <a:lnTo>
                    <a:pt x="707184" y="5187581"/>
                  </a:lnTo>
                  <a:lnTo>
                    <a:pt x="707292" y="5187581"/>
                  </a:lnTo>
                  <a:lnTo>
                    <a:pt x="707401" y="5187581"/>
                  </a:lnTo>
                  <a:lnTo>
                    <a:pt x="707509" y="5187581"/>
                  </a:lnTo>
                  <a:lnTo>
                    <a:pt x="707618" y="5187581"/>
                  </a:lnTo>
                  <a:lnTo>
                    <a:pt x="707726" y="5187581"/>
                  </a:lnTo>
                  <a:lnTo>
                    <a:pt x="707835" y="5187581"/>
                  </a:lnTo>
                  <a:lnTo>
                    <a:pt x="707943" y="5187581"/>
                  </a:lnTo>
                  <a:lnTo>
                    <a:pt x="708052" y="5187581"/>
                  </a:lnTo>
                  <a:lnTo>
                    <a:pt x="708160" y="5187581"/>
                  </a:lnTo>
                  <a:lnTo>
                    <a:pt x="708268" y="5187581"/>
                  </a:lnTo>
                  <a:lnTo>
                    <a:pt x="708377" y="5187581"/>
                  </a:lnTo>
                  <a:lnTo>
                    <a:pt x="708377" y="5186957"/>
                  </a:lnTo>
                  <a:lnTo>
                    <a:pt x="708485" y="5186957"/>
                  </a:lnTo>
                  <a:lnTo>
                    <a:pt x="708594" y="5186957"/>
                  </a:lnTo>
                  <a:lnTo>
                    <a:pt x="708702" y="5186957"/>
                  </a:lnTo>
                  <a:lnTo>
                    <a:pt x="708811" y="5186957"/>
                  </a:lnTo>
                  <a:lnTo>
                    <a:pt x="708919" y="5186957"/>
                  </a:lnTo>
                  <a:lnTo>
                    <a:pt x="709028" y="5186957"/>
                  </a:lnTo>
                  <a:lnTo>
                    <a:pt x="709136" y="5186957"/>
                  </a:lnTo>
                  <a:lnTo>
                    <a:pt x="709244" y="5186957"/>
                  </a:lnTo>
                  <a:lnTo>
                    <a:pt x="709353" y="5186957"/>
                  </a:lnTo>
                  <a:lnTo>
                    <a:pt x="709353" y="5186334"/>
                  </a:lnTo>
                  <a:lnTo>
                    <a:pt x="709353" y="5185710"/>
                  </a:lnTo>
                  <a:lnTo>
                    <a:pt x="709461" y="5185710"/>
                  </a:lnTo>
                  <a:lnTo>
                    <a:pt x="709570" y="5185710"/>
                  </a:lnTo>
                  <a:lnTo>
                    <a:pt x="709678" y="5185710"/>
                  </a:lnTo>
                  <a:lnTo>
                    <a:pt x="709787" y="5185710"/>
                  </a:lnTo>
                  <a:lnTo>
                    <a:pt x="709895" y="5185710"/>
                  </a:lnTo>
                  <a:lnTo>
                    <a:pt x="709895" y="5185086"/>
                  </a:lnTo>
                  <a:lnTo>
                    <a:pt x="710004" y="5185086"/>
                  </a:lnTo>
                  <a:lnTo>
                    <a:pt x="710004" y="5184463"/>
                  </a:lnTo>
                  <a:lnTo>
                    <a:pt x="710112" y="5184463"/>
                  </a:lnTo>
                  <a:lnTo>
                    <a:pt x="710221" y="5184463"/>
                  </a:lnTo>
                  <a:lnTo>
                    <a:pt x="710329" y="5184463"/>
                  </a:lnTo>
                  <a:lnTo>
                    <a:pt x="710329" y="5183839"/>
                  </a:lnTo>
                  <a:lnTo>
                    <a:pt x="710437" y="5183839"/>
                  </a:lnTo>
                  <a:lnTo>
                    <a:pt x="710437" y="5183216"/>
                  </a:lnTo>
                  <a:lnTo>
                    <a:pt x="710546" y="5183216"/>
                  </a:lnTo>
                  <a:lnTo>
                    <a:pt x="710654" y="5183216"/>
                  </a:lnTo>
                  <a:lnTo>
                    <a:pt x="710763" y="5183216"/>
                  </a:lnTo>
                  <a:lnTo>
                    <a:pt x="710871" y="5183216"/>
                  </a:lnTo>
                  <a:lnTo>
                    <a:pt x="710980" y="5183216"/>
                  </a:lnTo>
                  <a:lnTo>
                    <a:pt x="711088" y="5183216"/>
                  </a:lnTo>
                  <a:lnTo>
                    <a:pt x="711197" y="5183216"/>
                  </a:lnTo>
                  <a:lnTo>
                    <a:pt x="711305" y="5183216"/>
                  </a:lnTo>
                  <a:lnTo>
                    <a:pt x="711413" y="5183216"/>
                  </a:lnTo>
                  <a:lnTo>
                    <a:pt x="711522" y="5183216"/>
                  </a:lnTo>
                  <a:lnTo>
                    <a:pt x="711630" y="5183216"/>
                  </a:lnTo>
                  <a:lnTo>
                    <a:pt x="711739" y="5183216"/>
                  </a:lnTo>
                  <a:lnTo>
                    <a:pt x="711847" y="5183216"/>
                  </a:lnTo>
                  <a:lnTo>
                    <a:pt x="711956" y="5183216"/>
                  </a:lnTo>
                  <a:lnTo>
                    <a:pt x="712064" y="5183216"/>
                  </a:lnTo>
                  <a:lnTo>
                    <a:pt x="712064" y="5182592"/>
                  </a:lnTo>
                  <a:lnTo>
                    <a:pt x="712173" y="5182592"/>
                  </a:lnTo>
                  <a:lnTo>
                    <a:pt x="712281" y="5182592"/>
                  </a:lnTo>
                  <a:lnTo>
                    <a:pt x="712281" y="5181969"/>
                  </a:lnTo>
                  <a:lnTo>
                    <a:pt x="712389" y="5181969"/>
                  </a:lnTo>
                  <a:lnTo>
                    <a:pt x="712498" y="5181969"/>
                  </a:lnTo>
                  <a:lnTo>
                    <a:pt x="712606" y="5181969"/>
                  </a:lnTo>
                  <a:lnTo>
                    <a:pt x="712715" y="5181969"/>
                  </a:lnTo>
                  <a:lnTo>
                    <a:pt x="712823" y="5181969"/>
                  </a:lnTo>
                  <a:lnTo>
                    <a:pt x="712932" y="5181969"/>
                  </a:lnTo>
                  <a:lnTo>
                    <a:pt x="713040" y="5181969"/>
                  </a:lnTo>
                  <a:lnTo>
                    <a:pt x="713149" y="5181969"/>
                  </a:lnTo>
                  <a:lnTo>
                    <a:pt x="713257" y="5181969"/>
                  </a:lnTo>
                  <a:lnTo>
                    <a:pt x="713257" y="5181345"/>
                  </a:lnTo>
                  <a:lnTo>
                    <a:pt x="713365" y="5181345"/>
                  </a:lnTo>
                  <a:lnTo>
                    <a:pt x="713474" y="5181345"/>
                  </a:lnTo>
                  <a:lnTo>
                    <a:pt x="713474" y="5180721"/>
                  </a:lnTo>
                  <a:lnTo>
                    <a:pt x="713474" y="5180098"/>
                  </a:lnTo>
                  <a:lnTo>
                    <a:pt x="713582" y="5180098"/>
                  </a:lnTo>
                  <a:lnTo>
                    <a:pt x="713582" y="5179474"/>
                  </a:lnTo>
                  <a:lnTo>
                    <a:pt x="713582" y="5178851"/>
                  </a:lnTo>
                  <a:lnTo>
                    <a:pt x="713691" y="5178851"/>
                  </a:lnTo>
                  <a:lnTo>
                    <a:pt x="713691" y="5178227"/>
                  </a:lnTo>
                  <a:lnTo>
                    <a:pt x="713799" y="5178227"/>
                  </a:lnTo>
                  <a:lnTo>
                    <a:pt x="713908" y="5178227"/>
                  </a:lnTo>
                  <a:lnTo>
                    <a:pt x="714016" y="5178227"/>
                  </a:lnTo>
                  <a:lnTo>
                    <a:pt x="714016" y="5177603"/>
                  </a:lnTo>
                  <a:lnTo>
                    <a:pt x="714125" y="5177603"/>
                  </a:lnTo>
                  <a:lnTo>
                    <a:pt x="714125" y="5176980"/>
                  </a:lnTo>
                  <a:lnTo>
                    <a:pt x="714125" y="5176356"/>
                  </a:lnTo>
                  <a:lnTo>
                    <a:pt x="714233" y="5176356"/>
                  </a:lnTo>
                  <a:lnTo>
                    <a:pt x="714341" y="5176356"/>
                  </a:lnTo>
                  <a:lnTo>
                    <a:pt x="714450" y="5176356"/>
                  </a:lnTo>
                  <a:lnTo>
                    <a:pt x="714558" y="5176356"/>
                  </a:lnTo>
                  <a:lnTo>
                    <a:pt x="714667" y="5176356"/>
                  </a:lnTo>
                  <a:lnTo>
                    <a:pt x="714775" y="5176356"/>
                  </a:lnTo>
                  <a:lnTo>
                    <a:pt x="714884" y="5176356"/>
                  </a:lnTo>
                  <a:lnTo>
                    <a:pt x="714992" y="5176356"/>
                  </a:lnTo>
                  <a:lnTo>
                    <a:pt x="715101" y="5176356"/>
                  </a:lnTo>
                  <a:lnTo>
                    <a:pt x="715209" y="5176356"/>
                  </a:lnTo>
                  <a:lnTo>
                    <a:pt x="715318" y="5176356"/>
                  </a:lnTo>
                  <a:lnTo>
                    <a:pt x="715426" y="5176356"/>
                  </a:lnTo>
                  <a:lnTo>
                    <a:pt x="715534" y="5176356"/>
                  </a:lnTo>
                  <a:lnTo>
                    <a:pt x="715643" y="5176356"/>
                  </a:lnTo>
                  <a:lnTo>
                    <a:pt x="715751" y="5176356"/>
                  </a:lnTo>
                  <a:lnTo>
                    <a:pt x="715751" y="5175733"/>
                  </a:lnTo>
                  <a:lnTo>
                    <a:pt x="715751" y="5175109"/>
                  </a:lnTo>
                  <a:lnTo>
                    <a:pt x="715860" y="5175109"/>
                  </a:lnTo>
                  <a:lnTo>
                    <a:pt x="715968" y="5175109"/>
                  </a:lnTo>
                  <a:lnTo>
                    <a:pt x="716077" y="5175109"/>
                  </a:lnTo>
                  <a:lnTo>
                    <a:pt x="716077" y="5174486"/>
                  </a:lnTo>
                  <a:lnTo>
                    <a:pt x="716185" y="5174486"/>
                  </a:lnTo>
                  <a:lnTo>
                    <a:pt x="716294" y="5174486"/>
                  </a:lnTo>
                  <a:lnTo>
                    <a:pt x="716402" y="5174486"/>
                  </a:lnTo>
                  <a:lnTo>
                    <a:pt x="716510" y="5174486"/>
                  </a:lnTo>
                  <a:lnTo>
                    <a:pt x="716619" y="5174486"/>
                  </a:lnTo>
                  <a:lnTo>
                    <a:pt x="716727" y="5174486"/>
                  </a:lnTo>
                  <a:lnTo>
                    <a:pt x="716836" y="5174486"/>
                  </a:lnTo>
                  <a:lnTo>
                    <a:pt x="716944" y="5174486"/>
                  </a:lnTo>
                  <a:lnTo>
                    <a:pt x="717053" y="5174486"/>
                  </a:lnTo>
                  <a:lnTo>
                    <a:pt x="717161" y="5174486"/>
                  </a:lnTo>
                  <a:lnTo>
                    <a:pt x="717161" y="5173862"/>
                  </a:lnTo>
                  <a:lnTo>
                    <a:pt x="717270" y="5173862"/>
                  </a:lnTo>
                  <a:lnTo>
                    <a:pt x="717378" y="5173862"/>
                  </a:lnTo>
                  <a:lnTo>
                    <a:pt x="717378" y="5173238"/>
                  </a:lnTo>
                  <a:lnTo>
                    <a:pt x="717486" y="5173238"/>
                  </a:lnTo>
                  <a:lnTo>
                    <a:pt x="717595" y="5173238"/>
                  </a:lnTo>
                  <a:lnTo>
                    <a:pt x="717595" y="5172615"/>
                  </a:lnTo>
                  <a:lnTo>
                    <a:pt x="717595" y="5171991"/>
                  </a:lnTo>
                  <a:lnTo>
                    <a:pt x="717595" y="5171368"/>
                  </a:lnTo>
                  <a:lnTo>
                    <a:pt x="717703" y="5171368"/>
                  </a:lnTo>
                  <a:lnTo>
                    <a:pt x="717812" y="5171368"/>
                  </a:lnTo>
                  <a:lnTo>
                    <a:pt x="717920" y="5171368"/>
                  </a:lnTo>
                  <a:lnTo>
                    <a:pt x="718029" y="5171368"/>
                  </a:lnTo>
                  <a:lnTo>
                    <a:pt x="718137" y="5171368"/>
                  </a:lnTo>
                  <a:lnTo>
                    <a:pt x="718137" y="5170744"/>
                  </a:lnTo>
                  <a:lnTo>
                    <a:pt x="718246" y="5170744"/>
                  </a:lnTo>
                  <a:lnTo>
                    <a:pt x="718354" y="5170744"/>
                  </a:lnTo>
                  <a:lnTo>
                    <a:pt x="718462" y="5170744"/>
                  </a:lnTo>
                  <a:lnTo>
                    <a:pt x="718571" y="5170744"/>
                  </a:lnTo>
                  <a:lnTo>
                    <a:pt x="718679" y="5170744"/>
                  </a:lnTo>
                  <a:lnTo>
                    <a:pt x="718788" y="5170744"/>
                  </a:lnTo>
                  <a:lnTo>
                    <a:pt x="718896" y="5170744"/>
                  </a:lnTo>
                  <a:lnTo>
                    <a:pt x="719005" y="5170744"/>
                  </a:lnTo>
                  <a:lnTo>
                    <a:pt x="719113" y="5170744"/>
                  </a:lnTo>
                  <a:lnTo>
                    <a:pt x="719113" y="5170121"/>
                  </a:lnTo>
                  <a:lnTo>
                    <a:pt x="719222" y="5170121"/>
                  </a:lnTo>
                  <a:lnTo>
                    <a:pt x="719222" y="5169497"/>
                  </a:lnTo>
                  <a:lnTo>
                    <a:pt x="719330" y="5169497"/>
                  </a:lnTo>
                  <a:lnTo>
                    <a:pt x="719439" y="5169497"/>
                  </a:lnTo>
                  <a:lnTo>
                    <a:pt x="719439" y="5168873"/>
                  </a:lnTo>
                  <a:lnTo>
                    <a:pt x="719439" y="5168250"/>
                  </a:lnTo>
                  <a:lnTo>
                    <a:pt x="719439" y="5167626"/>
                  </a:lnTo>
                  <a:lnTo>
                    <a:pt x="719547" y="5167626"/>
                  </a:lnTo>
                  <a:lnTo>
                    <a:pt x="719655" y="5167626"/>
                  </a:lnTo>
                  <a:lnTo>
                    <a:pt x="719764" y="5167626"/>
                  </a:lnTo>
                  <a:lnTo>
                    <a:pt x="719872" y="5167626"/>
                  </a:lnTo>
                  <a:lnTo>
                    <a:pt x="719981" y="5167626"/>
                  </a:lnTo>
                  <a:lnTo>
                    <a:pt x="719981" y="5167003"/>
                  </a:lnTo>
                  <a:lnTo>
                    <a:pt x="720089" y="5167003"/>
                  </a:lnTo>
                  <a:lnTo>
                    <a:pt x="720089" y="5166379"/>
                  </a:lnTo>
                  <a:lnTo>
                    <a:pt x="720089" y="5165755"/>
                  </a:lnTo>
                  <a:lnTo>
                    <a:pt x="720089" y="5165132"/>
                  </a:lnTo>
                  <a:lnTo>
                    <a:pt x="720198" y="5165132"/>
                  </a:lnTo>
                  <a:lnTo>
                    <a:pt x="720306" y="5165132"/>
                  </a:lnTo>
                  <a:lnTo>
                    <a:pt x="720415" y="5165132"/>
                  </a:lnTo>
                  <a:lnTo>
                    <a:pt x="720523" y="5165132"/>
                  </a:lnTo>
                  <a:lnTo>
                    <a:pt x="720631" y="5165132"/>
                  </a:lnTo>
                  <a:lnTo>
                    <a:pt x="720631" y="5164508"/>
                  </a:lnTo>
                  <a:lnTo>
                    <a:pt x="720740" y="5164508"/>
                  </a:lnTo>
                  <a:lnTo>
                    <a:pt x="720848" y="5164508"/>
                  </a:lnTo>
                  <a:lnTo>
                    <a:pt x="720957" y="5164508"/>
                  </a:lnTo>
                  <a:lnTo>
                    <a:pt x="720957" y="5163885"/>
                  </a:lnTo>
                  <a:lnTo>
                    <a:pt x="721065" y="5163885"/>
                  </a:lnTo>
                  <a:lnTo>
                    <a:pt x="721174" y="5163885"/>
                  </a:lnTo>
                  <a:lnTo>
                    <a:pt x="721174" y="5163261"/>
                  </a:lnTo>
                  <a:lnTo>
                    <a:pt x="721174" y="5162638"/>
                  </a:lnTo>
                  <a:lnTo>
                    <a:pt x="721282" y="5162638"/>
                  </a:lnTo>
                  <a:lnTo>
                    <a:pt x="721391" y="5162638"/>
                  </a:lnTo>
                  <a:lnTo>
                    <a:pt x="721499" y="5162638"/>
                  </a:lnTo>
                  <a:lnTo>
                    <a:pt x="721607" y="5162638"/>
                  </a:lnTo>
                  <a:lnTo>
                    <a:pt x="721716" y="5162638"/>
                  </a:lnTo>
                  <a:lnTo>
                    <a:pt x="721824" y="5162638"/>
                  </a:lnTo>
                  <a:lnTo>
                    <a:pt x="721933" y="5162638"/>
                  </a:lnTo>
                  <a:lnTo>
                    <a:pt x="722041" y="5162638"/>
                  </a:lnTo>
                  <a:lnTo>
                    <a:pt x="722150" y="5162638"/>
                  </a:lnTo>
                  <a:lnTo>
                    <a:pt x="722258" y="5162638"/>
                  </a:lnTo>
                  <a:lnTo>
                    <a:pt x="722258" y="5162014"/>
                  </a:lnTo>
                  <a:lnTo>
                    <a:pt x="722258" y="5161390"/>
                  </a:lnTo>
                  <a:lnTo>
                    <a:pt x="722367" y="5161390"/>
                  </a:lnTo>
                  <a:lnTo>
                    <a:pt x="722475" y="5161390"/>
                  </a:lnTo>
                  <a:lnTo>
                    <a:pt x="722583" y="5161390"/>
                  </a:lnTo>
                  <a:lnTo>
                    <a:pt x="722692" y="5161390"/>
                  </a:lnTo>
                  <a:lnTo>
                    <a:pt x="722800" y="5161390"/>
                  </a:lnTo>
                  <a:lnTo>
                    <a:pt x="722909" y="5161390"/>
                  </a:lnTo>
                  <a:lnTo>
                    <a:pt x="723017" y="5161390"/>
                  </a:lnTo>
                  <a:lnTo>
                    <a:pt x="723126" y="5161390"/>
                  </a:lnTo>
                  <a:lnTo>
                    <a:pt x="723234" y="5161390"/>
                  </a:lnTo>
                  <a:lnTo>
                    <a:pt x="723343" y="5161390"/>
                  </a:lnTo>
                  <a:lnTo>
                    <a:pt x="723343" y="5160767"/>
                  </a:lnTo>
                  <a:lnTo>
                    <a:pt x="723451" y="5160767"/>
                  </a:lnTo>
                  <a:lnTo>
                    <a:pt x="723560" y="5160767"/>
                  </a:lnTo>
                  <a:lnTo>
                    <a:pt x="723668" y="5160767"/>
                  </a:lnTo>
                  <a:lnTo>
                    <a:pt x="723776" y="5160767"/>
                  </a:lnTo>
                  <a:lnTo>
                    <a:pt x="723885" y="5160767"/>
                  </a:lnTo>
                  <a:lnTo>
                    <a:pt x="723993" y="5160767"/>
                  </a:lnTo>
                  <a:lnTo>
                    <a:pt x="724102" y="5160767"/>
                  </a:lnTo>
                  <a:lnTo>
                    <a:pt x="724210" y="5160767"/>
                  </a:lnTo>
                  <a:lnTo>
                    <a:pt x="724210" y="5160143"/>
                  </a:lnTo>
                  <a:lnTo>
                    <a:pt x="724319" y="5160143"/>
                  </a:lnTo>
                  <a:lnTo>
                    <a:pt x="724427" y="5160143"/>
                  </a:lnTo>
                  <a:lnTo>
                    <a:pt x="724536" y="5160143"/>
                  </a:lnTo>
                  <a:lnTo>
                    <a:pt x="724644" y="5160143"/>
                  </a:lnTo>
                  <a:lnTo>
                    <a:pt x="724752" y="5160143"/>
                  </a:lnTo>
                  <a:lnTo>
                    <a:pt x="724752" y="5159520"/>
                  </a:lnTo>
                  <a:lnTo>
                    <a:pt x="724752" y="5158896"/>
                  </a:lnTo>
                  <a:lnTo>
                    <a:pt x="724861" y="5158896"/>
                  </a:lnTo>
                  <a:lnTo>
                    <a:pt x="724969" y="5158896"/>
                  </a:lnTo>
                  <a:lnTo>
                    <a:pt x="724969" y="5158272"/>
                  </a:lnTo>
                  <a:lnTo>
                    <a:pt x="725078" y="5158272"/>
                  </a:lnTo>
                  <a:lnTo>
                    <a:pt x="725078" y="5157649"/>
                  </a:lnTo>
                  <a:lnTo>
                    <a:pt x="725186" y="5157649"/>
                  </a:lnTo>
                  <a:lnTo>
                    <a:pt x="725295" y="5157649"/>
                  </a:lnTo>
                  <a:lnTo>
                    <a:pt x="725403" y="5157649"/>
                  </a:lnTo>
                  <a:lnTo>
                    <a:pt x="725512" y="5157649"/>
                  </a:lnTo>
                  <a:lnTo>
                    <a:pt x="725620" y="5157649"/>
                  </a:lnTo>
                  <a:lnTo>
                    <a:pt x="725620" y="5157025"/>
                  </a:lnTo>
                  <a:lnTo>
                    <a:pt x="725728" y="5157025"/>
                  </a:lnTo>
                  <a:lnTo>
                    <a:pt x="725837" y="5157025"/>
                  </a:lnTo>
                  <a:lnTo>
                    <a:pt x="725945" y="5157025"/>
                  </a:lnTo>
                  <a:lnTo>
                    <a:pt x="725945" y="5156402"/>
                  </a:lnTo>
                  <a:lnTo>
                    <a:pt x="726054" y="5156402"/>
                  </a:lnTo>
                  <a:lnTo>
                    <a:pt x="726054" y="5155778"/>
                  </a:lnTo>
                  <a:lnTo>
                    <a:pt x="726162" y="5155778"/>
                  </a:lnTo>
                  <a:lnTo>
                    <a:pt x="726271" y="5155778"/>
                  </a:lnTo>
                  <a:lnTo>
                    <a:pt x="726271" y="5155155"/>
                  </a:lnTo>
                  <a:lnTo>
                    <a:pt x="726271" y="5154531"/>
                  </a:lnTo>
                  <a:lnTo>
                    <a:pt x="726379" y="5154531"/>
                  </a:lnTo>
                  <a:lnTo>
                    <a:pt x="726488" y="5154531"/>
                  </a:lnTo>
                  <a:lnTo>
                    <a:pt x="726596" y="5154531"/>
                  </a:lnTo>
                  <a:lnTo>
                    <a:pt x="726704" y="5154531"/>
                  </a:lnTo>
                  <a:lnTo>
                    <a:pt x="726813" y="5154531"/>
                  </a:lnTo>
                  <a:lnTo>
                    <a:pt x="726921" y="5154531"/>
                  </a:lnTo>
                  <a:lnTo>
                    <a:pt x="727030" y="5154531"/>
                  </a:lnTo>
                  <a:lnTo>
                    <a:pt x="727138" y="5154531"/>
                  </a:lnTo>
                  <a:lnTo>
                    <a:pt x="727138" y="5153907"/>
                  </a:lnTo>
                  <a:lnTo>
                    <a:pt x="727247" y="5153907"/>
                  </a:lnTo>
                  <a:lnTo>
                    <a:pt x="727355" y="5153907"/>
                  </a:lnTo>
                  <a:lnTo>
                    <a:pt x="727464" y="5153907"/>
                  </a:lnTo>
                  <a:lnTo>
                    <a:pt x="727572" y="5153907"/>
                  </a:lnTo>
                  <a:lnTo>
                    <a:pt x="727681" y="5153907"/>
                  </a:lnTo>
                  <a:lnTo>
                    <a:pt x="727789" y="5153907"/>
                  </a:lnTo>
                  <a:lnTo>
                    <a:pt x="727789" y="5153284"/>
                  </a:lnTo>
                  <a:lnTo>
                    <a:pt x="727897" y="5153284"/>
                  </a:lnTo>
                  <a:lnTo>
                    <a:pt x="728006" y="5153284"/>
                  </a:lnTo>
                  <a:lnTo>
                    <a:pt x="728114" y="5153284"/>
                  </a:lnTo>
                  <a:lnTo>
                    <a:pt x="728114" y="5152660"/>
                  </a:lnTo>
                  <a:lnTo>
                    <a:pt x="728223" y="5152660"/>
                  </a:lnTo>
                  <a:lnTo>
                    <a:pt x="728331" y="5152660"/>
                  </a:lnTo>
                  <a:lnTo>
                    <a:pt x="728331" y="5152037"/>
                  </a:lnTo>
                  <a:lnTo>
                    <a:pt x="728440" y="5152037"/>
                  </a:lnTo>
                  <a:lnTo>
                    <a:pt x="728548" y="5152037"/>
                  </a:lnTo>
                  <a:lnTo>
                    <a:pt x="728548" y="5151413"/>
                  </a:lnTo>
                  <a:lnTo>
                    <a:pt x="728657" y="5151413"/>
                  </a:lnTo>
                  <a:lnTo>
                    <a:pt x="728765" y="5151413"/>
                  </a:lnTo>
                  <a:lnTo>
                    <a:pt x="728873" y="5151413"/>
                  </a:lnTo>
                  <a:lnTo>
                    <a:pt x="728982" y="5151413"/>
                  </a:lnTo>
                  <a:lnTo>
                    <a:pt x="728982" y="5150789"/>
                  </a:lnTo>
                  <a:lnTo>
                    <a:pt x="729090" y="5150789"/>
                  </a:lnTo>
                  <a:lnTo>
                    <a:pt x="729199" y="5150789"/>
                  </a:lnTo>
                  <a:lnTo>
                    <a:pt x="729307" y="5150789"/>
                  </a:lnTo>
                  <a:lnTo>
                    <a:pt x="729416" y="5150789"/>
                  </a:lnTo>
                  <a:lnTo>
                    <a:pt x="729416" y="5150166"/>
                  </a:lnTo>
                  <a:lnTo>
                    <a:pt x="729416" y="5149542"/>
                  </a:lnTo>
                  <a:lnTo>
                    <a:pt x="729416" y="5148919"/>
                  </a:lnTo>
                  <a:lnTo>
                    <a:pt x="729524" y="5148919"/>
                  </a:lnTo>
                  <a:lnTo>
                    <a:pt x="729633" y="5148919"/>
                  </a:lnTo>
                  <a:lnTo>
                    <a:pt x="729741" y="5148919"/>
                  </a:lnTo>
                  <a:lnTo>
                    <a:pt x="729741" y="5148295"/>
                  </a:lnTo>
                  <a:lnTo>
                    <a:pt x="729849" y="5148295"/>
                  </a:lnTo>
                  <a:lnTo>
                    <a:pt x="729849" y="5147672"/>
                  </a:lnTo>
                  <a:lnTo>
                    <a:pt x="729958" y="5147672"/>
                  </a:lnTo>
                  <a:lnTo>
                    <a:pt x="730066" y="5147672"/>
                  </a:lnTo>
                  <a:lnTo>
                    <a:pt x="730066" y="5147048"/>
                  </a:lnTo>
                  <a:lnTo>
                    <a:pt x="730175" y="5147048"/>
                  </a:lnTo>
                  <a:lnTo>
                    <a:pt x="730283" y="5147048"/>
                  </a:lnTo>
                  <a:lnTo>
                    <a:pt x="730283" y="5146424"/>
                  </a:lnTo>
                  <a:lnTo>
                    <a:pt x="730392" y="5146424"/>
                  </a:lnTo>
                  <a:lnTo>
                    <a:pt x="730392" y="5145801"/>
                  </a:lnTo>
                  <a:lnTo>
                    <a:pt x="730500" y="5145801"/>
                  </a:lnTo>
                  <a:lnTo>
                    <a:pt x="730609" y="5145801"/>
                  </a:lnTo>
                  <a:lnTo>
                    <a:pt x="730717" y="5145801"/>
                  </a:lnTo>
                  <a:lnTo>
                    <a:pt x="730717" y="5145177"/>
                  </a:lnTo>
                  <a:lnTo>
                    <a:pt x="730825" y="5145177"/>
                  </a:lnTo>
                  <a:lnTo>
                    <a:pt x="730934" y="5145177"/>
                  </a:lnTo>
                  <a:lnTo>
                    <a:pt x="731042" y="5145177"/>
                  </a:lnTo>
                  <a:lnTo>
                    <a:pt x="731042" y="5144554"/>
                  </a:lnTo>
                  <a:lnTo>
                    <a:pt x="731151" y="5144554"/>
                  </a:lnTo>
                  <a:lnTo>
                    <a:pt x="731259" y="5144554"/>
                  </a:lnTo>
                  <a:lnTo>
                    <a:pt x="731368" y="5144554"/>
                  </a:lnTo>
                  <a:lnTo>
                    <a:pt x="731476" y="5144554"/>
                  </a:lnTo>
                  <a:lnTo>
                    <a:pt x="731585" y="5144554"/>
                  </a:lnTo>
                  <a:lnTo>
                    <a:pt x="731693" y="5144554"/>
                  </a:lnTo>
                  <a:lnTo>
                    <a:pt x="731802" y="5144554"/>
                  </a:lnTo>
                  <a:lnTo>
                    <a:pt x="731910" y="5144554"/>
                  </a:lnTo>
                  <a:lnTo>
                    <a:pt x="732018" y="5144554"/>
                  </a:lnTo>
                  <a:lnTo>
                    <a:pt x="732018" y="5143930"/>
                  </a:lnTo>
                  <a:lnTo>
                    <a:pt x="732127" y="5143930"/>
                  </a:lnTo>
                  <a:lnTo>
                    <a:pt x="732235" y="5143930"/>
                  </a:lnTo>
                  <a:lnTo>
                    <a:pt x="732344" y="5143930"/>
                  </a:lnTo>
                  <a:lnTo>
                    <a:pt x="732452" y="5143930"/>
                  </a:lnTo>
                  <a:lnTo>
                    <a:pt x="732561" y="5143930"/>
                  </a:lnTo>
                  <a:lnTo>
                    <a:pt x="732561" y="5143306"/>
                  </a:lnTo>
                  <a:lnTo>
                    <a:pt x="732561" y="5142683"/>
                  </a:lnTo>
                  <a:lnTo>
                    <a:pt x="732669" y="5142683"/>
                  </a:lnTo>
                  <a:lnTo>
                    <a:pt x="732778" y="5142683"/>
                  </a:lnTo>
                  <a:lnTo>
                    <a:pt x="732886" y="5142683"/>
                  </a:lnTo>
                  <a:lnTo>
                    <a:pt x="732994" y="5142683"/>
                  </a:lnTo>
                  <a:lnTo>
                    <a:pt x="733103" y="5142683"/>
                  </a:lnTo>
                  <a:lnTo>
                    <a:pt x="733103" y="5142059"/>
                  </a:lnTo>
                  <a:lnTo>
                    <a:pt x="733211" y="5142059"/>
                  </a:lnTo>
                  <a:lnTo>
                    <a:pt x="733320" y="5142059"/>
                  </a:lnTo>
                  <a:lnTo>
                    <a:pt x="733428" y="5142059"/>
                  </a:lnTo>
                  <a:lnTo>
                    <a:pt x="733537" y="5142059"/>
                  </a:lnTo>
                  <a:lnTo>
                    <a:pt x="733645" y="5142059"/>
                  </a:lnTo>
                  <a:lnTo>
                    <a:pt x="733645" y="5141436"/>
                  </a:lnTo>
                  <a:lnTo>
                    <a:pt x="733754" y="5141436"/>
                  </a:lnTo>
                  <a:lnTo>
                    <a:pt x="733862" y="5141436"/>
                  </a:lnTo>
                  <a:lnTo>
                    <a:pt x="733970" y="5141436"/>
                  </a:lnTo>
                  <a:lnTo>
                    <a:pt x="734079" y="5141436"/>
                  </a:lnTo>
                  <a:lnTo>
                    <a:pt x="734187" y="5141436"/>
                  </a:lnTo>
                  <a:lnTo>
                    <a:pt x="734296" y="5141436"/>
                  </a:lnTo>
                  <a:lnTo>
                    <a:pt x="734404" y="5141436"/>
                  </a:lnTo>
                  <a:lnTo>
                    <a:pt x="734513" y="5141436"/>
                  </a:lnTo>
                  <a:lnTo>
                    <a:pt x="734513" y="5140812"/>
                  </a:lnTo>
                  <a:lnTo>
                    <a:pt x="734621" y="5140812"/>
                  </a:lnTo>
                  <a:lnTo>
                    <a:pt x="734730" y="5140812"/>
                  </a:lnTo>
                  <a:lnTo>
                    <a:pt x="734838" y="5140812"/>
                  </a:lnTo>
                  <a:lnTo>
                    <a:pt x="734946" y="5140812"/>
                  </a:lnTo>
                  <a:lnTo>
                    <a:pt x="734946" y="5140189"/>
                  </a:lnTo>
                  <a:lnTo>
                    <a:pt x="735055" y="5140189"/>
                  </a:lnTo>
                  <a:lnTo>
                    <a:pt x="735163" y="5140189"/>
                  </a:lnTo>
                  <a:lnTo>
                    <a:pt x="735272" y="5140189"/>
                  </a:lnTo>
                  <a:lnTo>
                    <a:pt x="735380" y="5140189"/>
                  </a:lnTo>
                  <a:lnTo>
                    <a:pt x="735489" y="5140189"/>
                  </a:lnTo>
                  <a:lnTo>
                    <a:pt x="735489" y="5139565"/>
                  </a:lnTo>
                  <a:lnTo>
                    <a:pt x="735597" y="5139565"/>
                  </a:lnTo>
                  <a:lnTo>
                    <a:pt x="735706" y="5139565"/>
                  </a:lnTo>
                  <a:lnTo>
                    <a:pt x="735814" y="5139565"/>
                  </a:lnTo>
                  <a:lnTo>
                    <a:pt x="735922" y="5139565"/>
                  </a:lnTo>
                  <a:lnTo>
                    <a:pt x="736031" y="5139565"/>
                  </a:lnTo>
                  <a:lnTo>
                    <a:pt x="736139" y="5139565"/>
                  </a:lnTo>
                  <a:lnTo>
                    <a:pt x="736248" y="5139565"/>
                  </a:lnTo>
                  <a:lnTo>
                    <a:pt x="736356" y="5139565"/>
                  </a:lnTo>
                  <a:lnTo>
                    <a:pt x="736356" y="5138941"/>
                  </a:lnTo>
                  <a:lnTo>
                    <a:pt x="736356" y="5138318"/>
                  </a:lnTo>
                  <a:lnTo>
                    <a:pt x="736465" y="5138318"/>
                  </a:lnTo>
                  <a:lnTo>
                    <a:pt x="736465" y="5137694"/>
                  </a:lnTo>
                  <a:lnTo>
                    <a:pt x="736573" y="5137694"/>
                  </a:lnTo>
                  <a:lnTo>
                    <a:pt x="736682" y="5137694"/>
                  </a:lnTo>
                  <a:lnTo>
                    <a:pt x="736790" y="5137694"/>
                  </a:lnTo>
                  <a:lnTo>
                    <a:pt x="736790" y="5137071"/>
                  </a:lnTo>
                  <a:lnTo>
                    <a:pt x="736899" y="5137071"/>
                  </a:lnTo>
                  <a:lnTo>
                    <a:pt x="737007" y="5137071"/>
                  </a:lnTo>
                  <a:lnTo>
                    <a:pt x="737007" y="5136447"/>
                  </a:lnTo>
                  <a:lnTo>
                    <a:pt x="737115" y="5136447"/>
                  </a:lnTo>
                  <a:lnTo>
                    <a:pt x="737224" y="5136447"/>
                  </a:lnTo>
                  <a:lnTo>
                    <a:pt x="737332" y="5136447"/>
                  </a:lnTo>
                  <a:lnTo>
                    <a:pt x="737441" y="5136447"/>
                  </a:lnTo>
                  <a:lnTo>
                    <a:pt x="737549" y="5136447"/>
                  </a:lnTo>
                  <a:lnTo>
                    <a:pt x="737658" y="5136447"/>
                  </a:lnTo>
                  <a:lnTo>
                    <a:pt x="737658" y="5135823"/>
                  </a:lnTo>
                  <a:lnTo>
                    <a:pt x="737766" y="5135823"/>
                  </a:lnTo>
                  <a:lnTo>
                    <a:pt x="737875" y="5135823"/>
                  </a:lnTo>
                  <a:lnTo>
                    <a:pt x="737983" y="5135823"/>
                  </a:lnTo>
                  <a:lnTo>
                    <a:pt x="737983" y="5135200"/>
                  </a:lnTo>
                  <a:lnTo>
                    <a:pt x="737983" y="5134576"/>
                  </a:lnTo>
                  <a:lnTo>
                    <a:pt x="738091" y="5134576"/>
                  </a:lnTo>
                  <a:lnTo>
                    <a:pt x="738091" y="5133953"/>
                  </a:lnTo>
                  <a:lnTo>
                    <a:pt x="738200" y="5133953"/>
                  </a:lnTo>
                  <a:lnTo>
                    <a:pt x="738308" y="5133953"/>
                  </a:lnTo>
                  <a:lnTo>
                    <a:pt x="738308" y="5133329"/>
                  </a:lnTo>
                  <a:lnTo>
                    <a:pt x="738417" y="5133329"/>
                  </a:lnTo>
                  <a:lnTo>
                    <a:pt x="738525" y="5133329"/>
                  </a:lnTo>
                  <a:lnTo>
                    <a:pt x="738525" y="5132706"/>
                  </a:lnTo>
                  <a:lnTo>
                    <a:pt x="738634" y="5132706"/>
                  </a:lnTo>
                  <a:lnTo>
                    <a:pt x="738742" y="5132706"/>
                  </a:lnTo>
                  <a:lnTo>
                    <a:pt x="738851" y="5132706"/>
                  </a:lnTo>
                  <a:lnTo>
                    <a:pt x="738959" y="5132706"/>
                  </a:lnTo>
                  <a:lnTo>
                    <a:pt x="738959" y="5132082"/>
                  </a:lnTo>
                  <a:lnTo>
                    <a:pt x="739067" y="5132082"/>
                  </a:lnTo>
                  <a:lnTo>
                    <a:pt x="739176" y="5132082"/>
                  </a:lnTo>
                  <a:lnTo>
                    <a:pt x="739284" y="5132082"/>
                  </a:lnTo>
                  <a:lnTo>
                    <a:pt x="739393" y="5132082"/>
                  </a:lnTo>
                  <a:lnTo>
                    <a:pt x="739501" y="5132082"/>
                  </a:lnTo>
                  <a:lnTo>
                    <a:pt x="739610" y="5132082"/>
                  </a:lnTo>
                  <a:lnTo>
                    <a:pt x="739718" y="5132082"/>
                  </a:lnTo>
                  <a:lnTo>
                    <a:pt x="739827" y="5132082"/>
                  </a:lnTo>
                  <a:lnTo>
                    <a:pt x="739935" y="5132082"/>
                  </a:lnTo>
                  <a:lnTo>
                    <a:pt x="739935" y="5131458"/>
                  </a:lnTo>
                  <a:lnTo>
                    <a:pt x="739935" y="5130835"/>
                  </a:lnTo>
                  <a:lnTo>
                    <a:pt x="740043" y="5130835"/>
                  </a:lnTo>
                  <a:lnTo>
                    <a:pt x="740152" y="5130835"/>
                  </a:lnTo>
                  <a:lnTo>
                    <a:pt x="740260" y="5130835"/>
                  </a:lnTo>
                  <a:lnTo>
                    <a:pt x="740369" y="5130835"/>
                  </a:lnTo>
                  <a:lnTo>
                    <a:pt x="740369" y="5130211"/>
                  </a:lnTo>
                  <a:lnTo>
                    <a:pt x="740477" y="5130211"/>
                  </a:lnTo>
                  <a:lnTo>
                    <a:pt x="740586" y="5130211"/>
                  </a:lnTo>
                  <a:lnTo>
                    <a:pt x="740586" y="5129588"/>
                  </a:lnTo>
                  <a:lnTo>
                    <a:pt x="740694" y="5129588"/>
                  </a:lnTo>
                  <a:lnTo>
                    <a:pt x="740803" y="5129588"/>
                  </a:lnTo>
                  <a:lnTo>
                    <a:pt x="740911" y="5129588"/>
                  </a:lnTo>
                  <a:lnTo>
                    <a:pt x="740911" y="5128964"/>
                  </a:lnTo>
                  <a:lnTo>
                    <a:pt x="741020" y="5128964"/>
                  </a:lnTo>
                  <a:lnTo>
                    <a:pt x="741128" y="5128964"/>
                  </a:lnTo>
                  <a:lnTo>
                    <a:pt x="741236" y="5128964"/>
                  </a:lnTo>
                  <a:lnTo>
                    <a:pt x="741236" y="5128340"/>
                  </a:lnTo>
                  <a:lnTo>
                    <a:pt x="741345" y="5128340"/>
                  </a:lnTo>
                  <a:lnTo>
                    <a:pt x="741453" y="5128340"/>
                  </a:lnTo>
                  <a:lnTo>
                    <a:pt x="741562" y="5128340"/>
                  </a:lnTo>
                  <a:lnTo>
                    <a:pt x="741670" y="5128340"/>
                  </a:lnTo>
                  <a:lnTo>
                    <a:pt x="741779" y="5128340"/>
                  </a:lnTo>
                  <a:lnTo>
                    <a:pt x="741779" y="5127717"/>
                  </a:lnTo>
                  <a:lnTo>
                    <a:pt x="741887" y="5127717"/>
                  </a:lnTo>
                  <a:lnTo>
                    <a:pt x="741996" y="5127717"/>
                  </a:lnTo>
                  <a:lnTo>
                    <a:pt x="742104" y="5127717"/>
                  </a:lnTo>
                  <a:lnTo>
                    <a:pt x="742212" y="5127717"/>
                  </a:lnTo>
                  <a:lnTo>
                    <a:pt x="742321" y="5127717"/>
                  </a:lnTo>
                  <a:lnTo>
                    <a:pt x="742429" y="5127717"/>
                  </a:lnTo>
                  <a:lnTo>
                    <a:pt x="742538" y="5127717"/>
                  </a:lnTo>
                  <a:lnTo>
                    <a:pt x="742538" y="5127093"/>
                  </a:lnTo>
                  <a:lnTo>
                    <a:pt x="742646" y="5127093"/>
                  </a:lnTo>
                  <a:lnTo>
                    <a:pt x="742755" y="5127093"/>
                  </a:lnTo>
                  <a:lnTo>
                    <a:pt x="742863" y="5127093"/>
                  </a:lnTo>
                  <a:lnTo>
                    <a:pt x="742972" y="5127093"/>
                  </a:lnTo>
                  <a:lnTo>
                    <a:pt x="743080" y="5127093"/>
                  </a:lnTo>
                  <a:lnTo>
                    <a:pt x="743188" y="5127093"/>
                  </a:lnTo>
                  <a:lnTo>
                    <a:pt x="743297" y="5127093"/>
                  </a:lnTo>
                  <a:lnTo>
                    <a:pt x="743405" y="5127093"/>
                  </a:lnTo>
                  <a:lnTo>
                    <a:pt x="743514" y="5127093"/>
                  </a:lnTo>
                  <a:lnTo>
                    <a:pt x="743514" y="5126470"/>
                  </a:lnTo>
                  <a:lnTo>
                    <a:pt x="743622" y="5126470"/>
                  </a:lnTo>
                  <a:lnTo>
                    <a:pt x="743731" y="5126470"/>
                  </a:lnTo>
                  <a:lnTo>
                    <a:pt x="743731" y="5125846"/>
                  </a:lnTo>
                  <a:lnTo>
                    <a:pt x="743731" y="5125223"/>
                  </a:lnTo>
                  <a:lnTo>
                    <a:pt x="743839" y="5125223"/>
                  </a:lnTo>
                  <a:lnTo>
                    <a:pt x="743839" y="5124599"/>
                  </a:lnTo>
                  <a:lnTo>
                    <a:pt x="743948" y="5124599"/>
                  </a:lnTo>
                  <a:lnTo>
                    <a:pt x="744056" y="5124599"/>
                  </a:lnTo>
                  <a:lnTo>
                    <a:pt x="744056" y="5123975"/>
                  </a:lnTo>
                  <a:lnTo>
                    <a:pt x="744164" y="5123975"/>
                  </a:lnTo>
                  <a:lnTo>
                    <a:pt x="744273" y="5123975"/>
                  </a:lnTo>
                  <a:lnTo>
                    <a:pt x="744381" y="5123975"/>
                  </a:lnTo>
                  <a:lnTo>
                    <a:pt x="744490" y="5123975"/>
                  </a:lnTo>
                  <a:lnTo>
                    <a:pt x="744598" y="5123975"/>
                  </a:lnTo>
                  <a:lnTo>
                    <a:pt x="744707" y="5123975"/>
                  </a:lnTo>
                  <a:lnTo>
                    <a:pt x="744815" y="5123975"/>
                  </a:lnTo>
                  <a:lnTo>
                    <a:pt x="744924" y="5123975"/>
                  </a:lnTo>
                  <a:lnTo>
                    <a:pt x="745032" y="5123975"/>
                  </a:lnTo>
                  <a:lnTo>
                    <a:pt x="745141" y="5123975"/>
                  </a:lnTo>
                  <a:lnTo>
                    <a:pt x="745249" y="5123975"/>
                  </a:lnTo>
                  <a:lnTo>
                    <a:pt x="745357" y="5123975"/>
                  </a:lnTo>
                  <a:lnTo>
                    <a:pt x="745466" y="5123975"/>
                  </a:lnTo>
                  <a:lnTo>
                    <a:pt x="745574" y="5123975"/>
                  </a:lnTo>
                  <a:lnTo>
                    <a:pt x="745683" y="5123975"/>
                  </a:lnTo>
                  <a:lnTo>
                    <a:pt x="745791" y="5123975"/>
                  </a:lnTo>
                  <a:lnTo>
                    <a:pt x="745791" y="5123352"/>
                  </a:lnTo>
                  <a:lnTo>
                    <a:pt x="745900" y="5123352"/>
                  </a:lnTo>
                  <a:lnTo>
                    <a:pt x="746008" y="5123352"/>
                  </a:lnTo>
                  <a:lnTo>
                    <a:pt x="746117" y="5123352"/>
                  </a:lnTo>
                  <a:lnTo>
                    <a:pt x="746225" y="5123352"/>
                  </a:lnTo>
                  <a:lnTo>
                    <a:pt x="746333" y="5123352"/>
                  </a:lnTo>
                  <a:lnTo>
                    <a:pt x="746442" y="5123352"/>
                  </a:lnTo>
                  <a:lnTo>
                    <a:pt x="746550" y="5123352"/>
                  </a:lnTo>
                  <a:lnTo>
                    <a:pt x="746659" y="5123352"/>
                  </a:lnTo>
                  <a:lnTo>
                    <a:pt x="746767" y="5123352"/>
                  </a:lnTo>
                  <a:lnTo>
                    <a:pt x="746767" y="5122728"/>
                  </a:lnTo>
                  <a:lnTo>
                    <a:pt x="746876" y="5122728"/>
                  </a:lnTo>
                  <a:lnTo>
                    <a:pt x="746984" y="5122728"/>
                  </a:lnTo>
                  <a:lnTo>
                    <a:pt x="747093" y="5122728"/>
                  </a:lnTo>
                  <a:lnTo>
                    <a:pt x="747201" y="5122728"/>
                  </a:lnTo>
                  <a:lnTo>
                    <a:pt x="747201" y="5122105"/>
                  </a:lnTo>
                  <a:lnTo>
                    <a:pt x="747309" y="5122105"/>
                  </a:lnTo>
                  <a:lnTo>
                    <a:pt x="747418" y="5122105"/>
                  </a:lnTo>
                  <a:lnTo>
                    <a:pt x="747418" y="5121481"/>
                  </a:lnTo>
                  <a:lnTo>
                    <a:pt x="747526" y="5121481"/>
                  </a:lnTo>
                  <a:lnTo>
                    <a:pt x="747635" y="5121481"/>
                  </a:lnTo>
                  <a:lnTo>
                    <a:pt x="747743" y="5121481"/>
                  </a:lnTo>
                  <a:lnTo>
                    <a:pt x="747743" y="5120858"/>
                  </a:lnTo>
                  <a:lnTo>
                    <a:pt x="747852" y="5120858"/>
                  </a:lnTo>
                  <a:lnTo>
                    <a:pt x="747960" y="5120858"/>
                  </a:lnTo>
                  <a:lnTo>
                    <a:pt x="748069" y="5120858"/>
                  </a:lnTo>
                  <a:lnTo>
                    <a:pt x="748069" y="5120234"/>
                  </a:lnTo>
                  <a:lnTo>
                    <a:pt x="748177" y="5120234"/>
                  </a:lnTo>
                  <a:lnTo>
                    <a:pt x="748285" y="5120234"/>
                  </a:lnTo>
                  <a:lnTo>
                    <a:pt x="748394" y="5120234"/>
                  </a:lnTo>
                  <a:lnTo>
                    <a:pt x="748394" y="5119610"/>
                  </a:lnTo>
                  <a:lnTo>
                    <a:pt x="748502" y="5119610"/>
                  </a:lnTo>
                  <a:lnTo>
                    <a:pt x="748611" y="5119610"/>
                  </a:lnTo>
                  <a:lnTo>
                    <a:pt x="748719" y="5119610"/>
                  </a:lnTo>
                  <a:lnTo>
                    <a:pt x="748828" y="5119610"/>
                  </a:lnTo>
                  <a:lnTo>
                    <a:pt x="748828" y="5118987"/>
                  </a:lnTo>
                  <a:lnTo>
                    <a:pt x="748828" y="5118363"/>
                  </a:lnTo>
                  <a:lnTo>
                    <a:pt x="748936" y="5118363"/>
                  </a:lnTo>
                  <a:lnTo>
                    <a:pt x="749045" y="5118363"/>
                  </a:lnTo>
                  <a:lnTo>
                    <a:pt x="749153" y="5118363"/>
                  </a:lnTo>
                  <a:lnTo>
                    <a:pt x="749262" y="5118363"/>
                  </a:lnTo>
                  <a:lnTo>
                    <a:pt x="749370" y="5118363"/>
                  </a:lnTo>
                  <a:lnTo>
                    <a:pt x="749478" y="5118363"/>
                  </a:lnTo>
                  <a:lnTo>
                    <a:pt x="749587" y="5118363"/>
                  </a:lnTo>
                  <a:lnTo>
                    <a:pt x="749695" y="5118363"/>
                  </a:lnTo>
                  <a:lnTo>
                    <a:pt x="749804" y="5118363"/>
                  </a:lnTo>
                  <a:lnTo>
                    <a:pt x="749912" y="5118363"/>
                  </a:lnTo>
                  <a:lnTo>
                    <a:pt x="750021" y="5118363"/>
                  </a:lnTo>
                  <a:lnTo>
                    <a:pt x="750021" y="5117740"/>
                  </a:lnTo>
                  <a:lnTo>
                    <a:pt x="750129" y="5117740"/>
                  </a:lnTo>
                  <a:lnTo>
                    <a:pt x="750238" y="5117740"/>
                  </a:lnTo>
                  <a:lnTo>
                    <a:pt x="750346" y="5117740"/>
                  </a:lnTo>
                  <a:lnTo>
                    <a:pt x="750454" y="5117740"/>
                  </a:lnTo>
                  <a:lnTo>
                    <a:pt x="750563" y="5117740"/>
                  </a:lnTo>
                  <a:lnTo>
                    <a:pt x="750671" y="5117740"/>
                  </a:lnTo>
                  <a:lnTo>
                    <a:pt x="750780" y="5117740"/>
                  </a:lnTo>
                  <a:lnTo>
                    <a:pt x="750888" y="5117740"/>
                  </a:lnTo>
                  <a:lnTo>
                    <a:pt x="750997" y="5117740"/>
                  </a:lnTo>
                  <a:lnTo>
                    <a:pt x="751105" y="5117740"/>
                  </a:lnTo>
                  <a:lnTo>
                    <a:pt x="751214" y="5117740"/>
                  </a:lnTo>
                  <a:lnTo>
                    <a:pt x="751322" y="5117740"/>
                  </a:lnTo>
                  <a:lnTo>
                    <a:pt x="751430" y="5117740"/>
                  </a:lnTo>
                  <a:lnTo>
                    <a:pt x="751539" y="5117740"/>
                  </a:lnTo>
                  <a:lnTo>
                    <a:pt x="751647" y="5117740"/>
                  </a:lnTo>
                  <a:lnTo>
                    <a:pt x="751756" y="5117740"/>
                  </a:lnTo>
                  <a:lnTo>
                    <a:pt x="751864" y="5117740"/>
                  </a:lnTo>
                  <a:lnTo>
                    <a:pt x="751973" y="5117740"/>
                  </a:lnTo>
                  <a:lnTo>
                    <a:pt x="752081" y="5117740"/>
                  </a:lnTo>
                  <a:lnTo>
                    <a:pt x="752190" y="5117740"/>
                  </a:lnTo>
                  <a:lnTo>
                    <a:pt x="752298" y="5117740"/>
                  </a:lnTo>
                  <a:lnTo>
                    <a:pt x="752406" y="5117740"/>
                  </a:lnTo>
                  <a:lnTo>
                    <a:pt x="752515" y="5117740"/>
                  </a:lnTo>
                  <a:lnTo>
                    <a:pt x="752623" y="5117740"/>
                  </a:lnTo>
                  <a:lnTo>
                    <a:pt x="752732" y="5117740"/>
                  </a:lnTo>
                  <a:lnTo>
                    <a:pt x="752840" y="5117740"/>
                  </a:lnTo>
                  <a:lnTo>
                    <a:pt x="752949" y="5117740"/>
                  </a:lnTo>
                  <a:lnTo>
                    <a:pt x="753057" y="5117740"/>
                  </a:lnTo>
                  <a:lnTo>
                    <a:pt x="753057" y="5117116"/>
                  </a:lnTo>
                  <a:lnTo>
                    <a:pt x="753166" y="5117116"/>
                  </a:lnTo>
                  <a:lnTo>
                    <a:pt x="753274" y="5117116"/>
                  </a:lnTo>
                  <a:lnTo>
                    <a:pt x="753383" y="5117116"/>
                  </a:lnTo>
                  <a:lnTo>
                    <a:pt x="753491" y="5117116"/>
                  </a:lnTo>
                  <a:lnTo>
                    <a:pt x="753599" y="5117116"/>
                  </a:lnTo>
                  <a:lnTo>
                    <a:pt x="753599" y="5116492"/>
                  </a:lnTo>
                  <a:lnTo>
                    <a:pt x="753708" y="5116492"/>
                  </a:lnTo>
                  <a:lnTo>
                    <a:pt x="753816" y="5116492"/>
                  </a:lnTo>
                  <a:lnTo>
                    <a:pt x="753925" y="5116492"/>
                  </a:lnTo>
                  <a:lnTo>
                    <a:pt x="754033" y="5116492"/>
                  </a:lnTo>
                  <a:lnTo>
                    <a:pt x="754142" y="5116492"/>
                  </a:lnTo>
                  <a:lnTo>
                    <a:pt x="754250" y="5116492"/>
                  </a:lnTo>
                  <a:lnTo>
                    <a:pt x="754359" y="5116492"/>
                  </a:lnTo>
                  <a:lnTo>
                    <a:pt x="754467" y="5116492"/>
                  </a:lnTo>
                  <a:lnTo>
                    <a:pt x="754575" y="5116492"/>
                  </a:lnTo>
                  <a:lnTo>
                    <a:pt x="754684" y="5116492"/>
                  </a:lnTo>
                  <a:lnTo>
                    <a:pt x="754684" y="5115869"/>
                  </a:lnTo>
                  <a:lnTo>
                    <a:pt x="754684" y="5115245"/>
                  </a:lnTo>
                  <a:lnTo>
                    <a:pt x="754684" y="5114622"/>
                  </a:lnTo>
                  <a:lnTo>
                    <a:pt x="754792" y="5114622"/>
                  </a:lnTo>
                  <a:lnTo>
                    <a:pt x="754901" y="5114622"/>
                  </a:lnTo>
                  <a:lnTo>
                    <a:pt x="755009" y="5114622"/>
                  </a:lnTo>
                  <a:lnTo>
                    <a:pt x="755118" y="5114622"/>
                  </a:lnTo>
                  <a:lnTo>
                    <a:pt x="755118" y="5113998"/>
                  </a:lnTo>
                  <a:lnTo>
                    <a:pt x="755226" y="5113998"/>
                  </a:lnTo>
                  <a:lnTo>
                    <a:pt x="755335" y="5113998"/>
                  </a:lnTo>
                  <a:lnTo>
                    <a:pt x="755443" y="5113998"/>
                  </a:lnTo>
                  <a:lnTo>
                    <a:pt x="755443" y="5113375"/>
                  </a:lnTo>
                  <a:lnTo>
                    <a:pt x="755551" y="5113375"/>
                  </a:lnTo>
                  <a:lnTo>
                    <a:pt x="755660" y="5113375"/>
                  </a:lnTo>
                  <a:lnTo>
                    <a:pt x="755768" y="5113375"/>
                  </a:lnTo>
                  <a:lnTo>
                    <a:pt x="755877" y="5113375"/>
                  </a:lnTo>
                  <a:lnTo>
                    <a:pt x="755985" y="5113375"/>
                  </a:lnTo>
                  <a:lnTo>
                    <a:pt x="756094" y="5113375"/>
                  </a:lnTo>
                  <a:lnTo>
                    <a:pt x="756202" y="5113375"/>
                  </a:lnTo>
                  <a:lnTo>
                    <a:pt x="756311" y="5113375"/>
                  </a:lnTo>
                  <a:lnTo>
                    <a:pt x="756419" y="5113375"/>
                  </a:lnTo>
                  <a:lnTo>
                    <a:pt x="756527" y="5113375"/>
                  </a:lnTo>
                  <a:lnTo>
                    <a:pt x="756636" y="5113375"/>
                  </a:lnTo>
                  <a:lnTo>
                    <a:pt x="756744" y="5113375"/>
                  </a:lnTo>
                  <a:lnTo>
                    <a:pt x="756744" y="5112751"/>
                  </a:lnTo>
                  <a:lnTo>
                    <a:pt x="756853" y="5112751"/>
                  </a:lnTo>
                  <a:lnTo>
                    <a:pt x="756961" y="5112751"/>
                  </a:lnTo>
                  <a:lnTo>
                    <a:pt x="757070" y="5112751"/>
                  </a:lnTo>
                  <a:lnTo>
                    <a:pt x="757178" y="5112751"/>
                  </a:lnTo>
                  <a:lnTo>
                    <a:pt x="757287" y="5112751"/>
                  </a:lnTo>
                  <a:lnTo>
                    <a:pt x="757395" y="5112751"/>
                  </a:lnTo>
                  <a:lnTo>
                    <a:pt x="757395" y="5112127"/>
                  </a:lnTo>
                  <a:lnTo>
                    <a:pt x="757395" y="5111504"/>
                  </a:lnTo>
                  <a:lnTo>
                    <a:pt x="757395" y="5110880"/>
                  </a:lnTo>
                  <a:lnTo>
                    <a:pt x="757503" y="5110880"/>
                  </a:lnTo>
                  <a:lnTo>
                    <a:pt x="757612" y="5110880"/>
                  </a:lnTo>
                  <a:lnTo>
                    <a:pt x="757612" y="5110257"/>
                  </a:lnTo>
                  <a:lnTo>
                    <a:pt x="757720" y="5110257"/>
                  </a:lnTo>
                  <a:lnTo>
                    <a:pt x="757829" y="5110257"/>
                  </a:lnTo>
                  <a:lnTo>
                    <a:pt x="757937" y="5110257"/>
                  </a:lnTo>
                  <a:lnTo>
                    <a:pt x="758046" y="5110257"/>
                  </a:lnTo>
                  <a:lnTo>
                    <a:pt x="758154" y="5110257"/>
                  </a:lnTo>
                  <a:lnTo>
                    <a:pt x="758154" y="5109633"/>
                  </a:lnTo>
                  <a:lnTo>
                    <a:pt x="758154" y="5109009"/>
                  </a:lnTo>
                  <a:lnTo>
                    <a:pt x="758263" y="5109009"/>
                  </a:lnTo>
                  <a:lnTo>
                    <a:pt x="758371" y="5109009"/>
                  </a:lnTo>
                  <a:lnTo>
                    <a:pt x="758480" y="5109009"/>
                  </a:lnTo>
                  <a:lnTo>
                    <a:pt x="758588" y="5109009"/>
                  </a:lnTo>
                  <a:lnTo>
                    <a:pt x="758696" y="5109009"/>
                  </a:lnTo>
                  <a:lnTo>
                    <a:pt x="758696" y="5108386"/>
                  </a:lnTo>
                  <a:lnTo>
                    <a:pt x="758805" y="5108386"/>
                  </a:lnTo>
                  <a:lnTo>
                    <a:pt x="758913" y="5108386"/>
                  </a:lnTo>
                  <a:lnTo>
                    <a:pt x="759022" y="5108386"/>
                  </a:lnTo>
                  <a:lnTo>
                    <a:pt x="759130" y="5108386"/>
                  </a:lnTo>
                  <a:lnTo>
                    <a:pt x="759239" y="5108386"/>
                  </a:lnTo>
                  <a:lnTo>
                    <a:pt x="759347" y="5108386"/>
                  </a:lnTo>
                  <a:lnTo>
                    <a:pt x="759456" y="5108386"/>
                  </a:lnTo>
                  <a:lnTo>
                    <a:pt x="759564" y="5108386"/>
                  </a:lnTo>
                  <a:lnTo>
                    <a:pt x="759564" y="5107762"/>
                  </a:lnTo>
                  <a:lnTo>
                    <a:pt x="759672" y="5107762"/>
                  </a:lnTo>
                  <a:lnTo>
                    <a:pt x="759781" y="5107762"/>
                  </a:lnTo>
                  <a:lnTo>
                    <a:pt x="759889" y="5107762"/>
                  </a:lnTo>
                  <a:lnTo>
                    <a:pt x="759889" y="5107139"/>
                  </a:lnTo>
                  <a:lnTo>
                    <a:pt x="759998" y="5107139"/>
                  </a:lnTo>
                  <a:lnTo>
                    <a:pt x="760106" y="5107139"/>
                  </a:lnTo>
                  <a:lnTo>
                    <a:pt x="760215" y="5107139"/>
                  </a:lnTo>
                  <a:lnTo>
                    <a:pt x="760323" y="5107139"/>
                  </a:lnTo>
                  <a:lnTo>
                    <a:pt x="760432" y="5107139"/>
                  </a:lnTo>
                  <a:lnTo>
                    <a:pt x="760540" y="5107139"/>
                  </a:lnTo>
                  <a:lnTo>
                    <a:pt x="760648" y="5107139"/>
                  </a:lnTo>
                  <a:lnTo>
                    <a:pt x="760757" y="5107139"/>
                  </a:lnTo>
                  <a:lnTo>
                    <a:pt x="760865" y="5107139"/>
                  </a:lnTo>
                  <a:lnTo>
                    <a:pt x="760865" y="5106515"/>
                  </a:lnTo>
                  <a:lnTo>
                    <a:pt x="760865" y="5105892"/>
                  </a:lnTo>
                  <a:lnTo>
                    <a:pt x="760974" y="5105892"/>
                  </a:lnTo>
                  <a:lnTo>
                    <a:pt x="761082" y="5105892"/>
                  </a:lnTo>
                  <a:lnTo>
                    <a:pt x="761191" y="5105892"/>
                  </a:lnTo>
                  <a:lnTo>
                    <a:pt x="761299" y="5105892"/>
                  </a:lnTo>
                  <a:lnTo>
                    <a:pt x="761408" y="5105892"/>
                  </a:lnTo>
                  <a:lnTo>
                    <a:pt x="761516" y="5105892"/>
                  </a:lnTo>
                  <a:lnTo>
                    <a:pt x="761624" y="5105892"/>
                  </a:lnTo>
                  <a:lnTo>
                    <a:pt x="761733" y="5105892"/>
                  </a:lnTo>
                  <a:lnTo>
                    <a:pt x="761733" y="5105268"/>
                  </a:lnTo>
                  <a:lnTo>
                    <a:pt x="761841" y="5105268"/>
                  </a:lnTo>
                  <a:lnTo>
                    <a:pt x="761841" y="5104644"/>
                  </a:lnTo>
                  <a:lnTo>
                    <a:pt x="761950" y="5104644"/>
                  </a:lnTo>
                  <a:lnTo>
                    <a:pt x="762058" y="5104644"/>
                  </a:lnTo>
                  <a:lnTo>
                    <a:pt x="762058" y="5104021"/>
                  </a:lnTo>
                  <a:lnTo>
                    <a:pt x="762167" y="5104021"/>
                  </a:lnTo>
                  <a:lnTo>
                    <a:pt x="762275" y="5104021"/>
                  </a:lnTo>
                  <a:lnTo>
                    <a:pt x="762384" y="5104021"/>
                  </a:lnTo>
                  <a:lnTo>
                    <a:pt x="762384" y="5103397"/>
                  </a:lnTo>
                  <a:lnTo>
                    <a:pt x="762492" y="5103397"/>
                  </a:lnTo>
                  <a:lnTo>
                    <a:pt x="762492" y="5102774"/>
                  </a:lnTo>
                  <a:lnTo>
                    <a:pt x="762601" y="5102774"/>
                  </a:lnTo>
                  <a:lnTo>
                    <a:pt x="762709" y="5102774"/>
                  </a:lnTo>
                  <a:lnTo>
                    <a:pt x="762817" y="5102774"/>
                  </a:lnTo>
                  <a:lnTo>
                    <a:pt x="762817" y="5102150"/>
                  </a:lnTo>
                  <a:lnTo>
                    <a:pt x="762926" y="5102150"/>
                  </a:lnTo>
                  <a:lnTo>
                    <a:pt x="763034" y="5102150"/>
                  </a:lnTo>
                  <a:lnTo>
                    <a:pt x="763143" y="5102150"/>
                  </a:lnTo>
                  <a:lnTo>
                    <a:pt x="763251" y="5102150"/>
                  </a:lnTo>
                  <a:lnTo>
                    <a:pt x="763360" y="5102150"/>
                  </a:lnTo>
                  <a:lnTo>
                    <a:pt x="763468" y="5102150"/>
                  </a:lnTo>
                  <a:lnTo>
                    <a:pt x="763577" y="5102150"/>
                  </a:lnTo>
                  <a:lnTo>
                    <a:pt x="763577" y="5101526"/>
                  </a:lnTo>
                  <a:lnTo>
                    <a:pt x="763685" y="5101526"/>
                  </a:lnTo>
                  <a:lnTo>
                    <a:pt x="763793" y="5101526"/>
                  </a:lnTo>
                  <a:lnTo>
                    <a:pt x="763902" y="5101526"/>
                  </a:lnTo>
                  <a:lnTo>
                    <a:pt x="763902" y="5100903"/>
                  </a:lnTo>
                  <a:lnTo>
                    <a:pt x="764010" y="5100903"/>
                  </a:lnTo>
                  <a:lnTo>
                    <a:pt x="764119" y="5100903"/>
                  </a:lnTo>
                  <a:lnTo>
                    <a:pt x="764227" y="5100903"/>
                  </a:lnTo>
                  <a:lnTo>
                    <a:pt x="764336" y="5100903"/>
                  </a:lnTo>
                  <a:lnTo>
                    <a:pt x="764444" y="5100903"/>
                  </a:lnTo>
                  <a:lnTo>
                    <a:pt x="764444" y="5100279"/>
                  </a:lnTo>
                  <a:lnTo>
                    <a:pt x="764553" y="5100279"/>
                  </a:lnTo>
                  <a:lnTo>
                    <a:pt x="764661" y="5100279"/>
                  </a:lnTo>
                  <a:lnTo>
                    <a:pt x="764661" y="5099656"/>
                  </a:lnTo>
                  <a:lnTo>
                    <a:pt x="764661" y="5099032"/>
                  </a:lnTo>
                  <a:lnTo>
                    <a:pt x="764661" y="5098409"/>
                  </a:lnTo>
                  <a:lnTo>
                    <a:pt x="764769" y="5098409"/>
                  </a:lnTo>
                  <a:lnTo>
                    <a:pt x="764878" y="5098409"/>
                  </a:lnTo>
                  <a:lnTo>
                    <a:pt x="764986" y="5098409"/>
                  </a:lnTo>
                  <a:lnTo>
                    <a:pt x="765095" y="5098409"/>
                  </a:lnTo>
                  <a:lnTo>
                    <a:pt x="765095" y="5097785"/>
                  </a:lnTo>
                  <a:lnTo>
                    <a:pt x="765203" y="5097785"/>
                  </a:lnTo>
                  <a:lnTo>
                    <a:pt x="765312" y="5097785"/>
                  </a:lnTo>
                  <a:lnTo>
                    <a:pt x="765420" y="5097785"/>
                  </a:lnTo>
                  <a:lnTo>
                    <a:pt x="765529" y="5097785"/>
                  </a:lnTo>
                  <a:lnTo>
                    <a:pt x="765637" y="5097785"/>
                  </a:lnTo>
                  <a:lnTo>
                    <a:pt x="765745" y="5097785"/>
                  </a:lnTo>
                  <a:lnTo>
                    <a:pt x="765854" y="5097785"/>
                  </a:lnTo>
                  <a:lnTo>
                    <a:pt x="765962" y="5097785"/>
                  </a:lnTo>
                  <a:lnTo>
                    <a:pt x="765962" y="5097161"/>
                  </a:lnTo>
                  <a:lnTo>
                    <a:pt x="766071" y="5097161"/>
                  </a:lnTo>
                  <a:lnTo>
                    <a:pt x="766179" y="5097161"/>
                  </a:lnTo>
                  <a:lnTo>
                    <a:pt x="766288" y="5097161"/>
                  </a:lnTo>
                  <a:lnTo>
                    <a:pt x="766396" y="5097161"/>
                  </a:lnTo>
                  <a:lnTo>
                    <a:pt x="766505" y="5097161"/>
                  </a:lnTo>
                  <a:lnTo>
                    <a:pt x="766613" y="5097161"/>
                  </a:lnTo>
                  <a:lnTo>
                    <a:pt x="766613" y="5096538"/>
                  </a:lnTo>
                  <a:lnTo>
                    <a:pt x="766722" y="5096538"/>
                  </a:lnTo>
                  <a:lnTo>
                    <a:pt x="766722" y="5095914"/>
                  </a:lnTo>
                  <a:lnTo>
                    <a:pt x="766722" y="5095291"/>
                  </a:lnTo>
                  <a:lnTo>
                    <a:pt x="766830" y="5095291"/>
                  </a:lnTo>
                  <a:lnTo>
                    <a:pt x="766938" y="5095291"/>
                  </a:lnTo>
                  <a:lnTo>
                    <a:pt x="767047" y="5095291"/>
                  </a:lnTo>
                  <a:lnTo>
                    <a:pt x="767047" y="5094667"/>
                  </a:lnTo>
                  <a:lnTo>
                    <a:pt x="767047" y="5094043"/>
                  </a:lnTo>
                  <a:lnTo>
                    <a:pt x="767155" y="5094043"/>
                  </a:lnTo>
                  <a:lnTo>
                    <a:pt x="767264" y="5094043"/>
                  </a:lnTo>
                  <a:lnTo>
                    <a:pt x="767372" y="5094043"/>
                  </a:lnTo>
                  <a:lnTo>
                    <a:pt x="767481" y="5094043"/>
                  </a:lnTo>
                  <a:lnTo>
                    <a:pt x="767481" y="5093420"/>
                  </a:lnTo>
                  <a:lnTo>
                    <a:pt x="767589" y="5093420"/>
                  </a:lnTo>
                  <a:lnTo>
                    <a:pt x="767698" y="5093420"/>
                  </a:lnTo>
                  <a:lnTo>
                    <a:pt x="767806" y="5093420"/>
                  </a:lnTo>
                  <a:lnTo>
                    <a:pt x="767806" y="5092796"/>
                  </a:lnTo>
                  <a:lnTo>
                    <a:pt x="767914" y="5092796"/>
                  </a:lnTo>
                  <a:lnTo>
                    <a:pt x="768023" y="5092796"/>
                  </a:lnTo>
                  <a:lnTo>
                    <a:pt x="768131" y="5092796"/>
                  </a:lnTo>
                  <a:lnTo>
                    <a:pt x="768240" y="5092796"/>
                  </a:lnTo>
                  <a:lnTo>
                    <a:pt x="768348" y="5092796"/>
                  </a:lnTo>
                  <a:lnTo>
                    <a:pt x="768457" y="5092796"/>
                  </a:lnTo>
                  <a:lnTo>
                    <a:pt x="768565" y="5092796"/>
                  </a:lnTo>
                  <a:lnTo>
                    <a:pt x="768674" y="5092796"/>
                  </a:lnTo>
                  <a:lnTo>
                    <a:pt x="768782" y="5092796"/>
                  </a:lnTo>
                  <a:lnTo>
                    <a:pt x="768890" y="5092796"/>
                  </a:lnTo>
                  <a:lnTo>
                    <a:pt x="768999" y="5092796"/>
                  </a:lnTo>
                  <a:lnTo>
                    <a:pt x="769107" y="5092796"/>
                  </a:lnTo>
                  <a:lnTo>
                    <a:pt x="769107" y="5092173"/>
                  </a:lnTo>
                  <a:lnTo>
                    <a:pt x="769216" y="5092173"/>
                  </a:lnTo>
                  <a:lnTo>
                    <a:pt x="769324" y="5092173"/>
                  </a:lnTo>
                  <a:lnTo>
                    <a:pt x="769433" y="5092173"/>
                  </a:lnTo>
                  <a:lnTo>
                    <a:pt x="769541" y="5092173"/>
                  </a:lnTo>
                  <a:lnTo>
                    <a:pt x="769541" y="5091549"/>
                  </a:lnTo>
                  <a:lnTo>
                    <a:pt x="769650" y="5091549"/>
                  </a:lnTo>
                  <a:lnTo>
                    <a:pt x="769758" y="5091549"/>
                  </a:lnTo>
                  <a:lnTo>
                    <a:pt x="769866" y="5091549"/>
                  </a:lnTo>
                  <a:lnTo>
                    <a:pt x="769975" y="5091549"/>
                  </a:lnTo>
                  <a:lnTo>
                    <a:pt x="770083" y="5091549"/>
                  </a:lnTo>
                  <a:lnTo>
                    <a:pt x="770083" y="5090926"/>
                  </a:lnTo>
                  <a:lnTo>
                    <a:pt x="770192" y="5090926"/>
                  </a:lnTo>
                  <a:lnTo>
                    <a:pt x="770300" y="5090926"/>
                  </a:lnTo>
                  <a:lnTo>
                    <a:pt x="770409" y="5090926"/>
                  </a:lnTo>
                  <a:lnTo>
                    <a:pt x="770517" y="5090926"/>
                  </a:lnTo>
                  <a:lnTo>
                    <a:pt x="770626" y="5090926"/>
                  </a:lnTo>
                  <a:lnTo>
                    <a:pt x="770734" y="5090926"/>
                  </a:lnTo>
                  <a:lnTo>
                    <a:pt x="770843" y="5090926"/>
                  </a:lnTo>
                  <a:lnTo>
                    <a:pt x="770951" y="5090926"/>
                  </a:lnTo>
                  <a:lnTo>
                    <a:pt x="770951" y="5090302"/>
                  </a:lnTo>
                  <a:lnTo>
                    <a:pt x="771059" y="5090302"/>
                  </a:lnTo>
                  <a:lnTo>
                    <a:pt x="771168" y="5090302"/>
                  </a:lnTo>
                  <a:lnTo>
                    <a:pt x="771276" y="5090302"/>
                  </a:lnTo>
                  <a:lnTo>
                    <a:pt x="771276" y="5089678"/>
                  </a:lnTo>
                  <a:lnTo>
                    <a:pt x="771385" y="5089678"/>
                  </a:lnTo>
                  <a:lnTo>
                    <a:pt x="771493" y="5089678"/>
                  </a:lnTo>
                  <a:lnTo>
                    <a:pt x="771602" y="5089678"/>
                  </a:lnTo>
                  <a:lnTo>
                    <a:pt x="771710" y="5089678"/>
                  </a:lnTo>
                  <a:lnTo>
                    <a:pt x="771710" y="5089055"/>
                  </a:lnTo>
                  <a:lnTo>
                    <a:pt x="771819" y="5089055"/>
                  </a:lnTo>
                  <a:lnTo>
                    <a:pt x="771927" y="5089055"/>
                  </a:lnTo>
                  <a:lnTo>
                    <a:pt x="771927" y="5088431"/>
                  </a:lnTo>
                  <a:lnTo>
                    <a:pt x="772035" y="5088431"/>
                  </a:lnTo>
                  <a:lnTo>
                    <a:pt x="772035" y="5087808"/>
                  </a:lnTo>
                  <a:lnTo>
                    <a:pt x="772035" y="5087184"/>
                  </a:lnTo>
                  <a:lnTo>
                    <a:pt x="772144" y="5087184"/>
                  </a:lnTo>
                  <a:lnTo>
                    <a:pt x="772252" y="5087184"/>
                  </a:lnTo>
                  <a:lnTo>
                    <a:pt x="772361" y="5087184"/>
                  </a:lnTo>
                  <a:lnTo>
                    <a:pt x="772469" y="5087184"/>
                  </a:lnTo>
                  <a:lnTo>
                    <a:pt x="772578" y="5087184"/>
                  </a:lnTo>
                  <a:lnTo>
                    <a:pt x="772578" y="5086560"/>
                  </a:lnTo>
                  <a:lnTo>
                    <a:pt x="772578" y="5085937"/>
                  </a:lnTo>
                  <a:lnTo>
                    <a:pt x="772686" y="5085937"/>
                  </a:lnTo>
                  <a:lnTo>
                    <a:pt x="772795" y="5085937"/>
                  </a:lnTo>
                  <a:lnTo>
                    <a:pt x="772903" y="5085937"/>
                  </a:lnTo>
                  <a:lnTo>
                    <a:pt x="772903" y="5085313"/>
                  </a:lnTo>
                  <a:lnTo>
                    <a:pt x="773011" y="5085313"/>
                  </a:lnTo>
                  <a:lnTo>
                    <a:pt x="773011" y="5084690"/>
                  </a:lnTo>
                  <a:lnTo>
                    <a:pt x="773120" y="5084690"/>
                  </a:lnTo>
                  <a:lnTo>
                    <a:pt x="773228" y="5084690"/>
                  </a:lnTo>
                  <a:lnTo>
                    <a:pt x="773228" y="5084066"/>
                  </a:lnTo>
                  <a:lnTo>
                    <a:pt x="773337" y="5084066"/>
                  </a:lnTo>
                  <a:lnTo>
                    <a:pt x="773445" y="5084066"/>
                  </a:lnTo>
                  <a:lnTo>
                    <a:pt x="773554" y="5084066"/>
                  </a:lnTo>
                  <a:lnTo>
                    <a:pt x="773662" y="5084066"/>
                  </a:lnTo>
                  <a:lnTo>
                    <a:pt x="773662" y="5083443"/>
                  </a:lnTo>
                  <a:lnTo>
                    <a:pt x="773771" y="5083443"/>
                  </a:lnTo>
                  <a:lnTo>
                    <a:pt x="773879" y="5083443"/>
                  </a:lnTo>
                  <a:lnTo>
                    <a:pt x="773879" y="5082819"/>
                  </a:lnTo>
                  <a:lnTo>
                    <a:pt x="773987" y="5082819"/>
                  </a:lnTo>
                  <a:lnTo>
                    <a:pt x="774096" y="5082819"/>
                  </a:lnTo>
                  <a:lnTo>
                    <a:pt x="774204" y="5082819"/>
                  </a:lnTo>
                  <a:lnTo>
                    <a:pt x="774313" y="5082819"/>
                  </a:lnTo>
                  <a:lnTo>
                    <a:pt x="774313" y="5082195"/>
                  </a:lnTo>
                  <a:lnTo>
                    <a:pt x="774421" y="5082195"/>
                  </a:lnTo>
                  <a:lnTo>
                    <a:pt x="774530" y="5082195"/>
                  </a:lnTo>
                  <a:lnTo>
                    <a:pt x="774638" y="5082195"/>
                  </a:lnTo>
                  <a:lnTo>
                    <a:pt x="774747" y="5082195"/>
                  </a:lnTo>
                  <a:lnTo>
                    <a:pt x="774855" y="5082195"/>
                  </a:lnTo>
                  <a:lnTo>
                    <a:pt x="774964" y="5082195"/>
                  </a:lnTo>
                  <a:lnTo>
                    <a:pt x="775072" y="5082195"/>
                  </a:lnTo>
                  <a:lnTo>
                    <a:pt x="775180" y="5082195"/>
                  </a:lnTo>
                  <a:lnTo>
                    <a:pt x="775180" y="5081572"/>
                  </a:lnTo>
                  <a:lnTo>
                    <a:pt x="775180" y="5080948"/>
                  </a:lnTo>
                  <a:lnTo>
                    <a:pt x="775289" y="5080948"/>
                  </a:lnTo>
                  <a:lnTo>
                    <a:pt x="775289" y="5080325"/>
                  </a:lnTo>
                  <a:lnTo>
                    <a:pt x="775397" y="5080325"/>
                  </a:lnTo>
                  <a:lnTo>
                    <a:pt x="775506" y="5080325"/>
                  </a:lnTo>
                  <a:lnTo>
                    <a:pt x="775614" y="5080325"/>
                  </a:lnTo>
                  <a:lnTo>
                    <a:pt x="775723" y="5080325"/>
                  </a:lnTo>
                  <a:lnTo>
                    <a:pt x="775723" y="5079701"/>
                  </a:lnTo>
                  <a:lnTo>
                    <a:pt x="775831" y="5079701"/>
                  </a:lnTo>
                  <a:lnTo>
                    <a:pt x="775940" y="5079701"/>
                  </a:lnTo>
                  <a:lnTo>
                    <a:pt x="776048" y="5079701"/>
                  </a:lnTo>
                  <a:lnTo>
                    <a:pt x="776156" y="5079701"/>
                  </a:lnTo>
                  <a:lnTo>
                    <a:pt x="776265" y="5079701"/>
                  </a:lnTo>
                  <a:lnTo>
                    <a:pt x="776373" y="5079701"/>
                  </a:lnTo>
                  <a:lnTo>
                    <a:pt x="776373" y="5079077"/>
                  </a:lnTo>
                  <a:lnTo>
                    <a:pt x="776482" y="5079077"/>
                  </a:lnTo>
                  <a:lnTo>
                    <a:pt x="776590" y="5079077"/>
                  </a:lnTo>
                  <a:lnTo>
                    <a:pt x="776699" y="5079077"/>
                  </a:lnTo>
                  <a:lnTo>
                    <a:pt x="776807" y="5079077"/>
                  </a:lnTo>
                  <a:lnTo>
                    <a:pt x="776916" y="5079077"/>
                  </a:lnTo>
                  <a:lnTo>
                    <a:pt x="777024" y="5079077"/>
                  </a:lnTo>
                  <a:lnTo>
                    <a:pt x="777132" y="5079077"/>
                  </a:lnTo>
                  <a:lnTo>
                    <a:pt x="777241" y="5079077"/>
                  </a:lnTo>
                  <a:lnTo>
                    <a:pt x="777349" y="5079077"/>
                  </a:lnTo>
                  <a:lnTo>
                    <a:pt x="777458" y="5079077"/>
                  </a:lnTo>
                  <a:lnTo>
                    <a:pt x="777566" y="5079077"/>
                  </a:lnTo>
                  <a:lnTo>
                    <a:pt x="777675" y="5079077"/>
                  </a:lnTo>
                  <a:lnTo>
                    <a:pt x="777783" y="5079077"/>
                  </a:lnTo>
                  <a:lnTo>
                    <a:pt x="777892" y="5079077"/>
                  </a:lnTo>
                  <a:lnTo>
                    <a:pt x="778000" y="5079077"/>
                  </a:lnTo>
                  <a:lnTo>
                    <a:pt x="778108" y="5079077"/>
                  </a:lnTo>
                  <a:lnTo>
                    <a:pt x="778217" y="5079077"/>
                  </a:lnTo>
                  <a:lnTo>
                    <a:pt x="778217" y="5078454"/>
                  </a:lnTo>
                  <a:lnTo>
                    <a:pt x="778325" y="5078454"/>
                  </a:lnTo>
                  <a:lnTo>
                    <a:pt x="778325" y="5077830"/>
                  </a:lnTo>
                  <a:lnTo>
                    <a:pt x="778434" y="5077830"/>
                  </a:lnTo>
                  <a:lnTo>
                    <a:pt x="778434" y="5077207"/>
                  </a:lnTo>
                  <a:lnTo>
                    <a:pt x="778542" y="5077207"/>
                  </a:lnTo>
                  <a:lnTo>
                    <a:pt x="778651" y="5077207"/>
                  </a:lnTo>
                  <a:lnTo>
                    <a:pt x="778759" y="5077207"/>
                  </a:lnTo>
                  <a:lnTo>
                    <a:pt x="778868" y="5077207"/>
                  </a:lnTo>
                  <a:lnTo>
                    <a:pt x="778868" y="5076583"/>
                  </a:lnTo>
                  <a:lnTo>
                    <a:pt x="778976" y="5076583"/>
                  </a:lnTo>
                  <a:lnTo>
                    <a:pt x="779085" y="5076583"/>
                  </a:lnTo>
                  <a:lnTo>
                    <a:pt x="779193" y="5076583"/>
                  </a:lnTo>
                  <a:lnTo>
                    <a:pt x="779301" y="5076583"/>
                  </a:lnTo>
                  <a:lnTo>
                    <a:pt x="779301" y="5075960"/>
                  </a:lnTo>
                  <a:lnTo>
                    <a:pt x="779410" y="5075960"/>
                  </a:lnTo>
                  <a:lnTo>
                    <a:pt x="779518" y="5075960"/>
                  </a:lnTo>
                  <a:lnTo>
                    <a:pt x="779627" y="5075960"/>
                  </a:lnTo>
                  <a:lnTo>
                    <a:pt x="779627" y="5075336"/>
                  </a:lnTo>
                  <a:lnTo>
                    <a:pt x="779735" y="5075336"/>
                  </a:lnTo>
                  <a:lnTo>
                    <a:pt x="779844" y="5075336"/>
                  </a:lnTo>
                  <a:lnTo>
                    <a:pt x="779952" y="5075336"/>
                  </a:lnTo>
                  <a:lnTo>
                    <a:pt x="779952" y="5074712"/>
                  </a:lnTo>
                  <a:lnTo>
                    <a:pt x="780061" y="5074712"/>
                  </a:lnTo>
                  <a:lnTo>
                    <a:pt x="780169" y="5074712"/>
                  </a:lnTo>
                  <a:lnTo>
                    <a:pt x="780277" y="5074712"/>
                  </a:lnTo>
                  <a:lnTo>
                    <a:pt x="780277" y="5074089"/>
                  </a:lnTo>
                  <a:lnTo>
                    <a:pt x="780386" y="5074089"/>
                  </a:lnTo>
                  <a:lnTo>
                    <a:pt x="780494" y="5074089"/>
                  </a:lnTo>
                  <a:lnTo>
                    <a:pt x="780603" y="5074089"/>
                  </a:lnTo>
                  <a:lnTo>
                    <a:pt x="780711" y="5074089"/>
                  </a:lnTo>
                  <a:lnTo>
                    <a:pt x="780820" y="5074089"/>
                  </a:lnTo>
                  <a:lnTo>
                    <a:pt x="780928" y="5074089"/>
                  </a:lnTo>
                  <a:lnTo>
                    <a:pt x="781037" y="5074089"/>
                  </a:lnTo>
                  <a:lnTo>
                    <a:pt x="781145" y="5074089"/>
                  </a:lnTo>
                  <a:lnTo>
                    <a:pt x="781145" y="5073465"/>
                  </a:lnTo>
                  <a:lnTo>
                    <a:pt x="781253" y="5073465"/>
                  </a:lnTo>
                  <a:lnTo>
                    <a:pt x="781253" y="5072842"/>
                  </a:lnTo>
                  <a:lnTo>
                    <a:pt x="781362" y="5072842"/>
                  </a:lnTo>
                  <a:lnTo>
                    <a:pt x="781470" y="5072842"/>
                  </a:lnTo>
                  <a:lnTo>
                    <a:pt x="781470" y="5072218"/>
                  </a:lnTo>
                  <a:lnTo>
                    <a:pt x="781579" y="5072218"/>
                  </a:lnTo>
                  <a:lnTo>
                    <a:pt x="781687" y="5072218"/>
                  </a:lnTo>
                  <a:lnTo>
                    <a:pt x="781796" y="5072218"/>
                  </a:lnTo>
                  <a:lnTo>
                    <a:pt x="781904" y="5072218"/>
                  </a:lnTo>
                  <a:lnTo>
                    <a:pt x="782013" y="5072218"/>
                  </a:lnTo>
                  <a:lnTo>
                    <a:pt x="782121" y="5072218"/>
                  </a:lnTo>
                  <a:lnTo>
                    <a:pt x="782229" y="5072218"/>
                  </a:lnTo>
                  <a:lnTo>
                    <a:pt x="782338" y="5072218"/>
                  </a:lnTo>
                  <a:lnTo>
                    <a:pt x="782446" y="5072218"/>
                  </a:lnTo>
                  <a:lnTo>
                    <a:pt x="782555" y="5072218"/>
                  </a:lnTo>
                  <a:lnTo>
                    <a:pt x="782663" y="5072218"/>
                  </a:lnTo>
                  <a:lnTo>
                    <a:pt x="782772" y="5072218"/>
                  </a:lnTo>
                  <a:lnTo>
                    <a:pt x="782880" y="5072218"/>
                  </a:lnTo>
                  <a:lnTo>
                    <a:pt x="782989" y="5072218"/>
                  </a:lnTo>
                  <a:lnTo>
                    <a:pt x="782989" y="5071595"/>
                  </a:lnTo>
                  <a:lnTo>
                    <a:pt x="783097" y="5071595"/>
                  </a:lnTo>
                  <a:lnTo>
                    <a:pt x="783205" y="5071595"/>
                  </a:lnTo>
                  <a:lnTo>
                    <a:pt x="783205" y="5070971"/>
                  </a:lnTo>
                  <a:lnTo>
                    <a:pt x="783314" y="5070971"/>
                  </a:lnTo>
                  <a:lnTo>
                    <a:pt x="783422" y="5070971"/>
                  </a:lnTo>
                  <a:lnTo>
                    <a:pt x="783422" y="5070347"/>
                  </a:lnTo>
                  <a:lnTo>
                    <a:pt x="783422" y="5069724"/>
                  </a:lnTo>
                  <a:lnTo>
                    <a:pt x="783422" y="5069100"/>
                  </a:lnTo>
                  <a:lnTo>
                    <a:pt x="783422" y="5068477"/>
                  </a:lnTo>
                  <a:lnTo>
                    <a:pt x="783531" y="5068477"/>
                  </a:lnTo>
                  <a:lnTo>
                    <a:pt x="783639" y="5068477"/>
                  </a:lnTo>
                  <a:lnTo>
                    <a:pt x="783748" y="5068477"/>
                  </a:lnTo>
                  <a:lnTo>
                    <a:pt x="783748" y="5067853"/>
                  </a:lnTo>
                  <a:lnTo>
                    <a:pt x="783856" y="5067853"/>
                  </a:lnTo>
                  <a:lnTo>
                    <a:pt x="783965" y="5067853"/>
                  </a:lnTo>
                  <a:lnTo>
                    <a:pt x="784073" y="5067853"/>
                  </a:lnTo>
                  <a:lnTo>
                    <a:pt x="784182" y="5067853"/>
                  </a:lnTo>
                  <a:lnTo>
                    <a:pt x="784290" y="5067853"/>
                  </a:lnTo>
                  <a:lnTo>
                    <a:pt x="784398" y="5067853"/>
                  </a:lnTo>
                  <a:lnTo>
                    <a:pt x="784507" y="5067853"/>
                  </a:lnTo>
                  <a:lnTo>
                    <a:pt x="784615" y="5067853"/>
                  </a:lnTo>
                  <a:lnTo>
                    <a:pt x="784724" y="5067853"/>
                  </a:lnTo>
                  <a:lnTo>
                    <a:pt x="784832" y="5067853"/>
                  </a:lnTo>
                  <a:lnTo>
                    <a:pt x="784941" y="5067853"/>
                  </a:lnTo>
                  <a:lnTo>
                    <a:pt x="785049" y="5067853"/>
                  </a:lnTo>
                  <a:lnTo>
                    <a:pt x="785158" y="5067853"/>
                  </a:lnTo>
                  <a:lnTo>
                    <a:pt x="785266" y="5067853"/>
                  </a:lnTo>
                  <a:lnTo>
                    <a:pt x="785374" y="5067853"/>
                  </a:lnTo>
                  <a:lnTo>
                    <a:pt x="785483" y="5067853"/>
                  </a:lnTo>
                  <a:lnTo>
                    <a:pt x="785591" y="5067853"/>
                  </a:lnTo>
                  <a:lnTo>
                    <a:pt x="785700" y="5067853"/>
                  </a:lnTo>
                  <a:lnTo>
                    <a:pt x="785808" y="5067853"/>
                  </a:lnTo>
                  <a:lnTo>
                    <a:pt x="785917" y="5067853"/>
                  </a:lnTo>
                  <a:lnTo>
                    <a:pt x="786025" y="5067853"/>
                  </a:lnTo>
                  <a:lnTo>
                    <a:pt x="786134" y="5067853"/>
                  </a:lnTo>
                  <a:lnTo>
                    <a:pt x="786134" y="5067229"/>
                  </a:lnTo>
                  <a:lnTo>
                    <a:pt x="786242" y="5067229"/>
                  </a:lnTo>
                  <a:lnTo>
                    <a:pt x="786242" y="5066606"/>
                  </a:lnTo>
                  <a:lnTo>
                    <a:pt x="786350" y="5066606"/>
                  </a:lnTo>
                  <a:lnTo>
                    <a:pt x="786350" y="5065982"/>
                  </a:lnTo>
                  <a:lnTo>
                    <a:pt x="786459" y="5065982"/>
                  </a:lnTo>
                  <a:lnTo>
                    <a:pt x="786567" y="5065982"/>
                  </a:lnTo>
                  <a:lnTo>
                    <a:pt x="786676" y="5065982"/>
                  </a:lnTo>
                  <a:lnTo>
                    <a:pt x="786676" y="5065359"/>
                  </a:lnTo>
                  <a:lnTo>
                    <a:pt x="786676" y="5064735"/>
                  </a:lnTo>
                  <a:lnTo>
                    <a:pt x="786784" y="5064735"/>
                  </a:lnTo>
                  <a:lnTo>
                    <a:pt x="786893" y="5064735"/>
                  </a:lnTo>
                  <a:lnTo>
                    <a:pt x="787001" y="5064735"/>
                  </a:lnTo>
                  <a:lnTo>
                    <a:pt x="787110" y="5064735"/>
                  </a:lnTo>
                  <a:lnTo>
                    <a:pt x="787110" y="5064112"/>
                  </a:lnTo>
                  <a:lnTo>
                    <a:pt x="787218" y="5064112"/>
                  </a:lnTo>
                  <a:lnTo>
                    <a:pt x="787326" y="5064112"/>
                  </a:lnTo>
                  <a:lnTo>
                    <a:pt x="787326" y="5063488"/>
                  </a:lnTo>
                  <a:lnTo>
                    <a:pt x="787435" y="5063488"/>
                  </a:lnTo>
                  <a:lnTo>
                    <a:pt x="787543" y="5063488"/>
                  </a:lnTo>
                  <a:lnTo>
                    <a:pt x="787652" y="5063488"/>
                  </a:lnTo>
                  <a:lnTo>
                    <a:pt x="787760" y="5063488"/>
                  </a:lnTo>
                  <a:lnTo>
                    <a:pt x="787869" y="5063488"/>
                  </a:lnTo>
                  <a:lnTo>
                    <a:pt x="787869" y="5062864"/>
                  </a:lnTo>
                  <a:lnTo>
                    <a:pt x="787977" y="5062864"/>
                  </a:lnTo>
                  <a:lnTo>
                    <a:pt x="787977" y="5062241"/>
                  </a:lnTo>
                  <a:lnTo>
                    <a:pt x="788086" y="5062241"/>
                  </a:lnTo>
                  <a:lnTo>
                    <a:pt x="788194" y="5062241"/>
                  </a:lnTo>
                  <a:lnTo>
                    <a:pt x="788303" y="5062241"/>
                  </a:lnTo>
                  <a:lnTo>
                    <a:pt x="788303" y="5061617"/>
                  </a:lnTo>
                  <a:lnTo>
                    <a:pt x="788411" y="5061617"/>
                  </a:lnTo>
                  <a:lnTo>
                    <a:pt x="788519" y="5061617"/>
                  </a:lnTo>
                  <a:lnTo>
                    <a:pt x="788628" y="5061617"/>
                  </a:lnTo>
                  <a:lnTo>
                    <a:pt x="788736" y="5061617"/>
                  </a:lnTo>
                  <a:lnTo>
                    <a:pt x="788845" y="5061617"/>
                  </a:lnTo>
                  <a:lnTo>
                    <a:pt x="788953" y="5061617"/>
                  </a:lnTo>
                  <a:lnTo>
                    <a:pt x="789062" y="5061617"/>
                  </a:lnTo>
                  <a:lnTo>
                    <a:pt x="789170" y="5061617"/>
                  </a:lnTo>
                  <a:lnTo>
                    <a:pt x="789279" y="5061617"/>
                  </a:lnTo>
                  <a:lnTo>
                    <a:pt x="789387" y="5061617"/>
                  </a:lnTo>
                  <a:lnTo>
                    <a:pt x="789495" y="5061617"/>
                  </a:lnTo>
                  <a:lnTo>
                    <a:pt x="789604" y="5061617"/>
                  </a:lnTo>
                  <a:lnTo>
                    <a:pt x="789712" y="5061617"/>
                  </a:lnTo>
                  <a:lnTo>
                    <a:pt x="789821" y="5061617"/>
                  </a:lnTo>
                  <a:lnTo>
                    <a:pt x="789821" y="5060994"/>
                  </a:lnTo>
                  <a:lnTo>
                    <a:pt x="789821" y="5060370"/>
                  </a:lnTo>
                  <a:lnTo>
                    <a:pt x="789929" y="5060370"/>
                  </a:lnTo>
                  <a:lnTo>
                    <a:pt x="790038" y="5060370"/>
                  </a:lnTo>
                  <a:lnTo>
                    <a:pt x="790038" y="5059746"/>
                  </a:lnTo>
                  <a:lnTo>
                    <a:pt x="790038" y="5059123"/>
                  </a:lnTo>
                  <a:lnTo>
                    <a:pt x="790038" y="5058499"/>
                  </a:lnTo>
                  <a:lnTo>
                    <a:pt x="790038" y="5057876"/>
                  </a:lnTo>
                  <a:lnTo>
                    <a:pt x="790146" y="5057876"/>
                  </a:lnTo>
                  <a:lnTo>
                    <a:pt x="790255" y="5057876"/>
                  </a:lnTo>
                  <a:lnTo>
                    <a:pt x="790363" y="5057876"/>
                  </a:lnTo>
                  <a:lnTo>
                    <a:pt x="790471" y="5057876"/>
                  </a:lnTo>
                  <a:lnTo>
                    <a:pt x="790580" y="5057876"/>
                  </a:lnTo>
                  <a:lnTo>
                    <a:pt x="790688" y="5057876"/>
                  </a:lnTo>
                  <a:lnTo>
                    <a:pt x="790797" y="5057876"/>
                  </a:lnTo>
                  <a:lnTo>
                    <a:pt x="790905" y="5057876"/>
                  </a:lnTo>
                  <a:lnTo>
                    <a:pt x="791014" y="5057876"/>
                  </a:lnTo>
                  <a:lnTo>
                    <a:pt x="791122" y="5057876"/>
                  </a:lnTo>
                  <a:lnTo>
                    <a:pt x="791231" y="5057876"/>
                  </a:lnTo>
                  <a:lnTo>
                    <a:pt x="791339" y="5057876"/>
                  </a:lnTo>
                  <a:lnTo>
                    <a:pt x="791447" y="5057876"/>
                  </a:lnTo>
                  <a:lnTo>
                    <a:pt x="791556" y="5057876"/>
                  </a:lnTo>
                  <a:lnTo>
                    <a:pt x="791556" y="5057252"/>
                  </a:lnTo>
                  <a:lnTo>
                    <a:pt x="791556" y="5056629"/>
                  </a:lnTo>
                  <a:lnTo>
                    <a:pt x="791664" y="5056629"/>
                  </a:lnTo>
                  <a:lnTo>
                    <a:pt x="791773" y="5056629"/>
                  </a:lnTo>
                  <a:lnTo>
                    <a:pt x="791881" y="5056629"/>
                  </a:lnTo>
                  <a:lnTo>
                    <a:pt x="791990" y="5056629"/>
                  </a:lnTo>
                  <a:lnTo>
                    <a:pt x="792098" y="5056629"/>
                  </a:lnTo>
                  <a:lnTo>
                    <a:pt x="792207" y="5056629"/>
                  </a:lnTo>
                  <a:lnTo>
                    <a:pt x="792315" y="5056629"/>
                  </a:lnTo>
                  <a:lnTo>
                    <a:pt x="792424" y="5056629"/>
                  </a:lnTo>
                  <a:lnTo>
                    <a:pt x="792532" y="5056629"/>
                  </a:lnTo>
                  <a:lnTo>
                    <a:pt x="792640" y="5056629"/>
                  </a:lnTo>
                  <a:lnTo>
                    <a:pt x="792749" y="5056629"/>
                  </a:lnTo>
                  <a:lnTo>
                    <a:pt x="792749" y="5056005"/>
                  </a:lnTo>
                  <a:lnTo>
                    <a:pt x="792857" y="5056005"/>
                  </a:lnTo>
                  <a:lnTo>
                    <a:pt x="792966" y="5056005"/>
                  </a:lnTo>
                  <a:lnTo>
                    <a:pt x="793074" y="5056005"/>
                  </a:lnTo>
                  <a:lnTo>
                    <a:pt x="793074" y="5055381"/>
                  </a:lnTo>
                  <a:lnTo>
                    <a:pt x="793183" y="5055381"/>
                  </a:lnTo>
                  <a:lnTo>
                    <a:pt x="793183" y="5054758"/>
                  </a:lnTo>
                  <a:lnTo>
                    <a:pt x="793291" y="5054758"/>
                  </a:lnTo>
                  <a:lnTo>
                    <a:pt x="793400" y="5054758"/>
                  </a:lnTo>
                  <a:lnTo>
                    <a:pt x="793508" y="5054758"/>
                  </a:lnTo>
                  <a:lnTo>
                    <a:pt x="793616" y="5054758"/>
                  </a:lnTo>
                  <a:lnTo>
                    <a:pt x="793616" y="5054134"/>
                  </a:lnTo>
                  <a:lnTo>
                    <a:pt x="793725" y="5054134"/>
                  </a:lnTo>
                  <a:lnTo>
                    <a:pt x="793833" y="5054134"/>
                  </a:lnTo>
                  <a:lnTo>
                    <a:pt x="793942" y="5054134"/>
                  </a:lnTo>
                  <a:lnTo>
                    <a:pt x="794050" y="5054134"/>
                  </a:lnTo>
                  <a:lnTo>
                    <a:pt x="794159" y="5054134"/>
                  </a:lnTo>
                  <a:lnTo>
                    <a:pt x="794159" y="5053511"/>
                  </a:lnTo>
                  <a:lnTo>
                    <a:pt x="794267" y="5053511"/>
                  </a:lnTo>
                  <a:lnTo>
                    <a:pt x="794267" y="5052887"/>
                  </a:lnTo>
                  <a:lnTo>
                    <a:pt x="794376" y="5052887"/>
                  </a:lnTo>
                  <a:lnTo>
                    <a:pt x="794484" y="5052887"/>
                  </a:lnTo>
                  <a:lnTo>
                    <a:pt x="794484" y="5052263"/>
                  </a:lnTo>
                  <a:lnTo>
                    <a:pt x="794592" y="5052263"/>
                  </a:lnTo>
                  <a:lnTo>
                    <a:pt x="794701" y="5052263"/>
                  </a:lnTo>
                  <a:lnTo>
                    <a:pt x="794809" y="5052263"/>
                  </a:lnTo>
                  <a:lnTo>
                    <a:pt x="794918" y="5052263"/>
                  </a:lnTo>
                  <a:lnTo>
                    <a:pt x="795026" y="5052263"/>
                  </a:lnTo>
                  <a:lnTo>
                    <a:pt x="795026" y="5051640"/>
                  </a:lnTo>
                  <a:lnTo>
                    <a:pt x="795026" y="5051016"/>
                  </a:lnTo>
                  <a:lnTo>
                    <a:pt x="795135" y="5051016"/>
                  </a:lnTo>
                  <a:lnTo>
                    <a:pt x="795243" y="5051016"/>
                  </a:lnTo>
                  <a:lnTo>
                    <a:pt x="795352" y="5051016"/>
                  </a:lnTo>
                  <a:lnTo>
                    <a:pt x="795460" y="5051016"/>
                  </a:lnTo>
                  <a:lnTo>
                    <a:pt x="795568" y="5051016"/>
                  </a:lnTo>
                  <a:lnTo>
                    <a:pt x="795677" y="5051016"/>
                  </a:lnTo>
                  <a:lnTo>
                    <a:pt x="795785" y="5051016"/>
                  </a:lnTo>
                  <a:lnTo>
                    <a:pt x="795894" y="5051016"/>
                  </a:lnTo>
                  <a:lnTo>
                    <a:pt x="796002" y="5051016"/>
                  </a:lnTo>
                  <a:lnTo>
                    <a:pt x="796111" y="5051016"/>
                  </a:lnTo>
                  <a:lnTo>
                    <a:pt x="796219" y="5051016"/>
                  </a:lnTo>
                  <a:lnTo>
                    <a:pt x="796219" y="5050393"/>
                  </a:lnTo>
                  <a:lnTo>
                    <a:pt x="796328" y="5050393"/>
                  </a:lnTo>
                  <a:lnTo>
                    <a:pt x="796436" y="5050393"/>
                  </a:lnTo>
                  <a:lnTo>
                    <a:pt x="796436" y="5049769"/>
                  </a:lnTo>
                  <a:lnTo>
                    <a:pt x="796545" y="5049769"/>
                  </a:lnTo>
                  <a:lnTo>
                    <a:pt x="796653" y="5049769"/>
                  </a:lnTo>
                  <a:lnTo>
                    <a:pt x="796653" y="5049146"/>
                  </a:lnTo>
                  <a:lnTo>
                    <a:pt x="796761" y="5049146"/>
                  </a:lnTo>
                  <a:lnTo>
                    <a:pt x="796870" y="5049146"/>
                  </a:lnTo>
                  <a:lnTo>
                    <a:pt x="796978" y="5049146"/>
                  </a:lnTo>
                  <a:lnTo>
                    <a:pt x="797087" y="5049146"/>
                  </a:lnTo>
                  <a:lnTo>
                    <a:pt x="797195" y="5049146"/>
                  </a:lnTo>
                  <a:lnTo>
                    <a:pt x="797304" y="5049146"/>
                  </a:lnTo>
                  <a:lnTo>
                    <a:pt x="797412" y="5049146"/>
                  </a:lnTo>
                  <a:lnTo>
                    <a:pt x="797412" y="5048522"/>
                  </a:lnTo>
                  <a:lnTo>
                    <a:pt x="797521" y="5048522"/>
                  </a:lnTo>
                  <a:lnTo>
                    <a:pt x="797629" y="5048522"/>
                  </a:lnTo>
                  <a:lnTo>
                    <a:pt x="797737" y="5048522"/>
                  </a:lnTo>
                  <a:lnTo>
                    <a:pt x="797846" y="5048522"/>
                  </a:lnTo>
                  <a:lnTo>
                    <a:pt x="797954" y="5048522"/>
                  </a:lnTo>
                  <a:lnTo>
                    <a:pt x="798063" y="5048522"/>
                  </a:lnTo>
                  <a:lnTo>
                    <a:pt x="798171" y="5048522"/>
                  </a:lnTo>
                  <a:lnTo>
                    <a:pt x="798280" y="5048522"/>
                  </a:lnTo>
                  <a:lnTo>
                    <a:pt x="798280" y="5047898"/>
                  </a:lnTo>
                  <a:lnTo>
                    <a:pt x="798280" y="5047275"/>
                  </a:lnTo>
                  <a:lnTo>
                    <a:pt x="798388" y="5047275"/>
                  </a:lnTo>
                  <a:lnTo>
                    <a:pt x="798497" y="5047275"/>
                  </a:lnTo>
                  <a:lnTo>
                    <a:pt x="798497" y="5046651"/>
                  </a:lnTo>
                  <a:lnTo>
                    <a:pt x="798605" y="5046651"/>
                  </a:lnTo>
                  <a:lnTo>
                    <a:pt x="798713" y="5046651"/>
                  </a:lnTo>
                  <a:lnTo>
                    <a:pt x="798822" y="5046651"/>
                  </a:lnTo>
                  <a:lnTo>
                    <a:pt x="798930" y="5046651"/>
                  </a:lnTo>
                  <a:lnTo>
                    <a:pt x="799039" y="5046651"/>
                  </a:lnTo>
                  <a:lnTo>
                    <a:pt x="799147" y="5046651"/>
                  </a:lnTo>
                  <a:lnTo>
                    <a:pt x="799256" y="5046651"/>
                  </a:lnTo>
                  <a:lnTo>
                    <a:pt x="799364" y="5046651"/>
                  </a:lnTo>
                  <a:lnTo>
                    <a:pt x="799473" y="5046651"/>
                  </a:lnTo>
                  <a:lnTo>
                    <a:pt x="799581" y="5046651"/>
                  </a:lnTo>
                  <a:lnTo>
                    <a:pt x="799689" y="5046651"/>
                  </a:lnTo>
                  <a:lnTo>
                    <a:pt x="799689" y="5046028"/>
                  </a:lnTo>
                  <a:lnTo>
                    <a:pt x="799798" y="5046028"/>
                  </a:lnTo>
                  <a:lnTo>
                    <a:pt x="799798" y="5045404"/>
                  </a:lnTo>
                  <a:lnTo>
                    <a:pt x="799906" y="5045404"/>
                  </a:lnTo>
                  <a:lnTo>
                    <a:pt x="799906" y="5044780"/>
                  </a:lnTo>
                  <a:lnTo>
                    <a:pt x="800015" y="5044780"/>
                  </a:lnTo>
                  <a:lnTo>
                    <a:pt x="800015" y="5044157"/>
                  </a:lnTo>
                  <a:lnTo>
                    <a:pt x="800123" y="5044157"/>
                  </a:lnTo>
                  <a:lnTo>
                    <a:pt x="800232" y="5044157"/>
                  </a:lnTo>
                  <a:lnTo>
                    <a:pt x="800340" y="5044157"/>
                  </a:lnTo>
                  <a:lnTo>
                    <a:pt x="800340" y="5043533"/>
                  </a:lnTo>
                  <a:lnTo>
                    <a:pt x="800340" y="5042910"/>
                  </a:lnTo>
                  <a:lnTo>
                    <a:pt x="800449" y="5042910"/>
                  </a:lnTo>
                  <a:lnTo>
                    <a:pt x="800557" y="5042910"/>
                  </a:lnTo>
                  <a:lnTo>
                    <a:pt x="800666" y="5042910"/>
                  </a:lnTo>
                  <a:lnTo>
                    <a:pt x="800774" y="5042910"/>
                  </a:lnTo>
                  <a:lnTo>
                    <a:pt x="800882" y="5042910"/>
                  </a:lnTo>
                  <a:lnTo>
                    <a:pt x="800991" y="5042910"/>
                  </a:lnTo>
                  <a:lnTo>
                    <a:pt x="801099" y="5042910"/>
                  </a:lnTo>
                  <a:lnTo>
                    <a:pt x="801208" y="5042910"/>
                  </a:lnTo>
                  <a:lnTo>
                    <a:pt x="801316" y="5042910"/>
                  </a:lnTo>
                  <a:lnTo>
                    <a:pt x="801425" y="5042910"/>
                  </a:lnTo>
                  <a:lnTo>
                    <a:pt x="801533" y="5042910"/>
                  </a:lnTo>
                  <a:lnTo>
                    <a:pt x="801642" y="5042910"/>
                  </a:lnTo>
                  <a:lnTo>
                    <a:pt x="801750" y="5042910"/>
                  </a:lnTo>
                  <a:lnTo>
                    <a:pt x="801858" y="5042910"/>
                  </a:lnTo>
                  <a:lnTo>
                    <a:pt x="801967" y="5042910"/>
                  </a:lnTo>
                  <a:lnTo>
                    <a:pt x="802075" y="5042910"/>
                  </a:lnTo>
                  <a:lnTo>
                    <a:pt x="802184" y="5042910"/>
                  </a:lnTo>
                  <a:lnTo>
                    <a:pt x="802292" y="5042910"/>
                  </a:lnTo>
                  <a:lnTo>
                    <a:pt x="802401" y="5042910"/>
                  </a:lnTo>
                  <a:lnTo>
                    <a:pt x="802509" y="5042910"/>
                  </a:lnTo>
                  <a:lnTo>
                    <a:pt x="802509" y="5042286"/>
                  </a:lnTo>
                  <a:lnTo>
                    <a:pt x="802618" y="5042286"/>
                  </a:lnTo>
                  <a:lnTo>
                    <a:pt x="802726" y="5042286"/>
                  </a:lnTo>
                  <a:lnTo>
                    <a:pt x="802726" y="5041663"/>
                  </a:lnTo>
                  <a:lnTo>
                    <a:pt x="802834" y="5041663"/>
                  </a:lnTo>
                  <a:lnTo>
                    <a:pt x="802943" y="5041663"/>
                  </a:lnTo>
                  <a:lnTo>
                    <a:pt x="803051" y="5041663"/>
                  </a:lnTo>
                  <a:lnTo>
                    <a:pt x="803160" y="5041663"/>
                  </a:lnTo>
                  <a:lnTo>
                    <a:pt x="803268" y="5041663"/>
                  </a:lnTo>
                  <a:lnTo>
                    <a:pt x="803377" y="5041663"/>
                  </a:lnTo>
                  <a:lnTo>
                    <a:pt x="803485" y="5041663"/>
                  </a:lnTo>
                  <a:lnTo>
                    <a:pt x="803594" y="5041663"/>
                  </a:lnTo>
                  <a:lnTo>
                    <a:pt x="803702" y="5041663"/>
                  </a:lnTo>
                  <a:lnTo>
                    <a:pt x="803810" y="5041663"/>
                  </a:lnTo>
                  <a:lnTo>
                    <a:pt x="803810" y="5041039"/>
                  </a:lnTo>
                  <a:lnTo>
                    <a:pt x="803810" y="5040415"/>
                  </a:lnTo>
                  <a:lnTo>
                    <a:pt x="803919" y="5040415"/>
                  </a:lnTo>
                  <a:lnTo>
                    <a:pt x="804027" y="5040415"/>
                  </a:lnTo>
                  <a:lnTo>
                    <a:pt x="804136" y="5040415"/>
                  </a:lnTo>
                  <a:lnTo>
                    <a:pt x="804244" y="5040415"/>
                  </a:lnTo>
                  <a:lnTo>
                    <a:pt x="804244" y="5039792"/>
                  </a:lnTo>
                  <a:lnTo>
                    <a:pt x="804244" y="5039168"/>
                  </a:lnTo>
                  <a:lnTo>
                    <a:pt x="804353" y="5039168"/>
                  </a:lnTo>
                  <a:lnTo>
                    <a:pt x="804461" y="5039168"/>
                  </a:lnTo>
                  <a:lnTo>
                    <a:pt x="804461" y="5038545"/>
                  </a:lnTo>
                  <a:lnTo>
                    <a:pt x="804570" y="5038545"/>
                  </a:lnTo>
                  <a:lnTo>
                    <a:pt x="804678" y="5038545"/>
                  </a:lnTo>
                  <a:lnTo>
                    <a:pt x="804786" y="5038545"/>
                  </a:lnTo>
                  <a:lnTo>
                    <a:pt x="804895" y="5038545"/>
                  </a:lnTo>
                  <a:lnTo>
                    <a:pt x="805003" y="5038545"/>
                  </a:lnTo>
                  <a:lnTo>
                    <a:pt x="805112" y="5038545"/>
                  </a:lnTo>
                  <a:lnTo>
                    <a:pt x="805220" y="5038545"/>
                  </a:lnTo>
                  <a:lnTo>
                    <a:pt x="805329" y="5038545"/>
                  </a:lnTo>
                  <a:lnTo>
                    <a:pt x="805437" y="5038545"/>
                  </a:lnTo>
                  <a:lnTo>
                    <a:pt x="805546" y="5038545"/>
                  </a:lnTo>
                  <a:lnTo>
                    <a:pt x="805654" y="5038545"/>
                  </a:lnTo>
                  <a:lnTo>
                    <a:pt x="805763" y="5038545"/>
                  </a:lnTo>
                  <a:lnTo>
                    <a:pt x="805763" y="5037921"/>
                  </a:lnTo>
                  <a:lnTo>
                    <a:pt x="805871" y="5037921"/>
                  </a:lnTo>
                  <a:lnTo>
                    <a:pt x="805979" y="5037921"/>
                  </a:lnTo>
                  <a:lnTo>
                    <a:pt x="806088" y="5037921"/>
                  </a:lnTo>
                  <a:lnTo>
                    <a:pt x="806196" y="5037921"/>
                  </a:lnTo>
                  <a:lnTo>
                    <a:pt x="806305" y="5037921"/>
                  </a:lnTo>
                  <a:lnTo>
                    <a:pt x="806413" y="5037921"/>
                  </a:lnTo>
                  <a:lnTo>
                    <a:pt x="806522" y="5037921"/>
                  </a:lnTo>
                  <a:lnTo>
                    <a:pt x="806630" y="5037921"/>
                  </a:lnTo>
                  <a:lnTo>
                    <a:pt x="806739" y="5037921"/>
                  </a:lnTo>
                  <a:lnTo>
                    <a:pt x="806847" y="5037921"/>
                  </a:lnTo>
                  <a:lnTo>
                    <a:pt x="806955" y="5037921"/>
                  </a:lnTo>
                  <a:lnTo>
                    <a:pt x="807064" y="5037921"/>
                  </a:lnTo>
                  <a:lnTo>
                    <a:pt x="807172" y="5037921"/>
                  </a:lnTo>
                  <a:lnTo>
                    <a:pt x="807172" y="5037297"/>
                  </a:lnTo>
                  <a:lnTo>
                    <a:pt x="807281" y="5037297"/>
                  </a:lnTo>
                  <a:lnTo>
                    <a:pt x="807389" y="5037297"/>
                  </a:lnTo>
                  <a:lnTo>
                    <a:pt x="807389" y="5036674"/>
                  </a:lnTo>
                  <a:lnTo>
                    <a:pt x="807389" y="5036050"/>
                  </a:lnTo>
                  <a:lnTo>
                    <a:pt x="807498" y="5036050"/>
                  </a:lnTo>
                  <a:lnTo>
                    <a:pt x="807498" y="5035427"/>
                  </a:lnTo>
                  <a:lnTo>
                    <a:pt x="807606" y="5035427"/>
                  </a:lnTo>
                  <a:lnTo>
                    <a:pt x="807715" y="5035427"/>
                  </a:lnTo>
                  <a:lnTo>
                    <a:pt x="807823" y="5035427"/>
                  </a:lnTo>
                  <a:lnTo>
                    <a:pt x="807931" y="5035427"/>
                  </a:lnTo>
                  <a:lnTo>
                    <a:pt x="807931" y="5034803"/>
                  </a:lnTo>
                  <a:lnTo>
                    <a:pt x="807931" y="5034180"/>
                  </a:lnTo>
                  <a:lnTo>
                    <a:pt x="808040" y="5034180"/>
                  </a:lnTo>
                  <a:lnTo>
                    <a:pt x="808148" y="5034180"/>
                  </a:lnTo>
                  <a:lnTo>
                    <a:pt x="808257" y="5034180"/>
                  </a:lnTo>
                  <a:lnTo>
                    <a:pt x="808365" y="5034180"/>
                  </a:lnTo>
                  <a:lnTo>
                    <a:pt x="808474" y="5034180"/>
                  </a:lnTo>
                  <a:lnTo>
                    <a:pt x="808582" y="5034180"/>
                  </a:lnTo>
                  <a:lnTo>
                    <a:pt x="808582" y="5033556"/>
                  </a:lnTo>
                  <a:lnTo>
                    <a:pt x="808691" y="5033556"/>
                  </a:lnTo>
                  <a:lnTo>
                    <a:pt x="808691" y="5032932"/>
                  </a:lnTo>
                  <a:lnTo>
                    <a:pt x="808799" y="5032932"/>
                  </a:lnTo>
                  <a:lnTo>
                    <a:pt x="808907" y="5032932"/>
                  </a:lnTo>
                  <a:lnTo>
                    <a:pt x="809016" y="5032932"/>
                  </a:lnTo>
                  <a:lnTo>
                    <a:pt x="809124" y="5032932"/>
                  </a:lnTo>
                  <a:lnTo>
                    <a:pt x="809233" y="5032932"/>
                  </a:lnTo>
                  <a:lnTo>
                    <a:pt x="809233" y="5032309"/>
                  </a:lnTo>
                  <a:lnTo>
                    <a:pt x="809341" y="5032309"/>
                  </a:lnTo>
                  <a:lnTo>
                    <a:pt x="809450" y="5032309"/>
                  </a:lnTo>
                  <a:lnTo>
                    <a:pt x="809558" y="5032309"/>
                  </a:lnTo>
                  <a:lnTo>
                    <a:pt x="809667" y="5032309"/>
                  </a:lnTo>
                  <a:lnTo>
                    <a:pt x="809775" y="5032309"/>
                  </a:lnTo>
                  <a:lnTo>
                    <a:pt x="809884" y="5032309"/>
                  </a:lnTo>
                  <a:lnTo>
                    <a:pt x="809992" y="5032309"/>
                  </a:lnTo>
                  <a:lnTo>
                    <a:pt x="810100" y="5032309"/>
                  </a:lnTo>
                  <a:lnTo>
                    <a:pt x="810209" y="5032309"/>
                  </a:lnTo>
                  <a:lnTo>
                    <a:pt x="810317" y="5032309"/>
                  </a:lnTo>
                  <a:lnTo>
                    <a:pt x="810426" y="5032309"/>
                  </a:lnTo>
                  <a:lnTo>
                    <a:pt x="810534" y="5032309"/>
                  </a:lnTo>
                  <a:lnTo>
                    <a:pt x="810643" y="5032309"/>
                  </a:lnTo>
                  <a:lnTo>
                    <a:pt x="810751" y="5032309"/>
                  </a:lnTo>
                  <a:lnTo>
                    <a:pt x="810860" y="5032309"/>
                  </a:lnTo>
                  <a:lnTo>
                    <a:pt x="810968" y="5032309"/>
                  </a:lnTo>
                  <a:lnTo>
                    <a:pt x="810968" y="5031685"/>
                  </a:lnTo>
                  <a:lnTo>
                    <a:pt x="811076" y="5031685"/>
                  </a:lnTo>
                  <a:lnTo>
                    <a:pt x="811076" y="5031062"/>
                  </a:lnTo>
                  <a:lnTo>
                    <a:pt x="811076" y="5030438"/>
                  </a:lnTo>
                  <a:lnTo>
                    <a:pt x="811185" y="5030438"/>
                  </a:lnTo>
                  <a:lnTo>
                    <a:pt x="811293" y="5030438"/>
                  </a:lnTo>
                  <a:lnTo>
                    <a:pt x="811402" y="5030438"/>
                  </a:lnTo>
                  <a:lnTo>
                    <a:pt x="811510" y="5030438"/>
                  </a:lnTo>
                  <a:lnTo>
                    <a:pt x="811619" y="5030438"/>
                  </a:lnTo>
                  <a:lnTo>
                    <a:pt x="811727" y="5030438"/>
                  </a:lnTo>
                  <a:lnTo>
                    <a:pt x="811836" y="5030438"/>
                  </a:lnTo>
                  <a:lnTo>
                    <a:pt x="811944" y="5030438"/>
                  </a:lnTo>
                  <a:lnTo>
                    <a:pt x="812052" y="5030438"/>
                  </a:lnTo>
                  <a:lnTo>
                    <a:pt x="812161" y="5030438"/>
                  </a:lnTo>
                  <a:lnTo>
                    <a:pt x="812269" y="5030438"/>
                  </a:lnTo>
                  <a:lnTo>
                    <a:pt x="812378" y="5030438"/>
                  </a:lnTo>
                  <a:lnTo>
                    <a:pt x="812378" y="5029814"/>
                  </a:lnTo>
                  <a:lnTo>
                    <a:pt x="812378" y="5029191"/>
                  </a:lnTo>
                  <a:lnTo>
                    <a:pt x="812486" y="5029191"/>
                  </a:lnTo>
                  <a:lnTo>
                    <a:pt x="812595" y="5029191"/>
                  </a:lnTo>
                  <a:lnTo>
                    <a:pt x="812595" y="5028567"/>
                  </a:lnTo>
                  <a:lnTo>
                    <a:pt x="812703" y="5028567"/>
                  </a:lnTo>
                  <a:lnTo>
                    <a:pt x="812703" y="5027944"/>
                  </a:lnTo>
                  <a:lnTo>
                    <a:pt x="812812" y="5027944"/>
                  </a:lnTo>
                  <a:lnTo>
                    <a:pt x="812920" y="5027944"/>
                  </a:lnTo>
                  <a:lnTo>
                    <a:pt x="812920" y="5027320"/>
                  </a:lnTo>
                  <a:lnTo>
                    <a:pt x="813028" y="5027320"/>
                  </a:lnTo>
                  <a:lnTo>
                    <a:pt x="813137" y="5027320"/>
                  </a:lnTo>
                  <a:lnTo>
                    <a:pt x="813245" y="5027320"/>
                  </a:lnTo>
                  <a:lnTo>
                    <a:pt x="813354" y="5027320"/>
                  </a:lnTo>
                  <a:lnTo>
                    <a:pt x="813354" y="5026697"/>
                  </a:lnTo>
                  <a:lnTo>
                    <a:pt x="813354" y="5026073"/>
                  </a:lnTo>
                  <a:lnTo>
                    <a:pt x="813462" y="5026073"/>
                  </a:lnTo>
                  <a:lnTo>
                    <a:pt x="813571" y="5026073"/>
                  </a:lnTo>
                  <a:lnTo>
                    <a:pt x="813679" y="5026073"/>
                  </a:lnTo>
                  <a:lnTo>
                    <a:pt x="813788" y="5026073"/>
                  </a:lnTo>
                  <a:lnTo>
                    <a:pt x="813788" y="5025449"/>
                  </a:lnTo>
                  <a:lnTo>
                    <a:pt x="813788" y="5024826"/>
                  </a:lnTo>
                  <a:lnTo>
                    <a:pt x="813896" y="5024826"/>
                  </a:lnTo>
                  <a:lnTo>
                    <a:pt x="814005" y="5024826"/>
                  </a:lnTo>
                  <a:lnTo>
                    <a:pt x="814005" y="5024202"/>
                  </a:lnTo>
                  <a:lnTo>
                    <a:pt x="814005" y="5023579"/>
                  </a:lnTo>
                  <a:lnTo>
                    <a:pt x="814113" y="5023579"/>
                  </a:lnTo>
                  <a:lnTo>
                    <a:pt x="814221" y="5023579"/>
                  </a:lnTo>
                  <a:lnTo>
                    <a:pt x="814330" y="5023579"/>
                  </a:lnTo>
                  <a:lnTo>
                    <a:pt x="814438" y="5023579"/>
                  </a:lnTo>
                  <a:lnTo>
                    <a:pt x="814547" y="5023579"/>
                  </a:lnTo>
                  <a:lnTo>
                    <a:pt x="814547" y="5022955"/>
                  </a:lnTo>
                  <a:lnTo>
                    <a:pt x="814547" y="5022331"/>
                  </a:lnTo>
                  <a:lnTo>
                    <a:pt x="814655" y="5022331"/>
                  </a:lnTo>
                  <a:lnTo>
                    <a:pt x="814764" y="5022331"/>
                  </a:lnTo>
                  <a:lnTo>
                    <a:pt x="814872" y="5022331"/>
                  </a:lnTo>
                  <a:lnTo>
                    <a:pt x="814981" y="5022331"/>
                  </a:lnTo>
                  <a:lnTo>
                    <a:pt x="814981" y="5021708"/>
                  </a:lnTo>
                  <a:lnTo>
                    <a:pt x="814981" y="5021084"/>
                  </a:lnTo>
                  <a:lnTo>
                    <a:pt x="815089" y="5021084"/>
                  </a:lnTo>
                  <a:lnTo>
                    <a:pt x="815197" y="5021084"/>
                  </a:lnTo>
                  <a:lnTo>
                    <a:pt x="815306" y="5021084"/>
                  </a:lnTo>
                  <a:lnTo>
                    <a:pt x="815414" y="5021084"/>
                  </a:lnTo>
                  <a:lnTo>
                    <a:pt x="815414" y="5020461"/>
                  </a:lnTo>
                  <a:lnTo>
                    <a:pt x="815523" y="5020461"/>
                  </a:lnTo>
                  <a:lnTo>
                    <a:pt x="815631" y="5020461"/>
                  </a:lnTo>
                  <a:lnTo>
                    <a:pt x="815740" y="5020461"/>
                  </a:lnTo>
                  <a:lnTo>
                    <a:pt x="815848" y="5020461"/>
                  </a:lnTo>
                  <a:lnTo>
                    <a:pt x="815957" y="5020461"/>
                  </a:lnTo>
                  <a:lnTo>
                    <a:pt x="816065" y="5020461"/>
                  </a:lnTo>
                  <a:lnTo>
                    <a:pt x="816173" y="5020461"/>
                  </a:lnTo>
                  <a:lnTo>
                    <a:pt x="816282" y="5020461"/>
                  </a:lnTo>
                  <a:lnTo>
                    <a:pt x="816390" y="5020461"/>
                  </a:lnTo>
                  <a:lnTo>
                    <a:pt x="816390" y="5019837"/>
                  </a:lnTo>
                  <a:lnTo>
                    <a:pt x="816499" y="5019837"/>
                  </a:lnTo>
                  <a:lnTo>
                    <a:pt x="816607" y="5019837"/>
                  </a:lnTo>
                  <a:lnTo>
                    <a:pt x="816716" y="5019837"/>
                  </a:lnTo>
                  <a:lnTo>
                    <a:pt x="816824" y="5019837"/>
                  </a:lnTo>
                  <a:lnTo>
                    <a:pt x="816933" y="5019837"/>
                  </a:lnTo>
                  <a:lnTo>
                    <a:pt x="817041" y="5019837"/>
                  </a:lnTo>
                  <a:lnTo>
                    <a:pt x="817149" y="5019837"/>
                  </a:lnTo>
                  <a:lnTo>
                    <a:pt x="817258" y="5019837"/>
                  </a:lnTo>
                  <a:lnTo>
                    <a:pt x="817366" y="5019837"/>
                  </a:lnTo>
                  <a:lnTo>
                    <a:pt x="817366" y="5019214"/>
                  </a:lnTo>
                  <a:lnTo>
                    <a:pt x="817475" y="5019214"/>
                  </a:lnTo>
                  <a:lnTo>
                    <a:pt x="817475" y="5018590"/>
                  </a:lnTo>
                  <a:lnTo>
                    <a:pt x="817583" y="5018590"/>
                  </a:lnTo>
                  <a:lnTo>
                    <a:pt x="817692" y="5018590"/>
                  </a:lnTo>
                  <a:lnTo>
                    <a:pt x="817692" y="5017966"/>
                  </a:lnTo>
                  <a:lnTo>
                    <a:pt x="817800" y="5017966"/>
                  </a:lnTo>
                  <a:lnTo>
                    <a:pt x="817909" y="5017966"/>
                  </a:lnTo>
                  <a:lnTo>
                    <a:pt x="818017" y="5017966"/>
                  </a:lnTo>
                  <a:lnTo>
                    <a:pt x="818126" y="5017966"/>
                  </a:lnTo>
                  <a:lnTo>
                    <a:pt x="818234" y="5017966"/>
                  </a:lnTo>
                  <a:lnTo>
                    <a:pt x="818342" y="5017966"/>
                  </a:lnTo>
                  <a:lnTo>
                    <a:pt x="818342" y="5017343"/>
                  </a:lnTo>
                  <a:lnTo>
                    <a:pt x="818451" y="5017343"/>
                  </a:lnTo>
                  <a:lnTo>
                    <a:pt x="818559" y="5017343"/>
                  </a:lnTo>
                  <a:lnTo>
                    <a:pt x="818668" y="5017343"/>
                  </a:lnTo>
                  <a:lnTo>
                    <a:pt x="818776" y="5017343"/>
                  </a:lnTo>
                  <a:lnTo>
                    <a:pt x="818885" y="5017343"/>
                  </a:lnTo>
                  <a:lnTo>
                    <a:pt x="818993" y="5017343"/>
                  </a:lnTo>
                  <a:lnTo>
                    <a:pt x="818993" y="5016719"/>
                  </a:lnTo>
                  <a:lnTo>
                    <a:pt x="819102" y="5016719"/>
                  </a:lnTo>
                  <a:lnTo>
                    <a:pt x="819210" y="5016719"/>
                  </a:lnTo>
                  <a:lnTo>
                    <a:pt x="819318" y="5016719"/>
                  </a:lnTo>
                  <a:lnTo>
                    <a:pt x="819318" y="5016096"/>
                  </a:lnTo>
                  <a:lnTo>
                    <a:pt x="819427" y="5016096"/>
                  </a:lnTo>
                  <a:lnTo>
                    <a:pt x="819535" y="5016096"/>
                  </a:lnTo>
                  <a:lnTo>
                    <a:pt x="819644" y="5016096"/>
                  </a:lnTo>
                  <a:lnTo>
                    <a:pt x="819644" y="5015472"/>
                  </a:lnTo>
                  <a:lnTo>
                    <a:pt x="819752" y="5015472"/>
                  </a:lnTo>
                  <a:lnTo>
                    <a:pt x="819861" y="5015472"/>
                  </a:lnTo>
                  <a:lnTo>
                    <a:pt x="819861" y="5014849"/>
                  </a:lnTo>
                  <a:lnTo>
                    <a:pt x="819861" y="5014225"/>
                  </a:lnTo>
                  <a:lnTo>
                    <a:pt x="819969" y="5014225"/>
                  </a:lnTo>
                  <a:lnTo>
                    <a:pt x="820078" y="5014225"/>
                  </a:lnTo>
                  <a:lnTo>
                    <a:pt x="820186" y="5014225"/>
                  </a:lnTo>
                  <a:lnTo>
                    <a:pt x="820294" y="5014225"/>
                  </a:lnTo>
                  <a:lnTo>
                    <a:pt x="820403" y="5014225"/>
                  </a:lnTo>
                  <a:lnTo>
                    <a:pt x="820511" y="5014225"/>
                  </a:lnTo>
                  <a:lnTo>
                    <a:pt x="820620" y="5014225"/>
                  </a:lnTo>
                  <a:lnTo>
                    <a:pt x="820728" y="5014225"/>
                  </a:lnTo>
                  <a:lnTo>
                    <a:pt x="820837" y="5014225"/>
                  </a:lnTo>
                  <a:lnTo>
                    <a:pt x="820945" y="5014225"/>
                  </a:lnTo>
                  <a:lnTo>
                    <a:pt x="821054" y="5014225"/>
                  </a:lnTo>
                  <a:lnTo>
                    <a:pt x="821162" y="5014225"/>
                  </a:lnTo>
                  <a:lnTo>
                    <a:pt x="821270" y="5014225"/>
                  </a:lnTo>
                  <a:lnTo>
                    <a:pt x="821379" y="5014225"/>
                  </a:lnTo>
                  <a:lnTo>
                    <a:pt x="821379" y="5013601"/>
                  </a:lnTo>
                  <a:lnTo>
                    <a:pt x="821487" y="5013601"/>
                  </a:lnTo>
                  <a:lnTo>
                    <a:pt x="821596" y="5013601"/>
                  </a:lnTo>
                  <a:lnTo>
                    <a:pt x="821596" y="5012978"/>
                  </a:lnTo>
                  <a:lnTo>
                    <a:pt x="821704" y="5012978"/>
                  </a:lnTo>
                  <a:lnTo>
                    <a:pt x="821813" y="5012978"/>
                  </a:lnTo>
                  <a:lnTo>
                    <a:pt x="821921" y="5012978"/>
                  </a:lnTo>
                  <a:lnTo>
                    <a:pt x="822030" y="5012978"/>
                  </a:lnTo>
                  <a:lnTo>
                    <a:pt x="822138" y="5012978"/>
                  </a:lnTo>
                  <a:lnTo>
                    <a:pt x="822247" y="5012978"/>
                  </a:lnTo>
                  <a:lnTo>
                    <a:pt x="822355" y="5012978"/>
                  </a:lnTo>
                  <a:lnTo>
                    <a:pt x="822463" y="5012978"/>
                  </a:lnTo>
                  <a:lnTo>
                    <a:pt x="822572" y="5012978"/>
                  </a:lnTo>
                  <a:lnTo>
                    <a:pt x="822680" y="5012978"/>
                  </a:lnTo>
                  <a:lnTo>
                    <a:pt x="822789" y="5012978"/>
                  </a:lnTo>
                  <a:lnTo>
                    <a:pt x="822897" y="5012978"/>
                  </a:lnTo>
                  <a:lnTo>
                    <a:pt x="823006" y="5012978"/>
                  </a:lnTo>
                  <a:lnTo>
                    <a:pt x="823114" y="5012978"/>
                  </a:lnTo>
                  <a:lnTo>
                    <a:pt x="823223" y="5012978"/>
                  </a:lnTo>
                  <a:lnTo>
                    <a:pt x="823331" y="5012978"/>
                  </a:lnTo>
                  <a:lnTo>
                    <a:pt x="823439" y="5012978"/>
                  </a:lnTo>
                  <a:lnTo>
                    <a:pt x="823439" y="5012354"/>
                  </a:lnTo>
                  <a:lnTo>
                    <a:pt x="823548" y="5012354"/>
                  </a:lnTo>
                  <a:lnTo>
                    <a:pt x="823656" y="5012354"/>
                  </a:lnTo>
                  <a:lnTo>
                    <a:pt x="823765" y="5012354"/>
                  </a:lnTo>
                  <a:lnTo>
                    <a:pt x="823873" y="5012354"/>
                  </a:lnTo>
                  <a:lnTo>
                    <a:pt x="823982" y="5012354"/>
                  </a:lnTo>
                  <a:lnTo>
                    <a:pt x="823982" y="5011731"/>
                  </a:lnTo>
                  <a:lnTo>
                    <a:pt x="824090" y="5011731"/>
                  </a:lnTo>
                  <a:lnTo>
                    <a:pt x="824090" y="5011107"/>
                  </a:lnTo>
                  <a:lnTo>
                    <a:pt x="824199" y="5011107"/>
                  </a:lnTo>
                  <a:lnTo>
                    <a:pt x="824307" y="5011107"/>
                  </a:lnTo>
                  <a:lnTo>
                    <a:pt x="824415" y="5011107"/>
                  </a:lnTo>
                  <a:lnTo>
                    <a:pt x="824524" y="5011107"/>
                  </a:lnTo>
                  <a:lnTo>
                    <a:pt x="824632" y="5011107"/>
                  </a:lnTo>
                  <a:lnTo>
                    <a:pt x="824632" y="5010483"/>
                  </a:lnTo>
                  <a:lnTo>
                    <a:pt x="824741" y="5010483"/>
                  </a:lnTo>
                  <a:lnTo>
                    <a:pt x="824849" y="5010483"/>
                  </a:lnTo>
                  <a:lnTo>
                    <a:pt x="824958" y="5010483"/>
                  </a:lnTo>
                  <a:lnTo>
                    <a:pt x="825066" y="5010483"/>
                  </a:lnTo>
                  <a:lnTo>
                    <a:pt x="825175" y="5010483"/>
                  </a:lnTo>
                  <a:lnTo>
                    <a:pt x="825283" y="5010483"/>
                  </a:lnTo>
                  <a:lnTo>
                    <a:pt x="825391" y="5010483"/>
                  </a:lnTo>
                  <a:lnTo>
                    <a:pt x="825500" y="5010483"/>
                  </a:lnTo>
                  <a:lnTo>
                    <a:pt x="825500" y="5009860"/>
                  </a:lnTo>
                  <a:lnTo>
                    <a:pt x="825500" y="5009236"/>
                  </a:lnTo>
                  <a:lnTo>
                    <a:pt x="825608" y="5009236"/>
                  </a:lnTo>
                  <a:lnTo>
                    <a:pt x="825608" y="5008613"/>
                  </a:lnTo>
                  <a:lnTo>
                    <a:pt x="825717" y="5008613"/>
                  </a:lnTo>
                  <a:lnTo>
                    <a:pt x="825825" y="5008613"/>
                  </a:lnTo>
                  <a:lnTo>
                    <a:pt x="825825" y="5007989"/>
                  </a:lnTo>
                  <a:lnTo>
                    <a:pt x="825934" y="5007989"/>
                  </a:lnTo>
                  <a:lnTo>
                    <a:pt x="826042" y="5007989"/>
                  </a:lnTo>
                  <a:lnTo>
                    <a:pt x="826151" y="5007989"/>
                  </a:lnTo>
                  <a:lnTo>
                    <a:pt x="826151" y="5007366"/>
                  </a:lnTo>
                  <a:lnTo>
                    <a:pt x="826151" y="5006742"/>
                  </a:lnTo>
                  <a:lnTo>
                    <a:pt x="826259" y="5006742"/>
                  </a:lnTo>
                  <a:lnTo>
                    <a:pt x="826367" y="5006742"/>
                  </a:lnTo>
                  <a:lnTo>
                    <a:pt x="826367" y="5006118"/>
                  </a:lnTo>
                  <a:lnTo>
                    <a:pt x="826476" y="5006118"/>
                  </a:lnTo>
                  <a:lnTo>
                    <a:pt x="826584" y="5006118"/>
                  </a:lnTo>
                  <a:lnTo>
                    <a:pt x="826693" y="5006118"/>
                  </a:lnTo>
                  <a:lnTo>
                    <a:pt x="826801" y="5006118"/>
                  </a:lnTo>
                  <a:lnTo>
                    <a:pt x="826910" y="5006118"/>
                  </a:lnTo>
                  <a:lnTo>
                    <a:pt x="827018" y="5006118"/>
                  </a:lnTo>
                  <a:lnTo>
                    <a:pt x="827018" y="5005495"/>
                  </a:lnTo>
                  <a:lnTo>
                    <a:pt x="827127" y="5005495"/>
                  </a:lnTo>
                  <a:lnTo>
                    <a:pt x="827235" y="5005495"/>
                  </a:lnTo>
                  <a:lnTo>
                    <a:pt x="827235" y="5004871"/>
                  </a:lnTo>
                  <a:lnTo>
                    <a:pt x="827344" y="5004871"/>
                  </a:lnTo>
                  <a:lnTo>
                    <a:pt x="827344" y="5004248"/>
                  </a:lnTo>
                  <a:lnTo>
                    <a:pt x="827452" y="5004248"/>
                  </a:lnTo>
                  <a:lnTo>
                    <a:pt x="827560" y="5004248"/>
                  </a:lnTo>
                  <a:lnTo>
                    <a:pt x="827669" y="5004248"/>
                  </a:lnTo>
                  <a:lnTo>
                    <a:pt x="827777" y="5004248"/>
                  </a:lnTo>
                  <a:lnTo>
                    <a:pt x="827886" y="5004248"/>
                  </a:lnTo>
                  <a:lnTo>
                    <a:pt x="827994" y="5004248"/>
                  </a:lnTo>
                  <a:lnTo>
                    <a:pt x="827994" y="5003624"/>
                  </a:lnTo>
                  <a:lnTo>
                    <a:pt x="828103" y="5003624"/>
                  </a:lnTo>
                  <a:lnTo>
                    <a:pt x="828211" y="5003624"/>
                  </a:lnTo>
                  <a:lnTo>
                    <a:pt x="828320" y="5003624"/>
                  </a:lnTo>
                  <a:lnTo>
                    <a:pt x="828428" y="5003624"/>
                  </a:lnTo>
                  <a:lnTo>
                    <a:pt x="828536" y="5003624"/>
                  </a:lnTo>
                  <a:lnTo>
                    <a:pt x="828645" y="5003624"/>
                  </a:lnTo>
                  <a:lnTo>
                    <a:pt x="828753" y="5003624"/>
                  </a:lnTo>
                  <a:lnTo>
                    <a:pt x="828862" y="5003624"/>
                  </a:lnTo>
                  <a:lnTo>
                    <a:pt x="828970" y="5003624"/>
                  </a:lnTo>
                  <a:lnTo>
                    <a:pt x="829079" y="5003624"/>
                  </a:lnTo>
                  <a:lnTo>
                    <a:pt x="829187" y="5003624"/>
                  </a:lnTo>
                  <a:lnTo>
                    <a:pt x="829296" y="5003624"/>
                  </a:lnTo>
                  <a:lnTo>
                    <a:pt x="829404" y="5003624"/>
                  </a:lnTo>
                  <a:lnTo>
                    <a:pt x="829404" y="5003000"/>
                  </a:lnTo>
                  <a:lnTo>
                    <a:pt x="829512" y="5003000"/>
                  </a:lnTo>
                  <a:lnTo>
                    <a:pt x="829621" y="5003000"/>
                  </a:lnTo>
                  <a:lnTo>
                    <a:pt x="829729" y="5003000"/>
                  </a:lnTo>
                  <a:lnTo>
                    <a:pt x="829838" y="5003000"/>
                  </a:lnTo>
                  <a:lnTo>
                    <a:pt x="829838" y="5002377"/>
                  </a:lnTo>
                  <a:lnTo>
                    <a:pt x="829946" y="5002377"/>
                  </a:lnTo>
                  <a:lnTo>
                    <a:pt x="830055" y="5002377"/>
                  </a:lnTo>
                  <a:lnTo>
                    <a:pt x="830163" y="5002377"/>
                  </a:lnTo>
                  <a:lnTo>
                    <a:pt x="830272" y="5002377"/>
                  </a:lnTo>
                  <a:lnTo>
                    <a:pt x="830272" y="5001753"/>
                  </a:lnTo>
                  <a:lnTo>
                    <a:pt x="830380" y="5001753"/>
                  </a:lnTo>
                  <a:lnTo>
                    <a:pt x="830488" y="5001753"/>
                  </a:lnTo>
                  <a:lnTo>
                    <a:pt x="830597" y="5001753"/>
                  </a:lnTo>
                  <a:lnTo>
                    <a:pt x="830705" y="5001753"/>
                  </a:lnTo>
                  <a:lnTo>
                    <a:pt x="830814" y="5001753"/>
                  </a:lnTo>
                  <a:lnTo>
                    <a:pt x="830922" y="5001753"/>
                  </a:lnTo>
                  <a:lnTo>
                    <a:pt x="831031" y="5001753"/>
                  </a:lnTo>
                  <a:lnTo>
                    <a:pt x="831139" y="5001753"/>
                  </a:lnTo>
                  <a:lnTo>
                    <a:pt x="831139" y="5001130"/>
                  </a:lnTo>
                  <a:lnTo>
                    <a:pt x="831248" y="5001130"/>
                  </a:lnTo>
                  <a:lnTo>
                    <a:pt x="831356" y="5001130"/>
                  </a:lnTo>
                  <a:lnTo>
                    <a:pt x="831465" y="5001130"/>
                  </a:lnTo>
                  <a:lnTo>
                    <a:pt x="831573" y="5001130"/>
                  </a:lnTo>
                  <a:lnTo>
                    <a:pt x="831681" y="5001130"/>
                  </a:lnTo>
                  <a:lnTo>
                    <a:pt x="831681" y="5000506"/>
                  </a:lnTo>
                  <a:lnTo>
                    <a:pt x="831790" y="5000506"/>
                  </a:lnTo>
                  <a:lnTo>
                    <a:pt x="831898" y="5000506"/>
                  </a:lnTo>
                  <a:lnTo>
                    <a:pt x="832007" y="5000506"/>
                  </a:lnTo>
                  <a:lnTo>
                    <a:pt x="832115" y="5000506"/>
                  </a:lnTo>
                  <a:lnTo>
                    <a:pt x="832115" y="4999883"/>
                  </a:lnTo>
                  <a:lnTo>
                    <a:pt x="832115" y="4999259"/>
                  </a:lnTo>
                  <a:lnTo>
                    <a:pt x="832224" y="4999259"/>
                  </a:lnTo>
                  <a:lnTo>
                    <a:pt x="832332" y="4999259"/>
                  </a:lnTo>
                  <a:lnTo>
                    <a:pt x="832332" y="4998635"/>
                  </a:lnTo>
                  <a:lnTo>
                    <a:pt x="832441" y="4998635"/>
                  </a:lnTo>
                  <a:lnTo>
                    <a:pt x="832549" y="4998635"/>
                  </a:lnTo>
                  <a:lnTo>
                    <a:pt x="832657" y="4998635"/>
                  </a:lnTo>
                  <a:lnTo>
                    <a:pt x="832766" y="4998635"/>
                  </a:lnTo>
                  <a:lnTo>
                    <a:pt x="832874" y="4998635"/>
                  </a:lnTo>
                  <a:lnTo>
                    <a:pt x="832983" y="4998635"/>
                  </a:lnTo>
                  <a:lnTo>
                    <a:pt x="833091" y="4998635"/>
                  </a:lnTo>
                  <a:lnTo>
                    <a:pt x="833200" y="4998635"/>
                  </a:lnTo>
                  <a:lnTo>
                    <a:pt x="833308" y="4998635"/>
                  </a:lnTo>
                  <a:lnTo>
                    <a:pt x="833417" y="4998635"/>
                  </a:lnTo>
                  <a:lnTo>
                    <a:pt x="833525" y="4998635"/>
                  </a:lnTo>
                  <a:lnTo>
                    <a:pt x="833633" y="4998635"/>
                  </a:lnTo>
                  <a:lnTo>
                    <a:pt x="833633" y="4998012"/>
                  </a:lnTo>
                  <a:lnTo>
                    <a:pt x="833633" y="4997388"/>
                  </a:lnTo>
                  <a:lnTo>
                    <a:pt x="833742" y="4997388"/>
                  </a:lnTo>
                  <a:lnTo>
                    <a:pt x="833850" y="4997388"/>
                  </a:lnTo>
                  <a:lnTo>
                    <a:pt x="833959" y="4997388"/>
                  </a:lnTo>
                  <a:lnTo>
                    <a:pt x="833959" y="4996765"/>
                  </a:lnTo>
                  <a:lnTo>
                    <a:pt x="834067" y="4996765"/>
                  </a:lnTo>
                  <a:lnTo>
                    <a:pt x="834176" y="4996765"/>
                  </a:lnTo>
                  <a:lnTo>
                    <a:pt x="834176" y="4996141"/>
                  </a:lnTo>
                  <a:lnTo>
                    <a:pt x="834284" y="4996141"/>
                  </a:lnTo>
                  <a:lnTo>
                    <a:pt x="834393" y="4996141"/>
                  </a:lnTo>
                  <a:lnTo>
                    <a:pt x="834501" y="4996141"/>
                  </a:lnTo>
                  <a:lnTo>
                    <a:pt x="834609" y="4996141"/>
                  </a:lnTo>
                  <a:lnTo>
                    <a:pt x="834718" y="4996141"/>
                  </a:lnTo>
                  <a:lnTo>
                    <a:pt x="834826" y="4996141"/>
                  </a:lnTo>
                  <a:lnTo>
                    <a:pt x="834935" y="4996141"/>
                  </a:lnTo>
                  <a:lnTo>
                    <a:pt x="835043" y="4996141"/>
                  </a:lnTo>
                  <a:lnTo>
                    <a:pt x="835043" y="4995517"/>
                  </a:lnTo>
                  <a:lnTo>
                    <a:pt x="835152" y="4995517"/>
                  </a:lnTo>
                  <a:lnTo>
                    <a:pt x="835260" y="4995517"/>
                  </a:lnTo>
                  <a:lnTo>
                    <a:pt x="835369" y="4995517"/>
                  </a:lnTo>
                  <a:lnTo>
                    <a:pt x="835369" y="4994894"/>
                  </a:lnTo>
                  <a:lnTo>
                    <a:pt x="835477" y="4994894"/>
                  </a:lnTo>
                  <a:lnTo>
                    <a:pt x="835586" y="4994894"/>
                  </a:lnTo>
                  <a:lnTo>
                    <a:pt x="835694" y="4994894"/>
                  </a:lnTo>
                  <a:lnTo>
                    <a:pt x="835802" y="4994894"/>
                  </a:lnTo>
                  <a:lnTo>
                    <a:pt x="835911" y="4994894"/>
                  </a:lnTo>
                  <a:lnTo>
                    <a:pt x="836019" y="4994894"/>
                  </a:lnTo>
                  <a:lnTo>
                    <a:pt x="836128" y="4994894"/>
                  </a:lnTo>
                  <a:lnTo>
                    <a:pt x="836236" y="4994894"/>
                  </a:lnTo>
                  <a:lnTo>
                    <a:pt x="836345" y="4994894"/>
                  </a:lnTo>
                  <a:lnTo>
                    <a:pt x="836453" y="4994894"/>
                  </a:lnTo>
                  <a:lnTo>
                    <a:pt x="836562" y="4994894"/>
                  </a:lnTo>
                  <a:lnTo>
                    <a:pt x="836670" y="4994894"/>
                  </a:lnTo>
                  <a:lnTo>
                    <a:pt x="836778" y="4994894"/>
                  </a:lnTo>
                  <a:lnTo>
                    <a:pt x="836887" y="4994894"/>
                  </a:lnTo>
                  <a:lnTo>
                    <a:pt x="836887" y="4994270"/>
                  </a:lnTo>
                  <a:lnTo>
                    <a:pt x="836995" y="4994270"/>
                  </a:lnTo>
                  <a:lnTo>
                    <a:pt x="837104" y="4994270"/>
                  </a:lnTo>
                  <a:lnTo>
                    <a:pt x="837212" y="4994270"/>
                  </a:lnTo>
                  <a:lnTo>
                    <a:pt x="837321" y="4994270"/>
                  </a:lnTo>
                  <a:lnTo>
                    <a:pt x="837429" y="4994270"/>
                  </a:lnTo>
                  <a:lnTo>
                    <a:pt x="837429" y="4993647"/>
                  </a:lnTo>
                  <a:lnTo>
                    <a:pt x="837538" y="4993647"/>
                  </a:lnTo>
                  <a:lnTo>
                    <a:pt x="837646" y="4993647"/>
                  </a:lnTo>
                  <a:lnTo>
                    <a:pt x="837754" y="4993647"/>
                  </a:lnTo>
                  <a:lnTo>
                    <a:pt x="837863" y="4993647"/>
                  </a:lnTo>
                  <a:lnTo>
                    <a:pt x="837971" y="4993647"/>
                  </a:lnTo>
                  <a:lnTo>
                    <a:pt x="837971" y="4993023"/>
                  </a:lnTo>
                  <a:lnTo>
                    <a:pt x="838080" y="4993023"/>
                  </a:lnTo>
                  <a:lnTo>
                    <a:pt x="838080" y="4992400"/>
                  </a:lnTo>
                  <a:lnTo>
                    <a:pt x="838080" y="4991776"/>
                  </a:lnTo>
                  <a:lnTo>
                    <a:pt x="838080" y="4991152"/>
                  </a:lnTo>
                  <a:lnTo>
                    <a:pt x="838188" y="4991152"/>
                  </a:lnTo>
                  <a:lnTo>
                    <a:pt x="838297" y="4991152"/>
                  </a:lnTo>
                  <a:lnTo>
                    <a:pt x="838405" y="4991152"/>
                  </a:lnTo>
                  <a:lnTo>
                    <a:pt x="838405" y="4990529"/>
                  </a:lnTo>
                  <a:lnTo>
                    <a:pt x="838514" y="4990529"/>
                  </a:lnTo>
                  <a:lnTo>
                    <a:pt x="838622" y="4990529"/>
                  </a:lnTo>
                  <a:lnTo>
                    <a:pt x="838730" y="4990529"/>
                  </a:lnTo>
                  <a:lnTo>
                    <a:pt x="838730" y="4989905"/>
                  </a:lnTo>
                  <a:lnTo>
                    <a:pt x="838839" y="4989905"/>
                  </a:lnTo>
                  <a:lnTo>
                    <a:pt x="838947" y="4989905"/>
                  </a:lnTo>
                  <a:lnTo>
                    <a:pt x="839056" y="4989905"/>
                  </a:lnTo>
                  <a:lnTo>
                    <a:pt x="839164" y="4989905"/>
                  </a:lnTo>
                  <a:lnTo>
                    <a:pt x="839273" y="4989905"/>
                  </a:lnTo>
                  <a:lnTo>
                    <a:pt x="839381" y="4989905"/>
                  </a:lnTo>
                  <a:lnTo>
                    <a:pt x="839381" y="4989282"/>
                  </a:lnTo>
                  <a:lnTo>
                    <a:pt x="839490" y="4989282"/>
                  </a:lnTo>
                  <a:lnTo>
                    <a:pt x="839598" y="4989282"/>
                  </a:lnTo>
                  <a:lnTo>
                    <a:pt x="839707" y="4989282"/>
                  </a:lnTo>
                  <a:lnTo>
                    <a:pt x="839815" y="4989282"/>
                  </a:lnTo>
                  <a:lnTo>
                    <a:pt x="839923" y="4989282"/>
                  </a:lnTo>
                  <a:lnTo>
                    <a:pt x="840032" y="4989282"/>
                  </a:lnTo>
                  <a:lnTo>
                    <a:pt x="840140" y="4989282"/>
                  </a:lnTo>
                  <a:lnTo>
                    <a:pt x="840249" y="4989282"/>
                  </a:lnTo>
                  <a:lnTo>
                    <a:pt x="840357" y="4989282"/>
                  </a:lnTo>
                  <a:lnTo>
                    <a:pt x="840466" y="4989282"/>
                  </a:lnTo>
                  <a:lnTo>
                    <a:pt x="840574" y="4989282"/>
                  </a:lnTo>
                  <a:lnTo>
                    <a:pt x="840683" y="4989282"/>
                  </a:lnTo>
                  <a:lnTo>
                    <a:pt x="840683" y="4988658"/>
                  </a:lnTo>
                  <a:lnTo>
                    <a:pt x="840791" y="4988658"/>
                  </a:lnTo>
                  <a:lnTo>
                    <a:pt x="840899" y="4988658"/>
                  </a:lnTo>
                  <a:lnTo>
                    <a:pt x="841008" y="4988658"/>
                  </a:lnTo>
                  <a:lnTo>
                    <a:pt x="841116" y="4988658"/>
                  </a:lnTo>
                  <a:lnTo>
                    <a:pt x="841116" y="4988034"/>
                  </a:lnTo>
                  <a:lnTo>
                    <a:pt x="841225" y="4988034"/>
                  </a:lnTo>
                  <a:lnTo>
                    <a:pt x="841333" y="4988034"/>
                  </a:lnTo>
                  <a:lnTo>
                    <a:pt x="841442" y="4988034"/>
                  </a:lnTo>
                  <a:lnTo>
                    <a:pt x="841442" y="4987411"/>
                  </a:lnTo>
                  <a:lnTo>
                    <a:pt x="841550" y="4987411"/>
                  </a:lnTo>
                  <a:lnTo>
                    <a:pt x="841659" y="4987411"/>
                  </a:lnTo>
                  <a:lnTo>
                    <a:pt x="841767" y="4987411"/>
                  </a:lnTo>
                  <a:lnTo>
                    <a:pt x="841875" y="4987411"/>
                  </a:lnTo>
                  <a:lnTo>
                    <a:pt x="841875" y="4986787"/>
                  </a:lnTo>
                  <a:lnTo>
                    <a:pt x="841984" y="4986787"/>
                  </a:lnTo>
                  <a:lnTo>
                    <a:pt x="842092" y="4986787"/>
                  </a:lnTo>
                  <a:lnTo>
                    <a:pt x="842201" y="4986787"/>
                  </a:lnTo>
                  <a:lnTo>
                    <a:pt x="842201" y="4986164"/>
                  </a:lnTo>
                  <a:lnTo>
                    <a:pt x="842309" y="4986164"/>
                  </a:lnTo>
                  <a:lnTo>
                    <a:pt x="842309" y="4985540"/>
                  </a:lnTo>
                  <a:lnTo>
                    <a:pt x="842418" y="4985540"/>
                  </a:lnTo>
                  <a:lnTo>
                    <a:pt x="842418" y="4984917"/>
                  </a:lnTo>
                  <a:lnTo>
                    <a:pt x="842418" y="4984293"/>
                  </a:lnTo>
                  <a:lnTo>
                    <a:pt x="842418" y="4983669"/>
                  </a:lnTo>
                  <a:lnTo>
                    <a:pt x="842526" y="4983669"/>
                  </a:lnTo>
                  <a:lnTo>
                    <a:pt x="842526" y="4983046"/>
                  </a:lnTo>
                  <a:lnTo>
                    <a:pt x="842635" y="4983046"/>
                  </a:lnTo>
                  <a:lnTo>
                    <a:pt x="842635" y="4982422"/>
                  </a:lnTo>
                  <a:lnTo>
                    <a:pt x="842743" y="4982422"/>
                  </a:lnTo>
                  <a:lnTo>
                    <a:pt x="842851" y="4982422"/>
                  </a:lnTo>
                  <a:lnTo>
                    <a:pt x="842960" y="4982422"/>
                  </a:lnTo>
                  <a:lnTo>
                    <a:pt x="842960" y="4981799"/>
                  </a:lnTo>
                  <a:lnTo>
                    <a:pt x="842960" y="4981175"/>
                  </a:lnTo>
                  <a:lnTo>
                    <a:pt x="843068" y="4981175"/>
                  </a:lnTo>
                  <a:lnTo>
                    <a:pt x="843177" y="4981175"/>
                  </a:lnTo>
                  <a:lnTo>
                    <a:pt x="843285" y="4981175"/>
                  </a:lnTo>
                  <a:lnTo>
                    <a:pt x="843394" y="4981175"/>
                  </a:lnTo>
                  <a:lnTo>
                    <a:pt x="843394" y="4980551"/>
                  </a:lnTo>
                  <a:lnTo>
                    <a:pt x="843502" y="4980551"/>
                  </a:lnTo>
                  <a:lnTo>
                    <a:pt x="843611" y="4980551"/>
                  </a:lnTo>
                  <a:lnTo>
                    <a:pt x="843719" y="4980551"/>
                  </a:lnTo>
                  <a:lnTo>
                    <a:pt x="843828" y="4980551"/>
                  </a:lnTo>
                  <a:lnTo>
                    <a:pt x="843828" y="4979928"/>
                  </a:lnTo>
                  <a:lnTo>
                    <a:pt x="843828" y="4979304"/>
                  </a:lnTo>
                  <a:lnTo>
                    <a:pt x="843828" y="4978681"/>
                  </a:lnTo>
                  <a:lnTo>
                    <a:pt x="843936" y="4978681"/>
                  </a:lnTo>
                  <a:lnTo>
                    <a:pt x="844044" y="4978681"/>
                  </a:lnTo>
                  <a:lnTo>
                    <a:pt x="844153" y="4978681"/>
                  </a:lnTo>
                  <a:lnTo>
                    <a:pt x="844261" y="4978681"/>
                  </a:lnTo>
                  <a:lnTo>
                    <a:pt x="844261" y="4978057"/>
                  </a:lnTo>
                  <a:lnTo>
                    <a:pt x="844261" y="4977434"/>
                  </a:lnTo>
                  <a:lnTo>
                    <a:pt x="844261" y="4976810"/>
                  </a:lnTo>
                  <a:lnTo>
                    <a:pt x="844261" y="4976186"/>
                  </a:lnTo>
                  <a:lnTo>
                    <a:pt x="844370" y="4976186"/>
                  </a:lnTo>
                  <a:lnTo>
                    <a:pt x="844478" y="4976186"/>
                  </a:lnTo>
                  <a:lnTo>
                    <a:pt x="844478" y="4975563"/>
                  </a:lnTo>
                  <a:lnTo>
                    <a:pt x="844587" y="4975563"/>
                  </a:lnTo>
                  <a:lnTo>
                    <a:pt x="844587" y="4974939"/>
                  </a:lnTo>
                  <a:lnTo>
                    <a:pt x="844587" y="4974316"/>
                  </a:lnTo>
                  <a:lnTo>
                    <a:pt x="844695" y="4974316"/>
                  </a:lnTo>
                  <a:lnTo>
                    <a:pt x="844804" y="4974316"/>
                  </a:lnTo>
                  <a:lnTo>
                    <a:pt x="844912" y="4974316"/>
                  </a:lnTo>
                  <a:lnTo>
                    <a:pt x="845020" y="4974316"/>
                  </a:lnTo>
                  <a:lnTo>
                    <a:pt x="845129" y="4974316"/>
                  </a:lnTo>
                  <a:lnTo>
                    <a:pt x="845237" y="4974316"/>
                  </a:lnTo>
                  <a:lnTo>
                    <a:pt x="845346" y="4974316"/>
                  </a:lnTo>
                  <a:lnTo>
                    <a:pt x="845454" y="4974316"/>
                  </a:lnTo>
                  <a:lnTo>
                    <a:pt x="845563" y="4974316"/>
                  </a:lnTo>
                  <a:lnTo>
                    <a:pt x="845563" y="4973692"/>
                  </a:lnTo>
                  <a:lnTo>
                    <a:pt x="845671" y="4973692"/>
                  </a:lnTo>
                  <a:lnTo>
                    <a:pt x="845671" y="4973068"/>
                  </a:lnTo>
                  <a:lnTo>
                    <a:pt x="845671" y="4972445"/>
                  </a:lnTo>
                  <a:lnTo>
                    <a:pt x="845780" y="4972445"/>
                  </a:lnTo>
                  <a:lnTo>
                    <a:pt x="845888" y="4972445"/>
                  </a:lnTo>
                  <a:lnTo>
                    <a:pt x="845996" y="4972445"/>
                  </a:lnTo>
                  <a:lnTo>
                    <a:pt x="846105" y="4972445"/>
                  </a:lnTo>
                  <a:lnTo>
                    <a:pt x="846105" y="4971821"/>
                  </a:lnTo>
                  <a:lnTo>
                    <a:pt x="846213" y="4971821"/>
                  </a:lnTo>
                  <a:lnTo>
                    <a:pt x="846322" y="4971821"/>
                  </a:lnTo>
                  <a:lnTo>
                    <a:pt x="846322" y="4971198"/>
                  </a:lnTo>
                  <a:lnTo>
                    <a:pt x="846430" y="4971198"/>
                  </a:lnTo>
                  <a:lnTo>
                    <a:pt x="846539" y="4971198"/>
                  </a:lnTo>
                  <a:lnTo>
                    <a:pt x="846647" y="4971198"/>
                  </a:lnTo>
                  <a:lnTo>
                    <a:pt x="846647" y="4970574"/>
                  </a:lnTo>
                  <a:lnTo>
                    <a:pt x="846756" y="4970574"/>
                  </a:lnTo>
                  <a:lnTo>
                    <a:pt x="846864" y="4970574"/>
                  </a:lnTo>
                  <a:lnTo>
                    <a:pt x="846972" y="4970574"/>
                  </a:lnTo>
                  <a:lnTo>
                    <a:pt x="847081" y="4970574"/>
                  </a:lnTo>
                  <a:lnTo>
                    <a:pt x="847189" y="4970574"/>
                  </a:lnTo>
                  <a:lnTo>
                    <a:pt x="847298" y="4970574"/>
                  </a:lnTo>
                  <a:lnTo>
                    <a:pt x="847406" y="4970574"/>
                  </a:lnTo>
                  <a:lnTo>
                    <a:pt x="847515" y="4970574"/>
                  </a:lnTo>
                  <a:lnTo>
                    <a:pt x="847623" y="4970574"/>
                  </a:lnTo>
                  <a:lnTo>
                    <a:pt x="847732" y="4970574"/>
                  </a:lnTo>
                  <a:lnTo>
                    <a:pt x="847840" y="4970574"/>
                  </a:lnTo>
                  <a:lnTo>
                    <a:pt x="847949" y="4970574"/>
                  </a:lnTo>
                  <a:lnTo>
                    <a:pt x="848057" y="4970574"/>
                  </a:lnTo>
                  <a:lnTo>
                    <a:pt x="848057" y="4969951"/>
                  </a:lnTo>
                  <a:lnTo>
                    <a:pt x="848165" y="4969951"/>
                  </a:lnTo>
                  <a:lnTo>
                    <a:pt x="848274" y="4969951"/>
                  </a:lnTo>
                  <a:lnTo>
                    <a:pt x="848274" y="4969327"/>
                  </a:lnTo>
                  <a:lnTo>
                    <a:pt x="848274" y="4968703"/>
                  </a:lnTo>
                  <a:lnTo>
                    <a:pt x="848382" y="4968703"/>
                  </a:lnTo>
                  <a:lnTo>
                    <a:pt x="848491" y="4968703"/>
                  </a:lnTo>
                  <a:lnTo>
                    <a:pt x="848599" y="4968703"/>
                  </a:lnTo>
                  <a:lnTo>
                    <a:pt x="848708" y="4968703"/>
                  </a:lnTo>
                  <a:lnTo>
                    <a:pt x="848816" y="4968703"/>
                  </a:lnTo>
                  <a:lnTo>
                    <a:pt x="848925" y="4968703"/>
                  </a:lnTo>
                  <a:lnTo>
                    <a:pt x="848925" y="4968080"/>
                  </a:lnTo>
                  <a:lnTo>
                    <a:pt x="848925" y="4967456"/>
                  </a:lnTo>
                  <a:lnTo>
                    <a:pt x="848925" y="4966833"/>
                  </a:lnTo>
                  <a:lnTo>
                    <a:pt x="848925" y="4966209"/>
                  </a:lnTo>
                  <a:lnTo>
                    <a:pt x="849033" y="4966209"/>
                  </a:lnTo>
                  <a:lnTo>
                    <a:pt x="849141" y="4966209"/>
                  </a:lnTo>
                  <a:lnTo>
                    <a:pt x="849250" y="4966209"/>
                  </a:lnTo>
                  <a:lnTo>
                    <a:pt x="849358" y="4966209"/>
                  </a:lnTo>
                  <a:lnTo>
                    <a:pt x="849467" y="4966209"/>
                  </a:lnTo>
                  <a:lnTo>
                    <a:pt x="849575" y="4966209"/>
                  </a:lnTo>
                  <a:lnTo>
                    <a:pt x="849684" y="4966209"/>
                  </a:lnTo>
                  <a:lnTo>
                    <a:pt x="849792" y="4966209"/>
                  </a:lnTo>
                  <a:lnTo>
                    <a:pt x="849792" y="4965586"/>
                  </a:lnTo>
                  <a:lnTo>
                    <a:pt x="849901" y="4965586"/>
                  </a:lnTo>
                  <a:lnTo>
                    <a:pt x="850009" y="4965586"/>
                  </a:lnTo>
                  <a:lnTo>
                    <a:pt x="850117" y="4965586"/>
                  </a:lnTo>
                  <a:lnTo>
                    <a:pt x="850226" y="4965586"/>
                  </a:lnTo>
                  <a:lnTo>
                    <a:pt x="850334" y="4965586"/>
                  </a:lnTo>
                  <a:lnTo>
                    <a:pt x="850443" y="4965586"/>
                  </a:lnTo>
                  <a:lnTo>
                    <a:pt x="850443" y="4964962"/>
                  </a:lnTo>
                  <a:lnTo>
                    <a:pt x="850551" y="4964962"/>
                  </a:lnTo>
                  <a:lnTo>
                    <a:pt x="850660" y="4964962"/>
                  </a:lnTo>
                  <a:lnTo>
                    <a:pt x="850768" y="4964962"/>
                  </a:lnTo>
                  <a:lnTo>
                    <a:pt x="850877" y="4964962"/>
                  </a:lnTo>
                  <a:lnTo>
                    <a:pt x="850985" y="4964962"/>
                  </a:lnTo>
                  <a:lnTo>
                    <a:pt x="851093" y="4964962"/>
                  </a:lnTo>
                  <a:lnTo>
                    <a:pt x="851093" y="4964338"/>
                  </a:lnTo>
                  <a:lnTo>
                    <a:pt x="851202" y="4964338"/>
                  </a:lnTo>
                  <a:lnTo>
                    <a:pt x="851310" y="4964338"/>
                  </a:lnTo>
                  <a:lnTo>
                    <a:pt x="851419" y="4964338"/>
                  </a:lnTo>
                  <a:lnTo>
                    <a:pt x="851527" y="4964338"/>
                  </a:lnTo>
                  <a:lnTo>
                    <a:pt x="851636" y="4964338"/>
                  </a:lnTo>
                  <a:lnTo>
                    <a:pt x="851744" y="4964338"/>
                  </a:lnTo>
                  <a:lnTo>
                    <a:pt x="851853" y="4964338"/>
                  </a:lnTo>
                  <a:lnTo>
                    <a:pt x="851853" y="4963715"/>
                  </a:lnTo>
                  <a:lnTo>
                    <a:pt x="851853" y="4963091"/>
                  </a:lnTo>
                  <a:lnTo>
                    <a:pt x="851961" y="4963091"/>
                  </a:lnTo>
                  <a:lnTo>
                    <a:pt x="852069" y="4963091"/>
                  </a:lnTo>
                  <a:lnTo>
                    <a:pt x="852178" y="4963091"/>
                  </a:lnTo>
                  <a:lnTo>
                    <a:pt x="852286" y="4963091"/>
                  </a:lnTo>
                  <a:lnTo>
                    <a:pt x="852395" y="4963091"/>
                  </a:lnTo>
                  <a:lnTo>
                    <a:pt x="852503" y="4963091"/>
                  </a:lnTo>
                  <a:lnTo>
                    <a:pt x="852612" y="4963091"/>
                  </a:lnTo>
                  <a:lnTo>
                    <a:pt x="852720" y="4963091"/>
                  </a:lnTo>
                  <a:lnTo>
                    <a:pt x="852829" y="4963091"/>
                  </a:lnTo>
                  <a:lnTo>
                    <a:pt x="852937" y="4963091"/>
                  </a:lnTo>
                  <a:lnTo>
                    <a:pt x="853046" y="4963091"/>
                  </a:lnTo>
                  <a:lnTo>
                    <a:pt x="853046" y="4962468"/>
                  </a:lnTo>
                  <a:lnTo>
                    <a:pt x="853046" y="4961844"/>
                  </a:lnTo>
                  <a:lnTo>
                    <a:pt x="853154" y="4961844"/>
                  </a:lnTo>
                  <a:lnTo>
                    <a:pt x="853262" y="4961844"/>
                  </a:lnTo>
                  <a:lnTo>
                    <a:pt x="853371" y="4961844"/>
                  </a:lnTo>
                  <a:lnTo>
                    <a:pt x="853479" y="4961844"/>
                  </a:lnTo>
                  <a:lnTo>
                    <a:pt x="853479" y="4961220"/>
                  </a:lnTo>
                  <a:lnTo>
                    <a:pt x="853588" y="4961220"/>
                  </a:lnTo>
                  <a:lnTo>
                    <a:pt x="853696" y="4961220"/>
                  </a:lnTo>
                  <a:lnTo>
                    <a:pt x="853805" y="4961220"/>
                  </a:lnTo>
                  <a:lnTo>
                    <a:pt x="853913" y="4961220"/>
                  </a:lnTo>
                  <a:lnTo>
                    <a:pt x="853913" y="4960597"/>
                  </a:lnTo>
                  <a:lnTo>
                    <a:pt x="854022" y="4960597"/>
                  </a:lnTo>
                  <a:lnTo>
                    <a:pt x="854022" y="4959973"/>
                  </a:lnTo>
                  <a:lnTo>
                    <a:pt x="854130" y="4959973"/>
                  </a:lnTo>
                  <a:lnTo>
                    <a:pt x="854130" y="4959350"/>
                  </a:lnTo>
                  <a:lnTo>
                    <a:pt x="854238" y="4959350"/>
                  </a:lnTo>
                  <a:lnTo>
                    <a:pt x="854347" y="4959350"/>
                  </a:lnTo>
                  <a:lnTo>
                    <a:pt x="854455" y="4959350"/>
                  </a:lnTo>
                  <a:lnTo>
                    <a:pt x="854455" y="4958726"/>
                  </a:lnTo>
                  <a:lnTo>
                    <a:pt x="854564" y="4958726"/>
                  </a:lnTo>
                  <a:lnTo>
                    <a:pt x="854672" y="4958726"/>
                  </a:lnTo>
                  <a:lnTo>
                    <a:pt x="854781" y="4958726"/>
                  </a:lnTo>
                  <a:lnTo>
                    <a:pt x="854781" y="4958103"/>
                  </a:lnTo>
                  <a:lnTo>
                    <a:pt x="854781" y="4957479"/>
                  </a:lnTo>
                  <a:lnTo>
                    <a:pt x="854889" y="4957479"/>
                  </a:lnTo>
                  <a:lnTo>
                    <a:pt x="854998" y="4957479"/>
                  </a:lnTo>
                  <a:lnTo>
                    <a:pt x="854998" y="4956855"/>
                  </a:lnTo>
                  <a:lnTo>
                    <a:pt x="855106" y="4956855"/>
                  </a:lnTo>
                  <a:lnTo>
                    <a:pt x="855214" y="4956855"/>
                  </a:lnTo>
                  <a:lnTo>
                    <a:pt x="855323" y="4956855"/>
                  </a:lnTo>
                  <a:lnTo>
                    <a:pt x="855323" y="4956232"/>
                  </a:lnTo>
                  <a:lnTo>
                    <a:pt x="855323" y="4955608"/>
                  </a:lnTo>
                  <a:lnTo>
                    <a:pt x="855431" y="4955608"/>
                  </a:lnTo>
                  <a:lnTo>
                    <a:pt x="855540" y="4955608"/>
                  </a:lnTo>
                  <a:lnTo>
                    <a:pt x="855648" y="4955608"/>
                  </a:lnTo>
                  <a:lnTo>
                    <a:pt x="855757" y="4955608"/>
                  </a:lnTo>
                  <a:lnTo>
                    <a:pt x="855865" y="4955608"/>
                  </a:lnTo>
                  <a:lnTo>
                    <a:pt x="855974" y="4955608"/>
                  </a:lnTo>
                  <a:lnTo>
                    <a:pt x="856082" y="4955608"/>
                  </a:lnTo>
                  <a:lnTo>
                    <a:pt x="856082" y="4954985"/>
                  </a:lnTo>
                  <a:lnTo>
                    <a:pt x="856190" y="4954985"/>
                  </a:lnTo>
                  <a:lnTo>
                    <a:pt x="856299" y="4954985"/>
                  </a:lnTo>
                  <a:lnTo>
                    <a:pt x="856299" y="4954361"/>
                  </a:lnTo>
                  <a:lnTo>
                    <a:pt x="856407" y="4954361"/>
                  </a:lnTo>
                  <a:lnTo>
                    <a:pt x="856516" y="4954361"/>
                  </a:lnTo>
                  <a:lnTo>
                    <a:pt x="856516" y="4953737"/>
                  </a:lnTo>
                  <a:lnTo>
                    <a:pt x="856516" y="4953114"/>
                  </a:lnTo>
                  <a:lnTo>
                    <a:pt x="856624" y="4953114"/>
                  </a:lnTo>
                  <a:lnTo>
                    <a:pt x="856733" y="4953114"/>
                  </a:lnTo>
                  <a:lnTo>
                    <a:pt x="856733" y="4952490"/>
                  </a:lnTo>
                  <a:lnTo>
                    <a:pt x="856841" y="4952490"/>
                  </a:lnTo>
                  <a:lnTo>
                    <a:pt x="856841" y="4951867"/>
                  </a:lnTo>
                  <a:lnTo>
                    <a:pt x="856950" y="4951867"/>
                  </a:lnTo>
                  <a:lnTo>
                    <a:pt x="857058" y="4951867"/>
                  </a:lnTo>
                  <a:lnTo>
                    <a:pt x="857058" y="4951243"/>
                  </a:lnTo>
                  <a:lnTo>
                    <a:pt x="857167" y="4951243"/>
                  </a:lnTo>
                  <a:lnTo>
                    <a:pt x="857275" y="4951243"/>
                  </a:lnTo>
                  <a:lnTo>
                    <a:pt x="857383" y="4951243"/>
                  </a:lnTo>
                  <a:lnTo>
                    <a:pt x="857492" y="4951243"/>
                  </a:lnTo>
                  <a:lnTo>
                    <a:pt x="857600" y="4951243"/>
                  </a:lnTo>
                  <a:lnTo>
                    <a:pt x="857709" y="4951243"/>
                  </a:lnTo>
                  <a:lnTo>
                    <a:pt x="857709" y="4950620"/>
                  </a:lnTo>
                  <a:lnTo>
                    <a:pt x="857817" y="4950620"/>
                  </a:lnTo>
                  <a:lnTo>
                    <a:pt x="857926" y="4950620"/>
                  </a:lnTo>
                  <a:lnTo>
                    <a:pt x="858034" y="4950620"/>
                  </a:lnTo>
                  <a:lnTo>
                    <a:pt x="858143" y="4950620"/>
                  </a:lnTo>
                  <a:lnTo>
                    <a:pt x="858251" y="4950620"/>
                  </a:lnTo>
                  <a:lnTo>
                    <a:pt x="858359" y="4950620"/>
                  </a:lnTo>
                  <a:lnTo>
                    <a:pt x="858468" y="4950620"/>
                  </a:lnTo>
                  <a:lnTo>
                    <a:pt x="858468" y="4949996"/>
                  </a:lnTo>
                  <a:lnTo>
                    <a:pt x="858576" y="4949996"/>
                  </a:lnTo>
                  <a:lnTo>
                    <a:pt x="858685" y="4949996"/>
                  </a:lnTo>
                  <a:lnTo>
                    <a:pt x="858793" y="4949996"/>
                  </a:lnTo>
                  <a:lnTo>
                    <a:pt x="858902" y="4949996"/>
                  </a:lnTo>
                  <a:lnTo>
                    <a:pt x="859010" y="4949996"/>
                  </a:lnTo>
                  <a:lnTo>
                    <a:pt x="859119" y="4949996"/>
                  </a:lnTo>
                  <a:lnTo>
                    <a:pt x="859227" y="4949996"/>
                  </a:lnTo>
                  <a:lnTo>
                    <a:pt x="859335" y="4949996"/>
                  </a:lnTo>
                  <a:lnTo>
                    <a:pt x="859335" y="4949372"/>
                  </a:lnTo>
                  <a:lnTo>
                    <a:pt x="859444" y="4949372"/>
                  </a:lnTo>
                  <a:lnTo>
                    <a:pt x="859552" y="4949372"/>
                  </a:lnTo>
                  <a:lnTo>
                    <a:pt x="859552" y="4948749"/>
                  </a:lnTo>
                  <a:lnTo>
                    <a:pt x="859661" y="4948749"/>
                  </a:lnTo>
                  <a:lnTo>
                    <a:pt x="859769" y="4948749"/>
                  </a:lnTo>
                  <a:lnTo>
                    <a:pt x="859878" y="4948749"/>
                  </a:lnTo>
                  <a:lnTo>
                    <a:pt x="859986" y="4948749"/>
                  </a:lnTo>
                  <a:lnTo>
                    <a:pt x="860095" y="4948749"/>
                  </a:lnTo>
                  <a:lnTo>
                    <a:pt x="860203" y="4948749"/>
                  </a:lnTo>
                  <a:lnTo>
                    <a:pt x="860311" y="4948749"/>
                  </a:lnTo>
                  <a:lnTo>
                    <a:pt x="860420" y="4948749"/>
                  </a:lnTo>
                  <a:lnTo>
                    <a:pt x="860528" y="4948749"/>
                  </a:lnTo>
                  <a:lnTo>
                    <a:pt x="860528" y="4948125"/>
                  </a:lnTo>
                  <a:lnTo>
                    <a:pt x="860637" y="4948125"/>
                  </a:lnTo>
                  <a:lnTo>
                    <a:pt x="860745" y="4948125"/>
                  </a:lnTo>
                  <a:lnTo>
                    <a:pt x="860854" y="4948125"/>
                  </a:lnTo>
                  <a:lnTo>
                    <a:pt x="860854" y="4947502"/>
                  </a:lnTo>
                  <a:lnTo>
                    <a:pt x="860854" y="4946878"/>
                  </a:lnTo>
                  <a:lnTo>
                    <a:pt x="860962" y="4946878"/>
                  </a:lnTo>
                  <a:lnTo>
                    <a:pt x="861071" y="4946878"/>
                  </a:lnTo>
                  <a:lnTo>
                    <a:pt x="861179" y="4946878"/>
                  </a:lnTo>
                  <a:lnTo>
                    <a:pt x="861179" y="4946254"/>
                  </a:lnTo>
                  <a:lnTo>
                    <a:pt x="861179" y="4945631"/>
                  </a:lnTo>
                  <a:lnTo>
                    <a:pt x="861288" y="4945631"/>
                  </a:lnTo>
                  <a:lnTo>
                    <a:pt x="861396" y="4945631"/>
                  </a:lnTo>
                  <a:lnTo>
                    <a:pt x="861504" y="4945631"/>
                  </a:lnTo>
                  <a:lnTo>
                    <a:pt x="861613" y="4945631"/>
                  </a:lnTo>
                  <a:lnTo>
                    <a:pt x="861721" y="4945631"/>
                  </a:lnTo>
                  <a:lnTo>
                    <a:pt x="861721" y="4945007"/>
                  </a:lnTo>
                  <a:lnTo>
                    <a:pt x="861830" y="4945007"/>
                  </a:lnTo>
                  <a:lnTo>
                    <a:pt x="861938" y="4945007"/>
                  </a:lnTo>
                  <a:lnTo>
                    <a:pt x="862047" y="4945007"/>
                  </a:lnTo>
                  <a:lnTo>
                    <a:pt x="862155" y="4945007"/>
                  </a:lnTo>
                  <a:lnTo>
                    <a:pt x="862264" y="4945007"/>
                  </a:lnTo>
                  <a:lnTo>
                    <a:pt x="862372" y="4945007"/>
                  </a:lnTo>
                  <a:lnTo>
                    <a:pt x="862480" y="4945007"/>
                  </a:lnTo>
                  <a:lnTo>
                    <a:pt x="862589" y="4945007"/>
                  </a:lnTo>
                  <a:lnTo>
                    <a:pt x="862697" y="4945007"/>
                  </a:lnTo>
                  <a:lnTo>
                    <a:pt x="862806" y="4945007"/>
                  </a:lnTo>
                  <a:lnTo>
                    <a:pt x="862806" y="4944384"/>
                  </a:lnTo>
                  <a:lnTo>
                    <a:pt x="862914" y="4944384"/>
                  </a:lnTo>
                  <a:lnTo>
                    <a:pt x="862914" y="4943760"/>
                  </a:lnTo>
                  <a:lnTo>
                    <a:pt x="863023" y="4943760"/>
                  </a:lnTo>
                  <a:lnTo>
                    <a:pt x="863131" y="4943760"/>
                  </a:lnTo>
                  <a:lnTo>
                    <a:pt x="863240" y="4943760"/>
                  </a:lnTo>
                  <a:lnTo>
                    <a:pt x="863240" y="4943137"/>
                  </a:lnTo>
                  <a:lnTo>
                    <a:pt x="863240" y="4942513"/>
                  </a:lnTo>
                  <a:lnTo>
                    <a:pt x="863348" y="4942513"/>
                  </a:lnTo>
                  <a:lnTo>
                    <a:pt x="863348" y="4941889"/>
                  </a:lnTo>
                  <a:lnTo>
                    <a:pt x="863456" y="4941889"/>
                  </a:lnTo>
                  <a:lnTo>
                    <a:pt x="863565" y="4941889"/>
                  </a:lnTo>
                  <a:lnTo>
                    <a:pt x="863673" y="4941889"/>
                  </a:lnTo>
                  <a:lnTo>
                    <a:pt x="863782" y="4941889"/>
                  </a:lnTo>
                  <a:lnTo>
                    <a:pt x="863890" y="4941889"/>
                  </a:lnTo>
                  <a:lnTo>
                    <a:pt x="863999" y="4941889"/>
                  </a:lnTo>
                  <a:lnTo>
                    <a:pt x="864107" y="4941889"/>
                  </a:lnTo>
                  <a:lnTo>
                    <a:pt x="864216" y="4941889"/>
                  </a:lnTo>
                  <a:lnTo>
                    <a:pt x="864324" y="4941889"/>
                  </a:lnTo>
                  <a:lnTo>
                    <a:pt x="864432" y="4941889"/>
                  </a:lnTo>
                  <a:lnTo>
                    <a:pt x="864541" y="4941889"/>
                  </a:lnTo>
                  <a:lnTo>
                    <a:pt x="864649" y="4941889"/>
                  </a:lnTo>
                  <a:lnTo>
                    <a:pt x="864758" y="4941889"/>
                  </a:lnTo>
                  <a:lnTo>
                    <a:pt x="864866" y="4941889"/>
                  </a:lnTo>
                  <a:lnTo>
                    <a:pt x="864975" y="4941889"/>
                  </a:lnTo>
                  <a:lnTo>
                    <a:pt x="865083" y="4941889"/>
                  </a:lnTo>
                  <a:lnTo>
                    <a:pt x="865192" y="4941889"/>
                  </a:lnTo>
                  <a:lnTo>
                    <a:pt x="865300" y="4941889"/>
                  </a:lnTo>
                  <a:lnTo>
                    <a:pt x="865409" y="4941889"/>
                  </a:lnTo>
                  <a:lnTo>
                    <a:pt x="865409" y="4941266"/>
                  </a:lnTo>
                  <a:lnTo>
                    <a:pt x="865409" y="4940642"/>
                  </a:lnTo>
                  <a:lnTo>
                    <a:pt x="865517" y="4940642"/>
                  </a:lnTo>
                  <a:lnTo>
                    <a:pt x="865625" y="4940642"/>
                  </a:lnTo>
                  <a:lnTo>
                    <a:pt x="865734" y="4940642"/>
                  </a:lnTo>
                  <a:lnTo>
                    <a:pt x="865734" y="4940019"/>
                  </a:lnTo>
                  <a:lnTo>
                    <a:pt x="865842" y="4940019"/>
                  </a:lnTo>
                  <a:lnTo>
                    <a:pt x="865842" y="4939395"/>
                  </a:lnTo>
                  <a:lnTo>
                    <a:pt x="865951" y="4939395"/>
                  </a:lnTo>
                  <a:lnTo>
                    <a:pt x="866059" y="4939395"/>
                  </a:lnTo>
                  <a:lnTo>
                    <a:pt x="866168" y="4939395"/>
                  </a:lnTo>
                  <a:lnTo>
                    <a:pt x="866276" y="4939395"/>
                  </a:lnTo>
                  <a:lnTo>
                    <a:pt x="866385" y="4939395"/>
                  </a:lnTo>
                  <a:lnTo>
                    <a:pt x="866493" y="4939395"/>
                  </a:lnTo>
                  <a:lnTo>
                    <a:pt x="866493" y="4938771"/>
                  </a:lnTo>
                  <a:lnTo>
                    <a:pt x="866601" y="4938771"/>
                  </a:lnTo>
                  <a:lnTo>
                    <a:pt x="866710" y="4938771"/>
                  </a:lnTo>
                  <a:lnTo>
                    <a:pt x="866818" y="4938771"/>
                  </a:lnTo>
                  <a:lnTo>
                    <a:pt x="866927" y="4938771"/>
                  </a:lnTo>
                  <a:lnTo>
                    <a:pt x="867035" y="4938771"/>
                  </a:lnTo>
                  <a:lnTo>
                    <a:pt x="867144" y="4938771"/>
                  </a:lnTo>
                  <a:lnTo>
                    <a:pt x="867144" y="4938148"/>
                  </a:lnTo>
                  <a:lnTo>
                    <a:pt x="867144" y="4937524"/>
                  </a:lnTo>
                  <a:lnTo>
                    <a:pt x="867252" y="4937524"/>
                  </a:lnTo>
                  <a:lnTo>
                    <a:pt x="867361" y="4937524"/>
                  </a:lnTo>
                  <a:lnTo>
                    <a:pt x="867469" y="4937524"/>
                  </a:lnTo>
                  <a:lnTo>
                    <a:pt x="867469" y="4936901"/>
                  </a:lnTo>
                  <a:lnTo>
                    <a:pt x="867577" y="4936901"/>
                  </a:lnTo>
                  <a:lnTo>
                    <a:pt x="867686" y="4936901"/>
                  </a:lnTo>
                  <a:lnTo>
                    <a:pt x="867794" y="4936901"/>
                  </a:lnTo>
                  <a:lnTo>
                    <a:pt x="867903" y="4936901"/>
                  </a:lnTo>
                  <a:lnTo>
                    <a:pt x="868011" y="4936901"/>
                  </a:lnTo>
                  <a:lnTo>
                    <a:pt x="868120" y="4936901"/>
                  </a:lnTo>
                  <a:lnTo>
                    <a:pt x="868228" y="4936901"/>
                  </a:lnTo>
                  <a:lnTo>
                    <a:pt x="868337" y="4936901"/>
                  </a:lnTo>
                  <a:lnTo>
                    <a:pt x="868445" y="4936901"/>
                  </a:lnTo>
                  <a:lnTo>
                    <a:pt x="868553" y="4936901"/>
                  </a:lnTo>
                  <a:lnTo>
                    <a:pt x="868662" y="4936901"/>
                  </a:lnTo>
                  <a:lnTo>
                    <a:pt x="868662" y="4936277"/>
                  </a:lnTo>
                  <a:lnTo>
                    <a:pt x="868770" y="4936277"/>
                  </a:lnTo>
                  <a:lnTo>
                    <a:pt x="868879" y="4936277"/>
                  </a:lnTo>
                  <a:lnTo>
                    <a:pt x="868879" y="4935654"/>
                  </a:lnTo>
                  <a:lnTo>
                    <a:pt x="868987" y="4935654"/>
                  </a:lnTo>
                  <a:lnTo>
                    <a:pt x="869096" y="4935654"/>
                  </a:lnTo>
                  <a:lnTo>
                    <a:pt x="869096" y="4935030"/>
                  </a:lnTo>
                  <a:lnTo>
                    <a:pt x="869204" y="4935030"/>
                  </a:lnTo>
                  <a:lnTo>
                    <a:pt x="869313" y="4935030"/>
                  </a:lnTo>
                  <a:lnTo>
                    <a:pt x="869421" y="4935030"/>
                  </a:lnTo>
                  <a:lnTo>
                    <a:pt x="869530" y="4935030"/>
                  </a:lnTo>
                  <a:lnTo>
                    <a:pt x="869638" y="4935030"/>
                  </a:lnTo>
                  <a:lnTo>
                    <a:pt x="869746" y="4935030"/>
                  </a:lnTo>
                  <a:lnTo>
                    <a:pt x="869855" y="4935030"/>
                  </a:lnTo>
                  <a:lnTo>
                    <a:pt x="869963" y="4935030"/>
                  </a:lnTo>
                  <a:lnTo>
                    <a:pt x="870072" y="4935030"/>
                  </a:lnTo>
                  <a:lnTo>
                    <a:pt x="870072" y="4934406"/>
                  </a:lnTo>
                  <a:lnTo>
                    <a:pt x="870072" y="4933783"/>
                  </a:lnTo>
                  <a:lnTo>
                    <a:pt x="870180" y="4933783"/>
                  </a:lnTo>
                  <a:lnTo>
                    <a:pt x="870289" y="4933783"/>
                  </a:lnTo>
                  <a:lnTo>
                    <a:pt x="870397" y="4933783"/>
                  </a:lnTo>
                  <a:lnTo>
                    <a:pt x="870506" y="4933783"/>
                  </a:lnTo>
                  <a:lnTo>
                    <a:pt x="870506" y="4933159"/>
                  </a:lnTo>
                  <a:lnTo>
                    <a:pt x="870614" y="4933159"/>
                  </a:lnTo>
                  <a:lnTo>
                    <a:pt x="870722" y="4933159"/>
                  </a:lnTo>
                  <a:lnTo>
                    <a:pt x="870831" y="4933159"/>
                  </a:lnTo>
                  <a:lnTo>
                    <a:pt x="870831" y="4932536"/>
                  </a:lnTo>
                  <a:lnTo>
                    <a:pt x="870939" y="4932536"/>
                  </a:lnTo>
                  <a:lnTo>
                    <a:pt x="871048" y="4932536"/>
                  </a:lnTo>
                  <a:lnTo>
                    <a:pt x="871156" y="4932536"/>
                  </a:lnTo>
                  <a:lnTo>
                    <a:pt x="871265" y="4932536"/>
                  </a:lnTo>
                  <a:lnTo>
                    <a:pt x="871373" y="4932536"/>
                  </a:lnTo>
                  <a:lnTo>
                    <a:pt x="871482" y="4932536"/>
                  </a:lnTo>
                  <a:lnTo>
                    <a:pt x="871590" y="4932536"/>
                  </a:lnTo>
                  <a:lnTo>
                    <a:pt x="871698" y="4932536"/>
                  </a:lnTo>
                  <a:lnTo>
                    <a:pt x="871807" y="4932536"/>
                  </a:lnTo>
                  <a:lnTo>
                    <a:pt x="871915" y="4932536"/>
                  </a:lnTo>
                  <a:lnTo>
                    <a:pt x="872024" y="4932536"/>
                  </a:lnTo>
                  <a:lnTo>
                    <a:pt x="872132" y="4932536"/>
                  </a:lnTo>
                  <a:lnTo>
                    <a:pt x="872241" y="4932536"/>
                  </a:lnTo>
                  <a:lnTo>
                    <a:pt x="872349" y="4932536"/>
                  </a:lnTo>
                  <a:lnTo>
                    <a:pt x="872458" y="4932536"/>
                  </a:lnTo>
                  <a:lnTo>
                    <a:pt x="872566" y="4932536"/>
                  </a:lnTo>
                  <a:lnTo>
                    <a:pt x="872674" y="4932536"/>
                  </a:lnTo>
                  <a:lnTo>
                    <a:pt x="872783" y="4932536"/>
                  </a:lnTo>
                  <a:lnTo>
                    <a:pt x="872891" y="4932536"/>
                  </a:lnTo>
                  <a:lnTo>
                    <a:pt x="872891" y="4931912"/>
                  </a:lnTo>
                  <a:lnTo>
                    <a:pt x="873000" y="4931912"/>
                  </a:lnTo>
                  <a:lnTo>
                    <a:pt x="873108" y="4931912"/>
                  </a:lnTo>
                  <a:lnTo>
                    <a:pt x="873217" y="4931912"/>
                  </a:lnTo>
                  <a:lnTo>
                    <a:pt x="873325" y="4931912"/>
                  </a:lnTo>
                  <a:lnTo>
                    <a:pt x="873434" y="4931912"/>
                  </a:lnTo>
                  <a:lnTo>
                    <a:pt x="873542" y="4931912"/>
                  </a:lnTo>
                  <a:lnTo>
                    <a:pt x="873650" y="4931912"/>
                  </a:lnTo>
                  <a:lnTo>
                    <a:pt x="873650" y="4931288"/>
                  </a:lnTo>
                  <a:lnTo>
                    <a:pt x="873759" y="4931288"/>
                  </a:lnTo>
                  <a:lnTo>
                    <a:pt x="873867" y="4931288"/>
                  </a:lnTo>
                  <a:lnTo>
                    <a:pt x="873976" y="4931288"/>
                  </a:lnTo>
                  <a:lnTo>
                    <a:pt x="873976" y="4930665"/>
                  </a:lnTo>
                  <a:lnTo>
                    <a:pt x="874084" y="4930665"/>
                  </a:lnTo>
                  <a:lnTo>
                    <a:pt x="874193" y="4930665"/>
                  </a:lnTo>
                  <a:lnTo>
                    <a:pt x="874301" y="4930665"/>
                  </a:lnTo>
                  <a:lnTo>
                    <a:pt x="874410" y="4930665"/>
                  </a:lnTo>
                  <a:lnTo>
                    <a:pt x="874518" y="4930665"/>
                  </a:lnTo>
                  <a:lnTo>
                    <a:pt x="874627" y="4930665"/>
                  </a:lnTo>
                  <a:lnTo>
                    <a:pt x="874627" y="4930041"/>
                  </a:lnTo>
                  <a:lnTo>
                    <a:pt x="874735" y="4930041"/>
                  </a:lnTo>
                  <a:lnTo>
                    <a:pt x="874843" y="4930041"/>
                  </a:lnTo>
                  <a:lnTo>
                    <a:pt x="874952" y="4930041"/>
                  </a:lnTo>
                  <a:lnTo>
                    <a:pt x="875060" y="4930041"/>
                  </a:lnTo>
                  <a:lnTo>
                    <a:pt x="875169" y="4930041"/>
                  </a:lnTo>
                  <a:lnTo>
                    <a:pt x="875169" y="4929418"/>
                  </a:lnTo>
                  <a:lnTo>
                    <a:pt x="875277" y="4929418"/>
                  </a:lnTo>
                  <a:lnTo>
                    <a:pt x="875277" y="4928794"/>
                  </a:lnTo>
                  <a:lnTo>
                    <a:pt x="875277" y="4928171"/>
                  </a:lnTo>
                  <a:lnTo>
                    <a:pt x="875386" y="4928171"/>
                  </a:lnTo>
                  <a:lnTo>
                    <a:pt x="875494" y="4928171"/>
                  </a:lnTo>
                  <a:lnTo>
                    <a:pt x="875603" y="4928171"/>
                  </a:lnTo>
                  <a:lnTo>
                    <a:pt x="875711" y="4928171"/>
                  </a:lnTo>
                  <a:lnTo>
                    <a:pt x="875711" y="4927547"/>
                  </a:lnTo>
                  <a:lnTo>
                    <a:pt x="875819" y="4927547"/>
                  </a:lnTo>
                  <a:lnTo>
                    <a:pt x="875928" y="4927547"/>
                  </a:lnTo>
                  <a:lnTo>
                    <a:pt x="876036" y="4927547"/>
                  </a:lnTo>
                  <a:lnTo>
                    <a:pt x="876145" y="4927547"/>
                  </a:lnTo>
                  <a:lnTo>
                    <a:pt x="876253" y="4927547"/>
                  </a:lnTo>
                  <a:lnTo>
                    <a:pt x="876362" y="4927547"/>
                  </a:lnTo>
                  <a:lnTo>
                    <a:pt x="876470" y="4927547"/>
                  </a:lnTo>
                  <a:lnTo>
                    <a:pt x="876579" y="4927547"/>
                  </a:lnTo>
                  <a:lnTo>
                    <a:pt x="876687" y="4927547"/>
                  </a:lnTo>
                  <a:lnTo>
                    <a:pt x="876795" y="4927547"/>
                  </a:lnTo>
                  <a:lnTo>
                    <a:pt x="876904" y="4927547"/>
                  </a:lnTo>
                  <a:lnTo>
                    <a:pt x="877012" y="4927547"/>
                  </a:lnTo>
                  <a:lnTo>
                    <a:pt x="877121" y="4927547"/>
                  </a:lnTo>
                  <a:lnTo>
                    <a:pt x="877229" y="4927547"/>
                  </a:lnTo>
                  <a:lnTo>
                    <a:pt x="877338" y="4927547"/>
                  </a:lnTo>
                  <a:lnTo>
                    <a:pt x="877446" y="4927547"/>
                  </a:lnTo>
                  <a:lnTo>
                    <a:pt x="877555" y="4927547"/>
                  </a:lnTo>
                  <a:lnTo>
                    <a:pt x="877663" y="4927547"/>
                  </a:lnTo>
                  <a:lnTo>
                    <a:pt x="877663" y="4926923"/>
                  </a:lnTo>
                  <a:lnTo>
                    <a:pt x="877771" y="4926923"/>
                  </a:lnTo>
                  <a:lnTo>
                    <a:pt x="877880" y="4926923"/>
                  </a:lnTo>
                  <a:lnTo>
                    <a:pt x="877988" y="4926923"/>
                  </a:lnTo>
                  <a:lnTo>
                    <a:pt x="878097" y="4926923"/>
                  </a:lnTo>
                  <a:lnTo>
                    <a:pt x="878097" y="4926300"/>
                  </a:lnTo>
                  <a:lnTo>
                    <a:pt x="878205" y="4926300"/>
                  </a:lnTo>
                  <a:lnTo>
                    <a:pt x="878314" y="4926300"/>
                  </a:lnTo>
                  <a:lnTo>
                    <a:pt x="878422" y="4926300"/>
                  </a:lnTo>
                  <a:lnTo>
                    <a:pt x="878531" y="4926300"/>
                  </a:lnTo>
                  <a:lnTo>
                    <a:pt x="878639" y="4926300"/>
                  </a:lnTo>
                  <a:lnTo>
                    <a:pt x="878748" y="4926300"/>
                  </a:lnTo>
                  <a:lnTo>
                    <a:pt x="878856" y="4926300"/>
                  </a:lnTo>
                  <a:lnTo>
                    <a:pt x="878964" y="4926300"/>
                  </a:lnTo>
                  <a:lnTo>
                    <a:pt x="878964" y="4925676"/>
                  </a:lnTo>
                  <a:lnTo>
                    <a:pt x="879073" y="4925676"/>
                  </a:lnTo>
                  <a:lnTo>
                    <a:pt x="879073" y="4925053"/>
                  </a:lnTo>
                  <a:lnTo>
                    <a:pt x="879181" y="4925053"/>
                  </a:lnTo>
                  <a:lnTo>
                    <a:pt x="879290" y="4925053"/>
                  </a:lnTo>
                  <a:lnTo>
                    <a:pt x="879290" y="4924429"/>
                  </a:lnTo>
                  <a:lnTo>
                    <a:pt x="879398" y="4924429"/>
                  </a:lnTo>
                  <a:lnTo>
                    <a:pt x="879507" y="4924429"/>
                  </a:lnTo>
                  <a:lnTo>
                    <a:pt x="879615" y="4924429"/>
                  </a:lnTo>
                  <a:lnTo>
                    <a:pt x="879724" y="4924429"/>
                  </a:lnTo>
                  <a:lnTo>
                    <a:pt x="879832" y="4924429"/>
                  </a:lnTo>
                  <a:lnTo>
                    <a:pt x="879940" y="4924429"/>
                  </a:lnTo>
                  <a:lnTo>
                    <a:pt x="880049" y="4924429"/>
                  </a:lnTo>
                  <a:lnTo>
                    <a:pt x="880049" y="4923805"/>
                  </a:lnTo>
                  <a:lnTo>
                    <a:pt x="880157" y="4923805"/>
                  </a:lnTo>
                  <a:lnTo>
                    <a:pt x="880157" y="4923182"/>
                  </a:lnTo>
                  <a:lnTo>
                    <a:pt x="880157" y="4922558"/>
                  </a:lnTo>
                  <a:lnTo>
                    <a:pt x="880266" y="4922558"/>
                  </a:lnTo>
                  <a:lnTo>
                    <a:pt x="880374" y="4922558"/>
                  </a:lnTo>
                  <a:lnTo>
                    <a:pt x="880483" y="4922558"/>
                  </a:lnTo>
                  <a:lnTo>
                    <a:pt x="880483" y="4921935"/>
                  </a:lnTo>
                  <a:lnTo>
                    <a:pt x="880591" y="4921935"/>
                  </a:lnTo>
                  <a:lnTo>
                    <a:pt x="880700" y="4921935"/>
                  </a:lnTo>
                  <a:lnTo>
                    <a:pt x="880808" y="4921935"/>
                  </a:lnTo>
                  <a:lnTo>
                    <a:pt x="880916" y="4921935"/>
                  </a:lnTo>
                  <a:lnTo>
                    <a:pt x="881025" y="4921935"/>
                  </a:lnTo>
                  <a:lnTo>
                    <a:pt x="881133" y="4921935"/>
                  </a:lnTo>
                  <a:lnTo>
                    <a:pt x="881133" y="4921311"/>
                  </a:lnTo>
                  <a:lnTo>
                    <a:pt x="881133" y="4920688"/>
                  </a:lnTo>
                  <a:lnTo>
                    <a:pt x="881242" y="4920688"/>
                  </a:lnTo>
                  <a:lnTo>
                    <a:pt x="881242" y="4920064"/>
                  </a:lnTo>
                  <a:lnTo>
                    <a:pt x="881350" y="4920064"/>
                  </a:lnTo>
                  <a:lnTo>
                    <a:pt x="881459" y="4920064"/>
                  </a:lnTo>
                  <a:lnTo>
                    <a:pt x="881567" y="4920064"/>
                  </a:lnTo>
                  <a:lnTo>
                    <a:pt x="881676" y="4920064"/>
                  </a:lnTo>
                  <a:lnTo>
                    <a:pt x="881784" y="4920064"/>
                  </a:lnTo>
                  <a:lnTo>
                    <a:pt x="881892" y="4920064"/>
                  </a:lnTo>
                  <a:lnTo>
                    <a:pt x="882001" y="4920064"/>
                  </a:lnTo>
                  <a:lnTo>
                    <a:pt x="882001" y="4919440"/>
                  </a:lnTo>
                  <a:lnTo>
                    <a:pt x="882109" y="4919440"/>
                  </a:lnTo>
                  <a:lnTo>
                    <a:pt x="882218" y="4919440"/>
                  </a:lnTo>
                  <a:lnTo>
                    <a:pt x="882326" y="4919440"/>
                  </a:lnTo>
                  <a:lnTo>
                    <a:pt x="882435" y="4919440"/>
                  </a:lnTo>
                  <a:lnTo>
                    <a:pt x="882543" y="4919440"/>
                  </a:lnTo>
                  <a:lnTo>
                    <a:pt x="882652" y="4919440"/>
                  </a:lnTo>
                  <a:lnTo>
                    <a:pt x="882760" y="4919440"/>
                  </a:lnTo>
                  <a:lnTo>
                    <a:pt x="882869" y="4919440"/>
                  </a:lnTo>
                  <a:lnTo>
                    <a:pt x="882977" y="4919440"/>
                  </a:lnTo>
                  <a:lnTo>
                    <a:pt x="883085" y="4919440"/>
                  </a:lnTo>
                  <a:lnTo>
                    <a:pt x="883194" y="4919440"/>
                  </a:lnTo>
                  <a:lnTo>
                    <a:pt x="883302" y="4919440"/>
                  </a:lnTo>
                  <a:lnTo>
                    <a:pt x="883411" y="4919440"/>
                  </a:lnTo>
                  <a:lnTo>
                    <a:pt x="883519" y="4919440"/>
                  </a:lnTo>
                  <a:lnTo>
                    <a:pt x="883628" y="4919440"/>
                  </a:lnTo>
                  <a:lnTo>
                    <a:pt x="883736" y="4919440"/>
                  </a:lnTo>
                  <a:lnTo>
                    <a:pt x="883736" y="4918817"/>
                  </a:lnTo>
                  <a:lnTo>
                    <a:pt x="883845" y="4918817"/>
                  </a:lnTo>
                  <a:lnTo>
                    <a:pt x="883845" y="4918193"/>
                  </a:lnTo>
                  <a:lnTo>
                    <a:pt x="883953" y="4918193"/>
                  </a:lnTo>
                  <a:lnTo>
                    <a:pt x="884061" y="4918193"/>
                  </a:lnTo>
                  <a:lnTo>
                    <a:pt x="884170" y="4918193"/>
                  </a:lnTo>
                  <a:lnTo>
                    <a:pt x="884278" y="4918193"/>
                  </a:lnTo>
                  <a:lnTo>
                    <a:pt x="884278" y="4917570"/>
                  </a:lnTo>
                  <a:lnTo>
                    <a:pt x="884278" y="4916946"/>
                  </a:lnTo>
                  <a:lnTo>
                    <a:pt x="884387" y="4916946"/>
                  </a:lnTo>
                  <a:lnTo>
                    <a:pt x="884387" y="4916323"/>
                  </a:lnTo>
                  <a:lnTo>
                    <a:pt x="884495" y="4916323"/>
                  </a:lnTo>
                  <a:lnTo>
                    <a:pt x="884495" y="4915699"/>
                  </a:lnTo>
                  <a:lnTo>
                    <a:pt x="884604" y="4915699"/>
                  </a:lnTo>
                  <a:lnTo>
                    <a:pt x="884712" y="4915699"/>
                  </a:lnTo>
                  <a:lnTo>
                    <a:pt x="884821" y="4915699"/>
                  </a:lnTo>
                  <a:lnTo>
                    <a:pt x="884929" y="4915699"/>
                  </a:lnTo>
                  <a:lnTo>
                    <a:pt x="885037" y="4915699"/>
                  </a:lnTo>
                  <a:lnTo>
                    <a:pt x="885146" y="4915699"/>
                  </a:lnTo>
                  <a:lnTo>
                    <a:pt x="885254" y="4915699"/>
                  </a:lnTo>
                  <a:lnTo>
                    <a:pt x="885363" y="4915699"/>
                  </a:lnTo>
                  <a:lnTo>
                    <a:pt x="885471" y="4915699"/>
                  </a:lnTo>
                  <a:lnTo>
                    <a:pt x="885580" y="4915699"/>
                  </a:lnTo>
                  <a:lnTo>
                    <a:pt x="885688" y="4915699"/>
                  </a:lnTo>
                  <a:lnTo>
                    <a:pt x="885797" y="4915699"/>
                  </a:lnTo>
                  <a:lnTo>
                    <a:pt x="885905" y="4915699"/>
                  </a:lnTo>
                  <a:lnTo>
                    <a:pt x="886013" y="4915699"/>
                  </a:lnTo>
                  <a:lnTo>
                    <a:pt x="886122" y="4915699"/>
                  </a:lnTo>
                  <a:lnTo>
                    <a:pt x="886230" y="4915699"/>
                  </a:lnTo>
                  <a:lnTo>
                    <a:pt x="886339" y="4915699"/>
                  </a:lnTo>
                  <a:lnTo>
                    <a:pt x="886339" y="4915075"/>
                  </a:lnTo>
                  <a:lnTo>
                    <a:pt x="886447" y="4915075"/>
                  </a:lnTo>
                  <a:lnTo>
                    <a:pt x="886556" y="4915075"/>
                  </a:lnTo>
                  <a:lnTo>
                    <a:pt x="886664" y="4915075"/>
                  </a:lnTo>
                  <a:lnTo>
                    <a:pt x="886773" y="4915075"/>
                  </a:lnTo>
                  <a:lnTo>
                    <a:pt x="886881" y="4915075"/>
                  </a:lnTo>
                  <a:lnTo>
                    <a:pt x="886881" y="4914452"/>
                  </a:lnTo>
                  <a:lnTo>
                    <a:pt x="886990" y="4914452"/>
                  </a:lnTo>
                  <a:lnTo>
                    <a:pt x="887098" y="4914452"/>
                  </a:lnTo>
                  <a:lnTo>
                    <a:pt x="887206" y="4914452"/>
                  </a:lnTo>
                  <a:lnTo>
                    <a:pt x="887206" y="4913828"/>
                  </a:lnTo>
                  <a:lnTo>
                    <a:pt x="887315" y="4913828"/>
                  </a:lnTo>
                  <a:lnTo>
                    <a:pt x="887315" y="4913205"/>
                  </a:lnTo>
                  <a:lnTo>
                    <a:pt x="887315" y="4912581"/>
                  </a:lnTo>
                  <a:lnTo>
                    <a:pt x="887423" y="4912581"/>
                  </a:lnTo>
                  <a:lnTo>
                    <a:pt x="887532" y="4912581"/>
                  </a:lnTo>
                  <a:lnTo>
                    <a:pt x="887532" y="4911957"/>
                  </a:lnTo>
                  <a:lnTo>
                    <a:pt x="887640" y="4911957"/>
                  </a:lnTo>
                  <a:lnTo>
                    <a:pt x="887640" y="4911334"/>
                  </a:lnTo>
                  <a:lnTo>
                    <a:pt x="887749" y="4911334"/>
                  </a:lnTo>
                  <a:lnTo>
                    <a:pt x="887857" y="4911334"/>
                  </a:lnTo>
                  <a:lnTo>
                    <a:pt x="887966" y="4911334"/>
                  </a:lnTo>
                  <a:lnTo>
                    <a:pt x="887966" y="4910710"/>
                  </a:lnTo>
                  <a:lnTo>
                    <a:pt x="888074" y="4910710"/>
                  </a:lnTo>
                  <a:lnTo>
                    <a:pt x="888182" y="4910710"/>
                  </a:lnTo>
                  <a:lnTo>
                    <a:pt x="888291" y="4910710"/>
                  </a:lnTo>
                  <a:lnTo>
                    <a:pt x="888399" y="4910710"/>
                  </a:lnTo>
                  <a:lnTo>
                    <a:pt x="888508" y="4910710"/>
                  </a:lnTo>
                  <a:lnTo>
                    <a:pt x="888616" y="4910710"/>
                  </a:lnTo>
                  <a:lnTo>
                    <a:pt x="888725" y="4910710"/>
                  </a:lnTo>
                  <a:lnTo>
                    <a:pt x="888833" y="4910710"/>
                  </a:lnTo>
                  <a:lnTo>
                    <a:pt x="888833" y="4910087"/>
                  </a:lnTo>
                  <a:lnTo>
                    <a:pt x="888942" y="4910087"/>
                  </a:lnTo>
                  <a:lnTo>
                    <a:pt x="889050" y="4910087"/>
                  </a:lnTo>
                  <a:lnTo>
                    <a:pt x="889158" y="4910087"/>
                  </a:lnTo>
                  <a:lnTo>
                    <a:pt x="889267" y="4910087"/>
                  </a:lnTo>
                  <a:lnTo>
                    <a:pt x="889375" y="4910087"/>
                  </a:lnTo>
                  <a:lnTo>
                    <a:pt x="889484" y="4910087"/>
                  </a:lnTo>
                  <a:lnTo>
                    <a:pt x="889484" y="4909463"/>
                  </a:lnTo>
                  <a:lnTo>
                    <a:pt x="889484" y="4908840"/>
                  </a:lnTo>
                  <a:lnTo>
                    <a:pt x="889592" y="4908840"/>
                  </a:lnTo>
                  <a:lnTo>
                    <a:pt x="889701" y="4908840"/>
                  </a:lnTo>
                  <a:lnTo>
                    <a:pt x="889809" y="4908840"/>
                  </a:lnTo>
                  <a:lnTo>
                    <a:pt x="889918" y="4908840"/>
                  </a:lnTo>
                  <a:lnTo>
                    <a:pt x="890026" y="4908840"/>
                  </a:lnTo>
                  <a:lnTo>
                    <a:pt x="890134" y="4908840"/>
                  </a:lnTo>
                  <a:lnTo>
                    <a:pt x="890134" y="4908216"/>
                  </a:lnTo>
                  <a:lnTo>
                    <a:pt x="890243" y="4908216"/>
                  </a:lnTo>
                  <a:lnTo>
                    <a:pt x="890243" y="4907592"/>
                  </a:lnTo>
                  <a:lnTo>
                    <a:pt x="890351" y="4907592"/>
                  </a:lnTo>
                  <a:lnTo>
                    <a:pt x="890460" y="4907592"/>
                  </a:lnTo>
                  <a:lnTo>
                    <a:pt x="890568" y="4907592"/>
                  </a:lnTo>
                  <a:lnTo>
                    <a:pt x="890677" y="4907592"/>
                  </a:lnTo>
                  <a:lnTo>
                    <a:pt x="890785" y="4907592"/>
                  </a:lnTo>
                  <a:lnTo>
                    <a:pt x="890894" y="4907592"/>
                  </a:lnTo>
                  <a:lnTo>
                    <a:pt x="891002" y="4907592"/>
                  </a:lnTo>
                  <a:lnTo>
                    <a:pt x="891002" y="4906969"/>
                  </a:lnTo>
                  <a:lnTo>
                    <a:pt x="891111" y="4906969"/>
                  </a:lnTo>
                  <a:lnTo>
                    <a:pt x="891219" y="4906969"/>
                  </a:lnTo>
                  <a:lnTo>
                    <a:pt x="891327" y="4906969"/>
                  </a:lnTo>
                  <a:lnTo>
                    <a:pt x="891436" y="4906969"/>
                  </a:lnTo>
                  <a:lnTo>
                    <a:pt x="891544" y="4906969"/>
                  </a:lnTo>
                  <a:lnTo>
                    <a:pt x="891653" y="4906969"/>
                  </a:lnTo>
                  <a:lnTo>
                    <a:pt x="891761" y="4906969"/>
                  </a:lnTo>
                  <a:lnTo>
                    <a:pt x="891761" y="4906345"/>
                  </a:lnTo>
                  <a:lnTo>
                    <a:pt x="891870" y="4906345"/>
                  </a:lnTo>
                  <a:lnTo>
                    <a:pt x="891870" y="4905722"/>
                  </a:lnTo>
                  <a:lnTo>
                    <a:pt x="891870" y="4905098"/>
                  </a:lnTo>
                  <a:lnTo>
                    <a:pt x="891870" y="4904474"/>
                  </a:lnTo>
                  <a:lnTo>
                    <a:pt x="891978" y="4904474"/>
                  </a:lnTo>
                  <a:lnTo>
                    <a:pt x="892087" y="4904474"/>
                  </a:lnTo>
                  <a:lnTo>
                    <a:pt x="892195" y="4904474"/>
                  </a:lnTo>
                  <a:lnTo>
                    <a:pt x="892303" y="4904474"/>
                  </a:lnTo>
                  <a:lnTo>
                    <a:pt x="892412" y="4904474"/>
                  </a:lnTo>
                  <a:lnTo>
                    <a:pt x="892520" y="4904474"/>
                  </a:lnTo>
                  <a:lnTo>
                    <a:pt x="892629" y="4904474"/>
                  </a:lnTo>
                  <a:lnTo>
                    <a:pt x="892629" y="4903851"/>
                  </a:lnTo>
                  <a:lnTo>
                    <a:pt x="892737" y="4903851"/>
                  </a:lnTo>
                  <a:lnTo>
                    <a:pt x="892737" y="4903227"/>
                  </a:lnTo>
                  <a:lnTo>
                    <a:pt x="892737" y="4902604"/>
                  </a:lnTo>
                  <a:lnTo>
                    <a:pt x="892846" y="4902604"/>
                  </a:lnTo>
                  <a:lnTo>
                    <a:pt x="892954" y="4902604"/>
                  </a:lnTo>
                  <a:lnTo>
                    <a:pt x="893063" y="4902604"/>
                  </a:lnTo>
                  <a:lnTo>
                    <a:pt x="893171" y="4902604"/>
                  </a:lnTo>
                  <a:lnTo>
                    <a:pt x="893279" y="4902604"/>
                  </a:lnTo>
                  <a:lnTo>
                    <a:pt x="893388" y="4902604"/>
                  </a:lnTo>
                  <a:lnTo>
                    <a:pt x="893388" y="4901980"/>
                  </a:lnTo>
                  <a:lnTo>
                    <a:pt x="893496" y="4901980"/>
                  </a:lnTo>
                  <a:lnTo>
                    <a:pt x="893605" y="4901980"/>
                  </a:lnTo>
                  <a:lnTo>
                    <a:pt x="893713" y="4901980"/>
                  </a:lnTo>
                  <a:lnTo>
                    <a:pt x="893822" y="4901980"/>
                  </a:lnTo>
                  <a:lnTo>
                    <a:pt x="893930" y="4901980"/>
                  </a:lnTo>
                  <a:lnTo>
                    <a:pt x="894039" y="4901980"/>
                  </a:lnTo>
                  <a:lnTo>
                    <a:pt x="894147" y="4901980"/>
                  </a:lnTo>
                  <a:lnTo>
                    <a:pt x="894255" y="4901980"/>
                  </a:lnTo>
                  <a:lnTo>
                    <a:pt x="894364" y="4901980"/>
                  </a:lnTo>
                  <a:lnTo>
                    <a:pt x="894472" y="4901980"/>
                  </a:lnTo>
                  <a:lnTo>
                    <a:pt x="894581" y="4901980"/>
                  </a:lnTo>
                  <a:lnTo>
                    <a:pt x="894689" y="4901980"/>
                  </a:lnTo>
                  <a:lnTo>
                    <a:pt x="894689" y="4901357"/>
                  </a:lnTo>
                  <a:lnTo>
                    <a:pt x="894689" y="4900733"/>
                  </a:lnTo>
                  <a:lnTo>
                    <a:pt x="894689" y="4900109"/>
                  </a:lnTo>
                  <a:lnTo>
                    <a:pt x="894798" y="4900109"/>
                  </a:lnTo>
                  <a:lnTo>
                    <a:pt x="894906" y="4900109"/>
                  </a:lnTo>
                  <a:lnTo>
                    <a:pt x="895015" y="4900109"/>
                  </a:lnTo>
                  <a:lnTo>
                    <a:pt x="895123" y="4900109"/>
                  </a:lnTo>
                  <a:lnTo>
                    <a:pt x="895231" y="4900109"/>
                  </a:lnTo>
                  <a:lnTo>
                    <a:pt x="895340" y="4900109"/>
                  </a:lnTo>
                  <a:lnTo>
                    <a:pt x="895448" y="4900109"/>
                  </a:lnTo>
                  <a:lnTo>
                    <a:pt x="895557" y="4900109"/>
                  </a:lnTo>
                  <a:lnTo>
                    <a:pt x="895665" y="4900109"/>
                  </a:lnTo>
                  <a:lnTo>
                    <a:pt x="895774" y="4900109"/>
                  </a:lnTo>
                  <a:lnTo>
                    <a:pt x="895882" y="4900109"/>
                  </a:lnTo>
                  <a:lnTo>
                    <a:pt x="895991" y="4900109"/>
                  </a:lnTo>
                  <a:lnTo>
                    <a:pt x="896099" y="4900109"/>
                  </a:lnTo>
                  <a:lnTo>
                    <a:pt x="896208" y="4900109"/>
                  </a:lnTo>
                  <a:lnTo>
                    <a:pt x="896316" y="4900109"/>
                  </a:lnTo>
                  <a:lnTo>
                    <a:pt x="896424" y="4900109"/>
                  </a:lnTo>
                  <a:lnTo>
                    <a:pt x="896533" y="4900109"/>
                  </a:lnTo>
                  <a:lnTo>
                    <a:pt x="896641" y="4900109"/>
                  </a:lnTo>
                  <a:lnTo>
                    <a:pt x="896750" y="4900109"/>
                  </a:lnTo>
                  <a:lnTo>
                    <a:pt x="896858" y="4900109"/>
                  </a:lnTo>
                  <a:lnTo>
                    <a:pt x="896967" y="4900109"/>
                  </a:lnTo>
                  <a:lnTo>
                    <a:pt x="897075" y="4900109"/>
                  </a:lnTo>
                  <a:lnTo>
                    <a:pt x="897184" y="4900109"/>
                  </a:lnTo>
                  <a:lnTo>
                    <a:pt x="897292" y="4900109"/>
                  </a:lnTo>
                  <a:lnTo>
                    <a:pt x="897400" y="4900109"/>
                  </a:lnTo>
                  <a:lnTo>
                    <a:pt x="897509" y="4900109"/>
                  </a:lnTo>
                  <a:lnTo>
                    <a:pt x="897617" y="4900109"/>
                  </a:lnTo>
                  <a:lnTo>
                    <a:pt x="897726" y="4900109"/>
                  </a:lnTo>
                  <a:lnTo>
                    <a:pt x="897834" y="4900109"/>
                  </a:lnTo>
                  <a:lnTo>
                    <a:pt x="897943" y="4900109"/>
                  </a:lnTo>
                  <a:lnTo>
                    <a:pt x="898051" y="4900109"/>
                  </a:lnTo>
                  <a:lnTo>
                    <a:pt x="898160" y="4900109"/>
                  </a:lnTo>
                  <a:lnTo>
                    <a:pt x="898268" y="4900109"/>
                  </a:lnTo>
                  <a:lnTo>
                    <a:pt x="898376" y="4900109"/>
                  </a:lnTo>
                  <a:lnTo>
                    <a:pt x="898485" y="4900109"/>
                  </a:lnTo>
                  <a:lnTo>
                    <a:pt x="898593" y="4900109"/>
                  </a:lnTo>
                  <a:lnTo>
                    <a:pt x="898702" y="4900109"/>
                  </a:lnTo>
                  <a:lnTo>
                    <a:pt x="898702" y="4899486"/>
                  </a:lnTo>
                  <a:lnTo>
                    <a:pt x="898702" y="4898862"/>
                  </a:lnTo>
                  <a:lnTo>
                    <a:pt x="898702" y="4898239"/>
                  </a:lnTo>
                  <a:lnTo>
                    <a:pt x="898810" y="4898239"/>
                  </a:lnTo>
                  <a:lnTo>
                    <a:pt x="898919" y="4898239"/>
                  </a:lnTo>
                  <a:lnTo>
                    <a:pt x="899027" y="4898239"/>
                  </a:lnTo>
                  <a:lnTo>
                    <a:pt x="899136" y="4898239"/>
                  </a:lnTo>
                  <a:lnTo>
                    <a:pt x="899244" y="4898239"/>
                  </a:lnTo>
                  <a:lnTo>
                    <a:pt x="899352" y="4898239"/>
                  </a:lnTo>
                  <a:lnTo>
                    <a:pt x="899461" y="4898239"/>
                  </a:lnTo>
                  <a:lnTo>
                    <a:pt x="899569" y="4898239"/>
                  </a:lnTo>
                  <a:lnTo>
                    <a:pt x="899678" y="4898239"/>
                  </a:lnTo>
                  <a:lnTo>
                    <a:pt x="899786" y="4898239"/>
                  </a:lnTo>
                  <a:lnTo>
                    <a:pt x="899786" y="4897615"/>
                  </a:lnTo>
                  <a:lnTo>
                    <a:pt x="899895" y="4897615"/>
                  </a:lnTo>
                  <a:lnTo>
                    <a:pt x="900003" y="4897615"/>
                  </a:lnTo>
                  <a:lnTo>
                    <a:pt x="900112" y="4897615"/>
                  </a:lnTo>
                  <a:lnTo>
                    <a:pt x="900220" y="4897615"/>
                  </a:lnTo>
                  <a:lnTo>
                    <a:pt x="900329" y="4897615"/>
                  </a:lnTo>
                  <a:lnTo>
                    <a:pt x="900329" y="4896991"/>
                  </a:lnTo>
                  <a:lnTo>
                    <a:pt x="900437" y="4896991"/>
                  </a:lnTo>
                  <a:lnTo>
                    <a:pt x="900545" y="4896991"/>
                  </a:lnTo>
                  <a:lnTo>
                    <a:pt x="900654" y="4896991"/>
                  </a:lnTo>
                  <a:lnTo>
                    <a:pt x="900762" y="4896991"/>
                  </a:lnTo>
                  <a:lnTo>
                    <a:pt x="900871" y="4896991"/>
                  </a:lnTo>
                  <a:lnTo>
                    <a:pt x="900871" y="4896368"/>
                  </a:lnTo>
                  <a:lnTo>
                    <a:pt x="900979" y="4896368"/>
                  </a:lnTo>
                  <a:lnTo>
                    <a:pt x="901088" y="4896368"/>
                  </a:lnTo>
                  <a:lnTo>
                    <a:pt x="901196" y="4896368"/>
                  </a:lnTo>
                  <a:lnTo>
                    <a:pt x="901305" y="4896368"/>
                  </a:lnTo>
                  <a:lnTo>
                    <a:pt x="901413" y="4896368"/>
                  </a:lnTo>
                  <a:lnTo>
                    <a:pt x="901521" y="4896368"/>
                  </a:lnTo>
                  <a:lnTo>
                    <a:pt x="901630" y="4896368"/>
                  </a:lnTo>
                  <a:lnTo>
                    <a:pt x="901738" y="4896368"/>
                  </a:lnTo>
                  <a:lnTo>
                    <a:pt x="901847" y="4896368"/>
                  </a:lnTo>
                  <a:lnTo>
                    <a:pt x="901955" y="4896368"/>
                  </a:lnTo>
                  <a:lnTo>
                    <a:pt x="901955" y="4895744"/>
                  </a:lnTo>
                  <a:lnTo>
                    <a:pt x="901955" y="4895121"/>
                  </a:lnTo>
                  <a:lnTo>
                    <a:pt x="901955" y="4894497"/>
                  </a:lnTo>
                  <a:lnTo>
                    <a:pt x="902064" y="4894497"/>
                  </a:lnTo>
                  <a:lnTo>
                    <a:pt x="902172" y="4894497"/>
                  </a:lnTo>
                  <a:lnTo>
                    <a:pt x="902281" y="4894497"/>
                  </a:lnTo>
                  <a:lnTo>
                    <a:pt x="902389" y="4894497"/>
                  </a:lnTo>
                  <a:lnTo>
                    <a:pt x="902497" y="4894497"/>
                  </a:lnTo>
                  <a:lnTo>
                    <a:pt x="902606" y="4894497"/>
                  </a:lnTo>
                  <a:lnTo>
                    <a:pt x="902714" y="4894497"/>
                  </a:lnTo>
                  <a:lnTo>
                    <a:pt x="902823" y="4894497"/>
                  </a:lnTo>
                  <a:lnTo>
                    <a:pt x="902931" y="4894497"/>
                  </a:lnTo>
                  <a:lnTo>
                    <a:pt x="903040" y="4894497"/>
                  </a:lnTo>
                  <a:lnTo>
                    <a:pt x="903148" y="4894497"/>
                  </a:lnTo>
                  <a:lnTo>
                    <a:pt x="903257" y="4894497"/>
                  </a:lnTo>
                  <a:lnTo>
                    <a:pt x="903365" y="4894497"/>
                  </a:lnTo>
                  <a:lnTo>
                    <a:pt x="903473" y="4894497"/>
                  </a:lnTo>
                  <a:lnTo>
                    <a:pt x="903582" y="4894497"/>
                  </a:lnTo>
                  <a:lnTo>
                    <a:pt x="903582" y="4893874"/>
                  </a:lnTo>
                  <a:lnTo>
                    <a:pt x="903690" y="4893874"/>
                  </a:lnTo>
                  <a:lnTo>
                    <a:pt x="903799" y="4893874"/>
                  </a:lnTo>
                  <a:lnTo>
                    <a:pt x="903907" y="4893874"/>
                  </a:lnTo>
                  <a:lnTo>
                    <a:pt x="904016" y="4893874"/>
                  </a:lnTo>
                  <a:lnTo>
                    <a:pt x="904016" y="4893250"/>
                  </a:lnTo>
                  <a:lnTo>
                    <a:pt x="904016" y="4892626"/>
                  </a:lnTo>
                  <a:lnTo>
                    <a:pt x="904124" y="4892626"/>
                  </a:lnTo>
                  <a:lnTo>
                    <a:pt x="904233" y="4892626"/>
                  </a:lnTo>
                  <a:lnTo>
                    <a:pt x="904341" y="4892626"/>
                  </a:lnTo>
                  <a:lnTo>
                    <a:pt x="904450" y="4892626"/>
                  </a:lnTo>
                  <a:lnTo>
                    <a:pt x="904558" y="4892626"/>
                  </a:lnTo>
                  <a:lnTo>
                    <a:pt x="904666" y="4892626"/>
                  </a:lnTo>
                  <a:lnTo>
                    <a:pt x="904775" y="4892626"/>
                  </a:lnTo>
                  <a:lnTo>
                    <a:pt x="904883" y="4892626"/>
                  </a:lnTo>
                  <a:lnTo>
                    <a:pt x="904992" y="4892626"/>
                  </a:lnTo>
                  <a:lnTo>
                    <a:pt x="905100" y="4892626"/>
                  </a:lnTo>
                  <a:lnTo>
                    <a:pt x="905209" y="4892626"/>
                  </a:lnTo>
                  <a:lnTo>
                    <a:pt x="905317" y="4892626"/>
                  </a:lnTo>
                  <a:lnTo>
                    <a:pt x="905426" y="4892626"/>
                  </a:lnTo>
                  <a:lnTo>
                    <a:pt x="905534" y="4892626"/>
                  </a:lnTo>
                  <a:lnTo>
                    <a:pt x="905642" y="4892626"/>
                  </a:lnTo>
                  <a:lnTo>
                    <a:pt x="905751" y="4892626"/>
                  </a:lnTo>
                  <a:lnTo>
                    <a:pt x="905751" y="4892003"/>
                  </a:lnTo>
                  <a:lnTo>
                    <a:pt x="905859" y="4892003"/>
                  </a:lnTo>
                  <a:lnTo>
                    <a:pt x="905968" y="4892003"/>
                  </a:lnTo>
                  <a:lnTo>
                    <a:pt x="906076" y="4892003"/>
                  </a:lnTo>
                  <a:lnTo>
                    <a:pt x="906185" y="4892003"/>
                  </a:lnTo>
                  <a:lnTo>
                    <a:pt x="906185" y="4891379"/>
                  </a:lnTo>
                  <a:lnTo>
                    <a:pt x="906185" y="4890756"/>
                  </a:lnTo>
                  <a:lnTo>
                    <a:pt x="906293" y="4890756"/>
                  </a:lnTo>
                  <a:lnTo>
                    <a:pt x="906402" y="4890756"/>
                  </a:lnTo>
                  <a:lnTo>
                    <a:pt x="906510" y="4890756"/>
                  </a:lnTo>
                  <a:lnTo>
                    <a:pt x="906510" y="4890132"/>
                  </a:lnTo>
                  <a:lnTo>
                    <a:pt x="906618" y="4890132"/>
                  </a:lnTo>
                  <a:lnTo>
                    <a:pt x="906618" y="4889508"/>
                  </a:lnTo>
                  <a:lnTo>
                    <a:pt x="906727" y="4889508"/>
                  </a:lnTo>
                  <a:lnTo>
                    <a:pt x="906835" y="4889508"/>
                  </a:lnTo>
                  <a:lnTo>
                    <a:pt x="906944" y="4889508"/>
                  </a:lnTo>
                  <a:lnTo>
                    <a:pt x="907052" y="4889508"/>
                  </a:lnTo>
                  <a:lnTo>
                    <a:pt x="907161" y="4889508"/>
                  </a:lnTo>
                  <a:lnTo>
                    <a:pt x="907161" y="4888885"/>
                  </a:lnTo>
                  <a:lnTo>
                    <a:pt x="907269" y="4888885"/>
                  </a:lnTo>
                  <a:lnTo>
                    <a:pt x="907378" y="4888885"/>
                  </a:lnTo>
                  <a:lnTo>
                    <a:pt x="907486" y="4888885"/>
                  </a:lnTo>
                  <a:lnTo>
                    <a:pt x="907486" y="4888261"/>
                  </a:lnTo>
                  <a:lnTo>
                    <a:pt x="907594" y="4888261"/>
                  </a:lnTo>
                  <a:lnTo>
                    <a:pt x="907703" y="4888261"/>
                  </a:lnTo>
                  <a:lnTo>
                    <a:pt x="907811" y="4888261"/>
                  </a:lnTo>
                  <a:lnTo>
                    <a:pt x="907811" y="4887638"/>
                  </a:lnTo>
                  <a:lnTo>
                    <a:pt x="907920" y="4887638"/>
                  </a:lnTo>
                  <a:lnTo>
                    <a:pt x="908028" y="4887638"/>
                  </a:lnTo>
                  <a:lnTo>
                    <a:pt x="908137" y="4887638"/>
                  </a:lnTo>
                  <a:lnTo>
                    <a:pt x="908245" y="4887638"/>
                  </a:lnTo>
                  <a:lnTo>
                    <a:pt x="908354" y="4887638"/>
                  </a:lnTo>
                  <a:lnTo>
                    <a:pt x="908462" y="4887638"/>
                  </a:lnTo>
                  <a:lnTo>
                    <a:pt x="908571" y="4887638"/>
                  </a:lnTo>
                  <a:lnTo>
                    <a:pt x="908571" y="4887014"/>
                  </a:lnTo>
                  <a:lnTo>
                    <a:pt x="908571" y="4886391"/>
                  </a:lnTo>
                  <a:lnTo>
                    <a:pt x="908679" y="4886391"/>
                  </a:lnTo>
                  <a:lnTo>
                    <a:pt x="908787" y="4886391"/>
                  </a:lnTo>
                  <a:lnTo>
                    <a:pt x="908896" y="4886391"/>
                  </a:lnTo>
                  <a:lnTo>
                    <a:pt x="909004" y="4886391"/>
                  </a:lnTo>
                  <a:lnTo>
                    <a:pt x="909004" y="4885767"/>
                  </a:lnTo>
                  <a:lnTo>
                    <a:pt x="909113" y="4885767"/>
                  </a:lnTo>
                  <a:lnTo>
                    <a:pt x="909221" y="4885767"/>
                  </a:lnTo>
                  <a:lnTo>
                    <a:pt x="909330" y="4885767"/>
                  </a:lnTo>
                  <a:lnTo>
                    <a:pt x="909438" y="4885767"/>
                  </a:lnTo>
                  <a:lnTo>
                    <a:pt x="909438" y="4885143"/>
                  </a:lnTo>
                  <a:lnTo>
                    <a:pt x="909547" y="4885143"/>
                  </a:lnTo>
                  <a:lnTo>
                    <a:pt x="909655" y="4885143"/>
                  </a:lnTo>
                  <a:lnTo>
                    <a:pt x="909763" y="4885143"/>
                  </a:lnTo>
                  <a:lnTo>
                    <a:pt x="909872" y="4885143"/>
                  </a:lnTo>
                  <a:lnTo>
                    <a:pt x="909980" y="4885143"/>
                  </a:lnTo>
                  <a:lnTo>
                    <a:pt x="909980" y="4884520"/>
                  </a:lnTo>
                  <a:lnTo>
                    <a:pt x="910089" y="4884520"/>
                  </a:lnTo>
                  <a:lnTo>
                    <a:pt x="910089" y="4883896"/>
                  </a:lnTo>
                  <a:lnTo>
                    <a:pt x="910197" y="4883896"/>
                  </a:lnTo>
                  <a:lnTo>
                    <a:pt x="910306" y="4883896"/>
                  </a:lnTo>
                  <a:lnTo>
                    <a:pt x="910414" y="4883896"/>
                  </a:lnTo>
                  <a:lnTo>
                    <a:pt x="910414" y="4883273"/>
                  </a:lnTo>
                  <a:lnTo>
                    <a:pt x="910414" y="4882649"/>
                  </a:lnTo>
                  <a:lnTo>
                    <a:pt x="910523" y="4882649"/>
                  </a:lnTo>
                  <a:lnTo>
                    <a:pt x="910631" y="4882649"/>
                  </a:lnTo>
                  <a:lnTo>
                    <a:pt x="910739" y="4882649"/>
                  </a:lnTo>
                  <a:lnTo>
                    <a:pt x="910848" y="4882649"/>
                  </a:lnTo>
                  <a:lnTo>
                    <a:pt x="910956" y="4882649"/>
                  </a:lnTo>
                  <a:lnTo>
                    <a:pt x="911065" y="4882649"/>
                  </a:lnTo>
                  <a:lnTo>
                    <a:pt x="911173" y="4882649"/>
                  </a:lnTo>
                  <a:lnTo>
                    <a:pt x="911282" y="4882649"/>
                  </a:lnTo>
                  <a:lnTo>
                    <a:pt x="911390" y="4882649"/>
                  </a:lnTo>
                  <a:lnTo>
                    <a:pt x="911499" y="4882649"/>
                  </a:lnTo>
                  <a:lnTo>
                    <a:pt x="911607" y="4882649"/>
                  </a:lnTo>
                  <a:lnTo>
                    <a:pt x="911715" y="4882649"/>
                  </a:lnTo>
                  <a:lnTo>
                    <a:pt x="911824" y="4882649"/>
                  </a:lnTo>
                  <a:lnTo>
                    <a:pt x="911932" y="4882649"/>
                  </a:lnTo>
                  <a:lnTo>
                    <a:pt x="912041" y="4882649"/>
                  </a:lnTo>
                  <a:lnTo>
                    <a:pt x="912149" y="4882649"/>
                  </a:lnTo>
                  <a:lnTo>
                    <a:pt x="912258" y="4882649"/>
                  </a:lnTo>
                  <a:lnTo>
                    <a:pt x="912366" y="4882649"/>
                  </a:lnTo>
                  <a:lnTo>
                    <a:pt x="912366" y="4882025"/>
                  </a:lnTo>
                  <a:lnTo>
                    <a:pt x="912475" y="4882025"/>
                  </a:lnTo>
                  <a:lnTo>
                    <a:pt x="912583" y="4882025"/>
                  </a:lnTo>
                  <a:lnTo>
                    <a:pt x="912692" y="4882025"/>
                  </a:lnTo>
                  <a:lnTo>
                    <a:pt x="912800" y="4882025"/>
                  </a:lnTo>
                  <a:lnTo>
                    <a:pt x="912908" y="4882025"/>
                  </a:lnTo>
                  <a:lnTo>
                    <a:pt x="913017" y="4882025"/>
                  </a:lnTo>
                  <a:lnTo>
                    <a:pt x="913125" y="4882025"/>
                  </a:lnTo>
                  <a:lnTo>
                    <a:pt x="913234" y="4882025"/>
                  </a:lnTo>
                  <a:lnTo>
                    <a:pt x="913342" y="4882025"/>
                  </a:lnTo>
                  <a:lnTo>
                    <a:pt x="913451" y="4882025"/>
                  </a:lnTo>
                  <a:lnTo>
                    <a:pt x="913559" y="4882025"/>
                  </a:lnTo>
                  <a:lnTo>
                    <a:pt x="913559" y="4881402"/>
                  </a:lnTo>
                  <a:lnTo>
                    <a:pt x="913668" y="4881402"/>
                  </a:lnTo>
                  <a:lnTo>
                    <a:pt x="913776" y="4881402"/>
                  </a:lnTo>
                  <a:lnTo>
                    <a:pt x="913776" y="4880778"/>
                  </a:lnTo>
                  <a:lnTo>
                    <a:pt x="913884" y="4880778"/>
                  </a:lnTo>
                  <a:lnTo>
                    <a:pt x="913884" y="4880155"/>
                  </a:lnTo>
                  <a:lnTo>
                    <a:pt x="913884" y="4879531"/>
                  </a:lnTo>
                  <a:lnTo>
                    <a:pt x="913993" y="4879531"/>
                  </a:lnTo>
                  <a:lnTo>
                    <a:pt x="914101" y="4879531"/>
                  </a:lnTo>
                  <a:lnTo>
                    <a:pt x="914210" y="4879531"/>
                  </a:lnTo>
                  <a:lnTo>
                    <a:pt x="914210" y="4878908"/>
                  </a:lnTo>
                  <a:lnTo>
                    <a:pt x="914318" y="4878908"/>
                  </a:lnTo>
                  <a:lnTo>
                    <a:pt x="914427" y="4878908"/>
                  </a:lnTo>
                  <a:lnTo>
                    <a:pt x="914535" y="4878908"/>
                  </a:lnTo>
                  <a:lnTo>
                    <a:pt x="914644" y="4878908"/>
                  </a:lnTo>
                  <a:lnTo>
                    <a:pt x="914644" y="4878284"/>
                  </a:lnTo>
                  <a:lnTo>
                    <a:pt x="914644" y="4877660"/>
                  </a:lnTo>
                  <a:lnTo>
                    <a:pt x="914752" y="4877660"/>
                  </a:lnTo>
                  <a:lnTo>
                    <a:pt x="914752" y="4877037"/>
                  </a:lnTo>
                  <a:lnTo>
                    <a:pt x="914860" y="4877037"/>
                  </a:lnTo>
                  <a:lnTo>
                    <a:pt x="914969" y="4877037"/>
                  </a:lnTo>
                  <a:lnTo>
                    <a:pt x="915077" y="4877037"/>
                  </a:lnTo>
                  <a:lnTo>
                    <a:pt x="915077" y="4876413"/>
                  </a:lnTo>
                  <a:lnTo>
                    <a:pt x="915186" y="4876413"/>
                  </a:lnTo>
                  <a:lnTo>
                    <a:pt x="915294" y="4876413"/>
                  </a:lnTo>
                  <a:lnTo>
                    <a:pt x="915403" y="4876413"/>
                  </a:lnTo>
                  <a:lnTo>
                    <a:pt x="915511" y="4876413"/>
                  </a:lnTo>
                  <a:lnTo>
                    <a:pt x="915511" y="4875790"/>
                  </a:lnTo>
                  <a:lnTo>
                    <a:pt x="915620" y="4875790"/>
                  </a:lnTo>
                  <a:lnTo>
                    <a:pt x="915620" y="4875166"/>
                  </a:lnTo>
                  <a:lnTo>
                    <a:pt x="915620" y="4874542"/>
                  </a:lnTo>
                  <a:lnTo>
                    <a:pt x="915728" y="4874542"/>
                  </a:lnTo>
                  <a:lnTo>
                    <a:pt x="915836" y="4874542"/>
                  </a:lnTo>
                  <a:lnTo>
                    <a:pt x="915945" y="4874542"/>
                  </a:lnTo>
                  <a:lnTo>
                    <a:pt x="916053" y="4874542"/>
                  </a:lnTo>
                  <a:lnTo>
                    <a:pt x="916162" y="4874542"/>
                  </a:lnTo>
                  <a:lnTo>
                    <a:pt x="916162" y="4873919"/>
                  </a:lnTo>
                  <a:lnTo>
                    <a:pt x="916270" y="4873919"/>
                  </a:lnTo>
                  <a:lnTo>
                    <a:pt x="916379" y="4873919"/>
                  </a:lnTo>
                  <a:lnTo>
                    <a:pt x="916487" y="4873919"/>
                  </a:lnTo>
                  <a:lnTo>
                    <a:pt x="916596" y="4873919"/>
                  </a:lnTo>
                  <a:lnTo>
                    <a:pt x="916704" y="4873919"/>
                  </a:lnTo>
                  <a:lnTo>
                    <a:pt x="916813" y="4873919"/>
                  </a:lnTo>
                  <a:lnTo>
                    <a:pt x="916921" y="4873919"/>
                  </a:lnTo>
                  <a:lnTo>
                    <a:pt x="917029" y="4873919"/>
                  </a:lnTo>
                  <a:lnTo>
                    <a:pt x="917029" y="4873295"/>
                  </a:lnTo>
                  <a:lnTo>
                    <a:pt x="917138" y="4873295"/>
                  </a:lnTo>
                  <a:lnTo>
                    <a:pt x="917138" y="4872672"/>
                  </a:lnTo>
                  <a:lnTo>
                    <a:pt x="917246" y="4872672"/>
                  </a:lnTo>
                  <a:lnTo>
                    <a:pt x="917355" y="4872672"/>
                  </a:lnTo>
                  <a:lnTo>
                    <a:pt x="917355" y="4872048"/>
                  </a:lnTo>
                  <a:lnTo>
                    <a:pt x="917463" y="4872048"/>
                  </a:lnTo>
                  <a:lnTo>
                    <a:pt x="917572" y="4872048"/>
                  </a:lnTo>
                  <a:lnTo>
                    <a:pt x="917680" y="4872048"/>
                  </a:lnTo>
                  <a:lnTo>
                    <a:pt x="917789" y="4872048"/>
                  </a:lnTo>
                  <a:lnTo>
                    <a:pt x="917897" y="4872048"/>
                  </a:lnTo>
                  <a:lnTo>
                    <a:pt x="918005" y="4872048"/>
                  </a:lnTo>
                  <a:lnTo>
                    <a:pt x="918114" y="4872048"/>
                  </a:lnTo>
                  <a:lnTo>
                    <a:pt x="918222" y="4872048"/>
                  </a:lnTo>
                  <a:lnTo>
                    <a:pt x="918331" y="4872048"/>
                  </a:lnTo>
                  <a:lnTo>
                    <a:pt x="918331" y="4871425"/>
                  </a:lnTo>
                  <a:lnTo>
                    <a:pt x="918331" y="4870801"/>
                  </a:lnTo>
                  <a:lnTo>
                    <a:pt x="918439" y="4870801"/>
                  </a:lnTo>
                  <a:lnTo>
                    <a:pt x="918548" y="4870801"/>
                  </a:lnTo>
                  <a:lnTo>
                    <a:pt x="918548" y="4870177"/>
                  </a:lnTo>
                  <a:lnTo>
                    <a:pt x="918656" y="4870177"/>
                  </a:lnTo>
                  <a:lnTo>
                    <a:pt x="918765" y="4870177"/>
                  </a:lnTo>
                  <a:lnTo>
                    <a:pt x="918873" y="4870177"/>
                  </a:lnTo>
                  <a:lnTo>
                    <a:pt x="918981" y="4870177"/>
                  </a:lnTo>
                  <a:lnTo>
                    <a:pt x="919090" y="4870177"/>
                  </a:lnTo>
                  <a:lnTo>
                    <a:pt x="919198" y="4870177"/>
                  </a:lnTo>
                  <a:lnTo>
                    <a:pt x="919307" y="4870177"/>
                  </a:lnTo>
                  <a:lnTo>
                    <a:pt x="919415" y="4870177"/>
                  </a:lnTo>
                  <a:lnTo>
                    <a:pt x="919524" y="4870177"/>
                  </a:lnTo>
                  <a:lnTo>
                    <a:pt x="919632" y="4870177"/>
                  </a:lnTo>
                  <a:lnTo>
                    <a:pt x="919741" y="4870177"/>
                  </a:lnTo>
                  <a:lnTo>
                    <a:pt x="919741" y="4869554"/>
                  </a:lnTo>
                  <a:lnTo>
                    <a:pt x="919849" y="4869554"/>
                  </a:lnTo>
                  <a:lnTo>
                    <a:pt x="919957" y="4869554"/>
                  </a:lnTo>
                  <a:lnTo>
                    <a:pt x="919957" y="4868930"/>
                  </a:lnTo>
                  <a:lnTo>
                    <a:pt x="920066" y="4868930"/>
                  </a:lnTo>
                  <a:lnTo>
                    <a:pt x="920066" y="4868307"/>
                  </a:lnTo>
                  <a:lnTo>
                    <a:pt x="920174" y="4868307"/>
                  </a:lnTo>
                  <a:lnTo>
                    <a:pt x="920174" y="4867683"/>
                  </a:lnTo>
                  <a:lnTo>
                    <a:pt x="920283" y="4867683"/>
                  </a:lnTo>
                  <a:lnTo>
                    <a:pt x="920391" y="4867683"/>
                  </a:lnTo>
                  <a:lnTo>
                    <a:pt x="920500" y="4867683"/>
                  </a:lnTo>
                  <a:lnTo>
                    <a:pt x="920608" y="4867683"/>
                  </a:lnTo>
                  <a:lnTo>
                    <a:pt x="920717" y="4867683"/>
                  </a:lnTo>
                  <a:lnTo>
                    <a:pt x="920825" y="4867683"/>
                  </a:lnTo>
                  <a:lnTo>
                    <a:pt x="920933" y="4867683"/>
                  </a:lnTo>
                  <a:lnTo>
                    <a:pt x="921042" y="4867683"/>
                  </a:lnTo>
                  <a:lnTo>
                    <a:pt x="921150" y="4867683"/>
                  </a:lnTo>
                  <a:lnTo>
                    <a:pt x="921259" y="4867683"/>
                  </a:lnTo>
                  <a:lnTo>
                    <a:pt x="921259" y="4867060"/>
                  </a:lnTo>
                  <a:lnTo>
                    <a:pt x="921259" y="4866436"/>
                  </a:lnTo>
                  <a:lnTo>
                    <a:pt x="921367" y="4866436"/>
                  </a:lnTo>
                  <a:lnTo>
                    <a:pt x="921476" y="4866436"/>
                  </a:lnTo>
                  <a:lnTo>
                    <a:pt x="921584" y="4866436"/>
                  </a:lnTo>
                  <a:lnTo>
                    <a:pt x="921693" y="4866436"/>
                  </a:lnTo>
                  <a:lnTo>
                    <a:pt x="921693" y="4865812"/>
                  </a:lnTo>
                  <a:lnTo>
                    <a:pt x="921801" y="4865812"/>
                  </a:lnTo>
                  <a:lnTo>
                    <a:pt x="921910" y="4865812"/>
                  </a:lnTo>
                  <a:lnTo>
                    <a:pt x="922018" y="4865812"/>
                  </a:lnTo>
                  <a:lnTo>
                    <a:pt x="922126" y="4865812"/>
                  </a:lnTo>
                  <a:lnTo>
                    <a:pt x="922235" y="4865812"/>
                  </a:lnTo>
                  <a:lnTo>
                    <a:pt x="922343" y="4865812"/>
                  </a:lnTo>
                  <a:lnTo>
                    <a:pt x="922452" y="4865812"/>
                  </a:lnTo>
                  <a:lnTo>
                    <a:pt x="922560" y="4865812"/>
                  </a:lnTo>
                  <a:lnTo>
                    <a:pt x="922669" y="4865812"/>
                  </a:lnTo>
                  <a:lnTo>
                    <a:pt x="922777" y="4865812"/>
                  </a:lnTo>
                  <a:lnTo>
                    <a:pt x="922886" y="4865812"/>
                  </a:lnTo>
                  <a:lnTo>
                    <a:pt x="922886" y="4865189"/>
                  </a:lnTo>
                  <a:lnTo>
                    <a:pt x="922886" y="4864565"/>
                  </a:lnTo>
                  <a:lnTo>
                    <a:pt x="922994" y="4864565"/>
                  </a:lnTo>
                  <a:lnTo>
                    <a:pt x="923102" y="4864565"/>
                  </a:lnTo>
                  <a:lnTo>
                    <a:pt x="923102" y="4863942"/>
                  </a:lnTo>
                  <a:lnTo>
                    <a:pt x="923211" y="4863942"/>
                  </a:lnTo>
                  <a:lnTo>
                    <a:pt x="923319" y="4863942"/>
                  </a:lnTo>
                  <a:lnTo>
                    <a:pt x="923428" y="4863942"/>
                  </a:lnTo>
                  <a:lnTo>
                    <a:pt x="923536" y="4863942"/>
                  </a:lnTo>
                  <a:lnTo>
                    <a:pt x="923645" y="4863942"/>
                  </a:lnTo>
                  <a:lnTo>
                    <a:pt x="923753" y="4863942"/>
                  </a:lnTo>
                  <a:lnTo>
                    <a:pt x="923862" y="4863942"/>
                  </a:lnTo>
                  <a:lnTo>
                    <a:pt x="923970" y="4863942"/>
                  </a:lnTo>
                  <a:lnTo>
                    <a:pt x="924078" y="4863942"/>
                  </a:lnTo>
                  <a:lnTo>
                    <a:pt x="924187" y="4863942"/>
                  </a:lnTo>
                  <a:lnTo>
                    <a:pt x="924187" y="4863318"/>
                  </a:lnTo>
                  <a:lnTo>
                    <a:pt x="924295" y="4863318"/>
                  </a:lnTo>
                  <a:lnTo>
                    <a:pt x="924404" y="4863318"/>
                  </a:lnTo>
                  <a:lnTo>
                    <a:pt x="924404" y="4862694"/>
                  </a:lnTo>
                  <a:lnTo>
                    <a:pt x="924512" y="4862694"/>
                  </a:lnTo>
                  <a:lnTo>
                    <a:pt x="924621" y="4862694"/>
                  </a:lnTo>
                  <a:lnTo>
                    <a:pt x="924729" y="4862694"/>
                  </a:lnTo>
                  <a:lnTo>
                    <a:pt x="924838" y="4862694"/>
                  </a:lnTo>
                  <a:lnTo>
                    <a:pt x="924946" y="4862694"/>
                  </a:lnTo>
                  <a:lnTo>
                    <a:pt x="925054" y="4862694"/>
                  </a:lnTo>
                  <a:lnTo>
                    <a:pt x="925054" y="4862071"/>
                  </a:lnTo>
                  <a:lnTo>
                    <a:pt x="925163" y="4862071"/>
                  </a:lnTo>
                  <a:lnTo>
                    <a:pt x="925271" y="4862071"/>
                  </a:lnTo>
                  <a:lnTo>
                    <a:pt x="925380" y="4862071"/>
                  </a:lnTo>
                  <a:lnTo>
                    <a:pt x="925488" y="4862071"/>
                  </a:lnTo>
                  <a:lnTo>
                    <a:pt x="925597" y="4862071"/>
                  </a:lnTo>
                  <a:lnTo>
                    <a:pt x="925705" y="4862071"/>
                  </a:lnTo>
                  <a:lnTo>
                    <a:pt x="925814" y="4862071"/>
                  </a:lnTo>
                  <a:lnTo>
                    <a:pt x="925922" y="4862071"/>
                  </a:lnTo>
                  <a:lnTo>
                    <a:pt x="925922" y="4861447"/>
                  </a:lnTo>
                  <a:lnTo>
                    <a:pt x="925922" y="4860824"/>
                  </a:lnTo>
                  <a:lnTo>
                    <a:pt x="926031" y="4860824"/>
                  </a:lnTo>
                  <a:lnTo>
                    <a:pt x="926139" y="4860824"/>
                  </a:lnTo>
                  <a:lnTo>
                    <a:pt x="926139" y="4860200"/>
                  </a:lnTo>
                  <a:lnTo>
                    <a:pt x="926247" y="4860200"/>
                  </a:lnTo>
                  <a:lnTo>
                    <a:pt x="926356" y="4860200"/>
                  </a:lnTo>
                  <a:lnTo>
                    <a:pt x="926464" y="4860200"/>
                  </a:lnTo>
                  <a:lnTo>
                    <a:pt x="926464" y="4859577"/>
                  </a:lnTo>
                  <a:lnTo>
                    <a:pt x="926573" y="4859577"/>
                  </a:lnTo>
                  <a:lnTo>
                    <a:pt x="926681" y="4859577"/>
                  </a:lnTo>
                  <a:lnTo>
                    <a:pt x="926790" y="4859577"/>
                  </a:lnTo>
                  <a:lnTo>
                    <a:pt x="926898" y="4859577"/>
                  </a:lnTo>
                  <a:lnTo>
                    <a:pt x="926898" y="4858953"/>
                  </a:lnTo>
                  <a:lnTo>
                    <a:pt x="927007" y="4858953"/>
                  </a:lnTo>
                  <a:lnTo>
                    <a:pt x="927115" y="4858953"/>
                  </a:lnTo>
                  <a:lnTo>
                    <a:pt x="927223" y="4858953"/>
                  </a:lnTo>
                  <a:lnTo>
                    <a:pt x="927332" y="4858953"/>
                  </a:lnTo>
                  <a:lnTo>
                    <a:pt x="927332" y="4858329"/>
                  </a:lnTo>
                  <a:lnTo>
                    <a:pt x="927440" y="4858329"/>
                  </a:lnTo>
                  <a:lnTo>
                    <a:pt x="927549" y="4858329"/>
                  </a:lnTo>
                  <a:lnTo>
                    <a:pt x="927657" y="4858329"/>
                  </a:lnTo>
                  <a:lnTo>
                    <a:pt x="927766" y="4858329"/>
                  </a:lnTo>
                  <a:lnTo>
                    <a:pt x="927874" y="4858329"/>
                  </a:lnTo>
                  <a:lnTo>
                    <a:pt x="927983" y="4858329"/>
                  </a:lnTo>
                  <a:lnTo>
                    <a:pt x="928091" y="4858329"/>
                  </a:lnTo>
                  <a:lnTo>
                    <a:pt x="928199" y="4858329"/>
                  </a:lnTo>
                  <a:lnTo>
                    <a:pt x="928308" y="4858329"/>
                  </a:lnTo>
                  <a:lnTo>
                    <a:pt x="928416" y="4858329"/>
                  </a:lnTo>
                  <a:lnTo>
                    <a:pt x="928525" y="4858329"/>
                  </a:lnTo>
                  <a:lnTo>
                    <a:pt x="928633" y="4858329"/>
                  </a:lnTo>
                  <a:lnTo>
                    <a:pt x="928742" y="4858329"/>
                  </a:lnTo>
                  <a:lnTo>
                    <a:pt x="928850" y="4858329"/>
                  </a:lnTo>
                  <a:lnTo>
                    <a:pt x="928959" y="4858329"/>
                  </a:lnTo>
                  <a:lnTo>
                    <a:pt x="928959" y="4857706"/>
                  </a:lnTo>
                  <a:lnTo>
                    <a:pt x="929067" y="4857706"/>
                  </a:lnTo>
                  <a:lnTo>
                    <a:pt x="929067" y="4857082"/>
                  </a:lnTo>
                  <a:lnTo>
                    <a:pt x="929175" y="4857082"/>
                  </a:lnTo>
                  <a:lnTo>
                    <a:pt x="929175" y="4856459"/>
                  </a:lnTo>
                  <a:lnTo>
                    <a:pt x="929284" y="4856459"/>
                  </a:lnTo>
                  <a:lnTo>
                    <a:pt x="929392" y="4856459"/>
                  </a:lnTo>
                  <a:lnTo>
                    <a:pt x="929392" y="4855835"/>
                  </a:lnTo>
                  <a:lnTo>
                    <a:pt x="929501" y="4855835"/>
                  </a:lnTo>
                  <a:lnTo>
                    <a:pt x="929609" y="4855835"/>
                  </a:lnTo>
                  <a:lnTo>
                    <a:pt x="929718" y="4855835"/>
                  </a:lnTo>
                  <a:lnTo>
                    <a:pt x="929826" y="4855835"/>
                  </a:lnTo>
                  <a:lnTo>
                    <a:pt x="929826" y="4855211"/>
                  </a:lnTo>
                  <a:lnTo>
                    <a:pt x="929935" y="4855211"/>
                  </a:lnTo>
                  <a:lnTo>
                    <a:pt x="930043" y="4855211"/>
                  </a:lnTo>
                  <a:lnTo>
                    <a:pt x="930043" y="4854588"/>
                  </a:lnTo>
                  <a:lnTo>
                    <a:pt x="930152" y="4854588"/>
                  </a:lnTo>
                  <a:lnTo>
                    <a:pt x="930152" y="4853964"/>
                  </a:lnTo>
                  <a:lnTo>
                    <a:pt x="930260" y="4853964"/>
                  </a:lnTo>
                  <a:lnTo>
                    <a:pt x="930368" y="4853964"/>
                  </a:lnTo>
                  <a:lnTo>
                    <a:pt x="930477" y="4853964"/>
                  </a:lnTo>
                  <a:lnTo>
                    <a:pt x="930585" y="4853964"/>
                  </a:lnTo>
                  <a:lnTo>
                    <a:pt x="930694" y="4853964"/>
                  </a:lnTo>
                  <a:lnTo>
                    <a:pt x="930802" y="4853964"/>
                  </a:lnTo>
                  <a:lnTo>
                    <a:pt x="930911" y="4853964"/>
                  </a:lnTo>
                  <a:lnTo>
                    <a:pt x="931019" y="4853964"/>
                  </a:lnTo>
                  <a:lnTo>
                    <a:pt x="931128" y="4853964"/>
                  </a:lnTo>
                  <a:lnTo>
                    <a:pt x="931236" y="4853964"/>
                  </a:lnTo>
                  <a:lnTo>
                    <a:pt x="931344" y="4853964"/>
                  </a:lnTo>
                  <a:lnTo>
                    <a:pt x="931453" y="4853964"/>
                  </a:lnTo>
                  <a:lnTo>
                    <a:pt x="931561" y="4853964"/>
                  </a:lnTo>
                  <a:lnTo>
                    <a:pt x="931670" y="4853964"/>
                  </a:lnTo>
                  <a:lnTo>
                    <a:pt x="931778" y="4853964"/>
                  </a:lnTo>
                  <a:lnTo>
                    <a:pt x="931887" y="4853964"/>
                  </a:lnTo>
                  <a:lnTo>
                    <a:pt x="931995" y="4853964"/>
                  </a:lnTo>
                  <a:lnTo>
                    <a:pt x="932104" y="4853964"/>
                  </a:lnTo>
                  <a:lnTo>
                    <a:pt x="932212" y="4853964"/>
                  </a:lnTo>
                  <a:lnTo>
                    <a:pt x="932212" y="4853341"/>
                  </a:lnTo>
                  <a:lnTo>
                    <a:pt x="932320" y="4853341"/>
                  </a:lnTo>
                  <a:lnTo>
                    <a:pt x="932320" y="4852717"/>
                  </a:lnTo>
                  <a:lnTo>
                    <a:pt x="932429" y="4852717"/>
                  </a:lnTo>
                  <a:lnTo>
                    <a:pt x="932537" y="4852717"/>
                  </a:lnTo>
                  <a:lnTo>
                    <a:pt x="932537" y="4852094"/>
                  </a:lnTo>
                  <a:lnTo>
                    <a:pt x="932537" y="4851470"/>
                  </a:lnTo>
                  <a:lnTo>
                    <a:pt x="932646" y="4851470"/>
                  </a:lnTo>
                  <a:lnTo>
                    <a:pt x="932754" y="4851470"/>
                  </a:lnTo>
                  <a:lnTo>
                    <a:pt x="932754" y="4850846"/>
                  </a:lnTo>
                  <a:lnTo>
                    <a:pt x="932863" y="4850846"/>
                  </a:lnTo>
                  <a:lnTo>
                    <a:pt x="932971" y="4850846"/>
                  </a:lnTo>
                  <a:lnTo>
                    <a:pt x="933080" y="4850846"/>
                  </a:lnTo>
                  <a:lnTo>
                    <a:pt x="933188" y="4850846"/>
                  </a:lnTo>
                  <a:lnTo>
                    <a:pt x="933296" y="4850846"/>
                  </a:lnTo>
                  <a:lnTo>
                    <a:pt x="933405" y="4850846"/>
                  </a:lnTo>
                  <a:lnTo>
                    <a:pt x="933513" y="4850846"/>
                  </a:lnTo>
                  <a:lnTo>
                    <a:pt x="933513" y="4850223"/>
                  </a:lnTo>
                  <a:lnTo>
                    <a:pt x="933622" y="4850223"/>
                  </a:lnTo>
                  <a:lnTo>
                    <a:pt x="933730" y="4850223"/>
                  </a:lnTo>
                  <a:lnTo>
                    <a:pt x="933839" y="4850223"/>
                  </a:lnTo>
                  <a:lnTo>
                    <a:pt x="933947" y="4850223"/>
                  </a:lnTo>
                  <a:lnTo>
                    <a:pt x="934056" y="4850223"/>
                  </a:lnTo>
                  <a:lnTo>
                    <a:pt x="934164" y="4850223"/>
                  </a:lnTo>
                  <a:lnTo>
                    <a:pt x="934273" y="4850223"/>
                  </a:lnTo>
                  <a:lnTo>
                    <a:pt x="934381" y="4850223"/>
                  </a:lnTo>
                  <a:lnTo>
                    <a:pt x="934381" y="4849599"/>
                  </a:lnTo>
                  <a:lnTo>
                    <a:pt x="934489" y="4849599"/>
                  </a:lnTo>
                  <a:lnTo>
                    <a:pt x="934598" y="4849599"/>
                  </a:lnTo>
                  <a:lnTo>
                    <a:pt x="934706" y="4849599"/>
                  </a:lnTo>
                  <a:lnTo>
                    <a:pt x="934815" y="4849599"/>
                  </a:lnTo>
                  <a:lnTo>
                    <a:pt x="934923" y="4849599"/>
                  </a:lnTo>
                  <a:lnTo>
                    <a:pt x="934923" y="4848976"/>
                  </a:lnTo>
                  <a:lnTo>
                    <a:pt x="935032" y="4848976"/>
                  </a:lnTo>
                  <a:lnTo>
                    <a:pt x="935140" y="4848976"/>
                  </a:lnTo>
                  <a:lnTo>
                    <a:pt x="935249" y="4848976"/>
                  </a:lnTo>
                  <a:lnTo>
                    <a:pt x="935357" y="4848976"/>
                  </a:lnTo>
                  <a:lnTo>
                    <a:pt x="935357" y="4848352"/>
                  </a:lnTo>
                  <a:lnTo>
                    <a:pt x="935465" y="4848352"/>
                  </a:lnTo>
                  <a:lnTo>
                    <a:pt x="935574" y="4848352"/>
                  </a:lnTo>
                  <a:lnTo>
                    <a:pt x="935574" y="4847728"/>
                  </a:lnTo>
                  <a:lnTo>
                    <a:pt x="935682" y="4847728"/>
                  </a:lnTo>
                  <a:lnTo>
                    <a:pt x="935791" y="4847728"/>
                  </a:lnTo>
                  <a:lnTo>
                    <a:pt x="935899" y="4847728"/>
                  </a:lnTo>
                  <a:lnTo>
                    <a:pt x="936008" y="4847728"/>
                  </a:lnTo>
                  <a:lnTo>
                    <a:pt x="936116" y="4847728"/>
                  </a:lnTo>
                  <a:lnTo>
                    <a:pt x="936225" y="4847728"/>
                  </a:lnTo>
                  <a:lnTo>
                    <a:pt x="936333" y="4847728"/>
                  </a:lnTo>
                  <a:lnTo>
                    <a:pt x="936441" y="4847728"/>
                  </a:lnTo>
                  <a:lnTo>
                    <a:pt x="936550" y="4847728"/>
                  </a:lnTo>
                  <a:lnTo>
                    <a:pt x="936658" y="4847728"/>
                  </a:lnTo>
                  <a:lnTo>
                    <a:pt x="936767" y="4847728"/>
                  </a:lnTo>
                  <a:lnTo>
                    <a:pt x="936875" y="4847728"/>
                  </a:lnTo>
                  <a:lnTo>
                    <a:pt x="936984" y="4847728"/>
                  </a:lnTo>
                  <a:lnTo>
                    <a:pt x="937092" y="4847728"/>
                  </a:lnTo>
                  <a:lnTo>
                    <a:pt x="937201" y="4847728"/>
                  </a:lnTo>
                  <a:lnTo>
                    <a:pt x="937309" y="4847728"/>
                  </a:lnTo>
                  <a:lnTo>
                    <a:pt x="937417" y="4847728"/>
                  </a:lnTo>
                  <a:lnTo>
                    <a:pt x="937526" y="4847728"/>
                  </a:lnTo>
                  <a:lnTo>
                    <a:pt x="937526" y="4847105"/>
                  </a:lnTo>
                  <a:lnTo>
                    <a:pt x="937634" y="4847105"/>
                  </a:lnTo>
                  <a:lnTo>
                    <a:pt x="937634" y="4846481"/>
                  </a:lnTo>
                  <a:lnTo>
                    <a:pt x="937634" y="4845858"/>
                  </a:lnTo>
                  <a:lnTo>
                    <a:pt x="937743" y="4845858"/>
                  </a:lnTo>
                  <a:lnTo>
                    <a:pt x="937851" y="4845858"/>
                  </a:lnTo>
                  <a:lnTo>
                    <a:pt x="937960" y="4845858"/>
                  </a:lnTo>
                  <a:lnTo>
                    <a:pt x="938068" y="4845858"/>
                  </a:lnTo>
                  <a:lnTo>
                    <a:pt x="938177" y="4845858"/>
                  </a:lnTo>
                  <a:lnTo>
                    <a:pt x="938285" y="4845858"/>
                  </a:lnTo>
                  <a:lnTo>
                    <a:pt x="938394" y="4845858"/>
                  </a:lnTo>
                  <a:lnTo>
                    <a:pt x="938502" y="4845858"/>
                  </a:lnTo>
                  <a:lnTo>
                    <a:pt x="938610" y="4845858"/>
                  </a:lnTo>
                  <a:lnTo>
                    <a:pt x="938719" y="4845858"/>
                  </a:lnTo>
                  <a:lnTo>
                    <a:pt x="938719" y="4845234"/>
                  </a:lnTo>
                  <a:lnTo>
                    <a:pt x="938827" y="4845234"/>
                  </a:lnTo>
                  <a:lnTo>
                    <a:pt x="938936" y="4845234"/>
                  </a:lnTo>
                  <a:lnTo>
                    <a:pt x="939044" y="4845234"/>
                  </a:lnTo>
                  <a:lnTo>
                    <a:pt x="939153" y="4845234"/>
                  </a:lnTo>
                  <a:lnTo>
                    <a:pt x="939261" y="4845234"/>
                  </a:lnTo>
                  <a:lnTo>
                    <a:pt x="939370" y="4845234"/>
                  </a:lnTo>
                  <a:lnTo>
                    <a:pt x="939478" y="4845234"/>
                  </a:lnTo>
                  <a:lnTo>
                    <a:pt x="939586" y="4845234"/>
                  </a:lnTo>
                  <a:lnTo>
                    <a:pt x="939695" y="4845234"/>
                  </a:lnTo>
                  <a:lnTo>
                    <a:pt x="939803" y="4845234"/>
                  </a:lnTo>
                  <a:lnTo>
                    <a:pt x="939912" y="4845234"/>
                  </a:lnTo>
                  <a:lnTo>
                    <a:pt x="940020" y="4845234"/>
                  </a:lnTo>
                  <a:lnTo>
                    <a:pt x="940129" y="4845234"/>
                  </a:lnTo>
                  <a:lnTo>
                    <a:pt x="940237" y="4845234"/>
                  </a:lnTo>
                  <a:lnTo>
                    <a:pt x="940346" y="4845234"/>
                  </a:lnTo>
                  <a:lnTo>
                    <a:pt x="940346" y="4844611"/>
                  </a:lnTo>
                  <a:lnTo>
                    <a:pt x="940454" y="4844611"/>
                  </a:lnTo>
                  <a:lnTo>
                    <a:pt x="940562" y="4844611"/>
                  </a:lnTo>
                  <a:lnTo>
                    <a:pt x="940671" y="4844611"/>
                  </a:lnTo>
                  <a:lnTo>
                    <a:pt x="940671" y="4843987"/>
                  </a:lnTo>
                  <a:lnTo>
                    <a:pt x="940779" y="4843987"/>
                  </a:lnTo>
                  <a:lnTo>
                    <a:pt x="940888" y="4843987"/>
                  </a:lnTo>
                  <a:lnTo>
                    <a:pt x="940996" y="4843987"/>
                  </a:lnTo>
                  <a:lnTo>
                    <a:pt x="941105" y="4843987"/>
                  </a:lnTo>
                  <a:lnTo>
                    <a:pt x="941213" y="4843987"/>
                  </a:lnTo>
                  <a:lnTo>
                    <a:pt x="941322" y="4843987"/>
                  </a:lnTo>
                  <a:lnTo>
                    <a:pt x="941430" y="4843987"/>
                  </a:lnTo>
                  <a:lnTo>
                    <a:pt x="941538" y="4843987"/>
                  </a:lnTo>
                  <a:lnTo>
                    <a:pt x="941538" y="4843363"/>
                  </a:lnTo>
                  <a:lnTo>
                    <a:pt x="941538" y="4842740"/>
                  </a:lnTo>
                  <a:lnTo>
                    <a:pt x="941647" y="4842740"/>
                  </a:lnTo>
                  <a:lnTo>
                    <a:pt x="941755" y="4842740"/>
                  </a:lnTo>
                  <a:lnTo>
                    <a:pt x="941864" y="4842740"/>
                  </a:lnTo>
                  <a:lnTo>
                    <a:pt x="941972" y="4842740"/>
                  </a:lnTo>
                  <a:lnTo>
                    <a:pt x="942081" y="4842740"/>
                  </a:lnTo>
                  <a:lnTo>
                    <a:pt x="942189" y="4842740"/>
                  </a:lnTo>
                  <a:lnTo>
                    <a:pt x="942298" y="4842740"/>
                  </a:lnTo>
                  <a:lnTo>
                    <a:pt x="942406" y="4842740"/>
                  </a:lnTo>
                  <a:lnTo>
                    <a:pt x="942406" y="4842116"/>
                  </a:lnTo>
                  <a:lnTo>
                    <a:pt x="942514" y="4842116"/>
                  </a:lnTo>
                  <a:lnTo>
                    <a:pt x="942514" y="4841493"/>
                  </a:lnTo>
                  <a:lnTo>
                    <a:pt x="942623" y="4841493"/>
                  </a:lnTo>
                  <a:lnTo>
                    <a:pt x="942731" y="4841493"/>
                  </a:lnTo>
                  <a:lnTo>
                    <a:pt x="942840" y="4841493"/>
                  </a:lnTo>
                  <a:lnTo>
                    <a:pt x="942948" y="4841493"/>
                  </a:lnTo>
                  <a:lnTo>
                    <a:pt x="942948" y="4840869"/>
                  </a:lnTo>
                  <a:lnTo>
                    <a:pt x="943057" y="4840869"/>
                  </a:lnTo>
                  <a:lnTo>
                    <a:pt x="943165" y="4840869"/>
                  </a:lnTo>
                  <a:lnTo>
                    <a:pt x="943274" y="4840869"/>
                  </a:lnTo>
                  <a:lnTo>
                    <a:pt x="943382" y="4840869"/>
                  </a:lnTo>
                  <a:lnTo>
                    <a:pt x="943491" y="4840869"/>
                  </a:lnTo>
                  <a:lnTo>
                    <a:pt x="943599" y="4840869"/>
                  </a:lnTo>
                  <a:lnTo>
                    <a:pt x="943707" y="4840869"/>
                  </a:lnTo>
                  <a:lnTo>
                    <a:pt x="943816" y="4840869"/>
                  </a:lnTo>
                  <a:lnTo>
                    <a:pt x="943816" y="4840245"/>
                  </a:lnTo>
                  <a:lnTo>
                    <a:pt x="943924" y="4840245"/>
                  </a:lnTo>
                  <a:lnTo>
                    <a:pt x="944033" y="4840245"/>
                  </a:lnTo>
                  <a:lnTo>
                    <a:pt x="944033" y="4839622"/>
                  </a:lnTo>
                  <a:lnTo>
                    <a:pt x="944141" y="4839622"/>
                  </a:lnTo>
                  <a:lnTo>
                    <a:pt x="944250" y="4839622"/>
                  </a:lnTo>
                  <a:lnTo>
                    <a:pt x="944358" y="4839622"/>
                  </a:lnTo>
                  <a:lnTo>
                    <a:pt x="944467" y="4839622"/>
                  </a:lnTo>
                  <a:lnTo>
                    <a:pt x="944575" y="4839622"/>
                  </a:lnTo>
                  <a:lnTo>
                    <a:pt x="944575" y="4838998"/>
                  </a:lnTo>
                  <a:lnTo>
                    <a:pt x="944683" y="4838998"/>
                  </a:lnTo>
                  <a:lnTo>
                    <a:pt x="944792" y="4838998"/>
                  </a:lnTo>
                  <a:lnTo>
                    <a:pt x="944900" y="4838998"/>
                  </a:lnTo>
                  <a:lnTo>
                    <a:pt x="945009" y="4838998"/>
                  </a:lnTo>
                  <a:lnTo>
                    <a:pt x="945117" y="4838998"/>
                  </a:lnTo>
                  <a:lnTo>
                    <a:pt x="945226" y="4838998"/>
                  </a:lnTo>
                  <a:lnTo>
                    <a:pt x="945334" y="4838998"/>
                  </a:lnTo>
                  <a:lnTo>
                    <a:pt x="945443" y="4838998"/>
                  </a:lnTo>
                  <a:lnTo>
                    <a:pt x="945551" y="4838998"/>
                  </a:lnTo>
                  <a:lnTo>
                    <a:pt x="945659" y="4838998"/>
                  </a:lnTo>
                  <a:lnTo>
                    <a:pt x="945768" y="4838998"/>
                  </a:lnTo>
                  <a:lnTo>
                    <a:pt x="945876" y="4838998"/>
                  </a:lnTo>
                  <a:lnTo>
                    <a:pt x="945985" y="4838998"/>
                  </a:lnTo>
                  <a:lnTo>
                    <a:pt x="946093" y="4838998"/>
                  </a:lnTo>
                  <a:lnTo>
                    <a:pt x="946093" y="4838375"/>
                  </a:lnTo>
                  <a:lnTo>
                    <a:pt x="946093" y="4837751"/>
                  </a:lnTo>
                  <a:lnTo>
                    <a:pt x="946202" y="4837751"/>
                  </a:lnTo>
                  <a:lnTo>
                    <a:pt x="946310" y="4837751"/>
                  </a:lnTo>
                  <a:lnTo>
                    <a:pt x="946310" y="4837128"/>
                  </a:lnTo>
                  <a:lnTo>
                    <a:pt x="946419" y="4837128"/>
                  </a:lnTo>
                  <a:lnTo>
                    <a:pt x="946527" y="4837128"/>
                  </a:lnTo>
                  <a:lnTo>
                    <a:pt x="946527" y="4836504"/>
                  </a:lnTo>
                  <a:lnTo>
                    <a:pt x="946635" y="4836504"/>
                  </a:lnTo>
                  <a:lnTo>
                    <a:pt x="946744" y="4836504"/>
                  </a:lnTo>
                  <a:lnTo>
                    <a:pt x="946852" y="4836504"/>
                  </a:lnTo>
                  <a:lnTo>
                    <a:pt x="946961" y="4836504"/>
                  </a:lnTo>
                  <a:lnTo>
                    <a:pt x="947069" y="4836504"/>
                  </a:lnTo>
                  <a:lnTo>
                    <a:pt x="947069" y="4835880"/>
                  </a:lnTo>
                  <a:lnTo>
                    <a:pt x="947178" y="4835880"/>
                  </a:lnTo>
                  <a:lnTo>
                    <a:pt x="947286" y="4835880"/>
                  </a:lnTo>
                  <a:lnTo>
                    <a:pt x="947395" y="4835880"/>
                  </a:lnTo>
                  <a:lnTo>
                    <a:pt x="947503" y="4835880"/>
                  </a:lnTo>
                  <a:lnTo>
                    <a:pt x="947612" y="4835880"/>
                  </a:lnTo>
                  <a:lnTo>
                    <a:pt x="947720" y="4835880"/>
                  </a:lnTo>
                  <a:lnTo>
                    <a:pt x="947720" y="4835257"/>
                  </a:lnTo>
                  <a:lnTo>
                    <a:pt x="947828" y="4835257"/>
                  </a:lnTo>
                  <a:lnTo>
                    <a:pt x="947937" y="4835257"/>
                  </a:lnTo>
                  <a:lnTo>
                    <a:pt x="947937" y="4834633"/>
                  </a:lnTo>
                  <a:lnTo>
                    <a:pt x="948045" y="4834633"/>
                  </a:lnTo>
                  <a:lnTo>
                    <a:pt x="948045" y="4834010"/>
                  </a:lnTo>
                  <a:lnTo>
                    <a:pt x="948154" y="4834010"/>
                  </a:lnTo>
                  <a:lnTo>
                    <a:pt x="948154" y="4833386"/>
                  </a:lnTo>
                  <a:lnTo>
                    <a:pt x="948262" y="4833386"/>
                  </a:lnTo>
                  <a:lnTo>
                    <a:pt x="948371" y="4833386"/>
                  </a:lnTo>
                  <a:lnTo>
                    <a:pt x="948479" y="4833386"/>
                  </a:lnTo>
                  <a:lnTo>
                    <a:pt x="948588" y="4833386"/>
                  </a:lnTo>
                  <a:lnTo>
                    <a:pt x="948588" y="4832762"/>
                  </a:lnTo>
                  <a:lnTo>
                    <a:pt x="948696" y="4832762"/>
                  </a:lnTo>
                  <a:lnTo>
                    <a:pt x="948696" y="4832139"/>
                  </a:lnTo>
                  <a:lnTo>
                    <a:pt x="948804" y="4832139"/>
                  </a:lnTo>
                  <a:lnTo>
                    <a:pt x="948913" y="4832139"/>
                  </a:lnTo>
                  <a:lnTo>
                    <a:pt x="948913" y="4831515"/>
                  </a:lnTo>
                  <a:lnTo>
                    <a:pt x="949021" y="4831515"/>
                  </a:lnTo>
                  <a:lnTo>
                    <a:pt x="949130" y="4831515"/>
                  </a:lnTo>
                  <a:lnTo>
                    <a:pt x="949238" y="4831515"/>
                  </a:lnTo>
                  <a:lnTo>
                    <a:pt x="949238" y="4830892"/>
                  </a:lnTo>
                  <a:lnTo>
                    <a:pt x="949238" y="4830268"/>
                  </a:lnTo>
                  <a:lnTo>
                    <a:pt x="949238" y="4829645"/>
                  </a:lnTo>
                  <a:lnTo>
                    <a:pt x="949347" y="4829645"/>
                  </a:lnTo>
                  <a:lnTo>
                    <a:pt x="949455" y="4829645"/>
                  </a:lnTo>
                  <a:lnTo>
                    <a:pt x="949564" y="4829645"/>
                  </a:lnTo>
                  <a:lnTo>
                    <a:pt x="949672" y="4829645"/>
                  </a:lnTo>
                  <a:lnTo>
                    <a:pt x="949672" y="4829021"/>
                  </a:lnTo>
                  <a:lnTo>
                    <a:pt x="949780" y="4829021"/>
                  </a:lnTo>
                  <a:lnTo>
                    <a:pt x="949889" y="4829021"/>
                  </a:lnTo>
                  <a:lnTo>
                    <a:pt x="949997" y="4829021"/>
                  </a:lnTo>
                  <a:lnTo>
                    <a:pt x="949997" y="4828397"/>
                  </a:lnTo>
                  <a:lnTo>
                    <a:pt x="950106" y="4828397"/>
                  </a:lnTo>
                  <a:lnTo>
                    <a:pt x="950214" y="4828397"/>
                  </a:lnTo>
                  <a:lnTo>
                    <a:pt x="950323" y="4828397"/>
                  </a:lnTo>
                  <a:lnTo>
                    <a:pt x="950431" y="4828397"/>
                  </a:lnTo>
                  <a:lnTo>
                    <a:pt x="950540" y="4828397"/>
                  </a:lnTo>
                  <a:lnTo>
                    <a:pt x="950648" y="4828397"/>
                  </a:lnTo>
                  <a:lnTo>
                    <a:pt x="950756" y="4828397"/>
                  </a:lnTo>
                  <a:lnTo>
                    <a:pt x="950865" y="4828397"/>
                  </a:lnTo>
                  <a:lnTo>
                    <a:pt x="950973" y="4828397"/>
                  </a:lnTo>
                  <a:lnTo>
                    <a:pt x="951082" y="4828397"/>
                  </a:lnTo>
                  <a:lnTo>
                    <a:pt x="951190" y="4828397"/>
                  </a:lnTo>
                  <a:lnTo>
                    <a:pt x="951299" y="4828397"/>
                  </a:lnTo>
                  <a:lnTo>
                    <a:pt x="951407" y="4828397"/>
                  </a:lnTo>
                  <a:lnTo>
                    <a:pt x="951407" y="4827774"/>
                  </a:lnTo>
                  <a:lnTo>
                    <a:pt x="951516" y="4827774"/>
                  </a:lnTo>
                  <a:lnTo>
                    <a:pt x="951624" y="4827774"/>
                  </a:lnTo>
                  <a:lnTo>
                    <a:pt x="951733" y="4827774"/>
                  </a:lnTo>
                  <a:lnTo>
                    <a:pt x="951841" y="4827774"/>
                  </a:lnTo>
                  <a:lnTo>
                    <a:pt x="951841" y="4827150"/>
                  </a:lnTo>
                  <a:lnTo>
                    <a:pt x="951949" y="4827150"/>
                  </a:lnTo>
                  <a:lnTo>
                    <a:pt x="952058" y="4827150"/>
                  </a:lnTo>
                  <a:lnTo>
                    <a:pt x="952166" y="4827150"/>
                  </a:lnTo>
                  <a:lnTo>
                    <a:pt x="952275" y="4827150"/>
                  </a:lnTo>
                  <a:lnTo>
                    <a:pt x="952275" y="4826527"/>
                  </a:lnTo>
                  <a:lnTo>
                    <a:pt x="952275" y="4825903"/>
                  </a:lnTo>
                  <a:lnTo>
                    <a:pt x="952383" y="4825903"/>
                  </a:lnTo>
                  <a:lnTo>
                    <a:pt x="952383" y="4825279"/>
                  </a:lnTo>
                  <a:lnTo>
                    <a:pt x="952492" y="4825279"/>
                  </a:lnTo>
                  <a:lnTo>
                    <a:pt x="952600" y="4825279"/>
                  </a:lnTo>
                  <a:lnTo>
                    <a:pt x="952709" y="4825279"/>
                  </a:lnTo>
                  <a:lnTo>
                    <a:pt x="952817" y="4825279"/>
                  </a:lnTo>
                  <a:lnTo>
                    <a:pt x="952817" y="4824656"/>
                  </a:lnTo>
                  <a:lnTo>
                    <a:pt x="952925" y="4824656"/>
                  </a:lnTo>
                  <a:lnTo>
                    <a:pt x="953034" y="4824656"/>
                  </a:lnTo>
                  <a:lnTo>
                    <a:pt x="953142" y="4824656"/>
                  </a:lnTo>
                  <a:lnTo>
                    <a:pt x="953251" y="4824656"/>
                  </a:lnTo>
                  <a:lnTo>
                    <a:pt x="953359" y="4824656"/>
                  </a:lnTo>
                  <a:lnTo>
                    <a:pt x="953468" y="4824656"/>
                  </a:lnTo>
                  <a:lnTo>
                    <a:pt x="953468" y="4824032"/>
                  </a:lnTo>
                  <a:lnTo>
                    <a:pt x="953468" y="4823409"/>
                  </a:lnTo>
                  <a:lnTo>
                    <a:pt x="953468" y="4822785"/>
                  </a:lnTo>
                  <a:lnTo>
                    <a:pt x="953576" y="4822785"/>
                  </a:lnTo>
                  <a:lnTo>
                    <a:pt x="953685" y="4822785"/>
                  </a:lnTo>
                  <a:lnTo>
                    <a:pt x="953793" y="4822785"/>
                  </a:lnTo>
                  <a:lnTo>
                    <a:pt x="953901" y="4822785"/>
                  </a:lnTo>
                  <a:lnTo>
                    <a:pt x="954010" y="4822785"/>
                  </a:lnTo>
                  <a:lnTo>
                    <a:pt x="954118" y="4822785"/>
                  </a:lnTo>
                  <a:lnTo>
                    <a:pt x="954118" y="4822162"/>
                  </a:lnTo>
                  <a:lnTo>
                    <a:pt x="954118" y="4821538"/>
                  </a:lnTo>
                  <a:lnTo>
                    <a:pt x="954227" y="4821538"/>
                  </a:lnTo>
                  <a:lnTo>
                    <a:pt x="954335" y="4821538"/>
                  </a:lnTo>
                  <a:lnTo>
                    <a:pt x="954444" y="4821538"/>
                  </a:lnTo>
                  <a:lnTo>
                    <a:pt x="954552" y="4821538"/>
                  </a:lnTo>
                  <a:lnTo>
                    <a:pt x="954661" y="4821538"/>
                  </a:lnTo>
                  <a:lnTo>
                    <a:pt x="954769" y="4821538"/>
                  </a:lnTo>
                  <a:lnTo>
                    <a:pt x="954769" y="4820914"/>
                  </a:lnTo>
                  <a:lnTo>
                    <a:pt x="954877" y="4820914"/>
                  </a:lnTo>
                  <a:lnTo>
                    <a:pt x="954986" y="4820914"/>
                  </a:lnTo>
                  <a:lnTo>
                    <a:pt x="954986" y="4820291"/>
                  </a:lnTo>
                  <a:lnTo>
                    <a:pt x="955094" y="4820291"/>
                  </a:lnTo>
                  <a:lnTo>
                    <a:pt x="955203" y="4820291"/>
                  </a:lnTo>
                  <a:lnTo>
                    <a:pt x="955311" y="4820291"/>
                  </a:lnTo>
                  <a:lnTo>
                    <a:pt x="955420" y="4820291"/>
                  </a:lnTo>
                  <a:lnTo>
                    <a:pt x="955528" y="4820291"/>
                  </a:lnTo>
                  <a:lnTo>
                    <a:pt x="955637" y="4820291"/>
                  </a:lnTo>
                  <a:lnTo>
                    <a:pt x="955637" y="4819667"/>
                  </a:lnTo>
                  <a:lnTo>
                    <a:pt x="955745" y="4819667"/>
                  </a:lnTo>
                  <a:lnTo>
                    <a:pt x="955854" y="4819667"/>
                  </a:lnTo>
                  <a:lnTo>
                    <a:pt x="955854" y="4819044"/>
                  </a:lnTo>
                  <a:lnTo>
                    <a:pt x="955962" y="4819044"/>
                  </a:lnTo>
                  <a:lnTo>
                    <a:pt x="956070" y="4819044"/>
                  </a:lnTo>
                  <a:lnTo>
                    <a:pt x="956179" y="4819044"/>
                  </a:lnTo>
                  <a:lnTo>
                    <a:pt x="956287" y="4819044"/>
                  </a:lnTo>
                  <a:lnTo>
                    <a:pt x="956287" y="4818420"/>
                  </a:lnTo>
                  <a:lnTo>
                    <a:pt x="956396" y="4818420"/>
                  </a:lnTo>
                  <a:lnTo>
                    <a:pt x="956504" y="4818420"/>
                  </a:lnTo>
                  <a:lnTo>
                    <a:pt x="956504" y="4817796"/>
                  </a:lnTo>
                  <a:lnTo>
                    <a:pt x="956613" y="4817796"/>
                  </a:lnTo>
                  <a:lnTo>
                    <a:pt x="956721" y="4817796"/>
                  </a:lnTo>
                  <a:lnTo>
                    <a:pt x="956830" y="4817796"/>
                  </a:lnTo>
                  <a:lnTo>
                    <a:pt x="956938" y="4817796"/>
                  </a:lnTo>
                  <a:lnTo>
                    <a:pt x="957046" y="4817796"/>
                  </a:lnTo>
                  <a:lnTo>
                    <a:pt x="957155" y="4817796"/>
                  </a:lnTo>
                  <a:lnTo>
                    <a:pt x="957263" y="4817796"/>
                  </a:lnTo>
                  <a:lnTo>
                    <a:pt x="957263" y="4817173"/>
                  </a:lnTo>
                  <a:lnTo>
                    <a:pt x="957372" y="4817173"/>
                  </a:lnTo>
                  <a:lnTo>
                    <a:pt x="957480" y="4817173"/>
                  </a:lnTo>
                  <a:lnTo>
                    <a:pt x="957589" y="4817173"/>
                  </a:lnTo>
                  <a:lnTo>
                    <a:pt x="957589" y="4816549"/>
                  </a:lnTo>
                  <a:lnTo>
                    <a:pt x="957697" y="4816549"/>
                  </a:lnTo>
                  <a:lnTo>
                    <a:pt x="957806" y="4816549"/>
                  </a:lnTo>
                  <a:lnTo>
                    <a:pt x="957914" y="4816549"/>
                  </a:lnTo>
                  <a:lnTo>
                    <a:pt x="958022" y="4816549"/>
                  </a:lnTo>
                  <a:lnTo>
                    <a:pt x="958131" y="4816549"/>
                  </a:lnTo>
                  <a:lnTo>
                    <a:pt x="958239" y="4816549"/>
                  </a:lnTo>
                  <a:lnTo>
                    <a:pt x="958348" y="4816549"/>
                  </a:lnTo>
                  <a:lnTo>
                    <a:pt x="958456" y="4816549"/>
                  </a:lnTo>
                  <a:lnTo>
                    <a:pt x="958565" y="4816549"/>
                  </a:lnTo>
                  <a:lnTo>
                    <a:pt x="958673" y="4816549"/>
                  </a:lnTo>
                  <a:lnTo>
                    <a:pt x="958673" y="4815926"/>
                  </a:lnTo>
                  <a:lnTo>
                    <a:pt x="958673" y="4815302"/>
                  </a:lnTo>
                  <a:lnTo>
                    <a:pt x="958673" y="4814679"/>
                  </a:lnTo>
                  <a:lnTo>
                    <a:pt x="958782" y="4814679"/>
                  </a:lnTo>
                  <a:lnTo>
                    <a:pt x="958890" y="4814679"/>
                  </a:lnTo>
                  <a:lnTo>
                    <a:pt x="958998" y="4814679"/>
                  </a:lnTo>
                  <a:lnTo>
                    <a:pt x="959107" y="4814679"/>
                  </a:lnTo>
                  <a:lnTo>
                    <a:pt x="959215" y="4814679"/>
                  </a:lnTo>
                  <a:lnTo>
                    <a:pt x="959324" y="4814679"/>
                  </a:lnTo>
                  <a:lnTo>
                    <a:pt x="959432" y="4814679"/>
                  </a:lnTo>
                  <a:lnTo>
                    <a:pt x="959541" y="4814679"/>
                  </a:lnTo>
                  <a:lnTo>
                    <a:pt x="959649" y="4814679"/>
                  </a:lnTo>
                  <a:lnTo>
                    <a:pt x="959758" y="4814679"/>
                  </a:lnTo>
                  <a:lnTo>
                    <a:pt x="959758" y="4814055"/>
                  </a:lnTo>
                  <a:lnTo>
                    <a:pt x="959866" y="4814055"/>
                  </a:lnTo>
                  <a:lnTo>
                    <a:pt x="959866" y="4813431"/>
                  </a:lnTo>
                  <a:lnTo>
                    <a:pt x="959975" y="4813431"/>
                  </a:lnTo>
                  <a:lnTo>
                    <a:pt x="960083" y="4813431"/>
                  </a:lnTo>
                  <a:lnTo>
                    <a:pt x="960083" y="4812808"/>
                  </a:lnTo>
                  <a:lnTo>
                    <a:pt x="960191" y="4812808"/>
                  </a:lnTo>
                  <a:lnTo>
                    <a:pt x="960300" y="4812808"/>
                  </a:lnTo>
                  <a:lnTo>
                    <a:pt x="960300" y="4812184"/>
                  </a:lnTo>
                  <a:lnTo>
                    <a:pt x="960408" y="4812184"/>
                  </a:lnTo>
                  <a:lnTo>
                    <a:pt x="960517" y="4812184"/>
                  </a:lnTo>
                  <a:lnTo>
                    <a:pt x="960517" y="4811561"/>
                  </a:lnTo>
                  <a:lnTo>
                    <a:pt x="960625" y="4811561"/>
                  </a:lnTo>
                  <a:lnTo>
                    <a:pt x="960734" y="4811561"/>
                  </a:lnTo>
                  <a:lnTo>
                    <a:pt x="960842" y="4811561"/>
                  </a:lnTo>
                  <a:lnTo>
                    <a:pt x="960951" y="4811561"/>
                  </a:lnTo>
                  <a:lnTo>
                    <a:pt x="960951" y="4810937"/>
                  </a:lnTo>
                  <a:lnTo>
                    <a:pt x="961059" y="4810937"/>
                  </a:lnTo>
                  <a:lnTo>
                    <a:pt x="961167" y="4810937"/>
                  </a:lnTo>
                  <a:lnTo>
                    <a:pt x="961276" y="4810937"/>
                  </a:lnTo>
                  <a:lnTo>
                    <a:pt x="961276" y="4810314"/>
                  </a:lnTo>
                  <a:lnTo>
                    <a:pt x="961384" y="4810314"/>
                  </a:lnTo>
                  <a:lnTo>
                    <a:pt x="961493" y="4810314"/>
                  </a:lnTo>
                  <a:lnTo>
                    <a:pt x="961601" y="4810314"/>
                  </a:lnTo>
                  <a:lnTo>
                    <a:pt x="961710" y="4810314"/>
                  </a:lnTo>
                  <a:lnTo>
                    <a:pt x="961818" y="4810314"/>
                  </a:lnTo>
                  <a:lnTo>
                    <a:pt x="961927" y="4810314"/>
                  </a:lnTo>
                  <a:lnTo>
                    <a:pt x="962035" y="4810314"/>
                  </a:lnTo>
                  <a:lnTo>
                    <a:pt x="962143" y="4810314"/>
                  </a:lnTo>
                  <a:lnTo>
                    <a:pt x="962143" y="4809690"/>
                  </a:lnTo>
                  <a:lnTo>
                    <a:pt x="962252" y="4809690"/>
                  </a:lnTo>
                  <a:lnTo>
                    <a:pt x="962360" y="4809690"/>
                  </a:lnTo>
                  <a:lnTo>
                    <a:pt x="962360" y="4809066"/>
                  </a:lnTo>
                  <a:lnTo>
                    <a:pt x="962360" y="4808443"/>
                  </a:lnTo>
                  <a:lnTo>
                    <a:pt x="962469" y="4808443"/>
                  </a:lnTo>
                  <a:lnTo>
                    <a:pt x="962577" y="4808443"/>
                  </a:lnTo>
                  <a:lnTo>
                    <a:pt x="962577" y="4807819"/>
                  </a:lnTo>
                  <a:lnTo>
                    <a:pt x="962686" y="4807819"/>
                  </a:lnTo>
                  <a:lnTo>
                    <a:pt x="962686" y="4807196"/>
                  </a:lnTo>
                  <a:lnTo>
                    <a:pt x="962794" y="4807196"/>
                  </a:lnTo>
                  <a:lnTo>
                    <a:pt x="962794" y="4806572"/>
                  </a:lnTo>
                  <a:lnTo>
                    <a:pt x="962903" y="4806572"/>
                  </a:lnTo>
                  <a:lnTo>
                    <a:pt x="963011" y="4806572"/>
                  </a:lnTo>
                  <a:lnTo>
                    <a:pt x="963119" y="4806572"/>
                  </a:lnTo>
                  <a:lnTo>
                    <a:pt x="963228" y="4806572"/>
                  </a:lnTo>
                  <a:lnTo>
                    <a:pt x="963336" y="4806572"/>
                  </a:lnTo>
                  <a:lnTo>
                    <a:pt x="963445" y="4806572"/>
                  </a:lnTo>
                  <a:lnTo>
                    <a:pt x="963553" y="4806572"/>
                  </a:lnTo>
                  <a:lnTo>
                    <a:pt x="963662" y="4806572"/>
                  </a:lnTo>
                  <a:lnTo>
                    <a:pt x="963770" y="4806572"/>
                  </a:lnTo>
                  <a:lnTo>
                    <a:pt x="963879" y="4806572"/>
                  </a:lnTo>
                  <a:lnTo>
                    <a:pt x="963879" y="4805948"/>
                  </a:lnTo>
                  <a:lnTo>
                    <a:pt x="963987" y="4805948"/>
                  </a:lnTo>
                  <a:lnTo>
                    <a:pt x="964095" y="4805948"/>
                  </a:lnTo>
                  <a:lnTo>
                    <a:pt x="964204" y="4805948"/>
                  </a:lnTo>
                  <a:lnTo>
                    <a:pt x="964312" y="4805948"/>
                  </a:lnTo>
                  <a:lnTo>
                    <a:pt x="964421" y="4805948"/>
                  </a:lnTo>
                  <a:lnTo>
                    <a:pt x="964529" y="4805948"/>
                  </a:lnTo>
                  <a:lnTo>
                    <a:pt x="964638" y="4805948"/>
                  </a:lnTo>
                  <a:lnTo>
                    <a:pt x="964638" y="4805325"/>
                  </a:lnTo>
                  <a:lnTo>
                    <a:pt x="964746" y="4805325"/>
                  </a:lnTo>
                  <a:lnTo>
                    <a:pt x="964855" y="4805325"/>
                  </a:lnTo>
                  <a:lnTo>
                    <a:pt x="964855" y="4804701"/>
                  </a:lnTo>
                  <a:lnTo>
                    <a:pt x="964963" y="4804701"/>
                  </a:lnTo>
                  <a:lnTo>
                    <a:pt x="965072" y="4804701"/>
                  </a:lnTo>
                  <a:lnTo>
                    <a:pt x="965180" y="4804701"/>
                  </a:lnTo>
                  <a:lnTo>
                    <a:pt x="965288" y="4804701"/>
                  </a:lnTo>
                  <a:lnTo>
                    <a:pt x="965397" y="4804701"/>
                  </a:lnTo>
                  <a:lnTo>
                    <a:pt x="965505" y="4804701"/>
                  </a:lnTo>
                  <a:lnTo>
                    <a:pt x="965614" y="4804701"/>
                  </a:lnTo>
                  <a:lnTo>
                    <a:pt x="965722" y="4804701"/>
                  </a:lnTo>
                  <a:lnTo>
                    <a:pt x="965831" y="4804701"/>
                  </a:lnTo>
                  <a:lnTo>
                    <a:pt x="965831" y="4804078"/>
                  </a:lnTo>
                  <a:lnTo>
                    <a:pt x="965939" y="4804078"/>
                  </a:lnTo>
                  <a:lnTo>
                    <a:pt x="966048" y="4804078"/>
                  </a:lnTo>
                  <a:lnTo>
                    <a:pt x="966156" y="4804078"/>
                  </a:lnTo>
                  <a:lnTo>
                    <a:pt x="966264" y="4804078"/>
                  </a:lnTo>
                  <a:lnTo>
                    <a:pt x="966373" y="4804078"/>
                  </a:lnTo>
                  <a:lnTo>
                    <a:pt x="966481" y="4804078"/>
                  </a:lnTo>
                  <a:lnTo>
                    <a:pt x="966590" y="4804078"/>
                  </a:lnTo>
                  <a:lnTo>
                    <a:pt x="966590" y="4803454"/>
                  </a:lnTo>
                  <a:lnTo>
                    <a:pt x="966698" y="4803454"/>
                  </a:lnTo>
                  <a:lnTo>
                    <a:pt x="966698" y="4802831"/>
                  </a:lnTo>
                  <a:lnTo>
                    <a:pt x="966807" y="4802831"/>
                  </a:lnTo>
                  <a:lnTo>
                    <a:pt x="966915" y="4802831"/>
                  </a:lnTo>
                  <a:lnTo>
                    <a:pt x="967024" y="4802831"/>
                  </a:lnTo>
                  <a:lnTo>
                    <a:pt x="967132" y="4802831"/>
                  </a:lnTo>
                  <a:lnTo>
                    <a:pt x="967240" y="4802831"/>
                  </a:lnTo>
                  <a:lnTo>
                    <a:pt x="967349" y="4802831"/>
                  </a:lnTo>
                  <a:lnTo>
                    <a:pt x="967457" y="4802831"/>
                  </a:lnTo>
                  <a:lnTo>
                    <a:pt x="967566" y="4802831"/>
                  </a:lnTo>
                  <a:lnTo>
                    <a:pt x="967674" y="4802831"/>
                  </a:lnTo>
                  <a:lnTo>
                    <a:pt x="967674" y="4802207"/>
                  </a:lnTo>
                  <a:lnTo>
                    <a:pt x="967783" y="4802207"/>
                  </a:lnTo>
                  <a:lnTo>
                    <a:pt x="967891" y="4802207"/>
                  </a:lnTo>
                  <a:lnTo>
                    <a:pt x="967891" y="4801583"/>
                  </a:lnTo>
                  <a:lnTo>
                    <a:pt x="968000" y="4801583"/>
                  </a:lnTo>
                  <a:lnTo>
                    <a:pt x="968108" y="4801583"/>
                  </a:lnTo>
                  <a:lnTo>
                    <a:pt x="968216" y="4801583"/>
                  </a:lnTo>
                  <a:lnTo>
                    <a:pt x="968216" y="4800960"/>
                  </a:lnTo>
                  <a:lnTo>
                    <a:pt x="968325" y="4800960"/>
                  </a:lnTo>
                  <a:lnTo>
                    <a:pt x="968433" y="4800960"/>
                  </a:lnTo>
                  <a:lnTo>
                    <a:pt x="968542" y="4800960"/>
                  </a:lnTo>
                  <a:lnTo>
                    <a:pt x="968542" y="4800336"/>
                  </a:lnTo>
                  <a:lnTo>
                    <a:pt x="968650" y="4800336"/>
                  </a:lnTo>
                  <a:lnTo>
                    <a:pt x="968759" y="4800336"/>
                  </a:lnTo>
                  <a:lnTo>
                    <a:pt x="968867" y="4800336"/>
                  </a:lnTo>
                  <a:lnTo>
                    <a:pt x="968976" y="4800336"/>
                  </a:lnTo>
                  <a:lnTo>
                    <a:pt x="969084" y="4800336"/>
                  </a:lnTo>
                  <a:lnTo>
                    <a:pt x="969193" y="4800336"/>
                  </a:lnTo>
                  <a:lnTo>
                    <a:pt x="969301" y="4800336"/>
                  </a:lnTo>
                  <a:lnTo>
                    <a:pt x="969409" y="4800336"/>
                  </a:lnTo>
                  <a:lnTo>
                    <a:pt x="969518" y="4800336"/>
                  </a:lnTo>
                  <a:lnTo>
                    <a:pt x="969626" y="4800336"/>
                  </a:lnTo>
                  <a:lnTo>
                    <a:pt x="969735" y="4800336"/>
                  </a:lnTo>
                  <a:lnTo>
                    <a:pt x="969843" y="4800336"/>
                  </a:lnTo>
                  <a:lnTo>
                    <a:pt x="969952" y="4800336"/>
                  </a:lnTo>
                  <a:lnTo>
                    <a:pt x="969952" y="4799713"/>
                  </a:lnTo>
                  <a:lnTo>
                    <a:pt x="970060" y="4799713"/>
                  </a:lnTo>
                  <a:lnTo>
                    <a:pt x="970169" y="4799713"/>
                  </a:lnTo>
                  <a:lnTo>
                    <a:pt x="970277" y="4799713"/>
                  </a:lnTo>
                  <a:lnTo>
                    <a:pt x="970385" y="4799713"/>
                  </a:lnTo>
                  <a:lnTo>
                    <a:pt x="970494" y="4799713"/>
                  </a:lnTo>
                  <a:lnTo>
                    <a:pt x="970602" y="4799713"/>
                  </a:lnTo>
                  <a:lnTo>
                    <a:pt x="970711" y="4799713"/>
                  </a:lnTo>
                  <a:lnTo>
                    <a:pt x="970819" y="4799713"/>
                  </a:lnTo>
                  <a:lnTo>
                    <a:pt x="970819" y="4799089"/>
                  </a:lnTo>
                  <a:lnTo>
                    <a:pt x="970928" y="4799089"/>
                  </a:lnTo>
                  <a:lnTo>
                    <a:pt x="971036" y="4799089"/>
                  </a:lnTo>
                  <a:lnTo>
                    <a:pt x="971145" y="4799089"/>
                  </a:lnTo>
                  <a:lnTo>
                    <a:pt x="971253" y="4799089"/>
                  </a:lnTo>
                  <a:lnTo>
                    <a:pt x="971361" y="4799089"/>
                  </a:lnTo>
                  <a:lnTo>
                    <a:pt x="971470" y="4799089"/>
                  </a:lnTo>
                  <a:lnTo>
                    <a:pt x="971578" y="4799089"/>
                  </a:lnTo>
                  <a:lnTo>
                    <a:pt x="971687" y="4799089"/>
                  </a:lnTo>
                  <a:lnTo>
                    <a:pt x="971795" y="4799089"/>
                  </a:lnTo>
                  <a:lnTo>
                    <a:pt x="971904" y="4799089"/>
                  </a:lnTo>
                  <a:lnTo>
                    <a:pt x="972012" y="4799089"/>
                  </a:lnTo>
                  <a:lnTo>
                    <a:pt x="972121" y="4799089"/>
                  </a:lnTo>
                  <a:lnTo>
                    <a:pt x="972229" y="4799089"/>
                  </a:lnTo>
                  <a:lnTo>
                    <a:pt x="972337" y="4799089"/>
                  </a:lnTo>
                  <a:lnTo>
                    <a:pt x="972446" y="4799089"/>
                  </a:lnTo>
                  <a:lnTo>
                    <a:pt x="972554" y="4799089"/>
                  </a:lnTo>
                  <a:lnTo>
                    <a:pt x="972663" y="4799089"/>
                  </a:lnTo>
                  <a:lnTo>
                    <a:pt x="972771" y="4799089"/>
                  </a:lnTo>
                  <a:lnTo>
                    <a:pt x="972880" y="4799089"/>
                  </a:lnTo>
                  <a:lnTo>
                    <a:pt x="972880" y="4798465"/>
                  </a:lnTo>
                  <a:lnTo>
                    <a:pt x="972988" y="4798465"/>
                  </a:lnTo>
                  <a:lnTo>
                    <a:pt x="973097" y="4798465"/>
                  </a:lnTo>
                  <a:lnTo>
                    <a:pt x="973205" y="4798465"/>
                  </a:lnTo>
                  <a:lnTo>
                    <a:pt x="973205" y="4797842"/>
                  </a:lnTo>
                  <a:lnTo>
                    <a:pt x="973314" y="4797842"/>
                  </a:lnTo>
                  <a:lnTo>
                    <a:pt x="973422" y="4797842"/>
                  </a:lnTo>
                  <a:lnTo>
                    <a:pt x="973422" y="4797218"/>
                  </a:lnTo>
                  <a:lnTo>
                    <a:pt x="973530" y="4797218"/>
                  </a:lnTo>
                  <a:lnTo>
                    <a:pt x="973639" y="4797218"/>
                  </a:lnTo>
                  <a:lnTo>
                    <a:pt x="973747" y="4797218"/>
                  </a:lnTo>
                  <a:lnTo>
                    <a:pt x="973856" y="4797218"/>
                  </a:lnTo>
                  <a:lnTo>
                    <a:pt x="973964" y="4797218"/>
                  </a:lnTo>
                  <a:lnTo>
                    <a:pt x="974073" y="4797218"/>
                  </a:lnTo>
                  <a:lnTo>
                    <a:pt x="974181" y="4797218"/>
                  </a:lnTo>
                  <a:lnTo>
                    <a:pt x="974290" y="4797218"/>
                  </a:lnTo>
                  <a:lnTo>
                    <a:pt x="974398" y="4797218"/>
                  </a:lnTo>
                  <a:lnTo>
                    <a:pt x="974506" y="4797218"/>
                  </a:lnTo>
                  <a:lnTo>
                    <a:pt x="974615" y="4797218"/>
                  </a:lnTo>
                  <a:lnTo>
                    <a:pt x="974723" y="4797218"/>
                  </a:lnTo>
                  <a:lnTo>
                    <a:pt x="974832" y="4797218"/>
                  </a:lnTo>
                  <a:lnTo>
                    <a:pt x="974940" y="4797218"/>
                  </a:lnTo>
                  <a:lnTo>
                    <a:pt x="974940" y="4796595"/>
                  </a:lnTo>
                  <a:lnTo>
                    <a:pt x="975049" y="4796595"/>
                  </a:lnTo>
                  <a:lnTo>
                    <a:pt x="975049" y="4795971"/>
                  </a:lnTo>
                  <a:lnTo>
                    <a:pt x="975049" y="4795348"/>
                  </a:lnTo>
                  <a:lnTo>
                    <a:pt x="975157" y="4795348"/>
                  </a:lnTo>
                  <a:lnTo>
                    <a:pt x="975266" y="4795348"/>
                  </a:lnTo>
                  <a:lnTo>
                    <a:pt x="975266" y="4794724"/>
                  </a:lnTo>
                  <a:lnTo>
                    <a:pt x="975374" y="4794724"/>
                  </a:lnTo>
                  <a:lnTo>
                    <a:pt x="975482" y="4794724"/>
                  </a:lnTo>
                  <a:lnTo>
                    <a:pt x="975482" y="4794100"/>
                  </a:lnTo>
                  <a:lnTo>
                    <a:pt x="975591" y="4794100"/>
                  </a:lnTo>
                  <a:lnTo>
                    <a:pt x="975699" y="4794100"/>
                  </a:lnTo>
                  <a:lnTo>
                    <a:pt x="975808" y="4794100"/>
                  </a:lnTo>
                  <a:lnTo>
                    <a:pt x="975916" y="4794100"/>
                  </a:lnTo>
                  <a:lnTo>
                    <a:pt x="975916" y="4793477"/>
                  </a:lnTo>
                  <a:lnTo>
                    <a:pt x="976025" y="4793477"/>
                  </a:lnTo>
                  <a:lnTo>
                    <a:pt x="976133" y="4793477"/>
                  </a:lnTo>
                  <a:lnTo>
                    <a:pt x="976242" y="4793477"/>
                  </a:lnTo>
                  <a:lnTo>
                    <a:pt x="976350" y="4793477"/>
                  </a:lnTo>
                  <a:lnTo>
                    <a:pt x="976458" y="4793477"/>
                  </a:lnTo>
                  <a:lnTo>
                    <a:pt x="976567" y="4793477"/>
                  </a:lnTo>
                  <a:lnTo>
                    <a:pt x="976675" y="4793477"/>
                  </a:lnTo>
                  <a:lnTo>
                    <a:pt x="976784" y="4793477"/>
                  </a:lnTo>
                  <a:lnTo>
                    <a:pt x="976784" y="4792853"/>
                  </a:lnTo>
                  <a:lnTo>
                    <a:pt x="976892" y="4792853"/>
                  </a:lnTo>
                  <a:lnTo>
                    <a:pt x="977001" y="4792853"/>
                  </a:lnTo>
                  <a:lnTo>
                    <a:pt x="977001" y="4792230"/>
                  </a:lnTo>
                  <a:lnTo>
                    <a:pt x="977109" y="4792230"/>
                  </a:lnTo>
                  <a:lnTo>
                    <a:pt x="977218" y="4792230"/>
                  </a:lnTo>
                  <a:lnTo>
                    <a:pt x="977326" y="4792230"/>
                  </a:lnTo>
                  <a:lnTo>
                    <a:pt x="977435" y="4792230"/>
                  </a:lnTo>
                  <a:lnTo>
                    <a:pt x="977543" y="4792230"/>
                  </a:lnTo>
                  <a:lnTo>
                    <a:pt x="977651" y="4792230"/>
                  </a:lnTo>
                  <a:lnTo>
                    <a:pt x="977651" y="4791606"/>
                  </a:lnTo>
                  <a:lnTo>
                    <a:pt x="977760" y="4791606"/>
                  </a:lnTo>
                  <a:lnTo>
                    <a:pt x="977868" y="4791606"/>
                  </a:lnTo>
                  <a:lnTo>
                    <a:pt x="977977" y="4791606"/>
                  </a:lnTo>
                  <a:lnTo>
                    <a:pt x="978085" y="4791606"/>
                  </a:lnTo>
                  <a:lnTo>
                    <a:pt x="978194" y="4791606"/>
                  </a:lnTo>
                  <a:lnTo>
                    <a:pt x="978194" y="4790982"/>
                  </a:lnTo>
                  <a:lnTo>
                    <a:pt x="978302" y="4790982"/>
                  </a:lnTo>
                  <a:lnTo>
                    <a:pt x="978411" y="4790982"/>
                  </a:lnTo>
                  <a:lnTo>
                    <a:pt x="978519" y="4790982"/>
                  </a:lnTo>
                  <a:lnTo>
                    <a:pt x="978627" y="4790982"/>
                  </a:lnTo>
                  <a:lnTo>
                    <a:pt x="978736" y="4790982"/>
                  </a:lnTo>
                  <a:lnTo>
                    <a:pt x="978844" y="4790982"/>
                  </a:lnTo>
                  <a:lnTo>
                    <a:pt x="978953" y="4790982"/>
                  </a:lnTo>
                  <a:lnTo>
                    <a:pt x="979061" y="4790982"/>
                  </a:lnTo>
                  <a:lnTo>
                    <a:pt x="979170" y="4790982"/>
                  </a:lnTo>
                  <a:lnTo>
                    <a:pt x="979278" y="4790982"/>
                  </a:lnTo>
                  <a:lnTo>
                    <a:pt x="979387" y="4790982"/>
                  </a:lnTo>
                  <a:lnTo>
                    <a:pt x="979495" y="4790982"/>
                  </a:lnTo>
                  <a:lnTo>
                    <a:pt x="979495" y="4790359"/>
                  </a:lnTo>
                  <a:lnTo>
                    <a:pt x="979495" y="4789735"/>
                  </a:lnTo>
                  <a:lnTo>
                    <a:pt x="979495" y="4789112"/>
                  </a:lnTo>
                  <a:lnTo>
                    <a:pt x="979495" y="4788488"/>
                  </a:lnTo>
                  <a:lnTo>
                    <a:pt x="979603" y="4788488"/>
                  </a:lnTo>
                  <a:lnTo>
                    <a:pt x="979712" y="4788488"/>
                  </a:lnTo>
                  <a:lnTo>
                    <a:pt x="979820" y="4788488"/>
                  </a:lnTo>
                  <a:lnTo>
                    <a:pt x="979929" y="4788488"/>
                  </a:lnTo>
                  <a:lnTo>
                    <a:pt x="980037" y="4788488"/>
                  </a:lnTo>
                  <a:lnTo>
                    <a:pt x="980146" y="4788488"/>
                  </a:lnTo>
                  <a:lnTo>
                    <a:pt x="980254" y="4788488"/>
                  </a:lnTo>
                  <a:lnTo>
                    <a:pt x="980363" y="4788488"/>
                  </a:lnTo>
                  <a:lnTo>
                    <a:pt x="980363" y="4787865"/>
                  </a:lnTo>
                  <a:lnTo>
                    <a:pt x="980471" y="4787865"/>
                  </a:lnTo>
                  <a:lnTo>
                    <a:pt x="980579" y="4787865"/>
                  </a:lnTo>
                  <a:lnTo>
                    <a:pt x="980688" y="4787865"/>
                  </a:lnTo>
                  <a:lnTo>
                    <a:pt x="980796" y="4787865"/>
                  </a:lnTo>
                  <a:lnTo>
                    <a:pt x="980905" y="4787865"/>
                  </a:lnTo>
                  <a:lnTo>
                    <a:pt x="981013" y="4787865"/>
                  </a:lnTo>
                  <a:lnTo>
                    <a:pt x="981122" y="4787865"/>
                  </a:lnTo>
                  <a:lnTo>
                    <a:pt x="981230" y="4787865"/>
                  </a:lnTo>
                  <a:lnTo>
                    <a:pt x="981230" y="4787241"/>
                  </a:lnTo>
                  <a:lnTo>
                    <a:pt x="981339" y="4787241"/>
                  </a:lnTo>
                  <a:lnTo>
                    <a:pt x="981447" y="4787241"/>
                  </a:lnTo>
                  <a:lnTo>
                    <a:pt x="981556" y="4787241"/>
                  </a:lnTo>
                  <a:lnTo>
                    <a:pt x="981664" y="4787241"/>
                  </a:lnTo>
                  <a:lnTo>
                    <a:pt x="981772" y="4787241"/>
                  </a:lnTo>
                  <a:lnTo>
                    <a:pt x="981881" y="4787241"/>
                  </a:lnTo>
                  <a:lnTo>
                    <a:pt x="981989" y="4787241"/>
                  </a:lnTo>
                  <a:lnTo>
                    <a:pt x="981989" y="4786617"/>
                  </a:lnTo>
                  <a:lnTo>
                    <a:pt x="981989" y="4785994"/>
                  </a:lnTo>
                  <a:lnTo>
                    <a:pt x="982098" y="4785994"/>
                  </a:lnTo>
                  <a:lnTo>
                    <a:pt x="982206" y="4785994"/>
                  </a:lnTo>
                  <a:lnTo>
                    <a:pt x="982206" y="4785370"/>
                  </a:lnTo>
                  <a:lnTo>
                    <a:pt x="982315" y="4785370"/>
                  </a:lnTo>
                  <a:lnTo>
                    <a:pt x="982423" y="4785370"/>
                  </a:lnTo>
                  <a:lnTo>
                    <a:pt x="982532" y="4785370"/>
                  </a:lnTo>
                  <a:lnTo>
                    <a:pt x="982640" y="4785370"/>
                  </a:lnTo>
                  <a:lnTo>
                    <a:pt x="982748" y="4785370"/>
                  </a:lnTo>
                  <a:lnTo>
                    <a:pt x="982857" y="4785370"/>
                  </a:lnTo>
                  <a:lnTo>
                    <a:pt x="982965" y="4785370"/>
                  </a:lnTo>
                  <a:lnTo>
                    <a:pt x="983074" y="4785370"/>
                  </a:lnTo>
                  <a:lnTo>
                    <a:pt x="983182" y="4785370"/>
                  </a:lnTo>
                  <a:lnTo>
                    <a:pt x="983291" y="4785370"/>
                  </a:lnTo>
                  <a:lnTo>
                    <a:pt x="983399" y="4785370"/>
                  </a:lnTo>
                  <a:lnTo>
                    <a:pt x="983399" y="4784747"/>
                  </a:lnTo>
                  <a:lnTo>
                    <a:pt x="983508" y="4784747"/>
                  </a:lnTo>
                  <a:lnTo>
                    <a:pt x="983616" y="4784747"/>
                  </a:lnTo>
                  <a:lnTo>
                    <a:pt x="983724" y="4784747"/>
                  </a:lnTo>
                  <a:lnTo>
                    <a:pt x="983833" y="4784747"/>
                  </a:lnTo>
                  <a:lnTo>
                    <a:pt x="983941" y="4784747"/>
                  </a:lnTo>
                  <a:lnTo>
                    <a:pt x="984050" y="4784747"/>
                  </a:lnTo>
                  <a:lnTo>
                    <a:pt x="984158" y="4784747"/>
                  </a:lnTo>
                  <a:lnTo>
                    <a:pt x="984158" y="4784123"/>
                  </a:lnTo>
                  <a:lnTo>
                    <a:pt x="984267" y="4784123"/>
                  </a:lnTo>
                  <a:lnTo>
                    <a:pt x="984375" y="4784123"/>
                  </a:lnTo>
                  <a:lnTo>
                    <a:pt x="984484" y="4784123"/>
                  </a:lnTo>
                  <a:lnTo>
                    <a:pt x="984592" y="4784123"/>
                  </a:lnTo>
                  <a:lnTo>
                    <a:pt x="984700" y="4784123"/>
                  </a:lnTo>
                  <a:lnTo>
                    <a:pt x="984809" y="4784123"/>
                  </a:lnTo>
                  <a:lnTo>
                    <a:pt x="984917" y="4784123"/>
                  </a:lnTo>
                  <a:lnTo>
                    <a:pt x="985026" y="4784123"/>
                  </a:lnTo>
                  <a:lnTo>
                    <a:pt x="985134" y="4784123"/>
                  </a:lnTo>
                  <a:lnTo>
                    <a:pt x="985243" y="4784123"/>
                  </a:lnTo>
                  <a:lnTo>
                    <a:pt x="985351" y="4784123"/>
                  </a:lnTo>
                  <a:lnTo>
                    <a:pt x="985460" y="4784123"/>
                  </a:lnTo>
                  <a:lnTo>
                    <a:pt x="985568" y="4784123"/>
                  </a:lnTo>
                  <a:lnTo>
                    <a:pt x="985677" y="4784123"/>
                  </a:lnTo>
                  <a:lnTo>
                    <a:pt x="985785" y="4784123"/>
                  </a:lnTo>
                  <a:lnTo>
                    <a:pt x="985893" y="4784123"/>
                  </a:lnTo>
                  <a:lnTo>
                    <a:pt x="986002" y="4784123"/>
                  </a:lnTo>
                  <a:lnTo>
                    <a:pt x="986002" y="4783499"/>
                  </a:lnTo>
                  <a:lnTo>
                    <a:pt x="986110" y="4783499"/>
                  </a:lnTo>
                  <a:lnTo>
                    <a:pt x="986219" y="4783499"/>
                  </a:lnTo>
                  <a:lnTo>
                    <a:pt x="986327" y="4783499"/>
                  </a:lnTo>
                  <a:lnTo>
                    <a:pt x="986436" y="4783499"/>
                  </a:lnTo>
                  <a:lnTo>
                    <a:pt x="986544" y="4783499"/>
                  </a:lnTo>
                  <a:lnTo>
                    <a:pt x="986544" y="4782876"/>
                  </a:lnTo>
                  <a:lnTo>
                    <a:pt x="986544" y="4782252"/>
                  </a:lnTo>
                  <a:lnTo>
                    <a:pt x="986544" y="4781629"/>
                  </a:lnTo>
                  <a:lnTo>
                    <a:pt x="986653" y="4781629"/>
                  </a:lnTo>
                  <a:lnTo>
                    <a:pt x="986761" y="4781629"/>
                  </a:lnTo>
                  <a:lnTo>
                    <a:pt x="986869" y="4781629"/>
                  </a:lnTo>
                  <a:lnTo>
                    <a:pt x="986978" y="4781629"/>
                  </a:lnTo>
                  <a:lnTo>
                    <a:pt x="986978" y="4781005"/>
                  </a:lnTo>
                  <a:lnTo>
                    <a:pt x="987086" y="4781005"/>
                  </a:lnTo>
                  <a:lnTo>
                    <a:pt x="987195" y="4781005"/>
                  </a:lnTo>
                  <a:lnTo>
                    <a:pt x="987303" y="4781005"/>
                  </a:lnTo>
                  <a:lnTo>
                    <a:pt x="987412" y="4781005"/>
                  </a:lnTo>
                  <a:lnTo>
                    <a:pt x="987412" y="4780382"/>
                  </a:lnTo>
                  <a:lnTo>
                    <a:pt x="987520" y="4780382"/>
                  </a:lnTo>
                  <a:lnTo>
                    <a:pt x="987520" y="4779758"/>
                  </a:lnTo>
                  <a:lnTo>
                    <a:pt x="987629" y="4779758"/>
                  </a:lnTo>
                  <a:lnTo>
                    <a:pt x="987629" y="4779134"/>
                  </a:lnTo>
                  <a:lnTo>
                    <a:pt x="987629" y="4778511"/>
                  </a:lnTo>
                  <a:lnTo>
                    <a:pt x="987737" y="4778511"/>
                  </a:lnTo>
                  <a:lnTo>
                    <a:pt x="987845" y="4778511"/>
                  </a:lnTo>
                  <a:lnTo>
                    <a:pt x="987845" y="4777887"/>
                  </a:lnTo>
                  <a:lnTo>
                    <a:pt x="987954" y="4777887"/>
                  </a:lnTo>
                  <a:lnTo>
                    <a:pt x="988062" y="4777887"/>
                  </a:lnTo>
                  <a:lnTo>
                    <a:pt x="988171" y="4777887"/>
                  </a:lnTo>
                  <a:lnTo>
                    <a:pt x="988279" y="4777887"/>
                  </a:lnTo>
                  <a:lnTo>
                    <a:pt x="988388" y="4777887"/>
                  </a:lnTo>
                  <a:lnTo>
                    <a:pt x="988496" y="4777887"/>
                  </a:lnTo>
                  <a:lnTo>
                    <a:pt x="988605" y="4777887"/>
                  </a:lnTo>
                  <a:lnTo>
                    <a:pt x="988713" y="4777887"/>
                  </a:lnTo>
                  <a:lnTo>
                    <a:pt x="988821" y="4777887"/>
                  </a:lnTo>
                  <a:lnTo>
                    <a:pt x="988930" y="4777887"/>
                  </a:lnTo>
                  <a:lnTo>
                    <a:pt x="989038" y="4777887"/>
                  </a:lnTo>
                  <a:lnTo>
                    <a:pt x="989147" y="4777887"/>
                  </a:lnTo>
                  <a:lnTo>
                    <a:pt x="989255" y="4777887"/>
                  </a:lnTo>
                  <a:lnTo>
                    <a:pt x="989364" y="4777887"/>
                  </a:lnTo>
                  <a:lnTo>
                    <a:pt x="989472" y="4777887"/>
                  </a:lnTo>
                  <a:lnTo>
                    <a:pt x="989581" y="4777887"/>
                  </a:lnTo>
                  <a:lnTo>
                    <a:pt x="989689" y="4777887"/>
                  </a:lnTo>
                  <a:lnTo>
                    <a:pt x="989797" y="4777887"/>
                  </a:lnTo>
                  <a:lnTo>
                    <a:pt x="989906" y="4777887"/>
                  </a:lnTo>
                  <a:lnTo>
                    <a:pt x="989906" y="4777264"/>
                  </a:lnTo>
                  <a:lnTo>
                    <a:pt x="990014" y="4777264"/>
                  </a:lnTo>
                  <a:lnTo>
                    <a:pt x="990123" y="4777264"/>
                  </a:lnTo>
                  <a:lnTo>
                    <a:pt x="990231" y="4777264"/>
                  </a:lnTo>
                  <a:lnTo>
                    <a:pt x="990340" y="4777264"/>
                  </a:lnTo>
                  <a:lnTo>
                    <a:pt x="990340" y="4776640"/>
                  </a:lnTo>
                  <a:lnTo>
                    <a:pt x="990448" y="4776640"/>
                  </a:lnTo>
                  <a:lnTo>
                    <a:pt x="990557" y="4776640"/>
                  </a:lnTo>
                  <a:lnTo>
                    <a:pt x="990665" y="4776640"/>
                  </a:lnTo>
                  <a:lnTo>
                    <a:pt x="990774" y="4776640"/>
                  </a:lnTo>
                  <a:lnTo>
                    <a:pt x="990882" y="4776640"/>
                  </a:lnTo>
                  <a:lnTo>
                    <a:pt x="990990" y="4776640"/>
                  </a:lnTo>
                  <a:lnTo>
                    <a:pt x="990990" y="4776016"/>
                  </a:lnTo>
                  <a:lnTo>
                    <a:pt x="991099" y="4776016"/>
                  </a:lnTo>
                  <a:lnTo>
                    <a:pt x="991207" y="4776016"/>
                  </a:lnTo>
                  <a:lnTo>
                    <a:pt x="991316" y="4776016"/>
                  </a:lnTo>
                  <a:lnTo>
                    <a:pt x="991424" y="4776016"/>
                  </a:lnTo>
                  <a:lnTo>
                    <a:pt x="991424" y="4775393"/>
                  </a:lnTo>
                  <a:lnTo>
                    <a:pt x="991533" y="4775393"/>
                  </a:lnTo>
                  <a:lnTo>
                    <a:pt x="991641" y="4775393"/>
                  </a:lnTo>
                  <a:lnTo>
                    <a:pt x="991750" y="4775393"/>
                  </a:lnTo>
                  <a:lnTo>
                    <a:pt x="991858" y="4775393"/>
                  </a:lnTo>
                  <a:lnTo>
                    <a:pt x="991966" y="4775393"/>
                  </a:lnTo>
                  <a:lnTo>
                    <a:pt x="992075" y="4775393"/>
                  </a:lnTo>
                  <a:lnTo>
                    <a:pt x="992183" y="4775393"/>
                  </a:lnTo>
                  <a:lnTo>
                    <a:pt x="992292" y="4775393"/>
                  </a:lnTo>
                  <a:lnTo>
                    <a:pt x="992292" y="4774769"/>
                  </a:lnTo>
                  <a:lnTo>
                    <a:pt x="992400" y="4774769"/>
                  </a:lnTo>
                  <a:lnTo>
                    <a:pt x="992509" y="4774769"/>
                  </a:lnTo>
                  <a:lnTo>
                    <a:pt x="992509" y="4774146"/>
                  </a:lnTo>
                  <a:lnTo>
                    <a:pt x="992617" y="4774146"/>
                  </a:lnTo>
                  <a:lnTo>
                    <a:pt x="992617" y="4773522"/>
                  </a:lnTo>
                  <a:lnTo>
                    <a:pt x="992726" y="4773522"/>
                  </a:lnTo>
                  <a:lnTo>
                    <a:pt x="992834" y="4773522"/>
                  </a:lnTo>
                  <a:lnTo>
                    <a:pt x="992942" y="4773522"/>
                  </a:lnTo>
                  <a:lnTo>
                    <a:pt x="993051" y="4773522"/>
                  </a:lnTo>
                  <a:lnTo>
                    <a:pt x="993159" y="4773522"/>
                  </a:lnTo>
                  <a:lnTo>
                    <a:pt x="993268" y="4773522"/>
                  </a:lnTo>
                  <a:lnTo>
                    <a:pt x="993376" y="4773522"/>
                  </a:lnTo>
                  <a:lnTo>
                    <a:pt x="993485" y="4773522"/>
                  </a:lnTo>
                  <a:lnTo>
                    <a:pt x="993593" y="4773522"/>
                  </a:lnTo>
                  <a:lnTo>
                    <a:pt x="993702" y="4773522"/>
                  </a:lnTo>
                  <a:lnTo>
                    <a:pt x="993702" y="4772899"/>
                  </a:lnTo>
                  <a:lnTo>
                    <a:pt x="993810" y="4772899"/>
                  </a:lnTo>
                  <a:lnTo>
                    <a:pt x="993918" y="4772899"/>
                  </a:lnTo>
                  <a:lnTo>
                    <a:pt x="994027" y="4772899"/>
                  </a:lnTo>
                  <a:lnTo>
                    <a:pt x="994027" y="4772275"/>
                  </a:lnTo>
                  <a:lnTo>
                    <a:pt x="994027" y="4771651"/>
                  </a:lnTo>
                  <a:lnTo>
                    <a:pt x="994135" y="4771651"/>
                  </a:lnTo>
                  <a:lnTo>
                    <a:pt x="994244" y="4771651"/>
                  </a:lnTo>
                  <a:lnTo>
                    <a:pt x="994352" y="4771651"/>
                  </a:lnTo>
                  <a:lnTo>
                    <a:pt x="994461" y="4771651"/>
                  </a:lnTo>
                  <a:lnTo>
                    <a:pt x="994569" y="4771651"/>
                  </a:lnTo>
                  <a:lnTo>
                    <a:pt x="994678" y="4771651"/>
                  </a:lnTo>
                  <a:lnTo>
                    <a:pt x="994786" y="4771651"/>
                  </a:lnTo>
                  <a:lnTo>
                    <a:pt x="994786" y="4771028"/>
                  </a:lnTo>
                  <a:lnTo>
                    <a:pt x="994895" y="4771028"/>
                  </a:lnTo>
                  <a:lnTo>
                    <a:pt x="995003" y="4771028"/>
                  </a:lnTo>
                  <a:lnTo>
                    <a:pt x="995111" y="4771028"/>
                  </a:lnTo>
                  <a:lnTo>
                    <a:pt x="995220" y="4771028"/>
                  </a:lnTo>
                  <a:lnTo>
                    <a:pt x="995328" y="4771028"/>
                  </a:lnTo>
                  <a:lnTo>
                    <a:pt x="995437" y="4771028"/>
                  </a:lnTo>
                  <a:lnTo>
                    <a:pt x="995545" y="4771028"/>
                  </a:lnTo>
                  <a:lnTo>
                    <a:pt x="995654" y="4771028"/>
                  </a:lnTo>
                  <a:lnTo>
                    <a:pt x="995762" y="4771028"/>
                  </a:lnTo>
                  <a:lnTo>
                    <a:pt x="995762" y="4770404"/>
                  </a:lnTo>
                  <a:lnTo>
                    <a:pt x="995871" y="4770404"/>
                  </a:lnTo>
                  <a:lnTo>
                    <a:pt x="995979" y="4770404"/>
                  </a:lnTo>
                  <a:lnTo>
                    <a:pt x="996087" y="4770404"/>
                  </a:lnTo>
                  <a:lnTo>
                    <a:pt x="996196" y="4770404"/>
                  </a:lnTo>
                  <a:lnTo>
                    <a:pt x="996304" y="4770404"/>
                  </a:lnTo>
                  <a:lnTo>
                    <a:pt x="996413" y="4770404"/>
                  </a:lnTo>
                  <a:lnTo>
                    <a:pt x="996521" y="4770404"/>
                  </a:lnTo>
                  <a:lnTo>
                    <a:pt x="996630" y="4770404"/>
                  </a:lnTo>
                  <a:lnTo>
                    <a:pt x="996738" y="4770404"/>
                  </a:lnTo>
                  <a:lnTo>
                    <a:pt x="996847" y="4770404"/>
                  </a:lnTo>
                  <a:lnTo>
                    <a:pt x="996955" y="4770404"/>
                  </a:lnTo>
                  <a:lnTo>
                    <a:pt x="997063" y="4770404"/>
                  </a:lnTo>
                  <a:lnTo>
                    <a:pt x="997172" y="4770404"/>
                  </a:lnTo>
                  <a:lnTo>
                    <a:pt x="997280" y="4770404"/>
                  </a:lnTo>
                  <a:lnTo>
                    <a:pt x="997389" y="4770404"/>
                  </a:lnTo>
                  <a:lnTo>
                    <a:pt x="997497" y="4770404"/>
                  </a:lnTo>
                  <a:lnTo>
                    <a:pt x="997606" y="4770404"/>
                  </a:lnTo>
                  <a:lnTo>
                    <a:pt x="997714" y="4770404"/>
                  </a:lnTo>
                  <a:lnTo>
                    <a:pt x="997714" y="4769781"/>
                  </a:lnTo>
                  <a:lnTo>
                    <a:pt x="997714" y="4769157"/>
                  </a:lnTo>
                  <a:lnTo>
                    <a:pt x="997823" y="4769157"/>
                  </a:lnTo>
                  <a:lnTo>
                    <a:pt x="997931" y="4769157"/>
                  </a:lnTo>
                  <a:lnTo>
                    <a:pt x="998039" y="4769157"/>
                  </a:lnTo>
                  <a:lnTo>
                    <a:pt x="998148" y="4769157"/>
                  </a:lnTo>
                  <a:lnTo>
                    <a:pt x="998148" y="4768533"/>
                  </a:lnTo>
                  <a:lnTo>
                    <a:pt x="998256" y="4768533"/>
                  </a:lnTo>
                  <a:lnTo>
                    <a:pt x="998365" y="4768533"/>
                  </a:lnTo>
                  <a:lnTo>
                    <a:pt x="998473" y="4768533"/>
                  </a:lnTo>
                  <a:lnTo>
                    <a:pt x="998582" y="4768533"/>
                  </a:lnTo>
                  <a:lnTo>
                    <a:pt x="998690" y="4768533"/>
                  </a:lnTo>
                  <a:lnTo>
                    <a:pt x="998799" y="4768533"/>
                  </a:lnTo>
                  <a:lnTo>
                    <a:pt x="998907" y="4768533"/>
                  </a:lnTo>
                  <a:lnTo>
                    <a:pt x="999016" y="4768533"/>
                  </a:lnTo>
                  <a:lnTo>
                    <a:pt x="999124" y="4768533"/>
                  </a:lnTo>
                  <a:lnTo>
                    <a:pt x="999232" y="4768533"/>
                  </a:lnTo>
                  <a:lnTo>
                    <a:pt x="999232" y="4767910"/>
                  </a:lnTo>
                  <a:lnTo>
                    <a:pt x="999341" y="4767910"/>
                  </a:lnTo>
                  <a:lnTo>
                    <a:pt x="999449" y="4767910"/>
                  </a:lnTo>
                  <a:lnTo>
                    <a:pt x="999558" y="4767910"/>
                  </a:lnTo>
                  <a:lnTo>
                    <a:pt x="999666" y="4767910"/>
                  </a:lnTo>
                  <a:lnTo>
                    <a:pt x="999775" y="4767910"/>
                  </a:lnTo>
                  <a:lnTo>
                    <a:pt x="999883" y="4767910"/>
                  </a:lnTo>
                  <a:lnTo>
                    <a:pt x="999883" y="4767286"/>
                  </a:lnTo>
                  <a:lnTo>
                    <a:pt x="999883" y="4766663"/>
                  </a:lnTo>
                  <a:lnTo>
                    <a:pt x="999992" y="4766663"/>
                  </a:lnTo>
                  <a:lnTo>
                    <a:pt x="1000100" y="4766663"/>
                  </a:lnTo>
                  <a:lnTo>
                    <a:pt x="1000208" y="4766663"/>
                  </a:lnTo>
                  <a:lnTo>
                    <a:pt x="1000317" y="4766663"/>
                  </a:lnTo>
                  <a:lnTo>
                    <a:pt x="1000425" y="4766663"/>
                  </a:lnTo>
                  <a:lnTo>
                    <a:pt x="1000534" y="4766663"/>
                  </a:lnTo>
                  <a:lnTo>
                    <a:pt x="1000642" y="4766663"/>
                  </a:lnTo>
                  <a:lnTo>
                    <a:pt x="1000751" y="4766663"/>
                  </a:lnTo>
                  <a:lnTo>
                    <a:pt x="1000859" y="4766663"/>
                  </a:lnTo>
                  <a:lnTo>
                    <a:pt x="1000968" y="4766663"/>
                  </a:lnTo>
                  <a:lnTo>
                    <a:pt x="1001076" y="4766663"/>
                  </a:lnTo>
                  <a:lnTo>
                    <a:pt x="1001184" y="4766663"/>
                  </a:lnTo>
                  <a:lnTo>
                    <a:pt x="1001293" y="4766663"/>
                  </a:lnTo>
                  <a:lnTo>
                    <a:pt x="1001401" y="4766663"/>
                  </a:lnTo>
                  <a:lnTo>
                    <a:pt x="1001510" y="4766663"/>
                  </a:lnTo>
                  <a:lnTo>
                    <a:pt x="1001618" y="4766663"/>
                  </a:lnTo>
                  <a:lnTo>
                    <a:pt x="1001727" y="4766663"/>
                  </a:lnTo>
                  <a:lnTo>
                    <a:pt x="1001835" y="4766663"/>
                  </a:lnTo>
                  <a:lnTo>
                    <a:pt x="1001944" y="4766663"/>
                  </a:lnTo>
                  <a:lnTo>
                    <a:pt x="1002052" y="4766663"/>
                  </a:lnTo>
                  <a:lnTo>
                    <a:pt x="1002160" y="4766663"/>
                  </a:lnTo>
                  <a:lnTo>
                    <a:pt x="1002269" y="4766663"/>
                  </a:lnTo>
                  <a:lnTo>
                    <a:pt x="1002377" y="4766663"/>
                  </a:lnTo>
                  <a:lnTo>
                    <a:pt x="1002486" y="4766663"/>
                  </a:lnTo>
                  <a:lnTo>
                    <a:pt x="1002486" y="4766039"/>
                  </a:lnTo>
                  <a:lnTo>
                    <a:pt x="1002594" y="4766039"/>
                  </a:lnTo>
                  <a:lnTo>
                    <a:pt x="1002703" y="4766039"/>
                  </a:lnTo>
                  <a:lnTo>
                    <a:pt x="1002811" y="4766039"/>
                  </a:lnTo>
                  <a:lnTo>
                    <a:pt x="1002920" y="4766039"/>
                  </a:lnTo>
                  <a:lnTo>
                    <a:pt x="1003028" y="4766039"/>
                  </a:lnTo>
                  <a:lnTo>
                    <a:pt x="1003137" y="4766039"/>
                  </a:lnTo>
                  <a:lnTo>
                    <a:pt x="1003137" y="4765416"/>
                  </a:lnTo>
                  <a:lnTo>
                    <a:pt x="1003245" y="4765416"/>
                  </a:lnTo>
                  <a:lnTo>
                    <a:pt x="1003353" y="4765416"/>
                  </a:lnTo>
                  <a:lnTo>
                    <a:pt x="1003462" y="4765416"/>
                  </a:lnTo>
                  <a:lnTo>
                    <a:pt x="1003570" y="4765416"/>
                  </a:lnTo>
                  <a:lnTo>
                    <a:pt x="1003679" y="4765416"/>
                  </a:lnTo>
                  <a:lnTo>
                    <a:pt x="1003787" y="4765416"/>
                  </a:lnTo>
                  <a:lnTo>
                    <a:pt x="1003896" y="4765416"/>
                  </a:lnTo>
                  <a:lnTo>
                    <a:pt x="1004004" y="4765416"/>
                  </a:lnTo>
                  <a:lnTo>
                    <a:pt x="1004113" y="4765416"/>
                  </a:lnTo>
                  <a:lnTo>
                    <a:pt x="1004221" y="4765416"/>
                  </a:lnTo>
                  <a:lnTo>
                    <a:pt x="1004329" y="4765416"/>
                  </a:lnTo>
                  <a:lnTo>
                    <a:pt x="1004438" y="4765416"/>
                  </a:lnTo>
                  <a:lnTo>
                    <a:pt x="1004546" y="4765416"/>
                  </a:lnTo>
                  <a:lnTo>
                    <a:pt x="1004655" y="4765416"/>
                  </a:lnTo>
                  <a:lnTo>
                    <a:pt x="1004763" y="4765416"/>
                  </a:lnTo>
                  <a:lnTo>
                    <a:pt x="1004872" y="4765416"/>
                  </a:lnTo>
                  <a:lnTo>
                    <a:pt x="1004980" y="4765416"/>
                  </a:lnTo>
                  <a:lnTo>
                    <a:pt x="1005089" y="4765416"/>
                  </a:lnTo>
                  <a:lnTo>
                    <a:pt x="1005197" y="4765416"/>
                  </a:lnTo>
                  <a:lnTo>
                    <a:pt x="1005305" y="4765416"/>
                  </a:lnTo>
                  <a:lnTo>
                    <a:pt x="1005305" y="4764792"/>
                  </a:lnTo>
                  <a:lnTo>
                    <a:pt x="1005305" y="4764168"/>
                  </a:lnTo>
                  <a:lnTo>
                    <a:pt x="1005414" y="4764168"/>
                  </a:lnTo>
                  <a:lnTo>
                    <a:pt x="1005522" y="4764168"/>
                  </a:lnTo>
                  <a:lnTo>
                    <a:pt x="1005631" y="4764168"/>
                  </a:lnTo>
                  <a:lnTo>
                    <a:pt x="1005739" y="4764168"/>
                  </a:lnTo>
                  <a:lnTo>
                    <a:pt x="1005848" y="4764168"/>
                  </a:lnTo>
                  <a:lnTo>
                    <a:pt x="1005956" y="4764168"/>
                  </a:lnTo>
                  <a:lnTo>
                    <a:pt x="1006065" y="4764168"/>
                  </a:lnTo>
                  <a:lnTo>
                    <a:pt x="1006173" y="4764168"/>
                  </a:lnTo>
                  <a:lnTo>
                    <a:pt x="1006281" y="4764168"/>
                  </a:lnTo>
                  <a:lnTo>
                    <a:pt x="1006390" y="4764168"/>
                  </a:lnTo>
                  <a:lnTo>
                    <a:pt x="1006498" y="4764168"/>
                  </a:lnTo>
                  <a:lnTo>
                    <a:pt x="1006498" y="4763545"/>
                  </a:lnTo>
                  <a:lnTo>
                    <a:pt x="1006607" y="4763545"/>
                  </a:lnTo>
                  <a:lnTo>
                    <a:pt x="1006715" y="4763545"/>
                  </a:lnTo>
                  <a:lnTo>
                    <a:pt x="1006824" y="4763545"/>
                  </a:lnTo>
                  <a:lnTo>
                    <a:pt x="1006932" y="4763545"/>
                  </a:lnTo>
                  <a:lnTo>
                    <a:pt x="1007041" y="4763545"/>
                  </a:lnTo>
                  <a:lnTo>
                    <a:pt x="1007149" y="4763545"/>
                  </a:lnTo>
                  <a:lnTo>
                    <a:pt x="1007258" y="4763545"/>
                  </a:lnTo>
                  <a:lnTo>
                    <a:pt x="1007366" y="4763545"/>
                  </a:lnTo>
                  <a:lnTo>
                    <a:pt x="1007474" y="4763545"/>
                  </a:lnTo>
                  <a:lnTo>
                    <a:pt x="1007583" y="4763545"/>
                  </a:lnTo>
                  <a:lnTo>
                    <a:pt x="1007691" y="4763545"/>
                  </a:lnTo>
                  <a:lnTo>
                    <a:pt x="1007800" y="4763545"/>
                  </a:lnTo>
                  <a:lnTo>
                    <a:pt x="1007800" y="4762921"/>
                  </a:lnTo>
                  <a:lnTo>
                    <a:pt x="1007908" y="4762921"/>
                  </a:lnTo>
                  <a:lnTo>
                    <a:pt x="1008017" y="4762921"/>
                  </a:lnTo>
                  <a:lnTo>
                    <a:pt x="1008125" y="4762921"/>
                  </a:lnTo>
                  <a:lnTo>
                    <a:pt x="1008234" y="4762921"/>
                  </a:lnTo>
                  <a:lnTo>
                    <a:pt x="1008342" y="4762921"/>
                  </a:lnTo>
                  <a:lnTo>
                    <a:pt x="1008450" y="4762921"/>
                  </a:lnTo>
                  <a:lnTo>
                    <a:pt x="1008559" y="4762921"/>
                  </a:lnTo>
                  <a:lnTo>
                    <a:pt x="1008667" y="4762921"/>
                  </a:lnTo>
                  <a:lnTo>
                    <a:pt x="1008776" y="4762921"/>
                  </a:lnTo>
                  <a:lnTo>
                    <a:pt x="1008884" y="4762921"/>
                  </a:lnTo>
                  <a:lnTo>
                    <a:pt x="1008993" y="4762921"/>
                  </a:lnTo>
                  <a:lnTo>
                    <a:pt x="1009101" y="4762921"/>
                  </a:lnTo>
                  <a:lnTo>
                    <a:pt x="1009210" y="4762921"/>
                  </a:lnTo>
                  <a:lnTo>
                    <a:pt x="1009318" y="4762921"/>
                  </a:lnTo>
                  <a:lnTo>
                    <a:pt x="1009426" y="4762921"/>
                  </a:lnTo>
                  <a:lnTo>
                    <a:pt x="1009535" y="4762921"/>
                  </a:lnTo>
                  <a:lnTo>
                    <a:pt x="1009643" y="4762921"/>
                  </a:lnTo>
                  <a:lnTo>
                    <a:pt x="1009752" y="4762921"/>
                  </a:lnTo>
                  <a:lnTo>
                    <a:pt x="1009860" y="4762921"/>
                  </a:lnTo>
                  <a:lnTo>
                    <a:pt x="1009860" y="4762298"/>
                  </a:lnTo>
                  <a:lnTo>
                    <a:pt x="1009969" y="4762298"/>
                  </a:lnTo>
                  <a:lnTo>
                    <a:pt x="1009969" y="4761674"/>
                  </a:lnTo>
                  <a:lnTo>
                    <a:pt x="1009969" y="4761051"/>
                  </a:lnTo>
                  <a:lnTo>
                    <a:pt x="1010077" y="4761051"/>
                  </a:lnTo>
                  <a:lnTo>
                    <a:pt x="1010186" y="4761051"/>
                  </a:lnTo>
                  <a:lnTo>
                    <a:pt x="1010294" y="4761051"/>
                  </a:lnTo>
                  <a:lnTo>
                    <a:pt x="1010402" y="4761051"/>
                  </a:lnTo>
                  <a:lnTo>
                    <a:pt x="1010511" y="4761051"/>
                  </a:lnTo>
                  <a:lnTo>
                    <a:pt x="1010511" y="4760427"/>
                  </a:lnTo>
                  <a:lnTo>
                    <a:pt x="1010619" y="4760427"/>
                  </a:lnTo>
                  <a:lnTo>
                    <a:pt x="1010728" y="4760427"/>
                  </a:lnTo>
                  <a:lnTo>
                    <a:pt x="1010836" y="4760427"/>
                  </a:lnTo>
                  <a:lnTo>
                    <a:pt x="1010945" y="4760427"/>
                  </a:lnTo>
                  <a:lnTo>
                    <a:pt x="1011053" y="4760427"/>
                  </a:lnTo>
                  <a:lnTo>
                    <a:pt x="1011162" y="4760427"/>
                  </a:lnTo>
                  <a:lnTo>
                    <a:pt x="1011270" y="4760427"/>
                  </a:lnTo>
                  <a:lnTo>
                    <a:pt x="1011378" y="4760427"/>
                  </a:lnTo>
                  <a:lnTo>
                    <a:pt x="1011378" y="4759803"/>
                  </a:lnTo>
                  <a:lnTo>
                    <a:pt x="1011487" y="4759803"/>
                  </a:lnTo>
                  <a:lnTo>
                    <a:pt x="1011595" y="4759803"/>
                  </a:lnTo>
                  <a:lnTo>
                    <a:pt x="1011595" y="4759180"/>
                  </a:lnTo>
                  <a:lnTo>
                    <a:pt x="1011595" y="4758556"/>
                  </a:lnTo>
                  <a:lnTo>
                    <a:pt x="1011704" y="4758556"/>
                  </a:lnTo>
                  <a:lnTo>
                    <a:pt x="1011812" y="4758556"/>
                  </a:lnTo>
                  <a:lnTo>
                    <a:pt x="1011921" y="4758556"/>
                  </a:lnTo>
                  <a:lnTo>
                    <a:pt x="1012029" y="4758556"/>
                  </a:lnTo>
                  <a:lnTo>
                    <a:pt x="1012138" y="4758556"/>
                  </a:lnTo>
                  <a:lnTo>
                    <a:pt x="1012138" y="4757933"/>
                  </a:lnTo>
                  <a:lnTo>
                    <a:pt x="1012246" y="4757933"/>
                  </a:lnTo>
                  <a:lnTo>
                    <a:pt x="1012355" y="4757933"/>
                  </a:lnTo>
                  <a:lnTo>
                    <a:pt x="1012463" y="4757933"/>
                  </a:lnTo>
                  <a:lnTo>
                    <a:pt x="1012571" y="4757933"/>
                  </a:lnTo>
                  <a:lnTo>
                    <a:pt x="1012680" y="4757933"/>
                  </a:lnTo>
                  <a:lnTo>
                    <a:pt x="1012788" y="4757933"/>
                  </a:lnTo>
                  <a:lnTo>
                    <a:pt x="1012788" y="4757309"/>
                  </a:lnTo>
                  <a:lnTo>
                    <a:pt x="1012897" y="4757309"/>
                  </a:lnTo>
                  <a:lnTo>
                    <a:pt x="1013005" y="4757309"/>
                  </a:lnTo>
                  <a:lnTo>
                    <a:pt x="1013114" y="4757309"/>
                  </a:lnTo>
                  <a:lnTo>
                    <a:pt x="1013222" y="4757309"/>
                  </a:lnTo>
                  <a:lnTo>
                    <a:pt x="1013222" y="4756685"/>
                  </a:lnTo>
                  <a:lnTo>
                    <a:pt x="1013222" y="4756062"/>
                  </a:lnTo>
                  <a:lnTo>
                    <a:pt x="1013331" y="4756062"/>
                  </a:lnTo>
                  <a:lnTo>
                    <a:pt x="1013439" y="4756062"/>
                  </a:lnTo>
                  <a:lnTo>
                    <a:pt x="1013547" y="4756062"/>
                  </a:lnTo>
                  <a:lnTo>
                    <a:pt x="1013656" y="4756062"/>
                  </a:lnTo>
                  <a:lnTo>
                    <a:pt x="1013764" y="4756062"/>
                  </a:lnTo>
                  <a:lnTo>
                    <a:pt x="1013873" y="4756062"/>
                  </a:lnTo>
                  <a:lnTo>
                    <a:pt x="1013981" y="4756062"/>
                  </a:lnTo>
                  <a:lnTo>
                    <a:pt x="1014090" y="4756062"/>
                  </a:lnTo>
                  <a:lnTo>
                    <a:pt x="1014090" y="4755438"/>
                  </a:lnTo>
                  <a:lnTo>
                    <a:pt x="1014198" y="4755438"/>
                  </a:lnTo>
                  <a:lnTo>
                    <a:pt x="1014307" y="4755438"/>
                  </a:lnTo>
                  <a:lnTo>
                    <a:pt x="1014415" y="4755438"/>
                  </a:lnTo>
                  <a:lnTo>
                    <a:pt x="1014523" y="4755438"/>
                  </a:lnTo>
                  <a:lnTo>
                    <a:pt x="1014632" y="4755438"/>
                  </a:lnTo>
                  <a:lnTo>
                    <a:pt x="1014740" y="4755438"/>
                  </a:lnTo>
                  <a:lnTo>
                    <a:pt x="1014849" y="4755438"/>
                  </a:lnTo>
                  <a:lnTo>
                    <a:pt x="1014957" y="4755438"/>
                  </a:lnTo>
                  <a:lnTo>
                    <a:pt x="1014957" y="4754815"/>
                  </a:lnTo>
                  <a:lnTo>
                    <a:pt x="1015066" y="4754815"/>
                  </a:lnTo>
                  <a:lnTo>
                    <a:pt x="1015066" y="4754191"/>
                  </a:lnTo>
                  <a:lnTo>
                    <a:pt x="1015174" y="4754191"/>
                  </a:lnTo>
                  <a:lnTo>
                    <a:pt x="1015283" y="4754191"/>
                  </a:lnTo>
                  <a:lnTo>
                    <a:pt x="1015391" y="4754191"/>
                  </a:lnTo>
                  <a:lnTo>
                    <a:pt x="1015499" y="4754191"/>
                  </a:lnTo>
                  <a:lnTo>
                    <a:pt x="1015608" y="4754191"/>
                  </a:lnTo>
                  <a:lnTo>
                    <a:pt x="1015608" y="4753568"/>
                  </a:lnTo>
                  <a:lnTo>
                    <a:pt x="1015716" y="4753568"/>
                  </a:lnTo>
                  <a:lnTo>
                    <a:pt x="1015825" y="4753568"/>
                  </a:lnTo>
                  <a:lnTo>
                    <a:pt x="1015933" y="4753568"/>
                  </a:lnTo>
                  <a:lnTo>
                    <a:pt x="1015933" y="4752944"/>
                  </a:lnTo>
                  <a:lnTo>
                    <a:pt x="1015933" y="4752320"/>
                  </a:lnTo>
                  <a:lnTo>
                    <a:pt x="1016042" y="4752320"/>
                  </a:lnTo>
                  <a:lnTo>
                    <a:pt x="1016042" y="4751697"/>
                  </a:lnTo>
                  <a:lnTo>
                    <a:pt x="1016150" y="4751697"/>
                  </a:lnTo>
                  <a:lnTo>
                    <a:pt x="1016259" y="4751697"/>
                  </a:lnTo>
                  <a:lnTo>
                    <a:pt x="1016367" y="4751697"/>
                  </a:lnTo>
                  <a:lnTo>
                    <a:pt x="1016476" y="4751697"/>
                  </a:lnTo>
                  <a:lnTo>
                    <a:pt x="1016476" y="4751073"/>
                  </a:lnTo>
                  <a:lnTo>
                    <a:pt x="1016584" y="4751073"/>
                  </a:lnTo>
                  <a:lnTo>
                    <a:pt x="1016584" y="4750450"/>
                  </a:lnTo>
                  <a:lnTo>
                    <a:pt x="1016692" y="4750450"/>
                  </a:lnTo>
                  <a:lnTo>
                    <a:pt x="1016801" y="4750450"/>
                  </a:lnTo>
                  <a:lnTo>
                    <a:pt x="1016909" y="4750450"/>
                  </a:lnTo>
                  <a:lnTo>
                    <a:pt x="1017018" y="4750450"/>
                  </a:lnTo>
                  <a:lnTo>
                    <a:pt x="1017126" y="4750450"/>
                  </a:lnTo>
                  <a:lnTo>
                    <a:pt x="1017126" y="4749826"/>
                  </a:lnTo>
                  <a:lnTo>
                    <a:pt x="1017235" y="4749826"/>
                  </a:lnTo>
                  <a:lnTo>
                    <a:pt x="1017343" y="4749826"/>
                  </a:lnTo>
                  <a:lnTo>
                    <a:pt x="1017452" y="4749826"/>
                  </a:lnTo>
                  <a:lnTo>
                    <a:pt x="1017452" y="4749202"/>
                  </a:lnTo>
                  <a:lnTo>
                    <a:pt x="1017560" y="4749202"/>
                  </a:lnTo>
                  <a:lnTo>
                    <a:pt x="1017668" y="4749202"/>
                  </a:lnTo>
                  <a:lnTo>
                    <a:pt x="1017668" y="4748579"/>
                  </a:lnTo>
                  <a:lnTo>
                    <a:pt x="1017777" y="4748579"/>
                  </a:lnTo>
                  <a:lnTo>
                    <a:pt x="1017885" y="4748579"/>
                  </a:lnTo>
                  <a:lnTo>
                    <a:pt x="1017994" y="4748579"/>
                  </a:lnTo>
                  <a:lnTo>
                    <a:pt x="1017994" y="4747955"/>
                  </a:lnTo>
                  <a:lnTo>
                    <a:pt x="1018102" y="4747955"/>
                  </a:lnTo>
                  <a:lnTo>
                    <a:pt x="1018211" y="4747955"/>
                  </a:lnTo>
                  <a:lnTo>
                    <a:pt x="1018319" y="4747955"/>
                  </a:lnTo>
                  <a:lnTo>
                    <a:pt x="1018319" y="4747332"/>
                  </a:lnTo>
                  <a:lnTo>
                    <a:pt x="1018319" y="4746708"/>
                  </a:lnTo>
                  <a:lnTo>
                    <a:pt x="1018319" y="4746085"/>
                  </a:lnTo>
                  <a:lnTo>
                    <a:pt x="1018319" y="4745461"/>
                  </a:lnTo>
                  <a:lnTo>
                    <a:pt x="1018428" y="4745461"/>
                  </a:lnTo>
                  <a:lnTo>
                    <a:pt x="1018536" y="4745461"/>
                  </a:lnTo>
                  <a:lnTo>
                    <a:pt x="1018644" y="4745461"/>
                  </a:lnTo>
                  <a:lnTo>
                    <a:pt x="1018753" y="4745461"/>
                  </a:lnTo>
                  <a:lnTo>
                    <a:pt x="1018861" y="4745461"/>
                  </a:lnTo>
                  <a:lnTo>
                    <a:pt x="1018970" y="4745461"/>
                  </a:lnTo>
                  <a:lnTo>
                    <a:pt x="1019078" y="4745461"/>
                  </a:lnTo>
                  <a:lnTo>
                    <a:pt x="1019187" y="4745461"/>
                  </a:lnTo>
                  <a:lnTo>
                    <a:pt x="1019295" y="4745461"/>
                  </a:lnTo>
                  <a:lnTo>
                    <a:pt x="1019404" y="4745461"/>
                  </a:lnTo>
                  <a:lnTo>
                    <a:pt x="1019512" y="4745461"/>
                  </a:lnTo>
                  <a:lnTo>
                    <a:pt x="1019620" y="4745461"/>
                  </a:lnTo>
                  <a:lnTo>
                    <a:pt x="1019729" y="4745461"/>
                  </a:lnTo>
                  <a:lnTo>
                    <a:pt x="1019837" y="4745461"/>
                  </a:lnTo>
                  <a:lnTo>
                    <a:pt x="1019946" y="4745461"/>
                  </a:lnTo>
                  <a:lnTo>
                    <a:pt x="1020054" y="4745461"/>
                  </a:lnTo>
                  <a:lnTo>
                    <a:pt x="1020163" y="4745461"/>
                  </a:lnTo>
                  <a:lnTo>
                    <a:pt x="1020163" y="4744837"/>
                  </a:lnTo>
                  <a:lnTo>
                    <a:pt x="1020163" y="4744214"/>
                  </a:lnTo>
                  <a:lnTo>
                    <a:pt x="1020271" y="4744214"/>
                  </a:lnTo>
                  <a:lnTo>
                    <a:pt x="1020380" y="4744214"/>
                  </a:lnTo>
                  <a:lnTo>
                    <a:pt x="1020488" y="4744214"/>
                  </a:lnTo>
                  <a:lnTo>
                    <a:pt x="1020488" y="4743590"/>
                  </a:lnTo>
                  <a:lnTo>
                    <a:pt x="1020597" y="4743590"/>
                  </a:lnTo>
                  <a:lnTo>
                    <a:pt x="1020597" y="4742967"/>
                  </a:lnTo>
                  <a:lnTo>
                    <a:pt x="1020705" y="4742967"/>
                  </a:lnTo>
                  <a:lnTo>
                    <a:pt x="1020813" y="4742967"/>
                  </a:lnTo>
                  <a:lnTo>
                    <a:pt x="1020922" y="4742967"/>
                  </a:lnTo>
                  <a:lnTo>
                    <a:pt x="1020922" y="4742343"/>
                  </a:lnTo>
                  <a:lnTo>
                    <a:pt x="1021030" y="4742343"/>
                  </a:lnTo>
                  <a:lnTo>
                    <a:pt x="1021030" y="4741719"/>
                  </a:lnTo>
                  <a:lnTo>
                    <a:pt x="1021139" y="4741719"/>
                  </a:lnTo>
                  <a:lnTo>
                    <a:pt x="1021247" y="4741719"/>
                  </a:lnTo>
                  <a:lnTo>
                    <a:pt x="1021356" y="4741719"/>
                  </a:lnTo>
                  <a:lnTo>
                    <a:pt x="1021464" y="4741719"/>
                  </a:lnTo>
                  <a:lnTo>
                    <a:pt x="1021573" y="4741719"/>
                  </a:lnTo>
                  <a:lnTo>
                    <a:pt x="1021681" y="4741719"/>
                  </a:lnTo>
                  <a:lnTo>
                    <a:pt x="1021681" y="4741096"/>
                  </a:lnTo>
                  <a:lnTo>
                    <a:pt x="1021789" y="4741096"/>
                  </a:lnTo>
                  <a:lnTo>
                    <a:pt x="1021898" y="4741096"/>
                  </a:lnTo>
                  <a:lnTo>
                    <a:pt x="1021898" y="4740472"/>
                  </a:lnTo>
                  <a:lnTo>
                    <a:pt x="1021898" y="4739849"/>
                  </a:lnTo>
                  <a:lnTo>
                    <a:pt x="1022006" y="4739849"/>
                  </a:lnTo>
                  <a:lnTo>
                    <a:pt x="1022115" y="4739849"/>
                  </a:lnTo>
                  <a:lnTo>
                    <a:pt x="1022223" y="4739849"/>
                  </a:lnTo>
                  <a:lnTo>
                    <a:pt x="1022332" y="4739849"/>
                  </a:lnTo>
                  <a:lnTo>
                    <a:pt x="1022332" y="4739225"/>
                  </a:lnTo>
                  <a:lnTo>
                    <a:pt x="1022440" y="4739225"/>
                  </a:lnTo>
                  <a:lnTo>
                    <a:pt x="1022549" y="4739225"/>
                  </a:lnTo>
                  <a:lnTo>
                    <a:pt x="1022657" y="4739225"/>
                  </a:lnTo>
                  <a:lnTo>
                    <a:pt x="1022765" y="4739225"/>
                  </a:lnTo>
                  <a:lnTo>
                    <a:pt x="1022874" y="4739225"/>
                  </a:lnTo>
                  <a:lnTo>
                    <a:pt x="1022982" y="4739225"/>
                  </a:lnTo>
                  <a:lnTo>
                    <a:pt x="1022982" y="4738602"/>
                  </a:lnTo>
                  <a:lnTo>
                    <a:pt x="1023091" y="4738602"/>
                  </a:lnTo>
                  <a:lnTo>
                    <a:pt x="1023199" y="4738602"/>
                  </a:lnTo>
                  <a:lnTo>
                    <a:pt x="1023308" y="4738602"/>
                  </a:lnTo>
                  <a:lnTo>
                    <a:pt x="1023416" y="4738602"/>
                  </a:lnTo>
                  <a:lnTo>
                    <a:pt x="1023525" y="4738602"/>
                  </a:lnTo>
                  <a:lnTo>
                    <a:pt x="1023525" y="4737978"/>
                  </a:lnTo>
                  <a:lnTo>
                    <a:pt x="1023633" y="4737978"/>
                  </a:lnTo>
                  <a:lnTo>
                    <a:pt x="1023633" y="4737354"/>
                  </a:lnTo>
                  <a:lnTo>
                    <a:pt x="1023741" y="4737354"/>
                  </a:lnTo>
                  <a:lnTo>
                    <a:pt x="1023850" y="4737354"/>
                  </a:lnTo>
                  <a:lnTo>
                    <a:pt x="1023958" y="4737354"/>
                  </a:lnTo>
                  <a:lnTo>
                    <a:pt x="1023958" y="4736731"/>
                  </a:lnTo>
                  <a:lnTo>
                    <a:pt x="1024067" y="4736731"/>
                  </a:lnTo>
                  <a:lnTo>
                    <a:pt x="1024067" y="4736107"/>
                  </a:lnTo>
                  <a:lnTo>
                    <a:pt x="1024067" y="4735484"/>
                  </a:lnTo>
                  <a:lnTo>
                    <a:pt x="1024175" y="4735484"/>
                  </a:lnTo>
                  <a:lnTo>
                    <a:pt x="1024284" y="4735484"/>
                  </a:lnTo>
                  <a:lnTo>
                    <a:pt x="1024392" y="4735484"/>
                  </a:lnTo>
                  <a:lnTo>
                    <a:pt x="1024501" y="4735484"/>
                  </a:lnTo>
                  <a:lnTo>
                    <a:pt x="1024609" y="4735484"/>
                  </a:lnTo>
                  <a:lnTo>
                    <a:pt x="1024718" y="4735484"/>
                  </a:lnTo>
                  <a:lnTo>
                    <a:pt x="1024826" y="4735484"/>
                  </a:lnTo>
                  <a:lnTo>
                    <a:pt x="1024826" y="4734860"/>
                  </a:lnTo>
                  <a:lnTo>
                    <a:pt x="1024934" y="4734860"/>
                  </a:lnTo>
                  <a:lnTo>
                    <a:pt x="1025043" y="4734860"/>
                  </a:lnTo>
                  <a:lnTo>
                    <a:pt x="1025043" y="4734236"/>
                  </a:lnTo>
                  <a:lnTo>
                    <a:pt x="1025151" y="4734236"/>
                  </a:lnTo>
                  <a:lnTo>
                    <a:pt x="1025260" y="4734236"/>
                  </a:lnTo>
                  <a:lnTo>
                    <a:pt x="1025368" y="4734236"/>
                  </a:lnTo>
                  <a:lnTo>
                    <a:pt x="1025477" y="4734236"/>
                  </a:lnTo>
                  <a:lnTo>
                    <a:pt x="1025585" y="4734236"/>
                  </a:lnTo>
                  <a:lnTo>
                    <a:pt x="1025585" y="4733613"/>
                  </a:lnTo>
                  <a:lnTo>
                    <a:pt x="1025694" y="4733613"/>
                  </a:lnTo>
                  <a:lnTo>
                    <a:pt x="1025802" y="4733613"/>
                  </a:lnTo>
                  <a:lnTo>
                    <a:pt x="1025910" y="4733613"/>
                  </a:lnTo>
                  <a:lnTo>
                    <a:pt x="1025910" y="4732989"/>
                  </a:lnTo>
                  <a:lnTo>
                    <a:pt x="1026019" y="4732989"/>
                  </a:lnTo>
                  <a:lnTo>
                    <a:pt x="1026019" y="4732366"/>
                  </a:lnTo>
                  <a:lnTo>
                    <a:pt x="1026127" y="4732366"/>
                  </a:lnTo>
                  <a:lnTo>
                    <a:pt x="1026236" y="4732366"/>
                  </a:lnTo>
                  <a:lnTo>
                    <a:pt x="1026344" y="4732366"/>
                  </a:lnTo>
                  <a:lnTo>
                    <a:pt x="1026453" y="4732366"/>
                  </a:lnTo>
                  <a:lnTo>
                    <a:pt x="1026453" y="4731742"/>
                  </a:lnTo>
                  <a:lnTo>
                    <a:pt x="1026561" y="4731742"/>
                  </a:lnTo>
                  <a:lnTo>
                    <a:pt x="1026670" y="4731742"/>
                  </a:lnTo>
                  <a:lnTo>
                    <a:pt x="1026778" y="4731742"/>
                  </a:lnTo>
                  <a:lnTo>
                    <a:pt x="1026886" y="4731742"/>
                  </a:lnTo>
                  <a:lnTo>
                    <a:pt x="1026886" y="4731119"/>
                  </a:lnTo>
                  <a:lnTo>
                    <a:pt x="1026995" y="4731119"/>
                  </a:lnTo>
                  <a:lnTo>
                    <a:pt x="1027103" y="4731119"/>
                  </a:lnTo>
                  <a:lnTo>
                    <a:pt x="1027212" y="4731119"/>
                  </a:lnTo>
                  <a:lnTo>
                    <a:pt x="1027320" y="4731119"/>
                  </a:lnTo>
                  <a:lnTo>
                    <a:pt x="1027320" y="4730495"/>
                  </a:lnTo>
                  <a:lnTo>
                    <a:pt x="1027429" y="4730495"/>
                  </a:lnTo>
                  <a:lnTo>
                    <a:pt x="1027537" y="4730495"/>
                  </a:lnTo>
                  <a:lnTo>
                    <a:pt x="1027646" y="4730495"/>
                  </a:lnTo>
                  <a:lnTo>
                    <a:pt x="1027754" y="4730495"/>
                  </a:lnTo>
                  <a:lnTo>
                    <a:pt x="1027862" y="4730495"/>
                  </a:lnTo>
                  <a:lnTo>
                    <a:pt x="1027971" y="4730495"/>
                  </a:lnTo>
                  <a:lnTo>
                    <a:pt x="1027971" y="4729871"/>
                  </a:lnTo>
                  <a:lnTo>
                    <a:pt x="1028079" y="4729871"/>
                  </a:lnTo>
                  <a:lnTo>
                    <a:pt x="1028188" y="4729871"/>
                  </a:lnTo>
                  <a:lnTo>
                    <a:pt x="1028296" y="4729871"/>
                  </a:lnTo>
                  <a:lnTo>
                    <a:pt x="1028405" y="4729871"/>
                  </a:lnTo>
                  <a:lnTo>
                    <a:pt x="1028513" y="4729871"/>
                  </a:lnTo>
                  <a:lnTo>
                    <a:pt x="1028622" y="4729871"/>
                  </a:lnTo>
                  <a:lnTo>
                    <a:pt x="1028622" y="4729248"/>
                  </a:lnTo>
                  <a:lnTo>
                    <a:pt x="1028730" y="4729248"/>
                  </a:lnTo>
                  <a:lnTo>
                    <a:pt x="1028839" y="4729248"/>
                  </a:lnTo>
                  <a:lnTo>
                    <a:pt x="1028947" y="4729248"/>
                  </a:lnTo>
                  <a:lnTo>
                    <a:pt x="1029055" y="4729248"/>
                  </a:lnTo>
                  <a:lnTo>
                    <a:pt x="1029164" y="4729248"/>
                  </a:lnTo>
                  <a:lnTo>
                    <a:pt x="1029272" y="4729248"/>
                  </a:lnTo>
                  <a:lnTo>
                    <a:pt x="1029381" y="4729248"/>
                  </a:lnTo>
                  <a:lnTo>
                    <a:pt x="1029489" y="4729248"/>
                  </a:lnTo>
                  <a:lnTo>
                    <a:pt x="1029598" y="4729248"/>
                  </a:lnTo>
                  <a:lnTo>
                    <a:pt x="1029706" y="4729248"/>
                  </a:lnTo>
                  <a:lnTo>
                    <a:pt x="1029815" y="4729248"/>
                  </a:lnTo>
                  <a:lnTo>
                    <a:pt x="1029923" y="4729248"/>
                  </a:lnTo>
                  <a:lnTo>
                    <a:pt x="1030031" y="4729248"/>
                  </a:lnTo>
                  <a:lnTo>
                    <a:pt x="1030140" y="4729248"/>
                  </a:lnTo>
                  <a:lnTo>
                    <a:pt x="1030248" y="4729248"/>
                  </a:lnTo>
                  <a:lnTo>
                    <a:pt x="1030357" y="4729248"/>
                  </a:lnTo>
                  <a:lnTo>
                    <a:pt x="1030465" y="4729248"/>
                  </a:lnTo>
                  <a:lnTo>
                    <a:pt x="1030574" y="4729248"/>
                  </a:lnTo>
                  <a:lnTo>
                    <a:pt x="1030682" y="4729248"/>
                  </a:lnTo>
                  <a:lnTo>
                    <a:pt x="1030682" y="4728624"/>
                  </a:lnTo>
                  <a:lnTo>
                    <a:pt x="1030791" y="4728624"/>
                  </a:lnTo>
                  <a:lnTo>
                    <a:pt x="1030791" y="4728001"/>
                  </a:lnTo>
                  <a:lnTo>
                    <a:pt x="1030899" y="4728001"/>
                  </a:lnTo>
                  <a:lnTo>
                    <a:pt x="1031007" y="4728001"/>
                  </a:lnTo>
                  <a:lnTo>
                    <a:pt x="1031116" y="4728001"/>
                  </a:lnTo>
                  <a:lnTo>
                    <a:pt x="1031224" y="4728001"/>
                  </a:lnTo>
                  <a:lnTo>
                    <a:pt x="1031333" y="4728001"/>
                  </a:lnTo>
                  <a:lnTo>
                    <a:pt x="1031333" y="4727377"/>
                  </a:lnTo>
                  <a:lnTo>
                    <a:pt x="1031441" y="4727377"/>
                  </a:lnTo>
                  <a:lnTo>
                    <a:pt x="1031550" y="4727377"/>
                  </a:lnTo>
                  <a:lnTo>
                    <a:pt x="1031550" y="4726753"/>
                  </a:lnTo>
                  <a:lnTo>
                    <a:pt x="1031550" y="4726130"/>
                  </a:lnTo>
                  <a:lnTo>
                    <a:pt x="1031658" y="4726130"/>
                  </a:lnTo>
                  <a:lnTo>
                    <a:pt x="1031767" y="4726130"/>
                  </a:lnTo>
                  <a:lnTo>
                    <a:pt x="1031875" y="4726130"/>
                  </a:lnTo>
                  <a:lnTo>
                    <a:pt x="1031875" y="4725506"/>
                  </a:lnTo>
                  <a:lnTo>
                    <a:pt x="1031875" y="4724883"/>
                  </a:lnTo>
                  <a:lnTo>
                    <a:pt x="1031983" y="4724883"/>
                  </a:lnTo>
                  <a:lnTo>
                    <a:pt x="1032092" y="4724883"/>
                  </a:lnTo>
                  <a:lnTo>
                    <a:pt x="1032200" y="4724883"/>
                  </a:lnTo>
                  <a:lnTo>
                    <a:pt x="1032309" y="4724883"/>
                  </a:lnTo>
                  <a:lnTo>
                    <a:pt x="1032417" y="4724883"/>
                  </a:lnTo>
                  <a:lnTo>
                    <a:pt x="1032526" y="4724883"/>
                  </a:lnTo>
                  <a:lnTo>
                    <a:pt x="1032526" y="4724259"/>
                  </a:lnTo>
                  <a:lnTo>
                    <a:pt x="1032526" y="4723636"/>
                  </a:lnTo>
                  <a:lnTo>
                    <a:pt x="1032634" y="4723636"/>
                  </a:lnTo>
                  <a:lnTo>
                    <a:pt x="1032634" y="4723012"/>
                  </a:lnTo>
                  <a:lnTo>
                    <a:pt x="1032743" y="4723012"/>
                  </a:lnTo>
                  <a:lnTo>
                    <a:pt x="1032851" y="4723012"/>
                  </a:lnTo>
                  <a:lnTo>
                    <a:pt x="1032959" y="4723012"/>
                  </a:lnTo>
                  <a:lnTo>
                    <a:pt x="1032959" y="4722388"/>
                  </a:lnTo>
                  <a:lnTo>
                    <a:pt x="1032959" y="4721765"/>
                  </a:lnTo>
                  <a:lnTo>
                    <a:pt x="1033068" y="4721765"/>
                  </a:lnTo>
                  <a:lnTo>
                    <a:pt x="1033176" y="4721765"/>
                  </a:lnTo>
                  <a:lnTo>
                    <a:pt x="1033285" y="4721765"/>
                  </a:lnTo>
                  <a:lnTo>
                    <a:pt x="1033393" y="4721765"/>
                  </a:lnTo>
                  <a:lnTo>
                    <a:pt x="1033393" y="4721141"/>
                  </a:lnTo>
                  <a:lnTo>
                    <a:pt x="1033502" y="4721141"/>
                  </a:lnTo>
                  <a:lnTo>
                    <a:pt x="1033610" y="4721141"/>
                  </a:lnTo>
                  <a:lnTo>
                    <a:pt x="1033719" y="4721141"/>
                  </a:lnTo>
                  <a:lnTo>
                    <a:pt x="1033827" y="4721141"/>
                  </a:lnTo>
                  <a:lnTo>
                    <a:pt x="1033936" y="4721141"/>
                  </a:lnTo>
                  <a:lnTo>
                    <a:pt x="1034044" y="4721141"/>
                  </a:lnTo>
                  <a:lnTo>
                    <a:pt x="1034152" y="4721141"/>
                  </a:lnTo>
                  <a:lnTo>
                    <a:pt x="1034261" y="4721141"/>
                  </a:lnTo>
                  <a:lnTo>
                    <a:pt x="1034369" y="4721141"/>
                  </a:lnTo>
                  <a:lnTo>
                    <a:pt x="1034478" y="4721141"/>
                  </a:lnTo>
                  <a:lnTo>
                    <a:pt x="1034586" y="4721141"/>
                  </a:lnTo>
                  <a:lnTo>
                    <a:pt x="1034695" y="4721141"/>
                  </a:lnTo>
                  <a:lnTo>
                    <a:pt x="1034695" y="4720518"/>
                  </a:lnTo>
                  <a:lnTo>
                    <a:pt x="1034695" y="4719894"/>
                  </a:lnTo>
                  <a:lnTo>
                    <a:pt x="1034803" y="4719894"/>
                  </a:lnTo>
                  <a:lnTo>
                    <a:pt x="1034912" y="4719894"/>
                  </a:lnTo>
                  <a:lnTo>
                    <a:pt x="1034912" y="4719270"/>
                  </a:lnTo>
                  <a:lnTo>
                    <a:pt x="1035020" y="4719270"/>
                  </a:lnTo>
                  <a:lnTo>
                    <a:pt x="1035128" y="4719270"/>
                  </a:lnTo>
                  <a:lnTo>
                    <a:pt x="1035237" y="4719270"/>
                  </a:lnTo>
                  <a:lnTo>
                    <a:pt x="1035237" y="4718647"/>
                  </a:lnTo>
                  <a:lnTo>
                    <a:pt x="1035345" y="4718647"/>
                  </a:lnTo>
                  <a:lnTo>
                    <a:pt x="1035454" y="4718647"/>
                  </a:lnTo>
                  <a:lnTo>
                    <a:pt x="1035562" y="4718647"/>
                  </a:lnTo>
                  <a:lnTo>
                    <a:pt x="1035562" y="4718023"/>
                  </a:lnTo>
                  <a:lnTo>
                    <a:pt x="1035671" y="4718023"/>
                  </a:lnTo>
                  <a:lnTo>
                    <a:pt x="1035671" y="4717400"/>
                  </a:lnTo>
                  <a:lnTo>
                    <a:pt x="1035779" y="4717400"/>
                  </a:lnTo>
                  <a:lnTo>
                    <a:pt x="1035888" y="4717400"/>
                  </a:lnTo>
                  <a:lnTo>
                    <a:pt x="1035996" y="4717400"/>
                  </a:lnTo>
                  <a:lnTo>
                    <a:pt x="1036104" y="4717400"/>
                  </a:lnTo>
                  <a:lnTo>
                    <a:pt x="1036213" y="4717400"/>
                  </a:lnTo>
                  <a:lnTo>
                    <a:pt x="1036321" y="4717400"/>
                  </a:lnTo>
                  <a:lnTo>
                    <a:pt x="1036430" y="4717400"/>
                  </a:lnTo>
                  <a:lnTo>
                    <a:pt x="1036538" y="4717400"/>
                  </a:lnTo>
                  <a:lnTo>
                    <a:pt x="1036647" y="4717400"/>
                  </a:lnTo>
                  <a:lnTo>
                    <a:pt x="1036647" y="4716776"/>
                  </a:lnTo>
                  <a:lnTo>
                    <a:pt x="1036755" y="4716776"/>
                  </a:lnTo>
                  <a:lnTo>
                    <a:pt x="1036864" y="4716776"/>
                  </a:lnTo>
                  <a:lnTo>
                    <a:pt x="1036864" y="4716153"/>
                  </a:lnTo>
                  <a:lnTo>
                    <a:pt x="1036864" y="4715529"/>
                  </a:lnTo>
                  <a:lnTo>
                    <a:pt x="1036972" y="4715529"/>
                  </a:lnTo>
                  <a:lnTo>
                    <a:pt x="1036972" y="4714905"/>
                  </a:lnTo>
                  <a:lnTo>
                    <a:pt x="1037080" y="4714905"/>
                  </a:lnTo>
                  <a:lnTo>
                    <a:pt x="1037189" y="4714905"/>
                  </a:lnTo>
                  <a:lnTo>
                    <a:pt x="1037297" y="4714905"/>
                  </a:lnTo>
                  <a:lnTo>
                    <a:pt x="1037406" y="4714905"/>
                  </a:lnTo>
                  <a:lnTo>
                    <a:pt x="1037514" y="4714905"/>
                  </a:lnTo>
                  <a:lnTo>
                    <a:pt x="1037623" y="4714905"/>
                  </a:lnTo>
                  <a:lnTo>
                    <a:pt x="1037731" y="4714905"/>
                  </a:lnTo>
                  <a:lnTo>
                    <a:pt x="1037840" y="4714905"/>
                  </a:lnTo>
                  <a:lnTo>
                    <a:pt x="1037948" y="4714905"/>
                  </a:lnTo>
                  <a:lnTo>
                    <a:pt x="1038057" y="4714905"/>
                  </a:lnTo>
                  <a:lnTo>
                    <a:pt x="1038165" y="4714905"/>
                  </a:lnTo>
                  <a:lnTo>
                    <a:pt x="1038273" y="4714905"/>
                  </a:lnTo>
                  <a:lnTo>
                    <a:pt x="1038382" y="4714905"/>
                  </a:lnTo>
                  <a:lnTo>
                    <a:pt x="1038490" y="4714905"/>
                  </a:lnTo>
                  <a:lnTo>
                    <a:pt x="1038599" y="4714905"/>
                  </a:lnTo>
                  <a:lnTo>
                    <a:pt x="1038707" y="4714905"/>
                  </a:lnTo>
                  <a:lnTo>
                    <a:pt x="1038816" y="4714905"/>
                  </a:lnTo>
                  <a:lnTo>
                    <a:pt x="1038924" y="4714905"/>
                  </a:lnTo>
                  <a:lnTo>
                    <a:pt x="1038924" y="4714282"/>
                  </a:lnTo>
                  <a:lnTo>
                    <a:pt x="1039033" y="4714282"/>
                  </a:lnTo>
                  <a:lnTo>
                    <a:pt x="1039141" y="4714282"/>
                  </a:lnTo>
                  <a:lnTo>
                    <a:pt x="1039249" y="4714282"/>
                  </a:lnTo>
                  <a:lnTo>
                    <a:pt x="1039358" y="4714282"/>
                  </a:lnTo>
                  <a:lnTo>
                    <a:pt x="1039466" y="4714282"/>
                  </a:lnTo>
                  <a:lnTo>
                    <a:pt x="1039575" y="4714282"/>
                  </a:lnTo>
                  <a:lnTo>
                    <a:pt x="1039683" y="4714282"/>
                  </a:lnTo>
                  <a:lnTo>
                    <a:pt x="1039792" y="4714282"/>
                  </a:lnTo>
                  <a:lnTo>
                    <a:pt x="1039900" y="4714282"/>
                  </a:lnTo>
                  <a:lnTo>
                    <a:pt x="1040009" y="4714282"/>
                  </a:lnTo>
                  <a:lnTo>
                    <a:pt x="1040117" y="4714282"/>
                  </a:lnTo>
                  <a:lnTo>
                    <a:pt x="1040225" y="4714282"/>
                  </a:lnTo>
                  <a:lnTo>
                    <a:pt x="1040334" y="4714282"/>
                  </a:lnTo>
                  <a:lnTo>
                    <a:pt x="1040334" y="4713658"/>
                  </a:lnTo>
                  <a:lnTo>
                    <a:pt x="1040442" y="4713658"/>
                  </a:lnTo>
                  <a:lnTo>
                    <a:pt x="1040551" y="4713658"/>
                  </a:lnTo>
                  <a:lnTo>
                    <a:pt x="1040659" y="4713658"/>
                  </a:lnTo>
                  <a:lnTo>
                    <a:pt x="1040768" y="4713658"/>
                  </a:lnTo>
                  <a:lnTo>
                    <a:pt x="1040876" y="4713658"/>
                  </a:lnTo>
                  <a:lnTo>
                    <a:pt x="1040985" y="4713658"/>
                  </a:lnTo>
                  <a:lnTo>
                    <a:pt x="1041093" y="4713658"/>
                  </a:lnTo>
                  <a:lnTo>
                    <a:pt x="1041201" y="4713658"/>
                  </a:lnTo>
                  <a:lnTo>
                    <a:pt x="1041310" y="4713658"/>
                  </a:lnTo>
                  <a:lnTo>
                    <a:pt x="1041418" y="4713658"/>
                  </a:lnTo>
                  <a:lnTo>
                    <a:pt x="1041527" y="4713658"/>
                  </a:lnTo>
                  <a:lnTo>
                    <a:pt x="1041635" y="4713658"/>
                  </a:lnTo>
                  <a:lnTo>
                    <a:pt x="1041744" y="4713658"/>
                  </a:lnTo>
                  <a:lnTo>
                    <a:pt x="1041852" y="4713658"/>
                  </a:lnTo>
                  <a:lnTo>
                    <a:pt x="1041961" y="4713658"/>
                  </a:lnTo>
                  <a:lnTo>
                    <a:pt x="1042069" y="4713658"/>
                  </a:lnTo>
                  <a:lnTo>
                    <a:pt x="1042178" y="4713658"/>
                  </a:lnTo>
                  <a:lnTo>
                    <a:pt x="1042286" y="4713658"/>
                  </a:lnTo>
                  <a:lnTo>
                    <a:pt x="1042394" y="4713658"/>
                  </a:lnTo>
                  <a:lnTo>
                    <a:pt x="1042394" y="4713035"/>
                  </a:lnTo>
                  <a:lnTo>
                    <a:pt x="1042503" y="4713035"/>
                  </a:lnTo>
                  <a:lnTo>
                    <a:pt x="1042611" y="4713035"/>
                  </a:lnTo>
                  <a:lnTo>
                    <a:pt x="1042720" y="4713035"/>
                  </a:lnTo>
                  <a:lnTo>
                    <a:pt x="1042828" y="4713035"/>
                  </a:lnTo>
                  <a:lnTo>
                    <a:pt x="1042937" y="4713035"/>
                  </a:lnTo>
                  <a:lnTo>
                    <a:pt x="1042937" y="4712411"/>
                  </a:lnTo>
                  <a:lnTo>
                    <a:pt x="1043045" y="4712411"/>
                  </a:lnTo>
                  <a:lnTo>
                    <a:pt x="1043154" y="4712411"/>
                  </a:lnTo>
                  <a:lnTo>
                    <a:pt x="1043262" y="4712411"/>
                  </a:lnTo>
                  <a:lnTo>
                    <a:pt x="1043370" y="4712411"/>
                  </a:lnTo>
                  <a:lnTo>
                    <a:pt x="1043479" y="4712411"/>
                  </a:lnTo>
                  <a:lnTo>
                    <a:pt x="1043479" y="4711788"/>
                  </a:lnTo>
                  <a:lnTo>
                    <a:pt x="1043587" y="4711788"/>
                  </a:lnTo>
                  <a:lnTo>
                    <a:pt x="1043587" y="4711164"/>
                  </a:lnTo>
                  <a:lnTo>
                    <a:pt x="1043696" y="4711164"/>
                  </a:lnTo>
                  <a:lnTo>
                    <a:pt x="1043804" y="4711164"/>
                  </a:lnTo>
                  <a:lnTo>
                    <a:pt x="1043913" y="4711164"/>
                  </a:lnTo>
                  <a:lnTo>
                    <a:pt x="1044021" y="4711164"/>
                  </a:lnTo>
                  <a:lnTo>
                    <a:pt x="1044130" y="4711164"/>
                  </a:lnTo>
                  <a:lnTo>
                    <a:pt x="1044238" y="4711164"/>
                  </a:lnTo>
                  <a:lnTo>
                    <a:pt x="1044238" y="4710540"/>
                  </a:lnTo>
                  <a:lnTo>
                    <a:pt x="1044346" y="4710540"/>
                  </a:lnTo>
                  <a:lnTo>
                    <a:pt x="1044346" y="4709917"/>
                  </a:lnTo>
                  <a:lnTo>
                    <a:pt x="1044346" y="4709293"/>
                  </a:lnTo>
                  <a:lnTo>
                    <a:pt x="1044455" y="4709293"/>
                  </a:lnTo>
                  <a:lnTo>
                    <a:pt x="1044563" y="4709293"/>
                  </a:lnTo>
                  <a:lnTo>
                    <a:pt x="1044672" y="4709293"/>
                  </a:lnTo>
                  <a:lnTo>
                    <a:pt x="1044780" y="4709293"/>
                  </a:lnTo>
                  <a:lnTo>
                    <a:pt x="1044889" y="4709293"/>
                  </a:lnTo>
                  <a:lnTo>
                    <a:pt x="1044997" y="4709293"/>
                  </a:lnTo>
                  <a:lnTo>
                    <a:pt x="1045106" y="4709293"/>
                  </a:lnTo>
                  <a:lnTo>
                    <a:pt x="1045214" y="4709293"/>
                  </a:lnTo>
                  <a:lnTo>
                    <a:pt x="1045322" y="4709293"/>
                  </a:lnTo>
                  <a:lnTo>
                    <a:pt x="1045322" y="4708670"/>
                  </a:lnTo>
                  <a:lnTo>
                    <a:pt x="1045322" y="4708046"/>
                  </a:lnTo>
                  <a:lnTo>
                    <a:pt x="1045322" y="4707422"/>
                  </a:lnTo>
                  <a:lnTo>
                    <a:pt x="1045431" y="4707422"/>
                  </a:lnTo>
                  <a:lnTo>
                    <a:pt x="1045539" y="4707422"/>
                  </a:lnTo>
                  <a:lnTo>
                    <a:pt x="1045539" y="4706799"/>
                  </a:lnTo>
                  <a:lnTo>
                    <a:pt x="1045648" y="4706799"/>
                  </a:lnTo>
                  <a:lnTo>
                    <a:pt x="1045756" y="4706799"/>
                  </a:lnTo>
                  <a:lnTo>
                    <a:pt x="1045865" y="4706799"/>
                  </a:lnTo>
                  <a:lnTo>
                    <a:pt x="1045973" y="4706799"/>
                  </a:lnTo>
                  <a:lnTo>
                    <a:pt x="1046082" y="4706799"/>
                  </a:lnTo>
                  <a:lnTo>
                    <a:pt x="1046190" y="4706799"/>
                  </a:lnTo>
                  <a:lnTo>
                    <a:pt x="1046299" y="4706799"/>
                  </a:lnTo>
                  <a:lnTo>
                    <a:pt x="1046299" y="4706175"/>
                  </a:lnTo>
                  <a:lnTo>
                    <a:pt x="1046407" y="4706175"/>
                  </a:lnTo>
                  <a:lnTo>
                    <a:pt x="1046515" y="4706175"/>
                  </a:lnTo>
                  <a:lnTo>
                    <a:pt x="1046624" y="4706175"/>
                  </a:lnTo>
                  <a:lnTo>
                    <a:pt x="1046732" y="4706175"/>
                  </a:lnTo>
                  <a:lnTo>
                    <a:pt x="1046841" y="4706175"/>
                  </a:lnTo>
                  <a:lnTo>
                    <a:pt x="1046949" y="4706175"/>
                  </a:lnTo>
                  <a:lnTo>
                    <a:pt x="1046949" y="4705552"/>
                  </a:lnTo>
                  <a:lnTo>
                    <a:pt x="1047058" y="4705552"/>
                  </a:lnTo>
                  <a:lnTo>
                    <a:pt x="1047166" y="4705552"/>
                  </a:lnTo>
                  <a:lnTo>
                    <a:pt x="1047275" y="4705552"/>
                  </a:lnTo>
                  <a:lnTo>
                    <a:pt x="1047383" y="4705552"/>
                  </a:lnTo>
                  <a:lnTo>
                    <a:pt x="1047491" y="4705552"/>
                  </a:lnTo>
                  <a:lnTo>
                    <a:pt x="1047600" y="4705552"/>
                  </a:lnTo>
                  <a:lnTo>
                    <a:pt x="1047708" y="4705552"/>
                  </a:lnTo>
                  <a:lnTo>
                    <a:pt x="1047708" y="4704928"/>
                  </a:lnTo>
                  <a:lnTo>
                    <a:pt x="1047817" y="4704928"/>
                  </a:lnTo>
                  <a:lnTo>
                    <a:pt x="1047925" y="4704928"/>
                  </a:lnTo>
                  <a:lnTo>
                    <a:pt x="1048034" y="4704928"/>
                  </a:lnTo>
                  <a:lnTo>
                    <a:pt x="1048142" y="4704928"/>
                  </a:lnTo>
                  <a:lnTo>
                    <a:pt x="1048251" y="4704928"/>
                  </a:lnTo>
                  <a:lnTo>
                    <a:pt x="1048359" y="4704928"/>
                  </a:lnTo>
                  <a:lnTo>
                    <a:pt x="1048467" y="4704928"/>
                  </a:lnTo>
                  <a:lnTo>
                    <a:pt x="1048576" y="4704928"/>
                  </a:lnTo>
                  <a:lnTo>
                    <a:pt x="1048684" y="4704928"/>
                  </a:lnTo>
                  <a:lnTo>
                    <a:pt x="1048793" y="4704928"/>
                  </a:lnTo>
                  <a:lnTo>
                    <a:pt x="1048901" y="4704928"/>
                  </a:lnTo>
                  <a:lnTo>
                    <a:pt x="1049010" y="4704928"/>
                  </a:lnTo>
                  <a:lnTo>
                    <a:pt x="1049010" y="4704305"/>
                  </a:lnTo>
                  <a:lnTo>
                    <a:pt x="1049118" y="4704305"/>
                  </a:lnTo>
                  <a:lnTo>
                    <a:pt x="1049227" y="4704305"/>
                  </a:lnTo>
                  <a:lnTo>
                    <a:pt x="1049335" y="4704305"/>
                  </a:lnTo>
                  <a:lnTo>
                    <a:pt x="1049443" y="4704305"/>
                  </a:lnTo>
                  <a:lnTo>
                    <a:pt x="1049552" y="4704305"/>
                  </a:lnTo>
                  <a:lnTo>
                    <a:pt x="1049660" y="4704305"/>
                  </a:lnTo>
                  <a:lnTo>
                    <a:pt x="1049769" y="4704305"/>
                  </a:lnTo>
                  <a:lnTo>
                    <a:pt x="1049877" y="4704305"/>
                  </a:lnTo>
                  <a:lnTo>
                    <a:pt x="1049986" y="4704305"/>
                  </a:lnTo>
                  <a:lnTo>
                    <a:pt x="1050094" y="4704305"/>
                  </a:lnTo>
                  <a:lnTo>
                    <a:pt x="1050094" y="4703681"/>
                  </a:lnTo>
                  <a:lnTo>
                    <a:pt x="1050203" y="4703681"/>
                  </a:lnTo>
                  <a:lnTo>
                    <a:pt x="1050311" y="4703681"/>
                  </a:lnTo>
                  <a:lnTo>
                    <a:pt x="1050420" y="4703681"/>
                  </a:lnTo>
                  <a:lnTo>
                    <a:pt x="1050528" y="4703681"/>
                  </a:lnTo>
                  <a:lnTo>
                    <a:pt x="1050636" y="4703681"/>
                  </a:lnTo>
                  <a:lnTo>
                    <a:pt x="1050745" y="4703681"/>
                  </a:lnTo>
                  <a:lnTo>
                    <a:pt x="1050853" y="4703681"/>
                  </a:lnTo>
                  <a:lnTo>
                    <a:pt x="1050853" y="4703057"/>
                  </a:lnTo>
                  <a:lnTo>
                    <a:pt x="1050962" y="4703057"/>
                  </a:lnTo>
                  <a:lnTo>
                    <a:pt x="1051070" y="4703057"/>
                  </a:lnTo>
                  <a:lnTo>
                    <a:pt x="1051179" y="4703057"/>
                  </a:lnTo>
                  <a:lnTo>
                    <a:pt x="1051287" y="4703057"/>
                  </a:lnTo>
                  <a:lnTo>
                    <a:pt x="1051396" y="4703057"/>
                  </a:lnTo>
                  <a:lnTo>
                    <a:pt x="1051504" y="4703057"/>
                  </a:lnTo>
                  <a:lnTo>
                    <a:pt x="1051612" y="4703057"/>
                  </a:lnTo>
                  <a:lnTo>
                    <a:pt x="1051721" y="4703057"/>
                  </a:lnTo>
                  <a:lnTo>
                    <a:pt x="1051829" y="4703057"/>
                  </a:lnTo>
                  <a:lnTo>
                    <a:pt x="1051938" y="4703057"/>
                  </a:lnTo>
                  <a:lnTo>
                    <a:pt x="1051938" y="4702434"/>
                  </a:lnTo>
                  <a:lnTo>
                    <a:pt x="1052046" y="4702434"/>
                  </a:lnTo>
                  <a:lnTo>
                    <a:pt x="1052155" y="4702434"/>
                  </a:lnTo>
                  <a:lnTo>
                    <a:pt x="1052263" y="4702434"/>
                  </a:lnTo>
                  <a:lnTo>
                    <a:pt x="1052372" y="4702434"/>
                  </a:lnTo>
                  <a:lnTo>
                    <a:pt x="1052480" y="4702434"/>
                  </a:lnTo>
                  <a:lnTo>
                    <a:pt x="1052588" y="4702434"/>
                  </a:lnTo>
                  <a:lnTo>
                    <a:pt x="1052588" y="4701810"/>
                  </a:lnTo>
                  <a:lnTo>
                    <a:pt x="1052697" y="4701810"/>
                  </a:lnTo>
                  <a:lnTo>
                    <a:pt x="1052697" y="4701187"/>
                  </a:lnTo>
                  <a:lnTo>
                    <a:pt x="1052697" y="4700563"/>
                  </a:lnTo>
                  <a:lnTo>
                    <a:pt x="1052805" y="4700563"/>
                  </a:lnTo>
                  <a:lnTo>
                    <a:pt x="1052914" y="4700563"/>
                  </a:lnTo>
                  <a:lnTo>
                    <a:pt x="1053022" y="4700563"/>
                  </a:lnTo>
                  <a:lnTo>
                    <a:pt x="1053131" y="4700563"/>
                  </a:lnTo>
                  <a:lnTo>
                    <a:pt x="1053239" y="4700563"/>
                  </a:lnTo>
                  <a:lnTo>
                    <a:pt x="1053348" y="4700563"/>
                  </a:lnTo>
                  <a:lnTo>
                    <a:pt x="1053456" y="4700563"/>
                  </a:lnTo>
                  <a:lnTo>
                    <a:pt x="1053564" y="4700563"/>
                  </a:lnTo>
                  <a:lnTo>
                    <a:pt x="1053673" y="4700563"/>
                  </a:lnTo>
                  <a:lnTo>
                    <a:pt x="1053781" y="4700563"/>
                  </a:lnTo>
                  <a:lnTo>
                    <a:pt x="1053890" y="4700563"/>
                  </a:lnTo>
                  <a:lnTo>
                    <a:pt x="1053890" y="4699939"/>
                  </a:lnTo>
                  <a:lnTo>
                    <a:pt x="1053998" y="4699939"/>
                  </a:lnTo>
                  <a:lnTo>
                    <a:pt x="1054107" y="4699939"/>
                  </a:lnTo>
                  <a:lnTo>
                    <a:pt x="1054215" y="4699939"/>
                  </a:lnTo>
                  <a:lnTo>
                    <a:pt x="1054324" y="4699939"/>
                  </a:lnTo>
                  <a:lnTo>
                    <a:pt x="1054324" y="4699316"/>
                  </a:lnTo>
                  <a:lnTo>
                    <a:pt x="1054432" y="4699316"/>
                  </a:lnTo>
                  <a:lnTo>
                    <a:pt x="1054541" y="4699316"/>
                  </a:lnTo>
                  <a:lnTo>
                    <a:pt x="1054649" y="4699316"/>
                  </a:lnTo>
                  <a:lnTo>
                    <a:pt x="1054757" y="4699316"/>
                  </a:lnTo>
                  <a:lnTo>
                    <a:pt x="1054866" y="4699316"/>
                  </a:lnTo>
                  <a:lnTo>
                    <a:pt x="1054974" y="4699316"/>
                  </a:lnTo>
                  <a:lnTo>
                    <a:pt x="1055083" y="4699316"/>
                  </a:lnTo>
                  <a:lnTo>
                    <a:pt x="1055191" y="4699316"/>
                  </a:lnTo>
                  <a:lnTo>
                    <a:pt x="1055300" y="4699316"/>
                  </a:lnTo>
                  <a:lnTo>
                    <a:pt x="1055408" y="4699316"/>
                  </a:lnTo>
                  <a:lnTo>
                    <a:pt x="1055517" y="4699316"/>
                  </a:lnTo>
                  <a:lnTo>
                    <a:pt x="1055625" y="4699316"/>
                  </a:lnTo>
                  <a:lnTo>
                    <a:pt x="1055733" y="4699316"/>
                  </a:lnTo>
                  <a:lnTo>
                    <a:pt x="1055842" y="4699316"/>
                  </a:lnTo>
                  <a:lnTo>
                    <a:pt x="1055842" y="4698692"/>
                  </a:lnTo>
                  <a:lnTo>
                    <a:pt x="1055950" y="4698692"/>
                  </a:lnTo>
                  <a:lnTo>
                    <a:pt x="1056059" y="4698692"/>
                  </a:lnTo>
                  <a:lnTo>
                    <a:pt x="1056167" y="4698692"/>
                  </a:lnTo>
                  <a:lnTo>
                    <a:pt x="1056276" y="4698692"/>
                  </a:lnTo>
                  <a:lnTo>
                    <a:pt x="1056384" y="4698692"/>
                  </a:lnTo>
                  <a:lnTo>
                    <a:pt x="1056493" y="4698692"/>
                  </a:lnTo>
                  <a:lnTo>
                    <a:pt x="1056601" y="4698692"/>
                  </a:lnTo>
                  <a:lnTo>
                    <a:pt x="1056709" y="4698692"/>
                  </a:lnTo>
                  <a:lnTo>
                    <a:pt x="1056818" y="4698692"/>
                  </a:lnTo>
                  <a:lnTo>
                    <a:pt x="1056926" y="4698692"/>
                  </a:lnTo>
                  <a:lnTo>
                    <a:pt x="1057035" y="4698692"/>
                  </a:lnTo>
                  <a:lnTo>
                    <a:pt x="1057143" y="4698692"/>
                  </a:lnTo>
                  <a:lnTo>
                    <a:pt x="1057143" y="4698069"/>
                  </a:lnTo>
                  <a:lnTo>
                    <a:pt x="1057252" y="4698069"/>
                  </a:lnTo>
                  <a:lnTo>
                    <a:pt x="1057360" y="4698069"/>
                  </a:lnTo>
                  <a:lnTo>
                    <a:pt x="1057469" y="4698069"/>
                  </a:lnTo>
                  <a:lnTo>
                    <a:pt x="1057577" y="4698069"/>
                  </a:lnTo>
                  <a:lnTo>
                    <a:pt x="1057685" y="4698069"/>
                  </a:lnTo>
                  <a:lnTo>
                    <a:pt x="1057794" y="4698069"/>
                  </a:lnTo>
                  <a:lnTo>
                    <a:pt x="1057794" y="4697445"/>
                  </a:lnTo>
                  <a:lnTo>
                    <a:pt x="1057794" y="4696822"/>
                  </a:lnTo>
                  <a:lnTo>
                    <a:pt x="1057902" y="4696822"/>
                  </a:lnTo>
                  <a:lnTo>
                    <a:pt x="1057902" y="4696198"/>
                  </a:lnTo>
                  <a:lnTo>
                    <a:pt x="1058011" y="4696198"/>
                  </a:lnTo>
                  <a:lnTo>
                    <a:pt x="1058119" y="4696198"/>
                  </a:lnTo>
                  <a:lnTo>
                    <a:pt x="1058228" y="4696198"/>
                  </a:lnTo>
                  <a:lnTo>
                    <a:pt x="1058336" y="4696198"/>
                  </a:lnTo>
                  <a:lnTo>
                    <a:pt x="1058336" y="4695574"/>
                  </a:lnTo>
                  <a:lnTo>
                    <a:pt x="1058336" y="4694951"/>
                  </a:lnTo>
                  <a:lnTo>
                    <a:pt x="1058336" y="4694327"/>
                  </a:lnTo>
                  <a:lnTo>
                    <a:pt x="1058336" y="4693704"/>
                  </a:lnTo>
                  <a:lnTo>
                    <a:pt x="1058445" y="4693704"/>
                  </a:lnTo>
                  <a:lnTo>
                    <a:pt x="1058553" y="4693704"/>
                  </a:lnTo>
                  <a:lnTo>
                    <a:pt x="1058661" y="4693704"/>
                  </a:lnTo>
                  <a:lnTo>
                    <a:pt x="1058770" y="4693704"/>
                  </a:lnTo>
                  <a:lnTo>
                    <a:pt x="1058878" y="4693704"/>
                  </a:lnTo>
                  <a:lnTo>
                    <a:pt x="1058987" y="4693704"/>
                  </a:lnTo>
                  <a:lnTo>
                    <a:pt x="1059095" y="4693704"/>
                  </a:lnTo>
                  <a:lnTo>
                    <a:pt x="1059204" y="4693704"/>
                  </a:lnTo>
                  <a:lnTo>
                    <a:pt x="1059204" y="4693080"/>
                  </a:lnTo>
                  <a:lnTo>
                    <a:pt x="1059204" y="4692456"/>
                  </a:lnTo>
                  <a:lnTo>
                    <a:pt x="1059312" y="4692456"/>
                  </a:lnTo>
                  <a:lnTo>
                    <a:pt x="1059312" y="4691833"/>
                  </a:lnTo>
                  <a:lnTo>
                    <a:pt x="1059312" y="4691209"/>
                  </a:lnTo>
                  <a:lnTo>
                    <a:pt x="1059421" y="4691209"/>
                  </a:lnTo>
                  <a:lnTo>
                    <a:pt x="1059529" y="4691209"/>
                  </a:lnTo>
                  <a:lnTo>
                    <a:pt x="1059638" y="4691209"/>
                  </a:lnTo>
                  <a:lnTo>
                    <a:pt x="1059746" y="4691209"/>
                  </a:lnTo>
                  <a:lnTo>
                    <a:pt x="1059746" y="4690586"/>
                  </a:lnTo>
                  <a:lnTo>
                    <a:pt x="1059854" y="4690586"/>
                  </a:lnTo>
                  <a:lnTo>
                    <a:pt x="1059963" y="4690586"/>
                  </a:lnTo>
                  <a:lnTo>
                    <a:pt x="1059963" y="4689962"/>
                  </a:lnTo>
                  <a:lnTo>
                    <a:pt x="1060071" y="4689962"/>
                  </a:lnTo>
                  <a:lnTo>
                    <a:pt x="1060071" y="4689339"/>
                  </a:lnTo>
                  <a:lnTo>
                    <a:pt x="1060180" y="4689339"/>
                  </a:lnTo>
                  <a:lnTo>
                    <a:pt x="1060288" y="4689339"/>
                  </a:lnTo>
                  <a:lnTo>
                    <a:pt x="1060397" y="4689339"/>
                  </a:lnTo>
                  <a:lnTo>
                    <a:pt x="1060505" y="4689339"/>
                  </a:lnTo>
                  <a:lnTo>
                    <a:pt x="1060505" y="4688715"/>
                  </a:lnTo>
                  <a:lnTo>
                    <a:pt x="1060614" y="4688715"/>
                  </a:lnTo>
                  <a:lnTo>
                    <a:pt x="1060614" y="4688091"/>
                  </a:lnTo>
                  <a:lnTo>
                    <a:pt x="1060722" y="4688091"/>
                  </a:lnTo>
                  <a:lnTo>
                    <a:pt x="1060722" y="4687468"/>
                  </a:lnTo>
                  <a:lnTo>
                    <a:pt x="1060830" y="4687468"/>
                  </a:lnTo>
                  <a:lnTo>
                    <a:pt x="1060939" y="4687468"/>
                  </a:lnTo>
                  <a:lnTo>
                    <a:pt x="1060939" y="4686844"/>
                  </a:lnTo>
                  <a:lnTo>
                    <a:pt x="1061047" y="4686844"/>
                  </a:lnTo>
                  <a:lnTo>
                    <a:pt x="1061156" y="4686844"/>
                  </a:lnTo>
                  <a:lnTo>
                    <a:pt x="1061264" y="4686844"/>
                  </a:lnTo>
                  <a:lnTo>
                    <a:pt x="1061373" y="4686844"/>
                  </a:lnTo>
                  <a:lnTo>
                    <a:pt x="1061481" y="4686844"/>
                  </a:lnTo>
                  <a:lnTo>
                    <a:pt x="1061590" y="4686844"/>
                  </a:lnTo>
                  <a:lnTo>
                    <a:pt x="1061698" y="4686844"/>
                  </a:lnTo>
                  <a:lnTo>
                    <a:pt x="1061806" y="4686844"/>
                  </a:lnTo>
                  <a:lnTo>
                    <a:pt x="1061806" y="4686221"/>
                  </a:lnTo>
                  <a:lnTo>
                    <a:pt x="1061806" y="4685597"/>
                  </a:lnTo>
                  <a:lnTo>
                    <a:pt x="1061915" y="4685597"/>
                  </a:lnTo>
                  <a:lnTo>
                    <a:pt x="1062023" y="4685597"/>
                  </a:lnTo>
                  <a:lnTo>
                    <a:pt x="1062132" y="4685597"/>
                  </a:lnTo>
                  <a:lnTo>
                    <a:pt x="1062240" y="4685597"/>
                  </a:lnTo>
                  <a:lnTo>
                    <a:pt x="1062240" y="4684973"/>
                  </a:lnTo>
                  <a:lnTo>
                    <a:pt x="1062349" y="4684973"/>
                  </a:lnTo>
                  <a:lnTo>
                    <a:pt x="1062457" y="4684973"/>
                  </a:lnTo>
                  <a:lnTo>
                    <a:pt x="1062566" y="4684973"/>
                  </a:lnTo>
                  <a:lnTo>
                    <a:pt x="1062674" y="4684973"/>
                  </a:lnTo>
                  <a:lnTo>
                    <a:pt x="1062782" y="4684973"/>
                  </a:lnTo>
                  <a:lnTo>
                    <a:pt x="1062891" y="4684973"/>
                  </a:lnTo>
                  <a:lnTo>
                    <a:pt x="1062999" y="4684973"/>
                  </a:lnTo>
                  <a:lnTo>
                    <a:pt x="1062999" y="4684350"/>
                  </a:lnTo>
                  <a:lnTo>
                    <a:pt x="1063108" y="4684350"/>
                  </a:lnTo>
                  <a:lnTo>
                    <a:pt x="1063216" y="4684350"/>
                  </a:lnTo>
                  <a:lnTo>
                    <a:pt x="1063325" y="4684350"/>
                  </a:lnTo>
                  <a:lnTo>
                    <a:pt x="1063325" y="4683726"/>
                  </a:lnTo>
                  <a:lnTo>
                    <a:pt x="1063325" y="4683103"/>
                  </a:lnTo>
                  <a:lnTo>
                    <a:pt x="1063325" y="4682479"/>
                  </a:lnTo>
                  <a:lnTo>
                    <a:pt x="1063433" y="4682479"/>
                  </a:lnTo>
                  <a:lnTo>
                    <a:pt x="1063542" y="4682479"/>
                  </a:lnTo>
                  <a:lnTo>
                    <a:pt x="1063542" y="4681856"/>
                  </a:lnTo>
                  <a:lnTo>
                    <a:pt x="1063650" y="4681856"/>
                  </a:lnTo>
                  <a:lnTo>
                    <a:pt x="1063650" y="4681232"/>
                  </a:lnTo>
                  <a:lnTo>
                    <a:pt x="1063650" y="4680608"/>
                  </a:lnTo>
                  <a:lnTo>
                    <a:pt x="1063759" y="4680608"/>
                  </a:lnTo>
                  <a:lnTo>
                    <a:pt x="1063867" y="4680608"/>
                  </a:lnTo>
                  <a:lnTo>
                    <a:pt x="1063975" y="4680608"/>
                  </a:lnTo>
                  <a:lnTo>
                    <a:pt x="1064084" y="4680608"/>
                  </a:lnTo>
                  <a:lnTo>
                    <a:pt x="1064192" y="4680608"/>
                  </a:lnTo>
                  <a:lnTo>
                    <a:pt x="1064301" y="4680608"/>
                  </a:lnTo>
                  <a:lnTo>
                    <a:pt x="1064409" y="4680608"/>
                  </a:lnTo>
                  <a:lnTo>
                    <a:pt x="1064409" y="4679985"/>
                  </a:lnTo>
                  <a:lnTo>
                    <a:pt x="1064409" y="4679361"/>
                  </a:lnTo>
                  <a:lnTo>
                    <a:pt x="1064409" y="4678738"/>
                  </a:lnTo>
                  <a:lnTo>
                    <a:pt x="1064518" y="4678738"/>
                  </a:lnTo>
                  <a:lnTo>
                    <a:pt x="1064626" y="4678738"/>
                  </a:lnTo>
                  <a:lnTo>
                    <a:pt x="1064735" y="4678738"/>
                  </a:lnTo>
                  <a:lnTo>
                    <a:pt x="1064843" y="4678738"/>
                  </a:lnTo>
                  <a:lnTo>
                    <a:pt x="1064951" y="4678738"/>
                  </a:lnTo>
                  <a:lnTo>
                    <a:pt x="1065060" y="4678738"/>
                  </a:lnTo>
                  <a:lnTo>
                    <a:pt x="1065060" y="4678114"/>
                  </a:lnTo>
                  <a:lnTo>
                    <a:pt x="1065168" y="4678114"/>
                  </a:lnTo>
                  <a:lnTo>
                    <a:pt x="1065277" y="4678114"/>
                  </a:lnTo>
                  <a:lnTo>
                    <a:pt x="1065385" y="4678114"/>
                  </a:lnTo>
                  <a:lnTo>
                    <a:pt x="1065494" y="4678114"/>
                  </a:lnTo>
                  <a:lnTo>
                    <a:pt x="1065602" y="4678114"/>
                  </a:lnTo>
                  <a:lnTo>
                    <a:pt x="1065711" y="4678114"/>
                  </a:lnTo>
                  <a:lnTo>
                    <a:pt x="1065819" y="4678114"/>
                  </a:lnTo>
                  <a:lnTo>
                    <a:pt x="1065927" y="4678114"/>
                  </a:lnTo>
                  <a:lnTo>
                    <a:pt x="1066036" y="4678114"/>
                  </a:lnTo>
                  <a:lnTo>
                    <a:pt x="1066036" y="4677490"/>
                  </a:lnTo>
                  <a:lnTo>
                    <a:pt x="1066144" y="4677490"/>
                  </a:lnTo>
                  <a:lnTo>
                    <a:pt x="1066144" y="4676867"/>
                  </a:lnTo>
                  <a:lnTo>
                    <a:pt x="1066144" y="4676243"/>
                  </a:lnTo>
                  <a:lnTo>
                    <a:pt x="1066253" y="4676243"/>
                  </a:lnTo>
                  <a:lnTo>
                    <a:pt x="1066253" y="4675620"/>
                  </a:lnTo>
                  <a:lnTo>
                    <a:pt x="1066361" y="4675620"/>
                  </a:lnTo>
                  <a:lnTo>
                    <a:pt x="1066361" y="4674996"/>
                  </a:lnTo>
                  <a:lnTo>
                    <a:pt x="1066470" y="4674996"/>
                  </a:lnTo>
                  <a:lnTo>
                    <a:pt x="1066578" y="4674996"/>
                  </a:lnTo>
                  <a:lnTo>
                    <a:pt x="1066687" y="4674996"/>
                  </a:lnTo>
                  <a:lnTo>
                    <a:pt x="1066795" y="4674996"/>
                  </a:lnTo>
                  <a:lnTo>
                    <a:pt x="1066903" y="4674996"/>
                  </a:lnTo>
                  <a:lnTo>
                    <a:pt x="1067012" y="4674996"/>
                  </a:lnTo>
                  <a:lnTo>
                    <a:pt x="1067120" y="4674996"/>
                  </a:lnTo>
                  <a:lnTo>
                    <a:pt x="1067120" y="4674373"/>
                  </a:lnTo>
                  <a:lnTo>
                    <a:pt x="1067229" y="4674373"/>
                  </a:lnTo>
                  <a:lnTo>
                    <a:pt x="1067337" y="4674373"/>
                  </a:lnTo>
                  <a:lnTo>
                    <a:pt x="1067446" y="4674373"/>
                  </a:lnTo>
                  <a:lnTo>
                    <a:pt x="1067554" y="4674373"/>
                  </a:lnTo>
                  <a:lnTo>
                    <a:pt x="1067663" y="4674373"/>
                  </a:lnTo>
                  <a:lnTo>
                    <a:pt x="1067771" y="4674373"/>
                  </a:lnTo>
                  <a:lnTo>
                    <a:pt x="1067880" y="4674373"/>
                  </a:lnTo>
                  <a:lnTo>
                    <a:pt x="1067988" y="4674373"/>
                  </a:lnTo>
                  <a:lnTo>
                    <a:pt x="1068096" y="4674373"/>
                  </a:lnTo>
                  <a:lnTo>
                    <a:pt x="1068205" y="4674373"/>
                  </a:lnTo>
                  <a:lnTo>
                    <a:pt x="1068313" y="4674373"/>
                  </a:lnTo>
                  <a:lnTo>
                    <a:pt x="1068313" y="4673749"/>
                  </a:lnTo>
                  <a:lnTo>
                    <a:pt x="1068422" y="4673749"/>
                  </a:lnTo>
                  <a:lnTo>
                    <a:pt x="1068422" y="4673125"/>
                  </a:lnTo>
                  <a:lnTo>
                    <a:pt x="1068530" y="4673125"/>
                  </a:lnTo>
                  <a:lnTo>
                    <a:pt x="1068639" y="4673125"/>
                  </a:lnTo>
                  <a:lnTo>
                    <a:pt x="1068747" y="4673125"/>
                  </a:lnTo>
                  <a:lnTo>
                    <a:pt x="1068856" y="4673125"/>
                  </a:lnTo>
                  <a:lnTo>
                    <a:pt x="1068964" y="4673125"/>
                  </a:lnTo>
                  <a:lnTo>
                    <a:pt x="1069072" y="4673125"/>
                  </a:lnTo>
                  <a:lnTo>
                    <a:pt x="1069181" y="4673125"/>
                  </a:lnTo>
                  <a:lnTo>
                    <a:pt x="1069289" y="4673125"/>
                  </a:lnTo>
                  <a:lnTo>
                    <a:pt x="1069289" y="4672502"/>
                  </a:lnTo>
                  <a:lnTo>
                    <a:pt x="1069289" y="4671878"/>
                  </a:lnTo>
                  <a:lnTo>
                    <a:pt x="1069398" y="4671878"/>
                  </a:lnTo>
                  <a:lnTo>
                    <a:pt x="1069506" y="4671878"/>
                  </a:lnTo>
                  <a:lnTo>
                    <a:pt x="1069615" y="4671878"/>
                  </a:lnTo>
                  <a:lnTo>
                    <a:pt x="1069723" y="4671878"/>
                  </a:lnTo>
                  <a:lnTo>
                    <a:pt x="1069832" y="4671878"/>
                  </a:lnTo>
                  <a:lnTo>
                    <a:pt x="1069940" y="4671878"/>
                  </a:lnTo>
                  <a:lnTo>
                    <a:pt x="1070048" y="4671878"/>
                  </a:lnTo>
                  <a:lnTo>
                    <a:pt x="1070048" y="4671255"/>
                  </a:lnTo>
                  <a:lnTo>
                    <a:pt x="1070157" y="4671255"/>
                  </a:lnTo>
                  <a:lnTo>
                    <a:pt x="1070265" y="4671255"/>
                  </a:lnTo>
                  <a:lnTo>
                    <a:pt x="1070374" y="4671255"/>
                  </a:lnTo>
                  <a:lnTo>
                    <a:pt x="1070482" y="4671255"/>
                  </a:lnTo>
                  <a:lnTo>
                    <a:pt x="1070591" y="4671255"/>
                  </a:lnTo>
                  <a:lnTo>
                    <a:pt x="1070699" y="4671255"/>
                  </a:lnTo>
                  <a:lnTo>
                    <a:pt x="1070808" y="4671255"/>
                  </a:lnTo>
                  <a:lnTo>
                    <a:pt x="1070808" y="4670631"/>
                  </a:lnTo>
                  <a:lnTo>
                    <a:pt x="1070916" y="4670631"/>
                  </a:lnTo>
                  <a:lnTo>
                    <a:pt x="1070916" y="4670007"/>
                  </a:lnTo>
                  <a:lnTo>
                    <a:pt x="1071024" y="4670007"/>
                  </a:lnTo>
                  <a:lnTo>
                    <a:pt x="1071133" y="4670007"/>
                  </a:lnTo>
                  <a:lnTo>
                    <a:pt x="1071241" y="4670007"/>
                  </a:lnTo>
                  <a:lnTo>
                    <a:pt x="1071350" y="4670007"/>
                  </a:lnTo>
                  <a:lnTo>
                    <a:pt x="1071458" y="4670007"/>
                  </a:lnTo>
                  <a:lnTo>
                    <a:pt x="1071567" y="4670007"/>
                  </a:lnTo>
                  <a:lnTo>
                    <a:pt x="1071567" y="4669384"/>
                  </a:lnTo>
                  <a:lnTo>
                    <a:pt x="1071567" y="4668760"/>
                  </a:lnTo>
                  <a:lnTo>
                    <a:pt x="1071675" y="4668760"/>
                  </a:lnTo>
                  <a:lnTo>
                    <a:pt x="1071784" y="4668760"/>
                  </a:lnTo>
                  <a:lnTo>
                    <a:pt x="1071892" y="4668760"/>
                  </a:lnTo>
                  <a:lnTo>
                    <a:pt x="1072001" y="4668760"/>
                  </a:lnTo>
                  <a:lnTo>
                    <a:pt x="1072109" y="4668760"/>
                  </a:lnTo>
                  <a:lnTo>
                    <a:pt x="1072217" y="4668760"/>
                  </a:lnTo>
                  <a:lnTo>
                    <a:pt x="1072326" y="4668760"/>
                  </a:lnTo>
                  <a:lnTo>
                    <a:pt x="1072434" y="4668760"/>
                  </a:lnTo>
                  <a:lnTo>
                    <a:pt x="1072543" y="4668760"/>
                  </a:lnTo>
                  <a:lnTo>
                    <a:pt x="1072543" y="4668137"/>
                  </a:lnTo>
                  <a:lnTo>
                    <a:pt x="1072651" y="4668137"/>
                  </a:lnTo>
                  <a:lnTo>
                    <a:pt x="1072760" y="4668137"/>
                  </a:lnTo>
                  <a:lnTo>
                    <a:pt x="1072760" y="4667513"/>
                  </a:lnTo>
                  <a:lnTo>
                    <a:pt x="1072760" y="4666890"/>
                  </a:lnTo>
                  <a:lnTo>
                    <a:pt x="1072868" y="4666890"/>
                  </a:lnTo>
                  <a:lnTo>
                    <a:pt x="1072868" y="4666266"/>
                  </a:lnTo>
                  <a:lnTo>
                    <a:pt x="1072977" y="4666266"/>
                  </a:lnTo>
                  <a:lnTo>
                    <a:pt x="1073085" y="4666266"/>
                  </a:lnTo>
                  <a:lnTo>
                    <a:pt x="1073085" y="4665642"/>
                  </a:lnTo>
                  <a:lnTo>
                    <a:pt x="1073085" y="4665019"/>
                  </a:lnTo>
                  <a:lnTo>
                    <a:pt x="1073193" y="4665019"/>
                  </a:lnTo>
                  <a:lnTo>
                    <a:pt x="1073193" y="4664395"/>
                  </a:lnTo>
                  <a:lnTo>
                    <a:pt x="1073302" y="4664395"/>
                  </a:lnTo>
                  <a:lnTo>
                    <a:pt x="1073410" y="4664395"/>
                  </a:lnTo>
                  <a:lnTo>
                    <a:pt x="1073519" y="4664395"/>
                  </a:lnTo>
                  <a:lnTo>
                    <a:pt x="1073627" y="4664395"/>
                  </a:lnTo>
                  <a:lnTo>
                    <a:pt x="1073736" y="4664395"/>
                  </a:lnTo>
                  <a:lnTo>
                    <a:pt x="1073736" y="4663772"/>
                  </a:lnTo>
                  <a:lnTo>
                    <a:pt x="1073844" y="4663772"/>
                  </a:lnTo>
                  <a:lnTo>
                    <a:pt x="1073953" y="4663772"/>
                  </a:lnTo>
                  <a:lnTo>
                    <a:pt x="1074061" y="4663772"/>
                  </a:lnTo>
                  <a:lnTo>
                    <a:pt x="1074169" y="4663772"/>
                  </a:lnTo>
                  <a:lnTo>
                    <a:pt x="1074278" y="4663772"/>
                  </a:lnTo>
                  <a:lnTo>
                    <a:pt x="1074386" y="4663772"/>
                  </a:lnTo>
                  <a:lnTo>
                    <a:pt x="1074495" y="4663772"/>
                  </a:lnTo>
                  <a:lnTo>
                    <a:pt x="1074603" y="4663772"/>
                  </a:lnTo>
                  <a:lnTo>
                    <a:pt x="1074712" y="4663772"/>
                  </a:lnTo>
                  <a:lnTo>
                    <a:pt x="1074820" y="4663772"/>
                  </a:lnTo>
                  <a:lnTo>
                    <a:pt x="1074820" y="4663148"/>
                  </a:lnTo>
                  <a:lnTo>
                    <a:pt x="1074929" y="4663148"/>
                  </a:lnTo>
                  <a:lnTo>
                    <a:pt x="1075037" y="4663148"/>
                  </a:lnTo>
                  <a:lnTo>
                    <a:pt x="1075145" y="4663148"/>
                  </a:lnTo>
                  <a:lnTo>
                    <a:pt x="1075254" y="4663148"/>
                  </a:lnTo>
                  <a:lnTo>
                    <a:pt x="1075362" y="4663148"/>
                  </a:lnTo>
                  <a:lnTo>
                    <a:pt x="1075362" y="4662524"/>
                  </a:lnTo>
                  <a:lnTo>
                    <a:pt x="1075471" y="4662524"/>
                  </a:lnTo>
                  <a:lnTo>
                    <a:pt x="1075579" y="4662524"/>
                  </a:lnTo>
                  <a:lnTo>
                    <a:pt x="1075688" y="4662524"/>
                  </a:lnTo>
                  <a:lnTo>
                    <a:pt x="1075796" y="4662524"/>
                  </a:lnTo>
                  <a:lnTo>
                    <a:pt x="1075905" y="4662524"/>
                  </a:lnTo>
                  <a:lnTo>
                    <a:pt x="1076013" y="4662524"/>
                  </a:lnTo>
                  <a:lnTo>
                    <a:pt x="1076122" y="4662524"/>
                  </a:lnTo>
                  <a:lnTo>
                    <a:pt x="1076230" y="4662524"/>
                  </a:lnTo>
                  <a:lnTo>
                    <a:pt x="1076338" y="4662524"/>
                  </a:lnTo>
                  <a:lnTo>
                    <a:pt x="1076447" y="4662524"/>
                  </a:lnTo>
                  <a:lnTo>
                    <a:pt x="1076555" y="4662524"/>
                  </a:lnTo>
                  <a:lnTo>
                    <a:pt x="1076664" y="4662524"/>
                  </a:lnTo>
                  <a:lnTo>
                    <a:pt x="1076664" y="4661901"/>
                  </a:lnTo>
                  <a:lnTo>
                    <a:pt x="1076772" y="4661901"/>
                  </a:lnTo>
                  <a:lnTo>
                    <a:pt x="1076772" y="4661277"/>
                  </a:lnTo>
                  <a:lnTo>
                    <a:pt x="1076881" y="4661277"/>
                  </a:lnTo>
                  <a:lnTo>
                    <a:pt x="1076989" y="4661277"/>
                  </a:lnTo>
                  <a:lnTo>
                    <a:pt x="1077098" y="4661277"/>
                  </a:lnTo>
                  <a:lnTo>
                    <a:pt x="1077206" y="4661277"/>
                  </a:lnTo>
                  <a:lnTo>
                    <a:pt x="1077314" y="4661277"/>
                  </a:lnTo>
                  <a:lnTo>
                    <a:pt x="1077314" y="4660654"/>
                  </a:lnTo>
                  <a:lnTo>
                    <a:pt x="1077423" y="4660654"/>
                  </a:lnTo>
                  <a:lnTo>
                    <a:pt x="1077531" y="4660654"/>
                  </a:lnTo>
                  <a:lnTo>
                    <a:pt x="1077640" y="4660654"/>
                  </a:lnTo>
                  <a:lnTo>
                    <a:pt x="1077748" y="4660654"/>
                  </a:lnTo>
                  <a:lnTo>
                    <a:pt x="1077857" y="4660654"/>
                  </a:lnTo>
                  <a:lnTo>
                    <a:pt x="1077965" y="4660654"/>
                  </a:lnTo>
                  <a:lnTo>
                    <a:pt x="1077965" y="4660030"/>
                  </a:lnTo>
                  <a:lnTo>
                    <a:pt x="1078074" y="4660030"/>
                  </a:lnTo>
                  <a:lnTo>
                    <a:pt x="1078182" y="4660030"/>
                  </a:lnTo>
                  <a:lnTo>
                    <a:pt x="1078290" y="4660030"/>
                  </a:lnTo>
                  <a:lnTo>
                    <a:pt x="1078399" y="4660030"/>
                  </a:lnTo>
                  <a:lnTo>
                    <a:pt x="1078399" y="4659407"/>
                  </a:lnTo>
                  <a:lnTo>
                    <a:pt x="1078507" y="4659407"/>
                  </a:lnTo>
                  <a:lnTo>
                    <a:pt x="1078616" y="4659407"/>
                  </a:lnTo>
                  <a:lnTo>
                    <a:pt x="1078616" y="4658783"/>
                  </a:lnTo>
                  <a:lnTo>
                    <a:pt x="1078724" y="4658783"/>
                  </a:lnTo>
                  <a:lnTo>
                    <a:pt x="1078833" y="4658783"/>
                  </a:lnTo>
                  <a:lnTo>
                    <a:pt x="1078833" y="4658159"/>
                  </a:lnTo>
                  <a:lnTo>
                    <a:pt x="1078941" y="4658159"/>
                  </a:lnTo>
                  <a:lnTo>
                    <a:pt x="1079050" y="4658159"/>
                  </a:lnTo>
                  <a:lnTo>
                    <a:pt x="1079158" y="4658159"/>
                  </a:lnTo>
                  <a:lnTo>
                    <a:pt x="1079266" y="4658159"/>
                  </a:lnTo>
                  <a:lnTo>
                    <a:pt x="1079375" y="4658159"/>
                  </a:lnTo>
                  <a:lnTo>
                    <a:pt x="1079483" y="4658159"/>
                  </a:lnTo>
                  <a:lnTo>
                    <a:pt x="1079592" y="4658159"/>
                  </a:lnTo>
                  <a:lnTo>
                    <a:pt x="1079700" y="4658159"/>
                  </a:lnTo>
                  <a:lnTo>
                    <a:pt x="1079809" y="4658159"/>
                  </a:lnTo>
                  <a:lnTo>
                    <a:pt x="1079809" y="4657536"/>
                  </a:lnTo>
                  <a:lnTo>
                    <a:pt x="1079917" y="4657536"/>
                  </a:lnTo>
                  <a:lnTo>
                    <a:pt x="1079917" y="4656912"/>
                  </a:lnTo>
                  <a:lnTo>
                    <a:pt x="1080026" y="4656912"/>
                  </a:lnTo>
                  <a:lnTo>
                    <a:pt x="1080026" y="4656289"/>
                  </a:lnTo>
                  <a:lnTo>
                    <a:pt x="1080134" y="4656289"/>
                  </a:lnTo>
                  <a:lnTo>
                    <a:pt x="1080242" y="4656289"/>
                  </a:lnTo>
                  <a:lnTo>
                    <a:pt x="1080351" y="4656289"/>
                  </a:lnTo>
                  <a:lnTo>
                    <a:pt x="1080459" y="4656289"/>
                  </a:lnTo>
                  <a:lnTo>
                    <a:pt x="1080568" y="4656289"/>
                  </a:lnTo>
                  <a:lnTo>
                    <a:pt x="1080676" y="4656289"/>
                  </a:lnTo>
                  <a:lnTo>
                    <a:pt x="1080785" y="4656289"/>
                  </a:lnTo>
                  <a:lnTo>
                    <a:pt x="1080893" y="4656289"/>
                  </a:lnTo>
                  <a:lnTo>
                    <a:pt x="1081002" y="4656289"/>
                  </a:lnTo>
                  <a:lnTo>
                    <a:pt x="1081110" y="4656289"/>
                  </a:lnTo>
                  <a:lnTo>
                    <a:pt x="1081110" y="4655665"/>
                  </a:lnTo>
                  <a:lnTo>
                    <a:pt x="1081219" y="4655665"/>
                  </a:lnTo>
                  <a:lnTo>
                    <a:pt x="1081327" y="4655665"/>
                  </a:lnTo>
                  <a:lnTo>
                    <a:pt x="1081435" y="4655665"/>
                  </a:lnTo>
                  <a:lnTo>
                    <a:pt x="1081544" y="4655665"/>
                  </a:lnTo>
                  <a:lnTo>
                    <a:pt x="1081544" y="4655042"/>
                  </a:lnTo>
                  <a:lnTo>
                    <a:pt x="1081652" y="4655042"/>
                  </a:lnTo>
                  <a:lnTo>
                    <a:pt x="1081761" y="4655042"/>
                  </a:lnTo>
                  <a:lnTo>
                    <a:pt x="1081869" y="4655042"/>
                  </a:lnTo>
                  <a:lnTo>
                    <a:pt x="1081978" y="4655042"/>
                  </a:lnTo>
                  <a:lnTo>
                    <a:pt x="1082086" y="4655042"/>
                  </a:lnTo>
                  <a:lnTo>
                    <a:pt x="1082195" y="4655042"/>
                  </a:lnTo>
                  <a:lnTo>
                    <a:pt x="1082303" y="4655042"/>
                  </a:lnTo>
                  <a:lnTo>
                    <a:pt x="1082411" y="4655042"/>
                  </a:lnTo>
                  <a:lnTo>
                    <a:pt x="1082520" y="4655042"/>
                  </a:lnTo>
                  <a:lnTo>
                    <a:pt x="1082628" y="4655042"/>
                  </a:lnTo>
                  <a:lnTo>
                    <a:pt x="1082628" y="4654418"/>
                  </a:lnTo>
                  <a:lnTo>
                    <a:pt x="1082737" y="4654418"/>
                  </a:lnTo>
                  <a:lnTo>
                    <a:pt x="1082845" y="4654418"/>
                  </a:lnTo>
                  <a:lnTo>
                    <a:pt x="1082954" y="4654418"/>
                  </a:lnTo>
                  <a:lnTo>
                    <a:pt x="1083062" y="4654418"/>
                  </a:lnTo>
                  <a:lnTo>
                    <a:pt x="1083171" y="4654418"/>
                  </a:lnTo>
                  <a:lnTo>
                    <a:pt x="1083279" y="4654418"/>
                  </a:lnTo>
                  <a:lnTo>
                    <a:pt x="1083279" y="4653794"/>
                  </a:lnTo>
                  <a:lnTo>
                    <a:pt x="1083387" y="4653794"/>
                  </a:lnTo>
                  <a:lnTo>
                    <a:pt x="1083496" y="4653794"/>
                  </a:lnTo>
                  <a:lnTo>
                    <a:pt x="1083604" y="4653794"/>
                  </a:lnTo>
                  <a:lnTo>
                    <a:pt x="1083713" y="4653794"/>
                  </a:lnTo>
                  <a:lnTo>
                    <a:pt x="1083821" y="4653794"/>
                  </a:lnTo>
                  <a:lnTo>
                    <a:pt x="1083821" y="4653171"/>
                  </a:lnTo>
                  <a:lnTo>
                    <a:pt x="1083930" y="4653171"/>
                  </a:lnTo>
                  <a:lnTo>
                    <a:pt x="1084038" y="4653171"/>
                  </a:lnTo>
                  <a:lnTo>
                    <a:pt x="1084038" y="4652547"/>
                  </a:lnTo>
                  <a:lnTo>
                    <a:pt x="1084038" y="4651924"/>
                  </a:lnTo>
                  <a:lnTo>
                    <a:pt x="1084147" y="4651924"/>
                  </a:lnTo>
                  <a:lnTo>
                    <a:pt x="1084255" y="4651924"/>
                  </a:lnTo>
                  <a:lnTo>
                    <a:pt x="1084255" y="4651300"/>
                  </a:lnTo>
                  <a:lnTo>
                    <a:pt x="1084363" y="4651300"/>
                  </a:lnTo>
                  <a:lnTo>
                    <a:pt x="1084472" y="4651300"/>
                  </a:lnTo>
                  <a:lnTo>
                    <a:pt x="1084580" y="4651300"/>
                  </a:lnTo>
                  <a:lnTo>
                    <a:pt x="1084580" y="4650676"/>
                  </a:lnTo>
                  <a:lnTo>
                    <a:pt x="1084689" y="4650676"/>
                  </a:lnTo>
                  <a:lnTo>
                    <a:pt x="1084689" y="4650053"/>
                  </a:lnTo>
                  <a:lnTo>
                    <a:pt x="1084797" y="4650053"/>
                  </a:lnTo>
                  <a:lnTo>
                    <a:pt x="1084906" y="4650053"/>
                  </a:lnTo>
                  <a:lnTo>
                    <a:pt x="1085014" y="4650053"/>
                  </a:lnTo>
                  <a:lnTo>
                    <a:pt x="1085123" y="4650053"/>
                  </a:lnTo>
                  <a:lnTo>
                    <a:pt x="1085123" y="4649429"/>
                  </a:lnTo>
                  <a:lnTo>
                    <a:pt x="1085231" y="4649429"/>
                  </a:lnTo>
                  <a:lnTo>
                    <a:pt x="1085340" y="4649429"/>
                  </a:lnTo>
                  <a:lnTo>
                    <a:pt x="1085340" y="4648806"/>
                  </a:lnTo>
                  <a:lnTo>
                    <a:pt x="1085448" y="4648806"/>
                  </a:lnTo>
                  <a:lnTo>
                    <a:pt x="1085556" y="4648806"/>
                  </a:lnTo>
                  <a:lnTo>
                    <a:pt x="1085665" y="4648806"/>
                  </a:lnTo>
                  <a:lnTo>
                    <a:pt x="1085773" y="4648806"/>
                  </a:lnTo>
                  <a:lnTo>
                    <a:pt x="1085882" y="4648806"/>
                  </a:lnTo>
                  <a:lnTo>
                    <a:pt x="1085990" y="4648806"/>
                  </a:lnTo>
                  <a:lnTo>
                    <a:pt x="1085990" y="4648182"/>
                  </a:lnTo>
                  <a:lnTo>
                    <a:pt x="1085990" y="4647559"/>
                  </a:lnTo>
                  <a:lnTo>
                    <a:pt x="1086099" y="4647559"/>
                  </a:lnTo>
                  <a:lnTo>
                    <a:pt x="1086207" y="4647559"/>
                  </a:lnTo>
                  <a:lnTo>
                    <a:pt x="1086207" y="4646935"/>
                  </a:lnTo>
                  <a:lnTo>
                    <a:pt x="1086316" y="4646935"/>
                  </a:lnTo>
                  <a:lnTo>
                    <a:pt x="1086424" y="4646935"/>
                  </a:lnTo>
                  <a:lnTo>
                    <a:pt x="1086532" y="4646935"/>
                  </a:lnTo>
                  <a:lnTo>
                    <a:pt x="1086641" y="4646935"/>
                  </a:lnTo>
                  <a:lnTo>
                    <a:pt x="1086749" y="4646935"/>
                  </a:lnTo>
                  <a:lnTo>
                    <a:pt x="1086858" y="4646935"/>
                  </a:lnTo>
                  <a:lnTo>
                    <a:pt x="1086966" y="4646935"/>
                  </a:lnTo>
                  <a:lnTo>
                    <a:pt x="1086966" y="4646311"/>
                  </a:lnTo>
                  <a:lnTo>
                    <a:pt x="1086966" y="4645688"/>
                  </a:lnTo>
                  <a:lnTo>
                    <a:pt x="1087075" y="4645688"/>
                  </a:lnTo>
                  <a:lnTo>
                    <a:pt x="1087183" y="4645688"/>
                  </a:lnTo>
                  <a:lnTo>
                    <a:pt x="1087292" y="4645688"/>
                  </a:lnTo>
                  <a:lnTo>
                    <a:pt x="1087400" y="4645688"/>
                  </a:lnTo>
                  <a:lnTo>
                    <a:pt x="1087508" y="4645688"/>
                  </a:lnTo>
                  <a:lnTo>
                    <a:pt x="1087617" y="4645688"/>
                  </a:lnTo>
                  <a:lnTo>
                    <a:pt x="1087725" y="4645688"/>
                  </a:lnTo>
                  <a:lnTo>
                    <a:pt x="1087725" y="4645064"/>
                  </a:lnTo>
                  <a:lnTo>
                    <a:pt x="1087834" y="4645064"/>
                  </a:lnTo>
                  <a:lnTo>
                    <a:pt x="1087834" y="4644441"/>
                  </a:lnTo>
                  <a:lnTo>
                    <a:pt x="1087942" y="4644441"/>
                  </a:lnTo>
                  <a:lnTo>
                    <a:pt x="1087942" y="4643817"/>
                  </a:lnTo>
                  <a:lnTo>
                    <a:pt x="1087942" y="4643193"/>
                  </a:lnTo>
                  <a:lnTo>
                    <a:pt x="1088051" y="4643193"/>
                  </a:lnTo>
                  <a:lnTo>
                    <a:pt x="1088159" y="4643193"/>
                  </a:lnTo>
                  <a:lnTo>
                    <a:pt x="1088268" y="4643193"/>
                  </a:lnTo>
                  <a:lnTo>
                    <a:pt x="1088376" y="4643193"/>
                  </a:lnTo>
                  <a:lnTo>
                    <a:pt x="1088484" y="4643193"/>
                  </a:lnTo>
                  <a:lnTo>
                    <a:pt x="1088593" y="4643193"/>
                  </a:lnTo>
                  <a:lnTo>
                    <a:pt x="1088701" y="4643193"/>
                  </a:lnTo>
                  <a:lnTo>
                    <a:pt x="1088701" y="4642570"/>
                  </a:lnTo>
                  <a:lnTo>
                    <a:pt x="1088810" y="4642570"/>
                  </a:lnTo>
                  <a:lnTo>
                    <a:pt x="1088918" y="4642570"/>
                  </a:lnTo>
                  <a:lnTo>
                    <a:pt x="1089027" y="4642570"/>
                  </a:lnTo>
                  <a:lnTo>
                    <a:pt x="1089135" y="4642570"/>
                  </a:lnTo>
                  <a:lnTo>
                    <a:pt x="1089244" y="4642570"/>
                  </a:lnTo>
                  <a:lnTo>
                    <a:pt x="1089244" y="4641946"/>
                  </a:lnTo>
                  <a:lnTo>
                    <a:pt x="1089352" y="4641946"/>
                  </a:lnTo>
                  <a:lnTo>
                    <a:pt x="1089461" y="4641946"/>
                  </a:lnTo>
                  <a:lnTo>
                    <a:pt x="1089569" y="4641946"/>
                  </a:lnTo>
                  <a:lnTo>
                    <a:pt x="1089677" y="4641946"/>
                  </a:lnTo>
                  <a:lnTo>
                    <a:pt x="1089786" y="4641946"/>
                  </a:lnTo>
                  <a:lnTo>
                    <a:pt x="1089894" y="4641946"/>
                  </a:lnTo>
                  <a:lnTo>
                    <a:pt x="1090003" y="4641946"/>
                  </a:lnTo>
                  <a:lnTo>
                    <a:pt x="1090003" y="4641323"/>
                  </a:lnTo>
                  <a:lnTo>
                    <a:pt x="1090111" y="4641323"/>
                  </a:lnTo>
                  <a:lnTo>
                    <a:pt x="1090220" y="4641323"/>
                  </a:lnTo>
                  <a:lnTo>
                    <a:pt x="1090328" y="4641323"/>
                  </a:lnTo>
                  <a:lnTo>
                    <a:pt x="1090437" y="4641323"/>
                  </a:lnTo>
                  <a:lnTo>
                    <a:pt x="1090437" y="4640699"/>
                  </a:lnTo>
                  <a:lnTo>
                    <a:pt x="1090545" y="4640699"/>
                  </a:lnTo>
                  <a:lnTo>
                    <a:pt x="1090653" y="4640699"/>
                  </a:lnTo>
                  <a:lnTo>
                    <a:pt x="1090653" y="4640076"/>
                  </a:lnTo>
                  <a:lnTo>
                    <a:pt x="1090762" y="4640076"/>
                  </a:lnTo>
                  <a:lnTo>
                    <a:pt x="1090870" y="4640076"/>
                  </a:lnTo>
                  <a:lnTo>
                    <a:pt x="1090979" y="4640076"/>
                  </a:lnTo>
                  <a:lnTo>
                    <a:pt x="1091087" y="4640076"/>
                  </a:lnTo>
                  <a:lnTo>
                    <a:pt x="1091196" y="4640076"/>
                  </a:lnTo>
                  <a:lnTo>
                    <a:pt x="1091196" y="4639452"/>
                  </a:lnTo>
                  <a:lnTo>
                    <a:pt x="1091304" y="4639452"/>
                  </a:lnTo>
                  <a:lnTo>
                    <a:pt x="1091413" y="4639452"/>
                  </a:lnTo>
                  <a:lnTo>
                    <a:pt x="1091521" y="4639452"/>
                  </a:lnTo>
                  <a:lnTo>
                    <a:pt x="1091521" y="4638828"/>
                  </a:lnTo>
                  <a:lnTo>
                    <a:pt x="1091629" y="4638828"/>
                  </a:lnTo>
                  <a:lnTo>
                    <a:pt x="1091738" y="4638828"/>
                  </a:lnTo>
                  <a:lnTo>
                    <a:pt x="1091846" y="4638828"/>
                  </a:lnTo>
                  <a:lnTo>
                    <a:pt x="1091955" y="4638828"/>
                  </a:lnTo>
                  <a:lnTo>
                    <a:pt x="1092063" y="4638828"/>
                  </a:lnTo>
                  <a:lnTo>
                    <a:pt x="1092172" y="4638828"/>
                  </a:lnTo>
                  <a:lnTo>
                    <a:pt x="1092280" y="4638828"/>
                  </a:lnTo>
                  <a:lnTo>
                    <a:pt x="1092280" y="4638205"/>
                  </a:lnTo>
                  <a:lnTo>
                    <a:pt x="1092389" y="4638205"/>
                  </a:lnTo>
                  <a:lnTo>
                    <a:pt x="1092497" y="4638205"/>
                  </a:lnTo>
                  <a:lnTo>
                    <a:pt x="1092605" y="4638205"/>
                  </a:lnTo>
                  <a:lnTo>
                    <a:pt x="1092714" y="4638205"/>
                  </a:lnTo>
                  <a:lnTo>
                    <a:pt x="1092822" y="4638205"/>
                  </a:lnTo>
                  <a:lnTo>
                    <a:pt x="1092822" y="4637581"/>
                  </a:lnTo>
                  <a:lnTo>
                    <a:pt x="1092822" y="4636958"/>
                  </a:lnTo>
                  <a:lnTo>
                    <a:pt x="1092931" y="4636958"/>
                  </a:lnTo>
                  <a:lnTo>
                    <a:pt x="1093039" y="4636958"/>
                  </a:lnTo>
                  <a:lnTo>
                    <a:pt x="1093148" y="4636958"/>
                  </a:lnTo>
                  <a:lnTo>
                    <a:pt x="1093256" y="4636958"/>
                  </a:lnTo>
                  <a:lnTo>
                    <a:pt x="1093365" y="4636958"/>
                  </a:lnTo>
                  <a:lnTo>
                    <a:pt x="1093473" y="4636958"/>
                  </a:lnTo>
                  <a:lnTo>
                    <a:pt x="1093473" y="4636334"/>
                  </a:lnTo>
                  <a:lnTo>
                    <a:pt x="1093473" y="4635710"/>
                  </a:lnTo>
                  <a:lnTo>
                    <a:pt x="1093582" y="4635710"/>
                  </a:lnTo>
                  <a:lnTo>
                    <a:pt x="1093690" y="4635710"/>
                  </a:lnTo>
                  <a:lnTo>
                    <a:pt x="1093798" y="4635710"/>
                  </a:lnTo>
                  <a:lnTo>
                    <a:pt x="1093907" y="4635710"/>
                  </a:lnTo>
                  <a:lnTo>
                    <a:pt x="1094015" y="4635710"/>
                  </a:lnTo>
                  <a:lnTo>
                    <a:pt x="1094124" y="4635710"/>
                  </a:lnTo>
                  <a:lnTo>
                    <a:pt x="1094232" y="4635710"/>
                  </a:lnTo>
                  <a:lnTo>
                    <a:pt x="1094232" y="4635087"/>
                  </a:lnTo>
                  <a:lnTo>
                    <a:pt x="1094341" y="4635087"/>
                  </a:lnTo>
                  <a:lnTo>
                    <a:pt x="1094449" y="4635087"/>
                  </a:lnTo>
                  <a:lnTo>
                    <a:pt x="1094558" y="4635087"/>
                  </a:lnTo>
                  <a:lnTo>
                    <a:pt x="1094666" y="4635087"/>
                  </a:lnTo>
                  <a:lnTo>
                    <a:pt x="1094774" y="4635087"/>
                  </a:lnTo>
                  <a:lnTo>
                    <a:pt x="1094883" y="4635087"/>
                  </a:lnTo>
                  <a:lnTo>
                    <a:pt x="1094991" y="4635087"/>
                  </a:lnTo>
                  <a:lnTo>
                    <a:pt x="1094991" y="4634463"/>
                  </a:lnTo>
                  <a:lnTo>
                    <a:pt x="1095100" y="4634463"/>
                  </a:lnTo>
                  <a:lnTo>
                    <a:pt x="1095208" y="4634463"/>
                  </a:lnTo>
                  <a:lnTo>
                    <a:pt x="1095317" y="4634463"/>
                  </a:lnTo>
                  <a:lnTo>
                    <a:pt x="1095425" y="4634463"/>
                  </a:lnTo>
                  <a:lnTo>
                    <a:pt x="1095534" y="4634463"/>
                  </a:lnTo>
                  <a:lnTo>
                    <a:pt x="1095642" y="4634463"/>
                  </a:lnTo>
                  <a:lnTo>
                    <a:pt x="1095750" y="4634463"/>
                  </a:lnTo>
                  <a:lnTo>
                    <a:pt x="1095859" y="4634463"/>
                  </a:lnTo>
                  <a:lnTo>
                    <a:pt x="1095967" y="4634463"/>
                  </a:lnTo>
                  <a:lnTo>
                    <a:pt x="1096076" y="4634463"/>
                  </a:lnTo>
                  <a:lnTo>
                    <a:pt x="1096184" y="4634463"/>
                  </a:lnTo>
                  <a:lnTo>
                    <a:pt x="1096293" y="4634463"/>
                  </a:lnTo>
                  <a:lnTo>
                    <a:pt x="1096401" y="4634463"/>
                  </a:lnTo>
                  <a:lnTo>
                    <a:pt x="1096510" y="4634463"/>
                  </a:lnTo>
                  <a:lnTo>
                    <a:pt x="1096618" y="4634463"/>
                  </a:lnTo>
                  <a:lnTo>
                    <a:pt x="1096618" y="4633840"/>
                  </a:lnTo>
                  <a:lnTo>
                    <a:pt x="1096618" y="4633216"/>
                  </a:lnTo>
                  <a:lnTo>
                    <a:pt x="1096726" y="4633216"/>
                  </a:lnTo>
                  <a:lnTo>
                    <a:pt x="1096835" y="4633216"/>
                  </a:lnTo>
                  <a:lnTo>
                    <a:pt x="1096835" y="4632593"/>
                  </a:lnTo>
                  <a:lnTo>
                    <a:pt x="1096943" y="4632593"/>
                  </a:lnTo>
                  <a:lnTo>
                    <a:pt x="1097052" y="4632593"/>
                  </a:lnTo>
                  <a:lnTo>
                    <a:pt x="1097052" y="4631969"/>
                  </a:lnTo>
                  <a:lnTo>
                    <a:pt x="1097160" y="4631969"/>
                  </a:lnTo>
                  <a:lnTo>
                    <a:pt x="1097269" y="4631969"/>
                  </a:lnTo>
                  <a:lnTo>
                    <a:pt x="1097377" y="4631969"/>
                  </a:lnTo>
                  <a:lnTo>
                    <a:pt x="1097486" y="4631969"/>
                  </a:lnTo>
                  <a:lnTo>
                    <a:pt x="1097594" y="4631969"/>
                  </a:lnTo>
                  <a:lnTo>
                    <a:pt x="1097703" y="4631969"/>
                  </a:lnTo>
                  <a:lnTo>
                    <a:pt x="1097811" y="4631969"/>
                  </a:lnTo>
                  <a:lnTo>
                    <a:pt x="1097811" y="4631345"/>
                  </a:lnTo>
                  <a:lnTo>
                    <a:pt x="1097919" y="4631345"/>
                  </a:lnTo>
                  <a:lnTo>
                    <a:pt x="1098028" y="4631345"/>
                  </a:lnTo>
                  <a:lnTo>
                    <a:pt x="1098136" y="4631345"/>
                  </a:lnTo>
                  <a:lnTo>
                    <a:pt x="1098245" y="4631345"/>
                  </a:lnTo>
                  <a:lnTo>
                    <a:pt x="1098353" y="4631345"/>
                  </a:lnTo>
                  <a:lnTo>
                    <a:pt x="1098462" y="4631345"/>
                  </a:lnTo>
                  <a:lnTo>
                    <a:pt x="1098570" y="4631345"/>
                  </a:lnTo>
                  <a:lnTo>
                    <a:pt x="1098679" y="4631345"/>
                  </a:lnTo>
                  <a:lnTo>
                    <a:pt x="1098787" y="4631345"/>
                  </a:lnTo>
                  <a:lnTo>
                    <a:pt x="1098895" y="4631345"/>
                  </a:lnTo>
                  <a:lnTo>
                    <a:pt x="1099004" y="4631345"/>
                  </a:lnTo>
                  <a:lnTo>
                    <a:pt x="1099112" y="4631345"/>
                  </a:lnTo>
                  <a:lnTo>
                    <a:pt x="1099221" y="4631345"/>
                  </a:lnTo>
                  <a:lnTo>
                    <a:pt x="1099329" y="4631345"/>
                  </a:lnTo>
                  <a:lnTo>
                    <a:pt x="1099438" y="4631345"/>
                  </a:lnTo>
                  <a:lnTo>
                    <a:pt x="1099546" y="4631345"/>
                  </a:lnTo>
                  <a:lnTo>
                    <a:pt x="1099655" y="4631345"/>
                  </a:lnTo>
                  <a:lnTo>
                    <a:pt x="1099763" y="4631345"/>
                  </a:lnTo>
                  <a:lnTo>
                    <a:pt x="1099871" y="4631345"/>
                  </a:lnTo>
                  <a:lnTo>
                    <a:pt x="1099871" y="4630722"/>
                  </a:lnTo>
                  <a:lnTo>
                    <a:pt x="1099871" y="4630098"/>
                  </a:lnTo>
                  <a:lnTo>
                    <a:pt x="1099980" y="4630098"/>
                  </a:lnTo>
                  <a:lnTo>
                    <a:pt x="1100088" y="4630098"/>
                  </a:lnTo>
                  <a:lnTo>
                    <a:pt x="1100088" y="4629475"/>
                  </a:lnTo>
                  <a:lnTo>
                    <a:pt x="1100197" y="4629475"/>
                  </a:lnTo>
                  <a:lnTo>
                    <a:pt x="1100305" y="4629475"/>
                  </a:lnTo>
                  <a:lnTo>
                    <a:pt x="1100414" y="4629475"/>
                  </a:lnTo>
                  <a:lnTo>
                    <a:pt x="1100522" y="4629475"/>
                  </a:lnTo>
                  <a:lnTo>
                    <a:pt x="1100631" y="4629475"/>
                  </a:lnTo>
                  <a:lnTo>
                    <a:pt x="1100739" y="4629475"/>
                  </a:lnTo>
                  <a:lnTo>
                    <a:pt x="1100847" y="4629475"/>
                  </a:lnTo>
                  <a:lnTo>
                    <a:pt x="1100956" y="4629475"/>
                  </a:lnTo>
                  <a:lnTo>
                    <a:pt x="1101064" y="4629475"/>
                  </a:lnTo>
                  <a:lnTo>
                    <a:pt x="1101173" y="4629475"/>
                  </a:lnTo>
                  <a:lnTo>
                    <a:pt x="1101281" y="4629475"/>
                  </a:lnTo>
                  <a:lnTo>
                    <a:pt x="1101390" y="4629475"/>
                  </a:lnTo>
                  <a:lnTo>
                    <a:pt x="1101498" y="4629475"/>
                  </a:lnTo>
                  <a:lnTo>
                    <a:pt x="1101498" y="4628851"/>
                  </a:lnTo>
                  <a:lnTo>
                    <a:pt x="1101607" y="4628851"/>
                  </a:lnTo>
                  <a:lnTo>
                    <a:pt x="1101715" y="4628851"/>
                  </a:lnTo>
                  <a:lnTo>
                    <a:pt x="1101823" y="4628851"/>
                  </a:lnTo>
                  <a:lnTo>
                    <a:pt x="1101932" y="4628851"/>
                  </a:lnTo>
                  <a:lnTo>
                    <a:pt x="1102040" y="4628851"/>
                  </a:lnTo>
                  <a:lnTo>
                    <a:pt x="1102149" y="4628851"/>
                  </a:lnTo>
                  <a:lnTo>
                    <a:pt x="1102149" y="4628227"/>
                  </a:lnTo>
                  <a:lnTo>
                    <a:pt x="1102149" y="4627604"/>
                  </a:lnTo>
                  <a:lnTo>
                    <a:pt x="1102257" y="4627604"/>
                  </a:lnTo>
                  <a:lnTo>
                    <a:pt x="1102366" y="4627604"/>
                  </a:lnTo>
                  <a:lnTo>
                    <a:pt x="1102474" y="4627604"/>
                  </a:lnTo>
                  <a:lnTo>
                    <a:pt x="1102583" y="4627604"/>
                  </a:lnTo>
                  <a:lnTo>
                    <a:pt x="1102691" y="4627604"/>
                  </a:lnTo>
                  <a:lnTo>
                    <a:pt x="1102800" y="4627604"/>
                  </a:lnTo>
                  <a:lnTo>
                    <a:pt x="1102800" y="4626980"/>
                  </a:lnTo>
                  <a:lnTo>
                    <a:pt x="1102908" y="4626980"/>
                  </a:lnTo>
                  <a:lnTo>
                    <a:pt x="1103016" y="4626980"/>
                  </a:lnTo>
                  <a:lnTo>
                    <a:pt x="1103125" y="4626980"/>
                  </a:lnTo>
                  <a:lnTo>
                    <a:pt x="1103233" y="4626980"/>
                  </a:lnTo>
                  <a:lnTo>
                    <a:pt x="1103342" y="4626980"/>
                  </a:lnTo>
                  <a:lnTo>
                    <a:pt x="1103342" y="4626357"/>
                  </a:lnTo>
                  <a:lnTo>
                    <a:pt x="1103450" y="4626357"/>
                  </a:lnTo>
                  <a:lnTo>
                    <a:pt x="1103559" y="4626357"/>
                  </a:lnTo>
                  <a:lnTo>
                    <a:pt x="1103667" y="4626357"/>
                  </a:lnTo>
                  <a:lnTo>
                    <a:pt x="1103776" y="4626357"/>
                  </a:lnTo>
                  <a:lnTo>
                    <a:pt x="1103884" y="4626357"/>
                  </a:lnTo>
                  <a:lnTo>
                    <a:pt x="1103884" y="4625733"/>
                  </a:lnTo>
                  <a:lnTo>
                    <a:pt x="1103884" y="4625110"/>
                  </a:lnTo>
                  <a:lnTo>
                    <a:pt x="1103992" y="4625110"/>
                  </a:lnTo>
                  <a:lnTo>
                    <a:pt x="1104101" y="4625110"/>
                  </a:lnTo>
                  <a:lnTo>
                    <a:pt x="1104209" y="4625110"/>
                  </a:lnTo>
                  <a:lnTo>
                    <a:pt x="1104209" y="4624486"/>
                  </a:lnTo>
                  <a:lnTo>
                    <a:pt x="1104318" y="4624486"/>
                  </a:lnTo>
                  <a:lnTo>
                    <a:pt x="1104426" y="4624486"/>
                  </a:lnTo>
                  <a:lnTo>
                    <a:pt x="1104535" y="4624486"/>
                  </a:lnTo>
                  <a:lnTo>
                    <a:pt x="1104535" y="4623862"/>
                  </a:lnTo>
                  <a:lnTo>
                    <a:pt x="1104535" y="4623239"/>
                  </a:lnTo>
                  <a:lnTo>
                    <a:pt x="1104643" y="4623239"/>
                  </a:lnTo>
                  <a:lnTo>
                    <a:pt x="1104752" y="4623239"/>
                  </a:lnTo>
                  <a:lnTo>
                    <a:pt x="1104860" y="4623239"/>
                  </a:lnTo>
                  <a:lnTo>
                    <a:pt x="1104968" y="4623239"/>
                  </a:lnTo>
                  <a:lnTo>
                    <a:pt x="1105077" y="4623239"/>
                  </a:lnTo>
                  <a:lnTo>
                    <a:pt x="1105185" y="4623239"/>
                  </a:lnTo>
                  <a:lnTo>
                    <a:pt x="1105294" y="4623239"/>
                  </a:lnTo>
                  <a:lnTo>
                    <a:pt x="1105402" y="4623239"/>
                  </a:lnTo>
                  <a:lnTo>
                    <a:pt x="1105511" y="4623239"/>
                  </a:lnTo>
                  <a:lnTo>
                    <a:pt x="1105619" y="4623239"/>
                  </a:lnTo>
                  <a:lnTo>
                    <a:pt x="1105728" y="4623239"/>
                  </a:lnTo>
                  <a:lnTo>
                    <a:pt x="1105836" y="4623239"/>
                  </a:lnTo>
                  <a:lnTo>
                    <a:pt x="1105944" y="4623239"/>
                  </a:lnTo>
                  <a:lnTo>
                    <a:pt x="1106053" y="4623239"/>
                  </a:lnTo>
                  <a:lnTo>
                    <a:pt x="1106161" y="4623239"/>
                  </a:lnTo>
                  <a:lnTo>
                    <a:pt x="1106270" y="4623239"/>
                  </a:lnTo>
                  <a:lnTo>
                    <a:pt x="1106378" y="4623239"/>
                  </a:lnTo>
                  <a:lnTo>
                    <a:pt x="1106487" y="4623239"/>
                  </a:lnTo>
                  <a:lnTo>
                    <a:pt x="1106595" y="4623239"/>
                  </a:lnTo>
                  <a:lnTo>
                    <a:pt x="1106704" y="4623239"/>
                  </a:lnTo>
                  <a:lnTo>
                    <a:pt x="1106812" y="4623239"/>
                  </a:lnTo>
                  <a:lnTo>
                    <a:pt x="1106921" y="4623239"/>
                  </a:lnTo>
                  <a:lnTo>
                    <a:pt x="1107029" y="4623239"/>
                  </a:lnTo>
                  <a:lnTo>
                    <a:pt x="1107137" y="4623239"/>
                  </a:lnTo>
                  <a:lnTo>
                    <a:pt x="1107246" y="4623239"/>
                  </a:lnTo>
                  <a:lnTo>
                    <a:pt x="1107354" y="4623239"/>
                  </a:lnTo>
                  <a:lnTo>
                    <a:pt x="1107463" y="4623239"/>
                  </a:lnTo>
                  <a:lnTo>
                    <a:pt x="1107571" y="4623239"/>
                  </a:lnTo>
                  <a:lnTo>
                    <a:pt x="1107680" y="4623239"/>
                  </a:lnTo>
                  <a:lnTo>
                    <a:pt x="1107788" y="4623239"/>
                  </a:lnTo>
                  <a:lnTo>
                    <a:pt x="1107897" y="4623239"/>
                  </a:lnTo>
                  <a:lnTo>
                    <a:pt x="1108005" y="4623239"/>
                  </a:lnTo>
                  <a:lnTo>
                    <a:pt x="1108005" y="4622615"/>
                  </a:lnTo>
                  <a:lnTo>
                    <a:pt x="1108113" y="4622615"/>
                  </a:lnTo>
                  <a:lnTo>
                    <a:pt x="1108222" y="4622615"/>
                  </a:lnTo>
                  <a:lnTo>
                    <a:pt x="1108330" y="4622615"/>
                  </a:lnTo>
                  <a:lnTo>
                    <a:pt x="1108439" y="4622615"/>
                  </a:lnTo>
                  <a:lnTo>
                    <a:pt x="1108439" y="4621992"/>
                  </a:lnTo>
                  <a:lnTo>
                    <a:pt x="1108547" y="4621992"/>
                  </a:lnTo>
                  <a:lnTo>
                    <a:pt x="1108656" y="4621992"/>
                  </a:lnTo>
                  <a:lnTo>
                    <a:pt x="1108764" y="4621992"/>
                  </a:lnTo>
                  <a:lnTo>
                    <a:pt x="1108873" y="4621992"/>
                  </a:lnTo>
                  <a:lnTo>
                    <a:pt x="1108981" y="4621992"/>
                  </a:lnTo>
                  <a:lnTo>
                    <a:pt x="1109089" y="4621992"/>
                  </a:lnTo>
                  <a:lnTo>
                    <a:pt x="1109089" y="4621368"/>
                  </a:lnTo>
                  <a:lnTo>
                    <a:pt x="1109198" y="4621368"/>
                  </a:lnTo>
                  <a:lnTo>
                    <a:pt x="1109306" y="4621368"/>
                  </a:lnTo>
                  <a:lnTo>
                    <a:pt x="1109415" y="4621368"/>
                  </a:lnTo>
                  <a:lnTo>
                    <a:pt x="1109415" y="4620744"/>
                  </a:lnTo>
                  <a:lnTo>
                    <a:pt x="1109523" y="4620744"/>
                  </a:lnTo>
                  <a:lnTo>
                    <a:pt x="1109632" y="4620744"/>
                  </a:lnTo>
                  <a:lnTo>
                    <a:pt x="1109740" y="4620744"/>
                  </a:lnTo>
                  <a:lnTo>
                    <a:pt x="1109849" y="4620744"/>
                  </a:lnTo>
                  <a:lnTo>
                    <a:pt x="1109957" y="4620744"/>
                  </a:lnTo>
                  <a:lnTo>
                    <a:pt x="1110065" y="4620744"/>
                  </a:lnTo>
                  <a:lnTo>
                    <a:pt x="1110174" y="4620744"/>
                  </a:lnTo>
                  <a:lnTo>
                    <a:pt x="1110282" y="4620744"/>
                  </a:lnTo>
                  <a:lnTo>
                    <a:pt x="1110282" y="4620121"/>
                  </a:lnTo>
                  <a:lnTo>
                    <a:pt x="1110391" y="4620121"/>
                  </a:lnTo>
                  <a:lnTo>
                    <a:pt x="1110499" y="4620121"/>
                  </a:lnTo>
                  <a:lnTo>
                    <a:pt x="1110608" y="4620121"/>
                  </a:lnTo>
                  <a:lnTo>
                    <a:pt x="1110608" y="4619497"/>
                  </a:lnTo>
                  <a:lnTo>
                    <a:pt x="1110608" y="4618874"/>
                  </a:lnTo>
                  <a:lnTo>
                    <a:pt x="1110716" y="4618874"/>
                  </a:lnTo>
                  <a:lnTo>
                    <a:pt x="1110825" y="4618874"/>
                  </a:lnTo>
                  <a:lnTo>
                    <a:pt x="1110933" y="4618874"/>
                  </a:lnTo>
                  <a:lnTo>
                    <a:pt x="1111042" y="4618874"/>
                  </a:lnTo>
                  <a:lnTo>
                    <a:pt x="1111042" y="4618250"/>
                  </a:lnTo>
                  <a:lnTo>
                    <a:pt x="1111150" y="4618250"/>
                  </a:lnTo>
                  <a:lnTo>
                    <a:pt x="1111258" y="4618250"/>
                  </a:lnTo>
                  <a:lnTo>
                    <a:pt x="1111258" y="4617627"/>
                  </a:lnTo>
                  <a:lnTo>
                    <a:pt x="1111367" y="4617627"/>
                  </a:lnTo>
                  <a:lnTo>
                    <a:pt x="1111475" y="4617627"/>
                  </a:lnTo>
                  <a:lnTo>
                    <a:pt x="1111584" y="4617627"/>
                  </a:lnTo>
                  <a:lnTo>
                    <a:pt x="1111584" y="4617003"/>
                  </a:lnTo>
                  <a:lnTo>
                    <a:pt x="1111692" y="4617003"/>
                  </a:lnTo>
                  <a:lnTo>
                    <a:pt x="1111801" y="4617003"/>
                  </a:lnTo>
                  <a:lnTo>
                    <a:pt x="1111909" y="4617003"/>
                  </a:lnTo>
                  <a:lnTo>
                    <a:pt x="1112018" y="4617003"/>
                  </a:lnTo>
                  <a:lnTo>
                    <a:pt x="1112126" y="4617003"/>
                  </a:lnTo>
                  <a:lnTo>
                    <a:pt x="1112126" y="4616379"/>
                  </a:lnTo>
                  <a:lnTo>
                    <a:pt x="1112234" y="4616379"/>
                  </a:lnTo>
                  <a:lnTo>
                    <a:pt x="1112234" y="4615756"/>
                  </a:lnTo>
                  <a:lnTo>
                    <a:pt x="1112343" y="4615756"/>
                  </a:lnTo>
                  <a:lnTo>
                    <a:pt x="1112451" y="4615756"/>
                  </a:lnTo>
                  <a:lnTo>
                    <a:pt x="1112560" y="4615756"/>
                  </a:lnTo>
                  <a:lnTo>
                    <a:pt x="1112560" y="4615132"/>
                  </a:lnTo>
                  <a:lnTo>
                    <a:pt x="1112668" y="4615132"/>
                  </a:lnTo>
                  <a:lnTo>
                    <a:pt x="1112777" y="4615132"/>
                  </a:lnTo>
                  <a:lnTo>
                    <a:pt x="1112885" y="4615132"/>
                  </a:lnTo>
                  <a:lnTo>
                    <a:pt x="1112885" y="4614509"/>
                  </a:lnTo>
                  <a:lnTo>
                    <a:pt x="1112994" y="4614509"/>
                  </a:lnTo>
                  <a:lnTo>
                    <a:pt x="1113102" y="4614509"/>
                  </a:lnTo>
                  <a:lnTo>
                    <a:pt x="1113210" y="4614509"/>
                  </a:lnTo>
                  <a:lnTo>
                    <a:pt x="1113210" y="4613885"/>
                  </a:lnTo>
                  <a:lnTo>
                    <a:pt x="1113319" y="4613885"/>
                  </a:lnTo>
                  <a:lnTo>
                    <a:pt x="1113427" y="4613885"/>
                  </a:lnTo>
                  <a:lnTo>
                    <a:pt x="1113536" y="4613885"/>
                  </a:lnTo>
                  <a:lnTo>
                    <a:pt x="1113536" y="4613261"/>
                  </a:lnTo>
                  <a:lnTo>
                    <a:pt x="1113536" y="4612638"/>
                  </a:lnTo>
                  <a:lnTo>
                    <a:pt x="1113644" y="4612638"/>
                  </a:lnTo>
                  <a:lnTo>
                    <a:pt x="1113753" y="4612638"/>
                  </a:lnTo>
                  <a:lnTo>
                    <a:pt x="1113861" y="4612638"/>
                  </a:lnTo>
                  <a:lnTo>
                    <a:pt x="1113970" y="4612638"/>
                  </a:lnTo>
                  <a:lnTo>
                    <a:pt x="1114078" y="4612638"/>
                  </a:lnTo>
                  <a:lnTo>
                    <a:pt x="1114186" y="4612638"/>
                  </a:lnTo>
                  <a:lnTo>
                    <a:pt x="1114295" y="4612638"/>
                  </a:lnTo>
                  <a:lnTo>
                    <a:pt x="1114403" y="4612638"/>
                  </a:lnTo>
                  <a:lnTo>
                    <a:pt x="1114512" y="4612638"/>
                  </a:lnTo>
                  <a:lnTo>
                    <a:pt x="1114620" y="4612638"/>
                  </a:lnTo>
                  <a:lnTo>
                    <a:pt x="1114729" y="4612638"/>
                  </a:lnTo>
                  <a:lnTo>
                    <a:pt x="1114837" y="4612638"/>
                  </a:lnTo>
                  <a:lnTo>
                    <a:pt x="1114946" y="4612638"/>
                  </a:lnTo>
                  <a:lnTo>
                    <a:pt x="1115054" y="4612638"/>
                  </a:lnTo>
                  <a:lnTo>
                    <a:pt x="1115163" y="4612638"/>
                  </a:lnTo>
                  <a:lnTo>
                    <a:pt x="1115271" y="4612638"/>
                  </a:lnTo>
                  <a:lnTo>
                    <a:pt x="1115379" y="4612638"/>
                  </a:lnTo>
                  <a:lnTo>
                    <a:pt x="1115488" y="4612638"/>
                  </a:lnTo>
                  <a:lnTo>
                    <a:pt x="1115596" y="4612638"/>
                  </a:lnTo>
                  <a:lnTo>
                    <a:pt x="1115705" y="4612638"/>
                  </a:lnTo>
                  <a:lnTo>
                    <a:pt x="1115813" y="4612638"/>
                  </a:lnTo>
                  <a:lnTo>
                    <a:pt x="1115922" y="4612638"/>
                  </a:lnTo>
                  <a:lnTo>
                    <a:pt x="1116030" y="4612638"/>
                  </a:lnTo>
                  <a:lnTo>
                    <a:pt x="1116030" y="4612014"/>
                  </a:lnTo>
                  <a:lnTo>
                    <a:pt x="1116139" y="4612014"/>
                  </a:lnTo>
                  <a:lnTo>
                    <a:pt x="1116139" y="4611391"/>
                  </a:lnTo>
                  <a:lnTo>
                    <a:pt x="1116247" y="4611391"/>
                  </a:lnTo>
                  <a:lnTo>
                    <a:pt x="1116355" y="4611391"/>
                  </a:lnTo>
                  <a:lnTo>
                    <a:pt x="1116355" y="4610767"/>
                  </a:lnTo>
                  <a:lnTo>
                    <a:pt x="1116355" y="4610144"/>
                  </a:lnTo>
                  <a:lnTo>
                    <a:pt x="1116464" y="4610144"/>
                  </a:lnTo>
                  <a:lnTo>
                    <a:pt x="1116464" y="4609520"/>
                  </a:lnTo>
                  <a:lnTo>
                    <a:pt x="1116572" y="4609520"/>
                  </a:lnTo>
                  <a:lnTo>
                    <a:pt x="1116681" y="4609520"/>
                  </a:lnTo>
                  <a:lnTo>
                    <a:pt x="1116681" y="4608896"/>
                  </a:lnTo>
                  <a:lnTo>
                    <a:pt x="1116789" y="4608896"/>
                  </a:lnTo>
                  <a:lnTo>
                    <a:pt x="1116898" y="4608896"/>
                  </a:lnTo>
                  <a:lnTo>
                    <a:pt x="1116898" y="4608273"/>
                  </a:lnTo>
                  <a:lnTo>
                    <a:pt x="1117006" y="4608273"/>
                  </a:lnTo>
                  <a:lnTo>
                    <a:pt x="1117115" y="4608273"/>
                  </a:lnTo>
                  <a:lnTo>
                    <a:pt x="1117223" y="4608273"/>
                  </a:lnTo>
                  <a:lnTo>
                    <a:pt x="1117331" y="4608273"/>
                  </a:lnTo>
                  <a:lnTo>
                    <a:pt x="1117440" y="4608273"/>
                  </a:lnTo>
                  <a:lnTo>
                    <a:pt x="1117548" y="4608273"/>
                  </a:lnTo>
                  <a:lnTo>
                    <a:pt x="1117657" y="4608273"/>
                  </a:lnTo>
                  <a:lnTo>
                    <a:pt x="1117765" y="4608273"/>
                  </a:lnTo>
                  <a:lnTo>
                    <a:pt x="1117874" y="4608273"/>
                  </a:lnTo>
                  <a:lnTo>
                    <a:pt x="1117982" y="4608273"/>
                  </a:lnTo>
                  <a:lnTo>
                    <a:pt x="1118091" y="4608273"/>
                  </a:lnTo>
                  <a:lnTo>
                    <a:pt x="1118199" y="4608273"/>
                  </a:lnTo>
                  <a:lnTo>
                    <a:pt x="1118307" y="4608273"/>
                  </a:lnTo>
                  <a:lnTo>
                    <a:pt x="1118416" y="4608273"/>
                  </a:lnTo>
                  <a:lnTo>
                    <a:pt x="1118416" y="4607649"/>
                  </a:lnTo>
                  <a:lnTo>
                    <a:pt x="1118524" y="4607649"/>
                  </a:lnTo>
                  <a:lnTo>
                    <a:pt x="1118524" y="4607026"/>
                  </a:lnTo>
                  <a:lnTo>
                    <a:pt x="1118633" y="4607026"/>
                  </a:lnTo>
                  <a:lnTo>
                    <a:pt x="1118741" y="4607026"/>
                  </a:lnTo>
                  <a:lnTo>
                    <a:pt x="1118850" y="4607026"/>
                  </a:lnTo>
                  <a:lnTo>
                    <a:pt x="1118958" y="4607026"/>
                  </a:lnTo>
                  <a:lnTo>
                    <a:pt x="1119067" y="4607026"/>
                  </a:lnTo>
                  <a:lnTo>
                    <a:pt x="1119067" y="4606402"/>
                  </a:lnTo>
                  <a:lnTo>
                    <a:pt x="1119067" y="4605779"/>
                  </a:lnTo>
                  <a:lnTo>
                    <a:pt x="1119175" y="4605779"/>
                  </a:lnTo>
                  <a:lnTo>
                    <a:pt x="1119284" y="4605779"/>
                  </a:lnTo>
                  <a:lnTo>
                    <a:pt x="1119392" y="4605779"/>
                  </a:lnTo>
                  <a:lnTo>
                    <a:pt x="1119392" y="4605155"/>
                  </a:lnTo>
                  <a:lnTo>
                    <a:pt x="1119500" y="4605155"/>
                  </a:lnTo>
                  <a:lnTo>
                    <a:pt x="1119500" y="4604531"/>
                  </a:lnTo>
                  <a:lnTo>
                    <a:pt x="1119500" y="4603908"/>
                  </a:lnTo>
                  <a:lnTo>
                    <a:pt x="1119609" y="4603908"/>
                  </a:lnTo>
                  <a:lnTo>
                    <a:pt x="1119717" y="4603908"/>
                  </a:lnTo>
                  <a:lnTo>
                    <a:pt x="1119826" y="4603908"/>
                  </a:lnTo>
                  <a:lnTo>
                    <a:pt x="1119934" y="4603908"/>
                  </a:lnTo>
                  <a:lnTo>
                    <a:pt x="1120043" y="4603908"/>
                  </a:lnTo>
                  <a:lnTo>
                    <a:pt x="1120151" y="4603908"/>
                  </a:lnTo>
                  <a:lnTo>
                    <a:pt x="1120260" y="4603908"/>
                  </a:lnTo>
                  <a:lnTo>
                    <a:pt x="1120368" y="4603908"/>
                  </a:lnTo>
                  <a:lnTo>
                    <a:pt x="1120476" y="4603908"/>
                  </a:lnTo>
                  <a:lnTo>
                    <a:pt x="1120476" y="4603284"/>
                  </a:lnTo>
                  <a:lnTo>
                    <a:pt x="1120476" y="4602661"/>
                  </a:lnTo>
                  <a:lnTo>
                    <a:pt x="1120476" y="4602037"/>
                  </a:lnTo>
                  <a:lnTo>
                    <a:pt x="1120585" y="4602037"/>
                  </a:lnTo>
                  <a:lnTo>
                    <a:pt x="1120693" y="4602037"/>
                  </a:lnTo>
                  <a:lnTo>
                    <a:pt x="1120802" y="4602037"/>
                  </a:lnTo>
                  <a:lnTo>
                    <a:pt x="1120802" y="4601413"/>
                  </a:lnTo>
                  <a:lnTo>
                    <a:pt x="1120802" y="4600790"/>
                  </a:lnTo>
                  <a:lnTo>
                    <a:pt x="1120910" y="4600790"/>
                  </a:lnTo>
                  <a:lnTo>
                    <a:pt x="1120910" y="4600166"/>
                  </a:lnTo>
                  <a:lnTo>
                    <a:pt x="1121019" y="4600166"/>
                  </a:lnTo>
                  <a:lnTo>
                    <a:pt x="1121127" y="4600166"/>
                  </a:lnTo>
                  <a:lnTo>
                    <a:pt x="1121236" y="4600166"/>
                  </a:lnTo>
                  <a:lnTo>
                    <a:pt x="1121344" y="4600166"/>
                  </a:lnTo>
                  <a:lnTo>
                    <a:pt x="1121452" y="4600166"/>
                  </a:lnTo>
                  <a:lnTo>
                    <a:pt x="1121452" y="4599543"/>
                  </a:lnTo>
                  <a:lnTo>
                    <a:pt x="1121452" y="4598919"/>
                  </a:lnTo>
                  <a:lnTo>
                    <a:pt x="1121561" y="4598919"/>
                  </a:lnTo>
                  <a:lnTo>
                    <a:pt x="1121669" y="4598919"/>
                  </a:lnTo>
                  <a:lnTo>
                    <a:pt x="1121778" y="4598919"/>
                  </a:lnTo>
                  <a:lnTo>
                    <a:pt x="1121886" y="4598919"/>
                  </a:lnTo>
                  <a:lnTo>
                    <a:pt x="1121995" y="4598919"/>
                  </a:lnTo>
                  <a:lnTo>
                    <a:pt x="1121995" y="4598296"/>
                  </a:lnTo>
                  <a:lnTo>
                    <a:pt x="1122103" y="4598296"/>
                  </a:lnTo>
                  <a:lnTo>
                    <a:pt x="1122212" y="4598296"/>
                  </a:lnTo>
                  <a:lnTo>
                    <a:pt x="1122212" y="4597672"/>
                  </a:lnTo>
                  <a:lnTo>
                    <a:pt x="1122320" y="4597672"/>
                  </a:lnTo>
                  <a:lnTo>
                    <a:pt x="1122428" y="4597672"/>
                  </a:lnTo>
                  <a:lnTo>
                    <a:pt x="1122537" y="4597672"/>
                  </a:lnTo>
                  <a:lnTo>
                    <a:pt x="1122645" y="4597672"/>
                  </a:lnTo>
                  <a:lnTo>
                    <a:pt x="1122645" y="4597048"/>
                  </a:lnTo>
                  <a:lnTo>
                    <a:pt x="1122754" y="4597048"/>
                  </a:lnTo>
                  <a:lnTo>
                    <a:pt x="1122754" y="4596425"/>
                  </a:lnTo>
                  <a:lnTo>
                    <a:pt x="1122862" y="4596425"/>
                  </a:lnTo>
                  <a:lnTo>
                    <a:pt x="1122971" y="4596425"/>
                  </a:lnTo>
                  <a:lnTo>
                    <a:pt x="1123079" y="4596425"/>
                  </a:lnTo>
                  <a:lnTo>
                    <a:pt x="1123188" y="4596425"/>
                  </a:lnTo>
                  <a:lnTo>
                    <a:pt x="1123188" y="4595801"/>
                  </a:lnTo>
                  <a:lnTo>
                    <a:pt x="1123296" y="4595801"/>
                  </a:lnTo>
                  <a:lnTo>
                    <a:pt x="1123296" y="4595178"/>
                  </a:lnTo>
                  <a:lnTo>
                    <a:pt x="1123296" y="4594554"/>
                  </a:lnTo>
                  <a:lnTo>
                    <a:pt x="1123405" y="4594554"/>
                  </a:lnTo>
                  <a:lnTo>
                    <a:pt x="1123513" y="4594554"/>
                  </a:lnTo>
                  <a:lnTo>
                    <a:pt x="1123621" y="4594554"/>
                  </a:lnTo>
                  <a:lnTo>
                    <a:pt x="1123730" y="4594554"/>
                  </a:lnTo>
                  <a:lnTo>
                    <a:pt x="1123838" y="4594554"/>
                  </a:lnTo>
                  <a:lnTo>
                    <a:pt x="1123838" y="4593930"/>
                  </a:lnTo>
                  <a:lnTo>
                    <a:pt x="1123838" y="4593307"/>
                  </a:lnTo>
                  <a:lnTo>
                    <a:pt x="1123947" y="4593307"/>
                  </a:lnTo>
                  <a:lnTo>
                    <a:pt x="1124055" y="4593307"/>
                  </a:lnTo>
                  <a:lnTo>
                    <a:pt x="1124055" y="4592683"/>
                  </a:lnTo>
                  <a:lnTo>
                    <a:pt x="1124055" y="4592060"/>
                  </a:lnTo>
                  <a:lnTo>
                    <a:pt x="1124164" y="4592060"/>
                  </a:lnTo>
                  <a:lnTo>
                    <a:pt x="1124272" y="4592060"/>
                  </a:lnTo>
                  <a:lnTo>
                    <a:pt x="1124381" y="4592060"/>
                  </a:lnTo>
                  <a:lnTo>
                    <a:pt x="1124489" y="4592060"/>
                  </a:lnTo>
                  <a:lnTo>
                    <a:pt x="1124597" y="4592060"/>
                  </a:lnTo>
                  <a:lnTo>
                    <a:pt x="1124706" y="4592060"/>
                  </a:lnTo>
                  <a:lnTo>
                    <a:pt x="1124814" y="4592060"/>
                  </a:lnTo>
                  <a:lnTo>
                    <a:pt x="1124814" y="4591436"/>
                  </a:lnTo>
                  <a:lnTo>
                    <a:pt x="1124923" y="4591436"/>
                  </a:lnTo>
                  <a:lnTo>
                    <a:pt x="1124923" y="4590813"/>
                  </a:lnTo>
                  <a:lnTo>
                    <a:pt x="1125031" y="4590813"/>
                  </a:lnTo>
                  <a:lnTo>
                    <a:pt x="1125140" y="4590813"/>
                  </a:lnTo>
                  <a:lnTo>
                    <a:pt x="1125248" y="4590813"/>
                  </a:lnTo>
                  <a:lnTo>
                    <a:pt x="1125357" y="4590813"/>
                  </a:lnTo>
                  <a:lnTo>
                    <a:pt x="1125357" y="4590189"/>
                  </a:lnTo>
                  <a:lnTo>
                    <a:pt x="1125357" y="4589565"/>
                  </a:lnTo>
                  <a:lnTo>
                    <a:pt x="1125357" y="4588942"/>
                  </a:lnTo>
                  <a:lnTo>
                    <a:pt x="1125465" y="4588942"/>
                  </a:lnTo>
                  <a:lnTo>
                    <a:pt x="1125573" y="4588942"/>
                  </a:lnTo>
                  <a:lnTo>
                    <a:pt x="1125573" y="4588318"/>
                  </a:lnTo>
                  <a:lnTo>
                    <a:pt x="1125573" y="4587695"/>
                  </a:lnTo>
                  <a:lnTo>
                    <a:pt x="1125682" y="4587695"/>
                  </a:lnTo>
                  <a:lnTo>
                    <a:pt x="1125790" y="4587695"/>
                  </a:lnTo>
                  <a:lnTo>
                    <a:pt x="1125899" y="4587695"/>
                  </a:lnTo>
                  <a:lnTo>
                    <a:pt x="1126007" y="4587695"/>
                  </a:lnTo>
                  <a:lnTo>
                    <a:pt x="1126007" y="4587071"/>
                  </a:lnTo>
                  <a:lnTo>
                    <a:pt x="1126116" y="4587071"/>
                  </a:lnTo>
                  <a:lnTo>
                    <a:pt x="1126224" y="4587071"/>
                  </a:lnTo>
                  <a:lnTo>
                    <a:pt x="1126224" y="4586447"/>
                  </a:lnTo>
                  <a:lnTo>
                    <a:pt x="1126333" y="4586447"/>
                  </a:lnTo>
                  <a:lnTo>
                    <a:pt x="1126441" y="4586447"/>
                  </a:lnTo>
                  <a:lnTo>
                    <a:pt x="1126441" y="4585824"/>
                  </a:lnTo>
                  <a:lnTo>
                    <a:pt x="1126549" y="4585824"/>
                  </a:lnTo>
                  <a:lnTo>
                    <a:pt x="1126658" y="4585824"/>
                  </a:lnTo>
                  <a:lnTo>
                    <a:pt x="1126766" y="4585824"/>
                  </a:lnTo>
                  <a:lnTo>
                    <a:pt x="1126875" y="4585824"/>
                  </a:lnTo>
                  <a:lnTo>
                    <a:pt x="1126983" y="4585824"/>
                  </a:lnTo>
                  <a:lnTo>
                    <a:pt x="1127092" y="4585824"/>
                  </a:lnTo>
                  <a:lnTo>
                    <a:pt x="1127200" y="4585824"/>
                  </a:lnTo>
                  <a:lnTo>
                    <a:pt x="1127200" y="4585200"/>
                  </a:lnTo>
                  <a:lnTo>
                    <a:pt x="1127309" y="4585200"/>
                  </a:lnTo>
                  <a:lnTo>
                    <a:pt x="1127417" y="4585200"/>
                  </a:lnTo>
                  <a:lnTo>
                    <a:pt x="1127525" y="4585200"/>
                  </a:lnTo>
                  <a:lnTo>
                    <a:pt x="1127634" y="4585200"/>
                  </a:lnTo>
                  <a:lnTo>
                    <a:pt x="1127742" y="4585200"/>
                  </a:lnTo>
                  <a:lnTo>
                    <a:pt x="1127851" y="4585200"/>
                  </a:lnTo>
                  <a:lnTo>
                    <a:pt x="1127959" y="4585200"/>
                  </a:lnTo>
                  <a:lnTo>
                    <a:pt x="1128068" y="4585200"/>
                  </a:lnTo>
                  <a:lnTo>
                    <a:pt x="1128068" y="4584577"/>
                  </a:lnTo>
                  <a:lnTo>
                    <a:pt x="1128176" y="4584577"/>
                  </a:lnTo>
                  <a:lnTo>
                    <a:pt x="1128285" y="4584577"/>
                  </a:lnTo>
                  <a:lnTo>
                    <a:pt x="1128393" y="4584577"/>
                  </a:lnTo>
                  <a:lnTo>
                    <a:pt x="1128502" y="4584577"/>
                  </a:lnTo>
                  <a:lnTo>
                    <a:pt x="1128610" y="4584577"/>
                  </a:lnTo>
                  <a:lnTo>
                    <a:pt x="1128610" y="4583953"/>
                  </a:lnTo>
                  <a:lnTo>
                    <a:pt x="1128718" y="4583953"/>
                  </a:lnTo>
                  <a:lnTo>
                    <a:pt x="1128827" y="4583953"/>
                  </a:lnTo>
                  <a:lnTo>
                    <a:pt x="1128935" y="4583953"/>
                  </a:lnTo>
                  <a:lnTo>
                    <a:pt x="1129044" y="4583953"/>
                  </a:lnTo>
                  <a:lnTo>
                    <a:pt x="1129044" y="4583330"/>
                  </a:lnTo>
                  <a:lnTo>
                    <a:pt x="1129044" y="4582706"/>
                  </a:lnTo>
                  <a:lnTo>
                    <a:pt x="1129152" y="4582706"/>
                  </a:lnTo>
                  <a:lnTo>
                    <a:pt x="1129152" y="4582082"/>
                  </a:lnTo>
                  <a:lnTo>
                    <a:pt x="1129261" y="4582082"/>
                  </a:lnTo>
                  <a:lnTo>
                    <a:pt x="1129369" y="4582082"/>
                  </a:lnTo>
                  <a:lnTo>
                    <a:pt x="1129478" y="4582082"/>
                  </a:lnTo>
                  <a:lnTo>
                    <a:pt x="1129586" y="4582082"/>
                  </a:lnTo>
                  <a:lnTo>
                    <a:pt x="1129694" y="4582082"/>
                  </a:lnTo>
                  <a:lnTo>
                    <a:pt x="1129803" y="4582082"/>
                  </a:lnTo>
                  <a:lnTo>
                    <a:pt x="1129911" y="4582082"/>
                  </a:lnTo>
                  <a:lnTo>
                    <a:pt x="1129911" y="4581459"/>
                  </a:lnTo>
                  <a:lnTo>
                    <a:pt x="1130020" y="4581459"/>
                  </a:lnTo>
                  <a:lnTo>
                    <a:pt x="1130128" y="4581459"/>
                  </a:lnTo>
                  <a:lnTo>
                    <a:pt x="1130128" y="4580835"/>
                  </a:lnTo>
                  <a:lnTo>
                    <a:pt x="1130237" y="4580835"/>
                  </a:lnTo>
                  <a:lnTo>
                    <a:pt x="1130345" y="4580835"/>
                  </a:lnTo>
                  <a:lnTo>
                    <a:pt x="1130454" y="4580835"/>
                  </a:lnTo>
                  <a:lnTo>
                    <a:pt x="1130562" y="4580835"/>
                  </a:lnTo>
                  <a:lnTo>
                    <a:pt x="1130670" y="4580835"/>
                  </a:lnTo>
                  <a:lnTo>
                    <a:pt x="1130670" y="4580212"/>
                  </a:lnTo>
                  <a:lnTo>
                    <a:pt x="1130779" y="4580212"/>
                  </a:lnTo>
                  <a:lnTo>
                    <a:pt x="1130779" y="4579588"/>
                  </a:lnTo>
                  <a:lnTo>
                    <a:pt x="1130887" y="4579588"/>
                  </a:lnTo>
                  <a:lnTo>
                    <a:pt x="1130996" y="4579588"/>
                  </a:lnTo>
                  <a:lnTo>
                    <a:pt x="1131104" y="4579588"/>
                  </a:lnTo>
                  <a:lnTo>
                    <a:pt x="1131213" y="4579588"/>
                  </a:lnTo>
                  <a:lnTo>
                    <a:pt x="1131321" y="4579588"/>
                  </a:lnTo>
                  <a:lnTo>
                    <a:pt x="1131430" y="4579588"/>
                  </a:lnTo>
                  <a:lnTo>
                    <a:pt x="1131538" y="4579588"/>
                  </a:lnTo>
                  <a:lnTo>
                    <a:pt x="1131646" y="4579588"/>
                  </a:lnTo>
                  <a:lnTo>
                    <a:pt x="1131755" y="4579588"/>
                  </a:lnTo>
                  <a:lnTo>
                    <a:pt x="1131863" y="4579588"/>
                  </a:lnTo>
                  <a:lnTo>
                    <a:pt x="1131863" y="4578964"/>
                  </a:lnTo>
                  <a:lnTo>
                    <a:pt x="1131863" y="4578341"/>
                  </a:lnTo>
                  <a:lnTo>
                    <a:pt x="1131863" y="4577717"/>
                  </a:lnTo>
                  <a:lnTo>
                    <a:pt x="1131972" y="4577717"/>
                  </a:lnTo>
                  <a:lnTo>
                    <a:pt x="1131972" y="4577094"/>
                  </a:lnTo>
                  <a:lnTo>
                    <a:pt x="1132080" y="4577094"/>
                  </a:lnTo>
                  <a:lnTo>
                    <a:pt x="1132080" y="4576470"/>
                  </a:lnTo>
                  <a:lnTo>
                    <a:pt x="1132080" y="4575847"/>
                  </a:lnTo>
                  <a:lnTo>
                    <a:pt x="1132189" y="4575847"/>
                  </a:lnTo>
                  <a:lnTo>
                    <a:pt x="1132297" y="4575847"/>
                  </a:lnTo>
                  <a:lnTo>
                    <a:pt x="1132406" y="4575847"/>
                  </a:lnTo>
                  <a:lnTo>
                    <a:pt x="1132514" y="4575847"/>
                  </a:lnTo>
                  <a:lnTo>
                    <a:pt x="1132623" y="4575847"/>
                  </a:lnTo>
                  <a:lnTo>
                    <a:pt x="1132731" y="4575847"/>
                  </a:lnTo>
                  <a:lnTo>
                    <a:pt x="1132839" y="4575847"/>
                  </a:lnTo>
                  <a:lnTo>
                    <a:pt x="1132948" y="4575847"/>
                  </a:lnTo>
                  <a:lnTo>
                    <a:pt x="1133056" y="4575847"/>
                  </a:lnTo>
                  <a:lnTo>
                    <a:pt x="1133056" y="4575223"/>
                  </a:lnTo>
                  <a:lnTo>
                    <a:pt x="1133165" y="4575223"/>
                  </a:lnTo>
                  <a:lnTo>
                    <a:pt x="1133273" y="4575223"/>
                  </a:lnTo>
                  <a:lnTo>
                    <a:pt x="1133382" y="4575223"/>
                  </a:lnTo>
                  <a:lnTo>
                    <a:pt x="1133490" y="4575223"/>
                  </a:lnTo>
                  <a:lnTo>
                    <a:pt x="1133599" y="4575223"/>
                  </a:lnTo>
                  <a:lnTo>
                    <a:pt x="1133599" y="4574599"/>
                  </a:lnTo>
                  <a:lnTo>
                    <a:pt x="1133707" y="4574599"/>
                  </a:lnTo>
                  <a:lnTo>
                    <a:pt x="1133707" y="4573976"/>
                  </a:lnTo>
                  <a:lnTo>
                    <a:pt x="1133815" y="4573976"/>
                  </a:lnTo>
                  <a:lnTo>
                    <a:pt x="1133924" y="4573976"/>
                  </a:lnTo>
                  <a:lnTo>
                    <a:pt x="1134032" y="4573976"/>
                  </a:lnTo>
                  <a:lnTo>
                    <a:pt x="1134141" y="4573976"/>
                  </a:lnTo>
                  <a:lnTo>
                    <a:pt x="1134249" y="4573976"/>
                  </a:lnTo>
                  <a:lnTo>
                    <a:pt x="1134358" y="4573976"/>
                  </a:lnTo>
                  <a:lnTo>
                    <a:pt x="1134466" y="4573976"/>
                  </a:lnTo>
                  <a:lnTo>
                    <a:pt x="1134575" y="4573976"/>
                  </a:lnTo>
                  <a:lnTo>
                    <a:pt x="1134683" y="4573976"/>
                  </a:lnTo>
                  <a:lnTo>
                    <a:pt x="1134791" y="4573976"/>
                  </a:lnTo>
                  <a:lnTo>
                    <a:pt x="1134900" y="4573976"/>
                  </a:lnTo>
                  <a:lnTo>
                    <a:pt x="1135008" y="4573976"/>
                  </a:lnTo>
                  <a:lnTo>
                    <a:pt x="1135117" y="4573976"/>
                  </a:lnTo>
                  <a:lnTo>
                    <a:pt x="1135225" y="4573976"/>
                  </a:lnTo>
                  <a:lnTo>
                    <a:pt x="1135225" y="4573352"/>
                  </a:lnTo>
                  <a:lnTo>
                    <a:pt x="1135334" y="4573352"/>
                  </a:lnTo>
                  <a:lnTo>
                    <a:pt x="1135442" y="4573352"/>
                  </a:lnTo>
                  <a:lnTo>
                    <a:pt x="1135442" y="4572729"/>
                  </a:lnTo>
                  <a:lnTo>
                    <a:pt x="1135442" y="4572105"/>
                  </a:lnTo>
                  <a:lnTo>
                    <a:pt x="1135551" y="4572105"/>
                  </a:lnTo>
                  <a:lnTo>
                    <a:pt x="1135659" y="4572105"/>
                  </a:lnTo>
                  <a:lnTo>
                    <a:pt x="1135659" y="4571481"/>
                  </a:lnTo>
                  <a:lnTo>
                    <a:pt x="1135767" y="4571481"/>
                  </a:lnTo>
                  <a:lnTo>
                    <a:pt x="1135876" y="4571481"/>
                  </a:lnTo>
                  <a:lnTo>
                    <a:pt x="1135984" y="4571481"/>
                  </a:lnTo>
                  <a:lnTo>
                    <a:pt x="1136093" y="4571481"/>
                  </a:lnTo>
                  <a:lnTo>
                    <a:pt x="1136201" y="4571481"/>
                  </a:lnTo>
                  <a:lnTo>
                    <a:pt x="1136310" y="4571481"/>
                  </a:lnTo>
                  <a:lnTo>
                    <a:pt x="1136418" y="4571481"/>
                  </a:lnTo>
                  <a:lnTo>
                    <a:pt x="1136418" y="4570858"/>
                  </a:lnTo>
                  <a:lnTo>
                    <a:pt x="1136527" y="4570858"/>
                  </a:lnTo>
                  <a:lnTo>
                    <a:pt x="1136635" y="4570858"/>
                  </a:lnTo>
                  <a:lnTo>
                    <a:pt x="1136744" y="4570858"/>
                  </a:lnTo>
                  <a:lnTo>
                    <a:pt x="1136852" y="4570858"/>
                  </a:lnTo>
                  <a:lnTo>
                    <a:pt x="1136960" y="4570858"/>
                  </a:lnTo>
                  <a:lnTo>
                    <a:pt x="1136960" y="4570234"/>
                  </a:lnTo>
                  <a:lnTo>
                    <a:pt x="1136960" y="4569611"/>
                  </a:lnTo>
                  <a:lnTo>
                    <a:pt x="1136960" y="4568987"/>
                  </a:lnTo>
                  <a:lnTo>
                    <a:pt x="1136960" y="4568364"/>
                  </a:lnTo>
                  <a:lnTo>
                    <a:pt x="1137069" y="4568364"/>
                  </a:lnTo>
                  <a:lnTo>
                    <a:pt x="1137177" y="4568364"/>
                  </a:lnTo>
                  <a:lnTo>
                    <a:pt x="1137286" y="4568364"/>
                  </a:lnTo>
                  <a:lnTo>
                    <a:pt x="1137394" y="4568364"/>
                  </a:lnTo>
                  <a:lnTo>
                    <a:pt x="1137503" y="4568364"/>
                  </a:lnTo>
                  <a:lnTo>
                    <a:pt x="1137503" y="4567740"/>
                  </a:lnTo>
                  <a:lnTo>
                    <a:pt x="1137503" y="4567116"/>
                  </a:lnTo>
                  <a:lnTo>
                    <a:pt x="1137611" y="4567116"/>
                  </a:lnTo>
                  <a:lnTo>
                    <a:pt x="1137720" y="4567116"/>
                  </a:lnTo>
                  <a:lnTo>
                    <a:pt x="1137828" y="4567116"/>
                  </a:lnTo>
                  <a:lnTo>
                    <a:pt x="1137936" y="4567116"/>
                  </a:lnTo>
                  <a:lnTo>
                    <a:pt x="1137936" y="4566493"/>
                  </a:lnTo>
                  <a:lnTo>
                    <a:pt x="1137936" y="4565869"/>
                  </a:lnTo>
                  <a:lnTo>
                    <a:pt x="1138045" y="4565869"/>
                  </a:lnTo>
                  <a:lnTo>
                    <a:pt x="1138153" y="4565869"/>
                  </a:lnTo>
                  <a:lnTo>
                    <a:pt x="1138262" y="4565869"/>
                  </a:lnTo>
                  <a:lnTo>
                    <a:pt x="1138370" y="4565869"/>
                  </a:lnTo>
                  <a:lnTo>
                    <a:pt x="1138479" y="4565869"/>
                  </a:lnTo>
                  <a:lnTo>
                    <a:pt x="1138587" y="4565869"/>
                  </a:lnTo>
                  <a:lnTo>
                    <a:pt x="1138696" y="4565869"/>
                  </a:lnTo>
                  <a:lnTo>
                    <a:pt x="1138696" y="4565246"/>
                  </a:lnTo>
                  <a:lnTo>
                    <a:pt x="1138804" y="4565246"/>
                  </a:lnTo>
                  <a:lnTo>
                    <a:pt x="1138912" y="4565246"/>
                  </a:lnTo>
                  <a:lnTo>
                    <a:pt x="1138912" y="4564622"/>
                  </a:lnTo>
                  <a:lnTo>
                    <a:pt x="1139021" y="4564622"/>
                  </a:lnTo>
                  <a:lnTo>
                    <a:pt x="1139129" y="4564622"/>
                  </a:lnTo>
                  <a:lnTo>
                    <a:pt x="1139238" y="4564622"/>
                  </a:lnTo>
                  <a:lnTo>
                    <a:pt x="1139238" y="4563998"/>
                  </a:lnTo>
                  <a:lnTo>
                    <a:pt x="1139346" y="4563998"/>
                  </a:lnTo>
                  <a:lnTo>
                    <a:pt x="1139455" y="4563998"/>
                  </a:lnTo>
                  <a:lnTo>
                    <a:pt x="1139563" y="4563998"/>
                  </a:lnTo>
                  <a:lnTo>
                    <a:pt x="1139672" y="4563998"/>
                  </a:lnTo>
                  <a:lnTo>
                    <a:pt x="1139780" y="4563998"/>
                  </a:lnTo>
                  <a:lnTo>
                    <a:pt x="1139888" y="4563998"/>
                  </a:lnTo>
                  <a:lnTo>
                    <a:pt x="1139997" y="4563998"/>
                  </a:lnTo>
                  <a:lnTo>
                    <a:pt x="1140105" y="4563998"/>
                  </a:lnTo>
                  <a:lnTo>
                    <a:pt x="1140214" y="4563998"/>
                  </a:lnTo>
                  <a:lnTo>
                    <a:pt x="1140322" y="4563998"/>
                  </a:lnTo>
                  <a:lnTo>
                    <a:pt x="1140431" y="4563998"/>
                  </a:lnTo>
                  <a:lnTo>
                    <a:pt x="1140539" y="4563998"/>
                  </a:lnTo>
                  <a:lnTo>
                    <a:pt x="1140648" y="4563998"/>
                  </a:lnTo>
                  <a:lnTo>
                    <a:pt x="1140756" y="4563998"/>
                  </a:lnTo>
                  <a:lnTo>
                    <a:pt x="1140865" y="4563998"/>
                  </a:lnTo>
                  <a:lnTo>
                    <a:pt x="1140865" y="4563375"/>
                  </a:lnTo>
                  <a:lnTo>
                    <a:pt x="1140973" y="4563375"/>
                  </a:lnTo>
                  <a:lnTo>
                    <a:pt x="1140973" y="4562751"/>
                  </a:lnTo>
                  <a:lnTo>
                    <a:pt x="1140973" y="4562128"/>
                  </a:lnTo>
                  <a:lnTo>
                    <a:pt x="1141081" y="4562128"/>
                  </a:lnTo>
                  <a:lnTo>
                    <a:pt x="1141190" y="4562128"/>
                  </a:lnTo>
                  <a:lnTo>
                    <a:pt x="1141190" y="4561504"/>
                  </a:lnTo>
                  <a:lnTo>
                    <a:pt x="1141298" y="4561504"/>
                  </a:lnTo>
                  <a:lnTo>
                    <a:pt x="1141407" y="4561504"/>
                  </a:lnTo>
                  <a:lnTo>
                    <a:pt x="1141515" y="4561504"/>
                  </a:lnTo>
                  <a:lnTo>
                    <a:pt x="1141624" y="4561504"/>
                  </a:lnTo>
                  <a:lnTo>
                    <a:pt x="1141624" y="4560881"/>
                  </a:lnTo>
                  <a:lnTo>
                    <a:pt x="1141624" y="4560257"/>
                  </a:lnTo>
                  <a:lnTo>
                    <a:pt x="1141732" y="4560257"/>
                  </a:lnTo>
                  <a:lnTo>
                    <a:pt x="1141841" y="4560257"/>
                  </a:lnTo>
                  <a:lnTo>
                    <a:pt x="1141949" y="4560257"/>
                  </a:lnTo>
                  <a:lnTo>
                    <a:pt x="1142057" y="4560257"/>
                  </a:lnTo>
                  <a:lnTo>
                    <a:pt x="1142166" y="4560257"/>
                  </a:lnTo>
                  <a:lnTo>
                    <a:pt x="1142166" y="4559633"/>
                  </a:lnTo>
                  <a:lnTo>
                    <a:pt x="1142274" y="4559633"/>
                  </a:lnTo>
                  <a:lnTo>
                    <a:pt x="1142383" y="4559633"/>
                  </a:lnTo>
                  <a:lnTo>
                    <a:pt x="1142383" y="4559010"/>
                  </a:lnTo>
                  <a:lnTo>
                    <a:pt x="1142491" y="4559010"/>
                  </a:lnTo>
                  <a:lnTo>
                    <a:pt x="1142491" y="4558386"/>
                  </a:lnTo>
                  <a:lnTo>
                    <a:pt x="1142491" y="4557763"/>
                  </a:lnTo>
                  <a:lnTo>
                    <a:pt x="1142491" y="4557139"/>
                  </a:lnTo>
                  <a:lnTo>
                    <a:pt x="1142491" y="4556516"/>
                  </a:lnTo>
                  <a:lnTo>
                    <a:pt x="1142491" y="4555892"/>
                  </a:lnTo>
                  <a:lnTo>
                    <a:pt x="1142600" y="4555892"/>
                  </a:lnTo>
                  <a:lnTo>
                    <a:pt x="1142708" y="4555892"/>
                  </a:lnTo>
                  <a:lnTo>
                    <a:pt x="1142817" y="4555892"/>
                  </a:lnTo>
                  <a:lnTo>
                    <a:pt x="1142925" y="4555892"/>
                  </a:lnTo>
                  <a:lnTo>
                    <a:pt x="1143033" y="4555892"/>
                  </a:lnTo>
                  <a:lnTo>
                    <a:pt x="1143033" y="4555268"/>
                  </a:lnTo>
                  <a:lnTo>
                    <a:pt x="1143142" y="4555268"/>
                  </a:lnTo>
                  <a:lnTo>
                    <a:pt x="1143250" y="4555268"/>
                  </a:lnTo>
                  <a:lnTo>
                    <a:pt x="1143359" y="4555268"/>
                  </a:lnTo>
                  <a:lnTo>
                    <a:pt x="1143467" y="4555268"/>
                  </a:lnTo>
                  <a:lnTo>
                    <a:pt x="1143576" y="4555268"/>
                  </a:lnTo>
                  <a:lnTo>
                    <a:pt x="1143684" y="4555268"/>
                  </a:lnTo>
                  <a:lnTo>
                    <a:pt x="1143793" y="4555268"/>
                  </a:lnTo>
                  <a:lnTo>
                    <a:pt x="1143901" y="4555268"/>
                  </a:lnTo>
                  <a:lnTo>
                    <a:pt x="1144009" y="4555268"/>
                  </a:lnTo>
                  <a:lnTo>
                    <a:pt x="1144118" y="4555268"/>
                  </a:lnTo>
                  <a:lnTo>
                    <a:pt x="1144226" y="4555268"/>
                  </a:lnTo>
                  <a:lnTo>
                    <a:pt x="1144335" y="4555268"/>
                  </a:lnTo>
                  <a:lnTo>
                    <a:pt x="1144443" y="4555268"/>
                  </a:lnTo>
                  <a:lnTo>
                    <a:pt x="1144552" y="4555268"/>
                  </a:lnTo>
                  <a:lnTo>
                    <a:pt x="1144660" y="4555268"/>
                  </a:lnTo>
                  <a:lnTo>
                    <a:pt x="1144660" y="4554645"/>
                  </a:lnTo>
                  <a:lnTo>
                    <a:pt x="1144769" y="4554645"/>
                  </a:lnTo>
                  <a:lnTo>
                    <a:pt x="1144877" y="4554645"/>
                  </a:lnTo>
                  <a:lnTo>
                    <a:pt x="1144986" y="4554645"/>
                  </a:lnTo>
                  <a:lnTo>
                    <a:pt x="1145094" y="4554645"/>
                  </a:lnTo>
                  <a:lnTo>
                    <a:pt x="1145202" y="4554645"/>
                  </a:lnTo>
                  <a:lnTo>
                    <a:pt x="1145311" y="4554645"/>
                  </a:lnTo>
                  <a:lnTo>
                    <a:pt x="1145419" y="4554645"/>
                  </a:lnTo>
                  <a:lnTo>
                    <a:pt x="1145528" y="4554645"/>
                  </a:lnTo>
                  <a:lnTo>
                    <a:pt x="1145636" y="4554645"/>
                  </a:lnTo>
                  <a:lnTo>
                    <a:pt x="1145636" y="4554021"/>
                  </a:lnTo>
                  <a:lnTo>
                    <a:pt x="1145745" y="4554021"/>
                  </a:lnTo>
                  <a:lnTo>
                    <a:pt x="1145853" y="4554021"/>
                  </a:lnTo>
                  <a:lnTo>
                    <a:pt x="1145962" y="4554021"/>
                  </a:lnTo>
                  <a:lnTo>
                    <a:pt x="1146070" y="4554021"/>
                  </a:lnTo>
                  <a:lnTo>
                    <a:pt x="1146178" y="4554021"/>
                  </a:lnTo>
                  <a:lnTo>
                    <a:pt x="1146178" y="4553398"/>
                  </a:lnTo>
                  <a:lnTo>
                    <a:pt x="1146287" y="4553398"/>
                  </a:lnTo>
                  <a:lnTo>
                    <a:pt x="1146395" y="4553398"/>
                  </a:lnTo>
                  <a:lnTo>
                    <a:pt x="1146504" y="4553398"/>
                  </a:lnTo>
                  <a:lnTo>
                    <a:pt x="1146612" y="4553398"/>
                  </a:lnTo>
                  <a:lnTo>
                    <a:pt x="1146721" y="4553398"/>
                  </a:lnTo>
                  <a:lnTo>
                    <a:pt x="1146721" y="4552774"/>
                  </a:lnTo>
                  <a:lnTo>
                    <a:pt x="1146829" y="4552774"/>
                  </a:lnTo>
                  <a:lnTo>
                    <a:pt x="1146938" y="4552774"/>
                  </a:lnTo>
                  <a:lnTo>
                    <a:pt x="1147046" y="4552774"/>
                  </a:lnTo>
                  <a:lnTo>
                    <a:pt x="1147154" y="4552774"/>
                  </a:lnTo>
                  <a:lnTo>
                    <a:pt x="1147154" y="4552150"/>
                  </a:lnTo>
                  <a:lnTo>
                    <a:pt x="1147154" y="4551527"/>
                  </a:lnTo>
                  <a:lnTo>
                    <a:pt x="1147263" y="4551527"/>
                  </a:lnTo>
                  <a:lnTo>
                    <a:pt x="1147371" y="4551527"/>
                  </a:lnTo>
                  <a:lnTo>
                    <a:pt x="1147480" y="4551527"/>
                  </a:lnTo>
                  <a:lnTo>
                    <a:pt x="1147588" y="4551527"/>
                  </a:lnTo>
                  <a:lnTo>
                    <a:pt x="1147588" y="4550903"/>
                  </a:lnTo>
                  <a:lnTo>
                    <a:pt x="1147697" y="4550903"/>
                  </a:lnTo>
                  <a:lnTo>
                    <a:pt x="1147805" y="4550903"/>
                  </a:lnTo>
                  <a:lnTo>
                    <a:pt x="1147805" y="4550280"/>
                  </a:lnTo>
                  <a:lnTo>
                    <a:pt x="1147914" y="4550280"/>
                  </a:lnTo>
                  <a:lnTo>
                    <a:pt x="1148022" y="4550280"/>
                  </a:lnTo>
                  <a:lnTo>
                    <a:pt x="1148130" y="4550280"/>
                  </a:lnTo>
                  <a:lnTo>
                    <a:pt x="1148239" y="4550280"/>
                  </a:lnTo>
                  <a:lnTo>
                    <a:pt x="1148347" y="4550280"/>
                  </a:lnTo>
                  <a:lnTo>
                    <a:pt x="1148456" y="4550280"/>
                  </a:lnTo>
                  <a:lnTo>
                    <a:pt x="1148564" y="4550280"/>
                  </a:lnTo>
                  <a:lnTo>
                    <a:pt x="1148673" y="4550280"/>
                  </a:lnTo>
                  <a:lnTo>
                    <a:pt x="1148673" y="4549656"/>
                  </a:lnTo>
                  <a:lnTo>
                    <a:pt x="1148673" y="4549033"/>
                  </a:lnTo>
                  <a:lnTo>
                    <a:pt x="1148781" y="4549033"/>
                  </a:lnTo>
                  <a:lnTo>
                    <a:pt x="1148890" y="4549033"/>
                  </a:lnTo>
                  <a:lnTo>
                    <a:pt x="1148998" y="4549033"/>
                  </a:lnTo>
                  <a:lnTo>
                    <a:pt x="1149106" y="4549033"/>
                  </a:lnTo>
                  <a:lnTo>
                    <a:pt x="1149215" y="4549033"/>
                  </a:lnTo>
                  <a:lnTo>
                    <a:pt x="1149323" y="4549033"/>
                  </a:lnTo>
                  <a:lnTo>
                    <a:pt x="1149432" y="4549033"/>
                  </a:lnTo>
                  <a:lnTo>
                    <a:pt x="1149540" y="4549033"/>
                  </a:lnTo>
                  <a:lnTo>
                    <a:pt x="1149649" y="4549033"/>
                  </a:lnTo>
                  <a:lnTo>
                    <a:pt x="1149757" y="4549033"/>
                  </a:lnTo>
                  <a:lnTo>
                    <a:pt x="1149866" y="4549033"/>
                  </a:lnTo>
                  <a:lnTo>
                    <a:pt x="1149974" y="4549033"/>
                  </a:lnTo>
                  <a:lnTo>
                    <a:pt x="1150083" y="4549033"/>
                  </a:lnTo>
                  <a:lnTo>
                    <a:pt x="1150191" y="4549033"/>
                  </a:lnTo>
                  <a:lnTo>
                    <a:pt x="1150299" y="4549033"/>
                  </a:lnTo>
                  <a:lnTo>
                    <a:pt x="1150408" y="4549033"/>
                  </a:lnTo>
                  <a:lnTo>
                    <a:pt x="1150516" y="4549033"/>
                  </a:lnTo>
                  <a:lnTo>
                    <a:pt x="1150625" y="4549033"/>
                  </a:lnTo>
                  <a:lnTo>
                    <a:pt x="1150733" y="4549033"/>
                  </a:lnTo>
                  <a:lnTo>
                    <a:pt x="1150842" y="4549033"/>
                  </a:lnTo>
                  <a:lnTo>
                    <a:pt x="1150950" y="4549033"/>
                  </a:lnTo>
                  <a:lnTo>
                    <a:pt x="1151059" y="4549033"/>
                  </a:lnTo>
                  <a:lnTo>
                    <a:pt x="1151167" y="4549033"/>
                  </a:lnTo>
                  <a:lnTo>
                    <a:pt x="1151275" y="4549033"/>
                  </a:lnTo>
                  <a:lnTo>
                    <a:pt x="1151384" y="4549033"/>
                  </a:lnTo>
                  <a:lnTo>
                    <a:pt x="1151492" y="4549033"/>
                  </a:lnTo>
                  <a:lnTo>
                    <a:pt x="1151601" y="4549033"/>
                  </a:lnTo>
                  <a:lnTo>
                    <a:pt x="1151709" y="4549033"/>
                  </a:lnTo>
                  <a:lnTo>
                    <a:pt x="1151818" y="4549033"/>
                  </a:lnTo>
                  <a:lnTo>
                    <a:pt x="1151818" y="4548409"/>
                  </a:lnTo>
                  <a:lnTo>
                    <a:pt x="1151818" y="4547785"/>
                  </a:lnTo>
                  <a:lnTo>
                    <a:pt x="1151926" y="4547785"/>
                  </a:lnTo>
                  <a:lnTo>
                    <a:pt x="1152035" y="4547785"/>
                  </a:lnTo>
                  <a:lnTo>
                    <a:pt x="1152143" y="4547785"/>
                  </a:lnTo>
                  <a:lnTo>
                    <a:pt x="1152251" y="4547785"/>
                  </a:lnTo>
                  <a:lnTo>
                    <a:pt x="1152360" y="4547785"/>
                  </a:lnTo>
                  <a:lnTo>
                    <a:pt x="1152468" y="4547785"/>
                  </a:lnTo>
                  <a:lnTo>
                    <a:pt x="1152577" y="4547785"/>
                  </a:lnTo>
                  <a:lnTo>
                    <a:pt x="1152685" y="4547785"/>
                  </a:lnTo>
                  <a:lnTo>
                    <a:pt x="1152794" y="4547785"/>
                  </a:lnTo>
                  <a:lnTo>
                    <a:pt x="1152902" y="4547785"/>
                  </a:lnTo>
                  <a:lnTo>
                    <a:pt x="1153011" y="4547785"/>
                  </a:lnTo>
                  <a:lnTo>
                    <a:pt x="1153119" y="4547785"/>
                  </a:lnTo>
                  <a:lnTo>
                    <a:pt x="1153227" y="4547785"/>
                  </a:lnTo>
                  <a:lnTo>
                    <a:pt x="1153227" y="4547162"/>
                  </a:lnTo>
                  <a:lnTo>
                    <a:pt x="1153336" y="4547162"/>
                  </a:lnTo>
                  <a:lnTo>
                    <a:pt x="1153444" y="4547162"/>
                  </a:lnTo>
                  <a:lnTo>
                    <a:pt x="1153553" y="4547162"/>
                  </a:lnTo>
                  <a:lnTo>
                    <a:pt x="1153661" y="4547162"/>
                  </a:lnTo>
                  <a:lnTo>
                    <a:pt x="1153770" y="4547162"/>
                  </a:lnTo>
                  <a:lnTo>
                    <a:pt x="1153878" y="4547162"/>
                  </a:lnTo>
                  <a:lnTo>
                    <a:pt x="1153987" y="4547162"/>
                  </a:lnTo>
                  <a:lnTo>
                    <a:pt x="1154095" y="4547162"/>
                  </a:lnTo>
                  <a:lnTo>
                    <a:pt x="1154204" y="4547162"/>
                  </a:lnTo>
                  <a:lnTo>
                    <a:pt x="1154312" y="4547162"/>
                  </a:lnTo>
                  <a:lnTo>
                    <a:pt x="1154420" y="4547162"/>
                  </a:lnTo>
                  <a:lnTo>
                    <a:pt x="1154529" y="4547162"/>
                  </a:lnTo>
                  <a:lnTo>
                    <a:pt x="1154637" y="4547162"/>
                  </a:lnTo>
                  <a:lnTo>
                    <a:pt x="1154637" y="4546538"/>
                  </a:lnTo>
                  <a:lnTo>
                    <a:pt x="1154746" y="4546538"/>
                  </a:lnTo>
                  <a:lnTo>
                    <a:pt x="1154746" y="4545915"/>
                  </a:lnTo>
                  <a:lnTo>
                    <a:pt x="1154854" y="4545915"/>
                  </a:lnTo>
                  <a:lnTo>
                    <a:pt x="1154854" y="4545291"/>
                  </a:lnTo>
                  <a:lnTo>
                    <a:pt x="1154963" y="4545291"/>
                  </a:lnTo>
                  <a:lnTo>
                    <a:pt x="1154963" y="4544667"/>
                  </a:lnTo>
                  <a:lnTo>
                    <a:pt x="1155071" y="4544667"/>
                  </a:lnTo>
                  <a:lnTo>
                    <a:pt x="1155071" y="4544044"/>
                  </a:lnTo>
                  <a:lnTo>
                    <a:pt x="1155180" y="4544044"/>
                  </a:lnTo>
                  <a:lnTo>
                    <a:pt x="1155288" y="4544044"/>
                  </a:lnTo>
                  <a:lnTo>
                    <a:pt x="1155396" y="4544044"/>
                  </a:lnTo>
                  <a:lnTo>
                    <a:pt x="1155505" y="4544044"/>
                  </a:lnTo>
                  <a:lnTo>
                    <a:pt x="1155613" y="4544044"/>
                  </a:lnTo>
                  <a:lnTo>
                    <a:pt x="1155613" y="4543420"/>
                  </a:lnTo>
                  <a:lnTo>
                    <a:pt x="1155722" y="4543420"/>
                  </a:lnTo>
                  <a:lnTo>
                    <a:pt x="1155830" y="4543420"/>
                  </a:lnTo>
                  <a:lnTo>
                    <a:pt x="1155939" y="4543420"/>
                  </a:lnTo>
                  <a:lnTo>
                    <a:pt x="1156047" y="4543420"/>
                  </a:lnTo>
                  <a:lnTo>
                    <a:pt x="1156156" y="4543420"/>
                  </a:lnTo>
                  <a:lnTo>
                    <a:pt x="1156156" y="4542797"/>
                  </a:lnTo>
                  <a:lnTo>
                    <a:pt x="1156264" y="4542797"/>
                  </a:lnTo>
                  <a:lnTo>
                    <a:pt x="1156372" y="4542797"/>
                  </a:lnTo>
                  <a:lnTo>
                    <a:pt x="1156372" y="4542173"/>
                  </a:lnTo>
                  <a:lnTo>
                    <a:pt x="1156481" y="4542173"/>
                  </a:lnTo>
                  <a:lnTo>
                    <a:pt x="1156589" y="4542173"/>
                  </a:lnTo>
                  <a:lnTo>
                    <a:pt x="1156698" y="4542173"/>
                  </a:lnTo>
                  <a:lnTo>
                    <a:pt x="1156806" y="4542173"/>
                  </a:lnTo>
                  <a:lnTo>
                    <a:pt x="1156915" y="4542173"/>
                  </a:lnTo>
                  <a:lnTo>
                    <a:pt x="1157023" y="4542173"/>
                  </a:lnTo>
                  <a:lnTo>
                    <a:pt x="1157132" y="4542173"/>
                  </a:lnTo>
                  <a:lnTo>
                    <a:pt x="1157240" y="4542173"/>
                  </a:lnTo>
                  <a:lnTo>
                    <a:pt x="1157348" y="4542173"/>
                  </a:lnTo>
                  <a:lnTo>
                    <a:pt x="1157457" y="4542173"/>
                  </a:lnTo>
                  <a:lnTo>
                    <a:pt x="1157565" y="4542173"/>
                  </a:lnTo>
                  <a:lnTo>
                    <a:pt x="1157565" y="4541550"/>
                  </a:lnTo>
                  <a:lnTo>
                    <a:pt x="1157674" y="4541550"/>
                  </a:lnTo>
                  <a:lnTo>
                    <a:pt x="1157782" y="4541550"/>
                  </a:lnTo>
                  <a:lnTo>
                    <a:pt x="1157891" y="4541550"/>
                  </a:lnTo>
                  <a:lnTo>
                    <a:pt x="1157999" y="4541550"/>
                  </a:lnTo>
                  <a:lnTo>
                    <a:pt x="1157999" y="4540926"/>
                  </a:lnTo>
                  <a:lnTo>
                    <a:pt x="1158108" y="4540926"/>
                  </a:lnTo>
                  <a:lnTo>
                    <a:pt x="1158216" y="4540926"/>
                  </a:lnTo>
                  <a:lnTo>
                    <a:pt x="1158325" y="4540926"/>
                  </a:lnTo>
                  <a:lnTo>
                    <a:pt x="1158325" y="4540302"/>
                  </a:lnTo>
                  <a:lnTo>
                    <a:pt x="1158433" y="4540302"/>
                  </a:lnTo>
                  <a:lnTo>
                    <a:pt x="1158541" y="4540302"/>
                  </a:lnTo>
                  <a:lnTo>
                    <a:pt x="1158650" y="4540302"/>
                  </a:lnTo>
                  <a:lnTo>
                    <a:pt x="1158758" y="4540302"/>
                  </a:lnTo>
                  <a:lnTo>
                    <a:pt x="1158867" y="4540302"/>
                  </a:lnTo>
                  <a:lnTo>
                    <a:pt x="1158867" y="4539679"/>
                  </a:lnTo>
                  <a:lnTo>
                    <a:pt x="1158975" y="4539679"/>
                  </a:lnTo>
                  <a:lnTo>
                    <a:pt x="1159084" y="4539679"/>
                  </a:lnTo>
                  <a:lnTo>
                    <a:pt x="1159192" y="4539679"/>
                  </a:lnTo>
                  <a:lnTo>
                    <a:pt x="1159301" y="4539679"/>
                  </a:lnTo>
                  <a:lnTo>
                    <a:pt x="1159301" y="4539055"/>
                  </a:lnTo>
                  <a:lnTo>
                    <a:pt x="1159409" y="4539055"/>
                  </a:lnTo>
                  <a:lnTo>
                    <a:pt x="1159409" y="4538432"/>
                  </a:lnTo>
                  <a:lnTo>
                    <a:pt x="1159517" y="4538432"/>
                  </a:lnTo>
                  <a:lnTo>
                    <a:pt x="1159626" y="4538432"/>
                  </a:lnTo>
                  <a:lnTo>
                    <a:pt x="1159734" y="4538432"/>
                  </a:lnTo>
                  <a:lnTo>
                    <a:pt x="1159843" y="4538432"/>
                  </a:lnTo>
                  <a:lnTo>
                    <a:pt x="1159951" y="4538432"/>
                  </a:lnTo>
                  <a:lnTo>
                    <a:pt x="1160060" y="4538432"/>
                  </a:lnTo>
                  <a:lnTo>
                    <a:pt x="1160168" y="4538432"/>
                  </a:lnTo>
                  <a:lnTo>
                    <a:pt x="1160277" y="4538432"/>
                  </a:lnTo>
                  <a:lnTo>
                    <a:pt x="1160385" y="4538432"/>
                  </a:lnTo>
                  <a:lnTo>
                    <a:pt x="1160493" y="4538432"/>
                  </a:lnTo>
                  <a:lnTo>
                    <a:pt x="1160602" y="4538432"/>
                  </a:lnTo>
                  <a:lnTo>
                    <a:pt x="1160710" y="4538432"/>
                  </a:lnTo>
                  <a:lnTo>
                    <a:pt x="1160819" y="4538432"/>
                  </a:lnTo>
                  <a:lnTo>
                    <a:pt x="1160927" y="4538432"/>
                  </a:lnTo>
                  <a:lnTo>
                    <a:pt x="1161036" y="4538432"/>
                  </a:lnTo>
                  <a:lnTo>
                    <a:pt x="1161144" y="4538432"/>
                  </a:lnTo>
                  <a:lnTo>
                    <a:pt x="1161253" y="4538432"/>
                  </a:lnTo>
                  <a:lnTo>
                    <a:pt x="1161361" y="4538432"/>
                  </a:lnTo>
                  <a:lnTo>
                    <a:pt x="1161469" y="4538432"/>
                  </a:lnTo>
                  <a:lnTo>
                    <a:pt x="1161469" y="4537808"/>
                  </a:lnTo>
                  <a:lnTo>
                    <a:pt x="1161578" y="4537808"/>
                  </a:lnTo>
                  <a:lnTo>
                    <a:pt x="1161686" y="4537808"/>
                  </a:lnTo>
                  <a:lnTo>
                    <a:pt x="1161795" y="4537808"/>
                  </a:lnTo>
                  <a:lnTo>
                    <a:pt x="1161795" y="4537184"/>
                  </a:lnTo>
                  <a:lnTo>
                    <a:pt x="1161903" y="4537184"/>
                  </a:lnTo>
                  <a:lnTo>
                    <a:pt x="1162012" y="4537184"/>
                  </a:lnTo>
                  <a:lnTo>
                    <a:pt x="1162120" y="4537184"/>
                  </a:lnTo>
                  <a:lnTo>
                    <a:pt x="1162229" y="4537184"/>
                  </a:lnTo>
                  <a:lnTo>
                    <a:pt x="1162337" y="4537184"/>
                  </a:lnTo>
                  <a:lnTo>
                    <a:pt x="1162337" y="4536561"/>
                  </a:lnTo>
                  <a:lnTo>
                    <a:pt x="1162446" y="4536561"/>
                  </a:lnTo>
                  <a:lnTo>
                    <a:pt x="1162446" y="4535937"/>
                  </a:lnTo>
                  <a:lnTo>
                    <a:pt x="1162554" y="4535937"/>
                  </a:lnTo>
                  <a:lnTo>
                    <a:pt x="1162662" y="4535937"/>
                  </a:lnTo>
                  <a:lnTo>
                    <a:pt x="1162771" y="4535937"/>
                  </a:lnTo>
                  <a:lnTo>
                    <a:pt x="1162879" y="4535937"/>
                  </a:lnTo>
                  <a:lnTo>
                    <a:pt x="1162879" y="4535314"/>
                  </a:lnTo>
                  <a:lnTo>
                    <a:pt x="1162988" y="4535314"/>
                  </a:lnTo>
                  <a:lnTo>
                    <a:pt x="1163096" y="4535314"/>
                  </a:lnTo>
                  <a:lnTo>
                    <a:pt x="1163205" y="4535314"/>
                  </a:lnTo>
                  <a:lnTo>
                    <a:pt x="1163313" y="4535314"/>
                  </a:lnTo>
                  <a:lnTo>
                    <a:pt x="1163313" y="4534690"/>
                  </a:lnTo>
                  <a:lnTo>
                    <a:pt x="1163422" y="4534690"/>
                  </a:lnTo>
                  <a:lnTo>
                    <a:pt x="1163530" y="4534690"/>
                  </a:lnTo>
                  <a:lnTo>
                    <a:pt x="1163530" y="4534067"/>
                  </a:lnTo>
                  <a:lnTo>
                    <a:pt x="1163638" y="4534067"/>
                  </a:lnTo>
                  <a:lnTo>
                    <a:pt x="1163747" y="4534067"/>
                  </a:lnTo>
                  <a:lnTo>
                    <a:pt x="1163855" y="4534067"/>
                  </a:lnTo>
                  <a:lnTo>
                    <a:pt x="1163964" y="4534067"/>
                  </a:lnTo>
                  <a:lnTo>
                    <a:pt x="1163964" y="4533443"/>
                  </a:lnTo>
                  <a:lnTo>
                    <a:pt x="1164072" y="4533443"/>
                  </a:lnTo>
                  <a:lnTo>
                    <a:pt x="1164181" y="4533443"/>
                  </a:lnTo>
                  <a:lnTo>
                    <a:pt x="1164289" y="4533443"/>
                  </a:lnTo>
                  <a:lnTo>
                    <a:pt x="1164398" y="4533443"/>
                  </a:lnTo>
                  <a:lnTo>
                    <a:pt x="1164506" y="4533443"/>
                  </a:lnTo>
                  <a:lnTo>
                    <a:pt x="1164506" y="4532819"/>
                  </a:lnTo>
                  <a:lnTo>
                    <a:pt x="1164614" y="4532819"/>
                  </a:lnTo>
                  <a:lnTo>
                    <a:pt x="1164723" y="4532819"/>
                  </a:lnTo>
                  <a:lnTo>
                    <a:pt x="1164831" y="4532819"/>
                  </a:lnTo>
                  <a:lnTo>
                    <a:pt x="1164940" y="4532819"/>
                  </a:lnTo>
                  <a:lnTo>
                    <a:pt x="1165048" y="4532819"/>
                  </a:lnTo>
                  <a:lnTo>
                    <a:pt x="1165157" y="4532819"/>
                  </a:lnTo>
                  <a:lnTo>
                    <a:pt x="1165265" y="4532819"/>
                  </a:lnTo>
                  <a:lnTo>
                    <a:pt x="1165374" y="4532819"/>
                  </a:lnTo>
                  <a:lnTo>
                    <a:pt x="1165482" y="4532819"/>
                  </a:lnTo>
                  <a:lnTo>
                    <a:pt x="1165590" y="4532819"/>
                  </a:lnTo>
                  <a:lnTo>
                    <a:pt x="1165699" y="4532819"/>
                  </a:lnTo>
                  <a:lnTo>
                    <a:pt x="1165807" y="4532819"/>
                  </a:lnTo>
                  <a:lnTo>
                    <a:pt x="1165916" y="4532819"/>
                  </a:lnTo>
                  <a:lnTo>
                    <a:pt x="1166024" y="4532819"/>
                  </a:lnTo>
                  <a:lnTo>
                    <a:pt x="1166133" y="4532819"/>
                  </a:lnTo>
                  <a:lnTo>
                    <a:pt x="1166241" y="4532819"/>
                  </a:lnTo>
                  <a:lnTo>
                    <a:pt x="1166350" y="4532819"/>
                  </a:lnTo>
                  <a:lnTo>
                    <a:pt x="1166458" y="4532819"/>
                  </a:lnTo>
                  <a:lnTo>
                    <a:pt x="1166567" y="4532819"/>
                  </a:lnTo>
                  <a:lnTo>
                    <a:pt x="1166567" y="4532196"/>
                  </a:lnTo>
                  <a:lnTo>
                    <a:pt x="1166675" y="4532196"/>
                  </a:lnTo>
                  <a:lnTo>
                    <a:pt x="1166783" y="4532196"/>
                  </a:lnTo>
                  <a:lnTo>
                    <a:pt x="1166783" y="4531572"/>
                  </a:lnTo>
                  <a:lnTo>
                    <a:pt x="1166892" y="4531572"/>
                  </a:lnTo>
                  <a:lnTo>
                    <a:pt x="1167000" y="4531572"/>
                  </a:lnTo>
                  <a:lnTo>
                    <a:pt x="1167109" y="4531572"/>
                  </a:lnTo>
                  <a:lnTo>
                    <a:pt x="1167109" y="4530949"/>
                  </a:lnTo>
                  <a:lnTo>
                    <a:pt x="1167217" y="4530949"/>
                  </a:lnTo>
                  <a:lnTo>
                    <a:pt x="1167326" y="4530949"/>
                  </a:lnTo>
                  <a:lnTo>
                    <a:pt x="1167434" y="4530949"/>
                  </a:lnTo>
                  <a:lnTo>
                    <a:pt x="1167434" y="4530325"/>
                  </a:lnTo>
                  <a:lnTo>
                    <a:pt x="1167543" y="4530325"/>
                  </a:lnTo>
                  <a:lnTo>
                    <a:pt x="1167651" y="4530325"/>
                  </a:lnTo>
                  <a:lnTo>
                    <a:pt x="1167651" y="4529701"/>
                  </a:lnTo>
                  <a:lnTo>
                    <a:pt x="1167759" y="4529701"/>
                  </a:lnTo>
                  <a:lnTo>
                    <a:pt x="1167868" y="4529701"/>
                  </a:lnTo>
                  <a:lnTo>
                    <a:pt x="1167976" y="4529701"/>
                  </a:lnTo>
                  <a:lnTo>
                    <a:pt x="1168085" y="4529701"/>
                  </a:lnTo>
                  <a:lnTo>
                    <a:pt x="1168193" y="4529701"/>
                  </a:lnTo>
                  <a:lnTo>
                    <a:pt x="1168302" y="4529701"/>
                  </a:lnTo>
                  <a:lnTo>
                    <a:pt x="1168410" y="4529701"/>
                  </a:lnTo>
                  <a:lnTo>
                    <a:pt x="1168519" y="4529701"/>
                  </a:lnTo>
                  <a:lnTo>
                    <a:pt x="1168627" y="4529701"/>
                  </a:lnTo>
                  <a:lnTo>
                    <a:pt x="1168735" y="4529701"/>
                  </a:lnTo>
                  <a:lnTo>
                    <a:pt x="1168735" y="4529078"/>
                  </a:lnTo>
                  <a:lnTo>
                    <a:pt x="1168844" y="4529078"/>
                  </a:lnTo>
                  <a:lnTo>
                    <a:pt x="1168952" y="4529078"/>
                  </a:lnTo>
                  <a:lnTo>
                    <a:pt x="1169061" y="4529078"/>
                  </a:lnTo>
                  <a:lnTo>
                    <a:pt x="1169061" y="4528454"/>
                  </a:lnTo>
                  <a:lnTo>
                    <a:pt x="1169169" y="4528454"/>
                  </a:lnTo>
                  <a:lnTo>
                    <a:pt x="1169278" y="4528454"/>
                  </a:lnTo>
                  <a:lnTo>
                    <a:pt x="1169386" y="4528454"/>
                  </a:lnTo>
                  <a:lnTo>
                    <a:pt x="1169386" y="4527831"/>
                  </a:lnTo>
                  <a:lnTo>
                    <a:pt x="1169495" y="4527831"/>
                  </a:lnTo>
                  <a:lnTo>
                    <a:pt x="1169495" y="4527207"/>
                  </a:lnTo>
                  <a:lnTo>
                    <a:pt x="1169495" y="4526584"/>
                  </a:lnTo>
                  <a:lnTo>
                    <a:pt x="1169603" y="4526584"/>
                  </a:lnTo>
                  <a:lnTo>
                    <a:pt x="1169711" y="4526584"/>
                  </a:lnTo>
                  <a:lnTo>
                    <a:pt x="1169820" y="4526584"/>
                  </a:lnTo>
                  <a:lnTo>
                    <a:pt x="1169820" y="4525960"/>
                  </a:lnTo>
                  <a:lnTo>
                    <a:pt x="1169820" y="4525336"/>
                  </a:lnTo>
                  <a:lnTo>
                    <a:pt x="1169928" y="4525336"/>
                  </a:lnTo>
                  <a:lnTo>
                    <a:pt x="1170037" y="4525336"/>
                  </a:lnTo>
                  <a:lnTo>
                    <a:pt x="1170145" y="4525336"/>
                  </a:lnTo>
                  <a:lnTo>
                    <a:pt x="1170254" y="4525336"/>
                  </a:lnTo>
                  <a:lnTo>
                    <a:pt x="1170362" y="4525336"/>
                  </a:lnTo>
                  <a:lnTo>
                    <a:pt x="1170471" y="4525336"/>
                  </a:lnTo>
                  <a:lnTo>
                    <a:pt x="1170579" y="4525336"/>
                  </a:lnTo>
                  <a:lnTo>
                    <a:pt x="1170579" y="4524713"/>
                  </a:lnTo>
                  <a:lnTo>
                    <a:pt x="1170687" y="4524713"/>
                  </a:lnTo>
                  <a:lnTo>
                    <a:pt x="1170796" y="4524713"/>
                  </a:lnTo>
                  <a:lnTo>
                    <a:pt x="1170904" y="4524713"/>
                  </a:lnTo>
                  <a:lnTo>
                    <a:pt x="1171013" y="4524713"/>
                  </a:lnTo>
                  <a:lnTo>
                    <a:pt x="1171121" y="4524713"/>
                  </a:lnTo>
                  <a:lnTo>
                    <a:pt x="1171230" y="4524713"/>
                  </a:lnTo>
                  <a:lnTo>
                    <a:pt x="1171338" y="4524713"/>
                  </a:lnTo>
                  <a:lnTo>
                    <a:pt x="1171447" y="4524713"/>
                  </a:lnTo>
                  <a:lnTo>
                    <a:pt x="1171555" y="4524713"/>
                  </a:lnTo>
                  <a:lnTo>
                    <a:pt x="1171664" y="4524713"/>
                  </a:lnTo>
                  <a:lnTo>
                    <a:pt x="1171664" y="4524089"/>
                  </a:lnTo>
                  <a:lnTo>
                    <a:pt x="1171664" y="4523466"/>
                  </a:lnTo>
                  <a:lnTo>
                    <a:pt x="1171664" y="4522842"/>
                  </a:lnTo>
                  <a:lnTo>
                    <a:pt x="1171664" y="4522218"/>
                  </a:lnTo>
                  <a:lnTo>
                    <a:pt x="1171772" y="4522218"/>
                  </a:lnTo>
                  <a:lnTo>
                    <a:pt x="1171772" y="4521595"/>
                  </a:lnTo>
                  <a:lnTo>
                    <a:pt x="1171772" y="4520971"/>
                  </a:lnTo>
                  <a:lnTo>
                    <a:pt x="1171880" y="4520971"/>
                  </a:lnTo>
                  <a:lnTo>
                    <a:pt x="1171989" y="4520971"/>
                  </a:lnTo>
                  <a:lnTo>
                    <a:pt x="1172097" y="4520971"/>
                  </a:lnTo>
                  <a:lnTo>
                    <a:pt x="1172206" y="4520971"/>
                  </a:lnTo>
                  <a:lnTo>
                    <a:pt x="1172314" y="4520971"/>
                  </a:lnTo>
                  <a:lnTo>
                    <a:pt x="1172423" y="4520971"/>
                  </a:lnTo>
                  <a:lnTo>
                    <a:pt x="1172531" y="4520971"/>
                  </a:lnTo>
                  <a:lnTo>
                    <a:pt x="1172531" y="4520348"/>
                  </a:lnTo>
                  <a:lnTo>
                    <a:pt x="1172640" y="4520348"/>
                  </a:lnTo>
                  <a:lnTo>
                    <a:pt x="1172640" y="4519724"/>
                  </a:lnTo>
                  <a:lnTo>
                    <a:pt x="1172748" y="4519724"/>
                  </a:lnTo>
                  <a:lnTo>
                    <a:pt x="1172856" y="4519724"/>
                  </a:lnTo>
                  <a:lnTo>
                    <a:pt x="1172965" y="4519724"/>
                  </a:lnTo>
                  <a:lnTo>
                    <a:pt x="1173073" y="4519724"/>
                  </a:lnTo>
                  <a:lnTo>
                    <a:pt x="1173182" y="4519724"/>
                  </a:lnTo>
                  <a:lnTo>
                    <a:pt x="1173182" y="4519101"/>
                  </a:lnTo>
                  <a:lnTo>
                    <a:pt x="1173290" y="4519101"/>
                  </a:lnTo>
                  <a:lnTo>
                    <a:pt x="1173399" y="4519101"/>
                  </a:lnTo>
                  <a:lnTo>
                    <a:pt x="1173507" y="4519101"/>
                  </a:lnTo>
                  <a:lnTo>
                    <a:pt x="1173616" y="4519101"/>
                  </a:lnTo>
                  <a:lnTo>
                    <a:pt x="1173724" y="4519101"/>
                  </a:lnTo>
                  <a:lnTo>
                    <a:pt x="1173724" y="4518477"/>
                  </a:lnTo>
                  <a:lnTo>
                    <a:pt x="1173832" y="4518477"/>
                  </a:lnTo>
                  <a:lnTo>
                    <a:pt x="1173941" y="4518477"/>
                  </a:lnTo>
                  <a:lnTo>
                    <a:pt x="1174049" y="4518477"/>
                  </a:lnTo>
                  <a:lnTo>
                    <a:pt x="1174158" y="4518477"/>
                  </a:lnTo>
                  <a:lnTo>
                    <a:pt x="1174266" y="4518477"/>
                  </a:lnTo>
                  <a:lnTo>
                    <a:pt x="1174266" y="4517853"/>
                  </a:lnTo>
                  <a:lnTo>
                    <a:pt x="1174375" y="4517853"/>
                  </a:lnTo>
                  <a:lnTo>
                    <a:pt x="1174483" y="4517853"/>
                  </a:lnTo>
                  <a:lnTo>
                    <a:pt x="1174592" y="4517853"/>
                  </a:lnTo>
                  <a:lnTo>
                    <a:pt x="1174700" y="4517853"/>
                  </a:lnTo>
                  <a:lnTo>
                    <a:pt x="1174700" y="4517230"/>
                  </a:lnTo>
                  <a:lnTo>
                    <a:pt x="1174808" y="4517230"/>
                  </a:lnTo>
                  <a:lnTo>
                    <a:pt x="1174917" y="4517230"/>
                  </a:lnTo>
                  <a:lnTo>
                    <a:pt x="1175025" y="4517230"/>
                  </a:lnTo>
                  <a:lnTo>
                    <a:pt x="1175025" y="4516606"/>
                  </a:lnTo>
                  <a:lnTo>
                    <a:pt x="1175134" y="4516606"/>
                  </a:lnTo>
                  <a:lnTo>
                    <a:pt x="1175242" y="4516606"/>
                  </a:lnTo>
                  <a:lnTo>
                    <a:pt x="1175242" y="4515983"/>
                  </a:lnTo>
                  <a:lnTo>
                    <a:pt x="1175351" y="4515983"/>
                  </a:lnTo>
                  <a:lnTo>
                    <a:pt x="1175459" y="4515983"/>
                  </a:lnTo>
                  <a:lnTo>
                    <a:pt x="1175568" y="4515983"/>
                  </a:lnTo>
                  <a:lnTo>
                    <a:pt x="1175676" y="4515983"/>
                  </a:lnTo>
                  <a:lnTo>
                    <a:pt x="1175785" y="4515983"/>
                  </a:lnTo>
                  <a:lnTo>
                    <a:pt x="1175893" y="4515983"/>
                  </a:lnTo>
                  <a:lnTo>
                    <a:pt x="1176001" y="4515983"/>
                  </a:lnTo>
                  <a:lnTo>
                    <a:pt x="1176110" y="4515983"/>
                  </a:lnTo>
                  <a:lnTo>
                    <a:pt x="1176218" y="4515983"/>
                  </a:lnTo>
                  <a:lnTo>
                    <a:pt x="1176327" y="4515983"/>
                  </a:lnTo>
                  <a:lnTo>
                    <a:pt x="1176435" y="4515983"/>
                  </a:lnTo>
                  <a:lnTo>
                    <a:pt x="1176544" y="4515983"/>
                  </a:lnTo>
                  <a:lnTo>
                    <a:pt x="1176652" y="4515983"/>
                  </a:lnTo>
                  <a:lnTo>
                    <a:pt x="1176761" y="4515983"/>
                  </a:lnTo>
                  <a:lnTo>
                    <a:pt x="1176869" y="4515983"/>
                  </a:lnTo>
                  <a:lnTo>
                    <a:pt x="1176977" y="4515983"/>
                  </a:lnTo>
                  <a:lnTo>
                    <a:pt x="1177086" y="4515983"/>
                  </a:lnTo>
                  <a:lnTo>
                    <a:pt x="1177194" y="4515983"/>
                  </a:lnTo>
                  <a:lnTo>
                    <a:pt x="1177194" y="4515359"/>
                  </a:lnTo>
                  <a:lnTo>
                    <a:pt x="1177303" y="4515359"/>
                  </a:lnTo>
                  <a:lnTo>
                    <a:pt x="1177411" y="4515359"/>
                  </a:lnTo>
                  <a:lnTo>
                    <a:pt x="1177411" y="4514735"/>
                  </a:lnTo>
                  <a:lnTo>
                    <a:pt x="1177520" y="4514735"/>
                  </a:lnTo>
                  <a:lnTo>
                    <a:pt x="1177628" y="4514735"/>
                  </a:lnTo>
                  <a:lnTo>
                    <a:pt x="1177628" y="4514112"/>
                  </a:lnTo>
                  <a:lnTo>
                    <a:pt x="1177628" y="4513488"/>
                  </a:lnTo>
                  <a:lnTo>
                    <a:pt x="1177737" y="4513488"/>
                  </a:lnTo>
                  <a:lnTo>
                    <a:pt x="1177737" y="4512865"/>
                  </a:lnTo>
                  <a:lnTo>
                    <a:pt x="1177845" y="4512865"/>
                  </a:lnTo>
                  <a:lnTo>
                    <a:pt x="1177953" y="4512865"/>
                  </a:lnTo>
                  <a:lnTo>
                    <a:pt x="1178062" y="4512865"/>
                  </a:lnTo>
                  <a:lnTo>
                    <a:pt x="1178170" y="4512865"/>
                  </a:lnTo>
                  <a:lnTo>
                    <a:pt x="1178279" y="4512865"/>
                  </a:lnTo>
                  <a:lnTo>
                    <a:pt x="1178387" y="4512865"/>
                  </a:lnTo>
                  <a:lnTo>
                    <a:pt x="1178496" y="4512865"/>
                  </a:lnTo>
                  <a:lnTo>
                    <a:pt x="1178496" y="4512241"/>
                  </a:lnTo>
                  <a:lnTo>
                    <a:pt x="1178604" y="4512241"/>
                  </a:lnTo>
                  <a:lnTo>
                    <a:pt x="1178713" y="4512241"/>
                  </a:lnTo>
                  <a:lnTo>
                    <a:pt x="1178821" y="4512241"/>
                  </a:lnTo>
                  <a:lnTo>
                    <a:pt x="1178929" y="4512241"/>
                  </a:lnTo>
                  <a:lnTo>
                    <a:pt x="1179038" y="4512241"/>
                  </a:lnTo>
                  <a:lnTo>
                    <a:pt x="1179146" y="4512241"/>
                  </a:lnTo>
                  <a:lnTo>
                    <a:pt x="1179255" y="4512241"/>
                  </a:lnTo>
                  <a:lnTo>
                    <a:pt x="1179363" y="4512241"/>
                  </a:lnTo>
                  <a:lnTo>
                    <a:pt x="1179363" y="4511618"/>
                  </a:lnTo>
                  <a:lnTo>
                    <a:pt x="1179472" y="4511618"/>
                  </a:lnTo>
                  <a:lnTo>
                    <a:pt x="1179580" y="4511618"/>
                  </a:lnTo>
                  <a:lnTo>
                    <a:pt x="1179689" y="4511618"/>
                  </a:lnTo>
                  <a:lnTo>
                    <a:pt x="1179689" y="4510994"/>
                  </a:lnTo>
                  <a:lnTo>
                    <a:pt x="1179797" y="4510994"/>
                  </a:lnTo>
                  <a:lnTo>
                    <a:pt x="1179906" y="4510994"/>
                  </a:lnTo>
                  <a:lnTo>
                    <a:pt x="1180014" y="4510994"/>
                  </a:lnTo>
                  <a:lnTo>
                    <a:pt x="1180122" y="4510994"/>
                  </a:lnTo>
                  <a:lnTo>
                    <a:pt x="1180231" y="4510994"/>
                  </a:lnTo>
                  <a:lnTo>
                    <a:pt x="1180339" y="4510994"/>
                  </a:lnTo>
                  <a:lnTo>
                    <a:pt x="1180448" y="4510994"/>
                  </a:lnTo>
                  <a:lnTo>
                    <a:pt x="1180556" y="4510994"/>
                  </a:lnTo>
                  <a:lnTo>
                    <a:pt x="1180665" y="4510994"/>
                  </a:lnTo>
                  <a:lnTo>
                    <a:pt x="1180773" y="4510994"/>
                  </a:lnTo>
                  <a:lnTo>
                    <a:pt x="1180882" y="4510994"/>
                  </a:lnTo>
                  <a:lnTo>
                    <a:pt x="1180882" y="4510370"/>
                  </a:lnTo>
                  <a:lnTo>
                    <a:pt x="1180990" y="4510370"/>
                  </a:lnTo>
                  <a:lnTo>
                    <a:pt x="1181098" y="4510370"/>
                  </a:lnTo>
                  <a:lnTo>
                    <a:pt x="1181207" y="4510370"/>
                  </a:lnTo>
                  <a:lnTo>
                    <a:pt x="1181315" y="4510370"/>
                  </a:lnTo>
                  <a:lnTo>
                    <a:pt x="1181424" y="4510370"/>
                  </a:lnTo>
                  <a:lnTo>
                    <a:pt x="1181532" y="4510370"/>
                  </a:lnTo>
                  <a:lnTo>
                    <a:pt x="1181532" y="4509747"/>
                  </a:lnTo>
                  <a:lnTo>
                    <a:pt x="1181532" y="4509123"/>
                  </a:lnTo>
                  <a:lnTo>
                    <a:pt x="1181532" y="4508500"/>
                  </a:lnTo>
                  <a:lnTo>
                    <a:pt x="1181641" y="4508500"/>
                  </a:lnTo>
                  <a:lnTo>
                    <a:pt x="1181749" y="4508500"/>
                  </a:lnTo>
                  <a:lnTo>
                    <a:pt x="1181749" y="4507876"/>
                  </a:lnTo>
                  <a:lnTo>
                    <a:pt x="1181858" y="4507876"/>
                  </a:lnTo>
                  <a:lnTo>
                    <a:pt x="1181858" y="4507253"/>
                  </a:lnTo>
                  <a:lnTo>
                    <a:pt x="1181966" y="4507253"/>
                  </a:lnTo>
                  <a:lnTo>
                    <a:pt x="1182074" y="4507253"/>
                  </a:lnTo>
                  <a:lnTo>
                    <a:pt x="1182183" y="4507253"/>
                  </a:lnTo>
                  <a:lnTo>
                    <a:pt x="1182291" y="4507253"/>
                  </a:lnTo>
                  <a:lnTo>
                    <a:pt x="1182291" y="4506629"/>
                  </a:lnTo>
                  <a:lnTo>
                    <a:pt x="1182400" y="4506629"/>
                  </a:lnTo>
                  <a:lnTo>
                    <a:pt x="1182400" y="4506005"/>
                  </a:lnTo>
                  <a:lnTo>
                    <a:pt x="1182508" y="4506005"/>
                  </a:lnTo>
                  <a:lnTo>
                    <a:pt x="1182617" y="4506005"/>
                  </a:lnTo>
                  <a:lnTo>
                    <a:pt x="1182725" y="4506005"/>
                  </a:lnTo>
                  <a:lnTo>
                    <a:pt x="1182834" y="4506005"/>
                  </a:lnTo>
                  <a:lnTo>
                    <a:pt x="1182942" y="4506005"/>
                  </a:lnTo>
                  <a:lnTo>
                    <a:pt x="1183050" y="4506005"/>
                  </a:lnTo>
                  <a:lnTo>
                    <a:pt x="1183159" y="4506005"/>
                  </a:lnTo>
                  <a:lnTo>
                    <a:pt x="1183267" y="4506005"/>
                  </a:lnTo>
                  <a:lnTo>
                    <a:pt x="1183376" y="4506005"/>
                  </a:lnTo>
                  <a:lnTo>
                    <a:pt x="1183484" y="4506005"/>
                  </a:lnTo>
                  <a:lnTo>
                    <a:pt x="1183593" y="4506005"/>
                  </a:lnTo>
                  <a:lnTo>
                    <a:pt x="1183701" y="4506005"/>
                  </a:lnTo>
                  <a:lnTo>
                    <a:pt x="1183810" y="4506005"/>
                  </a:lnTo>
                  <a:lnTo>
                    <a:pt x="1183918" y="4506005"/>
                  </a:lnTo>
                  <a:lnTo>
                    <a:pt x="1183918" y="4505382"/>
                  </a:lnTo>
                  <a:lnTo>
                    <a:pt x="1184027" y="4505382"/>
                  </a:lnTo>
                  <a:lnTo>
                    <a:pt x="1184135" y="4505382"/>
                  </a:lnTo>
                  <a:lnTo>
                    <a:pt x="1184243" y="4505382"/>
                  </a:lnTo>
                  <a:lnTo>
                    <a:pt x="1184243" y="4504758"/>
                  </a:lnTo>
                  <a:lnTo>
                    <a:pt x="1184352" y="4504758"/>
                  </a:lnTo>
                  <a:lnTo>
                    <a:pt x="1184460" y="4504758"/>
                  </a:lnTo>
                  <a:lnTo>
                    <a:pt x="1184569" y="4504758"/>
                  </a:lnTo>
                  <a:lnTo>
                    <a:pt x="1184677" y="4504758"/>
                  </a:lnTo>
                  <a:lnTo>
                    <a:pt x="1184677" y="4504135"/>
                  </a:lnTo>
                  <a:lnTo>
                    <a:pt x="1184786" y="4504135"/>
                  </a:lnTo>
                  <a:lnTo>
                    <a:pt x="1184894" y="4504135"/>
                  </a:lnTo>
                  <a:lnTo>
                    <a:pt x="1185003" y="4504135"/>
                  </a:lnTo>
                  <a:lnTo>
                    <a:pt x="1185111" y="4504135"/>
                  </a:lnTo>
                  <a:lnTo>
                    <a:pt x="1185219" y="4504135"/>
                  </a:lnTo>
                  <a:lnTo>
                    <a:pt x="1185328" y="4504135"/>
                  </a:lnTo>
                  <a:lnTo>
                    <a:pt x="1185436" y="4504135"/>
                  </a:lnTo>
                  <a:lnTo>
                    <a:pt x="1185545" y="4504135"/>
                  </a:lnTo>
                  <a:lnTo>
                    <a:pt x="1185545" y="4503511"/>
                  </a:lnTo>
                  <a:lnTo>
                    <a:pt x="1185653" y="4503511"/>
                  </a:lnTo>
                  <a:lnTo>
                    <a:pt x="1185762" y="4503511"/>
                  </a:lnTo>
                  <a:lnTo>
                    <a:pt x="1185870" y="4503511"/>
                  </a:lnTo>
                  <a:lnTo>
                    <a:pt x="1185870" y="4502887"/>
                  </a:lnTo>
                  <a:lnTo>
                    <a:pt x="1185979" y="4502887"/>
                  </a:lnTo>
                  <a:lnTo>
                    <a:pt x="1186087" y="4502887"/>
                  </a:lnTo>
                  <a:lnTo>
                    <a:pt x="1186195" y="4502887"/>
                  </a:lnTo>
                  <a:lnTo>
                    <a:pt x="1186304" y="4502887"/>
                  </a:lnTo>
                  <a:lnTo>
                    <a:pt x="1186412" y="4502887"/>
                  </a:lnTo>
                  <a:lnTo>
                    <a:pt x="1186521" y="4502887"/>
                  </a:lnTo>
                  <a:lnTo>
                    <a:pt x="1186629" y="4502887"/>
                  </a:lnTo>
                  <a:lnTo>
                    <a:pt x="1186738" y="4502887"/>
                  </a:lnTo>
                  <a:lnTo>
                    <a:pt x="1186846" y="4502887"/>
                  </a:lnTo>
                  <a:lnTo>
                    <a:pt x="1186955" y="4502887"/>
                  </a:lnTo>
                  <a:lnTo>
                    <a:pt x="1187063" y="4502887"/>
                  </a:lnTo>
                  <a:lnTo>
                    <a:pt x="1187171" y="4502887"/>
                  </a:lnTo>
                  <a:lnTo>
                    <a:pt x="1187280" y="4502887"/>
                  </a:lnTo>
                  <a:lnTo>
                    <a:pt x="1187280" y="4502264"/>
                  </a:lnTo>
                  <a:lnTo>
                    <a:pt x="1187388" y="4502264"/>
                  </a:lnTo>
                  <a:lnTo>
                    <a:pt x="1187388" y="4501640"/>
                  </a:lnTo>
                  <a:lnTo>
                    <a:pt x="1187497" y="4501640"/>
                  </a:lnTo>
                  <a:lnTo>
                    <a:pt x="1187605" y="4501640"/>
                  </a:lnTo>
                  <a:lnTo>
                    <a:pt x="1187714" y="4501640"/>
                  </a:lnTo>
                  <a:lnTo>
                    <a:pt x="1187822" y="4501640"/>
                  </a:lnTo>
                  <a:lnTo>
                    <a:pt x="1187931" y="4501640"/>
                  </a:lnTo>
                  <a:lnTo>
                    <a:pt x="1188039" y="4501640"/>
                  </a:lnTo>
                  <a:lnTo>
                    <a:pt x="1188148" y="4501640"/>
                  </a:lnTo>
                  <a:lnTo>
                    <a:pt x="1188256" y="4501640"/>
                  </a:lnTo>
                  <a:lnTo>
                    <a:pt x="1188364" y="4501640"/>
                  </a:lnTo>
                  <a:lnTo>
                    <a:pt x="1188473" y="4501640"/>
                  </a:lnTo>
                  <a:lnTo>
                    <a:pt x="1188581" y="4501640"/>
                  </a:lnTo>
                  <a:lnTo>
                    <a:pt x="1188690" y="4501640"/>
                  </a:lnTo>
                  <a:lnTo>
                    <a:pt x="1188798" y="4501640"/>
                  </a:lnTo>
                  <a:lnTo>
                    <a:pt x="1188907" y="4501640"/>
                  </a:lnTo>
                  <a:lnTo>
                    <a:pt x="1189015" y="4501640"/>
                  </a:lnTo>
                  <a:lnTo>
                    <a:pt x="1189124" y="4501640"/>
                  </a:lnTo>
                  <a:lnTo>
                    <a:pt x="1189232" y="4501640"/>
                  </a:lnTo>
                  <a:lnTo>
                    <a:pt x="1189340" y="4501640"/>
                  </a:lnTo>
                  <a:lnTo>
                    <a:pt x="1189449" y="4501640"/>
                  </a:lnTo>
                  <a:lnTo>
                    <a:pt x="1189449" y="4501017"/>
                  </a:lnTo>
                  <a:lnTo>
                    <a:pt x="1189557" y="4501017"/>
                  </a:lnTo>
                  <a:lnTo>
                    <a:pt x="1189666" y="4501017"/>
                  </a:lnTo>
                  <a:lnTo>
                    <a:pt x="1189774" y="4501017"/>
                  </a:lnTo>
                  <a:lnTo>
                    <a:pt x="1189883" y="4501017"/>
                  </a:lnTo>
                  <a:lnTo>
                    <a:pt x="1189883" y="4500393"/>
                  </a:lnTo>
                  <a:lnTo>
                    <a:pt x="1189991" y="4500393"/>
                  </a:lnTo>
                  <a:lnTo>
                    <a:pt x="1190100" y="4500393"/>
                  </a:lnTo>
                  <a:lnTo>
                    <a:pt x="1190208" y="4500393"/>
                  </a:lnTo>
                  <a:lnTo>
                    <a:pt x="1190316" y="4500393"/>
                  </a:lnTo>
                  <a:lnTo>
                    <a:pt x="1190425" y="4500393"/>
                  </a:lnTo>
                  <a:lnTo>
                    <a:pt x="1190533" y="4500393"/>
                  </a:lnTo>
                  <a:lnTo>
                    <a:pt x="1190642" y="4500393"/>
                  </a:lnTo>
                  <a:lnTo>
                    <a:pt x="1190750" y="4500393"/>
                  </a:lnTo>
                  <a:lnTo>
                    <a:pt x="1190859" y="4500393"/>
                  </a:lnTo>
                  <a:lnTo>
                    <a:pt x="1190967" y="4500393"/>
                  </a:lnTo>
                  <a:lnTo>
                    <a:pt x="1190967" y="4499770"/>
                  </a:lnTo>
                  <a:lnTo>
                    <a:pt x="1191076" y="4499770"/>
                  </a:lnTo>
                  <a:lnTo>
                    <a:pt x="1191184" y="4499770"/>
                  </a:lnTo>
                  <a:lnTo>
                    <a:pt x="1191292" y="4499770"/>
                  </a:lnTo>
                  <a:lnTo>
                    <a:pt x="1191292" y="4499146"/>
                  </a:lnTo>
                  <a:lnTo>
                    <a:pt x="1191401" y="4499146"/>
                  </a:lnTo>
                  <a:lnTo>
                    <a:pt x="1191401" y="4498522"/>
                  </a:lnTo>
                  <a:lnTo>
                    <a:pt x="1191509" y="4498522"/>
                  </a:lnTo>
                  <a:lnTo>
                    <a:pt x="1191509" y="4497899"/>
                  </a:lnTo>
                  <a:lnTo>
                    <a:pt x="1191618" y="4497899"/>
                  </a:lnTo>
                  <a:lnTo>
                    <a:pt x="1191618" y="4497275"/>
                  </a:lnTo>
                  <a:lnTo>
                    <a:pt x="1191726" y="4497275"/>
                  </a:lnTo>
                  <a:lnTo>
                    <a:pt x="1191835" y="4497275"/>
                  </a:lnTo>
                  <a:lnTo>
                    <a:pt x="1191943" y="4497275"/>
                  </a:lnTo>
                  <a:lnTo>
                    <a:pt x="1191943" y="4496652"/>
                  </a:lnTo>
                  <a:lnTo>
                    <a:pt x="1192052" y="4496652"/>
                  </a:lnTo>
                  <a:lnTo>
                    <a:pt x="1192160" y="4496652"/>
                  </a:lnTo>
                  <a:lnTo>
                    <a:pt x="1192269" y="4496652"/>
                  </a:lnTo>
                  <a:lnTo>
                    <a:pt x="1192377" y="4496652"/>
                  </a:lnTo>
                  <a:lnTo>
                    <a:pt x="1192485" y="4496652"/>
                  </a:lnTo>
                  <a:lnTo>
                    <a:pt x="1192594" y="4496652"/>
                  </a:lnTo>
                  <a:lnTo>
                    <a:pt x="1192702" y="4496652"/>
                  </a:lnTo>
                  <a:lnTo>
                    <a:pt x="1192811" y="4496652"/>
                  </a:lnTo>
                  <a:lnTo>
                    <a:pt x="1192811" y="4496028"/>
                  </a:lnTo>
                  <a:lnTo>
                    <a:pt x="1192919" y="4496028"/>
                  </a:lnTo>
                  <a:lnTo>
                    <a:pt x="1193028" y="4496028"/>
                  </a:lnTo>
                  <a:lnTo>
                    <a:pt x="1193136" y="4496028"/>
                  </a:lnTo>
                  <a:lnTo>
                    <a:pt x="1193245" y="4496028"/>
                  </a:lnTo>
                  <a:lnTo>
                    <a:pt x="1193245" y="4495404"/>
                  </a:lnTo>
                  <a:lnTo>
                    <a:pt x="1193353" y="4495404"/>
                  </a:lnTo>
                  <a:lnTo>
                    <a:pt x="1193461" y="4495404"/>
                  </a:lnTo>
                  <a:lnTo>
                    <a:pt x="1193570" y="4495404"/>
                  </a:lnTo>
                  <a:lnTo>
                    <a:pt x="1193570" y="4494781"/>
                  </a:lnTo>
                  <a:lnTo>
                    <a:pt x="1193570" y="4494157"/>
                  </a:lnTo>
                  <a:lnTo>
                    <a:pt x="1193678" y="4494157"/>
                  </a:lnTo>
                  <a:lnTo>
                    <a:pt x="1193678" y="4493534"/>
                  </a:lnTo>
                  <a:lnTo>
                    <a:pt x="1193787" y="4493534"/>
                  </a:lnTo>
                  <a:lnTo>
                    <a:pt x="1193895" y="4493534"/>
                  </a:lnTo>
                  <a:lnTo>
                    <a:pt x="1193895" y="4492910"/>
                  </a:lnTo>
                  <a:lnTo>
                    <a:pt x="1193895" y="4492287"/>
                  </a:lnTo>
                  <a:lnTo>
                    <a:pt x="1194004" y="4492287"/>
                  </a:lnTo>
                  <a:lnTo>
                    <a:pt x="1194112" y="4492287"/>
                  </a:lnTo>
                  <a:lnTo>
                    <a:pt x="1194112" y="4491663"/>
                  </a:lnTo>
                  <a:lnTo>
                    <a:pt x="1194221" y="4491663"/>
                  </a:lnTo>
                  <a:lnTo>
                    <a:pt x="1194329" y="4491663"/>
                  </a:lnTo>
                  <a:lnTo>
                    <a:pt x="1194437" y="4491663"/>
                  </a:lnTo>
                  <a:lnTo>
                    <a:pt x="1194546" y="4491663"/>
                  </a:lnTo>
                  <a:lnTo>
                    <a:pt x="1194654" y="4491663"/>
                  </a:lnTo>
                  <a:lnTo>
                    <a:pt x="1194763" y="4491663"/>
                  </a:lnTo>
                  <a:lnTo>
                    <a:pt x="1194871" y="4491663"/>
                  </a:lnTo>
                  <a:lnTo>
                    <a:pt x="1194871" y="4491039"/>
                  </a:lnTo>
                  <a:lnTo>
                    <a:pt x="1194980" y="4491039"/>
                  </a:lnTo>
                  <a:lnTo>
                    <a:pt x="1195088" y="4491039"/>
                  </a:lnTo>
                  <a:lnTo>
                    <a:pt x="1195197" y="4491039"/>
                  </a:lnTo>
                  <a:lnTo>
                    <a:pt x="1195197" y="4490416"/>
                  </a:lnTo>
                  <a:lnTo>
                    <a:pt x="1195197" y="4489792"/>
                  </a:lnTo>
                  <a:lnTo>
                    <a:pt x="1195305" y="4489792"/>
                  </a:lnTo>
                  <a:lnTo>
                    <a:pt x="1195413" y="4489792"/>
                  </a:lnTo>
                  <a:lnTo>
                    <a:pt x="1195522" y="4489792"/>
                  </a:lnTo>
                  <a:lnTo>
                    <a:pt x="1195630" y="4489792"/>
                  </a:lnTo>
                  <a:lnTo>
                    <a:pt x="1195739" y="4489792"/>
                  </a:lnTo>
                  <a:lnTo>
                    <a:pt x="1195847" y="4489792"/>
                  </a:lnTo>
                  <a:lnTo>
                    <a:pt x="1195956" y="4489792"/>
                  </a:lnTo>
                  <a:lnTo>
                    <a:pt x="1196064" y="4489792"/>
                  </a:lnTo>
                  <a:lnTo>
                    <a:pt x="1196064" y="4489169"/>
                  </a:lnTo>
                  <a:lnTo>
                    <a:pt x="1196173" y="4489169"/>
                  </a:lnTo>
                  <a:lnTo>
                    <a:pt x="1196281" y="4489169"/>
                  </a:lnTo>
                  <a:lnTo>
                    <a:pt x="1196389" y="4489169"/>
                  </a:lnTo>
                  <a:lnTo>
                    <a:pt x="1196498" y="4489169"/>
                  </a:lnTo>
                  <a:lnTo>
                    <a:pt x="1196498" y="4488545"/>
                  </a:lnTo>
                  <a:lnTo>
                    <a:pt x="1196606" y="4488545"/>
                  </a:lnTo>
                  <a:lnTo>
                    <a:pt x="1196715" y="4488545"/>
                  </a:lnTo>
                  <a:lnTo>
                    <a:pt x="1196715" y="4487921"/>
                  </a:lnTo>
                  <a:lnTo>
                    <a:pt x="1196823" y="4487921"/>
                  </a:lnTo>
                  <a:lnTo>
                    <a:pt x="1196823" y="4487298"/>
                  </a:lnTo>
                  <a:lnTo>
                    <a:pt x="1196932" y="4487298"/>
                  </a:lnTo>
                  <a:lnTo>
                    <a:pt x="1197040" y="4487298"/>
                  </a:lnTo>
                  <a:lnTo>
                    <a:pt x="1197149" y="4487298"/>
                  </a:lnTo>
                  <a:lnTo>
                    <a:pt x="1197257" y="4487298"/>
                  </a:lnTo>
                  <a:lnTo>
                    <a:pt x="1197366" y="4487298"/>
                  </a:lnTo>
                  <a:lnTo>
                    <a:pt x="1197474" y="4487298"/>
                  </a:lnTo>
                  <a:lnTo>
                    <a:pt x="1197474" y="4486674"/>
                  </a:lnTo>
                  <a:lnTo>
                    <a:pt x="1197582" y="4486674"/>
                  </a:lnTo>
                  <a:lnTo>
                    <a:pt x="1197691" y="4486674"/>
                  </a:lnTo>
                  <a:lnTo>
                    <a:pt x="1197799" y="4486674"/>
                  </a:lnTo>
                  <a:lnTo>
                    <a:pt x="1197908" y="4486674"/>
                  </a:lnTo>
                  <a:lnTo>
                    <a:pt x="1198016" y="4486674"/>
                  </a:lnTo>
                  <a:lnTo>
                    <a:pt x="1198125" y="4486674"/>
                  </a:lnTo>
                  <a:lnTo>
                    <a:pt x="1198233" y="4486674"/>
                  </a:lnTo>
                  <a:lnTo>
                    <a:pt x="1198342" y="4486674"/>
                  </a:lnTo>
                  <a:lnTo>
                    <a:pt x="1198450" y="4486674"/>
                  </a:lnTo>
                  <a:lnTo>
                    <a:pt x="1198450" y="4486051"/>
                  </a:lnTo>
                  <a:lnTo>
                    <a:pt x="1198450" y="4485427"/>
                  </a:lnTo>
                  <a:lnTo>
                    <a:pt x="1198558" y="4485427"/>
                  </a:lnTo>
                  <a:lnTo>
                    <a:pt x="1198558" y="4484804"/>
                  </a:lnTo>
                  <a:lnTo>
                    <a:pt x="1198558" y="4484180"/>
                  </a:lnTo>
                  <a:lnTo>
                    <a:pt x="1198667" y="4484180"/>
                  </a:lnTo>
                  <a:lnTo>
                    <a:pt x="1198775" y="4484180"/>
                  </a:lnTo>
                  <a:lnTo>
                    <a:pt x="1198884" y="4484180"/>
                  </a:lnTo>
                  <a:lnTo>
                    <a:pt x="1198992" y="4484180"/>
                  </a:lnTo>
                  <a:lnTo>
                    <a:pt x="1199101" y="4484180"/>
                  </a:lnTo>
                  <a:lnTo>
                    <a:pt x="1199209" y="4484180"/>
                  </a:lnTo>
                  <a:lnTo>
                    <a:pt x="1199318" y="4484180"/>
                  </a:lnTo>
                  <a:lnTo>
                    <a:pt x="1199426" y="4484180"/>
                  </a:lnTo>
                  <a:lnTo>
                    <a:pt x="1199426" y="4483556"/>
                  </a:lnTo>
                  <a:lnTo>
                    <a:pt x="1199534" y="4483556"/>
                  </a:lnTo>
                  <a:lnTo>
                    <a:pt x="1199534" y="4482933"/>
                  </a:lnTo>
                  <a:lnTo>
                    <a:pt x="1199643" y="4482933"/>
                  </a:lnTo>
                  <a:lnTo>
                    <a:pt x="1199751" y="4482933"/>
                  </a:lnTo>
                  <a:lnTo>
                    <a:pt x="1199860" y="4482933"/>
                  </a:lnTo>
                  <a:lnTo>
                    <a:pt x="1199968" y="4482933"/>
                  </a:lnTo>
                  <a:lnTo>
                    <a:pt x="1200077" y="4482933"/>
                  </a:lnTo>
                  <a:lnTo>
                    <a:pt x="1200077" y="4482309"/>
                  </a:lnTo>
                  <a:lnTo>
                    <a:pt x="1200185" y="4482309"/>
                  </a:lnTo>
                  <a:lnTo>
                    <a:pt x="1200294" y="4482309"/>
                  </a:lnTo>
                  <a:lnTo>
                    <a:pt x="1200402" y="4482309"/>
                  </a:lnTo>
                  <a:lnTo>
                    <a:pt x="1200402" y="4481686"/>
                  </a:lnTo>
                  <a:lnTo>
                    <a:pt x="1200510" y="4481686"/>
                  </a:lnTo>
                  <a:lnTo>
                    <a:pt x="1200619" y="4481686"/>
                  </a:lnTo>
                  <a:lnTo>
                    <a:pt x="1200727" y="4481686"/>
                  </a:lnTo>
                  <a:lnTo>
                    <a:pt x="1200836" y="4481686"/>
                  </a:lnTo>
                  <a:lnTo>
                    <a:pt x="1200944" y="4481686"/>
                  </a:lnTo>
                  <a:lnTo>
                    <a:pt x="1201053" y="4481686"/>
                  </a:lnTo>
                  <a:lnTo>
                    <a:pt x="1201161" y="4481686"/>
                  </a:lnTo>
                  <a:lnTo>
                    <a:pt x="1201270" y="4481686"/>
                  </a:lnTo>
                  <a:lnTo>
                    <a:pt x="1201378" y="4481686"/>
                  </a:lnTo>
                  <a:lnTo>
                    <a:pt x="1201487" y="4481686"/>
                  </a:lnTo>
                  <a:lnTo>
                    <a:pt x="1201595" y="4481686"/>
                  </a:lnTo>
                  <a:lnTo>
                    <a:pt x="1201703" y="4481686"/>
                  </a:lnTo>
                  <a:lnTo>
                    <a:pt x="1201812" y="4481686"/>
                  </a:lnTo>
                  <a:lnTo>
                    <a:pt x="1201920" y="4481686"/>
                  </a:lnTo>
                  <a:lnTo>
                    <a:pt x="1201920" y="4481062"/>
                  </a:lnTo>
                  <a:lnTo>
                    <a:pt x="1202029" y="4481062"/>
                  </a:lnTo>
                  <a:lnTo>
                    <a:pt x="1202029" y="4480438"/>
                  </a:lnTo>
                  <a:lnTo>
                    <a:pt x="1202029" y="4479815"/>
                  </a:lnTo>
                  <a:lnTo>
                    <a:pt x="1202137" y="4479815"/>
                  </a:lnTo>
                  <a:lnTo>
                    <a:pt x="1202246" y="4479815"/>
                  </a:lnTo>
                  <a:lnTo>
                    <a:pt x="1202246" y="4479191"/>
                  </a:lnTo>
                  <a:lnTo>
                    <a:pt x="1202354" y="4479191"/>
                  </a:lnTo>
                  <a:lnTo>
                    <a:pt x="1202463" y="4479191"/>
                  </a:lnTo>
                  <a:lnTo>
                    <a:pt x="1202571" y="4479191"/>
                  </a:lnTo>
                  <a:lnTo>
                    <a:pt x="1202679" y="4479191"/>
                  </a:lnTo>
                  <a:lnTo>
                    <a:pt x="1202788" y="4479191"/>
                  </a:lnTo>
                  <a:lnTo>
                    <a:pt x="1202896" y="4479191"/>
                  </a:lnTo>
                  <a:lnTo>
                    <a:pt x="1203005" y="4479191"/>
                  </a:lnTo>
                  <a:lnTo>
                    <a:pt x="1203113" y="4479191"/>
                  </a:lnTo>
                  <a:lnTo>
                    <a:pt x="1203113" y="4478568"/>
                  </a:lnTo>
                  <a:lnTo>
                    <a:pt x="1203222" y="4478568"/>
                  </a:lnTo>
                  <a:lnTo>
                    <a:pt x="1203222" y="4477944"/>
                  </a:lnTo>
                  <a:lnTo>
                    <a:pt x="1203222" y="4477321"/>
                  </a:lnTo>
                  <a:lnTo>
                    <a:pt x="1203330" y="4477321"/>
                  </a:lnTo>
                  <a:lnTo>
                    <a:pt x="1203439" y="4477321"/>
                  </a:lnTo>
                  <a:lnTo>
                    <a:pt x="1203439" y="4476697"/>
                  </a:lnTo>
                  <a:lnTo>
                    <a:pt x="1203439" y="4476073"/>
                  </a:lnTo>
                  <a:lnTo>
                    <a:pt x="1203547" y="4476073"/>
                  </a:lnTo>
                  <a:lnTo>
                    <a:pt x="1203655" y="4476073"/>
                  </a:lnTo>
                  <a:lnTo>
                    <a:pt x="1203764" y="4476073"/>
                  </a:lnTo>
                  <a:lnTo>
                    <a:pt x="1203872" y="4476073"/>
                  </a:lnTo>
                  <a:lnTo>
                    <a:pt x="1203981" y="4476073"/>
                  </a:lnTo>
                  <a:lnTo>
                    <a:pt x="1204089" y="4476073"/>
                  </a:lnTo>
                  <a:lnTo>
                    <a:pt x="1204198" y="4476073"/>
                  </a:lnTo>
                  <a:lnTo>
                    <a:pt x="1204306" y="4476073"/>
                  </a:lnTo>
                  <a:lnTo>
                    <a:pt x="1204415" y="4476073"/>
                  </a:lnTo>
                  <a:lnTo>
                    <a:pt x="1204415" y="4475450"/>
                  </a:lnTo>
                  <a:lnTo>
                    <a:pt x="1204415" y="4474826"/>
                  </a:lnTo>
                  <a:lnTo>
                    <a:pt x="1204523" y="4474826"/>
                  </a:lnTo>
                  <a:lnTo>
                    <a:pt x="1204631" y="4474826"/>
                  </a:lnTo>
                  <a:lnTo>
                    <a:pt x="1204740" y="4474826"/>
                  </a:lnTo>
                  <a:lnTo>
                    <a:pt x="1204848" y="4474826"/>
                  </a:lnTo>
                  <a:lnTo>
                    <a:pt x="1204957" y="4474826"/>
                  </a:lnTo>
                  <a:lnTo>
                    <a:pt x="1204957" y="4474203"/>
                  </a:lnTo>
                  <a:lnTo>
                    <a:pt x="1205065" y="4474203"/>
                  </a:lnTo>
                  <a:lnTo>
                    <a:pt x="1205065" y="4473579"/>
                  </a:lnTo>
                  <a:lnTo>
                    <a:pt x="1205065" y="4472955"/>
                  </a:lnTo>
                  <a:lnTo>
                    <a:pt x="1205174" y="4472955"/>
                  </a:lnTo>
                  <a:lnTo>
                    <a:pt x="1205174" y="4472332"/>
                  </a:lnTo>
                  <a:lnTo>
                    <a:pt x="1205282" y="4472332"/>
                  </a:lnTo>
                  <a:lnTo>
                    <a:pt x="1205391" y="4472332"/>
                  </a:lnTo>
                  <a:lnTo>
                    <a:pt x="1205499" y="4472332"/>
                  </a:lnTo>
                  <a:lnTo>
                    <a:pt x="1205499" y="4471708"/>
                  </a:lnTo>
                  <a:lnTo>
                    <a:pt x="1205608" y="4471708"/>
                  </a:lnTo>
                  <a:lnTo>
                    <a:pt x="1205716" y="4471708"/>
                  </a:lnTo>
                  <a:lnTo>
                    <a:pt x="1205824" y="4471708"/>
                  </a:lnTo>
                  <a:lnTo>
                    <a:pt x="1205933" y="4471708"/>
                  </a:lnTo>
                  <a:lnTo>
                    <a:pt x="1206041" y="4471708"/>
                  </a:lnTo>
                  <a:lnTo>
                    <a:pt x="1206150" y="4471708"/>
                  </a:lnTo>
                  <a:lnTo>
                    <a:pt x="1206258" y="4471708"/>
                  </a:lnTo>
                  <a:lnTo>
                    <a:pt x="1206367" y="4471708"/>
                  </a:lnTo>
                  <a:lnTo>
                    <a:pt x="1206475" y="4471708"/>
                  </a:lnTo>
                  <a:lnTo>
                    <a:pt x="1206584" y="4471708"/>
                  </a:lnTo>
                  <a:lnTo>
                    <a:pt x="1206692" y="4471708"/>
                  </a:lnTo>
                  <a:lnTo>
                    <a:pt x="1206692" y="4471085"/>
                  </a:lnTo>
                  <a:lnTo>
                    <a:pt x="1206692" y="4470461"/>
                  </a:lnTo>
                  <a:lnTo>
                    <a:pt x="1206692" y="4469838"/>
                  </a:lnTo>
                  <a:lnTo>
                    <a:pt x="1206692" y="4469214"/>
                  </a:lnTo>
                  <a:lnTo>
                    <a:pt x="1206692" y="4468590"/>
                  </a:lnTo>
                  <a:lnTo>
                    <a:pt x="1206800" y="4468590"/>
                  </a:lnTo>
                  <a:lnTo>
                    <a:pt x="1206800" y="4467967"/>
                  </a:lnTo>
                  <a:lnTo>
                    <a:pt x="1206909" y="4467967"/>
                  </a:lnTo>
                  <a:lnTo>
                    <a:pt x="1207017" y="4467967"/>
                  </a:lnTo>
                  <a:lnTo>
                    <a:pt x="1207126" y="4467967"/>
                  </a:lnTo>
                  <a:lnTo>
                    <a:pt x="1207234" y="4467967"/>
                  </a:lnTo>
                  <a:lnTo>
                    <a:pt x="1207343" y="4467967"/>
                  </a:lnTo>
                  <a:lnTo>
                    <a:pt x="1207451" y="4467967"/>
                  </a:lnTo>
                  <a:lnTo>
                    <a:pt x="1207560" y="4467967"/>
                  </a:lnTo>
                  <a:lnTo>
                    <a:pt x="1207668" y="4467967"/>
                  </a:lnTo>
                  <a:lnTo>
                    <a:pt x="1207668" y="4467343"/>
                  </a:lnTo>
                  <a:lnTo>
                    <a:pt x="1207668" y="4466720"/>
                  </a:lnTo>
                  <a:lnTo>
                    <a:pt x="1207776" y="4466720"/>
                  </a:lnTo>
                  <a:lnTo>
                    <a:pt x="1207885" y="4466720"/>
                  </a:lnTo>
                  <a:lnTo>
                    <a:pt x="1207993" y="4466720"/>
                  </a:lnTo>
                  <a:lnTo>
                    <a:pt x="1208102" y="4466720"/>
                  </a:lnTo>
                  <a:lnTo>
                    <a:pt x="1208210" y="4466720"/>
                  </a:lnTo>
                  <a:lnTo>
                    <a:pt x="1208319" y="4466720"/>
                  </a:lnTo>
                  <a:lnTo>
                    <a:pt x="1208427" y="4466720"/>
                  </a:lnTo>
                  <a:lnTo>
                    <a:pt x="1208536" y="4466720"/>
                  </a:lnTo>
                  <a:lnTo>
                    <a:pt x="1208644" y="4466720"/>
                  </a:lnTo>
                  <a:lnTo>
                    <a:pt x="1208752" y="4466720"/>
                  </a:lnTo>
                  <a:lnTo>
                    <a:pt x="1208752" y="4466096"/>
                  </a:lnTo>
                  <a:lnTo>
                    <a:pt x="1208861" y="4466096"/>
                  </a:lnTo>
                  <a:lnTo>
                    <a:pt x="1208969" y="4466096"/>
                  </a:lnTo>
                  <a:lnTo>
                    <a:pt x="1209078" y="4466096"/>
                  </a:lnTo>
                  <a:lnTo>
                    <a:pt x="1209186" y="4466096"/>
                  </a:lnTo>
                  <a:lnTo>
                    <a:pt x="1209295" y="4466096"/>
                  </a:lnTo>
                  <a:lnTo>
                    <a:pt x="1209403" y="4466096"/>
                  </a:lnTo>
                  <a:lnTo>
                    <a:pt x="1209512" y="4466096"/>
                  </a:lnTo>
                  <a:lnTo>
                    <a:pt x="1209620" y="4466096"/>
                  </a:lnTo>
                  <a:lnTo>
                    <a:pt x="1209729" y="4466096"/>
                  </a:lnTo>
                  <a:lnTo>
                    <a:pt x="1209837" y="4466096"/>
                  </a:lnTo>
                  <a:lnTo>
                    <a:pt x="1209945" y="4466096"/>
                  </a:lnTo>
                  <a:lnTo>
                    <a:pt x="1210054" y="4466096"/>
                  </a:lnTo>
                  <a:lnTo>
                    <a:pt x="1210162" y="4466096"/>
                  </a:lnTo>
                  <a:lnTo>
                    <a:pt x="1210271" y="4466096"/>
                  </a:lnTo>
                  <a:lnTo>
                    <a:pt x="1210271" y="4465472"/>
                  </a:lnTo>
                  <a:lnTo>
                    <a:pt x="1210379" y="4465472"/>
                  </a:lnTo>
                  <a:lnTo>
                    <a:pt x="1210379" y="4464849"/>
                  </a:lnTo>
                  <a:lnTo>
                    <a:pt x="1210379" y="4464225"/>
                  </a:lnTo>
                  <a:lnTo>
                    <a:pt x="1210379" y="4463602"/>
                  </a:lnTo>
                  <a:lnTo>
                    <a:pt x="1210488" y="4463602"/>
                  </a:lnTo>
                  <a:lnTo>
                    <a:pt x="1210596" y="4463602"/>
                  </a:lnTo>
                  <a:lnTo>
                    <a:pt x="1210705" y="4463602"/>
                  </a:lnTo>
                  <a:lnTo>
                    <a:pt x="1210813" y="4463602"/>
                  </a:lnTo>
                  <a:lnTo>
                    <a:pt x="1210921" y="4463602"/>
                  </a:lnTo>
                  <a:lnTo>
                    <a:pt x="1211030" y="4463602"/>
                  </a:lnTo>
                  <a:lnTo>
                    <a:pt x="1211138" y="4463602"/>
                  </a:lnTo>
                  <a:lnTo>
                    <a:pt x="1211247" y="4463602"/>
                  </a:lnTo>
                  <a:lnTo>
                    <a:pt x="1211355" y="4463602"/>
                  </a:lnTo>
                  <a:lnTo>
                    <a:pt x="1211464" y="4463602"/>
                  </a:lnTo>
                  <a:lnTo>
                    <a:pt x="1211572" y="4463602"/>
                  </a:lnTo>
                  <a:lnTo>
                    <a:pt x="1211681" y="4463602"/>
                  </a:lnTo>
                  <a:lnTo>
                    <a:pt x="1211789" y="4463602"/>
                  </a:lnTo>
                  <a:lnTo>
                    <a:pt x="1211897" y="4463602"/>
                  </a:lnTo>
                  <a:lnTo>
                    <a:pt x="1211897" y="4462978"/>
                  </a:lnTo>
                  <a:lnTo>
                    <a:pt x="1212006" y="4462978"/>
                  </a:lnTo>
                  <a:lnTo>
                    <a:pt x="1212114" y="4462978"/>
                  </a:lnTo>
                  <a:lnTo>
                    <a:pt x="1212223" y="4462978"/>
                  </a:lnTo>
                  <a:lnTo>
                    <a:pt x="1212331" y="4462978"/>
                  </a:lnTo>
                  <a:lnTo>
                    <a:pt x="1212440" y="4462978"/>
                  </a:lnTo>
                  <a:lnTo>
                    <a:pt x="1212548" y="4462978"/>
                  </a:lnTo>
                  <a:lnTo>
                    <a:pt x="1212657" y="4462978"/>
                  </a:lnTo>
                  <a:lnTo>
                    <a:pt x="1212657" y="4462355"/>
                  </a:lnTo>
                  <a:lnTo>
                    <a:pt x="1212765" y="4462355"/>
                  </a:lnTo>
                  <a:lnTo>
                    <a:pt x="1212873" y="4462355"/>
                  </a:lnTo>
                  <a:lnTo>
                    <a:pt x="1212873" y="4461731"/>
                  </a:lnTo>
                  <a:lnTo>
                    <a:pt x="1212982" y="4461731"/>
                  </a:lnTo>
                  <a:lnTo>
                    <a:pt x="1213090" y="4461731"/>
                  </a:lnTo>
                  <a:lnTo>
                    <a:pt x="1213199" y="4461731"/>
                  </a:lnTo>
                  <a:lnTo>
                    <a:pt x="1213307" y="4461731"/>
                  </a:lnTo>
                  <a:lnTo>
                    <a:pt x="1213416" y="4461731"/>
                  </a:lnTo>
                  <a:lnTo>
                    <a:pt x="1213524" y="4461731"/>
                  </a:lnTo>
                  <a:lnTo>
                    <a:pt x="1213524" y="4461107"/>
                  </a:lnTo>
                  <a:lnTo>
                    <a:pt x="1213633" y="4461107"/>
                  </a:lnTo>
                  <a:lnTo>
                    <a:pt x="1213741" y="4461107"/>
                  </a:lnTo>
                  <a:lnTo>
                    <a:pt x="1213850" y="4461107"/>
                  </a:lnTo>
                  <a:lnTo>
                    <a:pt x="1213958" y="4461107"/>
                  </a:lnTo>
                  <a:lnTo>
                    <a:pt x="1213958" y="4460484"/>
                  </a:lnTo>
                  <a:lnTo>
                    <a:pt x="1214066" y="4460484"/>
                  </a:lnTo>
                  <a:lnTo>
                    <a:pt x="1214175" y="4460484"/>
                  </a:lnTo>
                  <a:lnTo>
                    <a:pt x="1214283" y="4460484"/>
                  </a:lnTo>
                  <a:lnTo>
                    <a:pt x="1214392" y="4460484"/>
                  </a:lnTo>
                  <a:lnTo>
                    <a:pt x="1214500" y="4460484"/>
                  </a:lnTo>
                  <a:lnTo>
                    <a:pt x="1214609" y="4460484"/>
                  </a:lnTo>
                  <a:lnTo>
                    <a:pt x="1214609" y="4459860"/>
                  </a:lnTo>
                  <a:lnTo>
                    <a:pt x="1214717" y="4459860"/>
                  </a:lnTo>
                  <a:lnTo>
                    <a:pt x="1214826" y="4459860"/>
                  </a:lnTo>
                  <a:lnTo>
                    <a:pt x="1214826" y="4459237"/>
                  </a:lnTo>
                  <a:lnTo>
                    <a:pt x="1214826" y="4458613"/>
                  </a:lnTo>
                  <a:lnTo>
                    <a:pt x="1214934" y="4458613"/>
                  </a:lnTo>
                  <a:lnTo>
                    <a:pt x="1214934" y="4457989"/>
                  </a:lnTo>
                  <a:lnTo>
                    <a:pt x="1215042" y="4457989"/>
                  </a:lnTo>
                  <a:lnTo>
                    <a:pt x="1215151" y="4457989"/>
                  </a:lnTo>
                  <a:lnTo>
                    <a:pt x="1215259" y="4457989"/>
                  </a:lnTo>
                  <a:lnTo>
                    <a:pt x="1215368" y="4457989"/>
                  </a:lnTo>
                  <a:lnTo>
                    <a:pt x="1215476" y="4457989"/>
                  </a:lnTo>
                  <a:lnTo>
                    <a:pt x="1215585" y="4457989"/>
                  </a:lnTo>
                  <a:lnTo>
                    <a:pt x="1215693" y="4457989"/>
                  </a:lnTo>
                  <a:lnTo>
                    <a:pt x="1215802" y="4457989"/>
                  </a:lnTo>
                  <a:lnTo>
                    <a:pt x="1215910" y="4457989"/>
                  </a:lnTo>
                  <a:lnTo>
                    <a:pt x="1215910" y="4457366"/>
                  </a:lnTo>
                  <a:lnTo>
                    <a:pt x="1216018" y="4457366"/>
                  </a:lnTo>
                  <a:lnTo>
                    <a:pt x="1216127" y="4457366"/>
                  </a:lnTo>
                  <a:lnTo>
                    <a:pt x="1216235" y="4457366"/>
                  </a:lnTo>
                  <a:lnTo>
                    <a:pt x="1216344" y="4457366"/>
                  </a:lnTo>
                  <a:lnTo>
                    <a:pt x="1216452" y="4457366"/>
                  </a:lnTo>
                  <a:lnTo>
                    <a:pt x="1216561" y="4457366"/>
                  </a:lnTo>
                  <a:lnTo>
                    <a:pt x="1216561" y="4456742"/>
                  </a:lnTo>
                  <a:lnTo>
                    <a:pt x="1216669" y="4456742"/>
                  </a:lnTo>
                  <a:lnTo>
                    <a:pt x="1216778" y="4456742"/>
                  </a:lnTo>
                  <a:lnTo>
                    <a:pt x="1216886" y="4456742"/>
                  </a:lnTo>
                  <a:lnTo>
                    <a:pt x="1216994" y="4456742"/>
                  </a:lnTo>
                  <a:lnTo>
                    <a:pt x="1217103" y="4456742"/>
                  </a:lnTo>
                  <a:lnTo>
                    <a:pt x="1217103" y="4456119"/>
                  </a:lnTo>
                  <a:lnTo>
                    <a:pt x="1217103" y="4455495"/>
                  </a:lnTo>
                  <a:lnTo>
                    <a:pt x="1217211" y="4455495"/>
                  </a:lnTo>
                  <a:lnTo>
                    <a:pt x="1217320" y="4455495"/>
                  </a:lnTo>
                  <a:lnTo>
                    <a:pt x="1217428" y="4455495"/>
                  </a:lnTo>
                  <a:lnTo>
                    <a:pt x="1217537" y="4455495"/>
                  </a:lnTo>
                  <a:lnTo>
                    <a:pt x="1217645" y="4455495"/>
                  </a:lnTo>
                  <a:lnTo>
                    <a:pt x="1217754" y="4455495"/>
                  </a:lnTo>
                  <a:lnTo>
                    <a:pt x="1217862" y="4455495"/>
                  </a:lnTo>
                  <a:lnTo>
                    <a:pt x="1217970" y="4455495"/>
                  </a:lnTo>
                  <a:lnTo>
                    <a:pt x="1218079" y="4455495"/>
                  </a:lnTo>
                  <a:lnTo>
                    <a:pt x="1218187" y="4455495"/>
                  </a:lnTo>
                  <a:lnTo>
                    <a:pt x="1218296" y="4455495"/>
                  </a:lnTo>
                  <a:lnTo>
                    <a:pt x="1218404" y="4455495"/>
                  </a:lnTo>
                  <a:lnTo>
                    <a:pt x="1218404" y="4454872"/>
                  </a:lnTo>
                  <a:lnTo>
                    <a:pt x="1218404" y="4454248"/>
                  </a:lnTo>
                  <a:lnTo>
                    <a:pt x="1218404" y="4453624"/>
                  </a:lnTo>
                  <a:lnTo>
                    <a:pt x="1218513" y="4453624"/>
                  </a:lnTo>
                  <a:lnTo>
                    <a:pt x="1218513" y="4453001"/>
                  </a:lnTo>
                  <a:lnTo>
                    <a:pt x="1218621" y="4453001"/>
                  </a:lnTo>
                  <a:lnTo>
                    <a:pt x="1218730" y="4453001"/>
                  </a:lnTo>
                  <a:lnTo>
                    <a:pt x="1218838" y="4453001"/>
                  </a:lnTo>
                  <a:lnTo>
                    <a:pt x="1218947" y="4453001"/>
                  </a:lnTo>
                  <a:lnTo>
                    <a:pt x="1219055" y="4453001"/>
                  </a:lnTo>
                  <a:lnTo>
                    <a:pt x="1219055" y="4452377"/>
                  </a:lnTo>
                  <a:lnTo>
                    <a:pt x="1219163" y="4452377"/>
                  </a:lnTo>
                  <a:lnTo>
                    <a:pt x="1219272" y="4452377"/>
                  </a:lnTo>
                  <a:lnTo>
                    <a:pt x="1219380" y="4452377"/>
                  </a:lnTo>
                  <a:lnTo>
                    <a:pt x="1219489" y="4452377"/>
                  </a:lnTo>
                  <a:lnTo>
                    <a:pt x="1219597" y="4452377"/>
                  </a:lnTo>
                  <a:lnTo>
                    <a:pt x="1219706" y="4452377"/>
                  </a:lnTo>
                  <a:lnTo>
                    <a:pt x="1219706" y="4451754"/>
                  </a:lnTo>
                  <a:lnTo>
                    <a:pt x="1219814" y="4451754"/>
                  </a:lnTo>
                  <a:lnTo>
                    <a:pt x="1219814" y="4451130"/>
                  </a:lnTo>
                  <a:lnTo>
                    <a:pt x="1219923" y="4451130"/>
                  </a:lnTo>
                  <a:lnTo>
                    <a:pt x="1220031" y="4451130"/>
                  </a:lnTo>
                  <a:lnTo>
                    <a:pt x="1220139" y="4451130"/>
                  </a:lnTo>
                  <a:lnTo>
                    <a:pt x="1220248" y="4451130"/>
                  </a:lnTo>
                  <a:lnTo>
                    <a:pt x="1220356" y="4451130"/>
                  </a:lnTo>
                  <a:lnTo>
                    <a:pt x="1220465" y="4451130"/>
                  </a:lnTo>
                  <a:lnTo>
                    <a:pt x="1220573" y="4451130"/>
                  </a:lnTo>
                  <a:lnTo>
                    <a:pt x="1220682" y="4451130"/>
                  </a:lnTo>
                  <a:lnTo>
                    <a:pt x="1220790" y="4451130"/>
                  </a:lnTo>
                  <a:lnTo>
                    <a:pt x="1220899" y="4451130"/>
                  </a:lnTo>
                  <a:lnTo>
                    <a:pt x="1221007" y="4451130"/>
                  </a:lnTo>
                  <a:lnTo>
                    <a:pt x="1221007" y="4450507"/>
                  </a:lnTo>
                  <a:lnTo>
                    <a:pt x="1221115" y="4450507"/>
                  </a:lnTo>
                  <a:lnTo>
                    <a:pt x="1221115" y="4449883"/>
                  </a:lnTo>
                  <a:lnTo>
                    <a:pt x="1221224" y="4449883"/>
                  </a:lnTo>
                  <a:lnTo>
                    <a:pt x="1221332" y="4449883"/>
                  </a:lnTo>
                  <a:lnTo>
                    <a:pt x="1221332" y="4449259"/>
                  </a:lnTo>
                  <a:lnTo>
                    <a:pt x="1221332" y="4448636"/>
                  </a:lnTo>
                  <a:lnTo>
                    <a:pt x="1221332" y="4448012"/>
                  </a:lnTo>
                  <a:lnTo>
                    <a:pt x="1221441" y="4448012"/>
                  </a:lnTo>
                  <a:lnTo>
                    <a:pt x="1221549" y="4448012"/>
                  </a:lnTo>
                  <a:lnTo>
                    <a:pt x="1221658" y="4448012"/>
                  </a:lnTo>
                  <a:lnTo>
                    <a:pt x="1221658" y="4447389"/>
                  </a:lnTo>
                  <a:lnTo>
                    <a:pt x="1221766" y="4447389"/>
                  </a:lnTo>
                  <a:lnTo>
                    <a:pt x="1221875" y="4447389"/>
                  </a:lnTo>
                  <a:lnTo>
                    <a:pt x="1221983" y="4447389"/>
                  </a:lnTo>
                  <a:lnTo>
                    <a:pt x="1221983" y="4446765"/>
                  </a:lnTo>
                  <a:lnTo>
                    <a:pt x="1222091" y="4446765"/>
                  </a:lnTo>
                  <a:lnTo>
                    <a:pt x="1222200" y="4446765"/>
                  </a:lnTo>
                  <a:lnTo>
                    <a:pt x="1222308" y="4446765"/>
                  </a:lnTo>
                  <a:lnTo>
                    <a:pt x="1222308" y="4446141"/>
                  </a:lnTo>
                  <a:lnTo>
                    <a:pt x="1222417" y="4446141"/>
                  </a:lnTo>
                  <a:lnTo>
                    <a:pt x="1222525" y="4446141"/>
                  </a:lnTo>
                  <a:lnTo>
                    <a:pt x="1222634" y="4446141"/>
                  </a:lnTo>
                  <a:lnTo>
                    <a:pt x="1222634" y="4445518"/>
                  </a:lnTo>
                  <a:lnTo>
                    <a:pt x="1222634" y="4444894"/>
                  </a:lnTo>
                  <a:lnTo>
                    <a:pt x="1222742" y="4444894"/>
                  </a:lnTo>
                  <a:lnTo>
                    <a:pt x="1222851" y="4444894"/>
                  </a:lnTo>
                  <a:lnTo>
                    <a:pt x="1222851" y="4444271"/>
                  </a:lnTo>
                  <a:lnTo>
                    <a:pt x="1222959" y="4444271"/>
                  </a:lnTo>
                  <a:lnTo>
                    <a:pt x="1222959" y="4443647"/>
                  </a:lnTo>
                  <a:lnTo>
                    <a:pt x="1223068" y="4443647"/>
                  </a:lnTo>
                  <a:lnTo>
                    <a:pt x="1223068" y="4443024"/>
                  </a:lnTo>
                  <a:lnTo>
                    <a:pt x="1223068" y="4442400"/>
                  </a:lnTo>
                  <a:lnTo>
                    <a:pt x="1223176" y="4442400"/>
                  </a:lnTo>
                  <a:lnTo>
                    <a:pt x="1223284" y="4442400"/>
                  </a:lnTo>
                  <a:lnTo>
                    <a:pt x="1223284" y="4441776"/>
                  </a:lnTo>
                  <a:lnTo>
                    <a:pt x="1223393" y="4441776"/>
                  </a:lnTo>
                  <a:lnTo>
                    <a:pt x="1223501" y="4441776"/>
                  </a:lnTo>
                  <a:lnTo>
                    <a:pt x="1223501" y="4441153"/>
                  </a:lnTo>
                  <a:lnTo>
                    <a:pt x="1223610" y="4441153"/>
                  </a:lnTo>
                  <a:lnTo>
                    <a:pt x="1223718" y="4441153"/>
                  </a:lnTo>
                  <a:lnTo>
                    <a:pt x="1223827" y="4441153"/>
                  </a:lnTo>
                  <a:lnTo>
                    <a:pt x="1223935" y="4441153"/>
                  </a:lnTo>
                  <a:lnTo>
                    <a:pt x="1224044" y="4441153"/>
                  </a:lnTo>
                  <a:lnTo>
                    <a:pt x="1224044" y="4440529"/>
                  </a:lnTo>
                  <a:lnTo>
                    <a:pt x="1224152" y="4440529"/>
                  </a:lnTo>
                  <a:lnTo>
                    <a:pt x="1224260" y="4440529"/>
                  </a:lnTo>
                  <a:lnTo>
                    <a:pt x="1224369" y="4440529"/>
                  </a:lnTo>
                  <a:lnTo>
                    <a:pt x="1224477" y="4440529"/>
                  </a:lnTo>
                  <a:lnTo>
                    <a:pt x="1224586" y="4440529"/>
                  </a:lnTo>
                  <a:lnTo>
                    <a:pt x="1224694" y="4440529"/>
                  </a:lnTo>
                  <a:lnTo>
                    <a:pt x="1224803" y="4440529"/>
                  </a:lnTo>
                  <a:lnTo>
                    <a:pt x="1224911" y="4440529"/>
                  </a:lnTo>
                  <a:lnTo>
                    <a:pt x="1224911" y="4439906"/>
                  </a:lnTo>
                  <a:lnTo>
                    <a:pt x="1225020" y="4439906"/>
                  </a:lnTo>
                  <a:lnTo>
                    <a:pt x="1225128" y="4439906"/>
                  </a:lnTo>
                  <a:lnTo>
                    <a:pt x="1225236" y="4439906"/>
                  </a:lnTo>
                  <a:lnTo>
                    <a:pt x="1225345" y="4439906"/>
                  </a:lnTo>
                  <a:lnTo>
                    <a:pt x="1225453" y="4439906"/>
                  </a:lnTo>
                  <a:lnTo>
                    <a:pt x="1225562" y="4439906"/>
                  </a:lnTo>
                  <a:lnTo>
                    <a:pt x="1225670" y="4439906"/>
                  </a:lnTo>
                  <a:lnTo>
                    <a:pt x="1225779" y="4439906"/>
                  </a:lnTo>
                  <a:lnTo>
                    <a:pt x="1225887" y="4439906"/>
                  </a:lnTo>
                  <a:lnTo>
                    <a:pt x="1225887" y="4439282"/>
                  </a:lnTo>
                  <a:lnTo>
                    <a:pt x="1225996" y="4439282"/>
                  </a:lnTo>
                  <a:lnTo>
                    <a:pt x="1226104" y="4439282"/>
                  </a:lnTo>
                  <a:lnTo>
                    <a:pt x="1226212" y="4439282"/>
                  </a:lnTo>
                  <a:lnTo>
                    <a:pt x="1226321" y="4439282"/>
                  </a:lnTo>
                  <a:lnTo>
                    <a:pt x="1226321" y="4438658"/>
                  </a:lnTo>
                  <a:lnTo>
                    <a:pt x="1226429" y="4438658"/>
                  </a:lnTo>
                  <a:lnTo>
                    <a:pt x="1226538" y="4438658"/>
                  </a:lnTo>
                  <a:lnTo>
                    <a:pt x="1226538" y="4438035"/>
                  </a:lnTo>
                  <a:lnTo>
                    <a:pt x="1226646" y="4438035"/>
                  </a:lnTo>
                  <a:lnTo>
                    <a:pt x="1226755" y="4438035"/>
                  </a:lnTo>
                  <a:lnTo>
                    <a:pt x="1226863" y="4438035"/>
                  </a:lnTo>
                  <a:lnTo>
                    <a:pt x="1226972" y="4438035"/>
                  </a:lnTo>
                  <a:lnTo>
                    <a:pt x="1227080" y="4438035"/>
                  </a:lnTo>
                  <a:lnTo>
                    <a:pt x="1227189" y="4438035"/>
                  </a:lnTo>
                  <a:lnTo>
                    <a:pt x="1227297" y="4438035"/>
                  </a:lnTo>
                  <a:lnTo>
                    <a:pt x="1227405" y="4438035"/>
                  </a:lnTo>
                  <a:lnTo>
                    <a:pt x="1227514" y="4438035"/>
                  </a:lnTo>
                  <a:lnTo>
                    <a:pt x="1227622" y="4438035"/>
                  </a:lnTo>
                  <a:lnTo>
                    <a:pt x="1227731" y="4438035"/>
                  </a:lnTo>
                  <a:lnTo>
                    <a:pt x="1227839" y="4438035"/>
                  </a:lnTo>
                  <a:lnTo>
                    <a:pt x="1227839" y="4437411"/>
                  </a:lnTo>
                  <a:lnTo>
                    <a:pt x="1227948" y="4437411"/>
                  </a:lnTo>
                  <a:lnTo>
                    <a:pt x="1228056" y="4437411"/>
                  </a:lnTo>
                  <a:lnTo>
                    <a:pt x="1228056" y="4436788"/>
                  </a:lnTo>
                  <a:lnTo>
                    <a:pt x="1228056" y="4436164"/>
                  </a:lnTo>
                  <a:lnTo>
                    <a:pt x="1228165" y="4436164"/>
                  </a:lnTo>
                  <a:lnTo>
                    <a:pt x="1228273" y="4436164"/>
                  </a:lnTo>
                  <a:lnTo>
                    <a:pt x="1228381" y="4436164"/>
                  </a:lnTo>
                  <a:lnTo>
                    <a:pt x="1228490" y="4436164"/>
                  </a:lnTo>
                  <a:lnTo>
                    <a:pt x="1228598" y="4436164"/>
                  </a:lnTo>
                  <a:lnTo>
                    <a:pt x="1228707" y="4436164"/>
                  </a:lnTo>
                  <a:lnTo>
                    <a:pt x="1228815" y="4436164"/>
                  </a:lnTo>
                  <a:lnTo>
                    <a:pt x="1228924" y="4436164"/>
                  </a:lnTo>
                  <a:lnTo>
                    <a:pt x="1228924" y="4435541"/>
                  </a:lnTo>
                  <a:lnTo>
                    <a:pt x="1229032" y="4435541"/>
                  </a:lnTo>
                  <a:lnTo>
                    <a:pt x="1229141" y="4435541"/>
                  </a:lnTo>
                  <a:lnTo>
                    <a:pt x="1229249" y="4435541"/>
                  </a:lnTo>
                  <a:lnTo>
                    <a:pt x="1229357" y="4435541"/>
                  </a:lnTo>
                  <a:lnTo>
                    <a:pt x="1229466" y="4435541"/>
                  </a:lnTo>
                  <a:lnTo>
                    <a:pt x="1229574" y="4435541"/>
                  </a:lnTo>
                  <a:lnTo>
                    <a:pt x="1229683" y="4435541"/>
                  </a:lnTo>
                  <a:lnTo>
                    <a:pt x="1229791" y="4435541"/>
                  </a:lnTo>
                  <a:lnTo>
                    <a:pt x="1229900" y="4435541"/>
                  </a:lnTo>
                  <a:lnTo>
                    <a:pt x="1230008" y="4435541"/>
                  </a:lnTo>
                  <a:lnTo>
                    <a:pt x="1230117" y="4435541"/>
                  </a:lnTo>
                  <a:lnTo>
                    <a:pt x="1230225" y="4435541"/>
                  </a:lnTo>
                  <a:lnTo>
                    <a:pt x="1230225" y="4434917"/>
                  </a:lnTo>
                  <a:lnTo>
                    <a:pt x="1230333" y="4434917"/>
                  </a:lnTo>
                  <a:lnTo>
                    <a:pt x="1230442" y="4434917"/>
                  </a:lnTo>
                  <a:lnTo>
                    <a:pt x="1230550" y="4434917"/>
                  </a:lnTo>
                  <a:lnTo>
                    <a:pt x="1230550" y="4434293"/>
                  </a:lnTo>
                  <a:lnTo>
                    <a:pt x="1230659" y="4434293"/>
                  </a:lnTo>
                  <a:lnTo>
                    <a:pt x="1230767" y="4434293"/>
                  </a:lnTo>
                  <a:lnTo>
                    <a:pt x="1230876" y="4434293"/>
                  </a:lnTo>
                  <a:lnTo>
                    <a:pt x="1230984" y="4434293"/>
                  </a:lnTo>
                  <a:lnTo>
                    <a:pt x="1231093" y="4434293"/>
                  </a:lnTo>
                  <a:lnTo>
                    <a:pt x="1231201" y="4434293"/>
                  </a:lnTo>
                  <a:lnTo>
                    <a:pt x="1231201" y="4433670"/>
                  </a:lnTo>
                  <a:lnTo>
                    <a:pt x="1231310" y="4433670"/>
                  </a:lnTo>
                  <a:lnTo>
                    <a:pt x="1231418" y="4433670"/>
                  </a:lnTo>
                  <a:lnTo>
                    <a:pt x="1231526" y="4433670"/>
                  </a:lnTo>
                  <a:lnTo>
                    <a:pt x="1231635" y="4433670"/>
                  </a:lnTo>
                  <a:lnTo>
                    <a:pt x="1231743" y="4433670"/>
                  </a:lnTo>
                  <a:lnTo>
                    <a:pt x="1231852" y="4433670"/>
                  </a:lnTo>
                  <a:lnTo>
                    <a:pt x="1231960" y="4433670"/>
                  </a:lnTo>
                  <a:lnTo>
                    <a:pt x="1231960" y="4433046"/>
                  </a:lnTo>
                  <a:lnTo>
                    <a:pt x="1232069" y="4433046"/>
                  </a:lnTo>
                  <a:lnTo>
                    <a:pt x="1232069" y="4432423"/>
                  </a:lnTo>
                  <a:lnTo>
                    <a:pt x="1232177" y="4432423"/>
                  </a:lnTo>
                  <a:lnTo>
                    <a:pt x="1232286" y="4432423"/>
                  </a:lnTo>
                  <a:lnTo>
                    <a:pt x="1232286" y="4431799"/>
                  </a:lnTo>
                  <a:lnTo>
                    <a:pt x="1232286" y="4431175"/>
                  </a:lnTo>
                  <a:lnTo>
                    <a:pt x="1232286" y="4430552"/>
                  </a:lnTo>
                  <a:lnTo>
                    <a:pt x="1232286" y="4429928"/>
                  </a:lnTo>
                  <a:lnTo>
                    <a:pt x="1232394" y="4429928"/>
                  </a:lnTo>
                  <a:lnTo>
                    <a:pt x="1232502" y="4429928"/>
                  </a:lnTo>
                  <a:lnTo>
                    <a:pt x="1232502" y="4429305"/>
                  </a:lnTo>
                  <a:lnTo>
                    <a:pt x="1232611" y="4429305"/>
                  </a:lnTo>
                  <a:lnTo>
                    <a:pt x="1232719" y="4429305"/>
                  </a:lnTo>
                  <a:lnTo>
                    <a:pt x="1232828" y="4429305"/>
                  </a:lnTo>
                  <a:lnTo>
                    <a:pt x="1232936" y="4429305"/>
                  </a:lnTo>
                  <a:lnTo>
                    <a:pt x="1233045" y="4429305"/>
                  </a:lnTo>
                  <a:lnTo>
                    <a:pt x="1233153" y="4429305"/>
                  </a:lnTo>
                  <a:lnTo>
                    <a:pt x="1233262" y="4429305"/>
                  </a:lnTo>
                  <a:lnTo>
                    <a:pt x="1233370" y="4429305"/>
                  </a:lnTo>
                  <a:lnTo>
                    <a:pt x="1233478" y="4429305"/>
                  </a:lnTo>
                  <a:lnTo>
                    <a:pt x="1233587" y="4429305"/>
                  </a:lnTo>
                  <a:lnTo>
                    <a:pt x="1233695" y="4429305"/>
                  </a:lnTo>
                  <a:lnTo>
                    <a:pt x="1233804" y="4429305"/>
                  </a:lnTo>
                  <a:lnTo>
                    <a:pt x="1233912" y="4429305"/>
                  </a:lnTo>
                  <a:lnTo>
                    <a:pt x="1234021" y="4429305"/>
                  </a:lnTo>
                  <a:lnTo>
                    <a:pt x="1234129" y="4429305"/>
                  </a:lnTo>
                  <a:lnTo>
                    <a:pt x="1234238" y="4429305"/>
                  </a:lnTo>
                  <a:lnTo>
                    <a:pt x="1234346" y="4429305"/>
                  </a:lnTo>
                  <a:lnTo>
                    <a:pt x="1234454" y="4429305"/>
                  </a:lnTo>
                  <a:lnTo>
                    <a:pt x="1234563" y="4429305"/>
                  </a:lnTo>
                  <a:lnTo>
                    <a:pt x="1234563" y="4428681"/>
                  </a:lnTo>
                  <a:lnTo>
                    <a:pt x="1234671" y="4428681"/>
                  </a:lnTo>
                  <a:lnTo>
                    <a:pt x="1234780" y="4428681"/>
                  </a:lnTo>
                  <a:lnTo>
                    <a:pt x="1234888" y="4428681"/>
                  </a:lnTo>
                  <a:lnTo>
                    <a:pt x="1234888" y="4428058"/>
                  </a:lnTo>
                  <a:lnTo>
                    <a:pt x="1234997" y="4428058"/>
                  </a:lnTo>
                  <a:lnTo>
                    <a:pt x="1234997" y="4427434"/>
                  </a:lnTo>
                  <a:lnTo>
                    <a:pt x="1234997" y="4426810"/>
                  </a:lnTo>
                  <a:lnTo>
                    <a:pt x="1234997" y="4426187"/>
                  </a:lnTo>
                  <a:lnTo>
                    <a:pt x="1235105" y="4426187"/>
                  </a:lnTo>
                  <a:lnTo>
                    <a:pt x="1235214" y="4426187"/>
                  </a:lnTo>
                  <a:lnTo>
                    <a:pt x="1235214" y="4425563"/>
                  </a:lnTo>
                  <a:lnTo>
                    <a:pt x="1235322" y="4425563"/>
                  </a:lnTo>
                  <a:lnTo>
                    <a:pt x="1235431" y="4425563"/>
                  </a:lnTo>
                  <a:lnTo>
                    <a:pt x="1235539" y="4425563"/>
                  </a:lnTo>
                  <a:lnTo>
                    <a:pt x="1235539" y="4424940"/>
                  </a:lnTo>
                  <a:lnTo>
                    <a:pt x="1235647" y="4424940"/>
                  </a:lnTo>
                  <a:lnTo>
                    <a:pt x="1235756" y="4424940"/>
                  </a:lnTo>
                  <a:lnTo>
                    <a:pt x="1235864" y="4424940"/>
                  </a:lnTo>
                  <a:lnTo>
                    <a:pt x="1235973" y="4424940"/>
                  </a:lnTo>
                  <a:lnTo>
                    <a:pt x="1235973" y="4424316"/>
                  </a:lnTo>
                  <a:lnTo>
                    <a:pt x="1236081" y="4424316"/>
                  </a:lnTo>
                  <a:lnTo>
                    <a:pt x="1236190" y="4424316"/>
                  </a:lnTo>
                  <a:lnTo>
                    <a:pt x="1236298" y="4424316"/>
                  </a:lnTo>
                  <a:lnTo>
                    <a:pt x="1236407" y="4424316"/>
                  </a:lnTo>
                  <a:lnTo>
                    <a:pt x="1236515" y="4424316"/>
                  </a:lnTo>
                  <a:lnTo>
                    <a:pt x="1236623" y="4424316"/>
                  </a:lnTo>
                  <a:lnTo>
                    <a:pt x="1236732" y="4424316"/>
                  </a:lnTo>
                  <a:lnTo>
                    <a:pt x="1236840" y="4424316"/>
                  </a:lnTo>
                  <a:lnTo>
                    <a:pt x="1236949" y="4424316"/>
                  </a:lnTo>
                  <a:lnTo>
                    <a:pt x="1237057" y="4424316"/>
                  </a:lnTo>
                  <a:lnTo>
                    <a:pt x="1237166" y="4424316"/>
                  </a:lnTo>
                  <a:lnTo>
                    <a:pt x="1237274" y="4424316"/>
                  </a:lnTo>
                  <a:lnTo>
                    <a:pt x="1237274" y="4423692"/>
                  </a:lnTo>
                  <a:lnTo>
                    <a:pt x="1237383" y="4423692"/>
                  </a:lnTo>
                  <a:lnTo>
                    <a:pt x="1237491" y="4423692"/>
                  </a:lnTo>
                  <a:lnTo>
                    <a:pt x="1237491" y="4423069"/>
                  </a:lnTo>
                  <a:lnTo>
                    <a:pt x="1237599" y="4423069"/>
                  </a:lnTo>
                  <a:lnTo>
                    <a:pt x="1237599" y="4422445"/>
                  </a:lnTo>
                  <a:lnTo>
                    <a:pt x="1237599" y="4421822"/>
                  </a:lnTo>
                  <a:lnTo>
                    <a:pt x="1237708" y="4421822"/>
                  </a:lnTo>
                  <a:lnTo>
                    <a:pt x="1237816" y="4421822"/>
                  </a:lnTo>
                  <a:lnTo>
                    <a:pt x="1237925" y="4421822"/>
                  </a:lnTo>
                  <a:lnTo>
                    <a:pt x="1237925" y="4421198"/>
                  </a:lnTo>
                  <a:lnTo>
                    <a:pt x="1238033" y="4421198"/>
                  </a:lnTo>
                  <a:lnTo>
                    <a:pt x="1238033" y="4420575"/>
                  </a:lnTo>
                  <a:lnTo>
                    <a:pt x="1238142" y="4420575"/>
                  </a:lnTo>
                  <a:lnTo>
                    <a:pt x="1238250" y="4420575"/>
                  </a:lnTo>
                  <a:lnTo>
                    <a:pt x="1238359" y="4420575"/>
                  </a:lnTo>
                  <a:lnTo>
                    <a:pt x="1238467" y="4420575"/>
                  </a:lnTo>
                  <a:lnTo>
                    <a:pt x="1238575" y="4420575"/>
                  </a:lnTo>
                  <a:lnTo>
                    <a:pt x="1238684" y="4420575"/>
                  </a:lnTo>
                  <a:lnTo>
                    <a:pt x="1238792" y="4420575"/>
                  </a:lnTo>
                  <a:lnTo>
                    <a:pt x="1238901" y="4420575"/>
                  </a:lnTo>
                  <a:lnTo>
                    <a:pt x="1238901" y="4419951"/>
                  </a:lnTo>
                  <a:lnTo>
                    <a:pt x="1239009" y="4419951"/>
                  </a:lnTo>
                  <a:lnTo>
                    <a:pt x="1239118" y="4419951"/>
                  </a:lnTo>
                  <a:lnTo>
                    <a:pt x="1239226" y="4419951"/>
                  </a:lnTo>
                  <a:lnTo>
                    <a:pt x="1239226" y="4419327"/>
                  </a:lnTo>
                  <a:lnTo>
                    <a:pt x="1239335" y="4419327"/>
                  </a:lnTo>
                  <a:lnTo>
                    <a:pt x="1239443" y="4419327"/>
                  </a:lnTo>
                  <a:lnTo>
                    <a:pt x="1239551" y="4419327"/>
                  </a:lnTo>
                  <a:lnTo>
                    <a:pt x="1239660" y="4419327"/>
                  </a:lnTo>
                  <a:lnTo>
                    <a:pt x="1239660" y="4418704"/>
                  </a:lnTo>
                  <a:lnTo>
                    <a:pt x="1239768" y="4418704"/>
                  </a:lnTo>
                  <a:lnTo>
                    <a:pt x="1239768" y="4418080"/>
                  </a:lnTo>
                  <a:lnTo>
                    <a:pt x="1239877" y="4418080"/>
                  </a:lnTo>
                  <a:lnTo>
                    <a:pt x="1239985" y="4418080"/>
                  </a:lnTo>
                  <a:lnTo>
                    <a:pt x="1240094" y="4418080"/>
                  </a:lnTo>
                  <a:lnTo>
                    <a:pt x="1240202" y="4418080"/>
                  </a:lnTo>
                  <a:lnTo>
                    <a:pt x="1240311" y="4418080"/>
                  </a:lnTo>
                  <a:lnTo>
                    <a:pt x="1240311" y="4417457"/>
                  </a:lnTo>
                  <a:lnTo>
                    <a:pt x="1240419" y="4417457"/>
                  </a:lnTo>
                  <a:lnTo>
                    <a:pt x="1240419" y="4416833"/>
                  </a:lnTo>
                  <a:lnTo>
                    <a:pt x="1240528" y="4416833"/>
                  </a:lnTo>
                  <a:lnTo>
                    <a:pt x="1240636" y="4416833"/>
                  </a:lnTo>
                  <a:lnTo>
                    <a:pt x="1240636" y="4416209"/>
                  </a:lnTo>
                  <a:lnTo>
                    <a:pt x="1240744" y="4416209"/>
                  </a:lnTo>
                  <a:lnTo>
                    <a:pt x="1240853" y="4416209"/>
                  </a:lnTo>
                  <a:lnTo>
                    <a:pt x="1240853" y="4415586"/>
                  </a:lnTo>
                  <a:lnTo>
                    <a:pt x="1240961" y="4415586"/>
                  </a:lnTo>
                  <a:lnTo>
                    <a:pt x="1241070" y="4415586"/>
                  </a:lnTo>
                  <a:lnTo>
                    <a:pt x="1241070" y="4414962"/>
                  </a:lnTo>
                  <a:lnTo>
                    <a:pt x="1241178" y="4414962"/>
                  </a:lnTo>
                  <a:lnTo>
                    <a:pt x="1241287" y="4414962"/>
                  </a:lnTo>
                  <a:lnTo>
                    <a:pt x="1241395" y="4414962"/>
                  </a:lnTo>
                  <a:lnTo>
                    <a:pt x="1241395" y="4414339"/>
                  </a:lnTo>
                  <a:lnTo>
                    <a:pt x="1241504" y="4414339"/>
                  </a:lnTo>
                  <a:lnTo>
                    <a:pt x="1241612" y="4414339"/>
                  </a:lnTo>
                  <a:lnTo>
                    <a:pt x="1241720" y="4414339"/>
                  </a:lnTo>
                  <a:lnTo>
                    <a:pt x="1241829" y="4414339"/>
                  </a:lnTo>
                  <a:lnTo>
                    <a:pt x="1241937" y="4414339"/>
                  </a:lnTo>
                  <a:lnTo>
                    <a:pt x="1242046" y="4414339"/>
                  </a:lnTo>
                  <a:lnTo>
                    <a:pt x="1242154" y="4414339"/>
                  </a:lnTo>
                  <a:lnTo>
                    <a:pt x="1242154" y="4413715"/>
                  </a:lnTo>
                  <a:lnTo>
                    <a:pt x="1242263" y="4413715"/>
                  </a:lnTo>
                  <a:lnTo>
                    <a:pt x="1242371" y="4413715"/>
                  </a:lnTo>
                  <a:lnTo>
                    <a:pt x="1242371" y="4413092"/>
                  </a:lnTo>
                  <a:lnTo>
                    <a:pt x="1242480" y="4413092"/>
                  </a:lnTo>
                  <a:lnTo>
                    <a:pt x="1242480" y="4412468"/>
                  </a:lnTo>
                  <a:lnTo>
                    <a:pt x="1242588" y="4412468"/>
                  </a:lnTo>
                  <a:lnTo>
                    <a:pt x="1242696" y="4412468"/>
                  </a:lnTo>
                  <a:lnTo>
                    <a:pt x="1242805" y="4412468"/>
                  </a:lnTo>
                  <a:lnTo>
                    <a:pt x="1242913" y="4412468"/>
                  </a:lnTo>
                  <a:lnTo>
                    <a:pt x="1243022" y="4412468"/>
                  </a:lnTo>
                  <a:lnTo>
                    <a:pt x="1243130" y="4412468"/>
                  </a:lnTo>
                  <a:lnTo>
                    <a:pt x="1243130" y="4411844"/>
                  </a:lnTo>
                  <a:lnTo>
                    <a:pt x="1243239" y="4411844"/>
                  </a:lnTo>
                  <a:lnTo>
                    <a:pt x="1243239" y="4411221"/>
                  </a:lnTo>
                  <a:lnTo>
                    <a:pt x="1243347" y="4411221"/>
                  </a:lnTo>
                  <a:lnTo>
                    <a:pt x="1243456" y="4411221"/>
                  </a:lnTo>
                  <a:lnTo>
                    <a:pt x="1243564" y="4411221"/>
                  </a:lnTo>
                  <a:lnTo>
                    <a:pt x="1243672" y="4411221"/>
                  </a:lnTo>
                  <a:lnTo>
                    <a:pt x="1243672" y="4410597"/>
                  </a:lnTo>
                  <a:lnTo>
                    <a:pt x="1243781" y="4410597"/>
                  </a:lnTo>
                  <a:lnTo>
                    <a:pt x="1243889" y="4410597"/>
                  </a:lnTo>
                  <a:lnTo>
                    <a:pt x="1243889" y="4409974"/>
                  </a:lnTo>
                  <a:lnTo>
                    <a:pt x="1243998" y="4409974"/>
                  </a:lnTo>
                  <a:lnTo>
                    <a:pt x="1243998" y="4409350"/>
                  </a:lnTo>
                  <a:lnTo>
                    <a:pt x="1244106" y="4409350"/>
                  </a:lnTo>
                  <a:lnTo>
                    <a:pt x="1244106" y="4408726"/>
                  </a:lnTo>
                  <a:lnTo>
                    <a:pt x="1244215" y="4408726"/>
                  </a:lnTo>
                  <a:lnTo>
                    <a:pt x="1244215" y="4408103"/>
                  </a:lnTo>
                  <a:lnTo>
                    <a:pt x="1244323" y="4408103"/>
                  </a:lnTo>
                  <a:lnTo>
                    <a:pt x="1244432" y="4408103"/>
                  </a:lnTo>
                  <a:lnTo>
                    <a:pt x="1244540" y="4408103"/>
                  </a:lnTo>
                  <a:lnTo>
                    <a:pt x="1244649" y="4408103"/>
                  </a:lnTo>
                  <a:lnTo>
                    <a:pt x="1244649" y="4407479"/>
                  </a:lnTo>
                  <a:lnTo>
                    <a:pt x="1244757" y="4407479"/>
                  </a:lnTo>
                  <a:lnTo>
                    <a:pt x="1244865" y="4407479"/>
                  </a:lnTo>
                  <a:lnTo>
                    <a:pt x="1244974" y="4407479"/>
                  </a:lnTo>
                  <a:lnTo>
                    <a:pt x="1245082" y="4407479"/>
                  </a:lnTo>
                  <a:lnTo>
                    <a:pt x="1245191" y="4407479"/>
                  </a:lnTo>
                  <a:lnTo>
                    <a:pt x="1245299" y="4407479"/>
                  </a:lnTo>
                  <a:lnTo>
                    <a:pt x="1245408" y="4407479"/>
                  </a:lnTo>
                  <a:lnTo>
                    <a:pt x="1245516" y="4407479"/>
                  </a:lnTo>
                  <a:lnTo>
                    <a:pt x="1245625" y="4407479"/>
                  </a:lnTo>
                  <a:lnTo>
                    <a:pt x="1245733" y="4407479"/>
                  </a:lnTo>
                  <a:lnTo>
                    <a:pt x="1245841" y="4407479"/>
                  </a:lnTo>
                  <a:lnTo>
                    <a:pt x="1245950" y="4407479"/>
                  </a:lnTo>
                  <a:lnTo>
                    <a:pt x="1246058" y="4407479"/>
                  </a:lnTo>
                  <a:lnTo>
                    <a:pt x="1246167" y="4407479"/>
                  </a:lnTo>
                  <a:lnTo>
                    <a:pt x="1246275" y="4407479"/>
                  </a:lnTo>
                  <a:lnTo>
                    <a:pt x="1246275" y="4406856"/>
                  </a:lnTo>
                  <a:lnTo>
                    <a:pt x="1246384" y="4406856"/>
                  </a:lnTo>
                  <a:lnTo>
                    <a:pt x="1246384" y="4406232"/>
                  </a:lnTo>
                  <a:lnTo>
                    <a:pt x="1246492" y="4406232"/>
                  </a:lnTo>
                  <a:lnTo>
                    <a:pt x="1246601" y="4406232"/>
                  </a:lnTo>
                  <a:lnTo>
                    <a:pt x="1246601" y="4405609"/>
                  </a:lnTo>
                  <a:lnTo>
                    <a:pt x="1246601" y="4404985"/>
                  </a:lnTo>
                  <a:lnTo>
                    <a:pt x="1246709" y="4404985"/>
                  </a:lnTo>
                  <a:lnTo>
                    <a:pt x="1246817" y="4404985"/>
                  </a:lnTo>
                  <a:lnTo>
                    <a:pt x="1246926" y="4404985"/>
                  </a:lnTo>
                  <a:lnTo>
                    <a:pt x="1246926" y="4404361"/>
                  </a:lnTo>
                  <a:lnTo>
                    <a:pt x="1246926" y="4403738"/>
                  </a:lnTo>
                  <a:lnTo>
                    <a:pt x="1246926" y="4403114"/>
                  </a:lnTo>
                  <a:lnTo>
                    <a:pt x="1247034" y="4403114"/>
                  </a:lnTo>
                  <a:lnTo>
                    <a:pt x="1247143" y="4403114"/>
                  </a:lnTo>
                  <a:lnTo>
                    <a:pt x="1247143" y="4402491"/>
                  </a:lnTo>
                  <a:lnTo>
                    <a:pt x="1247143" y="4401867"/>
                  </a:lnTo>
                  <a:lnTo>
                    <a:pt x="1247251" y="4401867"/>
                  </a:lnTo>
                  <a:lnTo>
                    <a:pt x="1247251" y="4401244"/>
                  </a:lnTo>
                  <a:lnTo>
                    <a:pt x="1247360" y="4401244"/>
                  </a:lnTo>
                  <a:lnTo>
                    <a:pt x="1247360" y="4400620"/>
                  </a:lnTo>
                  <a:lnTo>
                    <a:pt x="1247360" y="4399996"/>
                  </a:lnTo>
                  <a:lnTo>
                    <a:pt x="1247468" y="4399996"/>
                  </a:lnTo>
                  <a:lnTo>
                    <a:pt x="1247468" y="4399373"/>
                  </a:lnTo>
                  <a:lnTo>
                    <a:pt x="1247577" y="4399373"/>
                  </a:lnTo>
                  <a:lnTo>
                    <a:pt x="1247685" y="4399373"/>
                  </a:lnTo>
                  <a:lnTo>
                    <a:pt x="1247793" y="4399373"/>
                  </a:lnTo>
                  <a:lnTo>
                    <a:pt x="1247902" y="4399373"/>
                  </a:lnTo>
                  <a:lnTo>
                    <a:pt x="1247902" y="4398749"/>
                  </a:lnTo>
                  <a:lnTo>
                    <a:pt x="1247902" y="4398126"/>
                  </a:lnTo>
                  <a:lnTo>
                    <a:pt x="1248010" y="4398126"/>
                  </a:lnTo>
                  <a:lnTo>
                    <a:pt x="1248119" y="4398126"/>
                  </a:lnTo>
                  <a:lnTo>
                    <a:pt x="1248227" y="4398126"/>
                  </a:lnTo>
                  <a:lnTo>
                    <a:pt x="1248336" y="4398126"/>
                  </a:lnTo>
                  <a:lnTo>
                    <a:pt x="1248336" y="4397502"/>
                  </a:lnTo>
                  <a:lnTo>
                    <a:pt x="1248444" y="4397502"/>
                  </a:lnTo>
                  <a:lnTo>
                    <a:pt x="1248553" y="4397502"/>
                  </a:lnTo>
                  <a:lnTo>
                    <a:pt x="1248661" y="4397502"/>
                  </a:lnTo>
                  <a:lnTo>
                    <a:pt x="1248770" y="4397502"/>
                  </a:lnTo>
                  <a:lnTo>
                    <a:pt x="1248878" y="4397502"/>
                  </a:lnTo>
                  <a:lnTo>
                    <a:pt x="1248986" y="4397502"/>
                  </a:lnTo>
                  <a:lnTo>
                    <a:pt x="1249095" y="4397502"/>
                  </a:lnTo>
                  <a:lnTo>
                    <a:pt x="1249095" y="4396878"/>
                  </a:lnTo>
                  <a:lnTo>
                    <a:pt x="1249203" y="4396878"/>
                  </a:lnTo>
                  <a:lnTo>
                    <a:pt x="1249203" y="4396255"/>
                  </a:lnTo>
                  <a:lnTo>
                    <a:pt x="1249312" y="4396255"/>
                  </a:lnTo>
                  <a:lnTo>
                    <a:pt x="1249312" y="4395631"/>
                  </a:lnTo>
                  <a:lnTo>
                    <a:pt x="1249312" y="4395008"/>
                  </a:lnTo>
                  <a:lnTo>
                    <a:pt x="1249312" y="4394384"/>
                  </a:lnTo>
                  <a:lnTo>
                    <a:pt x="1249420" y="4394384"/>
                  </a:lnTo>
                  <a:lnTo>
                    <a:pt x="1249529" y="4394384"/>
                  </a:lnTo>
                  <a:lnTo>
                    <a:pt x="1249637" y="4394384"/>
                  </a:lnTo>
                  <a:lnTo>
                    <a:pt x="1249637" y="4393761"/>
                  </a:lnTo>
                  <a:lnTo>
                    <a:pt x="1249746" y="4393761"/>
                  </a:lnTo>
                  <a:lnTo>
                    <a:pt x="1249854" y="4393761"/>
                  </a:lnTo>
                  <a:lnTo>
                    <a:pt x="1249854" y="4393137"/>
                  </a:lnTo>
                  <a:lnTo>
                    <a:pt x="1249854" y="4392513"/>
                  </a:lnTo>
                  <a:lnTo>
                    <a:pt x="1249854" y="4391890"/>
                  </a:lnTo>
                  <a:lnTo>
                    <a:pt x="1249962" y="4391890"/>
                  </a:lnTo>
                  <a:lnTo>
                    <a:pt x="1250071" y="4391890"/>
                  </a:lnTo>
                  <a:lnTo>
                    <a:pt x="1250071" y="4391266"/>
                  </a:lnTo>
                  <a:lnTo>
                    <a:pt x="1250179" y="4391266"/>
                  </a:lnTo>
                  <a:lnTo>
                    <a:pt x="1250288" y="4391266"/>
                  </a:lnTo>
                  <a:lnTo>
                    <a:pt x="1250396" y="4391266"/>
                  </a:lnTo>
                  <a:lnTo>
                    <a:pt x="1250505" y="4391266"/>
                  </a:lnTo>
                  <a:lnTo>
                    <a:pt x="1250613" y="4391266"/>
                  </a:lnTo>
                  <a:lnTo>
                    <a:pt x="1250722" y="4391266"/>
                  </a:lnTo>
                  <a:lnTo>
                    <a:pt x="1250830" y="4391266"/>
                  </a:lnTo>
                  <a:lnTo>
                    <a:pt x="1250830" y="4390643"/>
                  </a:lnTo>
                  <a:lnTo>
                    <a:pt x="1250830" y="4390019"/>
                  </a:lnTo>
                  <a:lnTo>
                    <a:pt x="1250830" y="4389395"/>
                  </a:lnTo>
                  <a:lnTo>
                    <a:pt x="1250830" y="4388772"/>
                  </a:lnTo>
                  <a:lnTo>
                    <a:pt x="1250938" y="4388772"/>
                  </a:lnTo>
                  <a:lnTo>
                    <a:pt x="1251047" y="4388772"/>
                  </a:lnTo>
                  <a:lnTo>
                    <a:pt x="1251047" y="4388148"/>
                  </a:lnTo>
                  <a:lnTo>
                    <a:pt x="1251155" y="4388148"/>
                  </a:lnTo>
                  <a:lnTo>
                    <a:pt x="1251155" y="4387525"/>
                  </a:lnTo>
                  <a:lnTo>
                    <a:pt x="1251264" y="4387525"/>
                  </a:lnTo>
                  <a:lnTo>
                    <a:pt x="1251372" y="4387525"/>
                  </a:lnTo>
                  <a:lnTo>
                    <a:pt x="1251481" y="4387525"/>
                  </a:lnTo>
                  <a:lnTo>
                    <a:pt x="1251589" y="4387525"/>
                  </a:lnTo>
                  <a:lnTo>
                    <a:pt x="1251589" y="4386901"/>
                  </a:lnTo>
                  <a:lnTo>
                    <a:pt x="1251589" y="4386278"/>
                  </a:lnTo>
                  <a:lnTo>
                    <a:pt x="1251698" y="4386278"/>
                  </a:lnTo>
                  <a:lnTo>
                    <a:pt x="1251806" y="4386278"/>
                  </a:lnTo>
                  <a:lnTo>
                    <a:pt x="1251914" y="4386278"/>
                  </a:lnTo>
                  <a:lnTo>
                    <a:pt x="1252023" y="4386278"/>
                  </a:lnTo>
                  <a:lnTo>
                    <a:pt x="1252131" y="4386278"/>
                  </a:lnTo>
                  <a:lnTo>
                    <a:pt x="1252240" y="4386278"/>
                  </a:lnTo>
                  <a:lnTo>
                    <a:pt x="1252348" y="4386278"/>
                  </a:lnTo>
                  <a:lnTo>
                    <a:pt x="1252348" y="4385654"/>
                  </a:lnTo>
                  <a:lnTo>
                    <a:pt x="1252348" y="4385030"/>
                  </a:lnTo>
                  <a:lnTo>
                    <a:pt x="1252457" y="4385030"/>
                  </a:lnTo>
                  <a:lnTo>
                    <a:pt x="1252457" y="4384407"/>
                  </a:lnTo>
                  <a:lnTo>
                    <a:pt x="1252565" y="4384407"/>
                  </a:lnTo>
                  <a:lnTo>
                    <a:pt x="1252674" y="4384407"/>
                  </a:lnTo>
                  <a:lnTo>
                    <a:pt x="1252782" y="4384407"/>
                  </a:lnTo>
                  <a:lnTo>
                    <a:pt x="1252891" y="4384407"/>
                  </a:lnTo>
                  <a:lnTo>
                    <a:pt x="1252999" y="4384407"/>
                  </a:lnTo>
                  <a:lnTo>
                    <a:pt x="1253107" y="4384407"/>
                  </a:lnTo>
                  <a:lnTo>
                    <a:pt x="1253216" y="4384407"/>
                  </a:lnTo>
                  <a:lnTo>
                    <a:pt x="1253216" y="4383783"/>
                  </a:lnTo>
                  <a:lnTo>
                    <a:pt x="1253216" y="4383160"/>
                  </a:lnTo>
                  <a:lnTo>
                    <a:pt x="1253324" y="4383160"/>
                  </a:lnTo>
                  <a:lnTo>
                    <a:pt x="1253433" y="4383160"/>
                  </a:lnTo>
                  <a:lnTo>
                    <a:pt x="1253433" y="4382536"/>
                  </a:lnTo>
                  <a:lnTo>
                    <a:pt x="1253433" y="4381912"/>
                  </a:lnTo>
                  <a:lnTo>
                    <a:pt x="1253541" y="4381912"/>
                  </a:lnTo>
                  <a:lnTo>
                    <a:pt x="1253650" y="4381912"/>
                  </a:lnTo>
                  <a:lnTo>
                    <a:pt x="1253758" y="4381912"/>
                  </a:lnTo>
                  <a:lnTo>
                    <a:pt x="1253758" y="4381289"/>
                  </a:lnTo>
                  <a:lnTo>
                    <a:pt x="1253867" y="4381289"/>
                  </a:lnTo>
                  <a:lnTo>
                    <a:pt x="1253975" y="4381289"/>
                  </a:lnTo>
                  <a:lnTo>
                    <a:pt x="1253975" y="4380665"/>
                  </a:lnTo>
                  <a:lnTo>
                    <a:pt x="1253975" y="4380042"/>
                  </a:lnTo>
                  <a:lnTo>
                    <a:pt x="1254083" y="4380042"/>
                  </a:lnTo>
                  <a:lnTo>
                    <a:pt x="1254192" y="4380042"/>
                  </a:lnTo>
                  <a:lnTo>
                    <a:pt x="1254300" y="4380042"/>
                  </a:lnTo>
                  <a:lnTo>
                    <a:pt x="1254300" y="4379418"/>
                  </a:lnTo>
                  <a:lnTo>
                    <a:pt x="1254409" y="4379418"/>
                  </a:lnTo>
                  <a:lnTo>
                    <a:pt x="1254517" y="4379418"/>
                  </a:lnTo>
                  <a:lnTo>
                    <a:pt x="1254626" y="4379418"/>
                  </a:lnTo>
                  <a:lnTo>
                    <a:pt x="1254734" y="4379418"/>
                  </a:lnTo>
                  <a:lnTo>
                    <a:pt x="1254843" y="4379418"/>
                  </a:lnTo>
                  <a:lnTo>
                    <a:pt x="1254951" y="4379418"/>
                  </a:lnTo>
                  <a:lnTo>
                    <a:pt x="1254951" y="4378795"/>
                  </a:lnTo>
                  <a:lnTo>
                    <a:pt x="1255059" y="4378795"/>
                  </a:lnTo>
                  <a:lnTo>
                    <a:pt x="1255168" y="4378795"/>
                  </a:lnTo>
                  <a:lnTo>
                    <a:pt x="1255276" y="4378795"/>
                  </a:lnTo>
                  <a:lnTo>
                    <a:pt x="1255385" y="4378795"/>
                  </a:lnTo>
                  <a:lnTo>
                    <a:pt x="1255493" y="4378795"/>
                  </a:lnTo>
                  <a:lnTo>
                    <a:pt x="1255602" y="4378795"/>
                  </a:lnTo>
                  <a:lnTo>
                    <a:pt x="1255602" y="4378171"/>
                  </a:lnTo>
                  <a:lnTo>
                    <a:pt x="1255602" y="4377547"/>
                  </a:lnTo>
                  <a:lnTo>
                    <a:pt x="1255710" y="4377547"/>
                  </a:lnTo>
                  <a:lnTo>
                    <a:pt x="1255710" y="4376924"/>
                  </a:lnTo>
                  <a:lnTo>
                    <a:pt x="1255819" y="4376924"/>
                  </a:lnTo>
                  <a:lnTo>
                    <a:pt x="1255927" y="4376924"/>
                  </a:lnTo>
                  <a:lnTo>
                    <a:pt x="1255927" y="4376300"/>
                  </a:lnTo>
                  <a:lnTo>
                    <a:pt x="1256035" y="4376300"/>
                  </a:lnTo>
                  <a:lnTo>
                    <a:pt x="1256035" y="4375677"/>
                  </a:lnTo>
                  <a:lnTo>
                    <a:pt x="1256144" y="4375677"/>
                  </a:lnTo>
                  <a:lnTo>
                    <a:pt x="1256252" y="4375677"/>
                  </a:lnTo>
                  <a:lnTo>
                    <a:pt x="1256361" y="4375677"/>
                  </a:lnTo>
                  <a:lnTo>
                    <a:pt x="1256469" y="4375677"/>
                  </a:lnTo>
                  <a:lnTo>
                    <a:pt x="1256578" y="4375677"/>
                  </a:lnTo>
                  <a:lnTo>
                    <a:pt x="1256578" y="4375053"/>
                  </a:lnTo>
                  <a:lnTo>
                    <a:pt x="1256686" y="4375053"/>
                  </a:lnTo>
                  <a:lnTo>
                    <a:pt x="1256795" y="4375053"/>
                  </a:lnTo>
                  <a:lnTo>
                    <a:pt x="1256903" y="4375053"/>
                  </a:lnTo>
                  <a:lnTo>
                    <a:pt x="1257012" y="4375053"/>
                  </a:lnTo>
                  <a:lnTo>
                    <a:pt x="1257012" y="4374429"/>
                  </a:lnTo>
                  <a:lnTo>
                    <a:pt x="1257120" y="4374429"/>
                  </a:lnTo>
                  <a:lnTo>
                    <a:pt x="1257228" y="4374429"/>
                  </a:lnTo>
                  <a:lnTo>
                    <a:pt x="1257337" y="4374429"/>
                  </a:lnTo>
                  <a:lnTo>
                    <a:pt x="1257445" y="4374429"/>
                  </a:lnTo>
                  <a:lnTo>
                    <a:pt x="1257554" y="4374429"/>
                  </a:lnTo>
                  <a:lnTo>
                    <a:pt x="1257662" y="4374429"/>
                  </a:lnTo>
                  <a:lnTo>
                    <a:pt x="1257771" y="4374429"/>
                  </a:lnTo>
                  <a:lnTo>
                    <a:pt x="1257771" y="4373806"/>
                  </a:lnTo>
                  <a:lnTo>
                    <a:pt x="1257879" y="4373806"/>
                  </a:lnTo>
                  <a:lnTo>
                    <a:pt x="1257879" y="4373182"/>
                  </a:lnTo>
                  <a:lnTo>
                    <a:pt x="1257879" y="4372559"/>
                  </a:lnTo>
                  <a:lnTo>
                    <a:pt x="1257988" y="4372559"/>
                  </a:lnTo>
                  <a:lnTo>
                    <a:pt x="1257988" y="4371935"/>
                  </a:lnTo>
                  <a:lnTo>
                    <a:pt x="1258096" y="4371935"/>
                  </a:lnTo>
                  <a:lnTo>
                    <a:pt x="1258204" y="4371935"/>
                  </a:lnTo>
                  <a:lnTo>
                    <a:pt x="1258313" y="4371935"/>
                  </a:lnTo>
                  <a:lnTo>
                    <a:pt x="1258421" y="4371935"/>
                  </a:lnTo>
                  <a:lnTo>
                    <a:pt x="1258530" y="4371935"/>
                  </a:lnTo>
                  <a:lnTo>
                    <a:pt x="1258638" y="4371935"/>
                  </a:lnTo>
                  <a:lnTo>
                    <a:pt x="1258747" y="4371935"/>
                  </a:lnTo>
                  <a:lnTo>
                    <a:pt x="1258747" y="4371312"/>
                  </a:lnTo>
                  <a:lnTo>
                    <a:pt x="1258855" y="4371312"/>
                  </a:lnTo>
                  <a:lnTo>
                    <a:pt x="1258855" y="4370688"/>
                  </a:lnTo>
                  <a:lnTo>
                    <a:pt x="1258964" y="4370688"/>
                  </a:lnTo>
                  <a:lnTo>
                    <a:pt x="1258964" y="4370064"/>
                  </a:lnTo>
                  <a:lnTo>
                    <a:pt x="1259072" y="4370064"/>
                  </a:lnTo>
                  <a:lnTo>
                    <a:pt x="1259180" y="4370064"/>
                  </a:lnTo>
                  <a:lnTo>
                    <a:pt x="1259289" y="4370064"/>
                  </a:lnTo>
                  <a:lnTo>
                    <a:pt x="1259397" y="4370064"/>
                  </a:lnTo>
                  <a:lnTo>
                    <a:pt x="1259506" y="4370064"/>
                  </a:lnTo>
                  <a:lnTo>
                    <a:pt x="1259614" y="4370064"/>
                  </a:lnTo>
                  <a:lnTo>
                    <a:pt x="1259723" y="4370064"/>
                  </a:lnTo>
                  <a:lnTo>
                    <a:pt x="1259831" y="4370064"/>
                  </a:lnTo>
                  <a:lnTo>
                    <a:pt x="1259940" y="4370064"/>
                  </a:lnTo>
                  <a:lnTo>
                    <a:pt x="1260048" y="4370064"/>
                  </a:lnTo>
                  <a:lnTo>
                    <a:pt x="1260156" y="4370064"/>
                  </a:lnTo>
                  <a:lnTo>
                    <a:pt x="1260265" y="4370064"/>
                  </a:lnTo>
                  <a:lnTo>
                    <a:pt x="1260373" y="4370064"/>
                  </a:lnTo>
                  <a:lnTo>
                    <a:pt x="1260482" y="4370064"/>
                  </a:lnTo>
                  <a:lnTo>
                    <a:pt x="1260590" y="4370064"/>
                  </a:lnTo>
                  <a:lnTo>
                    <a:pt x="1260699" y="4370064"/>
                  </a:lnTo>
                  <a:lnTo>
                    <a:pt x="1260807" y="4370064"/>
                  </a:lnTo>
                  <a:lnTo>
                    <a:pt x="1260916" y="4370064"/>
                  </a:lnTo>
                  <a:lnTo>
                    <a:pt x="1261024" y="4370064"/>
                  </a:lnTo>
                  <a:lnTo>
                    <a:pt x="1261133" y="4370064"/>
                  </a:lnTo>
                  <a:lnTo>
                    <a:pt x="1261241" y="4370064"/>
                  </a:lnTo>
                  <a:lnTo>
                    <a:pt x="1261349" y="4370064"/>
                  </a:lnTo>
                  <a:lnTo>
                    <a:pt x="1261458" y="4370064"/>
                  </a:lnTo>
                  <a:lnTo>
                    <a:pt x="1261566" y="4370064"/>
                  </a:lnTo>
                  <a:lnTo>
                    <a:pt x="1261675" y="4370064"/>
                  </a:lnTo>
                  <a:lnTo>
                    <a:pt x="1261675" y="4369441"/>
                  </a:lnTo>
                  <a:lnTo>
                    <a:pt x="1261783" y="4369441"/>
                  </a:lnTo>
                  <a:lnTo>
                    <a:pt x="1261892" y="4369441"/>
                  </a:lnTo>
                  <a:lnTo>
                    <a:pt x="1262000" y="4369441"/>
                  </a:lnTo>
                  <a:lnTo>
                    <a:pt x="1262000" y="4368817"/>
                  </a:lnTo>
                  <a:lnTo>
                    <a:pt x="1262109" y="4368817"/>
                  </a:lnTo>
                  <a:lnTo>
                    <a:pt x="1262217" y="4368817"/>
                  </a:lnTo>
                  <a:lnTo>
                    <a:pt x="1262325" y="4368817"/>
                  </a:lnTo>
                  <a:lnTo>
                    <a:pt x="1262325" y="4368194"/>
                  </a:lnTo>
                  <a:lnTo>
                    <a:pt x="1262434" y="4368194"/>
                  </a:lnTo>
                  <a:lnTo>
                    <a:pt x="1262542" y="4368194"/>
                  </a:lnTo>
                  <a:lnTo>
                    <a:pt x="1262651" y="4368194"/>
                  </a:lnTo>
                  <a:lnTo>
                    <a:pt x="1262759" y="4368194"/>
                  </a:lnTo>
                  <a:lnTo>
                    <a:pt x="1262868" y="4368194"/>
                  </a:lnTo>
                  <a:lnTo>
                    <a:pt x="1262976" y="4368194"/>
                  </a:lnTo>
                  <a:lnTo>
                    <a:pt x="1263085" y="4368194"/>
                  </a:lnTo>
                  <a:lnTo>
                    <a:pt x="1263085" y="4367570"/>
                  </a:lnTo>
                  <a:lnTo>
                    <a:pt x="1263193" y="4367570"/>
                  </a:lnTo>
                  <a:lnTo>
                    <a:pt x="1263301" y="4367570"/>
                  </a:lnTo>
                  <a:lnTo>
                    <a:pt x="1263301" y="4366946"/>
                  </a:lnTo>
                  <a:lnTo>
                    <a:pt x="1263301" y="4366323"/>
                  </a:lnTo>
                  <a:lnTo>
                    <a:pt x="1263410" y="4366323"/>
                  </a:lnTo>
                  <a:lnTo>
                    <a:pt x="1263518" y="4366323"/>
                  </a:lnTo>
                  <a:lnTo>
                    <a:pt x="1263518" y="4365699"/>
                  </a:lnTo>
                  <a:lnTo>
                    <a:pt x="1263627" y="4365699"/>
                  </a:lnTo>
                  <a:lnTo>
                    <a:pt x="1263627" y="4365076"/>
                  </a:lnTo>
                  <a:lnTo>
                    <a:pt x="1263735" y="4365076"/>
                  </a:lnTo>
                  <a:lnTo>
                    <a:pt x="1263844" y="4365076"/>
                  </a:lnTo>
                  <a:lnTo>
                    <a:pt x="1263952" y="4365076"/>
                  </a:lnTo>
                  <a:lnTo>
                    <a:pt x="1264061" y="4365076"/>
                  </a:lnTo>
                  <a:lnTo>
                    <a:pt x="1264169" y="4365076"/>
                  </a:lnTo>
                  <a:lnTo>
                    <a:pt x="1264277" y="4365076"/>
                  </a:lnTo>
                  <a:lnTo>
                    <a:pt x="1264386" y="4365076"/>
                  </a:lnTo>
                  <a:lnTo>
                    <a:pt x="1264494" y="4365076"/>
                  </a:lnTo>
                  <a:lnTo>
                    <a:pt x="1264494" y="4364452"/>
                  </a:lnTo>
                  <a:lnTo>
                    <a:pt x="1264603" y="4364452"/>
                  </a:lnTo>
                  <a:lnTo>
                    <a:pt x="1264711" y="4364452"/>
                  </a:lnTo>
                  <a:lnTo>
                    <a:pt x="1264820" y="4364452"/>
                  </a:lnTo>
                  <a:lnTo>
                    <a:pt x="1264928" y="4364452"/>
                  </a:lnTo>
                  <a:lnTo>
                    <a:pt x="1265037" y="4364452"/>
                  </a:lnTo>
                  <a:lnTo>
                    <a:pt x="1265145" y="4364452"/>
                  </a:lnTo>
                  <a:lnTo>
                    <a:pt x="1265253" y="4364452"/>
                  </a:lnTo>
                  <a:lnTo>
                    <a:pt x="1265362" y="4364452"/>
                  </a:lnTo>
                  <a:lnTo>
                    <a:pt x="1265470" y="4364452"/>
                  </a:lnTo>
                  <a:lnTo>
                    <a:pt x="1265579" y="4364452"/>
                  </a:lnTo>
                  <a:lnTo>
                    <a:pt x="1265687" y="4364452"/>
                  </a:lnTo>
                  <a:lnTo>
                    <a:pt x="1265796" y="4364452"/>
                  </a:lnTo>
                  <a:lnTo>
                    <a:pt x="1265796" y="4363829"/>
                  </a:lnTo>
                  <a:lnTo>
                    <a:pt x="1265904" y="4363829"/>
                  </a:lnTo>
                  <a:lnTo>
                    <a:pt x="1266013" y="4363829"/>
                  </a:lnTo>
                  <a:lnTo>
                    <a:pt x="1266121" y="4363829"/>
                  </a:lnTo>
                  <a:lnTo>
                    <a:pt x="1266121" y="4363205"/>
                  </a:lnTo>
                  <a:lnTo>
                    <a:pt x="1266230" y="4363205"/>
                  </a:lnTo>
                  <a:lnTo>
                    <a:pt x="1266230" y="4362581"/>
                  </a:lnTo>
                  <a:lnTo>
                    <a:pt x="1266230" y="4361958"/>
                  </a:lnTo>
                  <a:lnTo>
                    <a:pt x="1266338" y="4361958"/>
                  </a:lnTo>
                  <a:lnTo>
                    <a:pt x="1266446" y="4361958"/>
                  </a:lnTo>
                  <a:lnTo>
                    <a:pt x="1266555" y="4361958"/>
                  </a:lnTo>
                  <a:lnTo>
                    <a:pt x="1266555" y="4361334"/>
                  </a:lnTo>
                  <a:lnTo>
                    <a:pt x="1266555" y="4360711"/>
                  </a:lnTo>
                  <a:lnTo>
                    <a:pt x="1266663" y="4360711"/>
                  </a:lnTo>
                  <a:lnTo>
                    <a:pt x="1266772" y="4360711"/>
                  </a:lnTo>
                  <a:lnTo>
                    <a:pt x="1266880" y="4360711"/>
                  </a:lnTo>
                  <a:lnTo>
                    <a:pt x="1266880" y="4360087"/>
                  </a:lnTo>
                  <a:lnTo>
                    <a:pt x="1266989" y="4360087"/>
                  </a:lnTo>
                  <a:lnTo>
                    <a:pt x="1267097" y="4360087"/>
                  </a:lnTo>
                  <a:lnTo>
                    <a:pt x="1267206" y="4360087"/>
                  </a:lnTo>
                  <a:lnTo>
                    <a:pt x="1267314" y="4360087"/>
                  </a:lnTo>
                  <a:lnTo>
                    <a:pt x="1267314" y="4359463"/>
                  </a:lnTo>
                  <a:lnTo>
                    <a:pt x="1267422" y="4359463"/>
                  </a:lnTo>
                  <a:lnTo>
                    <a:pt x="1267531" y="4359463"/>
                  </a:lnTo>
                  <a:lnTo>
                    <a:pt x="1267639" y="4359463"/>
                  </a:lnTo>
                  <a:lnTo>
                    <a:pt x="1267639" y="4358840"/>
                  </a:lnTo>
                  <a:lnTo>
                    <a:pt x="1267639" y="4358216"/>
                  </a:lnTo>
                  <a:lnTo>
                    <a:pt x="1267748" y="4358216"/>
                  </a:lnTo>
                  <a:lnTo>
                    <a:pt x="1267856" y="4358216"/>
                  </a:lnTo>
                  <a:lnTo>
                    <a:pt x="1267965" y="4358216"/>
                  </a:lnTo>
                  <a:lnTo>
                    <a:pt x="1268073" y="4358216"/>
                  </a:lnTo>
                  <a:lnTo>
                    <a:pt x="1268073" y="4357593"/>
                  </a:lnTo>
                  <a:lnTo>
                    <a:pt x="1268182" y="4357593"/>
                  </a:lnTo>
                  <a:lnTo>
                    <a:pt x="1268290" y="4357593"/>
                  </a:lnTo>
                  <a:lnTo>
                    <a:pt x="1268398" y="4357593"/>
                  </a:lnTo>
                  <a:lnTo>
                    <a:pt x="1268507" y="4357593"/>
                  </a:lnTo>
                  <a:lnTo>
                    <a:pt x="1268615" y="4357593"/>
                  </a:lnTo>
                  <a:lnTo>
                    <a:pt x="1268724" y="4357593"/>
                  </a:lnTo>
                  <a:lnTo>
                    <a:pt x="1268832" y="4357593"/>
                  </a:lnTo>
                  <a:lnTo>
                    <a:pt x="1268941" y="4357593"/>
                  </a:lnTo>
                  <a:lnTo>
                    <a:pt x="1269049" y="4357593"/>
                  </a:lnTo>
                  <a:lnTo>
                    <a:pt x="1269158" y="4357593"/>
                  </a:lnTo>
                  <a:lnTo>
                    <a:pt x="1269266" y="4357593"/>
                  </a:lnTo>
                  <a:lnTo>
                    <a:pt x="1269374" y="4357593"/>
                  </a:lnTo>
                  <a:lnTo>
                    <a:pt x="1269483" y="4357593"/>
                  </a:lnTo>
                  <a:lnTo>
                    <a:pt x="1269591" y="4357593"/>
                  </a:lnTo>
                  <a:lnTo>
                    <a:pt x="1269700" y="4357593"/>
                  </a:lnTo>
                  <a:lnTo>
                    <a:pt x="1269700" y="4356969"/>
                  </a:lnTo>
                  <a:lnTo>
                    <a:pt x="1269700" y="4356346"/>
                  </a:lnTo>
                  <a:lnTo>
                    <a:pt x="1269808" y="4356346"/>
                  </a:lnTo>
                  <a:lnTo>
                    <a:pt x="1269917" y="4356346"/>
                  </a:lnTo>
                  <a:lnTo>
                    <a:pt x="1269917" y="4355722"/>
                  </a:lnTo>
                  <a:lnTo>
                    <a:pt x="1269917" y="4355098"/>
                  </a:lnTo>
                  <a:lnTo>
                    <a:pt x="1270025" y="4355098"/>
                  </a:lnTo>
                  <a:lnTo>
                    <a:pt x="1270134" y="4355098"/>
                  </a:lnTo>
                  <a:lnTo>
                    <a:pt x="1270242" y="4355098"/>
                  </a:lnTo>
                  <a:lnTo>
                    <a:pt x="1270351" y="4355098"/>
                  </a:lnTo>
                  <a:lnTo>
                    <a:pt x="1270459" y="4355098"/>
                  </a:lnTo>
                  <a:lnTo>
                    <a:pt x="1270567" y="4355098"/>
                  </a:lnTo>
                  <a:lnTo>
                    <a:pt x="1270676" y="4355098"/>
                  </a:lnTo>
                  <a:lnTo>
                    <a:pt x="1270784" y="4355098"/>
                  </a:lnTo>
                  <a:lnTo>
                    <a:pt x="1270893" y="4355098"/>
                  </a:lnTo>
                  <a:lnTo>
                    <a:pt x="1271001" y="4355098"/>
                  </a:lnTo>
                  <a:lnTo>
                    <a:pt x="1271110" y="4355098"/>
                  </a:lnTo>
                  <a:lnTo>
                    <a:pt x="1271218" y="4355098"/>
                  </a:lnTo>
                  <a:lnTo>
                    <a:pt x="1271327" y="4355098"/>
                  </a:lnTo>
                  <a:lnTo>
                    <a:pt x="1271435" y="4355098"/>
                  </a:lnTo>
                  <a:lnTo>
                    <a:pt x="1271543" y="4355098"/>
                  </a:lnTo>
                  <a:lnTo>
                    <a:pt x="1271652" y="4355098"/>
                  </a:lnTo>
                  <a:lnTo>
                    <a:pt x="1271760" y="4355098"/>
                  </a:lnTo>
                  <a:lnTo>
                    <a:pt x="1271869" y="4355098"/>
                  </a:lnTo>
                  <a:lnTo>
                    <a:pt x="1271869" y="4354475"/>
                  </a:lnTo>
                  <a:lnTo>
                    <a:pt x="1271977" y="4354475"/>
                  </a:lnTo>
                  <a:lnTo>
                    <a:pt x="1272086" y="4354475"/>
                  </a:lnTo>
                  <a:lnTo>
                    <a:pt x="1272194" y="4354475"/>
                  </a:lnTo>
                  <a:lnTo>
                    <a:pt x="1272303" y="4354475"/>
                  </a:lnTo>
                  <a:lnTo>
                    <a:pt x="1272303" y="4353851"/>
                  </a:lnTo>
                  <a:lnTo>
                    <a:pt x="1272411" y="4353851"/>
                  </a:lnTo>
                  <a:lnTo>
                    <a:pt x="1272519" y="4353851"/>
                  </a:lnTo>
                  <a:lnTo>
                    <a:pt x="1272628" y="4353851"/>
                  </a:lnTo>
                  <a:lnTo>
                    <a:pt x="1272736" y="4353851"/>
                  </a:lnTo>
                  <a:lnTo>
                    <a:pt x="1272736" y="4353228"/>
                  </a:lnTo>
                  <a:lnTo>
                    <a:pt x="1272736" y="4352604"/>
                  </a:lnTo>
                  <a:lnTo>
                    <a:pt x="1272736" y="4351981"/>
                  </a:lnTo>
                  <a:lnTo>
                    <a:pt x="1272845" y="4351981"/>
                  </a:lnTo>
                  <a:lnTo>
                    <a:pt x="1272953" y="4351981"/>
                  </a:lnTo>
                  <a:lnTo>
                    <a:pt x="1273062" y="4351981"/>
                  </a:lnTo>
                  <a:lnTo>
                    <a:pt x="1273170" y="4351981"/>
                  </a:lnTo>
                  <a:lnTo>
                    <a:pt x="1273279" y="4351981"/>
                  </a:lnTo>
                  <a:lnTo>
                    <a:pt x="1273387" y="4351981"/>
                  </a:lnTo>
                  <a:lnTo>
                    <a:pt x="1273495" y="4351981"/>
                  </a:lnTo>
                  <a:lnTo>
                    <a:pt x="1273495" y="4351357"/>
                  </a:lnTo>
                  <a:lnTo>
                    <a:pt x="1273604" y="4351357"/>
                  </a:lnTo>
                  <a:lnTo>
                    <a:pt x="1273604" y="4350733"/>
                  </a:lnTo>
                  <a:lnTo>
                    <a:pt x="1273712" y="4350733"/>
                  </a:lnTo>
                  <a:lnTo>
                    <a:pt x="1273821" y="4350733"/>
                  </a:lnTo>
                  <a:lnTo>
                    <a:pt x="1273929" y="4350733"/>
                  </a:lnTo>
                  <a:lnTo>
                    <a:pt x="1274038" y="4350733"/>
                  </a:lnTo>
                  <a:lnTo>
                    <a:pt x="1274146" y="4350733"/>
                  </a:lnTo>
                  <a:lnTo>
                    <a:pt x="1274255" y="4350733"/>
                  </a:lnTo>
                  <a:lnTo>
                    <a:pt x="1274255" y="4350110"/>
                  </a:lnTo>
                  <a:lnTo>
                    <a:pt x="1274363" y="4350110"/>
                  </a:lnTo>
                  <a:lnTo>
                    <a:pt x="1274472" y="4350110"/>
                  </a:lnTo>
                  <a:lnTo>
                    <a:pt x="1274580" y="4350110"/>
                  </a:lnTo>
                  <a:lnTo>
                    <a:pt x="1274688" y="4350110"/>
                  </a:lnTo>
                  <a:lnTo>
                    <a:pt x="1274797" y="4350110"/>
                  </a:lnTo>
                  <a:lnTo>
                    <a:pt x="1274905" y="4350110"/>
                  </a:lnTo>
                  <a:lnTo>
                    <a:pt x="1275014" y="4350110"/>
                  </a:lnTo>
                  <a:lnTo>
                    <a:pt x="1275122" y="4350110"/>
                  </a:lnTo>
                  <a:lnTo>
                    <a:pt x="1275231" y="4350110"/>
                  </a:lnTo>
                  <a:lnTo>
                    <a:pt x="1275339" y="4350110"/>
                  </a:lnTo>
                  <a:lnTo>
                    <a:pt x="1275448" y="4350110"/>
                  </a:lnTo>
                  <a:lnTo>
                    <a:pt x="1275556" y="4350110"/>
                  </a:lnTo>
                  <a:lnTo>
                    <a:pt x="1275664" y="4350110"/>
                  </a:lnTo>
                  <a:lnTo>
                    <a:pt x="1275773" y="4350110"/>
                  </a:lnTo>
                  <a:lnTo>
                    <a:pt x="1275881" y="4350110"/>
                  </a:lnTo>
                  <a:lnTo>
                    <a:pt x="1275990" y="4350110"/>
                  </a:lnTo>
                  <a:lnTo>
                    <a:pt x="1275990" y="4349486"/>
                  </a:lnTo>
                  <a:lnTo>
                    <a:pt x="1275990" y="4348863"/>
                  </a:lnTo>
                  <a:lnTo>
                    <a:pt x="1275990" y="4348239"/>
                  </a:lnTo>
                  <a:lnTo>
                    <a:pt x="1276098" y="4348239"/>
                  </a:lnTo>
                  <a:lnTo>
                    <a:pt x="1276098" y="4347615"/>
                  </a:lnTo>
                  <a:lnTo>
                    <a:pt x="1276098" y="4346992"/>
                  </a:lnTo>
                  <a:lnTo>
                    <a:pt x="1276207" y="4346992"/>
                  </a:lnTo>
                  <a:lnTo>
                    <a:pt x="1276315" y="4346992"/>
                  </a:lnTo>
                  <a:lnTo>
                    <a:pt x="1276424" y="4346992"/>
                  </a:lnTo>
                  <a:lnTo>
                    <a:pt x="1276532" y="4346992"/>
                  </a:lnTo>
                  <a:lnTo>
                    <a:pt x="1276640" y="4346992"/>
                  </a:lnTo>
                  <a:lnTo>
                    <a:pt x="1276749" y="4346992"/>
                  </a:lnTo>
                  <a:lnTo>
                    <a:pt x="1276857" y="4346992"/>
                  </a:lnTo>
                  <a:lnTo>
                    <a:pt x="1276966" y="4346992"/>
                  </a:lnTo>
                  <a:lnTo>
                    <a:pt x="1277074" y="4346992"/>
                  </a:lnTo>
                  <a:lnTo>
                    <a:pt x="1277183" y="4346992"/>
                  </a:lnTo>
                  <a:lnTo>
                    <a:pt x="1277291" y="4346992"/>
                  </a:lnTo>
                  <a:lnTo>
                    <a:pt x="1277400" y="4346992"/>
                  </a:lnTo>
                  <a:lnTo>
                    <a:pt x="1277508" y="4346992"/>
                  </a:lnTo>
                  <a:lnTo>
                    <a:pt x="1277508" y="4346368"/>
                  </a:lnTo>
                  <a:lnTo>
                    <a:pt x="1277616" y="4346368"/>
                  </a:lnTo>
                  <a:lnTo>
                    <a:pt x="1277725" y="4346368"/>
                  </a:lnTo>
                  <a:lnTo>
                    <a:pt x="1277833" y="4346368"/>
                  </a:lnTo>
                  <a:lnTo>
                    <a:pt x="1277942" y="4346368"/>
                  </a:lnTo>
                  <a:lnTo>
                    <a:pt x="1278050" y="4346368"/>
                  </a:lnTo>
                  <a:lnTo>
                    <a:pt x="1278159" y="4346368"/>
                  </a:lnTo>
                  <a:lnTo>
                    <a:pt x="1278267" y="4346368"/>
                  </a:lnTo>
                  <a:lnTo>
                    <a:pt x="1278376" y="4346368"/>
                  </a:lnTo>
                  <a:lnTo>
                    <a:pt x="1278484" y="4346368"/>
                  </a:lnTo>
                  <a:lnTo>
                    <a:pt x="1278593" y="4346368"/>
                  </a:lnTo>
                  <a:lnTo>
                    <a:pt x="1278701" y="4346368"/>
                  </a:lnTo>
                  <a:lnTo>
                    <a:pt x="1278809" y="4346368"/>
                  </a:lnTo>
                  <a:lnTo>
                    <a:pt x="1278918" y="4346368"/>
                  </a:lnTo>
                  <a:lnTo>
                    <a:pt x="1279026" y="4346368"/>
                  </a:lnTo>
                  <a:lnTo>
                    <a:pt x="1279026" y="4345745"/>
                  </a:lnTo>
                  <a:lnTo>
                    <a:pt x="1279135" y="4345745"/>
                  </a:lnTo>
                  <a:lnTo>
                    <a:pt x="1279243" y="4345745"/>
                  </a:lnTo>
                  <a:lnTo>
                    <a:pt x="1279243" y="4345121"/>
                  </a:lnTo>
                  <a:lnTo>
                    <a:pt x="1279352" y="4345121"/>
                  </a:lnTo>
                  <a:lnTo>
                    <a:pt x="1279352" y="4344498"/>
                  </a:lnTo>
                  <a:lnTo>
                    <a:pt x="1279460" y="4344498"/>
                  </a:lnTo>
                  <a:lnTo>
                    <a:pt x="1279569" y="4344498"/>
                  </a:lnTo>
                  <a:lnTo>
                    <a:pt x="1279677" y="4344498"/>
                  </a:lnTo>
                  <a:lnTo>
                    <a:pt x="1279785" y="4344498"/>
                  </a:lnTo>
                  <a:lnTo>
                    <a:pt x="1279785" y="4343874"/>
                  </a:lnTo>
                  <a:lnTo>
                    <a:pt x="1279785" y="4343250"/>
                  </a:lnTo>
                  <a:lnTo>
                    <a:pt x="1279785" y="4342627"/>
                  </a:lnTo>
                  <a:lnTo>
                    <a:pt x="1279894" y="4342627"/>
                  </a:lnTo>
                  <a:lnTo>
                    <a:pt x="1279894" y="4342003"/>
                  </a:lnTo>
                  <a:lnTo>
                    <a:pt x="1280002" y="4342003"/>
                  </a:lnTo>
                  <a:lnTo>
                    <a:pt x="1280111" y="4342003"/>
                  </a:lnTo>
                  <a:lnTo>
                    <a:pt x="1280219" y="4342003"/>
                  </a:lnTo>
                  <a:lnTo>
                    <a:pt x="1280219" y="4341380"/>
                  </a:lnTo>
                  <a:lnTo>
                    <a:pt x="1280328" y="4341380"/>
                  </a:lnTo>
                  <a:lnTo>
                    <a:pt x="1280436" y="4341380"/>
                  </a:lnTo>
                  <a:lnTo>
                    <a:pt x="1280545" y="4341380"/>
                  </a:lnTo>
                  <a:lnTo>
                    <a:pt x="1280653" y="4341380"/>
                  </a:lnTo>
                  <a:lnTo>
                    <a:pt x="1280761" y="4341380"/>
                  </a:lnTo>
                  <a:lnTo>
                    <a:pt x="1280870" y="4341380"/>
                  </a:lnTo>
                  <a:lnTo>
                    <a:pt x="1280978" y="4341380"/>
                  </a:lnTo>
                  <a:lnTo>
                    <a:pt x="1280978" y="4340756"/>
                  </a:lnTo>
                  <a:lnTo>
                    <a:pt x="1281087" y="4340756"/>
                  </a:lnTo>
                  <a:lnTo>
                    <a:pt x="1281195" y="4340756"/>
                  </a:lnTo>
                  <a:lnTo>
                    <a:pt x="1281195" y="4340132"/>
                  </a:lnTo>
                  <a:lnTo>
                    <a:pt x="1281304" y="4340132"/>
                  </a:lnTo>
                  <a:lnTo>
                    <a:pt x="1281412" y="4340132"/>
                  </a:lnTo>
                  <a:lnTo>
                    <a:pt x="1281412" y="4339509"/>
                  </a:lnTo>
                  <a:lnTo>
                    <a:pt x="1281521" y="4339509"/>
                  </a:lnTo>
                  <a:lnTo>
                    <a:pt x="1281521" y="4338885"/>
                  </a:lnTo>
                  <a:lnTo>
                    <a:pt x="1281521" y="4338262"/>
                  </a:lnTo>
                  <a:lnTo>
                    <a:pt x="1281521" y="4337638"/>
                  </a:lnTo>
                  <a:lnTo>
                    <a:pt x="1281629" y="4337638"/>
                  </a:lnTo>
                  <a:lnTo>
                    <a:pt x="1281737" y="4337638"/>
                  </a:lnTo>
                  <a:lnTo>
                    <a:pt x="1281737" y="4337015"/>
                  </a:lnTo>
                  <a:lnTo>
                    <a:pt x="1281846" y="4337015"/>
                  </a:lnTo>
                  <a:lnTo>
                    <a:pt x="1281846" y="4336391"/>
                  </a:lnTo>
                  <a:lnTo>
                    <a:pt x="1281954" y="4336391"/>
                  </a:lnTo>
                  <a:lnTo>
                    <a:pt x="1282063" y="4336391"/>
                  </a:lnTo>
                  <a:lnTo>
                    <a:pt x="1282171" y="4336391"/>
                  </a:lnTo>
                  <a:lnTo>
                    <a:pt x="1282280" y="4336391"/>
                  </a:lnTo>
                  <a:lnTo>
                    <a:pt x="1282280" y="4335767"/>
                  </a:lnTo>
                  <a:lnTo>
                    <a:pt x="1282280" y="4335144"/>
                  </a:lnTo>
                  <a:lnTo>
                    <a:pt x="1282280" y="4334520"/>
                  </a:lnTo>
                  <a:lnTo>
                    <a:pt x="1282280" y="4333897"/>
                  </a:lnTo>
                  <a:lnTo>
                    <a:pt x="1282280" y="4333273"/>
                  </a:lnTo>
                  <a:lnTo>
                    <a:pt x="1282280" y="4332649"/>
                  </a:lnTo>
                  <a:lnTo>
                    <a:pt x="1282388" y="4332649"/>
                  </a:lnTo>
                  <a:lnTo>
                    <a:pt x="1282497" y="4332649"/>
                  </a:lnTo>
                  <a:lnTo>
                    <a:pt x="1282605" y="4332649"/>
                  </a:lnTo>
                  <a:lnTo>
                    <a:pt x="1282714" y="4332649"/>
                  </a:lnTo>
                  <a:lnTo>
                    <a:pt x="1282714" y="4332026"/>
                  </a:lnTo>
                  <a:lnTo>
                    <a:pt x="1282822" y="4332026"/>
                  </a:lnTo>
                  <a:lnTo>
                    <a:pt x="1282930" y="4332026"/>
                  </a:lnTo>
                  <a:lnTo>
                    <a:pt x="1282930" y="4331402"/>
                  </a:lnTo>
                  <a:lnTo>
                    <a:pt x="1283039" y="4331402"/>
                  </a:lnTo>
                  <a:lnTo>
                    <a:pt x="1283147" y="4331402"/>
                  </a:lnTo>
                  <a:lnTo>
                    <a:pt x="1283147" y="4330779"/>
                  </a:lnTo>
                  <a:lnTo>
                    <a:pt x="1283256" y="4330779"/>
                  </a:lnTo>
                  <a:lnTo>
                    <a:pt x="1283364" y="4330779"/>
                  </a:lnTo>
                  <a:lnTo>
                    <a:pt x="1283364" y="4330155"/>
                  </a:lnTo>
                  <a:lnTo>
                    <a:pt x="1283473" y="4330155"/>
                  </a:lnTo>
                  <a:lnTo>
                    <a:pt x="1283581" y="4330155"/>
                  </a:lnTo>
                  <a:lnTo>
                    <a:pt x="1283690" y="4330155"/>
                  </a:lnTo>
                  <a:lnTo>
                    <a:pt x="1283798" y="4330155"/>
                  </a:lnTo>
                  <a:lnTo>
                    <a:pt x="1283906" y="4330155"/>
                  </a:lnTo>
                  <a:lnTo>
                    <a:pt x="1284015" y="4330155"/>
                  </a:lnTo>
                  <a:lnTo>
                    <a:pt x="1284015" y="4329532"/>
                  </a:lnTo>
                  <a:lnTo>
                    <a:pt x="1284015" y="4328908"/>
                  </a:lnTo>
                  <a:lnTo>
                    <a:pt x="1284015" y="4328284"/>
                  </a:lnTo>
                  <a:lnTo>
                    <a:pt x="1284123" y="4328284"/>
                  </a:lnTo>
                  <a:lnTo>
                    <a:pt x="1284123" y="4327661"/>
                  </a:lnTo>
                  <a:lnTo>
                    <a:pt x="1284232" y="4327661"/>
                  </a:lnTo>
                  <a:lnTo>
                    <a:pt x="1284340" y="4327661"/>
                  </a:lnTo>
                  <a:lnTo>
                    <a:pt x="1284449" y="4327661"/>
                  </a:lnTo>
                  <a:lnTo>
                    <a:pt x="1284557" y="4327661"/>
                  </a:lnTo>
                  <a:lnTo>
                    <a:pt x="1284666" y="4327661"/>
                  </a:lnTo>
                  <a:lnTo>
                    <a:pt x="1284774" y="4327661"/>
                  </a:lnTo>
                  <a:lnTo>
                    <a:pt x="1284882" y="4327661"/>
                  </a:lnTo>
                  <a:lnTo>
                    <a:pt x="1284991" y="4327661"/>
                  </a:lnTo>
                  <a:lnTo>
                    <a:pt x="1285099" y="4327661"/>
                  </a:lnTo>
                  <a:lnTo>
                    <a:pt x="1285208" y="4327661"/>
                  </a:lnTo>
                  <a:lnTo>
                    <a:pt x="1285316" y="4327661"/>
                  </a:lnTo>
                  <a:lnTo>
                    <a:pt x="1285316" y="4327037"/>
                  </a:lnTo>
                  <a:lnTo>
                    <a:pt x="1285316" y="4326414"/>
                  </a:lnTo>
                  <a:lnTo>
                    <a:pt x="1285425" y="4326414"/>
                  </a:lnTo>
                  <a:lnTo>
                    <a:pt x="1285533" y="4326414"/>
                  </a:lnTo>
                  <a:lnTo>
                    <a:pt x="1285533" y="4325790"/>
                  </a:lnTo>
                  <a:lnTo>
                    <a:pt x="1285642" y="4325790"/>
                  </a:lnTo>
                  <a:lnTo>
                    <a:pt x="1285750" y="4325790"/>
                  </a:lnTo>
                  <a:lnTo>
                    <a:pt x="1285858" y="4325790"/>
                  </a:lnTo>
                  <a:lnTo>
                    <a:pt x="1285858" y="4325166"/>
                  </a:lnTo>
                  <a:lnTo>
                    <a:pt x="1285858" y="4324543"/>
                  </a:lnTo>
                  <a:lnTo>
                    <a:pt x="1285967" y="4324543"/>
                  </a:lnTo>
                  <a:lnTo>
                    <a:pt x="1285967" y="4323919"/>
                  </a:lnTo>
                  <a:lnTo>
                    <a:pt x="1286075" y="4323919"/>
                  </a:lnTo>
                  <a:lnTo>
                    <a:pt x="1286075" y="4323296"/>
                  </a:lnTo>
                  <a:lnTo>
                    <a:pt x="1286075" y="4322672"/>
                  </a:lnTo>
                  <a:lnTo>
                    <a:pt x="1286184" y="4322672"/>
                  </a:lnTo>
                  <a:lnTo>
                    <a:pt x="1286292" y="4322672"/>
                  </a:lnTo>
                  <a:lnTo>
                    <a:pt x="1286401" y="4322672"/>
                  </a:lnTo>
                  <a:lnTo>
                    <a:pt x="1286509" y="4322672"/>
                  </a:lnTo>
                  <a:lnTo>
                    <a:pt x="1286509" y="4322049"/>
                  </a:lnTo>
                  <a:lnTo>
                    <a:pt x="1286618" y="4322049"/>
                  </a:lnTo>
                  <a:lnTo>
                    <a:pt x="1286726" y="4322049"/>
                  </a:lnTo>
                  <a:lnTo>
                    <a:pt x="1286726" y="4321425"/>
                  </a:lnTo>
                  <a:lnTo>
                    <a:pt x="1286834" y="4321425"/>
                  </a:lnTo>
                  <a:lnTo>
                    <a:pt x="1286834" y="4320801"/>
                  </a:lnTo>
                  <a:lnTo>
                    <a:pt x="1286943" y="4320801"/>
                  </a:lnTo>
                  <a:lnTo>
                    <a:pt x="1287051" y="4320801"/>
                  </a:lnTo>
                  <a:lnTo>
                    <a:pt x="1287160" y="4320801"/>
                  </a:lnTo>
                  <a:lnTo>
                    <a:pt x="1287160" y="4320178"/>
                  </a:lnTo>
                  <a:lnTo>
                    <a:pt x="1287268" y="4320178"/>
                  </a:lnTo>
                  <a:lnTo>
                    <a:pt x="1287377" y="4320178"/>
                  </a:lnTo>
                  <a:lnTo>
                    <a:pt x="1287377" y="4319554"/>
                  </a:lnTo>
                  <a:lnTo>
                    <a:pt x="1287485" y="4319554"/>
                  </a:lnTo>
                  <a:lnTo>
                    <a:pt x="1287594" y="4319554"/>
                  </a:lnTo>
                  <a:lnTo>
                    <a:pt x="1287702" y="4319554"/>
                  </a:lnTo>
                  <a:lnTo>
                    <a:pt x="1287702" y="4318931"/>
                  </a:lnTo>
                  <a:lnTo>
                    <a:pt x="1287811" y="4318931"/>
                  </a:lnTo>
                  <a:lnTo>
                    <a:pt x="1287919" y="4318931"/>
                  </a:lnTo>
                  <a:lnTo>
                    <a:pt x="1288027" y="4318931"/>
                  </a:lnTo>
                  <a:lnTo>
                    <a:pt x="1288136" y="4318931"/>
                  </a:lnTo>
                  <a:lnTo>
                    <a:pt x="1288244" y="4318931"/>
                  </a:lnTo>
                  <a:lnTo>
                    <a:pt x="1288244" y="4318307"/>
                  </a:lnTo>
                  <a:lnTo>
                    <a:pt x="1288353" y="4318307"/>
                  </a:lnTo>
                  <a:lnTo>
                    <a:pt x="1288461" y="4318307"/>
                  </a:lnTo>
                  <a:lnTo>
                    <a:pt x="1288570" y="4318307"/>
                  </a:lnTo>
                  <a:lnTo>
                    <a:pt x="1288678" y="4318307"/>
                  </a:lnTo>
                  <a:lnTo>
                    <a:pt x="1288787" y="4318307"/>
                  </a:lnTo>
                  <a:lnTo>
                    <a:pt x="1288895" y="4318307"/>
                  </a:lnTo>
                  <a:lnTo>
                    <a:pt x="1289003" y="4318307"/>
                  </a:lnTo>
                  <a:lnTo>
                    <a:pt x="1289112" y="4318307"/>
                  </a:lnTo>
                  <a:lnTo>
                    <a:pt x="1289220" y="4318307"/>
                  </a:lnTo>
                  <a:lnTo>
                    <a:pt x="1289329" y="4318307"/>
                  </a:lnTo>
                  <a:lnTo>
                    <a:pt x="1289437" y="4318307"/>
                  </a:lnTo>
                  <a:lnTo>
                    <a:pt x="1289546" y="4318307"/>
                  </a:lnTo>
                  <a:lnTo>
                    <a:pt x="1289654" y="4318307"/>
                  </a:lnTo>
                  <a:lnTo>
                    <a:pt x="1289654" y="4317683"/>
                  </a:lnTo>
                  <a:lnTo>
                    <a:pt x="1289654" y="4317060"/>
                  </a:lnTo>
                  <a:lnTo>
                    <a:pt x="1289763" y="4317060"/>
                  </a:lnTo>
                  <a:lnTo>
                    <a:pt x="1289763" y="4316436"/>
                  </a:lnTo>
                  <a:lnTo>
                    <a:pt x="1289763" y="4315813"/>
                  </a:lnTo>
                  <a:lnTo>
                    <a:pt x="1289763" y="4315189"/>
                  </a:lnTo>
                  <a:lnTo>
                    <a:pt x="1289871" y="4315189"/>
                  </a:lnTo>
                  <a:lnTo>
                    <a:pt x="1289979" y="4315189"/>
                  </a:lnTo>
                  <a:lnTo>
                    <a:pt x="1290088" y="4315189"/>
                  </a:lnTo>
                  <a:lnTo>
                    <a:pt x="1290088" y="4314566"/>
                  </a:lnTo>
                  <a:lnTo>
                    <a:pt x="1290196" y="4314566"/>
                  </a:lnTo>
                  <a:lnTo>
                    <a:pt x="1290305" y="4314566"/>
                  </a:lnTo>
                  <a:lnTo>
                    <a:pt x="1290413" y="4314566"/>
                  </a:lnTo>
                  <a:lnTo>
                    <a:pt x="1290522" y="4314566"/>
                  </a:lnTo>
                  <a:lnTo>
                    <a:pt x="1290630" y="4314566"/>
                  </a:lnTo>
                  <a:lnTo>
                    <a:pt x="1290739" y="4314566"/>
                  </a:lnTo>
                  <a:lnTo>
                    <a:pt x="1290847" y="4314566"/>
                  </a:lnTo>
                  <a:lnTo>
                    <a:pt x="1290955" y="4314566"/>
                  </a:lnTo>
                  <a:lnTo>
                    <a:pt x="1291064" y="4314566"/>
                  </a:lnTo>
                  <a:lnTo>
                    <a:pt x="1291172" y="4314566"/>
                  </a:lnTo>
                  <a:lnTo>
                    <a:pt x="1291281" y="4314566"/>
                  </a:lnTo>
                  <a:lnTo>
                    <a:pt x="1291281" y="4313942"/>
                  </a:lnTo>
                  <a:lnTo>
                    <a:pt x="1291389" y="4313942"/>
                  </a:lnTo>
                  <a:lnTo>
                    <a:pt x="1291498" y="4313942"/>
                  </a:lnTo>
                  <a:lnTo>
                    <a:pt x="1291498" y="4313318"/>
                  </a:lnTo>
                  <a:lnTo>
                    <a:pt x="1291498" y="4312695"/>
                  </a:lnTo>
                  <a:lnTo>
                    <a:pt x="1291606" y="4312695"/>
                  </a:lnTo>
                  <a:lnTo>
                    <a:pt x="1291606" y="4312071"/>
                  </a:lnTo>
                  <a:lnTo>
                    <a:pt x="1291715" y="4312071"/>
                  </a:lnTo>
                  <a:lnTo>
                    <a:pt x="1291823" y="4312071"/>
                  </a:lnTo>
                  <a:lnTo>
                    <a:pt x="1291932" y="4312071"/>
                  </a:lnTo>
                  <a:lnTo>
                    <a:pt x="1291932" y="4311448"/>
                  </a:lnTo>
                  <a:lnTo>
                    <a:pt x="1292040" y="4311448"/>
                  </a:lnTo>
                  <a:lnTo>
                    <a:pt x="1292148" y="4311448"/>
                  </a:lnTo>
                  <a:lnTo>
                    <a:pt x="1292257" y="4311448"/>
                  </a:lnTo>
                  <a:lnTo>
                    <a:pt x="1292365" y="4311448"/>
                  </a:lnTo>
                  <a:lnTo>
                    <a:pt x="1292365" y="4310824"/>
                  </a:lnTo>
                  <a:lnTo>
                    <a:pt x="1292474" y="4310824"/>
                  </a:lnTo>
                  <a:lnTo>
                    <a:pt x="1292474" y="4310200"/>
                  </a:lnTo>
                  <a:lnTo>
                    <a:pt x="1292474" y="4309577"/>
                  </a:lnTo>
                  <a:lnTo>
                    <a:pt x="1292582" y="4309577"/>
                  </a:lnTo>
                  <a:lnTo>
                    <a:pt x="1292691" y="4309577"/>
                  </a:lnTo>
                  <a:lnTo>
                    <a:pt x="1292799" y="4309577"/>
                  </a:lnTo>
                  <a:lnTo>
                    <a:pt x="1292908" y="4309577"/>
                  </a:lnTo>
                  <a:lnTo>
                    <a:pt x="1293016" y="4309577"/>
                  </a:lnTo>
                  <a:lnTo>
                    <a:pt x="1293124" y="4309577"/>
                  </a:lnTo>
                  <a:lnTo>
                    <a:pt x="1293233" y="4309577"/>
                  </a:lnTo>
                  <a:lnTo>
                    <a:pt x="1293233" y="4308953"/>
                  </a:lnTo>
                  <a:lnTo>
                    <a:pt x="1293341" y="4308953"/>
                  </a:lnTo>
                  <a:lnTo>
                    <a:pt x="1293450" y="4308953"/>
                  </a:lnTo>
                  <a:lnTo>
                    <a:pt x="1293558" y="4308953"/>
                  </a:lnTo>
                  <a:lnTo>
                    <a:pt x="1293667" y="4308953"/>
                  </a:lnTo>
                  <a:lnTo>
                    <a:pt x="1293775" y="4308953"/>
                  </a:lnTo>
                  <a:lnTo>
                    <a:pt x="1293884" y="4308953"/>
                  </a:lnTo>
                  <a:lnTo>
                    <a:pt x="1293992" y="4308953"/>
                  </a:lnTo>
                  <a:lnTo>
                    <a:pt x="1294100" y="4308953"/>
                  </a:lnTo>
                  <a:lnTo>
                    <a:pt x="1294209" y="4308953"/>
                  </a:lnTo>
                  <a:lnTo>
                    <a:pt x="1294317" y="4308953"/>
                  </a:lnTo>
                  <a:lnTo>
                    <a:pt x="1294426" y="4308953"/>
                  </a:lnTo>
                  <a:lnTo>
                    <a:pt x="1294534" y="4308953"/>
                  </a:lnTo>
                  <a:lnTo>
                    <a:pt x="1294534" y="4308330"/>
                  </a:lnTo>
                  <a:lnTo>
                    <a:pt x="1294534" y="4307706"/>
                  </a:lnTo>
                  <a:lnTo>
                    <a:pt x="1294643" y="4307706"/>
                  </a:lnTo>
                  <a:lnTo>
                    <a:pt x="1294643" y="4307083"/>
                  </a:lnTo>
                  <a:lnTo>
                    <a:pt x="1294751" y="4307083"/>
                  </a:lnTo>
                  <a:lnTo>
                    <a:pt x="1294860" y="4307083"/>
                  </a:lnTo>
                  <a:lnTo>
                    <a:pt x="1294968" y="4307083"/>
                  </a:lnTo>
                  <a:lnTo>
                    <a:pt x="1295076" y="4307083"/>
                  </a:lnTo>
                  <a:lnTo>
                    <a:pt x="1295185" y="4307083"/>
                  </a:lnTo>
                  <a:lnTo>
                    <a:pt x="1295293" y="4307083"/>
                  </a:lnTo>
                  <a:lnTo>
                    <a:pt x="1295402" y="4307083"/>
                  </a:lnTo>
                  <a:lnTo>
                    <a:pt x="1295510" y="4307083"/>
                  </a:lnTo>
                  <a:lnTo>
                    <a:pt x="1295619" y="4307083"/>
                  </a:lnTo>
                  <a:lnTo>
                    <a:pt x="1295727" y="4307083"/>
                  </a:lnTo>
                  <a:lnTo>
                    <a:pt x="1295836" y="4307083"/>
                  </a:lnTo>
                  <a:lnTo>
                    <a:pt x="1295944" y="4307083"/>
                  </a:lnTo>
                  <a:lnTo>
                    <a:pt x="1295944" y="4306459"/>
                  </a:lnTo>
                  <a:lnTo>
                    <a:pt x="1296053" y="4306459"/>
                  </a:lnTo>
                  <a:lnTo>
                    <a:pt x="1296161" y="4306459"/>
                  </a:lnTo>
                  <a:lnTo>
                    <a:pt x="1296269" y="4306459"/>
                  </a:lnTo>
                  <a:lnTo>
                    <a:pt x="1296378" y="4306459"/>
                  </a:lnTo>
                  <a:lnTo>
                    <a:pt x="1296378" y="4305835"/>
                  </a:lnTo>
                  <a:lnTo>
                    <a:pt x="1296378" y="4305212"/>
                  </a:lnTo>
                  <a:lnTo>
                    <a:pt x="1296486" y="4305212"/>
                  </a:lnTo>
                  <a:lnTo>
                    <a:pt x="1296595" y="4305212"/>
                  </a:lnTo>
                  <a:lnTo>
                    <a:pt x="1296703" y="4305212"/>
                  </a:lnTo>
                  <a:lnTo>
                    <a:pt x="1296812" y="4305212"/>
                  </a:lnTo>
                  <a:lnTo>
                    <a:pt x="1296920" y="4305212"/>
                  </a:lnTo>
                  <a:lnTo>
                    <a:pt x="1296920" y="4304588"/>
                  </a:lnTo>
                  <a:lnTo>
                    <a:pt x="1296920" y="4303965"/>
                  </a:lnTo>
                  <a:lnTo>
                    <a:pt x="1297029" y="4303965"/>
                  </a:lnTo>
                  <a:lnTo>
                    <a:pt x="1297137" y="4303965"/>
                  </a:lnTo>
                  <a:lnTo>
                    <a:pt x="1297245" y="4303965"/>
                  </a:lnTo>
                  <a:lnTo>
                    <a:pt x="1297354" y="4303965"/>
                  </a:lnTo>
                  <a:lnTo>
                    <a:pt x="1297354" y="4303341"/>
                  </a:lnTo>
                  <a:lnTo>
                    <a:pt x="1297354" y="4302718"/>
                  </a:lnTo>
                  <a:lnTo>
                    <a:pt x="1297354" y="4302094"/>
                  </a:lnTo>
                  <a:lnTo>
                    <a:pt x="1297354" y="4301470"/>
                  </a:lnTo>
                  <a:lnTo>
                    <a:pt x="1297462" y="4301470"/>
                  </a:lnTo>
                  <a:lnTo>
                    <a:pt x="1297571" y="4301470"/>
                  </a:lnTo>
                  <a:lnTo>
                    <a:pt x="1297571" y="4300847"/>
                  </a:lnTo>
                  <a:lnTo>
                    <a:pt x="1297571" y="4300223"/>
                  </a:lnTo>
                  <a:lnTo>
                    <a:pt x="1297679" y="4300223"/>
                  </a:lnTo>
                  <a:lnTo>
                    <a:pt x="1297679" y="4299600"/>
                  </a:lnTo>
                  <a:lnTo>
                    <a:pt x="1297788" y="4299600"/>
                  </a:lnTo>
                  <a:lnTo>
                    <a:pt x="1297896" y="4299600"/>
                  </a:lnTo>
                  <a:lnTo>
                    <a:pt x="1298005" y="4299600"/>
                  </a:lnTo>
                  <a:lnTo>
                    <a:pt x="1298113" y="4299600"/>
                  </a:lnTo>
                  <a:lnTo>
                    <a:pt x="1298221" y="4299600"/>
                  </a:lnTo>
                  <a:lnTo>
                    <a:pt x="1298330" y="4299600"/>
                  </a:lnTo>
                  <a:lnTo>
                    <a:pt x="1298330" y="4298976"/>
                  </a:lnTo>
                  <a:lnTo>
                    <a:pt x="1298438" y="4298976"/>
                  </a:lnTo>
                  <a:lnTo>
                    <a:pt x="1298547" y="4298976"/>
                  </a:lnTo>
                  <a:lnTo>
                    <a:pt x="1298655" y="4298976"/>
                  </a:lnTo>
                  <a:lnTo>
                    <a:pt x="1298655" y="4298352"/>
                  </a:lnTo>
                  <a:lnTo>
                    <a:pt x="1298655" y="4297729"/>
                  </a:lnTo>
                  <a:lnTo>
                    <a:pt x="1298764" y="4297729"/>
                  </a:lnTo>
                  <a:lnTo>
                    <a:pt x="1298872" y="4297729"/>
                  </a:lnTo>
                  <a:lnTo>
                    <a:pt x="1298981" y="4297729"/>
                  </a:lnTo>
                  <a:lnTo>
                    <a:pt x="1299089" y="4297729"/>
                  </a:lnTo>
                  <a:lnTo>
                    <a:pt x="1299197" y="4297729"/>
                  </a:lnTo>
                  <a:lnTo>
                    <a:pt x="1299306" y="4297729"/>
                  </a:lnTo>
                  <a:lnTo>
                    <a:pt x="1299306" y="4297105"/>
                  </a:lnTo>
                  <a:lnTo>
                    <a:pt x="1299414" y="4297105"/>
                  </a:lnTo>
                  <a:lnTo>
                    <a:pt x="1299523" y="4297105"/>
                  </a:lnTo>
                  <a:lnTo>
                    <a:pt x="1299523" y="4296482"/>
                  </a:lnTo>
                  <a:lnTo>
                    <a:pt x="1299631" y="4296482"/>
                  </a:lnTo>
                  <a:lnTo>
                    <a:pt x="1299631" y="4295858"/>
                  </a:lnTo>
                  <a:lnTo>
                    <a:pt x="1299631" y="4295235"/>
                  </a:lnTo>
                  <a:lnTo>
                    <a:pt x="1299740" y="4295235"/>
                  </a:lnTo>
                  <a:lnTo>
                    <a:pt x="1299848" y="4295235"/>
                  </a:lnTo>
                  <a:lnTo>
                    <a:pt x="1299848" y="4294611"/>
                  </a:lnTo>
                  <a:lnTo>
                    <a:pt x="1299957" y="4294611"/>
                  </a:lnTo>
                  <a:lnTo>
                    <a:pt x="1299957" y="4293987"/>
                  </a:lnTo>
                  <a:lnTo>
                    <a:pt x="1300065" y="4293987"/>
                  </a:lnTo>
                  <a:lnTo>
                    <a:pt x="1300174" y="4293987"/>
                  </a:lnTo>
                  <a:lnTo>
                    <a:pt x="1300282" y="4293987"/>
                  </a:lnTo>
                  <a:lnTo>
                    <a:pt x="1300390" y="4293987"/>
                  </a:lnTo>
                  <a:lnTo>
                    <a:pt x="1300499" y="4293987"/>
                  </a:lnTo>
                  <a:lnTo>
                    <a:pt x="1300607" y="4293987"/>
                  </a:lnTo>
                  <a:lnTo>
                    <a:pt x="1300607" y="4293364"/>
                  </a:lnTo>
                  <a:lnTo>
                    <a:pt x="1300716" y="4293364"/>
                  </a:lnTo>
                  <a:lnTo>
                    <a:pt x="1300824" y="4293364"/>
                  </a:lnTo>
                  <a:lnTo>
                    <a:pt x="1300933" y="4293364"/>
                  </a:lnTo>
                  <a:lnTo>
                    <a:pt x="1301041" y="4293364"/>
                  </a:lnTo>
                  <a:lnTo>
                    <a:pt x="1301150" y="4293364"/>
                  </a:lnTo>
                  <a:lnTo>
                    <a:pt x="1301258" y="4293364"/>
                  </a:lnTo>
                  <a:lnTo>
                    <a:pt x="1301258" y="4292740"/>
                  </a:lnTo>
                  <a:lnTo>
                    <a:pt x="1301366" y="4292740"/>
                  </a:lnTo>
                  <a:lnTo>
                    <a:pt x="1301366" y="4292117"/>
                  </a:lnTo>
                  <a:lnTo>
                    <a:pt x="1301475" y="4292117"/>
                  </a:lnTo>
                  <a:lnTo>
                    <a:pt x="1301583" y="4292117"/>
                  </a:lnTo>
                  <a:lnTo>
                    <a:pt x="1301692" y="4292117"/>
                  </a:lnTo>
                  <a:lnTo>
                    <a:pt x="1301800" y="4292117"/>
                  </a:lnTo>
                  <a:lnTo>
                    <a:pt x="1301909" y="4292117"/>
                  </a:lnTo>
                  <a:lnTo>
                    <a:pt x="1302017" y="4292117"/>
                  </a:lnTo>
                  <a:lnTo>
                    <a:pt x="1302126" y="4292117"/>
                  </a:lnTo>
                  <a:lnTo>
                    <a:pt x="1302234" y="4292117"/>
                  </a:lnTo>
                  <a:lnTo>
                    <a:pt x="1302342" y="4292117"/>
                  </a:lnTo>
                  <a:lnTo>
                    <a:pt x="1302451" y="4292117"/>
                  </a:lnTo>
                  <a:lnTo>
                    <a:pt x="1302559" y="4292117"/>
                  </a:lnTo>
                  <a:lnTo>
                    <a:pt x="1302668" y="4292117"/>
                  </a:lnTo>
                  <a:lnTo>
                    <a:pt x="1302776" y="4292117"/>
                  </a:lnTo>
                  <a:lnTo>
                    <a:pt x="1302885" y="4292117"/>
                  </a:lnTo>
                  <a:lnTo>
                    <a:pt x="1302993" y="4292117"/>
                  </a:lnTo>
                  <a:lnTo>
                    <a:pt x="1302993" y="4291493"/>
                  </a:lnTo>
                  <a:lnTo>
                    <a:pt x="1303102" y="4291493"/>
                  </a:lnTo>
                  <a:lnTo>
                    <a:pt x="1303210" y="4291493"/>
                  </a:lnTo>
                  <a:lnTo>
                    <a:pt x="1303210" y="4290869"/>
                  </a:lnTo>
                  <a:lnTo>
                    <a:pt x="1303318" y="4290869"/>
                  </a:lnTo>
                  <a:lnTo>
                    <a:pt x="1303427" y="4290869"/>
                  </a:lnTo>
                  <a:lnTo>
                    <a:pt x="1303535" y="4290869"/>
                  </a:lnTo>
                  <a:lnTo>
                    <a:pt x="1303644" y="4290869"/>
                  </a:lnTo>
                  <a:lnTo>
                    <a:pt x="1303752" y="4290869"/>
                  </a:lnTo>
                  <a:lnTo>
                    <a:pt x="1303752" y="4290246"/>
                  </a:lnTo>
                  <a:lnTo>
                    <a:pt x="1303861" y="4290246"/>
                  </a:lnTo>
                  <a:lnTo>
                    <a:pt x="1303969" y="4290246"/>
                  </a:lnTo>
                  <a:lnTo>
                    <a:pt x="1304078" y="4290246"/>
                  </a:lnTo>
                  <a:lnTo>
                    <a:pt x="1304186" y="4290246"/>
                  </a:lnTo>
                  <a:lnTo>
                    <a:pt x="1304295" y="4290246"/>
                  </a:lnTo>
                  <a:lnTo>
                    <a:pt x="1304403" y="4290246"/>
                  </a:lnTo>
                  <a:lnTo>
                    <a:pt x="1304511" y="4290246"/>
                  </a:lnTo>
                  <a:lnTo>
                    <a:pt x="1304511" y="4289622"/>
                  </a:lnTo>
                  <a:lnTo>
                    <a:pt x="1304620" y="4289622"/>
                  </a:lnTo>
                  <a:lnTo>
                    <a:pt x="1304728" y="4289622"/>
                  </a:lnTo>
                  <a:lnTo>
                    <a:pt x="1304837" y="4289622"/>
                  </a:lnTo>
                  <a:lnTo>
                    <a:pt x="1304945" y="4289622"/>
                  </a:lnTo>
                  <a:lnTo>
                    <a:pt x="1305054" y="4289622"/>
                  </a:lnTo>
                  <a:lnTo>
                    <a:pt x="1305162" y="4289622"/>
                  </a:lnTo>
                  <a:lnTo>
                    <a:pt x="1305162" y="4288999"/>
                  </a:lnTo>
                  <a:lnTo>
                    <a:pt x="1305271" y="4288999"/>
                  </a:lnTo>
                  <a:lnTo>
                    <a:pt x="1305379" y="4288999"/>
                  </a:lnTo>
                  <a:lnTo>
                    <a:pt x="1305487" y="4288999"/>
                  </a:lnTo>
                  <a:lnTo>
                    <a:pt x="1305596" y="4288999"/>
                  </a:lnTo>
                  <a:lnTo>
                    <a:pt x="1305704" y="4288999"/>
                  </a:lnTo>
                  <a:lnTo>
                    <a:pt x="1305813" y="4288999"/>
                  </a:lnTo>
                  <a:lnTo>
                    <a:pt x="1305921" y="4288999"/>
                  </a:lnTo>
                  <a:lnTo>
                    <a:pt x="1306030" y="4288999"/>
                  </a:lnTo>
                  <a:lnTo>
                    <a:pt x="1306138" y="4288999"/>
                  </a:lnTo>
                  <a:lnTo>
                    <a:pt x="1306247" y="4288999"/>
                  </a:lnTo>
                  <a:lnTo>
                    <a:pt x="1306355" y="4288999"/>
                  </a:lnTo>
                  <a:lnTo>
                    <a:pt x="1306463" y="4288999"/>
                  </a:lnTo>
                  <a:lnTo>
                    <a:pt x="1306572" y="4288999"/>
                  </a:lnTo>
                  <a:lnTo>
                    <a:pt x="1306680" y="4288999"/>
                  </a:lnTo>
                  <a:lnTo>
                    <a:pt x="1306789" y="4288999"/>
                  </a:lnTo>
                  <a:lnTo>
                    <a:pt x="1306897" y="4288999"/>
                  </a:lnTo>
                  <a:lnTo>
                    <a:pt x="1307006" y="4288999"/>
                  </a:lnTo>
                  <a:lnTo>
                    <a:pt x="1307114" y="4288999"/>
                  </a:lnTo>
                  <a:lnTo>
                    <a:pt x="1307114" y="4288375"/>
                  </a:lnTo>
                  <a:lnTo>
                    <a:pt x="1307223" y="4288375"/>
                  </a:lnTo>
                  <a:lnTo>
                    <a:pt x="1307331" y="4288375"/>
                  </a:lnTo>
                  <a:lnTo>
                    <a:pt x="1307439" y="4288375"/>
                  </a:lnTo>
                  <a:lnTo>
                    <a:pt x="1307548" y="4288375"/>
                  </a:lnTo>
                  <a:lnTo>
                    <a:pt x="1307548" y="4287752"/>
                  </a:lnTo>
                  <a:lnTo>
                    <a:pt x="1307656" y="4287752"/>
                  </a:lnTo>
                  <a:lnTo>
                    <a:pt x="1307765" y="4287752"/>
                  </a:lnTo>
                  <a:lnTo>
                    <a:pt x="1307765" y="4287128"/>
                  </a:lnTo>
                  <a:lnTo>
                    <a:pt x="1307873" y="4287128"/>
                  </a:lnTo>
                  <a:lnTo>
                    <a:pt x="1307982" y="4287128"/>
                  </a:lnTo>
                  <a:lnTo>
                    <a:pt x="1308090" y="4287128"/>
                  </a:lnTo>
                  <a:lnTo>
                    <a:pt x="1308199" y="4287128"/>
                  </a:lnTo>
                  <a:lnTo>
                    <a:pt x="1308199" y="4286504"/>
                  </a:lnTo>
                  <a:lnTo>
                    <a:pt x="1308307" y="4286504"/>
                  </a:lnTo>
                  <a:lnTo>
                    <a:pt x="1308307" y="4285881"/>
                  </a:lnTo>
                  <a:lnTo>
                    <a:pt x="1308415" y="4285881"/>
                  </a:lnTo>
                  <a:lnTo>
                    <a:pt x="1308524" y="4285881"/>
                  </a:lnTo>
                  <a:lnTo>
                    <a:pt x="1308632" y="4285881"/>
                  </a:lnTo>
                  <a:lnTo>
                    <a:pt x="1308741" y="4285881"/>
                  </a:lnTo>
                  <a:lnTo>
                    <a:pt x="1308849" y="4285881"/>
                  </a:lnTo>
                  <a:lnTo>
                    <a:pt x="1308849" y="4285257"/>
                  </a:lnTo>
                  <a:lnTo>
                    <a:pt x="1308958" y="4285257"/>
                  </a:lnTo>
                  <a:lnTo>
                    <a:pt x="1309066" y="4285257"/>
                  </a:lnTo>
                  <a:lnTo>
                    <a:pt x="1309175" y="4285257"/>
                  </a:lnTo>
                  <a:lnTo>
                    <a:pt x="1309175" y="4284634"/>
                  </a:lnTo>
                  <a:lnTo>
                    <a:pt x="1309283" y="4284634"/>
                  </a:lnTo>
                  <a:lnTo>
                    <a:pt x="1309392" y="4284634"/>
                  </a:lnTo>
                  <a:lnTo>
                    <a:pt x="1309500" y="4284634"/>
                  </a:lnTo>
                  <a:lnTo>
                    <a:pt x="1309608" y="4284634"/>
                  </a:lnTo>
                  <a:lnTo>
                    <a:pt x="1309717" y="4284634"/>
                  </a:lnTo>
                  <a:lnTo>
                    <a:pt x="1309825" y="4284634"/>
                  </a:lnTo>
                  <a:lnTo>
                    <a:pt x="1309934" y="4284634"/>
                  </a:lnTo>
                  <a:lnTo>
                    <a:pt x="1310042" y="4284634"/>
                  </a:lnTo>
                  <a:lnTo>
                    <a:pt x="1310151" y="4284634"/>
                  </a:lnTo>
                  <a:lnTo>
                    <a:pt x="1310259" y="4284634"/>
                  </a:lnTo>
                  <a:lnTo>
                    <a:pt x="1310368" y="4284634"/>
                  </a:lnTo>
                  <a:lnTo>
                    <a:pt x="1310476" y="4284634"/>
                  </a:lnTo>
                  <a:lnTo>
                    <a:pt x="1310476" y="4284010"/>
                  </a:lnTo>
                  <a:lnTo>
                    <a:pt x="1310584" y="4284010"/>
                  </a:lnTo>
                  <a:lnTo>
                    <a:pt x="1310584" y="4283386"/>
                  </a:lnTo>
                  <a:lnTo>
                    <a:pt x="1310693" y="4283386"/>
                  </a:lnTo>
                  <a:lnTo>
                    <a:pt x="1310801" y="4283386"/>
                  </a:lnTo>
                  <a:lnTo>
                    <a:pt x="1310910" y="4283386"/>
                  </a:lnTo>
                  <a:lnTo>
                    <a:pt x="1311018" y="4283386"/>
                  </a:lnTo>
                  <a:lnTo>
                    <a:pt x="1311127" y="4283386"/>
                  </a:lnTo>
                  <a:lnTo>
                    <a:pt x="1311235" y="4283386"/>
                  </a:lnTo>
                  <a:lnTo>
                    <a:pt x="1311344" y="4283386"/>
                  </a:lnTo>
                  <a:lnTo>
                    <a:pt x="1311344" y="4282763"/>
                  </a:lnTo>
                  <a:lnTo>
                    <a:pt x="1311452" y="4282763"/>
                  </a:lnTo>
                  <a:lnTo>
                    <a:pt x="1311560" y="4282763"/>
                  </a:lnTo>
                  <a:lnTo>
                    <a:pt x="1311669" y="4282763"/>
                  </a:lnTo>
                  <a:lnTo>
                    <a:pt x="1311777" y="4282763"/>
                  </a:lnTo>
                  <a:lnTo>
                    <a:pt x="1311886" y="4282763"/>
                  </a:lnTo>
                  <a:lnTo>
                    <a:pt x="1311994" y="4282763"/>
                  </a:lnTo>
                  <a:lnTo>
                    <a:pt x="1311994" y="4282139"/>
                  </a:lnTo>
                  <a:lnTo>
                    <a:pt x="1311994" y="4281516"/>
                  </a:lnTo>
                  <a:lnTo>
                    <a:pt x="1312103" y="4281516"/>
                  </a:lnTo>
                  <a:lnTo>
                    <a:pt x="1312103" y="4280892"/>
                  </a:lnTo>
                  <a:lnTo>
                    <a:pt x="1312211" y="4280892"/>
                  </a:lnTo>
                  <a:lnTo>
                    <a:pt x="1312320" y="4280892"/>
                  </a:lnTo>
                  <a:lnTo>
                    <a:pt x="1312428" y="4280892"/>
                  </a:lnTo>
                  <a:lnTo>
                    <a:pt x="1312536" y="4280892"/>
                  </a:lnTo>
                  <a:lnTo>
                    <a:pt x="1312645" y="4280892"/>
                  </a:lnTo>
                  <a:lnTo>
                    <a:pt x="1312645" y="4280269"/>
                  </a:lnTo>
                  <a:lnTo>
                    <a:pt x="1312753" y="4280269"/>
                  </a:lnTo>
                  <a:lnTo>
                    <a:pt x="1312862" y="4280269"/>
                  </a:lnTo>
                  <a:lnTo>
                    <a:pt x="1312862" y="4279645"/>
                  </a:lnTo>
                  <a:lnTo>
                    <a:pt x="1312970" y="4279645"/>
                  </a:lnTo>
                  <a:lnTo>
                    <a:pt x="1313079" y="4279645"/>
                  </a:lnTo>
                  <a:lnTo>
                    <a:pt x="1313187" y="4279645"/>
                  </a:lnTo>
                  <a:lnTo>
                    <a:pt x="1313296" y="4279645"/>
                  </a:lnTo>
                  <a:lnTo>
                    <a:pt x="1313296" y="4279021"/>
                  </a:lnTo>
                  <a:lnTo>
                    <a:pt x="1313404" y="4279021"/>
                  </a:lnTo>
                  <a:lnTo>
                    <a:pt x="1313513" y="4279021"/>
                  </a:lnTo>
                  <a:lnTo>
                    <a:pt x="1313621" y="4279021"/>
                  </a:lnTo>
                  <a:lnTo>
                    <a:pt x="1313729" y="4279021"/>
                  </a:lnTo>
                  <a:lnTo>
                    <a:pt x="1313838" y="4279021"/>
                  </a:lnTo>
                  <a:lnTo>
                    <a:pt x="1313946" y="4279021"/>
                  </a:lnTo>
                  <a:lnTo>
                    <a:pt x="1314055" y="4279021"/>
                  </a:lnTo>
                  <a:lnTo>
                    <a:pt x="1314163" y="4279021"/>
                  </a:lnTo>
                  <a:lnTo>
                    <a:pt x="1314272" y="4279021"/>
                  </a:lnTo>
                  <a:lnTo>
                    <a:pt x="1314272" y="4278398"/>
                  </a:lnTo>
                  <a:lnTo>
                    <a:pt x="1314380" y="4278398"/>
                  </a:lnTo>
                  <a:lnTo>
                    <a:pt x="1314380" y="4277774"/>
                  </a:lnTo>
                  <a:lnTo>
                    <a:pt x="1314489" y="4277774"/>
                  </a:lnTo>
                  <a:lnTo>
                    <a:pt x="1314597" y="4277774"/>
                  </a:lnTo>
                  <a:lnTo>
                    <a:pt x="1314705" y="4277774"/>
                  </a:lnTo>
                  <a:lnTo>
                    <a:pt x="1314814" y="4277774"/>
                  </a:lnTo>
                  <a:lnTo>
                    <a:pt x="1314922" y="4277774"/>
                  </a:lnTo>
                  <a:lnTo>
                    <a:pt x="1315031" y="4277774"/>
                  </a:lnTo>
                  <a:lnTo>
                    <a:pt x="1315139" y="4277774"/>
                  </a:lnTo>
                  <a:lnTo>
                    <a:pt x="1315248" y="4277774"/>
                  </a:lnTo>
                  <a:lnTo>
                    <a:pt x="1315356" y="4277774"/>
                  </a:lnTo>
                  <a:lnTo>
                    <a:pt x="1315465" y="4277774"/>
                  </a:lnTo>
                  <a:lnTo>
                    <a:pt x="1315573" y="4277774"/>
                  </a:lnTo>
                  <a:lnTo>
                    <a:pt x="1315573" y="4277151"/>
                  </a:lnTo>
                  <a:lnTo>
                    <a:pt x="1315681" y="4277151"/>
                  </a:lnTo>
                  <a:lnTo>
                    <a:pt x="1315790" y="4277151"/>
                  </a:lnTo>
                  <a:lnTo>
                    <a:pt x="1315898" y="4277151"/>
                  </a:lnTo>
                  <a:lnTo>
                    <a:pt x="1316007" y="4277151"/>
                  </a:lnTo>
                  <a:lnTo>
                    <a:pt x="1316115" y="4277151"/>
                  </a:lnTo>
                  <a:lnTo>
                    <a:pt x="1316224" y="4277151"/>
                  </a:lnTo>
                  <a:lnTo>
                    <a:pt x="1316332" y="4277151"/>
                  </a:lnTo>
                  <a:lnTo>
                    <a:pt x="1316441" y="4277151"/>
                  </a:lnTo>
                  <a:lnTo>
                    <a:pt x="1316549" y="4277151"/>
                  </a:lnTo>
                  <a:lnTo>
                    <a:pt x="1316657" y="4277151"/>
                  </a:lnTo>
                  <a:lnTo>
                    <a:pt x="1316657" y="4276527"/>
                  </a:lnTo>
                  <a:lnTo>
                    <a:pt x="1316766" y="4276527"/>
                  </a:lnTo>
                  <a:lnTo>
                    <a:pt x="1316874" y="4276527"/>
                  </a:lnTo>
                  <a:lnTo>
                    <a:pt x="1316983" y="4276527"/>
                  </a:lnTo>
                  <a:lnTo>
                    <a:pt x="1316983" y="4275903"/>
                  </a:lnTo>
                  <a:lnTo>
                    <a:pt x="1316983" y="4275280"/>
                  </a:lnTo>
                  <a:lnTo>
                    <a:pt x="1317091" y="4275280"/>
                  </a:lnTo>
                  <a:lnTo>
                    <a:pt x="1317200" y="4275280"/>
                  </a:lnTo>
                  <a:lnTo>
                    <a:pt x="1317308" y="4275280"/>
                  </a:lnTo>
                  <a:lnTo>
                    <a:pt x="1317308" y="4274656"/>
                  </a:lnTo>
                  <a:lnTo>
                    <a:pt x="1317417" y="4274656"/>
                  </a:lnTo>
                  <a:lnTo>
                    <a:pt x="1317525" y="4274656"/>
                  </a:lnTo>
                  <a:lnTo>
                    <a:pt x="1317634" y="4274656"/>
                  </a:lnTo>
                  <a:lnTo>
                    <a:pt x="1317742" y="4274656"/>
                  </a:lnTo>
                  <a:lnTo>
                    <a:pt x="1317850" y="4274656"/>
                  </a:lnTo>
                  <a:lnTo>
                    <a:pt x="1317959" y="4274656"/>
                  </a:lnTo>
                  <a:lnTo>
                    <a:pt x="1318067" y="4274656"/>
                  </a:lnTo>
                  <a:lnTo>
                    <a:pt x="1318176" y="4274656"/>
                  </a:lnTo>
                  <a:lnTo>
                    <a:pt x="1318284" y="4274656"/>
                  </a:lnTo>
                  <a:lnTo>
                    <a:pt x="1318393" y="4274656"/>
                  </a:lnTo>
                  <a:lnTo>
                    <a:pt x="1318501" y="4274656"/>
                  </a:lnTo>
                  <a:lnTo>
                    <a:pt x="1318610" y="4274656"/>
                  </a:lnTo>
                  <a:lnTo>
                    <a:pt x="1318610" y="4274033"/>
                  </a:lnTo>
                  <a:lnTo>
                    <a:pt x="1318718" y="4274033"/>
                  </a:lnTo>
                  <a:lnTo>
                    <a:pt x="1318826" y="4274033"/>
                  </a:lnTo>
                  <a:lnTo>
                    <a:pt x="1318935" y="4274033"/>
                  </a:lnTo>
                  <a:lnTo>
                    <a:pt x="1319043" y="4274033"/>
                  </a:lnTo>
                  <a:lnTo>
                    <a:pt x="1319152" y="4274033"/>
                  </a:lnTo>
                  <a:lnTo>
                    <a:pt x="1319260" y="4274033"/>
                  </a:lnTo>
                  <a:lnTo>
                    <a:pt x="1319369" y="4274033"/>
                  </a:lnTo>
                  <a:lnTo>
                    <a:pt x="1319477" y="4274033"/>
                  </a:lnTo>
                  <a:lnTo>
                    <a:pt x="1319477" y="4273409"/>
                  </a:lnTo>
                  <a:lnTo>
                    <a:pt x="1319586" y="4273409"/>
                  </a:lnTo>
                  <a:lnTo>
                    <a:pt x="1319694" y="4273409"/>
                  </a:lnTo>
                  <a:lnTo>
                    <a:pt x="1319802" y="4273409"/>
                  </a:lnTo>
                  <a:lnTo>
                    <a:pt x="1319911" y="4273409"/>
                  </a:lnTo>
                  <a:lnTo>
                    <a:pt x="1320019" y="4273409"/>
                  </a:lnTo>
                  <a:lnTo>
                    <a:pt x="1320019" y="4272786"/>
                  </a:lnTo>
                  <a:lnTo>
                    <a:pt x="1320019" y="4272162"/>
                  </a:lnTo>
                  <a:lnTo>
                    <a:pt x="1320128" y="4272162"/>
                  </a:lnTo>
                  <a:lnTo>
                    <a:pt x="1320128" y="4271538"/>
                  </a:lnTo>
                  <a:lnTo>
                    <a:pt x="1320128" y="4270915"/>
                  </a:lnTo>
                  <a:lnTo>
                    <a:pt x="1320236" y="4270915"/>
                  </a:lnTo>
                  <a:lnTo>
                    <a:pt x="1320236" y="4270291"/>
                  </a:lnTo>
                  <a:lnTo>
                    <a:pt x="1320345" y="4270291"/>
                  </a:lnTo>
                  <a:lnTo>
                    <a:pt x="1320453" y="4270291"/>
                  </a:lnTo>
                  <a:lnTo>
                    <a:pt x="1320562" y="4270291"/>
                  </a:lnTo>
                  <a:lnTo>
                    <a:pt x="1320562" y="4269668"/>
                  </a:lnTo>
                  <a:lnTo>
                    <a:pt x="1320670" y="4269668"/>
                  </a:lnTo>
                  <a:lnTo>
                    <a:pt x="1320778" y="4269668"/>
                  </a:lnTo>
                  <a:lnTo>
                    <a:pt x="1320778" y="4269044"/>
                  </a:lnTo>
                  <a:lnTo>
                    <a:pt x="1320887" y="4269044"/>
                  </a:lnTo>
                  <a:lnTo>
                    <a:pt x="1320995" y="4269044"/>
                  </a:lnTo>
                  <a:lnTo>
                    <a:pt x="1321104" y="4269044"/>
                  </a:lnTo>
                  <a:lnTo>
                    <a:pt x="1321212" y="4269044"/>
                  </a:lnTo>
                  <a:lnTo>
                    <a:pt x="1321212" y="4268420"/>
                  </a:lnTo>
                  <a:lnTo>
                    <a:pt x="1321321" y="4268420"/>
                  </a:lnTo>
                  <a:lnTo>
                    <a:pt x="1321429" y="4268420"/>
                  </a:lnTo>
                  <a:lnTo>
                    <a:pt x="1321538" y="4268420"/>
                  </a:lnTo>
                  <a:lnTo>
                    <a:pt x="1321646" y="4268420"/>
                  </a:lnTo>
                  <a:lnTo>
                    <a:pt x="1321755" y="4268420"/>
                  </a:lnTo>
                  <a:lnTo>
                    <a:pt x="1321755" y="4267797"/>
                  </a:lnTo>
                  <a:lnTo>
                    <a:pt x="1321863" y="4267797"/>
                  </a:lnTo>
                  <a:lnTo>
                    <a:pt x="1321863" y="4267173"/>
                  </a:lnTo>
                  <a:lnTo>
                    <a:pt x="1321971" y="4267173"/>
                  </a:lnTo>
                  <a:lnTo>
                    <a:pt x="1322080" y="4267173"/>
                  </a:lnTo>
                  <a:lnTo>
                    <a:pt x="1322188" y="4267173"/>
                  </a:lnTo>
                  <a:lnTo>
                    <a:pt x="1322297" y="4267173"/>
                  </a:lnTo>
                  <a:lnTo>
                    <a:pt x="1322405" y="4267173"/>
                  </a:lnTo>
                  <a:lnTo>
                    <a:pt x="1322514" y="4267173"/>
                  </a:lnTo>
                  <a:lnTo>
                    <a:pt x="1322622" y="4267173"/>
                  </a:lnTo>
                  <a:lnTo>
                    <a:pt x="1322731" y="4267173"/>
                  </a:lnTo>
                  <a:lnTo>
                    <a:pt x="1322731" y="4266550"/>
                  </a:lnTo>
                  <a:lnTo>
                    <a:pt x="1322839" y="4266550"/>
                  </a:lnTo>
                  <a:lnTo>
                    <a:pt x="1322947" y="4266550"/>
                  </a:lnTo>
                  <a:lnTo>
                    <a:pt x="1322947" y="4265926"/>
                  </a:lnTo>
                  <a:lnTo>
                    <a:pt x="1323056" y="4265926"/>
                  </a:lnTo>
                  <a:lnTo>
                    <a:pt x="1323056" y="4265303"/>
                  </a:lnTo>
                  <a:lnTo>
                    <a:pt x="1323056" y="4264679"/>
                  </a:lnTo>
                  <a:lnTo>
                    <a:pt x="1323164" y="4264679"/>
                  </a:lnTo>
                  <a:lnTo>
                    <a:pt x="1323273" y="4264679"/>
                  </a:lnTo>
                  <a:lnTo>
                    <a:pt x="1323381" y="4264679"/>
                  </a:lnTo>
                  <a:lnTo>
                    <a:pt x="1323490" y="4264679"/>
                  </a:lnTo>
                  <a:lnTo>
                    <a:pt x="1323598" y="4264679"/>
                  </a:lnTo>
                  <a:lnTo>
                    <a:pt x="1323707" y="4264679"/>
                  </a:lnTo>
                  <a:lnTo>
                    <a:pt x="1323815" y="4264679"/>
                  </a:lnTo>
                  <a:lnTo>
                    <a:pt x="1323815" y="4264055"/>
                  </a:lnTo>
                  <a:lnTo>
                    <a:pt x="1323815" y="4263432"/>
                  </a:lnTo>
                  <a:lnTo>
                    <a:pt x="1323923" y="4263432"/>
                  </a:lnTo>
                  <a:lnTo>
                    <a:pt x="1324032" y="4263432"/>
                  </a:lnTo>
                  <a:lnTo>
                    <a:pt x="1324140" y="4263432"/>
                  </a:lnTo>
                  <a:lnTo>
                    <a:pt x="1324249" y="4263432"/>
                  </a:lnTo>
                  <a:lnTo>
                    <a:pt x="1324357" y="4263432"/>
                  </a:lnTo>
                  <a:lnTo>
                    <a:pt x="1324466" y="4263432"/>
                  </a:lnTo>
                  <a:lnTo>
                    <a:pt x="1324466" y="4262808"/>
                  </a:lnTo>
                  <a:lnTo>
                    <a:pt x="1324574" y="4262808"/>
                  </a:lnTo>
                  <a:lnTo>
                    <a:pt x="1324683" y="4262808"/>
                  </a:lnTo>
                  <a:lnTo>
                    <a:pt x="1324791" y="4262808"/>
                  </a:lnTo>
                  <a:lnTo>
                    <a:pt x="1324899" y="4262808"/>
                  </a:lnTo>
                  <a:lnTo>
                    <a:pt x="1324899" y="4262185"/>
                  </a:lnTo>
                  <a:lnTo>
                    <a:pt x="1325008" y="4262185"/>
                  </a:lnTo>
                  <a:lnTo>
                    <a:pt x="1325116" y="4262185"/>
                  </a:lnTo>
                  <a:lnTo>
                    <a:pt x="1325225" y="4262185"/>
                  </a:lnTo>
                  <a:lnTo>
                    <a:pt x="1325333" y="4262185"/>
                  </a:lnTo>
                  <a:lnTo>
                    <a:pt x="1325442" y="4262185"/>
                  </a:lnTo>
                  <a:lnTo>
                    <a:pt x="1325550" y="4262185"/>
                  </a:lnTo>
                  <a:lnTo>
                    <a:pt x="1325659" y="4262185"/>
                  </a:lnTo>
                  <a:lnTo>
                    <a:pt x="1325767" y="4262185"/>
                  </a:lnTo>
                  <a:lnTo>
                    <a:pt x="1325876" y="4262185"/>
                  </a:lnTo>
                  <a:lnTo>
                    <a:pt x="1325984" y="4262185"/>
                  </a:lnTo>
                  <a:lnTo>
                    <a:pt x="1325984" y="4261561"/>
                  </a:lnTo>
                  <a:lnTo>
                    <a:pt x="1326092" y="4261561"/>
                  </a:lnTo>
                  <a:lnTo>
                    <a:pt x="1326201" y="4261561"/>
                  </a:lnTo>
                  <a:lnTo>
                    <a:pt x="1326309" y="4261561"/>
                  </a:lnTo>
                  <a:lnTo>
                    <a:pt x="1326418" y="4261561"/>
                  </a:lnTo>
                  <a:lnTo>
                    <a:pt x="1326418" y="4260937"/>
                  </a:lnTo>
                  <a:lnTo>
                    <a:pt x="1326526" y="4260937"/>
                  </a:lnTo>
                  <a:lnTo>
                    <a:pt x="1326526" y="4260314"/>
                  </a:lnTo>
                  <a:lnTo>
                    <a:pt x="1326635" y="4260314"/>
                  </a:lnTo>
                  <a:lnTo>
                    <a:pt x="1326743" y="4260314"/>
                  </a:lnTo>
                  <a:lnTo>
                    <a:pt x="1326852" y="4260314"/>
                  </a:lnTo>
                  <a:lnTo>
                    <a:pt x="1326960" y="4260314"/>
                  </a:lnTo>
                  <a:lnTo>
                    <a:pt x="1326960" y="4259690"/>
                  </a:lnTo>
                  <a:lnTo>
                    <a:pt x="1327068" y="4259690"/>
                  </a:lnTo>
                  <a:lnTo>
                    <a:pt x="1327068" y="4259067"/>
                  </a:lnTo>
                  <a:lnTo>
                    <a:pt x="1327177" y="4259067"/>
                  </a:lnTo>
                  <a:lnTo>
                    <a:pt x="1327285" y="4259067"/>
                  </a:lnTo>
                  <a:lnTo>
                    <a:pt x="1327285" y="4258443"/>
                  </a:lnTo>
                  <a:lnTo>
                    <a:pt x="1327394" y="4258443"/>
                  </a:lnTo>
                  <a:lnTo>
                    <a:pt x="1327502" y="4258443"/>
                  </a:lnTo>
                  <a:lnTo>
                    <a:pt x="1327611" y="4258443"/>
                  </a:lnTo>
                  <a:lnTo>
                    <a:pt x="1327719" y="4258443"/>
                  </a:lnTo>
                  <a:lnTo>
                    <a:pt x="1327828" y="4258443"/>
                  </a:lnTo>
                  <a:lnTo>
                    <a:pt x="1327936" y="4258443"/>
                  </a:lnTo>
                  <a:lnTo>
                    <a:pt x="1328044" y="4258443"/>
                  </a:lnTo>
                  <a:lnTo>
                    <a:pt x="1328153" y="4258443"/>
                  </a:lnTo>
                  <a:lnTo>
                    <a:pt x="1328261" y="4258443"/>
                  </a:lnTo>
                  <a:lnTo>
                    <a:pt x="1328370" y="4258443"/>
                  </a:lnTo>
                  <a:lnTo>
                    <a:pt x="1328478" y="4258443"/>
                  </a:lnTo>
                  <a:lnTo>
                    <a:pt x="1328478" y="4257820"/>
                  </a:lnTo>
                  <a:lnTo>
                    <a:pt x="1328587" y="4257820"/>
                  </a:lnTo>
                  <a:lnTo>
                    <a:pt x="1328695" y="4257820"/>
                  </a:lnTo>
                  <a:lnTo>
                    <a:pt x="1328695" y="4257196"/>
                  </a:lnTo>
                  <a:lnTo>
                    <a:pt x="1328804" y="4257196"/>
                  </a:lnTo>
                  <a:lnTo>
                    <a:pt x="1328912" y="4257196"/>
                  </a:lnTo>
                  <a:lnTo>
                    <a:pt x="1328912" y="4256572"/>
                  </a:lnTo>
                  <a:lnTo>
                    <a:pt x="1329020" y="4256572"/>
                  </a:lnTo>
                  <a:lnTo>
                    <a:pt x="1329129" y="4256572"/>
                  </a:lnTo>
                  <a:lnTo>
                    <a:pt x="1329237" y="4256572"/>
                  </a:lnTo>
                  <a:lnTo>
                    <a:pt x="1329346" y="4256572"/>
                  </a:lnTo>
                  <a:lnTo>
                    <a:pt x="1329454" y="4256572"/>
                  </a:lnTo>
                  <a:lnTo>
                    <a:pt x="1329563" y="4256572"/>
                  </a:lnTo>
                  <a:lnTo>
                    <a:pt x="1329563" y="4255949"/>
                  </a:lnTo>
                  <a:lnTo>
                    <a:pt x="1329671" y="4255949"/>
                  </a:lnTo>
                  <a:lnTo>
                    <a:pt x="1329780" y="4255949"/>
                  </a:lnTo>
                  <a:lnTo>
                    <a:pt x="1329888" y="4255949"/>
                  </a:lnTo>
                  <a:lnTo>
                    <a:pt x="1329997" y="4255949"/>
                  </a:lnTo>
                  <a:lnTo>
                    <a:pt x="1330105" y="4255949"/>
                  </a:lnTo>
                  <a:lnTo>
                    <a:pt x="1330105" y="4255325"/>
                  </a:lnTo>
                  <a:lnTo>
                    <a:pt x="1330105" y="4254702"/>
                  </a:lnTo>
                  <a:lnTo>
                    <a:pt x="1330213" y="4254702"/>
                  </a:lnTo>
                  <a:lnTo>
                    <a:pt x="1330322" y="4254702"/>
                  </a:lnTo>
                  <a:lnTo>
                    <a:pt x="1330430" y="4254702"/>
                  </a:lnTo>
                  <a:lnTo>
                    <a:pt x="1330539" y="4254702"/>
                  </a:lnTo>
                  <a:lnTo>
                    <a:pt x="1330647" y="4254702"/>
                  </a:lnTo>
                  <a:lnTo>
                    <a:pt x="1330647" y="4254078"/>
                  </a:lnTo>
                  <a:lnTo>
                    <a:pt x="1330756" y="4254078"/>
                  </a:lnTo>
                  <a:lnTo>
                    <a:pt x="1330864" y="4254078"/>
                  </a:lnTo>
                  <a:lnTo>
                    <a:pt x="1330973" y="4254078"/>
                  </a:lnTo>
                  <a:lnTo>
                    <a:pt x="1331081" y="4254078"/>
                  </a:lnTo>
                  <a:lnTo>
                    <a:pt x="1331189" y="4254078"/>
                  </a:lnTo>
                  <a:lnTo>
                    <a:pt x="1331189" y="4253454"/>
                  </a:lnTo>
                  <a:lnTo>
                    <a:pt x="1331189" y="4252831"/>
                  </a:lnTo>
                  <a:lnTo>
                    <a:pt x="1331298" y="4252831"/>
                  </a:lnTo>
                  <a:lnTo>
                    <a:pt x="1331406" y="4252831"/>
                  </a:lnTo>
                  <a:lnTo>
                    <a:pt x="1331406" y="4252207"/>
                  </a:lnTo>
                  <a:lnTo>
                    <a:pt x="1331515" y="4252207"/>
                  </a:lnTo>
                  <a:lnTo>
                    <a:pt x="1331623" y="4252207"/>
                  </a:lnTo>
                  <a:lnTo>
                    <a:pt x="1331732" y="4252207"/>
                  </a:lnTo>
                  <a:lnTo>
                    <a:pt x="1331840" y="4252207"/>
                  </a:lnTo>
                  <a:lnTo>
                    <a:pt x="1331840" y="4251584"/>
                  </a:lnTo>
                  <a:lnTo>
                    <a:pt x="1331949" y="4251584"/>
                  </a:lnTo>
                  <a:lnTo>
                    <a:pt x="1332057" y="4251584"/>
                  </a:lnTo>
                  <a:lnTo>
                    <a:pt x="1332165" y="4251584"/>
                  </a:lnTo>
                  <a:lnTo>
                    <a:pt x="1332274" y="4251584"/>
                  </a:lnTo>
                  <a:lnTo>
                    <a:pt x="1332382" y="4251584"/>
                  </a:lnTo>
                  <a:lnTo>
                    <a:pt x="1332491" y="4251584"/>
                  </a:lnTo>
                  <a:lnTo>
                    <a:pt x="1332599" y="4251584"/>
                  </a:lnTo>
                  <a:lnTo>
                    <a:pt x="1332708" y="4251584"/>
                  </a:lnTo>
                  <a:lnTo>
                    <a:pt x="1332816" y="4251584"/>
                  </a:lnTo>
                  <a:lnTo>
                    <a:pt x="1332925" y="4251584"/>
                  </a:lnTo>
                  <a:lnTo>
                    <a:pt x="1333033" y="4251584"/>
                  </a:lnTo>
                  <a:lnTo>
                    <a:pt x="1333141" y="4251584"/>
                  </a:lnTo>
                  <a:lnTo>
                    <a:pt x="1333141" y="4250960"/>
                  </a:lnTo>
                  <a:lnTo>
                    <a:pt x="1333250" y="4250960"/>
                  </a:lnTo>
                  <a:lnTo>
                    <a:pt x="1333358" y="4250960"/>
                  </a:lnTo>
                  <a:lnTo>
                    <a:pt x="1333467" y="4250960"/>
                  </a:lnTo>
                  <a:lnTo>
                    <a:pt x="1333467" y="4250337"/>
                  </a:lnTo>
                  <a:lnTo>
                    <a:pt x="1333575" y="4250337"/>
                  </a:lnTo>
                  <a:lnTo>
                    <a:pt x="1333575" y="4249713"/>
                  </a:lnTo>
                  <a:lnTo>
                    <a:pt x="1333684" y="4249713"/>
                  </a:lnTo>
                  <a:lnTo>
                    <a:pt x="1333792" y="4249713"/>
                  </a:lnTo>
                  <a:lnTo>
                    <a:pt x="1333901" y="4249713"/>
                  </a:lnTo>
                  <a:lnTo>
                    <a:pt x="1334009" y="4249713"/>
                  </a:lnTo>
                  <a:lnTo>
                    <a:pt x="1334009" y="4249089"/>
                  </a:lnTo>
                  <a:lnTo>
                    <a:pt x="1334117" y="4249089"/>
                  </a:lnTo>
                  <a:lnTo>
                    <a:pt x="1334226" y="4249089"/>
                  </a:lnTo>
                  <a:lnTo>
                    <a:pt x="1334334" y="4249089"/>
                  </a:lnTo>
                  <a:lnTo>
                    <a:pt x="1334443" y="4249089"/>
                  </a:lnTo>
                  <a:lnTo>
                    <a:pt x="1334551" y="4249089"/>
                  </a:lnTo>
                  <a:lnTo>
                    <a:pt x="1334660" y="4249089"/>
                  </a:lnTo>
                  <a:lnTo>
                    <a:pt x="1334660" y="4248466"/>
                  </a:lnTo>
                  <a:lnTo>
                    <a:pt x="1334768" y="4248466"/>
                  </a:lnTo>
                  <a:lnTo>
                    <a:pt x="1334768" y="4247842"/>
                  </a:lnTo>
                  <a:lnTo>
                    <a:pt x="1334877" y="4247842"/>
                  </a:lnTo>
                  <a:lnTo>
                    <a:pt x="1334985" y="4247842"/>
                  </a:lnTo>
                  <a:lnTo>
                    <a:pt x="1335094" y="4247842"/>
                  </a:lnTo>
                  <a:lnTo>
                    <a:pt x="1335202" y="4247842"/>
                  </a:lnTo>
                  <a:lnTo>
                    <a:pt x="1335202" y="4247219"/>
                  </a:lnTo>
                  <a:lnTo>
                    <a:pt x="1335310" y="4247219"/>
                  </a:lnTo>
                  <a:lnTo>
                    <a:pt x="1335419" y="4247219"/>
                  </a:lnTo>
                  <a:lnTo>
                    <a:pt x="1335527" y="4247219"/>
                  </a:lnTo>
                  <a:lnTo>
                    <a:pt x="1335636" y="4247219"/>
                  </a:lnTo>
                  <a:lnTo>
                    <a:pt x="1335744" y="4247219"/>
                  </a:lnTo>
                  <a:lnTo>
                    <a:pt x="1335853" y="4247219"/>
                  </a:lnTo>
                  <a:lnTo>
                    <a:pt x="1335961" y="4247219"/>
                  </a:lnTo>
                  <a:lnTo>
                    <a:pt x="1336070" y="4247219"/>
                  </a:lnTo>
                  <a:lnTo>
                    <a:pt x="1336070" y="4246595"/>
                  </a:lnTo>
                  <a:lnTo>
                    <a:pt x="1336178" y="4246595"/>
                  </a:lnTo>
                  <a:lnTo>
                    <a:pt x="1336178" y="4245972"/>
                  </a:lnTo>
                  <a:lnTo>
                    <a:pt x="1336286" y="4245972"/>
                  </a:lnTo>
                  <a:lnTo>
                    <a:pt x="1336395" y="4245972"/>
                  </a:lnTo>
                  <a:lnTo>
                    <a:pt x="1336503" y="4245972"/>
                  </a:lnTo>
                  <a:lnTo>
                    <a:pt x="1336612" y="4245972"/>
                  </a:lnTo>
                  <a:lnTo>
                    <a:pt x="1336612" y="4245348"/>
                  </a:lnTo>
                  <a:lnTo>
                    <a:pt x="1336720" y="4245348"/>
                  </a:lnTo>
                  <a:lnTo>
                    <a:pt x="1336829" y="4245348"/>
                  </a:lnTo>
                  <a:lnTo>
                    <a:pt x="1336937" y="4245348"/>
                  </a:lnTo>
                  <a:lnTo>
                    <a:pt x="1336937" y="4244724"/>
                  </a:lnTo>
                  <a:lnTo>
                    <a:pt x="1337046" y="4244724"/>
                  </a:lnTo>
                  <a:lnTo>
                    <a:pt x="1337046" y="4244101"/>
                  </a:lnTo>
                  <a:lnTo>
                    <a:pt x="1337154" y="4244101"/>
                  </a:lnTo>
                  <a:lnTo>
                    <a:pt x="1337262" y="4244101"/>
                  </a:lnTo>
                  <a:lnTo>
                    <a:pt x="1337371" y="4244101"/>
                  </a:lnTo>
                  <a:lnTo>
                    <a:pt x="1337371" y="4243477"/>
                  </a:lnTo>
                  <a:lnTo>
                    <a:pt x="1337479" y="4243477"/>
                  </a:lnTo>
                  <a:lnTo>
                    <a:pt x="1337588" y="4243477"/>
                  </a:lnTo>
                  <a:lnTo>
                    <a:pt x="1337696" y="4243477"/>
                  </a:lnTo>
                  <a:lnTo>
                    <a:pt x="1337805" y="4243477"/>
                  </a:lnTo>
                  <a:lnTo>
                    <a:pt x="1337913" y="4243477"/>
                  </a:lnTo>
                  <a:lnTo>
                    <a:pt x="1338022" y="4243477"/>
                  </a:lnTo>
                  <a:lnTo>
                    <a:pt x="1338130" y="4243477"/>
                  </a:lnTo>
                  <a:lnTo>
                    <a:pt x="1338238" y="4243477"/>
                  </a:lnTo>
                  <a:lnTo>
                    <a:pt x="1338347" y="4243477"/>
                  </a:lnTo>
                  <a:lnTo>
                    <a:pt x="1338347" y="4242854"/>
                  </a:lnTo>
                  <a:lnTo>
                    <a:pt x="1338347" y="4242230"/>
                  </a:lnTo>
                  <a:lnTo>
                    <a:pt x="1338347" y="4241606"/>
                  </a:lnTo>
                  <a:lnTo>
                    <a:pt x="1338347" y="4240983"/>
                  </a:lnTo>
                  <a:lnTo>
                    <a:pt x="1338347" y="4240359"/>
                  </a:lnTo>
                  <a:lnTo>
                    <a:pt x="1338455" y="4240359"/>
                  </a:lnTo>
                  <a:lnTo>
                    <a:pt x="1338564" y="4240359"/>
                  </a:lnTo>
                  <a:lnTo>
                    <a:pt x="1338672" y="4240359"/>
                  </a:lnTo>
                  <a:lnTo>
                    <a:pt x="1338781" y="4240359"/>
                  </a:lnTo>
                  <a:lnTo>
                    <a:pt x="1338889" y="4240359"/>
                  </a:lnTo>
                  <a:lnTo>
                    <a:pt x="1338998" y="4240359"/>
                  </a:lnTo>
                  <a:lnTo>
                    <a:pt x="1339106" y="4240359"/>
                  </a:lnTo>
                  <a:lnTo>
                    <a:pt x="1339215" y="4240359"/>
                  </a:lnTo>
                  <a:lnTo>
                    <a:pt x="1339323" y="4240359"/>
                  </a:lnTo>
                  <a:lnTo>
                    <a:pt x="1339431" y="4240359"/>
                  </a:lnTo>
                  <a:lnTo>
                    <a:pt x="1339540" y="4240359"/>
                  </a:lnTo>
                  <a:lnTo>
                    <a:pt x="1339648" y="4240359"/>
                  </a:lnTo>
                  <a:lnTo>
                    <a:pt x="1339757" y="4240359"/>
                  </a:lnTo>
                  <a:lnTo>
                    <a:pt x="1339865" y="4240359"/>
                  </a:lnTo>
                  <a:lnTo>
                    <a:pt x="1339974" y="4240359"/>
                  </a:lnTo>
                  <a:lnTo>
                    <a:pt x="1340082" y="4240359"/>
                  </a:lnTo>
                  <a:lnTo>
                    <a:pt x="1340191" y="4240359"/>
                  </a:lnTo>
                  <a:lnTo>
                    <a:pt x="1340299" y="4240359"/>
                  </a:lnTo>
                  <a:lnTo>
                    <a:pt x="1340407" y="4240359"/>
                  </a:lnTo>
                  <a:lnTo>
                    <a:pt x="1340516" y="4240359"/>
                  </a:lnTo>
                  <a:lnTo>
                    <a:pt x="1340624" y="4240359"/>
                  </a:lnTo>
                  <a:lnTo>
                    <a:pt x="1340624" y="4239736"/>
                  </a:lnTo>
                  <a:lnTo>
                    <a:pt x="1340733" y="4239736"/>
                  </a:lnTo>
                  <a:lnTo>
                    <a:pt x="1340733" y="4239112"/>
                  </a:lnTo>
                  <a:lnTo>
                    <a:pt x="1340841" y="4239112"/>
                  </a:lnTo>
                  <a:lnTo>
                    <a:pt x="1340950" y="4239112"/>
                  </a:lnTo>
                  <a:lnTo>
                    <a:pt x="1341058" y="4239112"/>
                  </a:lnTo>
                  <a:lnTo>
                    <a:pt x="1341167" y="4239112"/>
                  </a:lnTo>
                  <a:lnTo>
                    <a:pt x="1341167" y="4238489"/>
                  </a:lnTo>
                  <a:lnTo>
                    <a:pt x="1341275" y="4238489"/>
                  </a:lnTo>
                  <a:lnTo>
                    <a:pt x="1341275" y="4237865"/>
                  </a:lnTo>
                  <a:lnTo>
                    <a:pt x="1341383" y="4237865"/>
                  </a:lnTo>
                  <a:lnTo>
                    <a:pt x="1341492" y="4237865"/>
                  </a:lnTo>
                  <a:lnTo>
                    <a:pt x="1341600" y="4237865"/>
                  </a:lnTo>
                  <a:lnTo>
                    <a:pt x="1341709" y="4237865"/>
                  </a:lnTo>
                  <a:lnTo>
                    <a:pt x="1341817" y="4237865"/>
                  </a:lnTo>
                  <a:lnTo>
                    <a:pt x="1341926" y="4237865"/>
                  </a:lnTo>
                  <a:lnTo>
                    <a:pt x="1341926" y="4237241"/>
                  </a:lnTo>
                  <a:lnTo>
                    <a:pt x="1342034" y="4237241"/>
                  </a:lnTo>
                  <a:lnTo>
                    <a:pt x="1342143" y="4237241"/>
                  </a:lnTo>
                  <a:lnTo>
                    <a:pt x="1342251" y="4237241"/>
                  </a:lnTo>
                  <a:lnTo>
                    <a:pt x="1342359" y="4237241"/>
                  </a:lnTo>
                  <a:lnTo>
                    <a:pt x="1342468" y="4237241"/>
                  </a:lnTo>
                  <a:lnTo>
                    <a:pt x="1342576" y="4237241"/>
                  </a:lnTo>
                  <a:lnTo>
                    <a:pt x="1342576" y="4236618"/>
                  </a:lnTo>
                  <a:lnTo>
                    <a:pt x="1342685" y="4236618"/>
                  </a:lnTo>
                  <a:lnTo>
                    <a:pt x="1342793" y="4236618"/>
                  </a:lnTo>
                  <a:lnTo>
                    <a:pt x="1342902" y="4236618"/>
                  </a:lnTo>
                  <a:lnTo>
                    <a:pt x="1343010" y="4236618"/>
                  </a:lnTo>
                  <a:lnTo>
                    <a:pt x="1343119" y="4236618"/>
                  </a:lnTo>
                  <a:lnTo>
                    <a:pt x="1343119" y="4235994"/>
                  </a:lnTo>
                  <a:lnTo>
                    <a:pt x="1343227" y="4235994"/>
                  </a:lnTo>
                  <a:lnTo>
                    <a:pt x="1343336" y="4235994"/>
                  </a:lnTo>
                  <a:lnTo>
                    <a:pt x="1343444" y="4235994"/>
                  </a:lnTo>
                  <a:lnTo>
                    <a:pt x="1343444" y="4235371"/>
                  </a:lnTo>
                  <a:lnTo>
                    <a:pt x="1343552" y="4235371"/>
                  </a:lnTo>
                  <a:lnTo>
                    <a:pt x="1343661" y="4235371"/>
                  </a:lnTo>
                  <a:lnTo>
                    <a:pt x="1343769" y="4235371"/>
                  </a:lnTo>
                  <a:lnTo>
                    <a:pt x="1343878" y="4235371"/>
                  </a:lnTo>
                  <a:lnTo>
                    <a:pt x="1343986" y="4235371"/>
                  </a:lnTo>
                  <a:lnTo>
                    <a:pt x="1344095" y="4235371"/>
                  </a:lnTo>
                  <a:lnTo>
                    <a:pt x="1344203" y="4235371"/>
                  </a:lnTo>
                  <a:lnTo>
                    <a:pt x="1344203" y="4234747"/>
                  </a:lnTo>
                  <a:lnTo>
                    <a:pt x="1344312" y="4234747"/>
                  </a:lnTo>
                  <a:lnTo>
                    <a:pt x="1344420" y="4234747"/>
                  </a:lnTo>
                  <a:lnTo>
                    <a:pt x="1344528" y="4234747"/>
                  </a:lnTo>
                  <a:lnTo>
                    <a:pt x="1344637" y="4234747"/>
                  </a:lnTo>
                  <a:lnTo>
                    <a:pt x="1344637" y="4234123"/>
                  </a:lnTo>
                  <a:lnTo>
                    <a:pt x="1344745" y="4234123"/>
                  </a:lnTo>
                  <a:lnTo>
                    <a:pt x="1344854" y="4234123"/>
                  </a:lnTo>
                  <a:lnTo>
                    <a:pt x="1344854" y="4233500"/>
                  </a:lnTo>
                  <a:lnTo>
                    <a:pt x="1344962" y="4233500"/>
                  </a:lnTo>
                  <a:lnTo>
                    <a:pt x="1344962" y="4232876"/>
                  </a:lnTo>
                  <a:lnTo>
                    <a:pt x="1345071" y="4232876"/>
                  </a:lnTo>
                  <a:lnTo>
                    <a:pt x="1345071" y="4232253"/>
                  </a:lnTo>
                  <a:lnTo>
                    <a:pt x="1345071" y="4231629"/>
                  </a:lnTo>
                  <a:lnTo>
                    <a:pt x="1345179" y="4231629"/>
                  </a:lnTo>
                  <a:lnTo>
                    <a:pt x="1345288" y="4231629"/>
                  </a:lnTo>
                  <a:lnTo>
                    <a:pt x="1345396" y="4231629"/>
                  </a:lnTo>
                  <a:lnTo>
                    <a:pt x="1345504" y="4231629"/>
                  </a:lnTo>
                  <a:lnTo>
                    <a:pt x="1345613" y="4231629"/>
                  </a:lnTo>
                  <a:lnTo>
                    <a:pt x="1345613" y="4231006"/>
                  </a:lnTo>
                  <a:lnTo>
                    <a:pt x="1345613" y="4230382"/>
                  </a:lnTo>
                  <a:lnTo>
                    <a:pt x="1345721" y="4230382"/>
                  </a:lnTo>
                  <a:lnTo>
                    <a:pt x="1345830" y="4230382"/>
                  </a:lnTo>
                  <a:lnTo>
                    <a:pt x="1345938" y="4230382"/>
                  </a:lnTo>
                  <a:lnTo>
                    <a:pt x="1346047" y="4230382"/>
                  </a:lnTo>
                  <a:lnTo>
                    <a:pt x="1346155" y="4230382"/>
                  </a:lnTo>
                  <a:lnTo>
                    <a:pt x="1346264" y="4230382"/>
                  </a:lnTo>
                  <a:lnTo>
                    <a:pt x="1346372" y="4230382"/>
                  </a:lnTo>
                  <a:lnTo>
                    <a:pt x="1346480" y="4230382"/>
                  </a:lnTo>
                  <a:lnTo>
                    <a:pt x="1346589" y="4230382"/>
                  </a:lnTo>
                  <a:lnTo>
                    <a:pt x="1346589" y="4229758"/>
                  </a:lnTo>
                  <a:lnTo>
                    <a:pt x="1346589" y="4229135"/>
                  </a:lnTo>
                  <a:lnTo>
                    <a:pt x="1346697" y="4229135"/>
                  </a:lnTo>
                  <a:lnTo>
                    <a:pt x="1346806" y="4229135"/>
                  </a:lnTo>
                  <a:lnTo>
                    <a:pt x="1346914" y="4229135"/>
                  </a:lnTo>
                  <a:lnTo>
                    <a:pt x="1347023" y="4229135"/>
                  </a:lnTo>
                  <a:lnTo>
                    <a:pt x="1347023" y="4228511"/>
                  </a:lnTo>
                  <a:lnTo>
                    <a:pt x="1347131" y="4228511"/>
                  </a:lnTo>
                  <a:lnTo>
                    <a:pt x="1347131" y="4227888"/>
                  </a:lnTo>
                  <a:lnTo>
                    <a:pt x="1347240" y="4227888"/>
                  </a:lnTo>
                  <a:lnTo>
                    <a:pt x="1347348" y="4227888"/>
                  </a:lnTo>
                  <a:lnTo>
                    <a:pt x="1347457" y="4227888"/>
                  </a:lnTo>
                  <a:lnTo>
                    <a:pt x="1347457" y="4227264"/>
                  </a:lnTo>
                  <a:lnTo>
                    <a:pt x="1347565" y="4227264"/>
                  </a:lnTo>
                  <a:lnTo>
                    <a:pt x="1347673" y="4227264"/>
                  </a:lnTo>
                  <a:lnTo>
                    <a:pt x="1347782" y="4227264"/>
                  </a:lnTo>
                  <a:lnTo>
                    <a:pt x="1347782" y="4226640"/>
                  </a:lnTo>
                  <a:lnTo>
                    <a:pt x="1347782" y="4226017"/>
                  </a:lnTo>
                  <a:lnTo>
                    <a:pt x="1347890" y="4226017"/>
                  </a:lnTo>
                  <a:lnTo>
                    <a:pt x="1347999" y="4226017"/>
                  </a:lnTo>
                  <a:lnTo>
                    <a:pt x="1347999" y="4225393"/>
                  </a:lnTo>
                  <a:lnTo>
                    <a:pt x="1348107" y="4225393"/>
                  </a:lnTo>
                  <a:lnTo>
                    <a:pt x="1348216" y="4225393"/>
                  </a:lnTo>
                  <a:lnTo>
                    <a:pt x="1348324" y="4225393"/>
                  </a:lnTo>
                  <a:lnTo>
                    <a:pt x="1348433" y="4225393"/>
                  </a:lnTo>
                  <a:lnTo>
                    <a:pt x="1348541" y="4225393"/>
                  </a:lnTo>
                  <a:lnTo>
                    <a:pt x="1348649" y="4225393"/>
                  </a:lnTo>
                  <a:lnTo>
                    <a:pt x="1348649" y="4224770"/>
                  </a:lnTo>
                  <a:lnTo>
                    <a:pt x="1348649" y="4224146"/>
                  </a:lnTo>
                  <a:lnTo>
                    <a:pt x="1348649" y="4223523"/>
                  </a:lnTo>
                  <a:lnTo>
                    <a:pt x="1348758" y="4223523"/>
                  </a:lnTo>
                  <a:lnTo>
                    <a:pt x="1348866" y="4223523"/>
                  </a:lnTo>
                  <a:lnTo>
                    <a:pt x="1348975" y="4223523"/>
                  </a:lnTo>
                  <a:lnTo>
                    <a:pt x="1349083" y="4223523"/>
                  </a:lnTo>
                  <a:lnTo>
                    <a:pt x="1349192" y="4223523"/>
                  </a:lnTo>
                  <a:lnTo>
                    <a:pt x="1349300" y="4223523"/>
                  </a:lnTo>
                  <a:lnTo>
                    <a:pt x="1349409" y="4223523"/>
                  </a:lnTo>
                  <a:lnTo>
                    <a:pt x="1349517" y="4223523"/>
                  </a:lnTo>
                  <a:lnTo>
                    <a:pt x="1349625" y="4223523"/>
                  </a:lnTo>
                  <a:lnTo>
                    <a:pt x="1349734" y="4223523"/>
                  </a:lnTo>
                  <a:lnTo>
                    <a:pt x="1349842" y="4223523"/>
                  </a:lnTo>
                  <a:lnTo>
                    <a:pt x="1349951" y="4223523"/>
                  </a:lnTo>
                  <a:lnTo>
                    <a:pt x="1349951" y="4222899"/>
                  </a:lnTo>
                  <a:lnTo>
                    <a:pt x="1350059" y="4222899"/>
                  </a:lnTo>
                  <a:lnTo>
                    <a:pt x="1350168" y="4222899"/>
                  </a:lnTo>
                  <a:lnTo>
                    <a:pt x="1350276" y="4222899"/>
                  </a:lnTo>
                  <a:lnTo>
                    <a:pt x="1350385" y="4222899"/>
                  </a:lnTo>
                  <a:lnTo>
                    <a:pt x="1350493" y="4222899"/>
                  </a:lnTo>
                  <a:lnTo>
                    <a:pt x="1350601" y="4222899"/>
                  </a:lnTo>
                  <a:lnTo>
                    <a:pt x="1350710" y="4222899"/>
                  </a:lnTo>
                  <a:lnTo>
                    <a:pt x="1350818" y="4222899"/>
                  </a:lnTo>
                  <a:lnTo>
                    <a:pt x="1350927" y="4222899"/>
                  </a:lnTo>
                  <a:lnTo>
                    <a:pt x="1351035" y="4222899"/>
                  </a:lnTo>
                  <a:lnTo>
                    <a:pt x="1351144" y="4222899"/>
                  </a:lnTo>
                  <a:lnTo>
                    <a:pt x="1351252" y="4222899"/>
                  </a:lnTo>
                  <a:lnTo>
                    <a:pt x="1351361" y="4222899"/>
                  </a:lnTo>
                  <a:lnTo>
                    <a:pt x="1351469" y="4222899"/>
                  </a:lnTo>
                  <a:lnTo>
                    <a:pt x="1351578" y="4222899"/>
                  </a:lnTo>
                  <a:lnTo>
                    <a:pt x="1351686" y="4222899"/>
                  </a:lnTo>
                  <a:lnTo>
                    <a:pt x="1351794" y="4222899"/>
                  </a:lnTo>
                  <a:lnTo>
                    <a:pt x="1351903" y="4222899"/>
                  </a:lnTo>
                  <a:lnTo>
                    <a:pt x="1351903" y="4222275"/>
                  </a:lnTo>
                  <a:lnTo>
                    <a:pt x="1351903" y="4221652"/>
                  </a:lnTo>
                  <a:lnTo>
                    <a:pt x="1352011" y="4221652"/>
                  </a:lnTo>
                  <a:lnTo>
                    <a:pt x="1352120" y="4221652"/>
                  </a:lnTo>
                  <a:lnTo>
                    <a:pt x="1352228" y="4221652"/>
                  </a:lnTo>
                  <a:lnTo>
                    <a:pt x="1352337" y="4221652"/>
                  </a:lnTo>
                  <a:lnTo>
                    <a:pt x="1352445" y="4221652"/>
                  </a:lnTo>
                  <a:lnTo>
                    <a:pt x="1352554" y="4221652"/>
                  </a:lnTo>
                  <a:lnTo>
                    <a:pt x="1352662" y="4221652"/>
                  </a:lnTo>
                  <a:lnTo>
                    <a:pt x="1352770" y="4221652"/>
                  </a:lnTo>
                  <a:lnTo>
                    <a:pt x="1352879" y="4221652"/>
                  </a:lnTo>
                  <a:lnTo>
                    <a:pt x="1352879" y="4221028"/>
                  </a:lnTo>
                  <a:lnTo>
                    <a:pt x="1352987" y="4221028"/>
                  </a:lnTo>
                  <a:lnTo>
                    <a:pt x="1353096" y="4221028"/>
                  </a:lnTo>
                  <a:lnTo>
                    <a:pt x="1353204" y="4221028"/>
                  </a:lnTo>
                  <a:lnTo>
                    <a:pt x="1353313" y="4221028"/>
                  </a:lnTo>
                  <a:lnTo>
                    <a:pt x="1353421" y="4221028"/>
                  </a:lnTo>
                  <a:lnTo>
                    <a:pt x="1353421" y="4220405"/>
                  </a:lnTo>
                  <a:lnTo>
                    <a:pt x="1353530" y="4220405"/>
                  </a:lnTo>
                  <a:lnTo>
                    <a:pt x="1353638" y="4220405"/>
                  </a:lnTo>
                  <a:lnTo>
                    <a:pt x="1353746" y="4220405"/>
                  </a:lnTo>
                  <a:lnTo>
                    <a:pt x="1353855" y="4220405"/>
                  </a:lnTo>
                  <a:lnTo>
                    <a:pt x="1353963" y="4220405"/>
                  </a:lnTo>
                  <a:lnTo>
                    <a:pt x="1354072" y="4220405"/>
                  </a:lnTo>
                  <a:lnTo>
                    <a:pt x="1354180" y="4220405"/>
                  </a:lnTo>
                  <a:lnTo>
                    <a:pt x="1354289" y="4220405"/>
                  </a:lnTo>
                  <a:lnTo>
                    <a:pt x="1354397" y="4220405"/>
                  </a:lnTo>
                  <a:lnTo>
                    <a:pt x="1354506" y="4220405"/>
                  </a:lnTo>
                  <a:lnTo>
                    <a:pt x="1354614" y="4220405"/>
                  </a:lnTo>
                  <a:lnTo>
                    <a:pt x="1354722" y="4220405"/>
                  </a:lnTo>
                  <a:lnTo>
                    <a:pt x="1354831" y="4220405"/>
                  </a:lnTo>
                  <a:lnTo>
                    <a:pt x="1354939" y="4220405"/>
                  </a:lnTo>
                  <a:lnTo>
                    <a:pt x="1355048" y="4220405"/>
                  </a:lnTo>
                  <a:lnTo>
                    <a:pt x="1355156" y="4220405"/>
                  </a:lnTo>
                  <a:lnTo>
                    <a:pt x="1355265" y="4220405"/>
                  </a:lnTo>
                  <a:lnTo>
                    <a:pt x="1355373" y="4220405"/>
                  </a:lnTo>
                  <a:lnTo>
                    <a:pt x="1355482" y="4220405"/>
                  </a:lnTo>
                  <a:lnTo>
                    <a:pt x="1355590" y="4220405"/>
                  </a:lnTo>
                  <a:lnTo>
                    <a:pt x="1355590" y="4219781"/>
                  </a:lnTo>
                  <a:lnTo>
                    <a:pt x="1355698" y="4219781"/>
                  </a:lnTo>
                  <a:lnTo>
                    <a:pt x="1355807" y="4219781"/>
                  </a:lnTo>
                  <a:lnTo>
                    <a:pt x="1355915" y="4219781"/>
                  </a:lnTo>
                  <a:lnTo>
                    <a:pt x="1356024" y="4219781"/>
                  </a:lnTo>
                  <a:lnTo>
                    <a:pt x="1356132" y="4219781"/>
                  </a:lnTo>
                  <a:lnTo>
                    <a:pt x="1356241" y="4219781"/>
                  </a:lnTo>
                  <a:lnTo>
                    <a:pt x="1356349" y="4219781"/>
                  </a:lnTo>
                  <a:lnTo>
                    <a:pt x="1356458" y="4219781"/>
                  </a:lnTo>
                  <a:lnTo>
                    <a:pt x="1356566" y="4219781"/>
                  </a:lnTo>
                  <a:lnTo>
                    <a:pt x="1356675" y="4219781"/>
                  </a:lnTo>
                  <a:lnTo>
                    <a:pt x="1356675" y="4219157"/>
                  </a:lnTo>
                  <a:lnTo>
                    <a:pt x="1356675" y="4218534"/>
                  </a:lnTo>
                  <a:lnTo>
                    <a:pt x="1356783" y="4218534"/>
                  </a:lnTo>
                  <a:lnTo>
                    <a:pt x="1356891" y="4218534"/>
                  </a:lnTo>
                  <a:lnTo>
                    <a:pt x="1357000" y="4218534"/>
                  </a:lnTo>
                  <a:lnTo>
                    <a:pt x="1357108" y="4218534"/>
                  </a:lnTo>
                  <a:lnTo>
                    <a:pt x="1357217" y="4218534"/>
                  </a:lnTo>
                  <a:lnTo>
                    <a:pt x="1357325" y="4218534"/>
                  </a:lnTo>
                  <a:lnTo>
                    <a:pt x="1357434" y="4218534"/>
                  </a:lnTo>
                  <a:lnTo>
                    <a:pt x="1357542" y="4218534"/>
                  </a:lnTo>
                  <a:lnTo>
                    <a:pt x="1357651" y="4218534"/>
                  </a:lnTo>
                  <a:lnTo>
                    <a:pt x="1357759" y="4218534"/>
                  </a:lnTo>
                  <a:lnTo>
                    <a:pt x="1357867" y="4218534"/>
                  </a:lnTo>
                  <a:lnTo>
                    <a:pt x="1357976" y="4218534"/>
                  </a:lnTo>
                  <a:lnTo>
                    <a:pt x="1357976" y="4217910"/>
                  </a:lnTo>
                  <a:lnTo>
                    <a:pt x="1358084" y="4217910"/>
                  </a:lnTo>
                  <a:lnTo>
                    <a:pt x="1358193" y="4217910"/>
                  </a:lnTo>
                  <a:lnTo>
                    <a:pt x="1358193" y="4217287"/>
                  </a:lnTo>
                  <a:lnTo>
                    <a:pt x="1358301" y="4217287"/>
                  </a:lnTo>
                  <a:lnTo>
                    <a:pt x="1358410" y="4217287"/>
                  </a:lnTo>
                  <a:lnTo>
                    <a:pt x="1358518" y="4217287"/>
                  </a:lnTo>
                  <a:lnTo>
                    <a:pt x="1358627" y="4217287"/>
                  </a:lnTo>
                  <a:lnTo>
                    <a:pt x="1358735" y="4217287"/>
                  </a:lnTo>
                  <a:lnTo>
                    <a:pt x="1358735" y="4216663"/>
                  </a:lnTo>
                  <a:lnTo>
                    <a:pt x="1358843" y="4216663"/>
                  </a:lnTo>
                  <a:lnTo>
                    <a:pt x="1358843" y="4216040"/>
                  </a:lnTo>
                  <a:lnTo>
                    <a:pt x="1358843" y="4215416"/>
                  </a:lnTo>
                  <a:lnTo>
                    <a:pt x="1358952" y="4215416"/>
                  </a:lnTo>
                  <a:lnTo>
                    <a:pt x="1359060" y="4215416"/>
                  </a:lnTo>
                  <a:lnTo>
                    <a:pt x="1359169" y="4215416"/>
                  </a:lnTo>
                  <a:lnTo>
                    <a:pt x="1359277" y="4215416"/>
                  </a:lnTo>
                  <a:lnTo>
                    <a:pt x="1359386" y="4215416"/>
                  </a:lnTo>
                  <a:lnTo>
                    <a:pt x="1359494" y="4215416"/>
                  </a:lnTo>
                  <a:lnTo>
                    <a:pt x="1359603" y="4215416"/>
                  </a:lnTo>
                  <a:lnTo>
                    <a:pt x="1359711" y="4215416"/>
                  </a:lnTo>
                  <a:lnTo>
                    <a:pt x="1359819" y="4215416"/>
                  </a:lnTo>
                  <a:lnTo>
                    <a:pt x="1359928" y="4215416"/>
                  </a:lnTo>
                  <a:lnTo>
                    <a:pt x="1360036" y="4215416"/>
                  </a:lnTo>
                  <a:lnTo>
                    <a:pt x="1360036" y="4214792"/>
                  </a:lnTo>
                  <a:lnTo>
                    <a:pt x="1360145" y="4214792"/>
                  </a:lnTo>
                  <a:lnTo>
                    <a:pt x="1360253" y="4214792"/>
                  </a:lnTo>
                  <a:lnTo>
                    <a:pt x="1360362" y="4214792"/>
                  </a:lnTo>
                  <a:lnTo>
                    <a:pt x="1360470" y="4214792"/>
                  </a:lnTo>
                  <a:lnTo>
                    <a:pt x="1360579" y="4214792"/>
                  </a:lnTo>
                  <a:lnTo>
                    <a:pt x="1360687" y="4214792"/>
                  </a:lnTo>
                  <a:lnTo>
                    <a:pt x="1360687" y="4214169"/>
                  </a:lnTo>
                  <a:lnTo>
                    <a:pt x="1360796" y="4214169"/>
                  </a:lnTo>
                  <a:lnTo>
                    <a:pt x="1360796" y="4213545"/>
                  </a:lnTo>
                  <a:lnTo>
                    <a:pt x="1360904" y="4213545"/>
                  </a:lnTo>
                  <a:lnTo>
                    <a:pt x="1360904" y="4212922"/>
                  </a:lnTo>
                  <a:lnTo>
                    <a:pt x="1361012" y="4212922"/>
                  </a:lnTo>
                  <a:lnTo>
                    <a:pt x="1361012" y="4212298"/>
                  </a:lnTo>
                  <a:lnTo>
                    <a:pt x="1361012" y="4211674"/>
                  </a:lnTo>
                  <a:lnTo>
                    <a:pt x="1361012" y="4211051"/>
                  </a:lnTo>
                  <a:lnTo>
                    <a:pt x="1361012" y="4210427"/>
                  </a:lnTo>
                  <a:lnTo>
                    <a:pt x="1361121" y="4210427"/>
                  </a:lnTo>
                  <a:lnTo>
                    <a:pt x="1361229" y="4210427"/>
                  </a:lnTo>
                  <a:lnTo>
                    <a:pt x="1361338" y="4210427"/>
                  </a:lnTo>
                  <a:lnTo>
                    <a:pt x="1361446" y="4210427"/>
                  </a:lnTo>
                  <a:lnTo>
                    <a:pt x="1361555" y="4210427"/>
                  </a:lnTo>
                  <a:lnTo>
                    <a:pt x="1361663" y="4210427"/>
                  </a:lnTo>
                  <a:lnTo>
                    <a:pt x="1361772" y="4210427"/>
                  </a:lnTo>
                  <a:lnTo>
                    <a:pt x="1361880" y="4210427"/>
                  </a:lnTo>
                  <a:lnTo>
                    <a:pt x="1361988" y="4210427"/>
                  </a:lnTo>
                  <a:lnTo>
                    <a:pt x="1362097" y="4210427"/>
                  </a:lnTo>
                  <a:lnTo>
                    <a:pt x="1362205" y="4210427"/>
                  </a:lnTo>
                  <a:lnTo>
                    <a:pt x="1362205" y="4209804"/>
                  </a:lnTo>
                  <a:lnTo>
                    <a:pt x="1362314" y="4209804"/>
                  </a:lnTo>
                  <a:lnTo>
                    <a:pt x="1362422" y="4209804"/>
                  </a:lnTo>
                  <a:lnTo>
                    <a:pt x="1362531" y="4209804"/>
                  </a:lnTo>
                  <a:lnTo>
                    <a:pt x="1362531" y="4209180"/>
                  </a:lnTo>
                  <a:lnTo>
                    <a:pt x="1362639" y="4209180"/>
                  </a:lnTo>
                  <a:lnTo>
                    <a:pt x="1362748" y="4209180"/>
                  </a:lnTo>
                  <a:lnTo>
                    <a:pt x="1362856" y="4209180"/>
                  </a:lnTo>
                  <a:lnTo>
                    <a:pt x="1362856" y="4208557"/>
                  </a:lnTo>
                  <a:lnTo>
                    <a:pt x="1362964" y="4208557"/>
                  </a:lnTo>
                  <a:lnTo>
                    <a:pt x="1362964" y="4207933"/>
                  </a:lnTo>
                  <a:lnTo>
                    <a:pt x="1363073" y="4207933"/>
                  </a:lnTo>
                  <a:lnTo>
                    <a:pt x="1363181" y="4207933"/>
                  </a:lnTo>
                  <a:lnTo>
                    <a:pt x="1363290" y="4207933"/>
                  </a:lnTo>
                  <a:lnTo>
                    <a:pt x="1363398" y="4207933"/>
                  </a:lnTo>
                  <a:lnTo>
                    <a:pt x="1363507" y="4207933"/>
                  </a:lnTo>
                  <a:lnTo>
                    <a:pt x="1363615" y="4207933"/>
                  </a:lnTo>
                  <a:lnTo>
                    <a:pt x="1363724" y="4207933"/>
                  </a:lnTo>
                  <a:lnTo>
                    <a:pt x="1363832" y="4207933"/>
                  </a:lnTo>
                  <a:lnTo>
                    <a:pt x="1363940" y="4207933"/>
                  </a:lnTo>
                  <a:lnTo>
                    <a:pt x="1363940" y="4207309"/>
                  </a:lnTo>
                  <a:lnTo>
                    <a:pt x="1364049" y="4207309"/>
                  </a:lnTo>
                  <a:lnTo>
                    <a:pt x="1364049" y="4206686"/>
                  </a:lnTo>
                  <a:lnTo>
                    <a:pt x="1364157" y="4206686"/>
                  </a:lnTo>
                  <a:lnTo>
                    <a:pt x="1364266" y="4206686"/>
                  </a:lnTo>
                  <a:lnTo>
                    <a:pt x="1364266" y="4206062"/>
                  </a:lnTo>
                  <a:lnTo>
                    <a:pt x="1364374" y="4206062"/>
                  </a:lnTo>
                  <a:lnTo>
                    <a:pt x="1364483" y="4206062"/>
                  </a:lnTo>
                  <a:lnTo>
                    <a:pt x="1364483" y="4205439"/>
                  </a:lnTo>
                  <a:lnTo>
                    <a:pt x="1364591" y="4205439"/>
                  </a:lnTo>
                  <a:lnTo>
                    <a:pt x="1364700" y="4205439"/>
                  </a:lnTo>
                  <a:lnTo>
                    <a:pt x="1364808" y="4205439"/>
                  </a:lnTo>
                  <a:lnTo>
                    <a:pt x="1364808" y="4204815"/>
                  </a:lnTo>
                  <a:lnTo>
                    <a:pt x="1364917" y="4204815"/>
                  </a:lnTo>
                  <a:lnTo>
                    <a:pt x="1364917" y="4204191"/>
                  </a:lnTo>
                  <a:lnTo>
                    <a:pt x="1365025" y="4204191"/>
                  </a:lnTo>
                  <a:lnTo>
                    <a:pt x="1365133" y="4204191"/>
                  </a:lnTo>
                  <a:lnTo>
                    <a:pt x="1365242" y="4204191"/>
                  </a:lnTo>
                  <a:lnTo>
                    <a:pt x="1365350" y="4204191"/>
                  </a:lnTo>
                  <a:lnTo>
                    <a:pt x="1365459" y="4204191"/>
                  </a:lnTo>
                  <a:lnTo>
                    <a:pt x="1365567" y="4204191"/>
                  </a:lnTo>
                  <a:lnTo>
                    <a:pt x="1365676" y="4204191"/>
                  </a:lnTo>
                  <a:lnTo>
                    <a:pt x="1365784" y="4204191"/>
                  </a:lnTo>
                  <a:lnTo>
                    <a:pt x="1365893" y="4204191"/>
                  </a:lnTo>
                  <a:lnTo>
                    <a:pt x="1366001" y="4204191"/>
                  </a:lnTo>
                  <a:lnTo>
                    <a:pt x="1366109" y="4204191"/>
                  </a:lnTo>
                  <a:lnTo>
                    <a:pt x="1366218" y="4204191"/>
                  </a:lnTo>
                  <a:lnTo>
                    <a:pt x="1366326" y="4204191"/>
                  </a:lnTo>
                  <a:lnTo>
                    <a:pt x="1366435" y="4204191"/>
                  </a:lnTo>
                  <a:lnTo>
                    <a:pt x="1366543" y="4204191"/>
                  </a:lnTo>
                  <a:lnTo>
                    <a:pt x="1366652" y="4204191"/>
                  </a:lnTo>
                  <a:lnTo>
                    <a:pt x="1366760" y="4204191"/>
                  </a:lnTo>
                  <a:lnTo>
                    <a:pt x="1366869" y="4204191"/>
                  </a:lnTo>
                  <a:lnTo>
                    <a:pt x="1366977" y="4204191"/>
                  </a:lnTo>
                  <a:lnTo>
                    <a:pt x="1367085" y="4204191"/>
                  </a:lnTo>
                  <a:lnTo>
                    <a:pt x="1367194" y="4204191"/>
                  </a:lnTo>
                  <a:lnTo>
                    <a:pt x="1367302" y="4204191"/>
                  </a:lnTo>
                  <a:lnTo>
                    <a:pt x="1367411" y="4204191"/>
                  </a:lnTo>
                  <a:lnTo>
                    <a:pt x="1367519" y="4204191"/>
                  </a:lnTo>
                  <a:lnTo>
                    <a:pt x="1367628" y="4204191"/>
                  </a:lnTo>
                  <a:lnTo>
                    <a:pt x="1367736" y="4204191"/>
                  </a:lnTo>
                  <a:lnTo>
                    <a:pt x="1367845" y="4204191"/>
                  </a:lnTo>
                  <a:lnTo>
                    <a:pt x="1367953" y="4204191"/>
                  </a:lnTo>
                  <a:lnTo>
                    <a:pt x="1368061" y="4204191"/>
                  </a:lnTo>
                  <a:lnTo>
                    <a:pt x="1368170" y="4204191"/>
                  </a:lnTo>
                  <a:lnTo>
                    <a:pt x="1368278" y="4204191"/>
                  </a:lnTo>
                  <a:lnTo>
                    <a:pt x="1368387" y="4204191"/>
                  </a:lnTo>
                  <a:lnTo>
                    <a:pt x="1368495" y="4204191"/>
                  </a:lnTo>
                  <a:lnTo>
                    <a:pt x="1368495" y="4203568"/>
                  </a:lnTo>
                  <a:lnTo>
                    <a:pt x="1368604" y="4203568"/>
                  </a:lnTo>
                  <a:lnTo>
                    <a:pt x="1368712" y="4203568"/>
                  </a:lnTo>
                  <a:lnTo>
                    <a:pt x="1368712" y="4202944"/>
                  </a:lnTo>
                  <a:lnTo>
                    <a:pt x="1368821" y="4202944"/>
                  </a:lnTo>
                  <a:lnTo>
                    <a:pt x="1368929" y="4202944"/>
                  </a:lnTo>
                  <a:lnTo>
                    <a:pt x="1369038" y="4202944"/>
                  </a:lnTo>
                  <a:lnTo>
                    <a:pt x="1369146" y="4202944"/>
                  </a:lnTo>
                  <a:lnTo>
                    <a:pt x="1369146" y="4202321"/>
                  </a:lnTo>
                  <a:lnTo>
                    <a:pt x="1369254" y="4202321"/>
                  </a:lnTo>
                  <a:lnTo>
                    <a:pt x="1369363" y="4202321"/>
                  </a:lnTo>
                  <a:lnTo>
                    <a:pt x="1369471" y="4202321"/>
                  </a:lnTo>
                  <a:lnTo>
                    <a:pt x="1369580" y="4202321"/>
                  </a:lnTo>
                  <a:lnTo>
                    <a:pt x="1369688" y="4202321"/>
                  </a:lnTo>
                  <a:lnTo>
                    <a:pt x="1369688" y="4201697"/>
                  </a:lnTo>
                  <a:lnTo>
                    <a:pt x="1369797" y="4201697"/>
                  </a:lnTo>
                  <a:lnTo>
                    <a:pt x="1369905" y="4201697"/>
                  </a:lnTo>
                  <a:lnTo>
                    <a:pt x="1369905" y="4201074"/>
                  </a:lnTo>
                  <a:lnTo>
                    <a:pt x="1370014" y="4201074"/>
                  </a:lnTo>
                  <a:lnTo>
                    <a:pt x="1370122" y="4201074"/>
                  </a:lnTo>
                  <a:lnTo>
                    <a:pt x="1370230" y="4201074"/>
                  </a:lnTo>
                  <a:lnTo>
                    <a:pt x="1370339" y="4201074"/>
                  </a:lnTo>
                  <a:lnTo>
                    <a:pt x="1370447" y="4201074"/>
                  </a:lnTo>
                  <a:lnTo>
                    <a:pt x="1370556" y="4201074"/>
                  </a:lnTo>
                  <a:lnTo>
                    <a:pt x="1370664" y="4201074"/>
                  </a:lnTo>
                  <a:lnTo>
                    <a:pt x="1370664" y="4200450"/>
                  </a:lnTo>
                  <a:lnTo>
                    <a:pt x="1370773" y="4200450"/>
                  </a:lnTo>
                  <a:lnTo>
                    <a:pt x="1370881" y="4200450"/>
                  </a:lnTo>
                  <a:lnTo>
                    <a:pt x="1370990" y="4200450"/>
                  </a:lnTo>
                  <a:lnTo>
                    <a:pt x="1370990" y="4199826"/>
                  </a:lnTo>
                  <a:lnTo>
                    <a:pt x="1371098" y="4199826"/>
                  </a:lnTo>
                  <a:lnTo>
                    <a:pt x="1371206" y="4199826"/>
                  </a:lnTo>
                  <a:lnTo>
                    <a:pt x="1371315" y="4199826"/>
                  </a:lnTo>
                  <a:lnTo>
                    <a:pt x="1371423" y="4199826"/>
                  </a:lnTo>
                  <a:lnTo>
                    <a:pt x="1371532" y="4199826"/>
                  </a:lnTo>
                  <a:lnTo>
                    <a:pt x="1371640" y="4199826"/>
                  </a:lnTo>
                  <a:lnTo>
                    <a:pt x="1371749" y="4199826"/>
                  </a:lnTo>
                  <a:lnTo>
                    <a:pt x="1371857" y="4199826"/>
                  </a:lnTo>
                  <a:lnTo>
                    <a:pt x="1371966" y="4199826"/>
                  </a:lnTo>
                  <a:lnTo>
                    <a:pt x="1372074" y="4199826"/>
                  </a:lnTo>
                  <a:lnTo>
                    <a:pt x="1372182" y="4199826"/>
                  </a:lnTo>
                  <a:lnTo>
                    <a:pt x="1372291" y="4199826"/>
                  </a:lnTo>
                  <a:lnTo>
                    <a:pt x="1372399" y="4199826"/>
                  </a:lnTo>
                  <a:lnTo>
                    <a:pt x="1372508" y="4199826"/>
                  </a:lnTo>
                  <a:lnTo>
                    <a:pt x="1372508" y="4199203"/>
                  </a:lnTo>
                  <a:lnTo>
                    <a:pt x="1372616" y="4199203"/>
                  </a:lnTo>
                  <a:lnTo>
                    <a:pt x="1372725" y="4199203"/>
                  </a:lnTo>
                  <a:lnTo>
                    <a:pt x="1372725" y="4198579"/>
                  </a:lnTo>
                  <a:lnTo>
                    <a:pt x="1372833" y="4198579"/>
                  </a:lnTo>
                  <a:lnTo>
                    <a:pt x="1372833" y="4197956"/>
                  </a:lnTo>
                  <a:lnTo>
                    <a:pt x="1372942" y="4197956"/>
                  </a:lnTo>
                  <a:lnTo>
                    <a:pt x="1373050" y="4197956"/>
                  </a:lnTo>
                  <a:lnTo>
                    <a:pt x="1373159" y="4197956"/>
                  </a:lnTo>
                  <a:lnTo>
                    <a:pt x="1373267" y="4197956"/>
                  </a:lnTo>
                  <a:lnTo>
                    <a:pt x="1373375" y="4197956"/>
                  </a:lnTo>
                  <a:lnTo>
                    <a:pt x="1373484" y="4197956"/>
                  </a:lnTo>
                  <a:lnTo>
                    <a:pt x="1373592" y="4197956"/>
                  </a:lnTo>
                  <a:lnTo>
                    <a:pt x="1373701" y="4197956"/>
                  </a:lnTo>
                  <a:lnTo>
                    <a:pt x="1373809" y="4197956"/>
                  </a:lnTo>
                  <a:lnTo>
                    <a:pt x="1373918" y="4197956"/>
                  </a:lnTo>
                  <a:lnTo>
                    <a:pt x="1373918" y="4197332"/>
                  </a:lnTo>
                  <a:lnTo>
                    <a:pt x="1374026" y="4197332"/>
                  </a:lnTo>
                  <a:lnTo>
                    <a:pt x="1374135" y="4197332"/>
                  </a:lnTo>
                  <a:lnTo>
                    <a:pt x="1374243" y="4197332"/>
                  </a:lnTo>
                  <a:lnTo>
                    <a:pt x="1374351" y="4197332"/>
                  </a:lnTo>
                  <a:lnTo>
                    <a:pt x="1374460" y="4197332"/>
                  </a:lnTo>
                  <a:lnTo>
                    <a:pt x="1374568" y="4197332"/>
                  </a:lnTo>
                  <a:lnTo>
                    <a:pt x="1374677" y="4197332"/>
                  </a:lnTo>
                  <a:lnTo>
                    <a:pt x="1374785" y="4197332"/>
                  </a:lnTo>
                  <a:lnTo>
                    <a:pt x="1374785" y="4196709"/>
                  </a:lnTo>
                  <a:lnTo>
                    <a:pt x="1374894" y="4196709"/>
                  </a:lnTo>
                  <a:lnTo>
                    <a:pt x="1374894" y="4196085"/>
                  </a:lnTo>
                  <a:lnTo>
                    <a:pt x="1375002" y="4196085"/>
                  </a:lnTo>
                  <a:lnTo>
                    <a:pt x="1375111" y="4196085"/>
                  </a:lnTo>
                  <a:lnTo>
                    <a:pt x="1375219" y="4196085"/>
                  </a:lnTo>
                  <a:lnTo>
                    <a:pt x="1375219" y="4195461"/>
                  </a:lnTo>
                  <a:lnTo>
                    <a:pt x="1375327" y="4195461"/>
                  </a:lnTo>
                  <a:lnTo>
                    <a:pt x="1375436" y="4195461"/>
                  </a:lnTo>
                  <a:lnTo>
                    <a:pt x="1375436" y="4194838"/>
                  </a:lnTo>
                  <a:lnTo>
                    <a:pt x="1375436" y="4194214"/>
                  </a:lnTo>
                  <a:lnTo>
                    <a:pt x="1375544" y="4194214"/>
                  </a:lnTo>
                  <a:lnTo>
                    <a:pt x="1375653" y="4194214"/>
                  </a:lnTo>
                  <a:lnTo>
                    <a:pt x="1375761" y="4194214"/>
                  </a:lnTo>
                  <a:lnTo>
                    <a:pt x="1375870" y="4194214"/>
                  </a:lnTo>
                  <a:lnTo>
                    <a:pt x="1375978" y="4194214"/>
                  </a:lnTo>
                  <a:lnTo>
                    <a:pt x="1376087" y="4194214"/>
                  </a:lnTo>
                  <a:lnTo>
                    <a:pt x="1376195" y="4194214"/>
                  </a:lnTo>
                  <a:lnTo>
                    <a:pt x="1376303" y="4194214"/>
                  </a:lnTo>
                  <a:lnTo>
                    <a:pt x="1376412" y="4194214"/>
                  </a:lnTo>
                  <a:lnTo>
                    <a:pt x="1376520" y="4194214"/>
                  </a:lnTo>
                  <a:lnTo>
                    <a:pt x="1376629" y="4194214"/>
                  </a:lnTo>
                  <a:lnTo>
                    <a:pt x="1376737" y="4194214"/>
                  </a:lnTo>
                  <a:lnTo>
                    <a:pt x="1376846" y="4194214"/>
                  </a:lnTo>
                  <a:lnTo>
                    <a:pt x="1376954" y="4194214"/>
                  </a:lnTo>
                  <a:lnTo>
                    <a:pt x="1377063" y="4194214"/>
                  </a:lnTo>
                  <a:lnTo>
                    <a:pt x="1377171" y="4194214"/>
                  </a:lnTo>
                  <a:lnTo>
                    <a:pt x="1377279" y="4194214"/>
                  </a:lnTo>
                  <a:lnTo>
                    <a:pt x="1377388" y="4194214"/>
                  </a:lnTo>
                  <a:lnTo>
                    <a:pt x="1377496" y="4194214"/>
                  </a:lnTo>
                  <a:lnTo>
                    <a:pt x="1377605" y="4194214"/>
                  </a:lnTo>
                  <a:lnTo>
                    <a:pt x="1377713" y="4194214"/>
                  </a:lnTo>
                  <a:lnTo>
                    <a:pt x="1377713" y="4193591"/>
                  </a:lnTo>
                  <a:lnTo>
                    <a:pt x="1377822" y="4193591"/>
                  </a:lnTo>
                  <a:lnTo>
                    <a:pt x="1377930" y="4193591"/>
                  </a:lnTo>
                  <a:lnTo>
                    <a:pt x="1378039" y="4193591"/>
                  </a:lnTo>
                  <a:lnTo>
                    <a:pt x="1378147" y="4193591"/>
                  </a:lnTo>
                  <a:lnTo>
                    <a:pt x="1378147" y="4192967"/>
                  </a:lnTo>
                  <a:lnTo>
                    <a:pt x="1378147" y="4192343"/>
                  </a:lnTo>
                  <a:lnTo>
                    <a:pt x="1378147" y="4191720"/>
                  </a:lnTo>
                  <a:lnTo>
                    <a:pt x="1378256" y="4191720"/>
                  </a:lnTo>
                  <a:lnTo>
                    <a:pt x="1378256" y="4191096"/>
                  </a:lnTo>
                  <a:lnTo>
                    <a:pt x="1378364" y="4191096"/>
                  </a:lnTo>
                  <a:lnTo>
                    <a:pt x="1378472" y="4191096"/>
                  </a:lnTo>
                  <a:lnTo>
                    <a:pt x="1378472" y="4190473"/>
                  </a:lnTo>
                  <a:lnTo>
                    <a:pt x="1378581" y="4190473"/>
                  </a:lnTo>
                  <a:lnTo>
                    <a:pt x="1378689" y="4190473"/>
                  </a:lnTo>
                  <a:lnTo>
                    <a:pt x="1378798" y="4190473"/>
                  </a:lnTo>
                  <a:lnTo>
                    <a:pt x="1378906" y="4190473"/>
                  </a:lnTo>
                  <a:lnTo>
                    <a:pt x="1379015" y="4190473"/>
                  </a:lnTo>
                  <a:lnTo>
                    <a:pt x="1379123" y="4190473"/>
                  </a:lnTo>
                  <a:lnTo>
                    <a:pt x="1379123" y="4189849"/>
                  </a:lnTo>
                  <a:lnTo>
                    <a:pt x="1379232" y="4189849"/>
                  </a:lnTo>
                  <a:lnTo>
                    <a:pt x="1379232" y="4189226"/>
                  </a:lnTo>
                  <a:lnTo>
                    <a:pt x="1379340" y="4189226"/>
                  </a:lnTo>
                  <a:lnTo>
                    <a:pt x="1379448" y="4189226"/>
                  </a:lnTo>
                  <a:lnTo>
                    <a:pt x="1379557" y="4189226"/>
                  </a:lnTo>
                  <a:lnTo>
                    <a:pt x="1379665" y="4189226"/>
                  </a:lnTo>
                  <a:lnTo>
                    <a:pt x="1379774" y="4189226"/>
                  </a:lnTo>
                  <a:lnTo>
                    <a:pt x="1379882" y="4189226"/>
                  </a:lnTo>
                  <a:lnTo>
                    <a:pt x="1379991" y="4189226"/>
                  </a:lnTo>
                  <a:lnTo>
                    <a:pt x="1380099" y="4189226"/>
                  </a:lnTo>
                  <a:lnTo>
                    <a:pt x="1380208" y="4189226"/>
                  </a:lnTo>
                  <a:lnTo>
                    <a:pt x="1380316" y="4189226"/>
                  </a:lnTo>
                  <a:lnTo>
                    <a:pt x="1380424" y="4189226"/>
                  </a:lnTo>
                  <a:lnTo>
                    <a:pt x="1380533" y="4189226"/>
                  </a:lnTo>
                  <a:lnTo>
                    <a:pt x="1380641" y="4189226"/>
                  </a:lnTo>
                  <a:lnTo>
                    <a:pt x="1380750" y="4189226"/>
                  </a:lnTo>
                  <a:lnTo>
                    <a:pt x="1380750" y="4188602"/>
                  </a:lnTo>
                  <a:lnTo>
                    <a:pt x="1380858" y="4188602"/>
                  </a:lnTo>
                  <a:lnTo>
                    <a:pt x="1380967" y="4188602"/>
                  </a:lnTo>
                  <a:lnTo>
                    <a:pt x="1381075" y="4188602"/>
                  </a:lnTo>
                  <a:lnTo>
                    <a:pt x="1381075" y="4187978"/>
                  </a:lnTo>
                  <a:lnTo>
                    <a:pt x="1381075" y="4187355"/>
                  </a:lnTo>
                  <a:lnTo>
                    <a:pt x="1381184" y="4187355"/>
                  </a:lnTo>
                  <a:lnTo>
                    <a:pt x="1381292" y="4187355"/>
                  </a:lnTo>
                  <a:lnTo>
                    <a:pt x="1381292" y="4186731"/>
                  </a:lnTo>
                  <a:lnTo>
                    <a:pt x="1381400" y="4186731"/>
                  </a:lnTo>
                  <a:lnTo>
                    <a:pt x="1381400" y="4186108"/>
                  </a:lnTo>
                  <a:lnTo>
                    <a:pt x="1381509" y="4186108"/>
                  </a:lnTo>
                  <a:lnTo>
                    <a:pt x="1381617" y="4186108"/>
                  </a:lnTo>
                  <a:lnTo>
                    <a:pt x="1381726" y="4186108"/>
                  </a:lnTo>
                  <a:lnTo>
                    <a:pt x="1381834" y="4186108"/>
                  </a:lnTo>
                  <a:lnTo>
                    <a:pt x="1381834" y="4185484"/>
                  </a:lnTo>
                  <a:lnTo>
                    <a:pt x="1381943" y="4185484"/>
                  </a:lnTo>
                  <a:lnTo>
                    <a:pt x="1382051" y="4185484"/>
                  </a:lnTo>
                  <a:lnTo>
                    <a:pt x="1382051" y="4184860"/>
                  </a:lnTo>
                  <a:lnTo>
                    <a:pt x="1382160" y="4184860"/>
                  </a:lnTo>
                  <a:lnTo>
                    <a:pt x="1382268" y="4184860"/>
                  </a:lnTo>
                  <a:lnTo>
                    <a:pt x="1382377" y="4184860"/>
                  </a:lnTo>
                  <a:lnTo>
                    <a:pt x="1382485" y="4184860"/>
                  </a:lnTo>
                  <a:lnTo>
                    <a:pt x="1382593" y="4184860"/>
                  </a:lnTo>
                  <a:lnTo>
                    <a:pt x="1382702" y="4184860"/>
                  </a:lnTo>
                  <a:lnTo>
                    <a:pt x="1382810" y="4184860"/>
                  </a:lnTo>
                  <a:lnTo>
                    <a:pt x="1382919" y="4184860"/>
                  </a:lnTo>
                  <a:lnTo>
                    <a:pt x="1383027" y="4184860"/>
                  </a:lnTo>
                  <a:lnTo>
                    <a:pt x="1383136" y="4184860"/>
                  </a:lnTo>
                  <a:lnTo>
                    <a:pt x="1383136" y="4184237"/>
                  </a:lnTo>
                  <a:lnTo>
                    <a:pt x="1383244" y="4184237"/>
                  </a:lnTo>
                  <a:lnTo>
                    <a:pt x="1383353" y="4184237"/>
                  </a:lnTo>
                  <a:lnTo>
                    <a:pt x="1383461" y="4184237"/>
                  </a:lnTo>
                  <a:lnTo>
                    <a:pt x="1383461" y="4183613"/>
                  </a:lnTo>
                  <a:lnTo>
                    <a:pt x="1383569" y="4183613"/>
                  </a:lnTo>
                  <a:lnTo>
                    <a:pt x="1383678" y="4183613"/>
                  </a:lnTo>
                  <a:lnTo>
                    <a:pt x="1383786" y="4183613"/>
                  </a:lnTo>
                  <a:lnTo>
                    <a:pt x="1383895" y="4183613"/>
                  </a:lnTo>
                  <a:lnTo>
                    <a:pt x="1384003" y="4183613"/>
                  </a:lnTo>
                  <a:lnTo>
                    <a:pt x="1384112" y="4183613"/>
                  </a:lnTo>
                  <a:lnTo>
                    <a:pt x="1384220" y="4183613"/>
                  </a:lnTo>
                  <a:lnTo>
                    <a:pt x="1384220" y="4182990"/>
                  </a:lnTo>
                  <a:lnTo>
                    <a:pt x="1384329" y="4182990"/>
                  </a:lnTo>
                  <a:lnTo>
                    <a:pt x="1384437" y="4182990"/>
                  </a:lnTo>
                  <a:lnTo>
                    <a:pt x="1384545" y="4182990"/>
                  </a:lnTo>
                  <a:lnTo>
                    <a:pt x="1384654" y="4182990"/>
                  </a:lnTo>
                  <a:lnTo>
                    <a:pt x="1384654" y="4182366"/>
                  </a:lnTo>
                  <a:lnTo>
                    <a:pt x="1384762" y="4182366"/>
                  </a:lnTo>
                  <a:lnTo>
                    <a:pt x="1384871" y="4182366"/>
                  </a:lnTo>
                  <a:lnTo>
                    <a:pt x="1384871" y="4181743"/>
                  </a:lnTo>
                  <a:lnTo>
                    <a:pt x="1384871" y="4181119"/>
                  </a:lnTo>
                  <a:lnTo>
                    <a:pt x="1384979" y="4181119"/>
                  </a:lnTo>
                  <a:lnTo>
                    <a:pt x="1385088" y="4181119"/>
                  </a:lnTo>
                  <a:lnTo>
                    <a:pt x="1385196" y="4181119"/>
                  </a:lnTo>
                  <a:lnTo>
                    <a:pt x="1385305" y="4181119"/>
                  </a:lnTo>
                  <a:lnTo>
                    <a:pt x="1385413" y="4181119"/>
                  </a:lnTo>
                  <a:lnTo>
                    <a:pt x="1385521" y="4181119"/>
                  </a:lnTo>
                  <a:lnTo>
                    <a:pt x="1385630" y="4181119"/>
                  </a:lnTo>
                  <a:lnTo>
                    <a:pt x="1385630" y="4180495"/>
                  </a:lnTo>
                  <a:lnTo>
                    <a:pt x="1385630" y="4179872"/>
                  </a:lnTo>
                  <a:lnTo>
                    <a:pt x="1385630" y="4179248"/>
                  </a:lnTo>
                  <a:lnTo>
                    <a:pt x="1385738" y="4179248"/>
                  </a:lnTo>
                  <a:lnTo>
                    <a:pt x="1385847" y="4179248"/>
                  </a:lnTo>
                  <a:lnTo>
                    <a:pt x="1385847" y="4178625"/>
                  </a:lnTo>
                  <a:lnTo>
                    <a:pt x="1385847" y="4178001"/>
                  </a:lnTo>
                  <a:lnTo>
                    <a:pt x="1385847" y="4177377"/>
                  </a:lnTo>
                  <a:lnTo>
                    <a:pt x="1385955" y="4177377"/>
                  </a:lnTo>
                  <a:lnTo>
                    <a:pt x="1386064" y="4177377"/>
                  </a:lnTo>
                  <a:lnTo>
                    <a:pt x="1386172" y="4177377"/>
                  </a:lnTo>
                  <a:lnTo>
                    <a:pt x="1386172" y="4176754"/>
                  </a:lnTo>
                  <a:lnTo>
                    <a:pt x="1386281" y="4176754"/>
                  </a:lnTo>
                  <a:lnTo>
                    <a:pt x="1386389" y="4176754"/>
                  </a:lnTo>
                  <a:lnTo>
                    <a:pt x="1386498" y="4176754"/>
                  </a:lnTo>
                  <a:lnTo>
                    <a:pt x="1386606" y="4176754"/>
                  </a:lnTo>
                  <a:lnTo>
                    <a:pt x="1386714" y="4176754"/>
                  </a:lnTo>
                  <a:lnTo>
                    <a:pt x="1386823" y="4176754"/>
                  </a:lnTo>
                  <a:lnTo>
                    <a:pt x="1386823" y="4176130"/>
                  </a:lnTo>
                  <a:lnTo>
                    <a:pt x="1386823" y="4175507"/>
                  </a:lnTo>
                  <a:lnTo>
                    <a:pt x="1386823" y="4174883"/>
                  </a:lnTo>
                  <a:lnTo>
                    <a:pt x="1386931" y="4174883"/>
                  </a:lnTo>
                  <a:lnTo>
                    <a:pt x="1386931" y="4174260"/>
                  </a:lnTo>
                  <a:lnTo>
                    <a:pt x="1386931" y="4173636"/>
                  </a:lnTo>
                  <a:lnTo>
                    <a:pt x="1387040" y="4173636"/>
                  </a:lnTo>
                  <a:lnTo>
                    <a:pt x="1387148" y="4173636"/>
                  </a:lnTo>
                  <a:lnTo>
                    <a:pt x="1387148" y="4173012"/>
                  </a:lnTo>
                  <a:lnTo>
                    <a:pt x="1387148" y="4172389"/>
                  </a:lnTo>
                  <a:lnTo>
                    <a:pt x="1387257" y="4172389"/>
                  </a:lnTo>
                  <a:lnTo>
                    <a:pt x="1387257" y="4171765"/>
                  </a:lnTo>
                  <a:lnTo>
                    <a:pt x="1387365" y="4171765"/>
                  </a:lnTo>
                  <a:lnTo>
                    <a:pt x="1387474" y="4171765"/>
                  </a:lnTo>
                  <a:lnTo>
                    <a:pt x="1387582" y="4171765"/>
                  </a:lnTo>
                  <a:lnTo>
                    <a:pt x="1387690" y="4171765"/>
                  </a:lnTo>
                  <a:lnTo>
                    <a:pt x="1387690" y="4171142"/>
                  </a:lnTo>
                  <a:lnTo>
                    <a:pt x="1387799" y="4171142"/>
                  </a:lnTo>
                  <a:lnTo>
                    <a:pt x="1387907" y="4171142"/>
                  </a:lnTo>
                  <a:lnTo>
                    <a:pt x="1387907" y="4170518"/>
                  </a:lnTo>
                  <a:lnTo>
                    <a:pt x="1388016" y="4170518"/>
                  </a:lnTo>
                  <a:lnTo>
                    <a:pt x="1388124" y="4170518"/>
                  </a:lnTo>
                  <a:lnTo>
                    <a:pt x="1388233" y="4170518"/>
                  </a:lnTo>
                  <a:lnTo>
                    <a:pt x="1388341" y="4170518"/>
                  </a:lnTo>
                  <a:lnTo>
                    <a:pt x="1388450" y="4170518"/>
                  </a:lnTo>
                  <a:lnTo>
                    <a:pt x="1388558" y="4170518"/>
                  </a:lnTo>
                  <a:lnTo>
                    <a:pt x="1388666" y="4170518"/>
                  </a:lnTo>
                  <a:lnTo>
                    <a:pt x="1388775" y="4170518"/>
                  </a:lnTo>
                  <a:lnTo>
                    <a:pt x="1388883" y="4170518"/>
                  </a:lnTo>
                  <a:lnTo>
                    <a:pt x="1388992" y="4170518"/>
                  </a:lnTo>
                  <a:lnTo>
                    <a:pt x="1389100" y="4170518"/>
                  </a:lnTo>
                  <a:lnTo>
                    <a:pt x="1389209" y="4170518"/>
                  </a:lnTo>
                  <a:lnTo>
                    <a:pt x="1389317" y="4170518"/>
                  </a:lnTo>
                  <a:lnTo>
                    <a:pt x="1389317" y="4169894"/>
                  </a:lnTo>
                  <a:lnTo>
                    <a:pt x="1389426" y="4169894"/>
                  </a:lnTo>
                  <a:lnTo>
                    <a:pt x="1389534" y="4169894"/>
                  </a:lnTo>
                  <a:lnTo>
                    <a:pt x="1389642" y="4169894"/>
                  </a:lnTo>
                  <a:lnTo>
                    <a:pt x="1389751" y="4169894"/>
                  </a:lnTo>
                  <a:lnTo>
                    <a:pt x="1389859" y="4169894"/>
                  </a:lnTo>
                  <a:lnTo>
                    <a:pt x="1389859" y="4169271"/>
                  </a:lnTo>
                  <a:lnTo>
                    <a:pt x="1389968" y="4169271"/>
                  </a:lnTo>
                  <a:lnTo>
                    <a:pt x="1390076" y="4169271"/>
                  </a:lnTo>
                  <a:lnTo>
                    <a:pt x="1390185" y="4169271"/>
                  </a:lnTo>
                  <a:lnTo>
                    <a:pt x="1390293" y="4169271"/>
                  </a:lnTo>
                  <a:lnTo>
                    <a:pt x="1390293" y="4168647"/>
                  </a:lnTo>
                  <a:lnTo>
                    <a:pt x="1390402" y="4168647"/>
                  </a:lnTo>
                  <a:lnTo>
                    <a:pt x="1390402" y="4168024"/>
                  </a:lnTo>
                  <a:lnTo>
                    <a:pt x="1390510" y="4168024"/>
                  </a:lnTo>
                  <a:lnTo>
                    <a:pt x="1390619" y="4168024"/>
                  </a:lnTo>
                  <a:lnTo>
                    <a:pt x="1390619" y="4167400"/>
                  </a:lnTo>
                  <a:lnTo>
                    <a:pt x="1390619" y="4166777"/>
                  </a:lnTo>
                  <a:lnTo>
                    <a:pt x="1390727" y="4166777"/>
                  </a:lnTo>
                  <a:lnTo>
                    <a:pt x="1390835" y="4166777"/>
                  </a:lnTo>
                  <a:lnTo>
                    <a:pt x="1390944" y="4166777"/>
                  </a:lnTo>
                  <a:lnTo>
                    <a:pt x="1391052" y="4166777"/>
                  </a:lnTo>
                  <a:lnTo>
                    <a:pt x="1391161" y="4166777"/>
                  </a:lnTo>
                  <a:lnTo>
                    <a:pt x="1391269" y="4166777"/>
                  </a:lnTo>
                  <a:lnTo>
                    <a:pt x="1391378" y="4166777"/>
                  </a:lnTo>
                  <a:lnTo>
                    <a:pt x="1391486" y="4166777"/>
                  </a:lnTo>
                  <a:lnTo>
                    <a:pt x="1391595" y="4166777"/>
                  </a:lnTo>
                  <a:lnTo>
                    <a:pt x="1391703" y="4166777"/>
                  </a:lnTo>
                  <a:lnTo>
                    <a:pt x="1391811" y="4166777"/>
                  </a:lnTo>
                  <a:lnTo>
                    <a:pt x="1391920" y="4166777"/>
                  </a:lnTo>
                  <a:lnTo>
                    <a:pt x="1392028" y="4166777"/>
                  </a:lnTo>
                  <a:lnTo>
                    <a:pt x="1392137" y="4166777"/>
                  </a:lnTo>
                  <a:lnTo>
                    <a:pt x="1392245" y="4166777"/>
                  </a:lnTo>
                  <a:lnTo>
                    <a:pt x="1392354" y="4166777"/>
                  </a:lnTo>
                  <a:lnTo>
                    <a:pt x="1392462" y="4166777"/>
                  </a:lnTo>
                  <a:lnTo>
                    <a:pt x="1392462" y="4166153"/>
                  </a:lnTo>
                  <a:lnTo>
                    <a:pt x="1392571" y="4166153"/>
                  </a:lnTo>
                  <a:lnTo>
                    <a:pt x="1392679" y="4166153"/>
                  </a:lnTo>
                  <a:lnTo>
                    <a:pt x="1392787" y="4166153"/>
                  </a:lnTo>
                  <a:lnTo>
                    <a:pt x="1392896" y="4166153"/>
                  </a:lnTo>
                  <a:lnTo>
                    <a:pt x="1393004" y="4166153"/>
                  </a:lnTo>
                  <a:lnTo>
                    <a:pt x="1393004" y="4165529"/>
                  </a:lnTo>
                  <a:lnTo>
                    <a:pt x="1393113" y="4165529"/>
                  </a:lnTo>
                  <a:lnTo>
                    <a:pt x="1393221" y="4165529"/>
                  </a:lnTo>
                  <a:lnTo>
                    <a:pt x="1393330" y="4165529"/>
                  </a:lnTo>
                  <a:lnTo>
                    <a:pt x="1393438" y="4165529"/>
                  </a:lnTo>
                  <a:lnTo>
                    <a:pt x="1393547" y="4165529"/>
                  </a:lnTo>
                  <a:lnTo>
                    <a:pt x="1393547" y="4164906"/>
                  </a:lnTo>
                  <a:lnTo>
                    <a:pt x="1393655" y="4164906"/>
                  </a:lnTo>
                  <a:lnTo>
                    <a:pt x="1393763" y="4164906"/>
                  </a:lnTo>
                  <a:lnTo>
                    <a:pt x="1393763" y="4164282"/>
                  </a:lnTo>
                  <a:lnTo>
                    <a:pt x="1393872" y="4164282"/>
                  </a:lnTo>
                  <a:lnTo>
                    <a:pt x="1393980" y="4164282"/>
                  </a:lnTo>
                  <a:lnTo>
                    <a:pt x="1393980" y="4163659"/>
                  </a:lnTo>
                  <a:lnTo>
                    <a:pt x="1393980" y="4163035"/>
                  </a:lnTo>
                  <a:lnTo>
                    <a:pt x="1394089" y="4163035"/>
                  </a:lnTo>
                  <a:lnTo>
                    <a:pt x="1394197" y="4163035"/>
                  </a:lnTo>
                  <a:lnTo>
                    <a:pt x="1394197" y="4162411"/>
                  </a:lnTo>
                  <a:lnTo>
                    <a:pt x="1394306" y="4162411"/>
                  </a:lnTo>
                  <a:lnTo>
                    <a:pt x="1394414" y="4162411"/>
                  </a:lnTo>
                  <a:lnTo>
                    <a:pt x="1394523" y="4162411"/>
                  </a:lnTo>
                  <a:lnTo>
                    <a:pt x="1394523" y="4161788"/>
                  </a:lnTo>
                  <a:lnTo>
                    <a:pt x="1394631" y="4161788"/>
                  </a:lnTo>
                  <a:lnTo>
                    <a:pt x="1394740" y="4161788"/>
                  </a:lnTo>
                  <a:lnTo>
                    <a:pt x="1394848" y="4161788"/>
                  </a:lnTo>
                  <a:lnTo>
                    <a:pt x="1394956" y="4161788"/>
                  </a:lnTo>
                  <a:lnTo>
                    <a:pt x="1394956" y="4161164"/>
                  </a:lnTo>
                  <a:lnTo>
                    <a:pt x="1395065" y="4161164"/>
                  </a:lnTo>
                  <a:lnTo>
                    <a:pt x="1395173" y="4161164"/>
                  </a:lnTo>
                  <a:lnTo>
                    <a:pt x="1395173" y="4160541"/>
                  </a:lnTo>
                  <a:lnTo>
                    <a:pt x="1395282" y="4160541"/>
                  </a:lnTo>
                  <a:lnTo>
                    <a:pt x="1395390" y="4160541"/>
                  </a:lnTo>
                  <a:lnTo>
                    <a:pt x="1395499" y="4160541"/>
                  </a:lnTo>
                  <a:lnTo>
                    <a:pt x="1395607" y="4160541"/>
                  </a:lnTo>
                  <a:lnTo>
                    <a:pt x="1395716" y="4160541"/>
                  </a:lnTo>
                  <a:lnTo>
                    <a:pt x="1395716" y="4159917"/>
                  </a:lnTo>
                  <a:lnTo>
                    <a:pt x="1395824" y="4159917"/>
                  </a:lnTo>
                  <a:lnTo>
                    <a:pt x="1395932" y="4159917"/>
                  </a:lnTo>
                  <a:lnTo>
                    <a:pt x="1396041" y="4159917"/>
                  </a:lnTo>
                  <a:lnTo>
                    <a:pt x="1396149" y="4159917"/>
                  </a:lnTo>
                  <a:lnTo>
                    <a:pt x="1396149" y="4159294"/>
                  </a:lnTo>
                  <a:lnTo>
                    <a:pt x="1396258" y="4159294"/>
                  </a:lnTo>
                  <a:lnTo>
                    <a:pt x="1396258" y="4158670"/>
                  </a:lnTo>
                  <a:lnTo>
                    <a:pt x="1396258" y="4158046"/>
                  </a:lnTo>
                  <a:lnTo>
                    <a:pt x="1396366" y="4158046"/>
                  </a:lnTo>
                  <a:lnTo>
                    <a:pt x="1396475" y="4158046"/>
                  </a:lnTo>
                  <a:lnTo>
                    <a:pt x="1396583" y="4158046"/>
                  </a:lnTo>
                  <a:lnTo>
                    <a:pt x="1396692" y="4158046"/>
                  </a:lnTo>
                  <a:lnTo>
                    <a:pt x="1396800" y="4158046"/>
                  </a:lnTo>
                  <a:lnTo>
                    <a:pt x="1396908" y="4158046"/>
                  </a:lnTo>
                  <a:lnTo>
                    <a:pt x="1397017" y="4158046"/>
                  </a:lnTo>
                  <a:lnTo>
                    <a:pt x="1397017" y="4157423"/>
                  </a:lnTo>
                  <a:lnTo>
                    <a:pt x="1397125" y="4157423"/>
                  </a:lnTo>
                  <a:lnTo>
                    <a:pt x="1397234" y="4157423"/>
                  </a:lnTo>
                  <a:lnTo>
                    <a:pt x="1397234" y="4156799"/>
                  </a:lnTo>
                  <a:lnTo>
                    <a:pt x="1397342" y="4156799"/>
                  </a:lnTo>
                  <a:lnTo>
                    <a:pt x="1397451" y="4156799"/>
                  </a:lnTo>
                  <a:lnTo>
                    <a:pt x="1397559" y="4156799"/>
                  </a:lnTo>
                  <a:lnTo>
                    <a:pt x="1397668" y="4156799"/>
                  </a:lnTo>
                  <a:lnTo>
                    <a:pt x="1397668" y="4156176"/>
                  </a:lnTo>
                  <a:lnTo>
                    <a:pt x="1397668" y="4155552"/>
                  </a:lnTo>
                  <a:lnTo>
                    <a:pt x="1397668" y="4154928"/>
                  </a:lnTo>
                  <a:lnTo>
                    <a:pt x="1397776" y="4154928"/>
                  </a:lnTo>
                  <a:lnTo>
                    <a:pt x="1397884" y="4154928"/>
                  </a:lnTo>
                  <a:lnTo>
                    <a:pt x="1397993" y="4154928"/>
                  </a:lnTo>
                  <a:lnTo>
                    <a:pt x="1398101" y="4154928"/>
                  </a:lnTo>
                  <a:lnTo>
                    <a:pt x="1398210" y="4154928"/>
                  </a:lnTo>
                  <a:lnTo>
                    <a:pt x="1398210" y="4154305"/>
                  </a:lnTo>
                  <a:lnTo>
                    <a:pt x="1398318" y="4154305"/>
                  </a:lnTo>
                  <a:lnTo>
                    <a:pt x="1398427" y="4154305"/>
                  </a:lnTo>
                  <a:lnTo>
                    <a:pt x="1398535" y="4154305"/>
                  </a:lnTo>
                  <a:lnTo>
                    <a:pt x="1398644" y="4154305"/>
                  </a:lnTo>
                  <a:lnTo>
                    <a:pt x="1398752" y="4154305"/>
                  </a:lnTo>
                  <a:lnTo>
                    <a:pt x="1398861" y="4154305"/>
                  </a:lnTo>
                  <a:lnTo>
                    <a:pt x="1398969" y="4154305"/>
                  </a:lnTo>
                  <a:lnTo>
                    <a:pt x="1399077" y="4154305"/>
                  </a:lnTo>
                  <a:lnTo>
                    <a:pt x="1399186" y="4154305"/>
                  </a:lnTo>
                  <a:lnTo>
                    <a:pt x="1399294" y="4154305"/>
                  </a:lnTo>
                  <a:lnTo>
                    <a:pt x="1399403" y="4154305"/>
                  </a:lnTo>
                  <a:lnTo>
                    <a:pt x="1399511" y="4154305"/>
                  </a:lnTo>
                  <a:lnTo>
                    <a:pt x="1399620" y="4154305"/>
                  </a:lnTo>
                  <a:lnTo>
                    <a:pt x="1399620" y="4153681"/>
                  </a:lnTo>
                  <a:lnTo>
                    <a:pt x="1399620" y="4153058"/>
                  </a:lnTo>
                  <a:lnTo>
                    <a:pt x="1399728" y="4153058"/>
                  </a:lnTo>
                  <a:lnTo>
                    <a:pt x="1399837" y="4153058"/>
                  </a:lnTo>
                  <a:lnTo>
                    <a:pt x="1399945" y="4153058"/>
                  </a:lnTo>
                  <a:lnTo>
                    <a:pt x="1400053" y="4153058"/>
                  </a:lnTo>
                  <a:lnTo>
                    <a:pt x="1400162" y="4153058"/>
                  </a:lnTo>
                  <a:lnTo>
                    <a:pt x="1400270" y="4153058"/>
                  </a:lnTo>
                  <a:lnTo>
                    <a:pt x="1400379" y="4153058"/>
                  </a:lnTo>
                  <a:lnTo>
                    <a:pt x="1400379" y="4152434"/>
                  </a:lnTo>
                  <a:lnTo>
                    <a:pt x="1400487" y="4152434"/>
                  </a:lnTo>
                  <a:lnTo>
                    <a:pt x="1400487" y="4151811"/>
                  </a:lnTo>
                  <a:lnTo>
                    <a:pt x="1400596" y="4151811"/>
                  </a:lnTo>
                  <a:lnTo>
                    <a:pt x="1400596" y="4151187"/>
                  </a:lnTo>
                  <a:lnTo>
                    <a:pt x="1400596" y="4150563"/>
                  </a:lnTo>
                  <a:lnTo>
                    <a:pt x="1400704" y="4150563"/>
                  </a:lnTo>
                  <a:lnTo>
                    <a:pt x="1400813" y="4150563"/>
                  </a:lnTo>
                  <a:lnTo>
                    <a:pt x="1400921" y="4150563"/>
                  </a:lnTo>
                  <a:lnTo>
                    <a:pt x="1401029" y="4150563"/>
                  </a:lnTo>
                  <a:lnTo>
                    <a:pt x="1401138" y="4150563"/>
                  </a:lnTo>
                  <a:lnTo>
                    <a:pt x="1401246" y="4150563"/>
                  </a:lnTo>
                  <a:lnTo>
                    <a:pt x="1401355" y="4150563"/>
                  </a:lnTo>
                  <a:lnTo>
                    <a:pt x="1401355" y="4149940"/>
                  </a:lnTo>
                  <a:lnTo>
                    <a:pt x="1401463" y="4149940"/>
                  </a:lnTo>
                  <a:lnTo>
                    <a:pt x="1401572" y="4149940"/>
                  </a:lnTo>
                  <a:lnTo>
                    <a:pt x="1401680" y="4149940"/>
                  </a:lnTo>
                  <a:lnTo>
                    <a:pt x="1401789" y="4149940"/>
                  </a:lnTo>
                  <a:lnTo>
                    <a:pt x="1401789" y="4149316"/>
                  </a:lnTo>
                  <a:lnTo>
                    <a:pt x="1401897" y="4149316"/>
                  </a:lnTo>
                  <a:lnTo>
                    <a:pt x="1402005" y="4149316"/>
                  </a:lnTo>
                  <a:lnTo>
                    <a:pt x="1402114" y="4149316"/>
                  </a:lnTo>
                  <a:lnTo>
                    <a:pt x="1402222" y="4149316"/>
                  </a:lnTo>
                  <a:lnTo>
                    <a:pt x="1402222" y="4148693"/>
                  </a:lnTo>
                  <a:lnTo>
                    <a:pt x="1402331" y="4148693"/>
                  </a:lnTo>
                  <a:lnTo>
                    <a:pt x="1402439" y="4148693"/>
                  </a:lnTo>
                  <a:lnTo>
                    <a:pt x="1402548" y="4148693"/>
                  </a:lnTo>
                  <a:lnTo>
                    <a:pt x="1402656" y="4148693"/>
                  </a:lnTo>
                  <a:lnTo>
                    <a:pt x="1402656" y="4148069"/>
                  </a:lnTo>
                  <a:lnTo>
                    <a:pt x="1402656" y="4147446"/>
                  </a:lnTo>
                  <a:lnTo>
                    <a:pt x="1402765" y="4147446"/>
                  </a:lnTo>
                  <a:lnTo>
                    <a:pt x="1402873" y="4147446"/>
                  </a:lnTo>
                  <a:lnTo>
                    <a:pt x="1402981" y="4147446"/>
                  </a:lnTo>
                  <a:lnTo>
                    <a:pt x="1403090" y="4147446"/>
                  </a:lnTo>
                  <a:lnTo>
                    <a:pt x="1403198" y="4147446"/>
                  </a:lnTo>
                  <a:lnTo>
                    <a:pt x="1403307" y="4147446"/>
                  </a:lnTo>
                  <a:lnTo>
                    <a:pt x="1403415" y="4147446"/>
                  </a:lnTo>
                  <a:lnTo>
                    <a:pt x="1403524" y="4147446"/>
                  </a:lnTo>
                  <a:lnTo>
                    <a:pt x="1403632" y="4147446"/>
                  </a:lnTo>
                  <a:lnTo>
                    <a:pt x="1403741" y="4147446"/>
                  </a:lnTo>
                  <a:lnTo>
                    <a:pt x="1403741" y="4146822"/>
                  </a:lnTo>
                  <a:lnTo>
                    <a:pt x="1403741" y="4146198"/>
                  </a:lnTo>
                  <a:lnTo>
                    <a:pt x="1403849" y="4146198"/>
                  </a:lnTo>
                  <a:lnTo>
                    <a:pt x="1403958" y="4146198"/>
                  </a:lnTo>
                  <a:lnTo>
                    <a:pt x="1404066" y="4146198"/>
                  </a:lnTo>
                  <a:lnTo>
                    <a:pt x="1404174" y="4146198"/>
                  </a:lnTo>
                  <a:lnTo>
                    <a:pt x="1404283" y="4146198"/>
                  </a:lnTo>
                  <a:lnTo>
                    <a:pt x="1404283" y="4145575"/>
                  </a:lnTo>
                  <a:lnTo>
                    <a:pt x="1404391" y="4145575"/>
                  </a:lnTo>
                  <a:lnTo>
                    <a:pt x="1404500" y="4145575"/>
                  </a:lnTo>
                  <a:lnTo>
                    <a:pt x="1404608" y="4145575"/>
                  </a:lnTo>
                  <a:lnTo>
                    <a:pt x="1404717" y="4145575"/>
                  </a:lnTo>
                  <a:lnTo>
                    <a:pt x="1404825" y="4145575"/>
                  </a:lnTo>
                  <a:lnTo>
                    <a:pt x="1404934" y="4145575"/>
                  </a:lnTo>
                  <a:lnTo>
                    <a:pt x="1404934" y="4144951"/>
                  </a:lnTo>
                  <a:lnTo>
                    <a:pt x="1404934" y="4144328"/>
                  </a:lnTo>
                  <a:lnTo>
                    <a:pt x="1405042" y="4144328"/>
                  </a:lnTo>
                  <a:lnTo>
                    <a:pt x="1405042" y="4143704"/>
                  </a:lnTo>
                  <a:lnTo>
                    <a:pt x="1405150" y="4143704"/>
                  </a:lnTo>
                  <a:lnTo>
                    <a:pt x="1405150" y="4143080"/>
                  </a:lnTo>
                  <a:lnTo>
                    <a:pt x="1405259" y="4143080"/>
                  </a:lnTo>
                  <a:lnTo>
                    <a:pt x="1405367" y="4143080"/>
                  </a:lnTo>
                  <a:lnTo>
                    <a:pt x="1405476" y="4143080"/>
                  </a:lnTo>
                  <a:lnTo>
                    <a:pt x="1405584" y="4143080"/>
                  </a:lnTo>
                  <a:lnTo>
                    <a:pt x="1405693" y="4143080"/>
                  </a:lnTo>
                  <a:lnTo>
                    <a:pt x="1405801" y="4143080"/>
                  </a:lnTo>
                  <a:lnTo>
                    <a:pt x="1405910" y="4143080"/>
                  </a:lnTo>
                  <a:lnTo>
                    <a:pt x="1406018" y="4143080"/>
                  </a:lnTo>
                  <a:lnTo>
                    <a:pt x="1406126" y="4143080"/>
                  </a:lnTo>
                  <a:lnTo>
                    <a:pt x="1406235" y="4143080"/>
                  </a:lnTo>
                  <a:lnTo>
                    <a:pt x="1406343" y="4143080"/>
                  </a:lnTo>
                  <a:lnTo>
                    <a:pt x="1406452" y="4143080"/>
                  </a:lnTo>
                  <a:lnTo>
                    <a:pt x="1406560" y="4143080"/>
                  </a:lnTo>
                  <a:lnTo>
                    <a:pt x="1406669" y="4143080"/>
                  </a:lnTo>
                  <a:lnTo>
                    <a:pt x="1406777" y="4143080"/>
                  </a:lnTo>
                  <a:lnTo>
                    <a:pt x="1406886" y="4143080"/>
                  </a:lnTo>
                  <a:lnTo>
                    <a:pt x="1406886" y="4142457"/>
                  </a:lnTo>
                  <a:lnTo>
                    <a:pt x="1406994" y="4142457"/>
                  </a:lnTo>
                  <a:lnTo>
                    <a:pt x="1407102" y="4142457"/>
                  </a:lnTo>
                  <a:lnTo>
                    <a:pt x="1407211" y="4142457"/>
                  </a:lnTo>
                  <a:lnTo>
                    <a:pt x="1407211" y="4141833"/>
                  </a:lnTo>
                  <a:lnTo>
                    <a:pt x="1407319" y="4141833"/>
                  </a:lnTo>
                  <a:lnTo>
                    <a:pt x="1407428" y="4141833"/>
                  </a:lnTo>
                  <a:lnTo>
                    <a:pt x="1407536" y="4141833"/>
                  </a:lnTo>
                  <a:lnTo>
                    <a:pt x="1407645" y="4141833"/>
                  </a:lnTo>
                  <a:lnTo>
                    <a:pt x="1407645" y="4141210"/>
                  </a:lnTo>
                  <a:lnTo>
                    <a:pt x="1407753" y="4141210"/>
                  </a:lnTo>
                  <a:lnTo>
                    <a:pt x="1407862" y="4141210"/>
                  </a:lnTo>
                  <a:lnTo>
                    <a:pt x="1407970" y="4141210"/>
                  </a:lnTo>
                  <a:lnTo>
                    <a:pt x="1408079" y="4141210"/>
                  </a:lnTo>
                  <a:lnTo>
                    <a:pt x="1408187" y="4141210"/>
                  </a:lnTo>
                  <a:lnTo>
                    <a:pt x="1408295" y="4141210"/>
                  </a:lnTo>
                  <a:lnTo>
                    <a:pt x="1408295" y="4140586"/>
                  </a:lnTo>
                  <a:lnTo>
                    <a:pt x="1408404" y="4140586"/>
                  </a:lnTo>
                  <a:lnTo>
                    <a:pt x="1408404" y="4139963"/>
                  </a:lnTo>
                  <a:lnTo>
                    <a:pt x="1408512" y="4139963"/>
                  </a:lnTo>
                  <a:lnTo>
                    <a:pt x="1408621" y="4139963"/>
                  </a:lnTo>
                  <a:lnTo>
                    <a:pt x="1408621" y="4139339"/>
                  </a:lnTo>
                  <a:lnTo>
                    <a:pt x="1408621" y="4138715"/>
                  </a:lnTo>
                  <a:lnTo>
                    <a:pt x="1408729" y="4138715"/>
                  </a:lnTo>
                  <a:lnTo>
                    <a:pt x="1408838" y="4138715"/>
                  </a:lnTo>
                  <a:lnTo>
                    <a:pt x="1408838" y="4138092"/>
                  </a:lnTo>
                  <a:lnTo>
                    <a:pt x="1408838" y="4137468"/>
                  </a:lnTo>
                  <a:lnTo>
                    <a:pt x="1408946" y="4137468"/>
                  </a:lnTo>
                  <a:lnTo>
                    <a:pt x="1408946" y="4136845"/>
                  </a:lnTo>
                  <a:lnTo>
                    <a:pt x="1409055" y="4136845"/>
                  </a:lnTo>
                  <a:lnTo>
                    <a:pt x="1409163" y="4136845"/>
                  </a:lnTo>
                  <a:lnTo>
                    <a:pt x="1409271" y="4136845"/>
                  </a:lnTo>
                  <a:lnTo>
                    <a:pt x="1409380" y="4136845"/>
                  </a:lnTo>
                  <a:lnTo>
                    <a:pt x="1409488" y="4136845"/>
                  </a:lnTo>
                  <a:lnTo>
                    <a:pt x="1409597" y="4136845"/>
                  </a:lnTo>
                  <a:lnTo>
                    <a:pt x="1409597" y="4136221"/>
                  </a:lnTo>
                  <a:lnTo>
                    <a:pt x="1409705" y="4136221"/>
                  </a:lnTo>
                  <a:lnTo>
                    <a:pt x="1409705" y="4135597"/>
                  </a:lnTo>
                  <a:lnTo>
                    <a:pt x="1409705" y="4134974"/>
                  </a:lnTo>
                  <a:lnTo>
                    <a:pt x="1409814" y="4134974"/>
                  </a:lnTo>
                  <a:lnTo>
                    <a:pt x="1409922" y="4134974"/>
                  </a:lnTo>
                  <a:lnTo>
                    <a:pt x="1410031" y="4134974"/>
                  </a:lnTo>
                  <a:lnTo>
                    <a:pt x="1410139" y="4134974"/>
                  </a:lnTo>
                  <a:lnTo>
                    <a:pt x="1410139" y="4134350"/>
                  </a:lnTo>
                  <a:lnTo>
                    <a:pt x="1410247" y="4134350"/>
                  </a:lnTo>
                  <a:lnTo>
                    <a:pt x="1410356" y="4134350"/>
                  </a:lnTo>
                  <a:lnTo>
                    <a:pt x="1410464" y="4134350"/>
                  </a:lnTo>
                  <a:lnTo>
                    <a:pt x="1410573" y="4134350"/>
                  </a:lnTo>
                  <a:lnTo>
                    <a:pt x="1410681" y="4134350"/>
                  </a:lnTo>
                  <a:lnTo>
                    <a:pt x="1410790" y="4134350"/>
                  </a:lnTo>
                  <a:lnTo>
                    <a:pt x="1410790" y="4133727"/>
                  </a:lnTo>
                  <a:lnTo>
                    <a:pt x="1410898" y="4133727"/>
                  </a:lnTo>
                  <a:lnTo>
                    <a:pt x="1411007" y="4133727"/>
                  </a:lnTo>
                  <a:lnTo>
                    <a:pt x="1411007" y="4133103"/>
                  </a:lnTo>
                  <a:lnTo>
                    <a:pt x="1411115" y="4133103"/>
                  </a:lnTo>
                  <a:lnTo>
                    <a:pt x="1411223" y="4133103"/>
                  </a:lnTo>
                  <a:lnTo>
                    <a:pt x="1411332" y="4133103"/>
                  </a:lnTo>
                  <a:lnTo>
                    <a:pt x="1411440" y="4133103"/>
                  </a:lnTo>
                  <a:lnTo>
                    <a:pt x="1411549" y="4133103"/>
                  </a:lnTo>
                  <a:lnTo>
                    <a:pt x="1411657" y="4133103"/>
                  </a:lnTo>
                  <a:lnTo>
                    <a:pt x="1411657" y="4132480"/>
                  </a:lnTo>
                  <a:lnTo>
                    <a:pt x="1411766" y="4132480"/>
                  </a:lnTo>
                  <a:lnTo>
                    <a:pt x="1411874" y="4132480"/>
                  </a:lnTo>
                  <a:lnTo>
                    <a:pt x="1411874" y="4131856"/>
                  </a:lnTo>
                  <a:lnTo>
                    <a:pt x="1411874" y="4131232"/>
                  </a:lnTo>
                  <a:lnTo>
                    <a:pt x="1411874" y="4130609"/>
                  </a:lnTo>
                  <a:lnTo>
                    <a:pt x="1411983" y="4130609"/>
                  </a:lnTo>
                  <a:lnTo>
                    <a:pt x="1412091" y="4130609"/>
                  </a:lnTo>
                  <a:lnTo>
                    <a:pt x="1412200" y="4130609"/>
                  </a:lnTo>
                  <a:lnTo>
                    <a:pt x="1412308" y="4130609"/>
                  </a:lnTo>
                  <a:lnTo>
                    <a:pt x="1412308" y="4129985"/>
                  </a:lnTo>
                  <a:lnTo>
                    <a:pt x="1412308" y="4129362"/>
                  </a:lnTo>
                  <a:lnTo>
                    <a:pt x="1412416" y="4129362"/>
                  </a:lnTo>
                  <a:lnTo>
                    <a:pt x="1412525" y="4129362"/>
                  </a:lnTo>
                  <a:lnTo>
                    <a:pt x="1412633" y="4129362"/>
                  </a:lnTo>
                  <a:lnTo>
                    <a:pt x="1412633" y="4128738"/>
                  </a:lnTo>
                  <a:lnTo>
                    <a:pt x="1412742" y="4128738"/>
                  </a:lnTo>
                  <a:lnTo>
                    <a:pt x="1412742" y="4128114"/>
                  </a:lnTo>
                  <a:lnTo>
                    <a:pt x="1412742" y="4127491"/>
                  </a:lnTo>
                  <a:lnTo>
                    <a:pt x="1412850" y="4127491"/>
                  </a:lnTo>
                  <a:lnTo>
                    <a:pt x="1412959" y="4127491"/>
                  </a:lnTo>
                  <a:lnTo>
                    <a:pt x="1413067" y="4127491"/>
                  </a:lnTo>
                  <a:lnTo>
                    <a:pt x="1413176" y="4127491"/>
                  </a:lnTo>
                  <a:lnTo>
                    <a:pt x="1413284" y="4127491"/>
                  </a:lnTo>
                  <a:lnTo>
                    <a:pt x="1413392" y="4127491"/>
                  </a:lnTo>
                  <a:lnTo>
                    <a:pt x="1413501" y="4127491"/>
                  </a:lnTo>
                  <a:lnTo>
                    <a:pt x="1413609" y="4127491"/>
                  </a:lnTo>
                  <a:lnTo>
                    <a:pt x="1413718" y="4127491"/>
                  </a:lnTo>
                  <a:lnTo>
                    <a:pt x="1413826" y="4127491"/>
                  </a:lnTo>
                  <a:lnTo>
                    <a:pt x="1413935" y="4127491"/>
                  </a:lnTo>
                  <a:lnTo>
                    <a:pt x="1414043" y="4127491"/>
                  </a:lnTo>
                  <a:lnTo>
                    <a:pt x="1414152" y="4127491"/>
                  </a:lnTo>
                  <a:lnTo>
                    <a:pt x="1414260" y="4127491"/>
                  </a:lnTo>
                  <a:lnTo>
                    <a:pt x="1414260" y="4126867"/>
                  </a:lnTo>
                  <a:lnTo>
                    <a:pt x="1414368" y="4126867"/>
                  </a:lnTo>
                  <a:lnTo>
                    <a:pt x="1414368" y="4126244"/>
                  </a:lnTo>
                  <a:lnTo>
                    <a:pt x="1414477" y="4126244"/>
                  </a:lnTo>
                  <a:lnTo>
                    <a:pt x="1414477" y="4125620"/>
                  </a:lnTo>
                  <a:lnTo>
                    <a:pt x="1414477" y="4124997"/>
                  </a:lnTo>
                  <a:lnTo>
                    <a:pt x="1414585" y="4124997"/>
                  </a:lnTo>
                  <a:lnTo>
                    <a:pt x="1414694" y="4124997"/>
                  </a:lnTo>
                  <a:lnTo>
                    <a:pt x="1414802" y="4124997"/>
                  </a:lnTo>
                  <a:lnTo>
                    <a:pt x="1414802" y="4124373"/>
                  </a:lnTo>
                  <a:lnTo>
                    <a:pt x="1414911" y="4124373"/>
                  </a:lnTo>
                  <a:lnTo>
                    <a:pt x="1415019" y="4124373"/>
                  </a:lnTo>
                  <a:lnTo>
                    <a:pt x="1415019" y="4123749"/>
                  </a:lnTo>
                  <a:lnTo>
                    <a:pt x="1415128" y="4123749"/>
                  </a:lnTo>
                  <a:lnTo>
                    <a:pt x="1415128" y="4123126"/>
                  </a:lnTo>
                  <a:lnTo>
                    <a:pt x="1415236" y="4123126"/>
                  </a:lnTo>
                  <a:lnTo>
                    <a:pt x="1415344" y="4123126"/>
                  </a:lnTo>
                  <a:lnTo>
                    <a:pt x="1415453" y="4123126"/>
                  </a:lnTo>
                  <a:lnTo>
                    <a:pt x="1415561" y="4123126"/>
                  </a:lnTo>
                  <a:lnTo>
                    <a:pt x="1415670" y="4123126"/>
                  </a:lnTo>
                  <a:lnTo>
                    <a:pt x="1415778" y="4123126"/>
                  </a:lnTo>
                  <a:lnTo>
                    <a:pt x="1415887" y="4123126"/>
                  </a:lnTo>
                  <a:lnTo>
                    <a:pt x="1415995" y="4123126"/>
                  </a:lnTo>
                  <a:lnTo>
                    <a:pt x="1415995" y="4122502"/>
                  </a:lnTo>
                  <a:lnTo>
                    <a:pt x="1416104" y="4122502"/>
                  </a:lnTo>
                  <a:lnTo>
                    <a:pt x="1416212" y="4122502"/>
                  </a:lnTo>
                  <a:lnTo>
                    <a:pt x="1416321" y="4122502"/>
                  </a:lnTo>
                  <a:lnTo>
                    <a:pt x="1416429" y="4122502"/>
                  </a:lnTo>
                  <a:lnTo>
                    <a:pt x="1416537" y="4122502"/>
                  </a:lnTo>
                  <a:lnTo>
                    <a:pt x="1416646" y="4122502"/>
                  </a:lnTo>
                  <a:lnTo>
                    <a:pt x="1416754" y="4122502"/>
                  </a:lnTo>
                  <a:lnTo>
                    <a:pt x="1416863" y="4122502"/>
                  </a:lnTo>
                  <a:lnTo>
                    <a:pt x="1416971" y="4122502"/>
                  </a:lnTo>
                  <a:lnTo>
                    <a:pt x="1417080" y="4122502"/>
                  </a:lnTo>
                  <a:lnTo>
                    <a:pt x="1417188" y="4122502"/>
                  </a:lnTo>
                  <a:lnTo>
                    <a:pt x="1417297" y="4122502"/>
                  </a:lnTo>
                  <a:lnTo>
                    <a:pt x="1417405" y="4122502"/>
                  </a:lnTo>
                  <a:lnTo>
                    <a:pt x="1417513" y="4122502"/>
                  </a:lnTo>
                  <a:lnTo>
                    <a:pt x="1417622" y="4122502"/>
                  </a:lnTo>
                  <a:lnTo>
                    <a:pt x="1417730" y="4122502"/>
                  </a:lnTo>
                  <a:lnTo>
                    <a:pt x="1417839" y="4122502"/>
                  </a:lnTo>
                  <a:lnTo>
                    <a:pt x="1417947" y="4122502"/>
                  </a:lnTo>
                  <a:lnTo>
                    <a:pt x="1418056" y="4122502"/>
                  </a:lnTo>
                  <a:lnTo>
                    <a:pt x="1418056" y="4121879"/>
                  </a:lnTo>
                  <a:lnTo>
                    <a:pt x="1418164" y="4121879"/>
                  </a:lnTo>
                  <a:lnTo>
                    <a:pt x="1418273" y="4121879"/>
                  </a:lnTo>
                  <a:lnTo>
                    <a:pt x="1418381" y="4121879"/>
                  </a:lnTo>
                  <a:lnTo>
                    <a:pt x="1418381" y="4121255"/>
                  </a:lnTo>
                  <a:lnTo>
                    <a:pt x="1418489" y="4121255"/>
                  </a:lnTo>
                  <a:lnTo>
                    <a:pt x="1418598" y="4121255"/>
                  </a:lnTo>
                  <a:lnTo>
                    <a:pt x="1418706" y="4121255"/>
                  </a:lnTo>
                  <a:lnTo>
                    <a:pt x="1418706" y="4120631"/>
                  </a:lnTo>
                  <a:lnTo>
                    <a:pt x="1418706" y="4120008"/>
                  </a:lnTo>
                  <a:lnTo>
                    <a:pt x="1418815" y="4120008"/>
                  </a:lnTo>
                  <a:lnTo>
                    <a:pt x="1418923" y="4120008"/>
                  </a:lnTo>
                  <a:lnTo>
                    <a:pt x="1418923" y="4119384"/>
                  </a:lnTo>
                  <a:lnTo>
                    <a:pt x="1419032" y="4119384"/>
                  </a:lnTo>
                  <a:lnTo>
                    <a:pt x="1419140" y="4119384"/>
                  </a:lnTo>
                  <a:lnTo>
                    <a:pt x="1419249" y="4119384"/>
                  </a:lnTo>
                  <a:lnTo>
                    <a:pt x="1419357" y="4119384"/>
                  </a:lnTo>
                  <a:lnTo>
                    <a:pt x="1419465" y="4119384"/>
                  </a:lnTo>
                  <a:lnTo>
                    <a:pt x="1419574" y="4119384"/>
                  </a:lnTo>
                  <a:lnTo>
                    <a:pt x="1419682" y="4119384"/>
                  </a:lnTo>
                  <a:lnTo>
                    <a:pt x="1419791" y="4119384"/>
                  </a:lnTo>
                  <a:lnTo>
                    <a:pt x="1419899" y="4119384"/>
                  </a:lnTo>
                  <a:lnTo>
                    <a:pt x="1420008" y="4119384"/>
                  </a:lnTo>
                  <a:lnTo>
                    <a:pt x="1420008" y="4118761"/>
                  </a:lnTo>
                  <a:lnTo>
                    <a:pt x="1420116" y="4118761"/>
                  </a:lnTo>
                  <a:lnTo>
                    <a:pt x="1420225" y="4118761"/>
                  </a:lnTo>
                  <a:lnTo>
                    <a:pt x="1420225" y="4118137"/>
                  </a:lnTo>
                  <a:lnTo>
                    <a:pt x="1420333" y="4118137"/>
                  </a:lnTo>
                  <a:lnTo>
                    <a:pt x="1420442" y="4118137"/>
                  </a:lnTo>
                  <a:lnTo>
                    <a:pt x="1420442" y="4117514"/>
                  </a:lnTo>
                  <a:lnTo>
                    <a:pt x="1420550" y="4117514"/>
                  </a:lnTo>
                  <a:lnTo>
                    <a:pt x="1420658" y="4117514"/>
                  </a:lnTo>
                  <a:lnTo>
                    <a:pt x="1420767" y="4117514"/>
                  </a:lnTo>
                  <a:lnTo>
                    <a:pt x="1420875" y="4117514"/>
                  </a:lnTo>
                  <a:lnTo>
                    <a:pt x="1420875" y="4116890"/>
                  </a:lnTo>
                  <a:lnTo>
                    <a:pt x="1420984" y="4116890"/>
                  </a:lnTo>
                  <a:lnTo>
                    <a:pt x="1421092" y="4116890"/>
                  </a:lnTo>
                  <a:lnTo>
                    <a:pt x="1421201" y="4116890"/>
                  </a:lnTo>
                  <a:lnTo>
                    <a:pt x="1421309" y="4116890"/>
                  </a:lnTo>
                  <a:lnTo>
                    <a:pt x="1421418" y="4116890"/>
                  </a:lnTo>
                  <a:lnTo>
                    <a:pt x="1421526" y="4116890"/>
                  </a:lnTo>
                  <a:lnTo>
                    <a:pt x="1421634" y="4116890"/>
                  </a:lnTo>
                  <a:lnTo>
                    <a:pt x="1421743" y="4116890"/>
                  </a:lnTo>
                  <a:lnTo>
                    <a:pt x="1421851" y="4116890"/>
                  </a:lnTo>
                  <a:lnTo>
                    <a:pt x="1421960" y="4116890"/>
                  </a:lnTo>
                  <a:lnTo>
                    <a:pt x="1421960" y="4116266"/>
                  </a:lnTo>
                  <a:lnTo>
                    <a:pt x="1422068" y="4116266"/>
                  </a:lnTo>
                  <a:lnTo>
                    <a:pt x="1422177" y="4116266"/>
                  </a:lnTo>
                  <a:lnTo>
                    <a:pt x="1422285" y="4116266"/>
                  </a:lnTo>
                  <a:lnTo>
                    <a:pt x="1422394" y="4116266"/>
                  </a:lnTo>
                  <a:lnTo>
                    <a:pt x="1422502" y="4116266"/>
                  </a:lnTo>
                  <a:lnTo>
                    <a:pt x="1422610" y="4116266"/>
                  </a:lnTo>
                  <a:lnTo>
                    <a:pt x="1422719" y="4116266"/>
                  </a:lnTo>
                  <a:lnTo>
                    <a:pt x="1422719" y="4115643"/>
                  </a:lnTo>
                  <a:lnTo>
                    <a:pt x="1422827" y="4115643"/>
                  </a:lnTo>
                  <a:lnTo>
                    <a:pt x="1422936" y="4115643"/>
                  </a:lnTo>
                  <a:lnTo>
                    <a:pt x="1423044" y="4115643"/>
                  </a:lnTo>
                  <a:lnTo>
                    <a:pt x="1423153" y="4115643"/>
                  </a:lnTo>
                  <a:lnTo>
                    <a:pt x="1423261" y="4115643"/>
                  </a:lnTo>
                  <a:lnTo>
                    <a:pt x="1423370" y="4115643"/>
                  </a:lnTo>
                  <a:lnTo>
                    <a:pt x="1423370" y="4115019"/>
                  </a:lnTo>
                  <a:lnTo>
                    <a:pt x="1423478" y="4115019"/>
                  </a:lnTo>
                  <a:lnTo>
                    <a:pt x="1423586" y="4115019"/>
                  </a:lnTo>
                  <a:lnTo>
                    <a:pt x="1423695" y="4115019"/>
                  </a:lnTo>
                  <a:lnTo>
                    <a:pt x="1423803" y="4115019"/>
                  </a:lnTo>
                  <a:lnTo>
                    <a:pt x="1423803" y="4114396"/>
                  </a:lnTo>
                  <a:lnTo>
                    <a:pt x="1423912" y="4114396"/>
                  </a:lnTo>
                  <a:lnTo>
                    <a:pt x="1424020" y="4114396"/>
                  </a:lnTo>
                  <a:lnTo>
                    <a:pt x="1424129" y="4114396"/>
                  </a:lnTo>
                  <a:lnTo>
                    <a:pt x="1424237" y="4114396"/>
                  </a:lnTo>
                  <a:lnTo>
                    <a:pt x="1424346" y="4114396"/>
                  </a:lnTo>
                  <a:lnTo>
                    <a:pt x="1424454" y="4114396"/>
                  </a:lnTo>
                  <a:lnTo>
                    <a:pt x="1424562" y="4114396"/>
                  </a:lnTo>
                  <a:lnTo>
                    <a:pt x="1424562" y="4113772"/>
                  </a:lnTo>
                  <a:lnTo>
                    <a:pt x="1424671" y="4113772"/>
                  </a:lnTo>
                  <a:lnTo>
                    <a:pt x="1424779" y="4113772"/>
                  </a:lnTo>
                  <a:lnTo>
                    <a:pt x="1424888" y="4113772"/>
                  </a:lnTo>
                  <a:lnTo>
                    <a:pt x="1424996" y="4113772"/>
                  </a:lnTo>
                  <a:lnTo>
                    <a:pt x="1425105" y="4113772"/>
                  </a:lnTo>
                  <a:lnTo>
                    <a:pt x="1425105" y="4113148"/>
                  </a:lnTo>
                  <a:lnTo>
                    <a:pt x="1425105" y="4112525"/>
                  </a:lnTo>
                  <a:lnTo>
                    <a:pt x="1425213" y="4112525"/>
                  </a:lnTo>
                  <a:lnTo>
                    <a:pt x="1425322" y="4112525"/>
                  </a:lnTo>
                  <a:lnTo>
                    <a:pt x="1425322" y="4111901"/>
                  </a:lnTo>
                  <a:lnTo>
                    <a:pt x="1425430" y="4111901"/>
                  </a:lnTo>
                  <a:lnTo>
                    <a:pt x="1425539" y="4111901"/>
                  </a:lnTo>
                  <a:lnTo>
                    <a:pt x="1425647" y="4111901"/>
                  </a:lnTo>
                  <a:lnTo>
                    <a:pt x="1425755" y="4111901"/>
                  </a:lnTo>
                  <a:lnTo>
                    <a:pt x="1425864" y="4111901"/>
                  </a:lnTo>
                  <a:lnTo>
                    <a:pt x="1425972" y="4111901"/>
                  </a:lnTo>
                  <a:lnTo>
                    <a:pt x="1426081" y="4111901"/>
                  </a:lnTo>
                  <a:lnTo>
                    <a:pt x="1426189" y="4111901"/>
                  </a:lnTo>
                  <a:lnTo>
                    <a:pt x="1426298" y="4111901"/>
                  </a:lnTo>
                  <a:lnTo>
                    <a:pt x="1426406" y="4111901"/>
                  </a:lnTo>
                  <a:lnTo>
                    <a:pt x="1426515" y="4111901"/>
                  </a:lnTo>
                  <a:lnTo>
                    <a:pt x="1426515" y="4111278"/>
                  </a:lnTo>
                  <a:lnTo>
                    <a:pt x="1426623" y="4111278"/>
                  </a:lnTo>
                  <a:lnTo>
                    <a:pt x="1426731" y="4111278"/>
                  </a:lnTo>
                  <a:lnTo>
                    <a:pt x="1426731" y="4110654"/>
                  </a:lnTo>
                  <a:lnTo>
                    <a:pt x="1426840" y="4110654"/>
                  </a:lnTo>
                  <a:lnTo>
                    <a:pt x="1426948" y="4110654"/>
                  </a:lnTo>
                  <a:lnTo>
                    <a:pt x="1426948" y="4110031"/>
                  </a:lnTo>
                  <a:lnTo>
                    <a:pt x="1427057" y="4110031"/>
                  </a:lnTo>
                  <a:lnTo>
                    <a:pt x="1427057" y="4109407"/>
                  </a:lnTo>
                  <a:lnTo>
                    <a:pt x="1427165" y="4109407"/>
                  </a:lnTo>
                  <a:lnTo>
                    <a:pt x="1427274" y="4109407"/>
                  </a:lnTo>
                  <a:lnTo>
                    <a:pt x="1427274" y="4108783"/>
                  </a:lnTo>
                  <a:lnTo>
                    <a:pt x="1427274" y="4108160"/>
                  </a:lnTo>
                  <a:lnTo>
                    <a:pt x="1427382" y="4108160"/>
                  </a:lnTo>
                  <a:lnTo>
                    <a:pt x="1427491" y="4108160"/>
                  </a:lnTo>
                  <a:lnTo>
                    <a:pt x="1427599" y="4108160"/>
                  </a:lnTo>
                  <a:lnTo>
                    <a:pt x="1427599" y="4107536"/>
                  </a:lnTo>
                  <a:lnTo>
                    <a:pt x="1427707" y="4107536"/>
                  </a:lnTo>
                  <a:lnTo>
                    <a:pt x="1427816" y="4107536"/>
                  </a:lnTo>
                  <a:lnTo>
                    <a:pt x="1427816" y="4106913"/>
                  </a:lnTo>
                  <a:lnTo>
                    <a:pt x="1427924" y="4106913"/>
                  </a:lnTo>
                  <a:lnTo>
                    <a:pt x="1428033" y="4106913"/>
                  </a:lnTo>
                  <a:lnTo>
                    <a:pt x="1428141" y="4106913"/>
                  </a:lnTo>
                  <a:lnTo>
                    <a:pt x="1428250" y="4106913"/>
                  </a:lnTo>
                  <a:lnTo>
                    <a:pt x="1428358" y="4106913"/>
                  </a:lnTo>
                  <a:lnTo>
                    <a:pt x="1428467" y="4106913"/>
                  </a:lnTo>
                  <a:lnTo>
                    <a:pt x="1428575" y="4106913"/>
                  </a:lnTo>
                  <a:lnTo>
                    <a:pt x="1428683" y="4106913"/>
                  </a:lnTo>
                  <a:lnTo>
                    <a:pt x="1428792" y="4106913"/>
                  </a:lnTo>
                  <a:lnTo>
                    <a:pt x="1428792" y="4106289"/>
                  </a:lnTo>
                  <a:lnTo>
                    <a:pt x="1428900" y="4106289"/>
                  </a:lnTo>
                  <a:lnTo>
                    <a:pt x="1429009" y="4106289"/>
                  </a:lnTo>
                  <a:lnTo>
                    <a:pt x="1429117" y="4106289"/>
                  </a:lnTo>
                  <a:lnTo>
                    <a:pt x="1429226" y="4106289"/>
                  </a:lnTo>
                  <a:lnTo>
                    <a:pt x="1429334" y="4106289"/>
                  </a:lnTo>
                  <a:lnTo>
                    <a:pt x="1429443" y="4106289"/>
                  </a:lnTo>
                  <a:lnTo>
                    <a:pt x="1429551" y="4106289"/>
                  </a:lnTo>
                  <a:lnTo>
                    <a:pt x="1429660" y="4106289"/>
                  </a:lnTo>
                  <a:lnTo>
                    <a:pt x="1429768" y="4106289"/>
                  </a:lnTo>
                  <a:lnTo>
                    <a:pt x="1429876" y="4106289"/>
                  </a:lnTo>
                  <a:lnTo>
                    <a:pt x="1429985" y="4106289"/>
                  </a:lnTo>
                  <a:lnTo>
                    <a:pt x="1430093" y="4106289"/>
                  </a:lnTo>
                  <a:lnTo>
                    <a:pt x="1430093" y="4105665"/>
                  </a:lnTo>
                  <a:lnTo>
                    <a:pt x="1430093" y="4105042"/>
                  </a:lnTo>
                  <a:lnTo>
                    <a:pt x="1430202" y="4105042"/>
                  </a:lnTo>
                  <a:lnTo>
                    <a:pt x="1430310" y="4105042"/>
                  </a:lnTo>
                  <a:lnTo>
                    <a:pt x="1430419" y="4105042"/>
                  </a:lnTo>
                  <a:lnTo>
                    <a:pt x="1430419" y="4104418"/>
                  </a:lnTo>
                  <a:lnTo>
                    <a:pt x="1430527" y="4104418"/>
                  </a:lnTo>
                  <a:lnTo>
                    <a:pt x="1430636" y="4104418"/>
                  </a:lnTo>
                  <a:lnTo>
                    <a:pt x="1430744" y="4104418"/>
                  </a:lnTo>
                  <a:lnTo>
                    <a:pt x="1430852" y="4104418"/>
                  </a:lnTo>
                  <a:lnTo>
                    <a:pt x="1430961" y="4104418"/>
                  </a:lnTo>
                  <a:lnTo>
                    <a:pt x="1431069" y="4104418"/>
                  </a:lnTo>
                  <a:lnTo>
                    <a:pt x="1431178" y="4104418"/>
                  </a:lnTo>
                  <a:lnTo>
                    <a:pt x="1431286" y="4104418"/>
                  </a:lnTo>
                  <a:lnTo>
                    <a:pt x="1431395" y="4104418"/>
                  </a:lnTo>
                  <a:lnTo>
                    <a:pt x="1431503" y="4104418"/>
                  </a:lnTo>
                  <a:lnTo>
                    <a:pt x="1431612" y="4104418"/>
                  </a:lnTo>
                  <a:lnTo>
                    <a:pt x="1431612" y="4103795"/>
                  </a:lnTo>
                  <a:lnTo>
                    <a:pt x="1431720" y="4103795"/>
                  </a:lnTo>
                  <a:lnTo>
                    <a:pt x="1431828" y="4103795"/>
                  </a:lnTo>
                  <a:lnTo>
                    <a:pt x="1431937" y="4103795"/>
                  </a:lnTo>
                  <a:lnTo>
                    <a:pt x="1432045" y="4103795"/>
                  </a:lnTo>
                  <a:lnTo>
                    <a:pt x="1432045" y="4103171"/>
                  </a:lnTo>
                  <a:lnTo>
                    <a:pt x="1432045" y="4102548"/>
                  </a:lnTo>
                  <a:lnTo>
                    <a:pt x="1432045" y="4101924"/>
                  </a:lnTo>
                  <a:lnTo>
                    <a:pt x="1432154" y="4101924"/>
                  </a:lnTo>
                  <a:lnTo>
                    <a:pt x="1432154" y="4101300"/>
                  </a:lnTo>
                  <a:lnTo>
                    <a:pt x="1432262" y="4101300"/>
                  </a:lnTo>
                  <a:lnTo>
                    <a:pt x="1432371" y="4101300"/>
                  </a:lnTo>
                  <a:lnTo>
                    <a:pt x="1432479" y="4101300"/>
                  </a:lnTo>
                  <a:lnTo>
                    <a:pt x="1432588" y="4101300"/>
                  </a:lnTo>
                  <a:lnTo>
                    <a:pt x="1432696" y="4101300"/>
                  </a:lnTo>
                  <a:lnTo>
                    <a:pt x="1432696" y="4100677"/>
                  </a:lnTo>
                  <a:lnTo>
                    <a:pt x="1432804" y="4100677"/>
                  </a:lnTo>
                  <a:lnTo>
                    <a:pt x="1432913" y="4100677"/>
                  </a:lnTo>
                  <a:lnTo>
                    <a:pt x="1433021" y="4100677"/>
                  </a:lnTo>
                  <a:lnTo>
                    <a:pt x="1433130" y="4100677"/>
                  </a:lnTo>
                  <a:lnTo>
                    <a:pt x="1433238" y="4100677"/>
                  </a:lnTo>
                  <a:lnTo>
                    <a:pt x="1433347" y="4100677"/>
                  </a:lnTo>
                  <a:lnTo>
                    <a:pt x="1433455" y="4100677"/>
                  </a:lnTo>
                  <a:lnTo>
                    <a:pt x="1433564" y="4100677"/>
                  </a:lnTo>
                  <a:lnTo>
                    <a:pt x="1433672" y="4100677"/>
                  </a:lnTo>
                  <a:lnTo>
                    <a:pt x="1433781" y="4100677"/>
                  </a:lnTo>
                  <a:lnTo>
                    <a:pt x="1433889" y="4100677"/>
                  </a:lnTo>
                  <a:lnTo>
                    <a:pt x="1433997" y="4100677"/>
                  </a:lnTo>
                  <a:lnTo>
                    <a:pt x="1434106" y="4100677"/>
                  </a:lnTo>
                  <a:lnTo>
                    <a:pt x="1434214" y="4100677"/>
                  </a:lnTo>
                  <a:lnTo>
                    <a:pt x="1434323" y="4100677"/>
                  </a:lnTo>
                  <a:lnTo>
                    <a:pt x="1434431" y="4100677"/>
                  </a:lnTo>
                  <a:lnTo>
                    <a:pt x="1434540" y="4100677"/>
                  </a:lnTo>
                  <a:lnTo>
                    <a:pt x="1434648" y="4100677"/>
                  </a:lnTo>
                  <a:lnTo>
                    <a:pt x="1434648" y="4100053"/>
                  </a:lnTo>
                  <a:lnTo>
                    <a:pt x="1434757" y="4100053"/>
                  </a:lnTo>
                  <a:lnTo>
                    <a:pt x="1434865" y="4100053"/>
                  </a:lnTo>
                  <a:lnTo>
                    <a:pt x="1434865" y="4099430"/>
                  </a:lnTo>
                  <a:lnTo>
                    <a:pt x="1434973" y="4099430"/>
                  </a:lnTo>
                  <a:lnTo>
                    <a:pt x="1435082" y="4099430"/>
                  </a:lnTo>
                  <a:lnTo>
                    <a:pt x="1435082" y="4098806"/>
                  </a:lnTo>
                  <a:lnTo>
                    <a:pt x="1435190" y="4098806"/>
                  </a:lnTo>
                  <a:lnTo>
                    <a:pt x="1435299" y="4098806"/>
                  </a:lnTo>
                  <a:lnTo>
                    <a:pt x="1435299" y="4098183"/>
                  </a:lnTo>
                  <a:lnTo>
                    <a:pt x="1435407" y="4098183"/>
                  </a:lnTo>
                  <a:lnTo>
                    <a:pt x="1435516" y="4098183"/>
                  </a:lnTo>
                  <a:lnTo>
                    <a:pt x="1435516" y="4097559"/>
                  </a:lnTo>
                  <a:lnTo>
                    <a:pt x="1435624" y="4097559"/>
                  </a:lnTo>
                  <a:lnTo>
                    <a:pt x="1435733" y="4097559"/>
                  </a:lnTo>
                  <a:lnTo>
                    <a:pt x="1435841" y="4097559"/>
                  </a:lnTo>
                  <a:lnTo>
                    <a:pt x="1435949" y="4097559"/>
                  </a:lnTo>
                  <a:lnTo>
                    <a:pt x="1435949" y="4096935"/>
                  </a:lnTo>
                  <a:lnTo>
                    <a:pt x="1436058" y="4096935"/>
                  </a:lnTo>
                  <a:lnTo>
                    <a:pt x="1436166" y="4096935"/>
                  </a:lnTo>
                  <a:lnTo>
                    <a:pt x="1436275" y="4096935"/>
                  </a:lnTo>
                  <a:lnTo>
                    <a:pt x="1436383" y="4096935"/>
                  </a:lnTo>
                  <a:lnTo>
                    <a:pt x="1436492" y="4096935"/>
                  </a:lnTo>
                  <a:lnTo>
                    <a:pt x="1436492" y="4096312"/>
                  </a:lnTo>
                  <a:lnTo>
                    <a:pt x="1436600" y="4096312"/>
                  </a:lnTo>
                  <a:lnTo>
                    <a:pt x="1436709" y="4096312"/>
                  </a:lnTo>
                  <a:lnTo>
                    <a:pt x="1436817" y="4096312"/>
                  </a:lnTo>
                  <a:lnTo>
                    <a:pt x="1436925" y="4096312"/>
                  </a:lnTo>
                  <a:lnTo>
                    <a:pt x="1436925" y="4095688"/>
                  </a:lnTo>
                  <a:lnTo>
                    <a:pt x="1437034" y="4095688"/>
                  </a:lnTo>
                  <a:lnTo>
                    <a:pt x="1437142" y="4095688"/>
                  </a:lnTo>
                  <a:lnTo>
                    <a:pt x="1437251" y="4095688"/>
                  </a:lnTo>
                  <a:lnTo>
                    <a:pt x="1437251" y="4095065"/>
                  </a:lnTo>
                  <a:lnTo>
                    <a:pt x="1437359" y="4095065"/>
                  </a:lnTo>
                  <a:lnTo>
                    <a:pt x="1437468" y="4095065"/>
                  </a:lnTo>
                  <a:lnTo>
                    <a:pt x="1437576" y="4095065"/>
                  </a:lnTo>
                  <a:lnTo>
                    <a:pt x="1437685" y="4095065"/>
                  </a:lnTo>
                  <a:lnTo>
                    <a:pt x="1437793" y="4095065"/>
                  </a:lnTo>
                  <a:lnTo>
                    <a:pt x="1437902" y="4095065"/>
                  </a:lnTo>
                  <a:lnTo>
                    <a:pt x="1438010" y="4095065"/>
                  </a:lnTo>
                  <a:lnTo>
                    <a:pt x="1438118" y="4095065"/>
                  </a:lnTo>
                  <a:lnTo>
                    <a:pt x="1438227" y="4095065"/>
                  </a:lnTo>
                  <a:lnTo>
                    <a:pt x="1438335" y="4095065"/>
                  </a:lnTo>
                  <a:lnTo>
                    <a:pt x="1438444" y="4095065"/>
                  </a:lnTo>
                  <a:lnTo>
                    <a:pt x="1438552" y="4095065"/>
                  </a:lnTo>
                  <a:lnTo>
                    <a:pt x="1438661" y="4095065"/>
                  </a:lnTo>
                  <a:lnTo>
                    <a:pt x="1438661" y="4094441"/>
                  </a:lnTo>
                  <a:lnTo>
                    <a:pt x="1438769" y="4094441"/>
                  </a:lnTo>
                  <a:lnTo>
                    <a:pt x="1438878" y="4094441"/>
                  </a:lnTo>
                  <a:lnTo>
                    <a:pt x="1438986" y="4094441"/>
                  </a:lnTo>
                  <a:lnTo>
                    <a:pt x="1439094" y="4094441"/>
                  </a:lnTo>
                  <a:lnTo>
                    <a:pt x="1439203" y="4094441"/>
                  </a:lnTo>
                  <a:lnTo>
                    <a:pt x="1439311" y="4094441"/>
                  </a:lnTo>
                  <a:lnTo>
                    <a:pt x="1439420" y="4094441"/>
                  </a:lnTo>
                  <a:lnTo>
                    <a:pt x="1439528" y="4094441"/>
                  </a:lnTo>
                  <a:lnTo>
                    <a:pt x="1439637" y="4094441"/>
                  </a:lnTo>
                  <a:lnTo>
                    <a:pt x="1439745" y="4094441"/>
                  </a:lnTo>
                  <a:lnTo>
                    <a:pt x="1439854" y="4094441"/>
                  </a:lnTo>
                  <a:lnTo>
                    <a:pt x="1439962" y="4094441"/>
                  </a:lnTo>
                  <a:lnTo>
                    <a:pt x="1440070" y="4094441"/>
                  </a:lnTo>
                  <a:lnTo>
                    <a:pt x="1440179" y="4094441"/>
                  </a:lnTo>
                  <a:lnTo>
                    <a:pt x="1440287" y="4094441"/>
                  </a:lnTo>
                  <a:lnTo>
                    <a:pt x="1440396" y="4094441"/>
                  </a:lnTo>
                  <a:lnTo>
                    <a:pt x="1440504" y="4094441"/>
                  </a:lnTo>
                  <a:lnTo>
                    <a:pt x="1440613" y="4094441"/>
                  </a:lnTo>
                  <a:lnTo>
                    <a:pt x="1440721" y="4094441"/>
                  </a:lnTo>
                  <a:lnTo>
                    <a:pt x="1440721" y="4093817"/>
                  </a:lnTo>
                  <a:lnTo>
                    <a:pt x="1440830" y="4093817"/>
                  </a:lnTo>
                  <a:lnTo>
                    <a:pt x="1440938" y="4093817"/>
                  </a:lnTo>
                  <a:lnTo>
                    <a:pt x="1440938" y="4093194"/>
                  </a:lnTo>
                  <a:lnTo>
                    <a:pt x="1441046" y="4093194"/>
                  </a:lnTo>
                  <a:lnTo>
                    <a:pt x="1441155" y="4093194"/>
                  </a:lnTo>
                  <a:lnTo>
                    <a:pt x="1441263" y="4093194"/>
                  </a:lnTo>
                  <a:lnTo>
                    <a:pt x="1441372" y="4093194"/>
                  </a:lnTo>
                  <a:lnTo>
                    <a:pt x="1441480" y="4093194"/>
                  </a:lnTo>
                  <a:lnTo>
                    <a:pt x="1441589" y="4093194"/>
                  </a:lnTo>
                  <a:lnTo>
                    <a:pt x="1441697" y="4093194"/>
                  </a:lnTo>
                  <a:lnTo>
                    <a:pt x="1441806" y="4093194"/>
                  </a:lnTo>
                  <a:lnTo>
                    <a:pt x="1441914" y="4093194"/>
                  </a:lnTo>
                  <a:lnTo>
                    <a:pt x="1442023" y="4093194"/>
                  </a:lnTo>
                  <a:lnTo>
                    <a:pt x="1442131" y="4093194"/>
                  </a:lnTo>
                  <a:lnTo>
                    <a:pt x="1442131" y="4092570"/>
                  </a:lnTo>
                  <a:lnTo>
                    <a:pt x="1442239" y="4092570"/>
                  </a:lnTo>
                  <a:lnTo>
                    <a:pt x="1442348" y="4092570"/>
                  </a:lnTo>
                  <a:lnTo>
                    <a:pt x="1442456" y="4092570"/>
                  </a:lnTo>
                  <a:lnTo>
                    <a:pt x="1442565" y="4092570"/>
                  </a:lnTo>
                  <a:lnTo>
                    <a:pt x="1442673" y="4092570"/>
                  </a:lnTo>
                  <a:lnTo>
                    <a:pt x="1442782" y="4092570"/>
                  </a:lnTo>
                  <a:lnTo>
                    <a:pt x="1442890" y="4092570"/>
                  </a:lnTo>
                  <a:lnTo>
                    <a:pt x="1442999" y="4092570"/>
                  </a:lnTo>
                  <a:lnTo>
                    <a:pt x="1443107" y="4092570"/>
                  </a:lnTo>
                  <a:lnTo>
                    <a:pt x="1443215" y="4092570"/>
                  </a:lnTo>
                  <a:lnTo>
                    <a:pt x="1443215" y="4091947"/>
                  </a:lnTo>
                  <a:lnTo>
                    <a:pt x="1443324" y="4091947"/>
                  </a:lnTo>
                  <a:lnTo>
                    <a:pt x="1443324" y="4091323"/>
                  </a:lnTo>
                  <a:lnTo>
                    <a:pt x="1443432" y="4091323"/>
                  </a:lnTo>
                  <a:lnTo>
                    <a:pt x="1443541" y="4091323"/>
                  </a:lnTo>
                  <a:lnTo>
                    <a:pt x="1443649" y="4091323"/>
                  </a:lnTo>
                  <a:lnTo>
                    <a:pt x="1443758" y="4091323"/>
                  </a:lnTo>
                  <a:lnTo>
                    <a:pt x="1443866" y="4091323"/>
                  </a:lnTo>
                  <a:lnTo>
                    <a:pt x="1443866" y="4090700"/>
                  </a:lnTo>
                  <a:lnTo>
                    <a:pt x="1443975" y="4090700"/>
                  </a:lnTo>
                  <a:lnTo>
                    <a:pt x="1444083" y="4090700"/>
                  </a:lnTo>
                  <a:lnTo>
                    <a:pt x="1444191" y="4090700"/>
                  </a:lnTo>
                  <a:lnTo>
                    <a:pt x="1444300" y="4090700"/>
                  </a:lnTo>
                  <a:lnTo>
                    <a:pt x="1444300" y="4090076"/>
                  </a:lnTo>
                  <a:lnTo>
                    <a:pt x="1444408" y="4090076"/>
                  </a:lnTo>
                  <a:lnTo>
                    <a:pt x="1444517" y="4090076"/>
                  </a:lnTo>
                  <a:lnTo>
                    <a:pt x="1444625" y="4090076"/>
                  </a:lnTo>
                  <a:lnTo>
                    <a:pt x="1444734" y="4090076"/>
                  </a:lnTo>
                  <a:lnTo>
                    <a:pt x="1444734" y="4089452"/>
                  </a:lnTo>
                  <a:lnTo>
                    <a:pt x="1444842" y="4089452"/>
                  </a:lnTo>
                  <a:lnTo>
                    <a:pt x="1444951" y="4089452"/>
                  </a:lnTo>
                  <a:lnTo>
                    <a:pt x="1445059" y="4089452"/>
                  </a:lnTo>
                  <a:lnTo>
                    <a:pt x="1445167" y="4089452"/>
                  </a:lnTo>
                  <a:lnTo>
                    <a:pt x="1445167" y="4088829"/>
                  </a:lnTo>
                  <a:lnTo>
                    <a:pt x="1445276" y="4088829"/>
                  </a:lnTo>
                  <a:lnTo>
                    <a:pt x="1445384" y="4088829"/>
                  </a:lnTo>
                  <a:lnTo>
                    <a:pt x="1445493" y="4088829"/>
                  </a:lnTo>
                  <a:lnTo>
                    <a:pt x="1445601" y="4088829"/>
                  </a:lnTo>
                  <a:lnTo>
                    <a:pt x="1445710" y="4088829"/>
                  </a:lnTo>
                  <a:lnTo>
                    <a:pt x="1445818" y="4088829"/>
                  </a:lnTo>
                  <a:lnTo>
                    <a:pt x="1445927" y="4088829"/>
                  </a:lnTo>
                  <a:lnTo>
                    <a:pt x="1446035" y="4088829"/>
                  </a:lnTo>
                  <a:lnTo>
                    <a:pt x="1446143" y="4088829"/>
                  </a:lnTo>
                  <a:lnTo>
                    <a:pt x="1446252" y="4088829"/>
                  </a:lnTo>
                  <a:lnTo>
                    <a:pt x="1446360" y="4088829"/>
                  </a:lnTo>
                  <a:lnTo>
                    <a:pt x="1446469" y="4088829"/>
                  </a:lnTo>
                  <a:lnTo>
                    <a:pt x="1446577" y="4088829"/>
                  </a:lnTo>
                  <a:lnTo>
                    <a:pt x="1446686" y="4088829"/>
                  </a:lnTo>
                  <a:lnTo>
                    <a:pt x="1446794" y="4088829"/>
                  </a:lnTo>
                  <a:lnTo>
                    <a:pt x="1446903" y="4088829"/>
                  </a:lnTo>
                  <a:lnTo>
                    <a:pt x="1447011" y="4088829"/>
                  </a:lnTo>
                  <a:lnTo>
                    <a:pt x="1447120" y="4088829"/>
                  </a:lnTo>
                  <a:lnTo>
                    <a:pt x="1447120" y="4088205"/>
                  </a:lnTo>
                  <a:lnTo>
                    <a:pt x="1447120" y="4087582"/>
                  </a:lnTo>
                  <a:lnTo>
                    <a:pt x="1447120" y="4086958"/>
                  </a:lnTo>
                  <a:lnTo>
                    <a:pt x="1447228" y="4086958"/>
                  </a:lnTo>
                  <a:lnTo>
                    <a:pt x="1447336" y="4086958"/>
                  </a:lnTo>
                  <a:lnTo>
                    <a:pt x="1447445" y="4086958"/>
                  </a:lnTo>
                  <a:lnTo>
                    <a:pt x="1447553" y="4086958"/>
                  </a:lnTo>
                  <a:lnTo>
                    <a:pt x="1447662" y="4086958"/>
                  </a:lnTo>
                  <a:lnTo>
                    <a:pt x="1447662" y="4086334"/>
                  </a:lnTo>
                  <a:lnTo>
                    <a:pt x="1447662" y="4085711"/>
                  </a:lnTo>
                  <a:lnTo>
                    <a:pt x="1447662" y="4085087"/>
                  </a:lnTo>
                  <a:lnTo>
                    <a:pt x="1447662" y="4084464"/>
                  </a:lnTo>
                  <a:lnTo>
                    <a:pt x="1447770" y="4084464"/>
                  </a:lnTo>
                  <a:lnTo>
                    <a:pt x="1447879" y="4084464"/>
                  </a:lnTo>
                  <a:lnTo>
                    <a:pt x="1447987" y="4084464"/>
                  </a:lnTo>
                  <a:lnTo>
                    <a:pt x="1448096" y="4084464"/>
                  </a:lnTo>
                  <a:lnTo>
                    <a:pt x="1448204" y="4084464"/>
                  </a:lnTo>
                  <a:lnTo>
                    <a:pt x="1448312" y="4084464"/>
                  </a:lnTo>
                  <a:lnTo>
                    <a:pt x="1448421" y="4084464"/>
                  </a:lnTo>
                  <a:lnTo>
                    <a:pt x="1448529" y="4084464"/>
                  </a:lnTo>
                  <a:lnTo>
                    <a:pt x="1448638" y="4084464"/>
                  </a:lnTo>
                  <a:lnTo>
                    <a:pt x="1448746" y="4084464"/>
                  </a:lnTo>
                  <a:lnTo>
                    <a:pt x="1448855" y="4084464"/>
                  </a:lnTo>
                  <a:lnTo>
                    <a:pt x="1448963" y="4084464"/>
                  </a:lnTo>
                  <a:lnTo>
                    <a:pt x="1448963" y="4083840"/>
                  </a:lnTo>
                  <a:lnTo>
                    <a:pt x="1449072" y="4083840"/>
                  </a:lnTo>
                  <a:lnTo>
                    <a:pt x="1449180" y="4083840"/>
                  </a:lnTo>
                  <a:lnTo>
                    <a:pt x="1449180" y="4083217"/>
                  </a:lnTo>
                  <a:lnTo>
                    <a:pt x="1449288" y="4083217"/>
                  </a:lnTo>
                  <a:lnTo>
                    <a:pt x="1449397" y="4083217"/>
                  </a:lnTo>
                  <a:lnTo>
                    <a:pt x="1449505" y="4083217"/>
                  </a:lnTo>
                  <a:lnTo>
                    <a:pt x="1449614" y="4083217"/>
                  </a:lnTo>
                  <a:lnTo>
                    <a:pt x="1449614" y="4082593"/>
                  </a:lnTo>
                  <a:lnTo>
                    <a:pt x="1449614" y="4081969"/>
                  </a:lnTo>
                  <a:lnTo>
                    <a:pt x="1449722" y="4081969"/>
                  </a:lnTo>
                  <a:lnTo>
                    <a:pt x="1449831" y="4081969"/>
                  </a:lnTo>
                  <a:lnTo>
                    <a:pt x="1449831" y="4081346"/>
                  </a:lnTo>
                  <a:lnTo>
                    <a:pt x="1449939" y="4081346"/>
                  </a:lnTo>
                  <a:lnTo>
                    <a:pt x="1450048" y="4081346"/>
                  </a:lnTo>
                  <a:lnTo>
                    <a:pt x="1450156" y="4081346"/>
                  </a:lnTo>
                  <a:lnTo>
                    <a:pt x="1450264" y="4081346"/>
                  </a:lnTo>
                  <a:lnTo>
                    <a:pt x="1450264" y="4080722"/>
                  </a:lnTo>
                  <a:lnTo>
                    <a:pt x="1450373" y="4080722"/>
                  </a:lnTo>
                  <a:lnTo>
                    <a:pt x="1450481" y="4080722"/>
                  </a:lnTo>
                  <a:lnTo>
                    <a:pt x="1450590" y="4080722"/>
                  </a:lnTo>
                  <a:lnTo>
                    <a:pt x="1450698" y="4080722"/>
                  </a:lnTo>
                  <a:lnTo>
                    <a:pt x="1450807" y="4080722"/>
                  </a:lnTo>
                  <a:lnTo>
                    <a:pt x="1450915" y="4080722"/>
                  </a:lnTo>
                  <a:lnTo>
                    <a:pt x="1450915" y="4080099"/>
                  </a:lnTo>
                  <a:lnTo>
                    <a:pt x="1451024" y="4080099"/>
                  </a:lnTo>
                  <a:lnTo>
                    <a:pt x="1451024" y="4079475"/>
                  </a:lnTo>
                  <a:lnTo>
                    <a:pt x="1451132" y="4079475"/>
                  </a:lnTo>
                  <a:lnTo>
                    <a:pt x="1451241" y="4079475"/>
                  </a:lnTo>
                  <a:lnTo>
                    <a:pt x="1451349" y="4079475"/>
                  </a:lnTo>
                  <a:lnTo>
                    <a:pt x="1451457" y="4079475"/>
                  </a:lnTo>
                  <a:lnTo>
                    <a:pt x="1451566" y="4079475"/>
                  </a:lnTo>
                  <a:lnTo>
                    <a:pt x="1451674" y="4079475"/>
                  </a:lnTo>
                  <a:lnTo>
                    <a:pt x="1451674" y="4078851"/>
                  </a:lnTo>
                  <a:lnTo>
                    <a:pt x="1451674" y="4078228"/>
                  </a:lnTo>
                  <a:lnTo>
                    <a:pt x="1451674" y="4077604"/>
                  </a:lnTo>
                  <a:lnTo>
                    <a:pt x="1451783" y="4077604"/>
                  </a:lnTo>
                  <a:lnTo>
                    <a:pt x="1451891" y="4077604"/>
                  </a:lnTo>
                  <a:lnTo>
                    <a:pt x="1452000" y="4077604"/>
                  </a:lnTo>
                  <a:lnTo>
                    <a:pt x="1452108" y="4077604"/>
                  </a:lnTo>
                  <a:lnTo>
                    <a:pt x="1452217" y="4077604"/>
                  </a:lnTo>
                  <a:lnTo>
                    <a:pt x="1452325" y="4077604"/>
                  </a:lnTo>
                  <a:lnTo>
                    <a:pt x="1452433" y="4077604"/>
                  </a:lnTo>
                  <a:lnTo>
                    <a:pt x="1452542" y="4077604"/>
                  </a:lnTo>
                  <a:lnTo>
                    <a:pt x="1452542" y="4076981"/>
                  </a:lnTo>
                  <a:lnTo>
                    <a:pt x="1452650" y="4076981"/>
                  </a:lnTo>
                  <a:lnTo>
                    <a:pt x="1452650" y="4076357"/>
                  </a:lnTo>
                  <a:lnTo>
                    <a:pt x="1452650" y="4075734"/>
                  </a:lnTo>
                  <a:lnTo>
                    <a:pt x="1452759" y="4075734"/>
                  </a:lnTo>
                  <a:lnTo>
                    <a:pt x="1452867" y="4075734"/>
                  </a:lnTo>
                  <a:lnTo>
                    <a:pt x="1452867" y="4075110"/>
                  </a:lnTo>
                  <a:lnTo>
                    <a:pt x="1452867" y="4074486"/>
                  </a:lnTo>
                  <a:lnTo>
                    <a:pt x="1452976" y="4074486"/>
                  </a:lnTo>
                  <a:lnTo>
                    <a:pt x="1453084" y="4074486"/>
                  </a:lnTo>
                  <a:lnTo>
                    <a:pt x="1453193" y="4074486"/>
                  </a:lnTo>
                  <a:lnTo>
                    <a:pt x="1453301" y="4074486"/>
                  </a:lnTo>
                  <a:lnTo>
                    <a:pt x="1453409" y="4074486"/>
                  </a:lnTo>
                  <a:lnTo>
                    <a:pt x="1453409" y="4073863"/>
                  </a:lnTo>
                  <a:lnTo>
                    <a:pt x="1453518" y="4073863"/>
                  </a:lnTo>
                  <a:lnTo>
                    <a:pt x="1453626" y="4073863"/>
                  </a:lnTo>
                  <a:lnTo>
                    <a:pt x="1453735" y="4073863"/>
                  </a:lnTo>
                  <a:lnTo>
                    <a:pt x="1453735" y="4073239"/>
                  </a:lnTo>
                  <a:lnTo>
                    <a:pt x="1453843" y="4073239"/>
                  </a:lnTo>
                  <a:lnTo>
                    <a:pt x="1453952" y="4073239"/>
                  </a:lnTo>
                  <a:lnTo>
                    <a:pt x="1454060" y="4073239"/>
                  </a:lnTo>
                  <a:lnTo>
                    <a:pt x="1454060" y="4072616"/>
                  </a:lnTo>
                  <a:lnTo>
                    <a:pt x="1454169" y="4072616"/>
                  </a:lnTo>
                  <a:lnTo>
                    <a:pt x="1454277" y="4072616"/>
                  </a:lnTo>
                  <a:lnTo>
                    <a:pt x="1454385" y="4072616"/>
                  </a:lnTo>
                  <a:lnTo>
                    <a:pt x="1454494" y="4072616"/>
                  </a:lnTo>
                  <a:lnTo>
                    <a:pt x="1454602" y="4072616"/>
                  </a:lnTo>
                  <a:lnTo>
                    <a:pt x="1454711" y="4072616"/>
                  </a:lnTo>
                  <a:lnTo>
                    <a:pt x="1454819" y="4072616"/>
                  </a:lnTo>
                  <a:lnTo>
                    <a:pt x="1454928" y="4072616"/>
                  </a:lnTo>
                  <a:lnTo>
                    <a:pt x="1454928" y="4071992"/>
                  </a:lnTo>
                  <a:lnTo>
                    <a:pt x="1455036" y="4071992"/>
                  </a:lnTo>
                  <a:lnTo>
                    <a:pt x="1455145" y="4071992"/>
                  </a:lnTo>
                  <a:lnTo>
                    <a:pt x="1455253" y="4071992"/>
                  </a:lnTo>
                  <a:lnTo>
                    <a:pt x="1455362" y="4071992"/>
                  </a:lnTo>
                  <a:lnTo>
                    <a:pt x="1455470" y="4071992"/>
                  </a:lnTo>
                  <a:lnTo>
                    <a:pt x="1455578" y="4071992"/>
                  </a:lnTo>
                  <a:lnTo>
                    <a:pt x="1455687" y="4071992"/>
                  </a:lnTo>
                  <a:lnTo>
                    <a:pt x="1455795" y="4071992"/>
                  </a:lnTo>
                  <a:lnTo>
                    <a:pt x="1455904" y="4071992"/>
                  </a:lnTo>
                  <a:lnTo>
                    <a:pt x="1456012" y="4071992"/>
                  </a:lnTo>
                  <a:lnTo>
                    <a:pt x="1456121" y="4071992"/>
                  </a:lnTo>
                  <a:lnTo>
                    <a:pt x="1456229" y="4071992"/>
                  </a:lnTo>
                  <a:lnTo>
                    <a:pt x="1456338" y="4071992"/>
                  </a:lnTo>
                  <a:lnTo>
                    <a:pt x="1456446" y="4071992"/>
                  </a:lnTo>
                  <a:lnTo>
                    <a:pt x="1456554" y="4071992"/>
                  </a:lnTo>
                  <a:lnTo>
                    <a:pt x="1456663" y="4071992"/>
                  </a:lnTo>
                  <a:lnTo>
                    <a:pt x="1456771" y="4071992"/>
                  </a:lnTo>
                  <a:lnTo>
                    <a:pt x="1456880" y="4071992"/>
                  </a:lnTo>
                  <a:lnTo>
                    <a:pt x="1456988" y="4071992"/>
                  </a:lnTo>
                  <a:lnTo>
                    <a:pt x="1457097" y="4071992"/>
                  </a:lnTo>
                  <a:lnTo>
                    <a:pt x="1457205" y="4071992"/>
                  </a:lnTo>
                  <a:lnTo>
                    <a:pt x="1457205" y="4071368"/>
                  </a:lnTo>
                  <a:lnTo>
                    <a:pt x="1457314" y="4071368"/>
                  </a:lnTo>
                  <a:lnTo>
                    <a:pt x="1457422" y="4071368"/>
                  </a:lnTo>
                  <a:lnTo>
                    <a:pt x="1457530" y="4071368"/>
                  </a:lnTo>
                  <a:lnTo>
                    <a:pt x="1457639" y="4071368"/>
                  </a:lnTo>
                  <a:lnTo>
                    <a:pt x="1457747" y="4071368"/>
                  </a:lnTo>
                  <a:lnTo>
                    <a:pt x="1457856" y="4071368"/>
                  </a:lnTo>
                  <a:lnTo>
                    <a:pt x="1457964" y="4071368"/>
                  </a:lnTo>
                  <a:lnTo>
                    <a:pt x="1458073" y="4071368"/>
                  </a:lnTo>
                  <a:lnTo>
                    <a:pt x="1458181" y="4071368"/>
                  </a:lnTo>
                  <a:lnTo>
                    <a:pt x="1458290" y="4071368"/>
                  </a:lnTo>
                  <a:lnTo>
                    <a:pt x="1458398" y="4071368"/>
                  </a:lnTo>
                  <a:lnTo>
                    <a:pt x="1458506" y="4071368"/>
                  </a:lnTo>
                  <a:lnTo>
                    <a:pt x="1458615" y="4071368"/>
                  </a:lnTo>
                  <a:lnTo>
                    <a:pt x="1458723" y="4071368"/>
                  </a:lnTo>
                  <a:lnTo>
                    <a:pt x="1458832" y="4071368"/>
                  </a:lnTo>
                  <a:lnTo>
                    <a:pt x="1458940" y="4071368"/>
                  </a:lnTo>
                  <a:lnTo>
                    <a:pt x="1459049" y="4071368"/>
                  </a:lnTo>
                  <a:lnTo>
                    <a:pt x="1459049" y="4070745"/>
                  </a:lnTo>
                  <a:lnTo>
                    <a:pt x="1459049" y="4070121"/>
                  </a:lnTo>
                  <a:lnTo>
                    <a:pt x="1459157" y="4070121"/>
                  </a:lnTo>
                  <a:lnTo>
                    <a:pt x="1459266" y="4070121"/>
                  </a:lnTo>
                  <a:lnTo>
                    <a:pt x="1459266" y="4069498"/>
                  </a:lnTo>
                  <a:lnTo>
                    <a:pt x="1459374" y="4069498"/>
                  </a:lnTo>
                  <a:lnTo>
                    <a:pt x="1459483" y="4069498"/>
                  </a:lnTo>
                  <a:lnTo>
                    <a:pt x="1459483" y="4068874"/>
                  </a:lnTo>
                  <a:lnTo>
                    <a:pt x="1459483" y="4068251"/>
                  </a:lnTo>
                  <a:lnTo>
                    <a:pt x="1459483" y="4067627"/>
                  </a:lnTo>
                  <a:lnTo>
                    <a:pt x="1459483" y="4067003"/>
                  </a:lnTo>
                  <a:lnTo>
                    <a:pt x="1459483" y="4066380"/>
                  </a:lnTo>
                  <a:lnTo>
                    <a:pt x="1459591" y="4066380"/>
                  </a:lnTo>
                  <a:lnTo>
                    <a:pt x="1459699" y="4066380"/>
                  </a:lnTo>
                  <a:lnTo>
                    <a:pt x="1459808" y="4066380"/>
                  </a:lnTo>
                  <a:lnTo>
                    <a:pt x="1459808" y="4065756"/>
                  </a:lnTo>
                  <a:lnTo>
                    <a:pt x="1459916" y="4065756"/>
                  </a:lnTo>
                  <a:lnTo>
                    <a:pt x="1460025" y="4065756"/>
                  </a:lnTo>
                  <a:lnTo>
                    <a:pt x="1460133" y="4065756"/>
                  </a:lnTo>
                  <a:lnTo>
                    <a:pt x="1460242" y="4065756"/>
                  </a:lnTo>
                  <a:lnTo>
                    <a:pt x="1460350" y="4065756"/>
                  </a:lnTo>
                  <a:lnTo>
                    <a:pt x="1460459" y="4065756"/>
                  </a:lnTo>
                  <a:lnTo>
                    <a:pt x="1460567" y="4065756"/>
                  </a:lnTo>
                  <a:lnTo>
                    <a:pt x="1460567" y="4065133"/>
                  </a:lnTo>
                  <a:lnTo>
                    <a:pt x="1460567" y="4064509"/>
                  </a:lnTo>
                  <a:lnTo>
                    <a:pt x="1460675" y="4064509"/>
                  </a:lnTo>
                  <a:lnTo>
                    <a:pt x="1460784" y="4064509"/>
                  </a:lnTo>
                  <a:lnTo>
                    <a:pt x="1460892" y="4064509"/>
                  </a:lnTo>
                  <a:lnTo>
                    <a:pt x="1461001" y="4064509"/>
                  </a:lnTo>
                  <a:lnTo>
                    <a:pt x="1461109" y="4064509"/>
                  </a:lnTo>
                  <a:lnTo>
                    <a:pt x="1461218" y="4064509"/>
                  </a:lnTo>
                  <a:lnTo>
                    <a:pt x="1461218" y="4063885"/>
                  </a:lnTo>
                  <a:lnTo>
                    <a:pt x="1461218" y="4063262"/>
                  </a:lnTo>
                  <a:lnTo>
                    <a:pt x="1461326" y="4063262"/>
                  </a:lnTo>
                  <a:lnTo>
                    <a:pt x="1461326" y="4062638"/>
                  </a:lnTo>
                  <a:lnTo>
                    <a:pt x="1461326" y="4062015"/>
                  </a:lnTo>
                  <a:lnTo>
                    <a:pt x="1461435" y="4062015"/>
                  </a:lnTo>
                  <a:lnTo>
                    <a:pt x="1461435" y="4061391"/>
                  </a:lnTo>
                  <a:lnTo>
                    <a:pt x="1461543" y="4061391"/>
                  </a:lnTo>
                  <a:lnTo>
                    <a:pt x="1461651" y="4061391"/>
                  </a:lnTo>
                  <a:lnTo>
                    <a:pt x="1461760" y="4061391"/>
                  </a:lnTo>
                  <a:lnTo>
                    <a:pt x="1461868" y="4061391"/>
                  </a:lnTo>
                  <a:lnTo>
                    <a:pt x="1461977" y="4061391"/>
                  </a:lnTo>
                  <a:lnTo>
                    <a:pt x="1462085" y="4061391"/>
                  </a:lnTo>
                  <a:lnTo>
                    <a:pt x="1462085" y="4060768"/>
                  </a:lnTo>
                  <a:lnTo>
                    <a:pt x="1462085" y="4060144"/>
                  </a:lnTo>
                  <a:lnTo>
                    <a:pt x="1462194" y="4060144"/>
                  </a:lnTo>
                  <a:lnTo>
                    <a:pt x="1462302" y="4060144"/>
                  </a:lnTo>
                  <a:lnTo>
                    <a:pt x="1462302" y="4059520"/>
                  </a:lnTo>
                  <a:lnTo>
                    <a:pt x="1462411" y="4059520"/>
                  </a:lnTo>
                  <a:lnTo>
                    <a:pt x="1462519" y="4059520"/>
                  </a:lnTo>
                  <a:lnTo>
                    <a:pt x="1462627" y="4059520"/>
                  </a:lnTo>
                  <a:lnTo>
                    <a:pt x="1462736" y="4059520"/>
                  </a:lnTo>
                  <a:lnTo>
                    <a:pt x="1462844" y="4059520"/>
                  </a:lnTo>
                  <a:lnTo>
                    <a:pt x="1462953" y="4059520"/>
                  </a:lnTo>
                  <a:lnTo>
                    <a:pt x="1463061" y="4059520"/>
                  </a:lnTo>
                  <a:lnTo>
                    <a:pt x="1463061" y="4058897"/>
                  </a:lnTo>
                  <a:lnTo>
                    <a:pt x="1463170" y="4058897"/>
                  </a:lnTo>
                  <a:lnTo>
                    <a:pt x="1463278" y="4058897"/>
                  </a:lnTo>
                  <a:lnTo>
                    <a:pt x="1463387" y="4058897"/>
                  </a:lnTo>
                  <a:lnTo>
                    <a:pt x="1463495" y="4058897"/>
                  </a:lnTo>
                  <a:lnTo>
                    <a:pt x="1463604" y="4058897"/>
                  </a:lnTo>
                  <a:lnTo>
                    <a:pt x="1463604" y="4058273"/>
                  </a:lnTo>
                  <a:lnTo>
                    <a:pt x="1463712" y="4058273"/>
                  </a:lnTo>
                  <a:lnTo>
                    <a:pt x="1463820" y="4058273"/>
                  </a:lnTo>
                  <a:lnTo>
                    <a:pt x="1463929" y="4058273"/>
                  </a:lnTo>
                  <a:lnTo>
                    <a:pt x="1464037" y="4058273"/>
                  </a:lnTo>
                  <a:lnTo>
                    <a:pt x="1464146" y="4058273"/>
                  </a:lnTo>
                  <a:lnTo>
                    <a:pt x="1464146" y="4057650"/>
                  </a:lnTo>
                  <a:lnTo>
                    <a:pt x="1464254" y="4057650"/>
                  </a:lnTo>
                  <a:lnTo>
                    <a:pt x="1464363" y="4057650"/>
                  </a:lnTo>
                  <a:lnTo>
                    <a:pt x="1464471" y="4057650"/>
                  </a:lnTo>
                  <a:lnTo>
                    <a:pt x="1464471" y="4057026"/>
                  </a:lnTo>
                  <a:lnTo>
                    <a:pt x="1464580" y="4057026"/>
                  </a:lnTo>
                  <a:lnTo>
                    <a:pt x="1464688" y="4057026"/>
                  </a:lnTo>
                  <a:lnTo>
                    <a:pt x="1464796" y="4057026"/>
                  </a:lnTo>
                  <a:lnTo>
                    <a:pt x="1464905" y="4057026"/>
                  </a:lnTo>
                  <a:lnTo>
                    <a:pt x="1465013" y="4057026"/>
                  </a:lnTo>
                  <a:lnTo>
                    <a:pt x="1465122" y="4057026"/>
                  </a:lnTo>
                  <a:lnTo>
                    <a:pt x="1465230" y="4057026"/>
                  </a:lnTo>
                  <a:lnTo>
                    <a:pt x="1465339" y="4057026"/>
                  </a:lnTo>
                  <a:lnTo>
                    <a:pt x="1465447" y="4057026"/>
                  </a:lnTo>
                  <a:lnTo>
                    <a:pt x="1465447" y="4056402"/>
                  </a:lnTo>
                  <a:lnTo>
                    <a:pt x="1465556" y="4056402"/>
                  </a:lnTo>
                  <a:lnTo>
                    <a:pt x="1465664" y="4056402"/>
                  </a:lnTo>
                  <a:lnTo>
                    <a:pt x="1465664" y="4055779"/>
                  </a:lnTo>
                  <a:lnTo>
                    <a:pt x="1465772" y="4055779"/>
                  </a:lnTo>
                  <a:lnTo>
                    <a:pt x="1465881" y="4055779"/>
                  </a:lnTo>
                  <a:lnTo>
                    <a:pt x="1465989" y="4055779"/>
                  </a:lnTo>
                  <a:lnTo>
                    <a:pt x="1466098" y="4055779"/>
                  </a:lnTo>
                  <a:lnTo>
                    <a:pt x="1466206" y="4055779"/>
                  </a:lnTo>
                  <a:lnTo>
                    <a:pt x="1466315" y="4055779"/>
                  </a:lnTo>
                  <a:lnTo>
                    <a:pt x="1466315" y="4055155"/>
                  </a:lnTo>
                  <a:lnTo>
                    <a:pt x="1466423" y="4055155"/>
                  </a:lnTo>
                  <a:lnTo>
                    <a:pt x="1466532" y="4055155"/>
                  </a:lnTo>
                  <a:lnTo>
                    <a:pt x="1466640" y="4055155"/>
                  </a:lnTo>
                  <a:lnTo>
                    <a:pt x="1466748" y="4055155"/>
                  </a:lnTo>
                  <a:lnTo>
                    <a:pt x="1466857" y="4055155"/>
                  </a:lnTo>
                  <a:lnTo>
                    <a:pt x="1466857" y="4054532"/>
                  </a:lnTo>
                  <a:lnTo>
                    <a:pt x="1466965" y="4054532"/>
                  </a:lnTo>
                  <a:lnTo>
                    <a:pt x="1467074" y="4054532"/>
                  </a:lnTo>
                  <a:lnTo>
                    <a:pt x="1467182" y="4054532"/>
                  </a:lnTo>
                  <a:lnTo>
                    <a:pt x="1467291" y="4054532"/>
                  </a:lnTo>
                  <a:lnTo>
                    <a:pt x="1467399" y="4054532"/>
                  </a:lnTo>
                  <a:lnTo>
                    <a:pt x="1467508" y="4054532"/>
                  </a:lnTo>
                  <a:lnTo>
                    <a:pt x="1467508" y="4053908"/>
                  </a:lnTo>
                  <a:lnTo>
                    <a:pt x="1467508" y="4053285"/>
                  </a:lnTo>
                  <a:lnTo>
                    <a:pt x="1467616" y="4053285"/>
                  </a:lnTo>
                  <a:lnTo>
                    <a:pt x="1467725" y="4053285"/>
                  </a:lnTo>
                  <a:lnTo>
                    <a:pt x="1467833" y="4053285"/>
                  </a:lnTo>
                  <a:lnTo>
                    <a:pt x="1467941" y="4053285"/>
                  </a:lnTo>
                  <a:lnTo>
                    <a:pt x="1468050" y="4053285"/>
                  </a:lnTo>
                  <a:lnTo>
                    <a:pt x="1468158" y="4053285"/>
                  </a:lnTo>
                  <a:lnTo>
                    <a:pt x="1468267" y="4053285"/>
                  </a:lnTo>
                  <a:lnTo>
                    <a:pt x="1468375" y="4053285"/>
                  </a:lnTo>
                  <a:lnTo>
                    <a:pt x="1468484" y="4053285"/>
                  </a:lnTo>
                  <a:lnTo>
                    <a:pt x="1468592" y="4053285"/>
                  </a:lnTo>
                  <a:lnTo>
                    <a:pt x="1468701" y="4053285"/>
                  </a:lnTo>
                  <a:lnTo>
                    <a:pt x="1468809" y="4053285"/>
                  </a:lnTo>
                  <a:lnTo>
                    <a:pt x="1468917" y="4053285"/>
                  </a:lnTo>
                  <a:lnTo>
                    <a:pt x="1468917" y="4052661"/>
                  </a:lnTo>
                  <a:lnTo>
                    <a:pt x="1469026" y="4052661"/>
                  </a:lnTo>
                  <a:lnTo>
                    <a:pt x="1469134" y="4052661"/>
                  </a:lnTo>
                  <a:lnTo>
                    <a:pt x="1469243" y="4052661"/>
                  </a:lnTo>
                  <a:lnTo>
                    <a:pt x="1469351" y="4052661"/>
                  </a:lnTo>
                  <a:lnTo>
                    <a:pt x="1469460" y="4052661"/>
                  </a:lnTo>
                  <a:lnTo>
                    <a:pt x="1469568" y="4052661"/>
                  </a:lnTo>
                  <a:lnTo>
                    <a:pt x="1469677" y="4052661"/>
                  </a:lnTo>
                  <a:lnTo>
                    <a:pt x="1469785" y="4052661"/>
                  </a:lnTo>
                  <a:lnTo>
                    <a:pt x="1469893" y="4052661"/>
                  </a:lnTo>
                  <a:lnTo>
                    <a:pt x="1470002" y="4052661"/>
                  </a:lnTo>
                  <a:lnTo>
                    <a:pt x="1470110" y="4052661"/>
                  </a:lnTo>
                  <a:lnTo>
                    <a:pt x="1470219" y="4052661"/>
                  </a:lnTo>
                  <a:lnTo>
                    <a:pt x="1470327" y="4052661"/>
                  </a:lnTo>
                  <a:lnTo>
                    <a:pt x="1470436" y="4052661"/>
                  </a:lnTo>
                  <a:lnTo>
                    <a:pt x="1470436" y="4052037"/>
                  </a:lnTo>
                  <a:lnTo>
                    <a:pt x="1470544" y="4052037"/>
                  </a:lnTo>
                  <a:lnTo>
                    <a:pt x="1470653" y="4052037"/>
                  </a:lnTo>
                  <a:lnTo>
                    <a:pt x="1470761" y="4052037"/>
                  </a:lnTo>
                  <a:lnTo>
                    <a:pt x="1470869" y="4052037"/>
                  </a:lnTo>
                  <a:lnTo>
                    <a:pt x="1470978" y="4052037"/>
                  </a:lnTo>
                  <a:lnTo>
                    <a:pt x="1471086" y="4052037"/>
                  </a:lnTo>
                  <a:lnTo>
                    <a:pt x="1471086" y="4051414"/>
                  </a:lnTo>
                  <a:lnTo>
                    <a:pt x="1471195" y="4051414"/>
                  </a:lnTo>
                  <a:lnTo>
                    <a:pt x="1471303" y="4051414"/>
                  </a:lnTo>
                  <a:lnTo>
                    <a:pt x="1471303" y="4050790"/>
                  </a:lnTo>
                  <a:lnTo>
                    <a:pt x="1471303" y="4050167"/>
                  </a:lnTo>
                  <a:lnTo>
                    <a:pt x="1471412" y="4050167"/>
                  </a:lnTo>
                  <a:lnTo>
                    <a:pt x="1471520" y="4050167"/>
                  </a:lnTo>
                  <a:lnTo>
                    <a:pt x="1471629" y="4050167"/>
                  </a:lnTo>
                  <a:lnTo>
                    <a:pt x="1471737" y="4050167"/>
                  </a:lnTo>
                  <a:lnTo>
                    <a:pt x="1471845" y="4050167"/>
                  </a:lnTo>
                  <a:lnTo>
                    <a:pt x="1471954" y="4050167"/>
                  </a:lnTo>
                  <a:lnTo>
                    <a:pt x="1472062" y="4050167"/>
                  </a:lnTo>
                  <a:lnTo>
                    <a:pt x="1472171" y="4050167"/>
                  </a:lnTo>
                  <a:lnTo>
                    <a:pt x="1472279" y="4050167"/>
                  </a:lnTo>
                  <a:lnTo>
                    <a:pt x="1472388" y="4050167"/>
                  </a:lnTo>
                  <a:lnTo>
                    <a:pt x="1472388" y="4049543"/>
                  </a:lnTo>
                  <a:lnTo>
                    <a:pt x="1472496" y="4049543"/>
                  </a:lnTo>
                  <a:lnTo>
                    <a:pt x="1472605" y="4049543"/>
                  </a:lnTo>
                  <a:lnTo>
                    <a:pt x="1472605" y="4048919"/>
                  </a:lnTo>
                  <a:lnTo>
                    <a:pt x="1472713" y="4048919"/>
                  </a:lnTo>
                  <a:lnTo>
                    <a:pt x="1472713" y="4048296"/>
                  </a:lnTo>
                  <a:lnTo>
                    <a:pt x="1472822" y="4048296"/>
                  </a:lnTo>
                  <a:lnTo>
                    <a:pt x="1472822" y="4047672"/>
                  </a:lnTo>
                  <a:lnTo>
                    <a:pt x="1472930" y="4047672"/>
                  </a:lnTo>
                  <a:lnTo>
                    <a:pt x="1473038" y="4047672"/>
                  </a:lnTo>
                  <a:lnTo>
                    <a:pt x="1473147" y="4047672"/>
                  </a:lnTo>
                  <a:lnTo>
                    <a:pt x="1473147" y="4047049"/>
                  </a:lnTo>
                  <a:lnTo>
                    <a:pt x="1473255" y="4047049"/>
                  </a:lnTo>
                  <a:lnTo>
                    <a:pt x="1473364" y="4047049"/>
                  </a:lnTo>
                  <a:lnTo>
                    <a:pt x="1473472" y="4047049"/>
                  </a:lnTo>
                  <a:lnTo>
                    <a:pt x="1473581" y="4047049"/>
                  </a:lnTo>
                  <a:lnTo>
                    <a:pt x="1473581" y="4046425"/>
                  </a:lnTo>
                  <a:lnTo>
                    <a:pt x="1473689" y="4046425"/>
                  </a:lnTo>
                  <a:lnTo>
                    <a:pt x="1473798" y="4046425"/>
                  </a:lnTo>
                  <a:lnTo>
                    <a:pt x="1473906" y="4046425"/>
                  </a:lnTo>
                  <a:lnTo>
                    <a:pt x="1474014" y="4046425"/>
                  </a:lnTo>
                  <a:lnTo>
                    <a:pt x="1474123" y="4046425"/>
                  </a:lnTo>
                  <a:lnTo>
                    <a:pt x="1474231" y="4046425"/>
                  </a:lnTo>
                  <a:lnTo>
                    <a:pt x="1474340" y="4046425"/>
                  </a:lnTo>
                  <a:lnTo>
                    <a:pt x="1474448" y="4046425"/>
                  </a:lnTo>
                  <a:lnTo>
                    <a:pt x="1474557" y="4046425"/>
                  </a:lnTo>
                  <a:lnTo>
                    <a:pt x="1474665" y="4046425"/>
                  </a:lnTo>
                  <a:lnTo>
                    <a:pt x="1474774" y="4046425"/>
                  </a:lnTo>
                  <a:lnTo>
                    <a:pt x="1474882" y="4046425"/>
                  </a:lnTo>
                  <a:lnTo>
                    <a:pt x="1474990" y="4046425"/>
                  </a:lnTo>
                  <a:lnTo>
                    <a:pt x="1475099" y="4046425"/>
                  </a:lnTo>
                  <a:lnTo>
                    <a:pt x="1475207" y="4046425"/>
                  </a:lnTo>
                  <a:lnTo>
                    <a:pt x="1475316" y="4046425"/>
                  </a:lnTo>
                  <a:lnTo>
                    <a:pt x="1475316" y="4045802"/>
                  </a:lnTo>
                  <a:lnTo>
                    <a:pt x="1475424" y="4045802"/>
                  </a:lnTo>
                  <a:lnTo>
                    <a:pt x="1475533" y="4045802"/>
                  </a:lnTo>
                  <a:lnTo>
                    <a:pt x="1475533" y="4045178"/>
                  </a:lnTo>
                  <a:lnTo>
                    <a:pt x="1475641" y="4045178"/>
                  </a:lnTo>
                  <a:lnTo>
                    <a:pt x="1475750" y="4045178"/>
                  </a:lnTo>
                  <a:lnTo>
                    <a:pt x="1475858" y="4045178"/>
                  </a:lnTo>
                  <a:lnTo>
                    <a:pt x="1475966" y="4045178"/>
                  </a:lnTo>
                  <a:lnTo>
                    <a:pt x="1476075" y="4045178"/>
                  </a:lnTo>
                  <a:lnTo>
                    <a:pt x="1476183" y="4045178"/>
                  </a:lnTo>
                  <a:lnTo>
                    <a:pt x="1476292" y="4045178"/>
                  </a:lnTo>
                  <a:lnTo>
                    <a:pt x="1476400" y="4045178"/>
                  </a:lnTo>
                  <a:lnTo>
                    <a:pt x="1476509" y="4045178"/>
                  </a:lnTo>
                  <a:lnTo>
                    <a:pt x="1476509" y="4044554"/>
                  </a:lnTo>
                  <a:lnTo>
                    <a:pt x="1476617" y="4044554"/>
                  </a:lnTo>
                  <a:lnTo>
                    <a:pt x="1476617" y="4043931"/>
                  </a:lnTo>
                  <a:lnTo>
                    <a:pt x="1476726" y="4043931"/>
                  </a:lnTo>
                  <a:lnTo>
                    <a:pt x="1476834" y="4043931"/>
                  </a:lnTo>
                  <a:lnTo>
                    <a:pt x="1476943" y="4043931"/>
                  </a:lnTo>
                  <a:lnTo>
                    <a:pt x="1477051" y="4043931"/>
                  </a:lnTo>
                  <a:lnTo>
                    <a:pt x="1477159" y="4043931"/>
                  </a:lnTo>
                  <a:lnTo>
                    <a:pt x="1477159" y="4043307"/>
                  </a:lnTo>
                  <a:lnTo>
                    <a:pt x="1477159" y="4042684"/>
                  </a:lnTo>
                  <a:lnTo>
                    <a:pt x="1477268" y="4042684"/>
                  </a:lnTo>
                  <a:lnTo>
                    <a:pt x="1477376" y="4042684"/>
                  </a:lnTo>
                  <a:lnTo>
                    <a:pt x="1477485" y="4042684"/>
                  </a:lnTo>
                  <a:lnTo>
                    <a:pt x="1477593" y="4042684"/>
                  </a:lnTo>
                  <a:lnTo>
                    <a:pt x="1477702" y="4042684"/>
                  </a:lnTo>
                  <a:lnTo>
                    <a:pt x="1477810" y="4042684"/>
                  </a:lnTo>
                  <a:lnTo>
                    <a:pt x="1477919" y="4042684"/>
                  </a:lnTo>
                  <a:lnTo>
                    <a:pt x="1478027" y="4042684"/>
                  </a:lnTo>
                  <a:lnTo>
                    <a:pt x="1478027" y="4042060"/>
                  </a:lnTo>
                  <a:lnTo>
                    <a:pt x="1478027" y="4041437"/>
                  </a:lnTo>
                  <a:lnTo>
                    <a:pt x="1478135" y="4041437"/>
                  </a:lnTo>
                  <a:lnTo>
                    <a:pt x="1478244" y="4041437"/>
                  </a:lnTo>
                  <a:lnTo>
                    <a:pt x="1478244" y="4040813"/>
                  </a:lnTo>
                  <a:lnTo>
                    <a:pt x="1478352" y="4040813"/>
                  </a:lnTo>
                  <a:lnTo>
                    <a:pt x="1478461" y="4040813"/>
                  </a:lnTo>
                  <a:lnTo>
                    <a:pt x="1478569" y="4040813"/>
                  </a:lnTo>
                  <a:lnTo>
                    <a:pt x="1478678" y="4040813"/>
                  </a:lnTo>
                  <a:lnTo>
                    <a:pt x="1478786" y="4040813"/>
                  </a:lnTo>
                  <a:lnTo>
                    <a:pt x="1478786" y="4040189"/>
                  </a:lnTo>
                  <a:lnTo>
                    <a:pt x="1478895" y="4040189"/>
                  </a:lnTo>
                  <a:lnTo>
                    <a:pt x="1479003" y="4040189"/>
                  </a:lnTo>
                  <a:lnTo>
                    <a:pt x="1479111" y="4040189"/>
                  </a:lnTo>
                  <a:lnTo>
                    <a:pt x="1479220" y="4040189"/>
                  </a:lnTo>
                  <a:lnTo>
                    <a:pt x="1479328" y="4040189"/>
                  </a:lnTo>
                  <a:lnTo>
                    <a:pt x="1479437" y="4040189"/>
                  </a:lnTo>
                  <a:lnTo>
                    <a:pt x="1479545" y="4040189"/>
                  </a:lnTo>
                  <a:lnTo>
                    <a:pt x="1479654" y="4040189"/>
                  </a:lnTo>
                  <a:lnTo>
                    <a:pt x="1479762" y="4040189"/>
                  </a:lnTo>
                  <a:lnTo>
                    <a:pt x="1479871" y="4040189"/>
                  </a:lnTo>
                  <a:lnTo>
                    <a:pt x="1479979" y="4040189"/>
                  </a:lnTo>
                  <a:lnTo>
                    <a:pt x="1479979" y="4039566"/>
                  </a:lnTo>
                  <a:lnTo>
                    <a:pt x="1480087" y="4039566"/>
                  </a:lnTo>
                  <a:lnTo>
                    <a:pt x="1480196" y="4039566"/>
                  </a:lnTo>
                  <a:lnTo>
                    <a:pt x="1480304" y="4039566"/>
                  </a:lnTo>
                  <a:lnTo>
                    <a:pt x="1480304" y="4038942"/>
                  </a:lnTo>
                  <a:lnTo>
                    <a:pt x="1480413" y="4038942"/>
                  </a:lnTo>
                  <a:lnTo>
                    <a:pt x="1480413" y="4038319"/>
                  </a:lnTo>
                  <a:lnTo>
                    <a:pt x="1480521" y="4038319"/>
                  </a:lnTo>
                  <a:lnTo>
                    <a:pt x="1480630" y="4038319"/>
                  </a:lnTo>
                  <a:lnTo>
                    <a:pt x="1480738" y="4038319"/>
                  </a:lnTo>
                  <a:lnTo>
                    <a:pt x="1480847" y="4038319"/>
                  </a:lnTo>
                  <a:lnTo>
                    <a:pt x="1480955" y="4038319"/>
                  </a:lnTo>
                  <a:lnTo>
                    <a:pt x="1481064" y="4038319"/>
                  </a:lnTo>
                  <a:lnTo>
                    <a:pt x="1481172" y="4038319"/>
                  </a:lnTo>
                  <a:lnTo>
                    <a:pt x="1481280" y="4038319"/>
                  </a:lnTo>
                  <a:lnTo>
                    <a:pt x="1481389" y="4038319"/>
                  </a:lnTo>
                  <a:lnTo>
                    <a:pt x="1481389" y="4037695"/>
                  </a:lnTo>
                  <a:lnTo>
                    <a:pt x="1481497" y="4037695"/>
                  </a:lnTo>
                  <a:lnTo>
                    <a:pt x="1481606" y="4037695"/>
                  </a:lnTo>
                  <a:lnTo>
                    <a:pt x="1481714" y="4037695"/>
                  </a:lnTo>
                  <a:lnTo>
                    <a:pt x="1481823" y="4037695"/>
                  </a:lnTo>
                  <a:lnTo>
                    <a:pt x="1481931" y="4037695"/>
                  </a:lnTo>
                  <a:lnTo>
                    <a:pt x="1482040" y="4037695"/>
                  </a:lnTo>
                  <a:lnTo>
                    <a:pt x="1482148" y="4037695"/>
                  </a:lnTo>
                  <a:lnTo>
                    <a:pt x="1482256" y="4037695"/>
                  </a:lnTo>
                  <a:lnTo>
                    <a:pt x="1482256" y="4037071"/>
                  </a:lnTo>
                  <a:lnTo>
                    <a:pt x="1482256" y="4036448"/>
                  </a:lnTo>
                  <a:lnTo>
                    <a:pt x="1482365" y="4036448"/>
                  </a:lnTo>
                  <a:lnTo>
                    <a:pt x="1482473" y="4036448"/>
                  </a:lnTo>
                  <a:lnTo>
                    <a:pt x="1482582" y="4036448"/>
                  </a:lnTo>
                  <a:lnTo>
                    <a:pt x="1482690" y="4036448"/>
                  </a:lnTo>
                  <a:lnTo>
                    <a:pt x="1482799" y="4036448"/>
                  </a:lnTo>
                  <a:lnTo>
                    <a:pt x="1482907" y="4036448"/>
                  </a:lnTo>
                  <a:lnTo>
                    <a:pt x="1483016" y="4036448"/>
                  </a:lnTo>
                  <a:lnTo>
                    <a:pt x="1483124" y="4036448"/>
                  </a:lnTo>
                  <a:lnTo>
                    <a:pt x="1483232" y="4036448"/>
                  </a:lnTo>
                  <a:lnTo>
                    <a:pt x="1483341" y="4036448"/>
                  </a:lnTo>
                  <a:lnTo>
                    <a:pt x="1483449" y="4036448"/>
                  </a:lnTo>
                  <a:lnTo>
                    <a:pt x="1483558" y="4036448"/>
                  </a:lnTo>
                  <a:lnTo>
                    <a:pt x="1483666" y="4036448"/>
                  </a:lnTo>
                  <a:lnTo>
                    <a:pt x="1483775" y="4036448"/>
                  </a:lnTo>
                  <a:lnTo>
                    <a:pt x="1483883" y="4036448"/>
                  </a:lnTo>
                  <a:lnTo>
                    <a:pt x="1483992" y="4036448"/>
                  </a:lnTo>
                  <a:lnTo>
                    <a:pt x="1484100" y="4036448"/>
                  </a:lnTo>
                  <a:lnTo>
                    <a:pt x="1484208" y="4036448"/>
                  </a:lnTo>
                  <a:lnTo>
                    <a:pt x="1484317" y="4036448"/>
                  </a:lnTo>
                  <a:lnTo>
                    <a:pt x="1484425" y="4036448"/>
                  </a:lnTo>
                  <a:lnTo>
                    <a:pt x="1484534" y="4036448"/>
                  </a:lnTo>
                  <a:lnTo>
                    <a:pt x="1484534" y="4035824"/>
                  </a:lnTo>
                  <a:lnTo>
                    <a:pt x="1484642" y="4035824"/>
                  </a:lnTo>
                  <a:lnTo>
                    <a:pt x="1484751" y="4035824"/>
                  </a:lnTo>
                  <a:lnTo>
                    <a:pt x="1484859" y="4035824"/>
                  </a:lnTo>
                  <a:lnTo>
                    <a:pt x="1484968" y="4035824"/>
                  </a:lnTo>
                  <a:lnTo>
                    <a:pt x="1485076" y="4035824"/>
                  </a:lnTo>
                  <a:lnTo>
                    <a:pt x="1485185" y="4035824"/>
                  </a:lnTo>
                  <a:lnTo>
                    <a:pt x="1485293" y="4035824"/>
                  </a:lnTo>
                  <a:lnTo>
                    <a:pt x="1485401" y="4035824"/>
                  </a:lnTo>
                  <a:lnTo>
                    <a:pt x="1485510" y="4035824"/>
                  </a:lnTo>
                  <a:lnTo>
                    <a:pt x="1485618" y="4035824"/>
                  </a:lnTo>
                  <a:lnTo>
                    <a:pt x="1485727" y="4035824"/>
                  </a:lnTo>
                  <a:lnTo>
                    <a:pt x="1485835" y="4035824"/>
                  </a:lnTo>
                  <a:lnTo>
                    <a:pt x="1485944" y="4035824"/>
                  </a:lnTo>
                  <a:lnTo>
                    <a:pt x="1486052" y="4035824"/>
                  </a:lnTo>
                  <a:lnTo>
                    <a:pt x="1486052" y="4035201"/>
                  </a:lnTo>
                  <a:lnTo>
                    <a:pt x="1486161" y="4035201"/>
                  </a:lnTo>
                  <a:lnTo>
                    <a:pt x="1486269" y="4035201"/>
                  </a:lnTo>
                  <a:lnTo>
                    <a:pt x="1486377" y="4035201"/>
                  </a:lnTo>
                  <a:lnTo>
                    <a:pt x="1486486" y="4035201"/>
                  </a:lnTo>
                  <a:lnTo>
                    <a:pt x="1486594" y="4035201"/>
                  </a:lnTo>
                  <a:lnTo>
                    <a:pt x="1486703" y="4035201"/>
                  </a:lnTo>
                  <a:lnTo>
                    <a:pt x="1486811" y="4035201"/>
                  </a:lnTo>
                  <a:lnTo>
                    <a:pt x="1486920" y="4035201"/>
                  </a:lnTo>
                  <a:lnTo>
                    <a:pt x="1487028" y="4035201"/>
                  </a:lnTo>
                  <a:lnTo>
                    <a:pt x="1487137" y="4035201"/>
                  </a:lnTo>
                  <a:lnTo>
                    <a:pt x="1487245" y="4035201"/>
                  </a:lnTo>
                  <a:lnTo>
                    <a:pt x="1487353" y="4035201"/>
                  </a:lnTo>
                  <a:lnTo>
                    <a:pt x="1487353" y="4034577"/>
                  </a:lnTo>
                  <a:lnTo>
                    <a:pt x="1487462" y="4034577"/>
                  </a:lnTo>
                  <a:lnTo>
                    <a:pt x="1487570" y="4034577"/>
                  </a:lnTo>
                  <a:lnTo>
                    <a:pt x="1487679" y="4034577"/>
                  </a:lnTo>
                  <a:lnTo>
                    <a:pt x="1487787" y="4034577"/>
                  </a:lnTo>
                  <a:lnTo>
                    <a:pt x="1487896" y="4034577"/>
                  </a:lnTo>
                  <a:lnTo>
                    <a:pt x="1488004" y="4034577"/>
                  </a:lnTo>
                  <a:lnTo>
                    <a:pt x="1488113" y="4034577"/>
                  </a:lnTo>
                  <a:lnTo>
                    <a:pt x="1488221" y="4034577"/>
                  </a:lnTo>
                  <a:lnTo>
                    <a:pt x="1488329" y="4034577"/>
                  </a:lnTo>
                  <a:lnTo>
                    <a:pt x="1488438" y="4034577"/>
                  </a:lnTo>
                  <a:lnTo>
                    <a:pt x="1488438" y="4033954"/>
                  </a:lnTo>
                  <a:lnTo>
                    <a:pt x="1488546" y="4033954"/>
                  </a:lnTo>
                  <a:lnTo>
                    <a:pt x="1488655" y="4033954"/>
                  </a:lnTo>
                  <a:lnTo>
                    <a:pt x="1488763" y="4033954"/>
                  </a:lnTo>
                  <a:lnTo>
                    <a:pt x="1488872" y="4033954"/>
                  </a:lnTo>
                  <a:lnTo>
                    <a:pt x="1488980" y="4033954"/>
                  </a:lnTo>
                  <a:lnTo>
                    <a:pt x="1489089" y="4033954"/>
                  </a:lnTo>
                  <a:lnTo>
                    <a:pt x="1489089" y="4033330"/>
                  </a:lnTo>
                  <a:lnTo>
                    <a:pt x="1489197" y="4033330"/>
                  </a:lnTo>
                  <a:lnTo>
                    <a:pt x="1489197" y="4032706"/>
                  </a:lnTo>
                  <a:lnTo>
                    <a:pt x="1489306" y="4032706"/>
                  </a:lnTo>
                  <a:lnTo>
                    <a:pt x="1489414" y="4032706"/>
                  </a:lnTo>
                  <a:lnTo>
                    <a:pt x="1489522" y="4032706"/>
                  </a:lnTo>
                  <a:lnTo>
                    <a:pt x="1489631" y="4032706"/>
                  </a:lnTo>
                  <a:lnTo>
                    <a:pt x="1489631" y="4032083"/>
                  </a:lnTo>
                  <a:lnTo>
                    <a:pt x="1489631" y="4031459"/>
                  </a:lnTo>
                  <a:lnTo>
                    <a:pt x="1489739" y="4031459"/>
                  </a:lnTo>
                  <a:lnTo>
                    <a:pt x="1489848" y="4031459"/>
                  </a:lnTo>
                  <a:lnTo>
                    <a:pt x="1489848" y="4030836"/>
                  </a:lnTo>
                  <a:lnTo>
                    <a:pt x="1489848" y="4030212"/>
                  </a:lnTo>
                  <a:lnTo>
                    <a:pt x="1489848" y="4029588"/>
                  </a:lnTo>
                  <a:lnTo>
                    <a:pt x="1489848" y="4028965"/>
                  </a:lnTo>
                  <a:lnTo>
                    <a:pt x="1489956" y="4028965"/>
                  </a:lnTo>
                  <a:lnTo>
                    <a:pt x="1490065" y="4028965"/>
                  </a:lnTo>
                  <a:lnTo>
                    <a:pt x="1490173" y="4028965"/>
                  </a:lnTo>
                  <a:lnTo>
                    <a:pt x="1490173" y="4028341"/>
                  </a:lnTo>
                  <a:lnTo>
                    <a:pt x="1490282" y="4028341"/>
                  </a:lnTo>
                  <a:lnTo>
                    <a:pt x="1490282" y="4027718"/>
                  </a:lnTo>
                  <a:lnTo>
                    <a:pt x="1490390" y="4027718"/>
                  </a:lnTo>
                  <a:lnTo>
                    <a:pt x="1490498" y="4027718"/>
                  </a:lnTo>
                  <a:lnTo>
                    <a:pt x="1490607" y="4027718"/>
                  </a:lnTo>
                  <a:lnTo>
                    <a:pt x="1490715" y="4027718"/>
                  </a:lnTo>
                  <a:lnTo>
                    <a:pt x="1490824" y="4027718"/>
                  </a:lnTo>
                  <a:lnTo>
                    <a:pt x="1490932" y="4027718"/>
                  </a:lnTo>
                  <a:lnTo>
                    <a:pt x="1491041" y="4027718"/>
                  </a:lnTo>
                  <a:lnTo>
                    <a:pt x="1491149" y="4027718"/>
                  </a:lnTo>
                  <a:lnTo>
                    <a:pt x="1491149" y="4027094"/>
                  </a:lnTo>
                  <a:lnTo>
                    <a:pt x="1491258" y="4027094"/>
                  </a:lnTo>
                  <a:lnTo>
                    <a:pt x="1491258" y="4026471"/>
                  </a:lnTo>
                  <a:lnTo>
                    <a:pt x="1491366" y="4026471"/>
                  </a:lnTo>
                  <a:lnTo>
                    <a:pt x="1491474" y="4026471"/>
                  </a:lnTo>
                  <a:lnTo>
                    <a:pt x="1491583" y="4026471"/>
                  </a:lnTo>
                  <a:lnTo>
                    <a:pt x="1491691" y="4026471"/>
                  </a:lnTo>
                  <a:lnTo>
                    <a:pt x="1491800" y="4026471"/>
                  </a:lnTo>
                  <a:lnTo>
                    <a:pt x="1491908" y="4026471"/>
                  </a:lnTo>
                  <a:lnTo>
                    <a:pt x="1492017" y="4026471"/>
                  </a:lnTo>
                  <a:lnTo>
                    <a:pt x="1492125" y="4026471"/>
                  </a:lnTo>
                  <a:lnTo>
                    <a:pt x="1492234" y="4026471"/>
                  </a:lnTo>
                  <a:lnTo>
                    <a:pt x="1492234" y="4025847"/>
                  </a:lnTo>
                  <a:lnTo>
                    <a:pt x="1492234" y="4025223"/>
                  </a:lnTo>
                  <a:lnTo>
                    <a:pt x="1492342" y="4025223"/>
                  </a:lnTo>
                  <a:lnTo>
                    <a:pt x="1492450" y="4025223"/>
                  </a:lnTo>
                  <a:lnTo>
                    <a:pt x="1492450" y="4024600"/>
                  </a:lnTo>
                  <a:lnTo>
                    <a:pt x="1492559" y="4024600"/>
                  </a:lnTo>
                  <a:lnTo>
                    <a:pt x="1492667" y="4024600"/>
                  </a:lnTo>
                  <a:lnTo>
                    <a:pt x="1492776" y="4024600"/>
                  </a:lnTo>
                  <a:lnTo>
                    <a:pt x="1492776" y="4023976"/>
                  </a:lnTo>
                  <a:lnTo>
                    <a:pt x="1492884" y="4023976"/>
                  </a:lnTo>
                  <a:lnTo>
                    <a:pt x="1492993" y="4023976"/>
                  </a:lnTo>
                  <a:lnTo>
                    <a:pt x="1492993" y="4023353"/>
                  </a:lnTo>
                  <a:lnTo>
                    <a:pt x="1493101" y="4023353"/>
                  </a:lnTo>
                  <a:lnTo>
                    <a:pt x="1493101" y="4022729"/>
                  </a:lnTo>
                  <a:lnTo>
                    <a:pt x="1493210" y="4022729"/>
                  </a:lnTo>
                  <a:lnTo>
                    <a:pt x="1493318" y="4022729"/>
                  </a:lnTo>
                  <a:lnTo>
                    <a:pt x="1493426" y="4022729"/>
                  </a:lnTo>
                  <a:lnTo>
                    <a:pt x="1493426" y="4022105"/>
                  </a:lnTo>
                  <a:lnTo>
                    <a:pt x="1493535" y="4022105"/>
                  </a:lnTo>
                  <a:lnTo>
                    <a:pt x="1493643" y="4022105"/>
                  </a:lnTo>
                  <a:lnTo>
                    <a:pt x="1493643" y="4021482"/>
                  </a:lnTo>
                  <a:lnTo>
                    <a:pt x="1493643" y="4020858"/>
                  </a:lnTo>
                  <a:lnTo>
                    <a:pt x="1493752" y="4020858"/>
                  </a:lnTo>
                  <a:lnTo>
                    <a:pt x="1493860" y="4020858"/>
                  </a:lnTo>
                  <a:lnTo>
                    <a:pt x="1493969" y="4020858"/>
                  </a:lnTo>
                  <a:lnTo>
                    <a:pt x="1494077" y="4020858"/>
                  </a:lnTo>
                  <a:lnTo>
                    <a:pt x="1494186" y="4020858"/>
                  </a:lnTo>
                  <a:lnTo>
                    <a:pt x="1494294" y="4020858"/>
                  </a:lnTo>
                  <a:lnTo>
                    <a:pt x="1494403" y="4020858"/>
                  </a:lnTo>
                  <a:lnTo>
                    <a:pt x="1494403" y="4020235"/>
                  </a:lnTo>
                  <a:lnTo>
                    <a:pt x="1494403" y="4019611"/>
                  </a:lnTo>
                  <a:lnTo>
                    <a:pt x="1494511" y="4019611"/>
                  </a:lnTo>
                  <a:lnTo>
                    <a:pt x="1494619" y="4019611"/>
                  </a:lnTo>
                  <a:lnTo>
                    <a:pt x="1494728" y="4019611"/>
                  </a:lnTo>
                  <a:lnTo>
                    <a:pt x="1494836" y="4019611"/>
                  </a:lnTo>
                  <a:lnTo>
                    <a:pt x="1494945" y="4019611"/>
                  </a:lnTo>
                  <a:lnTo>
                    <a:pt x="1495053" y="4019611"/>
                  </a:lnTo>
                  <a:lnTo>
                    <a:pt x="1495162" y="4019611"/>
                  </a:lnTo>
                  <a:lnTo>
                    <a:pt x="1495270" y="4019611"/>
                  </a:lnTo>
                  <a:lnTo>
                    <a:pt x="1495270" y="4018988"/>
                  </a:lnTo>
                  <a:lnTo>
                    <a:pt x="1495270" y="4018364"/>
                  </a:lnTo>
                  <a:lnTo>
                    <a:pt x="1495270" y="4017740"/>
                  </a:lnTo>
                  <a:lnTo>
                    <a:pt x="1495379" y="4017740"/>
                  </a:lnTo>
                  <a:lnTo>
                    <a:pt x="1495379" y="4017117"/>
                  </a:lnTo>
                  <a:lnTo>
                    <a:pt x="1495487" y="4017117"/>
                  </a:lnTo>
                  <a:lnTo>
                    <a:pt x="1495595" y="4017117"/>
                  </a:lnTo>
                  <a:lnTo>
                    <a:pt x="1495704" y="4017117"/>
                  </a:lnTo>
                  <a:lnTo>
                    <a:pt x="1495812" y="4017117"/>
                  </a:lnTo>
                  <a:lnTo>
                    <a:pt x="1495921" y="4017117"/>
                  </a:lnTo>
                  <a:lnTo>
                    <a:pt x="1496029" y="4017117"/>
                  </a:lnTo>
                  <a:lnTo>
                    <a:pt x="1496138" y="4017117"/>
                  </a:lnTo>
                  <a:lnTo>
                    <a:pt x="1496246" y="4017117"/>
                  </a:lnTo>
                  <a:lnTo>
                    <a:pt x="1496355" y="4017117"/>
                  </a:lnTo>
                  <a:lnTo>
                    <a:pt x="1496463" y="4017117"/>
                  </a:lnTo>
                  <a:lnTo>
                    <a:pt x="1496463" y="4016493"/>
                  </a:lnTo>
                  <a:lnTo>
                    <a:pt x="1496571" y="4016493"/>
                  </a:lnTo>
                  <a:lnTo>
                    <a:pt x="1496680" y="4016493"/>
                  </a:lnTo>
                  <a:lnTo>
                    <a:pt x="1496788" y="4016493"/>
                  </a:lnTo>
                  <a:lnTo>
                    <a:pt x="1496788" y="4015870"/>
                  </a:lnTo>
                  <a:lnTo>
                    <a:pt x="1496897" y="4015870"/>
                  </a:lnTo>
                  <a:lnTo>
                    <a:pt x="1497005" y="4015870"/>
                  </a:lnTo>
                  <a:lnTo>
                    <a:pt x="1497005" y="4015246"/>
                  </a:lnTo>
                  <a:lnTo>
                    <a:pt x="1497114" y="4015246"/>
                  </a:lnTo>
                  <a:lnTo>
                    <a:pt x="1497114" y="4014622"/>
                  </a:lnTo>
                  <a:lnTo>
                    <a:pt x="1497222" y="4014622"/>
                  </a:lnTo>
                  <a:lnTo>
                    <a:pt x="1497331" y="4014622"/>
                  </a:lnTo>
                  <a:lnTo>
                    <a:pt x="1497439" y="4014622"/>
                  </a:lnTo>
                  <a:lnTo>
                    <a:pt x="1497547" y="4014622"/>
                  </a:lnTo>
                  <a:lnTo>
                    <a:pt x="1497656" y="4014622"/>
                  </a:lnTo>
                  <a:lnTo>
                    <a:pt x="1497764" y="4014622"/>
                  </a:lnTo>
                  <a:lnTo>
                    <a:pt x="1497873" y="4014622"/>
                  </a:lnTo>
                  <a:lnTo>
                    <a:pt x="1497981" y="4014622"/>
                  </a:lnTo>
                  <a:lnTo>
                    <a:pt x="1498090" y="4014622"/>
                  </a:lnTo>
                  <a:lnTo>
                    <a:pt x="1498198" y="4014622"/>
                  </a:lnTo>
                  <a:lnTo>
                    <a:pt x="1498307" y="4014622"/>
                  </a:lnTo>
                  <a:lnTo>
                    <a:pt x="1498415" y="4014622"/>
                  </a:lnTo>
                  <a:lnTo>
                    <a:pt x="1498415" y="4013999"/>
                  </a:lnTo>
                  <a:lnTo>
                    <a:pt x="1498524" y="4013999"/>
                  </a:lnTo>
                  <a:lnTo>
                    <a:pt x="1498632" y="4013999"/>
                  </a:lnTo>
                  <a:lnTo>
                    <a:pt x="1498632" y="4013375"/>
                  </a:lnTo>
                  <a:lnTo>
                    <a:pt x="1498740" y="4013375"/>
                  </a:lnTo>
                  <a:lnTo>
                    <a:pt x="1498849" y="4013375"/>
                  </a:lnTo>
                  <a:lnTo>
                    <a:pt x="1498957" y="4013375"/>
                  </a:lnTo>
                  <a:lnTo>
                    <a:pt x="1499066" y="4013375"/>
                  </a:lnTo>
                  <a:lnTo>
                    <a:pt x="1499174" y="4013375"/>
                  </a:lnTo>
                  <a:lnTo>
                    <a:pt x="1499283" y="4013375"/>
                  </a:lnTo>
                  <a:lnTo>
                    <a:pt x="1499391" y="4013375"/>
                  </a:lnTo>
                  <a:lnTo>
                    <a:pt x="1499500" y="4013375"/>
                  </a:lnTo>
                  <a:lnTo>
                    <a:pt x="1499608" y="4013375"/>
                  </a:lnTo>
                  <a:lnTo>
                    <a:pt x="1499716" y="4013375"/>
                  </a:lnTo>
                  <a:lnTo>
                    <a:pt x="1499825" y="4013375"/>
                  </a:lnTo>
                  <a:lnTo>
                    <a:pt x="1499933" y="4013375"/>
                  </a:lnTo>
                  <a:lnTo>
                    <a:pt x="1500042" y="4013375"/>
                  </a:lnTo>
                  <a:lnTo>
                    <a:pt x="1500150" y="4013375"/>
                  </a:lnTo>
                  <a:lnTo>
                    <a:pt x="1500259" y="4013375"/>
                  </a:lnTo>
                  <a:lnTo>
                    <a:pt x="1500367" y="4013375"/>
                  </a:lnTo>
                  <a:lnTo>
                    <a:pt x="1500476" y="4013375"/>
                  </a:lnTo>
                  <a:lnTo>
                    <a:pt x="1500584" y="4013375"/>
                  </a:lnTo>
                  <a:lnTo>
                    <a:pt x="1500584" y="4012752"/>
                  </a:lnTo>
                  <a:lnTo>
                    <a:pt x="1500692" y="4012752"/>
                  </a:lnTo>
                  <a:lnTo>
                    <a:pt x="1500692" y="4012128"/>
                  </a:lnTo>
                  <a:lnTo>
                    <a:pt x="1500801" y="4012128"/>
                  </a:lnTo>
                  <a:lnTo>
                    <a:pt x="1500801" y="4011505"/>
                  </a:lnTo>
                  <a:lnTo>
                    <a:pt x="1500909" y="4011505"/>
                  </a:lnTo>
                  <a:lnTo>
                    <a:pt x="1501018" y="4011505"/>
                  </a:lnTo>
                  <a:lnTo>
                    <a:pt x="1501018" y="4010881"/>
                  </a:lnTo>
                  <a:lnTo>
                    <a:pt x="1501126" y="4010881"/>
                  </a:lnTo>
                  <a:lnTo>
                    <a:pt x="1501235" y="4010881"/>
                  </a:lnTo>
                  <a:lnTo>
                    <a:pt x="1501343" y="4010881"/>
                  </a:lnTo>
                  <a:lnTo>
                    <a:pt x="1501452" y="4010881"/>
                  </a:lnTo>
                  <a:lnTo>
                    <a:pt x="1501560" y="4010881"/>
                  </a:lnTo>
                  <a:lnTo>
                    <a:pt x="1501668" y="4010881"/>
                  </a:lnTo>
                  <a:lnTo>
                    <a:pt x="1501777" y="4010881"/>
                  </a:lnTo>
                  <a:lnTo>
                    <a:pt x="1501885" y="4010881"/>
                  </a:lnTo>
                  <a:lnTo>
                    <a:pt x="1501994" y="4010881"/>
                  </a:lnTo>
                  <a:lnTo>
                    <a:pt x="1501994" y="4010257"/>
                  </a:lnTo>
                  <a:lnTo>
                    <a:pt x="1502102" y="4010257"/>
                  </a:lnTo>
                  <a:lnTo>
                    <a:pt x="1502211" y="4010257"/>
                  </a:lnTo>
                  <a:lnTo>
                    <a:pt x="1502211" y="4009634"/>
                  </a:lnTo>
                  <a:lnTo>
                    <a:pt x="1502319" y="4009634"/>
                  </a:lnTo>
                  <a:lnTo>
                    <a:pt x="1502428" y="4009634"/>
                  </a:lnTo>
                  <a:lnTo>
                    <a:pt x="1502428" y="4009010"/>
                  </a:lnTo>
                  <a:lnTo>
                    <a:pt x="1502536" y="4009010"/>
                  </a:lnTo>
                  <a:lnTo>
                    <a:pt x="1502536" y="4008387"/>
                  </a:lnTo>
                  <a:lnTo>
                    <a:pt x="1502645" y="4008387"/>
                  </a:lnTo>
                  <a:lnTo>
                    <a:pt x="1502753" y="4008387"/>
                  </a:lnTo>
                  <a:lnTo>
                    <a:pt x="1502861" y="4008387"/>
                  </a:lnTo>
                  <a:lnTo>
                    <a:pt x="1502970" y="4008387"/>
                  </a:lnTo>
                  <a:lnTo>
                    <a:pt x="1503078" y="4008387"/>
                  </a:lnTo>
                  <a:lnTo>
                    <a:pt x="1503187" y="4008387"/>
                  </a:lnTo>
                  <a:lnTo>
                    <a:pt x="1503295" y="4008387"/>
                  </a:lnTo>
                  <a:lnTo>
                    <a:pt x="1503404" y="4008387"/>
                  </a:lnTo>
                  <a:lnTo>
                    <a:pt x="1503404" y="4007763"/>
                  </a:lnTo>
                  <a:lnTo>
                    <a:pt x="1503512" y="4007763"/>
                  </a:lnTo>
                  <a:lnTo>
                    <a:pt x="1503512" y="4007139"/>
                  </a:lnTo>
                  <a:lnTo>
                    <a:pt x="1503621" y="4007139"/>
                  </a:lnTo>
                  <a:lnTo>
                    <a:pt x="1503621" y="4006516"/>
                  </a:lnTo>
                  <a:lnTo>
                    <a:pt x="1503621" y="4005892"/>
                  </a:lnTo>
                  <a:lnTo>
                    <a:pt x="1503729" y="4005892"/>
                  </a:lnTo>
                  <a:lnTo>
                    <a:pt x="1503837" y="4005892"/>
                  </a:lnTo>
                  <a:lnTo>
                    <a:pt x="1503837" y="4005269"/>
                  </a:lnTo>
                  <a:lnTo>
                    <a:pt x="1503946" y="4005269"/>
                  </a:lnTo>
                  <a:lnTo>
                    <a:pt x="1504054" y="4005269"/>
                  </a:lnTo>
                  <a:lnTo>
                    <a:pt x="1504163" y="4005269"/>
                  </a:lnTo>
                  <a:lnTo>
                    <a:pt x="1504271" y="4005269"/>
                  </a:lnTo>
                  <a:lnTo>
                    <a:pt x="1504380" y="4005269"/>
                  </a:lnTo>
                  <a:lnTo>
                    <a:pt x="1504488" y="4005269"/>
                  </a:lnTo>
                  <a:lnTo>
                    <a:pt x="1504597" y="4005269"/>
                  </a:lnTo>
                  <a:lnTo>
                    <a:pt x="1504705" y="4005269"/>
                  </a:lnTo>
                  <a:lnTo>
                    <a:pt x="1504813" y="4005269"/>
                  </a:lnTo>
                  <a:lnTo>
                    <a:pt x="1504922" y="4005269"/>
                  </a:lnTo>
                  <a:lnTo>
                    <a:pt x="1505030" y="4005269"/>
                  </a:lnTo>
                  <a:lnTo>
                    <a:pt x="1505139" y="4005269"/>
                  </a:lnTo>
                  <a:lnTo>
                    <a:pt x="1505247" y="4005269"/>
                  </a:lnTo>
                  <a:lnTo>
                    <a:pt x="1505356" y="4005269"/>
                  </a:lnTo>
                  <a:lnTo>
                    <a:pt x="1505464" y="4005269"/>
                  </a:lnTo>
                  <a:lnTo>
                    <a:pt x="1505573" y="4005269"/>
                  </a:lnTo>
                  <a:lnTo>
                    <a:pt x="1505681" y="4005269"/>
                  </a:lnTo>
                  <a:lnTo>
                    <a:pt x="1505681" y="4004645"/>
                  </a:lnTo>
                  <a:lnTo>
                    <a:pt x="1505789" y="4004645"/>
                  </a:lnTo>
                  <a:lnTo>
                    <a:pt x="1505898" y="4004645"/>
                  </a:lnTo>
                  <a:lnTo>
                    <a:pt x="1506006" y="4004645"/>
                  </a:lnTo>
                  <a:lnTo>
                    <a:pt x="1506115" y="4004645"/>
                  </a:lnTo>
                  <a:lnTo>
                    <a:pt x="1506115" y="4004022"/>
                  </a:lnTo>
                  <a:lnTo>
                    <a:pt x="1506223" y="4004022"/>
                  </a:lnTo>
                  <a:lnTo>
                    <a:pt x="1506332" y="4004022"/>
                  </a:lnTo>
                  <a:lnTo>
                    <a:pt x="1506332" y="4003398"/>
                  </a:lnTo>
                  <a:lnTo>
                    <a:pt x="1506440" y="4003398"/>
                  </a:lnTo>
                  <a:lnTo>
                    <a:pt x="1506549" y="4003398"/>
                  </a:lnTo>
                  <a:lnTo>
                    <a:pt x="1506657" y="4003398"/>
                  </a:lnTo>
                  <a:lnTo>
                    <a:pt x="1506766" y="4003398"/>
                  </a:lnTo>
                  <a:lnTo>
                    <a:pt x="1506874" y="4003398"/>
                  </a:lnTo>
                  <a:lnTo>
                    <a:pt x="1506982" y="4003398"/>
                  </a:lnTo>
                  <a:lnTo>
                    <a:pt x="1507091" y="4003398"/>
                  </a:lnTo>
                  <a:lnTo>
                    <a:pt x="1507199" y="4003398"/>
                  </a:lnTo>
                  <a:lnTo>
                    <a:pt x="1507308" y="4003398"/>
                  </a:lnTo>
                  <a:lnTo>
                    <a:pt x="1507416" y="4003398"/>
                  </a:lnTo>
                  <a:lnTo>
                    <a:pt x="1507416" y="4002774"/>
                  </a:lnTo>
                  <a:lnTo>
                    <a:pt x="1507416" y="4002151"/>
                  </a:lnTo>
                  <a:lnTo>
                    <a:pt x="1507525" y="4002151"/>
                  </a:lnTo>
                  <a:lnTo>
                    <a:pt x="1507633" y="4002151"/>
                  </a:lnTo>
                  <a:lnTo>
                    <a:pt x="1507742" y="4002151"/>
                  </a:lnTo>
                  <a:lnTo>
                    <a:pt x="1507742" y="4001527"/>
                  </a:lnTo>
                  <a:lnTo>
                    <a:pt x="1507742" y="4000904"/>
                  </a:lnTo>
                  <a:lnTo>
                    <a:pt x="1507850" y="4000904"/>
                  </a:lnTo>
                  <a:lnTo>
                    <a:pt x="1507958" y="4000904"/>
                  </a:lnTo>
                  <a:lnTo>
                    <a:pt x="1508067" y="4000904"/>
                  </a:lnTo>
                  <a:lnTo>
                    <a:pt x="1508175" y="4000904"/>
                  </a:lnTo>
                  <a:lnTo>
                    <a:pt x="1508284" y="4000904"/>
                  </a:lnTo>
                  <a:lnTo>
                    <a:pt x="1508284" y="4000280"/>
                  </a:lnTo>
                  <a:lnTo>
                    <a:pt x="1508392" y="4000280"/>
                  </a:lnTo>
                  <a:lnTo>
                    <a:pt x="1508501" y="4000280"/>
                  </a:lnTo>
                  <a:lnTo>
                    <a:pt x="1508609" y="4000280"/>
                  </a:lnTo>
                  <a:lnTo>
                    <a:pt x="1508718" y="4000280"/>
                  </a:lnTo>
                  <a:lnTo>
                    <a:pt x="1508718" y="3999656"/>
                  </a:lnTo>
                  <a:lnTo>
                    <a:pt x="1508826" y="3999656"/>
                  </a:lnTo>
                  <a:lnTo>
                    <a:pt x="1508826" y="3999033"/>
                  </a:lnTo>
                  <a:lnTo>
                    <a:pt x="1508826" y="3998409"/>
                  </a:lnTo>
                  <a:lnTo>
                    <a:pt x="1508934" y="3998409"/>
                  </a:lnTo>
                  <a:lnTo>
                    <a:pt x="1509043" y="3998409"/>
                  </a:lnTo>
                  <a:lnTo>
                    <a:pt x="1509043" y="3997786"/>
                  </a:lnTo>
                  <a:lnTo>
                    <a:pt x="1509151" y="3997786"/>
                  </a:lnTo>
                  <a:lnTo>
                    <a:pt x="1509260" y="3997786"/>
                  </a:lnTo>
                  <a:lnTo>
                    <a:pt x="1509260" y="3997162"/>
                  </a:lnTo>
                  <a:lnTo>
                    <a:pt x="1509368" y="3997162"/>
                  </a:lnTo>
                  <a:lnTo>
                    <a:pt x="1509477" y="3997162"/>
                  </a:lnTo>
                  <a:lnTo>
                    <a:pt x="1509585" y="3997162"/>
                  </a:lnTo>
                  <a:lnTo>
                    <a:pt x="1509694" y="3997162"/>
                  </a:lnTo>
                  <a:lnTo>
                    <a:pt x="1509802" y="3997162"/>
                  </a:lnTo>
                  <a:lnTo>
                    <a:pt x="1509802" y="3996539"/>
                  </a:lnTo>
                  <a:lnTo>
                    <a:pt x="1509910" y="3996539"/>
                  </a:lnTo>
                  <a:lnTo>
                    <a:pt x="1510019" y="3996539"/>
                  </a:lnTo>
                  <a:lnTo>
                    <a:pt x="1510019" y="3995915"/>
                  </a:lnTo>
                  <a:lnTo>
                    <a:pt x="1510019" y="3995291"/>
                  </a:lnTo>
                  <a:lnTo>
                    <a:pt x="1510127" y="3995291"/>
                  </a:lnTo>
                  <a:lnTo>
                    <a:pt x="1510127" y="3994668"/>
                  </a:lnTo>
                  <a:lnTo>
                    <a:pt x="1510236" y="3994668"/>
                  </a:lnTo>
                  <a:lnTo>
                    <a:pt x="1510236" y="3994044"/>
                  </a:lnTo>
                  <a:lnTo>
                    <a:pt x="1510344" y="3994044"/>
                  </a:lnTo>
                  <a:lnTo>
                    <a:pt x="1510453" y="3994044"/>
                  </a:lnTo>
                  <a:lnTo>
                    <a:pt x="1510561" y="3994044"/>
                  </a:lnTo>
                  <a:lnTo>
                    <a:pt x="1510561" y="3993421"/>
                  </a:lnTo>
                  <a:lnTo>
                    <a:pt x="1510670" y="3993421"/>
                  </a:lnTo>
                  <a:lnTo>
                    <a:pt x="1510778" y="3993421"/>
                  </a:lnTo>
                  <a:lnTo>
                    <a:pt x="1510778" y="3992797"/>
                  </a:lnTo>
                  <a:lnTo>
                    <a:pt x="1510887" y="3992797"/>
                  </a:lnTo>
                  <a:lnTo>
                    <a:pt x="1510995" y="3992797"/>
                  </a:lnTo>
                  <a:lnTo>
                    <a:pt x="1510995" y="3992174"/>
                  </a:lnTo>
                  <a:lnTo>
                    <a:pt x="1511103" y="3992174"/>
                  </a:lnTo>
                  <a:lnTo>
                    <a:pt x="1511212" y="3992174"/>
                  </a:lnTo>
                  <a:lnTo>
                    <a:pt x="1511320" y="3992174"/>
                  </a:lnTo>
                  <a:lnTo>
                    <a:pt x="1511429" y="3992174"/>
                  </a:lnTo>
                  <a:lnTo>
                    <a:pt x="1511537" y="3992174"/>
                  </a:lnTo>
                  <a:lnTo>
                    <a:pt x="1511537" y="3991550"/>
                  </a:lnTo>
                  <a:lnTo>
                    <a:pt x="1511646" y="3991550"/>
                  </a:lnTo>
                  <a:lnTo>
                    <a:pt x="1511754" y="3991550"/>
                  </a:lnTo>
                  <a:lnTo>
                    <a:pt x="1511863" y="3991550"/>
                  </a:lnTo>
                  <a:lnTo>
                    <a:pt x="1511971" y="3991550"/>
                  </a:lnTo>
                  <a:lnTo>
                    <a:pt x="1512079" y="3991550"/>
                  </a:lnTo>
                  <a:lnTo>
                    <a:pt x="1512188" y="3991550"/>
                  </a:lnTo>
                  <a:lnTo>
                    <a:pt x="1512296" y="3991550"/>
                  </a:lnTo>
                  <a:lnTo>
                    <a:pt x="1512405" y="3991550"/>
                  </a:lnTo>
                  <a:lnTo>
                    <a:pt x="1512513" y="3991550"/>
                  </a:lnTo>
                  <a:lnTo>
                    <a:pt x="1512622" y="3991550"/>
                  </a:lnTo>
                  <a:lnTo>
                    <a:pt x="1512730" y="3991550"/>
                  </a:lnTo>
                  <a:lnTo>
                    <a:pt x="1512730" y="3990926"/>
                  </a:lnTo>
                  <a:lnTo>
                    <a:pt x="1512839" y="3990926"/>
                  </a:lnTo>
                  <a:lnTo>
                    <a:pt x="1512839" y="3990303"/>
                  </a:lnTo>
                  <a:lnTo>
                    <a:pt x="1512947" y="3990303"/>
                  </a:lnTo>
                  <a:lnTo>
                    <a:pt x="1513055" y="3990303"/>
                  </a:lnTo>
                  <a:lnTo>
                    <a:pt x="1513164" y="3990303"/>
                  </a:lnTo>
                  <a:lnTo>
                    <a:pt x="1513164" y="3989679"/>
                  </a:lnTo>
                  <a:lnTo>
                    <a:pt x="1513272" y="3989679"/>
                  </a:lnTo>
                  <a:lnTo>
                    <a:pt x="1513381" y="3989679"/>
                  </a:lnTo>
                  <a:lnTo>
                    <a:pt x="1513489" y="3989679"/>
                  </a:lnTo>
                  <a:lnTo>
                    <a:pt x="1513598" y="3989679"/>
                  </a:lnTo>
                  <a:lnTo>
                    <a:pt x="1513706" y="3989679"/>
                  </a:lnTo>
                  <a:lnTo>
                    <a:pt x="1513815" y="3989679"/>
                  </a:lnTo>
                  <a:lnTo>
                    <a:pt x="1513923" y="3989679"/>
                  </a:lnTo>
                  <a:lnTo>
                    <a:pt x="1513923" y="3989056"/>
                  </a:lnTo>
                  <a:lnTo>
                    <a:pt x="1513923" y="3988432"/>
                  </a:lnTo>
                  <a:lnTo>
                    <a:pt x="1514031" y="3988432"/>
                  </a:lnTo>
                  <a:lnTo>
                    <a:pt x="1514140" y="3988432"/>
                  </a:lnTo>
                  <a:lnTo>
                    <a:pt x="1514140" y="3987808"/>
                  </a:lnTo>
                  <a:lnTo>
                    <a:pt x="1514140" y="3987185"/>
                  </a:lnTo>
                  <a:lnTo>
                    <a:pt x="1514248" y="3987185"/>
                  </a:lnTo>
                  <a:lnTo>
                    <a:pt x="1514357" y="3987185"/>
                  </a:lnTo>
                  <a:lnTo>
                    <a:pt x="1514465" y="3987185"/>
                  </a:lnTo>
                  <a:lnTo>
                    <a:pt x="1514465" y="3986561"/>
                  </a:lnTo>
                  <a:lnTo>
                    <a:pt x="1514574" y="3986561"/>
                  </a:lnTo>
                  <a:lnTo>
                    <a:pt x="1514682" y="3986561"/>
                  </a:lnTo>
                  <a:lnTo>
                    <a:pt x="1514791" y="3986561"/>
                  </a:lnTo>
                  <a:lnTo>
                    <a:pt x="1514899" y="3986561"/>
                  </a:lnTo>
                  <a:lnTo>
                    <a:pt x="1515007" y="3986561"/>
                  </a:lnTo>
                  <a:lnTo>
                    <a:pt x="1515116" y="3986561"/>
                  </a:lnTo>
                  <a:lnTo>
                    <a:pt x="1515224" y="3986561"/>
                  </a:lnTo>
                  <a:lnTo>
                    <a:pt x="1515224" y="3985938"/>
                  </a:lnTo>
                  <a:lnTo>
                    <a:pt x="1515333" y="3985938"/>
                  </a:lnTo>
                  <a:lnTo>
                    <a:pt x="1515441" y="3985938"/>
                  </a:lnTo>
                  <a:lnTo>
                    <a:pt x="1515550" y="3985938"/>
                  </a:lnTo>
                  <a:lnTo>
                    <a:pt x="1515658" y="3985938"/>
                  </a:lnTo>
                  <a:lnTo>
                    <a:pt x="1515767" y="3985938"/>
                  </a:lnTo>
                  <a:lnTo>
                    <a:pt x="1515767" y="3985314"/>
                  </a:lnTo>
                  <a:lnTo>
                    <a:pt x="1515875" y="3985314"/>
                  </a:lnTo>
                  <a:lnTo>
                    <a:pt x="1515984" y="3985314"/>
                  </a:lnTo>
                  <a:lnTo>
                    <a:pt x="1515984" y="3984691"/>
                  </a:lnTo>
                  <a:lnTo>
                    <a:pt x="1515984" y="3984067"/>
                  </a:lnTo>
                  <a:lnTo>
                    <a:pt x="1516092" y="3984067"/>
                  </a:lnTo>
                  <a:lnTo>
                    <a:pt x="1516200" y="3984067"/>
                  </a:lnTo>
                  <a:lnTo>
                    <a:pt x="1516309" y="3984067"/>
                  </a:lnTo>
                  <a:lnTo>
                    <a:pt x="1516417" y="3984067"/>
                  </a:lnTo>
                  <a:lnTo>
                    <a:pt x="1516526" y="3984067"/>
                  </a:lnTo>
                  <a:lnTo>
                    <a:pt x="1516634" y="3984067"/>
                  </a:lnTo>
                  <a:lnTo>
                    <a:pt x="1516743" y="3984067"/>
                  </a:lnTo>
                  <a:lnTo>
                    <a:pt x="1516743" y="3983443"/>
                  </a:lnTo>
                  <a:lnTo>
                    <a:pt x="1516851" y="3983443"/>
                  </a:lnTo>
                  <a:lnTo>
                    <a:pt x="1516851" y="3982820"/>
                  </a:lnTo>
                  <a:lnTo>
                    <a:pt x="1516960" y="3982820"/>
                  </a:lnTo>
                  <a:lnTo>
                    <a:pt x="1517068" y="3982820"/>
                  </a:lnTo>
                  <a:lnTo>
                    <a:pt x="1517176" y="3982820"/>
                  </a:lnTo>
                  <a:lnTo>
                    <a:pt x="1517285" y="3982820"/>
                  </a:lnTo>
                  <a:lnTo>
                    <a:pt x="1517393" y="3982820"/>
                  </a:lnTo>
                  <a:lnTo>
                    <a:pt x="1517502" y="3982820"/>
                  </a:lnTo>
                  <a:lnTo>
                    <a:pt x="1517502" y="3982196"/>
                  </a:lnTo>
                  <a:lnTo>
                    <a:pt x="1517502" y="3981573"/>
                  </a:lnTo>
                  <a:lnTo>
                    <a:pt x="1517610" y="3981573"/>
                  </a:lnTo>
                  <a:lnTo>
                    <a:pt x="1517719" y="3981573"/>
                  </a:lnTo>
                  <a:lnTo>
                    <a:pt x="1517827" y="3981573"/>
                  </a:lnTo>
                  <a:lnTo>
                    <a:pt x="1517936" y="3981573"/>
                  </a:lnTo>
                  <a:lnTo>
                    <a:pt x="1518044" y="3981573"/>
                  </a:lnTo>
                  <a:lnTo>
                    <a:pt x="1518152" y="3981573"/>
                  </a:lnTo>
                  <a:lnTo>
                    <a:pt x="1518152" y="3980949"/>
                  </a:lnTo>
                  <a:lnTo>
                    <a:pt x="1518261" y="3980949"/>
                  </a:lnTo>
                  <a:lnTo>
                    <a:pt x="1518369" y="3980949"/>
                  </a:lnTo>
                  <a:lnTo>
                    <a:pt x="1518478" y="3980949"/>
                  </a:lnTo>
                  <a:lnTo>
                    <a:pt x="1518586" y="3980949"/>
                  </a:lnTo>
                  <a:lnTo>
                    <a:pt x="1518695" y="3980949"/>
                  </a:lnTo>
                  <a:lnTo>
                    <a:pt x="1518803" y="3980949"/>
                  </a:lnTo>
                  <a:lnTo>
                    <a:pt x="1518912" y="3980949"/>
                  </a:lnTo>
                  <a:lnTo>
                    <a:pt x="1519020" y="3980949"/>
                  </a:lnTo>
                  <a:lnTo>
                    <a:pt x="1519128" y="3980949"/>
                  </a:lnTo>
                  <a:lnTo>
                    <a:pt x="1519237" y="3980949"/>
                  </a:lnTo>
                  <a:lnTo>
                    <a:pt x="1519345" y="3980949"/>
                  </a:lnTo>
                  <a:lnTo>
                    <a:pt x="1519454" y="3980949"/>
                  </a:lnTo>
                  <a:lnTo>
                    <a:pt x="1519454" y="3980325"/>
                  </a:lnTo>
                  <a:lnTo>
                    <a:pt x="1519562" y="3980325"/>
                  </a:lnTo>
                  <a:lnTo>
                    <a:pt x="1519671" y="3980325"/>
                  </a:lnTo>
                  <a:lnTo>
                    <a:pt x="1519779" y="3980325"/>
                  </a:lnTo>
                  <a:lnTo>
                    <a:pt x="1519888" y="3980325"/>
                  </a:lnTo>
                  <a:lnTo>
                    <a:pt x="1519996" y="3980325"/>
                  </a:lnTo>
                  <a:lnTo>
                    <a:pt x="1520105" y="3980325"/>
                  </a:lnTo>
                  <a:lnTo>
                    <a:pt x="1520105" y="3979702"/>
                  </a:lnTo>
                  <a:lnTo>
                    <a:pt x="1520213" y="3979702"/>
                  </a:lnTo>
                  <a:lnTo>
                    <a:pt x="1520321" y="3979702"/>
                  </a:lnTo>
                  <a:lnTo>
                    <a:pt x="1520430" y="3979702"/>
                  </a:lnTo>
                  <a:lnTo>
                    <a:pt x="1520538" y="3979702"/>
                  </a:lnTo>
                  <a:lnTo>
                    <a:pt x="1520647" y="3979702"/>
                  </a:lnTo>
                  <a:lnTo>
                    <a:pt x="1520647" y="3979078"/>
                  </a:lnTo>
                  <a:lnTo>
                    <a:pt x="1520755" y="3979078"/>
                  </a:lnTo>
                  <a:lnTo>
                    <a:pt x="1520864" y="3979078"/>
                  </a:lnTo>
                  <a:lnTo>
                    <a:pt x="1520972" y="3979078"/>
                  </a:lnTo>
                  <a:lnTo>
                    <a:pt x="1521081" y="3979078"/>
                  </a:lnTo>
                  <a:lnTo>
                    <a:pt x="1521189" y="3979078"/>
                  </a:lnTo>
                  <a:lnTo>
                    <a:pt x="1521297" y="3979078"/>
                  </a:lnTo>
                  <a:lnTo>
                    <a:pt x="1521406" y="3979078"/>
                  </a:lnTo>
                  <a:lnTo>
                    <a:pt x="1521406" y="3978455"/>
                  </a:lnTo>
                  <a:lnTo>
                    <a:pt x="1521514" y="3978455"/>
                  </a:lnTo>
                  <a:lnTo>
                    <a:pt x="1521623" y="3978455"/>
                  </a:lnTo>
                  <a:lnTo>
                    <a:pt x="1521731" y="3978455"/>
                  </a:lnTo>
                  <a:lnTo>
                    <a:pt x="1521840" y="3978455"/>
                  </a:lnTo>
                  <a:lnTo>
                    <a:pt x="1521948" y="3978455"/>
                  </a:lnTo>
                  <a:lnTo>
                    <a:pt x="1522057" y="3978455"/>
                  </a:lnTo>
                  <a:lnTo>
                    <a:pt x="1522165" y="3978455"/>
                  </a:lnTo>
                  <a:lnTo>
                    <a:pt x="1522273" y="3978455"/>
                  </a:lnTo>
                  <a:lnTo>
                    <a:pt x="1522382" y="3978455"/>
                  </a:lnTo>
                  <a:lnTo>
                    <a:pt x="1522382" y="3977831"/>
                  </a:lnTo>
                  <a:lnTo>
                    <a:pt x="1522490" y="3977831"/>
                  </a:lnTo>
                  <a:lnTo>
                    <a:pt x="1522599" y="3977831"/>
                  </a:lnTo>
                  <a:lnTo>
                    <a:pt x="1522707" y="3977831"/>
                  </a:lnTo>
                  <a:lnTo>
                    <a:pt x="1522707" y="3977208"/>
                  </a:lnTo>
                  <a:lnTo>
                    <a:pt x="1522816" y="3977208"/>
                  </a:lnTo>
                  <a:lnTo>
                    <a:pt x="1522924" y="3977208"/>
                  </a:lnTo>
                  <a:lnTo>
                    <a:pt x="1523033" y="3977208"/>
                  </a:lnTo>
                  <a:lnTo>
                    <a:pt x="1523141" y="3977208"/>
                  </a:lnTo>
                  <a:lnTo>
                    <a:pt x="1523249" y="3977208"/>
                  </a:lnTo>
                  <a:lnTo>
                    <a:pt x="1523358" y="3977208"/>
                  </a:lnTo>
                  <a:lnTo>
                    <a:pt x="1523466" y="3977208"/>
                  </a:lnTo>
                  <a:lnTo>
                    <a:pt x="1523575" y="3977208"/>
                  </a:lnTo>
                  <a:lnTo>
                    <a:pt x="1523683" y="3977208"/>
                  </a:lnTo>
                  <a:lnTo>
                    <a:pt x="1523792" y="3977208"/>
                  </a:lnTo>
                  <a:lnTo>
                    <a:pt x="1523900" y="3977208"/>
                  </a:lnTo>
                  <a:lnTo>
                    <a:pt x="1523900" y="3976584"/>
                  </a:lnTo>
                  <a:lnTo>
                    <a:pt x="1524009" y="3976584"/>
                  </a:lnTo>
                  <a:lnTo>
                    <a:pt x="1524117" y="3976584"/>
                  </a:lnTo>
                  <a:lnTo>
                    <a:pt x="1524226" y="3976584"/>
                  </a:lnTo>
                  <a:lnTo>
                    <a:pt x="1524226" y="3975960"/>
                  </a:lnTo>
                  <a:lnTo>
                    <a:pt x="1524334" y="3975960"/>
                  </a:lnTo>
                  <a:lnTo>
                    <a:pt x="1524442" y="3975960"/>
                  </a:lnTo>
                  <a:lnTo>
                    <a:pt x="1524551" y="3975960"/>
                  </a:lnTo>
                  <a:lnTo>
                    <a:pt x="1524551" y="3975337"/>
                  </a:lnTo>
                  <a:lnTo>
                    <a:pt x="1524551" y="3974713"/>
                  </a:lnTo>
                  <a:lnTo>
                    <a:pt x="1524659" y="3974713"/>
                  </a:lnTo>
                  <a:lnTo>
                    <a:pt x="1524768" y="3974713"/>
                  </a:lnTo>
                  <a:lnTo>
                    <a:pt x="1524876" y="3974713"/>
                  </a:lnTo>
                  <a:lnTo>
                    <a:pt x="1524985" y="3974713"/>
                  </a:lnTo>
                  <a:lnTo>
                    <a:pt x="1525093" y="3974713"/>
                  </a:lnTo>
                  <a:lnTo>
                    <a:pt x="1525202" y="3974713"/>
                  </a:lnTo>
                  <a:lnTo>
                    <a:pt x="1525202" y="3974090"/>
                  </a:lnTo>
                  <a:lnTo>
                    <a:pt x="1525310" y="3974090"/>
                  </a:lnTo>
                  <a:lnTo>
                    <a:pt x="1525418" y="3974090"/>
                  </a:lnTo>
                  <a:lnTo>
                    <a:pt x="1525418" y="3973466"/>
                  </a:lnTo>
                  <a:lnTo>
                    <a:pt x="1525527" y="3973466"/>
                  </a:lnTo>
                  <a:lnTo>
                    <a:pt x="1525527" y="3972842"/>
                  </a:lnTo>
                  <a:lnTo>
                    <a:pt x="1525635" y="3972842"/>
                  </a:lnTo>
                  <a:lnTo>
                    <a:pt x="1525744" y="3972842"/>
                  </a:lnTo>
                  <a:lnTo>
                    <a:pt x="1525852" y="3972842"/>
                  </a:lnTo>
                  <a:lnTo>
                    <a:pt x="1525961" y="3972842"/>
                  </a:lnTo>
                  <a:lnTo>
                    <a:pt x="1525961" y="3972219"/>
                  </a:lnTo>
                  <a:lnTo>
                    <a:pt x="1526069" y="3972219"/>
                  </a:lnTo>
                  <a:lnTo>
                    <a:pt x="1526178" y="3972219"/>
                  </a:lnTo>
                  <a:lnTo>
                    <a:pt x="1526286" y="3972219"/>
                  </a:lnTo>
                  <a:lnTo>
                    <a:pt x="1526394" y="3972219"/>
                  </a:lnTo>
                  <a:lnTo>
                    <a:pt x="1526503" y="3972219"/>
                  </a:lnTo>
                  <a:lnTo>
                    <a:pt x="1526611" y="3972219"/>
                  </a:lnTo>
                  <a:lnTo>
                    <a:pt x="1526720" y="3972219"/>
                  </a:lnTo>
                  <a:lnTo>
                    <a:pt x="1526828" y="3972219"/>
                  </a:lnTo>
                  <a:lnTo>
                    <a:pt x="1526937" y="3972219"/>
                  </a:lnTo>
                  <a:lnTo>
                    <a:pt x="1527045" y="3972219"/>
                  </a:lnTo>
                  <a:lnTo>
                    <a:pt x="1527154" y="3972219"/>
                  </a:lnTo>
                  <a:lnTo>
                    <a:pt x="1527262" y="3972219"/>
                  </a:lnTo>
                  <a:lnTo>
                    <a:pt x="1527370" y="3972219"/>
                  </a:lnTo>
                  <a:lnTo>
                    <a:pt x="1527479" y="3972219"/>
                  </a:lnTo>
                  <a:lnTo>
                    <a:pt x="1527479" y="3971595"/>
                  </a:lnTo>
                  <a:lnTo>
                    <a:pt x="1527587" y="3971595"/>
                  </a:lnTo>
                  <a:lnTo>
                    <a:pt x="1527696" y="3971595"/>
                  </a:lnTo>
                  <a:lnTo>
                    <a:pt x="1527804" y="3971595"/>
                  </a:lnTo>
                  <a:lnTo>
                    <a:pt x="1527913" y="3971595"/>
                  </a:lnTo>
                  <a:lnTo>
                    <a:pt x="1528021" y="3971595"/>
                  </a:lnTo>
                  <a:lnTo>
                    <a:pt x="1528130" y="3971595"/>
                  </a:lnTo>
                  <a:lnTo>
                    <a:pt x="1528238" y="3971595"/>
                  </a:lnTo>
                  <a:lnTo>
                    <a:pt x="1528347" y="3971595"/>
                  </a:lnTo>
                  <a:lnTo>
                    <a:pt x="1528347" y="3970972"/>
                  </a:lnTo>
                  <a:lnTo>
                    <a:pt x="1528455" y="3970972"/>
                  </a:lnTo>
                  <a:lnTo>
                    <a:pt x="1528563" y="3970972"/>
                  </a:lnTo>
                  <a:lnTo>
                    <a:pt x="1528672" y="3970972"/>
                  </a:lnTo>
                  <a:lnTo>
                    <a:pt x="1528672" y="3970348"/>
                  </a:lnTo>
                  <a:lnTo>
                    <a:pt x="1528780" y="3970348"/>
                  </a:lnTo>
                  <a:lnTo>
                    <a:pt x="1528889" y="3970348"/>
                  </a:lnTo>
                  <a:lnTo>
                    <a:pt x="1528997" y="3970348"/>
                  </a:lnTo>
                  <a:lnTo>
                    <a:pt x="1528997" y="3969725"/>
                  </a:lnTo>
                  <a:lnTo>
                    <a:pt x="1528997" y="3969101"/>
                  </a:lnTo>
                  <a:lnTo>
                    <a:pt x="1529106" y="3969101"/>
                  </a:lnTo>
                  <a:lnTo>
                    <a:pt x="1529106" y="3968477"/>
                  </a:lnTo>
                  <a:lnTo>
                    <a:pt x="1529106" y="3967854"/>
                  </a:lnTo>
                  <a:lnTo>
                    <a:pt x="1529214" y="3967854"/>
                  </a:lnTo>
                  <a:lnTo>
                    <a:pt x="1529323" y="3967854"/>
                  </a:lnTo>
                  <a:lnTo>
                    <a:pt x="1529323" y="3967230"/>
                  </a:lnTo>
                  <a:lnTo>
                    <a:pt x="1529431" y="3967230"/>
                  </a:lnTo>
                  <a:lnTo>
                    <a:pt x="1529539" y="3967230"/>
                  </a:lnTo>
                  <a:lnTo>
                    <a:pt x="1529648" y="3967230"/>
                  </a:lnTo>
                  <a:lnTo>
                    <a:pt x="1529648" y="3966607"/>
                  </a:lnTo>
                  <a:lnTo>
                    <a:pt x="1529756" y="3966607"/>
                  </a:lnTo>
                  <a:lnTo>
                    <a:pt x="1529865" y="3966607"/>
                  </a:lnTo>
                  <a:lnTo>
                    <a:pt x="1529973" y="3966607"/>
                  </a:lnTo>
                  <a:lnTo>
                    <a:pt x="1530082" y="3966607"/>
                  </a:lnTo>
                  <a:lnTo>
                    <a:pt x="1530190" y="3966607"/>
                  </a:lnTo>
                  <a:lnTo>
                    <a:pt x="1530299" y="3966607"/>
                  </a:lnTo>
                  <a:lnTo>
                    <a:pt x="1530407" y="3966607"/>
                  </a:lnTo>
                  <a:lnTo>
                    <a:pt x="1530515" y="3966607"/>
                  </a:lnTo>
                  <a:lnTo>
                    <a:pt x="1530624" y="3966607"/>
                  </a:lnTo>
                  <a:lnTo>
                    <a:pt x="1530732" y="3966607"/>
                  </a:lnTo>
                  <a:lnTo>
                    <a:pt x="1530732" y="3965983"/>
                  </a:lnTo>
                  <a:lnTo>
                    <a:pt x="1530732" y="3965359"/>
                  </a:lnTo>
                  <a:lnTo>
                    <a:pt x="1530841" y="3965359"/>
                  </a:lnTo>
                  <a:lnTo>
                    <a:pt x="1530841" y="3964736"/>
                  </a:lnTo>
                  <a:lnTo>
                    <a:pt x="1530949" y="3964736"/>
                  </a:lnTo>
                  <a:lnTo>
                    <a:pt x="1530949" y="3964112"/>
                  </a:lnTo>
                  <a:lnTo>
                    <a:pt x="1531058" y="3964112"/>
                  </a:lnTo>
                  <a:lnTo>
                    <a:pt x="1531166" y="3964112"/>
                  </a:lnTo>
                  <a:lnTo>
                    <a:pt x="1531275" y="3964112"/>
                  </a:lnTo>
                  <a:lnTo>
                    <a:pt x="1531275" y="3963489"/>
                  </a:lnTo>
                  <a:lnTo>
                    <a:pt x="1531383" y="3963489"/>
                  </a:lnTo>
                  <a:lnTo>
                    <a:pt x="1531491" y="3963489"/>
                  </a:lnTo>
                  <a:lnTo>
                    <a:pt x="1531600" y="3963489"/>
                  </a:lnTo>
                  <a:lnTo>
                    <a:pt x="1531600" y="3962865"/>
                  </a:lnTo>
                  <a:lnTo>
                    <a:pt x="1531708" y="3962865"/>
                  </a:lnTo>
                  <a:lnTo>
                    <a:pt x="1531817" y="3962865"/>
                  </a:lnTo>
                  <a:lnTo>
                    <a:pt x="1531925" y="3962865"/>
                  </a:lnTo>
                  <a:lnTo>
                    <a:pt x="1531925" y="3962242"/>
                  </a:lnTo>
                  <a:lnTo>
                    <a:pt x="1532034" y="3962242"/>
                  </a:lnTo>
                  <a:lnTo>
                    <a:pt x="1532034" y="3961618"/>
                  </a:lnTo>
                  <a:lnTo>
                    <a:pt x="1532142" y="3961618"/>
                  </a:lnTo>
                  <a:lnTo>
                    <a:pt x="1532251" y="3961618"/>
                  </a:lnTo>
                  <a:lnTo>
                    <a:pt x="1532251" y="3960994"/>
                  </a:lnTo>
                  <a:lnTo>
                    <a:pt x="1532359" y="3960994"/>
                  </a:lnTo>
                  <a:lnTo>
                    <a:pt x="1532359" y="3960371"/>
                  </a:lnTo>
                  <a:lnTo>
                    <a:pt x="1532468" y="3960371"/>
                  </a:lnTo>
                  <a:lnTo>
                    <a:pt x="1532576" y="3960371"/>
                  </a:lnTo>
                  <a:lnTo>
                    <a:pt x="1532684" y="3960371"/>
                  </a:lnTo>
                  <a:lnTo>
                    <a:pt x="1532793" y="3960371"/>
                  </a:lnTo>
                  <a:lnTo>
                    <a:pt x="1532901" y="3960371"/>
                  </a:lnTo>
                  <a:lnTo>
                    <a:pt x="1533010" y="3960371"/>
                  </a:lnTo>
                  <a:lnTo>
                    <a:pt x="1533118" y="3960371"/>
                  </a:lnTo>
                  <a:lnTo>
                    <a:pt x="1533227" y="3960371"/>
                  </a:lnTo>
                  <a:lnTo>
                    <a:pt x="1533335" y="3960371"/>
                  </a:lnTo>
                  <a:lnTo>
                    <a:pt x="1533335" y="3959747"/>
                  </a:lnTo>
                  <a:lnTo>
                    <a:pt x="1533444" y="3959747"/>
                  </a:lnTo>
                  <a:lnTo>
                    <a:pt x="1533552" y="3959747"/>
                  </a:lnTo>
                  <a:lnTo>
                    <a:pt x="1533660" y="3959747"/>
                  </a:lnTo>
                  <a:lnTo>
                    <a:pt x="1533660" y="3959124"/>
                  </a:lnTo>
                  <a:lnTo>
                    <a:pt x="1533660" y="3958500"/>
                  </a:lnTo>
                  <a:lnTo>
                    <a:pt x="1533660" y="3957876"/>
                  </a:lnTo>
                  <a:lnTo>
                    <a:pt x="1533769" y="3957876"/>
                  </a:lnTo>
                  <a:lnTo>
                    <a:pt x="1533877" y="3957876"/>
                  </a:lnTo>
                  <a:lnTo>
                    <a:pt x="1533986" y="3957876"/>
                  </a:lnTo>
                  <a:lnTo>
                    <a:pt x="1534094" y="3957876"/>
                  </a:lnTo>
                  <a:lnTo>
                    <a:pt x="1534203" y="3957876"/>
                  </a:lnTo>
                  <a:lnTo>
                    <a:pt x="1534311" y="3957876"/>
                  </a:lnTo>
                  <a:lnTo>
                    <a:pt x="1534420" y="3957876"/>
                  </a:lnTo>
                  <a:lnTo>
                    <a:pt x="1534420" y="3957253"/>
                  </a:lnTo>
                  <a:lnTo>
                    <a:pt x="1534528" y="3957253"/>
                  </a:lnTo>
                  <a:lnTo>
                    <a:pt x="1534636" y="3957253"/>
                  </a:lnTo>
                  <a:lnTo>
                    <a:pt x="1534745" y="3957253"/>
                  </a:lnTo>
                  <a:lnTo>
                    <a:pt x="1534853" y="3957253"/>
                  </a:lnTo>
                  <a:lnTo>
                    <a:pt x="1534962" y="3957253"/>
                  </a:lnTo>
                  <a:lnTo>
                    <a:pt x="1535070" y="3957253"/>
                  </a:lnTo>
                  <a:lnTo>
                    <a:pt x="1535179" y="3957253"/>
                  </a:lnTo>
                  <a:lnTo>
                    <a:pt x="1535287" y="3957253"/>
                  </a:lnTo>
                  <a:lnTo>
                    <a:pt x="1535287" y="3956629"/>
                  </a:lnTo>
                  <a:lnTo>
                    <a:pt x="1535396" y="3956629"/>
                  </a:lnTo>
                  <a:lnTo>
                    <a:pt x="1535504" y="3956629"/>
                  </a:lnTo>
                  <a:lnTo>
                    <a:pt x="1535504" y="3956006"/>
                  </a:lnTo>
                  <a:lnTo>
                    <a:pt x="1535612" y="3956006"/>
                  </a:lnTo>
                  <a:lnTo>
                    <a:pt x="1535721" y="3956006"/>
                  </a:lnTo>
                  <a:lnTo>
                    <a:pt x="1535829" y="3956006"/>
                  </a:lnTo>
                  <a:lnTo>
                    <a:pt x="1535829" y="3955382"/>
                  </a:lnTo>
                  <a:lnTo>
                    <a:pt x="1535938" y="3955382"/>
                  </a:lnTo>
                  <a:lnTo>
                    <a:pt x="1536046" y="3955382"/>
                  </a:lnTo>
                  <a:lnTo>
                    <a:pt x="1536155" y="3955382"/>
                  </a:lnTo>
                  <a:lnTo>
                    <a:pt x="1536263" y="3955382"/>
                  </a:lnTo>
                  <a:lnTo>
                    <a:pt x="1536372" y="3955382"/>
                  </a:lnTo>
                  <a:lnTo>
                    <a:pt x="1536480" y="3955382"/>
                  </a:lnTo>
                  <a:lnTo>
                    <a:pt x="1536589" y="3955382"/>
                  </a:lnTo>
                  <a:lnTo>
                    <a:pt x="1536697" y="3955382"/>
                  </a:lnTo>
                  <a:lnTo>
                    <a:pt x="1536805" y="3955382"/>
                  </a:lnTo>
                  <a:lnTo>
                    <a:pt x="1536914" y="3955382"/>
                  </a:lnTo>
                  <a:lnTo>
                    <a:pt x="1537022" y="3955382"/>
                  </a:lnTo>
                  <a:lnTo>
                    <a:pt x="1537131" y="3955382"/>
                  </a:lnTo>
                  <a:lnTo>
                    <a:pt x="1537239" y="3955382"/>
                  </a:lnTo>
                  <a:lnTo>
                    <a:pt x="1537348" y="3955382"/>
                  </a:lnTo>
                  <a:lnTo>
                    <a:pt x="1537456" y="3955382"/>
                  </a:lnTo>
                  <a:lnTo>
                    <a:pt x="1537456" y="3954759"/>
                  </a:lnTo>
                  <a:lnTo>
                    <a:pt x="1537565" y="3954759"/>
                  </a:lnTo>
                  <a:lnTo>
                    <a:pt x="1537673" y="3954759"/>
                  </a:lnTo>
                  <a:lnTo>
                    <a:pt x="1537781" y="3954759"/>
                  </a:lnTo>
                  <a:lnTo>
                    <a:pt x="1537781" y="3954135"/>
                  </a:lnTo>
                  <a:lnTo>
                    <a:pt x="1537781" y="3953511"/>
                  </a:lnTo>
                  <a:lnTo>
                    <a:pt x="1537781" y="3952888"/>
                  </a:lnTo>
                  <a:lnTo>
                    <a:pt x="1537781" y="3952264"/>
                  </a:lnTo>
                  <a:lnTo>
                    <a:pt x="1537781" y="3951641"/>
                  </a:lnTo>
                  <a:lnTo>
                    <a:pt x="1537890" y="3951641"/>
                  </a:lnTo>
                  <a:lnTo>
                    <a:pt x="1537998" y="3951641"/>
                  </a:lnTo>
                  <a:lnTo>
                    <a:pt x="1538107" y="3951641"/>
                  </a:lnTo>
                  <a:lnTo>
                    <a:pt x="1538215" y="3951641"/>
                  </a:lnTo>
                  <a:lnTo>
                    <a:pt x="1538324" y="3951641"/>
                  </a:lnTo>
                  <a:lnTo>
                    <a:pt x="1538324" y="3951017"/>
                  </a:lnTo>
                  <a:lnTo>
                    <a:pt x="1538432" y="3951017"/>
                  </a:lnTo>
                  <a:lnTo>
                    <a:pt x="1538541" y="3951017"/>
                  </a:lnTo>
                  <a:lnTo>
                    <a:pt x="1538649" y="3951017"/>
                  </a:lnTo>
                  <a:lnTo>
                    <a:pt x="1538757" y="3951017"/>
                  </a:lnTo>
                  <a:lnTo>
                    <a:pt x="1538866" y="3951017"/>
                  </a:lnTo>
                  <a:lnTo>
                    <a:pt x="1538974" y="3951017"/>
                  </a:lnTo>
                  <a:lnTo>
                    <a:pt x="1539083" y="3951017"/>
                  </a:lnTo>
                  <a:lnTo>
                    <a:pt x="1539191" y="3951017"/>
                  </a:lnTo>
                  <a:lnTo>
                    <a:pt x="1539300" y="3951017"/>
                  </a:lnTo>
                  <a:lnTo>
                    <a:pt x="1539300" y="3950393"/>
                  </a:lnTo>
                  <a:lnTo>
                    <a:pt x="1539408" y="3950393"/>
                  </a:lnTo>
                  <a:lnTo>
                    <a:pt x="1539517" y="3950393"/>
                  </a:lnTo>
                  <a:lnTo>
                    <a:pt x="1539625" y="3950393"/>
                  </a:lnTo>
                  <a:lnTo>
                    <a:pt x="1539625" y="3949770"/>
                  </a:lnTo>
                  <a:lnTo>
                    <a:pt x="1539625" y="3949146"/>
                  </a:lnTo>
                  <a:lnTo>
                    <a:pt x="1539733" y="3949146"/>
                  </a:lnTo>
                  <a:lnTo>
                    <a:pt x="1539842" y="3949146"/>
                  </a:lnTo>
                  <a:lnTo>
                    <a:pt x="1539950" y="3949146"/>
                  </a:lnTo>
                  <a:lnTo>
                    <a:pt x="1540059" y="3949146"/>
                  </a:lnTo>
                  <a:lnTo>
                    <a:pt x="1540059" y="3948523"/>
                  </a:lnTo>
                  <a:lnTo>
                    <a:pt x="1540167" y="3948523"/>
                  </a:lnTo>
                  <a:lnTo>
                    <a:pt x="1540276" y="3948523"/>
                  </a:lnTo>
                  <a:lnTo>
                    <a:pt x="1540276" y="3947899"/>
                  </a:lnTo>
                  <a:lnTo>
                    <a:pt x="1540384" y="3947899"/>
                  </a:lnTo>
                  <a:lnTo>
                    <a:pt x="1540384" y="3947276"/>
                  </a:lnTo>
                  <a:lnTo>
                    <a:pt x="1540384" y="3946652"/>
                  </a:lnTo>
                  <a:lnTo>
                    <a:pt x="1540493" y="3946652"/>
                  </a:lnTo>
                  <a:lnTo>
                    <a:pt x="1540493" y="3946028"/>
                  </a:lnTo>
                  <a:lnTo>
                    <a:pt x="1540601" y="3946028"/>
                  </a:lnTo>
                  <a:lnTo>
                    <a:pt x="1540709" y="3946028"/>
                  </a:lnTo>
                  <a:lnTo>
                    <a:pt x="1540818" y="3946028"/>
                  </a:lnTo>
                  <a:lnTo>
                    <a:pt x="1540926" y="3946028"/>
                  </a:lnTo>
                  <a:lnTo>
                    <a:pt x="1541035" y="3946028"/>
                  </a:lnTo>
                  <a:lnTo>
                    <a:pt x="1541143" y="3946028"/>
                  </a:lnTo>
                  <a:lnTo>
                    <a:pt x="1541252" y="3946028"/>
                  </a:lnTo>
                  <a:lnTo>
                    <a:pt x="1541360" y="3946028"/>
                  </a:lnTo>
                  <a:lnTo>
                    <a:pt x="1541469" y="3946028"/>
                  </a:lnTo>
                  <a:lnTo>
                    <a:pt x="1541469" y="3945405"/>
                  </a:lnTo>
                  <a:lnTo>
                    <a:pt x="1541577" y="3945405"/>
                  </a:lnTo>
                  <a:lnTo>
                    <a:pt x="1541686" y="3945405"/>
                  </a:lnTo>
                  <a:lnTo>
                    <a:pt x="1541794" y="3945405"/>
                  </a:lnTo>
                  <a:lnTo>
                    <a:pt x="1541902" y="3945405"/>
                  </a:lnTo>
                  <a:lnTo>
                    <a:pt x="1542011" y="3945405"/>
                  </a:lnTo>
                  <a:lnTo>
                    <a:pt x="1542119" y="3945405"/>
                  </a:lnTo>
                  <a:lnTo>
                    <a:pt x="1542119" y="3944781"/>
                  </a:lnTo>
                  <a:lnTo>
                    <a:pt x="1542228" y="3944781"/>
                  </a:lnTo>
                  <a:lnTo>
                    <a:pt x="1542336" y="3944781"/>
                  </a:lnTo>
                  <a:lnTo>
                    <a:pt x="1542445" y="3944781"/>
                  </a:lnTo>
                  <a:lnTo>
                    <a:pt x="1542553" y="3944781"/>
                  </a:lnTo>
                  <a:lnTo>
                    <a:pt x="1542662" y="3944781"/>
                  </a:lnTo>
                  <a:lnTo>
                    <a:pt x="1542770" y="3944781"/>
                  </a:lnTo>
                  <a:lnTo>
                    <a:pt x="1542878" y="3944781"/>
                  </a:lnTo>
                  <a:lnTo>
                    <a:pt x="1542878" y="3944158"/>
                  </a:lnTo>
                  <a:lnTo>
                    <a:pt x="1542987" y="3944158"/>
                  </a:lnTo>
                  <a:lnTo>
                    <a:pt x="1542987" y="3943534"/>
                  </a:lnTo>
                  <a:lnTo>
                    <a:pt x="1543095" y="3943534"/>
                  </a:lnTo>
                  <a:lnTo>
                    <a:pt x="1543095" y="3942911"/>
                  </a:lnTo>
                  <a:lnTo>
                    <a:pt x="1543204" y="3942911"/>
                  </a:lnTo>
                  <a:lnTo>
                    <a:pt x="1543312" y="3942911"/>
                  </a:lnTo>
                  <a:lnTo>
                    <a:pt x="1543421" y="3942911"/>
                  </a:lnTo>
                  <a:lnTo>
                    <a:pt x="1543421" y="3942287"/>
                  </a:lnTo>
                  <a:lnTo>
                    <a:pt x="1543421" y="3941663"/>
                  </a:lnTo>
                  <a:lnTo>
                    <a:pt x="1543421" y="3941040"/>
                  </a:lnTo>
                  <a:lnTo>
                    <a:pt x="1543421" y="3940416"/>
                  </a:lnTo>
                  <a:lnTo>
                    <a:pt x="1543529" y="3940416"/>
                  </a:lnTo>
                  <a:lnTo>
                    <a:pt x="1543529" y="3939793"/>
                  </a:lnTo>
                  <a:lnTo>
                    <a:pt x="1543638" y="3939793"/>
                  </a:lnTo>
                  <a:lnTo>
                    <a:pt x="1543746" y="3939793"/>
                  </a:lnTo>
                  <a:lnTo>
                    <a:pt x="1543854" y="3939793"/>
                  </a:lnTo>
                  <a:lnTo>
                    <a:pt x="1543963" y="3939793"/>
                  </a:lnTo>
                  <a:lnTo>
                    <a:pt x="1544071" y="3939793"/>
                  </a:lnTo>
                  <a:lnTo>
                    <a:pt x="1544180" y="3939793"/>
                  </a:lnTo>
                  <a:lnTo>
                    <a:pt x="1544288" y="3939793"/>
                  </a:lnTo>
                  <a:lnTo>
                    <a:pt x="1544397" y="3939793"/>
                  </a:lnTo>
                  <a:lnTo>
                    <a:pt x="1544505" y="3939793"/>
                  </a:lnTo>
                  <a:lnTo>
                    <a:pt x="1544614" y="3939793"/>
                  </a:lnTo>
                  <a:lnTo>
                    <a:pt x="1544722" y="3939793"/>
                  </a:lnTo>
                  <a:lnTo>
                    <a:pt x="1544830" y="3939793"/>
                  </a:lnTo>
                  <a:lnTo>
                    <a:pt x="1544830" y="3939169"/>
                  </a:lnTo>
                  <a:lnTo>
                    <a:pt x="1544830" y="3938545"/>
                  </a:lnTo>
                  <a:lnTo>
                    <a:pt x="1544939" y="3938545"/>
                  </a:lnTo>
                  <a:lnTo>
                    <a:pt x="1545047" y="3938545"/>
                  </a:lnTo>
                  <a:lnTo>
                    <a:pt x="1545047" y="3937922"/>
                  </a:lnTo>
                  <a:lnTo>
                    <a:pt x="1545156" y="3937922"/>
                  </a:lnTo>
                  <a:lnTo>
                    <a:pt x="1545264" y="3937922"/>
                  </a:lnTo>
                  <a:lnTo>
                    <a:pt x="1545373" y="3937922"/>
                  </a:lnTo>
                  <a:lnTo>
                    <a:pt x="1545481" y="3937922"/>
                  </a:lnTo>
                  <a:lnTo>
                    <a:pt x="1545590" y="3937922"/>
                  </a:lnTo>
                  <a:lnTo>
                    <a:pt x="1545698" y="3937922"/>
                  </a:lnTo>
                  <a:lnTo>
                    <a:pt x="1545807" y="3937922"/>
                  </a:lnTo>
                  <a:lnTo>
                    <a:pt x="1545807" y="3937298"/>
                  </a:lnTo>
                  <a:lnTo>
                    <a:pt x="1545915" y="3937298"/>
                  </a:lnTo>
                  <a:lnTo>
                    <a:pt x="1545915" y="3936675"/>
                  </a:lnTo>
                  <a:lnTo>
                    <a:pt x="1546023" y="3936675"/>
                  </a:lnTo>
                  <a:lnTo>
                    <a:pt x="1546132" y="3936675"/>
                  </a:lnTo>
                  <a:lnTo>
                    <a:pt x="1546240" y="3936675"/>
                  </a:lnTo>
                  <a:lnTo>
                    <a:pt x="1546349" y="3936675"/>
                  </a:lnTo>
                  <a:lnTo>
                    <a:pt x="1546457" y="3936675"/>
                  </a:lnTo>
                  <a:lnTo>
                    <a:pt x="1546457" y="3936051"/>
                  </a:lnTo>
                  <a:lnTo>
                    <a:pt x="1546566" y="3936051"/>
                  </a:lnTo>
                  <a:lnTo>
                    <a:pt x="1546674" y="3936051"/>
                  </a:lnTo>
                  <a:lnTo>
                    <a:pt x="1546783" y="3936051"/>
                  </a:lnTo>
                  <a:lnTo>
                    <a:pt x="1546891" y="3936051"/>
                  </a:lnTo>
                  <a:lnTo>
                    <a:pt x="1546891" y="3935428"/>
                  </a:lnTo>
                  <a:lnTo>
                    <a:pt x="1546891" y="3934804"/>
                  </a:lnTo>
                  <a:lnTo>
                    <a:pt x="1546891" y="3934180"/>
                  </a:lnTo>
                  <a:lnTo>
                    <a:pt x="1546999" y="3934180"/>
                  </a:lnTo>
                  <a:lnTo>
                    <a:pt x="1547108" y="3934180"/>
                  </a:lnTo>
                  <a:lnTo>
                    <a:pt x="1547108" y="3933557"/>
                  </a:lnTo>
                  <a:lnTo>
                    <a:pt x="1547216" y="3933557"/>
                  </a:lnTo>
                  <a:lnTo>
                    <a:pt x="1547325" y="3933557"/>
                  </a:lnTo>
                  <a:lnTo>
                    <a:pt x="1547433" y="3933557"/>
                  </a:lnTo>
                  <a:lnTo>
                    <a:pt x="1547433" y="3932933"/>
                  </a:lnTo>
                  <a:lnTo>
                    <a:pt x="1547542" y="3932933"/>
                  </a:lnTo>
                  <a:lnTo>
                    <a:pt x="1547650" y="3932933"/>
                  </a:lnTo>
                  <a:lnTo>
                    <a:pt x="1547759" y="3932933"/>
                  </a:lnTo>
                  <a:lnTo>
                    <a:pt x="1547867" y="3932933"/>
                  </a:lnTo>
                  <a:lnTo>
                    <a:pt x="1547975" y="3932933"/>
                  </a:lnTo>
                  <a:lnTo>
                    <a:pt x="1548084" y="3932933"/>
                  </a:lnTo>
                  <a:lnTo>
                    <a:pt x="1548192" y="3932933"/>
                  </a:lnTo>
                  <a:lnTo>
                    <a:pt x="1548301" y="3932933"/>
                  </a:lnTo>
                  <a:lnTo>
                    <a:pt x="1548301" y="3932310"/>
                  </a:lnTo>
                  <a:lnTo>
                    <a:pt x="1548301" y="3931686"/>
                  </a:lnTo>
                  <a:lnTo>
                    <a:pt x="1548301" y="3931062"/>
                  </a:lnTo>
                  <a:lnTo>
                    <a:pt x="1548409" y="3931062"/>
                  </a:lnTo>
                  <a:lnTo>
                    <a:pt x="1548518" y="3931062"/>
                  </a:lnTo>
                  <a:lnTo>
                    <a:pt x="1548626" y="3931062"/>
                  </a:lnTo>
                  <a:lnTo>
                    <a:pt x="1548735" y="3931062"/>
                  </a:lnTo>
                  <a:lnTo>
                    <a:pt x="1548843" y="3931062"/>
                  </a:lnTo>
                  <a:lnTo>
                    <a:pt x="1548951" y="3931062"/>
                  </a:lnTo>
                  <a:lnTo>
                    <a:pt x="1548951" y="3930439"/>
                  </a:lnTo>
                  <a:lnTo>
                    <a:pt x="1549060" y="3930439"/>
                  </a:lnTo>
                  <a:lnTo>
                    <a:pt x="1549168" y="3930439"/>
                  </a:lnTo>
                  <a:lnTo>
                    <a:pt x="1549277" y="3930439"/>
                  </a:lnTo>
                  <a:lnTo>
                    <a:pt x="1549277" y="3929815"/>
                  </a:lnTo>
                  <a:lnTo>
                    <a:pt x="1549385" y="3929815"/>
                  </a:lnTo>
                  <a:lnTo>
                    <a:pt x="1549494" y="3929815"/>
                  </a:lnTo>
                  <a:lnTo>
                    <a:pt x="1549602" y="3929815"/>
                  </a:lnTo>
                  <a:lnTo>
                    <a:pt x="1549711" y="3929815"/>
                  </a:lnTo>
                  <a:lnTo>
                    <a:pt x="1549711" y="3929192"/>
                  </a:lnTo>
                  <a:lnTo>
                    <a:pt x="1549819" y="3929192"/>
                  </a:lnTo>
                  <a:lnTo>
                    <a:pt x="1549928" y="3929192"/>
                  </a:lnTo>
                  <a:lnTo>
                    <a:pt x="1549928" y="3928568"/>
                  </a:lnTo>
                  <a:lnTo>
                    <a:pt x="1550036" y="3928568"/>
                  </a:lnTo>
                  <a:lnTo>
                    <a:pt x="1550144" y="3928568"/>
                  </a:lnTo>
                  <a:lnTo>
                    <a:pt x="1550253" y="3928568"/>
                  </a:lnTo>
                  <a:lnTo>
                    <a:pt x="1550361" y="3928568"/>
                  </a:lnTo>
                  <a:lnTo>
                    <a:pt x="1550470" y="3928568"/>
                  </a:lnTo>
                  <a:lnTo>
                    <a:pt x="1550578" y="3928568"/>
                  </a:lnTo>
                  <a:lnTo>
                    <a:pt x="1550578" y="3927945"/>
                  </a:lnTo>
                  <a:lnTo>
                    <a:pt x="1550687" y="3927945"/>
                  </a:lnTo>
                  <a:lnTo>
                    <a:pt x="1550795" y="3927945"/>
                  </a:lnTo>
                  <a:lnTo>
                    <a:pt x="1550904" y="3927945"/>
                  </a:lnTo>
                  <a:lnTo>
                    <a:pt x="1551012" y="3927945"/>
                  </a:lnTo>
                  <a:lnTo>
                    <a:pt x="1551120" y="3927945"/>
                  </a:lnTo>
                  <a:lnTo>
                    <a:pt x="1551229" y="3927945"/>
                  </a:lnTo>
                  <a:lnTo>
                    <a:pt x="1551337" y="3927945"/>
                  </a:lnTo>
                  <a:lnTo>
                    <a:pt x="1551446" y="3927945"/>
                  </a:lnTo>
                  <a:lnTo>
                    <a:pt x="1551554" y="3927945"/>
                  </a:lnTo>
                  <a:lnTo>
                    <a:pt x="1551663" y="3927945"/>
                  </a:lnTo>
                  <a:lnTo>
                    <a:pt x="1551771" y="3927945"/>
                  </a:lnTo>
                  <a:lnTo>
                    <a:pt x="1551771" y="3927321"/>
                  </a:lnTo>
                  <a:lnTo>
                    <a:pt x="1551880" y="3927321"/>
                  </a:lnTo>
                  <a:lnTo>
                    <a:pt x="1551988" y="3927321"/>
                  </a:lnTo>
                  <a:lnTo>
                    <a:pt x="1552096" y="3927321"/>
                  </a:lnTo>
                  <a:lnTo>
                    <a:pt x="1552205" y="3927321"/>
                  </a:lnTo>
                  <a:lnTo>
                    <a:pt x="1552313" y="3927321"/>
                  </a:lnTo>
                  <a:lnTo>
                    <a:pt x="1552422" y="3927321"/>
                  </a:lnTo>
                  <a:lnTo>
                    <a:pt x="1552530" y="3927321"/>
                  </a:lnTo>
                  <a:lnTo>
                    <a:pt x="1552639" y="3927321"/>
                  </a:lnTo>
                  <a:lnTo>
                    <a:pt x="1552747" y="3927321"/>
                  </a:lnTo>
                  <a:lnTo>
                    <a:pt x="1552856" y="3927321"/>
                  </a:lnTo>
                  <a:lnTo>
                    <a:pt x="1552964" y="3927321"/>
                  </a:lnTo>
                  <a:lnTo>
                    <a:pt x="1553072" y="3927321"/>
                  </a:lnTo>
                  <a:lnTo>
                    <a:pt x="1553181" y="3927321"/>
                  </a:lnTo>
                  <a:lnTo>
                    <a:pt x="1553289" y="3927321"/>
                  </a:lnTo>
                  <a:lnTo>
                    <a:pt x="1553398" y="3927321"/>
                  </a:lnTo>
                  <a:lnTo>
                    <a:pt x="1553506" y="3927321"/>
                  </a:lnTo>
                  <a:lnTo>
                    <a:pt x="1553615" y="3927321"/>
                  </a:lnTo>
                  <a:lnTo>
                    <a:pt x="1553723" y="3927321"/>
                  </a:lnTo>
                  <a:lnTo>
                    <a:pt x="1553832" y="3927321"/>
                  </a:lnTo>
                  <a:lnTo>
                    <a:pt x="1553940" y="3927321"/>
                  </a:lnTo>
                  <a:lnTo>
                    <a:pt x="1554049" y="3927321"/>
                  </a:lnTo>
                  <a:lnTo>
                    <a:pt x="1554049" y="3926697"/>
                  </a:lnTo>
                  <a:lnTo>
                    <a:pt x="1554157" y="3926697"/>
                  </a:lnTo>
                  <a:lnTo>
                    <a:pt x="1554265" y="3926697"/>
                  </a:lnTo>
                  <a:lnTo>
                    <a:pt x="1554265" y="3926074"/>
                  </a:lnTo>
                  <a:lnTo>
                    <a:pt x="1554374" y="3926074"/>
                  </a:lnTo>
                  <a:lnTo>
                    <a:pt x="1554482" y="3926074"/>
                  </a:lnTo>
                  <a:lnTo>
                    <a:pt x="1554591" y="3926074"/>
                  </a:lnTo>
                  <a:lnTo>
                    <a:pt x="1554699" y="3926074"/>
                  </a:lnTo>
                  <a:lnTo>
                    <a:pt x="1554808" y="3926074"/>
                  </a:lnTo>
                  <a:lnTo>
                    <a:pt x="1554916" y="3926074"/>
                  </a:lnTo>
                  <a:lnTo>
                    <a:pt x="1554916" y="3925450"/>
                  </a:lnTo>
                  <a:lnTo>
                    <a:pt x="1554916" y="3924827"/>
                  </a:lnTo>
                  <a:lnTo>
                    <a:pt x="1555025" y="3924827"/>
                  </a:lnTo>
                  <a:lnTo>
                    <a:pt x="1555133" y="3924827"/>
                  </a:lnTo>
                  <a:lnTo>
                    <a:pt x="1555241" y="3924827"/>
                  </a:lnTo>
                  <a:lnTo>
                    <a:pt x="1555350" y="3924827"/>
                  </a:lnTo>
                  <a:lnTo>
                    <a:pt x="1555350" y="3924203"/>
                  </a:lnTo>
                  <a:lnTo>
                    <a:pt x="1555350" y="3923579"/>
                  </a:lnTo>
                  <a:lnTo>
                    <a:pt x="1555458" y="3923579"/>
                  </a:lnTo>
                  <a:lnTo>
                    <a:pt x="1555567" y="3923579"/>
                  </a:lnTo>
                  <a:lnTo>
                    <a:pt x="1555675" y="3923579"/>
                  </a:lnTo>
                  <a:lnTo>
                    <a:pt x="1555784" y="3923579"/>
                  </a:lnTo>
                  <a:lnTo>
                    <a:pt x="1555892" y="3923579"/>
                  </a:lnTo>
                  <a:lnTo>
                    <a:pt x="1555892" y="3922956"/>
                  </a:lnTo>
                  <a:lnTo>
                    <a:pt x="1556001" y="3922956"/>
                  </a:lnTo>
                  <a:lnTo>
                    <a:pt x="1556109" y="3922956"/>
                  </a:lnTo>
                  <a:lnTo>
                    <a:pt x="1556217" y="3922956"/>
                  </a:lnTo>
                  <a:lnTo>
                    <a:pt x="1556326" y="3922956"/>
                  </a:lnTo>
                  <a:lnTo>
                    <a:pt x="1556434" y="3922956"/>
                  </a:lnTo>
                  <a:lnTo>
                    <a:pt x="1556543" y="3922956"/>
                  </a:lnTo>
                  <a:lnTo>
                    <a:pt x="1556543" y="3922332"/>
                  </a:lnTo>
                  <a:lnTo>
                    <a:pt x="1556651" y="3922332"/>
                  </a:lnTo>
                  <a:lnTo>
                    <a:pt x="1556760" y="3922332"/>
                  </a:lnTo>
                  <a:lnTo>
                    <a:pt x="1556760" y="3921709"/>
                  </a:lnTo>
                  <a:lnTo>
                    <a:pt x="1556868" y="3921709"/>
                  </a:lnTo>
                  <a:lnTo>
                    <a:pt x="1556977" y="3921709"/>
                  </a:lnTo>
                  <a:lnTo>
                    <a:pt x="1557085" y="3921709"/>
                  </a:lnTo>
                  <a:lnTo>
                    <a:pt x="1557193" y="3921709"/>
                  </a:lnTo>
                  <a:lnTo>
                    <a:pt x="1557302" y="3921709"/>
                  </a:lnTo>
                  <a:lnTo>
                    <a:pt x="1557410" y="3921709"/>
                  </a:lnTo>
                  <a:lnTo>
                    <a:pt x="1557519" y="3921709"/>
                  </a:lnTo>
                  <a:lnTo>
                    <a:pt x="1557519" y="3921085"/>
                  </a:lnTo>
                  <a:lnTo>
                    <a:pt x="1557627" y="3921085"/>
                  </a:lnTo>
                  <a:lnTo>
                    <a:pt x="1557736" y="3921085"/>
                  </a:lnTo>
                  <a:lnTo>
                    <a:pt x="1557844" y="3921085"/>
                  </a:lnTo>
                  <a:lnTo>
                    <a:pt x="1557953" y="3921085"/>
                  </a:lnTo>
                  <a:lnTo>
                    <a:pt x="1558061" y="3921085"/>
                  </a:lnTo>
                  <a:lnTo>
                    <a:pt x="1558061" y="3920462"/>
                  </a:lnTo>
                  <a:lnTo>
                    <a:pt x="1558061" y="3919838"/>
                  </a:lnTo>
                  <a:lnTo>
                    <a:pt x="1558170" y="3919838"/>
                  </a:lnTo>
                  <a:lnTo>
                    <a:pt x="1558170" y="3919214"/>
                  </a:lnTo>
                  <a:lnTo>
                    <a:pt x="1558278" y="3919214"/>
                  </a:lnTo>
                  <a:lnTo>
                    <a:pt x="1558386" y="3919214"/>
                  </a:lnTo>
                  <a:lnTo>
                    <a:pt x="1558495" y="3919214"/>
                  </a:lnTo>
                  <a:lnTo>
                    <a:pt x="1558603" y="3919214"/>
                  </a:lnTo>
                  <a:lnTo>
                    <a:pt x="1558712" y="3919214"/>
                  </a:lnTo>
                  <a:lnTo>
                    <a:pt x="1558820" y="3919214"/>
                  </a:lnTo>
                  <a:lnTo>
                    <a:pt x="1558929" y="3919214"/>
                  </a:lnTo>
                  <a:lnTo>
                    <a:pt x="1559037" y="3919214"/>
                  </a:lnTo>
                  <a:lnTo>
                    <a:pt x="1559146" y="3919214"/>
                  </a:lnTo>
                  <a:lnTo>
                    <a:pt x="1559146" y="3918591"/>
                  </a:lnTo>
                  <a:lnTo>
                    <a:pt x="1559254" y="3918591"/>
                  </a:lnTo>
                  <a:lnTo>
                    <a:pt x="1559362" y="3918591"/>
                  </a:lnTo>
                  <a:lnTo>
                    <a:pt x="1559471" y="3918591"/>
                  </a:lnTo>
                  <a:lnTo>
                    <a:pt x="1559579" y="3918591"/>
                  </a:lnTo>
                  <a:lnTo>
                    <a:pt x="1559688" y="3918591"/>
                  </a:lnTo>
                  <a:lnTo>
                    <a:pt x="1559796" y="3918591"/>
                  </a:lnTo>
                  <a:lnTo>
                    <a:pt x="1559905" y="3918591"/>
                  </a:lnTo>
                  <a:lnTo>
                    <a:pt x="1560013" y="3918591"/>
                  </a:lnTo>
                  <a:lnTo>
                    <a:pt x="1560122" y="3918591"/>
                  </a:lnTo>
                  <a:lnTo>
                    <a:pt x="1560230" y="3918591"/>
                  </a:lnTo>
                  <a:lnTo>
                    <a:pt x="1560338" y="3918591"/>
                  </a:lnTo>
                  <a:lnTo>
                    <a:pt x="1560447" y="3918591"/>
                  </a:lnTo>
                  <a:lnTo>
                    <a:pt x="1560555" y="3918591"/>
                  </a:lnTo>
                  <a:lnTo>
                    <a:pt x="1560664" y="3918591"/>
                  </a:lnTo>
                  <a:lnTo>
                    <a:pt x="1560664" y="3917967"/>
                  </a:lnTo>
                  <a:lnTo>
                    <a:pt x="1560772" y="3917967"/>
                  </a:lnTo>
                  <a:lnTo>
                    <a:pt x="1560881" y="3917967"/>
                  </a:lnTo>
                  <a:lnTo>
                    <a:pt x="1560989" y="3917967"/>
                  </a:lnTo>
                  <a:lnTo>
                    <a:pt x="1561098" y="3917967"/>
                  </a:lnTo>
                  <a:lnTo>
                    <a:pt x="1561206" y="3917967"/>
                  </a:lnTo>
                  <a:lnTo>
                    <a:pt x="1561314" y="3917967"/>
                  </a:lnTo>
                  <a:lnTo>
                    <a:pt x="1561423" y="3917967"/>
                  </a:lnTo>
                  <a:lnTo>
                    <a:pt x="1561531" y="3917967"/>
                  </a:lnTo>
                  <a:lnTo>
                    <a:pt x="1561640" y="3917967"/>
                  </a:lnTo>
                  <a:lnTo>
                    <a:pt x="1561748" y="3917967"/>
                  </a:lnTo>
                  <a:lnTo>
                    <a:pt x="1561857" y="3917967"/>
                  </a:lnTo>
                  <a:lnTo>
                    <a:pt x="1561965" y="3917967"/>
                  </a:lnTo>
                  <a:lnTo>
                    <a:pt x="1561965" y="3917344"/>
                  </a:lnTo>
                  <a:lnTo>
                    <a:pt x="1562074" y="3917344"/>
                  </a:lnTo>
                  <a:lnTo>
                    <a:pt x="1562074" y="3916720"/>
                  </a:lnTo>
                  <a:lnTo>
                    <a:pt x="1562182" y="3916720"/>
                  </a:lnTo>
                  <a:lnTo>
                    <a:pt x="1562290" y="3916720"/>
                  </a:lnTo>
                  <a:lnTo>
                    <a:pt x="1562399" y="3916720"/>
                  </a:lnTo>
                  <a:lnTo>
                    <a:pt x="1562507" y="3916720"/>
                  </a:lnTo>
                  <a:lnTo>
                    <a:pt x="1562616" y="3916720"/>
                  </a:lnTo>
                  <a:lnTo>
                    <a:pt x="1562724" y="3916720"/>
                  </a:lnTo>
                  <a:lnTo>
                    <a:pt x="1562724" y="3916096"/>
                  </a:lnTo>
                  <a:lnTo>
                    <a:pt x="1562724" y="3915473"/>
                  </a:lnTo>
                  <a:lnTo>
                    <a:pt x="1562833" y="3915473"/>
                  </a:lnTo>
                  <a:lnTo>
                    <a:pt x="1562833" y="3914849"/>
                  </a:lnTo>
                  <a:lnTo>
                    <a:pt x="1562941" y="3914849"/>
                  </a:lnTo>
                  <a:lnTo>
                    <a:pt x="1562941" y="3914226"/>
                  </a:lnTo>
                  <a:lnTo>
                    <a:pt x="1563050" y="3914226"/>
                  </a:lnTo>
                  <a:lnTo>
                    <a:pt x="1563158" y="3914226"/>
                  </a:lnTo>
                  <a:lnTo>
                    <a:pt x="1563267" y="3914226"/>
                  </a:lnTo>
                  <a:lnTo>
                    <a:pt x="1563375" y="3914226"/>
                  </a:lnTo>
                  <a:lnTo>
                    <a:pt x="1563375" y="3913602"/>
                  </a:lnTo>
                  <a:lnTo>
                    <a:pt x="1563483" y="3913602"/>
                  </a:lnTo>
                  <a:lnTo>
                    <a:pt x="1563592" y="3913602"/>
                  </a:lnTo>
                  <a:lnTo>
                    <a:pt x="1563700" y="3913602"/>
                  </a:lnTo>
                  <a:lnTo>
                    <a:pt x="1563809" y="3913602"/>
                  </a:lnTo>
                  <a:lnTo>
                    <a:pt x="1563917" y="3913602"/>
                  </a:lnTo>
                  <a:lnTo>
                    <a:pt x="1564026" y="3913602"/>
                  </a:lnTo>
                  <a:lnTo>
                    <a:pt x="1564026" y="3912979"/>
                  </a:lnTo>
                  <a:lnTo>
                    <a:pt x="1564134" y="3912979"/>
                  </a:lnTo>
                  <a:lnTo>
                    <a:pt x="1564134" y="3912355"/>
                  </a:lnTo>
                  <a:lnTo>
                    <a:pt x="1564134" y="3911731"/>
                  </a:lnTo>
                  <a:lnTo>
                    <a:pt x="1564243" y="3911731"/>
                  </a:lnTo>
                  <a:lnTo>
                    <a:pt x="1564351" y="3911731"/>
                  </a:lnTo>
                  <a:lnTo>
                    <a:pt x="1564459" y="3911731"/>
                  </a:lnTo>
                  <a:lnTo>
                    <a:pt x="1564568" y="3911731"/>
                  </a:lnTo>
                  <a:lnTo>
                    <a:pt x="1564676" y="3911731"/>
                  </a:lnTo>
                  <a:lnTo>
                    <a:pt x="1564785" y="3911731"/>
                  </a:lnTo>
                  <a:lnTo>
                    <a:pt x="1564785" y="3911108"/>
                  </a:lnTo>
                  <a:lnTo>
                    <a:pt x="1564785" y="3910484"/>
                  </a:lnTo>
                  <a:lnTo>
                    <a:pt x="1564893" y="3910484"/>
                  </a:lnTo>
                  <a:lnTo>
                    <a:pt x="1564893" y="3909861"/>
                  </a:lnTo>
                  <a:lnTo>
                    <a:pt x="1565002" y="3909861"/>
                  </a:lnTo>
                  <a:lnTo>
                    <a:pt x="1565110" y="3909861"/>
                  </a:lnTo>
                  <a:lnTo>
                    <a:pt x="1565219" y="3909861"/>
                  </a:lnTo>
                  <a:lnTo>
                    <a:pt x="1565327" y="3909861"/>
                  </a:lnTo>
                  <a:lnTo>
                    <a:pt x="1565327" y="3909237"/>
                  </a:lnTo>
                  <a:lnTo>
                    <a:pt x="1565435" y="3909237"/>
                  </a:lnTo>
                  <a:lnTo>
                    <a:pt x="1565544" y="3909237"/>
                  </a:lnTo>
                  <a:lnTo>
                    <a:pt x="1565652" y="3909237"/>
                  </a:lnTo>
                  <a:lnTo>
                    <a:pt x="1565761" y="3909237"/>
                  </a:lnTo>
                  <a:lnTo>
                    <a:pt x="1565761" y="3908613"/>
                  </a:lnTo>
                  <a:lnTo>
                    <a:pt x="1565869" y="3908613"/>
                  </a:lnTo>
                  <a:lnTo>
                    <a:pt x="1565978" y="3908613"/>
                  </a:lnTo>
                  <a:lnTo>
                    <a:pt x="1566086" y="3908613"/>
                  </a:lnTo>
                  <a:lnTo>
                    <a:pt x="1566195" y="3908613"/>
                  </a:lnTo>
                  <a:lnTo>
                    <a:pt x="1566303" y="3908613"/>
                  </a:lnTo>
                  <a:lnTo>
                    <a:pt x="1566411" y="3908613"/>
                  </a:lnTo>
                  <a:lnTo>
                    <a:pt x="1566520" y="3908613"/>
                  </a:lnTo>
                  <a:lnTo>
                    <a:pt x="1566520" y="3907990"/>
                  </a:lnTo>
                  <a:lnTo>
                    <a:pt x="1566520" y="3907366"/>
                  </a:lnTo>
                  <a:lnTo>
                    <a:pt x="1566628" y="3907366"/>
                  </a:lnTo>
                  <a:lnTo>
                    <a:pt x="1566737" y="3907366"/>
                  </a:lnTo>
                  <a:lnTo>
                    <a:pt x="1566737" y="3906743"/>
                  </a:lnTo>
                  <a:lnTo>
                    <a:pt x="1566737" y="3906119"/>
                  </a:lnTo>
                  <a:lnTo>
                    <a:pt x="1566845" y="3906119"/>
                  </a:lnTo>
                  <a:lnTo>
                    <a:pt x="1566954" y="3906119"/>
                  </a:lnTo>
                  <a:lnTo>
                    <a:pt x="1566954" y="3905496"/>
                  </a:lnTo>
                  <a:lnTo>
                    <a:pt x="1567062" y="3905496"/>
                  </a:lnTo>
                  <a:lnTo>
                    <a:pt x="1567171" y="3905496"/>
                  </a:lnTo>
                  <a:lnTo>
                    <a:pt x="1567279" y="3905496"/>
                  </a:lnTo>
                  <a:lnTo>
                    <a:pt x="1567388" y="3905496"/>
                  </a:lnTo>
                  <a:lnTo>
                    <a:pt x="1567496" y="3905496"/>
                  </a:lnTo>
                  <a:lnTo>
                    <a:pt x="1567604" y="3905496"/>
                  </a:lnTo>
                  <a:lnTo>
                    <a:pt x="1567713" y="3905496"/>
                  </a:lnTo>
                  <a:lnTo>
                    <a:pt x="1567713" y="3904872"/>
                  </a:lnTo>
                  <a:lnTo>
                    <a:pt x="1567821" y="3904872"/>
                  </a:lnTo>
                  <a:lnTo>
                    <a:pt x="1567930" y="3904872"/>
                  </a:lnTo>
                  <a:lnTo>
                    <a:pt x="1567930" y="3904248"/>
                  </a:lnTo>
                  <a:lnTo>
                    <a:pt x="1568038" y="3904248"/>
                  </a:lnTo>
                  <a:lnTo>
                    <a:pt x="1568147" y="3904248"/>
                  </a:lnTo>
                  <a:lnTo>
                    <a:pt x="1568255" y="3904248"/>
                  </a:lnTo>
                  <a:lnTo>
                    <a:pt x="1568255" y="3903625"/>
                  </a:lnTo>
                  <a:lnTo>
                    <a:pt x="1568255" y="3903001"/>
                  </a:lnTo>
                  <a:lnTo>
                    <a:pt x="1568364" y="3903001"/>
                  </a:lnTo>
                  <a:lnTo>
                    <a:pt x="1568472" y="3903001"/>
                  </a:lnTo>
                  <a:lnTo>
                    <a:pt x="1568580" y="3903001"/>
                  </a:lnTo>
                  <a:lnTo>
                    <a:pt x="1568689" y="3903001"/>
                  </a:lnTo>
                  <a:lnTo>
                    <a:pt x="1568797" y="3903001"/>
                  </a:lnTo>
                  <a:lnTo>
                    <a:pt x="1568906" y="3903001"/>
                  </a:lnTo>
                  <a:lnTo>
                    <a:pt x="1569014" y="3903001"/>
                  </a:lnTo>
                  <a:lnTo>
                    <a:pt x="1569123" y="3903001"/>
                  </a:lnTo>
                  <a:lnTo>
                    <a:pt x="1569123" y="3902378"/>
                  </a:lnTo>
                  <a:lnTo>
                    <a:pt x="1569231" y="3902378"/>
                  </a:lnTo>
                  <a:lnTo>
                    <a:pt x="1569231" y="3901754"/>
                  </a:lnTo>
                  <a:lnTo>
                    <a:pt x="1569340" y="3901754"/>
                  </a:lnTo>
                  <a:lnTo>
                    <a:pt x="1569340" y="3901130"/>
                  </a:lnTo>
                  <a:lnTo>
                    <a:pt x="1569448" y="3901130"/>
                  </a:lnTo>
                  <a:lnTo>
                    <a:pt x="1569448" y="3900507"/>
                  </a:lnTo>
                  <a:lnTo>
                    <a:pt x="1569448" y="3899883"/>
                  </a:lnTo>
                  <a:lnTo>
                    <a:pt x="1569556" y="3899883"/>
                  </a:lnTo>
                  <a:lnTo>
                    <a:pt x="1569665" y="3899883"/>
                  </a:lnTo>
                  <a:lnTo>
                    <a:pt x="1569773" y="3899883"/>
                  </a:lnTo>
                  <a:lnTo>
                    <a:pt x="1569773" y="3899260"/>
                  </a:lnTo>
                  <a:lnTo>
                    <a:pt x="1569882" y="3899260"/>
                  </a:lnTo>
                  <a:lnTo>
                    <a:pt x="1569990" y="3899260"/>
                  </a:lnTo>
                  <a:lnTo>
                    <a:pt x="1570099" y="3899260"/>
                  </a:lnTo>
                  <a:lnTo>
                    <a:pt x="1570207" y="3899260"/>
                  </a:lnTo>
                  <a:lnTo>
                    <a:pt x="1570316" y="3899260"/>
                  </a:lnTo>
                  <a:lnTo>
                    <a:pt x="1570424" y="3899260"/>
                  </a:lnTo>
                  <a:lnTo>
                    <a:pt x="1570532" y="3899260"/>
                  </a:lnTo>
                  <a:lnTo>
                    <a:pt x="1570641" y="3899260"/>
                  </a:lnTo>
                  <a:lnTo>
                    <a:pt x="1570749" y="3899260"/>
                  </a:lnTo>
                  <a:lnTo>
                    <a:pt x="1570749" y="3898636"/>
                  </a:lnTo>
                  <a:lnTo>
                    <a:pt x="1570858" y="3898636"/>
                  </a:lnTo>
                  <a:lnTo>
                    <a:pt x="1570966" y="3898636"/>
                  </a:lnTo>
                  <a:lnTo>
                    <a:pt x="1571075" y="3898636"/>
                  </a:lnTo>
                  <a:lnTo>
                    <a:pt x="1571183" y="3898636"/>
                  </a:lnTo>
                  <a:lnTo>
                    <a:pt x="1571292" y="3898636"/>
                  </a:lnTo>
                  <a:lnTo>
                    <a:pt x="1571400" y="3898636"/>
                  </a:lnTo>
                  <a:lnTo>
                    <a:pt x="1571509" y="3898636"/>
                  </a:lnTo>
                  <a:lnTo>
                    <a:pt x="1571617" y="3898636"/>
                  </a:lnTo>
                  <a:lnTo>
                    <a:pt x="1571725" y="3898636"/>
                  </a:lnTo>
                  <a:lnTo>
                    <a:pt x="1571725" y="3898013"/>
                  </a:lnTo>
                  <a:lnTo>
                    <a:pt x="1571834" y="3898013"/>
                  </a:lnTo>
                  <a:lnTo>
                    <a:pt x="1571834" y="3897389"/>
                  </a:lnTo>
                  <a:lnTo>
                    <a:pt x="1571834" y="3896765"/>
                  </a:lnTo>
                  <a:lnTo>
                    <a:pt x="1571942" y="3896765"/>
                  </a:lnTo>
                  <a:lnTo>
                    <a:pt x="1572051" y="3896765"/>
                  </a:lnTo>
                  <a:lnTo>
                    <a:pt x="1572159" y="3896765"/>
                  </a:lnTo>
                  <a:lnTo>
                    <a:pt x="1572159" y="3896142"/>
                  </a:lnTo>
                  <a:lnTo>
                    <a:pt x="1572268" y="3896142"/>
                  </a:lnTo>
                  <a:lnTo>
                    <a:pt x="1572268" y="3895518"/>
                  </a:lnTo>
                  <a:lnTo>
                    <a:pt x="1572376" y="3895518"/>
                  </a:lnTo>
                  <a:lnTo>
                    <a:pt x="1572485" y="3895518"/>
                  </a:lnTo>
                  <a:lnTo>
                    <a:pt x="1572593" y="3895518"/>
                  </a:lnTo>
                  <a:lnTo>
                    <a:pt x="1572701" y="3895518"/>
                  </a:lnTo>
                  <a:lnTo>
                    <a:pt x="1572810" y="3895518"/>
                  </a:lnTo>
                  <a:lnTo>
                    <a:pt x="1572918" y="3895518"/>
                  </a:lnTo>
                  <a:lnTo>
                    <a:pt x="1573027" y="3895518"/>
                  </a:lnTo>
                  <a:lnTo>
                    <a:pt x="1573135" y="3895518"/>
                  </a:lnTo>
                  <a:lnTo>
                    <a:pt x="1573244" y="3895518"/>
                  </a:lnTo>
                  <a:lnTo>
                    <a:pt x="1573352" y="3895518"/>
                  </a:lnTo>
                  <a:lnTo>
                    <a:pt x="1573461" y="3895518"/>
                  </a:lnTo>
                  <a:lnTo>
                    <a:pt x="1573569" y="3895518"/>
                  </a:lnTo>
                  <a:lnTo>
                    <a:pt x="1573677" y="3895518"/>
                  </a:lnTo>
                  <a:lnTo>
                    <a:pt x="1573786" y="3895518"/>
                  </a:lnTo>
                  <a:lnTo>
                    <a:pt x="1573894" y="3895518"/>
                  </a:lnTo>
                  <a:lnTo>
                    <a:pt x="1574003" y="3895518"/>
                  </a:lnTo>
                  <a:lnTo>
                    <a:pt x="1574111" y="3895518"/>
                  </a:lnTo>
                  <a:lnTo>
                    <a:pt x="1574220" y="3895518"/>
                  </a:lnTo>
                  <a:lnTo>
                    <a:pt x="1574328" y="3895518"/>
                  </a:lnTo>
                  <a:lnTo>
                    <a:pt x="1574328" y="3894895"/>
                  </a:lnTo>
                  <a:lnTo>
                    <a:pt x="1574437" y="3894895"/>
                  </a:lnTo>
                  <a:lnTo>
                    <a:pt x="1574545" y="3894895"/>
                  </a:lnTo>
                  <a:lnTo>
                    <a:pt x="1574653" y="3894895"/>
                  </a:lnTo>
                  <a:lnTo>
                    <a:pt x="1574653" y="3894271"/>
                  </a:lnTo>
                  <a:lnTo>
                    <a:pt x="1574762" y="3894271"/>
                  </a:lnTo>
                  <a:lnTo>
                    <a:pt x="1574762" y="3893648"/>
                  </a:lnTo>
                  <a:lnTo>
                    <a:pt x="1574870" y="3893648"/>
                  </a:lnTo>
                  <a:lnTo>
                    <a:pt x="1574979" y="3893648"/>
                  </a:lnTo>
                  <a:lnTo>
                    <a:pt x="1575087" y="3893648"/>
                  </a:lnTo>
                  <a:lnTo>
                    <a:pt x="1575196" y="3893648"/>
                  </a:lnTo>
                  <a:lnTo>
                    <a:pt x="1575304" y="3893648"/>
                  </a:lnTo>
                  <a:lnTo>
                    <a:pt x="1575413" y="3893648"/>
                  </a:lnTo>
                  <a:lnTo>
                    <a:pt x="1575521" y="3893648"/>
                  </a:lnTo>
                  <a:lnTo>
                    <a:pt x="1575630" y="3893648"/>
                  </a:lnTo>
                  <a:lnTo>
                    <a:pt x="1575738" y="3893648"/>
                  </a:lnTo>
                  <a:lnTo>
                    <a:pt x="1575738" y="3893024"/>
                  </a:lnTo>
                  <a:lnTo>
                    <a:pt x="1575846" y="3893024"/>
                  </a:lnTo>
                  <a:lnTo>
                    <a:pt x="1575955" y="3893024"/>
                  </a:lnTo>
                  <a:lnTo>
                    <a:pt x="1576063" y="3893024"/>
                  </a:lnTo>
                  <a:lnTo>
                    <a:pt x="1576172" y="3893024"/>
                  </a:lnTo>
                  <a:lnTo>
                    <a:pt x="1576280" y="3893024"/>
                  </a:lnTo>
                  <a:lnTo>
                    <a:pt x="1576389" y="3893024"/>
                  </a:lnTo>
                  <a:lnTo>
                    <a:pt x="1576497" y="3893024"/>
                  </a:lnTo>
                  <a:lnTo>
                    <a:pt x="1576606" y="3893024"/>
                  </a:lnTo>
                  <a:lnTo>
                    <a:pt x="1576606" y="3892400"/>
                  </a:lnTo>
                  <a:lnTo>
                    <a:pt x="1576714" y="3892400"/>
                  </a:lnTo>
                  <a:lnTo>
                    <a:pt x="1576822" y="3892400"/>
                  </a:lnTo>
                  <a:lnTo>
                    <a:pt x="1576931" y="3892400"/>
                  </a:lnTo>
                  <a:lnTo>
                    <a:pt x="1576931" y="3891777"/>
                  </a:lnTo>
                  <a:lnTo>
                    <a:pt x="1577039" y="3891777"/>
                  </a:lnTo>
                  <a:lnTo>
                    <a:pt x="1577148" y="3891777"/>
                  </a:lnTo>
                  <a:lnTo>
                    <a:pt x="1577256" y="3891777"/>
                  </a:lnTo>
                  <a:lnTo>
                    <a:pt x="1577256" y="3891153"/>
                  </a:lnTo>
                  <a:lnTo>
                    <a:pt x="1577365" y="3891153"/>
                  </a:lnTo>
                  <a:lnTo>
                    <a:pt x="1577365" y="3890530"/>
                  </a:lnTo>
                  <a:lnTo>
                    <a:pt x="1577473" y="3890530"/>
                  </a:lnTo>
                  <a:lnTo>
                    <a:pt x="1577582" y="3890530"/>
                  </a:lnTo>
                  <a:lnTo>
                    <a:pt x="1577582" y="3889906"/>
                  </a:lnTo>
                  <a:lnTo>
                    <a:pt x="1577690" y="3889906"/>
                  </a:lnTo>
                  <a:lnTo>
                    <a:pt x="1577798" y="3889906"/>
                  </a:lnTo>
                  <a:lnTo>
                    <a:pt x="1577798" y="3889282"/>
                  </a:lnTo>
                  <a:lnTo>
                    <a:pt x="1577907" y="3889282"/>
                  </a:lnTo>
                  <a:lnTo>
                    <a:pt x="1578015" y="3889282"/>
                  </a:lnTo>
                  <a:lnTo>
                    <a:pt x="1578015" y="3888659"/>
                  </a:lnTo>
                  <a:lnTo>
                    <a:pt x="1578124" y="3888659"/>
                  </a:lnTo>
                  <a:lnTo>
                    <a:pt x="1578232" y="3888659"/>
                  </a:lnTo>
                  <a:lnTo>
                    <a:pt x="1578341" y="3888659"/>
                  </a:lnTo>
                  <a:lnTo>
                    <a:pt x="1578449" y="3888659"/>
                  </a:lnTo>
                  <a:lnTo>
                    <a:pt x="1578558" y="3888659"/>
                  </a:lnTo>
                  <a:lnTo>
                    <a:pt x="1578558" y="3888035"/>
                  </a:lnTo>
                  <a:lnTo>
                    <a:pt x="1578666" y="3888035"/>
                  </a:lnTo>
                  <a:lnTo>
                    <a:pt x="1578774" y="3888035"/>
                  </a:lnTo>
                  <a:lnTo>
                    <a:pt x="1578774" y="3887412"/>
                  </a:lnTo>
                  <a:lnTo>
                    <a:pt x="1578883" y="3887412"/>
                  </a:lnTo>
                  <a:lnTo>
                    <a:pt x="1578883" y="3886788"/>
                  </a:lnTo>
                  <a:lnTo>
                    <a:pt x="1578991" y="3886788"/>
                  </a:lnTo>
                  <a:lnTo>
                    <a:pt x="1579100" y="3886788"/>
                  </a:lnTo>
                  <a:lnTo>
                    <a:pt x="1579208" y="3886788"/>
                  </a:lnTo>
                  <a:lnTo>
                    <a:pt x="1579317" y="3886788"/>
                  </a:lnTo>
                  <a:lnTo>
                    <a:pt x="1579425" y="3886788"/>
                  </a:lnTo>
                  <a:lnTo>
                    <a:pt x="1579534" y="3886788"/>
                  </a:lnTo>
                  <a:lnTo>
                    <a:pt x="1579642" y="3886788"/>
                  </a:lnTo>
                  <a:lnTo>
                    <a:pt x="1579751" y="3886788"/>
                  </a:lnTo>
                  <a:lnTo>
                    <a:pt x="1579751" y="3886165"/>
                  </a:lnTo>
                  <a:lnTo>
                    <a:pt x="1579859" y="3886165"/>
                  </a:lnTo>
                  <a:lnTo>
                    <a:pt x="1579967" y="3886165"/>
                  </a:lnTo>
                  <a:lnTo>
                    <a:pt x="1580076" y="3886165"/>
                  </a:lnTo>
                  <a:lnTo>
                    <a:pt x="1580184" y="3886165"/>
                  </a:lnTo>
                  <a:lnTo>
                    <a:pt x="1580293" y="3886165"/>
                  </a:lnTo>
                  <a:lnTo>
                    <a:pt x="1580401" y="3886165"/>
                  </a:lnTo>
                  <a:lnTo>
                    <a:pt x="1580510" y="3886165"/>
                  </a:lnTo>
                  <a:lnTo>
                    <a:pt x="1580510" y="3885541"/>
                  </a:lnTo>
                  <a:lnTo>
                    <a:pt x="1580618" y="3885541"/>
                  </a:lnTo>
                  <a:lnTo>
                    <a:pt x="1580727" y="3885541"/>
                  </a:lnTo>
                  <a:lnTo>
                    <a:pt x="1580727" y="3884917"/>
                  </a:lnTo>
                  <a:lnTo>
                    <a:pt x="1580835" y="3884917"/>
                  </a:lnTo>
                  <a:lnTo>
                    <a:pt x="1580943" y="3884917"/>
                  </a:lnTo>
                  <a:lnTo>
                    <a:pt x="1581052" y="3884917"/>
                  </a:lnTo>
                  <a:lnTo>
                    <a:pt x="1581160" y="3884917"/>
                  </a:lnTo>
                  <a:lnTo>
                    <a:pt x="1581269" y="3884917"/>
                  </a:lnTo>
                  <a:lnTo>
                    <a:pt x="1581269" y="3884294"/>
                  </a:lnTo>
                  <a:lnTo>
                    <a:pt x="1581377" y="3884294"/>
                  </a:lnTo>
                  <a:lnTo>
                    <a:pt x="1581377" y="3883670"/>
                  </a:lnTo>
                  <a:lnTo>
                    <a:pt x="1581486" y="3883670"/>
                  </a:lnTo>
                  <a:lnTo>
                    <a:pt x="1581594" y="3883670"/>
                  </a:lnTo>
                  <a:lnTo>
                    <a:pt x="1581703" y="3883670"/>
                  </a:lnTo>
                  <a:lnTo>
                    <a:pt x="1581811" y="3883670"/>
                  </a:lnTo>
                  <a:lnTo>
                    <a:pt x="1581919" y="3883670"/>
                  </a:lnTo>
                  <a:lnTo>
                    <a:pt x="1582028" y="3883670"/>
                  </a:lnTo>
                  <a:lnTo>
                    <a:pt x="1582136" y="3883670"/>
                  </a:lnTo>
                  <a:lnTo>
                    <a:pt x="1582136" y="3883047"/>
                  </a:lnTo>
                  <a:lnTo>
                    <a:pt x="1582245" y="3883047"/>
                  </a:lnTo>
                  <a:lnTo>
                    <a:pt x="1582353" y="3883047"/>
                  </a:lnTo>
                  <a:lnTo>
                    <a:pt x="1582353" y="3882423"/>
                  </a:lnTo>
                  <a:lnTo>
                    <a:pt x="1582353" y="3881799"/>
                  </a:lnTo>
                  <a:lnTo>
                    <a:pt x="1582353" y="3881176"/>
                  </a:lnTo>
                  <a:lnTo>
                    <a:pt x="1582462" y="3881176"/>
                  </a:lnTo>
                  <a:lnTo>
                    <a:pt x="1582570" y="3881176"/>
                  </a:lnTo>
                  <a:lnTo>
                    <a:pt x="1582679" y="3881176"/>
                  </a:lnTo>
                  <a:lnTo>
                    <a:pt x="1582787" y="3881176"/>
                  </a:lnTo>
                  <a:lnTo>
                    <a:pt x="1582895" y="3881176"/>
                  </a:lnTo>
                  <a:lnTo>
                    <a:pt x="1583004" y="3881176"/>
                  </a:lnTo>
                  <a:lnTo>
                    <a:pt x="1583112" y="3881176"/>
                  </a:lnTo>
                  <a:lnTo>
                    <a:pt x="1583221" y="3881176"/>
                  </a:lnTo>
                  <a:lnTo>
                    <a:pt x="1583329" y="3881176"/>
                  </a:lnTo>
                  <a:lnTo>
                    <a:pt x="1583438" y="3881176"/>
                  </a:lnTo>
                  <a:lnTo>
                    <a:pt x="1583546" y="3881176"/>
                  </a:lnTo>
                  <a:lnTo>
                    <a:pt x="1583655" y="3881176"/>
                  </a:lnTo>
                  <a:lnTo>
                    <a:pt x="1583763" y="3881176"/>
                  </a:lnTo>
                  <a:lnTo>
                    <a:pt x="1583871" y="3881176"/>
                  </a:lnTo>
                  <a:lnTo>
                    <a:pt x="1583980" y="3881176"/>
                  </a:lnTo>
                  <a:lnTo>
                    <a:pt x="1584088" y="3881176"/>
                  </a:lnTo>
                  <a:lnTo>
                    <a:pt x="1584197" y="3881176"/>
                  </a:lnTo>
                  <a:lnTo>
                    <a:pt x="1584305" y="3881176"/>
                  </a:lnTo>
                  <a:lnTo>
                    <a:pt x="1584414" y="3881176"/>
                  </a:lnTo>
                  <a:lnTo>
                    <a:pt x="1584522" y="3881176"/>
                  </a:lnTo>
                  <a:lnTo>
                    <a:pt x="1584631" y="3881176"/>
                  </a:lnTo>
                  <a:lnTo>
                    <a:pt x="1584631" y="3880552"/>
                  </a:lnTo>
                  <a:lnTo>
                    <a:pt x="1584739" y="3880552"/>
                  </a:lnTo>
                  <a:lnTo>
                    <a:pt x="1584739" y="3879929"/>
                  </a:lnTo>
                  <a:lnTo>
                    <a:pt x="1584848" y="3879929"/>
                  </a:lnTo>
                  <a:lnTo>
                    <a:pt x="1584956" y="3879929"/>
                  </a:lnTo>
                  <a:lnTo>
                    <a:pt x="1585064" y="3879929"/>
                  </a:lnTo>
                  <a:lnTo>
                    <a:pt x="1585173" y="3879929"/>
                  </a:lnTo>
                  <a:lnTo>
                    <a:pt x="1585281" y="3879929"/>
                  </a:lnTo>
                  <a:lnTo>
                    <a:pt x="1585390" y="3879929"/>
                  </a:lnTo>
                  <a:lnTo>
                    <a:pt x="1585498" y="3879929"/>
                  </a:lnTo>
                  <a:lnTo>
                    <a:pt x="1585607" y="3879929"/>
                  </a:lnTo>
                  <a:lnTo>
                    <a:pt x="1585715" y="3879929"/>
                  </a:lnTo>
                  <a:lnTo>
                    <a:pt x="1585824" y="3879929"/>
                  </a:lnTo>
                  <a:lnTo>
                    <a:pt x="1585824" y="3879305"/>
                  </a:lnTo>
                  <a:lnTo>
                    <a:pt x="1585932" y="3879305"/>
                  </a:lnTo>
                  <a:lnTo>
                    <a:pt x="1586040" y="3879305"/>
                  </a:lnTo>
                  <a:lnTo>
                    <a:pt x="1586149" y="3879305"/>
                  </a:lnTo>
                  <a:lnTo>
                    <a:pt x="1586257" y="3879305"/>
                  </a:lnTo>
                  <a:lnTo>
                    <a:pt x="1586257" y="3878682"/>
                  </a:lnTo>
                  <a:lnTo>
                    <a:pt x="1586366" y="3878682"/>
                  </a:lnTo>
                  <a:lnTo>
                    <a:pt x="1586474" y="3878682"/>
                  </a:lnTo>
                  <a:lnTo>
                    <a:pt x="1586583" y="3878682"/>
                  </a:lnTo>
                  <a:lnTo>
                    <a:pt x="1586691" y="3878682"/>
                  </a:lnTo>
                  <a:lnTo>
                    <a:pt x="1586800" y="3878682"/>
                  </a:lnTo>
                  <a:lnTo>
                    <a:pt x="1586908" y="3878682"/>
                  </a:lnTo>
                  <a:lnTo>
                    <a:pt x="1587016" y="3878682"/>
                  </a:lnTo>
                  <a:lnTo>
                    <a:pt x="1587125" y="3878682"/>
                  </a:lnTo>
                  <a:lnTo>
                    <a:pt x="1587233" y="3878682"/>
                  </a:lnTo>
                  <a:lnTo>
                    <a:pt x="1587342" y="3878682"/>
                  </a:lnTo>
                  <a:lnTo>
                    <a:pt x="1587342" y="3878058"/>
                  </a:lnTo>
                  <a:lnTo>
                    <a:pt x="1587450" y="3878058"/>
                  </a:lnTo>
                  <a:lnTo>
                    <a:pt x="1587559" y="3878058"/>
                  </a:lnTo>
                  <a:lnTo>
                    <a:pt x="1587667" y="3878058"/>
                  </a:lnTo>
                  <a:lnTo>
                    <a:pt x="1587776" y="3878058"/>
                  </a:lnTo>
                  <a:lnTo>
                    <a:pt x="1587884" y="3878058"/>
                  </a:lnTo>
                  <a:lnTo>
                    <a:pt x="1587992" y="3878058"/>
                  </a:lnTo>
                  <a:lnTo>
                    <a:pt x="1588101" y="3878058"/>
                  </a:lnTo>
                  <a:lnTo>
                    <a:pt x="1588209" y="3878058"/>
                  </a:lnTo>
                  <a:lnTo>
                    <a:pt x="1588318" y="3878058"/>
                  </a:lnTo>
                  <a:lnTo>
                    <a:pt x="1588426" y="3878058"/>
                  </a:lnTo>
                  <a:lnTo>
                    <a:pt x="1588535" y="3878058"/>
                  </a:lnTo>
                  <a:lnTo>
                    <a:pt x="1588643" y="3878058"/>
                  </a:lnTo>
                  <a:lnTo>
                    <a:pt x="1588752" y="3878058"/>
                  </a:lnTo>
                  <a:lnTo>
                    <a:pt x="1588860" y="3878058"/>
                  </a:lnTo>
                  <a:lnTo>
                    <a:pt x="1588969" y="3878058"/>
                  </a:lnTo>
                  <a:lnTo>
                    <a:pt x="1589077" y="3878058"/>
                  </a:lnTo>
                  <a:lnTo>
                    <a:pt x="1589185" y="3878058"/>
                  </a:lnTo>
                  <a:lnTo>
                    <a:pt x="1589185" y="3877434"/>
                  </a:lnTo>
                  <a:lnTo>
                    <a:pt x="1589185" y="3876811"/>
                  </a:lnTo>
                  <a:lnTo>
                    <a:pt x="1589294" y="3876811"/>
                  </a:lnTo>
                  <a:lnTo>
                    <a:pt x="1589402" y="3876811"/>
                  </a:lnTo>
                  <a:lnTo>
                    <a:pt x="1589402" y="3876187"/>
                  </a:lnTo>
                  <a:lnTo>
                    <a:pt x="1589511" y="3876187"/>
                  </a:lnTo>
                  <a:lnTo>
                    <a:pt x="1589619" y="3876187"/>
                  </a:lnTo>
                  <a:lnTo>
                    <a:pt x="1589728" y="3876187"/>
                  </a:lnTo>
                  <a:lnTo>
                    <a:pt x="1589728" y="3875564"/>
                  </a:lnTo>
                  <a:lnTo>
                    <a:pt x="1589836" y="3875564"/>
                  </a:lnTo>
                  <a:lnTo>
                    <a:pt x="1589945" y="3875564"/>
                  </a:lnTo>
                  <a:lnTo>
                    <a:pt x="1589945" y="3874940"/>
                  </a:lnTo>
                  <a:lnTo>
                    <a:pt x="1590053" y="3874940"/>
                  </a:lnTo>
                  <a:lnTo>
                    <a:pt x="1590161" y="3874940"/>
                  </a:lnTo>
                  <a:lnTo>
                    <a:pt x="1590270" y="3874940"/>
                  </a:lnTo>
                  <a:lnTo>
                    <a:pt x="1590378" y="3874940"/>
                  </a:lnTo>
                  <a:lnTo>
                    <a:pt x="1590378" y="3874316"/>
                  </a:lnTo>
                  <a:lnTo>
                    <a:pt x="1590487" y="3874316"/>
                  </a:lnTo>
                  <a:lnTo>
                    <a:pt x="1590595" y="3874316"/>
                  </a:lnTo>
                  <a:lnTo>
                    <a:pt x="1590704" y="3874316"/>
                  </a:lnTo>
                  <a:lnTo>
                    <a:pt x="1590812" y="3874316"/>
                  </a:lnTo>
                  <a:lnTo>
                    <a:pt x="1590921" y="3874316"/>
                  </a:lnTo>
                  <a:lnTo>
                    <a:pt x="1590921" y="3873693"/>
                  </a:lnTo>
                  <a:lnTo>
                    <a:pt x="1591029" y="3873693"/>
                  </a:lnTo>
                  <a:lnTo>
                    <a:pt x="1591137" y="3873693"/>
                  </a:lnTo>
                  <a:lnTo>
                    <a:pt x="1591246" y="3873693"/>
                  </a:lnTo>
                  <a:lnTo>
                    <a:pt x="1591354" y="3873693"/>
                  </a:lnTo>
                  <a:lnTo>
                    <a:pt x="1591463" y="3873693"/>
                  </a:lnTo>
                  <a:lnTo>
                    <a:pt x="1591571" y="3873693"/>
                  </a:lnTo>
                  <a:lnTo>
                    <a:pt x="1591680" y="3873693"/>
                  </a:lnTo>
                  <a:lnTo>
                    <a:pt x="1591680" y="3873069"/>
                  </a:lnTo>
                  <a:lnTo>
                    <a:pt x="1591680" y="3872446"/>
                  </a:lnTo>
                  <a:lnTo>
                    <a:pt x="1591788" y="3872446"/>
                  </a:lnTo>
                  <a:lnTo>
                    <a:pt x="1591897" y="3872446"/>
                  </a:lnTo>
                  <a:lnTo>
                    <a:pt x="1592005" y="3872446"/>
                  </a:lnTo>
                  <a:lnTo>
                    <a:pt x="1592113" y="3872446"/>
                  </a:lnTo>
                  <a:lnTo>
                    <a:pt x="1592113" y="3871822"/>
                  </a:lnTo>
                  <a:lnTo>
                    <a:pt x="1592222" y="3871822"/>
                  </a:lnTo>
                  <a:lnTo>
                    <a:pt x="1592330" y="3871822"/>
                  </a:lnTo>
                  <a:lnTo>
                    <a:pt x="1592439" y="3871822"/>
                  </a:lnTo>
                  <a:lnTo>
                    <a:pt x="1592547" y="3871822"/>
                  </a:lnTo>
                  <a:lnTo>
                    <a:pt x="1592656" y="3871822"/>
                  </a:lnTo>
                  <a:lnTo>
                    <a:pt x="1592764" y="3871822"/>
                  </a:lnTo>
                  <a:lnTo>
                    <a:pt x="1592873" y="3871822"/>
                  </a:lnTo>
                  <a:lnTo>
                    <a:pt x="1592873" y="3871199"/>
                  </a:lnTo>
                  <a:lnTo>
                    <a:pt x="1592981" y="3871199"/>
                  </a:lnTo>
                  <a:lnTo>
                    <a:pt x="1593090" y="3871199"/>
                  </a:lnTo>
                  <a:lnTo>
                    <a:pt x="1593198" y="3871199"/>
                  </a:lnTo>
                  <a:lnTo>
                    <a:pt x="1593306" y="3871199"/>
                  </a:lnTo>
                  <a:lnTo>
                    <a:pt x="1593415" y="3871199"/>
                  </a:lnTo>
                  <a:lnTo>
                    <a:pt x="1593523" y="3871199"/>
                  </a:lnTo>
                  <a:lnTo>
                    <a:pt x="1593523" y="3870575"/>
                  </a:lnTo>
                  <a:lnTo>
                    <a:pt x="1593632" y="3870575"/>
                  </a:lnTo>
                  <a:lnTo>
                    <a:pt x="1593740" y="3870575"/>
                  </a:lnTo>
                  <a:lnTo>
                    <a:pt x="1593849" y="3870575"/>
                  </a:lnTo>
                  <a:lnTo>
                    <a:pt x="1593957" y="3870575"/>
                  </a:lnTo>
                  <a:lnTo>
                    <a:pt x="1594066" y="3870575"/>
                  </a:lnTo>
                  <a:lnTo>
                    <a:pt x="1594174" y="3870575"/>
                  </a:lnTo>
                  <a:lnTo>
                    <a:pt x="1594282" y="3870575"/>
                  </a:lnTo>
                  <a:lnTo>
                    <a:pt x="1594391" y="3870575"/>
                  </a:lnTo>
                  <a:lnTo>
                    <a:pt x="1594499" y="3870575"/>
                  </a:lnTo>
                  <a:lnTo>
                    <a:pt x="1594608" y="3870575"/>
                  </a:lnTo>
                  <a:lnTo>
                    <a:pt x="1594716" y="3870575"/>
                  </a:lnTo>
                  <a:lnTo>
                    <a:pt x="1594825" y="3870575"/>
                  </a:lnTo>
                  <a:lnTo>
                    <a:pt x="1594933" y="3870575"/>
                  </a:lnTo>
                  <a:lnTo>
                    <a:pt x="1595042" y="3870575"/>
                  </a:lnTo>
                  <a:lnTo>
                    <a:pt x="1595150" y="3870575"/>
                  </a:lnTo>
                  <a:lnTo>
                    <a:pt x="1595258" y="3870575"/>
                  </a:lnTo>
                  <a:lnTo>
                    <a:pt x="1595367" y="3870575"/>
                  </a:lnTo>
                  <a:lnTo>
                    <a:pt x="1595367" y="3869951"/>
                  </a:lnTo>
                  <a:lnTo>
                    <a:pt x="1595367" y="3869328"/>
                  </a:lnTo>
                  <a:lnTo>
                    <a:pt x="1595475" y="3869328"/>
                  </a:lnTo>
                  <a:lnTo>
                    <a:pt x="1595584" y="3869328"/>
                  </a:lnTo>
                  <a:lnTo>
                    <a:pt x="1595692" y="3869328"/>
                  </a:lnTo>
                  <a:lnTo>
                    <a:pt x="1595801" y="3869328"/>
                  </a:lnTo>
                  <a:lnTo>
                    <a:pt x="1595909" y="3869328"/>
                  </a:lnTo>
                  <a:lnTo>
                    <a:pt x="1596018" y="3869328"/>
                  </a:lnTo>
                  <a:lnTo>
                    <a:pt x="1596126" y="3869328"/>
                  </a:lnTo>
                  <a:lnTo>
                    <a:pt x="1596126" y="3868704"/>
                  </a:lnTo>
                  <a:lnTo>
                    <a:pt x="1596234" y="3868704"/>
                  </a:lnTo>
                  <a:lnTo>
                    <a:pt x="1596343" y="3868704"/>
                  </a:lnTo>
                  <a:lnTo>
                    <a:pt x="1596451" y="3868704"/>
                  </a:lnTo>
                  <a:lnTo>
                    <a:pt x="1596560" y="3868704"/>
                  </a:lnTo>
                  <a:lnTo>
                    <a:pt x="1596560" y="3868081"/>
                  </a:lnTo>
                  <a:lnTo>
                    <a:pt x="1596668" y="3868081"/>
                  </a:lnTo>
                  <a:lnTo>
                    <a:pt x="1596668" y="3867457"/>
                  </a:lnTo>
                  <a:lnTo>
                    <a:pt x="1596777" y="3867457"/>
                  </a:lnTo>
                  <a:lnTo>
                    <a:pt x="1596885" y="3867457"/>
                  </a:lnTo>
                  <a:lnTo>
                    <a:pt x="1596885" y="3866833"/>
                  </a:lnTo>
                  <a:lnTo>
                    <a:pt x="1596994" y="3866833"/>
                  </a:lnTo>
                  <a:lnTo>
                    <a:pt x="1597102" y="3866833"/>
                  </a:lnTo>
                  <a:lnTo>
                    <a:pt x="1597211" y="3866833"/>
                  </a:lnTo>
                  <a:lnTo>
                    <a:pt x="1597319" y="3866833"/>
                  </a:lnTo>
                  <a:lnTo>
                    <a:pt x="1597427" y="3866833"/>
                  </a:lnTo>
                  <a:lnTo>
                    <a:pt x="1597536" y="3866833"/>
                  </a:lnTo>
                  <a:lnTo>
                    <a:pt x="1597644" y="3866833"/>
                  </a:lnTo>
                  <a:lnTo>
                    <a:pt x="1597644" y="3866210"/>
                  </a:lnTo>
                  <a:lnTo>
                    <a:pt x="1597753" y="3866210"/>
                  </a:lnTo>
                  <a:lnTo>
                    <a:pt x="1597861" y="3866210"/>
                  </a:lnTo>
                  <a:lnTo>
                    <a:pt x="1597970" y="3866210"/>
                  </a:lnTo>
                  <a:lnTo>
                    <a:pt x="1598078" y="3866210"/>
                  </a:lnTo>
                  <a:lnTo>
                    <a:pt x="1598187" y="3866210"/>
                  </a:lnTo>
                  <a:lnTo>
                    <a:pt x="1598295" y="3866210"/>
                  </a:lnTo>
                  <a:lnTo>
                    <a:pt x="1598403" y="3866210"/>
                  </a:lnTo>
                  <a:lnTo>
                    <a:pt x="1598512" y="3866210"/>
                  </a:lnTo>
                  <a:lnTo>
                    <a:pt x="1598512" y="3865586"/>
                  </a:lnTo>
                  <a:lnTo>
                    <a:pt x="1598620" y="3865586"/>
                  </a:lnTo>
                  <a:lnTo>
                    <a:pt x="1598729" y="3865586"/>
                  </a:lnTo>
                  <a:lnTo>
                    <a:pt x="1598837" y="3865586"/>
                  </a:lnTo>
                  <a:lnTo>
                    <a:pt x="1598837" y="3864963"/>
                  </a:lnTo>
                  <a:lnTo>
                    <a:pt x="1598837" y="3864339"/>
                  </a:lnTo>
                  <a:lnTo>
                    <a:pt x="1598946" y="3864339"/>
                  </a:lnTo>
                  <a:lnTo>
                    <a:pt x="1599054" y="3864339"/>
                  </a:lnTo>
                  <a:lnTo>
                    <a:pt x="1599163" y="3864339"/>
                  </a:lnTo>
                  <a:lnTo>
                    <a:pt x="1599271" y="3864339"/>
                  </a:lnTo>
                  <a:lnTo>
                    <a:pt x="1599379" y="3864339"/>
                  </a:lnTo>
                  <a:lnTo>
                    <a:pt x="1599488" y="3864339"/>
                  </a:lnTo>
                  <a:lnTo>
                    <a:pt x="1599596" y="3864339"/>
                  </a:lnTo>
                  <a:lnTo>
                    <a:pt x="1599705" y="3864339"/>
                  </a:lnTo>
                  <a:lnTo>
                    <a:pt x="1599813" y="3864339"/>
                  </a:lnTo>
                  <a:lnTo>
                    <a:pt x="1599922" y="3864339"/>
                  </a:lnTo>
                  <a:lnTo>
                    <a:pt x="1599922" y="3863716"/>
                  </a:lnTo>
                  <a:lnTo>
                    <a:pt x="1600030" y="3863716"/>
                  </a:lnTo>
                  <a:lnTo>
                    <a:pt x="1600139" y="3863716"/>
                  </a:lnTo>
                  <a:lnTo>
                    <a:pt x="1600247" y="3863716"/>
                  </a:lnTo>
                  <a:lnTo>
                    <a:pt x="1600355" y="3863716"/>
                  </a:lnTo>
                  <a:lnTo>
                    <a:pt x="1600464" y="3863716"/>
                  </a:lnTo>
                  <a:lnTo>
                    <a:pt x="1600572" y="3863716"/>
                  </a:lnTo>
                  <a:lnTo>
                    <a:pt x="1600681" y="3863716"/>
                  </a:lnTo>
                  <a:lnTo>
                    <a:pt x="1600789" y="3863716"/>
                  </a:lnTo>
                  <a:lnTo>
                    <a:pt x="1600898" y="3863716"/>
                  </a:lnTo>
                  <a:lnTo>
                    <a:pt x="1601006" y="3863716"/>
                  </a:lnTo>
                  <a:lnTo>
                    <a:pt x="1601115" y="3863716"/>
                  </a:lnTo>
                  <a:lnTo>
                    <a:pt x="1601115" y="3863092"/>
                  </a:lnTo>
                  <a:lnTo>
                    <a:pt x="1601223" y="3863092"/>
                  </a:lnTo>
                  <a:lnTo>
                    <a:pt x="1601332" y="3863092"/>
                  </a:lnTo>
                  <a:lnTo>
                    <a:pt x="1601440" y="3863092"/>
                  </a:lnTo>
                  <a:lnTo>
                    <a:pt x="1601440" y="3862468"/>
                  </a:lnTo>
                  <a:lnTo>
                    <a:pt x="1601548" y="3862468"/>
                  </a:lnTo>
                  <a:lnTo>
                    <a:pt x="1601657" y="3862468"/>
                  </a:lnTo>
                  <a:lnTo>
                    <a:pt x="1601657" y="3861845"/>
                  </a:lnTo>
                  <a:lnTo>
                    <a:pt x="1601765" y="3861845"/>
                  </a:lnTo>
                  <a:lnTo>
                    <a:pt x="1601874" y="3861845"/>
                  </a:lnTo>
                  <a:lnTo>
                    <a:pt x="1601982" y="3861845"/>
                  </a:lnTo>
                  <a:lnTo>
                    <a:pt x="1602091" y="3861845"/>
                  </a:lnTo>
                  <a:lnTo>
                    <a:pt x="1602091" y="3861221"/>
                  </a:lnTo>
                  <a:lnTo>
                    <a:pt x="1602199" y="3861221"/>
                  </a:lnTo>
                  <a:lnTo>
                    <a:pt x="1602308" y="3861221"/>
                  </a:lnTo>
                  <a:lnTo>
                    <a:pt x="1602416" y="3861221"/>
                  </a:lnTo>
                  <a:lnTo>
                    <a:pt x="1602524" y="3861221"/>
                  </a:lnTo>
                  <a:lnTo>
                    <a:pt x="1602633" y="3861221"/>
                  </a:lnTo>
                  <a:lnTo>
                    <a:pt x="1602741" y="3861221"/>
                  </a:lnTo>
                  <a:lnTo>
                    <a:pt x="1602850" y="3861221"/>
                  </a:lnTo>
                  <a:lnTo>
                    <a:pt x="1602958" y="3861221"/>
                  </a:lnTo>
                  <a:lnTo>
                    <a:pt x="1603067" y="3861221"/>
                  </a:lnTo>
                  <a:lnTo>
                    <a:pt x="1603175" y="3861221"/>
                  </a:lnTo>
                  <a:lnTo>
                    <a:pt x="1603175" y="3860598"/>
                  </a:lnTo>
                  <a:lnTo>
                    <a:pt x="1603175" y="3859974"/>
                  </a:lnTo>
                  <a:lnTo>
                    <a:pt x="1603175" y="3859350"/>
                  </a:lnTo>
                  <a:lnTo>
                    <a:pt x="1603284" y="3859350"/>
                  </a:lnTo>
                  <a:lnTo>
                    <a:pt x="1603392" y="3859350"/>
                  </a:lnTo>
                  <a:lnTo>
                    <a:pt x="1603500" y="3859350"/>
                  </a:lnTo>
                  <a:lnTo>
                    <a:pt x="1603609" y="3859350"/>
                  </a:lnTo>
                  <a:lnTo>
                    <a:pt x="1603717" y="3859350"/>
                  </a:lnTo>
                  <a:lnTo>
                    <a:pt x="1603826" y="3859350"/>
                  </a:lnTo>
                  <a:lnTo>
                    <a:pt x="1603826" y="3858727"/>
                  </a:lnTo>
                  <a:lnTo>
                    <a:pt x="1603934" y="3858727"/>
                  </a:lnTo>
                  <a:lnTo>
                    <a:pt x="1604043" y="3858727"/>
                  </a:lnTo>
                  <a:lnTo>
                    <a:pt x="1604151" y="3858727"/>
                  </a:lnTo>
                  <a:lnTo>
                    <a:pt x="1604151" y="3858103"/>
                  </a:lnTo>
                  <a:lnTo>
                    <a:pt x="1604260" y="3858103"/>
                  </a:lnTo>
                  <a:lnTo>
                    <a:pt x="1604368" y="3858103"/>
                  </a:lnTo>
                  <a:lnTo>
                    <a:pt x="1604476" y="3858103"/>
                  </a:lnTo>
                  <a:lnTo>
                    <a:pt x="1604476" y="3857480"/>
                  </a:lnTo>
                  <a:lnTo>
                    <a:pt x="1604585" y="3857480"/>
                  </a:lnTo>
                  <a:lnTo>
                    <a:pt x="1604585" y="3856856"/>
                  </a:lnTo>
                  <a:lnTo>
                    <a:pt x="1604585" y="3856233"/>
                  </a:lnTo>
                  <a:lnTo>
                    <a:pt x="1604693" y="3856233"/>
                  </a:lnTo>
                  <a:lnTo>
                    <a:pt x="1604802" y="3856233"/>
                  </a:lnTo>
                  <a:lnTo>
                    <a:pt x="1604802" y="3855609"/>
                  </a:lnTo>
                  <a:lnTo>
                    <a:pt x="1604910" y="3855609"/>
                  </a:lnTo>
                  <a:lnTo>
                    <a:pt x="1605019" y="3855609"/>
                  </a:lnTo>
                  <a:lnTo>
                    <a:pt x="1605127" y="3855609"/>
                  </a:lnTo>
                  <a:lnTo>
                    <a:pt x="1605236" y="3855609"/>
                  </a:lnTo>
                  <a:lnTo>
                    <a:pt x="1605344" y="3855609"/>
                  </a:lnTo>
                  <a:lnTo>
                    <a:pt x="1605453" y="3855609"/>
                  </a:lnTo>
                  <a:lnTo>
                    <a:pt x="1605561" y="3855609"/>
                  </a:lnTo>
                  <a:lnTo>
                    <a:pt x="1605669" y="3855609"/>
                  </a:lnTo>
                  <a:lnTo>
                    <a:pt x="1605669" y="3854985"/>
                  </a:lnTo>
                  <a:lnTo>
                    <a:pt x="1605778" y="3854985"/>
                  </a:lnTo>
                  <a:lnTo>
                    <a:pt x="1605886" y="3854985"/>
                  </a:lnTo>
                  <a:lnTo>
                    <a:pt x="1605886" y="3854362"/>
                  </a:lnTo>
                  <a:lnTo>
                    <a:pt x="1605995" y="3854362"/>
                  </a:lnTo>
                  <a:lnTo>
                    <a:pt x="1606103" y="3854362"/>
                  </a:lnTo>
                  <a:lnTo>
                    <a:pt x="1606212" y="3854362"/>
                  </a:lnTo>
                  <a:lnTo>
                    <a:pt x="1606320" y="3854362"/>
                  </a:lnTo>
                  <a:lnTo>
                    <a:pt x="1606429" y="3854362"/>
                  </a:lnTo>
                  <a:lnTo>
                    <a:pt x="1606537" y="3854362"/>
                  </a:lnTo>
                  <a:lnTo>
                    <a:pt x="1606645" y="3854362"/>
                  </a:lnTo>
                  <a:lnTo>
                    <a:pt x="1606754" y="3854362"/>
                  </a:lnTo>
                  <a:lnTo>
                    <a:pt x="1606754" y="3853738"/>
                  </a:lnTo>
                  <a:lnTo>
                    <a:pt x="1606754" y="3853115"/>
                  </a:lnTo>
                  <a:lnTo>
                    <a:pt x="1606862" y="3853115"/>
                  </a:lnTo>
                  <a:lnTo>
                    <a:pt x="1606971" y="3853115"/>
                  </a:lnTo>
                  <a:lnTo>
                    <a:pt x="1607079" y="3853115"/>
                  </a:lnTo>
                  <a:lnTo>
                    <a:pt x="1607079" y="3852491"/>
                  </a:lnTo>
                  <a:lnTo>
                    <a:pt x="1607188" y="3852491"/>
                  </a:lnTo>
                  <a:lnTo>
                    <a:pt x="1607296" y="3852491"/>
                  </a:lnTo>
                  <a:lnTo>
                    <a:pt x="1607405" y="3852491"/>
                  </a:lnTo>
                  <a:lnTo>
                    <a:pt x="1607405" y="3851867"/>
                  </a:lnTo>
                  <a:lnTo>
                    <a:pt x="1607405" y="3851244"/>
                  </a:lnTo>
                  <a:lnTo>
                    <a:pt x="1607513" y="3851244"/>
                  </a:lnTo>
                  <a:lnTo>
                    <a:pt x="1607621" y="3851244"/>
                  </a:lnTo>
                  <a:lnTo>
                    <a:pt x="1607730" y="3851244"/>
                  </a:lnTo>
                  <a:lnTo>
                    <a:pt x="1607838" y="3851244"/>
                  </a:lnTo>
                  <a:lnTo>
                    <a:pt x="1607947" y="3851244"/>
                  </a:lnTo>
                  <a:lnTo>
                    <a:pt x="1608055" y="3851244"/>
                  </a:lnTo>
                  <a:lnTo>
                    <a:pt x="1608164" y="3851244"/>
                  </a:lnTo>
                  <a:lnTo>
                    <a:pt x="1608272" y="3851244"/>
                  </a:lnTo>
                  <a:lnTo>
                    <a:pt x="1608381" y="3851244"/>
                  </a:lnTo>
                  <a:lnTo>
                    <a:pt x="1608489" y="3851244"/>
                  </a:lnTo>
                  <a:lnTo>
                    <a:pt x="1608489" y="3850620"/>
                  </a:lnTo>
                  <a:lnTo>
                    <a:pt x="1608597" y="3850620"/>
                  </a:lnTo>
                  <a:lnTo>
                    <a:pt x="1608597" y="3849997"/>
                  </a:lnTo>
                  <a:lnTo>
                    <a:pt x="1608706" y="3849997"/>
                  </a:lnTo>
                  <a:lnTo>
                    <a:pt x="1608814" y="3849997"/>
                  </a:lnTo>
                  <a:lnTo>
                    <a:pt x="1608814" y="3849373"/>
                  </a:lnTo>
                  <a:lnTo>
                    <a:pt x="1608814" y="3848750"/>
                  </a:lnTo>
                  <a:lnTo>
                    <a:pt x="1608923" y="3848750"/>
                  </a:lnTo>
                  <a:lnTo>
                    <a:pt x="1609031" y="3848750"/>
                  </a:lnTo>
                  <a:lnTo>
                    <a:pt x="1609140" y="3848750"/>
                  </a:lnTo>
                  <a:lnTo>
                    <a:pt x="1609248" y="3848750"/>
                  </a:lnTo>
                  <a:lnTo>
                    <a:pt x="1609357" y="3848750"/>
                  </a:lnTo>
                  <a:lnTo>
                    <a:pt x="1609465" y="3848750"/>
                  </a:lnTo>
                  <a:lnTo>
                    <a:pt x="1609573" y="3848750"/>
                  </a:lnTo>
                  <a:lnTo>
                    <a:pt x="1609682" y="3848750"/>
                  </a:lnTo>
                  <a:lnTo>
                    <a:pt x="1609790" y="3848750"/>
                  </a:lnTo>
                  <a:lnTo>
                    <a:pt x="1609899" y="3848750"/>
                  </a:lnTo>
                  <a:lnTo>
                    <a:pt x="1609899" y="3848126"/>
                  </a:lnTo>
                  <a:lnTo>
                    <a:pt x="1610007" y="3848126"/>
                  </a:lnTo>
                  <a:lnTo>
                    <a:pt x="1610116" y="3848126"/>
                  </a:lnTo>
                  <a:lnTo>
                    <a:pt x="1610224" y="3848126"/>
                  </a:lnTo>
                  <a:lnTo>
                    <a:pt x="1610333" y="3848126"/>
                  </a:lnTo>
                  <a:lnTo>
                    <a:pt x="1610441" y="3848126"/>
                  </a:lnTo>
                  <a:lnTo>
                    <a:pt x="1610550" y="3848126"/>
                  </a:lnTo>
                  <a:lnTo>
                    <a:pt x="1610658" y="3848126"/>
                  </a:lnTo>
                  <a:lnTo>
                    <a:pt x="1610766" y="3848126"/>
                  </a:lnTo>
                  <a:lnTo>
                    <a:pt x="1610875" y="3848126"/>
                  </a:lnTo>
                  <a:lnTo>
                    <a:pt x="1610983" y="3848126"/>
                  </a:lnTo>
                  <a:lnTo>
                    <a:pt x="1611092" y="3848126"/>
                  </a:lnTo>
                  <a:lnTo>
                    <a:pt x="1611200" y="3848126"/>
                  </a:lnTo>
                  <a:lnTo>
                    <a:pt x="1611309" y="3848126"/>
                  </a:lnTo>
                  <a:lnTo>
                    <a:pt x="1611417" y="3848126"/>
                  </a:lnTo>
                  <a:lnTo>
                    <a:pt x="1611526" y="3848126"/>
                  </a:lnTo>
                  <a:lnTo>
                    <a:pt x="1611634" y="3848126"/>
                  </a:lnTo>
                  <a:lnTo>
                    <a:pt x="1611742" y="3848126"/>
                  </a:lnTo>
                  <a:lnTo>
                    <a:pt x="1611851" y="3848126"/>
                  </a:lnTo>
                  <a:lnTo>
                    <a:pt x="1611959" y="3848126"/>
                  </a:lnTo>
                  <a:lnTo>
                    <a:pt x="1612068" y="3848126"/>
                  </a:lnTo>
                  <a:lnTo>
                    <a:pt x="1612176" y="3848126"/>
                  </a:lnTo>
                  <a:lnTo>
                    <a:pt x="1612176" y="3847502"/>
                  </a:lnTo>
                  <a:lnTo>
                    <a:pt x="1612285" y="3847502"/>
                  </a:lnTo>
                  <a:lnTo>
                    <a:pt x="1612393" y="3847502"/>
                  </a:lnTo>
                  <a:lnTo>
                    <a:pt x="1612393" y="3846879"/>
                  </a:lnTo>
                  <a:lnTo>
                    <a:pt x="1612502" y="3846879"/>
                  </a:lnTo>
                  <a:lnTo>
                    <a:pt x="1612610" y="3846879"/>
                  </a:lnTo>
                  <a:lnTo>
                    <a:pt x="1612610" y="3846255"/>
                  </a:lnTo>
                  <a:lnTo>
                    <a:pt x="1612718" y="3846255"/>
                  </a:lnTo>
                  <a:lnTo>
                    <a:pt x="1612827" y="3846255"/>
                  </a:lnTo>
                  <a:lnTo>
                    <a:pt x="1612935" y="3846255"/>
                  </a:lnTo>
                  <a:lnTo>
                    <a:pt x="1613044" y="3846255"/>
                  </a:lnTo>
                  <a:lnTo>
                    <a:pt x="1613152" y="3846255"/>
                  </a:lnTo>
                  <a:lnTo>
                    <a:pt x="1613261" y="3846255"/>
                  </a:lnTo>
                  <a:lnTo>
                    <a:pt x="1613261" y="3845632"/>
                  </a:lnTo>
                  <a:lnTo>
                    <a:pt x="1613369" y="3845632"/>
                  </a:lnTo>
                  <a:lnTo>
                    <a:pt x="1613478" y="3845632"/>
                  </a:lnTo>
                  <a:lnTo>
                    <a:pt x="1613586" y="3845632"/>
                  </a:lnTo>
                  <a:lnTo>
                    <a:pt x="1613694" y="3845632"/>
                  </a:lnTo>
                  <a:lnTo>
                    <a:pt x="1613803" y="3845632"/>
                  </a:lnTo>
                  <a:lnTo>
                    <a:pt x="1613911" y="3845632"/>
                  </a:lnTo>
                  <a:lnTo>
                    <a:pt x="1613911" y="3845008"/>
                  </a:lnTo>
                  <a:lnTo>
                    <a:pt x="1614020" y="3845008"/>
                  </a:lnTo>
                  <a:lnTo>
                    <a:pt x="1614128" y="3845008"/>
                  </a:lnTo>
                  <a:lnTo>
                    <a:pt x="1614237" y="3845008"/>
                  </a:lnTo>
                  <a:lnTo>
                    <a:pt x="1614237" y="3844384"/>
                  </a:lnTo>
                  <a:lnTo>
                    <a:pt x="1614345" y="3844384"/>
                  </a:lnTo>
                  <a:lnTo>
                    <a:pt x="1614454" y="3844384"/>
                  </a:lnTo>
                  <a:lnTo>
                    <a:pt x="1614562" y="3844384"/>
                  </a:lnTo>
                  <a:lnTo>
                    <a:pt x="1614671" y="3844384"/>
                  </a:lnTo>
                  <a:lnTo>
                    <a:pt x="1614671" y="3843761"/>
                  </a:lnTo>
                  <a:lnTo>
                    <a:pt x="1614779" y="3843761"/>
                  </a:lnTo>
                  <a:lnTo>
                    <a:pt x="1614887" y="3843761"/>
                  </a:lnTo>
                  <a:lnTo>
                    <a:pt x="1614887" y="3843137"/>
                  </a:lnTo>
                  <a:lnTo>
                    <a:pt x="1614996" y="3843137"/>
                  </a:lnTo>
                  <a:lnTo>
                    <a:pt x="1615104" y="3843137"/>
                  </a:lnTo>
                  <a:lnTo>
                    <a:pt x="1615213" y="3843137"/>
                  </a:lnTo>
                  <a:lnTo>
                    <a:pt x="1615321" y="3843137"/>
                  </a:lnTo>
                  <a:lnTo>
                    <a:pt x="1615430" y="3843137"/>
                  </a:lnTo>
                  <a:lnTo>
                    <a:pt x="1615538" y="3843137"/>
                  </a:lnTo>
                  <a:lnTo>
                    <a:pt x="1615647" y="3843137"/>
                  </a:lnTo>
                  <a:lnTo>
                    <a:pt x="1615647" y="3842514"/>
                  </a:lnTo>
                  <a:lnTo>
                    <a:pt x="1615647" y="3841890"/>
                  </a:lnTo>
                  <a:lnTo>
                    <a:pt x="1615755" y="3841890"/>
                  </a:lnTo>
                  <a:lnTo>
                    <a:pt x="1615863" y="3841890"/>
                  </a:lnTo>
                  <a:lnTo>
                    <a:pt x="1615972" y="3841890"/>
                  </a:lnTo>
                  <a:lnTo>
                    <a:pt x="1616080" y="3841890"/>
                  </a:lnTo>
                  <a:lnTo>
                    <a:pt x="1616189" y="3841890"/>
                  </a:lnTo>
                  <a:lnTo>
                    <a:pt x="1616297" y="3841890"/>
                  </a:lnTo>
                  <a:lnTo>
                    <a:pt x="1616406" y="3841890"/>
                  </a:lnTo>
                  <a:lnTo>
                    <a:pt x="1616514" y="3841890"/>
                  </a:lnTo>
                  <a:lnTo>
                    <a:pt x="1616623" y="3841890"/>
                  </a:lnTo>
                  <a:lnTo>
                    <a:pt x="1616731" y="3841890"/>
                  </a:lnTo>
                  <a:lnTo>
                    <a:pt x="1616839" y="3841890"/>
                  </a:lnTo>
                  <a:lnTo>
                    <a:pt x="1616948" y="3841890"/>
                  </a:lnTo>
                  <a:lnTo>
                    <a:pt x="1617056" y="3841890"/>
                  </a:lnTo>
                  <a:lnTo>
                    <a:pt x="1617165" y="3841890"/>
                  </a:lnTo>
                  <a:lnTo>
                    <a:pt x="1617273" y="3841890"/>
                  </a:lnTo>
                  <a:lnTo>
                    <a:pt x="1617273" y="3841267"/>
                  </a:lnTo>
                  <a:lnTo>
                    <a:pt x="1617382" y="3841267"/>
                  </a:lnTo>
                  <a:lnTo>
                    <a:pt x="1617490" y="3841267"/>
                  </a:lnTo>
                  <a:lnTo>
                    <a:pt x="1617599" y="3841267"/>
                  </a:lnTo>
                  <a:lnTo>
                    <a:pt x="1617707" y="3841267"/>
                  </a:lnTo>
                  <a:lnTo>
                    <a:pt x="1617707" y="3840643"/>
                  </a:lnTo>
                  <a:lnTo>
                    <a:pt x="1617815" y="3840643"/>
                  </a:lnTo>
                  <a:lnTo>
                    <a:pt x="1617924" y="3840643"/>
                  </a:lnTo>
                  <a:lnTo>
                    <a:pt x="1618032" y="3840643"/>
                  </a:lnTo>
                  <a:lnTo>
                    <a:pt x="1618032" y="3840019"/>
                  </a:lnTo>
                  <a:lnTo>
                    <a:pt x="1618141" y="3840019"/>
                  </a:lnTo>
                  <a:lnTo>
                    <a:pt x="1618249" y="3840019"/>
                  </a:lnTo>
                  <a:lnTo>
                    <a:pt x="1618358" y="3840019"/>
                  </a:lnTo>
                  <a:lnTo>
                    <a:pt x="1618466" y="3840019"/>
                  </a:lnTo>
                  <a:lnTo>
                    <a:pt x="1618575" y="3840019"/>
                  </a:lnTo>
                  <a:lnTo>
                    <a:pt x="1618683" y="3840019"/>
                  </a:lnTo>
                  <a:lnTo>
                    <a:pt x="1618683" y="3839396"/>
                  </a:lnTo>
                  <a:lnTo>
                    <a:pt x="1618792" y="3839396"/>
                  </a:lnTo>
                  <a:lnTo>
                    <a:pt x="1618900" y="3839396"/>
                  </a:lnTo>
                  <a:lnTo>
                    <a:pt x="1619008" y="3839396"/>
                  </a:lnTo>
                  <a:lnTo>
                    <a:pt x="1619117" y="3839396"/>
                  </a:lnTo>
                  <a:lnTo>
                    <a:pt x="1619225" y="3839396"/>
                  </a:lnTo>
                  <a:lnTo>
                    <a:pt x="1619334" y="3839396"/>
                  </a:lnTo>
                  <a:lnTo>
                    <a:pt x="1619334" y="3838772"/>
                  </a:lnTo>
                  <a:lnTo>
                    <a:pt x="1619442" y="3838772"/>
                  </a:lnTo>
                  <a:lnTo>
                    <a:pt x="1619442" y="3838149"/>
                  </a:lnTo>
                  <a:lnTo>
                    <a:pt x="1619551" y="3838149"/>
                  </a:lnTo>
                  <a:lnTo>
                    <a:pt x="1619659" y="3838149"/>
                  </a:lnTo>
                  <a:lnTo>
                    <a:pt x="1619768" y="3838149"/>
                  </a:lnTo>
                  <a:lnTo>
                    <a:pt x="1619768" y="3837525"/>
                  </a:lnTo>
                  <a:lnTo>
                    <a:pt x="1619876" y="3837525"/>
                  </a:lnTo>
                  <a:lnTo>
                    <a:pt x="1619984" y="3837525"/>
                  </a:lnTo>
                  <a:lnTo>
                    <a:pt x="1620093" y="3837525"/>
                  </a:lnTo>
                  <a:lnTo>
                    <a:pt x="1620201" y="3837525"/>
                  </a:lnTo>
                  <a:lnTo>
                    <a:pt x="1620201" y="3836902"/>
                  </a:lnTo>
                  <a:lnTo>
                    <a:pt x="1620310" y="3836902"/>
                  </a:lnTo>
                  <a:lnTo>
                    <a:pt x="1620418" y="3836902"/>
                  </a:lnTo>
                  <a:lnTo>
                    <a:pt x="1620527" y="3836902"/>
                  </a:lnTo>
                  <a:lnTo>
                    <a:pt x="1620635" y="3836902"/>
                  </a:lnTo>
                  <a:lnTo>
                    <a:pt x="1620744" y="3836902"/>
                  </a:lnTo>
                  <a:lnTo>
                    <a:pt x="1620852" y="3836902"/>
                  </a:lnTo>
                  <a:lnTo>
                    <a:pt x="1620960" y="3836902"/>
                  </a:lnTo>
                  <a:lnTo>
                    <a:pt x="1621069" y="3836902"/>
                  </a:lnTo>
                  <a:lnTo>
                    <a:pt x="1621177" y="3836902"/>
                  </a:lnTo>
                  <a:lnTo>
                    <a:pt x="1621286" y="3836902"/>
                  </a:lnTo>
                  <a:lnTo>
                    <a:pt x="1621394" y="3836902"/>
                  </a:lnTo>
                  <a:lnTo>
                    <a:pt x="1621394" y="3836278"/>
                  </a:lnTo>
                  <a:lnTo>
                    <a:pt x="1621503" y="3836278"/>
                  </a:lnTo>
                  <a:lnTo>
                    <a:pt x="1621611" y="3836278"/>
                  </a:lnTo>
                  <a:lnTo>
                    <a:pt x="1621611" y="3835654"/>
                  </a:lnTo>
                  <a:lnTo>
                    <a:pt x="1621720" y="3835654"/>
                  </a:lnTo>
                  <a:lnTo>
                    <a:pt x="1621828" y="3835654"/>
                  </a:lnTo>
                  <a:lnTo>
                    <a:pt x="1621828" y="3835031"/>
                  </a:lnTo>
                  <a:lnTo>
                    <a:pt x="1621936" y="3835031"/>
                  </a:lnTo>
                  <a:lnTo>
                    <a:pt x="1622045" y="3835031"/>
                  </a:lnTo>
                  <a:lnTo>
                    <a:pt x="1622153" y="3835031"/>
                  </a:lnTo>
                  <a:lnTo>
                    <a:pt x="1622262" y="3835031"/>
                  </a:lnTo>
                  <a:lnTo>
                    <a:pt x="1622370" y="3835031"/>
                  </a:lnTo>
                  <a:lnTo>
                    <a:pt x="1622479" y="3835031"/>
                  </a:lnTo>
                  <a:lnTo>
                    <a:pt x="1622587" y="3835031"/>
                  </a:lnTo>
                  <a:lnTo>
                    <a:pt x="1622696" y="3835031"/>
                  </a:lnTo>
                  <a:lnTo>
                    <a:pt x="1622804" y="3835031"/>
                  </a:lnTo>
                  <a:lnTo>
                    <a:pt x="1622913" y="3835031"/>
                  </a:lnTo>
                  <a:lnTo>
                    <a:pt x="1622913" y="3834407"/>
                  </a:lnTo>
                  <a:lnTo>
                    <a:pt x="1622913" y="3833784"/>
                  </a:lnTo>
                  <a:lnTo>
                    <a:pt x="1623021" y="3833784"/>
                  </a:lnTo>
                  <a:lnTo>
                    <a:pt x="1623129" y="3833784"/>
                  </a:lnTo>
                  <a:lnTo>
                    <a:pt x="1623129" y="3833160"/>
                  </a:lnTo>
                  <a:lnTo>
                    <a:pt x="1623238" y="3833160"/>
                  </a:lnTo>
                  <a:lnTo>
                    <a:pt x="1623346" y="3833160"/>
                  </a:lnTo>
                  <a:lnTo>
                    <a:pt x="1623346" y="3832536"/>
                  </a:lnTo>
                  <a:lnTo>
                    <a:pt x="1623455" y="3832536"/>
                  </a:lnTo>
                  <a:lnTo>
                    <a:pt x="1623455" y="3831913"/>
                  </a:lnTo>
                  <a:lnTo>
                    <a:pt x="1623563" y="3831913"/>
                  </a:lnTo>
                  <a:lnTo>
                    <a:pt x="1623672" y="3831913"/>
                  </a:lnTo>
                  <a:lnTo>
                    <a:pt x="1623780" y="3831913"/>
                  </a:lnTo>
                  <a:lnTo>
                    <a:pt x="1623889" y="3831913"/>
                  </a:lnTo>
                  <a:lnTo>
                    <a:pt x="1623997" y="3831913"/>
                  </a:lnTo>
                  <a:lnTo>
                    <a:pt x="1624105" y="3831913"/>
                  </a:lnTo>
                  <a:lnTo>
                    <a:pt x="1624214" y="3831913"/>
                  </a:lnTo>
                  <a:lnTo>
                    <a:pt x="1624214" y="3831289"/>
                  </a:lnTo>
                  <a:lnTo>
                    <a:pt x="1624322" y="3831289"/>
                  </a:lnTo>
                  <a:lnTo>
                    <a:pt x="1624431" y="3831289"/>
                  </a:lnTo>
                  <a:lnTo>
                    <a:pt x="1624539" y="3831289"/>
                  </a:lnTo>
                  <a:lnTo>
                    <a:pt x="1624648" y="3831289"/>
                  </a:lnTo>
                  <a:lnTo>
                    <a:pt x="1624648" y="3830666"/>
                  </a:lnTo>
                  <a:lnTo>
                    <a:pt x="1624756" y="3830666"/>
                  </a:lnTo>
                  <a:lnTo>
                    <a:pt x="1624865" y="3830666"/>
                  </a:lnTo>
                  <a:lnTo>
                    <a:pt x="1624973" y="3830666"/>
                  </a:lnTo>
                  <a:lnTo>
                    <a:pt x="1625081" y="3830666"/>
                  </a:lnTo>
                  <a:lnTo>
                    <a:pt x="1625190" y="3830666"/>
                  </a:lnTo>
                  <a:lnTo>
                    <a:pt x="1625298" y="3830666"/>
                  </a:lnTo>
                  <a:lnTo>
                    <a:pt x="1625407" y="3830666"/>
                  </a:lnTo>
                  <a:lnTo>
                    <a:pt x="1625407" y="3830042"/>
                  </a:lnTo>
                  <a:lnTo>
                    <a:pt x="1625515" y="3830042"/>
                  </a:lnTo>
                  <a:lnTo>
                    <a:pt x="1625515" y="3829419"/>
                  </a:lnTo>
                  <a:lnTo>
                    <a:pt x="1625515" y="3828795"/>
                  </a:lnTo>
                  <a:lnTo>
                    <a:pt x="1625624" y="3828795"/>
                  </a:lnTo>
                  <a:lnTo>
                    <a:pt x="1625732" y="3828795"/>
                  </a:lnTo>
                  <a:lnTo>
                    <a:pt x="1625841" y="3828795"/>
                  </a:lnTo>
                  <a:lnTo>
                    <a:pt x="1625949" y="3828795"/>
                  </a:lnTo>
                  <a:lnTo>
                    <a:pt x="1625949" y="3828171"/>
                  </a:lnTo>
                  <a:lnTo>
                    <a:pt x="1626057" y="3828171"/>
                  </a:lnTo>
                  <a:lnTo>
                    <a:pt x="1626057" y="3827548"/>
                  </a:lnTo>
                  <a:lnTo>
                    <a:pt x="1626166" y="3827548"/>
                  </a:lnTo>
                  <a:lnTo>
                    <a:pt x="1626274" y="3827548"/>
                  </a:lnTo>
                  <a:lnTo>
                    <a:pt x="1626383" y="3827548"/>
                  </a:lnTo>
                  <a:lnTo>
                    <a:pt x="1626491" y="3827548"/>
                  </a:lnTo>
                  <a:lnTo>
                    <a:pt x="1626600" y="3827548"/>
                  </a:lnTo>
                  <a:lnTo>
                    <a:pt x="1626708" y="3827548"/>
                  </a:lnTo>
                  <a:lnTo>
                    <a:pt x="1626817" y="3827548"/>
                  </a:lnTo>
                  <a:lnTo>
                    <a:pt x="1626925" y="3827548"/>
                  </a:lnTo>
                  <a:lnTo>
                    <a:pt x="1627034" y="3827548"/>
                  </a:lnTo>
                  <a:lnTo>
                    <a:pt x="1627142" y="3827548"/>
                  </a:lnTo>
                  <a:lnTo>
                    <a:pt x="1627250" y="3827548"/>
                  </a:lnTo>
                  <a:lnTo>
                    <a:pt x="1627359" y="3827548"/>
                  </a:lnTo>
                  <a:lnTo>
                    <a:pt x="1627467" y="3827548"/>
                  </a:lnTo>
                  <a:lnTo>
                    <a:pt x="1627576" y="3827548"/>
                  </a:lnTo>
                  <a:lnTo>
                    <a:pt x="1627684" y="3827548"/>
                  </a:lnTo>
                  <a:lnTo>
                    <a:pt x="1627793" y="3827548"/>
                  </a:lnTo>
                  <a:lnTo>
                    <a:pt x="1627901" y="3827548"/>
                  </a:lnTo>
                  <a:lnTo>
                    <a:pt x="1627901" y="3826924"/>
                  </a:lnTo>
                  <a:lnTo>
                    <a:pt x="1628010" y="3826924"/>
                  </a:lnTo>
                  <a:lnTo>
                    <a:pt x="1628118" y="3826924"/>
                  </a:lnTo>
                  <a:lnTo>
                    <a:pt x="1628226" y="3826924"/>
                  </a:lnTo>
                  <a:lnTo>
                    <a:pt x="1628335" y="3826924"/>
                  </a:lnTo>
                  <a:lnTo>
                    <a:pt x="1628443" y="3826924"/>
                  </a:lnTo>
                  <a:lnTo>
                    <a:pt x="1628552" y="3826924"/>
                  </a:lnTo>
                  <a:lnTo>
                    <a:pt x="1628660" y="3826924"/>
                  </a:lnTo>
                  <a:lnTo>
                    <a:pt x="1628769" y="3826924"/>
                  </a:lnTo>
                  <a:lnTo>
                    <a:pt x="1628877" y="3826924"/>
                  </a:lnTo>
                  <a:lnTo>
                    <a:pt x="1628986" y="3826924"/>
                  </a:lnTo>
                  <a:lnTo>
                    <a:pt x="1629094" y="3826924"/>
                  </a:lnTo>
                  <a:lnTo>
                    <a:pt x="1629202" y="3826924"/>
                  </a:lnTo>
                  <a:lnTo>
                    <a:pt x="1629311" y="3826924"/>
                  </a:lnTo>
                  <a:lnTo>
                    <a:pt x="1629419" y="3826924"/>
                  </a:lnTo>
                  <a:lnTo>
                    <a:pt x="1629528" y="3826924"/>
                  </a:lnTo>
                  <a:lnTo>
                    <a:pt x="1629636" y="3826924"/>
                  </a:lnTo>
                  <a:lnTo>
                    <a:pt x="1629636" y="3826301"/>
                  </a:lnTo>
                  <a:lnTo>
                    <a:pt x="1629745" y="3826301"/>
                  </a:lnTo>
                  <a:lnTo>
                    <a:pt x="1629745" y="3825677"/>
                  </a:lnTo>
                  <a:lnTo>
                    <a:pt x="1629745" y="3825053"/>
                  </a:lnTo>
                  <a:lnTo>
                    <a:pt x="1629853" y="3825053"/>
                  </a:lnTo>
                  <a:lnTo>
                    <a:pt x="1629962" y="3825053"/>
                  </a:lnTo>
                  <a:lnTo>
                    <a:pt x="1630070" y="3825053"/>
                  </a:lnTo>
                  <a:lnTo>
                    <a:pt x="1630178" y="3825053"/>
                  </a:lnTo>
                  <a:lnTo>
                    <a:pt x="1630287" y="3825053"/>
                  </a:lnTo>
                  <a:lnTo>
                    <a:pt x="1630395" y="3825053"/>
                  </a:lnTo>
                  <a:lnTo>
                    <a:pt x="1630504" y="3825053"/>
                  </a:lnTo>
                  <a:lnTo>
                    <a:pt x="1630504" y="3824430"/>
                  </a:lnTo>
                  <a:lnTo>
                    <a:pt x="1630612" y="3824430"/>
                  </a:lnTo>
                  <a:lnTo>
                    <a:pt x="1630721" y="3824430"/>
                  </a:lnTo>
                  <a:lnTo>
                    <a:pt x="1630829" y="3824430"/>
                  </a:lnTo>
                  <a:lnTo>
                    <a:pt x="1630938" y="3824430"/>
                  </a:lnTo>
                  <a:lnTo>
                    <a:pt x="1631046" y="3824430"/>
                  </a:lnTo>
                  <a:lnTo>
                    <a:pt x="1631154" y="3824430"/>
                  </a:lnTo>
                  <a:lnTo>
                    <a:pt x="1631263" y="3824430"/>
                  </a:lnTo>
                  <a:lnTo>
                    <a:pt x="1631371" y="3824430"/>
                  </a:lnTo>
                  <a:lnTo>
                    <a:pt x="1631480" y="3824430"/>
                  </a:lnTo>
                  <a:lnTo>
                    <a:pt x="1631588" y="3824430"/>
                  </a:lnTo>
                  <a:lnTo>
                    <a:pt x="1631697" y="3824430"/>
                  </a:lnTo>
                  <a:lnTo>
                    <a:pt x="1631805" y="3824430"/>
                  </a:lnTo>
                  <a:lnTo>
                    <a:pt x="1631914" y="3824430"/>
                  </a:lnTo>
                  <a:lnTo>
                    <a:pt x="1631914" y="3823806"/>
                  </a:lnTo>
                  <a:lnTo>
                    <a:pt x="1632022" y="3823806"/>
                  </a:lnTo>
                  <a:lnTo>
                    <a:pt x="1632131" y="3823806"/>
                  </a:lnTo>
                  <a:lnTo>
                    <a:pt x="1632131" y="3823183"/>
                  </a:lnTo>
                  <a:lnTo>
                    <a:pt x="1632239" y="3823183"/>
                  </a:lnTo>
                  <a:lnTo>
                    <a:pt x="1632347" y="3823183"/>
                  </a:lnTo>
                  <a:lnTo>
                    <a:pt x="1632347" y="3822559"/>
                  </a:lnTo>
                  <a:lnTo>
                    <a:pt x="1632456" y="3822559"/>
                  </a:lnTo>
                  <a:lnTo>
                    <a:pt x="1632564" y="3822559"/>
                  </a:lnTo>
                  <a:lnTo>
                    <a:pt x="1632673" y="3822559"/>
                  </a:lnTo>
                  <a:lnTo>
                    <a:pt x="1632781" y="3822559"/>
                  </a:lnTo>
                  <a:lnTo>
                    <a:pt x="1632890" y="3822559"/>
                  </a:lnTo>
                  <a:lnTo>
                    <a:pt x="1632998" y="3822559"/>
                  </a:lnTo>
                  <a:lnTo>
                    <a:pt x="1633107" y="3822559"/>
                  </a:lnTo>
                  <a:lnTo>
                    <a:pt x="1633215" y="3822559"/>
                  </a:lnTo>
                  <a:lnTo>
                    <a:pt x="1633323" y="3822559"/>
                  </a:lnTo>
                  <a:lnTo>
                    <a:pt x="1633432" y="3822559"/>
                  </a:lnTo>
                  <a:lnTo>
                    <a:pt x="1633540" y="3822559"/>
                  </a:lnTo>
                  <a:lnTo>
                    <a:pt x="1633649" y="3822559"/>
                  </a:lnTo>
                  <a:lnTo>
                    <a:pt x="1633757" y="3822559"/>
                  </a:lnTo>
                  <a:lnTo>
                    <a:pt x="1633866" y="3822559"/>
                  </a:lnTo>
                  <a:lnTo>
                    <a:pt x="1633974" y="3822559"/>
                  </a:lnTo>
                  <a:lnTo>
                    <a:pt x="1634083" y="3822559"/>
                  </a:lnTo>
                  <a:lnTo>
                    <a:pt x="1634191" y="3822559"/>
                  </a:lnTo>
                  <a:lnTo>
                    <a:pt x="1634299" y="3822559"/>
                  </a:lnTo>
                  <a:lnTo>
                    <a:pt x="1634408" y="3822559"/>
                  </a:lnTo>
                  <a:lnTo>
                    <a:pt x="1634516" y="3822559"/>
                  </a:lnTo>
                  <a:lnTo>
                    <a:pt x="1634625" y="3822559"/>
                  </a:lnTo>
                  <a:lnTo>
                    <a:pt x="1634733" y="3822559"/>
                  </a:lnTo>
                  <a:lnTo>
                    <a:pt x="1634842" y="3822559"/>
                  </a:lnTo>
                  <a:lnTo>
                    <a:pt x="1634950" y="3822559"/>
                  </a:lnTo>
                  <a:lnTo>
                    <a:pt x="1635059" y="3822559"/>
                  </a:lnTo>
                  <a:lnTo>
                    <a:pt x="1635167" y="3822559"/>
                  </a:lnTo>
                  <a:lnTo>
                    <a:pt x="1635275" y="3822559"/>
                  </a:lnTo>
                  <a:lnTo>
                    <a:pt x="1635384" y="3822559"/>
                  </a:lnTo>
                  <a:lnTo>
                    <a:pt x="1635492" y="3822559"/>
                  </a:lnTo>
                  <a:lnTo>
                    <a:pt x="1635492" y="3821936"/>
                  </a:lnTo>
                  <a:lnTo>
                    <a:pt x="1635601" y="3821936"/>
                  </a:lnTo>
                  <a:lnTo>
                    <a:pt x="1635709" y="3821936"/>
                  </a:lnTo>
                  <a:lnTo>
                    <a:pt x="1635818" y="3821936"/>
                  </a:lnTo>
                  <a:lnTo>
                    <a:pt x="1635926" y="3821936"/>
                  </a:lnTo>
                  <a:lnTo>
                    <a:pt x="1636035" y="3821936"/>
                  </a:lnTo>
                  <a:lnTo>
                    <a:pt x="1636143" y="3821936"/>
                  </a:lnTo>
                  <a:lnTo>
                    <a:pt x="1636252" y="3821936"/>
                  </a:lnTo>
                  <a:lnTo>
                    <a:pt x="1636252" y="3821312"/>
                  </a:lnTo>
                  <a:lnTo>
                    <a:pt x="1636360" y="3821312"/>
                  </a:lnTo>
                  <a:lnTo>
                    <a:pt x="1636468" y="3821312"/>
                  </a:lnTo>
                  <a:lnTo>
                    <a:pt x="1636577" y="3821312"/>
                  </a:lnTo>
                  <a:lnTo>
                    <a:pt x="1636685" y="3821312"/>
                  </a:lnTo>
                  <a:lnTo>
                    <a:pt x="1636794" y="3821312"/>
                  </a:lnTo>
                  <a:lnTo>
                    <a:pt x="1636902" y="3821312"/>
                  </a:lnTo>
                  <a:lnTo>
                    <a:pt x="1637011" y="3821312"/>
                  </a:lnTo>
                  <a:lnTo>
                    <a:pt x="1637011" y="3820688"/>
                  </a:lnTo>
                  <a:lnTo>
                    <a:pt x="1637119" y="3820688"/>
                  </a:lnTo>
                  <a:lnTo>
                    <a:pt x="1637228" y="3820688"/>
                  </a:lnTo>
                  <a:lnTo>
                    <a:pt x="1637228" y="3820065"/>
                  </a:lnTo>
                  <a:lnTo>
                    <a:pt x="1637228" y="3819441"/>
                  </a:lnTo>
                  <a:lnTo>
                    <a:pt x="1637336" y="3819441"/>
                  </a:lnTo>
                  <a:lnTo>
                    <a:pt x="1637444" y="3819441"/>
                  </a:lnTo>
                  <a:lnTo>
                    <a:pt x="1637553" y="3819441"/>
                  </a:lnTo>
                  <a:lnTo>
                    <a:pt x="1637661" y="3819441"/>
                  </a:lnTo>
                  <a:lnTo>
                    <a:pt x="1637770" y="3819441"/>
                  </a:lnTo>
                  <a:lnTo>
                    <a:pt x="1637770" y="3818818"/>
                  </a:lnTo>
                  <a:lnTo>
                    <a:pt x="1637878" y="3818818"/>
                  </a:lnTo>
                  <a:lnTo>
                    <a:pt x="1637987" y="3818818"/>
                  </a:lnTo>
                  <a:lnTo>
                    <a:pt x="1638095" y="3818818"/>
                  </a:lnTo>
                  <a:lnTo>
                    <a:pt x="1638204" y="3818818"/>
                  </a:lnTo>
                  <a:lnTo>
                    <a:pt x="1638312" y="3818818"/>
                  </a:lnTo>
                  <a:lnTo>
                    <a:pt x="1638420" y="3818818"/>
                  </a:lnTo>
                  <a:lnTo>
                    <a:pt x="1638529" y="3818818"/>
                  </a:lnTo>
                  <a:lnTo>
                    <a:pt x="1638637" y="3818818"/>
                  </a:lnTo>
                  <a:lnTo>
                    <a:pt x="1638746" y="3818818"/>
                  </a:lnTo>
                  <a:lnTo>
                    <a:pt x="1638746" y="3818194"/>
                  </a:lnTo>
                  <a:lnTo>
                    <a:pt x="1638854" y="3818194"/>
                  </a:lnTo>
                  <a:lnTo>
                    <a:pt x="1638963" y="3818194"/>
                  </a:lnTo>
                  <a:lnTo>
                    <a:pt x="1639071" y="3818194"/>
                  </a:lnTo>
                  <a:lnTo>
                    <a:pt x="1639180" y="3818194"/>
                  </a:lnTo>
                  <a:lnTo>
                    <a:pt x="1639288" y="3818194"/>
                  </a:lnTo>
                  <a:lnTo>
                    <a:pt x="1639396" y="3818194"/>
                  </a:lnTo>
                  <a:lnTo>
                    <a:pt x="1639505" y="3818194"/>
                  </a:lnTo>
                  <a:lnTo>
                    <a:pt x="1639613" y="3818194"/>
                  </a:lnTo>
                  <a:lnTo>
                    <a:pt x="1639722" y="3818194"/>
                  </a:lnTo>
                  <a:lnTo>
                    <a:pt x="1639830" y="3818194"/>
                  </a:lnTo>
                  <a:lnTo>
                    <a:pt x="1639830" y="3817570"/>
                  </a:lnTo>
                  <a:lnTo>
                    <a:pt x="1639939" y="3817570"/>
                  </a:lnTo>
                  <a:lnTo>
                    <a:pt x="1640047" y="3817570"/>
                  </a:lnTo>
                  <a:lnTo>
                    <a:pt x="1640156" y="3817570"/>
                  </a:lnTo>
                  <a:lnTo>
                    <a:pt x="1640264" y="3817570"/>
                  </a:lnTo>
                  <a:lnTo>
                    <a:pt x="1640373" y="3817570"/>
                  </a:lnTo>
                  <a:lnTo>
                    <a:pt x="1640373" y="3816947"/>
                  </a:lnTo>
                  <a:lnTo>
                    <a:pt x="1640481" y="3816947"/>
                  </a:lnTo>
                  <a:lnTo>
                    <a:pt x="1640589" y="3816947"/>
                  </a:lnTo>
                  <a:lnTo>
                    <a:pt x="1640698" y="3816947"/>
                  </a:lnTo>
                  <a:lnTo>
                    <a:pt x="1640698" y="3816323"/>
                  </a:lnTo>
                  <a:lnTo>
                    <a:pt x="1640806" y="3816323"/>
                  </a:lnTo>
                  <a:lnTo>
                    <a:pt x="1640806" y="3815700"/>
                  </a:lnTo>
                  <a:lnTo>
                    <a:pt x="1640915" y="3815700"/>
                  </a:lnTo>
                  <a:lnTo>
                    <a:pt x="1641023" y="3815700"/>
                  </a:lnTo>
                  <a:lnTo>
                    <a:pt x="1641132" y="3815700"/>
                  </a:lnTo>
                  <a:lnTo>
                    <a:pt x="1641240" y="3815700"/>
                  </a:lnTo>
                  <a:lnTo>
                    <a:pt x="1641349" y="3815700"/>
                  </a:lnTo>
                  <a:lnTo>
                    <a:pt x="1641457" y="3815700"/>
                  </a:lnTo>
                  <a:lnTo>
                    <a:pt x="1641565" y="3815700"/>
                  </a:lnTo>
                  <a:lnTo>
                    <a:pt x="1641674" y="3815700"/>
                  </a:lnTo>
                  <a:lnTo>
                    <a:pt x="1641782" y="3815700"/>
                  </a:lnTo>
                  <a:lnTo>
                    <a:pt x="1641891" y="3815700"/>
                  </a:lnTo>
                  <a:lnTo>
                    <a:pt x="1641999" y="3815700"/>
                  </a:lnTo>
                  <a:lnTo>
                    <a:pt x="1642108" y="3815700"/>
                  </a:lnTo>
                  <a:lnTo>
                    <a:pt x="1642216" y="3815700"/>
                  </a:lnTo>
                  <a:lnTo>
                    <a:pt x="1642325" y="3815700"/>
                  </a:lnTo>
                  <a:lnTo>
                    <a:pt x="1642325" y="3815076"/>
                  </a:lnTo>
                  <a:lnTo>
                    <a:pt x="1642433" y="3815076"/>
                  </a:lnTo>
                  <a:lnTo>
                    <a:pt x="1642541" y="3815076"/>
                  </a:lnTo>
                  <a:lnTo>
                    <a:pt x="1642650" y="3815076"/>
                  </a:lnTo>
                  <a:lnTo>
                    <a:pt x="1642758" y="3815076"/>
                  </a:lnTo>
                  <a:lnTo>
                    <a:pt x="1642867" y="3815076"/>
                  </a:lnTo>
                  <a:lnTo>
                    <a:pt x="1642975" y="3815076"/>
                  </a:lnTo>
                  <a:lnTo>
                    <a:pt x="1643084" y="3815076"/>
                  </a:lnTo>
                  <a:lnTo>
                    <a:pt x="1643084" y="3814453"/>
                  </a:lnTo>
                  <a:lnTo>
                    <a:pt x="1643192" y="3814453"/>
                  </a:lnTo>
                  <a:lnTo>
                    <a:pt x="1643301" y="3814453"/>
                  </a:lnTo>
                  <a:lnTo>
                    <a:pt x="1643409" y="3814453"/>
                  </a:lnTo>
                  <a:lnTo>
                    <a:pt x="1643517" y="3814453"/>
                  </a:lnTo>
                  <a:lnTo>
                    <a:pt x="1643626" y="3814453"/>
                  </a:lnTo>
                  <a:lnTo>
                    <a:pt x="1643734" y="3814453"/>
                  </a:lnTo>
                  <a:lnTo>
                    <a:pt x="1643843" y="3814453"/>
                  </a:lnTo>
                  <a:lnTo>
                    <a:pt x="1643951" y="3814453"/>
                  </a:lnTo>
                  <a:lnTo>
                    <a:pt x="1644060" y="3814453"/>
                  </a:lnTo>
                  <a:lnTo>
                    <a:pt x="1644168" y="3814453"/>
                  </a:lnTo>
                  <a:lnTo>
                    <a:pt x="1644277" y="3814453"/>
                  </a:lnTo>
                  <a:lnTo>
                    <a:pt x="1644385" y="3814453"/>
                  </a:lnTo>
                  <a:lnTo>
                    <a:pt x="1644494" y="3814453"/>
                  </a:lnTo>
                  <a:lnTo>
                    <a:pt x="1644602" y="3814453"/>
                  </a:lnTo>
                  <a:lnTo>
                    <a:pt x="1644710" y="3814453"/>
                  </a:lnTo>
                  <a:lnTo>
                    <a:pt x="1644819" y="3814453"/>
                  </a:lnTo>
                  <a:lnTo>
                    <a:pt x="1644819" y="3813829"/>
                  </a:lnTo>
                  <a:lnTo>
                    <a:pt x="1644927" y="3813829"/>
                  </a:lnTo>
                  <a:lnTo>
                    <a:pt x="1645036" y="3813829"/>
                  </a:lnTo>
                  <a:lnTo>
                    <a:pt x="1645144" y="3813829"/>
                  </a:lnTo>
                  <a:lnTo>
                    <a:pt x="1645144" y="3813205"/>
                  </a:lnTo>
                  <a:lnTo>
                    <a:pt x="1645253" y="3813205"/>
                  </a:lnTo>
                  <a:lnTo>
                    <a:pt x="1645253" y="3812582"/>
                  </a:lnTo>
                  <a:lnTo>
                    <a:pt x="1645361" y="3812582"/>
                  </a:lnTo>
                  <a:lnTo>
                    <a:pt x="1645361" y="3811958"/>
                  </a:lnTo>
                  <a:lnTo>
                    <a:pt x="1645361" y="3811335"/>
                  </a:lnTo>
                  <a:lnTo>
                    <a:pt x="1645470" y="3811335"/>
                  </a:lnTo>
                  <a:lnTo>
                    <a:pt x="1645578" y="3811335"/>
                  </a:lnTo>
                  <a:lnTo>
                    <a:pt x="1645686" y="3811335"/>
                  </a:lnTo>
                  <a:lnTo>
                    <a:pt x="1645686" y="3810711"/>
                  </a:lnTo>
                  <a:lnTo>
                    <a:pt x="1645795" y="3810711"/>
                  </a:lnTo>
                  <a:lnTo>
                    <a:pt x="1645903" y="3810711"/>
                  </a:lnTo>
                  <a:lnTo>
                    <a:pt x="1646012" y="3810711"/>
                  </a:lnTo>
                  <a:lnTo>
                    <a:pt x="1646120" y="3810711"/>
                  </a:lnTo>
                  <a:lnTo>
                    <a:pt x="1646229" y="3810711"/>
                  </a:lnTo>
                  <a:lnTo>
                    <a:pt x="1646337" y="3810711"/>
                  </a:lnTo>
                  <a:lnTo>
                    <a:pt x="1646446" y="3810711"/>
                  </a:lnTo>
                  <a:lnTo>
                    <a:pt x="1646554" y="3810711"/>
                  </a:lnTo>
                  <a:lnTo>
                    <a:pt x="1646662" y="3810711"/>
                  </a:lnTo>
                  <a:lnTo>
                    <a:pt x="1646771" y="3810711"/>
                  </a:lnTo>
                  <a:lnTo>
                    <a:pt x="1646879" y="3810711"/>
                  </a:lnTo>
                  <a:lnTo>
                    <a:pt x="1646988" y="3810711"/>
                  </a:lnTo>
                  <a:lnTo>
                    <a:pt x="1646988" y="3810087"/>
                  </a:lnTo>
                  <a:lnTo>
                    <a:pt x="1647096" y="3810087"/>
                  </a:lnTo>
                  <a:lnTo>
                    <a:pt x="1647096" y="3809464"/>
                  </a:lnTo>
                  <a:lnTo>
                    <a:pt x="1647205" y="3809464"/>
                  </a:lnTo>
                  <a:lnTo>
                    <a:pt x="1647313" y="3809464"/>
                  </a:lnTo>
                  <a:lnTo>
                    <a:pt x="1647422" y="3809464"/>
                  </a:lnTo>
                  <a:lnTo>
                    <a:pt x="1647530" y="3809464"/>
                  </a:lnTo>
                  <a:lnTo>
                    <a:pt x="1647530" y="3808840"/>
                  </a:lnTo>
                  <a:lnTo>
                    <a:pt x="1647638" y="3808840"/>
                  </a:lnTo>
                  <a:lnTo>
                    <a:pt x="1647747" y="3808840"/>
                  </a:lnTo>
                  <a:lnTo>
                    <a:pt x="1647855" y="3808840"/>
                  </a:lnTo>
                  <a:lnTo>
                    <a:pt x="1647855" y="3808217"/>
                  </a:lnTo>
                  <a:lnTo>
                    <a:pt x="1647964" y="3808217"/>
                  </a:lnTo>
                  <a:lnTo>
                    <a:pt x="1648072" y="3808217"/>
                  </a:lnTo>
                  <a:lnTo>
                    <a:pt x="1648181" y="3808217"/>
                  </a:lnTo>
                  <a:lnTo>
                    <a:pt x="1648289" y="3808217"/>
                  </a:lnTo>
                  <a:lnTo>
                    <a:pt x="1648398" y="3808217"/>
                  </a:lnTo>
                  <a:lnTo>
                    <a:pt x="1648398" y="3807593"/>
                  </a:lnTo>
                  <a:lnTo>
                    <a:pt x="1648506" y="3807593"/>
                  </a:lnTo>
                  <a:lnTo>
                    <a:pt x="1648615" y="3807593"/>
                  </a:lnTo>
                  <a:lnTo>
                    <a:pt x="1648723" y="3807593"/>
                  </a:lnTo>
                  <a:lnTo>
                    <a:pt x="1648831" y="3807593"/>
                  </a:lnTo>
                  <a:lnTo>
                    <a:pt x="1648940" y="3807593"/>
                  </a:lnTo>
                  <a:lnTo>
                    <a:pt x="1649048" y="3807593"/>
                  </a:lnTo>
                  <a:lnTo>
                    <a:pt x="1649048" y="3806970"/>
                  </a:lnTo>
                  <a:lnTo>
                    <a:pt x="1649048" y="3806346"/>
                  </a:lnTo>
                  <a:lnTo>
                    <a:pt x="1649157" y="3806346"/>
                  </a:lnTo>
                  <a:lnTo>
                    <a:pt x="1649265" y="3806346"/>
                  </a:lnTo>
                  <a:lnTo>
                    <a:pt x="1649374" y="3806346"/>
                  </a:lnTo>
                  <a:lnTo>
                    <a:pt x="1649482" y="3806346"/>
                  </a:lnTo>
                  <a:lnTo>
                    <a:pt x="1649591" y="3806346"/>
                  </a:lnTo>
                  <a:lnTo>
                    <a:pt x="1649591" y="3805722"/>
                  </a:lnTo>
                  <a:lnTo>
                    <a:pt x="1649699" y="3805722"/>
                  </a:lnTo>
                  <a:lnTo>
                    <a:pt x="1649807" y="3805722"/>
                  </a:lnTo>
                  <a:lnTo>
                    <a:pt x="1649916" y="3805722"/>
                  </a:lnTo>
                  <a:lnTo>
                    <a:pt x="1650024" y="3805722"/>
                  </a:lnTo>
                  <a:lnTo>
                    <a:pt x="1650133" y="3805722"/>
                  </a:lnTo>
                  <a:lnTo>
                    <a:pt x="1650241" y="3805722"/>
                  </a:lnTo>
                  <a:lnTo>
                    <a:pt x="1650350" y="3805722"/>
                  </a:lnTo>
                  <a:lnTo>
                    <a:pt x="1650458" y="3805722"/>
                  </a:lnTo>
                  <a:lnTo>
                    <a:pt x="1650567" y="3805722"/>
                  </a:lnTo>
                  <a:lnTo>
                    <a:pt x="1650675" y="3805722"/>
                  </a:lnTo>
                  <a:lnTo>
                    <a:pt x="1650783" y="3805722"/>
                  </a:lnTo>
                  <a:lnTo>
                    <a:pt x="1650892" y="3805722"/>
                  </a:lnTo>
                  <a:lnTo>
                    <a:pt x="1651000" y="3805722"/>
                  </a:lnTo>
                  <a:lnTo>
                    <a:pt x="1651109" y="3805722"/>
                  </a:lnTo>
                  <a:lnTo>
                    <a:pt x="1651217" y="3805722"/>
                  </a:lnTo>
                  <a:lnTo>
                    <a:pt x="1651217" y="3805099"/>
                  </a:lnTo>
                  <a:lnTo>
                    <a:pt x="1651217" y="3804475"/>
                  </a:lnTo>
                  <a:lnTo>
                    <a:pt x="1651326" y="3804475"/>
                  </a:lnTo>
                  <a:lnTo>
                    <a:pt x="1651434" y="3804475"/>
                  </a:lnTo>
                  <a:lnTo>
                    <a:pt x="1651543" y="3804475"/>
                  </a:lnTo>
                  <a:lnTo>
                    <a:pt x="1651651" y="3804475"/>
                  </a:lnTo>
                  <a:lnTo>
                    <a:pt x="1651759" y="3804475"/>
                  </a:lnTo>
                  <a:lnTo>
                    <a:pt x="1651868" y="3804475"/>
                  </a:lnTo>
                  <a:lnTo>
                    <a:pt x="1651976" y="3804475"/>
                  </a:lnTo>
                  <a:lnTo>
                    <a:pt x="1652085" y="3804475"/>
                  </a:lnTo>
                  <a:lnTo>
                    <a:pt x="1652193" y="3804475"/>
                  </a:lnTo>
                  <a:lnTo>
                    <a:pt x="1652193" y="3803852"/>
                  </a:lnTo>
                  <a:lnTo>
                    <a:pt x="1652193" y="3803228"/>
                  </a:lnTo>
                  <a:lnTo>
                    <a:pt x="1652302" y="3803228"/>
                  </a:lnTo>
                  <a:lnTo>
                    <a:pt x="1652410" y="3803228"/>
                  </a:lnTo>
                  <a:lnTo>
                    <a:pt x="1652519" y="3803228"/>
                  </a:lnTo>
                  <a:lnTo>
                    <a:pt x="1652627" y="3803228"/>
                  </a:lnTo>
                  <a:lnTo>
                    <a:pt x="1652735" y="3803228"/>
                  </a:lnTo>
                  <a:lnTo>
                    <a:pt x="1652844" y="3803228"/>
                  </a:lnTo>
                  <a:lnTo>
                    <a:pt x="1652844" y="3802604"/>
                  </a:lnTo>
                  <a:lnTo>
                    <a:pt x="1652952" y="3802604"/>
                  </a:lnTo>
                  <a:lnTo>
                    <a:pt x="1652952" y="3801981"/>
                  </a:lnTo>
                  <a:lnTo>
                    <a:pt x="1653061" y="3801981"/>
                  </a:lnTo>
                  <a:lnTo>
                    <a:pt x="1653169" y="3801981"/>
                  </a:lnTo>
                  <a:lnTo>
                    <a:pt x="1653278" y="3801981"/>
                  </a:lnTo>
                  <a:lnTo>
                    <a:pt x="1653278" y="3801357"/>
                  </a:lnTo>
                  <a:lnTo>
                    <a:pt x="1653386" y="3801357"/>
                  </a:lnTo>
                  <a:lnTo>
                    <a:pt x="1653495" y="3801357"/>
                  </a:lnTo>
                  <a:lnTo>
                    <a:pt x="1653603" y="3801357"/>
                  </a:lnTo>
                  <a:lnTo>
                    <a:pt x="1653712" y="3801357"/>
                  </a:lnTo>
                  <a:lnTo>
                    <a:pt x="1653820" y="3801357"/>
                  </a:lnTo>
                  <a:lnTo>
                    <a:pt x="1653928" y="3801357"/>
                  </a:lnTo>
                  <a:lnTo>
                    <a:pt x="1654037" y="3801357"/>
                  </a:lnTo>
                  <a:lnTo>
                    <a:pt x="1654145" y="3801357"/>
                  </a:lnTo>
                  <a:lnTo>
                    <a:pt x="1654254" y="3801357"/>
                  </a:lnTo>
                  <a:lnTo>
                    <a:pt x="1654362" y="3801357"/>
                  </a:lnTo>
                  <a:lnTo>
                    <a:pt x="1654471" y="3801357"/>
                  </a:lnTo>
                  <a:lnTo>
                    <a:pt x="1654471" y="3800734"/>
                  </a:lnTo>
                  <a:lnTo>
                    <a:pt x="1654579" y="3800734"/>
                  </a:lnTo>
                  <a:lnTo>
                    <a:pt x="1654688" y="3800734"/>
                  </a:lnTo>
                  <a:lnTo>
                    <a:pt x="1654688" y="3800110"/>
                  </a:lnTo>
                  <a:lnTo>
                    <a:pt x="1654796" y="3800110"/>
                  </a:lnTo>
                  <a:lnTo>
                    <a:pt x="1654904" y="3800110"/>
                  </a:lnTo>
                  <a:lnTo>
                    <a:pt x="1655013" y="3800110"/>
                  </a:lnTo>
                  <a:lnTo>
                    <a:pt x="1655121" y="3800110"/>
                  </a:lnTo>
                  <a:lnTo>
                    <a:pt x="1655230" y="3800110"/>
                  </a:lnTo>
                  <a:lnTo>
                    <a:pt x="1655230" y="3799487"/>
                  </a:lnTo>
                  <a:lnTo>
                    <a:pt x="1655338" y="3799487"/>
                  </a:lnTo>
                  <a:lnTo>
                    <a:pt x="1655447" y="3799487"/>
                  </a:lnTo>
                  <a:lnTo>
                    <a:pt x="1655555" y="3799487"/>
                  </a:lnTo>
                  <a:lnTo>
                    <a:pt x="1655664" y="3799487"/>
                  </a:lnTo>
                  <a:lnTo>
                    <a:pt x="1655772" y="3799487"/>
                  </a:lnTo>
                  <a:lnTo>
                    <a:pt x="1655880" y="3799487"/>
                  </a:lnTo>
                  <a:lnTo>
                    <a:pt x="1655880" y="3798863"/>
                  </a:lnTo>
                  <a:lnTo>
                    <a:pt x="1655880" y="3798239"/>
                  </a:lnTo>
                  <a:lnTo>
                    <a:pt x="1655989" y="3798239"/>
                  </a:lnTo>
                  <a:lnTo>
                    <a:pt x="1656097" y="3798239"/>
                  </a:lnTo>
                  <a:lnTo>
                    <a:pt x="1656097" y="3797616"/>
                  </a:lnTo>
                  <a:lnTo>
                    <a:pt x="1656206" y="3797616"/>
                  </a:lnTo>
                  <a:lnTo>
                    <a:pt x="1656314" y="3797616"/>
                  </a:lnTo>
                  <a:lnTo>
                    <a:pt x="1656423" y="3797616"/>
                  </a:lnTo>
                  <a:lnTo>
                    <a:pt x="1656531" y="3797616"/>
                  </a:lnTo>
                  <a:lnTo>
                    <a:pt x="1656531" y="3796992"/>
                  </a:lnTo>
                  <a:lnTo>
                    <a:pt x="1656640" y="3796992"/>
                  </a:lnTo>
                  <a:lnTo>
                    <a:pt x="1656640" y="3796369"/>
                  </a:lnTo>
                  <a:lnTo>
                    <a:pt x="1656748" y="3796369"/>
                  </a:lnTo>
                  <a:lnTo>
                    <a:pt x="1656748" y="3795745"/>
                  </a:lnTo>
                  <a:lnTo>
                    <a:pt x="1656748" y="3795121"/>
                  </a:lnTo>
                  <a:lnTo>
                    <a:pt x="1656856" y="3795121"/>
                  </a:lnTo>
                  <a:lnTo>
                    <a:pt x="1656965" y="3795121"/>
                  </a:lnTo>
                  <a:lnTo>
                    <a:pt x="1657073" y="3795121"/>
                  </a:lnTo>
                  <a:lnTo>
                    <a:pt x="1657182" y="3795121"/>
                  </a:lnTo>
                  <a:lnTo>
                    <a:pt x="1657290" y="3795121"/>
                  </a:lnTo>
                  <a:lnTo>
                    <a:pt x="1657399" y="3795121"/>
                  </a:lnTo>
                  <a:lnTo>
                    <a:pt x="1657507" y="3795121"/>
                  </a:lnTo>
                  <a:lnTo>
                    <a:pt x="1657616" y="3795121"/>
                  </a:lnTo>
                  <a:lnTo>
                    <a:pt x="1657724" y="3795121"/>
                  </a:lnTo>
                  <a:lnTo>
                    <a:pt x="1657833" y="3795121"/>
                  </a:lnTo>
                  <a:lnTo>
                    <a:pt x="1657941" y="3795121"/>
                  </a:lnTo>
                  <a:lnTo>
                    <a:pt x="1658049" y="3795121"/>
                  </a:lnTo>
                  <a:lnTo>
                    <a:pt x="1658158" y="3795121"/>
                  </a:lnTo>
                  <a:lnTo>
                    <a:pt x="1658266" y="3795121"/>
                  </a:lnTo>
                  <a:lnTo>
                    <a:pt x="1658375" y="3795121"/>
                  </a:lnTo>
                  <a:lnTo>
                    <a:pt x="1658375" y="3794498"/>
                  </a:lnTo>
                  <a:lnTo>
                    <a:pt x="1658483" y="3794498"/>
                  </a:lnTo>
                  <a:lnTo>
                    <a:pt x="1658592" y="3794498"/>
                  </a:lnTo>
                  <a:lnTo>
                    <a:pt x="1658700" y="3794498"/>
                  </a:lnTo>
                  <a:lnTo>
                    <a:pt x="1658809" y="3794498"/>
                  </a:lnTo>
                  <a:lnTo>
                    <a:pt x="1658917" y="3794498"/>
                  </a:lnTo>
                  <a:lnTo>
                    <a:pt x="1659025" y="3794498"/>
                  </a:lnTo>
                  <a:lnTo>
                    <a:pt x="1659134" y="3794498"/>
                  </a:lnTo>
                  <a:lnTo>
                    <a:pt x="1659242" y="3794498"/>
                  </a:lnTo>
                  <a:lnTo>
                    <a:pt x="1659351" y="3794498"/>
                  </a:lnTo>
                  <a:lnTo>
                    <a:pt x="1659351" y="3793874"/>
                  </a:lnTo>
                  <a:lnTo>
                    <a:pt x="1659459" y="3793874"/>
                  </a:lnTo>
                  <a:lnTo>
                    <a:pt x="1659568" y="3793874"/>
                  </a:lnTo>
                  <a:lnTo>
                    <a:pt x="1659676" y="3793874"/>
                  </a:lnTo>
                  <a:lnTo>
                    <a:pt x="1659785" y="3793874"/>
                  </a:lnTo>
                  <a:lnTo>
                    <a:pt x="1659893" y="3793874"/>
                  </a:lnTo>
                  <a:lnTo>
                    <a:pt x="1660001" y="3793874"/>
                  </a:lnTo>
                  <a:lnTo>
                    <a:pt x="1660110" y="3793874"/>
                  </a:lnTo>
                  <a:lnTo>
                    <a:pt x="1660110" y="3793251"/>
                  </a:lnTo>
                  <a:lnTo>
                    <a:pt x="1660218" y="3793251"/>
                  </a:lnTo>
                  <a:lnTo>
                    <a:pt x="1660218" y="3792627"/>
                  </a:lnTo>
                  <a:lnTo>
                    <a:pt x="1660327" y="3792627"/>
                  </a:lnTo>
                  <a:lnTo>
                    <a:pt x="1660435" y="3792627"/>
                  </a:lnTo>
                  <a:lnTo>
                    <a:pt x="1660544" y="3792627"/>
                  </a:lnTo>
                  <a:lnTo>
                    <a:pt x="1660652" y="3792627"/>
                  </a:lnTo>
                  <a:lnTo>
                    <a:pt x="1660761" y="3792627"/>
                  </a:lnTo>
                  <a:lnTo>
                    <a:pt x="1660869" y="3792627"/>
                  </a:lnTo>
                  <a:lnTo>
                    <a:pt x="1660869" y="3792004"/>
                  </a:lnTo>
                  <a:lnTo>
                    <a:pt x="1660869" y="3791380"/>
                  </a:lnTo>
                  <a:lnTo>
                    <a:pt x="1660869" y="3790756"/>
                  </a:lnTo>
                  <a:lnTo>
                    <a:pt x="1660977" y="3790756"/>
                  </a:lnTo>
                  <a:lnTo>
                    <a:pt x="1661086" y="3790756"/>
                  </a:lnTo>
                  <a:lnTo>
                    <a:pt x="1661194" y="3790756"/>
                  </a:lnTo>
                  <a:lnTo>
                    <a:pt x="1661303" y="3790756"/>
                  </a:lnTo>
                  <a:lnTo>
                    <a:pt x="1661411" y="3790756"/>
                  </a:lnTo>
                  <a:lnTo>
                    <a:pt x="1661520" y="3790756"/>
                  </a:lnTo>
                  <a:lnTo>
                    <a:pt x="1661628" y="3790756"/>
                  </a:lnTo>
                  <a:lnTo>
                    <a:pt x="1661628" y="3790133"/>
                  </a:lnTo>
                  <a:lnTo>
                    <a:pt x="1661737" y="3790133"/>
                  </a:lnTo>
                  <a:lnTo>
                    <a:pt x="1661845" y="3790133"/>
                  </a:lnTo>
                  <a:lnTo>
                    <a:pt x="1661845" y="3789509"/>
                  </a:lnTo>
                  <a:lnTo>
                    <a:pt x="1661954" y="3789509"/>
                  </a:lnTo>
                  <a:lnTo>
                    <a:pt x="1662062" y="3789509"/>
                  </a:lnTo>
                  <a:lnTo>
                    <a:pt x="1662170" y="3789509"/>
                  </a:lnTo>
                  <a:lnTo>
                    <a:pt x="1662279" y="3789509"/>
                  </a:lnTo>
                  <a:lnTo>
                    <a:pt x="1662387" y="3789509"/>
                  </a:lnTo>
                  <a:lnTo>
                    <a:pt x="1662496" y="3789509"/>
                  </a:lnTo>
                  <a:lnTo>
                    <a:pt x="1662604" y="3789509"/>
                  </a:lnTo>
                  <a:lnTo>
                    <a:pt x="1662713" y="3789509"/>
                  </a:lnTo>
                  <a:lnTo>
                    <a:pt x="1662713" y="3788886"/>
                  </a:lnTo>
                  <a:lnTo>
                    <a:pt x="1662821" y="3788886"/>
                  </a:lnTo>
                  <a:lnTo>
                    <a:pt x="1662930" y="3788886"/>
                  </a:lnTo>
                  <a:lnTo>
                    <a:pt x="1663038" y="3788886"/>
                  </a:lnTo>
                  <a:lnTo>
                    <a:pt x="1663146" y="3788886"/>
                  </a:lnTo>
                  <a:lnTo>
                    <a:pt x="1663146" y="3788262"/>
                  </a:lnTo>
                  <a:lnTo>
                    <a:pt x="1663146" y="3787639"/>
                  </a:lnTo>
                  <a:lnTo>
                    <a:pt x="1663146" y="3787015"/>
                  </a:lnTo>
                  <a:lnTo>
                    <a:pt x="1663255" y="3787015"/>
                  </a:lnTo>
                  <a:lnTo>
                    <a:pt x="1663363" y="3787015"/>
                  </a:lnTo>
                  <a:lnTo>
                    <a:pt x="1663472" y="3787015"/>
                  </a:lnTo>
                  <a:lnTo>
                    <a:pt x="1663472" y="3786391"/>
                  </a:lnTo>
                  <a:lnTo>
                    <a:pt x="1663580" y="3786391"/>
                  </a:lnTo>
                  <a:lnTo>
                    <a:pt x="1663580" y="3785768"/>
                  </a:lnTo>
                  <a:lnTo>
                    <a:pt x="1663580" y="3785144"/>
                  </a:lnTo>
                  <a:lnTo>
                    <a:pt x="1663689" y="3785144"/>
                  </a:lnTo>
                  <a:lnTo>
                    <a:pt x="1663797" y="3785144"/>
                  </a:lnTo>
                  <a:lnTo>
                    <a:pt x="1663906" y="3785144"/>
                  </a:lnTo>
                  <a:lnTo>
                    <a:pt x="1664014" y="3785144"/>
                  </a:lnTo>
                  <a:lnTo>
                    <a:pt x="1664122" y="3785144"/>
                  </a:lnTo>
                  <a:lnTo>
                    <a:pt x="1664231" y="3785144"/>
                  </a:lnTo>
                  <a:lnTo>
                    <a:pt x="1664339" y="3785144"/>
                  </a:lnTo>
                  <a:lnTo>
                    <a:pt x="1664448" y="3785144"/>
                  </a:lnTo>
                  <a:lnTo>
                    <a:pt x="1664556" y="3785144"/>
                  </a:lnTo>
                  <a:lnTo>
                    <a:pt x="1664665" y="3785144"/>
                  </a:lnTo>
                  <a:lnTo>
                    <a:pt x="1664773" y="3785144"/>
                  </a:lnTo>
                  <a:lnTo>
                    <a:pt x="1664882" y="3785144"/>
                  </a:lnTo>
                  <a:lnTo>
                    <a:pt x="1664990" y="3785144"/>
                  </a:lnTo>
                  <a:lnTo>
                    <a:pt x="1665098" y="3785144"/>
                  </a:lnTo>
                  <a:lnTo>
                    <a:pt x="1665098" y="3784521"/>
                  </a:lnTo>
                  <a:lnTo>
                    <a:pt x="1665207" y="3784521"/>
                  </a:lnTo>
                  <a:lnTo>
                    <a:pt x="1665315" y="3784521"/>
                  </a:lnTo>
                  <a:lnTo>
                    <a:pt x="1665424" y="3784521"/>
                  </a:lnTo>
                  <a:lnTo>
                    <a:pt x="1665532" y="3784521"/>
                  </a:lnTo>
                  <a:lnTo>
                    <a:pt x="1665641" y="3784521"/>
                  </a:lnTo>
                  <a:lnTo>
                    <a:pt x="1665749" y="3784521"/>
                  </a:lnTo>
                  <a:lnTo>
                    <a:pt x="1665858" y="3784521"/>
                  </a:lnTo>
                  <a:lnTo>
                    <a:pt x="1665966" y="3784521"/>
                  </a:lnTo>
                  <a:lnTo>
                    <a:pt x="1665966" y="3783897"/>
                  </a:lnTo>
                  <a:lnTo>
                    <a:pt x="1666075" y="3783897"/>
                  </a:lnTo>
                  <a:lnTo>
                    <a:pt x="1666183" y="3783897"/>
                  </a:lnTo>
                  <a:lnTo>
                    <a:pt x="1666291" y="3783897"/>
                  </a:lnTo>
                  <a:lnTo>
                    <a:pt x="1666400" y="3783897"/>
                  </a:lnTo>
                  <a:lnTo>
                    <a:pt x="1666400" y="3783273"/>
                  </a:lnTo>
                  <a:lnTo>
                    <a:pt x="1666400" y="3782650"/>
                  </a:lnTo>
                  <a:lnTo>
                    <a:pt x="1666508" y="3782650"/>
                  </a:lnTo>
                  <a:lnTo>
                    <a:pt x="1666508" y="3782026"/>
                  </a:lnTo>
                  <a:lnTo>
                    <a:pt x="1666617" y="3782026"/>
                  </a:lnTo>
                  <a:lnTo>
                    <a:pt x="1666617" y="3781403"/>
                  </a:lnTo>
                  <a:lnTo>
                    <a:pt x="1666725" y="3781403"/>
                  </a:lnTo>
                  <a:lnTo>
                    <a:pt x="1666834" y="3781403"/>
                  </a:lnTo>
                  <a:lnTo>
                    <a:pt x="1666942" y="3781403"/>
                  </a:lnTo>
                  <a:lnTo>
                    <a:pt x="1667051" y="3781403"/>
                  </a:lnTo>
                  <a:lnTo>
                    <a:pt x="1667159" y="3781403"/>
                  </a:lnTo>
                  <a:lnTo>
                    <a:pt x="1667267" y="3781403"/>
                  </a:lnTo>
                  <a:lnTo>
                    <a:pt x="1667376" y="3781403"/>
                  </a:lnTo>
                  <a:lnTo>
                    <a:pt x="1667484" y="3781403"/>
                  </a:lnTo>
                  <a:lnTo>
                    <a:pt x="1667593" y="3781403"/>
                  </a:lnTo>
                  <a:lnTo>
                    <a:pt x="1667701" y="3781403"/>
                  </a:lnTo>
                  <a:lnTo>
                    <a:pt x="1667810" y="3781403"/>
                  </a:lnTo>
                  <a:lnTo>
                    <a:pt x="1667918" y="3781403"/>
                  </a:lnTo>
                  <a:lnTo>
                    <a:pt x="1667918" y="3780779"/>
                  </a:lnTo>
                  <a:lnTo>
                    <a:pt x="1668027" y="3780779"/>
                  </a:lnTo>
                  <a:lnTo>
                    <a:pt x="1668135" y="3780779"/>
                  </a:lnTo>
                  <a:lnTo>
                    <a:pt x="1668243" y="3780779"/>
                  </a:lnTo>
                  <a:lnTo>
                    <a:pt x="1668352" y="3780779"/>
                  </a:lnTo>
                  <a:lnTo>
                    <a:pt x="1668460" y="3780779"/>
                  </a:lnTo>
                  <a:lnTo>
                    <a:pt x="1668569" y="3780779"/>
                  </a:lnTo>
                  <a:lnTo>
                    <a:pt x="1668677" y="3780779"/>
                  </a:lnTo>
                  <a:lnTo>
                    <a:pt x="1668786" y="3780779"/>
                  </a:lnTo>
                  <a:lnTo>
                    <a:pt x="1668894" y="3780779"/>
                  </a:lnTo>
                  <a:lnTo>
                    <a:pt x="1669003" y="3780779"/>
                  </a:lnTo>
                  <a:lnTo>
                    <a:pt x="1669111" y="3780779"/>
                  </a:lnTo>
                  <a:lnTo>
                    <a:pt x="1669219" y="3780779"/>
                  </a:lnTo>
                  <a:lnTo>
                    <a:pt x="1669328" y="3780779"/>
                  </a:lnTo>
                  <a:lnTo>
                    <a:pt x="1669328" y="3780156"/>
                  </a:lnTo>
                  <a:lnTo>
                    <a:pt x="1669436" y="3780156"/>
                  </a:lnTo>
                  <a:lnTo>
                    <a:pt x="1669545" y="3780156"/>
                  </a:lnTo>
                  <a:lnTo>
                    <a:pt x="1669545" y="3779532"/>
                  </a:lnTo>
                  <a:lnTo>
                    <a:pt x="1669653" y="3779532"/>
                  </a:lnTo>
                  <a:lnTo>
                    <a:pt x="1669762" y="3779532"/>
                  </a:lnTo>
                  <a:lnTo>
                    <a:pt x="1669762" y="3778908"/>
                  </a:lnTo>
                  <a:lnTo>
                    <a:pt x="1669870" y="3778908"/>
                  </a:lnTo>
                  <a:lnTo>
                    <a:pt x="1669979" y="3778908"/>
                  </a:lnTo>
                  <a:lnTo>
                    <a:pt x="1670087" y="3778908"/>
                  </a:lnTo>
                  <a:lnTo>
                    <a:pt x="1670196" y="3778908"/>
                  </a:lnTo>
                  <a:lnTo>
                    <a:pt x="1670304" y="3778908"/>
                  </a:lnTo>
                  <a:lnTo>
                    <a:pt x="1670412" y="3778908"/>
                  </a:lnTo>
                  <a:lnTo>
                    <a:pt x="1670521" y="3778908"/>
                  </a:lnTo>
                  <a:lnTo>
                    <a:pt x="1670629" y="3778908"/>
                  </a:lnTo>
                  <a:lnTo>
                    <a:pt x="1670738" y="3778908"/>
                  </a:lnTo>
                  <a:lnTo>
                    <a:pt x="1670846" y="3778908"/>
                  </a:lnTo>
                  <a:lnTo>
                    <a:pt x="1670955" y="3778908"/>
                  </a:lnTo>
                  <a:lnTo>
                    <a:pt x="1671063" y="3778908"/>
                  </a:lnTo>
                  <a:lnTo>
                    <a:pt x="1671172" y="3778908"/>
                  </a:lnTo>
                  <a:lnTo>
                    <a:pt x="1671280" y="3778908"/>
                  </a:lnTo>
                  <a:lnTo>
                    <a:pt x="1671388" y="3778908"/>
                  </a:lnTo>
                  <a:lnTo>
                    <a:pt x="1671497" y="3778908"/>
                  </a:lnTo>
                  <a:lnTo>
                    <a:pt x="1671605" y="3778908"/>
                  </a:lnTo>
                  <a:lnTo>
                    <a:pt x="1671714" y="3778908"/>
                  </a:lnTo>
                  <a:lnTo>
                    <a:pt x="1671822" y="3778908"/>
                  </a:lnTo>
                  <a:lnTo>
                    <a:pt x="1671822" y="3778285"/>
                  </a:lnTo>
                  <a:lnTo>
                    <a:pt x="1671931" y="3778285"/>
                  </a:lnTo>
                  <a:lnTo>
                    <a:pt x="1672039" y="3778285"/>
                  </a:lnTo>
                  <a:lnTo>
                    <a:pt x="1672039" y="3777661"/>
                  </a:lnTo>
                  <a:lnTo>
                    <a:pt x="1672039" y="3777038"/>
                  </a:lnTo>
                  <a:lnTo>
                    <a:pt x="1672148" y="3777038"/>
                  </a:lnTo>
                  <a:lnTo>
                    <a:pt x="1672256" y="3777038"/>
                  </a:lnTo>
                  <a:lnTo>
                    <a:pt x="1672364" y="3777038"/>
                  </a:lnTo>
                  <a:lnTo>
                    <a:pt x="1672473" y="3777038"/>
                  </a:lnTo>
                  <a:lnTo>
                    <a:pt x="1672581" y="3777038"/>
                  </a:lnTo>
                  <a:lnTo>
                    <a:pt x="1672690" y="3777038"/>
                  </a:lnTo>
                  <a:lnTo>
                    <a:pt x="1672798" y="3777038"/>
                  </a:lnTo>
                  <a:lnTo>
                    <a:pt x="1672907" y="3777038"/>
                  </a:lnTo>
                  <a:lnTo>
                    <a:pt x="1673015" y="3777038"/>
                  </a:lnTo>
                  <a:lnTo>
                    <a:pt x="1673124" y="3777038"/>
                  </a:lnTo>
                  <a:lnTo>
                    <a:pt x="1673232" y="3777038"/>
                  </a:lnTo>
                  <a:lnTo>
                    <a:pt x="1673340" y="3777038"/>
                  </a:lnTo>
                  <a:lnTo>
                    <a:pt x="1673449" y="3777038"/>
                  </a:lnTo>
                  <a:lnTo>
                    <a:pt x="1673557" y="3777038"/>
                  </a:lnTo>
                  <a:lnTo>
                    <a:pt x="1673557" y="3776414"/>
                  </a:lnTo>
                  <a:lnTo>
                    <a:pt x="1673557" y="3775790"/>
                  </a:lnTo>
                  <a:lnTo>
                    <a:pt x="1673666" y="3775790"/>
                  </a:lnTo>
                  <a:lnTo>
                    <a:pt x="1673774" y="3775790"/>
                  </a:lnTo>
                  <a:lnTo>
                    <a:pt x="1673883" y="3775790"/>
                  </a:lnTo>
                  <a:lnTo>
                    <a:pt x="1673991" y="3775790"/>
                  </a:lnTo>
                  <a:lnTo>
                    <a:pt x="1674100" y="3775790"/>
                  </a:lnTo>
                  <a:lnTo>
                    <a:pt x="1674208" y="3775790"/>
                  </a:lnTo>
                  <a:lnTo>
                    <a:pt x="1674317" y="3775790"/>
                  </a:lnTo>
                  <a:lnTo>
                    <a:pt x="1674317" y="3775167"/>
                  </a:lnTo>
                  <a:lnTo>
                    <a:pt x="1674425" y="3775167"/>
                  </a:lnTo>
                  <a:lnTo>
                    <a:pt x="1674533" y="3775167"/>
                  </a:lnTo>
                  <a:lnTo>
                    <a:pt x="1674642" y="3775167"/>
                  </a:lnTo>
                  <a:lnTo>
                    <a:pt x="1674750" y="3775167"/>
                  </a:lnTo>
                  <a:lnTo>
                    <a:pt x="1674859" y="3775167"/>
                  </a:lnTo>
                  <a:lnTo>
                    <a:pt x="1674859" y="3774543"/>
                  </a:lnTo>
                  <a:lnTo>
                    <a:pt x="1674967" y="3774543"/>
                  </a:lnTo>
                  <a:lnTo>
                    <a:pt x="1675076" y="3774543"/>
                  </a:lnTo>
                  <a:lnTo>
                    <a:pt x="1675184" y="3774543"/>
                  </a:lnTo>
                  <a:lnTo>
                    <a:pt x="1675293" y="3774543"/>
                  </a:lnTo>
                  <a:lnTo>
                    <a:pt x="1675401" y="3774543"/>
                  </a:lnTo>
                  <a:lnTo>
                    <a:pt x="1675509" y="3774543"/>
                  </a:lnTo>
                  <a:lnTo>
                    <a:pt x="1675618" y="3774543"/>
                  </a:lnTo>
                  <a:lnTo>
                    <a:pt x="1675726" y="3774543"/>
                  </a:lnTo>
                  <a:lnTo>
                    <a:pt x="1675835" y="3774543"/>
                  </a:lnTo>
                  <a:lnTo>
                    <a:pt x="1675943" y="3774543"/>
                  </a:lnTo>
                  <a:lnTo>
                    <a:pt x="1676052" y="3774543"/>
                  </a:lnTo>
                  <a:lnTo>
                    <a:pt x="1676160" y="3774543"/>
                  </a:lnTo>
                  <a:lnTo>
                    <a:pt x="1676269" y="3774543"/>
                  </a:lnTo>
                  <a:lnTo>
                    <a:pt x="1676377" y="3774543"/>
                  </a:lnTo>
                  <a:lnTo>
                    <a:pt x="1676485" y="3774543"/>
                  </a:lnTo>
                  <a:lnTo>
                    <a:pt x="1676594" y="3774543"/>
                  </a:lnTo>
                  <a:lnTo>
                    <a:pt x="1676702" y="3774543"/>
                  </a:lnTo>
                  <a:lnTo>
                    <a:pt x="1676811" y="3774543"/>
                  </a:lnTo>
                  <a:lnTo>
                    <a:pt x="1676919" y="3774543"/>
                  </a:lnTo>
                  <a:lnTo>
                    <a:pt x="1677028" y="3774543"/>
                  </a:lnTo>
                  <a:lnTo>
                    <a:pt x="1677136" y="3774543"/>
                  </a:lnTo>
                  <a:lnTo>
                    <a:pt x="1677245" y="3774543"/>
                  </a:lnTo>
                  <a:lnTo>
                    <a:pt x="1677353" y="3774543"/>
                  </a:lnTo>
                  <a:lnTo>
                    <a:pt x="1677353" y="3773920"/>
                  </a:lnTo>
                  <a:lnTo>
                    <a:pt x="1677461" y="3773920"/>
                  </a:lnTo>
                  <a:lnTo>
                    <a:pt x="1677461" y="3773296"/>
                  </a:lnTo>
                  <a:lnTo>
                    <a:pt x="1677570" y="3773296"/>
                  </a:lnTo>
                  <a:lnTo>
                    <a:pt x="1677678" y="3773296"/>
                  </a:lnTo>
                  <a:lnTo>
                    <a:pt x="1677787" y="3773296"/>
                  </a:lnTo>
                  <a:lnTo>
                    <a:pt x="1677895" y="3773296"/>
                  </a:lnTo>
                  <a:lnTo>
                    <a:pt x="1678004" y="3773296"/>
                  </a:lnTo>
                  <a:lnTo>
                    <a:pt x="1678112" y="3773296"/>
                  </a:lnTo>
                  <a:lnTo>
                    <a:pt x="1678221" y="3773296"/>
                  </a:lnTo>
                  <a:lnTo>
                    <a:pt x="1678329" y="3773296"/>
                  </a:lnTo>
                  <a:lnTo>
                    <a:pt x="1678329" y="3772673"/>
                  </a:lnTo>
                  <a:lnTo>
                    <a:pt x="1678329" y="3772049"/>
                  </a:lnTo>
                  <a:lnTo>
                    <a:pt x="1678437" y="3772049"/>
                  </a:lnTo>
                  <a:lnTo>
                    <a:pt x="1678546" y="3772049"/>
                  </a:lnTo>
                  <a:lnTo>
                    <a:pt x="1678654" y="3772049"/>
                  </a:lnTo>
                  <a:lnTo>
                    <a:pt x="1678763" y="3772049"/>
                  </a:lnTo>
                  <a:lnTo>
                    <a:pt x="1678763" y="3771425"/>
                  </a:lnTo>
                  <a:lnTo>
                    <a:pt x="1678871" y="3771425"/>
                  </a:lnTo>
                  <a:lnTo>
                    <a:pt x="1678871" y="3770802"/>
                  </a:lnTo>
                  <a:lnTo>
                    <a:pt x="1678980" y="3770802"/>
                  </a:lnTo>
                  <a:lnTo>
                    <a:pt x="1678980" y="3770178"/>
                  </a:lnTo>
                  <a:lnTo>
                    <a:pt x="1679088" y="3770178"/>
                  </a:lnTo>
                  <a:lnTo>
                    <a:pt x="1679197" y="3770178"/>
                  </a:lnTo>
                  <a:lnTo>
                    <a:pt x="1679305" y="3770178"/>
                  </a:lnTo>
                  <a:lnTo>
                    <a:pt x="1679414" y="3770178"/>
                  </a:lnTo>
                  <a:lnTo>
                    <a:pt x="1679522" y="3770178"/>
                  </a:lnTo>
                  <a:lnTo>
                    <a:pt x="1679522" y="3769555"/>
                  </a:lnTo>
                  <a:lnTo>
                    <a:pt x="1679630" y="3769555"/>
                  </a:lnTo>
                  <a:lnTo>
                    <a:pt x="1679739" y="3769555"/>
                  </a:lnTo>
                  <a:lnTo>
                    <a:pt x="1679847" y="3769555"/>
                  </a:lnTo>
                  <a:lnTo>
                    <a:pt x="1679956" y="3769555"/>
                  </a:lnTo>
                  <a:lnTo>
                    <a:pt x="1680064" y="3769555"/>
                  </a:lnTo>
                  <a:lnTo>
                    <a:pt x="1680173" y="3769555"/>
                  </a:lnTo>
                  <a:lnTo>
                    <a:pt x="1680281" y="3769555"/>
                  </a:lnTo>
                  <a:lnTo>
                    <a:pt x="1680390" y="3769555"/>
                  </a:lnTo>
                  <a:lnTo>
                    <a:pt x="1680498" y="3769555"/>
                  </a:lnTo>
                  <a:lnTo>
                    <a:pt x="1680606" y="3769555"/>
                  </a:lnTo>
                  <a:lnTo>
                    <a:pt x="1680606" y="3768931"/>
                  </a:lnTo>
                  <a:lnTo>
                    <a:pt x="1680715" y="3768931"/>
                  </a:lnTo>
                  <a:lnTo>
                    <a:pt x="1680823" y="3768931"/>
                  </a:lnTo>
                  <a:lnTo>
                    <a:pt x="1680823" y="3768307"/>
                  </a:lnTo>
                  <a:lnTo>
                    <a:pt x="1680932" y="3768307"/>
                  </a:lnTo>
                  <a:lnTo>
                    <a:pt x="1681040" y="3768307"/>
                  </a:lnTo>
                  <a:lnTo>
                    <a:pt x="1681149" y="3768307"/>
                  </a:lnTo>
                  <a:lnTo>
                    <a:pt x="1681149" y="3767684"/>
                  </a:lnTo>
                  <a:lnTo>
                    <a:pt x="1681149" y="3767060"/>
                  </a:lnTo>
                  <a:lnTo>
                    <a:pt x="1681257" y="3767060"/>
                  </a:lnTo>
                  <a:lnTo>
                    <a:pt x="1681366" y="3767060"/>
                  </a:lnTo>
                  <a:lnTo>
                    <a:pt x="1681474" y="3767060"/>
                  </a:lnTo>
                  <a:lnTo>
                    <a:pt x="1681474" y="3766437"/>
                  </a:lnTo>
                  <a:lnTo>
                    <a:pt x="1681474" y="3765813"/>
                  </a:lnTo>
                  <a:lnTo>
                    <a:pt x="1681582" y="3765813"/>
                  </a:lnTo>
                  <a:lnTo>
                    <a:pt x="1681582" y="3765190"/>
                  </a:lnTo>
                  <a:lnTo>
                    <a:pt x="1681691" y="3765190"/>
                  </a:lnTo>
                  <a:lnTo>
                    <a:pt x="1681799" y="3765190"/>
                  </a:lnTo>
                  <a:lnTo>
                    <a:pt x="1681908" y="3765190"/>
                  </a:lnTo>
                  <a:lnTo>
                    <a:pt x="1681908" y="3764566"/>
                  </a:lnTo>
                  <a:lnTo>
                    <a:pt x="1682016" y="3764566"/>
                  </a:lnTo>
                  <a:lnTo>
                    <a:pt x="1682125" y="3764566"/>
                  </a:lnTo>
                  <a:lnTo>
                    <a:pt x="1682233" y="3764566"/>
                  </a:lnTo>
                  <a:lnTo>
                    <a:pt x="1682342" y="3764566"/>
                  </a:lnTo>
                  <a:lnTo>
                    <a:pt x="1682450" y="3764566"/>
                  </a:lnTo>
                  <a:lnTo>
                    <a:pt x="1682450" y="3763942"/>
                  </a:lnTo>
                  <a:lnTo>
                    <a:pt x="1682558" y="3763942"/>
                  </a:lnTo>
                  <a:lnTo>
                    <a:pt x="1682667" y="3763942"/>
                  </a:lnTo>
                  <a:lnTo>
                    <a:pt x="1682775" y="3763942"/>
                  </a:lnTo>
                  <a:lnTo>
                    <a:pt x="1682884" y="3763942"/>
                  </a:lnTo>
                  <a:lnTo>
                    <a:pt x="1682992" y="3763942"/>
                  </a:lnTo>
                  <a:lnTo>
                    <a:pt x="1683101" y="3763942"/>
                  </a:lnTo>
                  <a:lnTo>
                    <a:pt x="1683209" y="3763942"/>
                  </a:lnTo>
                  <a:lnTo>
                    <a:pt x="1683318" y="3763942"/>
                  </a:lnTo>
                  <a:lnTo>
                    <a:pt x="1683426" y="3763942"/>
                  </a:lnTo>
                  <a:lnTo>
                    <a:pt x="1683535" y="3763942"/>
                  </a:lnTo>
                  <a:lnTo>
                    <a:pt x="1683643" y="3763942"/>
                  </a:lnTo>
                  <a:lnTo>
                    <a:pt x="1683751" y="3763942"/>
                  </a:lnTo>
                  <a:lnTo>
                    <a:pt x="1683751" y="3763319"/>
                  </a:lnTo>
                  <a:lnTo>
                    <a:pt x="1683860" y="3763319"/>
                  </a:lnTo>
                  <a:lnTo>
                    <a:pt x="1683968" y="3763319"/>
                  </a:lnTo>
                  <a:lnTo>
                    <a:pt x="1684077" y="3763319"/>
                  </a:lnTo>
                  <a:lnTo>
                    <a:pt x="1684185" y="3763319"/>
                  </a:lnTo>
                  <a:lnTo>
                    <a:pt x="1684294" y="3763319"/>
                  </a:lnTo>
                  <a:lnTo>
                    <a:pt x="1684402" y="3763319"/>
                  </a:lnTo>
                  <a:lnTo>
                    <a:pt x="1684511" y="3763319"/>
                  </a:lnTo>
                  <a:lnTo>
                    <a:pt x="1684619" y="3763319"/>
                  </a:lnTo>
                  <a:lnTo>
                    <a:pt x="1684727" y="3763319"/>
                  </a:lnTo>
                  <a:lnTo>
                    <a:pt x="1684836" y="3763319"/>
                  </a:lnTo>
                  <a:lnTo>
                    <a:pt x="1684944" y="3763319"/>
                  </a:lnTo>
                  <a:lnTo>
                    <a:pt x="1685053" y="3763319"/>
                  </a:lnTo>
                  <a:lnTo>
                    <a:pt x="1685161" y="3763319"/>
                  </a:lnTo>
                  <a:lnTo>
                    <a:pt x="1685270" y="3763319"/>
                  </a:lnTo>
                  <a:lnTo>
                    <a:pt x="1685378" y="3763319"/>
                  </a:lnTo>
                  <a:lnTo>
                    <a:pt x="1685487" y="3763319"/>
                  </a:lnTo>
                  <a:lnTo>
                    <a:pt x="1685595" y="3763319"/>
                  </a:lnTo>
                  <a:lnTo>
                    <a:pt x="1685595" y="3762695"/>
                  </a:lnTo>
                  <a:lnTo>
                    <a:pt x="1685703" y="3762695"/>
                  </a:lnTo>
                  <a:lnTo>
                    <a:pt x="1685812" y="3762695"/>
                  </a:lnTo>
                  <a:lnTo>
                    <a:pt x="1685812" y="3762072"/>
                  </a:lnTo>
                  <a:lnTo>
                    <a:pt x="1685920" y="3762072"/>
                  </a:lnTo>
                  <a:lnTo>
                    <a:pt x="1686029" y="3762072"/>
                  </a:lnTo>
                  <a:lnTo>
                    <a:pt x="1686137" y="3762072"/>
                  </a:lnTo>
                  <a:lnTo>
                    <a:pt x="1686246" y="3762072"/>
                  </a:lnTo>
                  <a:lnTo>
                    <a:pt x="1686246" y="3761448"/>
                  </a:lnTo>
                  <a:lnTo>
                    <a:pt x="1686354" y="3761448"/>
                  </a:lnTo>
                  <a:lnTo>
                    <a:pt x="1686463" y="3761448"/>
                  </a:lnTo>
                  <a:lnTo>
                    <a:pt x="1686571" y="3761448"/>
                  </a:lnTo>
                  <a:lnTo>
                    <a:pt x="1686679" y="3761448"/>
                  </a:lnTo>
                  <a:lnTo>
                    <a:pt x="1686788" y="3761448"/>
                  </a:lnTo>
                  <a:lnTo>
                    <a:pt x="1686788" y="3760824"/>
                  </a:lnTo>
                  <a:lnTo>
                    <a:pt x="1686896" y="3760824"/>
                  </a:lnTo>
                  <a:lnTo>
                    <a:pt x="1687005" y="3760824"/>
                  </a:lnTo>
                  <a:lnTo>
                    <a:pt x="1687113" y="3760824"/>
                  </a:lnTo>
                  <a:lnTo>
                    <a:pt x="1687222" y="3760824"/>
                  </a:lnTo>
                  <a:lnTo>
                    <a:pt x="1687330" y="3760824"/>
                  </a:lnTo>
                  <a:lnTo>
                    <a:pt x="1687439" y="3760824"/>
                  </a:lnTo>
                  <a:lnTo>
                    <a:pt x="1687547" y="3760824"/>
                  </a:lnTo>
                  <a:lnTo>
                    <a:pt x="1687656" y="3760824"/>
                  </a:lnTo>
                  <a:lnTo>
                    <a:pt x="1687656" y="3760201"/>
                  </a:lnTo>
                  <a:lnTo>
                    <a:pt x="1687764" y="3760201"/>
                  </a:lnTo>
                  <a:lnTo>
                    <a:pt x="1687764" y="3759577"/>
                  </a:lnTo>
                  <a:lnTo>
                    <a:pt x="1687872" y="3759577"/>
                  </a:lnTo>
                  <a:lnTo>
                    <a:pt x="1687981" y="3759577"/>
                  </a:lnTo>
                  <a:lnTo>
                    <a:pt x="1688089" y="3759577"/>
                  </a:lnTo>
                  <a:lnTo>
                    <a:pt x="1688089" y="3758954"/>
                  </a:lnTo>
                  <a:lnTo>
                    <a:pt x="1688198" y="3758954"/>
                  </a:lnTo>
                  <a:lnTo>
                    <a:pt x="1688306" y="3758954"/>
                  </a:lnTo>
                  <a:lnTo>
                    <a:pt x="1688415" y="3758954"/>
                  </a:lnTo>
                  <a:lnTo>
                    <a:pt x="1688523" y="3758954"/>
                  </a:lnTo>
                  <a:lnTo>
                    <a:pt x="1688632" y="3758954"/>
                  </a:lnTo>
                  <a:lnTo>
                    <a:pt x="1688632" y="3758330"/>
                  </a:lnTo>
                  <a:lnTo>
                    <a:pt x="1688740" y="3758330"/>
                  </a:lnTo>
                  <a:lnTo>
                    <a:pt x="1688740" y="3757707"/>
                  </a:lnTo>
                  <a:lnTo>
                    <a:pt x="1688848" y="3757707"/>
                  </a:lnTo>
                  <a:lnTo>
                    <a:pt x="1688957" y="3757707"/>
                  </a:lnTo>
                  <a:lnTo>
                    <a:pt x="1689065" y="3757707"/>
                  </a:lnTo>
                  <a:lnTo>
                    <a:pt x="1689065" y="3757083"/>
                  </a:lnTo>
                  <a:lnTo>
                    <a:pt x="1689174" y="3757083"/>
                  </a:lnTo>
                  <a:lnTo>
                    <a:pt x="1689174" y="3756459"/>
                  </a:lnTo>
                  <a:lnTo>
                    <a:pt x="1689282" y="3756459"/>
                  </a:lnTo>
                  <a:lnTo>
                    <a:pt x="1689391" y="3756459"/>
                  </a:lnTo>
                  <a:lnTo>
                    <a:pt x="1689499" y="3756459"/>
                  </a:lnTo>
                  <a:lnTo>
                    <a:pt x="1689499" y="3755836"/>
                  </a:lnTo>
                  <a:lnTo>
                    <a:pt x="1689608" y="3755836"/>
                  </a:lnTo>
                  <a:lnTo>
                    <a:pt x="1689716" y="3755836"/>
                  </a:lnTo>
                  <a:lnTo>
                    <a:pt x="1689716" y="3755212"/>
                  </a:lnTo>
                  <a:lnTo>
                    <a:pt x="1689716" y="3754589"/>
                  </a:lnTo>
                  <a:lnTo>
                    <a:pt x="1689824" y="3754589"/>
                  </a:lnTo>
                  <a:lnTo>
                    <a:pt x="1689933" y="3754589"/>
                  </a:lnTo>
                  <a:lnTo>
                    <a:pt x="1689933" y="3753965"/>
                  </a:lnTo>
                  <a:lnTo>
                    <a:pt x="1690041" y="3753965"/>
                  </a:lnTo>
                  <a:lnTo>
                    <a:pt x="1690150" y="3753965"/>
                  </a:lnTo>
                  <a:lnTo>
                    <a:pt x="1690258" y="3753965"/>
                  </a:lnTo>
                  <a:lnTo>
                    <a:pt x="1690367" y="3753965"/>
                  </a:lnTo>
                  <a:lnTo>
                    <a:pt x="1690475" y="3753965"/>
                  </a:lnTo>
                  <a:lnTo>
                    <a:pt x="1690475" y="3753341"/>
                  </a:lnTo>
                  <a:lnTo>
                    <a:pt x="1690584" y="3753341"/>
                  </a:lnTo>
                  <a:lnTo>
                    <a:pt x="1690692" y="3753341"/>
                  </a:lnTo>
                  <a:lnTo>
                    <a:pt x="1690800" y="3753341"/>
                  </a:lnTo>
                  <a:lnTo>
                    <a:pt x="1690909" y="3753341"/>
                  </a:lnTo>
                  <a:lnTo>
                    <a:pt x="1690909" y="3752718"/>
                  </a:lnTo>
                  <a:lnTo>
                    <a:pt x="1690909" y="3752094"/>
                  </a:lnTo>
                  <a:lnTo>
                    <a:pt x="1691017" y="3752094"/>
                  </a:lnTo>
                  <a:lnTo>
                    <a:pt x="1691126" y="3752094"/>
                  </a:lnTo>
                  <a:lnTo>
                    <a:pt x="1691234" y="3752094"/>
                  </a:lnTo>
                  <a:lnTo>
                    <a:pt x="1691343" y="3752094"/>
                  </a:lnTo>
                  <a:lnTo>
                    <a:pt x="1691451" y="3752094"/>
                  </a:lnTo>
                  <a:lnTo>
                    <a:pt x="1691451" y="3751471"/>
                  </a:lnTo>
                  <a:lnTo>
                    <a:pt x="1691560" y="3751471"/>
                  </a:lnTo>
                  <a:lnTo>
                    <a:pt x="1691668" y="3751471"/>
                  </a:lnTo>
                  <a:lnTo>
                    <a:pt x="1691668" y="3750847"/>
                  </a:lnTo>
                  <a:lnTo>
                    <a:pt x="1691777" y="3750847"/>
                  </a:lnTo>
                  <a:lnTo>
                    <a:pt x="1691885" y="3750847"/>
                  </a:lnTo>
                  <a:lnTo>
                    <a:pt x="1691993" y="3750847"/>
                  </a:lnTo>
                  <a:lnTo>
                    <a:pt x="1691993" y="3750224"/>
                  </a:lnTo>
                  <a:lnTo>
                    <a:pt x="1692102" y="3750224"/>
                  </a:lnTo>
                  <a:lnTo>
                    <a:pt x="1692102" y="3749600"/>
                  </a:lnTo>
                  <a:lnTo>
                    <a:pt x="1692210" y="3749600"/>
                  </a:lnTo>
                  <a:lnTo>
                    <a:pt x="1692319" y="3749600"/>
                  </a:lnTo>
                  <a:lnTo>
                    <a:pt x="1692427" y="3749600"/>
                  </a:lnTo>
                  <a:lnTo>
                    <a:pt x="1692536" y="3749600"/>
                  </a:lnTo>
                  <a:lnTo>
                    <a:pt x="1692644" y="3749600"/>
                  </a:lnTo>
                  <a:lnTo>
                    <a:pt x="1692753" y="3749600"/>
                  </a:lnTo>
                  <a:lnTo>
                    <a:pt x="1692861" y="3749600"/>
                  </a:lnTo>
                  <a:lnTo>
                    <a:pt x="1692861" y="3748976"/>
                  </a:lnTo>
                  <a:lnTo>
                    <a:pt x="1692861" y="3748353"/>
                  </a:lnTo>
                  <a:lnTo>
                    <a:pt x="1692969" y="3748353"/>
                  </a:lnTo>
                  <a:lnTo>
                    <a:pt x="1693078" y="3748353"/>
                  </a:lnTo>
                  <a:lnTo>
                    <a:pt x="1693186" y="3748353"/>
                  </a:lnTo>
                  <a:lnTo>
                    <a:pt x="1693186" y="3747729"/>
                  </a:lnTo>
                  <a:lnTo>
                    <a:pt x="1693295" y="3747729"/>
                  </a:lnTo>
                  <a:lnTo>
                    <a:pt x="1693403" y="3747729"/>
                  </a:lnTo>
                  <a:lnTo>
                    <a:pt x="1693512" y="3747729"/>
                  </a:lnTo>
                  <a:lnTo>
                    <a:pt x="1693512" y="3747106"/>
                  </a:lnTo>
                  <a:lnTo>
                    <a:pt x="1693620" y="3747106"/>
                  </a:lnTo>
                  <a:lnTo>
                    <a:pt x="1693620" y="3746482"/>
                  </a:lnTo>
                  <a:lnTo>
                    <a:pt x="1693620" y="3745858"/>
                  </a:lnTo>
                  <a:lnTo>
                    <a:pt x="1693729" y="3745858"/>
                  </a:lnTo>
                  <a:lnTo>
                    <a:pt x="1693837" y="3745858"/>
                  </a:lnTo>
                  <a:lnTo>
                    <a:pt x="1693945" y="3745858"/>
                  </a:lnTo>
                  <a:lnTo>
                    <a:pt x="1694054" y="3745858"/>
                  </a:lnTo>
                  <a:lnTo>
                    <a:pt x="1694054" y="3745235"/>
                  </a:lnTo>
                  <a:lnTo>
                    <a:pt x="1694054" y="3744611"/>
                  </a:lnTo>
                  <a:lnTo>
                    <a:pt x="1694054" y="3743988"/>
                  </a:lnTo>
                  <a:lnTo>
                    <a:pt x="1694162" y="3743988"/>
                  </a:lnTo>
                  <a:lnTo>
                    <a:pt x="1694271" y="3743988"/>
                  </a:lnTo>
                  <a:lnTo>
                    <a:pt x="1694379" y="3743988"/>
                  </a:lnTo>
                  <a:lnTo>
                    <a:pt x="1694488" y="3743988"/>
                  </a:lnTo>
                  <a:lnTo>
                    <a:pt x="1694596" y="3743988"/>
                  </a:lnTo>
                  <a:lnTo>
                    <a:pt x="1694705" y="3743988"/>
                  </a:lnTo>
                  <a:lnTo>
                    <a:pt x="1694813" y="3743988"/>
                  </a:lnTo>
                  <a:lnTo>
                    <a:pt x="1694921" y="3743988"/>
                  </a:lnTo>
                  <a:lnTo>
                    <a:pt x="1695030" y="3743988"/>
                  </a:lnTo>
                  <a:lnTo>
                    <a:pt x="1695138" y="3743988"/>
                  </a:lnTo>
                  <a:lnTo>
                    <a:pt x="1695247" y="3743988"/>
                  </a:lnTo>
                  <a:lnTo>
                    <a:pt x="1695355" y="3743988"/>
                  </a:lnTo>
                  <a:lnTo>
                    <a:pt x="1695464" y="3743988"/>
                  </a:lnTo>
                  <a:lnTo>
                    <a:pt x="1695572" y="3743988"/>
                  </a:lnTo>
                  <a:lnTo>
                    <a:pt x="1695681" y="3743988"/>
                  </a:lnTo>
                  <a:lnTo>
                    <a:pt x="1695789" y="3743988"/>
                  </a:lnTo>
                  <a:lnTo>
                    <a:pt x="1695898" y="3743988"/>
                  </a:lnTo>
                  <a:lnTo>
                    <a:pt x="1695898" y="3743364"/>
                  </a:lnTo>
                  <a:lnTo>
                    <a:pt x="1696006" y="3743364"/>
                  </a:lnTo>
                  <a:lnTo>
                    <a:pt x="1696114" y="3743364"/>
                  </a:lnTo>
                  <a:lnTo>
                    <a:pt x="1696223" y="3743364"/>
                  </a:lnTo>
                  <a:lnTo>
                    <a:pt x="1696331" y="3743364"/>
                  </a:lnTo>
                  <a:lnTo>
                    <a:pt x="1696440" y="3743364"/>
                  </a:lnTo>
                  <a:lnTo>
                    <a:pt x="1696440" y="3742741"/>
                  </a:lnTo>
                  <a:lnTo>
                    <a:pt x="1696548" y="3742741"/>
                  </a:lnTo>
                  <a:lnTo>
                    <a:pt x="1696657" y="3742741"/>
                  </a:lnTo>
                  <a:lnTo>
                    <a:pt x="1696765" y="3742741"/>
                  </a:lnTo>
                  <a:lnTo>
                    <a:pt x="1696765" y="3742117"/>
                  </a:lnTo>
                  <a:lnTo>
                    <a:pt x="1696874" y="3742117"/>
                  </a:lnTo>
                  <a:lnTo>
                    <a:pt x="1696982" y="3742117"/>
                  </a:lnTo>
                  <a:lnTo>
                    <a:pt x="1697090" y="3742117"/>
                  </a:lnTo>
                  <a:lnTo>
                    <a:pt x="1697199" y="3742117"/>
                  </a:lnTo>
                  <a:lnTo>
                    <a:pt x="1697307" y="3742117"/>
                  </a:lnTo>
                  <a:lnTo>
                    <a:pt x="1697416" y="3742117"/>
                  </a:lnTo>
                  <a:lnTo>
                    <a:pt x="1697524" y="3742117"/>
                  </a:lnTo>
                  <a:lnTo>
                    <a:pt x="1697633" y="3742117"/>
                  </a:lnTo>
                  <a:lnTo>
                    <a:pt x="1697741" y="3742117"/>
                  </a:lnTo>
                  <a:lnTo>
                    <a:pt x="1697850" y="3742117"/>
                  </a:lnTo>
                  <a:lnTo>
                    <a:pt x="1697958" y="3742117"/>
                  </a:lnTo>
                  <a:lnTo>
                    <a:pt x="1698066" y="3742117"/>
                  </a:lnTo>
                  <a:lnTo>
                    <a:pt x="1698175" y="3742117"/>
                  </a:lnTo>
                  <a:lnTo>
                    <a:pt x="1698283" y="3742117"/>
                  </a:lnTo>
                  <a:lnTo>
                    <a:pt x="1698392" y="3742117"/>
                  </a:lnTo>
                  <a:lnTo>
                    <a:pt x="1698500" y="3742117"/>
                  </a:lnTo>
                  <a:lnTo>
                    <a:pt x="1698609" y="3742117"/>
                  </a:lnTo>
                  <a:lnTo>
                    <a:pt x="1698717" y="3742117"/>
                  </a:lnTo>
                  <a:lnTo>
                    <a:pt x="1698826" y="3742117"/>
                  </a:lnTo>
                  <a:lnTo>
                    <a:pt x="1698934" y="3742117"/>
                  </a:lnTo>
                  <a:lnTo>
                    <a:pt x="1699042" y="3742117"/>
                  </a:lnTo>
                  <a:lnTo>
                    <a:pt x="1699151" y="3742117"/>
                  </a:lnTo>
                  <a:lnTo>
                    <a:pt x="1699259" y="3742117"/>
                  </a:lnTo>
                  <a:lnTo>
                    <a:pt x="1699368" y="3742117"/>
                  </a:lnTo>
                  <a:lnTo>
                    <a:pt x="1699476" y="3742117"/>
                  </a:lnTo>
                  <a:lnTo>
                    <a:pt x="1699476" y="3741493"/>
                  </a:lnTo>
                  <a:lnTo>
                    <a:pt x="1699585" y="3741493"/>
                  </a:lnTo>
                  <a:lnTo>
                    <a:pt x="1699693" y="3741493"/>
                  </a:lnTo>
                  <a:lnTo>
                    <a:pt x="1699802" y="3741493"/>
                  </a:lnTo>
                  <a:lnTo>
                    <a:pt x="1699910" y="3741493"/>
                  </a:lnTo>
                  <a:lnTo>
                    <a:pt x="1700018" y="3741493"/>
                  </a:lnTo>
                  <a:lnTo>
                    <a:pt x="1700127" y="3741493"/>
                  </a:lnTo>
                  <a:lnTo>
                    <a:pt x="1700127" y="3740870"/>
                  </a:lnTo>
                  <a:lnTo>
                    <a:pt x="1700235" y="3740870"/>
                  </a:lnTo>
                  <a:lnTo>
                    <a:pt x="1700344" y="3740870"/>
                  </a:lnTo>
                  <a:lnTo>
                    <a:pt x="1700452" y="3740870"/>
                  </a:lnTo>
                  <a:lnTo>
                    <a:pt x="1700452" y="3740246"/>
                  </a:lnTo>
                  <a:lnTo>
                    <a:pt x="1700561" y="3740246"/>
                  </a:lnTo>
                  <a:lnTo>
                    <a:pt x="1700669" y="3740246"/>
                  </a:lnTo>
                  <a:lnTo>
                    <a:pt x="1700669" y="3739623"/>
                  </a:lnTo>
                  <a:lnTo>
                    <a:pt x="1700669" y="3738999"/>
                  </a:lnTo>
                  <a:lnTo>
                    <a:pt x="1700669" y="3738376"/>
                  </a:lnTo>
                  <a:lnTo>
                    <a:pt x="1700778" y="3738376"/>
                  </a:lnTo>
                  <a:lnTo>
                    <a:pt x="1700886" y="3738376"/>
                  </a:lnTo>
                  <a:lnTo>
                    <a:pt x="1700995" y="3738376"/>
                  </a:lnTo>
                  <a:lnTo>
                    <a:pt x="1701103" y="3738376"/>
                  </a:lnTo>
                  <a:lnTo>
                    <a:pt x="1701211" y="3738376"/>
                  </a:lnTo>
                  <a:lnTo>
                    <a:pt x="1701320" y="3738376"/>
                  </a:lnTo>
                  <a:lnTo>
                    <a:pt x="1701428" y="3738376"/>
                  </a:lnTo>
                  <a:lnTo>
                    <a:pt x="1701537" y="3738376"/>
                  </a:lnTo>
                  <a:lnTo>
                    <a:pt x="1701537" y="3737752"/>
                  </a:lnTo>
                  <a:lnTo>
                    <a:pt x="1701645" y="3737752"/>
                  </a:lnTo>
                  <a:lnTo>
                    <a:pt x="1701645" y="3737128"/>
                  </a:lnTo>
                  <a:lnTo>
                    <a:pt x="1701754" y="3737128"/>
                  </a:lnTo>
                  <a:lnTo>
                    <a:pt x="1701862" y="3737128"/>
                  </a:lnTo>
                  <a:lnTo>
                    <a:pt x="1701971" y="3737128"/>
                  </a:lnTo>
                  <a:lnTo>
                    <a:pt x="1702079" y="3737128"/>
                  </a:lnTo>
                  <a:lnTo>
                    <a:pt x="1702079" y="3736505"/>
                  </a:lnTo>
                  <a:lnTo>
                    <a:pt x="1702187" y="3736505"/>
                  </a:lnTo>
                  <a:lnTo>
                    <a:pt x="1702187" y="3735881"/>
                  </a:lnTo>
                  <a:lnTo>
                    <a:pt x="1702187" y="3735258"/>
                  </a:lnTo>
                  <a:lnTo>
                    <a:pt x="1702187" y="3734634"/>
                  </a:lnTo>
                  <a:lnTo>
                    <a:pt x="1702296" y="3734634"/>
                  </a:lnTo>
                  <a:lnTo>
                    <a:pt x="1702296" y="3734010"/>
                  </a:lnTo>
                  <a:lnTo>
                    <a:pt x="1702404" y="3734010"/>
                  </a:lnTo>
                  <a:lnTo>
                    <a:pt x="1702513" y="3734010"/>
                  </a:lnTo>
                  <a:lnTo>
                    <a:pt x="1702621" y="3734010"/>
                  </a:lnTo>
                  <a:lnTo>
                    <a:pt x="1702730" y="3734010"/>
                  </a:lnTo>
                  <a:lnTo>
                    <a:pt x="1702730" y="3733387"/>
                  </a:lnTo>
                  <a:lnTo>
                    <a:pt x="1702838" y="3733387"/>
                  </a:lnTo>
                  <a:lnTo>
                    <a:pt x="1702947" y="3733387"/>
                  </a:lnTo>
                  <a:lnTo>
                    <a:pt x="1703055" y="3733387"/>
                  </a:lnTo>
                  <a:lnTo>
                    <a:pt x="1703163" y="3733387"/>
                  </a:lnTo>
                  <a:lnTo>
                    <a:pt x="1703163" y="3732763"/>
                  </a:lnTo>
                  <a:lnTo>
                    <a:pt x="1703272" y="3732763"/>
                  </a:lnTo>
                  <a:lnTo>
                    <a:pt x="1703380" y="3732763"/>
                  </a:lnTo>
                  <a:lnTo>
                    <a:pt x="1703489" y="3732763"/>
                  </a:lnTo>
                  <a:lnTo>
                    <a:pt x="1703489" y="3732140"/>
                  </a:lnTo>
                  <a:lnTo>
                    <a:pt x="1703597" y="3732140"/>
                  </a:lnTo>
                  <a:lnTo>
                    <a:pt x="1703597" y="3731516"/>
                  </a:lnTo>
                  <a:lnTo>
                    <a:pt x="1703597" y="3730893"/>
                  </a:lnTo>
                  <a:lnTo>
                    <a:pt x="1703597" y="3730269"/>
                  </a:lnTo>
                  <a:lnTo>
                    <a:pt x="1703706" y="3730269"/>
                  </a:lnTo>
                  <a:lnTo>
                    <a:pt x="1703706" y="3729645"/>
                  </a:lnTo>
                  <a:lnTo>
                    <a:pt x="1703814" y="3729645"/>
                  </a:lnTo>
                  <a:lnTo>
                    <a:pt x="1703923" y="3729645"/>
                  </a:lnTo>
                  <a:lnTo>
                    <a:pt x="1704031" y="3729645"/>
                  </a:lnTo>
                  <a:lnTo>
                    <a:pt x="1704031" y="3729022"/>
                  </a:lnTo>
                  <a:lnTo>
                    <a:pt x="1704031" y="3728398"/>
                  </a:lnTo>
                  <a:lnTo>
                    <a:pt x="1704139" y="3728398"/>
                  </a:lnTo>
                  <a:lnTo>
                    <a:pt x="1704248" y="3728398"/>
                  </a:lnTo>
                  <a:lnTo>
                    <a:pt x="1704356" y="3728398"/>
                  </a:lnTo>
                  <a:lnTo>
                    <a:pt x="1704465" y="3728398"/>
                  </a:lnTo>
                  <a:lnTo>
                    <a:pt x="1704573" y="3728398"/>
                  </a:lnTo>
                  <a:lnTo>
                    <a:pt x="1704573" y="3727775"/>
                  </a:lnTo>
                  <a:lnTo>
                    <a:pt x="1704682" y="3727775"/>
                  </a:lnTo>
                  <a:lnTo>
                    <a:pt x="1704790" y="3727775"/>
                  </a:lnTo>
                  <a:lnTo>
                    <a:pt x="1704899" y="3727775"/>
                  </a:lnTo>
                  <a:lnTo>
                    <a:pt x="1705007" y="3727775"/>
                  </a:lnTo>
                  <a:lnTo>
                    <a:pt x="1705116" y="3727775"/>
                  </a:lnTo>
                  <a:lnTo>
                    <a:pt x="1705224" y="3727775"/>
                  </a:lnTo>
                  <a:lnTo>
                    <a:pt x="1705332" y="3727775"/>
                  </a:lnTo>
                  <a:lnTo>
                    <a:pt x="1705441" y="3727775"/>
                  </a:lnTo>
                  <a:lnTo>
                    <a:pt x="1705549" y="3727775"/>
                  </a:lnTo>
                  <a:lnTo>
                    <a:pt x="1705658" y="3727775"/>
                  </a:lnTo>
                  <a:lnTo>
                    <a:pt x="1705658" y="3727151"/>
                  </a:lnTo>
                  <a:lnTo>
                    <a:pt x="1705766" y="3727151"/>
                  </a:lnTo>
                  <a:lnTo>
                    <a:pt x="1705875" y="3727151"/>
                  </a:lnTo>
                  <a:lnTo>
                    <a:pt x="1705983" y="3727151"/>
                  </a:lnTo>
                  <a:lnTo>
                    <a:pt x="1706092" y="3727151"/>
                  </a:lnTo>
                  <a:lnTo>
                    <a:pt x="1706200" y="3727151"/>
                  </a:lnTo>
                  <a:lnTo>
                    <a:pt x="1706308" y="3727151"/>
                  </a:lnTo>
                  <a:lnTo>
                    <a:pt x="1706417" y="3727151"/>
                  </a:lnTo>
                  <a:lnTo>
                    <a:pt x="1706525" y="3727151"/>
                  </a:lnTo>
                  <a:lnTo>
                    <a:pt x="1706634" y="3727151"/>
                  </a:lnTo>
                  <a:lnTo>
                    <a:pt x="1706742" y="3727151"/>
                  </a:lnTo>
                  <a:lnTo>
                    <a:pt x="1706742" y="3726527"/>
                  </a:lnTo>
                  <a:lnTo>
                    <a:pt x="1706851" y="3726527"/>
                  </a:lnTo>
                  <a:lnTo>
                    <a:pt x="1706959" y="3726527"/>
                  </a:lnTo>
                  <a:lnTo>
                    <a:pt x="1707068" y="3726527"/>
                  </a:lnTo>
                  <a:lnTo>
                    <a:pt x="1707176" y="3726527"/>
                  </a:lnTo>
                  <a:lnTo>
                    <a:pt x="1707284" y="3726527"/>
                  </a:lnTo>
                  <a:lnTo>
                    <a:pt x="1707393" y="3726527"/>
                  </a:lnTo>
                  <a:lnTo>
                    <a:pt x="1707393" y="3725904"/>
                  </a:lnTo>
                  <a:lnTo>
                    <a:pt x="1707501" y="3725904"/>
                  </a:lnTo>
                  <a:lnTo>
                    <a:pt x="1707610" y="3725904"/>
                  </a:lnTo>
                  <a:lnTo>
                    <a:pt x="1707718" y="3725904"/>
                  </a:lnTo>
                  <a:lnTo>
                    <a:pt x="1707827" y="3725904"/>
                  </a:lnTo>
                  <a:lnTo>
                    <a:pt x="1707827" y="3725280"/>
                  </a:lnTo>
                  <a:lnTo>
                    <a:pt x="1707935" y="3725280"/>
                  </a:lnTo>
                  <a:lnTo>
                    <a:pt x="1708044" y="3725280"/>
                  </a:lnTo>
                  <a:lnTo>
                    <a:pt x="1708152" y="3725280"/>
                  </a:lnTo>
                  <a:lnTo>
                    <a:pt x="1708260" y="3725280"/>
                  </a:lnTo>
                  <a:lnTo>
                    <a:pt x="1708369" y="3725280"/>
                  </a:lnTo>
                  <a:lnTo>
                    <a:pt x="1708477" y="3725280"/>
                  </a:lnTo>
                  <a:lnTo>
                    <a:pt x="1708586" y="3725280"/>
                  </a:lnTo>
                  <a:lnTo>
                    <a:pt x="1708694" y="3725280"/>
                  </a:lnTo>
                  <a:lnTo>
                    <a:pt x="1708803" y="3725280"/>
                  </a:lnTo>
                  <a:lnTo>
                    <a:pt x="1708911" y="3725280"/>
                  </a:lnTo>
                  <a:lnTo>
                    <a:pt x="1709020" y="3725280"/>
                  </a:lnTo>
                  <a:lnTo>
                    <a:pt x="1709128" y="3725280"/>
                  </a:lnTo>
                  <a:lnTo>
                    <a:pt x="1709237" y="3725280"/>
                  </a:lnTo>
                  <a:lnTo>
                    <a:pt x="1709345" y="3725280"/>
                  </a:lnTo>
                  <a:lnTo>
                    <a:pt x="1709453" y="3725280"/>
                  </a:lnTo>
                  <a:lnTo>
                    <a:pt x="1709453" y="3724657"/>
                  </a:lnTo>
                  <a:lnTo>
                    <a:pt x="1709562" y="3724657"/>
                  </a:lnTo>
                  <a:lnTo>
                    <a:pt x="1709670" y="3724657"/>
                  </a:lnTo>
                  <a:lnTo>
                    <a:pt x="1709670" y="3724033"/>
                  </a:lnTo>
                  <a:lnTo>
                    <a:pt x="1709779" y="3724033"/>
                  </a:lnTo>
                  <a:lnTo>
                    <a:pt x="1709887" y="3724033"/>
                  </a:lnTo>
                  <a:lnTo>
                    <a:pt x="1709996" y="3724033"/>
                  </a:lnTo>
                  <a:lnTo>
                    <a:pt x="1709996" y="3723410"/>
                  </a:lnTo>
                  <a:lnTo>
                    <a:pt x="1710104" y="3723410"/>
                  </a:lnTo>
                  <a:lnTo>
                    <a:pt x="1710213" y="3723410"/>
                  </a:lnTo>
                  <a:lnTo>
                    <a:pt x="1710321" y="3723410"/>
                  </a:lnTo>
                  <a:lnTo>
                    <a:pt x="1710429" y="3723410"/>
                  </a:lnTo>
                  <a:lnTo>
                    <a:pt x="1710538" y="3723410"/>
                  </a:lnTo>
                  <a:lnTo>
                    <a:pt x="1710646" y="3723410"/>
                  </a:lnTo>
                  <a:lnTo>
                    <a:pt x="1710755" y="3723410"/>
                  </a:lnTo>
                  <a:lnTo>
                    <a:pt x="1710863" y="3723410"/>
                  </a:lnTo>
                  <a:lnTo>
                    <a:pt x="1710972" y="3723410"/>
                  </a:lnTo>
                  <a:lnTo>
                    <a:pt x="1711080" y="3723410"/>
                  </a:lnTo>
                  <a:lnTo>
                    <a:pt x="1711189" y="3723410"/>
                  </a:lnTo>
                  <a:lnTo>
                    <a:pt x="1711297" y="3723410"/>
                  </a:lnTo>
                  <a:lnTo>
                    <a:pt x="1711405" y="3723410"/>
                  </a:lnTo>
                  <a:lnTo>
                    <a:pt x="1711514" y="3723410"/>
                  </a:lnTo>
                  <a:lnTo>
                    <a:pt x="1711622" y="3723410"/>
                  </a:lnTo>
                  <a:lnTo>
                    <a:pt x="1711731" y="3723410"/>
                  </a:lnTo>
                  <a:lnTo>
                    <a:pt x="1711839" y="3723410"/>
                  </a:lnTo>
                  <a:lnTo>
                    <a:pt x="1711948" y="3723410"/>
                  </a:lnTo>
                  <a:lnTo>
                    <a:pt x="1712056" y="3723410"/>
                  </a:lnTo>
                  <a:lnTo>
                    <a:pt x="1712165" y="3723410"/>
                  </a:lnTo>
                  <a:lnTo>
                    <a:pt x="1712273" y="3723410"/>
                  </a:lnTo>
                  <a:lnTo>
                    <a:pt x="1712273" y="3722786"/>
                  </a:lnTo>
                  <a:lnTo>
                    <a:pt x="1712273" y="3722162"/>
                  </a:lnTo>
                  <a:lnTo>
                    <a:pt x="1712273" y="3721539"/>
                  </a:lnTo>
                  <a:lnTo>
                    <a:pt x="1712381" y="3721539"/>
                  </a:lnTo>
                  <a:lnTo>
                    <a:pt x="1712490" y="3721539"/>
                  </a:lnTo>
                  <a:lnTo>
                    <a:pt x="1712490" y="3720915"/>
                  </a:lnTo>
                  <a:lnTo>
                    <a:pt x="1712490" y="3720292"/>
                  </a:lnTo>
                  <a:lnTo>
                    <a:pt x="1712598" y="3720292"/>
                  </a:lnTo>
                  <a:lnTo>
                    <a:pt x="1712707" y="3720292"/>
                  </a:lnTo>
                  <a:lnTo>
                    <a:pt x="1712815" y="3720292"/>
                  </a:lnTo>
                  <a:lnTo>
                    <a:pt x="1712815" y="3719668"/>
                  </a:lnTo>
                  <a:lnTo>
                    <a:pt x="1712924" y="3719668"/>
                  </a:lnTo>
                  <a:lnTo>
                    <a:pt x="1713032" y="3719668"/>
                  </a:lnTo>
                  <a:lnTo>
                    <a:pt x="1713141" y="3719668"/>
                  </a:lnTo>
                  <a:lnTo>
                    <a:pt x="1713249" y="3719668"/>
                  </a:lnTo>
                  <a:lnTo>
                    <a:pt x="1713249" y="3719044"/>
                  </a:lnTo>
                  <a:lnTo>
                    <a:pt x="1713358" y="3719044"/>
                  </a:lnTo>
                  <a:lnTo>
                    <a:pt x="1713466" y="3719044"/>
                  </a:lnTo>
                  <a:lnTo>
                    <a:pt x="1713574" y="3719044"/>
                  </a:lnTo>
                  <a:lnTo>
                    <a:pt x="1713683" y="3719044"/>
                  </a:lnTo>
                  <a:lnTo>
                    <a:pt x="1713791" y="3719044"/>
                  </a:lnTo>
                  <a:lnTo>
                    <a:pt x="1713791" y="3718421"/>
                  </a:lnTo>
                  <a:lnTo>
                    <a:pt x="1713791" y="3717797"/>
                  </a:lnTo>
                  <a:lnTo>
                    <a:pt x="1713900" y="3717797"/>
                  </a:lnTo>
                  <a:lnTo>
                    <a:pt x="1714008" y="3717797"/>
                  </a:lnTo>
                  <a:lnTo>
                    <a:pt x="1714117" y="3717797"/>
                  </a:lnTo>
                  <a:lnTo>
                    <a:pt x="1714225" y="3717797"/>
                  </a:lnTo>
                  <a:lnTo>
                    <a:pt x="1714334" y="3717797"/>
                  </a:lnTo>
                  <a:lnTo>
                    <a:pt x="1714334" y="3717174"/>
                  </a:lnTo>
                  <a:lnTo>
                    <a:pt x="1714442" y="3717174"/>
                  </a:lnTo>
                  <a:lnTo>
                    <a:pt x="1714550" y="3717174"/>
                  </a:lnTo>
                  <a:lnTo>
                    <a:pt x="1714550" y="3716550"/>
                  </a:lnTo>
                  <a:lnTo>
                    <a:pt x="1714659" y="3716550"/>
                  </a:lnTo>
                  <a:lnTo>
                    <a:pt x="1714659" y="3715927"/>
                  </a:lnTo>
                  <a:lnTo>
                    <a:pt x="1714659" y="3715303"/>
                  </a:lnTo>
                  <a:lnTo>
                    <a:pt x="1714767" y="3715303"/>
                  </a:lnTo>
                  <a:lnTo>
                    <a:pt x="1714876" y="3715303"/>
                  </a:lnTo>
                  <a:lnTo>
                    <a:pt x="1714876" y="3714679"/>
                  </a:lnTo>
                  <a:lnTo>
                    <a:pt x="1714984" y="3714679"/>
                  </a:lnTo>
                  <a:lnTo>
                    <a:pt x="1715093" y="3714679"/>
                  </a:lnTo>
                  <a:lnTo>
                    <a:pt x="1715201" y="3714679"/>
                  </a:lnTo>
                  <a:lnTo>
                    <a:pt x="1715310" y="3714679"/>
                  </a:lnTo>
                  <a:lnTo>
                    <a:pt x="1715418" y="3714679"/>
                  </a:lnTo>
                  <a:lnTo>
                    <a:pt x="1715526" y="3714679"/>
                  </a:lnTo>
                  <a:lnTo>
                    <a:pt x="1715635" y="3714679"/>
                  </a:lnTo>
                  <a:lnTo>
                    <a:pt x="1715743" y="3714679"/>
                  </a:lnTo>
                  <a:lnTo>
                    <a:pt x="1715852" y="3714679"/>
                  </a:lnTo>
                  <a:lnTo>
                    <a:pt x="1715852" y="3714056"/>
                  </a:lnTo>
                  <a:lnTo>
                    <a:pt x="1715960" y="3714056"/>
                  </a:lnTo>
                  <a:lnTo>
                    <a:pt x="1716069" y="3714056"/>
                  </a:lnTo>
                  <a:lnTo>
                    <a:pt x="1716177" y="3714056"/>
                  </a:lnTo>
                  <a:lnTo>
                    <a:pt x="1716177" y="3713432"/>
                  </a:lnTo>
                  <a:lnTo>
                    <a:pt x="1716286" y="3713432"/>
                  </a:lnTo>
                  <a:lnTo>
                    <a:pt x="1716394" y="3713432"/>
                  </a:lnTo>
                  <a:lnTo>
                    <a:pt x="1716502" y="3713432"/>
                  </a:lnTo>
                  <a:lnTo>
                    <a:pt x="1716502" y="3712809"/>
                  </a:lnTo>
                  <a:lnTo>
                    <a:pt x="1716611" y="3712809"/>
                  </a:lnTo>
                  <a:lnTo>
                    <a:pt x="1716611" y="3712185"/>
                  </a:lnTo>
                  <a:lnTo>
                    <a:pt x="1716719" y="3712185"/>
                  </a:lnTo>
                  <a:lnTo>
                    <a:pt x="1716719" y="3711561"/>
                  </a:lnTo>
                  <a:lnTo>
                    <a:pt x="1716719" y="3710938"/>
                  </a:lnTo>
                  <a:lnTo>
                    <a:pt x="1716719" y="3710314"/>
                  </a:lnTo>
                  <a:lnTo>
                    <a:pt x="1716828" y="3710314"/>
                  </a:lnTo>
                  <a:lnTo>
                    <a:pt x="1716936" y="3710314"/>
                  </a:lnTo>
                  <a:lnTo>
                    <a:pt x="1717045" y="3710314"/>
                  </a:lnTo>
                  <a:lnTo>
                    <a:pt x="1717153" y="3710314"/>
                  </a:lnTo>
                  <a:lnTo>
                    <a:pt x="1717262" y="3710314"/>
                  </a:lnTo>
                  <a:lnTo>
                    <a:pt x="1717262" y="3709691"/>
                  </a:lnTo>
                  <a:lnTo>
                    <a:pt x="1717370" y="3709691"/>
                  </a:lnTo>
                  <a:lnTo>
                    <a:pt x="1717479" y="3709691"/>
                  </a:lnTo>
                  <a:lnTo>
                    <a:pt x="1717587" y="3709691"/>
                  </a:lnTo>
                  <a:lnTo>
                    <a:pt x="1717695" y="3709691"/>
                  </a:lnTo>
                  <a:lnTo>
                    <a:pt x="1717695" y="3709067"/>
                  </a:lnTo>
                  <a:lnTo>
                    <a:pt x="1717804" y="3709067"/>
                  </a:lnTo>
                  <a:lnTo>
                    <a:pt x="1717912" y="3709067"/>
                  </a:lnTo>
                  <a:lnTo>
                    <a:pt x="1718021" y="3709067"/>
                  </a:lnTo>
                  <a:lnTo>
                    <a:pt x="1718129" y="3709067"/>
                  </a:lnTo>
                  <a:lnTo>
                    <a:pt x="1718238" y="3709067"/>
                  </a:lnTo>
                  <a:lnTo>
                    <a:pt x="1718346" y="3709067"/>
                  </a:lnTo>
                  <a:lnTo>
                    <a:pt x="1718455" y="3709067"/>
                  </a:lnTo>
                  <a:lnTo>
                    <a:pt x="1718563" y="3709067"/>
                  </a:lnTo>
                  <a:lnTo>
                    <a:pt x="1718671" y="3709067"/>
                  </a:lnTo>
                  <a:lnTo>
                    <a:pt x="1718780" y="3709067"/>
                  </a:lnTo>
                  <a:lnTo>
                    <a:pt x="1718888" y="3709067"/>
                  </a:lnTo>
                  <a:lnTo>
                    <a:pt x="1718997" y="3709067"/>
                  </a:lnTo>
                  <a:lnTo>
                    <a:pt x="1719105" y="3709067"/>
                  </a:lnTo>
                  <a:lnTo>
                    <a:pt x="1719214" y="3709067"/>
                  </a:lnTo>
                  <a:lnTo>
                    <a:pt x="1719214" y="3708444"/>
                  </a:lnTo>
                  <a:lnTo>
                    <a:pt x="1719214" y="3707820"/>
                  </a:lnTo>
                  <a:lnTo>
                    <a:pt x="1719214" y="3707196"/>
                  </a:lnTo>
                  <a:lnTo>
                    <a:pt x="1719214" y="3706573"/>
                  </a:lnTo>
                  <a:lnTo>
                    <a:pt x="1719214" y="3705949"/>
                  </a:lnTo>
                  <a:lnTo>
                    <a:pt x="1719214" y="3705326"/>
                  </a:lnTo>
                  <a:lnTo>
                    <a:pt x="1719214" y="3704702"/>
                  </a:lnTo>
                  <a:lnTo>
                    <a:pt x="1719322" y="3704702"/>
                  </a:lnTo>
                  <a:lnTo>
                    <a:pt x="1719322" y="3704078"/>
                  </a:lnTo>
                  <a:lnTo>
                    <a:pt x="1719431" y="3704078"/>
                  </a:lnTo>
                  <a:lnTo>
                    <a:pt x="1719539" y="3704078"/>
                  </a:lnTo>
                  <a:lnTo>
                    <a:pt x="1719647" y="3704078"/>
                  </a:lnTo>
                  <a:lnTo>
                    <a:pt x="1719647" y="3703455"/>
                  </a:lnTo>
                  <a:lnTo>
                    <a:pt x="1719756" y="3703455"/>
                  </a:lnTo>
                  <a:lnTo>
                    <a:pt x="1719756" y="3702831"/>
                  </a:lnTo>
                  <a:lnTo>
                    <a:pt x="1719864" y="3702831"/>
                  </a:lnTo>
                  <a:lnTo>
                    <a:pt x="1719973" y="3702831"/>
                  </a:lnTo>
                  <a:lnTo>
                    <a:pt x="1720081" y="3702831"/>
                  </a:lnTo>
                  <a:lnTo>
                    <a:pt x="1720190" y="3702831"/>
                  </a:lnTo>
                  <a:lnTo>
                    <a:pt x="1720298" y="3702831"/>
                  </a:lnTo>
                  <a:lnTo>
                    <a:pt x="1720407" y="3702831"/>
                  </a:lnTo>
                  <a:lnTo>
                    <a:pt x="1720515" y="3702831"/>
                  </a:lnTo>
                  <a:lnTo>
                    <a:pt x="1720623" y="3702831"/>
                  </a:lnTo>
                  <a:lnTo>
                    <a:pt x="1720732" y="3702831"/>
                  </a:lnTo>
                  <a:lnTo>
                    <a:pt x="1720840" y="3702831"/>
                  </a:lnTo>
                  <a:lnTo>
                    <a:pt x="1720949" y="3702831"/>
                  </a:lnTo>
                  <a:lnTo>
                    <a:pt x="1721057" y="3702831"/>
                  </a:lnTo>
                  <a:lnTo>
                    <a:pt x="1721166" y="3702831"/>
                  </a:lnTo>
                  <a:lnTo>
                    <a:pt x="1721274" y="3702831"/>
                  </a:lnTo>
                  <a:lnTo>
                    <a:pt x="1721383" y="3702831"/>
                  </a:lnTo>
                  <a:lnTo>
                    <a:pt x="1721491" y="3702831"/>
                  </a:lnTo>
                  <a:lnTo>
                    <a:pt x="1721599" y="3702831"/>
                  </a:lnTo>
                  <a:lnTo>
                    <a:pt x="1721599" y="3702208"/>
                  </a:lnTo>
                  <a:lnTo>
                    <a:pt x="1721708" y="3702208"/>
                  </a:lnTo>
                  <a:lnTo>
                    <a:pt x="1721708" y="3701584"/>
                  </a:lnTo>
                  <a:lnTo>
                    <a:pt x="1721816" y="3701584"/>
                  </a:lnTo>
                  <a:lnTo>
                    <a:pt x="1721925" y="3701584"/>
                  </a:lnTo>
                  <a:lnTo>
                    <a:pt x="1722033" y="3701584"/>
                  </a:lnTo>
                  <a:lnTo>
                    <a:pt x="1722142" y="3701584"/>
                  </a:lnTo>
                  <a:lnTo>
                    <a:pt x="1722250" y="3701584"/>
                  </a:lnTo>
                  <a:lnTo>
                    <a:pt x="1722250" y="3700961"/>
                  </a:lnTo>
                  <a:lnTo>
                    <a:pt x="1722250" y="3700337"/>
                  </a:lnTo>
                  <a:lnTo>
                    <a:pt x="1722250" y="3699713"/>
                  </a:lnTo>
                  <a:lnTo>
                    <a:pt x="1722359" y="3699713"/>
                  </a:lnTo>
                  <a:lnTo>
                    <a:pt x="1722467" y="3699713"/>
                  </a:lnTo>
                  <a:lnTo>
                    <a:pt x="1722576" y="3699713"/>
                  </a:lnTo>
                  <a:lnTo>
                    <a:pt x="1722576" y="3699090"/>
                  </a:lnTo>
                  <a:lnTo>
                    <a:pt x="1722684" y="3699090"/>
                  </a:lnTo>
                  <a:lnTo>
                    <a:pt x="1722792" y="3699090"/>
                  </a:lnTo>
                  <a:lnTo>
                    <a:pt x="1722792" y="3698466"/>
                  </a:lnTo>
                  <a:lnTo>
                    <a:pt x="1722901" y="3698466"/>
                  </a:lnTo>
                  <a:lnTo>
                    <a:pt x="1722901" y="3697843"/>
                  </a:lnTo>
                  <a:lnTo>
                    <a:pt x="1723009" y="3697843"/>
                  </a:lnTo>
                  <a:lnTo>
                    <a:pt x="1723118" y="3697843"/>
                  </a:lnTo>
                  <a:lnTo>
                    <a:pt x="1723226" y="3697843"/>
                  </a:lnTo>
                  <a:lnTo>
                    <a:pt x="1723226" y="3697219"/>
                  </a:lnTo>
                  <a:lnTo>
                    <a:pt x="1723335" y="3697219"/>
                  </a:lnTo>
                  <a:lnTo>
                    <a:pt x="1723443" y="3697219"/>
                  </a:lnTo>
                  <a:lnTo>
                    <a:pt x="1723443" y="3696595"/>
                  </a:lnTo>
                  <a:lnTo>
                    <a:pt x="1723552" y="3696595"/>
                  </a:lnTo>
                  <a:lnTo>
                    <a:pt x="1723660" y="3696595"/>
                  </a:lnTo>
                  <a:lnTo>
                    <a:pt x="1723768" y="3696595"/>
                  </a:lnTo>
                  <a:lnTo>
                    <a:pt x="1723877" y="3696595"/>
                  </a:lnTo>
                  <a:lnTo>
                    <a:pt x="1723985" y="3696595"/>
                  </a:lnTo>
                  <a:lnTo>
                    <a:pt x="1723985" y="3695972"/>
                  </a:lnTo>
                  <a:lnTo>
                    <a:pt x="1724094" y="3695972"/>
                  </a:lnTo>
                  <a:lnTo>
                    <a:pt x="1724202" y="3695972"/>
                  </a:lnTo>
                  <a:lnTo>
                    <a:pt x="1724311" y="3695972"/>
                  </a:lnTo>
                  <a:lnTo>
                    <a:pt x="1724311" y="3695348"/>
                  </a:lnTo>
                  <a:lnTo>
                    <a:pt x="1724419" y="3695348"/>
                  </a:lnTo>
                  <a:lnTo>
                    <a:pt x="1724528" y="3695348"/>
                  </a:lnTo>
                  <a:lnTo>
                    <a:pt x="1724636" y="3695348"/>
                  </a:lnTo>
                  <a:lnTo>
                    <a:pt x="1724744" y="3695348"/>
                  </a:lnTo>
                  <a:lnTo>
                    <a:pt x="1724853" y="3695348"/>
                  </a:lnTo>
                  <a:lnTo>
                    <a:pt x="1724961" y="3695348"/>
                  </a:lnTo>
                  <a:lnTo>
                    <a:pt x="1725070" y="3695348"/>
                  </a:lnTo>
                  <a:lnTo>
                    <a:pt x="1725178" y="3695348"/>
                  </a:lnTo>
                  <a:lnTo>
                    <a:pt x="1725287" y="3695348"/>
                  </a:lnTo>
                  <a:lnTo>
                    <a:pt x="1725395" y="3695348"/>
                  </a:lnTo>
                  <a:lnTo>
                    <a:pt x="1725504" y="3695348"/>
                  </a:lnTo>
                  <a:lnTo>
                    <a:pt x="1725504" y="3694725"/>
                  </a:lnTo>
                  <a:lnTo>
                    <a:pt x="1725612" y="3694725"/>
                  </a:lnTo>
                  <a:lnTo>
                    <a:pt x="1725720" y="3694725"/>
                  </a:lnTo>
                  <a:lnTo>
                    <a:pt x="1725720" y="3694101"/>
                  </a:lnTo>
                  <a:lnTo>
                    <a:pt x="1725829" y="3694101"/>
                  </a:lnTo>
                  <a:lnTo>
                    <a:pt x="1725937" y="3694101"/>
                  </a:lnTo>
                  <a:lnTo>
                    <a:pt x="1726046" y="3694101"/>
                  </a:lnTo>
                  <a:lnTo>
                    <a:pt x="1726154" y="3694101"/>
                  </a:lnTo>
                  <a:lnTo>
                    <a:pt x="1726263" y="3694101"/>
                  </a:lnTo>
                  <a:lnTo>
                    <a:pt x="1726371" y="3694101"/>
                  </a:lnTo>
                  <a:lnTo>
                    <a:pt x="1726480" y="3694101"/>
                  </a:lnTo>
                  <a:lnTo>
                    <a:pt x="1726588" y="3694101"/>
                  </a:lnTo>
                  <a:lnTo>
                    <a:pt x="1726697" y="3694101"/>
                  </a:lnTo>
                  <a:lnTo>
                    <a:pt x="1726805" y="3694101"/>
                  </a:lnTo>
                  <a:lnTo>
                    <a:pt x="1726913" y="3694101"/>
                  </a:lnTo>
                  <a:lnTo>
                    <a:pt x="1727022" y="3694101"/>
                  </a:lnTo>
                  <a:lnTo>
                    <a:pt x="1727022" y="3693478"/>
                  </a:lnTo>
                  <a:lnTo>
                    <a:pt x="1727130" y="3693478"/>
                  </a:lnTo>
                  <a:lnTo>
                    <a:pt x="1727239" y="3693478"/>
                  </a:lnTo>
                  <a:lnTo>
                    <a:pt x="1727347" y="3693478"/>
                  </a:lnTo>
                  <a:lnTo>
                    <a:pt x="1727347" y="3692854"/>
                  </a:lnTo>
                  <a:lnTo>
                    <a:pt x="1727456" y="3692854"/>
                  </a:lnTo>
                  <a:lnTo>
                    <a:pt x="1727564" y="3692854"/>
                  </a:lnTo>
                  <a:lnTo>
                    <a:pt x="1727673" y="3692854"/>
                  </a:lnTo>
                  <a:lnTo>
                    <a:pt x="1727781" y="3692854"/>
                  </a:lnTo>
                  <a:lnTo>
                    <a:pt x="1727889" y="3692854"/>
                  </a:lnTo>
                  <a:lnTo>
                    <a:pt x="1727998" y="3692854"/>
                  </a:lnTo>
                  <a:lnTo>
                    <a:pt x="1728106" y="3692854"/>
                  </a:lnTo>
                  <a:lnTo>
                    <a:pt x="1728215" y="3692854"/>
                  </a:lnTo>
                  <a:lnTo>
                    <a:pt x="1728323" y="3692854"/>
                  </a:lnTo>
                  <a:lnTo>
                    <a:pt x="1728432" y="3692854"/>
                  </a:lnTo>
                  <a:lnTo>
                    <a:pt x="1728540" y="3692854"/>
                  </a:lnTo>
                  <a:lnTo>
                    <a:pt x="1728649" y="3692854"/>
                  </a:lnTo>
                  <a:lnTo>
                    <a:pt x="1728757" y="3692854"/>
                  </a:lnTo>
                  <a:lnTo>
                    <a:pt x="1728865" y="3692854"/>
                  </a:lnTo>
                  <a:lnTo>
                    <a:pt x="1728974" y="3692854"/>
                  </a:lnTo>
                  <a:lnTo>
                    <a:pt x="1729082" y="3692854"/>
                  </a:lnTo>
                  <a:lnTo>
                    <a:pt x="1729191" y="3692854"/>
                  </a:lnTo>
                  <a:lnTo>
                    <a:pt x="1729299" y="3692854"/>
                  </a:lnTo>
                  <a:lnTo>
                    <a:pt x="1729408" y="3692854"/>
                  </a:lnTo>
                  <a:lnTo>
                    <a:pt x="1729516" y="3692854"/>
                  </a:lnTo>
                  <a:lnTo>
                    <a:pt x="1729625" y="3692854"/>
                  </a:lnTo>
                  <a:lnTo>
                    <a:pt x="1729733" y="3692854"/>
                  </a:lnTo>
                  <a:lnTo>
                    <a:pt x="1729841" y="3692854"/>
                  </a:lnTo>
                  <a:lnTo>
                    <a:pt x="1729950" y="3692854"/>
                  </a:lnTo>
                  <a:lnTo>
                    <a:pt x="1730058" y="3692854"/>
                  </a:lnTo>
                  <a:lnTo>
                    <a:pt x="1730167" y="3692854"/>
                  </a:lnTo>
                  <a:lnTo>
                    <a:pt x="1730167" y="3692230"/>
                  </a:lnTo>
                  <a:lnTo>
                    <a:pt x="1730275" y="3692230"/>
                  </a:lnTo>
                  <a:lnTo>
                    <a:pt x="1730275" y="3691607"/>
                  </a:lnTo>
                  <a:lnTo>
                    <a:pt x="1730384" y="3691607"/>
                  </a:lnTo>
                  <a:lnTo>
                    <a:pt x="1730492" y="3691607"/>
                  </a:lnTo>
                  <a:lnTo>
                    <a:pt x="1730492" y="3690983"/>
                  </a:lnTo>
                  <a:lnTo>
                    <a:pt x="1730601" y="3690983"/>
                  </a:lnTo>
                  <a:lnTo>
                    <a:pt x="1730709" y="3690983"/>
                  </a:lnTo>
                  <a:lnTo>
                    <a:pt x="1730818" y="3690983"/>
                  </a:lnTo>
                  <a:lnTo>
                    <a:pt x="1730926" y="3690983"/>
                  </a:lnTo>
                  <a:lnTo>
                    <a:pt x="1731034" y="3690983"/>
                  </a:lnTo>
                  <a:lnTo>
                    <a:pt x="1731143" y="3690983"/>
                  </a:lnTo>
                  <a:lnTo>
                    <a:pt x="1731251" y="3690983"/>
                  </a:lnTo>
                  <a:lnTo>
                    <a:pt x="1731360" y="3690983"/>
                  </a:lnTo>
                  <a:lnTo>
                    <a:pt x="1731360" y="3690360"/>
                  </a:lnTo>
                  <a:lnTo>
                    <a:pt x="1731468" y="3690360"/>
                  </a:lnTo>
                  <a:lnTo>
                    <a:pt x="1731468" y="3689736"/>
                  </a:lnTo>
                  <a:lnTo>
                    <a:pt x="1731468" y="3689112"/>
                  </a:lnTo>
                  <a:lnTo>
                    <a:pt x="1731577" y="3689112"/>
                  </a:lnTo>
                  <a:lnTo>
                    <a:pt x="1731577" y="3688489"/>
                  </a:lnTo>
                  <a:lnTo>
                    <a:pt x="1731685" y="3688489"/>
                  </a:lnTo>
                  <a:lnTo>
                    <a:pt x="1731794" y="3688489"/>
                  </a:lnTo>
                  <a:lnTo>
                    <a:pt x="1731902" y="3688489"/>
                  </a:lnTo>
                  <a:lnTo>
                    <a:pt x="1732010" y="3688489"/>
                  </a:lnTo>
                  <a:lnTo>
                    <a:pt x="1732119" y="3688489"/>
                  </a:lnTo>
                  <a:lnTo>
                    <a:pt x="1732227" y="3688489"/>
                  </a:lnTo>
                  <a:lnTo>
                    <a:pt x="1732336" y="3688489"/>
                  </a:lnTo>
                  <a:lnTo>
                    <a:pt x="1732444" y="3688489"/>
                  </a:lnTo>
                  <a:lnTo>
                    <a:pt x="1732553" y="3688489"/>
                  </a:lnTo>
                  <a:lnTo>
                    <a:pt x="1732661" y="3688489"/>
                  </a:lnTo>
                  <a:lnTo>
                    <a:pt x="1732770" y="3688489"/>
                  </a:lnTo>
                  <a:lnTo>
                    <a:pt x="1732878" y="3688489"/>
                  </a:lnTo>
                  <a:lnTo>
                    <a:pt x="1732986" y="3688489"/>
                  </a:lnTo>
                  <a:lnTo>
                    <a:pt x="1732986" y="3687865"/>
                  </a:lnTo>
                  <a:lnTo>
                    <a:pt x="1733095" y="3687865"/>
                  </a:lnTo>
                  <a:lnTo>
                    <a:pt x="1733095" y="3687242"/>
                  </a:lnTo>
                  <a:lnTo>
                    <a:pt x="1733203" y="3687242"/>
                  </a:lnTo>
                  <a:lnTo>
                    <a:pt x="1733312" y="3687242"/>
                  </a:lnTo>
                  <a:lnTo>
                    <a:pt x="1733312" y="3686618"/>
                  </a:lnTo>
                  <a:lnTo>
                    <a:pt x="1733420" y="3686618"/>
                  </a:lnTo>
                  <a:lnTo>
                    <a:pt x="1733529" y="3686618"/>
                  </a:lnTo>
                  <a:lnTo>
                    <a:pt x="1733637" y="3686618"/>
                  </a:lnTo>
                  <a:lnTo>
                    <a:pt x="1733746" y="3686618"/>
                  </a:lnTo>
                  <a:lnTo>
                    <a:pt x="1733854" y="3686618"/>
                  </a:lnTo>
                  <a:lnTo>
                    <a:pt x="1733962" y="3686618"/>
                  </a:lnTo>
                  <a:lnTo>
                    <a:pt x="1734071" y="3686618"/>
                  </a:lnTo>
                  <a:lnTo>
                    <a:pt x="1734179" y="3686618"/>
                  </a:lnTo>
                  <a:lnTo>
                    <a:pt x="1734288" y="3686618"/>
                  </a:lnTo>
                  <a:lnTo>
                    <a:pt x="1734396" y="3686618"/>
                  </a:lnTo>
                  <a:lnTo>
                    <a:pt x="1734505" y="3686618"/>
                  </a:lnTo>
                  <a:lnTo>
                    <a:pt x="1734613" y="3686618"/>
                  </a:lnTo>
                  <a:lnTo>
                    <a:pt x="1734722" y="3686618"/>
                  </a:lnTo>
                  <a:lnTo>
                    <a:pt x="1734830" y="3686618"/>
                  </a:lnTo>
                  <a:lnTo>
                    <a:pt x="1734939" y="3686618"/>
                  </a:lnTo>
                  <a:lnTo>
                    <a:pt x="1735047" y="3686618"/>
                  </a:lnTo>
                  <a:lnTo>
                    <a:pt x="1735047" y="3685995"/>
                  </a:lnTo>
                  <a:lnTo>
                    <a:pt x="1735047" y="3685371"/>
                  </a:lnTo>
                  <a:lnTo>
                    <a:pt x="1735047" y="3684747"/>
                  </a:lnTo>
                  <a:lnTo>
                    <a:pt x="1735155" y="3684747"/>
                  </a:lnTo>
                  <a:lnTo>
                    <a:pt x="1735264" y="3684747"/>
                  </a:lnTo>
                  <a:lnTo>
                    <a:pt x="1735264" y="3684124"/>
                  </a:lnTo>
                  <a:lnTo>
                    <a:pt x="1735264" y="3683500"/>
                  </a:lnTo>
                  <a:lnTo>
                    <a:pt x="1735264" y="3682877"/>
                  </a:lnTo>
                  <a:lnTo>
                    <a:pt x="1735372" y="3682877"/>
                  </a:lnTo>
                  <a:lnTo>
                    <a:pt x="1735481" y="3682877"/>
                  </a:lnTo>
                  <a:lnTo>
                    <a:pt x="1735481" y="3682253"/>
                  </a:lnTo>
                  <a:lnTo>
                    <a:pt x="1735589" y="3682253"/>
                  </a:lnTo>
                  <a:lnTo>
                    <a:pt x="1735698" y="3682253"/>
                  </a:lnTo>
                  <a:lnTo>
                    <a:pt x="1735806" y="3682253"/>
                  </a:lnTo>
                  <a:lnTo>
                    <a:pt x="1735915" y="3682253"/>
                  </a:lnTo>
                  <a:lnTo>
                    <a:pt x="1736023" y="3682253"/>
                  </a:lnTo>
                  <a:lnTo>
                    <a:pt x="1736131" y="3682253"/>
                  </a:lnTo>
                  <a:lnTo>
                    <a:pt x="1736131" y="3681630"/>
                  </a:lnTo>
                  <a:lnTo>
                    <a:pt x="1736240" y="3681630"/>
                  </a:lnTo>
                  <a:lnTo>
                    <a:pt x="1736348" y="3681630"/>
                  </a:lnTo>
                  <a:lnTo>
                    <a:pt x="1736348" y="3681006"/>
                  </a:lnTo>
                  <a:lnTo>
                    <a:pt x="1736457" y="3681006"/>
                  </a:lnTo>
                  <a:lnTo>
                    <a:pt x="1736565" y="3681006"/>
                  </a:lnTo>
                  <a:lnTo>
                    <a:pt x="1736565" y="3680382"/>
                  </a:lnTo>
                  <a:lnTo>
                    <a:pt x="1736674" y="3680382"/>
                  </a:lnTo>
                  <a:lnTo>
                    <a:pt x="1736782" y="3680382"/>
                  </a:lnTo>
                  <a:lnTo>
                    <a:pt x="1736891" y="3680382"/>
                  </a:lnTo>
                  <a:lnTo>
                    <a:pt x="1736891" y="3679759"/>
                  </a:lnTo>
                  <a:lnTo>
                    <a:pt x="1736999" y="3679759"/>
                  </a:lnTo>
                  <a:lnTo>
                    <a:pt x="1737107" y="3679759"/>
                  </a:lnTo>
                  <a:lnTo>
                    <a:pt x="1737216" y="3679759"/>
                  </a:lnTo>
                  <a:lnTo>
                    <a:pt x="1737324" y="3679759"/>
                  </a:lnTo>
                  <a:lnTo>
                    <a:pt x="1737433" y="3679759"/>
                  </a:lnTo>
                  <a:lnTo>
                    <a:pt x="1737541" y="3679759"/>
                  </a:lnTo>
                  <a:lnTo>
                    <a:pt x="1737650" y="3679759"/>
                  </a:lnTo>
                  <a:lnTo>
                    <a:pt x="1737758" y="3679759"/>
                  </a:lnTo>
                  <a:lnTo>
                    <a:pt x="1737758" y="3679135"/>
                  </a:lnTo>
                  <a:lnTo>
                    <a:pt x="1737867" y="3679135"/>
                  </a:lnTo>
                  <a:lnTo>
                    <a:pt x="1737975" y="3679135"/>
                  </a:lnTo>
                  <a:lnTo>
                    <a:pt x="1738083" y="3679135"/>
                  </a:lnTo>
                  <a:lnTo>
                    <a:pt x="1738192" y="3679135"/>
                  </a:lnTo>
                  <a:lnTo>
                    <a:pt x="1738192" y="3678512"/>
                  </a:lnTo>
                  <a:lnTo>
                    <a:pt x="1738300" y="3678512"/>
                  </a:lnTo>
                  <a:lnTo>
                    <a:pt x="1738409" y="3678512"/>
                  </a:lnTo>
                  <a:lnTo>
                    <a:pt x="1738517" y="3678512"/>
                  </a:lnTo>
                  <a:lnTo>
                    <a:pt x="1738626" y="3678512"/>
                  </a:lnTo>
                  <a:lnTo>
                    <a:pt x="1738734" y="3678512"/>
                  </a:lnTo>
                  <a:lnTo>
                    <a:pt x="1738843" y="3678512"/>
                  </a:lnTo>
                  <a:lnTo>
                    <a:pt x="1738843" y="3677888"/>
                  </a:lnTo>
                  <a:lnTo>
                    <a:pt x="1738951" y="3677888"/>
                  </a:lnTo>
                  <a:lnTo>
                    <a:pt x="1738951" y="3677264"/>
                  </a:lnTo>
                  <a:lnTo>
                    <a:pt x="1739060" y="3677264"/>
                  </a:lnTo>
                  <a:lnTo>
                    <a:pt x="1739060" y="3676641"/>
                  </a:lnTo>
                  <a:lnTo>
                    <a:pt x="1739060" y="3676017"/>
                  </a:lnTo>
                  <a:lnTo>
                    <a:pt x="1739168" y="3676017"/>
                  </a:lnTo>
                  <a:lnTo>
                    <a:pt x="1739276" y="3676017"/>
                  </a:lnTo>
                  <a:lnTo>
                    <a:pt x="1739385" y="3676017"/>
                  </a:lnTo>
                  <a:lnTo>
                    <a:pt x="1739493" y="3676017"/>
                  </a:lnTo>
                  <a:lnTo>
                    <a:pt x="1739602" y="3676017"/>
                  </a:lnTo>
                  <a:lnTo>
                    <a:pt x="1739710" y="3676017"/>
                  </a:lnTo>
                  <a:lnTo>
                    <a:pt x="1739819" y="3676017"/>
                  </a:lnTo>
                  <a:lnTo>
                    <a:pt x="1739927" y="3676017"/>
                  </a:lnTo>
                  <a:lnTo>
                    <a:pt x="1740036" y="3676017"/>
                  </a:lnTo>
                  <a:lnTo>
                    <a:pt x="1740144" y="3676017"/>
                  </a:lnTo>
                  <a:lnTo>
                    <a:pt x="1740252" y="3676017"/>
                  </a:lnTo>
                  <a:lnTo>
                    <a:pt x="1740361" y="3676017"/>
                  </a:lnTo>
                  <a:lnTo>
                    <a:pt x="1740361" y="3675394"/>
                  </a:lnTo>
                  <a:lnTo>
                    <a:pt x="1740469" y="3675394"/>
                  </a:lnTo>
                  <a:lnTo>
                    <a:pt x="1740578" y="3675394"/>
                  </a:lnTo>
                  <a:lnTo>
                    <a:pt x="1740686" y="3675394"/>
                  </a:lnTo>
                  <a:lnTo>
                    <a:pt x="1740686" y="3674770"/>
                  </a:lnTo>
                  <a:lnTo>
                    <a:pt x="1740686" y="3674147"/>
                  </a:lnTo>
                  <a:lnTo>
                    <a:pt x="1740795" y="3674147"/>
                  </a:lnTo>
                  <a:lnTo>
                    <a:pt x="1740903" y="3674147"/>
                  </a:lnTo>
                  <a:lnTo>
                    <a:pt x="1741012" y="3674147"/>
                  </a:lnTo>
                  <a:lnTo>
                    <a:pt x="1741120" y="3674147"/>
                  </a:lnTo>
                  <a:lnTo>
                    <a:pt x="1741228" y="3674147"/>
                  </a:lnTo>
                  <a:lnTo>
                    <a:pt x="1741337" y="3674147"/>
                  </a:lnTo>
                  <a:lnTo>
                    <a:pt x="1741445" y="3674147"/>
                  </a:lnTo>
                  <a:lnTo>
                    <a:pt x="1741445" y="3673523"/>
                  </a:lnTo>
                  <a:lnTo>
                    <a:pt x="1741554" y="3673523"/>
                  </a:lnTo>
                  <a:lnTo>
                    <a:pt x="1741662" y="3673523"/>
                  </a:lnTo>
                  <a:lnTo>
                    <a:pt x="1741771" y="3673523"/>
                  </a:lnTo>
                  <a:lnTo>
                    <a:pt x="1741879" y="3673523"/>
                  </a:lnTo>
                  <a:lnTo>
                    <a:pt x="1741988" y="3673523"/>
                  </a:lnTo>
                  <a:lnTo>
                    <a:pt x="1742096" y="3673523"/>
                  </a:lnTo>
                  <a:lnTo>
                    <a:pt x="1742204" y="3673523"/>
                  </a:lnTo>
                  <a:lnTo>
                    <a:pt x="1742313" y="3673523"/>
                  </a:lnTo>
                  <a:lnTo>
                    <a:pt x="1742421" y="3673523"/>
                  </a:lnTo>
                  <a:lnTo>
                    <a:pt x="1742530" y="3673523"/>
                  </a:lnTo>
                  <a:lnTo>
                    <a:pt x="1742638" y="3673523"/>
                  </a:lnTo>
                  <a:lnTo>
                    <a:pt x="1742747" y="3673523"/>
                  </a:lnTo>
                  <a:lnTo>
                    <a:pt x="1742855" y="3673523"/>
                  </a:lnTo>
                  <a:lnTo>
                    <a:pt x="1742964" y="3673523"/>
                  </a:lnTo>
                  <a:lnTo>
                    <a:pt x="1742964" y="3672899"/>
                  </a:lnTo>
                  <a:lnTo>
                    <a:pt x="1743072" y="3672899"/>
                  </a:lnTo>
                  <a:lnTo>
                    <a:pt x="1743181" y="3672899"/>
                  </a:lnTo>
                  <a:lnTo>
                    <a:pt x="1743289" y="3672899"/>
                  </a:lnTo>
                  <a:lnTo>
                    <a:pt x="1743397" y="3672899"/>
                  </a:lnTo>
                  <a:lnTo>
                    <a:pt x="1743506" y="3672899"/>
                  </a:lnTo>
                  <a:lnTo>
                    <a:pt x="1743614" y="3672899"/>
                  </a:lnTo>
                  <a:lnTo>
                    <a:pt x="1743723" y="3672899"/>
                  </a:lnTo>
                  <a:lnTo>
                    <a:pt x="1743831" y="3672899"/>
                  </a:lnTo>
                  <a:lnTo>
                    <a:pt x="1743940" y="3672899"/>
                  </a:lnTo>
                  <a:lnTo>
                    <a:pt x="1744048" y="3672899"/>
                  </a:lnTo>
                  <a:lnTo>
                    <a:pt x="1744157" y="3672899"/>
                  </a:lnTo>
                  <a:lnTo>
                    <a:pt x="1744265" y="3672899"/>
                  </a:lnTo>
                  <a:lnTo>
                    <a:pt x="1744265" y="3672276"/>
                  </a:lnTo>
                  <a:lnTo>
                    <a:pt x="1744373" y="3672276"/>
                  </a:lnTo>
                  <a:lnTo>
                    <a:pt x="1744482" y="3672276"/>
                  </a:lnTo>
                  <a:lnTo>
                    <a:pt x="1744482" y="3671652"/>
                  </a:lnTo>
                  <a:lnTo>
                    <a:pt x="1744482" y="3671029"/>
                  </a:lnTo>
                  <a:lnTo>
                    <a:pt x="1744482" y="3670405"/>
                  </a:lnTo>
                  <a:lnTo>
                    <a:pt x="1744590" y="3670405"/>
                  </a:lnTo>
                  <a:lnTo>
                    <a:pt x="1744699" y="3670405"/>
                  </a:lnTo>
                  <a:lnTo>
                    <a:pt x="1744807" y="3670405"/>
                  </a:lnTo>
                  <a:lnTo>
                    <a:pt x="1744916" y="3670405"/>
                  </a:lnTo>
                  <a:lnTo>
                    <a:pt x="1745024" y="3670405"/>
                  </a:lnTo>
                  <a:lnTo>
                    <a:pt x="1745133" y="3670405"/>
                  </a:lnTo>
                  <a:lnTo>
                    <a:pt x="1745241" y="3670405"/>
                  </a:lnTo>
                  <a:lnTo>
                    <a:pt x="1745349" y="3670405"/>
                  </a:lnTo>
                  <a:lnTo>
                    <a:pt x="1745458" y="3670405"/>
                  </a:lnTo>
                  <a:lnTo>
                    <a:pt x="1745458" y="3669781"/>
                  </a:lnTo>
                  <a:lnTo>
                    <a:pt x="1745566" y="3669781"/>
                  </a:lnTo>
                  <a:lnTo>
                    <a:pt x="1745675" y="3669781"/>
                  </a:lnTo>
                  <a:lnTo>
                    <a:pt x="1745783" y="3669781"/>
                  </a:lnTo>
                  <a:lnTo>
                    <a:pt x="1745892" y="3669781"/>
                  </a:lnTo>
                  <a:lnTo>
                    <a:pt x="1746000" y="3669781"/>
                  </a:lnTo>
                  <a:lnTo>
                    <a:pt x="1746109" y="3669781"/>
                  </a:lnTo>
                  <a:lnTo>
                    <a:pt x="1746109" y="3669158"/>
                  </a:lnTo>
                  <a:lnTo>
                    <a:pt x="1746217" y="3669158"/>
                  </a:lnTo>
                  <a:lnTo>
                    <a:pt x="1746325" y="3669158"/>
                  </a:lnTo>
                  <a:lnTo>
                    <a:pt x="1746434" y="3669158"/>
                  </a:lnTo>
                  <a:lnTo>
                    <a:pt x="1746542" y="3669158"/>
                  </a:lnTo>
                  <a:lnTo>
                    <a:pt x="1746651" y="3669158"/>
                  </a:lnTo>
                  <a:lnTo>
                    <a:pt x="1746651" y="3668534"/>
                  </a:lnTo>
                  <a:lnTo>
                    <a:pt x="1746651" y="3667911"/>
                  </a:lnTo>
                  <a:lnTo>
                    <a:pt x="1746759" y="3667911"/>
                  </a:lnTo>
                  <a:lnTo>
                    <a:pt x="1746868" y="3667911"/>
                  </a:lnTo>
                  <a:lnTo>
                    <a:pt x="1746976" y="3667911"/>
                  </a:lnTo>
                  <a:lnTo>
                    <a:pt x="1747085" y="3667911"/>
                  </a:lnTo>
                  <a:lnTo>
                    <a:pt x="1747193" y="3667911"/>
                  </a:lnTo>
                  <a:lnTo>
                    <a:pt x="1747193" y="3667287"/>
                  </a:lnTo>
                  <a:lnTo>
                    <a:pt x="1747193" y="3666664"/>
                  </a:lnTo>
                  <a:lnTo>
                    <a:pt x="1747301" y="3666664"/>
                  </a:lnTo>
                  <a:lnTo>
                    <a:pt x="1747301" y="3666040"/>
                  </a:lnTo>
                  <a:lnTo>
                    <a:pt x="1747410" y="3666040"/>
                  </a:lnTo>
                  <a:lnTo>
                    <a:pt x="1747410" y="3665416"/>
                  </a:lnTo>
                  <a:lnTo>
                    <a:pt x="1747518" y="3665416"/>
                  </a:lnTo>
                  <a:lnTo>
                    <a:pt x="1747627" y="3665416"/>
                  </a:lnTo>
                  <a:lnTo>
                    <a:pt x="1747627" y="3664793"/>
                  </a:lnTo>
                  <a:lnTo>
                    <a:pt x="1747627" y="3664169"/>
                  </a:lnTo>
                  <a:lnTo>
                    <a:pt x="1747735" y="3664169"/>
                  </a:lnTo>
                  <a:lnTo>
                    <a:pt x="1747735" y="3663546"/>
                  </a:lnTo>
                  <a:lnTo>
                    <a:pt x="1747844" y="3663546"/>
                  </a:lnTo>
                  <a:lnTo>
                    <a:pt x="1747952" y="3663546"/>
                  </a:lnTo>
                  <a:lnTo>
                    <a:pt x="1748061" y="3663546"/>
                  </a:lnTo>
                  <a:lnTo>
                    <a:pt x="1748169" y="3663546"/>
                  </a:lnTo>
                  <a:lnTo>
                    <a:pt x="1748278" y="3663546"/>
                  </a:lnTo>
                  <a:lnTo>
                    <a:pt x="1748278" y="3662922"/>
                  </a:lnTo>
                  <a:lnTo>
                    <a:pt x="1748386" y="3662922"/>
                  </a:lnTo>
                  <a:lnTo>
                    <a:pt x="1748494" y="3662922"/>
                  </a:lnTo>
                  <a:lnTo>
                    <a:pt x="1748603" y="3662922"/>
                  </a:lnTo>
                  <a:lnTo>
                    <a:pt x="1748711" y="3662922"/>
                  </a:lnTo>
                  <a:lnTo>
                    <a:pt x="1748820" y="3662922"/>
                  </a:lnTo>
                  <a:lnTo>
                    <a:pt x="1748928" y="3662922"/>
                  </a:lnTo>
                  <a:lnTo>
                    <a:pt x="1748928" y="3662298"/>
                  </a:lnTo>
                  <a:lnTo>
                    <a:pt x="1748928" y="3661675"/>
                  </a:lnTo>
                  <a:lnTo>
                    <a:pt x="1749037" y="3661675"/>
                  </a:lnTo>
                  <a:lnTo>
                    <a:pt x="1749037" y="3661051"/>
                  </a:lnTo>
                  <a:lnTo>
                    <a:pt x="1749037" y="3660428"/>
                  </a:lnTo>
                  <a:lnTo>
                    <a:pt x="1749037" y="3659804"/>
                  </a:lnTo>
                  <a:lnTo>
                    <a:pt x="1749145" y="3659804"/>
                  </a:lnTo>
                  <a:lnTo>
                    <a:pt x="1749145" y="3659181"/>
                  </a:lnTo>
                  <a:lnTo>
                    <a:pt x="1749254" y="3659181"/>
                  </a:lnTo>
                  <a:lnTo>
                    <a:pt x="1749362" y="3659181"/>
                  </a:lnTo>
                  <a:lnTo>
                    <a:pt x="1749470" y="3659181"/>
                  </a:lnTo>
                  <a:lnTo>
                    <a:pt x="1749579" y="3659181"/>
                  </a:lnTo>
                  <a:lnTo>
                    <a:pt x="1749687" y="3659181"/>
                  </a:lnTo>
                  <a:lnTo>
                    <a:pt x="1749796" y="3659181"/>
                  </a:lnTo>
                  <a:lnTo>
                    <a:pt x="1749904" y="3659181"/>
                  </a:lnTo>
                  <a:lnTo>
                    <a:pt x="1749904" y="3658557"/>
                  </a:lnTo>
                  <a:lnTo>
                    <a:pt x="1750013" y="3658557"/>
                  </a:lnTo>
                  <a:lnTo>
                    <a:pt x="1750121" y="3658557"/>
                  </a:lnTo>
                  <a:lnTo>
                    <a:pt x="1750230" y="3658557"/>
                  </a:lnTo>
                  <a:lnTo>
                    <a:pt x="1750338" y="3658557"/>
                  </a:lnTo>
                  <a:lnTo>
                    <a:pt x="1750446" y="3658557"/>
                  </a:lnTo>
                  <a:lnTo>
                    <a:pt x="1750446" y="3657933"/>
                  </a:lnTo>
                  <a:lnTo>
                    <a:pt x="1750555" y="3657933"/>
                  </a:lnTo>
                  <a:lnTo>
                    <a:pt x="1750663" y="3657933"/>
                  </a:lnTo>
                  <a:lnTo>
                    <a:pt x="1750772" y="3657933"/>
                  </a:lnTo>
                  <a:lnTo>
                    <a:pt x="1750880" y="3657933"/>
                  </a:lnTo>
                  <a:lnTo>
                    <a:pt x="1750989" y="3657933"/>
                  </a:lnTo>
                  <a:lnTo>
                    <a:pt x="1751097" y="3657933"/>
                  </a:lnTo>
                  <a:lnTo>
                    <a:pt x="1751206" y="3657933"/>
                  </a:lnTo>
                  <a:lnTo>
                    <a:pt x="1751314" y="3657933"/>
                  </a:lnTo>
                  <a:lnTo>
                    <a:pt x="1751422" y="3657933"/>
                  </a:lnTo>
                  <a:lnTo>
                    <a:pt x="1751531" y="3657933"/>
                  </a:lnTo>
                  <a:lnTo>
                    <a:pt x="1751639" y="3657933"/>
                  </a:lnTo>
                  <a:lnTo>
                    <a:pt x="1751748" y="3657933"/>
                  </a:lnTo>
                  <a:lnTo>
                    <a:pt x="1751856" y="3657933"/>
                  </a:lnTo>
                  <a:lnTo>
                    <a:pt x="1751965" y="3657933"/>
                  </a:lnTo>
                  <a:lnTo>
                    <a:pt x="1752073" y="3657933"/>
                  </a:lnTo>
                  <a:lnTo>
                    <a:pt x="1752073" y="3657310"/>
                  </a:lnTo>
                  <a:lnTo>
                    <a:pt x="1752182" y="3657310"/>
                  </a:lnTo>
                  <a:lnTo>
                    <a:pt x="1752290" y="3657310"/>
                  </a:lnTo>
                  <a:lnTo>
                    <a:pt x="1752399" y="3657310"/>
                  </a:lnTo>
                  <a:lnTo>
                    <a:pt x="1752507" y="3657310"/>
                  </a:lnTo>
                  <a:lnTo>
                    <a:pt x="1752615" y="3657310"/>
                  </a:lnTo>
                  <a:lnTo>
                    <a:pt x="1752724" y="3657310"/>
                  </a:lnTo>
                  <a:lnTo>
                    <a:pt x="1752832" y="3657310"/>
                  </a:lnTo>
                  <a:lnTo>
                    <a:pt x="1752941" y="3657310"/>
                  </a:lnTo>
                  <a:lnTo>
                    <a:pt x="1753049" y="3657310"/>
                  </a:lnTo>
                  <a:lnTo>
                    <a:pt x="1753049" y="3656686"/>
                  </a:lnTo>
                  <a:lnTo>
                    <a:pt x="1753049" y="3656063"/>
                  </a:lnTo>
                  <a:lnTo>
                    <a:pt x="1753049" y="3655439"/>
                  </a:lnTo>
                  <a:lnTo>
                    <a:pt x="1753049" y="3654815"/>
                  </a:lnTo>
                  <a:lnTo>
                    <a:pt x="1753158" y="3654815"/>
                  </a:lnTo>
                  <a:lnTo>
                    <a:pt x="1753158" y="3654192"/>
                  </a:lnTo>
                  <a:lnTo>
                    <a:pt x="1753266" y="3654192"/>
                  </a:lnTo>
                  <a:lnTo>
                    <a:pt x="1753375" y="3654192"/>
                  </a:lnTo>
                  <a:lnTo>
                    <a:pt x="1753483" y="3654192"/>
                  </a:lnTo>
                  <a:lnTo>
                    <a:pt x="1753591" y="3654192"/>
                  </a:lnTo>
                  <a:lnTo>
                    <a:pt x="1753591" y="3653568"/>
                  </a:lnTo>
                  <a:lnTo>
                    <a:pt x="1753700" y="3653568"/>
                  </a:lnTo>
                  <a:lnTo>
                    <a:pt x="1753808" y="3653568"/>
                  </a:lnTo>
                  <a:lnTo>
                    <a:pt x="1753917" y="3653568"/>
                  </a:lnTo>
                  <a:lnTo>
                    <a:pt x="1754025" y="3653568"/>
                  </a:lnTo>
                  <a:lnTo>
                    <a:pt x="1754134" y="3653568"/>
                  </a:lnTo>
                  <a:lnTo>
                    <a:pt x="1754242" y="3653568"/>
                  </a:lnTo>
                  <a:lnTo>
                    <a:pt x="1754242" y="3652945"/>
                  </a:lnTo>
                  <a:lnTo>
                    <a:pt x="1754351" y="3652945"/>
                  </a:lnTo>
                  <a:lnTo>
                    <a:pt x="1754459" y="3652945"/>
                  </a:lnTo>
                  <a:lnTo>
                    <a:pt x="1754567" y="3652945"/>
                  </a:lnTo>
                  <a:lnTo>
                    <a:pt x="1754676" y="3652945"/>
                  </a:lnTo>
                  <a:lnTo>
                    <a:pt x="1754784" y="3652945"/>
                  </a:lnTo>
                  <a:lnTo>
                    <a:pt x="1754893" y="3652945"/>
                  </a:lnTo>
                  <a:lnTo>
                    <a:pt x="1754893" y="3652321"/>
                  </a:lnTo>
                  <a:lnTo>
                    <a:pt x="1755001" y="3652321"/>
                  </a:lnTo>
                  <a:lnTo>
                    <a:pt x="1755001" y="3651698"/>
                  </a:lnTo>
                  <a:lnTo>
                    <a:pt x="1755110" y="3651698"/>
                  </a:lnTo>
                  <a:lnTo>
                    <a:pt x="1755218" y="3651698"/>
                  </a:lnTo>
                  <a:lnTo>
                    <a:pt x="1755327" y="3651698"/>
                  </a:lnTo>
                  <a:lnTo>
                    <a:pt x="1755435" y="3651698"/>
                  </a:lnTo>
                  <a:lnTo>
                    <a:pt x="1755543" y="3651698"/>
                  </a:lnTo>
                  <a:lnTo>
                    <a:pt x="1755652" y="3651698"/>
                  </a:lnTo>
                  <a:lnTo>
                    <a:pt x="1755760" y="3651698"/>
                  </a:lnTo>
                  <a:lnTo>
                    <a:pt x="1755869" y="3651698"/>
                  </a:lnTo>
                  <a:lnTo>
                    <a:pt x="1755977" y="3651698"/>
                  </a:lnTo>
                  <a:lnTo>
                    <a:pt x="1755977" y="3651074"/>
                  </a:lnTo>
                  <a:lnTo>
                    <a:pt x="1756086" y="3651074"/>
                  </a:lnTo>
                  <a:lnTo>
                    <a:pt x="1756194" y="3651074"/>
                  </a:lnTo>
                  <a:lnTo>
                    <a:pt x="1756303" y="3651074"/>
                  </a:lnTo>
                  <a:lnTo>
                    <a:pt x="1756303" y="3650450"/>
                  </a:lnTo>
                  <a:lnTo>
                    <a:pt x="1756303" y="3649827"/>
                  </a:lnTo>
                  <a:lnTo>
                    <a:pt x="1756411" y="3649827"/>
                  </a:lnTo>
                  <a:lnTo>
                    <a:pt x="1756520" y="3649827"/>
                  </a:lnTo>
                  <a:lnTo>
                    <a:pt x="1756628" y="3649827"/>
                  </a:lnTo>
                  <a:lnTo>
                    <a:pt x="1756736" y="3649827"/>
                  </a:lnTo>
                  <a:lnTo>
                    <a:pt x="1756845" y="3649827"/>
                  </a:lnTo>
                  <a:lnTo>
                    <a:pt x="1756953" y="3649827"/>
                  </a:lnTo>
                  <a:lnTo>
                    <a:pt x="1757062" y="3649827"/>
                  </a:lnTo>
                  <a:lnTo>
                    <a:pt x="1757062" y="3649203"/>
                  </a:lnTo>
                  <a:lnTo>
                    <a:pt x="1757170" y="3649203"/>
                  </a:lnTo>
                  <a:lnTo>
                    <a:pt x="1757279" y="3649203"/>
                  </a:lnTo>
                  <a:lnTo>
                    <a:pt x="1757387" y="3649203"/>
                  </a:lnTo>
                  <a:lnTo>
                    <a:pt x="1757496" y="3649203"/>
                  </a:lnTo>
                  <a:lnTo>
                    <a:pt x="1757604" y="3649203"/>
                  </a:lnTo>
                  <a:lnTo>
                    <a:pt x="1757712" y="3649203"/>
                  </a:lnTo>
                  <a:lnTo>
                    <a:pt x="1757712" y="3648580"/>
                  </a:lnTo>
                  <a:lnTo>
                    <a:pt x="1757712" y="3647956"/>
                  </a:lnTo>
                  <a:lnTo>
                    <a:pt x="1757821" y="3647956"/>
                  </a:lnTo>
                  <a:lnTo>
                    <a:pt x="1757929" y="3647956"/>
                  </a:lnTo>
                  <a:lnTo>
                    <a:pt x="1758038" y="3647956"/>
                  </a:lnTo>
                  <a:lnTo>
                    <a:pt x="1758146" y="3647956"/>
                  </a:lnTo>
                  <a:lnTo>
                    <a:pt x="1758255" y="3647956"/>
                  </a:lnTo>
                  <a:lnTo>
                    <a:pt x="1758363" y="3647956"/>
                  </a:lnTo>
                  <a:lnTo>
                    <a:pt x="1758472" y="3647956"/>
                  </a:lnTo>
                  <a:lnTo>
                    <a:pt x="1758580" y="3647956"/>
                  </a:lnTo>
                  <a:lnTo>
                    <a:pt x="1758688" y="3647956"/>
                  </a:lnTo>
                  <a:lnTo>
                    <a:pt x="1758797" y="3647956"/>
                  </a:lnTo>
                  <a:lnTo>
                    <a:pt x="1758797" y="3647332"/>
                  </a:lnTo>
                  <a:lnTo>
                    <a:pt x="1758905" y="3647332"/>
                  </a:lnTo>
                  <a:lnTo>
                    <a:pt x="1759014" y="3647332"/>
                  </a:lnTo>
                  <a:lnTo>
                    <a:pt x="1759122" y="3647332"/>
                  </a:lnTo>
                  <a:lnTo>
                    <a:pt x="1759231" y="3647332"/>
                  </a:lnTo>
                  <a:lnTo>
                    <a:pt x="1759339" y="3647332"/>
                  </a:lnTo>
                  <a:lnTo>
                    <a:pt x="1759448" y="3647332"/>
                  </a:lnTo>
                  <a:lnTo>
                    <a:pt x="1759556" y="3647332"/>
                  </a:lnTo>
                  <a:lnTo>
                    <a:pt x="1759664" y="3647332"/>
                  </a:lnTo>
                  <a:lnTo>
                    <a:pt x="1759773" y="3647332"/>
                  </a:lnTo>
                  <a:lnTo>
                    <a:pt x="1759773" y="3646709"/>
                  </a:lnTo>
                  <a:lnTo>
                    <a:pt x="1759881" y="3646709"/>
                  </a:lnTo>
                  <a:lnTo>
                    <a:pt x="1759881" y="3646085"/>
                  </a:lnTo>
                  <a:lnTo>
                    <a:pt x="1759990" y="3646085"/>
                  </a:lnTo>
                  <a:lnTo>
                    <a:pt x="1759990" y="3645462"/>
                  </a:lnTo>
                  <a:lnTo>
                    <a:pt x="1760098" y="3645462"/>
                  </a:lnTo>
                  <a:lnTo>
                    <a:pt x="1760207" y="3645462"/>
                  </a:lnTo>
                  <a:lnTo>
                    <a:pt x="1760315" y="3645462"/>
                  </a:lnTo>
                  <a:lnTo>
                    <a:pt x="1760424" y="3645462"/>
                  </a:lnTo>
                  <a:lnTo>
                    <a:pt x="1760532" y="3645462"/>
                  </a:lnTo>
                  <a:lnTo>
                    <a:pt x="1760641" y="3645462"/>
                  </a:lnTo>
                  <a:lnTo>
                    <a:pt x="1760641" y="3644838"/>
                  </a:lnTo>
                  <a:lnTo>
                    <a:pt x="1760641" y="3644215"/>
                  </a:lnTo>
                  <a:lnTo>
                    <a:pt x="1760749" y="3644215"/>
                  </a:lnTo>
                  <a:lnTo>
                    <a:pt x="1760857" y="3644215"/>
                  </a:lnTo>
                  <a:lnTo>
                    <a:pt x="1760966" y="3644215"/>
                  </a:lnTo>
                  <a:lnTo>
                    <a:pt x="1761074" y="3644215"/>
                  </a:lnTo>
                  <a:lnTo>
                    <a:pt x="1761183" y="3644215"/>
                  </a:lnTo>
                  <a:lnTo>
                    <a:pt x="1761291" y="3644215"/>
                  </a:lnTo>
                  <a:lnTo>
                    <a:pt x="1761291" y="3643591"/>
                  </a:lnTo>
                  <a:lnTo>
                    <a:pt x="1761291" y="3642967"/>
                  </a:lnTo>
                  <a:lnTo>
                    <a:pt x="1761400" y="3642967"/>
                  </a:lnTo>
                  <a:lnTo>
                    <a:pt x="1761508" y="3642967"/>
                  </a:lnTo>
                  <a:lnTo>
                    <a:pt x="1761508" y="3642344"/>
                  </a:lnTo>
                  <a:lnTo>
                    <a:pt x="1761617" y="3642344"/>
                  </a:lnTo>
                  <a:lnTo>
                    <a:pt x="1761725" y="3642344"/>
                  </a:lnTo>
                  <a:lnTo>
                    <a:pt x="1761833" y="3642344"/>
                  </a:lnTo>
                  <a:lnTo>
                    <a:pt x="1761942" y="3642344"/>
                  </a:lnTo>
                  <a:lnTo>
                    <a:pt x="1761942" y="3641720"/>
                  </a:lnTo>
                  <a:lnTo>
                    <a:pt x="1762050" y="3641720"/>
                  </a:lnTo>
                  <a:lnTo>
                    <a:pt x="1762159" y="3641720"/>
                  </a:lnTo>
                  <a:lnTo>
                    <a:pt x="1762267" y="3641720"/>
                  </a:lnTo>
                  <a:lnTo>
                    <a:pt x="1762376" y="3641720"/>
                  </a:lnTo>
                  <a:lnTo>
                    <a:pt x="1762484" y="3641720"/>
                  </a:lnTo>
                  <a:lnTo>
                    <a:pt x="1762593" y="3641720"/>
                  </a:lnTo>
                  <a:lnTo>
                    <a:pt x="1762593" y="3641097"/>
                  </a:lnTo>
                  <a:lnTo>
                    <a:pt x="1762701" y="3641097"/>
                  </a:lnTo>
                  <a:lnTo>
                    <a:pt x="1762809" y="3641097"/>
                  </a:lnTo>
                  <a:lnTo>
                    <a:pt x="1762918" y="3641097"/>
                  </a:lnTo>
                  <a:lnTo>
                    <a:pt x="1763026" y="3641097"/>
                  </a:lnTo>
                  <a:lnTo>
                    <a:pt x="1763026" y="3640473"/>
                  </a:lnTo>
                  <a:lnTo>
                    <a:pt x="1763135" y="3640473"/>
                  </a:lnTo>
                  <a:lnTo>
                    <a:pt x="1763243" y="3640473"/>
                  </a:lnTo>
                  <a:lnTo>
                    <a:pt x="1763352" y="3640473"/>
                  </a:lnTo>
                  <a:lnTo>
                    <a:pt x="1763460" y="3640473"/>
                  </a:lnTo>
                  <a:lnTo>
                    <a:pt x="1763569" y="3640473"/>
                  </a:lnTo>
                  <a:lnTo>
                    <a:pt x="1763677" y="3640473"/>
                  </a:lnTo>
                  <a:lnTo>
                    <a:pt x="1763785" y="3640473"/>
                  </a:lnTo>
                  <a:lnTo>
                    <a:pt x="1763894" y="3640473"/>
                  </a:lnTo>
                  <a:lnTo>
                    <a:pt x="1763894" y="3639849"/>
                  </a:lnTo>
                  <a:lnTo>
                    <a:pt x="1764002" y="3639849"/>
                  </a:lnTo>
                  <a:lnTo>
                    <a:pt x="1764111" y="3639849"/>
                  </a:lnTo>
                  <a:lnTo>
                    <a:pt x="1764219" y="3639849"/>
                  </a:lnTo>
                  <a:lnTo>
                    <a:pt x="1764328" y="3639849"/>
                  </a:lnTo>
                  <a:lnTo>
                    <a:pt x="1764436" y="3639849"/>
                  </a:lnTo>
                  <a:lnTo>
                    <a:pt x="1764545" y="3639849"/>
                  </a:lnTo>
                  <a:lnTo>
                    <a:pt x="1764653" y="3639849"/>
                  </a:lnTo>
                  <a:lnTo>
                    <a:pt x="1764762" y="3639849"/>
                  </a:lnTo>
                  <a:lnTo>
                    <a:pt x="1764870" y="3639849"/>
                  </a:lnTo>
                  <a:lnTo>
                    <a:pt x="1764978" y="3639849"/>
                  </a:lnTo>
                  <a:lnTo>
                    <a:pt x="1765087" y="3639849"/>
                  </a:lnTo>
                  <a:lnTo>
                    <a:pt x="1765195" y="3639849"/>
                  </a:lnTo>
                  <a:lnTo>
                    <a:pt x="1765304" y="3639849"/>
                  </a:lnTo>
                  <a:lnTo>
                    <a:pt x="1765412" y="3639849"/>
                  </a:lnTo>
                  <a:lnTo>
                    <a:pt x="1765521" y="3639849"/>
                  </a:lnTo>
                  <a:lnTo>
                    <a:pt x="1765629" y="3639849"/>
                  </a:lnTo>
                  <a:lnTo>
                    <a:pt x="1765738" y="3639849"/>
                  </a:lnTo>
                  <a:lnTo>
                    <a:pt x="1765846" y="3639849"/>
                  </a:lnTo>
                  <a:lnTo>
                    <a:pt x="1765954" y="3639849"/>
                  </a:lnTo>
                  <a:lnTo>
                    <a:pt x="1766063" y="3639849"/>
                  </a:lnTo>
                  <a:lnTo>
                    <a:pt x="1766063" y="3639226"/>
                  </a:lnTo>
                  <a:lnTo>
                    <a:pt x="1766063" y="3638602"/>
                  </a:lnTo>
                  <a:lnTo>
                    <a:pt x="1766171" y="3638602"/>
                  </a:lnTo>
                  <a:lnTo>
                    <a:pt x="1766280" y="3638602"/>
                  </a:lnTo>
                  <a:lnTo>
                    <a:pt x="1766388" y="3638602"/>
                  </a:lnTo>
                  <a:lnTo>
                    <a:pt x="1766497" y="3638602"/>
                  </a:lnTo>
                  <a:lnTo>
                    <a:pt x="1766605" y="3638602"/>
                  </a:lnTo>
                  <a:lnTo>
                    <a:pt x="1766714" y="3638602"/>
                  </a:lnTo>
                  <a:lnTo>
                    <a:pt x="1766714" y="3637979"/>
                  </a:lnTo>
                  <a:lnTo>
                    <a:pt x="1766822" y="3637979"/>
                  </a:lnTo>
                  <a:lnTo>
                    <a:pt x="1766930" y="3637979"/>
                  </a:lnTo>
                  <a:lnTo>
                    <a:pt x="1766930" y="3637355"/>
                  </a:lnTo>
                  <a:lnTo>
                    <a:pt x="1767039" y="3637355"/>
                  </a:lnTo>
                  <a:lnTo>
                    <a:pt x="1767039" y="3636732"/>
                  </a:lnTo>
                  <a:lnTo>
                    <a:pt x="1767147" y="3636732"/>
                  </a:lnTo>
                  <a:lnTo>
                    <a:pt x="1767147" y="3636108"/>
                  </a:lnTo>
                  <a:lnTo>
                    <a:pt x="1767256" y="3636108"/>
                  </a:lnTo>
                  <a:lnTo>
                    <a:pt x="1767256" y="3635484"/>
                  </a:lnTo>
                  <a:lnTo>
                    <a:pt x="1767364" y="3635484"/>
                  </a:lnTo>
                  <a:lnTo>
                    <a:pt x="1767473" y="3635484"/>
                  </a:lnTo>
                  <a:lnTo>
                    <a:pt x="1767581" y="3635484"/>
                  </a:lnTo>
                  <a:lnTo>
                    <a:pt x="1767690" y="3635484"/>
                  </a:lnTo>
                  <a:lnTo>
                    <a:pt x="1767798" y="3635484"/>
                  </a:lnTo>
                  <a:lnTo>
                    <a:pt x="1767906" y="3635484"/>
                  </a:lnTo>
                  <a:lnTo>
                    <a:pt x="1768015" y="3635484"/>
                  </a:lnTo>
                  <a:lnTo>
                    <a:pt x="1768123" y="3635484"/>
                  </a:lnTo>
                  <a:lnTo>
                    <a:pt x="1768232" y="3635484"/>
                  </a:lnTo>
                  <a:lnTo>
                    <a:pt x="1768232" y="3634861"/>
                  </a:lnTo>
                  <a:lnTo>
                    <a:pt x="1768340" y="3634861"/>
                  </a:lnTo>
                  <a:lnTo>
                    <a:pt x="1768340" y="3634237"/>
                  </a:lnTo>
                  <a:lnTo>
                    <a:pt x="1768449" y="3634237"/>
                  </a:lnTo>
                  <a:lnTo>
                    <a:pt x="1768449" y="3633614"/>
                  </a:lnTo>
                  <a:lnTo>
                    <a:pt x="1768449" y="3632990"/>
                  </a:lnTo>
                  <a:lnTo>
                    <a:pt x="1768557" y="3632990"/>
                  </a:lnTo>
                  <a:lnTo>
                    <a:pt x="1768666" y="3632990"/>
                  </a:lnTo>
                  <a:lnTo>
                    <a:pt x="1768774" y="3632990"/>
                  </a:lnTo>
                  <a:lnTo>
                    <a:pt x="1768882" y="3632990"/>
                  </a:lnTo>
                  <a:lnTo>
                    <a:pt x="1768991" y="3632990"/>
                  </a:lnTo>
                  <a:lnTo>
                    <a:pt x="1769099" y="3632990"/>
                  </a:lnTo>
                  <a:lnTo>
                    <a:pt x="1769099" y="3632367"/>
                  </a:lnTo>
                  <a:lnTo>
                    <a:pt x="1769208" y="3632367"/>
                  </a:lnTo>
                  <a:lnTo>
                    <a:pt x="1769208" y="3631743"/>
                  </a:lnTo>
                  <a:lnTo>
                    <a:pt x="1769316" y="3631743"/>
                  </a:lnTo>
                  <a:lnTo>
                    <a:pt x="1769425" y="3631743"/>
                  </a:lnTo>
                  <a:lnTo>
                    <a:pt x="1769533" y="3631743"/>
                  </a:lnTo>
                  <a:lnTo>
                    <a:pt x="1769642" y="3631743"/>
                  </a:lnTo>
                  <a:lnTo>
                    <a:pt x="1769750" y="3631743"/>
                  </a:lnTo>
                  <a:lnTo>
                    <a:pt x="1769750" y="3631119"/>
                  </a:lnTo>
                  <a:lnTo>
                    <a:pt x="1769859" y="3631119"/>
                  </a:lnTo>
                  <a:lnTo>
                    <a:pt x="1769859" y="3630496"/>
                  </a:lnTo>
                  <a:lnTo>
                    <a:pt x="1769967" y="3630496"/>
                  </a:lnTo>
                  <a:lnTo>
                    <a:pt x="1770075" y="3630496"/>
                  </a:lnTo>
                  <a:lnTo>
                    <a:pt x="1770184" y="3630496"/>
                  </a:lnTo>
                  <a:lnTo>
                    <a:pt x="1770292" y="3630496"/>
                  </a:lnTo>
                  <a:lnTo>
                    <a:pt x="1770401" y="3630496"/>
                  </a:lnTo>
                  <a:lnTo>
                    <a:pt x="1770509" y="3630496"/>
                  </a:lnTo>
                  <a:lnTo>
                    <a:pt x="1770509" y="3629872"/>
                  </a:lnTo>
                  <a:lnTo>
                    <a:pt x="1770618" y="3629872"/>
                  </a:lnTo>
                  <a:lnTo>
                    <a:pt x="1770726" y="3629872"/>
                  </a:lnTo>
                  <a:lnTo>
                    <a:pt x="1770835" y="3629872"/>
                  </a:lnTo>
                  <a:lnTo>
                    <a:pt x="1770943" y="3629872"/>
                  </a:lnTo>
                  <a:lnTo>
                    <a:pt x="1771051" y="3629872"/>
                  </a:lnTo>
                  <a:lnTo>
                    <a:pt x="1771160" y="3629872"/>
                  </a:lnTo>
                  <a:lnTo>
                    <a:pt x="1771268" y="3629872"/>
                  </a:lnTo>
                  <a:lnTo>
                    <a:pt x="1771377" y="3629872"/>
                  </a:lnTo>
                  <a:lnTo>
                    <a:pt x="1771485" y="3629872"/>
                  </a:lnTo>
                  <a:lnTo>
                    <a:pt x="1771594" y="3629872"/>
                  </a:lnTo>
                  <a:lnTo>
                    <a:pt x="1771702" y="3629872"/>
                  </a:lnTo>
                  <a:lnTo>
                    <a:pt x="1771811" y="3629872"/>
                  </a:lnTo>
                  <a:lnTo>
                    <a:pt x="1771919" y="3629872"/>
                  </a:lnTo>
                  <a:lnTo>
                    <a:pt x="1772027" y="3629872"/>
                  </a:lnTo>
                  <a:lnTo>
                    <a:pt x="1772136" y="3629872"/>
                  </a:lnTo>
                  <a:lnTo>
                    <a:pt x="1772136" y="3629249"/>
                  </a:lnTo>
                  <a:lnTo>
                    <a:pt x="1772244" y="3629249"/>
                  </a:lnTo>
                  <a:lnTo>
                    <a:pt x="1772353" y="3629249"/>
                  </a:lnTo>
                  <a:lnTo>
                    <a:pt x="1772461" y="3629249"/>
                  </a:lnTo>
                  <a:lnTo>
                    <a:pt x="1772570" y="3629249"/>
                  </a:lnTo>
                  <a:lnTo>
                    <a:pt x="1772570" y="3628625"/>
                  </a:lnTo>
                  <a:lnTo>
                    <a:pt x="1772678" y="3628625"/>
                  </a:lnTo>
                  <a:lnTo>
                    <a:pt x="1772678" y="3628001"/>
                  </a:lnTo>
                  <a:lnTo>
                    <a:pt x="1772787" y="3628001"/>
                  </a:lnTo>
                  <a:lnTo>
                    <a:pt x="1772895" y="3628001"/>
                  </a:lnTo>
                  <a:lnTo>
                    <a:pt x="1773003" y="3628001"/>
                  </a:lnTo>
                  <a:lnTo>
                    <a:pt x="1773112" y="3628001"/>
                  </a:lnTo>
                  <a:lnTo>
                    <a:pt x="1773220" y="3628001"/>
                  </a:lnTo>
                  <a:lnTo>
                    <a:pt x="1773329" y="3628001"/>
                  </a:lnTo>
                  <a:lnTo>
                    <a:pt x="1773329" y="3627378"/>
                  </a:lnTo>
                  <a:lnTo>
                    <a:pt x="1773437" y="3627378"/>
                  </a:lnTo>
                  <a:lnTo>
                    <a:pt x="1773546" y="3627378"/>
                  </a:lnTo>
                  <a:lnTo>
                    <a:pt x="1773546" y="3626754"/>
                  </a:lnTo>
                  <a:lnTo>
                    <a:pt x="1773546" y="3626131"/>
                  </a:lnTo>
                  <a:lnTo>
                    <a:pt x="1773654" y="3626131"/>
                  </a:lnTo>
                  <a:lnTo>
                    <a:pt x="1773654" y="3625507"/>
                  </a:lnTo>
                  <a:lnTo>
                    <a:pt x="1773763" y="3625507"/>
                  </a:lnTo>
                  <a:lnTo>
                    <a:pt x="1773763" y="3624884"/>
                  </a:lnTo>
                  <a:lnTo>
                    <a:pt x="1773871" y="3624884"/>
                  </a:lnTo>
                  <a:lnTo>
                    <a:pt x="1773980" y="3624884"/>
                  </a:lnTo>
                  <a:lnTo>
                    <a:pt x="1774088" y="3624884"/>
                  </a:lnTo>
                  <a:lnTo>
                    <a:pt x="1774088" y="3624260"/>
                  </a:lnTo>
                  <a:lnTo>
                    <a:pt x="1774088" y="3623636"/>
                  </a:lnTo>
                  <a:lnTo>
                    <a:pt x="1774196" y="3623636"/>
                  </a:lnTo>
                  <a:lnTo>
                    <a:pt x="1774305" y="3623636"/>
                  </a:lnTo>
                  <a:lnTo>
                    <a:pt x="1774413" y="3623636"/>
                  </a:lnTo>
                  <a:lnTo>
                    <a:pt x="1774522" y="3623636"/>
                  </a:lnTo>
                  <a:lnTo>
                    <a:pt x="1774630" y="3623636"/>
                  </a:lnTo>
                  <a:lnTo>
                    <a:pt x="1774739" y="3623636"/>
                  </a:lnTo>
                  <a:lnTo>
                    <a:pt x="1774739" y="3623013"/>
                  </a:lnTo>
                  <a:lnTo>
                    <a:pt x="1774847" y="3623013"/>
                  </a:lnTo>
                  <a:lnTo>
                    <a:pt x="1774847" y="3622389"/>
                  </a:lnTo>
                  <a:lnTo>
                    <a:pt x="1774956" y="3622389"/>
                  </a:lnTo>
                  <a:lnTo>
                    <a:pt x="1775064" y="3622389"/>
                  </a:lnTo>
                  <a:lnTo>
                    <a:pt x="1775172" y="3622389"/>
                  </a:lnTo>
                  <a:lnTo>
                    <a:pt x="1775281" y="3622389"/>
                  </a:lnTo>
                  <a:lnTo>
                    <a:pt x="1775389" y="3622389"/>
                  </a:lnTo>
                  <a:lnTo>
                    <a:pt x="1775498" y="3622389"/>
                  </a:lnTo>
                  <a:lnTo>
                    <a:pt x="1775498" y="3621766"/>
                  </a:lnTo>
                  <a:lnTo>
                    <a:pt x="1775606" y="3621766"/>
                  </a:lnTo>
                  <a:lnTo>
                    <a:pt x="1775606" y="3621142"/>
                  </a:lnTo>
                  <a:lnTo>
                    <a:pt x="1775715" y="3621142"/>
                  </a:lnTo>
                  <a:lnTo>
                    <a:pt x="1775715" y="3620518"/>
                  </a:lnTo>
                  <a:lnTo>
                    <a:pt x="1775715" y="3619895"/>
                  </a:lnTo>
                  <a:lnTo>
                    <a:pt x="1775823" y="3619895"/>
                  </a:lnTo>
                  <a:lnTo>
                    <a:pt x="1775932" y="3619895"/>
                  </a:lnTo>
                  <a:lnTo>
                    <a:pt x="1776040" y="3619895"/>
                  </a:lnTo>
                  <a:lnTo>
                    <a:pt x="1776148" y="3619895"/>
                  </a:lnTo>
                  <a:lnTo>
                    <a:pt x="1776257" y="3619895"/>
                  </a:lnTo>
                  <a:lnTo>
                    <a:pt x="1776365" y="3619895"/>
                  </a:lnTo>
                  <a:lnTo>
                    <a:pt x="1776474" y="3619895"/>
                  </a:lnTo>
                  <a:lnTo>
                    <a:pt x="1776582" y="3619895"/>
                  </a:lnTo>
                  <a:lnTo>
                    <a:pt x="1776691" y="3619895"/>
                  </a:lnTo>
                  <a:lnTo>
                    <a:pt x="1776799" y="3619895"/>
                  </a:lnTo>
                  <a:lnTo>
                    <a:pt x="1776908" y="3619895"/>
                  </a:lnTo>
                  <a:lnTo>
                    <a:pt x="1777016" y="3619895"/>
                  </a:lnTo>
                  <a:lnTo>
                    <a:pt x="1777016" y="3619271"/>
                  </a:lnTo>
                  <a:lnTo>
                    <a:pt x="1777124" y="3619271"/>
                  </a:lnTo>
                  <a:lnTo>
                    <a:pt x="1777233" y="3619271"/>
                  </a:lnTo>
                  <a:lnTo>
                    <a:pt x="1777341" y="3619271"/>
                  </a:lnTo>
                  <a:lnTo>
                    <a:pt x="1777450" y="3619271"/>
                  </a:lnTo>
                  <a:lnTo>
                    <a:pt x="1777558" y="3619271"/>
                  </a:lnTo>
                  <a:lnTo>
                    <a:pt x="1777558" y="3618648"/>
                  </a:lnTo>
                  <a:lnTo>
                    <a:pt x="1777558" y="3618024"/>
                  </a:lnTo>
                  <a:lnTo>
                    <a:pt x="1777667" y="3618024"/>
                  </a:lnTo>
                  <a:lnTo>
                    <a:pt x="1777775" y="3618024"/>
                  </a:lnTo>
                  <a:lnTo>
                    <a:pt x="1777775" y="3617401"/>
                  </a:lnTo>
                  <a:lnTo>
                    <a:pt x="1777775" y="3616777"/>
                  </a:lnTo>
                  <a:lnTo>
                    <a:pt x="1777884" y="3616777"/>
                  </a:lnTo>
                  <a:lnTo>
                    <a:pt x="1777992" y="3616777"/>
                  </a:lnTo>
                  <a:lnTo>
                    <a:pt x="1778101" y="3616777"/>
                  </a:lnTo>
                  <a:lnTo>
                    <a:pt x="1778209" y="3616777"/>
                  </a:lnTo>
                  <a:lnTo>
                    <a:pt x="1778317" y="3616777"/>
                  </a:lnTo>
                  <a:lnTo>
                    <a:pt x="1778317" y="3616153"/>
                  </a:lnTo>
                  <a:lnTo>
                    <a:pt x="1778426" y="3616153"/>
                  </a:lnTo>
                  <a:lnTo>
                    <a:pt x="1778534" y="3616153"/>
                  </a:lnTo>
                  <a:lnTo>
                    <a:pt x="1778534" y="3615530"/>
                  </a:lnTo>
                  <a:lnTo>
                    <a:pt x="1778643" y="3615530"/>
                  </a:lnTo>
                  <a:lnTo>
                    <a:pt x="1778751" y="3615530"/>
                  </a:lnTo>
                  <a:lnTo>
                    <a:pt x="1778860" y="3615530"/>
                  </a:lnTo>
                  <a:lnTo>
                    <a:pt x="1778968" y="3615530"/>
                  </a:lnTo>
                  <a:lnTo>
                    <a:pt x="1779077" y="3615530"/>
                  </a:lnTo>
                  <a:lnTo>
                    <a:pt x="1779185" y="3615530"/>
                  </a:lnTo>
                  <a:lnTo>
                    <a:pt x="1779293" y="3615530"/>
                  </a:lnTo>
                  <a:lnTo>
                    <a:pt x="1779402" y="3615530"/>
                  </a:lnTo>
                  <a:lnTo>
                    <a:pt x="1779510" y="3615530"/>
                  </a:lnTo>
                  <a:lnTo>
                    <a:pt x="1779619" y="3615530"/>
                  </a:lnTo>
                  <a:lnTo>
                    <a:pt x="1779727" y="3615530"/>
                  </a:lnTo>
                  <a:lnTo>
                    <a:pt x="1779836" y="3615530"/>
                  </a:lnTo>
                  <a:lnTo>
                    <a:pt x="1779944" y="3615530"/>
                  </a:lnTo>
                  <a:lnTo>
                    <a:pt x="1780053" y="3615530"/>
                  </a:lnTo>
                  <a:lnTo>
                    <a:pt x="1780161" y="3615530"/>
                  </a:lnTo>
                  <a:lnTo>
                    <a:pt x="1780269" y="3615530"/>
                  </a:lnTo>
                  <a:lnTo>
                    <a:pt x="1780378" y="3615530"/>
                  </a:lnTo>
                  <a:lnTo>
                    <a:pt x="1780486" y="3615530"/>
                  </a:lnTo>
                  <a:lnTo>
                    <a:pt x="1780595" y="3615530"/>
                  </a:lnTo>
                  <a:lnTo>
                    <a:pt x="1780595" y="3614906"/>
                  </a:lnTo>
                  <a:lnTo>
                    <a:pt x="1780703" y="3614906"/>
                  </a:lnTo>
                  <a:lnTo>
                    <a:pt x="1780703" y="3614283"/>
                  </a:lnTo>
                  <a:lnTo>
                    <a:pt x="1780812" y="3614283"/>
                  </a:lnTo>
                  <a:lnTo>
                    <a:pt x="1780920" y="3614283"/>
                  </a:lnTo>
                  <a:lnTo>
                    <a:pt x="1781029" y="3614283"/>
                  </a:lnTo>
                  <a:lnTo>
                    <a:pt x="1781137" y="3614283"/>
                  </a:lnTo>
                  <a:lnTo>
                    <a:pt x="1781245" y="3614283"/>
                  </a:lnTo>
                  <a:lnTo>
                    <a:pt x="1781354" y="3614283"/>
                  </a:lnTo>
                  <a:lnTo>
                    <a:pt x="1781354" y="3613659"/>
                  </a:lnTo>
                  <a:lnTo>
                    <a:pt x="1781462" y="3613659"/>
                  </a:lnTo>
                  <a:lnTo>
                    <a:pt x="1781571" y="3613659"/>
                  </a:lnTo>
                  <a:lnTo>
                    <a:pt x="1781679" y="3613659"/>
                  </a:lnTo>
                  <a:lnTo>
                    <a:pt x="1781788" y="3613659"/>
                  </a:lnTo>
                  <a:lnTo>
                    <a:pt x="1781896" y="3613659"/>
                  </a:lnTo>
                  <a:lnTo>
                    <a:pt x="1782005" y="3613659"/>
                  </a:lnTo>
                  <a:lnTo>
                    <a:pt x="1782113" y="3613659"/>
                  </a:lnTo>
                  <a:lnTo>
                    <a:pt x="1782222" y="3613659"/>
                  </a:lnTo>
                  <a:lnTo>
                    <a:pt x="1782222" y="3613035"/>
                  </a:lnTo>
                  <a:lnTo>
                    <a:pt x="1782222" y="3612412"/>
                  </a:lnTo>
                  <a:lnTo>
                    <a:pt x="1782330" y="3612412"/>
                  </a:lnTo>
                  <a:lnTo>
                    <a:pt x="1782438" y="3612412"/>
                  </a:lnTo>
                  <a:lnTo>
                    <a:pt x="1782547" y="3612412"/>
                  </a:lnTo>
                  <a:lnTo>
                    <a:pt x="1782655" y="3612412"/>
                  </a:lnTo>
                  <a:lnTo>
                    <a:pt x="1782764" y="3612412"/>
                  </a:lnTo>
                  <a:lnTo>
                    <a:pt x="1782872" y="3612412"/>
                  </a:lnTo>
                  <a:lnTo>
                    <a:pt x="1782981" y="3612412"/>
                  </a:lnTo>
                  <a:lnTo>
                    <a:pt x="1782981" y="3611788"/>
                  </a:lnTo>
                  <a:lnTo>
                    <a:pt x="1782981" y="3611165"/>
                  </a:lnTo>
                  <a:lnTo>
                    <a:pt x="1783089" y="3611165"/>
                  </a:lnTo>
                  <a:lnTo>
                    <a:pt x="1783198" y="3611165"/>
                  </a:lnTo>
                  <a:lnTo>
                    <a:pt x="1783198" y="3610541"/>
                  </a:lnTo>
                  <a:lnTo>
                    <a:pt x="1783198" y="3609918"/>
                  </a:lnTo>
                  <a:lnTo>
                    <a:pt x="1783306" y="3609918"/>
                  </a:lnTo>
                  <a:lnTo>
                    <a:pt x="1783414" y="3609918"/>
                  </a:lnTo>
                  <a:lnTo>
                    <a:pt x="1783523" y="3609918"/>
                  </a:lnTo>
                  <a:lnTo>
                    <a:pt x="1783631" y="3609918"/>
                  </a:lnTo>
                  <a:lnTo>
                    <a:pt x="1783740" y="3609918"/>
                  </a:lnTo>
                  <a:lnTo>
                    <a:pt x="1783848" y="3609918"/>
                  </a:lnTo>
                  <a:lnTo>
                    <a:pt x="1783957" y="3609918"/>
                  </a:lnTo>
                  <a:lnTo>
                    <a:pt x="1784065" y="3609918"/>
                  </a:lnTo>
                  <a:lnTo>
                    <a:pt x="1784174" y="3609918"/>
                  </a:lnTo>
                  <a:lnTo>
                    <a:pt x="1784282" y="3609918"/>
                  </a:lnTo>
                  <a:lnTo>
                    <a:pt x="1784390" y="3609918"/>
                  </a:lnTo>
                  <a:lnTo>
                    <a:pt x="1784499" y="3609918"/>
                  </a:lnTo>
                  <a:lnTo>
                    <a:pt x="1784607" y="3609918"/>
                  </a:lnTo>
                  <a:lnTo>
                    <a:pt x="1784607" y="3609294"/>
                  </a:lnTo>
                  <a:lnTo>
                    <a:pt x="1784716" y="3609294"/>
                  </a:lnTo>
                  <a:lnTo>
                    <a:pt x="1784824" y="3609294"/>
                  </a:lnTo>
                  <a:lnTo>
                    <a:pt x="1784933" y="3609294"/>
                  </a:lnTo>
                  <a:lnTo>
                    <a:pt x="1785041" y="3609294"/>
                  </a:lnTo>
                  <a:lnTo>
                    <a:pt x="1785150" y="3609294"/>
                  </a:lnTo>
                  <a:lnTo>
                    <a:pt x="1785150" y="3608670"/>
                  </a:lnTo>
                  <a:lnTo>
                    <a:pt x="1785258" y="3608670"/>
                  </a:lnTo>
                  <a:lnTo>
                    <a:pt x="1785366" y="3608670"/>
                  </a:lnTo>
                  <a:lnTo>
                    <a:pt x="1785475" y="3608670"/>
                  </a:lnTo>
                  <a:lnTo>
                    <a:pt x="1785583" y="3608670"/>
                  </a:lnTo>
                  <a:lnTo>
                    <a:pt x="1785692" y="3608670"/>
                  </a:lnTo>
                  <a:lnTo>
                    <a:pt x="1785800" y="3608670"/>
                  </a:lnTo>
                  <a:lnTo>
                    <a:pt x="1785909" y="3608670"/>
                  </a:lnTo>
                  <a:lnTo>
                    <a:pt x="1786017" y="3608670"/>
                  </a:lnTo>
                  <a:lnTo>
                    <a:pt x="1786017" y="3608047"/>
                  </a:lnTo>
                  <a:lnTo>
                    <a:pt x="1786126" y="3608047"/>
                  </a:lnTo>
                  <a:lnTo>
                    <a:pt x="1786234" y="3608047"/>
                  </a:lnTo>
                  <a:lnTo>
                    <a:pt x="1786343" y="3608047"/>
                  </a:lnTo>
                  <a:lnTo>
                    <a:pt x="1786451" y="3608047"/>
                  </a:lnTo>
                  <a:lnTo>
                    <a:pt x="1786559" y="3608047"/>
                  </a:lnTo>
                  <a:lnTo>
                    <a:pt x="1786668" y="3608047"/>
                  </a:lnTo>
                  <a:lnTo>
                    <a:pt x="1786776" y="3608047"/>
                  </a:lnTo>
                  <a:lnTo>
                    <a:pt x="1786885" y="3608047"/>
                  </a:lnTo>
                  <a:lnTo>
                    <a:pt x="1786993" y="3608047"/>
                  </a:lnTo>
                  <a:lnTo>
                    <a:pt x="1787102" y="3608047"/>
                  </a:lnTo>
                  <a:lnTo>
                    <a:pt x="1787210" y="3608047"/>
                  </a:lnTo>
                  <a:lnTo>
                    <a:pt x="1787319" y="3608047"/>
                  </a:lnTo>
                  <a:lnTo>
                    <a:pt x="1787427" y="3608047"/>
                  </a:lnTo>
                  <a:lnTo>
                    <a:pt x="1787535" y="3608047"/>
                  </a:lnTo>
                  <a:lnTo>
                    <a:pt x="1787644" y="3608047"/>
                  </a:lnTo>
                  <a:lnTo>
                    <a:pt x="1787752" y="3608047"/>
                  </a:lnTo>
                  <a:lnTo>
                    <a:pt x="1787752" y="3607423"/>
                  </a:lnTo>
                  <a:lnTo>
                    <a:pt x="1787861" y="3607423"/>
                  </a:lnTo>
                  <a:lnTo>
                    <a:pt x="1787969" y="3607423"/>
                  </a:lnTo>
                  <a:lnTo>
                    <a:pt x="1788078" y="3607423"/>
                  </a:lnTo>
                  <a:lnTo>
                    <a:pt x="1788186" y="3607423"/>
                  </a:lnTo>
                  <a:lnTo>
                    <a:pt x="1788295" y="3607423"/>
                  </a:lnTo>
                  <a:lnTo>
                    <a:pt x="1788403" y="3607423"/>
                  </a:lnTo>
                  <a:lnTo>
                    <a:pt x="1788511" y="3607423"/>
                  </a:lnTo>
                  <a:lnTo>
                    <a:pt x="1788620" y="3607423"/>
                  </a:lnTo>
                  <a:lnTo>
                    <a:pt x="1788728" y="3607423"/>
                  </a:lnTo>
                  <a:lnTo>
                    <a:pt x="1788837" y="3607423"/>
                  </a:lnTo>
                  <a:lnTo>
                    <a:pt x="1788837" y="3606800"/>
                  </a:lnTo>
                  <a:lnTo>
                    <a:pt x="1788945" y="3606800"/>
                  </a:lnTo>
                  <a:lnTo>
                    <a:pt x="1789054" y="3606800"/>
                  </a:lnTo>
                  <a:lnTo>
                    <a:pt x="1789162" y="3606800"/>
                  </a:lnTo>
                  <a:lnTo>
                    <a:pt x="1789271" y="3606800"/>
                  </a:lnTo>
                  <a:lnTo>
                    <a:pt x="1789379" y="3606800"/>
                  </a:lnTo>
                  <a:lnTo>
                    <a:pt x="1789487" y="3606800"/>
                  </a:lnTo>
                  <a:lnTo>
                    <a:pt x="1789596" y="3606800"/>
                  </a:lnTo>
                  <a:lnTo>
                    <a:pt x="1789704" y="3606800"/>
                  </a:lnTo>
                  <a:lnTo>
                    <a:pt x="1789813" y="3606800"/>
                  </a:lnTo>
                  <a:lnTo>
                    <a:pt x="1789921" y="3606800"/>
                  </a:lnTo>
                  <a:lnTo>
                    <a:pt x="1790030" y="3606800"/>
                  </a:lnTo>
                  <a:lnTo>
                    <a:pt x="1790138" y="3606800"/>
                  </a:lnTo>
                  <a:lnTo>
                    <a:pt x="1790247" y="3606800"/>
                  </a:lnTo>
                  <a:lnTo>
                    <a:pt x="1790355" y="3606800"/>
                  </a:lnTo>
                  <a:lnTo>
                    <a:pt x="1790463" y="3606800"/>
                  </a:lnTo>
                  <a:lnTo>
                    <a:pt x="1790463" y="3606176"/>
                  </a:lnTo>
                  <a:lnTo>
                    <a:pt x="1790572" y="3606176"/>
                  </a:lnTo>
                  <a:lnTo>
                    <a:pt x="1790680" y="3606176"/>
                  </a:lnTo>
                  <a:lnTo>
                    <a:pt x="1790680" y="3605552"/>
                  </a:lnTo>
                  <a:lnTo>
                    <a:pt x="1790789" y="3605552"/>
                  </a:lnTo>
                  <a:lnTo>
                    <a:pt x="1790897" y="3605552"/>
                  </a:lnTo>
                  <a:lnTo>
                    <a:pt x="1791006" y="3605552"/>
                  </a:lnTo>
                  <a:lnTo>
                    <a:pt x="1791114" y="3605552"/>
                  </a:lnTo>
                  <a:lnTo>
                    <a:pt x="1791223" y="3605552"/>
                  </a:lnTo>
                  <a:lnTo>
                    <a:pt x="1791331" y="3605552"/>
                  </a:lnTo>
                  <a:lnTo>
                    <a:pt x="1791440" y="3605552"/>
                  </a:lnTo>
                  <a:lnTo>
                    <a:pt x="1791548" y="3605552"/>
                  </a:lnTo>
                  <a:lnTo>
                    <a:pt x="1791656" y="3605552"/>
                  </a:lnTo>
                  <a:lnTo>
                    <a:pt x="1791765" y="3605552"/>
                  </a:lnTo>
                  <a:lnTo>
                    <a:pt x="1791873" y="3605552"/>
                  </a:lnTo>
                  <a:lnTo>
                    <a:pt x="1791873" y="3604929"/>
                  </a:lnTo>
                  <a:lnTo>
                    <a:pt x="1791982" y="3604929"/>
                  </a:lnTo>
                  <a:lnTo>
                    <a:pt x="1792090" y="3604929"/>
                  </a:lnTo>
                  <a:lnTo>
                    <a:pt x="1792199" y="3604929"/>
                  </a:lnTo>
                  <a:lnTo>
                    <a:pt x="1792307" y="3604929"/>
                  </a:lnTo>
                  <a:lnTo>
                    <a:pt x="1792416" y="3604929"/>
                  </a:lnTo>
                  <a:lnTo>
                    <a:pt x="1792524" y="3604929"/>
                  </a:lnTo>
                  <a:lnTo>
                    <a:pt x="1792632" y="3604929"/>
                  </a:lnTo>
                  <a:lnTo>
                    <a:pt x="1792741" y="3604929"/>
                  </a:lnTo>
                  <a:lnTo>
                    <a:pt x="1792741" y="3604305"/>
                  </a:lnTo>
                  <a:lnTo>
                    <a:pt x="1792849" y="3604305"/>
                  </a:lnTo>
                  <a:lnTo>
                    <a:pt x="1792849" y="3603682"/>
                  </a:lnTo>
                  <a:lnTo>
                    <a:pt x="1792849" y="3603058"/>
                  </a:lnTo>
                  <a:lnTo>
                    <a:pt x="1792958" y="3603058"/>
                  </a:lnTo>
                  <a:lnTo>
                    <a:pt x="1793066" y="3603058"/>
                  </a:lnTo>
                  <a:lnTo>
                    <a:pt x="1793066" y="3602435"/>
                  </a:lnTo>
                  <a:lnTo>
                    <a:pt x="1793175" y="3602435"/>
                  </a:lnTo>
                  <a:lnTo>
                    <a:pt x="1793283" y="3602435"/>
                  </a:lnTo>
                  <a:lnTo>
                    <a:pt x="1793392" y="3602435"/>
                  </a:lnTo>
                  <a:lnTo>
                    <a:pt x="1793392" y="3601811"/>
                  </a:lnTo>
                  <a:lnTo>
                    <a:pt x="1793500" y="3601811"/>
                  </a:lnTo>
                  <a:lnTo>
                    <a:pt x="1793608" y="3601811"/>
                  </a:lnTo>
                  <a:lnTo>
                    <a:pt x="1793717" y="3601811"/>
                  </a:lnTo>
                  <a:lnTo>
                    <a:pt x="1793825" y="3601811"/>
                  </a:lnTo>
                  <a:lnTo>
                    <a:pt x="1793934" y="3601811"/>
                  </a:lnTo>
                  <a:lnTo>
                    <a:pt x="1793934" y="3601187"/>
                  </a:lnTo>
                  <a:lnTo>
                    <a:pt x="1794042" y="3601187"/>
                  </a:lnTo>
                  <a:lnTo>
                    <a:pt x="1794151" y="3601187"/>
                  </a:lnTo>
                  <a:lnTo>
                    <a:pt x="1794259" y="3601187"/>
                  </a:lnTo>
                  <a:lnTo>
                    <a:pt x="1794368" y="3601187"/>
                  </a:lnTo>
                  <a:lnTo>
                    <a:pt x="1794476" y="3601187"/>
                  </a:lnTo>
                  <a:lnTo>
                    <a:pt x="1794584" y="3601187"/>
                  </a:lnTo>
                  <a:lnTo>
                    <a:pt x="1794693" y="3601187"/>
                  </a:lnTo>
                  <a:lnTo>
                    <a:pt x="1794801" y="3601187"/>
                  </a:lnTo>
                  <a:lnTo>
                    <a:pt x="1794910" y="3601187"/>
                  </a:lnTo>
                  <a:lnTo>
                    <a:pt x="1795018" y="3601187"/>
                  </a:lnTo>
                  <a:lnTo>
                    <a:pt x="1795018" y="3600564"/>
                  </a:lnTo>
                  <a:lnTo>
                    <a:pt x="1795127" y="3600564"/>
                  </a:lnTo>
                  <a:lnTo>
                    <a:pt x="1795235" y="3600564"/>
                  </a:lnTo>
                  <a:lnTo>
                    <a:pt x="1795344" y="3600564"/>
                  </a:lnTo>
                  <a:lnTo>
                    <a:pt x="1795452" y="3600564"/>
                  </a:lnTo>
                  <a:lnTo>
                    <a:pt x="1795561" y="3600564"/>
                  </a:lnTo>
                  <a:lnTo>
                    <a:pt x="1795669" y="3600564"/>
                  </a:lnTo>
                  <a:lnTo>
                    <a:pt x="1795669" y="3599940"/>
                  </a:lnTo>
                  <a:lnTo>
                    <a:pt x="1795777" y="3599940"/>
                  </a:lnTo>
                  <a:lnTo>
                    <a:pt x="1795886" y="3599940"/>
                  </a:lnTo>
                  <a:lnTo>
                    <a:pt x="1795886" y="3599317"/>
                  </a:lnTo>
                  <a:lnTo>
                    <a:pt x="1795994" y="3599317"/>
                  </a:lnTo>
                  <a:lnTo>
                    <a:pt x="1796103" y="3599317"/>
                  </a:lnTo>
                  <a:lnTo>
                    <a:pt x="1796211" y="3599317"/>
                  </a:lnTo>
                  <a:lnTo>
                    <a:pt x="1796320" y="3599317"/>
                  </a:lnTo>
                  <a:lnTo>
                    <a:pt x="1796428" y="3599317"/>
                  </a:lnTo>
                  <a:lnTo>
                    <a:pt x="1796428" y="3598693"/>
                  </a:lnTo>
                  <a:lnTo>
                    <a:pt x="1796537" y="3598693"/>
                  </a:lnTo>
                  <a:lnTo>
                    <a:pt x="1796645" y="3598693"/>
                  </a:lnTo>
                  <a:lnTo>
                    <a:pt x="1796753" y="3598693"/>
                  </a:lnTo>
                  <a:lnTo>
                    <a:pt x="1796862" y="3598693"/>
                  </a:lnTo>
                  <a:lnTo>
                    <a:pt x="1796970" y="3598693"/>
                  </a:lnTo>
                  <a:lnTo>
                    <a:pt x="1797079" y="3598693"/>
                  </a:lnTo>
                  <a:lnTo>
                    <a:pt x="1797187" y="3598693"/>
                  </a:lnTo>
                  <a:lnTo>
                    <a:pt x="1797296" y="3598693"/>
                  </a:lnTo>
                  <a:lnTo>
                    <a:pt x="1797296" y="3598069"/>
                  </a:lnTo>
                  <a:lnTo>
                    <a:pt x="1797404" y="3598069"/>
                  </a:lnTo>
                  <a:lnTo>
                    <a:pt x="1797513" y="3598069"/>
                  </a:lnTo>
                  <a:lnTo>
                    <a:pt x="1797621" y="3598069"/>
                  </a:lnTo>
                  <a:lnTo>
                    <a:pt x="1797621" y="3597446"/>
                  </a:lnTo>
                  <a:lnTo>
                    <a:pt x="1797729" y="3597446"/>
                  </a:lnTo>
                  <a:lnTo>
                    <a:pt x="1797838" y="3597446"/>
                  </a:lnTo>
                  <a:lnTo>
                    <a:pt x="1797946" y="3597446"/>
                  </a:lnTo>
                  <a:lnTo>
                    <a:pt x="1798055" y="3597446"/>
                  </a:lnTo>
                  <a:lnTo>
                    <a:pt x="1798163" y="3597446"/>
                  </a:lnTo>
                  <a:lnTo>
                    <a:pt x="1798272" y="3597446"/>
                  </a:lnTo>
                  <a:lnTo>
                    <a:pt x="1798380" y="3597446"/>
                  </a:lnTo>
                  <a:lnTo>
                    <a:pt x="1798489" y="3597446"/>
                  </a:lnTo>
                  <a:lnTo>
                    <a:pt x="1798597" y="3597446"/>
                  </a:lnTo>
                  <a:lnTo>
                    <a:pt x="1798705" y="3597446"/>
                  </a:lnTo>
                  <a:lnTo>
                    <a:pt x="1798814" y="3597446"/>
                  </a:lnTo>
                  <a:lnTo>
                    <a:pt x="1798922" y="3597446"/>
                  </a:lnTo>
                  <a:lnTo>
                    <a:pt x="1798922" y="3596822"/>
                  </a:lnTo>
                  <a:lnTo>
                    <a:pt x="1798922" y="3596199"/>
                  </a:lnTo>
                  <a:lnTo>
                    <a:pt x="1799031" y="3596199"/>
                  </a:lnTo>
                  <a:lnTo>
                    <a:pt x="1799139" y="3596199"/>
                  </a:lnTo>
                  <a:lnTo>
                    <a:pt x="1799248" y="3596199"/>
                  </a:lnTo>
                  <a:lnTo>
                    <a:pt x="1799356" y="3596199"/>
                  </a:lnTo>
                  <a:lnTo>
                    <a:pt x="1799465" y="3596199"/>
                  </a:lnTo>
                  <a:lnTo>
                    <a:pt x="1799573" y="3596199"/>
                  </a:lnTo>
                  <a:lnTo>
                    <a:pt x="1799682" y="3596199"/>
                  </a:lnTo>
                  <a:lnTo>
                    <a:pt x="1799682" y="3595575"/>
                  </a:lnTo>
                  <a:lnTo>
                    <a:pt x="1799790" y="3595575"/>
                  </a:lnTo>
                  <a:lnTo>
                    <a:pt x="1799898" y="3595575"/>
                  </a:lnTo>
                  <a:lnTo>
                    <a:pt x="1800007" y="3595575"/>
                  </a:lnTo>
                  <a:lnTo>
                    <a:pt x="1800115" y="3595575"/>
                  </a:lnTo>
                  <a:lnTo>
                    <a:pt x="1800115" y="3594952"/>
                  </a:lnTo>
                  <a:lnTo>
                    <a:pt x="1800224" y="3594952"/>
                  </a:lnTo>
                  <a:lnTo>
                    <a:pt x="1800332" y="3594952"/>
                  </a:lnTo>
                  <a:lnTo>
                    <a:pt x="1800441" y="3594952"/>
                  </a:lnTo>
                  <a:lnTo>
                    <a:pt x="1800549" y="3594952"/>
                  </a:lnTo>
                  <a:lnTo>
                    <a:pt x="1800658" y="3594952"/>
                  </a:lnTo>
                  <a:lnTo>
                    <a:pt x="1800658" y="3594328"/>
                  </a:lnTo>
                  <a:lnTo>
                    <a:pt x="1800766" y="3594328"/>
                  </a:lnTo>
                  <a:lnTo>
                    <a:pt x="1800874" y="3594328"/>
                  </a:lnTo>
                  <a:lnTo>
                    <a:pt x="1800983" y="3594328"/>
                  </a:lnTo>
                  <a:lnTo>
                    <a:pt x="1800983" y="3593704"/>
                  </a:lnTo>
                  <a:lnTo>
                    <a:pt x="1801091" y="3593704"/>
                  </a:lnTo>
                  <a:lnTo>
                    <a:pt x="1801200" y="3593704"/>
                  </a:lnTo>
                  <a:lnTo>
                    <a:pt x="1801200" y="3593081"/>
                  </a:lnTo>
                  <a:lnTo>
                    <a:pt x="1801308" y="3593081"/>
                  </a:lnTo>
                  <a:lnTo>
                    <a:pt x="1801308" y="3592457"/>
                  </a:lnTo>
                  <a:lnTo>
                    <a:pt x="1801417" y="3592457"/>
                  </a:lnTo>
                  <a:lnTo>
                    <a:pt x="1801525" y="3592457"/>
                  </a:lnTo>
                  <a:lnTo>
                    <a:pt x="1801634" y="3592457"/>
                  </a:lnTo>
                  <a:lnTo>
                    <a:pt x="1801742" y="3592457"/>
                  </a:lnTo>
                  <a:lnTo>
                    <a:pt x="1801850" y="3592457"/>
                  </a:lnTo>
                  <a:lnTo>
                    <a:pt x="1801959" y="3592457"/>
                  </a:lnTo>
                  <a:lnTo>
                    <a:pt x="1802067" y="3592457"/>
                  </a:lnTo>
                  <a:lnTo>
                    <a:pt x="1802176" y="3592457"/>
                  </a:lnTo>
                  <a:lnTo>
                    <a:pt x="1802176" y="3591834"/>
                  </a:lnTo>
                  <a:lnTo>
                    <a:pt x="1802284" y="3591834"/>
                  </a:lnTo>
                  <a:lnTo>
                    <a:pt x="1802393" y="3591834"/>
                  </a:lnTo>
                  <a:lnTo>
                    <a:pt x="1802501" y="3591834"/>
                  </a:lnTo>
                  <a:lnTo>
                    <a:pt x="1802610" y="3591834"/>
                  </a:lnTo>
                  <a:lnTo>
                    <a:pt x="1802718" y="3591834"/>
                  </a:lnTo>
                  <a:lnTo>
                    <a:pt x="1802826" y="3591834"/>
                  </a:lnTo>
                  <a:lnTo>
                    <a:pt x="1802826" y="3591210"/>
                  </a:lnTo>
                  <a:lnTo>
                    <a:pt x="1802826" y="3590586"/>
                  </a:lnTo>
                  <a:lnTo>
                    <a:pt x="1802935" y="3590586"/>
                  </a:lnTo>
                  <a:lnTo>
                    <a:pt x="1803043" y="3590586"/>
                  </a:lnTo>
                  <a:lnTo>
                    <a:pt x="1803152" y="3590586"/>
                  </a:lnTo>
                  <a:lnTo>
                    <a:pt x="1803260" y="3590586"/>
                  </a:lnTo>
                  <a:lnTo>
                    <a:pt x="1803260" y="3589963"/>
                  </a:lnTo>
                  <a:lnTo>
                    <a:pt x="1803369" y="3589963"/>
                  </a:lnTo>
                  <a:lnTo>
                    <a:pt x="1803477" y="3589963"/>
                  </a:lnTo>
                  <a:lnTo>
                    <a:pt x="1803586" y="3589963"/>
                  </a:lnTo>
                  <a:lnTo>
                    <a:pt x="1803694" y="3589963"/>
                  </a:lnTo>
                  <a:lnTo>
                    <a:pt x="1803803" y="3589963"/>
                  </a:lnTo>
                  <a:lnTo>
                    <a:pt x="1803911" y="3589963"/>
                  </a:lnTo>
                  <a:lnTo>
                    <a:pt x="1804019" y="3589963"/>
                  </a:lnTo>
                  <a:lnTo>
                    <a:pt x="1804128" y="3589963"/>
                  </a:lnTo>
                  <a:lnTo>
                    <a:pt x="1804236" y="3589963"/>
                  </a:lnTo>
                  <a:lnTo>
                    <a:pt x="1804345" y="3589963"/>
                  </a:lnTo>
                  <a:lnTo>
                    <a:pt x="1804345" y="3589339"/>
                  </a:lnTo>
                  <a:lnTo>
                    <a:pt x="1804453" y="3589339"/>
                  </a:lnTo>
                  <a:lnTo>
                    <a:pt x="1804562" y="3589339"/>
                  </a:lnTo>
                  <a:lnTo>
                    <a:pt x="1804670" y="3589339"/>
                  </a:lnTo>
                  <a:lnTo>
                    <a:pt x="1804670" y="3588716"/>
                  </a:lnTo>
                  <a:lnTo>
                    <a:pt x="1804779" y="3588716"/>
                  </a:lnTo>
                  <a:lnTo>
                    <a:pt x="1804887" y="3588716"/>
                  </a:lnTo>
                  <a:lnTo>
                    <a:pt x="1804995" y="3588716"/>
                  </a:lnTo>
                  <a:lnTo>
                    <a:pt x="1805104" y="3588716"/>
                  </a:lnTo>
                  <a:lnTo>
                    <a:pt x="1805104" y="3588092"/>
                  </a:lnTo>
                  <a:lnTo>
                    <a:pt x="1805212" y="3588092"/>
                  </a:lnTo>
                  <a:lnTo>
                    <a:pt x="1805321" y="3588092"/>
                  </a:lnTo>
                  <a:lnTo>
                    <a:pt x="1805429" y="3588092"/>
                  </a:lnTo>
                  <a:lnTo>
                    <a:pt x="1805538" y="3588092"/>
                  </a:lnTo>
                  <a:lnTo>
                    <a:pt x="1805646" y="3588092"/>
                  </a:lnTo>
                  <a:lnTo>
                    <a:pt x="1805755" y="3588092"/>
                  </a:lnTo>
                  <a:lnTo>
                    <a:pt x="1805755" y="3587469"/>
                  </a:lnTo>
                  <a:lnTo>
                    <a:pt x="1805755" y="3586845"/>
                  </a:lnTo>
                  <a:lnTo>
                    <a:pt x="1805863" y="3586845"/>
                  </a:lnTo>
                  <a:lnTo>
                    <a:pt x="1805971" y="3586845"/>
                  </a:lnTo>
                  <a:lnTo>
                    <a:pt x="1806080" y="3586845"/>
                  </a:lnTo>
                  <a:lnTo>
                    <a:pt x="1806188" y="3586845"/>
                  </a:lnTo>
                  <a:lnTo>
                    <a:pt x="1806297" y="3586845"/>
                  </a:lnTo>
                  <a:lnTo>
                    <a:pt x="1806405" y="3586845"/>
                  </a:lnTo>
                  <a:lnTo>
                    <a:pt x="1806514" y="3586845"/>
                  </a:lnTo>
                  <a:lnTo>
                    <a:pt x="1806622" y="3586845"/>
                  </a:lnTo>
                  <a:lnTo>
                    <a:pt x="1806731" y="3586845"/>
                  </a:lnTo>
                  <a:lnTo>
                    <a:pt x="1806731" y="3586221"/>
                  </a:lnTo>
                  <a:lnTo>
                    <a:pt x="1806731" y="3585598"/>
                  </a:lnTo>
                  <a:lnTo>
                    <a:pt x="1806839" y="3585598"/>
                  </a:lnTo>
                  <a:lnTo>
                    <a:pt x="1806947" y="3585598"/>
                  </a:lnTo>
                  <a:lnTo>
                    <a:pt x="1807056" y="3585598"/>
                  </a:lnTo>
                  <a:lnTo>
                    <a:pt x="1807164" y="3585598"/>
                  </a:lnTo>
                  <a:lnTo>
                    <a:pt x="1807164" y="3584974"/>
                  </a:lnTo>
                  <a:lnTo>
                    <a:pt x="1807273" y="3584974"/>
                  </a:lnTo>
                  <a:lnTo>
                    <a:pt x="1807381" y="3584974"/>
                  </a:lnTo>
                  <a:lnTo>
                    <a:pt x="1807381" y="3584351"/>
                  </a:lnTo>
                  <a:lnTo>
                    <a:pt x="1807490" y="3584351"/>
                  </a:lnTo>
                  <a:lnTo>
                    <a:pt x="1807598" y="3584351"/>
                  </a:lnTo>
                  <a:lnTo>
                    <a:pt x="1807707" y="3584351"/>
                  </a:lnTo>
                  <a:lnTo>
                    <a:pt x="1807815" y="3584351"/>
                  </a:lnTo>
                  <a:lnTo>
                    <a:pt x="1807924" y="3584351"/>
                  </a:lnTo>
                  <a:lnTo>
                    <a:pt x="1808032" y="3584351"/>
                  </a:lnTo>
                  <a:lnTo>
                    <a:pt x="1808140" y="3584351"/>
                  </a:lnTo>
                  <a:lnTo>
                    <a:pt x="1808140" y="3583727"/>
                  </a:lnTo>
                  <a:lnTo>
                    <a:pt x="1808249" y="3583727"/>
                  </a:lnTo>
                  <a:lnTo>
                    <a:pt x="1808357" y="3583727"/>
                  </a:lnTo>
                  <a:lnTo>
                    <a:pt x="1808466" y="3583727"/>
                  </a:lnTo>
                  <a:lnTo>
                    <a:pt x="1808574" y="3583727"/>
                  </a:lnTo>
                  <a:lnTo>
                    <a:pt x="1808683" y="3583727"/>
                  </a:lnTo>
                  <a:lnTo>
                    <a:pt x="1808683" y="3583104"/>
                  </a:lnTo>
                  <a:lnTo>
                    <a:pt x="1808791" y="3583104"/>
                  </a:lnTo>
                  <a:lnTo>
                    <a:pt x="1808900" y="3583104"/>
                  </a:lnTo>
                  <a:lnTo>
                    <a:pt x="1809008" y="3583104"/>
                  </a:lnTo>
                  <a:lnTo>
                    <a:pt x="1809116" y="3583104"/>
                  </a:lnTo>
                  <a:lnTo>
                    <a:pt x="1809225" y="3583104"/>
                  </a:lnTo>
                  <a:lnTo>
                    <a:pt x="1809333" y="3583104"/>
                  </a:lnTo>
                  <a:lnTo>
                    <a:pt x="1809442" y="3583104"/>
                  </a:lnTo>
                  <a:lnTo>
                    <a:pt x="1809550" y="3583104"/>
                  </a:lnTo>
                  <a:lnTo>
                    <a:pt x="1809659" y="3583104"/>
                  </a:lnTo>
                  <a:lnTo>
                    <a:pt x="1809767" y="3583104"/>
                  </a:lnTo>
                  <a:lnTo>
                    <a:pt x="1809767" y="3582480"/>
                  </a:lnTo>
                  <a:lnTo>
                    <a:pt x="1809876" y="3582480"/>
                  </a:lnTo>
                  <a:lnTo>
                    <a:pt x="1809984" y="3582480"/>
                  </a:lnTo>
                  <a:lnTo>
                    <a:pt x="1810092" y="3582480"/>
                  </a:lnTo>
                  <a:lnTo>
                    <a:pt x="1810092" y="3581856"/>
                  </a:lnTo>
                  <a:lnTo>
                    <a:pt x="1810201" y="3581856"/>
                  </a:lnTo>
                  <a:lnTo>
                    <a:pt x="1810309" y="3581856"/>
                  </a:lnTo>
                  <a:lnTo>
                    <a:pt x="1810418" y="3581856"/>
                  </a:lnTo>
                  <a:lnTo>
                    <a:pt x="1810418" y="3581233"/>
                  </a:lnTo>
                  <a:lnTo>
                    <a:pt x="1810526" y="3581233"/>
                  </a:lnTo>
                  <a:lnTo>
                    <a:pt x="1810635" y="3581233"/>
                  </a:lnTo>
                  <a:lnTo>
                    <a:pt x="1810743" y="3581233"/>
                  </a:lnTo>
                  <a:lnTo>
                    <a:pt x="1810852" y="3581233"/>
                  </a:lnTo>
                  <a:lnTo>
                    <a:pt x="1810960" y="3581233"/>
                  </a:lnTo>
                  <a:lnTo>
                    <a:pt x="1811068" y="3581233"/>
                  </a:lnTo>
                  <a:lnTo>
                    <a:pt x="1811177" y="3581233"/>
                  </a:lnTo>
                  <a:lnTo>
                    <a:pt x="1811285" y="3581233"/>
                  </a:lnTo>
                  <a:lnTo>
                    <a:pt x="1811285" y="3580609"/>
                  </a:lnTo>
                  <a:lnTo>
                    <a:pt x="1811394" y="3580609"/>
                  </a:lnTo>
                  <a:lnTo>
                    <a:pt x="1811502" y="3580609"/>
                  </a:lnTo>
                  <a:lnTo>
                    <a:pt x="1811502" y="3579986"/>
                  </a:lnTo>
                  <a:lnTo>
                    <a:pt x="1811611" y="3579986"/>
                  </a:lnTo>
                  <a:lnTo>
                    <a:pt x="1811719" y="3579986"/>
                  </a:lnTo>
                  <a:lnTo>
                    <a:pt x="1811828" y="3579986"/>
                  </a:lnTo>
                  <a:lnTo>
                    <a:pt x="1811936" y="3579986"/>
                  </a:lnTo>
                  <a:lnTo>
                    <a:pt x="1812045" y="3579986"/>
                  </a:lnTo>
                  <a:lnTo>
                    <a:pt x="1812153" y="3579986"/>
                  </a:lnTo>
                  <a:lnTo>
                    <a:pt x="1812261" y="3579986"/>
                  </a:lnTo>
                  <a:lnTo>
                    <a:pt x="1812261" y="3579362"/>
                  </a:lnTo>
                  <a:lnTo>
                    <a:pt x="1812261" y="3578738"/>
                  </a:lnTo>
                  <a:lnTo>
                    <a:pt x="1812370" y="3578738"/>
                  </a:lnTo>
                  <a:lnTo>
                    <a:pt x="1812478" y="3578738"/>
                  </a:lnTo>
                  <a:lnTo>
                    <a:pt x="1812587" y="3578738"/>
                  </a:lnTo>
                  <a:lnTo>
                    <a:pt x="1812695" y="3578738"/>
                  </a:lnTo>
                  <a:lnTo>
                    <a:pt x="1812804" y="3578738"/>
                  </a:lnTo>
                  <a:lnTo>
                    <a:pt x="1812804" y="3578115"/>
                  </a:lnTo>
                  <a:lnTo>
                    <a:pt x="1812912" y="3578115"/>
                  </a:lnTo>
                  <a:lnTo>
                    <a:pt x="1813021" y="3578115"/>
                  </a:lnTo>
                  <a:lnTo>
                    <a:pt x="1813021" y="3577491"/>
                  </a:lnTo>
                  <a:lnTo>
                    <a:pt x="1813021" y="3576868"/>
                  </a:lnTo>
                  <a:lnTo>
                    <a:pt x="1813129" y="3576868"/>
                  </a:lnTo>
                  <a:lnTo>
                    <a:pt x="1813129" y="3576244"/>
                  </a:lnTo>
                  <a:lnTo>
                    <a:pt x="1813237" y="3576244"/>
                  </a:lnTo>
                  <a:lnTo>
                    <a:pt x="1813346" y="3576244"/>
                  </a:lnTo>
                  <a:lnTo>
                    <a:pt x="1813454" y="3576244"/>
                  </a:lnTo>
                  <a:lnTo>
                    <a:pt x="1813563" y="3576244"/>
                  </a:lnTo>
                  <a:lnTo>
                    <a:pt x="1813671" y="3576244"/>
                  </a:lnTo>
                  <a:lnTo>
                    <a:pt x="1813671" y="3575621"/>
                  </a:lnTo>
                  <a:lnTo>
                    <a:pt x="1813780" y="3575621"/>
                  </a:lnTo>
                  <a:lnTo>
                    <a:pt x="1813888" y="3575621"/>
                  </a:lnTo>
                  <a:lnTo>
                    <a:pt x="1813997" y="3575621"/>
                  </a:lnTo>
                  <a:lnTo>
                    <a:pt x="1814105" y="3575621"/>
                  </a:lnTo>
                  <a:lnTo>
                    <a:pt x="1814213" y="3575621"/>
                  </a:lnTo>
                  <a:lnTo>
                    <a:pt x="1814322" y="3575621"/>
                  </a:lnTo>
                  <a:lnTo>
                    <a:pt x="1814430" y="3575621"/>
                  </a:lnTo>
                  <a:lnTo>
                    <a:pt x="1814539" y="3575621"/>
                  </a:lnTo>
                  <a:lnTo>
                    <a:pt x="1814647" y="3575621"/>
                  </a:lnTo>
                  <a:lnTo>
                    <a:pt x="1814647" y="3574997"/>
                  </a:lnTo>
                  <a:lnTo>
                    <a:pt x="1814756" y="3574997"/>
                  </a:lnTo>
                  <a:lnTo>
                    <a:pt x="1814864" y="3574997"/>
                  </a:lnTo>
                  <a:lnTo>
                    <a:pt x="1814973" y="3574997"/>
                  </a:lnTo>
                  <a:lnTo>
                    <a:pt x="1815081" y="3574997"/>
                  </a:lnTo>
                  <a:lnTo>
                    <a:pt x="1815189" y="3574997"/>
                  </a:lnTo>
                  <a:lnTo>
                    <a:pt x="1815298" y="3574997"/>
                  </a:lnTo>
                  <a:lnTo>
                    <a:pt x="1815406" y="3574997"/>
                  </a:lnTo>
                  <a:lnTo>
                    <a:pt x="1815515" y="3574997"/>
                  </a:lnTo>
                  <a:lnTo>
                    <a:pt x="1815623" y="3574997"/>
                  </a:lnTo>
                  <a:lnTo>
                    <a:pt x="1815732" y="3574997"/>
                  </a:lnTo>
                  <a:lnTo>
                    <a:pt x="1815840" y="3574997"/>
                  </a:lnTo>
                  <a:lnTo>
                    <a:pt x="1815949" y="3574997"/>
                  </a:lnTo>
                  <a:lnTo>
                    <a:pt x="1815949" y="3574373"/>
                  </a:lnTo>
                  <a:lnTo>
                    <a:pt x="1816057" y="3574373"/>
                  </a:lnTo>
                  <a:lnTo>
                    <a:pt x="1816165" y="3574373"/>
                  </a:lnTo>
                  <a:lnTo>
                    <a:pt x="1816274" y="3574373"/>
                  </a:lnTo>
                  <a:lnTo>
                    <a:pt x="1816382" y="3574373"/>
                  </a:lnTo>
                  <a:lnTo>
                    <a:pt x="1816382" y="3573750"/>
                  </a:lnTo>
                  <a:lnTo>
                    <a:pt x="1816491" y="3573750"/>
                  </a:lnTo>
                  <a:lnTo>
                    <a:pt x="1816599" y="3573750"/>
                  </a:lnTo>
                  <a:lnTo>
                    <a:pt x="1816708" y="3573750"/>
                  </a:lnTo>
                  <a:lnTo>
                    <a:pt x="1816708" y="3573126"/>
                  </a:lnTo>
                  <a:lnTo>
                    <a:pt x="1816816" y="3573126"/>
                  </a:lnTo>
                  <a:lnTo>
                    <a:pt x="1816925" y="3573126"/>
                  </a:lnTo>
                  <a:lnTo>
                    <a:pt x="1817033" y="3573126"/>
                  </a:lnTo>
                  <a:lnTo>
                    <a:pt x="1817142" y="3573126"/>
                  </a:lnTo>
                  <a:lnTo>
                    <a:pt x="1817250" y="3573126"/>
                  </a:lnTo>
                  <a:lnTo>
                    <a:pt x="1817358" y="3573126"/>
                  </a:lnTo>
                  <a:lnTo>
                    <a:pt x="1817467" y="3573126"/>
                  </a:lnTo>
                  <a:lnTo>
                    <a:pt x="1817575" y="3573126"/>
                  </a:lnTo>
                  <a:lnTo>
                    <a:pt x="1817684" y="3573126"/>
                  </a:lnTo>
                  <a:lnTo>
                    <a:pt x="1817792" y="3573126"/>
                  </a:lnTo>
                  <a:lnTo>
                    <a:pt x="1817901" y="3573126"/>
                  </a:lnTo>
                  <a:lnTo>
                    <a:pt x="1818009" y="3573126"/>
                  </a:lnTo>
                  <a:lnTo>
                    <a:pt x="1818118" y="3573126"/>
                  </a:lnTo>
                  <a:lnTo>
                    <a:pt x="1818226" y="3573126"/>
                  </a:lnTo>
                  <a:lnTo>
                    <a:pt x="1818334" y="3573126"/>
                  </a:lnTo>
                  <a:lnTo>
                    <a:pt x="1818443" y="3573126"/>
                  </a:lnTo>
                  <a:lnTo>
                    <a:pt x="1818443" y="3572503"/>
                  </a:lnTo>
                  <a:lnTo>
                    <a:pt x="1818551" y="3572503"/>
                  </a:lnTo>
                  <a:lnTo>
                    <a:pt x="1818660" y="3572503"/>
                  </a:lnTo>
                  <a:lnTo>
                    <a:pt x="1818768" y="3572503"/>
                  </a:lnTo>
                  <a:lnTo>
                    <a:pt x="1818877" y="3572503"/>
                  </a:lnTo>
                  <a:lnTo>
                    <a:pt x="1818877" y="3571879"/>
                  </a:lnTo>
                  <a:lnTo>
                    <a:pt x="1818877" y="3571255"/>
                  </a:lnTo>
                  <a:lnTo>
                    <a:pt x="1818985" y="3571255"/>
                  </a:lnTo>
                  <a:lnTo>
                    <a:pt x="1818985" y="3570632"/>
                  </a:lnTo>
                  <a:lnTo>
                    <a:pt x="1819094" y="3570632"/>
                  </a:lnTo>
                  <a:lnTo>
                    <a:pt x="1819202" y="3570632"/>
                  </a:lnTo>
                  <a:lnTo>
                    <a:pt x="1819310" y="3570632"/>
                  </a:lnTo>
                  <a:lnTo>
                    <a:pt x="1819310" y="3570008"/>
                  </a:lnTo>
                  <a:lnTo>
                    <a:pt x="1819419" y="3570008"/>
                  </a:lnTo>
                  <a:lnTo>
                    <a:pt x="1819527" y="3570008"/>
                  </a:lnTo>
                  <a:lnTo>
                    <a:pt x="1819636" y="3570008"/>
                  </a:lnTo>
                  <a:lnTo>
                    <a:pt x="1819636" y="3569385"/>
                  </a:lnTo>
                  <a:lnTo>
                    <a:pt x="1819744" y="3569385"/>
                  </a:lnTo>
                  <a:lnTo>
                    <a:pt x="1819853" y="3569385"/>
                  </a:lnTo>
                  <a:lnTo>
                    <a:pt x="1819961" y="3569385"/>
                  </a:lnTo>
                  <a:lnTo>
                    <a:pt x="1819961" y="3568761"/>
                  </a:lnTo>
                  <a:lnTo>
                    <a:pt x="1820070" y="3568761"/>
                  </a:lnTo>
                  <a:lnTo>
                    <a:pt x="1820178" y="3568761"/>
                  </a:lnTo>
                  <a:lnTo>
                    <a:pt x="1820178" y="3568138"/>
                  </a:lnTo>
                  <a:lnTo>
                    <a:pt x="1820286" y="3568138"/>
                  </a:lnTo>
                  <a:lnTo>
                    <a:pt x="1820286" y="3567514"/>
                  </a:lnTo>
                  <a:lnTo>
                    <a:pt x="1820395" y="3567514"/>
                  </a:lnTo>
                  <a:lnTo>
                    <a:pt x="1820503" y="3567514"/>
                  </a:lnTo>
                  <a:lnTo>
                    <a:pt x="1820612" y="3567514"/>
                  </a:lnTo>
                  <a:lnTo>
                    <a:pt x="1820612" y="3566890"/>
                  </a:lnTo>
                  <a:lnTo>
                    <a:pt x="1820720" y="3566890"/>
                  </a:lnTo>
                  <a:lnTo>
                    <a:pt x="1820720" y="3566267"/>
                  </a:lnTo>
                  <a:lnTo>
                    <a:pt x="1820829" y="3566267"/>
                  </a:lnTo>
                  <a:lnTo>
                    <a:pt x="1820937" y="3566267"/>
                  </a:lnTo>
                  <a:lnTo>
                    <a:pt x="1821046" y="3566267"/>
                  </a:lnTo>
                  <a:lnTo>
                    <a:pt x="1821154" y="3566267"/>
                  </a:lnTo>
                  <a:lnTo>
                    <a:pt x="1821263" y="3566267"/>
                  </a:lnTo>
                  <a:lnTo>
                    <a:pt x="1821263" y="3565643"/>
                  </a:lnTo>
                  <a:lnTo>
                    <a:pt x="1821371" y="3565643"/>
                  </a:lnTo>
                  <a:lnTo>
                    <a:pt x="1821479" y="3565643"/>
                  </a:lnTo>
                  <a:lnTo>
                    <a:pt x="1821479" y="3565020"/>
                  </a:lnTo>
                  <a:lnTo>
                    <a:pt x="1821479" y="3564396"/>
                  </a:lnTo>
                  <a:lnTo>
                    <a:pt x="1821588" y="3564396"/>
                  </a:lnTo>
                  <a:lnTo>
                    <a:pt x="1821696" y="3564396"/>
                  </a:lnTo>
                  <a:lnTo>
                    <a:pt x="1821805" y="3564396"/>
                  </a:lnTo>
                  <a:lnTo>
                    <a:pt x="1821913" y="3564396"/>
                  </a:lnTo>
                  <a:lnTo>
                    <a:pt x="1822022" y="3564396"/>
                  </a:lnTo>
                  <a:lnTo>
                    <a:pt x="1822022" y="3563772"/>
                  </a:lnTo>
                  <a:lnTo>
                    <a:pt x="1822022" y="3563149"/>
                  </a:lnTo>
                  <a:lnTo>
                    <a:pt x="1822130" y="3563149"/>
                  </a:lnTo>
                  <a:lnTo>
                    <a:pt x="1822130" y="3562525"/>
                  </a:lnTo>
                  <a:lnTo>
                    <a:pt x="1822239" y="3562525"/>
                  </a:lnTo>
                  <a:lnTo>
                    <a:pt x="1822347" y="3562525"/>
                  </a:lnTo>
                  <a:lnTo>
                    <a:pt x="1822347" y="3561902"/>
                  </a:lnTo>
                  <a:lnTo>
                    <a:pt x="1822455" y="3561902"/>
                  </a:lnTo>
                  <a:lnTo>
                    <a:pt x="1822564" y="3561902"/>
                  </a:lnTo>
                  <a:lnTo>
                    <a:pt x="1822672" y="3561902"/>
                  </a:lnTo>
                  <a:lnTo>
                    <a:pt x="1822781" y="3561902"/>
                  </a:lnTo>
                  <a:lnTo>
                    <a:pt x="1822889" y="3561902"/>
                  </a:lnTo>
                  <a:lnTo>
                    <a:pt x="1822889" y="3561278"/>
                  </a:lnTo>
                  <a:lnTo>
                    <a:pt x="1822998" y="3561278"/>
                  </a:lnTo>
                  <a:lnTo>
                    <a:pt x="1823106" y="3561278"/>
                  </a:lnTo>
                  <a:lnTo>
                    <a:pt x="1823215" y="3561278"/>
                  </a:lnTo>
                  <a:lnTo>
                    <a:pt x="1823215" y="3560655"/>
                  </a:lnTo>
                  <a:lnTo>
                    <a:pt x="1823323" y="3560655"/>
                  </a:lnTo>
                  <a:lnTo>
                    <a:pt x="1823431" y="3560655"/>
                  </a:lnTo>
                  <a:lnTo>
                    <a:pt x="1823540" y="3560655"/>
                  </a:lnTo>
                  <a:lnTo>
                    <a:pt x="1823540" y="3560031"/>
                  </a:lnTo>
                  <a:lnTo>
                    <a:pt x="1823648" y="3560031"/>
                  </a:lnTo>
                  <a:lnTo>
                    <a:pt x="1823648" y="3559407"/>
                  </a:lnTo>
                  <a:lnTo>
                    <a:pt x="1823757" y="3559407"/>
                  </a:lnTo>
                  <a:lnTo>
                    <a:pt x="1823865" y="3559407"/>
                  </a:lnTo>
                  <a:lnTo>
                    <a:pt x="1823974" y="3559407"/>
                  </a:lnTo>
                  <a:lnTo>
                    <a:pt x="1824082" y="3559407"/>
                  </a:lnTo>
                  <a:lnTo>
                    <a:pt x="1824082" y="3558784"/>
                  </a:lnTo>
                  <a:lnTo>
                    <a:pt x="1824191" y="3558784"/>
                  </a:lnTo>
                  <a:lnTo>
                    <a:pt x="1824299" y="3558784"/>
                  </a:lnTo>
                  <a:lnTo>
                    <a:pt x="1824407" y="3558784"/>
                  </a:lnTo>
                  <a:lnTo>
                    <a:pt x="1824407" y="3558160"/>
                  </a:lnTo>
                  <a:lnTo>
                    <a:pt x="1824516" y="3558160"/>
                  </a:lnTo>
                  <a:lnTo>
                    <a:pt x="1824624" y="3558160"/>
                  </a:lnTo>
                  <a:lnTo>
                    <a:pt x="1824624" y="3557537"/>
                  </a:lnTo>
                  <a:lnTo>
                    <a:pt x="1824733" y="3557537"/>
                  </a:lnTo>
                  <a:lnTo>
                    <a:pt x="1824841" y="3557537"/>
                  </a:lnTo>
                  <a:lnTo>
                    <a:pt x="1824950" y="3557537"/>
                  </a:lnTo>
                  <a:lnTo>
                    <a:pt x="1825058" y="3557537"/>
                  </a:lnTo>
                  <a:lnTo>
                    <a:pt x="1825167" y="3557537"/>
                  </a:lnTo>
                  <a:lnTo>
                    <a:pt x="1825275" y="3557537"/>
                  </a:lnTo>
                  <a:lnTo>
                    <a:pt x="1825384" y="3557537"/>
                  </a:lnTo>
                  <a:lnTo>
                    <a:pt x="1825492" y="3557537"/>
                  </a:lnTo>
                  <a:lnTo>
                    <a:pt x="1825600" y="3557537"/>
                  </a:lnTo>
                  <a:lnTo>
                    <a:pt x="1825709" y="3557537"/>
                  </a:lnTo>
                  <a:lnTo>
                    <a:pt x="1825817" y="3557537"/>
                  </a:lnTo>
                  <a:lnTo>
                    <a:pt x="1825926" y="3557537"/>
                  </a:lnTo>
                  <a:lnTo>
                    <a:pt x="1826034" y="3557537"/>
                  </a:lnTo>
                  <a:lnTo>
                    <a:pt x="1826143" y="3557537"/>
                  </a:lnTo>
                  <a:lnTo>
                    <a:pt x="1826143" y="3556913"/>
                  </a:lnTo>
                  <a:lnTo>
                    <a:pt x="1826143" y="3556289"/>
                  </a:lnTo>
                  <a:lnTo>
                    <a:pt x="1826251" y="3556289"/>
                  </a:lnTo>
                  <a:lnTo>
                    <a:pt x="1826360" y="3556289"/>
                  </a:lnTo>
                  <a:lnTo>
                    <a:pt x="1826360" y="3555666"/>
                  </a:lnTo>
                  <a:lnTo>
                    <a:pt x="1826468" y="3555666"/>
                  </a:lnTo>
                  <a:lnTo>
                    <a:pt x="1826576" y="3555666"/>
                  </a:lnTo>
                  <a:lnTo>
                    <a:pt x="1826685" y="3555666"/>
                  </a:lnTo>
                  <a:lnTo>
                    <a:pt x="1826793" y="3555666"/>
                  </a:lnTo>
                  <a:lnTo>
                    <a:pt x="1826793" y="3555042"/>
                  </a:lnTo>
                  <a:lnTo>
                    <a:pt x="1826902" y="3555042"/>
                  </a:lnTo>
                  <a:lnTo>
                    <a:pt x="1826902" y="3554419"/>
                  </a:lnTo>
                  <a:lnTo>
                    <a:pt x="1827010" y="3554419"/>
                  </a:lnTo>
                  <a:lnTo>
                    <a:pt x="1827010" y="3553795"/>
                  </a:lnTo>
                  <a:lnTo>
                    <a:pt x="1827119" y="3553795"/>
                  </a:lnTo>
                  <a:lnTo>
                    <a:pt x="1827227" y="3553795"/>
                  </a:lnTo>
                  <a:lnTo>
                    <a:pt x="1827227" y="3553172"/>
                  </a:lnTo>
                  <a:lnTo>
                    <a:pt x="1827336" y="3553172"/>
                  </a:lnTo>
                  <a:lnTo>
                    <a:pt x="1827444" y="3553172"/>
                  </a:lnTo>
                  <a:lnTo>
                    <a:pt x="1827552" y="3553172"/>
                  </a:lnTo>
                  <a:lnTo>
                    <a:pt x="1827661" y="3553172"/>
                  </a:lnTo>
                  <a:lnTo>
                    <a:pt x="1827769" y="3553172"/>
                  </a:lnTo>
                  <a:lnTo>
                    <a:pt x="1827878" y="3553172"/>
                  </a:lnTo>
                  <a:lnTo>
                    <a:pt x="1827986" y="3553172"/>
                  </a:lnTo>
                  <a:lnTo>
                    <a:pt x="1828095" y="3553172"/>
                  </a:lnTo>
                  <a:lnTo>
                    <a:pt x="1828203" y="3553172"/>
                  </a:lnTo>
                  <a:lnTo>
                    <a:pt x="1828312" y="3553172"/>
                  </a:lnTo>
                  <a:lnTo>
                    <a:pt x="1828420" y="3553172"/>
                  </a:lnTo>
                  <a:lnTo>
                    <a:pt x="1828528" y="3553172"/>
                  </a:lnTo>
                  <a:lnTo>
                    <a:pt x="1828637" y="3553172"/>
                  </a:lnTo>
                  <a:lnTo>
                    <a:pt x="1828745" y="3553172"/>
                  </a:lnTo>
                  <a:lnTo>
                    <a:pt x="1828854" y="3553172"/>
                  </a:lnTo>
                  <a:lnTo>
                    <a:pt x="1828962" y="3553172"/>
                  </a:lnTo>
                  <a:lnTo>
                    <a:pt x="1829071" y="3553172"/>
                  </a:lnTo>
                  <a:lnTo>
                    <a:pt x="1829179" y="3553172"/>
                  </a:lnTo>
                  <a:lnTo>
                    <a:pt x="1829288" y="3553172"/>
                  </a:lnTo>
                  <a:lnTo>
                    <a:pt x="1829396" y="3553172"/>
                  </a:lnTo>
                  <a:lnTo>
                    <a:pt x="1829505" y="3553172"/>
                  </a:lnTo>
                  <a:lnTo>
                    <a:pt x="1829613" y="3553172"/>
                  </a:lnTo>
                  <a:lnTo>
                    <a:pt x="1829613" y="3552548"/>
                  </a:lnTo>
                  <a:lnTo>
                    <a:pt x="1829721" y="3552548"/>
                  </a:lnTo>
                  <a:lnTo>
                    <a:pt x="1829830" y="3552548"/>
                  </a:lnTo>
                  <a:lnTo>
                    <a:pt x="1829938" y="3552548"/>
                  </a:lnTo>
                  <a:lnTo>
                    <a:pt x="1830047" y="3552548"/>
                  </a:lnTo>
                  <a:lnTo>
                    <a:pt x="1830155" y="3552548"/>
                  </a:lnTo>
                  <a:lnTo>
                    <a:pt x="1830264" y="3552548"/>
                  </a:lnTo>
                  <a:lnTo>
                    <a:pt x="1830264" y="3551924"/>
                  </a:lnTo>
                  <a:lnTo>
                    <a:pt x="1830372" y="3551924"/>
                  </a:lnTo>
                  <a:lnTo>
                    <a:pt x="1830481" y="3551924"/>
                  </a:lnTo>
                  <a:lnTo>
                    <a:pt x="1830589" y="3551924"/>
                  </a:lnTo>
                  <a:lnTo>
                    <a:pt x="1830697" y="3551924"/>
                  </a:lnTo>
                  <a:lnTo>
                    <a:pt x="1830806" y="3551924"/>
                  </a:lnTo>
                  <a:lnTo>
                    <a:pt x="1830914" y="3551924"/>
                  </a:lnTo>
                  <a:lnTo>
                    <a:pt x="1831023" y="3551924"/>
                  </a:lnTo>
                  <a:lnTo>
                    <a:pt x="1831131" y="3551924"/>
                  </a:lnTo>
                  <a:lnTo>
                    <a:pt x="1831240" y="3551924"/>
                  </a:lnTo>
                  <a:lnTo>
                    <a:pt x="1831240" y="3551301"/>
                  </a:lnTo>
                  <a:lnTo>
                    <a:pt x="1831348" y="3551301"/>
                  </a:lnTo>
                  <a:lnTo>
                    <a:pt x="1831457" y="3551301"/>
                  </a:lnTo>
                  <a:lnTo>
                    <a:pt x="1831565" y="3551301"/>
                  </a:lnTo>
                  <a:lnTo>
                    <a:pt x="1831673" y="3551301"/>
                  </a:lnTo>
                  <a:lnTo>
                    <a:pt x="1831782" y="3551301"/>
                  </a:lnTo>
                  <a:lnTo>
                    <a:pt x="1831890" y="3551301"/>
                  </a:lnTo>
                  <a:lnTo>
                    <a:pt x="1831999" y="3551301"/>
                  </a:lnTo>
                  <a:lnTo>
                    <a:pt x="1832107" y="3551301"/>
                  </a:lnTo>
                  <a:lnTo>
                    <a:pt x="1832107" y="3550677"/>
                  </a:lnTo>
                  <a:lnTo>
                    <a:pt x="1832216" y="3550677"/>
                  </a:lnTo>
                  <a:lnTo>
                    <a:pt x="1832324" y="3550677"/>
                  </a:lnTo>
                  <a:lnTo>
                    <a:pt x="1832433" y="3550677"/>
                  </a:lnTo>
                  <a:lnTo>
                    <a:pt x="1832433" y="3550054"/>
                  </a:lnTo>
                  <a:lnTo>
                    <a:pt x="1832541" y="3550054"/>
                  </a:lnTo>
                  <a:lnTo>
                    <a:pt x="1832649" y="3550054"/>
                  </a:lnTo>
                  <a:lnTo>
                    <a:pt x="1832758" y="3550054"/>
                  </a:lnTo>
                  <a:lnTo>
                    <a:pt x="1832866" y="3550054"/>
                  </a:lnTo>
                  <a:lnTo>
                    <a:pt x="1832975" y="3550054"/>
                  </a:lnTo>
                  <a:lnTo>
                    <a:pt x="1832975" y="3549430"/>
                  </a:lnTo>
                  <a:lnTo>
                    <a:pt x="1832975" y="3548806"/>
                  </a:lnTo>
                  <a:lnTo>
                    <a:pt x="1833083" y="3548806"/>
                  </a:lnTo>
                  <a:lnTo>
                    <a:pt x="1833192" y="3548806"/>
                  </a:lnTo>
                  <a:lnTo>
                    <a:pt x="1833300" y="3548806"/>
                  </a:lnTo>
                  <a:lnTo>
                    <a:pt x="1833409" y="3548806"/>
                  </a:lnTo>
                  <a:lnTo>
                    <a:pt x="1833517" y="3548806"/>
                  </a:lnTo>
                  <a:lnTo>
                    <a:pt x="1833626" y="3548806"/>
                  </a:lnTo>
                  <a:lnTo>
                    <a:pt x="1833734" y="3548806"/>
                  </a:lnTo>
                  <a:lnTo>
                    <a:pt x="1833842" y="3548806"/>
                  </a:lnTo>
                  <a:lnTo>
                    <a:pt x="1833951" y="3548806"/>
                  </a:lnTo>
                  <a:lnTo>
                    <a:pt x="1834059" y="3548806"/>
                  </a:lnTo>
                  <a:lnTo>
                    <a:pt x="1834168" y="3548806"/>
                  </a:lnTo>
                  <a:lnTo>
                    <a:pt x="1834276" y="3548806"/>
                  </a:lnTo>
                  <a:lnTo>
                    <a:pt x="1834385" y="3548806"/>
                  </a:lnTo>
                  <a:lnTo>
                    <a:pt x="1834493" y="3548806"/>
                  </a:lnTo>
                  <a:lnTo>
                    <a:pt x="1834493" y="3548183"/>
                  </a:lnTo>
                  <a:lnTo>
                    <a:pt x="1834602" y="3548183"/>
                  </a:lnTo>
                  <a:lnTo>
                    <a:pt x="1834602" y="3547559"/>
                  </a:lnTo>
                  <a:lnTo>
                    <a:pt x="1834710" y="3547559"/>
                  </a:lnTo>
                  <a:lnTo>
                    <a:pt x="1834818" y="3547559"/>
                  </a:lnTo>
                  <a:lnTo>
                    <a:pt x="1834927" y="3547559"/>
                  </a:lnTo>
                  <a:lnTo>
                    <a:pt x="1835035" y="3547559"/>
                  </a:lnTo>
                  <a:lnTo>
                    <a:pt x="1835144" y="3547559"/>
                  </a:lnTo>
                  <a:lnTo>
                    <a:pt x="1835252" y="3547559"/>
                  </a:lnTo>
                  <a:lnTo>
                    <a:pt x="1835252" y="3546936"/>
                  </a:lnTo>
                  <a:lnTo>
                    <a:pt x="1835361" y="3546936"/>
                  </a:lnTo>
                  <a:lnTo>
                    <a:pt x="1835469" y="3546936"/>
                  </a:lnTo>
                  <a:lnTo>
                    <a:pt x="1835578" y="3546936"/>
                  </a:lnTo>
                  <a:lnTo>
                    <a:pt x="1835686" y="3546936"/>
                  </a:lnTo>
                  <a:lnTo>
                    <a:pt x="1835794" y="3546936"/>
                  </a:lnTo>
                  <a:lnTo>
                    <a:pt x="1835903" y="3546936"/>
                  </a:lnTo>
                  <a:lnTo>
                    <a:pt x="1836011" y="3546936"/>
                  </a:lnTo>
                  <a:lnTo>
                    <a:pt x="1836120" y="3546936"/>
                  </a:lnTo>
                  <a:lnTo>
                    <a:pt x="1836228" y="3546936"/>
                  </a:lnTo>
                  <a:lnTo>
                    <a:pt x="1836228" y="3546312"/>
                  </a:lnTo>
                  <a:lnTo>
                    <a:pt x="1836337" y="3546312"/>
                  </a:lnTo>
                  <a:lnTo>
                    <a:pt x="1836445" y="3546312"/>
                  </a:lnTo>
                  <a:lnTo>
                    <a:pt x="1836554" y="3546312"/>
                  </a:lnTo>
                  <a:lnTo>
                    <a:pt x="1836662" y="3546312"/>
                  </a:lnTo>
                  <a:lnTo>
                    <a:pt x="1836770" y="3546312"/>
                  </a:lnTo>
                  <a:lnTo>
                    <a:pt x="1836879" y="3546312"/>
                  </a:lnTo>
                  <a:lnTo>
                    <a:pt x="1836987" y="3546312"/>
                  </a:lnTo>
                  <a:lnTo>
                    <a:pt x="1837096" y="3546312"/>
                  </a:lnTo>
                  <a:lnTo>
                    <a:pt x="1837204" y="3546312"/>
                  </a:lnTo>
                  <a:lnTo>
                    <a:pt x="1837313" y="3546312"/>
                  </a:lnTo>
                  <a:lnTo>
                    <a:pt x="1837421" y="3546312"/>
                  </a:lnTo>
                  <a:lnTo>
                    <a:pt x="1837530" y="3546312"/>
                  </a:lnTo>
                  <a:lnTo>
                    <a:pt x="1837638" y="3546312"/>
                  </a:lnTo>
                  <a:lnTo>
                    <a:pt x="1837746" y="3546312"/>
                  </a:lnTo>
                  <a:lnTo>
                    <a:pt x="1837855" y="3546312"/>
                  </a:lnTo>
                  <a:lnTo>
                    <a:pt x="1837855" y="3545689"/>
                  </a:lnTo>
                  <a:lnTo>
                    <a:pt x="1837963" y="3545689"/>
                  </a:lnTo>
                  <a:lnTo>
                    <a:pt x="1838072" y="3545689"/>
                  </a:lnTo>
                  <a:lnTo>
                    <a:pt x="1838180" y="3545689"/>
                  </a:lnTo>
                  <a:lnTo>
                    <a:pt x="1838289" y="3545689"/>
                  </a:lnTo>
                  <a:lnTo>
                    <a:pt x="1838397" y="3545689"/>
                  </a:lnTo>
                  <a:lnTo>
                    <a:pt x="1838506" y="3545689"/>
                  </a:lnTo>
                  <a:lnTo>
                    <a:pt x="1838614" y="3545689"/>
                  </a:lnTo>
                  <a:lnTo>
                    <a:pt x="1838723" y="3545689"/>
                  </a:lnTo>
                  <a:lnTo>
                    <a:pt x="1838831" y="3545689"/>
                  </a:lnTo>
                  <a:lnTo>
                    <a:pt x="1838939" y="3545689"/>
                  </a:lnTo>
                  <a:lnTo>
                    <a:pt x="1839048" y="3545689"/>
                  </a:lnTo>
                  <a:lnTo>
                    <a:pt x="1839156" y="3545689"/>
                  </a:lnTo>
                  <a:lnTo>
                    <a:pt x="1839265" y="3545689"/>
                  </a:lnTo>
                  <a:lnTo>
                    <a:pt x="1839373" y="3545689"/>
                  </a:lnTo>
                  <a:lnTo>
                    <a:pt x="1839373" y="3545065"/>
                  </a:lnTo>
                  <a:lnTo>
                    <a:pt x="1839373" y="3544441"/>
                  </a:lnTo>
                  <a:lnTo>
                    <a:pt x="1839482" y="3544441"/>
                  </a:lnTo>
                  <a:lnTo>
                    <a:pt x="1839482" y="3543818"/>
                  </a:lnTo>
                  <a:lnTo>
                    <a:pt x="1839590" y="3543818"/>
                  </a:lnTo>
                  <a:lnTo>
                    <a:pt x="1839699" y="3543818"/>
                  </a:lnTo>
                  <a:lnTo>
                    <a:pt x="1839807" y="3543818"/>
                  </a:lnTo>
                  <a:lnTo>
                    <a:pt x="1839915" y="3543818"/>
                  </a:lnTo>
                  <a:lnTo>
                    <a:pt x="1839915" y="3543194"/>
                  </a:lnTo>
                  <a:lnTo>
                    <a:pt x="1840024" y="3543194"/>
                  </a:lnTo>
                  <a:lnTo>
                    <a:pt x="1840024" y="3542571"/>
                  </a:lnTo>
                  <a:lnTo>
                    <a:pt x="1840024" y="3541947"/>
                  </a:lnTo>
                  <a:lnTo>
                    <a:pt x="1840132" y="3541947"/>
                  </a:lnTo>
                  <a:lnTo>
                    <a:pt x="1840241" y="3541947"/>
                  </a:lnTo>
                  <a:lnTo>
                    <a:pt x="1840349" y="3541947"/>
                  </a:lnTo>
                  <a:lnTo>
                    <a:pt x="1840349" y="3541323"/>
                  </a:lnTo>
                  <a:lnTo>
                    <a:pt x="1840458" y="3541323"/>
                  </a:lnTo>
                  <a:lnTo>
                    <a:pt x="1840458" y="3540700"/>
                  </a:lnTo>
                  <a:lnTo>
                    <a:pt x="1840566" y="3540700"/>
                  </a:lnTo>
                  <a:lnTo>
                    <a:pt x="1840675" y="3540700"/>
                  </a:lnTo>
                  <a:lnTo>
                    <a:pt x="1840783" y="3540700"/>
                  </a:lnTo>
                  <a:lnTo>
                    <a:pt x="1840891" y="3540700"/>
                  </a:lnTo>
                  <a:lnTo>
                    <a:pt x="1841000" y="3540700"/>
                  </a:lnTo>
                  <a:lnTo>
                    <a:pt x="1841108" y="3540700"/>
                  </a:lnTo>
                  <a:lnTo>
                    <a:pt x="1841217" y="3540700"/>
                  </a:lnTo>
                  <a:lnTo>
                    <a:pt x="1841325" y="3540700"/>
                  </a:lnTo>
                  <a:lnTo>
                    <a:pt x="1841434" y="3540700"/>
                  </a:lnTo>
                  <a:lnTo>
                    <a:pt x="1841434" y="3540076"/>
                  </a:lnTo>
                  <a:lnTo>
                    <a:pt x="1841434" y="3539453"/>
                  </a:lnTo>
                  <a:lnTo>
                    <a:pt x="1841542" y="3539453"/>
                  </a:lnTo>
                  <a:lnTo>
                    <a:pt x="1841651" y="3539453"/>
                  </a:lnTo>
                  <a:lnTo>
                    <a:pt x="1841759" y="3539453"/>
                  </a:lnTo>
                  <a:lnTo>
                    <a:pt x="1841867" y="3539453"/>
                  </a:lnTo>
                  <a:lnTo>
                    <a:pt x="1841976" y="3539453"/>
                  </a:lnTo>
                  <a:lnTo>
                    <a:pt x="1842084" y="3539453"/>
                  </a:lnTo>
                  <a:lnTo>
                    <a:pt x="1842193" y="3539453"/>
                  </a:lnTo>
                  <a:lnTo>
                    <a:pt x="1842301" y="3539453"/>
                  </a:lnTo>
                  <a:lnTo>
                    <a:pt x="1842410" y="3539453"/>
                  </a:lnTo>
                  <a:lnTo>
                    <a:pt x="1842410" y="3538829"/>
                  </a:lnTo>
                  <a:lnTo>
                    <a:pt x="1842518" y="3538829"/>
                  </a:lnTo>
                  <a:lnTo>
                    <a:pt x="1842627" y="3538829"/>
                  </a:lnTo>
                  <a:lnTo>
                    <a:pt x="1842735" y="3538829"/>
                  </a:lnTo>
                  <a:lnTo>
                    <a:pt x="1842844" y="3538829"/>
                  </a:lnTo>
                  <a:lnTo>
                    <a:pt x="1842952" y="3538829"/>
                  </a:lnTo>
                  <a:lnTo>
                    <a:pt x="1843060" y="3538829"/>
                  </a:lnTo>
                  <a:lnTo>
                    <a:pt x="1843169" y="3538829"/>
                  </a:lnTo>
                  <a:lnTo>
                    <a:pt x="1843169" y="3538206"/>
                  </a:lnTo>
                  <a:lnTo>
                    <a:pt x="1843277" y="3538206"/>
                  </a:lnTo>
                  <a:lnTo>
                    <a:pt x="1843386" y="3538206"/>
                  </a:lnTo>
                  <a:lnTo>
                    <a:pt x="1843494" y="3538206"/>
                  </a:lnTo>
                  <a:lnTo>
                    <a:pt x="1843494" y="3537582"/>
                  </a:lnTo>
                  <a:lnTo>
                    <a:pt x="1843494" y="3536958"/>
                  </a:lnTo>
                  <a:lnTo>
                    <a:pt x="1843603" y="3536958"/>
                  </a:lnTo>
                  <a:lnTo>
                    <a:pt x="1843711" y="3536958"/>
                  </a:lnTo>
                  <a:lnTo>
                    <a:pt x="1843711" y="3536335"/>
                  </a:lnTo>
                  <a:lnTo>
                    <a:pt x="1843820" y="3536335"/>
                  </a:lnTo>
                  <a:lnTo>
                    <a:pt x="1843928" y="3536335"/>
                  </a:lnTo>
                  <a:lnTo>
                    <a:pt x="1844036" y="3536335"/>
                  </a:lnTo>
                  <a:lnTo>
                    <a:pt x="1844145" y="3536335"/>
                  </a:lnTo>
                  <a:lnTo>
                    <a:pt x="1844253" y="3536335"/>
                  </a:lnTo>
                  <a:lnTo>
                    <a:pt x="1844253" y="3535711"/>
                  </a:lnTo>
                  <a:lnTo>
                    <a:pt x="1844253" y="3535088"/>
                  </a:lnTo>
                  <a:lnTo>
                    <a:pt x="1844362" y="3535088"/>
                  </a:lnTo>
                  <a:lnTo>
                    <a:pt x="1844470" y="3535088"/>
                  </a:lnTo>
                  <a:lnTo>
                    <a:pt x="1844579" y="3535088"/>
                  </a:lnTo>
                  <a:lnTo>
                    <a:pt x="1844687" y="3535088"/>
                  </a:lnTo>
                  <a:lnTo>
                    <a:pt x="1844796" y="3535088"/>
                  </a:lnTo>
                  <a:lnTo>
                    <a:pt x="1844904" y="3535088"/>
                  </a:lnTo>
                  <a:lnTo>
                    <a:pt x="1845012" y="3535088"/>
                  </a:lnTo>
                  <a:lnTo>
                    <a:pt x="1845121" y="3535088"/>
                  </a:lnTo>
                  <a:lnTo>
                    <a:pt x="1845229" y="3535088"/>
                  </a:lnTo>
                  <a:lnTo>
                    <a:pt x="1845338" y="3535088"/>
                  </a:lnTo>
                  <a:lnTo>
                    <a:pt x="1845446" y="3535088"/>
                  </a:lnTo>
                  <a:lnTo>
                    <a:pt x="1845555" y="3535088"/>
                  </a:lnTo>
                  <a:lnTo>
                    <a:pt x="1845555" y="3534464"/>
                  </a:lnTo>
                  <a:lnTo>
                    <a:pt x="1845663" y="3534464"/>
                  </a:lnTo>
                  <a:lnTo>
                    <a:pt x="1845772" y="3534464"/>
                  </a:lnTo>
                  <a:lnTo>
                    <a:pt x="1845880" y="3534464"/>
                  </a:lnTo>
                  <a:lnTo>
                    <a:pt x="1845988" y="3534464"/>
                  </a:lnTo>
                  <a:lnTo>
                    <a:pt x="1845988" y="3533841"/>
                  </a:lnTo>
                  <a:lnTo>
                    <a:pt x="1846097" y="3533841"/>
                  </a:lnTo>
                  <a:lnTo>
                    <a:pt x="1846205" y="3533841"/>
                  </a:lnTo>
                  <a:lnTo>
                    <a:pt x="1846314" y="3533841"/>
                  </a:lnTo>
                  <a:lnTo>
                    <a:pt x="1846422" y="3533841"/>
                  </a:lnTo>
                  <a:lnTo>
                    <a:pt x="1846531" y="3533841"/>
                  </a:lnTo>
                  <a:lnTo>
                    <a:pt x="1846639" y="3533841"/>
                  </a:lnTo>
                  <a:lnTo>
                    <a:pt x="1846748" y="3533841"/>
                  </a:lnTo>
                  <a:lnTo>
                    <a:pt x="1846856" y="3533841"/>
                  </a:lnTo>
                  <a:lnTo>
                    <a:pt x="1846965" y="3533841"/>
                  </a:lnTo>
                  <a:lnTo>
                    <a:pt x="1847073" y="3533841"/>
                  </a:lnTo>
                  <a:lnTo>
                    <a:pt x="1847073" y="3533217"/>
                  </a:lnTo>
                  <a:lnTo>
                    <a:pt x="1847073" y="3532593"/>
                  </a:lnTo>
                  <a:lnTo>
                    <a:pt x="1847181" y="3532593"/>
                  </a:lnTo>
                  <a:lnTo>
                    <a:pt x="1847290" y="3532593"/>
                  </a:lnTo>
                  <a:lnTo>
                    <a:pt x="1847398" y="3532593"/>
                  </a:lnTo>
                  <a:lnTo>
                    <a:pt x="1847507" y="3532593"/>
                  </a:lnTo>
                  <a:lnTo>
                    <a:pt x="1847615" y="3532593"/>
                  </a:lnTo>
                  <a:lnTo>
                    <a:pt x="1847724" y="3532593"/>
                  </a:lnTo>
                  <a:lnTo>
                    <a:pt x="1847832" y="3532593"/>
                  </a:lnTo>
                  <a:lnTo>
                    <a:pt x="1847832" y="3531970"/>
                  </a:lnTo>
                  <a:lnTo>
                    <a:pt x="1847941" y="3531970"/>
                  </a:lnTo>
                  <a:lnTo>
                    <a:pt x="1848049" y="3531970"/>
                  </a:lnTo>
                  <a:lnTo>
                    <a:pt x="1848157" y="3531970"/>
                  </a:lnTo>
                  <a:lnTo>
                    <a:pt x="1848157" y="3531346"/>
                  </a:lnTo>
                  <a:lnTo>
                    <a:pt x="1848266" y="3531346"/>
                  </a:lnTo>
                  <a:lnTo>
                    <a:pt x="1848266" y="3530723"/>
                  </a:lnTo>
                  <a:lnTo>
                    <a:pt x="1848266" y="3530099"/>
                  </a:lnTo>
                  <a:lnTo>
                    <a:pt x="1848374" y="3530099"/>
                  </a:lnTo>
                  <a:lnTo>
                    <a:pt x="1848483" y="3530099"/>
                  </a:lnTo>
                  <a:lnTo>
                    <a:pt x="1848483" y="3529475"/>
                  </a:lnTo>
                  <a:lnTo>
                    <a:pt x="1848591" y="3529475"/>
                  </a:lnTo>
                  <a:lnTo>
                    <a:pt x="1848700" y="3529475"/>
                  </a:lnTo>
                  <a:lnTo>
                    <a:pt x="1848700" y="3528852"/>
                  </a:lnTo>
                  <a:lnTo>
                    <a:pt x="1848808" y="3528852"/>
                  </a:lnTo>
                  <a:lnTo>
                    <a:pt x="1848808" y="3528228"/>
                  </a:lnTo>
                  <a:lnTo>
                    <a:pt x="1848917" y="3528228"/>
                  </a:lnTo>
                  <a:lnTo>
                    <a:pt x="1849025" y="3528228"/>
                  </a:lnTo>
                  <a:lnTo>
                    <a:pt x="1849025" y="3527605"/>
                  </a:lnTo>
                  <a:lnTo>
                    <a:pt x="1849133" y="3527605"/>
                  </a:lnTo>
                  <a:lnTo>
                    <a:pt x="1849242" y="3527605"/>
                  </a:lnTo>
                  <a:lnTo>
                    <a:pt x="1849350" y="3527605"/>
                  </a:lnTo>
                  <a:lnTo>
                    <a:pt x="1849459" y="3527605"/>
                  </a:lnTo>
                  <a:lnTo>
                    <a:pt x="1849567" y="3527605"/>
                  </a:lnTo>
                  <a:lnTo>
                    <a:pt x="1849676" y="3527605"/>
                  </a:lnTo>
                  <a:lnTo>
                    <a:pt x="1849784" y="3527605"/>
                  </a:lnTo>
                  <a:lnTo>
                    <a:pt x="1849893" y="3527605"/>
                  </a:lnTo>
                  <a:lnTo>
                    <a:pt x="1849893" y="3526981"/>
                  </a:lnTo>
                  <a:lnTo>
                    <a:pt x="1850001" y="3526981"/>
                  </a:lnTo>
                  <a:lnTo>
                    <a:pt x="1850109" y="3526981"/>
                  </a:lnTo>
                  <a:lnTo>
                    <a:pt x="1850109" y="3526358"/>
                  </a:lnTo>
                  <a:lnTo>
                    <a:pt x="1850218" y="3526358"/>
                  </a:lnTo>
                  <a:lnTo>
                    <a:pt x="1850218" y="3525734"/>
                  </a:lnTo>
                  <a:lnTo>
                    <a:pt x="1850218" y="3525110"/>
                  </a:lnTo>
                  <a:lnTo>
                    <a:pt x="1850326" y="3525110"/>
                  </a:lnTo>
                  <a:lnTo>
                    <a:pt x="1850435" y="3525110"/>
                  </a:lnTo>
                  <a:lnTo>
                    <a:pt x="1850543" y="3525110"/>
                  </a:lnTo>
                  <a:lnTo>
                    <a:pt x="1850543" y="3524487"/>
                  </a:lnTo>
                  <a:lnTo>
                    <a:pt x="1850652" y="3524487"/>
                  </a:lnTo>
                  <a:lnTo>
                    <a:pt x="1850760" y="3524487"/>
                  </a:lnTo>
                  <a:lnTo>
                    <a:pt x="1850760" y="3523863"/>
                  </a:lnTo>
                  <a:lnTo>
                    <a:pt x="1850869" y="3523863"/>
                  </a:lnTo>
                  <a:lnTo>
                    <a:pt x="1850977" y="3523863"/>
                  </a:lnTo>
                  <a:lnTo>
                    <a:pt x="1851086" y="3523863"/>
                  </a:lnTo>
                  <a:lnTo>
                    <a:pt x="1851194" y="3523863"/>
                  </a:lnTo>
                  <a:lnTo>
                    <a:pt x="1851302" y="3523863"/>
                  </a:lnTo>
                  <a:lnTo>
                    <a:pt x="1851302" y="3523240"/>
                  </a:lnTo>
                  <a:lnTo>
                    <a:pt x="1851302" y="3522616"/>
                  </a:lnTo>
                  <a:lnTo>
                    <a:pt x="1851411" y="3522616"/>
                  </a:lnTo>
                  <a:lnTo>
                    <a:pt x="1851519" y="3522616"/>
                  </a:lnTo>
                  <a:lnTo>
                    <a:pt x="1851628" y="3522616"/>
                  </a:lnTo>
                  <a:lnTo>
                    <a:pt x="1851736" y="3522616"/>
                  </a:lnTo>
                  <a:lnTo>
                    <a:pt x="1851845" y="3522616"/>
                  </a:lnTo>
                  <a:lnTo>
                    <a:pt x="1851953" y="3522616"/>
                  </a:lnTo>
                  <a:lnTo>
                    <a:pt x="1852062" y="3522616"/>
                  </a:lnTo>
                  <a:lnTo>
                    <a:pt x="1852170" y="3522616"/>
                  </a:lnTo>
                  <a:lnTo>
                    <a:pt x="1852278" y="3522616"/>
                  </a:lnTo>
                  <a:lnTo>
                    <a:pt x="1852387" y="3522616"/>
                  </a:lnTo>
                  <a:lnTo>
                    <a:pt x="1852387" y="3521992"/>
                  </a:lnTo>
                  <a:lnTo>
                    <a:pt x="1852495" y="3521992"/>
                  </a:lnTo>
                  <a:lnTo>
                    <a:pt x="1852604" y="3521992"/>
                  </a:lnTo>
                  <a:lnTo>
                    <a:pt x="1852712" y="3521992"/>
                  </a:lnTo>
                  <a:lnTo>
                    <a:pt x="1852821" y="3521992"/>
                  </a:lnTo>
                  <a:lnTo>
                    <a:pt x="1852929" y="3521992"/>
                  </a:lnTo>
                  <a:lnTo>
                    <a:pt x="1853038" y="3521992"/>
                  </a:lnTo>
                  <a:lnTo>
                    <a:pt x="1853146" y="3521992"/>
                  </a:lnTo>
                  <a:lnTo>
                    <a:pt x="1853254" y="3521992"/>
                  </a:lnTo>
                  <a:lnTo>
                    <a:pt x="1853363" y="3521992"/>
                  </a:lnTo>
                  <a:lnTo>
                    <a:pt x="1853471" y="3521992"/>
                  </a:lnTo>
                  <a:lnTo>
                    <a:pt x="1853580" y="3521992"/>
                  </a:lnTo>
                  <a:lnTo>
                    <a:pt x="1853688" y="3521992"/>
                  </a:lnTo>
                  <a:lnTo>
                    <a:pt x="1853797" y="3521992"/>
                  </a:lnTo>
                  <a:lnTo>
                    <a:pt x="1853797" y="3521369"/>
                  </a:lnTo>
                  <a:lnTo>
                    <a:pt x="1853905" y="3521369"/>
                  </a:lnTo>
                  <a:lnTo>
                    <a:pt x="1853905" y="3520745"/>
                  </a:lnTo>
                  <a:lnTo>
                    <a:pt x="1853905" y="3520122"/>
                  </a:lnTo>
                  <a:lnTo>
                    <a:pt x="1854014" y="3520122"/>
                  </a:lnTo>
                  <a:lnTo>
                    <a:pt x="1854014" y="3519498"/>
                  </a:lnTo>
                  <a:lnTo>
                    <a:pt x="1854014" y="3518875"/>
                  </a:lnTo>
                  <a:lnTo>
                    <a:pt x="1854122" y="3518875"/>
                  </a:lnTo>
                  <a:lnTo>
                    <a:pt x="1854230" y="3518875"/>
                  </a:lnTo>
                  <a:lnTo>
                    <a:pt x="1854339" y="3518875"/>
                  </a:lnTo>
                  <a:lnTo>
                    <a:pt x="1854447" y="3518875"/>
                  </a:lnTo>
                  <a:lnTo>
                    <a:pt x="1854556" y="3518875"/>
                  </a:lnTo>
                  <a:lnTo>
                    <a:pt x="1854664" y="3518875"/>
                  </a:lnTo>
                  <a:lnTo>
                    <a:pt x="1854773" y="3518875"/>
                  </a:lnTo>
                  <a:lnTo>
                    <a:pt x="1854773" y="3518251"/>
                  </a:lnTo>
                  <a:lnTo>
                    <a:pt x="1854881" y="3518251"/>
                  </a:lnTo>
                  <a:lnTo>
                    <a:pt x="1854990" y="3518251"/>
                  </a:lnTo>
                  <a:lnTo>
                    <a:pt x="1854990" y="3517627"/>
                  </a:lnTo>
                  <a:lnTo>
                    <a:pt x="1855098" y="3517627"/>
                  </a:lnTo>
                  <a:lnTo>
                    <a:pt x="1855207" y="3517627"/>
                  </a:lnTo>
                  <a:lnTo>
                    <a:pt x="1855315" y="3517627"/>
                  </a:lnTo>
                  <a:lnTo>
                    <a:pt x="1855423" y="3517627"/>
                  </a:lnTo>
                  <a:lnTo>
                    <a:pt x="1855532" y="3517627"/>
                  </a:lnTo>
                  <a:lnTo>
                    <a:pt x="1855640" y="3517627"/>
                  </a:lnTo>
                  <a:lnTo>
                    <a:pt x="1855749" y="3517627"/>
                  </a:lnTo>
                  <a:lnTo>
                    <a:pt x="1855857" y="3517627"/>
                  </a:lnTo>
                  <a:lnTo>
                    <a:pt x="1855966" y="3517627"/>
                  </a:lnTo>
                  <a:lnTo>
                    <a:pt x="1856074" y="3517627"/>
                  </a:lnTo>
                  <a:lnTo>
                    <a:pt x="1856183" y="3517627"/>
                  </a:lnTo>
                  <a:lnTo>
                    <a:pt x="1856291" y="3517627"/>
                  </a:lnTo>
                  <a:lnTo>
                    <a:pt x="1856399" y="3517627"/>
                  </a:lnTo>
                  <a:lnTo>
                    <a:pt x="1856508" y="3517627"/>
                  </a:lnTo>
                  <a:lnTo>
                    <a:pt x="1856616" y="3517627"/>
                  </a:lnTo>
                  <a:lnTo>
                    <a:pt x="1856725" y="3517627"/>
                  </a:lnTo>
                  <a:lnTo>
                    <a:pt x="1856725" y="3517004"/>
                  </a:lnTo>
                  <a:lnTo>
                    <a:pt x="1856833" y="3517004"/>
                  </a:lnTo>
                  <a:lnTo>
                    <a:pt x="1856942" y="3517004"/>
                  </a:lnTo>
                  <a:lnTo>
                    <a:pt x="1857050" y="3517004"/>
                  </a:lnTo>
                  <a:lnTo>
                    <a:pt x="1857159" y="3517004"/>
                  </a:lnTo>
                  <a:lnTo>
                    <a:pt x="1857159" y="3516380"/>
                  </a:lnTo>
                  <a:lnTo>
                    <a:pt x="1857159" y="3515757"/>
                  </a:lnTo>
                  <a:lnTo>
                    <a:pt x="1857267" y="3515757"/>
                  </a:lnTo>
                  <a:lnTo>
                    <a:pt x="1857375" y="3515757"/>
                  </a:lnTo>
                  <a:lnTo>
                    <a:pt x="1857484" y="3515757"/>
                  </a:lnTo>
                  <a:lnTo>
                    <a:pt x="1857484" y="3515133"/>
                  </a:lnTo>
                  <a:lnTo>
                    <a:pt x="1857592" y="3515133"/>
                  </a:lnTo>
                  <a:lnTo>
                    <a:pt x="1857701" y="3515133"/>
                  </a:lnTo>
                  <a:lnTo>
                    <a:pt x="1857701" y="3514509"/>
                  </a:lnTo>
                  <a:lnTo>
                    <a:pt x="1857809" y="3514509"/>
                  </a:lnTo>
                  <a:lnTo>
                    <a:pt x="1857918" y="3514509"/>
                  </a:lnTo>
                  <a:lnTo>
                    <a:pt x="1858026" y="3514509"/>
                  </a:lnTo>
                  <a:lnTo>
                    <a:pt x="1858135" y="3514509"/>
                  </a:lnTo>
                  <a:lnTo>
                    <a:pt x="1858243" y="3514509"/>
                  </a:lnTo>
                  <a:lnTo>
                    <a:pt x="1858351" y="3514509"/>
                  </a:lnTo>
                  <a:lnTo>
                    <a:pt x="1858460" y="3514509"/>
                  </a:lnTo>
                  <a:lnTo>
                    <a:pt x="1858568" y="3514509"/>
                  </a:lnTo>
                  <a:lnTo>
                    <a:pt x="1858677" y="3514509"/>
                  </a:lnTo>
                  <a:lnTo>
                    <a:pt x="1858785" y="3514509"/>
                  </a:lnTo>
                  <a:lnTo>
                    <a:pt x="1858894" y="3514509"/>
                  </a:lnTo>
                  <a:lnTo>
                    <a:pt x="1859002" y="3514509"/>
                  </a:lnTo>
                  <a:lnTo>
                    <a:pt x="1859111" y="3514509"/>
                  </a:lnTo>
                  <a:lnTo>
                    <a:pt x="1859219" y="3514509"/>
                  </a:lnTo>
                  <a:lnTo>
                    <a:pt x="1859327" y="3514509"/>
                  </a:lnTo>
                  <a:lnTo>
                    <a:pt x="1859436" y="3514509"/>
                  </a:lnTo>
                  <a:lnTo>
                    <a:pt x="1859544" y="3514509"/>
                  </a:lnTo>
                  <a:lnTo>
                    <a:pt x="1859653" y="3514509"/>
                  </a:lnTo>
                  <a:lnTo>
                    <a:pt x="1859653" y="3513886"/>
                  </a:lnTo>
                  <a:lnTo>
                    <a:pt x="1859761" y="3513886"/>
                  </a:lnTo>
                  <a:lnTo>
                    <a:pt x="1859761" y="3513262"/>
                  </a:lnTo>
                  <a:lnTo>
                    <a:pt x="1859870" y="3513262"/>
                  </a:lnTo>
                  <a:lnTo>
                    <a:pt x="1859978" y="3513262"/>
                  </a:lnTo>
                  <a:lnTo>
                    <a:pt x="1859978" y="3512639"/>
                  </a:lnTo>
                  <a:lnTo>
                    <a:pt x="1859978" y="3512015"/>
                  </a:lnTo>
                  <a:lnTo>
                    <a:pt x="1860087" y="3512015"/>
                  </a:lnTo>
                  <a:lnTo>
                    <a:pt x="1860087" y="3511392"/>
                  </a:lnTo>
                  <a:lnTo>
                    <a:pt x="1860087" y="3510768"/>
                  </a:lnTo>
                  <a:lnTo>
                    <a:pt x="1860195" y="3510768"/>
                  </a:lnTo>
                  <a:lnTo>
                    <a:pt x="1860304" y="3510768"/>
                  </a:lnTo>
                  <a:lnTo>
                    <a:pt x="1860412" y="3510768"/>
                  </a:lnTo>
                  <a:lnTo>
                    <a:pt x="1860520" y="3510768"/>
                  </a:lnTo>
                  <a:lnTo>
                    <a:pt x="1860629" y="3510768"/>
                  </a:lnTo>
                  <a:lnTo>
                    <a:pt x="1860737" y="3510768"/>
                  </a:lnTo>
                  <a:lnTo>
                    <a:pt x="1860737" y="3510144"/>
                  </a:lnTo>
                  <a:lnTo>
                    <a:pt x="1860846" y="3510144"/>
                  </a:lnTo>
                  <a:lnTo>
                    <a:pt x="1860954" y="3510144"/>
                  </a:lnTo>
                  <a:lnTo>
                    <a:pt x="1861063" y="3510144"/>
                  </a:lnTo>
                  <a:lnTo>
                    <a:pt x="1861171" y="3510144"/>
                  </a:lnTo>
                  <a:lnTo>
                    <a:pt x="1861171" y="3509521"/>
                  </a:lnTo>
                  <a:lnTo>
                    <a:pt x="1861280" y="3509521"/>
                  </a:lnTo>
                  <a:lnTo>
                    <a:pt x="1861388" y="3509521"/>
                  </a:lnTo>
                  <a:lnTo>
                    <a:pt x="1861496" y="3509521"/>
                  </a:lnTo>
                  <a:lnTo>
                    <a:pt x="1861496" y="3508897"/>
                  </a:lnTo>
                  <a:lnTo>
                    <a:pt x="1861496" y="3508274"/>
                  </a:lnTo>
                  <a:lnTo>
                    <a:pt x="1861605" y="3508274"/>
                  </a:lnTo>
                  <a:lnTo>
                    <a:pt x="1861713" y="3508274"/>
                  </a:lnTo>
                  <a:lnTo>
                    <a:pt x="1861822" y="3508274"/>
                  </a:lnTo>
                  <a:lnTo>
                    <a:pt x="1861930" y="3508274"/>
                  </a:lnTo>
                  <a:lnTo>
                    <a:pt x="1861930" y="3507650"/>
                  </a:lnTo>
                  <a:lnTo>
                    <a:pt x="1862039" y="3507650"/>
                  </a:lnTo>
                  <a:lnTo>
                    <a:pt x="1862147" y="3507650"/>
                  </a:lnTo>
                  <a:lnTo>
                    <a:pt x="1862256" y="3507650"/>
                  </a:lnTo>
                  <a:lnTo>
                    <a:pt x="1862364" y="3507650"/>
                  </a:lnTo>
                  <a:lnTo>
                    <a:pt x="1862472" y="3507650"/>
                  </a:lnTo>
                  <a:lnTo>
                    <a:pt x="1862581" y="3507650"/>
                  </a:lnTo>
                  <a:lnTo>
                    <a:pt x="1862689" y="3507650"/>
                  </a:lnTo>
                  <a:lnTo>
                    <a:pt x="1862798" y="3507650"/>
                  </a:lnTo>
                  <a:lnTo>
                    <a:pt x="1862798" y="3507026"/>
                  </a:lnTo>
                  <a:lnTo>
                    <a:pt x="1862906" y="3507026"/>
                  </a:lnTo>
                  <a:lnTo>
                    <a:pt x="1863015" y="3507026"/>
                  </a:lnTo>
                  <a:lnTo>
                    <a:pt x="1863123" y="3507026"/>
                  </a:lnTo>
                  <a:lnTo>
                    <a:pt x="1863232" y="3507026"/>
                  </a:lnTo>
                  <a:lnTo>
                    <a:pt x="1863340" y="3507026"/>
                  </a:lnTo>
                  <a:lnTo>
                    <a:pt x="1863448" y="3507026"/>
                  </a:lnTo>
                  <a:lnTo>
                    <a:pt x="1863557" y="3507026"/>
                  </a:lnTo>
                  <a:lnTo>
                    <a:pt x="1863665" y="3507026"/>
                  </a:lnTo>
                  <a:lnTo>
                    <a:pt x="1863665" y="3506403"/>
                  </a:lnTo>
                  <a:lnTo>
                    <a:pt x="1863665" y="3505779"/>
                  </a:lnTo>
                  <a:lnTo>
                    <a:pt x="1863774" y="3505779"/>
                  </a:lnTo>
                  <a:lnTo>
                    <a:pt x="1863774" y="3505156"/>
                  </a:lnTo>
                  <a:lnTo>
                    <a:pt x="1863882" y="3505156"/>
                  </a:lnTo>
                  <a:lnTo>
                    <a:pt x="1863991" y="3505156"/>
                  </a:lnTo>
                  <a:lnTo>
                    <a:pt x="1863991" y="3504532"/>
                  </a:lnTo>
                  <a:lnTo>
                    <a:pt x="1864099" y="3504532"/>
                  </a:lnTo>
                  <a:lnTo>
                    <a:pt x="1864208" y="3504532"/>
                  </a:lnTo>
                  <a:lnTo>
                    <a:pt x="1864316" y="3504532"/>
                  </a:lnTo>
                  <a:lnTo>
                    <a:pt x="1864425" y="3504532"/>
                  </a:lnTo>
                  <a:lnTo>
                    <a:pt x="1864533" y="3504532"/>
                  </a:lnTo>
                  <a:lnTo>
                    <a:pt x="1864641" y="3504532"/>
                  </a:lnTo>
                  <a:lnTo>
                    <a:pt x="1864750" y="3504532"/>
                  </a:lnTo>
                  <a:lnTo>
                    <a:pt x="1864858" y="3504532"/>
                  </a:lnTo>
                  <a:lnTo>
                    <a:pt x="1864967" y="3504532"/>
                  </a:lnTo>
                  <a:lnTo>
                    <a:pt x="1865075" y="3504532"/>
                  </a:lnTo>
                  <a:lnTo>
                    <a:pt x="1865075" y="3503909"/>
                  </a:lnTo>
                  <a:lnTo>
                    <a:pt x="1865184" y="3503909"/>
                  </a:lnTo>
                  <a:lnTo>
                    <a:pt x="1865292" y="3503909"/>
                  </a:lnTo>
                  <a:lnTo>
                    <a:pt x="1865401" y="3503909"/>
                  </a:lnTo>
                  <a:lnTo>
                    <a:pt x="1865401" y="3503285"/>
                  </a:lnTo>
                  <a:lnTo>
                    <a:pt x="1865509" y="3503285"/>
                  </a:lnTo>
                  <a:lnTo>
                    <a:pt x="1865617" y="3503285"/>
                  </a:lnTo>
                  <a:lnTo>
                    <a:pt x="1865617" y="3502661"/>
                  </a:lnTo>
                  <a:lnTo>
                    <a:pt x="1865726" y="3502661"/>
                  </a:lnTo>
                  <a:lnTo>
                    <a:pt x="1865834" y="3502661"/>
                  </a:lnTo>
                  <a:lnTo>
                    <a:pt x="1865943" y="3502661"/>
                  </a:lnTo>
                  <a:lnTo>
                    <a:pt x="1865943" y="3502038"/>
                  </a:lnTo>
                  <a:lnTo>
                    <a:pt x="1865943" y="3501414"/>
                  </a:lnTo>
                  <a:lnTo>
                    <a:pt x="1866051" y="3501414"/>
                  </a:lnTo>
                  <a:lnTo>
                    <a:pt x="1866160" y="3501414"/>
                  </a:lnTo>
                  <a:lnTo>
                    <a:pt x="1866268" y="3501414"/>
                  </a:lnTo>
                  <a:lnTo>
                    <a:pt x="1866377" y="3501414"/>
                  </a:lnTo>
                  <a:lnTo>
                    <a:pt x="1866485" y="3501414"/>
                  </a:lnTo>
                  <a:lnTo>
                    <a:pt x="1866593" y="3501414"/>
                  </a:lnTo>
                  <a:lnTo>
                    <a:pt x="1866702" y="3501414"/>
                  </a:lnTo>
                  <a:lnTo>
                    <a:pt x="1866810" y="3501414"/>
                  </a:lnTo>
                  <a:lnTo>
                    <a:pt x="1866919" y="3501414"/>
                  </a:lnTo>
                  <a:lnTo>
                    <a:pt x="1867027" y="3501414"/>
                  </a:lnTo>
                  <a:lnTo>
                    <a:pt x="1867136" y="3501414"/>
                  </a:lnTo>
                  <a:lnTo>
                    <a:pt x="1867244" y="3501414"/>
                  </a:lnTo>
                  <a:lnTo>
                    <a:pt x="1867353" y="3501414"/>
                  </a:lnTo>
                  <a:lnTo>
                    <a:pt x="1867461" y="3501414"/>
                  </a:lnTo>
                  <a:lnTo>
                    <a:pt x="1867569" y="3501414"/>
                  </a:lnTo>
                  <a:lnTo>
                    <a:pt x="1867569" y="3500791"/>
                  </a:lnTo>
                  <a:lnTo>
                    <a:pt x="1867678" y="3500791"/>
                  </a:lnTo>
                  <a:lnTo>
                    <a:pt x="1867786" y="3500791"/>
                  </a:lnTo>
                  <a:lnTo>
                    <a:pt x="1867895" y="3500791"/>
                  </a:lnTo>
                  <a:lnTo>
                    <a:pt x="1867895" y="3500167"/>
                  </a:lnTo>
                  <a:lnTo>
                    <a:pt x="1868003" y="3500167"/>
                  </a:lnTo>
                  <a:lnTo>
                    <a:pt x="1868003" y="3499543"/>
                  </a:lnTo>
                  <a:lnTo>
                    <a:pt x="1868003" y="3498920"/>
                  </a:lnTo>
                  <a:lnTo>
                    <a:pt x="1868112" y="3498920"/>
                  </a:lnTo>
                  <a:lnTo>
                    <a:pt x="1868220" y="3498920"/>
                  </a:lnTo>
                  <a:lnTo>
                    <a:pt x="1868220" y="3498296"/>
                  </a:lnTo>
                  <a:lnTo>
                    <a:pt x="1868329" y="3498296"/>
                  </a:lnTo>
                  <a:lnTo>
                    <a:pt x="1868329" y="3497673"/>
                  </a:lnTo>
                  <a:lnTo>
                    <a:pt x="1868437" y="3497673"/>
                  </a:lnTo>
                  <a:lnTo>
                    <a:pt x="1868437" y="3497049"/>
                  </a:lnTo>
                  <a:lnTo>
                    <a:pt x="1868546" y="3497049"/>
                  </a:lnTo>
                  <a:lnTo>
                    <a:pt x="1868654" y="3497049"/>
                  </a:lnTo>
                  <a:lnTo>
                    <a:pt x="1868762" y="3497049"/>
                  </a:lnTo>
                  <a:lnTo>
                    <a:pt x="1868871" y="3497049"/>
                  </a:lnTo>
                  <a:lnTo>
                    <a:pt x="1868979" y="3497049"/>
                  </a:lnTo>
                  <a:lnTo>
                    <a:pt x="1868979" y="3496426"/>
                  </a:lnTo>
                  <a:lnTo>
                    <a:pt x="1869088" y="3496426"/>
                  </a:lnTo>
                  <a:lnTo>
                    <a:pt x="1869196" y="3496426"/>
                  </a:lnTo>
                  <a:lnTo>
                    <a:pt x="1869305" y="3496426"/>
                  </a:lnTo>
                  <a:lnTo>
                    <a:pt x="1869413" y="3496426"/>
                  </a:lnTo>
                  <a:lnTo>
                    <a:pt x="1869522" y="3496426"/>
                  </a:lnTo>
                  <a:lnTo>
                    <a:pt x="1869522" y="3495802"/>
                  </a:lnTo>
                  <a:lnTo>
                    <a:pt x="1869630" y="3495802"/>
                  </a:lnTo>
                  <a:lnTo>
                    <a:pt x="1869630" y="3495178"/>
                  </a:lnTo>
                  <a:lnTo>
                    <a:pt x="1869738" y="3495178"/>
                  </a:lnTo>
                  <a:lnTo>
                    <a:pt x="1869847" y="3495178"/>
                  </a:lnTo>
                  <a:lnTo>
                    <a:pt x="1869847" y="3494555"/>
                  </a:lnTo>
                  <a:lnTo>
                    <a:pt x="1869955" y="3494555"/>
                  </a:lnTo>
                  <a:lnTo>
                    <a:pt x="1870064" y="3494555"/>
                  </a:lnTo>
                  <a:lnTo>
                    <a:pt x="1870172" y="3494555"/>
                  </a:lnTo>
                  <a:lnTo>
                    <a:pt x="1870281" y="3494555"/>
                  </a:lnTo>
                  <a:lnTo>
                    <a:pt x="1870389" y="3494555"/>
                  </a:lnTo>
                  <a:lnTo>
                    <a:pt x="1870498" y="3494555"/>
                  </a:lnTo>
                  <a:lnTo>
                    <a:pt x="1870498" y="3493931"/>
                  </a:lnTo>
                  <a:lnTo>
                    <a:pt x="1870498" y="3493308"/>
                  </a:lnTo>
                  <a:lnTo>
                    <a:pt x="1870606" y="3493308"/>
                  </a:lnTo>
                  <a:lnTo>
                    <a:pt x="1870714" y="3493308"/>
                  </a:lnTo>
                  <a:lnTo>
                    <a:pt x="1870823" y="3493308"/>
                  </a:lnTo>
                  <a:lnTo>
                    <a:pt x="1870931" y="3493308"/>
                  </a:lnTo>
                  <a:lnTo>
                    <a:pt x="1870931" y="3492684"/>
                  </a:lnTo>
                  <a:lnTo>
                    <a:pt x="1870931" y="3492060"/>
                  </a:lnTo>
                  <a:lnTo>
                    <a:pt x="1871040" y="3492060"/>
                  </a:lnTo>
                  <a:lnTo>
                    <a:pt x="1871040" y="3491437"/>
                  </a:lnTo>
                  <a:lnTo>
                    <a:pt x="1871148" y="3491437"/>
                  </a:lnTo>
                  <a:lnTo>
                    <a:pt x="1871257" y="3491437"/>
                  </a:lnTo>
                  <a:lnTo>
                    <a:pt x="1871257" y="3490813"/>
                  </a:lnTo>
                  <a:lnTo>
                    <a:pt x="1871365" y="3490813"/>
                  </a:lnTo>
                  <a:lnTo>
                    <a:pt x="1871474" y="3490813"/>
                  </a:lnTo>
                  <a:lnTo>
                    <a:pt x="1871582" y="3490813"/>
                  </a:lnTo>
                  <a:lnTo>
                    <a:pt x="1871690" y="3490813"/>
                  </a:lnTo>
                  <a:lnTo>
                    <a:pt x="1871799" y="3490813"/>
                  </a:lnTo>
                  <a:lnTo>
                    <a:pt x="1871907" y="3490813"/>
                  </a:lnTo>
                  <a:lnTo>
                    <a:pt x="1872016" y="3490813"/>
                  </a:lnTo>
                  <a:lnTo>
                    <a:pt x="1872124" y="3490813"/>
                  </a:lnTo>
                  <a:lnTo>
                    <a:pt x="1872233" y="3490813"/>
                  </a:lnTo>
                  <a:lnTo>
                    <a:pt x="1872341" y="3490813"/>
                  </a:lnTo>
                  <a:lnTo>
                    <a:pt x="1872450" y="3490813"/>
                  </a:lnTo>
                  <a:lnTo>
                    <a:pt x="1872450" y="3490190"/>
                  </a:lnTo>
                  <a:lnTo>
                    <a:pt x="1872558" y="3490190"/>
                  </a:lnTo>
                  <a:lnTo>
                    <a:pt x="1872667" y="3490190"/>
                  </a:lnTo>
                  <a:lnTo>
                    <a:pt x="1872775" y="3490190"/>
                  </a:lnTo>
                  <a:lnTo>
                    <a:pt x="1872883" y="3490190"/>
                  </a:lnTo>
                  <a:lnTo>
                    <a:pt x="1872883" y="3489566"/>
                  </a:lnTo>
                  <a:lnTo>
                    <a:pt x="1872992" y="3489566"/>
                  </a:lnTo>
                  <a:lnTo>
                    <a:pt x="1873100" y="3489566"/>
                  </a:lnTo>
                  <a:lnTo>
                    <a:pt x="1873100" y="3488943"/>
                  </a:lnTo>
                  <a:lnTo>
                    <a:pt x="1873100" y="3488319"/>
                  </a:lnTo>
                  <a:lnTo>
                    <a:pt x="1873209" y="3488319"/>
                  </a:lnTo>
                  <a:lnTo>
                    <a:pt x="1873317" y="3488319"/>
                  </a:lnTo>
                  <a:lnTo>
                    <a:pt x="1873426" y="3488319"/>
                  </a:lnTo>
                  <a:lnTo>
                    <a:pt x="1873534" y="3488319"/>
                  </a:lnTo>
                  <a:lnTo>
                    <a:pt x="1873643" y="3488319"/>
                  </a:lnTo>
                  <a:lnTo>
                    <a:pt x="1873751" y="3488319"/>
                  </a:lnTo>
                  <a:lnTo>
                    <a:pt x="1873859" y="3488319"/>
                  </a:lnTo>
                  <a:lnTo>
                    <a:pt x="1873968" y="3488319"/>
                  </a:lnTo>
                  <a:lnTo>
                    <a:pt x="1874076" y="3488319"/>
                  </a:lnTo>
                  <a:lnTo>
                    <a:pt x="1874185" y="3488319"/>
                  </a:lnTo>
                  <a:lnTo>
                    <a:pt x="1874185" y="3487695"/>
                  </a:lnTo>
                  <a:lnTo>
                    <a:pt x="1874293" y="3487695"/>
                  </a:lnTo>
                  <a:lnTo>
                    <a:pt x="1874402" y="3487695"/>
                  </a:lnTo>
                  <a:lnTo>
                    <a:pt x="1874510" y="3487695"/>
                  </a:lnTo>
                  <a:lnTo>
                    <a:pt x="1874510" y="3487072"/>
                  </a:lnTo>
                  <a:lnTo>
                    <a:pt x="1874619" y="3487072"/>
                  </a:lnTo>
                  <a:lnTo>
                    <a:pt x="1874619" y="3486448"/>
                  </a:lnTo>
                  <a:lnTo>
                    <a:pt x="1874727" y="3486448"/>
                  </a:lnTo>
                  <a:lnTo>
                    <a:pt x="1874835" y="3486448"/>
                  </a:lnTo>
                  <a:lnTo>
                    <a:pt x="1874944" y="3486448"/>
                  </a:lnTo>
                  <a:lnTo>
                    <a:pt x="1875052" y="3486448"/>
                  </a:lnTo>
                  <a:lnTo>
                    <a:pt x="1875052" y="3485825"/>
                  </a:lnTo>
                  <a:lnTo>
                    <a:pt x="1875052" y="3485201"/>
                  </a:lnTo>
                  <a:lnTo>
                    <a:pt x="1875161" y="3485201"/>
                  </a:lnTo>
                  <a:lnTo>
                    <a:pt x="1875269" y="3485201"/>
                  </a:lnTo>
                  <a:lnTo>
                    <a:pt x="1875378" y="3485201"/>
                  </a:lnTo>
                  <a:lnTo>
                    <a:pt x="1875378" y="3484577"/>
                  </a:lnTo>
                  <a:lnTo>
                    <a:pt x="1875378" y="3483954"/>
                  </a:lnTo>
                  <a:lnTo>
                    <a:pt x="1875378" y="3483330"/>
                  </a:lnTo>
                  <a:lnTo>
                    <a:pt x="1875486" y="3483330"/>
                  </a:lnTo>
                  <a:lnTo>
                    <a:pt x="1875595" y="3483330"/>
                  </a:lnTo>
                  <a:lnTo>
                    <a:pt x="1875595" y="3482707"/>
                  </a:lnTo>
                  <a:lnTo>
                    <a:pt x="1875595" y="3482083"/>
                  </a:lnTo>
                  <a:lnTo>
                    <a:pt x="1875703" y="3482083"/>
                  </a:lnTo>
                  <a:lnTo>
                    <a:pt x="1875811" y="3482083"/>
                  </a:lnTo>
                  <a:lnTo>
                    <a:pt x="1875920" y="3482083"/>
                  </a:lnTo>
                  <a:lnTo>
                    <a:pt x="1876028" y="3482083"/>
                  </a:lnTo>
                  <a:lnTo>
                    <a:pt x="1876137" y="3482083"/>
                  </a:lnTo>
                  <a:lnTo>
                    <a:pt x="1876245" y="3482083"/>
                  </a:lnTo>
                  <a:lnTo>
                    <a:pt x="1876354" y="3482083"/>
                  </a:lnTo>
                  <a:lnTo>
                    <a:pt x="1876462" y="3482083"/>
                  </a:lnTo>
                  <a:lnTo>
                    <a:pt x="1876571" y="3482083"/>
                  </a:lnTo>
                  <a:lnTo>
                    <a:pt x="1876571" y="3481460"/>
                  </a:lnTo>
                  <a:lnTo>
                    <a:pt x="1876679" y="3481460"/>
                  </a:lnTo>
                  <a:lnTo>
                    <a:pt x="1876788" y="3481460"/>
                  </a:lnTo>
                  <a:lnTo>
                    <a:pt x="1876896" y="3481460"/>
                  </a:lnTo>
                  <a:lnTo>
                    <a:pt x="1877004" y="3481460"/>
                  </a:lnTo>
                  <a:lnTo>
                    <a:pt x="1877113" y="3481460"/>
                  </a:lnTo>
                  <a:lnTo>
                    <a:pt x="1877221" y="3481460"/>
                  </a:lnTo>
                  <a:lnTo>
                    <a:pt x="1877330" y="3481460"/>
                  </a:lnTo>
                  <a:lnTo>
                    <a:pt x="1877330" y="3480836"/>
                  </a:lnTo>
                  <a:lnTo>
                    <a:pt x="1877438" y="3480836"/>
                  </a:lnTo>
                  <a:lnTo>
                    <a:pt x="1877547" y="3480836"/>
                  </a:lnTo>
                  <a:lnTo>
                    <a:pt x="1877655" y="3480836"/>
                  </a:lnTo>
                  <a:lnTo>
                    <a:pt x="1877764" y="3480836"/>
                  </a:lnTo>
                  <a:lnTo>
                    <a:pt x="1877872" y="3480836"/>
                  </a:lnTo>
                  <a:lnTo>
                    <a:pt x="1877872" y="3480212"/>
                  </a:lnTo>
                  <a:lnTo>
                    <a:pt x="1877980" y="3480212"/>
                  </a:lnTo>
                  <a:lnTo>
                    <a:pt x="1878089" y="3480212"/>
                  </a:lnTo>
                  <a:lnTo>
                    <a:pt x="1878197" y="3480212"/>
                  </a:lnTo>
                  <a:lnTo>
                    <a:pt x="1878306" y="3480212"/>
                  </a:lnTo>
                  <a:lnTo>
                    <a:pt x="1878306" y="3479589"/>
                  </a:lnTo>
                  <a:lnTo>
                    <a:pt x="1878414" y="3479589"/>
                  </a:lnTo>
                  <a:lnTo>
                    <a:pt x="1878523" y="3479589"/>
                  </a:lnTo>
                  <a:lnTo>
                    <a:pt x="1878631" y="3479589"/>
                  </a:lnTo>
                  <a:lnTo>
                    <a:pt x="1878740" y="3479589"/>
                  </a:lnTo>
                  <a:lnTo>
                    <a:pt x="1878848" y="3479589"/>
                  </a:lnTo>
                  <a:lnTo>
                    <a:pt x="1878956" y="3479589"/>
                  </a:lnTo>
                  <a:lnTo>
                    <a:pt x="1879065" y="3479589"/>
                  </a:lnTo>
                  <a:lnTo>
                    <a:pt x="1879173" y="3479589"/>
                  </a:lnTo>
                  <a:lnTo>
                    <a:pt x="1879173" y="3478965"/>
                  </a:lnTo>
                  <a:lnTo>
                    <a:pt x="1879282" y="3478965"/>
                  </a:lnTo>
                  <a:lnTo>
                    <a:pt x="1879390" y="3478965"/>
                  </a:lnTo>
                  <a:lnTo>
                    <a:pt x="1879499" y="3478965"/>
                  </a:lnTo>
                  <a:lnTo>
                    <a:pt x="1879499" y="3478342"/>
                  </a:lnTo>
                  <a:lnTo>
                    <a:pt x="1879499" y="3477718"/>
                  </a:lnTo>
                  <a:lnTo>
                    <a:pt x="1879607" y="3477718"/>
                  </a:lnTo>
                  <a:lnTo>
                    <a:pt x="1879716" y="3477718"/>
                  </a:lnTo>
                  <a:lnTo>
                    <a:pt x="1879824" y="3477718"/>
                  </a:lnTo>
                  <a:lnTo>
                    <a:pt x="1879824" y="3477095"/>
                  </a:lnTo>
                  <a:lnTo>
                    <a:pt x="1879932" y="3477095"/>
                  </a:lnTo>
                  <a:lnTo>
                    <a:pt x="1880041" y="3477095"/>
                  </a:lnTo>
                  <a:lnTo>
                    <a:pt x="1880149" y="3477095"/>
                  </a:lnTo>
                  <a:lnTo>
                    <a:pt x="1880258" y="3477095"/>
                  </a:lnTo>
                  <a:lnTo>
                    <a:pt x="1880258" y="3476471"/>
                  </a:lnTo>
                  <a:lnTo>
                    <a:pt x="1880366" y="3476471"/>
                  </a:lnTo>
                  <a:lnTo>
                    <a:pt x="1880475" y="3476471"/>
                  </a:lnTo>
                  <a:lnTo>
                    <a:pt x="1880583" y="3476471"/>
                  </a:lnTo>
                  <a:lnTo>
                    <a:pt x="1880692" y="3476471"/>
                  </a:lnTo>
                  <a:lnTo>
                    <a:pt x="1880800" y="3476471"/>
                  </a:lnTo>
                  <a:lnTo>
                    <a:pt x="1880909" y="3476471"/>
                  </a:lnTo>
                  <a:lnTo>
                    <a:pt x="1881017" y="3476471"/>
                  </a:lnTo>
                  <a:lnTo>
                    <a:pt x="1881125" y="3476471"/>
                  </a:lnTo>
                  <a:lnTo>
                    <a:pt x="1881234" y="3476471"/>
                  </a:lnTo>
                  <a:lnTo>
                    <a:pt x="1881342" y="3476471"/>
                  </a:lnTo>
                  <a:lnTo>
                    <a:pt x="1881342" y="3475847"/>
                  </a:lnTo>
                  <a:lnTo>
                    <a:pt x="1881451" y="3475847"/>
                  </a:lnTo>
                  <a:lnTo>
                    <a:pt x="1881451" y="3475224"/>
                  </a:lnTo>
                  <a:lnTo>
                    <a:pt x="1881559" y="3475224"/>
                  </a:lnTo>
                  <a:lnTo>
                    <a:pt x="1881668" y="3475224"/>
                  </a:lnTo>
                  <a:lnTo>
                    <a:pt x="1881776" y="3475224"/>
                  </a:lnTo>
                  <a:lnTo>
                    <a:pt x="1881885" y="3475224"/>
                  </a:lnTo>
                  <a:lnTo>
                    <a:pt x="1881993" y="3475224"/>
                  </a:lnTo>
                  <a:lnTo>
                    <a:pt x="1882101" y="3475224"/>
                  </a:lnTo>
                  <a:lnTo>
                    <a:pt x="1882101" y="3474600"/>
                  </a:lnTo>
                  <a:lnTo>
                    <a:pt x="1882210" y="3474600"/>
                  </a:lnTo>
                  <a:lnTo>
                    <a:pt x="1882318" y="3474600"/>
                  </a:lnTo>
                  <a:lnTo>
                    <a:pt x="1882427" y="3474600"/>
                  </a:lnTo>
                  <a:lnTo>
                    <a:pt x="1882535" y="3474600"/>
                  </a:lnTo>
                  <a:lnTo>
                    <a:pt x="1882644" y="3474600"/>
                  </a:lnTo>
                  <a:lnTo>
                    <a:pt x="1882644" y="3473977"/>
                  </a:lnTo>
                  <a:lnTo>
                    <a:pt x="1882752" y="3473977"/>
                  </a:lnTo>
                  <a:lnTo>
                    <a:pt x="1882752" y="3473353"/>
                  </a:lnTo>
                  <a:lnTo>
                    <a:pt x="1882861" y="3473353"/>
                  </a:lnTo>
                  <a:lnTo>
                    <a:pt x="1882969" y="3473353"/>
                  </a:lnTo>
                  <a:lnTo>
                    <a:pt x="1883077" y="3473353"/>
                  </a:lnTo>
                  <a:lnTo>
                    <a:pt x="1883186" y="3473353"/>
                  </a:lnTo>
                  <a:lnTo>
                    <a:pt x="1883294" y="3473353"/>
                  </a:lnTo>
                  <a:lnTo>
                    <a:pt x="1883403" y="3473353"/>
                  </a:lnTo>
                  <a:lnTo>
                    <a:pt x="1883511" y="3473353"/>
                  </a:lnTo>
                  <a:lnTo>
                    <a:pt x="1883620" y="3473353"/>
                  </a:lnTo>
                  <a:lnTo>
                    <a:pt x="1883728" y="3473353"/>
                  </a:lnTo>
                  <a:lnTo>
                    <a:pt x="1883837" y="3473353"/>
                  </a:lnTo>
                  <a:lnTo>
                    <a:pt x="1883945" y="3473353"/>
                  </a:lnTo>
                  <a:lnTo>
                    <a:pt x="1884053" y="3473353"/>
                  </a:lnTo>
                  <a:lnTo>
                    <a:pt x="1884162" y="3473353"/>
                  </a:lnTo>
                  <a:lnTo>
                    <a:pt x="1884270" y="3473353"/>
                  </a:lnTo>
                  <a:lnTo>
                    <a:pt x="1884379" y="3473353"/>
                  </a:lnTo>
                  <a:lnTo>
                    <a:pt x="1884487" y="3473353"/>
                  </a:lnTo>
                  <a:lnTo>
                    <a:pt x="1884487" y="3472729"/>
                  </a:lnTo>
                  <a:lnTo>
                    <a:pt x="1884596" y="3472729"/>
                  </a:lnTo>
                  <a:lnTo>
                    <a:pt x="1884704" y="3472729"/>
                  </a:lnTo>
                  <a:lnTo>
                    <a:pt x="1884813" y="3472729"/>
                  </a:lnTo>
                  <a:lnTo>
                    <a:pt x="1884813" y="3472106"/>
                  </a:lnTo>
                  <a:lnTo>
                    <a:pt x="1884813" y="3471482"/>
                  </a:lnTo>
                  <a:lnTo>
                    <a:pt x="1884921" y="3471482"/>
                  </a:lnTo>
                  <a:lnTo>
                    <a:pt x="1885029" y="3471482"/>
                  </a:lnTo>
                  <a:lnTo>
                    <a:pt x="1885138" y="3471482"/>
                  </a:lnTo>
                  <a:lnTo>
                    <a:pt x="1885246" y="3471482"/>
                  </a:lnTo>
                  <a:lnTo>
                    <a:pt x="1885246" y="3470859"/>
                  </a:lnTo>
                  <a:lnTo>
                    <a:pt x="1885355" y="3470859"/>
                  </a:lnTo>
                  <a:lnTo>
                    <a:pt x="1885463" y="3470859"/>
                  </a:lnTo>
                  <a:lnTo>
                    <a:pt x="1885572" y="3470859"/>
                  </a:lnTo>
                  <a:lnTo>
                    <a:pt x="1885680" y="3470859"/>
                  </a:lnTo>
                  <a:lnTo>
                    <a:pt x="1885680" y="3470235"/>
                  </a:lnTo>
                  <a:lnTo>
                    <a:pt x="1885789" y="3470235"/>
                  </a:lnTo>
                  <a:lnTo>
                    <a:pt x="1885789" y="3469612"/>
                  </a:lnTo>
                  <a:lnTo>
                    <a:pt x="1885897" y="3469612"/>
                  </a:lnTo>
                  <a:lnTo>
                    <a:pt x="1885897" y="3468988"/>
                  </a:lnTo>
                  <a:lnTo>
                    <a:pt x="1886006" y="3468988"/>
                  </a:lnTo>
                  <a:lnTo>
                    <a:pt x="1886114" y="3468988"/>
                  </a:lnTo>
                  <a:lnTo>
                    <a:pt x="1886222" y="3468988"/>
                  </a:lnTo>
                  <a:lnTo>
                    <a:pt x="1886331" y="3468988"/>
                  </a:lnTo>
                  <a:lnTo>
                    <a:pt x="1886331" y="3468364"/>
                  </a:lnTo>
                  <a:lnTo>
                    <a:pt x="1886439" y="3468364"/>
                  </a:lnTo>
                  <a:lnTo>
                    <a:pt x="1886439" y="3467741"/>
                  </a:lnTo>
                  <a:lnTo>
                    <a:pt x="1886548" y="3467741"/>
                  </a:lnTo>
                  <a:lnTo>
                    <a:pt x="1886548" y="3467117"/>
                  </a:lnTo>
                  <a:lnTo>
                    <a:pt x="1886656" y="3467117"/>
                  </a:lnTo>
                  <a:lnTo>
                    <a:pt x="1886656" y="3466494"/>
                  </a:lnTo>
                  <a:lnTo>
                    <a:pt x="1886765" y="3466494"/>
                  </a:lnTo>
                  <a:lnTo>
                    <a:pt x="1886873" y="3466494"/>
                  </a:lnTo>
                  <a:lnTo>
                    <a:pt x="1886982" y="3466494"/>
                  </a:lnTo>
                  <a:lnTo>
                    <a:pt x="1886982" y="3465870"/>
                  </a:lnTo>
                  <a:lnTo>
                    <a:pt x="1887090" y="3465870"/>
                  </a:lnTo>
                  <a:lnTo>
                    <a:pt x="1887090" y="3465246"/>
                  </a:lnTo>
                  <a:lnTo>
                    <a:pt x="1887198" y="3465246"/>
                  </a:lnTo>
                  <a:lnTo>
                    <a:pt x="1887307" y="3465246"/>
                  </a:lnTo>
                  <a:lnTo>
                    <a:pt x="1887415" y="3465246"/>
                  </a:lnTo>
                  <a:lnTo>
                    <a:pt x="1887524" y="3465246"/>
                  </a:lnTo>
                  <a:lnTo>
                    <a:pt x="1887632" y="3465246"/>
                  </a:lnTo>
                  <a:lnTo>
                    <a:pt x="1887741" y="3465246"/>
                  </a:lnTo>
                  <a:lnTo>
                    <a:pt x="1887849" y="3465246"/>
                  </a:lnTo>
                  <a:lnTo>
                    <a:pt x="1887958" y="3465246"/>
                  </a:lnTo>
                  <a:lnTo>
                    <a:pt x="1888066" y="3465246"/>
                  </a:lnTo>
                  <a:lnTo>
                    <a:pt x="1888066" y="3464623"/>
                  </a:lnTo>
                  <a:lnTo>
                    <a:pt x="1888066" y="3463999"/>
                  </a:lnTo>
                  <a:lnTo>
                    <a:pt x="1888174" y="3463999"/>
                  </a:lnTo>
                  <a:lnTo>
                    <a:pt x="1888283" y="3463999"/>
                  </a:lnTo>
                  <a:lnTo>
                    <a:pt x="1888391" y="3463999"/>
                  </a:lnTo>
                  <a:lnTo>
                    <a:pt x="1888500" y="3463999"/>
                  </a:lnTo>
                  <a:lnTo>
                    <a:pt x="1888608" y="3463999"/>
                  </a:lnTo>
                  <a:lnTo>
                    <a:pt x="1888717" y="3463999"/>
                  </a:lnTo>
                  <a:lnTo>
                    <a:pt x="1888825" y="3463999"/>
                  </a:lnTo>
                  <a:lnTo>
                    <a:pt x="1888934" y="3463999"/>
                  </a:lnTo>
                  <a:lnTo>
                    <a:pt x="1889042" y="3463999"/>
                  </a:lnTo>
                  <a:lnTo>
                    <a:pt x="1889150" y="3463999"/>
                  </a:lnTo>
                  <a:lnTo>
                    <a:pt x="1889150" y="3463376"/>
                  </a:lnTo>
                  <a:lnTo>
                    <a:pt x="1889259" y="3463376"/>
                  </a:lnTo>
                  <a:lnTo>
                    <a:pt x="1889367" y="3463376"/>
                  </a:lnTo>
                  <a:lnTo>
                    <a:pt x="1889476" y="3463376"/>
                  </a:lnTo>
                  <a:lnTo>
                    <a:pt x="1889476" y="3462752"/>
                  </a:lnTo>
                  <a:lnTo>
                    <a:pt x="1889584" y="3462752"/>
                  </a:lnTo>
                  <a:lnTo>
                    <a:pt x="1889693" y="3462752"/>
                  </a:lnTo>
                  <a:lnTo>
                    <a:pt x="1889693" y="3462129"/>
                  </a:lnTo>
                  <a:lnTo>
                    <a:pt x="1889801" y="3462129"/>
                  </a:lnTo>
                  <a:lnTo>
                    <a:pt x="1889910" y="3462129"/>
                  </a:lnTo>
                  <a:lnTo>
                    <a:pt x="1889910" y="3461505"/>
                  </a:lnTo>
                  <a:lnTo>
                    <a:pt x="1889910" y="3460881"/>
                  </a:lnTo>
                  <a:lnTo>
                    <a:pt x="1890018" y="3460881"/>
                  </a:lnTo>
                  <a:lnTo>
                    <a:pt x="1890127" y="3460881"/>
                  </a:lnTo>
                  <a:lnTo>
                    <a:pt x="1890235" y="3460881"/>
                  </a:lnTo>
                  <a:lnTo>
                    <a:pt x="1890343" y="3460881"/>
                  </a:lnTo>
                  <a:lnTo>
                    <a:pt x="1890452" y="3460881"/>
                  </a:lnTo>
                  <a:lnTo>
                    <a:pt x="1890560" y="3460881"/>
                  </a:lnTo>
                  <a:lnTo>
                    <a:pt x="1890669" y="3460881"/>
                  </a:lnTo>
                  <a:lnTo>
                    <a:pt x="1890777" y="3460881"/>
                  </a:lnTo>
                  <a:lnTo>
                    <a:pt x="1890886" y="3460881"/>
                  </a:lnTo>
                  <a:lnTo>
                    <a:pt x="1890994" y="3460881"/>
                  </a:lnTo>
                  <a:lnTo>
                    <a:pt x="1890994" y="3460258"/>
                  </a:lnTo>
                  <a:lnTo>
                    <a:pt x="1891103" y="3460258"/>
                  </a:lnTo>
                  <a:lnTo>
                    <a:pt x="1891211" y="3460258"/>
                  </a:lnTo>
                  <a:lnTo>
                    <a:pt x="1891319" y="3460258"/>
                  </a:lnTo>
                  <a:lnTo>
                    <a:pt x="1891428" y="3460258"/>
                  </a:lnTo>
                  <a:lnTo>
                    <a:pt x="1891536" y="3460258"/>
                  </a:lnTo>
                  <a:lnTo>
                    <a:pt x="1891645" y="3460258"/>
                  </a:lnTo>
                  <a:lnTo>
                    <a:pt x="1891753" y="3460258"/>
                  </a:lnTo>
                  <a:lnTo>
                    <a:pt x="1891862" y="3460258"/>
                  </a:lnTo>
                  <a:lnTo>
                    <a:pt x="1891862" y="3459634"/>
                  </a:lnTo>
                  <a:lnTo>
                    <a:pt x="1891970" y="3459634"/>
                  </a:lnTo>
                  <a:lnTo>
                    <a:pt x="1892079" y="3459634"/>
                  </a:lnTo>
                  <a:lnTo>
                    <a:pt x="1892187" y="3459634"/>
                  </a:lnTo>
                  <a:lnTo>
                    <a:pt x="1892295" y="3459634"/>
                  </a:lnTo>
                  <a:lnTo>
                    <a:pt x="1892404" y="3459634"/>
                  </a:lnTo>
                  <a:lnTo>
                    <a:pt x="1892512" y="3459634"/>
                  </a:lnTo>
                  <a:lnTo>
                    <a:pt x="1892621" y="3459634"/>
                  </a:lnTo>
                  <a:lnTo>
                    <a:pt x="1892729" y="3459634"/>
                  </a:lnTo>
                  <a:lnTo>
                    <a:pt x="1892729" y="3459011"/>
                  </a:lnTo>
                  <a:lnTo>
                    <a:pt x="1892838" y="3459011"/>
                  </a:lnTo>
                  <a:lnTo>
                    <a:pt x="1892946" y="3459011"/>
                  </a:lnTo>
                  <a:lnTo>
                    <a:pt x="1892946" y="3458387"/>
                  </a:lnTo>
                  <a:lnTo>
                    <a:pt x="1893055" y="3458387"/>
                  </a:lnTo>
                  <a:lnTo>
                    <a:pt x="1893163" y="3458387"/>
                  </a:lnTo>
                  <a:lnTo>
                    <a:pt x="1893271" y="3458387"/>
                  </a:lnTo>
                  <a:lnTo>
                    <a:pt x="1893380" y="3458387"/>
                  </a:lnTo>
                  <a:lnTo>
                    <a:pt x="1893488" y="3458387"/>
                  </a:lnTo>
                  <a:lnTo>
                    <a:pt x="1893488" y="3457763"/>
                  </a:lnTo>
                  <a:lnTo>
                    <a:pt x="1893488" y="3457140"/>
                  </a:lnTo>
                  <a:lnTo>
                    <a:pt x="1893597" y="3457140"/>
                  </a:lnTo>
                  <a:lnTo>
                    <a:pt x="1893705" y="3457140"/>
                  </a:lnTo>
                  <a:lnTo>
                    <a:pt x="1893814" y="3457140"/>
                  </a:lnTo>
                  <a:lnTo>
                    <a:pt x="1893814" y="3456516"/>
                  </a:lnTo>
                  <a:lnTo>
                    <a:pt x="1893922" y="3456516"/>
                  </a:lnTo>
                  <a:lnTo>
                    <a:pt x="1894031" y="3456516"/>
                  </a:lnTo>
                  <a:lnTo>
                    <a:pt x="1894139" y="3456516"/>
                  </a:lnTo>
                  <a:lnTo>
                    <a:pt x="1894248" y="3456516"/>
                  </a:lnTo>
                  <a:lnTo>
                    <a:pt x="1894356" y="3456516"/>
                  </a:lnTo>
                  <a:lnTo>
                    <a:pt x="1894464" y="3456516"/>
                  </a:lnTo>
                  <a:lnTo>
                    <a:pt x="1894573" y="3456516"/>
                  </a:lnTo>
                  <a:lnTo>
                    <a:pt x="1894681" y="3456516"/>
                  </a:lnTo>
                  <a:lnTo>
                    <a:pt x="1894790" y="3456516"/>
                  </a:lnTo>
                  <a:lnTo>
                    <a:pt x="1894898" y="3456516"/>
                  </a:lnTo>
                  <a:lnTo>
                    <a:pt x="1895007" y="3456516"/>
                  </a:lnTo>
                  <a:lnTo>
                    <a:pt x="1895115" y="3456516"/>
                  </a:lnTo>
                  <a:lnTo>
                    <a:pt x="1895115" y="3455893"/>
                  </a:lnTo>
                  <a:lnTo>
                    <a:pt x="1895224" y="3455893"/>
                  </a:lnTo>
                  <a:lnTo>
                    <a:pt x="1895332" y="3455893"/>
                  </a:lnTo>
                  <a:lnTo>
                    <a:pt x="1895440" y="3455893"/>
                  </a:lnTo>
                  <a:lnTo>
                    <a:pt x="1895549" y="3455893"/>
                  </a:lnTo>
                  <a:lnTo>
                    <a:pt x="1895657" y="3455893"/>
                  </a:lnTo>
                  <a:lnTo>
                    <a:pt x="1895766" y="3455893"/>
                  </a:lnTo>
                  <a:lnTo>
                    <a:pt x="1895874" y="3455893"/>
                  </a:lnTo>
                  <a:lnTo>
                    <a:pt x="1895874" y="3455269"/>
                  </a:lnTo>
                  <a:lnTo>
                    <a:pt x="1895983" y="3455269"/>
                  </a:lnTo>
                  <a:lnTo>
                    <a:pt x="1896091" y="3455269"/>
                  </a:lnTo>
                  <a:lnTo>
                    <a:pt x="1896200" y="3455269"/>
                  </a:lnTo>
                  <a:lnTo>
                    <a:pt x="1896200" y="3454646"/>
                  </a:lnTo>
                  <a:lnTo>
                    <a:pt x="1896200" y="3454022"/>
                  </a:lnTo>
                  <a:lnTo>
                    <a:pt x="1896308" y="3454022"/>
                  </a:lnTo>
                  <a:lnTo>
                    <a:pt x="1896416" y="3454022"/>
                  </a:lnTo>
                  <a:lnTo>
                    <a:pt x="1896525" y="3454022"/>
                  </a:lnTo>
                  <a:lnTo>
                    <a:pt x="1896525" y="3453398"/>
                  </a:lnTo>
                  <a:lnTo>
                    <a:pt x="1896525" y="3452775"/>
                  </a:lnTo>
                  <a:lnTo>
                    <a:pt x="1896633" y="3452775"/>
                  </a:lnTo>
                  <a:lnTo>
                    <a:pt x="1896742" y="3452775"/>
                  </a:lnTo>
                  <a:lnTo>
                    <a:pt x="1896850" y="3452775"/>
                  </a:lnTo>
                  <a:lnTo>
                    <a:pt x="1896959" y="3452775"/>
                  </a:lnTo>
                  <a:lnTo>
                    <a:pt x="1896959" y="3452151"/>
                  </a:lnTo>
                  <a:lnTo>
                    <a:pt x="1897067" y="3452151"/>
                  </a:lnTo>
                  <a:lnTo>
                    <a:pt x="1897176" y="3452151"/>
                  </a:lnTo>
                  <a:lnTo>
                    <a:pt x="1897284" y="3452151"/>
                  </a:lnTo>
                  <a:lnTo>
                    <a:pt x="1897392" y="3452151"/>
                  </a:lnTo>
                  <a:lnTo>
                    <a:pt x="1897501" y="3452151"/>
                  </a:lnTo>
                  <a:lnTo>
                    <a:pt x="1897609" y="3452151"/>
                  </a:lnTo>
                  <a:lnTo>
                    <a:pt x="1897718" y="3452151"/>
                  </a:lnTo>
                  <a:lnTo>
                    <a:pt x="1897826" y="3452151"/>
                  </a:lnTo>
                  <a:lnTo>
                    <a:pt x="1897935" y="3452151"/>
                  </a:lnTo>
                  <a:lnTo>
                    <a:pt x="1897935" y="3451528"/>
                  </a:lnTo>
                  <a:lnTo>
                    <a:pt x="1898043" y="3451528"/>
                  </a:lnTo>
                  <a:lnTo>
                    <a:pt x="1898152" y="3451528"/>
                  </a:lnTo>
                  <a:lnTo>
                    <a:pt x="1898260" y="3451528"/>
                  </a:lnTo>
                  <a:lnTo>
                    <a:pt x="1898369" y="3451528"/>
                  </a:lnTo>
                  <a:lnTo>
                    <a:pt x="1898477" y="3451528"/>
                  </a:lnTo>
                  <a:lnTo>
                    <a:pt x="1898585" y="3451528"/>
                  </a:lnTo>
                  <a:lnTo>
                    <a:pt x="1898585" y="3450904"/>
                  </a:lnTo>
                  <a:lnTo>
                    <a:pt x="1898585" y="3450280"/>
                  </a:lnTo>
                  <a:lnTo>
                    <a:pt x="1898694" y="3450280"/>
                  </a:lnTo>
                  <a:lnTo>
                    <a:pt x="1898694" y="3449657"/>
                  </a:lnTo>
                  <a:lnTo>
                    <a:pt x="1898694" y="3449033"/>
                  </a:lnTo>
                  <a:lnTo>
                    <a:pt x="1898802" y="3449033"/>
                  </a:lnTo>
                  <a:lnTo>
                    <a:pt x="1898911" y="3449033"/>
                  </a:lnTo>
                  <a:lnTo>
                    <a:pt x="1899019" y="3449033"/>
                  </a:lnTo>
                  <a:lnTo>
                    <a:pt x="1899128" y="3449033"/>
                  </a:lnTo>
                  <a:lnTo>
                    <a:pt x="1899128" y="3448410"/>
                  </a:lnTo>
                  <a:lnTo>
                    <a:pt x="1899236" y="3448410"/>
                  </a:lnTo>
                  <a:lnTo>
                    <a:pt x="1899236" y="3447786"/>
                  </a:lnTo>
                  <a:lnTo>
                    <a:pt x="1899345" y="3447786"/>
                  </a:lnTo>
                  <a:lnTo>
                    <a:pt x="1899453" y="3447786"/>
                  </a:lnTo>
                  <a:lnTo>
                    <a:pt x="1899561" y="3447786"/>
                  </a:lnTo>
                  <a:lnTo>
                    <a:pt x="1899670" y="3447786"/>
                  </a:lnTo>
                  <a:lnTo>
                    <a:pt x="1899778" y="3447786"/>
                  </a:lnTo>
                  <a:lnTo>
                    <a:pt x="1899778" y="3447163"/>
                  </a:lnTo>
                  <a:lnTo>
                    <a:pt x="1899778" y="3446539"/>
                  </a:lnTo>
                  <a:lnTo>
                    <a:pt x="1899887" y="3446539"/>
                  </a:lnTo>
                  <a:lnTo>
                    <a:pt x="1899995" y="3446539"/>
                  </a:lnTo>
                  <a:lnTo>
                    <a:pt x="1900104" y="3446539"/>
                  </a:lnTo>
                  <a:lnTo>
                    <a:pt x="1900212" y="3446539"/>
                  </a:lnTo>
                  <a:lnTo>
                    <a:pt x="1900321" y="3446539"/>
                  </a:lnTo>
                  <a:lnTo>
                    <a:pt x="1900429" y="3446539"/>
                  </a:lnTo>
                  <a:lnTo>
                    <a:pt x="1900537" y="3446539"/>
                  </a:lnTo>
                  <a:lnTo>
                    <a:pt x="1900646" y="3446539"/>
                  </a:lnTo>
                  <a:lnTo>
                    <a:pt x="1900646" y="3445915"/>
                  </a:lnTo>
                  <a:lnTo>
                    <a:pt x="1900754" y="3445915"/>
                  </a:lnTo>
                  <a:lnTo>
                    <a:pt x="1900863" y="3445915"/>
                  </a:lnTo>
                  <a:lnTo>
                    <a:pt x="1900971" y="3445915"/>
                  </a:lnTo>
                  <a:lnTo>
                    <a:pt x="1901080" y="3445915"/>
                  </a:lnTo>
                  <a:lnTo>
                    <a:pt x="1901188" y="3445915"/>
                  </a:lnTo>
                  <a:lnTo>
                    <a:pt x="1901297" y="3445915"/>
                  </a:lnTo>
                  <a:lnTo>
                    <a:pt x="1901405" y="3445915"/>
                  </a:lnTo>
                  <a:lnTo>
                    <a:pt x="1901405" y="3445292"/>
                  </a:lnTo>
                  <a:lnTo>
                    <a:pt x="1901513" y="3445292"/>
                  </a:lnTo>
                  <a:lnTo>
                    <a:pt x="1901622" y="3445292"/>
                  </a:lnTo>
                  <a:lnTo>
                    <a:pt x="1901730" y="3445292"/>
                  </a:lnTo>
                  <a:lnTo>
                    <a:pt x="1901839" y="3445292"/>
                  </a:lnTo>
                  <a:lnTo>
                    <a:pt x="1901947" y="3445292"/>
                  </a:lnTo>
                  <a:lnTo>
                    <a:pt x="1902056" y="3445292"/>
                  </a:lnTo>
                  <a:lnTo>
                    <a:pt x="1902164" y="3445292"/>
                  </a:lnTo>
                  <a:lnTo>
                    <a:pt x="1902273" y="3445292"/>
                  </a:lnTo>
                  <a:lnTo>
                    <a:pt x="1902273" y="3444668"/>
                  </a:lnTo>
                  <a:lnTo>
                    <a:pt x="1902381" y="3444668"/>
                  </a:lnTo>
                  <a:lnTo>
                    <a:pt x="1902381" y="3444045"/>
                  </a:lnTo>
                  <a:lnTo>
                    <a:pt x="1902490" y="3444045"/>
                  </a:lnTo>
                  <a:lnTo>
                    <a:pt x="1902490" y="3443421"/>
                  </a:lnTo>
                  <a:lnTo>
                    <a:pt x="1902598" y="3443421"/>
                  </a:lnTo>
                  <a:lnTo>
                    <a:pt x="1902706" y="3443421"/>
                  </a:lnTo>
                  <a:lnTo>
                    <a:pt x="1902815" y="3443421"/>
                  </a:lnTo>
                  <a:lnTo>
                    <a:pt x="1902815" y="3442797"/>
                  </a:lnTo>
                  <a:lnTo>
                    <a:pt x="1902923" y="3442797"/>
                  </a:lnTo>
                  <a:lnTo>
                    <a:pt x="1903032" y="3442797"/>
                  </a:lnTo>
                  <a:lnTo>
                    <a:pt x="1903032" y="3442174"/>
                  </a:lnTo>
                  <a:lnTo>
                    <a:pt x="1903140" y="3442174"/>
                  </a:lnTo>
                  <a:lnTo>
                    <a:pt x="1903249" y="3442174"/>
                  </a:lnTo>
                  <a:lnTo>
                    <a:pt x="1903249" y="3441550"/>
                  </a:lnTo>
                  <a:lnTo>
                    <a:pt x="1903249" y="3440927"/>
                  </a:lnTo>
                  <a:lnTo>
                    <a:pt x="1903357" y="3440927"/>
                  </a:lnTo>
                  <a:lnTo>
                    <a:pt x="1903466" y="3440927"/>
                  </a:lnTo>
                  <a:lnTo>
                    <a:pt x="1903574" y="3440927"/>
                  </a:lnTo>
                  <a:lnTo>
                    <a:pt x="1903682" y="3440927"/>
                  </a:lnTo>
                  <a:lnTo>
                    <a:pt x="1903791" y="3440927"/>
                  </a:lnTo>
                  <a:lnTo>
                    <a:pt x="1903899" y="3440927"/>
                  </a:lnTo>
                  <a:lnTo>
                    <a:pt x="1904008" y="3440927"/>
                  </a:lnTo>
                  <a:lnTo>
                    <a:pt x="1904116" y="3440927"/>
                  </a:lnTo>
                  <a:lnTo>
                    <a:pt x="1904225" y="3440927"/>
                  </a:lnTo>
                  <a:lnTo>
                    <a:pt x="1904333" y="3440927"/>
                  </a:lnTo>
                  <a:lnTo>
                    <a:pt x="1904442" y="3440927"/>
                  </a:lnTo>
                  <a:lnTo>
                    <a:pt x="1904442" y="3440303"/>
                  </a:lnTo>
                  <a:lnTo>
                    <a:pt x="1904550" y="3440303"/>
                  </a:lnTo>
                  <a:lnTo>
                    <a:pt x="1904658" y="3440303"/>
                  </a:lnTo>
                  <a:lnTo>
                    <a:pt x="1904767" y="3440303"/>
                  </a:lnTo>
                  <a:lnTo>
                    <a:pt x="1904875" y="3440303"/>
                  </a:lnTo>
                  <a:lnTo>
                    <a:pt x="1904984" y="3440303"/>
                  </a:lnTo>
                  <a:lnTo>
                    <a:pt x="1904984" y="3439680"/>
                  </a:lnTo>
                  <a:lnTo>
                    <a:pt x="1905092" y="3439680"/>
                  </a:lnTo>
                  <a:lnTo>
                    <a:pt x="1905201" y="3439680"/>
                  </a:lnTo>
                  <a:lnTo>
                    <a:pt x="1905309" y="3439680"/>
                  </a:lnTo>
                  <a:lnTo>
                    <a:pt x="1905418" y="3439680"/>
                  </a:lnTo>
                  <a:lnTo>
                    <a:pt x="1905526" y="3439680"/>
                  </a:lnTo>
                  <a:lnTo>
                    <a:pt x="1905526" y="3439056"/>
                  </a:lnTo>
                  <a:lnTo>
                    <a:pt x="1905634" y="3439056"/>
                  </a:lnTo>
                  <a:lnTo>
                    <a:pt x="1905743" y="3439056"/>
                  </a:lnTo>
                  <a:lnTo>
                    <a:pt x="1905743" y="3438432"/>
                  </a:lnTo>
                  <a:lnTo>
                    <a:pt x="1905851" y="3438432"/>
                  </a:lnTo>
                  <a:lnTo>
                    <a:pt x="1905851" y="3437809"/>
                  </a:lnTo>
                  <a:lnTo>
                    <a:pt x="1905960" y="3437809"/>
                  </a:lnTo>
                  <a:lnTo>
                    <a:pt x="1906068" y="3437809"/>
                  </a:lnTo>
                  <a:lnTo>
                    <a:pt x="1906177" y="3437809"/>
                  </a:lnTo>
                  <a:lnTo>
                    <a:pt x="1906285" y="3437809"/>
                  </a:lnTo>
                  <a:lnTo>
                    <a:pt x="1906394" y="3437809"/>
                  </a:lnTo>
                  <a:lnTo>
                    <a:pt x="1906502" y="3437809"/>
                  </a:lnTo>
                  <a:lnTo>
                    <a:pt x="1906610" y="3437809"/>
                  </a:lnTo>
                  <a:lnTo>
                    <a:pt x="1906719" y="3437809"/>
                  </a:lnTo>
                  <a:lnTo>
                    <a:pt x="1906827" y="3437809"/>
                  </a:lnTo>
                  <a:lnTo>
                    <a:pt x="1906936" y="3437809"/>
                  </a:lnTo>
                  <a:lnTo>
                    <a:pt x="1907044" y="3437809"/>
                  </a:lnTo>
                  <a:lnTo>
                    <a:pt x="1907153" y="3437809"/>
                  </a:lnTo>
                  <a:lnTo>
                    <a:pt x="1907261" y="3437809"/>
                  </a:lnTo>
                  <a:lnTo>
                    <a:pt x="1907370" y="3437809"/>
                  </a:lnTo>
                  <a:lnTo>
                    <a:pt x="1907370" y="3437185"/>
                  </a:lnTo>
                  <a:lnTo>
                    <a:pt x="1907478" y="3437185"/>
                  </a:lnTo>
                  <a:lnTo>
                    <a:pt x="1907587" y="3437185"/>
                  </a:lnTo>
                  <a:lnTo>
                    <a:pt x="1907695" y="3437185"/>
                  </a:lnTo>
                  <a:lnTo>
                    <a:pt x="1907695" y="3436562"/>
                  </a:lnTo>
                  <a:lnTo>
                    <a:pt x="1907803" y="3436562"/>
                  </a:lnTo>
                  <a:lnTo>
                    <a:pt x="1907912" y="3436562"/>
                  </a:lnTo>
                  <a:lnTo>
                    <a:pt x="1908020" y="3436562"/>
                  </a:lnTo>
                  <a:lnTo>
                    <a:pt x="1908129" y="3436562"/>
                  </a:lnTo>
                  <a:lnTo>
                    <a:pt x="1908237" y="3436562"/>
                  </a:lnTo>
                  <a:lnTo>
                    <a:pt x="1908346" y="3436562"/>
                  </a:lnTo>
                  <a:lnTo>
                    <a:pt x="1908454" y="3436562"/>
                  </a:lnTo>
                  <a:lnTo>
                    <a:pt x="1908563" y="3436562"/>
                  </a:lnTo>
                  <a:lnTo>
                    <a:pt x="1908671" y="3436562"/>
                  </a:lnTo>
                  <a:lnTo>
                    <a:pt x="1908779" y="3436562"/>
                  </a:lnTo>
                  <a:lnTo>
                    <a:pt x="1908888" y="3436562"/>
                  </a:lnTo>
                  <a:lnTo>
                    <a:pt x="1908996" y="3436562"/>
                  </a:lnTo>
                  <a:lnTo>
                    <a:pt x="1909105" y="3436562"/>
                  </a:lnTo>
                  <a:lnTo>
                    <a:pt x="1909105" y="3435938"/>
                  </a:lnTo>
                  <a:lnTo>
                    <a:pt x="1909213" y="3435938"/>
                  </a:lnTo>
                  <a:lnTo>
                    <a:pt x="1909322" y="3435938"/>
                  </a:lnTo>
                  <a:lnTo>
                    <a:pt x="1909430" y="3435938"/>
                  </a:lnTo>
                  <a:lnTo>
                    <a:pt x="1909539" y="3435938"/>
                  </a:lnTo>
                  <a:lnTo>
                    <a:pt x="1909647" y="3435938"/>
                  </a:lnTo>
                  <a:lnTo>
                    <a:pt x="1909755" y="3435938"/>
                  </a:lnTo>
                  <a:lnTo>
                    <a:pt x="1909864" y="3435938"/>
                  </a:lnTo>
                  <a:lnTo>
                    <a:pt x="1909972" y="3435938"/>
                  </a:lnTo>
                  <a:lnTo>
                    <a:pt x="1910081" y="3435938"/>
                  </a:lnTo>
                  <a:lnTo>
                    <a:pt x="1910081" y="3435314"/>
                  </a:lnTo>
                  <a:lnTo>
                    <a:pt x="1910081" y="3434691"/>
                  </a:lnTo>
                  <a:lnTo>
                    <a:pt x="1910189" y="3434691"/>
                  </a:lnTo>
                  <a:lnTo>
                    <a:pt x="1910298" y="3434691"/>
                  </a:lnTo>
                  <a:lnTo>
                    <a:pt x="1910406" y="3434691"/>
                  </a:lnTo>
                  <a:lnTo>
                    <a:pt x="1910515" y="3434691"/>
                  </a:lnTo>
                  <a:lnTo>
                    <a:pt x="1910623" y="3434691"/>
                  </a:lnTo>
                  <a:lnTo>
                    <a:pt x="1910731" y="3434691"/>
                  </a:lnTo>
                  <a:lnTo>
                    <a:pt x="1910840" y="3434691"/>
                  </a:lnTo>
                  <a:lnTo>
                    <a:pt x="1910948" y="3434691"/>
                  </a:lnTo>
                  <a:lnTo>
                    <a:pt x="1911057" y="3434691"/>
                  </a:lnTo>
                  <a:lnTo>
                    <a:pt x="1911165" y="3434691"/>
                  </a:lnTo>
                  <a:lnTo>
                    <a:pt x="1911274" y="3434691"/>
                  </a:lnTo>
                  <a:lnTo>
                    <a:pt x="1911274" y="3434067"/>
                  </a:lnTo>
                  <a:lnTo>
                    <a:pt x="1911382" y="3434067"/>
                  </a:lnTo>
                  <a:lnTo>
                    <a:pt x="1911491" y="3434067"/>
                  </a:lnTo>
                  <a:lnTo>
                    <a:pt x="1911599" y="3434067"/>
                  </a:lnTo>
                  <a:lnTo>
                    <a:pt x="1911708" y="3434067"/>
                  </a:lnTo>
                  <a:lnTo>
                    <a:pt x="1911816" y="3434067"/>
                  </a:lnTo>
                  <a:lnTo>
                    <a:pt x="1911924" y="3434067"/>
                  </a:lnTo>
                  <a:lnTo>
                    <a:pt x="1912033" y="3434067"/>
                  </a:lnTo>
                  <a:lnTo>
                    <a:pt x="1912141" y="3434067"/>
                  </a:lnTo>
                  <a:lnTo>
                    <a:pt x="1912250" y="3434067"/>
                  </a:lnTo>
                  <a:lnTo>
                    <a:pt x="1912358" y="3434067"/>
                  </a:lnTo>
                  <a:lnTo>
                    <a:pt x="1912358" y="3433444"/>
                  </a:lnTo>
                  <a:lnTo>
                    <a:pt x="1912467" y="3433444"/>
                  </a:lnTo>
                  <a:lnTo>
                    <a:pt x="1912467" y="3432820"/>
                  </a:lnTo>
                  <a:lnTo>
                    <a:pt x="1912575" y="3432820"/>
                  </a:lnTo>
                  <a:lnTo>
                    <a:pt x="1912684" y="3432820"/>
                  </a:lnTo>
                  <a:lnTo>
                    <a:pt x="1912792" y="3432820"/>
                  </a:lnTo>
                  <a:lnTo>
                    <a:pt x="1912792" y="3432197"/>
                  </a:lnTo>
                  <a:lnTo>
                    <a:pt x="1912792" y="3431573"/>
                  </a:lnTo>
                  <a:lnTo>
                    <a:pt x="1912900" y="3431573"/>
                  </a:lnTo>
                  <a:lnTo>
                    <a:pt x="1913009" y="3431573"/>
                  </a:lnTo>
                  <a:lnTo>
                    <a:pt x="1913117" y="3431573"/>
                  </a:lnTo>
                  <a:lnTo>
                    <a:pt x="1913226" y="3431573"/>
                  </a:lnTo>
                  <a:lnTo>
                    <a:pt x="1913334" y="3431573"/>
                  </a:lnTo>
                  <a:lnTo>
                    <a:pt x="1913443" y="3431573"/>
                  </a:lnTo>
                  <a:lnTo>
                    <a:pt x="1913551" y="3431573"/>
                  </a:lnTo>
                  <a:lnTo>
                    <a:pt x="1913660" y="3431573"/>
                  </a:lnTo>
                  <a:lnTo>
                    <a:pt x="1913768" y="3431573"/>
                  </a:lnTo>
                  <a:lnTo>
                    <a:pt x="1913876" y="3431573"/>
                  </a:lnTo>
                  <a:lnTo>
                    <a:pt x="1913876" y="3430949"/>
                  </a:lnTo>
                  <a:lnTo>
                    <a:pt x="1913985" y="3430949"/>
                  </a:lnTo>
                  <a:lnTo>
                    <a:pt x="1914093" y="3430949"/>
                  </a:lnTo>
                  <a:lnTo>
                    <a:pt x="1914202" y="3430949"/>
                  </a:lnTo>
                  <a:lnTo>
                    <a:pt x="1914310" y="3430949"/>
                  </a:lnTo>
                  <a:lnTo>
                    <a:pt x="1914310" y="3430326"/>
                  </a:lnTo>
                  <a:lnTo>
                    <a:pt x="1914419" y="3430326"/>
                  </a:lnTo>
                  <a:lnTo>
                    <a:pt x="1914419" y="3429702"/>
                  </a:lnTo>
                  <a:lnTo>
                    <a:pt x="1914527" y="3429702"/>
                  </a:lnTo>
                  <a:lnTo>
                    <a:pt x="1914636" y="3429702"/>
                  </a:lnTo>
                  <a:lnTo>
                    <a:pt x="1914744" y="3429702"/>
                  </a:lnTo>
                  <a:lnTo>
                    <a:pt x="1914852" y="3429702"/>
                  </a:lnTo>
                  <a:lnTo>
                    <a:pt x="1914961" y="3429702"/>
                  </a:lnTo>
                  <a:lnTo>
                    <a:pt x="1915069" y="3429702"/>
                  </a:lnTo>
                  <a:lnTo>
                    <a:pt x="1915069" y="3429079"/>
                  </a:lnTo>
                  <a:lnTo>
                    <a:pt x="1915178" y="3429079"/>
                  </a:lnTo>
                  <a:lnTo>
                    <a:pt x="1915286" y="3429079"/>
                  </a:lnTo>
                  <a:lnTo>
                    <a:pt x="1915395" y="3429079"/>
                  </a:lnTo>
                  <a:lnTo>
                    <a:pt x="1915503" y="3429079"/>
                  </a:lnTo>
                  <a:lnTo>
                    <a:pt x="1915612" y="3429079"/>
                  </a:lnTo>
                  <a:lnTo>
                    <a:pt x="1915720" y="3429079"/>
                  </a:lnTo>
                  <a:lnTo>
                    <a:pt x="1915829" y="3429079"/>
                  </a:lnTo>
                  <a:lnTo>
                    <a:pt x="1915937" y="3429079"/>
                  </a:lnTo>
                  <a:lnTo>
                    <a:pt x="1916045" y="3429079"/>
                  </a:lnTo>
                  <a:lnTo>
                    <a:pt x="1916154" y="3429079"/>
                  </a:lnTo>
                  <a:lnTo>
                    <a:pt x="1916262" y="3429079"/>
                  </a:lnTo>
                  <a:lnTo>
                    <a:pt x="1916371" y="3429079"/>
                  </a:lnTo>
                  <a:lnTo>
                    <a:pt x="1916479" y="3429079"/>
                  </a:lnTo>
                  <a:lnTo>
                    <a:pt x="1916588" y="3429079"/>
                  </a:lnTo>
                  <a:lnTo>
                    <a:pt x="1916696" y="3429079"/>
                  </a:lnTo>
                  <a:lnTo>
                    <a:pt x="1916805" y="3429079"/>
                  </a:lnTo>
                  <a:lnTo>
                    <a:pt x="1916913" y="3429079"/>
                  </a:lnTo>
                  <a:lnTo>
                    <a:pt x="1917021" y="3429079"/>
                  </a:lnTo>
                  <a:lnTo>
                    <a:pt x="1917021" y="3428455"/>
                  </a:lnTo>
                  <a:lnTo>
                    <a:pt x="1917130" y="3428455"/>
                  </a:lnTo>
                  <a:lnTo>
                    <a:pt x="1917238" y="3428455"/>
                  </a:lnTo>
                  <a:lnTo>
                    <a:pt x="1917347" y="3428455"/>
                  </a:lnTo>
                  <a:lnTo>
                    <a:pt x="1917455" y="3428455"/>
                  </a:lnTo>
                  <a:lnTo>
                    <a:pt x="1917564" y="3428455"/>
                  </a:lnTo>
                  <a:lnTo>
                    <a:pt x="1917672" y="3428455"/>
                  </a:lnTo>
                  <a:lnTo>
                    <a:pt x="1917781" y="3428455"/>
                  </a:lnTo>
                  <a:lnTo>
                    <a:pt x="1917889" y="3428455"/>
                  </a:lnTo>
                  <a:lnTo>
                    <a:pt x="1917997" y="3428455"/>
                  </a:lnTo>
                  <a:lnTo>
                    <a:pt x="1918106" y="3428455"/>
                  </a:lnTo>
                  <a:lnTo>
                    <a:pt x="1918214" y="3428455"/>
                  </a:lnTo>
                  <a:lnTo>
                    <a:pt x="1918323" y="3428455"/>
                  </a:lnTo>
                  <a:lnTo>
                    <a:pt x="1918431" y="3428455"/>
                  </a:lnTo>
                  <a:lnTo>
                    <a:pt x="1918540" y="3428455"/>
                  </a:lnTo>
                  <a:lnTo>
                    <a:pt x="1918540" y="3427832"/>
                  </a:lnTo>
                  <a:lnTo>
                    <a:pt x="1918648" y="3427832"/>
                  </a:lnTo>
                  <a:lnTo>
                    <a:pt x="1918757" y="3427832"/>
                  </a:lnTo>
                  <a:lnTo>
                    <a:pt x="1918865" y="3427832"/>
                  </a:lnTo>
                  <a:lnTo>
                    <a:pt x="1918973" y="3427832"/>
                  </a:lnTo>
                  <a:lnTo>
                    <a:pt x="1919082" y="3427832"/>
                  </a:lnTo>
                  <a:lnTo>
                    <a:pt x="1919190" y="3427832"/>
                  </a:lnTo>
                  <a:lnTo>
                    <a:pt x="1919190" y="3427208"/>
                  </a:lnTo>
                  <a:lnTo>
                    <a:pt x="1919299" y="3427208"/>
                  </a:lnTo>
                  <a:lnTo>
                    <a:pt x="1919407" y="3427208"/>
                  </a:lnTo>
                  <a:lnTo>
                    <a:pt x="1919516" y="3427208"/>
                  </a:lnTo>
                  <a:lnTo>
                    <a:pt x="1919624" y="3427208"/>
                  </a:lnTo>
                  <a:lnTo>
                    <a:pt x="1919733" y="3427208"/>
                  </a:lnTo>
                  <a:lnTo>
                    <a:pt x="1919841" y="3427208"/>
                  </a:lnTo>
                  <a:lnTo>
                    <a:pt x="1919950" y="3427208"/>
                  </a:lnTo>
                  <a:lnTo>
                    <a:pt x="1920058" y="3427208"/>
                  </a:lnTo>
                  <a:lnTo>
                    <a:pt x="1920058" y="3426584"/>
                  </a:lnTo>
                  <a:lnTo>
                    <a:pt x="1920058" y="3425961"/>
                  </a:lnTo>
                  <a:lnTo>
                    <a:pt x="1920166" y="3425961"/>
                  </a:lnTo>
                  <a:lnTo>
                    <a:pt x="1920166" y="3425337"/>
                  </a:lnTo>
                  <a:lnTo>
                    <a:pt x="1920275" y="3425337"/>
                  </a:lnTo>
                  <a:lnTo>
                    <a:pt x="1920383" y="3425337"/>
                  </a:lnTo>
                  <a:lnTo>
                    <a:pt x="1920492" y="3425337"/>
                  </a:lnTo>
                  <a:lnTo>
                    <a:pt x="1920600" y="3425337"/>
                  </a:lnTo>
                  <a:lnTo>
                    <a:pt x="1920709" y="3425337"/>
                  </a:lnTo>
                  <a:lnTo>
                    <a:pt x="1920817" y="3425337"/>
                  </a:lnTo>
                  <a:lnTo>
                    <a:pt x="1920926" y="3425337"/>
                  </a:lnTo>
                  <a:lnTo>
                    <a:pt x="1920926" y="3424714"/>
                  </a:lnTo>
                  <a:lnTo>
                    <a:pt x="1921034" y="3424714"/>
                  </a:lnTo>
                  <a:lnTo>
                    <a:pt x="1921142" y="3424714"/>
                  </a:lnTo>
                  <a:lnTo>
                    <a:pt x="1921251" y="3424714"/>
                  </a:lnTo>
                  <a:lnTo>
                    <a:pt x="1921251" y="3424090"/>
                  </a:lnTo>
                  <a:lnTo>
                    <a:pt x="1921359" y="3424090"/>
                  </a:lnTo>
                  <a:lnTo>
                    <a:pt x="1921468" y="3424090"/>
                  </a:lnTo>
                  <a:lnTo>
                    <a:pt x="1921576" y="3424090"/>
                  </a:lnTo>
                  <a:lnTo>
                    <a:pt x="1921685" y="3424090"/>
                  </a:lnTo>
                  <a:lnTo>
                    <a:pt x="1921685" y="3423466"/>
                  </a:lnTo>
                  <a:lnTo>
                    <a:pt x="1921685" y="3422843"/>
                  </a:lnTo>
                  <a:lnTo>
                    <a:pt x="1921685" y="3422219"/>
                  </a:lnTo>
                  <a:lnTo>
                    <a:pt x="1921793" y="3422219"/>
                  </a:lnTo>
                  <a:lnTo>
                    <a:pt x="1921902" y="3422219"/>
                  </a:lnTo>
                  <a:lnTo>
                    <a:pt x="1922010" y="3422219"/>
                  </a:lnTo>
                  <a:lnTo>
                    <a:pt x="1922118" y="3422219"/>
                  </a:lnTo>
                  <a:lnTo>
                    <a:pt x="1922227" y="3422219"/>
                  </a:lnTo>
                  <a:lnTo>
                    <a:pt x="1922335" y="3422219"/>
                  </a:lnTo>
                  <a:lnTo>
                    <a:pt x="1922335" y="3421596"/>
                  </a:lnTo>
                  <a:lnTo>
                    <a:pt x="1922335" y="3420972"/>
                  </a:lnTo>
                  <a:lnTo>
                    <a:pt x="1922444" y="3420972"/>
                  </a:lnTo>
                  <a:lnTo>
                    <a:pt x="1922552" y="3420972"/>
                  </a:lnTo>
                  <a:lnTo>
                    <a:pt x="1922552" y="3420349"/>
                  </a:lnTo>
                  <a:lnTo>
                    <a:pt x="1922661" y="3420349"/>
                  </a:lnTo>
                  <a:lnTo>
                    <a:pt x="1922769" y="3420349"/>
                  </a:lnTo>
                  <a:lnTo>
                    <a:pt x="1922878" y="3420349"/>
                  </a:lnTo>
                  <a:lnTo>
                    <a:pt x="1922878" y="3419725"/>
                  </a:lnTo>
                  <a:lnTo>
                    <a:pt x="1922986" y="3419725"/>
                  </a:lnTo>
                  <a:lnTo>
                    <a:pt x="1923094" y="3419725"/>
                  </a:lnTo>
                  <a:lnTo>
                    <a:pt x="1923203" y="3419725"/>
                  </a:lnTo>
                  <a:lnTo>
                    <a:pt x="1923203" y="3419101"/>
                  </a:lnTo>
                  <a:lnTo>
                    <a:pt x="1923311" y="3419101"/>
                  </a:lnTo>
                  <a:lnTo>
                    <a:pt x="1923420" y="3419101"/>
                  </a:lnTo>
                  <a:lnTo>
                    <a:pt x="1923528" y="3419101"/>
                  </a:lnTo>
                  <a:lnTo>
                    <a:pt x="1923637" y="3419101"/>
                  </a:lnTo>
                  <a:lnTo>
                    <a:pt x="1923637" y="3418478"/>
                  </a:lnTo>
                  <a:lnTo>
                    <a:pt x="1923745" y="3418478"/>
                  </a:lnTo>
                  <a:lnTo>
                    <a:pt x="1923854" y="3418478"/>
                  </a:lnTo>
                  <a:lnTo>
                    <a:pt x="1923962" y="3418478"/>
                  </a:lnTo>
                  <a:lnTo>
                    <a:pt x="1924071" y="3418478"/>
                  </a:lnTo>
                  <a:lnTo>
                    <a:pt x="1924179" y="3418478"/>
                  </a:lnTo>
                  <a:lnTo>
                    <a:pt x="1924179" y="3417854"/>
                  </a:lnTo>
                  <a:lnTo>
                    <a:pt x="1924179" y="3417231"/>
                  </a:lnTo>
                  <a:lnTo>
                    <a:pt x="1924179" y="3416607"/>
                  </a:lnTo>
                  <a:lnTo>
                    <a:pt x="1924179" y="3415983"/>
                  </a:lnTo>
                  <a:lnTo>
                    <a:pt x="1924287" y="3415983"/>
                  </a:lnTo>
                  <a:lnTo>
                    <a:pt x="1924396" y="3415983"/>
                  </a:lnTo>
                  <a:lnTo>
                    <a:pt x="1924504" y="3415983"/>
                  </a:lnTo>
                  <a:lnTo>
                    <a:pt x="1924504" y="3415360"/>
                  </a:lnTo>
                  <a:lnTo>
                    <a:pt x="1924613" y="3415360"/>
                  </a:lnTo>
                  <a:lnTo>
                    <a:pt x="1924721" y="3415360"/>
                  </a:lnTo>
                  <a:lnTo>
                    <a:pt x="1924830" y="3415360"/>
                  </a:lnTo>
                  <a:lnTo>
                    <a:pt x="1924938" y="3415360"/>
                  </a:lnTo>
                  <a:lnTo>
                    <a:pt x="1925047" y="3415360"/>
                  </a:lnTo>
                  <a:lnTo>
                    <a:pt x="1925047" y="3414736"/>
                  </a:lnTo>
                  <a:lnTo>
                    <a:pt x="1925155" y="3414736"/>
                  </a:lnTo>
                  <a:lnTo>
                    <a:pt x="1925263" y="3414736"/>
                  </a:lnTo>
                  <a:lnTo>
                    <a:pt x="1925372" y="3414736"/>
                  </a:lnTo>
                  <a:lnTo>
                    <a:pt x="1925372" y="3414113"/>
                  </a:lnTo>
                  <a:lnTo>
                    <a:pt x="1925480" y="3414113"/>
                  </a:lnTo>
                  <a:lnTo>
                    <a:pt x="1925589" y="3414113"/>
                  </a:lnTo>
                  <a:lnTo>
                    <a:pt x="1925589" y="3413489"/>
                  </a:lnTo>
                  <a:lnTo>
                    <a:pt x="1925697" y="3413489"/>
                  </a:lnTo>
                  <a:lnTo>
                    <a:pt x="1925806" y="3413489"/>
                  </a:lnTo>
                  <a:lnTo>
                    <a:pt x="1925914" y="3413489"/>
                  </a:lnTo>
                  <a:lnTo>
                    <a:pt x="1926023" y="3413489"/>
                  </a:lnTo>
                  <a:lnTo>
                    <a:pt x="1926131" y="3413489"/>
                  </a:lnTo>
                  <a:lnTo>
                    <a:pt x="1926239" y="3413489"/>
                  </a:lnTo>
                  <a:lnTo>
                    <a:pt x="1926348" y="3413489"/>
                  </a:lnTo>
                  <a:lnTo>
                    <a:pt x="1926348" y="3412866"/>
                  </a:lnTo>
                  <a:lnTo>
                    <a:pt x="1926348" y="3412242"/>
                  </a:lnTo>
                  <a:lnTo>
                    <a:pt x="1926456" y="3412242"/>
                  </a:lnTo>
                  <a:lnTo>
                    <a:pt x="1926565" y="3412242"/>
                  </a:lnTo>
                  <a:lnTo>
                    <a:pt x="1926673" y="3412242"/>
                  </a:lnTo>
                  <a:lnTo>
                    <a:pt x="1926673" y="3411618"/>
                  </a:lnTo>
                  <a:lnTo>
                    <a:pt x="1926782" y="3411618"/>
                  </a:lnTo>
                  <a:lnTo>
                    <a:pt x="1926890" y="3411618"/>
                  </a:lnTo>
                  <a:lnTo>
                    <a:pt x="1926999" y="3411618"/>
                  </a:lnTo>
                  <a:lnTo>
                    <a:pt x="1927107" y="3411618"/>
                  </a:lnTo>
                  <a:lnTo>
                    <a:pt x="1927215" y="3411618"/>
                  </a:lnTo>
                  <a:lnTo>
                    <a:pt x="1927324" y="3411618"/>
                  </a:lnTo>
                  <a:lnTo>
                    <a:pt x="1927432" y="3411618"/>
                  </a:lnTo>
                  <a:lnTo>
                    <a:pt x="1927541" y="3411618"/>
                  </a:lnTo>
                  <a:lnTo>
                    <a:pt x="1927649" y="3411618"/>
                  </a:lnTo>
                  <a:lnTo>
                    <a:pt x="1927758" y="3411618"/>
                  </a:lnTo>
                  <a:lnTo>
                    <a:pt x="1927866" y="3411618"/>
                  </a:lnTo>
                  <a:lnTo>
                    <a:pt x="1927975" y="3411618"/>
                  </a:lnTo>
                  <a:lnTo>
                    <a:pt x="1928083" y="3411618"/>
                  </a:lnTo>
                  <a:lnTo>
                    <a:pt x="1928191" y="3411618"/>
                  </a:lnTo>
                  <a:lnTo>
                    <a:pt x="1928300" y="3411618"/>
                  </a:lnTo>
                  <a:lnTo>
                    <a:pt x="1928408" y="3411618"/>
                  </a:lnTo>
                  <a:lnTo>
                    <a:pt x="1928408" y="3410995"/>
                  </a:lnTo>
                  <a:lnTo>
                    <a:pt x="1928517" y="3410995"/>
                  </a:lnTo>
                  <a:lnTo>
                    <a:pt x="1928625" y="3410995"/>
                  </a:lnTo>
                  <a:lnTo>
                    <a:pt x="1928734" y="3410995"/>
                  </a:lnTo>
                  <a:lnTo>
                    <a:pt x="1928734" y="3410371"/>
                  </a:lnTo>
                  <a:lnTo>
                    <a:pt x="1928842" y="3410371"/>
                  </a:lnTo>
                  <a:lnTo>
                    <a:pt x="1928951" y="3410371"/>
                  </a:lnTo>
                  <a:lnTo>
                    <a:pt x="1929059" y="3410371"/>
                  </a:lnTo>
                  <a:lnTo>
                    <a:pt x="1929168" y="3410371"/>
                  </a:lnTo>
                  <a:lnTo>
                    <a:pt x="1929276" y="3410371"/>
                  </a:lnTo>
                  <a:lnTo>
                    <a:pt x="1929384" y="3410371"/>
                  </a:lnTo>
                  <a:lnTo>
                    <a:pt x="1929493" y="3410371"/>
                  </a:lnTo>
                  <a:lnTo>
                    <a:pt x="1929601" y="3410371"/>
                  </a:lnTo>
                  <a:lnTo>
                    <a:pt x="1929710" y="3410371"/>
                  </a:lnTo>
                  <a:lnTo>
                    <a:pt x="1929818" y="3410371"/>
                  </a:lnTo>
                  <a:lnTo>
                    <a:pt x="1929927" y="3410371"/>
                  </a:lnTo>
                  <a:lnTo>
                    <a:pt x="1929927" y="3409748"/>
                  </a:lnTo>
                  <a:lnTo>
                    <a:pt x="1930035" y="3409748"/>
                  </a:lnTo>
                  <a:lnTo>
                    <a:pt x="1930144" y="3409748"/>
                  </a:lnTo>
                  <a:lnTo>
                    <a:pt x="1930252" y="3409748"/>
                  </a:lnTo>
                  <a:lnTo>
                    <a:pt x="1930360" y="3409748"/>
                  </a:lnTo>
                  <a:lnTo>
                    <a:pt x="1930469" y="3409748"/>
                  </a:lnTo>
                  <a:lnTo>
                    <a:pt x="1930577" y="3409748"/>
                  </a:lnTo>
                  <a:lnTo>
                    <a:pt x="1930686" y="3409748"/>
                  </a:lnTo>
                  <a:lnTo>
                    <a:pt x="1930794" y="3409748"/>
                  </a:lnTo>
                  <a:lnTo>
                    <a:pt x="1930794" y="3409124"/>
                  </a:lnTo>
                  <a:lnTo>
                    <a:pt x="1930903" y="3409124"/>
                  </a:lnTo>
                  <a:lnTo>
                    <a:pt x="1931011" y="3409124"/>
                  </a:lnTo>
                  <a:lnTo>
                    <a:pt x="1931011" y="3408500"/>
                  </a:lnTo>
                  <a:lnTo>
                    <a:pt x="1931120" y="3408500"/>
                  </a:lnTo>
                  <a:lnTo>
                    <a:pt x="1931228" y="3408500"/>
                  </a:lnTo>
                  <a:lnTo>
                    <a:pt x="1931336" y="3408500"/>
                  </a:lnTo>
                  <a:lnTo>
                    <a:pt x="1931445" y="3408500"/>
                  </a:lnTo>
                  <a:lnTo>
                    <a:pt x="1931553" y="3408500"/>
                  </a:lnTo>
                  <a:lnTo>
                    <a:pt x="1931662" y="3408500"/>
                  </a:lnTo>
                  <a:lnTo>
                    <a:pt x="1931770" y="3408500"/>
                  </a:lnTo>
                  <a:lnTo>
                    <a:pt x="1931879" y="3408500"/>
                  </a:lnTo>
                  <a:lnTo>
                    <a:pt x="1931987" y="3408500"/>
                  </a:lnTo>
                  <a:lnTo>
                    <a:pt x="1931987" y="3407877"/>
                  </a:lnTo>
                  <a:lnTo>
                    <a:pt x="1932096" y="3407877"/>
                  </a:lnTo>
                  <a:lnTo>
                    <a:pt x="1932204" y="3407877"/>
                  </a:lnTo>
                  <a:lnTo>
                    <a:pt x="1932204" y="3407253"/>
                  </a:lnTo>
                  <a:lnTo>
                    <a:pt x="1932312" y="3407253"/>
                  </a:lnTo>
                  <a:lnTo>
                    <a:pt x="1932421" y="3407253"/>
                  </a:lnTo>
                  <a:lnTo>
                    <a:pt x="1932529" y="3407253"/>
                  </a:lnTo>
                  <a:lnTo>
                    <a:pt x="1932638" y="3407253"/>
                  </a:lnTo>
                  <a:lnTo>
                    <a:pt x="1932638" y="3406630"/>
                  </a:lnTo>
                  <a:lnTo>
                    <a:pt x="1932746" y="3406630"/>
                  </a:lnTo>
                  <a:lnTo>
                    <a:pt x="1932855" y="3406630"/>
                  </a:lnTo>
                  <a:lnTo>
                    <a:pt x="1932963" y="3406630"/>
                  </a:lnTo>
                  <a:lnTo>
                    <a:pt x="1932963" y="3406006"/>
                  </a:lnTo>
                  <a:lnTo>
                    <a:pt x="1932963" y="3405383"/>
                  </a:lnTo>
                  <a:lnTo>
                    <a:pt x="1933072" y="3405383"/>
                  </a:lnTo>
                  <a:lnTo>
                    <a:pt x="1933072" y="3404759"/>
                  </a:lnTo>
                  <a:lnTo>
                    <a:pt x="1933180" y="3404759"/>
                  </a:lnTo>
                  <a:lnTo>
                    <a:pt x="1933289" y="3404759"/>
                  </a:lnTo>
                  <a:lnTo>
                    <a:pt x="1933397" y="3404759"/>
                  </a:lnTo>
                  <a:lnTo>
                    <a:pt x="1933397" y="3404135"/>
                  </a:lnTo>
                  <a:lnTo>
                    <a:pt x="1933505" y="3404135"/>
                  </a:lnTo>
                  <a:lnTo>
                    <a:pt x="1933505" y="3403512"/>
                  </a:lnTo>
                  <a:lnTo>
                    <a:pt x="1933614" y="3403512"/>
                  </a:lnTo>
                  <a:lnTo>
                    <a:pt x="1933722" y="3403512"/>
                  </a:lnTo>
                  <a:lnTo>
                    <a:pt x="1933831" y="3403512"/>
                  </a:lnTo>
                  <a:lnTo>
                    <a:pt x="1933831" y="3402888"/>
                  </a:lnTo>
                  <a:lnTo>
                    <a:pt x="1933939" y="3402888"/>
                  </a:lnTo>
                  <a:lnTo>
                    <a:pt x="1933939" y="3402265"/>
                  </a:lnTo>
                  <a:lnTo>
                    <a:pt x="1934048" y="3402265"/>
                  </a:lnTo>
                  <a:lnTo>
                    <a:pt x="1934156" y="3402265"/>
                  </a:lnTo>
                  <a:lnTo>
                    <a:pt x="1934265" y="3402265"/>
                  </a:lnTo>
                  <a:lnTo>
                    <a:pt x="1934373" y="3402265"/>
                  </a:lnTo>
                  <a:lnTo>
                    <a:pt x="1934481" y="3402265"/>
                  </a:lnTo>
                  <a:lnTo>
                    <a:pt x="1934590" y="3402265"/>
                  </a:lnTo>
                  <a:lnTo>
                    <a:pt x="1934698" y="3402265"/>
                  </a:lnTo>
                  <a:lnTo>
                    <a:pt x="1934698" y="3401641"/>
                  </a:lnTo>
                  <a:lnTo>
                    <a:pt x="1934807" y="3401641"/>
                  </a:lnTo>
                  <a:lnTo>
                    <a:pt x="1934807" y="3401017"/>
                  </a:lnTo>
                  <a:lnTo>
                    <a:pt x="1934915" y="3401017"/>
                  </a:lnTo>
                  <a:lnTo>
                    <a:pt x="1935024" y="3401017"/>
                  </a:lnTo>
                  <a:lnTo>
                    <a:pt x="1935132" y="3401017"/>
                  </a:lnTo>
                  <a:lnTo>
                    <a:pt x="1935241" y="3401017"/>
                  </a:lnTo>
                  <a:lnTo>
                    <a:pt x="1935349" y="3401017"/>
                  </a:lnTo>
                  <a:lnTo>
                    <a:pt x="1935457" y="3401017"/>
                  </a:lnTo>
                  <a:lnTo>
                    <a:pt x="1935566" y="3401017"/>
                  </a:lnTo>
                  <a:lnTo>
                    <a:pt x="1935674" y="3401017"/>
                  </a:lnTo>
                  <a:lnTo>
                    <a:pt x="1935783" y="3401017"/>
                  </a:lnTo>
                  <a:lnTo>
                    <a:pt x="1935891" y="3401017"/>
                  </a:lnTo>
                  <a:lnTo>
                    <a:pt x="1936000" y="3401017"/>
                  </a:lnTo>
                  <a:lnTo>
                    <a:pt x="1936108" y="3401017"/>
                  </a:lnTo>
                  <a:lnTo>
                    <a:pt x="1936217" y="3401017"/>
                  </a:lnTo>
                  <a:lnTo>
                    <a:pt x="1936325" y="3401017"/>
                  </a:lnTo>
                  <a:lnTo>
                    <a:pt x="1936433" y="3401017"/>
                  </a:lnTo>
                  <a:lnTo>
                    <a:pt x="1936542" y="3401017"/>
                  </a:lnTo>
                  <a:lnTo>
                    <a:pt x="1936650" y="3401017"/>
                  </a:lnTo>
                  <a:lnTo>
                    <a:pt x="1936759" y="3401017"/>
                  </a:lnTo>
                  <a:lnTo>
                    <a:pt x="1936867" y="3401017"/>
                  </a:lnTo>
                  <a:lnTo>
                    <a:pt x="1936867" y="3400394"/>
                  </a:lnTo>
                  <a:lnTo>
                    <a:pt x="1936867" y="3399770"/>
                  </a:lnTo>
                  <a:lnTo>
                    <a:pt x="1936867" y="3399147"/>
                  </a:lnTo>
                  <a:lnTo>
                    <a:pt x="1936867" y="3398523"/>
                  </a:lnTo>
                  <a:lnTo>
                    <a:pt x="1936976" y="3398523"/>
                  </a:lnTo>
                  <a:lnTo>
                    <a:pt x="1937084" y="3398523"/>
                  </a:lnTo>
                  <a:lnTo>
                    <a:pt x="1937193" y="3398523"/>
                  </a:lnTo>
                  <a:lnTo>
                    <a:pt x="1937301" y="3398523"/>
                  </a:lnTo>
                  <a:lnTo>
                    <a:pt x="1937410" y="3398523"/>
                  </a:lnTo>
                  <a:lnTo>
                    <a:pt x="1937518" y="3398523"/>
                  </a:lnTo>
                  <a:lnTo>
                    <a:pt x="1937626" y="3398523"/>
                  </a:lnTo>
                  <a:lnTo>
                    <a:pt x="1937735" y="3398523"/>
                  </a:lnTo>
                  <a:lnTo>
                    <a:pt x="1937843" y="3398523"/>
                  </a:lnTo>
                  <a:lnTo>
                    <a:pt x="1937952" y="3398523"/>
                  </a:lnTo>
                  <a:lnTo>
                    <a:pt x="1938060" y="3398523"/>
                  </a:lnTo>
                  <a:lnTo>
                    <a:pt x="1938169" y="3398523"/>
                  </a:lnTo>
                  <a:lnTo>
                    <a:pt x="1938169" y="3397900"/>
                  </a:lnTo>
                  <a:lnTo>
                    <a:pt x="1938277" y="3397900"/>
                  </a:lnTo>
                  <a:lnTo>
                    <a:pt x="1938277" y="3397276"/>
                  </a:lnTo>
                  <a:lnTo>
                    <a:pt x="1938386" y="3397276"/>
                  </a:lnTo>
                  <a:lnTo>
                    <a:pt x="1938494" y="3397276"/>
                  </a:lnTo>
                  <a:lnTo>
                    <a:pt x="1938494" y="3396652"/>
                  </a:lnTo>
                  <a:lnTo>
                    <a:pt x="1938602" y="3396652"/>
                  </a:lnTo>
                  <a:lnTo>
                    <a:pt x="1938602" y="3396029"/>
                  </a:lnTo>
                  <a:lnTo>
                    <a:pt x="1938711" y="3396029"/>
                  </a:lnTo>
                  <a:lnTo>
                    <a:pt x="1938711" y="3395405"/>
                  </a:lnTo>
                  <a:lnTo>
                    <a:pt x="1938819" y="3395405"/>
                  </a:lnTo>
                  <a:lnTo>
                    <a:pt x="1938819" y="3394782"/>
                  </a:lnTo>
                  <a:lnTo>
                    <a:pt x="1938928" y="3394782"/>
                  </a:lnTo>
                  <a:lnTo>
                    <a:pt x="1939036" y="3394782"/>
                  </a:lnTo>
                  <a:lnTo>
                    <a:pt x="1939036" y="3394158"/>
                  </a:lnTo>
                  <a:lnTo>
                    <a:pt x="1939145" y="3394158"/>
                  </a:lnTo>
                  <a:lnTo>
                    <a:pt x="1939253" y="3394158"/>
                  </a:lnTo>
                  <a:lnTo>
                    <a:pt x="1939253" y="3393534"/>
                  </a:lnTo>
                  <a:lnTo>
                    <a:pt x="1939362" y="3393534"/>
                  </a:lnTo>
                  <a:lnTo>
                    <a:pt x="1939470" y="3393534"/>
                  </a:lnTo>
                  <a:lnTo>
                    <a:pt x="1939470" y="3392911"/>
                  </a:lnTo>
                  <a:lnTo>
                    <a:pt x="1939578" y="3392911"/>
                  </a:lnTo>
                  <a:lnTo>
                    <a:pt x="1939687" y="3392911"/>
                  </a:lnTo>
                  <a:lnTo>
                    <a:pt x="1939795" y="3392911"/>
                  </a:lnTo>
                  <a:lnTo>
                    <a:pt x="1939795" y="3392287"/>
                  </a:lnTo>
                  <a:lnTo>
                    <a:pt x="1939904" y="3392287"/>
                  </a:lnTo>
                  <a:lnTo>
                    <a:pt x="1940012" y="3392287"/>
                  </a:lnTo>
                  <a:lnTo>
                    <a:pt x="1940121" y="3392287"/>
                  </a:lnTo>
                  <a:lnTo>
                    <a:pt x="1940229" y="3392287"/>
                  </a:lnTo>
                  <a:lnTo>
                    <a:pt x="1940338" y="3392287"/>
                  </a:lnTo>
                  <a:lnTo>
                    <a:pt x="1940446" y="3392287"/>
                  </a:lnTo>
                  <a:lnTo>
                    <a:pt x="1940554" y="3392287"/>
                  </a:lnTo>
                  <a:lnTo>
                    <a:pt x="1940554" y="3391664"/>
                  </a:lnTo>
                  <a:lnTo>
                    <a:pt x="1940663" y="3391664"/>
                  </a:lnTo>
                  <a:lnTo>
                    <a:pt x="1940771" y="3391664"/>
                  </a:lnTo>
                  <a:lnTo>
                    <a:pt x="1940880" y="3391664"/>
                  </a:lnTo>
                  <a:lnTo>
                    <a:pt x="1940880" y="3391040"/>
                  </a:lnTo>
                  <a:lnTo>
                    <a:pt x="1940880" y="3390417"/>
                  </a:lnTo>
                  <a:lnTo>
                    <a:pt x="1940880" y="3389793"/>
                  </a:lnTo>
                  <a:lnTo>
                    <a:pt x="1940988" y="3389793"/>
                  </a:lnTo>
                  <a:lnTo>
                    <a:pt x="1941097" y="3389793"/>
                  </a:lnTo>
                  <a:lnTo>
                    <a:pt x="1941205" y="3389793"/>
                  </a:lnTo>
                  <a:lnTo>
                    <a:pt x="1941314" y="3389793"/>
                  </a:lnTo>
                  <a:lnTo>
                    <a:pt x="1941422" y="3389793"/>
                  </a:lnTo>
                  <a:lnTo>
                    <a:pt x="1941531" y="3389793"/>
                  </a:lnTo>
                  <a:lnTo>
                    <a:pt x="1941639" y="3389793"/>
                  </a:lnTo>
                  <a:lnTo>
                    <a:pt x="1941639" y="3389169"/>
                  </a:lnTo>
                  <a:lnTo>
                    <a:pt x="1941747" y="3389169"/>
                  </a:lnTo>
                  <a:lnTo>
                    <a:pt x="1941856" y="3389169"/>
                  </a:lnTo>
                  <a:lnTo>
                    <a:pt x="1941964" y="3389169"/>
                  </a:lnTo>
                  <a:lnTo>
                    <a:pt x="1942073" y="3389169"/>
                  </a:lnTo>
                  <a:lnTo>
                    <a:pt x="1942181" y="3389169"/>
                  </a:lnTo>
                  <a:lnTo>
                    <a:pt x="1942290" y="3389169"/>
                  </a:lnTo>
                  <a:lnTo>
                    <a:pt x="1942398" y="3389169"/>
                  </a:lnTo>
                  <a:lnTo>
                    <a:pt x="1942507" y="3389169"/>
                  </a:lnTo>
                  <a:lnTo>
                    <a:pt x="1942615" y="3389169"/>
                  </a:lnTo>
                  <a:lnTo>
                    <a:pt x="1942615" y="3388546"/>
                  </a:lnTo>
                  <a:lnTo>
                    <a:pt x="1942723" y="3388546"/>
                  </a:lnTo>
                  <a:lnTo>
                    <a:pt x="1942723" y="3387922"/>
                  </a:lnTo>
                  <a:lnTo>
                    <a:pt x="1942832" y="3387922"/>
                  </a:lnTo>
                  <a:lnTo>
                    <a:pt x="1942940" y="3387922"/>
                  </a:lnTo>
                  <a:lnTo>
                    <a:pt x="1943049" y="3387922"/>
                  </a:lnTo>
                  <a:lnTo>
                    <a:pt x="1943049" y="3387299"/>
                  </a:lnTo>
                  <a:lnTo>
                    <a:pt x="1943157" y="3387299"/>
                  </a:lnTo>
                  <a:lnTo>
                    <a:pt x="1943266" y="3387299"/>
                  </a:lnTo>
                  <a:lnTo>
                    <a:pt x="1943374" y="3387299"/>
                  </a:lnTo>
                  <a:lnTo>
                    <a:pt x="1943374" y="3386675"/>
                  </a:lnTo>
                  <a:lnTo>
                    <a:pt x="1943483" y="3386675"/>
                  </a:lnTo>
                  <a:lnTo>
                    <a:pt x="1943591" y="3386675"/>
                  </a:lnTo>
                  <a:lnTo>
                    <a:pt x="1943699" y="3386675"/>
                  </a:lnTo>
                  <a:lnTo>
                    <a:pt x="1943808" y="3386675"/>
                  </a:lnTo>
                  <a:lnTo>
                    <a:pt x="1943808" y="3386051"/>
                  </a:lnTo>
                  <a:lnTo>
                    <a:pt x="1943916" y="3386051"/>
                  </a:lnTo>
                  <a:lnTo>
                    <a:pt x="1944025" y="3386051"/>
                  </a:lnTo>
                  <a:lnTo>
                    <a:pt x="1944133" y="3386051"/>
                  </a:lnTo>
                  <a:lnTo>
                    <a:pt x="1944242" y="3386051"/>
                  </a:lnTo>
                  <a:lnTo>
                    <a:pt x="1944350" y="3386051"/>
                  </a:lnTo>
                  <a:lnTo>
                    <a:pt x="1944459" y="3386051"/>
                  </a:lnTo>
                  <a:lnTo>
                    <a:pt x="1944567" y="3386051"/>
                  </a:lnTo>
                  <a:lnTo>
                    <a:pt x="1944675" y="3386051"/>
                  </a:lnTo>
                  <a:lnTo>
                    <a:pt x="1944675" y="3385428"/>
                  </a:lnTo>
                  <a:lnTo>
                    <a:pt x="1944784" y="3385428"/>
                  </a:lnTo>
                  <a:lnTo>
                    <a:pt x="1944892" y="3385428"/>
                  </a:lnTo>
                  <a:lnTo>
                    <a:pt x="1945001" y="3385428"/>
                  </a:lnTo>
                  <a:lnTo>
                    <a:pt x="1945109" y="3385428"/>
                  </a:lnTo>
                  <a:lnTo>
                    <a:pt x="1945218" y="3385428"/>
                  </a:lnTo>
                  <a:lnTo>
                    <a:pt x="1945326" y="3385428"/>
                  </a:lnTo>
                  <a:lnTo>
                    <a:pt x="1945326" y="3384804"/>
                  </a:lnTo>
                  <a:lnTo>
                    <a:pt x="1945435" y="3384804"/>
                  </a:lnTo>
                  <a:lnTo>
                    <a:pt x="1945543" y="3384804"/>
                  </a:lnTo>
                  <a:lnTo>
                    <a:pt x="1945652" y="3384804"/>
                  </a:lnTo>
                  <a:lnTo>
                    <a:pt x="1945760" y="3384804"/>
                  </a:lnTo>
                  <a:lnTo>
                    <a:pt x="1945868" y="3384804"/>
                  </a:lnTo>
                  <a:lnTo>
                    <a:pt x="1945977" y="3384804"/>
                  </a:lnTo>
                  <a:lnTo>
                    <a:pt x="1946085" y="3384804"/>
                  </a:lnTo>
                  <a:lnTo>
                    <a:pt x="1946194" y="3384804"/>
                  </a:lnTo>
                  <a:lnTo>
                    <a:pt x="1946302" y="3384804"/>
                  </a:lnTo>
                  <a:lnTo>
                    <a:pt x="1946411" y="3384804"/>
                  </a:lnTo>
                  <a:lnTo>
                    <a:pt x="1946519" y="3384804"/>
                  </a:lnTo>
                  <a:lnTo>
                    <a:pt x="1946628" y="3384804"/>
                  </a:lnTo>
                  <a:lnTo>
                    <a:pt x="1946736" y="3384804"/>
                  </a:lnTo>
                  <a:lnTo>
                    <a:pt x="1946844" y="3384804"/>
                  </a:lnTo>
                  <a:lnTo>
                    <a:pt x="1946953" y="3384804"/>
                  </a:lnTo>
                  <a:lnTo>
                    <a:pt x="1947061" y="3384804"/>
                  </a:lnTo>
                  <a:lnTo>
                    <a:pt x="1947170" y="3384804"/>
                  </a:lnTo>
                  <a:lnTo>
                    <a:pt x="1947278" y="3384804"/>
                  </a:lnTo>
                  <a:lnTo>
                    <a:pt x="1947387" y="3384804"/>
                  </a:lnTo>
                  <a:lnTo>
                    <a:pt x="1947495" y="3384804"/>
                  </a:lnTo>
                  <a:lnTo>
                    <a:pt x="1947495" y="3384181"/>
                  </a:lnTo>
                  <a:lnTo>
                    <a:pt x="1947604" y="3384181"/>
                  </a:lnTo>
                  <a:lnTo>
                    <a:pt x="1947712" y="3384181"/>
                  </a:lnTo>
                  <a:lnTo>
                    <a:pt x="1947820" y="3384181"/>
                  </a:lnTo>
                  <a:lnTo>
                    <a:pt x="1947820" y="3383557"/>
                  </a:lnTo>
                  <a:lnTo>
                    <a:pt x="1947929" y="3383557"/>
                  </a:lnTo>
                  <a:lnTo>
                    <a:pt x="1948037" y="3383557"/>
                  </a:lnTo>
                  <a:lnTo>
                    <a:pt x="1948146" y="3383557"/>
                  </a:lnTo>
                  <a:lnTo>
                    <a:pt x="1948254" y="3383557"/>
                  </a:lnTo>
                  <a:lnTo>
                    <a:pt x="1948254" y="3382934"/>
                  </a:lnTo>
                  <a:lnTo>
                    <a:pt x="1948363" y="3382934"/>
                  </a:lnTo>
                  <a:lnTo>
                    <a:pt x="1948471" y="3382934"/>
                  </a:lnTo>
                  <a:lnTo>
                    <a:pt x="1948580" y="3382934"/>
                  </a:lnTo>
                  <a:lnTo>
                    <a:pt x="1948688" y="3382934"/>
                  </a:lnTo>
                  <a:lnTo>
                    <a:pt x="1948796" y="3382934"/>
                  </a:lnTo>
                  <a:lnTo>
                    <a:pt x="1948905" y="3382934"/>
                  </a:lnTo>
                  <a:lnTo>
                    <a:pt x="1949013" y="3382934"/>
                  </a:lnTo>
                  <a:lnTo>
                    <a:pt x="1949122" y="3382934"/>
                  </a:lnTo>
                  <a:lnTo>
                    <a:pt x="1949122" y="3382310"/>
                  </a:lnTo>
                  <a:lnTo>
                    <a:pt x="1949122" y="3381686"/>
                  </a:lnTo>
                  <a:lnTo>
                    <a:pt x="1949122" y="3381063"/>
                  </a:lnTo>
                  <a:lnTo>
                    <a:pt x="1949230" y="3381063"/>
                  </a:lnTo>
                  <a:lnTo>
                    <a:pt x="1949339" y="3381063"/>
                  </a:lnTo>
                  <a:lnTo>
                    <a:pt x="1949447" y="3381063"/>
                  </a:lnTo>
                  <a:lnTo>
                    <a:pt x="1949447" y="3380439"/>
                  </a:lnTo>
                  <a:lnTo>
                    <a:pt x="1949556" y="3380439"/>
                  </a:lnTo>
                  <a:lnTo>
                    <a:pt x="1949664" y="3380439"/>
                  </a:lnTo>
                  <a:lnTo>
                    <a:pt x="1949773" y="3380439"/>
                  </a:lnTo>
                  <a:lnTo>
                    <a:pt x="1949773" y="3379816"/>
                  </a:lnTo>
                  <a:lnTo>
                    <a:pt x="1949881" y="3379816"/>
                  </a:lnTo>
                  <a:lnTo>
                    <a:pt x="1949989" y="3379816"/>
                  </a:lnTo>
                  <a:lnTo>
                    <a:pt x="1950098" y="3379816"/>
                  </a:lnTo>
                  <a:lnTo>
                    <a:pt x="1950206" y="3379816"/>
                  </a:lnTo>
                  <a:lnTo>
                    <a:pt x="1950315" y="3379816"/>
                  </a:lnTo>
                  <a:lnTo>
                    <a:pt x="1950423" y="3379816"/>
                  </a:lnTo>
                  <a:lnTo>
                    <a:pt x="1950423" y="3379192"/>
                  </a:lnTo>
                  <a:lnTo>
                    <a:pt x="1950532" y="3379192"/>
                  </a:lnTo>
                  <a:lnTo>
                    <a:pt x="1950532" y="3378569"/>
                  </a:lnTo>
                  <a:lnTo>
                    <a:pt x="1950640" y="3378569"/>
                  </a:lnTo>
                  <a:lnTo>
                    <a:pt x="1950749" y="3378569"/>
                  </a:lnTo>
                  <a:lnTo>
                    <a:pt x="1950749" y="3377945"/>
                  </a:lnTo>
                  <a:lnTo>
                    <a:pt x="1950749" y="3377321"/>
                  </a:lnTo>
                  <a:lnTo>
                    <a:pt x="1950857" y="3377321"/>
                  </a:lnTo>
                  <a:lnTo>
                    <a:pt x="1950965" y="3377321"/>
                  </a:lnTo>
                  <a:lnTo>
                    <a:pt x="1951074" y="3377321"/>
                  </a:lnTo>
                  <a:lnTo>
                    <a:pt x="1951182" y="3377321"/>
                  </a:lnTo>
                  <a:lnTo>
                    <a:pt x="1951291" y="3377321"/>
                  </a:lnTo>
                  <a:lnTo>
                    <a:pt x="1951291" y="3376698"/>
                  </a:lnTo>
                  <a:lnTo>
                    <a:pt x="1951291" y="3376074"/>
                  </a:lnTo>
                  <a:lnTo>
                    <a:pt x="1951399" y="3376074"/>
                  </a:lnTo>
                  <a:lnTo>
                    <a:pt x="1951508" y="3376074"/>
                  </a:lnTo>
                  <a:lnTo>
                    <a:pt x="1951616" y="3376074"/>
                  </a:lnTo>
                  <a:lnTo>
                    <a:pt x="1951725" y="3376074"/>
                  </a:lnTo>
                  <a:lnTo>
                    <a:pt x="1951833" y="3376074"/>
                  </a:lnTo>
                  <a:lnTo>
                    <a:pt x="1951941" y="3376074"/>
                  </a:lnTo>
                  <a:lnTo>
                    <a:pt x="1951941" y="3375451"/>
                  </a:lnTo>
                  <a:lnTo>
                    <a:pt x="1952050" y="3375451"/>
                  </a:lnTo>
                  <a:lnTo>
                    <a:pt x="1952158" y="3375451"/>
                  </a:lnTo>
                  <a:lnTo>
                    <a:pt x="1952267" y="3375451"/>
                  </a:lnTo>
                  <a:lnTo>
                    <a:pt x="1952375" y="3375451"/>
                  </a:lnTo>
                  <a:lnTo>
                    <a:pt x="1952484" y="3375451"/>
                  </a:lnTo>
                  <a:lnTo>
                    <a:pt x="1952592" y="3375451"/>
                  </a:lnTo>
                  <a:lnTo>
                    <a:pt x="1952592" y="3374827"/>
                  </a:lnTo>
                  <a:lnTo>
                    <a:pt x="1952592" y="3374203"/>
                  </a:lnTo>
                  <a:lnTo>
                    <a:pt x="1952701" y="3374203"/>
                  </a:lnTo>
                  <a:lnTo>
                    <a:pt x="1952809" y="3374203"/>
                  </a:lnTo>
                  <a:lnTo>
                    <a:pt x="1952917" y="3374203"/>
                  </a:lnTo>
                  <a:lnTo>
                    <a:pt x="1953026" y="3374203"/>
                  </a:lnTo>
                  <a:lnTo>
                    <a:pt x="1953134" y="3374203"/>
                  </a:lnTo>
                  <a:lnTo>
                    <a:pt x="1953243" y="3374203"/>
                  </a:lnTo>
                  <a:lnTo>
                    <a:pt x="1953351" y="3374203"/>
                  </a:lnTo>
                  <a:lnTo>
                    <a:pt x="1953460" y="3374203"/>
                  </a:lnTo>
                  <a:lnTo>
                    <a:pt x="1953568" y="3374203"/>
                  </a:lnTo>
                  <a:lnTo>
                    <a:pt x="1953677" y="3374203"/>
                  </a:lnTo>
                  <a:lnTo>
                    <a:pt x="1953785" y="3374203"/>
                  </a:lnTo>
                  <a:lnTo>
                    <a:pt x="1953893" y="3374203"/>
                  </a:lnTo>
                  <a:lnTo>
                    <a:pt x="1954002" y="3374203"/>
                  </a:lnTo>
                  <a:lnTo>
                    <a:pt x="1954002" y="3373580"/>
                  </a:lnTo>
                  <a:lnTo>
                    <a:pt x="1954002" y="3372956"/>
                  </a:lnTo>
                  <a:lnTo>
                    <a:pt x="1954110" y="3372956"/>
                  </a:lnTo>
                  <a:lnTo>
                    <a:pt x="1954219" y="3372956"/>
                  </a:lnTo>
                  <a:lnTo>
                    <a:pt x="1954327" y="3372956"/>
                  </a:lnTo>
                  <a:lnTo>
                    <a:pt x="1954327" y="3372333"/>
                  </a:lnTo>
                  <a:lnTo>
                    <a:pt x="1954436" y="3372333"/>
                  </a:lnTo>
                  <a:lnTo>
                    <a:pt x="1954544" y="3372333"/>
                  </a:lnTo>
                  <a:lnTo>
                    <a:pt x="1954653" y="3372333"/>
                  </a:lnTo>
                  <a:lnTo>
                    <a:pt x="1954761" y="3372333"/>
                  </a:lnTo>
                  <a:lnTo>
                    <a:pt x="1954870" y="3372333"/>
                  </a:lnTo>
                  <a:lnTo>
                    <a:pt x="1954978" y="3372333"/>
                  </a:lnTo>
                  <a:lnTo>
                    <a:pt x="1955086" y="3372333"/>
                  </a:lnTo>
                  <a:lnTo>
                    <a:pt x="1955086" y="3371709"/>
                  </a:lnTo>
                  <a:lnTo>
                    <a:pt x="1955195" y="3371709"/>
                  </a:lnTo>
                  <a:lnTo>
                    <a:pt x="1955303" y="3371709"/>
                  </a:lnTo>
                  <a:lnTo>
                    <a:pt x="1955303" y="3371086"/>
                  </a:lnTo>
                  <a:lnTo>
                    <a:pt x="1955412" y="3371086"/>
                  </a:lnTo>
                  <a:lnTo>
                    <a:pt x="1955520" y="3371086"/>
                  </a:lnTo>
                  <a:lnTo>
                    <a:pt x="1955629" y="3371086"/>
                  </a:lnTo>
                  <a:lnTo>
                    <a:pt x="1955737" y="3371086"/>
                  </a:lnTo>
                  <a:lnTo>
                    <a:pt x="1955846" y="3371086"/>
                  </a:lnTo>
                  <a:lnTo>
                    <a:pt x="1955954" y="3371086"/>
                  </a:lnTo>
                  <a:lnTo>
                    <a:pt x="1956062" y="3371086"/>
                  </a:lnTo>
                  <a:lnTo>
                    <a:pt x="1956171" y="3371086"/>
                  </a:lnTo>
                  <a:lnTo>
                    <a:pt x="1956171" y="3370462"/>
                  </a:lnTo>
                  <a:lnTo>
                    <a:pt x="1956279" y="3370462"/>
                  </a:lnTo>
                  <a:lnTo>
                    <a:pt x="1956388" y="3370462"/>
                  </a:lnTo>
                  <a:lnTo>
                    <a:pt x="1956496" y="3370462"/>
                  </a:lnTo>
                  <a:lnTo>
                    <a:pt x="1956605" y="3370462"/>
                  </a:lnTo>
                  <a:lnTo>
                    <a:pt x="1956713" y="3370462"/>
                  </a:lnTo>
                  <a:lnTo>
                    <a:pt x="1956713" y="3369838"/>
                  </a:lnTo>
                  <a:lnTo>
                    <a:pt x="1956713" y="3369215"/>
                  </a:lnTo>
                  <a:lnTo>
                    <a:pt x="1956822" y="3369215"/>
                  </a:lnTo>
                  <a:lnTo>
                    <a:pt x="1956930" y="3369215"/>
                  </a:lnTo>
                  <a:lnTo>
                    <a:pt x="1956930" y="3368591"/>
                  </a:lnTo>
                  <a:lnTo>
                    <a:pt x="1957038" y="3368591"/>
                  </a:lnTo>
                  <a:lnTo>
                    <a:pt x="1957038" y="3367968"/>
                  </a:lnTo>
                  <a:lnTo>
                    <a:pt x="1957147" y="3367968"/>
                  </a:lnTo>
                  <a:lnTo>
                    <a:pt x="1957255" y="3367968"/>
                  </a:lnTo>
                  <a:lnTo>
                    <a:pt x="1957364" y="3367968"/>
                  </a:lnTo>
                  <a:lnTo>
                    <a:pt x="1957472" y="3367968"/>
                  </a:lnTo>
                  <a:lnTo>
                    <a:pt x="1957581" y="3367968"/>
                  </a:lnTo>
                  <a:lnTo>
                    <a:pt x="1957689" y="3367968"/>
                  </a:lnTo>
                  <a:lnTo>
                    <a:pt x="1957689" y="3367344"/>
                  </a:lnTo>
                  <a:lnTo>
                    <a:pt x="1957798" y="3367344"/>
                  </a:lnTo>
                  <a:lnTo>
                    <a:pt x="1957906" y="3367344"/>
                  </a:lnTo>
                  <a:lnTo>
                    <a:pt x="1958014" y="3367344"/>
                  </a:lnTo>
                  <a:lnTo>
                    <a:pt x="1958123" y="3367344"/>
                  </a:lnTo>
                  <a:lnTo>
                    <a:pt x="1958231" y="3367344"/>
                  </a:lnTo>
                  <a:lnTo>
                    <a:pt x="1958340" y="3367344"/>
                  </a:lnTo>
                  <a:lnTo>
                    <a:pt x="1958340" y="3366720"/>
                  </a:lnTo>
                  <a:lnTo>
                    <a:pt x="1958448" y="3366720"/>
                  </a:lnTo>
                  <a:lnTo>
                    <a:pt x="1958557" y="3366720"/>
                  </a:lnTo>
                  <a:lnTo>
                    <a:pt x="1958665" y="3366720"/>
                  </a:lnTo>
                  <a:lnTo>
                    <a:pt x="1958774" y="3366720"/>
                  </a:lnTo>
                  <a:lnTo>
                    <a:pt x="1958882" y="3366720"/>
                  </a:lnTo>
                  <a:lnTo>
                    <a:pt x="1958991" y="3366720"/>
                  </a:lnTo>
                  <a:lnTo>
                    <a:pt x="1959099" y="3366720"/>
                  </a:lnTo>
                  <a:lnTo>
                    <a:pt x="1959207" y="3366720"/>
                  </a:lnTo>
                  <a:lnTo>
                    <a:pt x="1959316" y="3366720"/>
                  </a:lnTo>
                  <a:lnTo>
                    <a:pt x="1959424" y="3366720"/>
                  </a:lnTo>
                  <a:lnTo>
                    <a:pt x="1959533" y="3366720"/>
                  </a:lnTo>
                  <a:lnTo>
                    <a:pt x="1959533" y="3366097"/>
                  </a:lnTo>
                  <a:lnTo>
                    <a:pt x="1959641" y="3366097"/>
                  </a:lnTo>
                  <a:lnTo>
                    <a:pt x="1959750" y="3366097"/>
                  </a:lnTo>
                  <a:lnTo>
                    <a:pt x="1959858" y="3366097"/>
                  </a:lnTo>
                  <a:lnTo>
                    <a:pt x="1959967" y="3366097"/>
                  </a:lnTo>
                  <a:lnTo>
                    <a:pt x="1960075" y="3366097"/>
                  </a:lnTo>
                  <a:lnTo>
                    <a:pt x="1960183" y="3366097"/>
                  </a:lnTo>
                  <a:lnTo>
                    <a:pt x="1960292" y="3366097"/>
                  </a:lnTo>
                  <a:lnTo>
                    <a:pt x="1960400" y="3366097"/>
                  </a:lnTo>
                  <a:lnTo>
                    <a:pt x="1960400" y="3365473"/>
                  </a:lnTo>
                  <a:lnTo>
                    <a:pt x="1960400" y="3364850"/>
                  </a:lnTo>
                  <a:lnTo>
                    <a:pt x="1960400" y="3364226"/>
                  </a:lnTo>
                  <a:lnTo>
                    <a:pt x="1960400" y="3363603"/>
                  </a:lnTo>
                  <a:lnTo>
                    <a:pt x="1960400" y="3362979"/>
                  </a:lnTo>
                  <a:lnTo>
                    <a:pt x="1960509" y="3362979"/>
                  </a:lnTo>
                  <a:lnTo>
                    <a:pt x="1960617" y="3362979"/>
                  </a:lnTo>
                  <a:lnTo>
                    <a:pt x="1960726" y="3362979"/>
                  </a:lnTo>
                  <a:lnTo>
                    <a:pt x="1960834" y="3362979"/>
                  </a:lnTo>
                  <a:lnTo>
                    <a:pt x="1960943" y="3362979"/>
                  </a:lnTo>
                  <a:lnTo>
                    <a:pt x="1961051" y="3362979"/>
                  </a:lnTo>
                  <a:lnTo>
                    <a:pt x="1961159" y="3362979"/>
                  </a:lnTo>
                  <a:lnTo>
                    <a:pt x="1961268" y="3362979"/>
                  </a:lnTo>
                  <a:lnTo>
                    <a:pt x="1961376" y="3362979"/>
                  </a:lnTo>
                  <a:lnTo>
                    <a:pt x="1961485" y="3362979"/>
                  </a:lnTo>
                  <a:lnTo>
                    <a:pt x="1961593" y="3362979"/>
                  </a:lnTo>
                  <a:lnTo>
                    <a:pt x="1961702" y="3362979"/>
                  </a:lnTo>
                  <a:lnTo>
                    <a:pt x="1961810" y="3362979"/>
                  </a:lnTo>
                  <a:lnTo>
                    <a:pt x="1961919" y="3362979"/>
                  </a:lnTo>
                  <a:lnTo>
                    <a:pt x="1962027" y="3362979"/>
                  </a:lnTo>
                  <a:lnTo>
                    <a:pt x="1962135" y="3362979"/>
                  </a:lnTo>
                  <a:lnTo>
                    <a:pt x="1962244" y="3362979"/>
                  </a:lnTo>
                  <a:lnTo>
                    <a:pt x="1962352" y="3362979"/>
                  </a:lnTo>
                  <a:lnTo>
                    <a:pt x="1962461" y="3362979"/>
                  </a:lnTo>
                  <a:lnTo>
                    <a:pt x="1962569" y="3362979"/>
                  </a:lnTo>
                  <a:lnTo>
                    <a:pt x="1962678" y="3362979"/>
                  </a:lnTo>
                  <a:lnTo>
                    <a:pt x="1962786" y="3362979"/>
                  </a:lnTo>
                  <a:lnTo>
                    <a:pt x="1962895" y="3362979"/>
                  </a:lnTo>
                  <a:lnTo>
                    <a:pt x="1962895" y="3362355"/>
                  </a:lnTo>
                  <a:lnTo>
                    <a:pt x="1963003" y="3362355"/>
                  </a:lnTo>
                  <a:lnTo>
                    <a:pt x="1963003" y="3361732"/>
                  </a:lnTo>
                  <a:lnTo>
                    <a:pt x="1963112" y="3361732"/>
                  </a:lnTo>
                  <a:lnTo>
                    <a:pt x="1963220" y="3361732"/>
                  </a:lnTo>
                  <a:lnTo>
                    <a:pt x="1963328" y="3361732"/>
                  </a:lnTo>
                  <a:lnTo>
                    <a:pt x="1963437" y="3361732"/>
                  </a:lnTo>
                  <a:lnTo>
                    <a:pt x="1963545" y="3361732"/>
                  </a:lnTo>
                  <a:lnTo>
                    <a:pt x="1963654" y="3361732"/>
                  </a:lnTo>
                  <a:lnTo>
                    <a:pt x="1963654" y="3361108"/>
                  </a:lnTo>
                  <a:lnTo>
                    <a:pt x="1963762" y="3361108"/>
                  </a:lnTo>
                  <a:lnTo>
                    <a:pt x="1963871" y="3361108"/>
                  </a:lnTo>
                  <a:lnTo>
                    <a:pt x="1963979" y="3361108"/>
                  </a:lnTo>
                  <a:lnTo>
                    <a:pt x="1963979" y="3360485"/>
                  </a:lnTo>
                  <a:lnTo>
                    <a:pt x="1964088" y="3360485"/>
                  </a:lnTo>
                  <a:lnTo>
                    <a:pt x="1964196" y="3360485"/>
                  </a:lnTo>
                  <a:lnTo>
                    <a:pt x="1964304" y="3360485"/>
                  </a:lnTo>
                  <a:lnTo>
                    <a:pt x="1964413" y="3360485"/>
                  </a:lnTo>
                  <a:lnTo>
                    <a:pt x="1964413" y="3359861"/>
                  </a:lnTo>
                  <a:lnTo>
                    <a:pt x="1964521" y="3359861"/>
                  </a:lnTo>
                  <a:lnTo>
                    <a:pt x="1964630" y="3359861"/>
                  </a:lnTo>
                  <a:lnTo>
                    <a:pt x="1964738" y="3359861"/>
                  </a:lnTo>
                  <a:lnTo>
                    <a:pt x="1964847" y="3359861"/>
                  </a:lnTo>
                  <a:lnTo>
                    <a:pt x="1964955" y="3359861"/>
                  </a:lnTo>
                  <a:lnTo>
                    <a:pt x="1965064" y="3359861"/>
                  </a:lnTo>
                  <a:lnTo>
                    <a:pt x="1965172" y="3359861"/>
                  </a:lnTo>
                  <a:lnTo>
                    <a:pt x="1965280" y="3359861"/>
                  </a:lnTo>
                  <a:lnTo>
                    <a:pt x="1965280" y="3359237"/>
                  </a:lnTo>
                  <a:lnTo>
                    <a:pt x="1965280" y="3358614"/>
                  </a:lnTo>
                  <a:lnTo>
                    <a:pt x="1965389" y="3358614"/>
                  </a:lnTo>
                  <a:lnTo>
                    <a:pt x="1965497" y="3358614"/>
                  </a:lnTo>
                  <a:lnTo>
                    <a:pt x="1965606" y="3358614"/>
                  </a:lnTo>
                  <a:lnTo>
                    <a:pt x="1965714" y="3358614"/>
                  </a:lnTo>
                  <a:lnTo>
                    <a:pt x="1965714" y="3357990"/>
                  </a:lnTo>
                  <a:lnTo>
                    <a:pt x="1965823" y="3357990"/>
                  </a:lnTo>
                  <a:lnTo>
                    <a:pt x="1965931" y="3357990"/>
                  </a:lnTo>
                  <a:lnTo>
                    <a:pt x="1966040" y="3357990"/>
                  </a:lnTo>
                  <a:lnTo>
                    <a:pt x="1966148" y="3357990"/>
                  </a:lnTo>
                  <a:lnTo>
                    <a:pt x="1966256" y="3357990"/>
                  </a:lnTo>
                  <a:lnTo>
                    <a:pt x="1966256" y="3357367"/>
                  </a:lnTo>
                  <a:lnTo>
                    <a:pt x="1966365" y="3357367"/>
                  </a:lnTo>
                  <a:lnTo>
                    <a:pt x="1966365" y="3356743"/>
                  </a:lnTo>
                  <a:lnTo>
                    <a:pt x="1966473" y="3356743"/>
                  </a:lnTo>
                  <a:lnTo>
                    <a:pt x="1966582" y="3356743"/>
                  </a:lnTo>
                  <a:lnTo>
                    <a:pt x="1966582" y="3356120"/>
                  </a:lnTo>
                  <a:lnTo>
                    <a:pt x="1966582" y="3355496"/>
                  </a:lnTo>
                  <a:lnTo>
                    <a:pt x="1966582" y="3354872"/>
                  </a:lnTo>
                  <a:lnTo>
                    <a:pt x="1966690" y="3354872"/>
                  </a:lnTo>
                  <a:lnTo>
                    <a:pt x="1966799" y="3354872"/>
                  </a:lnTo>
                  <a:lnTo>
                    <a:pt x="1966907" y="3354872"/>
                  </a:lnTo>
                  <a:lnTo>
                    <a:pt x="1966907" y="3354249"/>
                  </a:lnTo>
                  <a:lnTo>
                    <a:pt x="1967016" y="3354249"/>
                  </a:lnTo>
                  <a:lnTo>
                    <a:pt x="1967016" y="3353625"/>
                  </a:lnTo>
                  <a:lnTo>
                    <a:pt x="1967124" y="3353625"/>
                  </a:lnTo>
                  <a:lnTo>
                    <a:pt x="1967233" y="3353625"/>
                  </a:lnTo>
                  <a:lnTo>
                    <a:pt x="1967341" y="3353625"/>
                  </a:lnTo>
                  <a:lnTo>
                    <a:pt x="1967449" y="3353625"/>
                  </a:lnTo>
                  <a:lnTo>
                    <a:pt x="1967449" y="3353002"/>
                  </a:lnTo>
                  <a:lnTo>
                    <a:pt x="1967558" y="3353002"/>
                  </a:lnTo>
                  <a:lnTo>
                    <a:pt x="1967666" y="3353002"/>
                  </a:lnTo>
                  <a:lnTo>
                    <a:pt x="1967775" y="3353002"/>
                  </a:lnTo>
                  <a:lnTo>
                    <a:pt x="1967883" y="3353002"/>
                  </a:lnTo>
                  <a:lnTo>
                    <a:pt x="1967992" y="3353002"/>
                  </a:lnTo>
                  <a:lnTo>
                    <a:pt x="1968100" y="3353002"/>
                  </a:lnTo>
                  <a:lnTo>
                    <a:pt x="1968100" y="3352378"/>
                  </a:lnTo>
                  <a:lnTo>
                    <a:pt x="1968209" y="3352378"/>
                  </a:lnTo>
                  <a:lnTo>
                    <a:pt x="1968209" y="3351754"/>
                  </a:lnTo>
                  <a:lnTo>
                    <a:pt x="1968317" y="3351754"/>
                  </a:lnTo>
                  <a:lnTo>
                    <a:pt x="1968425" y="3351754"/>
                  </a:lnTo>
                  <a:lnTo>
                    <a:pt x="1968534" y="3351754"/>
                  </a:lnTo>
                  <a:lnTo>
                    <a:pt x="1968642" y="3351754"/>
                  </a:lnTo>
                  <a:lnTo>
                    <a:pt x="1968751" y="3351754"/>
                  </a:lnTo>
                  <a:lnTo>
                    <a:pt x="1968751" y="3351131"/>
                  </a:lnTo>
                  <a:lnTo>
                    <a:pt x="1968859" y="3351131"/>
                  </a:lnTo>
                  <a:lnTo>
                    <a:pt x="1968968" y="3351131"/>
                  </a:lnTo>
                  <a:lnTo>
                    <a:pt x="1969076" y="3351131"/>
                  </a:lnTo>
                  <a:lnTo>
                    <a:pt x="1969076" y="3350507"/>
                  </a:lnTo>
                  <a:lnTo>
                    <a:pt x="1969185" y="3350507"/>
                  </a:lnTo>
                  <a:lnTo>
                    <a:pt x="1969185" y="3349884"/>
                  </a:lnTo>
                  <a:lnTo>
                    <a:pt x="1969293" y="3349884"/>
                  </a:lnTo>
                  <a:lnTo>
                    <a:pt x="1969401" y="3349884"/>
                  </a:lnTo>
                  <a:lnTo>
                    <a:pt x="1969510" y="3349884"/>
                  </a:lnTo>
                  <a:lnTo>
                    <a:pt x="1969618" y="3349884"/>
                  </a:lnTo>
                  <a:lnTo>
                    <a:pt x="1969727" y="3349884"/>
                  </a:lnTo>
                  <a:lnTo>
                    <a:pt x="1969835" y="3349884"/>
                  </a:lnTo>
                  <a:lnTo>
                    <a:pt x="1969944" y="3349884"/>
                  </a:lnTo>
                  <a:lnTo>
                    <a:pt x="1970052" y="3349884"/>
                  </a:lnTo>
                  <a:lnTo>
                    <a:pt x="1970161" y="3349884"/>
                  </a:lnTo>
                  <a:lnTo>
                    <a:pt x="1970269" y="3349884"/>
                  </a:lnTo>
                  <a:lnTo>
                    <a:pt x="1970377" y="3349884"/>
                  </a:lnTo>
                  <a:lnTo>
                    <a:pt x="1970486" y="3349884"/>
                  </a:lnTo>
                  <a:lnTo>
                    <a:pt x="1970486" y="3349260"/>
                  </a:lnTo>
                  <a:lnTo>
                    <a:pt x="1970594" y="3349260"/>
                  </a:lnTo>
                  <a:lnTo>
                    <a:pt x="1970594" y="3348637"/>
                  </a:lnTo>
                  <a:lnTo>
                    <a:pt x="1970703" y="3348637"/>
                  </a:lnTo>
                  <a:lnTo>
                    <a:pt x="1970811" y="3348637"/>
                  </a:lnTo>
                  <a:lnTo>
                    <a:pt x="1970920" y="3348637"/>
                  </a:lnTo>
                  <a:lnTo>
                    <a:pt x="1971028" y="3348637"/>
                  </a:lnTo>
                  <a:lnTo>
                    <a:pt x="1971137" y="3348637"/>
                  </a:lnTo>
                  <a:lnTo>
                    <a:pt x="1971245" y="3348637"/>
                  </a:lnTo>
                  <a:lnTo>
                    <a:pt x="1971245" y="3348013"/>
                  </a:lnTo>
                  <a:lnTo>
                    <a:pt x="1971245" y="3347389"/>
                  </a:lnTo>
                  <a:lnTo>
                    <a:pt x="1971354" y="3347389"/>
                  </a:lnTo>
                  <a:lnTo>
                    <a:pt x="1971462" y="3347389"/>
                  </a:lnTo>
                  <a:lnTo>
                    <a:pt x="1971570" y="3347389"/>
                  </a:lnTo>
                  <a:lnTo>
                    <a:pt x="1971679" y="3347389"/>
                  </a:lnTo>
                  <a:lnTo>
                    <a:pt x="1971787" y="3347389"/>
                  </a:lnTo>
                  <a:lnTo>
                    <a:pt x="1971896" y="3347389"/>
                  </a:lnTo>
                  <a:lnTo>
                    <a:pt x="1972004" y="3347389"/>
                  </a:lnTo>
                  <a:lnTo>
                    <a:pt x="1972113" y="3347389"/>
                  </a:lnTo>
                  <a:lnTo>
                    <a:pt x="1972221" y="3347389"/>
                  </a:lnTo>
                  <a:lnTo>
                    <a:pt x="1972330" y="3347389"/>
                  </a:lnTo>
                  <a:lnTo>
                    <a:pt x="1972438" y="3347389"/>
                  </a:lnTo>
                  <a:lnTo>
                    <a:pt x="1972546" y="3347389"/>
                  </a:lnTo>
                  <a:lnTo>
                    <a:pt x="1972655" y="3347389"/>
                  </a:lnTo>
                  <a:lnTo>
                    <a:pt x="1972655" y="3346766"/>
                  </a:lnTo>
                  <a:lnTo>
                    <a:pt x="1972763" y="3346766"/>
                  </a:lnTo>
                  <a:lnTo>
                    <a:pt x="1972763" y="3346142"/>
                  </a:lnTo>
                  <a:lnTo>
                    <a:pt x="1972872" y="3346142"/>
                  </a:lnTo>
                  <a:lnTo>
                    <a:pt x="1972980" y="3346142"/>
                  </a:lnTo>
                  <a:lnTo>
                    <a:pt x="1973089" y="3346142"/>
                  </a:lnTo>
                  <a:lnTo>
                    <a:pt x="1973197" y="3346142"/>
                  </a:lnTo>
                  <a:lnTo>
                    <a:pt x="1973197" y="3345519"/>
                  </a:lnTo>
                  <a:lnTo>
                    <a:pt x="1973306" y="3345519"/>
                  </a:lnTo>
                  <a:lnTo>
                    <a:pt x="1973414" y="3345519"/>
                  </a:lnTo>
                  <a:lnTo>
                    <a:pt x="1973522" y="3345519"/>
                  </a:lnTo>
                  <a:lnTo>
                    <a:pt x="1973631" y="3345519"/>
                  </a:lnTo>
                  <a:lnTo>
                    <a:pt x="1973739" y="3345519"/>
                  </a:lnTo>
                  <a:lnTo>
                    <a:pt x="1973848" y="3345519"/>
                  </a:lnTo>
                  <a:lnTo>
                    <a:pt x="1973956" y="3345519"/>
                  </a:lnTo>
                  <a:lnTo>
                    <a:pt x="1974065" y="3345519"/>
                  </a:lnTo>
                  <a:lnTo>
                    <a:pt x="1974173" y="3345519"/>
                  </a:lnTo>
                  <a:lnTo>
                    <a:pt x="1974282" y="3345519"/>
                  </a:lnTo>
                  <a:lnTo>
                    <a:pt x="1974390" y="3345519"/>
                  </a:lnTo>
                  <a:lnTo>
                    <a:pt x="1974498" y="3345519"/>
                  </a:lnTo>
                  <a:lnTo>
                    <a:pt x="1974607" y="3345519"/>
                  </a:lnTo>
                  <a:lnTo>
                    <a:pt x="1974715" y="3345519"/>
                  </a:lnTo>
                  <a:lnTo>
                    <a:pt x="1974824" y="3345519"/>
                  </a:lnTo>
                  <a:lnTo>
                    <a:pt x="1974824" y="3344895"/>
                  </a:lnTo>
                  <a:lnTo>
                    <a:pt x="1974932" y="3344895"/>
                  </a:lnTo>
                  <a:lnTo>
                    <a:pt x="1975041" y="3344895"/>
                  </a:lnTo>
                  <a:lnTo>
                    <a:pt x="1975041" y="3344271"/>
                  </a:lnTo>
                  <a:lnTo>
                    <a:pt x="1975149" y="3344271"/>
                  </a:lnTo>
                  <a:lnTo>
                    <a:pt x="1975258" y="3344271"/>
                  </a:lnTo>
                  <a:lnTo>
                    <a:pt x="1975366" y="3344271"/>
                  </a:lnTo>
                  <a:lnTo>
                    <a:pt x="1975474" y="3344271"/>
                  </a:lnTo>
                  <a:lnTo>
                    <a:pt x="1975583" y="3344271"/>
                  </a:lnTo>
                  <a:lnTo>
                    <a:pt x="1975583" y="3343648"/>
                  </a:lnTo>
                  <a:lnTo>
                    <a:pt x="1975691" y="3343648"/>
                  </a:lnTo>
                  <a:lnTo>
                    <a:pt x="1975800" y="3343648"/>
                  </a:lnTo>
                  <a:lnTo>
                    <a:pt x="1975908" y="3343648"/>
                  </a:lnTo>
                  <a:lnTo>
                    <a:pt x="1976017" y="3343648"/>
                  </a:lnTo>
                  <a:lnTo>
                    <a:pt x="1976125" y="3343648"/>
                  </a:lnTo>
                  <a:lnTo>
                    <a:pt x="1976234" y="3343648"/>
                  </a:lnTo>
                  <a:lnTo>
                    <a:pt x="1976342" y="3343648"/>
                  </a:lnTo>
                  <a:lnTo>
                    <a:pt x="1976451" y="3343648"/>
                  </a:lnTo>
                  <a:lnTo>
                    <a:pt x="1976559" y="3343648"/>
                  </a:lnTo>
                  <a:lnTo>
                    <a:pt x="1976667" y="3343648"/>
                  </a:lnTo>
                  <a:lnTo>
                    <a:pt x="1976776" y="3343648"/>
                  </a:lnTo>
                  <a:lnTo>
                    <a:pt x="1976776" y="3343024"/>
                  </a:lnTo>
                  <a:lnTo>
                    <a:pt x="1976884" y="3343024"/>
                  </a:lnTo>
                  <a:lnTo>
                    <a:pt x="1976993" y="3343024"/>
                  </a:lnTo>
                  <a:lnTo>
                    <a:pt x="1977101" y="3343024"/>
                  </a:lnTo>
                  <a:lnTo>
                    <a:pt x="1977101" y="3342401"/>
                  </a:lnTo>
                  <a:lnTo>
                    <a:pt x="1977210" y="3342401"/>
                  </a:lnTo>
                  <a:lnTo>
                    <a:pt x="1977318" y="3342401"/>
                  </a:lnTo>
                  <a:lnTo>
                    <a:pt x="1977427" y="3342401"/>
                  </a:lnTo>
                  <a:lnTo>
                    <a:pt x="1977535" y="3342401"/>
                  </a:lnTo>
                  <a:lnTo>
                    <a:pt x="1977643" y="3342401"/>
                  </a:lnTo>
                  <a:lnTo>
                    <a:pt x="1977643" y="3341777"/>
                  </a:lnTo>
                  <a:lnTo>
                    <a:pt x="1977752" y="3341777"/>
                  </a:lnTo>
                  <a:lnTo>
                    <a:pt x="1977860" y="3341777"/>
                  </a:lnTo>
                  <a:lnTo>
                    <a:pt x="1977969" y="3341777"/>
                  </a:lnTo>
                  <a:lnTo>
                    <a:pt x="1978077" y="3341777"/>
                  </a:lnTo>
                  <a:lnTo>
                    <a:pt x="1978186" y="3341777"/>
                  </a:lnTo>
                  <a:lnTo>
                    <a:pt x="1978294" y="3341777"/>
                  </a:lnTo>
                  <a:lnTo>
                    <a:pt x="1978294" y="3341154"/>
                  </a:lnTo>
                  <a:lnTo>
                    <a:pt x="1978403" y="3341154"/>
                  </a:lnTo>
                  <a:lnTo>
                    <a:pt x="1978511" y="3341154"/>
                  </a:lnTo>
                  <a:lnTo>
                    <a:pt x="1978619" y="3341154"/>
                  </a:lnTo>
                  <a:lnTo>
                    <a:pt x="1978728" y="3341154"/>
                  </a:lnTo>
                  <a:lnTo>
                    <a:pt x="1978728" y="3340530"/>
                  </a:lnTo>
                  <a:lnTo>
                    <a:pt x="1978836" y="3340530"/>
                  </a:lnTo>
                  <a:lnTo>
                    <a:pt x="1978945" y="3340530"/>
                  </a:lnTo>
                  <a:lnTo>
                    <a:pt x="1979053" y="3340530"/>
                  </a:lnTo>
                  <a:lnTo>
                    <a:pt x="1979162" y="3340530"/>
                  </a:lnTo>
                  <a:lnTo>
                    <a:pt x="1979270" y="3340530"/>
                  </a:lnTo>
                  <a:lnTo>
                    <a:pt x="1979379" y="3340530"/>
                  </a:lnTo>
                  <a:lnTo>
                    <a:pt x="1979487" y="3340530"/>
                  </a:lnTo>
                  <a:lnTo>
                    <a:pt x="1979595" y="3340530"/>
                  </a:lnTo>
                  <a:lnTo>
                    <a:pt x="1979595" y="3339906"/>
                  </a:lnTo>
                  <a:lnTo>
                    <a:pt x="1979704" y="3339906"/>
                  </a:lnTo>
                  <a:lnTo>
                    <a:pt x="1979704" y="3339283"/>
                  </a:lnTo>
                  <a:lnTo>
                    <a:pt x="1979812" y="3339283"/>
                  </a:lnTo>
                  <a:lnTo>
                    <a:pt x="1979812" y="3338659"/>
                  </a:lnTo>
                  <a:lnTo>
                    <a:pt x="1979921" y="3338659"/>
                  </a:lnTo>
                  <a:lnTo>
                    <a:pt x="1980029" y="3338659"/>
                  </a:lnTo>
                  <a:lnTo>
                    <a:pt x="1980138" y="3338659"/>
                  </a:lnTo>
                  <a:lnTo>
                    <a:pt x="1980246" y="3338659"/>
                  </a:lnTo>
                  <a:lnTo>
                    <a:pt x="1980246" y="3338036"/>
                  </a:lnTo>
                  <a:lnTo>
                    <a:pt x="1980355" y="3338036"/>
                  </a:lnTo>
                  <a:lnTo>
                    <a:pt x="1980355" y="3337412"/>
                  </a:lnTo>
                  <a:lnTo>
                    <a:pt x="1980463" y="3337412"/>
                  </a:lnTo>
                  <a:lnTo>
                    <a:pt x="1980572" y="3337412"/>
                  </a:lnTo>
                  <a:lnTo>
                    <a:pt x="1980680" y="3337412"/>
                  </a:lnTo>
                  <a:lnTo>
                    <a:pt x="1980788" y="3337412"/>
                  </a:lnTo>
                  <a:lnTo>
                    <a:pt x="1980897" y="3337412"/>
                  </a:lnTo>
                  <a:lnTo>
                    <a:pt x="1981005" y="3337412"/>
                  </a:lnTo>
                  <a:lnTo>
                    <a:pt x="1981114" y="3337412"/>
                  </a:lnTo>
                  <a:lnTo>
                    <a:pt x="1981222" y="3337412"/>
                  </a:lnTo>
                  <a:lnTo>
                    <a:pt x="1981331" y="3337412"/>
                  </a:lnTo>
                  <a:lnTo>
                    <a:pt x="1981331" y="3336788"/>
                  </a:lnTo>
                  <a:lnTo>
                    <a:pt x="1981439" y="3336788"/>
                  </a:lnTo>
                  <a:lnTo>
                    <a:pt x="1981548" y="3336788"/>
                  </a:lnTo>
                  <a:lnTo>
                    <a:pt x="1981656" y="3336788"/>
                  </a:lnTo>
                  <a:lnTo>
                    <a:pt x="1981764" y="3336788"/>
                  </a:lnTo>
                  <a:lnTo>
                    <a:pt x="1981873" y="3336788"/>
                  </a:lnTo>
                  <a:lnTo>
                    <a:pt x="1981981" y="3336788"/>
                  </a:lnTo>
                  <a:lnTo>
                    <a:pt x="1982090" y="3336788"/>
                  </a:lnTo>
                  <a:lnTo>
                    <a:pt x="1982198" y="3336788"/>
                  </a:lnTo>
                  <a:lnTo>
                    <a:pt x="1982307" y="3336788"/>
                  </a:lnTo>
                  <a:lnTo>
                    <a:pt x="1982307" y="3336165"/>
                  </a:lnTo>
                  <a:lnTo>
                    <a:pt x="1982307" y="3335541"/>
                  </a:lnTo>
                  <a:lnTo>
                    <a:pt x="1982415" y="3335541"/>
                  </a:lnTo>
                  <a:lnTo>
                    <a:pt x="1982524" y="3335541"/>
                  </a:lnTo>
                  <a:lnTo>
                    <a:pt x="1982632" y="3335541"/>
                  </a:lnTo>
                  <a:lnTo>
                    <a:pt x="1982632" y="3334918"/>
                  </a:lnTo>
                  <a:lnTo>
                    <a:pt x="1982740" y="3334918"/>
                  </a:lnTo>
                  <a:lnTo>
                    <a:pt x="1982740" y="3334294"/>
                  </a:lnTo>
                  <a:lnTo>
                    <a:pt x="1982849" y="3334294"/>
                  </a:lnTo>
                  <a:lnTo>
                    <a:pt x="1982957" y="3334294"/>
                  </a:lnTo>
                  <a:lnTo>
                    <a:pt x="1983066" y="3334294"/>
                  </a:lnTo>
                  <a:lnTo>
                    <a:pt x="1983174" y="3334294"/>
                  </a:lnTo>
                  <a:lnTo>
                    <a:pt x="1983283" y="3334294"/>
                  </a:lnTo>
                  <a:lnTo>
                    <a:pt x="1983391" y="3334294"/>
                  </a:lnTo>
                  <a:lnTo>
                    <a:pt x="1983500" y="3334294"/>
                  </a:lnTo>
                  <a:lnTo>
                    <a:pt x="1983608" y="3334294"/>
                  </a:lnTo>
                  <a:lnTo>
                    <a:pt x="1983608" y="3333671"/>
                  </a:lnTo>
                  <a:lnTo>
                    <a:pt x="1983716" y="3333671"/>
                  </a:lnTo>
                  <a:lnTo>
                    <a:pt x="1983716" y="3333047"/>
                  </a:lnTo>
                  <a:lnTo>
                    <a:pt x="1983716" y="3332423"/>
                  </a:lnTo>
                  <a:lnTo>
                    <a:pt x="1983825" y="3332423"/>
                  </a:lnTo>
                  <a:lnTo>
                    <a:pt x="1983933" y="3332423"/>
                  </a:lnTo>
                  <a:lnTo>
                    <a:pt x="1984042" y="3332423"/>
                  </a:lnTo>
                  <a:lnTo>
                    <a:pt x="1984150" y="3332423"/>
                  </a:lnTo>
                  <a:lnTo>
                    <a:pt x="1984150" y="3331800"/>
                  </a:lnTo>
                  <a:lnTo>
                    <a:pt x="1984259" y="3331800"/>
                  </a:lnTo>
                  <a:lnTo>
                    <a:pt x="1984367" y="3331800"/>
                  </a:lnTo>
                  <a:lnTo>
                    <a:pt x="1984476" y="3331800"/>
                  </a:lnTo>
                  <a:lnTo>
                    <a:pt x="1984584" y="3331800"/>
                  </a:lnTo>
                  <a:lnTo>
                    <a:pt x="1984693" y="3331800"/>
                  </a:lnTo>
                  <a:lnTo>
                    <a:pt x="1984801" y="3331800"/>
                  </a:lnTo>
                  <a:lnTo>
                    <a:pt x="1984909" y="3331800"/>
                  </a:lnTo>
                  <a:lnTo>
                    <a:pt x="1984909" y="3331176"/>
                  </a:lnTo>
                  <a:lnTo>
                    <a:pt x="1985018" y="3331176"/>
                  </a:lnTo>
                  <a:lnTo>
                    <a:pt x="1985126" y="3331176"/>
                  </a:lnTo>
                  <a:lnTo>
                    <a:pt x="1985235" y="3331176"/>
                  </a:lnTo>
                  <a:lnTo>
                    <a:pt x="1985235" y="3330553"/>
                  </a:lnTo>
                  <a:lnTo>
                    <a:pt x="1985343" y="3330553"/>
                  </a:lnTo>
                  <a:lnTo>
                    <a:pt x="1985452" y="3330553"/>
                  </a:lnTo>
                  <a:lnTo>
                    <a:pt x="1985560" y="3330553"/>
                  </a:lnTo>
                  <a:lnTo>
                    <a:pt x="1985669" y="3330553"/>
                  </a:lnTo>
                  <a:lnTo>
                    <a:pt x="1985777" y="3330553"/>
                  </a:lnTo>
                  <a:lnTo>
                    <a:pt x="1985885" y="3330553"/>
                  </a:lnTo>
                  <a:lnTo>
                    <a:pt x="1985994" y="3330553"/>
                  </a:lnTo>
                  <a:lnTo>
                    <a:pt x="1986102" y="3330553"/>
                  </a:lnTo>
                  <a:lnTo>
                    <a:pt x="1986211" y="3330553"/>
                  </a:lnTo>
                  <a:lnTo>
                    <a:pt x="1986319" y="3330553"/>
                  </a:lnTo>
                  <a:lnTo>
                    <a:pt x="1986428" y="3330553"/>
                  </a:lnTo>
                  <a:lnTo>
                    <a:pt x="1986428" y="3329929"/>
                  </a:lnTo>
                  <a:lnTo>
                    <a:pt x="1986536" y="3329929"/>
                  </a:lnTo>
                  <a:lnTo>
                    <a:pt x="1986536" y="3329306"/>
                  </a:lnTo>
                  <a:lnTo>
                    <a:pt x="1986536" y="3328682"/>
                  </a:lnTo>
                  <a:lnTo>
                    <a:pt x="1986645" y="3328682"/>
                  </a:lnTo>
                  <a:lnTo>
                    <a:pt x="1986753" y="3328682"/>
                  </a:lnTo>
                  <a:lnTo>
                    <a:pt x="1986861" y="3328682"/>
                  </a:lnTo>
                  <a:lnTo>
                    <a:pt x="1986970" y="3328682"/>
                  </a:lnTo>
                  <a:lnTo>
                    <a:pt x="1987078" y="3328682"/>
                  </a:lnTo>
                  <a:lnTo>
                    <a:pt x="1987187" y="3328682"/>
                  </a:lnTo>
                  <a:lnTo>
                    <a:pt x="1987295" y="3328682"/>
                  </a:lnTo>
                  <a:lnTo>
                    <a:pt x="1987404" y="3328682"/>
                  </a:lnTo>
                  <a:lnTo>
                    <a:pt x="1987512" y="3328682"/>
                  </a:lnTo>
                  <a:lnTo>
                    <a:pt x="1987621" y="3328682"/>
                  </a:lnTo>
                  <a:lnTo>
                    <a:pt x="1987621" y="3328058"/>
                  </a:lnTo>
                  <a:lnTo>
                    <a:pt x="1987729" y="3328058"/>
                  </a:lnTo>
                  <a:lnTo>
                    <a:pt x="1987837" y="3328058"/>
                  </a:lnTo>
                  <a:lnTo>
                    <a:pt x="1987837" y="3327435"/>
                  </a:lnTo>
                  <a:lnTo>
                    <a:pt x="1987837" y="3326811"/>
                  </a:lnTo>
                  <a:lnTo>
                    <a:pt x="1987837" y="3326188"/>
                  </a:lnTo>
                  <a:lnTo>
                    <a:pt x="1987837" y="3325564"/>
                  </a:lnTo>
                  <a:lnTo>
                    <a:pt x="1987837" y="3324940"/>
                  </a:lnTo>
                  <a:lnTo>
                    <a:pt x="1987946" y="3324940"/>
                  </a:lnTo>
                  <a:lnTo>
                    <a:pt x="1988054" y="3324940"/>
                  </a:lnTo>
                  <a:lnTo>
                    <a:pt x="1988163" y="3324940"/>
                  </a:lnTo>
                  <a:lnTo>
                    <a:pt x="1988271" y="3324940"/>
                  </a:lnTo>
                  <a:lnTo>
                    <a:pt x="1988380" y="3324940"/>
                  </a:lnTo>
                  <a:lnTo>
                    <a:pt x="1988380" y="3324317"/>
                  </a:lnTo>
                  <a:lnTo>
                    <a:pt x="1988488" y="3324317"/>
                  </a:lnTo>
                  <a:lnTo>
                    <a:pt x="1988597" y="3324317"/>
                  </a:lnTo>
                  <a:lnTo>
                    <a:pt x="1988705" y="3324317"/>
                  </a:lnTo>
                  <a:lnTo>
                    <a:pt x="1988814" y="3324317"/>
                  </a:lnTo>
                  <a:lnTo>
                    <a:pt x="1988922" y="3324317"/>
                  </a:lnTo>
                  <a:lnTo>
                    <a:pt x="1989030" y="3324317"/>
                  </a:lnTo>
                  <a:lnTo>
                    <a:pt x="1989139" y="3324317"/>
                  </a:lnTo>
                  <a:lnTo>
                    <a:pt x="1989247" y="3324317"/>
                  </a:lnTo>
                  <a:lnTo>
                    <a:pt x="1989247" y="3323693"/>
                  </a:lnTo>
                  <a:lnTo>
                    <a:pt x="1989356" y="3323693"/>
                  </a:lnTo>
                  <a:lnTo>
                    <a:pt x="1989464" y="3323693"/>
                  </a:lnTo>
                  <a:lnTo>
                    <a:pt x="1989464" y="3323070"/>
                  </a:lnTo>
                  <a:lnTo>
                    <a:pt x="1989573" y="3323070"/>
                  </a:lnTo>
                  <a:lnTo>
                    <a:pt x="1989681" y="3323070"/>
                  </a:lnTo>
                  <a:lnTo>
                    <a:pt x="1989681" y="3322446"/>
                  </a:lnTo>
                  <a:lnTo>
                    <a:pt x="1989790" y="3322446"/>
                  </a:lnTo>
                  <a:lnTo>
                    <a:pt x="1989898" y="3322446"/>
                  </a:lnTo>
                  <a:lnTo>
                    <a:pt x="1990006" y="3322446"/>
                  </a:lnTo>
                  <a:lnTo>
                    <a:pt x="1990115" y="3322446"/>
                  </a:lnTo>
                  <a:lnTo>
                    <a:pt x="1990223" y="3322446"/>
                  </a:lnTo>
                  <a:lnTo>
                    <a:pt x="1990332" y="3322446"/>
                  </a:lnTo>
                  <a:lnTo>
                    <a:pt x="1990332" y="3321823"/>
                  </a:lnTo>
                  <a:lnTo>
                    <a:pt x="1990440" y="3321823"/>
                  </a:lnTo>
                  <a:lnTo>
                    <a:pt x="1990549" y="3321823"/>
                  </a:lnTo>
                  <a:lnTo>
                    <a:pt x="1990657" y="3321823"/>
                  </a:lnTo>
                  <a:lnTo>
                    <a:pt x="1990766" y="3321823"/>
                  </a:lnTo>
                  <a:lnTo>
                    <a:pt x="1990766" y="3321199"/>
                  </a:lnTo>
                  <a:lnTo>
                    <a:pt x="1990766" y="3320575"/>
                  </a:lnTo>
                  <a:lnTo>
                    <a:pt x="1990874" y="3320575"/>
                  </a:lnTo>
                  <a:lnTo>
                    <a:pt x="1990982" y="3320575"/>
                  </a:lnTo>
                  <a:lnTo>
                    <a:pt x="1991091" y="3320575"/>
                  </a:lnTo>
                  <a:lnTo>
                    <a:pt x="1991199" y="3320575"/>
                  </a:lnTo>
                  <a:lnTo>
                    <a:pt x="1991308" y="3320575"/>
                  </a:lnTo>
                  <a:lnTo>
                    <a:pt x="1991416" y="3320575"/>
                  </a:lnTo>
                  <a:lnTo>
                    <a:pt x="1991525" y="3320575"/>
                  </a:lnTo>
                  <a:lnTo>
                    <a:pt x="1991633" y="3320575"/>
                  </a:lnTo>
                  <a:lnTo>
                    <a:pt x="1991742" y="3320575"/>
                  </a:lnTo>
                  <a:lnTo>
                    <a:pt x="1991850" y="3320575"/>
                  </a:lnTo>
                  <a:lnTo>
                    <a:pt x="1991850" y="3319952"/>
                  </a:lnTo>
                  <a:lnTo>
                    <a:pt x="1991958" y="3319952"/>
                  </a:lnTo>
                  <a:lnTo>
                    <a:pt x="1992067" y="3319952"/>
                  </a:lnTo>
                  <a:lnTo>
                    <a:pt x="1992175" y="3319952"/>
                  </a:lnTo>
                  <a:lnTo>
                    <a:pt x="1992284" y="3319952"/>
                  </a:lnTo>
                  <a:lnTo>
                    <a:pt x="1992392" y="3319952"/>
                  </a:lnTo>
                  <a:lnTo>
                    <a:pt x="1992392" y="3319328"/>
                  </a:lnTo>
                  <a:lnTo>
                    <a:pt x="1992501" y="3319328"/>
                  </a:lnTo>
                  <a:lnTo>
                    <a:pt x="1992609" y="3319328"/>
                  </a:lnTo>
                  <a:lnTo>
                    <a:pt x="1992718" y="3319328"/>
                  </a:lnTo>
                  <a:lnTo>
                    <a:pt x="1992826" y="3319328"/>
                  </a:lnTo>
                  <a:lnTo>
                    <a:pt x="1992935" y="3319328"/>
                  </a:lnTo>
                  <a:lnTo>
                    <a:pt x="1993043" y="3319328"/>
                  </a:lnTo>
                  <a:lnTo>
                    <a:pt x="1993043" y="3318705"/>
                  </a:lnTo>
                  <a:lnTo>
                    <a:pt x="1993151" y="3318705"/>
                  </a:lnTo>
                  <a:lnTo>
                    <a:pt x="1993260" y="3318705"/>
                  </a:lnTo>
                  <a:lnTo>
                    <a:pt x="1993260" y="3318081"/>
                  </a:lnTo>
                  <a:lnTo>
                    <a:pt x="1993368" y="3318081"/>
                  </a:lnTo>
                  <a:lnTo>
                    <a:pt x="1993368" y="3317457"/>
                  </a:lnTo>
                  <a:lnTo>
                    <a:pt x="1993477" y="3317457"/>
                  </a:lnTo>
                  <a:lnTo>
                    <a:pt x="1993477" y="3316834"/>
                  </a:lnTo>
                  <a:lnTo>
                    <a:pt x="1993585" y="3316834"/>
                  </a:lnTo>
                  <a:lnTo>
                    <a:pt x="1993694" y="3316834"/>
                  </a:lnTo>
                  <a:lnTo>
                    <a:pt x="1993802" y="3316834"/>
                  </a:lnTo>
                  <a:lnTo>
                    <a:pt x="1993802" y="3316210"/>
                  </a:lnTo>
                  <a:lnTo>
                    <a:pt x="1993802" y="3315587"/>
                  </a:lnTo>
                  <a:lnTo>
                    <a:pt x="1993911" y="3315587"/>
                  </a:lnTo>
                  <a:lnTo>
                    <a:pt x="1994019" y="3315587"/>
                  </a:lnTo>
                  <a:lnTo>
                    <a:pt x="1994127" y="3315587"/>
                  </a:lnTo>
                  <a:lnTo>
                    <a:pt x="1994127" y="3314963"/>
                  </a:lnTo>
                  <a:lnTo>
                    <a:pt x="1994236" y="3314963"/>
                  </a:lnTo>
                  <a:lnTo>
                    <a:pt x="1994344" y="3314963"/>
                  </a:lnTo>
                  <a:lnTo>
                    <a:pt x="1994453" y="3314963"/>
                  </a:lnTo>
                  <a:lnTo>
                    <a:pt x="1994561" y="3314963"/>
                  </a:lnTo>
                  <a:lnTo>
                    <a:pt x="1994561" y="3314340"/>
                  </a:lnTo>
                  <a:lnTo>
                    <a:pt x="1994670" y="3314340"/>
                  </a:lnTo>
                  <a:lnTo>
                    <a:pt x="1994778" y="3314340"/>
                  </a:lnTo>
                  <a:lnTo>
                    <a:pt x="1994887" y="3314340"/>
                  </a:lnTo>
                  <a:lnTo>
                    <a:pt x="1994995" y="3314340"/>
                  </a:lnTo>
                  <a:lnTo>
                    <a:pt x="1995103" y="3314340"/>
                  </a:lnTo>
                  <a:lnTo>
                    <a:pt x="1995212" y="3314340"/>
                  </a:lnTo>
                  <a:lnTo>
                    <a:pt x="1995320" y="3314340"/>
                  </a:lnTo>
                  <a:lnTo>
                    <a:pt x="1995429" y="3314340"/>
                  </a:lnTo>
                  <a:lnTo>
                    <a:pt x="1995537" y="3314340"/>
                  </a:lnTo>
                  <a:lnTo>
                    <a:pt x="1995537" y="3313716"/>
                  </a:lnTo>
                  <a:lnTo>
                    <a:pt x="1995646" y="3313716"/>
                  </a:lnTo>
                  <a:lnTo>
                    <a:pt x="1995646" y="3313092"/>
                  </a:lnTo>
                  <a:lnTo>
                    <a:pt x="1995754" y="3313092"/>
                  </a:lnTo>
                  <a:lnTo>
                    <a:pt x="1995863" y="3313092"/>
                  </a:lnTo>
                  <a:lnTo>
                    <a:pt x="1995971" y="3313092"/>
                  </a:lnTo>
                  <a:lnTo>
                    <a:pt x="1995971" y="3312469"/>
                  </a:lnTo>
                  <a:lnTo>
                    <a:pt x="1995971" y="3311845"/>
                  </a:lnTo>
                  <a:lnTo>
                    <a:pt x="1996079" y="3311845"/>
                  </a:lnTo>
                  <a:lnTo>
                    <a:pt x="1996079" y="3311222"/>
                  </a:lnTo>
                  <a:lnTo>
                    <a:pt x="1996188" y="3311222"/>
                  </a:lnTo>
                  <a:lnTo>
                    <a:pt x="1996296" y="3311222"/>
                  </a:lnTo>
                  <a:lnTo>
                    <a:pt x="1996296" y="3310598"/>
                  </a:lnTo>
                  <a:lnTo>
                    <a:pt x="1996296" y="3309974"/>
                  </a:lnTo>
                  <a:lnTo>
                    <a:pt x="1996405" y="3309974"/>
                  </a:lnTo>
                  <a:lnTo>
                    <a:pt x="1996405" y="3309351"/>
                  </a:lnTo>
                  <a:lnTo>
                    <a:pt x="1996513" y="3309351"/>
                  </a:lnTo>
                  <a:lnTo>
                    <a:pt x="1996622" y="3309351"/>
                  </a:lnTo>
                  <a:lnTo>
                    <a:pt x="1996730" y="3309351"/>
                  </a:lnTo>
                  <a:lnTo>
                    <a:pt x="1996730" y="3308727"/>
                  </a:lnTo>
                  <a:lnTo>
                    <a:pt x="1996730" y="3308104"/>
                  </a:lnTo>
                  <a:lnTo>
                    <a:pt x="1996839" y="3308104"/>
                  </a:lnTo>
                  <a:lnTo>
                    <a:pt x="1996947" y="3308104"/>
                  </a:lnTo>
                  <a:lnTo>
                    <a:pt x="1997055" y="3308104"/>
                  </a:lnTo>
                  <a:lnTo>
                    <a:pt x="1997164" y="3308104"/>
                  </a:lnTo>
                  <a:lnTo>
                    <a:pt x="1997272" y="3308104"/>
                  </a:lnTo>
                  <a:lnTo>
                    <a:pt x="1997381" y="3308104"/>
                  </a:lnTo>
                  <a:lnTo>
                    <a:pt x="1997489" y="3308104"/>
                  </a:lnTo>
                  <a:lnTo>
                    <a:pt x="1997598" y="3308104"/>
                  </a:lnTo>
                  <a:lnTo>
                    <a:pt x="1997598" y="3307480"/>
                  </a:lnTo>
                  <a:lnTo>
                    <a:pt x="1997598" y="3306857"/>
                  </a:lnTo>
                  <a:lnTo>
                    <a:pt x="1997598" y="3306233"/>
                  </a:lnTo>
                  <a:lnTo>
                    <a:pt x="1997706" y="3306233"/>
                  </a:lnTo>
                  <a:lnTo>
                    <a:pt x="1997815" y="3306233"/>
                  </a:lnTo>
                  <a:lnTo>
                    <a:pt x="1997923" y="3306233"/>
                  </a:lnTo>
                  <a:lnTo>
                    <a:pt x="1998032" y="3306233"/>
                  </a:lnTo>
                  <a:lnTo>
                    <a:pt x="1998140" y="3306233"/>
                  </a:lnTo>
                  <a:lnTo>
                    <a:pt x="1998248" y="3306233"/>
                  </a:lnTo>
                  <a:lnTo>
                    <a:pt x="1998248" y="3305609"/>
                  </a:lnTo>
                  <a:lnTo>
                    <a:pt x="1998357" y="3305609"/>
                  </a:lnTo>
                  <a:lnTo>
                    <a:pt x="1998465" y="3305609"/>
                  </a:lnTo>
                  <a:lnTo>
                    <a:pt x="1998574" y="3305609"/>
                  </a:lnTo>
                  <a:lnTo>
                    <a:pt x="1998682" y="3305609"/>
                  </a:lnTo>
                  <a:lnTo>
                    <a:pt x="1998791" y="3305609"/>
                  </a:lnTo>
                  <a:lnTo>
                    <a:pt x="1998899" y="3305609"/>
                  </a:lnTo>
                  <a:lnTo>
                    <a:pt x="1999008" y="3305609"/>
                  </a:lnTo>
                  <a:lnTo>
                    <a:pt x="1999008" y="3304986"/>
                  </a:lnTo>
                  <a:lnTo>
                    <a:pt x="1999116" y="3304986"/>
                  </a:lnTo>
                  <a:lnTo>
                    <a:pt x="1999116" y="3304362"/>
                  </a:lnTo>
                  <a:lnTo>
                    <a:pt x="1999224" y="3304362"/>
                  </a:lnTo>
                  <a:lnTo>
                    <a:pt x="1999333" y="3304362"/>
                  </a:lnTo>
                  <a:lnTo>
                    <a:pt x="1999333" y="3303739"/>
                  </a:lnTo>
                  <a:lnTo>
                    <a:pt x="1999333" y="3303115"/>
                  </a:lnTo>
                  <a:lnTo>
                    <a:pt x="1999441" y="3303115"/>
                  </a:lnTo>
                  <a:lnTo>
                    <a:pt x="1999550" y="3303115"/>
                  </a:lnTo>
                  <a:lnTo>
                    <a:pt x="1999658" y="3303115"/>
                  </a:lnTo>
                  <a:lnTo>
                    <a:pt x="1999767" y="3303115"/>
                  </a:lnTo>
                  <a:lnTo>
                    <a:pt x="1999875" y="3303115"/>
                  </a:lnTo>
                  <a:lnTo>
                    <a:pt x="1999875" y="3302491"/>
                  </a:lnTo>
                  <a:lnTo>
                    <a:pt x="1999984" y="3302491"/>
                  </a:lnTo>
                  <a:lnTo>
                    <a:pt x="2000092" y="3302491"/>
                  </a:lnTo>
                  <a:lnTo>
                    <a:pt x="2000200" y="3302491"/>
                  </a:lnTo>
                  <a:lnTo>
                    <a:pt x="2000309" y="3302491"/>
                  </a:lnTo>
                  <a:lnTo>
                    <a:pt x="2000309" y="3301868"/>
                  </a:lnTo>
                  <a:lnTo>
                    <a:pt x="2000309" y="3301244"/>
                  </a:lnTo>
                  <a:lnTo>
                    <a:pt x="2000309" y="3300621"/>
                  </a:lnTo>
                  <a:lnTo>
                    <a:pt x="2000417" y="3300621"/>
                  </a:lnTo>
                  <a:lnTo>
                    <a:pt x="2000526" y="3300621"/>
                  </a:lnTo>
                  <a:lnTo>
                    <a:pt x="2000634" y="3300621"/>
                  </a:lnTo>
                  <a:lnTo>
                    <a:pt x="2000743" y="3300621"/>
                  </a:lnTo>
                  <a:lnTo>
                    <a:pt x="2000851" y="3300621"/>
                  </a:lnTo>
                  <a:lnTo>
                    <a:pt x="2000960" y="3300621"/>
                  </a:lnTo>
                  <a:lnTo>
                    <a:pt x="2001068" y="3300621"/>
                  </a:lnTo>
                  <a:lnTo>
                    <a:pt x="2001176" y="3300621"/>
                  </a:lnTo>
                  <a:lnTo>
                    <a:pt x="2001285" y="3300621"/>
                  </a:lnTo>
                  <a:lnTo>
                    <a:pt x="2001393" y="3300621"/>
                  </a:lnTo>
                  <a:lnTo>
                    <a:pt x="2001502" y="3300621"/>
                  </a:lnTo>
                  <a:lnTo>
                    <a:pt x="2001610" y="3300621"/>
                  </a:lnTo>
                  <a:lnTo>
                    <a:pt x="2001719" y="3300621"/>
                  </a:lnTo>
                  <a:lnTo>
                    <a:pt x="2001719" y="3299997"/>
                  </a:lnTo>
                  <a:lnTo>
                    <a:pt x="2001827" y="3299997"/>
                  </a:lnTo>
                  <a:lnTo>
                    <a:pt x="2001936" y="3299997"/>
                  </a:lnTo>
                  <a:lnTo>
                    <a:pt x="2001936" y="3299374"/>
                  </a:lnTo>
                  <a:lnTo>
                    <a:pt x="2002044" y="3299374"/>
                  </a:lnTo>
                  <a:lnTo>
                    <a:pt x="2002153" y="3299374"/>
                  </a:lnTo>
                  <a:lnTo>
                    <a:pt x="2002261" y="3299374"/>
                  </a:lnTo>
                  <a:lnTo>
                    <a:pt x="2002369" y="3299374"/>
                  </a:lnTo>
                  <a:lnTo>
                    <a:pt x="2002478" y="3299374"/>
                  </a:lnTo>
                  <a:lnTo>
                    <a:pt x="2002586" y="3299374"/>
                  </a:lnTo>
                  <a:lnTo>
                    <a:pt x="2002695" y="3299374"/>
                  </a:lnTo>
                  <a:lnTo>
                    <a:pt x="2002695" y="3298750"/>
                  </a:lnTo>
                  <a:lnTo>
                    <a:pt x="2002695" y="3298126"/>
                  </a:lnTo>
                  <a:lnTo>
                    <a:pt x="2002803" y="3298126"/>
                  </a:lnTo>
                  <a:lnTo>
                    <a:pt x="2002803" y="3297503"/>
                  </a:lnTo>
                  <a:lnTo>
                    <a:pt x="2002803" y="3296879"/>
                  </a:lnTo>
                  <a:lnTo>
                    <a:pt x="2002803" y="3296256"/>
                  </a:lnTo>
                  <a:lnTo>
                    <a:pt x="2002912" y="3296256"/>
                  </a:lnTo>
                  <a:lnTo>
                    <a:pt x="2003020" y="3296256"/>
                  </a:lnTo>
                  <a:lnTo>
                    <a:pt x="2003129" y="3296256"/>
                  </a:lnTo>
                  <a:lnTo>
                    <a:pt x="2003237" y="3296256"/>
                  </a:lnTo>
                  <a:lnTo>
                    <a:pt x="2003345" y="3296256"/>
                  </a:lnTo>
                  <a:lnTo>
                    <a:pt x="2003454" y="3296256"/>
                  </a:lnTo>
                  <a:lnTo>
                    <a:pt x="2003562" y="3296256"/>
                  </a:lnTo>
                  <a:lnTo>
                    <a:pt x="2003671" y="3296256"/>
                  </a:lnTo>
                  <a:lnTo>
                    <a:pt x="2003779" y="3296256"/>
                  </a:lnTo>
                  <a:lnTo>
                    <a:pt x="2003779" y="3295632"/>
                  </a:lnTo>
                  <a:lnTo>
                    <a:pt x="2003779" y="3295008"/>
                  </a:lnTo>
                  <a:lnTo>
                    <a:pt x="2003888" y="3295008"/>
                  </a:lnTo>
                  <a:lnTo>
                    <a:pt x="2003996" y="3295008"/>
                  </a:lnTo>
                  <a:lnTo>
                    <a:pt x="2004105" y="3295008"/>
                  </a:lnTo>
                  <a:lnTo>
                    <a:pt x="2004213" y="3295008"/>
                  </a:lnTo>
                  <a:lnTo>
                    <a:pt x="2004321" y="3295008"/>
                  </a:lnTo>
                  <a:lnTo>
                    <a:pt x="2004430" y="3295008"/>
                  </a:lnTo>
                  <a:lnTo>
                    <a:pt x="2004538" y="3295008"/>
                  </a:lnTo>
                  <a:lnTo>
                    <a:pt x="2004538" y="3294385"/>
                  </a:lnTo>
                  <a:lnTo>
                    <a:pt x="2004647" y="3294385"/>
                  </a:lnTo>
                  <a:lnTo>
                    <a:pt x="2004755" y="3294385"/>
                  </a:lnTo>
                  <a:lnTo>
                    <a:pt x="2004864" y="3294385"/>
                  </a:lnTo>
                  <a:lnTo>
                    <a:pt x="2004972" y="3294385"/>
                  </a:lnTo>
                  <a:lnTo>
                    <a:pt x="2005081" y="3294385"/>
                  </a:lnTo>
                  <a:lnTo>
                    <a:pt x="2005189" y="3294385"/>
                  </a:lnTo>
                  <a:lnTo>
                    <a:pt x="2005297" y="3294385"/>
                  </a:lnTo>
                  <a:lnTo>
                    <a:pt x="2005406" y="3294385"/>
                  </a:lnTo>
                  <a:lnTo>
                    <a:pt x="2005514" y="3294385"/>
                  </a:lnTo>
                  <a:lnTo>
                    <a:pt x="2005623" y="3294385"/>
                  </a:lnTo>
                  <a:lnTo>
                    <a:pt x="2005731" y="3294385"/>
                  </a:lnTo>
                  <a:lnTo>
                    <a:pt x="2005731" y="3293761"/>
                  </a:lnTo>
                  <a:lnTo>
                    <a:pt x="2005840" y="3293761"/>
                  </a:lnTo>
                  <a:lnTo>
                    <a:pt x="2005948" y="3293761"/>
                  </a:lnTo>
                  <a:lnTo>
                    <a:pt x="2005948" y="3293138"/>
                  </a:lnTo>
                  <a:lnTo>
                    <a:pt x="2006057" y="3293138"/>
                  </a:lnTo>
                  <a:lnTo>
                    <a:pt x="2006165" y="3293138"/>
                  </a:lnTo>
                  <a:lnTo>
                    <a:pt x="2006274" y="3293138"/>
                  </a:lnTo>
                  <a:lnTo>
                    <a:pt x="2006382" y="3293138"/>
                  </a:lnTo>
                  <a:lnTo>
                    <a:pt x="2006490" y="3293138"/>
                  </a:lnTo>
                  <a:lnTo>
                    <a:pt x="2006599" y="3293138"/>
                  </a:lnTo>
                  <a:lnTo>
                    <a:pt x="2006707" y="3293138"/>
                  </a:lnTo>
                  <a:lnTo>
                    <a:pt x="2006816" y="3293138"/>
                  </a:lnTo>
                  <a:lnTo>
                    <a:pt x="2006924" y="3293138"/>
                  </a:lnTo>
                  <a:lnTo>
                    <a:pt x="2007033" y="3293138"/>
                  </a:lnTo>
                  <a:lnTo>
                    <a:pt x="2007141" y="3293138"/>
                  </a:lnTo>
                  <a:lnTo>
                    <a:pt x="2007250" y="3293138"/>
                  </a:lnTo>
                  <a:lnTo>
                    <a:pt x="2007358" y="3293138"/>
                  </a:lnTo>
                  <a:lnTo>
                    <a:pt x="2007466" y="3293138"/>
                  </a:lnTo>
                  <a:lnTo>
                    <a:pt x="2007575" y="3293138"/>
                  </a:lnTo>
                  <a:lnTo>
                    <a:pt x="2007683" y="3293138"/>
                  </a:lnTo>
                  <a:lnTo>
                    <a:pt x="2007792" y="3293138"/>
                  </a:lnTo>
                  <a:lnTo>
                    <a:pt x="2007792" y="3292514"/>
                  </a:lnTo>
                  <a:lnTo>
                    <a:pt x="2007900" y="3292514"/>
                  </a:lnTo>
                  <a:lnTo>
                    <a:pt x="2007900" y="3291891"/>
                  </a:lnTo>
                  <a:lnTo>
                    <a:pt x="2007900" y="3291267"/>
                  </a:lnTo>
                  <a:lnTo>
                    <a:pt x="2008009" y="3291267"/>
                  </a:lnTo>
                  <a:lnTo>
                    <a:pt x="2008117" y="3291267"/>
                  </a:lnTo>
                  <a:lnTo>
                    <a:pt x="2008226" y="3291267"/>
                  </a:lnTo>
                  <a:lnTo>
                    <a:pt x="2008334" y="3291267"/>
                  </a:lnTo>
                  <a:lnTo>
                    <a:pt x="2008442" y="3291267"/>
                  </a:lnTo>
                  <a:lnTo>
                    <a:pt x="2008551" y="3291267"/>
                  </a:lnTo>
                  <a:lnTo>
                    <a:pt x="2008551" y="3290643"/>
                  </a:lnTo>
                  <a:lnTo>
                    <a:pt x="2008551" y="3290020"/>
                  </a:lnTo>
                  <a:lnTo>
                    <a:pt x="2008659" y="3290020"/>
                  </a:lnTo>
                  <a:lnTo>
                    <a:pt x="2008768" y="3290020"/>
                  </a:lnTo>
                  <a:lnTo>
                    <a:pt x="2008768" y="3289396"/>
                  </a:lnTo>
                  <a:lnTo>
                    <a:pt x="2008768" y="3288773"/>
                  </a:lnTo>
                  <a:lnTo>
                    <a:pt x="2008876" y="3288773"/>
                  </a:lnTo>
                  <a:lnTo>
                    <a:pt x="2008985" y="3288773"/>
                  </a:lnTo>
                  <a:lnTo>
                    <a:pt x="2009093" y="3288773"/>
                  </a:lnTo>
                  <a:lnTo>
                    <a:pt x="2009093" y="3288149"/>
                  </a:lnTo>
                  <a:lnTo>
                    <a:pt x="2009202" y="3288149"/>
                  </a:lnTo>
                  <a:lnTo>
                    <a:pt x="2009310" y="3288149"/>
                  </a:lnTo>
                  <a:lnTo>
                    <a:pt x="2009418" y="3288149"/>
                  </a:lnTo>
                  <a:lnTo>
                    <a:pt x="2009527" y="3288149"/>
                  </a:lnTo>
                  <a:lnTo>
                    <a:pt x="2009635" y="3288149"/>
                  </a:lnTo>
                  <a:lnTo>
                    <a:pt x="2009635" y="3287525"/>
                  </a:lnTo>
                  <a:lnTo>
                    <a:pt x="2009744" y="3287525"/>
                  </a:lnTo>
                  <a:lnTo>
                    <a:pt x="2009852" y="3287525"/>
                  </a:lnTo>
                  <a:lnTo>
                    <a:pt x="2009852" y="3286902"/>
                  </a:lnTo>
                  <a:lnTo>
                    <a:pt x="2009852" y="3286278"/>
                  </a:lnTo>
                  <a:lnTo>
                    <a:pt x="2009961" y="3286278"/>
                  </a:lnTo>
                  <a:lnTo>
                    <a:pt x="2010069" y="3286278"/>
                  </a:lnTo>
                  <a:lnTo>
                    <a:pt x="2010178" y="3286278"/>
                  </a:lnTo>
                  <a:lnTo>
                    <a:pt x="2010286" y="3286278"/>
                  </a:lnTo>
                  <a:lnTo>
                    <a:pt x="2010395" y="3286278"/>
                  </a:lnTo>
                  <a:lnTo>
                    <a:pt x="2010503" y="3286278"/>
                  </a:lnTo>
                  <a:lnTo>
                    <a:pt x="2010611" y="3286278"/>
                  </a:lnTo>
                  <a:lnTo>
                    <a:pt x="2010720" y="3286278"/>
                  </a:lnTo>
                  <a:lnTo>
                    <a:pt x="2010828" y="3286278"/>
                  </a:lnTo>
                  <a:lnTo>
                    <a:pt x="2010828" y="3285655"/>
                  </a:lnTo>
                  <a:lnTo>
                    <a:pt x="2010828" y="3285031"/>
                  </a:lnTo>
                  <a:lnTo>
                    <a:pt x="2010937" y="3285031"/>
                  </a:lnTo>
                  <a:lnTo>
                    <a:pt x="2011045" y="3285031"/>
                  </a:lnTo>
                  <a:lnTo>
                    <a:pt x="2011045" y="3284408"/>
                  </a:lnTo>
                  <a:lnTo>
                    <a:pt x="2011154" y="3284408"/>
                  </a:lnTo>
                  <a:lnTo>
                    <a:pt x="2011262" y="3284408"/>
                  </a:lnTo>
                  <a:lnTo>
                    <a:pt x="2011371" y="3284408"/>
                  </a:lnTo>
                  <a:lnTo>
                    <a:pt x="2011479" y="3284408"/>
                  </a:lnTo>
                  <a:lnTo>
                    <a:pt x="2011587" y="3284408"/>
                  </a:lnTo>
                  <a:lnTo>
                    <a:pt x="2011696" y="3284408"/>
                  </a:lnTo>
                  <a:lnTo>
                    <a:pt x="2011696" y="3283784"/>
                  </a:lnTo>
                  <a:lnTo>
                    <a:pt x="2011804" y="3283784"/>
                  </a:lnTo>
                  <a:lnTo>
                    <a:pt x="2011804" y="3283160"/>
                  </a:lnTo>
                  <a:lnTo>
                    <a:pt x="2011804" y="3282537"/>
                  </a:lnTo>
                  <a:lnTo>
                    <a:pt x="2011913" y="3282537"/>
                  </a:lnTo>
                  <a:lnTo>
                    <a:pt x="2012021" y="3282537"/>
                  </a:lnTo>
                  <a:lnTo>
                    <a:pt x="2012130" y="3282537"/>
                  </a:lnTo>
                  <a:lnTo>
                    <a:pt x="2012238" y="3282537"/>
                  </a:lnTo>
                  <a:lnTo>
                    <a:pt x="2012238" y="3281913"/>
                  </a:lnTo>
                  <a:lnTo>
                    <a:pt x="2012347" y="3281913"/>
                  </a:lnTo>
                  <a:lnTo>
                    <a:pt x="2012455" y="3281913"/>
                  </a:lnTo>
                  <a:lnTo>
                    <a:pt x="2012563" y="3281913"/>
                  </a:lnTo>
                  <a:lnTo>
                    <a:pt x="2012672" y="3281913"/>
                  </a:lnTo>
                  <a:lnTo>
                    <a:pt x="2012780" y="3281913"/>
                  </a:lnTo>
                  <a:lnTo>
                    <a:pt x="2012889" y="3281913"/>
                  </a:lnTo>
                  <a:lnTo>
                    <a:pt x="2012997" y="3281913"/>
                  </a:lnTo>
                  <a:lnTo>
                    <a:pt x="2013106" y="3281913"/>
                  </a:lnTo>
                  <a:lnTo>
                    <a:pt x="2013214" y="3281913"/>
                  </a:lnTo>
                  <a:lnTo>
                    <a:pt x="2013214" y="3281290"/>
                  </a:lnTo>
                  <a:lnTo>
                    <a:pt x="2013323" y="3281290"/>
                  </a:lnTo>
                  <a:lnTo>
                    <a:pt x="2013431" y="3281290"/>
                  </a:lnTo>
                  <a:lnTo>
                    <a:pt x="2013539" y="3281290"/>
                  </a:lnTo>
                  <a:lnTo>
                    <a:pt x="2013648" y="3281290"/>
                  </a:lnTo>
                  <a:lnTo>
                    <a:pt x="2013648" y="3280666"/>
                  </a:lnTo>
                  <a:lnTo>
                    <a:pt x="2013756" y="3280666"/>
                  </a:lnTo>
                  <a:lnTo>
                    <a:pt x="2013865" y="3280666"/>
                  </a:lnTo>
                  <a:lnTo>
                    <a:pt x="2013973" y="3280666"/>
                  </a:lnTo>
                  <a:lnTo>
                    <a:pt x="2014082" y="3280666"/>
                  </a:lnTo>
                  <a:lnTo>
                    <a:pt x="2014190" y="3280666"/>
                  </a:lnTo>
                  <a:lnTo>
                    <a:pt x="2014299" y="3280666"/>
                  </a:lnTo>
                  <a:lnTo>
                    <a:pt x="2014407" y="3280666"/>
                  </a:lnTo>
                  <a:lnTo>
                    <a:pt x="2014516" y="3280666"/>
                  </a:lnTo>
                  <a:lnTo>
                    <a:pt x="2014624" y="3280666"/>
                  </a:lnTo>
                  <a:lnTo>
                    <a:pt x="2014732" y="3280666"/>
                  </a:lnTo>
                  <a:lnTo>
                    <a:pt x="2014732" y="3280042"/>
                  </a:lnTo>
                  <a:lnTo>
                    <a:pt x="2014841" y="3280042"/>
                  </a:lnTo>
                  <a:lnTo>
                    <a:pt x="2014949" y="3280042"/>
                  </a:lnTo>
                  <a:lnTo>
                    <a:pt x="2015058" y="3280042"/>
                  </a:lnTo>
                  <a:lnTo>
                    <a:pt x="2015166" y="3280042"/>
                  </a:lnTo>
                  <a:lnTo>
                    <a:pt x="2015275" y="3280042"/>
                  </a:lnTo>
                  <a:lnTo>
                    <a:pt x="2015275" y="3279419"/>
                  </a:lnTo>
                  <a:lnTo>
                    <a:pt x="2015383" y="3279419"/>
                  </a:lnTo>
                  <a:lnTo>
                    <a:pt x="2015492" y="3279419"/>
                  </a:lnTo>
                  <a:lnTo>
                    <a:pt x="2015600" y="3279419"/>
                  </a:lnTo>
                  <a:lnTo>
                    <a:pt x="2015600" y="3278795"/>
                  </a:lnTo>
                  <a:lnTo>
                    <a:pt x="2015708" y="3278795"/>
                  </a:lnTo>
                  <a:lnTo>
                    <a:pt x="2015708" y="3278172"/>
                  </a:lnTo>
                  <a:lnTo>
                    <a:pt x="2015817" y="3278172"/>
                  </a:lnTo>
                  <a:lnTo>
                    <a:pt x="2015925" y="3278172"/>
                  </a:lnTo>
                  <a:lnTo>
                    <a:pt x="2016034" y="3278172"/>
                  </a:lnTo>
                  <a:lnTo>
                    <a:pt x="2016142" y="3278172"/>
                  </a:lnTo>
                  <a:lnTo>
                    <a:pt x="2016142" y="3277548"/>
                  </a:lnTo>
                  <a:lnTo>
                    <a:pt x="2016251" y="3277548"/>
                  </a:lnTo>
                  <a:lnTo>
                    <a:pt x="2016359" y="3277548"/>
                  </a:lnTo>
                  <a:lnTo>
                    <a:pt x="2016468" y="3277548"/>
                  </a:lnTo>
                  <a:lnTo>
                    <a:pt x="2016576" y="3277548"/>
                  </a:lnTo>
                  <a:lnTo>
                    <a:pt x="2016684" y="3277548"/>
                  </a:lnTo>
                  <a:lnTo>
                    <a:pt x="2016793" y="3277548"/>
                  </a:lnTo>
                  <a:lnTo>
                    <a:pt x="2016901" y="3277548"/>
                  </a:lnTo>
                  <a:lnTo>
                    <a:pt x="2017010" y="3277548"/>
                  </a:lnTo>
                  <a:lnTo>
                    <a:pt x="2017010" y="3276925"/>
                  </a:lnTo>
                  <a:lnTo>
                    <a:pt x="2017118" y="3276925"/>
                  </a:lnTo>
                  <a:lnTo>
                    <a:pt x="2017227" y="3276925"/>
                  </a:lnTo>
                  <a:lnTo>
                    <a:pt x="2017227" y="3276301"/>
                  </a:lnTo>
                  <a:lnTo>
                    <a:pt x="2017335" y="3276301"/>
                  </a:lnTo>
                  <a:lnTo>
                    <a:pt x="2017444" y="3276301"/>
                  </a:lnTo>
                  <a:lnTo>
                    <a:pt x="2017552" y="3276301"/>
                  </a:lnTo>
                  <a:lnTo>
                    <a:pt x="2017660" y="3276301"/>
                  </a:lnTo>
                  <a:lnTo>
                    <a:pt x="2017769" y="3276301"/>
                  </a:lnTo>
                  <a:lnTo>
                    <a:pt x="2017877" y="3276301"/>
                  </a:lnTo>
                  <a:lnTo>
                    <a:pt x="2017986" y="3276301"/>
                  </a:lnTo>
                  <a:lnTo>
                    <a:pt x="2018094" y="3276301"/>
                  </a:lnTo>
                  <a:lnTo>
                    <a:pt x="2018203" y="3276301"/>
                  </a:lnTo>
                  <a:lnTo>
                    <a:pt x="2018311" y="3276301"/>
                  </a:lnTo>
                  <a:lnTo>
                    <a:pt x="2018311" y="3275677"/>
                  </a:lnTo>
                  <a:lnTo>
                    <a:pt x="2018420" y="3275677"/>
                  </a:lnTo>
                  <a:lnTo>
                    <a:pt x="2018528" y="3275677"/>
                  </a:lnTo>
                  <a:lnTo>
                    <a:pt x="2018637" y="3275677"/>
                  </a:lnTo>
                  <a:lnTo>
                    <a:pt x="2018745" y="3275677"/>
                  </a:lnTo>
                  <a:lnTo>
                    <a:pt x="2018853" y="3275677"/>
                  </a:lnTo>
                  <a:lnTo>
                    <a:pt x="2018962" y="3275677"/>
                  </a:lnTo>
                  <a:lnTo>
                    <a:pt x="2019070" y="3275677"/>
                  </a:lnTo>
                  <a:lnTo>
                    <a:pt x="2019179" y="3275677"/>
                  </a:lnTo>
                  <a:lnTo>
                    <a:pt x="2019287" y="3275677"/>
                  </a:lnTo>
                  <a:lnTo>
                    <a:pt x="2019396" y="3275677"/>
                  </a:lnTo>
                  <a:lnTo>
                    <a:pt x="2019504" y="3275677"/>
                  </a:lnTo>
                  <a:lnTo>
                    <a:pt x="2019613" y="3275677"/>
                  </a:lnTo>
                  <a:lnTo>
                    <a:pt x="2019721" y="3275677"/>
                  </a:lnTo>
                  <a:lnTo>
                    <a:pt x="2019829" y="3275677"/>
                  </a:lnTo>
                  <a:lnTo>
                    <a:pt x="2019938" y="3275677"/>
                  </a:lnTo>
                  <a:lnTo>
                    <a:pt x="2020046" y="3275677"/>
                  </a:lnTo>
                  <a:lnTo>
                    <a:pt x="2020155" y="3275677"/>
                  </a:lnTo>
                  <a:lnTo>
                    <a:pt x="2020263" y="3275677"/>
                  </a:lnTo>
                  <a:lnTo>
                    <a:pt x="2020372" y="3275677"/>
                  </a:lnTo>
                  <a:lnTo>
                    <a:pt x="2020480" y="3275677"/>
                  </a:lnTo>
                  <a:lnTo>
                    <a:pt x="2020480" y="3275054"/>
                  </a:lnTo>
                  <a:lnTo>
                    <a:pt x="2020480" y="3274430"/>
                  </a:lnTo>
                  <a:lnTo>
                    <a:pt x="2020589" y="3274430"/>
                  </a:lnTo>
                  <a:lnTo>
                    <a:pt x="2020589" y="3273807"/>
                  </a:lnTo>
                  <a:lnTo>
                    <a:pt x="2020697" y="3273807"/>
                  </a:lnTo>
                  <a:lnTo>
                    <a:pt x="2020805" y="3273807"/>
                  </a:lnTo>
                  <a:lnTo>
                    <a:pt x="2020914" y="3273807"/>
                  </a:lnTo>
                  <a:lnTo>
                    <a:pt x="2020914" y="3273183"/>
                  </a:lnTo>
                  <a:lnTo>
                    <a:pt x="2021022" y="3273183"/>
                  </a:lnTo>
                  <a:lnTo>
                    <a:pt x="2021131" y="3273183"/>
                  </a:lnTo>
                  <a:lnTo>
                    <a:pt x="2021131" y="3272560"/>
                  </a:lnTo>
                  <a:lnTo>
                    <a:pt x="2021239" y="3272560"/>
                  </a:lnTo>
                  <a:lnTo>
                    <a:pt x="2021348" y="3272560"/>
                  </a:lnTo>
                  <a:lnTo>
                    <a:pt x="2021456" y="3272560"/>
                  </a:lnTo>
                  <a:lnTo>
                    <a:pt x="2021565" y="3272560"/>
                  </a:lnTo>
                  <a:lnTo>
                    <a:pt x="2021673" y="3272560"/>
                  </a:lnTo>
                  <a:lnTo>
                    <a:pt x="2021781" y="3272560"/>
                  </a:lnTo>
                  <a:lnTo>
                    <a:pt x="2021781" y="3271936"/>
                  </a:lnTo>
                  <a:lnTo>
                    <a:pt x="2021781" y="3271312"/>
                  </a:lnTo>
                  <a:lnTo>
                    <a:pt x="2021890" y="3271312"/>
                  </a:lnTo>
                  <a:lnTo>
                    <a:pt x="2021890" y="3270689"/>
                  </a:lnTo>
                  <a:lnTo>
                    <a:pt x="2021998" y="3270689"/>
                  </a:lnTo>
                  <a:lnTo>
                    <a:pt x="2021998" y="3270065"/>
                  </a:lnTo>
                  <a:lnTo>
                    <a:pt x="2022107" y="3270065"/>
                  </a:lnTo>
                  <a:lnTo>
                    <a:pt x="2022215" y="3270065"/>
                  </a:lnTo>
                  <a:lnTo>
                    <a:pt x="2022324" y="3270065"/>
                  </a:lnTo>
                  <a:lnTo>
                    <a:pt x="2022432" y="3270065"/>
                  </a:lnTo>
                  <a:lnTo>
                    <a:pt x="2022541" y="3270065"/>
                  </a:lnTo>
                  <a:lnTo>
                    <a:pt x="2022541" y="3269442"/>
                  </a:lnTo>
                  <a:lnTo>
                    <a:pt x="2022649" y="3269442"/>
                  </a:lnTo>
                  <a:lnTo>
                    <a:pt x="2022757" y="3269442"/>
                  </a:lnTo>
                  <a:lnTo>
                    <a:pt x="2022866" y="3269442"/>
                  </a:lnTo>
                  <a:lnTo>
                    <a:pt x="2022974" y="3269442"/>
                  </a:lnTo>
                  <a:lnTo>
                    <a:pt x="2023083" y="3269442"/>
                  </a:lnTo>
                  <a:lnTo>
                    <a:pt x="2023191" y="3269442"/>
                  </a:lnTo>
                  <a:lnTo>
                    <a:pt x="2023300" y="3269442"/>
                  </a:lnTo>
                  <a:lnTo>
                    <a:pt x="2023408" y="3269442"/>
                  </a:lnTo>
                  <a:lnTo>
                    <a:pt x="2023408" y="3268818"/>
                  </a:lnTo>
                  <a:lnTo>
                    <a:pt x="2023408" y="3268194"/>
                  </a:lnTo>
                  <a:lnTo>
                    <a:pt x="2023408" y="3267571"/>
                  </a:lnTo>
                  <a:lnTo>
                    <a:pt x="2023517" y="3267571"/>
                  </a:lnTo>
                  <a:lnTo>
                    <a:pt x="2023625" y="3267571"/>
                  </a:lnTo>
                  <a:lnTo>
                    <a:pt x="2023625" y="3266947"/>
                  </a:lnTo>
                  <a:lnTo>
                    <a:pt x="2023734" y="3266947"/>
                  </a:lnTo>
                  <a:lnTo>
                    <a:pt x="2023842" y="3266947"/>
                  </a:lnTo>
                  <a:lnTo>
                    <a:pt x="2023950" y="3266947"/>
                  </a:lnTo>
                  <a:lnTo>
                    <a:pt x="2024059" y="3266947"/>
                  </a:lnTo>
                  <a:lnTo>
                    <a:pt x="2024059" y="3266324"/>
                  </a:lnTo>
                  <a:lnTo>
                    <a:pt x="2024167" y="3266324"/>
                  </a:lnTo>
                  <a:lnTo>
                    <a:pt x="2024276" y="3266324"/>
                  </a:lnTo>
                  <a:lnTo>
                    <a:pt x="2024384" y="3266324"/>
                  </a:lnTo>
                  <a:lnTo>
                    <a:pt x="2024493" y="3266324"/>
                  </a:lnTo>
                  <a:lnTo>
                    <a:pt x="2024601" y="3266324"/>
                  </a:lnTo>
                  <a:lnTo>
                    <a:pt x="2024710" y="3266324"/>
                  </a:lnTo>
                  <a:lnTo>
                    <a:pt x="2024818" y="3266324"/>
                  </a:lnTo>
                  <a:lnTo>
                    <a:pt x="2024926" y="3266324"/>
                  </a:lnTo>
                  <a:lnTo>
                    <a:pt x="2025035" y="3266324"/>
                  </a:lnTo>
                  <a:lnTo>
                    <a:pt x="2025143" y="3266324"/>
                  </a:lnTo>
                  <a:lnTo>
                    <a:pt x="2025252" y="3266324"/>
                  </a:lnTo>
                  <a:lnTo>
                    <a:pt x="2025252" y="3265700"/>
                  </a:lnTo>
                  <a:lnTo>
                    <a:pt x="2025360" y="3265700"/>
                  </a:lnTo>
                  <a:lnTo>
                    <a:pt x="2025469" y="3265700"/>
                  </a:lnTo>
                  <a:lnTo>
                    <a:pt x="2025469" y="3265077"/>
                  </a:lnTo>
                  <a:lnTo>
                    <a:pt x="2025577" y="3265077"/>
                  </a:lnTo>
                  <a:lnTo>
                    <a:pt x="2025686" y="3265077"/>
                  </a:lnTo>
                  <a:lnTo>
                    <a:pt x="2025794" y="3265077"/>
                  </a:lnTo>
                  <a:lnTo>
                    <a:pt x="2025794" y="3264453"/>
                  </a:lnTo>
                  <a:lnTo>
                    <a:pt x="2025902" y="3264453"/>
                  </a:lnTo>
                  <a:lnTo>
                    <a:pt x="2025902" y="3263829"/>
                  </a:lnTo>
                  <a:lnTo>
                    <a:pt x="2025902" y="3263206"/>
                  </a:lnTo>
                  <a:lnTo>
                    <a:pt x="2026011" y="3263206"/>
                  </a:lnTo>
                  <a:lnTo>
                    <a:pt x="2026119" y="3263206"/>
                  </a:lnTo>
                  <a:lnTo>
                    <a:pt x="2026119" y="3262582"/>
                  </a:lnTo>
                  <a:lnTo>
                    <a:pt x="2026228" y="3262582"/>
                  </a:lnTo>
                  <a:lnTo>
                    <a:pt x="2026228" y="3261959"/>
                  </a:lnTo>
                  <a:lnTo>
                    <a:pt x="2026336" y="3261959"/>
                  </a:lnTo>
                  <a:lnTo>
                    <a:pt x="2026336" y="3261335"/>
                  </a:lnTo>
                  <a:lnTo>
                    <a:pt x="2026445" y="3261335"/>
                  </a:lnTo>
                  <a:lnTo>
                    <a:pt x="2026553" y="3261335"/>
                  </a:lnTo>
                  <a:lnTo>
                    <a:pt x="2026553" y="3260711"/>
                  </a:lnTo>
                  <a:lnTo>
                    <a:pt x="2026553" y="3260088"/>
                  </a:lnTo>
                  <a:lnTo>
                    <a:pt x="2026553" y="3259464"/>
                  </a:lnTo>
                  <a:lnTo>
                    <a:pt x="2026662" y="3259464"/>
                  </a:lnTo>
                  <a:lnTo>
                    <a:pt x="2026662" y="3258841"/>
                  </a:lnTo>
                  <a:lnTo>
                    <a:pt x="2026770" y="3258841"/>
                  </a:lnTo>
                  <a:lnTo>
                    <a:pt x="2026878" y="3258841"/>
                  </a:lnTo>
                  <a:lnTo>
                    <a:pt x="2026987" y="3258841"/>
                  </a:lnTo>
                  <a:lnTo>
                    <a:pt x="2027095" y="3258841"/>
                  </a:lnTo>
                  <a:lnTo>
                    <a:pt x="2027095" y="3258217"/>
                  </a:lnTo>
                  <a:lnTo>
                    <a:pt x="2027204" y="3258217"/>
                  </a:lnTo>
                  <a:lnTo>
                    <a:pt x="2027204" y="3257594"/>
                  </a:lnTo>
                  <a:lnTo>
                    <a:pt x="2027312" y="3257594"/>
                  </a:lnTo>
                  <a:lnTo>
                    <a:pt x="2027421" y="3257594"/>
                  </a:lnTo>
                  <a:lnTo>
                    <a:pt x="2027529" y="3257594"/>
                  </a:lnTo>
                  <a:lnTo>
                    <a:pt x="2027638" y="3257594"/>
                  </a:lnTo>
                  <a:lnTo>
                    <a:pt x="2027746" y="3257594"/>
                  </a:lnTo>
                  <a:lnTo>
                    <a:pt x="2027855" y="3257594"/>
                  </a:lnTo>
                  <a:lnTo>
                    <a:pt x="2027963" y="3257594"/>
                  </a:lnTo>
                  <a:lnTo>
                    <a:pt x="2028071" y="3257594"/>
                  </a:lnTo>
                  <a:lnTo>
                    <a:pt x="2028071" y="3256970"/>
                  </a:lnTo>
                  <a:lnTo>
                    <a:pt x="2028180" y="3256970"/>
                  </a:lnTo>
                  <a:lnTo>
                    <a:pt x="2028288" y="3256970"/>
                  </a:lnTo>
                  <a:lnTo>
                    <a:pt x="2028397" y="3256970"/>
                  </a:lnTo>
                  <a:lnTo>
                    <a:pt x="2028505" y="3256970"/>
                  </a:lnTo>
                  <a:lnTo>
                    <a:pt x="2028614" y="3256970"/>
                  </a:lnTo>
                  <a:lnTo>
                    <a:pt x="2028722" y="3256970"/>
                  </a:lnTo>
                  <a:lnTo>
                    <a:pt x="2028831" y="3256970"/>
                  </a:lnTo>
                  <a:lnTo>
                    <a:pt x="2028939" y="3256970"/>
                  </a:lnTo>
                  <a:lnTo>
                    <a:pt x="2029047" y="3256970"/>
                  </a:lnTo>
                  <a:lnTo>
                    <a:pt x="2029047" y="3256346"/>
                  </a:lnTo>
                  <a:lnTo>
                    <a:pt x="2029156" y="3256346"/>
                  </a:lnTo>
                  <a:lnTo>
                    <a:pt x="2029264" y="3256346"/>
                  </a:lnTo>
                  <a:lnTo>
                    <a:pt x="2029264" y="3255723"/>
                  </a:lnTo>
                  <a:lnTo>
                    <a:pt x="2029373" y="3255723"/>
                  </a:lnTo>
                  <a:lnTo>
                    <a:pt x="2029481" y="3255723"/>
                  </a:lnTo>
                  <a:lnTo>
                    <a:pt x="2029590" y="3255723"/>
                  </a:lnTo>
                  <a:lnTo>
                    <a:pt x="2029698" y="3255723"/>
                  </a:lnTo>
                  <a:lnTo>
                    <a:pt x="2029807" y="3255723"/>
                  </a:lnTo>
                  <a:lnTo>
                    <a:pt x="2029915" y="3255723"/>
                  </a:lnTo>
                  <a:lnTo>
                    <a:pt x="2030023" y="3255723"/>
                  </a:lnTo>
                  <a:lnTo>
                    <a:pt x="2030132" y="3255723"/>
                  </a:lnTo>
                  <a:lnTo>
                    <a:pt x="2030240" y="3255723"/>
                  </a:lnTo>
                  <a:lnTo>
                    <a:pt x="2030349" y="3255723"/>
                  </a:lnTo>
                  <a:lnTo>
                    <a:pt x="2030457" y="3255723"/>
                  </a:lnTo>
                  <a:lnTo>
                    <a:pt x="2030566" y="3255723"/>
                  </a:lnTo>
                  <a:lnTo>
                    <a:pt x="2030674" y="3255723"/>
                  </a:lnTo>
                  <a:lnTo>
                    <a:pt x="2030783" y="3255723"/>
                  </a:lnTo>
                  <a:lnTo>
                    <a:pt x="2030891" y="3255723"/>
                  </a:lnTo>
                  <a:lnTo>
                    <a:pt x="2030999" y="3255723"/>
                  </a:lnTo>
                  <a:lnTo>
                    <a:pt x="2031108" y="3255723"/>
                  </a:lnTo>
                  <a:lnTo>
                    <a:pt x="2031216" y="3255723"/>
                  </a:lnTo>
                  <a:lnTo>
                    <a:pt x="2031325" y="3255723"/>
                  </a:lnTo>
                  <a:lnTo>
                    <a:pt x="2031433" y="3255723"/>
                  </a:lnTo>
                  <a:lnTo>
                    <a:pt x="2031542" y="3255723"/>
                  </a:lnTo>
                  <a:lnTo>
                    <a:pt x="2031650" y="3255723"/>
                  </a:lnTo>
                  <a:lnTo>
                    <a:pt x="2031759" y="3255723"/>
                  </a:lnTo>
                  <a:lnTo>
                    <a:pt x="2031867" y="3255723"/>
                  </a:lnTo>
                  <a:lnTo>
                    <a:pt x="2031976" y="3255723"/>
                  </a:lnTo>
                  <a:lnTo>
                    <a:pt x="2032084" y="3255723"/>
                  </a:lnTo>
                  <a:lnTo>
                    <a:pt x="2032192" y="3255723"/>
                  </a:lnTo>
                  <a:lnTo>
                    <a:pt x="2032301" y="3255723"/>
                  </a:lnTo>
                  <a:lnTo>
                    <a:pt x="2032409" y="3255723"/>
                  </a:lnTo>
                  <a:lnTo>
                    <a:pt x="2032409" y="3255099"/>
                  </a:lnTo>
                  <a:lnTo>
                    <a:pt x="2032518" y="3255099"/>
                  </a:lnTo>
                  <a:lnTo>
                    <a:pt x="2032626" y="3255099"/>
                  </a:lnTo>
                  <a:lnTo>
                    <a:pt x="2032735" y="3255099"/>
                  </a:lnTo>
                  <a:lnTo>
                    <a:pt x="2032843" y="3255099"/>
                  </a:lnTo>
                  <a:lnTo>
                    <a:pt x="2032952" y="3255099"/>
                  </a:lnTo>
                  <a:lnTo>
                    <a:pt x="2033060" y="3255099"/>
                  </a:lnTo>
                  <a:lnTo>
                    <a:pt x="2033060" y="3254476"/>
                  </a:lnTo>
                  <a:lnTo>
                    <a:pt x="2033168" y="3254476"/>
                  </a:lnTo>
                  <a:lnTo>
                    <a:pt x="2033277" y="3254476"/>
                  </a:lnTo>
                  <a:lnTo>
                    <a:pt x="2033385" y="3254476"/>
                  </a:lnTo>
                  <a:lnTo>
                    <a:pt x="2033385" y="3253852"/>
                  </a:lnTo>
                  <a:lnTo>
                    <a:pt x="2033385" y="3253228"/>
                  </a:lnTo>
                  <a:lnTo>
                    <a:pt x="2033494" y="3253228"/>
                  </a:lnTo>
                  <a:lnTo>
                    <a:pt x="2033494" y="3252605"/>
                  </a:lnTo>
                  <a:lnTo>
                    <a:pt x="2033602" y="3252605"/>
                  </a:lnTo>
                  <a:lnTo>
                    <a:pt x="2033711" y="3252605"/>
                  </a:lnTo>
                  <a:lnTo>
                    <a:pt x="2033819" y="3252605"/>
                  </a:lnTo>
                  <a:lnTo>
                    <a:pt x="2033928" y="3252605"/>
                  </a:lnTo>
                  <a:lnTo>
                    <a:pt x="2034036" y="3252605"/>
                  </a:lnTo>
                  <a:lnTo>
                    <a:pt x="2034036" y="3251981"/>
                  </a:lnTo>
                  <a:lnTo>
                    <a:pt x="2034144" y="3251981"/>
                  </a:lnTo>
                  <a:lnTo>
                    <a:pt x="2034253" y="3251981"/>
                  </a:lnTo>
                  <a:lnTo>
                    <a:pt x="2034361" y="3251981"/>
                  </a:lnTo>
                  <a:lnTo>
                    <a:pt x="2034361" y="3251358"/>
                  </a:lnTo>
                  <a:lnTo>
                    <a:pt x="2034470" y="3251358"/>
                  </a:lnTo>
                  <a:lnTo>
                    <a:pt x="2034578" y="3251358"/>
                  </a:lnTo>
                  <a:lnTo>
                    <a:pt x="2034687" y="3251358"/>
                  </a:lnTo>
                  <a:lnTo>
                    <a:pt x="2034795" y="3251358"/>
                  </a:lnTo>
                  <a:lnTo>
                    <a:pt x="2034795" y="3250734"/>
                  </a:lnTo>
                  <a:lnTo>
                    <a:pt x="2034795" y="3250111"/>
                  </a:lnTo>
                  <a:lnTo>
                    <a:pt x="2034904" y="3250111"/>
                  </a:lnTo>
                  <a:lnTo>
                    <a:pt x="2035012" y="3250111"/>
                  </a:lnTo>
                  <a:lnTo>
                    <a:pt x="2035012" y="3249487"/>
                  </a:lnTo>
                  <a:lnTo>
                    <a:pt x="2035120" y="3249487"/>
                  </a:lnTo>
                  <a:lnTo>
                    <a:pt x="2035229" y="3249487"/>
                  </a:lnTo>
                  <a:lnTo>
                    <a:pt x="2035337" y="3249487"/>
                  </a:lnTo>
                  <a:lnTo>
                    <a:pt x="2035446" y="3249487"/>
                  </a:lnTo>
                  <a:lnTo>
                    <a:pt x="2035554" y="3249487"/>
                  </a:lnTo>
                  <a:lnTo>
                    <a:pt x="2035663" y="3249487"/>
                  </a:lnTo>
                  <a:lnTo>
                    <a:pt x="2035771" y="3249487"/>
                  </a:lnTo>
                  <a:lnTo>
                    <a:pt x="2035880" y="3249487"/>
                  </a:lnTo>
                  <a:lnTo>
                    <a:pt x="2035988" y="3249487"/>
                  </a:lnTo>
                  <a:lnTo>
                    <a:pt x="2036097" y="3249487"/>
                  </a:lnTo>
                  <a:lnTo>
                    <a:pt x="2036205" y="3249487"/>
                  </a:lnTo>
                  <a:lnTo>
                    <a:pt x="2036313" y="3249487"/>
                  </a:lnTo>
                  <a:lnTo>
                    <a:pt x="2036422" y="3249487"/>
                  </a:lnTo>
                  <a:lnTo>
                    <a:pt x="2036530" y="3249487"/>
                  </a:lnTo>
                  <a:lnTo>
                    <a:pt x="2036639" y="3249487"/>
                  </a:lnTo>
                  <a:lnTo>
                    <a:pt x="2036747" y="3249487"/>
                  </a:lnTo>
                  <a:lnTo>
                    <a:pt x="2036856" y="3249487"/>
                  </a:lnTo>
                  <a:lnTo>
                    <a:pt x="2036964" y="3249487"/>
                  </a:lnTo>
                  <a:lnTo>
                    <a:pt x="2037073" y="3249487"/>
                  </a:lnTo>
                  <a:lnTo>
                    <a:pt x="2037181" y="3249487"/>
                  </a:lnTo>
                  <a:lnTo>
                    <a:pt x="2037181" y="3248863"/>
                  </a:lnTo>
                  <a:lnTo>
                    <a:pt x="2037181" y="3248240"/>
                  </a:lnTo>
                  <a:lnTo>
                    <a:pt x="2037289" y="3248240"/>
                  </a:lnTo>
                  <a:lnTo>
                    <a:pt x="2037289" y="3247616"/>
                  </a:lnTo>
                  <a:lnTo>
                    <a:pt x="2037398" y="3247616"/>
                  </a:lnTo>
                  <a:lnTo>
                    <a:pt x="2037506" y="3247616"/>
                  </a:lnTo>
                  <a:lnTo>
                    <a:pt x="2037615" y="3247616"/>
                  </a:lnTo>
                  <a:lnTo>
                    <a:pt x="2037723" y="3247616"/>
                  </a:lnTo>
                  <a:lnTo>
                    <a:pt x="2037832" y="3247616"/>
                  </a:lnTo>
                  <a:lnTo>
                    <a:pt x="2037940" y="3247616"/>
                  </a:lnTo>
                  <a:lnTo>
                    <a:pt x="2038049" y="3247616"/>
                  </a:lnTo>
                  <a:lnTo>
                    <a:pt x="2038157" y="3247616"/>
                  </a:lnTo>
                  <a:lnTo>
                    <a:pt x="2038157" y="3246993"/>
                  </a:lnTo>
                  <a:lnTo>
                    <a:pt x="2038265" y="3246993"/>
                  </a:lnTo>
                  <a:lnTo>
                    <a:pt x="2038374" y="3246993"/>
                  </a:lnTo>
                  <a:lnTo>
                    <a:pt x="2038482" y="3246993"/>
                  </a:lnTo>
                  <a:lnTo>
                    <a:pt x="2038591" y="3246993"/>
                  </a:lnTo>
                  <a:lnTo>
                    <a:pt x="2038699" y="3246993"/>
                  </a:lnTo>
                  <a:lnTo>
                    <a:pt x="2038808" y="3246993"/>
                  </a:lnTo>
                  <a:lnTo>
                    <a:pt x="2038916" y="3246993"/>
                  </a:lnTo>
                  <a:lnTo>
                    <a:pt x="2039025" y="3246993"/>
                  </a:lnTo>
                  <a:lnTo>
                    <a:pt x="2039133" y="3246993"/>
                  </a:lnTo>
                  <a:lnTo>
                    <a:pt x="2039133" y="3246369"/>
                  </a:lnTo>
                  <a:lnTo>
                    <a:pt x="2039241" y="3246369"/>
                  </a:lnTo>
                  <a:lnTo>
                    <a:pt x="2039241" y="3245745"/>
                  </a:lnTo>
                  <a:lnTo>
                    <a:pt x="2039350" y="3245745"/>
                  </a:lnTo>
                  <a:lnTo>
                    <a:pt x="2039350" y="3245122"/>
                  </a:lnTo>
                  <a:lnTo>
                    <a:pt x="2039350" y="3244498"/>
                  </a:lnTo>
                  <a:lnTo>
                    <a:pt x="2039458" y="3244498"/>
                  </a:lnTo>
                  <a:lnTo>
                    <a:pt x="2039567" y="3244498"/>
                  </a:lnTo>
                  <a:lnTo>
                    <a:pt x="2039675" y="3244498"/>
                  </a:lnTo>
                  <a:lnTo>
                    <a:pt x="2039784" y="3244498"/>
                  </a:lnTo>
                  <a:lnTo>
                    <a:pt x="2039892" y="3244498"/>
                  </a:lnTo>
                  <a:lnTo>
                    <a:pt x="2039892" y="3243875"/>
                  </a:lnTo>
                  <a:lnTo>
                    <a:pt x="2040001" y="3243875"/>
                  </a:lnTo>
                  <a:lnTo>
                    <a:pt x="2040109" y="3243875"/>
                  </a:lnTo>
                  <a:lnTo>
                    <a:pt x="2040109" y="3243251"/>
                  </a:lnTo>
                  <a:lnTo>
                    <a:pt x="2040218" y="3243251"/>
                  </a:lnTo>
                  <a:lnTo>
                    <a:pt x="2040326" y="3243251"/>
                  </a:lnTo>
                  <a:lnTo>
                    <a:pt x="2040434" y="3243251"/>
                  </a:lnTo>
                  <a:lnTo>
                    <a:pt x="2040543" y="3243251"/>
                  </a:lnTo>
                  <a:lnTo>
                    <a:pt x="2040651" y="3243251"/>
                  </a:lnTo>
                  <a:lnTo>
                    <a:pt x="2040760" y="3243251"/>
                  </a:lnTo>
                  <a:lnTo>
                    <a:pt x="2040868" y="3243251"/>
                  </a:lnTo>
                  <a:lnTo>
                    <a:pt x="2040977" y="3243251"/>
                  </a:lnTo>
                  <a:lnTo>
                    <a:pt x="2040977" y="3242628"/>
                  </a:lnTo>
                  <a:lnTo>
                    <a:pt x="2041085" y="3242628"/>
                  </a:lnTo>
                  <a:lnTo>
                    <a:pt x="2041194" y="3242628"/>
                  </a:lnTo>
                  <a:lnTo>
                    <a:pt x="2041302" y="3242628"/>
                  </a:lnTo>
                  <a:lnTo>
                    <a:pt x="2041410" y="3242628"/>
                  </a:lnTo>
                  <a:lnTo>
                    <a:pt x="2041519" y="3242628"/>
                  </a:lnTo>
                  <a:lnTo>
                    <a:pt x="2041627" y="3242628"/>
                  </a:lnTo>
                  <a:lnTo>
                    <a:pt x="2041736" y="3242628"/>
                  </a:lnTo>
                  <a:lnTo>
                    <a:pt x="2041844" y="3242628"/>
                  </a:lnTo>
                  <a:lnTo>
                    <a:pt x="2041844" y="3242004"/>
                  </a:lnTo>
                  <a:lnTo>
                    <a:pt x="2041953" y="3242004"/>
                  </a:lnTo>
                  <a:lnTo>
                    <a:pt x="2042061" y="3242004"/>
                  </a:lnTo>
                  <a:lnTo>
                    <a:pt x="2042170" y="3242004"/>
                  </a:lnTo>
                  <a:lnTo>
                    <a:pt x="2042278" y="3242004"/>
                  </a:lnTo>
                  <a:lnTo>
                    <a:pt x="2042386" y="3242004"/>
                  </a:lnTo>
                  <a:lnTo>
                    <a:pt x="2042495" y="3242004"/>
                  </a:lnTo>
                  <a:lnTo>
                    <a:pt x="2042603" y="3242004"/>
                  </a:lnTo>
                  <a:lnTo>
                    <a:pt x="2042712" y="3242004"/>
                  </a:lnTo>
                  <a:lnTo>
                    <a:pt x="2042820" y="3242004"/>
                  </a:lnTo>
                  <a:lnTo>
                    <a:pt x="2042929" y="3242004"/>
                  </a:lnTo>
                  <a:lnTo>
                    <a:pt x="2042929" y="3241380"/>
                  </a:lnTo>
                  <a:lnTo>
                    <a:pt x="2043037" y="3241380"/>
                  </a:lnTo>
                  <a:lnTo>
                    <a:pt x="2043146" y="3241380"/>
                  </a:lnTo>
                  <a:lnTo>
                    <a:pt x="2043146" y="3240757"/>
                  </a:lnTo>
                  <a:lnTo>
                    <a:pt x="2043254" y="3240757"/>
                  </a:lnTo>
                  <a:lnTo>
                    <a:pt x="2043254" y="3240133"/>
                  </a:lnTo>
                  <a:lnTo>
                    <a:pt x="2043362" y="3240133"/>
                  </a:lnTo>
                  <a:lnTo>
                    <a:pt x="2043362" y="3239510"/>
                  </a:lnTo>
                  <a:lnTo>
                    <a:pt x="2043362" y="3238886"/>
                  </a:lnTo>
                  <a:lnTo>
                    <a:pt x="2043362" y="3238262"/>
                  </a:lnTo>
                  <a:lnTo>
                    <a:pt x="2043362" y="3237639"/>
                  </a:lnTo>
                  <a:lnTo>
                    <a:pt x="2043471" y="3237639"/>
                  </a:lnTo>
                  <a:lnTo>
                    <a:pt x="2043471" y="3237015"/>
                  </a:lnTo>
                  <a:lnTo>
                    <a:pt x="2043579" y="3237015"/>
                  </a:lnTo>
                  <a:lnTo>
                    <a:pt x="2043579" y="3236392"/>
                  </a:lnTo>
                  <a:lnTo>
                    <a:pt x="2043579" y="3235768"/>
                  </a:lnTo>
                  <a:lnTo>
                    <a:pt x="2043688" y="3235768"/>
                  </a:lnTo>
                  <a:lnTo>
                    <a:pt x="2043796" y="3235768"/>
                  </a:lnTo>
                  <a:lnTo>
                    <a:pt x="2043905" y="3235768"/>
                  </a:lnTo>
                  <a:lnTo>
                    <a:pt x="2043905" y="3235145"/>
                  </a:lnTo>
                  <a:lnTo>
                    <a:pt x="2044013" y="3235145"/>
                  </a:lnTo>
                  <a:lnTo>
                    <a:pt x="2044122" y="3235145"/>
                  </a:lnTo>
                  <a:lnTo>
                    <a:pt x="2044122" y="3234521"/>
                  </a:lnTo>
                  <a:lnTo>
                    <a:pt x="2044230" y="3234521"/>
                  </a:lnTo>
                  <a:lnTo>
                    <a:pt x="2044230" y="3233897"/>
                  </a:lnTo>
                  <a:lnTo>
                    <a:pt x="2044338" y="3233897"/>
                  </a:lnTo>
                  <a:lnTo>
                    <a:pt x="2044447" y="3233897"/>
                  </a:lnTo>
                  <a:lnTo>
                    <a:pt x="2044555" y="3233897"/>
                  </a:lnTo>
                  <a:lnTo>
                    <a:pt x="2044664" y="3233897"/>
                  </a:lnTo>
                  <a:lnTo>
                    <a:pt x="2044772" y="3233897"/>
                  </a:lnTo>
                  <a:lnTo>
                    <a:pt x="2044772" y="3233274"/>
                  </a:lnTo>
                  <a:lnTo>
                    <a:pt x="2044881" y="3233274"/>
                  </a:lnTo>
                  <a:lnTo>
                    <a:pt x="2044989" y="3233274"/>
                  </a:lnTo>
                  <a:lnTo>
                    <a:pt x="2045098" y="3233274"/>
                  </a:lnTo>
                  <a:lnTo>
                    <a:pt x="2045206" y="3233274"/>
                  </a:lnTo>
                  <a:lnTo>
                    <a:pt x="2045206" y="3232650"/>
                  </a:lnTo>
                  <a:lnTo>
                    <a:pt x="2045206" y="3232027"/>
                  </a:lnTo>
                  <a:lnTo>
                    <a:pt x="2045206" y="3231403"/>
                  </a:lnTo>
                  <a:lnTo>
                    <a:pt x="2045315" y="3231403"/>
                  </a:lnTo>
                  <a:lnTo>
                    <a:pt x="2045423" y="3231403"/>
                  </a:lnTo>
                  <a:lnTo>
                    <a:pt x="2045531" y="3231403"/>
                  </a:lnTo>
                  <a:lnTo>
                    <a:pt x="2045531" y="3230779"/>
                  </a:lnTo>
                  <a:lnTo>
                    <a:pt x="2045640" y="3230779"/>
                  </a:lnTo>
                  <a:lnTo>
                    <a:pt x="2045748" y="3230779"/>
                  </a:lnTo>
                  <a:lnTo>
                    <a:pt x="2045857" y="3230779"/>
                  </a:lnTo>
                  <a:lnTo>
                    <a:pt x="2045965" y="3230779"/>
                  </a:lnTo>
                  <a:lnTo>
                    <a:pt x="2046074" y="3230779"/>
                  </a:lnTo>
                  <a:lnTo>
                    <a:pt x="2046182" y="3230779"/>
                  </a:lnTo>
                  <a:lnTo>
                    <a:pt x="2046291" y="3230779"/>
                  </a:lnTo>
                  <a:lnTo>
                    <a:pt x="2046399" y="3230779"/>
                  </a:lnTo>
                  <a:lnTo>
                    <a:pt x="2046399" y="3230156"/>
                  </a:lnTo>
                  <a:lnTo>
                    <a:pt x="2046507" y="3230156"/>
                  </a:lnTo>
                  <a:lnTo>
                    <a:pt x="2046507" y="3229532"/>
                  </a:lnTo>
                  <a:lnTo>
                    <a:pt x="2046616" y="3229532"/>
                  </a:lnTo>
                  <a:lnTo>
                    <a:pt x="2046724" y="3229532"/>
                  </a:lnTo>
                  <a:lnTo>
                    <a:pt x="2046833" y="3229532"/>
                  </a:lnTo>
                  <a:lnTo>
                    <a:pt x="2046833" y="3228909"/>
                  </a:lnTo>
                  <a:lnTo>
                    <a:pt x="2046833" y="3228285"/>
                  </a:lnTo>
                  <a:lnTo>
                    <a:pt x="2046941" y="3228285"/>
                  </a:lnTo>
                  <a:lnTo>
                    <a:pt x="2047050" y="3228285"/>
                  </a:lnTo>
                  <a:lnTo>
                    <a:pt x="2047158" y="3228285"/>
                  </a:lnTo>
                  <a:lnTo>
                    <a:pt x="2047267" y="3228285"/>
                  </a:lnTo>
                  <a:lnTo>
                    <a:pt x="2047375" y="3228285"/>
                  </a:lnTo>
                  <a:lnTo>
                    <a:pt x="2047483" y="3228285"/>
                  </a:lnTo>
                  <a:lnTo>
                    <a:pt x="2047483" y="3227662"/>
                  </a:lnTo>
                  <a:lnTo>
                    <a:pt x="2047483" y="3227038"/>
                  </a:lnTo>
                  <a:lnTo>
                    <a:pt x="2047592" y="3227038"/>
                  </a:lnTo>
                  <a:lnTo>
                    <a:pt x="2047700" y="3227038"/>
                  </a:lnTo>
                  <a:lnTo>
                    <a:pt x="2047809" y="3227038"/>
                  </a:lnTo>
                  <a:lnTo>
                    <a:pt x="2047917" y="3227038"/>
                  </a:lnTo>
                  <a:lnTo>
                    <a:pt x="2048026" y="3227038"/>
                  </a:lnTo>
                  <a:lnTo>
                    <a:pt x="2048134" y="3227038"/>
                  </a:lnTo>
                  <a:lnTo>
                    <a:pt x="2048243" y="3227038"/>
                  </a:lnTo>
                  <a:lnTo>
                    <a:pt x="2048351" y="3227038"/>
                  </a:lnTo>
                  <a:lnTo>
                    <a:pt x="2048459" y="3227038"/>
                  </a:lnTo>
                  <a:lnTo>
                    <a:pt x="2048459" y="3226414"/>
                  </a:lnTo>
                  <a:lnTo>
                    <a:pt x="2048459" y="3225791"/>
                  </a:lnTo>
                  <a:lnTo>
                    <a:pt x="2048459" y="3225167"/>
                  </a:lnTo>
                  <a:lnTo>
                    <a:pt x="2048568" y="3225167"/>
                  </a:lnTo>
                  <a:lnTo>
                    <a:pt x="2048676" y="3225167"/>
                  </a:lnTo>
                  <a:lnTo>
                    <a:pt x="2048785" y="3225167"/>
                  </a:lnTo>
                  <a:lnTo>
                    <a:pt x="2048893" y="3225167"/>
                  </a:lnTo>
                  <a:lnTo>
                    <a:pt x="2049002" y="3225167"/>
                  </a:lnTo>
                  <a:lnTo>
                    <a:pt x="2049110" y="3225167"/>
                  </a:lnTo>
                  <a:lnTo>
                    <a:pt x="2049219" y="3225167"/>
                  </a:lnTo>
                  <a:lnTo>
                    <a:pt x="2049327" y="3225167"/>
                  </a:lnTo>
                  <a:lnTo>
                    <a:pt x="2049436" y="3225167"/>
                  </a:lnTo>
                  <a:lnTo>
                    <a:pt x="2049436" y="3224544"/>
                  </a:lnTo>
                  <a:lnTo>
                    <a:pt x="2049436" y="3223920"/>
                  </a:lnTo>
                  <a:lnTo>
                    <a:pt x="2049544" y="3223920"/>
                  </a:lnTo>
                  <a:lnTo>
                    <a:pt x="2049652" y="3223920"/>
                  </a:lnTo>
                  <a:lnTo>
                    <a:pt x="2049761" y="3223920"/>
                  </a:lnTo>
                  <a:lnTo>
                    <a:pt x="2049869" y="3223920"/>
                  </a:lnTo>
                  <a:lnTo>
                    <a:pt x="2049978" y="3223920"/>
                  </a:lnTo>
                  <a:lnTo>
                    <a:pt x="2050086" y="3223920"/>
                  </a:lnTo>
                  <a:lnTo>
                    <a:pt x="2050195" y="3223920"/>
                  </a:lnTo>
                  <a:lnTo>
                    <a:pt x="2050303" y="3223920"/>
                  </a:lnTo>
                  <a:lnTo>
                    <a:pt x="2050412" y="3223920"/>
                  </a:lnTo>
                  <a:lnTo>
                    <a:pt x="2050520" y="3223920"/>
                  </a:lnTo>
                  <a:lnTo>
                    <a:pt x="2050628" y="3223920"/>
                  </a:lnTo>
                  <a:lnTo>
                    <a:pt x="2050737" y="3223920"/>
                  </a:lnTo>
                  <a:lnTo>
                    <a:pt x="2050845" y="3223920"/>
                  </a:lnTo>
                  <a:lnTo>
                    <a:pt x="2050845" y="3223297"/>
                  </a:lnTo>
                  <a:lnTo>
                    <a:pt x="2050954" y="3223297"/>
                  </a:lnTo>
                  <a:lnTo>
                    <a:pt x="2051062" y="3223297"/>
                  </a:lnTo>
                  <a:lnTo>
                    <a:pt x="2051062" y="3222673"/>
                  </a:lnTo>
                  <a:lnTo>
                    <a:pt x="2051171" y="3222673"/>
                  </a:lnTo>
                  <a:lnTo>
                    <a:pt x="2051279" y="3222673"/>
                  </a:lnTo>
                  <a:lnTo>
                    <a:pt x="2051388" y="3222673"/>
                  </a:lnTo>
                  <a:lnTo>
                    <a:pt x="2051388" y="3222049"/>
                  </a:lnTo>
                  <a:lnTo>
                    <a:pt x="2051496" y="3222049"/>
                  </a:lnTo>
                  <a:lnTo>
                    <a:pt x="2051604" y="3222049"/>
                  </a:lnTo>
                  <a:lnTo>
                    <a:pt x="2051713" y="3222049"/>
                  </a:lnTo>
                  <a:lnTo>
                    <a:pt x="2051821" y="3222049"/>
                  </a:lnTo>
                  <a:lnTo>
                    <a:pt x="2051930" y="3222049"/>
                  </a:lnTo>
                  <a:lnTo>
                    <a:pt x="2051930" y="3221426"/>
                  </a:lnTo>
                  <a:lnTo>
                    <a:pt x="2052038" y="3221426"/>
                  </a:lnTo>
                  <a:lnTo>
                    <a:pt x="2052147" y="3221426"/>
                  </a:lnTo>
                  <a:lnTo>
                    <a:pt x="2052255" y="3221426"/>
                  </a:lnTo>
                  <a:lnTo>
                    <a:pt x="2052364" y="3221426"/>
                  </a:lnTo>
                  <a:lnTo>
                    <a:pt x="2052472" y="3221426"/>
                  </a:lnTo>
                  <a:lnTo>
                    <a:pt x="2052580" y="3221426"/>
                  </a:lnTo>
                  <a:lnTo>
                    <a:pt x="2052580" y="3220802"/>
                  </a:lnTo>
                  <a:lnTo>
                    <a:pt x="2052689" y="3220802"/>
                  </a:lnTo>
                  <a:lnTo>
                    <a:pt x="2052797" y="3220802"/>
                  </a:lnTo>
                  <a:lnTo>
                    <a:pt x="2052906" y="3220802"/>
                  </a:lnTo>
                  <a:lnTo>
                    <a:pt x="2053014" y="3220802"/>
                  </a:lnTo>
                  <a:lnTo>
                    <a:pt x="2053123" y="3220802"/>
                  </a:lnTo>
                  <a:lnTo>
                    <a:pt x="2053231" y="3220802"/>
                  </a:lnTo>
                  <a:lnTo>
                    <a:pt x="2053340" y="3220802"/>
                  </a:lnTo>
                  <a:lnTo>
                    <a:pt x="2053448" y="3220802"/>
                  </a:lnTo>
                  <a:lnTo>
                    <a:pt x="2053557" y="3220802"/>
                  </a:lnTo>
                  <a:lnTo>
                    <a:pt x="2053557" y="3220179"/>
                  </a:lnTo>
                  <a:lnTo>
                    <a:pt x="2053665" y="3220179"/>
                  </a:lnTo>
                  <a:lnTo>
                    <a:pt x="2053665" y="3219555"/>
                  </a:lnTo>
                  <a:lnTo>
                    <a:pt x="2053665" y="3218931"/>
                  </a:lnTo>
                  <a:lnTo>
                    <a:pt x="2053773" y="3218931"/>
                  </a:lnTo>
                  <a:lnTo>
                    <a:pt x="2053882" y="3218931"/>
                  </a:lnTo>
                  <a:lnTo>
                    <a:pt x="2053990" y="3218931"/>
                  </a:lnTo>
                  <a:lnTo>
                    <a:pt x="2053990" y="3218308"/>
                  </a:lnTo>
                  <a:lnTo>
                    <a:pt x="2054099" y="3218308"/>
                  </a:lnTo>
                  <a:lnTo>
                    <a:pt x="2054207" y="3218308"/>
                  </a:lnTo>
                  <a:lnTo>
                    <a:pt x="2054207" y="3217684"/>
                  </a:lnTo>
                  <a:lnTo>
                    <a:pt x="2054316" y="3217684"/>
                  </a:lnTo>
                  <a:lnTo>
                    <a:pt x="2054424" y="3217684"/>
                  </a:lnTo>
                  <a:lnTo>
                    <a:pt x="2054533" y="3217684"/>
                  </a:lnTo>
                  <a:lnTo>
                    <a:pt x="2054641" y="3217684"/>
                  </a:lnTo>
                  <a:lnTo>
                    <a:pt x="2054749" y="3217684"/>
                  </a:lnTo>
                  <a:lnTo>
                    <a:pt x="2054858" y="3217684"/>
                  </a:lnTo>
                  <a:lnTo>
                    <a:pt x="2054966" y="3217684"/>
                  </a:lnTo>
                  <a:lnTo>
                    <a:pt x="2055075" y="3217684"/>
                  </a:lnTo>
                  <a:lnTo>
                    <a:pt x="2055183" y="3217684"/>
                  </a:lnTo>
                  <a:lnTo>
                    <a:pt x="2055292" y="3217684"/>
                  </a:lnTo>
                  <a:lnTo>
                    <a:pt x="2055400" y="3217684"/>
                  </a:lnTo>
                  <a:lnTo>
                    <a:pt x="2055400" y="3217061"/>
                  </a:lnTo>
                  <a:lnTo>
                    <a:pt x="2055509" y="3217061"/>
                  </a:lnTo>
                  <a:lnTo>
                    <a:pt x="2055509" y="3216437"/>
                  </a:lnTo>
                  <a:lnTo>
                    <a:pt x="2055509" y="3215814"/>
                  </a:lnTo>
                  <a:lnTo>
                    <a:pt x="2055617" y="3215814"/>
                  </a:lnTo>
                  <a:lnTo>
                    <a:pt x="2055725" y="3215814"/>
                  </a:lnTo>
                  <a:lnTo>
                    <a:pt x="2055834" y="3215814"/>
                  </a:lnTo>
                  <a:lnTo>
                    <a:pt x="2055942" y="3215814"/>
                  </a:lnTo>
                  <a:lnTo>
                    <a:pt x="2055942" y="3215190"/>
                  </a:lnTo>
                  <a:lnTo>
                    <a:pt x="2056051" y="3215190"/>
                  </a:lnTo>
                  <a:lnTo>
                    <a:pt x="2056159" y="3215190"/>
                  </a:lnTo>
                  <a:lnTo>
                    <a:pt x="2056268" y="3215190"/>
                  </a:lnTo>
                  <a:lnTo>
                    <a:pt x="2056376" y="3215190"/>
                  </a:lnTo>
                  <a:lnTo>
                    <a:pt x="2056485" y="3215190"/>
                  </a:lnTo>
                  <a:lnTo>
                    <a:pt x="2056593" y="3215190"/>
                  </a:lnTo>
                  <a:lnTo>
                    <a:pt x="2056593" y="3214566"/>
                  </a:lnTo>
                  <a:lnTo>
                    <a:pt x="2056593" y="3213943"/>
                  </a:lnTo>
                  <a:lnTo>
                    <a:pt x="2056593" y="3213319"/>
                  </a:lnTo>
                  <a:lnTo>
                    <a:pt x="2056701" y="3213319"/>
                  </a:lnTo>
                  <a:lnTo>
                    <a:pt x="2056810" y="3213319"/>
                  </a:lnTo>
                  <a:lnTo>
                    <a:pt x="2056810" y="3212696"/>
                  </a:lnTo>
                  <a:lnTo>
                    <a:pt x="2056918" y="3212696"/>
                  </a:lnTo>
                  <a:lnTo>
                    <a:pt x="2057027" y="3212696"/>
                  </a:lnTo>
                  <a:lnTo>
                    <a:pt x="2057135" y="3212696"/>
                  </a:lnTo>
                  <a:lnTo>
                    <a:pt x="2057135" y="3212072"/>
                  </a:lnTo>
                  <a:lnTo>
                    <a:pt x="2057244" y="3212072"/>
                  </a:lnTo>
                  <a:lnTo>
                    <a:pt x="2057352" y="3212072"/>
                  </a:lnTo>
                  <a:lnTo>
                    <a:pt x="2057461" y="3212072"/>
                  </a:lnTo>
                  <a:lnTo>
                    <a:pt x="2057461" y="3211448"/>
                  </a:lnTo>
                  <a:lnTo>
                    <a:pt x="2057569" y="3211448"/>
                  </a:lnTo>
                  <a:lnTo>
                    <a:pt x="2057678" y="3211448"/>
                  </a:lnTo>
                  <a:lnTo>
                    <a:pt x="2057786" y="3211448"/>
                  </a:lnTo>
                  <a:lnTo>
                    <a:pt x="2057894" y="3211448"/>
                  </a:lnTo>
                  <a:lnTo>
                    <a:pt x="2058003" y="3211448"/>
                  </a:lnTo>
                  <a:lnTo>
                    <a:pt x="2058111" y="3211448"/>
                  </a:lnTo>
                  <a:lnTo>
                    <a:pt x="2058220" y="3211448"/>
                  </a:lnTo>
                  <a:lnTo>
                    <a:pt x="2058328" y="3211448"/>
                  </a:lnTo>
                  <a:lnTo>
                    <a:pt x="2058328" y="3210825"/>
                  </a:lnTo>
                  <a:lnTo>
                    <a:pt x="2058328" y="3210201"/>
                  </a:lnTo>
                  <a:lnTo>
                    <a:pt x="2058437" y="3210201"/>
                  </a:lnTo>
                  <a:lnTo>
                    <a:pt x="2058545" y="3210201"/>
                  </a:lnTo>
                  <a:lnTo>
                    <a:pt x="2058654" y="3210201"/>
                  </a:lnTo>
                  <a:lnTo>
                    <a:pt x="2058762" y="3210201"/>
                  </a:lnTo>
                  <a:lnTo>
                    <a:pt x="2058870" y="3210201"/>
                  </a:lnTo>
                  <a:lnTo>
                    <a:pt x="2058979" y="3210201"/>
                  </a:lnTo>
                  <a:lnTo>
                    <a:pt x="2059087" y="3210201"/>
                  </a:lnTo>
                  <a:lnTo>
                    <a:pt x="2059196" y="3210201"/>
                  </a:lnTo>
                  <a:lnTo>
                    <a:pt x="2059304" y="3210201"/>
                  </a:lnTo>
                  <a:lnTo>
                    <a:pt x="2059304" y="3209578"/>
                  </a:lnTo>
                  <a:lnTo>
                    <a:pt x="2059413" y="3209578"/>
                  </a:lnTo>
                  <a:lnTo>
                    <a:pt x="2059521" y="3209578"/>
                  </a:lnTo>
                  <a:lnTo>
                    <a:pt x="2059630" y="3209578"/>
                  </a:lnTo>
                  <a:lnTo>
                    <a:pt x="2059738" y="3209578"/>
                  </a:lnTo>
                  <a:lnTo>
                    <a:pt x="2059846" y="3209578"/>
                  </a:lnTo>
                  <a:lnTo>
                    <a:pt x="2059955" y="3209578"/>
                  </a:lnTo>
                  <a:lnTo>
                    <a:pt x="2060063" y="3209578"/>
                  </a:lnTo>
                  <a:lnTo>
                    <a:pt x="2060172" y="3209578"/>
                  </a:lnTo>
                  <a:lnTo>
                    <a:pt x="2060280" y="3209578"/>
                  </a:lnTo>
                  <a:lnTo>
                    <a:pt x="2060389" y="3209578"/>
                  </a:lnTo>
                  <a:lnTo>
                    <a:pt x="2060497" y="3209578"/>
                  </a:lnTo>
                  <a:lnTo>
                    <a:pt x="2060606" y="3209578"/>
                  </a:lnTo>
                  <a:lnTo>
                    <a:pt x="2060714" y="3209578"/>
                  </a:lnTo>
                  <a:lnTo>
                    <a:pt x="2060822" y="3209578"/>
                  </a:lnTo>
                  <a:lnTo>
                    <a:pt x="2060931" y="3209578"/>
                  </a:lnTo>
                  <a:lnTo>
                    <a:pt x="2061039" y="3209578"/>
                  </a:lnTo>
                  <a:lnTo>
                    <a:pt x="2061148" y="3209578"/>
                  </a:lnTo>
                  <a:lnTo>
                    <a:pt x="2061256" y="3209578"/>
                  </a:lnTo>
                  <a:lnTo>
                    <a:pt x="2061365" y="3209578"/>
                  </a:lnTo>
                  <a:lnTo>
                    <a:pt x="2061365" y="3208954"/>
                  </a:lnTo>
                  <a:lnTo>
                    <a:pt x="2061473" y="3208954"/>
                  </a:lnTo>
                  <a:lnTo>
                    <a:pt x="2061582" y="3208954"/>
                  </a:lnTo>
                  <a:lnTo>
                    <a:pt x="2061690" y="3208954"/>
                  </a:lnTo>
                  <a:lnTo>
                    <a:pt x="2061799" y="3208954"/>
                  </a:lnTo>
                  <a:lnTo>
                    <a:pt x="2061907" y="3208954"/>
                  </a:lnTo>
                  <a:lnTo>
                    <a:pt x="2062015" y="3208954"/>
                  </a:lnTo>
                  <a:lnTo>
                    <a:pt x="2062124" y="3208954"/>
                  </a:lnTo>
                  <a:lnTo>
                    <a:pt x="2062232" y="3208954"/>
                  </a:lnTo>
                  <a:lnTo>
                    <a:pt x="2062341" y="3208954"/>
                  </a:lnTo>
                  <a:lnTo>
                    <a:pt x="2062341" y="3208331"/>
                  </a:lnTo>
                  <a:lnTo>
                    <a:pt x="2062449" y="3208331"/>
                  </a:lnTo>
                  <a:lnTo>
                    <a:pt x="2062558" y="3208331"/>
                  </a:lnTo>
                  <a:lnTo>
                    <a:pt x="2062666" y="3208331"/>
                  </a:lnTo>
                  <a:lnTo>
                    <a:pt x="2062775" y="3208331"/>
                  </a:lnTo>
                  <a:lnTo>
                    <a:pt x="2062883" y="3208331"/>
                  </a:lnTo>
                  <a:lnTo>
                    <a:pt x="2062991" y="3208331"/>
                  </a:lnTo>
                  <a:lnTo>
                    <a:pt x="2062991" y="3207707"/>
                  </a:lnTo>
                  <a:lnTo>
                    <a:pt x="2063100" y="3207707"/>
                  </a:lnTo>
                  <a:lnTo>
                    <a:pt x="2063208" y="3207707"/>
                  </a:lnTo>
                  <a:lnTo>
                    <a:pt x="2063317" y="3207707"/>
                  </a:lnTo>
                  <a:lnTo>
                    <a:pt x="2063425" y="3207707"/>
                  </a:lnTo>
                  <a:lnTo>
                    <a:pt x="2063425" y="3207083"/>
                  </a:lnTo>
                  <a:lnTo>
                    <a:pt x="2063425" y="3206460"/>
                  </a:lnTo>
                  <a:lnTo>
                    <a:pt x="2063534" y="3206460"/>
                  </a:lnTo>
                  <a:lnTo>
                    <a:pt x="2063534" y="3205836"/>
                  </a:lnTo>
                  <a:lnTo>
                    <a:pt x="2063642" y="3205836"/>
                  </a:lnTo>
                  <a:lnTo>
                    <a:pt x="2063751" y="3205836"/>
                  </a:lnTo>
                  <a:lnTo>
                    <a:pt x="2063859" y="3205836"/>
                  </a:lnTo>
                  <a:lnTo>
                    <a:pt x="2063967" y="3205836"/>
                  </a:lnTo>
                  <a:lnTo>
                    <a:pt x="2064076" y="3205836"/>
                  </a:lnTo>
                  <a:lnTo>
                    <a:pt x="2064184" y="3205836"/>
                  </a:lnTo>
                  <a:lnTo>
                    <a:pt x="2064293" y="3205836"/>
                  </a:lnTo>
                  <a:lnTo>
                    <a:pt x="2064401" y="3205836"/>
                  </a:lnTo>
                  <a:lnTo>
                    <a:pt x="2064401" y="3205213"/>
                  </a:lnTo>
                  <a:lnTo>
                    <a:pt x="2064510" y="3205213"/>
                  </a:lnTo>
                  <a:lnTo>
                    <a:pt x="2064618" y="3205213"/>
                  </a:lnTo>
                  <a:lnTo>
                    <a:pt x="2064727" y="3205213"/>
                  </a:lnTo>
                  <a:lnTo>
                    <a:pt x="2064835" y="3205213"/>
                  </a:lnTo>
                  <a:lnTo>
                    <a:pt x="2064943" y="3205213"/>
                  </a:lnTo>
                  <a:lnTo>
                    <a:pt x="2065052" y="3205213"/>
                  </a:lnTo>
                  <a:lnTo>
                    <a:pt x="2065052" y="3204589"/>
                  </a:lnTo>
                  <a:lnTo>
                    <a:pt x="2065052" y="3203965"/>
                  </a:lnTo>
                  <a:lnTo>
                    <a:pt x="2065160" y="3203965"/>
                  </a:lnTo>
                  <a:lnTo>
                    <a:pt x="2065269" y="3203965"/>
                  </a:lnTo>
                  <a:lnTo>
                    <a:pt x="2065377" y="3203965"/>
                  </a:lnTo>
                  <a:lnTo>
                    <a:pt x="2065377" y="3203342"/>
                  </a:lnTo>
                  <a:lnTo>
                    <a:pt x="2065486" y="3203342"/>
                  </a:lnTo>
                  <a:lnTo>
                    <a:pt x="2065594" y="3203342"/>
                  </a:lnTo>
                  <a:lnTo>
                    <a:pt x="2065703" y="3203342"/>
                  </a:lnTo>
                  <a:lnTo>
                    <a:pt x="2065811" y="3203342"/>
                  </a:lnTo>
                  <a:lnTo>
                    <a:pt x="2065919" y="3203342"/>
                  </a:lnTo>
                  <a:lnTo>
                    <a:pt x="2066028" y="3203342"/>
                  </a:lnTo>
                  <a:lnTo>
                    <a:pt x="2066028" y="3202718"/>
                  </a:lnTo>
                  <a:lnTo>
                    <a:pt x="2066136" y="3202718"/>
                  </a:lnTo>
                  <a:lnTo>
                    <a:pt x="2066136" y="3202095"/>
                  </a:lnTo>
                  <a:lnTo>
                    <a:pt x="2066245" y="3202095"/>
                  </a:lnTo>
                  <a:lnTo>
                    <a:pt x="2066353" y="3202095"/>
                  </a:lnTo>
                  <a:lnTo>
                    <a:pt x="2066462" y="3202095"/>
                  </a:lnTo>
                  <a:lnTo>
                    <a:pt x="2066570" y="3202095"/>
                  </a:lnTo>
                  <a:lnTo>
                    <a:pt x="2066679" y="3202095"/>
                  </a:lnTo>
                  <a:lnTo>
                    <a:pt x="2066787" y="3202095"/>
                  </a:lnTo>
                  <a:lnTo>
                    <a:pt x="2066896" y="3202095"/>
                  </a:lnTo>
                  <a:lnTo>
                    <a:pt x="2066896" y="3201471"/>
                  </a:lnTo>
                  <a:lnTo>
                    <a:pt x="2067004" y="3201471"/>
                  </a:lnTo>
                  <a:lnTo>
                    <a:pt x="2067112" y="3201471"/>
                  </a:lnTo>
                  <a:lnTo>
                    <a:pt x="2067221" y="3201471"/>
                  </a:lnTo>
                  <a:lnTo>
                    <a:pt x="2067329" y="3201471"/>
                  </a:lnTo>
                  <a:lnTo>
                    <a:pt x="2067329" y="3200848"/>
                  </a:lnTo>
                  <a:lnTo>
                    <a:pt x="2067329" y="3200224"/>
                  </a:lnTo>
                  <a:lnTo>
                    <a:pt x="2067438" y="3200224"/>
                  </a:lnTo>
                  <a:lnTo>
                    <a:pt x="2067546" y="3200224"/>
                  </a:lnTo>
                  <a:lnTo>
                    <a:pt x="2067655" y="3200224"/>
                  </a:lnTo>
                  <a:lnTo>
                    <a:pt x="2067763" y="3200224"/>
                  </a:lnTo>
                  <a:lnTo>
                    <a:pt x="2067872" y="3200224"/>
                  </a:lnTo>
                  <a:lnTo>
                    <a:pt x="2067980" y="3200224"/>
                  </a:lnTo>
                  <a:lnTo>
                    <a:pt x="2068088" y="3200224"/>
                  </a:lnTo>
                  <a:lnTo>
                    <a:pt x="2068197" y="3200224"/>
                  </a:lnTo>
                  <a:lnTo>
                    <a:pt x="2068305" y="3200224"/>
                  </a:lnTo>
                  <a:lnTo>
                    <a:pt x="2068414" y="3200224"/>
                  </a:lnTo>
                  <a:lnTo>
                    <a:pt x="2068522" y="3200224"/>
                  </a:lnTo>
                  <a:lnTo>
                    <a:pt x="2068522" y="3199600"/>
                  </a:lnTo>
                  <a:lnTo>
                    <a:pt x="2068631" y="3199600"/>
                  </a:lnTo>
                  <a:lnTo>
                    <a:pt x="2068739" y="3199600"/>
                  </a:lnTo>
                  <a:lnTo>
                    <a:pt x="2068848" y="3199600"/>
                  </a:lnTo>
                  <a:lnTo>
                    <a:pt x="2068956" y="3199600"/>
                  </a:lnTo>
                  <a:lnTo>
                    <a:pt x="2069064" y="3199600"/>
                  </a:lnTo>
                  <a:lnTo>
                    <a:pt x="2069173" y="3199600"/>
                  </a:lnTo>
                  <a:lnTo>
                    <a:pt x="2069281" y="3199600"/>
                  </a:lnTo>
                  <a:lnTo>
                    <a:pt x="2069390" y="3199600"/>
                  </a:lnTo>
                  <a:lnTo>
                    <a:pt x="2069498" y="3199600"/>
                  </a:lnTo>
                  <a:lnTo>
                    <a:pt x="2069607" y="3199600"/>
                  </a:lnTo>
                  <a:lnTo>
                    <a:pt x="2069715" y="3199600"/>
                  </a:lnTo>
                  <a:lnTo>
                    <a:pt x="2069824" y="3199600"/>
                  </a:lnTo>
                  <a:lnTo>
                    <a:pt x="2069824" y="3198977"/>
                  </a:lnTo>
                  <a:lnTo>
                    <a:pt x="2069932" y="3198977"/>
                  </a:lnTo>
                  <a:lnTo>
                    <a:pt x="2070040" y="3198977"/>
                  </a:lnTo>
                  <a:lnTo>
                    <a:pt x="2070149" y="3198977"/>
                  </a:lnTo>
                  <a:lnTo>
                    <a:pt x="2070257" y="3198977"/>
                  </a:lnTo>
                  <a:lnTo>
                    <a:pt x="2070366" y="3198977"/>
                  </a:lnTo>
                  <a:lnTo>
                    <a:pt x="2070474" y="3198977"/>
                  </a:lnTo>
                  <a:lnTo>
                    <a:pt x="2070474" y="3198353"/>
                  </a:lnTo>
                  <a:lnTo>
                    <a:pt x="2070474" y="3197730"/>
                  </a:lnTo>
                  <a:lnTo>
                    <a:pt x="2070474" y="3197106"/>
                  </a:lnTo>
                  <a:lnTo>
                    <a:pt x="2070583" y="3197106"/>
                  </a:lnTo>
                  <a:lnTo>
                    <a:pt x="2070691" y="3197106"/>
                  </a:lnTo>
                  <a:lnTo>
                    <a:pt x="2070691" y="3196482"/>
                  </a:lnTo>
                  <a:lnTo>
                    <a:pt x="2070800" y="3196482"/>
                  </a:lnTo>
                  <a:lnTo>
                    <a:pt x="2070800" y="3195859"/>
                  </a:lnTo>
                  <a:lnTo>
                    <a:pt x="2070908" y="3195859"/>
                  </a:lnTo>
                  <a:lnTo>
                    <a:pt x="2071017" y="3195859"/>
                  </a:lnTo>
                  <a:lnTo>
                    <a:pt x="2071017" y="3195235"/>
                  </a:lnTo>
                  <a:lnTo>
                    <a:pt x="2071125" y="3195235"/>
                  </a:lnTo>
                  <a:lnTo>
                    <a:pt x="2071125" y="3194612"/>
                  </a:lnTo>
                  <a:lnTo>
                    <a:pt x="2071233" y="3194612"/>
                  </a:lnTo>
                  <a:lnTo>
                    <a:pt x="2071342" y="3194612"/>
                  </a:lnTo>
                  <a:lnTo>
                    <a:pt x="2071342" y="3193988"/>
                  </a:lnTo>
                  <a:lnTo>
                    <a:pt x="2071450" y="3193988"/>
                  </a:lnTo>
                  <a:lnTo>
                    <a:pt x="2071559" y="3193988"/>
                  </a:lnTo>
                  <a:lnTo>
                    <a:pt x="2071667" y="3193988"/>
                  </a:lnTo>
                  <a:lnTo>
                    <a:pt x="2071776" y="3193988"/>
                  </a:lnTo>
                  <a:lnTo>
                    <a:pt x="2071884" y="3193988"/>
                  </a:lnTo>
                  <a:lnTo>
                    <a:pt x="2071993" y="3193988"/>
                  </a:lnTo>
                  <a:lnTo>
                    <a:pt x="2072101" y="3193988"/>
                  </a:lnTo>
                  <a:lnTo>
                    <a:pt x="2072209" y="3193988"/>
                  </a:lnTo>
                  <a:lnTo>
                    <a:pt x="2072318" y="3193988"/>
                  </a:lnTo>
                  <a:lnTo>
                    <a:pt x="2072426" y="3193988"/>
                  </a:lnTo>
                  <a:lnTo>
                    <a:pt x="2072535" y="3193988"/>
                  </a:lnTo>
                  <a:lnTo>
                    <a:pt x="2072535" y="3193365"/>
                  </a:lnTo>
                  <a:lnTo>
                    <a:pt x="2072643" y="3193365"/>
                  </a:lnTo>
                  <a:lnTo>
                    <a:pt x="2072643" y="3192741"/>
                  </a:lnTo>
                  <a:lnTo>
                    <a:pt x="2072752" y="3192741"/>
                  </a:lnTo>
                  <a:lnTo>
                    <a:pt x="2072860" y="3192741"/>
                  </a:lnTo>
                  <a:lnTo>
                    <a:pt x="2072969" y="3192741"/>
                  </a:lnTo>
                  <a:lnTo>
                    <a:pt x="2073077" y="3192741"/>
                  </a:lnTo>
                  <a:lnTo>
                    <a:pt x="2073185" y="3192741"/>
                  </a:lnTo>
                  <a:lnTo>
                    <a:pt x="2073185" y="3192117"/>
                  </a:lnTo>
                  <a:lnTo>
                    <a:pt x="2073185" y="3191494"/>
                  </a:lnTo>
                  <a:lnTo>
                    <a:pt x="2073185" y="3190870"/>
                  </a:lnTo>
                  <a:lnTo>
                    <a:pt x="2073294" y="3190870"/>
                  </a:lnTo>
                  <a:lnTo>
                    <a:pt x="2073294" y="3190247"/>
                  </a:lnTo>
                  <a:lnTo>
                    <a:pt x="2073402" y="3190247"/>
                  </a:lnTo>
                  <a:lnTo>
                    <a:pt x="2073511" y="3190247"/>
                  </a:lnTo>
                  <a:lnTo>
                    <a:pt x="2073619" y="3190247"/>
                  </a:lnTo>
                  <a:lnTo>
                    <a:pt x="2073728" y="3190247"/>
                  </a:lnTo>
                  <a:lnTo>
                    <a:pt x="2073836" y="3190247"/>
                  </a:lnTo>
                  <a:lnTo>
                    <a:pt x="2073945" y="3190247"/>
                  </a:lnTo>
                  <a:lnTo>
                    <a:pt x="2074053" y="3190247"/>
                  </a:lnTo>
                  <a:lnTo>
                    <a:pt x="2074161" y="3190247"/>
                  </a:lnTo>
                  <a:lnTo>
                    <a:pt x="2074270" y="3190247"/>
                  </a:lnTo>
                  <a:lnTo>
                    <a:pt x="2074378" y="3190247"/>
                  </a:lnTo>
                  <a:lnTo>
                    <a:pt x="2074487" y="3190247"/>
                  </a:lnTo>
                  <a:lnTo>
                    <a:pt x="2074595" y="3190247"/>
                  </a:lnTo>
                  <a:lnTo>
                    <a:pt x="2074704" y="3190247"/>
                  </a:lnTo>
                  <a:lnTo>
                    <a:pt x="2074812" y="3190247"/>
                  </a:lnTo>
                  <a:lnTo>
                    <a:pt x="2074921" y="3190247"/>
                  </a:lnTo>
                  <a:lnTo>
                    <a:pt x="2074921" y="3189623"/>
                  </a:lnTo>
                  <a:lnTo>
                    <a:pt x="2074921" y="3188999"/>
                  </a:lnTo>
                  <a:lnTo>
                    <a:pt x="2075029" y="3188999"/>
                  </a:lnTo>
                  <a:lnTo>
                    <a:pt x="2075138" y="3188999"/>
                  </a:lnTo>
                  <a:lnTo>
                    <a:pt x="2075246" y="3188999"/>
                  </a:lnTo>
                  <a:lnTo>
                    <a:pt x="2075354" y="3188999"/>
                  </a:lnTo>
                  <a:lnTo>
                    <a:pt x="2075463" y="3188999"/>
                  </a:lnTo>
                  <a:lnTo>
                    <a:pt x="2075571" y="3188999"/>
                  </a:lnTo>
                  <a:lnTo>
                    <a:pt x="2075680" y="3188999"/>
                  </a:lnTo>
                  <a:lnTo>
                    <a:pt x="2075788" y="3188999"/>
                  </a:lnTo>
                  <a:lnTo>
                    <a:pt x="2075897" y="3188999"/>
                  </a:lnTo>
                  <a:lnTo>
                    <a:pt x="2076005" y="3188999"/>
                  </a:lnTo>
                  <a:lnTo>
                    <a:pt x="2076114" y="3188999"/>
                  </a:lnTo>
                  <a:lnTo>
                    <a:pt x="2076114" y="3188376"/>
                  </a:lnTo>
                  <a:lnTo>
                    <a:pt x="2076222" y="3188376"/>
                  </a:lnTo>
                  <a:lnTo>
                    <a:pt x="2076330" y="3188376"/>
                  </a:lnTo>
                  <a:lnTo>
                    <a:pt x="2076439" y="3188376"/>
                  </a:lnTo>
                  <a:lnTo>
                    <a:pt x="2076547" y="3188376"/>
                  </a:lnTo>
                  <a:lnTo>
                    <a:pt x="2076656" y="3188376"/>
                  </a:lnTo>
                  <a:lnTo>
                    <a:pt x="2076656" y="3187752"/>
                  </a:lnTo>
                  <a:lnTo>
                    <a:pt x="2076764" y="3187752"/>
                  </a:lnTo>
                  <a:lnTo>
                    <a:pt x="2076873" y="3187752"/>
                  </a:lnTo>
                  <a:lnTo>
                    <a:pt x="2076981" y="3187752"/>
                  </a:lnTo>
                  <a:lnTo>
                    <a:pt x="2077090" y="3187752"/>
                  </a:lnTo>
                  <a:lnTo>
                    <a:pt x="2077198" y="3187752"/>
                  </a:lnTo>
                  <a:lnTo>
                    <a:pt x="2077306" y="3187752"/>
                  </a:lnTo>
                  <a:lnTo>
                    <a:pt x="2077306" y="3187129"/>
                  </a:lnTo>
                  <a:lnTo>
                    <a:pt x="2077415" y="3187129"/>
                  </a:lnTo>
                  <a:lnTo>
                    <a:pt x="2077523" y="3187129"/>
                  </a:lnTo>
                  <a:lnTo>
                    <a:pt x="2077632" y="3187129"/>
                  </a:lnTo>
                  <a:lnTo>
                    <a:pt x="2077740" y="3187129"/>
                  </a:lnTo>
                  <a:lnTo>
                    <a:pt x="2077849" y="3187129"/>
                  </a:lnTo>
                  <a:lnTo>
                    <a:pt x="2077957" y="3187129"/>
                  </a:lnTo>
                  <a:lnTo>
                    <a:pt x="2078066" y="3187129"/>
                  </a:lnTo>
                  <a:lnTo>
                    <a:pt x="2078174" y="3187129"/>
                  </a:lnTo>
                  <a:lnTo>
                    <a:pt x="2078282" y="3187129"/>
                  </a:lnTo>
                  <a:lnTo>
                    <a:pt x="2078391" y="3187129"/>
                  </a:lnTo>
                  <a:lnTo>
                    <a:pt x="2078499" y="3187129"/>
                  </a:lnTo>
                  <a:lnTo>
                    <a:pt x="2078499" y="3186505"/>
                  </a:lnTo>
                  <a:lnTo>
                    <a:pt x="2078608" y="3186505"/>
                  </a:lnTo>
                  <a:lnTo>
                    <a:pt x="2078608" y="3185882"/>
                  </a:lnTo>
                  <a:lnTo>
                    <a:pt x="2078716" y="3185882"/>
                  </a:lnTo>
                  <a:lnTo>
                    <a:pt x="2078825" y="3185882"/>
                  </a:lnTo>
                  <a:lnTo>
                    <a:pt x="2078933" y="3185882"/>
                  </a:lnTo>
                  <a:lnTo>
                    <a:pt x="2079042" y="3185882"/>
                  </a:lnTo>
                  <a:lnTo>
                    <a:pt x="2079150" y="3185882"/>
                  </a:lnTo>
                  <a:lnTo>
                    <a:pt x="2079150" y="3185258"/>
                  </a:lnTo>
                  <a:lnTo>
                    <a:pt x="2079259" y="3185258"/>
                  </a:lnTo>
                  <a:lnTo>
                    <a:pt x="2079367" y="3185258"/>
                  </a:lnTo>
                  <a:lnTo>
                    <a:pt x="2079367" y="3184634"/>
                  </a:lnTo>
                  <a:lnTo>
                    <a:pt x="2079367" y="3184011"/>
                  </a:lnTo>
                  <a:lnTo>
                    <a:pt x="2079475" y="3184011"/>
                  </a:lnTo>
                  <a:lnTo>
                    <a:pt x="2079584" y="3184011"/>
                  </a:lnTo>
                  <a:lnTo>
                    <a:pt x="2079692" y="3184011"/>
                  </a:lnTo>
                  <a:lnTo>
                    <a:pt x="2079801" y="3184011"/>
                  </a:lnTo>
                  <a:lnTo>
                    <a:pt x="2079909" y="3184011"/>
                  </a:lnTo>
                  <a:lnTo>
                    <a:pt x="2080018" y="3184011"/>
                  </a:lnTo>
                  <a:lnTo>
                    <a:pt x="2080126" y="3184011"/>
                  </a:lnTo>
                  <a:lnTo>
                    <a:pt x="2080235" y="3184011"/>
                  </a:lnTo>
                  <a:lnTo>
                    <a:pt x="2080343" y="3184011"/>
                  </a:lnTo>
                  <a:lnTo>
                    <a:pt x="2080451" y="3184011"/>
                  </a:lnTo>
                  <a:lnTo>
                    <a:pt x="2080560" y="3184011"/>
                  </a:lnTo>
                  <a:lnTo>
                    <a:pt x="2080668" y="3184011"/>
                  </a:lnTo>
                  <a:lnTo>
                    <a:pt x="2080668" y="3183387"/>
                  </a:lnTo>
                  <a:lnTo>
                    <a:pt x="2080777" y="3183387"/>
                  </a:lnTo>
                  <a:lnTo>
                    <a:pt x="2080885" y="3183387"/>
                  </a:lnTo>
                  <a:lnTo>
                    <a:pt x="2080994" y="3183387"/>
                  </a:lnTo>
                  <a:lnTo>
                    <a:pt x="2081102" y="3183387"/>
                  </a:lnTo>
                  <a:lnTo>
                    <a:pt x="2081211" y="3183387"/>
                  </a:lnTo>
                  <a:lnTo>
                    <a:pt x="2081319" y="3183387"/>
                  </a:lnTo>
                  <a:lnTo>
                    <a:pt x="2081427" y="3183387"/>
                  </a:lnTo>
                  <a:lnTo>
                    <a:pt x="2081536" y="3183387"/>
                  </a:lnTo>
                  <a:lnTo>
                    <a:pt x="2081644" y="3183387"/>
                  </a:lnTo>
                  <a:lnTo>
                    <a:pt x="2081753" y="3183387"/>
                  </a:lnTo>
                  <a:lnTo>
                    <a:pt x="2081861" y="3183387"/>
                  </a:lnTo>
                  <a:lnTo>
                    <a:pt x="2081970" y="3183387"/>
                  </a:lnTo>
                  <a:lnTo>
                    <a:pt x="2082078" y="3183387"/>
                  </a:lnTo>
                  <a:lnTo>
                    <a:pt x="2082187" y="3183387"/>
                  </a:lnTo>
                  <a:lnTo>
                    <a:pt x="2082295" y="3183387"/>
                  </a:lnTo>
                  <a:lnTo>
                    <a:pt x="2082403" y="3183387"/>
                  </a:lnTo>
                  <a:lnTo>
                    <a:pt x="2082512" y="3183387"/>
                  </a:lnTo>
                  <a:lnTo>
                    <a:pt x="2082620" y="3183387"/>
                  </a:lnTo>
                  <a:lnTo>
                    <a:pt x="2082620" y="3182764"/>
                  </a:lnTo>
                  <a:lnTo>
                    <a:pt x="2082729" y="3182764"/>
                  </a:lnTo>
                  <a:lnTo>
                    <a:pt x="2082729" y="3182140"/>
                  </a:lnTo>
                  <a:lnTo>
                    <a:pt x="2082837" y="3182140"/>
                  </a:lnTo>
                  <a:lnTo>
                    <a:pt x="2082946" y="3182140"/>
                  </a:lnTo>
                  <a:lnTo>
                    <a:pt x="2083054" y="3182140"/>
                  </a:lnTo>
                  <a:lnTo>
                    <a:pt x="2083163" y="3182140"/>
                  </a:lnTo>
                  <a:lnTo>
                    <a:pt x="2083271" y="3182140"/>
                  </a:lnTo>
                  <a:lnTo>
                    <a:pt x="2083380" y="3182140"/>
                  </a:lnTo>
                  <a:lnTo>
                    <a:pt x="2083488" y="3182140"/>
                  </a:lnTo>
                  <a:lnTo>
                    <a:pt x="2083488" y="3181516"/>
                  </a:lnTo>
                  <a:lnTo>
                    <a:pt x="2083596" y="3181516"/>
                  </a:lnTo>
                  <a:lnTo>
                    <a:pt x="2083596" y="3180893"/>
                  </a:lnTo>
                  <a:lnTo>
                    <a:pt x="2083705" y="3180893"/>
                  </a:lnTo>
                  <a:lnTo>
                    <a:pt x="2083813" y="3180893"/>
                  </a:lnTo>
                  <a:lnTo>
                    <a:pt x="2083922" y="3180893"/>
                  </a:lnTo>
                  <a:lnTo>
                    <a:pt x="2084030" y="3180893"/>
                  </a:lnTo>
                  <a:lnTo>
                    <a:pt x="2084030" y="3180269"/>
                  </a:lnTo>
                  <a:lnTo>
                    <a:pt x="2084139" y="3180269"/>
                  </a:lnTo>
                  <a:lnTo>
                    <a:pt x="2084247" y="3180269"/>
                  </a:lnTo>
                  <a:lnTo>
                    <a:pt x="2084356" y="3180269"/>
                  </a:lnTo>
                  <a:lnTo>
                    <a:pt x="2084464" y="3180269"/>
                  </a:lnTo>
                  <a:lnTo>
                    <a:pt x="2084572" y="3180269"/>
                  </a:lnTo>
                  <a:lnTo>
                    <a:pt x="2084681" y="3180269"/>
                  </a:lnTo>
                  <a:lnTo>
                    <a:pt x="2084681" y="3179646"/>
                  </a:lnTo>
                  <a:lnTo>
                    <a:pt x="2084789" y="3179646"/>
                  </a:lnTo>
                  <a:lnTo>
                    <a:pt x="2084789" y="3179022"/>
                  </a:lnTo>
                  <a:lnTo>
                    <a:pt x="2084898" y="3179022"/>
                  </a:lnTo>
                  <a:lnTo>
                    <a:pt x="2085006" y="3179022"/>
                  </a:lnTo>
                  <a:lnTo>
                    <a:pt x="2085115" y="3179022"/>
                  </a:lnTo>
                  <a:lnTo>
                    <a:pt x="2085223" y="3179022"/>
                  </a:lnTo>
                  <a:lnTo>
                    <a:pt x="2085332" y="3179022"/>
                  </a:lnTo>
                  <a:lnTo>
                    <a:pt x="2085440" y="3179022"/>
                  </a:lnTo>
                  <a:lnTo>
                    <a:pt x="2085440" y="3178399"/>
                  </a:lnTo>
                  <a:lnTo>
                    <a:pt x="2085548" y="3178399"/>
                  </a:lnTo>
                  <a:lnTo>
                    <a:pt x="2085657" y="3178399"/>
                  </a:lnTo>
                  <a:lnTo>
                    <a:pt x="2085765" y="3178399"/>
                  </a:lnTo>
                  <a:lnTo>
                    <a:pt x="2085874" y="3178399"/>
                  </a:lnTo>
                  <a:lnTo>
                    <a:pt x="2085982" y="3178399"/>
                  </a:lnTo>
                  <a:lnTo>
                    <a:pt x="2085982" y="3177775"/>
                  </a:lnTo>
                  <a:lnTo>
                    <a:pt x="2085982" y="3177151"/>
                  </a:lnTo>
                  <a:lnTo>
                    <a:pt x="2086091" y="3177151"/>
                  </a:lnTo>
                  <a:lnTo>
                    <a:pt x="2086199" y="3177151"/>
                  </a:lnTo>
                  <a:lnTo>
                    <a:pt x="2086199" y="3176528"/>
                  </a:lnTo>
                  <a:lnTo>
                    <a:pt x="2086199" y="3175904"/>
                  </a:lnTo>
                  <a:lnTo>
                    <a:pt x="2086308" y="3175904"/>
                  </a:lnTo>
                  <a:lnTo>
                    <a:pt x="2086416" y="3175904"/>
                  </a:lnTo>
                  <a:lnTo>
                    <a:pt x="2086524" y="3175904"/>
                  </a:lnTo>
                  <a:lnTo>
                    <a:pt x="2086633" y="3175904"/>
                  </a:lnTo>
                  <a:lnTo>
                    <a:pt x="2086741" y="3175904"/>
                  </a:lnTo>
                  <a:lnTo>
                    <a:pt x="2086850" y="3175904"/>
                  </a:lnTo>
                  <a:lnTo>
                    <a:pt x="2086850" y="3175281"/>
                  </a:lnTo>
                  <a:lnTo>
                    <a:pt x="2086958" y="3175281"/>
                  </a:lnTo>
                  <a:lnTo>
                    <a:pt x="2087067" y="3175281"/>
                  </a:lnTo>
                  <a:lnTo>
                    <a:pt x="2087175" y="3175281"/>
                  </a:lnTo>
                  <a:lnTo>
                    <a:pt x="2087175" y="3174657"/>
                  </a:lnTo>
                  <a:lnTo>
                    <a:pt x="2087284" y="3174657"/>
                  </a:lnTo>
                  <a:lnTo>
                    <a:pt x="2087392" y="3174657"/>
                  </a:lnTo>
                  <a:lnTo>
                    <a:pt x="2087501" y="3174657"/>
                  </a:lnTo>
                  <a:lnTo>
                    <a:pt x="2087609" y="3174657"/>
                  </a:lnTo>
                  <a:lnTo>
                    <a:pt x="2087717" y="3174657"/>
                  </a:lnTo>
                  <a:lnTo>
                    <a:pt x="2087826" y="3174657"/>
                  </a:lnTo>
                  <a:lnTo>
                    <a:pt x="2087934" y="3174657"/>
                  </a:lnTo>
                  <a:lnTo>
                    <a:pt x="2088043" y="3174657"/>
                  </a:lnTo>
                  <a:lnTo>
                    <a:pt x="2088151" y="3174657"/>
                  </a:lnTo>
                  <a:lnTo>
                    <a:pt x="2088260" y="3174657"/>
                  </a:lnTo>
                  <a:lnTo>
                    <a:pt x="2088368" y="3174657"/>
                  </a:lnTo>
                  <a:lnTo>
                    <a:pt x="2088477" y="3174657"/>
                  </a:lnTo>
                  <a:lnTo>
                    <a:pt x="2088585" y="3174657"/>
                  </a:lnTo>
                  <a:lnTo>
                    <a:pt x="2088693" y="3174657"/>
                  </a:lnTo>
                  <a:lnTo>
                    <a:pt x="2088802" y="3174657"/>
                  </a:lnTo>
                  <a:lnTo>
                    <a:pt x="2088910" y="3174657"/>
                  </a:lnTo>
                  <a:lnTo>
                    <a:pt x="2089019" y="3174657"/>
                  </a:lnTo>
                  <a:lnTo>
                    <a:pt x="2089019" y="3174034"/>
                  </a:lnTo>
                  <a:lnTo>
                    <a:pt x="2089019" y="3173410"/>
                  </a:lnTo>
                  <a:lnTo>
                    <a:pt x="2089127" y="3173410"/>
                  </a:lnTo>
                  <a:lnTo>
                    <a:pt x="2089236" y="3173410"/>
                  </a:lnTo>
                  <a:lnTo>
                    <a:pt x="2089344" y="3173410"/>
                  </a:lnTo>
                  <a:lnTo>
                    <a:pt x="2089453" y="3173410"/>
                  </a:lnTo>
                  <a:lnTo>
                    <a:pt x="2089561" y="3173410"/>
                  </a:lnTo>
                  <a:lnTo>
                    <a:pt x="2089669" y="3173410"/>
                  </a:lnTo>
                  <a:lnTo>
                    <a:pt x="2089778" y="3173410"/>
                  </a:lnTo>
                  <a:lnTo>
                    <a:pt x="2089886" y="3173410"/>
                  </a:lnTo>
                  <a:lnTo>
                    <a:pt x="2089995" y="3173410"/>
                  </a:lnTo>
                  <a:lnTo>
                    <a:pt x="2090103" y="3173410"/>
                  </a:lnTo>
                  <a:lnTo>
                    <a:pt x="2090212" y="3173410"/>
                  </a:lnTo>
                  <a:lnTo>
                    <a:pt x="2090320" y="3173410"/>
                  </a:lnTo>
                  <a:lnTo>
                    <a:pt x="2090429" y="3173410"/>
                  </a:lnTo>
                  <a:lnTo>
                    <a:pt x="2090537" y="3173410"/>
                  </a:lnTo>
                  <a:lnTo>
                    <a:pt x="2090645" y="3173410"/>
                  </a:lnTo>
                  <a:lnTo>
                    <a:pt x="2090754" y="3173410"/>
                  </a:lnTo>
                  <a:lnTo>
                    <a:pt x="2090754" y="3172786"/>
                  </a:lnTo>
                  <a:lnTo>
                    <a:pt x="2090862" y="3172786"/>
                  </a:lnTo>
                  <a:lnTo>
                    <a:pt x="2090971" y="3172786"/>
                  </a:lnTo>
                  <a:lnTo>
                    <a:pt x="2091079" y="3172786"/>
                  </a:lnTo>
                  <a:lnTo>
                    <a:pt x="2091079" y="3172163"/>
                  </a:lnTo>
                  <a:lnTo>
                    <a:pt x="2091188" y="3172163"/>
                  </a:lnTo>
                  <a:lnTo>
                    <a:pt x="2091296" y="3172163"/>
                  </a:lnTo>
                  <a:lnTo>
                    <a:pt x="2091405" y="3172163"/>
                  </a:lnTo>
                  <a:lnTo>
                    <a:pt x="2091513" y="3172163"/>
                  </a:lnTo>
                  <a:lnTo>
                    <a:pt x="2091621" y="3172163"/>
                  </a:lnTo>
                  <a:lnTo>
                    <a:pt x="2091730" y="3172163"/>
                  </a:lnTo>
                  <a:lnTo>
                    <a:pt x="2091838" y="3172163"/>
                  </a:lnTo>
                  <a:lnTo>
                    <a:pt x="2091947" y="3172163"/>
                  </a:lnTo>
                  <a:lnTo>
                    <a:pt x="2092055" y="3172163"/>
                  </a:lnTo>
                  <a:lnTo>
                    <a:pt x="2092055" y="3171539"/>
                  </a:lnTo>
                  <a:lnTo>
                    <a:pt x="2092164" y="3171539"/>
                  </a:lnTo>
                  <a:lnTo>
                    <a:pt x="2092272" y="3171539"/>
                  </a:lnTo>
                  <a:lnTo>
                    <a:pt x="2092381" y="3171539"/>
                  </a:lnTo>
                  <a:lnTo>
                    <a:pt x="2092381" y="3170916"/>
                  </a:lnTo>
                  <a:lnTo>
                    <a:pt x="2092489" y="3170916"/>
                  </a:lnTo>
                  <a:lnTo>
                    <a:pt x="2092598" y="3170916"/>
                  </a:lnTo>
                  <a:lnTo>
                    <a:pt x="2092706" y="3170916"/>
                  </a:lnTo>
                  <a:lnTo>
                    <a:pt x="2092814" y="3170916"/>
                  </a:lnTo>
                  <a:lnTo>
                    <a:pt x="2092923" y="3170916"/>
                  </a:lnTo>
                  <a:lnTo>
                    <a:pt x="2093031" y="3170916"/>
                  </a:lnTo>
                  <a:lnTo>
                    <a:pt x="2093140" y="3170916"/>
                  </a:lnTo>
                  <a:lnTo>
                    <a:pt x="2093140" y="3170292"/>
                  </a:lnTo>
                  <a:lnTo>
                    <a:pt x="2093248" y="3170292"/>
                  </a:lnTo>
                  <a:lnTo>
                    <a:pt x="2093357" y="3170292"/>
                  </a:lnTo>
                  <a:lnTo>
                    <a:pt x="2093465" y="3170292"/>
                  </a:lnTo>
                  <a:lnTo>
                    <a:pt x="2093574" y="3170292"/>
                  </a:lnTo>
                  <a:lnTo>
                    <a:pt x="2093682" y="3170292"/>
                  </a:lnTo>
                  <a:lnTo>
                    <a:pt x="2093790" y="3170292"/>
                  </a:lnTo>
                  <a:lnTo>
                    <a:pt x="2093899" y="3170292"/>
                  </a:lnTo>
                  <a:lnTo>
                    <a:pt x="2094007" y="3170292"/>
                  </a:lnTo>
                  <a:lnTo>
                    <a:pt x="2094116" y="3170292"/>
                  </a:lnTo>
                  <a:lnTo>
                    <a:pt x="2094224" y="3170292"/>
                  </a:lnTo>
                  <a:lnTo>
                    <a:pt x="2094333" y="3170292"/>
                  </a:lnTo>
                  <a:lnTo>
                    <a:pt x="2094441" y="3170292"/>
                  </a:lnTo>
                  <a:lnTo>
                    <a:pt x="2094550" y="3170292"/>
                  </a:lnTo>
                  <a:lnTo>
                    <a:pt x="2094658" y="3170292"/>
                  </a:lnTo>
                  <a:lnTo>
                    <a:pt x="2094766" y="3170292"/>
                  </a:lnTo>
                  <a:lnTo>
                    <a:pt x="2094875" y="3170292"/>
                  </a:lnTo>
                  <a:lnTo>
                    <a:pt x="2094983" y="3170292"/>
                  </a:lnTo>
                  <a:lnTo>
                    <a:pt x="2095092" y="3170292"/>
                  </a:lnTo>
                  <a:lnTo>
                    <a:pt x="2095092" y="3169668"/>
                  </a:lnTo>
                  <a:lnTo>
                    <a:pt x="2095200" y="3169668"/>
                  </a:lnTo>
                  <a:lnTo>
                    <a:pt x="2095309" y="3169668"/>
                  </a:lnTo>
                  <a:lnTo>
                    <a:pt x="2095417" y="3169668"/>
                  </a:lnTo>
                  <a:lnTo>
                    <a:pt x="2095417" y="3169045"/>
                  </a:lnTo>
                  <a:lnTo>
                    <a:pt x="2095526" y="3169045"/>
                  </a:lnTo>
                  <a:lnTo>
                    <a:pt x="2095634" y="3169045"/>
                  </a:lnTo>
                  <a:lnTo>
                    <a:pt x="2095742" y="3169045"/>
                  </a:lnTo>
                  <a:lnTo>
                    <a:pt x="2095851" y="3169045"/>
                  </a:lnTo>
                  <a:lnTo>
                    <a:pt x="2095959" y="3169045"/>
                  </a:lnTo>
                  <a:lnTo>
                    <a:pt x="2095959" y="3168421"/>
                  </a:lnTo>
                  <a:lnTo>
                    <a:pt x="2096068" y="3168421"/>
                  </a:lnTo>
                  <a:lnTo>
                    <a:pt x="2096176" y="3168421"/>
                  </a:lnTo>
                  <a:lnTo>
                    <a:pt x="2096285" y="3168421"/>
                  </a:lnTo>
                  <a:lnTo>
                    <a:pt x="2096393" y="3168421"/>
                  </a:lnTo>
                  <a:lnTo>
                    <a:pt x="2096502" y="3168421"/>
                  </a:lnTo>
                  <a:lnTo>
                    <a:pt x="2096502" y="3167798"/>
                  </a:lnTo>
                  <a:lnTo>
                    <a:pt x="2096610" y="3167798"/>
                  </a:lnTo>
                  <a:lnTo>
                    <a:pt x="2096610" y="3167174"/>
                  </a:lnTo>
                  <a:lnTo>
                    <a:pt x="2096719" y="3167174"/>
                  </a:lnTo>
                  <a:lnTo>
                    <a:pt x="2096719" y="3166551"/>
                  </a:lnTo>
                  <a:lnTo>
                    <a:pt x="2096827" y="3166551"/>
                  </a:lnTo>
                  <a:lnTo>
                    <a:pt x="2096935" y="3166551"/>
                  </a:lnTo>
                  <a:lnTo>
                    <a:pt x="2097044" y="3166551"/>
                  </a:lnTo>
                  <a:lnTo>
                    <a:pt x="2097152" y="3166551"/>
                  </a:lnTo>
                  <a:lnTo>
                    <a:pt x="2097261" y="3166551"/>
                  </a:lnTo>
                  <a:lnTo>
                    <a:pt x="2097261" y="3165927"/>
                  </a:lnTo>
                  <a:lnTo>
                    <a:pt x="2097369" y="3165927"/>
                  </a:lnTo>
                  <a:lnTo>
                    <a:pt x="2097478" y="3165927"/>
                  </a:lnTo>
                  <a:lnTo>
                    <a:pt x="2097478" y="3165303"/>
                  </a:lnTo>
                  <a:lnTo>
                    <a:pt x="2097586" y="3165303"/>
                  </a:lnTo>
                  <a:lnTo>
                    <a:pt x="2097695" y="3165303"/>
                  </a:lnTo>
                  <a:lnTo>
                    <a:pt x="2097695" y="3164680"/>
                  </a:lnTo>
                  <a:lnTo>
                    <a:pt x="2097803" y="3164680"/>
                  </a:lnTo>
                  <a:lnTo>
                    <a:pt x="2097911" y="3164680"/>
                  </a:lnTo>
                  <a:lnTo>
                    <a:pt x="2098020" y="3164680"/>
                  </a:lnTo>
                  <a:lnTo>
                    <a:pt x="2098020" y="3164056"/>
                  </a:lnTo>
                  <a:lnTo>
                    <a:pt x="2098128" y="3164056"/>
                  </a:lnTo>
                  <a:lnTo>
                    <a:pt x="2098237" y="3164056"/>
                  </a:lnTo>
                  <a:lnTo>
                    <a:pt x="2098345" y="3164056"/>
                  </a:lnTo>
                  <a:lnTo>
                    <a:pt x="2098454" y="3164056"/>
                  </a:lnTo>
                  <a:lnTo>
                    <a:pt x="2098562" y="3164056"/>
                  </a:lnTo>
                  <a:lnTo>
                    <a:pt x="2098671" y="3164056"/>
                  </a:lnTo>
                  <a:lnTo>
                    <a:pt x="2098779" y="3164056"/>
                  </a:lnTo>
                  <a:lnTo>
                    <a:pt x="2098887" y="3164056"/>
                  </a:lnTo>
                  <a:lnTo>
                    <a:pt x="2098887" y="3163433"/>
                  </a:lnTo>
                  <a:lnTo>
                    <a:pt x="2098996" y="3163433"/>
                  </a:lnTo>
                  <a:lnTo>
                    <a:pt x="2099104" y="3163433"/>
                  </a:lnTo>
                  <a:lnTo>
                    <a:pt x="2099213" y="3163433"/>
                  </a:lnTo>
                  <a:lnTo>
                    <a:pt x="2099321" y="3163433"/>
                  </a:lnTo>
                  <a:lnTo>
                    <a:pt x="2099430" y="3163433"/>
                  </a:lnTo>
                  <a:lnTo>
                    <a:pt x="2099538" y="3163433"/>
                  </a:lnTo>
                  <a:lnTo>
                    <a:pt x="2099647" y="3163433"/>
                  </a:lnTo>
                  <a:lnTo>
                    <a:pt x="2099755" y="3163433"/>
                  </a:lnTo>
                  <a:lnTo>
                    <a:pt x="2099863" y="3163433"/>
                  </a:lnTo>
                  <a:lnTo>
                    <a:pt x="2099863" y="3162809"/>
                  </a:lnTo>
                  <a:lnTo>
                    <a:pt x="2099863" y="3162185"/>
                  </a:lnTo>
                  <a:lnTo>
                    <a:pt x="2099972" y="3162185"/>
                  </a:lnTo>
                  <a:lnTo>
                    <a:pt x="2100080" y="3162185"/>
                  </a:lnTo>
                  <a:lnTo>
                    <a:pt x="2100189" y="3162185"/>
                  </a:lnTo>
                  <a:lnTo>
                    <a:pt x="2100297" y="3162185"/>
                  </a:lnTo>
                  <a:lnTo>
                    <a:pt x="2100406" y="3162185"/>
                  </a:lnTo>
                  <a:lnTo>
                    <a:pt x="2100514" y="3162185"/>
                  </a:lnTo>
                  <a:lnTo>
                    <a:pt x="2100514" y="3161562"/>
                  </a:lnTo>
                  <a:lnTo>
                    <a:pt x="2100514" y="3160938"/>
                  </a:lnTo>
                  <a:lnTo>
                    <a:pt x="2100623" y="3160938"/>
                  </a:lnTo>
                  <a:lnTo>
                    <a:pt x="2100731" y="3160938"/>
                  </a:lnTo>
                  <a:lnTo>
                    <a:pt x="2100731" y="3160315"/>
                  </a:lnTo>
                  <a:lnTo>
                    <a:pt x="2100840" y="3160315"/>
                  </a:lnTo>
                  <a:lnTo>
                    <a:pt x="2100840" y="3159691"/>
                  </a:lnTo>
                  <a:lnTo>
                    <a:pt x="2100948" y="3159691"/>
                  </a:lnTo>
                  <a:lnTo>
                    <a:pt x="2100948" y="3159068"/>
                  </a:lnTo>
                  <a:lnTo>
                    <a:pt x="2101056" y="3159068"/>
                  </a:lnTo>
                  <a:lnTo>
                    <a:pt x="2101165" y="3159068"/>
                  </a:lnTo>
                  <a:lnTo>
                    <a:pt x="2101273" y="3159068"/>
                  </a:lnTo>
                  <a:lnTo>
                    <a:pt x="2101382" y="3159068"/>
                  </a:lnTo>
                  <a:lnTo>
                    <a:pt x="2101490" y="3159068"/>
                  </a:lnTo>
                  <a:lnTo>
                    <a:pt x="2101490" y="3158444"/>
                  </a:lnTo>
                  <a:lnTo>
                    <a:pt x="2101599" y="3158444"/>
                  </a:lnTo>
                  <a:lnTo>
                    <a:pt x="2101707" y="3158444"/>
                  </a:lnTo>
                  <a:lnTo>
                    <a:pt x="2101816" y="3158444"/>
                  </a:lnTo>
                  <a:lnTo>
                    <a:pt x="2101816" y="3157820"/>
                  </a:lnTo>
                  <a:lnTo>
                    <a:pt x="2101924" y="3157820"/>
                  </a:lnTo>
                  <a:lnTo>
                    <a:pt x="2102032" y="3157820"/>
                  </a:lnTo>
                  <a:lnTo>
                    <a:pt x="2102032" y="3157197"/>
                  </a:lnTo>
                  <a:lnTo>
                    <a:pt x="2102141" y="3157197"/>
                  </a:lnTo>
                  <a:lnTo>
                    <a:pt x="2102249" y="3157197"/>
                  </a:lnTo>
                  <a:lnTo>
                    <a:pt x="2102358" y="3157197"/>
                  </a:lnTo>
                  <a:lnTo>
                    <a:pt x="2102466" y="3157197"/>
                  </a:lnTo>
                  <a:lnTo>
                    <a:pt x="2102575" y="3157197"/>
                  </a:lnTo>
                  <a:lnTo>
                    <a:pt x="2102683" y="3157197"/>
                  </a:lnTo>
                  <a:lnTo>
                    <a:pt x="2102792" y="3157197"/>
                  </a:lnTo>
                  <a:lnTo>
                    <a:pt x="2102900" y="3157197"/>
                  </a:lnTo>
                  <a:lnTo>
                    <a:pt x="2102900" y="3156573"/>
                  </a:lnTo>
                  <a:lnTo>
                    <a:pt x="2103008" y="3156573"/>
                  </a:lnTo>
                  <a:lnTo>
                    <a:pt x="2103117" y="3156573"/>
                  </a:lnTo>
                  <a:lnTo>
                    <a:pt x="2103117" y="3155950"/>
                  </a:lnTo>
                  <a:lnTo>
                    <a:pt x="2103225" y="3155950"/>
                  </a:lnTo>
                  <a:lnTo>
                    <a:pt x="2103334" y="3155950"/>
                  </a:lnTo>
                  <a:lnTo>
                    <a:pt x="2103442" y="3155950"/>
                  </a:lnTo>
                  <a:lnTo>
                    <a:pt x="2103551" y="3155950"/>
                  </a:lnTo>
                  <a:lnTo>
                    <a:pt x="2103659" y="3155950"/>
                  </a:lnTo>
                  <a:lnTo>
                    <a:pt x="2103768" y="3155950"/>
                  </a:lnTo>
                  <a:lnTo>
                    <a:pt x="2103876" y="3155950"/>
                  </a:lnTo>
                  <a:lnTo>
                    <a:pt x="2103876" y="3155326"/>
                  </a:lnTo>
                  <a:lnTo>
                    <a:pt x="2103876" y="3154702"/>
                  </a:lnTo>
                  <a:lnTo>
                    <a:pt x="2103984" y="3154702"/>
                  </a:lnTo>
                  <a:lnTo>
                    <a:pt x="2104093" y="3154702"/>
                  </a:lnTo>
                  <a:lnTo>
                    <a:pt x="2104201" y="3154702"/>
                  </a:lnTo>
                  <a:lnTo>
                    <a:pt x="2104310" y="3154702"/>
                  </a:lnTo>
                  <a:lnTo>
                    <a:pt x="2104310" y="3154079"/>
                  </a:lnTo>
                  <a:lnTo>
                    <a:pt x="2104418" y="3154079"/>
                  </a:lnTo>
                  <a:lnTo>
                    <a:pt x="2104527" y="3154079"/>
                  </a:lnTo>
                  <a:lnTo>
                    <a:pt x="2104527" y="3153455"/>
                  </a:lnTo>
                  <a:lnTo>
                    <a:pt x="2104635" y="3153455"/>
                  </a:lnTo>
                  <a:lnTo>
                    <a:pt x="2104744" y="3153455"/>
                  </a:lnTo>
                  <a:lnTo>
                    <a:pt x="2104852" y="3153455"/>
                  </a:lnTo>
                  <a:lnTo>
                    <a:pt x="2104852" y="3152832"/>
                  </a:lnTo>
                  <a:lnTo>
                    <a:pt x="2104961" y="3152832"/>
                  </a:lnTo>
                  <a:lnTo>
                    <a:pt x="2105069" y="3152832"/>
                  </a:lnTo>
                  <a:lnTo>
                    <a:pt x="2105177" y="3152832"/>
                  </a:lnTo>
                  <a:lnTo>
                    <a:pt x="2105286" y="3152832"/>
                  </a:lnTo>
                  <a:lnTo>
                    <a:pt x="2105394" y="3152832"/>
                  </a:lnTo>
                  <a:lnTo>
                    <a:pt x="2105394" y="3152208"/>
                  </a:lnTo>
                  <a:lnTo>
                    <a:pt x="2105503" y="3152208"/>
                  </a:lnTo>
                  <a:lnTo>
                    <a:pt x="2105611" y="3152208"/>
                  </a:lnTo>
                  <a:lnTo>
                    <a:pt x="2105720" y="3152208"/>
                  </a:lnTo>
                  <a:lnTo>
                    <a:pt x="2105720" y="3151585"/>
                  </a:lnTo>
                  <a:lnTo>
                    <a:pt x="2105828" y="3151585"/>
                  </a:lnTo>
                  <a:lnTo>
                    <a:pt x="2105937" y="3151585"/>
                  </a:lnTo>
                  <a:lnTo>
                    <a:pt x="2106045" y="3151585"/>
                  </a:lnTo>
                  <a:lnTo>
                    <a:pt x="2106045" y="3150961"/>
                  </a:lnTo>
                  <a:lnTo>
                    <a:pt x="2106153" y="3150961"/>
                  </a:lnTo>
                  <a:lnTo>
                    <a:pt x="2106262" y="3150961"/>
                  </a:lnTo>
                  <a:lnTo>
                    <a:pt x="2106370" y="3150961"/>
                  </a:lnTo>
                  <a:lnTo>
                    <a:pt x="2106479" y="3150961"/>
                  </a:lnTo>
                  <a:lnTo>
                    <a:pt x="2106587" y="3150961"/>
                  </a:lnTo>
                  <a:lnTo>
                    <a:pt x="2106696" y="3150961"/>
                  </a:lnTo>
                  <a:lnTo>
                    <a:pt x="2106804" y="3150961"/>
                  </a:lnTo>
                  <a:lnTo>
                    <a:pt x="2106804" y="3150337"/>
                  </a:lnTo>
                  <a:lnTo>
                    <a:pt x="2106913" y="3150337"/>
                  </a:lnTo>
                  <a:lnTo>
                    <a:pt x="2107021" y="3150337"/>
                  </a:lnTo>
                  <a:lnTo>
                    <a:pt x="2107129" y="3150337"/>
                  </a:lnTo>
                  <a:lnTo>
                    <a:pt x="2107238" y="3150337"/>
                  </a:lnTo>
                  <a:lnTo>
                    <a:pt x="2107346" y="3150337"/>
                  </a:lnTo>
                  <a:lnTo>
                    <a:pt x="2107346" y="3149714"/>
                  </a:lnTo>
                  <a:lnTo>
                    <a:pt x="2107455" y="3149714"/>
                  </a:lnTo>
                  <a:lnTo>
                    <a:pt x="2107455" y="3149090"/>
                  </a:lnTo>
                  <a:lnTo>
                    <a:pt x="2107563" y="3149090"/>
                  </a:lnTo>
                  <a:lnTo>
                    <a:pt x="2107563" y="3148467"/>
                  </a:lnTo>
                  <a:lnTo>
                    <a:pt x="2107672" y="3148467"/>
                  </a:lnTo>
                  <a:lnTo>
                    <a:pt x="2107780" y="3148467"/>
                  </a:lnTo>
                  <a:lnTo>
                    <a:pt x="2107889" y="3148467"/>
                  </a:lnTo>
                  <a:lnTo>
                    <a:pt x="2107889" y="3147843"/>
                  </a:lnTo>
                  <a:lnTo>
                    <a:pt x="2107997" y="3147843"/>
                  </a:lnTo>
                  <a:lnTo>
                    <a:pt x="2108105" y="3147843"/>
                  </a:lnTo>
                  <a:lnTo>
                    <a:pt x="2108214" y="3147843"/>
                  </a:lnTo>
                  <a:lnTo>
                    <a:pt x="2108322" y="3147843"/>
                  </a:lnTo>
                  <a:lnTo>
                    <a:pt x="2108431" y="3147843"/>
                  </a:lnTo>
                  <a:lnTo>
                    <a:pt x="2108539" y="3147843"/>
                  </a:lnTo>
                  <a:lnTo>
                    <a:pt x="2108539" y="3147219"/>
                  </a:lnTo>
                  <a:lnTo>
                    <a:pt x="2108648" y="3147219"/>
                  </a:lnTo>
                  <a:lnTo>
                    <a:pt x="2108756" y="3147219"/>
                  </a:lnTo>
                  <a:lnTo>
                    <a:pt x="2108865" y="3147219"/>
                  </a:lnTo>
                  <a:lnTo>
                    <a:pt x="2108973" y="3147219"/>
                  </a:lnTo>
                  <a:lnTo>
                    <a:pt x="2109082" y="3147219"/>
                  </a:lnTo>
                  <a:lnTo>
                    <a:pt x="2109190" y="3147219"/>
                  </a:lnTo>
                  <a:lnTo>
                    <a:pt x="2109298" y="3147219"/>
                  </a:lnTo>
                  <a:lnTo>
                    <a:pt x="2109407" y="3147219"/>
                  </a:lnTo>
                  <a:lnTo>
                    <a:pt x="2109515" y="3147219"/>
                  </a:lnTo>
                  <a:lnTo>
                    <a:pt x="2109624" y="3147219"/>
                  </a:lnTo>
                  <a:lnTo>
                    <a:pt x="2109732" y="3147219"/>
                  </a:lnTo>
                  <a:lnTo>
                    <a:pt x="2109732" y="3146596"/>
                  </a:lnTo>
                  <a:lnTo>
                    <a:pt x="2109841" y="3146596"/>
                  </a:lnTo>
                  <a:lnTo>
                    <a:pt x="2109949" y="3146596"/>
                  </a:lnTo>
                  <a:lnTo>
                    <a:pt x="2110058" y="3146596"/>
                  </a:lnTo>
                  <a:lnTo>
                    <a:pt x="2110166" y="3146596"/>
                  </a:lnTo>
                  <a:lnTo>
                    <a:pt x="2110274" y="3146596"/>
                  </a:lnTo>
                  <a:lnTo>
                    <a:pt x="2110383" y="3146596"/>
                  </a:lnTo>
                  <a:lnTo>
                    <a:pt x="2110491" y="3146596"/>
                  </a:lnTo>
                  <a:lnTo>
                    <a:pt x="2110600" y="3146596"/>
                  </a:lnTo>
                  <a:lnTo>
                    <a:pt x="2110708" y="3146596"/>
                  </a:lnTo>
                  <a:lnTo>
                    <a:pt x="2110817" y="3146596"/>
                  </a:lnTo>
                  <a:lnTo>
                    <a:pt x="2110925" y="3146596"/>
                  </a:lnTo>
                  <a:lnTo>
                    <a:pt x="2111034" y="3146596"/>
                  </a:lnTo>
                  <a:lnTo>
                    <a:pt x="2111142" y="3146596"/>
                  </a:lnTo>
                  <a:lnTo>
                    <a:pt x="2111250" y="3146596"/>
                  </a:lnTo>
                  <a:lnTo>
                    <a:pt x="2111359" y="3146596"/>
                  </a:lnTo>
                  <a:lnTo>
                    <a:pt x="2111467" y="3146596"/>
                  </a:lnTo>
                  <a:lnTo>
                    <a:pt x="2111576" y="3146596"/>
                  </a:lnTo>
                  <a:lnTo>
                    <a:pt x="2111684" y="3146596"/>
                  </a:lnTo>
                  <a:lnTo>
                    <a:pt x="2111684" y="3145972"/>
                  </a:lnTo>
                  <a:lnTo>
                    <a:pt x="2111793" y="3145972"/>
                  </a:lnTo>
                  <a:lnTo>
                    <a:pt x="2111901" y="3145972"/>
                  </a:lnTo>
                  <a:lnTo>
                    <a:pt x="2111901" y="3145349"/>
                  </a:lnTo>
                  <a:lnTo>
                    <a:pt x="2111901" y="3144725"/>
                  </a:lnTo>
                  <a:lnTo>
                    <a:pt x="2111901" y="3144102"/>
                  </a:lnTo>
                  <a:lnTo>
                    <a:pt x="2112010" y="3144102"/>
                  </a:lnTo>
                  <a:lnTo>
                    <a:pt x="2112118" y="3144102"/>
                  </a:lnTo>
                  <a:lnTo>
                    <a:pt x="2112118" y="3143478"/>
                  </a:lnTo>
                  <a:lnTo>
                    <a:pt x="2112226" y="3143478"/>
                  </a:lnTo>
                  <a:lnTo>
                    <a:pt x="2112335" y="3143478"/>
                  </a:lnTo>
                  <a:lnTo>
                    <a:pt x="2112443" y="3143478"/>
                  </a:lnTo>
                  <a:lnTo>
                    <a:pt x="2112443" y="3142854"/>
                  </a:lnTo>
                  <a:lnTo>
                    <a:pt x="2112552" y="3142854"/>
                  </a:lnTo>
                  <a:lnTo>
                    <a:pt x="2112660" y="3142854"/>
                  </a:lnTo>
                  <a:lnTo>
                    <a:pt x="2112769" y="3142854"/>
                  </a:lnTo>
                  <a:lnTo>
                    <a:pt x="2112877" y="3142854"/>
                  </a:lnTo>
                  <a:lnTo>
                    <a:pt x="2112986" y="3142854"/>
                  </a:lnTo>
                  <a:lnTo>
                    <a:pt x="2112986" y="3142231"/>
                  </a:lnTo>
                  <a:lnTo>
                    <a:pt x="2113094" y="3142231"/>
                  </a:lnTo>
                  <a:lnTo>
                    <a:pt x="2113202" y="3142231"/>
                  </a:lnTo>
                  <a:lnTo>
                    <a:pt x="2113311" y="3142231"/>
                  </a:lnTo>
                  <a:lnTo>
                    <a:pt x="2113311" y="3141607"/>
                  </a:lnTo>
                  <a:lnTo>
                    <a:pt x="2113419" y="3141607"/>
                  </a:lnTo>
                  <a:lnTo>
                    <a:pt x="2113528" y="3141607"/>
                  </a:lnTo>
                  <a:lnTo>
                    <a:pt x="2113636" y="3141607"/>
                  </a:lnTo>
                  <a:lnTo>
                    <a:pt x="2113745" y="3141607"/>
                  </a:lnTo>
                  <a:lnTo>
                    <a:pt x="2113853" y="3141607"/>
                  </a:lnTo>
                  <a:lnTo>
                    <a:pt x="2113962" y="3141607"/>
                  </a:lnTo>
                  <a:lnTo>
                    <a:pt x="2113962" y="3140984"/>
                  </a:lnTo>
                  <a:lnTo>
                    <a:pt x="2114070" y="3140984"/>
                  </a:lnTo>
                  <a:lnTo>
                    <a:pt x="2114179" y="3140984"/>
                  </a:lnTo>
                  <a:lnTo>
                    <a:pt x="2114287" y="3140984"/>
                  </a:lnTo>
                  <a:lnTo>
                    <a:pt x="2114395" y="3140984"/>
                  </a:lnTo>
                  <a:lnTo>
                    <a:pt x="2114504" y="3140984"/>
                  </a:lnTo>
                  <a:lnTo>
                    <a:pt x="2114612" y="3140984"/>
                  </a:lnTo>
                  <a:lnTo>
                    <a:pt x="2114721" y="3140984"/>
                  </a:lnTo>
                  <a:lnTo>
                    <a:pt x="2114829" y="3140984"/>
                  </a:lnTo>
                  <a:lnTo>
                    <a:pt x="2114938" y="3140984"/>
                  </a:lnTo>
                  <a:lnTo>
                    <a:pt x="2115046" y="3140984"/>
                  </a:lnTo>
                  <a:lnTo>
                    <a:pt x="2115155" y="3140984"/>
                  </a:lnTo>
                  <a:lnTo>
                    <a:pt x="2115155" y="3140360"/>
                  </a:lnTo>
                  <a:lnTo>
                    <a:pt x="2115263" y="3140360"/>
                  </a:lnTo>
                  <a:lnTo>
                    <a:pt x="2115371" y="3140360"/>
                  </a:lnTo>
                  <a:lnTo>
                    <a:pt x="2115480" y="3140360"/>
                  </a:lnTo>
                  <a:lnTo>
                    <a:pt x="2115588" y="3140360"/>
                  </a:lnTo>
                  <a:lnTo>
                    <a:pt x="2115588" y="3139736"/>
                  </a:lnTo>
                  <a:lnTo>
                    <a:pt x="2115697" y="3139736"/>
                  </a:lnTo>
                  <a:lnTo>
                    <a:pt x="2115805" y="3139736"/>
                  </a:lnTo>
                  <a:lnTo>
                    <a:pt x="2115914" y="3139736"/>
                  </a:lnTo>
                  <a:lnTo>
                    <a:pt x="2116022" y="3139736"/>
                  </a:lnTo>
                  <a:lnTo>
                    <a:pt x="2116131" y="3139736"/>
                  </a:lnTo>
                  <a:lnTo>
                    <a:pt x="2116131" y="3139113"/>
                  </a:lnTo>
                  <a:lnTo>
                    <a:pt x="2116239" y="3139113"/>
                  </a:lnTo>
                  <a:lnTo>
                    <a:pt x="2116347" y="3139113"/>
                  </a:lnTo>
                  <a:lnTo>
                    <a:pt x="2116347" y="3138489"/>
                  </a:lnTo>
                  <a:lnTo>
                    <a:pt x="2116456" y="3138489"/>
                  </a:lnTo>
                  <a:lnTo>
                    <a:pt x="2116564" y="3138489"/>
                  </a:lnTo>
                  <a:lnTo>
                    <a:pt x="2116673" y="3138489"/>
                  </a:lnTo>
                  <a:lnTo>
                    <a:pt x="2116781" y="3138489"/>
                  </a:lnTo>
                  <a:lnTo>
                    <a:pt x="2116890" y="3138489"/>
                  </a:lnTo>
                  <a:lnTo>
                    <a:pt x="2116890" y="3137866"/>
                  </a:lnTo>
                  <a:lnTo>
                    <a:pt x="2116998" y="3137866"/>
                  </a:lnTo>
                  <a:lnTo>
                    <a:pt x="2117107" y="3137866"/>
                  </a:lnTo>
                  <a:lnTo>
                    <a:pt x="2117107" y="3137242"/>
                  </a:lnTo>
                  <a:lnTo>
                    <a:pt x="2117107" y="3136619"/>
                  </a:lnTo>
                  <a:lnTo>
                    <a:pt x="2117215" y="3136619"/>
                  </a:lnTo>
                  <a:lnTo>
                    <a:pt x="2117215" y="3135995"/>
                  </a:lnTo>
                  <a:lnTo>
                    <a:pt x="2117323" y="3135995"/>
                  </a:lnTo>
                  <a:lnTo>
                    <a:pt x="2117432" y="3135995"/>
                  </a:lnTo>
                  <a:lnTo>
                    <a:pt x="2117540" y="3135995"/>
                  </a:lnTo>
                  <a:lnTo>
                    <a:pt x="2117649" y="3135995"/>
                  </a:lnTo>
                  <a:lnTo>
                    <a:pt x="2117757" y="3135995"/>
                  </a:lnTo>
                  <a:lnTo>
                    <a:pt x="2117866" y="3135995"/>
                  </a:lnTo>
                  <a:lnTo>
                    <a:pt x="2117974" y="3135995"/>
                  </a:lnTo>
                  <a:lnTo>
                    <a:pt x="2117974" y="3135371"/>
                  </a:lnTo>
                  <a:lnTo>
                    <a:pt x="2118083" y="3135371"/>
                  </a:lnTo>
                  <a:lnTo>
                    <a:pt x="2118191" y="3135371"/>
                  </a:lnTo>
                  <a:lnTo>
                    <a:pt x="2118191" y="3134748"/>
                  </a:lnTo>
                  <a:lnTo>
                    <a:pt x="2118300" y="3134748"/>
                  </a:lnTo>
                  <a:lnTo>
                    <a:pt x="2118408" y="3134748"/>
                  </a:lnTo>
                  <a:lnTo>
                    <a:pt x="2118516" y="3134748"/>
                  </a:lnTo>
                  <a:lnTo>
                    <a:pt x="2118625" y="3134748"/>
                  </a:lnTo>
                  <a:lnTo>
                    <a:pt x="2118733" y="3134748"/>
                  </a:lnTo>
                  <a:lnTo>
                    <a:pt x="2118842" y="3134748"/>
                  </a:lnTo>
                  <a:lnTo>
                    <a:pt x="2118950" y="3134748"/>
                  </a:lnTo>
                  <a:lnTo>
                    <a:pt x="2119059" y="3134748"/>
                  </a:lnTo>
                  <a:lnTo>
                    <a:pt x="2119167" y="3134748"/>
                  </a:lnTo>
                  <a:lnTo>
                    <a:pt x="2119276" y="3134748"/>
                  </a:lnTo>
                  <a:lnTo>
                    <a:pt x="2119384" y="3134748"/>
                  </a:lnTo>
                  <a:lnTo>
                    <a:pt x="2119492" y="3134748"/>
                  </a:lnTo>
                  <a:lnTo>
                    <a:pt x="2119601" y="3134748"/>
                  </a:lnTo>
                  <a:lnTo>
                    <a:pt x="2119709" y="3134748"/>
                  </a:lnTo>
                  <a:lnTo>
                    <a:pt x="2119709" y="3134124"/>
                  </a:lnTo>
                  <a:lnTo>
                    <a:pt x="2119818" y="3134124"/>
                  </a:lnTo>
                  <a:lnTo>
                    <a:pt x="2119926" y="3134124"/>
                  </a:lnTo>
                  <a:lnTo>
                    <a:pt x="2120035" y="3134124"/>
                  </a:lnTo>
                  <a:lnTo>
                    <a:pt x="2120143" y="3134124"/>
                  </a:lnTo>
                  <a:lnTo>
                    <a:pt x="2120252" y="3134124"/>
                  </a:lnTo>
                  <a:lnTo>
                    <a:pt x="2120360" y="3134124"/>
                  </a:lnTo>
                  <a:lnTo>
                    <a:pt x="2120468" y="3134124"/>
                  </a:lnTo>
                  <a:lnTo>
                    <a:pt x="2120577" y="3134124"/>
                  </a:lnTo>
                  <a:lnTo>
                    <a:pt x="2120577" y="3133501"/>
                  </a:lnTo>
                  <a:lnTo>
                    <a:pt x="2120685" y="3133501"/>
                  </a:lnTo>
                  <a:lnTo>
                    <a:pt x="2120685" y="3132877"/>
                  </a:lnTo>
                  <a:lnTo>
                    <a:pt x="2120794" y="3132877"/>
                  </a:lnTo>
                  <a:lnTo>
                    <a:pt x="2120902" y="3132877"/>
                  </a:lnTo>
                  <a:lnTo>
                    <a:pt x="2121011" y="3132877"/>
                  </a:lnTo>
                  <a:lnTo>
                    <a:pt x="2121119" y="3132877"/>
                  </a:lnTo>
                  <a:lnTo>
                    <a:pt x="2121228" y="3132877"/>
                  </a:lnTo>
                  <a:lnTo>
                    <a:pt x="2121336" y="3132877"/>
                  </a:lnTo>
                  <a:lnTo>
                    <a:pt x="2121444" y="3132877"/>
                  </a:lnTo>
                  <a:lnTo>
                    <a:pt x="2121553" y="3132877"/>
                  </a:lnTo>
                  <a:lnTo>
                    <a:pt x="2121661" y="3132877"/>
                  </a:lnTo>
                  <a:lnTo>
                    <a:pt x="2121770" y="3132877"/>
                  </a:lnTo>
                  <a:lnTo>
                    <a:pt x="2121878" y="3132877"/>
                  </a:lnTo>
                  <a:lnTo>
                    <a:pt x="2121987" y="3132877"/>
                  </a:lnTo>
                  <a:lnTo>
                    <a:pt x="2121987" y="3132253"/>
                  </a:lnTo>
                  <a:lnTo>
                    <a:pt x="2122095" y="3132253"/>
                  </a:lnTo>
                  <a:lnTo>
                    <a:pt x="2122204" y="3132253"/>
                  </a:lnTo>
                  <a:lnTo>
                    <a:pt x="2122312" y="3132253"/>
                  </a:lnTo>
                  <a:lnTo>
                    <a:pt x="2122421" y="3132253"/>
                  </a:lnTo>
                  <a:lnTo>
                    <a:pt x="2122529" y="3132253"/>
                  </a:lnTo>
                  <a:lnTo>
                    <a:pt x="2122637" y="3132253"/>
                  </a:lnTo>
                  <a:lnTo>
                    <a:pt x="2122637" y="3131630"/>
                  </a:lnTo>
                  <a:lnTo>
                    <a:pt x="2122746" y="3131630"/>
                  </a:lnTo>
                  <a:lnTo>
                    <a:pt x="2122854" y="3131630"/>
                  </a:lnTo>
                  <a:lnTo>
                    <a:pt x="2122963" y="3131630"/>
                  </a:lnTo>
                  <a:lnTo>
                    <a:pt x="2122963" y="3131006"/>
                  </a:lnTo>
                  <a:lnTo>
                    <a:pt x="2123071" y="3131006"/>
                  </a:lnTo>
                  <a:lnTo>
                    <a:pt x="2123180" y="3131006"/>
                  </a:lnTo>
                  <a:lnTo>
                    <a:pt x="2123288" y="3131006"/>
                  </a:lnTo>
                  <a:lnTo>
                    <a:pt x="2123288" y="3130383"/>
                  </a:lnTo>
                  <a:lnTo>
                    <a:pt x="2123397" y="3130383"/>
                  </a:lnTo>
                  <a:lnTo>
                    <a:pt x="2123505" y="3130383"/>
                  </a:lnTo>
                  <a:lnTo>
                    <a:pt x="2123613" y="3130383"/>
                  </a:lnTo>
                  <a:lnTo>
                    <a:pt x="2123722" y="3130383"/>
                  </a:lnTo>
                  <a:lnTo>
                    <a:pt x="2123830" y="3130383"/>
                  </a:lnTo>
                  <a:lnTo>
                    <a:pt x="2123939" y="3130383"/>
                  </a:lnTo>
                  <a:lnTo>
                    <a:pt x="2124047" y="3130383"/>
                  </a:lnTo>
                  <a:lnTo>
                    <a:pt x="2124156" y="3130383"/>
                  </a:lnTo>
                  <a:lnTo>
                    <a:pt x="2124264" y="3130383"/>
                  </a:lnTo>
                  <a:lnTo>
                    <a:pt x="2124373" y="3130383"/>
                  </a:lnTo>
                  <a:lnTo>
                    <a:pt x="2124373" y="3129759"/>
                  </a:lnTo>
                  <a:lnTo>
                    <a:pt x="2124481" y="3129759"/>
                  </a:lnTo>
                  <a:lnTo>
                    <a:pt x="2124589" y="3129759"/>
                  </a:lnTo>
                  <a:lnTo>
                    <a:pt x="2124698" y="3129759"/>
                  </a:lnTo>
                  <a:lnTo>
                    <a:pt x="2124806" y="3129759"/>
                  </a:lnTo>
                  <a:lnTo>
                    <a:pt x="2124915" y="3129759"/>
                  </a:lnTo>
                  <a:lnTo>
                    <a:pt x="2125023" y="3129759"/>
                  </a:lnTo>
                  <a:lnTo>
                    <a:pt x="2125132" y="3129759"/>
                  </a:lnTo>
                  <a:lnTo>
                    <a:pt x="2125240" y="3129759"/>
                  </a:lnTo>
                  <a:lnTo>
                    <a:pt x="2125349" y="3129759"/>
                  </a:lnTo>
                  <a:lnTo>
                    <a:pt x="2125349" y="3129136"/>
                  </a:lnTo>
                  <a:lnTo>
                    <a:pt x="2125457" y="3129136"/>
                  </a:lnTo>
                  <a:lnTo>
                    <a:pt x="2125565" y="3129136"/>
                  </a:lnTo>
                  <a:lnTo>
                    <a:pt x="2125565" y="3128512"/>
                  </a:lnTo>
                  <a:lnTo>
                    <a:pt x="2125674" y="3128512"/>
                  </a:lnTo>
                  <a:lnTo>
                    <a:pt x="2125782" y="3128512"/>
                  </a:lnTo>
                  <a:lnTo>
                    <a:pt x="2125891" y="3128512"/>
                  </a:lnTo>
                  <a:lnTo>
                    <a:pt x="2125999" y="3128512"/>
                  </a:lnTo>
                  <a:lnTo>
                    <a:pt x="2126108" y="3128512"/>
                  </a:lnTo>
                  <a:lnTo>
                    <a:pt x="2126216" y="3128512"/>
                  </a:lnTo>
                  <a:lnTo>
                    <a:pt x="2126325" y="3128512"/>
                  </a:lnTo>
                  <a:lnTo>
                    <a:pt x="2126433" y="3128512"/>
                  </a:lnTo>
                  <a:lnTo>
                    <a:pt x="2126542" y="3128512"/>
                  </a:lnTo>
                  <a:lnTo>
                    <a:pt x="2126650" y="3128512"/>
                  </a:lnTo>
                  <a:lnTo>
                    <a:pt x="2126650" y="3127888"/>
                  </a:lnTo>
                  <a:lnTo>
                    <a:pt x="2126758" y="3127888"/>
                  </a:lnTo>
                  <a:lnTo>
                    <a:pt x="2126867" y="3127888"/>
                  </a:lnTo>
                  <a:lnTo>
                    <a:pt x="2126975" y="3127888"/>
                  </a:lnTo>
                  <a:lnTo>
                    <a:pt x="2127084" y="3127888"/>
                  </a:lnTo>
                  <a:lnTo>
                    <a:pt x="2127192" y="3127888"/>
                  </a:lnTo>
                  <a:lnTo>
                    <a:pt x="2127301" y="3127888"/>
                  </a:lnTo>
                  <a:lnTo>
                    <a:pt x="2127301" y="3127265"/>
                  </a:lnTo>
                  <a:lnTo>
                    <a:pt x="2127409" y="3127265"/>
                  </a:lnTo>
                  <a:lnTo>
                    <a:pt x="2127518" y="3127265"/>
                  </a:lnTo>
                  <a:lnTo>
                    <a:pt x="2127518" y="3126641"/>
                  </a:lnTo>
                  <a:lnTo>
                    <a:pt x="2127626" y="3126641"/>
                  </a:lnTo>
                  <a:lnTo>
                    <a:pt x="2127734" y="3126641"/>
                  </a:lnTo>
                  <a:lnTo>
                    <a:pt x="2127843" y="3126641"/>
                  </a:lnTo>
                  <a:lnTo>
                    <a:pt x="2127951" y="3126641"/>
                  </a:lnTo>
                  <a:lnTo>
                    <a:pt x="2128060" y="3126641"/>
                  </a:lnTo>
                  <a:lnTo>
                    <a:pt x="2128060" y="3126018"/>
                  </a:lnTo>
                  <a:lnTo>
                    <a:pt x="2128060" y="3125394"/>
                  </a:lnTo>
                  <a:lnTo>
                    <a:pt x="2128168" y="3125394"/>
                  </a:lnTo>
                  <a:lnTo>
                    <a:pt x="2128277" y="3125394"/>
                  </a:lnTo>
                  <a:lnTo>
                    <a:pt x="2128385" y="3125394"/>
                  </a:lnTo>
                  <a:lnTo>
                    <a:pt x="2128494" y="3125394"/>
                  </a:lnTo>
                  <a:lnTo>
                    <a:pt x="2128602" y="3125394"/>
                  </a:lnTo>
                  <a:lnTo>
                    <a:pt x="2128710" y="3125394"/>
                  </a:lnTo>
                  <a:lnTo>
                    <a:pt x="2128819" y="3125394"/>
                  </a:lnTo>
                  <a:lnTo>
                    <a:pt x="2128927" y="3125394"/>
                  </a:lnTo>
                  <a:lnTo>
                    <a:pt x="2129036" y="3125394"/>
                  </a:lnTo>
                  <a:lnTo>
                    <a:pt x="2129144" y="3125394"/>
                  </a:lnTo>
                  <a:lnTo>
                    <a:pt x="2129253" y="3125394"/>
                  </a:lnTo>
                  <a:lnTo>
                    <a:pt x="2129253" y="3124771"/>
                  </a:lnTo>
                  <a:lnTo>
                    <a:pt x="2129361" y="3124771"/>
                  </a:lnTo>
                  <a:lnTo>
                    <a:pt x="2129470" y="3124771"/>
                  </a:lnTo>
                  <a:lnTo>
                    <a:pt x="2129578" y="3124771"/>
                  </a:lnTo>
                  <a:lnTo>
                    <a:pt x="2129686" y="3124771"/>
                  </a:lnTo>
                  <a:lnTo>
                    <a:pt x="2129795" y="3124771"/>
                  </a:lnTo>
                  <a:lnTo>
                    <a:pt x="2129903" y="3124771"/>
                  </a:lnTo>
                  <a:lnTo>
                    <a:pt x="2130012" y="3124771"/>
                  </a:lnTo>
                  <a:lnTo>
                    <a:pt x="2130120" y="3124771"/>
                  </a:lnTo>
                  <a:lnTo>
                    <a:pt x="2130229" y="3124771"/>
                  </a:lnTo>
                  <a:lnTo>
                    <a:pt x="2130337" y="3124771"/>
                  </a:lnTo>
                  <a:lnTo>
                    <a:pt x="2130446" y="3124771"/>
                  </a:lnTo>
                  <a:lnTo>
                    <a:pt x="2130446" y="3124147"/>
                  </a:lnTo>
                  <a:lnTo>
                    <a:pt x="2130554" y="3124147"/>
                  </a:lnTo>
                  <a:lnTo>
                    <a:pt x="2130554" y="3123523"/>
                  </a:lnTo>
                  <a:lnTo>
                    <a:pt x="2130663" y="3123523"/>
                  </a:lnTo>
                  <a:lnTo>
                    <a:pt x="2130771" y="3123523"/>
                  </a:lnTo>
                  <a:lnTo>
                    <a:pt x="2130879" y="3123523"/>
                  </a:lnTo>
                  <a:lnTo>
                    <a:pt x="2130879" y="3122900"/>
                  </a:lnTo>
                  <a:lnTo>
                    <a:pt x="2130988" y="3122900"/>
                  </a:lnTo>
                  <a:lnTo>
                    <a:pt x="2130988" y="3122276"/>
                  </a:lnTo>
                  <a:lnTo>
                    <a:pt x="2130988" y="3121653"/>
                  </a:lnTo>
                  <a:lnTo>
                    <a:pt x="2131096" y="3121653"/>
                  </a:lnTo>
                  <a:lnTo>
                    <a:pt x="2131096" y="3121029"/>
                  </a:lnTo>
                  <a:lnTo>
                    <a:pt x="2131205" y="3121029"/>
                  </a:lnTo>
                  <a:lnTo>
                    <a:pt x="2131205" y="3120405"/>
                  </a:lnTo>
                  <a:lnTo>
                    <a:pt x="2131313" y="3120405"/>
                  </a:lnTo>
                  <a:lnTo>
                    <a:pt x="2131422" y="3120405"/>
                  </a:lnTo>
                  <a:lnTo>
                    <a:pt x="2131422" y="3119782"/>
                  </a:lnTo>
                  <a:lnTo>
                    <a:pt x="2131530" y="3119782"/>
                  </a:lnTo>
                  <a:lnTo>
                    <a:pt x="2131530" y="3119158"/>
                  </a:lnTo>
                  <a:lnTo>
                    <a:pt x="2131639" y="3119158"/>
                  </a:lnTo>
                  <a:lnTo>
                    <a:pt x="2131747" y="3119158"/>
                  </a:lnTo>
                  <a:lnTo>
                    <a:pt x="2131747" y="3118535"/>
                  </a:lnTo>
                  <a:lnTo>
                    <a:pt x="2131855" y="3118535"/>
                  </a:lnTo>
                  <a:lnTo>
                    <a:pt x="2131964" y="3118535"/>
                  </a:lnTo>
                  <a:lnTo>
                    <a:pt x="2131964" y="3117911"/>
                  </a:lnTo>
                  <a:lnTo>
                    <a:pt x="2132072" y="3117911"/>
                  </a:lnTo>
                  <a:lnTo>
                    <a:pt x="2132181" y="3117911"/>
                  </a:lnTo>
                  <a:lnTo>
                    <a:pt x="2132289" y="3117911"/>
                  </a:lnTo>
                  <a:lnTo>
                    <a:pt x="2132398" y="3117911"/>
                  </a:lnTo>
                  <a:lnTo>
                    <a:pt x="2132506" y="3117911"/>
                  </a:lnTo>
                  <a:lnTo>
                    <a:pt x="2132615" y="3117911"/>
                  </a:lnTo>
                  <a:lnTo>
                    <a:pt x="2132723" y="3117911"/>
                  </a:lnTo>
                  <a:lnTo>
                    <a:pt x="2132723" y="3117288"/>
                  </a:lnTo>
                  <a:lnTo>
                    <a:pt x="2132831" y="3117288"/>
                  </a:lnTo>
                  <a:lnTo>
                    <a:pt x="2132940" y="3117288"/>
                  </a:lnTo>
                  <a:lnTo>
                    <a:pt x="2133048" y="3117288"/>
                  </a:lnTo>
                  <a:lnTo>
                    <a:pt x="2133157" y="3117288"/>
                  </a:lnTo>
                  <a:lnTo>
                    <a:pt x="2133157" y="3116664"/>
                  </a:lnTo>
                  <a:lnTo>
                    <a:pt x="2133265" y="3116664"/>
                  </a:lnTo>
                  <a:lnTo>
                    <a:pt x="2133374" y="3116664"/>
                  </a:lnTo>
                  <a:lnTo>
                    <a:pt x="2133374" y="3116040"/>
                  </a:lnTo>
                  <a:lnTo>
                    <a:pt x="2133482" y="3116040"/>
                  </a:lnTo>
                  <a:lnTo>
                    <a:pt x="2133591" y="3116040"/>
                  </a:lnTo>
                  <a:lnTo>
                    <a:pt x="2133699" y="3116040"/>
                  </a:lnTo>
                  <a:lnTo>
                    <a:pt x="2133807" y="3116040"/>
                  </a:lnTo>
                  <a:lnTo>
                    <a:pt x="2133916" y="3116040"/>
                  </a:lnTo>
                  <a:lnTo>
                    <a:pt x="2134024" y="3116040"/>
                  </a:lnTo>
                  <a:lnTo>
                    <a:pt x="2134133" y="3116040"/>
                  </a:lnTo>
                  <a:lnTo>
                    <a:pt x="2134241" y="3116040"/>
                  </a:lnTo>
                  <a:lnTo>
                    <a:pt x="2134350" y="3116040"/>
                  </a:lnTo>
                  <a:lnTo>
                    <a:pt x="2134458" y="3116040"/>
                  </a:lnTo>
                  <a:lnTo>
                    <a:pt x="2134567" y="3116040"/>
                  </a:lnTo>
                  <a:lnTo>
                    <a:pt x="2134675" y="3116040"/>
                  </a:lnTo>
                  <a:lnTo>
                    <a:pt x="2134783" y="3116040"/>
                  </a:lnTo>
                  <a:lnTo>
                    <a:pt x="2134892" y="3116040"/>
                  </a:lnTo>
                  <a:lnTo>
                    <a:pt x="2135000" y="3116040"/>
                  </a:lnTo>
                  <a:lnTo>
                    <a:pt x="2135109" y="3116040"/>
                  </a:lnTo>
                  <a:lnTo>
                    <a:pt x="2135217" y="3116040"/>
                  </a:lnTo>
                  <a:lnTo>
                    <a:pt x="2135326" y="3116040"/>
                  </a:lnTo>
                  <a:lnTo>
                    <a:pt x="2135326" y="3115417"/>
                  </a:lnTo>
                  <a:lnTo>
                    <a:pt x="2135434" y="3115417"/>
                  </a:lnTo>
                  <a:lnTo>
                    <a:pt x="2135543" y="3115417"/>
                  </a:lnTo>
                  <a:lnTo>
                    <a:pt x="2135543" y="3114793"/>
                  </a:lnTo>
                  <a:lnTo>
                    <a:pt x="2135651" y="3114793"/>
                  </a:lnTo>
                  <a:lnTo>
                    <a:pt x="2135651" y="3114170"/>
                  </a:lnTo>
                  <a:lnTo>
                    <a:pt x="2135760" y="3114170"/>
                  </a:lnTo>
                  <a:lnTo>
                    <a:pt x="2135868" y="3114170"/>
                  </a:lnTo>
                  <a:lnTo>
                    <a:pt x="2135976" y="3114170"/>
                  </a:lnTo>
                  <a:lnTo>
                    <a:pt x="2136085" y="3114170"/>
                  </a:lnTo>
                  <a:lnTo>
                    <a:pt x="2136193" y="3114170"/>
                  </a:lnTo>
                  <a:lnTo>
                    <a:pt x="2136302" y="3114170"/>
                  </a:lnTo>
                  <a:lnTo>
                    <a:pt x="2136410" y="3114170"/>
                  </a:lnTo>
                  <a:lnTo>
                    <a:pt x="2136519" y="3114170"/>
                  </a:lnTo>
                  <a:lnTo>
                    <a:pt x="2136627" y="3114170"/>
                  </a:lnTo>
                  <a:lnTo>
                    <a:pt x="2136736" y="3114170"/>
                  </a:lnTo>
                  <a:lnTo>
                    <a:pt x="2136844" y="3114170"/>
                  </a:lnTo>
                  <a:lnTo>
                    <a:pt x="2136952" y="3114170"/>
                  </a:lnTo>
                  <a:lnTo>
                    <a:pt x="2136952" y="3113546"/>
                  </a:lnTo>
                  <a:lnTo>
                    <a:pt x="2137061" y="3113546"/>
                  </a:lnTo>
                  <a:lnTo>
                    <a:pt x="2137169" y="3113546"/>
                  </a:lnTo>
                  <a:lnTo>
                    <a:pt x="2137169" y="3112922"/>
                  </a:lnTo>
                  <a:lnTo>
                    <a:pt x="2137278" y="3112922"/>
                  </a:lnTo>
                  <a:lnTo>
                    <a:pt x="2137386" y="3112922"/>
                  </a:lnTo>
                  <a:lnTo>
                    <a:pt x="2137495" y="3112922"/>
                  </a:lnTo>
                  <a:lnTo>
                    <a:pt x="2137495" y="3112299"/>
                  </a:lnTo>
                  <a:lnTo>
                    <a:pt x="2137603" y="3112299"/>
                  </a:lnTo>
                  <a:lnTo>
                    <a:pt x="2137712" y="3112299"/>
                  </a:lnTo>
                  <a:lnTo>
                    <a:pt x="2137820" y="3112299"/>
                  </a:lnTo>
                  <a:lnTo>
                    <a:pt x="2137928" y="3112299"/>
                  </a:lnTo>
                  <a:lnTo>
                    <a:pt x="2138037" y="3112299"/>
                  </a:lnTo>
                  <a:lnTo>
                    <a:pt x="2138145" y="3112299"/>
                  </a:lnTo>
                  <a:lnTo>
                    <a:pt x="2138254" y="3112299"/>
                  </a:lnTo>
                  <a:lnTo>
                    <a:pt x="2138362" y="3112299"/>
                  </a:lnTo>
                  <a:lnTo>
                    <a:pt x="2138471" y="3112299"/>
                  </a:lnTo>
                  <a:lnTo>
                    <a:pt x="2138579" y="3112299"/>
                  </a:lnTo>
                  <a:lnTo>
                    <a:pt x="2138688" y="3112299"/>
                  </a:lnTo>
                  <a:lnTo>
                    <a:pt x="2138796" y="3112299"/>
                  </a:lnTo>
                  <a:lnTo>
                    <a:pt x="2138904" y="3112299"/>
                  </a:lnTo>
                  <a:lnTo>
                    <a:pt x="2139013" y="3112299"/>
                  </a:lnTo>
                  <a:lnTo>
                    <a:pt x="2139013" y="3111675"/>
                  </a:lnTo>
                  <a:lnTo>
                    <a:pt x="2139121" y="3111675"/>
                  </a:lnTo>
                  <a:lnTo>
                    <a:pt x="2139230" y="3111675"/>
                  </a:lnTo>
                  <a:lnTo>
                    <a:pt x="2139230" y="3111052"/>
                  </a:lnTo>
                  <a:lnTo>
                    <a:pt x="2139230" y="3110428"/>
                  </a:lnTo>
                  <a:lnTo>
                    <a:pt x="2139338" y="3110428"/>
                  </a:lnTo>
                  <a:lnTo>
                    <a:pt x="2139447" y="3110428"/>
                  </a:lnTo>
                  <a:lnTo>
                    <a:pt x="2139555" y="3110428"/>
                  </a:lnTo>
                  <a:lnTo>
                    <a:pt x="2139664" y="3110428"/>
                  </a:lnTo>
                  <a:lnTo>
                    <a:pt x="2139664" y="3109805"/>
                  </a:lnTo>
                  <a:lnTo>
                    <a:pt x="2139772" y="3109805"/>
                  </a:lnTo>
                  <a:lnTo>
                    <a:pt x="2139772" y="3109181"/>
                  </a:lnTo>
                  <a:lnTo>
                    <a:pt x="2139881" y="3109181"/>
                  </a:lnTo>
                  <a:lnTo>
                    <a:pt x="2139881" y="3108557"/>
                  </a:lnTo>
                  <a:lnTo>
                    <a:pt x="2139989" y="3108557"/>
                  </a:lnTo>
                  <a:lnTo>
                    <a:pt x="2140097" y="3108557"/>
                  </a:lnTo>
                  <a:lnTo>
                    <a:pt x="2140206" y="3108557"/>
                  </a:lnTo>
                  <a:lnTo>
                    <a:pt x="2140206" y="3107934"/>
                  </a:lnTo>
                  <a:lnTo>
                    <a:pt x="2140314" y="3107934"/>
                  </a:lnTo>
                  <a:lnTo>
                    <a:pt x="2140314" y="3107310"/>
                  </a:lnTo>
                  <a:lnTo>
                    <a:pt x="2140314" y="3106687"/>
                  </a:lnTo>
                  <a:lnTo>
                    <a:pt x="2140423" y="3106687"/>
                  </a:lnTo>
                  <a:lnTo>
                    <a:pt x="2140531" y="3106687"/>
                  </a:lnTo>
                  <a:lnTo>
                    <a:pt x="2140640" y="3106687"/>
                  </a:lnTo>
                  <a:lnTo>
                    <a:pt x="2140748" y="3106687"/>
                  </a:lnTo>
                  <a:lnTo>
                    <a:pt x="2140857" y="3106687"/>
                  </a:lnTo>
                  <a:lnTo>
                    <a:pt x="2140965" y="3106687"/>
                  </a:lnTo>
                  <a:lnTo>
                    <a:pt x="2141073" y="3106687"/>
                  </a:lnTo>
                  <a:lnTo>
                    <a:pt x="2141182" y="3106687"/>
                  </a:lnTo>
                  <a:lnTo>
                    <a:pt x="2141290" y="3106687"/>
                  </a:lnTo>
                  <a:lnTo>
                    <a:pt x="2141290" y="3106063"/>
                  </a:lnTo>
                  <a:lnTo>
                    <a:pt x="2141290" y="3105439"/>
                  </a:lnTo>
                  <a:lnTo>
                    <a:pt x="2141399" y="3105439"/>
                  </a:lnTo>
                  <a:lnTo>
                    <a:pt x="2141399" y="3104816"/>
                  </a:lnTo>
                  <a:lnTo>
                    <a:pt x="2141507" y="3104816"/>
                  </a:lnTo>
                  <a:lnTo>
                    <a:pt x="2141507" y="3104192"/>
                  </a:lnTo>
                  <a:lnTo>
                    <a:pt x="2141616" y="3104192"/>
                  </a:lnTo>
                  <a:lnTo>
                    <a:pt x="2141724" y="3104192"/>
                  </a:lnTo>
                  <a:lnTo>
                    <a:pt x="2141833" y="3104192"/>
                  </a:lnTo>
                  <a:lnTo>
                    <a:pt x="2141941" y="3104192"/>
                  </a:lnTo>
                  <a:lnTo>
                    <a:pt x="2142049" y="3104192"/>
                  </a:lnTo>
                  <a:lnTo>
                    <a:pt x="2142158" y="3104192"/>
                  </a:lnTo>
                  <a:lnTo>
                    <a:pt x="2142266" y="3104192"/>
                  </a:lnTo>
                  <a:lnTo>
                    <a:pt x="2142266" y="3103569"/>
                  </a:lnTo>
                  <a:lnTo>
                    <a:pt x="2142266" y="3102945"/>
                  </a:lnTo>
                  <a:lnTo>
                    <a:pt x="2142375" y="3102945"/>
                  </a:lnTo>
                  <a:lnTo>
                    <a:pt x="2142375" y="3102322"/>
                  </a:lnTo>
                  <a:lnTo>
                    <a:pt x="2142483" y="3102322"/>
                  </a:lnTo>
                  <a:lnTo>
                    <a:pt x="2142592" y="3102322"/>
                  </a:lnTo>
                  <a:lnTo>
                    <a:pt x="2142700" y="3102322"/>
                  </a:lnTo>
                  <a:lnTo>
                    <a:pt x="2142700" y="3101698"/>
                  </a:lnTo>
                  <a:lnTo>
                    <a:pt x="2142700" y="3101074"/>
                  </a:lnTo>
                  <a:lnTo>
                    <a:pt x="2142809" y="3101074"/>
                  </a:lnTo>
                  <a:lnTo>
                    <a:pt x="2142917" y="3101074"/>
                  </a:lnTo>
                  <a:lnTo>
                    <a:pt x="2143025" y="3101074"/>
                  </a:lnTo>
                  <a:lnTo>
                    <a:pt x="2143134" y="3101074"/>
                  </a:lnTo>
                  <a:lnTo>
                    <a:pt x="2143134" y="3100451"/>
                  </a:lnTo>
                  <a:lnTo>
                    <a:pt x="2143242" y="3100451"/>
                  </a:lnTo>
                  <a:lnTo>
                    <a:pt x="2143351" y="3100451"/>
                  </a:lnTo>
                  <a:lnTo>
                    <a:pt x="2143459" y="3100451"/>
                  </a:lnTo>
                  <a:lnTo>
                    <a:pt x="2143568" y="3100451"/>
                  </a:lnTo>
                  <a:lnTo>
                    <a:pt x="2143676" y="3100451"/>
                  </a:lnTo>
                  <a:lnTo>
                    <a:pt x="2143785" y="3100451"/>
                  </a:lnTo>
                  <a:lnTo>
                    <a:pt x="2143785" y="3099827"/>
                  </a:lnTo>
                  <a:lnTo>
                    <a:pt x="2143785" y="3099204"/>
                  </a:lnTo>
                  <a:lnTo>
                    <a:pt x="2143785" y="3098580"/>
                  </a:lnTo>
                  <a:lnTo>
                    <a:pt x="2143893" y="3098580"/>
                  </a:lnTo>
                  <a:lnTo>
                    <a:pt x="2144002" y="3098580"/>
                  </a:lnTo>
                  <a:lnTo>
                    <a:pt x="2144110" y="3098580"/>
                  </a:lnTo>
                  <a:lnTo>
                    <a:pt x="2144218" y="3098580"/>
                  </a:lnTo>
                  <a:lnTo>
                    <a:pt x="2144218" y="3097956"/>
                  </a:lnTo>
                  <a:lnTo>
                    <a:pt x="2144327" y="3097956"/>
                  </a:lnTo>
                  <a:lnTo>
                    <a:pt x="2144435" y="3097956"/>
                  </a:lnTo>
                  <a:lnTo>
                    <a:pt x="2144544" y="3097956"/>
                  </a:lnTo>
                  <a:lnTo>
                    <a:pt x="2144652" y="3097956"/>
                  </a:lnTo>
                  <a:lnTo>
                    <a:pt x="2144761" y="3097956"/>
                  </a:lnTo>
                  <a:lnTo>
                    <a:pt x="2144869" y="3097956"/>
                  </a:lnTo>
                  <a:lnTo>
                    <a:pt x="2144978" y="3097956"/>
                  </a:lnTo>
                  <a:lnTo>
                    <a:pt x="2145086" y="3097956"/>
                  </a:lnTo>
                  <a:lnTo>
                    <a:pt x="2145194" y="3097956"/>
                  </a:lnTo>
                  <a:lnTo>
                    <a:pt x="2145303" y="3097956"/>
                  </a:lnTo>
                  <a:lnTo>
                    <a:pt x="2145411" y="3097956"/>
                  </a:lnTo>
                  <a:lnTo>
                    <a:pt x="2145520" y="3097956"/>
                  </a:lnTo>
                  <a:lnTo>
                    <a:pt x="2145628" y="3097956"/>
                  </a:lnTo>
                  <a:lnTo>
                    <a:pt x="2145737" y="3097956"/>
                  </a:lnTo>
                  <a:lnTo>
                    <a:pt x="2145845" y="3097956"/>
                  </a:lnTo>
                  <a:lnTo>
                    <a:pt x="2145845" y="3097333"/>
                  </a:lnTo>
                  <a:lnTo>
                    <a:pt x="2145954" y="3097333"/>
                  </a:lnTo>
                  <a:lnTo>
                    <a:pt x="2146062" y="3097333"/>
                  </a:lnTo>
                  <a:lnTo>
                    <a:pt x="2146062" y="3096709"/>
                  </a:lnTo>
                  <a:lnTo>
                    <a:pt x="2146170" y="3096709"/>
                  </a:lnTo>
                  <a:lnTo>
                    <a:pt x="2146170" y="3096086"/>
                  </a:lnTo>
                  <a:lnTo>
                    <a:pt x="2146279" y="3096086"/>
                  </a:lnTo>
                  <a:lnTo>
                    <a:pt x="2146387" y="3096086"/>
                  </a:lnTo>
                  <a:lnTo>
                    <a:pt x="2146496" y="3096086"/>
                  </a:lnTo>
                  <a:lnTo>
                    <a:pt x="2146496" y="3095462"/>
                  </a:lnTo>
                  <a:lnTo>
                    <a:pt x="2146604" y="3095462"/>
                  </a:lnTo>
                  <a:lnTo>
                    <a:pt x="2146713" y="3095462"/>
                  </a:lnTo>
                  <a:lnTo>
                    <a:pt x="2146821" y="3095462"/>
                  </a:lnTo>
                  <a:lnTo>
                    <a:pt x="2146930" y="3095462"/>
                  </a:lnTo>
                  <a:lnTo>
                    <a:pt x="2147038" y="3095462"/>
                  </a:lnTo>
                  <a:lnTo>
                    <a:pt x="2147146" y="3095462"/>
                  </a:lnTo>
                  <a:lnTo>
                    <a:pt x="2147255" y="3095462"/>
                  </a:lnTo>
                  <a:lnTo>
                    <a:pt x="2147363" y="3095462"/>
                  </a:lnTo>
                  <a:lnTo>
                    <a:pt x="2147363" y="3094839"/>
                  </a:lnTo>
                  <a:lnTo>
                    <a:pt x="2147472" y="3094839"/>
                  </a:lnTo>
                  <a:lnTo>
                    <a:pt x="2147472" y="3094215"/>
                  </a:lnTo>
                  <a:lnTo>
                    <a:pt x="2147580" y="3094215"/>
                  </a:lnTo>
                  <a:lnTo>
                    <a:pt x="2147689" y="3094215"/>
                  </a:lnTo>
                  <a:lnTo>
                    <a:pt x="2147797" y="3094215"/>
                  </a:lnTo>
                  <a:lnTo>
                    <a:pt x="2147906" y="3094215"/>
                  </a:lnTo>
                  <a:lnTo>
                    <a:pt x="2148014" y="3094215"/>
                  </a:lnTo>
                  <a:lnTo>
                    <a:pt x="2148014" y="3093591"/>
                  </a:lnTo>
                  <a:lnTo>
                    <a:pt x="2148123" y="3093591"/>
                  </a:lnTo>
                  <a:lnTo>
                    <a:pt x="2148123" y="3092968"/>
                  </a:lnTo>
                  <a:lnTo>
                    <a:pt x="2148231" y="3092968"/>
                  </a:lnTo>
                  <a:lnTo>
                    <a:pt x="2148339" y="3092968"/>
                  </a:lnTo>
                  <a:lnTo>
                    <a:pt x="2148448" y="3092968"/>
                  </a:lnTo>
                  <a:lnTo>
                    <a:pt x="2148556" y="3092968"/>
                  </a:lnTo>
                  <a:lnTo>
                    <a:pt x="2148556" y="3092344"/>
                  </a:lnTo>
                  <a:lnTo>
                    <a:pt x="2148556" y="3091721"/>
                  </a:lnTo>
                  <a:lnTo>
                    <a:pt x="2148665" y="3091721"/>
                  </a:lnTo>
                  <a:lnTo>
                    <a:pt x="2148773" y="3091721"/>
                  </a:lnTo>
                  <a:lnTo>
                    <a:pt x="2148773" y="3091097"/>
                  </a:lnTo>
                  <a:lnTo>
                    <a:pt x="2148882" y="3091097"/>
                  </a:lnTo>
                  <a:lnTo>
                    <a:pt x="2148990" y="3091097"/>
                  </a:lnTo>
                  <a:lnTo>
                    <a:pt x="2149099" y="3091097"/>
                  </a:lnTo>
                  <a:lnTo>
                    <a:pt x="2149207" y="3091097"/>
                  </a:lnTo>
                  <a:lnTo>
                    <a:pt x="2149315" y="3091097"/>
                  </a:lnTo>
                  <a:lnTo>
                    <a:pt x="2149315" y="3090473"/>
                  </a:lnTo>
                  <a:lnTo>
                    <a:pt x="2149315" y="3089850"/>
                  </a:lnTo>
                  <a:lnTo>
                    <a:pt x="2149424" y="3089850"/>
                  </a:lnTo>
                  <a:lnTo>
                    <a:pt x="2149532" y="3089850"/>
                  </a:lnTo>
                  <a:lnTo>
                    <a:pt x="2149532" y="3089226"/>
                  </a:lnTo>
                  <a:lnTo>
                    <a:pt x="2149641" y="3089226"/>
                  </a:lnTo>
                  <a:lnTo>
                    <a:pt x="2149641" y="3088603"/>
                  </a:lnTo>
                  <a:lnTo>
                    <a:pt x="2149641" y="3087979"/>
                  </a:lnTo>
                  <a:lnTo>
                    <a:pt x="2149749" y="3087979"/>
                  </a:lnTo>
                  <a:lnTo>
                    <a:pt x="2149858" y="3087979"/>
                  </a:lnTo>
                  <a:lnTo>
                    <a:pt x="2149858" y="3087356"/>
                  </a:lnTo>
                  <a:lnTo>
                    <a:pt x="2149966" y="3087356"/>
                  </a:lnTo>
                  <a:lnTo>
                    <a:pt x="2150075" y="3087356"/>
                  </a:lnTo>
                  <a:lnTo>
                    <a:pt x="2150183" y="3087356"/>
                  </a:lnTo>
                  <a:lnTo>
                    <a:pt x="2150291" y="3087356"/>
                  </a:lnTo>
                  <a:lnTo>
                    <a:pt x="2150400" y="3087356"/>
                  </a:lnTo>
                  <a:lnTo>
                    <a:pt x="2150508" y="3087356"/>
                  </a:lnTo>
                  <a:lnTo>
                    <a:pt x="2150508" y="3086732"/>
                  </a:lnTo>
                  <a:lnTo>
                    <a:pt x="2150508" y="3086108"/>
                  </a:lnTo>
                  <a:lnTo>
                    <a:pt x="2150617" y="3086108"/>
                  </a:lnTo>
                  <a:lnTo>
                    <a:pt x="2150725" y="3086108"/>
                  </a:lnTo>
                  <a:lnTo>
                    <a:pt x="2150725" y="3085485"/>
                  </a:lnTo>
                  <a:lnTo>
                    <a:pt x="2150834" y="3085485"/>
                  </a:lnTo>
                  <a:lnTo>
                    <a:pt x="2150942" y="3085485"/>
                  </a:lnTo>
                  <a:lnTo>
                    <a:pt x="2151051" y="3085485"/>
                  </a:lnTo>
                  <a:lnTo>
                    <a:pt x="2151051" y="3084861"/>
                  </a:lnTo>
                  <a:lnTo>
                    <a:pt x="2151159" y="3084861"/>
                  </a:lnTo>
                  <a:lnTo>
                    <a:pt x="2151267" y="3084861"/>
                  </a:lnTo>
                  <a:lnTo>
                    <a:pt x="2151376" y="3084861"/>
                  </a:lnTo>
                  <a:lnTo>
                    <a:pt x="2151484" y="3084861"/>
                  </a:lnTo>
                  <a:lnTo>
                    <a:pt x="2151593" y="3084861"/>
                  </a:lnTo>
                  <a:lnTo>
                    <a:pt x="2151701" y="3084861"/>
                  </a:lnTo>
                  <a:lnTo>
                    <a:pt x="2151810" y="3084861"/>
                  </a:lnTo>
                  <a:lnTo>
                    <a:pt x="2151918" y="3084861"/>
                  </a:lnTo>
                  <a:lnTo>
                    <a:pt x="2152027" y="3084861"/>
                  </a:lnTo>
                  <a:lnTo>
                    <a:pt x="2152135" y="3084861"/>
                  </a:lnTo>
                  <a:lnTo>
                    <a:pt x="2152244" y="3084861"/>
                  </a:lnTo>
                  <a:lnTo>
                    <a:pt x="2152352" y="3084861"/>
                  </a:lnTo>
                  <a:lnTo>
                    <a:pt x="2152460" y="3084861"/>
                  </a:lnTo>
                  <a:lnTo>
                    <a:pt x="2152569" y="3084861"/>
                  </a:lnTo>
                  <a:lnTo>
                    <a:pt x="2152677" y="3084861"/>
                  </a:lnTo>
                  <a:lnTo>
                    <a:pt x="2152786" y="3084861"/>
                  </a:lnTo>
                  <a:lnTo>
                    <a:pt x="2152894" y="3084861"/>
                  </a:lnTo>
                  <a:lnTo>
                    <a:pt x="2153003" y="3084861"/>
                  </a:lnTo>
                  <a:lnTo>
                    <a:pt x="2153111" y="3084861"/>
                  </a:lnTo>
                  <a:lnTo>
                    <a:pt x="2153220" y="3084861"/>
                  </a:lnTo>
                  <a:lnTo>
                    <a:pt x="2153328" y="3084861"/>
                  </a:lnTo>
                  <a:lnTo>
                    <a:pt x="2153436" y="3084861"/>
                  </a:lnTo>
                  <a:lnTo>
                    <a:pt x="2153545" y="3084861"/>
                  </a:lnTo>
                  <a:lnTo>
                    <a:pt x="2153653" y="3084861"/>
                  </a:lnTo>
                  <a:lnTo>
                    <a:pt x="2153762" y="3084861"/>
                  </a:lnTo>
                  <a:lnTo>
                    <a:pt x="2153870" y="3084861"/>
                  </a:lnTo>
                  <a:lnTo>
                    <a:pt x="2153979" y="3084861"/>
                  </a:lnTo>
                  <a:lnTo>
                    <a:pt x="2154087" y="3084861"/>
                  </a:lnTo>
                  <a:lnTo>
                    <a:pt x="2154196" y="3084861"/>
                  </a:lnTo>
                  <a:lnTo>
                    <a:pt x="2154304" y="3084861"/>
                  </a:lnTo>
                  <a:lnTo>
                    <a:pt x="2154304" y="3084238"/>
                  </a:lnTo>
                  <a:lnTo>
                    <a:pt x="2154412" y="3084238"/>
                  </a:lnTo>
                  <a:lnTo>
                    <a:pt x="2154521" y="3084238"/>
                  </a:lnTo>
                  <a:lnTo>
                    <a:pt x="2154629" y="3084238"/>
                  </a:lnTo>
                  <a:lnTo>
                    <a:pt x="2154738" y="3084238"/>
                  </a:lnTo>
                  <a:lnTo>
                    <a:pt x="2154738" y="3083614"/>
                  </a:lnTo>
                  <a:lnTo>
                    <a:pt x="2154846" y="3083614"/>
                  </a:lnTo>
                  <a:lnTo>
                    <a:pt x="2154955" y="3083614"/>
                  </a:lnTo>
                  <a:lnTo>
                    <a:pt x="2154955" y="3082990"/>
                  </a:lnTo>
                  <a:lnTo>
                    <a:pt x="2155063" y="3082990"/>
                  </a:lnTo>
                  <a:lnTo>
                    <a:pt x="2155172" y="3082990"/>
                  </a:lnTo>
                  <a:lnTo>
                    <a:pt x="2155172" y="3082367"/>
                  </a:lnTo>
                  <a:lnTo>
                    <a:pt x="2155280" y="3082367"/>
                  </a:lnTo>
                  <a:lnTo>
                    <a:pt x="2155388" y="3082367"/>
                  </a:lnTo>
                  <a:lnTo>
                    <a:pt x="2155388" y="3081743"/>
                  </a:lnTo>
                  <a:lnTo>
                    <a:pt x="2155497" y="3081743"/>
                  </a:lnTo>
                  <a:lnTo>
                    <a:pt x="2155605" y="3081743"/>
                  </a:lnTo>
                  <a:lnTo>
                    <a:pt x="2155714" y="3081743"/>
                  </a:lnTo>
                  <a:lnTo>
                    <a:pt x="2155822" y="3081743"/>
                  </a:lnTo>
                  <a:lnTo>
                    <a:pt x="2155931" y="3081743"/>
                  </a:lnTo>
                  <a:lnTo>
                    <a:pt x="2156039" y="3081743"/>
                  </a:lnTo>
                  <a:lnTo>
                    <a:pt x="2156148" y="3081743"/>
                  </a:lnTo>
                  <a:lnTo>
                    <a:pt x="2156256" y="3081743"/>
                  </a:lnTo>
                  <a:lnTo>
                    <a:pt x="2156365" y="3081743"/>
                  </a:lnTo>
                  <a:lnTo>
                    <a:pt x="2156365" y="3081120"/>
                  </a:lnTo>
                  <a:lnTo>
                    <a:pt x="2156473" y="3081120"/>
                  </a:lnTo>
                  <a:lnTo>
                    <a:pt x="2156581" y="3081120"/>
                  </a:lnTo>
                  <a:lnTo>
                    <a:pt x="2156690" y="3081120"/>
                  </a:lnTo>
                  <a:lnTo>
                    <a:pt x="2156798" y="3081120"/>
                  </a:lnTo>
                  <a:lnTo>
                    <a:pt x="2156798" y="3080496"/>
                  </a:lnTo>
                  <a:lnTo>
                    <a:pt x="2156907" y="3080496"/>
                  </a:lnTo>
                  <a:lnTo>
                    <a:pt x="2157015" y="3080496"/>
                  </a:lnTo>
                  <a:lnTo>
                    <a:pt x="2157124" y="3080496"/>
                  </a:lnTo>
                  <a:lnTo>
                    <a:pt x="2157232" y="3080496"/>
                  </a:lnTo>
                  <a:lnTo>
                    <a:pt x="2157341" y="3080496"/>
                  </a:lnTo>
                  <a:lnTo>
                    <a:pt x="2157341" y="3079873"/>
                  </a:lnTo>
                  <a:lnTo>
                    <a:pt x="2157341" y="3079249"/>
                  </a:lnTo>
                  <a:lnTo>
                    <a:pt x="2157449" y="3079249"/>
                  </a:lnTo>
                  <a:lnTo>
                    <a:pt x="2157449" y="3078625"/>
                  </a:lnTo>
                  <a:lnTo>
                    <a:pt x="2157557" y="3078625"/>
                  </a:lnTo>
                  <a:lnTo>
                    <a:pt x="2157666" y="3078625"/>
                  </a:lnTo>
                  <a:lnTo>
                    <a:pt x="2157774" y="3078625"/>
                  </a:lnTo>
                  <a:lnTo>
                    <a:pt x="2157883" y="3078625"/>
                  </a:lnTo>
                  <a:lnTo>
                    <a:pt x="2157991" y="3078625"/>
                  </a:lnTo>
                  <a:lnTo>
                    <a:pt x="2157991" y="3078002"/>
                  </a:lnTo>
                  <a:lnTo>
                    <a:pt x="2157991" y="3077378"/>
                  </a:lnTo>
                  <a:lnTo>
                    <a:pt x="2158100" y="3077378"/>
                  </a:lnTo>
                  <a:lnTo>
                    <a:pt x="2158208" y="3077378"/>
                  </a:lnTo>
                  <a:lnTo>
                    <a:pt x="2158317" y="3077378"/>
                  </a:lnTo>
                  <a:lnTo>
                    <a:pt x="2158425" y="3077378"/>
                  </a:lnTo>
                  <a:lnTo>
                    <a:pt x="2158533" y="3077378"/>
                  </a:lnTo>
                  <a:lnTo>
                    <a:pt x="2158642" y="3077378"/>
                  </a:lnTo>
                  <a:lnTo>
                    <a:pt x="2158750" y="3077378"/>
                  </a:lnTo>
                  <a:lnTo>
                    <a:pt x="2158859" y="3077378"/>
                  </a:lnTo>
                  <a:lnTo>
                    <a:pt x="2158967" y="3077378"/>
                  </a:lnTo>
                  <a:lnTo>
                    <a:pt x="2159076" y="3077378"/>
                  </a:lnTo>
                  <a:lnTo>
                    <a:pt x="2159184" y="3077378"/>
                  </a:lnTo>
                  <a:lnTo>
                    <a:pt x="2159293" y="3077378"/>
                  </a:lnTo>
                  <a:lnTo>
                    <a:pt x="2159293" y="3076755"/>
                  </a:lnTo>
                  <a:lnTo>
                    <a:pt x="2159401" y="3076755"/>
                  </a:lnTo>
                  <a:lnTo>
                    <a:pt x="2159509" y="3076755"/>
                  </a:lnTo>
                  <a:lnTo>
                    <a:pt x="2159618" y="3076755"/>
                  </a:lnTo>
                  <a:lnTo>
                    <a:pt x="2159726" y="3076755"/>
                  </a:lnTo>
                  <a:lnTo>
                    <a:pt x="2159835" y="3076755"/>
                  </a:lnTo>
                  <a:lnTo>
                    <a:pt x="2159943" y="3076755"/>
                  </a:lnTo>
                  <a:lnTo>
                    <a:pt x="2160052" y="3076755"/>
                  </a:lnTo>
                  <a:lnTo>
                    <a:pt x="2160160" y="3076755"/>
                  </a:lnTo>
                  <a:lnTo>
                    <a:pt x="2160269" y="3076755"/>
                  </a:lnTo>
                  <a:lnTo>
                    <a:pt x="2160377" y="3076755"/>
                  </a:lnTo>
                  <a:lnTo>
                    <a:pt x="2160485" y="3076755"/>
                  </a:lnTo>
                  <a:lnTo>
                    <a:pt x="2160485" y="3076131"/>
                  </a:lnTo>
                  <a:lnTo>
                    <a:pt x="2160594" y="3076131"/>
                  </a:lnTo>
                  <a:lnTo>
                    <a:pt x="2160702" y="3076131"/>
                  </a:lnTo>
                  <a:lnTo>
                    <a:pt x="2160811" y="3076131"/>
                  </a:lnTo>
                  <a:lnTo>
                    <a:pt x="2160919" y="3076131"/>
                  </a:lnTo>
                  <a:lnTo>
                    <a:pt x="2161028" y="3076131"/>
                  </a:lnTo>
                  <a:lnTo>
                    <a:pt x="2161136" y="3076131"/>
                  </a:lnTo>
                  <a:lnTo>
                    <a:pt x="2161245" y="3076131"/>
                  </a:lnTo>
                  <a:lnTo>
                    <a:pt x="2161353" y="3076131"/>
                  </a:lnTo>
                  <a:lnTo>
                    <a:pt x="2161462" y="3076131"/>
                  </a:lnTo>
                  <a:lnTo>
                    <a:pt x="2161570" y="3076131"/>
                  </a:lnTo>
                  <a:lnTo>
                    <a:pt x="2161678" y="3076131"/>
                  </a:lnTo>
                  <a:lnTo>
                    <a:pt x="2161787" y="3076131"/>
                  </a:lnTo>
                  <a:lnTo>
                    <a:pt x="2161895" y="3076131"/>
                  </a:lnTo>
                  <a:lnTo>
                    <a:pt x="2162004" y="3076131"/>
                  </a:lnTo>
                  <a:lnTo>
                    <a:pt x="2162112" y="3076131"/>
                  </a:lnTo>
                  <a:lnTo>
                    <a:pt x="2162221" y="3076131"/>
                  </a:lnTo>
                  <a:lnTo>
                    <a:pt x="2162221" y="3075507"/>
                  </a:lnTo>
                  <a:lnTo>
                    <a:pt x="2162329" y="3075507"/>
                  </a:lnTo>
                  <a:lnTo>
                    <a:pt x="2162438" y="3075507"/>
                  </a:lnTo>
                  <a:lnTo>
                    <a:pt x="2162546" y="3075507"/>
                  </a:lnTo>
                  <a:lnTo>
                    <a:pt x="2162654" y="3075507"/>
                  </a:lnTo>
                  <a:lnTo>
                    <a:pt x="2162763" y="3075507"/>
                  </a:lnTo>
                  <a:lnTo>
                    <a:pt x="2162871" y="3075507"/>
                  </a:lnTo>
                  <a:lnTo>
                    <a:pt x="2162980" y="3075507"/>
                  </a:lnTo>
                  <a:lnTo>
                    <a:pt x="2163088" y="3075507"/>
                  </a:lnTo>
                  <a:lnTo>
                    <a:pt x="2163197" y="3075507"/>
                  </a:lnTo>
                  <a:lnTo>
                    <a:pt x="2163305" y="3075507"/>
                  </a:lnTo>
                  <a:lnTo>
                    <a:pt x="2163414" y="3075507"/>
                  </a:lnTo>
                  <a:lnTo>
                    <a:pt x="2163414" y="3074884"/>
                  </a:lnTo>
                  <a:lnTo>
                    <a:pt x="2163522" y="3074884"/>
                  </a:lnTo>
                  <a:lnTo>
                    <a:pt x="2163630" y="3074884"/>
                  </a:lnTo>
                  <a:lnTo>
                    <a:pt x="2163739" y="3074884"/>
                  </a:lnTo>
                  <a:lnTo>
                    <a:pt x="2163847" y="3074884"/>
                  </a:lnTo>
                  <a:lnTo>
                    <a:pt x="2163956" y="3074884"/>
                  </a:lnTo>
                  <a:lnTo>
                    <a:pt x="2164064" y="3074884"/>
                  </a:lnTo>
                  <a:lnTo>
                    <a:pt x="2164173" y="3074884"/>
                  </a:lnTo>
                  <a:lnTo>
                    <a:pt x="2164281" y="3074884"/>
                  </a:lnTo>
                  <a:lnTo>
                    <a:pt x="2164390" y="3074884"/>
                  </a:lnTo>
                  <a:lnTo>
                    <a:pt x="2164498" y="3074884"/>
                  </a:lnTo>
                  <a:lnTo>
                    <a:pt x="2164606" y="3074884"/>
                  </a:lnTo>
                  <a:lnTo>
                    <a:pt x="2164715" y="3074884"/>
                  </a:lnTo>
                  <a:lnTo>
                    <a:pt x="2164823" y="3074884"/>
                  </a:lnTo>
                  <a:lnTo>
                    <a:pt x="2164932" y="3074884"/>
                  </a:lnTo>
                  <a:lnTo>
                    <a:pt x="2165040" y="3074884"/>
                  </a:lnTo>
                  <a:lnTo>
                    <a:pt x="2165149" y="3074884"/>
                  </a:lnTo>
                  <a:lnTo>
                    <a:pt x="2165257" y="3074884"/>
                  </a:lnTo>
                  <a:lnTo>
                    <a:pt x="2165366" y="3074884"/>
                  </a:lnTo>
                  <a:lnTo>
                    <a:pt x="2165366" y="3074260"/>
                  </a:lnTo>
                  <a:lnTo>
                    <a:pt x="2165474" y="3074260"/>
                  </a:lnTo>
                  <a:lnTo>
                    <a:pt x="2165583" y="3074260"/>
                  </a:lnTo>
                  <a:lnTo>
                    <a:pt x="2165691" y="3074260"/>
                  </a:lnTo>
                  <a:lnTo>
                    <a:pt x="2165691" y="3073637"/>
                  </a:lnTo>
                  <a:lnTo>
                    <a:pt x="2165799" y="3073637"/>
                  </a:lnTo>
                  <a:lnTo>
                    <a:pt x="2165908" y="3073637"/>
                  </a:lnTo>
                  <a:lnTo>
                    <a:pt x="2166016" y="3073637"/>
                  </a:lnTo>
                  <a:lnTo>
                    <a:pt x="2166125" y="3073637"/>
                  </a:lnTo>
                  <a:lnTo>
                    <a:pt x="2166233" y="3073637"/>
                  </a:lnTo>
                  <a:lnTo>
                    <a:pt x="2166342" y="3073637"/>
                  </a:lnTo>
                  <a:lnTo>
                    <a:pt x="2166450" y="3073637"/>
                  </a:lnTo>
                  <a:lnTo>
                    <a:pt x="2166559" y="3073637"/>
                  </a:lnTo>
                  <a:lnTo>
                    <a:pt x="2166667" y="3073637"/>
                  </a:lnTo>
                  <a:lnTo>
                    <a:pt x="2166775" y="3073637"/>
                  </a:lnTo>
                  <a:lnTo>
                    <a:pt x="2166884" y="3073637"/>
                  </a:lnTo>
                  <a:lnTo>
                    <a:pt x="2166992" y="3073637"/>
                  </a:lnTo>
                  <a:lnTo>
                    <a:pt x="2167101" y="3073637"/>
                  </a:lnTo>
                  <a:lnTo>
                    <a:pt x="2167209" y="3073637"/>
                  </a:lnTo>
                  <a:lnTo>
                    <a:pt x="2167209" y="3073013"/>
                  </a:lnTo>
                  <a:lnTo>
                    <a:pt x="2167318" y="3073013"/>
                  </a:lnTo>
                  <a:lnTo>
                    <a:pt x="2167426" y="3073013"/>
                  </a:lnTo>
                  <a:lnTo>
                    <a:pt x="2167535" y="3073013"/>
                  </a:lnTo>
                  <a:lnTo>
                    <a:pt x="2167643" y="3073013"/>
                  </a:lnTo>
                  <a:lnTo>
                    <a:pt x="2167643" y="3072390"/>
                  </a:lnTo>
                  <a:lnTo>
                    <a:pt x="2167751" y="3072390"/>
                  </a:lnTo>
                  <a:lnTo>
                    <a:pt x="2167860" y="3072390"/>
                  </a:lnTo>
                  <a:lnTo>
                    <a:pt x="2167860" y="3071766"/>
                  </a:lnTo>
                  <a:lnTo>
                    <a:pt x="2167860" y="3071142"/>
                  </a:lnTo>
                  <a:lnTo>
                    <a:pt x="2167968" y="3071142"/>
                  </a:lnTo>
                  <a:lnTo>
                    <a:pt x="2168077" y="3071142"/>
                  </a:lnTo>
                  <a:lnTo>
                    <a:pt x="2168077" y="3070519"/>
                  </a:lnTo>
                  <a:lnTo>
                    <a:pt x="2168185" y="3070519"/>
                  </a:lnTo>
                  <a:lnTo>
                    <a:pt x="2168294" y="3070519"/>
                  </a:lnTo>
                  <a:lnTo>
                    <a:pt x="2168402" y="3070519"/>
                  </a:lnTo>
                  <a:lnTo>
                    <a:pt x="2168511" y="3070519"/>
                  </a:lnTo>
                  <a:lnTo>
                    <a:pt x="2168511" y="3069895"/>
                  </a:lnTo>
                  <a:lnTo>
                    <a:pt x="2168619" y="3069895"/>
                  </a:lnTo>
                  <a:lnTo>
                    <a:pt x="2168727" y="3069895"/>
                  </a:lnTo>
                  <a:lnTo>
                    <a:pt x="2168727" y="3069272"/>
                  </a:lnTo>
                  <a:lnTo>
                    <a:pt x="2168836" y="3069272"/>
                  </a:lnTo>
                  <a:lnTo>
                    <a:pt x="2168836" y="3068648"/>
                  </a:lnTo>
                  <a:lnTo>
                    <a:pt x="2168944" y="3068648"/>
                  </a:lnTo>
                  <a:lnTo>
                    <a:pt x="2169053" y="3068648"/>
                  </a:lnTo>
                  <a:lnTo>
                    <a:pt x="2169161" y="3068648"/>
                  </a:lnTo>
                  <a:lnTo>
                    <a:pt x="2169270" y="3068648"/>
                  </a:lnTo>
                  <a:lnTo>
                    <a:pt x="2169270" y="3068025"/>
                  </a:lnTo>
                  <a:lnTo>
                    <a:pt x="2169378" y="3068025"/>
                  </a:lnTo>
                  <a:lnTo>
                    <a:pt x="2169487" y="3068025"/>
                  </a:lnTo>
                  <a:lnTo>
                    <a:pt x="2169487" y="3067401"/>
                  </a:lnTo>
                  <a:lnTo>
                    <a:pt x="2169595" y="3067401"/>
                  </a:lnTo>
                  <a:lnTo>
                    <a:pt x="2169704" y="3067401"/>
                  </a:lnTo>
                  <a:lnTo>
                    <a:pt x="2169812" y="3067401"/>
                  </a:lnTo>
                  <a:lnTo>
                    <a:pt x="2169920" y="3067401"/>
                  </a:lnTo>
                  <a:lnTo>
                    <a:pt x="2169920" y="3066777"/>
                  </a:lnTo>
                  <a:lnTo>
                    <a:pt x="2170029" y="3066777"/>
                  </a:lnTo>
                  <a:lnTo>
                    <a:pt x="2170137" y="3066777"/>
                  </a:lnTo>
                  <a:lnTo>
                    <a:pt x="2170246" y="3066777"/>
                  </a:lnTo>
                  <a:lnTo>
                    <a:pt x="2170354" y="3066777"/>
                  </a:lnTo>
                  <a:lnTo>
                    <a:pt x="2170463" y="3066777"/>
                  </a:lnTo>
                  <a:lnTo>
                    <a:pt x="2170571" y="3066777"/>
                  </a:lnTo>
                  <a:lnTo>
                    <a:pt x="2170571" y="3066154"/>
                  </a:lnTo>
                  <a:lnTo>
                    <a:pt x="2170680" y="3066154"/>
                  </a:lnTo>
                  <a:lnTo>
                    <a:pt x="2170788" y="3066154"/>
                  </a:lnTo>
                  <a:lnTo>
                    <a:pt x="2170896" y="3066154"/>
                  </a:lnTo>
                  <a:lnTo>
                    <a:pt x="2170896" y="3065530"/>
                  </a:lnTo>
                  <a:lnTo>
                    <a:pt x="2171005" y="3065530"/>
                  </a:lnTo>
                  <a:lnTo>
                    <a:pt x="2171113" y="3065530"/>
                  </a:lnTo>
                  <a:lnTo>
                    <a:pt x="2171222" y="3065530"/>
                  </a:lnTo>
                  <a:lnTo>
                    <a:pt x="2171330" y="3065530"/>
                  </a:lnTo>
                  <a:lnTo>
                    <a:pt x="2171330" y="3064907"/>
                  </a:lnTo>
                  <a:lnTo>
                    <a:pt x="2171439" y="3064907"/>
                  </a:lnTo>
                  <a:lnTo>
                    <a:pt x="2171547" y="3064907"/>
                  </a:lnTo>
                  <a:lnTo>
                    <a:pt x="2171547" y="3064283"/>
                  </a:lnTo>
                  <a:lnTo>
                    <a:pt x="2171547" y="3063659"/>
                  </a:lnTo>
                  <a:lnTo>
                    <a:pt x="2171547" y="3063036"/>
                  </a:lnTo>
                  <a:lnTo>
                    <a:pt x="2171656" y="3063036"/>
                  </a:lnTo>
                  <a:lnTo>
                    <a:pt x="2171764" y="3063036"/>
                  </a:lnTo>
                  <a:lnTo>
                    <a:pt x="2171872" y="3063036"/>
                  </a:lnTo>
                  <a:lnTo>
                    <a:pt x="2171872" y="3062412"/>
                  </a:lnTo>
                  <a:lnTo>
                    <a:pt x="2171981" y="3062412"/>
                  </a:lnTo>
                  <a:lnTo>
                    <a:pt x="2172089" y="3062412"/>
                  </a:lnTo>
                  <a:lnTo>
                    <a:pt x="2172198" y="3062412"/>
                  </a:lnTo>
                  <a:lnTo>
                    <a:pt x="2172306" y="3062412"/>
                  </a:lnTo>
                  <a:lnTo>
                    <a:pt x="2172415" y="3062412"/>
                  </a:lnTo>
                  <a:lnTo>
                    <a:pt x="2172523" y="3062412"/>
                  </a:lnTo>
                  <a:lnTo>
                    <a:pt x="2172632" y="3062412"/>
                  </a:lnTo>
                  <a:lnTo>
                    <a:pt x="2172740" y="3062412"/>
                  </a:lnTo>
                  <a:lnTo>
                    <a:pt x="2172848" y="3062412"/>
                  </a:lnTo>
                  <a:lnTo>
                    <a:pt x="2172957" y="3062412"/>
                  </a:lnTo>
                  <a:lnTo>
                    <a:pt x="2172957" y="3061789"/>
                  </a:lnTo>
                  <a:lnTo>
                    <a:pt x="2173065" y="3061789"/>
                  </a:lnTo>
                  <a:lnTo>
                    <a:pt x="2173174" y="3061789"/>
                  </a:lnTo>
                  <a:lnTo>
                    <a:pt x="2173282" y="3061789"/>
                  </a:lnTo>
                  <a:lnTo>
                    <a:pt x="2173282" y="3061165"/>
                  </a:lnTo>
                  <a:lnTo>
                    <a:pt x="2173391" y="3061165"/>
                  </a:lnTo>
                  <a:lnTo>
                    <a:pt x="2173499" y="3061165"/>
                  </a:lnTo>
                  <a:lnTo>
                    <a:pt x="2173499" y="3060542"/>
                  </a:lnTo>
                  <a:lnTo>
                    <a:pt x="2173608" y="3060542"/>
                  </a:lnTo>
                  <a:lnTo>
                    <a:pt x="2173716" y="3060542"/>
                  </a:lnTo>
                  <a:lnTo>
                    <a:pt x="2173825" y="3060542"/>
                  </a:lnTo>
                  <a:lnTo>
                    <a:pt x="2173933" y="3060542"/>
                  </a:lnTo>
                  <a:lnTo>
                    <a:pt x="2174041" y="3060542"/>
                  </a:lnTo>
                  <a:lnTo>
                    <a:pt x="2174150" y="3060542"/>
                  </a:lnTo>
                  <a:lnTo>
                    <a:pt x="2174258" y="3060542"/>
                  </a:lnTo>
                  <a:lnTo>
                    <a:pt x="2174367" y="3060542"/>
                  </a:lnTo>
                  <a:lnTo>
                    <a:pt x="2174367" y="3059918"/>
                  </a:lnTo>
                  <a:lnTo>
                    <a:pt x="2174475" y="3059918"/>
                  </a:lnTo>
                  <a:lnTo>
                    <a:pt x="2174475" y="3059294"/>
                  </a:lnTo>
                  <a:lnTo>
                    <a:pt x="2174584" y="3059294"/>
                  </a:lnTo>
                  <a:lnTo>
                    <a:pt x="2174692" y="3059294"/>
                  </a:lnTo>
                  <a:lnTo>
                    <a:pt x="2174801" y="3059294"/>
                  </a:lnTo>
                  <a:lnTo>
                    <a:pt x="2174909" y="3059294"/>
                  </a:lnTo>
                  <a:lnTo>
                    <a:pt x="2175017" y="3059294"/>
                  </a:lnTo>
                  <a:lnTo>
                    <a:pt x="2175126" y="3059294"/>
                  </a:lnTo>
                  <a:lnTo>
                    <a:pt x="2175234" y="3059294"/>
                  </a:lnTo>
                  <a:lnTo>
                    <a:pt x="2175234" y="3058671"/>
                  </a:lnTo>
                  <a:lnTo>
                    <a:pt x="2175343" y="3058671"/>
                  </a:lnTo>
                  <a:lnTo>
                    <a:pt x="2175451" y="3058671"/>
                  </a:lnTo>
                  <a:lnTo>
                    <a:pt x="2175560" y="3058671"/>
                  </a:lnTo>
                  <a:lnTo>
                    <a:pt x="2175668" y="3058671"/>
                  </a:lnTo>
                  <a:lnTo>
                    <a:pt x="2175777" y="3058671"/>
                  </a:lnTo>
                  <a:lnTo>
                    <a:pt x="2175777" y="3058047"/>
                  </a:lnTo>
                  <a:lnTo>
                    <a:pt x="2175885" y="3058047"/>
                  </a:lnTo>
                  <a:lnTo>
                    <a:pt x="2175885" y="3057424"/>
                  </a:lnTo>
                  <a:lnTo>
                    <a:pt x="2175993" y="3057424"/>
                  </a:lnTo>
                  <a:lnTo>
                    <a:pt x="2176102" y="3057424"/>
                  </a:lnTo>
                  <a:lnTo>
                    <a:pt x="2176210" y="3057424"/>
                  </a:lnTo>
                  <a:lnTo>
                    <a:pt x="2176210" y="3056800"/>
                  </a:lnTo>
                  <a:lnTo>
                    <a:pt x="2176319" y="3056800"/>
                  </a:lnTo>
                  <a:lnTo>
                    <a:pt x="2176427" y="3056800"/>
                  </a:lnTo>
                  <a:lnTo>
                    <a:pt x="2176536" y="3056800"/>
                  </a:lnTo>
                  <a:lnTo>
                    <a:pt x="2176644" y="3056800"/>
                  </a:lnTo>
                  <a:lnTo>
                    <a:pt x="2176753" y="3056800"/>
                  </a:lnTo>
                  <a:lnTo>
                    <a:pt x="2176753" y="3056176"/>
                  </a:lnTo>
                  <a:lnTo>
                    <a:pt x="2176753" y="3055553"/>
                  </a:lnTo>
                  <a:lnTo>
                    <a:pt x="2176861" y="3055553"/>
                  </a:lnTo>
                  <a:lnTo>
                    <a:pt x="2176969" y="3055553"/>
                  </a:lnTo>
                  <a:lnTo>
                    <a:pt x="2177078" y="3055553"/>
                  </a:lnTo>
                  <a:lnTo>
                    <a:pt x="2177186" y="3055553"/>
                  </a:lnTo>
                  <a:lnTo>
                    <a:pt x="2177295" y="3055553"/>
                  </a:lnTo>
                  <a:lnTo>
                    <a:pt x="2177403" y="3055553"/>
                  </a:lnTo>
                  <a:lnTo>
                    <a:pt x="2177512" y="3055553"/>
                  </a:lnTo>
                  <a:lnTo>
                    <a:pt x="2177620" y="3055553"/>
                  </a:lnTo>
                  <a:lnTo>
                    <a:pt x="2177729" y="3055553"/>
                  </a:lnTo>
                  <a:lnTo>
                    <a:pt x="2177837" y="3055553"/>
                  </a:lnTo>
                  <a:lnTo>
                    <a:pt x="2177946" y="3055553"/>
                  </a:lnTo>
                  <a:lnTo>
                    <a:pt x="2177946" y="3054929"/>
                  </a:lnTo>
                  <a:lnTo>
                    <a:pt x="2178054" y="3054929"/>
                  </a:lnTo>
                  <a:lnTo>
                    <a:pt x="2178162" y="3054929"/>
                  </a:lnTo>
                  <a:lnTo>
                    <a:pt x="2178271" y="3054929"/>
                  </a:lnTo>
                  <a:lnTo>
                    <a:pt x="2178379" y="3054929"/>
                  </a:lnTo>
                  <a:lnTo>
                    <a:pt x="2178488" y="3054929"/>
                  </a:lnTo>
                  <a:lnTo>
                    <a:pt x="2178596" y="3054929"/>
                  </a:lnTo>
                  <a:lnTo>
                    <a:pt x="2178705" y="3054929"/>
                  </a:lnTo>
                  <a:lnTo>
                    <a:pt x="2178813" y="3054929"/>
                  </a:lnTo>
                  <a:lnTo>
                    <a:pt x="2178922" y="3054929"/>
                  </a:lnTo>
                  <a:lnTo>
                    <a:pt x="2179030" y="3054929"/>
                  </a:lnTo>
                  <a:lnTo>
                    <a:pt x="2179138" y="3054929"/>
                  </a:lnTo>
                  <a:lnTo>
                    <a:pt x="2179138" y="3054306"/>
                  </a:lnTo>
                  <a:lnTo>
                    <a:pt x="2179247" y="3054306"/>
                  </a:lnTo>
                  <a:lnTo>
                    <a:pt x="2179355" y="3054306"/>
                  </a:lnTo>
                  <a:lnTo>
                    <a:pt x="2179464" y="3054306"/>
                  </a:lnTo>
                  <a:lnTo>
                    <a:pt x="2179572" y="3054306"/>
                  </a:lnTo>
                  <a:lnTo>
                    <a:pt x="2179681" y="3054306"/>
                  </a:lnTo>
                  <a:lnTo>
                    <a:pt x="2179789" y="3054306"/>
                  </a:lnTo>
                  <a:lnTo>
                    <a:pt x="2179898" y="3054306"/>
                  </a:lnTo>
                  <a:lnTo>
                    <a:pt x="2180006" y="3054306"/>
                  </a:lnTo>
                  <a:lnTo>
                    <a:pt x="2180114" y="3054306"/>
                  </a:lnTo>
                  <a:lnTo>
                    <a:pt x="2180114" y="3053682"/>
                  </a:lnTo>
                  <a:lnTo>
                    <a:pt x="2180223" y="3053682"/>
                  </a:lnTo>
                  <a:lnTo>
                    <a:pt x="2180331" y="3053682"/>
                  </a:lnTo>
                  <a:lnTo>
                    <a:pt x="2180440" y="3053682"/>
                  </a:lnTo>
                  <a:lnTo>
                    <a:pt x="2180548" y="3053682"/>
                  </a:lnTo>
                  <a:lnTo>
                    <a:pt x="2180657" y="3053682"/>
                  </a:lnTo>
                  <a:lnTo>
                    <a:pt x="2180765" y="3053682"/>
                  </a:lnTo>
                  <a:lnTo>
                    <a:pt x="2180874" y="3053682"/>
                  </a:lnTo>
                  <a:lnTo>
                    <a:pt x="2180874" y="3053059"/>
                  </a:lnTo>
                  <a:lnTo>
                    <a:pt x="2180982" y="3053059"/>
                  </a:lnTo>
                  <a:lnTo>
                    <a:pt x="2181090" y="3053059"/>
                  </a:lnTo>
                  <a:lnTo>
                    <a:pt x="2181199" y="3053059"/>
                  </a:lnTo>
                  <a:lnTo>
                    <a:pt x="2181199" y="3052435"/>
                  </a:lnTo>
                  <a:lnTo>
                    <a:pt x="2181307" y="3052435"/>
                  </a:lnTo>
                  <a:lnTo>
                    <a:pt x="2181307" y="3051811"/>
                  </a:lnTo>
                  <a:lnTo>
                    <a:pt x="2181416" y="3051811"/>
                  </a:lnTo>
                  <a:lnTo>
                    <a:pt x="2181416" y="3051188"/>
                  </a:lnTo>
                  <a:lnTo>
                    <a:pt x="2181524" y="3051188"/>
                  </a:lnTo>
                  <a:lnTo>
                    <a:pt x="2181633" y="3051188"/>
                  </a:lnTo>
                  <a:lnTo>
                    <a:pt x="2181741" y="3051188"/>
                  </a:lnTo>
                  <a:lnTo>
                    <a:pt x="2181850" y="3051188"/>
                  </a:lnTo>
                  <a:lnTo>
                    <a:pt x="2181958" y="3051188"/>
                  </a:lnTo>
                  <a:lnTo>
                    <a:pt x="2182066" y="3051188"/>
                  </a:lnTo>
                  <a:lnTo>
                    <a:pt x="2182175" y="3051188"/>
                  </a:lnTo>
                  <a:lnTo>
                    <a:pt x="2182175" y="3050564"/>
                  </a:lnTo>
                  <a:lnTo>
                    <a:pt x="2182283" y="3050564"/>
                  </a:lnTo>
                  <a:lnTo>
                    <a:pt x="2182392" y="3050564"/>
                  </a:lnTo>
                  <a:lnTo>
                    <a:pt x="2182500" y="3050564"/>
                  </a:lnTo>
                  <a:lnTo>
                    <a:pt x="2182609" y="3050564"/>
                  </a:lnTo>
                  <a:lnTo>
                    <a:pt x="2182717" y="3050564"/>
                  </a:lnTo>
                  <a:lnTo>
                    <a:pt x="2182717" y="3049941"/>
                  </a:lnTo>
                  <a:lnTo>
                    <a:pt x="2182826" y="3049941"/>
                  </a:lnTo>
                  <a:lnTo>
                    <a:pt x="2182826" y="3049317"/>
                  </a:lnTo>
                  <a:lnTo>
                    <a:pt x="2182934" y="3049317"/>
                  </a:lnTo>
                  <a:lnTo>
                    <a:pt x="2182934" y="3048693"/>
                  </a:lnTo>
                  <a:lnTo>
                    <a:pt x="2183043" y="3048693"/>
                  </a:lnTo>
                  <a:lnTo>
                    <a:pt x="2183151" y="3048693"/>
                  </a:lnTo>
                  <a:lnTo>
                    <a:pt x="2183259" y="3048693"/>
                  </a:lnTo>
                  <a:lnTo>
                    <a:pt x="2183368" y="3048693"/>
                  </a:lnTo>
                  <a:lnTo>
                    <a:pt x="2183368" y="3048070"/>
                  </a:lnTo>
                  <a:lnTo>
                    <a:pt x="2183476" y="3048070"/>
                  </a:lnTo>
                  <a:lnTo>
                    <a:pt x="2183585" y="3048070"/>
                  </a:lnTo>
                  <a:lnTo>
                    <a:pt x="2183693" y="3048070"/>
                  </a:lnTo>
                  <a:lnTo>
                    <a:pt x="2183802" y="3048070"/>
                  </a:lnTo>
                  <a:lnTo>
                    <a:pt x="2183910" y="3048070"/>
                  </a:lnTo>
                  <a:lnTo>
                    <a:pt x="2184019" y="3048070"/>
                  </a:lnTo>
                  <a:lnTo>
                    <a:pt x="2184019" y="3047446"/>
                  </a:lnTo>
                  <a:lnTo>
                    <a:pt x="2184127" y="3047446"/>
                  </a:lnTo>
                  <a:lnTo>
                    <a:pt x="2184235" y="3047446"/>
                  </a:lnTo>
                  <a:lnTo>
                    <a:pt x="2184344" y="3047446"/>
                  </a:lnTo>
                  <a:lnTo>
                    <a:pt x="2184452" y="3047446"/>
                  </a:lnTo>
                  <a:lnTo>
                    <a:pt x="2184561" y="3047446"/>
                  </a:lnTo>
                  <a:lnTo>
                    <a:pt x="2184669" y="3047446"/>
                  </a:lnTo>
                  <a:lnTo>
                    <a:pt x="2184778" y="3047446"/>
                  </a:lnTo>
                  <a:lnTo>
                    <a:pt x="2184778" y="3046823"/>
                  </a:lnTo>
                  <a:lnTo>
                    <a:pt x="2184886" y="3046823"/>
                  </a:lnTo>
                  <a:lnTo>
                    <a:pt x="2184995" y="3046823"/>
                  </a:lnTo>
                  <a:lnTo>
                    <a:pt x="2185103" y="3046823"/>
                  </a:lnTo>
                  <a:lnTo>
                    <a:pt x="2185211" y="3046823"/>
                  </a:lnTo>
                  <a:lnTo>
                    <a:pt x="2185320" y="3046823"/>
                  </a:lnTo>
                  <a:lnTo>
                    <a:pt x="2185428" y="3046823"/>
                  </a:lnTo>
                  <a:lnTo>
                    <a:pt x="2185537" y="3046823"/>
                  </a:lnTo>
                  <a:lnTo>
                    <a:pt x="2185645" y="3046823"/>
                  </a:lnTo>
                  <a:lnTo>
                    <a:pt x="2185754" y="3046823"/>
                  </a:lnTo>
                  <a:lnTo>
                    <a:pt x="2185862" y="3046823"/>
                  </a:lnTo>
                  <a:lnTo>
                    <a:pt x="2185862" y="3046199"/>
                  </a:lnTo>
                  <a:lnTo>
                    <a:pt x="2185971" y="3046199"/>
                  </a:lnTo>
                  <a:lnTo>
                    <a:pt x="2186079" y="3046199"/>
                  </a:lnTo>
                  <a:lnTo>
                    <a:pt x="2186187" y="3046199"/>
                  </a:lnTo>
                  <a:lnTo>
                    <a:pt x="2186296" y="3046199"/>
                  </a:lnTo>
                  <a:lnTo>
                    <a:pt x="2186404" y="3046199"/>
                  </a:lnTo>
                  <a:lnTo>
                    <a:pt x="2186404" y="3045576"/>
                  </a:lnTo>
                  <a:lnTo>
                    <a:pt x="2186513" y="3045576"/>
                  </a:lnTo>
                  <a:lnTo>
                    <a:pt x="2186621" y="3045576"/>
                  </a:lnTo>
                  <a:lnTo>
                    <a:pt x="2186730" y="3045576"/>
                  </a:lnTo>
                  <a:lnTo>
                    <a:pt x="2186838" y="3045576"/>
                  </a:lnTo>
                  <a:lnTo>
                    <a:pt x="2186947" y="3045576"/>
                  </a:lnTo>
                  <a:lnTo>
                    <a:pt x="2187055" y="3045576"/>
                  </a:lnTo>
                  <a:lnTo>
                    <a:pt x="2187164" y="3045576"/>
                  </a:lnTo>
                  <a:lnTo>
                    <a:pt x="2187272" y="3045576"/>
                  </a:lnTo>
                  <a:lnTo>
                    <a:pt x="2187380" y="3045576"/>
                  </a:lnTo>
                  <a:lnTo>
                    <a:pt x="2187489" y="3045576"/>
                  </a:lnTo>
                  <a:lnTo>
                    <a:pt x="2187597" y="3045576"/>
                  </a:lnTo>
                  <a:lnTo>
                    <a:pt x="2187597" y="3044952"/>
                  </a:lnTo>
                  <a:lnTo>
                    <a:pt x="2187706" y="3044952"/>
                  </a:lnTo>
                  <a:lnTo>
                    <a:pt x="2187706" y="3044328"/>
                  </a:lnTo>
                  <a:lnTo>
                    <a:pt x="2187814" y="3044328"/>
                  </a:lnTo>
                  <a:lnTo>
                    <a:pt x="2187923" y="3044328"/>
                  </a:lnTo>
                  <a:lnTo>
                    <a:pt x="2188031" y="3044328"/>
                  </a:lnTo>
                  <a:lnTo>
                    <a:pt x="2188140" y="3044328"/>
                  </a:lnTo>
                  <a:lnTo>
                    <a:pt x="2188248" y="3044328"/>
                  </a:lnTo>
                  <a:lnTo>
                    <a:pt x="2188356" y="3044328"/>
                  </a:lnTo>
                  <a:lnTo>
                    <a:pt x="2188465" y="3044328"/>
                  </a:lnTo>
                  <a:lnTo>
                    <a:pt x="2188573" y="3044328"/>
                  </a:lnTo>
                  <a:lnTo>
                    <a:pt x="2188682" y="3044328"/>
                  </a:lnTo>
                  <a:lnTo>
                    <a:pt x="2188790" y="3044328"/>
                  </a:lnTo>
                  <a:lnTo>
                    <a:pt x="2188899" y="3044328"/>
                  </a:lnTo>
                  <a:lnTo>
                    <a:pt x="2189007" y="3044328"/>
                  </a:lnTo>
                  <a:lnTo>
                    <a:pt x="2189116" y="3044328"/>
                  </a:lnTo>
                  <a:lnTo>
                    <a:pt x="2189116" y="3043705"/>
                  </a:lnTo>
                  <a:lnTo>
                    <a:pt x="2189224" y="3043705"/>
                  </a:lnTo>
                  <a:lnTo>
                    <a:pt x="2189224" y="3043081"/>
                  </a:lnTo>
                  <a:lnTo>
                    <a:pt x="2189332" y="3043081"/>
                  </a:lnTo>
                  <a:lnTo>
                    <a:pt x="2189441" y="3043081"/>
                  </a:lnTo>
                  <a:lnTo>
                    <a:pt x="2189441" y="3042458"/>
                  </a:lnTo>
                  <a:lnTo>
                    <a:pt x="2189441" y="3041834"/>
                  </a:lnTo>
                  <a:lnTo>
                    <a:pt x="2189549" y="3041834"/>
                  </a:lnTo>
                  <a:lnTo>
                    <a:pt x="2189658" y="3041834"/>
                  </a:lnTo>
                  <a:lnTo>
                    <a:pt x="2189658" y="3041210"/>
                  </a:lnTo>
                  <a:lnTo>
                    <a:pt x="2189766" y="3041210"/>
                  </a:lnTo>
                  <a:lnTo>
                    <a:pt x="2189875" y="3041210"/>
                  </a:lnTo>
                  <a:lnTo>
                    <a:pt x="2189875" y="3040587"/>
                  </a:lnTo>
                  <a:lnTo>
                    <a:pt x="2189983" y="3040587"/>
                  </a:lnTo>
                  <a:lnTo>
                    <a:pt x="2190092" y="3040587"/>
                  </a:lnTo>
                  <a:lnTo>
                    <a:pt x="2190200" y="3040587"/>
                  </a:lnTo>
                  <a:lnTo>
                    <a:pt x="2190308" y="3040587"/>
                  </a:lnTo>
                  <a:lnTo>
                    <a:pt x="2190417" y="3040587"/>
                  </a:lnTo>
                  <a:lnTo>
                    <a:pt x="2190525" y="3040587"/>
                  </a:lnTo>
                  <a:lnTo>
                    <a:pt x="2190634" y="3040587"/>
                  </a:lnTo>
                  <a:lnTo>
                    <a:pt x="2190742" y="3040587"/>
                  </a:lnTo>
                  <a:lnTo>
                    <a:pt x="2190851" y="3040587"/>
                  </a:lnTo>
                  <a:lnTo>
                    <a:pt x="2190959" y="3040587"/>
                  </a:lnTo>
                  <a:lnTo>
                    <a:pt x="2191068" y="3040587"/>
                  </a:lnTo>
                  <a:lnTo>
                    <a:pt x="2191176" y="3040587"/>
                  </a:lnTo>
                  <a:lnTo>
                    <a:pt x="2191285" y="3040587"/>
                  </a:lnTo>
                  <a:lnTo>
                    <a:pt x="2191393" y="3040587"/>
                  </a:lnTo>
                  <a:lnTo>
                    <a:pt x="2191501" y="3040587"/>
                  </a:lnTo>
                  <a:lnTo>
                    <a:pt x="2191610" y="3040587"/>
                  </a:lnTo>
                  <a:lnTo>
                    <a:pt x="2191718" y="3040587"/>
                  </a:lnTo>
                  <a:lnTo>
                    <a:pt x="2191827" y="3040587"/>
                  </a:lnTo>
                  <a:lnTo>
                    <a:pt x="2191935" y="3040587"/>
                  </a:lnTo>
                  <a:lnTo>
                    <a:pt x="2192044" y="3040587"/>
                  </a:lnTo>
                  <a:lnTo>
                    <a:pt x="2192152" y="3040587"/>
                  </a:lnTo>
                  <a:lnTo>
                    <a:pt x="2192261" y="3040587"/>
                  </a:lnTo>
                  <a:lnTo>
                    <a:pt x="2192369" y="3040587"/>
                  </a:lnTo>
                  <a:lnTo>
                    <a:pt x="2192477" y="3040587"/>
                  </a:lnTo>
                  <a:lnTo>
                    <a:pt x="2192586" y="3040587"/>
                  </a:lnTo>
                  <a:lnTo>
                    <a:pt x="2192694" y="3040587"/>
                  </a:lnTo>
                  <a:lnTo>
                    <a:pt x="2192803" y="3040587"/>
                  </a:lnTo>
                  <a:lnTo>
                    <a:pt x="2192911" y="3040587"/>
                  </a:lnTo>
                  <a:lnTo>
                    <a:pt x="2193020" y="3040587"/>
                  </a:lnTo>
                  <a:lnTo>
                    <a:pt x="2193128" y="3040587"/>
                  </a:lnTo>
                  <a:lnTo>
                    <a:pt x="2193128" y="3039963"/>
                  </a:lnTo>
                  <a:lnTo>
                    <a:pt x="2193237" y="3039963"/>
                  </a:lnTo>
                  <a:lnTo>
                    <a:pt x="2193345" y="3039963"/>
                  </a:lnTo>
                  <a:lnTo>
                    <a:pt x="2193453" y="3039963"/>
                  </a:lnTo>
                  <a:lnTo>
                    <a:pt x="2193562" y="3039963"/>
                  </a:lnTo>
                  <a:lnTo>
                    <a:pt x="2193670" y="3039963"/>
                  </a:lnTo>
                  <a:lnTo>
                    <a:pt x="2193779" y="3039963"/>
                  </a:lnTo>
                  <a:lnTo>
                    <a:pt x="2193779" y="3039340"/>
                  </a:lnTo>
                  <a:lnTo>
                    <a:pt x="2193779" y="3038716"/>
                  </a:lnTo>
                  <a:lnTo>
                    <a:pt x="2193887" y="3038716"/>
                  </a:lnTo>
                  <a:lnTo>
                    <a:pt x="2193996" y="3038716"/>
                  </a:lnTo>
                  <a:lnTo>
                    <a:pt x="2194104" y="3038716"/>
                  </a:lnTo>
                  <a:lnTo>
                    <a:pt x="2194213" y="3038716"/>
                  </a:lnTo>
                  <a:lnTo>
                    <a:pt x="2194321" y="3038716"/>
                  </a:lnTo>
                  <a:lnTo>
                    <a:pt x="2194429" y="3038716"/>
                  </a:lnTo>
                  <a:lnTo>
                    <a:pt x="2194538" y="3038716"/>
                  </a:lnTo>
                  <a:lnTo>
                    <a:pt x="2194646" y="3038716"/>
                  </a:lnTo>
                  <a:lnTo>
                    <a:pt x="2194755" y="3038716"/>
                  </a:lnTo>
                  <a:lnTo>
                    <a:pt x="2194755" y="3038093"/>
                  </a:lnTo>
                  <a:lnTo>
                    <a:pt x="2194863" y="3038093"/>
                  </a:lnTo>
                  <a:lnTo>
                    <a:pt x="2194972" y="3038093"/>
                  </a:lnTo>
                  <a:lnTo>
                    <a:pt x="2195080" y="3038093"/>
                  </a:lnTo>
                  <a:lnTo>
                    <a:pt x="2195189" y="3038093"/>
                  </a:lnTo>
                  <a:lnTo>
                    <a:pt x="2195297" y="3038093"/>
                  </a:lnTo>
                  <a:lnTo>
                    <a:pt x="2195406" y="3038093"/>
                  </a:lnTo>
                  <a:lnTo>
                    <a:pt x="2195514" y="3038093"/>
                  </a:lnTo>
                  <a:lnTo>
                    <a:pt x="2195622" y="3038093"/>
                  </a:lnTo>
                  <a:lnTo>
                    <a:pt x="2195731" y="3038093"/>
                  </a:lnTo>
                  <a:lnTo>
                    <a:pt x="2195839" y="3038093"/>
                  </a:lnTo>
                  <a:lnTo>
                    <a:pt x="2195948" y="3038093"/>
                  </a:lnTo>
                  <a:lnTo>
                    <a:pt x="2196056" y="3038093"/>
                  </a:lnTo>
                  <a:lnTo>
                    <a:pt x="2196165" y="3038093"/>
                  </a:lnTo>
                  <a:lnTo>
                    <a:pt x="2196273" y="3038093"/>
                  </a:lnTo>
                  <a:lnTo>
                    <a:pt x="2196382" y="3038093"/>
                  </a:lnTo>
                  <a:lnTo>
                    <a:pt x="2196490" y="3038093"/>
                  </a:lnTo>
                  <a:lnTo>
                    <a:pt x="2196598" y="3038093"/>
                  </a:lnTo>
                  <a:lnTo>
                    <a:pt x="2196707" y="3038093"/>
                  </a:lnTo>
                  <a:lnTo>
                    <a:pt x="2196815" y="3038093"/>
                  </a:lnTo>
                  <a:lnTo>
                    <a:pt x="2196924" y="3038093"/>
                  </a:lnTo>
                  <a:lnTo>
                    <a:pt x="2197032" y="3038093"/>
                  </a:lnTo>
                  <a:lnTo>
                    <a:pt x="2197141" y="3038093"/>
                  </a:lnTo>
                  <a:lnTo>
                    <a:pt x="2197249" y="3038093"/>
                  </a:lnTo>
                  <a:lnTo>
                    <a:pt x="2197358" y="3038093"/>
                  </a:lnTo>
                  <a:lnTo>
                    <a:pt x="2197358" y="3037469"/>
                  </a:lnTo>
                  <a:lnTo>
                    <a:pt x="2197466" y="3037469"/>
                  </a:lnTo>
                  <a:lnTo>
                    <a:pt x="2197574" y="3037469"/>
                  </a:lnTo>
                  <a:lnTo>
                    <a:pt x="2197683" y="3037469"/>
                  </a:lnTo>
                  <a:lnTo>
                    <a:pt x="2197791" y="3037469"/>
                  </a:lnTo>
                  <a:lnTo>
                    <a:pt x="2197900" y="3037469"/>
                  </a:lnTo>
                  <a:lnTo>
                    <a:pt x="2198008" y="3037469"/>
                  </a:lnTo>
                  <a:lnTo>
                    <a:pt x="2198117" y="3037469"/>
                  </a:lnTo>
                  <a:lnTo>
                    <a:pt x="2198225" y="3037469"/>
                  </a:lnTo>
                  <a:lnTo>
                    <a:pt x="2198334" y="3037469"/>
                  </a:lnTo>
                  <a:lnTo>
                    <a:pt x="2198442" y="3037469"/>
                  </a:lnTo>
                  <a:lnTo>
                    <a:pt x="2198550" y="3037469"/>
                  </a:lnTo>
                  <a:lnTo>
                    <a:pt x="2198550" y="3036845"/>
                  </a:lnTo>
                  <a:lnTo>
                    <a:pt x="2198659" y="3036845"/>
                  </a:lnTo>
                  <a:lnTo>
                    <a:pt x="2198767" y="3036845"/>
                  </a:lnTo>
                  <a:lnTo>
                    <a:pt x="2198876" y="3036845"/>
                  </a:lnTo>
                  <a:lnTo>
                    <a:pt x="2198984" y="3036845"/>
                  </a:lnTo>
                  <a:lnTo>
                    <a:pt x="2199093" y="3036845"/>
                  </a:lnTo>
                  <a:lnTo>
                    <a:pt x="2199201" y="3036845"/>
                  </a:lnTo>
                  <a:lnTo>
                    <a:pt x="2199310" y="3036845"/>
                  </a:lnTo>
                  <a:lnTo>
                    <a:pt x="2199418" y="3036845"/>
                  </a:lnTo>
                  <a:lnTo>
                    <a:pt x="2199527" y="3036845"/>
                  </a:lnTo>
                  <a:lnTo>
                    <a:pt x="2199635" y="3036845"/>
                  </a:lnTo>
                  <a:lnTo>
                    <a:pt x="2199743" y="3036845"/>
                  </a:lnTo>
                  <a:lnTo>
                    <a:pt x="2199852" y="3036845"/>
                  </a:lnTo>
                  <a:lnTo>
                    <a:pt x="2199960" y="3036845"/>
                  </a:lnTo>
                  <a:lnTo>
                    <a:pt x="2199960" y="3036222"/>
                  </a:lnTo>
                  <a:lnTo>
                    <a:pt x="2199960" y="3035598"/>
                  </a:lnTo>
                  <a:lnTo>
                    <a:pt x="2200069" y="3035598"/>
                  </a:lnTo>
                  <a:lnTo>
                    <a:pt x="2200069" y="3034975"/>
                  </a:lnTo>
                  <a:lnTo>
                    <a:pt x="2200177" y="3034975"/>
                  </a:lnTo>
                  <a:lnTo>
                    <a:pt x="2200286" y="3034975"/>
                  </a:lnTo>
                  <a:lnTo>
                    <a:pt x="2200394" y="3034975"/>
                  </a:lnTo>
                  <a:lnTo>
                    <a:pt x="2200394" y="3034351"/>
                  </a:lnTo>
                  <a:lnTo>
                    <a:pt x="2200394" y="3033727"/>
                  </a:lnTo>
                  <a:lnTo>
                    <a:pt x="2200503" y="3033727"/>
                  </a:lnTo>
                  <a:lnTo>
                    <a:pt x="2200611" y="3033727"/>
                  </a:lnTo>
                  <a:lnTo>
                    <a:pt x="2200719" y="3033727"/>
                  </a:lnTo>
                  <a:lnTo>
                    <a:pt x="2200719" y="3033104"/>
                  </a:lnTo>
                  <a:lnTo>
                    <a:pt x="2200828" y="3033104"/>
                  </a:lnTo>
                  <a:lnTo>
                    <a:pt x="2200936" y="3033104"/>
                  </a:lnTo>
                  <a:lnTo>
                    <a:pt x="2201045" y="3033104"/>
                  </a:lnTo>
                  <a:lnTo>
                    <a:pt x="2201153" y="3033104"/>
                  </a:lnTo>
                  <a:lnTo>
                    <a:pt x="2201262" y="3033104"/>
                  </a:lnTo>
                  <a:lnTo>
                    <a:pt x="2201370" y="3033104"/>
                  </a:lnTo>
                  <a:lnTo>
                    <a:pt x="2201370" y="3032480"/>
                  </a:lnTo>
                  <a:lnTo>
                    <a:pt x="2201479" y="3032480"/>
                  </a:lnTo>
                  <a:lnTo>
                    <a:pt x="2201587" y="3032480"/>
                  </a:lnTo>
                  <a:lnTo>
                    <a:pt x="2201587" y="3031857"/>
                  </a:lnTo>
                  <a:lnTo>
                    <a:pt x="2201587" y="3031233"/>
                  </a:lnTo>
                  <a:lnTo>
                    <a:pt x="2201695" y="3031233"/>
                  </a:lnTo>
                  <a:lnTo>
                    <a:pt x="2201804" y="3031233"/>
                  </a:lnTo>
                  <a:lnTo>
                    <a:pt x="2201912" y="3031233"/>
                  </a:lnTo>
                  <a:lnTo>
                    <a:pt x="2202021" y="3031233"/>
                  </a:lnTo>
                  <a:lnTo>
                    <a:pt x="2202129" y="3031233"/>
                  </a:lnTo>
                  <a:lnTo>
                    <a:pt x="2202129" y="3030610"/>
                  </a:lnTo>
                  <a:lnTo>
                    <a:pt x="2202238" y="3030610"/>
                  </a:lnTo>
                  <a:lnTo>
                    <a:pt x="2202346" y="3030610"/>
                  </a:lnTo>
                  <a:lnTo>
                    <a:pt x="2202455" y="3030610"/>
                  </a:lnTo>
                  <a:lnTo>
                    <a:pt x="2202455" y="3029986"/>
                  </a:lnTo>
                  <a:lnTo>
                    <a:pt x="2202455" y="3029362"/>
                  </a:lnTo>
                  <a:lnTo>
                    <a:pt x="2202455" y="3028739"/>
                  </a:lnTo>
                  <a:lnTo>
                    <a:pt x="2202563" y="3028739"/>
                  </a:lnTo>
                  <a:lnTo>
                    <a:pt x="2202563" y="3028115"/>
                  </a:lnTo>
                  <a:lnTo>
                    <a:pt x="2202671" y="3028115"/>
                  </a:lnTo>
                  <a:lnTo>
                    <a:pt x="2202780" y="3028115"/>
                  </a:lnTo>
                  <a:lnTo>
                    <a:pt x="2202888" y="3028115"/>
                  </a:lnTo>
                  <a:lnTo>
                    <a:pt x="2202997" y="3028115"/>
                  </a:lnTo>
                  <a:lnTo>
                    <a:pt x="2203105" y="3028115"/>
                  </a:lnTo>
                  <a:lnTo>
                    <a:pt x="2203105" y="3027492"/>
                  </a:lnTo>
                  <a:lnTo>
                    <a:pt x="2203214" y="3027492"/>
                  </a:lnTo>
                  <a:lnTo>
                    <a:pt x="2203322" y="3027492"/>
                  </a:lnTo>
                  <a:lnTo>
                    <a:pt x="2203431" y="3027492"/>
                  </a:lnTo>
                  <a:lnTo>
                    <a:pt x="2203539" y="3027492"/>
                  </a:lnTo>
                  <a:lnTo>
                    <a:pt x="2203539" y="3026868"/>
                  </a:lnTo>
                  <a:lnTo>
                    <a:pt x="2203647" y="3026868"/>
                  </a:lnTo>
                  <a:lnTo>
                    <a:pt x="2203756" y="3026868"/>
                  </a:lnTo>
                  <a:lnTo>
                    <a:pt x="2203864" y="3026868"/>
                  </a:lnTo>
                  <a:lnTo>
                    <a:pt x="2203973" y="3026868"/>
                  </a:lnTo>
                  <a:lnTo>
                    <a:pt x="2203973" y="3026244"/>
                  </a:lnTo>
                  <a:lnTo>
                    <a:pt x="2204081" y="3026244"/>
                  </a:lnTo>
                  <a:lnTo>
                    <a:pt x="2204190" y="3026244"/>
                  </a:lnTo>
                  <a:lnTo>
                    <a:pt x="2204298" y="3026244"/>
                  </a:lnTo>
                  <a:lnTo>
                    <a:pt x="2204407" y="3026244"/>
                  </a:lnTo>
                  <a:lnTo>
                    <a:pt x="2204515" y="3026244"/>
                  </a:lnTo>
                  <a:lnTo>
                    <a:pt x="2204515" y="3025621"/>
                  </a:lnTo>
                  <a:lnTo>
                    <a:pt x="2204624" y="3025621"/>
                  </a:lnTo>
                  <a:lnTo>
                    <a:pt x="2204732" y="3025621"/>
                  </a:lnTo>
                  <a:lnTo>
                    <a:pt x="2204840" y="3025621"/>
                  </a:lnTo>
                  <a:lnTo>
                    <a:pt x="2204949" y="3025621"/>
                  </a:lnTo>
                  <a:lnTo>
                    <a:pt x="2205057" y="3025621"/>
                  </a:lnTo>
                  <a:lnTo>
                    <a:pt x="2205166" y="3025621"/>
                  </a:lnTo>
                  <a:lnTo>
                    <a:pt x="2205274" y="3025621"/>
                  </a:lnTo>
                  <a:lnTo>
                    <a:pt x="2205383" y="3025621"/>
                  </a:lnTo>
                  <a:lnTo>
                    <a:pt x="2205383" y="3024997"/>
                  </a:lnTo>
                  <a:lnTo>
                    <a:pt x="2205491" y="3024997"/>
                  </a:lnTo>
                  <a:lnTo>
                    <a:pt x="2205600" y="3024997"/>
                  </a:lnTo>
                  <a:lnTo>
                    <a:pt x="2205708" y="3024997"/>
                  </a:lnTo>
                  <a:lnTo>
                    <a:pt x="2205816" y="3024997"/>
                  </a:lnTo>
                  <a:lnTo>
                    <a:pt x="2205925" y="3024997"/>
                  </a:lnTo>
                  <a:lnTo>
                    <a:pt x="2206033" y="3024997"/>
                  </a:lnTo>
                  <a:lnTo>
                    <a:pt x="2206033" y="3024374"/>
                  </a:lnTo>
                  <a:lnTo>
                    <a:pt x="2206142" y="3024374"/>
                  </a:lnTo>
                  <a:lnTo>
                    <a:pt x="2206250" y="3024374"/>
                  </a:lnTo>
                  <a:lnTo>
                    <a:pt x="2206359" y="3024374"/>
                  </a:lnTo>
                  <a:lnTo>
                    <a:pt x="2206359" y="3023750"/>
                  </a:lnTo>
                  <a:lnTo>
                    <a:pt x="2206467" y="3023750"/>
                  </a:lnTo>
                  <a:lnTo>
                    <a:pt x="2206467" y="3023127"/>
                  </a:lnTo>
                  <a:lnTo>
                    <a:pt x="2206467" y="3022503"/>
                  </a:lnTo>
                  <a:lnTo>
                    <a:pt x="2206576" y="3022503"/>
                  </a:lnTo>
                  <a:lnTo>
                    <a:pt x="2206684" y="3022503"/>
                  </a:lnTo>
                  <a:lnTo>
                    <a:pt x="2206792" y="3022503"/>
                  </a:lnTo>
                  <a:lnTo>
                    <a:pt x="2206792" y="3021879"/>
                  </a:lnTo>
                  <a:lnTo>
                    <a:pt x="2206901" y="3021879"/>
                  </a:lnTo>
                  <a:lnTo>
                    <a:pt x="2207009" y="3021879"/>
                  </a:lnTo>
                  <a:lnTo>
                    <a:pt x="2207118" y="3021879"/>
                  </a:lnTo>
                  <a:lnTo>
                    <a:pt x="2207226" y="3021879"/>
                  </a:lnTo>
                  <a:lnTo>
                    <a:pt x="2207335" y="3021879"/>
                  </a:lnTo>
                  <a:lnTo>
                    <a:pt x="2207443" y="3021879"/>
                  </a:lnTo>
                  <a:lnTo>
                    <a:pt x="2207552" y="3021879"/>
                  </a:lnTo>
                  <a:lnTo>
                    <a:pt x="2207660" y="3021879"/>
                  </a:lnTo>
                  <a:lnTo>
                    <a:pt x="2207768" y="3021879"/>
                  </a:lnTo>
                  <a:lnTo>
                    <a:pt x="2207877" y="3021879"/>
                  </a:lnTo>
                  <a:lnTo>
                    <a:pt x="2207985" y="3021879"/>
                  </a:lnTo>
                  <a:lnTo>
                    <a:pt x="2208094" y="3021879"/>
                  </a:lnTo>
                  <a:lnTo>
                    <a:pt x="2208202" y="3021879"/>
                  </a:lnTo>
                  <a:lnTo>
                    <a:pt x="2208202" y="3021256"/>
                  </a:lnTo>
                  <a:lnTo>
                    <a:pt x="2208311" y="3021256"/>
                  </a:lnTo>
                  <a:lnTo>
                    <a:pt x="2208419" y="3021256"/>
                  </a:lnTo>
                  <a:lnTo>
                    <a:pt x="2208528" y="3021256"/>
                  </a:lnTo>
                  <a:lnTo>
                    <a:pt x="2208636" y="3021256"/>
                  </a:lnTo>
                  <a:lnTo>
                    <a:pt x="2208745" y="3021256"/>
                  </a:lnTo>
                  <a:lnTo>
                    <a:pt x="2208853" y="3021256"/>
                  </a:lnTo>
                  <a:lnTo>
                    <a:pt x="2208961" y="3021256"/>
                  </a:lnTo>
                  <a:lnTo>
                    <a:pt x="2209070" y="3021256"/>
                  </a:lnTo>
                  <a:lnTo>
                    <a:pt x="2209178" y="3021256"/>
                  </a:lnTo>
                  <a:lnTo>
                    <a:pt x="2209287" y="3021256"/>
                  </a:lnTo>
                  <a:lnTo>
                    <a:pt x="2209395" y="3021256"/>
                  </a:lnTo>
                  <a:lnTo>
                    <a:pt x="2209395" y="3020632"/>
                  </a:lnTo>
                  <a:lnTo>
                    <a:pt x="2209504" y="3020632"/>
                  </a:lnTo>
                  <a:lnTo>
                    <a:pt x="2209612" y="3020632"/>
                  </a:lnTo>
                  <a:lnTo>
                    <a:pt x="2209612" y="3020009"/>
                  </a:lnTo>
                  <a:lnTo>
                    <a:pt x="2209721" y="3020009"/>
                  </a:lnTo>
                  <a:lnTo>
                    <a:pt x="2209829" y="3020009"/>
                  </a:lnTo>
                  <a:lnTo>
                    <a:pt x="2209937" y="3020009"/>
                  </a:lnTo>
                  <a:lnTo>
                    <a:pt x="2210046" y="3020009"/>
                  </a:lnTo>
                  <a:lnTo>
                    <a:pt x="2210154" y="3020009"/>
                  </a:lnTo>
                  <a:lnTo>
                    <a:pt x="2210263" y="3020009"/>
                  </a:lnTo>
                  <a:lnTo>
                    <a:pt x="2210263" y="3019385"/>
                  </a:lnTo>
                  <a:lnTo>
                    <a:pt x="2210371" y="3019385"/>
                  </a:lnTo>
                  <a:lnTo>
                    <a:pt x="2210371" y="3018762"/>
                  </a:lnTo>
                  <a:lnTo>
                    <a:pt x="2210480" y="3018762"/>
                  </a:lnTo>
                  <a:lnTo>
                    <a:pt x="2210588" y="3018762"/>
                  </a:lnTo>
                  <a:lnTo>
                    <a:pt x="2210697" y="3018762"/>
                  </a:lnTo>
                  <a:lnTo>
                    <a:pt x="2210805" y="3018762"/>
                  </a:lnTo>
                  <a:lnTo>
                    <a:pt x="2210913" y="3018762"/>
                  </a:lnTo>
                  <a:lnTo>
                    <a:pt x="2211022" y="3018762"/>
                  </a:lnTo>
                  <a:lnTo>
                    <a:pt x="2211130" y="3018762"/>
                  </a:lnTo>
                  <a:lnTo>
                    <a:pt x="2211239" y="3018762"/>
                  </a:lnTo>
                  <a:lnTo>
                    <a:pt x="2211347" y="3018762"/>
                  </a:lnTo>
                  <a:lnTo>
                    <a:pt x="2211456" y="3018762"/>
                  </a:lnTo>
                  <a:lnTo>
                    <a:pt x="2211456" y="3018138"/>
                  </a:lnTo>
                  <a:lnTo>
                    <a:pt x="2211564" y="3018138"/>
                  </a:lnTo>
                  <a:lnTo>
                    <a:pt x="2211673" y="3018138"/>
                  </a:lnTo>
                  <a:lnTo>
                    <a:pt x="2211781" y="3018138"/>
                  </a:lnTo>
                  <a:lnTo>
                    <a:pt x="2211889" y="3018138"/>
                  </a:lnTo>
                  <a:lnTo>
                    <a:pt x="2211998" y="3018138"/>
                  </a:lnTo>
                  <a:lnTo>
                    <a:pt x="2212106" y="3018138"/>
                  </a:lnTo>
                  <a:lnTo>
                    <a:pt x="2212215" y="3018138"/>
                  </a:lnTo>
                  <a:lnTo>
                    <a:pt x="2212215" y="3017514"/>
                  </a:lnTo>
                  <a:lnTo>
                    <a:pt x="2212323" y="3017514"/>
                  </a:lnTo>
                  <a:lnTo>
                    <a:pt x="2212432" y="3017514"/>
                  </a:lnTo>
                  <a:lnTo>
                    <a:pt x="2212432" y="3016891"/>
                  </a:lnTo>
                  <a:lnTo>
                    <a:pt x="2212540" y="3016891"/>
                  </a:lnTo>
                  <a:lnTo>
                    <a:pt x="2212649" y="3016891"/>
                  </a:lnTo>
                  <a:lnTo>
                    <a:pt x="2212757" y="3016891"/>
                  </a:lnTo>
                  <a:lnTo>
                    <a:pt x="2212866" y="3016891"/>
                  </a:lnTo>
                  <a:lnTo>
                    <a:pt x="2212974" y="3016891"/>
                  </a:lnTo>
                  <a:lnTo>
                    <a:pt x="2213082" y="3016891"/>
                  </a:lnTo>
                  <a:lnTo>
                    <a:pt x="2213191" y="3016891"/>
                  </a:lnTo>
                  <a:lnTo>
                    <a:pt x="2213299" y="3016891"/>
                  </a:lnTo>
                  <a:lnTo>
                    <a:pt x="2213408" y="3016891"/>
                  </a:lnTo>
                  <a:lnTo>
                    <a:pt x="2213516" y="3016891"/>
                  </a:lnTo>
                  <a:lnTo>
                    <a:pt x="2213625" y="3016891"/>
                  </a:lnTo>
                  <a:lnTo>
                    <a:pt x="2213733" y="3016891"/>
                  </a:lnTo>
                  <a:lnTo>
                    <a:pt x="2213842" y="3016891"/>
                  </a:lnTo>
                  <a:lnTo>
                    <a:pt x="2213842" y="3016267"/>
                  </a:lnTo>
                  <a:lnTo>
                    <a:pt x="2213842" y="3015644"/>
                  </a:lnTo>
                  <a:lnTo>
                    <a:pt x="2213842" y="3015020"/>
                  </a:lnTo>
                  <a:lnTo>
                    <a:pt x="2213950" y="3015020"/>
                  </a:lnTo>
                  <a:lnTo>
                    <a:pt x="2214058" y="3015020"/>
                  </a:lnTo>
                  <a:lnTo>
                    <a:pt x="2214167" y="3015020"/>
                  </a:lnTo>
                  <a:lnTo>
                    <a:pt x="2214275" y="3015020"/>
                  </a:lnTo>
                  <a:lnTo>
                    <a:pt x="2214384" y="3015020"/>
                  </a:lnTo>
                  <a:lnTo>
                    <a:pt x="2214492" y="3015020"/>
                  </a:lnTo>
                  <a:lnTo>
                    <a:pt x="2214601" y="3015020"/>
                  </a:lnTo>
                  <a:lnTo>
                    <a:pt x="2214601" y="3014396"/>
                  </a:lnTo>
                  <a:lnTo>
                    <a:pt x="2214709" y="3014396"/>
                  </a:lnTo>
                  <a:lnTo>
                    <a:pt x="2214818" y="3014396"/>
                  </a:lnTo>
                  <a:lnTo>
                    <a:pt x="2214926" y="3014396"/>
                  </a:lnTo>
                  <a:lnTo>
                    <a:pt x="2215034" y="3014396"/>
                  </a:lnTo>
                  <a:lnTo>
                    <a:pt x="2215034" y="3013773"/>
                  </a:lnTo>
                  <a:lnTo>
                    <a:pt x="2215143" y="3013773"/>
                  </a:lnTo>
                  <a:lnTo>
                    <a:pt x="2215251" y="3013773"/>
                  </a:lnTo>
                  <a:lnTo>
                    <a:pt x="2215251" y="3013149"/>
                  </a:lnTo>
                  <a:lnTo>
                    <a:pt x="2215360" y="3013149"/>
                  </a:lnTo>
                  <a:lnTo>
                    <a:pt x="2215468" y="3013149"/>
                  </a:lnTo>
                  <a:lnTo>
                    <a:pt x="2215577" y="3013149"/>
                  </a:lnTo>
                  <a:lnTo>
                    <a:pt x="2215685" y="3013149"/>
                  </a:lnTo>
                  <a:lnTo>
                    <a:pt x="2215685" y="3012526"/>
                  </a:lnTo>
                  <a:lnTo>
                    <a:pt x="2215794" y="3012526"/>
                  </a:lnTo>
                  <a:lnTo>
                    <a:pt x="2215794" y="3011902"/>
                  </a:lnTo>
                  <a:lnTo>
                    <a:pt x="2215902" y="3011902"/>
                  </a:lnTo>
                  <a:lnTo>
                    <a:pt x="2216010" y="3011902"/>
                  </a:lnTo>
                  <a:lnTo>
                    <a:pt x="2216119" y="3011902"/>
                  </a:lnTo>
                  <a:lnTo>
                    <a:pt x="2216227" y="3011902"/>
                  </a:lnTo>
                  <a:lnTo>
                    <a:pt x="2216227" y="3011279"/>
                  </a:lnTo>
                  <a:lnTo>
                    <a:pt x="2216336" y="3011279"/>
                  </a:lnTo>
                  <a:lnTo>
                    <a:pt x="2216444" y="3011279"/>
                  </a:lnTo>
                  <a:lnTo>
                    <a:pt x="2216444" y="3010655"/>
                  </a:lnTo>
                  <a:lnTo>
                    <a:pt x="2216444" y="3010031"/>
                  </a:lnTo>
                  <a:lnTo>
                    <a:pt x="2216553" y="3010031"/>
                  </a:lnTo>
                  <a:lnTo>
                    <a:pt x="2216661" y="3010031"/>
                  </a:lnTo>
                  <a:lnTo>
                    <a:pt x="2216770" y="3010031"/>
                  </a:lnTo>
                  <a:lnTo>
                    <a:pt x="2216878" y="3010031"/>
                  </a:lnTo>
                  <a:lnTo>
                    <a:pt x="2216878" y="3009408"/>
                  </a:lnTo>
                  <a:lnTo>
                    <a:pt x="2216987" y="3009408"/>
                  </a:lnTo>
                  <a:lnTo>
                    <a:pt x="2217095" y="3009408"/>
                  </a:lnTo>
                  <a:lnTo>
                    <a:pt x="2217203" y="3009408"/>
                  </a:lnTo>
                  <a:lnTo>
                    <a:pt x="2217312" y="3009408"/>
                  </a:lnTo>
                  <a:lnTo>
                    <a:pt x="2217420" y="3009408"/>
                  </a:lnTo>
                  <a:lnTo>
                    <a:pt x="2217529" y="3009408"/>
                  </a:lnTo>
                  <a:lnTo>
                    <a:pt x="2217637" y="3009408"/>
                  </a:lnTo>
                  <a:lnTo>
                    <a:pt x="2217746" y="3009408"/>
                  </a:lnTo>
                  <a:lnTo>
                    <a:pt x="2217854" y="3009408"/>
                  </a:lnTo>
                  <a:lnTo>
                    <a:pt x="2217854" y="3008784"/>
                  </a:lnTo>
                  <a:lnTo>
                    <a:pt x="2217963" y="3008784"/>
                  </a:lnTo>
                  <a:lnTo>
                    <a:pt x="2217963" y="3008161"/>
                  </a:lnTo>
                  <a:lnTo>
                    <a:pt x="2217963" y="3007537"/>
                  </a:lnTo>
                  <a:lnTo>
                    <a:pt x="2218071" y="3007537"/>
                  </a:lnTo>
                  <a:lnTo>
                    <a:pt x="2218179" y="3007537"/>
                  </a:lnTo>
                  <a:lnTo>
                    <a:pt x="2218288" y="3007537"/>
                  </a:lnTo>
                  <a:lnTo>
                    <a:pt x="2218396" y="3007537"/>
                  </a:lnTo>
                  <a:lnTo>
                    <a:pt x="2218505" y="3007537"/>
                  </a:lnTo>
                  <a:lnTo>
                    <a:pt x="2218613" y="3007537"/>
                  </a:lnTo>
                  <a:lnTo>
                    <a:pt x="2218613" y="3006913"/>
                  </a:lnTo>
                  <a:lnTo>
                    <a:pt x="2218613" y="3006290"/>
                  </a:lnTo>
                  <a:lnTo>
                    <a:pt x="2218722" y="3006290"/>
                  </a:lnTo>
                  <a:lnTo>
                    <a:pt x="2218830" y="3006290"/>
                  </a:lnTo>
                  <a:lnTo>
                    <a:pt x="2218939" y="3006290"/>
                  </a:lnTo>
                  <a:lnTo>
                    <a:pt x="2219047" y="3006290"/>
                  </a:lnTo>
                  <a:lnTo>
                    <a:pt x="2219155" y="3006290"/>
                  </a:lnTo>
                  <a:lnTo>
                    <a:pt x="2219264" y="3006290"/>
                  </a:lnTo>
                  <a:lnTo>
                    <a:pt x="2219372" y="3006290"/>
                  </a:lnTo>
                  <a:lnTo>
                    <a:pt x="2219481" y="3006290"/>
                  </a:lnTo>
                  <a:lnTo>
                    <a:pt x="2219589" y="3006290"/>
                  </a:lnTo>
                  <a:lnTo>
                    <a:pt x="2219698" y="3006290"/>
                  </a:lnTo>
                  <a:lnTo>
                    <a:pt x="2219806" y="3006290"/>
                  </a:lnTo>
                  <a:lnTo>
                    <a:pt x="2219915" y="3006290"/>
                  </a:lnTo>
                  <a:lnTo>
                    <a:pt x="2220023" y="3006290"/>
                  </a:lnTo>
                  <a:lnTo>
                    <a:pt x="2220023" y="3005666"/>
                  </a:lnTo>
                  <a:lnTo>
                    <a:pt x="2220131" y="3005666"/>
                  </a:lnTo>
                  <a:lnTo>
                    <a:pt x="2220240" y="3005666"/>
                  </a:lnTo>
                  <a:lnTo>
                    <a:pt x="2220348" y="3005666"/>
                  </a:lnTo>
                  <a:lnTo>
                    <a:pt x="2220457" y="3005666"/>
                  </a:lnTo>
                  <a:lnTo>
                    <a:pt x="2220457" y="3005043"/>
                  </a:lnTo>
                  <a:lnTo>
                    <a:pt x="2220565" y="3005043"/>
                  </a:lnTo>
                  <a:lnTo>
                    <a:pt x="2220674" y="3005043"/>
                  </a:lnTo>
                  <a:lnTo>
                    <a:pt x="2220782" y="3005043"/>
                  </a:lnTo>
                  <a:lnTo>
                    <a:pt x="2220891" y="3005043"/>
                  </a:lnTo>
                  <a:lnTo>
                    <a:pt x="2220999" y="3005043"/>
                  </a:lnTo>
                  <a:lnTo>
                    <a:pt x="2221108" y="3005043"/>
                  </a:lnTo>
                  <a:lnTo>
                    <a:pt x="2221216" y="3005043"/>
                  </a:lnTo>
                  <a:lnTo>
                    <a:pt x="2221216" y="3004419"/>
                  </a:lnTo>
                  <a:lnTo>
                    <a:pt x="2221324" y="3004419"/>
                  </a:lnTo>
                  <a:lnTo>
                    <a:pt x="2221324" y="3003796"/>
                  </a:lnTo>
                  <a:lnTo>
                    <a:pt x="2221324" y="3003172"/>
                  </a:lnTo>
                  <a:lnTo>
                    <a:pt x="2221433" y="3003172"/>
                  </a:lnTo>
                  <a:lnTo>
                    <a:pt x="2221433" y="3002548"/>
                  </a:lnTo>
                  <a:lnTo>
                    <a:pt x="2221541" y="3002548"/>
                  </a:lnTo>
                  <a:lnTo>
                    <a:pt x="2221541" y="3001925"/>
                  </a:lnTo>
                  <a:lnTo>
                    <a:pt x="2221650" y="3001925"/>
                  </a:lnTo>
                  <a:lnTo>
                    <a:pt x="2221758" y="3001925"/>
                  </a:lnTo>
                  <a:lnTo>
                    <a:pt x="2221867" y="3001925"/>
                  </a:lnTo>
                  <a:lnTo>
                    <a:pt x="2221975" y="3001925"/>
                  </a:lnTo>
                  <a:lnTo>
                    <a:pt x="2222084" y="3001925"/>
                  </a:lnTo>
                  <a:lnTo>
                    <a:pt x="2222192" y="3001925"/>
                  </a:lnTo>
                  <a:lnTo>
                    <a:pt x="2222300" y="3001925"/>
                  </a:lnTo>
                  <a:lnTo>
                    <a:pt x="2222409" y="3001925"/>
                  </a:lnTo>
                  <a:lnTo>
                    <a:pt x="2222517" y="3001925"/>
                  </a:lnTo>
                  <a:lnTo>
                    <a:pt x="2222626" y="3001925"/>
                  </a:lnTo>
                  <a:lnTo>
                    <a:pt x="2222626" y="3001301"/>
                  </a:lnTo>
                  <a:lnTo>
                    <a:pt x="2222734" y="3001301"/>
                  </a:lnTo>
                  <a:lnTo>
                    <a:pt x="2222843" y="3001301"/>
                  </a:lnTo>
                  <a:lnTo>
                    <a:pt x="2222951" y="3001301"/>
                  </a:lnTo>
                  <a:lnTo>
                    <a:pt x="2223060" y="3001301"/>
                  </a:lnTo>
                  <a:lnTo>
                    <a:pt x="2223168" y="3001301"/>
                  </a:lnTo>
                  <a:lnTo>
                    <a:pt x="2223168" y="3000678"/>
                  </a:lnTo>
                  <a:lnTo>
                    <a:pt x="2223276" y="3000678"/>
                  </a:lnTo>
                  <a:lnTo>
                    <a:pt x="2223276" y="3000054"/>
                  </a:lnTo>
                  <a:lnTo>
                    <a:pt x="2223385" y="3000054"/>
                  </a:lnTo>
                  <a:lnTo>
                    <a:pt x="2223385" y="2999430"/>
                  </a:lnTo>
                  <a:lnTo>
                    <a:pt x="2223493" y="2999430"/>
                  </a:lnTo>
                  <a:lnTo>
                    <a:pt x="2223493" y="2998807"/>
                  </a:lnTo>
                  <a:lnTo>
                    <a:pt x="2223602" y="2998807"/>
                  </a:lnTo>
                  <a:lnTo>
                    <a:pt x="2223710" y="2998807"/>
                  </a:lnTo>
                  <a:lnTo>
                    <a:pt x="2223819" y="2998807"/>
                  </a:lnTo>
                  <a:lnTo>
                    <a:pt x="2223819" y="2998183"/>
                  </a:lnTo>
                  <a:lnTo>
                    <a:pt x="2223819" y="2997560"/>
                  </a:lnTo>
                  <a:lnTo>
                    <a:pt x="2223927" y="2997560"/>
                  </a:lnTo>
                  <a:lnTo>
                    <a:pt x="2224036" y="2997560"/>
                  </a:lnTo>
                  <a:lnTo>
                    <a:pt x="2224144" y="2997560"/>
                  </a:lnTo>
                  <a:lnTo>
                    <a:pt x="2224252" y="2997560"/>
                  </a:lnTo>
                  <a:lnTo>
                    <a:pt x="2224361" y="2997560"/>
                  </a:lnTo>
                  <a:lnTo>
                    <a:pt x="2224469" y="2997560"/>
                  </a:lnTo>
                  <a:lnTo>
                    <a:pt x="2224578" y="2997560"/>
                  </a:lnTo>
                  <a:lnTo>
                    <a:pt x="2224686" y="2997560"/>
                  </a:lnTo>
                  <a:lnTo>
                    <a:pt x="2224686" y="2996936"/>
                  </a:lnTo>
                  <a:lnTo>
                    <a:pt x="2224795" y="2996936"/>
                  </a:lnTo>
                  <a:lnTo>
                    <a:pt x="2224903" y="2996936"/>
                  </a:lnTo>
                  <a:lnTo>
                    <a:pt x="2225012" y="2996936"/>
                  </a:lnTo>
                  <a:lnTo>
                    <a:pt x="2225120" y="2996936"/>
                  </a:lnTo>
                  <a:lnTo>
                    <a:pt x="2225120" y="2996313"/>
                  </a:lnTo>
                  <a:lnTo>
                    <a:pt x="2225120" y="2995689"/>
                  </a:lnTo>
                  <a:lnTo>
                    <a:pt x="2225120" y="2995065"/>
                  </a:lnTo>
                  <a:lnTo>
                    <a:pt x="2225229" y="2995065"/>
                  </a:lnTo>
                  <a:lnTo>
                    <a:pt x="2225337" y="2995065"/>
                  </a:lnTo>
                  <a:lnTo>
                    <a:pt x="2225445" y="2995065"/>
                  </a:lnTo>
                  <a:lnTo>
                    <a:pt x="2225554" y="2995065"/>
                  </a:lnTo>
                  <a:lnTo>
                    <a:pt x="2225662" y="2995065"/>
                  </a:lnTo>
                  <a:lnTo>
                    <a:pt x="2225771" y="2995065"/>
                  </a:lnTo>
                  <a:lnTo>
                    <a:pt x="2225879" y="2995065"/>
                  </a:lnTo>
                  <a:lnTo>
                    <a:pt x="2225988" y="2995065"/>
                  </a:lnTo>
                  <a:lnTo>
                    <a:pt x="2226096" y="2995065"/>
                  </a:lnTo>
                  <a:lnTo>
                    <a:pt x="2226205" y="2995065"/>
                  </a:lnTo>
                  <a:lnTo>
                    <a:pt x="2226313" y="2995065"/>
                  </a:lnTo>
                  <a:lnTo>
                    <a:pt x="2226421" y="2995065"/>
                  </a:lnTo>
                  <a:lnTo>
                    <a:pt x="2226530" y="2995065"/>
                  </a:lnTo>
                  <a:lnTo>
                    <a:pt x="2226638" y="2995065"/>
                  </a:lnTo>
                  <a:lnTo>
                    <a:pt x="2226638" y="2994442"/>
                  </a:lnTo>
                  <a:lnTo>
                    <a:pt x="2226747" y="2994442"/>
                  </a:lnTo>
                  <a:lnTo>
                    <a:pt x="2226855" y="2994442"/>
                  </a:lnTo>
                  <a:lnTo>
                    <a:pt x="2226964" y="2994442"/>
                  </a:lnTo>
                  <a:lnTo>
                    <a:pt x="2227072" y="2994442"/>
                  </a:lnTo>
                  <a:lnTo>
                    <a:pt x="2227181" y="2994442"/>
                  </a:lnTo>
                  <a:lnTo>
                    <a:pt x="2227289" y="2994442"/>
                  </a:lnTo>
                  <a:lnTo>
                    <a:pt x="2227397" y="2994442"/>
                  </a:lnTo>
                  <a:lnTo>
                    <a:pt x="2227506" y="2994442"/>
                  </a:lnTo>
                  <a:lnTo>
                    <a:pt x="2227614" y="2994442"/>
                  </a:lnTo>
                  <a:lnTo>
                    <a:pt x="2227723" y="2994442"/>
                  </a:lnTo>
                  <a:lnTo>
                    <a:pt x="2227831" y="2994442"/>
                  </a:lnTo>
                  <a:lnTo>
                    <a:pt x="2227940" y="2994442"/>
                  </a:lnTo>
                  <a:lnTo>
                    <a:pt x="2228048" y="2994442"/>
                  </a:lnTo>
                  <a:lnTo>
                    <a:pt x="2228048" y="2993818"/>
                  </a:lnTo>
                  <a:lnTo>
                    <a:pt x="2228157" y="2993818"/>
                  </a:lnTo>
                  <a:lnTo>
                    <a:pt x="2228265" y="2993818"/>
                  </a:lnTo>
                  <a:lnTo>
                    <a:pt x="2228265" y="2993195"/>
                  </a:lnTo>
                  <a:lnTo>
                    <a:pt x="2228373" y="2993195"/>
                  </a:lnTo>
                  <a:lnTo>
                    <a:pt x="2228482" y="2993195"/>
                  </a:lnTo>
                  <a:lnTo>
                    <a:pt x="2228590" y="2993195"/>
                  </a:lnTo>
                  <a:lnTo>
                    <a:pt x="2228590" y="2992571"/>
                  </a:lnTo>
                  <a:lnTo>
                    <a:pt x="2228590" y="2991947"/>
                  </a:lnTo>
                  <a:lnTo>
                    <a:pt x="2228699" y="2991947"/>
                  </a:lnTo>
                  <a:lnTo>
                    <a:pt x="2228807" y="2991947"/>
                  </a:lnTo>
                  <a:lnTo>
                    <a:pt x="2228916" y="2991947"/>
                  </a:lnTo>
                  <a:lnTo>
                    <a:pt x="2229024" y="2991947"/>
                  </a:lnTo>
                  <a:lnTo>
                    <a:pt x="2229133" y="2991947"/>
                  </a:lnTo>
                  <a:lnTo>
                    <a:pt x="2229241" y="2991947"/>
                  </a:lnTo>
                  <a:lnTo>
                    <a:pt x="2229349" y="2991947"/>
                  </a:lnTo>
                  <a:lnTo>
                    <a:pt x="2229458" y="2991947"/>
                  </a:lnTo>
                  <a:lnTo>
                    <a:pt x="2229566" y="2991947"/>
                  </a:lnTo>
                  <a:lnTo>
                    <a:pt x="2229566" y="2991324"/>
                  </a:lnTo>
                  <a:lnTo>
                    <a:pt x="2229675" y="2991324"/>
                  </a:lnTo>
                  <a:lnTo>
                    <a:pt x="2229783" y="2991324"/>
                  </a:lnTo>
                  <a:lnTo>
                    <a:pt x="2229892" y="2991324"/>
                  </a:lnTo>
                  <a:lnTo>
                    <a:pt x="2230000" y="2991324"/>
                  </a:lnTo>
                  <a:lnTo>
                    <a:pt x="2230109" y="2991324"/>
                  </a:lnTo>
                  <a:lnTo>
                    <a:pt x="2230217" y="2991324"/>
                  </a:lnTo>
                  <a:lnTo>
                    <a:pt x="2230326" y="2991324"/>
                  </a:lnTo>
                  <a:lnTo>
                    <a:pt x="2230434" y="2991324"/>
                  </a:lnTo>
                  <a:lnTo>
                    <a:pt x="2230542" y="2991324"/>
                  </a:lnTo>
                  <a:lnTo>
                    <a:pt x="2230651" y="2991324"/>
                  </a:lnTo>
                  <a:lnTo>
                    <a:pt x="2230759" y="2991324"/>
                  </a:lnTo>
                  <a:lnTo>
                    <a:pt x="2230868" y="2991324"/>
                  </a:lnTo>
                  <a:lnTo>
                    <a:pt x="2230868" y="2990700"/>
                  </a:lnTo>
                  <a:lnTo>
                    <a:pt x="2230976" y="2990700"/>
                  </a:lnTo>
                  <a:lnTo>
                    <a:pt x="2230976" y="2990077"/>
                  </a:lnTo>
                  <a:lnTo>
                    <a:pt x="2230976" y="2989453"/>
                  </a:lnTo>
                  <a:lnTo>
                    <a:pt x="2230976" y="2988830"/>
                  </a:lnTo>
                  <a:lnTo>
                    <a:pt x="2231085" y="2988830"/>
                  </a:lnTo>
                  <a:lnTo>
                    <a:pt x="2231193" y="2988830"/>
                  </a:lnTo>
                  <a:lnTo>
                    <a:pt x="2231302" y="2988830"/>
                  </a:lnTo>
                  <a:lnTo>
                    <a:pt x="2231410" y="2988830"/>
                  </a:lnTo>
                  <a:lnTo>
                    <a:pt x="2231518" y="2988830"/>
                  </a:lnTo>
                  <a:lnTo>
                    <a:pt x="2231627" y="2988830"/>
                  </a:lnTo>
                  <a:lnTo>
                    <a:pt x="2231735" y="2988830"/>
                  </a:lnTo>
                  <a:lnTo>
                    <a:pt x="2231844" y="2988830"/>
                  </a:lnTo>
                  <a:lnTo>
                    <a:pt x="2231952" y="2988830"/>
                  </a:lnTo>
                  <a:lnTo>
                    <a:pt x="2232061" y="2988830"/>
                  </a:lnTo>
                  <a:lnTo>
                    <a:pt x="2232169" y="2988830"/>
                  </a:lnTo>
                  <a:lnTo>
                    <a:pt x="2232278" y="2988830"/>
                  </a:lnTo>
                  <a:lnTo>
                    <a:pt x="2232386" y="2988830"/>
                  </a:lnTo>
                  <a:lnTo>
                    <a:pt x="2232494" y="2988830"/>
                  </a:lnTo>
                  <a:lnTo>
                    <a:pt x="2232494" y="2988206"/>
                  </a:lnTo>
                  <a:lnTo>
                    <a:pt x="2232603" y="2988206"/>
                  </a:lnTo>
                  <a:lnTo>
                    <a:pt x="2232711" y="2988206"/>
                  </a:lnTo>
                  <a:lnTo>
                    <a:pt x="2232711" y="2987582"/>
                  </a:lnTo>
                  <a:lnTo>
                    <a:pt x="2232820" y="2987582"/>
                  </a:lnTo>
                  <a:lnTo>
                    <a:pt x="2232928" y="2987582"/>
                  </a:lnTo>
                  <a:lnTo>
                    <a:pt x="2233037" y="2987582"/>
                  </a:lnTo>
                  <a:lnTo>
                    <a:pt x="2233145" y="2987582"/>
                  </a:lnTo>
                  <a:lnTo>
                    <a:pt x="2233254" y="2987582"/>
                  </a:lnTo>
                  <a:lnTo>
                    <a:pt x="2233254" y="2986959"/>
                  </a:lnTo>
                  <a:lnTo>
                    <a:pt x="2233362" y="2986959"/>
                  </a:lnTo>
                  <a:lnTo>
                    <a:pt x="2233362" y="2986335"/>
                  </a:lnTo>
                  <a:lnTo>
                    <a:pt x="2233470" y="2986335"/>
                  </a:lnTo>
                  <a:lnTo>
                    <a:pt x="2233579" y="2986335"/>
                  </a:lnTo>
                  <a:lnTo>
                    <a:pt x="2233687" y="2986335"/>
                  </a:lnTo>
                  <a:lnTo>
                    <a:pt x="2233796" y="2986335"/>
                  </a:lnTo>
                  <a:lnTo>
                    <a:pt x="2233796" y="2985712"/>
                  </a:lnTo>
                  <a:lnTo>
                    <a:pt x="2233904" y="2985712"/>
                  </a:lnTo>
                  <a:lnTo>
                    <a:pt x="2234013" y="2985712"/>
                  </a:lnTo>
                  <a:lnTo>
                    <a:pt x="2234013" y="2985088"/>
                  </a:lnTo>
                  <a:lnTo>
                    <a:pt x="2234121" y="2985088"/>
                  </a:lnTo>
                  <a:lnTo>
                    <a:pt x="2234230" y="2985088"/>
                  </a:lnTo>
                  <a:lnTo>
                    <a:pt x="2234338" y="2985088"/>
                  </a:lnTo>
                  <a:lnTo>
                    <a:pt x="2234447" y="2985088"/>
                  </a:lnTo>
                  <a:lnTo>
                    <a:pt x="2234447" y="2984464"/>
                  </a:lnTo>
                  <a:lnTo>
                    <a:pt x="2234555" y="2984464"/>
                  </a:lnTo>
                  <a:lnTo>
                    <a:pt x="2234663" y="2984464"/>
                  </a:lnTo>
                  <a:lnTo>
                    <a:pt x="2234772" y="2984464"/>
                  </a:lnTo>
                  <a:lnTo>
                    <a:pt x="2234880" y="2984464"/>
                  </a:lnTo>
                  <a:lnTo>
                    <a:pt x="2234989" y="2984464"/>
                  </a:lnTo>
                  <a:lnTo>
                    <a:pt x="2235097" y="2984464"/>
                  </a:lnTo>
                  <a:lnTo>
                    <a:pt x="2235206" y="2984464"/>
                  </a:lnTo>
                  <a:lnTo>
                    <a:pt x="2235314" y="2984464"/>
                  </a:lnTo>
                  <a:lnTo>
                    <a:pt x="2235423" y="2984464"/>
                  </a:lnTo>
                  <a:lnTo>
                    <a:pt x="2235531" y="2984464"/>
                  </a:lnTo>
                  <a:lnTo>
                    <a:pt x="2235639" y="2984464"/>
                  </a:lnTo>
                  <a:lnTo>
                    <a:pt x="2235748" y="2984464"/>
                  </a:lnTo>
                  <a:lnTo>
                    <a:pt x="2235856" y="2984464"/>
                  </a:lnTo>
                  <a:lnTo>
                    <a:pt x="2235965" y="2984464"/>
                  </a:lnTo>
                  <a:lnTo>
                    <a:pt x="2235965" y="2983841"/>
                  </a:lnTo>
                  <a:lnTo>
                    <a:pt x="2236073" y="2983841"/>
                  </a:lnTo>
                  <a:lnTo>
                    <a:pt x="2236182" y="2983841"/>
                  </a:lnTo>
                  <a:lnTo>
                    <a:pt x="2236290" y="2983841"/>
                  </a:lnTo>
                  <a:lnTo>
                    <a:pt x="2236399" y="2983841"/>
                  </a:lnTo>
                  <a:lnTo>
                    <a:pt x="2236507" y="2983841"/>
                  </a:lnTo>
                  <a:lnTo>
                    <a:pt x="2236615" y="2983841"/>
                  </a:lnTo>
                  <a:lnTo>
                    <a:pt x="2236724" y="2983841"/>
                  </a:lnTo>
                  <a:lnTo>
                    <a:pt x="2236724" y="2983217"/>
                  </a:lnTo>
                  <a:lnTo>
                    <a:pt x="2236832" y="2983217"/>
                  </a:lnTo>
                  <a:lnTo>
                    <a:pt x="2236941" y="2983217"/>
                  </a:lnTo>
                  <a:lnTo>
                    <a:pt x="2237049" y="2983217"/>
                  </a:lnTo>
                  <a:lnTo>
                    <a:pt x="2237158" y="2983217"/>
                  </a:lnTo>
                  <a:lnTo>
                    <a:pt x="2237158" y="2982594"/>
                  </a:lnTo>
                  <a:lnTo>
                    <a:pt x="2237266" y="2982594"/>
                  </a:lnTo>
                  <a:lnTo>
                    <a:pt x="2237375" y="2982594"/>
                  </a:lnTo>
                  <a:lnTo>
                    <a:pt x="2237483" y="2982594"/>
                  </a:lnTo>
                  <a:lnTo>
                    <a:pt x="2237591" y="2982594"/>
                  </a:lnTo>
                  <a:lnTo>
                    <a:pt x="2237700" y="2982594"/>
                  </a:lnTo>
                  <a:lnTo>
                    <a:pt x="2237808" y="2982594"/>
                  </a:lnTo>
                  <a:lnTo>
                    <a:pt x="2237808" y="2981970"/>
                  </a:lnTo>
                  <a:lnTo>
                    <a:pt x="2237808" y="2981347"/>
                  </a:lnTo>
                  <a:lnTo>
                    <a:pt x="2237917" y="2981347"/>
                  </a:lnTo>
                  <a:lnTo>
                    <a:pt x="2238025" y="2981347"/>
                  </a:lnTo>
                  <a:lnTo>
                    <a:pt x="2238134" y="2981347"/>
                  </a:lnTo>
                  <a:lnTo>
                    <a:pt x="2238134" y="2980723"/>
                  </a:lnTo>
                  <a:lnTo>
                    <a:pt x="2238242" y="2980723"/>
                  </a:lnTo>
                  <a:lnTo>
                    <a:pt x="2238351" y="2980723"/>
                  </a:lnTo>
                  <a:lnTo>
                    <a:pt x="2238351" y="2980099"/>
                  </a:lnTo>
                  <a:lnTo>
                    <a:pt x="2238459" y="2980099"/>
                  </a:lnTo>
                  <a:lnTo>
                    <a:pt x="2238568" y="2980099"/>
                  </a:lnTo>
                  <a:lnTo>
                    <a:pt x="2238676" y="2980099"/>
                  </a:lnTo>
                  <a:lnTo>
                    <a:pt x="2238676" y="2979476"/>
                  </a:lnTo>
                  <a:lnTo>
                    <a:pt x="2238784" y="2979476"/>
                  </a:lnTo>
                  <a:lnTo>
                    <a:pt x="2238893" y="2979476"/>
                  </a:lnTo>
                  <a:lnTo>
                    <a:pt x="2239001" y="2979476"/>
                  </a:lnTo>
                  <a:lnTo>
                    <a:pt x="2239110" y="2979476"/>
                  </a:lnTo>
                  <a:lnTo>
                    <a:pt x="2239218" y="2979476"/>
                  </a:lnTo>
                  <a:lnTo>
                    <a:pt x="2239327" y="2979476"/>
                  </a:lnTo>
                  <a:lnTo>
                    <a:pt x="2239435" y="2979476"/>
                  </a:lnTo>
                  <a:lnTo>
                    <a:pt x="2239544" y="2979476"/>
                  </a:lnTo>
                  <a:lnTo>
                    <a:pt x="2239544" y="2978852"/>
                  </a:lnTo>
                  <a:lnTo>
                    <a:pt x="2239652" y="2978852"/>
                  </a:lnTo>
                  <a:lnTo>
                    <a:pt x="2239760" y="2978852"/>
                  </a:lnTo>
                  <a:lnTo>
                    <a:pt x="2239869" y="2978852"/>
                  </a:lnTo>
                  <a:lnTo>
                    <a:pt x="2239977" y="2978852"/>
                  </a:lnTo>
                  <a:lnTo>
                    <a:pt x="2239977" y="2978229"/>
                  </a:lnTo>
                  <a:lnTo>
                    <a:pt x="2240086" y="2978229"/>
                  </a:lnTo>
                  <a:lnTo>
                    <a:pt x="2240194" y="2978229"/>
                  </a:lnTo>
                  <a:lnTo>
                    <a:pt x="2240194" y="2977605"/>
                  </a:lnTo>
                  <a:lnTo>
                    <a:pt x="2240194" y="2976981"/>
                  </a:lnTo>
                  <a:lnTo>
                    <a:pt x="2240303" y="2976981"/>
                  </a:lnTo>
                  <a:lnTo>
                    <a:pt x="2240411" y="2976981"/>
                  </a:lnTo>
                  <a:lnTo>
                    <a:pt x="2240520" y="2976981"/>
                  </a:lnTo>
                  <a:lnTo>
                    <a:pt x="2240628" y="2976981"/>
                  </a:lnTo>
                  <a:lnTo>
                    <a:pt x="2240736" y="2976981"/>
                  </a:lnTo>
                  <a:lnTo>
                    <a:pt x="2240845" y="2976981"/>
                  </a:lnTo>
                  <a:lnTo>
                    <a:pt x="2240953" y="2976981"/>
                  </a:lnTo>
                  <a:lnTo>
                    <a:pt x="2241062" y="2976981"/>
                  </a:lnTo>
                  <a:lnTo>
                    <a:pt x="2241170" y="2976981"/>
                  </a:lnTo>
                  <a:lnTo>
                    <a:pt x="2241279" y="2976981"/>
                  </a:lnTo>
                  <a:lnTo>
                    <a:pt x="2241387" y="2976981"/>
                  </a:lnTo>
                  <a:lnTo>
                    <a:pt x="2241496" y="2976981"/>
                  </a:lnTo>
                  <a:lnTo>
                    <a:pt x="2241604" y="2976981"/>
                  </a:lnTo>
                  <a:lnTo>
                    <a:pt x="2241712" y="2976981"/>
                  </a:lnTo>
                  <a:lnTo>
                    <a:pt x="2241821" y="2976981"/>
                  </a:lnTo>
                  <a:lnTo>
                    <a:pt x="2241929" y="2976981"/>
                  </a:lnTo>
                  <a:lnTo>
                    <a:pt x="2242038" y="2976981"/>
                  </a:lnTo>
                  <a:lnTo>
                    <a:pt x="2242146" y="2976981"/>
                  </a:lnTo>
                  <a:lnTo>
                    <a:pt x="2242255" y="2976981"/>
                  </a:lnTo>
                  <a:lnTo>
                    <a:pt x="2242363" y="2976981"/>
                  </a:lnTo>
                  <a:lnTo>
                    <a:pt x="2242472" y="2976981"/>
                  </a:lnTo>
                  <a:lnTo>
                    <a:pt x="2242580" y="2976981"/>
                  </a:lnTo>
                  <a:lnTo>
                    <a:pt x="2242689" y="2976981"/>
                  </a:lnTo>
                  <a:lnTo>
                    <a:pt x="2242689" y="2976358"/>
                  </a:lnTo>
                  <a:lnTo>
                    <a:pt x="2242689" y="2975734"/>
                  </a:lnTo>
                  <a:lnTo>
                    <a:pt x="2242689" y="2975111"/>
                  </a:lnTo>
                  <a:lnTo>
                    <a:pt x="2242797" y="2975111"/>
                  </a:lnTo>
                  <a:lnTo>
                    <a:pt x="2242905" y="2975111"/>
                  </a:lnTo>
                  <a:lnTo>
                    <a:pt x="2243014" y="2975111"/>
                  </a:lnTo>
                  <a:lnTo>
                    <a:pt x="2243014" y="2974487"/>
                  </a:lnTo>
                  <a:lnTo>
                    <a:pt x="2243122" y="2974487"/>
                  </a:lnTo>
                  <a:lnTo>
                    <a:pt x="2243231" y="2974487"/>
                  </a:lnTo>
                  <a:lnTo>
                    <a:pt x="2243339" y="2974487"/>
                  </a:lnTo>
                  <a:lnTo>
                    <a:pt x="2243448" y="2974487"/>
                  </a:lnTo>
                  <a:lnTo>
                    <a:pt x="2243556" y="2974487"/>
                  </a:lnTo>
                  <a:lnTo>
                    <a:pt x="2243665" y="2974487"/>
                  </a:lnTo>
                  <a:lnTo>
                    <a:pt x="2243773" y="2974487"/>
                  </a:lnTo>
                  <a:lnTo>
                    <a:pt x="2243881" y="2974487"/>
                  </a:lnTo>
                  <a:lnTo>
                    <a:pt x="2243990" y="2974487"/>
                  </a:lnTo>
                  <a:lnTo>
                    <a:pt x="2244098" y="2974487"/>
                  </a:lnTo>
                  <a:lnTo>
                    <a:pt x="2244207" y="2974487"/>
                  </a:lnTo>
                  <a:lnTo>
                    <a:pt x="2244315" y="2974487"/>
                  </a:lnTo>
                  <a:lnTo>
                    <a:pt x="2244315" y="2973864"/>
                  </a:lnTo>
                  <a:lnTo>
                    <a:pt x="2244315" y="2973240"/>
                  </a:lnTo>
                  <a:lnTo>
                    <a:pt x="2244424" y="2973240"/>
                  </a:lnTo>
                  <a:lnTo>
                    <a:pt x="2244532" y="2973240"/>
                  </a:lnTo>
                  <a:lnTo>
                    <a:pt x="2244641" y="2973240"/>
                  </a:lnTo>
                  <a:lnTo>
                    <a:pt x="2244749" y="2973240"/>
                  </a:lnTo>
                  <a:lnTo>
                    <a:pt x="2244857" y="2973240"/>
                  </a:lnTo>
                  <a:lnTo>
                    <a:pt x="2244857" y="2972616"/>
                  </a:lnTo>
                  <a:lnTo>
                    <a:pt x="2244857" y="2971993"/>
                  </a:lnTo>
                  <a:lnTo>
                    <a:pt x="2244966" y="2971993"/>
                  </a:lnTo>
                  <a:lnTo>
                    <a:pt x="2245074" y="2971993"/>
                  </a:lnTo>
                  <a:lnTo>
                    <a:pt x="2245183" y="2971993"/>
                  </a:lnTo>
                  <a:lnTo>
                    <a:pt x="2245291" y="2971993"/>
                  </a:lnTo>
                  <a:lnTo>
                    <a:pt x="2245400" y="2971993"/>
                  </a:lnTo>
                  <a:lnTo>
                    <a:pt x="2245400" y="2971369"/>
                  </a:lnTo>
                  <a:lnTo>
                    <a:pt x="2245508" y="2971369"/>
                  </a:lnTo>
                  <a:lnTo>
                    <a:pt x="2245617" y="2971369"/>
                  </a:lnTo>
                  <a:lnTo>
                    <a:pt x="2245725" y="2971369"/>
                  </a:lnTo>
                  <a:lnTo>
                    <a:pt x="2245833" y="2971369"/>
                  </a:lnTo>
                  <a:lnTo>
                    <a:pt x="2245833" y="2970746"/>
                  </a:lnTo>
                  <a:lnTo>
                    <a:pt x="2245942" y="2970746"/>
                  </a:lnTo>
                  <a:lnTo>
                    <a:pt x="2246050" y="2970746"/>
                  </a:lnTo>
                  <a:lnTo>
                    <a:pt x="2246159" y="2970746"/>
                  </a:lnTo>
                  <a:lnTo>
                    <a:pt x="2246159" y="2970122"/>
                  </a:lnTo>
                  <a:lnTo>
                    <a:pt x="2246267" y="2970122"/>
                  </a:lnTo>
                  <a:lnTo>
                    <a:pt x="2246376" y="2970122"/>
                  </a:lnTo>
                  <a:lnTo>
                    <a:pt x="2246484" y="2970122"/>
                  </a:lnTo>
                  <a:lnTo>
                    <a:pt x="2246593" y="2970122"/>
                  </a:lnTo>
                  <a:lnTo>
                    <a:pt x="2246701" y="2970122"/>
                  </a:lnTo>
                  <a:lnTo>
                    <a:pt x="2246810" y="2970122"/>
                  </a:lnTo>
                  <a:lnTo>
                    <a:pt x="2246918" y="2970122"/>
                  </a:lnTo>
                  <a:lnTo>
                    <a:pt x="2247026" y="2970122"/>
                  </a:lnTo>
                  <a:lnTo>
                    <a:pt x="2247026" y="2969499"/>
                  </a:lnTo>
                  <a:lnTo>
                    <a:pt x="2247026" y="2968875"/>
                  </a:lnTo>
                  <a:lnTo>
                    <a:pt x="2247135" y="2968875"/>
                  </a:lnTo>
                  <a:lnTo>
                    <a:pt x="2247135" y="2968251"/>
                  </a:lnTo>
                  <a:lnTo>
                    <a:pt x="2247243" y="2968251"/>
                  </a:lnTo>
                  <a:lnTo>
                    <a:pt x="2247352" y="2968251"/>
                  </a:lnTo>
                  <a:lnTo>
                    <a:pt x="2247460" y="2968251"/>
                  </a:lnTo>
                  <a:lnTo>
                    <a:pt x="2247569" y="2968251"/>
                  </a:lnTo>
                  <a:lnTo>
                    <a:pt x="2247677" y="2968251"/>
                  </a:lnTo>
                  <a:lnTo>
                    <a:pt x="2247786" y="2968251"/>
                  </a:lnTo>
                  <a:lnTo>
                    <a:pt x="2247894" y="2968251"/>
                  </a:lnTo>
                  <a:lnTo>
                    <a:pt x="2248002" y="2968251"/>
                  </a:lnTo>
                  <a:lnTo>
                    <a:pt x="2248002" y="2967628"/>
                  </a:lnTo>
                  <a:lnTo>
                    <a:pt x="2248111" y="2967628"/>
                  </a:lnTo>
                  <a:lnTo>
                    <a:pt x="2248219" y="2967628"/>
                  </a:lnTo>
                  <a:lnTo>
                    <a:pt x="2248328" y="2967628"/>
                  </a:lnTo>
                  <a:lnTo>
                    <a:pt x="2248436" y="2967628"/>
                  </a:lnTo>
                  <a:lnTo>
                    <a:pt x="2248545" y="2967628"/>
                  </a:lnTo>
                  <a:lnTo>
                    <a:pt x="2248545" y="2967004"/>
                  </a:lnTo>
                  <a:lnTo>
                    <a:pt x="2248545" y="2966381"/>
                  </a:lnTo>
                  <a:lnTo>
                    <a:pt x="2248653" y="2966381"/>
                  </a:lnTo>
                  <a:lnTo>
                    <a:pt x="2248762" y="2966381"/>
                  </a:lnTo>
                  <a:lnTo>
                    <a:pt x="2248870" y="2966381"/>
                  </a:lnTo>
                  <a:lnTo>
                    <a:pt x="2248870" y="2965757"/>
                  </a:lnTo>
                  <a:lnTo>
                    <a:pt x="2248978" y="2965757"/>
                  </a:lnTo>
                  <a:lnTo>
                    <a:pt x="2248978" y="2965133"/>
                  </a:lnTo>
                  <a:lnTo>
                    <a:pt x="2249087" y="2965133"/>
                  </a:lnTo>
                  <a:lnTo>
                    <a:pt x="2249195" y="2965133"/>
                  </a:lnTo>
                  <a:lnTo>
                    <a:pt x="2249304" y="2965133"/>
                  </a:lnTo>
                  <a:lnTo>
                    <a:pt x="2249412" y="2965133"/>
                  </a:lnTo>
                  <a:lnTo>
                    <a:pt x="2249412" y="2964510"/>
                  </a:lnTo>
                  <a:lnTo>
                    <a:pt x="2249521" y="2964510"/>
                  </a:lnTo>
                  <a:lnTo>
                    <a:pt x="2249629" y="2964510"/>
                  </a:lnTo>
                  <a:lnTo>
                    <a:pt x="2249738" y="2964510"/>
                  </a:lnTo>
                  <a:lnTo>
                    <a:pt x="2249846" y="2964510"/>
                  </a:lnTo>
                  <a:lnTo>
                    <a:pt x="2249954" y="2964510"/>
                  </a:lnTo>
                  <a:lnTo>
                    <a:pt x="2249954" y="2963886"/>
                  </a:lnTo>
                  <a:lnTo>
                    <a:pt x="2250063" y="2963886"/>
                  </a:lnTo>
                  <a:lnTo>
                    <a:pt x="2250171" y="2963886"/>
                  </a:lnTo>
                  <a:lnTo>
                    <a:pt x="2250280" y="2963886"/>
                  </a:lnTo>
                  <a:lnTo>
                    <a:pt x="2250388" y="2963886"/>
                  </a:lnTo>
                  <a:lnTo>
                    <a:pt x="2250497" y="2963886"/>
                  </a:lnTo>
                  <a:lnTo>
                    <a:pt x="2250605" y="2963886"/>
                  </a:lnTo>
                  <a:lnTo>
                    <a:pt x="2250714" y="2963886"/>
                  </a:lnTo>
                  <a:lnTo>
                    <a:pt x="2250822" y="2963886"/>
                  </a:lnTo>
                  <a:lnTo>
                    <a:pt x="2250822" y="2963263"/>
                  </a:lnTo>
                  <a:lnTo>
                    <a:pt x="2250930" y="2963263"/>
                  </a:lnTo>
                  <a:lnTo>
                    <a:pt x="2251039" y="2963263"/>
                  </a:lnTo>
                  <a:lnTo>
                    <a:pt x="2251147" y="2963263"/>
                  </a:lnTo>
                  <a:lnTo>
                    <a:pt x="2251256" y="2963263"/>
                  </a:lnTo>
                  <a:lnTo>
                    <a:pt x="2251364" y="2963263"/>
                  </a:lnTo>
                  <a:lnTo>
                    <a:pt x="2251473" y="2963263"/>
                  </a:lnTo>
                  <a:lnTo>
                    <a:pt x="2251581" y="2963263"/>
                  </a:lnTo>
                  <a:lnTo>
                    <a:pt x="2251690" y="2963263"/>
                  </a:lnTo>
                  <a:lnTo>
                    <a:pt x="2251798" y="2963263"/>
                  </a:lnTo>
                  <a:lnTo>
                    <a:pt x="2251907" y="2963263"/>
                  </a:lnTo>
                  <a:lnTo>
                    <a:pt x="2252015" y="2963263"/>
                  </a:lnTo>
                  <a:lnTo>
                    <a:pt x="2252123" y="2963263"/>
                  </a:lnTo>
                  <a:lnTo>
                    <a:pt x="2252232" y="2963263"/>
                  </a:lnTo>
                  <a:lnTo>
                    <a:pt x="2252340" y="2963263"/>
                  </a:lnTo>
                  <a:lnTo>
                    <a:pt x="2252449" y="2963263"/>
                  </a:lnTo>
                  <a:lnTo>
                    <a:pt x="2252557" y="2963263"/>
                  </a:lnTo>
                  <a:lnTo>
                    <a:pt x="2252666" y="2963263"/>
                  </a:lnTo>
                  <a:lnTo>
                    <a:pt x="2252774" y="2963263"/>
                  </a:lnTo>
                  <a:lnTo>
                    <a:pt x="2252883" y="2963263"/>
                  </a:lnTo>
                  <a:lnTo>
                    <a:pt x="2252991" y="2963263"/>
                  </a:lnTo>
                  <a:lnTo>
                    <a:pt x="2253099" y="2963263"/>
                  </a:lnTo>
                  <a:lnTo>
                    <a:pt x="2253208" y="2963263"/>
                  </a:lnTo>
                  <a:lnTo>
                    <a:pt x="2253316" y="2963263"/>
                  </a:lnTo>
                  <a:lnTo>
                    <a:pt x="2253425" y="2963263"/>
                  </a:lnTo>
                  <a:lnTo>
                    <a:pt x="2253533" y="2963263"/>
                  </a:lnTo>
                  <a:lnTo>
                    <a:pt x="2253642" y="2963263"/>
                  </a:lnTo>
                  <a:lnTo>
                    <a:pt x="2253750" y="2963263"/>
                  </a:lnTo>
                  <a:lnTo>
                    <a:pt x="2253859" y="2963263"/>
                  </a:lnTo>
                  <a:lnTo>
                    <a:pt x="2253967" y="2963263"/>
                  </a:lnTo>
                  <a:lnTo>
                    <a:pt x="2254075" y="2963263"/>
                  </a:lnTo>
                  <a:lnTo>
                    <a:pt x="2254075" y="2962639"/>
                  </a:lnTo>
                  <a:lnTo>
                    <a:pt x="2254184" y="2962639"/>
                  </a:lnTo>
                  <a:lnTo>
                    <a:pt x="2254292" y="2962639"/>
                  </a:lnTo>
                  <a:lnTo>
                    <a:pt x="2254401" y="2962639"/>
                  </a:lnTo>
                  <a:lnTo>
                    <a:pt x="2254401" y="2962016"/>
                  </a:lnTo>
                  <a:lnTo>
                    <a:pt x="2254509" y="2962016"/>
                  </a:lnTo>
                  <a:lnTo>
                    <a:pt x="2254618" y="2962016"/>
                  </a:lnTo>
                  <a:lnTo>
                    <a:pt x="2254726" y="2962016"/>
                  </a:lnTo>
                  <a:lnTo>
                    <a:pt x="2254835" y="2962016"/>
                  </a:lnTo>
                  <a:lnTo>
                    <a:pt x="2254943" y="2962016"/>
                  </a:lnTo>
                  <a:lnTo>
                    <a:pt x="2255051" y="2962016"/>
                  </a:lnTo>
                  <a:lnTo>
                    <a:pt x="2255160" y="2962016"/>
                  </a:lnTo>
                  <a:lnTo>
                    <a:pt x="2255268" y="2962016"/>
                  </a:lnTo>
                  <a:lnTo>
                    <a:pt x="2255377" y="2962016"/>
                  </a:lnTo>
                  <a:lnTo>
                    <a:pt x="2255485" y="2962016"/>
                  </a:lnTo>
                  <a:lnTo>
                    <a:pt x="2255594" y="2962016"/>
                  </a:lnTo>
                  <a:lnTo>
                    <a:pt x="2255702" y="2962016"/>
                  </a:lnTo>
                  <a:lnTo>
                    <a:pt x="2255811" y="2962016"/>
                  </a:lnTo>
                  <a:lnTo>
                    <a:pt x="2255919" y="2962016"/>
                  </a:lnTo>
                  <a:lnTo>
                    <a:pt x="2255919" y="2961392"/>
                  </a:lnTo>
                  <a:lnTo>
                    <a:pt x="2256028" y="2961392"/>
                  </a:lnTo>
                  <a:lnTo>
                    <a:pt x="2256136" y="2961392"/>
                  </a:lnTo>
                  <a:lnTo>
                    <a:pt x="2256244" y="2961392"/>
                  </a:lnTo>
                  <a:lnTo>
                    <a:pt x="2256353" y="2961392"/>
                  </a:lnTo>
                  <a:lnTo>
                    <a:pt x="2256461" y="2961392"/>
                  </a:lnTo>
                  <a:lnTo>
                    <a:pt x="2256570" y="2961392"/>
                  </a:lnTo>
                  <a:lnTo>
                    <a:pt x="2256678" y="2961392"/>
                  </a:lnTo>
                  <a:lnTo>
                    <a:pt x="2256787" y="2961392"/>
                  </a:lnTo>
                  <a:lnTo>
                    <a:pt x="2256895" y="2961392"/>
                  </a:lnTo>
                  <a:lnTo>
                    <a:pt x="2257004" y="2961392"/>
                  </a:lnTo>
                  <a:lnTo>
                    <a:pt x="2257112" y="2961392"/>
                  </a:lnTo>
                  <a:lnTo>
                    <a:pt x="2257112" y="2960768"/>
                  </a:lnTo>
                  <a:lnTo>
                    <a:pt x="2257220" y="2960768"/>
                  </a:lnTo>
                  <a:lnTo>
                    <a:pt x="2257220" y="2960145"/>
                  </a:lnTo>
                  <a:lnTo>
                    <a:pt x="2257329" y="2960145"/>
                  </a:lnTo>
                  <a:lnTo>
                    <a:pt x="2257437" y="2960145"/>
                  </a:lnTo>
                  <a:lnTo>
                    <a:pt x="2257546" y="2960145"/>
                  </a:lnTo>
                  <a:lnTo>
                    <a:pt x="2257654" y="2960145"/>
                  </a:lnTo>
                  <a:lnTo>
                    <a:pt x="2257763" y="2960145"/>
                  </a:lnTo>
                  <a:lnTo>
                    <a:pt x="2257871" y="2960145"/>
                  </a:lnTo>
                  <a:lnTo>
                    <a:pt x="2257980" y="2960145"/>
                  </a:lnTo>
                  <a:lnTo>
                    <a:pt x="2258088" y="2960145"/>
                  </a:lnTo>
                  <a:lnTo>
                    <a:pt x="2258196" y="2960145"/>
                  </a:lnTo>
                  <a:lnTo>
                    <a:pt x="2258305" y="2960145"/>
                  </a:lnTo>
                  <a:lnTo>
                    <a:pt x="2258413" y="2960145"/>
                  </a:lnTo>
                  <a:lnTo>
                    <a:pt x="2258522" y="2960145"/>
                  </a:lnTo>
                  <a:lnTo>
                    <a:pt x="2258630" y="2960145"/>
                  </a:lnTo>
                  <a:lnTo>
                    <a:pt x="2258739" y="2960145"/>
                  </a:lnTo>
                  <a:lnTo>
                    <a:pt x="2258847" y="2960145"/>
                  </a:lnTo>
                  <a:lnTo>
                    <a:pt x="2258956" y="2960145"/>
                  </a:lnTo>
                  <a:lnTo>
                    <a:pt x="2258956" y="2959521"/>
                  </a:lnTo>
                  <a:lnTo>
                    <a:pt x="2258956" y="2958898"/>
                  </a:lnTo>
                  <a:lnTo>
                    <a:pt x="2259064" y="2958898"/>
                  </a:lnTo>
                  <a:lnTo>
                    <a:pt x="2259172" y="2958898"/>
                  </a:lnTo>
                  <a:lnTo>
                    <a:pt x="2259281" y="2958898"/>
                  </a:lnTo>
                  <a:lnTo>
                    <a:pt x="2259389" y="2958898"/>
                  </a:lnTo>
                  <a:lnTo>
                    <a:pt x="2259498" y="2958898"/>
                  </a:lnTo>
                  <a:lnTo>
                    <a:pt x="2259606" y="2958898"/>
                  </a:lnTo>
                  <a:lnTo>
                    <a:pt x="2259715" y="2958898"/>
                  </a:lnTo>
                  <a:lnTo>
                    <a:pt x="2259823" y="2958898"/>
                  </a:lnTo>
                  <a:lnTo>
                    <a:pt x="2259932" y="2958898"/>
                  </a:lnTo>
                  <a:lnTo>
                    <a:pt x="2260040" y="2958898"/>
                  </a:lnTo>
                  <a:lnTo>
                    <a:pt x="2260149" y="2958898"/>
                  </a:lnTo>
                  <a:lnTo>
                    <a:pt x="2260257" y="2958898"/>
                  </a:lnTo>
                  <a:lnTo>
                    <a:pt x="2260365" y="2958898"/>
                  </a:lnTo>
                  <a:lnTo>
                    <a:pt x="2260474" y="2958898"/>
                  </a:lnTo>
                  <a:lnTo>
                    <a:pt x="2260582" y="2958898"/>
                  </a:lnTo>
                  <a:lnTo>
                    <a:pt x="2260691" y="2958898"/>
                  </a:lnTo>
                  <a:lnTo>
                    <a:pt x="2260799" y="2958898"/>
                  </a:lnTo>
                  <a:lnTo>
                    <a:pt x="2260799" y="2958274"/>
                  </a:lnTo>
                  <a:lnTo>
                    <a:pt x="2260908" y="2958274"/>
                  </a:lnTo>
                  <a:lnTo>
                    <a:pt x="2261016" y="2958274"/>
                  </a:lnTo>
                  <a:lnTo>
                    <a:pt x="2261125" y="2958274"/>
                  </a:lnTo>
                  <a:lnTo>
                    <a:pt x="2261233" y="2958274"/>
                  </a:lnTo>
                  <a:lnTo>
                    <a:pt x="2261341" y="2958274"/>
                  </a:lnTo>
                  <a:lnTo>
                    <a:pt x="2261450" y="2958274"/>
                  </a:lnTo>
                  <a:lnTo>
                    <a:pt x="2261558" y="2958274"/>
                  </a:lnTo>
                  <a:lnTo>
                    <a:pt x="2261667" y="2958274"/>
                  </a:lnTo>
                  <a:lnTo>
                    <a:pt x="2261775" y="2958274"/>
                  </a:lnTo>
                  <a:lnTo>
                    <a:pt x="2261884" y="2958274"/>
                  </a:lnTo>
                  <a:lnTo>
                    <a:pt x="2261992" y="2958274"/>
                  </a:lnTo>
                  <a:lnTo>
                    <a:pt x="2261992" y="2957650"/>
                  </a:lnTo>
                  <a:lnTo>
                    <a:pt x="2262101" y="2957650"/>
                  </a:lnTo>
                  <a:lnTo>
                    <a:pt x="2262209" y="2957650"/>
                  </a:lnTo>
                  <a:lnTo>
                    <a:pt x="2262317" y="2957650"/>
                  </a:lnTo>
                  <a:lnTo>
                    <a:pt x="2262426" y="2957650"/>
                  </a:lnTo>
                  <a:lnTo>
                    <a:pt x="2262534" y="2957650"/>
                  </a:lnTo>
                  <a:lnTo>
                    <a:pt x="2262643" y="2957650"/>
                  </a:lnTo>
                  <a:lnTo>
                    <a:pt x="2262751" y="2957650"/>
                  </a:lnTo>
                  <a:lnTo>
                    <a:pt x="2262860" y="2957650"/>
                  </a:lnTo>
                  <a:lnTo>
                    <a:pt x="2262968" y="2957650"/>
                  </a:lnTo>
                  <a:lnTo>
                    <a:pt x="2263077" y="2957650"/>
                  </a:lnTo>
                  <a:lnTo>
                    <a:pt x="2263185" y="2957650"/>
                  </a:lnTo>
                  <a:lnTo>
                    <a:pt x="2263293" y="2957650"/>
                  </a:lnTo>
                  <a:lnTo>
                    <a:pt x="2263402" y="2957650"/>
                  </a:lnTo>
                  <a:lnTo>
                    <a:pt x="2263510" y="2957650"/>
                  </a:lnTo>
                  <a:lnTo>
                    <a:pt x="2263510" y="2957027"/>
                  </a:lnTo>
                  <a:lnTo>
                    <a:pt x="2263619" y="2957027"/>
                  </a:lnTo>
                  <a:lnTo>
                    <a:pt x="2263727" y="2957027"/>
                  </a:lnTo>
                  <a:lnTo>
                    <a:pt x="2263836" y="2957027"/>
                  </a:lnTo>
                  <a:lnTo>
                    <a:pt x="2263836" y="2956403"/>
                  </a:lnTo>
                  <a:lnTo>
                    <a:pt x="2263944" y="2956403"/>
                  </a:lnTo>
                  <a:lnTo>
                    <a:pt x="2263944" y="2955780"/>
                  </a:lnTo>
                  <a:lnTo>
                    <a:pt x="2264053" y="2955780"/>
                  </a:lnTo>
                  <a:lnTo>
                    <a:pt x="2264053" y="2955156"/>
                  </a:lnTo>
                  <a:lnTo>
                    <a:pt x="2264161" y="2955156"/>
                  </a:lnTo>
                  <a:lnTo>
                    <a:pt x="2264270" y="2955156"/>
                  </a:lnTo>
                  <a:lnTo>
                    <a:pt x="2264378" y="2955156"/>
                  </a:lnTo>
                  <a:lnTo>
                    <a:pt x="2264378" y="2954533"/>
                  </a:lnTo>
                  <a:lnTo>
                    <a:pt x="2264486" y="2954533"/>
                  </a:lnTo>
                  <a:lnTo>
                    <a:pt x="2264595" y="2954533"/>
                  </a:lnTo>
                  <a:lnTo>
                    <a:pt x="2264703" y="2954533"/>
                  </a:lnTo>
                  <a:lnTo>
                    <a:pt x="2264812" y="2954533"/>
                  </a:lnTo>
                  <a:lnTo>
                    <a:pt x="2264920" y="2954533"/>
                  </a:lnTo>
                  <a:lnTo>
                    <a:pt x="2264920" y="2953909"/>
                  </a:lnTo>
                  <a:lnTo>
                    <a:pt x="2264920" y="2953285"/>
                  </a:lnTo>
                  <a:lnTo>
                    <a:pt x="2265029" y="2953285"/>
                  </a:lnTo>
                  <a:lnTo>
                    <a:pt x="2265029" y="2952662"/>
                  </a:lnTo>
                  <a:lnTo>
                    <a:pt x="2265137" y="2952662"/>
                  </a:lnTo>
                  <a:lnTo>
                    <a:pt x="2265246" y="2952662"/>
                  </a:lnTo>
                  <a:lnTo>
                    <a:pt x="2265354" y="2952662"/>
                  </a:lnTo>
                  <a:lnTo>
                    <a:pt x="2265462" y="2952662"/>
                  </a:lnTo>
                  <a:lnTo>
                    <a:pt x="2265571" y="2952662"/>
                  </a:lnTo>
                  <a:lnTo>
                    <a:pt x="2265679" y="2952662"/>
                  </a:lnTo>
                  <a:lnTo>
                    <a:pt x="2265788" y="2952662"/>
                  </a:lnTo>
                  <a:lnTo>
                    <a:pt x="2265788" y="2952038"/>
                  </a:lnTo>
                  <a:lnTo>
                    <a:pt x="2265896" y="2952038"/>
                  </a:lnTo>
                  <a:lnTo>
                    <a:pt x="2265896" y="2951415"/>
                  </a:lnTo>
                  <a:lnTo>
                    <a:pt x="2266005" y="2951415"/>
                  </a:lnTo>
                  <a:lnTo>
                    <a:pt x="2266113" y="2951415"/>
                  </a:lnTo>
                  <a:lnTo>
                    <a:pt x="2266222" y="2951415"/>
                  </a:lnTo>
                  <a:lnTo>
                    <a:pt x="2266330" y="2951415"/>
                  </a:lnTo>
                  <a:lnTo>
                    <a:pt x="2266438" y="2951415"/>
                  </a:lnTo>
                  <a:lnTo>
                    <a:pt x="2266547" y="2951415"/>
                  </a:lnTo>
                  <a:lnTo>
                    <a:pt x="2266655" y="2951415"/>
                  </a:lnTo>
                  <a:lnTo>
                    <a:pt x="2266655" y="2950791"/>
                  </a:lnTo>
                  <a:lnTo>
                    <a:pt x="2266764" y="2950791"/>
                  </a:lnTo>
                  <a:lnTo>
                    <a:pt x="2266872" y="2950791"/>
                  </a:lnTo>
                  <a:lnTo>
                    <a:pt x="2266981" y="2950791"/>
                  </a:lnTo>
                  <a:lnTo>
                    <a:pt x="2267089" y="2950791"/>
                  </a:lnTo>
                  <a:lnTo>
                    <a:pt x="2267198" y="2950791"/>
                  </a:lnTo>
                  <a:lnTo>
                    <a:pt x="2267198" y="2950167"/>
                  </a:lnTo>
                  <a:lnTo>
                    <a:pt x="2267306" y="2950167"/>
                  </a:lnTo>
                  <a:lnTo>
                    <a:pt x="2267414" y="2950167"/>
                  </a:lnTo>
                  <a:lnTo>
                    <a:pt x="2267523" y="2950167"/>
                  </a:lnTo>
                  <a:lnTo>
                    <a:pt x="2267631" y="2950167"/>
                  </a:lnTo>
                  <a:lnTo>
                    <a:pt x="2267740" y="2950167"/>
                  </a:lnTo>
                  <a:lnTo>
                    <a:pt x="2267848" y="2950167"/>
                  </a:lnTo>
                  <a:lnTo>
                    <a:pt x="2267957" y="2950167"/>
                  </a:lnTo>
                  <a:lnTo>
                    <a:pt x="2267957" y="2949544"/>
                  </a:lnTo>
                  <a:lnTo>
                    <a:pt x="2268065" y="2949544"/>
                  </a:lnTo>
                  <a:lnTo>
                    <a:pt x="2268174" y="2949544"/>
                  </a:lnTo>
                  <a:lnTo>
                    <a:pt x="2268282" y="2949544"/>
                  </a:lnTo>
                  <a:lnTo>
                    <a:pt x="2268391" y="2949544"/>
                  </a:lnTo>
                  <a:lnTo>
                    <a:pt x="2268499" y="2949544"/>
                  </a:lnTo>
                  <a:lnTo>
                    <a:pt x="2268607" y="2949544"/>
                  </a:lnTo>
                  <a:lnTo>
                    <a:pt x="2268716" y="2949544"/>
                  </a:lnTo>
                  <a:lnTo>
                    <a:pt x="2268824" y="2949544"/>
                  </a:lnTo>
                  <a:lnTo>
                    <a:pt x="2268933" y="2949544"/>
                  </a:lnTo>
                  <a:lnTo>
                    <a:pt x="2269041" y="2949544"/>
                  </a:lnTo>
                  <a:lnTo>
                    <a:pt x="2269041" y="2948920"/>
                  </a:lnTo>
                  <a:lnTo>
                    <a:pt x="2269150" y="2948920"/>
                  </a:lnTo>
                  <a:lnTo>
                    <a:pt x="2269258" y="2948920"/>
                  </a:lnTo>
                  <a:lnTo>
                    <a:pt x="2269367" y="2948920"/>
                  </a:lnTo>
                  <a:lnTo>
                    <a:pt x="2269475" y="2948920"/>
                  </a:lnTo>
                  <a:lnTo>
                    <a:pt x="2269475" y="2948297"/>
                  </a:lnTo>
                  <a:lnTo>
                    <a:pt x="2269583" y="2948297"/>
                  </a:lnTo>
                  <a:lnTo>
                    <a:pt x="2269692" y="2948297"/>
                  </a:lnTo>
                  <a:lnTo>
                    <a:pt x="2269800" y="2948297"/>
                  </a:lnTo>
                  <a:lnTo>
                    <a:pt x="2269909" y="2948297"/>
                  </a:lnTo>
                  <a:lnTo>
                    <a:pt x="2270017" y="2948297"/>
                  </a:lnTo>
                  <a:lnTo>
                    <a:pt x="2270126" y="2948297"/>
                  </a:lnTo>
                  <a:lnTo>
                    <a:pt x="2270234" y="2948297"/>
                  </a:lnTo>
                  <a:lnTo>
                    <a:pt x="2270343" y="2948297"/>
                  </a:lnTo>
                  <a:lnTo>
                    <a:pt x="2270451" y="2948297"/>
                  </a:lnTo>
                  <a:lnTo>
                    <a:pt x="2270559" y="2948297"/>
                  </a:lnTo>
                  <a:lnTo>
                    <a:pt x="2270668" y="2948297"/>
                  </a:lnTo>
                  <a:lnTo>
                    <a:pt x="2270776" y="2948297"/>
                  </a:lnTo>
                  <a:lnTo>
                    <a:pt x="2270885" y="2948297"/>
                  </a:lnTo>
                  <a:lnTo>
                    <a:pt x="2270993" y="2948297"/>
                  </a:lnTo>
                  <a:lnTo>
                    <a:pt x="2271102" y="2948297"/>
                  </a:lnTo>
                  <a:lnTo>
                    <a:pt x="2271210" y="2948297"/>
                  </a:lnTo>
                  <a:lnTo>
                    <a:pt x="2271210" y="2947673"/>
                  </a:lnTo>
                  <a:lnTo>
                    <a:pt x="2271319" y="2947673"/>
                  </a:lnTo>
                  <a:lnTo>
                    <a:pt x="2271319" y="2947050"/>
                  </a:lnTo>
                  <a:lnTo>
                    <a:pt x="2271427" y="2947050"/>
                  </a:lnTo>
                  <a:lnTo>
                    <a:pt x="2271535" y="2947050"/>
                  </a:lnTo>
                  <a:lnTo>
                    <a:pt x="2271644" y="2947050"/>
                  </a:lnTo>
                  <a:lnTo>
                    <a:pt x="2271752" y="2947050"/>
                  </a:lnTo>
                  <a:lnTo>
                    <a:pt x="2271861" y="2947050"/>
                  </a:lnTo>
                  <a:lnTo>
                    <a:pt x="2271969" y="2947050"/>
                  </a:lnTo>
                  <a:lnTo>
                    <a:pt x="2272078" y="2947050"/>
                  </a:lnTo>
                  <a:lnTo>
                    <a:pt x="2272186" y="2947050"/>
                  </a:lnTo>
                  <a:lnTo>
                    <a:pt x="2272295" y="2947050"/>
                  </a:lnTo>
                  <a:lnTo>
                    <a:pt x="2272403" y="2947050"/>
                  </a:lnTo>
                  <a:lnTo>
                    <a:pt x="2272511" y="2947050"/>
                  </a:lnTo>
                  <a:lnTo>
                    <a:pt x="2272511" y="2946426"/>
                  </a:lnTo>
                  <a:lnTo>
                    <a:pt x="2272620" y="2946426"/>
                  </a:lnTo>
                  <a:lnTo>
                    <a:pt x="2272728" y="2946426"/>
                  </a:lnTo>
                  <a:lnTo>
                    <a:pt x="2272837" y="2946426"/>
                  </a:lnTo>
                  <a:lnTo>
                    <a:pt x="2272945" y="2946426"/>
                  </a:lnTo>
                  <a:lnTo>
                    <a:pt x="2273054" y="2946426"/>
                  </a:lnTo>
                  <a:lnTo>
                    <a:pt x="2273162" y="2946426"/>
                  </a:lnTo>
                  <a:lnTo>
                    <a:pt x="2273271" y="2946426"/>
                  </a:lnTo>
                  <a:lnTo>
                    <a:pt x="2273271" y="2945802"/>
                  </a:lnTo>
                  <a:lnTo>
                    <a:pt x="2273379" y="2945802"/>
                  </a:lnTo>
                  <a:lnTo>
                    <a:pt x="2273488" y="2945802"/>
                  </a:lnTo>
                  <a:lnTo>
                    <a:pt x="2273488" y="2945179"/>
                  </a:lnTo>
                  <a:lnTo>
                    <a:pt x="2273596" y="2945179"/>
                  </a:lnTo>
                  <a:lnTo>
                    <a:pt x="2273704" y="2945179"/>
                  </a:lnTo>
                  <a:lnTo>
                    <a:pt x="2273704" y="2944555"/>
                  </a:lnTo>
                  <a:lnTo>
                    <a:pt x="2273813" y="2944555"/>
                  </a:lnTo>
                  <a:lnTo>
                    <a:pt x="2273921" y="2944555"/>
                  </a:lnTo>
                  <a:lnTo>
                    <a:pt x="2274030" y="2944555"/>
                  </a:lnTo>
                  <a:lnTo>
                    <a:pt x="2274138" y="2944555"/>
                  </a:lnTo>
                  <a:lnTo>
                    <a:pt x="2274247" y="2944555"/>
                  </a:lnTo>
                  <a:lnTo>
                    <a:pt x="2274355" y="2944555"/>
                  </a:lnTo>
                  <a:lnTo>
                    <a:pt x="2274464" y="2944555"/>
                  </a:lnTo>
                  <a:lnTo>
                    <a:pt x="2274572" y="2944555"/>
                  </a:lnTo>
                  <a:lnTo>
                    <a:pt x="2274680" y="2944555"/>
                  </a:lnTo>
                  <a:lnTo>
                    <a:pt x="2274789" y="2944555"/>
                  </a:lnTo>
                  <a:lnTo>
                    <a:pt x="2274897" y="2944555"/>
                  </a:lnTo>
                  <a:lnTo>
                    <a:pt x="2274897" y="2943932"/>
                  </a:lnTo>
                  <a:lnTo>
                    <a:pt x="2275006" y="2943932"/>
                  </a:lnTo>
                  <a:lnTo>
                    <a:pt x="2275114" y="2943932"/>
                  </a:lnTo>
                  <a:lnTo>
                    <a:pt x="2275223" y="2943932"/>
                  </a:lnTo>
                  <a:lnTo>
                    <a:pt x="2275331" y="2943932"/>
                  </a:lnTo>
                  <a:lnTo>
                    <a:pt x="2275440" y="2943932"/>
                  </a:lnTo>
                  <a:lnTo>
                    <a:pt x="2275548" y="2943932"/>
                  </a:lnTo>
                  <a:lnTo>
                    <a:pt x="2275656" y="2943932"/>
                  </a:lnTo>
                  <a:lnTo>
                    <a:pt x="2275765" y="2943932"/>
                  </a:lnTo>
                  <a:lnTo>
                    <a:pt x="2275873" y="2943932"/>
                  </a:lnTo>
                  <a:lnTo>
                    <a:pt x="2275982" y="2943932"/>
                  </a:lnTo>
                  <a:lnTo>
                    <a:pt x="2276090" y="2943932"/>
                  </a:lnTo>
                  <a:lnTo>
                    <a:pt x="2276199" y="2943932"/>
                  </a:lnTo>
                  <a:lnTo>
                    <a:pt x="2276307" y="2943932"/>
                  </a:lnTo>
                  <a:lnTo>
                    <a:pt x="2276416" y="2943932"/>
                  </a:lnTo>
                  <a:lnTo>
                    <a:pt x="2276524" y="2943932"/>
                  </a:lnTo>
                  <a:lnTo>
                    <a:pt x="2276632" y="2943932"/>
                  </a:lnTo>
                  <a:lnTo>
                    <a:pt x="2276741" y="2943932"/>
                  </a:lnTo>
                  <a:lnTo>
                    <a:pt x="2276849" y="2943932"/>
                  </a:lnTo>
                  <a:lnTo>
                    <a:pt x="2276849" y="2943308"/>
                  </a:lnTo>
                  <a:lnTo>
                    <a:pt x="2276958" y="2943308"/>
                  </a:lnTo>
                  <a:lnTo>
                    <a:pt x="2277066" y="2943308"/>
                  </a:lnTo>
                  <a:lnTo>
                    <a:pt x="2277175" y="2943308"/>
                  </a:lnTo>
                  <a:lnTo>
                    <a:pt x="2277283" y="2943308"/>
                  </a:lnTo>
                  <a:lnTo>
                    <a:pt x="2277392" y="2943308"/>
                  </a:lnTo>
                  <a:lnTo>
                    <a:pt x="2277500" y="2943308"/>
                  </a:lnTo>
                  <a:lnTo>
                    <a:pt x="2277609" y="2943308"/>
                  </a:lnTo>
                  <a:lnTo>
                    <a:pt x="2277609" y="2942684"/>
                  </a:lnTo>
                  <a:lnTo>
                    <a:pt x="2277717" y="2942684"/>
                  </a:lnTo>
                  <a:lnTo>
                    <a:pt x="2277825" y="2942684"/>
                  </a:lnTo>
                  <a:lnTo>
                    <a:pt x="2277934" y="2942684"/>
                  </a:lnTo>
                  <a:lnTo>
                    <a:pt x="2277934" y="2942061"/>
                  </a:lnTo>
                  <a:lnTo>
                    <a:pt x="2278042" y="2942061"/>
                  </a:lnTo>
                  <a:lnTo>
                    <a:pt x="2278151" y="2942061"/>
                  </a:lnTo>
                  <a:lnTo>
                    <a:pt x="2278259" y="2942061"/>
                  </a:lnTo>
                  <a:lnTo>
                    <a:pt x="2278368" y="2942061"/>
                  </a:lnTo>
                  <a:lnTo>
                    <a:pt x="2278476" y="2942061"/>
                  </a:lnTo>
                  <a:lnTo>
                    <a:pt x="2278585" y="2942061"/>
                  </a:lnTo>
                  <a:lnTo>
                    <a:pt x="2278585" y="2941437"/>
                  </a:lnTo>
                  <a:lnTo>
                    <a:pt x="2278585" y="2940814"/>
                  </a:lnTo>
                  <a:lnTo>
                    <a:pt x="2278585" y="2940190"/>
                  </a:lnTo>
                  <a:lnTo>
                    <a:pt x="2278693" y="2940190"/>
                  </a:lnTo>
                  <a:lnTo>
                    <a:pt x="2278693" y="2939567"/>
                  </a:lnTo>
                  <a:lnTo>
                    <a:pt x="2278693" y="2938943"/>
                  </a:lnTo>
                  <a:lnTo>
                    <a:pt x="2278693" y="2938319"/>
                  </a:lnTo>
                  <a:lnTo>
                    <a:pt x="2278801" y="2938319"/>
                  </a:lnTo>
                  <a:lnTo>
                    <a:pt x="2278910" y="2938319"/>
                  </a:lnTo>
                  <a:lnTo>
                    <a:pt x="2279018" y="2938319"/>
                  </a:lnTo>
                  <a:lnTo>
                    <a:pt x="2279018" y="2937696"/>
                  </a:lnTo>
                  <a:lnTo>
                    <a:pt x="2279127" y="2937696"/>
                  </a:lnTo>
                  <a:lnTo>
                    <a:pt x="2279235" y="2937696"/>
                  </a:lnTo>
                  <a:lnTo>
                    <a:pt x="2279344" y="2937696"/>
                  </a:lnTo>
                  <a:lnTo>
                    <a:pt x="2279452" y="2937696"/>
                  </a:lnTo>
                  <a:lnTo>
                    <a:pt x="2279452" y="2937072"/>
                  </a:lnTo>
                  <a:lnTo>
                    <a:pt x="2279561" y="2937072"/>
                  </a:lnTo>
                  <a:lnTo>
                    <a:pt x="2279669" y="2937072"/>
                  </a:lnTo>
                  <a:lnTo>
                    <a:pt x="2279777" y="2937072"/>
                  </a:lnTo>
                  <a:lnTo>
                    <a:pt x="2279886" y="2937072"/>
                  </a:lnTo>
                  <a:lnTo>
                    <a:pt x="2279886" y="2936449"/>
                  </a:lnTo>
                  <a:lnTo>
                    <a:pt x="2279994" y="2936449"/>
                  </a:lnTo>
                  <a:lnTo>
                    <a:pt x="2280103" y="2936449"/>
                  </a:lnTo>
                  <a:lnTo>
                    <a:pt x="2280211" y="2936449"/>
                  </a:lnTo>
                  <a:lnTo>
                    <a:pt x="2280320" y="2936449"/>
                  </a:lnTo>
                  <a:lnTo>
                    <a:pt x="2280428" y="2936449"/>
                  </a:lnTo>
                  <a:lnTo>
                    <a:pt x="2280537" y="2936449"/>
                  </a:lnTo>
                  <a:lnTo>
                    <a:pt x="2280645" y="2936449"/>
                  </a:lnTo>
                  <a:lnTo>
                    <a:pt x="2280753" y="2936449"/>
                  </a:lnTo>
                  <a:lnTo>
                    <a:pt x="2280862" y="2936449"/>
                  </a:lnTo>
                  <a:lnTo>
                    <a:pt x="2280970" y="2936449"/>
                  </a:lnTo>
                  <a:lnTo>
                    <a:pt x="2281079" y="2936449"/>
                  </a:lnTo>
                  <a:lnTo>
                    <a:pt x="2281079" y="2935825"/>
                  </a:lnTo>
                  <a:lnTo>
                    <a:pt x="2281187" y="2935825"/>
                  </a:lnTo>
                  <a:lnTo>
                    <a:pt x="2281187" y="2935201"/>
                  </a:lnTo>
                  <a:lnTo>
                    <a:pt x="2281187" y="2934578"/>
                  </a:lnTo>
                  <a:lnTo>
                    <a:pt x="2281296" y="2934578"/>
                  </a:lnTo>
                  <a:lnTo>
                    <a:pt x="2281404" y="2934578"/>
                  </a:lnTo>
                  <a:lnTo>
                    <a:pt x="2281404" y="2933954"/>
                  </a:lnTo>
                  <a:lnTo>
                    <a:pt x="2281513" y="2933954"/>
                  </a:lnTo>
                  <a:lnTo>
                    <a:pt x="2281621" y="2933954"/>
                  </a:lnTo>
                  <a:lnTo>
                    <a:pt x="2281730" y="2933954"/>
                  </a:lnTo>
                  <a:lnTo>
                    <a:pt x="2281838" y="2933954"/>
                  </a:lnTo>
                  <a:lnTo>
                    <a:pt x="2281946" y="2933954"/>
                  </a:lnTo>
                  <a:lnTo>
                    <a:pt x="2282055" y="2933954"/>
                  </a:lnTo>
                  <a:lnTo>
                    <a:pt x="2282163" y="2933954"/>
                  </a:lnTo>
                  <a:lnTo>
                    <a:pt x="2282272" y="2933954"/>
                  </a:lnTo>
                  <a:lnTo>
                    <a:pt x="2282380" y="2933954"/>
                  </a:lnTo>
                  <a:lnTo>
                    <a:pt x="2282489" y="2933954"/>
                  </a:lnTo>
                  <a:lnTo>
                    <a:pt x="2282489" y="2933331"/>
                  </a:lnTo>
                  <a:lnTo>
                    <a:pt x="2282597" y="2933331"/>
                  </a:lnTo>
                  <a:lnTo>
                    <a:pt x="2282706" y="2933331"/>
                  </a:lnTo>
                  <a:lnTo>
                    <a:pt x="2282814" y="2933331"/>
                  </a:lnTo>
                  <a:lnTo>
                    <a:pt x="2282814" y="2932707"/>
                  </a:lnTo>
                  <a:lnTo>
                    <a:pt x="2282922" y="2932707"/>
                  </a:lnTo>
                  <a:lnTo>
                    <a:pt x="2283031" y="2932707"/>
                  </a:lnTo>
                  <a:lnTo>
                    <a:pt x="2283139" y="2932707"/>
                  </a:lnTo>
                  <a:lnTo>
                    <a:pt x="2283248" y="2932707"/>
                  </a:lnTo>
                  <a:lnTo>
                    <a:pt x="2283248" y="2932084"/>
                  </a:lnTo>
                  <a:lnTo>
                    <a:pt x="2283356" y="2932084"/>
                  </a:lnTo>
                  <a:lnTo>
                    <a:pt x="2283465" y="2932084"/>
                  </a:lnTo>
                  <a:lnTo>
                    <a:pt x="2283573" y="2932084"/>
                  </a:lnTo>
                  <a:lnTo>
                    <a:pt x="2283682" y="2932084"/>
                  </a:lnTo>
                  <a:lnTo>
                    <a:pt x="2283790" y="2932084"/>
                  </a:lnTo>
                  <a:lnTo>
                    <a:pt x="2283898" y="2932084"/>
                  </a:lnTo>
                  <a:lnTo>
                    <a:pt x="2284007" y="2932084"/>
                  </a:lnTo>
                  <a:lnTo>
                    <a:pt x="2284115" y="2932084"/>
                  </a:lnTo>
                  <a:lnTo>
                    <a:pt x="2284224" y="2932084"/>
                  </a:lnTo>
                  <a:lnTo>
                    <a:pt x="2284224" y="2931460"/>
                  </a:lnTo>
                  <a:lnTo>
                    <a:pt x="2284224" y="2930836"/>
                  </a:lnTo>
                  <a:lnTo>
                    <a:pt x="2284332" y="2930836"/>
                  </a:lnTo>
                  <a:lnTo>
                    <a:pt x="2284441" y="2930836"/>
                  </a:lnTo>
                  <a:lnTo>
                    <a:pt x="2284549" y="2930836"/>
                  </a:lnTo>
                  <a:lnTo>
                    <a:pt x="2284658" y="2930836"/>
                  </a:lnTo>
                  <a:lnTo>
                    <a:pt x="2284658" y="2930213"/>
                  </a:lnTo>
                  <a:lnTo>
                    <a:pt x="2284766" y="2930213"/>
                  </a:lnTo>
                  <a:lnTo>
                    <a:pt x="2284874" y="2930213"/>
                  </a:lnTo>
                  <a:lnTo>
                    <a:pt x="2284983" y="2930213"/>
                  </a:lnTo>
                  <a:lnTo>
                    <a:pt x="2284983" y="2929589"/>
                  </a:lnTo>
                  <a:lnTo>
                    <a:pt x="2285091" y="2929589"/>
                  </a:lnTo>
                  <a:lnTo>
                    <a:pt x="2285200" y="2929589"/>
                  </a:lnTo>
                  <a:lnTo>
                    <a:pt x="2285308" y="2929589"/>
                  </a:lnTo>
                  <a:lnTo>
                    <a:pt x="2285417" y="2929589"/>
                  </a:lnTo>
                  <a:lnTo>
                    <a:pt x="2285525" y="2929589"/>
                  </a:lnTo>
                  <a:lnTo>
                    <a:pt x="2285634" y="2929589"/>
                  </a:lnTo>
                  <a:lnTo>
                    <a:pt x="2285742" y="2929589"/>
                  </a:lnTo>
                  <a:lnTo>
                    <a:pt x="2285851" y="2929589"/>
                  </a:lnTo>
                  <a:lnTo>
                    <a:pt x="2285959" y="2929589"/>
                  </a:lnTo>
                  <a:lnTo>
                    <a:pt x="2286067" y="2929589"/>
                  </a:lnTo>
                  <a:lnTo>
                    <a:pt x="2286176" y="2929589"/>
                  </a:lnTo>
                  <a:lnTo>
                    <a:pt x="2286284" y="2929589"/>
                  </a:lnTo>
                  <a:lnTo>
                    <a:pt x="2286284" y="2928966"/>
                  </a:lnTo>
                  <a:lnTo>
                    <a:pt x="2286393" y="2928966"/>
                  </a:lnTo>
                  <a:lnTo>
                    <a:pt x="2286501" y="2928966"/>
                  </a:lnTo>
                  <a:lnTo>
                    <a:pt x="2286501" y="2928342"/>
                  </a:lnTo>
                  <a:lnTo>
                    <a:pt x="2286610" y="2928342"/>
                  </a:lnTo>
                  <a:lnTo>
                    <a:pt x="2286718" y="2928342"/>
                  </a:lnTo>
                  <a:lnTo>
                    <a:pt x="2286827" y="2928342"/>
                  </a:lnTo>
                  <a:lnTo>
                    <a:pt x="2286935" y="2928342"/>
                  </a:lnTo>
                  <a:lnTo>
                    <a:pt x="2287043" y="2928342"/>
                  </a:lnTo>
                  <a:lnTo>
                    <a:pt x="2287152" y="2928342"/>
                  </a:lnTo>
                  <a:lnTo>
                    <a:pt x="2287260" y="2928342"/>
                  </a:lnTo>
                  <a:lnTo>
                    <a:pt x="2287369" y="2928342"/>
                  </a:lnTo>
                  <a:lnTo>
                    <a:pt x="2287369" y="2927718"/>
                  </a:lnTo>
                  <a:lnTo>
                    <a:pt x="2287477" y="2927718"/>
                  </a:lnTo>
                  <a:lnTo>
                    <a:pt x="2287477" y="2927095"/>
                  </a:lnTo>
                  <a:lnTo>
                    <a:pt x="2287586" y="2927095"/>
                  </a:lnTo>
                  <a:lnTo>
                    <a:pt x="2287586" y="2926471"/>
                  </a:lnTo>
                  <a:lnTo>
                    <a:pt x="2287694" y="2926471"/>
                  </a:lnTo>
                  <a:lnTo>
                    <a:pt x="2287694" y="2925848"/>
                  </a:lnTo>
                  <a:lnTo>
                    <a:pt x="2287803" y="2925848"/>
                  </a:lnTo>
                  <a:lnTo>
                    <a:pt x="2287803" y="2925224"/>
                  </a:lnTo>
                  <a:lnTo>
                    <a:pt x="2287911" y="2925224"/>
                  </a:lnTo>
                  <a:lnTo>
                    <a:pt x="2287911" y="2924601"/>
                  </a:lnTo>
                  <a:lnTo>
                    <a:pt x="2288019" y="2924601"/>
                  </a:lnTo>
                  <a:lnTo>
                    <a:pt x="2288128" y="2924601"/>
                  </a:lnTo>
                  <a:lnTo>
                    <a:pt x="2288236" y="2924601"/>
                  </a:lnTo>
                  <a:lnTo>
                    <a:pt x="2288345" y="2924601"/>
                  </a:lnTo>
                  <a:lnTo>
                    <a:pt x="2288453" y="2924601"/>
                  </a:lnTo>
                  <a:lnTo>
                    <a:pt x="2288562" y="2924601"/>
                  </a:lnTo>
                  <a:lnTo>
                    <a:pt x="2288670" y="2924601"/>
                  </a:lnTo>
                  <a:lnTo>
                    <a:pt x="2288779" y="2924601"/>
                  </a:lnTo>
                  <a:lnTo>
                    <a:pt x="2288887" y="2924601"/>
                  </a:lnTo>
                  <a:lnTo>
                    <a:pt x="2288995" y="2924601"/>
                  </a:lnTo>
                  <a:lnTo>
                    <a:pt x="2289104" y="2924601"/>
                  </a:lnTo>
                  <a:lnTo>
                    <a:pt x="2289212" y="2924601"/>
                  </a:lnTo>
                  <a:lnTo>
                    <a:pt x="2289321" y="2924601"/>
                  </a:lnTo>
                  <a:lnTo>
                    <a:pt x="2289321" y="2923977"/>
                  </a:lnTo>
                  <a:lnTo>
                    <a:pt x="2289429" y="2923977"/>
                  </a:lnTo>
                  <a:lnTo>
                    <a:pt x="2289538" y="2923977"/>
                  </a:lnTo>
                  <a:lnTo>
                    <a:pt x="2289646" y="2923977"/>
                  </a:lnTo>
                  <a:lnTo>
                    <a:pt x="2289755" y="2923977"/>
                  </a:lnTo>
                  <a:lnTo>
                    <a:pt x="2289755" y="2923353"/>
                  </a:lnTo>
                  <a:lnTo>
                    <a:pt x="2289863" y="2923353"/>
                  </a:lnTo>
                  <a:lnTo>
                    <a:pt x="2289972" y="2923353"/>
                  </a:lnTo>
                  <a:lnTo>
                    <a:pt x="2290080" y="2923353"/>
                  </a:lnTo>
                  <a:lnTo>
                    <a:pt x="2290188" y="2923353"/>
                  </a:lnTo>
                  <a:lnTo>
                    <a:pt x="2290297" y="2923353"/>
                  </a:lnTo>
                  <a:lnTo>
                    <a:pt x="2290405" y="2923353"/>
                  </a:lnTo>
                  <a:lnTo>
                    <a:pt x="2290405" y="2922730"/>
                  </a:lnTo>
                  <a:lnTo>
                    <a:pt x="2290514" y="2922730"/>
                  </a:lnTo>
                  <a:lnTo>
                    <a:pt x="2290622" y="2922730"/>
                  </a:lnTo>
                  <a:lnTo>
                    <a:pt x="2290731" y="2922730"/>
                  </a:lnTo>
                  <a:lnTo>
                    <a:pt x="2290839" y="2922730"/>
                  </a:lnTo>
                  <a:lnTo>
                    <a:pt x="2290948" y="2922730"/>
                  </a:lnTo>
                  <a:lnTo>
                    <a:pt x="2291056" y="2922730"/>
                  </a:lnTo>
                  <a:lnTo>
                    <a:pt x="2291164" y="2922730"/>
                  </a:lnTo>
                  <a:lnTo>
                    <a:pt x="2291164" y="2922106"/>
                  </a:lnTo>
                  <a:lnTo>
                    <a:pt x="2291273" y="2922106"/>
                  </a:lnTo>
                  <a:lnTo>
                    <a:pt x="2291273" y="2921483"/>
                  </a:lnTo>
                  <a:lnTo>
                    <a:pt x="2291381" y="2921483"/>
                  </a:lnTo>
                  <a:lnTo>
                    <a:pt x="2291490" y="2921483"/>
                  </a:lnTo>
                  <a:lnTo>
                    <a:pt x="2291598" y="2921483"/>
                  </a:lnTo>
                  <a:lnTo>
                    <a:pt x="2291707" y="2921483"/>
                  </a:lnTo>
                  <a:lnTo>
                    <a:pt x="2291815" y="2921483"/>
                  </a:lnTo>
                  <a:lnTo>
                    <a:pt x="2291924" y="2921483"/>
                  </a:lnTo>
                  <a:lnTo>
                    <a:pt x="2292032" y="2921483"/>
                  </a:lnTo>
                  <a:lnTo>
                    <a:pt x="2292140" y="2921483"/>
                  </a:lnTo>
                  <a:lnTo>
                    <a:pt x="2292249" y="2921483"/>
                  </a:lnTo>
                  <a:lnTo>
                    <a:pt x="2292357" y="2921483"/>
                  </a:lnTo>
                  <a:lnTo>
                    <a:pt x="2292466" y="2921483"/>
                  </a:lnTo>
                  <a:lnTo>
                    <a:pt x="2292466" y="2920859"/>
                  </a:lnTo>
                  <a:lnTo>
                    <a:pt x="2292574" y="2920859"/>
                  </a:lnTo>
                  <a:lnTo>
                    <a:pt x="2292683" y="2920859"/>
                  </a:lnTo>
                  <a:lnTo>
                    <a:pt x="2292791" y="2920859"/>
                  </a:lnTo>
                  <a:lnTo>
                    <a:pt x="2292900" y="2920859"/>
                  </a:lnTo>
                  <a:lnTo>
                    <a:pt x="2292900" y="2920236"/>
                  </a:lnTo>
                  <a:lnTo>
                    <a:pt x="2293008" y="2920236"/>
                  </a:lnTo>
                  <a:lnTo>
                    <a:pt x="2293116" y="2920236"/>
                  </a:lnTo>
                  <a:lnTo>
                    <a:pt x="2293225" y="2920236"/>
                  </a:lnTo>
                  <a:lnTo>
                    <a:pt x="2293225" y="2919612"/>
                  </a:lnTo>
                  <a:lnTo>
                    <a:pt x="2293333" y="2919612"/>
                  </a:lnTo>
                  <a:lnTo>
                    <a:pt x="2293442" y="2919612"/>
                  </a:lnTo>
                  <a:lnTo>
                    <a:pt x="2293550" y="2919612"/>
                  </a:lnTo>
                  <a:lnTo>
                    <a:pt x="2293550" y="2918988"/>
                  </a:lnTo>
                  <a:lnTo>
                    <a:pt x="2293659" y="2918988"/>
                  </a:lnTo>
                  <a:lnTo>
                    <a:pt x="2293767" y="2918988"/>
                  </a:lnTo>
                  <a:lnTo>
                    <a:pt x="2293876" y="2918988"/>
                  </a:lnTo>
                  <a:lnTo>
                    <a:pt x="2293876" y="2918365"/>
                  </a:lnTo>
                  <a:lnTo>
                    <a:pt x="2293876" y="2917741"/>
                  </a:lnTo>
                  <a:lnTo>
                    <a:pt x="2293984" y="2917741"/>
                  </a:lnTo>
                  <a:lnTo>
                    <a:pt x="2294093" y="2917741"/>
                  </a:lnTo>
                  <a:lnTo>
                    <a:pt x="2294093" y="2917118"/>
                  </a:lnTo>
                  <a:lnTo>
                    <a:pt x="2294093" y="2916494"/>
                  </a:lnTo>
                  <a:lnTo>
                    <a:pt x="2294201" y="2916494"/>
                  </a:lnTo>
                  <a:lnTo>
                    <a:pt x="2294201" y="2915870"/>
                  </a:lnTo>
                  <a:lnTo>
                    <a:pt x="2294201" y="2915247"/>
                  </a:lnTo>
                  <a:lnTo>
                    <a:pt x="2294201" y="2914623"/>
                  </a:lnTo>
                  <a:lnTo>
                    <a:pt x="2294201" y="2914000"/>
                  </a:lnTo>
                  <a:lnTo>
                    <a:pt x="2294309" y="2914000"/>
                  </a:lnTo>
                  <a:lnTo>
                    <a:pt x="2294418" y="2914000"/>
                  </a:lnTo>
                  <a:lnTo>
                    <a:pt x="2294526" y="2914000"/>
                  </a:lnTo>
                  <a:lnTo>
                    <a:pt x="2294635" y="2914000"/>
                  </a:lnTo>
                  <a:lnTo>
                    <a:pt x="2294743" y="2914000"/>
                  </a:lnTo>
                  <a:lnTo>
                    <a:pt x="2294852" y="2914000"/>
                  </a:lnTo>
                  <a:lnTo>
                    <a:pt x="2294960" y="2914000"/>
                  </a:lnTo>
                  <a:lnTo>
                    <a:pt x="2295069" y="2914000"/>
                  </a:lnTo>
                  <a:lnTo>
                    <a:pt x="2295177" y="2914000"/>
                  </a:lnTo>
                  <a:lnTo>
                    <a:pt x="2295285" y="2914000"/>
                  </a:lnTo>
                  <a:lnTo>
                    <a:pt x="2295394" y="2914000"/>
                  </a:lnTo>
                  <a:lnTo>
                    <a:pt x="2295502" y="2914000"/>
                  </a:lnTo>
                  <a:lnTo>
                    <a:pt x="2295611" y="2914000"/>
                  </a:lnTo>
                  <a:lnTo>
                    <a:pt x="2295719" y="2914000"/>
                  </a:lnTo>
                  <a:lnTo>
                    <a:pt x="2295719" y="2913376"/>
                  </a:lnTo>
                  <a:lnTo>
                    <a:pt x="2295828" y="2913376"/>
                  </a:lnTo>
                  <a:lnTo>
                    <a:pt x="2295936" y="2913376"/>
                  </a:lnTo>
                  <a:lnTo>
                    <a:pt x="2296045" y="2913376"/>
                  </a:lnTo>
                  <a:lnTo>
                    <a:pt x="2296153" y="2913376"/>
                  </a:lnTo>
                  <a:lnTo>
                    <a:pt x="2296261" y="2913376"/>
                  </a:lnTo>
                  <a:lnTo>
                    <a:pt x="2296370" y="2913376"/>
                  </a:lnTo>
                  <a:lnTo>
                    <a:pt x="2296478" y="2913376"/>
                  </a:lnTo>
                  <a:lnTo>
                    <a:pt x="2296587" y="2913376"/>
                  </a:lnTo>
                  <a:lnTo>
                    <a:pt x="2296695" y="2913376"/>
                  </a:lnTo>
                  <a:lnTo>
                    <a:pt x="2296804" y="2913376"/>
                  </a:lnTo>
                  <a:lnTo>
                    <a:pt x="2296912" y="2913376"/>
                  </a:lnTo>
                  <a:lnTo>
                    <a:pt x="2297021" y="2913376"/>
                  </a:lnTo>
                  <a:lnTo>
                    <a:pt x="2297021" y="2912753"/>
                  </a:lnTo>
                  <a:lnTo>
                    <a:pt x="2297129" y="2912753"/>
                  </a:lnTo>
                  <a:lnTo>
                    <a:pt x="2297237" y="2912753"/>
                  </a:lnTo>
                  <a:lnTo>
                    <a:pt x="2297346" y="2912753"/>
                  </a:lnTo>
                  <a:lnTo>
                    <a:pt x="2297454" y="2912753"/>
                  </a:lnTo>
                  <a:lnTo>
                    <a:pt x="2297563" y="2912753"/>
                  </a:lnTo>
                  <a:lnTo>
                    <a:pt x="2297671" y="2912753"/>
                  </a:lnTo>
                  <a:lnTo>
                    <a:pt x="2297780" y="2912753"/>
                  </a:lnTo>
                  <a:lnTo>
                    <a:pt x="2297888" y="2912753"/>
                  </a:lnTo>
                  <a:lnTo>
                    <a:pt x="2297997" y="2912753"/>
                  </a:lnTo>
                  <a:lnTo>
                    <a:pt x="2298105" y="2912753"/>
                  </a:lnTo>
                  <a:lnTo>
                    <a:pt x="2298213" y="2912753"/>
                  </a:lnTo>
                  <a:lnTo>
                    <a:pt x="2298213" y="2912129"/>
                  </a:lnTo>
                  <a:lnTo>
                    <a:pt x="2298322" y="2912129"/>
                  </a:lnTo>
                  <a:lnTo>
                    <a:pt x="2298430" y="2912129"/>
                  </a:lnTo>
                  <a:lnTo>
                    <a:pt x="2298539" y="2912129"/>
                  </a:lnTo>
                  <a:lnTo>
                    <a:pt x="2298647" y="2912129"/>
                  </a:lnTo>
                  <a:lnTo>
                    <a:pt x="2298756" y="2912129"/>
                  </a:lnTo>
                  <a:lnTo>
                    <a:pt x="2298864" y="2912129"/>
                  </a:lnTo>
                  <a:lnTo>
                    <a:pt x="2298973" y="2912129"/>
                  </a:lnTo>
                  <a:lnTo>
                    <a:pt x="2299081" y="2912129"/>
                  </a:lnTo>
                  <a:lnTo>
                    <a:pt x="2299190" y="2912129"/>
                  </a:lnTo>
                  <a:lnTo>
                    <a:pt x="2299298" y="2912129"/>
                  </a:lnTo>
                  <a:lnTo>
                    <a:pt x="2299406" y="2912129"/>
                  </a:lnTo>
                  <a:lnTo>
                    <a:pt x="2299515" y="2912129"/>
                  </a:lnTo>
                  <a:lnTo>
                    <a:pt x="2299623" y="2912129"/>
                  </a:lnTo>
                  <a:lnTo>
                    <a:pt x="2299732" y="2912129"/>
                  </a:lnTo>
                  <a:lnTo>
                    <a:pt x="2299840" y="2912129"/>
                  </a:lnTo>
                  <a:lnTo>
                    <a:pt x="2299949" y="2912129"/>
                  </a:lnTo>
                  <a:lnTo>
                    <a:pt x="2300057" y="2912129"/>
                  </a:lnTo>
                  <a:lnTo>
                    <a:pt x="2300166" y="2912129"/>
                  </a:lnTo>
                  <a:lnTo>
                    <a:pt x="2300274" y="2912129"/>
                  </a:lnTo>
                  <a:lnTo>
                    <a:pt x="2300382" y="2912129"/>
                  </a:lnTo>
                  <a:lnTo>
                    <a:pt x="2300491" y="2912129"/>
                  </a:lnTo>
                  <a:lnTo>
                    <a:pt x="2300599" y="2912129"/>
                  </a:lnTo>
                  <a:lnTo>
                    <a:pt x="2300708" y="2912129"/>
                  </a:lnTo>
                  <a:lnTo>
                    <a:pt x="2300816" y="2912129"/>
                  </a:lnTo>
                  <a:lnTo>
                    <a:pt x="2300925" y="2912129"/>
                  </a:lnTo>
                  <a:lnTo>
                    <a:pt x="2301033" y="2912129"/>
                  </a:lnTo>
                  <a:lnTo>
                    <a:pt x="2301142" y="2912129"/>
                  </a:lnTo>
                  <a:lnTo>
                    <a:pt x="2301250" y="2912129"/>
                  </a:lnTo>
                  <a:lnTo>
                    <a:pt x="2301358" y="2912129"/>
                  </a:lnTo>
                  <a:lnTo>
                    <a:pt x="2301467" y="2912129"/>
                  </a:lnTo>
                  <a:lnTo>
                    <a:pt x="2301575" y="2912129"/>
                  </a:lnTo>
                  <a:lnTo>
                    <a:pt x="2301684" y="2912129"/>
                  </a:lnTo>
                  <a:lnTo>
                    <a:pt x="2301792" y="2912129"/>
                  </a:lnTo>
                  <a:lnTo>
                    <a:pt x="2301901" y="2912129"/>
                  </a:lnTo>
                  <a:lnTo>
                    <a:pt x="2302009" y="2912129"/>
                  </a:lnTo>
                  <a:lnTo>
                    <a:pt x="2302118" y="2912129"/>
                  </a:lnTo>
                  <a:lnTo>
                    <a:pt x="2302118" y="2911505"/>
                  </a:lnTo>
                  <a:lnTo>
                    <a:pt x="2302226" y="2911505"/>
                  </a:lnTo>
                  <a:lnTo>
                    <a:pt x="2302334" y="2911505"/>
                  </a:lnTo>
                  <a:lnTo>
                    <a:pt x="2302443" y="2911505"/>
                  </a:lnTo>
                  <a:lnTo>
                    <a:pt x="2302551" y="2911505"/>
                  </a:lnTo>
                  <a:lnTo>
                    <a:pt x="2302660" y="2911505"/>
                  </a:lnTo>
                  <a:lnTo>
                    <a:pt x="2302768" y="2911505"/>
                  </a:lnTo>
                  <a:lnTo>
                    <a:pt x="2302877" y="2911505"/>
                  </a:lnTo>
                  <a:lnTo>
                    <a:pt x="2302985" y="2911505"/>
                  </a:lnTo>
                  <a:lnTo>
                    <a:pt x="2302985" y="2910882"/>
                  </a:lnTo>
                  <a:lnTo>
                    <a:pt x="2303094" y="2910882"/>
                  </a:lnTo>
                  <a:lnTo>
                    <a:pt x="2303202" y="2910882"/>
                  </a:lnTo>
                  <a:lnTo>
                    <a:pt x="2303311" y="2910882"/>
                  </a:lnTo>
                  <a:lnTo>
                    <a:pt x="2303311" y="2910258"/>
                  </a:lnTo>
                  <a:lnTo>
                    <a:pt x="2303311" y="2909635"/>
                  </a:lnTo>
                  <a:lnTo>
                    <a:pt x="2303419" y="2909635"/>
                  </a:lnTo>
                  <a:lnTo>
                    <a:pt x="2303527" y="2909635"/>
                  </a:lnTo>
                  <a:lnTo>
                    <a:pt x="2303636" y="2909635"/>
                  </a:lnTo>
                  <a:lnTo>
                    <a:pt x="2303744" y="2909635"/>
                  </a:lnTo>
                  <a:lnTo>
                    <a:pt x="2303853" y="2909635"/>
                  </a:lnTo>
                  <a:lnTo>
                    <a:pt x="2303961" y="2909635"/>
                  </a:lnTo>
                  <a:lnTo>
                    <a:pt x="2304070" y="2909635"/>
                  </a:lnTo>
                  <a:lnTo>
                    <a:pt x="2304178" y="2909635"/>
                  </a:lnTo>
                  <a:lnTo>
                    <a:pt x="2304287" y="2909635"/>
                  </a:lnTo>
                  <a:lnTo>
                    <a:pt x="2304287" y="2909011"/>
                  </a:lnTo>
                  <a:lnTo>
                    <a:pt x="2304395" y="2909011"/>
                  </a:lnTo>
                  <a:lnTo>
                    <a:pt x="2304503" y="2909011"/>
                  </a:lnTo>
                  <a:lnTo>
                    <a:pt x="2304612" y="2909011"/>
                  </a:lnTo>
                  <a:lnTo>
                    <a:pt x="2304720" y="2909011"/>
                  </a:lnTo>
                  <a:lnTo>
                    <a:pt x="2304829" y="2909011"/>
                  </a:lnTo>
                  <a:lnTo>
                    <a:pt x="2304937" y="2909011"/>
                  </a:lnTo>
                  <a:lnTo>
                    <a:pt x="2304937" y="2908387"/>
                  </a:lnTo>
                  <a:lnTo>
                    <a:pt x="2305046" y="2908387"/>
                  </a:lnTo>
                  <a:lnTo>
                    <a:pt x="2305154" y="2908387"/>
                  </a:lnTo>
                  <a:lnTo>
                    <a:pt x="2305154" y="2907764"/>
                  </a:lnTo>
                  <a:lnTo>
                    <a:pt x="2305263" y="2907764"/>
                  </a:lnTo>
                  <a:lnTo>
                    <a:pt x="2305263" y="2907140"/>
                  </a:lnTo>
                  <a:lnTo>
                    <a:pt x="2305263" y="2906517"/>
                  </a:lnTo>
                  <a:lnTo>
                    <a:pt x="2305371" y="2906517"/>
                  </a:lnTo>
                  <a:lnTo>
                    <a:pt x="2305479" y="2906517"/>
                  </a:lnTo>
                  <a:lnTo>
                    <a:pt x="2305588" y="2906517"/>
                  </a:lnTo>
                  <a:lnTo>
                    <a:pt x="2305696" y="2906517"/>
                  </a:lnTo>
                  <a:lnTo>
                    <a:pt x="2305696" y="2905893"/>
                  </a:lnTo>
                  <a:lnTo>
                    <a:pt x="2305805" y="2905893"/>
                  </a:lnTo>
                  <a:lnTo>
                    <a:pt x="2305913" y="2905893"/>
                  </a:lnTo>
                  <a:lnTo>
                    <a:pt x="2306022" y="2905893"/>
                  </a:lnTo>
                  <a:lnTo>
                    <a:pt x="2306130" y="2905893"/>
                  </a:lnTo>
                  <a:lnTo>
                    <a:pt x="2306239" y="2905893"/>
                  </a:lnTo>
                  <a:lnTo>
                    <a:pt x="2306347" y="2905893"/>
                  </a:lnTo>
                  <a:lnTo>
                    <a:pt x="2306347" y="2905270"/>
                  </a:lnTo>
                  <a:lnTo>
                    <a:pt x="2306455" y="2905270"/>
                  </a:lnTo>
                  <a:lnTo>
                    <a:pt x="2306455" y="2904646"/>
                  </a:lnTo>
                  <a:lnTo>
                    <a:pt x="2306564" y="2904646"/>
                  </a:lnTo>
                  <a:lnTo>
                    <a:pt x="2306672" y="2904646"/>
                  </a:lnTo>
                  <a:lnTo>
                    <a:pt x="2306781" y="2904646"/>
                  </a:lnTo>
                  <a:lnTo>
                    <a:pt x="2306889" y="2904646"/>
                  </a:lnTo>
                  <a:lnTo>
                    <a:pt x="2306889" y="2904022"/>
                  </a:lnTo>
                  <a:lnTo>
                    <a:pt x="2306998" y="2904022"/>
                  </a:lnTo>
                  <a:lnTo>
                    <a:pt x="2306998" y="2903399"/>
                  </a:lnTo>
                  <a:lnTo>
                    <a:pt x="2306998" y="2902775"/>
                  </a:lnTo>
                  <a:lnTo>
                    <a:pt x="2307106" y="2902775"/>
                  </a:lnTo>
                  <a:lnTo>
                    <a:pt x="2307215" y="2902775"/>
                  </a:lnTo>
                  <a:lnTo>
                    <a:pt x="2307215" y="2902152"/>
                  </a:lnTo>
                  <a:lnTo>
                    <a:pt x="2307323" y="2902152"/>
                  </a:lnTo>
                  <a:lnTo>
                    <a:pt x="2307323" y="2901528"/>
                  </a:lnTo>
                  <a:lnTo>
                    <a:pt x="2307432" y="2901528"/>
                  </a:lnTo>
                  <a:lnTo>
                    <a:pt x="2307540" y="2901528"/>
                  </a:lnTo>
                  <a:lnTo>
                    <a:pt x="2307648" y="2901528"/>
                  </a:lnTo>
                  <a:lnTo>
                    <a:pt x="2307757" y="2901528"/>
                  </a:lnTo>
                  <a:lnTo>
                    <a:pt x="2307865" y="2901528"/>
                  </a:lnTo>
                  <a:lnTo>
                    <a:pt x="2307865" y="2900904"/>
                  </a:lnTo>
                  <a:lnTo>
                    <a:pt x="2307974" y="2900904"/>
                  </a:lnTo>
                  <a:lnTo>
                    <a:pt x="2308082" y="2900904"/>
                  </a:lnTo>
                  <a:lnTo>
                    <a:pt x="2308191" y="2900904"/>
                  </a:lnTo>
                  <a:lnTo>
                    <a:pt x="2308299" y="2900904"/>
                  </a:lnTo>
                  <a:lnTo>
                    <a:pt x="2308408" y="2900904"/>
                  </a:lnTo>
                  <a:lnTo>
                    <a:pt x="2308516" y="2900904"/>
                  </a:lnTo>
                  <a:lnTo>
                    <a:pt x="2308624" y="2900904"/>
                  </a:lnTo>
                  <a:lnTo>
                    <a:pt x="2308733" y="2900904"/>
                  </a:lnTo>
                  <a:lnTo>
                    <a:pt x="2308841" y="2900904"/>
                  </a:lnTo>
                  <a:lnTo>
                    <a:pt x="2308950" y="2900904"/>
                  </a:lnTo>
                  <a:lnTo>
                    <a:pt x="2308950" y="2900281"/>
                  </a:lnTo>
                  <a:lnTo>
                    <a:pt x="2309058" y="2900281"/>
                  </a:lnTo>
                  <a:lnTo>
                    <a:pt x="2309167" y="2900281"/>
                  </a:lnTo>
                  <a:lnTo>
                    <a:pt x="2309275" y="2900281"/>
                  </a:lnTo>
                  <a:lnTo>
                    <a:pt x="2309275" y="2899657"/>
                  </a:lnTo>
                  <a:lnTo>
                    <a:pt x="2309384" y="2899657"/>
                  </a:lnTo>
                  <a:lnTo>
                    <a:pt x="2309492" y="2899657"/>
                  </a:lnTo>
                  <a:lnTo>
                    <a:pt x="2309600" y="2899657"/>
                  </a:lnTo>
                  <a:lnTo>
                    <a:pt x="2309709" y="2899657"/>
                  </a:lnTo>
                  <a:lnTo>
                    <a:pt x="2309817" y="2899657"/>
                  </a:lnTo>
                  <a:lnTo>
                    <a:pt x="2309817" y="2899034"/>
                  </a:lnTo>
                  <a:lnTo>
                    <a:pt x="2309926" y="2899034"/>
                  </a:lnTo>
                  <a:lnTo>
                    <a:pt x="2310034" y="2899034"/>
                  </a:lnTo>
                  <a:lnTo>
                    <a:pt x="2310034" y="2898410"/>
                  </a:lnTo>
                  <a:lnTo>
                    <a:pt x="2310143" y="2898410"/>
                  </a:lnTo>
                  <a:lnTo>
                    <a:pt x="2310251" y="2898410"/>
                  </a:lnTo>
                  <a:lnTo>
                    <a:pt x="2310251" y="2897787"/>
                  </a:lnTo>
                  <a:lnTo>
                    <a:pt x="2310360" y="2897787"/>
                  </a:lnTo>
                  <a:lnTo>
                    <a:pt x="2310360" y="2897163"/>
                  </a:lnTo>
                  <a:lnTo>
                    <a:pt x="2310468" y="2897163"/>
                  </a:lnTo>
                  <a:lnTo>
                    <a:pt x="2310576" y="2897163"/>
                  </a:lnTo>
                  <a:lnTo>
                    <a:pt x="2310685" y="2897163"/>
                  </a:lnTo>
                  <a:lnTo>
                    <a:pt x="2310793" y="2897163"/>
                  </a:lnTo>
                  <a:lnTo>
                    <a:pt x="2310902" y="2897163"/>
                  </a:lnTo>
                  <a:lnTo>
                    <a:pt x="2311010" y="2897163"/>
                  </a:lnTo>
                  <a:lnTo>
                    <a:pt x="2311119" y="2897163"/>
                  </a:lnTo>
                  <a:lnTo>
                    <a:pt x="2311227" y="2897163"/>
                  </a:lnTo>
                  <a:lnTo>
                    <a:pt x="2311336" y="2897163"/>
                  </a:lnTo>
                  <a:lnTo>
                    <a:pt x="2311444" y="2897163"/>
                  </a:lnTo>
                  <a:lnTo>
                    <a:pt x="2311553" y="2897163"/>
                  </a:lnTo>
                  <a:lnTo>
                    <a:pt x="2311661" y="2897163"/>
                  </a:lnTo>
                  <a:lnTo>
                    <a:pt x="2311769" y="2897163"/>
                  </a:lnTo>
                  <a:lnTo>
                    <a:pt x="2311878" y="2897163"/>
                  </a:lnTo>
                  <a:lnTo>
                    <a:pt x="2311986" y="2897163"/>
                  </a:lnTo>
                  <a:lnTo>
                    <a:pt x="2312095" y="2897163"/>
                  </a:lnTo>
                  <a:lnTo>
                    <a:pt x="2312203" y="2897163"/>
                  </a:lnTo>
                  <a:lnTo>
                    <a:pt x="2312312" y="2897163"/>
                  </a:lnTo>
                  <a:lnTo>
                    <a:pt x="2312420" y="2897163"/>
                  </a:lnTo>
                  <a:lnTo>
                    <a:pt x="2312529" y="2897163"/>
                  </a:lnTo>
                  <a:lnTo>
                    <a:pt x="2312637" y="2897163"/>
                  </a:lnTo>
                  <a:lnTo>
                    <a:pt x="2312745" y="2897163"/>
                  </a:lnTo>
                  <a:lnTo>
                    <a:pt x="2312854" y="2897163"/>
                  </a:lnTo>
                  <a:lnTo>
                    <a:pt x="2312854" y="2896539"/>
                  </a:lnTo>
                  <a:lnTo>
                    <a:pt x="2312962" y="2896539"/>
                  </a:lnTo>
                  <a:lnTo>
                    <a:pt x="2313071" y="2896539"/>
                  </a:lnTo>
                  <a:lnTo>
                    <a:pt x="2313179" y="2896539"/>
                  </a:lnTo>
                  <a:lnTo>
                    <a:pt x="2313288" y="2896539"/>
                  </a:lnTo>
                  <a:lnTo>
                    <a:pt x="2313396" y="2896539"/>
                  </a:lnTo>
                  <a:lnTo>
                    <a:pt x="2313505" y="2896539"/>
                  </a:lnTo>
                  <a:lnTo>
                    <a:pt x="2313505" y="2895916"/>
                  </a:lnTo>
                  <a:lnTo>
                    <a:pt x="2313613" y="2895916"/>
                  </a:lnTo>
                  <a:lnTo>
                    <a:pt x="2313721" y="2895916"/>
                  </a:lnTo>
                  <a:lnTo>
                    <a:pt x="2313830" y="2895916"/>
                  </a:lnTo>
                  <a:lnTo>
                    <a:pt x="2313938" y="2895916"/>
                  </a:lnTo>
                  <a:lnTo>
                    <a:pt x="2314047" y="2895916"/>
                  </a:lnTo>
                  <a:lnTo>
                    <a:pt x="2314155" y="2895916"/>
                  </a:lnTo>
                  <a:lnTo>
                    <a:pt x="2314155" y="2895292"/>
                  </a:lnTo>
                  <a:lnTo>
                    <a:pt x="2314264" y="2895292"/>
                  </a:lnTo>
                  <a:lnTo>
                    <a:pt x="2314372" y="2895292"/>
                  </a:lnTo>
                  <a:lnTo>
                    <a:pt x="2314481" y="2895292"/>
                  </a:lnTo>
                  <a:lnTo>
                    <a:pt x="2314589" y="2895292"/>
                  </a:lnTo>
                  <a:lnTo>
                    <a:pt x="2314589" y="2894669"/>
                  </a:lnTo>
                  <a:lnTo>
                    <a:pt x="2314697" y="2894669"/>
                  </a:lnTo>
                  <a:lnTo>
                    <a:pt x="2314806" y="2894669"/>
                  </a:lnTo>
                  <a:lnTo>
                    <a:pt x="2314806" y="2894045"/>
                  </a:lnTo>
                  <a:lnTo>
                    <a:pt x="2314914" y="2894045"/>
                  </a:lnTo>
                  <a:lnTo>
                    <a:pt x="2315023" y="2894045"/>
                  </a:lnTo>
                  <a:lnTo>
                    <a:pt x="2315131" y="2894045"/>
                  </a:lnTo>
                  <a:lnTo>
                    <a:pt x="2315240" y="2894045"/>
                  </a:lnTo>
                  <a:lnTo>
                    <a:pt x="2315348" y="2894045"/>
                  </a:lnTo>
                  <a:lnTo>
                    <a:pt x="2315457" y="2894045"/>
                  </a:lnTo>
                  <a:lnTo>
                    <a:pt x="2315457" y="2893421"/>
                  </a:lnTo>
                  <a:lnTo>
                    <a:pt x="2315565" y="2893421"/>
                  </a:lnTo>
                  <a:lnTo>
                    <a:pt x="2315565" y="2892798"/>
                  </a:lnTo>
                  <a:lnTo>
                    <a:pt x="2315674" y="2892798"/>
                  </a:lnTo>
                  <a:lnTo>
                    <a:pt x="2315782" y="2892798"/>
                  </a:lnTo>
                  <a:lnTo>
                    <a:pt x="2315890" y="2892798"/>
                  </a:lnTo>
                  <a:lnTo>
                    <a:pt x="2315999" y="2892798"/>
                  </a:lnTo>
                  <a:lnTo>
                    <a:pt x="2316107" y="2892798"/>
                  </a:lnTo>
                  <a:lnTo>
                    <a:pt x="2316216" y="2892798"/>
                  </a:lnTo>
                  <a:lnTo>
                    <a:pt x="2316324" y="2892798"/>
                  </a:lnTo>
                  <a:lnTo>
                    <a:pt x="2316324" y="2892174"/>
                  </a:lnTo>
                  <a:lnTo>
                    <a:pt x="2316433" y="2892174"/>
                  </a:lnTo>
                  <a:lnTo>
                    <a:pt x="2316541" y="2892174"/>
                  </a:lnTo>
                  <a:lnTo>
                    <a:pt x="2316650" y="2892174"/>
                  </a:lnTo>
                  <a:lnTo>
                    <a:pt x="2316758" y="2892174"/>
                  </a:lnTo>
                  <a:lnTo>
                    <a:pt x="2316758" y="2891551"/>
                  </a:lnTo>
                  <a:lnTo>
                    <a:pt x="2316866" y="2891551"/>
                  </a:lnTo>
                  <a:lnTo>
                    <a:pt x="2316975" y="2891551"/>
                  </a:lnTo>
                  <a:lnTo>
                    <a:pt x="2317083" y="2891551"/>
                  </a:lnTo>
                  <a:lnTo>
                    <a:pt x="2317192" y="2891551"/>
                  </a:lnTo>
                  <a:lnTo>
                    <a:pt x="2317300" y="2891551"/>
                  </a:lnTo>
                  <a:lnTo>
                    <a:pt x="2317409" y="2891551"/>
                  </a:lnTo>
                  <a:lnTo>
                    <a:pt x="2317517" y="2891551"/>
                  </a:lnTo>
                  <a:lnTo>
                    <a:pt x="2317626" y="2891551"/>
                  </a:lnTo>
                  <a:lnTo>
                    <a:pt x="2317626" y="2890927"/>
                  </a:lnTo>
                  <a:lnTo>
                    <a:pt x="2317626" y="2890304"/>
                  </a:lnTo>
                  <a:lnTo>
                    <a:pt x="2317734" y="2890304"/>
                  </a:lnTo>
                  <a:lnTo>
                    <a:pt x="2317842" y="2890304"/>
                  </a:lnTo>
                  <a:lnTo>
                    <a:pt x="2317951" y="2890304"/>
                  </a:lnTo>
                  <a:lnTo>
                    <a:pt x="2318059" y="2890304"/>
                  </a:lnTo>
                  <a:lnTo>
                    <a:pt x="2318168" y="2890304"/>
                  </a:lnTo>
                  <a:lnTo>
                    <a:pt x="2318276" y="2890304"/>
                  </a:lnTo>
                  <a:lnTo>
                    <a:pt x="2318385" y="2890304"/>
                  </a:lnTo>
                  <a:lnTo>
                    <a:pt x="2318493" y="2890304"/>
                  </a:lnTo>
                  <a:lnTo>
                    <a:pt x="2318602" y="2890304"/>
                  </a:lnTo>
                  <a:lnTo>
                    <a:pt x="2318710" y="2890304"/>
                  </a:lnTo>
                  <a:lnTo>
                    <a:pt x="2318818" y="2890304"/>
                  </a:lnTo>
                  <a:lnTo>
                    <a:pt x="2318927" y="2890304"/>
                  </a:lnTo>
                  <a:lnTo>
                    <a:pt x="2319035" y="2890304"/>
                  </a:lnTo>
                  <a:lnTo>
                    <a:pt x="2319144" y="2890304"/>
                  </a:lnTo>
                  <a:lnTo>
                    <a:pt x="2319252" y="2890304"/>
                  </a:lnTo>
                  <a:lnTo>
                    <a:pt x="2319252" y="2889680"/>
                  </a:lnTo>
                  <a:lnTo>
                    <a:pt x="2319361" y="2889680"/>
                  </a:lnTo>
                  <a:lnTo>
                    <a:pt x="2319469" y="2889680"/>
                  </a:lnTo>
                  <a:lnTo>
                    <a:pt x="2319578" y="2889680"/>
                  </a:lnTo>
                  <a:lnTo>
                    <a:pt x="2319686" y="2889680"/>
                  </a:lnTo>
                  <a:lnTo>
                    <a:pt x="2319794" y="2889680"/>
                  </a:lnTo>
                  <a:lnTo>
                    <a:pt x="2319903" y="2889680"/>
                  </a:lnTo>
                  <a:lnTo>
                    <a:pt x="2320011" y="2889680"/>
                  </a:lnTo>
                  <a:lnTo>
                    <a:pt x="2320120" y="2889680"/>
                  </a:lnTo>
                  <a:lnTo>
                    <a:pt x="2320228" y="2889680"/>
                  </a:lnTo>
                  <a:lnTo>
                    <a:pt x="2320337" y="2889680"/>
                  </a:lnTo>
                  <a:lnTo>
                    <a:pt x="2320445" y="2889680"/>
                  </a:lnTo>
                  <a:lnTo>
                    <a:pt x="2320554" y="2889680"/>
                  </a:lnTo>
                  <a:lnTo>
                    <a:pt x="2320662" y="2889680"/>
                  </a:lnTo>
                  <a:lnTo>
                    <a:pt x="2320771" y="2889680"/>
                  </a:lnTo>
                  <a:lnTo>
                    <a:pt x="2320771" y="2889056"/>
                  </a:lnTo>
                  <a:lnTo>
                    <a:pt x="2320879" y="2889056"/>
                  </a:lnTo>
                  <a:lnTo>
                    <a:pt x="2320987" y="2889056"/>
                  </a:lnTo>
                  <a:lnTo>
                    <a:pt x="2321096" y="2889056"/>
                  </a:lnTo>
                  <a:lnTo>
                    <a:pt x="2321096" y="2888433"/>
                  </a:lnTo>
                  <a:lnTo>
                    <a:pt x="2321204" y="2888433"/>
                  </a:lnTo>
                  <a:lnTo>
                    <a:pt x="2321313" y="2888433"/>
                  </a:lnTo>
                  <a:lnTo>
                    <a:pt x="2321421" y="2888433"/>
                  </a:lnTo>
                  <a:lnTo>
                    <a:pt x="2321421" y="2887809"/>
                  </a:lnTo>
                  <a:lnTo>
                    <a:pt x="2321530" y="2887809"/>
                  </a:lnTo>
                  <a:lnTo>
                    <a:pt x="2321530" y="2887186"/>
                  </a:lnTo>
                  <a:lnTo>
                    <a:pt x="2321638" y="2887186"/>
                  </a:lnTo>
                  <a:lnTo>
                    <a:pt x="2321747" y="2887186"/>
                  </a:lnTo>
                  <a:lnTo>
                    <a:pt x="2321855" y="2887186"/>
                  </a:lnTo>
                  <a:lnTo>
                    <a:pt x="2321963" y="2887186"/>
                  </a:lnTo>
                  <a:lnTo>
                    <a:pt x="2321963" y="2886562"/>
                  </a:lnTo>
                  <a:lnTo>
                    <a:pt x="2322072" y="2886562"/>
                  </a:lnTo>
                  <a:lnTo>
                    <a:pt x="2322180" y="2886562"/>
                  </a:lnTo>
                  <a:lnTo>
                    <a:pt x="2322180" y="2885938"/>
                  </a:lnTo>
                  <a:lnTo>
                    <a:pt x="2322289" y="2885938"/>
                  </a:lnTo>
                  <a:lnTo>
                    <a:pt x="2322397" y="2885938"/>
                  </a:lnTo>
                  <a:lnTo>
                    <a:pt x="2322506" y="2885938"/>
                  </a:lnTo>
                  <a:lnTo>
                    <a:pt x="2322614" y="2885938"/>
                  </a:lnTo>
                  <a:lnTo>
                    <a:pt x="2322614" y="2885315"/>
                  </a:lnTo>
                  <a:lnTo>
                    <a:pt x="2322723" y="2885315"/>
                  </a:lnTo>
                  <a:lnTo>
                    <a:pt x="2322831" y="2885315"/>
                  </a:lnTo>
                  <a:lnTo>
                    <a:pt x="2322939" y="2885315"/>
                  </a:lnTo>
                  <a:lnTo>
                    <a:pt x="2323048" y="2885315"/>
                  </a:lnTo>
                  <a:lnTo>
                    <a:pt x="2323156" y="2885315"/>
                  </a:lnTo>
                  <a:lnTo>
                    <a:pt x="2323265" y="2885315"/>
                  </a:lnTo>
                  <a:lnTo>
                    <a:pt x="2323265" y="2884691"/>
                  </a:lnTo>
                  <a:lnTo>
                    <a:pt x="2323265" y="2884068"/>
                  </a:lnTo>
                  <a:lnTo>
                    <a:pt x="2323373" y="2884068"/>
                  </a:lnTo>
                  <a:lnTo>
                    <a:pt x="2323373" y="2883444"/>
                  </a:lnTo>
                  <a:lnTo>
                    <a:pt x="2323482" y="2883444"/>
                  </a:lnTo>
                  <a:lnTo>
                    <a:pt x="2323590" y="2883444"/>
                  </a:lnTo>
                  <a:lnTo>
                    <a:pt x="2323699" y="2883444"/>
                  </a:lnTo>
                  <a:lnTo>
                    <a:pt x="2323699" y="2882821"/>
                  </a:lnTo>
                  <a:lnTo>
                    <a:pt x="2323807" y="2882821"/>
                  </a:lnTo>
                  <a:lnTo>
                    <a:pt x="2323915" y="2882821"/>
                  </a:lnTo>
                  <a:lnTo>
                    <a:pt x="2323915" y="2882197"/>
                  </a:lnTo>
                  <a:lnTo>
                    <a:pt x="2323915" y="2881573"/>
                  </a:lnTo>
                  <a:lnTo>
                    <a:pt x="2324024" y="2881573"/>
                  </a:lnTo>
                  <a:lnTo>
                    <a:pt x="2324132" y="2881573"/>
                  </a:lnTo>
                  <a:lnTo>
                    <a:pt x="2324241" y="2881573"/>
                  </a:lnTo>
                  <a:lnTo>
                    <a:pt x="2324349" y="2881573"/>
                  </a:lnTo>
                  <a:lnTo>
                    <a:pt x="2324458" y="2881573"/>
                  </a:lnTo>
                  <a:lnTo>
                    <a:pt x="2324566" y="2881573"/>
                  </a:lnTo>
                  <a:lnTo>
                    <a:pt x="2324675" y="2881573"/>
                  </a:lnTo>
                  <a:lnTo>
                    <a:pt x="2324783" y="2881573"/>
                  </a:lnTo>
                  <a:lnTo>
                    <a:pt x="2324892" y="2881573"/>
                  </a:lnTo>
                  <a:lnTo>
                    <a:pt x="2324892" y="2880950"/>
                  </a:lnTo>
                  <a:lnTo>
                    <a:pt x="2325000" y="2880950"/>
                  </a:lnTo>
                  <a:lnTo>
                    <a:pt x="2325108" y="2880950"/>
                  </a:lnTo>
                  <a:lnTo>
                    <a:pt x="2325217" y="2880950"/>
                  </a:lnTo>
                  <a:lnTo>
                    <a:pt x="2325325" y="2880950"/>
                  </a:lnTo>
                  <a:lnTo>
                    <a:pt x="2325434" y="2880950"/>
                  </a:lnTo>
                  <a:lnTo>
                    <a:pt x="2325542" y="2880950"/>
                  </a:lnTo>
                  <a:lnTo>
                    <a:pt x="2325651" y="2880950"/>
                  </a:lnTo>
                  <a:lnTo>
                    <a:pt x="2325759" y="2880950"/>
                  </a:lnTo>
                  <a:lnTo>
                    <a:pt x="2325868" y="2880950"/>
                  </a:lnTo>
                  <a:lnTo>
                    <a:pt x="2325868" y="2880326"/>
                  </a:lnTo>
                  <a:lnTo>
                    <a:pt x="2325976" y="2880326"/>
                  </a:lnTo>
                  <a:lnTo>
                    <a:pt x="2325976" y="2879703"/>
                  </a:lnTo>
                  <a:lnTo>
                    <a:pt x="2326084" y="2879703"/>
                  </a:lnTo>
                  <a:lnTo>
                    <a:pt x="2326193" y="2879703"/>
                  </a:lnTo>
                  <a:lnTo>
                    <a:pt x="2326301" y="2879703"/>
                  </a:lnTo>
                  <a:lnTo>
                    <a:pt x="2326410" y="2879703"/>
                  </a:lnTo>
                  <a:lnTo>
                    <a:pt x="2326410" y="2879079"/>
                  </a:lnTo>
                  <a:lnTo>
                    <a:pt x="2326518" y="2879079"/>
                  </a:lnTo>
                  <a:lnTo>
                    <a:pt x="2326627" y="2879079"/>
                  </a:lnTo>
                  <a:lnTo>
                    <a:pt x="2326735" y="2879079"/>
                  </a:lnTo>
                  <a:lnTo>
                    <a:pt x="2326735" y="2878455"/>
                  </a:lnTo>
                  <a:lnTo>
                    <a:pt x="2326844" y="2878455"/>
                  </a:lnTo>
                  <a:lnTo>
                    <a:pt x="2326952" y="2878455"/>
                  </a:lnTo>
                  <a:lnTo>
                    <a:pt x="2327060" y="2878455"/>
                  </a:lnTo>
                  <a:lnTo>
                    <a:pt x="2327169" y="2878455"/>
                  </a:lnTo>
                  <a:lnTo>
                    <a:pt x="2327277" y="2878455"/>
                  </a:lnTo>
                  <a:lnTo>
                    <a:pt x="2327386" y="2878455"/>
                  </a:lnTo>
                  <a:lnTo>
                    <a:pt x="2327386" y="2877832"/>
                  </a:lnTo>
                  <a:lnTo>
                    <a:pt x="2327386" y="2877208"/>
                  </a:lnTo>
                  <a:lnTo>
                    <a:pt x="2327494" y="2877208"/>
                  </a:lnTo>
                  <a:lnTo>
                    <a:pt x="2327603" y="2877208"/>
                  </a:lnTo>
                  <a:lnTo>
                    <a:pt x="2327603" y="2876585"/>
                  </a:lnTo>
                  <a:lnTo>
                    <a:pt x="2327711" y="2876585"/>
                  </a:lnTo>
                  <a:lnTo>
                    <a:pt x="2327820" y="2876585"/>
                  </a:lnTo>
                  <a:lnTo>
                    <a:pt x="2327820" y="2875961"/>
                  </a:lnTo>
                  <a:lnTo>
                    <a:pt x="2327928" y="2875961"/>
                  </a:lnTo>
                  <a:lnTo>
                    <a:pt x="2328036" y="2875961"/>
                  </a:lnTo>
                  <a:lnTo>
                    <a:pt x="2328145" y="2875961"/>
                  </a:lnTo>
                  <a:lnTo>
                    <a:pt x="2328145" y="2875338"/>
                  </a:lnTo>
                  <a:lnTo>
                    <a:pt x="2328253" y="2875338"/>
                  </a:lnTo>
                  <a:lnTo>
                    <a:pt x="2328253" y="2874714"/>
                  </a:lnTo>
                  <a:lnTo>
                    <a:pt x="2328253" y="2874090"/>
                  </a:lnTo>
                  <a:lnTo>
                    <a:pt x="2328253" y="2873467"/>
                  </a:lnTo>
                  <a:lnTo>
                    <a:pt x="2328362" y="2873467"/>
                  </a:lnTo>
                  <a:lnTo>
                    <a:pt x="2328470" y="2873467"/>
                  </a:lnTo>
                  <a:lnTo>
                    <a:pt x="2328579" y="2873467"/>
                  </a:lnTo>
                  <a:lnTo>
                    <a:pt x="2328579" y="2872843"/>
                  </a:lnTo>
                  <a:lnTo>
                    <a:pt x="2328687" y="2872843"/>
                  </a:lnTo>
                  <a:lnTo>
                    <a:pt x="2328796" y="2872843"/>
                  </a:lnTo>
                  <a:lnTo>
                    <a:pt x="2328904" y="2872843"/>
                  </a:lnTo>
                  <a:lnTo>
                    <a:pt x="2329013" y="2872843"/>
                  </a:lnTo>
                  <a:lnTo>
                    <a:pt x="2329013" y="2872220"/>
                  </a:lnTo>
                  <a:lnTo>
                    <a:pt x="2329121" y="2872220"/>
                  </a:lnTo>
                  <a:lnTo>
                    <a:pt x="2329229" y="2872220"/>
                  </a:lnTo>
                  <a:lnTo>
                    <a:pt x="2329338" y="2872220"/>
                  </a:lnTo>
                  <a:lnTo>
                    <a:pt x="2329446" y="2872220"/>
                  </a:lnTo>
                  <a:lnTo>
                    <a:pt x="2329446" y="2871596"/>
                  </a:lnTo>
                  <a:lnTo>
                    <a:pt x="2329555" y="2871596"/>
                  </a:lnTo>
                  <a:lnTo>
                    <a:pt x="2329663" y="2871596"/>
                  </a:lnTo>
                  <a:lnTo>
                    <a:pt x="2329772" y="2871596"/>
                  </a:lnTo>
                  <a:lnTo>
                    <a:pt x="2329880" y="2871596"/>
                  </a:lnTo>
                  <a:lnTo>
                    <a:pt x="2329989" y="2871596"/>
                  </a:lnTo>
                  <a:lnTo>
                    <a:pt x="2330097" y="2871596"/>
                  </a:lnTo>
                  <a:lnTo>
                    <a:pt x="2330205" y="2871596"/>
                  </a:lnTo>
                  <a:lnTo>
                    <a:pt x="2330314" y="2871596"/>
                  </a:lnTo>
                  <a:lnTo>
                    <a:pt x="2330422" y="2871596"/>
                  </a:lnTo>
                  <a:lnTo>
                    <a:pt x="2330531" y="2871596"/>
                  </a:lnTo>
                  <a:lnTo>
                    <a:pt x="2330639" y="2871596"/>
                  </a:lnTo>
                  <a:lnTo>
                    <a:pt x="2330748" y="2871596"/>
                  </a:lnTo>
                  <a:lnTo>
                    <a:pt x="2330856" y="2871596"/>
                  </a:lnTo>
                  <a:lnTo>
                    <a:pt x="2330965" y="2871596"/>
                  </a:lnTo>
                  <a:lnTo>
                    <a:pt x="2331073" y="2871596"/>
                  </a:lnTo>
                  <a:lnTo>
                    <a:pt x="2331181" y="2871596"/>
                  </a:lnTo>
                  <a:lnTo>
                    <a:pt x="2331181" y="2870972"/>
                  </a:lnTo>
                  <a:lnTo>
                    <a:pt x="2331290" y="2870972"/>
                  </a:lnTo>
                  <a:lnTo>
                    <a:pt x="2331398" y="2870972"/>
                  </a:lnTo>
                  <a:lnTo>
                    <a:pt x="2331507" y="2870972"/>
                  </a:lnTo>
                  <a:lnTo>
                    <a:pt x="2331615" y="2870972"/>
                  </a:lnTo>
                  <a:lnTo>
                    <a:pt x="2331724" y="2870972"/>
                  </a:lnTo>
                  <a:lnTo>
                    <a:pt x="2331832" y="2870972"/>
                  </a:lnTo>
                  <a:lnTo>
                    <a:pt x="2331941" y="2870972"/>
                  </a:lnTo>
                  <a:lnTo>
                    <a:pt x="2332049" y="2870972"/>
                  </a:lnTo>
                  <a:lnTo>
                    <a:pt x="2332157" y="2870972"/>
                  </a:lnTo>
                  <a:lnTo>
                    <a:pt x="2332157" y="2870349"/>
                  </a:lnTo>
                  <a:lnTo>
                    <a:pt x="2332266" y="2870349"/>
                  </a:lnTo>
                  <a:lnTo>
                    <a:pt x="2332374" y="2870349"/>
                  </a:lnTo>
                  <a:lnTo>
                    <a:pt x="2332483" y="2870349"/>
                  </a:lnTo>
                  <a:lnTo>
                    <a:pt x="2332591" y="2870349"/>
                  </a:lnTo>
                  <a:lnTo>
                    <a:pt x="2332700" y="2870349"/>
                  </a:lnTo>
                  <a:lnTo>
                    <a:pt x="2332808" y="2870349"/>
                  </a:lnTo>
                  <a:lnTo>
                    <a:pt x="2332917" y="2870349"/>
                  </a:lnTo>
                  <a:lnTo>
                    <a:pt x="2333025" y="2870349"/>
                  </a:lnTo>
                  <a:lnTo>
                    <a:pt x="2333134" y="2870349"/>
                  </a:lnTo>
                  <a:lnTo>
                    <a:pt x="2333242" y="2870349"/>
                  </a:lnTo>
                  <a:lnTo>
                    <a:pt x="2333242" y="2869725"/>
                  </a:lnTo>
                  <a:lnTo>
                    <a:pt x="2333350" y="2869725"/>
                  </a:lnTo>
                  <a:lnTo>
                    <a:pt x="2333459" y="2869725"/>
                  </a:lnTo>
                  <a:lnTo>
                    <a:pt x="2333459" y="2869102"/>
                  </a:lnTo>
                  <a:lnTo>
                    <a:pt x="2333567" y="2869102"/>
                  </a:lnTo>
                  <a:lnTo>
                    <a:pt x="2333567" y="2868478"/>
                  </a:lnTo>
                  <a:lnTo>
                    <a:pt x="2333676" y="2868478"/>
                  </a:lnTo>
                  <a:lnTo>
                    <a:pt x="2333784" y="2868478"/>
                  </a:lnTo>
                  <a:lnTo>
                    <a:pt x="2333893" y="2868478"/>
                  </a:lnTo>
                  <a:lnTo>
                    <a:pt x="2334001" y="2868478"/>
                  </a:lnTo>
                  <a:lnTo>
                    <a:pt x="2334110" y="2868478"/>
                  </a:lnTo>
                  <a:lnTo>
                    <a:pt x="2334218" y="2868478"/>
                  </a:lnTo>
                  <a:lnTo>
                    <a:pt x="2334326" y="2868478"/>
                  </a:lnTo>
                  <a:lnTo>
                    <a:pt x="2334435" y="2868478"/>
                  </a:lnTo>
                  <a:lnTo>
                    <a:pt x="2334543" y="2868478"/>
                  </a:lnTo>
                  <a:lnTo>
                    <a:pt x="2334652" y="2868478"/>
                  </a:lnTo>
                  <a:lnTo>
                    <a:pt x="2334760" y="2868478"/>
                  </a:lnTo>
                  <a:lnTo>
                    <a:pt x="2334869" y="2868478"/>
                  </a:lnTo>
                  <a:lnTo>
                    <a:pt x="2334977" y="2868478"/>
                  </a:lnTo>
                  <a:lnTo>
                    <a:pt x="2335086" y="2868478"/>
                  </a:lnTo>
                  <a:lnTo>
                    <a:pt x="2335194" y="2868478"/>
                  </a:lnTo>
                  <a:lnTo>
                    <a:pt x="2335302" y="2868478"/>
                  </a:lnTo>
                  <a:lnTo>
                    <a:pt x="2335411" y="2868478"/>
                  </a:lnTo>
                  <a:lnTo>
                    <a:pt x="2335519" y="2868478"/>
                  </a:lnTo>
                  <a:lnTo>
                    <a:pt x="2335519" y="2867855"/>
                  </a:lnTo>
                  <a:lnTo>
                    <a:pt x="2335628" y="2867855"/>
                  </a:lnTo>
                  <a:lnTo>
                    <a:pt x="2335736" y="2867855"/>
                  </a:lnTo>
                  <a:lnTo>
                    <a:pt x="2335845" y="2867855"/>
                  </a:lnTo>
                  <a:lnTo>
                    <a:pt x="2335953" y="2867855"/>
                  </a:lnTo>
                  <a:lnTo>
                    <a:pt x="2336062" y="2867855"/>
                  </a:lnTo>
                  <a:lnTo>
                    <a:pt x="2336170" y="2867855"/>
                  </a:lnTo>
                  <a:lnTo>
                    <a:pt x="2336278" y="2867855"/>
                  </a:lnTo>
                  <a:lnTo>
                    <a:pt x="2336387" y="2867855"/>
                  </a:lnTo>
                  <a:lnTo>
                    <a:pt x="2336387" y="2867231"/>
                  </a:lnTo>
                  <a:lnTo>
                    <a:pt x="2336495" y="2867231"/>
                  </a:lnTo>
                  <a:lnTo>
                    <a:pt x="2336604" y="2867231"/>
                  </a:lnTo>
                  <a:lnTo>
                    <a:pt x="2336712" y="2867231"/>
                  </a:lnTo>
                  <a:lnTo>
                    <a:pt x="2336821" y="2867231"/>
                  </a:lnTo>
                  <a:lnTo>
                    <a:pt x="2336929" y="2867231"/>
                  </a:lnTo>
                  <a:lnTo>
                    <a:pt x="2337038" y="2867231"/>
                  </a:lnTo>
                  <a:lnTo>
                    <a:pt x="2337038" y="2866607"/>
                  </a:lnTo>
                  <a:lnTo>
                    <a:pt x="2337146" y="2866607"/>
                  </a:lnTo>
                  <a:lnTo>
                    <a:pt x="2337255" y="2866607"/>
                  </a:lnTo>
                  <a:lnTo>
                    <a:pt x="2337255" y="2865984"/>
                  </a:lnTo>
                  <a:lnTo>
                    <a:pt x="2337363" y="2865984"/>
                  </a:lnTo>
                  <a:lnTo>
                    <a:pt x="2337363" y="2865360"/>
                  </a:lnTo>
                  <a:lnTo>
                    <a:pt x="2337471" y="2865360"/>
                  </a:lnTo>
                  <a:lnTo>
                    <a:pt x="2337580" y="2865360"/>
                  </a:lnTo>
                  <a:lnTo>
                    <a:pt x="2337580" y="2864737"/>
                  </a:lnTo>
                  <a:lnTo>
                    <a:pt x="2337688" y="2864737"/>
                  </a:lnTo>
                  <a:lnTo>
                    <a:pt x="2337797" y="2864737"/>
                  </a:lnTo>
                  <a:lnTo>
                    <a:pt x="2337797" y="2864113"/>
                  </a:lnTo>
                  <a:lnTo>
                    <a:pt x="2337905" y="2864113"/>
                  </a:lnTo>
                  <a:lnTo>
                    <a:pt x="2338014" y="2864113"/>
                  </a:lnTo>
                  <a:lnTo>
                    <a:pt x="2338122" y="2864113"/>
                  </a:lnTo>
                  <a:lnTo>
                    <a:pt x="2338231" y="2864113"/>
                  </a:lnTo>
                  <a:lnTo>
                    <a:pt x="2338339" y="2864113"/>
                  </a:lnTo>
                  <a:lnTo>
                    <a:pt x="2338447" y="2864113"/>
                  </a:lnTo>
                  <a:lnTo>
                    <a:pt x="2338556" y="2864113"/>
                  </a:lnTo>
                  <a:lnTo>
                    <a:pt x="2338664" y="2864113"/>
                  </a:lnTo>
                  <a:lnTo>
                    <a:pt x="2338773" y="2864113"/>
                  </a:lnTo>
                  <a:lnTo>
                    <a:pt x="2338881" y="2864113"/>
                  </a:lnTo>
                  <a:lnTo>
                    <a:pt x="2338990" y="2864113"/>
                  </a:lnTo>
                  <a:lnTo>
                    <a:pt x="2339098" y="2864113"/>
                  </a:lnTo>
                  <a:lnTo>
                    <a:pt x="2339207" y="2864113"/>
                  </a:lnTo>
                  <a:lnTo>
                    <a:pt x="2339315" y="2864113"/>
                  </a:lnTo>
                  <a:lnTo>
                    <a:pt x="2339423" y="2864113"/>
                  </a:lnTo>
                  <a:lnTo>
                    <a:pt x="2339532" y="2864113"/>
                  </a:lnTo>
                  <a:lnTo>
                    <a:pt x="2339640" y="2864113"/>
                  </a:lnTo>
                  <a:lnTo>
                    <a:pt x="2339749" y="2864113"/>
                  </a:lnTo>
                  <a:lnTo>
                    <a:pt x="2339857" y="2864113"/>
                  </a:lnTo>
                  <a:lnTo>
                    <a:pt x="2339966" y="2864113"/>
                  </a:lnTo>
                  <a:lnTo>
                    <a:pt x="2340074" y="2864113"/>
                  </a:lnTo>
                  <a:lnTo>
                    <a:pt x="2340183" y="2864113"/>
                  </a:lnTo>
                  <a:lnTo>
                    <a:pt x="2340183" y="2863490"/>
                  </a:lnTo>
                  <a:lnTo>
                    <a:pt x="2340291" y="2863490"/>
                  </a:lnTo>
                  <a:lnTo>
                    <a:pt x="2340399" y="2863490"/>
                  </a:lnTo>
                  <a:lnTo>
                    <a:pt x="2340508" y="2863490"/>
                  </a:lnTo>
                  <a:lnTo>
                    <a:pt x="2340616" y="2863490"/>
                  </a:lnTo>
                  <a:lnTo>
                    <a:pt x="2340616" y="2862866"/>
                  </a:lnTo>
                  <a:lnTo>
                    <a:pt x="2340725" y="2862866"/>
                  </a:lnTo>
                  <a:lnTo>
                    <a:pt x="2340833" y="2862866"/>
                  </a:lnTo>
                  <a:lnTo>
                    <a:pt x="2340942" y="2862866"/>
                  </a:lnTo>
                  <a:lnTo>
                    <a:pt x="2341050" y="2862866"/>
                  </a:lnTo>
                  <a:lnTo>
                    <a:pt x="2341159" y="2862866"/>
                  </a:lnTo>
                  <a:lnTo>
                    <a:pt x="2341267" y="2862866"/>
                  </a:lnTo>
                  <a:lnTo>
                    <a:pt x="2341267" y="2862242"/>
                  </a:lnTo>
                  <a:lnTo>
                    <a:pt x="2341375" y="2862242"/>
                  </a:lnTo>
                  <a:lnTo>
                    <a:pt x="2341484" y="2862242"/>
                  </a:lnTo>
                  <a:lnTo>
                    <a:pt x="2341592" y="2862242"/>
                  </a:lnTo>
                  <a:lnTo>
                    <a:pt x="2341701" y="2862242"/>
                  </a:lnTo>
                  <a:lnTo>
                    <a:pt x="2341809" y="2862242"/>
                  </a:lnTo>
                  <a:lnTo>
                    <a:pt x="2341809" y="2861619"/>
                  </a:lnTo>
                  <a:lnTo>
                    <a:pt x="2341918" y="2861619"/>
                  </a:lnTo>
                  <a:lnTo>
                    <a:pt x="2342026" y="2861619"/>
                  </a:lnTo>
                  <a:lnTo>
                    <a:pt x="2342135" y="2861619"/>
                  </a:lnTo>
                  <a:lnTo>
                    <a:pt x="2342135" y="2860995"/>
                  </a:lnTo>
                  <a:lnTo>
                    <a:pt x="2342243" y="2860995"/>
                  </a:lnTo>
                  <a:lnTo>
                    <a:pt x="2342243" y="2860372"/>
                  </a:lnTo>
                  <a:lnTo>
                    <a:pt x="2342352" y="2860372"/>
                  </a:lnTo>
                  <a:lnTo>
                    <a:pt x="2342460" y="2860372"/>
                  </a:lnTo>
                  <a:lnTo>
                    <a:pt x="2342568" y="2860372"/>
                  </a:lnTo>
                  <a:lnTo>
                    <a:pt x="2342677" y="2860372"/>
                  </a:lnTo>
                  <a:lnTo>
                    <a:pt x="2342785" y="2860372"/>
                  </a:lnTo>
                  <a:lnTo>
                    <a:pt x="2342785" y="2859748"/>
                  </a:lnTo>
                  <a:lnTo>
                    <a:pt x="2342894" y="2859748"/>
                  </a:lnTo>
                  <a:lnTo>
                    <a:pt x="2343002" y="2859748"/>
                  </a:lnTo>
                  <a:lnTo>
                    <a:pt x="2343111" y="2859748"/>
                  </a:lnTo>
                  <a:lnTo>
                    <a:pt x="2343111" y="2859124"/>
                  </a:lnTo>
                  <a:lnTo>
                    <a:pt x="2343219" y="2859124"/>
                  </a:lnTo>
                  <a:lnTo>
                    <a:pt x="2343328" y="2859124"/>
                  </a:lnTo>
                  <a:lnTo>
                    <a:pt x="2343328" y="2858501"/>
                  </a:lnTo>
                  <a:lnTo>
                    <a:pt x="2343436" y="2858501"/>
                  </a:lnTo>
                  <a:lnTo>
                    <a:pt x="2343436" y="2857877"/>
                  </a:lnTo>
                  <a:lnTo>
                    <a:pt x="2343544" y="2857877"/>
                  </a:lnTo>
                  <a:lnTo>
                    <a:pt x="2343653" y="2857877"/>
                  </a:lnTo>
                  <a:lnTo>
                    <a:pt x="2343761" y="2857877"/>
                  </a:lnTo>
                  <a:lnTo>
                    <a:pt x="2343870" y="2857877"/>
                  </a:lnTo>
                  <a:lnTo>
                    <a:pt x="2343870" y="2857254"/>
                  </a:lnTo>
                  <a:lnTo>
                    <a:pt x="2343978" y="2857254"/>
                  </a:lnTo>
                  <a:lnTo>
                    <a:pt x="2344087" y="2857254"/>
                  </a:lnTo>
                  <a:lnTo>
                    <a:pt x="2344195" y="2857254"/>
                  </a:lnTo>
                  <a:lnTo>
                    <a:pt x="2344304" y="2857254"/>
                  </a:lnTo>
                  <a:lnTo>
                    <a:pt x="2344412" y="2857254"/>
                  </a:lnTo>
                  <a:lnTo>
                    <a:pt x="2344520" y="2857254"/>
                  </a:lnTo>
                  <a:lnTo>
                    <a:pt x="2344520" y="2856630"/>
                  </a:lnTo>
                  <a:lnTo>
                    <a:pt x="2344520" y="2856007"/>
                  </a:lnTo>
                  <a:lnTo>
                    <a:pt x="2344629" y="2856007"/>
                  </a:lnTo>
                  <a:lnTo>
                    <a:pt x="2344629" y="2855383"/>
                  </a:lnTo>
                  <a:lnTo>
                    <a:pt x="2344737" y="2855383"/>
                  </a:lnTo>
                  <a:lnTo>
                    <a:pt x="2344737" y="2854759"/>
                  </a:lnTo>
                  <a:lnTo>
                    <a:pt x="2344737" y="2854136"/>
                  </a:lnTo>
                  <a:lnTo>
                    <a:pt x="2344846" y="2854136"/>
                  </a:lnTo>
                  <a:lnTo>
                    <a:pt x="2344954" y="2854136"/>
                  </a:lnTo>
                  <a:lnTo>
                    <a:pt x="2345063" y="2854136"/>
                  </a:lnTo>
                  <a:lnTo>
                    <a:pt x="2345171" y="2854136"/>
                  </a:lnTo>
                  <a:lnTo>
                    <a:pt x="2345280" y="2854136"/>
                  </a:lnTo>
                  <a:lnTo>
                    <a:pt x="2345388" y="2854136"/>
                  </a:lnTo>
                  <a:lnTo>
                    <a:pt x="2345496" y="2854136"/>
                  </a:lnTo>
                  <a:lnTo>
                    <a:pt x="2345605" y="2854136"/>
                  </a:lnTo>
                  <a:lnTo>
                    <a:pt x="2345713" y="2854136"/>
                  </a:lnTo>
                  <a:lnTo>
                    <a:pt x="2345713" y="2853512"/>
                  </a:lnTo>
                  <a:lnTo>
                    <a:pt x="2345822" y="2853512"/>
                  </a:lnTo>
                  <a:lnTo>
                    <a:pt x="2345930" y="2853512"/>
                  </a:lnTo>
                  <a:lnTo>
                    <a:pt x="2345930" y="2852889"/>
                  </a:lnTo>
                  <a:lnTo>
                    <a:pt x="2346039" y="2852889"/>
                  </a:lnTo>
                  <a:lnTo>
                    <a:pt x="2346147" y="2852889"/>
                  </a:lnTo>
                  <a:lnTo>
                    <a:pt x="2346256" y="2852889"/>
                  </a:lnTo>
                  <a:lnTo>
                    <a:pt x="2346364" y="2852889"/>
                  </a:lnTo>
                  <a:lnTo>
                    <a:pt x="2346473" y="2852889"/>
                  </a:lnTo>
                  <a:lnTo>
                    <a:pt x="2346473" y="2852265"/>
                  </a:lnTo>
                  <a:lnTo>
                    <a:pt x="2346581" y="2852265"/>
                  </a:lnTo>
                  <a:lnTo>
                    <a:pt x="2346689" y="2852265"/>
                  </a:lnTo>
                  <a:lnTo>
                    <a:pt x="2346798" y="2852265"/>
                  </a:lnTo>
                  <a:lnTo>
                    <a:pt x="2346906" y="2852265"/>
                  </a:lnTo>
                  <a:lnTo>
                    <a:pt x="2347015" y="2852265"/>
                  </a:lnTo>
                  <a:lnTo>
                    <a:pt x="2347123" y="2852265"/>
                  </a:lnTo>
                  <a:lnTo>
                    <a:pt x="2347232" y="2852265"/>
                  </a:lnTo>
                  <a:lnTo>
                    <a:pt x="2347340" y="2852265"/>
                  </a:lnTo>
                  <a:lnTo>
                    <a:pt x="2347449" y="2852265"/>
                  </a:lnTo>
                  <a:lnTo>
                    <a:pt x="2347557" y="2852265"/>
                  </a:lnTo>
                  <a:lnTo>
                    <a:pt x="2347665" y="2852265"/>
                  </a:lnTo>
                  <a:lnTo>
                    <a:pt x="2347774" y="2852265"/>
                  </a:lnTo>
                  <a:lnTo>
                    <a:pt x="2347882" y="2852265"/>
                  </a:lnTo>
                  <a:lnTo>
                    <a:pt x="2347991" y="2852265"/>
                  </a:lnTo>
                  <a:lnTo>
                    <a:pt x="2348099" y="2852265"/>
                  </a:lnTo>
                  <a:lnTo>
                    <a:pt x="2348208" y="2852265"/>
                  </a:lnTo>
                  <a:lnTo>
                    <a:pt x="2348316" y="2852265"/>
                  </a:lnTo>
                  <a:lnTo>
                    <a:pt x="2348425" y="2852265"/>
                  </a:lnTo>
                  <a:lnTo>
                    <a:pt x="2348533" y="2852265"/>
                  </a:lnTo>
                  <a:lnTo>
                    <a:pt x="2348533" y="2851641"/>
                  </a:lnTo>
                  <a:lnTo>
                    <a:pt x="2348641" y="2851641"/>
                  </a:lnTo>
                  <a:lnTo>
                    <a:pt x="2348750" y="2851641"/>
                  </a:lnTo>
                  <a:lnTo>
                    <a:pt x="2348858" y="2851641"/>
                  </a:lnTo>
                  <a:lnTo>
                    <a:pt x="2348967" y="2851641"/>
                  </a:lnTo>
                  <a:lnTo>
                    <a:pt x="2349075" y="2851641"/>
                  </a:lnTo>
                  <a:lnTo>
                    <a:pt x="2349184" y="2851641"/>
                  </a:lnTo>
                  <a:lnTo>
                    <a:pt x="2349292" y="2851641"/>
                  </a:lnTo>
                  <a:lnTo>
                    <a:pt x="2349401" y="2851641"/>
                  </a:lnTo>
                  <a:lnTo>
                    <a:pt x="2349509" y="2851641"/>
                  </a:lnTo>
                  <a:lnTo>
                    <a:pt x="2349617" y="2851641"/>
                  </a:lnTo>
                  <a:lnTo>
                    <a:pt x="2349726" y="2851641"/>
                  </a:lnTo>
                  <a:lnTo>
                    <a:pt x="2349834" y="2851641"/>
                  </a:lnTo>
                  <a:lnTo>
                    <a:pt x="2349943" y="2851641"/>
                  </a:lnTo>
                  <a:lnTo>
                    <a:pt x="2350051" y="2851641"/>
                  </a:lnTo>
                  <a:lnTo>
                    <a:pt x="2350160" y="2851641"/>
                  </a:lnTo>
                  <a:lnTo>
                    <a:pt x="2350268" y="2851641"/>
                  </a:lnTo>
                  <a:lnTo>
                    <a:pt x="2350377" y="2851641"/>
                  </a:lnTo>
                  <a:lnTo>
                    <a:pt x="2350485" y="2851641"/>
                  </a:lnTo>
                  <a:lnTo>
                    <a:pt x="2350594" y="2851641"/>
                  </a:lnTo>
                  <a:lnTo>
                    <a:pt x="2350702" y="2851641"/>
                  </a:lnTo>
                  <a:lnTo>
                    <a:pt x="2350810" y="2851641"/>
                  </a:lnTo>
                  <a:lnTo>
                    <a:pt x="2350919" y="2851641"/>
                  </a:lnTo>
                  <a:lnTo>
                    <a:pt x="2351027" y="2851641"/>
                  </a:lnTo>
                  <a:lnTo>
                    <a:pt x="2351027" y="2851018"/>
                  </a:lnTo>
                  <a:lnTo>
                    <a:pt x="2351136" y="2851018"/>
                  </a:lnTo>
                  <a:lnTo>
                    <a:pt x="2351244" y="2851018"/>
                  </a:lnTo>
                  <a:lnTo>
                    <a:pt x="2351353" y="2851018"/>
                  </a:lnTo>
                  <a:lnTo>
                    <a:pt x="2351461" y="2851018"/>
                  </a:lnTo>
                  <a:lnTo>
                    <a:pt x="2351461" y="2850394"/>
                  </a:lnTo>
                  <a:lnTo>
                    <a:pt x="2351570" y="2850394"/>
                  </a:lnTo>
                  <a:lnTo>
                    <a:pt x="2351678" y="2850394"/>
                  </a:lnTo>
                  <a:lnTo>
                    <a:pt x="2351786" y="2850394"/>
                  </a:lnTo>
                  <a:lnTo>
                    <a:pt x="2351786" y="2849771"/>
                  </a:lnTo>
                  <a:lnTo>
                    <a:pt x="2351786" y="2849147"/>
                  </a:lnTo>
                  <a:lnTo>
                    <a:pt x="2351895" y="2849147"/>
                  </a:lnTo>
                  <a:lnTo>
                    <a:pt x="2352003" y="2849147"/>
                  </a:lnTo>
                  <a:lnTo>
                    <a:pt x="2352112" y="2849147"/>
                  </a:lnTo>
                  <a:lnTo>
                    <a:pt x="2352112" y="2848524"/>
                  </a:lnTo>
                  <a:lnTo>
                    <a:pt x="2352220" y="2848524"/>
                  </a:lnTo>
                  <a:lnTo>
                    <a:pt x="2352329" y="2848524"/>
                  </a:lnTo>
                  <a:lnTo>
                    <a:pt x="2352437" y="2848524"/>
                  </a:lnTo>
                  <a:lnTo>
                    <a:pt x="2352546" y="2848524"/>
                  </a:lnTo>
                  <a:lnTo>
                    <a:pt x="2352654" y="2848524"/>
                  </a:lnTo>
                  <a:lnTo>
                    <a:pt x="2352762" y="2848524"/>
                  </a:lnTo>
                  <a:lnTo>
                    <a:pt x="2352871" y="2848524"/>
                  </a:lnTo>
                  <a:lnTo>
                    <a:pt x="2352979" y="2848524"/>
                  </a:lnTo>
                  <a:lnTo>
                    <a:pt x="2353088" y="2848524"/>
                  </a:lnTo>
                  <a:lnTo>
                    <a:pt x="2353196" y="2848524"/>
                  </a:lnTo>
                  <a:lnTo>
                    <a:pt x="2353196" y="2847900"/>
                  </a:lnTo>
                  <a:lnTo>
                    <a:pt x="2353196" y="2847276"/>
                  </a:lnTo>
                  <a:lnTo>
                    <a:pt x="2353196" y="2846653"/>
                  </a:lnTo>
                  <a:lnTo>
                    <a:pt x="2353305" y="2846653"/>
                  </a:lnTo>
                  <a:lnTo>
                    <a:pt x="2353413" y="2846653"/>
                  </a:lnTo>
                  <a:lnTo>
                    <a:pt x="2353522" y="2846653"/>
                  </a:lnTo>
                  <a:lnTo>
                    <a:pt x="2353630" y="2846653"/>
                  </a:lnTo>
                  <a:lnTo>
                    <a:pt x="2353630" y="2846029"/>
                  </a:lnTo>
                  <a:lnTo>
                    <a:pt x="2353738" y="2846029"/>
                  </a:lnTo>
                  <a:lnTo>
                    <a:pt x="2353847" y="2846029"/>
                  </a:lnTo>
                  <a:lnTo>
                    <a:pt x="2353955" y="2846029"/>
                  </a:lnTo>
                  <a:lnTo>
                    <a:pt x="2354064" y="2846029"/>
                  </a:lnTo>
                  <a:lnTo>
                    <a:pt x="2354172" y="2846029"/>
                  </a:lnTo>
                  <a:lnTo>
                    <a:pt x="2354281" y="2846029"/>
                  </a:lnTo>
                  <a:lnTo>
                    <a:pt x="2354281" y="2845406"/>
                  </a:lnTo>
                  <a:lnTo>
                    <a:pt x="2354389" y="2845406"/>
                  </a:lnTo>
                  <a:lnTo>
                    <a:pt x="2354498" y="2845406"/>
                  </a:lnTo>
                  <a:lnTo>
                    <a:pt x="2354606" y="2845406"/>
                  </a:lnTo>
                  <a:lnTo>
                    <a:pt x="2354715" y="2845406"/>
                  </a:lnTo>
                  <a:lnTo>
                    <a:pt x="2354715" y="2844782"/>
                  </a:lnTo>
                  <a:lnTo>
                    <a:pt x="2354823" y="2844782"/>
                  </a:lnTo>
                  <a:lnTo>
                    <a:pt x="2354931" y="2844782"/>
                  </a:lnTo>
                  <a:lnTo>
                    <a:pt x="2355040" y="2844782"/>
                  </a:lnTo>
                  <a:lnTo>
                    <a:pt x="2355148" y="2844782"/>
                  </a:lnTo>
                  <a:lnTo>
                    <a:pt x="2355257" y="2844782"/>
                  </a:lnTo>
                  <a:lnTo>
                    <a:pt x="2355365" y="2844782"/>
                  </a:lnTo>
                  <a:lnTo>
                    <a:pt x="2355474" y="2844782"/>
                  </a:lnTo>
                  <a:lnTo>
                    <a:pt x="2355582" y="2844782"/>
                  </a:lnTo>
                  <a:lnTo>
                    <a:pt x="2355691" y="2844782"/>
                  </a:lnTo>
                  <a:lnTo>
                    <a:pt x="2355799" y="2844782"/>
                  </a:lnTo>
                  <a:lnTo>
                    <a:pt x="2355799" y="2844158"/>
                  </a:lnTo>
                  <a:lnTo>
                    <a:pt x="2355907" y="2844158"/>
                  </a:lnTo>
                  <a:lnTo>
                    <a:pt x="2356016" y="2844158"/>
                  </a:lnTo>
                  <a:lnTo>
                    <a:pt x="2356016" y="2843535"/>
                  </a:lnTo>
                  <a:lnTo>
                    <a:pt x="2356124" y="2843535"/>
                  </a:lnTo>
                  <a:lnTo>
                    <a:pt x="2356233" y="2843535"/>
                  </a:lnTo>
                  <a:lnTo>
                    <a:pt x="2356341" y="2843535"/>
                  </a:lnTo>
                  <a:lnTo>
                    <a:pt x="2356341" y="2842911"/>
                  </a:lnTo>
                  <a:lnTo>
                    <a:pt x="2356450" y="2842911"/>
                  </a:lnTo>
                  <a:lnTo>
                    <a:pt x="2356558" y="2842911"/>
                  </a:lnTo>
                  <a:lnTo>
                    <a:pt x="2356667" y="2842911"/>
                  </a:lnTo>
                  <a:lnTo>
                    <a:pt x="2356667" y="2842288"/>
                  </a:lnTo>
                  <a:lnTo>
                    <a:pt x="2356667" y="2841664"/>
                  </a:lnTo>
                  <a:lnTo>
                    <a:pt x="2356775" y="2841664"/>
                  </a:lnTo>
                  <a:lnTo>
                    <a:pt x="2356883" y="2841664"/>
                  </a:lnTo>
                  <a:lnTo>
                    <a:pt x="2356992" y="2841664"/>
                  </a:lnTo>
                  <a:lnTo>
                    <a:pt x="2357100" y="2841664"/>
                  </a:lnTo>
                  <a:lnTo>
                    <a:pt x="2357209" y="2841664"/>
                  </a:lnTo>
                  <a:lnTo>
                    <a:pt x="2357317" y="2841664"/>
                  </a:lnTo>
                  <a:lnTo>
                    <a:pt x="2357426" y="2841664"/>
                  </a:lnTo>
                  <a:lnTo>
                    <a:pt x="2357534" y="2841664"/>
                  </a:lnTo>
                  <a:lnTo>
                    <a:pt x="2357534" y="2841041"/>
                  </a:lnTo>
                  <a:lnTo>
                    <a:pt x="2357643" y="2841041"/>
                  </a:lnTo>
                  <a:lnTo>
                    <a:pt x="2357643" y="2840417"/>
                  </a:lnTo>
                  <a:lnTo>
                    <a:pt x="2357751" y="2840417"/>
                  </a:lnTo>
                  <a:lnTo>
                    <a:pt x="2357859" y="2840417"/>
                  </a:lnTo>
                  <a:lnTo>
                    <a:pt x="2357968" y="2840417"/>
                  </a:lnTo>
                  <a:lnTo>
                    <a:pt x="2358076" y="2840417"/>
                  </a:lnTo>
                  <a:lnTo>
                    <a:pt x="2358076" y="2839793"/>
                  </a:lnTo>
                  <a:lnTo>
                    <a:pt x="2358076" y="2839170"/>
                  </a:lnTo>
                  <a:lnTo>
                    <a:pt x="2358076" y="2838546"/>
                  </a:lnTo>
                  <a:lnTo>
                    <a:pt x="2358076" y="2837923"/>
                  </a:lnTo>
                  <a:lnTo>
                    <a:pt x="2358185" y="2837923"/>
                  </a:lnTo>
                  <a:lnTo>
                    <a:pt x="2358293" y="2837923"/>
                  </a:lnTo>
                  <a:lnTo>
                    <a:pt x="2358402" y="2837923"/>
                  </a:lnTo>
                  <a:lnTo>
                    <a:pt x="2358402" y="2837299"/>
                  </a:lnTo>
                  <a:lnTo>
                    <a:pt x="2358510" y="2837299"/>
                  </a:lnTo>
                  <a:lnTo>
                    <a:pt x="2358510" y="2836675"/>
                  </a:lnTo>
                  <a:lnTo>
                    <a:pt x="2358619" y="2836675"/>
                  </a:lnTo>
                  <a:lnTo>
                    <a:pt x="2358727" y="2836675"/>
                  </a:lnTo>
                  <a:lnTo>
                    <a:pt x="2358836" y="2836675"/>
                  </a:lnTo>
                  <a:lnTo>
                    <a:pt x="2358944" y="2836675"/>
                  </a:lnTo>
                  <a:lnTo>
                    <a:pt x="2359052" y="2836675"/>
                  </a:lnTo>
                  <a:lnTo>
                    <a:pt x="2359161" y="2836675"/>
                  </a:lnTo>
                  <a:lnTo>
                    <a:pt x="2359269" y="2836675"/>
                  </a:lnTo>
                  <a:lnTo>
                    <a:pt x="2359378" y="2836675"/>
                  </a:lnTo>
                  <a:lnTo>
                    <a:pt x="2359486" y="2836675"/>
                  </a:lnTo>
                  <a:lnTo>
                    <a:pt x="2359595" y="2836675"/>
                  </a:lnTo>
                  <a:lnTo>
                    <a:pt x="2359595" y="2836052"/>
                  </a:lnTo>
                  <a:lnTo>
                    <a:pt x="2359703" y="2836052"/>
                  </a:lnTo>
                  <a:lnTo>
                    <a:pt x="2359703" y="2835428"/>
                  </a:lnTo>
                  <a:lnTo>
                    <a:pt x="2359812" y="2835428"/>
                  </a:lnTo>
                  <a:lnTo>
                    <a:pt x="2359920" y="2835428"/>
                  </a:lnTo>
                  <a:lnTo>
                    <a:pt x="2360028" y="2835428"/>
                  </a:lnTo>
                  <a:lnTo>
                    <a:pt x="2360137" y="2835428"/>
                  </a:lnTo>
                  <a:lnTo>
                    <a:pt x="2360245" y="2835428"/>
                  </a:lnTo>
                  <a:lnTo>
                    <a:pt x="2360354" y="2835428"/>
                  </a:lnTo>
                  <a:lnTo>
                    <a:pt x="2360462" y="2835428"/>
                  </a:lnTo>
                  <a:lnTo>
                    <a:pt x="2360571" y="2835428"/>
                  </a:lnTo>
                  <a:lnTo>
                    <a:pt x="2360679" y="2835428"/>
                  </a:lnTo>
                  <a:lnTo>
                    <a:pt x="2360788" y="2835428"/>
                  </a:lnTo>
                  <a:lnTo>
                    <a:pt x="2360896" y="2835428"/>
                  </a:lnTo>
                  <a:lnTo>
                    <a:pt x="2361004" y="2835428"/>
                  </a:lnTo>
                  <a:lnTo>
                    <a:pt x="2361113" y="2835428"/>
                  </a:lnTo>
                  <a:lnTo>
                    <a:pt x="2361221" y="2835428"/>
                  </a:lnTo>
                  <a:lnTo>
                    <a:pt x="2361221" y="2834805"/>
                  </a:lnTo>
                  <a:lnTo>
                    <a:pt x="2361330" y="2834805"/>
                  </a:lnTo>
                  <a:lnTo>
                    <a:pt x="2361438" y="2834805"/>
                  </a:lnTo>
                  <a:lnTo>
                    <a:pt x="2361547" y="2834805"/>
                  </a:lnTo>
                  <a:lnTo>
                    <a:pt x="2361655" y="2834805"/>
                  </a:lnTo>
                  <a:lnTo>
                    <a:pt x="2361655" y="2834181"/>
                  </a:lnTo>
                  <a:lnTo>
                    <a:pt x="2361764" y="2834181"/>
                  </a:lnTo>
                  <a:lnTo>
                    <a:pt x="2361872" y="2834181"/>
                  </a:lnTo>
                  <a:lnTo>
                    <a:pt x="2361980" y="2834181"/>
                  </a:lnTo>
                  <a:lnTo>
                    <a:pt x="2362089" y="2834181"/>
                  </a:lnTo>
                  <a:lnTo>
                    <a:pt x="2362197" y="2834181"/>
                  </a:lnTo>
                  <a:lnTo>
                    <a:pt x="2362306" y="2834181"/>
                  </a:lnTo>
                  <a:lnTo>
                    <a:pt x="2362414" y="2834181"/>
                  </a:lnTo>
                  <a:lnTo>
                    <a:pt x="2362523" y="2834181"/>
                  </a:lnTo>
                  <a:lnTo>
                    <a:pt x="2362631" y="2834181"/>
                  </a:lnTo>
                  <a:lnTo>
                    <a:pt x="2362740" y="2834181"/>
                  </a:lnTo>
                  <a:lnTo>
                    <a:pt x="2362848" y="2834181"/>
                  </a:lnTo>
                  <a:lnTo>
                    <a:pt x="2362957" y="2834181"/>
                  </a:lnTo>
                  <a:lnTo>
                    <a:pt x="2363065" y="2834181"/>
                  </a:lnTo>
                  <a:lnTo>
                    <a:pt x="2363173" y="2834181"/>
                  </a:lnTo>
                  <a:lnTo>
                    <a:pt x="2363282" y="2834181"/>
                  </a:lnTo>
                  <a:lnTo>
                    <a:pt x="2363390" y="2834181"/>
                  </a:lnTo>
                  <a:lnTo>
                    <a:pt x="2363499" y="2834181"/>
                  </a:lnTo>
                  <a:lnTo>
                    <a:pt x="2363607" y="2834181"/>
                  </a:lnTo>
                  <a:lnTo>
                    <a:pt x="2363716" y="2834181"/>
                  </a:lnTo>
                  <a:lnTo>
                    <a:pt x="2363716" y="2833558"/>
                  </a:lnTo>
                  <a:lnTo>
                    <a:pt x="2363824" y="2833558"/>
                  </a:lnTo>
                  <a:lnTo>
                    <a:pt x="2363933" y="2833558"/>
                  </a:lnTo>
                  <a:lnTo>
                    <a:pt x="2364041" y="2833558"/>
                  </a:lnTo>
                  <a:lnTo>
                    <a:pt x="2364041" y="2832934"/>
                  </a:lnTo>
                  <a:lnTo>
                    <a:pt x="2364041" y="2832310"/>
                  </a:lnTo>
                  <a:lnTo>
                    <a:pt x="2364149" y="2832310"/>
                  </a:lnTo>
                  <a:lnTo>
                    <a:pt x="2364258" y="2832310"/>
                  </a:lnTo>
                  <a:lnTo>
                    <a:pt x="2364366" y="2832310"/>
                  </a:lnTo>
                  <a:lnTo>
                    <a:pt x="2364475" y="2832310"/>
                  </a:lnTo>
                  <a:lnTo>
                    <a:pt x="2364583" y="2832310"/>
                  </a:lnTo>
                  <a:lnTo>
                    <a:pt x="2364692" y="2832310"/>
                  </a:lnTo>
                  <a:lnTo>
                    <a:pt x="2364692" y="2831687"/>
                  </a:lnTo>
                  <a:lnTo>
                    <a:pt x="2364800" y="2831687"/>
                  </a:lnTo>
                  <a:lnTo>
                    <a:pt x="2364909" y="2831687"/>
                  </a:lnTo>
                  <a:lnTo>
                    <a:pt x="2365017" y="2831687"/>
                  </a:lnTo>
                  <a:lnTo>
                    <a:pt x="2365125" y="2831687"/>
                  </a:lnTo>
                  <a:lnTo>
                    <a:pt x="2365125" y="2831063"/>
                  </a:lnTo>
                  <a:lnTo>
                    <a:pt x="2365125" y="2830440"/>
                  </a:lnTo>
                  <a:lnTo>
                    <a:pt x="2365125" y="2829816"/>
                  </a:lnTo>
                  <a:lnTo>
                    <a:pt x="2365234" y="2829816"/>
                  </a:lnTo>
                  <a:lnTo>
                    <a:pt x="2365234" y="2829192"/>
                  </a:lnTo>
                  <a:lnTo>
                    <a:pt x="2365342" y="2829192"/>
                  </a:lnTo>
                  <a:lnTo>
                    <a:pt x="2365451" y="2829192"/>
                  </a:lnTo>
                  <a:lnTo>
                    <a:pt x="2365559" y="2829192"/>
                  </a:lnTo>
                  <a:lnTo>
                    <a:pt x="2365668" y="2829192"/>
                  </a:lnTo>
                  <a:lnTo>
                    <a:pt x="2365776" y="2829192"/>
                  </a:lnTo>
                  <a:lnTo>
                    <a:pt x="2365885" y="2829192"/>
                  </a:lnTo>
                  <a:lnTo>
                    <a:pt x="2365993" y="2829192"/>
                  </a:lnTo>
                  <a:lnTo>
                    <a:pt x="2365993" y="2828569"/>
                  </a:lnTo>
                  <a:lnTo>
                    <a:pt x="2366101" y="2828569"/>
                  </a:lnTo>
                  <a:lnTo>
                    <a:pt x="2366101" y="2827945"/>
                  </a:lnTo>
                  <a:lnTo>
                    <a:pt x="2366210" y="2827945"/>
                  </a:lnTo>
                  <a:lnTo>
                    <a:pt x="2366210" y="2827322"/>
                  </a:lnTo>
                  <a:lnTo>
                    <a:pt x="2366318" y="2827322"/>
                  </a:lnTo>
                  <a:lnTo>
                    <a:pt x="2366427" y="2827322"/>
                  </a:lnTo>
                  <a:lnTo>
                    <a:pt x="2366535" y="2827322"/>
                  </a:lnTo>
                  <a:lnTo>
                    <a:pt x="2366644" y="2827322"/>
                  </a:lnTo>
                  <a:lnTo>
                    <a:pt x="2366752" y="2827322"/>
                  </a:lnTo>
                  <a:lnTo>
                    <a:pt x="2366861" y="2827322"/>
                  </a:lnTo>
                  <a:lnTo>
                    <a:pt x="2366969" y="2827322"/>
                  </a:lnTo>
                  <a:lnTo>
                    <a:pt x="2367077" y="2827322"/>
                  </a:lnTo>
                  <a:lnTo>
                    <a:pt x="2367186" y="2827322"/>
                  </a:lnTo>
                  <a:lnTo>
                    <a:pt x="2367294" y="2827322"/>
                  </a:lnTo>
                  <a:lnTo>
                    <a:pt x="2367403" y="2827322"/>
                  </a:lnTo>
                  <a:lnTo>
                    <a:pt x="2367511" y="2827322"/>
                  </a:lnTo>
                  <a:lnTo>
                    <a:pt x="2367620" y="2827322"/>
                  </a:lnTo>
                  <a:lnTo>
                    <a:pt x="2367728" y="2827322"/>
                  </a:lnTo>
                  <a:lnTo>
                    <a:pt x="2367837" y="2827322"/>
                  </a:lnTo>
                  <a:lnTo>
                    <a:pt x="2367945" y="2827322"/>
                  </a:lnTo>
                  <a:lnTo>
                    <a:pt x="2368054" y="2827322"/>
                  </a:lnTo>
                  <a:lnTo>
                    <a:pt x="2368162" y="2827322"/>
                  </a:lnTo>
                  <a:lnTo>
                    <a:pt x="2368270" y="2827322"/>
                  </a:lnTo>
                  <a:lnTo>
                    <a:pt x="2368379" y="2827322"/>
                  </a:lnTo>
                  <a:lnTo>
                    <a:pt x="2368487" y="2827322"/>
                  </a:lnTo>
                  <a:lnTo>
                    <a:pt x="2368596" y="2827322"/>
                  </a:lnTo>
                  <a:lnTo>
                    <a:pt x="2368704" y="2827322"/>
                  </a:lnTo>
                  <a:lnTo>
                    <a:pt x="2368813" y="2827322"/>
                  </a:lnTo>
                  <a:lnTo>
                    <a:pt x="2368921" y="2827322"/>
                  </a:lnTo>
                  <a:lnTo>
                    <a:pt x="2368921" y="2826698"/>
                  </a:lnTo>
                  <a:lnTo>
                    <a:pt x="2369030" y="2826698"/>
                  </a:lnTo>
                  <a:lnTo>
                    <a:pt x="2369138" y="2826698"/>
                  </a:lnTo>
                  <a:lnTo>
                    <a:pt x="2369138" y="2826075"/>
                  </a:lnTo>
                  <a:lnTo>
                    <a:pt x="2369138" y="2825451"/>
                  </a:lnTo>
                  <a:lnTo>
                    <a:pt x="2369246" y="2825451"/>
                  </a:lnTo>
                  <a:lnTo>
                    <a:pt x="2369355" y="2825451"/>
                  </a:lnTo>
                  <a:lnTo>
                    <a:pt x="2369463" y="2825451"/>
                  </a:lnTo>
                  <a:lnTo>
                    <a:pt x="2369572" y="2825451"/>
                  </a:lnTo>
                  <a:lnTo>
                    <a:pt x="2369680" y="2825451"/>
                  </a:lnTo>
                  <a:lnTo>
                    <a:pt x="2369789" y="2825451"/>
                  </a:lnTo>
                  <a:lnTo>
                    <a:pt x="2369897" y="2825451"/>
                  </a:lnTo>
                  <a:lnTo>
                    <a:pt x="2370006" y="2825451"/>
                  </a:lnTo>
                  <a:lnTo>
                    <a:pt x="2370114" y="2825451"/>
                  </a:lnTo>
                  <a:lnTo>
                    <a:pt x="2370222" y="2825451"/>
                  </a:lnTo>
                  <a:lnTo>
                    <a:pt x="2370222" y="2824827"/>
                  </a:lnTo>
                  <a:lnTo>
                    <a:pt x="2370331" y="2824827"/>
                  </a:lnTo>
                  <a:lnTo>
                    <a:pt x="2370439" y="2824827"/>
                  </a:lnTo>
                  <a:lnTo>
                    <a:pt x="2370548" y="2824827"/>
                  </a:lnTo>
                  <a:lnTo>
                    <a:pt x="2370656" y="2824827"/>
                  </a:lnTo>
                  <a:lnTo>
                    <a:pt x="2370765" y="2824827"/>
                  </a:lnTo>
                  <a:lnTo>
                    <a:pt x="2370765" y="2824204"/>
                  </a:lnTo>
                  <a:lnTo>
                    <a:pt x="2370873" y="2824204"/>
                  </a:lnTo>
                  <a:lnTo>
                    <a:pt x="2370982" y="2824204"/>
                  </a:lnTo>
                  <a:lnTo>
                    <a:pt x="2371090" y="2824204"/>
                  </a:lnTo>
                  <a:lnTo>
                    <a:pt x="2371198" y="2824204"/>
                  </a:lnTo>
                  <a:lnTo>
                    <a:pt x="2371307" y="2824204"/>
                  </a:lnTo>
                  <a:lnTo>
                    <a:pt x="2371415" y="2824204"/>
                  </a:lnTo>
                  <a:lnTo>
                    <a:pt x="2371524" y="2824204"/>
                  </a:lnTo>
                  <a:lnTo>
                    <a:pt x="2371524" y="2823580"/>
                  </a:lnTo>
                  <a:lnTo>
                    <a:pt x="2371632" y="2823580"/>
                  </a:lnTo>
                  <a:lnTo>
                    <a:pt x="2371741" y="2823580"/>
                  </a:lnTo>
                  <a:lnTo>
                    <a:pt x="2371741" y="2822957"/>
                  </a:lnTo>
                  <a:lnTo>
                    <a:pt x="2371849" y="2822957"/>
                  </a:lnTo>
                  <a:lnTo>
                    <a:pt x="2371958" y="2822957"/>
                  </a:lnTo>
                  <a:lnTo>
                    <a:pt x="2372066" y="2822957"/>
                  </a:lnTo>
                  <a:lnTo>
                    <a:pt x="2372175" y="2822957"/>
                  </a:lnTo>
                  <a:lnTo>
                    <a:pt x="2372283" y="2822957"/>
                  </a:lnTo>
                  <a:lnTo>
                    <a:pt x="2372391" y="2822957"/>
                  </a:lnTo>
                  <a:lnTo>
                    <a:pt x="2372500" y="2822957"/>
                  </a:lnTo>
                  <a:lnTo>
                    <a:pt x="2372608" y="2822957"/>
                  </a:lnTo>
                  <a:lnTo>
                    <a:pt x="2372608" y="2822333"/>
                  </a:lnTo>
                  <a:lnTo>
                    <a:pt x="2372717" y="2822333"/>
                  </a:lnTo>
                  <a:lnTo>
                    <a:pt x="2372825" y="2822333"/>
                  </a:lnTo>
                  <a:lnTo>
                    <a:pt x="2372934" y="2822333"/>
                  </a:lnTo>
                  <a:lnTo>
                    <a:pt x="2373042" y="2822333"/>
                  </a:lnTo>
                  <a:lnTo>
                    <a:pt x="2373151" y="2822333"/>
                  </a:lnTo>
                  <a:lnTo>
                    <a:pt x="2373259" y="2822333"/>
                  </a:lnTo>
                  <a:lnTo>
                    <a:pt x="2373367" y="2822333"/>
                  </a:lnTo>
                  <a:lnTo>
                    <a:pt x="2373476" y="2822333"/>
                  </a:lnTo>
                  <a:lnTo>
                    <a:pt x="2373584" y="2822333"/>
                  </a:lnTo>
                  <a:lnTo>
                    <a:pt x="2373693" y="2822333"/>
                  </a:lnTo>
                  <a:lnTo>
                    <a:pt x="2373801" y="2822333"/>
                  </a:lnTo>
                  <a:lnTo>
                    <a:pt x="2373801" y="2821709"/>
                  </a:lnTo>
                  <a:lnTo>
                    <a:pt x="2373910" y="2821709"/>
                  </a:lnTo>
                  <a:lnTo>
                    <a:pt x="2374018" y="2821709"/>
                  </a:lnTo>
                  <a:lnTo>
                    <a:pt x="2374127" y="2821709"/>
                  </a:lnTo>
                  <a:lnTo>
                    <a:pt x="2374235" y="2821709"/>
                  </a:lnTo>
                  <a:lnTo>
                    <a:pt x="2374343" y="2821709"/>
                  </a:lnTo>
                  <a:lnTo>
                    <a:pt x="2374343" y="2821086"/>
                  </a:lnTo>
                  <a:lnTo>
                    <a:pt x="2374452" y="2821086"/>
                  </a:lnTo>
                  <a:lnTo>
                    <a:pt x="2374560" y="2821086"/>
                  </a:lnTo>
                  <a:lnTo>
                    <a:pt x="2374669" y="2821086"/>
                  </a:lnTo>
                  <a:lnTo>
                    <a:pt x="2374669" y="2820462"/>
                  </a:lnTo>
                  <a:lnTo>
                    <a:pt x="2374777" y="2820462"/>
                  </a:lnTo>
                  <a:lnTo>
                    <a:pt x="2374886" y="2820462"/>
                  </a:lnTo>
                  <a:lnTo>
                    <a:pt x="2374994" y="2820462"/>
                  </a:lnTo>
                  <a:lnTo>
                    <a:pt x="2375103" y="2820462"/>
                  </a:lnTo>
                  <a:lnTo>
                    <a:pt x="2375211" y="2820462"/>
                  </a:lnTo>
                  <a:lnTo>
                    <a:pt x="2375319" y="2820462"/>
                  </a:lnTo>
                  <a:lnTo>
                    <a:pt x="2375428" y="2820462"/>
                  </a:lnTo>
                  <a:lnTo>
                    <a:pt x="2375536" y="2820462"/>
                  </a:lnTo>
                  <a:lnTo>
                    <a:pt x="2375645" y="2820462"/>
                  </a:lnTo>
                  <a:lnTo>
                    <a:pt x="2375753" y="2820462"/>
                  </a:lnTo>
                  <a:lnTo>
                    <a:pt x="2375862" y="2820462"/>
                  </a:lnTo>
                  <a:lnTo>
                    <a:pt x="2375970" y="2820462"/>
                  </a:lnTo>
                  <a:lnTo>
                    <a:pt x="2376079" y="2820462"/>
                  </a:lnTo>
                  <a:lnTo>
                    <a:pt x="2376187" y="2820462"/>
                  </a:lnTo>
                  <a:lnTo>
                    <a:pt x="2376296" y="2820462"/>
                  </a:lnTo>
                  <a:lnTo>
                    <a:pt x="2376404" y="2820462"/>
                  </a:lnTo>
                  <a:lnTo>
                    <a:pt x="2376404" y="2819839"/>
                  </a:lnTo>
                  <a:lnTo>
                    <a:pt x="2376512" y="2819839"/>
                  </a:lnTo>
                  <a:lnTo>
                    <a:pt x="2376621" y="2819839"/>
                  </a:lnTo>
                  <a:lnTo>
                    <a:pt x="2376729" y="2819839"/>
                  </a:lnTo>
                  <a:lnTo>
                    <a:pt x="2376838" y="2819839"/>
                  </a:lnTo>
                  <a:lnTo>
                    <a:pt x="2376946" y="2819839"/>
                  </a:lnTo>
                  <a:lnTo>
                    <a:pt x="2376946" y="2819215"/>
                  </a:lnTo>
                  <a:lnTo>
                    <a:pt x="2377055" y="2819215"/>
                  </a:lnTo>
                  <a:lnTo>
                    <a:pt x="2377163" y="2819215"/>
                  </a:lnTo>
                  <a:lnTo>
                    <a:pt x="2377272" y="2819215"/>
                  </a:lnTo>
                  <a:lnTo>
                    <a:pt x="2377272" y="2818592"/>
                  </a:lnTo>
                  <a:lnTo>
                    <a:pt x="2377272" y="2817968"/>
                  </a:lnTo>
                  <a:lnTo>
                    <a:pt x="2377380" y="2817968"/>
                  </a:lnTo>
                  <a:lnTo>
                    <a:pt x="2377488" y="2817968"/>
                  </a:lnTo>
                  <a:lnTo>
                    <a:pt x="2377488" y="2817344"/>
                  </a:lnTo>
                  <a:lnTo>
                    <a:pt x="2377597" y="2817344"/>
                  </a:lnTo>
                  <a:lnTo>
                    <a:pt x="2377705" y="2817344"/>
                  </a:lnTo>
                  <a:lnTo>
                    <a:pt x="2377705" y="2816721"/>
                  </a:lnTo>
                  <a:lnTo>
                    <a:pt x="2377814" y="2816721"/>
                  </a:lnTo>
                  <a:lnTo>
                    <a:pt x="2377814" y="2816097"/>
                  </a:lnTo>
                  <a:lnTo>
                    <a:pt x="2377922" y="2816097"/>
                  </a:lnTo>
                  <a:lnTo>
                    <a:pt x="2378031" y="2816097"/>
                  </a:lnTo>
                  <a:lnTo>
                    <a:pt x="2378139" y="2816097"/>
                  </a:lnTo>
                  <a:lnTo>
                    <a:pt x="2378248" y="2816097"/>
                  </a:lnTo>
                  <a:lnTo>
                    <a:pt x="2378356" y="2816097"/>
                  </a:lnTo>
                  <a:lnTo>
                    <a:pt x="2378464" y="2816097"/>
                  </a:lnTo>
                  <a:lnTo>
                    <a:pt x="2378573" y="2816097"/>
                  </a:lnTo>
                  <a:lnTo>
                    <a:pt x="2378681" y="2816097"/>
                  </a:lnTo>
                  <a:lnTo>
                    <a:pt x="2378790" y="2816097"/>
                  </a:lnTo>
                  <a:lnTo>
                    <a:pt x="2378898" y="2816097"/>
                  </a:lnTo>
                  <a:lnTo>
                    <a:pt x="2379007" y="2816097"/>
                  </a:lnTo>
                  <a:lnTo>
                    <a:pt x="2379115" y="2816097"/>
                  </a:lnTo>
                  <a:lnTo>
                    <a:pt x="2379224" y="2816097"/>
                  </a:lnTo>
                  <a:lnTo>
                    <a:pt x="2379332" y="2816097"/>
                  </a:lnTo>
                  <a:lnTo>
                    <a:pt x="2379440" y="2816097"/>
                  </a:lnTo>
                  <a:lnTo>
                    <a:pt x="2379549" y="2816097"/>
                  </a:lnTo>
                  <a:lnTo>
                    <a:pt x="2379657" y="2816097"/>
                  </a:lnTo>
                  <a:lnTo>
                    <a:pt x="2379766" y="2816097"/>
                  </a:lnTo>
                  <a:lnTo>
                    <a:pt x="2379874" y="2816097"/>
                  </a:lnTo>
                  <a:lnTo>
                    <a:pt x="2379983" y="2816097"/>
                  </a:lnTo>
                  <a:lnTo>
                    <a:pt x="2380091" y="2816097"/>
                  </a:lnTo>
                  <a:lnTo>
                    <a:pt x="2380091" y="2815474"/>
                  </a:lnTo>
                  <a:lnTo>
                    <a:pt x="2380200" y="2815474"/>
                  </a:lnTo>
                  <a:lnTo>
                    <a:pt x="2380308" y="2815474"/>
                  </a:lnTo>
                  <a:lnTo>
                    <a:pt x="2380417" y="2815474"/>
                  </a:lnTo>
                  <a:lnTo>
                    <a:pt x="2380525" y="2815474"/>
                  </a:lnTo>
                  <a:lnTo>
                    <a:pt x="2380525" y="2814850"/>
                  </a:lnTo>
                  <a:lnTo>
                    <a:pt x="2380525" y="2814227"/>
                  </a:lnTo>
                  <a:lnTo>
                    <a:pt x="2380633" y="2814227"/>
                  </a:lnTo>
                  <a:lnTo>
                    <a:pt x="2380742" y="2814227"/>
                  </a:lnTo>
                  <a:lnTo>
                    <a:pt x="2380742" y="2813603"/>
                  </a:lnTo>
                  <a:lnTo>
                    <a:pt x="2380850" y="2813603"/>
                  </a:lnTo>
                  <a:lnTo>
                    <a:pt x="2380959" y="2813603"/>
                  </a:lnTo>
                  <a:lnTo>
                    <a:pt x="2381067" y="2813603"/>
                  </a:lnTo>
                  <a:lnTo>
                    <a:pt x="2381176" y="2813603"/>
                  </a:lnTo>
                  <a:lnTo>
                    <a:pt x="2381284" y="2813603"/>
                  </a:lnTo>
                  <a:lnTo>
                    <a:pt x="2381393" y="2813603"/>
                  </a:lnTo>
                  <a:lnTo>
                    <a:pt x="2381501" y="2813603"/>
                  </a:lnTo>
                  <a:lnTo>
                    <a:pt x="2381609" y="2813603"/>
                  </a:lnTo>
                  <a:lnTo>
                    <a:pt x="2381718" y="2813603"/>
                  </a:lnTo>
                  <a:lnTo>
                    <a:pt x="2381826" y="2813603"/>
                  </a:lnTo>
                  <a:lnTo>
                    <a:pt x="2381826" y="2812979"/>
                  </a:lnTo>
                  <a:lnTo>
                    <a:pt x="2381935" y="2812979"/>
                  </a:lnTo>
                  <a:lnTo>
                    <a:pt x="2382043" y="2812979"/>
                  </a:lnTo>
                  <a:lnTo>
                    <a:pt x="2382152" y="2812979"/>
                  </a:lnTo>
                  <a:lnTo>
                    <a:pt x="2382260" y="2812979"/>
                  </a:lnTo>
                  <a:lnTo>
                    <a:pt x="2382369" y="2812979"/>
                  </a:lnTo>
                  <a:lnTo>
                    <a:pt x="2382477" y="2812979"/>
                  </a:lnTo>
                  <a:lnTo>
                    <a:pt x="2382585" y="2812979"/>
                  </a:lnTo>
                  <a:lnTo>
                    <a:pt x="2382694" y="2812979"/>
                  </a:lnTo>
                  <a:lnTo>
                    <a:pt x="2382802" y="2812979"/>
                  </a:lnTo>
                  <a:lnTo>
                    <a:pt x="2382802" y="2812356"/>
                  </a:lnTo>
                  <a:lnTo>
                    <a:pt x="2382911" y="2812356"/>
                  </a:lnTo>
                  <a:lnTo>
                    <a:pt x="2383019" y="2812356"/>
                  </a:lnTo>
                  <a:lnTo>
                    <a:pt x="2383128" y="2812356"/>
                  </a:lnTo>
                  <a:lnTo>
                    <a:pt x="2383236" y="2812356"/>
                  </a:lnTo>
                  <a:lnTo>
                    <a:pt x="2383236" y="2811732"/>
                  </a:lnTo>
                  <a:lnTo>
                    <a:pt x="2383345" y="2811732"/>
                  </a:lnTo>
                  <a:lnTo>
                    <a:pt x="2383453" y="2811732"/>
                  </a:lnTo>
                  <a:lnTo>
                    <a:pt x="2383561" y="2811732"/>
                  </a:lnTo>
                  <a:lnTo>
                    <a:pt x="2383670" y="2811732"/>
                  </a:lnTo>
                  <a:lnTo>
                    <a:pt x="2383778" y="2811732"/>
                  </a:lnTo>
                  <a:lnTo>
                    <a:pt x="2383887" y="2811732"/>
                  </a:lnTo>
                  <a:lnTo>
                    <a:pt x="2383995" y="2811732"/>
                  </a:lnTo>
                  <a:lnTo>
                    <a:pt x="2384104" y="2811732"/>
                  </a:lnTo>
                  <a:lnTo>
                    <a:pt x="2384212" y="2811732"/>
                  </a:lnTo>
                  <a:lnTo>
                    <a:pt x="2384321" y="2811732"/>
                  </a:lnTo>
                  <a:lnTo>
                    <a:pt x="2384429" y="2811732"/>
                  </a:lnTo>
                  <a:lnTo>
                    <a:pt x="2384429" y="2811109"/>
                  </a:lnTo>
                  <a:lnTo>
                    <a:pt x="2384538" y="2811109"/>
                  </a:lnTo>
                  <a:lnTo>
                    <a:pt x="2384646" y="2811109"/>
                  </a:lnTo>
                  <a:lnTo>
                    <a:pt x="2384754" y="2811109"/>
                  </a:lnTo>
                  <a:lnTo>
                    <a:pt x="2384863" y="2811109"/>
                  </a:lnTo>
                  <a:lnTo>
                    <a:pt x="2384971" y="2811109"/>
                  </a:lnTo>
                  <a:lnTo>
                    <a:pt x="2385080" y="2811109"/>
                  </a:lnTo>
                  <a:lnTo>
                    <a:pt x="2385188" y="2811109"/>
                  </a:lnTo>
                  <a:lnTo>
                    <a:pt x="2385297" y="2811109"/>
                  </a:lnTo>
                  <a:lnTo>
                    <a:pt x="2385297" y="2810485"/>
                  </a:lnTo>
                  <a:lnTo>
                    <a:pt x="2385405" y="2810485"/>
                  </a:lnTo>
                  <a:lnTo>
                    <a:pt x="2385514" y="2810485"/>
                  </a:lnTo>
                  <a:lnTo>
                    <a:pt x="2385622" y="2810485"/>
                  </a:lnTo>
                  <a:lnTo>
                    <a:pt x="2385730" y="2810485"/>
                  </a:lnTo>
                  <a:lnTo>
                    <a:pt x="2385730" y="2809861"/>
                  </a:lnTo>
                  <a:lnTo>
                    <a:pt x="2385839" y="2809861"/>
                  </a:lnTo>
                  <a:lnTo>
                    <a:pt x="2385947" y="2809861"/>
                  </a:lnTo>
                  <a:lnTo>
                    <a:pt x="2385947" y="2809238"/>
                  </a:lnTo>
                  <a:lnTo>
                    <a:pt x="2386056" y="2809238"/>
                  </a:lnTo>
                  <a:lnTo>
                    <a:pt x="2386164" y="2809238"/>
                  </a:lnTo>
                  <a:lnTo>
                    <a:pt x="2386273" y="2809238"/>
                  </a:lnTo>
                  <a:lnTo>
                    <a:pt x="2386381" y="2809238"/>
                  </a:lnTo>
                  <a:lnTo>
                    <a:pt x="2386490" y="2809238"/>
                  </a:lnTo>
                  <a:lnTo>
                    <a:pt x="2386598" y="2809238"/>
                  </a:lnTo>
                  <a:lnTo>
                    <a:pt x="2386706" y="2809238"/>
                  </a:lnTo>
                  <a:lnTo>
                    <a:pt x="2386815" y="2809238"/>
                  </a:lnTo>
                  <a:lnTo>
                    <a:pt x="2386923" y="2809238"/>
                  </a:lnTo>
                  <a:lnTo>
                    <a:pt x="2387032" y="2809238"/>
                  </a:lnTo>
                  <a:lnTo>
                    <a:pt x="2387140" y="2809238"/>
                  </a:lnTo>
                  <a:lnTo>
                    <a:pt x="2387249" y="2809238"/>
                  </a:lnTo>
                  <a:lnTo>
                    <a:pt x="2387357" y="2809238"/>
                  </a:lnTo>
                  <a:lnTo>
                    <a:pt x="2387466" y="2809238"/>
                  </a:lnTo>
                  <a:lnTo>
                    <a:pt x="2387574" y="2809238"/>
                  </a:lnTo>
                  <a:lnTo>
                    <a:pt x="2387574" y="2808614"/>
                  </a:lnTo>
                  <a:lnTo>
                    <a:pt x="2387682" y="2808614"/>
                  </a:lnTo>
                  <a:lnTo>
                    <a:pt x="2387791" y="2808614"/>
                  </a:lnTo>
                  <a:lnTo>
                    <a:pt x="2387899" y="2808614"/>
                  </a:lnTo>
                  <a:lnTo>
                    <a:pt x="2388008" y="2808614"/>
                  </a:lnTo>
                  <a:lnTo>
                    <a:pt x="2388116" y="2808614"/>
                  </a:lnTo>
                  <a:lnTo>
                    <a:pt x="2388225" y="2808614"/>
                  </a:lnTo>
                  <a:lnTo>
                    <a:pt x="2388225" y="2807991"/>
                  </a:lnTo>
                  <a:lnTo>
                    <a:pt x="2388333" y="2807991"/>
                  </a:lnTo>
                  <a:lnTo>
                    <a:pt x="2388442" y="2807991"/>
                  </a:lnTo>
                  <a:lnTo>
                    <a:pt x="2388550" y="2807991"/>
                  </a:lnTo>
                  <a:lnTo>
                    <a:pt x="2388658" y="2807991"/>
                  </a:lnTo>
                  <a:lnTo>
                    <a:pt x="2388658" y="2807367"/>
                  </a:lnTo>
                  <a:lnTo>
                    <a:pt x="2388658" y="2806744"/>
                  </a:lnTo>
                  <a:lnTo>
                    <a:pt x="2388767" y="2806744"/>
                  </a:lnTo>
                  <a:lnTo>
                    <a:pt x="2388767" y="2806120"/>
                  </a:lnTo>
                  <a:lnTo>
                    <a:pt x="2388767" y="2805496"/>
                  </a:lnTo>
                  <a:lnTo>
                    <a:pt x="2388875" y="2805496"/>
                  </a:lnTo>
                  <a:lnTo>
                    <a:pt x="2388984" y="2805496"/>
                  </a:lnTo>
                  <a:lnTo>
                    <a:pt x="2389092" y="2805496"/>
                  </a:lnTo>
                  <a:lnTo>
                    <a:pt x="2389201" y="2805496"/>
                  </a:lnTo>
                  <a:lnTo>
                    <a:pt x="2389309" y="2805496"/>
                  </a:lnTo>
                  <a:lnTo>
                    <a:pt x="2389418" y="2805496"/>
                  </a:lnTo>
                  <a:lnTo>
                    <a:pt x="2389526" y="2805496"/>
                  </a:lnTo>
                  <a:lnTo>
                    <a:pt x="2389635" y="2805496"/>
                  </a:lnTo>
                  <a:lnTo>
                    <a:pt x="2389635" y="2804873"/>
                  </a:lnTo>
                  <a:lnTo>
                    <a:pt x="2389743" y="2804873"/>
                  </a:lnTo>
                  <a:lnTo>
                    <a:pt x="2389851" y="2804873"/>
                  </a:lnTo>
                  <a:lnTo>
                    <a:pt x="2389960" y="2804873"/>
                  </a:lnTo>
                  <a:lnTo>
                    <a:pt x="2389960" y="2804249"/>
                  </a:lnTo>
                  <a:lnTo>
                    <a:pt x="2390068" y="2804249"/>
                  </a:lnTo>
                  <a:lnTo>
                    <a:pt x="2390068" y="2803626"/>
                  </a:lnTo>
                  <a:lnTo>
                    <a:pt x="2390177" y="2803626"/>
                  </a:lnTo>
                  <a:lnTo>
                    <a:pt x="2390177" y="2803002"/>
                  </a:lnTo>
                  <a:lnTo>
                    <a:pt x="2390285" y="2803002"/>
                  </a:lnTo>
                  <a:lnTo>
                    <a:pt x="2390394" y="2803002"/>
                  </a:lnTo>
                  <a:lnTo>
                    <a:pt x="2390502" y="2803002"/>
                  </a:lnTo>
                  <a:lnTo>
                    <a:pt x="2390611" y="2803002"/>
                  </a:lnTo>
                  <a:lnTo>
                    <a:pt x="2390719" y="2803002"/>
                  </a:lnTo>
                  <a:lnTo>
                    <a:pt x="2390827" y="2803002"/>
                  </a:lnTo>
                  <a:lnTo>
                    <a:pt x="2390936" y="2803002"/>
                  </a:lnTo>
                  <a:lnTo>
                    <a:pt x="2391044" y="2803002"/>
                  </a:lnTo>
                  <a:lnTo>
                    <a:pt x="2391153" y="2803002"/>
                  </a:lnTo>
                  <a:lnTo>
                    <a:pt x="2391261" y="2803002"/>
                  </a:lnTo>
                  <a:lnTo>
                    <a:pt x="2391370" y="2803002"/>
                  </a:lnTo>
                  <a:lnTo>
                    <a:pt x="2391478" y="2803002"/>
                  </a:lnTo>
                  <a:lnTo>
                    <a:pt x="2391587" y="2803002"/>
                  </a:lnTo>
                  <a:lnTo>
                    <a:pt x="2391695" y="2803002"/>
                  </a:lnTo>
                  <a:lnTo>
                    <a:pt x="2391803" y="2803002"/>
                  </a:lnTo>
                  <a:lnTo>
                    <a:pt x="2391803" y="2802378"/>
                  </a:lnTo>
                  <a:lnTo>
                    <a:pt x="2391912" y="2802378"/>
                  </a:lnTo>
                  <a:lnTo>
                    <a:pt x="2392020" y="2802378"/>
                  </a:lnTo>
                  <a:lnTo>
                    <a:pt x="2392129" y="2802378"/>
                  </a:lnTo>
                  <a:lnTo>
                    <a:pt x="2392237" y="2802378"/>
                  </a:lnTo>
                  <a:lnTo>
                    <a:pt x="2392346" y="2802378"/>
                  </a:lnTo>
                  <a:lnTo>
                    <a:pt x="2392454" y="2802378"/>
                  </a:lnTo>
                  <a:lnTo>
                    <a:pt x="2392563" y="2802378"/>
                  </a:lnTo>
                  <a:lnTo>
                    <a:pt x="2392671" y="2802378"/>
                  </a:lnTo>
                  <a:lnTo>
                    <a:pt x="2392779" y="2802378"/>
                  </a:lnTo>
                  <a:lnTo>
                    <a:pt x="2392888" y="2802378"/>
                  </a:lnTo>
                  <a:lnTo>
                    <a:pt x="2392996" y="2802378"/>
                  </a:lnTo>
                  <a:lnTo>
                    <a:pt x="2392996" y="2801755"/>
                  </a:lnTo>
                  <a:lnTo>
                    <a:pt x="2392996" y="2801131"/>
                  </a:lnTo>
                  <a:lnTo>
                    <a:pt x="2393105" y="2801131"/>
                  </a:lnTo>
                  <a:lnTo>
                    <a:pt x="2393105" y="2800508"/>
                  </a:lnTo>
                  <a:lnTo>
                    <a:pt x="2393213" y="2800508"/>
                  </a:lnTo>
                  <a:lnTo>
                    <a:pt x="2393322" y="2800508"/>
                  </a:lnTo>
                  <a:lnTo>
                    <a:pt x="2393430" y="2800508"/>
                  </a:lnTo>
                  <a:lnTo>
                    <a:pt x="2393539" y="2800508"/>
                  </a:lnTo>
                  <a:lnTo>
                    <a:pt x="2393647" y="2800508"/>
                  </a:lnTo>
                  <a:lnTo>
                    <a:pt x="2393647" y="2799884"/>
                  </a:lnTo>
                  <a:lnTo>
                    <a:pt x="2393647" y="2799261"/>
                  </a:lnTo>
                  <a:lnTo>
                    <a:pt x="2393647" y="2798637"/>
                  </a:lnTo>
                  <a:lnTo>
                    <a:pt x="2393756" y="2798637"/>
                  </a:lnTo>
                  <a:lnTo>
                    <a:pt x="2393864" y="2798637"/>
                  </a:lnTo>
                  <a:lnTo>
                    <a:pt x="2393972" y="2798637"/>
                  </a:lnTo>
                  <a:lnTo>
                    <a:pt x="2394081" y="2798637"/>
                  </a:lnTo>
                  <a:lnTo>
                    <a:pt x="2394081" y="2798013"/>
                  </a:lnTo>
                  <a:lnTo>
                    <a:pt x="2394189" y="2798013"/>
                  </a:lnTo>
                  <a:lnTo>
                    <a:pt x="2394298" y="2798013"/>
                  </a:lnTo>
                  <a:lnTo>
                    <a:pt x="2394298" y="2797390"/>
                  </a:lnTo>
                  <a:lnTo>
                    <a:pt x="2394298" y="2796766"/>
                  </a:lnTo>
                  <a:lnTo>
                    <a:pt x="2394298" y="2796143"/>
                  </a:lnTo>
                  <a:lnTo>
                    <a:pt x="2394406" y="2796143"/>
                  </a:lnTo>
                  <a:lnTo>
                    <a:pt x="2394515" y="2796143"/>
                  </a:lnTo>
                  <a:lnTo>
                    <a:pt x="2394623" y="2796143"/>
                  </a:lnTo>
                  <a:lnTo>
                    <a:pt x="2394732" y="2796143"/>
                  </a:lnTo>
                  <a:lnTo>
                    <a:pt x="2394840" y="2796143"/>
                  </a:lnTo>
                  <a:lnTo>
                    <a:pt x="2394948" y="2796143"/>
                  </a:lnTo>
                  <a:lnTo>
                    <a:pt x="2395057" y="2796143"/>
                  </a:lnTo>
                  <a:lnTo>
                    <a:pt x="2395165" y="2796143"/>
                  </a:lnTo>
                  <a:lnTo>
                    <a:pt x="2395274" y="2796143"/>
                  </a:lnTo>
                  <a:lnTo>
                    <a:pt x="2395382" y="2796143"/>
                  </a:lnTo>
                  <a:lnTo>
                    <a:pt x="2395382" y="2795519"/>
                  </a:lnTo>
                  <a:lnTo>
                    <a:pt x="2395491" y="2795519"/>
                  </a:lnTo>
                  <a:lnTo>
                    <a:pt x="2395599" y="2795519"/>
                  </a:lnTo>
                  <a:lnTo>
                    <a:pt x="2395599" y="2794895"/>
                  </a:lnTo>
                  <a:lnTo>
                    <a:pt x="2395708" y="2794895"/>
                  </a:lnTo>
                  <a:lnTo>
                    <a:pt x="2395816" y="2794895"/>
                  </a:lnTo>
                  <a:lnTo>
                    <a:pt x="2395924" y="2794895"/>
                  </a:lnTo>
                  <a:lnTo>
                    <a:pt x="2396033" y="2794895"/>
                  </a:lnTo>
                  <a:lnTo>
                    <a:pt x="2396141" y="2794895"/>
                  </a:lnTo>
                  <a:lnTo>
                    <a:pt x="2396250" y="2794895"/>
                  </a:lnTo>
                  <a:lnTo>
                    <a:pt x="2396358" y="2794895"/>
                  </a:lnTo>
                  <a:lnTo>
                    <a:pt x="2396467" y="2794895"/>
                  </a:lnTo>
                  <a:lnTo>
                    <a:pt x="2396575" y="2794895"/>
                  </a:lnTo>
                  <a:lnTo>
                    <a:pt x="2396684" y="2794895"/>
                  </a:lnTo>
                  <a:lnTo>
                    <a:pt x="2396684" y="2794272"/>
                  </a:lnTo>
                  <a:lnTo>
                    <a:pt x="2396792" y="2794272"/>
                  </a:lnTo>
                  <a:lnTo>
                    <a:pt x="2396900" y="2794272"/>
                  </a:lnTo>
                  <a:lnTo>
                    <a:pt x="2397009" y="2794272"/>
                  </a:lnTo>
                  <a:lnTo>
                    <a:pt x="2397117" y="2794272"/>
                  </a:lnTo>
                  <a:lnTo>
                    <a:pt x="2397117" y="2793648"/>
                  </a:lnTo>
                  <a:lnTo>
                    <a:pt x="2397226" y="2793648"/>
                  </a:lnTo>
                  <a:lnTo>
                    <a:pt x="2397334" y="2793648"/>
                  </a:lnTo>
                  <a:lnTo>
                    <a:pt x="2397334" y="2793025"/>
                  </a:lnTo>
                  <a:lnTo>
                    <a:pt x="2397443" y="2793025"/>
                  </a:lnTo>
                  <a:lnTo>
                    <a:pt x="2397551" y="2793025"/>
                  </a:lnTo>
                  <a:lnTo>
                    <a:pt x="2397551" y="2792401"/>
                  </a:lnTo>
                  <a:lnTo>
                    <a:pt x="2397660" y="2792401"/>
                  </a:lnTo>
                  <a:lnTo>
                    <a:pt x="2397660" y="2791778"/>
                  </a:lnTo>
                  <a:lnTo>
                    <a:pt x="2397768" y="2791778"/>
                  </a:lnTo>
                  <a:lnTo>
                    <a:pt x="2397877" y="2791778"/>
                  </a:lnTo>
                  <a:lnTo>
                    <a:pt x="2397877" y="2791154"/>
                  </a:lnTo>
                  <a:lnTo>
                    <a:pt x="2397877" y="2790530"/>
                  </a:lnTo>
                  <a:lnTo>
                    <a:pt x="2397985" y="2790530"/>
                  </a:lnTo>
                  <a:lnTo>
                    <a:pt x="2398093" y="2790530"/>
                  </a:lnTo>
                  <a:lnTo>
                    <a:pt x="2398202" y="2790530"/>
                  </a:lnTo>
                  <a:lnTo>
                    <a:pt x="2398310" y="2790530"/>
                  </a:lnTo>
                  <a:lnTo>
                    <a:pt x="2398310" y="2789907"/>
                  </a:lnTo>
                  <a:lnTo>
                    <a:pt x="2398419" y="2789907"/>
                  </a:lnTo>
                  <a:lnTo>
                    <a:pt x="2398527" y="2789907"/>
                  </a:lnTo>
                  <a:lnTo>
                    <a:pt x="2398636" y="2789907"/>
                  </a:lnTo>
                  <a:lnTo>
                    <a:pt x="2398744" y="2789907"/>
                  </a:lnTo>
                  <a:lnTo>
                    <a:pt x="2398744" y="2789283"/>
                  </a:lnTo>
                  <a:lnTo>
                    <a:pt x="2398853" y="2789283"/>
                  </a:lnTo>
                  <a:lnTo>
                    <a:pt x="2398961" y="2789283"/>
                  </a:lnTo>
                  <a:lnTo>
                    <a:pt x="2399069" y="2789283"/>
                  </a:lnTo>
                  <a:lnTo>
                    <a:pt x="2399069" y="2788660"/>
                  </a:lnTo>
                  <a:lnTo>
                    <a:pt x="2399178" y="2788660"/>
                  </a:lnTo>
                  <a:lnTo>
                    <a:pt x="2399286" y="2788660"/>
                  </a:lnTo>
                  <a:lnTo>
                    <a:pt x="2399286" y="2788036"/>
                  </a:lnTo>
                  <a:lnTo>
                    <a:pt x="2399395" y="2788036"/>
                  </a:lnTo>
                  <a:lnTo>
                    <a:pt x="2399503" y="2788036"/>
                  </a:lnTo>
                  <a:lnTo>
                    <a:pt x="2399612" y="2788036"/>
                  </a:lnTo>
                  <a:lnTo>
                    <a:pt x="2399720" y="2788036"/>
                  </a:lnTo>
                  <a:lnTo>
                    <a:pt x="2399829" y="2788036"/>
                  </a:lnTo>
                  <a:lnTo>
                    <a:pt x="2399829" y="2787412"/>
                  </a:lnTo>
                  <a:lnTo>
                    <a:pt x="2399937" y="2787412"/>
                  </a:lnTo>
                  <a:lnTo>
                    <a:pt x="2400045" y="2787412"/>
                  </a:lnTo>
                  <a:lnTo>
                    <a:pt x="2400154" y="2787412"/>
                  </a:lnTo>
                  <a:lnTo>
                    <a:pt x="2400262" y="2787412"/>
                  </a:lnTo>
                  <a:lnTo>
                    <a:pt x="2400262" y="2786789"/>
                  </a:lnTo>
                  <a:lnTo>
                    <a:pt x="2400371" y="2786789"/>
                  </a:lnTo>
                  <a:lnTo>
                    <a:pt x="2400371" y="2786165"/>
                  </a:lnTo>
                  <a:lnTo>
                    <a:pt x="2400479" y="2786165"/>
                  </a:lnTo>
                  <a:lnTo>
                    <a:pt x="2400588" y="2786165"/>
                  </a:lnTo>
                  <a:lnTo>
                    <a:pt x="2400588" y="2785542"/>
                  </a:lnTo>
                  <a:lnTo>
                    <a:pt x="2400696" y="2785542"/>
                  </a:lnTo>
                  <a:lnTo>
                    <a:pt x="2400805" y="2785542"/>
                  </a:lnTo>
                  <a:lnTo>
                    <a:pt x="2400805" y="2784918"/>
                  </a:lnTo>
                  <a:lnTo>
                    <a:pt x="2400913" y="2784918"/>
                  </a:lnTo>
                  <a:lnTo>
                    <a:pt x="2401021" y="2784918"/>
                  </a:lnTo>
                  <a:lnTo>
                    <a:pt x="2401021" y="2784295"/>
                  </a:lnTo>
                  <a:lnTo>
                    <a:pt x="2401130" y="2784295"/>
                  </a:lnTo>
                  <a:lnTo>
                    <a:pt x="2401238" y="2784295"/>
                  </a:lnTo>
                  <a:lnTo>
                    <a:pt x="2401347" y="2784295"/>
                  </a:lnTo>
                  <a:lnTo>
                    <a:pt x="2401347" y="2783671"/>
                  </a:lnTo>
                  <a:lnTo>
                    <a:pt x="2401455" y="2783671"/>
                  </a:lnTo>
                  <a:lnTo>
                    <a:pt x="2401564" y="2783671"/>
                  </a:lnTo>
                  <a:lnTo>
                    <a:pt x="2401672" y="2783671"/>
                  </a:lnTo>
                  <a:lnTo>
                    <a:pt x="2401781" y="2783671"/>
                  </a:lnTo>
                  <a:lnTo>
                    <a:pt x="2401889" y="2783671"/>
                  </a:lnTo>
                  <a:lnTo>
                    <a:pt x="2401998" y="2783671"/>
                  </a:lnTo>
                  <a:lnTo>
                    <a:pt x="2402106" y="2783671"/>
                  </a:lnTo>
                  <a:lnTo>
                    <a:pt x="2402214" y="2783671"/>
                  </a:lnTo>
                  <a:lnTo>
                    <a:pt x="2402323" y="2783671"/>
                  </a:lnTo>
                  <a:lnTo>
                    <a:pt x="2402431" y="2783671"/>
                  </a:lnTo>
                  <a:lnTo>
                    <a:pt x="2402431" y="2783047"/>
                  </a:lnTo>
                  <a:lnTo>
                    <a:pt x="2402540" y="2783047"/>
                  </a:lnTo>
                  <a:lnTo>
                    <a:pt x="2402648" y="2783047"/>
                  </a:lnTo>
                  <a:lnTo>
                    <a:pt x="2402757" y="2783047"/>
                  </a:lnTo>
                  <a:lnTo>
                    <a:pt x="2402757" y="2782424"/>
                  </a:lnTo>
                  <a:lnTo>
                    <a:pt x="2402865" y="2782424"/>
                  </a:lnTo>
                  <a:lnTo>
                    <a:pt x="2402974" y="2782424"/>
                  </a:lnTo>
                  <a:lnTo>
                    <a:pt x="2403082" y="2782424"/>
                  </a:lnTo>
                  <a:lnTo>
                    <a:pt x="2403190" y="2782424"/>
                  </a:lnTo>
                  <a:lnTo>
                    <a:pt x="2403190" y="2781800"/>
                  </a:lnTo>
                  <a:lnTo>
                    <a:pt x="2403190" y="2781177"/>
                  </a:lnTo>
                  <a:lnTo>
                    <a:pt x="2403190" y="2780553"/>
                  </a:lnTo>
                  <a:lnTo>
                    <a:pt x="2403299" y="2780553"/>
                  </a:lnTo>
                  <a:lnTo>
                    <a:pt x="2403299" y="2779929"/>
                  </a:lnTo>
                  <a:lnTo>
                    <a:pt x="2403407" y="2779929"/>
                  </a:lnTo>
                  <a:lnTo>
                    <a:pt x="2403407" y="2779306"/>
                  </a:lnTo>
                  <a:lnTo>
                    <a:pt x="2403516" y="2779306"/>
                  </a:lnTo>
                  <a:lnTo>
                    <a:pt x="2403624" y="2779306"/>
                  </a:lnTo>
                  <a:lnTo>
                    <a:pt x="2403733" y="2779306"/>
                  </a:lnTo>
                  <a:lnTo>
                    <a:pt x="2403841" y="2779306"/>
                  </a:lnTo>
                  <a:lnTo>
                    <a:pt x="2403950" y="2779306"/>
                  </a:lnTo>
                  <a:lnTo>
                    <a:pt x="2404058" y="2779306"/>
                  </a:lnTo>
                  <a:lnTo>
                    <a:pt x="2404166" y="2779306"/>
                  </a:lnTo>
                  <a:lnTo>
                    <a:pt x="2404275" y="2779306"/>
                  </a:lnTo>
                  <a:lnTo>
                    <a:pt x="2404383" y="2779306"/>
                  </a:lnTo>
                  <a:lnTo>
                    <a:pt x="2404383" y="2778682"/>
                  </a:lnTo>
                  <a:lnTo>
                    <a:pt x="2404492" y="2778682"/>
                  </a:lnTo>
                  <a:lnTo>
                    <a:pt x="2404600" y="2778682"/>
                  </a:lnTo>
                  <a:lnTo>
                    <a:pt x="2404709" y="2778682"/>
                  </a:lnTo>
                  <a:lnTo>
                    <a:pt x="2404817" y="2778682"/>
                  </a:lnTo>
                  <a:lnTo>
                    <a:pt x="2404926" y="2778682"/>
                  </a:lnTo>
                  <a:lnTo>
                    <a:pt x="2405034" y="2778682"/>
                  </a:lnTo>
                  <a:lnTo>
                    <a:pt x="2405142" y="2778682"/>
                  </a:lnTo>
                  <a:lnTo>
                    <a:pt x="2405251" y="2778682"/>
                  </a:lnTo>
                  <a:lnTo>
                    <a:pt x="2405359" y="2778682"/>
                  </a:lnTo>
                  <a:lnTo>
                    <a:pt x="2405468" y="2778682"/>
                  </a:lnTo>
                  <a:lnTo>
                    <a:pt x="2405576" y="2778682"/>
                  </a:lnTo>
                  <a:lnTo>
                    <a:pt x="2405685" y="2778682"/>
                  </a:lnTo>
                  <a:lnTo>
                    <a:pt x="2405793" y="2778682"/>
                  </a:lnTo>
                  <a:lnTo>
                    <a:pt x="2405793" y="2778059"/>
                  </a:lnTo>
                  <a:lnTo>
                    <a:pt x="2405902" y="2778059"/>
                  </a:lnTo>
                  <a:lnTo>
                    <a:pt x="2406010" y="2778059"/>
                  </a:lnTo>
                  <a:lnTo>
                    <a:pt x="2406119" y="2778059"/>
                  </a:lnTo>
                  <a:lnTo>
                    <a:pt x="2406227" y="2778059"/>
                  </a:lnTo>
                  <a:lnTo>
                    <a:pt x="2406335" y="2778059"/>
                  </a:lnTo>
                  <a:lnTo>
                    <a:pt x="2406444" y="2778059"/>
                  </a:lnTo>
                  <a:lnTo>
                    <a:pt x="2406552" y="2778059"/>
                  </a:lnTo>
                  <a:lnTo>
                    <a:pt x="2406661" y="2778059"/>
                  </a:lnTo>
                  <a:lnTo>
                    <a:pt x="2406769" y="2778059"/>
                  </a:lnTo>
                  <a:lnTo>
                    <a:pt x="2406769" y="2777435"/>
                  </a:lnTo>
                  <a:lnTo>
                    <a:pt x="2406769" y="2776812"/>
                  </a:lnTo>
                  <a:lnTo>
                    <a:pt x="2406878" y="2776812"/>
                  </a:lnTo>
                  <a:lnTo>
                    <a:pt x="2406986" y="2776812"/>
                  </a:lnTo>
                  <a:lnTo>
                    <a:pt x="2407095" y="2776812"/>
                  </a:lnTo>
                  <a:lnTo>
                    <a:pt x="2407203" y="2776812"/>
                  </a:lnTo>
                  <a:lnTo>
                    <a:pt x="2407311" y="2776812"/>
                  </a:lnTo>
                  <a:lnTo>
                    <a:pt x="2407420" y="2776812"/>
                  </a:lnTo>
                  <a:lnTo>
                    <a:pt x="2407420" y="2776188"/>
                  </a:lnTo>
                  <a:lnTo>
                    <a:pt x="2407528" y="2776188"/>
                  </a:lnTo>
                  <a:lnTo>
                    <a:pt x="2407528" y="2775564"/>
                  </a:lnTo>
                  <a:lnTo>
                    <a:pt x="2407637" y="2775564"/>
                  </a:lnTo>
                  <a:lnTo>
                    <a:pt x="2407745" y="2775564"/>
                  </a:lnTo>
                  <a:lnTo>
                    <a:pt x="2407854" y="2775564"/>
                  </a:lnTo>
                  <a:lnTo>
                    <a:pt x="2407962" y="2775564"/>
                  </a:lnTo>
                  <a:lnTo>
                    <a:pt x="2407962" y="2774941"/>
                  </a:lnTo>
                  <a:lnTo>
                    <a:pt x="2408071" y="2774941"/>
                  </a:lnTo>
                  <a:lnTo>
                    <a:pt x="2408179" y="2774941"/>
                  </a:lnTo>
                  <a:lnTo>
                    <a:pt x="2408179" y="2774317"/>
                  </a:lnTo>
                  <a:lnTo>
                    <a:pt x="2408287" y="2774317"/>
                  </a:lnTo>
                  <a:lnTo>
                    <a:pt x="2408396" y="2774317"/>
                  </a:lnTo>
                  <a:lnTo>
                    <a:pt x="2408504" y="2774317"/>
                  </a:lnTo>
                  <a:lnTo>
                    <a:pt x="2408613" y="2774317"/>
                  </a:lnTo>
                  <a:lnTo>
                    <a:pt x="2408613" y="2773694"/>
                  </a:lnTo>
                  <a:lnTo>
                    <a:pt x="2408721" y="2773694"/>
                  </a:lnTo>
                  <a:lnTo>
                    <a:pt x="2408830" y="2773694"/>
                  </a:lnTo>
                  <a:lnTo>
                    <a:pt x="2408938" y="2773694"/>
                  </a:lnTo>
                  <a:lnTo>
                    <a:pt x="2409047" y="2773694"/>
                  </a:lnTo>
                  <a:lnTo>
                    <a:pt x="2409155" y="2773694"/>
                  </a:lnTo>
                  <a:lnTo>
                    <a:pt x="2409263" y="2773694"/>
                  </a:lnTo>
                  <a:lnTo>
                    <a:pt x="2409372" y="2773694"/>
                  </a:lnTo>
                  <a:lnTo>
                    <a:pt x="2409480" y="2773694"/>
                  </a:lnTo>
                  <a:lnTo>
                    <a:pt x="2409589" y="2773694"/>
                  </a:lnTo>
                  <a:lnTo>
                    <a:pt x="2409697" y="2773694"/>
                  </a:lnTo>
                  <a:lnTo>
                    <a:pt x="2409806" y="2773694"/>
                  </a:lnTo>
                  <a:lnTo>
                    <a:pt x="2409914" y="2773694"/>
                  </a:lnTo>
                  <a:lnTo>
                    <a:pt x="2409914" y="2773070"/>
                  </a:lnTo>
                  <a:lnTo>
                    <a:pt x="2409914" y="2772446"/>
                  </a:lnTo>
                  <a:lnTo>
                    <a:pt x="2409914" y="2771823"/>
                  </a:lnTo>
                  <a:lnTo>
                    <a:pt x="2410023" y="2771823"/>
                  </a:lnTo>
                  <a:lnTo>
                    <a:pt x="2410131" y="2771823"/>
                  </a:lnTo>
                  <a:lnTo>
                    <a:pt x="2410131" y="2771199"/>
                  </a:lnTo>
                  <a:lnTo>
                    <a:pt x="2410239" y="2771199"/>
                  </a:lnTo>
                  <a:lnTo>
                    <a:pt x="2410348" y="2771199"/>
                  </a:lnTo>
                  <a:lnTo>
                    <a:pt x="2410456" y="2771199"/>
                  </a:lnTo>
                  <a:lnTo>
                    <a:pt x="2410565" y="2771199"/>
                  </a:lnTo>
                  <a:lnTo>
                    <a:pt x="2410673" y="2771199"/>
                  </a:lnTo>
                  <a:lnTo>
                    <a:pt x="2410782" y="2771199"/>
                  </a:lnTo>
                  <a:lnTo>
                    <a:pt x="2410890" y="2771199"/>
                  </a:lnTo>
                  <a:lnTo>
                    <a:pt x="2410999" y="2771199"/>
                  </a:lnTo>
                  <a:lnTo>
                    <a:pt x="2411107" y="2771199"/>
                  </a:lnTo>
                  <a:lnTo>
                    <a:pt x="2411107" y="2770576"/>
                  </a:lnTo>
                  <a:lnTo>
                    <a:pt x="2411216" y="2770576"/>
                  </a:lnTo>
                  <a:lnTo>
                    <a:pt x="2411324" y="2770576"/>
                  </a:lnTo>
                  <a:lnTo>
                    <a:pt x="2411432" y="2770576"/>
                  </a:lnTo>
                  <a:lnTo>
                    <a:pt x="2411541" y="2770576"/>
                  </a:lnTo>
                  <a:lnTo>
                    <a:pt x="2411541" y="2769952"/>
                  </a:lnTo>
                  <a:lnTo>
                    <a:pt x="2411541" y="2769329"/>
                  </a:lnTo>
                  <a:lnTo>
                    <a:pt x="2411649" y="2769329"/>
                  </a:lnTo>
                  <a:lnTo>
                    <a:pt x="2411758" y="2769329"/>
                  </a:lnTo>
                  <a:lnTo>
                    <a:pt x="2411866" y="2769329"/>
                  </a:lnTo>
                  <a:lnTo>
                    <a:pt x="2411975" y="2769329"/>
                  </a:lnTo>
                  <a:lnTo>
                    <a:pt x="2412083" y="2769329"/>
                  </a:lnTo>
                  <a:lnTo>
                    <a:pt x="2412192" y="2769329"/>
                  </a:lnTo>
                  <a:lnTo>
                    <a:pt x="2412300" y="2769329"/>
                  </a:lnTo>
                  <a:lnTo>
                    <a:pt x="2412300" y="2768705"/>
                  </a:lnTo>
                  <a:lnTo>
                    <a:pt x="2412300" y="2768081"/>
                  </a:lnTo>
                  <a:lnTo>
                    <a:pt x="2412300" y="2767458"/>
                  </a:lnTo>
                  <a:lnTo>
                    <a:pt x="2412408" y="2767458"/>
                  </a:lnTo>
                  <a:lnTo>
                    <a:pt x="2412408" y="2766834"/>
                  </a:lnTo>
                  <a:lnTo>
                    <a:pt x="2412517" y="2766834"/>
                  </a:lnTo>
                  <a:lnTo>
                    <a:pt x="2412625" y="2766834"/>
                  </a:lnTo>
                  <a:lnTo>
                    <a:pt x="2412625" y="2766211"/>
                  </a:lnTo>
                  <a:lnTo>
                    <a:pt x="2412734" y="2766211"/>
                  </a:lnTo>
                  <a:lnTo>
                    <a:pt x="2412842" y="2766211"/>
                  </a:lnTo>
                  <a:lnTo>
                    <a:pt x="2412951" y="2766211"/>
                  </a:lnTo>
                  <a:lnTo>
                    <a:pt x="2412951" y="2765587"/>
                  </a:lnTo>
                  <a:lnTo>
                    <a:pt x="2413059" y="2765587"/>
                  </a:lnTo>
                  <a:lnTo>
                    <a:pt x="2413168" y="2765587"/>
                  </a:lnTo>
                  <a:lnTo>
                    <a:pt x="2413276" y="2765587"/>
                  </a:lnTo>
                  <a:lnTo>
                    <a:pt x="2413384" y="2765587"/>
                  </a:lnTo>
                  <a:lnTo>
                    <a:pt x="2413493" y="2765587"/>
                  </a:lnTo>
                  <a:lnTo>
                    <a:pt x="2413601" y="2765587"/>
                  </a:lnTo>
                  <a:lnTo>
                    <a:pt x="2413710" y="2765587"/>
                  </a:lnTo>
                  <a:lnTo>
                    <a:pt x="2413818" y="2765587"/>
                  </a:lnTo>
                  <a:lnTo>
                    <a:pt x="2413927" y="2765587"/>
                  </a:lnTo>
                  <a:lnTo>
                    <a:pt x="2414035" y="2765587"/>
                  </a:lnTo>
                  <a:lnTo>
                    <a:pt x="2414035" y="2764964"/>
                  </a:lnTo>
                  <a:lnTo>
                    <a:pt x="2414144" y="2764964"/>
                  </a:lnTo>
                  <a:lnTo>
                    <a:pt x="2414144" y="2764340"/>
                  </a:lnTo>
                  <a:lnTo>
                    <a:pt x="2414252" y="2764340"/>
                  </a:lnTo>
                  <a:lnTo>
                    <a:pt x="2414252" y="2763716"/>
                  </a:lnTo>
                  <a:lnTo>
                    <a:pt x="2414360" y="2763716"/>
                  </a:lnTo>
                  <a:lnTo>
                    <a:pt x="2414469" y="2763716"/>
                  </a:lnTo>
                  <a:lnTo>
                    <a:pt x="2414577" y="2763716"/>
                  </a:lnTo>
                  <a:lnTo>
                    <a:pt x="2414686" y="2763716"/>
                  </a:lnTo>
                  <a:lnTo>
                    <a:pt x="2414794" y="2763716"/>
                  </a:lnTo>
                  <a:lnTo>
                    <a:pt x="2414903" y="2763716"/>
                  </a:lnTo>
                  <a:lnTo>
                    <a:pt x="2415011" y="2763716"/>
                  </a:lnTo>
                  <a:lnTo>
                    <a:pt x="2415120" y="2763716"/>
                  </a:lnTo>
                  <a:lnTo>
                    <a:pt x="2415228" y="2763716"/>
                  </a:lnTo>
                  <a:lnTo>
                    <a:pt x="2415337" y="2763716"/>
                  </a:lnTo>
                  <a:lnTo>
                    <a:pt x="2415445" y="2763716"/>
                  </a:lnTo>
                  <a:lnTo>
                    <a:pt x="2415553" y="2763716"/>
                  </a:lnTo>
                  <a:lnTo>
                    <a:pt x="2415662" y="2763716"/>
                  </a:lnTo>
                  <a:lnTo>
                    <a:pt x="2415770" y="2763716"/>
                  </a:lnTo>
                  <a:lnTo>
                    <a:pt x="2415770" y="2763093"/>
                  </a:lnTo>
                  <a:lnTo>
                    <a:pt x="2415879" y="2763093"/>
                  </a:lnTo>
                  <a:lnTo>
                    <a:pt x="2415987" y="2763093"/>
                  </a:lnTo>
                  <a:lnTo>
                    <a:pt x="2416096" y="2763093"/>
                  </a:lnTo>
                  <a:lnTo>
                    <a:pt x="2416096" y="2762469"/>
                  </a:lnTo>
                  <a:lnTo>
                    <a:pt x="2416096" y="2761846"/>
                  </a:lnTo>
                  <a:lnTo>
                    <a:pt x="2416204" y="2761846"/>
                  </a:lnTo>
                  <a:lnTo>
                    <a:pt x="2416313" y="2761846"/>
                  </a:lnTo>
                  <a:lnTo>
                    <a:pt x="2416421" y="2761846"/>
                  </a:lnTo>
                  <a:lnTo>
                    <a:pt x="2416529" y="2761846"/>
                  </a:lnTo>
                  <a:lnTo>
                    <a:pt x="2416638" y="2761846"/>
                  </a:lnTo>
                  <a:lnTo>
                    <a:pt x="2416746" y="2761846"/>
                  </a:lnTo>
                  <a:lnTo>
                    <a:pt x="2416855" y="2761846"/>
                  </a:lnTo>
                  <a:lnTo>
                    <a:pt x="2416963" y="2761846"/>
                  </a:lnTo>
                  <a:lnTo>
                    <a:pt x="2417072" y="2761846"/>
                  </a:lnTo>
                  <a:lnTo>
                    <a:pt x="2417180" y="2761846"/>
                  </a:lnTo>
                  <a:lnTo>
                    <a:pt x="2417289" y="2761846"/>
                  </a:lnTo>
                  <a:lnTo>
                    <a:pt x="2417397" y="2761846"/>
                  </a:lnTo>
                  <a:lnTo>
                    <a:pt x="2417505" y="2761846"/>
                  </a:lnTo>
                  <a:lnTo>
                    <a:pt x="2417505" y="2761222"/>
                  </a:lnTo>
                  <a:lnTo>
                    <a:pt x="2417614" y="2761222"/>
                  </a:lnTo>
                  <a:lnTo>
                    <a:pt x="2417722" y="2761222"/>
                  </a:lnTo>
                  <a:lnTo>
                    <a:pt x="2417831" y="2761222"/>
                  </a:lnTo>
                  <a:lnTo>
                    <a:pt x="2417939" y="2761222"/>
                  </a:lnTo>
                  <a:lnTo>
                    <a:pt x="2418048" y="2761222"/>
                  </a:lnTo>
                  <a:lnTo>
                    <a:pt x="2418156" y="2761222"/>
                  </a:lnTo>
                  <a:lnTo>
                    <a:pt x="2418265" y="2761222"/>
                  </a:lnTo>
                  <a:lnTo>
                    <a:pt x="2418373" y="2761222"/>
                  </a:lnTo>
                  <a:lnTo>
                    <a:pt x="2418481" y="2761222"/>
                  </a:lnTo>
                  <a:lnTo>
                    <a:pt x="2418481" y="2760598"/>
                  </a:lnTo>
                  <a:lnTo>
                    <a:pt x="2418590" y="2760598"/>
                  </a:lnTo>
                  <a:lnTo>
                    <a:pt x="2418698" y="2760598"/>
                  </a:lnTo>
                  <a:lnTo>
                    <a:pt x="2418807" y="2760598"/>
                  </a:lnTo>
                  <a:lnTo>
                    <a:pt x="2418915" y="2760598"/>
                  </a:lnTo>
                  <a:lnTo>
                    <a:pt x="2419024" y="2760598"/>
                  </a:lnTo>
                  <a:lnTo>
                    <a:pt x="2419132" y="2760598"/>
                  </a:lnTo>
                  <a:lnTo>
                    <a:pt x="2419241" y="2760598"/>
                  </a:lnTo>
                  <a:lnTo>
                    <a:pt x="2419349" y="2760598"/>
                  </a:lnTo>
                  <a:lnTo>
                    <a:pt x="2419349" y="2759975"/>
                  </a:lnTo>
                  <a:lnTo>
                    <a:pt x="2419349" y="2759351"/>
                  </a:lnTo>
                  <a:lnTo>
                    <a:pt x="2419349" y="2758728"/>
                  </a:lnTo>
                  <a:lnTo>
                    <a:pt x="2419458" y="2758728"/>
                  </a:lnTo>
                  <a:lnTo>
                    <a:pt x="2419566" y="2758728"/>
                  </a:lnTo>
                  <a:lnTo>
                    <a:pt x="2419566" y="2758104"/>
                  </a:lnTo>
                  <a:lnTo>
                    <a:pt x="2419674" y="2758104"/>
                  </a:lnTo>
                  <a:lnTo>
                    <a:pt x="2419783" y="2758104"/>
                  </a:lnTo>
                  <a:lnTo>
                    <a:pt x="2419891" y="2758104"/>
                  </a:lnTo>
                  <a:lnTo>
                    <a:pt x="2420000" y="2758104"/>
                  </a:lnTo>
                  <a:lnTo>
                    <a:pt x="2420108" y="2758104"/>
                  </a:lnTo>
                  <a:lnTo>
                    <a:pt x="2420217" y="2758104"/>
                  </a:lnTo>
                  <a:lnTo>
                    <a:pt x="2420325" y="2758104"/>
                  </a:lnTo>
                  <a:lnTo>
                    <a:pt x="2420434" y="2758104"/>
                  </a:lnTo>
                  <a:lnTo>
                    <a:pt x="2420542" y="2758104"/>
                  </a:lnTo>
                  <a:lnTo>
                    <a:pt x="2420542" y="2757481"/>
                  </a:lnTo>
                  <a:lnTo>
                    <a:pt x="2420542" y="2756857"/>
                  </a:lnTo>
                  <a:lnTo>
                    <a:pt x="2420650" y="2756857"/>
                  </a:lnTo>
                  <a:lnTo>
                    <a:pt x="2420759" y="2756857"/>
                  </a:lnTo>
                  <a:lnTo>
                    <a:pt x="2420867" y="2756857"/>
                  </a:lnTo>
                  <a:lnTo>
                    <a:pt x="2420976" y="2756857"/>
                  </a:lnTo>
                  <a:lnTo>
                    <a:pt x="2421084" y="2756857"/>
                  </a:lnTo>
                  <a:lnTo>
                    <a:pt x="2421193" y="2756857"/>
                  </a:lnTo>
                  <a:lnTo>
                    <a:pt x="2421301" y="2756857"/>
                  </a:lnTo>
                  <a:lnTo>
                    <a:pt x="2421410" y="2756857"/>
                  </a:lnTo>
                  <a:lnTo>
                    <a:pt x="2421410" y="2756233"/>
                  </a:lnTo>
                  <a:lnTo>
                    <a:pt x="2421410" y="2755610"/>
                  </a:lnTo>
                  <a:lnTo>
                    <a:pt x="2421518" y="2755610"/>
                  </a:lnTo>
                  <a:lnTo>
                    <a:pt x="2421518" y="2754986"/>
                  </a:lnTo>
                  <a:lnTo>
                    <a:pt x="2421626" y="2754986"/>
                  </a:lnTo>
                  <a:lnTo>
                    <a:pt x="2421735" y="2754986"/>
                  </a:lnTo>
                  <a:lnTo>
                    <a:pt x="2421735" y="2754363"/>
                  </a:lnTo>
                  <a:lnTo>
                    <a:pt x="2421735" y="2753739"/>
                  </a:lnTo>
                  <a:lnTo>
                    <a:pt x="2421843" y="2753739"/>
                  </a:lnTo>
                  <a:lnTo>
                    <a:pt x="2421952" y="2753739"/>
                  </a:lnTo>
                  <a:lnTo>
                    <a:pt x="2422060" y="2753739"/>
                  </a:lnTo>
                  <a:lnTo>
                    <a:pt x="2422169" y="2753739"/>
                  </a:lnTo>
                  <a:lnTo>
                    <a:pt x="2422277" y="2753739"/>
                  </a:lnTo>
                  <a:lnTo>
                    <a:pt x="2422386" y="2753739"/>
                  </a:lnTo>
                  <a:lnTo>
                    <a:pt x="2422494" y="2753739"/>
                  </a:lnTo>
                  <a:lnTo>
                    <a:pt x="2422602" y="2753739"/>
                  </a:lnTo>
                  <a:lnTo>
                    <a:pt x="2422602" y="2753115"/>
                  </a:lnTo>
                  <a:lnTo>
                    <a:pt x="2422711" y="2753115"/>
                  </a:lnTo>
                  <a:lnTo>
                    <a:pt x="2422819" y="2753115"/>
                  </a:lnTo>
                  <a:lnTo>
                    <a:pt x="2422819" y="2752492"/>
                  </a:lnTo>
                  <a:lnTo>
                    <a:pt x="2422819" y="2751868"/>
                  </a:lnTo>
                  <a:lnTo>
                    <a:pt x="2422928" y="2751868"/>
                  </a:lnTo>
                  <a:lnTo>
                    <a:pt x="2423036" y="2751868"/>
                  </a:lnTo>
                  <a:lnTo>
                    <a:pt x="2423145" y="2751868"/>
                  </a:lnTo>
                  <a:lnTo>
                    <a:pt x="2423253" y="2751868"/>
                  </a:lnTo>
                  <a:lnTo>
                    <a:pt x="2423253" y="2751245"/>
                  </a:lnTo>
                  <a:lnTo>
                    <a:pt x="2423362" y="2751245"/>
                  </a:lnTo>
                  <a:lnTo>
                    <a:pt x="2423470" y="2751245"/>
                  </a:lnTo>
                  <a:lnTo>
                    <a:pt x="2423579" y="2751245"/>
                  </a:lnTo>
                  <a:lnTo>
                    <a:pt x="2423579" y="2750621"/>
                  </a:lnTo>
                  <a:lnTo>
                    <a:pt x="2423579" y="2749998"/>
                  </a:lnTo>
                  <a:lnTo>
                    <a:pt x="2423687" y="2749998"/>
                  </a:lnTo>
                  <a:lnTo>
                    <a:pt x="2423687" y="2749374"/>
                  </a:lnTo>
                  <a:lnTo>
                    <a:pt x="2423795" y="2749374"/>
                  </a:lnTo>
                  <a:lnTo>
                    <a:pt x="2423904" y="2749374"/>
                  </a:lnTo>
                  <a:lnTo>
                    <a:pt x="2424012" y="2749374"/>
                  </a:lnTo>
                  <a:lnTo>
                    <a:pt x="2424121" y="2749374"/>
                  </a:lnTo>
                  <a:lnTo>
                    <a:pt x="2424229" y="2749374"/>
                  </a:lnTo>
                  <a:lnTo>
                    <a:pt x="2424338" y="2749374"/>
                  </a:lnTo>
                  <a:lnTo>
                    <a:pt x="2424446" y="2749374"/>
                  </a:lnTo>
                  <a:lnTo>
                    <a:pt x="2424555" y="2749374"/>
                  </a:lnTo>
                  <a:lnTo>
                    <a:pt x="2424555" y="2748750"/>
                  </a:lnTo>
                  <a:lnTo>
                    <a:pt x="2424663" y="2748750"/>
                  </a:lnTo>
                  <a:lnTo>
                    <a:pt x="2424771" y="2748750"/>
                  </a:lnTo>
                  <a:lnTo>
                    <a:pt x="2424880" y="2748750"/>
                  </a:lnTo>
                  <a:lnTo>
                    <a:pt x="2424880" y="2748127"/>
                  </a:lnTo>
                  <a:lnTo>
                    <a:pt x="2424988" y="2748127"/>
                  </a:lnTo>
                  <a:lnTo>
                    <a:pt x="2425097" y="2748127"/>
                  </a:lnTo>
                  <a:lnTo>
                    <a:pt x="2425205" y="2748127"/>
                  </a:lnTo>
                  <a:lnTo>
                    <a:pt x="2425314" y="2748127"/>
                  </a:lnTo>
                  <a:lnTo>
                    <a:pt x="2425422" y="2748127"/>
                  </a:lnTo>
                  <a:lnTo>
                    <a:pt x="2425531" y="2748127"/>
                  </a:lnTo>
                  <a:lnTo>
                    <a:pt x="2425639" y="2748127"/>
                  </a:lnTo>
                  <a:lnTo>
                    <a:pt x="2425747" y="2748127"/>
                  </a:lnTo>
                  <a:lnTo>
                    <a:pt x="2425856" y="2748127"/>
                  </a:lnTo>
                  <a:lnTo>
                    <a:pt x="2425964" y="2748127"/>
                  </a:lnTo>
                  <a:lnTo>
                    <a:pt x="2426073" y="2748127"/>
                  </a:lnTo>
                  <a:lnTo>
                    <a:pt x="2426181" y="2748127"/>
                  </a:lnTo>
                  <a:lnTo>
                    <a:pt x="2426290" y="2748127"/>
                  </a:lnTo>
                  <a:lnTo>
                    <a:pt x="2426290" y="2747503"/>
                  </a:lnTo>
                  <a:lnTo>
                    <a:pt x="2426290" y="2746880"/>
                  </a:lnTo>
                  <a:lnTo>
                    <a:pt x="2426398" y="2746880"/>
                  </a:lnTo>
                  <a:lnTo>
                    <a:pt x="2426507" y="2746880"/>
                  </a:lnTo>
                  <a:lnTo>
                    <a:pt x="2426615" y="2746880"/>
                  </a:lnTo>
                  <a:lnTo>
                    <a:pt x="2426723" y="2746880"/>
                  </a:lnTo>
                  <a:lnTo>
                    <a:pt x="2426832" y="2746880"/>
                  </a:lnTo>
                  <a:lnTo>
                    <a:pt x="2426940" y="2746880"/>
                  </a:lnTo>
                  <a:lnTo>
                    <a:pt x="2427049" y="2746880"/>
                  </a:lnTo>
                  <a:lnTo>
                    <a:pt x="2427157" y="2746880"/>
                  </a:lnTo>
                  <a:lnTo>
                    <a:pt x="2427266" y="2746880"/>
                  </a:lnTo>
                  <a:lnTo>
                    <a:pt x="2427374" y="2746880"/>
                  </a:lnTo>
                  <a:lnTo>
                    <a:pt x="2427483" y="2746880"/>
                  </a:lnTo>
                  <a:lnTo>
                    <a:pt x="2427591" y="2746880"/>
                  </a:lnTo>
                  <a:lnTo>
                    <a:pt x="2427700" y="2746880"/>
                  </a:lnTo>
                  <a:lnTo>
                    <a:pt x="2427808" y="2746880"/>
                  </a:lnTo>
                  <a:lnTo>
                    <a:pt x="2427916" y="2746880"/>
                  </a:lnTo>
                  <a:lnTo>
                    <a:pt x="2428025" y="2746880"/>
                  </a:lnTo>
                  <a:lnTo>
                    <a:pt x="2428133" y="2746880"/>
                  </a:lnTo>
                  <a:lnTo>
                    <a:pt x="2428242" y="2746880"/>
                  </a:lnTo>
                  <a:lnTo>
                    <a:pt x="2428350" y="2746880"/>
                  </a:lnTo>
                  <a:lnTo>
                    <a:pt x="2428459" y="2746880"/>
                  </a:lnTo>
                  <a:lnTo>
                    <a:pt x="2428567" y="2746880"/>
                  </a:lnTo>
                  <a:lnTo>
                    <a:pt x="2428676" y="2746880"/>
                  </a:lnTo>
                  <a:lnTo>
                    <a:pt x="2428784" y="2746880"/>
                  </a:lnTo>
                  <a:lnTo>
                    <a:pt x="2428892" y="2746880"/>
                  </a:lnTo>
                  <a:lnTo>
                    <a:pt x="2429001" y="2746880"/>
                  </a:lnTo>
                  <a:lnTo>
                    <a:pt x="2429001" y="2746256"/>
                  </a:lnTo>
                  <a:lnTo>
                    <a:pt x="2429109" y="2746256"/>
                  </a:lnTo>
                  <a:lnTo>
                    <a:pt x="2429109" y="2745632"/>
                  </a:lnTo>
                  <a:lnTo>
                    <a:pt x="2429218" y="2745632"/>
                  </a:lnTo>
                  <a:lnTo>
                    <a:pt x="2429218" y="2745009"/>
                  </a:lnTo>
                  <a:lnTo>
                    <a:pt x="2429326" y="2745009"/>
                  </a:lnTo>
                  <a:lnTo>
                    <a:pt x="2429435" y="2745009"/>
                  </a:lnTo>
                  <a:lnTo>
                    <a:pt x="2429543" y="2745009"/>
                  </a:lnTo>
                  <a:lnTo>
                    <a:pt x="2429543" y="2744385"/>
                  </a:lnTo>
                  <a:lnTo>
                    <a:pt x="2429652" y="2744385"/>
                  </a:lnTo>
                  <a:lnTo>
                    <a:pt x="2429760" y="2744385"/>
                  </a:lnTo>
                  <a:lnTo>
                    <a:pt x="2429868" y="2744385"/>
                  </a:lnTo>
                  <a:lnTo>
                    <a:pt x="2429977" y="2744385"/>
                  </a:lnTo>
                  <a:lnTo>
                    <a:pt x="2430085" y="2744385"/>
                  </a:lnTo>
                  <a:lnTo>
                    <a:pt x="2430194" y="2744385"/>
                  </a:lnTo>
                  <a:lnTo>
                    <a:pt x="2430302" y="2744385"/>
                  </a:lnTo>
                  <a:lnTo>
                    <a:pt x="2430411" y="2744385"/>
                  </a:lnTo>
                  <a:lnTo>
                    <a:pt x="2430411" y="2743762"/>
                  </a:lnTo>
                  <a:lnTo>
                    <a:pt x="2430519" y="2743762"/>
                  </a:lnTo>
                  <a:lnTo>
                    <a:pt x="2430628" y="2743762"/>
                  </a:lnTo>
                  <a:lnTo>
                    <a:pt x="2430736" y="2743762"/>
                  </a:lnTo>
                  <a:lnTo>
                    <a:pt x="2430844" y="2743762"/>
                  </a:lnTo>
                  <a:lnTo>
                    <a:pt x="2430953" y="2743762"/>
                  </a:lnTo>
                  <a:lnTo>
                    <a:pt x="2431061" y="2743762"/>
                  </a:lnTo>
                  <a:lnTo>
                    <a:pt x="2431170" y="2743762"/>
                  </a:lnTo>
                  <a:lnTo>
                    <a:pt x="2431278" y="2743762"/>
                  </a:lnTo>
                  <a:lnTo>
                    <a:pt x="2431387" y="2743762"/>
                  </a:lnTo>
                  <a:lnTo>
                    <a:pt x="2431387" y="2743138"/>
                  </a:lnTo>
                  <a:lnTo>
                    <a:pt x="2431495" y="2743138"/>
                  </a:lnTo>
                  <a:lnTo>
                    <a:pt x="2431604" y="2743138"/>
                  </a:lnTo>
                  <a:lnTo>
                    <a:pt x="2431712" y="2743138"/>
                  </a:lnTo>
                  <a:lnTo>
                    <a:pt x="2431821" y="2743138"/>
                  </a:lnTo>
                  <a:lnTo>
                    <a:pt x="2431929" y="2743138"/>
                  </a:lnTo>
                  <a:lnTo>
                    <a:pt x="2432037" y="2743138"/>
                  </a:lnTo>
                  <a:lnTo>
                    <a:pt x="2432146" y="2743138"/>
                  </a:lnTo>
                  <a:lnTo>
                    <a:pt x="2432254" y="2743138"/>
                  </a:lnTo>
                  <a:lnTo>
                    <a:pt x="2432363" y="2743138"/>
                  </a:lnTo>
                  <a:lnTo>
                    <a:pt x="2432471" y="2743138"/>
                  </a:lnTo>
                  <a:lnTo>
                    <a:pt x="2432471" y="2742515"/>
                  </a:lnTo>
                  <a:lnTo>
                    <a:pt x="2432580" y="2742515"/>
                  </a:lnTo>
                  <a:lnTo>
                    <a:pt x="2432688" y="2742515"/>
                  </a:lnTo>
                  <a:lnTo>
                    <a:pt x="2432797" y="2742515"/>
                  </a:lnTo>
                  <a:lnTo>
                    <a:pt x="2432905" y="2742515"/>
                  </a:lnTo>
                  <a:lnTo>
                    <a:pt x="2433013" y="2742515"/>
                  </a:lnTo>
                  <a:lnTo>
                    <a:pt x="2433122" y="2742515"/>
                  </a:lnTo>
                  <a:lnTo>
                    <a:pt x="2433122" y="2741891"/>
                  </a:lnTo>
                  <a:lnTo>
                    <a:pt x="2433230" y="2741891"/>
                  </a:lnTo>
                  <a:lnTo>
                    <a:pt x="2433230" y="2741267"/>
                  </a:lnTo>
                  <a:lnTo>
                    <a:pt x="2433339" y="2741267"/>
                  </a:lnTo>
                  <a:lnTo>
                    <a:pt x="2433339" y="2740644"/>
                  </a:lnTo>
                  <a:lnTo>
                    <a:pt x="2433447" y="2740644"/>
                  </a:lnTo>
                  <a:lnTo>
                    <a:pt x="2433556" y="2740644"/>
                  </a:lnTo>
                  <a:lnTo>
                    <a:pt x="2433664" y="2740644"/>
                  </a:lnTo>
                  <a:lnTo>
                    <a:pt x="2433773" y="2740644"/>
                  </a:lnTo>
                  <a:lnTo>
                    <a:pt x="2433881" y="2740644"/>
                  </a:lnTo>
                  <a:lnTo>
                    <a:pt x="2433989" y="2740644"/>
                  </a:lnTo>
                  <a:lnTo>
                    <a:pt x="2434098" y="2740644"/>
                  </a:lnTo>
                  <a:lnTo>
                    <a:pt x="2434206" y="2740644"/>
                  </a:lnTo>
                  <a:lnTo>
                    <a:pt x="2434315" y="2740644"/>
                  </a:lnTo>
                  <a:lnTo>
                    <a:pt x="2434423" y="2740644"/>
                  </a:lnTo>
                  <a:lnTo>
                    <a:pt x="2434423" y="2740020"/>
                  </a:lnTo>
                  <a:lnTo>
                    <a:pt x="2434423" y="2739397"/>
                  </a:lnTo>
                  <a:lnTo>
                    <a:pt x="2434532" y="2739397"/>
                  </a:lnTo>
                  <a:lnTo>
                    <a:pt x="2434640" y="2739397"/>
                  </a:lnTo>
                  <a:lnTo>
                    <a:pt x="2434640" y="2738773"/>
                  </a:lnTo>
                  <a:lnTo>
                    <a:pt x="2434749" y="2738773"/>
                  </a:lnTo>
                  <a:lnTo>
                    <a:pt x="2434749" y="2738149"/>
                  </a:lnTo>
                  <a:lnTo>
                    <a:pt x="2434857" y="2738149"/>
                  </a:lnTo>
                  <a:lnTo>
                    <a:pt x="2434965" y="2738149"/>
                  </a:lnTo>
                  <a:lnTo>
                    <a:pt x="2435074" y="2738149"/>
                  </a:lnTo>
                  <a:lnTo>
                    <a:pt x="2435182" y="2738149"/>
                  </a:lnTo>
                  <a:lnTo>
                    <a:pt x="2435182" y="2737526"/>
                  </a:lnTo>
                  <a:lnTo>
                    <a:pt x="2435291" y="2737526"/>
                  </a:lnTo>
                  <a:lnTo>
                    <a:pt x="2435399" y="2737526"/>
                  </a:lnTo>
                  <a:lnTo>
                    <a:pt x="2435508" y="2737526"/>
                  </a:lnTo>
                  <a:lnTo>
                    <a:pt x="2435616" y="2737526"/>
                  </a:lnTo>
                  <a:lnTo>
                    <a:pt x="2435725" y="2737526"/>
                  </a:lnTo>
                  <a:lnTo>
                    <a:pt x="2435833" y="2737526"/>
                  </a:lnTo>
                  <a:lnTo>
                    <a:pt x="2435941" y="2737526"/>
                  </a:lnTo>
                  <a:lnTo>
                    <a:pt x="2436050" y="2737526"/>
                  </a:lnTo>
                  <a:lnTo>
                    <a:pt x="2436158" y="2737526"/>
                  </a:lnTo>
                  <a:lnTo>
                    <a:pt x="2436267" y="2737526"/>
                  </a:lnTo>
                  <a:lnTo>
                    <a:pt x="2436375" y="2737526"/>
                  </a:lnTo>
                  <a:lnTo>
                    <a:pt x="2436484" y="2737526"/>
                  </a:lnTo>
                  <a:lnTo>
                    <a:pt x="2436592" y="2737526"/>
                  </a:lnTo>
                  <a:lnTo>
                    <a:pt x="2436701" y="2737526"/>
                  </a:lnTo>
                  <a:lnTo>
                    <a:pt x="2436809" y="2737526"/>
                  </a:lnTo>
                  <a:lnTo>
                    <a:pt x="2436918" y="2737526"/>
                  </a:lnTo>
                  <a:lnTo>
                    <a:pt x="2437026" y="2737526"/>
                  </a:lnTo>
                  <a:lnTo>
                    <a:pt x="2437026" y="2736902"/>
                  </a:lnTo>
                  <a:lnTo>
                    <a:pt x="2437134" y="2736902"/>
                  </a:lnTo>
                  <a:lnTo>
                    <a:pt x="2437243" y="2736902"/>
                  </a:lnTo>
                  <a:lnTo>
                    <a:pt x="2437351" y="2736902"/>
                  </a:lnTo>
                  <a:lnTo>
                    <a:pt x="2437460" y="2736902"/>
                  </a:lnTo>
                  <a:lnTo>
                    <a:pt x="2437460" y="2736279"/>
                  </a:lnTo>
                  <a:lnTo>
                    <a:pt x="2437568" y="2736279"/>
                  </a:lnTo>
                  <a:lnTo>
                    <a:pt x="2437677" y="2736279"/>
                  </a:lnTo>
                  <a:lnTo>
                    <a:pt x="2437785" y="2736279"/>
                  </a:lnTo>
                  <a:lnTo>
                    <a:pt x="2437894" y="2736279"/>
                  </a:lnTo>
                  <a:lnTo>
                    <a:pt x="2438002" y="2736279"/>
                  </a:lnTo>
                  <a:lnTo>
                    <a:pt x="2438110" y="2736279"/>
                  </a:lnTo>
                  <a:lnTo>
                    <a:pt x="2438110" y="2735655"/>
                  </a:lnTo>
                  <a:lnTo>
                    <a:pt x="2438110" y="2735032"/>
                  </a:lnTo>
                  <a:lnTo>
                    <a:pt x="2438219" y="2735032"/>
                  </a:lnTo>
                  <a:lnTo>
                    <a:pt x="2438327" y="2735032"/>
                  </a:lnTo>
                  <a:lnTo>
                    <a:pt x="2438327" y="2734408"/>
                  </a:lnTo>
                  <a:lnTo>
                    <a:pt x="2438436" y="2734408"/>
                  </a:lnTo>
                  <a:lnTo>
                    <a:pt x="2438436" y="2733784"/>
                  </a:lnTo>
                  <a:lnTo>
                    <a:pt x="2438544" y="2733784"/>
                  </a:lnTo>
                  <a:lnTo>
                    <a:pt x="2438653" y="2733784"/>
                  </a:lnTo>
                  <a:lnTo>
                    <a:pt x="2438761" y="2733784"/>
                  </a:lnTo>
                  <a:lnTo>
                    <a:pt x="2438870" y="2733784"/>
                  </a:lnTo>
                  <a:lnTo>
                    <a:pt x="2438978" y="2733784"/>
                  </a:lnTo>
                  <a:lnTo>
                    <a:pt x="2439086" y="2733784"/>
                  </a:lnTo>
                  <a:lnTo>
                    <a:pt x="2439195" y="2733784"/>
                  </a:lnTo>
                  <a:lnTo>
                    <a:pt x="2439303" y="2733784"/>
                  </a:lnTo>
                  <a:lnTo>
                    <a:pt x="2439412" y="2733784"/>
                  </a:lnTo>
                  <a:lnTo>
                    <a:pt x="2439520" y="2733784"/>
                  </a:lnTo>
                  <a:lnTo>
                    <a:pt x="2439629" y="2733784"/>
                  </a:lnTo>
                  <a:lnTo>
                    <a:pt x="2439629" y="2733161"/>
                  </a:lnTo>
                  <a:lnTo>
                    <a:pt x="2439737" y="2733161"/>
                  </a:lnTo>
                  <a:lnTo>
                    <a:pt x="2439846" y="2733161"/>
                  </a:lnTo>
                  <a:lnTo>
                    <a:pt x="2439954" y="2733161"/>
                  </a:lnTo>
                  <a:lnTo>
                    <a:pt x="2440062" y="2733161"/>
                  </a:lnTo>
                  <a:lnTo>
                    <a:pt x="2440171" y="2733161"/>
                  </a:lnTo>
                  <a:lnTo>
                    <a:pt x="2440171" y="2732537"/>
                  </a:lnTo>
                  <a:lnTo>
                    <a:pt x="2440279" y="2732537"/>
                  </a:lnTo>
                  <a:lnTo>
                    <a:pt x="2440388" y="2732537"/>
                  </a:lnTo>
                  <a:lnTo>
                    <a:pt x="2440496" y="2732537"/>
                  </a:lnTo>
                  <a:lnTo>
                    <a:pt x="2440605" y="2732537"/>
                  </a:lnTo>
                  <a:lnTo>
                    <a:pt x="2440713" y="2732537"/>
                  </a:lnTo>
                  <a:lnTo>
                    <a:pt x="2440822" y="2732537"/>
                  </a:lnTo>
                  <a:lnTo>
                    <a:pt x="2440930" y="2732537"/>
                  </a:lnTo>
                  <a:lnTo>
                    <a:pt x="2441039" y="2732537"/>
                  </a:lnTo>
                  <a:lnTo>
                    <a:pt x="2441147" y="2732537"/>
                  </a:lnTo>
                  <a:lnTo>
                    <a:pt x="2441255" y="2732537"/>
                  </a:lnTo>
                  <a:lnTo>
                    <a:pt x="2441364" y="2732537"/>
                  </a:lnTo>
                  <a:lnTo>
                    <a:pt x="2441472" y="2732537"/>
                  </a:lnTo>
                  <a:lnTo>
                    <a:pt x="2441472" y="2731914"/>
                  </a:lnTo>
                  <a:lnTo>
                    <a:pt x="2441581" y="2731914"/>
                  </a:lnTo>
                  <a:lnTo>
                    <a:pt x="2441689" y="2731914"/>
                  </a:lnTo>
                  <a:lnTo>
                    <a:pt x="2441689" y="2731290"/>
                  </a:lnTo>
                  <a:lnTo>
                    <a:pt x="2441689" y="2730666"/>
                  </a:lnTo>
                  <a:lnTo>
                    <a:pt x="2441689" y="2730043"/>
                  </a:lnTo>
                  <a:lnTo>
                    <a:pt x="2441689" y="2729419"/>
                  </a:lnTo>
                  <a:lnTo>
                    <a:pt x="2441689" y="2728796"/>
                  </a:lnTo>
                  <a:lnTo>
                    <a:pt x="2441798" y="2728796"/>
                  </a:lnTo>
                  <a:lnTo>
                    <a:pt x="2441906" y="2728796"/>
                  </a:lnTo>
                  <a:lnTo>
                    <a:pt x="2442015" y="2728796"/>
                  </a:lnTo>
                  <a:lnTo>
                    <a:pt x="2442015" y="2728172"/>
                  </a:lnTo>
                  <a:lnTo>
                    <a:pt x="2442123" y="2728172"/>
                  </a:lnTo>
                  <a:lnTo>
                    <a:pt x="2442123" y="2727549"/>
                  </a:lnTo>
                  <a:lnTo>
                    <a:pt x="2442231" y="2727549"/>
                  </a:lnTo>
                  <a:lnTo>
                    <a:pt x="2442340" y="2727549"/>
                  </a:lnTo>
                  <a:lnTo>
                    <a:pt x="2442448" y="2727549"/>
                  </a:lnTo>
                  <a:lnTo>
                    <a:pt x="2442557" y="2727549"/>
                  </a:lnTo>
                  <a:lnTo>
                    <a:pt x="2442665" y="2727549"/>
                  </a:lnTo>
                  <a:lnTo>
                    <a:pt x="2442774" y="2727549"/>
                  </a:lnTo>
                  <a:lnTo>
                    <a:pt x="2442882" y="2727549"/>
                  </a:lnTo>
                  <a:lnTo>
                    <a:pt x="2442991" y="2727549"/>
                  </a:lnTo>
                  <a:lnTo>
                    <a:pt x="2443099" y="2727549"/>
                  </a:lnTo>
                  <a:lnTo>
                    <a:pt x="2443207" y="2727549"/>
                  </a:lnTo>
                  <a:lnTo>
                    <a:pt x="2443316" y="2727549"/>
                  </a:lnTo>
                  <a:lnTo>
                    <a:pt x="2443424" y="2727549"/>
                  </a:lnTo>
                  <a:lnTo>
                    <a:pt x="2443533" y="2727549"/>
                  </a:lnTo>
                  <a:lnTo>
                    <a:pt x="2443641" y="2727549"/>
                  </a:lnTo>
                  <a:lnTo>
                    <a:pt x="2443750" y="2727549"/>
                  </a:lnTo>
                  <a:lnTo>
                    <a:pt x="2443858" y="2727549"/>
                  </a:lnTo>
                  <a:lnTo>
                    <a:pt x="2443967" y="2727549"/>
                  </a:lnTo>
                  <a:lnTo>
                    <a:pt x="2444075" y="2727549"/>
                  </a:lnTo>
                  <a:lnTo>
                    <a:pt x="2444183" y="2727549"/>
                  </a:lnTo>
                  <a:lnTo>
                    <a:pt x="2444183" y="2726925"/>
                  </a:lnTo>
                  <a:lnTo>
                    <a:pt x="2444292" y="2726925"/>
                  </a:lnTo>
                  <a:lnTo>
                    <a:pt x="2444400" y="2726925"/>
                  </a:lnTo>
                  <a:lnTo>
                    <a:pt x="2444509" y="2726925"/>
                  </a:lnTo>
                  <a:lnTo>
                    <a:pt x="2444617" y="2726925"/>
                  </a:lnTo>
                  <a:lnTo>
                    <a:pt x="2444726" y="2726925"/>
                  </a:lnTo>
                  <a:lnTo>
                    <a:pt x="2444834" y="2726925"/>
                  </a:lnTo>
                  <a:lnTo>
                    <a:pt x="2444943" y="2726925"/>
                  </a:lnTo>
                  <a:lnTo>
                    <a:pt x="2444943" y="2726301"/>
                  </a:lnTo>
                  <a:lnTo>
                    <a:pt x="2445051" y="2726301"/>
                  </a:lnTo>
                  <a:lnTo>
                    <a:pt x="2445160" y="2726301"/>
                  </a:lnTo>
                  <a:lnTo>
                    <a:pt x="2445268" y="2726301"/>
                  </a:lnTo>
                  <a:lnTo>
                    <a:pt x="2445376" y="2726301"/>
                  </a:lnTo>
                  <a:lnTo>
                    <a:pt x="2445485" y="2726301"/>
                  </a:lnTo>
                  <a:lnTo>
                    <a:pt x="2445593" y="2726301"/>
                  </a:lnTo>
                  <a:lnTo>
                    <a:pt x="2445702" y="2726301"/>
                  </a:lnTo>
                  <a:lnTo>
                    <a:pt x="2445810" y="2726301"/>
                  </a:lnTo>
                  <a:lnTo>
                    <a:pt x="2445810" y="2725678"/>
                  </a:lnTo>
                  <a:lnTo>
                    <a:pt x="2445919" y="2725678"/>
                  </a:lnTo>
                  <a:lnTo>
                    <a:pt x="2446027" y="2725678"/>
                  </a:lnTo>
                  <a:lnTo>
                    <a:pt x="2446136" y="2725678"/>
                  </a:lnTo>
                  <a:lnTo>
                    <a:pt x="2446136" y="2725054"/>
                  </a:lnTo>
                  <a:lnTo>
                    <a:pt x="2446136" y="2724431"/>
                  </a:lnTo>
                  <a:lnTo>
                    <a:pt x="2446244" y="2724431"/>
                  </a:lnTo>
                  <a:lnTo>
                    <a:pt x="2446352" y="2724431"/>
                  </a:lnTo>
                  <a:lnTo>
                    <a:pt x="2446461" y="2724431"/>
                  </a:lnTo>
                  <a:lnTo>
                    <a:pt x="2446569" y="2724431"/>
                  </a:lnTo>
                  <a:lnTo>
                    <a:pt x="2446678" y="2724431"/>
                  </a:lnTo>
                  <a:lnTo>
                    <a:pt x="2446678" y="2723807"/>
                  </a:lnTo>
                  <a:lnTo>
                    <a:pt x="2446786" y="2723807"/>
                  </a:lnTo>
                  <a:lnTo>
                    <a:pt x="2446895" y="2723807"/>
                  </a:lnTo>
                  <a:lnTo>
                    <a:pt x="2447003" y="2723807"/>
                  </a:lnTo>
                  <a:lnTo>
                    <a:pt x="2447112" y="2723807"/>
                  </a:lnTo>
                  <a:lnTo>
                    <a:pt x="2447220" y="2723807"/>
                  </a:lnTo>
                  <a:lnTo>
                    <a:pt x="2447328" y="2723807"/>
                  </a:lnTo>
                  <a:lnTo>
                    <a:pt x="2447437" y="2723807"/>
                  </a:lnTo>
                  <a:lnTo>
                    <a:pt x="2447545" y="2723807"/>
                  </a:lnTo>
                  <a:lnTo>
                    <a:pt x="2447654" y="2723807"/>
                  </a:lnTo>
                  <a:lnTo>
                    <a:pt x="2447762" y="2723807"/>
                  </a:lnTo>
                  <a:lnTo>
                    <a:pt x="2447871" y="2723807"/>
                  </a:lnTo>
                  <a:lnTo>
                    <a:pt x="2447871" y="2723183"/>
                  </a:lnTo>
                  <a:lnTo>
                    <a:pt x="2447979" y="2723183"/>
                  </a:lnTo>
                  <a:lnTo>
                    <a:pt x="2448088" y="2723183"/>
                  </a:lnTo>
                  <a:lnTo>
                    <a:pt x="2448196" y="2723183"/>
                  </a:lnTo>
                  <a:lnTo>
                    <a:pt x="2448304" y="2723183"/>
                  </a:lnTo>
                  <a:lnTo>
                    <a:pt x="2448413" y="2723183"/>
                  </a:lnTo>
                  <a:lnTo>
                    <a:pt x="2448521" y="2723183"/>
                  </a:lnTo>
                  <a:lnTo>
                    <a:pt x="2448630" y="2723183"/>
                  </a:lnTo>
                  <a:lnTo>
                    <a:pt x="2448738" y="2723183"/>
                  </a:lnTo>
                  <a:lnTo>
                    <a:pt x="2448847" y="2723183"/>
                  </a:lnTo>
                  <a:lnTo>
                    <a:pt x="2448847" y="2722560"/>
                  </a:lnTo>
                  <a:lnTo>
                    <a:pt x="2448955" y="2722560"/>
                  </a:lnTo>
                  <a:lnTo>
                    <a:pt x="2449064" y="2722560"/>
                  </a:lnTo>
                  <a:lnTo>
                    <a:pt x="2449172" y="2722560"/>
                  </a:lnTo>
                  <a:lnTo>
                    <a:pt x="2449281" y="2722560"/>
                  </a:lnTo>
                  <a:lnTo>
                    <a:pt x="2449389" y="2722560"/>
                  </a:lnTo>
                  <a:lnTo>
                    <a:pt x="2449389" y="2721936"/>
                  </a:lnTo>
                  <a:lnTo>
                    <a:pt x="2449497" y="2721936"/>
                  </a:lnTo>
                  <a:lnTo>
                    <a:pt x="2449606" y="2721936"/>
                  </a:lnTo>
                  <a:lnTo>
                    <a:pt x="2449714" y="2721936"/>
                  </a:lnTo>
                  <a:lnTo>
                    <a:pt x="2449823" y="2721936"/>
                  </a:lnTo>
                  <a:lnTo>
                    <a:pt x="2449931" y="2721936"/>
                  </a:lnTo>
                  <a:lnTo>
                    <a:pt x="2450040" y="2721936"/>
                  </a:lnTo>
                  <a:lnTo>
                    <a:pt x="2450148" y="2721936"/>
                  </a:lnTo>
                  <a:lnTo>
                    <a:pt x="2450257" y="2721936"/>
                  </a:lnTo>
                  <a:lnTo>
                    <a:pt x="2450365" y="2721936"/>
                  </a:lnTo>
                  <a:lnTo>
                    <a:pt x="2450473" y="2721936"/>
                  </a:lnTo>
                  <a:lnTo>
                    <a:pt x="2450582" y="2721936"/>
                  </a:lnTo>
                  <a:lnTo>
                    <a:pt x="2450690" y="2721936"/>
                  </a:lnTo>
                  <a:lnTo>
                    <a:pt x="2450799" y="2721936"/>
                  </a:lnTo>
                  <a:lnTo>
                    <a:pt x="2450907" y="2721936"/>
                  </a:lnTo>
                  <a:lnTo>
                    <a:pt x="2450907" y="2721313"/>
                  </a:lnTo>
                  <a:lnTo>
                    <a:pt x="2451016" y="2721313"/>
                  </a:lnTo>
                  <a:lnTo>
                    <a:pt x="2451016" y="2720689"/>
                  </a:lnTo>
                  <a:lnTo>
                    <a:pt x="2451124" y="2720689"/>
                  </a:lnTo>
                  <a:lnTo>
                    <a:pt x="2451233" y="2720689"/>
                  </a:lnTo>
                  <a:lnTo>
                    <a:pt x="2451341" y="2720689"/>
                  </a:lnTo>
                  <a:lnTo>
                    <a:pt x="2451449" y="2720689"/>
                  </a:lnTo>
                  <a:lnTo>
                    <a:pt x="2451558" y="2720689"/>
                  </a:lnTo>
                  <a:lnTo>
                    <a:pt x="2451666" y="2720689"/>
                  </a:lnTo>
                  <a:lnTo>
                    <a:pt x="2451775" y="2720689"/>
                  </a:lnTo>
                  <a:lnTo>
                    <a:pt x="2451883" y="2720689"/>
                  </a:lnTo>
                  <a:lnTo>
                    <a:pt x="2451992" y="2720689"/>
                  </a:lnTo>
                  <a:lnTo>
                    <a:pt x="2452100" y="2720689"/>
                  </a:lnTo>
                  <a:lnTo>
                    <a:pt x="2452209" y="2720689"/>
                  </a:lnTo>
                  <a:lnTo>
                    <a:pt x="2452209" y="2720066"/>
                  </a:lnTo>
                  <a:lnTo>
                    <a:pt x="2452317" y="2720066"/>
                  </a:lnTo>
                  <a:lnTo>
                    <a:pt x="2452425" y="2720066"/>
                  </a:lnTo>
                  <a:lnTo>
                    <a:pt x="2452534" y="2720066"/>
                  </a:lnTo>
                  <a:lnTo>
                    <a:pt x="2452642" y="2720066"/>
                  </a:lnTo>
                  <a:lnTo>
                    <a:pt x="2452751" y="2720066"/>
                  </a:lnTo>
                  <a:lnTo>
                    <a:pt x="2452859" y="2720066"/>
                  </a:lnTo>
                  <a:lnTo>
                    <a:pt x="2452968" y="2720066"/>
                  </a:lnTo>
                  <a:lnTo>
                    <a:pt x="2453076" y="2720066"/>
                  </a:lnTo>
                  <a:lnTo>
                    <a:pt x="2453185" y="2720066"/>
                  </a:lnTo>
                  <a:lnTo>
                    <a:pt x="2453185" y="2719442"/>
                  </a:lnTo>
                  <a:lnTo>
                    <a:pt x="2453293" y="2719442"/>
                  </a:lnTo>
                  <a:lnTo>
                    <a:pt x="2453402" y="2719442"/>
                  </a:lnTo>
                  <a:lnTo>
                    <a:pt x="2453510" y="2719442"/>
                  </a:lnTo>
                  <a:lnTo>
                    <a:pt x="2453618" y="2719442"/>
                  </a:lnTo>
                  <a:lnTo>
                    <a:pt x="2453727" y="2719442"/>
                  </a:lnTo>
                  <a:lnTo>
                    <a:pt x="2453835" y="2719442"/>
                  </a:lnTo>
                  <a:lnTo>
                    <a:pt x="2453944" y="2719442"/>
                  </a:lnTo>
                  <a:lnTo>
                    <a:pt x="2454052" y="2719442"/>
                  </a:lnTo>
                  <a:lnTo>
                    <a:pt x="2454161" y="2719442"/>
                  </a:lnTo>
                  <a:lnTo>
                    <a:pt x="2454269" y="2719442"/>
                  </a:lnTo>
                  <a:lnTo>
                    <a:pt x="2454378" y="2719442"/>
                  </a:lnTo>
                  <a:lnTo>
                    <a:pt x="2454486" y="2719442"/>
                  </a:lnTo>
                  <a:lnTo>
                    <a:pt x="2454486" y="2718818"/>
                  </a:lnTo>
                  <a:lnTo>
                    <a:pt x="2454594" y="2718818"/>
                  </a:lnTo>
                  <a:lnTo>
                    <a:pt x="2454703" y="2718818"/>
                  </a:lnTo>
                  <a:lnTo>
                    <a:pt x="2454703" y="2718195"/>
                  </a:lnTo>
                  <a:lnTo>
                    <a:pt x="2454811" y="2718195"/>
                  </a:lnTo>
                  <a:lnTo>
                    <a:pt x="2454811" y="2717571"/>
                  </a:lnTo>
                  <a:lnTo>
                    <a:pt x="2454811" y="2716948"/>
                  </a:lnTo>
                  <a:lnTo>
                    <a:pt x="2454811" y="2716324"/>
                  </a:lnTo>
                  <a:lnTo>
                    <a:pt x="2454811" y="2715700"/>
                  </a:lnTo>
                  <a:lnTo>
                    <a:pt x="2454811" y="2715077"/>
                  </a:lnTo>
                  <a:lnTo>
                    <a:pt x="2454920" y="2715077"/>
                  </a:lnTo>
                  <a:lnTo>
                    <a:pt x="2455028" y="2715077"/>
                  </a:lnTo>
                  <a:lnTo>
                    <a:pt x="2455137" y="2715077"/>
                  </a:lnTo>
                  <a:lnTo>
                    <a:pt x="2455137" y="2714453"/>
                  </a:lnTo>
                  <a:lnTo>
                    <a:pt x="2455245" y="2714453"/>
                  </a:lnTo>
                  <a:lnTo>
                    <a:pt x="2455354" y="2714453"/>
                  </a:lnTo>
                  <a:lnTo>
                    <a:pt x="2455462" y="2714453"/>
                  </a:lnTo>
                  <a:lnTo>
                    <a:pt x="2455570" y="2714453"/>
                  </a:lnTo>
                  <a:lnTo>
                    <a:pt x="2455679" y="2714453"/>
                  </a:lnTo>
                  <a:lnTo>
                    <a:pt x="2455787" y="2714453"/>
                  </a:lnTo>
                  <a:lnTo>
                    <a:pt x="2455896" y="2714453"/>
                  </a:lnTo>
                  <a:lnTo>
                    <a:pt x="2456004" y="2714453"/>
                  </a:lnTo>
                  <a:lnTo>
                    <a:pt x="2456113" y="2714453"/>
                  </a:lnTo>
                  <a:lnTo>
                    <a:pt x="2456221" y="2714453"/>
                  </a:lnTo>
                  <a:lnTo>
                    <a:pt x="2456330" y="2714453"/>
                  </a:lnTo>
                  <a:lnTo>
                    <a:pt x="2456438" y="2714453"/>
                  </a:lnTo>
                  <a:lnTo>
                    <a:pt x="2456546" y="2714453"/>
                  </a:lnTo>
                  <a:lnTo>
                    <a:pt x="2456655" y="2714453"/>
                  </a:lnTo>
                  <a:lnTo>
                    <a:pt x="2456763" y="2714453"/>
                  </a:lnTo>
                  <a:lnTo>
                    <a:pt x="2456872" y="2714453"/>
                  </a:lnTo>
                  <a:lnTo>
                    <a:pt x="2456980" y="2714453"/>
                  </a:lnTo>
                  <a:lnTo>
                    <a:pt x="2456980" y="2713830"/>
                  </a:lnTo>
                  <a:lnTo>
                    <a:pt x="2457089" y="2713830"/>
                  </a:lnTo>
                  <a:lnTo>
                    <a:pt x="2457197" y="2713830"/>
                  </a:lnTo>
                  <a:lnTo>
                    <a:pt x="2457306" y="2713830"/>
                  </a:lnTo>
                  <a:lnTo>
                    <a:pt x="2457414" y="2713830"/>
                  </a:lnTo>
                  <a:lnTo>
                    <a:pt x="2457522" y="2713830"/>
                  </a:lnTo>
                  <a:lnTo>
                    <a:pt x="2457522" y="2713206"/>
                  </a:lnTo>
                  <a:lnTo>
                    <a:pt x="2457522" y="2712583"/>
                  </a:lnTo>
                  <a:lnTo>
                    <a:pt x="2457631" y="2712583"/>
                  </a:lnTo>
                  <a:lnTo>
                    <a:pt x="2457631" y="2711959"/>
                  </a:lnTo>
                  <a:lnTo>
                    <a:pt x="2457739" y="2711959"/>
                  </a:lnTo>
                  <a:lnTo>
                    <a:pt x="2457848" y="2711959"/>
                  </a:lnTo>
                  <a:lnTo>
                    <a:pt x="2457848" y="2711335"/>
                  </a:lnTo>
                  <a:lnTo>
                    <a:pt x="2457956" y="2711335"/>
                  </a:lnTo>
                  <a:lnTo>
                    <a:pt x="2458065" y="2711335"/>
                  </a:lnTo>
                  <a:lnTo>
                    <a:pt x="2458173" y="2711335"/>
                  </a:lnTo>
                  <a:lnTo>
                    <a:pt x="2458282" y="2711335"/>
                  </a:lnTo>
                  <a:lnTo>
                    <a:pt x="2458390" y="2711335"/>
                  </a:lnTo>
                  <a:lnTo>
                    <a:pt x="2458499" y="2711335"/>
                  </a:lnTo>
                  <a:lnTo>
                    <a:pt x="2458607" y="2711335"/>
                  </a:lnTo>
                  <a:lnTo>
                    <a:pt x="2458715" y="2711335"/>
                  </a:lnTo>
                  <a:lnTo>
                    <a:pt x="2458824" y="2711335"/>
                  </a:lnTo>
                  <a:lnTo>
                    <a:pt x="2458932" y="2711335"/>
                  </a:lnTo>
                  <a:lnTo>
                    <a:pt x="2459041" y="2711335"/>
                  </a:lnTo>
                  <a:lnTo>
                    <a:pt x="2459149" y="2711335"/>
                  </a:lnTo>
                  <a:lnTo>
                    <a:pt x="2459258" y="2711335"/>
                  </a:lnTo>
                  <a:lnTo>
                    <a:pt x="2459366" y="2711335"/>
                  </a:lnTo>
                  <a:lnTo>
                    <a:pt x="2459475" y="2711335"/>
                  </a:lnTo>
                  <a:lnTo>
                    <a:pt x="2459583" y="2711335"/>
                  </a:lnTo>
                  <a:lnTo>
                    <a:pt x="2459691" y="2711335"/>
                  </a:lnTo>
                  <a:lnTo>
                    <a:pt x="2459691" y="2710712"/>
                  </a:lnTo>
                  <a:lnTo>
                    <a:pt x="2459800" y="2710712"/>
                  </a:lnTo>
                  <a:lnTo>
                    <a:pt x="2459908" y="2710712"/>
                  </a:lnTo>
                  <a:lnTo>
                    <a:pt x="2460017" y="2710712"/>
                  </a:lnTo>
                  <a:lnTo>
                    <a:pt x="2460125" y="2710712"/>
                  </a:lnTo>
                  <a:lnTo>
                    <a:pt x="2460234" y="2710712"/>
                  </a:lnTo>
                  <a:lnTo>
                    <a:pt x="2460234" y="2710088"/>
                  </a:lnTo>
                  <a:lnTo>
                    <a:pt x="2460342" y="2710088"/>
                  </a:lnTo>
                  <a:lnTo>
                    <a:pt x="2460451" y="2710088"/>
                  </a:lnTo>
                  <a:lnTo>
                    <a:pt x="2460559" y="2710088"/>
                  </a:lnTo>
                  <a:lnTo>
                    <a:pt x="2460667" y="2710088"/>
                  </a:lnTo>
                  <a:lnTo>
                    <a:pt x="2460776" y="2710088"/>
                  </a:lnTo>
                  <a:lnTo>
                    <a:pt x="2460884" y="2710088"/>
                  </a:lnTo>
                  <a:lnTo>
                    <a:pt x="2460993" y="2710088"/>
                  </a:lnTo>
                  <a:lnTo>
                    <a:pt x="2461101" y="2710088"/>
                  </a:lnTo>
                  <a:lnTo>
                    <a:pt x="2461210" y="2710088"/>
                  </a:lnTo>
                  <a:lnTo>
                    <a:pt x="2461318" y="2710088"/>
                  </a:lnTo>
                  <a:lnTo>
                    <a:pt x="2461427" y="2710088"/>
                  </a:lnTo>
                  <a:lnTo>
                    <a:pt x="2461535" y="2710088"/>
                  </a:lnTo>
                  <a:lnTo>
                    <a:pt x="2461643" y="2710088"/>
                  </a:lnTo>
                  <a:lnTo>
                    <a:pt x="2461752" y="2710088"/>
                  </a:lnTo>
                  <a:lnTo>
                    <a:pt x="2461860" y="2710088"/>
                  </a:lnTo>
                  <a:lnTo>
                    <a:pt x="2461969" y="2710088"/>
                  </a:lnTo>
                  <a:lnTo>
                    <a:pt x="2462077" y="2710088"/>
                  </a:lnTo>
                  <a:lnTo>
                    <a:pt x="2462077" y="2709465"/>
                  </a:lnTo>
                  <a:lnTo>
                    <a:pt x="2462186" y="2709465"/>
                  </a:lnTo>
                  <a:lnTo>
                    <a:pt x="2462294" y="2709465"/>
                  </a:lnTo>
                  <a:lnTo>
                    <a:pt x="2462403" y="2709465"/>
                  </a:lnTo>
                  <a:lnTo>
                    <a:pt x="2462511" y="2709465"/>
                  </a:lnTo>
                  <a:lnTo>
                    <a:pt x="2462620" y="2709465"/>
                  </a:lnTo>
                  <a:lnTo>
                    <a:pt x="2462620" y="2708841"/>
                  </a:lnTo>
                  <a:lnTo>
                    <a:pt x="2462728" y="2708841"/>
                  </a:lnTo>
                  <a:lnTo>
                    <a:pt x="2462836" y="2708841"/>
                  </a:lnTo>
                  <a:lnTo>
                    <a:pt x="2462945" y="2708841"/>
                  </a:lnTo>
                  <a:lnTo>
                    <a:pt x="2462945" y="2708218"/>
                  </a:lnTo>
                  <a:lnTo>
                    <a:pt x="2462945" y="2707594"/>
                  </a:lnTo>
                  <a:lnTo>
                    <a:pt x="2462945" y="2706970"/>
                  </a:lnTo>
                  <a:lnTo>
                    <a:pt x="2463053" y="2706970"/>
                  </a:lnTo>
                  <a:lnTo>
                    <a:pt x="2463053" y="2706347"/>
                  </a:lnTo>
                  <a:lnTo>
                    <a:pt x="2463162" y="2706347"/>
                  </a:lnTo>
                  <a:lnTo>
                    <a:pt x="2463162" y="2705723"/>
                  </a:lnTo>
                  <a:lnTo>
                    <a:pt x="2463270" y="2705723"/>
                  </a:lnTo>
                  <a:lnTo>
                    <a:pt x="2463379" y="2705723"/>
                  </a:lnTo>
                  <a:lnTo>
                    <a:pt x="2463487" y="2705723"/>
                  </a:lnTo>
                  <a:lnTo>
                    <a:pt x="2463596" y="2705723"/>
                  </a:lnTo>
                  <a:lnTo>
                    <a:pt x="2463704" y="2705723"/>
                  </a:lnTo>
                  <a:lnTo>
                    <a:pt x="2463812" y="2705723"/>
                  </a:lnTo>
                  <a:lnTo>
                    <a:pt x="2463812" y="2705100"/>
                  </a:lnTo>
                  <a:lnTo>
                    <a:pt x="2463921" y="2705100"/>
                  </a:lnTo>
                  <a:lnTo>
                    <a:pt x="2464029" y="2705100"/>
                  </a:lnTo>
                  <a:lnTo>
                    <a:pt x="2464138" y="2705100"/>
                  </a:lnTo>
                  <a:lnTo>
                    <a:pt x="2464246" y="2705100"/>
                  </a:lnTo>
                  <a:lnTo>
                    <a:pt x="2464355" y="2705100"/>
                  </a:lnTo>
                  <a:lnTo>
                    <a:pt x="2464463" y="2705100"/>
                  </a:lnTo>
                  <a:lnTo>
                    <a:pt x="2464463" y="2704476"/>
                  </a:lnTo>
                  <a:lnTo>
                    <a:pt x="2464463" y="2703852"/>
                  </a:lnTo>
                  <a:lnTo>
                    <a:pt x="2464463" y="2703229"/>
                  </a:lnTo>
                  <a:lnTo>
                    <a:pt x="2464572" y="2703229"/>
                  </a:lnTo>
                  <a:lnTo>
                    <a:pt x="2464680" y="2703229"/>
                  </a:lnTo>
                  <a:lnTo>
                    <a:pt x="2464788" y="2703229"/>
                  </a:lnTo>
                  <a:lnTo>
                    <a:pt x="2464897" y="2703229"/>
                  </a:lnTo>
                  <a:lnTo>
                    <a:pt x="2465005" y="2703229"/>
                  </a:lnTo>
                  <a:lnTo>
                    <a:pt x="2465114" y="2703229"/>
                  </a:lnTo>
                  <a:lnTo>
                    <a:pt x="2465114" y="2702605"/>
                  </a:lnTo>
                  <a:lnTo>
                    <a:pt x="2465222" y="2702605"/>
                  </a:lnTo>
                  <a:lnTo>
                    <a:pt x="2465331" y="2702605"/>
                  </a:lnTo>
                  <a:lnTo>
                    <a:pt x="2465439" y="2702605"/>
                  </a:lnTo>
                  <a:lnTo>
                    <a:pt x="2465439" y="2701982"/>
                  </a:lnTo>
                  <a:lnTo>
                    <a:pt x="2465548" y="2701982"/>
                  </a:lnTo>
                  <a:lnTo>
                    <a:pt x="2465656" y="2701982"/>
                  </a:lnTo>
                  <a:lnTo>
                    <a:pt x="2465764" y="2701982"/>
                  </a:lnTo>
                  <a:lnTo>
                    <a:pt x="2465873" y="2701982"/>
                  </a:lnTo>
                  <a:lnTo>
                    <a:pt x="2465981" y="2701982"/>
                  </a:lnTo>
                  <a:lnTo>
                    <a:pt x="2466090" y="2701982"/>
                  </a:lnTo>
                  <a:lnTo>
                    <a:pt x="2466198" y="2701982"/>
                  </a:lnTo>
                  <a:lnTo>
                    <a:pt x="2466307" y="2701982"/>
                  </a:lnTo>
                  <a:lnTo>
                    <a:pt x="2466307" y="2701358"/>
                  </a:lnTo>
                  <a:lnTo>
                    <a:pt x="2466415" y="2701358"/>
                  </a:lnTo>
                  <a:lnTo>
                    <a:pt x="2466524" y="2701358"/>
                  </a:lnTo>
                  <a:lnTo>
                    <a:pt x="2466524" y="2700735"/>
                  </a:lnTo>
                  <a:lnTo>
                    <a:pt x="2466524" y="2700111"/>
                  </a:lnTo>
                  <a:lnTo>
                    <a:pt x="2466632" y="2700111"/>
                  </a:lnTo>
                  <a:lnTo>
                    <a:pt x="2466741" y="2700111"/>
                  </a:lnTo>
                  <a:lnTo>
                    <a:pt x="2466849" y="2700111"/>
                  </a:lnTo>
                  <a:lnTo>
                    <a:pt x="2466957" y="2700111"/>
                  </a:lnTo>
                  <a:lnTo>
                    <a:pt x="2466957" y="2699487"/>
                  </a:lnTo>
                  <a:lnTo>
                    <a:pt x="2467066" y="2699487"/>
                  </a:lnTo>
                  <a:lnTo>
                    <a:pt x="2467174" y="2699487"/>
                  </a:lnTo>
                  <a:lnTo>
                    <a:pt x="2467283" y="2699487"/>
                  </a:lnTo>
                  <a:lnTo>
                    <a:pt x="2467391" y="2699487"/>
                  </a:lnTo>
                  <a:lnTo>
                    <a:pt x="2467391" y="2698864"/>
                  </a:lnTo>
                  <a:lnTo>
                    <a:pt x="2467500" y="2698864"/>
                  </a:lnTo>
                  <a:lnTo>
                    <a:pt x="2467608" y="2698864"/>
                  </a:lnTo>
                  <a:lnTo>
                    <a:pt x="2467608" y="2698240"/>
                  </a:lnTo>
                  <a:lnTo>
                    <a:pt x="2467717" y="2698240"/>
                  </a:lnTo>
                  <a:lnTo>
                    <a:pt x="2467825" y="2698240"/>
                  </a:lnTo>
                  <a:lnTo>
                    <a:pt x="2467825" y="2697617"/>
                  </a:lnTo>
                  <a:lnTo>
                    <a:pt x="2467933" y="2697617"/>
                  </a:lnTo>
                  <a:lnTo>
                    <a:pt x="2467933" y="2696993"/>
                  </a:lnTo>
                  <a:lnTo>
                    <a:pt x="2468042" y="2696993"/>
                  </a:lnTo>
                  <a:lnTo>
                    <a:pt x="2468042" y="2696369"/>
                  </a:lnTo>
                  <a:lnTo>
                    <a:pt x="2468150" y="2696369"/>
                  </a:lnTo>
                  <a:lnTo>
                    <a:pt x="2468259" y="2696369"/>
                  </a:lnTo>
                  <a:lnTo>
                    <a:pt x="2468259" y="2695746"/>
                  </a:lnTo>
                  <a:lnTo>
                    <a:pt x="2468259" y="2695122"/>
                  </a:lnTo>
                  <a:lnTo>
                    <a:pt x="2468259" y="2694499"/>
                  </a:lnTo>
                  <a:lnTo>
                    <a:pt x="2468367" y="2694499"/>
                  </a:lnTo>
                  <a:lnTo>
                    <a:pt x="2468367" y="2693875"/>
                  </a:lnTo>
                  <a:lnTo>
                    <a:pt x="2468476" y="2693875"/>
                  </a:lnTo>
                  <a:lnTo>
                    <a:pt x="2468584" y="2693875"/>
                  </a:lnTo>
                  <a:lnTo>
                    <a:pt x="2468693" y="2693875"/>
                  </a:lnTo>
                  <a:lnTo>
                    <a:pt x="2468801" y="2693875"/>
                  </a:lnTo>
                  <a:lnTo>
                    <a:pt x="2468909" y="2693875"/>
                  </a:lnTo>
                  <a:lnTo>
                    <a:pt x="2469018" y="2693875"/>
                  </a:lnTo>
                  <a:lnTo>
                    <a:pt x="2469126" y="2693875"/>
                  </a:lnTo>
                  <a:lnTo>
                    <a:pt x="2469126" y="2693252"/>
                  </a:lnTo>
                  <a:lnTo>
                    <a:pt x="2469235" y="2693252"/>
                  </a:lnTo>
                  <a:lnTo>
                    <a:pt x="2469343" y="2693252"/>
                  </a:lnTo>
                  <a:lnTo>
                    <a:pt x="2469452" y="2693252"/>
                  </a:lnTo>
                  <a:lnTo>
                    <a:pt x="2469560" y="2693252"/>
                  </a:lnTo>
                  <a:lnTo>
                    <a:pt x="2469669" y="2693252"/>
                  </a:lnTo>
                  <a:lnTo>
                    <a:pt x="2469777" y="2693252"/>
                  </a:lnTo>
                  <a:lnTo>
                    <a:pt x="2469885" y="2693252"/>
                  </a:lnTo>
                  <a:lnTo>
                    <a:pt x="2469994" y="2693252"/>
                  </a:lnTo>
                  <a:lnTo>
                    <a:pt x="2470102" y="2693252"/>
                  </a:lnTo>
                  <a:lnTo>
                    <a:pt x="2470211" y="2693252"/>
                  </a:lnTo>
                  <a:lnTo>
                    <a:pt x="2470319" y="2693252"/>
                  </a:lnTo>
                  <a:lnTo>
                    <a:pt x="2470428" y="2693252"/>
                  </a:lnTo>
                  <a:lnTo>
                    <a:pt x="2470536" y="2693252"/>
                  </a:lnTo>
                  <a:lnTo>
                    <a:pt x="2470645" y="2693252"/>
                  </a:lnTo>
                  <a:lnTo>
                    <a:pt x="2470753" y="2693252"/>
                  </a:lnTo>
                  <a:lnTo>
                    <a:pt x="2470862" y="2693252"/>
                  </a:lnTo>
                  <a:lnTo>
                    <a:pt x="2470970" y="2693252"/>
                  </a:lnTo>
                  <a:lnTo>
                    <a:pt x="2471078" y="2693252"/>
                  </a:lnTo>
                  <a:lnTo>
                    <a:pt x="2471187" y="2693252"/>
                  </a:lnTo>
                  <a:lnTo>
                    <a:pt x="2471295" y="2693252"/>
                  </a:lnTo>
                  <a:lnTo>
                    <a:pt x="2471295" y="2692628"/>
                  </a:lnTo>
                  <a:lnTo>
                    <a:pt x="2471404" y="2692628"/>
                  </a:lnTo>
                  <a:lnTo>
                    <a:pt x="2471512" y="2692628"/>
                  </a:lnTo>
                  <a:lnTo>
                    <a:pt x="2471621" y="2692628"/>
                  </a:lnTo>
                  <a:lnTo>
                    <a:pt x="2471729" y="2692628"/>
                  </a:lnTo>
                  <a:lnTo>
                    <a:pt x="2471838" y="2692628"/>
                  </a:lnTo>
                  <a:lnTo>
                    <a:pt x="2471838" y="2692004"/>
                  </a:lnTo>
                  <a:lnTo>
                    <a:pt x="2471946" y="2692004"/>
                  </a:lnTo>
                  <a:lnTo>
                    <a:pt x="2472054" y="2692004"/>
                  </a:lnTo>
                  <a:lnTo>
                    <a:pt x="2472163" y="2692004"/>
                  </a:lnTo>
                  <a:lnTo>
                    <a:pt x="2472271" y="2692004"/>
                  </a:lnTo>
                  <a:lnTo>
                    <a:pt x="2472380" y="2692004"/>
                  </a:lnTo>
                  <a:lnTo>
                    <a:pt x="2472488" y="2692004"/>
                  </a:lnTo>
                  <a:lnTo>
                    <a:pt x="2472597" y="2692004"/>
                  </a:lnTo>
                  <a:lnTo>
                    <a:pt x="2472705" y="2692004"/>
                  </a:lnTo>
                  <a:lnTo>
                    <a:pt x="2472814" y="2692004"/>
                  </a:lnTo>
                  <a:lnTo>
                    <a:pt x="2472922" y="2692004"/>
                  </a:lnTo>
                  <a:lnTo>
                    <a:pt x="2472922" y="2691381"/>
                  </a:lnTo>
                  <a:lnTo>
                    <a:pt x="2472922" y="2690757"/>
                  </a:lnTo>
                  <a:lnTo>
                    <a:pt x="2473030" y="2690757"/>
                  </a:lnTo>
                  <a:lnTo>
                    <a:pt x="2473139" y="2690757"/>
                  </a:lnTo>
                  <a:lnTo>
                    <a:pt x="2473139" y="2690134"/>
                  </a:lnTo>
                  <a:lnTo>
                    <a:pt x="2473247" y="2690134"/>
                  </a:lnTo>
                  <a:lnTo>
                    <a:pt x="2473356" y="2690134"/>
                  </a:lnTo>
                  <a:lnTo>
                    <a:pt x="2473464" y="2690134"/>
                  </a:lnTo>
                  <a:lnTo>
                    <a:pt x="2473573" y="2690134"/>
                  </a:lnTo>
                  <a:lnTo>
                    <a:pt x="2473681" y="2690134"/>
                  </a:lnTo>
                  <a:lnTo>
                    <a:pt x="2473681" y="2689510"/>
                  </a:lnTo>
                  <a:lnTo>
                    <a:pt x="2473681" y="2688886"/>
                  </a:lnTo>
                  <a:lnTo>
                    <a:pt x="2473790" y="2688886"/>
                  </a:lnTo>
                  <a:lnTo>
                    <a:pt x="2473898" y="2688886"/>
                  </a:lnTo>
                  <a:lnTo>
                    <a:pt x="2474006" y="2688886"/>
                  </a:lnTo>
                  <a:lnTo>
                    <a:pt x="2474006" y="2688263"/>
                  </a:lnTo>
                  <a:lnTo>
                    <a:pt x="2474115" y="2688263"/>
                  </a:lnTo>
                  <a:lnTo>
                    <a:pt x="2474223" y="2688263"/>
                  </a:lnTo>
                  <a:lnTo>
                    <a:pt x="2474332" y="2688263"/>
                  </a:lnTo>
                  <a:lnTo>
                    <a:pt x="2474440" y="2688263"/>
                  </a:lnTo>
                  <a:lnTo>
                    <a:pt x="2474549" y="2688263"/>
                  </a:lnTo>
                  <a:lnTo>
                    <a:pt x="2474657" y="2688263"/>
                  </a:lnTo>
                  <a:lnTo>
                    <a:pt x="2474766" y="2688263"/>
                  </a:lnTo>
                  <a:lnTo>
                    <a:pt x="2474766" y="2687639"/>
                  </a:lnTo>
                  <a:lnTo>
                    <a:pt x="2474874" y="2687639"/>
                  </a:lnTo>
                  <a:lnTo>
                    <a:pt x="2474983" y="2687639"/>
                  </a:lnTo>
                  <a:lnTo>
                    <a:pt x="2474983" y="2687016"/>
                  </a:lnTo>
                  <a:lnTo>
                    <a:pt x="2475091" y="2687016"/>
                  </a:lnTo>
                  <a:lnTo>
                    <a:pt x="2475199" y="2687016"/>
                  </a:lnTo>
                  <a:lnTo>
                    <a:pt x="2475308" y="2687016"/>
                  </a:lnTo>
                  <a:lnTo>
                    <a:pt x="2475416" y="2687016"/>
                  </a:lnTo>
                  <a:lnTo>
                    <a:pt x="2475525" y="2687016"/>
                  </a:lnTo>
                  <a:lnTo>
                    <a:pt x="2475525" y="2686392"/>
                  </a:lnTo>
                  <a:lnTo>
                    <a:pt x="2475633" y="2686392"/>
                  </a:lnTo>
                  <a:lnTo>
                    <a:pt x="2475742" y="2686392"/>
                  </a:lnTo>
                  <a:lnTo>
                    <a:pt x="2475850" y="2686392"/>
                  </a:lnTo>
                  <a:lnTo>
                    <a:pt x="2475850" y="2685769"/>
                  </a:lnTo>
                  <a:lnTo>
                    <a:pt x="2475959" y="2685769"/>
                  </a:lnTo>
                  <a:lnTo>
                    <a:pt x="2476067" y="2685769"/>
                  </a:lnTo>
                  <a:lnTo>
                    <a:pt x="2476175" y="2685769"/>
                  </a:lnTo>
                  <a:lnTo>
                    <a:pt x="2476284" y="2685769"/>
                  </a:lnTo>
                  <a:lnTo>
                    <a:pt x="2476392" y="2685769"/>
                  </a:lnTo>
                  <a:lnTo>
                    <a:pt x="2476501" y="2685769"/>
                  </a:lnTo>
                  <a:lnTo>
                    <a:pt x="2476501" y="2685145"/>
                  </a:lnTo>
                  <a:lnTo>
                    <a:pt x="2476609" y="2685145"/>
                  </a:lnTo>
                  <a:lnTo>
                    <a:pt x="2476718" y="2685145"/>
                  </a:lnTo>
                  <a:lnTo>
                    <a:pt x="2476826" y="2685145"/>
                  </a:lnTo>
                  <a:lnTo>
                    <a:pt x="2476935" y="2685145"/>
                  </a:lnTo>
                  <a:lnTo>
                    <a:pt x="2477043" y="2685145"/>
                  </a:lnTo>
                  <a:lnTo>
                    <a:pt x="2477151" y="2685145"/>
                  </a:lnTo>
                  <a:lnTo>
                    <a:pt x="2477260" y="2685145"/>
                  </a:lnTo>
                  <a:lnTo>
                    <a:pt x="2477368" y="2685145"/>
                  </a:lnTo>
                  <a:lnTo>
                    <a:pt x="2477477" y="2685145"/>
                  </a:lnTo>
                  <a:lnTo>
                    <a:pt x="2477585" y="2685145"/>
                  </a:lnTo>
                  <a:lnTo>
                    <a:pt x="2477694" y="2685145"/>
                  </a:lnTo>
                  <a:lnTo>
                    <a:pt x="2477802" y="2685145"/>
                  </a:lnTo>
                  <a:lnTo>
                    <a:pt x="2477802" y="2684521"/>
                  </a:lnTo>
                  <a:lnTo>
                    <a:pt x="2477911" y="2684521"/>
                  </a:lnTo>
                  <a:lnTo>
                    <a:pt x="2478019" y="2684521"/>
                  </a:lnTo>
                  <a:lnTo>
                    <a:pt x="2478127" y="2684521"/>
                  </a:lnTo>
                  <a:lnTo>
                    <a:pt x="2478236" y="2684521"/>
                  </a:lnTo>
                  <a:lnTo>
                    <a:pt x="2478344" y="2684521"/>
                  </a:lnTo>
                  <a:lnTo>
                    <a:pt x="2478453" y="2684521"/>
                  </a:lnTo>
                  <a:lnTo>
                    <a:pt x="2478561" y="2684521"/>
                  </a:lnTo>
                  <a:lnTo>
                    <a:pt x="2478670" y="2684521"/>
                  </a:lnTo>
                  <a:lnTo>
                    <a:pt x="2478778" y="2684521"/>
                  </a:lnTo>
                  <a:lnTo>
                    <a:pt x="2478778" y="2683898"/>
                  </a:lnTo>
                  <a:lnTo>
                    <a:pt x="2478887" y="2683898"/>
                  </a:lnTo>
                  <a:lnTo>
                    <a:pt x="2478995" y="2683898"/>
                  </a:lnTo>
                  <a:lnTo>
                    <a:pt x="2478995" y="2683274"/>
                  </a:lnTo>
                  <a:lnTo>
                    <a:pt x="2479103" y="2683274"/>
                  </a:lnTo>
                  <a:lnTo>
                    <a:pt x="2479103" y="2682651"/>
                  </a:lnTo>
                  <a:lnTo>
                    <a:pt x="2479212" y="2682651"/>
                  </a:lnTo>
                  <a:lnTo>
                    <a:pt x="2479320" y="2682651"/>
                  </a:lnTo>
                  <a:lnTo>
                    <a:pt x="2479429" y="2682651"/>
                  </a:lnTo>
                  <a:lnTo>
                    <a:pt x="2479429" y="2682027"/>
                  </a:lnTo>
                  <a:lnTo>
                    <a:pt x="2479537" y="2682027"/>
                  </a:lnTo>
                  <a:lnTo>
                    <a:pt x="2479646" y="2682027"/>
                  </a:lnTo>
                  <a:lnTo>
                    <a:pt x="2479754" y="2682027"/>
                  </a:lnTo>
                  <a:lnTo>
                    <a:pt x="2479863" y="2682027"/>
                  </a:lnTo>
                  <a:lnTo>
                    <a:pt x="2479863" y="2681403"/>
                  </a:lnTo>
                  <a:lnTo>
                    <a:pt x="2479971" y="2681403"/>
                  </a:lnTo>
                  <a:lnTo>
                    <a:pt x="2480080" y="2681403"/>
                  </a:lnTo>
                  <a:lnTo>
                    <a:pt x="2480188" y="2681403"/>
                  </a:lnTo>
                  <a:lnTo>
                    <a:pt x="2480188" y="2680780"/>
                  </a:lnTo>
                  <a:lnTo>
                    <a:pt x="2480188" y="2680156"/>
                  </a:lnTo>
                  <a:lnTo>
                    <a:pt x="2480188" y="2679533"/>
                  </a:lnTo>
                  <a:lnTo>
                    <a:pt x="2480296" y="2679533"/>
                  </a:lnTo>
                  <a:lnTo>
                    <a:pt x="2480296" y="2678909"/>
                  </a:lnTo>
                  <a:lnTo>
                    <a:pt x="2480296" y="2678286"/>
                  </a:lnTo>
                  <a:lnTo>
                    <a:pt x="2480405" y="2678286"/>
                  </a:lnTo>
                  <a:lnTo>
                    <a:pt x="2480405" y="2677662"/>
                  </a:lnTo>
                  <a:lnTo>
                    <a:pt x="2480513" y="2677662"/>
                  </a:lnTo>
                  <a:lnTo>
                    <a:pt x="2480622" y="2677662"/>
                  </a:lnTo>
                  <a:lnTo>
                    <a:pt x="2480730" y="2677662"/>
                  </a:lnTo>
                  <a:lnTo>
                    <a:pt x="2480839" y="2677662"/>
                  </a:lnTo>
                  <a:lnTo>
                    <a:pt x="2480947" y="2677662"/>
                  </a:lnTo>
                  <a:lnTo>
                    <a:pt x="2481056" y="2677662"/>
                  </a:lnTo>
                  <a:lnTo>
                    <a:pt x="2481164" y="2677662"/>
                  </a:lnTo>
                  <a:lnTo>
                    <a:pt x="2481272" y="2677662"/>
                  </a:lnTo>
                  <a:lnTo>
                    <a:pt x="2481381" y="2677662"/>
                  </a:lnTo>
                  <a:lnTo>
                    <a:pt x="2481489" y="2677662"/>
                  </a:lnTo>
                  <a:lnTo>
                    <a:pt x="2481598" y="2677662"/>
                  </a:lnTo>
                  <a:lnTo>
                    <a:pt x="2481706" y="2677662"/>
                  </a:lnTo>
                  <a:lnTo>
                    <a:pt x="2481706" y="2677038"/>
                  </a:lnTo>
                  <a:lnTo>
                    <a:pt x="2481815" y="2677038"/>
                  </a:lnTo>
                  <a:lnTo>
                    <a:pt x="2481923" y="2677038"/>
                  </a:lnTo>
                  <a:lnTo>
                    <a:pt x="2481923" y="2676415"/>
                  </a:lnTo>
                  <a:lnTo>
                    <a:pt x="2482032" y="2676415"/>
                  </a:lnTo>
                  <a:lnTo>
                    <a:pt x="2482140" y="2676415"/>
                  </a:lnTo>
                  <a:lnTo>
                    <a:pt x="2482140" y="2675791"/>
                  </a:lnTo>
                  <a:lnTo>
                    <a:pt x="2482248" y="2675791"/>
                  </a:lnTo>
                  <a:lnTo>
                    <a:pt x="2482357" y="2675791"/>
                  </a:lnTo>
                  <a:lnTo>
                    <a:pt x="2482465" y="2675791"/>
                  </a:lnTo>
                  <a:lnTo>
                    <a:pt x="2482574" y="2675791"/>
                  </a:lnTo>
                  <a:lnTo>
                    <a:pt x="2482682" y="2675791"/>
                  </a:lnTo>
                  <a:lnTo>
                    <a:pt x="2482791" y="2675791"/>
                  </a:lnTo>
                  <a:lnTo>
                    <a:pt x="2482899" y="2675791"/>
                  </a:lnTo>
                  <a:lnTo>
                    <a:pt x="2483008" y="2675791"/>
                  </a:lnTo>
                  <a:lnTo>
                    <a:pt x="2483116" y="2675791"/>
                  </a:lnTo>
                  <a:lnTo>
                    <a:pt x="2483224" y="2675791"/>
                  </a:lnTo>
                  <a:lnTo>
                    <a:pt x="2483333" y="2675791"/>
                  </a:lnTo>
                  <a:lnTo>
                    <a:pt x="2483441" y="2675791"/>
                  </a:lnTo>
                  <a:lnTo>
                    <a:pt x="2483441" y="2675168"/>
                  </a:lnTo>
                  <a:lnTo>
                    <a:pt x="2483550" y="2675168"/>
                  </a:lnTo>
                  <a:lnTo>
                    <a:pt x="2483658" y="2675168"/>
                  </a:lnTo>
                  <a:lnTo>
                    <a:pt x="2483658" y="2674544"/>
                  </a:lnTo>
                  <a:lnTo>
                    <a:pt x="2483767" y="2674544"/>
                  </a:lnTo>
                  <a:lnTo>
                    <a:pt x="2483875" y="2674544"/>
                  </a:lnTo>
                  <a:lnTo>
                    <a:pt x="2483984" y="2674544"/>
                  </a:lnTo>
                  <a:lnTo>
                    <a:pt x="2484092" y="2674544"/>
                  </a:lnTo>
                  <a:lnTo>
                    <a:pt x="2484201" y="2674544"/>
                  </a:lnTo>
                  <a:lnTo>
                    <a:pt x="2484309" y="2674544"/>
                  </a:lnTo>
                  <a:lnTo>
                    <a:pt x="2484309" y="2673920"/>
                  </a:lnTo>
                  <a:lnTo>
                    <a:pt x="2484309" y="2673297"/>
                  </a:lnTo>
                  <a:lnTo>
                    <a:pt x="2484417" y="2673297"/>
                  </a:lnTo>
                  <a:lnTo>
                    <a:pt x="2484526" y="2673297"/>
                  </a:lnTo>
                  <a:lnTo>
                    <a:pt x="2484634" y="2673297"/>
                  </a:lnTo>
                  <a:lnTo>
                    <a:pt x="2484634" y="2672673"/>
                  </a:lnTo>
                  <a:lnTo>
                    <a:pt x="2484743" y="2672673"/>
                  </a:lnTo>
                  <a:lnTo>
                    <a:pt x="2484851" y="2672673"/>
                  </a:lnTo>
                  <a:lnTo>
                    <a:pt x="2484960" y="2672673"/>
                  </a:lnTo>
                  <a:lnTo>
                    <a:pt x="2485068" y="2672673"/>
                  </a:lnTo>
                  <a:lnTo>
                    <a:pt x="2485068" y="2672050"/>
                  </a:lnTo>
                  <a:lnTo>
                    <a:pt x="2485177" y="2672050"/>
                  </a:lnTo>
                  <a:lnTo>
                    <a:pt x="2485285" y="2672050"/>
                  </a:lnTo>
                  <a:lnTo>
                    <a:pt x="2485393" y="2672050"/>
                  </a:lnTo>
                  <a:lnTo>
                    <a:pt x="2485502" y="2672050"/>
                  </a:lnTo>
                  <a:lnTo>
                    <a:pt x="2485610" y="2672050"/>
                  </a:lnTo>
                  <a:lnTo>
                    <a:pt x="2485719" y="2672050"/>
                  </a:lnTo>
                  <a:lnTo>
                    <a:pt x="2485827" y="2672050"/>
                  </a:lnTo>
                  <a:lnTo>
                    <a:pt x="2485936" y="2672050"/>
                  </a:lnTo>
                  <a:lnTo>
                    <a:pt x="2486044" y="2672050"/>
                  </a:lnTo>
                  <a:lnTo>
                    <a:pt x="2486153" y="2672050"/>
                  </a:lnTo>
                  <a:lnTo>
                    <a:pt x="2486261" y="2672050"/>
                  </a:lnTo>
                  <a:lnTo>
                    <a:pt x="2486369" y="2672050"/>
                  </a:lnTo>
                  <a:lnTo>
                    <a:pt x="2486478" y="2672050"/>
                  </a:lnTo>
                  <a:lnTo>
                    <a:pt x="2486586" y="2672050"/>
                  </a:lnTo>
                  <a:lnTo>
                    <a:pt x="2486695" y="2672050"/>
                  </a:lnTo>
                  <a:lnTo>
                    <a:pt x="2486803" y="2672050"/>
                  </a:lnTo>
                  <a:lnTo>
                    <a:pt x="2486912" y="2672050"/>
                  </a:lnTo>
                  <a:lnTo>
                    <a:pt x="2487020" y="2672050"/>
                  </a:lnTo>
                  <a:lnTo>
                    <a:pt x="2487129" y="2672050"/>
                  </a:lnTo>
                  <a:lnTo>
                    <a:pt x="2487129" y="2671426"/>
                  </a:lnTo>
                  <a:lnTo>
                    <a:pt x="2487129" y="2670803"/>
                  </a:lnTo>
                  <a:lnTo>
                    <a:pt x="2487129" y="2670179"/>
                  </a:lnTo>
                  <a:lnTo>
                    <a:pt x="2487237" y="2670179"/>
                  </a:lnTo>
                  <a:lnTo>
                    <a:pt x="2487345" y="2670179"/>
                  </a:lnTo>
                  <a:lnTo>
                    <a:pt x="2487454" y="2670179"/>
                  </a:lnTo>
                  <a:lnTo>
                    <a:pt x="2487562" y="2670179"/>
                  </a:lnTo>
                  <a:lnTo>
                    <a:pt x="2487671" y="2670179"/>
                  </a:lnTo>
                  <a:lnTo>
                    <a:pt x="2487779" y="2670179"/>
                  </a:lnTo>
                  <a:lnTo>
                    <a:pt x="2487888" y="2670179"/>
                  </a:lnTo>
                  <a:lnTo>
                    <a:pt x="2487996" y="2670179"/>
                  </a:lnTo>
                  <a:lnTo>
                    <a:pt x="2488105" y="2670179"/>
                  </a:lnTo>
                  <a:lnTo>
                    <a:pt x="2488213" y="2670179"/>
                  </a:lnTo>
                  <a:lnTo>
                    <a:pt x="2488322" y="2670179"/>
                  </a:lnTo>
                  <a:lnTo>
                    <a:pt x="2488322" y="2669555"/>
                  </a:lnTo>
                  <a:lnTo>
                    <a:pt x="2488430" y="2669555"/>
                  </a:lnTo>
                  <a:lnTo>
                    <a:pt x="2488538" y="2669555"/>
                  </a:lnTo>
                  <a:lnTo>
                    <a:pt x="2488647" y="2669555"/>
                  </a:lnTo>
                  <a:lnTo>
                    <a:pt x="2488755" y="2669555"/>
                  </a:lnTo>
                  <a:lnTo>
                    <a:pt x="2488864" y="2669555"/>
                  </a:lnTo>
                  <a:lnTo>
                    <a:pt x="2488972" y="2669555"/>
                  </a:lnTo>
                  <a:lnTo>
                    <a:pt x="2488972" y="2668932"/>
                  </a:lnTo>
                  <a:lnTo>
                    <a:pt x="2489081" y="2668932"/>
                  </a:lnTo>
                  <a:lnTo>
                    <a:pt x="2489189" y="2668932"/>
                  </a:lnTo>
                  <a:lnTo>
                    <a:pt x="2489298" y="2668932"/>
                  </a:lnTo>
                  <a:lnTo>
                    <a:pt x="2489298" y="2668308"/>
                  </a:lnTo>
                  <a:lnTo>
                    <a:pt x="2489298" y="2667685"/>
                  </a:lnTo>
                  <a:lnTo>
                    <a:pt x="2489406" y="2667685"/>
                  </a:lnTo>
                  <a:lnTo>
                    <a:pt x="2489406" y="2667061"/>
                  </a:lnTo>
                  <a:lnTo>
                    <a:pt x="2489514" y="2667061"/>
                  </a:lnTo>
                  <a:lnTo>
                    <a:pt x="2489623" y="2667061"/>
                  </a:lnTo>
                  <a:lnTo>
                    <a:pt x="2489731" y="2667061"/>
                  </a:lnTo>
                  <a:lnTo>
                    <a:pt x="2489840" y="2667061"/>
                  </a:lnTo>
                  <a:lnTo>
                    <a:pt x="2489948" y="2667061"/>
                  </a:lnTo>
                  <a:lnTo>
                    <a:pt x="2490057" y="2667061"/>
                  </a:lnTo>
                  <a:lnTo>
                    <a:pt x="2490165" y="2667061"/>
                  </a:lnTo>
                  <a:lnTo>
                    <a:pt x="2490274" y="2667061"/>
                  </a:lnTo>
                  <a:lnTo>
                    <a:pt x="2490274" y="2666437"/>
                  </a:lnTo>
                  <a:lnTo>
                    <a:pt x="2490382" y="2666437"/>
                  </a:lnTo>
                  <a:lnTo>
                    <a:pt x="2490490" y="2666437"/>
                  </a:lnTo>
                  <a:lnTo>
                    <a:pt x="2490599" y="2666437"/>
                  </a:lnTo>
                  <a:lnTo>
                    <a:pt x="2490707" y="2666437"/>
                  </a:lnTo>
                  <a:lnTo>
                    <a:pt x="2490816" y="2666437"/>
                  </a:lnTo>
                  <a:lnTo>
                    <a:pt x="2490924" y="2666437"/>
                  </a:lnTo>
                  <a:lnTo>
                    <a:pt x="2491033" y="2666437"/>
                  </a:lnTo>
                  <a:lnTo>
                    <a:pt x="2491141" y="2666437"/>
                  </a:lnTo>
                  <a:lnTo>
                    <a:pt x="2491250" y="2666437"/>
                  </a:lnTo>
                  <a:lnTo>
                    <a:pt x="2491358" y="2666437"/>
                  </a:lnTo>
                  <a:lnTo>
                    <a:pt x="2491466" y="2666437"/>
                  </a:lnTo>
                  <a:lnTo>
                    <a:pt x="2491575" y="2666437"/>
                  </a:lnTo>
                  <a:lnTo>
                    <a:pt x="2491683" y="2666437"/>
                  </a:lnTo>
                  <a:lnTo>
                    <a:pt x="2491792" y="2666437"/>
                  </a:lnTo>
                  <a:lnTo>
                    <a:pt x="2491900" y="2666437"/>
                  </a:lnTo>
                  <a:lnTo>
                    <a:pt x="2492009" y="2666437"/>
                  </a:lnTo>
                  <a:lnTo>
                    <a:pt x="2492009" y="2665814"/>
                  </a:lnTo>
                  <a:lnTo>
                    <a:pt x="2492117" y="2665814"/>
                  </a:lnTo>
                  <a:lnTo>
                    <a:pt x="2492226" y="2665814"/>
                  </a:lnTo>
                  <a:lnTo>
                    <a:pt x="2492334" y="2665814"/>
                  </a:lnTo>
                  <a:lnTo>
                    <a:pt x="2492443" y="2665814"/>
                  </a:lnTo>
                  <a:lnTo>
                    <a:pt x="2492551" y="2665814"/>
                  </a:lnTo>
                  <a:lnTo>
                    <a:pt x="2492659" y="2665814"/>
                  </a:lnTo>
                  <a:lnTo>
                    <a:pt x="2492768" y="2665814"/>
                  </a:lnTo>
                  <a:lnTo>
                    <a:pt x="2492876" y="2665814"/>
                  </a:lnTo>
                  <a:lnTo>
                    <a:pt x="2492985" y="2665814"/>
                  </a:lnTo>
                  <a:lnTo>
                    <a:pt x="2493093" y="2665814"/>
                  </a:lnTo>
                  <a:lnTo>
                    <a:pt x="2493202" y="2665814"/>
                  </a:lnTo>
                  <a:lnTo>
                    <a:pt x="2493202" y="2665190"/>
                  </a:lnTo>
                  <a:lnTo>
                    <a:pt x="2493310" y="2665190"/>
                  </a:lnTo>
                  <a:lnTo>
                    <a:pt x="2493310" y="2664567"/>
                  </a:lnTo>
                  <a:lnTo>
                    <a:pt x="2493419" y="2664567"/>
                  </a:lnTo>
                  <a:lnTo>
                    <a:pt x="2493527" y="2664567"/>
                  </a:lnTo>
                  <a:lnTo>
                    <a:pt x="2493635" y="2664567"/>
                  </a:lnTo>
                  <a:lnTo>
                    <a:pt x="2493744" y="2664567"/>
                  </a:lnTo>
                  <a:lnTo>
                    <a:pt x="2493744" y="2663943"/>
                  </a:lnTo>
                  <a:lnTo>
                    <a:pt x="2493852" y="2663943"/>
                  </a:lnTo>
                  <a:lnTo>
                    <a:pt x="2493961" y="2663943"/>
                  </a:lnTo>
                  <a:lnTo>
                    <a:pt x="2494069" y="2663943"/>
                  </a:lnTo>
                  <a:lnTo>
                    <a:pt x="2494178" y="2663943"/>
                  </a:lnTo>
                  <a:lnTo>
                    <a:pt x="2494286" y="2663943"/>
                  </a:lnTo>
                  <a:lnTo>
                    <a:pt x="2494395" y="2663943"/>
                  </a:lnTo>
                  <a:lnTo>
                    <a:pt x="2494503" y="2663943"/>
                  </a:lnTo>
                  <a:lnTo>
                    <a:pt x="2494611" y="2663943"/>
                  </a:lnTo>
                  <a:lnTo>
                    <a:pt x="2494720" y="2663943"/>
                  </a:lnTo>
                  <a:lnTo>
                    <a:pt x="2494828" y="2663943"/>
                  </a:lnTo>
                  <a:lnTo>
                    <a:pt x="2494937" y="2663943"/>
                  </a:lnTo>
                  <a:lnTo>
                    <a:pt x="2495045" y="2663943"/>
                  </a:lnTo>
                  <a:lnTo>
                    <a:pt x="2495154" y="2663943"/>
                  </a:lnTo>
                  <a:lnTo>
                    <a:pt x="2495262" y="2663943"/>
                  </a:lnTo>
                  <a:lnTo>
                    <a:pt x="2495262" y="2663320"/>
                  </a:lnTo>
                  <a:lnTo>
                    <a:pt x="2495371" y="2663320"/>
                  </a:lnTo>
                  <a:lnTo>
                    <a:pt x="2495479" y="2663320"/>
                  </a:lnTo>
                  <a:lnTo>
                    <a:pt x="2495587" y="2663320"/>
                  </a:lnTo>
                  <a:lnTo>
                    <a:pt x="2495696" y="2663320"/>
                  </a:lnTo>
                  <a:lnTo>
                    <a:pt x="2495696" y="2662696"/>
                  </a:lnTo>
                  <a:lnTo>
                    <a:pt x="2495804" y="2662696"/>
                  </a:lnTo>
                  <a:lnTo>
                    <a:pt x="2495913" y="2662696"/>
                  </a:lnTo>
                  <a:lnTo>
                    <a:pt x="2496021" y="2662696"/>
                  </a:lnTo>
                  <a:lnTo>
                    <a:pt x="2496021" y="2662072"/>
                  </a:lnTo>
                  <a:lnTo>
                    <a:pt x="2496021" y="2661449"/>
                  </a:lnTo>
                  <a:lnTo>
                    <a:pt x="2496130" y="2661449"/>
                  </a:lnTo>
                  <a:lnTo>
                    <a:pt x="2496238" y="2661449"/>
                  </a:lnTo>
                  <a:lnTo>
                    <a:pt x="2496347" y="2661449"/>
                  </a:lnTo>
                  <a:lnTo>
                    <a:pt x="2496455" y="2661449"/>
                  </a:lnTo>
                  <a:lnTo>
                    <a:pt x="2496564" y="2661449"/>
                  </a:lnTo>
                  <a:lnTo>
                    <a:pt x="2496672" y="2661449"/>
                  </a:lnTo>
                  <a:lnTo>
                    <a:pt x="2496780" y="2661449"/>
                  </a:lnTo>
                  <a:lnTo>
                    <a:pt x="2496889" y="2661449"/>
                  </a:lnTo>
                  <a:lnTo>
                    <a:pt x="2496889" y="2660825"/>
                  </a:lnTo>
                  <a:lnTo>
                    <a:pt x="2496997" y="2660825"/>
                  </a:lnTo>
                  <a:lnTo>
                    <a:pt x="2497106" y="2660825"/>
                  </a:lnTo>
                  <a:lnTo>
                    <a:pt x="2497214" y="2660825"/>
                  </a:lnTo>
                  <a:lnTo>
                    <a:pt x="2497323" y="2660825"/>
                  </a:lnTo>
                  <a:lnTo>
                    <a:pt x="2497431" y="2660825"/>
                  </a:lnTo>
                  <a:lnTo>
                    <a:pt x="2497540" y="2660825"/>
                  </a:lnTo>
                  <a:lnTo>
                    <a:pt x="2497648" y="2660825"/>
                  </a:lnTo>
                  <a:lnTo>
                    <a:pt x="2497648" y="2660202"/>
                  </a:lnTo>
                  <a:lnTo>
                    <a:pt x="2497756" y="2660202"/>
                  </a:lnTo>
                  <a:lnTo>
                    <a:pt x="2497865" y="2660202"/>
                  </a:lnTo>
                  <a:lnTo>
                    <a:pt x="2497973" y="2660202"/>
                  </a:lnTo>
                  <a:lnTo>
                    <a:pt x="2498082" y="2660202"/>
                  </a:lnTo>
                  <a:lnTo>
                    <a:pt x="2498190" y="2660202"/>
                  </a:lnTo>
                  <a:lnTo>
                    <a:pt x="2498299" y="2660202"/>
                  </a:lnTo>
                  <a:lnTo>
                    <a:pt x="2498407" y="2660202"/>
                  </a:lnTo>
                  <a:lnTo>
                    <a:pt x="2498407" y="2659578"/>
                  </a:lnTo>
                  <a:lnTo>
                    <a:pt x="2498516" y="2659578"/>
                  </a:lnTo>
                  <a:lnTo>
                    <a:pt x="2498624" y="2659578"/>
                  </a:lnTo>
                  <a:lnTo>
                    <a:pt x="2498732" y="2659578"/>
                  </a:lnTo>
                  <a:lnTo>
                    <a:pt x="2498841" y="2659578"/>
                  </a:lnTo>
                  <a:lnTo>
                    <a:pt x="2498841" y="2658955"/>
                  </a:lnTo>
                  <a:lnTo>
                    <a:pt x="2498949" y="2658955"/>
                  </a:lnTo>
                  <a:lnTo>
                    <a:pt x="2499058" y="2658955"/>
                  </a:lnTo>
                  <a:lnTo>
                    <a:pt x="2499166" y="2658955"/>
                  </a:lnTo>
                  <a:lnTo>
                    <a:pt x="2499275" y="2658955"/>
                  </a:lnTo>
                  <a:lnTo>
                    <a:pt x="2499383" y="2658955"/>
                  </a:lnTo>
                  <a:lnTo>
                    <a:pt x="2499492" y="2658955"/>
                  </a:lnTo>
                  <a:lnTo>
                    <a:pt x="2499600" y="2658955"/>
                  </a:lnTo>
                  <a:lnTo>
                    <a:pt x="2499600" y="2658331"/>
                  </a:lnTo>
                  <a:lnTo>
                    <a:pt x="2499600" y="2657707"/>
                  </a:lnTo>
                  <a:lnTo>
                    <a:pt x="2499708" y="2657707"/>
                  </a:lnTo>
                  <a:lnTo>
                    <a:pt x="2499817" y="2657707"/>
                  </a:lnTo>
                  <a:lnTo>
                    <a:pt x="2499925" y="2657707"/>
                  </a:lnTo>
                  <a:lnTo>
                    <a:pt x="2499925" y="2657084"/>
                  </a:lnTo>
                  <a:lnTo>
                    <a:pt x="2500034" y="2657084"/>
                  </a:lnTo>
                  <a:lnTo>
                    <a:pt x="2500034" y="2656460"/>
                  </a:lnTo>
                  <a:lnTo>
                    <a:pt x="2500142" y="2656460"/>
                  </a:lnTo>
                  <a:lnTo>
                    <a:pt x="2500142" y="2655837"/>
                  </a:lnTo>
                  <a:lnTo>
                    <a:pt x="2500142" y="2655213"/>
                  </a:lnTo>
                  <a:lnTo>
                    <a:pt x="2500251" y="2655213"/>
                  </a:lnTo>
                  <a:lnTo>
                    <a:pt x="2500359" y="2655213"/>
                  </a:lnTo>
                  <a:lnTo>
                    <a:pt x="2500468" y="2655213"/>
                  </a:lnTo>
                  <a:lnTo>
                    <a:pt x="2500576" y="2655213"/>
                  </a:lnTo>
                  <a:lnTo>
                    <a:pt x="2500685" y="2655213"/>
                  </a:lnTo>
                  <a:lnTo>
                    <a:pt x="2500793" y="2655213"/>
                  </a:lnTo>
                  <a:lnTo>
                    <a:pt x="2500901" y="2655213"/>
                  </a:lnTo>
                  <a:lnTo>
                    <a:pt x="2501010" y="2655213"/>
                  </a:lnTo>
                  <a:lnTo>
                    <a:pt x="2501118" y="2655213"/>
                  </a:lnTo>
                  <a:lnTo>
                    <a:pt x="2501227" y="2655213"/>
                  </a:lnTo>
                  <a:lnTo>
                    <a:pt x="2501335" y="2655213"/>
                  </a:lnTo>
                  <a:lnTo>
                    <a:pt x="2501444" y="2655213"/>
                  </a:lnTo>
                  <a:lnTo>
                    <a:pt x="2501552" y="2655213"/>
                  </a:lnTo>
                  <a:lnTo>
                    <a:pt x="2501661" y="2655213"/>
                  </a:lnTo>
                  <a:lnTo>
                    <a:pt x="2501769" y="2655213"/>
                  </a:lnTo>
                  <a:lnTo>
                    <a:pt x="2501877" y="2655213"/>
                  </a:lnTo>
                  <a:lnTo>
                    <a:pt x="2501986" y="2655213"/>
                  </a:lnTo>
                  <a:lnTo>
                    <a:pt x="2501986" y="2654589"/>
                  </a:lnTo>
                  <a:lnTo>
                    <a:pt x="2502094" y="2654589"/>
                  </a:lnTo>
                  <a:lnTo>
                    <a:pt x="2502203" y="2654589"/>
                  </a:lnTo>
                  <a:lnTo>
                    <a:pt x="2502311" y="2654589"/>
                  </a:lnTo>
                  <a:lnTo>
                    <a:pt x="2502311" y="2653966"/>
                  </a:lnTo>
                  <a:lnTo>
                    <a:pt x="2502420" y="2653966"/>
                  </a:lnTo>
                  <a:lnTo>
                    <a:pt x="2502528" y="2653966"/>
                  </a:lnTo>
                  <a:lnTo>
                    <a:pt x="2502637" y="2653966"/>
                  </a:lnTo>
                  <a:lnTo>
                    <a:pt x="2502745" y="2653966"/>
                  </a:lnTo>
                  <a:lnTo>
                    <a:pt x="2502853" y="2653966"/>
                  </a:lnTo>
                  <a:lnTo>
                    <a:pt x="2502962" y="2653966"/>
                  </a:lnTo>
                  <a:lnTo>
                    <a:pt x="2503070" y="2653966"/>
                  </a:lnTo>
                  <a:lnTo>
                    <a:pt x="2503179" y="2653966"/>
                  </a:lnTo>
                  <a:lnTo>
                    <a:pt x="2503287" y="2653966"/>
                  </a:lnTo>
                  <a:lnTo>
                    <a:pt x="2503396" y="2653966"/>
                  </a:lnTo>
                  <a:lnTo>
                    <a:pt x="2503504" y="2653966"/>
                  </a:lnTo>
                  <a:lnTo>
                    <a:pt x="2503613" y="2653966"/>
                  </a:lnTo>
                  <a:lnTo>
                    <a:pt x="2503721" y="2653966"/>
                  </a:lnTo>
                  <a:lnTo>
                    <a:pt x="2503721" y="2653342"/>
                  </a:lnTo>
                  <a:lnTo>
                    <a:pt x="2503721" y="2652719"/>
                  </a:lnTo>
                  <a:lnTo>
                    <a:pt x="2503829" y="2652719"/>
                  </a:lnTo>
                  <a:lnTo>
                    <a:pt x="2503938" y="2652719"/>
                  </a:lnTo>
                  <a:lnTo>
                    <a:pt x="2504046" y="2652719"/>
                  </a:lnTo>
                  <a:lnTo>
                    <a:pt x="2504155" y="2652719"/>
                  </a:lnTo>
                  <a:lnTo>
                    <a:pt x="2504155" y="2652095"/>
                  </a:lnTo>
                  <a:lnTo>
                    <a:pt x="2504263" y="2652095"/>
                  </a:lnTo>
                  <a:lnTo>
                    <a:pt x="2504372" y="2652095"/>
                  </a:lnTo>
                  <a:lnTo>
                    <a:pt x="2504480" y="2652095"/>
                  </a:lnTo>
                  <a:lnTo>
                    <a:pt x="2504589" y="2652095"/>
                  </a:lnTo>
                  <a:lnTo>
                    <a:pt x="2504697" y="2652095"/>
                  </a:lnTo>
                  <a:lnTo>
                    <a:pt x="2504805" y="2652095"/>
                  </a:lnTo>
                  <a:lnTo>
                    <a:pt x="2504914" y="2652095"/>
                  </a:lnTo>
                  <a:lnTo>
                    <a:pt x="2505022" y="2652095"/>
                  </a:lnTo>
                  <a:lnTo>
                    <a:pt x="2505131" y="2652095"/>
                  </a:lnTo>
                  <a:lnTo>
                    <a:pt x="2505239" y="2652095"/>
                  </a:lnTo>
                  <a:lnTo>
                    <a:pt x="2505239" y="2651472"/>
                  </a:lnTo>
                  <a:lnTo>
                    <a:pt x="2505348" y="2651472"/>
                  </a:lnTo>
                  <a:lnTo>
                    <a:pt x="2505456" y="2651472"/>
                  </a:lnTo>
                  <a:lnTo>
                    <a:pt x="2505565" y="2651472"/>
                  </a:lnTo>
                  <a:lnTo>
                    <a:pt x="2505673" y="2651472"/>
                  </a:lnTo>
                  <a:lnTo>
                    <a:pt x="2505782" y="2651472"/>
                  </a:lnTo>
                  <a:lnTo>
                    <a:pt x="2505890" y="2651472"/>
                  </a:lnTo>
                  <a:lnTo>
                    <a:pt x="2505890" y="2650848"/>
                  </a:lnTo>
                  <a:lnTo>
                    <a:pt x="2505998" y="2650848"/>
                  </a:lnTo>
                  <a:lnTo>
                    <a:pt x="2506107" y="2650848"/>
                  </a:lnTo>
                  <a:lnTo>
                    <a:pt x="2506215" y="2650848"/>
                  </a:lnTo>
                  <a:lnTo>
                    <a:pt x="2506324" y="2650848"/>
                  </a:lnTo>
                  <a:lnTo>
                    <a:pt x="2506432" y="2650848"/>
                  </a:lnTo>
                  <a:lnTo>
                    <a:pt x="2506541" y="2650848"/>
                  </a:lnTo>
                  <a:lnTo>
                    <a:pt x="2506649" y="2650848"/>
                  </a:lnTo>
                  <a:lnTo>
                    <a:pt x="2506758" y="2650848"/>
                  </a:lnTo>
                  <a:lnTo>
                    <a:pt x="2506866" y="2650848"/>
                  </a:lnTo>
                  <a:lnTo>
                    <a:pt x="2506974" y="2650848"/>
                  </a:lnTo>
                  <a:lnTo>
                    <a:pt x="2507083" y="2650848"/>
                  </a:lnTo>
                  <a:lnTo>
                    <a:pt x="2507191" y="2650848"/>
                  </a:lnTo>
                  <a:lnTo>
                    <a:pt x="2507191" y="2650224"/>
                  </a:lnTo>
                  <a:lnTo>
                    <a:pt x="2507300" y="2650224"/>
                  </a:lnTo>
                  <a:lnTo>
                    <a:pt x="2507408" y="2650224"/>
                  </a:lnTo>
                  <a:lnTo>
                    <a:pt x="2507517" y="2650224"/>
                  </a:lnTo>
                  <a:lnTo>
                    <a:pt x="2507625" y="2650224"/>
                  </a:lnTo>
                  <a:lnTo>
                    <a:pt x="2507734" y="2650224"/>
                  </a:lnTo>
                  <a:lnTo>
                    <a:pt x="2507734" y="2649601"/>
                  </a:lnTo>
                  <a:lnTo>
                    <a:pt x="2507842" y="2649601"/>
                  </a:lnTo>
                  <a:lnTo>
                    <a:pt x="2507950" y="2649601"/>
                  </a:lnTo>
                  <a:lnTo>
                    <a:pt x="2508059" y="2649601"/>
                  </a:lnTo>
                  <a:lnTo>
                    <a:pt x="2508167" y="2649601"/>
                  </a:lnTo>
                  <a:lnTo>
                    <a:pt x="2508276" y="2649601"/>
                  </a:lnTo>
                  <a:lnTo>
                    <a:pt x="2508384" y="2649601"/>
                  </a:lnTo>
                  <a:lnTo>
                    <a:pt x="2508493" y="2649601"/>
                  </a:lnTo>
                  <a:lnTo>
                    <a:pt x="2508601" y="2649601"/>
                  </a:lnTo>
                  <a:lnTo>
                    <a:pt x="2508601" y="2648977"/>
                  </a:lnTo>
                  <a:lnTo>
                    <a:pt x="2508710" y="2648977"/>
                  </a:lnTo>
                  <a:lnTo>
                    <a:pt x="2508818" y="2648977"/>
                  </a:lnTo>
                  <a:lnTo>
                    <a:pt x="2508926" y="2648977"/>
                  </a:lnTo>
                  <a:lnTo>
                    <a:pt x="2509035" y="2648977"/>
                  </a:lnTo>
                  <a:lnTo>
                    <a:pt x="2509143" y="2648977"/>
                  </a:lnTo>
                  <a:lnTo>
                    <a:pt x="2509252" y="2648977"/>
                  </a:lnTo>
                  <a:lnTo>
                    <a:pt x="2509360" y="2648977"/>
                  </a:lnTo>
                  <a:lnTo>
                    <a:pt x="2509360" y="2648354"/>
                  </a:lnTo>
                  <a:lnTo>
                    <a:pt x="2509469" y="2648354"/>
                  </a:lnTo>
                  <a:lnTo>
                    <a:pt x="2509469" y="2647730"/>
                  </a:lnTo>
                  <a:lnTo>
                    <a:pt x="2509469" y="2647106"/>
                  </a:lnTo>
                  <a:lnTo>
                    <a:pt x="2509469" y="2646483"/>
                  </a:lnTo>
                  <a:lnTo>
                    <a:pt x="2509577" y="2646483"/>
                  </a:lnTo>
                  <a:lnTo>
                    <a:pt x="2509686" y="2646483"/>
                  </a:lnTo>
                  <a:lnTo>
                    <a:pt x="2509794" y="2646483"/>
                  </a:lnTo>
                  <a:lnTo>
                    <a:pt x="2509903" y="2646483"/>
                  </a:lnTo>
                  <a:lnTo>
                    <a:pt x="2510011" y="2646483"/>
                  </a:lnTo>
                  <a:lnTo>
                    <a:pt x="2510119" y="2646483"/>
                  </a:lnTo>
                  <a:lnTo>
                    <a:pt x="2510228" y="2646483"/>
                  </a:lnTo>
                  <a:lnTo>
                    <a:pt x="2510336" y="2646483"/>
                  </a:lnTo>
                  <a:lnTo>
                    <a:pt x="2510445" y="2646483"/>
                  </a:lnTo>
                  <a:lnTo>
                    <a:pt x="2510553" y="2646483"/>
                  </a:lnTo>
                  <a:lnTo>
                    <a:pt x="2510553" y="2645859"/>
                  </a:lnTo>
                  <a:lnTo>
                    <a:pt x="2510662" y="2645859"/>
                  </a:lnTo>
                  <a:lnTo>
                    <a:pt x="2510770" y="2645859"/>
                  </a:lnTo>
                  <a:lnTo>
                    <a:pt x="2510879" y="2645859"/>
                  </a:lnTo>
                  <a:lnTo>
                    <a:pt x="2510987" y="2645859"/>
                  </a:lnTo>
                  <a:lnTo>
                    <a:pt x="2511095" y="2645859"/>
                  </a:lnTo>
                  <a:lnTo>
                    <a:pt x="2511204" y="2645859"/>
                  </a:lnTo>
                  <a:lnTo>
                    <a:pt x="2511312" y="2645859"/>
                  </a:lnTo>
                  <a:lnTo>
                    <a:pt x="2511421" y="2645859"/>
                  </a:lnTo>
                  <a:lnTo>
                    <a:pt x="2511529" y="2645859"/>
                  </a:lnTo>
                  <a:lnTo>
                    <a:pt x="2511529" y="2645236"/>
                  </a:lnTo>
                  <a:lnTo>
                    <a:pt x="2511529" y="2644612"/>
                  </a:lnTo>
                  <a:lnTo>
                    <a:pt x="2511638" y="2644612"/>
                  </a:lnTo>
                  <a:lnTo>
                    <a:pt x="2511746" y="2644612"/>
                  </a:lnTo>
                  <a:lnTo>
                    <a:pt x="2511746" y="2643989"/>
                  </a:lnTo>
                  <a:lnTo>
                    <a:pt x="2511855" y="2643989"/>
                  </a:lnTo>
                  <a:lnTo>
                    <a:pt x="2511963" y="2643989"/>
                  </a:lnTo>
                  <a:lnTo>
                    <a:pt x="2512071" y="2643989"/>
                  </a:lnTo>
                  <a:lnTo>
                    <a:pt x="2512180" y="2643989"/>
                  </a:lnTo>
                  <a:lnTo>
                    <a:pt x="2512180" y="2643365"/>
                  </a:lnTo>
                  <a:lnTo>
                    <a:pt x="2512180" y="2642741"/>
                  </a:lnTo>
                  <a:lnTo>
                    <a:pt x="2512288" y="2642741"/>
                  </a:lnTo>
                  <a:lnTo>
                    <a:pt x="2512397" y="2642741"/>
                  </a:lnTo>
                  <a:lnTo>
                    <a:pt x="2512505" y="2642741"/>
                  </a:lnTo>
                  <a:lnTo>
                    <a:pt x="2512505" y="2642118"/>
                  </a:lnTo>
                  <a:lnTo>
                    <a:pt x="2512505" y="2641494"/>
                  </a:lnTo>
                  <a:lnTo>
                    <a:pt x="2512614" y="2641494"/>
                  </a:lnTo>
                  <a:lnTo>
                    <a:pt x="2512722" y="2641494"/>
                  </a:lnTo>
                  <a:lnTo>
                    <a:pt x="2512831" y="2641494"/>
                  </a:lnTo>
                  <a:lnTo>
                    <a:pt x="2512939" y="2641494"/>
                  </a:lnTo>
                  <a:lnTo>
                    <a:pt x="2513047" y="2641494"/>
                  </a:lnTo>
                  <a:lnTo>
                    <a:pt x="2513156" y="2641494"/>
                  </a:lnTo>
                  <a:lnTo>
                    <a:pt x="2513264" y="2641494"/>
                  </a:lnTo>
                  <a:lnTo>
                    <a:pt x="2513373" y="2641494"/>
                  </a:lnTo>
                  <a:lnTo>
                    <a:pt x="2513481" y="2641494"/>
                  </a:lnTo>
                  <a:lnTo>
                    <a:pt x="2513590" y="2641494"/>
                  </a:lnTo>
                  <a:lnTo>
                    <a:pt x="2513698" y="2641494"/>
                  </a:lnTo>
                  <a:lnTo>
                    <a:pt x="2513807" y="2641494"/>
                  </a:lnTo>
                  <a:lnTo>
                    <a:pt x="2513915" y="2641494"/>
                  </a:lnTo>
                  <a:lnTo>
                    <a:pt x="2514024" y="2641494"/>
                  </a:lnTo>
                  <a:lnTo>
                    <a:pt x="2514024" y="2640871"/>
                  </a:lnTo>
                  <a:lnTo>
                    <a:pt x="2514132" y="2640871"/>
                  </a:lnTo>
                  <a:lnTo>
                    <a:pt x="2514132" y="2640247"/>
                  </a:lnTo>
                  <a:lnTo>
                    <a:pt x="2514240" y="2640247"/>
                  </a:lnTo>
                  <a:lnTo>
                    <a:pt x="2514349" y="2640247"/>
                  </a:lnTo>
                  <a:lnTo>
                    <a:pt x="2514457" y="2640247"/>
                  </a:lnTo>
                  <a:lnTo>
                    <a:pt x="2514566" y="2640247"/>
                  </a:lnTo>
                  <a:lnTo>
                    <a:pt x="2514674" y="2640247"/>
                  </a:lnTo>
                  <a:lnTo>
                    <a:pt x="2514783" y="2640247"/>
                  </a:lnTo>
                  <a:lnTo>
                    <a:pt x="2514891" y="2640247"/>
                  </a:lnTo>
                  <a:lnTo>
                    <a:pt x="2515000" y="2640247"/>
                  </a:lnTo>
                  <a:lnTo>
                    <a:pt x="2515108" y="2640247"/>
                  </a:lnTo>
                  <a:lnTo>
                    <a:pt x="2515216" y="2640247"/>
                  </a:lnTo>
                  <a:lnTo>
                    <a:pt x="2515325" y="2640247"/>
                  </a:lnTo>
                  <a:lnTo>
                    <a:pt x="2515325" y="2639623"/>
                  </a:lnTo>
                  <a:lnTo>
                    <a:pt x="2515433" y="2639623"/>
                  </a:lnTo>
                  <a:lnTo>
                    <a:pt x="2515542" y="2639623"/>
                  </a:lnTo>
                  <a:lnTo>
                    <a:pt x="2515650" y="2639623"/>
                  </a:lnTo>
                  <a:lnTo>
                    <a:pt x="2515759" y="2639623"/>
                  </a:lnTo>
                  <a:lnTo>
                    <a:pt x="2515867" y="2639623"/>
                  </a:lnTo>
                  <a:lnTo>
                    <a:pt x="2515976" y="2639623"/>
                  </a:lnTo>
                  <a:lnTo>
                    <a:pt x="2516084" y="2639623"/>
                  </a:lnTo>
                  <a:lnTo>
                    <a:pt x="2516192" y="2639623"/>
                  </a:lnTo>
                  <a:lnTo>
                    <a:pt x="2516301" y="2639623"/>
                  </a:lnTo>
                  <a:lnTo>
                    <a:pt x="2516301" y="2639000"/>
                  </a:lnTo>
                  <a:lnTo>
                    <a:pt x="2516409" y="2639000"/>
                  </a:lnTo>
                  <a:lnTo>
                    <a:pt x="2516518" y="2639000"/>
                  </a:lnTo>
                  <a:lnTo>
                    <a:pt x="2516626" y="2639000"/>
                  </a:lnTo>
                  <a:lnTo>
                    <a:pt x="2516735" y="2639000"/>
                  </a:lnTo>
                  <a:lnTo>
                    <a:pt x="2516843" y="2639000"/>
                  </a:lnTo>
                  <a:lnTo>
                    <a:pt x="2516843" y="2638376"/>
                  </a:lnTo>
                  <a:lnTo>
                    <a:pt x="2516952" y="2638376"/>
                  </a:lnTo>
                  <a:lnTo>
                    <a:pt x="2517060" y="2638376"/>
                  </a:lnTo>
                  <a:lnTo>
                    <a:pt x="2517168" y="2638376"/>
                  </a:lnTo>
                  <a:lnTo>
                    <a:pt x="2517277" y="2638376"/>
                  </a:lnTo>
                  <a:lnTo>
                    <a:pt x="2517385" y="2638376"/>
                  </a:lnTo>
                  <a:lnTo>
                    <a:pt x="2517494" y="2638376"/>
                  </a:lnTo>
                  <a:lnTo>
                    <a:pt x="2517602" y="2638376"/>
                  </a:lnTo>
                  <a:lnTo>
                    <a:pt x="2517711" y="2638376"/>
                  </a:lnTo>
                  <a:lnTo>
                    <a:pt x="2517819" y="2638376"/>
                  </a:lnTo>
                  <a:lnTo>
                    <a:pt x="2517928" y="2638376"/>
                  </a:lnTo>
                  <a:lnTo>
                    <a:pt x="2518036" y="2638376"/>
                  </a:lnTo>
                  <a:lnTo>
                    <a:pt x="2518145" y="2638376"/>
                  </a:lnTo>
                  <a:lnTo>
                    <a:pt x="2518253" y="2638376"/>
                  </a:lnTo>
                  <a:lnTo>
                    <a:pt x="2518361" y="2638376"/>
                  </a:lnTo>
                  <a:lnTo>
                    <a:pt x="2518470" y="2638376"/>
                  </a:lnTo>
                  <a:lnTo>
                    <a:pt x="2518578" y="2638376"/>
                  </a:lnTo>
                  <a:lnTo>
                    <a:pt x="2518687" y="2638376"/>
                  </a:lnTo>
                  <a:lnTo>
                    <a:pt x="2518795" y="2638376"/>
                  </a:lnTo>
                  <a:lnTo>
                    <a:pt x="2518795" y="2637753"/>
                  </a:lnTo>
                  <a:lnTo>
                    <a:pt x="2518904" y="2637753"/>
                  </a:lnTo>
                  <a:lnTo>
                    <a:pt x="2519012" y="2637753"/>
                  </a:lnTo>
                  <a:lnTo>
                    <a:pt x="2519121" y="2637753"/>
                  </a:lnTo>
                  <a:lnTo>
                    <a:pt x="2519229" y="2637753"/>
                  </a:lnTo>
                  <a:lnTo>
                    <a:pt x="2519337" y="2637753"/>
                  </a:lnTo>
                  <a:lnTo>
                    <a:pt x="2519337" y="2637129"/>
                  </a:lnTo>
                  <a:lnTo>
                    <a:pt x="2519337" y="2636506"/>
                  </a:lnTo>
                  <a:lnTo>
                    <a:pt x="2519446" y="2636506"/>
                  </a:lnTo>
                  <a:lnTo>
                    <a:pt x="2519554" y="2636506"/>
                  </a:lnTo>
                  <a:lnTo>
                    <a:pt x="2519663" y="2636506"/>
                  </a:lnTo>
                  <a:lnTo>
                    <a:pt x="2519663" y="2635882"/>
                  </a:lnTo>
                  <a:lnTo>
                    <a:pt x="2519771" y="2635882"/>
                  </a:lnTo>
                  <a:lnTo>
                    <a:pt x="2519880" y="2635882"/>
                  </a:lnTo>
                  <a:lnTo>
                    <a:pt x="2519988" y="2635882"/>
                  </a:lnTo>
                  <a:lnTo>
                    <a:pt x="2520097" y="2635882"/>
                  </a:lnTo>
                  <a:lnTo>
                    <a:pt x="2520097" y="2635258"/>
                  </a:lnTo>
                  <a:lnTo>
                    <a:pt x="2520205" y="2635258"/>
                  </a:lnTo>
                  <a:lnTo>
                    <a:pt x="2520313" y="2635258"/>
                  </a:lnTo>
                  <a:lnTo>
                    <a:pt x="2520313" y="2634635"/>
                  </a:lnTo>
                  <a:lnTo>
                    <a:pt x="2520422" y="2634635"/>
                  </a:lnTo>
                  <a:lnTo>
                    <a:pt x="2520530" y="2634635"/>
                  </a:lnTo>
                  <a:lnTo>
                    <a:pt x="2520530" y="2634011"/>
                  </a:lnTo>
                  <a:lnTo>
                    <a:pt x="2520639" y="2634011"/>
                  </a:lnTo>
                  <a:lnTo>
                    <a:pt x="2520747" y="2634011"/>
                  </a:lnTo>
                  <a:lnTo>
                    <a:pt x="2520856" y="2634011"/>
                  </a:lnTo>
                  <a:lnTo>
                    <a:pt x="2520964" y="2634011"/>
                  </a:lnTo>
                  <a:lnTo>
                    <a:pt x="2521073" y="2634011"/>
                  </a:lnTo>
                  <a:lnTo>
                    <a:pt x="2521181" y="2634011"/>
                  </a:lnTo>
                  <a:lnTo>
                    <a:pt x="2521289" y="2634011"/>
                  </a:lnTo>
                  <a:lnTo>
                    <a:pt x="2521398" y="2634011"/>
                  </a:lnTo>
                  <a:lnTo>
                    <a:pt x="2521506" y="2634011"/>
                  </a:lnTo>
                  <a:lnTo>
                    <a:pt x="2521506" y="2633388"/>
                  </a:lnTo>
                  <a:lnTo>
                    <a:pt x="2521506" y="2632764"/>
                  </a:lnTo>
                  <a:lnTo>
                    <a:pt x="2521615" y="2632764"/>
                  </a:lnTo>
                  <a:lnTo>
                    <a:pt x="2521723" y="2632764"/>
                  </a:lnTo>
                  <a:lnTo>
                    <a:pt x="2521832" y="2632764"/>
                  </a:lnTo>
                  <a:lnTo>
                    <a:pt x="2521940" y="2632764"/>
                  </a:lnTo>
                  <a:lnTo>
                    <a:pt x="2522049" y="2632764"/>
                  </a:lnTo>
                  <a:lnTo>
                    <a:pt x="2522157" y="2632764"/>
                  </a:lnTo>
                  <a:lnTo>
                    <a:pt x="2522266" y="2632764"/>
                  </a:lnTo>
                  <a:lnTo>
                    <a:pt x="2522374" y="2632764"/>
                  </a:lnTo>
                  <a:lnTo>
                    <a:pt x="2522482" y="2632764"/>
                  </a:lnTo>
                  <a:lnTo>
                    <a:pt x="2522482" y="2632140"/>
                  </a:lnTo>
                  <a:lnTo>
                    <a:pt x="2522591" y="2632140"/>
                  </a:lnTo>
                  <a:lnTo>
                    <a:pt x="2522699" y="2632140"/>
                  </a:lnTo>
                  <a:lnTo>
                    <a:pt x="2522808" y="2632140"/>
                  </a:lnTo>
                  <a:lnTo>
                    <a:pt x="2522916" y="2632140"/>
                  </a:lnTo>
                  <a:lnTo>
                    <a:pt x="2523025" y="2632140"/>
                  </a:lnTo>
                  <a:lnTo>
                    <a:pt x="2523133" y="2632140"/>
                  </a:lnTo>
                  <a:lnTo>
                    <a:pt x="2523242" y="2632140"/>
                  </a:lnTo>
                  <a:lnTo>
                    <a:pt x="2523350" y="2632140"/>
                  </a:lnTo>
                  <a:lnTo>
                    <a:pt x="2523458" y="2632140"/>
                  </a:lnTo>
                  <a:lnTo>
                    <a:pt x="2523567" y="2632140"/>
                  </a:lnTo>
                  <a:lnTo>
                    <a:pt x="2523675" y="2632140"/>
                  </a:lnTo>
                  <a:lnTo>
                    <a:pt x="2523784" y="2632140"/>
                  </a:lnTo>
                  <a:lnTo>
                    <a:pt x="2523892" y="2632140"/>
                  </a:lnTo>
                  <a:lnTo>
                    <a:pt x="2524001" y="2632140"/>
                  </a:lnTo>
                  <a:lnTo>
                    <a:pt x="2524109" y="2632140"/>
                  </a:lnTo>
                  <a:lnTo>
                    <a:pt x="2524218" y="2632140"/>
                  </a:lnTo>
                  <a:lnTo>
                    <a:pt x="2524326" y="2632140"/>
                  </a:lnTo>
                  <a:lnTo>
                    <a:pt x="2524434" y="2632140"/>
                  </a:lnTo>
                  <a:lnTo>
                    <a:pt x="2524543" y="2632140"/>
                  </a:lnTo>
                  <a:lnTo>
                    <a:pt x="2524651" y="2632140"/>
                  </a:lnTo>
                  <a:lnTo>
                    <a:pt x="2524760" y="2632140"/>
                  </a:lnTo>
                  <a:lnTo>
                    <a:pt x="2524760" y="2631517"/>
                  </a:lnTo>
                  <a:lnTo>
                    <a:pt x="2524868" y="2631517"/>
                  </a:lnTo>
                  <a:lnTo>
                    <a:pt x="2524977" y="2631517"/>
                  </a:lnTo>
                  <a:lnTo>
                    <a:pt x="2525085" y="2631517"/>
                  </a:lnTo>
                  <a:lnTo>
                    <a:pt x="2525194" y="2631517"/>
                  </a:lnTo>
                  <a:lnTo>
                    <a:pt x="2525302" y="2631517"/>
                  </a:lnTo>
                  <a:lnTo>
                    <a:pt x="2525410" y="2631517"/>
                  </a:lnTo>
                  <a:lnTo>
                    <a:pt x="2525519" y="2631517"/>
                  </a:lnTo>
                  <a:lnTo>
                    <a:pt x="2525627" y="2631517"/>
                  </a:lnTo>
                  <a:lnTo>
                    <a:pt x="2525736" y="2631517"/>
                  </a:lnTo>
                  <a:lnTo>
                    <a:pt x="2525736" y="2630893"/>
                  </a:lnTo>
                  <a:lnTo>
                    <a:pt x="2525844" y="2630893"/>
                  </a:lnTo>
                  <a:lnTo>
                    <a:pt x="2525953" y="2630893"/>
                  </a:lnTo>
                  <a:lnTo>
                    <a:pt x="2526061" y="2630893"/>
                  </a:lnTo>
                  <a:lnTo>
                    <a:pt x="2526061" y="2630270"/>
                  </a:lnTo>
                  <a:lnTo>
                    <a:pt x="2526170" y="2630270"/>
                  </a:lnTo>
                  <a:lnTo>
                    <a:pt x="2526170" y="2629646"/>
                  </a:lnTo>
                  <a:lnTo>
                    <a:pt x="2526278" y="2629646"/>
                  </a:lnTo>
                  <a:lnTo>
                    <a:pt x="2526278" y="2629023"/>
                  </a:lnTo>
                  <a:lnTo>
                    <a:pt x="2526386" y="2629023"/>
                  </a:lnTo>
                  <a:lnTo>
                    <a:pt x="2526495" y="2629023"/>
                  </a:lnTo>
                  <a:lnTo>
                    <a:pt x="2526603" y="2629023"/>
                  </a:lnTo>
                  <a:lnTo>
                    <a:pt x="2526712" y="2629023"/>
                  </a:lnTo>
                  <a:lnTo>
                    <a:pt x="2526820" y="2629023"/>
                  </a:lnTo>
                  <a:lnTo>
                    <a:pt x="2526929" y="2629023"/>
                  </a:lnTo>
                  <a:lnTo>
                    <a:pt x="2527037" y="2629023"/>
                  </a:lnTo>
                  <a:lnTo>
                    <a:pt x="2527146" y="2629023"/>
                  </a:lnTo>
                  <a:lnTo>
                    <a:pt x="2527254" y="2629023"/>
                  </a:lnTo>
                  <a:lnTo>
                    <a:pt x="2527363" y="2629023"/>
                  </a:lnTo>
                  <a:lnTo>
                    <a:pt x="2527471" y="2629023"/>
                  </a:lnTo>
                  <a:lnTo>
                    <a:pt x="2527579" y="2629023"/>
                  </a:lnTo>
                  <a:lnTo>
                    <a:pt x="2527688" y="2629023"/>
                  </a:lnTo>
                  <a:lnTo>
                    <a:pt x="2527796" y="2629023"/>
                  </a:lnTo>
                  <a:lnTo>
                    <a:pt x="2527905" y="2629023"/>
                  </a:lnTo>
                  <a:lnTo>
                    <a:pt x="2528013" y="2629023"/>
                  </a:lnTo>
                  <a:lnTo>
                    <a:pt x="2528122" y="2629023"/>
                  </a:lnTo>
                  <a:lnTo>
                    <a:pt x="2528230" y="2629023"/>
                  </a:lnTo>
                  <a:lnTo>
                    <a:pt x="2528339" y="2629023"/>
                  </a:lnTo>
                  <a:lnTo>
                    <a:pt x="2528447" y="2629023"/>
                  </a:lnTo>
                  <a:lnTo>
                    <a:pt x="2528555" y="2629023"/>
                  </a:lnTo>
                  <a:lnTo>
                    <a:pt x="2528555" y="2628399"/>
                  </a:lnTo>
                  <a:lnTo>
                    <a:pt x="2528664" y="2628399"/>
                  </a:lnTo>
                  <a:lnTo>
                    <a:pt x="2528664" y="2627775"/>
                  </a:lnTo>
                  <a:lnTo>
                    <a:pt x="2528772" y="2627775"/>
                  </a:lnTo>
                  <a:lnTo>
                    <a:pt x="2528881" y="2627775"/>
                  </a:lnTo>
                  <a:lnTo>
                    <a:pt x="2528989" y="2627775"/>
                  </a:lnTo>
                  <a:lnTo>
                    <a:pt x="2529098" y="2627775"/>
                  </a:lnTo>
                  <a:lnTo>
                    <a:pt x="2529098" y="2627152"/>
                  </a:lnTo>
                  <a:lnTo>
                    <a:pt x="2529206" y="2627152"/>
                  </a:lnTo>
                  <a:lnTo>
                    <a:pt x="2529315" y="2627152"/>
                  </a:lnTo>
                  <a:lnTo>
                    <a:pt x="2529423" y="2627152"/>
                  </a:lnTo>
                  <a:lnTo>
                    <a:pt x="2529531" y="2627152"/>
                  </a:lnTo>
                  <a:lnTo>
                    <a:pt x="2529640" y="2627152"/>
                  </a:lnTo>
                  <a:lnTo>
                    <a:pt x="2529748" y="2627152"/>
                  </a:lnTo>
                  <a:lnTo>
                    <a:pt x="2529857" y="2627152"/>
                  </a:lnTo>
                  <a:lnTo>
                    <a:pt x="2529965" y="2627152"/>
                  </a:lnTo>
                  <a:lnTo>
                    <a:pt x="2530074" y="2627152"/>
                  </a:lnTo>
                  <a:lnTo>
                    <a:pt x="2530182" y="2627152"/>
                  </a:lnTo>
                  <a:lnTo>
                    <a:pt x="2530291" y="2627152"/>
                  </a:lnTo>
                  <a:lnTo>
                    <a:pt x="2530399" y="2627152"/>
                  </a:lnTo>
                  <a:lnTo>
                    <a:pt x="2530507" y="2627152"/>
                  </a:lnTo>
                  <a:lnTo>
                    <a:pt x="2530616" y="2627152"/>
                  </a:lnTo>
                  <a:lnTo>
                    <a:pt x="2530724" y="2627152"/>
                  </a:lnTo>
                  <a:lnTo>
                    <a:pt x="2530833" y="2627152"/>
                  </a:lnTo>
                  <a:lnTo>
                    <a:pt x="2530941" y="2627152"/>
                  </a:lnTo>
                  <a:lnTo>
                    <a:pt x="2531050" y="2627152"/>
                  </a:lnTo>
                  <a:lnTo>
                    <a:pt x="2531158" y="2627152"/>
                  </a:lnTo>
                  <a:lnTo>
                    <a:pt x="2531267" y="2627152"/>
                  </a:lnTo>
                  <a:lnTo>
                    <a:pt x="2531375" y="2627152"/>
                  </a:lnTo>
                  <a:lnTo>
                    <a:pt x="2531484" y="2627152"/>
                  </a:lnTo>
                  <a:lnTo>
                    <a:pt x="2531484" y="2626528"/>
                  </a:lnTo>
                  <a:lnTo>
                    <a:pt x="2531592" y="2626528"/>
                  </a:lnTo>
                  <a:lnTo>
                    <a:pt x="2531700" y="2626528"/>
                  </a:lnTo>
                  <a:lnTo>
                    <a:pt x="2531700" y="2625905"/>
                  </a:lnTo>
                  <a:lnTo>
                    <a:pt x="2531809" y="2625905"/>
                  </a:lnTo>
                  <a:lnTo>
                    <a:pt x="2531917" y="2625905"/>
                  </a:lnTo>
                  <a:lnTo>
                    <a:pt x="2532026" y="2625905"/>
                  </a:lnTo>
                  <a:lnTo>
                    <a:pt x="2532134" y="2625905"/>
                  </a:lnTo>
                  <a:lnTo>
                    <a:pt x="2532243" y="2625905"/>
                  </a:lnTo>
                  <a:lnTo>
                    <a:pt x="2532351" y="2625905"/>
                  </a:lnTo>
                  <a:lnTo>
                    <a:pt x="2532460" y="2625905"/>
                  </a:lnTo>
                  <a:lnTo>
                    <a:pt x="2532568" y="2625905"/>
                  </a:lnTo>
                  <a:lnTo>
                    <a:pt x="2532676" y="2625905"/>
                  </a:lnTo>
                  <a:lnTo>
                    <a:pt x="2532785" y="2625905"/>
                  </a:lnTo>
                  <a:lnTo>
                    <a:pt x="2532893" y="2625905"/>
                  </a:lnTo>
                  <a:lnTo>
                    <a:pt x="2533002" y="2625905"/>
                  </a:lnTo>
                  <a:lnTo>
                    <a:pt x="2533110" y="2625905"/>
                  </a:lnTo>
                  <a:lnTo>
                    <a:pt x="2533110" y="2625281"/>
                  </a:lnTo>
                  <a:lnTo>
                    <a:pt x="2533219" y="2625281"/>
                  </a:lnTo>
                  <a:lnTo>
                    <a:pt x="2533327" y="2625281"/>
                  </a:lnTo>
                  <a:lnTo>
                    <a:pt x="2533327" y="2624657"/>
                  </a:lnTo>
                  <a:lnTo>
                    <a:pt x="2533436" y="2624657"/>
                  </a:lnTo>
                  <a:lnTo>
                    <a:pt x="2533544" y="2624657"/>
                  </a:lnTo>
                  <a:lnTo>
                    <a:pt x="2533652" y="2624657"/>
                  </a:lnTo>
                  <a:lnTo>
                    <a:pt x="2533761" y="2624657"/>
                  </a:lnTo>
                  <a:lnTo>
                    <a:pt x="2533869" y="2624657"/>
                  </a:lnTo>
                  <a:lnTo>
                    <a:pt x="2533978" y="2624657"/>
                  </a:lnTo>
                  <a:lnTo>
                    <a:pt x="2534086" y="2624657"/>
                  </a:lnTo>
                  <a:lnTo>
                    <a:pt x="2534086" y="2624034"/>
                  </a:lnTo>
                  <a:lnTo>
                    <a:pt x="2534195" y="2624034"/>
                  </a:lnTo>
                  <a:lnTo>
                    <a:pt x="2534195" y="2623410"/>
                  </a:lnTo>
                  <a:lnTo>
                    <a:pt x="2534303" y="2623410"/>
                  </a:lnTo>
                  <a:lnTo>
                    <a:pt x="2534412" y="2623410"/>
                  </a:lnTo>
                  <a:lnTo>
                    <a:pt x="2534520" y="2623410"/>
                  </a:lnTo>
                  <a:lnTo>
                    <a:pt x="2534628" y="2623410"/>
                  </a:lnTo>
                  <a:lnTo>
                    <a:pt x="2534737" y="2623410"/>
                  </a:lnTo>
                  <a:lnTo>
                    <a:pt x="2534845" y="2623410"/>
                  </a:lnTo>
                  <a:lnTo>
                    <a:pt x="2534954" y="2623410"/>
                  </a:lnTo>
                  <a:lnTo>
                    <a:pt x="2535062" y="2623410"/>
                  </a:lnTo>
                  <a:lnTo>
                    <a:pt x="2535062" y="2622787"/>
                  </a:lnTo>
                  <a:lnTo>
                    <a:pt x="2535171" y="2622787"/>
                  </a:lnTo>
                  <a:lnTo>
                    <a:pt x="2535279" y="2622787"/>
                  </a:lnTo>
                  <a:lnTo>
                    <a:pt x="2535388" y="2622787"/>
                  </a:lnTo>
                  <a:lnTo>
                    <a:pt x="2535496" y="2622787"/>
                  </a:lnTo>
                  <a:lnTo>
                    <a:pt x="2535605" y="2622787"/>
                  </a:lnTo>
                  <a:lnTo>
                    <a:pt x="2535713" y="2622787"/>
                  </a:lnTo>
                  <a:lnTo>
                    <a:pt x="2535821" y="2622787"/>
                  </a:lnTo>
                  <a:lnTo>
                    <a:pt x="2535930" y="2622787"/>
                  </a:lnTo>
                  <a:lnTo>
                    <a:pt x="2536038" y="2622787"/>
                  </a:lnTo>
                  <a:lnTo>
                    <a:pt x="2536147" y="2622787"/>
                  </a:lnTo>
                  <a:lnTo>
                    <a:pt x="2536255" y="2622787"/>
                  </a:lnTo>
                  <a:lnTo>
                    <a:pt x="2536364" y="2622787"/>
                  </a:lnTo>
                  <a:lnTo>
                    <a:pt x="2536472" y="2622787"/>
                  </a:lnTo>
                  <a:lnTo>
                    <a:pt x="2536581" y="2622787"/>
                  </a:lnTo>
                  <a:lnTo>
                    <a:pt x="2536689" y="2622787"/>
                  </a:lnTo>
                  <a:lnTo>
                    <a:pt x="2536797" y="2622787"/>
                  </a:lnTo>
                  <a:lnTo>
                    <a:pt x="2536906" y="2622787"/>
                  </a:lnTo>
                  <a:lnTo>
                    <a:pt x="2537014" y="2622787"/>
                  </a:lnTo>
                  <a:lnTo>
                    <a:pt x="2537123" y="2622787"/>
                  </a:lnTo>
                  <a:lnTo>
                    <a:pt x="2537231" y="2622787"/>
                  </a:lnTo>
                  <a:lnTo>
                    <a:pt x="2537340" y="2622787"/>
                  </a:lnTo>
                  <a:lnTo>
                    <a:pt x="2537448" y="2622787"/>
                  </a:lnTo>
                  <a:lnTo>
                    <a:pt x="2537557" y="2622787"/>
                  </a:lnTo>
                  <a:lnTo>
                    <a:pt x="2537665" y="2622787"/>
                  </a:lnTo>
                  <a:lnTo>
                    <a:pt x="2537665" y="2622163"/>
                  </a:lnTo>
                  <a:lnTo>
                    <a:pt x="2537773" y="2622163"/>
                  </a:lnTo>
                  <a:lnTo>
                    <a:pt x="2537882" y="2622163"/>
                  </a:lnTo>
                  <a:lnTo>
                    <a:pt x="2537990" y="2622163"/>
                  </a:lnTo>
                  <a:lnTo>
                    <a:pt x="2538099" y="2622163"/>
                  </a:lnTo>
                  <a:lnTo>
                    <a:pt x="2538207" y="2622163"/>
                  </a:lnTo>
                  <a:lnTo>
                    <a:pt x="2538316" y="2622163"/>
                  </a:lnTo>
                  <a:lnTo>
                    <a:pt x="2538424" y="2622163"/>
                  </a:lnTo>
                  <a:lnTo>
                    <a:pt x="2538533" y="2622163"/>
                  </a:lnTo>
                  <a:lnTo>
                    <a:pt x="2538641" y="2622163"/>
                  </a:lnTo>
                  <a:lnTo>
                    <a:pt x="2538749" y="2622163"/>
                  </a:lnTo>
                  <a:lnTo>
                    <a:pt x="2538858" y="2622163"/>
                  </a:lnTo>
                  <a:lnTo>
                    <a:pt x="2538966" y="2622163"/>
                  </a:lnTo>
                  <a:lnTo>
                    <a:pt x="2539075" y="2622163"/>
                  </a:lnTo>
                  <a:lnTo>
                    <a:pt x="2539183" y="2622163"/>
                  </a:lnTo>
                  <a:lnTo>
                    <a:pt x="2539292" y="2622163"/>
                  </a:lnTo>
                  <a:lnTo>
                    <a:pt x="2539400" y="2622163"/>
                  </a:lnTo>
                  <a:lnTo>
                    <a:pt x="2539509" y="2622163"/>
                  </a:lnTo>
                  <a:lnTo>
                    <a:pt x="2539617" y="2622163"/>
                  </a:lnTo>
                  <a:lnTo>
                    <a:pt x="2539726" y="2622163"/>
                  </a:lnTo>
                  <a:lnTo>
                    <a:pt x="2539834" y="2622163"/>
                  </a:lnTo>
                  <a:lnTo>
                    <a:pt x="2539942" y="2622163"/>
                  </a:lnTo>
                  <a:lnTo>
                    <a:pt x="2539942" y="2621540"/>
                  </a:lnTo>
                  <a:lnTo>
                    <a:pt x="2540051" y="2621540"/>
                  </a:lnTo>
                  <a:lnTo>
                    <a:pt x="2540159" y="2621540"/>
                  </a:lnTo>
                  <a:lnTo>
                    <a:pt x="2540268" y="2621540"/>
                  </a:lnTo>
                  <a:lnTo>
                    <a:pt x="2540376" y="2621540"/>
                  </a:lnTo>
                  <a:lnTo>
                    <a:pt x="2540485" y="2621540"/>
                  </a:lnTo>
                  <a:lnTo>
                    <a:pt x="2540485" y="2620916"/>
                  </a:lnTo>
                  <a:lnTo>
                    <a:pt x="2540593" y="2620916"/>
                  </a:lnTo>
                  <a:lnTo>
                    <a:pt x="2540702" y="2620916"/>
                  </a:lnTo>
                  <a:lnTo>
                    <a:pt x="2540810" y="2620916"/>
                  </a:lnTo>
                  <a:lnTo>
                    <a:pt x="2540918" y="2620916"/>
                  </a:lnTo>
                  <a:lnTo>
                    <a:pt x="2540918" y="2620292"/>
                  </a:lnTo>
                  <a:lnTo>
                    <a:pt x="2541027" y="2620292"/>
                  </a:lnTo>
                  <a:lnTo>
                    <a:pt x="2541135" y="2620292"/>
                  </a:lnTo>
                  <a:lnTo>
                    <a:pt x="2541244" y="2620292"/>
                  </a:lnTo>
                  <a:lnTo>
                    <a:pt x="2541244" y="2619669"/>
                  </a:lnTo>
                  <a:lnTo>
                    <a:pt x="2541352" y="2619669"/>
                  </a:lnTo>
                  <a:lnTo>
                    <a:pt x="2541352" y="2619045"/>
                  </a:lnTo>
                  <a:lnTo>
                    <a:pt x="2541461" y="2619045"/>
                  </a:lnTo>
                  <a:lnTo>
                    <a:pt x="2541569" y="2619045"/>
                  </a:lnTo>
                  <a:lnTo>
                    <a:pt x="2541678" y="2619045"/>
                  </a:lnTo>
                  <a:lnTo>
                    <a:pt x="2541786" y="2619045"/>
                  </a:lnTo>
                  <a:lnTo>
                    <a:pt x="2541894" y="2619045"/>
                  </a:lnTo>
                  <a:lnTo>
                    <a:pt x="2542003" y="2619045"/>
                  </a:lnTo>
                  <a:lnTo>
                    <a:pt x="2542111" y="2619045"/>
                  </a:lnTo>
                  <a:lnTo>
                    <a:pt x="2542220" y="2619045"/>
                  </a:lnTo>
                  <a:lnTo>
                    <a:pt x="2542328" y="2619045"/>
                  </a:lnTo>
                  <a:lnTo>
                    <a:pt x="2542437" y="2619045"/>
                  </a:lnTo>
                  <a:lnTo>
                    <a:pt x="2542545" y="2619045"/>
                  </a:lnTo>
                  <a:lnTo>
                    <a:pt x="2542654" y="2619045"/>
                  </a:lnTo>
                  <a:lnTo>
                    <a:pt x="2542762" y="2619045"/>
                  </a:lnTo>
                  <a:lnTo>
                    <a:pt x="2542870" y="2619045"/>
                  </a:lnTo>
                  <a:lnTo>
                    <a:pt x="2542979" y="2619045"/>
                  </a:lnTo>
                  <a:lnTo>
                    <a:pt x="2543087" y="2619045"/>
                  </a:lnTo>
                  <a:lnTo>
                    <a:pt x="2543196" y="2619045"/>
                  </a:lnTo>
                  <a:lnTo>
                    <a:pt x="2543304" y="2619045"/>
                  </a:lnTo>
                  <a:lnTo>
                    <a:pt x="2543304" y="2618422"/>
                  </a:lnTo>
                  <a:lnTo>
                    <a:pt x="2543413" y="2618422"/>
                  </a:lnTo>
                  <a:lnTo>
                    <a:pt x="2543413" y="2617798"/>
                  </a:lnTo>
                  <a:lnTo>
                    <a:pt x="2543521" y="2617798"/>
                  </a:lnTo>
                  <a:lnTo>
                    <a:pt x="2543630" y="2617798"/>
                  </a:lnTo>
                  <a:lnTo>
                    <a:pt x="2543738" y="2617798"/>
                  </a:lnTo>
                  <a:lnTo>
                    <a:pt x="2543738" y="2617174"/>
                  </a:lnTo>
                  <a:lnTo>
                    <a:pt x="2543847" y="2617174"/>
                  </a:lnTo>
                  <a:lnTo>
                    <a:pt x="2543847" y="2616551"/>
                  </a:lnTo>
                  <a:lnTo>
                    <a:pt x="2543847" y="2615927"/>
                  </a:lnTo>
                  <a:lnTo>
                    <a:pt x="2543847" y="2615304"/>
                  </a:lnTo>
                  <a:lnTo>
                    <a:pt x="2543955" y="2615304"/>
                  </a:lnTo>
                  <a:lnTo>
                    <a:pt x="2543955" y="2614680"/>
                  </a:lnTo>
                  <a:lnTo>
                    <a:pt x="2544063" y="2614680"/>
                  </a:lnTo>
                  <a:lnTo>
                    <a:pt x="2544172" y="2614680"/>
                  </a:lnTo>
                  <a:lnTo>
                    <a:pt x="2544172" y="2614057"/>
                  </a:lnTo>
                  <a:lnTo>
                    <a:pt x="2544280" y="2614057"/>
                  </a:lnTo>
                  <a:lnTo>
                    <a:pt x="2544280" y="2613433"/>
                  </a:lnTo>
                  <a:lnTo>
                    <a:pt x="2544389" y="2613433"/>
                  </a:lnTo>
                  <a:lnTo>
                    <a:pt x="2544497" y="2613433"/>
                  </a:lnTo>
                  <a:lnTo>
                    <a:pt x="2544606" y="2613433"/>
                  </a:lnTo>
                  <a:lnTo>
                    <a:pt x="2544714" y="2613433"/>
                  </a:lnTo>
                  <a:lnTo>
                    <a:pt x="2544823" y="2613433"/>
                  </a:lnTo>
                  <a:lnTo>
                    <a:pt x="2544931" y="2613433"/>
                  </a:lnTo>
                  <a:lnTo>
                    <a:pt x="2545039" y="2613433"/>
                  </a:lnTo>
                  <a:lnTo>
                    <a:pt x="2545039" y="2612809"/>
                  </a:lnTo>
                  <a:lnTo>
                    <a:pt x="2545148" y="2612809"/>
                  </a:lnTo>
                  <a:lnTo>
                    <a:pt x="2545256" y="2612809"/>
                  </a:lnTo>
                  <a:lnTo>
                    <a:pt x="2545365" y="2612809"/>
                  </a:lnTo>
                  <a:lnTo>
                    <a:pt x="2545473" y="2612809"/>
                  </a:lnTo>
                  <a:lnTo>
                    <a:pt x="2545473" y="2612186"/>
                  </a:lnTo>
                  <a:lnTo>
                    <a:pt x="2545582" y="2612186"/>
                  </a:lnTo>
                  <a:lnTo>
                    <a:pt x="2545690" y="2612186"/>
                  </a:lnTo>
                  <a:lnTo>
                    <a:pt x="2545799" y="2612186"/>
                  </a:lnTo>
                  <a:lnTo>
                    <a:pt x="2545907" y="2612186"/>
                  </a:lnTo>
                  <a:lnTo>
                    <a:pt x="2546015" y="2612186"/>
                  </a:lnTo>
                  <a:lnTo>
                    <a:pt x="2546124" y="2612186"/>
                  </a:lnTo>
                  <a:lnTo>
                    <a:pt x="2546232" y="2612186"/>
                  </a:lnTo>
                  <a:lnTo>
                    <a:pt x="2546341" y="2612186"/>
                  </a:lnTo>
                  <a:lnTo>
                    <a:pt x="2546449" y="2612186"/>
                  </a:lnTo>
                  <a:lnTo>
                    <a:pt x="2546558" y="2612186"/>
                  </a:lnTo>
                  <a:lnTo>
                    <a:pt x="2546666" y="2612186"/>
                  </a:lnTo>
                  <a:lnTo>
                    <a:pt x="2546775" y="2612186"/>
                  </a:lnTo>
                  <a:lnTo>
                    <a:pt x="2546883" y="2612186"/>
                  </a:lnTo>
                  <a:lnTo>
                    <a:pt x="2546991" y="2612186"/>
                  </a:lnTo>
                  <a:lnTo>
                    <a:pt x="2547100" y="2612186"/>
                  </a:lnTo>
                  <a:lnTo>
                    <a:pt x="2547208" y="2612186"/>
                  </a:lnTo>
                  <a:lnTo>
                    <a:pt x="2547317" y="2612186"/>
                  </a:lnTo>
                  <a:lnTo>
                    <a:pt x="2547317" y="2611562"/>
                  </a:lnTo>
                  <a:lnTo>
                    <a:pt x="2547317" y="2610939"/>
                  </a:lnTo>
                  <a:lnTo>
                    <a:pt x="2547317" y="2610315"/>
                  </a:lnTo>
                  <a:lnTo>
                    <a:pt x="2547425" y="2610315"/>
                  </a:lnTo>
                  <a:lnTo>
                    <a:pt x="2547534" y="2610315"/>
                  </a:lnTo>
                  <a:lnTo>
                    <a:pt x="2547534" y="2609692"/>
                  </a:lnTo>
                  <a:lnTo>
                    <a:pt x="2547642" y="2609692"/>
                  </a:lnTo>
                  <a:lnTo>
                    <a:pt x="2547751" y="2609692"/>
                  </a:lnTo>
                  <a:lnTo>
                    <a:pt x="2547859" y="2609692"/>
                  </a:lnTo>
                  <a:lnTo>
                    <a:pt x="2547859" y="2609068"/>
                  </a:lnTo>
                  <a:lnTo>
                    <a:pt x="2547967" y="2609068"/>
                  </a:lnTo>
                  <a:lnTo>
                    <a:pt x="2548076" y="2609068"/>
                  </a:lnTo>
                  <a:lnTo>
                    <a:pt x="2548184" y="2609068"/>
                  </a:lnTo>
                  <a:lnTo>
                    <a:pt x="2548293" y="2609068"/>
                  </a:lnTo>
                  <a:lnTo>
                    <a:pt x="2548401" y="2609068"/>
                  </a:lnTo>
                  <a:lnTo>
                    <a:pt x="2548510" y="2609068"/>
                  </a:lnTo>
                  <a:lnTo>
                    <a:pt x="2548618" y="2609068"/>
                  </a:lnTo>
                  <a:lnTo>
                    <a:pt x="2548727" y="2609068"/>
                  </a:lnTo>
                  <a:lnTo>
                    <a:pt x="2548835" y="2609068"/>
                  </a:lnTo>
                  <a:lnTo>
                    <a:pt x="2548944" y="2609068"/>
                  </a:lnTo>
                  <a:lnTo>
                    <a:pt x="2549052" y="2609068"/>
                  </a:lnTo>
                  <a:lnTo>
                    <a:pt x="2549160" y="2609068"/>
                  </a:lnTo>
                  <a:lnTo>
                    <a:pt x="2549269" y="2609068"/>
                  </a:lnTo>
                  <a:lnTo>
                    <a:pt x="2549377" y="2609068"/>
                  </a:lnTo>
                  <a:lnTo>
                    <a:pt x="2549486" y="2609068"/>
                  </a:lnTo>
                  <a:lnTo>
                    <a:pt x="2549594" y="2609068"/>
                  </a:lnTo>
                  <a:lnTo>
                    <a:pt x="2549703" y="2609068"/>
                  </a:lnTo>
                  <a:lnTo>
                    <a:pt x="2549811" y="2609068"/>
                  </a:lnTo>
                  <a:lnTo>
                    <a:pt x="2549920" y="2609068"/>
                  </a:lnTo>
                  <a:lnTo>
                    <a:pt x="2550028" y="2609068"/>
                  </a:lnTo>
                  <a:lnTo>
                    <a:pt x="2550136" y="2609068"/>
                  </a:lnTo>
                  <a:lnTo>
                    <a:pt x="2550245" y="2609068"/>
                  </a:lnTo>
                  <a:lnTo>
                    <a:pt x="2550353" y="2609068"/>
                  </a:lnTo>
                  <a:lnTo>
                    <a:pt x="2550462" y="2609068"/>
                  </a:lnTo>
                  <a:lnTo>
                    <a:pt x="2550570" y="2609068"/>
                  </a:lnTo>
                  <a:lnTo>
                    <a:pt x="2550679" y="2609068"/>
                  </a:lnTo>
                  <a:lnTo>
                    <a:pt x="2550787" y="2609068"/>
                  </a:lnTo>
                  <a:lnTo>
                    <a:pt x="2550787" y="2608444"/>
                  </a:lnTo>
                  <a:lnTo>
                    <a:pt x="2550787" y="2607821"/>
                  </a:lnTo>
                  <a:lnTo>
                    <a:pt x="2550896" y="2607821"/>
                  </a:lnTo>
                  <a:lnTo>
                    <a:pt x="2551004" y="2607821"/>
                  </a:lnTo>
                  <a:lnTo>
                    <a:pt x="2551112" y="2607821"/>
                  </a:lnTo>
                  <a:lnTo>
                    <a:pt x="2551221" y="2607821"/>
                  </a:lnTo>
                  <a:lnTo>
                    <a:pt x="2551329" y="2607821"/>
                  </a:lnTo>
                  <a:lnTo>
                    <a:pt x="2551438" y="2607821"/>
                  </a:lnTo>
                  <a:lnTo>
                    <a:pt x="2551546" y="2607821"/>
                  </a:lnTo>
                  <a:lnTo>
                    <a:pt x="2551655" y="2607821"/>
                  </a:lnTo>
                  <a:lnTo>
                    <a:pt x="2551763" y="2607821"/>
                  </a:lnTo>
                  <a:lnTo>
                    <a:pt x="2551872" y="2607821"/>
                  </a:lnTo>
                  <a:lnTo>
                    <a:pt x="2551980" y="2607821"/>
                  </a:lnTo>
                  <a:lnTo>
                    <a:pt x="2551980" y="2607197"/>
                  </a:lnTo>
                  <a:lnTo>
                    <a:pt x="2552088" y="2607197"/>
                  </a:lnTo>
                  <a:lnTo>
                    <a:pt x="2552088" y="2606574"/>
                  </a:lnTo>
                  <a:lnTo>
                    <a:pt x="2552197" y="2606574"/>
                  </a:lnTo>
                  <a:lnTo>
                    <a:pt x="2552305" y="2606574"/>
                  </a:lnTo>
                  <a:lnTo>
                    <a:pt x="2552305" y="2605950"/>
                  </a:lnTo>
                  <a:lnTo>
                    <a:pt x="2552414" y="2605950"/>
                  </a:lnTo>
                  <a:lnTo>
                    <a:pt x="2552522" y="2605950"/>
                  </a:lnTo>
                  <a:lnTo>
                    <a:pt x="2552631" y="2605950"/>
                  </a:lnTo>
                  <a:lnTo>
                    <a:pt x="2552739" y="2605950"/>
                  </a:lnTo>
                  <a:lnTo>
                    <a:pt x="2552848" y="2605950"/>
                  </a:lnTo>
                  <a:lnTo>
                    <a:pt x="2552848" y="2605326"/>
                  </a:lnTo>
                  <a:lnTo>
                    <a:pt x="2552848" y="2604703"/>
                  </a:lnTo>
                  <a:lnTo>
                    <a:pt x="2552848" y="2604079"/>
                  </a:lnTo>
                  <a:lnTo>
                    <a:pt x="2552956" y="2604079"/>
                  </a:lnTo>
                  <a:lnTo>
                    <a:pt x="2553065" y="2604079"/>
                  </a:lnTo>
                  <a:lnTo>
                    <a:pt x="2553173" y="2604079"/>
                  </a:lnTo>
                  <a:lnTo>
                    <a:pt x="2553281" y="2604079"/>
                  </a:lnTo>
                  <a:lnTo>
                    <a:pt x="2553390" y="2604079"/>
                  </a:lnTo>
                  <a:lnTo>
                    <a:pt x="2553498" y="2604079"/>
                  </a:lnTo>
                  <a:lnTo>
                    <a:pt x="2553607" y="2604079"/>
                  </a:lnTo>
                  <a:lnTo>
                    <a:pt x="2553607" y="2603456"/>
                  </a:lnTo>
                  <a:lnTo>
                    <a:pt x="2553715" y="2603456"/>
                  </a:lnTo>
                  <a:lnTo>
                    <a:pt x="2553824" y="2603456"/>
                  </a:lnTo>
                  <a:lnTo>
                    <a:pt x="2553932" y="2603456"/>
                  </a:lnTo>
                  <a:lnTo>
                    <a:pt x="2554041" y="2603456"/>
                  </a:lnTo>
                  <a:lnTo>
                    <a:pt x="2554149" y="2603456"/>
                  </a:lnTo>
                  <a:lnTo>
                    <a:pt x="2554257" y="2603456"/>
                  </a:lnTo>
                  <a:lnTo>
                    <a:pt x="2554366" y="2603456"/>
                  </a:lnTo>
                  <a:lnTo>
                    <a:pt x="2554474" y="2603456"/>
                  </a:lnTo>
                  <a:lnTo>
                    <a:pt x="2554474" y="2602832"/>
                  </a:lnTo>
                  <a:lnTo>
                    <a:pt x="2554583" y="2602832"/>
                  </a:lnTo>
                  <a:lnTo>
                    <a:pt x="2554691" y="2602832"/>
                  </a:lnTo>
                  <a:lnTo>
                    <a:pt x="2554691" y="2602209"/>
                  </a:lnTo>
                  <a:lnTo>
                    <a:pt x="2554691" y="2601585"/>
                  </a:lnTo>
                  <a:lnTo>
                    <a:pt x="2554691" y="2600961"/>
                  </a:lnTo>
                  <a:lnTo>
                    <a:pt x="2554800" y="2600961"/>
                  </a:lnTo>
                  <a:lnTo>
                    <a:pt x="2554908" y="2600961"/>
                  </a:lnTo>
                  <a:lnTo>
                    <a:pt x="2555017" y="2600961"/>
                  </a:lnTo>
                  <a:lnTo>
                    <a:pt x="2555125" y="2600961"/>
                  </a:lnTo>
                  <a:lnTo>
                    <a:pt x="2555233" y="2600961"/>
                  </a:lnTo>
                  <a:lnTo>
                    <a:pt x="2555342" y="2600961"/>
                  </a:lnTo>
                  <a:lnTo>
                    <a:pt x="2555450" y="2600961"/>
                  </a:lnTo>
                  <a:lnTo>
                    <a:pt x="2555559" y="2600961"/>
                  </a:lnTo>
                  <a:lnTo>
                    <a:pt x="2555667" y="2600961"/>
                  </a:lnTo>
                  <a:lnTo>
                    <a:pt x="2555667" y="2600338"/>
                  </a:lnTo>
                  <a:lnTo>
                    <a:pt x="2555776" y="2600338"/>
                  </a:lnTo>
                  <a:lnTo>
                    <a:pt x="2555884" y="2600338"/>
                  </a:lnTo>
                  <a:lnTo>
                    <a:pt x="2555993" y="2600338"/>
                  </a:lnTo>
                  <a:lnTo>
                    <a:pt x="2556101" y="2600338"/>
                  </a:lnTo>
                  <a:lnTo>
                    <a:pt x="2556209" y="2600338"/>
                  </a:lnTo>
                  <a:lnTo>
                    <a:pt x="2556318" y="2600338"/>
                  </a:lnTo>
                  <a:lnTo>
                    <a:pt x="2556426" y="2600338"/>
                  </a:lnTo>
                  <a:lnTo>
                    <a:pt x="2556535" y="2600338"/>
                  </a:lnTo>
                  <a:lnTo>
                    <a:pt x="2556643" y="2600338"/>
                  </a:lnTo>
                  <a:lnTo>
                    <a:pt x="2556752" y="2600338"/>
                  </a:lnTo>
                  <a:lnTo>
                    <a:pt x="2556860" y="2600338"/>
                  </a:lnTo>
                  <a:lnTo>
                    <a:pt x="2556969" y="2600338"/>
                  </a:lnTo>
                  <a:lnTo>
                    <a:pt x="2557077" y="2600338"/>
                  </a:lnTo>
                  <a:lnTo>
                    <a:pt x="2557186" y="2600338"/>
                  </a:lnTo>
                  <a:lnTo>
                    <a:pt x="2557294" y="2600338"/>
                  </a:lnTo>
                  <a:lnTo>
                    <a:pt x="2557402" y="2600338"/>
                  </a:lnTo>
                  <a:lnTo>
                    <a:pt x="2557511" y="2600338"/>
                  </a:lnTo>
                  <a:lnTo>
                    <a:pt x="2557619" y="2600338"/>
                  </a:lnTo>
                  <a:lnTo>
                    <a:pt x="2557728" y="2600338"/>
                  </a:lnTo>
                  <a:lnTo>
                    <a:pt x="2557836" y="2600338"/>
                  </a:lnTo>
                  <a:lnTo>
                    <a:pt x="2557945" y="2600338"/>
                  </a:lnTo>
                  <a:lnTo>
                    <a:pt x="2558053" y="2600338"/>
                  </a:lnTo>
                  <a:lnTo>
                    <a:pt x="2558162" y="2600338"/>
                  </a:lnTo>
                  <a:lnTo>
                    <a:pt x="2558270" y="2600338"/>
                  </a:lnTo>
                  <a:lnTo>
                    <a:pt x="2558378" y="2600338"/>
                  </a:lnTo>
                  <a:lnTo>
                    <a:pt x="2558487" y="2600338"/>
                  </a:lnTo>
                  <a:lnTo>
                    <a:pt x="2558595" y="2600338"/>
                  </a:lnTo>
                  <a:lnTo>
                    <a:pt x="2558704" y="2600338"/>
                  </a:lnTo>
                  <a:lnTo>
                    <a:pt x="2558812" y="2600338"/>
                  </a:lnTo>
                  <a:lnTo>
                    <a:pt x="2558921" y="2600338"/>
                  </a:lnTo>
                  <a:lnTo>
                    <a:pt x="2558921" y="2599714"/>
                  </a:lnTo>
                  <a:lnTo>
                    <a:pt x="2559029" y="2599714"/>
                  </a:lnTo>
                  <a:lnTo>
                    <a:pt x="2559138" y="2599714"/>
                  </a:lnTo>
                  <a:lnTo>
                    <a:pt x="2559246" y="2599714"/>
                  </a:lnTo>
                  <a:lnTo>
                    <a:pt x="2559354" y="2599714"/>
                  </a:lnTo>
                  <a:lnTo>
                    <a:pt x="2559463" y="2599714"/>
                  </a:lnTo>
                  <a:lnTo>
                    <a:pt x="2559571" y="2599714"/>
                  </a:lnTo>
                  <a:lnTo>
                    <a:pt x="2559571" y="2599091"/>
                  </a:lnTo>
                  <a:lnTo>
                    <a:pt x="2559680" y="2599091"/>
                  </a:lnTo>
                  <a:lnTo>
                    <a:pt x="2559788" y="2599091"/>
                  </a:lnTo>
                  <a:lnTo>
                    <a:pt x="2559897" y="2599091"/>
                  </a:lnTo>
                  <a:lnTo>
                    <a:pt x="2560005" y="2599091"/>
                  </a:lnTo>
                  <a:lnTo>
                    <a:pt x="2560114" y="2599091"/>
                  </a:lnTo>
                  <a:lnTo>
                    <a:pt x="2560222" y="2599091"/>
                  </a:lnTo>
                  <a:lnTo>
                    <a:pt x="2560330" y="2599091"/>
                  </a:lnTo>
                  <a:lnTo>
                    <a:pt x="2560330" y="2598467"/>
                  </a:lnTo>
                  <a:lnTo>
                    <a:pt x="2560439" y="2598467"/>
                  </a:lnTo>
                  <a:lnTo>
                    <a:pt x="2560547" y="2598467"/>
                  </a:lnTo>
                  <a:lnTo>
                    <a:pt x="2560656" y="2598467"/>
                  </a:lnTo>
                  <a:lnTo>
                    <a:pt x="2560764" y="2598467"/>
                  </a:lnTo>
                  <a:lnTo>
                    <a:pt x="2560873" y="2598467"/>
                  </a:lnTo>
                  <a:lnTo>
                    <a:pt x="2560981" y="2598467"/>
                  </a:lnTo>
                  <a:lnTo>
                    <a:pt x="2561090" y="2598467"/>
                  </a:lnTo>
                  <a:lnTo>
                    <a:pt x="2561090" y="2597843"/>
                  </a:lnTo>
                  <a:lnTo>
                    <a:pt x="2561198" y="2597843"/>
                  </a:lnTo>
                  <a:lnTo>
                    <a:pt x="2561307" y="2597843"/>
                  </a:lnTo>
                  <a:lnTo>
                    <a:pt x="2561415" y="2597843"/>
                  </a:lnTo>
                  <a:lnTo>
                    <a:pt x="2561523" y="2597843"/>
                  </a:lnTo>
                  <a:lnTo>
                    <a:pt x="2561632" y="2597843"/>
                  </a:lnTo>
                  <a:lnTo>
                    <a:pt x="2561632" y="2597220"/>
                  </a:lnTo>
                  <a:lnTo>
                    <a:pt x="2561740" y="2597220"/>
                  </a:lnTo>
                  <a:lnTo>
                    <a:pt x="2561740" y="2596596"/>
                  </a:lnTo>
                  <a:lnTo>
                    <a:pt x="2561849" y="2596596"/>
                  </a:lnTo>
                  <a:lnTo>
                    <a:pt x="2561957" y="2596596"/>
                  </a:lnTo>
                  <a:lnTo>
                    <a:pt x="2561957" y="2595973"/>
                  </a:lnTo>
                  <a:lnTo>
                    <a:pt x="2562066" y="2595973"/>
                  </a:lnTo>
                  <a:lnTo>
                    <a:pt x="2562174" y="2595973"/>
                  </a:lnTo>
                  <a:lnTo>
                    <a:pt x="2562283" y="2595973"/>
                  </a:lnTo>
                  <a:lnTo>
                    <a:pt x="2562391" y="2595973"/>
                  </a:lnTo>
                  <a:lnTo>
                    <a:pt x="2562499" y="2595973"/>
                  </a:lnTo>
                  <a:lnTo>
                    <a:pt x="2562608" y="2595973"/>
                  </a:lnTo>
                  <a:lnTo>
                    <a:pt x="2562716" y="2595973"/>
                  </a:lnTo>
                  <a:lnTo>
                    <a:pt x="2562825" y="2595973"/>
                  </a:lnTo>
                  <a:lnTo>
                    <a:pt x="2562933" y="2595973"/>
                  </a:lnTo>
                  <a:lnTo>
                    <a:pt x="2563042" y="2595973"/>
                  </a:lnTo>
                  <a:lnTo>
                    <a:pt x="2563150" y="2595973"/>
                  </a:lnTo>
                  <a:lnTo>
                    <a:pt x="2563259" y="2595973"/>
                  </a:lnTo>
                  <a:lnTo>
                    <a:pt x="2563367" y="2595973"/>
                  </a:lnTo>
                  <a:lnTo>
                    <a:pt x="2563475" y="2595973"/>
                  </a:lnTo>
                  <a:lnTo>
                    <a:pt x="2563584" y="2595973"/>
                  </a:lnTo>
                  <a:lnTo>
                    <a:pt x="2563584" y="2595349"/>
                  </a:lnTo>
                  <a:lnTo>
                    <a:pt x="2563692" y="2595349"/>
                  </a:lnTo>
                  <a:lnTo>
                    <a:pt x="2563692" y="2594726"/>
                  </a:lnTo>
                  <a:lnTo>
                    <a:pt x="2563692" y="2594102"/>
                  </a:lnTo>
                  <a:lnTo>
                    <a:pt x="2563692" y="2593478"/>
                  </a:lnTo>
                  <a:lnTo>
                    <a:pt x="2563692" y="2592855"/>
                  </a:lnTo>
                  <a:lnTo>
                    <a:pt x="2563801" y="2592855"/>
                  </a:lnTo>
                  <a:lnTo>
                    <a:pt x="2563801" y="2592231"/>
                  </a:lnTo>
                  <a:lnTo>
                    <a:pt x="2563909" y="2592231"/>
                  </a:lnTo>
                  <a:lnTo>
                    <a:pt x="2564018" y="2592231"/>
                  </a:lnTo>
                  <a:lnTo>
                    <a:pt x="2564126" y="2592231"/>
                  </a:lnTo>
                  <a:lnTo>
                    <a:pt x="2564235" y="2592231"/>
                  </a:lnTo>
                  <a:lnTo>
                    <a:pt x="2564235" y="2591608"/>
                  </a:lnTo>
                  <a:lnTo>
                    <a:pt x="2564343" y="2591608"/>
                  </a:lnTo>
                  <a:lnTo>
                    <a:pt x="2564451" y="2591608"/>
                  </a:lnTo>
                  <a:lnTo>
                    <a:pt x="2564451" y="2590984"/>
                  </a:lnTo>
                  <a:lnTo>
                    <a:pt x="2564560" y="2590984"/>
                  </a:lnTo>
                  <a:lnTo>
                    <a:pt x="2564560" y="2590360"/>
                  </a:lnTo>
                  <a:lnTo>
                    <a:pt x="2564668" y="2590360"/>
                  </a:lnTo>
                  <a:lnTo>
                    <a:pt x="2564777" y="2590360"/>
                  </a:lnTo>
                  <a:lnTo>
                    <a:pt x="2564885" y="2590360"/>
                  </a:lnTo>
                  <a:lnTo>
                    <a:pt x="2564994" y="2590360"/>
                  </a:lnTo>
                  <a:lnTo>
                    <a:pt x="2565102" y="2590360"/>
                  </a:lnTo>
                  <a:lnTo>
                    <a:pt x="2565102" y="2589737"/>
                  </a:lnTo>
                  <a:lnTo>
                    <a:pt x="2565211" y="2589737"/>
                  </a:lnTo>
                  <a:lnTo>
                    <a:pt x="2565319" y="2589737"/>
                  </a:lnTo>
                  <a:lnTo>
                    <a:pt x="2565428" y="2589737"/>
                  </a:lnTo>
                  <a:lnTo>
                    <a:pt x="2565536" y="2589737"/>
                  </a:lnTo>
                  <a:lnTo>
                    <a:pt x="2565644" y="2589737"/>
                  </a:lnTo>
                  <a:lnTo>
                    <a:pt x="2565753" y="2589737"/>
                  </a:lnTo>
                  <a:lnTo>
                    <a:pt x="2565861" y="2589737"/>
                  </a:lnTo>
                  <a:lnTo>
                    <a:pt x="2565970" y="2589737"/>
                  </a:lnTo>
                  <a:lnTo>
                    <a:pt x="2566078" y="2589737"/>
                  </a:lnTo>
                  <a:lnTo>
                    <a:pt x="2566187" y="2589737"/>
                  </a:lnTo>
                  <a:lnTo>
                    <a:pt x="2566295" y="2589737"/>
                  </a:lnTo>
                  <a:lnTo>
                    <a:pt x="2566404" y="2589737"/>
                  </a:lnTo>
                  <a:lnTo>
                    <a:pt x="2566404" y="2589113"/>
                  </a:lnTo>
                  <a:lnTo>
                    <a:pt x="2566404" y="2588490"/>
                  </a:lnTo>
                  <a:lnTo>
                    <a:pt x="2566512" y="2588490"/>
                  </a:lnTo>
                  <a:lnTo>
                    <a:pt x="2566620" y="2588490"/>
                  </a:lnTo>
                  <a:lnTo>
                    <a:pt x="2566729" y="2588490"/>
                  </a:lnTo>
                  <a:lnTo>
                    <a:pt x="2566729" y="2587866"/>
                  </a:lnTo>
                  <a:lnTo>
                    <a:pt x="2566837" y="2587866"/>
                  </a:lnTo>
                  <a:lnTo>
                    <a:pt x="2566837" y="2587243"/>
                  </a:lnTo>
                  <a:lnTo>
                    <a:pt x="2566946" y="2587243"/>
                  </a:lnTo>
                  <a:lnTo>
                    <a:pt x="2567054" y="2587243"/>
                  </a:lnTo>
                  <a:lnTo>
                    <a:pt x="2567163" y="2587243"/>
                  </a:lnTo>
                  <a:lnTo>
                    <a:pt x="2567271" y="2587243"/>
                  </a:lnTo>
                  <a:lnTo>
                    <a:pt x="2567380" y="2587243"/>
                  </a:lnTo>
                  <a:lnTo>
                    <a:pt x="2567380" y="2586619"/>
                  </a:lnTo>
                  <a:lnTo>
                    <a:pt x="2567488" y="2586619"/>
                  </a:lnTo>
                  <a:lnTo>
                    <a:pt x="2567596" y="2586619"/>
                  </a:lnTo>
                  <a:lnTo>
                    <a:pt x="2567705" y="2586619"/>
                  </a:lnTo>
                  <a:lnTo>
                    <a:pt x="2567705" y="2585995"/>
                  </a:lnTo>
                  <a:lnTo>
                    <a:pt x="2567813" y="2585995"/>
                  </a:lnTo>
                  <a:lnTo>
                    <a:pt x="2567813" y="2585372"/>
                  </a:lnTo>
                  <a:lnTo>
                    <a:pt x="2567922" y="2585372"/>
                  </a:lnTo>
                  <a:lnTo>
                    <a:pt x="2568030" y="2585372"/>
                  </a:lnTo>
                  <a:lnTo>
                    <a:pt x="2568030" y="2584748"/>
                  </a:lnTo>
                  <a:lnTo>
                    <a:pt x="2568030" y="2584125"/>
                  </a:lnTo>
                  <a:lnTo>
                    <a:pt x="2568139" y="2584125"/>
                  </a:lnTo>
                  <a:lnTo>
                    <a:pt x="2568247" y="2584125"/>
                  </a:lnTo>
                  <a:lnTo>
                    <a:pt x="2568356" y="2584125"/>
                  </a:lnTo>
                  <a:lnTo>
                    <a:pt x="2568464" y="2584125"/>
                  </a:lnTo>
                  <a:lnTo>
                    <a:pt x="2568572" y="2584125"/>
                  </a:lnTo>
                  <a:lnTo>
                    <a:pt x="2568681" y="2584125"/>
                  </a:lnTo>
                  <a:lnTo>
                    <a:pt x="2568789" y="2584125"/>
                  </a:lnTo>
                  <a:lnTo>
                    <a:pt x="2568898" y="2584125"/>
                  </a:lnTo>
                  <a:lnTo>
                    <a:pt x="2569006" y="2584125"/>
                  </a:lnTo>
                  <a:lnTo>
                    <a:pt x="2569115" y="2584125"/>
                  </a:lnTo>
                  <a:lnTo>
                    <a:pt x="2569115" y="2583501"/>
                  </a:lnTo>
                  <a:lnTo>
                    <a:pt x="2569223" y="2583501"/>
                  </a:lnTo>
                  <a:lnTo>
                    <a:pt x="2569332" y="2583501"/>
                  </a:lnTo>
                  <a:lnTo>
                    <a:pt x="2569440" y="2583501"/>
                  </a:lnTo>
                  <a:lnTo>
                    <a:pt x="2569440" y="2582877"/>
                  </a:lnTo>
                  <a:lnTo>
                    <a:pt x="2569440" y="2582254"/>
                  </a:lnTo>
                  <a:lnTo>
                    <a:pt x="2569549" y="2582254"/>
                  </a:lnTo>
                  <a:lnTo>
                    <a:pt x="2569657" y="2582254"/>
                  </a:lnTo>
                  <a:lnTo>
                    <a:pt x="2569765" y="2582254"/>
                  </a:lnTo>
                  <a:lnTo>
                    <a:pt x="2569765" y="2581630"/>
                  </a:lnTo>
                  <a:lnTo>
                    <a:pt x="2569765" y="2581007"/>
                  </a:lnTo>
                  <a:lnTo>
                    <a:pt x="2569874" y="2581007"/>
                  </a:lnTo>
                  <a:lnTo>
                    <a:pt x="2569982" y="2581007"/>
                  </a:lnTo>
                  <a:lnTo>
                    <a:pt x="2570091" y="2581007"/>
                  </a:lnTo>
                  <a:lnTo>
                    <a:pt x="2570199" y="2581007"/>
                  </a:lnTo>
                  <a:lnTo>
                    <a:pt x="2570308" y="2581007"/>
                  </a:lnTo>
                  <a:lnTo>
                    <a:pt x="2570308" y="2580383"/>
                  </a:lnTo>
                  <a:lnTo>
                    <a:pt x="2570416" y="2580383"/>
                  </a:lnTo>
                  <a:lnTo>
                    <a:pt x="2570525" y="2580383"/>
                  </a:lnTo>
                  <a:lnTo>
                    <a:pt x="2570633" y="2580383"/>
                  </a:lnTo>
                  <a:lnTo>
                    <a:pt x="2570741" y="2580383"/>
                  </a:lnTo>
                  <a:lnTo>
                    <a:pt x="2570850" y="2580383"/>
                  </a:lnTo>
                  <a:lnTo>
                    <a:pt x="2570958" y="2580383"/>
                  </a:lnTo>
                  <a:lnTo>
                    <a:pt x="2571067" y="2580383"/>
                  </a:lnTo>
                  <a:lnTo>
                    <a:pt x="2571175" y="2580383"/>
                  </a:lnTo>
                  <a:lnTo>
                    <a:pt x="2571284" y="2580383"/>
                  </a:lnTo>
                  <a:lnTo>
                    <a:pt x="2571392" y="2580383"/>
                  </a:lnTo>
                  <a:lnTo>
                    <a:pt x="2571501" y="2580383"/>
                  </a:lnTo>
                  <a:lnTo>
                    <a:pt x="2571609" y="2580383"/>
                  </a:lnTo>
                  <a:lnTo>
                    <a:pt x="2571717" y="2580383"/>
                  </a:lnTo>
                  <a:lnTo>
                    <a:pt x="2571826" y="2580383"/>
                  </a:lnTo>
                  <a:lnTo>
                    <a:pt x="2571934" y="2580383"/>
                  </a:lnTo>
                  <a:lnTo>
                    <a:pt x="2572043" y="2580383"/>
                  </a:lnTo>
                  <a:lnTo>
                    <a:pt x="2572151" y="2580383"/>
                  </a:lnTo>
                  <a:lnTo>
                    <a:pt x="2572260" y="2580383"/>
                  </a:lnTo>
                  <a:lnTo>
                    <a:pt x="2572368" y="2580383"/>
                  </a:lnTo>
                  <a:lnTo>
                    <a:pt x="2572477" y="2580383"/>
                  </a:lnTo>
                  <a:lnTo>
                    <a:pt x="2572585" y="2580383"/>
                  </a:lnTo>
                  <a:lnTo>
                    <a:pt x="2572693" y="2580383"/>
                  </a:lnTo>
                  <a:lnTo>
                    <a:pt x="2572802" y="2580383"/>
                  </a:lnTo>
                  <a:lnTo>
                    <a:pt x="2572802" y="2579760"/>
                  </a:lnTo>
                  <a:lnTo>
                    <a:pt x="2572910" y="2579760"/>
                  </a:lnTo>
                  <a:lnTo>
                    <a:pt x="2573019" y="2579760"/>
                  </a:lnTo>
                  <a:lnTo>
                    <a:pt x="2573127" y="2579760"/>
                  </a:lnTo>
                  <a:lnTo>
                    <a:pt x="2573127" y="2579136"/>
                  </a:lnTo>
                  <a:lnTo>
                    <a:pt x="2573127" y="2578512"/>
                  </a:lnTo>
                  <a:lnTo>
                    <a:pt x="2573127" y="2577889"/>
                  </a:lnTo>
                  <a:lnTo>
                    <a:pt x="2573236" y="2577889"/>
                  </a:lnTo>
                  <a:lnTo>
                    <a:pt x="2573344" y="2577889"/>
                  </a:lnTo>
                  <a:lnTo>
                    <a:pt x="2573453" y="2577889"/>
                  </a:lnTo>
                  <a:lnTo>
                    <a:pt x="2573561" y="2577889"/>
                  </a:lnTo>
                  <a:lnTo>
                    <a:pt x="2573669" y="2577889"/>
                  </a:lnTo>
                  <a:lnTo>
                    <a:pt x="2573669" y="2577265"/>
                  </a:lnTo>
                  <a:lnTo>
                    <a:pt x="2573778" y="2577265"/>
                  </a:lnTo>
                  <a:lnTo>
                    <a:pt x="2573886" y="2577265"/>
                  </a:lnTo>
                  <a:lnTo>
                    <a:pt x="2573995" y="2577265"/>
                  </a:lnTo>
                  <a:lnTo>
                    <a:pt x="2574103" y="2577265"/>
                  </a:lnTo>
                  <a:lnTo>
                    <a:pt x="2574212" y="2577265"/>
                  </a:lnTo>
                  <a:lnTo>
                    <a:pt x="2574320" y="2577265"/>
                  </a:lnTo>
                  <a:lnTo>
                    <a:pt x="2574429" y="2577265"/>
                  </a:lnTo>
                  <a:lnTo>
                    <a:pt x="2574537" y="2577265"/>
                  </a:lnTo>
                  <a:lnTo>
                    <a:pt x="2574646" y="2577265"/>
                  </a:lnTo>
                  <a:lnTo>
                    <a:pt x="2574754" y="2577265"/>
                  </a:lnTo>
                  <a:lnTo>
                    <a:pt x="2574862" y="2577265"/>
                  </a:lnTo>
                  <a:lnTo>
                    <a:pt x="2574971" y="2577265"/>
                  </a:lnTo>
                  <a:lnTo>
                    <a:pt x="2575079" y="2577265"/>
                  </a:lnTo>
                  <a:lnTo>
                    <a:pt x="2575188" y="2577265"/>
                  </a:lnTo>
                  <a:lnTo>
                    <a:pt x="2575296" y="2577265"/>
                  </a:lnTo>
                  <a:lnTo>
                    <a:pt x="2575296" y="2576642"/>
                  </a:lnTo>
                  <a:lnTo>
                    <a:pt x="2575296" y="2576018"/>
                  </a:lnTo>
                  <a:lnTo>
                    <a:pt x="2575405" y="2576018"/>
                  </a:lnTo>
                  <a:lnTo>
                    <a:pt x="2575513" y="2576018"/>
                  </a:lnTo>
                  <a:lnTo>
                    <a:pt x="2575622" y="2576018"/>
                  </a:lnTo>
                  <a:lnTo>
                    <a:pt x="2575730" y="2576018"/>
                  </a:lnTo>
                  <a:lnTo>
                    <a:pt x="2575838" y="2576018"/>
                  </a:lnTo>
                  <a:lnTo>
                    <a:pt x="2575947" y="2576018"/>
                  </a:lnTo>
                  <a:lnTo>
                    <a:pt x="2576055" y="2576018"/>
                  </a:lnTo>
                  <a:lnTo>
                    <a:pt x="2576164" y="2576018"/>
                  </a:lnTo>
                  <a:lnTo>
                    <a:pt x="2576164" y="2575394"/>
                  </a:lnTo>
                  <a:lnTo>
                    <a:pt x="2576272" y="2575394"/>
                  </a:lnTo>
                  <a:lnTo>
                    <a:pt x="2576381" y="2575394"/>
                  </a:lnTo>
                  <a:lnTo>
                    <a:pt x="2576489" y="2575394"/>
                  </a:lnTo>
                  <a:lnTo>
                    <a:pt x="2576598" y="2575394"/>
                  </a:lnTo>
                  <a:lnTo>
                    <a:pt x="2576706" y="2575394"/>
                  </a:lnTo>
                  <a:lnTo>
                    <a:pt x="2576706" y="2574771"/>
                  </a:lnTo>
                  <a:lnTo>
                    <a:pt x="2576814" y="2574771"/>
                  </a:lnTo>
                  <a:lnTo>
                    <a:pt x="2576923" y="2574771"/>
                  </a:lnTo>
                  <a:lnTo>
                    <a:pt x="2576923" y="2574147"/>
                  </a:lnTo>
                  <a:lnTo>
                    <a:pt x="2577031" y="2574147"/>
                  </a:lnTo>
                  <a:lnTo>
                    <a:pt x="2577140" y="2574147"/>
                  </a:lnTo>
                  <a:lnTo>
                    <a:pt x="2577140" y="2573524"/>
                  </a:lnTo>
                  <a:lnTo>
                    <a:pt x="2577248" y="2573524"/>
                  </a:lnTo>
                  <a:lnTo>
                    <a:pt x="2577357" y="2573524"/>
                  </a:lnTo>
                  <a:lnTo>
                    <a:pt x="2577465" y="2573524"/>
                  </a:lnTo>
                  <a:lnTo>
                    <a:pt x="2577574" y="2573524"/>
                  </a:lnTo>
                  <a:lnTo>
                    <a:pt x="2577682" y="2573524"/>
                  </a:lnTo>
                  <a:lnTo>
                    <a:pt x="2577790" y="2573524"/>
                  </a:lnTo>
                  <a:lnTo>
                    <a:pt x="2577899" y="2573524"/>
                  </a:lnTo>
                  <a:lnTo>
                    <a:pt x="2578007" y="2573524"/>
                  </a:lnTo>
                  <a:lnTo>
                    <a:pt x="2578116" y="2573524"/>
                  </a:lnTo>
                  <a:lnTo>
                    <a:pt x="2578224" y="2573524"/>
                  </a:lnTo>
                  <a:lnTo>
                    <a:pt x="2578333" y="2573524"/>
                  </a:lnTo>
                  <a:lnTo>
                    <a:pt x="2578441" y="2573524"/>
                  </a:lnTo>
                  <a:lnTo>
                    <a:pt x="2578550" y="2573524"/>
                  </a:lnTo>
                  <a:lnTo>
                    <a:pt x="2578658" y="2573524"/>
                  </a:lnTo>
                  <a:lnTo>
                    <a:pt x="2578767" y="2573524"/>
                  </a:lnTo>
                  <a:lnTo>
                    <a:pt x="2578875" y="2573524"/>
                  </a:lnTo>
                  <a:lnTo>
                    <a:pt x="2578983" y="2573524"/>
                  </a:lnTo>
                  <a:lnTo>
                    <a:pt x="2579092" y="2573524"/>
                  </a:lnTo>
                  <a:lnTo>
                    <a:pt x="2579200" y="2573524"/>
                  </a:lnTo>
                  <a:lnTo>
                    <a:pt x="2579309" y="2573524"/>
                  </a:lnTo>
                  <a:lnTo>
                    <a:pt x="2579417" y="2573524"/>
                  </a:lnTo>
                  <a:lnTo>
                    <a:pt x="2579526" y="2573524"/>
                  </a:lnTo>
                  <a:lnTo>
                    <a:pt x="2579634" y="2573524"/>
                  </a:lnTo>
                  <a:lnTo>
                    <a:pt x="2579743" y="2573524"/>
                  </a:lnTo>
                  <a:lnTo>
                    <a:pt x="2579851" y="2573524"/>
                  </a:lnTo>
                  <a:lnTo>
                    <a:pt x="2579959" y="2573524"/>
                  </a:lnTo>
                  <a:lnTo>
                    <a:pt x="2580068" y="2573524"/>
                  </a:lnTo>
                  <a:lnTo>
                    <a:pt x="2580176" y="2573524"/>
                  </a:lnTo>
                  <a:lnTo>
                    <a:pt x="2580285" y="2573524"/>
                  </a:lnTo>
                  <a:lnTo>
                    <a:pt x="2580393" y="2573524"/>
                  </a:lnTo>
                  <a:lnTo>
                    <a:pt x="2580502" y="2573524"/>
                  </a:lnTo>
                  <a:lnTo>
                    <a:pt x="2580610" y="2573524"/>
                  </a:lnTo>
                  <a:lnTo>
                    <a:pt x="2580719" y="2573524"/>
                  </a:lnTo>
                  <a:lnTo>
                    <a:pt x="2580827" y="2573524"/>
                  </a:lnTo>
                  <a:lnTo>
                    <a:pt x="2580827" y="2572900"/>
                  </a:lnTo>
                  <a:lnTo>
                    <a:pt x="2580935" y="2572900"/>
                  </a:lnTo>
                  <a:lnTo>
                    <a:pt x="2581044" y="2572900"/>
                  </a:lnTo>
                  <a:lnTo>
                    <a:pt x="2581152" y="2572900"/>
                  </a:lnTo>
                  <a:lnTo>
                    <a:pt x="2581261" y="2572900"/>
                  </a:lnTo>
                  <a:lnTo>
                    <a:pt x="2581369" y="2572900"/>
                  </a:lnTo>
                  <a:lnTo>
                    <a:pt x="2581478" y="2572900"/>
                  </a:lnTo>
                  <a:lnTo>
                    <a:pt x="2581478" y="2572277"/>
                  </a:lnTo>
                  <a:lnTo>
                    <a:pt x="2581478" y="2571653"/>
                  </a:lnTo>
                  <a:lnTo>
                    <a:pt x="2581586" y="2571653"/>
                  </a:lnTo>
                  <a:lnTo>
                    <a:pt x="2581586" y="2571029"/>
                  </a:lnTo>
                  <a:lnTo>
                    <a:pt x="2581695" y="2571029"/>
                  </a:lnTo>
                  <a:lnTo>
                    <a:pt x="2581695" y="2570406"/>
                  </a:lnTo>
                  <a:lnTo>
                    <a:pt x="2581695" y="2569782"/>
                  </a:lnTo>
                  <a:lnTo>
                    <a:pt x="2581803" y="2569782"/>
                  </a:lnTo>
                  <a:lnTo>
                    <a:pt x="2581911" y="2569782"/>
                  </a:lnTo>
                  <a:lnTo>
                    <a:pt x="2582020" y="2569782"/>
                  </a:lnTo>
                  <a:lnTo>
                    <a:pt x="2582128" y="2569782"/>
                  </a:lnTo>
                  <a:lnTo>
                    <a:pt x="2582237" y="2569782"/>
                  </a:lnTo>
                  <a:lnTo>
                    <a:pt x="2582345" y="2569782"/>
                  </a:lnTo>
                  <a:lnTo>
                    <a:pt x="2582454" y="2569782"/>
                  </a:lnTo>
                  <a:lnTo>
                    <a:pt x="2582562" y="2569782"/>
                  </a:lnTo>
                  <a:lnTo>
                    <a:pt x="2582671" y="2569782"/>
                  </a:lnTo>
                  <a:lnTo>
                    <a:pt x="2582671" y="2569159"/>
                  </a:lnTo>
                  <a:lnTo>
                    <a:pt x="2582779" y="2569159"/>
                  </a:lnTo>
                  <a:lnTo>
                    <a:pt x="2582779" y="2568535"/>
                  </a:lnTo>
                  <a:lnTo>
                    <a:pt x="2582888" y="2568535"/>
                  </a:lnTo>
                  <a:lnTo>
                    <a:pt x="2582996" y="2568535"/>
                  </a:lnTo>
                  <a:lnTo>
                    <a:pt x="2583104" y="2568535"/>
                  </a:lnTo>
                  <a:lnTo>
                    <a:pt x="2583213" y="2568535"/>
                  </a:lnTo>
                  <a:lnTo>
                    <a:pt x="2583321" y="2568535"/>
                  </a:lnTo>
                  <a:lnTo>
                    <a:pt x="2583430" y="2568535"/>
                  </a:lnTo>
                  <a:lnTo>
                    <a:pt x="2583430" y="2567911"/>
                  </a:lnTo>
                  <a:lnTo>
                    <a:pt x="2583538" y="2567911"/>
                  </a:lnTo>
                  <a:lnTo>
                    <a:pt x="2583647" y="2567911"/>
                  </a:lnTo>
                  <a:lnTo>
                    <a:pt x="2583647" y="2567288"/>
                  </a:lnTo>
                  <a:lnTo>
                    <a:pt x="2583647" y="2566664"/>
                  </a:lnTo>
                  <a:lnTo>
                    <a:pt x="2583755" y="2566664"/>
                  </a:lnTo>
                  <a:lnTo>
                    <a:pt x="2583864" y="2566664"/>
                  </a:lnTo>
                  <a:lnTo>
                    <a:pt x="2583972" y="2566664"/>
                  </a:lnTo>
                  <a:lnTo>
                    <a:pt x="2583972" y="2566041"/>
                  </a:lnTo>
                  <a:lnTo>
                    <a:pt x="2584080" y="2566041"/>
                  </a:lnTo>
                  <a:lnTo>
                    <a:pt x="2584189" y="2566041"/>
                  </a:lnTo>
                  <a:lnTo>
                    <a:pt x="2584297" y="2566041"/>
                  </a:lnTo>
                  <a:lnTo>
                    <a:pt x="2584406" y="2566041"/>
                  </a:lnTo>
                  <a:lnTo>
                    <a:pt x="2584514" y="2566041"/>
                  </a:lnTo>
                  <a:lnTo>
                    <a:pt x="2584514" y="2565417"/>
                  </a:lnTo>
                  <a:lnTo>
                    <a:pt x="2584514" y="2564794"/>
                  </a:lnTo>
                  <a:lnTo>
                    <a:pt x="2584623" y="2564794"/>
                  </a:lnTo>
                  <a:lnTo>
                    <a:pt x="2584731" y="2564794"/>
                  </a:lnTo>
                  <a:lnTo>
                    <a:pt x="2584731" y="2564170"/>
                  </a:lnTo>
                  <a:lnTo>
                    <a:pt x="2584840" y="2564170"/>
                  </a:lnTo>
                  <a:lnTo>
                    <a:pt x="2584840" y="2563546"/>
                  </a:lnTo>
                  <a:lnTo>
                    <a:pt x="2584948" y="2563546"/>
                  </a:lnTo>
                  <a:lnTo>
                    <a:pt x="2585056" y="2563546"/>
                  </a:lnTo>
                  <a:lnTo>
                    <a:pt x="2585056" y="2562923"/>
                  </a:lnTo>
                  <a:lnTo>
                    <a:pt x="2585165" y="2562923"/>
                  </a:lnTo>
                  <a:lnTo>
                    <a:pt x="2585273" y="2562923"/>
                  </a:lnTo>
                  <a:lnTo>
                    <a:pt x="2585382" y="2562923"/>
                  </a:lnTo>
                  <a:lnTo>
                    <a:pt x="2585490" y="2562923"/>
                  </a:lnTo>
                  <a:lnTo>
                    <a:pt x="2585599" y="2562923"/>
                  </a:lnTo>
                  <a:lnTo>
                    <a:pt x="2585707" y="2562923"/>
                  </a:lnTo>
                  <a:lnTo>
                    <a:pt x="2585816" y="2562923"/>
                  </a:lnTo>
                  <a:lnTo>
                    <a:pt x="2585924" y="2562923"/>
                  </a:lnTo>
                  <a:lnTo>
                    <a:pt x="2586032" y="2562923"/>
                  </a:lnTo>
                  <a:lnTo>
                    <a:pt x="2586141" y="2562923"/>
                  </a:lnTo>
                  <a:lnTo>
                    <a:pt x="2586249" y="2562923"/>
                  </a:lnTo>
                  <a:lnTo>
                    <a:pt x="2586358" y="2562923"/>
                  </a:lnTo>
                  <a:lnTo>
                    <a:pt x="2586466" y="2562923"/>
                  </a:lnTo>
                  <a:lnTo>
                    <a:pt x="2586575" y="2562923"/>
                  </a:lnTo>
                  <a:lnTo>
                    <a:pt x="2586683" y="2562923"/>
                  </a:lnTo>
                  <a:lnTo>
                    <a:pt x="2586792" y="2562923"/>
                  </a:lnTo>
                  <a:lnTo>
                    <a:pt x="2586792" y="2562299"/>
                  </a:lnTo>
                  <a:lnTo>
                    <a:pt x="2586900" y="2562299"/>
                  </a:lnTo>
                  <a:lnTo>
                    <a:pt x="2587009" y="2562299"/>
                  </a:lnTo>
                  <a:lnTo>
                    <a:pt x="2587117" y="2562299"/>
                  </a:lnTo>
                  <a:lnTo>
                    <a:pt x="2587225" y="2562299"/>
                  </a:lnTo>
                  <a:lnTo>
                    <a:pt x="2587334" y="2562299"/>
                  </a:lnTo>
                  <a:lnTo>
                    <a:pt x="2587334" y="2561676"/>
                  </a:lnTo>
                  <a:lnTo>
                    <a:pt x="2587442" y="2561676"/>
                  </a:lnTo>
                  <a:lnTo>
                    <a:pt x="2587551" y="2561676"/>
                  </a:lnTo>
                  <a:lnTo>
                    <a:pt x="2587659" y="2561676"/>
                  </a:lnTo>
                  <a:lnTo>
                    <a:pt x="2587768" y="2561676"/>
                  </a:lnTo>
                  <a:lnTo>
                    <a:pt x="2587876" y="2561676"/>
                  </a:lnTo>
                  <a:lnTo>
                    <a:pt x="2587876" y="2561052"/>
                  </a:lnTo>
                  <a:lnTo>
                    <a:pt x="2587985" y="2561052"/>
                  </a:lnTo>
                  <a:lnTo>
                    <a:pt x="2588093" y="2561052"/>
                  </a:lnTo>
                  <a:lnTo>
                    <a:pt x="2588201" y="2561052"/>
                  </a:lnTo>
                  <a:lnTo>
                    <a:pt x="2588310" y="2561052"/>
                  </a:lnTo>
                  <a:lnTo>
                    <a:pt x="2588418" y="2561052"/>
                  </a:lnTo>
                  <a:lnTo>
                    <a:pt x="2588527" y="2561052"/>
                  </a:lnTo>
                  <a:lnTo>
                    <a:pt x="2588527" y="2560429"/>
                  </a:lnTo>
                  <a:lnTo>
                    <a:pt x="2588635" y="2560429"/>
                  </a:lnTo>
                  <a:lnTo>
                    <a:pt x="2588744" y="2560429"/>
                  </a:lnTo>
                  <a:lnTo>
                    <a:pt x="2588852" y="2560429"/>
                  </a:lnTo>
                  <a:lnTo>
                    <a:pt x="2588852" y="2559805"/>
                  </a:lnTo>
                  <a:lnTo>
                    <a:pt x="2588852" y="2559181"/>
                  </a:lnTo>
                  <a:lnTo>
                    <a:pt x="2588852" y="2558558"/>
                  </a:lnTo>
                  <a:lnTo>
                    <a:pt x="2588961" y="2558558"/>
                  </a:lnTo>
                  <a:lnTo>
                    <a:pt x="2589069" y="2558558"/>
                  </a:lnTo>
                  <a:lnTo>
                    <a:pt x="2589177" y="2558558"/>
                  </a:lnTo>
                  <a:lnTo>
                    <a:pt x="2589177" y="2557934"/>
                  </a:lnTo>
                  <a:lnTo>
                    <a:pt x="2589286" y="2557934"/>
                  </a:lnTo>
                  <a:lnTo>
                    <a:pt x="2589394" y="2557934"/>
                  </a:lnTo>
                  <a:lnTo>
                    <a:pt x="2589503" y="2557934"/>
                  </a:lnTo>
                  <a:lnTo>
                    <a:pt x="2589611" y="2557934"/>
                  </a:lnTo>
                  <a:lnTo>
                    <a:pt x="2589720" y="2557934"/>
                  </a:lnTo>
                  <a:lnTo>
                    <a:pt x="2589828" y="2557934"/>
                  </a:lnTo>
                  <a:lnTo>
                    <a:pt x="2589937" y="2557934"/>
                  </a:lnTo>
                  <a:lnTo>
                    <a:pt x="2590045" y="2557934"/>
                  </a:lnTo>
                  <a:lnTo>
                    <a:pt x="2590153" y="2557934"/>
                  </a:lnTo>
                  <a:lnTo>
                    <a:pt x="2590262" y="2557934"/>
                  </a:lnTo>
                  <a:lnTo>
                    <a:pt x="2590370" y="2557934"/>
                  </a:lnTo>
                  <a:lnTo>
                    <a:pt x="2590370" y="2557311"/>
                  </a:lnTo>
                  <a:lnTo>
                    <a:pt x="2590479" y="2557311"/>
                  </a:lnTo>
                  <a:lnTo>
                    <a:pt x="2590587" y="2557311"/>
                  </a:lnTo>
                  <a:lnTo>
                    <a:pt x="2590696" y="2557311"/>
                  </a:lnTo>
                  <a:lnTo>
                    <a:pt x="2590804" y="2557311"/>
                  </a:lnTo>
                  <a:lnTo>
                    <a:pt x="2590913" y="2557311"/>
                  </a:lnTo>
                  <a:lnTo>
                    <a:pt x="2590913" y="2556687"/>
                  </a:lnTo>
                  <a:lnTo>
                    <a:pt x="2591021" y="2556687"/>
                  </a:lnTo>
                  <a:lnTo>
                    <a:pt x="2591130" y="2556687"/>
                  </a:lnTo>
                  <a:lnTo>
                    <a:pt x="2591238" y="2556687"/>
                  </a:lnTo>
                  <a:lnTo>
                    <a:pt x="2591346" y="2556687"/>
                  </a:lnTo>
                  <a:lnTo>
                    <a:pt x="2591346" y="2556063"/>
                  </a:lnTo>
                  <a:lnTo>
                    <a:pt x="2591455" y="2556063"/>
                  </a:lnTo>
                  <a:lnTo>
                    <a:pt x="2591563" y="2556063"/>
                  </a:lnTo>
                  <a:lnTo>
                    <a:pt x="2591672" y="2556063"/>
                  </a:lnTo>
                  <a:lnTo>
                    <a:pt x="2591780" y="2556063"/>
                  </a:lnTo>
                  <a:lnTo>
                    <a:pt x="2591889" y="2556063"/>
                  </a:lnTo>
                  <a:lnTo>
                    <a:pt x="2591997" y="2556063"/>
                  </a:lnTo>
                  <a:lnTo>
                    <a:pt x="2592106" y="2556063"/>
                  </a:lnTo>
                  <a:lnTo>
                    <a:pt x="2592214" y="2556063"/>
                  </a:lnTo>
                  <a:lnTo>
                    <a:pt x="2592322" y="2556063"/>
                  </a:lnTo>
                  <a:lnTo>
                    <a:pt x="2592431" y="2556063"/>
                  </a:lnTo>
                  <a:lnTo>
                    <a:pt x="2592539" y="2556063"/>
                  </a:lnTo>
                  <a:lnTo>
                    <a:pt x="2592539" y="2555440"/>
                  </a:lnTo>
                  <a:lnTo>
                    <a:pt x="2592648" y="2555440"/>
                  </a:lnTo>
                  <a:lnTo>
                    <a:pt x="2592756" y="2555440"/>
                  </a:lnTo>
                  <a:lnTo>
                    <a:pt x="2592865" y="2555440"/>
                  </a:lnTo>
                  <a:lnTo>
                    <a:pt x="2592973" y="2555440"/>
                  </a:lnTo>
                  <a:lnTo>
                    <a:pt x="2593082" y="2555440"/>
                  </a:lnTo>
                  <a:lnTo>
                    <a:pt x="2593190" y="2555440"/>
                  </a:lnTo>
                  <a:lnTo>
                    <a:pt x="2593298" y="2555440"/>
                  </a:lnTo>
                  <a:lnTo>
                    <a:pt x="2593298" y="2554816"/>
                  </a:lnTo>
                  <a:lnTo>
                    <a:pt x="2593407" y="2554816"/>
                  </a:lnTo>
                  <a:lnTo>
                    <a:pt x="2593515" y="2554816"/>
                  </a:lnTo>
                  <a:lnTo>
                    <a:pt x="2593624" y="2554816"/>
                  </a:lnTo>
                  <a:lnTo>
                    <a:pt x="2593732" y="2554816"/>
                  </a:lnTo>
                  <a:lnTo>
                    <a:pt x="2593841" y="2554816"/>
                  </a:lnTo>
                  <a:lnTo>
                    <a:pt x="2593949" y="2554816"/>
                  </a:lnTo>
                  <a:lnTo>
                    <a:pt x="2594058" y="2554816"/>
                  </a:lnTo>
                  <a:lnTo>
                    <a:pt x="2594058" y="2554193"/>
                  </a:lnTo>
                  <a:lnTo>
                    <a:pt x="2594058" y="2553569"/>
                  </a:lnTo>
                  <a:lnTo>
                    <a:pt x="2594166" y="2553569"/>
                  </a:lnTo>
                  <a:lnTo>
                    <a:pt x="2594274" y="2553569"/>
                  </a:lnTo>
                  <a:lnTo>
                    <a:pt x="2594383" y="2553569"/>
                  </a:lnTo>
                  <a:lnTo>
                    <a:pt x="2594383" y="2552946"/>
                  </a:lnTo>
                  <a:lnTo>
                    <a:pt x="2594383" y="2552322"/>
                  </a:lnTo>
                  <a:lnTo>
                    <a:pt x="2594491" y="2552322"/>
                  </a:lnTo>
                  <a:lnTo>
                    <a:pt x="2594600" y="2552322"/>
                  </a:lnTo>
                  <a:lnTo>
                    <a:pt x="2594708" y="2552322"/>
                  </a:lnTo>
                  <a:lnTo>
                    <a:pt x="2594817" y="2552322"/>
                  </a:lnTo>
                  <a:lnTo>
                    <a:pt x="2594925" y="2552322"/>
                  </a:lnTo>
                  <a:lnTo>
                    <a:pt x="2594925" y="2551698"/>
                  </a:lnTo>
                  <a:lnTo>
                    <a:pt x="2595034" y="2551698"/>
                  </a:lnTo>
                  <a:lnTo>
                    <a:pt x="2595142" y="2551698"/>
                  </a:lnTo>
                  <a:lnTo>
                    <a:pt x="2595250" y="2551698"/>
                  </a:lnTo>
                  <a:lnTo>
                    <a:pt x="2595359" y="2551698"/>
                  </a:lnTo>
                  <a:lnTo>
                    <a:pt x="2595467" y="2551698"/>
                  </a:lnTo>
                  <a:lnTo>
                    <a:pt x="2595576" y="2551698"/>
                  </a:lnTo>
                  <a:lnTo>
                    <a:pt x="2595684" y="2551698"/>
                  </a:lnTo>
                  <a:lnTo>
                    <a:pt x="2595684" y="2551075"/>
                  </a:lnTo>
                  <a:lnTo>
                    <a:pt x="2595793" y="2551075"/>
                  </a:lnTo>
                  <a:lnTo>
                    <a:pt x="2595901" y="2551075"/>
                  </a:lnTo>
                  <a:lnTo>
                    <a:pt x="2595901" y="2550451"/>
                  </a:lnTo>
                  <a:lnTo>
                    <a:pt x="2596010" y="2550451"/>
                  </a:lnTo>
                  <a:lnTo>
                    <a:pt x="2596118" y="2550451"/>
                  </a:lnTo>
                  <a:lnTo>
                    <a:pt x="2596227" y="2550451"/>
                  </a:lnTo>
                  <a:lnTo>
                    <a:pt x="2596335" y="2550451"/>
                  </a:lnTo>
                  <a:lnTo>
                    <a:pt x="2596443" y="2550451"/>
                  </a:lnTo>
                  <a:lnTo>
                    <a:pt x="2596552" y="2550451"/>
                  </a:lnTo>
                  <a:lnTo>
                    <a:pt x="2596660" y="2550451"/>
                  </a:lnTo>
                  <a:lnTo>
                    <a:pt x="2596769" y="2550451"/>
                  </a:lnTo>
                  <a:lnTo>
                    <a:pt x="2596877" y="2550451"/>
                  </a:lnTo>
                  <a:lnTo>
                    <a:pt x="2596986" y="2550451"/>
                  </a:lnTo>
                  <a:lnTo>
                    <a:pt x="2597094" y="2550451"/>
                  </a:lnTo>
                  <a:lnTo>
                    <a:pt x="2597203" y="2550451"/>
                  </a:lnTo>
                  <a:lnTo>
                    <a:pt x="2597311" y="2550451"/>
                  </a:lnTo>
                  <a:lnTo>
                    <a:pt x="2597419" y="2550451"/>
                  </a:lnTo>
                  <a:lnTo>
                    <a:pt x="2597419" y="2549828"/>
                  </a:lnTo>
                  <a:lnTo>
                    <a:pt x="2597528" y="2549828"/>
                  </a:lnTo>
                  <a:lnTo>
                    <a:pt x="2597636" y="2549828"/>
                  </a:lnTo>
                  <a:lnTo>
                    <a:pt x="2597745" y="2549828"/>
                  </a:lnTo>
                  <a:lnTo>
                    <a:pt x="2597745" y="2549204"/>
                  </a:lnTo>
                  <a:lnTo>
                    <a:pt x="2597745" y="2548580"/>
                  </a:lnTo>
                  <a:lnTo>
                    <a:pt x="2597853" y="2548580"/>
                  </a:lnTo>
                  <a:lnTo>
                    <a:pt x="2597962" y="2548580"/>
                  </a:lnTo>
                  <a:lnTo>
                    <a:pt x="2597962" y="2547957"/>
                  </a:lnTo>
                  <a:lnTo>
                    <a:pt x="2598070" y="2547957"/>
                  </a:lnTo>
                  <a:lnTo>
                    <a:pt x="2598179" y="2547957"/>
                  </a:lnTo>
                  <a:lnTo>
                    <a:pt x="2598287" y="2547957"/>
                  </a:lnTo>
                  <a:lnTo>
                    <a:pt x="2598395" y="2547957"/>
                  </a:lnTo>
                  <a:lnTo>
                    <a:pt x="2598395" y="2547333"/>
                  </a:lnTo>
                  <a:lnTo>
                    <a:pt x="2598504" y="2547333"/>
                  </a:lnTo>
                  <a:lnTo>
                    <a:pt x="2598612" y="2547333"/>
                  </a:lnTo>
                  <a:lnTo>
                    <a:pt x="2598721" y="2547333"/>
                  </a:lnTo>
                  <a:lnTo>
                    <a:pt x="2598721" y="2546710"/>
                  </a:lnTo>
                  <a:lnTo>
                    <a:pt x="2598829" y="2546710"/>
                  </a:lnTo>
                  <a:lnTo>
                    <a:pt x="2598938" y="2546710"/>
                  </a:lnTo>
                  <a:lnTo>
                    <a:pt x="2599046" y="2546710"/>
                  </a:lnTo>
                  <a:lnTo>
                    <a:pt x="2599155" y="2546710"/>
                  </a:lnTo>
                  <a:lnTo>
                    <a:pt x="2599263" y="2546710"/>
                  </a:lnTo>
                  <a:lnTo>
                    <a:pt x="2599263" y="2546086"/>
                  </a:lnTo>
                  <a:lnTo>
                    <a:pt x="2599371" y="2546086"/>
                  </a:lnTo>
                  <a:lnTo>
                    <a:pt x="2599480" y="2546086"/>
                  </a:lnTo>
                  <a:lnTo>
                    <a:pt x="2599588" y="2546086"/>
                  </a:lnTo>
                  <a:lnTo>
                    <a:pt x="2599588" y="2545463"/>
                  </a:lnTo>
                  <a:lnTo>
                    <a:pt x="2599697" y="2545463"/>
                  </a:lnTo>
                  <a:lnTo>
                    <a:pt x="2599805" y="2545463"/>
                  </a:lnTo>
                  <a:lnTo>
                    <a:pt x="2599805" y="2544839"/>
                  </a:lnTo>
                  <a:lnTo>
                    <a:pt x="2599914" y="2544839"/>
                  </a:lnTo>
                  <a:lnTo>
                    <a:pt x="2600022" y="2544839"/>
                  </a:lnTo>
                  <a:lnTo>
                    <a:pt x="2600131" y="2544839"/>
                  </a:lnTo>
                  <a:lnTo>
                    <a:pt x="2600239" y="2544839"/>
                  </a:lnTo>
                  <a:lnTo>
                    <a:pt x="2600348" y="2544839"/>
                  </a:lnTo>
                  <a:lnTo>
                    <a:pt x="2600456" y="2544839"/>
                  </a:lnTo>
                  <a:lnTo>
                    <a:pt x="2600564" y="2544839"/>
                  </a:lnTo>
                  <a:lnTo>
                    <a:pt x="2600673" y="2544839"/>
                  </a:lnTo>
                  <a:lnTo>
                    <a:pt x="2600781" y="2544839"/>
                  </a:lnTo>
                  <a:lnTo>
                    <a:pt x="2600890" y="2544839"/>
                  </a:lnTo>
                  <a:lnTo>
                    <a:pt x="2600998" y="2544839"/>
                  </a:lnTo>
                  <a:lnTo>
                    <a:pt x="2601107" y="2544839"/>
                  </a:lnTo>
                  <a:lnTo>
                    <a:pt x="2601107" y="2544215"/>
                  </a:lnTo>
                  <a:lnTo>
                    <a:pt x="2601215" y="2544215"/>
                  </a:lnTo>
                  <a:lnTo>
                    <a:pt x="2601324" y="2544215"/>
                  </a:lnTo>
                  <a:lnTo>
                    <a:pt x="2601432" y="2544215"/>
                  </a:lnTo>
                  <a:lnTo>
                    <a:pt x="2601540" y="2544215"/>
                  </a:lnTo>
                  <a:lnTo>
                    <a:pt x="2601540" y="2543592"/>
                  </a:lnTo>
                  <a:lnTo>
                    <a:pt x="2601649" y="2543592"/>
                  </a:lnTo>
                  <a:lnTo>
                    <a:pt x="2601757" y="2543592"/>
                  </a:lnTo>
                  <a:lnTo>
                    <a:pt x="2601866" y="2543592"/>
                  </a:lnTo>
                  <a:lnTo>
                    <a:pt x="2601974" y="2543592"/>
                  </a:lnTo>
                  <a:lnTo>
                    <a:pt x="2602083" y="2543592"/>
                  </a:lnTo>
                  <a:lnTo>
                    <a:pt x="2602191" y="2543592"/>
                  </a:lnTo>
                  <a:lnTo>
                    <a:pt x="2602300" y="2543592"/>
                  </a:lnTo>
                  <a:lnTo>
                    <a:pt x="2602408" y="2543592"/>
                  </a:lnTo>
                  <a:lnTo>
                    <a:pt x="2602408" y="2542968"/>
                  </a:lnTo>
                  <a:lnTo>
                    <a:pt x="2602408" y="2542345"/>
                  </a:lnTo>
                  <a:lnTo>
                    <a:pt x="2602516" y="2542345"/>
                  </a:lnTo>
                  <a:lnTo>
                    <a:pt x="2602516" y="2541721"/>
                  </a:lnTo>
                  <a:lnTo>
                    <a:pt x="2602516" y="2541097"/>
                  </a:lnTo>
                  <a:lnTo>
                    <a:pt x="2602625" y="2541097"/>
                  </a:lnTo>
                  <a:lnTo>
                    <a:pt x="2602733" y="2541097"/>
                  </a:lnTo>
                  <a:lnTo>
                    <a:pt x="2602842" y="2541097"/>
                  </a:lnTo>
                  <a:lnTo>
                    <a:pt x="2602950" y="2541097"/>
                  </a:lnTo>
                  <a:lnTo>
                    <a:pt x="2603059" y="2541097"/>
                  </a:lnTo>
                  <a:lnTo>
                    <a:pt x="2603167" y="2541097"/>
                  </a:lnTo>
                  <a:lnTo>
                    <a:pt x="2603276" y="2541097"/>
                  </a:lnTo>
                  <a:lnTo>
                    <a:pt x="2603276" y="2540474"/>
                  </a:lnTo>
                  <a:lnTo>
                    <a:pt x="2603384" y="2540474"/>
                  </a:lnTo>
                  <a:lnTo>
                    <a:pt x="2603492" y="2540474"/>
                  </a:lnTo>
                  <a:lnTo>
                    <a:pt x="2603492" y="2539850"/>
                  </a:lnTo>
                  <a:lnTo>
                    <a:pt x="2603492" y="2539227"/>
                  </a:lnTo>
                  <a:lnTo>
                    <a:pt x="2603601" y="2539227"/>
                  </a:lnTo>
                  <a:lnTo>
                    <a:pt x="2603709" y="2539227"/>
                  </a:lnTo>
                  <a:lnTo>
                    <a:pt x="2603709" y="2538603"/>
                  </a:lnTo>
                  <a:lnTo>
                    <a:pt x="2603818" y="2538603"/>
                  </a:lnTo>
                  <a:lnTo>
                    <a:pt x="2603926" y="2538603"/>
                  </a:lnTo>
                  <a:lnTo>
                    <a:pt x="2604035" y="2538603"/>
                  </a:lnTo>
                  <a:lnTo>
                    <a:pt x="2604143" y="2538603"/>
                  </a:lnTo>
                  <a:lnTo>
                    <a:pt x="2604143" y="2537980"/>
                  </a:lnTo>
                  <a:lnTo>
                    <a:pt x="2604252" y="2537980"/>
                  </a:lnTo>
                  <a:lnTo>
                    <a:pt x="2604360" y="2537980"/>
                  </a:lnTo>
                  <a:lnTo>
                    <a:pt x="2604469" y="2537980"/>
                  </a:lnTo>
                  <a:lnTo>
                    <a:pt x="2604577" y="2537980"/>
                  </a:lnTo>
                  <a:lnTo>
                    <a:pt x="2604577" y="2537356"/>
                  </a:lnTo>
                  <a:lnTo>
                    <a:pt x="2604685" y="2537356"/>
                  </a:lnTo>
                  <a:lnTo>
                    <a:pt x="2604794" y="2537356"/>
                  </a:lnTo>
                  <a:lnTo>
                    <a:pt x="2604902" y="2537356"/>
                  </a:lnTo>
                  <a:lnTo>
                    <a:pt x="2605011" y="2537356"/>
                  </a:lnTo>
                  <a:lnTo>
                    <a:pt x="2605119" y="2537356"/>
                  </a:lnTo>
                  <a:lnTo>
                    <a:pt x="2605228" y="2537356"/>
                  </a:lnTo>
                  <a:lnTo>
                    <a:pt x="2605336" y="2537356"/>
                  </a:lnTo>
                  <a:lnTo>
                    <a:pt x="2605336" y="2536732"/>
                  </a:lnTo>
                  <a:lnTo>
                    <a:pt x="2605445" y="2536732"/>
                  </a:lnTo>
                  <a:lnTo>
                    <a:pt x="2605553" y="2536732"/>
                  </a:lnTo>
                  <a:lnTo>
                    <a:pt x="2605661" y="2536732"/>
                  </a:lnTo>
                  <a:lnTo>
                    <a:pt x="2605770" y="2536732"/>
                  </a:lnTo>
                  <a:lnTo>
                    <a:pt x="2605878" y="2536732"/>
                  </a:lnTo>
                  <a:lnTo>
                    <a:pt x="2605878" y="2536109"/>
                  </a:lnTo>
                  <a:lnTo>
                    <a:pt x="2605878" y="2535485"/>
                  </a:lnTo>
                  <a:lnTo>
                    <a:pt x="2605987" y="2535485"/>
                  </a:lnTo>
                  <a:lnTo>
                    <a:pt x="2606095" y="2535485"/>
                  </a:lnTo>
                  <a:lnTo>
                    <a:pt x="2606095" y="2534862"/>
                  </a:lnTo>
                  <a:lnTo>
                    <a:pt x="2606204" y="2534862"/>
                  </a:lnTo>
                  <a:lnTo>
                    <a:pt x="2606312" y="2534862"/>
                  </a:lnTo>
                  <a:lnTo>
                    <a:pt x="2606421" y="2534862"/>
                  </a:lnTo>
                  <a:lnTo>
                    <a:pt x="2606421" y="2534238"/>
                  </a:lnTo>
                  <a:lnTo>
                    <a:pt x="2606529" y="2534238"/>
                  </a:lnTo>
                  <a:lnTo>
                    <a:pt x="2606637" y="2534238"/>
                  </a:lnTo>
                  <a:lnTo>
                    <a:pt x="2606746" y="2534238"/>
                  </a:lnTo>
                  <a:lnTo>
                    <a:pt x="2606854" y="2534238"/>
                  </a:lnTo>
                  <a:lnTo>
                    <a:pt x="2606854" y="2533614"/>
                  </a:lnTo>
                  <a:lnTo>
                    <a:pt x="2606963" y="2533614"/>
                  </a:lnTo>
                  <a:lnTo>
                    <a:pt x="2607071" y="2533614"/>
                  </a:lnTo>
                  <a:lnTo>
                    <a:pt x="2607180" y="2533614"/>
                  </a:lnTo>
                  <a:lnTo>
                    <a:pt x="2607180" y="2532991"/>
                  </a:lnTo>
                  <a:lnTo>
                    <a:pt x="2607288" y="2532991"/>
                  </a:lnTo>
                  <a:lnTo>
                    <a:pt x="2607397" y="2532991"/>
                  </a:lnTo>
                  <a:lnTo>
                    <a:pt x="2607505" y="2532991"/>
                  </a:lnTo>
                  <a:lnTo>
                    <a:pt x="2607613" y="2532991"/>
                  </a:lnTo>
                  <a:lnTo>
                    <a:pt x="2607722" y="2532991"/>
                  </a:lnTo>
                  <a:lnTo>
                    <a:pt x="2607830" y="2532991"/>
                  </a:lnTo>
                  <a:lnTo>
                    <a:pt x="2607939" y="2532991"/>
                  </a:lnTo>
                  <a:lnTo>
                    <a:pt x="2608047" y="2532991"/>
                  </a:lnTo>
                  <a:lnTo>
                    <a:pt x="2608156" y="2532991"/>
                  </a:lnTo>
                  <a:lnTo>
                    <a:pt x="2608264" y="2532991"/>
                  </a:lnTo>
                  <a:lnTo>
                    <a:pt x="2608264" y="2532367"/>
                  </a:lnTo>
                  <a:lnTo>
                    <a:pt x="2608373" y="2532367"/>
                  </a:lnTo>
                  <a:lnTo>
                    <a:pt x="2608481" y="2532367"/>
                  </a:lnTo>
                  <a:lnTo>
                    <a:pt x="2608481" y="2531744"/>
                  </a:lnTo>
                  <a:lnTo>
                    <a:pt x="2608590" y="2531744"/>
                  </a:lnTo>
                  <a:lnTo>
                    <a:pt x="2608698" y="2531744"/>
                  </a:lnTo>
                  <a:lnTo>
                    <a:pt x="2608806" y="2531744"/>
                  </a:lnTo>
                  <a:lnTo>
                    <a:pt x="2608915" y="2531744"/>
                  </a:lnTo>
                  <a:lnTo>
                    <a:pt x="2609023" y="2531744"/>
                  </a:lnTo>
                  <a:lnTo>
                    <a:pt x="2609023" y="2531120"/>
                  </a:lnTo>
                  <a:lnTo>
                    <a:pt x="2609132" y="2531120"/>
                  </a:lnTo>
                  <a:lnTo>
                    <a:pt x="2609132" y="2530497"/>
                  </a:lnTo>
                  <a:lnTo>
                    <a:pt x="2609240" y="2530497"/>
                  </a:lnTo>
                  <a:lnTo>
                    <a:pt x="2609349" y="2530497"/>
                  </a:lnTo>
                  <a:lnTo>
                    <a:pt x="2609457" y="2530497"/>
                  </a:lnTo>
                  <a:lnTo>
                    <a:pt x="2609566" y="2530497"/>
                  </a:lnTo>
                  <a:lnTo>
                    <a:pt x="2609674" y="2530497"/>
                  </a:lnTo>
                  <a:lnTo>
                    <a:pt x="2609782" y="2530497"/>
                  </a:lnTo>
                  <a:lnTo>
                    <a:pt x="2609891" y="2530497"/>
                  </a:lnTo>
                  <a:lnTo>
                    <a:pt x="2609999" y="2530497"/>
                  </a:lnTo>
                  <a:lnTo>
                    <a:pt x="2609999" y="2529873"/>
                  </a:lnTo>
                  <a:lnTo>
                    <a:pt x="2610108" y="2529873"/>
                  </a:lnTo>
                  <a:lnTo>
                    <a:pt x="2610108" y="2529249"/>
                  </a:lnTo>
                  <a:lnTo>
                    <a:pt x="2610216" y="2529249"/>
                  </a:lnTo>
                  <a:lnTo>
                    <a:pt x="2610325" y="2529249"/>
                  </a:lnTo>
                  <a:lnTo>
                    <a:pt x="2610433" y="2529249"/>
                  </a:lnTo>
                  <a:lnTo>
                    <a:pt x="2610433" y="2528626"/>
                  </a:lnTo>
                  <a:lnTo>
                    <a:pt x="2610542" y="2528626"/>
                  </a:lnTo>
                  <a:lnTo>
                    <a:pt x="2610650" y="2528626"/>
                  </a:lnTo>
                  <a:lnTo>
                    <a:pt x="2610650" y="2528002"/>
                  </a:lnTo>
                  <a:lnTo>
                    <a:pt x="2610758" y="2528002"/>
                  </a:lnTo>
                  <a:lnTo>
                    <a:pt x="2610867" y="2528002"/>
                  </a:lnTo>
                  <a:lnTo>
                    <a:pt x="2610975" y="2528002"/>
                  </a:lnTo>
                  <a:lnTo>
                    <a:pt x="2611084" y="2528002"/>
                  </a:lnTo>
                  <a:lnTo>
                    <a:pt x="2611192" y="2528002"/>
                  </a:lnTo>
                  <a:lnTo>
                    <a:pt x="2611301" y="2528002"/>
                  </a:lnTo>
                  <a:lnTo>
                    <a:pt x="2611409" y="2528002"/>
                  </a:lnTo>
                  <a:lnTo>
                    <a:pt x="2611409" y="2527379"/>
                  </a:lnTo>
                  <a:lnTo>
                    <a:pt x="2611518" y="2527379"/>
                  </a:lnTo>
                  <a:lnTo>
                    <a:pt x="2611626" y="2527379"/>
                  </a:lnTo>
                  <a:lnTo>
                    <a:pt x="2611734" y="2527379"/>
                  </a:lnTo>
                  <a:lnTo>
                    <a:pt x="2611843" y="2527379"/>
                  </a:lnTo>
                  <a:lnTo>
                    <a:pt x="2611951" y="2527379"/>
                  </a:lnTo>
                  <a:lnTo>
                    <a:pt x="2611951" y="2526755"/>
                  </a:lnTo>
                  <a:lnTo>
                    <a:pt x="2612060" y="2526755"/>
                  </a:lnTo>
                  <a:lnTo>
                    <a:pt x="2612168" y="2526755"/>
                  </a:lnTo>
                  <a:lnTo>
                    <a:pt x="2612168" y="2526131"/>
                  </a:lnTo>
                  <a:lnTo>
                    <a:pt x="2612168" y="2525508"/>
                  </a:lnTo>
                  <a:lnTo>
                    <a:pt x="2612277" y="2525508"/>
                  </a:lnTo>
                  <a:lnTo>
                    <a:pt x="2612277" y="2524884"/>
                  </a:lnTo>
                  <a:lnTo>
                    <a:pt x="2612385" y="2524884"/>
                  </a:lnTo>
                  <a:lnTo>
                    <a:pt x="2612385" y="2524261"/>
                  </a:lnTo>
                  <a:lnTo>
                    <a:pt x="2612494" y="2524261"/>
                  </a:lnTo>
                  <a:lnTo>
                    <a:pt x="2612602" y="2524261"/>
                  </a:lnTo>
                  <a:lnTo>
                    <a:pt x="2612711" y="2524261"/>
                  </a:lnTo>
                  <a:lnTo>
                    <a:pt x="2612819" y="2524261"/>
                  </a:lnTo>
                  <a:lnTo>
                    <a:pt x="2612819" y="2523637"/>
                  </a:lnTo>
                  <a:lnTo>
                    <a:pt x="2612927" y="2523637"/>
                  </a:lnTo>
                  <a:lnTo>
                    <a:pt x="2613036" y="2523637"/>
                  </a:lnTo>
                  <a:lnTo>
                    <a:pt x="2613144" y="2523637"/>
                  </a:lnTo>
                  <a:lnTo>
                    <a:pt x="2613253" y="2523637"/>
                  </a:lnTo>
                  <a:lnTo>
                    <a:pt x="2613253" y="2523014"/>
                  </a:lnTo>
                  <a:lnTo>
                    <a:pt x="2613361" y="2523014"/>
                  </a:lnTo>
                  <a:lnTo>
                    <a:pt x="2613470" y="2523014"/>
                  </a:lnTo>
                  <a:lnTo>
                    <a:pt x="2613578" y="2523014"/>
                  </a:lnTo>
                  <a:lnTo>
                    <a:pt x="2613687" y="2523014"/>
                  </a:lnTo>
                  <a:lnTo>
                    <a:pt x="2613795" y="2523014"/>
                  </a:lnTo>
                  <a:lnTo>
                    <a:pt x="2613903" y="2523014"/>
                  </a:lnTo>
                  <a:lnTo>
                    <a:pt x="2613903" y="2522390"/>
                  </a:lnTo>
                  <a:lnTo>
                    <a:pt x="2614012" y="2522390"/>
                  </a:lnTo>
                  <a:lnTo>
                    <a:pt x="2614012" y="2521766"/>
                  </a:lnTo>
                  <a:lnTo>
                    <a:pt x="2614120" y="2521766"/>
                  </a:lnTo>
                  <a:lnTo>
                    <a:pt x="2614229" y="2521766"/>
                  </a:lnTo>
                  <a:lnTo>
                    <a:pt x="2614337" y="2521766"/>
                  </a:lnTo>
                  <a:lnTo>
                    <a:pt x="2614446" y="2521766"/>
                  </a:lnTo>
                  <a:lnTo>
                    <a:pt x="2614554" y="2521766"/>
                  </a:lnTo>
                  <a:lnTo>
                    <a:pt x="2614554" y="2521143"/>
                  </a:lnTo>
                  <a:lnTo>
                    <a:pt x="2614554" y="2520519"/>
                  </a:lnTo>
                  <a:lnTo>
                    <a:pt x="2614663" y="2520519"/>
                  </a:lnTo>
                  <a:lnTo>
                    <a:pt x="2614771" y="2520519"/>
                  </a:lnTo>
                  <a:lnTo>
                    <a:pt x="2614879" y="2520519"/>
                  </a:lnTo>
                  <a:lnTo>
                    <a:pt x="2614988" y="2520519"/>
                  </a:lnTo>
                  <a:lnTo>
                    <a:pt x="2615096" y="2520519"/>
                  </a:lnTo>
                  <a:lnTo>
                    <a:pt x="2615205" y="2520519"/>
                  </a:lnTo>
                  <a:lnTo>
                    <a:pt x="2615313" y="2520519"/>
                  </a:lnTo>
                  <a:lnTo>
                    <a:pt x="2615313" y="2519896"/>
                  </a:lnTo>
                  <a:lnTo>
                    <a:pt x="2615313" y="2519272"/>
                  </a:lnTo>
                  <a:lnTo>
                    <a:pt x="2615422" y="2519272"/>
                  </a:lnTo>
                  <a:lnTo>
                    <a:pt x="2615530" y="2519272"/>
                  </a:lnTo>
                  <a:lnTo>
                    <a:pt x="2615639" y="2519272"/>
                  </a:lnTo>
                  <a:lnTo>
                    <a:pt x="2615747" y="2519272"/>
                  </a:lnTo>
                  <a:lnTo>
                    <a:pt x="2615855" y="2519272"/>
                  </a:lnTo>
                  <a:lnTo>
                    <a:pt x="2615964" y="2519272"/>
                  </a:lnTo>
                  <a:lnTo>
                    <a:pt x="2615964" y="2518648"/>
                  </a:lnTo>
                  <a:lnTo>
                    <a:pt x="2616072" y="2518648"/>
                  </a:lnTo>
                  <a:lnTo>
                    <a:pt x="2616181" y="2518648"/>
                  </a:lnTo>
                  <a:lnTo>
                    <a:pt x="2616289" y="2518648"/>
                  </a:lnTo>
                  <a:lnTo>
                    <a:pt x="2616398" y="2518648"/>
                  </a:lnTo>
                  <a:lnTo>
                    <a:pt x="2616506" y="2518648"/>
                  </a:lnTo>
                  <a:lnTo>
                    <a:pt x="2616615" y="2518648"/>
                  </a:lnTo>
                  <a:lnTo>
                    <a:pt x="2616723" y="2518648"/>
                  </a:lnTo>
                  <a:lnTo>
                    <a:pt x="2616831" y="2518648"/>
                  </a:lnTo>
                  <a:lnTo>
                    <a:pt x="2616940" y="2518648"/>
                  </a:lnTo>
                  <a:lnTo>
                    <a:pt x="2617048" y="2518648"/>
                  </a:lnTo>
                  <a:lnTo>
                    <a:pt x="2617157" y="2518648"/>
                  </a:lnTo>
                  <a:lnTo>
                    <a:pt x="2617265" y="2518648"/>
                  </a:lnTo>
                  <a:lnTo>
                    <a:pt x="2617374" y="2518648"/>
                  </a:lnTo>
                  <a:lnTo>
                    <a:pt x="2617482" y="2518648"/>
                  </a:lnTo>
                  <a:lnTo>
                    <a:pt x="2617591" y="2518648"/>
                  </a:lnTo>
                  <a:lnTo>
                    <a:pt x="2617591" y="2518025"/>
                  </a:lnTo>
                  <a:lnTo>
                    <a:pt x="2617591" y="2517401"/>
                  </a:lnTo>
                  <a:lnTo>
                    <a:pt x="2617699" y="2517401"/>
                  </a:lnTo>
                  <a:lnTo>
                    <a:pt x="2617808" y="2517401"/>
                  </a:lnTo>
                  <a:lnTo>
                    <a:pt x="2617916" y="2517401"/>
                  </a:lnTo>
                  <a:lnTo>
                    <a:pt x="2618024" y="2517401"/>
                  </a:lnTo>
                  <a:lnTo>
                    <a:pt x="2618133" y="2517401"/>
                  </a:lnTo>
                  <a:lnTo>
                    <a:pt x="2618133" y="2516778"/>
                  </a:lnTo>
                  <a:lnTo>
                    <a:pt x="2618241" y="2516778"/>
                  </a:lnTo>
                  <a:lnTo>
                    <a:pt x="2618350" y="2516778"/>
                  </a:lnTo>
                  <a:lnTo>
                    <a:pt x="2618458" y="2516778"/>
                  </a:lnTo>
                  <a:lnTo>
                    <a:pt x="2618458" y="2516154"/>
                  </a:lnTo>
                  <a:lnTo>
                    <a:pt x="2618567" y="2516154"/>
                  </a:lnTo>
                  <a:lnTo>
                    <a:pt x="2618675" y="2516154"/>
                  </a:lnTo>
                  <a:lnTo>
                    <a:pt x="2618784" y="2516154"/>
                  </a:lnTo>
                  <a:lnTo>
                    <a:pt x="2618892" y="2516154"/>
                  </a:lnTo>
                  <a:lnTo>
                    <a:pt x="2619000" y="2516154"/>
                  </a:lnTo>
                  <a:lnTo>
                    <a:pt x="2619109" y="2516154"/>
                  </a:lnTo>
                  <a:lnTo>
                    <a:pt x="2619217" y="2516154"/>
                  </a:lnTo>
                  <a:lnTo>
                    <a:pt x="2619326" y="2516154"/>
                  </a:lnTo>
                  <a:lnTo>
                    <a:pt x="2619434" y="2516154"/>
                  </a:lnTo>
                  <a:lnTo>
                    <a:pt x="2619543" y="2516154"/>
                  </a:lnTo>
                  <a:lnTo>
                    <a:pt x="2619543" y="2515531"/>
                  </a:lnTo>
                  <a:lnTo>
                    <a:pt x="2619543" y="2514907"/>
                  </a:lnTo>
                  <a:lnTo>
                    <a:pt x="2619651" y="2514907"/>
                  </a:lnTo>
                  <a:lnTo>
                    <a:pt x="2619760" y="2514907"/>
                  </a:lnTo>
                  <a:lnTo>
                    <a:pt x="2619868" y="2514907"/>
                  </a:lnTo>
                  <a:lnTo>
                    <a:pt x="2619868" y="2514283"/>
                  </a:lnTo>
                  <a:lnTo>
                    <a:pt x="2619868" y="2513660"/>
                  </a:lnTo>
                  <a:lnTo>
                    <a:pt x="2619868" y="2513036"/>
                  </a:lnTo>
                  <a:lnTo>
                    <a:pt x="2619868" y="2512413"/>
                  </a:lnTo>
                  <a:lnTo>
                    <a:pt x="2619976" y="2512413"/>
                  </a:lnTo>
                  <a:lnTo>
                    <a:pt x="2619976" y="2511789"/>
                  </a:lnTo>
                  <a:lnTo>
                    <a:pt x="2619976" y="2511165"/>
                  </a:lnTo>
                  <a:lnTo>
                    <a:pt x="2620085" y="2511165"/>
                  </a:lnTo>
                  <a:lnTo>
                    <a:pt x="2620193" y="2511165"/>
                  </a:lnTo>
                  <a:lnTo>
                    <a:pt x="2620302" y="2511165"/>
                  </a:lnTo>
                  <a:lnTo>
                    <a:pt x="2620410" y="2511165"/>
                  </a:lnTo>
                  <a:lnTo>
                    <a:pt x="2620410" y="2510542"/>
                  </a:lnTo>
                  <a:lnTo>
                    <a:pt x="2620519" y="2510542"/>
                  </a:lnTo>
                  <a:lnTo>
                    <a:pt x="2620519" y="2509918"/>
                  </a:lnTo>
                  <a:lnTo>
                    <a:pt x="2620627" y="2509918"/>
                  </a:lnTo>
                  <a:lnTo>
                    <a:pt x="2620736" y="2509918"/>
                  </a:lnTo>
                  <a:lnTo>
                    <a:pt x="2620844" y="2509918"/>
                  </a:lnTo>
                  <a:lnTo>
                    <a:pt x="2620844" y="2509295"/>
                  </a:lnTo>
                  <a:lnTo>
                    <a:pt x="2620952" y="2509295"/>
                  </a:lnTo>
                  <a:lnTo>
                    <a:pt x="2621061" y="2509295"/>
                  </a:lnTo>
                  <a:lnTo>
                    <a:pt x="2621169" y="2509295"/>
                  </a:lnTo>
                  <a:lnTo>
                    <a:pt x="2621278" y="2509295"/>
                  </a:lnTo>
                  <a:lnTo>
                    <a:pt x="2621278" y="2508671"/>
                  </a:lnTo>
                  <a:lnTo>
                    <a:pt x="2621386" y="2508671"/>
                  </a:lnTo>
                  <a:lnTo>
                    <a:pt x="2621495" y="2508671"/>
                  </a:lnTo>
                  <a:lnTo>
                    <a:pt x="2621603" y="2508671"/>
                  </a:lnTo>
                  <a:lnTo>
                    <a:pt x="2621712" y="2508671"/>
                  </a:lnTo>
                  <a:lnTo>
                    <a:pt x="2621820" y="2508671"/>
                  </a:lnTo>
                  <a:lnTo>
                    <a:pt x="2621929" y="2508671"/>
                  </a:lnTo>
                  <a:lnTo>
                    <a:pt x="2622037" y="2508671"/>
                  </a:lnTo>
                  <a:lnTo>
                    <a:pt x="2622145" y="2508671"/>
                  </a:lnTo>
                  <a:lnTo>
                    <a:pt x="2622254" y="2508671"/>
                  </a:lnTo>
                  <a:lnTo>
                    <a:pt x="2622362" y="2508671"/>
                  </a:lnTo>
                  <a:lnTo>
                    <a:pt x="2622362" y="2508048"/>
                  </a:lnTo>
                  <a:lnTo>
                    <a:pt x="2622471" y="2508048"/>
                  </a:lnTo>
                  <a:lnTo>
                    <a:pt x="2622579" y="2508048"/>
                  </a:lnTo>
                  <a:lnTo>
                    <a:pt x="2622579" y="2507424"/>
                  </a:lnTo>
                  <a:lnTo>
                    <a:pt x="2622688" y="2507424"/>
                  </a:lnTo>
                  <a:lnTo>
                    <a:pt x="2622796" y="2507424"/>
                  </a:lnTo>
                  <a:lnTo>
                    <a:pt x="2622905" y="2507424"/>
                  </a:lnTo>
                  <a:lnTo>
                    <a:pt x="2623013" y="2507424"/>
                  </a:lnTo>
                  <a:lnTo>
                    <a:pt x="2623013" y="2506800"/>
                  </a:lnTo>
                  <a:lnTo>
                    <a:pt x="2623121" y="2506800"/>
                  </a:lnTo>
                  <a:lnTo>
                    <a:pt x="2623230" y="2506800"/>
                  </a:lnTo>
                  <a:lnTo>
                    <a:pt x="2623338" y="2506800"/>
                  </a:lnTo>
                  <a:lnTo>
                    <a:pt x="2623447" y="2506800"/>
                  </a:lnTo>
                  <a:lnTo>
                    <a:pt x="2623555" y="2506800"/>
                  </a:lnTo>
                  <a:lnTo>
                    <a:pt x="2623664" y="2506800"/>
                  </a:lnTo>
                  <a:lnTo>
                    <a:pt x="2623664" y="2506177"/>
                  </a:lnTo>
                  <a:lnTo>
                    <a:pt x="2623772" y="2506177"/>
                  </a:lnTo>
                  <a:lnTo>
                    <a:pt x="2623881" y="2506177"/>
                  </a:lnTo>
                  <a:lnTo>
                    <a:pt x="2623989" y="2506177"/>
                  </a:lnTo>
                  <a:lnTo>
                    <a:pt x="2624097" y="2506177"/>
                  </a:lnTo>
                  <a:lnTo>
                    <a:pt x="2624206" y="2506177"/>
                  </a:lnTo>
                  <a:lnTo>
                    <a:pt x="2624314" y="2506177"/>
                  </a:lnTo>
                  <a:lnTo>
                    <a:pt x="2624423" y="2506177"/>
                  </a:lnTo>
                  <a:lnTo>
                    <a:pt x="2624531" y="2506177"/>
                  </a:lnTo>
                  <a:lnTo>
                    <a:pt x="2624640" y="2506177"/>
                  </a:lnTo>
                  <a:lnTo>
                    <a:pt x="2624748" y="2506177"/>
                  </a:lnTo>
                  <a:lnTo>
                    <a:pt x="2624857" y="2506177"/>
                  </a:lnTo>
                  <a:lnTo>
                    <a:pt x="2624857" y="2505553"/>
                  </a:lnTo>
                  <a:lnTo>
                    <a:pt x="2624857" y="2504930"/>
                  </a:lnTo>
                  <a:lnTo>
                    <a:pt x="2624965" y="2504930"/>
                  </a:lnTo>
                  <a:lnTo>
                    <a:pt x="2624965" y="2504306"/>
                  </a:lnTo>
                  <a:lnTo>
                    <a:pt x="2624965" y="2503683"/>
                  </a:lnTo>
                  <a:lnTo>
                    <a:pt x="2624965" y="2503059"/>
                  </a:lnTo>
                  <a:lnTo>
                    <a:pt x="2625073" y="2503059"/>
                  </a:lnTo>
                  <a:lnTo>
                    <a:pt x="2625182" y="2503059"/>
                  </a:lnTo>
                  <a:lnTo>
                    <a:pt x="2625290" y="2503059"/>
                  </a:lnTo>
                  <a:lnTo>
                    <a:pt x="2625290" y="2502435"/>
                  </a:lnTo>
                  <a:lnTo>
                    <a:pt x="2625399" y="2502435"/>
                  </a:lnTo>
                  <a:lnTo>
                    <a:pt x="2625507" y="2502435"/>
                  </a:lnTo>
                  <a:lnTo>
                    <a:pt x="2625507" y="2501812"/>
                  </a:lnTo>
                  <a:lnTo>
                    <a:pt x="2625616" y="2501812"/>
                  </a:lnTo>
                  <a:lnTo>
                    <a:pt x="2625616" y="2501188"/>
                  </a:lnTo>
                  <a:lnTo>
                    <a:pt x="2625616" y="2500565"/>
                  </a:lnTo>
                  <a:lnTo>
                    <a:pt x="2625724" y="2500565"/>
                  </a:lnTo>
                  <a:lnTo>
                    <a:pt x="2625833" y="2500565"/>
                  </a:lnTo>
                  <a:lnTo>
                    <a:pt x="2625833" y="2499941"/>
                  </a:lnTo>
                  <a:lnTo>
                    <a:pt x="2625941" y="2499941"/>
                  </a:lnTo>
                  <a:lnTo>
                    <a:pt x="2626050" y="2499941"/>
                  </a:lnTo>
                  <a:lnTo>
                    <a:pt x="2626158" y="2499941"/>
                  </a:lnTo>
                  <a:lnTo>
                    <a:pt x="2626266" y="2499941"/>
                  </a:lnTo>
                  <a:lnTo>
                    <a:pt x="2626266" y="2499317"/>
                  </a:lnTo>
                  <a:lnTo>
                    <a:pt x="2626375" y="2499317"/>
                  </a:lnTo>
                  <a:lnTo>
                    <a:pt x="2626483" y="2499317"/>
                  </a:lnTo>
                  <a:lnTo>
                    <a:pt x="2626592" y="2499317"/>
                  </a:lnTo>
                  <a:lnTo>
                    <a:pt x="2626700" y="2499317"/>
                  </a:lnTo>
                  <a:lnTo>
                    <a:pt x="2626809" y="2499317"/>
                  </a:lnTo>
                  <a:lnTo>
                    <a:pt x="2626917" y="2499317"/>
                  </a:lnTo>
                  <a:lnTo>
                    <a:pt x="2626917" y="2498694"/>
                  </a:lnTo>
                  <a:lnTo>
                    <a:pt x="2627026" y="2498694"/>
                  </a:lnTo>
                  <a:lnTo>
                    <a:pt x="2627134" y="2498694"/>
                  </a:lnTo>
                  <a:lnTo>
                    <a:pt x="2627242" y="2498694"/>
                  </a:lnTo>
                  <a:lnTo>
                    <a:pt x="2627351" y="2498694"/>
                  </a:lnTo>
                  <a:lnTo>
                    <a:pt x="2627459" y="2498694"/>
                  </a:lnTo>
                  <a:lnTo>
                    <a:pt x="2627568" y="2498694"/>
                  </a:lnTo>
                  <a:lnTo>
                    <a:pt x="2627676" y="2498694"/>
                  </a:lnTo>
                  <a:lnTo>
                    <a:pt x="2627676" y="2498070"/>
                  </a:lnTo>
                  <a:lnTo>
                    <a:pt x="2627676" y="2497447"/>
                  </a:lnTo>
                  <a:lnTo>
                    <a:pt x="2627785" y="2497447"/>
                  </a:lnTo>
                  <a:lnTo>
                    <a:pt x="2627893" y="2497447"/>
                  </a:lnTo>
                  <a:lnTo>
                    <a:pt x="2628002" y="2497447"/>
                  </a:lnTo>
                  <a:lnTo>
                    <a:pt x="2628002" y="2496823"/>
                  </a:lnTo>
                  <a:lnTo>
                    <a:pt x="2628110" y="2496823"/>
                  </a:lnTo>
                  <a:lnTo>
                    <a:pt x="2628218" y="2496823"/>
                  </a:lnTo>
                  <a:lnTo>
                    <a:pt x="2628327" y="2496823"/>
                  </a:lnTo>
                  <a:lnTo>
                    <a:pt x="2628435" y="2496823"/>
                  </a:lnTo>
                  <a:lnTo>
                    <a:pt x="2628544" y="2496823"/>
                  </a:lnTo>
                  <a:lnTo>
                    <a:pt x="2628652" y="2496823"/>
                  </a:lnTo>
                  <a:lnTo>
                    <a:pt x="2628761" y="2496823"/>
                  </a:lnTo>
                  <a:lnTo>
                    <a:pt x="2628869" y="2496823"/>
                  </a:lnTo>
                  <a:lnTo>
                    <a:pt x="2628978" y="2496823"/>
                  </a:lnTo>
                  <a:lnTo>
                    <a:pt x="2629086" y="2496823"/>
                  </a:lnTo>
                  <a:lnTo>
                    <a:pt x="2629194" y="2496823"/>
                  </a:lnTo>
                  <a:lnTo>
                    <a:pt x="2629303" y="2496823"/>
                  </a:lnTo>
                  <a:lnTo>
                    <a:pt x="2629411" y="2496823"/>
                  </a:lnTo>
                  <a:lnTo>
                    <a:pt x="2629520" y="2496823"/>
                  </a:lnTo>
                  <a:lnTo>
                    <a:pt x="2629628" y="2496823"/>
                  </a:lnTo>
                  <a:lnTo>
                    <a:pt x="2629628" y="2496200"/>
                  </a:lnTo>
                  <a:lnTo>
                    <a:pt x="2629737" y="2496200"/>
                  </a:lnTo>
                  <a:lnTo>
                    <a:pt x="2629845" y="2496200"/>
                  </a:lnTo>
                  <a:lnTo>
                    <a:pt x="2629954" y="2496200"/>
                  </a:lnTo>
                  <a:lnTo>
                    <a:pt x="2630062" y="2496200"/>
                  </a:lnTo>
                  <a:lnTo>
                    <a:pt x="2630171" y="2496200"/>
                  </a:lnTo>
                  <a:lnTo>
                    <a:pt x="2630171" y="2495576"/>
                  </a:lnTo>
                  <a:lnTo>
                    <a:pt x="2630279" y="2495576"/>
                  </a:lnTo>
                  <a:lnTo>
                    <a:pt x="2630279" y="2494952"/>
                  </a:lnTo>
                  <a:lnTo>
                    <a:pt x="2630387" y="2494952"/>
                  </a:lnTo>
                  <a:lnTo>
                    <a:pt x="2630496" y="2494952"/>
                  </a:lnTo>
                  <a:lnTo>
                    <a:pt x="2630496" y="2494329"/>
                  </a:lnTo>
                  <a:lnTo>
                    <a:pt x="2630604" y="2494329"/>
                  </a:lnTo>
                  <a:lnTo>
                    <a:pt x="2630713" y="2494329"/>
                  </a:lnTo>
                  <a:lnTo>
                    <a:pt x="2630821" y="2494329"/>
                  </a:lnTo>
                  <a:lnTo>
                    <a:pt x="2630821" y="2493705"/>
                  </a:lnTo>
                  <a:lnTo>
                    <a:pt x="2630930" y="2493705"/>
                  </a:lnTo>
                  <a:lnTo>
                    <a:pt x="2631038" y="2493705"/>
                  </a:lnTo>
                  <a:lnTo>
                    <a:pt x="2631147" y="2493705"/>
                  </a:lnTo>
                  <a:lnTo>
                    <a:pt x="2631255" y="2493705"/>
                  </a:lnTo>
                  <a:lnTo>
                    <a:pt x="2631255" y="2493082"/>
                  </a:lnTo>
                  <a:lnTo>
                    <a:pt x="2631363" y="2493082"/>
                  </a:lnTo>
                  <a:lnTo>
                    <a:pt x="2631472" y="2493082"/>
                  </a:lnTo>
                  <a:lnTo>
                    <a:pt x="2631580" y="2493082"/>
                  </a:lnTo>
                  <a:lnTo>
                    <a:pt x="2631689" y="2493082"/>
                  </a:lnTo>
                  <a:lnTo>
                    <a:pt x="2631797" y="2493082"/>
                  </a:lnTo>
                  <a:lnTo>
                    <a:pt x="2631906" y="2493082"/>
                  </a:lnTo>
                  <a:lnTo>
                    <a:pt x="2632014" y="2493082"/>
                  </a:lnTo>
                  <a:lnTo>
                    <a:pt x="2632123" y="2493082"/>
                  </a:lnTo>
                  <a:lnTo>
                    <a:pt x="2632231" y="2493082"/>
                  </a:lnTo>
                  <a:lnTo>
                    <a:pt x="2632339" y="2493082"/>
                  </a:lnTo>
                  <a:lnTo>
                    <a:pt x="2632448" y="2493082"/>
                  </a:lnTo>
                  <a:lnTo>
                    <a:pt x="2632448" y="2492458"/>
                  </a:lnTo>
                  <a:lnTo>
                    <a:pt x="2632448" y="2491834"/>
                  </a:lnTo>
                  <a:lnTo>
                    <a:pt x="2632556" y="2491834"/>
                  </a:lnTo>
                  <a:lnTo>
                    <a:pt x="2632556" y="2491211"/>
                  </a:lnTo>
                  <a:lnTo>
                    <a:pt x="2632665" y="2491211"/>
                  </a:lnTo>
                  <a:lnTo>
                    <a:pt x="2632773" y="2491211"/>
                  </a:lnTo>
                  <a:lnTo>
                    <a:pt x="2632773" y="2490587"/>
                  </a:lnTo>
                  <a:lnTo>
                    <a:pt x="2632882" y="2490587"/>
                  </a:lnTo>
                  <a:lnTo>
                    <a:pt x="2632990" y="2490587"/>
                  </a:lnTo>
                  <a:lnTo>
                    <a:pt x="2633099" y="2490587"/>
                  </a:lnTo>
                  <a:lnTo>
                    <a:pt x="2633207" y="2490587"/>
                  </a:lnTo>
                  <a:lnTo>
                    <a:pt x="2633315" y="2490587"/>
                  </a:lnTo>
                  <a:lnTo>
                    <a:pt x="2633315" y="2489964"/>
                  </a:lnTo>
                  <a:lnTo>
                    <a:pt x="2633424" y="2489964"/>
                  </a:lnTo>
                  <a:lnTo>
                    <a:pt x="2633532" y="2489964"/>
                  </a:lnTo>
                  <a:lnTo>
                    <a:pt x="2633641" y="2489964"/>
                  </a:lnTo>
                  <a:lnTo>
                    <a:pt x="2633749" y="2489964"/>
                  </a:lnTo>
                  <a:lnTo>
                    <a:pt x="2633858" y="2489964"/>
                  </a:lnTo>
                  <a:lnTo>
                    <a:pt x="2633966" y="2489964"/>
                  </a:lnTo>
                  <a:lnTo>
                    <a:pt x="2633966" y="2489340"/>
                  </a:lnTo>
                  <a:lnTo>
                    <a:pt x="2633966" y="2488717"/>
                  </a:lnTo>
                  <a:lnTo>
                    <a:pt x="2634075" y="2488717"/>
                  </a:lnTo>
                  <a:lnTo>
                    <a:pt x="2634183" y="2488717"/>
                  </a:lnTo>
                  <a:lnTo>
                    <a:pt x="2634183" y="2488093"/>
                  </a:lnTo>
                  <a:lnTo>
                    <a:pt x="2634183" y="2487469"/>
                  </a:lnTo>
                  <a:lnTo>
                    <a:pt x="2634292" y="2487469"/>
                  </a:lnTo>
                  <a:lnTo>
                    <a:pt x="2634400" y="2487469"/>
                  </a:lnTo>
                  <a:lnTo>
                    <a:pt x="2634508" y="2487469"/>
                  </a:lnTo>
                  <a:lnTo>
                    <a:pt x="2634617" y="2487469"/>
                  </a:lnTo>
                  <a:lnTo>
                    <a:pt x="2634725" y="2487469"/>
                  </a:lnTo>
                  <a:lnTo>
                    <a:pt x="2634834" y="2487469"/>
                  </a:lnTo>
                  <a:lnTo>
                    <a:pt x="2634942" y="2487469"/>
                  </a:lnTo>
                  <a:lnTo>
                    <a:pt x="2635051" y="2487469"/>
                  </a:lnTo>
                  <a:lnTo>
                    <a:pt x="2635159" y="2487469"/>
                  </a:lnTo>
                  <a:lnTo>
                    <a:pt x="2635268" y="2487469"/>
                  </a:lnTo>
                  <a:lnTo>
                    <a:pt x="2635376" y="2487469"/>
                  </a:lnTo>
                  <a:lnTo>
                    <a:pt x="2635484" y="2487469"/>
                  </a:lnTo>
                  <a:lnTo>
                    <a:pt x="2635484" y="2486846"/>
                  </a:lnTo>
                  <a:lnTo>
                    <a:pt x="2635484" y="2486222"/>
                  </a:lnTo>
                  <a:lnTo>
                    <a:pt x="2635593" y="2486222"/>
                  </a:lnTo>
                  <a:lnTo>
                    <a:pt x="2635701" y="2486222"/>
                  </a:lnTo>
                  <a:lnTo>
                    <a:pt x="2635810" y="2486222"/>
                  </a:lnTo>
                  <a:lnTo>
                    <a:pt x="2635918" y="2486222"/>
                  </a:lnTo>
                  <a:lnTo>
                    <a:pt x="2636027" y="2486222"/>
                  </a:lnTo>
                  <a:lnTo>
                    <a:pt x="2636135" y="2486222"/>
                  </a:lnTo>
                  <a:lnTo>
                    <a:pt x="2636244" y="2486222"/>
                  </a:lnTo>
                  <a:lnTo>
                    <a:pt x="2636352" y="2486222"/>
                  </a:lnTo>
                  <a:lnTo>
                    <a:pt x="2636460" y="2486222"/>
                  </a:lnTo>
                  <a:lnTo>
                    <a:pt x="2636569" y="2486222"/>
                  </a:lnTo>
                  <a:lnTo>
                    <a:pt x="2636569" y="2485599"/>
                  </a:lnTo>
                  <a:lnTo>
                    <a:pt x="2636677" y="2485599"/>
                  </a:lnTo>
                  <a:lnTo>
                    <a:pt x="2636786" y="2485599"/>
                  </a:lnTo>
                  <a:lnTo>
                    <a:pt x="2636894" y="2485599"/>
                  </a:lnTo>
                  <a:lnTo>
                    <a:pt x="2636894" y="2484975"/>
                  </a:lnTo>
                  <a:lnTo>
                    <a:pt x="2637003" y="2484975"/>
                  </a:lnTo>
                  <a:lnTo>
                    <a:pt x="2637111" y="2484975"/>
                  </a:lnTo>
                  <a:lnTo>
                    <a:pt x="2637220" y="2484975"/>
                  </a:lnTo>
                  <a:lnTo>
                    <a:pt x="2637328" y="2484975"/>
                  </a:lnTo>
                  <a:lnTo>
                    <a:pt x="2637436" y="2484975"/>
                  </a:lnTo>
                  <a:lnTo>
                    <a:pt x="2637545" y="2484975"/>
                  </a:lnTo>
                  <a:lnTo>
                    <a:pt x="2637653" y="2484975"/>
                  </a:lnTo>
                  <a:lnTo>
                    <a:pt x="2637762" y="2484975"/>
                  </a:lnTo>
                  <a:lnTo>
                    <a:pt x="2637870" y="2484975"/>
                  </a:lnTo>
                  <a:lnTo>
                    <a:pt x="2637979" y="2484975"/>
                  </a:lnTo>
                  <a:lnTo>
                    <a:pt x="2638087" y="2484975"/>
                  </a:lnTo>
                  <a:lnTo>
                    <a:pt x="2638196" y="2484975"/>
                  </a:lnTo>
                  <a:lnTo>
                    <a:pt x="2638304" y="2484975"/>
                  </a:lnTo>
                  <a:lnTo>
                    <a:pt x="2638413" y="2484975"/>
                  </a:lnTo>
                  <a:lnTo>
                    <a:pt x="2638521" y="2484975"/>
                  </a:lnTo>
                  <a:lnTo>
                    <a:pt x="2638629" y="2484975"/>
                  </a:lnTo>
                  <a:lnTo>
                    <a:pt x="2638738" y="2484975"/>
                  </a:lnTo>
                  <a:lnTo>
                    <a:pt x="2638846" y="2484975"/>
                  </a:lnTo>
                  <a:lnTo>
                    <a:pt x="2638846" y="2484351"/>
                  </a:lnTo>
                  <a:lnTo>
                    <a:pt x="2638955" y="2484351"/>
                  </a:lnTo>
                  <a:lnTo>
                    <a:pt x="2639063" y="2484351"/>
                  </a:lnTo>
                  <a:lnTo>
                    <a:pt x="2639172" y="2484351"/>
                  </a:lnTo>
                  <a:lnTo>
                    <a:pt x="2639280" y="2484351"/>
                  </a:lnTo>
                  <a:lnTo>
                    <a:pt x="2639280" y="2483728"/>
                  </a:lnTo>
                  <a:lnTo>
                    <a:pt x="2639389" y="2483728"/>
                  </a:lnTo>
                  <a:lnTo>
                    <a:pt x="2639389" y="2483104"/>
                  </a:lnTo>
                  <a:lnTo>
                    <a:pt x="2639497" y="2483104"/>
                  </a:lnTo>
                  <a:lnTo>
                    <a:pt x="2639497" y="2482481"/>
                  </a:lnTo>
                  <a:lnTo>
                    <a:pt x="2639605" y="2482481"/>
                  </a:lnTo>
                  <a:lnTo>
                    <a:pt x="2639714" y="2482481"/>
                  </a:lnTo>
                  <a:lnTo>
                    <a:pt x="2639822" y="2482481"/>
                  </a:lnTo>
                  <a:lnTo>
                    <a:pt x="2639931" y="2482481"/>
                  </a:lnTo>
                  <a:lnTo>
                    <a:pt x="2640039" y="2482481"/>
                  </a:lnTo>
                  <a:lnTo>
                    <a:pt x="2640148" y="2482481"/>
                  </a:lnTo>
                  <a:lnTo>
                    <a:pt x="2640148" y="2481857"/>
                  </a:lnTo>
                  <a:lnTo>
                    <a:pt x="2640148" y="2481234"/>
                  </a:lnTo>
                  <a:lnTo>
                    <a:pt x="2640256" y="2481234"/>
                  </a:lnTo>
                  <a:lnTo>
                    <a:pt x="2640365" y="2481234"/>
                  </a:lnTo>
                  <a:lnTo>
                    <a:pt x="2640473" y="2481234"/>
                  </a:lnTo>
                  <a:lnTo>
                    <a:pt x="2640581" y="2481234"/>
                  </a:lnTo>
                  <a:lnTo>
                    <a:pt x="2640581" y="2480610"/>
                  </a:lnTo>
                  <a:lnTo>
                    <a:pt x="2640690" y="2480610"/>
                  </a:lnTo>
                  <a:lnTo>
                    <a:pt x="2640798" y="2480610"/>
                  </a:lnTo>
                  <a:lnTo>
                    <a:pt x="2640907" y="2480610"/>
                  </a:lnTo>
                  <a:lnTo>
                    <a:pt x="2641015" y="2480610"/>
                  </a:lnTo>
                  <a:lnTo>
                    <a:pt x="2641124" y="2480610"/>
                  </a:lnTo>
                  <a:lnTo>
                    <a:pt x="2641124" y="2479986"/>
                  </a:lnTo>
                  <a:lnTo>
                    <a:pt x="2641232" y="2479986"/>
                  </a:lnTo>
                  <a:lnTo>
                    <a:pt x="2641341" y="2479986"/>
                  </a:lnTo>
                  <a:lnTo>
                    <a:pt x="2641341" y="2479363"/>
                  </a:lnTo>
                  <a:lnTo>
                    <a:pt x="2641341" y="2478739"/>
                  </a:lnTo>
                  <a:lnTo>
                    <a:pt x="2641449" y="2478739"/>
                  </a:lnTo>
                  <a:lnTo>
                    <a:pt x="2641557" y="2478739"/>
                  </a:lnTo>
                  <a:lnTo>
                    <a:pt x="2641666" y="2478739"/>
                  </a:lnTo>
                  <a:lnTo>
                    <a:pt x="2641774" y="2478739"/>
                  </a:lnTo>
                  <a:lnTo>
                    <a:pt x="2641883" y="2478739"/>
                  </a:lnTo>
                  <a:lnTo>
                    <a:pt x="2641991" y="2478739"/>
                  </a:lnTo>
                  <a:lnTo>
                    <a:pt x="2642100" y="2478739"/>
                  </a:lnTo>
                  <a:lnTo>
                    <a:pt x="2642100" y="2478116"/>
                  </a:lnTo>
                  <a:lnTo>
                    <a:pt x="2642208" y="2478116"/>
                  </a:lnTo>
                  <a:lnTo>
                    <a:pt x="2642317" y="2478116"/>
                  </a:lnTo>
                  <a:lnTo>
                    <a:pt x="2642425" y="2478116"/>
                  </a:lnTo>
                  <a:lnTo>
                    <a:pt x="2642533" y="2478116"/>
                  </a:lnTo>
                  <a:lnTo>
                    <a:pt x="2642642" y="2478116"/>
                  </a:lnTo>
                  <a:lnTo>
                    <a:pt x="2642642" y="2477492"/>
                  </a:lnTo>
                  <a:lnTo>
                    <a:pt x="2642750" y="2477492"/>
                  </a:lnTo>
                  <a:lnTo>
                    <a:pt x="2642859" y="2477492"/>
                  </a:lnTo>
                  <a:lnTo>
                    <a:pt x="2642967" y="2477492"/>
                  </a:lnTo>
                  <a:lnTo>
                    <a:pt x="2643076" y="2477492"/>
                  </a:lnTo>
                  <a:lnTo>
                    <a:pt x="2643184" y="2477492"/>
                  </a:lnTo>
                  <a:lnTo>
                    <a:pt x="2643293" y="2477492"/>
                  </a:lnTo>
                  <a:lnTo>
                    <a:pt x="2643401" y="2477492"/>
                  </a:lnTo>
                  <a:lnTo>
                    <a:pt x="2643510" y="2477492"/>
                  </a:lnTo>
                  <a:lnTo>
                    <a:pt x="2643510" y="2476868"/>
                  </a:lnTo>
                  <a:lnTo>
                    <a:pt x="2643618" y="2476868"/>
                  </a:lnTo>
                  <a:lnTo>
                    <a:pt x="2643726" y="2476868"/>
                  </a:lnTo>
                  <a:lnTo>
                    <a:pt x="2643835" y="2476868"/>
                  </a:lnTo>
                  <a:lnTo>
                    <a:pt x="2643943" y="2476868"/>
                  </a:lnTo>
                  <a:lnTo>
                    <a:pt x="2644052" y="2476868"/>
                  </a:lnTo>
                  <a:lnTo>
                    <a:pt x="2644052" y="2476245"/>
                  </a:lnTo>
                  <a:lnTo>
                    <a:pt x="2644160" y="2476245"/>
                  </a:lnTo>
                  <a:lnTo>
                    <a:pt x="2644269" y="2476245"/>
                  </a:lnTo>
                  <a:lnTo>
                    <a:pt x="2644377" y="2476245"/>
                  </a:lnTo>
                  <a:lnTo>
                    <a:pt x="2644486" y="2476245"/>
                  </a:lnTo>
                  <a:lnTo>
                    <a:pt x="2644486" y="2475621"/>
                  </a:lnTo>
                  <a:lnTo>
                    <a:pt x="2644594" y="2475621"/>
                  </a:lnTo>
                  <a:lnTo>
                    <a:pt x="2644702" y="2475621"/>
                  </a:lnTo>
                  <a:lnTo>
                    <a:pt x="2644811" y="2475621"/>
                  </a:lnTo>
                  <a:lnTo>
                    <a:pt x="2644919" y="2475621"/>
                  </a:lnTo>
                  <a:lnTo>
                    <a:pt x="2645028" y="2475621"/>
                  </a:lnTo>
                  <a:lnTo>
                    <a:pt x="2645136" y="2475621"/>
                  </a:lnTo>
                  <a:lnTo>
                    <a:pt x="2645245" y="2475621"/>
                  </a:lnTo>
                  <a:lnTo>
                    <a:pt x="2645353" y="2475621"/>
                  </a:lnTo>
                  <a:lnTo>
                    <a:pt x="2645462" y="2475621"/>
                  </a:lnTo>
                  <a:lnTo>
                    <a:pt x="2645570" y="2475621"/>
                  </a:lnTo>
                  <a:lnTo>
                    <a:pt x="2645678" y="2475621"/>
                  </a:lnTo>
                  <a:lnTo>
                    <a:pt x="2645787" y="2475621"/>
                  </a:lnTo>
                  <a:lnTo>
                    <a:pt x="2645895" y="2475621"/>
                  </a:lnTo>
                  <a:lnTo>
                    <a:pt x="2646004" y="2475621"/>
                  </a:lnTo>
                  <a:lnTo>
                    <a:pt x="2646004" y="2474998"/>
                  </a:lnTo>
                  <a:lnTo>
                    <a:pt x="2646112" y="2474998"/>
                  </a:lnTo>
                  <a:lnTo>
                    <a:pt x="2646221" y="2474998"/>
                  </a:lnTo>
                  <a:lnTo>
                    <a:pt x="2646221" y="2474374"/>
                  </a:lnTo>
                  <a:lnTo>
                    <a:pt x="2646329" y="2474374"/>
                  </a:lnTo>
                  <a:lnTo>
                    <a:pt x="2646329" y="2473751"/>
                  </a:lnTo>
                  <a:lnTo>
                    <a:pt x="2646438" y="2473751"/>
                  </a:lnTo>
                  <a:lnTo>
                    <a:pt x="2646546" y="2473751"/>
                  </a:lnTo>
                  <a:lnTo>
                    <a:pt x="2646654" y="2473751"/>
                  </a:lnTo>
                  <a:lnTo>
                    <a:pt x="2646654" y="2473127"/>
                  </a:lnTo>
                  <a:lnTo>
                    <a:pt x="2646763" y="2473127"/>
                  </a:lnTo>
                  <a:lnTo>
                    <a:pt x="2646763" y="2472503"/>
                  </a:lnTo>
                  <a:lnTo>
                    <a:pt x="2646871" y="2472503"/>
                  </a:lnTo>
                  <a:lnTo>
                    <a:pt x="2646980" y="2472503"/>
                  </a:lnTo>
                  <a:lnTo>
                    <a:pt x="2647088" y="2472503"/>
                  </a:lnTo>
                  <a:lnTo>
                    <a:pt x="2647197" y="2472503"/>
                  </a:lnTo>
                  <a:lnTo>
                    <a:pt x="2647305" y="2472503"/>
                  </a:lnTo>
                  <a:lnTo>
                    <a:pt x="2647414" y="2472503"/>
                  </a:lnTo>
                  <a:lnTo>
                    <a:pt x="2647414" y="2471880"/>
                  </a:lnTo>
                  <a:lnTo>
                    <a:pt x="2647522" y="2471880"/>
                  </a:lnTo>
                  <a:lnTo>
                    <a:pt x="2647631" y="2471880"/>
                  </a:lnTo>
                  <a:lnTo>
                    <a:pt x="2647739" y="2471880"/>
                  </a:lnTo>
                  <a:lnTo>
                    <a:pt x="2647847" y="2471880"/>
                  </a:lnTo>
                  <a:lnTo>
                    <a:pt x="2647956" y="2471880"/>
                  </a:lnTo>
                  <a:lnTo>
                    <a:pt x="2648064" y="2471880"/>
                  </a:lnTo>
                  <a:lnTo>
                    <a:pt x="2648173" y="2471880"/>
                  </a:lnTo>
                  <a:lnTo>
                    <a:pt x="2648281" y="2471880"/>
                  </a:lnTo>
                  <a:lnTo>
                    <a:pt x="2648390" y="2471880"/>
                  </a:lnTo>
                  <a:lnTo>
                    <a:pt x="2648498" y="2471880"/>
                  </a:lnTo>
                  <a:lnTo>
                    <a:pt x="2648498" y="2471256"/>
                  </a:lnTo>
                  <a:lnTo>
                    <a:pt x="2648607" y="2471256"/>
                  </a:lnTo>
                  <a:lnTo>
                    <a:pt x="2648715" y="2471256"/>
                  </a:lnTo>
                  <a:lnTo>
                    <a:pt x="2648823" y="2471256"/>
                  </a:lnTo>
                  <a:lnTo>
                    <a:pt x="2648932" y="2471256"/>
                  </a:lnTo>
                  <a:lnTo>
                    <a:pt x="2649040" y="2471256"/>
                  </a:lnTo>
                  <a:lnTo>
                    <a:pt x="2649149" y="2471256"/>
                  </a:lnTo>
                  <a:lnTo>
                    <a:pt x="2649149" y="2470633"/>
                  </a:lnTo>
                  <a:lnTo>
                    <a:pt x="2649257" y="2470633"/>
                  </a:lnTo>
                  <a:lnTo>
                    <a:pt x="2649366" y="2470633"/>
                  </a:lnTo>
                  <a:lnTo>
                    <a:pt x="2649474" y="2470633"/>
                  </a:lnTo>
                  <a:lnTo>
                    <a:pt x="2649583" y="2470633"/>
                  </a:lnTo>
                  <a:lnTo>
                    <a:pt x="2649691" y="2470633"/>
                  </a:lnTo>
                  <a:lnTo>
                    <a:pt x="2649799" y="2470633"/>
                  </a:lnTo>
                  <a:lnTo>
                    <a:pt x="2649908" y="2470633"/>
                  </a:lnTo>
                  <a:lnTo>
                    <a:pt x="2650016" y="2470633"/>
                  </a:lnTo>
                  <a:lnTo>
                    <a:pt x="2650125" y="2470633"/>
                  </a:lnTo>
                  <a:lnTo>
                    <a:pt x="2650233" y="2470633"/>
                  </a:lnTo>
                  <a:lnTo>
                    <a:pt x="2650342" y="2470633"/>
                  </a:lnTo>
                  <a:lnTo>
                    <a:pt x="2650342" y="2470009"/>
                  </a:lnTo>
                  <a:lnTo>
                    <a:pt x="2650450" y="2470009"/>
                  </a:lnTo>
                  <a:lnTo>
                    <a:pt x="2650559" y="2470009"/>
                  </a:lnTo>
                  <a:lnTo>
                    <a:pt x="2650667" y="2470009"/>
                  </a:lnTo>
                  <a:lnTo>
                    <a:pt x="2650775" y="2470009"/>
                  </a:lnTo>
                  <a:lnTo>
                    <a:pt x="2650775" y="2469385"/>
                  </a:lnTo>
                  <a:lnTo>
                    <a:pt x="2650884" y="2469385"/>
                  </a:lnTo>
                  <a:lnTo>
                    <a:pt x="2650992" y="2469385"/>
                  </a:lnTo>
                  <a:lnTo>
                    <a:pt x="2650992" y="2468762"/>
                  </a:lnTo>
                  <a:lnTo>
                    <a:pt x="2651101" y="2468762"/>
                  </a:lnTo>
                  <a:lnTo>
                    <a:pt x="2651209" y="2468762"/>
                  </a:lnTo>
                  <a:lnTo>
                    <a:pt x="2651318" y="2468762"/>
                  </a:lnTo>
                  <a:lnTo>
                    <a:pt x="2651426" y="2468762"/>
                  </a:lnTo>
                  <a:lnTo>
                    <a:pt x="2651535" y="2468762"/>
                  </a:lnTo>
                  <a:lnTo>
                    <a:pt x="2651643" y="2468762"/>
                  </a:lnTo>
                  <a:lnTo>
                    <a:pt x="2651752" y="2468762"/>
                  </a:lnTo>
                  <a:lnTo>
                    <a:pt x="2651860" y="2468762"/>
                  </a:lnTo>
                  <a:lnTo>
                    <a:pt x="2651968" y="2468762"/>
                  </a:lnTo>
                  <a:lnTo>
                    <a:pt x="2652077" y="2468762"/>
                  </a:lnTo>
                  <a:lnTo>
                    <a:pt x="2652077" y="2468138"/>
                  </a:lnTo>
                  <a:lnTo>
                    <a:pt x="2652185" y="2468138"/>
                  </a:lnTo>
                  <a:lnTo>
                    <a:pt x="2652294" y="2468138"/>
                  </a:lnTo>
                  <a:lnTo>
                    <a:pt x="2652402" y="2468138"/>
                  </a:lnTo>
                  <a:lnTo>
                    <a:pt x="2652511" y="2468138"/>
                  </a:lnTo>
                  <a:lnTo>
                    <a:pt x="2652619" y="2468138"/>
                  </a:lnTo>
                  <a:lnTo>
                    <a:pt x="2652728" y="2468138"/>
                  </a:lnTo>
                  <a:lnTo>
                    <a:pt x="2652836" y="2468138"/>
                  </a:lnTo>
                  <a:lnTo>
                    <a:pt x="2652836" y="2467515"/>
                  </a:lnTo>
                  <a:lnTo>
                    <a:pt x="2652836" y="2466891"/>
                  </a:lnTo>
                  <a:lnTo>
                    <a:pt x="2652944" y="2466891"/>
                  </a:lnTo>
                  <a:lnTo>
                    <a:pt x="2653053" y="2466891"/>
                  </a:lnTo>
                  <a:lnTo>
                    <a:pt x="2653053" y="2466268"/>
                  </a:lnTo>
                  <a:lnTo>
                    <a:pt x="2653161" y="2466268"/>
                  </a:lnTo>
                  <a:lnTo>
                    <a:pt x="2653270" y="2466268"/>
                  </a:lnTo>
                  <a:lnTo>
                    <a:pt x="2653378" y="2466268"/>
                  </a:lnTo>
                  <a:lnTo>
                    <a:pt x="2653378" y="2465644"/>
                  </a:lnTo>
                  <a:lnTo>
                    <a:pt x="2653378" y="2465020"/>
                  </a:lnTo>
                  <a:lnTo>
                    <a:pt x="2653487" y="2465020"/>
                  </a:lnTo>
                  <a:lnTo>
                    <a:pt x="2653595" y="2465020"/>
                  </a:lnTo>
                  <a:lnTo>
                    <a:pt x="2653595" y="2464397"/>
                  </a:lnTo>
                  <a:lnTo>
                    <a:pt x="2653704" y="2464397"/>
                  </a:lnTo>
                  <a:lnTo>
                    <a:pt x="2653812" y="2464397"/>
                  </a:lnTo>
                  <a:lnTo>
                    <a:pt x="2653920" y="2464397"/>
                  </a:lnTo>
                  <a:lnTo>
                    <a:pt x="2654029" y="2464397"/>
                  </a:lnTo>
                  <a:lnTo>
                    <a:pt x="2654137" y="2464397"/>
                  </a:lnTo>
                  <a:lnTo>
                    <a:pt x="2654246" y="2464397"/>
                  </a:lnTo>
                  <a:lnTo>
                    <a:pt x="2654354" y="2464397"/>
                  </a:lnTo>
                  <a:lnTo>
                    <a:pt x="2654463" y="2464397"/>
                  </a:lnTo>
                  <a:lnTo>
                    <a:pt x="2654463" y="2463773"/>
                  </a:lnTo>
                  <a:lnTo>
                    <a:pt x="2654571" y="2463773"/>
                  </a:lnTo>
                  <a:lnTo>
                    <a:pt x="2654680" y="2463773"/>
                  </a:lnTo>
                  <a:lnTo>
                    <a:pt x="2654788" y="2463773"/>
                  </a:lnTo>
                  <a:lnTo>
                    <a:pt x="2654896" y="2463773"/>
                  </a:lnTo>
                  <a:lnTo>
                    <a:pt x="2655005" y="2463773"/>
                  </a:lnTo>
                  <a:lnTo>
                    <a:pt x="2655113" y="2463773"/>
                  </a:lnTo>
                  <a:lnTo>
                    <a:pt x="2655222" y="2463773"/>
                  </a:lnTo>
                  <a:lnTo>
                    <a:pt x="2655330" y="2463773"/>
                  </a:lnTo>
                  <a:lnTo>
                    <a:pt x="2655439" y="2463773"/>
                  </a:lnTo>
                  <a:lnTo>
                    <a:pt x="2655547" y="2463773"/>
                  </a:lnTo>
                  <a:lnTo>
                    <a:pt x="2655656" y="2463773"/>
                  </a:lnTo>
                  <a:lnTo>
                    <a:pt x="2655764" y="2463773"/>
                  </a:lnTo>
                  <a:lnTo>
                    <a:pt x="2655873" y="2463773"/>
                  </a:lnTo>
                  <a:lnTo>
                    <a:pt x="2655981" y="2463773"/>
                  </a:lnTo>
                  <a:lnTo>
                    <a:pt x="2656089" y="2463773"/>
                  </a:lnTo>
                  <a:lnTo>
                    <a:pt x="2656198" y="2463773"/>
                  </a:lnTo>
                  <a:lnTo>
                    <a:pt x="2656306" y="2463773"/>
                  </a:lnTo>
                  <a:lnTo>
                    <a:pt x="2656415" y="2463773"/>
                  </a:lnTo>
                  <a:lnTo>
                    <a:pt x="2656523" y="2463773"/>
                  </a:lnTo>
                  <a:lnTo>
                    <a:pt x="2656632" y="2463773"/>
                  </a:lnTo>
                  <a:lnTo>
                    <a:pt x="2656740" y="2463773"/>
                  </a:lnTo>
                  <a:lnTo>
                    <a:pt x="2656849" y="2463773"/>
                  </a:lnTo>
                  <a:lnTo>
                    <a:pt x="2656957" y="2463773"/>
                  </a:lnTo>
                  <a:lnTo>
                    <a:pt x="2657065" y="2463773"/>
                  </a:lnTo>
                  <a:lnTo>
                    <a:pt x="2657174" y="2463773"/>
                  </a:lnTo>
                  <a:lnTo>
                    <a:pt x="2657282" y="2463773"/>
                  </a:lnTo>
                  <a:lnTo>
                    <a:pt x="2657391" y="2463773"/>
                  </a:lnTo>
                  <a:lnTo>
                    <a:pt x="2657499" y="2463773"/>
                  </a:lnTo>
                  <a:lnTo>
                    <a:pt x="2657608" y="2463773"/>
                  </a:lnTo>
                  <a:lnTo>
                    <a:pt x="2657716" y="2463773"/>
                  </a:lnTo>
                  <a:lnTo>
                    <a:pt x="2657825" y="2463773"/>
                  </a:lnTo>
                  <a:lnTo>
                    <a:pt x="2657825" y="2463150"/>
                  </a:lnTo>
                  <a:lnTo>
                    <a:pt x="2657825" y="2462526"/>
                  </a:lnTo>
                  <a:lnTo>
                    <a:pt x="2657825" y="2461902"/>
                  </a:lnTo>
                  <a:lnTo>
                    <a:pt x="2657933" y="2461902"/>
                  </a:lnTo>
                  <a:lnTo>
                    <a:pt x="2658041" y="2461902"/>
                  </a:lnTo>
                  <a:lnTo>
                    <a:pt x="2658150" y="2461902"/>
                  </a:lnTo>
                  <a:lnTo>
                    <a:pt x="2658150" y="2461279"/>
                  </a:lnTo>
                  <a:lnTo>
                    <a:pt x="2658258" y="2461279"/>
                  </a:lnTo>
                  <a:lnTo>
                    <a:pt x="2658367" y="2461279"/>
                  </a:lnTo>
                  <a:lnTo>
                    <a:pt x="2658475" y="2461279"/>
                  </a:lnTo>
                  <a:lnTo>
                    <a:pt x="2658584" y="2461279"/>
                  </a:lnTo>
                  <a:lnTo>
                    <a:pt x="2658692" y="2461279"/>
                  </a:lnTo>
                  <a:lnTo>
                    <a:pt x="2658801" y="2461279"/>
                  </a:lnTo>
                  <a:lnTo>
                    <a:pt x="2658909" y="2461279"/>
                  </a:lnTo>
                  <a:lnTo>
                    <a:pt x="2659017" y="2461279"/>
                  </a:lnTo>
                  <a:lnTo>
                    <a:pt x="2659017" y="2460655"/>
                  </a:lnTo>
                  <a:lnTo>
                    <a:pt x="2659126" y="2460655"/>
                  </a:lnTo>
                  <a:lnTo>
                    <a:pt x="2659234" y="2460655"/>
                  </a:lnTo>
                  <a:lnTo>
                    <a:pt x="2659343" y="2460655"/>
                  </a:lnTo>
                  <a:lnTo>
                    <a:pt x="2659451" y="2460655"/>
                  </a:lnTo>
                  <a:lnTo>
                    <a:pt x="2659560" y="2460655"/>
                  </a:lnTo>
                  <a:lnTo>
                    <a:pt x="2659668" y="2460655"/>
                  </a:lnTo>
                  <a:lnTo>
                    <a:pt x="2659777" y="2460655"/>
                  </a:lnTo>
                  <a:lnTo>
                    <a:pt x="2659777" y="2460032"/>
                  </a:lnTo>
                  <a:lnTo>
                    <a:pt x="2659885" y="2460032"/>
                  </a:lnTo>
                  <a:lnTo>
                    <a:pt x="2659994" y="2460032"/>
                  </a:lnTo>
                  <a:lnTo>
                    <a:pt x="2660102" y="2460032"/>
                  </a:lnTo>
                  <a:lnTo>
                    <a:pt x="2660210" y="2460032"/>
                  </a:lnTo>
                  <a:lnTo>
                    <a:pt x="2660319" y="2460032"/>
                  </a:lnTo>
                  <a:lnTo>
                    <a:pt x="2660319" y="2459408"/>
                  </a:lnTo>
                  <a:lnTo>
                    <a:pt x="2660319" y="2458785"/>
                  </a:lnTo>
                  <a:lnTo>
                    <a:pt x="2660427" y="2458785"/>
                  </a:lnTo>
                  <a:lnTo>
                    <a:pt x="2660536" y="2458785"/>
                  </a:lnTo>
                  <a:lnTo>
                    <a:pt x="2660644" y="2458785"/>
                  </a:lnTo>
                  <a:lnTo>
                    <a:pt x="2660753" y="2458785"/>
                  </a:lnTo>
                  <a:lnTo>
                    <a:pt x="2660861" y="2458785"/>
                  </a:lnTo>
                  <a:lnTo>
                    <a:pt x="2660861" y="2458161"/>
                  </a:lnTo>
                  <a:lnTo>
                    <a:pt x="2660970" y="2458161"/>
                  </a:lnTo>
                  <a:lnTo>
                    <a:pt x="2660970" y="2457537"/>
                  </a:lnTo>
                  <a:lnTo>
                    <a:pt x="2661078" y="2457537"/>
                  </a:lnTo>
                  <a:lnTo>
                    <a:pt x="2661186" y="2457537"/>
                  </a:lnTo>
                  <a:lnTo>
                    <a:pt x="2661186" y="2456914"/>
                  </a:lnTo>
                  <a:lnTo>
                    <a:pt x="2661295" y="2456914"/>
                  </a:lnTo>
                  <a:lnTo>
                    <a:pt x="2661403" y="2456914"/>
                  </a:lnTo>
                  <a:lnTo>
                    <a:pt x="2661512" y="2456914"/>
                  </a:lnTo>
                  <a:lnTo>
                    <a:pt x="2661512" y="2456290"/>
                  </a:lnTo>
                  <a:lnTo>
                    <a:pt x="2661512" y="2455667"/>
                  </a:lnTo>
                  <a:lnTo>
                    <a:pt x="2661620" y="2455667"/>
                  </a:lnTo>
                  <a:lnTo>
                    <a:pt x="2661729" y="2455667"/>
                  </a:lnTo>
                  <a:lnTo>
                    <a:pt x="2661837" y="2455667"/>
                  </a:lnTo>
                  <a:lnTo>
                    <a:pt x="2661946" y="2455667"/>
                  </a:lnTo>
                  <a:lnTo>
                    <a:pt x="2662054" y="2455667"/>
                  </a:lnTo>
                  <a:lnTo>
                    <a:pt x="2662162" y="2455667"/>
                  </a:lnTo>
                  <a:lnTo>
                    <a:pt x="2662271" y="2455667"/>
                  </a:lnTo>
                  <a:lnTo>
                    <a:pt x="2662379" y="2455667"/>
                  </a:lnTo>
                  <a:lnTo>
                    <a:pt x="2662488" y="2455667"/>
                  </a:lnTo>
                  <a:lnTo>
                    <a:pt x="2662596" y="2455667"/>
                  </a:lnTo>
                  <a:lnTo>
                    <a:pt x="2662705" y="2455667"/>
                  </a:lnTo>
                  <a:lnTo>
                    <a:pt x="2662813" y="2455667"/>
                  </a:lnTo>
                  <a:lnTo>
                    <a:pt x="2662922" y="2455667"/>
                  </a:lnTo>
                  <a:lnTo>
                    <a:pt x="2663030" y="2455667"/>
                  </a:lnTo>
                  <a:lnTo>
                    <a:pt x="2663030" y="2455043"/>
                  </a:lnTo>
                  <a:lnTo>
                    <a:pt x="2663138" y="2455043"/>
                  </a:lnTo>
                  <a:lnTo>
                    <a:pt x="2663247" y="2455043"/>
                  </a:lnTo>
                  <a:lnTo>
                    <a:pt x="2663355" y="2455043"/>
                  </a:lnTo>
                  <a:lnTo>
                    <a:pt x="2663464" y="2455043"/>
                  </a:lnTo>
                  <a:lnTo>
                    <a:pt x="2663572" y="2455043"/>
                  </a:lnTo>
                  <a:lnTo>
                    <a:pt x="2663681" y="2455043"/>
                  </a:lnTo>
                  <a:lnTo>
                    <a:pt x="2663789" y="2455043"/>
                  </a:lnTo>
                  <a:lnTo>
                    <a:pt x="2663898" y="2455043"/>
                  </a:lnTo>
                  <a:lnTo>
                    <a:pt x="2664006" y="2455043"/>
                  </a:lnTo>
                  <a:lnTo>
                    <a:pt x="2664114" y="2455043"/>
                  </a:lnTo>
                  <a:lnTo>
                    <a:pt x="2664223" y="2455043"/>
                  </a:lnTo>
                  <a:lnTo>
                    <a:pt x="2664223" y="2454420"/>
                  </a:lnTo>
                  <a:lnTo>
                    <a:pt x="2664331" y="2454420"/>
                  </a:lnTo>
                  <a:lnTo>
                    <a:pt x="2664331" y="2453796"/>
                  </a:lnTo>
                  <a:lnTo>
                    <a:pt x="2664440" y="2453796"/>
                  </a:lnTo>
                  <a:lnTo>
                    <a:pt x="2664548" y="2453796"/>
                  </a:lnTo>
                  <a:lnTo>
                    <a:pt x="2664657" y="2453796"/>
                  </a:lnTo>
                  <a:lnTo>
                    <a:pt x="2664765" y="2453796"/>
                  </a:lnTo>
                  <a:lnTo>
                    <a:pt x="2664874" y="2453796"/>
                  </a:lnTo>
                  <a:lnTo>
                    <a:pt x="2664982" y="2453796"/>
                  </a:lnTo>
                  <a:lnTo>
                    <a:pt x="2665091" y="2453796"/>
                  </a:lnTo>
                  <a:lnTo>
                    <a:pt x="2665199" y="2453796"/>
                  </a:lnTo>
                  <a:lnTo>
                    <a:pt x="2665307" y="2453796"/>
                  </a:lnTo>
                  <a:lnTo>
                    <a:pt x="2665416" y="2453796"/>
                  </a:lnTo>
                  <a:lnTo>
                    <a:pt x="2665524" y="2453796"/>
                  </a:lnTo>
                  <a:lnTo>
                    <a:pt x="2665524" y="2453172"/>
                  </a:lnTo>
                  <a:lnTo>
                    <a:pt x="2665633" y="2453172"/>
                  </a:lnTo>
                  <a:lnTo>
                    <a:pt x="2665741" y="2453172"/>
                  </a:lnTo>
                  <a:lnTo>
                    <a:pt x="2665850" y="2453172"/>
                  </a:lnTo>
                  <a:lnTo>
                    <a:pt x="2665958" y="2453172"/>
                  </a:lnTo>
                  <a:lnTo>
                    <a:pt x="2666067" y="2453172"/>
                  </a:lnTo>
                  <a:lnTo>
                    <a:pt x="2666175" y="2453172"/>
                  </a:lnTo>
                  <a:lnTo>
                    <a:pt x="2666283" y="2453172"/>
                  </a:lnTo>
                  <a:lnTo>
                    <a:pt x="2666392" y="2453172"/>
                  </a:lnTo>
                  <a:lnTo>
                    <a:pt x="2666500" y="2453172"/>
                  </a:lnTo>
                  <a:lnTo>
                    <a:pt x="2666609" y="2453172"/>
                  </a:lnTo>
                  <a:lnTo>
                    <a:pt x="2666717" y="2453172"/>
                  </a:lnTo>
                  <a:lnTo>
                    <a:pt x="2666826" y="2453172"/>
                  </a:lnTo>
                  <a:lnTo>
                    <a:pt x="2666934" y="2453172"/>
                  </a:lnTo>
                  <a:lnTo>
                    <a:pt x="2667043" y="2453172"/>
                  </a:lnTo>
                  <a:lnTo>
                    <a:pt x="2667151" y="2453172"/>
                  </a:lnTo>
                  <a:lnTo>
                    <a:pt x="2667259" y="2453172"/>
                  </a:lnTo>
                  <a:lnTo>
                    <a:pt x="2667368" y="2453172"/>
                  </a:lnTo>
                  <a:lnTo>
                    <a:pt x="2667476" y="2453172"/>
                  </a:lnTo>
                  <a:lnTo>
                    <a:pt x="2667476" y="2452549"/>
                  </a:lnTo>
                  <a:lnTo>
                    <a:pt x="2667585" y="2452549"/>
                  </a:lnTo>
                  <a:lnTo>
                    <a:pt x="2667693" y="2452549"/>
                  </a:lnTo>
                  <a:lnTo>
                    <a:pt x="2667802" y="2452549"/>
                  </a:lnTo>
                  <a:lnTo>
                    <a:pt x="2667910" y="2452549"/>
                  </a:lnTo>
                  <a:lnTo>
                    <a:pt x="2667910" y="2451925"/>
                  </a:lnTo>
                  <a:lnTo>
                    <a:pt x="2668019" y="2451925"/>
                  </a:lnTo>
                  <a:lnTo>
                    <a:pt x="2668127" y="2451925"/>
                  </a:lnTo>
                  <a:lnTo>
                    <a:pt x="2668127" y="2451302"/>
                  </a:lnTo>
                  <a:lnTo>
                    <a:pt x="2668235" y="2451302"/>
                  </a:lnTo>
                  <a:lnTo>
                    <a:pt x="2668235" y="2450678"/>
                  </a:lnTo>
                  <a:lnTo>
                    <a:pt x="2668235" y="2450054"/>
                  </a:lnTo>
                  <a:lnTo>
                    <a:pt x="2668344" y="2450054"/>
                  </a:lnTo>
                  <a:lnTo>
                    <a:pt x="2668344" y="2449431"/>
                  </a:lnTo>
                  <a:lnTo>
                    <a:pt x="2668452" y="2449431"/>
                  </a:lnTo>
                  <a:lnTo>
                    <a:pt x="2668561" y="2449431"/>
                  </a:lnTo>
                  <a:lnTo>
                    <a:pt x="2668669" y="2449431"/>
                  </a:lnTo>
                  <a:lnTo>
                    <a:pt x="2668778" y="2449431"/>
                  </a:lnTo>
                  <a:lnTo>
                    <a:pt x="2668886" y="2449431"/>
                  </a:lnTo>
                  <a:lnTo>
                    <a:pt x="2668995" y="2449431"/>
                  </a:lnTo>
                  <a:lnTo>
                    <a:pt x="2669103" y="2449431"/>
                  </a:lnTo>
                  <a:lnTo>
                    <a:pt x="2669103" y="2448807"/>
                  </a:lnTo>
                  <a:lnTo>
                    <a:pt x="2669212" y="2448807"/>
                  </a:lnTo>
                  <a:lnTo>
                    <a:pt x="2669320" y="2448807"/>
                  </a:lnTo>
                  <a:lnTo>
                    <a:pt x="2669320" y="2448184"/>
                  </a:lnTo>
                  <a:lnTo>
                    <a:pt x="2669428" y="2448184"/>
                  </a:lnTo>
                  <a:lnTo>
                    <a:pt x="2669537" y="2448184"/>
                  </a:lnTo>
                  <a:lnTo>
                    <a:pt x="2669645" y="2448184"/>
                  </a:lnTo>
                  <a:lnTo>
                    <a:pt x="2669754" y="2448184"/>
                  </a:lnTo>
                  <a:lnTo>
                    <a:pt x="2669862" y="2448184"/>
                  </a:lnTo>
                  <a:lnTo>
                    <a:pt x="2669971" y="2448184"/>
                  </a:lnTo>
                  <a:lnTo>
                    <a:pt x="2670079" y="2448184"/>
                  </a:lnTo>
                  <a:lnTo>
                    <a:pt x="2670188" y="2448184"/>
                  </a:lnTo>
                  <a:lnTo>
                    <a:pt x="2670296" y="2448184"/>
                  </a:lnTo>
                  <a:lnTo>
                    <a:pt x="2670296" y="2447560"/>
                  </a:lnTo>
                  <a:lnTo>
                    <a:pt x="2670404" y="2447560"/>
                  </a:lnTo>
                  <a:lnTo>
                    <a:pt x="2670404" y="2446937"/>
                  </a:lnTo>
                  <a:lnTo>
                    <a:pt x="2670513" y="2446937"/>
                  </a:lnTo>
                  <a:lnTo>
                    <a:pt x="2670621" y="2446937"/>
                  </a:lnTo>
                  <a:lnTo>
                    <a:pt x="2670730" y="2446937"/>
                  </a:lnTo>
                  <a:lnTo>
                    <a:pt x="2670838" y="2446937"/>
                  </a:lnTo>
                  <a:lnTo>
                    <a:pt x="2670947" y="2446937"/>
                  </a:lnTo>
                  <a:lnTo>
                    <a:pt x="2671055" y="2446937"/>
                  </a:lnTo>
                  <a:lnTo>
                    <a:pt x="2671164" y="2446937"/>
                  </a:lnTo>
                  <a:lnTo>
                    <a:pt x="2671272" y="2446937"/>
                  </a:lnTo>
                  <a:lnTo>
                    <a:pt x="2671380" y="2446937"/>
                  </a:lnTo>
                  <a:lnTo>
                    <a:pt x="2671489" y="2446937"/>
                  </a:lnTo>
                  <a:lnTo>
                    <a:pt x="2671597" y="2446937"/>
                  </a:lnTo>
                  <a:lnTo>
                    <a:pt x="2671597" y="2446313"/>
                  </a:lnTo>
                  <a:lnTo>
                    <a:pt x="2671706" y="2446313"/>
                  </a:lnTo>
                  <a:lnTo>
                    <a:pt x="2671814" y="2446313"/>
                  </a:lnTo>
                  <a:lnTo>
                    <a:pt x="2671923" y="2446313"/>
                  </a:lnTo>
                  <a:lnTo>
                    <a:pt x="2672031" y="2446313"/>
                  </a:lnTo>
                  <a:lnTo>
                    <a:pt x="2672140" y="2446313"/>
                  </a:lnTo>
                  <a:lnTo>
                    <a:pt x="2672248" y="2446313"/>
                  </a:lnTo>
                  <a:lnTo>
                    <a:pt x="2672356" y="2446313"/>
                  </a:lnTo>
                  <a:lnTo>
                    <a:pt x="2672465" y="2446313"/>
                  </a:lnTo>
                  <a:lnTo>
                    <a:pt x="2672573" y="2446313"/>
                  </a:lnTo>
                  <a:lnTo>
                    <a:pt x="2672682" y="2446313"/>
                  </a:lnTo>
                  <a:lnTo>
                    <a:pt x="2672790" y="2446313"/>
                  </a:lnTo>
                  <a:lnTo>
                    <a:pt x="2672899" y="2446313"/>
                  </a:lnTo>
                  <a:lnTo>
                    <a:pt x="2673007" y="2446313"/>
                  </a:lnTo>
                  <a:lnTo>
                    <a:pt x="2673116" y="2446313"/>
                  </a:lnTo>
                  <a:lnTo>
                    <a:pt x="2673224" y="2446313"/>
                  </a:lnTo>
                  <a:lnTo>
                    <a:pt x="2673333" y="2446313"/>
                  </a:lnTo>
                  <a:lnTo>
                    <a:pt x="2673441" y="2446313"/>
                  </a:lnTo>
                  <a:lnTo>
                    <a:pt x="2673549" y="2446313"/>
                  </a:lnTo>
                  <a:lnTo>
                    <a:pt x="2673658" y="2446313"/>
                  </a:lnTo>
                  <a:lnTo>
                    <a:pt x="2673658" y="2445689"/>
                  </a:lnTo>
                  <a:lnTo>
                    <a:pt x="2673658" y="2445066"/>
                  </a:lnTo>
                  <a:lnTo>
                    <a:pt x="2673658" y="2444442"/>
                  </a:lnTo>
                  <a:lnTo>
                    <a:pt x="2673766" y="2444442"/>
                  </a:lnTo>
                  <a:lnTo>
                    <a:pt x="2673875" y="2444442"/>
                  </a:lnTo>
                  <a:lnTo>
                    <a:pt x="2673983" y="2444442"/>
                  </a:lnTo>
                  <a:lnTo>
                    <a:pt x="2674092" y="2444442"/>
                  </a:lnTo>
                  <a:lnTo>
                    <a:pt x="2674092" y="2443819"/>
                  </a:lnTo>
                  <a:lnTo>
                    <a:pt x="2674200" y="2443819"/>
                  </a:lnTo>
                  <a:lnTo>
                    <a:pt x="2674309" y="2443819"/>
                  </a:lnTo>
                  <a:lnTo>
                    <a:pt x="2674417" y="2443819"/>
                  </a:lnTo>
                  <a:lnTo>
                    <a:pt x="2674525" y="2443819"/>
                  </a:lnTo>
                  <a:lnTo>
                    <a:pt x="2674634" y="2443819"/>
                  </a:lnTo>
                  <a:lnTo>
                    <a:pt x="2674742" y="2443819"/>
                  </a:lnTo>
                  <a:lnTo>
                    <a:pt x="2674851" y="2443819"/>
                  </a:lnTo>
                  <a:lnTo>
                    <a:pt x="2674959" y="2443819"/>
                  </a:lnTo>
                  <a:lnTo>
                    <a:pt x="2675068" y="2443819"/>
                  </a:lnTo>
                  <a:lnTo>
                    <a:pt x="2675176" y="2443819"/>
                  </a:lnTo>
                  <a:lnTo>
                    <a:pt x="2675285" y="2443819"/>
                  </a:lnTo>
                  <a:lnTo>
                    <a:pt x="2675285" y="2443195"/>
                  </a:lnTo>
                  <a:lnTo>
                    <a:pt x="2675393" y="2443195"/>
                  </a:lnTo>
                  <a:lnTo>
                    <a:pt x="2675501" y="2443195"/>
                  </a:lnTo>
                  <a:lnTo>
                    <a:pt x="2675610" y="2443195"/>
                  </a:lnTo>
                  <a:lnTo>
                    <a:pt x="2675718" y="2443195"/>
                  </a:lnTo>
                  <a:lnTo>
                    <a:pt x="2675827" y="2443195"/>
                  </a:lnTo>
                  <a:lnTo>
                    <a:pt x="2675935" y="2443195"/>
                  </a:lnTo>
                  <a:lnTo>
                    <a:pt x="2676044" y="2443195"/>
                  </a:lnTo>
                  <a:lnTo>
                    <a:pt x="2676152" y="2443195"/>
                  </a:lnTo>
                  <a:lnTo>
                    <a:pt x="2676261" y="2443195"/>
                  </a:lnTo>
                  <a:lnTo>
                    <a:pt x="2676369" y="2443195"/>
                  </a:lnTo>
                  <a:lnTo>
                    <a:pt x="2676477" y="2443195"/>
                  </a:lnTo>
                  <a:lnTo>
                    <a:pt x="2676586" y="2443195"/>
                  </a:lnTo>
                  <a:lnTo>
                    <a:pt x="2676586" y="2442571"/>
                  </a:lnTo>
                  <a:lnTo>
                    <a:pt x="2676694" y="2442571"/>
                  </a:lnTo>
                  <a:lnTo>
                    <a:pt x="2676694" y="2441948"/>
                  </a:lnTo>
                  <a:lnTo>
                    <a:pt x="2676803" y="2441948"/>
                  </a:lnTo>
                  <a:lnTo>
                    <a:pt x="2676911" y="2441948"/>
                  </a:lnTo>
                  <a:lnTo>
                    <a:pt x="2677020" y="2441948"/>
                  </a:lnTo>
                  <a:lnTo>
                    <a:pt x="2677128" y="2441948"/>
                  </a:lnTo>
                  <a:lnTo>
                    <a:pt x="2677237" y="2441948"/>
                  </a:lnTo>
                  <a:lnTo>
                    <a:pt x="2677345" y="2441948"/>
                  </a:lnTo>
                  <a:lnTo>
                    <a:pt x="2677454" y="2441948"/>
                  </a:lnTo>
                  <a:lnTo>
                    <a:pt x="2677562" y="2441948"/>
                  </a:lnTo>
                  <a:lnTo>
                    <a:pt x="2677670" y="2441948"/>
                  </a:lnTo>
                  <a:lnTo>
                    <a:pt x="2677779" y="2441948"/>
                  </a:lnTo>
                  <a:lnTo>
                    <a:pt x="2677887" y="2441948"/>
                  </a:lnTo>
                  <a:lnTo>
                    <a:pt x="2677887" y="2441324"/>
                  </a:lnTo>
                  <a:lnTo>
                    <a:pt x="2677996" y="2441324"/>
                  </a:lnTo>
                  <a:lnTo>
                    <a:pt x="2678104" y="2441324"/>
                  </a:lnTo>
                  <a:lnTo>
                    <a:pt x="2678104" y="2440701"/>
                  </a:lnTo>
                  <a:lnTo>
                    <a:pt x="2678213" y="2440701"/>
                  </a:lnTo>
                  <a:lnTo>
                    <a:pt x="2678321" y="2440701"/>
                  </a:lnTo>
                  <a:lnTo>
                    <a:pt x="2678430" y="2440701"/>
                  </a:lnTo>
                  <a:lnTo>
                    <a:pt x="2678538" y="2440701"/>
                  </a:lnTo>
                  <a:lnTo>
                    <a:pt x="2678538" y="2440077"/>
                  </a:lnTo>
                  <a:lnTo>
                    <a:pt x="2678646" y="2440077"/>
                  </a:lnTo>
                  <a:lnTo>
                    <a:pt x="2678755" y="2440077"/>
                  </a:lnTo>
                  <a:lnTo>
                    <a:pt x="2678863" y="2440077"/>
                  </a:lnTo>
                  <a:lnTo>
                    <a:pt x="2678972" y="2440077"/>
                  </a:lnTo>
                  <a:lnTo>
                    <a:pt x="2678972" y="2439454"/>
                  </a:lnTo>
                  <a:lnTo>
                    <a:pt x="2679080" y="2439454"/>
                  </a:lnTo>
                  <a:lnTo>
                    <a:pt x="2679189" y="2439454"/>
                  </a:lnTo>
                  <a:lnTo>
                    <a:pt x="2679297" y="2439454"/>
                  </a:lnTo>
                  <a:lnTo>
                    <a:pt x="2679406" y="2439454"/>
                  </a:lnTo>
                  <a:lnTo>
                    <a:pt x="2679406" y="2438830"/>
                  </a:lnTo>
                  <a:lnTo>
                    <a:pt x="2679406" y="2438206"/>
                  </a:lnTo>
                  <a:lnTo>
                    <a:pt x="2679514" y="2438206"/>
                  </a:lnTo>
                  <a:lnTo>
                    <a:pt x="2679622" y="2438206"/>
                  </a:lnTo>
                  <a:lnTo>
                    <a:pt x="2679731" y="2438206"/>
                  </a:lnTo>
                  <a:lnTo>
                    <a:pt x="2679839" y="2438206"/>
                  </a:lnTo>
                  <a:lnTo>
                    <a:pt x="2679948" y="2438206"/>
                  </a:lnTo>
                  <a:lnTo>
                    <a:pt x="2679948" y="2437583"/>
                  </a:lnTo>
                  <a:lnTo>
                    <a:pt x="2680056" y="2437583"/>
                  </a:lnTo>
                  <a:lnTo>
                    <a:pt x="2680165" y="2437583"/>
                  </a:lnTo>
                  <a:lnTo>
                    <a:pt x="2680165" y="2436959"/>
                  </a:lnTo>
                  <a:lnTo>
                    <a:pt x="2680273" y="2436959"/>
                  </a:lnTo>
                  <a:lnTo>
                    <a:pt x="2680382" y="2436959"/>
                  </a:lnTo>
                  <a:lnTo>
                    <a:pt x="2680382" y="2436336"/>
                  </a:lnTo>
                  <a:lnTo>
                    <a:pt x="2680490" y="2436336"/>
                  </a:lnTo>
                  <a:lnTo>
                    <a:pt x="2680598" y="2436336"/>
                  </a:lnTo>
                  <a:lnTo>
                    <a:pt x="2680707" y="2436336"/>
                  </a:lnTo>
                  <a:lnTo>
                    <a:pt x="2680815" y="2436336"/>
                  </a:lnTo>
                  <a:lnTo>
                    <a:pt x="2680924" y="2436336"/>
                  </a:lnTo>
                  <a:lnTo>
                    <a:pt x="2681032" y="2436336"/>
                  </a:lnTo>
                  <a:lnTo>
                    <a:pt x="2681141" y="2436336"/>
                  </a:lnTo>
                  <a:lnTo>
                    <a:pt x="2681249" y="2436336"/>
                  </a:lnTo>
                  <a:lnTo>
                    <a:pt x="2681358" y="2436336"/>
                  </a:lnTo>
                  <a:lnTo>
                    <a:pt x="2681358" y="2435712"/>
                  </a:lnTo>
                  <a:lnTo>
                    <a:pt x="2681466" y="2435712"/>
                  </a:lnTo>
                  <a:lnTo>
                    <a:pt x="2681575" y="2435712"/>
                  </a:lnTo>
                  <a:lnTo>
                    <a:pt x="2681683" y="2435712"/>
                  </a:lnTo>
                  <a:lnTo>
                    <a:pt x="2681791" y="2435712"/>
                  </a:lnTo>
                  <a:lnTo>
                    <a:pt x="2681791" y="2435088"/>
                  </a:lnTo>
                  <a:lnTo>
                    <a:pt x="2681791" y="2434465"/>
                  </a:lnTo>
                  <a:lnTo>
                    <a:pt x="2681791" y="2433841"/>
                  </a:lnTo>
                  <a:lnTo>
                    <a:pt x="2681791" y="2433218"/>
                  </a:lnTo>
                  <a:lnTo>
                    <a:pt x="2681900" y="2433218"/>
                  </a:lnTo>
                  <a:lnTo>
                    <a:pt x="2681900" y="2432594"/>
                  </a:lnTo>
                  <a:lnTo>
                    <a:pt x="2682008" y="2432594"/>
                  </a:lnTo>
                  <a:lnTo>
                    <a:pt x="2682117" y="2432594"/>
                  </a:lnTo>
                  <a:lnTo>
                    <a:pt x="2682225" y="2432594"/>
                  </a:lnTo>
                  <a:lnTo>
                    <a:pt x="2682334" y="2432594"/>
                  </a:lnTo>
                  <a:lnTo>
                    <a:pt x="2682442" y="2432594"/>
                  </a:lnTo>
                  <a:lnTo>
                    <a:pt x="2682551" y="2432594"/>
                  </a:lnTo>
                  <a:lnTo>
                    <a:pt x="2682659" y="2432594"/>
                  </a:lnTo>
                  <a:lnTo>
                    <a:pt x="2682659" y="2431971"/>
                  </a:lnTo>
                  <a:lnTo>
                    <a:pt x="2682767" y="2431971"/>
                  </a:lnTo>
                  <a:lnTo>
                    <a:pt x="2682876" y="2431971"/>
                  </a:lnTo>
                  <a:lnTo>
                    <a:pt x="2682984" y="2431971"/>
                  </a:lnTo>
                  <a:lnTo>
                    <a:pt x="2683093" y="2431971"/>
                  </a:lnTo>
                  <a:lnTo>
                    <a:pt x="2683093" y="2431347"/>
                  </a:lnTo>
                  <a:lnTo>
                    <a:pt x="2683201" y="2431347"/>
                  </a:lnTo>
                  <a:lnTo>
                    <a:pt x="2683310" y="2431347"/>
                  </a:lnTo>
                  <a:lnTo>
                    <a:pt x="2683418" y="2431347"/>
                  </a:lnTo>
                  <a:lnTo>
                    <a:pt x="2683418" y="2430723"/>
                  </a:lnTo>
                  <a:lnTo>
                    <a:pt x="2683527" y="2430723"/>
                  </a:lnTo>
                  <a:lnTo>
                    <a:pt x="2683635" y="2430723"/>
                  </a:lnTo>
                  <a:lnTo>
                    <a:pt x="2683635" y="2430100"/>
                  </a:lnTo>
                  <a:lnTo>
                    <a:pt x="2683743" y="2430100"/>
                  </a:lnTo>
                  <a:lnTo>
                    <a:pt x="2683743" y="2429476"/>
                  </a:lnTo>
                  <a:lnTo>
                    <a:pt x="2683852" y="2429476"/>
                  </a:lnTo>
                  <a:lnTo>
                    <a:pt x="2683960" y="2429476"/>
                  </a:lnTo>
                  <a:lnTo>
                    <a:pt x="2684069" y="2429476"/>
                  </a:lnTo>
                  <a:lnTo>
                    <a:pt x="2684177" y="2429476"/>
                  </a:lnTo>
                  <a:lnTo>
                    <a:pt x="2684286" y="2429476"/>
                  </a:lnTo>
                  <a:lnTo>
                    <a:pt x="2684394" y="2429476"/>
                  </a:lnTo>
                  <a:lnTo>
                    <a:pt x="2684503" y="2429476"/>
                  </a:lnTo>
                  <a:lnTo>
                    <a:pt x="2684611" y="2429476"/>
                  </a:lnTo>
                  <a:lnTo>
                    <a:pt x="2684611" y="2428853"/>
                  </a:lnTo>
                  <a:lnTo>
                    <a:pt x="2684719" y="2428853"/>
                  </a:lnTo>
                  <a:lnTo>
                    <a:pt x="2684828" y="2428853"/>
                  </a:lnTo>
                  <a:lnTo>
                    <a:pt x="2684936" y="2428853"/>
                  </a:lnTo>
                  <a:lnTo>
                    <a:pt x="2684936" y="2428229"/>
                  </a:lnTo>
                  <a:lnTo>
                    <a:pt x="2685045" y="2428229"/>
                  </a:lnTo>
                  <a:lnTo>
                    <a:pt x="2685153" y="2428229"/>
                  </a:lnTo>
                  <a:lnTo>
                    <a:pt x="2685262" y="2428229"/>
                  </a:lnTo>
                  <a:lnTo>
                    <a:pt x="2685370" y="2428229"/>
                  </a:lnTo>
                  <a:lnTo>
                    <a:pt x="2685370" y="2427605"/>
                  </a:lnTo>
                  <a:lnTo>
                    <a:pt x="2685479" y="2427605"/>
                  </a:lnTo>
                  <a:lnTo>
                    <a:pt x="2685587" y="2427605"/>
                  </a:lnTo>
                  <a:lnTo>
                    <a:pt x="2685695" y="2427605"/>
                  </a:lnTo>
                  <a:lnTo>
                    <a:pt x="2685804" y="2427605"/>
                  </a:lnTo>
                  <a:lnTo>
                    <a:pt x="2685912" y="2427605"/>
                  </a:lnTo>
                  <a:lnTo>
                    <a:pt x="2686021" y="2427605"/>
                  </a:lnTo>
                  <a:lnTo>
                    <a:pt x="2686129" y="2427605"/>
                  </a:lnTo>
                  <a:lnTo>
                    <a:pt x="2686129" y="2426982"/>
                  </a:lnTo>
                  <a:lnTo>
                    <a:pt x="2686129" y="2426358"/>
                  </a:lnTo>
                  <a:lnTo>
                    <a:pt x="2686238" y="2426358"/>
                  </a:lnTo>
                  <a:lnTo>
                    <a:pt x="2686346" y="2426358"/>
                  </a:lnTo>
                  <a:lnTo>
                    <a:pt x="2686346" y="2425735"/>
                  </a:lnTo>
                  <a:lnTo>
                    <a:pt x="2686455" y="2425735"/>
                  </a:lnTo>
                  <a:lnTo>
                    <a:pt x="2686563" y="2425735"/>
                  </a:lnTo>
                  <a:lnTo>
                    <a:pt x="2686672" y="2425735"/>
                  </a:lnTo>
                  <a:lnTo>
                    <a:pt x="2686780" y="2425735"/>
                  </a:lnTo>
                  <a:lnTo>
                    <a:pt x="2686888" y="2425735"/>
                  </a:lnTo>
                  <a:lnTo>
                    <a:pt x="2686888" y="2425111"/>
                  </a:lnTo>
                  <a:lnTo>
                    <a:pt x="2686997" y="2425111"/>
                  </a:lnTo>
                  <a:lnTo>
                    <a:pt x="2687105" y="2425111"/>
                  </a:lnTo>
                  <a:lnTo>
                    <a:pt x="2687214" y="2425111"/>
                  </a:lnTo>
                  <a:lnTo>
                    <a:pt x="2687322" y="2425111"/>
                  </a:lnTo>
                  <a:lnTo>
                    <a:pt x="2687431" y="2425111"/>
                  </a:lnTo>
                  <a:lnTo>
                    <a:pt x="2687431" y="2424488"/>
                  </a:lnTo>
                  <a:lnTo>
                    <a:pt x="2687539" y="2424488"/>
                  </a:lnTo>
                  <a:lnTo>
                    <a:pt x="2687539" y="2423864"/>
                  </a:lnTo>
                  <a:lnTo>
                    <a:pt x="2687648" y="2423864"/>
                  </a:lnTo>
                  <a:lnTo>
                    <a:pt x="2687756" y="2423864"/>
                  </a:lnTo>
                  <a:lnTo>
                    <a:pt x="2687864" y="2423864"/>
                  </a:lnTo>
                  <a:lnTo>
                    <a:pt x="2687973" y="2423864"/>
                  </a:lnTo>
                  <a:lnTo>
                    <a:pt x="2688081" y="2423864"/>
                  </a:lnTo>
                  <a:lnTo>
                    <a:pt x="2688190" y="2423864"/>
                  </a:lnTo>
                  <a:lnTo>
                    <a:pt x="2688190" y="2423240"/>
                  </a:lnTo>
                  <a:lnTo>
                    <a:pt x="2688298" y="2423240"/>
                  </a:lnTo>
                  <a:lnTo>
                    <a:pt x="2688407" y="2423240"/>
                  </a:lnTo>
                  <a:lnTo>
                    <a:pt x="2688515" y="2423240"/>
                  </a:lnTo>
                  <a:lnTo>
                    <a:pt x="2688624" y="2423240"/>
                  </a:lnTo>
                  <a:lnTo>
                    <a:pt x="2688732" y="2423240"/>
                  </a:lnTo>
                  <a:lnTo>
                    <a:pt x="2688840" y="2423240"/>
                  </a:lnTo>
                  <a:lnTo>
                    <a:pt x="2688840" y="2422617"/>
                  </a:lnTo>
                  <a:lnTo>
                    <a:pt x="2688949" y="2422617"/>
                  </a:lnTo>
                  <a:lnTo>
                    <a:pt x="2689057" y="2422617"/>
                  </a:lnTo>
                  <a:lnTo>
                    <a:pt x="2689166" y="2422617"/>
                  </a:lnTo>
                  <a:lnTo>
                    <a:pt x="2689274" y="2422617"/>
                  </a:lnTo>
                  <a:lnTo>
                    <a:pt x="2689383" y="2422617"/>
                  </a:lnTo>
                  <a:lnTo>
                    <a:pt x="2689491" y="2422617"/>
                  </a:lnTo>
                  <a:lnTo>
                    <a:pt x="2689600" y="2422617"/>
                  </a:lnTo>
                  <a:lnTo>
                    <a:pt x="2689708" y="2422617"/>
                  </a:lnTo>
                  <a:lnTo>
                    <a:pt x="2689816" y="2422617"/>
                  </a:lnTo>
                  <a:lnTo>
                    <a:pt x="2689925" y="2422617"/>
                  </a:lnTo>
                  <a:lnTo>
                    <a:pt x="2689925" y="2421993"/>
                  </a:lnTo>
                  <a:lnTo>
                    <a:pt x="2689925" y="2421370"/>
                  </a:lnTo>
                  <a:lnTo>
                    <a:pt x="2690033" y="2421370"/>
                  </a:lnTo>
                  <a:lnTo>
                    <a:pt x="2690142" y="2421370"/>
                  </a:lnTo>
                  <a:lnTo>
                    <a:pt x="2690250" y="2421370"/>
                  </a:lnTo>
                  <a:lnTo>
                    <a:pt x="2690250" y="2420746"/>
                  </a:lnTo>
                  <a:lnTo>
                    <a:pt x="2690359" y="2420746"/>
                  </a:lnTo>
                  <a:lnTo>
                    <a:pt x="2690467" y="2420746"/>
                  </a:lnTo>
                  <a:lnTo>
                    <a:pt x="2690576" y="2420746"/>
                  </a:lnTo>
                  <a:lnTo>
                    <a:pt x="2690576" y="2420122"/>
                  </a:lnTo>
                  <a:lnTo>
                    <a:pt x="2690684" y="2420122"/>
                  </a:lnTo>
                  <a:lnTo>
                    <a:pt x="2690793" y="2420122"/>
                  </a:lnTo>
                  <a:lnTo>
                    <a:pt x="2690793" y="2419499"/>
                  </a:lnTo>
                  <a:lnTo>
                    <a:pt x="2690901" y="2419499"/>
                  </a:lnTo>
                  <a:lnTo>
                    <a:pt x="2690901" y="2418875"/>
                  </a:lnTo>
                  <a:lnTo>
                    <a:pt x="2691009" y="2418875"/>
                  </a:lnTo>
                  <a:lnTo>
                    <a:pt x="2691118" y="2418875"/>
                  </a:lnTo>
                  <a:lnTo>
                    <a:pt x="2691226" y="2418875"/>
                  </a:lnTo>
                  <a:lnTo>
                    <a:pt x="2691335" y="2418875"/>
                  </a:lnTo>
                  <a:lnTo>
                    <a:pt x="2691443" y="2418875"/>
                  </a:lnTo>
                  <a:lnTo>
                    <a:pt x="2691552" y="2418875"/>
                  </a:lnTo>
                  <a:lnTo>
                    <a:pt x="2691660" y="2418875"/>
                  </a:lnTo>
                  <a:lnTo>
                    <a:pt x="2691769" y="2418875"/>
                  </a:lnTo>
                  <a:lnTo>
                    <a:pt x="2691877" y="2418875"/>
                  </a:lnTo>
                  <a:lnTo>
                    <a:pt x="2691985" y="2418875"/>
                  </a:lnTo>
                  <a:lnTo>
                    <a:pt x="2692094" y="2418875"/>
                  </a:lnTo>
                  <a:lnTo>
                    <a:pt x="2692202" y="2418875"/>
                  </a:lnTo>
                  <a:lnTo>
                    <a:pt x="2692311" y="2418875"/>
                  </a:lnTo>
                  <a:lnTo>
                    <a:pt x="2692419" y="2418875"/>
                  </a:lnTo>
                  <a:lnTo>
                    <a:pt x="2692528" y="2418875"/>
                  </a:lnTo>
                  <a:lnTo>
                    <a:pt x="2692636" y="2418875"/>
                  </a:lnTo>
                  <a:lnTo>
                    <a:pt x="2692745" y="2418875"/>
                  </a:lnTo>
                  <a:lnTo>
                    <a:pt x="2692853" y="2418875"/>
                  </a:lnTo>
                  <a:lnTo>
                    <a:pt x="2692961" y="2418875"/>
                  </a:lnTo>
                  <a:lnTo>
                    <a:pt x="2692961" y="2418252"/>
                  </a:lnTo>
                  <a:lnTo>
                    <a:pt x="2693070" y="2418252"/>
                  </a:lnTo>
                  <a:lnTo>
                    <a:pt x="2693178" y="2418252"/>
                  </a:lnTo>
                  <a:lnTo>
                    <a:pt x="2693287" y="2418252"/>
                  </a:lnTo>
                  <a:lnTo>
                    <a:pt x="2693395" y="2418252"/>
                  </a:lnTo>
                  <a:lnTo>
                    <a:pt x="2693504" y="2418252"/>
                  </a:lnTo>
                  <a:lnTo>
                    <a:pt x="2693504" y="2417628"/>
                  </a:lnTo>
                  <a:lnTo>
                    <a:pt x="2693612" y="2417628"/>
                  </a:lnTo>
                  <a:lnTo>
                    <a:pt x="2693721" y="2417628"/>
                  </a:lnTo>
                  <a:lnTo>
                    <a:pt x="2693829" y="2417628"/>
                  </a:lnTo>
                  <a:lnTo>
                    <a:pt x="2693937" y="2417628"/>
                  </a:lnTo>
                  <a:lnTo>
                    <a:pt x="2693937" y="2417005"/>
                  </a:lnTo>
                  <a:lnTo>
                    <a:pt x="2694046" y="2417005"/>
                  </a:lnTo>
                  <a:lnTo>
                    <a:pt x="2694154" y="2417005"/>
                  </a:lnTo>
                  <a:lnTo>
                    <a:pt x="2694263" y="2417005"/>
                  </a:lnTo>
                  <a:lnTo>
                    <a:pt x="2694371" y="2417005"/>
                  </a:lnTo>
                  <a:lnTo>
                    <a:pt x="2694480" y="2417005"/>
                  </a:lnTo>
                  <a:lnTo>
                    <a:pt x="2694588" y="2417005"/>
                  </a:lnTo>
                  <a:lnTo>
                    <a:pt x="2694697" y="2417005"/>
                  </a:lnTo>
                  <a:lnTo>
                    <a:pt x="2694805" y="2417005"/>
                  </a:lnTo>
                  <a:lnTo>
                    <a:pt x="2694914" y="2417005"/>
                  </a:lnTo>
                  <a:lnTo>
                    <a:pt x="2695022" y="2417005"/>
                  </a:lnTo>
                  <a:lnTo>
                    <a:pt x="2695130" y="2417005"/>
                  </a:lnTo>
                  <a:lnTo>
                    <a:pt x="2695239" y="2417005"/>
                  </a:lnTo>
                  <a:lnTo>
                    <a:pt x="2695347" y="2417005"/>
                  </a:lnTo>
                  <a:lnTo>
                    <a:pt x="2695456" y="2417005"/>
                  </a:lnTo>
                  <a:lnTo>
                    <a:pt x="2695564" y="2417005"/>
                  </a:lnTo>
                  <a:lnTo>
                    <a:pt x="2695673" y="2417005"/>
                  </a:lnTo>
                  <a:lnTo>
                    <a:pt x="2695781" y="2417005"/>
                  </a:lnTo>
                  <a:lnTo>
                    <a:pt x="2695890" y="2417005"/>
                  </a:lnTo>
                  <a:lnTo>
                    <a:pt x="2695998" y="2417005"/>
                  </a:lnTo>
                  <a:lnTo>
                    <a:pt x="2696106" y="2417005"/>
                  </a:lnTo>
                  <a:lnTo>
                    <a:pt x="2696215" y="2417005"/>
                  </a:lnTo>
                  <a:lnTo>
                    <a:pt x="2696323" y="2417005"/>
                  </a:lnTo>
                  <a:lnTo>
                    <a:pt x="2696323" y="2416381"/>
                  </a:lnTo>
                  <a:lnTo>
                    <a:pt x="2696432" y="2416381"/>
                  </a:lnTo>
                  <a:lnTo>
                    <a:pt x="2696540" y="2416381"/>
                  </a:lnTo>
                  <a:lnTo>
                    <a:pt x="2696540" y="2415757"/>
                  </a:lnTo>
                  <a:lnTo>
                    <a:pt x="2696649" y="2415757"/>
                  </a:lnTo>
                  <a:lnTo>
                    <a:pt x="2696757" y="2415757"/>
                  </a:lnTo>
                  <a:lnTo>
                    <a:pt x="2696866" y="2415757"/>
                  </a:lnTo>
                  <a:lnTo>
                    <a:pt x="2696974" y="2415757"/>
                  </a:lnTo>
                  <a:lnTo>
                    <a:pt x="2697082" y="2415757"/>
                  </a:lnTo>
                  <a:lnTo>
                    <a:pt x="2697191" y="2415757"/>
                  </a:lnTo>
                  <a:lnTo>
                    <a:pt x="2697299" y="2415757"/>
                  </a:lnTo>
                  <a:lnTo>
                    <a:pt x="2697408" y="2415757"/>
                  </a:lnTo>
                  <a:lnTo>
                    <a:pt x="2697516" y="2415757"/>
                  </a:lnTo>
                  <a:lnTo>
                    <a:pt x="2697625" y="2415757"/>
                  </a:lnTo>
                  <a:lnTo>
                    <a:pt x="2697733" y="2415757"/>
                  </a:lnTo>
                  <a:lnTo>
                    <a:pt x="2697842" y="2415757"/>
                  </a:lnTo>
                  <a:lnTo>
                    <a:pt x="2697950" y="2415757"/>
                  </a:lnTo>
                  <a:lnTo>
                    <a:pt x="2698058" y="2415757"/>
                  </a:lnTo>
                  <a:lnTo>
                    <a:pt x="2698058" y="2415134"/>
                  </a:lnTo>
                  <a:lnTo>
                    <a:pt x="2698058" y="2414510"/>
                  </a:lnTo>
                  <a:lnTo>
                    <a:pt x="2698167" y="2414510"/>
                  </a:lnTo>
                  <a:lnTo>
                    <a:pt x="2698275" y="2414510"/>
                  </a:lnTo>
                  <a:lnTo>
                    <a:pt x="2698384" y="2414510"/>
                  </a:lnTo>
                  <a:lnTo>
                    <a:pt x="2698492" y="2414510"/>
                  </a:lnTo>
                  <a:lnTo>
                    <a:pt x="2698492" y="2413887"/>
                  </a:lnTo>
                  <a:lnTo>
                    <a:pt x="2698492" y="2413263"/>
                  </a:lnTo>
                  <a:lnTo>
                    <a:pt x="2698492" y="2412639"/>
                  </a:lnTo>
                  <a:lnTo>
                    <a:pt x="2698601" y="2412639"/>
                  </a:lnTo>
                  <a:lnTo>
                    <a:pt x="2698709" y="2412639"/>
                  </a:lnTo>
                  <a:lnTo>
                    <a:pt x="2698818" y="2412639"/>
                  </a:lnTo>
                  <a:lnTo>
                    <a:pt x="2698926" y="2412639"/>
                  </a:lnTo>
                  <a:lnTo>
                    <a:pt x="2699035" y="2412639"/>
                  </a:lnTo>
                  <a:lnTo>
                    <a:pt x="2699143" y="2412639"/>
                  </a:lnTo>
                  <a:lnTo>
                    <a:pt x="2699251" y="2412639"/>
                  </a:lnTo>
                  <a:lnTo>
                    <a:pt x="2699360" y="2412639"/>
                  </a:lnTo>
                  <a:lnTo>
                    <a:pt x="2699468" y="2412639"/>
                  </a:lnTo>
                  <a:lnTo>
                    <a:pt x="2699577" y="2412639"/>
                  </a:lnTo>
                  <a:lnTo>
                    <a:pt x="2699685" y="2412639"/>
                  </a:lnTo>
                  <a:lnTo>
                    <a:pt x="2699794" y="2412639"/>
                  </a:lnTo>
                  <a:lnTo>
                    <a:pt x="2699902" y="2412639"/>
                  </a:lnTo>
                  <a:lnTo>
                    <a:pt x="2700011" y="2412639"/>
                  </a:lnTo>
                  <a:lnTo>
                    <a:pt x="2700119" y="2412639"/>
                  </a:lnTo>
                  <a:lnTo>
                    <a:pt x="2700227" y="2412639"/>
                  </a:lnTo>
                  <a:lnTo>
                    <a:pt x="2700336" y="2412639"/>
                  </a:lnTo>
                  <a:lnTo>
                    <a:pt x="2700444" y="2412639"/>
                  </a:lnTo>
                  <a:lnTo>
                    <a:pt x="2700553" y="2412639"/>
                  </a:lnTo>
                  <a:lnTo>
                    <a:pt x="2700661" y="2412639"/>
                  </a:lnTo>
                  <a:lnTo>
                    <a:pt x="2700661" y="2412016"/>
                  </a:lnTo>
                  <a:lnTo>
                    <a:pt x="2700770" y="2412016"/>
                  </a:lnTo>
                  <a:lnTo>
                    <a:pt x="2700878" y="2412016"/>
                  </a:lnTo>
                  <a:lnTo>
                    <a:pt x="2700987" y="2412016"/>
                  </a:lnTo>
                  <a:lnTo>
                    <a:pt x="2701095" y="2412016"/>
                  </a:lnTo>
                  <a:lnTo>
                    <a:pt x="2701095" y="2411392"/>
                  </a:lnTo>
                  <a:lnTo>
                    <a:pt x="2701203" y="2411392"/>
                  </a:lnTo>
                  <a:lnTo>
                    <a:pt x="2701312" y="2411392"/>
                  </a:lnTo>
                  <a:lnTo>
                    <a:pt x="2701420" y="2411392"/>
                  </a:lnTo>
                  <a:lnTo>
                    <a:pt x="2701529" y="2411392"/>
                  </a:lnTo>
                  <a:lnTo>
                    <a:pt x="2701637" y="2411392"/>
                  </a:lnTo>
                  <a:lnTo>
                    <a:pt x="2701746" y="2411392"/>
                  </a:lnTo>
                  <a:lnTo>
                    <a:pt x="2701854" y="2411392"/>
                  </a:lnTo>
                  <a:lnTo>
                    <a:pt x="2701963" y="2411392"/>
                  </a:lnTo>
                  <a:lnTo>
                    <a:pt x="2702071" y="2411392"/>
                  </a:lnTo>
                  <a:lnTo>
                    <a:pt x="2702179" y="2411392"/>
                  </a:lnTo>
                  <a:lnTo>
                    <a:pt x="2702288" y="2411392"/>
                  </a:lnTo>
                  <a:lnTo>
                    <a:pt x="2702396" y="2411392"/>
                  </a:lnTo>
                  <a:lnTo>
                    <a:pt x="2702505" y="2411392"/>
                  </a:lnTo>
                  <a:lnTo>
                    <a:pt x="2702613" y="2411392"/>
                  </a:lnTo>
                  <a:lnTo>
                    <a:pt x="2702722" y="2411392"/>
                  </a:lnTo>
                  <a:lnTo>
                    <a:pt x="2702722" y="2410769"/>
                  </a:lnTo>
                  <a:lnTo>
                    <a:pt x="2702830" y="2410769"/>
                  </a:lnTo>
                  <a:lnTo>
                    <a:pt x="2702939" y="2410769"/>
                  </a:lnTo>
                  <a:lnTo>
                    <a:pt x="2703047" y="2410769"/>
                  </a:lnTo>
                  <a:lnTo>
                    <a:pt x="2703156" y="2410769"/>
                  </a:lnTo>
                  <a:lnTo>
                    <a:pt x="2703264" y="2410769"/>
                  </a:lnTo>
                  <a:lnTo>
                    <a:pt x="2703372" y="2410769"/>
                  </a:lnTo>
                  <a:lnTo>
                    <a:pt x="2703372" y="2410145"/>
                  </a:lnTo>
                  <a:lnTo>
                    <a:pt x="2703481" y="2410145"/>
                  </a:lnTo>
                  <a:lnTo>
                    <a:pt x="2703589" y="2410145"/>
                  </a:lnTo>
                  <a:lnTo>
                    <a:pt x="2703698" y="2410145"/>
                  </a:lnTo>
                  <a:lnTo>
                    <a:pt x="2703806" y="2410145"/>
                  </a:lnTo>
                  <a:lnTo>
                    <a:pt x="2703915" y="2410145"/>
                  </a:lnTo>
                  <a:lnTo>
                    <a:pt x="2703915" y="2409522"/>
                  </a:lnTo>
                  <a:lnTo>
                    <a:pt x="2704023" y="2409522"/>
                  </a:lnTo>
                  <a:lnTo>
                    <a:pt x="2704023" y="2408898"/>
                  </a:lnTo>
                  <a:lnTo>
                    <a:pt x="2704132" y="2408898"/>
                  </a:lnTo>
                  <a:lnTo>
                    <a:pt x="2704240" y="2408898"/>
                  </a:lnTo>
                  <a:lnTo>
                    <a:pt x="2704348" y="2408898"/>
                  </a:lnTo>
                  <a:lnTo>
                    <a:pt x="2704457" y="2408898"/>
                  </a:lnTo>
                  <a:lnTo>
                    <a:pt x="2704457" y="2408274"/>
                  </a:lnTo>
                  <a:lnTo>
                    <a:pt x="2704565" y="2408274"/>
                  </a:lnTo>
                  <a:lnTo>
                    <a:pt x="2704674" y="2408274"/>
                  </a:lnTo>
                  <a:lnTo>
                    <a:pt x="2704674" y="2407651"/>
                  </a:lnTo>
                  <a:lnTo>
                    <a:pt x="2704674" y="2407027"/>
                  </a:lnTo>
                  <a:lnTo>
                    <a:pt x="2704782" y="2407027"/>
                  </a:lnTo>
                  <a:lnTo>
                    <a:pt x="2704782" y="2406404"/>
                  </a:lnTo>
                  <a:lnTo>
                    <a:pt x="2704891" y="2406404"/>
                  </a:lnTo>
                  <a:lnTo>
                    <a:pt x="2704999" y="2406404"/>
                  </a:lnTo>
                  <a:lnTo>
                    <a:pt x="2705108" y="2406404"/>
                  </a:lnTo>
                  <a:lnTo>
                    <a:pt x="2705216" y="2406404"/>
                  </a:lnTo>
                  <a:lnTo>
                    <a:pt x="2705324" y="2406404"/>
                  </a:lnTo>
                  <a:lnTo>
                    <a:pt x="2705433" y="2406404"/>
                  </a:lnTo>
                  <a:lnTo>
                    <a:pt x="2705541" y="2406404"/>
                  </a:lnTo>
                  <a:lnTo>
                    <a:pt x="2705541" y="2405780"/>
                  </a:lnTo>
                  <a:lnTo>
                    <a:pt x="2705541" y="2405157"/>
                  </a:lnTo>
                  <a:lnTo>
                    <a:pt x="2705650" y="2405157"/>
                  </a:lnTo>
                  <a:lnTo>
                    <a:pt x="2705758" y="2405157"/>
                  </a:lnTo>
                  <a:lnTo>
                    <a:pt x="2705867" y="2405157"/>
                  </a:lnTo>
                  <a:lnTo>
                    <a:pt x="2705975" y="2405157"/>
                  </a:lnTo>
                  <a:lnTo>
                    <a:pt x="2705975" y="2404533"/>
                  </a:lnTo>
                  <a:lnTo>
                    <a:pt x="2706084" y="2404533"/>
                  </a:lnTo>
                  <a:lnTo>
                    <a:pt x="2706084" y="2403909"/>
                  </a:lnTo>
                  <a:lnTo>
                    <a:pt x="2706084" y="2403286"/>
                  </a:lnTo>
                  <a:lnTo>
                    <a:pt x="2706192" y="2403286"/>
                  </a:lnTo>
                  <a:lnTo>
                    <a:pt x="2706300" y="2403286"/>
                  </a:lnTo>
                  <a:lnTo>
                    <a:pt x="2706409" y="2403286"/>
                  </a:lnTo>
                  <a:lnTo>
                    <a:pt x="2706517" y="2403286"/>
                  </a:lnTo>
                  <a:lnTo>
                    <a:pt x="2706626" y="2403286"/>
                  </a:lnTo>
                  <a:lnTo>
                    <a:pt x="2706734" y="2403286"/>
                  </a:lnTo>
                  <a:lnTo>
                    <a:pt x="2706843" y="2403286"/>
                  </a:lnTo>
                  <a:lnTo>
                    <a:pt x="2706951" y="2403286"/>
                  </a:lnTo>
                  <a:lnTo>
                    <a:pt x="2707060" y="2403286"/>
                  </a:lnTo>
                  <a:lnTo>
                    <a:pt x="2707168" y="2403286"/>
                  </a:lnTo>
                  <a:lnTo>
                    <a:pt x="2707277" y="2403286"/>
                  </a:lnTo>
                  <a:lnTo>
                    <a:pt x="2707277" y="2402662"/>
                  </a:lnTo>
                  <a:lnTo>
                    <a:pt x="2707385" y="2402662"/>
                  </a:lnTo>
                  <a:lnTo>
                    <a:pt x="2707493" y="2402662"/>
                  </a:lnTo>
                  <a:lnTo>
                    <a:pt x="2707602" y="2402662"/>
                  </a:lnTo>
                  <a:lnTo>
                    <a:pt x="2707710" y="2402662"/>
                  </a:lnTo>
                  <a:lnTo>
                    <a:pt x="2707819" y="2402662"/>
                  </a:lnTo>
                  <a:lnTo>
                    <a:pt x="2707927" y="2402662"/>
                  </a:lnTo>
                  <a:lnTo>
                    <a:pt x="2708036" y="2402662"/>
                  </a:lnTo>
                  <a:lnTo>
                    <a:pt x="2708144" y="2402662"/>
                  </a:lnTo>
                  <a:lnTo>
                    <a:pt x="2708253" y="2402662"/>
                  </a:lnTo>
                  <a:lnTo>
                    <a:pt x="2708361" y="2402662"/>
                  </a:lnTo>
                  <a:lnTo>
                    <a:pt x="2708469" y="2402662"/>
                  </a:lnTo>
                  <a:lnTo>
                    <a:pt x="2708578" y="2402662"/>
                  </a:lnTo>
                  <a:lnTo>
                    <a:pt x="2708686" y="2402662"/>
                  </a:lnTo>
                  <a:lnTo>
                    <a:pt x="2708795" y="2402662"/>
                  </a:lnTo>
                  <a:lnTo>
                    <a:pt x="2708903" y="2402662"/>
                  </a:lnTo>
                  <a:lnTo>
                    <a:pt x="2709012" y="2402662"/>
                  </a:lnTo>
                  <a:lnTo>
                    <a:pt x="2709120" y="2402662"/>
                  </a:lnTo>
                  <a:lnTo>
                    <a:pt x="2709229" y="2402662"/>
                  </a:lnTo>
                  <a:lnTo>
                    <a:pt x="2709229" y="2402039"/>
                  </a:lnTo>
                  <a:lnTo>
                    <a:pt x="2709337" y="2402039"/>
                  </a:lnTo>
                  <a:lnTo>
                    <a:pt x="2709337" y="2401415"/>
                  </a:lnTo>
                  <a:lnTo>
                    <a:pt x="2709445" y="2401415"/>
                  </a:lnTo>
                  <a:lnTo>
                    <a:pt x="2709554" y="2401415"/>
                  </a:lnTo>
                  <a:lnTo>
                    <a:pt x="2709662" y="2401415"/>
                  </a:lnTo>
                  <a:lnTo>
                    <a:pt x="2709771" y="2401415"/>
                  </a:lnTo>
                  <a:lnTo>
                    <a:pt x="2709879" y="2401415"/>
                  </a:lnTo>
                  <a:lnTo>
                    <a:pt x="2709988" y="2401415"/>
                  </a:lnTo>
                  <a:lnTo>
                    <a:pt x="2710096" y="2401415"/>
                  </a:lnTo>
                  <a:lnTo>
                    <a:pt x="2710205" y="2401415"/>
                  </a:lnTo>
                  <a:lnTo>
                    <a:pt x="2710313" y="2401415"/>
                  </a:lnTo>
                  <a:lnTo>
                    <a:pt x="2710421" y="2401415"/>
                  </a:lnTo>
                  <a:lnTo>
                    <a:pt x="2710530" y="2401415"/>
                  </a:lnTo>
                  <a:lnTo>
                    <a:pt x="2710638" y="2401415"/>
                  </a:lnTo>
                  <a:lnTo>
                    <a:pt x="2710747" y="2401415"/>
                  </a:lnTo>
                  <a:lnTo>
                    <a:pt x="2710855" y="2401415"/>
                  </a:lnTo>
                  <a:lnTo>
                    <a:pt x="2710964" y="2401415"/>
                  </a:lnTo>
                  <a:lnTo>
                    <a:pt x="2711072" y="2401415"/>
                  </a:lnTo>
                  <a:lnTo>
                    <a:pt x="2711181" y="2401415"/>
                  </a:lnTo>
                  <a:lnTo>
                    <a:pt x="2711289" y="2401415"/>
                  </a:lnTo>
                  <a:lnTo>
                    <a:pt x="2711289" y="2400791"/>
                  </a:lnTo>
                  <a:lnTo>
                    <a:pt x="2711397" y="2400791"/>
                  </a:lnTo>
                  <a:lnTo>
                    <a:pt x="2711397" y="2400168"/>
                  </a:lnTo>
                  <a:lnTo>
                    <a:pt x="2711397" y="2399544"/>
                  </a:lnTo>
                  <a:lnTo>
                    <a:pt x="2711506" y="2399544"/>
                  </a:lnTo>
                  <a:lnTo>
                    <a:pt x="2711614" y="2399544"/>
                  </a:lnTo>
                  <a:lnTo>
                    <a:pt x="2711723" y="2399544"/>
                  </a:lnTo>
                  <a:lnTo>
                    <a:pt x="2711723" y="2398921"/>
                  </a:lnTo>
                  <a:lnTo>
                    <a:pt x="2711831" y="2398921"/>
                  </a:lnTo>
                  <a:lnTo>
                    <a:pt x="2711940" y="2398921"/>
                  </a:lnTo>
                  <a:lnTo>
                    <a:pt x="2712048" y="2398921"/>
                  </a:lnTo>
                  <a:lnTo>
                    <a:pt x="2712048" y="2398297"/>
                  </a:lnTo>
                  <a:lnTo>
                    <a:pt x="2712157" y="2398297"/>
                  </a:lnTo>
                  <a:lnTo>
                    <a:pt x="2712265" y="2398297"/>
                  </a:lnTo>
                  <a:lnTo>
                    <a:pt x="2712374" y="2398297"/>
                  </a:lnTo>
                  <a:lnTo>
                    <a:pt x="2712482" y="2398297"/>
                  </a:lnTo>
                  <a:lnTo>
                    <a:pt x="2712590" y="2398297"/>
                  </a:lnTo>
                  <a:lnTo>
                    <a:pt x="2712699" y="2398297"/>
                  </a:lnTo>
                  <a:lnTo>
                    <a:pt x="2712807" y="2398297"/>
                  </a:lnTo>
                  <a:lnTo>
                    <a:pt x="2712916" y="2398297"/>
                  </a:lnTo>
                  <a:lnTo>
                    <a:pt x="2712916" y="2397674"/>
                  </a:lnTo>
                  <a:lnTo>
                    <a:pt x="2713024" y="2397674"/>
                  </a:lnTo>
                  <a:lnTo>
                    <a:pt x="2713133" y="2397674"/>
                  </a:lnTo>
                  <a:lnTo>
                    <a:pt x="2713241" y="2397674"/>
                  </a:lnTo>
                  <a:lnTo>
                    <a:pt x="2713350" y="2397674"/>
                  </a:lnTo>
                  <a:lnTo>
                    <a:pt x="2713458" y="2397674"/>
                  </a:lnTo>
                  <a:lnTo>
                    <a:pt x="2713566" y="2397674"/>
                  </a:lnTo>
                  <a:lnTo>
                    <a:pt x="2713675" y="2397674"/>
                  </a:lnTo>
                  <a:lnTo>
                    <a:pt x="2713675" y="2397050"/>
                  </a:lnTo>
                  <a:lnTo>
                    <a:pt x="2713783" y="2397050"/>
                  </a:lnTo>
                  <a:lnTo>
                    <a:pt x="2713783" y="2396426"/>
                  </a:lnTo>
                  <a:lnTo>
                    <a:pt x="2713783" y="2395803"/>
                  </a:lnTo>
                  <a:lnTo>
                    <a:pt x="2713892" y="2395803"/>
                  </a:lnTo>
                  <a:lnTo>
                    <a:pt x="2714000" y="2395803"/>
                  </a:lnTo>
                  <a:lnTo>
                    <a:pt x="2714109" y="2395803"/>
                  </a:lnTo>
                  <a:lnTo>
                    <a:pt x="2714217" y="2395803"/>
                  </a:lnTo>
                  <a:lnTo>
                    <a:pt x="2714326" y="2395803"/>
                  </a:lnTo>
                  <a:lnTo>
                    <a:pt x="2714434" y="2395803"/>
                  </a:lnTo>
                  <a:lnTo>
                    <a:pt x="2714542" y="2395803"/>
                  </a:lnTo>
                  <a:lnTo>
                    <a:pt x="2714542" y="2395179"/>
                  </a:lnTo>
                  <a:lnTo>
                    <a:pt x="2714651" y="2395179"/>
                  </a:lnTo>
                  <a:lnTo>
                    <a:pt x="2714759" y="2395179"/>
                  </a:lnTo>
                  <a:lnTo>
                    <a:pt x="2714868" y="2395179"/>
                  </a:lnTo>
                  <a:lnTo>
                    <a:pt x="2714976" y="2395179"/>
                  </a:lnTo>
                  <a:lnTo>
                    <a:pt x="2715085" y="2395179"/>
                  </a:lnTo>
                  <a:lnTo>
                    <a:pt x="2715193" y="2395179"/>
                  </a:lnTo>
                  <a:lnTo>
                    <a:pt x="2715193" y="2394556"/>
                  </a:lnTo>
                  <a:lnTo>
                    <a:pt x="2715193" y="2393932"/>
                  </a:lnTo>
                  <a:lnTo>
                    <a:pt x="2715302" y="2393932"/>
                  </a:lnTo>
                  <a:lnTo>
                    <a:pt x="2715410" y="2393932"/>
                  </a:lnTo>
                  <a:lnTo>
                    <a:pt x="2715518" y="2393932"/>
                  </a:lnTo>
                  <a:lnTo>
                    <a:pt x="2715627" y="2393932"/>
                  </a:lnTo>
                  <a:lnTo>
                    <a:pt x="2715735" y="2393932"/>
                  </a:lnTo>
                  <a:lnTo>
                    <a:pt x="2715844" y="2393932"/>
                  </a:lnTo>
                  <a:lnTo>
                    <a:pt x="2715952" y="2393932"/>
                  </a:lnTo>
                  <a:lnTo>
                    <a:pt x="2715952" y="2393308"/>
                  </a:lnTo>
                  <a:lnTo>
                    <a:pt x="2716061" y="2393308"/>
                  </a:lnTo>
                  <a:lnTo>
                    <a:pt x="2716169" y="2393308"/>
                  </a:lnTo>
                  <a:lnTo>
                    <a:pt x="2716169" y="2392685"/>
                  </a:lnTo>
                  <a:lnTo>
                    <a:pt x="2716278" y="2392685"/>
                  </a:lnTo>
                  <a:lnTo>
                    <a:pt x="2716386" y="2392685"/>
                  </a:lnTo>
                  <a:lnTo>
                    <a:pt x="2716495" y="2392685"/>
                  </a:lnTo>
                  <a:lnTo>
                    <a:pt x="2716603" y="2392685"/>
                  </a:lnTo>
                  <a:lnTo>
                    <a:pt x="2716603" y="2392061"/>
                  </a:lnTo>
                  <a:lnTo>
                    <a:pt x="2716711" y="2392061"/>
                  </a:lnTo>
                  <a:lnTo>
                    <a:pt x="2716711" y="2391438"/>
                  </a:lnTo>
                  <a:lnTo>
                    <a:pt x="2716820" y="2391438"/>
                  </a:lnTo>
                  <a:lnTo>
                    <a:pt x="2716928" y="2391438"/>
                  </a:lnTo>
                  <a:lnTo>
                    <a:pt x="2717037" y="2391438"/>
                  </a:lnTo>
                  <a:lnTo>
                    <a:pt x="2717145" y="2391438"/>
                  </a:lnTo>
                  <a:lnTo>
                    <a:pt x="2717254" y="2391438"/>
                  </a:lnTo>
                  <a:lnTo>
                    <a:pt x="2717362" y="2391438"/>
                  </a:lnTo>
                  <a:lnTo>
                    <a:pt x="2717471" y="2391438"/>
                  </a:lnTo>
                  <a:lnTo>
                    <a:pt x="2717579" y="2391438"/>
                  </a:lnTo>
                  <a:lnTo>
                    <a:pt x="2717579" y="2390814"/>
                  </a:lnTo>
                  <a:lnTo>
                    <a:pt x="2717579" y="2390191"/>
                  </a:lnTo>
                  <a:lnTo>
                    <a:pt x="2717687" y="2390191"/>
                  </a:lnTo>
                  <a:lnTo>
                    <a:pt x="2717687" y="2389567"/>
                  </a:lnTo>
                  <a:lnTo>
                    <a:pt x="2717687" y="2388943"/>
                  </a:lnTo>
                  <a:lnTo>
                    <a:pt x="2717796" y="2388943"/>
                  </a:lnTo>
                  <a:lnTo>
                    <a:pt x="2717904" y="2388943"/>
                  </a:lnTo>
                  <a:lnTo>
                    <a:pt x="2718013" y="2388943"/>
                  </a:lnTo>
                  <a:lnTo>
                    <a:pt x="2718121" y="2388943"/>
                  </a:lnTo>
                  <a:lnTo>
                    <a:pt x="2718230" y="2388943"/>
                  </a:lnTo>
                  <a:lnTo>
                    <a:pt x="2718338" y="2388943"/>
                  </a:lnTo>
                  <a:lnTo>
                    <a:pt x="2718447" y="2388943"/>
                  </a:lnTo>
                  <a:lnTo>
                    <a:pt x="2718447" y="2388320"/>
                  </a:lnTo>
                  <a:lnTo>
                    <a:pt x="2718555" y="2388320"/>
                  </a:lnTo>
                  <a:lnTo>
                    <a:pt x="2718663" y="2388320"/>
                  </a:lnTo>
                  <a:lnTo>
                    <a:pt x="2718772" y="2388320"/>
                  </a:lnTo>
                  <a:lnTo>
                    <a:pt x="2718880" y="2388320"/>
                  </a:lnTo>
                  <a:lnTo>
                    <a:pt x="2718989" y="2388320"/>
                  </a:lnTo>
                  <a:lnTo>
                    <a:pt x="2718989" y="2387696"/>
                  </a:lnTo>
                  <a:lnTo>
                    <a:pt x="2719097" y="2387696"/>
                  </a:lnTo>
                  <a:lnTo>
                    <a:pt x="2719206" y="2387696"/>
                  </a:lnTo>
                  <a:lnTo>
                    <a:pt x="2719314" y="2387696"/>
                  </a:lnTo>
                  <a:lnTo>
                    <a:pt x="2719423" y="2387696"/>
                  </a:lnTo>
                  <a:lnTo>
                    <a:pt x="2719423" y="2387073"/>
                  </a:lnTo>
                  <a:lnTo>
                    <a:pt x="2719531" y="2387073"/>
                  </a:lnTo>
                  <a:lnTo>
                    <a:pt x="2719639" y="2387073"/>
                  </a:lnTo>
                  <a:lnTo>
                    <a:pt x="2719748" y="2387073"/>
                  </a:lnTo>
                  <a:lnTo>
                    <a:pt x="2719856" y="2387073"/>
                  </a:lnTo>
                  <a:lnTo>
                    <a:pt x="2719856" y="2386449"/>
                  </a:lnTo>
                  <a:lnTo>
                    <a:pt x="2719965" y="2386449"/>
                  </a:lnTo>
                  <a:lnTo>
                    <a:pt x="2720073" y="2386449"/>
                  </a:lnTo>
                  <a:lnTo>
                    <a:pt x="2720182" y="2386449"/>
                  </a:lnTo>
                  <a:lnTo>
                    <a:pt x="2720182" y="2385825"/>
                  </a:lnTo>
                  <a:lnTo>
                    <a:pt x="2720182" y="2385202"/>
                  </a:lnTo>
                  <a:lnTo>
                    <a:pt x="2720290" y="2385202"/>
                  </a:lnTo>
                  <a:lnTo>
                    <a:pt x="2720399" y="2385202"/>
                  </a:lnTo>
                  <a:lnTo>
                    <a:pt x="2720399" y="2384578"/>
                  </a:lnTo>
                  <a:lnTo>
                    <a:pt x="2720507" y="2384578"/>
                  </a:lnTo>
                  <a:lnTo>
                    <a:pt x="2720616" y="2384578"/>
                  </a:lnTo>
                  <a:lnTo>
                    <a:pt x="2720724" y="2384578"/>
                  </a:lnTo>
                  <a:lnTo>
                    <a:pt x="2720724" y="2383955"/>
                  </a:lnTo>
                  <a:lnTo>
                    <a:pt x="2720832" y="2383955"/>
                  </a:lnTo>
                  <a:lnTo>
                    <a:pt x="2720941" y="2383955"/>
                  </a:lnTo>
                  <a:lnTo>
                    <a:pt x="2721049" y="2383955"/>
                  </a:lnTo>
                  <a:lnTo>
                    <a:pt x="2721158" y="2383955"/>
                  </a:lnTo>
                  <a:lnTo>
                    <a:pt x="2721266" y="2383955"/>
                  </a:lnTo>
                  <a:lnTo>
                    <a:pt x="2721375" y="2383955"/>
                  </a:lnTo>
                  <a:lnTo>
                    <a:pt x="2721483" y="2383955"/>
                  </a:lnTo>
                  <a:lnTo>
                    <a:pt x="2721592" y="2383955"/>
                  </a:lnTo>
                  <a:lnTo>
                    <a:pt x="2721700" y="2383955"/>
                  </a:lnTo>
                  <a:lnTo>
                    <a:pt x="2721808" y="2383955"/>
                  </a:lnTo>
                  <a:lnTo>
                    <a:pt x="2721808" y="2383331"/>
                  </a:lnTo>
                  <a:lnTo>
                    <a:pt x="2721808" y="2382708"/>
                  </a:lnTo>
                  <a:lnTo>
                    <a:pt x="2721917" y="2382708"/>
                  </a:lnTo>
                  <a:lnTo>
                    <a:pt x="2722025" y="2382708"/>
                  </a:lnTo>
                  <a:lnTo>
                    <a:pt x="2722134" y="2382708"/>
                  </a:lnTo>
                  <a:lnTo>
                    <a:pt x="2722242" y="2382708"/>
                  </a:lnTo>
                  <a:lnTo>
                    <a:pt x="2722351" y="2382708"/>
                  </a:lnTo>
                  <a:lnTo>
                    <a:pt x="2722351" y="2382084"/>
                  </a:lnTo>
                  <a:lnTo>
                    <a:pt x="2722459" y="2382084"/>
                  </a:lnTo>
                  <a:lnTo>
                    <a:pt x="2722459" y="2381460"/>
                  </a:lnTo>
                  <a:lnTo>
                    <a:pt x="2722568" y="2381460"/>
                  </a:lnTo>
                  <a:lnTo>
                    <a:pt x="2722676" y="2381460"/>
                  </a:lnTo>
                  <a:lnTo>
                    <a:pt x="2722676" y="2380837"/>
                  </a:lnTo>
                  <a:lnTo>
                    <a:pt x="2722784" y="2380837"/>
                  </a:lnTo>
                  <a:lnTo>
                    <a:pt x="2722893" y="2380837"/>
                  </a:lnTo>
                  <a:lnTo>
                    <a:pt x="2722893" y="2380213"/>
                  </a:lnTo>
                  <a:lnTo>
                    <a:pt x="2723001" y="2380213"/>
                  </a:lnTo>
                  <a:lnTo>
                    <a:pt x="2723110" y="2380213"/>
                  </a:lnTo>
                  <a:lnTo>
                    <a:pt x="2723218" y="2380213"/>
                  </a:lnTo>
                  <a:lnTo>
                    <a:pt x="2723327" y="2380213"/>
                  </a:lnTo>
                  <a:lnTo>
                    <a:pt x="2723435" y="2380213"/>
                  </a:lnTo>
                  <a:lnTo>
                    <a:pt x="2723544" y="2380213"/>
                  </a:lnTo>
                  <a:lnTo>
                    <a:pt x="2723652" y="2380213"/>
                  </a:lnTo>
                  <a:lnTo>
                    <a:pt x="2723760" y="2380213"/>
                  </a:lnTo>
                  <a:lnTo>
                    <a:pt x="2723869" y="2380213"/>
                  </a:lnTo>
                  <a:lnTo>
                    <a:pt x="2723977" y="2380213"/>
                  </a:lnTo>
                  <a:lnTo>
                    <a:pt x="2724086" y="2380213"/>
                  </a:lnTo>
                  <a:lnTo>
                    <a:pt x="2724194" y="2380213"/>
                  </a:lnTo>
                  <a:lnTo>
                    <a:pt x="2724303" y="2380213"/>
                  </a:lnTo>
                  <a:lnTo>
                    <a:pt x="2724411" y="2380213"/>
                  </a:lnTo>
                  <a:lnTo>
                    <a:pt x="2724411" y="2379590"/>
                  </a:lnTo>
                  <a:lnTo>
                    <a:pt x="2724520" y="2379590"/>
                  </a:lnTo>
                  <a:lnTo>
                    <a:pt x="2724628" y="2379590"/>
                  </a:lnTo>
                  <a:lnTo>
                    <a:pt x="2724737" y="2379590"/>
                  </a:lnTo>
                  <a:lnTo>
                    <a:pt x="2724845" y="2379590"/>
                  </a:lnTo>
                  <a:lnTo>
                    <a:pt x="2724953" y="2379590"/>
                  </a:lnTo>
                  <a:lnTo>
                    <a:pt x="2724953" y="2378966"/>
                  </a:lnTo>
                  <a:lnTo>
                    <a:pt x="2725062" y="2378966"/>
                  </a:lnTo>
                  <a:lnTo>
                    <a:pt x="2725062" y="2378342"/>
                  </a:lnTo>
                  <a:lnTo>
                    <a:pt x="2725170" y="2378342"/>
                  </a:lnTo>
                  <a:lnTo>
                    <a:pt x="2725279" y="2378342"/>
                  </a:lnTo>
                  <a:lnTo>
                    <a:pt x="2725387" y="2378342"/>
                  </a:lnTo>
                  <a:lnTo>
                    <a:pt x="2725496" y="2378342"/>
                  </a:lnTo>
                  <a:lnTo>
                    <a:pt x="2725604" y="2378342"/>
                  </a:lnTo>
                  <a:lnTo>
                    <a:pt x="2725604" y="2377719"/>
                  </a:lnTo>
                  <a:lnTo>
                    <a:pt x="2725713" y="2377719"/>
                  </a:lnTo>
                  <a:lnTo>
                    <a:pt x="2725821" y="2377719"/>
                  </a:lnTo>
                  <a:lnTo>
                    <a:pt x="2725821" y="2377095"/>
                  </a:lnTo>
                  <a:lnTo>
                    <a:pt x="2725821" y="2376472"/>
                  </a:lnTo>
                  <a:lnTo>
                    <a:pt x="2725821" y="2375848"/>
                  </a:lnTo>
                  <a:lnTo>
                    <a:pt x="2725929" y="2375848"/>
                  </a:lnTo>
                  <a:lnTo>
                    <a:pt x="2726038" y="2375848"/>
                  </a:lnTo>
                  <a:lnTo>
                    <a:pt x="2726038" y="2375225"/>
                  </a:lnTo>
                  <a:lnTo>
                    <a:pt x="2726038" y="2374601"/>
                  </a:lnTo>
                  <a:lnTo>
                    <a:pt x="2726146" y="2374601"/>
                  </a:lnTo>
                  <a:lnTo>
                    <a:pt x="2726146" y="2373977"/>
                  </a:lnTo>
                  <a:lnTo>
                    <a:pt x="2726255" y="2373977"/>
                  </a:lnTo>
                  <a:lnTo>
                    <a:pt x="2726363" y="2373977"/>
                  </a:lnTo>
                  <a:lnTo>
                    <a:pt x="2726472" y="2373977"/>
                  </a:lnTo>
                  <a:lnTo>
                    <a:pt x="2726580" y="2373977"/>
                  </a:lnTo>
                  <a:lnTo>
                    <a:pt x="2726689" y="2373977"/>
                  </a:lnTo>
                  <a:lnTo>
                    <a:pt x="2726797" y="2373977"/>
                  </a:lnTo>
                  <a:lnTo>
                    <a:pt x="2726905" y="2373977"/>
                  </a:lnTo>
                  <a:lnTo>
                    <a:pt x="2727014" y="2373977"/>
                  </a:lnTo>
                  <a:lnTo>
                    <a:pt x="2727122" y="2373977"/>
                  </a:lnTo>
                  <a:lnTo>
                    <a:pt x="2727231" y="2373977"/>
                  </a:lnTo>
                  <a:lnTo>
                    <a:pt x="2727231" y="2373354"/>
                  </a:lnTo>
                  <a:lnTo>
                    <a:pt x="2727339" y="2373354"/>
                  </a:lnTo>
                  <a:lnTo>
                    <a:pt x="2727339" y="2372730"/>
                  </a:lnTo>
                  <a:lnTo>
                    <a:pt x="2727448" y="2372730"/>
                  </a:lnTo>
                  <a:lnTo>
                    <a:pt x="2727556" y="2372730"/>
                  </a:lnTo>
                  <a:lnTo>
                    <a:pt x="2727665" y="2372730"/>
                  </a:lnTo>
                  <a:lnTo>
                    <a:pt x="2727665" y="2372107"/>
                  </a:lnTo>
                  <a:lnTo>
                    <a:pt x="2727773" y="2372107"/>
                  </a:lnTo>
                  <a:lnTo>
                    <a:pt x="2727773" y="2371483"/>
                  </a:lnTo>
                  <a:lnTo>
                    <a:pt x="2727881" y="2371483"/>
                  </a:lnTo>
                  <a:lnTo>
                    <a:pt x="2727990" y="2371483"/>
                  </a:lnTo>
                  <a:lnTo>
                    <a:pt x="2728098" y="2371483"/>
                  </a:lnTo>
                  <a:lnTo>
                    <a:pt x="2728207" y="2371483"/>
                  </a:lnTo>
                  <a:lnTo>
                    <a:pt x="2728315" y="2371483"/>
                  </a:lnTo>
                  <a:lnTo>
                    <a:pt x="2728424" y="2371483"/>
                  </a:lnTo>
                  <a:lnTo>
                    <a:pt x="2728532" y="2371483"/>
                  </a:lnTo>
                  <a:lnTo>
                    <a:pt x="2728641" y="2371483"/>
                  </a:lnTo>
                  <a:lnTo>
                    <a:pt x="2728749" y="2371483"/>
                  </a:lnTo>
                  <a:lnTo>
                    <a:pt x="2728858" y="2371483"/>
                  </a:lnTo>
                  <a:lnTo>
                    <a:pt x="2728966" y="2371483"/>
                  </a:lnTo>
                  <a:lnTo>
                    <a:pt x="2729074" y="2371483"/>
                  </a:lnTo>
                  <a:lnTo>
                    <a:pt x="2729183" y="2371483"/>
                  </a:lnTo>
                  <a:lnTo>
                    <a:pt x="2729183" y="2370859"/>
                  </a:lnTo>
                  <a:lnTo>
                    <a:pt x="2729291" y="2370859"/>
                  </a:lnTo>
                  <a:lnTo>
                    <a:pt x="2729291" y="2370236"/>
                  </a:lnTo>
                  <a:lnTo>
                    <a:pt x="2729400" y="2370236"/>
                  </a:lnTo>
                  <a:lnTo>
                    <a:pt x="2729508" y="2370236"/>
                  </a:lnTo>
                  <a:lnTo>
                    <a:pt x="2729508" y="2369612"/>
                  </a:lnTo>
                  <a:lnTo>
                    <a:pt x="2729617" y="2369612"/>
                  </a:lnTo>
                  <a:lnTo>
                    <a:pt x="2729725" y="2369612"/>
                  </a:lnTo>
                  <a:lnTo>
                    <a:pt x="2729834" y="2369612"/>
                  </a:lnTo>
                  <a:lnTo>
                    <a:pt x="2729942" y="2369612"/>
                  </a:lnTo>
                  <a:lnTo>
                    <a:pt x="2730050" y="2369612"/>
                  </a:lnTo>
                  <a:lnTo>
                    <a:pt x="2730159" y="2369612"/>
                  </a:lnTo>
                  <a:lnTo>
                    <a:pt x="2730159" y="2368989"/>
                  </a:lnTo>
                  <a:lnTo>
                    <a:pt x="2730267" y="2368989"/>
                  </a:lnTo>
                  <a:lnTo>
                    <a:pt x="2730376" y="2368989"/>
                  </a:lnTo>
                  <a:lnTo>
                    <a:pt x="2730484" y="2368989"/>
                  </a:lnTo>
                  <a:lnTo>
                    <a:pt x="2730593" y="2368989"/>
                  </a:lnTo>
                  <a:lnTo>
                    <a:pt x="2730701" y="2368989"/>
                  </a:lnTo>
                  <a:lnTo>
                    <a:pt x="2730810" y="2368989"/>
                  </a:lnTo>
                  <a:lnTo>
                    <a:pt x="2730918" y="2368989"/>
                  </a:lnTo>
                  <a:lnTo>
                    <a:pt x="2731026" y="2368989"/>
                  </a:lnTo>
                  <a:lnTo>
                    <a:pt x="2731135" y="2368989"/>
                  </a:lnTo>
                  <a:lnTo>
                    <a:pt x="2731135" y="2368365"/>
                  </a:lnTo>
                  <a:lnTo>
                    <a:pt x="2731135" y="2367742"/>
                  </a:lnTo>
                  <a:lnTo>
                    <a:pt x="2731243" y="2367742"/>
                  </a:lnTo>
                  <a:lnTo>
                    <a:pt x="2731352" y="2367742"/>
                  </a:lnTo>
                  <a:lnTo>
                    <a:pt x="2731352" y="2367118"/>
                  </a:lnTo>
                  <a:lnTo>
                    <a:pt x="2731460" y="2367118"/>
                  </a:lnTo>
                  <a:lnTo>
                    <a:pt x="2731569" y="2367118"/>
                  </a:lnTo>
                  <a:lnTo>
                    <a:pt x="2731677" y="2367118"/>
                  </a:lnTo>
                  <a:lnTo>
                    <a:pt x="2731786" y="2367118"/>
                  </a:lnTo>
                  <a:lnTo>
                    <a:pt x="2731894" y="2367118"/>
                  </a:lnTo>
                  <a:lnTo>
                    <a:pt x="2732002" y="2367118"/>
                  </a:lnTo>
                  <a:lnTo>
                    <a:pt x="2732111" y="2367118"/>
                  </a:lnTo>
                  <a:lnTo>
                    <a:pt x="2732111" y="2366494"/>
                  </a:lnTo>
                  <a:lnTo>
                    <a:pt x="2732219" y="2366494"/>
                  </a:lnTo>
                  <a:lnTo>
                    <a:pt x="2732328" y="2366494"/>
                  </a:lnTo>
                  <a:lnTo>
                    <a:pt x="2732436" y="2366494"/>
                  </a:lnTo>
                  <a:lnTo>
                    <a:pt x="2732545" y="2366494"/>
                  </a:lnTo>
                  <a:lnTo>
                    <a:pt x="2732545" y="2365871"/>
                  </a:lnTo>
                  <a:lnTo>
                    <a:pt x="2732653" y="2365871"/>
                  </a:lnTo>
                  <a:lnTo>
                    <a:pt x="2732762" y="2365871"/>
                  </a:lnTo>
                  <a:lnTo>
                    <a:pt x="2732762" y="2365247"/>
                  </a:lnTo>
                  <a:lnTo>
                    <a:pt x="2732870" y="2365247"/>
                  </a:lnTo>
                  <a:lnTo>
                    <a:pt x="2732978" y="2365247"/>
                  </a:lnTo>
                  <a:lnTo>
                    <a:pt x="2733087" y="2365247"/>
                  </a:lnTo>
                  <a:lnTo>
                    <a:pt x="2733195" y="2365247"/>
                  </a:lnTo>
                  <a:lnTo>
                    <a:pt x="2733304" y="2365247"/>
                  </a:lnTo>
                  <a:lnTo>
                    <a:pt x="2733412" y="2365247"/>
                  </a:lnTo>
                  <a:lnTo>
                    <a:pt x="2733521" y="2365247"/>
                  </a:lnTo>
                  <a:lnTo>
                    <a:pt x="2733629" y="2365247"/>
                  </a:lnTo>
                  <a:lnTo>
                    <a:pt x="2733738" y="2365247"/>
                  </a:lnTo>
                  <a:lnTo>
                    <a:pt x="2733846" y="2365247"/>
                  </a:lnTo>
                  <a:lnTo>
                    <a:pt x="2733955" y="2365247"/>
                  </a:lnTo>
                  <a:lnTo>
                    <a:pt x="2733955" y="2364624"/>
                  </a:lnTo>
                  <a:lnTo>
                    <a:pt x="2734063" y="2364624"/>
                  </a:lnTo>
                  <a:lnTo>
                    <a:pt x="2734171" y="2364624"/>
                  </a:lnTo>
                  <a:lnTo>
                    <a:pt x="2734280" y="2364624"/>
                  </a:lnTo>
                  <a:lnTo>
                    <a:pt x="2734388" y="2364624"/>
                  </a:lnTo>
                  <a:lnTo>
                    <a:pt x="2734497" y="2364624"/>
                  </a:lnTo>
                  <a:lnTo>
                    <a:pt x="2734497" y="2364000"/>
                  </a:lnTo>
                  <a:lnTo>
                    <a:pt x="2734605" y="2364000"/>
                  </a:lnTo>
                  <a:lnTo>
                    <a:pt x="2734714" y="2364000"/>
                  </a:lnTo>
                  <a:lnTo>
                    <a:pt x="2734822" y="2364000"/>
                  </a:lnTo>
                  <a:lnTo>
                    <a:pt x="2734931" y="2364000"/>
                  </a:lnTo>
                  <a:lnTo>
                    <a:pt x="2734931" y="2363376"/>
                  </a:lnTo>
                  <a:lnTo>
                    <a:pt x="2735039" y="2363376"/>
                  </a:lnTo>
                  <a:lnTo>
                    <a:pt x="2735147" y="2363376"/>
                  </a:lnTo>
                  <a:lnTo>
                    <a:pt x="2735256" y="2363376"/>
                  </a:lnTo>
                  <a:lnTo>
                    <a:pt x="2735364" y="2363376"/>
                  </a:lnTo>
                  <a:lnTo>
                    <a:pt x="2735473" y="2363376"/>
                  </a:lnTo>
                  <a:lnTo>
                    <a:pt x="2735581" y="2363376"/>
                  </a:lnTo>
                  <a:lnTo>
                    <a:pt x="2735690" y="2363376"/>
                  </a:lnTo>
                  <a:lnTo>
                    <a:pt x="2735690" y="2362753"/>
                  </a:lnTo>
                  <a:lnTo>
                    <a:pt x="2735798" y="2362753"/>
                  </a:lnTo>
                  <a:lnTo>
                    <a:pt x="2735907" y="2362753"/>
                  </a:lnTo>
                  <a:lnTo>
                    <a:pt x="2736015" y="2362753"/>
                  </a:lnTo>
                  <a:lnTo>
                    <a:pt x="2736123" y="2362753"/>
                  </a:lnTo>
                  <a:lnTo>
                    <a:pt x="2736232" y="2362753"/>
                  </a:lnTo>
                  <a:lnTo>
                    <a:pt x="2736340" y="2362753"/>
                  </a:lnTo>
                  <a:lnTo>
                    <a:pt x="2736449" y="2362753"/>
                  </a:lnTo>
                  <a:lnTo>
                    <a:pt x="2736557" y="2362753"/>
                  </a:lnTo>
                  <a:lnTo>
                    <a:pt x="2736666" y="2362753"/>
                  </a:lnTo>
                  <a:lnTo>
                    <a:pt x="2736666" y="2362129"/>
                  </a:lnTo>
                  <a:lnTo>
                    <a:pt x="2736774" y="2362129"/>
                  </a:lnTo>
                  <a:lnTo>
                    <a:pt x="2736883" y="2362129"/>
                  </a:lnTo>
                  <a:lnTo>
                    <a:pt x="2736991" y="2362129"/>
                  </a:lnTo>
                  <a:lnTo>
                    <a:pt x="2737099" y="2362129"/>
                  </a:lnTo>
                  <a:lnTo>
                    <a:pt x="2737208" y="2362129"/>
                  </a:lnTo>
                  <a:lnTo>
                    <a:pt x="2737316" y="2362129"/>
                  </a:lnTo>
                  <a:lnTo>
                    <a:pt x="2737425" y="2362129"/>
                  </a:lnTo>
                  <a:lnTo>
                    <a:pt x="2737533" y="2362129"/>
                  </a:lnTo>
                  <a:lnTo>
                    <a:pt x="2737642" y="2362129"/>
                  </a:lnTo>
                  <a:lnTo>
                    <a:pt x="2737750" y="2362129"/>
                  </a:lnTo>
                  <a:lnTo>
                    <a:pt x="2737859" y="2362129"/>
                  </a:lnTo>
                  <a:lnTo>
                    <a:pt x="2737967" y="2362129"/>
                  </a:lnTo>
                  <a:lnTo>
                    <a:pt x="2738076" y="2362129"/>
                  </a:lnTo>
                  <a:lnTo>
                    <a:pt x="2738184" y="2362129"/>
                  </a:lnTo>
                  <a:lnTo>
                    <a:pt x="2738292" y="2362129"/>
                  </a:lnTo>
                  <a:lnTo>
                    <a:pt x="2738401" y="2362129"/>
                  </a:lnTo>
                  <a:lnTo>
                    <a:pt x="2738509" y="2362129"/>
                  </a:lnTo>
                  <a:lnTo>
                    <a:pt x="2738618" y="2362129"/>
                  </a:lnTo>
                  <a:lnTo>
                    <a:pt x="2738726" y="2362129"/>
                  </a:lnTo>
                  <a:lnTo>
                    <a:pt x="2738835" y="2362129"/>
                  </a:lnTo>
                  <a:lnTo>
                    <a:pt x="2738943" y="2362129"/>
                  </a:lnTo>
                  <a:lnTo>
                    <a:pt x="2739052" y="2362129"/>
                  </a:lnTo>
                  <a:lnTo>
                    <a:pt x="2739052" y="2361506"/>
                  </a:lnTo>
                  <a:lnTo>
                    <a:pt x="2739160" y="2361506"/>
                  </a:lnTo>
                  <a:lnTo>
                    <a:pt x="2739160" y="2360882"/>
                  </a:lnTo>
                  <a:lnTo>
                    <a:pt x="2739268" y="2360882"/>
                  </a:lnTo>
                  <a:lnTo>
                    <a:pt x="2739377" y="2360882"/>
                  </a:lnTo>
                  <a:lnTo>
                    <a:pt x="2739377" y="2360259"/>
                  </a:lnTo>
                  <a:lnTo>
                    <a:pt x="2739377" y="2359635"/>
                  </a:lnTo>
                  <a:lnTo>
                    <a:pt x="2739485" y="2359635"/>
                  </a:lnTo>
                  <a:lnTo>
                    <a:pt x="2739594" y="2359635"/>
                  </a:lnTo>
                  <a:lnTo>
                    <a:pt x="2739702" y="2359635"/>
                  </a:lnTo>
                  <a:lnTo>
                    <a:pt x="2739811" y="2359635"/>
                  </a:lnTo>
                  <a:lnTo>
                    <a:pt x="2739919" y="2359635"/>
                  </a:lnTo>
                  <a:lnTo>
                    <a:pt x="2740028" y="2359635"/>
                  </a:lnTo>
                  <a:lnTo>
                    <a:pt x="2740028" y="2359011"/>
                  </a:lnTo>
                  <a:lnTo>
                    <a:pt x="2740136" y="2359011"/>
                  </a:lnTo>
                  <a:lnTo>
                    <a:pt x="2740244" y="2359011"/>
                  </a:lnTo>
                  <a:lnTo>
                    <a:pt x="2740353" y="2359011"/>
                  </a:lnTo>
                  <a:lnTo>
                    <a:pt x="2740461" y="2359011"/>
                  </a:lnTo>
                  <a:lnTo>
                    <a:pt x="2740570" y="2359011"/>
                  </a:lnTo>
                  <a:lnTo>
                    <a:pt x="2740570" y="2358388"/>
                  </a:lnTo>
                  <a:lnTo>
                    <a:pt x="2740570" y="2357764"/>
                  </a:lnTo>
                  <a:lnTo>
                    <a:pt x="2740678" y="2357764"/>
                  </a:lnTo>
                  <a:lnTo>
                    <a:pt x="2740787" y="2357764"/>
                  </a:lnTo>
                  <a:lnTo>
                    <a:pt x="2740895" y="2357764"/>
                  </a:lnTo>
                  <a:lnTo>
                    <a:pt x="2741004" y="2357764"/>
                  </a:lnTo>
                  <a:lnTo>
                    <a:pt x="2741112" y="2357764"/>
                  </a:lnTo>
                  <a:lnTo>
                    <a:pt x="2741220" y="2357764"/>
                  </a:lnTo>
                  <a:lnTo>
                    <a:pt x="2741329" y="2357764"/>
                  </a:lnTo>
                  <a:lnTo>
                    <a:pt x="2741437" y="2357764"/>
                  </a:lnTo>
                  <a:lnTo>
                    <a:pt x="2741546" y="2357764"/>
                  </a:lnTo>
                  <a:lnTo>
                    <a:pt x="2741654" y="2357764"/>
                  </a:lnTo>
                  <a:lnTo>
                    <a:pt x="2741763" y="2357764"/>
                  </a:lnTo>
                  <a:lnTo>
                    <a:pt x="2741871" y="2357764"/>
                  </a:lnTo>
                  <a:lnTo>
                    <a:pt x="2741980" y="2357764"/>
                  </a:lnTo>
                  <a:lnTo>
                    <a:pt x="2742088" y="2357764"/>
                  </a:lnTo>
                  <a:lnTo>
                    <a:pt x="2742088" y="2357141"/>
                  </a:lnTo>
                  <a:lnTo>
                    <a:pt x="2742197" y="2357141"/>
                  </a:lnTo>
                  <a:lnTo>
                    <a:pt x="2742305" y="2357141"/>
                  </a:lnTo>
                  <a:lnTo>
                    <a:pt x="2742413" y="2357141"/>
                  </a:lnTo>
                  <a:lnTo>
                    <a:pt x="2742413" y="2356517"/>
                  </a:lnTo>
                  <a:lnTo>
                    <a:pt x="2742522" y="2356517"/>
                  </a:lnTo>
                  <a:lnTo>
                    <a:pt x="2742630" y="2356517"/>
                  </a:lnTo>
                  <a:lnTo>
                    <a:pt x="2742739" y="2356517"/>
                  </a:lnTo>
                  <a:lnTo>
                    <a:pt x="2742847" y="2356517"/>
                  </a:lnTo>
                  <a:lnTo>
                    <a:pt x="2742847" y="2355894"/>
                  </a:lnTo>
                  <a:lnTo>
                    <a:pt x="2742956" y="2355894"/>
                  </a:lnTo>
                  <a:lnTo>
                    <a:pt x="2743064" y="2355894"/>
                  </a:lnTo>
                  <a:lnTo>
                    <a:pt x="2743173" y="2355894"/>
                  </a:lnTo>
                  <a:lnTo>
                    <a:pt x="2743281" y="2355894"/>
                  </a:lnTo>
                  <a:lnTo>
                    <a:pt x="2743389" y="2355894"/>
                  </a:lnTo>
                  <a:lnTo>
                    <a:pt x="2743498" y="2355894"/>
                  </a:lnTo>
                  <a:lnTo>
                    <a:pt x="2743606" y="2355894"/>
                  </a:lnTo>
                  <a:lnTo>
                    <a:pt x="2743715" y="2355894"/>
                  </a:lnTo>
                  <a:lnTo>
                    <a:pt x="2743823" y="2355894"/>
                  </a:lnTo>
                  <a:lnTo>
                    <a:pt x="2743823" y="2355270"/>
                  </a:lnTo>
                  <a:lnTo>
                    <a:pt x="2743932" y="2355270"/>
                  </a:lnTo>
                  <a:lnTo>
                    <a:pt x="2744040" y="2355270"/>
                  </a:lnTo>
                  <a:lnTo>
                    <a:pt x="2744149" y="2355270"/>
                  </a:lnTo>
                  <a:lnTo>
                    <a:pt x="2744257" y="2355270"/>
                  </a:lnTo>
                  <a:lnTo>
                    <a:pt x="2744365" y="2355270"/>
                  </a:lnTo>
                  <a:lnTo>
                    <a:pt x="2744474" y="2355270"/>
                  </a:lnTo>
                  <a:lnTo>
                    <a:pt x="2744582" y="2355270"/>
                  </a:lnTo>
                  <a:lnTo>
                    <a:pt x="2744691" y="2355270"/>
                  </a:lnTo>
                  <a:lnTo>
                    <a:pt x="2744799" y="2355270"/>
                  </a:lnTo>
                  <a:lnTo>
                    <a:pt x="2744908" y="2355270"/>
                  </a:lnTo>
                  <a:lnTo>
                    <a:pt x="2744908" y="2354646"/>
                  </a:lnTo>
                  <a:lnTo>
                    <a:pt x="2745016" y="2354646"/>
                  </a:lnTo>
                  <a:lnTo>
                    <a:pt x="2745125" y="2354646"/>
                  </a:lnTo>
                  <a:lnTo>
                    <a:pt x="2745233" y="2354646"/>
                  </a:lnTo>
                  <a:lnTo>
                    <a:pt x="2745341" y="2354646"/>
                  </a:lnTo>
                  <a:lnTo>
                    <a:pt x="2745450" y="2354646"/>
                  </a:lnTo>
                  <a:lnTo>
                    <a:pt x="2745558" y="2354646"/>
                  </a:lnTo>
                  <a:lnTo>
                    <a:pt x="2745667" y="2354646"/>
                  </a:lnTo>
                  <a:lnTo>
                    <a:pt x="2745775" y="2354646"/>
                  </a:lnTo>
                  <a:lnTo>
                    <a:pt x="2745884" y="2354646"/>
                  </a:lnTo>
                  <a:lnTo>
                    <a:pt x="2745992" y="2354646"/>
                  </a:lnTo>
                  <a:lnTo>
                    <a:pt x="2745992" y="2354023"/>
                  </a:lnTo>
                  <a:lnTo>
                    <a:pt x="2746101" y="2354023"/>
                  </a:lnTo>
                  <a:lnTo>
                    <a:pt x="2746209" y="2354023"/>
                  </a:lnTo>
                  <a:lnTo>
                    <a:pt x="2746318" y="2354023"/>
                  </a:lnTo>
                  <a:lnTo>
                    <a:pt x="2746426" y="2354023"/>
                  </a:lnTo>
                  <a:lnTo>
                    <a:pt x="2746534" y="2354023"/>
                  </a:lnTo>
                  <a:lnTo>
                    <a:pt x="2746643" y="2354023"/>
                  </a:lnTo>
                  <a:lnTo>
                    <a:pt x="2746751" y="2354023"/>
                  </a:lnTo>
                  <a:lnTo>
                    <a:pt x="2746860" y="2354023"/>
                  </a:lnTo>
                  <a:lnTo>
                    <a:pt x="2746860" y="2353399"/>
                  </a:lnTo>
                  <a:lnTo>
                    <a:pt x="2746968" y="2353399"/>
                  </a:lnTo>
                  <a:lnTo>
                    <a:pt x="2746968" y="2352776"/>
                  </a:lnTo>
                  <a:lnTo>
                    <a:pt x="2747077" y="2352776"/>
                  </a:lnTo>
                  <a:lnTo>
                    <a:pt x="2747185" y="2352776"/>
                  </a:lnTo>
                  <a:lnTo>
                    <a:pt x="2747294" y="2352776"/>
                  </a:lnTo>
                  <a:lnTo>
                    <a:pt x="2747294" y="2352152"/>
                  </a:lnTo>
                  <a:lnTo>
                    <a:pt x="2747402" y="2352152"/>
                  </a:lnTo>
                  <a:lnTo>
                    <a:pt x="2747510" y="2352152"/>
                  </a:lnTo>
                  <a:lnTo>
                    <a:pt x="2747619" y="2352152"/>
                  </a:lnTo>
                  <a:lnTo>
                    <a:pt x="2747727" y="2352152"/>
                  </a:lnTo>
                  <a:lnTo>
                    <a:pt x="2747727" y="2351528"/>
                  </a:lnTo>
                  <a:lnTo>
                    <a:pt x="2747836" y="2351528"/>
                  </a:lnTo>
                  <a:lnTo>
                    <a:pt x="2747944" y="2351528"/>
                  </a:lnTo>
                  <a:lnTo>
                    <a:pt x="2748053" y="2351528"/>
                  </a:lnTo>
                  <a:lnTo>
                    <a:pt x="2748161" y="2351528"/>
                  </a:lnTo>
                  <a:lnTo>
                    <a:pt x="2748270" y="2351528"/>
                  </a:lnTo>
                  <a:lnTo>
                    <a:pt x="2748378" y="2351528"/>
                  </a:lnTo>
                  <a:lnTo>
                    <a:pt x="2748486" y="2351528"/>
                  </a:lnTo>
                  <a:lnTo>
                    <a:pt x="2748595" y="2351528"/>
                  </a:lnTo>
                  <a:lnTo>
                    <a:pt x="2748595" y="2350905"/>
                  </a:lnTo>
                  <a:lnTo>
                    <a:pt x="2748703" y="2350905"/>
                  </a:lnTo>
                  <a:lnTo>
                    <a:pt x="2748812" y="2350905"/>
                  </a:lnTo>
                  <a:lnTo>
                    <a:pt x="2748920" y="2350905"/>
                  </a:lnTo>
                  <a:lnTo>
                    <a:pt x="2749029" y="2350905"/>
                  </a:lnTo>
                  <a:lnTo>
                    <a:pt x="2749137" y="2350905"/>
                  </a:lnTo>
                  <a:lnTo>
                    <a:pt x="2749246" y="2350905"/>
                  </a:lnTo>
                  <a:lnTo>
                    <a:pt x="2749354" y="2350905"/>
                  </a:lnTo>
                  <a:lnTo>
                    <a:pt x="2749462" y="2350905"/>
                  </a:lnTo>
                  <a:lnTo>
                    <a:pt x="2749571" y="2350905"/>
                  </a:lnTo>
                  <a:lnTo>
                    <a:pt x="2749679" y="2350905"/>
                  </a:lnTo>
                  <a:lnTo>
                    <a:pt x="2749788" y="2350905"/>
                  </a:lnTo>
                  <a:lnTo>
                    <a:pt x="2749896" y="2350905"/>
                  </a:lnTo>
                  <a:lnTo>
                    <a:pt x="2750005" y="2350905"/>
                  </a:lnTo>
                  <a:lnTo>
                    <a:pt x="2750113" y="2350905"/>
                  </a:lnTo>
                  <a:lnTo>
                    <a:pt x="2750222" y="2350905"/>
                  </a:lnTo>
                  <a:lnTo>
                    <a:pt x="2750330" y="2350905"/>
                  </a:lnTo>
                  <a:lnTo>
                    <a:pt x="2750330" y="2350281"/>
                  </a:lnTo>
                  <a:lnTo>
                    <a:pt x="2750439" y="2350281"/>
                  </a:lnTo>
                  <a:lnTo>
                    <a:pt x="2750547" y="2350281"/>
                  </a:lnTo>
                  <a:lnTo>
                    <a:pt x="2750655" y="2350281"/>
                  </a:lnTo>
                  <a:lnTo>
                    <a:pt x="2750764" y="2350281"/>
                  </a:lnTo>
                  <a:lnTo>
                    <a:pt x="2750872" y="2350281"/>
                  </a:lnTo>
                  <a:lnTo>
                    <a:pt x="2750872" y="2349658"/>
                  </a:lnTo>
                  <a:lnTo>
                    <a:pt x="2750981" y="2349658"/>
                  </a:lnTo>
                  <a:lnTo>
                    <a:pt x="2750981" y="2349034"/>
                  </a:lnTo>
                  <a:lnTo>
                    <a:pt x="2750981" y="2348411"/>
                  </a:lnTo>
                  <a:lnTo>
                    <a:pt x="2751089" y="2348411"/>
                  </a:lnTo>
                  <a:lnTo>
                    <a:pt x="2751198" y="2348411"/>
                  </a:lnTo>
                  <a:lnTo>
                    <a:pt x="2751306" y="2348411"/>
                  </a:lnTo>
                  <a:lnTo>
                    <a:pt x="2751415" y="2348411"/>
                  </a:lnTo>
                  <a:lnTo>
                    <a:pt x="2751523" y="2348411"/>
                  </a:lnTo>
                  <a:lnTo>
                    <a:pt x="2751631" y="2348411"/>
                  </a:lnTo>
                  <a:lnTo>
                    <a:pt x="2751740" y="2348411"/>
                  </a:lnTo>
                  <a:lnTo>
                    <a:pt x="2751848" y="2348411"/>
                  </a:lnTo>
                  <a:lnTo>
                    <a:pt x="2751957" y="2348411"/>
                  </a:lnTo>
                  <a:lnTo>
                    <a:pt x="2752065" y="2348411"/>
                  </a:lnTo>
                  <a:lnTo>
                    <a:pt x="2752174" y="2348411"/>
                  </a:lnTo>
                  <a:lnTo>
                    <a:pt x="2752282" y="2348411"/>
                  </a:lnTo>
                  <a:lnTo>
                    <a:pt x="2752391" y="2348411"/>
                  </a:lnTo>
                  <a:lnTo>
                    <a:pt x="2752499" y="2348411"/>
                  </a:lnTo>
                  <a:lnTo>
                    <a:pt x="2752499" y="2347787"/>
                  </a:lnTo>
                  <a:lnTo>
                    <a:pt x="2752607" y="2347787"/>
                  </a:lnTo>
                  <a:lnTo>
                    <a:pt x="2752716" y="2347787"/>
                  </a:lnTo>
                  <a:lnTo>
                    <a:pt x="2752824" y="2347787"/>
                  </a:lnTo>
                  <a:lnTo>
                    <a:pt x="2752933" y="2347787"/>
                  </a:lnTo>
                  <a:lnTo>
                    <a:pt x="2753041" y="2347787"/>
                  </a:lnTo>
                  <a:lnTo>
                    <a:pt x="2753150" y="2347787"/>
                  </a:lnTo>
                  <a:lnTo>
                    <a:pt x="2753258" y="2347787"/>
                  </a:lnTo>
                  <a:lnTo>
                    <a:pt x="2753367" y="2347787"/>
                  </a:lnTo>
                  <a:lnTo>
                    <a:pt x="2753475" y="2347787"/>
                  </a:lnTo>
                  <a:lnTo>
                    <a:pt x="2753583" y="2347787"/>
                  </a:lnTo>
                  <a:lnTo>
                    <a:pt x="2753692" y="2347787"/>
                  </a:lnTo>
                  <a:lnTo>
                    <a:pt x="2753692" y="2347163"/>
                  </a:lnTo>
                  <a:lnTo>
                    <a:pt x="2753692" y="2346540"/>
                  </a:lnTo>
                  <a:lnTo>
                    <a:pt x="2753692" y="2345916"/>
                  </a:lnTo>
                  <a:lnTo>
                    <a:pt x="2753800" y="2345916"/>
                  </a:lnTo>
                  <a:lnTo>
                    <a:pt x="2753909" y="2345916"/>
                  </a:lnTo>
                  <a:lnTo>
                    <a:pt x="2754017" y="2345916"/>
                  </a:lnTo>
                  <a:lnTo>
                    <a:pt x="2754126" y="2345916"/>
                  </a:lnTo>
                  <a:lnTo>
                    <a:pt x="2754234" y="2345916"/>
                  </a:lnTo>
                  <a:lnTo>
                    <a:pt x="2754343" y="2345916"/>
                  </a:lnTo>
                  <a:lnTo>
                    <a:pt x="2754451" y="2345916"/>
                  </a:lnTo>
                  <a:lnTo>
                    <a:pt x="2754559" y="2345916"/>
                  </a:lnTo>
                  <a:lnTo>
                    <a:pt x="2754668" y="2345916"/>
                  </a:lnTo>
                  <a:lnTo>
                    <a:pt x="2754776" y="2345916"/>
                  </a:lnTo>
                  <a:lnTo>
                    <a:pt x="2754885" y="2345916"/>
                  </a:lnTo>
                  <a:lnTo>
                    <a:pt x="2754993" y="2345916"/>
                  </a:lnTo>
                  <a:lnTo>
                    <a:pt x="2755102" y="2345916"/>
                  </a:lnTo>
                  <a:lnTo>
                    <a:pt x="2755102" y="2345293"/>
                  </a:lnTo>
                  <a:lnTo>
                    <a:pt x="2755102" y="2344669"/>
                  </a:lnTo>
                  <a:lnTo>
                    <a:pt x="2755210" y="2344669"/>
                  </a:lnTo>
                  <a:lnTo>
                    <a:pt x="2755319" y="2344669"/>
                  </a:lnTo>
                  <a:lnTo>
                    <a:pt x="2755427" y="2344669"/>
                  </a:lnTo>
                  <a:lnTo>
                    <a:pt x="2755427" y="2344045"/>
                  </a:lnTo>
                  <a:lnTo>
                    <a:pt x="2755536" y="2344045"/>
                  </a:lnTo>
                  <a:lnTo>
                    <a:pt x="2755536" y="2343422"/>
                  </a:lnTo>
                  <a:lnTo>
                    <a:pt x="2755644" y="2343422"/>
                  </a:lnTo>
                  <a:lnTo>
                    <a:pt x="2755752" y="2343422"/>
                  </a:lnTo>
                  <a:lnTo>
                    <a:pt x="2755861" y="2343422"/>
                  </a:lnTo>
                  <a:lnTo>
                    <a:pt x="2755969" y="2343422"/>
                  </a:lnTo>
                  <a:lnTo>
                    <a:pt x="2756078" y="2343422"/>
                  </a:lnTo>
                  <a:lnTo>
                    <a:pt x="2756186" y="2343422"/>
                  </a:lnTo>
                  <a:lnTo>
                    <a:pt x="2756295" y="2343422"/>
                  </a:lnTo>
                  <a:lnTo>
                    <a:pt x="2756403" y="2343422"/>
                  </a:lnTo>
                  <a:lnTo>
                    <a:pt x="2756512" y="2343422"/>
                  </a:lnTo>
                  <a:lnTo>
                    <a:pt x="2756512" y="2342798"/>
                  </a:lnTo>
                  <a:lnTo>
                    <a:pt x="2756620" y="2342798"/>
                  </a:lnTo>
                  <a:lnTo>
                    <a:pt x="2756728" y="2342798"/>
                  </a:lnTo>
                  <a:lnTo>
                    <a:pt x="2756728" y="2342175"/>
                  </a:lnTo>
                  <a:lnTo>
                    <a:pt x="2756837" y="2342175"/>
                  </a:lnTo>
                  <a:lnTo>
                    <a:pt x="2756837" y="2341551"/>
                  </a:lnTo>
                  <a:lnTo>
                    <a:pt x="2756945" y="2341551"/>
                  </a:lnTo>
                  <a:lnTo>
                    <a:pt x="2756945" y="2340928"/>
                  </a:lnTo>
                  <a:lnTo>
                    <a:pt x="2757054" y="2340928"/>
                  </a:lnTo>
                  <a:lnTo>
                    <a:pt x="2757162" y="2340928"/>
                  </a:lnTo>
                  <a:lnTo>
                    <a:pt x="2757162" y="2340304"/>
                  </a:lnTo>
                  <a:lnTo>
                    <a:pt x="2757271" y="2340304"/>
                  </a:lnTo>
                  <a:lnTo>
                    <a:pt x="2757379" y="2340304"/>
                  </a:lnTo>
                  <a:lnTo>
                    <a:pt x="2757488" y="2340304"/>
                  </a:lnTo>
                  <a:lnTo>
                    <a:pt x="2757596" y="2340304"/>
                  </a:lnTo>
                  <a:lnTo>
                    <a:pt x="2757704" y="2340304"/>
                  </a:lnTo>
                  <a:lnTo>
                    <a:pt x="2757813" y="2340304"/>
                  </a:lnTo>
                  <a:lnTo>
                    <a:pt x="2757921" y="2340304"/>
                  </a:lnTo>
                  <a:lnTo>
                    <a:pt x="2758030" y="2340304"/>
                  </a:lnTo>
                  <a:lnTo>
                    <a:pt x="2758138" y="2340304"/>
                  </a:lnTo>
                  <a:lnTo>
                    <a:pt x="2758247" y="2340304"/>
                  </a:lnTo>
                  <a:lnTo>
                    <a:pt x="2758355" y="2340304"/>
                  </a:lnTo>
                  <a:lnTo>
                    <a:pt x="2758464" y="2340304"/>
                  </a:lnTo>
                  <a:lnTo>
                    <a:pt x="2758464" y="2339680"/>
                  </a:lnTo>
                  <a:lnTo>
                    <a:pt x="2758572" y="2339680"/>
                  </a:lnTo>
                  <a:lnTo>
                    <a:pt x="2758680" y="2339680"/>
                  </a:lnTo>
                  <a:lnTo>
                    <a:pt x="2758789" y="2339680"/>
                  </a:lnTo>
                  <a:lnTo>
                    <a:pt x="2758789" y="2339057"/>
                  </a:lnTo>
                  <a:lnTo>
                    <a:pt x="2758897" y="2339057"/>
                  </a:lnTo>
                  <a:lnTo>
                    <a:pt x="2759006" y="2339057"/>
                  </a:lnTo>
                  <a:lnTo>
                    <a:pt x="2759006" y="2338433"/>
                  </a:lnTo>
                  <a:lnTo>
                    <a:pt x="2759114" y="2338433"/>
                  </a:lnTo>
                  <a:lnTo>
                    <a:pt x="2759223" y="2338433"/>
                  </a:lnTo>
                  <a:lnTo>
                    <a:pt x="2759331" y="2338433"/>
                  </a:lnTo>
                  <a:lnTo>
                    <a:pt x="2759440" y="2338433"/>
                  </a:lnTo>
                  <a:lnTo>
                    <a:pt x="2759548" y="2338433"/>
                  </a:lnTo>
                  <a:lnTo>
                    <a:pt x="2759657" y="2338433"/>
                  </a:lnTo>
                  <a:lnTo>
                    <a:pt x="2759765" y="2338433"/>
                  </a:lnTo>
                  <a:lnTo>
                    <a:pt x="2759873" y="2338433"/>
                  </a:lnTo>
                  <a:lnTo>
                    <a:pt x="2759873" y="2337810"/>
                  </a:lnTo>
                  <a:lnTo>
                    <a:pt x="2759982" y="2337810"/>
                  </a:lnTo>
                  <a:lnTo>
                    <a:pt x="2760090" y="2337810"/>
                  </a:lnTo>
                  <a:lnTo>
                    <a:pt x="2760199" y="2337810"/>
                  </a:lnTo>
                  <a:lnTo>
                    <a:pt x="2760307" y="2337810"/>
                  </a:lnTo>
                  <a:lnTo>
                    <a:pt x="2760416" y="2337810"/>
                  </a:lnTo>
                  <a:lnTo>
                    <a:pt x="2760524" y="2337810"/>
                  </a:lnTo>
                  <a:lnTo>
                    <a:pt x="2760633" y="2337810"/>
                  </a:lnTo>
                  <a:lnTo>
                    <a:pt x="2760741" y="2337810"/>
                  </a:lnTo>
                  <a:lnTo>
                    <a:pt x="2760849" y="2337810"/>
                  </a:lnTo>
                  <a:lnTo>
                    <a:pt x="2760849" y="2337186"/>
                  </a:lnTo>
                  <a:lnTo>
                    <a:pt x="2760958" y="2337186"/>
                  </a:lnTo>
                  <a:lnTo>
                    <a:pt x="2761066" y="2337186"/>
                  </a:lnTo>
                  <a:lnTo>
                    <a:pt x="2761175" y="2337186"/>
                  </a:lnTo>
                  <a:lnTo>
                    <a:pt x="2761283" y="2337186"/>
                  </a:lnTo>
                  <a:lnTo>
                    <a:pt x="2761392" y="2337186"/>
                  </a:lnTo>
                  <a:lnTo>
                    <a:pt x="2761500" y="2337186"/>
                  </a:lnTo>
                  <a:lnTo>
                    <a:pt x="2761609" y="2337186"/>
                  </a:lnTo>
                  <a:lnTo>
                    <a:pt x="2761609" y="2336562"/>
                  </a:lnTo>
                  <a:lnTo>
                    <a:pt x="2761717" y="2336562"/>
                  </a:lnTo>
                  <a:lnTo>
                    <a:pt x="2761825" y="2336562"/>
                  </a:lnTo>
                  <a:lnTo>
                    <a:pt x="2761934" y="2336562"/>
                  </a:lnTo>
                  <a:lnTo>
                    <a:pt x="2761934" y="2335939"/>
                  </a:lnTo>
                  <a:lnTo>
                    <a:pt x="2762042" y="2335939"/>
                  </a:lnTo>
                  <a:lnTo>
                    <a:pt x="2762151" y="2335939"/>
                  </a:lnTo>
                  <a:lnTo>
                    <a:pt x="2762259" y="2335939"/>
                  </a:lnTo>
                  <a:lnTo>
                    <a:pt x="2762368" y="2335939"/>
                  </a:lnTo>
                  <a:lnTo>
                    <a:pt x="2762476" y="2335939"/>
                  </a:lnTo>
                  <a:lnTo>
                    <a:pt x="2762585" y="2335939"/>
                  </a:lnTo>
                  <a:lnTo>
                    <a:pt x="2762693" y="2335939"/>
                  </a:lnTo>
                  <a:lnTo>
                    <a:pt x="2762801" y="2335939"/>
                  </a:lnTo>
                  <a:lnTo>
                    <a:pt x="2762910" y="2335939"/>
                  </a:lnTo>
                  <a:lnTo>
                    <a:pt x="2763018" y="2335939"/>
                  </a:lnTo>
                  <a:lnTo>
                    <a:pt x="2763127" y="2335939"/>
                  </a:lnTo>
                  <a:lnTo>
                    <a:pt x="2763235" y="2335939"/>
                  </a:lnTo>
                  <a:lnTo>
                    <a:pt x="2763344" y="2335939"/>
                  </a:lnTo>
                  <a:lnTo>
                    <a:pt x="2763452" y="2335939"/>
                  </a:lnTo>
                  <a:lnTo>
                    <a:pt x="2763452" y="2335315"/>
                  </a:lnTo>
                  <a:lnTo>
                    <a:pt x="2763452" y="2334692"/>
                  </a:lnTo>
                  <a:lnTo>
                    <a:pt x="2763561" y="2334692"/>
                  </a:lnTo>
                  <a:lnTo>
                    <a:pt x="2763669" y="2334692"/>
                  </a:lnTo>
                  <a:lnTo>
                    <a:pt x="2763778" y="2334692"/>
                  </a:lnTo>
                  <a:lnTo>
                    <a:pt x="2763886" y="2334692"/>
                  </a:lnTo>
                  <a:lnTo>
                    <a:pt x="2763994" y="2334692"/>
                  </a:lnTo>
                  <a:lnTo>
                    <a:pt x="2764103" y="2334692"/>
                  </a:lnTo>
                  <a:lnTo>
                    <a:pt x="2764211" y="2334692"/>
                  </a:lnTo>
                  <a:lnTo>
                    <a:pt x="2764320" y="2334692"/>
                  </a:lnTo>
                  <a:lnTo>
                    <a:pt x="2764428" y="2334692"/>
                  </a:lnTo>
                  <a:lnTo>
                    <a:pt x="2764537" y="2334692"/>
                  </a:lnTo>
                  <a:lnTo>
                    <a:pt x="2764645" y="2334692"/>
                  </a:lnTo>
                  <a:lnTo>
                    <a:pt x="2764645" y="2334068"/>
                  </a:lnTo>
                  <a:lnTo>
                    <a:pt x="2764754" y="2334068"/>
                  </a:lnTo>
                  <a:lnTo>
                    <a:pt x="2764862" y="2334068"/>
                  </a:lnTo>
                  <a:lnTo>
                    <a:pt x="2764862" y="2333445"/>
                  </a:lnTo>
                  <a:lnTo>
                    <a:pt x="2764970" y="2333445"/>
                  </a:lnTo>
                  <a:lnTo>
                    <a:pt x="2765079" y="2333445"/>
                  </a:lnTo>
                  <a:lnTo>
                    <a:pt x="2765187" y="2333445"/>
                  </a:lnTo>
                  <a:lnTo>
                    <a:pt x="2765296" y="2333445"/>
                  </a:lnTo>
                  <a:lnTo>
                    <a:pt x="2765404" y="2333445"/>
                  </a:lnTo>
                  <a:lnTo>
                    <a:pt x="2765513" y="2333445"/>
                  </a:lnTo>
                  <a:lnTo>
                    <a:pt x="2765621" y="2333445"/>
                  </a:lnTo>
                  <a:lnTo>
                    <a:pt x="2765730" y="2333445"/>
                  </a:lnTo>
                  <a:lnTo>
                    <a:pt x="2765838" y="2333445"/>
                  </a:lnTo>
                  <a:lnTo>
                    <a:pt x="2765946" y="2333445"/>
                  </a:lnTo>
                  <a:lnTo>
                    <a:pt x="2766055" y="2333445"/>
                  </a:lnTo>
                  <a:lnTo>
                    <a:pt x="2766163" y="2333445"/>
                  </a:lnTo>
                  <a:lnTo>
                    <a:pt x="2766163" y="2332821"/>
                  </a:lnTo>
                  <a:lnTo>
                    <a:pt x="2766272" y="2332821"/>
                  </a:lnTo>
                  <a:lnTo>
                    <a:pt x="2766380" y="2332821"/>
                  </a:lnTo>
                  <a:lnTo>
                    <a:pt x="2766380" y="2332197"/>
                  </a:lnTo>
                  <a:lnTo>
                    <a:pt x="2766489" y="2332197"/>
                  </a:lnTo>
                  <a:lnTo>
                    <a:pt x="2766489" y="2331574"/>
                  </a:lnTo>
                  <a:lnTo>
                    <a:pt x="2766597" y="2331574"/>
                  </a:lnTo>
                  <a:lnTo>
                    <a:pt x="2766706" y="2331574"/>
                  </a:lnTo>
                  <a:lnTo>
                    <a:pt x="2766814" y="2331574"/>
                  </a:lnTo>
                  <a:lnTo>
                    <a:pt x="2766922" y="2331574"/>
                  </a:lnTo>
                  <a:lnTo>
                    <a:pt x="2767031" y="2331574"/>
                  </a:lnTo>
                  <a:lnTo>
                    <a:pt x="2767139" y="2331574"/>
                  </a:lnTo>
                  <a:lnTo>
                    <a:pt x="2767139" y="2330950"/>
                  </a:lnTo>
                  <a:lnTo>
                    <a:pt x="2767248" y="2330950"/>
                  </a:lnTo>
                  <a:lnTo>
                    <a:pt x="2767356" y="2330950"/>
                  </a:lnTo>
                  <a:lnTo>
                    <a:pt x="2767465" y="2330950"/>
                  </a:lnTo>
                  <a:lnTo>
                    <a:pt x="2767573" y="2330950"/>
                  </a:lnTo>
                  <a:lnTo>
                    <a:pt x="2767682" y="2330950"/>
                  </a:lnTo>
                  <a:lnTo>
                    <a:pt x="2767790" y="2330950"/>
                  </a:lnTo>
                  <a:lnTo>
                    <a:pt x="2767899" y="2330950"/>
                  </a:lnTo>
                  <a:lnTo>
                    <a:pt x="2768007" y="2330950"/>
                  </a:lnTo>
                  <a:lnTo>
                    <a:pt x="2768115" y="2330950"/>
                  </a:lnTo>
                  <a:lnTo>
                    <a:pt x="2768224" y="2330950"/>
                  </a:lnTo>
                  <a:lnTo>
                    <a:pt x="2768224" y="2330327"/>
                  </a:lnTo>
                  <a:lnTo>
                    <a:pt x="2768332" y="2330327"/>
                  </a:lnTo>
                  <a:lnTo>
                    <a:pt x="2768332" y="2329703"/>
                  </a:lnTo>
                  <a:lnTo>
                    <a:pt x="2768441" y="2329703"/>
                  </a:lnTo>
                  <a:lnTo>
                    <a:pt x="2768549" y="2329703"/>
                  </a:lnTo>
                  <a:lnTo>
                    <a:pt x="2768658" y="2329703"/>
                  </a:lnTo>
                  <a:lnTo>
                    <a:pt x="2768766" y="2329703"/>
                  </a:lnTo>
                  <a:lnTo>
                    <a:pt x="2768875" y="2329703"/>
                  </a:lnTo>
                  <a:lnTo>
                    <a:pt x="2768875" y="2329079"/>
                  </a:lnTo>
                  <a:lnTo>
                    <a:pt x="2768983" y="2329079"/>
                  </a:lnTo>
                  <a:lnTo>
                    <a:pt x="2769091" y="2329079"/>
                  </a:lnTo>
                  <a:lnTo>
                    <a:pt x="2769200" y="2329079"/>
                  </a:lnTo>
                  <a:lnTo>
                    <a:pt x="2769200" y="2328456"/>
                  </a:lnTo>
                  <a:lnTo>
                    <a:pt x="2769308" y="2328456"/>
                  </a:lnTo>
                  <a:lnTo>
                    <a:pt x="2769417" y="2328456"/>
                  </a:lnTo>
                  <a:lnTo>
                    <a:pt x="2769525" y="2328456"/>
                  </a:lnTo>
                  <a:lnTo>
                    <a:pt x="2769634" y="2328456"/>
                  </a:lnTo>
                  <a:lnTo>
                    <a:pt x="2769742" y="2328456"/>
                  </a:lnTo>
                  <a:lnTo>
                    <a:pt x="2769851" y="2328456"/>
                  </a:lnTo>
                  <a:lnTo>
                    <a:pt x="2769851" y="2327832"/>
                  </a:lnTo>
                  <a:lnTo>
                    <a:pt x="2769959" y="2327832"/>
                  </a:lnTo>
                  <a:lnTo>
                    <a:pt x="2770067" y="2327832"/>
                  </a:lnTo>
                  <a:lnTo>
                    <a:pt x="2770067" y="2327209"/>
                  </a:lnTo>
                  <a:lnTo>
                    <a:pt x="2770176" y="2327209"/>
                  </a:lnTo>
                  <a:lnTo>
                    <a:pt x="2770284" y="2327209"/>
                  </a:lnTo>
                  <a:lnTo>
                    <a:pt x="2770393" y="2327209"/>
                  </a:lnTo>
                  <a:lnTo>
                    <a:pt x="2770501" y="2327209"/>
                  </a:lnTo>
                  <a:lnTo>
                    <a:pt x="2770501" y="2326585"/>
                  </a:lnTo>
                  <a:lnTo>
                    <a:pt x="2770501" y="2325962"/>
                  </a:lnTo>
                  <a:lnTo>
                    <a:pt x="2770610" y="2325962"/>
                  </a:lnTo>
                  <a:lnTo>
                    <a:pt x="2770718" y="2325962"/>
                  </a:lnTo>
                  <a:lnTo>
                    <a:pt x="2770827" y="2325962"/>
                  </a:lnTo>
                  <a:lnTo>
                    <a:pt x="2770935" y="2325962"/>
                  </a:lnTo>
                  <a:lnTo>
                    <a:pt x="2771043" y="2325962"/>
                  </a:lnTo>
                  <a:lnTo>
                    <a:pt x="2771152" y="2325962"/>
                  </a:lnTo>
                  <a:lnTo>
                    <a:pt x="2771260" y="2325962"/>
                  </a:lnTo>
                  <a:lnTo>
                    <a:pt x="2771369" y="2325962"/>
                  </a:lnTo>
                  <a:lnTo>
                    <a:pt x="2771477" y="2325962"/>
                  </a:lnTo>
                  <a:lnTo>
                    <a:pt x="2771586" y="2325962"/>
                  </a:lnTo>
                  <a:lnTo>
                    <a:pt x="2771694" y="2325962"/>
                  </a:lnTo>
                  <a:lnTo>
                    <a:pt x="2771803" y="2325962"/>
                  </a:lnTo>
                  <a:lnTo>
                    <a:pt x="2771911" y="2325962"/>
                  </a:lnTo>
                  <a:lnTo>
                    <a:pt x="2771911" y="2325338"/>
                  </a:lnTo>
                  <a:lnTo>
                    <a:pt x="2772020" y="2325338"/>
                  </a:lnTo>
                  <a:lnTo>
                    <a:pt x="2772128" y="2325338"/>
                  </a:lnTo>
                  <a:lnTo>
                    <a:pt x="2772236" y="2325338"/>
                  </a:lnTo>
                  <a:lnTo>
                    <a:pt x="2772345" y="2325338"/>
                  </a:lnTo>
                  <a:lnTo>
                    <a:pt x="2772453" y="2325338"/>
                  </a:lnTo>
                  <a:lnTo>
                    <a:pt x="2772562" y="2325338"/>
                  </a:lnTo>
                  <a:lnTo>
                    <a:pt x="2772670" y="2325338"/>
                  </a:lnTo>
                  <a:lnTo>
                    <a:pt x="2772779" y="2325338"/>
                  </a:lnTo>
                  <a:lnTo>
                    <a:pt x="2772887" y="2325338"/>
                  </a:lnTo>
                  <a:lnTo>
                    <a:pt x="2772996" y="2325338"/>
                  </a:lnTo>
                  <a:lnTo>
                    <a:pt x="2773104" y="2325338"/>
                  </a:lnTo>
                  <a:lnTo>
                    <a:pt x="2773104" y="2324714"/>
                  </a:lnTo>
                  <a:lnTo>
                    <a:pt x="2773104" y="2324091"/>
                  </a:lnTo>
                  <a:lnTo>
                    <a:pt x="2773212" y="2324091"/>
                  </a:lnTo>
                  <a:lnTo>
                    <a:pt x="2773321" y="2324091"/>
                  </a:lnTo>
                  <a:lnTo>
                    <a:pt x="2773321" y="2323467"/>
                  </a:lnTo>
                  <a:lnTo>
                    <a:pt x="2773429" y="2323467"/>
                  </a:lnTo>
                  <a:lnTo>
                    <a:pt x="2773429" y="2322844"/>
                  </a:lnTo>
                  <a:lnTo>
                    <a:pt x="2773538" y="2322844"/>
                  </a:lnTo>
                  <a:lnTo>
                    <a:pt x="2773646" y="2322844"/>
                  </a:lnTo>
                  <a:lnTo>
                    <a:pt x="2773755" y="2322844"/>
                  </a:lnTo>
                  <a:lnTo>
                    <a:pt x="2773863" y="2322844"/>
                  </a:lnTo>
                  <a:lnTo>
                    <a:pt x="2773972" y="2322844"/>
                  </a:lnTo>
                  <a:lnTo>
                    <a:pt x="2773972" y="2322220"/>
                  </a:lnTo>
                  <a:lnTo>
                    <a:pt x="2773972" y="2321596"/>
                  </a:lnTo>
                  <a:lnTo>
                    <a:pt x="2774080" y="2321596"/>
                  </a:lnTo>
                  <a:lnTo>
                    <a:pt x="2774080" y="2320973"/>
                  </a:lnTo>
                  <a:lnTo>
                    <a:pt x="2774188" y="2320973"/>
                  </a:lnTo>
                  <a:lnTo>
                    <a:pt x="2774297" y="2320973"/>
                  </a:lnTo>
                  <a:lnTo>
                    <a:pt x="2774297" y="2320349"/>
                  </a:lnTo>
                  <a:lnTo>
                    <a:pt x="2774405" y="2320349"/>
                  </a:lnTo>
                  <a:lnTo>
                    <a:pt x="2774514" y="2320349"/>
                  </a:lnTo>
                  <a:lnTo>
                    <a:pt x="2774622" y="2320349"/>
                  </a:lnTo>
                  <a:lnTo>
                    <a:pt x="2774731" y="2320349"/>
                  </a:lnTo>
                  <a:lnTo>
                    <a:pt x="2774839" y="2320349"/>
                  </a:lnTo>
                  <a:lnTo>
                    <a:pt x="2774948" y="2320349"/>
                  </a:lnTo>
                  <a:lnTo>
                    <a:pt x="2774948" y="2319726"/>
                  </a:lnTo>
                  <a:lnTo>
                    <a:pt x="2774948" y="2319102"/>
                  </a:lnTo>
                  <a:lnTo>
                    <a:pt x="2775056" y="2319102"/>
                  </a:lnTo>
                  <a:lnTo>
                    <a:pt x="2775164" y="2319102"/>
                  </a:lnTo>
                  <a:lnTo>
                    <a:pt x="2775273" y="2319102"/>
                  </a:lnTo>
                  <a:lnTo>
                    <a:pt x="2775381" y="2319102"/>
                  </a:lnTo>
                  <a:lnTo>
                    <a:pt x="2775490" y="2319102"/>
                  </a:lnTo>
                  <a:lnTo>
                    <a:pt x="2775598" y="2319102"/>
                  </a:lnTo>
                  <a:lnTo>
                    <a:pt x="2775707" y="2319102"/>
                  </a:lnTo>
                  <a:lnTo>
                    <a:pt x="2775707" y="2318479"/>
                  </a:lnTo>
                  <a:lnTo>
                    <a:pt x="2775815" y="2318479"/>
                  </a:lnTo>
                  <a:lnTo>
                    <a:pt x="2775924" y="2318479"/>
                  </a:lnTo>
                  <a:lnTo>
                    <a:pt x="2775924" y="2317855"/>
                  </a:lnTo>
                  <a:lnTo>
                    <a:pt x="2776032" y="2317855"/>
                  </a:lnTo>
                  <a:lnTo>
                    <a:pt x="2776141" y="2317855"/>
                  </a:lnTo>
                  <a:lnTo>
                    <a:pt x="2776249" y="2317855"/>
                  </a:lnTo>
                  <a:lnTo>
                    <a:pt x="2776357" y="2317855"/>
                  </a:lnTo>
                  <a:lnTo>
                    <a:pt x="2776357" y="2317231"/>
                  </a:lnTo>
                  <a:lnTo>
                    <a:pt x="2776466" y="2317231"/>
                  </a:lnTo>
                  <a:lnTo>
                    <a:pt x="2776574" y="2317231"/>
                  </a:lnTo>
                  <a:lnTo>
                    <a:pt x="2776683" y="2317231"/>
                  </a:lnTo>
                  <a:lnTo>
                    <a:pt x="2776683" y="2316608"/>
                  </a:lnTo>
                  <a:lnTo>
                    <a:pt x="2776791" y="2316608"/>
                  </a:lnTo>
                  <a:lnTo>
                    <a:pt x="2776791" y="2315984"/>
                  </a:lnTo>
                  <a:lnTo>
                    <a:pt x="2776900" y="2315984"/>
                  </a:lnTo>
                  <a:lnTo>
                    <a:pt x="2777008" y="2315984"/>
                  </a:lnTo>
                  <a:lnTo>
                    <a:pt x="2777117" y="2315984"/>
                  </a:lnTo>
                  <a:lnTo>
                    <a:pt x="2777225" y="2315984"/>
                  </a:lnTo>
                  <a:lnTo>
                    <a:pt x="2777333" y="2315984"/>
                  </a:lnTo>
                  <a:lnTo>
                    <a:pt x="2777333" y="2315361"/>
                  </a:lnTo>
                  <a:lnTo>
                    <a:pt x="2777442" y="2315361"/>
                  </a:lnTo>
                  <a:lnTo>
                    <a:pt x="2777442" y="2314737"/>
                  </a:lnTo>
                  <a:lnTo>
                    <a:pt x="2777442" y="2314113"/>
                  </a:lnTo>
                  <a:lnTo>
                    <a:pt x="2777550" y="2314113"/>
                  </a:lnTo>
                  <a:lnTo>
                    <a:pt x="2777550" y="2313490"/>
                  </a:lnTo>
                  <a:lnTo>
                    <a:pt x="2777659" y="2313490"/>
                  </a:lnTo>
                  <a:lnTo>
                    <a:pt x="2777767" y="2313490"/>
                  </a:lnTo>
                  <a:lnTo>
                    <a:pt x="2777876" y="2313490"/>
                  </a:lnTo>
                  <a:lnTo>
                    <a:pt x="2777876" y="2312866"/>
                  </a:lnTo>
                  <a:lnTo>
                    <a:pt x="2777984" y="2312866"/>
                  </a:lnTo>
                  <a:lnTo>
                    <a:pt x="2778093" y="2312866"/>
                  </a:lnTo>
                  <a:lnTo>
                    <a:pt x="2778093" y="2312243"/>
                  </a:lnTo>
                  <a:lnTo>
                    <a:pt x="2778093" y="2311619"/>
                  </a:lnTo>
                  <a:lnTo>
                    <a:pt x="2778201" y="2311619"/>
                  </a:lnTo>
                  <a:lnTo>
                    <a:pt x="2778309" y="2311619"/>
                  </a:lnTo>
                  <a:lnTo>
                    <a:pt x="2778418" y="2311619"/>
                  </a:lnTo>
                  <a:lnTo>
                    <a:pt x="2778526" y="2311619"/>
                  </a:lnTo>
                  <a:lnTo>
                    <a:pt x="2778635" y="2311619"/>
                  </a:lnTo>
                  <a:lnTo>
                    <a:pt x="2778743" y="2311619"/>
                  </a:lnTo>
                  <a:lnTo>
                    <a:pt x="2778852" y="2311619"/>
                  </a:lnTo>
                  <a:lnTo>
                    <a:pt x="2778960" y="2311619"/>
                  </a:lnTo>
                  <a:lnTo>
                    <a:pt x="2779069" y="2311619"/>
                  </a:lnTo>
                  <a:lnTo>
                    <a:pt x="2779177" y="2311619"/>
                  </a:lnTo>
                  <a:lnTo>
                    <a:pt x="2779285" y="2311619"/>
                  </a:lnTo>
                  <a:lnTo>
                    <a:pt x="2779394" y="2311619"/>
                  </a:lnTo>
                  <a:lnTo>
                    <a:pt x="2779502" y="2311619"/>
                  </a:lnTo>
                  <a:lnTo>
                    <a:pt x="2779611" y="2311619"/>
                  </a:lnTo>
                  <a:lnTo>
                    <a:pt x="2779719" y="2311619"/>
                  </a:lnTo>
                  <a:lnTo>
                    <a:pt x="2779828" y="2311619"/>
                  </a:lnTo>
                  <a:lnTo>
                    <a:pt x="2779936" y="2311619"/>
                  </a:lnTo>
                  <a:lnTo>
                    <a:pt x="2780045" y="2311619"/>
                  </a:lnTo>
                  <a:lnTo>
                    <a:pt x="2780153" y="2311619"/>
                  </a:lnTo>
                  <a:lnTo>
                    <a:pt x="2780261" y="2311619"/>
                  </a:lnTo>
                  <a:lnTo>
                    <a:pt x="2780261" y="2310996"/>
                  </a:lnTo>
                  <a:lnTo>
                    <a:pt x="2780370" y="2310996"/>
                  </a:lnTo>
                  <a:lnTo>
                    <a:pt x="2780478" y="2310996"/>
                  </a:lnTo>
                  <a:lnTo>
                    <a:pt x="2780587" y="2310996"/>
                  </a:lnTo>
                  <a:lnTo>
                    <a:pt x="2780695" y="2310996"/>
                  </a:lnTo>
                  <a:lnTo>
                    <a:pt x="2780695" y="2310372"/>
                  </a:lnTo>
                  <a:lnTo>
                    <a:pt x="2780695" y="2309748"/>
                  </a:lnTo>
                  <a:lnTo>
                    <a:pt x="2780804" y="2309748"/>
                  </a:lnTo>
                  <a:lnTo>
                    <a:pt x="2780912" y="2309748"/>
                  </a:lnTo>
                  <a:lnTo>
                    <a:pt x="2781021" y="2309748"/>
                  </a:lnTo>
                  <a:lnTo>
                    <a:pt x="2781129" y="2309748"/>
                  </a:lnTo>
                  <a:lnTo>
                    <a:pt x="2781238" y="2309748"/>
                  </a:lnTo>
                  <a:lnTo>
                    <a:pt x="2781346" y="2309748"/>
                  </a:lnTo>
                  <a:lnTo>
                    <a:pt x="2781454" y="2309748"/>
                  </a:lnTo>
                  <a:lnTo>
                    <a:pt x="2781454" y="2309125"/>
                  </a:lnTo>
                  <a:lnTo>
                    <a:pt x="2781563" y="2309125"/>
                  </a:lnTo>
                  <a:lnTo>
                    <a:pt x="2781671" y="2309125"/>
                  </a:lnTo>
                  <a:lnTo>
                    <a:pt x="2781780" y="2309125"/>
                  </a:lnTo>
                  <a:lnTo>
                    <a:pt x="2781780" y="2308501"/>
                  </a:lnTo>
                  <a:lnTo>
                    <a:pt x="2781888" y="2308501"/>
                  </a:lnTo>
                  <a:lnTo>
                    <a:pt x="2781997" y="2308501"/>
                  </a:lnTo>
                  <a:lnTo>
                    <a:pt x="2782105" y="2308501"/>
                  </a:lnTo>
                  <a:lnTo>
                    <a:pt x="2782214" y="2308501"/>
                  </a:lnTo>
                  <a:lnTo>
                    <a:pt x="2782322" y="2308501"/>
                  </a:lnTo>
                  <a:lnTo>
                    <a:pt x="2782430" y="2308501"/>
                  </a:lnTo>
                  <a:lnTo>
                    <a:pt x="2782539" y="2308501"/>
                  </a:lnTo>
                  <a:lnTo>
                    <a:pt x="2782647" y="2308501"/>
                  </a:lnTo>
                  <a:lnTo>
                    <a:pt x="2782756" y="2308501"/>
                  </a:lnTo>
                  <a:lnTo>
                    <a:pt x="2782864" y="2308501"/>
                  </a:lnTo>
                  <a:lnTo>
                    <a:pt x="2782973" y="2308501"/>
                  </a:lnTo>
                  <a:lnTo>
                    <a:pt x="2782973" y="2307878"/>
                  </a:lnTo>
                  <a:lnTo>
                    <a:pt x="2782973" y="2307254"/>
                  </a:lnTo>
                  <a:lnTo>
                    <a:pt x="2783081" y="2307254"/>
                  </a:lnTo>
                  <a:lnTo>
                    <a:pt x="2783190" y="2307254"/>
                  </a:lnTo>
                  <a:lnTo>
                    <a:pt x="2783298" y="2307254"/>
                  </a:lnTo>
                  <a:lnTo>
                    <a:pt x="2783406" y="2307254"/>
                  </a:lnTo>
                  <a:lnTo>
                    <a:pt x="2783515" y="2307254"/>
                  </a:lnTo>
                  <a:lnTo>
                    <a:pt x="2783515" y="2306630"/>
                  </a:lnTo>
                  <a:lnTo>
                    <a:pt x="2783515" y="2306007"/>
                  </a:lnTo>
                  <a:lnTo>
                    <a:pt x="2783623" y="2306007"/>
                  </a:lnTo>
                  <a:lnTo>
                    <a:pt x="2783732" y="2306007"/>
                  </a:lnTo>
                  <a:lnTo>
                    <a:pt x="2783840" y="2306007"/>
                  </a:lnTo>
                  <a:lnTo>
                    <a:pt x="2783949" y="2306007"/>
                  </a:lnTo>
                  <a:lnTo>
                    <a:pt x="2784057" y="2306007"/>
                  </a:lnTo>
                  <a:lnTo>
                    <a:pt x="2784166" y="2306007"/>
                  </a:lnTo>
                  <a:lnTo>
                    <a:pt x="2784274" y="2306007"/>
                  </a:lnTo>
                  <a:lnTo>
                    <a:pt x="2784274" y="2305383"/>
                  </a:lnTo>
                  <a:lnTo>
                    <a:pt x="2784274" y="2304760"/>
                  </a:lnTo>
                  <a:lnTo>
                    <a:pt x="2784382" y="2304760"/>
                  </a:lnTo>
                  <a:lnTo>
                    <a:pt x="2784491" y="2304760"/>
                  </a:lnTo>
                  <a:lnTo>
                    <a:pt x="2784491" y="2304136"/>
                  </a:lnTo>
                  <a:lnTo>
                    <a:pt x="2784599" y="2304136"/>
                  </a:lnTo>
                  <a:lnTo>
                    <a:pt x="2784708" y="2304136"/>
                  </a:lnTo>
                  <a:lnTo>
                    <a:pt x="2784816" y="2304136"/>
                  </a:lnTo>
                  <a:lnTo>
                    <a:pt x="2784925" y="2304136"/>
                  </a:lnTo>
                  <a:lnTo>
                    <a:pt x="2785033" y="2304136"/>
                  </a:lnTo>
                  <a:lnTo>
                    <a:pt x="2785033" y="2303513"/>
                  </a:lnTo>
                  <a:lnTo>
                    <a:pt x="2785033" y="2302889"/>
                  </a:lnTo>
                  <a:lnTo>
                    <a:pt x="2785142" y="2302889"/>
                  </a:lnTo>
                  <a:lnTo>
                    <a:pt x="2785142" y="2302265"/>
                  </a:lnTo>
                  <a:lnTo>
                    <a:pt x="2785250" y="2302265"/>
                  </a:lnTo>
                  <a:lnTo>
                    <a:pt x="2785359" y="2302265"/>
                  </a:lnTo>
                  <a:lnTo>
                    <a:pt x="2785467" y="2302265"/>
                  </a:lnTo>
                  <a:lnTo>
                    <a:pt x="2785575" y="2302265"/>
                  </a:lnTo>
                  <a:lnTo>
                    <a:pt x="2785684" y="2302265"/>
                  </a:lnTo>
                  <a:lnTo>
                    <a:pt x="2785792" y="2302265"/>
                  </a:lnTo>
                  <a:lnTo>
                    <a:pt x="2785901" y="2302265"/>
                  </a:lnTo>
                  <a:lnTo>
                    <a:pt x="2785901" y="2301642"/>
                  </a:lnTo>
                  <a:lnTo>
                    <a:pt x="2786009" y="2301642"/>
                  </a:lnTo>
                  <a:lnTo>
                    <a:pt x="2786118" y="2301642"/>
                  </a:lnTo>
                  <a:lnTo>
                    <a:pt x="2786226" y="2301642"/>
                  </a:lnTo>
                  <a:lnTo>
                    <a:pt x="2786335" y="2301642"/>
                  </a:lnTo>
                  <a:lnTo>
                    <a:pt x="2786443" y="2301642"/>
                  </a:lnTo>
                  <a:lnTo>
                    <a:pt x="2786443" y="2301018"/>
                  </a:lnTo>
                  <a:lnTo>
                    <a:pt x="2786551" y="2301018"/>
                  </a:lnTo>
                  <a:lnTo>
                    <a:pt x="2786660" y="2301018"/>
                  </a:lnTo>
                  <a:lnTo>
                    <a:pt x="2786768" y="2301018"/>
                  </a:lnTo>
                  <a:lnTo>
                    <a:pt x="2786877" y="2301018"/>
                  </a:lnTo>
                  <a:lnTo>
                    <a:pt x="2786985" y="2301018"/>
                  </a:lnTo>
                  <a:lnTo>
                    <a:pt x="2787094" y="2301018"/>
                  </a:lnTo>
                  <a:lnTo>
                    <a:pt x="2787202" y="2301018"/>
                  </a:lnTo>
                  <a:lnTo>
                    <a:pt x="2787311" y="2301018"/>
                  </a:lnTo>
                  <a:lnTo>
                    <a:pt x="2787419" y="2301018"/>
                  </a:lnTo>
                  <a:lnTo>
                    <a:pt x="2787527" y="2301018"/>
                  </a:lnTo>
                  <a:lnTo>
                    <a:pt x="2787527" y="2300395"/>
                  </a:lnTo>
                  <a:lnTo>
                    <a:pt x="2787636" y="2300395"/>
                  </a:lnTo>
                  <a:lnTo>
                    <a:pt x="2787744" y="2300395"/>
                  </a:lnTo>
                  <a:lnTo>
                    <a:pt x="2787853" y="2300395"/>
                  </a:lnTo>
                  <a:lnTo>
                    <a:pt x="2787961" y="2300395"/>
                  </a:lnTo>
                  <a:lnTo>
                    <a:pt x="2787961" y="2299771"/>
                  </a:lnTo>
                  <a:lnTo>
                    <a:pt x="2788070" y="2299771"/>
                  </a:lnTo>
                  <a:lnTo>
                    <a:pt x="2788178" y="2299771"/>
                  </a:lnTo>
                  <a:lnTo>
                    <a:pt x="2788287" y="2299771"/>
                  </a:lnTo>
                  <a:lnTo>
                    <a:pt x="2788395" y="2299771"/>
                  </a:lnTo>
                  <a:lnTo>
                    <a:pt x="2788503" y="2299771"/>
                  </a:lnTo>
                  <a:lnTo>
                    <a:pt x="2788612" y="2299771"/>
                  </a:lnTo>
                  <a:lnTo>
                    <a:pt x="2788720" y="2299771"/>
                  </a:lnTo>
                  <a:lnTo>
                    <a:pt x="2788829" y="2299771"/>
                  </a:lnTo>
                  <a:lnTo>
                    <a:pt x="2788937" y="2299771"/>
                  </a:lnTo>
                  <a:lnTo>
                    <a:pt x="2788937" y="2299148"/>
                  </a:lnTo>
                  <a:lnTo>
                    <a:pt x="2789046" y="2299148"/>
                  </a:lnTo>
                  <a:lnTo>
                    <a:pt x="2789154" y="2299148"/>
                  </a:lnTo>
                  <a:lnTo>
                    <a:pt x="2789263" y="2299148"/>
                  </a:lnTo>
                  <a:lnTo>
                    <a:pt x="2789263" y="2298524"/>
                  </a:lnTo>
                  <a:lnTo>
                    <a:pt x="2789371" y="2298524"/>
                  </a:lnTo>
                  <a:lnTo>
                    <a:pt x="2789480" y="2298524"/>
                  </a:lnTo>
                  <a:lnTo>
                    <a:pt x="2789588" y="2298524"/>
                  </a:lnTo>
                  <a:lnTo>
                    <a:pt x="2789588" y="2297900"/>
                  </a:lnTo>
                  <a:lnTo>
                    <a:pt x="2789696" y="2297900"/>
                  </a:lnTo>
                  <a:lnTo>
                    <a:pt x="2789805" y="2297900"/>
                  </a:lnTo>
                  <a:lnTo>
                    <a:pt x="2789913" y="2297900"/>
                  </a:lnTo>
                  <a:lnTo>
                    <a:pt x="2790022" y="2297900"/>
                  </a:lnTo>
                  <a:lnTo>
                    <a:pt x="2790130" y="2297900"/>
                  </a:lnTo>
                  <a:lnTo>
                    <a:pt x="2790239" y="2297900"/>
                  </a:lnTo>
                  <a:lnTo>
                    <a:pt x="2790239" y="2297277"/>
                  </a:lnTo>
                  <a:lnTo>
                    <a:pt x="2790239" y="2296653"/>
                  </a:lnTo>
                  <a:lnTo>
                    <a:pt x="2790347" y="2296653"/>
                  </a:lnTo>
                  <a:lnTo>
                    <a:pt x="2790456" y="2296653"/>
                  </a:lnTo>
                  <a:lnTo>
                    <a:pt x="2790564" y="2296653"/>
                  </a:lnTo>
                  <a:lnTo>
                    <a:pt x="2790564" y="2296030"/>
                  </a:lnTo>
                  <a:lnTo>
                    <a:pt x="2790672" y="2296030"/>
                  </a:lnTo>
                  <a:lnTo>
                    <a:pt x="2790781" y="2296030"/>
                  </a:lnTo>
                  <a:lnTo>
                    <a:pt x="2790889" y="2296030"/>
                  </a:lnTo>
                  <a:lnTo>
                    <a:pt x="2790998" y="2296030"/>
                  </a:lnTo>
                  <a:lnTo>
                    <a:pt x="2790998" y="2295406"/>
                  </a:lnTo>
                  <a:lnTo>
                    <a:pt x="2791106" y="2295406"/>
                  </a:lnTo>
                  <a:lnTo>
                    <a:pt x="2791106" y="2294782"/>
                  </a:lnTo>
                  <a:lnTo>
                    <a:pt x="2791215" y="2294782"/>
                  </a:lnTo>
                  <a:lnTo>
                    <a:pt x="2791323" y="2294782"/>
                  </a:lnTo>
                  <a:lnTo>
                    <a:pt x="2791432" y="2294782"/>
                  </a:lnTo>
                  <a:lnTo>
                    <a:pt x="2791540" y="2294782"/>
                  </a:lnTo>
                  <a:lnTo>
                    <a:pt x="2791648" y="2294782"/>
                  </a:lnTo>
                  <a:lnTo>
                    <a:pt x="2791757" y="2294782"/>
                  </a:lnTo>
                  <a:lnTo>
                    <a:pt x="2791865" y="2294782"/>
                  </a:lnTo>
                  <a:lnTo>
                    <a:pt x="2791974" y="2294782"/>
                  </a:lnTo>
                  <a:lnTo>
                    <a:pt x="2792082" y="2294782"/>
                  </a:lnTo>
                  <a:lnTo>
                    <a:pt x="2792191" y="2294782"/>
                  </a:lnTo>
                  <a:lnTo>
                    <a:pt x="2792191" y="2294159"/>
                  </a:lnTo>
                  <a:lnTo>
                    <a:pt x="2792191" y="2293535"/>
                  </a:lnTo>
                  <a:lnTo>
                    <a:pt x="2792299" y="2293535"/>
                  </a:lnTo>
                  <a:lnTo>
                    <a:pt x="2792408" y="2293535"/>
                  </a:lnTo>
                  <a:lnTo>
                    <a:pt x="2792516" y="2293535"/>
                  </a:lnTo>
                  <a:lnTo>
                    <a:pt x="2792516" y="2292912"/>
                  </a:lnTo>
                  <a:lnTo>
                    <a:pt x="2792624" y="2292912"/>
                  </a:lnTo>
                  <a:lnTo>
                    <a:pt x="2792733" y="2292912"/>
                  </a:lnTo>
                  <a:lnTo>
                    <a:pt x="2792733" y="2292288"/>
                  </a:lnTo>
                  <a:lnTo>
                    <a:pt x="2792841" y="2292288"/>
                  </a:lnTo>
                  <a:lnTo>
                    <a:pt x="2792950" y="2292288"/>
                  </a:lnTo>
                  <a:lnTo>
                    <a:pt x="2793058" y="2292288"/>
                  </a:lnTo>
                  <a:lnTo>
                    <a:pt x="2793167" y="2292288"/>
                  </a:lnTo>
                  <a:lnTo>
                    <a:pt x="2793275" y="2292288"/>
                  </a:lnTo>
                  <a:lnTo>
                    <a:pt x="2793384" y="2292288"/>
                  </a:lnTo>
                  <a:lnTo>
                    <a:pt x="2793492" y="2292288"/>
                  </a:lnTo>
                  <a:lnTo>
                    <a:pt x="2793601" y="2292288"/>
                  </a:lnTo>
                  <a:lnTo>
                    <a:pt x="2793601" y="2291665"/>
                  </a:lnTo>
                  <a:lnTo>
                    <a:pt x="2793601" y="2291041"/>
                  </a:lnTo>
                  <a:lnTo>
                    <a:pt x="2793709" y="2291041"/>
                  </a:lnTo>
                  <a:lnTo>
                    <a:pt x="2793817" y="2291041"/>
                  </a:lnTo>
                  <a:lnTo>
                    <a:pt x="2793926" y="2291041"/>
                  </a:lnTo>
                  <a:lnTo>
                    <a:pt x="2793926" y="2290417"/>
                  </a:lnTo>
                  <a:lnTo>
                    <a:pt x="2794034" y="2290417"/>
                  </a:lnTo>
                  <a:lnTo>
                    <a:pt x="2794034" y="2289794"/>
                  </a:lnTo>
                  <a:lnTo>
                    <a:pt x="2794143" y="2289794"/>
                  </a:lnTo>
                  <a:lnTo>
                    <a:pt x="2794143" y="2289170"/>
                  </a:lnTo>
                  <a:lnTo>
                    <a:pt x="2794251" y="2289170"/>
                  </a:lnTo>
                  <a:lnTo>
                    <a:pt x="2794360" y="2289170"/>
                  </a:lnTo>
                  <a:lnTo>
                    <a:pt x="2794468" y="2289170"/>
                  </a:lnTo>
                  <a:lnTo>
                    <a:pt x="2794577" y="2289170"/>
                  </a:lnTo>
                  <a:lnTo>
                    <a:pt x="2794685" y="2289170"/>
                  </a:lnTo>
                  <a:lnTo>
                    <a:pt x="2794793" y="2289170"/>
                  </a:lnTo>
                  <a:lnTo>
                    <a:pt x="2794902" y="2289170"/>
                  </a:lnTo>
                  <a:lnTo>
                    <a:pt x="2795010" y="2289170"/>
                  </a:lnTo>
                  <a:lnTo>
                    <a:pt x="2795119" y="2289170"/>
                  </a:lnTo>
                  <a:lnTo>
                    <a:pt x="2795227" y="2289170"/>
                  </a:lnTo>
                  <a:lnTo>
                    <a:pt x="2795336" y="2289170"/>
                  </a:lnTo>
                  <a:lnTo>
                    <a:pt x="2795444" y="2289170"/>
                  </a:lnTo>
                  <a:lnTo>
                    <a:pt x="2795444" y="2288547"/>
                  </a:lnTo>
                  <a:lnTo>
                    <a:pt x="2795444" y="2287923"/>
                  </a:lnTo>
                  <a:lnTo>
                    <a:pt x="2795553" y="2287923"/>
                  </a:lnTo>
                  <a:lnTo>
                    <a:pt x="2795661" y="2287923"/>
                  </a:lnTo>
                  <a:lnTo>
                    <a:pt x="2795661" y="2287299"/>
                  </a:lnTo>
                  <a:lnTo>
                    <a:pt x="2795769" y="2287299"/>
                  </a:lnTo>
                  <a:lnTo>
                    <a:pt x="2795878" y="2287299"/>
                  </a:lnTo>
                  <a:lnTo>
                    <a:pt x="2795986" y="2287299"/>
                  </a:lnTo>
                  <a:lnTo>
                    <a:pt x="2796095" y="2287299"/>
                  </a:lnTo>
                  <a:lnTo>
                    <a:pt x="2796203" y="2287299"/>
                  </a:lnTo>
                  <a:lnTo>
                    <a:pt x="2796312" y="2287299"/>
                  </a:lnTo>
                  <a:lnTo>
                    <a:pt x="2796420" y="2287299"/>
                  </a:lnTo>
                  <a:lnTo>
                    <a:pt x="2796529" y="2287299"/>
                  </a:lnTo>
                  <a:lnTo>
                    <a:pt x="2796529" y="2286676"/>
                  </a:lnTo>
                  <a:lnTo>
                    <a:pt x="2796637" y="2286676"/>
                  </a:lnTo>
                  <a:lnTo>
                    <a:pt x="2796745" y="2286676"/>
                  </a:lnTo>
                  <a:lnTo>
                    <a:pt x="2796854" y="2286676"/>
                  </a:lnTo>
                  <a:lnTo>
                    <a:pt x="2796962" y="2286676"/>
                  </a:lnTo>
                  <a:lnTo>
                    <a:pt x="2797071" y="2286676"/>
                  </a:lnTo>
                  <a:lnTo>
                    <a:pt x="2797179" y="2286676"/>
                  </a:lnTo>
                  <a:lnTo>
                    <a:pt x="2797288" y="2286676"/>
                  </a:lnTo>
                  <a:lnTo>
                    <a:pt x="2797396" y="2286676"/>
                  </a:lnTo>
                  <a:lnTo>
                    <a:pt x="2797505" y="2286676"/>
                  </a:lnTo>
                  <a:lnTo>
                    <a:pt x="2797613" y="2286676"/>
                  </a:lnTo>
                  <a:lnTo>
                    <a:pt x="2797722" y="2286676"/>
                  </a:lnTo>
                  <a:lnTo>
                    <a:pt x="2797830" y="2286676"/>
                  </a:lnTo>
                  <a:lnTo>
                    <a:pt x="2797938" y="2286676"/>
                  </a:lnTo>
                  <a:lnTo>
                    <a:pt x="2797938" y="2286052"/>
                  </a:lnTo>
                  <a:lnTo>
                    <a:pt x="2798047" y="2286052"/>
                  </a:lnTo>
                  <a:lnTo>
                    <a:pt x="2798155" y="2286052"/>
                  </a:lnTo>
                  <a:lnTo>
                    <a:pt x="2798264" y="2286052"/>
                  </a:lnTo>
                  <a:lnTo>
                    <a:pt x="2798372" y="2286052"/>
                  </a:lnTo>
                  <a:lnTo>
                    <a:pt x="2798481" y="2286052"/>
                  </a:lnTo>
                  <a:lnTo>
                    <a:pt x="2798589" y="2286052"/>
                  </a:lnTo>
                  <a:lnTo>
                    <a:pt x="2798698" y="2286052"/>
                  </a:lnTo>
                  <a:lnTo>
                    <a:pt x="2798698" y="2285429"/>
                  </a:lnTo>
                  <a:lnTo>
                    <a:pt x="2798698" y="2284805"/>
                  </a:lnTo>
                  <a:lnTo>
                    <a:pt x="2798806" y="2284805"/>
                  </a:lnTo>
                  <a:lnTo>
                    <a:pt x="2798914" y="2284805"/>
                  </a:lnTo>
                  <a:lnTo>
                    <a:pt x="2799023" y="2284805"/>
                  </a:lnTo>
                  <a:lnTo>
                    <a:pt x="2799131" y="2284805"/>
                  </a:lnTo>
                  <a:lnTo>
                    <a:pt x="2799240" y="2284805"/>
                  </a:lnTo>
                  <a:lnTo>
                    <a:pt x="2799348" y="2284805"/>
                  </a:lnTo>
                  <a:lnTo>
                    <a:pt x="2799348" y="2284182"/>
                  </a:lnTo>
                  <a:lnTo>
                    <a:pt x="2799457" y="2284182"/>
                  </a:lnTo>
                  <a:lnTo>
                    <a:pt x="2799565" y="2284182"/>
                  </a:lnTo>
                  <a:lnTo>
                    <a:pt x="2799674" y="2284182"/>
                  </a:lnTo>
                  <a:lnTo>
                    <a:pt x="2799674" y="2283558"/>
                  </a:lnTo>
                  <a:lnTo>
                    <a:pt x="2799674" y="2282934"/>
                  </a:lnTo>
                  <a:lnTo>
                    <a:pt x="2799782" y="2282934"/>
                  </a:lnTo>
                  <a:lnTo>
                    <a:pt x="2799890" y="2282934"/>
                  </a:lnTo>
                  <a:lnTo>
                    <a:pt x="2799999" y="2282934"/>
                  </a:lnTo>
                  <a:lnTo>
                    <a:pt x="2800107" y="2282934"/>
                  </a:lnTo>
                  <a:lnTo>
                    <a:pt x="2800107" y="2282311"/>
                  </a:lnTo>
                  <a:lnTo>
                    <a:pt x="2800216" y="2282311"/>
                  </a:lnTo>
                  <a:lnTo>
                    <a:pt x="2800216" y="2281687"/>
                  </a:lnTo>
                  <a:lnTo>
                    <a:pt x="2800324" y="2281687"/>
                  </a:lnTo>
                  <a:lnTo>
                    <a:pt x="2800433" y="2281687"/>
                  </a:lnTo>
                  <a:lnTo>
                    <a:pt x="2800433" y="2281064"/>
                  </a:lnTo>
                  <a:lnTo>
                    <a:pt x="2800541" y="2281064"/>
                  </a:lnTo>
                  <a:lnTo>
                    <a:pt x="2800650" y="2281064"/>
                  </a:lnTo>
                  <a:lnTo>
                    <a:pt x="2800758" y="2281064"/>
                  </a:lnTo>
                  <a:lnTo>
                    <a:pt x="2800758" y="2280440"/>
                  </a:lnTo>
                  <a:lnTo>
                    <a:pt x="2800866" y="2280440"/>
                  </a:lnTo>
                  <a:lnTo>
                    <a:pt x="2800975" y="2280440"/>
                  </a:lnTo>
                  <a:lnTo>
                    <a:pt x="2801083" y="2280440"/>
                  </a:lnTo>
                  <a:lnTo>
                    <a:pt x="2801192" y="2280440"/>
                  </a:lnTo>
                  <a:lnTo>
                    <a:pt x="2801300" y="2280440"/>
                  </a:lnTo>
                  <a:lnTo>
                    <a:pt x="2801409" y="2280440"/>
                  </a:lnTo>
                  <a:lnTo>
                    <a:pt x="2801517" y="2280440"/>
                  </a:lnTo>
                  <a:lnTo>
                    <a:pt x="2801626" y="2280440"/>
                  </a:lnTo>
                  <a:lnTo>
                    <a:pt x="2801734" y="2280440"/>
                  </a:lnTo>
                  <a:lnTo>
                    <a:pt x="2801842" y="2280440"/>
                  </a:lnTo>
                  <a:lnTo>
                    <a:pt x="2801951" y="2280440"/>
                  </a:lnTo>
                  <a:lnTo>
                    <a:pt x="2802059" y="2280440"/>
                  </a:lnTo>
                  <a:lnTo>
                    <a:pt x="2802168" y="2280440"/>
                  </a:lnTo>
                  <a:lnTo>
                    <a:pt x="2802276" y="2280440"/>
                  </a:lnTo>
                  <a:lnTo>
                    <a:pt x="2802385" y="2280440"/>
                  </a:lnTo>
                  <a:lnTo>
                    <a:pt x="2802493" y="2280440"/>
                  </a:lnTo>
                  <a:lnTo>
                    <a:pt x="2802602" y="2280440"/>
                  </a:lnTo>
                  <a:lnTo>
                    <a:pt x="2802710" y="2280440"/>
                  </a:lnTo>
                  <a:lnTo>
                    <a:pt x="2802819" y="2280440"/>
                  </a:lnTo>
                  <a:lnTo>
                    <a:pt x="2802927" y="2280440"/>
                  </a:lnTo>
                  <a:lnTo>
                    <a:pt x="2803035" y="2280440"/>
                  </a:lnTo>
                  <a:lnTo>
                    <a:pt x="2803144" y="2280440"/>
                  </a:lnTo>
                  <a:lnTo>
                    <a:pt x="2803252" y="2280440"/>
                  </a:lnTo>
                  <a:lnTo>
                    <a:pt x="2803361" y="2280440"/>
                  </a:lnTo>
                  <a:lnTo>
                    <a:pt x="2803469" y="2280440"/>
                  </a:lnTo>
                  <a:lnTo>
                    <a:pt x="2803578" y="2280440"/>
                  </a:lnTo>
                  <a:lnTo>
                    <a:pt x="2803686" y="2280440"/>
                  </a:lnTo>
                  <a:lnTo>
                    <a:pt x="2803795" y="2280440"/>
                  </a:lnTo>
                  <a:lnTo>
                    <a:pt x="2803795" y="2279816"/>
                  </a:lnTo>
                  <a:lnTo>
                    <a:pt x="2803903" y="2279816"/>
                  </a:lnTo>
                  <a:lnTo>
                    <a:pt x="2804011" y="2279816"/>
                  </a:lnTo>
                  <a:lnTo>
                    <a:pt x="2804120" y="2279816"/>
                  </a:lnTo>
                  <a:lnTo>
                    <a:pt x="2804228" y="2279816"/>
                  </a:lnTo>
                  <a:lnTo>
                    <a:pt x="2804337" y="2279816"/>
                  </a:lnTo>
                  <a:lnTo>
                    <a:pt x="2804445" y="2279816"/>
                  </a:lnTo>
                  <a:lnTo>
                    <a:pt x="2804445" y="2279193"/>
                  </a:lnTo>
                  <a:lnTo>
                    <a:pt x="2804554" y="2279193"/>
                  </a:lnTo>
                  <a:lnTo>
                    <a:pt x="2804662" y="2279193"/>
                  </a:lnTo>
                  <a:lnTo>
                    <a:pt x="2804771" y="2279193"/>
                  </a:lnTo>
                  <a:lnTo>
                    <a:pt x="2804879" y="2279193"/>
                  </a:lnTo>
                  <a:lnTo>
                    <a:pt x="2804987" y="2279193"/>
                  </a:lnTo>
                  <a:lnTo>
                    <a:pt x="2804987" y="2278569"/>
                  </a:lnTo>
                  <a:lnTo>
                    <a:pt x="2805096" y="2278569"/>
                  </a:lnTo>
                  <a:lnTo>
                    <a:pt x="2805204" y="2278569"/>
                  </a:lnTo>
                  <a:lnTo>
                    <a:pt x="2805313" y="2278569"/>
                  </a:lnTo>
                  <a:lnTo>
                    <a:pt x="2805421" y="2278569"/>
                  </a:lnTo>
                  <a:lnTo>
                    <a:pt x="2805530" y="2278569"/>
                  </a:lnTo>
                  <a:lnTo>
                    <a:pt x="2805638" y="2278569"/>
                  </a:lnTo>
                  <a:lnTo>
                    <a:pt x="2805747" y="2278569"/>
                  </a:lnTo>
                  <a:lnTo>
                    <a:pt x="2805855" y="2278569"/>
                  </a:lnTo>
                  <a:lnTo>
                    <a:pt x="2805963" y="2278569"/>
                  </a:lnTo>
                  <a:lnTo>
                    <a:pt x="2806072" y="2278569"/>
                  </a:lnTo>
                  <a:lnTo>
                    <a:pt x="2806180" y="2278569"/>
                  </a:lnTo>
                  <a:lnTo>
                    <a:pt x="2806289" y="2278569"/>
                  </a:lnTo>
                  <a:lnTo>
                    <a:pt x="2806289" y="2277946"/>
                  </a:lnTo>
                  <a:lnTo>
                    <a:pt x="2806397" y="2277946"/>
                  </a:lnTo>
                  <a:lnTo>
                    <a:pt x="2806506" y="2277946"/>
                  </a:lnTo>
                  <a:lnTo>
                    <a:pt x="2806614" y="2277946"/>
                  </a:lnTo>
                  <a:lnTo>
                    <a:pt x="2806723" y="2277946"/>
                  </a:lnTo>
                  <a:lnTo>
                    <a:pt x="2806831" y="2277946"/>
                  </a:lnTo>
                  <a:lnTo>
                    <a:pt x="2806940" y="2277946"/>
                  </a:lnTo>
                  <a:lnTo>
                    <a:pt x="2806940" y="2277322"/>
                  </a:lnTo>
                  <a:lnTo>
                    <a:pt x="2807048" y="2277322"/>
                  </a:lnTo>
                  <a:lnTo>
                    <a:pt x="2807156" y="2277322"/>
                  </a:lnTo>
                  <a:lnTo>
                    <a:pt x="2807265" y="2277322"/>
                  </a:lnTo>
                  <a:lnTo>
                    <a:pt x="2807373" y="2277322"/>
                  </a:lnTo>
                  <a:lnTo>
                    <a:pt x="2807482" y="2277322"/>
                  </a:lnTo>
                  <a:lnTo>
                    <a:pt x="2807590" y="2277322"/>
                  </a:lnTo>
                  <a:lnTo>
                    <a:pt x="2807699" y="2277322"/>
                  </a:lnTo>
                  <a:lnTo>
                    <a:pt x="2807807" y="2277322"/>
                  </a:lnTo>
                  <a:lnTo>
                    <a:pt x="2807916" y="2277322"/>
                  </a:lnTo>
                  <a:lnTo>
                    <a:pt x="2808024" y="2277322"/>
                  </a:lnTo>
                  <a:lnTo>
                    <a:pt x="2808132" y="2277322"/>
                  </a:lnTo>
                  <a:lnTo>
                    <a:pt x="2808241" y="2277322"/>
                  </a:lnTo>
                  <a:lnTo>
                    <a:pt x="2808349" y="2277322"/>
                  </a:lnTo>
                  <a:lnTo>
                    <a:pt x="2808349" y="2276699"/>
                  </a:lnTo>
                  <a:lnTo>
                    <a:pt x="2808458" y="2276699"/>
                  </a:lnTo>
                  <a:lnTo>
                    <a:pt x="2808566" y="2276699"/>
                  </a:lnTo>
                  <a:lnTo>
                    <a:pt x="2808675" y="2276699"/>
                  </a:lnTo>
                  <a:lnTo>
                    <a:pt x="2808783" y="2276699"/>
                  </a:lnTo>
                  <a:lnTo>
                    <a:pt x="2808892" y="2276699"/>
                  </a:lnTo>
                  <a:lnTo>
                    <a:pt x="2808892" y="2276075"/>
                  </a:lnTo>
                  <a:lnTo>
                    <a:pt x="2809000" y="2276075"/>
                  </a:lnTo>
                  <a:lnTo>
                    <a:pt x="2809108" y="2276075"/>
                  </a:lnTo>
                  <a:lnTo>
                    <a:pt x="2809217" y="2276075"/>
                  </a:lnTo>
                  <a:lnTo>
                    <a:pt x="2809325" y="2276075"/>
                  </a:lnTo>
                  <a:lnTo>
                    <a:pt x="2809434" y="2276075"/>
                  </a:lnTo>
                  <a:lnTo>
                    <a:pt x="2809434" y="2275451"/>
                  </a:lnTo>
                  <a:lnTo>
                    <a:pt x="2809542" y="2275451"/>
                  </a:lnTo>
                  <a:lnTo>
                    <a:pt x="2809651" y="2275451"/>
                  </a:lnTo>
                  <a:lnTo>
                    <a:pt x="2809759" y="2275451"/>
                  </a:lnTo>
                  <a:lnTo>
                    <a:pt x="2809868" y="2275451"/>
                  </a:lnTo>
                  <a:lnTo>
                    <a:pt x="2809976" y="2275451"/>
                  </a:lnTo>
                  <a:lnTo>
                    <a:pt x="2810084" y="2275451"/>
                  </a:lnTo>
                  <a:lnTo>
                    <a:pt x="2810084" y="2274828"/>
                  </a:lnTo>
                  <a:lnTo>
                    <a:pt x="2810193" y="2274828"/>
                  </a:lnTo>
                  <a:lnTo>
                    <a:pt x="2810301" y="2274828"/>
                  </a:lnTo>
                  <a:lnTo>
                    <a:pt x="2810301" y="2274204"/>
                  </a:lnTo>
                  <a:lnTo>
                    <a:pt x="2810410" y="2274204"/>
                  </a:lnTo>
                  <a:lnTo>
                    <a:pt x="2810518" y="2274204"/>
                  </a:lnTo>
                  <a:lnTo>
                    <a:pt x="2810627" y="2274204"/>
                  </a:lnTo>
                  <a:lnTo>
                    <a:pt x="2810735" y="2274204"/>
                  </a:lnTo>
                  <a:lnTo>
                    <a:pt x="2810844" y="2274204"/>
                  </a:lnTo>
                  <a:lnTo>
                    <a:pt x="2810952" y="2274204"/>
                  </a:lnTo>
                  <a:lnTo>
                    <a:pt x="2811061" y="2274204"/>
                  </a:lnTo>
                  <a:lnTo>
                    <a:pt x="2811061" y="2273581"/>
                  </a:lnTo>
                  <a:lnTo>
                    <a:pt x="2811169" y="2273581"/>
                  </a:lnTo>
                  <a:lnTo>
                    <a:pt x="2811277" y="2273581"/>
                  </a:lnTo>
                  <a:lnTo>
                    <a:pt x="2811386" y="2273581"/>
                  </a:lnTo>
                  <a:lnTo>
                    <a:pt x="2811494" y="2273581"/>
                  </a:lnTo>
                  <a:lnTo>
                    <a:pt x="2811603" y="2273581"/>
                  </a:lnTo>
                  <a:lnTo>
                    <a:pt x="2811711" y="2273581"/>
                  </a:lnTo>
                  <a:lnTo>
                    <a:pt x="2811820" y="2273581"/>
                  </a:lnTo>
                  <a:lnTo>
                    <a:pt x="2811928" y="2273581"/>
                  </a:lnTo>
                  <a:lnTo>
                    <a:pt x="2812037" y="2273581"/>
                  </a:lnTo>
                  <a:lnTo>
                    <a:pt x="2812145" y="2273581"/>
                  </a:lnTo>
                  <a:lnTo>
                    <a:pt x="2812253" y="2273581"/>
                  </a:lnTo>
                  <a:lnTo>
                    <a:pt x="2812362" y="2273581"/>
                  </a:lnTo>
                  <a:lnTo>
                    <a:pt x="2812470" y="2273581"/>
                  </a:lnTo>
                  <a:lnTo>
                    <a:pt x="2812579" y="2273581"/>
                  </a:lnTo>
                  <a:lnTo>
                    <a:pt x="2812687" y="2273581"/>
                  </a:lnTo>
                  <a:lnTo>
                    <a:pt x="2812796" y="2273581"/>
                  </a:lnTo>
                  <a:lnTo>
                    <a:pt x="2812904" y="2273581"/>
                  </a:lnTo>
                  <a:lnTo>
                    <a:pt x="2813013" y="2273581"/>
                  </a:lnTo>
                  <a:lnTo>
                    <a:pt x="2813121" y="2273581"/>
                  </a:lnTo>
                  <a:lnTo>
                    <a:pt x="2813229" y="2273581"/>
                  </a:lnTo>
                  <a:lnTo>
                    <a:pt x="2813338" y="2273581"/>
                  </a:lnTo>
                  <a:lnTo>
                    <a:pt x="2813446" y="2273581"/>
                  </a:lnTo>
                  <a:lnTo>
                    <a:pt x="2813555" y="2273581"/>
                  </a:lnTo>
                  <a:lnTo>
                    <a:pt x="2813555" y="2272957"/>
                  </a:lnTo>
                  <a:lnTo>
                    <a:pt x="2813555" y="2272333"/>
                  </a:lnTo>
                  <a:lnTo>
                    <a:pt x="2813663" y="2272333"/>
                  </a:lnTo>
                  <a:lnTo>
                    <a:pt x="2813663" y="2271710"/>
                  </a:lnTo>
                  <a:lnTo>
                    <a:pt x="2813772" y="2271710"/>
                  </a:lnTo>
                  <a:lnTo>
                    <a:pt x="2813880" y="2271710"/>
                  </a:lnTo>
                  <a:lnTo>
                    <a:pt x="2813880" y="2271086"/>
                  </a:lnTo>
                  <a:lnTo>
                    <a:pt x="2813989" y="2271086"/>
                  </a:lnTo>
                  <a:lnTo>
                    <a:pt x="2814097" y="2271086"/>
                  </a:lnTo>
                  <a:lnTo>
                    <a:pt x="2814205" y="2271086"/>
                  </a:lnTo>
                  <a:lnTo>
                    <a:pt x="2814314" y="2271086"/>
                  </a:lnTo>
                  <a:lnTo>
                    <a:pt x="2814422" y="2271086"/>
                  </a:lnTo>
                  <a:lnTo>
                    <a:pt x="2814531" y="2271086"/>
                  </a:lnTo>
                  <a:lnTo>
                    <a:pt x="2814639" y="2271086"/>
                  </a:lnTo>
                  <a:lnTo>
                    <a:pt x="2814748" y="2271086"/>
                  </a:lnTo>
                  <a:lnTo>
                    <a:pt x="2814856" y="2271086"/>
                  </a:lnTo>
                  <a:lnTo>
                    <a:pt x="2814856" y="2270463"/>
                  </a:lnTo>
                  <a:lnTo>
                    <a:pt x="2814965" y="2270463"/>
                  </a:lnTo>
                  <a:lnTo>
                    <a:pt x="2815073" y="2270463"/>
                  </a:lnTo>
                  <a:lnTo>
                    <a:pt x="2815182" y="2270463"/>
                  </a:lnTo>
                  <a:lnTo>
                    <a:pt x="2815290" y="2270463"/>
                  </a:lnTo>
                  <a:lnTo>
                    <a:pt x="2815290" y="2269839"/>
                  </a:lnTo>
                  <a:lnTo>
                    <a:pt x="2815398" y="2269839"/>
                  </a:lnTo>
                  <a:lnTo>
                    <a:pt x="2815398" y="2269216"/>
                  </a:lnTo>
                  <a:lnTo>
                    <a:pt x="2815507" y="2269216"/>
                  </a:lnTo>
                  <a:lnTo>
                    <a:pt x="2815615" y="2269216"/>
                  </a:lnTo>
                  <a:lnTo>
                    <a:pt x="2815724" y="2269216"/>
                  </a:lnTo>
                  <a:lnTo>
                    <a:pt x="2815832" y="2269216"/>
                  </a:lnTo>
                  <a:lnTo>
                    <a:pt x="2815941" y="2269216"/>
                  </a:lnTo>
                  <a:lnTo>
                    <a:pt x="2816049" y="2269216"/>
                  </a:lnTo>
                  <a:lnTo>
                    <a:pt x="2816158" y="2269216"/>
                  </a:lnTo>
                  <a:lnTo>
                    <a:pt x="2816266" y="2269216"/>
                  </a:lnTo>
                  <a:lnTo>
                    <a:pt x="2816374" y="2269216"/>
                  </a:lnTo>
                  <a:lnTo>
                    <a:pt x="2816483" y="2269216"/>
                  </a:lnTo>
                  <a:lnTo>
                    <a:pt x="2816483" y="2268592"/>
                  </a:lnTo>
                  <a:lnTo>
                    <a:pt x="2816591" y="2268592"/>
                  </a:lnTo>
                  <a:lnTo>
                    <a:pt x="2816700" y="2268592"/>
                  </a:lnTo>
                  <a:lnTo>
                    <a:pt x="2816808" y="2268592"/>
                  </a:lnTo>
                  <a:lnTo>
                    <a:pt x="2816917" y="2268592"/>
                  </a:lnTo>
                  <a:lnTo>
                    <a:pt x="2816917" y="2267968"/>
                  </a:lnTo>
                  <a:lnTo>
                    <a:pt x="2817025" y="2267968"/>
                  </a:lnTo>
                  <a:lnTo>
                    <a:pt x="2817134" y="2267968"/>
                  </a:lnTo>
                  <a:lnTo>
                    <a:pt x="2817242" y="2267968"/>
                  </a:lnTo>
                  <a:lnTo>
                    <a:pt x="2817350" y="2267968"/>
                  </a:lnTo>
                  <a:lnTo>
                    <a:pt x="2817459" y="2267968"/>
                  </a:lnTo>
                  <a:lnTo>
                    <a:pt x="2817567" y="2267968"/>
                  </a:lnTo>
                  <a:lnTo>
                    <a:pt x="2817676" y="2267968"/>
                  </a:lnTo>
                  <a:lnTo>
                    <a:pt x="2817676" y="2267345"/>
                  </a:lnTo>
                  <a:lnTo>
                    <a:pt x="2817784" y="2267345"/>
                  </a:lnTo>
                  <a:lnTo>
                    <a:pt x="2817893" y="2267345"/>
                  </a:lnTo>
                  <a:lnTo>
                    <a:pt x="2818001" y="2267345"/>
                  </a:lnTo>
                  <a:lnTo>
                    <a:pt x="2818110" y="2267345"/>
                  </a:lnTo>
                  <a:lnTo>
                    <a:pt x="2818218" y="2267345"/>
                  </a:lnTo>
                  <a:lnTo>
                    <a:pt x="2818326" y="2267345"/>
                  </a:lnTo>
                  <a:lnTo>
                    <a:pt x="2818435" y="2267345"/>
                  </a:lnTo>
                  <a:lnTo>
                    <a:pt x="2818543" y="2267345"/>
                  </a:lnTo>
                  <a:lnTo>
                    <a:pt x="2818543" y="2266721"/>
                  </a:lnTo>
                  <a:lnTo>
                    <a:pt x="2818652" y="2266721"/>
                  </a:lnTo>
                  <a:lnTo>
                    <a:pt x="2818652" y="2266098"/>
                  </a:lnTo>
                  <a:lnTo>
                    <a:pt x="2818760" y="2266098"/>
                  </a:lnTo>
                  <a:lnTo>
                    <a:pt x="2818760" y="2265474"/>
                  </a:lnTo>
                  <a:lnTo>
                    <a:pt x="2818869" y="2265474"/>
                  </a:lnTo>
                  <a:lnTo>
                    <a:pt x="2818977" y="2265474"/>
                  </a:lnTo>
                  <a:lnTo>
                    <a:pt x="2819086" y="2265474"/>
                  </a:lnTo>
                  <a:lnTo>
                    <a:pt x="2819194" y="2265474"/>
                  </a:lnTo>
                  <a:lnTo>
                    <a:pt x="2819303" y="2265474"/>
                  </a:lnTo>
                  <a:lnTo>
                    <a:pt x="2819411" y="2265474"/>
                  </a:lnTo>
                  <a:lnTo>
                    <a:pt x="2819519" y="2265474"/>
                  </a:lnTo>
                  <a:lnTo>
                    <a:pt x="2819628" y="2265474"/>
                  </a:lnTo>
                  <a:lnTo>
                    <a:pt x="2819736" y="2265474"/>
                  </a:lnTo>
                  <a:lnTo>
                    <a:pt x="2819845" y="2265474"/>
                  </a:lnTo>
                  <a:lnTo>
                    <a:pt x="2819953" y="2265474"/>
                  </a:lnTo>
                  <a:lnTo>
                    <a:pt x="2820062" y="2265474"/>
                  </a:lnTo>
                  <a:lnTo>
                    <a:pt x="2820170" y="2265474"/>
                  </a:lnTo>
                  <a:lnTo>
                    <a:pt x="2820279" y="2265474"/>
                  </a:lnTo>
                  <a:lnTo>
                    <a:pt x="2820387" y="2265474"/>
                  </a:lnTo>
                  <a:lnTo>
                    <a:pt x="2820495" y="2265474"/>
                  </a:lnTo>
                  <a:lnTo>
                    <a:pt x="2820604" y="2265474"/>
                  </a:lnTo>
                  <a:lnTo>
                    <a:pt x="2820712" y="2265474"/>
                  </a:lnTo>
                  <a:lnTo>
                    <a:pt x="2820821" y="2265474"/>
                  </a:lnTo>
                  <a:lnTo>
                    <a:pt x="2820929" y="2265474"/>
                  </a:lnTo>
                  <a:lnTo>
                    <a:pt x="2821038" y="2265474"/>
                  </a:lnTo>
                  <a:lnTo>
                    <a:pt x="2821146" y="2265474"/>
                  </a:lnTo>
                  <a:lnTo>
                    <a:pt x="2821255" y="2265474"/>
                  </a:lnTo>
                  <a:lnTo>
                    <a:pt x="2821363" y="2265474"/>
                  </a:lnTo>
                  <a:lnTo>
                    <a:pt x="2821363" y="2264850"/>
                  </a:lnTo>
                  <a:lnTo>
                    <a:pt x="2821471" y="2264850"/>
                  </a:lnTo>
                  <a:lnTo>
                    <a:pt x="2821580" y="2264850"/>
                  </a:lnTo>
                  <a:lnTo>
                    <a:pt x="2821688" y="2264850"/>
                  </a:lnTo>
                  <a:lnTo>
                    <a:pt x="2821797" y="2264850"/>
                  </a:lnTo>
                  <a:lnTo>
                    <a:pt x="2821905" y="2264850"/>
                  </a:lnTo>
                  <a:lnTo>
                    <a:pt x="2821905" y="2264227"/>
                  </a:lnTo>
                  <a:lnTo>
                    <a:pt x="2822014" y="2264227"/>
                  </a:lnTo>
                  <a:lnTo>
                    <a:pt x="2822122" y="2264227"/>
                  </a:lnTo>
                  <a:lnTo>
                    <a:pt x="2822231" y="2264227"/>
                  </a:lnTo>
                  <a:lnTo>
                    <a:pt x="2822231" y="2263603"/>
                  </a:lnTo>
                  <a:lnTo>
                    <a:pt x="2822339" y="2263603"/>
                  </a:lnTo>
                  <a:lnTo>
                    <a:pt x="2822447" y="2263603"/>
                  </a:lnTo>
                  <a:lnTo>
                    <a:pt x="2822556" y="2263603"/>
                  </a:lnTo>
                  <a:lnTo>
                    <a:pt x="2822664" y="2263603"/>
                  </a:lnTo>
                  <a:lnTo>
                    <a:pt x="2822773" y="2263603"/>
                  </a:lnTo>
                  <a:lnTo>
                    <a:pt x="2822773" y="2262980"/>
                  </a:lnTo>
                  <a:lnTo>
                    <a:pt x="2822773" y="2262356"/>
                  </a:lnTo>
                  <a:lnTo>
                    <a:pt x="2822881" y="2262356"/>
                  </a:lnTo>
                  <a:lnTo>
                    <a:pt x="2822990" y="2262356"/>
                  </a:lnTo>
                  <a:lnTo>
                    <a:pt x="2823098" y="2262356"/>
                  </a:lnTo>
                  <a:lnTo>
                    <a:pt x="2823207" y="2262356"/>
                  </a:lnTo>
                  <a:lnTo>
                    <a:pt x="2823207" y="2261733"/>
                  </a:lnTo>
                  <a:lnTo>
                    <a:pt x="2823315" y="2261733"/>
                  </a:lnTo>
                  <a:lnTo>
                    <a:pt x="2823423" y="2261733"/>
                  </a:lnTo>
                  <a:lnTo>
                    <a:pt x="2823423" y="2261109"/>
                  </a:lnTo>
                  <a:lnTo>
                    <a:pt x="2823423" y="2260485"/>
                  </a:lnTo>
                  <a:lnTo>
                    <a:pt x="2823532" y="2260485"/>
                  </a:lnTo>
                  <a:lnTo>
                    <a:pt x="2823640" y="2260485"/>
                  </a:lnTo>
                  <a:lnTo>
                    <a:pt x="2823749" y="2260485"/>
                  </a:lnTo>
                  <a:lnTo>
                    <a:pt x="2823857" y="2260485"/>
                  </a:lnTo>
                  <a:lnTo>
                    <a:pt x="2823966" y="2260485"/>
                  </a:lnTo>
                  <a:lnTo>
                    <a:pt x="2823966" y="2259862"/>
                  </a:lnTo>
                  <a:lnTo>
                    <a:pt x="2824074" y="2259862"/>
                  </a:lnTo>
                  <a:lnTo>
                    <a:pt x="2824183" y="2259862"/>
                  </a:lnTo>
                  <a:lnTo>
                    <a:pt x="2824291" y="2259862"/>
                  </a:lnTo>
                  <a:lnTo>
                    <a:pt x="2824400" y="2259862"/>
                  </a:lnTo>
                  <a:lnTo>
                    <a:pt x="2824508" y="2259862"/>
                  </a:lnTo>
                  <a:lnTo>
                    <a:pt x="2824616" y="2259862"/>
                  </a:lnTo>
                  <a:lnTo>
                    <a:pt x="2824725" y="2259862"/>
                  </a:lnTo>
                  <a:lnTo>
                    <a:pt x="2824833" y="2259862"/>
                  </a:lnTo>
                  <a:lnTo>
                    <a:pt x="2824942" y="2259862"/>
                  </a:lnTo>
                  <a:lnTo>
                    <a:pt x="2825050" y="2259862"/>
                  </a:lnTo>
                  <a:lnTo>
                    <a:pt x="2825159" y="2259862"/>
                  </a:lnTo>
                  <a:lnTo>
                    <a:pt x="2825267" y="2259862"/>
                  </a:lnTo>
                  <a:lnTo>
                    <a:pt x="2825267" y="2259238"/>
                  </a:lnTo>
                  <a:lnTo>
                    <a:pt x="2825376" y="2259238"/>
                  </a:lnTo>
                  <a:lnTo>
                    <a:pt x="2825484" y="2259238"/>
                  </a:lnTo>
                  <a:lnTo>
                    <a:pt x="2825592" y="2259238"/>
                  </a:lnTo>
                  <a:lnTo>
                    <a:pt x="2825701" y="2259238"/>
                  </a:lnTo>
                  <a:lnTo>
                    <a:pt x="2825809" y="2259238"/>
                  </a:lnTo>
                  <a:lnTo>
                    <a:pt x="2825918" y="2259238"/>
                  </a:lnTo>
                  <a:lnTo>
                    <a:pt x="2825918" y="2258615"/>
                  </a:lnTo>
                  <a:lnTo>
                    <a:pt x="2826026" y="2258615"/>
                  </a:lnTo>
                  <a:lnTo>
                    <a:pt x="2826135" y="2258615"/>
                  </a:lnTo>
                  <a:lnTo>
                    <a:pt x="2826243" y="2258615"/>
                  </a:lnTo>
                  <a:lnTo>
                    <a:pt x="2826352" y="2258615"/>
                  </a:lnTo>
                  <a:lnTo>
                    <a:pt x="2826460" y="2258615"/>
                  </a:lnTo>
                  <a:lnTo>
                    <a:pt x="2826568" y="2258615"/>
                  </a:lnTo>
                  <a:lnTo>
                    <a:pt x="2826568" y="2257991"/>
                  </a:lnTo>
                  <a:lnTo>
                    <a:pt x="2826677" y="2257991"/>
                  </a:lnTo>
                  <a:lnTo>
                    <a:pt x="2826785" y="2257991"/>
                  </a:lnTo>
                  <a:lnTo>
                    <a:pt x="2826785" y="2257367"/>
                  </a:lnTo>
                  <a:lnTo>
                    <a:pt x="2826894" y="2257367"/>
                  </a:lnTo>
                  <a:lnTo>
                    <a:pt x="2826894" y="2256744"/>
                  </a:lnTo>
                  <a:lnTo>
                    <a:pt x="2827002" y="2256744"/>
                  </a:lnTo>
                  <a:lnTo>
                    <a:pt x="2827111" y="2256744"/>
                  </a:lnTo>
                  <a:lnTo>
                    <a:pt x="2827219" y="2256744"/>
                  </a:lnTo>
                  <a:lnTo>
                    <a:pt x="2827328" y="2256744"/>
                  </a:lnTo>
                  <a:lnTo>
                    <a:pt x="2827436" y="2256744"/>
                  </a:lnTo>
                  <a:lnTo>
                    <a:pt x="2827544" y="2256744"/>
                  </a:lnTo>
                  <a:lnTo>
                    <a:pt x="2827653" y="2256744"/>
                  </a:lnTo>
                  <a:lnTo>
                    <a:pt x="2827761" y="2256744"/>
                  </a:lnTo>
                  <a:lnTo>
                    <a:pt x="2827870" y="2256744"/>
                  </a:lnTo>
                  <a:lnTo>
                    <a:pt x="2827978" y="2256744"/>
                  </a:lnTo>
                  <a:lnTo>
                    <a:pt x="2828087" y="2256744"/>
                  </a:lnTo>
                  <a:lnTo>
                    <a:pt x="2828195" y="2256744"/>
                  </a:lnTo>
                  <a:lnTo>
                    <a:pt x="2828304" y="2256744"/>
                  </a:lnTo>
                  <a:lnTo>
                    <a:pt x="2828412" y="2256744"/>
                  </a:lnTo>
                  <a:lnTo>
                    <a:pt x="2828521" y="2256744"/>
                  </a:lnTo>
                  <a:lnTo>
                    <a:pt x="2828629" y="2256744"/>
                  </a:lnTo>
                  <a:lnTo>
                    <a:pt x="2828737" y="2256744"/>
                  </a:lnTo>
                  <a:lnTo>
                    <a:pt x="2828846" y="2256744"/>
                  </a:lnTo>
                  <a:lnTo>
                    <a:pt x="2828954" y="2256744"/>
                  </a:lnTo>
                  <a:lnTo>
                    <a:pt x="2829063" y="2256744"/>
                  </a:lnTo>
                  <a:lnTo>
                    <a:pt x="2829063" y="2256120"/>
                  </a:lnTo>
                  <a:lnTo>
                    <a:pt x="2829171" y="2256120"/>
                  </a:lnTo>
                  <a:lnTo>
                    <a:pt x="2829280" y="2256120"/>
                  </a:lnTo>
                  <a:lnTo>
                    <a:pt x="2829388" y="2256120"/>
                  </a:lnTo>
                  <a:lnTo>
                    <a:pt x="2829497" y="2256120"/>
                  </a:lnTo>
                  <a:lnTo>
                    <a:pt x="2829497" y="2255497"/>
                  </a:lnTo>
                  <a:lnTo>
                    <a:pt x="2829605" y="2255497"/>
                  </a:lnTo>
                  <a:lnTo>
                    <a:pt x="2829713" y="2255497"/>
                  </a:lnTo>
                  <a:lnTo>
                    <a:pt x="2829822" y="2255497"/>
                  </a:lnTo>
                  <a:lnTo>
                    <a:pt x="2829930" y="2255497"/>
                  </a:lnTo>
                  <a:lnTo>
                    <a:pt x="2830039" y="2255497"/>
                  </a:lnTo>
                  <a:lnTo>
                    <a:pt x="2830147" y="2255497"/>
                  </a:lnTo>
                  <a:lnTo>
                    <a:pt x="2830256" y="2255497"/>
                  </a:lnTo>
                  <a:lnTo>
                    <a:pt x="2830364" y="2255497"/>
                  </a:lnTo>
                  <a:lnTo>
                    <a:pt x="2830473" y="2255497"/>
                  </a:lnTo>
                  <a:lnTo>
                    <a:pt x="2830581" y="2255497"/>
                  </a:lnTo>
                  <a:lnTo>
                    <a:pt x="2830689" y="2255497"/>
                  </a:lnTo>
                  <a:lnTo>
                    <a:pt x="2830798" y="2255497"/>
                  </a:lnTo>
                  <a:lnTo>
                    <a:pt x="2830906" y="2255497"/>
                  </a:lnTo>
                  <a:lnTo>
                    <a:pt x="2831015" y="2255497"/>
                  </a:lnTo>
                  <a:lnTo>
                    <a:pt x="2831123" y="2255497"/>
                  </a:lnTo>
                  <a:lnTo>
                    <a:pt x="2831232" y="2255497"/>
                  </a:lnTo>
                  <a:lnTo>
                    <a:pt x="2831340" y="2255497"/>
                  </a:lnTo>
                  <a:lnTo>
                    <a:pt x="2831449" y="2255497"/>
                  </a:lnTo>
                  <a:lnTo>
                    <a:pt x="2831557" y="2255497"/>
                  </a:lnTo>
                  <a:lnTo>
                    <a:pt x="2831665" y="2255497"/>
                  </a:lnTo>
                  <a:lnTo>
                    <a:pt x="2831774" y="2255497"/>
                  </a:lnTo>
                  <a:lnTo>
                    <a:pt x="2831882" y="2255497"/>
                  </a:lnTo>
                  <a:lnTo>
                    <a:pt x="2831991" y="2255497"/>
                  </a:lnTo>
                  <a:lnTo>
                    <a:pt x="2832099" y="2255497"/>
                  </a:lnTo>
                  <a:lnTo>
                    <a:pt x="2832208" y="2255497"/>
                  </a:lnTo>
                  <a:lnTo>
                    <a:pt x="2832316" y="2255497"/>
                  </a:lnTo>
                  <a:lnTo>
                    <a:pt x="2832425" y="2255497"/>
                  </a:lnTo>
                  <a:lnTo>
                    <a:pt x="2832533" y="2255497"/>
                  </a:lnTo>
                  <a:lnTo>
                    <a:pt x="2832642" y="2255497"/>
                  </a:lnTo>
                  <a:lnTo>
                    <a:pt x="2832642" y="2254873"/>
                  </a:lnTo>
                  <a:lnTo>
                    <a:pt x="2832750" y="2254873"/>
                  </a:lnTo>
                  <a:lnTo>
                    <a:pt x="2832858" y="2254873"/>
                  </a:lnTo>
                  <a:lnTo>
                    <a:pt x="2832858" y="2254250"/>
                  </a:lnTo>
                  <a:lnTo>
                    <a:pt x="2832967" y="2254250"/>
                  </a:lnTo>
                  <a:lnTo>
                    <a:pt x="2833075" y="2254250"/>
                  </a:lnTo>
                  <a:lnTo>
                    <a:pt x="2833184" y="2254250"/>
                  </a:lnTo>
                  <a:lnTo>
                    <a:pt x="2833292" y="2254250"/>
                  </a:lnTo>
                  <a:lnTo>
                    <a:pt x="2833292" y="2253626"/>
                  </a:lnTo>
                  <a:lnTo>
                    <a:pt x="2833401" y="2253626"/>
                  </a:lnTo>
                  <a:lnTo>
                    <a:pt x="2833509" y="2253626"/>
                  </a:lnTo>
                  <a:lnTo>
                    <a:pt x="2833618" y="2253626"/>
                  </a:lnTo>
                  <a:lnTo>
                    <a:pt x="2833726" y="2253626"/>
                  </a:lnTo>
                  <a:lnTo>
                    <a:pt x="2833834" y="2253626"/>
                  </a:lnTo>
                  <a:lnTo>
                    <a:pt x="2833943" y="2253626"/>
                  </a:lnTo>
                  <a:lnTo>
                    <a:pt x="2834051" y="2253626"/>
                  </a:lnTo>
                  <a:lnTo>
                    <a:pt x="2834160" y="2253626"/>
                  </a:lnTo>
                  <a:lnTo>
                    <a:pt x="2834268" y="2253626"/>
                  </a:lnTo>
                  <a:lnTo>
                    <a:pt x="2834377" y="2253626"/>
                  </a:lnTo>
                  <a:lnTo>
                    <a:pt x="2834485" y="2253626"/>
                  </a:lnTo>
                  <a:lnTo>
                    <a:pt x="2834594" y="2253626"/>
                  </a:lnTo>
                  <a:lnTo>
                    <a:pt x="2834702" y="2253626"/>
                  </a:lnTo>
                  <a:lnTo>
                    <a:pt x="2834810" y="2253626"/>
                  </a:lnTo>
                  <a:lnTo>
                    <a:pt x="2834919" y="2253626"/>
                  </a:lnTo>
                  <a:lnTo>
                    <a:pt x="2835027" y="2253626"/>
                  </a:lnTo>
                  <a:lnTo>
                    <a:pt x="2835136" y="2253626"/>
                  </a:lnTo>
                  <a:lnTo>
                    <a:pt x="2835244" y="2253626"/>
                  </a:lnTo>
                  <a:lnTo>
                    <a:pt x="2835353" y="2253626"/>
                  </a:lnTo>
                  <a:lnTo>
                    <a:pt x="2835461" y="2253626"/>
                  </a:lnTo>
                  <a:lnTo>
                    <a:pt x="2835570" y="2253626"/>
                  </a:lnTo>
                  <a:lnTo>
                    <a:pt x="2835678" y="2253626"/>
                  </a:lnTo>
                  <a:lnTo>
                    <a:pt x="2835786" y="2253626"/>
                  </a:lnTo>
                  <a:lnTo>
                    <a:pt x="2835895" y="2253626"/>
                  </a:lnTo>
                  <a:lnTo>
                    <a:pt x="2835895" y="2253002"/>
                  </a:lnTo>
                  <a:lnTo>
                    <a:pt x="2835895" y="2252379"/>
                  </a:lnTo>
                  <a:lnTo>
                    <a:pt x="2835895" y="2251755"/>
                  </a:lnTo>
                  <a:lnTo>
                    <a:pt x="2836003" y="2251755"/>
                  </a:lnTo>
                  <a:lnTo>
                    <a:pt x="2836112" y="2251755"/>
                  </a:lnTo>
                  <a:lnTo>
                    <a:pt x="2836220" y="2251755"/>
                  </a:lnTo>
                  <a:lnTo>
                    <a:pt x="2836329" y="2251755"/>
                  </a:lnTo>
                  <a:lnTo>
                    <a:pt x="2836437" y="2251755"/>
                  </a:lnTo>
                  <a:lnTo>
                    <a:pt x="2836546" y="2251755"/>
                  </a:lnTo>
                  <a:lnTo>
                    <a:pt x="2836654" y="2251755"/>
                  </a:lnTo>
                  <a:lnTo>
                    <a:pt x="2836763" y="2251755"/>
                  </a:lnTo>
                  <a:lnTo>
                    <a:pt x="2836871" y="2251755"/>
                  </a:lnTo>
                  <a:lnTo>
                    <a:pt x="2836979" y="2251755"/>
                  </a:lnTo>
                  <a:lnTo>
                    <a:pt x="2837088" y="2251755"/>
                  </a:lnTo>
                  <a:lnTo>
                    <a:pt x="2837196" y="2251755"/>
                  </a:lnTo>
                  <a:lnTo>
                    <a:pt x="2837305" y="2251755"/>
                  </a:lnTo>
                  <a:lnTo>
                    <a:pt x="2837413" y="2251755"/>
                  </a:lnTo>
                  <a:lnTo>
                    <a:pt x="2837522" y="2251755"/>
                  </a:lnTo>
                  <a:lnTo>
                    <a:pt x="2837630" y="2251755"/>
                  </a:lnTo>
                  <a:lnTo>
                    <a:pt x="2837739" y="2251755"/>
                  </a:lnTo>
                  <a:lnTo>
                    <a:pt x="2837847" y="2251755"/>
                  </a:lnTo>
                  <a:lnTo>
                    <a:pt x="2837955" y="2251755"/>
                  </a:lnTo>
                  <a:lnTo>
                    <a:pt x="2837955" y="2251132"/>
                  </a:lnTo>
                  <a:lnTo>
                    <a:pt x="2838064" y="2251132"/>
                  </a:lnTo>
                  <a:lnTo>
                    <a:pt x="2838172" y="2251132"/>
                  </a:lnTo>
                  <a:lnTo>
                    <a:pt x="2838281" y="2251132"/>
                  </a:lnTo>
                  <a:lnTo>
                    <a:pt x="2838389" y="2251132"/>
                  </a:lnTo>
                  <a:lnTo>
                    <a:pt x="2838498" y="2251132"/>
                  </a:lnTo>
                  <a:lnTo>
                    <a:pt x="2838606" y="2251132"/>
                  </a:lnTo>
                  <a:lnTo>
                    <a:pt x="2838715" y="2251132"/>
                  </a:lnTo>
                  <a:lnTo>
                    <a:pt x="2838823" y="2251132"/>
                  </a:lnTo>
                  <a:lnTo>
                    <a:pt x="2838931" y="2251132"/>
                  </a:lnTo>
                  <a:lnTo>
                    <a:pt x="2839040" y="2251132"/>
                  </a:lnTo>
                  <a:lnTo>
                    <a:pt x="2839040" y="2250508"/>
                  </a:lnTo>
                  <a:lnTo>
                    <a:pt x="2839148" y="2250508"/>
                  </a:lnTo>
                  <a:lnTo>
                    <a:pt x="2839257" y="2250508"/>
                  </a:lnTo>
                  <a:lnTo>
                    <a:pt x="2839365" y="2250508"/>
                  </a:lnTo>
                  <a:lnTo>
                    <a:pt x="2839474" y="2250508"/>
                  </a:lnTo>
                  <a:lnTo>
                    <a:pt x="2839582" y="2250508"/>
                  </a:lnTo>
                  <a:lnTo>
                    <a:pt x="2839691" y="2250508"/>
                  </a:lnTo>
                  <a:lnTo>
                    <a:pt x="2839799" y="2250508"/>
                  </a:lnTo>
                  <a:lnTo>
                    <a:pt x="2839799" y="2249885"/>
                  </a:lnTo>
                  <a:lnTo>
                    <a:pt x="2839907" y="2249885"/>
                  </a:lnTo>
                  <a:lnTo>
                    <a:pt x="2840016" y="2249885"/>
                  </a:lnTo>
                  <a:lnTo>
                    <a:pt x="2840124" y="2249885"/>
                  </a:lnTo>
                  <a:lnTo>
                    <a:pt x="2840233" y="2249885"/>
                  </a:lnTo>
                  <a:lnTo>
                    <a:pt x="2840341" y="2249885"/>
                  </a:lnTo>
                  <a:lnTo>
                    <a:pt x="2840450" y="2249885"/>
                  </a:lnTo>
                  <a:lnTo>
                    <a:pt x="2840450" y="2249261"/>
                  </a:lnTo>
                  <a:lnTo>
                    <a:pt x="2840558" y="2249261"/>
                  </a:lnTo>
                  <a:lnTo>
                    <a:pt x="2840667" y="2249261"/>
                  </a:lnTo>
                  <a:lnTo>
                    <a:pt x="2840775" y="2249261"/>
                  </a:lnTo>
                  <a:lnTo>
                    <a:pt x="2840884" y="2249261"/>
                  </a:lnTo>
                  <a:lnTo>
                    <a:pt x="2840992" y="2249261"/>
                  </a:lnTo>
                  <a:lnTo>
                    <a:pt x="2841100" y="2249261"/>
                  </a:lnTo>
                  <a:lnTo>
                    <a:pt x="2841209" y="2249261"/>
                  </a:lnTo>
                  <a:lnTo>
                    <a:pt x="2841317" y="2249261"/>
                  </a:lnTo>
                  <a:lnTo>
                    <a:pt x="2841426" y="2249261"/>
                  </a:lnTo>
                  <a:lnTo>
                    <a:pt x="2841534" y="2249261"/>
                  </a:lnTo>
                  <a:lnTo>
                    <a:pt x="2841643" y="2249261"/>
                  </a:lnTo>
                  <a:lnTo>
                    <a:pt x="2841751" y="2249261"/>
                  </a:lnTo>
                  <a:lnTo>
                    <a:pt x="2841860" y="2249261"/>
                  </a:lnTo>
                  <a:lnTo>
                    <a:pt x="2841968" y="2249261"/>
                  </a:lnTo>
                  <a:lnTo>
                    <a:pt x="2842076" y="2249261"/>
                  </a:lnTo>
                  <a:lnTo>
                    <a:pt x="2842185" y="2249261"/>
                  </a:lnTo>
                  <a:lnTo>
                    <a:pt x="2842293" y="2249261"/>
                  </a:lnTo>
                  <a:lnTo>
                    <a:pt x="2842402" y="2249261"/>
                  </a:lnTo>
                  <a:lnTo>
                    <a:pt x="2842510" y="2249261"/>
                  </a:lnTo>
                  <a:lnTo>
                    <a:pt x="2842619" y="2249261"/>
                  </a:lnTo>
                  <a:lnTo>
                    <a:pt x="2842619" y="2248637"/>
                  </a:lnTo>
                  <a:lnTo>
                    <a:pt x="2842727" y="2248637"/>
                  </a:lnTo>
                  <a:lnTo>
                    <a:pt x="2842836" y="2248637"/>
                  </a:lnTo>
                  <a:lnTo>
                    <a:pt x="2842944" y="2248637"/>
                  </a:lnTo>
                  <a:lnTo>
                    <a:pt x="2843052" y="2248637"/>
                  </a:lnTo>
                  <a:lnTo>
                    <a:pt x="2843161" y="2248637"/>
                  </a:lnTo>
                  <a:lnTo>
                    <a:pt x="2843269" y="2248637"/>
                  </a:lnTo>
                  <a:lnTo>
                    <a:pt x="2843378" y="2248637"/>
                  </a:lnTo>
                  <a:lnTo>
                    <a:pt x="2843486" y="2248637"/>
                  </a:lnTo>
                  <a:lnTo>
                    <a:pt x="2843595" y="2248637"/>
                  </a:lnTo>
                  <a:lnTo>
                    <a:pt x="2843703" y="2248637"/>
                  </a:lnTo>
                  <a:lnTo>
                    <a:pt x="2843703" y="2248014"/>
                  </a:lnTo>
                  <a:lnTo>
                    <a:pt x="2843812" y="2248014"/>
                  </a:lnTo>
                  <a:lnTo>
                    <a:pt x="2843920" y="2248014"/>
                  </a:lnTo>
                  <a:lnTo>
                    <a:pt x="2844028" y="2248014"/>
                  </a:lnTo>
                  <a:lnTo>
                    <a:pt x="2844137" y="2248014"/>
                  </a:lnTo>
                  <a:lnTo>
                    <a:pt x="2844245" y="2248014"/>
                  </a:lnTo>
                  <a:lnTo>
                    <a:pt x="2844354" y="2248014"/>
                  </a:lnTo>
                  <a:lnTo>
                    <a:pt x="2844354" y="2247390"/>
                  </a:lnTo>
                  <a:lnTo>
                    <a:pt x="2844462" y="2247390"/>
                  </a:lnTo>
                  <a:lnTo>
                    <a:pt x="2844571" y="2247390"/>
                  </a:lnTo>
                  <a:lnTo>
                    <a:pt x="2844679" y="2247390"/>
                  </a:lnTo>
                  <a:lnTo>
                    <a:pt x="2844788" y="2247390"/>
                  </a:lnTo>
                  <a:lnTo>
                    <a:pt x="2844896" y="2247390"/>
                  </a:lnTo>
                  <a:lnTo>
                    <a:pt x="2845005" y="2247390"/>
                  </a:lnTo>
                  <a:lnTo>
                    <a:pt x="2845113" y="2247390"/>
                  </a:lnTo>
                  <a:lnTo>
                    <a:pt x="2845113" y="2246767"/>
                  </a:lnTo>
                  <a:lnTo>
                    <a:pt x="2845221" y="2246767"/>
                  </a:lnTo>
                  <a:lnTo>
                    <a:pt x="2845330" y="2246767"/>
                  </a:lnTo>
                  <a:lnTo>
                    <a:pt x="2845438" y="2246767"/>
                  </a:lnTo>
                  <a:lnTo>
                    <a:pt x="2845547" y="2246767"/>
                  </a:lnTo>
                  <a:lnTo>
                    <a:pt x="2845655" y="2246767"/>
                  </a:lnTo>
                  <a:lnTo>
                    <a:pt x="2845764" y="2246767"/>
                  </a:lnTo>
                  <a:lnTo>
                    <a:pt x="2845872" y="2246767"/>
                  </a:lnTo>
                  <a:lnTo>
                    <a:pt x="2845981" y="2246767"/>
                  </a:lnTo>
                  <a:lnTo>
                    <a:pt x="2846089" y="2246767"/>
                  </a:lnTo>
                  <a:lnTo>
                    <a:pt x="2846089" y="2246143"/>
                  </a:lnTo>
                  <a:lnTo>
                    <a:pt x="2846197" y="2246143"/>
                  </a:lnTo>
                  <a:lnTo>
                    <a:pt x="2846306" y="2246143"/>
                  </a:lnTo>
                  <a:lnTo>
                    <a:pt x="2846414" y="2246143"/>
                  </a:lnTo>
                  <a:lnTo>
                    <a:pt x="2846523" y="2246143"/>
                  </a:lnTo>
                  <a:lnTo>
                    <a:pt x="2846631" y="2246143"/>
                  </a:lnTo>
                  <a:lnTo>
                    <a:pt x="2846740" y="2246143"/>
                  </a:lnTo>
                  <a:lnTo>
                    <a:pt x="2846740" y="2245519"/>
                  </a:lnTo>
                  <a:lnTo>
                    <a:pt x="2846848" y="2245519"/>
                  </a:lnTo>
                  <a:lnTo>
                    <a:pt x="2846957" y="2245519"/>
                  </a:lnTo>
                  <a:lnTo>
                    <a:pt x="2847065" y="2245519"/>
                  </a:lnTo>
                  <a:lnTo>
                    <a:pt x="2847173" y="2245519"/>
                  </a:lnTo>
                  <a:lnTo>
                    <a:pt x="2847282" y="2245519"/>
                  </a:lnTo>
                  <a:lnTo>
                    <a:pt x="2847390" y="2245519"/>
                  </a:lnTo>
                  <a:lnTo>
                    <a:pt x="2847499" y="2245519"/>
                  </a:lnTo>
                  <a:lnTo>
                    <a:pt x="2847607" y="2245519"/>
                  </a:lnTo>
                  <a:lnTo>
                    <a:pt x="2847607" y="2244896"/>
                  </a:lnTo>
                  <a:lnTo>
                    <a:pt x="2847716" y="2244896"/>
                  </a:lnTo>
                  <a:lnTo>
                    <a:pt x="2847716" y="2244272"/>
                  </a:lnTo>
                  <a:lnTo>
                    <a:pt x="2847716" y="2243649"/>
                  </a:lnTo>
                  <a:lnTo>
                    <a:pt x="2847824" y="2243649"/>
                  </a:lnTo>
                  <a:lnTo>
                    <a:pt x="2847824" y="2243025"/>
                  </a:lnTo>
                  <a:lnTo>
                    <a:pt x="2847824" y="2242402"/>
                  </a:lnTo>
                  <a:lnTo>
                    <a:pt x="2847933" y="2242402"/>
                  </a:lnTo>
                  <a:lnTo>
                    <a:pt x="2848041" y="2242402"/>
                  </a:lnTo>
                  <a:lnTo>
                    <a:pt x="2848149" y="2242402"/>
                  </a:lnTo>
                  <a:lnTo>
                    <a:pt x="2848258" y="2242402"/>
                  </a:lnTo>
                  <a:lnTo>
                    <a:pt x="2848366" y="2242402"/>
                  </a:lnTo>
                  <a:lnTo>
                    <a:pt x="2848475" y="2242402"/>
                  </a:lnTo>
                  <a:lnTo>
                    <a:pt x="2848583" y="2242402"/>
                  </a:lnTo>
                  <a:lnTo>
                    <a:pt x="2848692" y="2242402"/>
                  </a:lnTo>
                  <a:lnTo>
                    <a:pt x="2848800" y="2242402"/>
                  </a:lnTo>
                  <a:lnTo>
                    <a:pt x="2848909" y="2242402"/>
                  </a:lnTo>
                  <a:lnTo>
                    <a:pt x="2848909" y="2241778"/>
                  </a:lnTo>
                  <a:lnTo>
                    <a:pt x="2849017" y="2241778"/>
                  </a:lnTo>
                  <a:lnTo>
                    <a:pt x="2849125" y="2241778"/>
                  </a:lnTo>
                  <a:lnTo>
                    <a:pt x="2849234" y="2241778"/>
                  </a:lnTo>
                  <a:lnTo>
                    <a:pt x="2849342" y="2241778"/>
                  </a:lnTo>
                  <a:lnTo>
                    <a:pt x="2849451" y="2241778"/>
                  </a:lnTo>
                  <a:lnTo>
                    <a:pt x="2849559" y="2241778"/>
                  </a:lnTo>
                  <a:lnTo>
                    <a:pt x="2849559" y="2241154"/>
                  </a:lnTo>
                  <a:lnTo>
                    <a:pt x="2849668" y="2241154"/>
                  </a:lnTo>
                  <a:lnTo>
                    <a:pt x="2849776" y="2241154"/>
                  </a:lnTo>
                  <a:lnTo>
                    <a:pt x="2849885" y="2241154"/>
                  </a:lnTo>
                  <a:lnTo>
                    <a:pt x="2849993" y="2241154"/>
                  </a:lnTo>
                  <a:lnTo>
                    <a:pt x="2850102" y="2241154"/>
                  </a:lnTo>
                  <a:lnTo>
                    <a:pt x="2850210" y="2241154"/>
                  </a:lnTo>
                  <a:lnTo>
                    <a:pt x="2850318" y="2241154"/>
                  </a:lnTo>
                  <a:lnTo>
                    <a:pt x="2850427" y="2241154"/>
                  </a:lnTo>
                  <a:lnTo>
                    <a:pt x="2850535" y="2241154"/>
                  </a:lnTo>
                  <a:lnTo>
                    <a:pt x="2850644" y="2241154"/>
                  </a:lnTo>
                  <a:lnTo>
                    <a:pt x="2850752" y="2241154"/>
                  </a:lnTo>
                  <a:lnTo>
                    <a:pt x="2850861" y="2241154"/>
                  </a:lnTo>
                  <a:lnTo>
                    <a:pt x="2850969" y="2241154"/>
                  </a:lnTo>
                  <a:lnTo>
                    <a:pt x="2850969" y="2240531"/>
                  </a:lnTo>
                  <a:lnTo>
                    <a:pt x="2851078" y="2240531"/>
                  </a:lnTo>
                  <a:lnTo>
                    <a:pt x="2851186" y="2240531"/>
                  </a:lnTo>
                  <a:lnTo>
                    <a:pt x="2851186" y="2239907"/>
                  </a:lnTo>
                  <a:lnTo>
                    <a:pt x="2851186" y="2239284"/>
                  </a:lnTo>
                  <a:lnTo>
                    <a:pt x="2851294" y="2239284"/>
                  </a:lnTo>
                  <a:lnTo>
                    <a:pt x="2851294" y="2238660"/>
                  </a:lnTo>
                  <a:lnTo>
                    <a:pt x="2851403" y="2238660"/>
                  </a:lnTo>
                  <a:lnTo>
                    <a:pt x="2851511" y="2238660"/>
                  </a:lnTo>
                  <a:lnTo>
                    <a:pt x="2851511" y="2238036"/>
                  </a:lnTo>
                  <a:lnTo>
                    <a:pt x="2851620" y="2238036"/>
                  </a:lnTo>
                  <a:lnTo>
                    <a:pt x="2851728" y="2238036"/>
                  </a:lnTo>
                  <a:lnTo>
                    <a:pt x="2851837" y="2238036"/>
                  </a:lnTo>
                  <a:lnTo>
                    <a:pt x="2851945" y="2238036"/>
                  </a:lnTo>
                  <a:lnTo>
                    <a:pt x="2851945" y="2237413"/>
                  </a:lnTo>
                  <a:lnTo>
                    <a:pt x="2852054" y="2237413"/>
                  </a:lnTo>
                  <a:lnTo>
                    <a:pt x="2852162" y="2237413"/>
                  </a:lnTo>
                  <a:lnTo>
                    <a:pt x="2852270" y="2237413"/>
                  </a:lnTo>
                  <a:lnTo>
                    <a:pt x="2852379" y="2237413"/>
                  </a:lnTo>
                  <a:lnTo>
                    <a:pt x="2852487" y="2237413"/>
                  </a:lnTo>
                  <a:lnTo>
                    <a:pt x="2852596" y="2237413"/>
                  </a:lnTo>
                  <a:lnTo>
                    <a:pt x="2852704" y="2237413"/>
                  </a:lnTo>
                  <a:lnTo>
                    <a:pt x="2852813" y="2237413"/>
                  </a:lnTo>
                  <a:lnTo>
                    <a:pt x="2852921" y="2237413"/>
                  </a:lnTo>
                  <a:lnTo>
                    <a:pt x="2853030" y="2237413"/>
                  </a:lnTo>
                  <a:lnTo>
                    <a:pt x="2853138" y="2237413"/>
                  </a:lnTo>
                  <a:lnTo>
                    <a:pt x="2853246" y="2237413"/>
                  </a:lnTo>
                  <a:lnTo>
                    <a:pt x="2853355" y="2237413"/>
                  </a:lnTo>
                  <a:lnTo>
                    <a:pt x="2853355" y="2236789"/>
                  </a:lnTo>
                  <a:lnTo>
                    <a:pt x="2853463" y="2236789"/>
                  </a:lnTo>
                  <a:lnTo>
                    <a:pt x="2853463" y="2236166"/>
                  </a:lnTo>
                  <a:lnTo>
                    <a:pt x="2853572" y="2236166"/>
                  </a:lnTo>
                  <a:lnTo>
                    <a:pt x="2853680" y="2236166"/>
                  </a:lnTo>
                  <a:lnTo>
                    <a:pt x="2853680" y="2235542"/>
                  </a:lnTo>
                  <a:lnTo>
                    <a:pt x="2853789" y="2235542"/>
                  </a:lnTo>
                  <a:lnTo>
                    <a:pt x="2853897" y="2235542"/>
                  </a:lnTo>
                  <a:lnTo>
                    <a:pt x="2854006" y="2235542"/>
                  </a:lnTo>
                  <a:lnTo>
                    <a:pt x="2854114" y="2235542"/>
                  </a:lnTo>
                  <a:lnTo>
                    <a:pt x="2854223" y="2235542"/>
                  </a:lnTo>
                  <a:lnTo>
                    <a:pt x="2854331" y="2235542"/>
                  </a:lnTo>
                  <a:lnTo>
                    <a:pt x="2854439" y="2235542"/>
                  </a:lnTo>
                  <a:lnTo>
                    <a:pt x="2854548" y="2235542"/>
                  </a:lnTo>
                  <a:lnTo>
                    <a:pt x="2854656" y="2235542"/>
                  </a:lnTo>
                  <a:lnTo>
                    <a:pt x="2854765" y="2235542"/>
                  </a:lnTo>
                  <a:lnTo>
                    <a:pt x="2854765" y="2234919"/>
                  </a:lnTo>
                  <a:lnTo>
                    <a:pt x="2854873" y="2234919"/>
                  </a:lnTo>
                  <a:lnTo>
                    <a:pt x="2854982" y="2234919"/>
                  </a:lnTo>
                  <a:lnTo>
                    <a:pt x="2855090" y="2234919"/>
                  </a:lnTo>
                  <a:lnTo>
                    <a:pt x="2855199" y="2234919"/>
                  </a:lnTo>
                  <a:lnTo>
                    <a:pt x="2855307" y="2234919"/>
                  </a:lnTo>
                  <a:lnTo>
                    <a:pt x="2855415" y="2234919"/>
                  </a:lnTo>
                  <a:lnTo>
                    <a:pt x="2855524" y="2234919"/>
                  </a:lnTo>
                  <a:lnTo>
                    <a:pt x="2855632" y="2234919"/>
                  </a:lnTo>
                  <a:lnTo>
                    <a:pt x="2855741" y="2234919"/>
                  </a:lnTo>
                  <a:lnTo>
                    <a:pt x="2855849" y="2234919"/>
                  </a:lnTo>
                  <a:lnTo>
                    <a:pt x="2855958" y="2234919"/>
                  </a:lnTo>
                  <a:lnTo>
                    <a:pt x="2856066" y="2234919"/>
                  </a:lnTo>
                  <a:lnTo>
                    <a:pt x="2856175" y="2234919"/>
                  </a:lnTo>
                  <a:lnTo>
                    <a:pt x="2856175" y="2234295"/>
                  </a:lnTo>
                  <a:lnTo>
                    <a:pt x="2856283" y="2234295"/>
                  </a:lnTo>
                  <a:lnTo>
                    <a:pt x="2856391" y="2234295"/>
                  </a:lnTo>
                  <a:lnTo>
                    <a:pt x="2856391" y="2233671"/>
                  </a:lnTo>
                  <a:lnTo>
                    <a:pt x="2856391" y="2233048"/>
                  </a:lnTo>
                  <a:lnTo>
                    <a:pt x="2856500" y="2233048"/>
                  </a:lnTo>
                  <a:lnTo>
                    <a:pt x="2856608" y="2233048"/>
                  </a:lnTo>
                  <a:lnTo>
                    <a:pt x="2856608" y="2232424"/>
                  </a:lnTo>
                  <a:lnTo>
                    <a:pt x="2856717" y="2232424"/>
                  </a:lnTo>
                  <a:lnTo>
                    <a:pt x="2856825" y="2232424"/>
                  </a:lnTo>
                  <a:lnTo>
                    <a:pt x="2856825" y="2231801"/>
                  </a:lnTo>
                  <a:lnTo>
                    <a:pt x="2856934" y="2231801"/>
                  </a:lnTo>
                  <a:lnTo>
                    <a:pt x="2857042" y="2231801"/>
                  </a:lnTo>
                  <a:lnTo>
                    <a:pt x="2857151" y="2231801"/>
                  </a:lnTo>
                  <a:lnTo>
                    <a:pt x="2857151" y="2231177"/>
                  </a:lnTo>
                  <a:lnTo>
                    <a:pt x="2857259" y="2231177"/>
                  </a:lnTo>
                  <a:lnTo>
                    <a:pt x="2857367" y="2231177"/>
                  </a:lnTo>
                  <a:lnTo>
                    <a:pt x="2857476" y="2231177"/>
                  </a:lnTo>
                  <a:lnTo>
                    <a:pt x="2857476" y="2230553"/>
                  </a:lnTo>
                  <a:lnTo>
                    <a:pt x="2857584" y="2230553"/>
                  </a:lnTo>
                  <a:lnTo>
                    <a:pt x="2857584" y="2229930"/>
                  </a:lnTo>
                  <a:lnTo>
                    <a:pt x="2857693" y="2229930"/>
                  </a:lnTo>
                  <a:lnTo>
                    <a:pt x="2857693" y="2229306"/>
                  </a:lnTo>
                  <a:lnTo>
                    <a:pt x="2857693" y="2228683"/>
                  </a:lnTo>
                  <a:lnTo>
                    <a:pt x="2857693" y="2228059"/>
                  </a:lnTo>
                  <a:lnTo>
                    <a:pt x="2857801" y="2228059"/>
                  </a:lnTo>
                  <a:lnTo>
                    <a:pt x="2857910" y="2228059"/>
                  </a:lnTo>
                  <a:lnTo>
                    <a:pt x="2858018" y="2228059"/>
                  </a:lnTo>
                  <a:lnTo>
                    <a:pt x="2858127" y="2228059"/>
                  </a:lnTo>
                  <a:lnTo>
                    <a:pt x="2858235" y="2228059"/>
                  </a:lnTo>
                  <a:lnTo>
                    <a:pt x="2858344" y="2228059"/>
                  </a:lnTo>
                  <a:lnTo>
                    <a:pt x="2858452" y="2228059"/>
                  </a:lnTo>
                  <a:lnTo>
                    <a:pt x="2858560" y="2228059"/>
                  </a:lnTo>
                  <a:lnTo>
                    <a:pt x="2858669" y="2228059"/>
                  </a:lnTo>
                  <a:lnTo>
                    <a:pt x="2858669" y="2227436"/>
                  </a:lnTo>
                  <a:lnTo>
                    <a:pt x="2858777" y="2227436"/>
                  </a:lnTo>
                  <a:lnTo>
                    <a:pt x="2858886" y="2227436"/>
                  </a:lnTo>
                  <a:lnTo>
                    <a:pt x="2858886" y="2226812"/>
                  </a:lnTo>
                  <a:lnTo>
                    <a:pt x="2858994" y="2226812"/>
                  </a:lnTo>
                  <a:lnTo>
                    <a:pt x="2859103" y="2226812"/>
                  </a:lnTo>
                  <a:lnTo>
                    <a:pt x="2859211" y="2226812"/>
                  </a:lnTo>
                  <a:lnTo>
                    <a:pt x="2859211" y="2226188"/>
                  </a:lnTo>
                  <a:lnTo>
                    <a:pt x="2859320" y="2226188"/>
                  </a:lnTo>
                  <a:lnTo>
                    <a:pt x="2859428" y="2226188"/>
                  </a:lnTo>
                  <a:lnTo>
                    <a:pt x="2859536" y="2226188"/>
                  </a:lnTo>
                  <a:lnTo>
                    <a:pt x="2859645" y="2226188"/>
                  </a:lnTo>
                  <a:lnTo>
                    <a:pt x="2859645" y="2225565"/>
                  </a:lnTo>
                  <a:lnTo>
                    <a:pt x="2859753" y="2225565"/>
                  </a:lnTo>
                  <a:lnTo>
                    <a:pt x="2859753" y="2224941"/>
                  </a:lnTo>
                  <a:lnTo>
                    <a:pt x="2859862" y="2224941"/>
                  </a:lnTo>
                  <a:lnTo>
                    <a:pt x="2859970" y="2224941"/>
                  </a:lnTo>
                  <a:lnTo>
                    <a:pt x="2860079" y="2224941"/>
                  </a:lnTo>
                  <a:lnTo>
                    <a:pt x="2860187" y="2224941"/>
                  </a:lnTo>
                  <a:lnTo>
                    <a:pt x="2860296" y="2224941"/>
                  </a:lnTo>
                  <a:lnTo>
                    <a:pt x="2860404" y="2224941"/>
                  </a:lnTo>
                  <a:lnTo>
                    <a:pt x="2860404" y="2224318"/>
                  </a:lnTo>
                  <a:lnTo>
                    <a:pt x="2860512" y="2224318"/>
                  </a:lnTo>
                  <a:lnTo>
                    <a:pt x="2860621" y="2224318"/>
                  </a:lnTo>
                  <a:lnTo>
                    <a:pt x="2860729" y="2224318"/>
                  </a:lnTo>
                  <a:lnTo>
                    <a:pt x="2860838" y="2224318"/>
                  </a:lnTo>
                  <a:lnTo>
                    <a:pt x="2860946" y="2224318"/>
                  </a:lnTo>
                  <a:lnTo>
                    <a:pt x="2861055" y="2224318"/>
                  </a:lnTo>
                  <a:lnTo>
                    <a:pt x="2861163" y="2224318"/>
                  </a:lnTo>
                  <a:lnTo>
                    <a:pt x="2861163" y="2223694"/>
                  </a:lnTo>
                  <a:lnTo>
                    <a:pt x="2861163" y="2223070"/>
                  </a:lnTo>
                  <a:lnTo>
                    <a:pt x="2861272" y="2223070"/>
                  </a:lnTo>
                  <a:lnTo>
                    <a:pt x="2861380" y="2223070"/>
                  </a:lnTo>
                  <a:lnTo>
                    <a:pt x="2861488" y="2223070"/>
                  </a:lnTo>
                  <a:lnTo>
                    <a:pt x="2861597" y="2223070"/>
                  </a:lnTo>
                  <a:lnTo>
                    <a:pt x="2861705" y="2223070"/>
                  </a:lnTo>
                  <a:lnTo>
                    <a:pt x="2861705" y="2222447"/>
                  </a:lnTo>
                  <a:lnTo>
                    <a:pt x="2861814" y="2222447"/>
                  </a:lnTo>
                  <a:lnTo>
                    <a:pt x="2861814" y="2221823"/>
                  </a:lnTo>
                  <a:lnTo>
                    <a:pt x="2861922" y="2221823"/>
                  </a:lnTo>
                  <a:lnTo>
                    <a:pt x="2862031" y="2221823"/>
                  </a:lnTo>
                  <a:lnTo>
                    <a:pt x="2862139" y="2221823"/>
                  </a:lnTo>
                  <a:lnTo>
                    <a:pt x="2862139" y="2221200"/>
                  </a:lnTo>
                  <a:lnTo>
                    <a:pt x="2862248" y="2221200"/>
                  </a:lnTo>
                  <a:lnTo>
                    <a:pt x="2862248" y="2220576"/>
                  </a:lnTo>
                  <a:lnTo>
                    <a:pt x="2862356" y="2220576"/>
                  </a:lnTo>
                  <a:lnTo>
                    <a:pt x="2862465" y="2220576"/>
                  </a:lnTo>
                  <a:lnTo>
                    <a:pt x="2862465" y="2219953"/>
                  </a:lnTo>
                  <a:lnTo>
                    <a:pt x="2862465" y="2219329"/>
                  </a:lnTo>
                  <a:lnTo>
                    <a:pt x="2862465" y="2218705"/>
                  </a:lnTo>
                  <a:lnTo>
                    <a:pt x="2862573" y="2218705"/>
                  </a:lnTo>
                  <a:lnTo>
                    <a:pt x="2862681" y="2218705"/>
                  </a:lnTo>
                  <a:lnTo>
                    <a:pt x="2862790" y="2218705"/>
                  </a:lnTo>
                  <a:lnTo>
                    <a:pt x="2862790" y="2218082"/>
                  </a:lnTo>
                  <a:lnTo>
                    <a:pt x="2862898" y="2218082"/>
                  </a:lnTo>
                  <a:lnTo>
                    <a:pt x="2863007" y="2218082"/>
                  </a:lnTo>
                  <a:lnTo>
                    <a:pt x="2863115" y="2218082"/>
                  </a:lnTo>
                  <a:lnTo>
                    <a:pt x="2863115" y="2217458"/>
                  </a:lnTo>
                  <a:lnTo>
                    <a:pt x="2863115" y="2216835"/>
                  </a:lnTo>
                  <a:lnTo>
                    <a:pt x="2863224" y="2216835"/>
                  </a:lnTo>
                  <a:lnTo>
                    <a:pt x="2863332" y="2216835"/>
                  </a:lnTo>
                  <a:lnTo>
                    <a:pt x="2863441" y="2216835"/>
                  </a:lnTo>
                  <a:lnTo>
                    <a:pt x="2863549" y="2216835"/>
                  </a:lnTo>
                  <a:lnTo>
                    <a:pt x="2863657" y="2216835"/>
                  </a:lnTo>
                  <a:lnTo>
                    <a:pt x="2863766" y="2216835"/>
                  </a:lnTo>
                  <a:lnTo>
                    <a:pt x="2863874" y="2216835"/>
                  </a:lnTo>
                  <a:lnTo>
                    <a:pt x="2863983" y="2216835"/>
                  </a:lnTo>
                  <a:lnTo>
                    <a:pt x="2864091" y="2216835"/>
                  </a:lnTo>
                  <a:lnTo>
                    <a:pt x="2864200" y="2216835"/>
                  </a:lnTo>
                  <a:lnTo>
                    <a:pt x="2864200" y="2216211"/>
                  </a:lnTo>
                  <a:lnTo>
                    <a:pt x="2864200" y="2215587"/>
                  </a:lnTo>
                  <a:lnTo>
                    <a:pt x="2864308" y="2215587"/>
                  </a:lnTo>
                  <a:lnTo>
                    <a:pt x="2864417" y="2215587"/>
                  </a:lnTo>
                  <a:lnTo>
                    <a:pt x="2864525" y="2215587"/>
                  </a:lnTo>
                  <a:lnTo>
                    <a:pt x="2864633" y="2215587"/>
                  </a:lnTo>
                  <a:lnTo>
                    <a:pt x="2864742" y="2215587"/>
                  </a:lnTo>
                  <a:lnTo>
                    <a:pt x="2864742" y="2214964"/>
                  </a:lnTo>
                  <a:lnTo>
                    <a:pt x="2864850" y="2214964"/>
                  </a:lnTo>
                  <a:lnTo>
                    <a:pt x="2864959" y="2214964"/>
                  </a:lnTo>
                  <a:lnTo>
                    <a:pt x="2865067" y="2214964"/>
                  </a:lnTo>
                  <a:lnTo>
                    <a:pt x="2865176" y="2214964"/>
                  </a:lnTo>
                  <a:lnTo>
                    <a:pt x="2865284" y="2214964"/>
                  </a:lnTo>
                  <a:lnTo>
                    <a:pt x="2865393" y="2214964"/>
                  </a:lnTo>
                  <a:lnTo>
                    <a:pt x="2865501" y="2214964"/>
                  </a:lnTo>
                  <a:lnTo>
                    <a:pt x="2865501" y="2214340"/>
                  </a:lnTo>
                  <a:lnTo>
                    <a:pt x="2865609" y="2214340"/>
                  </a:lnTo>
                  <a:lnTo>
                    <a:pt x="2865718" y="2214340"/>
                  </a:lnTo>
                  <a:lnTo>
                    <a:pt x="2865718" y="2213717"/>
                  </a:lnTo>
                  <a:lnTo>
                    <a:pt x="2865826" y="2213717"/>
                  </a:lnTo>
                  <a:lnTo>
                    <a:pt x="2865935" y="2213717"/>
                  </a:lnTo>
                  <a:lnTo>
                    <a:pt x="2866043" y="2213717"/>
                  </a:lnTo>
                  <a:lnTo>
                    <a:pt x="2866043" y="2213093"/>
                  </a:lnTo>
                  <a:lnTo>
                    <a:pt x="2866152" y="2213093"/>
                  </a:lnTo>
                  <a:lnTo>
                    <a:pt x="2866260" y="2213093"/>
                  </a:lnTo>
                  <a:lnTo>
                    <a:pt x="2866369" y="2213093"/>
                  </a:lnTo>
                  <a:lnTo>
                    <a:pt x="2866477" y="2213093"/>
                  </a:lnTo>
                  <a:lnTo>
                    <a:pt x="2866477" y="2212470"/>
                  </a:lnTo>
                  <a:lnTo>
                    <a:pt x="2866586" y="2212470"/>
                  </a:lnTo>
                  <a:lnTo>
                    <a:pt x="2866694" y="2212470"/>
                  </a:lnTo>
                  <a:lnTo>
                    <a:pt x="2866802" y="2212470"/>
                  </a:lnTo>
                  <a:lnTo>
                    <a:pt x="2866911" y="2212470"/>
                  </a:lnTo>
                  <a:lnTo>
                    <a:pt x="2867019" y="2212470"/>
                  </a:lnTo>
                  <a:lnTo>
                    <a:pt x="2867128" y="2212470"/>
                  </a:lnTo>
                  <a:lnTo>
                    <a:pt x="2867236" y="2212470"/>
                  </a:lnTo>
                  <a:lnTo>
                    <a:pt x="2867345" y="2212470"/>
                  </a:lnTo>
                  <a:lnTo>
                    <a:pt x="2867453" y="2212470"/>
                  </a:lnTo>
                  <a:lnTo>
                    <a:pt x="2867562" y="2212470"/>
                  </a:lnTo>
                  <a:lnTo>
                    <a:pt x="2867670" y="2212470"/>
                  </a:lnTo>
                  <a:lnTo>
                    <a:pt x="2867778" y="2212470"/>
                  </a:lnTo>
                  <a:lnTo>
                    <a:pt x="2867887" y="2212470"/>
                  </a:lnTo>
                  <a:lnTo>
                    <a:pt x="2867995" y="2212470"/>
                  </a:lnTo>
                  <a:lnTo>
                    <a:pt x="2868104" y="2212470"/>
                  </a:lnTo>
                  <a:lnTo>
                    <a:pt x="2868212" y="2212470"/>
                  </a:lnTo>
                  <a:lnTo>
                    <a:pt x="2868321" y="2212470"/>
                  </a:lnTo>
                  <a:lnTo>
                    <a:pt x="2868429" y="2212470"/>
                  </a:lnTo>
                  <a:lnTo>
                    <a:pt x="2868538" y="2212470"/>
                  </a:lnTo>
                  <a:lnTo>
                    <a:pt x="2868538" y="2211846"/>
                  </a:lnTo>
                  <a:lnTo>
                    <a:pt x="2868646" y="2211846"/>
                  </a:lnTo>
                  <a:lnTo>
                    <a:pt x="2868754" y="2211846"/>
                  </a:lnTo>
                  <a:lnTo>
                    <a:pt x="2868863" y="2211846"/>
                  </a:lnTo>
                  <a:lnTo>
                    <a:pt x="2868971" y="2211846"/>
                  </a:lnTo>
                  <a:lnTo>
                    <a:pt x="2869080" y="2211846"/>
                  </a:lnTo>
                  <a:lnTo>
                    <a:pt x="2869188" y="2211846"/>
                  </a:lnTo>
                  <a:lnTo>
                    <a:pt x="2869297" y="2211846"/>
                  </a:lnTo>
                  <a:lnTo>
                    <a:pt x="2869405" y="2211846"/>
                  </a:lnTo>
                  <a:lnTo>
                    <a:pt x="2869405" y="2211222"/>
                  </a:lnTo>
                  <a:lnTo>
                    <a:pt x="2869514" y="2211222"/>
                  </a:lnTo>
                  <a:lnTo>
                    <a:pt x="2869622" y="2211222"/>
                  </a:lnTo>
                  <a:lnTo>
                    <a:pt x="2869730" y="2211222"/>
                  </a:lnTo>
                  <a:lnTo>
                    <a:pt x="2869839" y="2211222"/>
                  </a:lnTo>
                  <a:lnTo>
                    <a:pt x="2869947" y="2211222"/>
                  </a:lnTo>
                  <a:lnTo>
                    <a:pt x="2870056" y="2211222"/>
                  </a:lnTo>
                  <a:lnTo>
                    <a:pt x="2870164" y="2211222"/>
                  </a:lnTo>
                  <a:lnTo>
                    <a:pt x="2870273" y="2211222"/>
                  </a:lnTo>
                  <a:lnTo>
                    <a:pt x="2870273" y="2210599"/>
                  </a:lnTo>
                  <a:lnTo>
                    <a:pt x="2870381" y="2210599"/>
                  </a:lnTo>
                  <a:lnTo>
                    <a:pt x="2870490" y="2210599"/>
                  </a:lnTo>
                  <a:lnTo>
                    <a:pt x="2870598" y="2210599"/>
                  </a:lnTo>
                  <a:lnTo>
                    <a:pt x="2870706" y="2210599"/>
                  </a:lnTo>
                  <a:lnTo>
                    <a:pt x="2870706" y="2209975"/>
                  </a:lnTo>
                  <a:lnTo>
                    <a:pt x="2870706" y="2209352"/>
                  </a:lnTo>
                  <a:lnTo>
                    <a:pt x="2870815" y="2209352"/>
                  </a:lnTo>
                  <a:lnTo>
                    <a:pt x="2870923" y="2209352"/>
                  </a:lnTo>
                  <a:lnTo>
                    <a:pt x="2871032" y="2209352"/>
                  </a:lnTo>
                  <a:lnTo>
                    <a:pt x="2871140" y="2209352"/>
                  </a:lnTo>
                  <a:lnTo>
                    <a:pt x="2871249" y="2209352"/>
                  </a:lnTo>
                  <a:lnTo>
                    <a:pt x="2871357" y="2209352"/>
                  </a:lnTo>
                  <a:lnTo>
                    <a:pt x="2871466" y="2209352"/>
                  </a:lnTo>
                  <a:lnTo>
                    <a:pt x="2871574" y="2209352"/>
                  </a:lnTo>
                  <a:lnTo>
                    <a:pt x="2871683" y="2209352"/>
                  </a:lnTo>
                  <a:lnTo>
                    <a:pt x="2871791" y="2209352"/>
                  </a:lnTo>
                  <a:lnTo>
                    <a:pt x="2871899" y="2209352"/>
                  </a:lnTo>
                  <a:lnTo>
                    <a:pt x="2872008" y="2209352"/>
                  </a:lnTo>
                  <a:lnTo>
                    <a:pt x="2872116" y="2209352"/>
                  </a:lnTo>
                  <a:lnTo>
                    <a:pt x="2872225" y="2209352"/>
                  </a:lnTo>
                  <a:lnTo>
                    <a:pt x="2872333" y="2209352"/>
                  </a:lnTo>
                  <a:lnTo>
                    <a:pt x="2872442" y="2209352"/>
                  </a:lnTo>
                  <a:lnTo>
                    <a:pt x="2872550" y="2209352"/>
                  </a:lnTo>
                  <a:lnTo>
                    <a:pt x="2872659" y="2209352"/>
                  </a:lnTo>
                  <a:lnTo>
                    <a:pt x="2872767" y="2209352"/>
                  </a:lnTo>
                  <a:lnTo>
                    <a:pt x="2872875" y="2209352"/>
                  </a:lnTo>
                  <a:lnTo>
                    <a:pt x="2872875" y="2208728"/>
                  </a:lnTo>
                  <a:lnTo>
                    <a:pt x="2872984" y="2208728"/>
                  </a:lnTo>
                  <a:lnTo>
                    <a:pt x="2873092" y="2208728"/>
                  </a:lnTo>
                  <a:lnTo>
                    <a:pt x="2873201" y="2208728"/>
                  </a:lnTo>
                  <a:lnTo>
                    <a:pt x="2873309" y="2208728"/>
                  </a:lnTo>
                  <a:lnTo>
                    <a:pt x="2873309" y="2208104"/>
                  </a:lnTo>
                  <a:lnTo>
                    <a:pt x="2873309" y="2207481"/>
                  </a:lnTo>
                  <a:lnTo>
                    <a:pt x="2873418" y="2207481"/>
                  </a:lnTo>
                  <a:lnTo>
                    <a:pt x="2873526" y="2207481"/>
                  </a:lnTo>
                  <a:lnTo>
                    <a:pt x="2873635" y="2207481"/>
                  </a:lnTo>
                  <a:lnTo>
                    <a:pt x="2873743" y="2207481"/>
                  </a:lnTo>
                  <a:lnTo>
                    <a:pt x="2873851" y="2207481"/>
                  </a:lnTo>
                  <a:lnTo>
                    <a:pt x="2873960" y="2207481"/>
                  </a:lnTo>
                  <a:lnTo>
                    <a:pt x="2874068" y="2207481"/>
                  </a:lnTo>
                  <a:lnTo>
                    <a:pt x="2874177" y="2207481"/>
                  </a:lnTo>
                  <a:lnTo>
                    <a:pt x="2874285" y="2207481"/>
                  </a:lnTo>
                  <a:lnTo>
                    <a:pt x="2874394" y="2207481"/>
                  </a:lnTo>
                  <a:lnTo>
                    <a:pt x="2874502" y="2207481"/>
                  </a:lnTo>
                  <a:lnTo>
                    <a:pt x="2874611" y="2207481"/>
                  </a:lnTo>
                  <a:lnTo>
                    <a:pt x="2874719" y="2207481"/>
                  </a:lnTo>
                  <a:lnTo>
                    <a:pt x="2874827" y="2207481"/>
                  </a:lnTo>
                  <a:lnTo>
                    <a:pt x="2874827" y="2206857"/>
                  </a:lnTo>
                  <a:lnTo>
                    <a:pt x="2874936" y="2206857"/>
                  </a:lnTo>
                  <a:lnTo>
                    <a:pt x="2875044" y="2206857"/>
                  </a:lnTo>
                  <a:lnTo>
                    <a:pt x="2875153" y="2206857"/>
                  </a:lnTo>
                  <a:lnTo>
                    <a:pt x="2875261" y="2206857"/>
                  </a:lnTo>
                  <a:lnTo>
                    <a:pt x="2875370" y="2206857"/>
                  </a:lnTo>
                  <a:lnTo>
                    <a:pt x="2875478" y="2206857"/>
                  </a:lnTo>
                  <a:lnTo>
                    <a:pt x="2875478" y="2206234"/>
                  </a:lnTo>
                  <a:lnTo>
                    <a:pt x="2875478" y="2205610"/>
                  </a:lnTo>
                  <a:lnTo>
                    <a:pt x="2875587" y="2205610"/>
                  </a:lnTo>
                  <a:lnTo>
                    <a:pt x="2875695" y="2205610"/>
                  </a:lnTo>
                  <a:lnTo>
                    <a:pt x="2875804" y="2205610"/>
                  </a:lnTo>
                  <a:lnTo>
                    <a:pt x="2875912" y="2205610"/>
                  </a:lnTo>
                  <a:lnTo>
                    <a:pt x="2876020" y="2205610"/>
                  </a:lnTo>
                  <a:lnTo>
                    <a:pt x="2876129" y="2205610"/>
                  </a:lnTo>
                  <a:lnTo>
                    <a:pt x="2876237" y="2205610"/>
                  </a:lnTo>
                  <a:lnTo>
                    <a:pt x="2876346" y="2205610"/>
                  </a:lnTo>
                  <a:lnTo>
                    <a:pt x="2876454" y="2205610"/>
                  </a:lnTo>
                  <a:lnTo>
                    <a:pt x="2876563" y="2205610"/>
                  </a:lnTo>
                  <a:lnTo>
                    <a:pt x="2876671" y="2205610"/>
                  </a:lnTo>
                  <a:lnTo>
                    <a:pt x="2876780" y="2205610"/>
                  </a:lnTo>
                  <a:lnTo>
                    <a:pt x="2876888" y="2205610"/>
                  </a:lnTo>
                  <a:lnTo>
                    <a:pt x="2876996" y="2205610"/>
                  </a:lnTo>
                  <a:lnTo>
                    <a:pt x="2877105" y="2205610"/>
                  </a:lnTo>
                  <a:lnTo>
                    <a:pt x="2877213" y="2205610"/>
                  </a:lnTo>
                  <a:lnTo>
                    <a:pt x="2877322" y="2205610"/>
                  </a:lnTo>
                  <a:lnTo>
                    <a:pt x="2877430" y="2205610"/>
                  </a:lnTo>
                  <a:lnTo>
                    <a:pt x="2877539" y="2205610"/>
                  </a:lnTo>
                  <a:lnTo>
                    <a:pt x="2877539" y="2204987"/>
                  </a:lnTo>
                  <a:lnTo>
                    <a:pt x="2877647" y="2204987"/>
                  </a:lnTo>
                  <a:lnTo>
                    <a:pt x="2877756" y="2204987"/>
                  </a:lnTo>
                  <a:lnTo>
                    <a:pt x="2877756" y="2204363"/>
                  </a:lnTo>
                  <a:lnTo>
                    <a:pt x="2877864" y="2204363"/>
                  </a:lnTo>
                  <a:lnTo>
                    <a:pt x="2877864" y="2203739"/>
                  </a:lnTo>
                  <a:lnTo>
                    <a:pt x="2877972" y="2203739"/>
                  </a:lnTo>
                  <a:lnTo>
                    <a:pt x="2878081" y="2203739"/>
                  </a:lnTo>
                  <a:lnTo>
                    <a:pt x="2878189" y="2203739"/>
                  </a:lnTo>
                  <a:lnTo>
                    <a:pt x="2878298" y="2203739"/>
                  </a:lnTo>
                  <a:lnTo>
                    <a:pt x="2878406" y="2203739"/>
                  </a:lnTo>
                  <a:lnTo>
                    <a:pt x="2878515" y="2203739"/>
                  </a:lnTo>
                  <a:lnTo>
                    <a:pt x="2878623" y="2203739"/>
                  </a:lnTo>
                  <a:lnTo>
                    <a:pt x="2878732" y="2203739"/>
                  </a:lnTo>
                  <a:lnTo>
                    <a:pt x="2878840" y="2203739"/>
                  </a:lnTo>
                  <a:lnTo>
                    <a:pt x="2878948" y="2203739"/>
                  </a:lnTo>
                  <a:lnTo>
                    <a:pt x="2879057" y="2203739"/>
                  </a:lnTo>
                  <a:lnTo>
                    <a:pt x="2879165" y="2203739"/>
                  </a:lnTo>
                  <a:lnTo>
                    <a:pt x="2879274" y="2203739"/>
                  </a:lnTo>
                  <a:lnTo>
                    <a:pt x="2879382" y="2203739"/>
                  </a:lnTo>
                  <a:lnTo>
                    <a:pt x="2879491" y="2203739"/>
                  </a:lnTo>
                  <a:lnTo>
                    <a:pt x="2879599" y="2203739"/>
                  </a:lnTo>
                  <a:lnTo>
                    <a:pt x="2879708" y="2203739"/>
                  </a:lnTo>
                  <a:lnTo>
                    <a:pt x="2879816" y="2203739"/>
                  </a:lnTo>
                  <a:lnTo>
                    <a:pt x="2879925" y="2203739"/>
                  </a:lnTo>
                  <a:lnTo>
                    <a:pt x="2880033" y="2203739"/>
                  </a:lnTo>
                  <a:lnTo>
                    <a:pt x="2880141" y="2203739"/>
                  </a:lnTo>
                  <a:lnTo>
                    <a:pt x="2880250" y="2203739"/>
                  </a:lnTo>
                  <a:lnTo>
                    <a:pt x="2880358" y="2203739"/>
                  </a:lnTo>
                  <a:lnTo>
                    <a:pt x="2880467" y="2203739"/>
                  </a:lnTo>
                  <a:lnTo>
                    <a:pt x="2880575" y="2203739"/>
                  </a:lnTo>
                  <a:lnTo>
                    <a:pt x="2880684" y="2203739"/>
                  </a:lnTo>
                  <a:lnTo>
                    <a:pt x="2880792" y="2203739"/>
                  </a:lnTo>
                  <a:lnTo>
                    <a:pt x="2880901" y="2203739"/>
                  </a:lnTo>
                  <a:lnTo>
                    <a:pt x="2881009" y="2203739"/>
                  </a:lnTo>
                  <a:lnTo>
                    <a:pt x="2881009" y="2203116"/>
                  </a:lnTo>
                  <a:lnTo>
                    <a:pt x="2881009" y="2202492"/>
                  </a:lnTo>
                  <a:lnTo>
                    <a:pt x="2881009" y="2201869"/>
                  </a:lnTo>
                  <a:lnTo>
                    <a:pt x="2881117" y="2201869"/>
                  </a:lnTo>
                  <a:lnTo>
                    <a:pt x="2881226" y="2201869"/>
                  </a:lnTo>
                  <a:lnTo>
                    <a:pt x="2881334" y="2201869"/>
                  </a:lnTo>
                  <a:lnTo>
                    <a:pt x="2881443" y="2201869"/>
                  </a:lnTo>
                  <a:lnTo>
                    <a:pt x="2881551" y="2201869"/>
                  </a:lnTo>
                  <a:lnTo>
                    <a:pt x="2881660" y="2201869"/>
                  </a:lnTo>
                  <a:lnTo>
                    <a:pt x="2881768" y="2201869"/>
                  </a:lnTo>
                  <a:lnTo>
                    <a:pt x="2881877" y="2201869"/>
                  </a:lnTo>
                  <a:lnTo>
                    <a:pt x="2881985" y="2201869"/>
                  </a:lnTo>
                  <a:lnTo>
                    <a:pt x="2882093" y="2201869"/>
                  </a:lnTo>
                  <a:lnTo>
                    <a:pt x="2882202" y="2201869"/>
                  </a:lnTo>
                  <a:lnTo>
                    <a:pt x="2882310" y="2201869"/>
                  </a:lnTo>
                  <a:lnTo>
                    <a:pt x="2882310" y="2201245"/>
                  </a:lnTo>
                  <a:lnTo>
                    <a:pt x="2882419" y="2201245"/>
                  </a:lnTo>
                  <a:lnTo>
                    <a:pt x="2882527" y="2201245"/>
                  </a:lnTo>
                  <a:lnTo>
                    <a:pt x="2882636" y="2201245"/>
                  </a:lnTo>
                  <a:lnTo>
                    <a:pt x="2882744" y="2201245"/>
                  </a:lnTo>
                  <a:lnTo>
                    <a:pt x="2882853" y="2201245"/>
                  </a:lnTo>
                  <a:lnTo>
                    <a:pt x="2882961" y="2201245"/>
                  </a:lnTo>
                  <a:lnTo>
                    <a:pt x="2882961" y="2200622"/>
                  </a:lnTo>
                  <a:lnTo>
                    <a:pt x="2883069" y="2200622"/>
                  </a:lnTo>
                  <a:lnTo>
                    <a:pt x="2883178" y="2200622"/>
                  </a:lnTo>
                  <a:lnTo>
                    <a:pt x="2883286" y="2200622"/>
                  </a:lnTo>
                  <a:lnTo>
                    <a:pt x="2883395" y="2200622"/>
                  </a:lnTo>
                  <a:lnTo>
                    <a:pt x="2883503" y="2200622"/>
                  </a:lnTo>
                  <a:lnTo>
                    <a:pt x="2883612" y="2200622"/>
                  </a:lnTo>
                  <a:lnTo>
                    <a:pt x="2883720" y="2200622"/>
                  </a:lnTo>
                  <a:lnTo>
                    <a:pt x="2883829" y="2200622"/>
                  </a:lnTo>
                  <a:lnTo>
                    <a:pt x="2883937" y="2200622"/>
                  </a:lnTo>
                  <a:lnTo>
                    <a:pt x="2884046" y="2200622"/>
                  </a:lnTo>
                  <a:lnTo>
                    <a:pt x="2884046" y="2199998"/>
                  </a:lnTo>
                  <a:lnTo>
                    <a:pt x="2884154" y="2199998"/>
                  </a:lnTo>
                  <a:lnTo>
                    <a:pt x="2884154" y="2199374"/>
                  </a:lnTo>
                  <a:lnTo>
                    <a:pt x="2884262" y="2199374"/>
                  </a:lnTo>
                  <a:lnTo>
                    <a:pt x="2884371" y="2199374"/>
                  </a:lnTo>
                  <a:lnTo>
                    <a:pt x="2884479" y="2199374"/>
                  </a:lnTo>
                  <a:lnTo>
                    <a:pt x="2884588" y="2199374"/>
                  </a:lnTo>
                  <a:lnTo>
                    <a:pt x="2884696" y="2199374"/>
                  </a:lnTo>
                  <a:lnTo>
                    <a:pt x="2884805" y="2199374"/>
                  </a:lnTo>
                  <a:lnTo>
                    <a:pt x="2884805" y="2198751"/>
                  </a:lnTo>
                  <a:lnTo>
                    <a:pt x="2884913" y="2198751"/>
                  </a:lnTo>
                  <a:lnTo>
                    <a:pt x="2885022" y="2198751"/>
                  </a:lnTo>
                  <a:lnTo>
                    <a:pt x="2885130" y="2198751"/>
                  </a:lnTo>
                  <a:lnTo>
                    <a:pt x="2885238" y="2198751"/>
                  </a:lnTo>
                  <a:lnTo>
                    <a:pt x="2885347" y="2198751"/>
                  </a:lnTo>
                  <a:lnTo>
                    <a:pt x="2885455" y="2198751"/>
                  </a:lnTo>
                  <a:lnTo>
                    <a:pt x="2885564" y="2198751"/>
                  </a:lnTo>
                  <a:lnTo>
                    <a:pt x="2885672" y="2198751"/>
                  </a:lnTo>
                  <a:lnTo>
                    <a:pt x="2885781" y="2198751"/>
                  </a:lnTo>
                  <a:lnTo>
                    <a:pt x="2885889" y="2198751"/>
                  </a:lnTo>
                  <a:lnTo>
                    <a:pt x="2885998" y="2198751"/>
                  </a:lnTo>
                  <a:lnTo>
                    <a:pt x="2886106" y="2198751"/>
                  </a:lnTo>
                  <a:lnTo>
                    <a:pt x="2886106" y="2198127"/>
                  </a:lnTo>
                  <a:lnTo>
                    <a:pt x="2886214" y="2198127"/>
                  </a:lnTo>
                  <a:lnTo>
                    <a:pt x="2886323" y="2198127"/>
                  </a:lnTo>
                  <a:lnTo>
                    <a:pt x="2886431" y="2198127"/>
                  </a:lnTo>
                  <a:lnTo>
                    <a:pt x="2886540" y="2198127"/>
                  </a:lnTo>
                  <a:lnTo>
                    <a:pt x="2886648" y="2198127"/>
                  </a:lnTo>
                  <a:lnTo>
                    <a:pt x="2886648" y="2197504"/>
                  </a:lnTo>
                  <a:lnTo>
                    <a:pt x="2886757" y="2197504"/>
                  </a:lnTo>
                  <a:lnTo>
                    <a:pt x="2886757" y="2196880"/>
                  </a:lnTo>
                  <a:lnTo>
                    <a:pt x="2886865" y="2196880"/>
                  </a:lnTo>
                  <a:lnTo>
                    <a:pt x="2886974" y="2196880"/>
                  </a:lnTo>
                  <a:lnTo>
                    <a:pt x="2887082" y="2196880"/>
                  </a:lnTo>
                  <a:lnTo>
                    <a:pt x="2887190" y="2196880"/>
                  </a:lnTo>
                  <a:lnTo>
                    <a:pt x="2887299" y="2196880"/>
                  </a:lnTo>
                  <a:lnTo>
                    <a:pt x="2887407" y="2196880"/>
                  </a:lnTo>
                  <a:lnTo>
                    <a:pt x="2887516" y="2196880"/>
                  </a:lnTo>
                  <a:lnTo>
                    <a:pt x="2887624" y="2196880"/>
                  </a:lnTo>
                  <a:lnTo>
                    <a:pt x="2887733" y="2196880"/>
                  </a:lnTo>
                  <a:lnTo>
                    <a:pt x="2887841" y="2196880"/>
                  </a:lnTo>
                  <a:lnTo>
                    <a:pt x="2887950" y="2196880"/>
                  </a:lnTo>
                  <a:lnTo>
                    <a:pt x="2888058" y="2196880"/>
                  </a:lnTo>
                  <a:lnTo>
                    <a:pt x="2888058" y="2196256"/>
                  </a:lnTo>
                  <a:lnTo>
                    <a:pt x="2888167" y="2196256"/>
                  </a:lnTo>
                  <a:lnTo>
                    <a:pt x="2888275" y="2196256"/>
                  </a:lnTo>
                  <a:lnTo>
                    <a:pt x="2888275" y="2195633"/>
                  </a:lnTo>
                  <a:lnTo>
                    <a:pt x="2888383" y="2195633"/>
                  </a:lnTo>
                  <a:lnTo>
                    <a:pt x="2888492" y="2195633"/>
                  </a:lnTo>
                  <a:lnTo>
                    <a:pt x="2888600" y="2195633"/>
                  </a:lnTo>
                  <a:lnTo>
                    <a:pt x="2888709" y="2195633"/>
                  </a:lnTo>
                  <a:lnTo>
                    <a:pt x="2888817" y="2195633"/>
                  </a:lnTo>
                  <a:lnTo>
                    <a:pt x="2888926" y="2195633"/>
                  </a:lnTo>
                  <a:lnTo>
                    <a:pt x="2889034" y="2195633"/>
                  </a:lnTo>
                  <a:lnTo>
                    <a:pt x="2889143" y="2195633"/>
                  </a:lnTo>
                  <a:lnTo>
                    <a:pt x="2889251" y="2195633"/>
                  </a:lnTo>
                  <a:lnTo>
                    <a:pt x="2889251" y="2195009"/>
                  </a:lnTo>
                  <a:lnTo>
                    <a:pt x="2889359" y="2195009"/>
                  </a:lnTo>
                  <a:lnTo>
                    <a:pt x="2889468" y="2195009"/>
                  </a:lnTo>
                  <a:lnTo>
                    <a:pt x="2889576" y="2195009"/>
                  </a:lnTo>
                  <a:lnTo>
                    <a:pt x="2889685" y="2195009"/>
                  </a:lnTo>
                  <a:lnTo>
                    <a:pt x="2889793" y="2195009"/>
                  </a:lnTo>
                  <a:lnTo>
                    <a:pt x="2889902" y="2195009"/>
                  </a:lnTo>
                  <a:lnTo>
                    <a:pt x="2890010" y="2195009"/>
                  </a:lnTo>
                  <a:lnTo>
                    <a:pt x="2890119" y="2195009"/>
                  </a:lnTo>
                  <a:lnTo>
                    <a:pt x="2890227" y="2195009"/>
                  </a:lnTo>
                  <a:lnTo>
                    <a:pt x="2890335" y="2195009"/>
                  </a:lnTo>
                  <a:lnTo>
                    <a:pt x="2890444" y="2195009"/>
                  </a:lnTo>
                  <a:lnTo>
                    <a:pt x="2890552" y="2195009"/>
                  </a:lnTo>
                  <a:lnTo>
                    <a:pt x="2890661" y="2195009"/>
                  </a:lnTo>
                  <a:lnTo>
                    <a:pt x="2890769" y="2195009"/>
                  </a:lnTo>
                  <a:lnTo>
                    <a:pt x="2890769" y="2194386"/>
                  </a:lnTo>
                  <a:lnTo>
                    <a:pt x="2890878" y="2194386"/>
                  </a:lnTo>
                  <a:lnTo>
                    <a:pt x="2890986" y="2194386"/>
                  </a:lnTo>
                  <a:lnTo>
                    <a:pt x="2891095" y="2194386"/>
                  </a:lnTo>
                  <a:lnTo>
                    <a:pt x="2891203" y="2194386"/>
                  </a:lnTo>
                  <a:lnTo>
                    <a:pt x="2891311" y="2194386"/>
                  </a:lnTo>
                  <a:lnTo>
                    <a:pt x="2891420" y="2194386"/>
                  </a:lnTo>
                  <a:lnTo>
                    <a:pt x="2891528" y="2194386"/>
                  </a:lnTo>
                  <a:lnTo>
                    <a:pt x="2891637" y="2194386"/>
                  </a:lnTo>
                  <a:lnTo>
                    <a:pt x="2891745" y="2194386"/>
                  </a:lnTo>
                  <a:lnTo>
                    <a:pt x="2891854" y="2194386"/>
                  </a:lnTo>
                  <a:lnTo>
                    <a:pt x="2891962" y="2194386"/>
                  </a:lnTo>
                  <a:lnTo>
                    <a:pt x="2892071" y="2194386"/>
                  </a:lnTo>
                  <a:lnTo>
                    <a:pt x="2892071" y="2193762"/>
                  </a:lnTo>
                  <a:lnTo>
                    <a:pt x="2892179" y="2193762"/>
                  </a:lnTo>
                  <a:lnTo>
                    <a:pt x="2892287" y="2193762"/>
                  </a:lnTo>
                  <a:lnTo>
                    <a:pt x="2892396" y="2193762"/>
                  </a:lnTo>
                  <a:lnTo>
                    <a:pt x="2892504" y="2193762"/>
                  </a:lnTo>
                  <a:lnTo>
                    <a:pt x="2892504" y="2193139"/>
                  </a:lnTo>
                  <a:lnTo>
                    <a:pt x="2892613" y="2193139"/>
                  </a:lnTo>
                  <a:lnTo>
                    <a:pt x="2892613" y="2192515"/>
                  </a:lnTo>
                  <a:lnTo>
                    <a:pt x="2892613" y="2191891"/>
                  </a:lnTo>
                  <a:lnTo>
                    <a:pt x="2892721" y="2191891"/>
                  </a:lnTo>
                  <a:lnTo>
                    <a:pt x="2892721" y="2191268"/>
                  </a:lnTo>
                  <a:lnTo>
                    <a:pt x="2892721" y="2190644"/>
                  </a:lnTo>
                  <a:lnTo>
                    <a:pt x="2892830" y="2190644"/>
                  </a:lnTo>
                  <a:lnTo>
                    <a:pt x="2892938" y="2190644"/>
                  </a:lnTo>
                  <a:lnTo>
                    <a:pt x="2892938" y="2190021"/>
                  </a:lnTo>
                  <a:lnTo>
                    <a:pt x="2893047" y="2190021"/>
                  </a:lnTo>
                  <a:lnTo>
                    <a:pt x="2893155" y="2190021"/>
                  </a:lnTo>
                  <a:lnTo>
                    <a:pt x="2893264" y="2190021"/>
                  </a:lnTo>
                  <a:lnTo>
                    <a:pt x="2893372" y="2190021"/>
                  </a:lnTo>
                  <a:lnTo>
                    <a:pt x="2893372" y="2189397"/>
                  </a:lnTo>
                  <a:lnTo>
                    <a:pt x="2893480" y="2189397"/>
                  </a:lnTo>
                  <a:lnTo>
                    <a:pt x="2893589" y="2189397"/>
                  </a:lnTo>
                  <a:lnTo>
                    <a:pt x="2893697" y="2189397"/>
                  </a:lnTo>
                  <a:lnTo>
                    <a:pt x="2893806" y="2189397"/>
                  </a:lnTo>
                  <a:lnTo>
                    <a:pt x="2893914" y="2189397"/>
                  </a:lnTo>
                  <a:lnTo>
                    <a:pt x="2894023" y="2189397"/>
                  </a:lnTo>
                  <a:lnTo>
                    <a:pt x="2894131" y="2189397"/>
                  </a:lnTo>
                  <a:lnTo>
                    <a:pt x="2894240" y="2189397"/>
                  </a:lnTo>
                  <a:lnTo>
                    <a:pt x="2894348" y="2189397"/>
                  </a:lnTo>
                  <a:lnTo>
                    <a:pt x="2894456" y="2189397"/>
                  </a:lnTo>
                  <a:lnTo>
                    <a:pt x="2894456" y="2188773"/>
                  </a:lnTo>
                  <a:lnTo>
                    <a:pt x="2894565" y="2188773"/>
                  </a:lnTo>
                  <a:lnTo>
                    <a:pt x="2894673" y="2188773"/>
                  </a:lnTo>
                  <a:lnTo>
                    <a:pt x="2894673" y="2188150"/>
                  </a:lnTo>
                  <a:lnTo>
                    <a:pt x="2894673" y="2187526"/>
                  </a:lnTo>
                  <a:lnTo>
                    <a:pt x="2894782" y="2187526"/>
                  </a:lnTo>
                  <a:lnTo>
                    <a:pt x="2894782" y="2186903"/>
                  </a:lnTo>
                  <a:lnTo>
                    <a:pt x="2894782" y="2186279"/>
                  </a:lnTo>
                  <a:lnTo>
                    <a:pt x="2894782" y="2185656"/>
                  </a:lnTo>
                  <a:lnTo>
                    <a:pt x="2894890" y="2185656"/>
                  </a:lnTo>
                  <a:lnTo>
                    <a:pt x="2894999" y="2185656"/>
                  </a:lnTo>
                  <a:lnTo>
                    <a:pt x="2895107" y="2185656"/>
                  </a:lnTo>
                  <a:lnTo>
                    <a:pt x="2895216" y="2185656"/>
                  </a:lnTo>
                  <a:lnTo>
                    <a:pt x="2895216" y="2185032"/>
                  </a:lnTo>
                  <a:lnTo>
                    <a:pt x="2895216" y="2184408"/>
                  </a:lnTo>
                  <a:lnTo>
                    <a:pt x="2895324" y="2184408"/>
                  </a:lnTo>
                  <a:lnTo>
                    <a:pt x="2895432" y="2184408"/>
                  </a:lnTo>
                  <a:lnTo>
                    <a:pt x="2895541" y="2184408"/>
                  </a:lnTo>
                  <a:lnTo>
                    <a:pt x="2895649" y="2184408"/>
                  </a:lnTo>
                  <a:lnTo>
                    <a:pt x="2895758" y="2184408"/>
                  </a:lnTo>
                  <a:lnTo>
                    <a:pt x="2895866" y="2184408"/>
                  </a:lnTo>
                  <a:lnTo>
                    <a:pt x="2895975" y="2184408"/>
                  </a:lnTo>
                  <a:lnTo>
                    <a:pt x="2895975" y="2183785"/>
                  </a:lnTo>
                  <a:lnTo>
                    <a:pt x="2896083" y="2183785"/>
                  </a:lnTo>
                  <a:lnTo>
                    <a:pt x="2896083" y="2183161"/>
                  </a:lnTo>
                  <a:lnTo>
                    <a:pt x="2896192" y="2183161"/>
                  </a:lnTo>
                  <a:lnTo>
                    <a:pt x="2896300" y="2183161"/>
                  </a:lnTo>
                  <a:lnTo>
                    <a:pt x="2896300" y="2182538"/>
                  </a:lnTo>
                  <a:lnTo>
                    <a:pt x="2896408" y="2182538"/>
                  </a:lnTo>
                  <a:lnTo>
                    <a:pt x="2896517" y="2182538"/>
                  </a:lnTo>
                  <a:lnTo>
                    <a:pt x="2896625" y="2182538"/>
                  </a:lnTo>
                  <a:lnTo>
                    <a:pt x="2896734" y="2182538"/>
                  </a:lnTo>
                  <a:lnTo>
                    <a:pt x="2896842" y="2182538"/>
                  </a:lnTo>
                  <a:lnTo>
                    <a:pt x="2896951" y="2182538"/>
                  </a:lnTo>
                  <a:lnTo>
                    <a:pt x="2897059" y="2182538"/>
                  </a:lnTo>
                  <a:lnTo>
                    <a:pt x="2897168" y="2182538"/>
                  </a:lnTo>
                  <a:lnTo>
                    <a:pt x="2897276" y="2182538"/>
                  </a:lnTo>
                  <a:lnTo>
                    <a:pt x="2897385" y="2182538"/>
                  </a:lnTo>
                  <a:lnTo>
                    <a:pt x="2897493" y="2182538"/>
                  </a:lnTo>
                  <a:lnTo>
                    <a:pt x="2897601" y="2182538"/>
                  </a:lnTo>
                  <a:lnTo>
                    <a:pt x="2897710" y="2182538"/>
                  </a:lnTo>
                  <a:lnTo>
                    <a:pt x="2897818" y="2182538"/>
                  </a:lnTo>
                  <a:lnTo>
                    <a:pt x="2897927" y="2182538"/>
                  </a:lnTo>
                  <a:lnTo>
                    <a:pt x="2898035" y="2182538"/>
                  </a:lnTo>
                  <a:lnTo>
                    <a:pt x="2898144" y="2182538"/>
                  </a:lnTo>
                  <a:lnTo>
                    <a:pt x="2898252" y="2182538"/>
                  </a:lnTo>
                  <a:lnTo>
                    <a:pt x="2898361" y="2182538"/>
                  </a:lnTo>
                  <a:lnTo>
                    <a:pt x="2898469" y="2182538"/>
                  </a:lnTo>
                  <a:lnTo>
                    <a:pt x="2898577" y="2182538"/>
                  </a:lnTo>
                  <a:lnTo>
                    <a:pt x="2898686" y="2182538"/>
                  </a:lnTo>
                  <a:lnTo>
                    <a:pt x="2898794" y="2182538"/>
                  </a:lnTo>
                  <a:lnTo>
                    <a:pt x="2898903" y="2182538"/>
                  </a:lnTo>
                  <a:lnTo>
                    <a:pt x="2899011" y="2182538"/>
                  </a:lnTo>
                  <a:lnTo>
                    <a:pt x="2899011" y="2181914"/>
                  </a:lnTo>
                  <a:lnTo>
                    <a:pt x="2899120" y="2181914"/>
                  </a:lnTo>
                  <a:lnTo>
                    <a:pt x="2899228" y="2181914"/>
                  </a:lnTo>
                  <a:lnTo>
                    <a:pt x="2899228" y="2181290"/>
                  </a:lnTo>
                  <a:lnTo>
                    <a:pt x="2899337" y="2181290"/>
                  </a:lnTo>
                  <a:lnTo>
                    <a:pt x="2899445" y="2181290"/>
                  </a:lnTo>
                  <a:lnTo>
                    <a:pt x="2899553" y="2181290"/>
                  </a:lnTo>
                  <a:lnTo>
                    <a:pt x="2899662" y="2181290"/>
                  </a:lnTo>
                  <a:lnTo>
                    <a:pt x="2899770" y="2181290"/>
                  </a:lnTo>
                  <a:lnTo>
                    <a:pt x="2899879" y="2181290"/>
                  </a:lnTo>
                  <a:lnTo>
                    <a:pt x="2899987" y="2181290"/>
                  </a:lnTo>
                  <a:lnTo>
                    <a:pt x="2900096" y="2181290"/>
                  </a:lnTo>
                  <a:lnTo>
                    <a:pt x="2900204" y="2181290"/>
                  </a:lnTo>
                  <a:lnTo>
                    <a:pt x="2900313" y="2181290"/>
                  </a:lnTo>
                  <a:lnTo>
                    <a:pt x="2900421" y="2181290"/>
                  </a:lnTo>
                  <a:lnTo>
                    <a:pt x="2900529" y="2181290"/>
                  </a:lnTo>
                  <a:lnTo>
                    <a:pt x="2900529" y="2180667"/>
                  </a:lnTo>
                  <a:lnTo>
                    <a:pt x="2900638" y="2180667"/>
                  </a:lnTo>
                  <a:lnTo>
                    <a:pt x="2900746" y="2180667"/>
                  </a:lnTo>
                  <a:lnTo>
                    <a:pt x="2900746" y="2180043"/>
                  </a:lnTo>
                  <a:lnTo>
                    <a:pt x="2900855" y="2180043"/>
                  </a:lnTo>
                  <a:lnTo>
                    <a:pt x="2900963" y="2180043"/>
                  </a:lnTo>
                  <a:lnTo>
                    <a:pt x="2901072" y="2180043"/>
                  </a:lnTo>
                  <a:lnTo>
                    <a:pt x="2901180" y="2180043"/>
                  </a:lnTo>
                  <a:lnTo>
                    <a:pt x="2901289" y="2180043"/>
                  </a:lnTo>
                  <a:lnTo>
                    <a:pt x="2901397" y="2180043"/>
                  </a:lnTo>
                  <a:lnTo>
                    <a:pt x="2901397" y="2179420"/>
                  </a:lnTo>
                  <a:lnTo>
                    <a:pt x="2901506" y="2179420"/>
                  </a:lnTo>
                  <a:lnTo>
                    <a:pt x="2901614" y="2179420"/>
                  </a:lnTo>
                  <a:lnTo>
                    <a:pt x="2901722" y="2179420"/>
                  </a:lnTo>
                  <a:lnTo>
                    <a:pt x="2901722" y="2178796"/>
                  </a:lnTo>
                  <a:lnTo>
                    <a:pt x="2901831" y="2178796"/>
                  </a:lnTo>
                  <a:lnTo>
                    <a:pt x="2901939" y="2178796"/>
                  </a:lnTo>
                  <a:lnTo>
                    <a:pt x="2902048" y="2178796"/>
                  </a:lnTo>
                  <a:lnTo>
                    <a:pt x="2902156" y="2178796"/>
                  </a:lnTo>
                  <a:lnTo>
                    <a:pt x="2902265" y="2178796"/>
                  </a:lnTo>
                  <a:lnTo>
                    <a:pt x="2902373" y="2178796"/>
                  </a:lnTo>
                  <a:lnTo>
                    <a:pt x="2902482" y="2178796"/>
                  </a:lnTo>
                  <a:lnTo>
                    <a:pt x="2902590" y="2178796"/>
                  </a:lnTo>
                  <a:lnTo>
                    <a:pt x="2902698" y="2178796"/>
                  </a:lnTo>
                  <a:lnTo>
                    <a:pt x="2902807" y="2178796"/>
                  </a:lnTo>
                  <a:lnTo>
                    <a:pt x="2902915" y="2178796"/>
                  </a:lnTo>
                  <a:lnTo>
                    <a:pt x="2903024" y="2178796"/>
                  </a:lnTo>
                  <a:lnTo>
                    <a:pt x="2903132" y="2178796"/>
                  </a:lnTo>
                  <a:lnTo>
                    <a:pt x="2903241" y="2178796"/>
                  </a:lnTo>
                  <a:lnTo>
                    <a:pt x="2903349" y="2178796"/>
                  </a:lnTo>
                  <a:lnTo>
                    <a:pt x="2903458" y="2178796"/>
                  </a:lnTo>
                  <a:lnTo>
                    <a:pt x="2903566" y="2178796"/>
                  </a:lnTo>
                  <a:lnTo>
                    <a:pt x="2903674" y="2178796"/>
                  </a:lnTo>
                  <a:lnTo>
                    <a:pt x="2903674" y="2178173"/>
                  </a:lnTo>
                  <a:lnTo>
                    <a:pt x="2903783" y="2178173"/>
                  </a:lnTo>
                  <a:lnTo>
                    <a:pt x="2903891" y="2178173"/>
                  </a:lnTo>
                  <a:lnTo>
                    <a:pt x="2904000" y="2178173"/>
                  </a:lnTo>
                  <a:lnTo>
                    <a:pt x="2904108" y="2178173"/>
                  </a:lnTo>
                  <a:lnTo>
                    <a:pt x="2904217" y="2178173"/>
                  </a:lnTo>
                  <a:lnTo>
                    <a:pt x="2904325" y="2178173"/>
                  </a:lnTo>
                  <a:lnTo>
                    <a:pt x="2904434" y="2178173"/>
                  </a:lnTo>
                  <a:lnTo>
                    <a:pt x="2904542" y="2178173"/>
                  </a:lnTo>
                  <a:lnTo>
                    <a:pt x="2904650" y="2178173"/>
                  </a:lnTo>
                  <a:lnTo>
                    <a:pt x="2904759" y="2178173"/>
                  </a:lnTo>
                  <a:lnTo>
                    <a:pt x="2904867" y="2178173"/>
                  </a:lnTo>
                  <a:lnTo>
                    <a:pt x="2904976" y="2178173"/>
                  </a:lnTo>
                  <a:lnTo>
                    <a:pt x="2905084" y="2178173"/>
                  </a:lnTo>
                  <a:lnTo>
                    <a:pt x="2905193" y="2178173"/>
                  </a:lnTo>
                  <a:lnTo>
                    <a:pt x="2905301" y="2178173"/>
                  </a:lnTo>
                  <a:lnTo>
                    <a:pt x="2905410" y="2178173"/>
                  </a:lnTo>
                  <a:lnTo>
                    <a:pt x="2905518" y="2178173"/>
                  </a:lnTo>
                  <a:lnTo>
                    <a:pt x="2905627" y="2178173"/>
                  </a:lnTo>
                  <a:lnTo>
                    <a:pt x="2905735" y="2178173"/>
                  </a:lnTo>
                  <a:lnTo>
                    <a:pt x="2905843" y="2178173"/>
                  </a:lnTo>
                  <a:lnTo>
                    <a:pt x="2905952" y="2178173"/>
                  </a:lnTo>
                  <a:lnTo>
                    <a:pt x="2906060" y="2178173"/>
                  </a:lnTo>
                  <a:lnTo>
                    <a:pt x="2906060" y="2177549"/>
                  </a:lnTo>
                  <a:lnTo>
                    <a:pt x="2906169" y="2177549"/>
                  </a:lnTo>
                  <a:lnTo>
                    <a:pt x="2906169" y="2176925"/>
                  </a:lnTo>
                  <a:lnTo>
                    <a:pt x="2906277" y="2176925"/>
                  </a:lnTo>
                  <a:lnTo>
                    <a:pt x="2906386" y="2176925"/>
                  </a:lnTo>
                  <a:lnTo>
                    <a:pt x="2906494" y="2176925"/>
                  </a:lnTo>
                  <a:lnTo>
                    <a:pt x="2906494" y="2176302"/>
                  </a:lnTo>
                  <a:lnTo>
                    <a:pt x="2906603" y="2176302"/>
                  </a:lnTo>
                  <a:lnTo>
                    <a:pt x="2906603" y="2175678"/>
                  </a:lnTo>
                  <a:lnTo>
                    <a:pt x="2906603" y="2175055"/>
                  </a:lnTo>
                  <a:lnTo>
                    <a:pt x="2906711" y="2175055"/>
                  </a:lnTo>
                  <a:lnTo>
                    <a:pt x="2906819" y="2175055"/>
                  </a:lnTo>
                  <a:lnTo>
                    <a:pt x="2906928" y="2175055"/>
                  </a:lnTo>
                  <a:lnTo>
                    <a:pt x="2907036" y="2175055"/>
                  </a:lnTo>
                  <a:lnTo>
                    <a:pt x="2907145" y="2175055"/>
                  </a:lnTo>
                  <a:lnTo>
                    <a:pt x="2907253" y="2175055"/>
                  </a:lnTo>
                  <a:lnTo>
                    <a:pt x="2907362" y="2175055"/>
                  </a:lnTo>
                  <a:lnTo>
                    <a:pt x="2907362" y="2174431"/>
                  </a:lnTo>
                  <a:lnTo>
                    <a:pt x="2907470" y="2174431"/>
                  </a:lnTo>
                  <a:lnTo>
                    <a:pt x="2907579" y="2174431"/>
                  </a:lnTo>
                  <a:lnTo>
                    <a:pt x="2907579" y="2173807"/>
                  </a:lnTo>
                  <a:lnTo>
                    <a:pt x="2907579" y="2173184"/>
                  </a:lnTo>
                  <a:lnTo>
                    <a:pt x="2907687" y="2173184"/>
                  </a:lnTo>
                  <a:lnTo>
                    <a:pt x="2907795" y="2173184"/>
                  </a:lnTo>
                  <a:lnTo>
                    <a:pt x="2907904" y="2173184"/>
                  </a:lnTo>
                  <a:lnTo>
                    <a:pt x="2907904" y="2172560"/>
                  </a:lnTo>
                  <a:lnTo>
                    <a:pt x="2908012" y="2172560"/>
                  </a:lnTo>
                  <a:lnTo>
                    <a:pt x="2908121" y="2172560"/>
                  </a:lnTo>
                  <a:lnTo>
                    <a:pt x="2908229" y="2172560"/>
                  </a:lnTo>
                  <a:lnTo>
                    <a:pt x="2908229" y="2171937"/>
                  </a:lnTo>
                  <a:lnTo>
                    <a:pt x="2908338" y="2171937"/>
                  </a:lnTo>
                  <a:lnTo>
                    <a:pt x="2908446" y="2171937"/>
                  </a:lnTo>
                  <a:lnTo>
                    <a:pt x="2908555" y="2171937"/>
                  </a:lnTo>
                  <a:lnTo>
                    <a:pt x="2908663" y="2171937"/>
                  </a:lnTo>
                  <a:lnTo>
                    <a:pt x="2908771" y="2171937"/>
                  </a:lnTo>
                  <a:lnTo>
                    <a:pt x="2908880" y="2171937"/>
                  </a:lnTo>
                  <a:lnTo>
                    <a:pt x="2908988" y="2171937"/>
                  </a:lnTo>
                  <a:lnTo>
                    <a:pt x="2908988" y="2171313"/>
                  </a:lnTo>
                  <a:lnTo>
                    <a:pt x="2909097" y="2171313"/>
                  </a:lnTo>
                  <a:lnTo>
                    <a:pt x="2909097" y="2170690"/>
                  </a:lnTo>
                  <a:lnTo>
                    <a:pt x="2909097" y="2170066"/>
                  </a:lnTo>
                  <a:lnTo>
                    <a:pt x="2909205" y="2170066"/>
                  </a:lnTo>
                  <a:lnTo>
                    <a:pt x="2909205" y="2169442"/>
                  </a:lnTo>
                  <a:lnTo>
                    <a:pt x="2909314" y="2169442"/>
                  </a:lnTo>
                  <a:lnTo>
                    <a:pt x="2909314" y="2168819"/>
                  </a:lnTo>
                  <a:lnTo>
                    <a:pt x="2909422" y="2168819"/>
                  </a:lnTo>
                  <a:lnTo>
                    <a:pt x="2909531" y="2168819"/>
                  </a:lnTo>
                  <a:lnTo>
                    <a:pt x="2909639" y="2168819"/>
                  </a:lnTo>
                  <a:lnTo>
                    <a:pt x="2909748" y="2168819"/>
                  </a:lnTo>
                  <a:lnTo>
                    <a:pt x="2909748" y="2168195"/>
                  </a:lnTo>
                  <a:lnTo>
                    <a:pt x="2909748" y="2167572"/>
                  </a:lnTo>
                  <a:lnTo>
                    <a:pt x="2909856" y="2167572"/>
                  </a:lnTo>
                  <a:lnTo>
                    <a:pt x="2909964" y="2167572"/>
                  </a:lnTo>
                  <a:lnTo>
                    <a:pt x="2910073" y="2167572"/>
                  </a:lnTo>
                  <a:lnTo>
                    <a:pt x="2910181" y="2167572"/>
                  </a:lnTo>
                  <a:lnTo>
                    <a:pt x="2910181" y="2166948"/>
                  </a:lnTo>
                  <a:lnTo>
                    <a:pt x="2910290" y="2166948"/>
                  </a:lnTo>
                  <a:lnTo>
                    <a:pt x="2910398" y="2166948"/>
                  </a:lnTo>
                  <a:lnTo>
                    <a:pt x="2910507" y="2166948"/>
                  </a:lnTo>
                  <a:lnTo>
                    <a:pt x="2910615" y="2166948"/>
                  </a:lnTo>
                  <a:lnTo>
                    <a:pt x="2910724" y="2166948"/>
                  </a:lnTo>
                  <a:lnTo>
                    <a:pt x="2910832" y="2166948"/>
                  </a:lnTo>
                  <a:lnTo>
                    <a:pt x="2910832" y="2166324"/>
                  </a:lnTo>
                  <a:lnTo>
                    <a:pt x="2910940" y="2166324"/>
                  </a:lnTo>
                  <a:lnTo>
                    <a:pt x="2910940" y="2165701"/>
                  </a:lnTo>
                  <a:lnTo>
                    <a:pt x="2911049" y="2165701"/>
                  </a:lnTo>
                  <a:lnTo>
                    <a:pt x="2911157" y="2165701"/>
                  </a:lnTo>
                  <a:lnTo>
                    <a:pt x="2911266" y="2165701"/>
                  </a:lnTo>
                  <a:lnTo>
                    <a:pt x="2911374" y="2165701"/>
                  </a:lnTo>
                  <a:lnTo>
                    <a:pt x="2911374" y="2165077"/>
                  </a:lnTo>
                  <a:lnTo>
                    <a:pt x="2911483" y="2165077"/>
                  </a:lnTo>
                  <a:lnTo>
                    <a:pt x="2911591" y="2165077"/>
                  </a:lnTo>
                  <a:lnTo>
                    <a:pt x="2911700" y="2165077"/>
                  </a:lnTo>
                  <a:lnTo>
                    <a:pt x="2911808" y="2165077"/>
                  </a:lnTo>
                  <a:lnTo>
                    <a:pt x="2911916" y="2165077"/>
                  </a:lnTo>
                  <a:lnTo>
                    <a:pt x="2911916" y="2164454"/>
                  </a:lnTo>
                  <a:lnTo>
                    <a:pt x="2912025" y="2164454"/>
                  </a:lnTo>
                  <a:lnTo>
                    <a:pt x="2912133" y="2164454"/>
                  </a:lnTo>
                  <a:lnTo>
                    <a:pt x="2912242" y="2164454"/>
                  </a:lnTo>
                  <a:lnTo>
                    <a:pt x="2912350" y="2164454"/>
                  </a:lnTo>
                  <a:lnTo>
                    <a:pt x="2912459" y="2164454"/>
                  </a:lnTo>
                  <a:lnTo>
                    <a:pt x="2912567" y="2164454"/>
                  </a:lnTo>
                  <a:lnTo>
                    <a:pt x="2912676" y="2164454"/>
                  </a:lnTo>
                  <a:lnTo>
                    <a:pt x="2912676" y="2163830"/>
                  </a:lnTo>
                  <a:lnTo>
                    <a:pt x="2912784" y="2163830"/>
                  </a:lnTo>
                  <a:lnTo>
                    <a:pt x="2912892" y="2163830"/>
                  </a:lnTo>
                  <a:lnTo>
                    <a:pt x="2913001" y="2163830"/>
                  </a:lnTo>
                  <a:lnTo>
                    <a:pt x="2913109" y="2163830"/>
                  </a:lnTo>
                  <a:lnTo>
                    <a:pt x="2913218" y="2163830"/>
                  </a:lnTo>
                  <a:lnTo>
                    <a:pt x="2913218" y="2163207"/>
                  </a:lnTo>
                  <a:lnTo>
                    <a:pt x="2913326" y="2163207"/>
                  </a:lnTo>
                  <a:lnTo>
                    <a:pt x="2913435" y="2163207"/>
                  </a:lnTo>
                  <a:lnTo>
                    <a:pt x="2913543" y="2163207"/>
                  </a:lnTo>
                  <a:lnTo>
                    <a:pt x="2913543" y="2162583"/>
                  </a:lnTo>
                  <a:lnTo>
                    <a:pt x="2913652" y="2162583"/>
                  </a:lnTo>
                  <a:lnTo>
                    <a:pt x="2913760" y="2162583"/>
                  </a:lnTo>
                  <a:lnTo>
                    <a:pt x="2913869" y="2162583"/>
                  </a:lnTo>
                  <a:lnTo>
                    <a:pt x="2913869" y="2161959"/>
                  </a:lnTo>
                  <a:lnTo>
                    <a:pt x="2913977" y="2161959"/>
                  </a:lnTo>
                  <a:lnTo>
                    <a:pt x="2914085" y="2161959"/>
                  </a:lnTo>
                  <a:lnTo>
                    <a:pt x="2914085" y="2161336"/>
                  </a:lnTo>
                  <a:lnTo>
                    <a:pt x="2914085" y="2160712"/>
                  </a:lnTo>
                  <a:lnTo>
                    <a:pt x="2914194" y="2160712"/>
                  </a:lnTo>
                  <a:lnTo>
                    <a:pt x="2914302" y="2160712"/>
                  </a:lnTo>
                  <a:lnTo>
                    <a:pt x="2914411" y="2160712"/>
                  </a:lnTo>
                  <a:lnTo>
                    <a:pt x="2914519" y="2160712"/>
                  </a:lnTo>
                  <a:lnTo>
                    <a:pt x="2914628" y="2160712"/>
                  </a:lnTo>
                  <a:lnTo>
                    <a:pt x="2914628" y="2160089"/>
                  </a:lnTo>
                  <a:lnTo>
                    <a:pt x="2914736" y="2160089"/>
                  </a:lnTo>
                  <a:lnTo>
                    <a:pt x="2914845" y="2160089"/>
                  </a:lnTo>
                  <a:lnTo>
                    <a:pt x="2914953" y="2160089"/>
                  </a:lnTo>
                  <a:lnTo>
                    <a:pt x="2915061" y="2160089"/>
                  </a:lnTo>
                  <a:lnTo>
                    <a:pt x="2915170" y="2160089"/>
                  </a:lnTo>
                  <a:lnTo>
                    <a:pt x="2915170" y="2159465"/>
                  </a:lnTo>
                  <a:lnTo>
                    <a:pt x="2915278" y="2159465"/>
                  </a:lnTo>
                  <a:lnTo>
                    <a:pt x="2915387" y="2159465"/>
                  </a:lnTo>
                  <a:lnTo>
                    <a:pt x="2915495" y="2159465"/>
                  </a:lnTo>
                  <a:lnTo>
                    <a:pt x="2915495" y="2158841"/>
                  </a:lnTo>
                  <a:lnTo>
                    <a:pt x="2915604" y="2158841"/>
                  </a:lnTo>
                  <a:lnTo>
                    <a:pt x="2915712" y="2158841"/>
                  </a:lnTo>
                  <a:lnTo>
                    <a:pt x="2915821" y="2158841"/>
                  </a:lnTo>
                  <a:lnTo>
                    <a:pt x="2915821" y="2158218"/>
                  </a:lnTo>
                  <a:lnTo>
                    <a:pt x="2915929" y="2158218"/>
                  </a:lnTo>
                  <a:lnTo>
                    <a:pt x="2916037" y="2158218"/>
                  </a:lnTo>
                  <a:lnTo>
                    <a:pt x="2916037" y="2157594"/>
                  </a:lnTo>
                  <a:lnTo>
                    <a:pt x="2916146" y="2157594"/>
                  </a:lnTo>
                  <a:lnTo>
                    <a:pt x="2916254" y="2157594"/>
                  </a:lnTo>
                  <a:lnTo>
                    <a:pt x="2916363" y="2157594"/>
                  </a:lnTo>
                  <a:lnTo>
                    <a:pt x="2916471" y="2157594"/>
                  </a:lnTo>
                  <a:lnTo>
                    <a:pt x="2916471" y="2156971"/>
                  </a:lnTo>
                  <a:lnTo>
                    <a:pt x="2916580" y="2156971"/>
                  </a:lnTo>
                  <a:lnTo>
                    <a:pt x="2916688" y="2156971"/>
                  </a:lnTo>
                  <a:lnTo>
                    <a:pt x="2916797" y="2156971"/>
                  </a:lnTo>
                  <a:lnTo>
                    <a:pt x="2916905" y="2156971"/>
                  </a:lnTo>
                  <a:lnTo>
                    <a:pt x="2917013" y="2156971"/>
                  </a:lnTo>
                  <a:lnTo>
                    <a:pt x="2917122" y="2156971"/>
                  </a:lnTo>
                  <a:lnTo>
                    <a:pt x="2917230" y="2156971"/>
                  </a:lnTo>
                  <a:lnTo>
                    <a:pt x="2917339" y="2156971"/>
                  </a:lnTo>
                  <a:lnTo>
                    <a:pt x="2917447" y="2156971"/>
                  </a:lnTo>
                  <a:lnTo>
                    <a:pt x="2917447" y="2156347"/>
                  </a:lnTo>
                  <a:lnTo>
                    <a:pt x="2917556" y="2156347"/>
                  </a:lnTo>
                  <a:lnTo>
                    <a:pt x="2917664" y="2156347"/>
                  </a:lnTo>
                  <a:lnTo>
                    <a:pt x="2917773" y="2156347"/>
                  </a:lnTo>
                  <a:lnTo>
                    <a:pt x="2917773" y="2155724"/>
                  </a:lnTo>
                  <a:lnTo>
                    <a:pt x="2917881" y="2155724"/>
                  </a:lnTo>
                  <a:lnTo>
                    <a:pt x="2917989" y="2155724"/>
                  </a:lnTo>
                  <a:lnTo>
                    <a:pt x="2918098" y="2155724"/>
                  </a:lnTo>
                  <a:lnTo>
                    <a:pt x="2918206" y="2155724"/>
                  </a:lnTo>
                  <a:lnTo>
                    <a:pt x="2918206" y="2155100"/>
                  </a:lnTo>
                  <a:lnTo>
                    <a:pt x="2918315" y="2155100"/>
                  </a:lnTo>
                  <a:lnTo>
                    <a:pt x="2918423" y="2155100"/>
                  </a:lnTo>
                  <a:lnTo>
                    <a:pt x="2918532" y="2155100"/>
                  </a:lnTo>
                  <a:lnTo>
                    <a:pt x="2918640" y="2155100"/>
                  </a:lnTo>
                  <a:lnTo>
                    <a:pt x="2918749" y="2155100"/>
                  </a:lnTo>
                  <a:lnTo>
                    <a:pt x="2918857" y="2155100"/>
                  </a:lnTo>
                  <a:lnTo>
                    <a:pt x="2918966" y="2155100"/>
                  </a:lnTo>
                  <a:lnTo>
                    <a:pt x="2919074" y="2155100"/>
                  </a:lnTo>
                  <a:lnTo>
                    <a:pt x="2919182" y="2155100"/>
                  </a:lnTo>
                  <a:lnTo>
                    <a:pt x="2919182" y="2154476"/>
                  </a:lnTo>
                  <a:lnTo>
                    <a:pt x="2919291" y="2154476"/>
                  </a:lnTo>
                  <a:lnTo>
                    <a:pt x="2919399" y="2154476"/>
                  </a:lnTo>
                  <a:lnTo>
                    <a:pt x="2919508" y="2154476"/>
                  </a:lnTo>
                  <a:lnTo>
                    <a:pt x="2919616" y="2154476"/>
                  </a:lnTo>
                  <a:lnTo>
                    <a:pt x="2919725" y="2154476"/>
                  </a:lnTo>
                  <a:lnTo>
                    <a:pt x="2919833" y="2154476"/>
                  </a:lnTo>
                  <a:lnTo>
                    <a:pt x="2919942" y="2154476"/>
                  </a:lnTo>
                  <a:lnTo>
                    <a:pt x="2920050" y="2154476"/>
                  </a:lnTo>
                  <a:lnTo>
                    <a:pt x="2920158" y="2154476"/>
                  </a:lnTo>
                  <a:lnTo>
                    <a:pt x="2920267" y="2154476"/>
                  </a:lnTo>
                  <a:lnTo>
                    <a:pt x="2920375" y="2154476"/>
                  </a:lnTo>
                  <a:lnTo>
                    <a:pt x="2920484" y="2154476"/>
                  </a:lnTo>
                  <a:lnTo>
                    <a:pt x="2920484" y="2153853"/>
                  </a:lnTo>
                  <a:lnTo>
                    <a:pt x="2920592" y="2153853"/>
                  </a:lnTo>
                  <a:lnTo>
                    <a:pt x="2920592" y="2153229"/>
                  </a:lnTo>
                  <a:lnTo>
                    <a:pt x="2920701" y="2153229"/>
                  </a:lnTo>
                  <a:lnTo>
                    <a:pt x="2920809" y="2153229"/>
                  </a:lnTo>
                  <a:lnTo>
                    <a:pt x="2920918" y="2153229"/>
                  </a:lnTo>
                  <a:lnTo>
                    <a:pt x="2921026" y="2153229"/>
                  </a:lnTo>
                  <a:lnTo>
                    <a:pt x="2921026" y="2152606"/>
                  </a:lnTo>
                  <a:lnTo>
                    <a:pt x="2921134" y="2152606"/>
                  </a:lnTo>
                  <a:lnTo>
                    <a:pt x="2921134" y="2151982"/>
                  </a:lnTo>
                  <a:lnTo>
                    <a:pt x="2921243" y="2151982"/>
                  </a:lnTo>
                  <a:lnTo>
                    <a:pt x="2921351" y="2151982"/>
                  </a:lnTo>
                  <a:lnTo>
                    <a:pt x="2921460" y="2151982"/>
                  </a:lnTo>
                  <a:lnTo>
                    <a:pt x="2921568" y="2151982"/>
                  </a:lnTo>
                  <a:lnTo>
                    <a:pt x="2921677" y="2151982"/>
                  </a:lnTo>
                  <a:lnTo>
                    <a:pt x="2921785" y="2151982"/>
                  </a:lnTo>
                  <a:lnTo>
                    <a:pt x="2921894" y="2151982"/>
                  </a:lnTo>
                  <a:lnTo>
                    <a:pt x="2922002" y="2151982"/>
                  </a:lnTo>
                  <a:lnTo>
                    <a:pt x="2922110" y="2151982"/>
                  </a:lnTo>
                  <a:lnTo>
                    <a:pt x="2922219" y="2151982"/>
                  </a:lnTo>
                  <a:lnTo>
                    <a:pt x="2922327" y="2151982"/>
                  </a:lnTo>
                  <a:lnTo>
                    <a:pt x="2922436" y="2151982"/>
                  </a:lnTo>
                  <a:lnTo>
                    <a:pt x="2922544" y="2151982"/>
                  </a:lnTo>
                  <a:lnTo>
                    <a:pt x="2922544" y="2151359"/>
                  </a:lnTo>
                  <a:lnTo>
                    <a:pt x="2922653" y="2151359"/>
                  </a:lnTo>
                  <a:lnTo>
                    <a:pt x="2922761" y="2151359"/>
                  </a:lnTo>
                  <a:lnTo>
                    <a:pt x="2922870" y="2151359"/>
                  </a:lnTo>
                  <a:lnTo>
                    <a:pt x="2922978" y="2151359"/>
                  </a:lnTo>
                  <a:lnTo>
                    <a:pt x="2923087" y="2151359"/>
                  </a:lnTo>
                  <a:lnTo>
                    <a:pt x="2923087" y="2150735"/>
                  </a:lnTo>
                  <a:lnTo>
                    <a:pt x="2923195" y="2150735"/>
                  </a:lnTo>
                  <a:lnTo>
                    <a:pt x="2923303" y="2150735"/>
                  </a:lnTo>
                  <a:lnTo>
                    <a:pt x="2923412" y="2150735"/>
                  </a:lnTo>
                  <a:lnTo>
                    <a:pt x="2923412" y="2150111"/>
                  </a:lnTo>
                  <a:lnTo>
                    <a:pt x="2923412" y="2149488"/>
                  </a:lnTo>
                  <a:lnTo>
                    <a:pt x="2923520" y="2149488"/>
                  </a:lnTo>
                  <a:lnTo>
                    <a:pt x="2923629" y="2149488"/>
                  </a:lnTo>
                  <a:lnTo>
                    <a:pt x="2923737" y="2149488"/>
                  </a:lnTo>
                  <a:lnTo>
                    <a:pt x="2923737" y="2148864"/>
                  </a:lnTo>
                  <a:lnTo>
                    <a:pt x="2923846" y="2148864"/>
                  </a:lnTo>
                  <a:lnTo>
                    <a:pt x="2923954" y="2148864"/>
                  </a:lnTo>
                  <a:lnTo>
                    <a:pt x="2924063" y="2148864"/>
                  </a:lnTo>
                  <a:lnTo>
                    <a:pt x="2924063" y="2148241"/>
                  </a:lnTo>
                  <a:lnTo>
                    <a:pt x="2924171" y="2148241"/>
                  </a:lnTo>
                  <a:lnTo>
                    <a:pt x="2924279" y="2148241"/>
                  </a:lnTo>
                  <a:lnTo>
                    <a:pt x="2924388" y="2148241"/>
                  </a:lnTo>
                  <a:lnTo>
                    <a:pt x="2924496" y="2148241"/>
                  </a:lnTo>
                  <a:lnTo>
                    <a:pt x="2924605" y="2148241"/>
                  </a:lnTo>
                  <a:lnTo>
                    <a:pt x="2924713" y="2148241"/>
                  </a:lnTo>
                  <a:lnTo>
                    <a:pt x="2924822" y="2148241"/>
                  </a:lnTo>
                  <a:lnTo>
                    <a:pt x="2924930" y="2148241"/>
                  </a:lnTo>
                  <a:lnTo>
                    <a:pt x="2924930" y="2147617"/>
                  </a:lnTo>
                  <a:lnTo>
                    <a:pt x="2925039" y="2147617"/>
                  </a:lnTo>
                  <a:lnTo>
                    <a:pt x="2925147" y="2147617"/>
                  </a:lnTo>
                  <a:lnTo>
                    <a:pt x="2925255" y="2147617"/>
                  </a:lnTo>
                  <a:lnTo>
                    <a:pt x="2925364" y="2147617"/>
                  </a:lnTo>
                  <a:lnTo>
                    <a:pt x="2925472" y="2147617"/>
                  </a:lnTo>
                  <a:lnTo>
                    <a:pt x="2925581" y="2147617"/>
                  </a:lnTo>
                  <a:lnTo>
                    <a:pt x="2925689" y="2147617"/>
                  </a:lnTo>
                  <a:lnTo>
                    <a:pt x="2925798" y="2147617"/>
                  </a:lnTo>
                  <a:lnTo>
                    <a:pt x="2925906" y="2147617"/>
                  </a:lnTo>
                  <a:lnTo>
                    <a:pt x="2926015" y="2147617"/>
                  </a:lnTo>
                  <a:lnTo>
                    <a:pt x="2926015" y="2146993"/>
                  </a:lnTo>
                  <a:lnTo>
                    <a:pt x="2926123" y="2146993"/>
                  </a:lnTo>
                  <a:lnTo>
                    <a:pt x="2926123" y="2146370"/>
                  </a:lnTo>
                  <a:lnTo>
                    <a:pt x="2926231" y="2146370"/>
                  </a:lnTo>
                  <a:lnTo>
                    <a:pt x="2926340" y="2146370"/>
                  </a:lnTo>
                  <a:lnTo>
                    <a:pt x="2926448" y="2146370"/>
                  </a:lnTo>
                  <a:lnTo>
                    <a:pt x="2926557" y="2146370"/>
                  </a:lnTo>
                  <a:lnTo>
                    <a:pt x="2926665" y="2146370"/>
                  </a:lnTo>
                  <a:lnTo>
                    <a:pt x="2926665" y="2145746"/>
                  </a:lnTo>
                  <a:lnTo>
                    <a:pt x="2926774" y="2145746"/>
                  </a:lnTo>
                  <a:lnTo>
                    <a:pt x="2926882" y="2145746"/>
                  </a:lnTo>
                  <a:lnTo>
                    <a:pt x="2926991" y="2145746"/>
                  </a:lnTo>
                  <a:lnTo>
                    <a:pt x="2927099" y="2145746"/>
                  </a:lnTo>
                  <a:lnTo>
                    <a:pt x="2927208" y="2145746"/>
                  </a:lnTo>
                  <a:lnTo>
                    <a:pt x="2927316" y="2145746"/>
                  </a:lnTo>
                  <a:lnTo>
                    <a:pt x="2927424" y="2145746"/>
                  </a:lnTo>
                  <a:lnTo>
                    <a:pt x="2927533" y="2145746"/>
                  </a:lnTo>
                  <a:lnTo>
                    <a:pt x="2927641" y="2145746"/>
                  </a:lnTo>
                  <a:lnTo>
                    <a:pt x="2927750" y="2145746"/>
                  </a:lnTo>
                  <a:lnTo>
                    <a:pt x="2927858" y="2145746"/>
                  </a:lnTo>
                  <a:lnTo>
                    <a:pt x="2927967" y="2145746"/>
                  </a:lnTo>
                  <a:lnTo>
                    <a:pt x="2927967" y="2145123"/>
                  </a:lnTo>
                  <a:lnTo>
                    <a:pt x="2928075" y="2145123"/>
                  </a:lnTo>
                  <a:lnTo>
                    <a:pt x="2928184" y="2145123"/>
                  </a:lnTo>
                  <a:lnTo>
                    <a:pt x="2928292" y="2145123"/>
                  </a:lnTo>
                  <a:lnTo>
                    <a:pt x="2928400" y="2145123"/>
                  </a:lnTo>
                  <a:lnTo>
                    <a:pt x="2928509" y="2145123"/>
                  </a:lnTo>
                  <a:lnTo>
                    <a:pt x="2928509" y="2144499"/>
                  </a:lnTo>
                  <a:lnTo>
                    <a:pt x="2928617" y="2144499"/>
                  </a:lnTo>
                  <a:lnTo>
                    <a:pt x="2928726" y="2144499"/>
                  </a:lnTo>
                  <a:lnTo>
                    <a:pt x="2928834" y="2144499"/>
                  </a:lnTo>
                  <a:lnTo>
                    <a:pt x="2928943" y="2144499"/>
                  </a:lnTo>
                  <a:lnTo>
                    <a:pt x="2929051" y="2144499"/>
                  </a:lnTo>
                  <a:lnTo>
                    <a:pt x="2929160" y="2144499"/>
                  </a:lnTo>
                  <a:lnTo>
                    <a:pt x="2929268" y="2144499"/>
                  </a:lnTo>
                  <a:lnTo>
                    <a:pt x="2929376" y="2144499"/>
                  </a:lnTo>
                  <a:lnTo>
                    <a:pt x="2929485" y="2144499"/>
                  </a:lnTo>
                  <a:lnTo>
                    <a:pt x="2929593" y="2144499"/>
                  </a:lnTo>
                  <a:lnTo>
                    <a:pt x="2929702" y="2144499"/>
                  </a:lnTo>
                  <a:lnTo>
                    <a:pt x="2929810" y="2144499"/>
                  </a:lnTo>
                  <a:lnTo>
                    <a:pt x="2929919" y="2144499"/>
                  </a:lnTo>
                  <a:lnTo>
                    <a:pt x="2930027" y="2144499"/>
                  </a:lnTo>
                  <a:lnTo>
                    <a:pt x="2930136" y="2144499"/>
                  </a:lnTo>
                  <a:lnTo>
                    <a:pt x="2930244" y="2144499"/>
                  </a:lnTo>
                  <a:lnTo>
                    <a:pt x="2930352" y="2144499"/>
                  </a:lnTo>
                  <a:lnTo>
                    <a:pt x="2930461" y="2144499"/>
                  </a:lnTo>
                  <a:lnTo>
                    <a:pt x="2930569" y="2144499"/>
                  </a:lnTo>
                  <a:lnTo>
                    <a:pt x="2930678" y="2144499"/>
                  </a:lnTo>
                  <a:lnTo>
                    <a:pt x="2930786" y="2144499"/>
                  </a:lnTo>
                  <a:lnTo>
                    <a:pt x="2930895" y="2144499"/>
                  </a:lnTo>
                  <a:lnTo>
                    <a:pt x="2931003" y="2144499"/>
                  </a:lnTo>
                  <a:lnTo>
                    <a:pt x="2931112" y="2144499"/>
                  </a:lnTo>
                  <a:lnTo>
                    <a:pt x="2931220" y="2144499"/>
                  </a:lnTo>
                  <a:lnTo>
                    <a:pt x="2931329" y="2144499"/>
                  </a:lnTo>
                  <a:lnTo>
                    <a:pt x="2931437" y="2144499"/>
                  </a:lnTo>
                  <a:lnTo>
                    <a:pt x="2931545" y="2144499"/>
                  </a:lnTo>
                  <a:lnTo>
                    <a:pt x="2931654" y="2144499"/>
                  </a:lnTo>
                  <a:lnTo>
                    <a:pt x="2931762" y="2144499"/>
                  </a:lnTo>
                  <a:lnTo>
                    <a:pt x="2931871" y="2144499"/>
                  </a:lnTo>
                  <a:lnTo>
                    <a:pt x="2931979" y="2144499"/>
                  </a:lnTo>
                  <a:lnTo>
                    <a:pt x="2932088" y="2144499"/>
                  </a:lnTo>
                  <a:lnTo>
                    <a:pt x="2932196" y="2144499"/>
                  </a:lnTo>
                  <a:lnTo>
                    <a:pt x="2932305" y="2144499"/>
                  </a:lnTo>
                  <a:lnTo>
                    <a:pt x="2932413" y="2144499"/>
                  </a:lnTo>
                  <a:lnTo>
                    <a:pt x="2932521" y="2144499"/>
                  </a:lnTo>
                  <a:lnTo>
                    <a:pt x="2932630" y="2144499"/>
                  </a:lnTo>
                  <a:lnTo>
                    <a:pt x="2932738" y="2144499"/>
                  </a:lnTo>
                  <a:lnTo>
                    <a:pt x="2932847" y="2144499"/>
                  </a:lnTo>
                  <a:lnTo>
                    <a:pt x="2932955" y="2144499"/>
                  </a:lnTo>
                  <a:lnTo>
                    <a:pt x="2933064" y="2144499"/>
                  </a:lnTo>
                  <a:lnTo>
                    <a:pt x="2933172" y="2144499"/>
                  </a:lnTo>
                  <a:lnTo>
                    <a:pt x="2933281" y="2144499"/>
                  </a:lnTo>
                  <a:lnTo>
                    <a:pt x="2933389" y="2144499"/>
                  </a:lnTo>
                  <a:lnTo>
                    <a:pt x="2933497" y="2144499"/>
                  </a:lnTo>
                  <a:lnTo>
                    <a:pt x="2933606" y="2144499"/>
                  </a:lnTo>
                  <a:lnTo>
                    <a:pt x="2933714" y="2144499"/>
                  </a:lnTo>
                  <a:lnTo>
                    <a:pt x="2933823" y="2144499"/>
                  </a:lnTo>
                  <a:lnTo>
                    <a:pt x="2933931" y="2144499"/>
                  </a:lnTo>
                  <a:lnTo>
                    <a:pt x="2934040" y="2144499"/>
                  </a:lnTo>
                  <a:lnTo>
                    <a:pt x="2934148" y="2144499"/>
                  </a:lnTo>
                  <a:lnTo>
                    <a:pt x="2934257" y="2144499"/>
                  </a:lnTo>
                  <a:lnTo>
                    <a:pt x="2934365" y="2144499"/>
                  </a:lnTo>
                  <a:lnTo>
                    <a:pt x="2934473" y="2144499"/>
                  </a:lnTo>
                  <a:lnTo>
                    <a:pt x="2934582" y="2144499"/>
                  </a:lnTo>
                  <a:lnTo>
                    <a:pt x="2934690" y="2144499"/>
                  </a:lnTo>
                  <a:lnTo>
                    <a:pt x="2934690" y="2143876"/>
                  </a:lnTo>
                  <a:lnTo>
                    <a:pt x="2934799" y="2143876"/>
                  </a:lnTo>
                  <a:lnTo>
                    <a:pt x="2934907" y="2143876"/>
                  </a:lnTo>
                  <a:lnTo>
                    <a:pt x="2935016" y="2143876"/>
                  </a:lnTo>
                  <a:lnTo>
                    <a:pt x="2935124" y="2143876"/>
                  </a:lnTo>
                  <a:lnTo>
                    <a:pt x="2935233" y="2143876"/>
                  </a:lnTo>
                  <a:lnTo>
                    <a:pt x="2935341" y="2143876"/>
                  </a:lnTo>
                  <a:lnTo>
                    <a:pt x="2935341" y="2143252"/>
                  </a:lnTo>
                  <a:lnTo>
                    <a:pt x="2935450" y="2143252"/>
                  </a:lnTo>
                  <a:lnTo>
                    <a:pt x="2935558" y="2143252"/>
                  </a:lnTo>
                  <a:lnTo>
                    <a:pt x="2935666" y="2143252"/>
                  </a:lnTo>
                  <a:lnTo>
                    <a:pt x="2935666" y="2142628"/>
                  </a:lnTo>
                  <a:lnTo>
                    <a:pt x="2935775" y="2142628"/>
                  </a:lnTo>
                  <a:lnTo>
                    <a:pt x="2935883" y="2142628"/>
                  </a:lnTo>
                  <a:lnTo>
                    <a:pt x="2935992" y="2142628"/>
                  </a:lnTo>
                  <a:lnTo>
                    <a:pt x="2936100" y="2142628"/>
                  </a:lnTo>
                  <a:lnTo>
                    <a:pt x="2936209" y="2142628"/>
                  </a:lnTo>
                  <a:lnTo>
                    <a:pt x="2936317" y="2142628"/>
                  </a:lnTo>
                  <a:lnTo>
                    <a:pt x="2936426" y="2142628"/>
                  </a:lnTo>
                  <a:lnTo>
                    <a:pt x="2936426" y="2142005"/>
                  </a:lnTo>
                  <a:lnTo>
                    <a:pt x="2936534" y="2142005"/>
                  </a:lnTo>
                  <a:lnTo>
                    <a:pt x="2936534" y="2141381"/>
                  </a:lnTo>
                  <a:lnTo>
                    <a:pt x="2936642" y="2141381"/>
                  </a:lnTo>
                  <a:lnTo>
                    <a:pt x="2936751" y="2141381"/>
                  </a:lnTo>
                  <a:lnTo>
                    <a:pt x="2936751" y="2140758"/>
                  </a:lnTo>
                  <a:lnTo>
                    <a:pt x="2936859" y="2140758"/>
                  </a:lnTo>
                  <a:lnTo>
                    <a:pt x="2936968" y="2140758"/>
                  </a:lnTo>
                  <a:lnTo>
                    <a:pt x="2937076" y="2140758"/>
                  </a:lnTo>
                  <a:lnTo>
                    <a:pt x="2937185" y="2140758"/>
                  </a:lnTo>
                  <a:lnTo>
                    <a:pt x="2937293" y="2140758"/>
                  </a:lnTo>
                  <a:lnTo>
                    <a:pt x="2937402" y="2140758"/>
                  </a:lnTo>
                  <a:lnTo>
                    <a:pt x="2937510" y="2140758"/>
                  </a:lnTo>
                  <a:lnTo>
                    <a:pt x="2937618" y="2140758"/>
                  </a:lnTo>
                  <a:lnTo>
                    <a:pt x="2937727" y="2140758"/>
                  </a:lnTo>
                  <a:lnTo>
                    <a:pt x="2937835" y="2140758"/>
                  </a:lnTo>
                  <a:lnTo>
                    <a:pt x="2937835" y="2140134"/>
                  </a:lnTo>
                  <a:lnTo>
                    <a:pt x="2937944" y="2140134"/>
                  </a:lnTo>
                  <a:lnTo>
                    <a:pt x="2938052" y="2140134"/>
                  </a:lnTo>
                  <a:lnTo>
                    <a:pt x="2938161" y="2140134"/>
                  </a:lnTo>
                  <a:lnTo>
                    <a:pt x="2938269" y="2140134"/>
                  </a:lnTo>
                  <a:lnTo>
                    <a:pt x="2938269" y="2139510"/>
                  </a:lnTo>
                  <a:lnTo>
                    <a:pt x="2938378" y="2139510"/>
                  </a:lnTo>
                  <a:lnTo>
                    <a:pt x="2938486" y="2139510"/>
                  </a:lnTo>
                  <a:lnTo>
                    <a:pt x="2938594" y="2139510"/>
                  </a:lnTo>
                  <a:lnTo>
                    <a:pt x="2938703" y="2139510"/>
                  </a:lnTo>
                  <a:lnTo>
                    <a:pt x="2938811" y="2139510"/>
                  </a:lnTo>
                  <a:lnTo>
                    <a:pt x="2938920" y="2139510"/>
                  </a:lnTo>
                  <a:lnTo>
                    <a:pt x="2939028" y="2139510"/>
                  </a:lnTo>
                  <a:lnTo>
                    <a:pt x="2939028" y="2138887"/>
                  </a:lnTo>
                  <a:lnTo>
                    <a:pt x="2939137" y="2138887"/>
                  </a:lnTo>
                  <a:lnTo>
                    <a:pt x="2939245" y="2138887"/>
                  </a:lnTo>
                  <a:lnTo>
                    <a:pt x="2939354" y="2138887"/>
                  </a:lnTo>
                  <a:lnTo>
                    <a:pt x="2939462" y="2138887"/>
                  </a:lnTo>
                  <a:lnTo>
                    <a:pt x="2939570" y="2138887"/>
                  </a:lnTo>
                  <a:lnTo>
                    <a:pt x="2939679" y="2138887"/>
                  </a:lnTo>
                  <a:lnTo>
                    <a:pt x="2939787" y="2138887"/>
                  </a:lnTo>
                  <a:lnTo>
                    <a:pt x="2939787" y="2138263"/>
                  </a:lnTo>
                  <a:lnTo>
                    <a:pt x="2939787" y="2137640"/>
                  </a:lnTo>
                  <a:lnTo>
                    <a:pt x="2939896" y="2137640"/>
                  </a:lnTo>
                  <a:lnTo>
                    <a:pt x="2940004" y="2137640"/>
                  </a:lnTo>
                  <a:lnTo>
                    <a:pt x="2940113" y="2137640"/>
                  </a:lnTo>
                  <a:lnTo>
                    <a:pt x="2940113" y="2137016"/>
                  </a:lnTo>
                  <a:lnTo>
                    <a:pt x="2940221" y="2137016"/>
                  </a:lnTo>
                  <a:lnTo>
                    <a:pt x="2940221" y="2136393"/>
                  </a:lnTo>
                  <a:lnTo>
                    <a:pt x="2940330" y="2136393"/>
                  </a:lnTo>
                  <a:lnTo>
                    <a:pt x="2940438" y="2136393"/>
                  </a:lnTo>
                  <a:lnTo>
                    <a:pt x="2940547" y="2136393"/>
                  </a:lnTo>
                  <a:lnTo>
                    <a:pt x="2940547" y="2135769"/>
                  </a:lnTo>
                  <a:lnTo>
                    <a:pt x="2940655" y="2135769"/>
                  </a:lnTo>
                  <a:lnTo>
                    <a:pt x="2940763" y="2135769"/>
                  </a:lnTo>
                  <a:lnTo>
                    <a:pt x="2940872" y="2135769"/>
                  </a:lnTo>
                  <a:lnTo>
                    <a:pt x="2940980" y="2135769"/>
                  </a:lnTo>
                  <a:lnTo>
                    <a:pt x="2940980" y="2135145"/>
                  </a:lnTo>
                  <a:lnTo>
                    <a:pt x="2941089" y="2135145"/>
                  </a:lnTo>
                  <a:lnTo>
                    <a:pt x="2941197" y="2135145"/>
                  </a:lnTo>
                  <a:lnTo>
                    <a:pt x="2941306" y="2135145"/>
                  </a:lnTo>
                  <a:lnTo>
                    <a:pt x="2941414" y="2135145"/>
                  </a:lnTo>
                  <a:lnTo>
                    <a:pt x="2941523" y="2135145"/>
                  </a:lnTo>
                  <a:lnTo>
                    <a:pt x="2941631" y="2135145"/>
                  </a:lnTo>
                  <a:lnTo>
                    <a:pt x="2941739" y="2135145"/>
                  </a:lnTo>
                  <a:lnTo>
                    <a:pt x="2941848" y="2135145"/>
                  </a:lnTo>
                  <a:lnTo>
                    <a:pt x="2941956" y="2135145"/>
                  </a:lnTo>
                  <a:lnTo>
                    <a:pt x="2942065" y="2135145"/>
                  </a:lnTo>
                  <a:lnTo>
                    <a:pt x="2942173" y="2135145"/>
                  </a:lnTo>
                  <a:lnTo>
                    <a:pt x="2942282" y="2135145"/>
                  </a:lnTo>
                  <a:lnTo>
                    <a:pt x="2942390" y="2135145"/>
                  </a:lnTo>
                  <a:lnTo>
                    <a:pt x="2942499" y="2135145"/>
                  </a:lnTo>
                  <a:lnTo>
                    <a:pt x="2942607" y="2135145"/>
                  </a:lnTo>
                  <a:lnTo>
                    <a:pt x="2942607" y="2134522"/>
                  </a:lnTo>
                  <a:lnTo>
                    <a:pt x="2942715" y="2134522"/>
                  </a:lnTo>
                  <a:lnTo>
                    <a:pt x="2942715" y="2133898"/>
                  </a:lnTo>
                  <a:lnTo>
                    <a:pt x="2942824" y="2133898"/>
                  </a:lnTo>
                  <a:lnTo>
                    <a:pt x="2942932" y="2133898"/>
                  </a:lnTo>
                  <a:lnTo>
                    <a:pt x="2942932" y="2133275"/>
                  </a:lnTo>
                  <a:lnTo>
                    <a:pt x="2943041" y="2133275"/>
                  </a:lnTo>
                  <a:lnTo>
                    <a:pt x="2943149" y="2133275"/>
                  </a:lnTo>
                  <a:lnTo>
                    <a:pt x="2943258" y="2133275"/>
                  </a:lnTo>
                  <a:lnTo>
                    <a:pt x="2943366" y="2133275"/>
                  </a:lnTo>
                  <a:lnTo>
                    <a:pt x="2943366" y="2132651"/>
                  </a:lnTo>
                  <a:lnTo>
                    <a:pt x="2943366" y="2132027"/>
                  </a:lnTo>
                  <a:lnTo>
                    <a:pt x="2943475" y="2132027"/>
                  </a:lnTo>
                  <a:lnTo>
                    <a:pt x="2943583" y="2132027"/>
                  </a:lnTo>
                  <a:lnTo>
                    <a:pt x="2943691" y="2132027"/>
                  </a:lnTo>
                  <a:lnTo>
                    <a:pt x="2943800" y="2132027"/>
                  </a:lnTo>
                  <a:lnTo>
                    <a:pt x="2943908" y="2132027"/>
                  </a:lnTo>
                  <a:lnTo>
                    <a:pt x="2943908" y="2131404"/>
                  </a:lnTo>
                  <a:lnTo>
                    <a:pt x="2944017" y="2131404"/>
                  </a:lnTo>
                  <a:lnTo>
                    <a:pt x="2944125" y="2131404"/>
                  </a:lnTo>
                  <a:lnTo>
                    <a:pt x="2944234" y="2131404"/>
                  </a:lnTo>
                  <a:lnTo>
                    <a:pt x="2944342" y="2131404"/>
                  </a:lnTo>
                  <a:lnTo>
                    <a:pt x="2944451" y="2131404"/>
                  </a:lnTo>
                  <a:lnTo>
                    <a:pt x="2944559" y="2131404"/>
                  </a:lnTo>
                  <a:lnTo>
                    <a:pt x="2944668" y="2131404"/>
                  </a:lnTo>
                  <a:lnTo>
                    <a:pt x="2944776" y="2131404"/>
                  </a:lnTo>
                  <a:lnTo>
                    <a:pt x="2944884" y="2131404"/>
                  </a:lnTo>
                  <a:lnTo>
                    <a:pt x="2944993" y="2131404"/>
                  </a:lnTo>
                  <a:lnTo>
                    <a:pt x="2945101" y="2131404"/>
                  </a:lnTo>
                  <a:lnTo>
                    <a:pt x="2945101" y="2130780"/>
                  </a:lnTo>
                  <a:lnTo>
                    <a:pt x="2945210" y="2130780"/>
                  </a:lnTo>
                  <a:lnTo>
                    <a:pt x="2945318" y="2130780"/>
                  </a:lnTo>
                  <a:lnTo>
                    <a:pt x="2945427" y="2130780"/>
                  </a:lnTo>
                  <a:lnTo>
                    <a:pt x="2945535" y="2130780"/>
                  </a:lnTo>
                  <a:lnTo>
                    <a:pt x="2945644" y="2130780"/>
                  </a:lnTo>
                  <a:lnTo>
                    <a:pt x="2945752" y="2130780"/>
                  </a:lnTo>
                  <a:lnTo>
                    <a:pt x="2945860" y="2130780"/>
                  </a:lnTo>
                  <a:lnTo>
                    <a:pt x="2945969" y="2130780"/>
                  </a:lnTo>
                  <a:lnTo>
                    <a:pt x="2946077" y="2130780"/>
                  </a:lnTo>
                  <a:lnTo>
                    <a:pt x="2946186" y="2130780"/>
                  </a:lnTo>
                  <a:lnTo>
                    <a:pt x="2946294" y="2130780"/>
                  </a:lnTo>
                  <a:lnTo>
                    <a:pt x="2946403" y="2130780"/>
                  </a:lnTo>
                  <a:lnTo>
                    <a:pt x="2946511" y="2130780"/>
                  </a:lnTo>
                  <a:lnTo>
                    <a:pt x="2946620" y="2130780"/>
                  </a:lnTo>
                  <a:lnTo>
                    <a:pt x="2946728" y="2130780"/>
                  </a:lnTo>
                  <a:lnTo>
                    <a:pt x="2946836" y="2130780"/>
                  </a:lnTo>
                  <a:lnTo>
                    <a:pt x="2946945" y="2130780"/>
                  </a:lnTo>
                  <a:lnTo>
                    <a:pt x="2946945" y="2130157"/>
                  </a:lnTo>
                  <a:lnTo>
                    <a:pt x="2947053" y="2130157"/>
                  </a:lnTo>
                  <a:lnTo>
                    <a:pt x="2947162" y="2130157"/>
                  </a:lnTo>
                  <a:lnTo>
                    <a:pt x="2947270" y="2130157"/>
                  </a:lnTo>
                  <a:lnTo>
                    <a:pt x="2947379" y="2130157"/>
                  </a:lnTo>
                  <a:lnTo>
                    <a:pt x="2947379" y="2129533"/>
                  </a:lnTo>
                  <a:lnTo>
                    <a:pt x="2947487" y="2129533"/>
                  </a:lnTo>
                  <a:lnTo>
                    <a:pt x="2947596" y="2129533"/>
                  </a:lnTo>
                  <a:lnTo>
                    <a:pt x="2947704" y="2129533"/>
                  </a:lnTo>
                  <a:lnTo>
                    <a:pt x="2947812" y="2129533"/>
                  </a:lnTo>
                  <a:lnTo>
                    <a:pt x="2947921" y="2129533"/>
                  </a:lnTo>
                  <a:lnTo>
                    <a:pt x="2948029" y="2129533"/>
                  </a:lnTo>
                  <a:lnTo>
                    <a:pt x="2948138" y="2129533"/>
                  </a:lnTo>
                  <a:lnTo>
                    <a:pt x="2948246" y="2129533"/>
                  </a:lnTo>
                  <a:lnTo>
                    <a:pt x="2948355" y="2129533"/>
                  </a:lnTo>
                  <a:lnTo>
                    <a:pt x="2948463" y="2129533"/>
                  </a:lnTo>
                  <a:lnTo>
                    <a:pt x="2948463" y="2128910"/>
                  </a:lnTo>
                  <a:lnTo>
                    <a:pt x="2948572" y="2128910"/>
                  </a:lnTo>
                  <a:lnTo>
                    <a:pt x="2948680" y="2128910"/>
                  </a:lnTo>
                  <a:lnTo>
                    <a:pt x="2948789" y="2128910"/>
                  </a:lnTo>
                  <a:lnTo>
                    <a:pt x="2948897" y="2128910"/>
                  </a:lnTo>
                  <a:lnTo>
                    <a:pt x="2948897" y="2128286"/>
                  </a:lnTo>
                  <a:lnTo>
                    <a:pt x="2949005" y="2128286"/>
                  </a:lnTo>
                  <a:lnTo>
                    <a:pt x="2949114" y="2128286"/>
                  </a:lnTo>
                  <a:lnTo>
                    <a:pt x="2949222" y="2128286"/>
                  </a:lnTo>
                  <a:lnTo>
                    <a:pt x="2949331" y="2128286"/>
                  </a:lnTo>
                  <a:lnTo>
                    <a:pt x="2949439" y="2128286"/>
                  </a:lnTo>
                  <a:lnTo>
                    <a:pt x="2949548" y="2128286"/>
                  </a:lnTo>
                  <a:lnTo>
                    <a:pt x="2949656" y="2128286"/>
                  </a:lnTo>
                  <a:lnTo>
                    <a:pt x="2949765" y="2128286"/>
                  </a:lnTo>
                  <a:lnTo>
                    <a:pt x="2949873" y="2128286"/>
                  </a:lnTo>
                  <a:lnTo>
                    <a:pt x="2949873" y="2127662"/>
                  </a:lnTo>
                  <a:lnTo>
                    <a:pt x="2949981" y="2127662"/>
                  </a:lnTo>
                  <a:lnTo>
                    <a:pt x="2950090" y="2127662"/>
                  </a:lnTo>
                  <a:lnTo>
                    <a:pt x="2950198" y="2127662"/>
                  </a:lnTo>
                  <a:lnTo>
                    <a:pt x="2950307" y="2127662"/>
                  </a:lnTo>
                  <a:lnTo>
                    <a:pt x="2950415" y="2127662"/>
                  </a:lnTo>
                  <a:lnTo>
                    <a:pt x="2950415" y="2127039"/>
                  </a:lnTo>
                  <a:lnTo>
                    <a:pt x="2950524" y="2127039"/>
                  </a:lnTo>
                  <a:lnTo>
                    <a:pt x="2950632" y="2127039"/>
                  </a:lnTo>
                  <a:lnTo>
                    <a:pt x="2950741" y="2127039"/>
                  </a:lnTo>
                  <a:lnTo>
                    <a:pt x="2950849" y="2127039"/>
                  </a:lnTo>
                  <a:lnTo>
                    <a:pt x="2950957" y="2127039"/>
                  </a:lnTo>
                  <a:lnTo>
                    <a:pt x="2951066" y="2127039"/>
                  </a:lnTo>
                  <a:lnTo>
                    <a:pt x="2951174" y="2127039"/>
                  </a:lnTo>
                  <a:lnTo>
                    <a:pt x="2951283" y="2127039"/>
                  </a:lnTo>
                  <a:lnTo>
                    <a:pt x="2951391" y="2127039"/>
                  </a:lnTo>
                  <a:lnTo>
                    <a:pt x="2951500" y="2127039"/>
                  </a:lnTo>
                  <a:lnTo>
                    <a:pt x="2951608" y="2127039"/>
                  </a:lnTo>
                  <a:lnTo>
                    <a:pt x="2951717" y="2127039"/>
                  </a:lnTo>
                  <a:lnTo>
                    <a:pt x="2951825" y="2127039"/>
                  </a:lnTo>
                  <a:lnTo>
                    <a:pt x="2951933" y="2127039"/>
                  </a:lnTo>
                  <a:lnTo>
                    <a:pt x="2951933" y="2126415"/>
                  </a:lnTo>
                  <a:lnTo>
                    <a:pt x="2952042" y="2126415"/>
                  </a:lnTo>
                  <a:lnTo>
                    <a:pt x="2952150" y="2126415"/>
                  </a:lnTo>
                  <a:lnTo>
                    <a:pt x="2952259" y="2126415"/>
                  </a:lnTo>
                  <a:lnTo>
                    <a:pt x="2952367" y="2126415"/>
                  </a:lnTo>
                  <a:lnTo>
                    <a:pt x="2952476" y="2126415"/>
                  </a:lnTo>
                  <a:lnTo>
                    <a:pt x="2952584" y="2126415"/>
                  </a:lnTo>
                  <a:lnTo>
                    <a:pt x="2952693" y="2126415"/>
                  </a:lnTo>
                  <a:lnTo>
                    <a:pt x="2952801" y="2126415"/>
                  </a:lnTo>
                  <a:lnTo>
                    <a:pt x="2952910" y="2126415"/>
                  </a:lnTo>
                  <a:lnTo>
                    <a:pt x="2953018" y="2126415"/>
                  </a:lnTo>
                  <a:lnTo>
                    <a:pt x="2953126" y="2126415"/>
                  </a:lnTo>
                  <a:lnTo>
                    <a:pt x="2953235" y="2126415"/>
                  </a:lnTo>
                  <a:lnTo>
                    <a:pt x="2953343" y="2126415"/>
                  </a:lnTo>
                  <a:lnTo>
                    <a:pt x="2953343" y="2125792"/>
                  </a:lnTo>
                  <a:lnTo>
                    <a:pt x="2953452" y="2125792"/>
                  </a:lnTo>
                  <a:lnTo>
                    <a:pt x="2953560" y="2125792"/>
                  </a:lnTo>
                  <a:lnTo>
                    <a:pt x="2953669" y="2125792"/>
                  </a:lnTo>
                  <a:lnTo>
                    <a:pt x="2953777" y="2125792"/>
                  </a:lnTo>
                  <a:lnTo>
                    <a:pt x="2953886" y="2125792"/>
                  </a:lnTo>
                  <a:lnTo>
                    <a:pt x="2953886" y="2125168"/>
                  </a:lnTo>
                  <a:lnTo>
                    <a:pt x="2953994" y="2125168"/>
                  </a:lnTo>
                  <a:lnTo>
                    <a:pt x="2954102" y="2125168"/>
                  </a:lnTo>
                  <a:lnTo>
                    <a:pt x="2954211" y="2125168"/>
                  </a:lnTo>
                  <a:lnTo>
                    <a:pt x="2954319" y="2125168"/>
                  </a:lnTo>
                  <a:lnTo>
                    <a:pt x="2954428" y="2125168"/>
                  </a:lnTo>
                  <a:lnTo>
                    <a:pt x="2954536" y="2125168"/>
                  </a:lnTo>
                  <a:lnTo>
                    <a:pt x="2954645" y="2125168"/>
                  </a:lnTo>
                  <a:lnTo>
                    <a:pt x="2954753" y="2125168"/>
                  </a:lnTo>
                  <a:lnTo>
                    <a:pt x="2954862" y="2125168"/>
                  </a:lnTo>
                  <a:lnTo>
                    <a:pt x="2954970" y="2125168"/>
                  </a:lnTo>
                  <a:lnTo>
                    <a:pt x="2954970" y="2124544"/>
                  </a:lnTo>
                  <a:lnTo>
                    <a:pt x="2955078" y="2124544"/>
                  </a:lnTo>
                  <a:lnTo>
                    <a:pt x="2955187" y="2124544"/>
                  </a:lnTo>
                  <a:lnTo>
                    <a:pt x="2955187" y="2123921"/>
                  </a:lnTo>
                  <a:lnTo>
                    <a:pt x="2955295" y="2123921"/>
                  </a:lnTo>
                  <a:lnTo>
                    <a:pt x="2955404" y="2123921"/>
                  </a:lnTo>
                  <a:lnTo>
                    <a:pt x="2955512" y="2123921"/>
                  </a:lnTo>
                  <a:lnTo>
                    <a:pt x="2955621" y="2123921"/>
                  </a:lnTo>
                  <a:lnTo>
                    <a:pt x="2955729" y="2123921"/>
                  </a:lnTo>
                  <a:lnTo>
                    <a:pt x="2955838" y="2123921"/>
                  </a:lnTo>
                  <a:lnTo>
                    <a:pt x="2955946" y="2123921"/>
                  </a:lnTo>
                  <a:lnTo>
                    <a:pt x="2956054" y="2123921"/>
                  </a:lnTo>
                  <a:lnTo>
                    <a:pt x="2956054" y="2123297"/>
                  </a:lnTo>
                  <a:lnTo>
                    <a:pt x="2956163" y="2123297"/>
                  </a:lnTo>
                  <a:lnTo>
                    <a:pt x="2956271" y="2123297"/>
                  </a:lnTo>
                  <a:lnTo>
                    <a:pt x="2956380" y="2123297"/>
                  </a:lnTo>
                  <a:lnTo>
                    <a:pt x="2956488" y="2123297"/>
                  </a:lnTo>
                  <a:lnTo>
                    <a:pt x="2956597" y="2123297"/>
                  </a:lnTo>
                  <a:lnTo>
                    <a:pt x="2956705" y="2123297"/>
                  </a:lnTo>
                  <a:lnTo>
                    <a:pt x="2956814" y="2123297"/>
                  </a:lnTo>
                  <a:lnTo>
                    <a:pt x="2956922" y="2123297"/>
                  </a:lnTo>
                  <a:lnTo>
                    <a:pt x="2957031" y="2123297"/>
                  </a:lnTo>
                  <a:lnTo>
                    <a:pt x="2957139" y="2123297"/>
                  </a:lnTo>
                  <a:lnTo>
                    <a:pt x="2957247" y="2123297"/>
                  </a:lnTo>
                  <a:lnTo>
                    <a:pt x="2957356" y="2123297"/>
                  </a:lnTo>
                  <a:lnTo>
                    <a:pt x="2957464" y="2123297"/>
                  </a:lnTo>
                  <a:lnTo>
                    <a:pt x="2957573" y="2123297"/>
                  </a:lnTo>
                  <a:lnTo>
                    <a:pt x="2957681" y="2123297"/>
                  </a:lnTo>
                  <a:lnTo>
                    <a:pt x="2957681" y="2122674"/>
                  </a:lnTo>
                  <a:lnTo>
                    <a:pt x="2957790" y="2122674"/>
                  </a:lnTo>
                  <a:lnTo>
                    <a:pt x="2957898" y="2122674"/>
                  </a:lnTo>
                  <a:lnTo>
                    <a:pt x="2957898" y="2122050"/>
                  </a:lnTo>
                  <a:lnTo>
                    <a:pt x="2958007" y="2122050"/>
                  </a:lnTo>
                  <a:lnTo>
                    <a:pt x="2958007" y="2121427"/>
                  </a:lnTo>
                  <a:lnTo>
                    <a:pt x="2958007" y="2120803"/>
                  </a:lnTo>
                  <a:lnTo>
                    <a:pt x="2958115" y="2120803"/>
                  </a:lnTo>
                  <a:lnTo>
                    <a:pt x="2958223" y="2120803"/>
                  </a:lnTo>
                  <a:lnTo>
                    <a:pt x="2958223" y="2120179"/>
                  </a:lnTo>
                  <a:lnTo>
                    <a:pt x="2958332" y="2120179"/>
                  </a:lnTo>
                  <a:lnTo>
                    <a:pt x="2958440" y="2120179"/>
                  </a:lnTo>
                  <a:lnTo>
                    <a:pt x="2958549" y="2120179"/>
                  </a:lnTo>
                  <a:lnTo>
                    <a:pt x="2958657" y="2120179"/>
                  </a:lnTo>
                  <a:lnTo>
                    <a:pt x="2958766" y="2120179"/>
                  </a:lnTo>
                  <a:lnTo>
                    <a:pt x="2958874" y="2120179"/>
                  </a:lnTo>
                  <a:lnTo>
                    <a:pt x="2958983" y="2120179"/>
                  </a:lnTo>
                  <a:lnTo>
                    <a:pt x="2958983" y="2119556"/>
                  </a:lnTo>
                  <a:lnTo>
                    <a:pt x="2959091" y="2119556"/>
                  </a:lnTo>
                  <a:lnTo>
                    <a:pt x="2959199" y="2119556"/>
                  </a:lnTo>
                  <a:lnTo>
                    <a:pt x="2959308" y="2119556"/>
                  </a:lnTo>
                  <a:lnTo>
                    <a:pt x="2959308" y="2118932"/>
                  </a:lnTo>
                  <a:lnTo>
                    <a:pt x="2959416" y="2118932"/>
                  </a:lnTo>
                  <a:lnTo>
                    <a:pt x="2959525" y="2118932"/>
                  </a:lnTo>
                  <a:lnTo>
                    <a:pt x="2959633" y="2118932"/>
                  </a:lnTo>
                  <a:lnTo>
                    <a:pt x="2959742" y="2118932"/>
                  </a:lnTo>
                  <a:lnTo>
                    <a:pt x="2959850" y="2118932"/>
                  </a:lnTo>
                  <a:lnTo>
                    <a:pt x="2959850" y="2118309"/>
                  </a:lnTo>
                  <a:lnTo>
                    <a:pt x="2959959" y="2118309"/>
                  </a:lnTo>
                  <a:lnTo>
                    <a:pt x="2960067" y="2118309"/>
                  </a:lnTo>
                  <a:lnTo>
                    <a:pt x="2960175" y="2118309"/>
                  </a:lnTo>
                  <a:lnTo>
                    <a:pt x="2960284" y="2118309"/>
                  </a:lnTo>
                  <a:lnTo>
                    <a:pt x="2960392" y="2118309"/>
                  </a:lnTo>
                  <a:lnTo>
                    <a:pt x="2960392" y="2117685"/>
                  </a:lnTo>
                  <a:lnTo>
                    <a:pt x="2960501" y="2117685"/>
                  </a:lnTo>
                  <a:lnTo>
                    <a:pt x="2960609" y="2117685"/>
                  </a:lnTo>
                  <a:lnTo>
                    <a:pt x="2960718" y="2117685"/>
                  </a:lnTo>
                  <a:lnTo>
                    <a:pt x="2960826" y="2117685"/>
                  </a:lnTo>
                  <a:lnTo>
                    <a:pt x="2960935" y="2117685"/>
                  </a:lnTo>
                  <a:lnTo>
                    <a:pt x="2961043" y="2117685"/>
                  </a:lnTo>
                  <a:lnTo>
                    <a:pt x="2961151" y="2117685"/>
                  </a:lnTo>
                  <a:lnTo>
                    <a:pt x="2961260" y="2117685"/>
                  </a:lnTo>
                  <a:lnTo>
                    <a:pt x="2961368" y="2117685"/>
                  </a:lnTo>
                  <a:lnTo>
                    <a:pt x="2961477" y="2117685"/>
                  </a:lnTo>
                  <a:lnTo>
                    <a:pt x="2961585" y="2117685"/>
                  </a:lnTo>
                  <a:lnTo>
                    <a:pt x="2961694" y="2117685"/>
                  </a:lnTo>
                  <a:lnTo>
                    <a:pt x="2961694" y="2117061"/>
                  </a:lnTo>
                  <a:lnTo>
                    <a:pt x="2961802" y="2117061"/>
                  </a:lnTo>
                  <a:lnTo>
                    <a:pt x="2961911" y="2117061"/>
                  </a:lnTo>
                  <a:lnTo>
                    <a:pt x="2962019" y="2117061"/>
                  </a:lnTo>
                  <a:lnTo>
                    <a:pt x="2962128" y="2117061"/>
                  </a:lnTo>
                  <a:lnTo>
                    <a:pt x="2962236" y="2117061"/>
                  </a:lnTo>
                  <a:lnTo>
                    <a:pt x="2962344" y="2117061"/>
                  </a:lnTo>
                  <a:lnTo>
                    <a:pt x="2962453" y="2117061"/>
                  </a:lnTo>
                  <a:lnTo>
                    <a:pt x="2962561" y="2117061"/>
                  </a:lnTo>
                  <a:lnTo>
                    <a:pt x="2962561" y="2116438"/>
                  </a:lnTo>
                  <a:lnTo>
                    <a:pt x="2962670" y="2116438"/>
                  </a:lnTo>
                  <a:lnTo>
                    <a:pt x="2962670" y="2115814"/>
                  </a:lnTo>
                  <a:lnTo>
                    <a:pt x="2962778" y="2115814"/>
                  </a:lnTo>
                  <a:lnTo>
                    <a:pt x="2962778" y="2115191"/>
                  </a:lnTo>
                  <a:lnTo>
                    <a:pt x="2962887" y="2115191"/>
                  </a:lnTo>
                  <a:lnTo>
                    <a:pt x="2962995" y="2115191"/>
                  </a:lnTo>
                  <a:lnTo>
                    <a:pt x="2963104" y="2115191"/>
                  </a:lnTo>
                  <a:lnTo>
                    <a:pt x="2963104" y="2114567"/>
                  </a:lnTo>
                  <a:lnTo>
                    <a:pt x="2963212" y="2114567"/>
                  </a:lnTo>
                  <a:lnTo>
                    <a:pt x="2963320" y="2114567"/>
                  </a:lnTo>
                  <a:lnTo>
                    <a:pt x="2963429" y="2114567"/>
                  </a:lnTo>
                  <a:lnTo>
                    <a:pt x="2963537" y="2114567"/>
                  </a:lnTo>
                  <a:lnTo>
                    <a:pt x="2963646" y="2114567"/>
                  </a:lnTo>
                  <a:lnTo>
                    <a:pt x="2963754" y="2114567"/>
                  </a:lnTo>
                  <a:lnTo>
                    <a:pt x="2963863" y="2114567"/>
                  </a:lnTo>
                  <a:lnTo>
                    <a:pt x="2963971" y="2114567"/>
                  </a:lnTo>
                  <a:lnTo>
                    <a:pt x="2964080" y="2114567"/>
                  </a:lnTo>
                  <a:lnTo>
                    <a:pt x="2964188" y="2114567"/>
                  </a:lnTo>
                  <a:lnTo>
                    <a:pt x="2964296" y="2114567"/>
                  </a:lnTo>
                  <a:lnTo>
                    <a:pt x="2964296" y="2113944"/>
                  </a:lnTo>
                  <a:lnTo>
                    <a:pt x="2964405" y="2113944"/>
                  </a:lnTo>
                  <a:lnTo>
                    <a:pt x="2964513" y="2113944"/>
                  </a:lnTo>
                  <a:lnTo>
                    <a:pt x="2964622" y="2113944"/>
                  </a:lnTo>
                  <a:lnTo>
                    <a:pt x="2964730" y="2113944"/>
                  </a:lnTo>
                  <a:lnTo>
                    <a:pt x="2964839" y="2113944"/>
                  </a:lnTo>
                  <a:lnTo>
                    <a:pt x="2964947" y="2113944"/>
                  </a:lnTo>
                  <a:lnTo>
                    <a:pt x="2965056" y="2113944"/>
                  </a:lnTo>
                  <a:lnTo>
                    <a:pt x="2965056" y="2113320"/>
                  </a:lnTo>
                  <a:lnTo>
                    <a:pt x="2965164" y="2113320"/>
                  </a:lnTo>
                  <a:lnTo>
                    <a:pt x="2965272" y="2113320"/>
                  </a:lnTo>
                  <a:lnTo>
                    <a:pt x="2965381" y="2113320"/>
                  </a:lnTo>
                  <a:lnTo>
                    <a:pt x="2965489" y="2113320"/>
                  </a:lnTo>
                  <a:lnTo>
                    <a:pt x="2965598" y="2113320"/>
                  </a:lnTo>
                  <a:lnTo>
                    <a:pt x="2965706" y="2113320"/>
                  </a:lnTo>
                  <a:lnTo>
                    <a:pt x="2965815" y="2113320"/>
                  </a:lnTo>
                  <a:lnTo>
                    <a:pt x="2965923" y="2113320"/>
                  </a:lnTo>
                  <a:lnTo>
                    <a:pt x="2966032" y="2113320"/>
                  </a:lnTo>
                  <a:lnTo>
                    <a:pt x="2966140" y="2113320"/>
                  </a:lnTo>
                  <a:lnTo>
                    <a:pt x="2966140" y="2112696"/>
                  </a:lnTo>
                  <a:lnTo>
                    <a:pt x="2966140" y="2112073"/>
                  </a:lnTo>
                  <a:lnTo>
                    <a:pt x="2966249" y="2112073"/>
                  </a:lnTo>
                  <a:lnTo>
                    <a:pt x="2966357" y="2112073"/>
                  </a:lnTo>
                  <a:lnTo>
                    <a:pt x="2966465" y="2112073"/>
                  </a:lnTo>
                  <a:lnTo>
                    <a:pt x="2966574" y="2112073"/>
                  </a:lnTo>
                  <a:lnTo>
                    <a:pt x="2966682" y="2112073"/>
                  </a:lnTo>
                  <a:lnTo>
                    <a:pt x="2966791" y="2112073"/>
                  </a:lnTo>
                  <a:lnTo>
                    <a:pt x="2966899" y="2112073"/>
                  </a:lnTo>
                  <a:lnTo>
                    <a:pt x="2967008" y="2112073"/>
                  </a:lnTo>
                  <a:lnTo>
                    <a:pt x="2967116" y="2112073"/>
                  </a:lnTo>
                  <a:lnTo>
                    <a:pt x="2967116" y="2111449"/>
                  </a:lnTo>
                  <a:lnTo>
                    <a:pt x="2967225" y="2111449"/>
                  </a:lnTo>
                  <a:lnTo>
                    <a:pt x="2967333" y="2111449"/>
                  </a:lnTo>
                  <a:lnTo>
                    <a:pt x="2967441" y="2111449"/>
                  </a:lnTo>
                  <a:lnTo>
                    <a:pt x="2967550" y="2111449"/>
                  </a:lnTo>
                  <a:lnTo>
                    <a:pt x="2967658" y="2111449"/>
                  </a:lnTo>
                  <a:lnTo>
                    <a:pt x="2967767" y="2111449"/>
                  </a:lnTo>
                  <a:lnTo>
                    <a:pt x="2967875" y="2111449"/>
                  </a:lnTo>
                  <a:lnTo>
                    <a:pt x="2967984" y="2111449"/>
                  </a:lnTo>
                  <a:lnTo>
                    <a:pt x="2968092" y="2111449"/>
                  </a:lnTo>
                  <a:lnTo>
                    <a:pt x="2968201" y="2111449"/>
                  </a:lnTo>
                  <a:lnTo>
                    <a:pt x="2968201" y="2110826"/>
                  </a:lnTo>
                  <a:lnTo>
                    <a:pt x="2968309" y="2110826"/>
                  </a:lnTo>
                  <a:lnTo>
                    <a:pt x="2968417" y="2110826"/>
                  </a:lnTo>
                  <a:lnTo>
                    <a:pt x="2968526" y="2110826"/>
                  </a:lnTo>
                  <a:lnTo>
                    <a:pt x="2968634" y="2110826"/>
                  </a:lnTo>
                  <a:lnTo>
                    <a:pt x="2968743" y="2110826"/>
                  </a:lnTo>
                  <a:lnTo>
                    <a:pt x="2968851" y="2110826"/>
                  </a:lnTo>
                  <a:lnTo>
                    <a:pt x="2968960" y="2110826"/>
                  </a:lnTo>
                  <a:lnTo>
                    <a:pt x="2968960" y="2110202"/>
                  </a:lnTo>
                  <a:lnTo>
                    <a:pt x="2969068" y="2110202"/>
                  </a:lnTo>
                  <a:lnTo>
                    <a:pt x="2969177" y="2110202"/>
                  </a:lnTo>
                  <a:lnTo>
                    <a:pt x="2969285" y="2110202"/>
                  </a:lnTo>
                  <a:lnTo>
                    <a:pt x="2969393" y="2110202"/>
                  </a:lnTo>
                  <a:lnTo>
                    <a:pt x="2969502" y="2110202"/>
                  </a:lnTo>
                  <a:lnTo>
                    <a:pt x="2969610" y="2110202"/>
                  </a:lnTo>
                  <a:lnTo>
                    <a:pt x="2969719" y="2110202"/>
                  </a:lnTo>
                  <a:lnTo>
                    <a:pt x="2969827" y="2110202"/>
                  </a:lnTo>
                  <a:lnTo>
                    <a:pt x="2969936" y="2110202"/>
                  </a:lnTo>
                  <a:lnTo>
                    <a:pt x="2970044" y="2110202"/>
                  </a:lnTo>
                  <a:lnTo>
                    <a:pt x="2970153" y="2110202"/>
                  </a:lnTo>
                  <a:lnTo>
                    <a:pt x="2970261" y="2110202"/>
                  </a:lnTo>
                  <a:lnTo>
                    <a:pt x="2970370" y="2110202"/>
                  </a:lnTo>
                  <a:lnTo>
                    <a:pt x="2970478" y="2110202"/>
                  </a:lnTo>
                  <a:lnTo>
                    <a:pt x="2970586" y="2110202"/>
                  </a:lnTo>
                  <a:lnTo>
                    <a:pt x="2970586" y="2109578"/>
                  </a:lnTo>
                  <a:lnTo>
                    <a:pt x="2970695" y="2109578"/>
                  </a:lnTo>
                  <a:lnTo>
                    <a:pt x="2970695" y="2108955"/>
                  </a:lnTo>
                  <a:lnTo>
                    <a:pt x="2970803" y="2108955"/>
                  </a:lnTo>
                  <a:lnTo>
                    <a:pt x="2970912" y="2108955"/>
                  </a:lnTo>
                  <a:lnTo>
                    <a:pt x="2971020" y="2108955"/>
                  </a:lnTo>
                  <a:lnTo>
                    <a:pt x="2971129" y="2108955"/>
                  </a:lnTo>
                  <a:lnTo>
                    <a:pt x="2971129" y="2108331"/>
                  </a:lnTo>
                  <a:lnTo>
                    <a:pt x="2971237" y="2108331"/>
                  </a:lnTo>
                  <a:lnTo>
                    <a:pt x="2971346" y="2108331"/>
                  </a:lnTo>
                  <a:lnTo>
                    <a:pt x="2971454" y="2108331"/>
                  </a:lnTo>
                  <a:lnTo>
                    <a:pt x="2971562" y="2108331"/>
                  </a:lnTo>
                  <a:lnTo>
                    <a:pt x="2971671" y="2108331"/>
                  </a:lnTo>
                  <a:lnTo>
                    <a:pt x="2971779" y="2108331"/>
                  </a:lnTo>
                  <a:lnTo>
                    <a:pt x="2971779" y="2107708"/>
                  </a:lnTo>
                  <a:lnTo>
                    <a:pt x="2971888" y="2107708"/>
                  </a:lnTo>
                  <a:lnTo>
                    <a:pt x="2971996" y="2107708"/>
                  </a:lnTo>
                  <a:lnTo>
                    <a:pt x="2972105" y="2107708"/>
                  </a:lnTo>
                  <a:lnTo>
                    <a:pt x="2972213" y="2107708"/>
                  </a:lnTo>
                  <a:lnTo>
                    <a:pt x="2972213" y="2107084"/>
                  </a:lnTo>
                  <a:lnTo>
                    <a:pt x="2972322" y="2107084"/>
                  </a:lnTo>
                  <a:lnTo>
                    <a:pt x="2972322" y="2106461"/>
                  </a:lnTo>
                  <a:lnTo>
                    <a:pt x="2972430" y="2106461"/>
                  </a:lnTo>
                  <a:lnTo>
                    <a:pt x="2972538" y="2106461"/>
                  </a:lnTo>
                  <a:lnTo>
                    <a:pt x="2972647" y="2106461"/>
                  </a:lnTo>
                  <a:lnTo>
                    <a:pt x="2972755" y="2106461"/>
                  </a:lnTo>
                  <a:lnTo>
                    <a:pt x="2972755" y="2105837"/>
                  </a:lnTo>
                  <a:lnTo>
                    <a:pt x="2972864" y="2105837"/>
                  </a:lnTo>
                  <a:lnTo>
                    <a:pt x="2972972" y="2105837"/>
                  </a:lnTo>
                  <a:lnTo>
                    <a:pt x="2973081" y="2105837"/>
                  </a:lnTo>
                  <a:lnTo>
                    <a:pt x="2973081" y="2105213"/>
                  </a:lnTo>
                  <a:lnTo>
                    <a:pt x="2973189" y="2105213"/>
                  </a:lnTo>
                  <a:lnTo>
                    <a:pt x="2973298" y="2105213"/>
                  </a:lnTo>
                  <a:lnTo>
                    <a:pt x="2973406" y="2105213"/>
                  </a:lnTo>
                  <a:lnTo>
                    <a:pt x="2973514" y="2105213"/>
                  </a:lnTo>
                  <a:lnTo>
                    <a:pt x="2973514" y="2104590"/>
                  </a:lnTo>
                  <a:lnTo>
                    <a:pt x="2973623" y="2104590"/>
                  </a:lnTo>
                  <a:lnTo>
                    <a:pt x="2973731" y="2104590"/>
                  </a:lnTo>
                  <a:lnTo>
                    <a:pt x="2973840" y="2104590"/>
                  </a:lnTo>
                  <a:lnTo>
                    <a:pt x="2973948" y="2104590"/>
                  </a:lnTo>
                  <a:lnTo>
                    <a:pt x="2974057" y="2104590"/>
                  </a:lnTo>
                  <a:lnTo>
                    <a:pt x="2974165" y="2104590"/>
                  </a:lnTo>
                  <a:lnTo>
                    <a:pt x="2974274" y="2104590"/>
                  </a:lnTo>
                  <a:lnTo>
                    <a:pt x="2974382" y="2104590"/>
                  </a:lnTo>
                  <a:lnTo>
                    <a:pt x="2974491" y="2104590"/>
                  </a:lnTo>
                  <a:lnTo>
                    <a:pt x="2974599" y="2104590"/>
                  </a:lnTo>
                  <a:lnTo>
                    <a:pt x="2974599" y="2103966"/>
                  </a:lnTo>
                  <a:lnTo>
                    <a:pt x="2974707" y="2103966"/>
                  </a:lnTo>
                  <a:lnTo>
                    <a:pt x="2974816" y="2103966"/>
                  </a:lnTo>
                  <a:lnTo>
                    <a:pt x="2974924" y="2103966"/>
                  </a:lnTo>
                  <a:lnTo>
                    <a:pt x="2975033" y="2103966"/>
                  </a:lnTo>
                  <a:lnTo>
                    <a:pt x="2975141" y="2103966"/>
                  </a:lnTo>
                  <a:lnTo>
                    <a:pt x="2975141" y="2103343"/>
                  </a:lnTo>
                  <a:lnTo>
                    <a:pt x="2975250" y="2103343"/>
                  </a:lnTo>
                  <a:lnTo>
                    <a:pt x="2975358" y="2103343"/>
                  </a:lnTo>
                  <a:lnTo>
                    <a:pt x="2975467" y="2103343"/>
                  </a:lnTo>
                  <a:lnTo>
                    <a:pt x="2975575" y="2103343"/>
                  </a:lnTo>
                  <a:lnTo>
                    <a:pt x="2975683" y="2103343"/>
                  </a:lnTo>
                  <a:lnTo>
                    <a:pt x="2975792" y="2103343"/>
                  </a:lnTo>
                  <a:lnTo>
                    <a:pt x="2975900" y="2103343"/>
                  </a:lnTo>
                  <a:lnTo>
                    <a:pt x="2976009" y="2103343"/>
                  </a:lnTo>
                  <a:lnTo>
                    <a:pt x="2976117" y="2103343"/>
                  </a:lnTo>
                  <a:lnTo>
                    <a:pt x="2976226" y="2103343"/>
                  </a:lnTo>
                  <a:lnTo>
                    <a:pt x="2976334" y="2103343"/>
                  </a:lnTo>
                  <a:lnTo>
                    <a:pt x="2976443" y="2103343"/>
                  </a:lnTo>
                  <a:lnTo>
                    <a:pt x="2976551" y="2103343"/>
                  </a:lnTo>
                  <a:lnTo>
                    <a:pt x="2976659" y="2103343"/>
                  </a:lnTo>
                  <a:lnTo>
                    <a:pt x="2976768" y="2103343"/>
                  </a:lnTo>
                  <a:lnTo>
                    <a:pt x="2976876" y="2103343"/>
                  </a:lnTo>
                  <a:lnTo>
                    <a:pt x="2976985" y="2103343"/>
                  </a:lnTo>
                  <a:lnTo>
                    <a:pt x="2977093" y="2103343"/>
                  </a:lnTo>
                  <a:lnTo>
                    <a:pt x="2977202" y="2103343"/>
                  </a:lnTo>
                  <a:lnTo>
                    <a:pt x="2977310" y="2103343"/>
                  </a:lnTo>
                  <a:lnTo>
                    <a:pt x="2977419" y="2103343"/>
                  </a:lnTo>
                  <a:lnTo>
                    <a:pt x="2977527" y="2103343"/>
                  </a:lnTo>
                  <a:lnTo>
                    <a:pt x="2977635" y="2103343"/>
                  </a:lnTo>
                  <a:lnTo>
                    <a:pt x="2977744" y="2103343"/>
                  </a:lnTo>
                  <a:lnTo>
                    <a:pt x="2977852" y="2103343"/>
                  </a:lnTo>
                  <a:lnTo>
                    <a:pt x="2977961" y="2103343"/>
                  </a:lnTo>
                  <a:lnTo>
                    <a:pt x="2978069" y="2103343"/>
                  </a:lnTo>
                  <a:lnTo>
                    <a:pt x="2978178" y="2103343"/>
                  </a:lnTo>
                  <a:lnTo>
                    <a:pt x="2978178" y="2102719"/>
                  </a:lnTo>
                  <a:lnTo>
                    <a:pt x="2978286" y="2102719"/>
                  </a:lnTo>
                  <a:lnTo>
                    <a:pt x="2978395" y="2102719"/>
                  </a:lnTo>
                  <a:lnTo>
                    <a:pt x="2978503" y="2102719"/>
                  </a:lnTo>
                  <a:lnTo>
                    <a:pt x="2978612" y="2102719"/>
                  </a:lnTo>
                  <a:lnTo>
                    <a:pt x="2978720" y="2102719"/>
                  </a:lnTo>
                  <a:lnTo>
                    <a:pt x="2978828" y="2102719"/>
                  </a:lnTo>
                  <a:lnTo>
                    <a:pt x="2978937" y="2102719"/>
                  </a:lnTo>
                  <a:lnTo>
                    <a:pt x="2979045" y="2102719"/>
                  </a:lnTo>
                  <a:lnTo>
                    <a:pt x="2979154" y="2102719"/>
                  </a:lnTo>
                  <a:lnTo>
                    <a:pt x="2979262" y="2102719"/>
                  </a:lnTo>
                  <a:lnTo>
                    <a:pt x="2979371" y="2102719"/>
                  </a:lnTo>
                  <a:lnTo>
                    <a:pt x="2979479" y="2102719"/>
                  </a:lnTo>
                  <a:lnTo>
                    <a:pt x="2979588" y="2102719"/>
                  </a:lnTo>
                  <a:lnTo>
                    <a:pt x="2979696" y="2102719"/>
                  </a:lnTo>
                  <a:lnTo>
                    <a:pt x="2979804" y="2102719"/>
                  </a:lnTo>
                  <a:lnTo>
                    <a:pt x="2979804" y="2102095"/>
                  </a:lnTo>
                  <a:lnTo>
                    <a:pt x="2979913" y="2102095"/>
                  </a:lnTo>
                  <a:lnTo>
                    <a:pt x="2980021" y="2102095"/>
                  </a:lnTo>
                  <a:lnTo>
                    <a:pt x="2980130" y="2102095"/>
                  </a:lnTo>
                  <a:lnTo>
                    <a:pt x="2980130" y="2101472"/>
                  </a:lnTo>
                  <a:lnTo>
                    <a:pt x="2980238" y="2101472"/>
                  </a:lnTo>
                  <a:lnTo>
                    <a:pt x="2980347" y="2101472"/>
                  </a:lnTo>
                  <a:lnTo>
                    <a:pt x="2980347" y="2100848"/>
                  </a:lnTo>
                  <a:lnTo>
                    <a:pt x="2980455" y="2100848"/>
                  </a:lnTo>
                  <a:lnTo>
                    <a:pt x="2980564" y="2100848"/>
                  </a:lnTo>
                  <a:lnTo>
                    <a:pt x="2980672" y="2100848"/>
                  </a:lnTo>
                  <a:lnTo>
                    <a:pt x="2980780" y="2100848"/>
                  </a:lnTo>
                  <a:lnTo>
                    <a:pt x="2980889" y="2100848"/>
                  </a:lnTo>
                  <a:lnTo>
                    <a:pt x="2980997" y="2100848"/>
                  </a:lnTo>
                  <a:lnTo>
                    <a:pt x="2981106" y="2100848"/>
                  </a:lnTo>
                  <a:lnTo>
                    <a:pt x="2981106" y="2100225"/>
                  </a:lnTo>
                  <a:lnTo>
                    <a:pt x="2981214" y="2100225"/>
                  </a:lnTo>
                  <a:lnTo>
                    <a:pt x="2981323" y="2100225"/>
                  </a:lnTo>
                  <a:lnTo>
                    <a:pt x="2981431" y="2100225"/>
                  </a:lnTo>
                  <a:lnTo>
                    <a:pt x="2981540" y="2100225"/>
                  </a:lnTo>
                  <a:lnTo>
                    <a:pt x="2981648" y="2100225"/>
                  </a:lnTo>
                  <a:lnTo>
                    <a:pt x="2981756" y="2100225"/>
                  </a:lnTo>
                  <a:lnTo>
                    <a:pt x="2981865" y="2100225"/>
                  </a:lnTo>
                  <a:lnTo>
                    <a:pt x="2981973" y="2100225"/>
                  </a:lnTo>
                  <a:lnTo>
                    <a:pt x="2982082" y="2100225"/>
                  </a:lnTo>
                  <a:lnTo>
                    <a:pt x="2982190" y="2100225"/>
                  </a:lnTo>
                  <a:lnTo>
                    <a:pt x="2982299" y="2100225"/>
                  </a:lnTo>
                  <a:lnTo>
                    <a:pt x="2982407" y="2100225"/>
                  </a:lnTo>
                  <a:lnTo>
                    <a:pt x="2982516" y="2100225"/>
                  </a:lnTo>
                  <a:lnTo>
                    <a:pt x="2982624" y="2100225"/>
                  </a:lnTo>
                  <a:lnTo>
                    <a:pt x="2982733" y="2100225"/>
                  </a:lnTo>
                  <a:lnTo>
                    <a:pt x="2982841" y="2100225"/>
                  </a:lnTo>
                  <a:lnTo>
                    <a:pt x="2982949" y="2100225"/>
                  </a:lnTo>
                  <a:lnTo>
                    <a:pt x="2983058" y="2100225"/>
                  </a:lnTo>
                  <a:lnTo>
                    <a:pt x="2983166" y="2100225"/>
                  </a:lnTo>
                  <a:lnTo>
                    <a:pt x="2983275" y="2100225"/>
                  </a:lnTo>
                  <a:lnTo>
                    <a:pt x="2983383" y="2100225"/>
                  </a:lnTo>
                  <a:lnTo>
                    <a:pt x="2983492" y="2100225"/>
                  </a:lnTo>
                  <a:lnTo>
                    <a:pt x="2983600" y="2100225"/>
                  </a:lnTo>
                  <a:lnTo>
                    <a:pt x="2983709" y="2100225"/>
                  </a:lnTo>
                  <a:lnTo>
                    <a:pt x="2983817" y="2100225"/>
                  </a:lnTo>
                  <a:lnTo>
                    <a:pt x="2983817" y="2099601"/>
                  </a:lnTo>
                  <a:lnTo>
                    <a:pt x="2983925" y="2099601"/>
                  </a:lnTo>
                  <a:lnTo>
                    <a:pt x="2984034" y="2099601"/>
                  </a:lnTo>
                  <a:lnTo>
                    <a:pt x="2984034" y="2098978"/>
                  </a:lnTo>
                  <a:lnTo>
                    <a:pt x="2984142" y="2098978"/>
                  </a:lnTo>
                  <a:lnTo>
                    <a:pt x="2984251" y="2098978"/>
                  </a:lnTo>
                  <a:lnTo>
                    <a:pt x="2984359" y="2098978"/>
                  </a:lnTo>
                  <a:lnTo>
                    <a:pt x="2984468" y="2098978"/>
                  </a:lnTo>
                  <a:lnTo>
                    <a:pt x="2984576" y="2098978"/>
                  </a:lnTo>
                  <a:lnTo>
                    <a:pt x="2984685" y="2098978"/>
                  </a:lnTo>
                  <a:lnTo>
                    <a:pt x="2984793" y="2098978"/>
                  </a:lnTo>
                  <a:lnTo>
                    <a:pt x="2984901" y="2098978"/>
                  </a:lnTo>
                  <a:lnTo>
                    <a:pt x="2984901" y="2098354"/>
                  </a:lnTo>
                  <a:lnTo>
                    <a:pt x="2984901" y="2097730"/>
                  </a:lnTo>
                  <a:lnTo>
                    <a:pt x="2984901" y="2097107"/>
                  </a:lnTo>
                  <a:lnTo>
                    <a:pt x="2984901" y="2096483"/>
                  </a:lnTo>
                  <a:lnTo>
                    <a:pt x="2985010" y="2096483"/>
                  </a:lnTo>
                  <a:lnTo>
                    <a:pt x="2985118" y="2096483"/>
                  </a:lnTo>
                  <a:lnTo>
                    <a:pt x="2985227" y="2096483"/>
                  </a:lnTo>
                  <a:lnTo>
                    <a:pt x="2985335" y="2096483"/>
                  </a:lnTo>
                  <a:lnTo>
                    <a:pt x="2985444" y="2096483"/>
                  </a:lnTo>
                  <a:lnTo>
                    <a:pt x="2985552" y="2096483"/>
                  </a:lnTo>
                  <a:lnTo>
                    <a:pt x="2985661" y="2096483"/>
                  </a:lnTo>
                  <a:lnTo>
                    <a:pt x="2985769" y="2096483"/>
                  </a:lnTo>
                  <a:lnTo>
                    <a:pt x="2985877" y="2096483"/>
                  </a:lnTo>
                  <a:lnTo>
                    <a:pt x="2985877" y="2095860"/>
                  </a:lnTo>
                  <a:lnTo>
                    <a:pt x="2985986" y="2095860"/>
                  </a:lnTo>
                  <a:lnTo>
                    <a:pt x="2986094" y="2095860"/>
                  </a:lnTo>
                  <a:lnTo>
                    <a:pt x="2986203" y="2095860"/>
                  </a:lnTo>
                  <a:lnTo>
                    <a:pt x="2986311" y="2095860"/>
                  </a:lnTo>
                  <a:lnTo>
                    <a:pt x="2986420" y="2095860"/>
                  </a:lnTo>
                  <a:lnTo>
                    <a:pt x="2986420" y="2095236"/>
                  </a:lnTo>
                  <a:lnTo>
                    <a:pt x="2986528" y="2095236"/>
                  </a:lnTo>
                  <a:lnTo>
                    <a:pt x="2986637" y="2095236"/>
                  </a:lnTo>
                  <a:lnTo>
                    <a:pt x="2986637" y="2094613"/>
                  </a:lnTo>
                  <a:lnTo>
                    <a:pt x="2986745" y="2094613"/>
                  </a:lnTo>
                  <a:lnTo>
                    <a:pt x="2986853" y="2094613"/>
                  </a:lnTo>
                  <a:lnTo>
                    <a:pt x="2986962" y="2094613"/>
                  </a:lnTo>
                  <a:lnTo>
                    <a:pt x="2987070" y="2094613"/>
                  </a:lnTo>
                  <a:lnTo>
                    <a:pt x="2987179" y="2094613"/>
                  </a:lnTo>
                  <a:lnTo>
                    <a:pt x="2987179" y="2093989"/>
                  </a:lnTo>
                  <a:lnTo>
                    <a:pt x="2987287" y="2093989"/>
                  </a:lnTo>
                  <a:lnTo>
                    <a:pt x="2987396" y="2093989"/>
                  </a:lnTo>
                  <a:lnTo>
                    <a:pt x="2987504" y="2093989"/>
                  </a:lnTo>
                  <a:lnTo>
                    <a:pt x="2987613" y="2093989"/>
                  </a:lnTo>
                  <a:lnTo>
                    <a:pt x="2987721" y="2093989"/>
                  </a:lnTo>
                  <a:lnTo>
                    <a:pt x="2987830" y="2093989"/>
                  </a:lnTo>
                  <a:lnTo>
                    <a:pt x="2987938" y="2093989"/>
                  </a:lnTo>
                  <a:lnTo>
                    <a:pt x="2988046" y="2093989"/>
                  </a:lnTo>
                  <a:lnTo>
                    <a:pt x="2988155" y="2093989"/>
                  </a:lnTo>
                  <a:lnTo>
                    <a:pt x="2988263" y="2093989"/>
                  </a:lnTo>
                  <a:lnTo>
                    <a:pt x="2988372" y="2093989"/>
                  </a:lnTo>
                  <a:lnTo>
                    <a:pt x="2988372" y="2093365"/>
                  </a:lnTo>
                  <a:lnTo>
                    <a:pt x="2988480" y="2093365"/>
                  </a:lnTo>
                  <a:lnTo>
                    <a:pt x="2988589" y="2093365"/>
                  </a:lnTo>
                  <a:lnTo>
                    <a:pt x="2988697" y="2093365"/>
                  </a:lnTo>
                  <a:lnTo>
                    <a:pt x="2988806" y="2093365"/>
                  </a:lnTo>
                  <a:lnTo>
                    <a:pt x="2988914" y="2093365"/>
                  </a:lnTo>
                  <a:lnTo>
                    <a:pt x="2989022" y="2093365"/>
                  </a:lnTo>
                  <a:lnTo>
                    <a:pt x="2989131" y="2093365"/>
                  </a:lnTo>
                  <a:lnTo>
                    <a:pt x="2989239" y="2093365"/>
                  </a:lnTo>
                  <a:lnTo>
                    <a:pt x="2989348" y="2093365"/>
                  </a:lnTo>
                  <a:lnTo>
                    <a:pt x="2989456" y="2093365"/>
                  </a:lnTo>
                  <a:lnTo>
                    <a:pt x="2989456" y="2092742"/>
                  </a:lnTo>
                  <a:lnTo>
                    <a:pt x="2989565" y="2092742"/>
                  </a:lnTo>
                  <a:lnTo>
                    <a:pt x="2989673" y="2092742"/>
                  </a:lnTo>
                  <a:lnTo>
                    <a:pt x="2989782" y="2092742"/>
                  </a:lnTo>
                  <a:lnTo>
                    <a:pt x="2989890" y="2092742"/>
                  </a:lnTo>
                  <a:lnTo>
                    <a:pt x="2989890" y="2092118"/>
                  </a:lnTo>
                  <a:lnTo>
                    <a:pt x="2989998" y="2092118"/>
                  </a:lnTo>
                  <a:lnTo>
                    <a:pt x="2990107" y="2092118"/>
                  </a:lnTo>
                  <a:lnTo>
                    <a:pt x="2990215" y="2092118"/>
                  </a:lnTo>
                  <a:lnTo>
                    <a:pt x="2990324" y="2092118"/>
                  </a:lnTo>
                  <a:lnTo>
                    <a:pt x="2990324" y="2091495"/>
                  </a:lnTo>
                  <a:lnTo>
                    <a:pt x="2990432" y="2091495"/>
                  </a:lnTo>
                  <a:lnTo>
                    <a:pt x="2990541" y="2091495"/>
                  </a:lnTo>
                  <a:lnTo>
                    <a:pt x="2990649" y="2091495"/>
                  </a:lnTo>
                  <a:lnTo>
                    <a:pt x="2990758" y="2091495"/>
                  </a:lnTo>
                  <a:lnTo>
                    <a:pt x="2990758" y="2090871"/>
                  </a:lnTo>
                  <a:lnTo>
                    <a:pt x="2990866" y="2090871"/>
                  </a:lnTo>
                  <a:lnTo>
                    <a:pt x="2990974" y="2090871"/>
                  </a:lnTo>
                  <a:lnTo>
                    <a:pt x="2991083" y="2090871"/>
                  </a:lnTo>
                  <a:lnTo>
                    <a:pt x="2991083" y="2090247"/>
                  </a:lnTo>
                  <a:lnTo>
                    <a:pt x="2991191" y="2090247"/>
                  </a:lnTo>
                  <a:lnTo>
                    <a:pt x="2991300" y="2090247"/>
                  </a:lnTo>
                  <a:lnTo>
                    <a:pt x="2991408" y="2090247"/>
                  </a:lnTo>
                  <a:lnTo>
                    <a:pt x="2991517" y="2090247"/>
                  </a:lnTo>
                  <a:lnTo>
                    <a:pt x="2991625" y="2090247"/>
                  </a:lnTo>
                  <a:lnTo>
                    <a:pt x="2991734" y="2090247"/>
                  </a:lnTo>
                  <a:lnTo>
                    <a:pt x="2991842" y="2090247"/>
                  </a:lnTo>
                  <a:lnTo>
                    <a:pt x="2991951" y="2090247"/>
                  </a:lnTo>
                  <a:lnTo>
                    <a:pt x="2992059" y="2090247"/>
                  </a:lnTo>
                  <a:lnTo>
                    <a:pt x="2992167" y="2090247"/>
                  </a:lnTo>
                  <a:lnTo>
                    <a:pt x="2992276" y="2090247"/>
                  </a:lnTo>
                  <a:lnTo>
                    <a:pt x="2992384" y="2090247"/>
                  </a:lnTo>
                  <a:lnTo>
                    <a:pt x="2992493" y="2090247"/>
                  </a:lnTo>
                  <a:lnTo>
                    <a:pt x="2992601" y="2090247"/>
                  </a:lnTo>
                  <a:lnTo>
                    <a:pt x="2992601" y="2089624"/>
                  </a:lnTo>
                  <a:lnTo>
                    <a:pt x="2992710" y="2089624"/>
                  </a:lnTo>
                  <a:lnTo>
                    <a:pt x="2992818" y="2089624"/>
                  </a:lnTo>
                  <a:lnTo>
                    <a:pt x="2992927" y="2089624"/>
                  </a:lnTo>
                  <a:lnTo>
                    <a:pt x="2993035" y="2089624"/>
                  </a:lnTo>
                  <a:lnTo>
                    <a:pt x="2993035" y="2089000"/>
                  </a:lnTo>
                  <a:lnTo>
                    <a:pt x="2993143" y="2089000"/>
                  </a:lnTo>
                  <a:lnTo>
                    <a:pt x="2993143" y="2088377"/>
                  </a:lnTo>
                  <a:lnTo>
                    <a:pt x="2993143" y="2087753"/>
                  </a:lnTo>
                  <a:lnTo>
                    <a:pt x="2993252" y="2087753"/>
                  </a:lnTo>
                  <a:lnTo>
                    <a:pt x="2993252" y="2087130"/>
                  </a:lnTo>
                  <a:lnTo>
                    <a:pt x="2993360" y="2087130"/>
                  </a:lnTo>
                  <a:lnTo>
                    <a:pt x="2993469" y="2087130"/>
                  </a:lnTo>
                  <a:lnTo>
                    <a:pt x="2993577" y="2087130"/>
                  </a:lnTo>
                  <a:lnTo>
                    <a:pt x="2993686" y="2087130"/>
                  </a:lnTo>
                  <a:lnTo>
                    <a:pt x="2993794" y="2087130"/>
                  </a:lnTo>
                  <a:lnTo>
                    <a:pt x="2993903" y="2087130"/>
                  </a:lnTo>
                  <a:lnTo>
                    <a:pt x="2994011" y="2087130"/>
                  </a:lnTo>
                  <a:lnTo>
                    <a:pt x="2994119" y="2087130"/>
                  </a:lnTo>
                  <a:lnTo>
                    <a:pt x="2994228" y="2087130"/>
                  </a:lnTo>
                  <a:lnTo>
                    <a:pt x="2994336" y="2087130"/>
                  </a:lnTo>
                  <a:lnTo>
                    <a:pt x="2994445" y="2087130"/>
                  </a:lnTo>
                  <a:lnTo>
                    <a:pt x="2994553" y="2087130"/>
                  </a:lnTo>
                  <a:lnTo>
                    <a:pt x="2994662" y="2087130"/>
                  </a:lnTo>
                  <a:lnTo>
                    <a:pt x="2994770" y="2087130"/>
                  </a:lnTo>
                  <a:lnTo>
                    <a:pt x="2994879" y="2087130"/>
                  </a:lnTo>
                  <a:lnTo>
                    <a:pt x="2994987" y="2087130"/>
                  </a:lnTo>
                  <a:lnTo>
                    <a:pt x="2995095" y="2087130"/>
                  </a:lnTo>
                  <a:lnTo>
                    <a:pt x="2995204" y="2087130"/>
                  </a:lnTo>
                  <a:lnTo>
                    <a:pt x="2995204" y="2086506"/>
                  </a:lnTo>
                  <a:lnTo>
                    <a:pt x="2995312" y="2086506"/>
                  </a:lnTo>
                  <a:lnTo>
                    <a:pt x="2995421" y="2086506"/>
                  </a:lnTo>
                  <a:lnTo>
                    <a:pt x="2995529" y="2086506"/>
                  </a:lnTo>
                  <a:lnTo>
                    <a:pt x="2995638" y="2086506"/>
                  </a:lnTo>
                  <a:lnTo>
                    <a:pt x="2995746" y="2086506"/>
                  </a:lnTo>
                  <a:lnTo>
                    <a:pt x="2995855" y="2086506"/>
                  </a:lnTo>
                  <a:lnTo>
                    <a:pt x="2995963" y="2086506"/>
                  </a:lnTo>
                  <a:lnTo>
                    <a:pt x="2996072" y="2086506"/>
                  </a:lnTo>
                  <a:lnTo>
                    <a:pt x="2996180" y="2086506"/>
                  </a:lnTo>
                  <a:lnTo>
                    <a:pt x="2996180" y="2085882"/>
                  </a:lnTo>
                  <a:lnTo>
                    <a:pt x="2996288" y="2085882"/>
                  </a:lnTo>
                  <a:lnTo>
                    <a:pt x="2996288" y="2085259"/>
                  </a:lnTo>
                  <a:lnTo>
                    <a:pt x="2996397" y="2085259"/>
                  </a:lnTo>
                  <a:lnTo>
                    <a:pt x="2996397" y="2084635"/>
                  </a:lnTo>
                  <a:lnTo>
                    <a:pt x="2996397" y="2084012"/>
                  </a:lnTo>
                  <a:lnTo>
                    <a:pt x="2996505" y="2084012"/>
                  </a:lnTo>
                  <a:lnTo>
                    <a:pt x="2996505" y="2083388"/>
                  </a:lnTo>
                  <a:lnTo>
                    <a:pt x="2996505" y="2082764"/>
                  </a:lnTo>
                  <a:lnTo>
                    <a:pt x="2996614" y="2082764"/>
                  </a:lnTo>
                  <a:lnTo>
                    <a:pt x="2996722" y="2082764"/>
                  </a:lnTo>
                  <a:lnTo>
                    <a:pt x="2996722" y="2082141"/>
                  </a:lnTo>
                  <a:lnTo>
                    <a:pt x="2996831" y="2082141"/>
                  </a:lnTo>
                  <a:lnTo>
                    <a:pt x="2996831" y="2081517"/>
                  </a:lnTo>
                  <a:lnTo>
                    <a:pt x="2996939" y="2081517"/>
                  </a:lnTo>
                  <a:lnTo>
                    <a:pt x="2997048" y="2081517"/>
                  </a:lnTo>
                  <a:lnTo>
                    <a:pt x="2997156" y="2081517"/>
                  </a:lnTo>
                  <a:lnTo>
                    <a:pt x="2997264" y="2081517"/>
                  </a:lnTo>
                  <a:lnTo>
                    <a:pt x="2997373" y="2081517"/>
                  </a:lnTo>
                  <a:lnTo>
                    <a:pt x="2997481" y="2081517"/>
                  </a:lnTo>
                  <a:lnTo>
                    <a:pt x="2997590" y="2081517"/>
                  </a:lnTo>
                  <a:lnTo>
                    <a:pt x="2997698" y="2081517"/>
                  </a:lnTo>
                  <a:lnTo>
                    <a:pt x="2997698" y="2080894"/>
                  </a:lnTo>
                  <a:lnTo>
                    <a:pt x="2997698" y="2080270"/>
                  </a:lnTo>
                  <a:lnTo>
                    <a:pt x="2997807" y="2080270"/>
                  </a:lnTo>
                  <a:lnTo>
                    <a:pt x="2997915" y="2080270"/>
                  </a:lnTo>
                  <a:lnTo>
                    <a:pt x="2998024" y="2080270"/>
                  </a:lnTo>
                  <a:lnTo>
                    <a:pt x="2998132" y="2080270"/>
                  </a:lnTo>
                  <a:lnTo>
                    <a:pt x="2998240" y="2080270"/>
                  </a:lnTo>
                  <a:lnTo>
                    <a:pt x="2998349" y="2080270"/>
                  </a:lnTo>
                  <a:lnTo>
                    <a:pt x="2998457" y="2080270"/>
                  </a:lnTo>
                  <a:lnTo>
                    <a:pt x="2998566" y="2080270"/>
                  </a:lnTo>
                  <a:lnTo>
                    <a:pt x="2998674" y="2080270"/>
                  </a:lnTo>
                  <a:lnTo>
                    <a:pt x="2998674" y="2079647"/>
                  </a:lnTo>
                  <a:lnTo>
                    <a:pt x="2998674" y="2079023"/>
                  </a:lnTo>
                  <a:lnTo>
                    <a:pt x="2998783" y="2079023"/>
                  </a:lnTo>
                  <a:lnTo>
                    <a:pt x="2998891" y="2079023"/>
                  </a:lnTo>
                  <a:lnTo>
                    <a:pt x="2999000" y="2079023"/>
                  </a:lnTo>
                  <a:lnTo>
                    <a:pt x="2999108" y="2079023"/>
                  </a:lnTo>
                  <a:lnTo>
                    <a:pt x="2999216" y="2079023"/>
                  </a:lnTo>
                  <a:lnTo>
                    <a:pt x="2999216" y="2078399"/>
                  </a:lnTo>
                  <a:lnTo>
                    <a:pt x="2999325" y="2078399"/>
                  </a:lnTo>
                  <a:lnTo>
                    <a:pt x="2999433" y="2078399"/>
                  </a:lnTo>
                  <a:lnTo>
                    <a:pt x="2999542" y="2078399"/>
                  </a:lnTo>
                  <a:lnTo>
                    <a:pt x="2999650" y="2078399"/>
                  </a:lnTo>
                  <a:lnTo>
                    <a:pt x="2999759" y="2078399"/>
                  </a:lnTo>
                  <a:lnTo>
                    <a:pt x="2999867" y="2078399"/>
                  </a:lnTo>
                  <a:lnTo>
                    <a:pt x="2999976" y="2078399"/>
                  </a:lnTo>
                  <a:lnTo>
                    <a:pt x="3000084" y="2078399"/>
                  </a:lnTo>
                  <a:lnTo>
                    <a:pt x="3000193" y="2078399"/>
                  </a:lnTo>
                  <a:lnTo>
                    <a:pt x="3000301" y="2078399"/>
                  </a:lnTo>
                  <a:lnTo>
                    <a:pt x="3000409" y="2078399"/>
                  </a:lnTo>
                  <a:lnTo>
                    <a:pt x="3000518" y="2078399"/>
                  </a:lnTo>
                  <a:lnTo>
                    <a:pt x="3000626" y="2078399"/>
                  </a:lnTo>
                  <a:lnTo>
                    <a:pt x="3000735" y="2078399"/>
                  </a:lnTo>
                  <a:lnTo>
                    <a:pt x="3000843" y="2078399"/>
                  </a:lnTo>
                  <a:lnTo>
                    <a:pt x="3000952" y="2078399"/>
                  </a:lnTo>
                  <a:lnTo>
                    <a:pt x="3000952" y="2077776"/>
                  </a:lnTo>
                  <a:lnTo>
                    <a:pt x="3000952" y="2077152"/>
                  </a:lnTo>
                  <a:lnTo>
                    <a:pt x="3001060" y="2077152"/>
                  </a:lnTo>
                  <a:lnTo>
                    <a:pt x="3001060" y="2076529"/>
                  </a:lnTo>
                  <a:lnTo>
                    <a:pt x="3001169" y="2076529"/>
                  </a:lnTo>
                  <a:lnTo>
                    <a:pt x="3001277" y="2076529"/>
                  </a:lnTo>
                  <a:lnTo>
                    <a:pt x="3001385" y="2076529"/>
                  </a:lnTo>
                  <a:lnTo>
                    <a:pt x="3001494" y="2076529"/>
                  </a:lnTo>
                  <a:lnTo>
                    <a:pt x="3001602" y="2076529"/>
                  </a:lnTo>
                  <a:lnTo>
                    <a:pt x="3001711" y="2076529"/>
                  </a:lnTo>
                  <a:lnTo>
                    <a:pt x="3001819" y="2076529"/>
                  </a:lnTo>
                  <a:lnTo>
                    <a:pt x="3001928" y="2076529"/>
                  </a:lnTo>
                  <a:lnTo>
                    <a:pt x="3002036" y="2076529"/>
                  </a:lnTo>
                  <a:lnTo>
                    <a:pt x="3002145" y="2076529"/>
                  </a:lnTo>
                  <a:lnTo>
                    <a:pt x="3002253" y="2076529"/>
                  </a:lnTo>
                  <a:lnTo>
                    <a:pt x="3002361" y="2076529"/>
                  </a:lnTo>
                  <a:lnTo>
                    <a:pt x="3002470" y="2076529"/>
                  </a:lnTo>
                  <a:lnTo>
                    <a:pt x="3002578" y="2076529"/>
                  </a:lnTo>
                  <a:lnTo>
                    <a:pt x="3002687" y="2076529"/>
                  </a:lnTo>
                  <a:lnTo>
                    <a:pt x="3002687" y="2075905"/>
                  </a:lnTo>
                  <a:lnTo>
                    <a:pt x="3002795" y="2075905"/>
                  </a:lnTo>
                  <a:lnTo>
                    <a:pt x="3002904" y="2075905"/>
                  </a:lnTo>
                  <a:lnTo>
                    <a:pt x="3003012" y="2075905"/>
                  </a:lnTo>
                  <a:lnTo>
                    <a:pt x="3003121" y="2075905"/>
                  </a:lnTo>
                  <a:lnTo>
                    <a:pt x="3003229" y="2075905"/>
                  </a:lnTo>
                  <a:lnTo>
                    <a:pt x="3003337" y="2075905"/>
                  </a:lnTo>
                  <a:lnTo>
                    <a:pt x="3003446" y="2075905"/>
                  </a:lnTo>
                  <a:lnTo>
                    <a:pt x="3003554" y="2075905"/>
                  </a:lnTo>
                  <a:lnTo>
                    <a:pt x="3003663" y="2075905"/>
                  </a:lnTo>
                  <a:lnTo>
                    <a:pt x="3003771" y="2075905"/>
                  </a:lnTo>
                  <a:lnTo>
                    <a:pt x="3003880" y="2075905"/>
                  </a:lnTo>
                  <a:lnTo>
                    <a:pt x="3003988" y="2075905"/>
                  </a:lnTo>
                  <a:lnTo>
                    <a:pt x="3004097" y="2075905"/>
                  </a:lnTo>
                  <a:lnTo>
                    <a:pt x="3004205" y="2075905"/>
                  </a:lnTo>
                  <a:lnTo>
                    <a:pt x="3004314" y="2075905"/>
                  </a:lnTo>
                  <a:lnTo>
                    <a:pt x="3004422" y="2075905"/>
                  </a:lnTo>
                  <a:lnTo>
                    <a:pt x="3004422" y="2075281"/>
                  </a:lnTo>
                  <a:lnTo>
                    <a:pt x="3004530" y="2075281"/>
                  </a:lnTo>
                  <a:lnTo>
                    <a:pt x="3004639" y="2075281"/>
                  </a:lnTo>
                  <a:lnTo>
                    <a:pt x="3004639" y="2074658"/>
                  </a:lnTo>
                  <a:lnTo>
                    <a:pt x="3004747" y="2074658"/>
                  </a:lnTo>
                  <a:lnTo>
                    <a:pt x="3004856" y="2074658"/>
                  </a:lnTo>
                  <a:lnTo>
                    <a:pt x="3004964" y="2074658"/>
                  </a:lnTo>
                  <a:lnTo>
                    <a:pt x="3005073" y="2074658"/>
                  </a:lnTo>
                  <a:lnTo>
                    <a:pt x="3005181" y="2074658"/>
                  </a:lnTo>
                  <a:lnTo>
                    <a:pt x="3005290" y="2074658"/>
                  </a:lnTo>
                  <a:lnTo>
                    <a:pt x="3005398" y="2074658"/>
                  </a:lnTo>
                  <a:lnTo>
                    <a:pt x="3005506" y="2074658"/>
                  </a:lnTo>
                  <a:lnTo>
                    <a:pt x="3005615" y="2074658"/>
                  </a:lnTo>
                  <a:lnTo>
                    <a:pt x="3005723" y="2074658"/>
                  </a:lnTo>
                  <a:lnTo>
                    <a:pt x="3005832" y="2074658"/>
                  </a:lnTo>
                  <a:lnTo>
                    <a:pt x="3005832" y="2074034"/>
                  </a:lnTo>
                  <a:lnTo>
                    <a:pt x="3005940" y="2074034"/>
                  </a:lnTo>
                  <a:lnTo>
                    <a:pt x="3006049" y="2074034"/>
                  </a:lnTo>
                  <a:lnTo>
                    <a:pt x="3006157" y="2074034"/>
                  </a:lnTo>
                  <a:lnTo>
                    <a:pt x="3006157" y="2073411"/>
                  </a:lnTo>
                  <a:lnTo>
                    <a:pt x="3006266" y="2073411"/>
                  </a:lnTo>
                  <a:lnTo>
                    <a:pt x="3006266" y="2072787"/>
                  </a:lnTo>
                  <a:lnTo>
                    <a:pt x="3006374" y="2072787"/>
                  </a:lnTo>
                  <a:lnTo>
                    <a:pt x="3006482" y="2072787"/>
                  </a:lnTo>
                  <a:lnTo>
                    <a:pt x="3006482" y="2072164"/>
                  </a:lnTo>
                  <a:lnTo>
                    <a:pt x="3006591" y="2072164"/>
                  </a:lnTo>
                  <a:lnTo>
                    <a:pt x="3006699" y="2072164"/>
                  </a:lnTo>
                  <a:lnTo>
                    <a:pt x="3006808" y="2072164"/>
                  </a:lnTo>
                  <a:lnTo>
                    <a:pt x="3006916" y="2072164"/>
                  </a:lnTo>
                  <a:lnTo>
                    <a:pt x="3007025" y="2072164"/>
                  </a:lnTo>
                  <a:lnTo>
                    <a:pt x="3007133" y="2072164"/>
                  </a:lnTo>
                  <a:lnTo>
                    <a:pt x="3007242" y="2072164"/>
                  </a:lnTo>
                  <a:lnTo>
                    <a:pt x="3007350" y="2072164"/>
                  </a:lnTo>
                  <a:lnTo>
                    <a:pt x="3007458" y="2072164"/>
                  </a:lnTo>
                  <a:lnTo>
                    <a:pt x="3007567" y="2072164"/>
                  </a:lnTo>
                  <a:lnTo>
                    <a:pt x="3007675" y="2072164"/>
                  </a:lnTo>
                  <a:lnTo>
                    <a:pt x="3007784" y="2072164"/>
                  </a:lnTo>
                  <a:lnTo>
                    <a:pt x="3007892" y="2072164"/>
                  </a:lnTo>
                  <a:lnTo>
                    <a:pt x="3007892" y="2071540"/>
                  </a:lnTo>
                  <a:lnTo>
                    <a:pt x="3008001" y="2071540"/>
                  </a:lnTo>
                  <a:lnTo>
                    <a:pt x="3008001" y="2070916"/>
                  </a:lnTo>
                  <a:lnTo>
                    <a:pt x="3008109" y="2070916"/>
                  </a:lnTo>
                  <a:lnTo>
                    <a:pt x="3008218" y="2070916"/>
                  </a:lnTo>
                  <a:lnTo>
                    <a:pt x="3008326" y="2070916"/>
                  </a:lnTo>
                  <a:lnTo>
                    <a:pt x="3008434" y="2070916"/>
                  </a:lnTo>
                  <a:lnTo>
                    <a:pt x="3008543" y="2070916"/>
                  </a:lnTo>
                  <a:lnTo>
                    <a:pt x="3008651" y="2070916"/>
                  </a:lnTo>
                  <a:lnTo>
                    <a:pt x="3008760" y="2070916"/>
                  </a:lnTo>
                  <a:lnTo>
                    <a:pt x="3008868" y="2070916"/>
                  </a:lnTo>
                  <a:lnTo>
                    <a:pt x="3008977" y="2070916"/>
                  </a:lnTo>
                  <a:lnTo>
                    <a:pt x="3009085" y="2070916"/>
                  </a:lnTo>
                  <a:lnTo>
                    <a:pt x="3009194" y="2070916"/>
                  </a:lnTo>
                  <a:lnTo>
                    <a:pt x="3009302" y="2070916"/>
                  </a:lnTo>
                  <a:lnTo>
                    <a:pt x="3009411" y="2070916"/>
                  </a:lnTo>
                  <a:lnTo>
                    <a:pt x="3009519" y="2070916"/>
                  </a:lnTo>
                  <a:lnTo>
                    <a:pt x="3009627" y="2070916"/>
                  </a:lnTo>
                  <a:lnTo>
                    <a:pt x="3009736" y="2070916"/>
                  </a:lnTo>
                  <a:lnTo>
                    <a:pt x="3009844" y="2070916"/>
                  </a:lnTo>
                  <a:lnTo>
                    <a:pt x="3009953" y="2070916"/>
                  </a:lnTo>
                  <a:lnTo>
                    <a:pt x="3009953" y="2070293"/>
                  </a:lnTo>
                  <a:lnTo>
                    <a:pt x="3010061" y="2070293"/>
                  </a:lnTo>
                  <a:lnTo>
                    <a:pt x="3010170" y="2070293"/>
                  </a:lnTo>
                  <a:lnTo>
                    <a:pt x="3010278" y="2070293"/>
                  </a:lnTo>
                  <a:lnTo>
                    <a:pt x="3010387" y="2070293"/>
                  </a:lnTo>
                  <a:lnTo>
                    <a:pt x="3010387" y="2069669"/>
                  </a:lnTo>
                  <a:lnTo>
                    <a:pt x="3010495" y="2069669"/>
                  </a:lnTo>
                  <a:lnTo>
                    <a:pt x="3010603" y="2069669"/>
                  </a:lnTo>
                  <a:lnTo>
                    <a:pt x="3010712" y="2069669"/>
                  </a:lnTo>
                  <a:lnTo>
                    <a:pt x="3010820" y="2069669"/>
                  </a:lnTo>
                  <a:lnTo>
                    <a:pt x="3010929" y="2069669"/>
                  </a:lnTo>
                  <a:lnTo>
                    <a:pt x="3010929" y="2069046"/>
                  </a:lnTo>
                  <a:lnTo>
                    <a:pt x="3011037" y="2069046"/>
                  </a:lnTo>
                  <a:lnTo>
                    <a:pt x="3011037" y="2068422"/>
                  </a:lnTo>
                  <a:lnTo>
                    <a:pt x="3011146" y="2068422"/>
                  </a:lnTo>
                  <a:lnTo>
                    <a:pt x="3011254" y="2068422"/>
                  </a:lnTo>
                  <a:lnTo>
                    <a:pt x="3011363" y="2068422"/>
                  </a:lnTo>
                  <a:lnTo>
                    <a:pt x="3011471" y="2068422"/>
                  </a:lnTo>
                  <a:lnTo>
                    <a:pt x="3011579" y="2068422"/>
                  </a:lnTo>
                  <a:lnTo>
                    <a:pt x="3011688" y="2068422"/>
                  </a:lnTo>
                  <a:lnTo>
                    <a:pt x="3011796" y="2068422"/>
                  </a:lnTo>
                  <a:lnTo>
                    <a:pt x="3011905" y="2068422"/>
                  </a:lnTo>
                  <a:lnTo>
                    <a:pt x="3012013" y="2068422"/>
                  </a:lnTo>
                  <a:lnTo>
                    <a:pt x="3012122" y="2068422"/>
                  </a:lnTo>
                  <a:lnTo>
                    <a:pt x="3012230" y="2068422"/>
                  </a:lnTo>
                  <a:lnTo>
                    <a:pt x="3012339" y="2068422"/>
                  </a:lnTo>
                  <a:lnTo>
                    <a:pt x="3012339" y="2067798"/>
                  </a:lnTo>
                  <a:lnTo>
                    <a:pt x="3012447" y="2067798"/>
                  </a:lnTo>
                  <a:lnTo>
                    <a:pt x="3012555" y="2067798"/>
                  </a:lnTo>
                  <a:lnTo>
                    <a:pt x="3012555" y="2067175"/>
                  </a:lnTo>
                  <a:lnTo>
                    <a:pt x="3012555" y="2066551"/>
                  </a:lnTo>
                  <a:lnTo>
                    <a:pt x="3012664" y="2066551"/>
                  </a:lnTo>
                  <a:lnTo>
                    <a:pt x="3012772" y="2066551"/>
                  </a:lnTo>
                  <a:lnTo>
                    <a:pt x="3012881" y="2066551"/>
                  </a:lnTo>
                  <a:lnTo>
                    <a:pt x="3012881" y="2065928"/>
                  </a:lnTo>
                  <a:lnTo>
                    <a:pt x="3012989" y="2065928"/>
                  </a:lnTo>
                  <a:lnTo>
                    <a:pt x="3012989" y="2065304"/>
                  </a:lnTo>
                  <a:lnTo>
                    <a:pt x="3013098" y="2065304"/>
                  </a:lnTo>
                  <a:lnTo>
                    <a:pt x="3013206" y="2065304"/>
                  </a:lnTo>
                  <a:lnTo>
                    <a:pt x="3013315" y="2065304"/>
                  </a:lnTo>
                  <a:lnTo>
                    <a:pt x="3013423" y="2065304"/>
                  </a:lnTo>
                  <a:lnTo>
                    <a:pt x="3013532" y="2065304"/>
                  </a:lnTo>
                  <a:lnTo>
                    <a:pt x="3013640" y="2065304"/>
                  </a:lnTo>
                  <a:lnTo>
                    <a:pt x="3013748" y="2065304"/>
                  </a:lnTo>
                  <a:lnTo>
                    <a:pt x="3013748" y="2064681"/>
                  </a:lnTo>
                  <a:lnTo>
                    <a:pt x="3013857" y="2064681"/>
                  </a:lnTo>
                  <a:lnTo>
                    <a:pt x="3013965" y="2064681"/>
                  </a:lnTo>
                  <a:lnTo>
                    <a:pt x="3014074" y="2064681"/>
                  </a:lnTo>
                  <a:lnTo>
                    <a:pt x="3014182" y="2064681"/>
                  </a:lnTo>
                  <a:lnTo>
                    <a:pt x="3014291" y="2064681"/>
                  </a:lnTo>
                  <a:lnTo>
                    <a:pt x="3014291" y="2064057"/>
                  </a:lnTo>
                  <a:lnTo>
                    <a:pt x="3014399" y="2064057"/>
                  </a:lnTo>
                  <a:lnTo>
                    <a:pt x="3014508" y="2064057"/>
                  </a:lnTo>
                  <a:lnTo>
                    <a:pt x="3014508" y="2063433"/>
                  </a:lnTo>
                  <a:lnTo>
                    <a:pt x="3014508" y="2062810"/>
                  </a:lnTo>
                  <a:lnTo>
                    <a:pt x="3014616" y="2062810"/>
                  </a:lnTo>
                  <a:lnTo>
                    <a:pt x="3014724" y="2062810"/>
                  </a:lnTo>
                  <a:lnTo>
                    <a:pt x="3014833" y="2062810"/>
                  </a:lnTo>
                  <a:lnTo>
                    <a:pt x="3014833" y="2062186"/>
                  </a:lnTo>
                  <a:lnTo>
                    <a:pt x="3014941" y="2062186"/>
                  </a:lnTo>
                  <a:lnTo>
                    <a:pt x="3015050" y="2062186"/>
                  </a:lnTo>
                  <a:lnTo>
                    <a:pt x="3015158" y="2062186"/>
                  </a:lnTo>
                  <a:lnTo>
                    <a:pt x="3015267" y="2062186"/>
                  </a:lnTo>
                  <a:lnTo>
                    <a:pt x="3015375" y="2062186"/>
                  </a:lnTo>
                  <a:lnTo>
                    <a:pt x="3015484" y="2062186"/>
                  </a:lnTo>
                  <a:lnTo>
                    <a:pt x="3015592" y="2062186"/>
                  </a:lnTo>
                  <a:lnTo>
                    <a:pt x="3015700" y="2062186"/>
                  </a:lnTo>
                  <a:lnTo>
                    <a:pt x="3015809" y="2062186"/>
                  </a:lnTo>
                  <a:lnTo>
                    <a:pt x="3015917" y="2062186"/>
                  </a:lnTo>
                  <a:lnTo>
                    <a:pt x="3016026" y="2062186"/>
                  </a:lnTo>
                  <a:lnTo>
                    <a:pt x="3016134" y="2062186"/>
                  </a:lnTo>
                  <a:lnTo>
                    <a:pt x="3016243" y="2062186"/>
                  </a:lnTo>
                  <a:lnTo>
                    <a:pt x="3016351" y="2062186"/>
                  </a:lnTo>
                  <a:lnTo>
                    <a:pt x="3016351" y="2061563"/>
                  </a:lnTo>
                  <a:lnTo>
                    <a:pt x="3016460" y="2061563"/>
                  </a:lnTo>
                  <a:lnTo>
                    <a:pt x="3016568" y="2061563"/>
                  </a:lnTo>
                  <a:lnTo>
                    <a:pt x="3016676" y="2061563"/>
                  </a:lnTo>
                  <a:lnTo>
                    <a:pt x="3016676" y="2060939"/>
                  </a:lnTo>
                  <a:lnTo>
                    <a:pt x="3016676" y="2060315"/>
                  </a:lnTo>
                  <a:lnTo>
                    <a:pt x="3016676" y="2059692"/>
                  </a:lnTo>
                  <a:lnTo>
                    <a:pt x="3016785" y="2059692"/>
                  </a:lnTo>
                  <a:lnTo>
                    <a:pt x="3016893" y="2059692"/>
                  </a:lnTo>
                  <a:lnTo>
                    <a:pt x="3016893" y="2059068"/>
                  </a:lnTo>
                  <a:lnTo>
                    <a:pt x="3017002" y="2059068"/>
                  </a:lnTo>
                  <a:lnTo>
                    <a:pt x="3017110" y="2059068"/>
                  </a:lnTo>
                  <a:lnTo>
                    <a:pt x="3017110" y="2058445"/>
                  </a:lnTo>
                  <a:lnTo>
                    <a:pt x="3017219" y="2058445"/>
                  </a:lnTo>
                  <a:lnTo>
                    <a:pt x="3017327" y="2058445"/>
                  </a:lnTo>
                  <a:lnTo>
                    <a:pt x="3017436" y="2058445"/>
                  </a:lnTo>
                  <a:lnTo>
                    <a:pt x="3017544" y="2058445"/>
                  </a:lnTo>
                  <a:lnTo>
                    <a:pt x="3017653" y="2058445"/>
                  </a:lnTo>
                  <a:lnTo>
                    <a:pt x="3017761" y="2058445"/>
                  </a:lnTo>
                  <a:lnTo>
                    <a:pt x="3017869" y="2058445"/>
                  </a:lnTo>
                  <a:lnTo>
                    <a:pt x="3017978" y="2058445"/>
                  </a:lnTo>
                  <a:lnTo>
                    <a:pt x="3018086" y="2058445"/>
                  </a:lnTo>
                  <a:lnTo>
                    <a:pt x="3018195" y="2058445"/>
                  </a:lnTo>
                  <a:lnTo>
                    <a:pt x="3018303" y="2058445"/>
                  </a:lnTo>
                  <a:lnTo>
                    <a:pt x="3018412" y="2058445"/>
                  </a:lnTo>
                  <a:lnTo>
                    <a:pt x="3018520" y="2058445"/>
                  </a:lnTo>
                  <a:lnTo>
                    <a:pt x="3018629" y="2058445"/>
                  </a:lnTo>
                  <a:lnTo>
                    <a:pt x="3018737" y="2058445"/>
                  </a:lnTo>
                  <a:lnTo>
                    <a:pt x="3018845" y="2058445"/>
                  </a:lnTo>
                  <a:lnTo>
                    <a:pt x="3018845" y="2057821"/>
                  </a:lnTo>
                  <a:lnTo>
                    <a:pt x="3018954" y="2057821"/>
                  </a:lnTo>
                  <a:lnTo>
                    <a:pt x="3019062" y="2057821"/>
                  </a:lnTo>
                  <a:lnTo>
                    <a:pt x="3019171" y="2057821"/>
                  </a:lnTo>
                  <a:lnTo>
                    <a:pt x="3019279" y="2057821"/>
                  </a:lnTo>
                  <a:lnTo>
                    <a:pt x="3019279" y="2057198"/>
                  </a:lnTo>
                  <a:lnTo>
                    <a:pt x="3019388" y="2057198"/>
                  </a:lnTo>
                  <a:lnTo>
                    <a:pt x="3019496" y="2057198"/>
                  </a:lnTo>
                  <a:lnTo>
                    <a:pt x="3019605" y="2057198"/>
                  </a:lnTo>
                  <a:lnTo>
                    <a:pt x="3019605" y="2056574"/>
                  </a:lnTo>
                  <a:lnTo>
                    <a:pt x="3019605" y="2055950"/>
                  </a:lnTo>
                  <a:lnTo>
                    <a:pt x="3019713" y="2055950"/>
                  </a:lnTo>
                  <a:lnTo>
                    <a:pt x="3019821" y="2055950"/>
                  </a:lnTo>
                  <a:lnTo>
                    <a:pt x="3019821" y="2055327"/>
                  </a:lnTo>
                  <a:lnTo>
                    <a:pt x="3019930" y="2055327"/>
                  </a:lnTo>
                  <a:lnTo>
                    <a:pt x="3019930" y="2054703"/>
                  </a:lnTo>
                  <a:lnTo>
                    <a:pt x="3020038" y="2054703"/>
                  </a:lnTo>
                  <a:lnTo>
                    <a:pt x="3020147" y="2054703"/>
                  </a:lnTo>
                  <a:lnTo>
                    <a:pt x="3020255" y="2054703"/>
                  </a:lnTo>
                  <a:lnTo>
                    <a:pt x="3020364" y="2054703"/>
                  </a:lnTo>
                  <a:lnTo>
                    <a:pt x="3020472" y="2054703"/>
                  </a:lnTo>
                  <a:lnTo>
                    <a:pt x="3020581" y="2054703"/>
                  </a:lnTo>
                  <a:lnTo>
                    <a:pt x="3020689" y="2054703"/>
                  </a:lnTo>
                  <a:lnTo>
                    <a:pt x="3020797" y="2054703"/>
                  </a:lnTo>
                  <a:lnTo>
                    <a:pt x="3020797" y="2054080"/>
                  </a:lnTo>
                  <a:lnTo>
                    <a:pt x="3020906" y="2054080"/>
                  </a:lnTo>
                  <a:lnTo>
                    <a:pt x="3020906" y="2053456"/>
                  </a:lnTo>
                  <a:lnTo>
                    <a:pt x="3021014" y="2053456"/>
                  </a:lnTo>
                  <a:lnTo>
                    <a:pt x="3021123" y="2053456"/>
                  </a:lnTo>
                  <a:lnTo>
                    <a:pt x="3021231" y="2053456"/>
                  </a:lnTo>
                  <a:lnTo>
                    <a:pt x="3021231" y="2052832"/>
                  </a:lnTo>
                  <a:lnTo>
                    <a:pt x="3021340" y="2052832"/>
                  </a:lnTo>
                  <a:lnTo>
                    <a:pt x="3021340" y="2052209"/>
                  </a:lnTo>
                  <a:lnTo>
                    <a:pt x="3021448" y="2052209"/>
                  </a:lnTo>
                  <a:lnTo>
                    <a:pt x="3021557" y="2052209"/>
                  </a:lnTo>
                  <a:lnTo>
                    <a:pt x="3021665" y="2052209"/>
                  </a:lnTo>
                  <a:lnTo>
                    <a:pt x="3021774" y="2052209"/>
                  </a:lnTo>
                  <a:lnTo>
                    <a:pt x="3021882" y="2052209"/>
                  </a:lnTo>
                  <a:lnTo>
                    <a:pt x="3021990" y="2052209"/>
                  </a:lnTo>
                  <a:lnTo>
                    <a:pt x="3022099" y="2052209"/>
                  </a:lnTo>
                  <a:lnTo>
                    <a:pt x="3022099" y="2051585"/>
                  </a:lnTo>
                  <a:lnTo>
                    <a:pt x="3022207" y="2051585"/>
                  </a:lnTo>
                  <a:lnTo>
                    <a:pt x="3022316" y="2051585"/>
                  </a:lnTo>
                  <a:lnTo>
                    <a:pt x="3022316" y="2050962"/>
                  </a:lnTo>
                  <a:lnTo>
                    <a:pt x="3022316" y="2050338"/>
                  </a:lnTo>
                  <a:lnTo>
                    <a:pt x="3022424" y="2050338"/>
                  </a:lnTo>
                  <a:lnTo>
                    <a:pt x="3022533" y="2050338"/>
                  </a:lnTo>
                  <a:lnTo>
                    <a:pt x="3022641" y="2050338"/>
                  </a:lnTo>
                  <a:lnTo>
                    <a:pt x="3022750" y="2050338"/>
                  </a:lnTo>
                  <a:lnTo>
                    <a:pt x="3022750" y="2049715"/>
                  </a:lnTo>
                  <a:lnTo>
                    <a:pt x="3022858" y="2049715"/>
                  </a:lnTo>
                  <a:lnTo>
                    <a:pt x="3022966" y="2049715"/>
                  </a:lnTo>
                  <a:lnTo>
                    <a:pt x="3022966" y="2049091"/>
                  </a:lnTo>
                  <a:lnTo>
                    <a:pt x="3023075" y="2049091"/>
                  </a:lnTo>
                  <a:lnTo>
                    <a:pt x="3023075" y="2048467"/>
                  </a:lnTo>
                  <a:lnTo>
                    <a:pt x="3023183" y="2048467"/>
                  </a:lnTo>
                  <a:lnTo>
                    <a:pt x="3023292" y="2048467"/>
                  </a:lnTo>
                  <a:lnTo>
                    <a:pt x="3023400" y="2048467"/>
                  </a:lnTo>
                  <a:lnTo>
                    <a:pt x="3023509" y="2048467"/>
                  </a:lnTo>
                  <a:lnTo>
                    <a:pt x="3023509" y="2047844"/>
                  </a:lnTo>
                  <a:lnTo>
                    <a:pt x="3023617" y="2047844"/>
                  </a:lnTo>
                  <a:lnTo>
                    <a:pt x="3023726" y="2047844"/>
                  </a:lnTo>
                  <a:lnTo>
                    <a:pt x="3023834" y="2047844"/>
                  </a:lnTo>
                  <a:lnTo>
                    <a:pt x="3023834" y="2047220"/>
                  </a:lnTo>
                  <a:lnTo>
                    <a:pt x="3023942" y="2047220"/>
                  </a:lnTo>
                  <a:lnTo>
                    <a:pt x="3024051" y="2047220"/>
                  </a:lnTo>
                  <a:lnTo>
                    <a:pt x="3024159" y="2047220"/>
                  </a:lnTo>
                  <a:lnTo>
                    <a:pt x="3024268" y="2047220"/>
                  </a:lnTo>
                  <a:lnTo>
                    <a:pt x="3024376" y="2047220"/>
                  </a:lnTo>
                  <a:lnTo>
                    <a:pt x="3024485" y="2047220"/>
                  </a:lnTo>
                  <a:lnTo>
                    <a:pt x="3024593" y="2047220"/>
                  </a:lnTo>
                  <a:lnTo>
                    <a:pt x="3024702" y="2047220"/>
                  </a:lnTo>
                  <a:lnTo>
                    <a:pt x="3024810" y="2047220"/>
                  </a:lnTo>
                  <a:lnTo>
                    <a:pt x="3024918" y="2047220"/>
                  </a:lnTo>
                  <a:lnTo>
                    <a:pt x="3025027" y="2047220"/>
                  </a:lnTo>
                  <a:lnTo>
                    <a:pt x="3025135" y="2047220"/>
                  </a:lnTo>
                  <a:lnTo>
                    <a:pt x="3025135" y="2046597"/>
                  </a:lnTo>
                  <a:lnTo>
                    <a:pt x="3025244" y="2046597"/>
                  </a:lnTo>
                  <a:lnTo>
                    <a:pt x="3025352" y="2046597"/>
                  </a:lnTo>
                  <a:lnTo>
                    <a:pt x="3025461" y="2046597"/>
                  </a:lnTo>
                  <a:lnTo>
                    <a:pt x="3025461" y="2045973"/>
                  </a:lnTo>
                  <a:lnTo>
                    <a:pt x="3025569" y="2045973"/>
                  </a:lnTo>
                  <a:lnTo>
                    <a:pt x="3025569" y="2045350"/>
                  </a:lnTo>
                  <a:lnTo>
                    <a:pt x="3025678" y="2045350"/>
                  </a:lnTo>
                  <a:lnTo>
                    <a:pt x="3025786" y="2045350"/>
                  </a:lnTo>
                  <a:lnTo>
                    <a:pt x="3025895" y="2045350"/>
                  </a:lnTo>
                  <a:lnTo>
                    <a:pt x="3026003" y="2045350"/>
                  </a:lnTo>
                  <a:lnTo>
                    <a:pt x="3026003" y="2044726"/>
                  </a:lnTo>
                  <a:lnTo>
                    <a:pt x="3026111" y="2044726"/>
                  </a:lnTo>
                  <a:lnTo>
                    <a:pt x="3026220" y="2044726"/>
                  </a:lnTo>
                  <a:lnTo>
                    <a:pt x="3026328" y="2044726"/>
                  </a:lnTo>
                  <a:lnTo>
                    <a:pt x="3026437" y="2044726"/>
                  </a:lnTo>
                  <a:lnTo>
                    <a:pt x="3026545" y="2044726"/>
                  </a:lnTo>
                  <a:lnTo>
                    <a:pt x="3026654" y="2044726"/>
                  </a:lnTo>
                  <a:lnTo>
                    <a:pt x="3026762" y="2044726"/>
                  </a:lnTo>
                  <a:lnTo>
                    <a:pt x="3026871" y="2044726"/>
                  </a:lnTo>
                  <a:lnTo>
                    <a:pt x="3026979" y="2044726"/>
                  </a:lnTo>
                  <a:lnTo>
                    <a:pt x="3027087" y="2044726"/>
                  </a:lnTo>
                  <a:lnTo>
                    <a:pt x="3027196" y="2044726"/>
                  </a:lnTo>
                  <a:lnTo>
                    <a:pt x="3027304" y="2044726"/>
                  </a:lnTo>
                  <a:lnTo>
                    <a:pt x="3027413" y="2044726"/>
                  </a:lnTo>
                  <a:lnTo>
                    <a:pt x="3027521" y="2044726"/>
                  </a:lnTo>
                  <a:lnTo>
                    <a:pt x="3027630" y="2044726"/>
                  </a:lnTo>
                  <a:lnTo>
                    <a:pt x="3027738" y="2044726"/>
                  </a:lnTo>
                  <a:lnTo>
                    <a:pt x="3027847" y="2044726"/>
                  </a:lnTo>
                  <a:lnTo>
                    <a:pt x="3027847" y="2044102"/>
                  </a:lnTo>
                  <a:lnTo>
                    <a:pt x="3027955" y="2044102"/>
                  </a:lnTo>
                  <a:lnTo>
                    <a:pt x="3028063" y="2044102"/>
                  </a:lnTo>
                  <a:lnTo>
                    <a:pt x="3028172" y="2044102"/>
                  </a:lnTo>
                  <a:lnTo>
                    <a:pt x="3028280" y="2044102"/>
                  </a:lnTo>
                  <a:lnTo>
                    <a:pt x="3028389" y="2044102"/>
                  </a:lnTo>
                  <a:lnTo>
                    <a:pt x="3028497" y="2044102"/>
                  </a:lnTo>
                  <a:lnTo>
                    <a:pt x="3028606" y="2044102"/>
                  </a:lnTo>
                  <a:lnTo>
                    <a:pt x="3028714" y="2044102"/>
                  </a:lnTo>
                  <a:lnTo>
                    <a:pt x="3028823" y="2044102"/>
                  </a:lnTo>
                  <a:lnTo>
                    <a:pt x="3028931" y="2044102"/>
                  </a:lnTo>
                  <a:lnTo>
                    <a:pt x="3029039" y="2044102"/>
                  </a:lnTo>
                  <a:lnTo>
                    <a:pt x="3029148" y="2044102"/>
                  </a:lnTo>
                  <a:lnTo>
                    <a:pt x="3029256" y="2044102"/>
                  </a:lnTo>
                  <a:lnTo>
                    <a:pt x="3029365" y="2044102"/>
                  </a:lnTo>
                  <a:lnTo>
                    <a:pt x="3029473" y="2044102"/>
                  </a:lnTo>
                  <a:lnTo>
                    <a:pt x="3029582" y="2044102"/>
                  </a:lnTo>
                  <a:lnTo>
                    <a:pt x="3029690" y="2044102"/>
                  </a:lnTo>
                  <a:lnTo>
                    <a:pt x="3029799" y="2044102"/>
                  </a:lnTo>
                  <a:lnTo>
                    <a:pt x="3029907" y="2044102"/>
                  </a:lnTo>
                  <a:lnTo>
                    <a:pt x="3030015" y="2044102"/>
                  </a:lnTo>
                  <a:lnTo>
                    <a:pt x="3030124" y="2044102"/>
                  </a:lnTo>
                  <a:lnTo>
                    <a:pt x="3030232" y="2044102"/>
                  </a:lnTo>
                  <a:lnTo>
                    <a:pt x="3030232" y="2043479"/>
                  </a:lnTo>
                  <a:lnTo>
                    <a:pt x="3030341" y="2043479"/>
                  </a:lnTo>
                  <a:lnTo>
                    <a:pt x="3030449" y="2043479"/>
                  </a:lnTo>
                  <a:lnTo>
                    <a:pt x="3030558" y="2043479"/>
                  </a:lnTo>
                  <a:lnTo>
                    <a:pt x="3030666" y="2043479"/>
                  </a:lnTo>
                  <a:lnTo>
                    <a:pt x="3030666" y="2042855"/>
                  </a:lnTo>
                  <a:lnTo>
                    <a:pt x="3030775" y="2042855"/>
                  </a:lnTo>
                  <a:lnTo>
                    <a:pt x="3030883" y="2042855"/>
                  </a:lnTo>
                  <a:lnTo>
                    <a:pt x="3030992" y="2042855"/>
                  </a:lnTo>
                  <a:lnTo>
                    <a:pt x="3031100" y="2042855"/>
                  </a:lnTo>
                  <a:lnTo>
                    <a:pt x="3031208" y="2042855"/>
                  </a:lnTo>
                  <a:lnTo>
                    <a:pt x="3031317" y="2042855"/>
                  </a:lnTo>
                  <a:lnTo>
                    <a:pt x="3031425" y="2042855"/>
                  </a:lnTo>
                  <a:lnTo>
                    <a:pt x="3031534" y="2042855"/>
                  </a:lnTo>
                  <a:lnTo>
                    <a:pt x="3031642" y="2042855"/>
                  </a:lnTo>
                  <a:lnTo>
                    <a:pt x="3031751" y="2042855"/>
                  </a:lnTo>
                  <a:lnTo>
                    <a:pt x="3031859" y="2042855"/>
                  </a:lnTo>
                  <a:lnTo>
                    <a:pt x="3031859" y="2042232"/>
                  </a:lnTo>
                  <a:lnTo>
                    <a:pt x="3031968" y="2042232"/>
                  </a:lnTo>
                  <a:lnTo>
                    <a:pt x="3032076" y="2042232"/>
                  </a:lnTo>
                  <a:lnTo>
                    <a:pt x="3032184" y="2042232"/>
                  </a:lnTo>
                  <a:lnTo>
                    <a:pt x="3032293" y="2042232"/>
                  </a:lnTo>
                  <a:lnTo>
                    <a:pt x="3032293" y="2041608"/>
                  </a:lnTo>
                  <a:lnTo>
                    <a:pt x="3032401" y="2041608"/>
                  </a:lnTo>
                  <a:lnTo>
                    <a:pt x="3032510" y="2041608"/>
                  </a:lnTo>
                  <a:lnTo>
                    <a:pt x="3032618" y="2041608"/>
                  </a:lnTo>
                  <a:lnTo>
                    <a:pt x="3032727" y="2041608"/>
                  </a:lnTo>
                  <a:lnTo>
                    <a:pt x="3032835" y="2041608"/>
                  </a:lnTo>
                  <a:lnTo>
                    <a:pt x="3032944" y="2041608"/>
                  </a:lnTo>
                  <a:lnTo>
                    <a:pt x="3033052" y="2041608"/>
                  </a:lnTo>
                  <a:lnTo>
                    <a:pt x="3033052" y="2040984"/>
                  </a:lnTo>
                  <a:lnTo>
                    <a:pt x="3033052" y="2040361"/>
                  </a:lnTo>
                  <a:lnTo>
                    <a:pt x="3033160" y="2040361"/>
                  </a:lnTo>
                  <a:lnTo>
                    <a:pt x="3033269" y="2040361"/>
                  </a:lnTo>
                  <a:lnTo>
                    <a:pt x="3033269" y="2039737"/>
                  </a:lnTo>
                  <a:lnTo>
                    <a:pt x="3033377" y="2039737"/>
                  </a:lnTo>
                  <a:lnTo>
                    <a:pt x="3033486" y="2039737"/>
                  </a:lnTo>
                  <a:lnTo>
                    <a:pt x="3033594" y="2039737"/>
                  </a:lnTo>
                  <a:lnTo>
                    <a:pt x="3033703" y="2039737"/>
                  </a:lnTo>
                  <a:lnTo>
                    <a:pt x="3033811" y="2039737"/>
                  </a:lnTo>
                  <a:lnTo>
                    <a:pt x="3033920" y="2039737"/>
                  </a:lnTo>
                  <a:lnTo>
                    <a:pt x="3034028" y="2039737"/>
                  </a:lnTo>
                  <a:lnTo>
                    <a:pt x="3034028" y="2039114"/>
                  </a:lnTo>
                  <a:lnTo>
                    <a:pt x="3034136" y="2039114"/>
                  </a:lnTo>
                  <a:lnTo>
                    <a:pt x="3034245" y="2039114"/>
                  </a:lnTo>
                  <a:lnTo>
                    <a:pt x="3034353" y="2039114"/>
                  </a:lnTo>
                  <a:lnTo>
                    <a:pt x="3034462" y="2039114"/>
                  </a:lnTo>
                  <a:lnTo>
                    <a:pt x="3034570" y="2039114"/>
                  </a:lnTo>
                  <a:lnTo>
                    <a:pt x="3034679" y="2039114"/>
                  </a:lnTo>
                  <a:lnTo>
                    <a:pt x="3034787" y="2039114"/>
                  </a:lnTo>
                  <a:lnTo>
                    <a:pt x="3034896" y="2039114"/>
                  </a:lnTo>
                  <a:lnTo>
                    <a:pt x="3035004" y="2039114"/>
                  </a:lnTo>
                  <a:lnTo>
                    <a:pt x="3035113" y="2039114"/>
                  </a:lnTo>
                  <a:lnTo>
                    <a:pt x="3035221" y="2039114"/>
                  </a:lnTo>
                  <a:lnTo>
                    <a:pt x="3035329" y="2039114"/>
                  </a:lnTo>
                  <a:lnTo>
                    <a:pt x="3035438" y="2039114"/>
                  </a:lnTo>
                  <a:lnTo>
                    <a:pt x="3035546" y="2039114"/>
                  </a:lnTo>
                  <a:lnTo>
                    <a:pt x="3035655" y="2039114"/>
                  </a:lnTo>
                  <a:lnTo>
                    <a:pt x="3035763" y="2039114"/>
                  </a:lnTo>
                  <a:lnTo>
                    <a:pt x="3035872" y="2039114"/>
                  </a:lnTo>
                  <a:lnTo>
                    <a:pt x="3035980" y="2039114"/>
                  </a:lnTo>
                  <a:lnTo>
                    <a:pt x="3036089" y="2039114"/>
                  </a:lnTo>
                  <a:lnTo>
                    <a:pt x="3036089" y="2038490"/>
                  </a:lnTo>
                  <a:lnTo>
                    <a:pt x="3036197" y="2038490"/>
                  </a:lnTo>
                  <a:lnTo>
                    <a:pt x="3036305" y="2038490"/>
                  </a:lnTo>
                  <a:lnTo>
                    <a:pt x="3036305" y="2037867"/>
                  </a:lnTo>
                  <a:lnTo>
                    <a:pt x="3036414" y="2037867"/>
                  </a:lnTo>
                  <a:lnTo>
                    <a:pt x="3036522" y="2037867"/>
                  </a:lnTo>
                  <a:lnTo>
                    <a:pt x="3036631" y="2037867"/>
                  </a:lnTo>
                  <a:lnTo>
                    <a:pt x="3036739" y="2037867"/>
                  </a:lnTo>
                  <a:lnTo>
                    <a:pt x="3036848" y="2037867"/>
                  </a:lnTo>
                  <a:lnTo>
                    <a:pt x="3036956" y="2037867"/>
                  </a:lnTo>
                  <a:lnTo>
                    <a:pt x="3037065" y="2037867"/>
                  </a:lnTo>
                  <a:lnTo>
                    <a:pt x="3037173" y="2037867"/>
                  </a:lnTo>
                  <a:lnTo>
                    <a:pt x="3037281" y="2037867"/>
                  </a:lnTo>
                  <a:lnTo>
                    <a:pt x="3037390" y="2037867"/>
                  </a:lnTo>
                  <a:lnTo>
                    <a:pt x="3037498" y="2037867"/>
                  </a:lnTo>
                  <a:lnTo>
                    <a:pt x="3037607" y="2037867"/>
                  </a:lnTo>
                  <a:lnTo>
                    <a:pt x="3037715" y="2037867"/>
                  </a:lnTo>
                  <a:lnTo>
                    <a:pt x="3037715" y="2037243"/>
                  </a:lnTo>
                  <a:lnTo>
                    <a:pt x="3037824" y="2037243"/>
                  </a:lnTo>
                  <a:lnTo>
                    <a:pt x="3037824" y="2036619"/>
                  </a:lnTo>
                  <a:lnTo>
                    <a:pt x="3037932" y="2036619"/>
                  </a:lnTo>
                  <a:lnTo>
                    <a:pt x="3038041" y="2036619"/>
                  </a:lnTo>
                  <a:lnTo>
                    <a:pt x="3038149" y="2036619"/>
                  </a:lnTo>
                  <a:lnTo>
                    <a:pt x="3038257" y="2036619"/>
                  </a:lnTo>
                  <a:lnTo>
                    <a:pt x="3038257" y="2035996"/>
                  </a:lnTo>
                  <a:lnTo>
                    <a:pt x="3038366" y="2035996"/>
                  </a:lnTo>
                  <a:lnTo>
                    <a:pt x="3038366" y="2035372"/>
                  </a:lnTo>
                  <a:lnTo>
                    <a:pt x="3038366" y="2034749"/>
                  </a:lnTo>
                  <a:lnTo>
                    <a:pt x="3038474" y="2034749"/>
                  </a:lnTo>
                  <a:lnTo>
                    <a:pt x="3038474" y="2034125"/>
                  </a:lnTo>
                  <a:lnTo>
                    <a:pt x="3038583" y="2034125"/>
                  </a:lnTo>
                  <a:lnTo>
                    <a:pt x="3038691" y="2034125"/>
                  </a:lnTo>
                  <a:lnTo>
                    <a:pt x="3038800" y="2034125"/>
                  </a:lnTo>
                  <a:lnTo>
                    <a:pt x="3038908" y="2034125"/>
                  </a:lnTo>
                  <a:lnTo>
                    <a:pt x="3039017" y="2034125"/>
                  </a:lnTo>
                  <a:lnTo>
                    <a:pt x="3039125" y="2034125"/>
                  </a:lnTo>
                  <a:lnTo>
                    <a:pt x="3039234" y="2034125"/>
                  </a:lnTo>
                  <a:lnTo>
                    <a:pt x="3039234" y="2033501"/>
                  </a:lnTo>
                  <a:lnTo>
                    <a:pt x="3039234" y="2032878"/>
                  </a:lnTo>
                  <a:lnTo>
                    <a:pt x="3039234" y="2032254"/>
                  </a:lnTo>
                  <a:lnTo>
                    <a:pt x="3039342" y="2032254"/>
                  </a:lnTo>
                  <a:lnTo>
                    <a:pt x="3039450" y="2032254"/>
                  </a:lnTo>
                  <a:lnTo>
                    <a:pt x="3039559" y="2032254"/>
                  </a:lnTo>
                  <a:lnTo>
                    <a:pt x="3039667" y="2032254"/>
                  </a:lnTo>
                  <a:lnTo>
                    <a:pt x="3039776" y="2032254"/>
                  </a:lnTo>
                  <a:lnTo>
                    <a:pt x="3039884" y="2032254"/>
                  </a:lnTo>
                  <a:lnTo>
                    <a:pt x="3039993" y="2032254"/>
                  </a:lnTo>
                  <a:lnTo>
                    <a:pt x="3040101" y="2032254"/>
                  </a:lnTo>
                  <a:lnTo>
                    <a:pt x="3040210" y="2032254"/>
                  </a:lnTo>
                  <a:lnTo>
                    <a:pt x="3040318" y="2032254"/>
                  </a:lnTo>
                  <a:lnTo>
                    <a:pt x="3040426" y="2032254"/>
                  </a:lnTo>
                  <a:lnTo>
                    <a:pt x="3040535" y="2032254"/>
                  </a:lnTo>
                  <a:lnTo>
                    <a:pt x="3040643" y="2032254"/>
                  </a:lnTo>
                  <a:lnTo>
                    <a:pt x="3040752" y="2032254"/>
                  </a:lnTo>
                  <a:lnTo>
                    <a:pt x="3040752" y="2031631"/>
                  </a:lnTo>
                  <a:lnTo>
                    <a:pt x="3040752" y="2031007"/>
                  </a:lnTo>
                  <a:lnTo>
                    <a:pt x="3040860" y="2031007"/>
                  </a:lnTo>
                  <a:lnTo>
                    <a:pt x="3040969" y="2031007"/>
                  </a:lnTo>
                  <a:lnTo>
                    <a:pt x="3040969" y="2030384"/>
                  </a:lnTo>
                  <a:lnTo>
                    <a:pt x="3041077" y="2030384"/>
                  </a:lnTo>
                  <a:lnTo>
                    <a:pt x="3041186" y="2030384"/>
                  </a:lnTo>
                  <a:lnTo>
                    <a:pt x="3041294" y="2030384"/>
                  </a:lnTo>
                  <a:lnTo>
                    <a:pt x="3041402" y="2030384"/>
                  </a:lnTo>
                  <a:lnTo>
                    <a:pt x="3041511" y="2030384"/>
                  </a:lnTo>
                  <a:lnTo>
                    <a:pt x="3041619" y="2030384"/>
                  </a:lnTo>
                  <a:lnTo>
                    <a:pt x="3041728" y="2030384"/>
                  </a:lnTo>
                  <a:lnTo>
                    <a:pt x="3041836" y="2030384"/>
                  </a:lnTo>
                  <a:lnTo>
                    <a:pt x="3041945" y="2030384"/>
                  </a:lnTo>
                  <a:lnTo>
                    <a:pt x="3042053" y="2030384"/>
                  </a:lnTo>
                  <a:lnTo>
                    <a:pt x="3042053" y="2029760"/>
                  </a:lnTo>
                  <a:lnTo>
                    <a:pt x="3042053" y="2029136"/>
                  </a:lnTo>
                  <a:lnTo>
                    <a:pt x="3042162" y="2029136"/>
                  </a:lnTo>
                  <a:lnTo>
                    <a:pt x="3042270" y="2029136"/>
                  </a:lnTo>
                  <a:lnTo>
                    <a:pt x="3042378" y="2029136"/>
                  </a:lnTo>
                  <a:lnTo>
                    <a:pt x="3042487" y="2029136"/>
                  </a:lnTo>
                  <a:lnTo>
                    <a:pt x="3042595" y="2029136"/>
                  </a:lnTo>
                  <a:lnTo>
                    <a:pt x="3042704" y="2029136"/>
                  </a:lnTo>
                  <a:lnTo>
                    <a:pt x="3042812" y="2029136"/>
                  </a:lnTo>
                  <a:lnTo>
                    <a:pt x="3042921" y="2029136"/>
                  </a:lnTo>
                  <a:lnTo>
                    <a:pt x="3043029" y="2029136"/>
                  </a:lnTo>
                  <a:lnTo>
                    <a:pt x="3043138" y="2029136"/>
                  </a:lnTo>
                  <a:lnTo>
                    <a:pt x="3043246" y="2029136"/>
                  </a:lnTo>
                  <a:lnTo>
                    <a:pt x="3043246" y="2028513"/>
                  </a:lnTo>
                  <a:lnTo>
                    <a:pt x="3043355" y="2028513"/>
                  </a:lnTo>
                  <a:lnTo>
                    <a:pt x="3043463" y="2028513"/>
                  </a:lnTo>
                  <a:lnTo>
                    <a:pt x="3043571" y="2028513"/>
                  </a:lnTo>
                  <a:lnTo>
                    <a:pt x="3043680" y="2028513"/>
                  </a:lnTo>
                  <a:lnTo>
                    <a:pt x="3043788" y="2028513"/>
                  </a:lnTo>
                  <a:lnTo>
                    <a:pt x="3043897" y="2028513"/>
                  </a:lnTo>
                  <a:lnTo>
                    <a:pt x="3044005" y="2028513"/>
                  </a:lnTo>
                  <a:lnTo>
                    <a:pt x="3044114" y="2028513"/>
                  </a:lnTo>
                  <a:lnTo>
                    <a:pt x="3044222" y="2028513"/>
                  </a:lnTo>
                  <a:lnTo>
                    <a:pt x="3044331" y="2028513"/>
                  </a:lnTo>
                  <a:lnTo>
                    <a:pt x="3044439" y="2028513"/>
                  </a:lnTo>
                  <a:lnTo>
                    <a:pt x="3044547" y="2028513"/>
                  </a:lnTo>
                  <a:lnTo>
                    <a:pt x="3044547" y="2027889"/>
                  </a:lnTo>
                  <a:lnTo>
                    <a:pt x="3044547" y="2027266"/>
                  </a:lnTo>
                  <a:lnTo>
                    <a:pt x="3044656" y="2027266"/>
                  </a:lnTo>
                  <a:lnTo>
                    <a:pt x="3044764" y="2027266"/>
                  </a:lnTo>
                  <a:lnTo>
                    <a:pt x="3044873" y="2027266"/>
                  </a:lnTo>
                  <a:lnTo>
                    <a:pt x="3044873" y="2026642"/>
                  </a:lnTo>
                  <a:lnTo>
                    <a:pt x="3044981" y="2026642"/>
                  </a:lnTo>
                  <a:lnTo>
                    <a:pt x="3045090" y="2026642"/>
                  </a:lnTo>
                  <a:lnTo>
                    <a:pt x="3045198" y="2026642"/>
                  </a:lnTo>
                  <a:lnTo>
                    <a:pt x="3045307" y="2026642"/>
                  </a:lnTo>
                  <a:lnTo>
                    <a:pt x="3045307" y="2026018"/>
                  </a:lnTo>
                  <a:lnTo>
                    <a:pt x="3045415" y="2026018"/>
                  </a:lnTo>
                  <a:lnTo>
                    <a:pt x="3045523" y="2026018"/>
                  </a:lnTo>
                  <a:lnTo>
                    <a:pt x="3045632" y="2026018"/>
                  </a:lnTo>
                  <a:lnTo>
                    <a:pt x="3045740" y="2026018"/>
                  </a:lnTo>
                  <a:lnTo>
                    <a:pt x="3045849" y="2026018"/>
                  </a:lnTo>
                  <a:lnTo>
                    <a:pt x="3045957" y="2026018"/>
                  </a:lnTo>
                  <a:lnTo>
                    <a:pt x="3045957" y="2025395"/>
                  </a:lnTo>
                  <a:lnTo>
                    <a:pt x="3046066" y="2025395"/>
                  </a:lnTo>
                  <a:lnTo>
                    <a:pt x="3046174" y="2025395"/>
                  </a:lnTo>
                  <a:lnTo>
                    <a:pt x="3046283" y="2025395"/>
                  </a:lnTo>
                  <a:lnTo>
                    <a:pt x="3046391" y="2025395"/>
                  </a:lnTo>
                  <a:lnTo>
                    <a:pt x="3046391" y="2024771"/>
                  </a:lnTo>
                  <a:lnTo>
                    <a:pt x="3046499" y="2024771"/>
                  </a:lnTo>
                  <a:lnTo>
                    <a:pt x="3046608" y="2024771"/>
                  </a:lnTo>
                  <a:lnTo>
                    <a:pt x="3046716" y="2024771"/>
                  </a:lnTo>
                  <a:lnTo>
                    <a:pt x="3046825" y="2024771"/>
                  </a:lnTo>
                  <a:lnTo>
                    <a:pt x="3046933" y="2024771"/>
                  </a:lnTo>
                  <a:lnTo>
                    <a:pt x="3046933" y="2024148"/>
                  </a:lnTo>
                  <a:lnTo>
                    <a:pt x="3047042" y="2024148"/>
                  </a:lnTo>
                  <a:lnTo>
                    <a:pt x="3047150" y="2024148"/>
                  </a:lnTo>
                  <a:lnTo>
                    <a:pt x="3047259" y="2024148"/>
                  </a:lnTo>
                  <a:lnTo>
                    <a:pt x="3047367" y="2024148"/>
                  </a:lnTo>
                  <a:lnTo>
                    <a:pt x="3047476" y="2024148"/>
                  </a:lnTo>
                  <a:lnTo>
                    <a:pt x="3047476" y="2023524"/>
                  </a:lnTo>
                  <a:lnTo>
                    <a:pt x="3047584" y="2023524"/>
                  </a:lnTo>
                  <a:lnTo>
                    <a:pt x="3047692" y="2023524"/>
                  </a:lnTo>
                  <a:lnTo>
                    <a:pt x="3047692" y="2022901"/>
                  </a:lnTo>
                  <a:lnTo>
                    <a:pt x="3047692" y="2022277"/>
                  </a:lnTo>
                  <a:lnTo>
                    <a:pt x="3047801" y="2022277"/>
                  </a:lnTo>
                  <a:lnTo>
                    <a:pt x="3047909" y="2022277"/>
                  </a:lnTo>
                  <a:lnTo>
                    <a:pt x="3048018" y="2022277"/>
                  </a:lnTo>
                  <a:lnTo>
                    <a:pt x="3048126" y="2022277"/>
                  </a:lnTo>
                  <a:lnTo>
                    <a:pt x="3048235" y="2022277"/>
                  </a:lnTo>
                  <a:lnTo>
                    <a:pt x="3048343" y="2022277"/>
                  </a:lnTo>
                  <a:lnTo>
                    <a:pt x="3048343" y="2021653"/>
                  </a:lnTo>
                  <a:lnTo>
                    <a:pt x="3048452" y="2021653"/>
                  </a:lnTo>
                  <a:lnTo>
                    <a:pt x="3048560" y="2021653"/>
                  </a:lnTo>
                  <a:lnTo>
                    <a:pt x="3048668" y="2021653"/>
                  </a:lnTo>
                  <a:lnTo>
                    <a:pt x="3048777" y="2021653"/>
                  </a:lnTo>
                  <a:lnTo>
                    <a:pt x="3048885" y="2021653"/>
                  </a:lnTo>
                  <a:lnTo>
                    <a:pt x="3048994" y="2021653"/>
                  </a:lnTo>
                  <a:lnTo>
                    <a:pt x="3049102" y="2021653"/>
                  </a:lnTo>
                  <a:lnTo>
                    <a:pt x="3049211" y="2021653"/>
                  </a:lnTo>
                  <a:lnTo>
                    <a:pt x="3049319" y="2021653"/>
                  </a:lnTo>
                  <a:lnTo>
                    <a:pt x="3049428" y="2021653"/>
                  </a:lnTo>
                  <a:lnTo>
                    <a:pt x="3049428" y="2021030"/>
                  </a:lnTo>
                  <a:lnTo>
                    <a:pt x="3049536" y="2021030"/>
                  </a:lnTo>
                  <a:lnTo>
                    <a:pt x="3049644" y="2021030"/>
                  </a:lnTo>
                  <a:lnTo>
                    <a:pt x="3049753" y="2021030"/>
                  </a:lnTo>
                  <a:lnTo>
                    <a:pt x="3049861" y="2021030"/>
                  </a:lnTo>
                  <a:lnTo>
                    <a:pt x="3049970" y="2021030"/>
                  </a:lnTo>
                  <a:lnTo>
                    <a:pt x="3049970" y="2020406"/>
                  </a:lnTo>
                  <a:lnTo>
                    <a:pt x="3050078" y="2020406"/>
                  </a:lnTo>
                  <a:lnTo>
                    <a:pt x="3050078" y="2019783"/>
                  </a:lnTo>
                  <a:lnTo>
                    <a:pt x="3050187" y="2019783"/>
                  </a:lnTo>
                  <a:lnTo>
                    <a:pt x="3050187" y="2019159"/>
                  </a:lnTo>
                  <a:lnTo>
                    <a:pt x="3050295" y="2019159"/>
                  </a:lnTo>
                  <a:lnTo>
                    <a:pt x="3050295" y="2018535"/>
                  </a:lnTo>
                  <a:lnTo>
                    <a:pt x="3050404" y="2018535"/>
                  </a:lnTo>
                  <a:lnTo>
                    <a:pt x="3050404" y="2017912"/>
                  </a:lnTo>
                  <a:lnTo>
                    <a:pt x="3050512" y="2017912"/>
                  </a:lnTo>
                  <a:lnTo>
                    <a:pt x="3050620" y="2017912"/>
                  </a:lnTo>
                  <a:lnTo>
                    <a:pt x="3050729" y="2017912"/>
                  </a:lnTo>
                  <a:lnTo>
                    <a:pt x="3050837" y="2017912"/>
                  </a:lnTo>
                  <a:lnTo>
                    <a:pt x="3050837" y="2017288"/>
                  </a:lnTo>
                  <a:lnTo>
                    <a:pt x="3050946" y="2017288"/>
                  </a:lnTo>
                  <a:lnTo>
                    <a:pt x="3051054" y="2017288"/>
                  </a:lnTo>
                  <a:lnTo>
                    <a:pt x="3051163" y="2017288"/>
                  </a:lnTo>
                  <a:lnTo>
                    <a:pt x="3051271" y="2017288"/>
                  </a:lnTo>
                  <a:lnTo>
                    <a:pt x="3051271" y="2016665"/>
                  </a:lnTo>
                  <a:lnTo>
                    <a:pt x="3051271" y="2016041"/>
                  </a:lnTo>
                  <a:lnTo>
                    <a:pt x="3051380" y="2016041"/>
                  </a:lnTo>
                  <a:lnTo>
                    <a:pt x="3051488" y="2016041"/>
                  </a:lnTo>
                  <a:lnTo>
                    <a:pt x="3051488" y="2015418"/>
                  </a:lnTo>
                  <a:lnTo>
                    <a:pt x="3051597" y="2015418"/>
                  </a:lnTo>
                  <a:lnTo>
                    <a:pt x="3051705" y="2015418"/>
                  </a:lnTo>
                  <a:lnTo>
                    <a:pt x="3051813" y="2015418"/>
                  </a:lnTo>
                  <a:lnTo>
                    <a:pt x="3051922" y="2015418"/>
                  </a:lnTo>
                  <a:lnTo>
                    <a:pt x="3052030" y="2015418"/>
                  </a:lnTo>
                  <a:lnTo>
                    <a:pt x="3052139" y="2015418"/>
                  </a:lnTo>
                  <a:lnTo>
                    <a:pt x="3052247" y="2015418"/>
                  </a:lnTo>
                  <a:lnTo>
                    <a:pt x="3052247" y="2014794"/>
                  </a:lnTo>
                  <a:lnTo>
                    <a:pt x="3052356" y="2014794"/>
                  </a:lnTo>
                  <a:lnTo>
                    <a:pt x="3052464" y="2014794"/>
                  </a:lnTo>
                  <a:lnTo>
                    <a:pt x="3052573" y="2014794"/>
                  </a:lnTo>
                  <a:lnTo>
                    <a:pt x="3052681" y="2014794"/>
                  </a:lnTo>
                  <a:lnTo>
                    <a:pt x="3052789" y="2014794"/>
                  </a:lnTo>
                  <a:lnTo>
                    <a:pt x="3052898" y="2014794"/>
                  </a:lnTo>
                  <a:lnTo>
                    <a:pt x="3053006" y="2014794"/>
                  </a:lnTo>
                  <a:lnTo>
                    <a:pt x="3053115" y="2014794"/>
                  </a:lnTo>
                  <a:lnTo>
                    <a:pt x="3053223" y="2014794"/>
                  </a:lnTo>
                  <a:lnTo>
                    <a:pt x="3053332" y="2014794"/>
                  </a:lnTo>
                  <a:lnTo>
                    <a:pt x="3053440" y="2014794"/>
                  </a:lnTo>
                  <a:lnTo>
                    <a:pt x="3053549" y="2014794"/>
                  </a:lnTo>
                  <a:lnTo>
                    <a:pt x="3053657" y="2014794"/>
                  </a:lnTo>
                  <a:lnTo>
                    <a:pt x="3053765" y="2014794"/>
                  </a:lnTo>
                  <a:lnTo>
                    <a:pt x="3053874" y="2014794"/>
                  </a:lnTo>
                  <a:lnTo>
                    <a:pt x="3053982" y="2014794"/>
                  </a:lnTo>
                  <a:lnTo>
                    <a:pt x="3054091" y="2014794"/>
                  </a:lnTo>
                  <a:lnTo>
                    <a:pt x="3054199" y="2014794"/>
                  </a:lnTo>
                  <a:lnTo>
                    <a:pt x="3054308" y="2014794"/>
                  </a:lnTo>
                  <a:lnTo>
                    <a:pt x="3054416" y="2014794"/>
                  </a:lnTo>
                  <a:lnTo>
                    <a:pt x="3054416" y="2014170"/>
                  </a:lnTo>
                  <a:lnTo>
                    <a:pt x="3054525" y="2014170"/>
                  </a:lnTo>
                  <a:lnTo>
                    <a:pt x="3054633" y="2014170"/>
                  </a:lnTo>
                  <a:lnTo>
                    <a:pt x="3054741" y="2014170"/>
                  </a:lnTo>
                  <a:lnTo>
                    <a:pt x="3054850" y="2014170"/>
                  </a:lnTo>
                  <a:lnTo>
                    <a:pt x="3054958" y="2014170"/>
                  </a:lnTo>
                  <a:lnTo>
                    <a:pt x="3055067" y="2014170"/>
                  </a:lnTo>
                  <a:lnTo>
                    <a:pt x="3055175" y="2014170"/>
                  </a:lnTo>
                  <a:lnTo>
                    <a:pt x="3055284" y="2014170"/>
                  </a:lnTo>
                  <a:lnTo>
                    <a:pt x="3055392" y="2014170"/>
                  </a:lnTo>
                  <a:lnTo>
                    <a:pt x="3055392" y="2013547"/>
                  </a:lnTo>
                  <a:lnTo>
                    <a:pt x="3055501" y="2013547"/>
                  </a:lnTo>
                  <a:lnTo>
                    <a:pt x="3055609" y="2013547"/>
                  </a:lnTo>
                  <a:lnTo>
                    <a:pt x="3055717" y="2013547"/>
                  </a:lnTo>
                  <a:lnTo>
                    <a:pt x="3055717" y="2012923"/>
                  </a:lnTo>
                  <a:lnTo>
                    <a:pt x="3055826" y="2012923"/>
                  </a:lnTo>
                  <a:lnTo>
                    <a:pt x="3055934" y="2012923"/>
                  </a:lnTo>
                  <a:lnTo>
                    <a:pt x="3056043" y="2012923"/>
                  </a:lnTo>
                  <a:lnTo>
                    <a:pt x="3056151" y="2012923"/>
                  </a:lnTo>
                  <a:lnTo>
                    <a:pt x="3056260" y="2012923"/>
                  </a:lnTo>
                  <a:lnTo>
                    <a:pt x="3056368" y="2012923"/>
                  </a:lnTo>
                  <a:lnTo>
                    <a:pt x="3056368" y="2012300"/>
                  </a:lnTo>
                  <a:lnTo>
                    <a:pt x="3056477" y="2012300"/>
                  </a:lnTo>
                  <a:lnTo>
                    <a:pt x="3056585" y="2012300"/>
                  </a:lnTo>
                  <a:lnTo>
                    <a:pt x="3056694" y="2012300"/>
                  </a:lnTo>
                  <a:lnTo>
                    <a:pt x="3056802" y="2012300"/>
                  </a:lnTo>
                  <a:lnTo>
                    <a:pt x="3056910" y="2012300"/>
                  </a:lnTo>
                  <a:lnTo>
                    <a:pt x="3057019" y="2012300"/>
                  </a:lnTo>
                  <a:lnTo>
                    <a:pt x="3057127" y="2012300"/>
                  </a:lnTo>
                  <a:lnTo>
                    <a:pt x="3057236" y="2012300"/>
                  </a:lnTo>
                  <a:lnTo>
                    <a:pt x="3057344" y="2012300"/>
                  </a:lnTo>
                  <a:lnTo>
                    <a:pt x="3057453" y="2012300"/>
                  </a:lnTo>
                  <a:lnTo>
                    <a:pt x="3057561" y="2012300"/>
                  </a:lnTo>
                  <a:lnTo>
                    <a:pt x="3057670" y="2012300"/>
                  </a:lnTo>
                  <a:lnTo>
                    <a:pt x="3057670" y="2011676"/>
                  </a:lnTo>
                  <a:lnTo>
                    <a:pt x="3057778" y="2011676"/>
                  </a:lnTo>
                  <a:lnTo>
                    <a:pt x="3057886" y="2011676"/>
                  </a:lnTo>
                  <a:lnTo>
                    <a:pt x="3057995" y="2011676"/>
                  </a:lnTo>
                  <a:lnTo>
                    <a:pt x="3057995" y="2011052"/>
                  </a:lnTo>
                  <a:lnTo>
                    <a:pt x="3058103" y="2011052"/>
                  </a:lnTo>
                  <a:lnTo>
                    <a:pt x="3058212" y="2011052"/>
                  </a:lnTo>
                  <a:lnTo>
                    <a:pt x="3058320" y="2011052"/>
                  </a:lnTo>
                  <a:lnTo>
                    <a:pt x="3058429" y="2011052"/>
                  </a:lnTo>
                  <a:lnTo>
                    <a:pt x="3058537" y="2011052"/>
                  </a:lnTo>
                  <a:lnTo>
                    <a:pt x="3058537" y="2010429"/>
                  </a:lnTo>
                  <a:lnTo>
                    <a:pt x="3058646" y="2010429"/>
                  </a:lnTo>
                  <a:lnTo>
                    <a:pt x="3058646" y="2009805"/>
                  </a:lnTo>
                  <a:lnTo>
                    <a:pt x="3058646" y="2009182"/>
                  </a:lnTo>
                  <a:lnTo>
                    <a:pt x="3058754" y="2009182"/>
                  </a:lnTo>
                  <a:lnTo>
                    <a:pt x="3058862" y="2009182"/>
                  </a:lnTo>
                  <a:lnTo>
                    <a:pt x="3058971" y="2009182"/>
                  </a:lnTo>
                  <a:lnTo>
                    <a:pt x="3058971" y="2008558"/>
                  </a:lnTo>
                  <a:lnTo>
                    <a:pt x="3059079" y="2008558"/>
                  </a:lnTo>
                  <a:lnTo>
                    <a:pt x="3059188" y="2008558"/>
                  </a:lnTo>
                  <a:lnTo>
                    <a:pt x="3059296" y="2008558"/>
                  </a:lnTo>
                  <a:lnTo>
                    <a:pt x="3059405" y="2008558"/>
                  </a:lnTo>
                  <a:lnTo>
                    <a:pt x="3059513" y="2008558"/>
                  </a:lnTo>
                  <a:lnTo>
                    <a:pt x="3059622" y="2008558"/>
                  </a:lnTo>
                  <a:lnTo>
                    <a:pt x="3059730" y="2008558"/>
                  </a:lnTo>
                  <a:lnTo>
                    <a:pt x="3059730" y="2007935"/>
                  </a:lnTo>
                  <a:lnTo>
                    <a:pt x="3059730" y="2007311"/>
                  </a:lnTo>
                  <a:lnTo>
                    <a:pt x="3059838" y="2007311"/>
                  </a:lnTo>
                  <a:lnTo>
                    <a:pt x="3059947" y="2007311"/>
                  </a:lnTo>
                  <a:lnTo>
                    <a:pt x="3059947" y="2006687"/>
                  </a:lnTo>
                  <a:lnTo>
                    <a:pt x="3060055" y="2006687"/>
                  </a:lnTo>
                  <a:lnTo>
                    <a:pt x="3060055" y="2006064"/>
                  </a:lnTo>
                  <a:lnTo>
                    <a:pt x="3060055" y="2005440"/>
                  </a:lnTo>
                  <a:lnTo>
                    <a:pt x="3060164" y="2005440"/>
                  </a:lnTo>
                  <a:lnTo>
                    <a:pt x="3060272" y="2005440"/>
                  </a:lnTo>
                  <a:lnTo>
                    <a:pt x="3060381" y="2005440"/>
                  </a:lnTo>
                  <a:lnTo>
                    <a:pt x="3060489" y="2005440"/>
                  </a:lnTo>
                  <a:lnTo>
                    <a:pt x="3060598" y="2005440"/>
                  </a:lnTo>
                  <a:lnTo>
                    <a:pt x="3060706" y="2005440"/>
                  </a:lnTo>
                  <a:lnTo>
                    <a:pt x="3060815" y="2005440"/>
                  </a:lnTo>
                  <a:lnTo>
                    <a:pt x="3060923" y="2005440"/>
                  </a:lnTo>
                  <a:lnTo>
                    <a:pt x="3061031" y="2005440"/>
                  </a:lnTo>
                  <a:lnTo>
                    <a:pt x="3061140" y="2005440"/>
                  </a:lnTo>
                  <a:lnTo>
                    <a:pt x="3061248" y="2005440"/>
                  </a:lnTo>
                  <a:lnTo>
                    <a:pt x="3061357" y="2005440"/>
                  </a:lnTo>
                  <a:lnTo>
                    <a:pt x="3061465" y="2005440"/>
                  </a:lnTo>
                  <a:lnTo>
                    <a:pt x="3061574" y="2005440"/>
                  </a:lnTo>
                  <a:lnTo>
                    <a:pt x="3061682" y="2005440"/>
                  </a:lnTo>
                  <a:lnTo>
                    <a:pt x="3061791" y="2005440"/>
                  </a:lnTo>
                  <a:lnTo>
                    <a:pt x="3061899" y="2005440"/>
                  </a:lnTo>
                  <a:lnTo>
                    <a:pt x="3062007" y="2005440"/>
                  </a:lnTo>
                  <a:lnTo>
                    <a:pt x="3062116" y="2005440"/>
                  </a:lnTo>
                  <a:lnTo>
                    <a:pt x="3062224" y="2005440"/>
                  </a:lnTo>
                  <a:lnTo>
                    <a:pt x="3062333" y="2005440"/>
                  </a:lnTo>
                  <a:lnTo>
                    <a:pt x="3062441" y="2005440"/>
                  </a:lnTo>
                  <a:lnTo>
                    <a:pt x="3062550" y="2005440"/>
                  </a:lnTo>
                  <a:lnTo>
                    <a:pt x="3062658" y="2005440"/>
                  </a:lnTo>
                  <a:lnTo>
                    <a:pt x="3062767" y="2005440"/>
                  </a:lnTo>
                  <a:lnTo>
                    <a:pt x="3062767" y="2004817"/>
                  </a:lnTo>
                  <a:lnTo>
                    <a:pt x="3062875" y="2004817"/>
                  </a:lnTo>
                  <a:lnTo>
                    <a:pt x="3062983" y="2004817"/>
                  </a:lnTo>
                  <a:lnTo>
                    <a:pt x="3063092" y="2004817"/>
                  </a:lnTo>
                  <a:lnTo>
                    <a:pt x="3063200" y="2004817"/>
                  </a:lnTo>
                  <a:lnTo>
                    <a:pt x="3063309" y="2004817"/>
                  </a:lnTo>
                  <a:lnTo>
                    <a:pt x="3063309" y="2004193"/>
                  </a:lnTo>
                  <a:lnTo>
                    <a:pt x="3063417" y="2004193"/>
                  </a:lnTo>
                  <a:lnTo>
                    <a:pt x="3063526" y="2004193"/>
                  </a:lnTo>
                  <a:lnTo>
                    <a:pt x="3063526" y="2003569"/>
                  </a:lnTo>
                  <a:lnTo>
                    <a:pt x="3063634" y="2003569"/>
                  </a:lnTo>
                  <a:lnTo>
                    <a:pt x="3063743" y="2003569"/>
                  </a:lnTo>
                  <a:lnTo>
                    <a:pt x="3063851" y="2003569"/>
                  </a:lnTo>
                  <a:lnTo>
                    <a:pt x="3063959" y="2003569"/>
                  </a:lnTo>
                  <a:lnTo>
                    <a:pt x="3064068" y="2003569"/>
                  </a:lnTo>
                  <a:lnTo>
                    <a:pt x="3064176" y="2003569"/>
                  </a:lnTo>
                  <a:lnTo>
                    <a:pt x="3064285" y="2003569"/>
                  </a:lnTo>
                  <a:lnTo>
                    <a:pt x="3064393" y="2003569"/>
                  </a:lnTo>
                  <a:lnTo>
                    <a:pt x="3064502" y="2003569"/>
                  </a:lnTo>
                  <a:lnTo>
                    <a:pt x="3064610" y="2003569"/>
                  </a:lnTo>
                  <a:lnTo>
                    <a:pt x="3064719" y="2003569"/>
                  </a:lnTo>
                  <a:lnTo>
                    <a:pt x="3064827" y="2003569"/>
                  </a:lnTo>
                  <a:lnTo>
                    <a:pt x="3064936" y="2003569"/>
                  </a:lnTo>
                  <a:lnTo>
                    <a:pt x="3065044" y="2003569"/>
                  </a:lnTo>
                  <a:lnTo>
                    <a:pt x="3065152" y="2003569"/>
                  </a:lnTo>
                  <a:lnTo>
                    <a:pt x="3065261" y="2003569"/>
                  </a:lnTo>
                  <a:lnTo>
                    <a:pt x="3065369" y="2003569"/>
                  </a:lnTo>
                  <a:lnTo>
                    <a:pt x="3065478" y="2003569"/>
                  </a:lnTo>
                  <a:lnTo>
                    <a:pt x="3065586" y="2003569"/>
                  </a:lnTo>
                  <a:lnTo>
                    <a:pt x="3065586" y="2002946"/>
                  </a:lnTo>
                  <a:lnTo>
                    <a:pt x="3065695" y="2002946"/>
                  </a:lnTo>
                  <a:lnTo>
                    <a:pt x="3065803" y="2002946"/>
                  </a:lnTo>
                  <a:lnTo>
                    <a:pt x="3065912" y="2002946"/>
                  </a:lnTo>
                  <a:lnTo>
                    <a:pt x="3066020" y="2002946"/>
                  </a:lnTo>
                  <a:lnTo>
                    <a:pt x="3066128" y="2002946"/>
                  </a:lnTo>
                  <a:lnTo>
                    <a:pt x="3066237" y="2002946"/>
                  </a:lnTo>
                  <a:lnTo>
                    <a:pt x="3066237" y="2002322"/>
                  </a:lnTo>
                  <a:lnTo>
                    <a:pt x="3066345" y="2002322"/>
                  </a:lnTo>
                  <a:lnTo>
                    <a:pt x="3066454" y="2002322"/>
                  </a:lnTo>
                  <a:lnTo>
                    <a:pt x="3066562" y="2002322"/>
                  </a:lnTo>
                  <a:lnTo>
                    <a:pt x="3066671" y="2002322"/>
                  </a:lnTo>
                  <a:lnTo>
                    <a:pt x="3066779" y="2002322"/>
                  </a:lnTo>
                  <a:lnTo>
                    <a:pt x="3066888" y="2002322"/>
                  </a:lnTo>
                  <a:lnTo>
                    <a:pt x="3066996" y="2002322"/>
                  </a:lnTo>
                  <a:lnTo>
                    <a:pt x="3067104" y="2002322"/>
                  </a:lnTo>
                  <a:lnTo>
                    <a:pt x="3067213" y="2002322"/>
                  </a:lnTo>
                  <a:lnTo>
                    <a:pt x="3067321" y="2002322"/>
                  </a:lnTo>
                  <a:lnTo>
                    <a:pt x="3067321" y="2001699"/>
                  </a:lnTo>
                  <a:lnTo>
                    <a:pt x="3067430" y="2001699"/>
                  </a:lnTo>
                  <a:lnTo>
                    <a:pt x="3067538" y="2001699"/>
                  </a:lnTo>
                  <a:lnTo>
                    <a:pt x="3067647" y="2001699"/>
                  </a:lnTo>
                  <a:lnTo>
                    <a:pt x="3067755" y="2001699"/>
                  </a:lnTo>
                  <a:lnTo>
                    <a:pt x="3067864" y="2001699"/>
                  </a:lnTo>
                  <a:lnTo>
                    <a:pt x="3067972" y="2001699"/>
                  </a:lnTo>
                  <a:lnTo>
                    <a:pt x="3068080" y="2001699"/>
                  </a:lnTo>
                  <a:lnTo>
                    <a:pt x="3068189" y="2001699"/>
                  </a:lnTo>
                  <a:lnTo>
                    <a:pt x="3068297" y="2001699"/>
                  </a:lnTo>
                  <a:lnTo>
                    <a:pt x="3068406" y="2001699"/>
                  </a:lnTo>
                  <a:lnTo>
                    <a:pt x="3068514" y="2001699"/>
                  </a:lnTo>
                  <a:lnTo>
                    <a:pt x="3068514" y="2001075"/>
                  </a:lnTo>
                  <a:lnTo>
                    <a:pt x="3068623" y="2001075"/>
                  </a:lnTo>
                  <a:lnTo>
                    <a:pt x="3068731" y="2001075"/>
                  </a:lnTo>
                  <a:lnTo>
                    <a:pt x="3068840" y="2001075"/>
                  </a:lnTo>
                  <a:lnTo>
                    <a:pt x="3068840" y="2000452"/>
                  </a:lnTo>
                  <a:lnTo>
                    <a:pt x="3068948" y="2000452"/>
                  </a:lnTo>
                  <a:lnTo>
                    <a:pt x="3069057" y="2000452"/>
                  </a:lnTo>
                  <a:lnTo>
                    <a:pt x="3069165" y="2000452"/>
                  </a:lnTo>
                  <a:lnTo>
                    <a:pt x="3069273" y="2000452"/>
                  </a:lnTo>
                  <a:lnTo>
                    <a:pt x="3069273" y="1999828"/>
                  </a:lnTo>
                  <a:lnTo>
                    <a:pt x="3069382" y="1999828"/>
                  </a:lnTo>
                  <a:lnTo>
                    <a:pt x="3069490" y="1999828"/>
                  </a:lnTo>
                  <a:lnTo>
                    <a:pt x="3069599" y="1999828"/>
                  </a:lnTo>
                  <a:lnTo>
                    <a:pt x="3069707" y="1999828"/>
                  </a:lnTo>
                  <a:lnTo>
                    <a:pt x="3069816" y="1999828"/>
                  </a:lnTo>
                  <a:lnTo>
                    <a:pt x="3069924" y="1999828"/>
                  </a:lnTo>
                  <a:lnTo>
                    <a:pt x="3070033" y="1999828"/>
                  </a:lnTo>
                  <a:lnTo>
                    <a:pt x="3070033" y="1999204"/>
                  </a:lnTo>
                  <a:lnTo>
                    <a:pt x="3070141" y="1999204"/>
                  </a:lnTo>
                  <a:lnTo>
                    <a:pt x="3070249" y="1999204"/>
                  </a:lnTo>
                  <a:lnTo>
                    <a:pt x="3070358" y="1999204"/>
                  </a:lnTo>
                  <a:lnTo>
                    <a:pt x="3070466" y="1999204"/>
                  </a:lnTo>
                  <a:lnTo>
                    <a:pt x="3070575" y="1999204"/>
                  </a:lnTo>
                  <a:lnTo>
                    <a:pt x="3070683" y="1999204"/>
                  </a:lnTo>
                  <a:lnTo>
                    <a:pt x="3070792" y="1999204"/>
                  </a:lnTo>
                  <a:lnTo>
                    <a:pt x="3070900" y="1999204"/>
                  </a:lnTo>
                  <a:lnTo>
                    <a:pt x="3071009" y="1999204"/>
                  </a:lnTo>
                  <a:lnTo>
                    <a:pt x="3071117" y="1999204"/>
                  </a:lnTo>
                  <a:lnTo>
                    <a:pt x="3071225" y="1999204"/>
                  </a:lnTo>
                  <a:lnTo>
                    <a:pt x="3071225" y="1998581"/>
                  </a:lnTo>
                  <a:lnTo>
                    <a:pt x="3071334" y="1998581"/>
                  </a:lnTo>
                  <a:lnTo>
                    <a:pt x="3071442" y="1998581"/>
                  </a:lnTo>
                  <a:lnTo>
                    <a:pt x="3071442" y="1997957"/>
                  </a:lnTo>
                  <a:lnTo>
                    <a:pt x="3071442" y="1997334"/>
                  </a:lnTo>
                  <a:lnTo>
                    <a:pt x="3071442" y="1996710"/>
                  </a:lnTo>
                  <a:lnTo>
                    <a:pt x="3071551" y="1996710"/>
                  </a:lnTo>
                  <a:lnTo>
                    <a:pt x="3071659" y="1996710"/>
                  </a:lnTo>
                  <a:lnTo>
                    <a:pt x="3071768" y="1996710"/>
                  </a:lnTo>
                  <a:lnTo>
                    <a:pt x="3071876" y="1996710"/>
                  </a:lnTo>
                  <a:lnTo>
                    <a:pt x="3071876" y="1996087"/>
                  </a:lnTo>
                  <a:lnTo>
                    <a:pt x="3071985" y="1996087"/>
                  </a:lnTo>
                  <a:lnTo>
                    <a:pt x="3072093" y="1996087"/>
                  </a:lnTo>
                  <a:lnTo>
                    <a:pt x="3072201" y="1996087"/>
                  </a:lnTo>
                  <a:lnTo>
                    <a:pt x="3072310" y="1996087"/>
                  </a:lnTo>
                  <a:lnTo>
                    <a:pt x="3072418" y="1996087"/>
                  </a:lnTo>
                  <a:lnTo>
                    <a:pt x="3072418" y="1995463"/>
                  </a:lnTo>
                  <a:lnTo>
                    <a:pt x="3072527" y="1995463"/>
                  </a:lnTo>
                  <a:lnTo>
                    <a:pt x="3072635" y="1995463"/>
                  </a:lnTo>
                  <a:lnTo>
                    <a:pt x="3072744" y="1995463"/>
                  </a:lnTo>
                  <a:lnTo>
                    <a:pt x="3072852" y="1995463"/>
                  </a:lnTo>
                  <a:lnTo>
                    <a:pt x="3072961" y="1995463"/>
                  </a:lnTo>
                  <a:lnTo>
                    <a:pt x="3073069" y="1995463"/>
                  </a:lnTo>
                  <a:lnTo>
                    <a:pt x="3073178" y="1995463"/>
                  </a:lnTo>
                  <a:lnTo>
                    <a:pt x="3073286" y="1995463"/>
                  </a:lnTo>
                  <a:lnTo>
                    <a:pt x="3073394" y="1995463"/>
                  </a:lnTo>
                  <a:lnTo>
                    <a:pt x="3073503" y="1995463"/>
                  </a:lnTo>
                  <a:lnTo>
                    <a:pt x="3073611" y="1995463"/>
                  </a:lnTo>
                  <a:lnTo>
                    <a:pt x="3073720" y="1995463"/>
                  </a:lnTo>
                  <a:lnTo>
                    <a:pt x="3073828" y="1995463"/>
                  </a:lnTo>
                  <a:lnTo>
                    <a:pt x="3073937" y="1995463"/>
                  </a:lnTo>
                  <a:lnTo>
                    <a:pt x="3074045" y="1995463"/>
                  </a:lnTo>
                  <a:lnTo>
                    <a:pt x="3074154" y="1995463"/>
                  </a:lnTo>
                  <a:lnTo>
                    <a:pt x="3074262" y="1995463"/>
                  </a:lnTo>
                  <a:lnTo>
                    <a:pt x="3074370" y="1995463"/>
                  </a:lnTo>
                  <a:lnTo>
                    <a:pt x="3074370" y="1994839"/>
                  </a:lnTo>
                  <a:lnTo>
                    <a:pt x="3074479" y="1994839"/>
                  </a:lnTo>
                  <a:lnTo>
                    <a:pt x="3074587" y="1994839"/>
                  </a:lnTo>
                  <a:lnTo>
                    <a:pt x="3074696" y="1994839"/>
                  </a:lnTo>
                  <a:lnTo>
                    <a:pt x="3074804" y="1994839"/>
                  </a:lnTo>
                  <a:lnTo>
                    <a:pt x="3074913" y="1994839"/>
                  </a:lnTo>
                  <a:lnTo>
                    <a:pt x="3075021" y="1994839"/>
                  </a:lnTo>
                  <a:lnTo>
                    <a:pt x="3075130" y="1994839"/>
                  </a:lnTo>
                  <a:lnTo>
                    <a:pt x="3075238" y="1994839"/>
                  </a:lnTo>
                  <a:lnTo>
                    <a:pt x="3075346" y="1994839"/>
                  </a:lnTo>
                  <a:lnTo>
                    <a:pt x="3075455" y="1994839"/>
                  </a:lnTo>
                  <a:lnTo>
                    <a:pt x="3075563" y="1994839"/>
                  </a:lnTo>
                  <a:lnTo>
                    <a:pt x="3075672" y="1994839"/>
                  </a:lnTo>
                  <a:lnTo>
                    <a:pt x="3075780" y="1994839"/>
                  </a:lnTo>
                  <a:lnTo>
                    <a:pt x="3075889" y="1994839"/>
                  </a:lnTo>
                  <a:lnTo>
                    <a:pt x="3075889" y="1994216"/>
                  </a:lnTo>
                  <a:lnTo>
                    <a:pt x="3075997" y="1994216"/>
                  </a:lnTo>
                  <a:lnTo>
                    <a:pt x="3076106" y="1994216"/>
                  </a:lnTo>
                  <a:lnTo>
                    <a:pt x="3076214" y="1994216"/>
                  </a:lnTo>
                  <a:lnTo>
                    <a:pt x="3076322" y="1994216"/>
                  </a:lnTo>
                  <a:lnTo>
                    <a:pt x="3076322" y="1993592"/>
                  </a:lnTo>
                  <a:lnTo>
                    <a:pt x="3076322" y="1992969"/>
                  </a:lnTo>
                  <a:lnTo>
                    <a:pt x="3076431" y="1992969"/>
                  </a:lnTo>
                  <a:lnTo>
                    <a:pt x="3076539" y="1992969"/>
                  </a:lnTo>
                  <a:lnTo>
                    <a:pt x="3076648" y="1992969"/>
                  </a:lnTo>
                  <a:lnTo>
                    <a:pt x="3076648" y="1992345"/>
                  </a:lnTo>
                  <a:lnTo>
                    <a:pt x="3076756" y="1992345"/>
                  </a:lnTo>
                  <a:lnTo>
                    <a:pt x="3076865" y="1992345"/>
                  </a:lnTo>
                  <a:lnTo>
                    <a:pt x="3076973" y="1992345"/>
                  </a:lnTo>
                  <a:lnTo>
                    <a:pt x="3077082" y="1992345"/>
                  </a:lnTo>
                  <a:lnTo>
                    <a:pt x="3077190" y="1992345"/>
                  </a:lnTo>
                  <a:lnTo>
                    <a:pt x="3077298" y="1992345"/>
                  </a:lnTo>
                  <a:lnTo>
                    <a:pt x="3077298" y="1991721"/>
                  </a:lnTo>
                  <a:lnTo>
                    <a:pt x="3077298" y="1991098"/>
                  </a:lnTo>
                  <a:lnTo>
                    <a:pt x="3077407" y="1991098"/>
                  </a:lnTo>
                  <a:lnTo>
                    <a:pt x="3077515" y="1991098"/>
                  </a:lnTo>
                  <a:lnTo>
                    <a:pt x="3077515" y="1990474"/>
                  </a:lnTo>
                  <a:lnTo>
                    <a:pt x="3077624" y="1990474"/>
                  </a:lnTo>
                  <a:lnTo>
                    <a:pt x="3077624" y="1989851"/>
                  </a:lnTo>
                  <a:lnTo>
                    <a:pt x="3077732" y="1989851"/>
                  </a:lnTo>
                  <a:lnTo>
                    <a:pt x="3077841" y="1989851"/>
                  </a:lnTo>
                  <a:lnTo>
                    <a:pt x="3077949" y="1989851"/>
                  </a:lnTo>
                  <a:lnTo>
                    <a:pt x="3078058" y="1989851"/>
                  </a:lnTo>
                  <a:lnTo>
                    <a:pt x="3078058" y="1989227"/>
                  </a:lnTo>
                  <a:lnTo>
                    <a:pt x="3078166" y="1989227"/>
                  </a:lnTo>
                  <a:lnTo>
                    <a:pt x="3078275" y="1989227"/>
                  </a:lnTo>
                  <a:lnTo>
                    <a:pt x="3078383" y="1989227"/>
                  </a:lnTo>
                  <a:lnTo>
                    <a:pt x="3078383" y="1988604"/>
                  </a:lnTo>
                  <a:lnTo>
                    <a:pt x="3078491" y="1988604"/>
                  </a:lnTo>
                  <a:lnTo>
                    <a:pt x="3078600" y="1988604"/>
                  </a:lnTo>
                  <a:lnTo>
                    <a:pt x="3078708" y="1988604"/>
                  </a:lnTo>
                  <a:lnTo>
                    <a:pt x="3078817" y="1988604"/>
                  </a:lnTo>
                  <a:lnTo>
                    <a:pt x="3078817" y="1987980"/>
                  </a:lnTo>
                  <a:lnTo>
                    <a:pt x="3078925" y="1987980"/>
                  </a:lnTo>
                  <a:lnTo>
                    <a:pt x="3079034" y="1987980"/>
                  </a:lnTo>
                  <a:lnTo>
                    <a:pt x="3079142" y="1987980"/>
                  </a:lnTo>
                  <a:lnTo>
                    <a:pt x="3079251" y="1987980"/>
                  </a:lnTo>
                  <a:lnTo>
                    <a:pt x="3079359" y="1987980"/>
                  </a:lnTo>
                  <a:lnTo>
                    <a:pt x="3079467" y="1987980"/>
                  </a:lnTo>
                  <a:lnTo>
                    <a:pt x="3079576" y="1987980"/>
                  </a:lnTo>
                  <a:lnTo>
                    <a:pt x="3079576" y="1987356"/>
                  </a:lnTo>
                  <a:lnTo>
                    <a:pt x="3079684" y="1987356"/>
                  </a:lnTo>
                  <a:lnTo>
                    <a:pt x="3079793" y="1987356"/>
                  </a:lnTo>
                  <a:lnTo>
                    <a:pt x="3079901" y="1987356"/>
                  </a:lnTo>
                  <a:lnTo>
                    <a:pt x="3080010" y="1987356"/>
                  </a:lnTo>
                  <a:lnTo>
                    <a:pt x="3080118" y="1987356"/>
                  </a:lnTo>
                  <a:lnTo>
                    <a:pt x="3080227" y="1987356"/>
                  </a:lnTo>
                  <a:lnTo>
                    <a:pt x="3080227" y="1986733"/>
                  </a:lnTo>
                  <a:lnTo>
                    <a:pt x="3080335" y="1986733"/>
                  </a:lnTo>
                  <a:lnTo>
                    <a:pt x="3080443" y="1986733"/>
                  </a:lnTo>
                  <a:lnTo>
                    <a:pt x="3080552" y="1986733"/>
                  </a:lnTo>
                  <a:lnTo>
                    <a:pt x="3080660" y="1986733"/>
                  </a:lnTo>
                  <a:lnTo>
                    <a:pt x="3080660" y="1986109"/>
                  </a:lnTo>
                  <a:lnTo>
                    <a:pt x="3080769" y="1986109"/>
                  </a:lnTo>
                  <a:lnTo>
                    <a:pt x="3080877" y="1986109"/>
                  </a:lnTo>
                  <a:lnTo>
                    <a:pt x="3080986" y="1986109"/>
                  </a:lnTo>
                  <a:lnTo>
                    <a:pt x="3081094" y="1986109"/>
                  </a:lnTo>
                  <a:lnTo>
                    <a:pt x="3081094" y="1985486"/>
                  </a:lnTo>
                  <a:lnTo>
                    <a:pt x="3081094" y="1984862"/>
                  </a:lnTo>
                  <a:lnTo>
                    <a:pt x="3081203" y="1984862"/>
                  </a:lnTo>
                  <a:lnTo>
                    <a:pt x="3081311" y="1984862"/>
                  </a:lnTo>
                  <a:lnTo>
                    <a:pt x="3081419" y="1984862"/>
                  </a:lnTo>
                  <a:lnTo>
                    <a:pt x="3081419" y="1984238"/>
                  </a:lnTo>
                  <a:lnTo>
                    <a:pt x="3081528" y="1984238"/>
                  </a:lnTo>
                  <a:lnTo>
                    <a:pt x="3081636" y="1984238"/>
                  </a:lnTo>
                  <a:lnTo>
                    <a:pt x="3081745" y="1984238"/>
                  </a:lnTo>
                  <a:lnTo>
                    <a:pt x="3081853" y="1984238"/>
                  </a:lnTo>
                  <a:lnTo>
                    <a:pt x="3081962" y="1984238"/>
                  </a:lnTo>
                  <a:lnTo>
                    <a:pt x="3081962" y="1983615"/>
                  </a:lnTo>
                  <a:lnTo>
                    <a:pt x="3082070" y="1983615"/>
                  </a:lnTo>
                  <a:lnTo>
                    <a:pt x="3082179" y="1983615"/>
                  </a:lnTo>
                  <a:lnTo>
                    <a:pt x="3082287" y="1983615"/>
                  </a:lnTo>
                  <a:lnTo>
                    <a:pt x="3082396" y="1983615"/>
                  </a:lnTo>
                  <a:lnTo>
                    <a:pt x="3082504" y="1983615"/>
                  </a:lnTo>
                  <a:lnTo>
                    <a:pt x="3082612" y="1983615"/>
                  </a:lnTo>
                  <a:lnTo>
                    <a:pt x="3082721" y="1983615"/>
                  </a:lnTo>
                  <a:lnTo>
                    <a:pt x="3082829" y="1983615"/>
                  </a:lnTo>
                  <a:lnTo>
                    <a:pt x="3082938" y="1983615"/>
                  </a:lnTo>
                  <a:lnTo>
                    <a:pt x="3082938" y="1982991"/>
                  </a:lnTo>
                  <a:lnTo>
                    <a:pt x="3083046" y="1982991"/>
                  </a:lnTo>
                  <a:lnTo>
                    <a:pt x="3083155" y="1982991"/>
                  </a:lnTo>
                  <a:lnTo>
                    <a:pt x="3083263" y="1982991"/>
                  </a:lnTo>
                  <a:lnTo>
                    <a:pt x="3083372" y="1982991"/>
                  </a:lnTo>
                  <a:lnTo>
                    <a:pt x="3083480" y="1982991"/>
                  </a:lnTo>
                  <a:lnTo>
                    <a:pt x="3083588" y="1982991"/>
                  </a:lnTo>
                  <a:lnTo>
                    <a:pt x="3083697" y="1982991"/>
                  </a:lnTo>
                  <a:lnTo>
                    <a:pt x="3083805" y="1982991"/>
                  </a:lnTo>
                  <a:lnTo>
                    <a:pt x="3083914" y="1982991"/>
                  </a:lnTo>
                  <a:lnTo>
                    <a:pt x="3084022" y="1982991"/>
                  </a:lnTo>
                  <a:lnTo>
                    <a:pt x="3084131" y="1982991"/>
                  </a:lnTo>
                  <a:lnTo>
                    <a:pt x="3084239" y="1982991"/>
                  </a:lnTo>
                  <a:lnTo>
                    <a:pt x="3084348" y="1982991"/>
                  </a:lnTo>
                  <a:lnTo>
                    <a:pt x="3084348" y="1982368"/>
                  </a:lnTo>
                  <a:lnTo>
                    <a:pt x="3084456" y="1982368"/>
                  </a:lnTo>
                  <a:lnTo>
                    <a:pt x="3084564" y="1982368"/>
                  </a:lnTo>
                  <a:lnTo>
                    <a:pt x="3084673" y="1982368"/>
                  </a:lnTo>
                  <a:lnTo>
                    <a:pt x="3084673" y="1981744"/>
                  </a:lnTo>
                  <a:lnTo>
                    <a:pt x="3084781" y="1981744"/>
                  </a:lnTo>
                  <a:lnTo>
                    <a:pt x="3084890" y="1981744"/>
                  </a:lnTo>
                  <a:lnTo>
                    <a:pt x="3084998" y="1981744"/>
                  </a:lnTo>
                  <a:lnTo>
                    <a:pt x="3085107" y="1981744"/>
                  </a:lnTo>
                  <a:lnTo>
                    <a:pt x="3085215" y="1981744"/>
                  </a:lnTo>
                  <a:lnTo>
                    <a:pt x="3085324" y="1981744"/>
                  </a:lnTo>
                  <a:lnTo>
                    <a:pt x="3085432" y="1981744"/>
                  </a:lnTo>
                  <a:lnTo>
                    <a:pt x="3085540" y="1981744"/>
                  </a:lnTo>
                  <a:lnTo>
                    <a:pt x="3085649" y="1981744"/>
                  </a:lnTo>
                  <a:lnTo>
                    <a:pt x="3085757" y="1981744"/>
                  </a:lnTo>
                  <a:lnTo>
                    <a:pt x="3085866" y="1981744"/>
                  </a:lnTo>
                  <a:lnTo>
                    <a:pt x="3085974" y="1981744"/>
                  </a:lnTo>
                  <a:lnTo>
                    <a:pt x="3086083" y="1981744"/>
                  </a:lnTo>
                  <a:lnTo>
                    <a:pt x="3086083" y="1981121"/>
                  </a:lnTo>
                  <a:lnTo>
                    <a:pt x="3086191" y="1981121"/>
                  </a:lnTo>
                  <a:lnTo>
                    <a:pt x="3086300" y="1981121"/>
                  </a:lnTo>
                  <a:lnTo>
                    <a:pt x="3086408" y="1981121"/>
                  </a:lnTo>
                  <a:lnTo>
                    <a:pt x="3086517" y="1981121"/>
                  </a:lnTo>
                  <a:lnTo>
                    <a:pt x="3086517" y="1980497"/>
                  </a:lnTo>
                  <a:lnTo>
                    <a:pt x="3086625" y="1980497"/>
                  </a:lnTo>
                  <a:lnTo>
                    <a:pt x="3086625" y="1979873"/>
                  </a:lnTo>
                  <a:lnTo>
                    <a:pt x="3086733" y="1979873"/>
                  </a:lnTo>
                  <a:lnTo>
                    <a:pt x="3086733" y="1979250"/>
                  </a:lnTo>
                  <a:lnTo>
                    <a:pt x="3086842" y="1979250"/>
                  </a:lnTo>
                  <a:lnTo>
                    <a:pt x="3086950" y="1979250"/>
                  </a:lnTo>
                  <a:lnTo>
                    <a:pt x="3087059" y="1979250"/>
                  </a:lnTo>
                  <a:lnTo>
                    <a:pt x="3087059" y="1978626"/>
                  </a:lnTo>
                  <a:lnTo>
                    <a:pt x="3087167" y="1978626"/>
                  </a:lnTo>
                  <a:lnTo>
                    <a:pt x="3087276" y="1978626"/>
                  </a:lnTo>
                  <a:lnTo>
                    <a:pt x="3087276" y="1978003"/>
                  </a:lnTo>
                  <a:lnTo>
                    <a:pt x="3087384" y="1978003"/>
                  </a:lnTo>
                  <a:lnTo>
                    <a:pt x="3087493" y="1978003"/>
                  </a:lnTo>
                  <a:lnTo>
                    <a:pt x="3087493" y="1977379"/>
                  </a:lnTo>
                  <a:lnTo>
                    <a:pt x="3087601" y="1977379"/>
                  </a:lnTo>
                  <a:lnTo>
                    <a:pt x="3087709" y="1977379"/>
                  </a:lnTo>
                  <a:lnTo>
                    <a:pt x="3087818" y="1977379"/>
                  </a:lnTo>
                  <a:lnTo>
                    <a:pt x="3087926" y="1977379"/>
                  </a:lnTo>
                  <a:lnTo>
                    <a:pt x="3088035" y="1977379"/>
                  </a:lnTo>
                  <a:lnTo>
                    <a:pt x="3088143" y="1977379"/>
                  </a:lnTo>
                  <a:lnTo>
                    <a:pt x="3088252" y="1977379"/>
                  </a:lnTo>
                  <a:lnTo>
                    <a:pt x="3088360" y="1977379"/>
                  </a:lnTo>
                  <a:lnTo>
                    <a:pt x="3088469" y="1977379"/>
                  </a:lnTo>
                  <a:lnTo>
                    <a:pt x="3088577" y="1977379"/>
                  </a:lnTo>
                  <a:lnTo>
                    <a:pt x="3088685" y="1977379"/>
                  </a:lnTo>
                  <a:lnTo>
                    <a:pt x="3088794" y="1977379"/>
                  </a:lnTo>
                  <a:lnTo>
                    <a:pt x="3088902" y="1977379"/>
                  </a:lnTo>
                  <a:lnTo>
                    <a:pt x="3088902" y="1976755"/>
                  </a:lnTo>
                  <a:lnTo>
                    <a:pt x="3089011" y="1976755"/>
                  </a:lnTo>
                  <a:lnTo>
                    <a:pt x="3089011" y="1976132"/>
                  </a:lnTo>
                  <a:lnTo>
                    <a:pt x="3089119" y="1976132"/>
                  </a:lnTo>
                  <a:lnTo>
                    <a:pt x="3089228" y="1976132"/>
                  </a:lnTo>
                  <a:lnTo>
                    <a:pt x="3089336" y="1976132"/>
                  </a:lnTo>
                  <a:lnTo>
                    <a:pt x="3089445" y="1976132"/>
                  </a:lnTo>
                  <a:lnTo>
                    <a:pt x="3089553" y="1976132"/>
                  </a:lnTo>
                  <a:lnTo>
                    <a:pt x="3089661" y="1976132"/>
                  </a:lnTo>
                  <a:lnTo>
                    <a:pt x="3089770" y="1976132"/>
                  </a:lnTo>
                  <a:lnTo>
                    <a:pt x="3089878" y="1976132"/>
                  </a:lnTo>
                  <a:lnTo>
                    <a:pt x="3089878" y="1975508"/>
                  </a:lnTo>
                  <a:lnTo>
                    <a:pt x="3089987" y="1975508"/>
                  </a:lnTo>
                  <a:lnTo>
                    <a:pt x="3090095" y="1975508"/>
                  </a:lnTo>
                  <a:lnTo>
                    <a:pt x="3090204" y="1975508"/>
                  </a:lnTo>
                  <a:lnTo>
                    <a:pt x="3090312" y="1975508"/>
                  </a:lnTo>
                  <a:lnTo>
                    <a:pt x="3090312" y="1974885"/>
                  </a:lnTo>
                  <a:lnTo>
                    <a:pt x="3090421" y="1974885"/>
                  </a:lnTo>
                  <a:lnTo>
                    <a:pt x="3090421" y="1974261"/>
                  </a:lnTo>
                  <a:lnTo>
                    <a:pt x="3090529" y="1974261"/>
                  </a:lnTo>
                  <a:lnTo>
                    <a:pt x="3090638" y="1974261"/>
                  </a:lnTo>
                  <a:lnTo>
                    <a:pt x="3090746" y="1974261"/>
                  </a:lnTo>
                  <a:lnTo>
                    <a:pt x="3090854" y="1974261"/>
                  </a:lnTo>
                  <a:lnTo>
                    <a:pt x="3090963" y="1974261"/>
                  </a:lnTo>
                  <a:lnTo>
                    <a:pt x="3090963" y="1973638"/>
                  </a:lnTo>
                  <a:lnTo>
                    <a:pt x="3091071" y="1973638"/>
                  </a:lnTo>
                  <a:lnTo>
                    <a:pt x="3091180" y="1973638"/>
                  </a:lnTo>
                  <a:lnTo>
                    <a:pt x="3091288" y="1973638"/>
                  </a:lnTo>
                  <a:lnTo>
                    <a:pt x="3091397" y="1973638"/>
                  </a:lnTo>
                  <a:lnTo>
                    <a:pt x="3091505" y="1973638"/>
                  </a:lnTo>
                  <a:lnTo>
                    <a:pt x="3091614" y="1973638"/>
                  </a:lnTo>
                  <a:lnTo>
                    <a:pt x="3091722" y="1973638"/>
                  </a:lnTo>
                  <a:lnTo>
                    <a:pt x="3091830" y="1973638"/>
                  </a:lnTo>
                  <a:lnTo>
                    <a:pt x="3091939" y="1973638"/>
                  </a:lnTo>
                  <a:lnTo>
                    <a:pt x="3092047" y="1973638"/>
                  </a:lnTo>
                  <a:lnTo>
                    <a:pt x="3092156" y="1973638"/>
                  </a:lnTo>
                  <a:lnTo>
                    <a:pt x="3092156" y="1973014"/>
                  </a:lnTo>
                  <a:lnTo>
                    <a:pt x="3092264" y="1973014"/>
                  </a:lnTo>
                  <a:lnTo>
                    <a:pt x="3092264" y="1972390"/>
                  </a:lnTo>
                  <a:lnTo>
                    <a:pt x="3092373" y="1972390"/>
                  </a:lnTo>
                  <a:lnTo>
                    <a:pt x="3092481" y="1972390"/>
                  </a:lnTo>
                  <a:lnTo>
                    <a:pt x="3092481" y="1971767"/>
                  </a:lnTo>
                  <a:lnTo>
                    <a:pt x="3092590" y="1971767"/>
                  </a:lnTo>
                  <a:lnTo>
                    <a:pt x="3092698" y="1971767"/>
                  </a:lnTo>
                  <a:lnTo>
                    <a:pt x="3092806" y="1971767"/>
                  </a:lnTo>
                  <a:lnTo>
                    <a:pt x="3092915" y="1971767"/>
                  </a:lnTo>
                  <a:lnTo>
                    <a:pt x="3093023" y="1971767"/>
                  </a:lnTo>
                  <a:lnTo>
                    <a:pt x="3093132" y="1971767"/>
                  </a:lnTo>
                  <a:lnTo>
                    <a:pt x="3093240" y="1971767"/>
                  </a:lnTo>
                  <a:lnTo>
                    <a:pt x="3093349" y="1971767"/>
                  </a:lnTo>
                  <a:lnTo>
                    <a:pt x="3093457" y="1971767"/>
                  </a:lnTo>
                  <a:lnTo>
                    <a:pt x="3093566" y="1971767"/>
                  </a:lnTo>
                  <a:lnTo>
                    <a:pt x="3093566" y="1971143"/>
                  </a:lnTo>
                  <a:lnTo>
                    <a:pt x="3093674" y="1971143"/>
                  </a:lnTo>
                  <a:lnTo>
                    <a:pt x="3093782" y="1971143"/>
                  </a:lnTo>
                  <a:lnTo>
                    <a:pt x="3093782" y="1970520"/>
                  </a:lnTo>
                  <a:lnTo>
                    <a:pt x="3093891" y="1970520"/>
                  </a:lnTo>
                  <a:lnTo>
                    <a:pt x="3093999" y="1970520"/>
                  </a:lnTo>
                  <a:lnTo>
                    <a:pt x="3094108" y="1970520"/>
                  </a:lnTo>
                  <a:lnTo>
                    <a:pt x="3094108" y="1969896"/>
                  </a:lnTo>
                  <a:lnTo>
                    <a:pt x="3094216" y="1969896"/>
                  </a:lnTo>
                  <a:lnTo>
                    <a:pt x="3094216" y="1969272"/>
                  </a:lnTo>
                  <a:lnTo>
                    <a:pt x="3094325" y="1969272"/>
                  </a:lnTo>
                  <a:lnTo>
                    <a:pt x="3094433" y="1969272"/>
                  </a:lnTo>
                  <a:lnTo>
                    <a:pt x="3094542" y="1969272"/>
                  </a:lnTo>
                  <a:lnTo>
                    <a:pt x="3094650" y="1969272"/>
                  </a:lnTo>
                  <a:lnTo>
                    <a:pt x="3094759" y="1969272"/>
                  </a:lnTo>
                  <a:lnTo>
                    <a:pt x="3094867" y="1969272"/>
                  </a:lnTo>
                  <a:lnTo>
                    <a:pt x="3094867" y="1968649"/>
                  </a:lnTo>
                  <a:lnTo>
                    <a:pt x="3094975" y="1968649"/>
                  </a:lnTo>
                  <a:lnTo>
                    <a:pt x="3095084" y="1968649"/>
                  </a:lnTo>
                  <a:lnTo>
                    <a:pt x="3095192" y="1968649"/>
                  </a:lnTo>
                  <a:lnTo>
                    <a:pt x="3095192" y="1968025"/>
                  </a:lnTo>
                  <a:lnTo>
                    <a:pt x="3095301" y="1968025"/>
                  </a:lnTo>
                  <a:lnTo>
                    <a:pt x="3095409" y="1968025"/>
                  </a:lnTo>
                  <a:lnTo>
                    <a:pt x="3095518" y="1968025"/>
                  </a:lnTo>
                  <a:lnTo>
                    <a:pt x="3095518" y="1967402"/>
                  </a:lnTo>
                  <a:lnTo>
                    <a:pt x="3095626" y="1967402"/>
                  </a:lnTo>
                  <a:lnTo>
                    <a:pt x="3095735" y="1967402"/>
                  </a:lnTo>
                  <a:lnTo>
                    <a:pt x="3095735" y="1966778"/>
                  </a:lnTo>
                  <a:lnTo>
                    <a:pt x="3095843" y="1966778"/>
                  </a:lnTo>
                  <a:lnTo>
                    <a:pt x="3095951" y="1966778"/>
                  </a:lnTo>
                  <a:lnTo>
                    <a:pt x="3095951" y="1966155"/>
                  </a:lnTo>
                  <a:lnTo>
                    <a:pt x="3096060" y="1966155"/>
                  </a:lnTo>
                  <a:lnTo>
                    <a:pt x="3096168" y="1966155"/>
                  </a:lnTo>
                  <a:lnTo>
                    <a:pt x="3096168" y="1965531"/>
                  </a:lnTo>
                  <a:lnTo>
                    <a:pt x="3096277" y="1965531"/>
                  </a:lnTo>
                  <a:lnTo>
                    <a:pt x="3096385" y="1965531"/>
                  </a:lnTo>
                  <a:lnTo>
                    <a:pt x="3096494" y="1965531"/>
                  </a:lnTo>
                  <a:lnTo>
                    <a:pt x="3096602" y="1965531"/>
                  </a:lnTo>
                  <a:lnTo>
                    <a:pt x="3096711" y="1965531"/>
                  </a:lnTo>
                  <a:lnTo>
                    <a:pt x="3096711" y="1964907"/>
                  </a:lnTo>
                  <a:lnTo>
                    <a:pt x="3096819" y="1964907"/>
                  </a:lnTo>
                  <a:lnTo>
                    <a:pt x="3096927" y="1964907"/>
                  </a:lnTo>
                  <a:lnTo>
                    <a:pt x="3097036" y="1964907"/>
                  </a:lnTo>
                  <a:lnTo>
                    <a:pt x="3097144" y="1964907"/>
                  </a:lnTo>
                  <a:lnTo>
                    <a:pt x="3097253" y="1964907"/>
                  </a:lnTo>
                  <a:lnTo>
                    <a:pt x="3097253" y="1964284"/>
                  </a:lnTo>
                  <a:lnTo>
                    <a:pt x="3097253" y="1963660"/>
                  </a:lnTo>
                  <a:lnTo>
                    <a:pt x="3097361" y="1963660"/>
                  </a:lnTo>
                  <a:lnTo>
                    <a:pt x="3097470" y="1963660"/>
                  </a:lnTo>
                  <a:lnTo>
                    <a:pt x="3097578" y="1963660"/>
                  </a:lnTo>
                  <a:lnTo>
                    <a:pt x="3097687" y="1963660"/>
                  </a:lnTo>
                  <a:lnTo>
                    <a:pt x="3097795" y="1963660"/>
                  </a:lnTo>
                  <a:lnTo>
                    <a:pt x="3097903" y="1963660"/>
                  </a:lnTo>
                  <a:lnTo>
                    <a:pt x="3097903" y="1963037"/>
                  </a:lnTo>
                  <a:lnTo>
                    <a:pt x="3098012" y="1963037"/>
                  </a:lnTo>
                  <a:lnTo>
                    <a:pt x="3098012" y="1962413"/>
                  </a:lnTo>
                  <a:lnTo>
                    <a:pt x="3098120" y="1962413"/>
                  </a:lnTo>
                  <a:lnTo>
                    <a:pt x="3098229" y="1962413"/>
                  </a:lnTo>
                  <a:lnTo>
                    <a:pt x="3098337" y="1962413"/>
                  </a:lnTo>
                  <a:lnTo>
                    <a:pt x="3098337" y="1961789"/>
                  </a:lnTo>
                  <a:lnTo>
                    <a:pt x="3098446" y="1961789"/>
                  </a:lnTo>
                  <a:lnTo>
                    <a:pt x="3098554" y="1961789"/>
                  </a:lnTo>
                  <a:lnTo>
                    <a:pt x="3098663" y="1961789"/>
                  </a:lnTo>
                  <a:lnTo>
                    <a:pt x="3098771" y="1961789"/>
                  </a:lnTo>
                  <a:lnTo>
                    <a:pt x="3098879" y="1961789"/>
                  </a:lnTo>
                  <a:lnTo>
                    <a:pt x="3098988" y="1961789"/>
                  </a:lnTo>
                  <a:lnTo>
                    <a:pt x="3099096" y="1961789"/>
                  </a:lnTo>
                  <a:lnTo>
                    <a:pt x="3099205" y="1961789"/>
                  </a:lnTo>
                  <a:lnTo>
                    <a:pt x="3099313" y="1961789"/>
                  </a:lnTo>
                  <a:lnTo>
                    <a:pt x="3099422" y="1961789"/>
                  </a:lnTo>
                  <a:lnTo>
                    <a:pt x="3099530" y="1961789"/>
                  </a:lnTo>
                  <a:lnTo>
                    <a:pt x="3099639" y="1961789"/>
                  </a:lnTo>
                  <a:lnTo>
                    <a:pt x="3099747" y="1961789"/>
                  </a:lnTo>
                  <a:lnTo>
                    <a:pt x="3099856" y="1961789"/>
                  </a:lnTo>
                  <a:lnTo>
                    <a:pt x="3099856" y="1961166"/>
                  </a:lnTo>
                  <a:lnTo>
                    <a:pt x="3099964" y="1961166"/>
                  </a:lnTo>
                  <a:lnTo>
                    <a:pt x="3100072" y="1961166"/>
                  </a:lnTo>
                  <a:lnTo>
                    <a:pt x="3100072" y="1960542"/>
                  </a:lnTo>
                  <a:lnTo>
                    <a:pt x="3100181" y="1960542"/>
                  </a:lnTo>
                  <a:lnTo>
                    <a:pt x="3100289" y="1960542"/>
                  </a:lnTo>
                  <a:lnTo>
                    <a:pt x="3100398" y="1960542"/>
                  </a:lnTo>
                  <a:lnTo>
                    <a:pt x="3100506" y="1960542"/>
                  </a:lnTo>
                  <a:lnTo>
                    <a:pt x="3100615" y="1960542"/>
                  </a:lnTo>
                  <a:lnTo>
                    <a:pt x="3100723" y="1960542"/>
                  </a:lnTo>
                  <a:lnTo>
                    <a:pt x="3100832" y="1960542"/>
                  </a:lnTo>
                  <a:lnTo>
                    <a:pt x="3100940" y="1960542"/>
                  </a:lnTo>
                  <a:lnTo>
                    <a:pt x="3101048" y="1960542"/>
                  </a:lnTo>
                  <a:lnTo>
                    <a:pt x="3101157" y="1960542"/>
                  </a:lnTo>
                  <a:lnTo>
                    <a:pt x="3101265" y="1960542"/>
                  </a:lnTo>
                  <a:lnTo>
                    <a:pt x="3101374" y="1960542"/>
                  </a:lnTo>
                  <a:lnTo>
                    <a:pt x="3101482" y="1960542"/>
                  </a:lnTo>
                  <a:lnTo>
                    <a:pt x="3101591" y="1960542"/>
                  </a:lnTo>
                  <a:lnTo>
                    <a:pt x="3101699" y="1960542"/>
                  </a:lnTo>
                  <a:lnTo>
                    <a:pt x="3101808" y="1960542"/>
                  </a:lnTo>
                  <a:lnTo>
                    <a:pt x="3101916" y="1960542"/>
                  </a:lnTo>
                  <a:lnTo>
                    <a:pt x="3102024" y="1960542"/>
                  </a:lnTo>
                  <a:lnTo>
                    <a:pt x="3102133" y="1960542"/>
                  </a:lnTo>
                  <a:lnTo>
                    <a:pt x="3102241" y="1960542"/>
                  </a:lnTo>
                  <a:lnTo>
                    <a:pt x="3102350" y="1960542"/>
                  </a:lnTo>
                  <a:lnTo>
                    <a:pt x="3102458" y="1960542"/>
                  </a:lnTo>
                  <a:lnTo>
                    <a:pt x="3102567" y="1960542"/>
                  </a:lnTo>
                  <a:lnTo>
                    <a:pt x="3102567" y="1959919"/>
                  </a:lnTo>
                  <a:lnTo>
                    <a:pt x="3102567" y="1959295"/>
                  </a:lnTo>
                  <a:lnTo>
                    <a:pt x="3102567" y="1958672"/>
                  </a:lnTo>
                  <a:lnTo>
                    <a:pt x="3102675" y="1958672"/>
                  </a:lnTo>
                  <a:lnTo>
                    <a:pt x="3102784" y="1958672"/>
                  </a:lnTo>
                  <a:lnTo>
                    <a:pt x="3102892" y="1958672"/>
                  </a:lnTo>
                  <a:lnTo>
                    <a:pt x="3103000" y="1958672"/>
                  </a:lnTo>
                  <a:lnTo>
                    <a:pt x="3103109" y="1958672"/>
                  </a:lnTo>
                  <a:lnTo>
                    <a:pt x="3103217" y="1958672"/>
                  </a:lnTo>
                  <a:lnTo>
                    <a:pt x="3103326" y="1958672"/>
                  </a:lnTo>
                  <a:lnTo>
                    <a:pt x="3103326" y="1958048"/>
                  </a:lnTo>
                  <a:lnTo>
                    <a:pt x="3103434" y="1958048"/>
                  </a:lnTo>
                  <a:lnTo>
                    <a:pt x="3103543" y="1958048"/>
                  </a:lnTo>
                  <a:lnTo>
                    <a:pt x="3103651" y="1958048"/>
                  </a:lnTo>
                  <a:lnTo>
                    <a:pt x="3103760" y="1958048"/>
                  </a:lnTo>
                  <a:lnTo>
                    <a:pt x="3103868" y="1958048"/>
                  </a:lnTo>
                  <a:lnTo>
                    <a:pt x="3103977" y="1958048"/>
                  </a:lnTo>
                  <a:lnTo>
                    <a:pt x="3104085" y="1958048"/>
                  </a:lnTo>
                  <a:lnTo>
                    <a:pt x="3104193" y="1958048"/>
                  </a:lnTo>
                  <a:lnTo>
                    <a:pt x="3104302" y="1958048"/>
                  </a:lnTo>
                  <a:lnTo>
                    <a:pt x="3104410" y="1958048"/>
                  </a:lnTo>
                  <a:lnTo>
                    <a:pt x="3104519" y="1958048"/>
                  </a:lnTo>
                  <a:lnTo>
                    <a:pt x="3104627" y="1958048"/>
                  </a:lnTo>
                  <a:lnTo>
                    <a:pt x="3104736" y="1958048"/>
                  </a:lnTo>
                  <a:lnTo>
                    <a:pt x="3104736" y="1957424"/>
                  </a:lnTo>
                  <a:lnTo>
                    <a:pt x="3104736" y="1956801"/>
                  </a:lnTo>
                  <a:lnTo>
                    <a:pt x="3104844" y="1956801"/>
                  </a:lnTo>
                  <a:lnTo>
                    <a:pt x="3104953" y="1956801"/>
                  </a:lnTo>
                  <a:lnTo>
                    <a:pt x="3105061" y="1956801"/>
                  </a:lnTo>
                  <a:lnTo>
                    <a:pt x="3105061" y="1956177"/>
                  </a:lnTo>
                  <a:lnTo>
                    <a:pt x="3105169" y="1956177"/>
                  </a:lnTo>
                  <a:lnTo>
                    <a:pt x="3105278" y="1956177"/>
                  </a:lnTo>
                  <a:lnTo>
                    <a:pt x="3105386" y="1956177"/>
                  </a:lnTo>
                  <a:lnTo>
                    <a:pt x="3105495" y="1956177"/>
                  </a:lnTo>
                  <a:lnTo>
                    <a:pt x="3105603" y="1956177"/>
                  </a:lnTo>
                  <a:lnTo>
                    <a:pt x="3105712" y="1956177"/>
                  </a:lnTo>
                  <a:lnTo>
                    <a:pt x="3105820" y="1956177"/>
                  </a:lnTo>
                  <a:lnTo>
                    <a:pt x="3105929" y="1956177"/>
                  </a:lnTo>
                  <a:lnTo>
                    <a:pt x="3106037" y="1956177"/>
                  </a:lnTo>
                  <a:lnTo>
                    <a:pt x="3106145" y="1956177"/>
                  </a:lnTo>
                  <a:lnTo>
                    <a:pt x="3106254" y="1956177"/>
                  </a:lnTo>
                  <a:lnTo>
                    <a:pt x="3106254" y="1955554"/>
                  </a:lnTo>
                  <a:lnTo>
                    <a:pt x="3106362" y="1955554"/>
                  </a:lnTo>
                  <a:lnTo>
                    <a:pt x="3106471" y="1955554"/>
                  </a:lnTo>
                  <a:lnTo>
                    <a:pt x="3106579" y="1955554"/>
                  </a:lnTo>
                  <a:lnTo>
                    <a:pt x="3106579" y="1954930"/>
                  </a:lnTo>
                  <a:lnTo>
                    <a:pt x="3106688" y="1954930"/>
                  </a:lnTo>
                  <a:lnTo>
                    <a:pt x="3106796" y="1954930"/>
                  </a:lnTo>
                  <a:lnTo>
                    <a:pt x="3106796" y="1954306"/>
                  </a:lnTo>
                  <a:lnTo>
                    <a:pt x="3106905" y="1954306"/>
                  </a:lnTo>
                  <a:lnTo>
                    <a:pt x="3106905" y="1953683"/>
                  </a:lnTo>
                  <a:lnTo>
                    <a:pt x="3107013" y="1953683"/>
                  </a:lnTo>
                  <a:lnTo>
                    <a:pt x="3107121" y="1953683"/>
                  </a:lnTo>
                  <a:lnTo>
                    <a:pt x="3107230" y="1953683"/>
                  </a:lnTo>
                  <a:lnTo>
                    <a:pt x="3107338" y="1953683"/>
                  </a:lnTo>
                  <a:lnTo>
                    <a:pt x="3107447" y="1953683"/>
                  </a:lnTo>
                  <a:lnTo>
                    <a:pt x="3107555" y="1953683"/>
                  </a:lnTo>
                  <a:lnTo>
                    <a:pt x="3107664" y="1953683"/>
                  </a:lnTo>
                  <a:lnTo>
                    <a:pt x="3107772" y="1953683"/>
                  </a:lnTo>
                  <a:lnTo>
                    <a:pt x="3107881" y="1953683"/>
                  </a:lnTo>
                  <a:lnTo>
                    <a:pt x="3107881" y="1953059"/>
                  </a:lnTo>
                  <a:lnTo>
                    <a:pt x="3107989" y="1953059"/>
                  </a:lnTo>
                  <a:lnTo>
                    <a:pt x="3108098" y="1953059"/>
                  </a:lnTo>
                  <a:lnTo>
                    <a:pt x="3108206" y="1953059"/>
                  </a:lnTo>
                  <a:lnTo>
                    <a:pt x="3108314" y="1953059"/>
                  </a:lnTo>
                  <a:lnTo>
                    <a:pt x="3108314" y="1952436"/>
                  </a:lnTo>
                  <a:lnTo>
                    <a:pt x="3108423" y="1952436"/>
                  </a:lnTo>
                  <a:lnTo>
                    <a:pt x="3108423" y="1951812"/>
                  </a:lnTo>
                  <a:lnTo>
                    <a:pt x="3108531" y="1951812"/>
                  </a:lnTo>
                  <a:lnTo>
                    <a:pt x="3108640" y="1951812"/>
                  </a:lnTo>
                  <a:lnTo>
                    <a:pt x="3108640" y="1951189"/>
                  </a:lnTo>
                  <a:lnTo>
                    <a:pt x="3108640" y="1950565"/>
                  </a:lnTo>
                  <a:lnTo>
                    <a:pt x="3108748" y="1950565"/>
                  </a:lnTo>
                  <a:lnTo>
                    <a:pt x="3108857" y="1950565"/>
                  </a:lnTo>
                  <a:lnTo>
                    <a:pt x="3108965" y="1950565"/>
                  </a:lnTo>
                  <a:lnTo>
                    <a:pt x="3109074" y="1950565"/>
                  </a:lnTo>
                  <a:lnTo>
                    <a:pt x="3109182" y="1950565"/>
                  </a:lnTo>
                  <a:lnTo>
                    <a:pt x="3109290" y="1950565"/>
                  </a:lnTo>
                  <a:lnTo>
                    <a:pt x="3109399" y="1950565"/>
                  </a:lnTo>
                  <a:lnTo>
                    <a:pt x="3109507" y="1950565"/>
                  </a:lnTo>
                  <a:lnTo>
                    <a:pt x="3109616" y="1950565"/>
                  </a:lnTo>
                  <a:lnTo>
                    <a:pt x="3109616" y="1949941"/>
                  </a:lnTo>
                  <a:lnTo>
                    <a:pt x="3109724" y="1949941"/>
                  </a:lnTo>
                  <a:lnTo>
                    <a:pt x="3109833" y="1949941"/>
                  </a:lnTo>
                  <a:lnTo>
                    <a:pt x="3109941" y="1949941"/>
                  </a:lnTo>
                  <a:lnTo>
                    <a:pt x="3110050" y="1949941"/>
                  </a:lnTo>
                  <a:lnTo>
                    <a:pt x="3110158" y="1949941"/>
                  </a:lnTo>
                  <a:lnTo>
                    <a:pt x="3110158" y="1949318"/>
                  </a:lnTo>
                  <a:lnTo>
                    <a:pt x="3110158" y="1948694"/>
                  </a:lnTo>
                  <a:lnTo>
                    <a:pt x="3110266" y="1948694"/>
                  </a:lnTo>
                  <a:lnTo>
                    <a:pt x="3110375" y="1948694"/>
                  </a:lnTo>
                  <a:lnTo>
                    <a:pt x="3110483" y="1948694"/>
                  </a:lnTo>
                  <a:lnTo>
                    <a:pt x="3110592" y="1948694"/>
                  </a:lnTo>
                  <a:lnTo>
                    <a:pt x="3110700" y="1948694"/>
                  </a:lnTo>
                  <a:lnTo>
                    <a:pt x="3110809" y="1948694"/>
                  </a:lnTo>
                  <a:lnTo>
                    <a:pt x="3110917" y="1948694"/>
                  </a:lnTo>
                  <a:lnTo>
                    <a:pt x="3111026" y="1948694"/>
                  </a:lnTo>
                  <a:lnTo>
                    <a:pt x="3111134" y="1948694"/>
                  </a:lnTo>
                  <a:lnTo>
                    <a:pt x="3111242" y="1948694"/>
                  </a:lnTo>
                  <a:lnTo>
                    <a:pt x="3111351" y="1948694"/>
                  </a:lnTo>
                  <a:lnTo>
                    <a:pt x="3111351" y="1948071"/>
                  </a:lnTo>
                  <a:lnTo>
                    <a:pt x="3111459" y="1948071"/>
                  </a:lnTo>
                  <a:lnTo>
                    <a:pt x="3111568" y="1948071"/>
                  </a:lnTo>
                  <a:lnTo>
                    <a:pt x="3111676" y="1948071"/>
                  </a:lnTo>
                  <a:lnTo>
                    <a:pt x="3111785" y="1948071"/>
                  </a:lnTo>
                  <a:lnTo>
                    <a:pt x="3111893" y="1948071"/>
                  </a:lnTo>
                  <a:lnTo>
                    <a:pt x="3112002" y="1948071"/>
                  </a:lnTo>
                  <a:lnTo>
                    <a:pt x="3112110" y="1948071"/>
                  </a:lnTo>
                  <a:lnTo>
                    <a:pt x="3112219" y="1948071"/>
                  </a:lnTo>
                  <a:lnTo>
                    <a:pt x="3112327" y="1948071"/>
                  </a:lnTo>
                  <a:lnTo>
                    <a:pt x="3112435" y="1948071"/>
                  </a:lnTo>
                  <a:lnTo>
                    <a:pt x="3112544" y="1948071"/>
                  </a:lnTo>
                  <a:lnTo>
                    <a:pt x="3112544" y="1947447"/>
                  </a:lnTo>
                  <a:lnTo>
                    <a:pt x="3112652" y="1947447"/>
                  </a:lnTo>
                  <a:lnTo>
                    <a:pt x="3112761" y="1947447"/>
                  </a:lnTo>
                  <a:lnTo>
                    <a:pt x="3112869" y="1947447"/>
                  </a:lnTo>
                  <a:lnTo>
                    <a:pt x="3112978" y="1947447"/>
                  </a:lnTo>
                  <a:lnTo>
                    <a:pt x="3113086" y="1947447"/>
                  </a:lnTo>
                  <a:lnTo>
                    <a:pt x="3113195" y="1947447"/>
                  </a:lnTo>
                  <a:lnTo>
                    <a:pt x="3113303" y="1947447"/>
                  </a:lnTo>
                  <a:lnTo>
                    <a:pt x="3113411" y="1947447"/>
                  </a:lnTo>
                  <a:lnTo>
                    <a:pt x="3113411" y="1946824"/>
                  </a:lnTo>
                  <a:lnTo>
                    <a:pt x="3113520" y="1946824"/>
                  </a:lnTo>
                  <a:lnTo>
                    <a:pt x="3113520" y="1946200"/>
                  </a:lnTo>
                  <a:lnTo>
                    <a:pt x="3113628" y="1946200"/>
                  </a:lnTo>
                  <a:lnTo>
                    <a:pt x="3113737" y="1946200"/>
                  </a:lnTo>
                  <a:lnTo>
                    <a:pt x="3113845" y="1946200"/>
                  </a:lnTo>
                  <a:lnTo>
                    <a:pt x="3113954" y="1946200"/>
                  </a:lnTo>
                  <a:lnTo>
                    <a:pt x="3114062" y="1946200"/>
                  </a:lnTo>
                  <a:lnTo>
                    <a:pt x="3114171" y="1946200"/>
                  </a:lnTo>
                  <a:lnTo>
                    <a:pt x="3114279" y="1946200"/>
                  </a:lnTo>
                  <a:lnTo>
                    <a:pt x="3114279" y="1945576"/>
                  </a:lnTo>
                  <a:lnTo>
                    <a:pt x="3114279" y="1944953"/>
                  </a:lnTo>
                  <a:lnTo>
                    <a:pt x="3114387" y="1944953"/>
                  </a:lnTo>
                  <a:lnTo>
                    <a:pt x="3114496" y="1944953"/>
                  </a:lnTo>
                  <a:lnTo>
                    <a:pt x="3114604" y="1944953"/>
                  </a:lnTo>
                  <a:lnTo>
                    <a:pt x="3114713" y="1944953"/>
                  </a:lnTo>
                  <a:lnTo>
                    <a:pt x="3114821" y="1944953"/>
                  </a:lnTo>
                  <a:lnTo>
                    <a:pt x="3114930" y="1944953"/>
                  </a:lnTo>
                  <a:lnTo>
                    <a:pt x="3115038" y="1944953"/>
                  </a:lnTo>
                  <a:lnTo>
                    <a:pt x="3115147" y="1944953"/>
                  </a:lnTo>
                  <a:lnTo>
                    <a:pt x="3115255" y="1944953"/>
                  </a:lnTo>
                  <a:lnTo>
                    <a:pt x="3115363" y="1944953"/>
                  </a:lnTo>
                  <a:lnTo>
                    <a:pt x="3115472" y="1944953"/>
                  </a:lnTo>
                  <a:lnTo>
                    <a:pt x="3115580" y="1944953"/>
                  </a:lnTo>
                  <a:lnTo>
                    <a:pt x="3115689" y="1944953"/>
                  </a:lnTo>
                  <a:lnTo>
                    <a:pt x="3115797" y="1944953"/>
                  </a:lnTo>
                  <a:lnTo>
                    <a:pt x="3115906" y="1944953"/>
                  </a:lnTo>
                  <a:lnTo>
                    <a:pt x="3116014" y="1944953"/>
                  </a:lnTo>
                  <a:lnTo>
                    <a:pt x="3116123" y="1944953"/>
                  </a:lnTo>
                  <a:lnTo>
                    <a:pt x="3116231" y="1944953"/>
                  </a:lnTo>
                  <a:lnTo>
                    <a:pt x="3116340" y="1944953"/>
                  </a:lnTo>
                  <a:lnTo>
                    <a:pt x="3116448" y="1944953"/>
                  </a:lnTo>
                  <a:lnTo>
                    <a:pt x="3116556" y="1944953"/>
                  </a:lnTo>
                  <a:lnTo>
                    <a:pt x="3116665" y="1944953"/>
                  </a:lnTo>
                  <a:lnTo>
                    <a:pt x="3116773" y="1944953"/>
                  </a:lnTo>
                  <a:lnTo>
                    <a:pt x="3116882" y="1944953"/>
                  </a:lnTo>
                  <a:lnTo>
                    <a:pt x="3116990" y="1944953"/>
                  </a:lnTo>
                  <a:lnTo>
                    <a:pt x="3117099" y="1944953"/>
                  </a:lnTo>
                  <a:lnTo>
                    <a:pt x="3117207" y="1944953"/>
                  </a:lnTo>
                  <a:lnTo>
                    <a:pt x="3117316" y="1944953"/>
                  </a:lnTo>
                  <a:lnTo>
                    <a:pt x="3117424" y="1944953"/>
                  </a:lnTo>
                  <a:lnTo>
                    <a:pt x="3117532" y="1944953"/>
                  </a:lnTo>
                  <a:lnTo>
                    <a:pt x="3117532" y="1944329"/>
                  </a:lnTo>
                  <a:lnTo>
                    <a:pt x="3117532" y="1943706"/>
                  </a:lnTo>
                  <a:lnTo>
                    <a:pt x="3117532" y="1943082"/>
                  </a:lnTo>
                  <a:lnTo>
                    <a:pt x="3117641" y="1943082"/>
                  </a:lnTo>
                  <a:lnTo>
                    <a:pt x="3117749" y="1943082"/>
                  </a:lnTo>
                  <a:lnTo>
                    <a:pt x="3117858" y="1943082"/>
                  </a:lnTo>
                  <a:lnTo>
                    <a:pt x="3117966" y="1943082"/>
                  </a:lnTo>
                  <a:lnTo>
                    <a:pt x="3118075" y="1943082"/>
                  </a:lnTo>
                  <a:lnTo>
                    <a:pt x="3118075" y="1942458"/>
                  </a:lnTo>
                  <a:lnTo>
                    <a:pt x="3118183" y="1942458"/>
                  </a:lnTo>
                  <a:lnTo>
                    <a:pt x="3118183" y="1941835"/>
                  </a:lnTo>
                  <a:lnTo>
                    <a:pt x="3118292" y="1941835"/>
                  </a:lnTo>
                  <a:lnTo>
                    <a:pt x="3118400" y="1941835"/>
                  </a:lnTo>
                  <a:lnTo>
                    <a:pt x="3118508" y="1941835"/>
                  </a:lnTo>
                  <a:lnTo>
                    <a:pt x="3118617" y="1941835"/>
                  </a:lnTo>
                  <a:lnTo>
                    <a:pt x="3118725" y="1941835"/>
                  </a:lnTo>
                  <a:lnTo>
                    <a:pt x="3118834" y="1941835"/>
                  </a:lnTo>
                  <a:lnTo>
                    <a:pt x="3118834" y="1941211"/>
                  </a:lnTo>
                  <a:lnTo>
                    <a:pt x="3118834" y="1940588"/>
                  </a:lnTo>
                  <a:lnTo>
                    <a:pt x="3118942" y="1940588"/>
                  </a:lnTo>
                  <a:lnTo>
                    <a:pt x="3118942" y="1939964"/>
                  </a:lnTo>
                  <a:lnTo>
                    <a:pt x="3118942" y="1939341"/>
                  </a:lnTo>
                  <a:lnTo>
                    <a:pt x="3119051" y="1939341"/>
                  </a:lnTo>
                  <a:lnTo>
                    <a:pt x="3119159" y="1939341"/>
                  </a:lnTo>
                  <a:lnTo>
                    <a:pt x="3119159" y="1938717"/>
                  </a:lnTo>
                  <a:lnTo>
                    <a:pt x="3119268" y="1938717"/>
                  </a:lnTo>
                  <a:lnTo>
                    <a:pt x="3119376" y="1938717"/>
                  </a:lnTo>
                  <a:lnTo>
                    <a:pt x="3119484" y="1938717"/>
                  </a:lnTo>
                  <a:lnTo>
                    <a:pt x="3119593" y="1938717"/>
                  </a:lnTo>
                  <a:lnTo>
                    <a:pt x="3119701" y="1938717"/>
                  </a:lnTo>
                  <a:lnTo>
                    <a:pt x="3119810" y="1938717"/>
                  </a:lnTo>
                  <a:lnTo>
                    <a:pt x="3119918" y="1938717"/>
                  </a:lnTo>
                  <a:lnTo>
                    <a:pt x="3120027" y="1938717"/>
                  </a:lnTo>
                  <a:lnTo>
                    <a:pt x="3120135" y="1938717"/>
                  </a:lnTo>
                  <a:lnTo>
                    <a:pt x="3120244" y="1938717"/>
                  </a:lnTo>
                  <a:lnTo>
                    <a:pt x="3120352" y="1938717"/>
                  </a:lnTo>
                  <a:lnTo>
                    <a:pt x="3120461" y="1938717"/>
                  </a:lnTo>
                  <a:lnTo>
                    <a:pt x="3120569" y="1938717"/>
                  </a:lnTo>
                  <a:lnTo>
                    <a:pt x="3120677" y="1938717"/>
                  </a:lnTo>
                  <a:lnTo>
                    <a:pt x="3120786" y="1938717"/>
                  </a:lnTo>
                  <a:lnTo>
                    <a:pt x="3120894" y="1938717"/>
                  </a:lnTo>
                  <a:lnTo>
                    <a:pt x="3121003" y="1938717"/>
                  </a:lnTo>
                  <a:lnTo>
                    <a:pt x="3121111" y="1938717"/>
                  </a:lnTo>
                  <a:lnTo>
                    <a:pt x="3121220" y="1938717"/>
                  </a:lnTo>
                  <a:lnTo>
                    <a:pt x="3121328" y="1938717"/>
                  </a:lnTo>
                  <a:lnTo>
                    <a:pt x="3121437" y="1938717"/>
                  </a:lnTo>
                  <a:lnTo>
                    <a:pt x="3121545" y="1938717"/>
                  </a:lnTo>
                  <a:lnTo>
                    <a:pt x="3121653" y="1938717"/>
                  </a:lnTo>
                  <a:lnTo>
                    <a:pt x="3121653" y="1938093"/>
                  </a:lnTo>
                  <a:lnTo>
                    <a:pt x="3121762" y="1938093"/>
                  </a:lnTo>
                  <a:lnTo>
                    <a:pt x="3121870" y="1938093"/>
                  </a:lnTo>
                  <a:lnTo>
                    <a:pt x="3121979" y="1938093"/>
                  </a:lnTo>
                  <a:lnTo>
                    <a:pt x="3122087" y="1938093"/>
                  </a:lnTo>
                  <a:lnTo>
                    <a:pt x="3122196" y="1938093"/>
                  </a:lnTo>
                  <a:lnTo>
                    <a:pt x="3122304" y="1938093"/>
                  </a:lnTo>
                  <a:lnTo>
                    <a:pt x="3122413" y="1938093"/>
                  </a:lnTo>
                  <a:lnTo>
                    <a:pt x="3122521" y="1938093"/>
                  </a:lnTo>
                  <a:lnTo>
                    <a:pt x="3122629" y="1938093"/>
                  </a:lnTo>
                  <a:lnTo>
                    <a:pt x="3122738" y="1938093"/>
                  </a:lnTo>
                  <a:lnTo>
                    <a:pt x="3122846" y="1938093"/>
                  </a:lnTo>
                  <a:lnTo>
                    <a:pt x="3122846" y="1937470"/>
                  </a:lnTo>
                  <a:lnTo>
                    <a:pt x="3122955" y="1937470"/>
                  </a:lnTo>
                  <a:lnTo>
                    <a:pt x="3123063" y="1937470"/>
                  </a:lnTo>
                  <a:lnTo>
                    <a:pt x="3123063" y="1936846"/>
                  </a:lnTo>
                  <a:lnTo>
                    <a:pt x="3123172" y="1936846"/>
                  </a:lnTo>
                  <a:lnTo>
                    <a:pt x="3123280" y="1936846"/>
                  </a:lnTo>
                  <a:lnTo>
                    <a:pt x="3123280" y="1936223"/>
                  </a:lnTo>
                  <a:lnTo>
                    <a:pt x="3123389" y="1936223"/>
                  </a:lnTo>
                  <a:lnTo>
                    <a:pt x="3123389" y="1935599"/>
                  </a:lnTo>
                  <a:lnTo>
                    <a:pt x="3123389" y="1934975"/>
                  </a:lnTo>
                  <a:lnTo>
                    <a:pt x="3123497" y="1934975"/>
                  </a:lnTo>
                  <a:lnTo>
                    <a:pt x="3123605" y="1934975"/>
                  </a:lnTo>
                  <a:lnTo>
                    <a:pt x="3123714" y="1934975"/>
                  </a:lnTo>
                  <a:lnTo>
                    <a:pt x="3123822" y="1934975"/>
                  </a:lnTo>
                  <a:lnTo>
                    <a:pt x="3123931" y="1934975"/>
                  </a:lnTo>
                  <a:lnTo>
                    <a:pt x="3124039" y="1934975"/>
                  </a:lnTo>
                  <a:lnTo>
                    <a:pt x="3124148" y="1934975"/>
                  </a:lnTo>
                  <a:lnTo>
                    <a:pt x="3124256" y="1934975"/>
                  </a:lnTo>
                  <a:lnTo>
                    <a:pt x="3124365" y="1934975"/>
                  </a:lnTo>
                  <a:lnTo>
                    <a:pt x="3124473" y="1934975"/>
                  </a:lnTo>
                  <a:lnTo>
                    <a:pt x="3124581" y="1934975"/>
                  </a:lnTo>
                  <a:lnTo>
                    <a:pt x="3124690" y="1934975"/>
                  </a:lnTo>
                  <a:lnTo>
                    <a:pt x="3124798" y="1934975"/>
                  </a:lnTo>
                  <a:lnTo>
                    <a:pt x="3124907" y="1934975"/>
                  </a:lnTo>
                  <a:lnTo>
                    <a:pt x="3124907" y="1934352"/>
                  </a:lnTo>
                  <a:lnTo>
                    <a:pt x="3125015" y="1934352"/>
                  </a:lnTo>
                  <a:lnTo>
                    <a:pt x="3125124" y="1934352"/>
                  </a:lnTo>
                  <a:lnTo>
                    <a:pt x="3125124" y="1933728"/>
                  </a:lnTo>
                  <a:lnTo>
                    <a:pt x="3125232" y="1933728"/>
                  </a:lnTo>
                  <a:lnTo>
                    <a:pt x="3125341" y="1933728"/>
                  </a:lnTo>
                  <a:lnTo>
                    <a:pt x="3125341" y="1933105"/>
                  </a:lnTo>
                  <a:lnTo>
                    <a:pt x="3125449" y="1933105"/>
                  </a:lnTo>
                  <a:lnTo>
                    <a:pt x="3125558" y="1933105"/>
                  </a:lnTo>
                  <a:lnTo>
                    <a:pt x="3125666" y="1933105"/>
                  </a:lnTo>
                  <a:lnTo>
                    <a:pt x="3125666" y="1932481"/>
                  </a:lnTo>
                  <a:lnTo>
                    <a:pt x="3125774" y="1932481"/>
                  </a:lnTo>
                  <a:lnTo>
                    <a:pt x="3125883" y="1932481"/>
                  </a:lnTo>
                  <a:lnTo>
                    <a:pt x="3125991" y="1932481"/>
                  </a:lnTo>
                  <a:lnTo>
                    <a:pt x="3126100" y="1932481"/>
                  </a:lnTo>
                  <a:lnTo>
                    <a:pt x="3126208" y="1932481"/>
                  </a:lnTo>
                  <a:lnTo>
                    <a:pt x="3126317" y="1932481"/>
                  </a:lnTo>
                  <a:lnTo>
                    <a:pt x="3126317" y="1931858"/>
                  </a:lnTo>
                  <a:lnTo>
                    <a:pt x="3126425" y="1931858"/>
                  </a:lnTo>
                  <a:lnTo>
                    <a:pt x="3126534" y="1931858"/>
                  </a:lnTo>
                  <a:lnTo>
                    <a:pt x="3126642" y="1931858"/>
                  </a:lnTo>
                  <a:lnTo>
                    <a:pt x="3126642" y="1931234"/>
                  </a:lnTo>
                  <a:lnTo>
                    <a:pt x="3126750" y="1931234"/>
                  </a:lnTo>
                  <a:lnTo>
                    <a:pt x="3126859" y="1931234"/>
                  </a:lnTo>
                  <a:lnTo>
                    <a:pt x="3126967" y="1931234"/>
                  </a:lnTo>
                  <a:lnTo>
                    <a:pt x="3127076" y="1931234"/>
                  </a:lnTo>
                  <a:lnTo>
                    <a:pt x="3127184" y="1931234"/>
                  </a:lnTo>
                  <a:lnTo>
                    <a:pt x="3127293" y="1931234"/>
                  </a:lnTo>
                  <a:lnTo>
                    <a:pt x="3127401" y="1931234"/>
                  </a:lnTo>
                  <a:lnTo>
                    <a:pt x="3127510" y="1931234"/>
                  </a:lnTo>
                  <a:lnTo>
                    <a:pt x="3127618" y="1931234"/>
                  </a:lnTo>
                  <a:lnTo>
                    <a:pt x="3127726" y="1931234"/>
                  </a:lnTo>
                  <a:lnTo>
                    <a:pt x="3127835" y="1931234"/>
                  </a:lnTo>
                  <a:lnTo>
                    <a:pt x="3127943" y="1931234"/>
                  </a:lnTo>
                  <a:lnTo>
                    <a:pt x="3128052" y="1931234"/>
                  </a:lnTo>
                  <a:lnTo>
                    <a:pt x="3128160" y="1931234"/>
                  </a:lnTo>
                  <a:lnTo>
                    <a:pt x="3128269" y="1931234"/>
                  </a:lnTo>
                  <a:lnTo>
                    <a:pt x="3128377" y="1931234"/>
                  </a:lnTo>
                  <a:lnTo>
                    <a:pt x="3128486" y="1931234"/>
                  </a:lnTo>
                  <a:lnTo>
                    <a:pt x="3128594" y="1931234"/>
                  </a:lnTo>
                  <a:lnTo>
                    <a:pt x="3128702" y="1931234"/>
                  </a:lnTo>
                  <a:lnTo>
                    <a:pt x="3128811" y="1931234"/>
                  </a:lnTo>
                  <a:lnTo>
                    <a:pt x="3128919" y="1931234"/>
                  </a:lnTo>
                  <a:lnTo>
                    <a:pt x="3129028" y="1931234"/>
                  </a:lnTo>
                  <a:lnTo>
                    <a:pt x="3129136" y="1931234"/>
                  </a:lnTo>
                  <a:lnTo>
                    <a:pt x="3129245" y="1931234"/>
                  </a:lnTo>
                  <a:lnTo>
                    <a:pt x="3129353" y="1931234"/>
                  </a:lnTo>
                  <a:lnTo>
                    <a:pt x="3129462" y="1931234"/>
                  </a:lnTo>
                  <a:lnTo>
                    <a:pt x="3129570" y="1931234"/>
                  </a:lnTo>
                  <a:lnTo>
                    <a:pt x="3129679" y="1931234"/>
                  </a:lnTo>
                  <a:lnTo>
                    <a:pt x="3129787" y="1931234"/>
                  </a:lnTo>
                  <a:lnTo>
                    <a:pt x="3129895" y="1931234"/>
                  </a:lnTo>
                  <a:lnTo>
                    <a:pt x="3130004" y="1931234"/>
                  </a:lnTo>
                  <a:lnTo>
                    <a:pt x="3130112" y="1931234"/>
                  </a:lnTo>
                  <a:lnTo>
                    <a:pt x="3130221" y="1931234"/>
                  </a:lnTo>
                  <a:lnTo>
                    <a:pt x="3130329" y="1931234"/>
                  </a:lnTo>
                  <a:lnTo>
                    <a:pt x="3130329" y="1930610"/>
                  </a:lnTo>
                  <a:lnTo>
                    <a:pt x="3130438" y="1930610"/>
                  </a:lnTo>
                  <a:lnTo>
                    <a:pt x="3130546" y="1930610"/>
                  </a:lnTo>
                  <a:lnTo>
                    <a:pt x="3130655" y="1930610"/>
                  </a:lnTo>
                  <a:lnTo>
                    <a:pt x="3130763" y="1930610"/>
                  </a:lnTo>
                  <a:lnTo>
                    <a:pt x="3130871" y="1930610"/>
                  </a:lnTo>
                  <a:lnTo>
                    <a:pt x="3130980" y="1930610"/>
                  </a:lnTo>
                  <a:lnTo>
                    <a:pt x="3131088" y="1930610"/>
                  </a:lnTo>
                  <a:lnTo>
                    <a:pt x="3131088" y="1929987"/>
                  </a:lnTo>
                  <a:lnTo>
                    <a:pt x="3131197" y="1929987"/>
                  </a:lnTo>
                  <a:lnTo>
                    <a:pt x="3131305" y="1929987"/>
                  </a:lnTo>
                  <a:lnTo>
                    <a:pt x="3131414" y="1929987"/>
                  </a:lnTo>
                  <a:lnTo>
                    <a:pt x="3131522" y="1929987"/>
                  </a:lnTo>
                  <a:lnTo>
                    <a:pt x="3131631" y="1929987"/>
                  </a:lnTo>
                  <a:lnTo>
                    <a:pt x="3131739" y="1929987"/>
                  </a:lnTo>
                  <a:lnTo>
                    <a:pt x="3131847" y="1929987"/>
                  </a:lnTo>
                  <a:lnTo>
                    <a:pt x="3131956" y="1929987"/>
                  </a:lnTo>
                  <a:lnTo>
                    <a:pt x="3131956" y="1929363"/>
                  </a:lnTo>
                  <a:lnTo>
                    <a:pt x="3132064" y="1929363"/>
                  </a:lnTo>
                  <a:lnTo>
                    <a:pt x="3132173" y="1929363"/>
                  </a:lnTo>
                  <a:lnTo>
                    <a:pt x="3132281" y="1929363"/>
                  </a:lnTo>
                  <a:lnTo>
                    <a:pt x="3132281" y="1928740"/>
                  </a:lnTo>
                  <a:lnTo>
                    <a:pt x="3132281" y="1928116"/>
                  </a:lnTo>
                  <a:lnTo>
                    <a:pt x="3132390" y="1928116"/>
                  </a:lnTo>
                  <a:lnTo>
                    <a:pt x="3132390" y="1927492"/>
                  </a:lnTo>
                  <a:lnTo>
                    <a:pt x="3132498" y="1927492"/>
                  </a:lnTo>
                  <a:lnTo>
                    <a:pt x="3132498" y="1926869"/>
                  </a:lnTo>
                  <a:lnTo>
                    <a:pt x="3132498" y="1926245"/>
                  </a:lnTo>
                  <a:lnTo>
                    <a:pt x="3132607" y="1926245"/>
                  </a:lnTo>
                  <a:lnTo>
                    <a:pt x="3132715" y="1926245"/>
                  </a:lnTo>
                  <a:lnTo>
                    <a:pt x="3132715" y="1925622"/>
                  </a:lnTo>
                  <a:lnTo>
                    <a:pt x="3132823" y="1925622"/>
                  </a:lnTo>
                  <a:lnTo>
                    <a:pt x="3132932" y="1925622"/>
                  </a:lnTo>
                  <a:lnTo>
                    <a:pt x="3133040" y="1925622"/>
                  </a:lnTo>
                  <a:lnTo>
                    <a:pt x="3133149" y="1925622"/>
                  </a:lnTo>
                  <a:lnTo>
                    <a:pt x="3133257" y="1925622"/>
                  </a:lnTo>
                  <a:lnTo>
                    <a:pt x="3133366" y="1925622"/>
                  </a:lnTo>
                  <a:lnTo>
                    <a:pt x="3133474" y="1925622"/>
                  </a:lnTo>
                  <a:lnTo>
                    <a:pt x="3133474" y="1924998"/>
                  </a:lnTo>
                  <a:lnTo>
                    <a:pt x="3133583" y="1924998"/>
                  </a:lnTo>
                  <a:lnTo>
                    <a:pt x="3133583" y="1924375"/>
                  </a:lnTo>
                  <a:lnTo>
                    <a:pt x="3133691" y="1924375"/>
                  </a:lnTo>
                  <a:lnTo>
                    <a:pt x="3133800" y="1924375"/>
                  </a:lnTo>
                  <a:lnTo>
                    <a:pt x="3133908" y="1924375"/>
                  </a:lnTo>
                  <a:lnTo>
                    <a:pt x="3134016" y="1924375"/>
                  </a:lnTo>
                  <a:lnTo>
                    <a:pt x="3134125" y="1924375"/>
                  </a:lnTo>
                  <a:lnTo>
                    <a:pt x="3134233" y="1924375"/>
                  </a:lnTo>
                  <a:lnTo>
                    <a:pt x="3134233" y="1923751"/>
                  </a:lnTo>
                  <a:lnTo>
                    <a:pt x="3134342" y="1923751"/>
                  </a:lnTo>
                  <a:lnTo>
                    <a:pt x="3134342" y="1923127"/>
                  </a:lnTo>
                  <a:lnTo>
                    <a:pt x="3134450" y="1923127"/>
                  </a:lnTo>
                  <a:lnTo>
                    <a:pt x="3134559" y="1923127"/>
                  </a:lnTo>
                  <a:lnTo>
                    <a:pt x="3134667" y="1923127"/>
                  </a:lnTo>
                  <a:lnTo>
                    <a:pt x="3134776" y="1923127"/>
                  </a:lnTo>
                  <a:lnTo>
                    <a:pt x="3134776" y="1922504"/>
                  </a:lnTo>
                  <a:lnTo>
                    <a:pt x="3134884" y="1922504"/>
                  </a:lnTo>
                  <a:lnTo>
                    <a:pt x="3134884" y="1921880"/>
                  </a:lnTo>
                  <a:lnTo>
                    <a:pt x="3134992" y="1921880"/>
                  </a:lnTo>
                  <a:lnTo>
                    <a:pt x="3135101" y="1921880"/>
                  </a:lnTo>
                  <a:lnTo>
                    <a:pt x="3135209" y="1921880"/>
                  </a:lnTo>
                  <a:lnTo>
                    <a:pt x="3135318" y="1921880"/>
                  </a:lnTo>
                  <a:lnTo>
                    <a:pt x="3135426" y="1921880"/>
                  </a:lnTo>
                  <a:lnTo>
                    <a:pt x="3135535" y="1921880"/>
                  </a:lnTo>
                  <a:lnTo>
                    <a:pt x="3135643" y="1921880"/>
                  </a:lnTo>
                  <a:lnTo>
                    <a:pt x="3135752" y="1921880"/>
                  </a:lnTo>
                  <a:lnTo>
                    <a:pt x="3135860" y="1921880"/>
                  </a:lnTo>
                  <a:lnTo>
                    <a:pt x="3135968" y="1921880"/>
                  </a:lnTo>
                  <a:lnTo>
                    <a:pt x="3136077" y="1921880"/>
                  </a:lnTo>
                  <a:lnTo>
                    <a:pt x="3136185" y="1921880"/>
                  </a:lnTo>
                  <a:lnTo>
                    <a:pt x="3136294" y="1921880"/>
                  </a:lnTo>
                  <a:lnTo>
                    <a:pt x="3136402" y="1921880"/>
                  </a:lnTo>
                  <a:lnTo>
                    <a:pt x="3136511" y="1921880"/>
                  </a:lnTo>
                  <a:lnTo>
                    <a:pt x="3136511" y="1921257"/>
                  </a:lnTo>
                  <a:lnTo>
                    <a:pt x="3136619" y="1921257"/>
                  </a:lnTo>
                  <a:lnTo>
                    <a:pt x="3136728" y="1921257"/>
                  </a:lnTo>
                  <a:lnTo>
                    <a:pt x="3136836" y="1921257"/>
                  </a:lnTo>
                  <a:lnTo>
                    <a:pt x="3136944" y="1921257"/>
                  </a:lnTo>
                  <a:lnTo>
                    <a:pt x="3137053" y="1921257"/>
                  </a:lnTo>
                  <a:lnTo>
                    <a:pt x="3137161" y="1921257"/>
                  </a:lnTo>
                  <a:lnTo>
                    <a:pt x="3137270" y="1921257"/>
                  </a:lnTo>
                  <a:lnTo>
                    <a:pt x="3137378" y="1921257"/>
                  </a:lnTo>
                  <a:lnTo>
                    <a:pt x="3137487" y="1921257"/>
                  </a:lnTo>
                  <a:lnTo>
                    <a:pt x="3137595" y="1921257"/>
                  </a:lnTo>
                  <a:lnTo>
                    <a:pt x="3137704" y="1921257"/>
                  </a:lnTo>
                  <a:lnTo>
                    <a:pt x="3137812" y="1921257"/>
                  </a:lnTo>
                  <a:lnTo>
                    <a:pt x="3137812" y="1920633"/>
                  </a:lnTo>
                  <a:lnTo>
                    <a:pt x="3137921" y="1920633"/>
                  </a:lnTo>
                  <a:lnTo>
                    <a:pt x="3138029" y="1920633"/>
                  </a:lnTo>
                  <a:lnTo>
                    <a:pt x="3138137" y="1920633"/>
                  </a:lnTo>
                  <a:lnTo>
                    <a:pt x="3138246" y="1920633"/>
                  </a:lnTo>
                  <a:lnTo>
                    <a:pt x="3138354" y="1920633"/>
                  </a:lnTo>
                  <a:lnTo>
                    <a:pt x="3138463" y="1920633"/>
                  </a:lnTo>
                  <a:lnTo>
                    <a:pt x="3138571" y="1920633"/>
                  </a:lnTo>
                  <a:lnTo>
                    <a:pt x="3138680" y="1920633"/>
                  </a:lnTo>
                  <a:lnTo>
                    <a:pt x="3138788" y="1920633"/>
                  </a:lnTo>
                  <a:lnTo>
                    <a:pt x="3138897" y="1920633"/>
                  </a:lnTo>
                  <a:lnTo>
                    <a:pt x="3139005" y="1920633"/>
                  </a:lnTo>
                  <a:lnTo>
                    <a:pt x="3139113" y="1920633"/>
                  </a:lnTo>
                  <a:lnTo>
                    <a:pt x="3139222" y="1920633"/>
                  </a:lnTo>
                  <a:lnTo>
                    <a:pt x="3139330" y="1920633"/>
                  </a:lnTo>
                  <a:lnTo>
                    <a:pt x="3139439" y="1920633"/>
                  </a:lnTo>
                  <a:lnTo>
                    <a:pt x="3139547" y="1920633"/>
                  </a:lnTo>
                  <a:lnTo>
                    <a:pt x="3139656" y="1920633"/>
                  </a:lnTo>
                  <a:lnTo>
                    <a:pt x="3139764" y="1920633"/>
                  </a:lnTo>
                  <a:lnTo>
                    <a:pt x="3139873" y="1920633"/>
                  </a:lnTo>
                  <a:lnTo>
                    <a:pt x="3139981" y="1920633"/>
                  </a:lnTo>
                  <a:lnTo>
                    <a:pt x="3140089" y="1920633"/>
                  </a:lnTo>
                  <a:lnTo>
                    <a:pt x="3140198" y="1920633"/>
                  </a:lnTo>
                  <a:lnTo>
                    <a:pt x="3140306" y="1920633"/>
                  </a:lnTo>
                  <a:lnTo>
                    <a:pt x="3140415" y="1920633"/>
                  </a:lnTo>
                  <a:lnTo>
                    <a:pt x="3140523" y="1920633"/>
                  </a:lnTo>
                  <a:lnTo>
                    <a:pt x="3140632" y="1920633"/>
                  </a:lnTo>
                  <a:lnTo>
                    <a:pt x="3140632" y="1920009"/>
                  </a:lnTo>
                  <a:lnTo>
                    <a:pt x="3140740" y="1920009"/>
                  </a:lnTo>
                  <a:lnTo>
                    <a:pt x="3140740" y="1919386"/>
                  </a:lnTo>
                  <a:lnTo>
                    <a:pt x="3140849" y="1919386"/>
                  </a:lnTo>
                  <a:lnTo>
                    <a:pt x="3140849" y="1918762"/>
                  </a:lnTo>
                  <a:lnTo>
                    <a:pt x="3140957" y="1918762"/>
                  </a:lnTo>
                  <a:lnTo>
                    <a:pt x="3141065" y="1918762"/>
                  </a:lnTo>
                  <a:lnTo>
                    <a:pt x="3141174" y="1918762"/>
                  </a:lnTo>
                  <a:lnTo>
                    <a:pt x="3141174" y="1918139"/>
                  </a:lnTo>
                  <a:lnTo>
                    <a:pt x="3141282" y="1918139"/>
                  </a:lnTo>
                  <a:lnTo>
                    <a:pt x="3141391" y="1918139"/>
                  </a:lnTo>
                  <a:lnTo>
                    <a:pt x="3141499" y="1918139"/>
                  </a:lnTo>
                  <a:lnTo>
                    <a:pt x="3141608" y="1918139"/>
                  </a:lnTo>
                  <a:lnTo>
                    <a:pt x="3141716" y="1918139"/>
                  </a:lnTo>
                  <a:lnTo>
                    <a:pt x="3141825" y="1918139"/>
                  </a:lnTo>
                  <a:lnTo>
                    <a:pt x="3141933" y="1918139"/>
                  </a:lnTo>
                  <a:lnTo>
                    <a:pt x="3141933" y="1917515"/>
                  </a:lnTo>
                  <a:lnTo>
                    <a:pt x="3142042" y="1917515"/>
                  </a:lnTo>
                  <a:lnTo>
                    <a:pt x="3142042" y="1916892"/>
                  </a:lnTo>
                  <a:lnTo>
                    <a:pt x="3142150" y="1916892"/>
                  </a:lnTo>
                  <a:lnTo>
                    <a:pt x="3142258" y="1916892"/>
                  </a:lnTo>
                  <a:lnTo>
                    <a:pt x="3142367" y="1916892"/>
                  </a:lnTo>
                  <a:lnTo>
                    <a:pt x="3142475" y="1916892"/>
                  </a:lnTo>
                  <a:lnTo>
                    <a:pt x="3142584" y="1916892"/>
                  </a:lnTo>
                  <a:lnTo>
                    <a:pt x="3142692" y="1916892"/>
                  </a:lnTo>
                  <a:lnTo>
                    <a:pt x="3142801" y="1916892"/>
                  </a:lnTo>
                  <a:lnTo>
                    <a:pt x="3142909" y="1916892"/>
                  </a:lnTo>
                  <a:lnTo>
                    <a:pt x="3143018" y="1916892"/>
                  </a:lnTo>
                  <a:lnTo>
                    <a:pt x="3143126" y="1916892"/>
                  </a:lnTo>
                  <a:lnTo>
                    <a:pt x="3143234" y="1916892"/>
                  </a:lnTo>
                  <a:lnTo>
                    <a:pt x="3143343" y="1916892"/>
                  </a:lnTo>
                  <a:lnTo>
                    <a:pt x="3143451" y="1916892"/>
                  </a:lnTo>
                  <a:lnTo>
                    <a:pt x="3143451" y="1916268"/>
                  </a:lnTo>
                  <a:lnTo>
                    <a:pt x="3143560" y="1916268"/>
                  </a:lnTo>
                  <a:lnTo>
                    <a:pt x="3143668" y="1916268"/>
                  </a:lnTo>
                  <a:lnTo>
                    <a:pt x="3143668" y="1915644"/>
                  </a:lnTo>
                  <a:lnTo>
                    <a:pt x="3143777" y="1915644"/>
                  </a:lnTo>
                  <a:lnTo>
                    <a:pt x="3143885" y="1915644"/>
                  </a:lnTo>
                  <a:lnTo>
                    <a:pt x="3143994" y="1915644"/>
                  </a:lnTo>
                  <a:lnTo>
                    <a:pt x="3144102" y="1915644"/>
                  </a:lnTo>
                  <a:lnTo>
                    <a:pt x="3144210" y="1915644"/>
                  </a:lnTo>
                  <a:lnTo>
                    <a:pt x="3144319" y="1915644"/>
                  </a:lnTo>
                  <a:lnTo>
                    <a:pt x="3144427" y="1915644"/>
                  </a:lnTo>
                  <a:lnTo>
                    <a:pt x="3144427" y="1915021"/>
                  </a:lnTo>
                  <a:lnTo>
                    <a:pt x="3144536" y="1915021"/>
                  </a:lnTo>
                  <a:lnTo>
                    <a:pt x="3144644" y="1915021"/>
                  </a:lnTo>
                  <a:lnTo>
                    <a:pt x="3144644" y="1914397"/>
                  </a:lnTo>
                  <a:lnTo>
                    <a:pt x="3144644" y="1913774"/>
                  </a:lnTo>
                  <a:lnTo>
                    <a:pt x="3144644" y="1913150"/>
                  </a:lnTo>
                  <a:lnTo>
                    <a:pt x="3144753" y="1913150"/>
                  </a:lnTo>
                  <a:lnTo>
                    <a:pt x="3144861" y="1913150"/>
                  </a:lnTo>
                  <a:lnTo>
                    <a:pt x="3144970" y="1913150"/>
                  </a:lnTo>
                  <a:lnTo>
                    <a:pt x="3145078" y="1913150"/>
                  </a:lnTo>
                  <a:lnTo>
                    <a:pt x="3145186" y="1913150"/>
                  </a:lnTo>
                  <a:lnTo>
                    <a:pt x="3145295" y="1913150"/>
                  </a:lnTo>
                  <a:lnTo>
                    <a:pt x="3145403" y="1913150"/>
                  </a:lnTo>
                  <a:lnTo>
                    <a:pt x="3145512" y="1913150"/>
                  </a:lnTo>
                  <a:lnTo>
                    <a:pt x="3145620" y="1913150"/>
                  </a:lnTo>
                  <a:lnTo>
                    <a:pt x="3145729" y="1913150"/>
                  </a:lnTo>
                  <a:lnTo>
                    <a:pt x="3145837" y="1913150"/>
                  </a:lnTo>
                  <a:lnTo>
                    <a:pt x="3145946" y="1913150"/>
                  </a:lnTo>
                  <a:lnTo>
                    <a:pt x="3146054" y="1913150"/>
                  </a:lnTo>
                  <a:lnTo>
                    <a:pt x="3146162" y="1913150"/>
                  </a:lnTo>
                  <a:lnTo>
                    <a:pt x="3146162" y="1912526"/>
                  </a:lnTo>
                  <a:lnTo>
                    <a:pt x="3146162" y="1911903"/>
                  </a:lnTo>
                  <a:lnTo>
                    <a:pt x="3146271" y="1911903"/>
                  </a:lnTo>
                  <a:lnTo>
                    <a:pt x="3146379" y="1911903"/>
                  </a:lnTo>
                  <a:lnTo>
                    <a:pt x="3146488" y="1911903"/>
                  </a:lnTo>
                  <a:lnTo>
                    <a:pt x="3146596" y="1911903"/>
                  </a:lnTo>
                  <a:lnTo>
                    <a:pt x="3146705" y="1911903"/>
                  </a:lnTo>
                  <a:lnTo>
                    <a:pt x="3146813" y="1911903"/>
                  </a:lnTo>
                  <a:lnTo>
                    <a:pt x="3146922" y="1911903"/>
                  </a:lnTo>
                  <a:lnTo>
                    <a:pt x="3147030" y="1911903"/>
                  </a:lnTo>
                  <a:lnTo>
                    <a:pt x="3147030" y="1911279"/>
                  </a:lnTo>
                  <a:lnTo>
                    <a:pt x="3147139" y="1911279"/>
                  </a:lnTo>
                  <a:lnTo>
                    <a:pt x="3147247" y="1911279"/>
                  </a:lnTo>
                  <a:lnTo>
                    <a:pt x="3147355" y="1911279"/>
                  </a:lnTo>
                  <a:lnTo>
                    <a:pt x="3147464" y="1911279"/>
                  </a:lnTo>
                  <a:lnTo>
                    <a:pt x="3147572" y="1911279"/>
                  </a:lnTo>
                  <a:lnTo>
                    <a:pt x="3147681" y="1911279"/>
                  </a:lnTo>
                  <a:lnTo>
                    <a:pt x="3147789" y="1911279"/>
                  </a:lnTo>
                  <a:lnTo>
                    <a:pt x="3147898" y="1911279"/>
                  </a:lnTo>
                  <a:lnTo>
                    <a:pt x="3148006" y="1911279"/>
                  </a:lnTo>
                  <a:lnTo>
                    <a:pt x="3148006" y="1910656"/>
                  </a:lnTo>
                  <a:lnTo>
                    <a:pt x="3148115" y="1910656"/>
                  </a:lnTo>
                  <a:lnTo>
                    <a:pt x="3148223" y="1910656"/>
                  </a:lnTo>
                  <a:lnTo>
                    <a:pt x="3148331" y="1910656"/>
                  </a:lnTo>
                  <a:lnTo>
                    <a:pt x="3148440" y="1910656"/>
                  </a:lnTo>
                  <a:lnTo>
                    <a:pt x="3148548" y="1910656"/>
                  </a:lnTo>
                  <a:lnTo>
                    <a:pt x="3148657" y="1910656"/>
                  </a:lnTo>
                  <a:lnTo>
                    <a:pt x="3148765" y="1910656"/>
                  </a:lnTo>
                  <a:lnTo>
                    <a:pt x="3148874" y="1910656"/>
                  </a:lnTo>
                  <a:lnTo>
                    <a:pt x="3148874" y="1910032"/>
                  </a:lnTo>
                  <a:lnTo>
                    <a:pt x="3148982" y="1910032"/>
                  </a:lnTo>
                  <a:lnTo>
                    <a:pt x="3149091" y="1910032"/>
                  </a:lnTo>
                  <a:lnTo>
                    <a:pt x="3149199" y="1910032"/>
                  </a:lnTo>
                  <a:lnTo>
                    <a:pt x="3149307" y="1910032"/>
                  </a:lnTo>
                  <a:lnTo>
                    <a:pt x="3149416" y="1910032"/>
                  </a:lnTo>
                  <a:lnTo>
                    <a:pt x="3149416" y="1909409"/>
                  </a:lnTo>
                  <a:lnTo>
                    <a:pt x="3149524" y="1909409"/>
                  </a:lnTo>
                  <a:lnTo>
                    <a:pt x="3149633" y="1909409"/>
                  </a:lnTo>
                  <a:lnTo>
                    <a:pt x="3149741" y="1909409"/>
                  </a:lnTo>
                  <a:lnTo>
                    <a:pt x="3149850" y="1909409"/>
                  </a:lnTo>
                  <a:lnTo>
                    <a:pt x="3149850" y="1908785"/>
                  </a:lnTo>
                  <a:lnTo>
                    <a:pt x="3149958" y="1908785"/>
                  </a:lnTo>
                  <a:lnTo>
                    <a:pt x="3150067" y="1908785"/>
                  </a:lnTo>
                  <a:lnTo>
                    <a:pt x="3150175" y="1908785"/>
                  </a:lnTo>
                  <a:lnTo>
                    <a:pt x="3150283" y="1908785"/>
                  </a:lnTo>
                  <a:lnTo>
                    <a:pt x="3150392" y="1908785"/>
                  </a:lnTo>
                  <a:lnTo>
                    <a:pt x="3150500" y="1908785"/>
                  </a:lnTo>
                  <a:lnTo>
                    <a:pt x="3150500" y="1908161"/>
                  </a:lnTo>
                  <a:lnTo>
                    <a:pt x="3150609" y="1908161"/>
                  </a:lnTo>
                  <a:lnTo>
                    <a:pt x="3150717" y="1908161"/>
                  </a:lnTo>
                  <a:lnTo>
                    <a:pt x="3150826" y="1908161"/>
                  </a:lnTo>
                  <a:lnTo>
                    <a:pt x="3150934" y="1908161"/>
                  </a:lnTo>
                  <a:lnTo>
                    <a:pt x="3151043" y="1908161"/>
                  </a:lnTo>
                  <a:lnTo>
                    <a:pt x="3151151" y="1908161"/>
                  </a:lnTo>
                  <a:lnTo>
                    <a:pt x="3151260" y="1908161"/>
                  </a:lnTo>
                  <a:lnTo>
                    <a:pt x="3151368" y="1908161"/>
                  </a:lnTo>
                  <a:lnTo>
                    <a:pt x="3151476" y="1908161"/>
                  </a:lnTo>
                  <a:lnTo>
                    <a:pt x="3151585" y="1908161"/>
                  </a:lnTo>
                  <a:lnTo>
                    <a:pt x="3151693" y="1908161"/>
                  </a:lnTo>
                  <a:lnTo>
                    <a:pt x="3151802" y="1908161"/>
                  </a:lnTo>
                  <a:lnTo>
                    <a:pt x="3151910" y="1908161"/>
                  </a:lnTo>
                  <a:lnTo>
                    <a:pt x="3152019" y="1908161"/>
                  </a:lnTo>
                  <a:lnTo>
                    <a:pt x="3152127" y="1908161"/>
                  </a:lnTo>
                  <a:lnTo>
                    <a:pt x="3152236" y="1908161"/>
                  </a:lnTo>
                  <a:lnTo>
                    <a:pt x="3152344" y="1908161"/>
                  </a:lnTo>
                  <a:lnTo>
                    <a:pt x="3152344" y="1907538"/>
                  </a:lnTo>
                  <a:lnTo>
                    <a:pt x="3152452" y="1907538"/>
                  </a:lnTo>
                  <a:lnTo>
                    <a:pt x="3152561" y="1907538"/>
                  </a:lnTo>
                  <a:lnTo>
                    <a:pt x="3152669" y="1907538"/>
                  </a:lnTo>
                  <a:lnTo>
                    <a:pt x="3152778" y="1907538"/>
                  </a:lnTo>
                  <a:lnTo>
                    <a:pt x="3152886" y="1907538"/>
                  </a:lnTo>
                  <a:lnTo>
                    <a:pt x="3152995" y="1907538"/>
                  </a:lnTo>
                  <a:lnTo>
                    <a:pt x="3153103" y="1907538"/>
                  </a:lnTo>
                  <a:lnTo>
                    <a:pt x="3153212" y="1907538"/>
                  </a:lnTo>
                  <a:lnTo>
                    <a:pt x="3153320" y="1907538"/>
                  </a:lnTo>
                  <a:lnTo>
                    <a:pt x="3153428" y="1907538"/>
                  </a:lnTo>
                  <a:lnTo>
                    <a:pt x="3153537" y="1907538"/>
                  </a:lnTo>
                  <a:lnTo>
                    <a:pt x="3153645" y="1907538"/>
                  </a:lnTo>
                  <a:lnTo>
                    <a:pt x="3153754" y="1907538"/>
                  </a:lnTo>
                  <a:lnTo>
                    <a:pt x="3153862" y="1907538"/>
                  </a:lnTo>
                  <a:lnTo>
                    <a:pt x="3153971" y="1907538"/>
                  </a:lnTo>
                  <a:lnTo>
                    <a:pt x="3154079" y="1907538"/>
                  </a:lnTo>
                  <a:lnTo>
                    <a:pt x="3154188" y="1907538"/>
                  </a:lnTo>
                  <a:lnTo>
                    <a:pt x="3154296" y="1907538"/>
                  </a:lnTo>
                  <a:lnTo>
                    <a:pt x="3154404" y="1907538"/>
                  </a:lnTo>
                  <a:lnTo>
                    <a:pt x="3154513" y="1907538"/>
                  </a:lnTo>
                  <a:lnTo>
                    <a:pt x="3154621" y="1907538"/>
                  </a:lnTo>
                  <a:lnTo>
                    <a:pt x="3154730" y="1907538"/>
                  </a:lnTo>
                  <a:lnTo>
                    <a:pt x="3154730" y="1906914"/>
                  </a:lnTo>
                  <a:lnTo>
                    <a:pt x="3154838" y="1906914"/>
                  </a:lnTo>
                  <a:lnTo>
                    <a:pt x="3154947" y="1906914"/>
                  </a:lnTo>
                  <a:lnTo>
                    <a:pt x="3154947" y="1906291"/>
                  </a:lnTo>
                  <a:lnTo>
                    <a:pt x="3155055" y="1906291"/>
                  </a:lnTo>
                  <a:lnTo>
                    <a:pt x="3155164" y="1906291"/>
                  </a:lnTo>
                  <a:lnTo>
                    <a:pt x="3155272" y="1906291"/>
                  </a:lnTo>
                  <a:lnTo>
                    <a:pt x="3155381" y="1906291"/>
                  </a:lnTo>
                  <a:lnTo>
                    <a:pt x="3155489" y="1906291"/>
                  </a:lnTo>
                  <a:lnTo>
                    <a:pt x="3155597" y="1906291"/>
                  </a:lnTo>
                  <a:lnTo>
                    <a:pt x="3155706" y="1906291"/>
                  </a:lnTo>
                  <a:lnTo>
                    <a:pt x="3155814" y="1906291"/>
                  </a:lnTo>
                  <a:lnTo>
                    <a:pt x="3155923" y="1906291"/>
                  </a:lnTo>
                  <a:lnTo>
                    <a:pt x="3156031" y="1906291"/>
                  </a:lnTo>
                  <a:lnTo>
                    <a:pt x="3156140" y="1906291"/>
                  </a:lnTo>
                  <a:lnTo>
                    <a:pt x="3156248" y="1906291"/>
                  </a:lnTo>
                  <a:lnTo>
                    <a:pt x="3156357" y="1906291"/>
                  </a:lnTo>
                  <a:lnTo>
                    <a:pt x="3156465" y="1906291"/>
                  </a:lnTo>
                  <a:lnTo>
                    <a:pt x="3156573" y="1906291"/>
                  </a:lnTo>
                  <a:lnTo>
                    <a:pt x="3156682" y="1906291"/>
                  </a:lnTo>
                  <a:lnTo>
                    <a:pt x="3156790" y="1906291"/>
                  </a:lnTo>
                  <a:lnTo>
                    <a:pt x="3156899" y="1906291"/>
                  </a:lnTo>
                  <a:lnTo>
                    <a:pt x="3157007" y="1906291"/>
                  </a:lnTo>
                  <a:lnTo>
                    <a:pt x="3157116" y="1906291"/>
                  </a:lnTo>
                  <a:lnTo>
                    <a:pt x="3157224" y="1906291"/>
                  </a:lnTo>
                  <a:lnTo>
                    <a:pt x="3157333" y="1906291"/>
                  </a:lnTo>
                  <a:lnTo>
                    <a:pt x="3157441" y="1906291"/>
                  </a:lnTo>
                  <a:lnTo>
                    <a:pt x="3157549" y="1906291"/>
                  </a:lnTo>
                  <a:lnTo>
                    <a:pt x="3157658" y="1906291"/>
                  </a:lnTo>
                  <a:lnTo>
                    <a:pt x="3157766" y="1906291"/>
                  </a:lnTo>
                  <a:lnTo>
                    <a:pt x="3157766" y="1905667"/>
                  </a:lnTo>
                  <a:lnTo>
                    <a:pt x="3157875" y="1905667"/>
                  </a:lnTo>
                  <a:lnTo>
                    <a:pt x="3157983" y="1905667"/>
                  </a:lnTo>
                  <a:lnTo>
                    <a:pt x="3158092" y="1905667"/>
                  </a:lnTo>
                  <a:lnTo>
                    <a:pt x="3158200" y="1905667"/>
                  </a:lnTo>
                  <a:lnTo>
                    <a:pt x="3158309" y="1905667"/>
                  </a:lnTo>
                  <a:lnTo>
                    <a:pt x="3158309" y="1905043"/>
                  </a:lnTo>
                  <a:lnTo>
                    <a:pt x="3158417" y="1905043"/>
                  </a:lnTo>
                  <a:lnTo>
                    <a:pt x="3158525" y="1905043"/>
                  </a:lnTo>
                  <a:lnTo>
                    <a:pt x="3158525" y="1904420"/>
                  </a:lnTo>
                  <a:lnTo>
                    <a:pt x="3158634" y="1904420"/>
                  </a:lnTo>
                  <a:lnTo>
                    <a:pt x="3158742" y="1904420"/>
                  </a:lnTo>
                  <a:lnTo>
                    <a:pt x="3158851" y="1904420"/>
                  </a:lnTo>
                  <a:lnTo>
                    <a:pt x="3158959" y="1904420"/>
                  </a:lnTo>
                  <a:lnTo>
                    <a:pt x="3159068" y="1904420"/>
                  </a:lnTo>
                  <a:lnTo>
                    <a:pt x="3159176" y="1904420"/>
                  </a:lnTo>
                  <a:lnTo>
                    <a:pt x="3159176" y="1903796"/>
                  </a:lnTo>
                  <a:lnTo>
                    <a:pt x="3159285" y="1903796"/>
                  </a:lnTo>
                  <a:lnTo>
                    <a:pt x="3159393" y="1903796"/>
                  </a:lnTo>
                  <a:lnTo>
                    <a:pt x="3159502" y="1903796"/>
                  </a:lnTo>
                  <a:lnTo>
                    <a:pt x="3159610" y="1903796"/>
                  </a:lnTo>
                  <a:lnTo>
                    <a:pt x="3159718" y="1903796"/>
                  </a:lnTo>
                  <a:lnTo>
                    <a:pt x="3159827" y="1903796"/>
                  </a:lnTo>
                  <a:lnTo>
                    <a:pt x="3159935" y="1903796"/>
                  </a:lnTo>
                  <a:lnTo>
                    <a:pt x="3159935" y="1903173"/>
                  </a:lnTo>
                  <a:lnTo>
                    <a:pt x="3160044" y="1903173"/>
                  </a:lnTo>
                  <a:lnTo>
                    <a:pt x="3160044" y="1902549"/>
                  </a:lnTo>
                  <a:lnTo>
                    <a:pt x="3160044" y="1901926"/>
                  </a:lnTo>
                  <a:lnTo>
                    <a:pt x="3160152" y="1901926"/>
                  </a:lnTo>
                  <a:lnTo>
                    <a:pt x="3160261" y="1901926"/>
                  </a:lnTo>
                  <a:lnTo>
                    <a:pt x="3160369" y="1901926"/>
                  </a:lnTo>
                  <a:lnTo>
                    <a:pt x="3160478" y="1901926"/>
                  </a:lnTo>
                  <a:lnTo>
                    <a:pt x="3160586" y="1901926"/>
                  </a:lnTo>
                  <a:lnTo>
                    <a:pt x="3160694" y="1901926"/>
                  </a:lnTo>
                  <a:lnTo>
                    <a:pt x="3160694" y="1901302"/>
                  </a:lnTo>
                  <a:lnTo>
                    <a:pt x="3160803" y="1901302"/>
                  </a:lnTo>
                  <a:lnTo>
                    <a:pt x="3160911" y="1901302"/>
                  </a:lnTo>
                  <a:lnTo>
                    <a:pt x="3161020" y="1901302"/>
                  </a:lnTo>
                  <a:lnTo>
                    <a:pt x="3161128" y="1901302"/>
                  </a:lnTo>
                  <a:lnTo>
                    <a:pt x="3161237" y="1901302"/>
                  </a:lnTo>
                  <a:lnTo>
                    <a:pt x="3161345" y="1901302"/>
                  </a:lnTo>
                  <a:lnTo>
                    <a:pt x="3161454" y="1901302"/>
                  </a:lnTo>
                  <a:lnTo>
                    <a:pt x="3161562" y="1901302"/>
                  </a:lnTo>
                  <a:lnTo>
                    <a:pt x="3161670" y="1901302"/>
                  </a:lnTo>
                  <a:lnTo>
                    <a:pt x="3161779" y="1901302"/>
                  </a:lnTo>
                  <a:lnTo>
                    <a:pt x="3161887" y="1901302"/>
                  </a:lnTo>
                  <a:lnTo>
                    <a:pt x="3161996" y="1901302"/>
                  </a:lnTo>
                  <a:lnTo>
                    <a:pt x="3161996" y="1900678"/>
                  </a:lnTo>
                  <a:lnTo>
                    <a:pt x="3162104" y="1900678"/>
                  </a:lnTo>
                  <a:lnTo>
                    <a:pt x="3162213" y="1900678"/>
                  </a:lnTo>
                  <a:lnTo>
                    <a:pt x="3162321" y="1900678"/>
                  </a:lnTo>
                  <a:lnTo>
                    <a:pt x="3162430" y="1900678"/>
                  </a:lnTo>
                  <a:lnTo>
                    <a:pt x="3162538" y="1900678"/>
                  </a:lnTo>
                  <a:lnTo>
                    <a:pt x="3162646" y="1900678"/>
                  </a:lnTo>
                  <a:lnTo>
                    <a:pt x="3162755" y="1900678"/>
                  </a:lnTo>
                  <a:lnTo>
                    <a:pt x="3162863" y="1900678"/>
                  </a:lnTo>
                  <a:lnTo>
                    <a:pt x="3162972" y="1900678"/>
                  </a:lnTo>
                  <a:lnTo>
                    <a:pt x="3162972" y="1900055"/>
                  </a:lnTo>
                  <a:lnTo>
                    <a:pt x="3163080" y="1900055"/>
                  </a:lnTo>
                  <a:lnTo>
                    <a:pt x="3163189" y="1900055"/>
                  </a:lnTo>
                  <a:lnTo>
                    <a:pt x="3163189" y="1899431"/>
                  </a:lnTo>
                  <a:lnTo>
                    <a:pt x="3163297" y="1899431"/>
                  </a:lnTo>
                  <a:lnTo>
                    <a:pt x="3163406" y="1899431"/>
                  </a:lnTo>
                  <a:lnTo>
                    <a:pt x="3163406" y="1898808"/>
                  </a:lnTo>
                  <a:lnTo>
                    <a:pt x="3163514" y="1898808"/>
                  </a:lnTo>
                  <a:lnTo>
                    <a:pt x="3163623" y="1898808"/>
                  </a:lnTo>
                  <a:lnTo>
                    <a:pt x="3163731" y="1898808"/>
                  </a:lnTo>
                  <a:lnTo>
                    <a:pt x="3163731" y="1898184"/>
                  </a:lnTo>
                  <a:lnTo>
                    <a:pt x="3163731" y="1897560"/>
                  </a:lnTo>
                  <a:lnTo>
                    <a:pt x="3163839" y="1897560"/>
                  </a:lnTo>
                  <a:lnTo>
                    <a:pt x="3163839" y="1896937"/>
                  </a:lnTo>
                  <a:lnTo>
                    <a:pt x="3163839" y="1896313"/>
                  </a:lnTo>
                  <a:lnTo>
                    <a:pt x="3163948" y="1896313"/>
                  </a:lnTo>
                  <a:lnTo>
                    <a:pt x="3164056" y="1896313"/>
                  </a:lnTo>
                  <a:lnTo>
                    <a:pt x="3164165" y="1896313"/>
                  </a:lnTo>
                  <a:lnTo>
                    <a:pt x="3164273" y="1896313"/>
                  </a:lnTo>
                  <a:lnTo>
                    <a:pt x="3164273" y="1895690"/>
                  </a:lnTo>
                  <a:lnTo>
                    <a:pt x="3164382" y="1895690"/>
                  </a:lnTo>
                  <a:lnTo>
                    <a:pt x="3164490" y="1895690"/>
                  </a:lnTo>
                  <a:lnTo>
                    <a:pt x="3164599" y="1895690"/>
                  </a:lnTo>
                  <a:lnTo>
                    <a:pt x="3164707" y="1895690"/>
                  </a:lnTo>
                  <a:lnTo>
                    <a:pt x="3164815" y="1895690"/>
                  </a:lnTo>
                  <a:lnTo>
                    <a:pt x="3164924" y="1895690"/>
                  </a:lnTo>
                  <a:lnTo>
                    <a:pt x="3165032" y="1895690"/>
                  </a:lnTo>
                  <a:lnTo>
                    <a:pt x="3165141" y="1895690"/>
                  </a:lnTo>
                  <a:lnTo>
                    <a:pt x="3165249" y="1895690"/>
                  </a:lnTo>
                  <a:lnTo>
                    <a:pt x="3165358" y="1895690"/>
                  </a:lnTo>
                  <a:lnTo>
                    <a:pt x="3165466" y="1895690"/>
                  </a:lnTo>
                  <a:lnTo>
                    <a:pt x="3165575" y="1895690"/>
                  </a:lnTo>
                  <a:lnTo>
                    <a:pt x="3165683" y="1895690"/>
                  </a:lnTo>
                  <a:lnTo>
                    <a:pt x="3165791" y="1895690"/>
                  </a:lnTo>
                  <a:lnTo>
                    <a:pt x="3165900" y="1895690"/>
                  </a:lnTo>
                  <a:lnTo>
                    <a:pt x="3166008" y="1895690"/>
                  </a:lnTo>
                  <a:lnTo>
                    <a:pt x="3166117" y="1895690"/>
                  </a:lnTo>
                  <a:lnTo>
                    <a:pt x="3166225" y="1895690"/>
                  </a:lnTo>
                  <a:lnTo>
                    <a:pt x="3166334" y="1895690"/>
                  </a:lnTo>
                  <a:lnTo>
                    <a:pt x="3166334" y="1895066"/>
                  </a:lnTo>
                  <a:lnTo>
                    <a:pt x="3166442" y="1895066"/>
                  </a:lnTo>
                  <a:lnTo>
                    <a:pt x="3166551" y="1895066"/>
                  </a:lnTo>
                  <a:lnTo>
                    <a:pt x="3166659" y="1895066"/>
                  </a:lnTo>
                  <a:lnTo>
                    <a:pt x="3166767" y="1895066"/>
                  </a:lnTo>
                  <a:lnTo>
                    <a:pt x="3166876" y="1895066"/>
                  </a:lnTo>
                  <a:lnTo>
                    <a:pt x="3166984" y="1895066"/>
                  </a:lnTo>
                  <a:lnTo>
                    <a:pt x="3167093" y="1895066"/>
                  </a:lnTo>
                  <a:lnTo>
                    <a:pt x="3167201" y="1895066"/>
                  </a:lnTo>
                  <a:lnTo>
                    <a:pt x="3167310" y="1895066"/>
                  </a:lnTo>
                  <a:lnTo>
                    <a:pt x="3167418" y="1895066"/>
                  </a:lnTo>
                  <a:lnTo>
                    <a:pt x="3167527" y="1895066"/>
                  </a:lnTo>
                  <a:lnTo>
                    <a:pt x="3167635" y="1895066"/>
                  </a:lnTo>
                  <a:lnTo>
                    <a:pt x="3167743" y="1895066"/>
                  </a:lnTo>
                  <a:lnTo>
                    <a:pt x="3167852" y="1895066"/>
                  </a:lnTo>
                  <a:lnTo>
                    <a:pt x="3167960" y="1895066"/>
                  </a:lnTo>
                  <a:lnTo>
                    <a:pt x="3168069" y="1895066"/>
                  </a:lnTo>
                  <a:lnTo>
                    <a:pt x="3168177" y="1895066"/>
                  </a:lnTo>
                  <a:lnTo>
                    <a:pt x="3168286" y="1895066"/>
                  </a:lnTo>
                  <a:lnTo>
                    <a:pt x="3168394" y="1895066"/>
                  </a:lnTo>
                  <a:lnTo>
                    <a:pt x="3168503" y="1895066"/>
                  </a:lnTo>
                  <a:lnTo>
                    <a:pt x="3168611" y="1895066"/>
                  </a:lnTo>
                  <a:lnTo>
                    <a:pt x="3168720" y="1895066"/>
                  </a:lnTo>
                  <a:lnTo>
                    <a:pt x="3168828" y="1895066"/>
                  </a:lnTo>
                  <a:lnTo>
                    <a:pt x="3168936" y="1895066"/>
                  </a:lnTo>
                  <a:lnTo>
                    <a:pt x="3169045" y="1895066"/>
                  </a:lnTo>
                  <a:lnTo>
                    <a:pt x="3169153" y="1895066"/>
                  </a:lnTo>
                  <a:lnTo>
                    <a:pt x="3169262" y="1895066"/>
                  </a:lnTo>
                  <a:lnTo>
                    <a:pt x="3169370" y="1895066"/>
                  </a:lnTo>
                  <a:lnTo>
                    <a:pt x="3169479" y="1895066"/>
                  </a:lnTo>
                  <a:lnTo>
                    <a:pt x="3169587" y="1895066"/>
                  </a:lnTo>
                  <a:lnTo>
                    <a:pt x="3169587" y="1894443"/>
                  </a:lnTo>
                  <a:lnTo>
                    <a:pt x="3169696" y="1894443"/>
                  </a:lnTo>
                  <a:lnTo>
                    <a:pt x="3169804" y="1894443"/>
                  </a:lnTo>
                  <a:lnTo>
                    <a:pt x="3169912" y="1894443"/>
                  </a:lnTo>
                  <a:lnTo>
                    <a:pt x="3170021" y="1894443"/>
                  </a:lnTo>
                  <a:lnTo>
                    <a:pt x="3170129" y="1894443"/>
                  </a:lnTo>
                  <a:lnTo>
                    <a:pt x="3170238" y="1894443"/>
                  </a:lnTo>
                  <a:lnTo>
                    <a:pt x="3170346" y="1894443"/>
                  </a:lnTo>
                  <a:lnTo>
                    <a:pt x="3170455" y="1894443"/>
                  </a:lnTo>
                  <a:lnTo>
                    <a:pt x="3170563" y="1894443"/>
                  </a:lnTo>
                  <a:lnTo>
                    <a:pt x="3170672" y="1894443"/>
                  </a:lnTo>
                  <a:lnTo>
                    <a:pt x="3170780" y="1894443"/>
                  </a:lnTo>
                  <a:lnTo>
                    <a:pt x="3170888" y="1894443"/>
                  </a:lnTo>
                  <a:lnTo>
                    <a:pt x="3170997" y="1894443"/>
                  </a:lnTo>
                  <a:lnTo>
                    <a:pt x="3171105" y="1894443"/>
                  </a:lnTo>
                  <a:lnTo>
                    <a:pt x="3171105" y="1893819"/>
                  </a:lnTo>
                  <a:lnTo>
                    <a:pt x="3171214" y="1893819"/>
                  </a:lnTo>
                  <a:lnTo>
                    <a:pt x="3171322" y="1893819"/>
                  </a:lnTo>
                  <a:lnTo>
                    <a:pt x="3171431" y="1893819"/>
                  </a:lnTo>
                  <a:lnTo>
                    <a:pt x="3171539" y="1893819"/>
                  </a:lnTo>
                  <a:lnTo>
                    <a:pt x="3171539" y="1893195"/>
                  </a:lnTo>
                  <a:lnTo>
                    <a:pt x="3171648" y="1893195"/>
                  </a:lnTo>
                  <a:lnTo>
                    <a:pt x="3171648" y="1892572"/>
                  </a:lnTo>
                  <a:lnTo>
                    <a:pt x="3171756" y="1892572"/>
                  </a:lnTo>
                  <a:lnTo>
                    <a:pt x="3171756" y="1891948"/>
                  </a:lnTo>
                  <a:lnTo>
                    <a:pt x="3171864" y="1891948"/>
                  </a:lnTo>
                  <a:lnTo>
                    <a:pt x="3171864" y="1891325"/>
                  </a:lnTo>
                  <a:lnTo>
                    <a:pt x="3171864" y="1890701"/>
                  </a:lnTo>
                  <a:lnTo>
                    <a:pt x="3171973" y="1890701"/>
                  </a:lnTo>
                  <a:lnTo>
                    <a:pt x="3172081" y="1890701"/>
                  </a:lnTo>
                  <a:lnTo>
                    <a:pt x="3172190" y="1890701"/>
                  </a:lnTo>
                  <a:lnTo>
                    <a:pt x="3172298" y="1890701"/>
                  </a:lnTo>
                  <a:lnTo>
                    <a:pt x="3172407" y="1890701"/>
                  </a:lnTo>
                  <a:lnTo>
                    <a:pt x="3172515" y="1890701"/>
                  </a:lnTo>
                  <a:lnTo>
                    <a:pt x="3172624" y="1890701"/>
                  </a:lnTo>
                  <a:lnTo>
                    <a:pt x="3172732" y="1890701"/>
                  </a:lnTo>
                  <a:lnTo>
                    <a:pt x="3172732" y="1890078"/>
                  </a:lnTo>
                  <a:lnTo>
                    <a:pt x="3172841" y="1890078"/>
                  </a:lnTo>
                  <a:lnTo>
                    <a:pt x="3172949" y="1890078"/>
                  </a:lnTo>
                  <a:lnTo>
                    <a:pt x="3173057" y="1890078"/>
                  </a:lnTo>
                  <a:lnTo>
                    <a:pt x="3173057" y="1889454"/>
                  </a:lnTo>
                  <a:lnTo>
                    <a:pt x="3173166" y="1889454"/>
                  </a:lnTo>
                  <a:lnTo>
                    <a:pt x="3173274" y="1889454"/>
                  </a:lnTo>
                  <a:lnTo>
                    <a:pt x="3173383" y="1889454"/>
                  </a:lnTo>
                  <a:lnTo>
                    <a:pt x="3173491" y="1889454"/>
                  </a:lnTo>
                  <a:lnTo>
                    <a:pt x="3173600" y="1889454"/>
                  </a:lnTo>
                  <a:lnTo>
                    <a:pt x="3173600" y="1888830"/>
                  </a:lnTo>
                  <a:lnTo>
                    <a:pt x="3173708" y="1888830"/>
                  </a:lnTo>
                  <a:lnTo>
                    <a:pt x="3173817" y="1888830"/>
                  </a:lnTo>
                  <a:lnTo>
                    <a:pt x="3173925" y="1888830"/>
                  </a:lnTo>
                  <a:lnTo>
                    <a:pt x="3174033" y="1888830"/>
                  </a:lnTo>
                  <a:lnTo>
                    <a:pt x="3174033" y="1888207"/>
                  </a:lnTo>
                  <a:lnTo>
                    <a:pt x="3174142" y="1888207"/>
                  </a:lnTo>
                  <a:lnTo>
                    <a:pt x="3174250" y="1888207"/>
                  </a:lnTo>
                  <a:lnTo>
                    <a:pt x="3174359" y="1888207"/>
                  </a:lnTo>
                  <a:lnTo>
                    <a:pt x="3174359" y="1887583"/>
                  </a:lnTo>
                  <a:lnTo>
                    <a:pt x="3174467" y="1887583"/>
                  </a:lnTo>
                  <a:lnTo>
                    <a:pt x="3174576" y="1887583"/>
                  </a:lnTo>
                  <a:lnTo>
                    <a:pt x="3174684" y="1887583"/>
                  </a:lnTo>
                  <a:lnTo>
                    <a:pt x="3174793" y="1887583"/>
                  </a:lnTo>
                  <a:lnTo>
                    <a:pt x="3174901" y="1887583"/>
                  </a:lnTo>
                  <a:lnTo>
                    <a:pt x="3174901" y="1886960"/>
                  </a:lnTo>
                  <a:lnTo>
                    <a:pt x="3175009" y="1886960"/>
                  </a:lnTo>
                  <a:lnTo>
                    <a:pt x="3175118" y="1886960"/>
                  </a:lnTo>
                  <a:lnTo>
                    <a:pt x="3175226" y="1886960"/>
                  </a:lnTo>
                  <a:lnTo>
                    <a:pt x="3175226" y="1886336"/>
                  </a:lnTo>
                  <a:lnTo>
                    <a:pt x="3175335" y="1886336"/>
                  </a:lnTo>
                  <a:lnTo>
                    <a:pt x="3175443" y="1886336"/>
                  </a:lnTo>
                  <a:lnTo>
                    <a:pt x="3175552" y="1886336"/>
                  </a:lnTo>
                  <a:lnTo>
                    <a:pt x="3175552" y="1885712"/>
                  </a:lnTo>
                  <a:lnTo>
                    <a:pt x="3175660" y="1885712"/>
                  </a:lnTo>
                  <a:lnTo>
                    <a:pt x="3175660" y="1885089"/>
                  </a:lnTo>
                  <a:lnTo>
                    <a:pt x="3175769" y="1885089"/>
                  </a:lnTo>
                  <a:lnTo>
                    <a:pt x="3175769" y="1884465"/>
                  </a:lnTo>
                  <a:lnTo>
                    <a:pt x="3175877" y="1884465"/>
                  </a:lnTo>
                  <a:lnTo>
                    <a:pt x="3175985" y="1884465"/>
                  </a:lnTo>
                  <a:lnTo>
                    <a:pt x="3176094" y="1884465"/>
                  </a:lnTo>
                  <a:lnTo>
                    <a:pt x="3176202" y="1884465"/>
                  </a:lnTo>
                  <a:lnTo>
                    <a:pt x="3176202" y="1883842"/>
                  </a:lnTo>
                  <a:lnTo>
                    <a:pt x="3176311" y="1883842"/>
                  </a:lnTo>
                  <a:lnTo>
                    <a:pt x="3176419" y="1883842"/>
                  </a:lnTo>
                  <a:lnTo>
                    <a:pt x="3176528" y="1883842"/>
                  </a:lnTo>
                  <a:lnTo>
                    <a:pt x="3176636" y="1883842"/>
                  </a:lnTo>
                  <a:lnTo>
                    <a:pt x="3176745" y="1883842"/>
                  </a:lnTo>
                  <a:lnTo>
                    <a:pt x="3176853" y="1883842"/>
                  </a:lnTo>
                  <a:lnTo>
                    <a:pt x="3176962" y="1883842"/>
                  </a:lnTo>
                  <a:lnTo>
                    <a:pt x="3177070" y="1883842"/>
                  </a:lnTo>
                  <a:lnTo>
                    <a:pt x="3177178" y="1883842"/>
                  </a:lnTo>
                  <a:lnTo>
                    <a:pt x="3177178" y="1883218"/>
                  </a:lnTo>
                  <a:lnTo>
                    <a:pt x="3177178" y="1882595"/>
                  </a:lnTo>
                  <a:lnTo>
                    <a:pt x="3177178" y="1881971"/>
                  </a:lnTo>
                  <a:lnTo>
                    <a:pt x="3177287" y="1881971"/>
                  </a:lnTo>
                  <a:lnTo>
                    <a:pt x="3177395" y="1881971"/>
                  </a:lnTo>
                  <a:lnTo>
                    <a:pt x="3177504" y="1881971"/>
                  </a:lnTo>
                  <a:lnTo>
                    <a:pt x="3177504" y="1881347"/>
                  </a:lnTo>
                  <a:lnTo>
                    <a:pt x="3177612" y="1881347"/>
                  </a:lnTo>
                  <a:lnTo>
                    <a:pt x="3177721" y="1881347"/>
                  </a:lnTo>
                  <a:lnTo>
                    <a:pt x="3177829" y="1881347"/>
                  </a:lnTo>
                  <a:lnTo>
                    <a:pt x="3177938" y="1881347"/>
                  </a:lnTo>
                  <a:lnTo>
                    <a:pt x="3178046" y="1881347"/>
                  </a:lnTo>
                  <a:lnTo>
                    <a:pt x="3178154" y="1881347"/>
                  </a:lnTo>
                  <a:lnTo>
                    <a:pt x="3178263" y="1881347"/>
                  </a:lnTo>
                  <a:lnTo>
                    <a:pt x="3178371" y="1881347"/>
                  </a:lnTo>
                  <a:lnTo>
                    <a:pt x="3178480" y="1881347"/>
                  </a:lnTo>
                  <a:lnTo>
                    <a:pt x="3178588" y="1881347"/>
                  </a:lnTo>
                  <a:lnTo>
                    <a:pt x="3178697" y="1881347"/>
                  </a:lnTo>
                  <a:lnTo>
                    <a:pt x="3178805" y="1881347"/>
                  </a:lnTo>
                  <a:lnTo>
                    <a:pt x="3178914" y="1881347"/>
                  </a:lnTo>
                  <a:lnTo>
                    <a:pt x="3179022" y="1881347"/>
                  </a:lnTo>
                  <a:lnTo>
                    <a:pt x="3179130" y="1881347"/>
                  </a:lnTo>
                  <a:lnTo>
                    <a:pt x="3179239" y="1881347"/>
                  </a:lnTo>
                  <a:lnTo>
                    <a:pt x="3179239" y="1880724"/>
                  </a:lnTo>
                  <a:lnTo>
                    <a:pt x="3179239" y="1880100"/>
                  </a:lnTo>
                  <a:lnTo>
                    <a:pt x="3179347" y="1880100"/>
                  </a:lnTo>
                  <a:lnTo>
                    <a:pt x="3179456" y="1880100"/>
                  </a:lnTo>
                  <a:lnTo>
                    <a:pt x="3179564" y="1880100"/>
                  </a:lnTo>
                  <a:lnTo>
                    <a:pt x="3179673" y="1880100"/>
                  </a:lnTo>
                  <a:lnTo>
                    <a:pt x="3179781" y="1880100"/>
                  </a:lnTo>
                  <a:lnTo>
                    <a:pt x="3179890" y="1880100"/>
                  </a:lnTo>
                  <a:lnTo>
                    <a:pt x="3179998" y="1880100"/>
                  </a:lnTo>
                  <a:lnTo>
                    <a:pt x="3180106" y="1880100"/>
                  </a:lnTo>
                  <a:lnTo>
                    <a:pt x="3180215" y="1880100"/>
                  </a:lnTo>
                  <a:lnTo>
                    <a:pt x="3180323" y="1880100"/>
                  </a:lnTo>
                  <a:lnTo>
                    <a:pt x="3180432" y="1880100"/>
                  </a:lnTo>
                  <a:lnTo>
                    <a:pt x="3180432" y="1879477"/>
                  </a:lnTo>
                  <a:lnTo>
                    <a:pt x="3180540" y="1879477"/>
                  </a:lnTo>
                  <a:lnTo>
                    <a:pt x="3180649" y="1879477"/>
                  </a:lnTo>
                  <a:lnTo>
                    <a:pt x="3180757" y="1879477"/>
                  </a:lnTo>
                  <a:lnTo>
                    <a:pt x="3180866" y="1879477"/>
                  </a:lnTo>
                  <a:lnTo>
                    <a:pt x="3180974" y="1879477"/>
                  </a:lnTo>
                  <a:lnTo>
                    <a:pt x="3181083" y="1879477"/>
                  </a:lnTo>
                  <a:lnTo>
                    <a:pt x="3181191" y="1879477"/>
                  </a:lnTo>
                  <a:lnTo>
                    <a:pt x="3181299" y="1879477"/>
                  </a:lnTo>
                  <a:lnTo>
                    <a:pt x="3181408" y="1879477"/>
                  </a:lnTo>
                  <a:lnTo>
                    <a:pt x="3181516" y="1879477"/>
                  </a:lnTo>
                  <a:lnTo>
                    <a:pt x="3181625" y="1879477"/>
                  </a:lnTo>
                  <a:lnTo>
                    <a:pt x="3181733" y="1879477"/>
                  </a:lnTo>
                  <a:lnTo>
                    <a:pt x="3181842" y="1879477"/>
                  </a:lnTo>
                  <a:lnTo>
                    <a:pt x="3181950" y="1879477"/>
                  </a:lnTo>
                  <a:lnTo>
                    <a:pt x="3182059" y="1879477"/>
                  </a:lnTo>
                  <a:lnTo>
                    <a:pt x="3182059" y="1878853"/>
                  </a:lnTo>
                  <a:lnTo>
                    <a:pt x="3182167" y="1878853"/>
                  </a:lnTo>
                  <a:lnTo>
                    <a:pt x="3182275" y="1878853"/>
                  </a:lnTo>
                  <a:lnTo>
                    <a:pt x="3182384" y="1878853"/>
                  </a:lnTo>
                  <a:lnTo>
                    <a:pt x="3182492" y="1878853"/>
                  </a:lnTo>
                  <a:lnTo>
                    <a:pt x="3182601" y="1878853"/>
                  </a:lnTo>
                  <a:lnTo>
                    <a:pt x="3182709" y="1878853"/>
                  </a:lnTo>
                  <a:lnTo>
                    <a:pt x="3182818" y="1878853"/>
                  </a:lnTo>
                  <a:lnTo>
                    <a:pt x="3182926" y="1878853"/>
                  </a:lnTo>
                  <a:lnTo>
                    <a:pt x="3183035" y="1878853"/>
                  </a:lnTo>
                  <a:lnTo>
                    <a:pt x="3183035" y="1878229"/>
                  </a:lnTo>
                  <a:lnTo>
                    <a:pt x="3183143" y="1878229"/>
                  </a:lnTo>
                  <a:lnTo>
                    <a:pt x="3183251" y="1878229"/>
                  </a:lnTo>
                  <a:lnTo>
                    <a:pt x="3183251" y="1877606"/>
                  </a:lnTo>
                  <a:lnTo>
                    <a:pt x="3183360" y="1877606"/>
                  </a:lnTo>
                  <a:lnTo>
                    <a:pt x="3183468" y="1877606"/>
                  </a:lnTo>
                  <a:lnTo>
                    <a:pt x="3183577" y="1877606"/>
                  </a:lnTo>
                  <a:lnTo>
                    <a:pt x="3183577" y="1876982"/>
                  </a:lnTo>
                  <a:lnTo>
                    <a:pt x="3183685" y="1876982"/>
                  </a:lnTo>
                  <a:lnTo>
                    <a:pt x="3183794" y="1876982"/>
                  </a:lnTo>
                  <a:lnTo>
                    <a:pt x="3183794" y="1876359"/>
                  </a:lnTo>
                  <a:lnTo>
                    <a:pt x="3183902" y="1876359"/>
                  </a:lnTo>
                  <a:lnTo>
                    <a:pt x="3184011" y="1876359"/>
                  </a:lnTo>
                  <a:lnTo>
                    <a:pt x="3184119" y="1876359"/>
                  </a:lnTo>
                  <a:lnTo>
                    <a:pt x="3184227" y="1876359"/>
                  </a:lnTo>
                  <a:lnTo>
                    <a:pt x="3184336" y="1876359"/>
                  </a:lnTo>
                  <a:lnTo>
                    <a:pt x="3184444" y="1876359"/>
                  </a:lnTo>
                  <a:lnTo>
                    <a:pt x="3184444" y="1875735"/>
                  </a:lnTo>
                  <a:lnTo>
                    <a:pt x="3184553" y="1875735"/>
                  </a:lnTo>
                  <a:lnTo>
                    <a:pt x="3184661" y="1875735"/>
                  </a:lnTo>
                  <a:lnTo>
                    <a:pt x="3184770" y="1875735"/>
                  </a:lnTo>
                  <a:lnTo>
                    <a:pt x="3184770" y="1875112"/>
                  </a:lnTo>
                  <a:lnTo>
                    <a:pt x="3184878" y="1875112"/>
                  </a:lnTo>
                  <a:lnTo>
                    <a:pt x="3184987" y="1875112"/>
                  </a:lnTo>
                  <a:lnTo>
                    <a:pt x="3185095" y="1875112"/>
                  </a:lnTo>
                  <a:lnTo>
                    <a:pt x="3185204" y="1875112"/>
                  </a:lnTo>
                  <a:lnTo>
                    <a:pt x="3185312" y="1875112"/>
                  </a:lnTo>
                  <a:lnTo>
                    <a:pt x="3185420" y="1875112"/>
                  </a:lnTo>
                  <a:lnTo>
                    <a:pt x="3185529" y="1875112"/>
                  </a:lnTo>
                  <a:lnTo>
                    <a:pt x="3185529" y="1874488"/>
                  </a:lnTo>
                  <a:lnTo>
                    <a:pt x="3185637" y="1874488"/>
                  </a:lnTo>
                  <a:lnTo>
                    <a:pt x="3185746" y="1874488"/>
                  </a:lnTo>
                  <a:lnTo>
                    <a:pt x="3185854" y="1874488"/>
                  </a:lnTo>
                  <a:lnTo>
                    <a:pt x="3185854" y="1873864"/>
                  </a:lnTo>
                  <a:lnTo>
                    <a:pt x="3185963" y="1873864"/>
                  </a:lnTo>
                  <a:lnTo>
                    <a:pt x="3185963" y="1873241"/>
                  </a:lnTo>
                  <a:lnTo>
                    <a:pt x="3186071" y="1873241"/>
                  </a:lnTo>
                  <a:lnTo>
                    <a:pt x="3186180" y="1873241"/>
                  </a:lnTo>
                  <a:lnTo>
                    <a:pt x="3186180" y="1872617"/>
                  </a:lnTo>
                  <a:lnTo>
                    <a:pt x="3186288" y="1872617"/>
                  </a:lnTo>
                  <a:lnTo>
                    <a:pt x="3186288" y="1871994"/>
                  </a:lnTo>
                  <a:lnTo>
                    <a:pt x="3186396" y="1871994"/>
                  </a:lnTo>
                  <a:lnTo>
                    <a:pt x="3186505" y="1871994"/>
                  </a:lnTo>
                  <a:lnTo>
                    <a:pt x="3186613" y="1871994"/>
                  </a:lnTo>
                  <a:lnTo>
                    <a:pt x="3186722" y="1871994"/>
                  </a:lnTo>
                  <a:lnTo>
                    <a:pt x="3186830" y="1871994"/>
                  </a:lnTo>
                  <a:lnTo>
                    <a:pt x="3186939" y="1871994"/>
                  </a:lnTo>
                  <a:lnTo>
                    <a:pt x="3187047" y="1871994"/>
                  </a:lnTo>
                  <a:lnTo>
                    <a:pt x="3187156" y="1871994"/>
                  </a:lnTo>
                  <a:lnTo>
                    <a:pt x="3187264" y="1871994"/>
                  </a:lnTo>
                  <a:lnTo>
                    <a:pt x="3187264" y="1871370"/>
                  </a:lnTo>
                  <a:lnTo>
                    <a:pt x="3187372" y="1871370"/>
                  </a:lnTo>
                  <a:lnTo>
                    <a:pt x="3187481" y="1871370"/>
                  </a:lnTo>
                  <a:lnTo>
                    <a:pt x="3187589" y="1871370"/>
                  </a:lnTo>
                  <a:lnTo>
                    <a:pt x="3187698" y="1871370"/>
                  </a:lnTo>
                  <a:lnTo>
                    <a:pt x="3187806" y="1871370"/>
                  </a:lnTo>
                  <a:lnTo>
                    <a:pt x="3187915" y="1871370"/>
                  </a:lnTo>
                  <a:lnTo>
                    <a:pt x="3188023" y="1871370"/>
                  </a:lnTo>
                  <a:lnTo>
                    <a:pt x="3188023" y="1870746"/>
                  </a:lnTo>
                  <a:lnTo>
                    <a:pt x="3188132" y="1870746"/>
                  </a:lnTo>
                  <a:lnTo>
                    <a:pt x="3188240" y="1870746"/>
                  </a:lnTo>
                  <a:lnTo>
                    <a:pt x="3188348" y="1870746"/>
                  </a:lnTo>
                  <a:lnTo>
                    <a:pt x="3188457" y="1870746"/>
                  </a:lnTo>
                  <a:lnTo>
                    <a:pt x="3188565" y="1870746"/>
                  </a:lnTo>
                  <a:lnTo>
                    <a:pt x="3188674" y="1870746"/>
                  </a:lnTo>
                  <a:lnTo>
                    <a:pt x="3188782" y="1870746"/>
                  </a:lnTo>
                  <a:lnTo>
                    <a:pt x="3188891" y="1870746"/>
                  </a:lnTo>
                  <a:lnTo>
                    <a:pt x="3188999" y="1870746"/>
                  </a:lnTo>
                  <a:lnTo>
                    <a:pt x="3189108" y="1870746"/>
                  </a:lnTo>
                  <a:lnTo>
                    <a:pt x="3189216" y="1870746"/>
                  </a:lnTo>
                  <a:lnTo>
                    <a:pt x="3189325" y="1870746"/>
                  </a:lnTo>
                  <a:lnTo>
                    <a:pt x="3189433" y="1870746"/>
                  </a:lnTo>
                  <a:lnTo>
                    <a:pt x="3189541" y="1870746"/>
                  </a:lnTo>
                  <a:lnTo>
                    <a:pt x="3189650" y="1870746"/>
                  </a:lnTo>
                  <a:lnTo>
                    <a:pt x="3189758" y="1870746"/>
                  </a:lnTo>
                  <a:lnTo>
                    <a:pt x="3189867" y="1870746"/>
                  </a:lnTo>
                  <a:lnTo>
                    <a:pt x="3189975" y="1870746"/>
                  </a:lnTo>
                  <a:lnTo>
                    <a:pt x="3190084" y="1870746"/>
                  </a:lnTo>
                  <a:lnTo>
                    <a:pt x="3190192" y="1870746"/>
                  </a:lnTo>
                  <a:lnTo>
                    <a:pt x="3190301" y="1870746"/>
                  </a:lnTo>
                  <a:lnTo>
                    <a:pt x="3190301" y="1870123"/>
                  </a:lnTo>
                  <a:lnTo>
                    <a:pt x="3190409" y="1870123"/>
                  </a:lnTo>
                  <a:lnTo>
                    <a:pt x="3190517" y="1870123"/>
                  </a:lnTo>
                  <a:lnTo>
                    <a:pt x="3190626" y="1870123"/>
                  </a:lnTo>
                  <a:lnTo>
                    <a:pt x="3190734" y="1870123"/>
                  </a:lnTo>
                  <a:lnTo>
                    <a:pt x="3190843" y="1870123"/>
                  </a:lnTo>
                  <a:lnTo>
                    <a:pt x="3190951" y="1870123"/>
                  </a:lnTo>
                  <a:lnTo>
                    <a:pt x="3191060" y="1870123"/>
                  </a:lnTo>
                  <a:lnTo>
                    <a:pt x="3191168" y="1870123"/>
                  </a:lnTo>
                  <a:lnTo>
                    <a:pt x="3191277" y="1870123"/>
                  </a:lnTo>
                  <a:lnTo>
                    <a:pt x="3191385" y="1870123"/>
                  </a:lnTo>
                  <a:lnTo>
                    <a:pt x="3191493" y="1870123"/>
                  </a:lnTo>
                  <a:lnTo>
                    <a:pt x="3191602" y="1870123"/>
                  </a:lnTo>
                  <a:lnTo>
                    <a:pt x="3191710" y="1870123"/>
                  </a:lnTo>
                  <a:lnTo>
                    <a:pt x="3191819" y="1870123"/>
                  </a:lnTo>
                  <a:lnTo>
                    <a:pt x="3191927" y="1870123"/>
                  </a:lnTo>
                  <a:lnTo>
                    <a:pt x="3192036" y="1870123"/>
                  </a:lnTo>
                  <a:lnTo>
                    <a:pt x="3192144" y="1870123"/>
                  </a:lnTo>
                  <a:lnTo>
                    <a:pt x="3192253" y="1870123"/>
                  </a:lnTo>
                  <a:lnTo>
                    <a:pt x="3192361" y="1870123"/>
                  </a:lnTo>
                  <a:lnTo>
                    <a:pt x="3192361" y="1869499"/>
                  </a:lnTo>
                  <a:lnTo>
                    <a:pt x="3192469" y="1869499"/>
                  </a:lnTo>
                  <a:lnTo>
                    <a:pt x="3192578" y="1869499"/>
                  </a:lnTo>
                  <a:lnTo>
                    <a:pt x="3192686" y="1869499"/>
                  </a:lnTo>
                  <a:lnTo>
                    <a:pt x="3192795" y="1869499"/>
                  </a:lnTo>
                  <a:lnTo>
                    <a:pt x="3192903" y="1869499"/>
                  </a:lnTo>
                  <a:lnTo>
                    <a:pt x="3193012" y="1869499"/>
                  </a:lnTo>
                  <a:lnTo>
                    <a:pt x="3193120" y="1869499"/>
                  </a:lnTo>
                  <a:lnTo>
                    <a:pt x="3193229" y="1869499"/>
                  </a:lnTo>
                  <a:lnTo>
                    <a:pt x="3193337" y="1869499"/>
                  </a:lnTo>
                  <a:lnTo>
                    <a:pt x="3193445" y="1869499"/>
                  </a:lnTo>
                  <a:lnTo>
                    <a:pt x="3193554" y="1869499"/>
                  </a:lnTo>
                  <a:lnTo>
                    <a:pt x="3193554" y="1868876"/>
                  </a:lnTo>
                  <a:lnTo>
                    <a:pt x="3193662" y="1868876"/>
                  </a:lnTo>
                  <a:lnTo>
                    <a:pt x="3193771" y="1868876"/>
                  </a:lnTo>
                  <a:lnTo>
                    <a:pt x="3193879" y="1868876"/>
                  </a:lnTo>
                  <a:lnTo>
                    <a:pt x="3193988" y="1868876"/>
                  </a:lnTo>
                  <a:lnTo>
                    <a:pt x="3194096" y="1868876"/>
                  </a:lnTo>
                  <a:lnTo>
                    <a:pt x="3194205" y="1868876"/>
                  </a:lnTo>
                  <a:lnTo>
                    <a:pt x="3194313" y="1868876"/>
                  </a:lnTo>
                  <a:lnTo>
                    <a:pt x="3194422" y="1868876"/>
                  </a:lnTo>
                  <a:lnTo>
                    <a:pt x="3194530" y="1868876"/>
                  </a:lnTo>
                  <a:lnTo>
                    <a:pt x="3194638" y="1868876"/>
                  </a:lnTo>
                  <a:lnTo>
                    <a:pt x="3194747" y="1868876"/>
                  </a:lnTo>
                  <a:lnTo>
                    <a:pt x="3194855" y="1868876"/>
                  </a:lnTo>
                  <a:lnTo>
                    <a:pt x="3194855" y="1868252"/>
                  </a:lnTo>
                  <a:lnTo>
                    <a:pt x="3194855" y="1867629"/>
                  </a:lnTo>
                  <a:lnTo>
                    <a:pt x="3194964" y="1867629"/>
                  </a:lnTo>
                  <a:lnTo>
                    <a:pt x="3195072" y="1867629"/>
                  </a:lnTo>
                  <a:lnTo>
                    <a:pt x="3195181" y="1867629"/>
                  </a:lnTo>
                  <a:lnTo>
                    <a:pt x="3195289" y="1867629"/>
                  </a:lnTo>
                  <a:lnTo>
                    <a:pt x="3195289" y="1867005"/>
                  </a:lnTo>
                  <a:lnTo>
                    <a:pt x="3195398" y="1867005"/>
                  </a:lnTo>
                  <a:lnTo>
                    <a:pt x="3195506" y="1867005"/>
                  </a:lnTo>
                  <a:lnTo>
                    <a:pt x="3195506" y="1866381"/>
                  </a:lnTo>
                  <a:lnTo>
                    <a:pt x="3195614" y="1866381"/>
                  </a:lnTo>
                  <a:lnTo>
                    <a:pt x="3195614" y="1865758"/>
                  </a:lnTo>
                  <a:lnTo>
                    <a:pt x="3195614" y="1865134"/>
                  </a:lnTo>
                  <a:lnTo>
                    <a:pt x="3195723" y="1865134"/>
                  </a:lnTo>
                  <a:lnTo>
                    <a:pt x="3195831" y="1865134"/>
                  </a:lnTo>
                  <a:lnTo>
                    <a:pt x="3195831" y="1864511"/>
                  </a:lnTo>
                  <a:lnTo>
                    <a:pt x="3195940" y="1864511"/>
                  </a:lnTo>
                  <a:lnTo>
                    <a:pt x="3196048" y="1864511"/>
                  </a:lnTo>
                  <a:lnTo>
                    <a:pt x="3196157" y="1864511"/>
                  </a:lnTo>
                  <a:lnTo>
                    <a:pt x="3196265" y="1864511"/>
                  </a:lnTo>
                  <a:lnTo>
                    <a:pt x="3196374" y="1864511"/>
                  </a:lnTo>
                  <a:lnTo>
                    <a:pt x="3196482" y="1864511"/>
                  </a:lnTo>
                  <a:lnTo>
                    <a:pt x="3196482" y="1863887"/>
                  </a:lnTo>
                  <a:lnTo>
                    <a:pt x="3196590" y="1863887"/>
                  </a:lnTo>
                  <a:lnTo>
                    <a:pt x="3196699" y="1863887"/>
                  </a:lnTo>
                  <a:lnTo>
                    <a:pt x="3196699" y="1863263"/>
                  </a:lnTo>
                  <a:lnTo>
                    <a:pt x="3196807" y="1863263"/>
                  </a:lnTo>
                  <a:lnTo>
                    <a:pt x="3196916" y="1863263"/>
                  </a:lnTo>
                  <a:lnTo>
                    <a:pt x="3197024" y="1863263"/>
                  </a:lnTo>
                  <a:lnTo>
                    <a:pt x="3197133" y="1863263"/>
                  </a:lnTo>
                  <a:lnTo>
                    <a:pt x="3197241" y="1863263"/>
                  </a:lnTo>
                  <a:lnTo>
                    <a:pt x="3197350" y="1863263"/>
                  </a:lnTo>
                  <a:lnTo>
                    <a:pt x="3197458" y="1863263"/>
                  </a:lnTo>
                  <a:lnTo>
                    <a:pt x="3197566" y="1863263"/>
                  </a:lnTo>
                  <a:lnTo>
                    <a:pt x="3197675" y="1863263"/>
                  </a:lnTo>
                  <a:lnTo>
                    <a:pt x="3197783" y="1863263"/>
                  </a:lnTo>
                  <a:lnTo>
                    <a:pt x="3197783" y="1862640"/>
                  </a:lnTo>
                  <a:lnTo>
                    <a:pt x="3197892" y="1862640"/>
                  </a:lnTo>
                  <a:lnTo>
                    <a:pt x="3197892" y="1862016"/>
                  </a:lnTo>
                  <a:lnTo>
                    <a:pt x="3198000" y="1862016"/>
                  </a:lnTo>
                  <a:lnTo>
                    <a:pt x="3198109" y="1862016"/>
                  </a:lnTo>
                  <a:lnTo>
                    <a:pt x="3198217" y="1862016"/>
                  </a:lnTo>
                  <a:lnTo>
                    <a:pt x="3198326" y="1862016"/>
                  </a:lnTo>
                  <a:lnTo>
                    <a:pt x="3198434" y="1862016"/>
                  </a:lnTo>
                  <a:lnTo>
                    <a:pt x="3198543" y="1862016"/>
                  </a:lnTo>
                  <a:lnTo>
                    <a:pt x="3198651" y="1862016"/>
                  </a:lnTo>
                  <a:lnTo>
                    <a:pt x="3198759" y="1862016"/>
                  </a:lnTo>
                  <a:lnTo>
                    <a:pt x="3198868" y="1862016"/>
                  </a:lnTo>
                  <a:lnTo>
                    <a:pt x="3198868" y="1861393"/>
                  </a:lnTo>
                  <a:lnTo>
                    <a:pt x="3198868" y="1860769"/>
                  </a:lnTo>
                  <a:lnTo>
                    <a:pt x="3198976" y="1860769"/>
                  </a:lnTo>
                  <a:lnTo>
                    <a:pt x="3199085" y="1860769"/>
                  </a:lnTo>
                  <a:lnTo>
                    <a:pt x="3199193" y="1860769"/>
                  </a:lnTo>
                  <a:lnTo>
                    <a:pt x="3199302" y="1860769"/>
                  </a:lnTo>
                  <a:lnTo>
                    <a:pt x="3199410" y="1860769"/>
                  </a:lnTo>
                  <a:lnTo>
                    <a:pt x="3199410" y="1860146"/>
                  </a:lnTo>
                  <a:lnTo>
                    <a:pt x="3199519" y="1860146"/>
                  </a:lnTo>
                  <a:lnTo>
                    <a:pt x="3199627" y="1860146"/>
                  </a:lnTo>
                  <a:lnTo>
                    <a:pt x="3199735" y="1860146"/>
                  </a:lnTo>
                  <a:lnTo>
                    <a:pt x="3199844" y="1860146"/>
                  </a:lnTo>
                  <a:lnTo>
                    <a:pt x="3199952" y="1860146"/>
                  </a:lnTo>
                  <a:lnTo>
                    <a:pt x="3200061" y="1860146"/>
                  </a:lnTo>
                  <a:lnTo>
                    <a:pt x="3200169" y="1860146"/>
                  </a:lnTo>
                  <a:lnTo>
                    <a:pt x="3200278" y="1860146"/>
                  </a:lnTo>
                  <a:lnTo>
                    <a:pt x="3200386" y="1860146"/>
                  </a:lnTo>
                  <a:lnTo>
                    <a:pt x="3200495" y="1860146"/>
                  </a:lnTo>
                  <a:lnTo>
                    <a:pt x="3200603" y="1860146"/>
                  </a:lnTo>
                  <a:lnTo>
                    <a:pt x="3200711" y="1860146"/>
                  </a:lnTo>
                  <a:lnTo>
                    <a:pt x="3200820" y="1860146"/>
                  </a:lnTo>
                  <a:lnTo>
                    <a:pt x="3200928" y="1860146"/>
                  </a:lnTo>
                  <a:lnTo>
                    <a:pt x="3201037" y="1860146"/>
                  </a:lnTo>
                  <a:lnTo>
                    <a:pt x="3201145" y="1860146"/>
                  </a:lnTo>
                  <a:lnTo>
                    <a:pt x="3201254" y="1860146"/>
                  </a:lnTo>
                  <a:lnTo>
                    <a:pt x="3201362" y="1860146"/>
                  </a:lnTo>
                  <a:lnTo>
                    <a:pt x="3201471" y="1860146"/>
                  </a:lnTo>
                  <a:lnTo>
                    <a:pt x="3201579" y="1860146"/>
                  </a:lnTo>
                  <a:lnTo>
                    <a:pt x="3201687" y="1860146"/>
                  </a:lnTo>
                  <a:lnTo>
                    <a:pt x="3201796" y="1860146"/>
                  </a:lnTo>
                  <a:lnTo>
                    <a:pt x="3201796" y="1859522"/>
                  </a:lnTo>
                  <a:lnTo>
                    <a:pt x="3201904" y="1859522"/>
                  </a:lnTo>
                  <a:lnTo>
                    <a:pt x="3202013" y="1859522"/>
                  </a:lnTo>
                  <a:lnTo>
                    <a:pt x="3202121" y="1859522"/>
                  </a:lnTo>
                  <a:lnTo>
                    <a:pt x="3202230" y="1859522"/>
                  </a:lnTo>
                  <a:lnTo>
                    <a:pt x="3202338" y="1859522"/>
                  </a:lnTo>
                  <a:lnTo>
                    <a:pt x="3202338" y="1858898"/>
                  </a:lnTo>
                  <a:lnTo>
                    <a:pt x="3202447" y="1858898"/>
                  </a:lnTo>
                  <a:lnTo>
                    <a:pt x="3202555" y="1858898"/>
                  </a:lnTo>
                  <a:lnTo>
                    <a:pt x="3202664" y="1858898"/>
                  </a:lnTo>
                  <a:lnTo>
                    <a:pt x="3202772" y="1858898"/>
                  </a:lnTo>
                  <a:lnTo>
                    <a:pt x="3202772" y="1858275"/>
                  </a:lnTo>
                  <a:lnTo>
                    <a:pt x="3202880" y="1858275"/>
                  </a:lnTo>
                  <a:lnTo>
                    <a:pt x="3202989" y="1858275"/>
                  </a:lnTo>
                  <a:lnTo>
                    <a:pt x="3203097" y="1858275"/>
                  </a:lnTo>
                  <a:lnTo>
                    <a:pt x="3203206" y="1858275"/>
                  </a:lnTo>
                  <a:lnTo>
                    <a:pt x="3203314" y="1858275"/>
                  </a:lnTo>
                  <a:lnTo>
                    <a:pt x="3203423" y="1858275"/>
                  </a:lnTo>
                  <a:lnTo>
                    <a:pt x="3203531" y="1858275"/>
                  </a:lnTo>
                  <a:lnTo>
                    <a:pt x="3203640" y="1858275"/>
                  </a:lnTo>
                  <a:lnTo>
                    <a:pt x="3203748" y="1858275"/>
                  </a:lnTo>
                  <a:lnTo>
                    <a:pt x="3203856" y="1858275"/>
                  </a:lnTo>
                  <a:lnTo>
                    <a:pt x="3203856" y="1857651"/>
                  </a:lnTo>
                  <a:lnTo>
                    <a:pt x="3203965" y="1857651"/>
                  </a:lnTo>
                  <a:lnTo>
                    <a:pt x="3204073" y="1857651"/>
                  </a:lnTo>
                  <a:lnTo>
                    <a:pt x="3204182" y="1857651"/>
                  </a:lnTo>
                  <a:lnTo>
                    <a:pt x="3204290" y="1857651"/>
                  </a:lnTo>
                  <a:lnTo>
                    <a:pt x="3204290" y="1857028"/>
                  </a:lnTo>
                  <a:lnTo>
                    <a:pt x="3204399" y="1857028"/>
                  </a:lnTo>
                  <a:lnTo>
                    <a:pt x="3204507" y="1857028"/>
                  </a:lnTo>
                  <a:lnTo>
                    <a:pt x="3204616" y="1857028"/>
                  </a:lnTo>
                  <a:lnTo>
                    <a:pt x="3204724" y="1857028"/>
                  </a:lnTo>
                  <a:lnTo>
                    <a:pt x="3204832" y="1857028"/>
                  </a:lnTo>
                  <a:lnTo>
                    <a:pt x="3204941" y="1857028"/>
                  </a:lnTo>
                  <a:lnTo>
                    <a:pt x="3205049" y="1857028"/>
                  </a:lnTo>
                  <a:lnTo>
                    <a:pt x="3205158" y="1857028"/>
                  </a:lnTo>
                  <a:lnTo>
                    <a:pt x="3205266" y="1857028"/>
                  </a:lnTo>
                  <a:lnTo>
                    <a:pt x="3205266" y="1856404"/>
                  </a:lnTo>
                  <a:lnTo>
                    <a:pt x="3205266" y="1855780"/>
                  </a:lnTo>
                  <a:lnTo>
                    <a:pt x="3205266" y="1855157"/>
                  </a:lnTo>
                  <a:lnTo>
                    <a:pt x="3205375" y="1855157"/>
                  </a:lnTo>
                  <a:lnTo>
                    <a:pt x="3205483" y="1855157"/>
                  </a:lnTo>
                  <a:lnTo>
                    <a:pt x="3205483" y="1854533"/>
                  </a:lnTo>
                  <a:lnTo>
                    <a:pt x="3205592" y="1854533"/>
                  </a:lnTo>
                  <a:lnTo>
                    <a:pt x="3205700" y="1854533"/>
                  </a:lnTo>
                  <a:lnTo>
                    <a:pt x="3205700" y="1853910"/>
                  </a:lnTo>
                  <a:lnTo>
                    <a:pt x="3205808" y="1853910"/>
                  </a:lnTo>
                  <a:lnTo>
                    <a:pt x="3205917" y="1853910"/>
                  </a:lnTo>
                  <a:lnTo>
                    <a:pt x="3206025" y="1853910"/>
                  </a:lnTo>
                  <a:lnTo>
                    <a:pt x="3206134" y="1853910"/>
                  </a:lnTo>
                  <a:lnTo>
                    <a:pt x="3206134" y="1853286"/>
                  </a:lnTo>
                  <a:lnTo>
                    <a:pt x="3206242" y="1853286"/>
                  </a:lnTo>
                  <a:lnTo>
                    <a:pt x="3206351" y="1853286"/>
                  </a:lnTo>
                  <a:lnTo>
                    <a:pt x="3206459" y="1853286"/>
                  </a:lnTo>
                  <a:lnTo>
                    <a:pt x="3206459" y="1852663"/>
                  </a:lnTo>
                  <a:lnTo>
                    <a:pt x="3206568" y="1852663"/>
                  </a:lnTo>
                  <a:lnTo>
                    <a:pt x="3206568" y="1852039"/>
                  </a:lnTo>
                  <a:lnTo>
                    <a:pt x="3206676" y="1852039"/>
                  </a:lnTo>
                  <a:lnTo>
                    <a:pt x="3206785" y="1852039"/>
                  </a:lnTo>
                  <a:lnTo>
                    <a:pt x="3206893" y="1852039"/>
                  </a:lnTo>
                  <a:lnTo>
                    <a:pt x="3207001" y="1852039"/>
                  </a:lnTo>
                  <a:lnTo>
                    <a:pt x="3207110" y="1852039"/>
                  </a:lnTo>
                  <a:lnTo>
                    <a:pt x="3207110" y="1851415"/>
                  </a:lnTo>
                  <a:lnTo>
                    <a:pt x="3207218" y="1851415"/>
                  </a:lnTo>
                  <a:lnTo>
                    <a:pt x="3207327" y="1851415"/>
                  </a:lnTo>
                  <a:lnTo>
                    <a:pt x="3207435" y="1851415"/>
                  </a:lnTo>
                  <a:lnTo>
                    <a:pt x="3207435" y="1850792"/>
                  </a:lnTo>
                  <a:lnTo>
                    <a:pt x="3207544" y="1850792"/>
                  </a:lnTo>
                  <a:lnTo>
                    <a:pt x="3207652" y="1850792"/>
                  </a:lnTo>
                  <a:lnTo>
                    <a:pt x="3207761" y="1850792"/>
                  </a:lnTo>
                  <a:lnTo>
                    <a:pt x="3207869" y="1850792"/>
                  </a:lnTo>
                  <a:lnTo>
                    <a:pt x="3207977" y="1850792"/>
                  </a:lnTo>
                  <a:lnTo>
                    <a:pt x="3207977" y="1850168"/>
                  </a:lnTo>
                  <a:lnTo>
                    <a:pt x="3208086" y="1850168"/>
                  </a:lnTo>
                  <a:lnTo>
                    <a:pt x="3208194" y="1850168"/>
                  </a:lnTo>
                  <a:lnTo>
                    <a:pt x="3208303" y="1850168"/>
                  </a:lnTo>
                  <a:lnTo>
                    <a:pt x="3208411" y="1850168"/>
                  </a:lnTo>
                  <a:lnTo>
                    <a:pt x="3208520" y="1850168"/>
                  </a:lnTo>
                  <a:lnTo>
                    <a:pt x="3208628" y="1850168"/>
                  </a:lnTo>
                  <a:lnTo>
                    <a:pt x="3208737" y="1850168"/>
                  </a:lnTo>
                  <a:lnTo>
                    <a:pt x="3208845" y="1850168"/>
                  </a:lnTo>
                  <a:lnTo>
                    <a:pt x="3208953" y="1850168"/>
                  </a:lnTo>
                  <a:lnTo>
                    <a:pt x="3209062" y="1850168"/>
                  </a:lnTo>
                  <a:lnTo>
                    <a:pt x="3209170" y="1850168"/>
                  </a:lnTo>
                  <a:lnTo>
                    <a:pt x="3209170" y="1849545"/>
                  </a:lnTo>
                  <a:lnTo>
                    <a:pt x="3209279" y="1849545"/>
                  </a:lnTo>
                  <a:lnTo>
                    <a:pt x="3209387" y="1849545"/>
                  </a:lnTo>
                  <a:lnTo>
                    <a:pt x="3209496" y="1849545"/>
                  </a:lnTo>
                  <a:lnTo>
                    <a:pt x="3209604" y="1849545"/>
                  </a:lnTo>
                  <a:lnTo>
                    <a:pt x="3209713" y="1849545"/>
                  </a:lnTo>
                  <a:lnTo>
                    <a:pt x="3209821" y="1849545"/>
                  </a:lnTo>
                  <a:lnTo>
                    <a:pt x="3209929" y="1849545"/>
                  </a:lnTo>
                  <a:lnTo>
                    <a:pt x="3210038" y="1849545"/>
                  </a:lnTo>
                  <a:lnTo>
                    <a:pt x="3210146" y="1849545"/>
                  </a:lnTo>
                  <a:lnTo>
                    <a:pt x="3210255" y="1849545"/>
                  </a:lnTo>
                  <a:lnTo>
                    <a:pt x="3210363" y="1849545"/>
                  </a:lnTo>
                  <a:lnTo>
                    <a:pt x="3210472" y="1849545"/>
                  </a:lnTo>
                  <a:lnTo>
                    <a:pt x="3210580" y="1849545"/>
                  </a:lnTo>
                  <a:lnTo>
                    <a:pt x="3210689" y="1849545"/>
                  </a:lnTo>
                  <a:lnTo>
                    <a:pt x="3210689" y="1848921"/>
                  </a:lnTo>
                  <a:lnTo>
                    <a:pt x="3210797" y="1848921"/>
                  </a:lnTo>
                  <a:lnTo>
                    <a:pt x="3210906" y="1848921"/>
                  </a:lnTo>
                  <a:lnTo>
                    <a:pt x="3211014" y="1848921"/>
                  </a:lnTo>
                  <a:lnTo>
                    <a:pt x="3211014" y="1848297"/>
                  </a:lnTo>
                  <a:lnTo>
                    <a:pt x="3211122" y="1848297"/>
                  </a:lnTo>
                  <a:lnTo>
                    <a:pt x="3211231" y="1848297"/>
                  </a:lnTo>
                  <a:lnTo>
                    <a:pt x="3211339" y="1848297"/>
                  </a:lnTo>
                  <a:lnTo>
                    <a:pt x="3211448" y="1848297"/>
                  </a:lnTo>
                  <a:lnTo>
                    <a:pt x="3211448" y="1847674"/>
                  </a:lnTo>
                  <a:lnTo>
                    <a:pt x="3211556" y="1847674"/>
                  </a:lnTo>
                  <a:lnTo>
                    <a:pt x="3211665" y="1847674"/>
                  </a:lnTo>
                  <a:lnTo>
                    <a:pt x="3211773" y="1847674"/>
                  </a:lnTo>
                  <a:lnTo>
                    <a:pt x="3211882" y="1847674"/>
                  </a:lnTo>
                  <a:lnTo>
                    <a:pt x="3211990" y="1847674"/>
                  </a:lnTo>
                  <a:lnTo>
                    <a:pt x="3212098" y="1847674"/>
                  </a:lnTo>
                  <a:lnTo>
                    <a:pt x="3212207" y="1847674"/>
                  </a:lnTo>
                  <a:lnTo>
                    <a:pt x="3212315" y="1847674"/>
                  </a:lnTo>
                  <a:lnTo>
                    <a:pt x="3212424" y="1847674"/>
                  </a:lnTo>
                  <a:lnTo>
                    <a:pt x="3212532" y="1847674"/>
                  </a:lnTo>
                  <a:lnTo>
                    <a:pt x="3212641" y="1847674"/>
                  </a:lnTo>
                  <a:lnTo>
                    <a:pt x="3212749" y="1847674"/>
                  </a:lnTo>
                  <a:lnTo>
                    <a:pt x="3212858" y="1847674"/>
                  </a:lnTo>
                  <a:lnTo>
                    <a:pt x="3212966" y="1847674"/>
                  </a:lnTo>
                  <a:lnTo>
                    <a:pt x="3213074" y="1847674"/>
                  </a:lnTo>
                  <a:lnTo>
                    <a:pt x="3213183" y="1847674"/>
                  </a:lnTo>
                  <a:lnTo>
                    <a:pt x="3213291" y="1847674"/>
                  </a:lnTo>
                  <a:lnTo>
                    <a:pt x="3213400" y="1847674"/>
                  </a:lnTo>
                  <a:lnTo>
                    <a:pt x="3213508" y="1847674"/>
                  </a:lnTo>
                  <a:lnTo>
                    <a:pt x="3213617" y="1847674"/>
                  </a:lnTo>
                  <a:lnTo>
                    <a:pt x="3213725" y="1847674"/>
                  </a:lnTo>
                  <a:lnTo>
                    <a:pt x="3213834" y="1847674"/>
                  </a:lnTo>
                  <a:lnTo>
                    <a:pt x="3213942" y="1847674"/>
                  </a:lnTo>
                  <a:lnTo>
                    <a:pt x="3214050" y="1847674"/>
                  </a:lnTo>
                  <a:lnTo>
                    <a:pt x="3214159" y="1847674"/>
                  </a:lnTo>
                  <a:lnTo>
                    <a:pt x="3214267" y="1847674"/>
                  </a:lnTo>
                  <a:lnTo>
                    <a:pt x="3214376" y="1847674"/>
                  </a:lnTo>
                  <a:lnTo>
                    <a:pt x="3214484" y="1847674"/>
                  </a:lnTo>
                  <a:lnTo>
                    <a:pt x="3214593" y="1847674"/>
                  </a:lnTo>
                  <a:lnTo>
                    <a:pt x="3214701" y="1847674"/>
                  </a:lnTo>
                  <a:lnTo>
                    <a:pt x="3214701" y="1847050"/>
                  </a:lnTo>
                  <a:lnTo>
                    <a:pt x="3214810" y="1847050"/>
                  </a:lnTo>
                  <a:lnTo>
                    <a:pt x="3214918" y="1847050"/>
                  </a:lnTo>
                  <a:lnTo>
                    <a:pt x="3215026" y="1847050"/>
                  </a:lnTo>
                  <a:lnTo>
                    <a:pt x="3215026" y="1846427"/>
                  </a:lnTo>
                  <a:lnTo>
                    <a:pt x="3215135" y="1846427"/>
                  </a:lnTo>
                  <a:lnTo>
                    <a:pt x="3215243" y="1846427"/>
                  </a:lnTo>
                  <a:lnTo>
                    <a:pt x="3215352" y="1846427"/>
                  </a:lnTo>
                  <a:lnTo>
                    <a:pt x="3215460" y="1846427"/>
                  </a:lnTo>
                  <a:lnTo>
                    <a:pt x="3215569" y="1846427"/>
                  </a:lnTo>
                  <a:lnTo>
                    <a:pt x="3215677" y="1846427"/>
                  </a:lnTo>
                  <a:lnTo>
                    <a:pt x="3215786" y="1846427"/>
                  </a:lnTo>
                  <a:lnTo>
                    <a:pt x="3215894" y="1846427"/>
                  </a:lnTo>
                  <a:lnTo>
                    <a:pt x="3216003" y="1846427"/>
                  </a:lnTo>
                  <a:lnTo>
                    <a:pt x="3216111" y="1846427"/>
                  </a:lnTo>
                  <a:lnTo>
                    <a:pt x="3216219" y="1846427"/>
                  </a:lnTo>
                  <a:lnTo>
                    <a:pt x="3216328" y="1846427"/>
                  </a:lnTo>
                  <a:lnTo>
                    <a:pt x="3216328" y="1845803"/>
                  </a:lnTo>
                  <a:lnTo>
                    <a:pt x="3216436" y="1845803"/>
                  </a:lnTo>
                  <a:lnTo>
                    <a:pt x="3216545" y="1845803"/>
                  </a:lnTo>
                  <a:lnTo>
                    <a:pt x="3216653" y="1845803"/>
                  </a:lnTo>
                  <a:lnTo>
                    <a:pt x="3216762" y="1845803"/>
                  </a:lnTo>
                  <a:lnTo>
                    <a:pt x="3216762" y="1845180"/>
                  </a:lnTo>
                  <a:lnTo>
                    <a:pt x="3216870" y="1845180"/>
                  </a:lnTo>
                  <a:lnTo>
                    <a:pt x="3216979" y="1845180"/>
                  </a:lnTo>
                  <a:lnTo>
                    <a:pt x="3217087" y="1845180"/>
                  </a:lnTo>
                  <a:lnTo>
                    <a:pt x="3217195" y="1845180"/>
                  </a:lnTo>
                  <a:lnTo>
                    <a:pt x="3217304" y="1845180"/>
                  </a:lnTo>
                  <a:lnTo>
                    <a:pt x="3217412" y="1845180"/>
                  </a:lnTo>
                  <a:lnTo>
                    <a:pt x="3217521" y="1845180"/>
                  </a:lnTo>
                  <a:lnTo>
                    <a:pt x="3217629" y="1845180"/>
                  </a:lnTo>
                  <a:lnTo>
                    <a:pt x="3217738" y="1845180"/>
                  </a:lnTo>
                  <a:lnTo>
                    <a:pt x="3217846" y="1845180"/>
                  </a:lnTo>
                  <a:lnTo>
                    <a:pt x="3217955" y="1845180"/>
                  </a:lnTo>
                  <a:lnTo>
                    <a:pt x="3218063" y="1845180"/>
                  </a:lnTo>
                  <a:lnTo>
                    <a:pt x="3218171" y="1845180"/>
                  </a:lnTo>
                  <a:lnTo>
                    <a:pt x="3218280" y="1845180"/>
                  </a:lnTo>
                  <a:lnTo>
                    <a:pt x="3218388" y="1845180"/>
                  </a:lnTo>
                  <a:lnTo>
                    <a:pt x="3218497" y="1845180"/>
                  </a:lnTo>
                  <a:lnTo>
                    <a:pt x="3218497" y="1844556"/>
                  </a:lnTo>
                  <a:lnTo>
                    <a:pt x="3218605" y="1844556"/>
                  </a:lnTo>
                  <a:lnTo>
                    <a:pt x="3218714" y="1844556"/>
                  </a:lnTo>
                  <a:lnTo>
                    <a:pt x="3218822" y="1844556"/>
                  </a:lnTo>
                  <a:lnTo>
                    <a:pt x="3218931" y="1844556"/>
                  </a:lnTo>
                  <a:lnTo>
                    <a:pt x="3219039" y="1844556"/>
                  </a:lnTo>
                  <a:lnTo>
                    <a:pt x="3219147" y="1844556"/>
                  </a:lnTo>
                  <a:lnTo>
                    <a:pt x="3219147" y="1843932"/>
                  </a:lnTo>
                  <a:lnTo>
                    <a:pt x="3219256" y="1843932"/>
                  </a:lnTo>
                  <a:lnTo>
                    <a:pt x="3219256" y="1843309"/>
                  </a:lnTo>
                  <a:lnTo>
                    <a:pt x="3219256" y="1842685"/>
                  </a:lnTo>
                  <a:lnTo>
                    <a:pt x="3219364" y="1842685"/>
                  </a:lnTo>
                  <a:lnTo>
                    <a:pt x="3219473" y="1842685"/>
                  </a:lnTo>
                  <a:lnTo>
                    <a:pt x="3219581" y="1842685"/>
                  </a:lnTo>
                  <a:lnTo>
                    <a:pt x="3219690" y="1842685"/>
                  </a:lnTo>
                  <a:lnTo>
                    <a:pt x="3219690" y="1842062"/>
                  </a:lnTo>
                  <a:lnTo>
                    <a:pt x="3219798" y="1842062"/>
                  </a:lnTo>
                  <a:lnTo>
                    <a:pt x="3219798" y="1841438"/>
                  </a:lnTo>
                  <a:lnTo>
                    <a:pt x="3219907" y="1841438"/>
                  </a:lnTo>
                  <a:lnTo>
                    <a:pt x="3220015" y="1841438"/>
                  </a:lnTo>
                  <a:lnTo>
                    <a:pt x="3220124" y="1841438"/>
                  </a:lnTo>
                  <a:lnTo>
                    <a:pt x="3220232" y="1841438"/>
                  </a:lnTo>
                  <a:lnTo>
                    <a:pt x="3220340" y="1841438"/>
                  </a:lnTo>
                  <a:lnTo>
                    <a:pt x="3220449" y="1841438"/>
                  </a:lnTo>
                  <a:lnTo>
                    <a:pt x="3220557" y="1841438"/>
                  </a:lnTo>
                  <a:lnTo>
                    <a:pt x="3220557" y="1840815"/>
                  </a:lnTo>
                  <a:lnTo>
                    <a:pt x="3220666" y="1840815"/>
                  </a:lnTo>
                  <a:lnTo>
                    <a:pt x="3220774" y="1840815"/>
                  </a:lnTo>
                  <a:lnTo>
                    <a:pt x="3220883" y="1840815"/>
                  </a:lnTo>
                  <a:lnTo>
                    <a:pt x="3220991" y="1840815"/>
                  </a:lnTo>
                  <a:lnTo>
                    <a:pt x="3220991" y="1840191"/>
                  </a:lnTo>
                  <a:lnTo>
                    <a:pt x="3221100" y="1840191"/>
                  </a:lnTo>
                  <a:lnTo>
                    <a:pt x="3221208" y="1840191"/>
                  </a:lnTo>
                  <a:lnTo>
                    <a:pt x="3221316" y="1840191"/>
                  </a:lnTo>
                  <a:lnTo>
                    <a:pt x="3221425" y="1840191"/>
                  </a:lnTo>
                  <a:lnTo>
                    <a:pt x="3221533" y="1840191"/>
                  </a:lnTo>
                  <a:lnTo>
                    <a:pt x="3221642" y="1840191"/>
                  </a:lnTo>
                  <a:lnTo>
                    <a:pt x="3221750" y="1840191"/>
                  </a:lnTo>
                  <a:lnTo>
                    <a:pt x="3221859" y="1840191"/>
                  </a:lnTo>
                  <a:lnTo>
                    <a:pt x="3221967" y="1840191"/>
                  </a:lnTo>
                  <a:lnTo>
                    <a:pt x="3222076" y="1840191"/>
                  </a:lnTo>
                  <a:lnTo>
                    <a:pt x="3222184" y="1840191"/>
                  </a:lnTo>
                  <a:lnTo>
                    <a:pt x="3222292" y="1840191"/>
                  </a:lnTo>
                  <a:lnTo>
                    <a:pt x="3222401" y="1840191"/>
                  </a:lnTo>
                  <a:lnTo>
                    <a:pt x="3222509" y="1840191"/>
                  </a:lnTo>
                  <a:lnTo>
                    <a:pt x="3222509" y="1839567"/>
                  </a:lnTo>
                  <a:lnTo>
                    <a:pt x="3222618" y="1839567"/>
                  </a:lnTo>
                  <a:lnTo>
                    <a:pt x="3222726" y="1839567"/>
                  </a:lnTo>
                  <a:lnTo>
                    <a:pt x="3222835" y="1839567"/>
                  </a:lnTo>
                  <a:lnTo>
                    <a:pt x="3222943" y="1839567"/>
                  </a:lnTo>
                  <a:lnTo>
                    <a:pt x="3223052" y="1839567"/>
                  </a:lnTo>
                  <a:lnTo>
                    <a:pt x="3223052" y="1838944"/>
                  </a:lnTo>
                  <a:lnTo>
                    <a:pt x="3223160" y="1838944"/>
                  </a:lnTo>
                  <a:lnTo>
                    <a:pt x="3223268" y="1838944"/>
                  </a:lnTo>
                  <a:lnTo>
                    <a:pt x="3223377" y="1838944"/>
                  </a:lnTo>
                  <a:lnTo>
                    <a:pt x="3223485" y="1838944"/>
                  </a:lnTo>
                  <a:lnTo>
                    <a:pt x="3223594" y="1838944"/>
                  </a:lnTo>
                  <a:lnTo>
                    <a:pt x="3223702" y="1838944"/>
                  </a:lnTo>
                  <a:lnTo>
                    <a:pt x="3223811" y="1838944"/>
                  </a:lnTo>
                  <a:lnTo>
                    <a:pt x="3223919" y="1838944"/>
                  </a:lnTo>
                  <a:lnTo>
                    <a:pt x="3224028" y="1838944"/>
                  </a:lnTo>
                  <a:lnTo>
                    <a:pt x="3224136" y="1838944"/>
                  </a:lnTo>
                  <a:lnTo>
                    <a:pt x="3224245" y="1838944"/>
                  </a:lnTo>
                  <a:lnTo>
                    <a:pt x="3224353" y="1838944"/>
                  </a:lnTo>
                  <a:lnTo>
                    <a:pt x="3224461" y="1838944"/>
                  </a:lnTo>
                  <a:lnTo>
                    <a:pt x="3224570" y="1838944"/>
                  </a:lnTo>
                  <a:lnTo>
                    <a:pt x="3224678" y="1838944"/>
                  </a:lnTo>
                  <a:lnTo>
                    <a:pt x="3224678" y="1838320"/>
                  </a:lnTo>
                  <a:lnTo>
                    <a:pt x="3224787" y="1838320"/>
                  </a:lnTo>
                  <a:lnTo>
                    <a:pt x="3224895" y="1838320"/>
                  </a:lnTo>
                  <a:lnTo>
                    <a:pt x="3225004" y="1838320"/>
                  </a:lnTo>
                  <a:lnTo>
                    <a:pt x="3225112" y="1838320"/>
                  </a:lnTo>
                  <a:lnTo>
                    <a:pt x="3225221" y="1838320"/>
                  </a:lnTo>
                  <a:lnTo>
                    <a:pt x="3225329" y="1838320"/>
                  </a:lnTo>
                  <a:lnTo>
                    <a:pt x="3225437" y="1838320"/>
                  </a:lnTo>
                  <a:lnTo>
                    <a:pt x="3225546" y="1838320"/>
                  </a:lnTo>
                  <a:lnTo>
                    <a:pt x="3225654" y="1838320"/>
                  </a:lnTo>
                  <a:lnTo>
                    <a:pt x="3225763" y="1838320"/>
                  </a:lnTo>
                  <a:lnTo>
                    <a:pt x="3225871" y="1838320"/>
                  </a:lnTo>
                  <a:lnTo>
                    <a:pt x="3225980" y="1838320"/>
                  </a:lnTo>
                  <a:lnTo>
                    <a:pt x="3225980" y="1837697"/>
                  </a:lnTo>
                  <a:lnTo>
                    <a:pt x="3226088" y="1837697"/>
                  </a:lnTo>
                  <a:lnTo>
                    <a:pt x="3226197" y="1837697"/>
                  </a:lnTo>
                  <a:lnTo>
                    <a:pt x="3226305" y="1837697"/>
                  </a:lnTo>
                  <a:lnTo>
                    <a:pt x="3226305" y="1837073"/>
                  </a:lnTo>
                  <a:lnTo>
                    <a:pt x="3226413" y="1837073"/>
                  </a:lnTo>
                  <a:lnTo>
                    <a:pt x="3226522" y="1837073"/>
                  </a:lnTo>
                  <a:lnTo>
                    <a:pt x="3226522" y="1836449"/>
                  </a:lnTo>
                  <a:lnTo>
                    <a:pt x="3226630" y="1836449"/>
                  </a:lnTo>
                  <a:lnTo>
                    <a:pt x="3226739" y="1836449"/>
                  </a:lnTo>
                  <a:lnTo>
                    <a:pt x="3226847" y="1836449"/>
                  </a:lnTo>
                  <a:lnTo>
                    <a:pt x="3226956" y="1836449"/>
                  </a:lnTo>
                  <a:lnTo>
                    <a:pt x="3227064" y="1836449"/>
                  </a:lnTo>
                  <a:lnTo>
                    <a:pt x="3227173" y="1836449"/>
                  </a:lnTo>
                  <a:lnTo>
                    <a:pt x="3227173" y="1835826"/>
                  </a:lnTo>
                  <a:lnTo>
                    <a:pt x="3227281" y="1835826"/>
                  </a:lnTo>
                  <a:lnTo>
                    <a:pt x="3227389" y="1835826"/>
                  </a:lnTo>
                  <a:lnTo>
                    <a:pt x="3227498" y="1835826"/>
                  </a:lnTo>
                  <a:lnTo>
                    <a:pt x="3227498" y="1835202"/>
                  </a:lnTo>
                  <a:lnTo>
                    <a:pt x="3227606" y="1835202"/>
                  </a:lnTo>
                  <a:lnTo>
                    <a:pt x="3227715" y="1835202"/>
                  </a:lnTo>
                  <a:lnTo>
                    <a:pt x="3227715" y="1834579"/>
                  </a:lnTo>
                  <a:lnTo>
                    <a:pt x="3227823" y="1834579"/>
                  </a:lnTo>
                  <a:lnTo>
                    <a:pt x="3227932" y="1834579"/>
                  </a:lnTo>
                  <a:lnTo>
                    <a:pt x="3228040" y="1834579"/>
                  </a:lnTo>
                  <a:lnTo>
                    <a:pt x="3228149" y="1834579"/>
                  </a:lnTo>
                  <a:lnTo>
                    <a:pt x="3228257" y="1834579"/>
                  </a:lnTo>
                  <a:lnTo>
                    <a:pt x="3228366" y="1834579"/>
                  </a:lnTo>
                  <a:lnTo>
                    <a:pt x="3228474" y="1834579"/>
                  </a:lnTo>
                  <a:lnTo>
                    <a:pt x="3228582" y="1834579"/>
                  </a:lnTo>
                  <a:lnTo>
                    <a:pt x="3228691" y="1834579"/>
                  </a:lnTo>
                  <a:lnTo>
                    <a:pt x="3228799" y="1834579"/>
                  </a:lnTo>
                  <a:lnTo>
                    <a:pt x="3228908" y="1834579"/>
                  </a:lnTo>
                  <a:lnTo>
                    <a:pt x="3229016" y="1834579"/>
                  </a:lnTo>
                  <a:lnTo>
                    <a:pt x="3229125" y="1834579"/>
                  </a:lnTo>
                  <a:lnTo>
                    <a:pt x="3229125" y="1833955"/>
                  </a:lnTo>
                  <a:lnTo>
                    <a:pt x="3229233" y="1833955"/>
                  </a:lnTo>
                  <a:lnTo>
                    <a:pt x="3229342" y="1833955"/>
                  </a:lnTo>
                  <a:lnTo>
                    <a:pt x="3229342" y="1833332"/>
                  </a:lnTo>
                  <a:lnTo>
                    <a:pt x="3229450" y="1833332"/>
                  </a:lnTo>
                  <a:lnTo>
                    <a:pt x="3229558" y="1833332"/>
                  </a:lnTo>
                  <a:lnTo>
                    <a:pt x="3229667" y="1833332"/>
                  </a:lnTo>
                  <a:lnTo>
                    <a:pt x="3229775" y="1833332"/>
                  </a:lnTo>
                  <a:lnTo>
                    <a:pt x="3229884" y="1833332"/>
                  </a:lnTo>
                  <a:lnTo>
                    <a:pt x="3229992" y="1833332"/>
                  </a:lnTo>
                  <a:lnTo>
                    <a:pt x="3230101" y="1833332"/>
                  </a:lnTo>
                  <a:lnTo>
                    <a:pt x="3230209" y="1833332"/>
                  </a:lnTo>
                  <a:lnTo>
                    <a:pt x="3230318" y="1833332"/>
                  </a:lnTo>
                  <a:lnTo>
                    <a:pt x="3230426" y="1833332"/>
                  </a:lnTo>
                  <a:lnTo>
                    <a:pt x="3230534" y="1833332"/>
                  </a:lnTo>
                  <a:lnTo>
                    <a:pt x="3230643" y="1833332"/>
                  </a:lnTo>
                  <a:lnTo>
                    <a:pt x="3230751" y="1833332"/>
                  </a:lnTo>
                  <a:lnTo>
                    <a:pt x="3230860" y="1833332"/>
                  </a:lnTo>
                  <a:lnTo>
                    <a:pt x="3230968" y="1833332"/>
                  </a:lnTo>
                  <a:lnTo>
                    <a:pt x="3230968" y="1832708"/>
                  </a:lnTo>
                  <a:lnTo>
                    <a:pt x="3231077" y="1832708"/>
                  </a:lnTo>
                  <a:lnTo>
                    <a:pt x="3231077" y="1832084"/>
                  </a:lnTo>
                  <a:lnTo>
                    <a:pt x="3231185" y="1832084"/>
                  </a:lnTo>
                  <a:lnTo>
                    <a:pt x="3231294" y="1832084"/>
                  </a:lnTo>
                  <a:lnTo>
                    <a:pt x="3231402" y="1832084"/>
                  </a:lnTo>
                  <a:lnTo>
                    <a:pt x="3231510" y="1832084"/>
                  </a:lnTo>
                  <a:lnTo>
                    <a:pt x="3231619" y="1832084"/>
                  </a:lnTo>
                  <a:lnTo>
                    <a:pt x="3231727" y="1832084"/>
                  </a:lnTo>
                  <a:lnTo>
                    <a:pt x="3231836" y="1832084"/>
                  </a:lnTo>
                  <a:lnTo>
                    <a:pt x="3231836" y="1831461"/>
                  </a:lnTo>
                  <a:lnTo>
                    <a:pt x="3231944" y="1831461"/>
                  </a:lnTo>
                  <a:lnTo>
                    <a:pt x="3231944" y="1830837"/>
                  </a:lnTo>
                  <a:lnTo>
                    <a:pt x="3232053" y="1830837"/>
                  </a:lnTo>
                  <a:lnTo>
                    <a:pt x="3232161" y="1830837"/>
                  </a:lnTo>
                  <a:lnTo>
                    <a:pt x="3232270" y="1830837"/>
                  </a:lnTo>
                  <a:lnTo>
                    <a:pt x="3232378" y="1830837"/>
                  </a:lnTo>
                  <a:lnTo>
                    <a:pt x="3232378" y="1830214"/>
                  </a:lnTo>
                  <a:lnTo>
                    <a:pt x="3232487" y="1830214"/>
                  </a:lnTo>
                  <a:lnTo>
                    <a:pt x="3232595" y="1830214"/>
                  </a:lnTo>
                  <a:lnTo>
                    <a:pt x="3232703" y="1830214"/>
                  </a:lnTo>
                  <a:lnTo>
                    <a:pt x="3232703" y="1829590"/>
                  </a:lnTo>
                  <a:lnTo>
                    <a:pt x="3232812" y="1829590"/>
                  </a:lnTo>
                  <a:lnTo>
                    <a:pt x="3232812" y="1828966"/>
                  </a:lnTo>
                  <a:lnTo>
                    <a:pt x="3232920" y="1828966"/>
                  </a:lnTo>
                  <a:lnTo>
                    <a:pt x="3233029" y="1828966"/>
                  </a:lnTo>
                  <a:lnTo>
                    <a:pt x="3233137" y="1828966"/>
                  </a:lnTo>
                  <a:lnTo>
                    <a:pt x="3233246" y="1828966"/>
                  </a:lnTo>
                  <a:lnTo>
                    <a:pt x="3233246" y="1828343"/>
                  </a:lnTo>
                  <a:lnTo>
                    <a:pt x="3233354" y="1828343"/>
                  </a:lnTo>
                  <a:lnTo>
                    <a:pt x="3233463" y="1828343"/>
                  </a:lnTo>
                  <a:lnTo>
                    <a:pt x="3233571" y="1828343"/>
                  </a:lnTo>
                  <a:lnTo>
                    <a:pt x="3233679" y="1828343"/>
                  </a:lnTo>
                  <a:lnTo>
                    <a:pt x="3233788" y="1828343"/>
                  </a:lnTo>
                  <a:lnTo>
                    <a:pt x="3233788" y="1827719"/>
                  </a:lnTo>
                  <a:lnTo>
                    <a:pt x="3233896" y="1827719"/>
                  </a:lnTo>
                  <a:lnTo>
                    <a:pt x="3234005" y="1827719"/>
                  </a:lnTo>
                  <a:lnTo>
                    <a:pt x="3234113" y="1827719"/>
                  </a:lnTo>
                  <a:lnTo>
                    <a:pt x="3234222" y="1827719"/>
                  </a:lnTo>
                  <a:lnTo>
                    <a:pt x="3234330" y="1827719"/>
                  </a:lnTo>
                  <a:lnTo>
                    <a:pt x="3234439" y="1827719"/>
                  </a:lnTo>
                  <a:lnTo>
                    <a:pt x="3234547" y="1827719"/>
                  </a:lnTo>
                  <a:lnTo>
                    <a:pt x="3234655" y="1827719"/>
                  </a:lnTo>
                  <a:lnTo>
                    <a:pt x="3234764" y="1827719"/>
                  </a:lnTo>
                  <a:lnTo>
                    <a:pt x="3234872" y="1827719"/>
                  </a:lnTo>
                  <a:lnTo>
                    <a:pt x="3234872" y="1827096"/>
                  </a:lnTo>
                  <a:lnTo>
                    <a:pt x="3234872" y="1826472"/>
                  </a:lnTo>
                  <a:lnTo>
                    <a:pt x="3234981" y="1826472"/>
                  </a:lnTo>
                  <a:lnTo>
                    <a:pt x="3235089" y="1826472"/>
                  </a:lnTo>
                  <a:lnTo>
                    <a:pt x="3235198" y="1826472"/>
                  </a:lnTo>
                  <a:lnTo>
                    <a:pt x="3235306" y="1826472"/>
                  </a:lnTo>
                  <a:lnTo>
                    <a:pt x="3235415" y="1826472"/>
                  </a:lnTo>
                  <a:lnTo>
                    <a:pt x="3235523" y="1826472"/>
                  </a:lnTo>
                  <a:lnTo>
                    <a:pt x="3235631" y="1826472"/>
                  </a:lnTo>
                  <a:lnTo>
                    <a:pt x="3235740" y="1826472"/>
                  </a:lnTo>
                  <a:lnTo>
                    <a:pt x="3235848" y="1826472"/>
                  </a:lnTo>
                  <a:lnTo>
                    <a:pt x="3235957" y="1826472"/>
                  </a:lnTo>
                  <a:lnTo>
                    <a:pt x="3236065" y="1826472"/>
                  </a:lnTo>
                  <a:lnTo>
                    <a:pt x="3236174" y="1826472"/>
                  </a:lnTo>
                  <a:lnTo>
                    <a:pt x="3236282" y="1826472"/>
                  </a:lnTo>
                  <a:lnTo>
                    <a:pt x="3236391" y="1826472"/>
                  </a:lnTo>
                  <a:lnTo>
                    <a:pt x="3236499" y="1826472"/>
                  </a:lnTo>
                  <a:lnTo>
                    <a:pt x="3236607" y="1826472"/>
                  </a:lnTo>
                  <a:lnTo>
                    <a:pt x="3236716" y="1826472"/>
                  </a:lnTo>
                  <a:lnTo>
                    <a:pt x="3236824" y="1826472"/>
                  </a:lnTo>
                  <a:lnTo>
                    <a:pt x="3236933" y="1826472"/>
                  </a:lnTo>
                  <a:lnTo>
                    <a:pt x="3237041" y="1826472"/>
                  </a:lnTo>
                  <a:lnTo>
                    <a:pt x="3237150" y="1826472"/>
                  </a:lnTo>
                  <a:lnTo>
                    <a:pt x="3237258" y="1826472"/>
                  </a:lnTo>
                  <a:lnTo>
                    <a:pt x="3237367" y="1826472"/>
                  </a:lnTo>
                  <a:lnTo>
                    <a:pt x="3237475" y="1826472"/>
                  </a:lnTo>
                  <a:lnTo>
                    <a:pt x="3237584" y="1826472"/>
                  </a:lnTo>
                  <a:lnTo>
                    <a:pt x="3237692" y="1826472"/>
                  </a:lnTo>
                  <a:lnTo>
                    <a:pt x="3237800" y="1826472"/>
                  </a:lnTo>
                  <a:lnTo>
                    <a:pt x="3237909" y="1826472"/>
                  </a:lnTo>
                  <a:lnTo>
                    <a:pt x="3237909" y="1825849"/>
                  </a:lnTo>
                  <a:lnTo>
                    <a:pt x="3237909" y="1825225"/>
                  </a:lnTo>
                  <a:lnTo>
                    <a:pt x="3237909" y="1824601"/>
                  </a:lnTo>
                  <a:lnTo>
                    <a:pt x="3238017" y="1824601"/>
                  </a:lnTo>
                  <a:lnTo>
                    <a:pt x="3238126" y="1824601"/>
                  </a:lnTo>
                  <a:lnTo>
                    <a:pt x="3238126" y="1823978"/>
                  </a:lnTo>
                  <a:lnTo>
                    <a:pt x="3238234" y="1823978"/>
                  </a:lnTo>
                  <a:lnTo>
                    <a:pt x="3238343" y="1823978"/>
                  </a:lnTo>
                  <a:lnTo>
                    <a:pt x="3238451" y="1823978"/>
                  </a:lnTo>
                  <a:lnTo>
                    <a:pt x="3238560" y="1823978"/>
                  </a:lnTo>
                  <a:lnTo>
                    <a:pt x="3238668" y="1823978"/>
                  </a:lnTo>
                  <a:lnTo>
                    <a:pt x="3238776" y="1823978"/>
                  </a:lnTo>
                  <a:lnTo>
                    <a:pt x="3238885" y="1823978"/>
                  </a:lnTo>
                  <a:lnTo>
                    <a:pt x="3238993" y="1823978"/>
                  </a:lnTo>
                  <a:lnTo>
                    <a:pt x="3239102" y="1823978"/>
                  </a:lnTo>
                  <a:lnTo>
                    <a:pt x="3239210" y="1823978"/>
                  </a:lnTo>
                  <a:lnTo>
                    <a:pt x="3239319" y="1823978"/>
                  </a:lnTo>
                  <a:lnTo>
                    <a:pt x="3239319" y="1823354"/>
                  </a:lnTo>
                  <a:lnTo>
                    <a:pt x="3239427" y="1823354"/>
                  </a:lnTo>
                  <a:lnTo>
                    <a:pt x="3239536" y="1823354"/>
                  </a:lnTo>
                  <a:lnTo>
                    <a:pt x="3239644" y="1823354"/>
                  </a:lnTo>
                  <a:lnTo>
                    <a:pt x="3239644" y="1822731"/>
                  </a:lnTo>
                  <a:lnTo>
                    <a:pt x="3239752" y="1822731"/>
                  </a:lnTo>
                  <a:lnTo>
                    <a:pt x="3239861" y="1822731"/>
                  </a:lnTo>
                  <a:lnTo>
                    <a:pt x="3239969" y="1822731"/>
                  </a:lnTo>
                  <a:lnTo>
                    <a:pt x="3240078" y="1822731"/>
                  </a:lnTo>
                  <a:lnTo>
                    <a:pt x="3240078" y="1822107"/>
                  </a:lnTo>
                  <a:lnTo>
                    <a:pt x="3240078" y="1821483"/>
                  </a:lnTo>
                  <a:lnTo>
                    <a:pt x="3240186" y="1821483"/>
                  </a:lnTo>
                  <a:lnTo>
                    <a:pt x="3240295" y="1821483"/>
                  </a:lnTo>
                  <a:lnTo>
                    <a:pt x="3240403" y="1821483"/>
                  </a:lnTo>
                  <a:lnTo>
                    <a:pt x="3240512" y="1821483"/>
                  </a:lnTo>
                  <a:lnTo>
                    <a:pt x="3240620" y="1821483"/>
                  </a:lnTo>
                  <a:lnTo>
                    <a:pt x="3240728" y="1821483"/>
                  </a:lnTo>
                  <a:lnTo>
                    <a:pt x="3240837" y="1821483"/>
                  </a:lnTo>
                  <a:lnTo>
                    <a:pt x="3240945" y="1821483"/>
                  </a:lnTo>
                  <a:lnTo>
                    <a:pt x="3241054" y="1821483"/>
                  </a:lnTo>
                  <a:lnTo>
                    <a:pt x="3241054" y="1820860"/>
                  </a:lnTo>
                  <a:lnTo>
                    <a:pt x="3241162" y="1820860"/>
                  </a:lnTo>
                  <a:lnTo>
                    <a:pt x="3241271" y="1820860"/>
                  </a:lnTo>
                  <a:lnTo>
                    <a:pt x="3241379" y="1820860"/>
                  </a:lnTo>
                  <a:lnTo>
                    <a:pt x="3241488" y="1820860"/>
                  </a:lnTo>
                  <a:lnTo>
                    <a:pt x="3241596" y="1820860"/>
                  </a:lnTo>
                  <a:lnTo>
                    <a:pt x="3241596" y="1820236"/>
                  </a:lnTo>
                  <a:lnTo>
                    <a:pt x="3241705" y="1820236"/>
                  </a:lnTo>
                  <a:lnTo>
                    <a:pt x="3241813" y="1820236"/>
                  </a:lnTo>
                  <a:lnTo>
                    <a:pt x="3241921" y="1820236"/>
                  </a:lnTo>
                  <a:lnTo>
                    <a:pt x="3242030" y="1820236"/>
                  </a:lnTo>
                  <a:lnTo>
                    <a:pt x="3242138" y="1820236"/>
                  </a:lnTo>
                  <a:lnTo>
                    <a:pt x="3242138" y="1819613"/>
                  </a:lnTo>
                  <a:lnTo>
                    <a:pt x="3242247" y="1819613"/>
                  </a:lnTo>
                  <a:lnTo>
                    <a:pt x="3242355" y="1819613"/>
                  </a:lnTo>
                  <a:lnTo>
                    <a:pt x="3242464" y="1819613"/>
                  </a:lnTo>
                  <a:lnTo>
                    <a:pt x="3242572" y="1819613"/>
                  </a:lnTo>
                  <a:lnTo>
                    <a:pt x="3242681" y="1819613"/>
                  </a:lnTo>
                  <a:lnTo>
                    <a:pt x="3242681" y="1818989"/>
                  </a:lnTo>
                  <a:lnTo>
                    <a:pt x="3242789" y="1818989"/>
                  </a:lnTo>
                  <a:lnTo>
                    <a:pt x="3242897" y="1818989"/>
                  </a:lnTo>
                  <a:lnTo>
                    <a:pt x="3243006" y="1818989"/>
                  </a:lnTo>
                  <a:lnTo>
                    <a:pt x="3243006" y="1818366"/>
                  </a:lnTo>
                  <a:lnTo>
                    <a:pt x="3243114" y="1818366"/>
                  </a:lnTo>
                  <a:lnTo>
                    <a:pt x="3243114" y="1817742"/>
                  </a:lnTo>
                  <a:lnTo>
                    <a:pt x="3243223" y="1817742"/>
                  </a:lnTo>
                  <a:lnTo>
                    <a:pt x="3243223" y="1817118"/>
                  </a:lnTo>
                  <a:lnTo>
                    <a:pt x="3243331" y="1817118"/>
                  </a:lnTo>
                  <a:lnTo>
                    <a:pt x="3243440" y="1817118"/>
                  </a:lnTo>
                  <a:lnTo>
                    <a:pt x="3243548" y="1817118"/>
                  </a:lnTo>
                  <a:lnTo>
                    <a:pt x="3243657" y="1817118"/>
                  </a:lnTo>
                  <a:lnTo>
                    <a:pt x="3243765" y="1817118"/>
                  </a:lnTo>
                  <a:lnTo>
                    <a:pt x="3243873" y="1817118"/>
                  </a:lnTo>
                  <a:lnTo>
                    <a:pt x="3243982" y="1817118"/>
                  </a:lnTo>
                  <a:lnTo>
                    <a:pt x="3244090" y="1817118"/>
                  </a:lnTo>
                  <a:lnTo>
                    <a:pt x="3244199" y="1817118"/>
                  </a:lnTo>
                  <a:lnTo>
                    <a:pt x="3244307" y="1817118"/>
                  </a:lnTo>
                  <a:lnTo>
                    <a:pt x="3244307" y="1816495"/>
                  </a:lnTo>
                  <a:lnTo>
                    <a:pt x="3244307" y="1815871"/>
                  </a:lnTo>
                  <a:lnTo>
                    <a:pt x="3244416" y="1815871"/>
                  </a:lnTo>
                  <a:lnTo>
                    <a:pt x="3244524" y="1815871"/>
                  </a:lnTo>
                  <a:lnTo>
                    <a:pt x="3244633" y="1815871"/>
                  </a:lnTo>
                  <a:lnTo>
                    <a:pt x="3244633" y="1815248"/>
                  </a:lnTo>
                  <a:lnTo>
                    <a:pt x="3244741" y="1815248"/>
                  </a:lnTo>
                  <a:lnTo>
                    <a:pt x="3244849" y="1815248"/>
                  </a:lnTo>
                  <a:lnTo>
                    <a:pt x="3244849" y="1814624"/>
                  </a:lnTo>
                  <a:lnTo>
                    <a:pt x="3244958" y="1814624"/>
                  </a:lnTo>
                  <a:lnTo>
                    <a:pt x="3245066" y="1814624"/>
                  </a:lnTo>
                  <a:lnTo>
                    <a:pt x="3245175" y="1814624"/>
                  </a:lnTo>
                  <a:lnTo>
                    <a:pt x="3245283" y="1814624"/>
                  </a:lnTo>
                  <a:lnTo>
                    <a:pt x="3245392" y="1814624"/>
                  </a:lnTo>
                  <a:lnTo>
                    <a:pt x="3245500" y="1814624"/>
                  </a:lnTo>
                  <a:lnTo>
                    <a:pt x="3245609" y="1814624"/>
                  </a:lnTo>
                  <a:lnTo>
                    <a:pt x="3245717" y="1814624"/>
                  </a:lnTo>
                  <a:lnTo>
                    <a:pt x="3245826" y="1814624"/>
                  </a:lnTo>
                  <a:lnTo>
                    <a:pt x="3245934" y="1814624"/>
                  </a:lnTo>
                  <a:lnTo>
                    <a:pt x="3246042" y="1814624"/>
                  </a:lnTo>
                  <a:lnTo>
                    <a:pt x="3246151" y="1814624"/>
                  </a:lnTo>
                  <a:lnTo>
                    <a:pt x="3246259" y="1814624"/>
                  </a:lnTo>
                  <a:lnTo>
                    <a:pt x="3246259" y="1814000"/>
                  </a:lnTo>
                  <a:lnTo>
                    <a:pt x="3246368" y="1814000"/>
                  </a:lnTo>
                  <a:lnTo>
                    <a:pt x="3246368" y="1813377"/>
                  </a:lnTo>
                  <a:lnTo>
                    <a:pt x="3246476" y="1813377"/>
                  </a:lnTo>
                  <a:lnTo>
                    <a:pt x="3246585" y="1813377"/>
                  </a:lnTo>
                  <a:lnTo>
                    <a:pt x="3246693" y="1813377"/>
                  </a:lnTo>
                  <a:lnTo>
                    <a:pt x="3246802" y="1813377"/>
                  </a:lnTo>
                  <a:lnTo>
                    <a:pt x="3246910" y="1813377"/>
                  </a:lnTo>
                  <a:lnTo>
                    <a:pt x="3247018" y="1813377"/>
                  </a:lnTo>
                  <a:lnTo>
                    <a:pt x="3247018" y="1812753"/>
                  </a:lnTo>
                  <a:lnTo>
                    <a:pt x="3247127" y="1812753"/>
                  </a:lnTo>
                  <a:lnTo>
                    <a:pt x="3247235" y="1812753"/>
                  </a:lnTo>
                  <a:lnTo>
                    <a:pt x="3247344" y="1812753"/>
                  </a:lnTo>
                  <a:lnTo>
                    <a:pt x="3247452" y="1812753"/>
                  </a:lnTo>
                  <a:lnTo>
                    <a:pt x="3247561" y="1812753"/>
                  </a:lnTo>
                  <a:lnTo>
                    <a:pt x="3247669" y="1812753"/>
                  </a:lnTo>
                  <a:lnTo>
                    <a:pt x="3247778" y="1812753"/>
                  </a:lnTo>
                  <a:lnTo>
                    <a:pt x="3247886" y="1812753"/>
                  </a:lnTo>
                  <a:lnTo>
                    <a:pt x="3247994" y="1812753"/>
                  </a:lnTo>
                  <a:lnTo>
                    <a:pt x="3247994" y="1812130"/>
                  </a:lnTo>
                  <a:lnTo>
                    <a:pt x="3248103" y="1812130"/>
                  </a:lnTo>
                  <a:lnTo>
                    <a:pt x="3248211" y="1812130"/>
                  </a:lnTo>
                  <a:lnTo>
                    <a:pt x="3248320" y="1812130"/>
                  </a:lnTo>
                  <a:lnTo>
                    <a:pt x="3248428" y="1812130"/>
                  </a:lnTo>
                  <a:lnTo>
                    <a:pt x="3248537" y="1812130"/>
                  </a:lnTo>
                  <a:lnTo>
                    <a:pt x="3248645" y="1812130"/>
                  </a:lnTo>
                  <a:lnTo>
                    <a:pt x="3248645" y="1811506"/>
                  </a:lnTo>
                  <a:lnTo>
                    <a:pt x="3248645" y="1810883"/>
                  </a:lnTo>
                  <a:lnTo>
                    <a:pt x="3248754" y="1810883"/>
                  </a:lnTo>
                  <a:lnTo>
                    <a:pt x="3248862" y="1810883"/>
                  </a:lnTo>
                  <a:lnTo>
                    <a:pt x="3248970" y="1810883"/>
                  </a:lnTo>
                  <a:lnTo>
                    <a:pt x="3249079" y="1810883"/>
                  </a:lnTo>
                  <a:lnTo>
                    <a:pt x="3249187" y="1810883"/>
                  </a:lnTo>
                  <a:lnTo>
                    <a:pt x="3249296" y="1810883"/>
                  </a:lnTo>
                  <a:lnTo>
                    <a:pt x="3249404" y="1810883"/>
                  </a:lnTo>
                  <a:lnTo>
                    <a:pt x="3249513" y="1810883"/>
                  </a:lnTo>
                  <a:lnTo>
                    <a:pt x="3249621" y="1810883"/>
                  </a:lnTo>
                  <a:lnTo>
                    <a:pt x="3249730" y="1810883"/>
                  </a:lnTo>
                  <a:lnTo>
                    <a:pt x="3249838" y="1810883"/>
                  </a:lnTo>
                  <a:lnTo>
                    <a:pt x="3249947" y="1810883"/>
                  </a:lnTo>
                  <a:lnTo>
                    <a:pt x="3250055" y="1810883"/>
                  </a:lnTo>
                  <a:lnTo>
                    <a:pt x="3250163" y="1810883"/>
                  </a:lnTo>
                  <a:lnTo>
                    <a:pt x="3250272" y="1810883"/>
                  </a:lnTo>
                  <a:lnTo>
                    <a:pt x="3250380" y="1810883"/>
                  </a:lnTo>
                  <a:lnTo>
                    <a:pt x="3250489" y="1810883"/>
                  </a:lnTo>
                  <a:lnTo>
                    <a:pt x="3250597" y="1810883"/>
                  </a:lnTo>
                  <a:lnTo>
                    <a:pt x="3250706" y="1810883"/>
                  </a:lnTo>
                  <a:lnTo>
                    <a:pt x="3250814" y="1810883"/>
                  </a:lnTo>
                  <a:lnTo>
                    <a:pt x="3250923" y="1810883"/>
                  </a:lnTo>
                  <a:lnTo>
                    <a:pt x="3251031" y="1810883"/>
                  </a:lnTo>
                  <a:lnTo>
                    <a:pt x="3251031" y="1810259"/>
                  </a:lnTo>
                  <a:lnTo>
                    <a:pt x="3251139" y="1810259"/>
                  </a:lnTo>
                  <a:lnTo>
                    <a:pt x="3251248" y="1810259"/>
                  </a:lnTo>
                  <a:lnTo>
                    <a:pt x="3251356" y="1810259"/>
                  </a:lnTo>
                  <a:lnTo>
                    <a:pt x="3251465" y="1810259"/>
                  </a:lnTo>
                  <a:lnTo>
                    <a:pt x="3251573" y="1810259"/>
                  </a:lnTo>
                  <a:lnTo>
                    <a:pt x="3251682" y="1810259"/>
                  </a:lnTo>
                  <a:lnTo>
                    <a:pt x="3251682" y="1809635"/>
                  </a:lnTo>
                  <a:lnTo>
                    <a:pt x="3251790" y="1809635"/>
                  </a:lnTo>
                  <a:lnTo>
                    <a:pt x="3251899" y="1809635"/>
                  </a:lnTo>
                  <a:lnTo>
                    <a:pt x="3251899" y="1809012"/>
                  </a:lnTo>
                  <a:lnTo>
                    <a:pt x="3252007" y="1809012"/>
                  </a:lnTo>
                  <a:lnTo>
                    <a:pt x="3252115" y="1809012"/>
                  </a:lnTo>
                  <a:lnTo>
                    <a:pt x="3252224" y="1809012"/>
                  </a:lnTo>
                  <a:lnTo>
                    <a:pt x="3252332" y="1809012"/>
                  </a:lnTo>
                  <a:lnTo>
                    <a:pt x="3252441" y="1809012"/>
                  </a:lnTo>
                  <a:lnTo>
                    <a:pt x="3252549" y="1809012"/>
                  </a:lnTo>
                  <a:lnTo>
                    <a:pt x="3252658" y="1809012"/>
                  </a:lnTo>
                  <a:lnTo>
                    <a:pt x="3252766" y="1809012"/>
                  </a:lnTo>
                  <a:lnTo>
                    <a:pt x="3252875" y="1809012"/>
                  </a:lnTo>
                  <a:lnTo>
                    <a:pt x="3252983" y="1809012"/>
                  </a:lnTo>
                  <a:lnTo>
                    <a:pt x="3253091" y="1809012"/>
                  </a:lnTo>
                  <a:lnTo>
                    <a:pt x="3253200" y="1809012"/>
                  </a:lnTo>
                  <a:lnTo>
                    <a:pt x="3253308" y="1809012"/>
                  </a:lnTo>
                  <a:lnTo>
                    <a:pt x="3253417" y="1809012"/>
                  </a:lnTo>
                  <a:lnTo>
                    <a:pt x="3253525" y="1809012"/>
                  </a:lnTo>
                  <a:lnTo>
                    <a:pt x="3253525" y="1808388"/>
                  </a:lnTo>
                  <a:lnTo>
                    <a:pt x="3253634" y="1808388"/>
                  </a:lnTo>
                  <a:lnTo>
                    <a:pt x="3253742" y="1808388"/>
                  </a:lnTo>
                  <a:lnTo>
                    <a:pt x="3253851" y="1808388"/>
                  </a:lnTo>
                  <a:lnTo>
                    <a:pt x="3253851" y="1807765"/>
                  </a:lnTo>
                  <a:lnTo>
                    <a:pt x="3253959" y="1807765"/>
                  </a:lnTo>
                  <a:lnTo>
                    <a:pt x="3254068" y="1807765"/>
                  </a:lnTo>
                  <a:lnTo>
                    <a:pt x="3254068" y="1807141"/>
                  </a:lnTo>
                  <a:lnTo>
                    <a:pt x="3254176" y="1807141"/>
                  </a:lnTo>
                  <a:lnTo>
                    <a:pt x="3254284" y="1807141"/>
                  </a:lnTo>
                  <a:lnTo>
                    <a:pt x="3254393" y="1807141"/>
                  </a:lnTo>
                  <a:lnTo>
                    <a:pt x="3254501" y="1807141"/>
                  </a:lnTo>
                  <a:lnTo>
                    <a:pt x="3254610" y="1807141"/>
                  </a:lnTo>
                  <a:lnTo>
                    <a:pt x="3254718" y="1807141"/>
                  </a:lnTo>
                  <a:lnTo>
                    <a:pt x="3254827" y="1807141"/>
                  </a:lnTo>
                  <a:lnTo>
                    <a:pt x="3254935" y="1807141"/>
                  </a:lnTo>
                  <a:lnTo>
                    <a:pt x="3255044" y="1807141"/>
                  </a:lnTo>
                  <a:lnTo>
                    <a:pt x="3255152" y="1807141"/>
                  </a:lnTo>
                  <a:lnTo>
                    <a:pt x="3255260" y="1807141"/>
                  </a:lnTo>
                  <a:lnTo>
                    <a:pt x="3255369" y="1807141"/>
                  </a:lnTo>
                  <a:lnTo>
                    <a:pt x="3255477" y="1807141"/>
                  </a:lnTo>
                  <a:lnTo>
                    <a:pt x="3255586" y="1807141"/>
                  </a:lnTo>
                  <a:lnTo>
                    <a:pt x="3255694" y="1807141"/>
                  </a:lnTo>
                  <a:lnTo>
                    <a:pt x="3255803" y="1807141"/>
                  </a:lnTo>
                  <a:lnTo>
                    <a:pt x="3255911" y="1807141"/>
                  </a:lnTo>
                  <a:lnTo>
                    <a:pt x="3256020" y="1807141"/>
                  </a:lnTo>
                  <a:lnTo>
                    <a:pt x="3256128" y="1807141"/>
                  </a:lnTo>
                  <a:lnTo>
                    <a:pt x="3256128" y="1806517"/>
                  </a:lnTo>
                  <a:lnTo>
                    <a:pt x="3256128" y="1805894"/>
                  </a:lnTo>
                  <a:lnTo>
                    <a:pt x="3256236" y="1805894"/>
                  </a:lnTo>
                  <a:lnTo>
                    <a:pt x="3256345" y="1805894"/>
                  </a:lnTo>
                  <a:lnTo>
                    <a:pt x="3256453" y="1805894"/>
                  </a:lnTo>
                  <a:lnTo>
                    <a:pt x="3256453" y="1805270"/>
                  </a:lnTo>
                  <a:lnTo>
                    <a:pt x="3256562" y="1805270"/>
                  </a:lnTo>
                  <a:lnTo>
                    <a:pt x="3256670" y="1805270"/>
                  </a:lnTo>
                  <a:lnTo>
                    <a:pt x="3256779" y="1805270"/>
                  </a:lnTo>
                  <a:lnTo>
                    <a:pt x="3256887" y="1805270"/>
                  </a:lnTo>
                  <a:lnTo>
                    <a:pt x="3256996" y="1805270"/>
                  </a:lnTo>
                  <a:lnTo>
                    <a:pt x="3257104" y="1805270"/>
                  </a:lnTo>
                  <a:lnTo>
                    <a:pt x="3257212" y="1805270"/>
                  </a:lnTo>
                  <a:lnTo>
                    <a:pt x="3257321" y="1805270"/>
                  </a:lnTo>
                  <a:lnTo>
                    <a:pt x="3257429" y="1805270"/>
                  </a:lnTo>
                  <a:lnTo>
                    <a:pt x="3257538" y="1805270"/>
                  </a:lnTo>
                  <a:lnTo>
                    <a:pt x="3257646" y="1805270"/>
                  </a:lnTo>
                  <a:lnTo>
                    <a:pt x="3257646" y="1804647"/>
                  </a:lnTo>
                  <a:lnTo>
                    <a:pt x="3257755" y="1804647"/>
                  </a:lnTo>
                  <a:lnTo>
                    <a:pt x="3257863" y="1804647"/>
                  </a:lnTo>
                  <a:lnTo>
                    <a:pt x="3257972" y="1804647"/>
                  </a:lnTo>
                  <a:lnTo>
                    <a:pt x="3258080" y="1804647"/>
                  </a:lnTo>
                  <a:lnTo>
                    <a:pt x="3258189" y="1804647"/>
                  </a:lnTo>
                  <a:lnTo>
                    <a:pt x="3258297" y="1804647"/>
                  </a:lnTo>
                  <a:lnTo>
                    <a:pt x="3258405" y="1804647"/>
                  </a:lnTo>
                  <a:lnTo>
                    <a:pt x="3258514" y="1804647"/>
                  </a:lnTo>
                  <a:lnTo>
                    <a:pt x="3258622" y="1804647"/>
                  </a:lnTo>
                  <a:lnTo>
                    <a:pt x="3258731" y="1804647"/>
                  </a:lnTo>
                  <a:lnTo>
                    <a:pt x="3258839" y="1804647"/>
                  </a:lnTo>
                  <a:lnTo>
                    <a:pt x="3258948" y="1804647"/>
                  </a:lnTo>
                  <a:lnTo>
                    <a:pt x="3259056" y="1804647"/>
                  </a:lnTo>
                  <a:lnTo>
                    <a:pt x="3259165" y="1804647"/>
                  </a:lnTo>
                  <a:lnTo>
                    <a:pt x="3259165" y="1804023"/>
                  </a:lnTo>
                  <a:lnTo>
                    <a:pt x="3259273" y="1804023"/>
                  </a:lnTo>
                  <a:lnTo>
                    <a:pt x="3259381" y="1804023"/>
                  </a:lnTo>
                  <a:lnTo>
                    <a:pt x="3259381" y="1803400"/>
                  </a:lnTo>
                  <a:lnTo>
                    <a:pt x="3259490" y="1803400"/>
                  </a:lnTo>
                  <a:lnTo>
                    <a:pt x="3259598" y="1803400"/>
                  </a:lnTo>
                  <a:lnTo>
                    <a:pt x="3259707" y="1803400"/>
                  </a:lnTo>
                  <a:lnTo>
                    <a:pt x="3259815" y="1803400"/>
                  </a:lnTo>
                  <a:lnTo>
                    <a:pt x="3259815" y="1802776"/>
                  </a:lnTo>
                  <a:lnTo>
                    <a:pt x="3259815" y="1802152"/>
                  </a:lnTo>
                  <a:lnTo>
                    <a:pt x="3259924" y="1802152"/>
                  </a:lnTo>
                  <a:lnTo>
                    <a:pt x="3260032" y="1802152"/>
                  </a:lnTo>
                  <a:lnTo>
                    <a:pt x="3260141" y="1802152"/>
                  </a:lnTo>
                  <a:lnTo>
                    <a:pt x="3260249" y="1802152"/>
                  </a:lnTo>
                  <a:lnTo>
                    <a:pt x="3260357" y="1802152"/>
                  </a:lnTo>
                  <a:lnTo>
                    <a:pt x="3260466" y="1802152"/>
                  </a:lnTo>
                  <a:lnTo>
                    <a:pt x="3260574" y="1802152"/>
                  </a:lnTo>
                  <a:lnTo>
                    <a:pt x="3260683" y="1802152"/>
                  </a:lnTo>
                  <a:lnTo>
                    <a:pt x="3260791" y="1802152"/>
                  </a:lnTo>
                  <a:lnTo>
                    <a:pt x="3260900" y="1802152"/>
                  </a:lnTo>
                  <a:lnTo>
                    <a:pt x="3261008" y="1802152"/>
                  </a:lnTo>
                  <a:lnTo>
                    <a:pt x="3261117" y="1802152"/>
                  </a:lnTo>
                  <a:lnTo>
                    <a:pt x="3261225" y="1802152"/>
                  </a:lnTo>
                  <a:lnTo>
                    <a:pt x="3261333" y="1802152"/>
                  </a:lnTo>
                  <a:lnTo>
                    <a:pt x="3261333" y="1801529"/>
                  </a:lnTo>
                  <a:lnTo>
                    <a:pt x="3261442" y="1801529"/>
                  </a:lnTo>
                  <a:lnTo>
                    <a:pt x="3261550" y="1801529"/>
                  </a:lnTo>
                  <a:lnTo>
                    <a:pt x="3261659" y="1801529"/>
                  </a:lnTo>
                  <a:lnTo>
                    <a:pt x="3261767" y="1801529"/>
                  </a:lnTo>
                  <a:lnTo>
                    <a:pt x="3261876" y="1801529"/>
                  </a:lnTo>
                  <a:lnTo>
                    <a:pt x="3261984" y="1801529"/>
                  </a:lnTo>
                  <a:lnTo>
                    <a:pt x="3262093" y="1801529"/>
                  </a:lnTo>
                  <a:lnTo>
                    <a:pt x="3262201" y="1801529"/>
                  </a:lnTo>
                  <a:lnTo>
                    <a:pt x="3262309" y="1801529"/>
                  </a:lnTo>
                  <a:lnTo>
                    <a:pt x="3262309" y="1800905"/>
                  </a:lnTo>
                  <a:lnTo>
                    <a:pt x="3262418" y="1800905"/>
                  </a:lnTo>
                  <a:lnTo>
                    <a:pt x="3262526" y="1800905"/>
                  </a:lnTo>
                  <a:lnTo>
                    <a:pt x="3262635" y="1800905"/>
                  </a:lnTo>
                  <a:lnTo>
                    <a:pt x="3262743" y="1800905"/>
                  </a:lnTo>
                  <a:lnTo>
                    <a:pt x="3262852" y="1800905"/>
                  </a:lnTo>
                  <a:lnTo>
                    <a:pt x="3262960" y="1800905"/>
                  </a:lnTo>
                  <a:lnTo>
                    <a:pt x="3262960" y="1800282"/>
                  </a:lnTo>
                  <a:lnTo>
                    <a:pt x="3263069" y="1800282"/>
                  </a:lnTo>
                  <a:lnTo>
                    <a:pt x="3263069" y="1799658"/>
                  </a:lnTo>
                  <a:lnTo>
                    <a:pt x="3263177" y="1799658"/>
                  </a:lnTo>
                  <a:lnTo>
                    <a:pt x="3263286" y="1799658"/>
                  </a:lnTo>
                  <a:lnTo>
                    <a:pt x="3263394" y="1799658"/>
                  </a:lnTo>
                  <a:lnTo>
                    <a:pt x="3263502" y="1799658"/>
                  </a:lnTo>
                  <a:lnTo>
                    <a:pt x="3263611" y="1799658"/>
                  </a:lnTo>
                  <a:lnTo>
                    <a:pt x="3263719" y="1799658"/>
                  </a:lnTo>
                  <a:lnTo>
                    <a:pt x="3263828" y="1799658"/>
                  </a:lnTo>
                  <a:lnTo>
                    <a:pt x="3263936" y="1799658"/>
                  </a:lnTo>
                  <a:lnTo>
                    <a:pt x="3264045" y="1799658"/>
                  </a:lnTo>
                  <a:lnTo>
                    <a:pt x="3264153" y="1799658"/>
                  </a:lnTo>
                  <a:lnTo>
                    <a:pt x="3264262" y="1799658"/>
                  </a:lnTo>
                  <a:lnTo>
                    <a:pt x="3264370" y="1799658"/>
                  </a:lnTo>
                  <a:lnTo>
                    <a:pt x="3264478" y="1799658"/>
                  </a:lnTo>
                  <a:lnTo>
                    <a:pt x="3264587" y="1799658"/>
                  </a:lnTo>
                  <a:lnTo>
                    <a:pt x="3264587" y="1799034"/>
                  </a:lnTo>
                  <a:lnTo>
                    <a:pt x="3264695" y="1799034"/>
                  </a:lnTo>
                  <a:lnTo>
                    <a:pt x="3264804" y="1799034"/>
                  </a:lnTo>
                  <a:lnTo>
                    <a:pt x="3264912" y="1799034"/>
                  </a:lnTo>
                  <a:lnTo>
                    <a:pt x="3265021" y="1799034"/>
                  </a:lnTo>
                  <a:lnTo>
                    <a:pt x="3265129" y="1799034"/>
                  </a:lnTo>
                  <a:lnTo>
                    <a:pt x="3265238" y="1799034"/>
                  </a:lnTo>
                  <a:lnTo>
                    <a:pt x="3265346" y="1799034"/>
                  </a:lnTo>
                  <a:lnTo>
                    <a:pt x="3265454" y="1799034"/>
                  </a:lnTo>
                  <a:lnTo>
                    <a:pt x="3265563" y="1799034"/>
                  </a:lnTo>
                  <a:lnTo>
                    <a:pt x="3265671" y="1799034"/>
                  </a:lnTo>
                  <a:lnTo>
                    <a:pt x="3265780" y="1799034"/>
                  </a:lnTo>
                  <a:lnTo>
                    <a:pt x="3265888" y="1799034"/>
                  </a:lnTo>
                  <a:lnTo>
                    <a:pt x="3265997" y="1799034"/>
                  </a:lnTo>
                  <a:lnTo>
                    <a:pt x="3266105" y="1799034"/>
                  </a:lnTo>
                  <a:lnTo>
                    <a:pt x="3266214" y="1799034"/>
                  </a:lnTo>
                  <a:lnTo>
                    <a:pt x="3266322" y="1799034"/>
                  </a:lnTo>
                  <a:lnTo>
                    <a:pt x="3266430" y="1799034"/>
                  </a:lnTo>
                  <a:lnTo>
                    <a:pt x="3266539" y="1799034"/>
                  </a:lnTo>
                  <a:lnTo>
                    <a:pt x="3266647" y="1799034"/>
                  </a:lnTo>
                  <a:lnTo>
                    <a:pt x="3266756" y="1799034"/>
                  </a:lnTo>
                  <a:lnTo>
                    <a:pt x="3266864" y="1799034"/>
                  </a:lnTo>
                  <a:lnTo>
                    <a:pt x="3266973" y="1799034"/>
                  </a:lnTo>
                  <a:lnTo>
                    <a:pt x="3267081" y="1799034"/>
                  </a:lnTo>
                  <a:lnTo>
                    <a:pt x="3267190" y="1799034"/>
                  </a:lnTo>
                  <a:lnTo>
                    <a:pt x="3267298" y="1799034"/>
                  </a:lnTo>
                  <a:lnTo>
                    <a:pt x="3267407" y="1799034"/>
                  </a:lnTo>
                  <a:lnTo>
                    <a:pt x="3267515" y="1799034"/>
                  </a:lnTo>
                  <a:lnTo>
                    <a:pt x="3267623" y="1799034"/>
                  </a:lnTo>
                  <a:lnTo>
                    <a:pt x="3267732" y="1799034"/>
                  </a:lnTo>
                  <a:lnTo>
                    <a:pt x="3267840" y="1799034"/>
                  </a:lnTo>
                  <a:lnTo>
                    <a:pt x="3267949" y="1799034"/>
                  </a:lnTo>
                  <a:lnTo>
                    <a:pt x="3268057" y="1799034"/>
                  </a:lnTo>
                  <a:lnTo>
                    <a:pt x="3268166" y="1799034"/>
                  </a:lnTo>
                  <a:lnTo>
                    <a:pt x="3268274" y="1799034"/>
                  </a:lnTo>
                  <a:lnTo>
                    <a:pt x="3268274" y="1798411"/>
                  </a:lnTo>
                  <a:lnTo>
                    <a:pt x="3268383" y="1798411"/>
                  </a:lnTo>
                  <a:lnTo>
                    <a:pt x="3268491" y="1798411"/>
                  </a:lnTo>
                  <a:lnTo>
                    <a:pt x="3268599" y="1798411"/>
                  </a:lnTo>
                  <a:lnTo>
                    <a:pt x="3268708" y="1798411"/>
                  </a:lnTo>
                  <a:lnTo>
                    <a:pt x="3268816" y="1798411"/>
                  </a:lnTo>
                  <a:lnTo>
                    <a:pt x="3268816" y="1797787"/>
                  </a:lnTo>
                  <a:lnTo>
                    <a:pt x="3268925" y="1797787"/>
                  </a:lnTo>
                  <a:lnTo>
                    <a:pt x="3269033" y="1797787"/>
                  </a:lnTo>
                  <a:lnTo>
                    <a:pt x="3269142" y="1797787"/>
                  </a:lnTo>
                  <a:lnTo>
                    <a:pt x="3269250" y="1797787"/>
                  </a:lnTo>
                  <a:lnTo>
                    <a:pt x="3269359" y="1797787"/>
                  </a:lnTo>
                  <a:lnTo>
                    <a:pt x="3269467" y="1797787"/>
                  </a:lnTo>
                  <a:lnTo>
                    <a:pt x="3269575" y="1797787"/>
                  </a:lnTo>
                  <a:lnTo>
                    <a:pt x="3269684" y="1797787"/>
                  </a:lnTo>
                  <a:lnTo>
                    <a:pt x="3269684" y="1797164"/>
                  </a:lnTo>
                  <a:lnTo>
                    <a:pt x="3269684" y="1796540"/>
                  </a:lnTo>
                  <a:lnTo>
                    <a:pt x="3269792" y="1796540"/>
                  </a:lnTo>
                  <a:lnTo>
                    <a:pt x="3269901" y="1796540"/>
                  </a:lnTo>
                  <a:lnTo>
                    <a:pt x="3270009" y="1796540"/>
                  </a:lnTo>
                  <a:lnTo>
                    <a:pt x="3270118" y="1796540"/>
                  </a:lnTo>
                  <a:lnTo>
                    <a:pt x="3270118" y="1795917"/>
                  </a:lnTo>
                  <a:lnTo>
                    <a:pt x="3270226" y="1795917"/>
                  </a:lnTo>
                  <a:lnTo>
                    <a:pt x="3270335" y="1795917"/>
                  </a:lnTo>
                  <a:lnTo>
                    <a:pt x="3270335" y="1795293"/>
                  </a:lnTo>
                  <a:lnTo>
                    <a:pt x="3270335" y="1794669"/>
                  </a:lnTo>
                  <a:lnTo>
                    <a:pt x="3270443" y="1794669"/>
                  </a:lnTo>
                  <a:lnTo>
                    <a:pt x="3270551" y="1794669"/>
                  </a:lnTo>
                  <a:lnTo>
                    <a:pt x="3270660" y="1794669"/>
                  </a:lnTo>
                  <a:lnTo>
                    <a:pt x="3270768" y="1794669"/>
                  </a:lnTo>
                  <a:lnTo>
                    <a:pt x="3270768" y="1794046"/>
                  </a:lnTo>
                  <a:lnTo>
                    <a:pt x="3270877" y="1794046"/>
                  </a:lnTo>
                  <a:lnTo>
                    <a:pt x="3270985" y="1794046"/>
                  </a:lnTo>
                  <a:lnTo>
                    <a:pt x="3270985" y="1793422"/>
                  </a:lnTo>
                  <a:lnTo>
                    <a:pt x="3271094" y="1793422"/>
                  </a:lnTo>
                  <a:lnTo>
                    <a:pt x="3271202" y="1793422"/>
                  </a:lnTo>
                  <a:lnTo>
                    <a:pt x="3271311" y="1793422"/>
                  </a:lnTo>
                  <a:lnTo>
                    <a:pt x="3271419" y="1793422"/>
                  </a:lnTo>
                  <a:lnTo>
                    <a:pt x="3271528" y="1793422"/>
                  </a:lnTo>
                  <a:lnTo>
                    <a:pt x="3271636" y="1793422"/>
                  </a:lnTo>
                  <a:lnTo>
                    <a:pt x="3271636" y="1792799"/>
                  </a:lnTo>
                  <a:lnTo>
                    <a:pt x="3271744" y="1792799"/>
                  </a:lnTo>
                  <a:lnTo>
                    <a:pt x="3271853" y="1792799"/>
                  </a:lnTo>
                  <a:lnTo>
                    <a:pt x="3271961" y="1792799"/>
                  </a:lnTo>
                  <a:lnTo>
                    <a:pt x="3272070" y="1792799"/>
                  </a:lnTo>
                  <a:lnTo>
                    <a:pt x="3272178" y="1792799"/>
                  </a:lnTo>
                  <a:lnTo>
                    <a:pt x="3272287" y="1792799"/>
                  </a:lnTo>
                  <a:lnTo>
                    <a:pt x="3272395" y="1792799"/>
                  </a:lnTo>
                  <a:lnTo>
                    <a:pt x="3272395" y="1792175"/>
                  </a:lnTo>
                  <a:lnTo>
                    <a:pt x="3272504" y="1792175"/>
                  </a:lnTo>
                  <a:lnTo>
                    <a:pt x="3272612" y="1792175"/>
                  </a:lnTo>
                  <a:lnTo>
                    <a:pt x="3272720" y="1792175"/>
                  </a:lnTo>
                  <a:lnTo>
                    <a:pt x="3272829" y="1792175"/>
                  </a:lnTo>
                  <a:lnTo>
                    <a:pt x="3272937" y="1792175"/>
                  </a:lnTo>
                  <a:lnTo>
                    <a:pt x="3273046" y="1792175"/>
                  </a:lnTo>
                  <a:lnTo>
                    <a:pt x="3273154" y="1792175"/>
                  </a:lnTo>
                  <a:lnTo>
                    <a:pt x="3273154" y="1791552"/>
                  </a:lnTo>
                  <a:lnTo>
                    <a:pt x="3273154" y="1790928"/>
                  </a:lnTo>
                  <a:lnTo>
                    <a:pt x="3273263" y="1790928"/>
                  </a:lnTo>
                  <a:lnTo>
                    <a:pt x="3273371" y="1790928"/>
                  </a:lnTo>
                  <a:lnTo>
                    <a:pt x="3273480" y="1790928"/>
                  </a:lnTo>
                  <a:lnTo>
                    <a:pt x="3273588" y="1790928"/>
                  </a:lnTo>
                  <a:lnTo>
                    <a:pt x="3273696" y="1790928"/>
                  </a:lnTo>
                  <a:lnTo>
                    <a:pt x="3273696" y="1790304"/>
                  </a:lnTo>
                  <a:lnTo>
                    <a:pt x="3273805" y="1790304"/>
                  </a:lnTo>
                  <a:lnTo>
                    <a:pt x="3273805" y="1789681"/>
                  </a:lnTo>
                  <a:lnTo>
                    <a:pt x="3273805" y="1789057"/>
                  </a:lnTo>
                  <a:lnTo>
                    <a:pt x="3273913" y="1789057"/>
                  </a:lnTo>
                  <a:lnTo>
                    <a:pt x="3274022" y="1789057"/>
                  </a:lnTo>
                  <a:lnTo>
                    <a:pt x="3274130" y="1789057"/>
                  </a:lnTo>
                  <a:lnTo>
                    <a:pt x="3274239" y="1789057"/>
                  </a:lnTo>
                  <a:lnTo>
                    <a:pt x="3274347" y="1789057"/>
                  </a:lnTo>
                  <a:lnTo>
                    <a:pt x="3274456" y="1789057"/>
                  </a:lnTo>
                  <a:lnTo>
                    <a:pt x="3274564" y="1789057"/>
                  </a:lnTo>
                  <a:lnTo>
                    <a:pt x="3274672" y="1789057"/>
                  </a:lnTo>
                  <a:lnTo>
                    <a:pt x="3274672" y="1788434"/>
                  </a:lnTo>
                  <a:lnTo>
                    <a:pt x="3274781" y="1788434"/>
                  </a:lnTo>
                  <a:lnTo>
                    <a:pt x="3274889" y="1788434"/>
                  </a:lnTo>
                  <a:lnTo>
                    <a:pt x="3274998" y="1788434"/>
                  </a:lnTo>
                  <a:lnTo>
                    <a:pt x="3275106" y="1788434"/>
                  </a:lnTo>
                  <a:lnTo>
                    <a:pt x="3275215" y="1788434"/>
                  </a:lnTo>
                  <a:lnTo>
                    <a:pt x="3275323" y="1788434"/>
                  </a:lnTo>
                  <a:lnTo>
                    <a:pt x="3275432" y="1788434"/>
                  </a:lnTo>
                  <a:lnTo>
                    <a:pt x="3275540" y="1788434"/>
                  </a:lnTo>
                  <a:lnTo>
                    <a:pt x="3275649" y="1788434"/>
                  </a:lnTo>
                  <a:lnTo>
                    <a:pt x="3275757" y="1788434"/>
                  </a:lnTo>
                  <a:lnTo>
                    <a:pt x="3275757" y="1787810"/>
                  </a:lnTo>
                  <a:lnTo>
                    <a:pt x="3275865" y="1787810"/>
                  </a:lnTo>
                  <a:lnTo>
                    <a:pt x="3275974" y="1787810"/>
                  </a:lnTo>
                  <a:lnTo>
                    <a:pt x="3275974" y="1787186"/>
                  </a:lnTo>
                  <a:lnTo>
                    <a:pt x="3276082" y="1787186"/>
                  </a:lnTo>
                  <a:lnTo>
                    <a:pt x="3276191" y="1787186"/>
                  </a:lnTo>
                  <a:lnTo>
                    <a:pt x="3276299" y="1787186"/>
                  </a:lnTo>
                  <a:lnTo>
                    <a:pt x="3276408" y="1787186"/>
                  </a:lnTo>
                  <a:lnTo>
                    <a:pt x="3276516" y="1787186"/>
                  </a:lnTo>
                  <a:lnTo>
                    <a:pt x="3276625" y="1787186"/>
                  </a:lnTo>
                  <a:lnTo>
                    <a:pt x="3276733" y="1787186"/>
                  </a:lnTo>
                  <a:lnTo>
                    <a:pt x="3276841" y="1787186"/>
                  </a:lnTo>
                  <a:lnTo>
                    <a:pt x="3276950" y="1787186"/>
                  </a:lnTo>
                  <a:lnTo>
                    <a:pt x="3277058" y="1787186"/>
                  </a:lnTo>
                  <a:lnTo>
                    <a:pt x="3277167" y="1787186"/>
                  </a:lnTo>
                  <a:lnTo>
                    <a:pt x="3277275" y="1787186"/>
                  </a:lnTo>
                  <a:lnTo>
                    <a:pt x="3277384" y="1787186"/>
                  </a:lnTo>
                  <a:lnTo>
                    <a:pt x="3277492" y="1787186"/>
                  </a:lnTo>
                  <a:lnTo>
                    <a:pt x="3277492" y="1786563"/>
                  </a:lnTo>
                  <a:lnTo>
                    <a:pt x="3277601" y="1786563"/>
                  </a:lnTo>
                  <a:lnTo>
                    <a:pt x="3277709" y="1786563"/>
                  </a:lnTo>
                  <a:lnTo>
                    <a:pt x="3277817" y="1786563"/>
                  </a:lnTo>
                  <a:lnTo>
                    <a:pt x="3277817" y="1785939"/>
                  </a:lnTo>
                  <a:lnTo>
                    <a:pt x="3277926" y="1785939"/>
                  </a:lnTo>
                  <a:lnTo>
                    <a:pt x="3278034" y="1785939"/>
                  </a:lnTo>
                  <a:lnTo>
                    <a:pt x="3278143" y="1785939"/>
                  </a:lnTo>
                  <a:lnTo>
                    <a:pt x="3278251" y="1785939"/>
                  </a:lnTo>
                  <a:lnTo>
                    <a:pt x="3278360" y="1785939"/>
                  </a:lnTo>
                  <a:lnTo>
                    <a:pt x="3278468" y="1785939"/>
                  </a:lnTo>
                  <a:lnTo>
                    <a:pt x="3278577" y="1785939"/>
                  </a:lnTo>
                  <a:lnTo>
                    <a:pt x="3278685" y="1785939"/>
                  </a:lnTo>
                  <a:lnTo>
                    <a:pt x="3278793" y="1785939"/>
                  </a:lnTo>
                  <a:lnTo>
                    <a:pt x="3278902" y="1785939"/>
                  </a:lnTo>
                  <a:lnTo>
                    <a:pt x="3279010" y="1785939"/>
                  </a:lnTo>
                  <a:lnTo>
                    <a:pt x="3279119" y="1785939"/>
                  </a:lnTo>
                  <a:lnTo>
                    <a:pt x="3279227" y="1785939"/>
                  </a:lnTo>
                  <a:lnTo>
                    <a:pt x="3279336" y="1785939"/>
                  </a:lnTo>
                  <a:lnTo>
                    <a:pt x="3279444" y="1785939"/>
                  </a:lnTo>
                  <a:lnTo>
                    <a:pt x="3279553" y="1785939"/>
                  </a:lnTo>
                  <a:lnTo>
                    <a:pt x="3279661" y="1785939"/>
                  </a:lnTo>
                  <a:lnTo>
                    <a:pt x="3279770" y="1785939"/>
                  </a:lnTo>
                  <a:lnTo>
                    <a:pt x="3279878" y="1785939"/>
                  </a:lnTo>
                  <a:lnTo>
                    <a:pt x="3279986" y="1785939"/>
                  </a:lnTo>
                  <a:lnTo>
                    <a:pt x="3280095" y="1785939"/>
                  </a:lnTo>
                  <a:lnTo>
                    <a:pt x="3280203" y="1785939"/>
                  </a:lnTo>
                  <a:lnTo>
                    <a:pt x="3280312" y="1785939"/>
                  </a:lnTo>
                  <a:lnTo>
                    <a:pt x="3280420" y="1785939"/>
                  </a:lnTo>
                  <a:lnTo>
                    <a:pt x="3280529" y="1785939"/>
                  </a:lnTo>
                  <a:lnTo>
                    <a:pt x="3280637" y="1785939"/>
                  </a:lnTo>
                  <a:lnTo>
                    <a:pt x="3280746" y="1785939"/>
                  </a:lnTo>
                  <a:lnTo>
                    <a:pt x="3280854" y="1785939"/>
                  </a:lnTo>
                  <a:lnTo>
                    <a:pt x="3280854" y="1785316"/>
                  </a:lnTo>
                  <a:lnTo>
                    <a:pt x="3280854" y="1784692"/>
                  </a:lnTo>
                  <a:lnTo>
                    <a:pt x="3280962" y="1784692"/>
                  </a:lnTo>
                  <a:lnTo>
                    <a:pt x="3281071" y="1784692"/>
                  </a:lnTo>
                  <a:lnTo>
                    <a:pt x="3281179" y="1784692"/>
                  </a:lnTo>
                  <a:lnTo>
                    <a:pt x="3281288" y="1784692"/>
                  </a:lnTo>
                  <a:lnTo>
                    <a:pt x="3281396" y="1784692"/>
                  </a:lnTo>
                  <a:lnTo>
                    <a:pt x="3281505" y="1784692"/>
                  </a:lnTo>
                  <a:lnTo>
                    <a:pt x="3281613" y="1784692"/>
                  </a:lnTo>
                  <a:lnTo>
                    <a:pt x="3281722" y="1784692"/>
                  </a:lnTo>
                  <a:lnTo>
                    <a:pt x="3281830" y="1784692"/>
                  </a:lnTo>
                  <a:lnTo>
                    <a:pt x="3281938" y="1784692"/>
                  </a:lnTo>
                  <a:lnTo>
                    <a:pt x="3282047" y="1784692"/>
                  </a:lnTo>
                  <a:lnTo>
                    <a:pt x="3282047" y="1784069"/>
                  </a:lnTo>
                  <a:lnTo>
                    <a:pt x="3282155" y="1784069"/>
                  </a:lnTo>
                  <a:lnTo>
                    <a:pt x="3282264" y="1784069"/>
                  </a:lnTo>
                  <a:lnTo>
                    <a:pt x="3282372" y="1784069"/>
                  </a:lnTo>
                  <a:lnTo>
                    <a:pt x="3282481" y="1784069"/>
                  </a:lnTo>
                  <a:lnTo>
                    <a:pt x="3282589" y="1784069"/>
                  </a:lnTo>
                  <a:lnTo>
                    <a:pt x="3282698" y="1784069"/>
                  </a:lnTo>
                  <a:lnTo>
                    <a:pt x="3282806" y="1784069"/>
                  </a:lnTo>
                  <a:lnTo>
                    <a:pt x="3282914" y="1784069"/>
                  </a:lnTo>
                  <a:lnTo>
                    <a:pt x="3283023" y="1784069"/>
                  </a:lnTo>
                  <a:lnTo>
                    <a:pt x="3283131" y="1784069"/>
                  </a:lnTo>
                  <a:lnTo>
                    <a:pt x="3283240" y="1784069"/>
                  </a:lnTo>
                  <a:lnTo>
                    <a:pt x="3283240" y="1783445"/>
                  </a:lnTo>
                  <a:lnTo>
                    <a:pt x="3283348" y="1783445"/>
                  </a:lnTo>
                  <a:lnTo>
                    <a:pt x="3283457" y="1783445"/>
                  </a:lnTo>
                  <a:lnTo>
                    <a:pt x="3283565" y="1783445"/>
                  </a:lnTo>
                  <a:lnTo>
                    <a:pt x="3283674" y="1783445"/>
                  </a:lnTo>
                  <a:lnTo>
                    <a:pt x="3283782" y="1783445"/>
                  </a:lnTo>
                  <a:lnTo>
                    <a:pt x="3283890" y="1783445"/>
                  </a:lnTo>
                  <a:lnTo>
                    <a:pt x="3283999" y="1783445"/>
                  </a:lnTo>
                  <a:lnTo>
                    <a:pt x="3284107" y="1783445"/>
                  </a:lnTo>
                  <a:lnTo>
                    <a:pt x="3284216" y="1783445"/>
                  </a:lnTo>
                  <a:lnTo>
                    <a:pt x="3284324" y="1783445"/>
                  </a:lnTo>
                  <a:lnTo>
                    <a:pt x="3284324" y="1782821"/>
                  </a:lnTo>
                  <a:lnTo>
                    <a:pt x="3284433" y="1782821"/>
                  </a:lnTo>
                  <a:lnTo>
                    <a:pt x="3284541" y="1782821"/>
                  </a:lnTo>
                  <a:lnTo>
                    <a:pt x="3284650" y="1782821"/>
                  </a:lnTo>
                  <a:lnTo>
                    <a:pt x="3284758" y="1782821"/>
                  </a:lnTo>
                  <a:lnTo>
                    <a:pt x="3284758" y="1782198"/>
                  </a:lnTo>
                  <a:lnTo>
                    <a:pt x="3284867" y="1782198"/>
                  </a:lnTo>
                  <a:lnTo>
                    <a:pt x="3284975" y="1782198"/>
                  </a:lnTo>
                  <a:lnTo>
                    <a:pt x="3285083" y="1782198"/>
                  </a:lnTo>
                  <a:lnTo>
                    <a:pt x="3285192" y="1782198"/>
                  </a:lnTo>
                  <a:lnTo>
                    <a:pt x="3285300" y="1782198"/>
                  </a:lnTo>
                  <a:lnTo>
                    <a:pt x="3285409" y="1782198"/>
                  </a:lnTo>
                  <a:lnTo>
                    <a:pt x="3285517" y="1782198"/>
                  </a:lnTo>
                  <a:lnTo>
                    <a:pt x="3285626" y="1782198"/>
                  </a:lnTo>
                  <a:lnTo>
                    <a:pt x="3285626" y="1781574"/>
                  </a:lnTo>
                  <a:lnTo>
                    <a:pt x="3285626" y="1780951"/>
                  </a:lnTo>
                  <a:lnTo>
                    <a:pt x="3285734" y="1780951"/>
                  </a:lnTo>
                  <a:lnTo>
                    <a:pt x="3285843" y="1780951"/>
                  </a:lnTo>
                  <a:lnTo>
                    <a:pt x="3285951" y="1780951"/>
                  </a:lnTo>
                  <a:lnTo>
                    <a:pt x="3286059" y="1780951"/>
                  </a:lnTo>
                  <a:lnTo>
                    <a:pt x="3286168" y="1780951"/>
                  </a:lnTo>
                  <a:lnTo>
                    <a:pt x="3286276" y="1780951"/>
                  </a:lnTo>
                  <a:lnTo>
                    <a:pt x="3286276" y="1780327"/>
                  </a:lnTo>
                  <a:lnTo>
                    <a:pt x="3286385" y="1780327"/>
                  </a:lnTo>
                  <a:lnTo>
                    <a:pt x="3286493" y="1780327"/>
                  </a:lnTo>
                  <a:lnTo>
                    <a:pt x="3286602" y="1780327"/>
                  </a:lnTo>
                  <a:lnTo>
                    <a:pt x="3286710" y="1780327"/>
                  </a:lnTo>
                  <a:lnTo>
                    <a:pt x="3286819" y="1780327"/>
                  </a:lnTo>
                  <a:lnTo>
                    <a:pt x="3286927" y="1780327"/>
                  </a:lnTo>
                  <a:lnTo>
                    <a:pt x="3287035" y="1780327"/>
                  </a:lnTo>
                  <a:lnTo>
                    <a:pt x="3287144" y="1780327"/>
                  </a:lnTo>
                  <a:lnTo>
                    <a:pt x="3287252" y="1780327"/>
                  </a:lnTo>
                  <a:lnTo>
                    <a:pt x="3287361" y="1780327"/>
                  </a:lnTo>
                  <a:lnTo>
                    <a:pt x="3287469" y="1780327"/>
                  </a:lnTo>
                  <a:lnTo>
                    <a:pt x="3287578" y="1780327"/>
                  </a:lnTo>
                  <a:lnTo>
                    <a:pt x="3287686" y="1780327"/>
                  </a:lnTo>
                  <a:lnTo>
                    <a:pt x="3287795" y="1780327"/>
                  </a:lnTo>
                  <a:lnTo>
                    <a:pt x="3287903" y="1780327"/>
                  </a:lnTo>
                  <a:lnTo>
                    <a:pt x="3288011" y="1780327"/>
                  </a:lnTo>
                  <a:lnTo>
                    <a:pt x="3288120" y="1780327"/>
                  </a:lnTo>
                  <a:lnTo>
                    <a:pt x="3288228" y="1780327"/>
                  </a:lnTo>
                  <a:lnTo>
                    <a:pt x="3288337" y="1780327"/>
                  </a:lnTo>
                  <a:lnTo>
                    <a:pt x="3288337" y="1779703"/>
                  </a:lnTo>
                  <a:lnTo>
                    <a:pt x="3288445" y="1779703"/>
                  </a:lnTo>
                  <a:lnTo>
                    <a:pt x="3288554" y="1779703"/>
                  </a:lnTo>
                  <a:lnTo>
                    <a:pt x="3288554" y="1779080"/>
                  </a:lnTo>
                  <a:lnTo>
                    <a:pt x="3288662" y="1779080"/>
                  </a:lnTo>
                  <a:lnTo>
                    <a:pt x="3288771" y="1779080"/>
                  </a:lnTo>
                  <a:lnTo>
                    <a:pt x="3288879" y="1779080"/>
                  </a:lnTo>
                  <a:lnTo>
                    <a:pt x="3288988" y="1779080"/>
                  </a:lnTo>
                  <a:lnTo>
                    <a:pt x="3289096" y="1779080"/>
                  </a:lnTo>
                  <a:lnTo>
                    <a:pt x="3289204" y="1779080"/>
                  </a:lnTo>
                  <a:lnTo>
                    <a:pt x="3289313" y="1779080"/>
                  </a:lnTo>
                  <a:lnTo>
                    <a:pt x="3289313" y="1778456"/>
                  </a:lnTo>
                  <a:lnTo>
                    <a:pt x="3289421" y="1778456"/>
                  </a:lnTo>
                  <a:lnTo>
                    <a:pt x="3289421" y="1777833"/>
                  </a:lnTo>
                  <a:lnTo>
                    <a:pt x="3289530" y="1777833"/>
                  </a:lnTo>
                  <a:lnTo>
                    <a:pt x="3289638" y="1777833"/>
                  </a:lnTo>
                  <a:lnTo>
                    <a:pt x="3289747" y="1777833"/>
                  </a:lnTo>
                  <a:lnTo>
                    <a:pt x="3289855" y="1777833"/>
                  </a:lnTo>
                  <a:lnTo>
                    <a:pt x="3289964" y="1777833"/>
                  </a:lnTo>
                  <a:lnTo>
                    <a:pt x="3290072" y="1777833"/>
                  </a:lnTo>
                  <a:lnTo>
                    <a:pt x="3290180" y="1777833"/>
                  </a:lnTo>
                  <a:lnTo>
                    <a:pt x="3290180" y="1777209"/>
                  </a:lnTo>
                  <a:lnTo>
                    <a:pt x="3290289" y="1777209"/>
                  </a:lnTo>
                  <a:lnTo>
                    <a:pt x="3290397" y="1777209"/>
                  </a:lnTo>
                  <a:lnTo>
                    <a:pt x="3290506" y="1777209"/>
                  </a:lnTo>
                  <a:lnTo>
                    <a:pt x="3290506" y="1776586"/>
                  </a:lnTo>
                  <a:lnTo>
                    <a:pt x="3290506" y="1775962"/>
                  </a:lnTo>
                  <a:lnTo>
                    <a:pt x="3290614" y="1775962"/>
                  </a:lnTo>
                  <a:lnTo>
                    <a:pt x="3290723" y="1775962"/>
                  </a:lnTo>
                  <a:lnTo>
                    <a:pt x="3290831" y="1775962"/>
                  </a:lnTo>
                  <a:lnTo>
                    <a:pt x="3290940" y="1775962"/>
                  </a:lnTo>
                  <a:lnTo>
                    <a:pt x="3291048" y="1775962"/>
                  </a:lnTo>
                  <a:lnTo>
                    <a:pt x="3291048" y="1775338"/>
                  </a:lnTo>
                  <a:lnTo>
                    <a:pt x="3291156" y="1775338"/>
                  </a:lnTo>
                  <a:lnTo>
                    <a:pt x="3291265" y="1775338"/>
                  </a:lnTo>
                  <a:lnTo>
                    <a:pt x="3291373" y="1775338"/>
                  </a:lnTo>
                  <a:lnTo>
                    <a:pt x="3291482" y="1775338"/>
                  </a:lnTo>
                  <a:lnTo>
                    <a:pt x="3291590" y="1775338"/>
                  </a:lnTo>
                  <a:lnTo>
                    <a:pt x="3291699" y="1775338"/>
                  </a:lnTo>
                  <a:lnTo>
                    <a:pt x="3291807" y="1775338"/>
                  </a:lnTo>
                  <a:lnTo>
                    <a:pt x="3291807" y="1774715"/>
                  </a:lnTo>
                  <a:lnTo>
                    <a:pt x="3291916" y="1774715"/>
                  </a:lnTo>
                  <a:lnTo>
                    <a:pt x="3292024" y="1774715"/>
                  </a:lnTo>
                  <a:lnTo>
                    <a:pt x="3292132" y="1774715"/>
                  </a:lnTo>
                  <a:lnTo>
                    <a:pt x="3292241" y="1774715"/>
                  </a:lnTo>
                  <a:lnTo>
                    <a:pt x="3292349" y="1774715"/>
                  </a:lnTo>
                  <a:lnTo>
                    <a:pt x="3292458" y="1774715"/>
                  </a:lnTo>
                  <a:lnTo>
                    <a:pt x="3292566" y="1774715"/>
                  </a:lnTo>
                  <a:lnTo>
                    <a:pt x="3292675" y="1774715"/>
                  </a:lnTo>
                  <a:lnTo>
                    <a:pt x="3292783" y="1774715"/>
                  </a:lnTo>
                  <a:lnTo>
                    <a:pt x="3292892" y="1774715"/>
                  </a:lnTo>
                  <a:lnTo>
                    <a:pt x="3293000" y="1774715"/>
                  </a:lnTo>
                  <a:lnTo>
                    <a:pt x="3293109" y="1774715"/>
                  </a:lnTo>
                  <a:lnTo>
                    <a:pt x="3293217" y="1774715"/>
                  </a:lnTo>
                  <a:lnTo>
                    <a:pt x="3293325" y="1774715"/>
                  </a:lnTo>
                  <a:lnTo>
                    <a:pt x="3293325" y="1774091"/>
                  </a:lnTo>
                  <a:lnTo>
                    <a:pt x="3293325" y="1773468"/>
                  </a:lnTo>
                  <a:lnTo>
                    <a:pt x="3293325" y="1772844"/>
                  </a:lnTo>
                  <a:lnTo>
                    <a:pt x="3293434" y="1772844"/>
                  </a:lnTo>
                  <a:lnTo>
                    <a:pt x="3293542" y="1772844"/>
                  </a:lnTo>
                  <a:lnTo>
                    <a:pt x="3293651" y="1772844"/>
                  </a:lnTo>
                  <a:lnTo>
                    <a:pt x="3293759" y="1772844"/>
                  </a:lnTo>
                  <a:lnTo>
                    <a:pt x="3293868" y="1772844"/>
                  </a:lnTo>
                  <a:lnTo>
                    <a:pt x="3293976" y="1772844"/>
                  </a:lnTo>
                  <a:lnTo>
                    <a:pt x="3294085" y="1772844"/>
                  </a:lnTo>
                  <a:lnTo>
                    <a:pt x="3294193" y="1772844"/>
                  </a:lnTo>
                  <a:lnTo>
                    <a:pt x="3294301" y="1772844"/>
                  </a:lnTo>
                  <a:lnTo>
                    <a:pt x="3294410" y="1772844"/>
                  </a:lnTo>
                  <a:lnTo>
                    <a:pt x="3294518" y="1772844"/>
                  </a:lnTo>
                  <a:lnTo>
                    <a:pt x="3294627" y="1772844"/>
                  </a:lnTo>
                  <a:lnTo>
                    <a:pt x="3294735" y="1772844"/>
                  </a:lnTo>
                  <a:lnTo>
                    <a:pt x="3294844" y="1772844"/>
                  </a:lnTo>
                  <a:lnTo>
                    <a:pt x="3294952" y="1772844"/>
                  </a:lnTo>
                  <a:lnTo>
                    <a:pt x="3295061" y="1772844"/>
                  </a:lnTo>
                  <a:lnTo>
                    <a:pt x="3295169" y="1772844"/>
                  </a:lnTo>
                  <a:lnTo>
                    <a:pt x="3295169" y="1772220"/>
                  </a:lnTo>
                  <a:lnTo>
                    <a:pt x="3295277" y="1772220"/>
                  </a:lnTo>
                  <a:lnTo>
                    <a:pt x="3295386" y="1772220"/>
                  </a:lnTo>
                  <a:lnTo>
                    <a:pt x="3295494" y="1772220"/>
                  </a:lnTo>
                  <a:lnTo>
                    <a:pt x="3295603" y="1772220"/>
                  </a:lnTo>
                  <a:lnTo>
                    <a:pt x="3295711" y="1772220"/>
                  </a:lnTo>
                  <a:lnTo>
                    <a:pt x="3295820" y="1772220"/>
                  </a:lnTo>
                  <a:lnTo>
                    <a:pt x="3295928" y="1772220"/>
                  </a:lnTo>
                  <a:lnTo>
                    <a:pt x="3296037" y="1772220"/>
                  </a:lnTo>
                  <a:lnTo>
                    <a:pt x="3296145" y="1772220"/>
                  </a:lnTo>
                  <a:lnTo>
                    <a:pt x="3296253" y="1772220"/>
                  </a:lnTo>
                  <a:lnTo>
                    <a:pt x="3296253" y="1771597"/>
                  </a:lnTo>
                  <a:lnTo>
                    <a:pt x="3296362" y="1771597"/>
                  </a:lnTo>
                  <a:lnTo>
                    <a:pt x="3296470" y="1771597"/>
                  </a:lnTo>
                  <a:lnTo>
                    <a:pt x="3296579" y="1771597"/>
                  </a:lnTo>
                  <a:lnTo>
                    <a:pt x="3296687" y="1771597"/>
                  </a:lnTo>
                  <a:lnTo>
                    <a:pt x="3296687" y="1770973"/>
                  </a:lnTo>
                  <a:lnTo>
                    <a:pt x="3296796" y="1770973"/>
                  </a:lnTo>
                  <a:lnTo>
                    <a:pt x="3296796" y="1770350"/>
                  </a:lnTo>
                  <a:lnTo>
                    <a:pt x="3296904" y="1770350"/>
                  </a:lnTo>
                  <a:lnTo>
                    <a:pt x="3297013" y="1770350"/>
                  </a:lnTo>
                  <a:lnTo>
                    <a:pt x="3297121" y="1770350"/>
                  </a:lnTo>
                  <a:lnTo>
                    <a:pt x="3297121" y="1769726"/>
                  </a:lnTo>
                  <a:lnTo>
                    <a:pt x="3297121" y="1769103"/>
                  </a:lnTo>
                  <a:lnTo>
                    <a:pt x="3297230" y="1769103"/>
                  </a:lnTo>
                  <a:lnTo>
                    <a:pt x="3297338" y="1769103"/>
                  </a:lnTo>
                  <a:lnTo>
                    <a:pt x="3297446" y="1769103"/>
                  </a:lnTo>
                  <a:lnTo>
                    <a:pt x="3297555" y="1769103"/>
                  </a:lnTo>
                  <a:lnTo>
                    <a:pt x="3297663" y="1769103"/>
                  </a:lnTo>
                  <a:lnTo>
                    <a:pt x="3297772" y="1769103"/>
                  </a:lnTo>
                  <a:lnTo>
                    <a:pt x="3297880" y="1769103"/>
                  </a:lnTo>
                  <a:lnTo>
                    <a:pt x="3297989" y="1769103"/>
                  </a:lnTo>
                  <a:lnTo>
                    <a:pt x="3298097" y="1769103"/>
                  </a:lnTo>
                  <a:lnTo>
                    <a:pt x="3298206" y="1769103"/>
                  </a:lnTo>
                  <a:lnTo>
                    <a:pt x="3298314" y="1769103"/>
                  </a:lnTo>
                  <a:lnTo>
                    <a:pt x="3298422" y="1769103"/>
                  </a:lnTo>
                  <a:lnTo>
                    <a:pt x="3298422" y="1768479"/>
                  </a:lnTo>
                  <a:lnTo>
                    <a:pt x="3298531" y="1768479"/>
                  </a:lnTo>
                  <a:lnTo>
                    <a:pt x="3298639" y="1768479"/>
                  </a:lnTo>
                  <a:lnTo>
                    <a:pt x="3298748" y="1768479"/>
                  </a:lnTo>
                  <a:lnTo>
                    <a:pt x="3298856" y="1768479"/>
                  </a:lnTo>
                  <a:lnTo>
                    <a:pt x="3298965" y="1768479"/>
                  </a:lnTo>
                  <a:lnTo>
                    <a:pt x="3299073" y="1768479"/>
                  </a:lnTo>
                  <a:lnTo>
                    <a:pt x="3299182" y="1768479"/>
                  </a:lnTo>
                  <a:lnTo>
                    <a:pt x="3299182" y="1767855"/>
                  </a:lnTo>
                  <a:lnTo>
                    <a:pt x="3299290" y="1767855"/>
                  </a:lnTo>
                  <a:lnTo>
                    <a:pt x="3299290" y="1767232"/>
                  </a:lnTo>
                  <a:lnTo>
                    <a:pt x="3299398" y="1767232"/>
                  </a:lnTo>
                  <a:lnTo>
                    <a:pt x="3299507" y="1767232"/>
                  </a:lnTo>
                  <a:lnTo>
                    <a:pt x="3299507" y="1766608"/>
                  </a:lnTo>
                  <a:lnTo>
                    <a:pt x="3299615" y="1766608"/>
                  </a:lnTo>
                  <a:lnTo>
                    <a:pt x="3299724" y="1766608"/>
                  </a:lnTo>
                  <a:lnTo>
                    <a:pt x="3299832" y="1766608"/>
                  </a:lnTo>
                  <a:lnTo>
                    <a:pt x="3299941" y="1766608"/>
                  </a:lnTo>
                  <a:lnTo>
                    <a:pt x="3300049" y="1766608"/>
                  </a:lnTo>
                  <a:lnTo>
                    <a:pt x="3300158" y="1766608"/>
                  </a:lnTo>
                  <a:lnTo>
                    <a:pt x="3300266" y="1766608"/>
                  </a:lnTo>
                  <a:lnTo>
                    <a:pt x="3300374" y="1766608"/>
                  </a:lnTo>
                  <a:lnTo>
                    <a:pt x="3300483" y="1766608"/>
                  </a:lnTo>
                  <a:lnTo>
                    <a:pt x="3300591" y="1766608"/>
                  </a:lnTo>
                  <a:lnTo>
                    <a:pt x="3300591" y="1765985"/>
                  </a:lnTo>
                  <a:lnTo>
                    <a:pt x="3300700" y="1765985"/>
                  </a:lnTo>
                  <a:lnTo>
                    <a:pt x="3300808" y="1765985"/>
                  </a:lnTo>
                  <a:lnTo>
                    <a:pt x="3300917" y="1765985"/>
                  </a:lnTo>
                  <a:lnTo>
                    <a:pt x="3301025" y="1765985"/>
                  </a:lnTo>
                  <a:lnTo>
                    <a:pt x="3301134" y="1765985"/>
                  </a:lnTo>
                  <a:lnTo>
                    <a:pt x="3301242" y="1765985"/>
                  </a:lnTo>
                  <a:lnTo>
                    <a:pt x="3301351" y="1765985"/>
                  </a:lnTo>
                  <a:lnTo>
                    <a:pt x="3301459" y="1765985"/>
                  </a:lnTo>
                  <a:lnTo>
                    <a:pt x="3301567" y="1765985"/>
                  </a:lnTo>
                  <a:lnTo>
                    <a:pt x="3301676" y="1765985"/>
                  </a:lnTo>
                  <a:lnTo>
                    <a:pt x="3301784" y="1765985"/>
                  </a:lnTo>
                  <a:lnTo>
                    <a:pt x="3301893" y="1765985"/>
                  </a:lnTo>
                  <a:lnTo>
                    <a:pt x="3302001" y="1765985"/>
                  </a:lnTo>
                  <a:lnTo>
                    <a:pt x="3302110" y="1765985"/>
                  </a:lnTo>
                  <a:lnTo>
                    <a:pt x="3302218" y="1765985"/>
                  </a:lnTo>
                  <a:lnTo>
                    <a:pt x="3302327" y="1765985"/>
                  </a:lnTo>
                  <a:lnTo>
                    <a:pt x="3302327" y="1765361"/>
                  </a:lnTo>
                  <a:lnTo>
                    <a:pt x="3302435" y="1765361"/>
                  </a:lnTo>
                  <a:lnTo>
                    <a:pt x="3302543" y="1765361"/>
                  </a:lnTo>
                  <a:lnTo>
                    <a:pt x="3302652" y="1765361"/>
                  </a:lnTo>
                  <a:lnTo>
                    <a:pt x="3302760" y="1765361"/>
                  </a:lnTo>
                  <a:lnTo>
                    <a:pt x="3302760" y="1764737"/>
                  </a:lnTo>
                  <a:lnTo>
                    <a:pt x="3302869" y="1764737"/>
                  </a:lnTo>
                  <a:lnTo>
                    <a:pt x="3302977" y="1764737"/>
                  </a:lnTo>
                  <a:lnTo>
                    <a:pt x="3303086" y="1764737"/>
                  </a:lnTo>
                  <a:lnTo>
                    <a:pt x="3303194" y="1764737"/>
                  </a:lnTo>
                  <a:lnTo>
                    <a:pt x="3303303" y="1764737"/>
                  </a:lnTo>
                  <a:lnTo>
                    <a:pt x="3303411" y="1764737"/>
                  </a:lnTo>
                  <a:lnTo>
                    <a:pt x="3303519" y="1764737"/>
                  </a:lnTo>
                  <a:lnTo>
                    <a:pt x="3303519" y="1764114"/>
                  </a:lnTo>
                  <a:lnTo>
                    <a:pt x="3303628" y="1764114"/>
                  </a:lnTo>
                  <a:lnTo>
                    <a:pt x="3303736" y="1764114"/>
                  </a:lnTo>
                  <a:lnTo>
                    <a:pt x="3303845" y="1764114"/>
                  </a:lnTo>
                  <a:lnTo>
                    <a:pt x="3303953" y="1764114"/>
                  </a:lnTo>
                  <a:lnTo>
                    <a:pt x="3304062" y="1764114"/>
                  </a:lnTo>
                  <a:lnTo>
                    <a:pt x="3304170" y="1764114"/>
                  </a:lnTo>
                  <a:lnTo>
                    <a:pt x="3304279" y="1764114"/>
                  </a:lnTo>
                  <a:lnTo>
                    <a:pt x="3304387" y="1764114"/>
                  </a:lnTo>
                  <a:lnTo>
                    <a:pt x="3304387" y="1763490"/>
                  </a:lnTo>
                  <a:lnTo>
                    <a:pt x="3304387" y="1762867"/>
                  </a:lnTo>
                  <a:lnTo>
                    <a:pt x="3304495" y="1762867"/>
                  </a:lnTo>
                  <a:lnTo>
                    <a:pt x="3304604" y="1762867"/>
                  </a:lnTo>
                  <a:lnTo>
                    <a:pt x="3304712" y="1762867"/>
                  </a:lnTo>
                  <a:lnTo>
                    <a:pt x="3304821" y="1762867"/>
                  </a:lnTo>
                  <a:lnTo>
                    <a:pt x="3304929" y="1762867"/>
                  </a:lnTo>
                  <a:lnTo>
                    <a:pt x="3305038" y="1762867"/>
                  </a:lnTo>
                  <a:lnTo>
                    <a:pt x="3305146" y="1762867"/>
                  </a:lnTo>
                  <a:lnTo>
                    <a:pt x="3305255" y="1762867"/>
                  </a:lnTo>
                  <a:lnTo>
                    <a:pt x="3305363" y="1762867"/>
                  </a:lnTo>
                  <a:lnTo>
                    <a:pt x="3305363" y="1762243"/>
                  </a:lnTo>
                  <a:lnTo>
                    <a:pt x="3305471" y="1762243"/>
                  </a:lnTo>
                  <a:lnTo>
                    <a:pt x="3305471" y="1761620"/>
                  </a:lnTo>
                  <a:lnTo>
                    <a:pt x="3305580" y="1761620"/>
                  </a:lnTo>
                  <a:lnTo>
                    <a:pt x="3305688" y="1761620"/>
                  </a:lnTo>
                  <a:lnTo>
                    <a:pt x="3305688" y="1760996"/>
                  </a:lnTo>
                  <a:lnTo>
                    <a:pt x="3305797" y="1760996"/>
                  </a:lnTo>
                  <a:lnTo>
                    <a:pt x="3305905" y="1760996"/>
                  </a:lnTo>
                  <a:lnTo>
                    <a:pt x="3306014" y="1760996"/>
                  </a:lnTo>
                  <a:lnTo>
                    <a:pt x="3306122" y="1760996"/>
                  </a:lnTo>
                  <a:lnTo>
                    <a:pt x="3306231" y="1760996"/>
                  </a:lnTo>
                  <a:lnTo>
                    <a:pt x="3306339" y="1760996"/>
                  </a:lnTo>
                  <a:lnTo>
                    <a:pt x="3306448" y="1760996"/>
                  </a:lnTo>
                  <a:lnTo>
                    <a:pt x="3306556" y="1760996"/>
                  </a:lnTo>
                  <a:lnTo>
                    <a:pt x="3306664" y="1760996"/>
                  </a:lnTo>
                  <a:lnTo>
                    <a:pt x="3306773" y="1760996"/>
                  </a:lnTo>
                  <a:lnTo>
                    <a:pt x="3306881" y="1760996"/>
                  </a:lnTo>
                  <a:lnTo>
                    <a:pt x="3306990" y="1760996"/>
                  </a:lnTo>
                  <a:lnTo>
                    <a:pt x="3307098" y="1760996"/>
                  </a:lnTo>
                  <a:lnTo>
                    <a:pt x="3307207" y="1760996"/>
                  </a:lnTo>
                  <a:lnTo>
                    <a:pt x="3307315" y="1760996"/>
                  </a:lnTo>
                  <a:lnTo>
                    <a:pt x="3307424" y="1760996"/>
                  </a:lnTo>
                  <a:lnTo>
                    <a:pt x="3307532" y="1760996"/>
                  </a:lnTo>
                  <a:lnTo>
                    <a:pt x="3307640" y="1760996"/>
                  </a:lnTo>
                  <a:lnTo>
                    <a:pt x="3307749" y="1760996"/>
                  </a:lnTo>
                  <a:lnTo>
                    <a:pt x="3307857" y="1760996"/>
                  </a:lnTo>
                  <a:lnTo>
                    <a:pt x="3307966" y="1760996"/>
                  </a:lnTo>
                  <a:lnTo>
                    <a:pt x="3308074" y="1760996"/>
                  </a:lnTo>
                  <a:lnTo>
                    <a:pt x="3308183" y="1760996"/>
                  </a:lnTo>
                  <a:lnTo>
                    <a:pt x="3308291" y="1760996"/>
                  </a:lnTo>
                  <a:lnTo>
                    <a:pt x="3308400" y="1760996"/>
                  </a:lnTo>
                  <a:lnTo>
                    <a:pt x="3308400" y="1760372"/>
                  </a:lnTo>
                  <a:lnTo>
                    <a:pt x="3308508" y="1760372"/>
                  </a:lnTo>
                  <a:lnTo>
                    <a:pt x="3308616" y="1760372"/>
                  </a:lnTo>
                  <a:lnTo>
                    <a:pt x="3308725" y="1760372"/>
                  </a:lnTo>
                  <a:lnTo>
                    <a:pt x="3308833" y="1760372"/>
                  </a:lnTo>
                  <a:lnTo>
                    <a:pt x="3308942" y="1760372"/>
                  </a:lnTo>
                  <a:lnTo>
                    <a:pt x="3309050" y="1760372"/>
                  </a:lnTo>
                  <a:lnTo>
                    <a:pt x="3309159" y="1760372"/>
                  </a:lnTo>
                  <a:lnTo>
                    <a:pt x="3309267" y="1760372"/>
                  </a:lnTo>
                  <a:lnTo>
                    <a:pt x="3309376" y="1760372"/>
                  </a:lnTo>
                  <a:lnTo>
                    <a:pt x="3309484" y="1760372"/>
                  </a:lnTo>
                  <a:lnTo>
                    <a:pt x="3309592" y="1760372"/>
                  </a:lnTo>
                  <a:lnTo>
                    <a:pt x="3309592" y="1759749"/>
                  </a:lnTo>
                  <a:lnTo>
                    <a:pt x="3309701" y="1759749"/>
                  </a:lnTo>
                  <a:lnTo>
                    <a:pt x="3309809" y="1759749"/>
                  </a:lnTo>
                  <a:lnTo>
                    <a:pt x="3309918" y="1759749"/>
                  </a:lnTo>
                  <a:lnTo>
                    <a:pt x="3310026" y="1759749"/>
                  </a:lnTo>
                  <a:lnTo>
                    <a:pt x="3310135" y="1759749"/>
                  </a:lnTo>
                  <a:lnTo>
                    <a:pt x="3310243" y="1759749"/>
                  </a:lnTo>
                  <a:lnTo>
                    <a:pt x="3310352" y="1759749"/>
                  </a:lnTo>
                  <a:lnTo>
                    <a:pt x="3310460" y="1759749"/>
                  </a:lnTo>
                  <a:lnTo>
                    <a:pt x="3310569" y="1759749"/>
                  </a:lnTo>
                  <a:lnTo>
                    <a:pt x="3310677" y="1759749"/>
                  </a:lnTo>
                  <a:lnTo>
                    <a:pt x="3310785" y="1759749"/>
                  </a:lnTo>
                  <a:lnTo>
                    <a:pt x="3310785" y="1759125"/>
                  </a:lnTo>
                  <a:lnTo>
                    <a:pt x="3310894" y="1759125"/>
                  </a:lnTo>
                  <a:lnTo>
                    <a:pt x="3311002" y="1759125"/>
                  </a:lnTo>
                  <a:lnTo>
                    <a:pt x="3311111" y="1759125"/>
                  </a:lnTo>
                  <a:lnTo>
                    <a:pt x="3311219" y="1759125"/>
                  </a:lnTo>
                  <a:lnTo>
                    <a:pt x="3311328" y="1759125"/>
                  </a:lnTo>
                  <a:lnTo>
                    <a:pt x="3311436" y="1759125"/>
                  </a:lnTo>
                  <a:lnTo>
                    <a:pt x="3311545" y="1759125"/>
                  </a:lnTo>
                  <a:lnTo>
                    <a:pt x="3311545" y="1758502"/>
                  </a:lnTo>
                  <a:lnTo>
                    <a:pt x="3311653" y="1758502"/>
                  </a:lnTo>
                  <a:lnTo>
                    <a:pt x="3311761" y="1758502"/>
                  </a:lnTo>
                  <a:lnTo>
                    <a:pt x="3311870" y="1758502"/>
                  </a:lnTo>
                  <a:lnTo>
                    <a:pt x="3311978" y="1758502"/>
                  </a:lnTo>
                  <a:lnTo>
                    <a:pt x="3312087" y="1758502"/>
                  </a:lnTo>
                  <a:lnTo>
                    <a:pt x="3312195" y="1758502"/>
                  </a:lnTo>
                  <a:lnTo>
                    <a:pt x="3312195" y="1757878"/>
                  </a:lnTo>
                  <a:lnTo>
                    <a:pt x="3312304" y="1757878"/>
                  </a:lnTo>
                  <a:lnTo>
                    <a:pt x="3312412" y="1757878"/>
                  </a:lnTo>
                  <a:lnTo>
                    <a:pt x="3312521" y="1757878"/>
                  </a:lnTo>
                  <a:lnTo>
                    <a:pt x="3312629" y="1757878"/>
                  </a:lnTo>
                  <a:lnTo>
                    <a:pt x="3312737" y="1757878"/>
                  </a:lnTo>
                  <a:lnTo>
                    <a:pt x="3312846" y="1757878"/>
                  </a:lnTo>
                  <a:lnTo>
                    <a:pt x="3312954" y="1757878"/>
                  </a:lnTo>
                  <a:lnTo>
                    <a:pt x="3313063" y="1757878"/>
                  </a:lnTo>
                  <a:lnTo>
                    <a:pt x="3313171" y="1757878"/>
                  </a:lnTo>
                  <a:lnTo>
                    <a:pt x="3313280" y="1757878"/>
                  </a:lnTo>
                  <a:lnTo>
                    <a:pt x="3313388" y="1757878"/>
                  </a:lnTo>
                  <a:lnTo>
                    <a:pt x="3313497" y="1757878"/>
                  </a:lnTo>
                  <a:lnTo>
                    <a:pt x="3313605" y="1757878"/>
                  </a:lnTo>
                  <a:lnTo>
                    <a:pt x="3313713" y="1757878"/>
                  </a:lnTo>
                  <a:lnTo>
                    <a:pt x="3313822" y="1757878"/>
                  </a:lnTo>
                  <a:lnTo>
                    <a:pt x="3313930" y="1757878"/>
                  </a:lnTo>
                  <a:lnTo>
                    <a:pt x="3314039" y="1757878"/>
                  </a:lnTo>
                  <a:lnTo>
                    <a:pt x="3314147" y="1757878"/>
                  </a:lnTo>
                  <a:lnTo>
                    <a:pt x="3314256" y="1757878"/>
                  </a:lnTo>
                  <a:lnTo>
                    <a:pt x="3314364" y="1757878"/>
                  </a:lnTo>
                  <a:lnTo>
                    <a:pt x="3314473" y="1757878"/>
                  </a:lnTo>
                  <a:lnTo>
                    <a:pt x="3314581" y="1757878"/>
                  </a:lnTo>
                  <a:lnTo>
                    <a:pt x="3314690" y="1757878"/>
                  </a:lnTo>
                  <a:lnTo>
                    <a:pt x="3314798" y="1757878"/>
                  </a:lnTo>
                  <a:lnTo>
                    <a:pt x="3314906" y="1757878"/>
                  </a:lnTo>
                  <a:lnTo>
                    <a:pt x="3314906" y="1757254"/>
                  </a:lnTo>
                  <a:lnTo>
                    <a:pt x="3315015" y="1757254"/>
                  </a:lnTo>
                  <a:lnTo>
                    <a:pt x="3315123" y="1757254"/>
                  </a:lnTo>
                  <a:lnTo>
                    <a:pt x="3315232" y="1757254"/>
                  </a:lnTo>
                  <a:lnTo>
                    <a:pt x="3315340" y="1757254"/>
                  </a:lnTo>
                  <a:lnTo>
                    <a:pt x="3315449" y="1757254"/>
                  </a:lnTo>
                  <a:lnTo>
                    <a:pt x="3315557" y="1757254"/>
                  </a:lnTo>
                  <a:lnTo>
                    <a:pt x="3315666" y="1757254"/>
                  </a:lnTo>
                  <a:lnTo>
                    <a:pt x="3315774" y="1757254"/>
                  </a:lnTo>
                  <a:lnTo>
                    <a:pt x="3315774" y="1756631"/>
                  </a:lnTo>
                  <a:lnTo>
                    <a:pt x="3315882" y="1756631"/>
                  </a:lnTo>
                  <a:lnTo>
                    <a:pt x="3315991" y="1756631"/>
                  </a:lnTo>
                  <a:lnTo>
                    <a:pt x="3316099" y="1756631"/>
                  </a:lnTo>
                  <a:lnTo>
                    <a:pt x="3316208" y="1756631"/>
                  </a:lnTo>
                  <a:lnTo>
                    <a:pt x="3316316" y="1756631"/>
                  </a:lnTo>
                  <a:lnTo>
                    <a:pt x="3316425" y="1756631"/>
                  </a:lnTo>
                  <a:lnTo>
                    <a:pt x="3316425" y="1756007"/>
                  </a:lnTo>
                  <a:lnTo>
                    <a:pt x="3316533" y="1756007"/>
                  </a:lnTo>
                  <a:lnTo>
                    <a:pt x="3316642" y="1756007"/>
                  </a:lnTo>
                  <a:lnTo>
                    <a:pt x="3316750" y="1756007"/>
                  </a:lnTo>
                  <a:lnTo>
                    <a:pt x="3316858" y="1756007"/>
                  </a:lnTo>
                  <a:lnTo>
                    <a:pt x="3316967" y="1756007"/>
                  </a:lnTo>
                  <a:lnTo>
                    <a:pt x="3316967" y="1755384"/>
                  </a:lnTo>
                  <a:lnTo>
                    <a:pt x="3317075" y="1755384"/>
                  </a:lnTo>
                  <a:lnTo>
                    <a:pt x="3317184" y="1755384"/>
                  </a:lnTo>
                  <a:lnTo>
                    <a:pt x="3317292" y="1755384"/>
                  </a:lnTo>
                  <a:lnTo>
                    <a:pt x="3317401" y="1755384"/>
                  </a:lnTo>
                  <a:lnTo>
                    <a:pt x="3317509" y="1755384"/>
                  </a:lnTo>
                  <a:lnTo>
                    <a:pt x="3317618" y="1755384"/>
                  </a:lnTo>
                  <a:lnTo>
                    <a:pt x="3317726" y="1755384"/>
                  </a:lnTo>
                  <a:lnTo>
                    <a:pt x="3317834" y="1755384"/>
                  </a:lnTo>
                  <a:lnTo>
                    <a:pt x="3317943" y="1755384"/>
                  </a:lnTo>
                  <a:lnTo>
                    <a:pt x="3318051" y="1755384"/>
                  </a:lnTo>
                  <a:lnTo>
                    <a:pt x="3318051" y="1754760"/>
                  </a:lnTo>
                  <a:lnTo>
                    <a:pt x="3318160" y="1754760"/>
                  </a:lnTo>
                  <a:lnTo>
                    <a:pt x="3318268" y="1754760"/>
                  </a:lnTo>
                  <a:lnTo>
                    <a:pt x="3318268" y="1754137"/>
                  </a:lnTo>
                  <a:lnTo>
                    <a:pt x="3318377" y="1754137"/>
                  </a:lnTo>
                  <a:lnTo>
                    <a:pt x="3318485" y="1754137"/>
                  </a:lnTo>
                  <a:lnTo>
                    <a:pt x="3318594" y="1754137"/>
                  </a:lnTo>
                  <a:lnTo>
                    <a:pt x="3318594" y="1753513"/>
                  </a:lnTo>
                  <a:lnTo>
                    <a:pt x="3318594" y="1752889"/>
                  </a:lnTo>
                  <a:lnTo>
                    <a:pt x="3318702" y="1752889"/>
                  </a:lnTo>
                  <a:lnTo>
                    <a:pt x="3318811" y="1752889"/>
                  </a:lnTo>
                  <a:lnTo>
                    <a:pt x="3318919" y="1752889"/>
                  </a:lnTo>
                  <a:lnTo>
                    <a:pt x="3319027" y="1752889"/>
                  </a:lnTo>
                  <a:lnTo>
                    <a:pt x="3319027" y="1752266"/>
                  </a:lnTo>
                  <a:lnTo>
                    <a:pt x="3319136" y="1752266"/>
                  </a:lnTo>
                  <a:lnTo>
                    <a:pt x="3319244" y="1752266"/>
                  </a:lnTo>
                  <a:lnTo>
                    <a:pt x="3319244" y="1751642"/>
                  </a:lnTo>
                  <a:lnTo>
                    <a:pt x="3319353" y="1751642"/>
                  </a:lnTo>
                  <a:lnTo>
                    <a:pt x="3319461" y="1751642"/>
                  </a:lnTo>
                  <a:lnTo>
                    <a:pt x="3319570" y="1751642"/>
                  </a:lnTo>
                  <a:lnTo>
                    <a:pt x="3319678" y="1751642"/>
                  </a:lnTo>
                  <a:lnTo>
                    <a:pt x="3319787" y="1751642"/>
                  </a:lnTo>
                  <a:lnTo>
                    <a:pt x="3319787" y="1751019"/>
                  </a:lnTo>
                  <a:lnTo>
                    <a:pt x="3319895" y="1751019"/>
                  </a:lnTo>
                  <a:lnTo>
                    <a:pt x="3320003" y="1751019"/>
                  </a:lnTo>
                  <a:lnTo>
                    <a:pt x="3320112" y="1751019"/>
                  </a:lnTo>
                  <a:lnTo>
                    <a:pt x="3320220" y="1751019"/>
                  </a:lnTo>
                  <a:lnTo>
                    <a:pt x="3320329" y="1751019"/>
                  </a:lnTo>
                  <a:lnTo>
                    <a:pt x="3320329" y="1750395"/>
                  </a:lnTo>
                  <a:lnTo>
                    <a:pt x="3320437" y="1750395"/>
                  </a:lnTo>
                  <a:lnTo>
                    <a:pt x="3320546" y="1750395"/>
                  </a:lnTo>
                  <a:lnTo>
                    <a:pt x="3320654" y="1750395"/>
                  </a:lnTo>
                  <a:lnTo>
                    <a:pt x="3320654" y="1749771"/>
                  </a:lnTo>
                  <a:lnTo>
                    <a:pt x="3320763" y="1749771"/>
                  </a:lnTo>
                  <a:lnTo>
                    <a:pt x="3320871" y="1749771"/>
                  </a:lnTo>
                  <a:lnTo>
                    <a:pt x="3320979" y="1749771"/>
                  </a:lnTo>
                  <a:lnTo>
                    <a:pt x="3321088" y="1749771"/>
                  </a:lnTo>
                  <a:lnTo>
                    <a:pt x="3321196" y="1749771"/>
                  </a:lnTo>
                  <a:lnTo>
                    <a:pt x="3321305" y="1749771"/>
                  </a:lnTo>
                  <a:lnTo>
                    <a:pt x="3321413" y="1749771"/>
                  </a:lnTo>
                  <a:lnTo>
                    <a:pt x="3321522" y="1749771"/>
                  </a:lnTo>
                  <a:lnTo>
                    <a:pt x="3321630" y="1749771"/>
                  </a:lnTo>
                  <a:lnTo>
                    <a:pt x="3321630" y="1749148"/>
                  </a:lnTo>
                  <a:lnTo>
                    <a:pt x="3321739" y="1749148"/>
                  </a:lnTo>
                  <a:lnTo>
                    <a:pt x="3321739" y="1748524"/>
                  </a:lnTo>
                  <a:lnTo>
                    <a:pt x="3321847" y="1748524"/>
                  </a:lnTo>
                  <a:lnTo>
                    <a:pt x="3321955" y="1748524"/>
                  </a:lnTo>
                  <a:lnTo>
                    <a:pt x="3322064" y="1748524"/>
                  </a:lnTo>
                  <a:lnTo>
                    <a:pt x="3322172" y="1748524"/>
                  </a:lnTo>
                  <a:lnTo>
                    <a:pt x="3322172" y="1747901"/>
                  </a:lnTo>
                  <a:lnTo>
                    <a:pt x="3322281" y="1747901"/>
                  </a:lnTo>
                  <a:lnTo>
                    <a:pt x="3322389" y="1747901"/>
                  </a:lnTo>
                  <a:lnTo>
                    <a:pt x="3322389" y="1747277"/>
                  </a:lnTo>
                  <a:lnTo>
                    <a:pt x="3322498" y="1747277"/>
                  </a:lnTo>
                  <a:lnTo>
                    <a:pt x="3322606" y="1747277"/>
                  </a:lnTo>
                  <a:lnTo>
                    <a:pt x="3322606" y="1746654"/>
                  </a:lnTo>
                  <a:lnTo>
                    <a:pt x="3322715" y="1746654"/>
                  </a:lnTo>
                  <a:lnTo>
                    <a:pt x="3322715" y="1746030"/>
                  </a:lnTo>
                  <a:lnTo>
                    <a:pt x="3322823" y="1746030"/>
                  </a:lnTo>
                  <a:lnTo>
                    <a:pt x="3322932" y="1746030"/>
                  </a:lnTo>
                  <a:lnTo>
                    <a:pt x="3323040" y="1746030"/>
                  </a:lnTo>
                  <a:lnTo>
                    <a:pt x="3323148" y="1746030"/>
                  </a:lnTo>
                  <a:lnTo>
                    <a:pt x="3323257" y="1746030"/>
                  </a:lnTo>
                  <a:lnTo>
                    <a:pt x="3323365" y="1746030"/>
                  </a:lnTo>
                  <a:lnTo>
                    <a:pt x="3323474" y="1746030"/>
                  </a:lnTo>
                  <a:lnTo>
                    <a:pt x="3323582" y="1746030"/>
                  </a:lnTo>
                  <a:lnTo>
                    <a:pt x="3323691" y="1746030"/>
                  </a:lnTo>
                  <a:lnTo>
                    <a:pt x="3323799" y="1746030"/>
                  </a:lnTo>
                  <a:lnTo>
                    <a:pt x="3323799" y="1745406"/>
                  </a:lnTo>
                  <a:lnTo>
                    <a:pt x="3323799" y="1744783"/>
                  </a:lnTo>
                  <a:lnTo>
                    <a:pt x="3323908" y="1744783"/>
                  </a:lnTo>
                  <a:lnTo>
                    <a:pt x="3324016" y="1744783"/>
                  </a:lnTo>
                  <a:lnTo>
                    <a:pt x="3324124" y="1744783"/>
                  </a:lnTo>
                  <a:lnTo>
                    <a:pt x="3324124" y="1744159"/>
                  </a:lnTo>
                  <a:lnTo>
                    <a:pt x="3324233" y="1744159"/>
                  </a:lnTo>
                  <a:lnTo>
                    <a:pt x="3324341" y="1744159"/>
                  </a:lnTo>
                  <a:lnTo>
                    <a:pt x="3324450" y="1744159"/>
                  </a:lnTo>
                  <a:lnTo>
                    <a:pt x="3324558" y="1744159"/>
                  </a:lnTo>
                  <a:lnTo>
                    <a:pt x="3324558" y="1743536"/>
                  </a:lnTo>
                  <a:lnTo>
                    <a:pt x="3324667" y="1743536"/>
                  </a:lnTo>
                  <a:lnTo>
                    <a:pt x="3324775" y="1743536"/>
                  </a:lnTo>
                  <a:lnTo>
                    <a:pt x="3324884" y="1743536"/>
                  </a:lnTo>
                  <a:lnTo>
                    <a:pt x="3324992" y="1743536"/>
                  </a:lnTo>
                  <a:lnTo>
                    <a:pt x="3325100" y="1743536"/>
                  </a:lnTo>
                  <a:lnTo>
                    <a:pt x="3325100" y="1742912"/>
                  </a:lnTo>
                  <a:lnTo>
                    <a:pt x="3325209" y="1742912"/>
                  </a:lnTo>
                  <a:lnTo>
                    <a:pt x="3325209" y="1742288"/>
                  </a:lnTo>
                  <a:lnTo>
                    <a:pt x="3325209" y="1741665"/>
                  </a:lnTo>
                  <a:lnTo>
                    <a:pt x="3325317" y="1741665"/>
                  </a:lnTo>
                  <a:lnTo>
                    <a:pt x="3325426" y="1741665"/>
                  </a:lnTo>
                  <a:lnTo>
                    <a:pt x="3325534" y="1741665"/>
                  </a:lnTo>
                  <a:lnTo>
                    <a:pt x="3325643" y="1741665"/>
                  </a:lnTo>
                  <a:lnTo>
                    <a:pt x="3325751" y="1741665"/>
                  </a:lnTo>
                  <a:lnTo>
                    <a:pt x="3325860" y="1741665"/>
                  </a:lnTo>
                  <a:lnTo>
                    <a:pt x="3325968" y="1741665"/>
                  </a:lnTo>
                  <a:lnTo>
                    <a:pt x="3325968" y="1741041"/>
                  </a:lnTo>
                  <a:lnTo>
                    <a:pt x="3326076" y="1741041"/>
                  </a:lnTo>
                  <a:lnTo>
                    <a:pt x="3326185" y="1741041"/>
                  </a:lnTo>
                  <a:lnTo>
                    <a:pt x="3326293" y="1741041"/>
                  </a:lnTo>
                  <a:lnTo>
                    <a:pt x="3326402" y="1741041"/>
                  </a:lnTo>
                  <a:lnTo>
                    <a:pt x="3326402" y="1740418"/>
                  </a:lnTo>
                  <a:lnTo>
                    <a:pt x="3326510" y="1740418"/>
                  </a:lnTo>
                  <a:lnTo>
                    <a:pt x="3326619" y="1740418"/>
                  </a:lnTo>
                  <a:lnTo>
                    <a:pt x="3326727" y="1740418"/>
                  </a:lnTo>
                  <a:lnTo>
                    <a:pt x="3326836" y="1740418"/>
                  </a:lnTo>
                  <a:lnTo>
                    <a:pt x="3326944" y="1740418"/>
                  </a:lnTo>
                  <a:lnTo>
                    <a:pt x="3327053" y="1740418"/>
                  </a:lnTo>
                  <a:lnTo>
                    <a:pt x="3327161" y="1740418"/>
                  </a:lnTo>
                  <a:lnTo>
                    <a:pt x="3327269" y="1740418"/>
                  </a:lnTo>
                  <a:lnTo>
                    <a:pt x="3327378" y="1740418"/>
                  </a:lnTo>
                  <a:lnTo>
                    <a:pt x="3327486" y="1740418"/>
                  </a:lnTo>
                  <a:lnTo>
                    <a:pt x="3327595" y="1740418"/>
                  </a:lnTo>
                  <a:lnTo>
                    <a:pt x="3327703" y="1740418"/>
                  </a:lnTo>
                  <a:lnTo>
                    <a:pt x="3327812" y="1740418"/>
                  </a:lnTo>
                  <a:lnTo>
                    <a:pt x="3327920" y="1740418"/>
                  </a:lnTo>
                  <a:lnTo>
                    <a:pt x="3328029" y="1740418"/>
                  </a:lnTo>
                  <a:lnTo>
                    <a:pt x="3328137" y="1740418"/>
                  </a:lnTo>
                  <a:lnTo>
                    <a:pt x="3328245" y="1740418"/>
                  </a:lnTo>
                  <a:lnTo>
                    <a:pt x="3328354" y="1740418"/>
                  </a:lnTo>
                  <a:lnTo>
                    <a:pt x="3328354" y="1739794"/>
                  </a:lnTo>
                  <a:lnTo>
                    <a:pt x="3328354" y="1739171"/>
                  </a:lnTo>
                  <a:lnTo>
                    <a:pt x="3328462" y="1739171"/>
                  </a:lnTo>
                  <a:lnTo>
                    <a:pt x="3328462" y="1738547"/>
                  </a:lnTo>
                  <a:lnTo>
                    <a:pt x="3328571" y="1738547"/>
                  </a:lnTo>
                  <a:lnTo>
                    <a:pt x="3328679" y="1738547"/>
                  </a:lnTo>
                  <a:lnTo>
                    <a:pt x="3328788" y="1738547"/>
                  </a:lnTo>
                  <a:lnTo>
                    <a:pt x="3328788" y="1737923"/>
                  </a:lnTo>
                  <a:lnTo>
                    <a:pt x="3328896" y="1737923"/>
                  </a:lnTo>
                  <a:lnTo>
                    <a:pt x="3329005" y="1737923"/>
                  </a:lnTo>
                  <a:lnTo>
                    <a:pt x="3329113" y="1737923"/>
                  </a:lnTo>
                  <a:lnTo>
                    <a:pt x="3329221" y="1737923"/>
                  </a:lnTo>
                  <a:lnTo>
                    <a:pt x="3329330" y="1737923"/>
                  </a:lnTo>
                  <a:lnTo>
                    <a:pt x="3329330" y="1737300"/>
                  </a:lnTo>
                  <a:lnTo>
                    <a:pt x="3329438" y="1737300"/>
                  </a:lnTo>
                  <a:lnTo>
                    <a:pt x="3329547" y="1737300"/>
                  </a:lnTo>
                  <a:lnTo>
                    <a:pt x="3329655" y="1737300"/>
                  </a:lnTo>
                  <a:lnTo>
                    <a:pt x="3329764" y="1737300"/>
                  </a:lnTo>
                  <a:lnTo>
                    <a:pt x="3329872" y="1737300"/>
                  </a:lnTo>
                  <a:lnTo>
                    <a:pt x="3329981" y="1737300"/>
                  </a:lnTo>
                  <a:lnTo>
                    <a:pt x="3330089" y="1737300"/>
                  </a:lnTo>
                  <a:lnTo>
                    <a:pt x="3330197" y="1737300"/>
                  </a:lnTo>
                  <a:lnTo>
                    <a:pt x="3330306" y="1737300"/>
                  </a:lnTo>
                  <a:lnTo>
                    <a:pt x="3330414" y="1737300"/>
                  </a:lnTo>
                  <a:lnTo>
                    <a:pt x="3330523" y="1737300"/>
                  </a:lnTo>
                  <a:lnTo>
                    <a:pt x="3330631" y="1737300"/>
                  </a:lnTo>
                  <a:lnTo>
                    <a:pt x="3330740" y="1737300"/>
                  </a:lnTo>
                  <a:lnTo>
                    <a:pt x="3330848" y="1737300"/>
                  </a:lnTo>
                  <a:lnTo>
                    <a:pt x="3330957" y="1737300"/>
                  </a:lnTo>
                  <a:lnTo>
                    <a:pt x="3331065" y="1737300"/>
                  </a:lnTo>
                  <a:lnTo>
                    <a:pt x="3331173" y="1737300"/>
                  </a:lnTo>
                  <a:lnTo>
                    <a:pt x="3331282" y="1737300"/>
                  </a:lnTo>
                  <a:lnTo>
                    <a:pt x="3331390" y="1737300"/>
                  </a:lnTo>
                  <a:lnTo>
                    <a:pt x="3331499" y="1737300"/>
                  </a:lnTo>
                  <a:lnTo>
                    <a:pt x="3331607" y="1737300"/>
                  </a:lnTo>
                  <a:lnTo>
                    <a:pt x="3331716" y="1737300"/>
                  </a:lnTo>
                  <a:lnTo>
                    <a:pt x="3331824" y="1737300"/>
                  </a:lnTo>
                  <a:lnTo>
                    <a:pt x="3331933" y="1737300"/>
                  </a:lnTo>
                  <a:lnTo>
                    <a:pt x="3332041" y="1737300"/>
                  </a:lnTo>
                  <a:lnTo>
                    <a:pt x="3332150" y="1737300"/>
                  </a:lnTo>
                  <a:lnTo>
                    <a:pt x="3332258" y="1737300"/>
                  </a:lnTo>
                  <a:lnTo>
                    <a:pt x="3332366" y="1737300"/>
                  </a:lnTo>
                  <a:lnTo>
                    <a:pt x="3332475" y="1737300"/>
                  </a:lnTo>
                  <a:lnTo>
                    <a:pt x="3332583" y="1737300"/>
                  </a:lnTo>
                  <a:lnTo>
                    <a:pt x="3332692" y="1737300"/>
                  </a:lnTo>
                  <a:lnTo>
                    <a:pt x="3332800" y="1737300"/>
                  </a:lnTo>
                  <a:lnTo>
                    <a:pt x="3332909" y="1737300"/>
                  </a:lnTo>
                  <a:lnTo>
                    <a:pt x="3333017" y="1737300"/>
                  </a:lnTo>
                  <a:lnTo>
                    <a:pt x="3333126" y="1737300"/>
                  </a:lnTo>
                  <a:lnTo>
                    <a:pt x="3333234" y="1737300"/>
                  </a:lnTo>
                  <a:lnTo>
                    <a:pt x="3333342" y="1737300"/>
                  </a:lnTo>
                  <a:lnTo>
                    <a:pt x="3333451" y="1737300"/>
                  </a:lnTo>
                  <a:lnTo>
                    <a:pt x="3333559" y="1737300"/>
                  </a:lnTo>
                  <a:lnTo>
                    <a:pt x="3333559" y="1736676"/>
                  </a:lnTo>
                  <a:lnTo>
                    <a:pt x="3333668" y="1736676"/>
                  </a:lnTo>
                  <a:lnTo>
                    <a:pt x="3333776" y="1736676"/>
                  </a:lnTo>
                  <a:lnTo>
                    <a:pt x="3333885" y="1736676"/>
                  </a:lnTo>
                  <a:lnTo>
                    <a:pt x="3333993" y="1736676"/>
                  </a:lnTo>
                  <a:lnTo>
                    <a:pt x="3334102" y="1736676"/>
                  </a:lnTo>
                  <a:lnTo>
                    <a:pt x="3334102" y="1736053"/>
                  </a:lnTo>
                  <a:lnTo>
                    <a:pt x="3334102" y="1735429"/>
                  </a:lnTo>
                  <a:lnTo>
                    <a:pt x="3334102" y="1734806"/>
                  </a:lnTo>
                  <a:lnTo>
                    <a:pt x="3334210" y="1734806"/>
                  </a:lnTo>
                  <a:lnTo>
                    <a:pt x="3334318" y="1734806"/>
                  </a:lnTo>
                  <a:lnTo>
                    <a:pt x="3334427" y="1734806"/>
                  </a:lnTo>
                  <a:lnTo>
                    <a:pt x="3334535" y="1734806"/>
                  </a:lnTo>
                  <a:lnTo>
                    <a:pt x="3334644" y="1734806"/>
                  </a:lnTo>
                  <a:lnTo>
                    <a:pt x="3334752" y="1734806"/>
                  </a:lnTo>
                  <a:lnTo>
                    <a:pt x="3334861" y="1734806"/>
                  </a:lnTo>
                  <a:lnTo>
                    <a:pt x="3334969" y="1734806"/>
                  </a:lnTo>
                  <a:lnTo>
                    <a:pt x="3335078" y="1734806"/>
                  </a:lnTo>
                  <a:lnTo>
                    <a:pt x="3335186" y="1734806"/>
                  </a:lnTo>
                  <a:lnTo>
                    <a:pt x="3335294" y="1734806"/>
                  </a:lnTo>
                  <a:lnTo>
                    <a:pt x="3335294" y="1734182"/>
                  </a:lnTo>
                  <a:lnTo>
                    <a:pt x="3335403" y="1734182"/>
                  </a:lnTo>
                  <a:lnTo>
                    <a:pt x="3335511" y="1734182"/>
                  </a:lnTo>
                  <a:lnTo>
                    <a:pt x="3335620" y="1734182"/>
                  </a:lnTo>
                  <a:lnTo>
                    <a:pt x="3335728" y="1734182"/>
                  </a:lnTo>
                  <a:lnTo>
                    <a:pt x="3335837" y="1734182"/>
                  </a:lnTo>
                  <a:lnTo>
                    <a:pt x="3335945" y="1734182"/>
                  </a:lnTo>
                  <a:lnTo>
                    <a:pt x="3335945" y="1733558"/>
                  </a:lnTo>
                  <a:lnTo>
                    <a:pt x="3336054" y="1733558"/>
                  </a:lnTo>
                  <a:lnTo>
                    <a:pt x="3336054" y="1732935"/>
                  </a:lnTo>
                  <a:lnTo>
                    <a:pt x="3336162" y="1732935"/>
                  </a:lnTo>
                  <a:lnTo>
                    <a:pt x="3336271" y="1732935"/>
                  </a:lnTo>
                  <a:lnTo>
                    <a:pt x="3336379" y="1732935"/>
                  </a:lnTo>
                  <a:lnTo>
                    <a:pt x="3336487" y="1732935"/>
                  </a:lnTo>
                  <a:lnTo>
                    <a:pt x="3336596" y="1732935"/>
                  </a:lnTo>
                  <a:lnTo>
                    <a:pt x="3336704" y="1732935"/>
                  </a:lnTo>
                  <a:lnTo>
                    <a:pt x="3336704" y="1732311"/>
                  </a:lnTo>
                  <a:lnTo>
                    <a:pt x="3336704" y="1731688"/>
                  </a:lnTo>
                  <a:lnTo>
                    <a:pt x="3336813" y="1731688"/>
                  </a:lnTo>
                  <a:lnTo>
                    <a:pt x="3336921" y="1731688"/>
                  </a:lnTo>
                  <a:lnTo>
                    <a:pt x="3336921" y="1731064"/>
                  </a:lnTo>
                  <a:lnTo>
                    <a:pt x="3337030" y="1731064"/>
                  </a:lnTo>
                  <a:lnTo>
                    <a:pt x="3337138" y="1731064"/>
                  </a:lnTo>
                  <a:lnTo>
                    <a:pt x="3337247" y="1731064"/>
                  </a:lnTo>
                  <a:lnTo>
                    <a:pt x="3337247" y="1730440"/>
                  </a:lnTo>
                  <a:lnTo>
                    <a:pt x="3337355" y="1730440"/>
                  </a:lnTo>
                  <a:lnTo>
                    <a:pt x="3337463" y="1730440"/>
                  </a:lnTo>
                  <a:lnTo>
                    <a:pt x="3337572" y="1730440"/>
                  </a:lnTo>
                  <a:lnTo>
                    <a:pt x="3337680" y="1730440"/>
                  </a:lnTo>
                  <a:lnTo>
                    <a:pt x="3337789" y="1730440"/>
                  </a:lnTo>
                  <a:lnTo>
                    <a:pt x="3337897" y="1730440"/>
                  </a:lnTo>
                  <a:lnTo>
                    <a:pt x="3338006" y="1730440"/>
                  </a:lnTo>
                  <a:lnTo>
                    <a:pt x="3338114" y="1730440"/>
                  </a:lnTo>
                  <a:lnTo>
                    <a:pt x="3338223" y="1730440"/>
                  </a:lnTo>
                  <a:lnTo>
                    <a:pt x="3338331" y="1730440"/>
                  </a:lnTo>
                  <a:lnTo>
                    <a:pt x="3338439" y="1730440"/>
                  </a:lnTo>
                  <a:lnTo>
                    <a:pt x="3338548" y="1730440"/>
                  </a:lnTo>
                  <a:lnTo>
                    <a:pt x="3338656" y="1730440"/>
                  </a:lnTo>
                  <a:lnTo>
                    <a:pt x="3338765" y="1730440"/>
                  </a:lnTo>
                  <a:lnTo>
                    <a:pt x="3338873" y="1730440"/>
                  </a:lnTo>
                  <a:lnTo>
                    <a:pt x="3338873" y="1729817"/>
                  </a:lnTo>
                  <a:lnTo>
                    <a:pt x="3338982" y="1729817"/>
                  </a:lnTo>
                  <a:lnTo>
                    <a:pt x="3339090" y="1729817"/>
                  </a:lnTo>
                  <a:lnTo>
                    <a:pt x="3339199" y="1729817"/>
                  </a:lnTo>
                  <a:lnTo>
                    <a:pt x="3339307" y="1729817"/>
                  </a:lnTo>
                  <a:lnTo>
                    <a:pt x="3339415" y="1729817"/>
                  </a:lnTo>
                  <a:lnTo>
                    <a:pt x="3339524" y="1729817"/>
                  </a:lnTo>
                  <a:lnTo>
                    <a:pt x="3339632" y="1729817"/>
                  </a:lnTo>
                  <a:lnTo>
                    <a:pt x="3339741" y="1729817"/>
                  </a:lnTo>
                  <a:lnTo>
                    <a:pt x="3339849" y="1729817"/>
                  </a:lnTo>
                  <a:lnTo>
                    <a:pt x="3339849" y="1729193"/>
                  </a:lnTo>
                  <a:lnTo>
                    <a:pt x="3339958" y="1729193"/>
                  </a:lnTo>
                  <a:lnTo>
                    <a:pt x="3339958" y="1728570"/>
                  </a:lnTo>
                  <a:lnTo>
                    <a:pt x="3340066" y="1728570"/>
                  </a:lnTo>
                  <a:lnTo>
                    <a:pt x="3340066" y="1727946"/>
                  </a:lnTo>
                  <a:lnTo>
                    <a:pt x="3340175" y="1727946"/>
                  </a:lnTo>
                  <a:lnTo>
                    <a:pt x="3340283" y="1727946"/>
                  </a:lnTo>
                  <a:lnTo>
                    <a:pt x="3340392" y="1727946"/>
                  </a:lnTo>
                  <a:lnTo>
                    <a:pt x="3340500" y="1727946"/>
                  </a:lnTo>
                  <a:lnTo>
                    <a:pt x="3340608" y="1727946"/>
                  </a:lnTo>
                  <a:lnTo>
                    <a:pt x="3340608" y="1727323"/>
                  </a:lnTo>
                  <a:lnTo>
                    <a:pt x="3340717" y="1727323"/>
                  </a:lnTo>
                  <a:lnTo>
                    <a:pt x="3340825" y="1727323"/>
                  </a:lnTo>
                  <a:lnTo>
                    <a:pt x="3340934" y="1727323"/>
                  </a:lnTo>
                  <a:lnTo>
                    <a:pt x="3341042" y="1727323"/>
                  </a:lnTo>
                  <a:lnTo>
                    <a:pt x="3341151" y="1727323"/>
                  </a:lnTo>
                  <a:lnTo>
                    <a:pt x="3341259" y="1727323"/>
                  </a:lnTo>
                  <a:lnTo>
                    <a:pt x="3341368" y="1727323"/>
                  </a:lnTo>
                  <a:lnTo>
                    <a:pt x="3341476" y="1727323"/>
                  </a:lnTo>
                  <a:lnTo>
                    <a:pt x="3341584" y="1727323"/>
                  </a:lnTo>
                  <a:lnTo>
                    <a:pt x="3341693" y="1727323"/>
                  </a:lnTo>
                  <a:lnTo>
                    <a:pt x="3341693" y="1726699"/>
                  </a:lnTo>
                  <a:lnTo>
                    <a:pt x="3341693" y="1726075"/>
                  </a:lnTo>
                  <a:lnTo>
                    <a:pt x="3341801" y="1726075"/>
                  </a:lnTo>
                  <a:lnTo>
                    <a:pt x="3341910" y="1726075"/>
                  </a:lnTo>
                  <a:lnTo>
                    <a:pt x="3342018" y="1726075"/>
                  </a:lnTo>
                  <a:lnTo>
                    <a:pt x="3342127" y="1726075"/>
                  </a:lnTo>
                  <a:lnTo>
                    <a:pt x="3342235" y="1726075"/>
                  </a:lnTo>
                  <a:lnTo>
                    <a:pt x="3342344" y="1726075"/>
                  </a:lnTo>
                  <a:lnTo>
                    <a:pt x="3342452" y="1726075"/>
                  </a:lnTo>
                  <a:lnTo>
                    <a:pt x="3342560" y="1726075"/>
                  </a:lnTo>
                  <a:lnTo>
                    <a:pt x="3342669" y="1726075"/>
                  </a:lnTo>
                  <a:lnTo>
                    <a:pt x="3342777" y="1726075"/>
                  </a:lnTo>
                  <a:lnTo>
                    <a:pt x="3342777" y="1725452"/>
                  </a:lnTo>
                  <a:lnTo>
                    <a:pt x="3342777" y="1724828"/>
                  </a:lnTo>
                  <a:lnTo>
                    <a:pt x="3342777" y="1724205"/>
                  </a:lnTo>
                  <a:lnTo>
                    <a:pt x="3342886" y="1724205"/>
                  </a:lnTo>
                  <a:lnTo>
                    <a:pt x="3342994" y="1724205"/>
                  </a:lnTo>
                  <a:lnTo>
                    <a:pt x="3343103" y="1724205"/>
                  </a:lnTo>
                  <a:lnTo>
                    <a:pt x="3343211" y="1724205"/>
                  </a:lnTo>
                  <a:lnTo>
                    <a:pt x="3343320" y="1724205"/>
                  </a:lnTo>
                  <a:lnTo>
                    <a:pt x="3343428" y="1724205"/>
                  </a:lnTo>
                  <a:lnTo>
                    <a:pt x="3343536" y="1724205"/>
                  </a:lnTo>
                  <a:lnTo>
                    <a:pt x="3343645" y="1724205"/>
                  </a:lnTo>
                  <a:lnTo>
                    <a:pt x="3343753" y="1724205"/>
                  </a:lnTo>
                  <a:lnTo>
                    <a:pt x="3343862" y="1724205"/>
                  </a:lnTo>
                  <a:lnTo>
                    <a:pt x="3343862" y="1723581"/>
                  </a:lnTo>
                  <a:lnTo>
                    <a:pt x="3343970" y="1723581"/>
                  </a:lnTo>
                  <a:lnTo>
                    <a:pt x="3344079" y="1723581"/>
                  </a:lnTo>
                  <a:lnTo>
                    <a:pt x="3344187" y="1723581"/>
                  </a:lnTo>
                  <a:lnTo>
                    <a:pt x="3344296" y="1723581"/>
                  </a:lnTo>
                  <a:lnTo>
                    <a:pt x="3344404" y="1723581"/>
                  </a:lnTo>
                  <a:lnTo>
                    <a:pt x="3344513" y="1723581"/>
                  </a:lnTo>
                  <a:lnTo>
                    <a:pt x="3344621" y="1723581"/>
                  </a:lnTo>
                  <a:lnTo>
                    <a:pt x="3344729" y="1723581"/>
                  </a:lnTo>
                  <a:lnTo>
                    <a:pt x="3344838" y="1723581"/>
                  </a:lnTo>
                  <a:lnTo>
                    <a:pt x="3344838" y="1722957"/>
                  </a:lnTo>
                  <a:lnTo>
                    <a:pt x="3344946" y="1722957"/>
                  </a:lnTo>
                  <a:lnTo>
                    <a:pt x="3345055" y="1722957"/>
                  </a:lnTo>
                  <a:lnTo>
                    <a:pt x="3345163" y="1722957"/>
                  </a:lnTo>
                  <a:lnTo>
                    <a:pt x="3345272" y="1722957"/>
                  </a:lnTo>
                  <a:lnTo>
                    <a:pt x="3345380" y="1722957"/>
                  </a:lnTo>
                  <a:lnTo>
                    <a:pt x="3345489" y="1722957"/>
                  </a:lnTo>
                  <a:lnTo>
                    <a:pt x="3345597" y="1722957"/>
                  </a:lnTo>
                  <a:lnTo>
                    <a:pt x="3345705" y="1722957"/>
                  </a:lnTo>
                  <a:lnTo>
                    <a:pt x="3345705" y="1722334"/>
                  </a:lnTo>
                  <a:lnTo>
                    <a:pt x="3345814" y="1722334"/>
                  </a:lnTo>
                  <a:lnTo>
                    <a:pt x="3345922" y="1722334"/>
                  </a:lnTo>
                  <a:lnTo>
                    <a:pt x="3346031" y="1722334"/>
                  </a:lnTo>
                  <a:lnTo>
                    <a:pt x="3346139" y="1722334"/>
                  </a:lnTo>
                  <a:lnTo>
                    <a:pt x="3346248" y="1722334"/>
                  </a:lnTo>
                  <a:lnTo>
                    <a:pt x="3346356" y="1722334"/>
                  </a:lnTo>
                  <a:lnTo>
                    <a:pt x="3346465" y="1722334"/>
                  </a:lnTo>
                  <a:lnTo>
                    <a:pt x="3346573" y="1722334"/>
                  </a:lnTo>
                  <a:lnTo>
                    <a:pt x="3346681" y="1722334"/>
                  </a:lnTo>
                  <a:lnTo>
                    <a:pt x="3346790" y="1722334"/>
                  </a:lnTo>
                  <a:lnTo>
                    <a:pt x="3346898" y="1722334"/>
                  </a:lnTo>
                  <a:lnTo>
                    <a:pt x="3346898" y="1721710"/>
                  </a:lnTo>
                  <a:lnTo>
                    <a:pt x="3347007" y="1721710"/>
                  </a:lnTo>
                  <a:lnTo>
                    <a:pt x="3347115" y="1721710"/>
                  </a:lnTo>
                  <a:lnTo>
                    <a:pt x="3347224" y="1721710"/>
                  </a:lnTo>
                  <a:lnTo>
                    <a:pt x="3347332" y="1721710"/>
                  </a:lnTo>
                  <a:lnTo>
                    <a:pt x="3347441" y="1721710"/>
                  </a:lnTo>
                  <a:lnTo>
                    <a:pt x="3347549" y="1721710"/>
                  </a:lnTo>
                  <a:lnTo>
                    <a:pt x="3347657" y="1721710"/>
                  </a:lnTo>
                  <a:lnTo>
                    <a:pt x="3347766" y="1721710"/>
                  </a:lnTo>
                  <a:lnTo>
                    <a:pt x="3347874" y="1721710"/>
                  </a:lnTo>
                  <a:lnTo>
                    <a:pt x="3347983" y="1721710"/>
                  </a:lnTo>
                  <a:lnTo>
                    <a:pt x="3348091" y="1721710"/>
                  </a:lnTo>
                  <a:lnTo>
                    <a:pt x="3348200" y="1721710"/>
                  </a:lnTo>
                  <a:lnTo>
                    <a:pt x="3348308" y="1721710"/>
                  </a:lnTo>
                  <a:lnTo>
                    <a:pt x="3348308" y="1721087"/>
                  </a:lnTo>
                  <a:lnTo>
                    <a:pt x="3348417" y="1721087"/>
                  </a:lnTo>
                  <a:lnTo>
                    <a:pt x="3348525" y="1721087"/>
                  </a:lnTo>
                  <a:lnTo>
                    <a:pt x="3348634" y="1721087"/>
                  </a:lnTo>
                  <a:lnTo>
                    <a:pt x="3348634" y="1720463"/>
                  </a:lnTo>
                  <a:lnTo>
                    <a:pt x="3348742" y="1720463"/>
                  </a:lnTo>
                  <a:lnTo>
                    <a:pt x="3348850" y="1720463"/>
                  </a:lnTo>
                  <a:lnTo>
                    <a:pt x="3348959" y="1720463"/>
                  </a:lnTo>
                  <a:lnTo>
                    <a:pt x="3349067" y="1720463"/>
                  </a:lnTo>
                  <a:lnTo>
                    <a:pt x="3349176" y="1720463"/>
                  </a:lnTo>
                  <a:lnTo>
                    <a:pt x="3349284" y="1720463"/>
                  </a:lnTo>
                  <a:lnTo>
                    <a:pt x="3349393" y="1720463"/>
                  </a:lnTo>
                  <a:lnTo>
                    <a:pt x="3349501" y="1720463"/>
                  </a:lnTo>
                  <a:lnTo>
                    <a:pt x="3349610" y="1720463"/>
                  </a:lnTo>
                  <a:lnTo>
                    <a:pt x="3349718" y="1720463"/>
                  </a:lnTo>
                  <a:lnTo>
                    <a:pt x="3349826" y="1720463"/>
                  </a:lnTo>
                  <a:lnTo>
                    <a:pt x="3349935" y="1720463"/>
                  </a:lnTo>
                  <a:lnTo>
                    <a:pt x="3350043" y="1720463"/>
                  </a:lnTo>
                  <a:lnTo>
                    <a:pt x="3350152" y="1720463"/>
                  </a:lnTo>
                  <a:lnTo>
                    <a:pt x="3350260" y="1720463"/>
                  </a:lnTo>
                  <a:lnTo>
                    <a:pt x="3350369" y="1720463"/>
                  </a:lnTo>
                  <a:lnTo>
                    <a:pt x="3350477" y="1720463"/>
                  </a:lnTo>
                  <a:lnTo>
                    <a:pt x="3350586" y="1720463"/>
                  </a:lnTo>
                  <a:lnTo>
                    <a:pt x="3350694" y="1720463"/>
                  </a:lnTo>
                  <a:lnTo>
                    <a:pt x="3350802" y="1720463"/>
                  </a:lnTo>
                  <a:lnTo>
                    <a:pt x="3350911" y="1720463"/>
                  </a:lnTo>
                  <a:lnTo>
                    <a:pt x="3351019" y="1720463"/>
                  </a:lnTo>
                  <a:lnTo>
                    <a:pt x="3351128" y="1720463"/>
                  </a:lnTo>
                  <a:lnTo>
                    <a:pt x="3351236" y="1720463"/>
                  </a:lnTo>
                  <a:lnTo>
                    <a:pt x="3351345" y="1720463"/>
                  </a:lnTo>
                  <a:lnTo>
                    <a:pt x="3351453" y="1720463"/>
                  </a:lnTo>
                  <a:lnTo>
                    <a:pt x="3351562" y="1720463"/>
                  </a:lnTo>
                  <a:lnTo>
                    <a:pt x="3351670" y="1720463"/>
                  </a:lnTo>
                  <a:lnTo>
                    <a:pt x="3351778" y="1720463"/>
                  </a:lnTo>
                  <a:lnTo>
                    <a:pt x="3351887" y="1720463"/>
                  </a:lnTo>
                  <a:lnTo>
                    <a:pt x="3351995" y="1720463"/>
                  </a:lnTo>
                  <a:lnTo>
                    <a:pt x="3352104" y="1720463"/>
                  </a:lnTo>
                  <a:lnTo>
                    <a:pt x="3352212" y="1720463"/>
                  </a:lnTo>
                  <a:lnTo>
                    <a:pt x="3352321" y="1720463"/>
                  </a:lnTo>
                  <a:lnTo>
                    <a:pt x="3352429" y="1720463"/>
                  </a:lnTo>
                  <a:lnTo>
                    <a:pt x="3352429" y="1719840"/>
                  </a:lnTo>
                  <a:lnTo>
                    <a:pt x="3352538" y="1719840"/>
                  </a:lnTo>
                  <a:lnTo>
                    <a:pt x="3352646" y="1719840"/>
                  </a:lnTo>
                  <a:lnTo>
                    <a:pt x="3352754" y="1719840"/>
                  </a:lnTo>
                  <a:lnTo>
                    <a:pt x="3352863" y="1719840"/>
                  </a:lnTo>
                  <a:lnTo>
                    <a:pt x="3352971" y="1719840"/>
                  </a:lnTo>
                  <a:lnTo>
                    <a:pt x="3352971" y="1719216"/>
                  </a:lnTo>
                  <a:lnTo>
                    <a:pt x="3353080" y="1719216"/>
                  </a:lnTo>
                  <a:lnTo>
                    <a:pt x="3353188" y="1719216"/>
                  </a:lnTo>
                  <a:lnTo>
                    <a:pt x="3353297" y="1719216"/>
                  </a:lnTo>
                  <a:lnTo>
                    <a:pt x="3353297" y="1718592"/>
                  </a:lnTo>
                  <a:lnTo>
                    <a:pt x="3353405" y="1718592"/>
                  </a:lnTo>
                  <a:lnTo>
                    <a:pt x="3353514" y="1718592"/>
                  </a:lnTo>
                  <a:lnTo>
                    <a:pt x="3353622" y="1718592"/>
                  </a:lnTo>
                  <a:lnTo>
                    <a:pt x="3353731" y="1718592"/>
                  </a:lnTo>
                  <a:lnTo>
                    <a:pt x="3353731" y="1717969"/>
                  </a:lnTo>
                  <a:lnTo>
                    <a:pt x="3353839" y="1717969"/>
                  </a:lnTo>
                  <a:lnTo>
                    <a:pt x="3353947" y="1717969"/>
                  </a:lnTo>
                  <a:lnTo>
                    <a:pt x="3353947" y="1717345"/>
                  </a:lnTo>
                  <a:lnTo>
                    <a:pt x="3354056" y="1717345"/>
                  </a:lnTo>
                  <a:lnTo>
                    <a:pt x="3354164" y="1717345"/>
                  </a:lnTo>
                  <a:lnTo>
                    <a:pt x="3354273" y="1717345"/>
                  </a:lnTo>
                  <a:lnTo>
                    <a:pt x="3354381" y="1717345"/>
                  </a:lnTo>
                  <a:lnTo>
                    <a:pt x="3354490" y="1717345"/>
                  </a:lnTo>
                  <a:lnTo>
                    <a:pt x="3354598" y="1717345"/>
                  </a:lnTo>
                  <a:lnTo>
                    <a:pt x="3354707" y="1717345"/>
                  </a:lnTo>
                  <a:lnTo>
                    <a:pt x="3354815" y="1717345"/>
                  </a:lnTo>
                  <a:lnTo>
                    <a:pt x="3354815" y="1716722"/>
                  </a:lnTo>
                  <a:lnTo>
                    <a:pt x="3354923" y="1716722"/>
                  </a:lnTo>
                  <a:lnTo>
                    <a:pt x="3355032" y="1716722"/>
                  </a:lnTo>
                  <a:lnTo>
                    <a:pt x="3355032" y="1716098"/>
                  </a:lnTo>
                  <a:lnTo>
                    <a:pt x="3355140" y="1716098"/>
                  </a:lnTo>
                  <a:lnTo>
                    <a:pt x="3355249" y="1716098"/>
                  </a:lnTo>
                  <a:lnTo>
                    <a:pt x="3355357" y="1716098"/>
                  </a:lnTo>
                  <a:lnTo>
                    <a:pt x="3355466" y="1716098"/>
                  </a:lnTo>
                  <a:lnTo>
                    <a:pt x="3355574" y="1716098"/>
                  </a:lnTo>
                  <a:lnTo>
                    <a:pt x="3355683" y="1716098"/>
                  </a:lnTo>
                  <a:lnTo>
                    <a:pt x="3355683" y="1715474"/>
                  </a:lnTo>
                  <a:lnTo>
                    <a:pt x="3355791" y="1715474"/>
                  </a:lnTo>
                  <a:lnTo>
                    <a:pt x="3355899" y="1715474"/>
                  </a:lnTo>
                  <a:lnTo>
                    <a:pt x="3356008" y="1715474"/>
                  </a:lnTo>
                  <a:lnTo>
                    <a:pt x="3356116" y="1715474"/>
                  </a:lnTo>
                  <a:lnTo>
                    <a:pt x="3356225" y="1715474"/>
                  </a:lnTo>
                  <a:lnTo>
                    <a:pt x="3356333" y="1715474"/>
                  </a:lnTo>
                  <a:lnTo>
                    <a:pt x="3356442" y="1715474"/>
                  </a:lnTo>
                  <a:lnTo>
                    <a:pt x="3356442" y="1714851"/>
                  </a:lnTo>
                  <a:lnTo>
                    <a:pt x="3356550" y="1714851"/>
                  </a:lnTo>
                  <a:lnTo>
                    <a:pt x="3356659" y="1714851"/>
                  </a:lnTo>
                  <a:lnTo>
                    <a:pt x="3356767" y="1714851"/>
                  </a:lnTo>
                  <a:lnTo>
                    <a:pt x="3356875" y="1714851"/>
                  </a:lnTo>
                  <a:lnTo>
                    <a:pt x="3356875" y="1714227"/>
                  </a:lnTo>
                  <a:lnTo>
                    <a:pt x="3356984" y="1714227"/>
                  </a:lnTo>
                  <a:lnTo>
                    <a:pt x="3357092" y="1714227"/>
                  </a:lnTo>
                  <a:lnTo>
                    <a:pt x="3357201" y="1714227"/>
                  </a:lnTo>
                  <a:lnTo>
                    <a:pt x="3357309" y="1714227"/>
                  </a:lnTo>
                  <a:lnTo>
                    <a:pt x="3357418" y="1714227"/>
                  </a:lnTo>
                  <a:lnTo>
                    <a:pt x="3357526" y="1714227"/>
                  </a:lnTo>
                  <a:lnTo>
                    <a:pt x="3357635" y="1714227"/>
                  </a:lnTo>
                  <a:lnTo>
                    <a:pt x="3357743" y="1714227"/>
                  </a:lnTo>
                  <a:lnTo>
                    <a:pt x="3357743" y="1713604"/>
                  </a:lnTo>
                  <a:lnTo>
                    <a:pt x="3357852" y="1713604"/>
                  </a:lnTo>
                  <a:lnTo>
                    <a:pt x="3357852" y="1712980"/>
                  </a:lnTo>
                  <a:lnTo>
                    <a:pt x="3357960" y="1712980"/>
                  </a:lnTo>
                  <a:lnTo>
                    <a:pt x="3358068" y="1712980"/>
                  </a:lnTo>
                  <a:lnTo>
                    <a:pt x="3358177" y="1712980"/>
                  </a:lnTo>
                  <a:lnTo>
                    <a:pt x="3358285" y="1712980"/>
                  </a:lnTo>
                  <a:lnTo>
                    <a:pt x="3358285" y="1712357"/>
                  </a:lnTo>
                  <a:lnTo>
                    <a:pt x="3358394" y="1712357"/>
                  </a:lnTo>
                  <a:lnTo>
                    <a:pt x="3358502" y="1712357"/>
                  </a:lnTo>
                  <a:lnTo>
                    <a:pt x="3358502" y="1711733"/>
                  </a:lnTo>
                  <a:lnTo>
                    <a:pt x="3358611" y="1711733"/>
                  </a:lnTo>
                  <a:lnTo>
                    <a:pt x="3358719" y="1711733"/>
                  </a:lnTo>
                  <a:lnTo>
                    <a:pt x="3358828" y="1711733"/>
                  </a:lnTo>
                  <a:lnTo>
                    <a:pt x="3358936" y="1711733"/>
                  </a:lnTo>
                  <a:lnTo>
                    <a:pt x="3359044" y="1711733"/>
                  </a:lnTo>
                  <a:lnTo>
                    <a:pt x="3359044" y="1711109"/>
                  </a:lnTo>
                  <a:lnTo>
                    <a:pt x="3359153" y="1711109"/>
                  </a:lnTo>
                  <a:lnTo>
                    <a:pt x="3359261" y="1711109"/>
                  </a:lnTo>
                  <a:lnTo>
                    <a:pt x="3359370" y="1711109"/>
                  </a:lnTo>
                  <a:lnTo>
                    <a:pt x="3359478" y="1711109"/>
                  </a:lnTo>
                  <a:lnTo>
                    <a:pt x="3359478" y="1710486"/>
                  </a:lnTo>
                  <a:lnTo>
                    <a:pt x="3359587" y="1710486"/>
                  </a:lnTo>
                  <a:lnTo>
                    <a:pt x="3359695" y="1710486"/>
                  </a:lnTo>
                  <a:lnTo>
                    <a:pt x="3359804" y="1710486"/>
                  </a:lnTo>
                  <a:lnTo>
                    <a:pt x="3359804" y="1709862"/>
                  </a:lnTo>
                  <a:lnTo>
                    <a:pt x="3359912" y="1709862"/>
                  </a:lnTo>
                  <a:lnTo>
                    <a:pt x="3360020" y="1709862"/>
                  </a:lnTo>
                  <a:lnTo>
                    <a:pt x="3360129" y="1709862"/>
                  </a:lnTo>
                  <a:lnTo>
                    <a:pt x="3360237" y="1709862"/>
                  </a:lnTo>
                  <a:lnTo>
                    <a:pt x="3360346" y="1709862"/>
                  </a:lnTo>
                  <a:lnTo>
                    <a:pt x="3360346" y="1709239"/>
                  </a:lnTo>
                  <a:lnTo>
                    <a:pt x="3360454" y="1709239"/>
                  </a:lnTo>
                  <a:lnTo>
                    <a:pt x="3360563" y="1709239"/>
                  </a:lnTo>
                  <a:lnTo>
                    <a:pt x="3360671" y="1709239"/>
                  </a:lnTo>
                  <a:lnTo>
                    <a:pt x="3360780" y="1709239"/>
                  </a:lnTo>
                  <a:lnTo>
                    <a:pt x="3360888" y="1709239"/>
                  </a:lnTo>
                  <a:lnTo>
                    <a:pt x="3360996" y="1709239"/>
                  </a:lnTo>
                  <a:lnTo>
                    <a:pt x="3361105" y="1709239"/>
                  </a:lnTo>
                  <a:lnTo>
                    <a:pt x="3361105" y="1708615"/>
                  </a:lnTo>
                  <a:lnTo>
                    <a:pt x="3361213" y="1708615"/>
                  </a:lnTo>
                  <a:lnTo>
                    <a:pt x="3361322" y="1708615"/>
                  </a:lnTo>
                  <a:lnTo>
                    <a:pt x="3361430" y="1708615"/>
                  </a:lnTo>
                  <a:lnTo>
                    <a:pt x="3361539" y="1708615"/>
                  </a:lnTo>
                  <a:lnTo>
                    <a:pt x="3361647" y="1708615"/>
                  </a:lnTo>
                  <a:lnTo>
                    <a:pt x="3361756" y="1708615"/>
                  </a:lnTo>
                  <a:lnTo>
                    <a:pt x="3361864" y="1708615"/>
                  </a:lnTo>
                  <a:lnTo>
                    <a:pt x="3361973" y="1708615"/>
                  </a:lnTo>
                  <a:lnTo>
                    <a:pt x="3362081" y="1708615"/>
                  </a:lnTo>
                  <a:lnTo>
                    <a:pt x="3362189" y="1708615"/>
                  </a:lnTo>
                  <a:lnTo>
                    <a:pt x="3362298" y="1708615"/>
                  </a:lnTo>
                  <a:lnTo>
                    <a:pt x="3362406" y="1708615"/>
                  </a:lnTo>
                  <a:lnTo>
                    <a:pt x="3362515" y="1708615"/>
                  </a:lnTo>
                  <a:lnTo>
                    <a:pt x="3362623" y="1708615"/>
                  </a:lnTo>
                  <a:lnTo>
                    <a:pt x="3362732" y="1708615"/>
                  </a:lnTo>
                  <a:lnTo>
                    <a:pt x="3362840" y="1708615"/>
                  </a:lnTo>
                  <a:lnTo>
                    <a:pt x="3362840" y="1707991"/>
                  </a:lnTo>
                  <a:lnTo>
                    <a:pt x="3362949" y="1707991"/>
                  </a:lnTo>
                  <a:lnTo>
                    <a:pt x="3362949" y="1707368"/>
                  </a:lnTo>
                  <a:lnTo>
                    <a:pt x="3363057" y="1707368"/>
                  </a:lnTo>
                  <a:lnTo>
                    <a:pt x="3363165" y="1707368"/>
                  </a:lnTo>
                  <a:lnTo>
                    <a:pt x="3363274" y="1707368"/>
                  </a:lnTo>
                  <a:lnTo>
                    <a:pt x="3363382" y="1707368"/>
                  </a:lnTo>
                  <a:lnTo>
                    <a:pt x="3363491" y="1707368"/>
                  </a:lnTo>
                  <a:lnTo>
                    <a:pt x="3363599" y="1707368"/>
                  </a:lnTo>
                  <a:lnTo>
                    <a:pt x="3363708" y="1707368"/>
                  </a:lnTo>
                  <a:lnTo>
                    <a:pt x="3363816" y="1707368"/>
                  </a:lnTo>
                  <a:lnTo>
                    <a:pt x="3363925" y="1707368"/>
                  </a:lnTo>
                  <a:lnTo>
                    <a:pt x="3364033" y="1707368"/>
                  </a:lnTo>
                  <a:lnTo>
                    <a:pt x="3364141" y="1707368"/>
                  </a:lnTo>
                  <a:lnTo>
                    <a:pt x="3364250" y="1707368"/>
                  </a:lnTo>
                  <a:lnTo>
                    <a:pt x="3364358" y="1707368"/>
                  </a:lnTo>
                  <a:lnTo>
                    <a:pt x="3364467" y="1707368"/>
                  </a:lnTo>
                  <a:lnTo>
                    <a:pt x="3364575" y="1707368"/>
                  </a:lnTo>
                  <a:lnTo>
                    <a:pt x="3364684" y="1707368"/>
                  </a:lnTo>
                  <a:lnTo>
                    <a:pt x="3364792" y="1707368"/>
                  </a:lnTo>
                  <a:lnTo>
                    <a:pt x="3364901" y="1707368"/>
                  </a:lnTo>
                  <a:lnTo>
                    <a:pt x="3365009" y="1707368"/>
                  </a:lnTo>
                  <a:lnTo>
                    <a:pt x="3365117" y="1707368"/>
                  </a:lnTo>
                  <a:lnTo>
                    <a:pt x="3365226" y="1707368"/>
                  </a:lnTo>
                  <a:lnTo>
                    <a:pt x="3365334" y="1707368"/>
                  </a:lnTo>
                  <a:lnTo>
                    <a:pt x="3365443" y="1707368"/>
                  </a:lnTo>
                  <a:lnTo>
                    <a:pt x="3365551" y="1707368"/>
                  </a:lnTo>
                  <a:lnTo>
                    <a:pt x="3365660" y="1707368"/>
                  </a:lnTo>
                  <a:lnTo>
                    <a:pt x="3365768" y="1707368"/>
                  </a:lnTo>
                  <a:lnTo>
                    <a:pt x="3365877" y="1707368"/>
                  </a:lnTo>
                  <a:lnTo>
                    <a:pt x="3365985" y="1707368"/>
                  </a:lnTo>
                  <a:lnTo>
                    <a:pt x="3366094" y="1707368"/>
                  </a:lnTo>
                  <a:lnTo>
                    <a:pt x="3366202" y="1707368"/>
                  </a:lnTo>
                  <a:lnTo>
                    <a:pt x="3366310" y="1707368"/>
                  </a:lnTo>
                  <a:lnTo>
                    <a:pt x="3366310" y="1706744"/>
                  </a:lnTo>
                  <a:lnTo>
                    <a:pt x="3366419" y="1706744"/>
                  </a:lnTo>
                  <a:lnTo>
                    <a:pt x="3366527" y="1706744"/>
                  </a:lnTo>
                  <a:lnTo>
                    <a:pt x="3366636" y="1706744"/>
                  </a:lnTo>
                  <a:lnTo>
                    <a:pt x="3366744" y="1706744"/>
                  </a:lnTo>
                  <a:lnTo>
                    <a:pt x="3366853" y="1706744"/>
                  </a:lnTo>
                  <a:lnTo>
                    <a:pt x="3366961" y="1706744"/>
                  </a:lnTo>
                  <a:lnTo>
                    <a:pt x="3367070" y="1706744"/>
                  </a:lnTo>
                  <a:lnTo>
                    <a:pt x="3367178" y="1706744"/>
                  </a:lnTo>
                  <a:lnTo>
                    <a:pt x="3367286" y="1706744"/>
                  </a:lnTo>
                  <a:lnTo>
                    <a:pt x="3367395" y="1706744"/>
                  </a:lnTo>
                  <a:lnTo>
                    <a:pt x="3367503" y="1706744"/>
                  </a:lnTo>
                  <a:lnTo>
                    <a:pt x="3367612" y="1706744"/>
                  </a:lnTo>
                  <a:lnTo>
                    <a:pt x="3367720" y="1706744"/>
                  </a:lnTo>
                  <a:lnTo>
                    <a:pt x="3367829" y="1706744"/>
                  </a:lnTo>
                  <a:lnTo>
                    <a:pt x="3367937" y="1706744"/>
                  </a:lnTo>
                  <a:lnTo>
                    <a:pt x="3368046" y="1706744"/>
                  </a:lnTo>
                  <a:lnTo>
                    <a:pt x="3368154" y="1706744"/>
                  </a:lnTo>
                  <a:lnTo>
                    <a:pt x="3368262" y="1706744"/>
                  </a:lnTo>
                  <a:lnTo>
                    <a:pt x="3368371" y="1706744"/>
                  </a:lnTo>
                  <a:lnTo>
                    <a:pt x="3368371" y="1706121"/>
                  </a:lnTo>
                  <a:lnTo>
                    <a:pt x="3368479" y="1706121"/>
                  </a:lnTo>
                  <a:lnTo>
                    <a:pt x="3368479" y="1705497"/>
                  </a:lnTo>
                  <a:lnTo>
                    <a:pt x="3368479" y="1704874"/>
                  </a:lnTo>
                  <a:lnTo>
                    <a:pt x="3368588" y="1704874"/>
                  </a:lnTo>
                  <a:lnTo>
                    <a:pt x="3368696" y="1704874"/>
                  </a:lnTo>
                  <a:lnTo>
                    <a:pt x="3368805" y="1704874"/>
                  </a:lnTo>
                  <a:lnTo>
                    <a:pt x="3368913" y="1704874"/>
                  </a:lnTo>
                  <a:lnTo>
                    <a:pt x="3369022" y="1704874"/>
                  </a:lnTo>
                  <a:lnTo>
                    <a:pt x="3369130" y="1704874"/>
                  </a:lnTo>
                  <a:lnTo>
                    <a:pt x="3369238" y="1704874"/>
                  </a:lnTo>
                  <a:lnTo>
                    <a:pt x="3369347" y="1704874"/>
                  </a:lnTo>
                  <a:lnTo>
                    <a:pt x="3369455" y="1704874"/>
                  </a:lnTo>
                  <a:lnTo>
                    <a:pt x="3369564" y="1704874"/>
                  </a:lnTo>
                  <a:lnTo>
                    <a:pt x="3369672" y="1704874"/>
                  </a:lnTo>
                  <a:lnTo>
                    <a:pt x="3369781" y="1704874"/>
                  </a:lnTo>
                  <a:lnTo>
                    <a:pt x="3369889" y="1704874"/>
                  </a:lnTo>
                  <a:lnTo>
                    <a:pt x="3369998" y="1704874"/>
                  </a:lnTo>
                  <a:lnTo>
                    <a:pt x="3370106" y="1704874"/>
                  </a:lnTo>
                  <a:lnTo>
                    <a:pt x="3370106" y="1704250"/>
                  </a:lnTo>
                  <a:lnTo>
                    <a:pt x="3370215" y="1704250"/>
                  </a:lnTo>
                  <a:lnTo>
                    <a:pt x="3370323" y="1704250"/>
                  </a:lnTo>
                  <a:lnTo>
                    <a:pt x="3370431" y="1704250"/>
                  </a:lnTo>
                  <a:lnTo>
                    <a:pt x="3370540" y="1704250"/>
                  </a:lnTo>
                  <a:lnTo>
                    <a:pt x="3370648" y="1704250"/>
                  </a:lnTo>
                  <a:lnTo>
                    <a:pt x="3370757" y="1704250"/>
                  </a:lnTo>
                  <a:lnTo>
                    <a:pt x="3370865" y="1704250"/>
                  </a:lnTo>
                  <a:lnTo>
                    <a:pt x="3370974" y="1704250"/>
                  </a:lnTo>
                  <a:lnTo>
                    <a:pt x="3370974" y="1703626"/>
                  </a:lnTo>
                  <a:lnTo>
                    <a:pt x="3371082" y="1703626"/>
                  </a:lnTo>
                  <a:lnTo>
                    <a:pt x="3371191" y="1703626"/>
                  </a:lnTo>
                  <a:lnTo>
                    <a:pt x="3371299" y="1703626"/>
                  </a:lnTo>
                  <a:lnTo>
                    <a:pt x="3371407" y="1703626"/>
                  </a:lnTo>
                  <a:lnTo>
                    <a:pt x="3371516" y="1703626"/>
                  </a:lnTo>
                  <a:lnTo>
                    <a:pt x="3371624" y="1703626"/>
                  </a:lnTo>
                  <a:lnTo>
                    <a:pt x="3371733" y="1703626"/>
                  </a:lnTo>
                  <a:lnTo>
                    <a:pt x="3371841" y="1703626"/>
                  </a:lnTo>
                  <a:lnTo>
                    <a:pt x="3371950" y="1703626"/>
                  </a:lnTo>
                  <a:lnTo>
                    <a:pt x="3372058" y="1703626"/>
                  </a:lnTo>
                  <a:lnTo>
                    <a:pt x="3372167" y="1703626"/>
                  </a:lnTo>
                  <a:lnTo>
                    <a:pt x="3372275" y="1703626"/>
                  </a:lnTo>
                  <a:lnTo>
                    <a:pt x="3372383" y="1703626"/>
                  </a:lnTo>
                  <a:lnTo>
                    <a:pt x="3372383" y="1703003"/>
                  </a:lnTo>
                  <a:lnTo>
                    <a:pt x="3372492" y="1703003"/>
                  </a:lnTo>
                  <a:lnTo>
                    <a:pt x="3372600" y="1703003"/>
                  </a:lnTo>
                  <a:lnTo>
                    <a:pt x="3372709" y="1703003"/>
                  </a:lnTo>
                  <a:lnTo>
                    <a:pt x="3372817" y="1703003"/>
                  </a:lnTo>
                  <a:lnTo>
                    <a:pt x="3372926" y="1703003"/>
                  </a:lnTo>
                  <a:lnTo>
                    <a:pt x="3373034" y="1703003"/>
                  </a:lnTo>
                  <a:lnTo>
                    <a:pt x="3373143" y="1703003"/>
                  </a:lnTo>
                  <a:lnTo>
                    <a:pt x="3373251" y="1703003"/>
                  </a:lnTo>
                  <a:lnTo>
                    <a:pt x="3373359" y="1703003"/>
                  </a:lnTo>
                  <a:lnTo>
                    <a:pt x="3373468" y="1703003"/>
                  </a:lnTo>
                  <a:lnTo>
                    <a:pt x="3373576" y="1703003"/>
                  </a:lnTo>
                  <a:lnTo>
                    <a:pt x="3373685" y="1703003"/>
                  </a:lnTo>
                  <a:lnTo>
                    <a:pt x="3373793" y="1703003"/>
                  </a:lnTo>
                  <a:lnTo>
                    <a:pt x="3373902" y="1703003"/>
                  </a:lnTo>
                  <a:lnTo>
                    <a:pt x="3374010" y="1703003"/>
                  </a:lnTo>
                  <a:lnTo>
                    <a:pt x="3374119" y="1703003"/>
                  </a:lnTo>
                  <a:lnTo>
                    <a:pt x="3374227" y="1703003"/>
                  </a:lnTo>
                  <a:lnTo>
                    <a:pt x="3374335" y="1703003"/>
                  </a:lnTo>
                  <a:lnTo>
                    <a:pt x="3374444" y="1703003"/>
                  </a:lnTo>
                  <a:lnTo>
                    <a:pt x="3374552" y="1703003"/>
                  </a:lnTo>
                  <a:lnTo>
                    <a:pt x="3374552" y="1702379"/>
                  </a:lnTo>
                  <a:lnTo>
                    <a:pt x="3374661" y="1702379"/>
                  </a:lnTo>
                  <a:lnTo>
                    <a:pt x="3374769" y="1702379"/>
                  </a:lnTo>
                  <a:lnTo>
                    <a:pt x="3374878" y="1702379"/>
                  </a:lnTo>
                  <a:lnTo>
                    <a:pt x="3374986" y="1702379"/>
                  </a:lnTo>
                  <a:lnTo>
                    <a:pt x="3375095" y="1702379"/>
                  </a:lnTo>
                  <a:lnTo>
                    <a:pt x="3375203" y="1702379"/>
                  </a:lnTo>
                  <a:lnTo>
                    <a:pt x="3375312" y="1702379"/>
                  </a:lnTo>
                  <a:lnTo>
                    <a:pt x="3375420" y="1702379"/>
                  </a:lnTo>
                  <a:lnTo>
                    <a:pt x="3375420" y="1701756"/>
                  </a:lnTo>
                  <a:lnTo>
                    <a:pt x="3375528" y="1701756"/>
                  </a:lnTo>
                  <a:lnTo>
                    <a:pt x="3375637" y="1701756"/>
                  </a:lnTo>
                  <a:lnTo>
                    <a:pt x="3375637" y="1701132"/>
                  </a:lnTo>
                  <a:lnTo>
                    <a:pt x="3375745" y="1701132"/>
                  </a:lnTo>
                  <a:lnTo>
                    <a:pt x="3375854" y="1701132"/>
                  </a:lnTo>
                  <a:lnTo>
                    <a:pt x="3375962" y="1701132"/>
                  </a:lnTo>
                  <a:lnTo>
                    <a:pt x="3376071" y="1701132"/>
                  </a:lnTo>
                  <a:lnTo>
                    <a:pt x="3376179" y="1701132"/>
                  </a:lnTo>
                  <a:lnTo>
                    <a:pt x="3376288" y="1701132"/>
                  </a:lnTo>
                  <a:lnTo>
                    <a:pt x="3376396" y="1701132"/>
                  </a:lnTo>
                  <a:lnTo>
                    <a:pt x="3376504" y="1701132"/>
                  </a:lnTo>
                  <a:lnTo>
                    <a:pt x="3376613" y="1701132"/>
                  </a:lnTo>
                  <a:lnTo>
                    <a:pt x="3376721" y="1701132"/>
                  </a:lnTo>
                  <a:lnTo>
                    <a:pt x="3376830" y="1701132"/>
                  </a:lnTo>
                  <a:lnTo>
                    <a:pt x="3376938" y="1701132"/>
                  </a:lnTo>
                  <a:lnTo>
                    <a:pt x="3376938" y="1700508"/>
                  </a:lnTo>
                  <a:lnTo>
                    <a:pt x="3377047" y="1700508"/>
                  </a:lnTo>
                  <a:lnTo>
                    <a:pt x="3377155" y="1700508"/>
                  </a:lnTo>
                  <a:lnTo>
                    <a:pt x="3377264" y="1700508"/>
                  </a:lnTo>
                  <a:lnTo>
                    <a:pt x="3377372" y="1700508"/>
                  </a:lnTo>
                  <a:lnTo>
                    <a:pt x="3377480" y="1700508"/>
                  </a:lnTo>
                  <a:lnTo>
                    <a:pt x="3377589" y="1700508"/>
                  </a:lnTo>
                  <a:lnTo>
                    <a:pt x="3377697" y="1700508"/>
                  </a:lnTo>
                  <a:lnTo>
                    <a:pt x="3377806" y="1700508"/>
                  </a:lnTo>
                  <a:lnTo>
                    <a:pt x="3377806" y="1699885"/>
                  </a:lnTo>
                  <a:lnTo>
                    <a:pt x="3377914" y="1699885"/>
                  </a:lnTo>
                  <a:lnTo>
                    <a:pt x="3378023" y="1699885"/>
                  </a:lnTo>
                  <a:lnTo>
                    <a:pt x="3378131" y="1699885"/>
                  </a:lnTo>
                  <a:lnTo>
                    <a:pt x="3378131" y="1699261"/>
                  </a:lnTo>
                  <a:lnTo>
                    <a:pt x="3378240" y="1699261"/>
                  </a:lnTo>
                  <a:lnTo>
                    <a:pt x="3378348" y="1699261"/>
                  </a:lnTo>
                  <a:lnTo>
                    <a:pt x="3378348" y="1698638"/>
                  </a:lnTo>
                  <a:lnTo>
                    <a:pt x="3378456" y="1698638"/>
                  </a:lnTo>
                  <a:lnTo>
                    <a:pt x="3378565" y="1698638"/>
                  </a:lnTo>
                  <a:lnTo>
                    <a:pt x="3378565" y="1698014"/>
                  </a:lnTo>
                  <a:lnTo>
                    <a:pt x="3378673" y="1698014"/>
                  </a:lnTo>
                  <a:lnTo>
                    <a:pt x="3378673" y="1697391"/>
                  </a:lnTo>
                  <a:lnTo>
                    <a:pt x="3378782" y="1697391"/>
                  </a:lnTo>
                  <a:lnTo>
                    <a:pt x="3378890" y="1697391"/>
                  </a:lnTo>
                  <a:lnTo>
                    <a:pt x="3378999" y="1697391"/>
                  </a:lnTo>
                  <a:lnTo>
                    <a:pt x="3379107" y="1697391"/>
                  </a:lnTo>
                  <a:lnTo>
                    <a:pt x="3379216" y="1697391"/>
                  </a:lnTo>
                  <a:lnTo>
                    <a:pt x="3379324" y="1697391"/>
                  </a:lnTo>
                  <a:lnTo>
                    <a:pt x="3379433" y="1697391"/>
                  </a:lnTo>
                  <a:lnTo>
                    <a:pt x="3379541" y="1697391"/>
                  </a:lnTo>
                  <a:lnTo>
                    <a:pt x="3379649" y="1697391"/>
                  </a:lnTo>
                  <a:lnTo>
                    <a:pt x="3379758" y="1697391"/>
                  </a:lnTo>
                  <a:lnTo>
                    <a:pt x="3379866" y="1697391"/>
                  </a:lnTo>
                  <a:lnTo>
                    <a:pt x="3379975" y="1697391"/>
                  </a:lnTo>
                  <a:lnTo>
                    <a:pt x="3379975" y="1696767"/>
                  </a:lnTo>
                  <a:lnTo>
                    <a:pt x="3380083" y="1696767"/>
                  </a:lnTo>
                  <a:lnTo>
                    <a:pt x="3380192" y="1696767"/>
                  </a:lnTo>
                  <a:lnTo>
                    <a:pt x="3380300" y="1696767"/>
                  </a:lnTo>
                  <a:lnTo>
                    <a:pt x="3380300" y="1696143"/>
                  </a:lnTo>
                  <a:lnTo>
                    <a:pt x="3380409" y="1696143"/>
                  </a:lnTo>
                  <a:lnTo>
                    <a:pt x="3380409" y="1695520"/>
                  </a:lnTo>
                  <a:lnTo>
                    <a:pt x="3380517" y="1695520"/>
                  </a:lnTo>
                  <a:lnTo>
                    <a:pt x="3380625" y="1695520"/>
                  </a:lnTo>
                  <a:lnTo>
                    <a:pt x="3380734" y="1695520"/>
                  </a:lnTo>
                  <a:lnTo>
                    <a:pt x="3380842" y="1695520"/>
                  </a:lnTo>
                  <a:lnTo>
                    <a:pt x="3380951" y="1695520"/>
                  </a:lnTo>
                  <a:lnTo>
                    <a:pt x="3381059" y="1695520"/>
                  </a:lnTo>
                  <a:lnTo>
                    <a:pt x="3381168" y="1695520"/>
                  </a:lnTo>
                  <a:lnTo>
                    <a:pt x="3381168" y="1694896"/>
                  </a:lnTo>
                  <a:lnTo>
                    <a:pt x="3381276" y="1694896"/>
                  </a:lnTo>
                  <a:lnTo>
                    <a:pt x="3381385" y="1694896"/>
                  </a:lnTo>
                  <a:lnTo>
                    <a:pt x="3381493" y="1694896"/>
                  </a:lnTo>
                  <a:lnTo>
                    <a:pt x="3381601" y="1694896"/>
                  </a:lnTo>
                  <a:lnTo>
                    <a:pt x="3381710" y="1694896"/>
                  </a:lnTo>
                  <a:lnTo>
                    <a:pt x="3381818" y="1694896"/>
                  </a:lnTo>
                  <a:lnTo>
                    <a:pt x="3381927" y="1694896"/>
                  </a:lnTo>
                  <a:lnTo>
                    <a:pt x="3382035" y="1694896"/>
                  </a:lnTo>
                  <a:lnTo>
                    <a:pt x="3382035" y="1694273"/>
                  </a:lnTo>
                  <a:lnTo>
                    <a:pt x="3382144" y="1694273"/>
                  </a:lnTo>
                  <a:lnTo>
                    <a:pt x="3382252" y="1694273"/>
                  </a:lnTo>
                  <a:lnTo>
                    <a:pt x="3382361" y="1694273"/>
                  </a:lnTo>
                  <a:lnTo>
                    <a:pt x="3382469" y="1694273"/>
                  </a:lnTo>
                  <a:lnTo>
                    <a:pt x="3382469" y="1693649"/>
                  </a:lnTo>
                  <a:lnTo>
                    <a:pt x="3382577" y="1693649"/>
                  </a:lnTo>
                  <a:lnTo>
                    <a:pt x="3382686" y="1693649"/>
                  </a:lnTo>
                  <a:lnTo>
                    <a:pt x="3382794" y="1693649"/>
                  </a:lnTo>
                  <a:lnTo>
                    <a:pt x="3382903" y="1693649"/>
                  </a:lnTo>
                  <a:lnTo>
                    <a:pt x="3382903" y="1693025"/>
                  </a:lnTo>
                  <a:lnTo>
                    <a:pt x="3383011" y="1693025"/>
                  </a:lnTo>
                  <a:lnTo>
                    <a:pt x="3383120" y="1693025"/>
                  </a:lnTo>
                  <a:lnTo>
                    <a:pt x="3383228" y="1693025"/>
                  </a:lnTo>
                  <a:lnTo>
                    <a:pt x="3383337" y="1693025"/>
                  </a:lnTo>
                  <a:lnTo>
                    <a:pt x="3383337" y="1692402"/>
                  </a:lnTo>
                  <a:lnTo>
                    <a:pt x="3383445" y="1692402"/>
                  </a:lnTo>
                  <a:lnTo>
                    <a:pt x="3383445" y="1691778"/>
                  </a:lnTo>
                  <a:lnTo>
                    <a:pt x="3383554" y="1691778"/>
                  </a:lnTo>
                  <a:lnTo>
                    <a:pt x="3383662" y="1691778"/>
                  </a:lnTo>
                  <a:lnTo>
                    <a:pt x="3383770" y="1691778"/>
                  </a:lnTo>
                  <a:lnTo>
                    <a:pt x="3383879" y="1691778"/>
                  </a:lnTo>
                  <a:lnTo>
                    <a:pt x="3383987" y="1691778"/>
                  </a:lnTo>
                  <a:lnTo>
                    <a:pt x="3384096" y="1691778"/>
                  </a:lnTo>
                  <a:lnTo>
                    <a:pt x="3384204" y="1691778"/>
                  </a:lnTo>
                  <a:lnTo>
                    <a:pt x="3384313" y="1691778"/>
                  </a:lnTo>
                  <a:lnTo>
                    <a:pt x="3384421" y="1691778"/>
                  </a:lnTo>
                  <a:lnTo>
                    <a:pt x="3384530" y="1691778"/>
                  </a:lnTo>
                  <a:lnTo>
                    <a:pt x="3384638" y="1691778"/>
                  </a:lnTo>
                  <a:lnTo>
                    <a:pt x="3384746" y="1691778"/>
                  </a:lnTo>
                  <a:lnTo>
                    <a:pt x="3384746" y="1691155"/>
                  </a:lnTo>
                  <a:lnTo>
                    <a:pt x="3384855" y="1691155"/>
                  </a:lnTo>
                  <a:lnTo>
                    <a:pt x="3384963" y="1691155"/>
                  </a:lnTo>
                  <a:lnTo>
                    <a:pt x="3385072" y="1691155"/>
                  </a:lnTo>
                  <a:lnTo>
                    <a:pt x="3385180" y="1691155"/>
                  </a:lnTo>
                  <a:lnTo>
                    <a:pt x="3385289" y="1691155"/>
                  </a:lnTo>
                  <a:lnTo>
                    <a:pt x="3385397" y="1691155"/>
                  </a:lnTo>
                  <a:lnTo>
                    <a:pt x="3385506" y="1691155"/>
                  </a:lnTo>
                  <a:lnTo>
                    <a:pt x="3385614" y="1691155"/>
                  </a:lnTo>
                  <a:lnTo>
                    <a:pt x="3385722" y="1691155"/>
                  </a:lnTo>
                  <a:lnTo>
                    <a:pt x="3385722" y="1690531"/>
                  </a:lnTo>
                  <a:lnTo>
                    <a:pt x="3385831" y="1690531"/>
                  </a:lnTo>
                  <a:lnTo>
                    <a:pt x="3385939" y="1690531"/>
                  </a:lnTo>
                  <a:lnTo>
                    <a:pt x="3386048" y="1690531"/>
                  </a:lnTo>
                  <a:lnTo>
                    <a:pt x="3386156" y="1690531"/>
                  </a:lnTo>
                  <a:lnTo>
                    <a:pt x="3386156" y="1689908"/>
                  </a:lnTo>
                  <a:lnTo>
                    <a:pt x="3386265" y="1689908"/>
                  </a:lnTo>
                  <a:lnTo>
                    <a:pt x="3386373" y="1689908"/>
                  </a:lnTo>
                  <a:lnTo>
                    <a:pt x="3386482" y="1689908"/>
                  </a:lnTo>
                  <a:lnTo>
                    <a:pt x="3386590" y="1689908"/>
                  </a:lnTo>
                  <a:lnTo>
                    <a:pt x="3386698" y="1689908"/>
                  </a:lnTo>
                  <a:lnTo>
                    <a:pt x="3386807" y="1689908"/>
                  </a:lnTo>
                  <a:lnTo>
                    <a:pt x="3386807" y="1689284"/>
                  </a:lnTo>
                  <a:lnTo>
                    <a:pt x="3386915" y="1689284"/>
                  </a:lnTo>
                  <a:lnTo>
                    <a:pt x="3386915" y="1688660"/>
                  </a:lnTo>
                  <a:lnTo>
                    <a:pt x="3387024" y="1688660"/>
                  </a:lnTo>
                  <a:lnTo>
                    <a:pt x="3387132" y="1688660"/>
                  </a:lnTo>
                  <a:lnTo>
                    <a:pt x="3387241" y="1688660"/>
                  </a:lnTo>
                  <a:lnTo>
                    <a:pt x="3387349" y="1688660"/>
                  </a:lnTo>
                  <a:lnTo>
                    <a:pt x="3387458" y="1688660"/>
                  </a:lnTo>
                  <a:lnTo>
                    <a:pt x="3387458" y="1688037"/>
                  </a:lnTo>
                  <a:lnTo>
                    <a:pt x="3387566" y="1688037"/>
                  </a:lnTo>
                  <a:lnTo>
                    <a:pt x="3387675" y="1688037"/>
                  </a:lnTo>
                  <a:lnTo>
                    <a:pt x="3387783" y="1688037"/>
                  </a:lnTo>
                  <a:lnTo>
                    <a:pt x="3387891" y="1688037"/>
                  </a:lnTo>
                  <a:lnTo>
                    <a:pt x="3388000" y="1688037"/>
                  </a:lnTo>
                  <a:lnTo>
                    <a:pt x="3388108" y="1688037"/>
                  </a:lnTo>
                  <a:lnTo>
                    <a:pt x="3388217" y="1688037"/>
                  </a:lnTo>
                  <a:lnTo>
                    <a:pt x="3388325" y="1688037"/>
                  </a:lnTo>
                  <a:lnTo>
                    <a:pt x="3388325" y="1687413"/>
                  </a:lnTo>
                  <a:lnTo>
                    <a:pt x="3388434" y="1687413"/>
                  </a:lnTo>
                  <a:lnTo>
                    <a:pt x="3388542" y="1687413"/>
                  </a:lnTo>
                  <a:lnTo>
                    <a:pt x="3388651" y="1687413"/>
                  </a:lnTo>
                  <a:lnTo>
                    <a:pt x="3388651" y="1686790"/>
                  </a:lnTo>
                  <a:lnTo>
                    <a:pt x="3388651" y="1686166"/>
                  </a:lnTo>
                  <a:lnTo>
                    <a:pt x="3388759" y="1686166"/>
                  </a:lnTo>
                  <a:lnTo>
                    <a:pt x="3388867" y="1686166"/>
                  </a:lnTo>
                  <a:lnTo>
                    <a:pt x="3388976" y="1686166"/>
                  </a:lnTo>
                  <a:lnTo>
                    <a:pt x="3388976" y="1685543"/>
                  </a:lnTo>
                  <a:lnTo>
                    <a:pt x="3388976" y="1684919"/>
                  </a:lnTo>
                  <a:lnTo>
                    <a:pt x="3389084" y="1684919"/>
                  </a:lnTo>
                  <a:lnTo>
                    <a:pt x="3389193" y="1684919"/>
                  </a:lnTo>
                  <a:lnTo>
                    <a:pt x="3389301" y="1684919"/>
                  </a:lnTo>
                  <a:lnTo>
                    <a:pt x="3389410" y="1684919"/>
                  </a:lnTo>
                  <a:lnTo>
                    <a:pt x="3389518" y="1684919"/>
                  </a:lnTo>
                  <a:lnTo>
                    <a:pt x="3389518" y="1684295"/>
                  </a:lnTo>
                  <a:lnTo>
                    <a:pt x="3389627" y="1684295"/>
                  </a:lnTo>
                  <a:lnTo>
                    <a:pt x="3389735" y="1684295"/>
                  </a:lnTo>
                  <a:lnTo>
                    <a:pt x="3389843" y="1684295"/>
                  </a:lnTo>
                  <a:lnTo>
                    <a:pt x="3389843" y="1683672"/>
                  </a:lnTo>
                  <a:lnTo>
                    <a:pt x="3389843" y="1683048"/>
                  </a:lnTo>
                  <a:lnTo>
                    <a:pt x="3389952" y="1683048"/>
                  </a:lnTo>
                  <a:lnTo>
                    <a:pt x="3390060" y="1683048"/>
                  </a:lnTo>
                  <a:lnTo>
                    <a:pt x="3390169" y="1683048"/>
                  </a:lnTo>
                  <a:lnTo>
                    <a:pt x="3390277" y="1683048"/>
                  </a:lnTo>
                  <a:lnTo>
                    <a:pt x="3390277" y="1682425"/>
                  </a:lnTo>
                  <a:lnTo>
                    <a:pt x="3390386" y="1682425"/>
                  </a:lnTo>
                  <a:lnTo>
                    <a:pt x="3390494" y="1682425"/>
                  </a:lnTo>
                  <a:lnTo>
                    <a:pt x="3390603" y="1682425"/>
                  </a:lnTo>
                  <a:lnTo>
                    <a:pt x="3390711" y="1682425"/>
                  </a:lnTo>
                  <a:lnTo>
                    <a:pt x="3390819" y="1682425"/>
                  </a:lnTo>
                  <a:lnTo>
                    <a:pt x="3390928" y="1682425"/>
                  </a:lnTo>
                  <a:lnTo>
                    <a:pt x="3391036" y="1682425"/>
                  </a:lnTo>
                  <a:lnTo>
                    <a:pt x="3391145" y="1682425"/>
                  </a:lnTo>
                  <a:lnTo>
                    <a:pt x="3391253" y="1682425"/>
                  </a:lnTo>
                  <a:lnTo>
                    <a:pt x="3391362" y="1682425"/>
                  </a:lnTo>
                  <a:lnTo>
                    <a:pt x="3391470" y="1682425"/>
                  </a:lnTo>
                  <a:lnTo>
                    <a:pt x="3391579" y="1682425"/>
                  </a:lnTo>
                  <a:lnTo>
                    <a:pt x="3391579" y="1681801"/>
                  </a:lnTo>
                  <a:lnTo>
                    <a:pt x="3391687" y="1681801"/>
                  </a:lnTo>
                  <a:lnTo>
                    <a:pt x="3391796" y="1681801"/>
                  </a:lnTo>
                  <a:lnTo>
                    <a:pt x="3391796" y="1681177"/>
                  </a:lnTo>
                  <a:lnTo>
                    <a:pt x="3391904" y="1681177"/>
                  </a:lnTo>
                  <a:lnTo>
                    <a:pt x="3392012" y="1681177"/>
                  </a:lnTo>
                  <a:lnTo>
                    <a:pt x="3392121" y="1681177"/>
                  </a:lnTo>
                  <a:lnTo>
                    <a:pt x="3392121" y="1680554"/>
                  </a:lnTo>
                  <a:lnTo>
                    <a:pt x="3392229" y="1680554"/>
                  </a:lnTo>
                  <a:lnTo>
                    <a:pt x="3392338" y="1680554"/>
                  </a:lnTo>
                  <a:lnTo>
                    <a:pt x="3392446" y="1680554"/>
                  </a:lnTo>
                  <a:lnTo>
                    <a:pt x="3392555" y="1680554"/>
                  </a:lnTo>
                  <a:lnTo>
                    <a:pt x="3392663" y="1680554"/>
                  </a:lnTo>
                  <a:lnTo>
                    <a:pt x="3392772" y="1680554"/>
                  </a:lnTo>
                  <a:lnTo>
                    <a:pt x="3392880" y="1680554"/>
                  </a:lnTo>
                  <a:lnTo>
                    <a:pt x="3392880" y="1679930"/>
                  </a:lnTo>
                  <a:lnTo>
                    <a:pt x="3392988" y="1679930"/>
                  </a:lnTo>
                  <a:lnTo>
                    <a:pt x="3393097" y="1679930"/>
                  </a:lnTo>
                  <a:lnTo>
                    <a:pt x="3393097" y="1679307"/>
                  </a:lnTo>
                  <a:lnTo>
                    <a:pt x="3393205" y="1679307"/>
                  </a:lnTo>
                  <a:lnTo>
                    <a:pt x="3393314" y="1679307"/>
                  </a:lnTo>
                  <a:lnTo>
                    <a:pt x="3393422" y="1679307"/>
                  </a:lnTo>
                  <a:lnTo>
                    <a:pt x="3393531" y="1679307"/>
                  </a:lnTo>
                  <a:lnTo>
                    <a:pt x="3393639" y="1679307"/>
                  </a:lnTo>
                  <a:lnTo>
                    <a:pt x="3393748" y="1679307"/>
                  </a:lnTo>
                  <a:lnTo>
                    <a:pt x="3393856" y="1679307"/>
                  </a:lnTo>
                  <a:lnTo>
                    <a:pt x="3393964" y="1679307"/>
                  </a:lnTo>
                  <a:lnTo>
                    <a:pt x="3393964" y="1678683"/>
                  </a:lnTo>
                  <a:lnTo>
                    <a:pt x="3393964" y="1678060"/>
                  </a:lnTo>
                  <a:lnTo>
                    <a:pt x="3394073" y="1678060"/>
                  </a:lnTo>
                  <a:lnTo>
                    <a:pt x="3394181" y="1678060"/>
                  </a:lnTo>
                  <a:lnTo>
                    <a:pt x="3394290" y="1678060"/>
                  </a:lnTo>
                  <a:lnTo>
                    <a:pt x="3394398" y="1678060"/>
                  </a:lnTo>
                  <a:lnTo>
                    <a:pt x="3394507" y="1678060"/>
                  </a:lnTo>
                  <a:lnTo>
                    <a:pt x="3394507" y="1677436"/>
                  </a:lnTo>
                  <a:lnTo>
                    <a:pt x="3394615" y="1677436"/>
                  </a:lnTo>
                  <a:lnTo>
                    <a:pt x="3394724" y="1677436"/>
                  </a:lnTo>
                  <a:lnTo>
                    <a:pt x="3394832" y="1677436"/>
                  </a:lnTo>
                  <a:lnTo>
                    <a:pt x="3394940" y="1677436"/>
                  </a:lnTo>
                  <a:lnTo>
                    <a:pt x="3395049" y="1677436"/>
                  </a:lnTo>
                  <a:lnTo>
                    <a:pt x="3395157" y="1677436"/>
                  </a:lnTo>
                  <a:lnTo>
                    <a:pt x="3395266" y="1677436"/>
                  </a:lnTo>
                  <a:lnTo>
                    <a:pt x="3395374" y="1677436"/>
                  </a:lnTo>
                  <a:lnTo>
                    <a:pt x="3395483" y="1677436"/>
                  </a:lnTo>
                  <a:lnTo>
                    <a:pt x="3395483" y="1676812"/>
                  </a:lnTo>
                  <a:lnTo>
                    <a:pt x="3395483" y="1676189"/>
                  </a:lnTo>
                  <a:lnTo>
                    <a:pt x="3395591" y="1676189"/>
                  </a:lnTo>
                  <a:lnTo>
                    <a:pt x="3395700" y="1676189"/>
                  </a:lnTo>
                  <a:lnTo>
                    <a:pt x="3395808" y="1676189"/>
                  </a:lnTo>
                  <a:lnTo>
                    <a:pt x="3395808" y="1675565"/>
                  </a:lnTo>
                  <a:lnTo>
                    <a:pt x="3395917" y="1675565"/>
                  </a:lnTo>
                  <a:lnTo>
                    <a:pt x="3396025" y="1675565"/>
                  </a:lnTo>
                  <a:lnTo>
                    <a:pt x="3396025" y="1674942"/>
                  </a:lnTo>
                  <a:lnTo>
                    <a:pt x="3396133" y="1674942"/>
                  </a:lnTo>
                  <a:lnTo>
                    <a:pt x="3396242" y="1674942"/>
                  </a:lnTo>
                  <a:lnTo>
                    <a:pt x="3396350" y="1674942"/>
                  </a:lnTo>
                  <a:lnTo>
                    <a:pt x="3396459" y="1674942"/>
                  </a:lnTo>
                  <a:lnTo>
                    <a:pt x="3396567" y="1674942"/>
                  </a:lnTo>
                  <a:lnTo>
                    <a:pt x="3396676" y="1674942"/>
                  </a:lnTo>
                  <a:lnTo>
                    <a:pt x="3396784" y="1674942"/>
                  </a:lnTo>
                  <a:lnTo>
                    <a:pt x="3396784" y="1674318"/>
                  </a:lnTo>
                  <a:lnTo>
                    <a:pt x="3396893" y="1674318"/>
                  </a:lnTo>
                  <a:lnTo>
                    <a:pt x="3397001" y="1674318"/>
                  </a:lnTo>
                  <a:lnTo>
                    <a:pt x="3397109" y="1674318"/>
                  </a:lnTo>
                  <a:lnTo>
                    <a:pt x="3397109" y="1673694"/>
                  </a:lnTo>
                  <a:lnTo>
                    <a:pt x="3397218" y="1673694"/>
                  </a:lnTo>
                  <a:lnTo>
                    <a:pt x="3397326" y="1673694"/>
                  </a:lnTo>
                  <a:lnTo>
                    <a:pt x="3397435" y="1673694"/>
                  </a:lnTo>
                  <a:lnTo>
                    <a:pt x="3397543" y="1673694"/>
                  </a:lnTo>
                  <a:lnTo>
                    <a:pt x="3397652" y="1673694"/>
                  </a:lnTo>
                  <a:lnTo>
                    <a:pt x="3397760" y="1673694"/>
                  </a:lnTo>
                  <a:lnTo>
                    <a:pt x="3397760" y="1673071"/>
                  </a:lnTo>
                  <a:lnTo>
                    <a:pt x="3397869" y="1673071"/>
                  </a:lnTo>
                  <a:lnTo>
                    <a:pt x="3397977" y="1673071"/>
                  </a:lnTo>
                  <a:lnTo>
                    <a:pt x="3398085" y="1673071"/>
                  </a:lnTo>
                  <a:lnTo>
                    <a:pt x="3398194" y="1673071"/>
                  </a:lnTo>
                  <a:lnTo>
                    <a:pt x="3398194" y="1672447"/>
                  </a:lnTo>
                  <a:lnTo>
                    <a:pt x="3398194" y="1671824"/>
                  </a:lnTo>
                  <a:lnTo>
                    <a:pt x="3398302" y="1671824"/>
                  </a:lnTo>
                  <a:lnTo>
                    <a:pt x="3398411" y="1671824"/>
                  </a:lnTo>
                  <a:lnTo>
                    <a:pt x="3398411" y="1671200"/>
                  </a:lnTo>
                  <a:lnTo>
                    <a:pt x="3398519" y="1671200"/>
                  </a:lnTo>
                  <a:lnTo>
                    <a:pt x="3398628" y="1671200"/>
                  </a:lnTo>
                  <a:lnTo>
                    <a:pt x="3398628" y="1670577"/>
                  </a:lnTo>
                  <a:lnTo>
                    <a:pt x="3398736" y="1670577"/>
                  </a:lnTo>
                  <a:lnTo>
                    <a:pt x="3398736" y="1669953"/>
                  </a:lnTo>
                  <a:lnTo>
                    <a:pt x="3398845" y="1669953"/>
                  </a:lnTo>
                  <a:lnTo>
                    <a:pt x="3398953" y="1669953"/>
                  </a:lnTo>
                  <a:lnTo>
                    <a:pt x="3399061" y="1669953"/>
                  </a:lnTo>
                  <a:lnTo>
                    <a:pt x="3399170" y="1669953"/>
                  </a:lnTo>
                  <a:lnTo>
                    <a:pt x="3399278" y="1669953"/>
                  </a:lnTo>
                  <a:lnTo>
                    <a:pt x="3399387" y="1669953"/>
                  </a:lnTo>
                  <a:lnTo>
                    <a:pt x="3399495" y="1669953"/>
                  </a:lnTo>
                  <a:lnTo>
                    <a:pt x="3399604" y="1669953"/>
                  </a:lnTo>
                  <a:lnTo>
                    <a:pt x="3399712" y="1669953"/>
                  </a:lnTo>
                  <a:lnTo>
                    <a:pt x="3399821" y="1669953"/>
                  </a:lnTo>
                  <a:lnTo>
                    <a:pt x="3399821" y="1669329"/>
                  </a:lnTo>
                  <a:lnTo>
                    <a:pt x="3399929" y="1669329"/>
                  </a:lnTo>
                  <a:lnTo>
                    <a:pt x="3400037" y="1669329"/>
                  </a:lnTo>
                  <a:lnTo>
                    <a:pt x="3400146" y="1669329"/>
                  </a:lnTo>
                  <a:lnTo>
                    <a:pt x="3400254" y="1669329"/>
                  </a:lnTo>
                  <a:lnTo>
                    <a:pt x="3400363" y="1669329"/>
                  </a:lnTo>
                  <a:lnTo>
                    <a:pt x="3400471" y="1669329"/>
                  </a:lnTo>
                  <a:lnTo>
                    <a:pt x="3400580" y="1669329"/>
                  </a:lnTo>
                  <a:lnTo>
                    <a:pt x="3400580" y="1668706"/>
                  </a:lnTo>
                  <a:lnTo>
                    <a:pt x="3400580" y="1668082"/>
                  </a:lnTo>
                  <a:lnTo>
                    <a:pt x="3400688" y="1668082"/>
                  </a:lnTo>
                  <a:lnTo>
                    <a:pt x="3400688" y="1667459"/>
                  </a:lnTo>
                  <a:lnTo>
                    <a:pt x="3400797" y="1667459"/>
                  </a:lnTo>
                  <a:lnTo>
                    <a:pt x="3400905" y="1667459"/>
                  </a:lnTo>
                  <a:lnTo>
                    <a:pt x="3401014" y="1667459"/>
                  </a:lnTo>
                  <a:lnTo>
                    <a:pt x="3401122" y="1667459"/>
                  </a:lnTo>
                  <a:lnTo>
                    <a:pt x="3401230" y="1667459"/>
                  </a:lnTo>
                  <a:lnTo>
                    <a:pt x="3401339" y="1667459"/>
                  </a:lnTo>
                  <a:lnTo>
                    <a:pt x="3401447" y="1667459"/>
                  </a:lnTo>
                  <a:lnTo>
                    <a:pt x="3401447" y="1666835"/>
                  </a:lnTo>
                  <a:lnTo>
                    <a:pt x="3401556" y="1666835"/>
                  </a:lnTo>
                  <a:lnTo>
                    <a:pt x="3401664" y="1666835"/>
                  </a:lnTo>
                  <a:lnTo>
                    <a:pt x="3401773" y="1666835"/>
                  </a:lnTo>
                  <a:lnTo>
                    <a:pt x="3401881" y="1666835"/>
                  </a:lnTo>
                  <a:lnTo>
                    <a:pt x="3401990" y="1666835"/>
                  </a:lnTo>
                  <a:lnTo>
                    <a:pt x="3402098" y="1666835"/>
                  </a:lnTo>
                  <a:lnTo>
                    <a:pt x="3402206" y="1666835"/>
                  </a:lnTo>
                  <a:lnTo>
                    <a:pt x="3402315" y="1666835"/>
                  </a:lnTo>
                  <a:lnTo>
                    <a:pt x="3402423" y="1666835"/>
                  </a:lnTo>
                  <a:lnTo>
                    <a:pt x="3402532" y="1666835"/>
                  </a:lnTo>
                  <a:lnTo>
                    <a:pt x="3402640" y="1666835"/>
                  </a:lnTo>
                  <a:lnTo>
                    <a:pt x="3402749" y="1666835"/>
                  </a:lnTo>
                  <a:lnTo>
                    <a:pt x="3402749" y="1666211"/>
                  </a:lnTo>
                  <a:lnTo>
                    <a:pt x="3402857" y="1666211"/>
                  </a:lnTo>
                  <a:lnTo>
                    <a:pt x="3402966" y="1666211"/>
                  </a:lnTo>
                  <a:lnTo>
                    <a:pt x="3403074" y="1666211"/>
                  </a:lnTo>
                  <a:lnTo>
                    <a:pt x="3403182" y="1666211"/>
                  </a:lnTo>
                  <a:lnTo>
                    <a:pt x="3403291" y="1666211"/>
                  </a:lnTo>
                  <a:lnTo>
                    <a:pt x="3403399" y="1666211"/>
                  </a:lnTo>
                  <a:lnTo>
                    <a:pt x="3403508" y="1666211"/>
                  </a:lnTo>
                  <a:lnTo>
                    <a:pt x="3403616" y="1666211"/>
                  </a:lnTo>
                  <a:lnTo>
                    <a:pt x="3403725" y="1666211"/>
                  </a:lnTo>
                  <a:lnTo>
                    <a:pt x="3403833" y="1666211"/>
                  </a:lnTo>
                  <a:lnTo>
                    <a:pt x="3403833" y="1665588"/>
                  </a:lnTo>
                  <a:lnTo>
                    <a:pt x="3403942" y="1665588"/>
                  </a:lnTo>
                  <a:lnTo>
                    <a:pt x="3404050" y="1665588"/>
                  </a:lnTo>
                  <a:lnTo>
                    <a:pt x="3404158" y="1665588"/>
                  </a:lnTo>
                  <a:lnTo>
                    <a:pt x="3404267" y="1665588"/>
                  </a:lnTo>
                  <a:lnTo>
                    <a:pt x="3404375" y="1665588"/>
                  </a:lnTo>
                  <a:lnTo>
                    <a:pt x="3404484" y="1665588"/>
                  </a:lnTo>
                  <a:lnTo>
                    <a:pt x="3404592" y="1665588"/>
                  </a:lnTo>
                  <a:lnTo>
                    <a:pt x="3404701" y="1665588"/>
                  </a:lnTo>
                  <a:lnTo>
                    <a:pt x="3404809" y="1665588"/>
                  </a:lnTo>
                  <a:lnTo>
                    <a:pt x="3404918" y="1665588"/>
                  </a:lnTo>
                  <a:lnTo>
                    <a:pt x="3405026" y="1665588"/>
                  </a:lnTo>
                  <a:lnTo>
                    <a:pt x="3405135" y="1665588"/>
                  </a:lnTo>
                  <a:lnTo>
                    <a:pt x="3405243" y="1665588"/>
                  </a:lnTo>
                  <a:lnTo>
                    <a:pt x="3405351" y="1665588"/>
                  </a:lnTo>
                  <a:lnTo>
                    <a:pt x="3405460" y="1665588"/>
                  </a:lnTo>
                  <a:lnTo>
                    <a:pt x="3405568" y="1665588"/>
                  </a:lnTo>
                  <a:lnTo>
                    <a:pt x="3405677" y="1665588"/>
                  </a:lnTo>
                  <a:lnTo>
                    <a:pt x="3405785" y="1665588"/>
                  </a:lnTo>
                  <a:lnTo>
                    <a:pt x="3405785" y="1664964"/>
                  </a:lnTo>
                  <a:lnTo>
                    <a:pt x="3405785" y="1664341"/>
                  </a:lnTo>
                  <a:lnTo>
                    <a:pt x="3405894" y="1664341"/>
                  </a:lnTo>
                  <a:lnTo>
                    <a:pt x="3406002" y="1664341"/>
                  </a:lnTo>
                  <a:lnTo>
                    <a:pt x="3406111" y="1664341"/>
                  </a:lnTo>
                  <a:lnTo>
                    <a:pt x="3406219" y="1664341"/>
                  </a:lnTo>
                  <a:lnTo>
                    <a:pt x="3406327" y="1664341"/>
                  </a:lnTo>
                  <a:lnTo>
                    <a:pt x="3406436" y="1664341"/>
                  </a:lnTo>
                  <a:lnTo>
                    <a:pt x="3406436" y="1663717"/>
                  </a:lnTo>
                  <a:lnTo>
                    <a:pt x="3406544" y="1663717"/>
                  </a:lnTo>
                  <a:lnTo>
                    <a:pt x="3406653" y="1663717"/>
                  </a:lnTo>
                  <a:lnTo>
                    <a:pt x="3406653" y="1663094"/>
                  </a:lnTo>
                  <a:lnTo>
                    <a:pt x="3406761" y="1663094"/>
                  </a:lnTo>
                  <a:lnTo>
                    <a:pt x="3406870" y="1663094"/>
                  </a:lnTo>
                  <a:lnTo>
                    <a:pt x="3406978" y="1663094"/>
                  </a:lnTo>
                  <a:lnTo>
                    <a:pt x="3407087" y="1663094"/>
                  </a:lnTo>
                  <a:lnTo>
                    <a:pt x="3407195" y="1663094"/>
                  </a:lnTo>
                  <a:lnTo>
                    <a:pt x="3407195" y="1662470"/>
                  </a:lnTo>
                  <a:lnTo>
                    <a:pt x="3407303" y="1662470"/>
                  </a:lnTo>
                  <a:lnTo>
                    <a:pt x="3407412" y="1662470"/>
                  </a:lnTo>
                  <a:lnTo>
                    <a:pt x="3407520" y="1662470"/>
                  </a:lnTo>
                  <a:lnTo>
                    <a:pt x="3407629" y="1662470"/>
                  </a:lnTo>
                  <a:lnTo>
                    <a:pt x="3407629" y="1661846"/>
                  </a:lnTo>
                  <a:lnTo>
                    <a:pt x="3407737" y="1661846"/>
                  </a:lnTo>
                  <a:lnTo>
                    <a:pt x="3407737" y="1661223"/>
                  </a:lnTo>
                  <a:lnTo>
                    <a:pt x="3407846" y="1661223"/>
                  </a:lnTo>
                  <a:lnTo>
                    <a:pt x="3407846" y="1660599"/>
                  </a:lnTo>
                  <a:lnTo>
                    <a:pt x="3407954" y="1660599"/>
                  </a:lnTo>
                  <a:lnTo>
                    <a:pt x="3408063" y="1660599"/>
                  </a:lnTo>
                  <a:lnTo>
                    <a:pt x="3408171" y="1660599"/>
                  </a:lnTo>
                  <a:lnTo>
                    <a:pt x="3408171" y="1659976"/>
                  </a:lnTo>
                  <a:lnTo>
                    <a:pt x="3408279" y="1659976"/>
                  </a:lnTo>
                  <a:lnTo>
                    <a:pt x="3408388" y="1659976"/>
                  </a:lnTo>
                  <a:lnTo>
                    <a:pt x="3408496" y="1659976"/>
                  </a:lnTo>
                  <a:lnTo>
                    <a:pt x="3408605" y="1659976"/>
                  </a:lnTo>
                  <a:lnTo>
                    <a:pt x="3408713" y="1659976"/>
                  </a:lnTo>
                  <a:lnTo>
                    <a:pt x="3408822" y="1659976"/>
                  </a:lnTo>
                  <a:lnTo>
                    <a:pt x="3408930" y="1659976"/>
                  </a:lnTo>
                  <a:lnTo>
                    <a:pt x="3409039" y="1659976"/>
                  </a:lnTo>
                  <a:lnTo>
                    <a:pt x="3409147" y="1659976"/>
                  </a:lnTo>
                  <a:lnTo>
                    <a:pt x="3409256" y="1659976"/>
                  </a:lnTo>
                  <a:lnTo>
                    <a:pt x="3409364" y="1659976"/>
                  </a:lnTo>
                  <a:lnTo>
                    <a:pt x="3409472" y="1659976"/>
                  </a:lnTo>
                  <a:lnTo>
                    <a:pt x="3409581" y="1659976"/>
                  </a:lnTo>
                  <a:lnTo>
                    <a:pt x="3409689" y="1659976"/>
                  </a:lnTo>
                  <a:lnTo>
                    <a:pt x="3409798" y="1659976"/>
                  </a:lnTo>
                  <a:lnTo>
                    <a:pt x="3409906" y="1659976"/>
                  </a:lnTo>
                  <a:lnTo>
                    <a:pt x="3410015" y="1659976"/>
                  </a:lnTo>
                  <a:lnTo>
                    <a:pt x="3410123" y="1659976"/>
                  </a:lnTo>
                  <a:lnTo>
                    <a:pt x="3410232" y="1659976"/>
                  </a:lnTo>
                  <a:lnTo>
                    <a:pt x="3410340" y="1659976"/>
                  </a:lnTo>
                  <a:lnTo>
                    <a:pt x="3410340" y="1659352"/>
                  </a:lnTo>
                  <a:lnTo>
                    <a:pt x="3410448" y="1659352"/>
                  </a:lnTo>
                  <a:lnTo>
                    <a:pt x="3410557" y="1659352"/>
                  </a:lnTo>
                  <a:lnTo>
                    <a:pt x="3410665" y="1659352"/>
                  </a:lnTo>
                  <a:lnTo>
                    <a:pt x="3410774" y="1659352"/>
                  </a:lnTo>
                  <a:lnTo>
                    <a:pt x="3410882" y="1659352"/>
                  </a:lnTo>
                  <a:lnTo>
                    <a:pt x="3410991" y="1659352"/>
                  </a:lnTo>
                  <a:lnTo>
                    <a:pt x="3411099" y="1659352"/>
                  </a:lnTo>
                  <a:lnTo>
                    <a:pt x="3411208" y="1659352"/>
                  </a:lnTo>
                  <a:lnTo>
                    <a:pt x="3411316" y="1659352"/>
                  </a:lnTo>
                  <a:lnTo>
                    <a:pt x="3411424" y="1659352"/>
                  </a:lnTo>
                  <a:lnTo>
                    <a:pt x="3411533" y="1659352"/>
                  </a:lnTo>
                  <a:lnTo>
                    <a:pt x="3411641" y="1659352"/>
                  </a:lnTo>
                  <a:lnTo>
                    <a:pt x="3411641" y="1658728"/>
                  </a:lnTo>
                  <a:lnTo>
                    <a:pt x="3411750" y="1658728"/>
                  </a:lnTo>
                  <a:lnTo>
                    <a:pt x="3411858" y="1658728"/>
                  </a:lnTo>
                  <a:lnTo>
                    <a:pt x="3411967" y="1658728"/>
                  </a:lnTo>
                  <a:lnTo>
                    <a:pt x="3412075" y="1658728"/>
                  </a:lnTo>
                  <a:lnTo>
                    <a:pt x="3412184" y="1658728"/>
                  </a:lnTo>
                  <a:lnTo>
                    <a:pt x="3412292" y="1658728"/>
                  </a:lnTo>
                  <a:lnTo>
                    <a:pt x="3412400" y="1658728"/>
                  </a:lnTo>
                  <a:lnTo>
                    <a:pt x="3412509" y="1658728"/>
                  </a:lnTo>
                  <a:lnTo>
                    <a:pt x="3412617" y="1658728"/>
                  </a:lnTo>
                  <a:lnTo>
                    <a:pt x="3412726" y="1658728"/>
                  </a:lnTo>
                  <a:lnTo>
                    <a:pt x="3412834" y="1658728"/>
                  </a:lnTo>
                  <a:lnTo>
                    <a:pt x="3412943" y="1658728"/>
                  </a:lnTo>
                  <a:lnTo>
                    <a:pt x="3413051" y="1658728"/>
                  </a:lnTo>
                  <a:lnTo>
                    <a:pt x="3413160" y="1658728"/>
                  </a:lnTo>
                  <a:lnTo>
                    <a:pt x="3413268" y="1658728"/>
                  </a:lnTo>
                  <a:lnTo>
                    <a:pt x="3413377" y="1658728"/>
                  </a:lnTo>
                  <a:lnTo>
                    <a:pt x="3413485" y="1658728"/>
                  </a:lnTo>
                  <a:lnTo>
                    <a:pt x="3413593" y="1658728"/>
                  </a:lnTo>
                  <a:lnTo>
                    <a:pt x="3413702" y="1658728"/>
                  </a:lnTo>
                  <a:lnTo>
                    <a:pt x="3413702" y="1658105"/>
                  </a:lnTo>
                  <a:lnTo>
                    <a:pt x="3413810" y="1658105"/>
                  </a:lnTo>
                  <a:lnTo>
                    <a:pt x="3413919" y="1658105"/>
                  </a:lnTo>
                  <a:lnTo>
                    <a:pt x="3414027" y="1658105"/>
                  </a:lnTo>
                  <a:lnTo>
                    <a:pt x="3414136" y="1658105"/>
                  </a:lnTo>
                  <a:lnTo>
                    <a:pt x="3414244" y="1658105"/>
                  </a:lnTo>
                  <a:lnTo>
                    <a:pt x="3414244" y="1657481"/>
                  </a:lnTo>
                  <a:lnTo>
                    <a:pt x="3414353" y="1657481"/>
                  </a:lnTo>
                  <a:lnTo>
                    <a:pt x="3414461" y="1657481"/>
                  </a:lnTo>
                  <a:lnTo>
                    <a:pt x="3414569" y="1657481"/>
                  </a:lnTo>
                  <a:lnTo>
                    <a:pt x="3414569" y="1656858"/>
                  </a:lnTo>
                  <a:lnTo>
                    <a:pt x="3414678" y="1656858"/>
                  </a:lnTo>
                  <a:lnTo>
                    <a:pt x="3414786" y="1656858"/>
                  </a:lnTo>
                  <a:lnTo>
                    <a:pt x="3414895" y="1656858"/>
                  </a:lnTo>
                  <a:lnTo>
                    <a:pt x="3415003" y="1656858"/>
                  </a:lnTo>
                  <a:lnTo>
                    <a:pt x="3415112" y="1656858"/>
                  </a:lnTo>
                  <a:lnTo>
                    <a:pt x="3415220" y="1656858"/>
                  </a:lnTo>
                  <a:lnTo>
                    <a:pt x="3415329" y="1656858"/>
                  </a:lnTo>
                  <a:lnTo>
                    <a:pt x="3415437" y="1656858"/>
                  </a:lnTo>
                  <a:lnTo>
                    <a:pt x="3415545" y="1656858"/>
                  </a:lnTo>
                  <a:lnTo>
                    <a:pt x="3415654" y="1656858"/>
                  </a:lnTo>
                  <a:lnTo>
                    <a:pt x="3415762" y="1656858"/>
                  </a:lnTo>
                  <a:lnTo>
                    <a:pt x="3415871" y="1656858"/>
                  </a:lnTo>
                  <a:lnTo>
                    <a:pt x="3415979" y="1656858"/>
                  </a:lnTo>
                  <a:lnTo>
                    <a:pt x="3416088" y="1656858"/>
                  </a:lnTo>
                  <a:lnTo>
                    <a:pt x="3416196" y="1656858"/>
                  </a:lnTo>
                  <a:lnTo>
                    <a:pt x="3416305" y="1656858"/>
                  </a:lnTo>
                  <a:lnTo>
                    <a:pt x="3416413" y="1656858"/>
                  </a:lnTo>
                  <a:lnTo>
                    <a:pt x="3416521" y="1656858"/>
                  </a:lnTo>
                  <a:lnTo>
                    <a:pt x="3416630" y="1656858"/>
                  </a:lnTo>
                  <a:lnTo>
                    <a:pt x="3416738" y="1656858"/>
                  </a:lnTo>
                  <a:lnTo>
                    <a:pt x="3416847" y="1656858"/>
                  </a:lnTo>
                  <a:lnTo>
                    <a:pt x="3416955" y="1656858"/>
                  </a:lnTo>
                  <a:lnTo>
                    <a:pt x="3417064" y="1656858"/>
                  </a:lnTo>
                  <a:lnTo>
                    <a:pt x="3417172" y="1656858"/>
                  </a:lnTo>
                  <a:lnTo>
                    <a:pt x="3417172" y="1656234"/>
                  </a:lnTo>
                  <a:lnTo>
                    <a:pt x="3417281" y="1656234"/>
                  </a:lnTo>
                  <a:lnTo>
                    <a:pt x="3417389" y="1656234"/>
                  </a:lnTo>
                  <a:lnTo>
                    <a:pt x="3417498" y="1656234"/>
                  </a:lnTo>
                  <a:lnTo>
                    <a:pt x="3417606" y="1656234"/>
                  </a:lnTo>
                  <a:lnTo>
                    <a:pt x="3417606" y="1655611"/>
                  </a:lnTo>
                  <a:lnTo>
                    <a:pt x="3417606" y="1654987"/>
                  </a:lnTo>
                  <a:lnTo>
                    <a:pt x="3417606" y="1654363"/>
                  </a:lnTo>
                  <a:lnTo>
                    <a:pt x="3417714" y="1654363"/>
                  </a:lnTo>
                  <a:lnTo>
                    <a:pt x="3417823" y="1654363"/>
                  </a:lnTo>
                  <a:lnTo>
                    <a:pt x="3417931" y="1654363"/>
                  </a:lnTo>
                  <a:lnTo>
                    <a:pt x="3418040" y="1654363"/>
                  </a:lnTo>
                  <a:lnTo>
                    <a:pt x="3418148" y="1654363"/>
                  </a:lnTo>
                  <a:lnTo>
                    <a:pt x="3418257" y="1654363"/>
                  </a:lnTo>
                  <a:lnTo>
                    <a:pt x="3418365" y="1654363"/>
                  </a:lnTo>
                  <a:lnTo>
                    <a:pt x="3418474" y="1654363"/>
                  </a:lnTo>
                  <a:lnTo>
                    <a:pt x="3418474" y="1653740"/>
                  </a:lnTo>
                  <a:lnTo>
                    <a:pt x="3418582" y="1653740"/>
                  </a:lnTo>
                  <a:lnTo>
                    <a:pt x="3418690" y="1653740"/>
                  </a:lnTo>
                  <a:lnTo>
                    <a:pt x="3418799" y="1653740"/>
                  </a:lnTo>
                  <a:lnTo>
                    <a:pt x="3418907" y="1653740"/>
                  </a:lnTo>
                  <a:lnTo>
                    <a:pt x="3419016" y="1653740"/>
                  </a:lnTo>
                  <a:lnTo>
                    <a:pt x="3419124" y="1653740"/>
                  </a:lnTo>
                  <a:lnTo>
                    <a:pt x="3419233" y="1653740"/>
                  </a:lnTo>
                  <a:lnTo>
                    <a:pt x="3419233" y="1653116"/>
                  </a:lnTo>
                  <a:lnTo>
                    <a:pt x="3419341" y="1653116"/>
                  </a:lnTo>
                  <a:lnTo>
                    <a:pt x="3419450" y="1653116"/>
                  </a:lnTo>
                  <a:lnTo>
                    <a:pt x="3419558" y="1653116"/>
                  </a:lnTo>
                  <a:lnTo>
                    <a:pt x="3419666" y="1653116"/>
                  </a:lnTo>
                  <a:lnTo>
                    <a:pt x="3419666" y="1652493"/>
                  </a:lnTo>
                  <a:lnTo>
                    <a:pt x="3419666" y="1651869"/>
                  </a:lnTo>
                  <a:lnTo>
                    <a:pt x="3419775" y="1651869"/>
                  </a:lnTo>
                  <a:lnTo>
                    <a:pt x="3419883" y="1651869"/>
                  </a:lnTo>
                  <a:lnTo>
                    <a:pt x="3419992" y="1651869"/>
                  </a:lnTo>
                  <a:lnTo>
                    <a:pt x="3420100" y="1651869"/>
                  </a:lnTo>
                  <a:lnTo>
                    <a:pt x="3420209" y="1651869"/>
                  </a:lnTo>
                  <a:lnTo>
                    <a:pt x="3420209" y="1651245"/>
                  </a:lnTo>
                  <a:lnTo>
                    <a:pt x="3420317" y="1651245"/>
                  </a:lnTo>
                  <a:lnTo>
                    <a:pt x="3420426" y="1651245"/>
                  </a:lnTo>
                  <a:lnTo>
                    <a:pt x="3420534" y="1651245"/>
                  </a:lnTo>
                  <a:lnTo>
                    <a:pt x="3420642" y="1651245"/>
                  </a:lnTo>
                  <a:lnTo>
                    <a:pt x="3420751" y="1651245"/>
                  </a:lnTo>
                  <a:lnTo>
                    <a:pt x="3420859" y="1651245"/>
                  </a:lnTo>
                  <a:lnTo>
                    <a:pt x="3420859" y="1650622"/>
                  </a:lnTo>
                  <a:lnTo>
                    <a:pt x="3420968" y="1650622"/>
                  </a:lnTo>
                  <a:lnTo>
                    <a:pt x="3421076" y="1650622"/>
                  </a:lnTo>
                  <a:lnTo>
                    <a:pt x="3421185" y="1650622"/>
                  </a:lnTo>
                  <a:lnTo>
                    <a:pt x="3421185" y="1649998"/>
                  </a:lnTo>
                  <a:lnTo>
                    <a:pt x="3421185" y="1649375"/>
                  </a:lnTo>
                  <a:lnTo>
                    <a:pt x="3421293" y="1649375"/>
                  </a:lnTo>
                  <a:lnTo>
                    <a:pt x="3421402" y="1649375"/>
                  </a:lnTo>
                  <a:lnTo>
                    <a:pt x="3421510" y="1649375"/>
                  </a:lnTo>
                  <a:lnTo>
                    <a:pt x="3421618" y="1649375"/>
                  </a:lnTo>
                  <a:lnTo>
                    <a:pt x="3421727" y="1649375"/>
                  </a:lnTo>
                  <a:lnTo>
                    <a:pt x="3421835" y="1649375"/>
                  </a:lnTo>
                  <a:lnTo>
                    <a:pt x="3421944" y="1649375"/>
                  </a:lnTo>
                  <a:lnTo>
                    <a:pt x="3422052" y="1649375"/>
                  </a:lnTo>
                  <a:lnTo>
                    <a:pt x="3422161" y="1649375"/>
                  </a:lnTo>
                  <a:lnTo>
                    <a:pt x="3422161" y="1648751"/>
                  </a:lnTo>
                  <a:lnTo>
                    <a:pt x="3422269" y="1648751"/>
                  </a:lnTo>
                  <a:lnTo>
                    <a:pt x="3422378" y="1648751"/>
                  </a:lnTo>
                  <a:lnTo>
                    <a:pt x="3422378" y="1648128"/>
                  </a:lnTo>
                  <a:lnTo>
                    <a:pt x="3422486" y="1648128"/>
                  </a:lnTo>
                  <a:lnTo>
                    <a:pt x="3422486" y="1647504"/>
                  </a:lnTo>
                  <a:lnTo>
                    <a:pt x="3422595" y="1647504"/>
                  </a:lnTo>
                  <a:lnTo>
                    <a:pt x="3422703" y="1647504"/>
                  </a:lnTo>
                  <a:lnTo>
                    <a:pt x="3422811" y="1647504"/>
                  </a:lnTo>
                  <a:lnTo>
                    <a:pt x="3422811" y="1646880"/>
                  </a:lnTo>
                  <a:lnTo>
                    <a:pt x="3422811" y="1646257"/>
                  </a:lnTo>
                  <a:lnTo>
                    <a:pt x="3422920" y="1646257"/>
                  </a:lnTo>
                  <a:lnTo>
                    <a:pt x="3423028" y="1646257"/>
                  </a:lnTo>
                  <a:lnTo>
                    <a:pt x="3423137" y="1646257"/>
                  </a:lnTo>
                  <a:lnTo>
                    <a:pt x="3423245" y="1646257"/>
                  </a:lnTo>
                  <a:lnTo>
                    <a:pt x="3423245" y="1645633"/>
                  </a:lnTo>
                  <a:lnTo>
                    <a:pt x="3423354" y="1645633"/>
                  </a:lnTo>
                  <a:lnTo>
                    <a:pt x="3423462" y="1645633"/>
                  </a:lnTo>
                  <a:lnTo>
                    <a:pt x="3423571" y="1645633"/>
                  </a:lnTo>
                  <a:lnTo>
                    <a:pt x="3423679" y="1645633"/>
                  </a:lnTo>
                  <a:lnTo>
                    <a:pt x="3423787" y="1645633"/>
                  </a:lnTo>
                  <a:lnTo>
                    <a:pt x="3423896" y="1645633"/>
                  </a:lnTo>
                  <a:lnTo>
                    <a:pt x="3424004" y="1645633"/>
                  </a:lnTo>
                  <a:lnTo>
                    <a:pt x="3424113" y="1645633"/>
                  </a:lnTo>
                  <a:lnTo>
                    <a:pt x="3424221" y="1645633"/>
                  </a:lnTo>
                  <a:lnTo>
                    <a:pt x="3424330" y="1645633"/>
                  </a:lnTo>
                  <a:lnTo>
                    <a:pt x="3424438" y="1645633"/>
                  </a:lnTo>
                  <a:lnTo>
                    <a:pt x="3424547" y="1645633"/>
                  </a:lnTo>
                  <a:lnTo>
                    <a:pt x="3424655" y="1645633"/>
                  </a:lnTo>
                  <a:lnTo>
                    <a:pt x="3424655" y="1645010"/>
                  </a:lnTo>
                  <a:lnTo>
                    <a:pt x="3424763" y="1645010"/>
                  </a:lnTo>
                  <a:lnTo>
                    <a:pt x="3424872" y="1645010"/>
                  </a:lnTo>
                  <a:lnTo>
                    <a:pt x="3424980" y="1645010"/>
                  </a:lnTo>
                  <a:lnTo>
                    <a:pt x="3424980" y="1644386"/>
                  </a:lnTo>
                  <a:lnTo>
                    <a:pt x="3425089" y="1644386"/>
                  </a:lnTo>
                  <a:lnTo>
                    <a:pt x="3425197" y="1644386"/>
                  </a:lnTo>
                  <a:lnTo>
                    <a:pt x="3425306" y="1644386"/>
                  </a:lnTo>
                  <a:lnTo>
                    <a:pt x="3425414" y="1644386"/>
                  </a:lnTo>
                  <a:lnTo>
                    <a:pt x="3425523" y="1644386"/>
                  </a:lnTo>
                  <a:lnTo>
                    <a:pt x="3425631" y="1644386"/>
                  </a:lnTo>
                  <a:lnTo>
                    <a:pt x="3425739" y="1644386"/>
                  </a:lnTo>
                  <a:lnTo>
                    <a:pt x="3425848" y="1644386"/>
                  </a:lnTo>
                  <a:lnTo>
                    <a:pt x="3425956" y="1644386"/>
                  </a:lnTo>
                  <a:lnTo>
                    <a:pt x="3426065" y="1644386"/>
                  </a:lnTo>
                  <a:lnTo>
                    <a:pt x="3426173" y="1644386"/>
                  </a:lnTo>
                  <a:lnTo>
                    <a:pt x="3426282" y="1644386"/>
                  </a:lnTo>
                  <a:lnTo>
                    <a:pt x="3426282" y="1643762"/>
                  </a:lnTo>
                  <a:lnTo>
                    <a:pt x="3426390" y="1643762"/>
                  </a:lnTo>
                  <a:lnTo>
                    <a:pt x="3426390" y="1643139"/>
                  </a:lnTo>
                  <a:lnTo>
                    <a:pt x="3426499" y="1643139"/>
                  </a:lnTo>
                  <a:lnTo>
                    <a:pt x="3426607" y="1643139"/>
                  </a:lnTo>
                  <a:lnTo>
                    <a:pt x="3426716" y="1643139"/>
                  </a:lnTo>
                  <a:lnTo>
                    <a:pt x="3426824" y="1643139"/>
                  </a:lnTo>
                  <a:lnTo>
                    <a:pt x="3426932" y="1643139"/>
                  </a:lnTo>
                  <a:lnTo>
                    <a:pt x="3427041" y="1643139"/>
                  </a:lnTo>
                  <a:lnTo>
                    <a:pt x="3427149" y="1643139"/>
                  </a:lnTo>
                  <a:lnTo>
                    <a:pt x="3427258" y="1643139"/>
                  </a:lnTo>
                  <a:lnTo>
                    <a:pt x="3427366" y="1643139"/>
                  </a:lnTo>
                  <a:lnTo>
                    <a:pt x="3427475" y="1643139"/>
                  </a:lnTo>
                  <a:lnTo>
                    <a:pt x="3427583" y="1643139"/>
                  </a:lnTo>
                  <a:lnTo>
                    <a:pt x="3427692" y="1643139"/>
                  </a:lnTo>
                  <a:lnTo>
                    <a:pt x="3427692" y="1642515"/>
                  </a:lnTo>
                  <a:lnTo>
                    <a:pt x="3427800" y="1642515"/>
                  </a:lnTo>
                  <a:lnTo>
                    <a:pt x="3427908" y="1642515"/>
                  </a:lnTo>
                  <a:lnTo>
                    <a:pt x="3428017" y="1642515"/>
                  </a:lnTo>
                  <a:lnTo>
                    <a:pt x="3428125" y="1642515"/>
                  </a:lnTo>
                  <a:lnTo>
                    <a:pt x="3428234" y="1642515"/>
                  </a:lnTo>
                  <a:lnTo>
                    <a:pt x="3428342" y="1642515"/>
                  </a:lnTo>
                  <a:lnTo>
                    <a:pt x="3428342" y="1641892"/>
                  </a:lnTo>
                  <a:lnTo>
                    <a:pt x="3428451" y="1641892"/>
                  </a:lnTo>
                  <a:lnTo>
                    <a:pt x="3428559" y="1641892"/>
                  </a:lnTo>
                  <a:lnTo>
                    <a:pt x="3428668" y="1641892"/>
                  </a:lnTo>
                  <a:lnTo>
                    <a:pt x="3428776" y="1641892"/>
                  </a:lnTo>
                  <a:lnTo>
                    <a:pt x="3428776" y="1641268"/>
                  </a:lnTo>
                  <a:lnTo>
                    <a:pt x="3428884" y="1641268"/>
                  </a:lnTo>
                  <a:lnTo>
                    <a:pt x="3428993" y="1641268"/>
                  </a:lnTo>
                  <a:lnTo>
                    <a:pt x="3428993" y="1640645"/>
                  </a:lnTo>
                  <a:lnTo>
                    <a:pt x="3428993" y="1640021"/>
                  </a:lnTo>
                  <a:lnTo>
                    <a:pt x="3428993" y="1639397"/>
                  </a:lnTo>
                  <a:lnTo>
                    <a:pt x="3429101" y="1639397"/>
                  </a:lnTo>
                  <a:lnTo>
                    <a:pt x="3429101" y="1638774"/>
                  </a:lnTo>
                  <a:lnTo>
                    <a:pt x="3429210" y="1638774"/>
                  </a:lnTo>
                  <a:lnTo>
                    <a:pt x="3429318" y="1638774"/>
                  </a:lnTo>
                  <a:lnTo>
                    <a:pt x="3429427" y="1638774"/>
                  </a:lnTo>
                  <a:lnTo>
                    <a:pt x="3429535" y="1638774"/>
                  </a:lnTo>
                  <a:lnTo>
                    <a:pt x="3429644" y="1638774"/>
                  </a:lnTo>
                  <a:lnTo>
                    <a:pt x="3429752" y="1638774"/>
                  </a:lnTo>
                  <a:lnTo>
                    <a:pt x="3429860" y="1638774"/>
                  </a:lnTo>
                  <a:lnTo>
                    <a:pt x="3429969" y="1638774"/>
                  </a:lnTo>
                  <a:lnTo>
                    <a:pt x="3430077" y="1638774"/>
                  </a:lnTo>
                  <a:lnTo>
                    <a:pt x="3430077" y="1638150"/>
                  </a:lnTo>
                  <a:lnTo>
                    <a:pt x="3430186" y="1638150"/>
                  </a:lnTo>
                  <a:lnTo>
                    <a:pt x="3430186" y="1637527"/>
                  </a:lnTo>
                  <a:lnTo>
                    <a:pt x="3430294" y="1637527"/>
                  </a:lnTo>
                  <a:lnTo>
                    <a:pt x="3430403" y="1637527"/>
                  </a:lnTo>
                  <a:lnTo>
                    <a:pt x="3430511" y="1637527"/>
                  </a:lnTo>
                  <a:lnTo>
                    <a:pt x="3430620" y="1637527"/>
                  </a:lnTo>
                  <a:lnTo>
                    <a:pt x="3430728" y="1637527"/>
                  </a:lnTo>
                  <a:lnTo>
                    <a:pt x="3430837" y="1637527"/>
                  </a:lnTo>
                  <a:lnTo>
                    <a:pt x="3430837" y="1636903"/>
                  </a:lnTo>
                  <a:lnTo>
                    <a:pt x="3430945" y="1636903"/>
                  </a:lnTo>
                  <a:lnTo>
                    <a:pt x="3431053" y="1636903"/>
                  </a:lnTo>
                  <a:lnTo>
                    <a:pt x="3431162" y="1636903"/>
                  </a:lnTo>
                  <a:lnTo>
                    <a:pt x="3431162" y="1636280"/>
                  </a:lnTo>
                  <a:lnTo>
                    <a:pt x="3431270" y="1636280"/>
                  </a:lnTo>
                  <a:lnTo>
                    <a:pt x="3431379" y="1636280"/>
                  </a:lnTo>
                  <a:lnTo>
                    <a:pt x="3431487" y="1636280"/>
                  </a:lnTo>
                  <a:lnTo>
                    <a:pt x="3431596" y="1636280"/>
                  </a:lnTo>
                  <a:lnTo>
                    <a:pt x="3431704" y="1636280"/>
                  </a:lnTo>
                  <a:lnTo>
                    <a:pt x="3431813" y="1636280"/>
                  </a:lnTo>
                  <a:lnTo>
                    <a:pt x="3431921" y="1636280"/>
                  </a:lnTo>
                  <a:lnTo>
                    <a:pt x="3432029" y="1636280"/>
                  </a:lnTo>
                  <a:lnTo>
                    <a:pt x="3432138" y="1636280"/>
                  </a:lnTo>
                  <a:lnTo>
                    <a:pt x="3432138" y="1635656"/>
                  </a:lnTo>
                  <a:lnTo>
                    <a:pt x="3432246" y="1635656"/>
                  </a:lnTo>
                  <a:lnTo>
                    <a:pt x="3432355" y="1635656"/>
                  </a:lnTo>
                  <a:lnTo>
                    <a:pt x="3432463" y="1635656"/>
                  </a:lnTo>
                  <a:lnTo>
                    <a:pt x="3432572" y="1635656"/>
                  </a:lnTo>
                  <a:lnTo>
                    <a:pt x="3432680" y="1635656"/>
                  </a:lnTo>
                  <a:lnTo>
                    <a:pt x="3432789" y="1635656"/>
                  </a:lnTo>
                  <a:lnTo>
                    <a:pt x="3432789" y="1635032"/>
                  </a:lnTo>
                  <a:lnTo>
                    <a:pt x="3432897" y="1635032"/>
                  </a:lnTo>
                  <a:lnTo>
                    <a:pt x="3433005" y="1635032"/>
                  </a:lnTo>
                  <a:lnTo>
                    <a:pt x="3433114" y="1635032"/>
                  </a:lnTo>
                  <a:lnTo>
                    <a:pt x="3433222" y="1635032"/>
                  </a:lnTo>
                  <a:lnTo>
                    <a:pt x="3433222" y="1634409"/>
                  </a:lnTo>
                  <a:lnTo>
                    <a:pt x="3433331" y="1634409"/>
                  </a:lnTo>
                  <a:lnTo>
                    <a:pt x="3433439" y="1634409"/>
                  </a:lnTo>
                  <a:lnTo>
                    <a:pt x="3433439" y="1633785"/>
                  </a:lnTo>
                  <a:lnTo>
                    <a:pt x="3433548" y="1633785"/>
                  </a:lnTo>
                  <a:lnTo>
                    <a:pt x="3433656" y="1633785"/>
                  </a:lnTo>
                  <a:lnTo>
                    <a:pt x="3433765" y="1633785"/>
                  </a:lnTo>
                  <a:lnTo>
                    <a:pt x="3433873" y="1633785"/>
                  </a:lnTo>
                  <a:lnTo>
                    <a:pt x="3433981" y="1633785"/>
                  </a:lnTo>
                  <a:lnTo>
                    <a:pt x="3434090" y="1633785"/>
                  </a:lnTo>
                  <a:lnTo>
                    <a:pt x="3434198" y="1633785"/>
                  </a:lnTo>
                  <a:lnTo>
                    <a:pt x="3434198" y="1633162"/>
                  </a:lnTo>
                  <a:lnTo>
                    <a:pt x="3434307" y="1633162"/>
                  </a:lnTo>
                  <a:lnTo>
                    <a:pt x="3434415" y="1633162"/>
                  </a:lnTo>
                  <a:lnTo>
                    <a:pt x="3434524" y="1633162"/>
                  </a:lnTo>
                  <a:lnTo>
                    <a:pt x="3434632" y="1633162"/>
                  </a:lnTo>
                  <a:lnTo>
                    <a:pt x="3434741" y="1633162"/>
                  </a:lnTo>
                  <a:lnTo>
                    <a:pt x="3434741" y="1632538"/>
                  </a:lnTo>
                  <a:lnTo>
                    <a:pt x="3434849" y="1632538"/>
                  </a:lnTo>
                  <a:lnTo>
                    <a:pt x="3434958" y="1632538"/>
                  </a:lnTo>
                  <a:lnTo>
                    <a:pt x="3434958" y="1631914"/>
                  </a:lnTo>
                  <a:lnTo>
                    <a:pt x="3435066" y="1631914"/>
                  </a:lnTo>
                  <a:lnTo>
                    <a:pt x="3435174" y="1631914"/>
                  </a:lnTo>
                  <a:lnTo>
                    <a:pt x="3435283" y="1631914"/>
                  </a:lnTo>
                  <a:lnTo>
                    <a:pt x="3435283" y="1631291"/>
                  </a:lnTo>
                  <a:lnTo>
                    <a:pt x="3435391" y="1631291"/>
                  </a:lnTo>
                  <a:lnTo>
                    <a:pt x="3435500" y="1631291"/>
                  </a:lnTo>
                  <a:lnTo>
                    <a:pt x="3435608" y="1631291"/>
                  </a:lnTo>
                  <a:lnTo>
                    <a:pt x="3435717" y="1631291"/>
                  </a:lnTo>
                  <a:lnTo>
                    <a:pt x="3435825" y="1631291"/>
                  </a:lnTo>
                  <a:lnTo>
                    <a:pt x="3435934" y="1631291"/>
                  </a:lnTo>
                  <a:lnTo>
                    <a:pt x="3436042" y="1631291"/>
                  </a:lnTo>
                  <a:lnTo>
                    <a:pt x="3436150" y="1631291"/>
                  </a:lnTo>
                  <a:lnTo>
                    <a:pt x="3436259" y="1631291"/>
                  </a:lnTo>
                  <a:lnTo>
                    <a:pt x="3436367" y="1631291"/>
                  </a:lnTo>
                  <a:lnTo>
                    <a:pt x="3436476" y="1631291"/>
                  </a:lnTo>
                  <a:lnTo>
                    <a:pt x="3436476" y="1630667"/>
                  </a:lnTo>
                  <a:lnTo>
                    <a:pt x="3436584" y="1630667"/>
                  </a:lnTo>
                  <a:lnTo>
                    <a:pt x="3436693" y="1630667"/>
                  </a:lnTo>
                  <a:lnTo>
                    <a:pt x="3436801" y="1630667"/>
                  </a:lnTo>
                  <a:lnTo>
                    <a:pt x="3436910" y="1630667"/>
                  </a:lnTo>
                  <a:lnTo>
                    <a:pt x="3436910" y="1630044"/>
                  </a:lnTo>
                  <a:lnTo>
                    <a:pt x="3437018" y="1630044"/>
                  </a:lnTo>
                  <a:lnTo>
                    <a:pt x="3437126" y="1630044"/>
                  </a:lnTo>
                  <a:lnTo>
                    <a:pt x="3437235" y="1630044"/>
                  </a:lnTo>
                  <a:lnTo>
                    <a:pt x="3437343" y="1630044"/>
                  </a:lnTo>
                  <a:lnTo>
                    <a:pt x="3437343" y="1629420"/>
                  </a:lnTo>
                  <a:lnTo>
                    <a:pt x="3437452" y="1629420"/>
                  </a:lnTo>
                  <a:lnTo>
                    <a:pt x="3437560" y="1629420"/>
                  </a:lnTo>
                  <a:lnTo>
                    <a:pt x="3437669" y="1629420"/>
                  </a:lnTo>
                  <a:lnTo>
                    <a:pt x="3437777" y="1629420"/>
                  </a:lnTo>
                  <a:lnTo>
                    <a:pt x="3437777" y="1628797"/>
                  </a:lnTo>
                  <a:lnTo>
                    <a:pt x="3437777" y="1628173"/>
                  </a:lnTo>
                  <a:lnTo>
                    <a:pt x="3437886" y="1628173"/>
                  </a:lnTo>
                  <a:lnTo>
                    <a:pt x="3437994" y="1628173"/>
                  </a:lnTo>
                  <a:lnTo>
                    <a:pt x="3438102" y="1628173"/>
                  </a:lnTo>
                  <a:lnTo>
                    <a:pt x="3438211" y="1628173"/>
                  </a:lnTo>
                  <a:lnTo>
                    <a:pt x="3438319" y="1628173"/>
                  </a:lnTo>
                  <a:lnTo>
                    <a:pt x="3438428" y="1628173"/>
                  </a:lnTo>
                  <a:lnTo>
                    <a:pt x="3438536" y="1628173"/>
                  </a:lnTo>
                  <a:lnTo>
                    <a:pt x="3438645" y="1628173"/>
                  </a:lnTo>
                  <a:lnTo>
                    <a:pt x="3438645" y="1627549"/>
                  </a:lnTo>
                  <a:lnTo>
                    <a:pt x="3438645" y="1626926"/>
                  </a:lnTo>
                  <a:lnTo>
                    <a:pt x="3438645" y="1626302"/>
                  </a:lnTo>
                  <a:lnTo>
                    <a:pt x="3438753" y="1626302"/>
                  </a:lnTo>
                  <a:lnTo>
                    <a:pt x="3438862" y="1626302"/>
                  </a:lnTo>
                  <a:lnTo>
                    <a:pt x="3438970" y="1626302"/>
                  </a:lnTo>
                  <a:lnTo>
                    <a:pt x="3439079" y="1626302"/>
                  </a:lnTo>
                  <a:lnTo>
                    <a:pt x="3439187" y="1626302"/>
                  </a:lnTo>
                  <a:lnTo>
                    <a:pt x="3439295" y="1626302"/>
                  </a:lnTo>
                  <a:lnTo>
                    <a:pt x="3439404" y="1626302"/>
                  </a:lnTo>
                  <a:lnTo>
                    <a:pt x="3439512" y="1626302"/>
                  </a:lnTo>
                  <a:lnTo>
                    <a:pt x="3439621" y="1626302"/>
                  </a:lnTo>
                  <a:lnTo>
                    <a:pt x="3439729" y="1626302"/>
                  </a:lnTo>
                  <a:lnTo>
                    <a:pt x="3439838" y="1626302"/>
                  </a:lnTo>
                  <a:lnTo>
                    <a:pt x="3439946" y="1626302"/>
                  </a:lnTo>
                  <a:lnTo>
                    <a:pt x="3440055" y="1626302"/>
                  </a:lnTo>
                  <a:lnTo>
                    <a:pt x="3440163" y="1626302"/>
                  </a:lnTo>
                  <a:lnTo>
                    <a:pt x="3440271" y="1626302"/>
                  </a:lnTo>
                  <a:lnTo>
                    <a:pt x="3440271" y="1625679"/>
                  </a:lnTo>
                  <a:lnTo>
                    <a:pt x="3440380" y="1625679"/>
                  </a:lnTo>
                  <a:lnTo>
                    <a:pt x="3440488" y="1625679"/>
                  </a:lnTo>
                  <a:lnTo>
                    <a:pt x="3440597" y="1625679"/>
                  </a:lnTo>
                  <a:lnTo>
                    <a:pt x="3440705" y="1625679"/>
                  </a:lnTo>
                  <a:lnTo>
                    <a:pt x="3440814" y="1625679"/>
                  </a:lnTo>
                  <a:lnTo>
                    <a:pt x="3440922" y="1625679"/>
                  </a:lnTo>
                  <a:lnTo>
                    <a:pt x="3441031" y="1625679"/>
                  </a:lnTo>
                  <a:lnTo>
                    <a:pt x="3441139" y="1625679"/>
                  </a:lnTo>
                  <a:lnTo>
                    <a:pt x="3441139" y="1625055"/>
                  </a:lnTo>
                  <a:lnTo>
                    <a:pt x="3441247" y="1625055"/>
                  </a:lnTo>
                  <a:lnTo>
                    <a:pt x="3441356" y="1625055"/>
                  </a:lnTo>
                  <a:lnTo>
                    <a:pt x="3441464" y="1625055"/>
                  </a:lnTo>
                  <a:lnTo>
                    <a:pt x="3441573" y="1625055"/>
                  </a:lnTo>
                  <a:lnTo>
                    <a:pt x="3441573" y="1624431"/>
                  </a:lnTo>
                  <a:lnTo>
                    <a:pt x="3441681" y="1624431"/>
                  </a:lnTo>
                  <a:lnTo>
                    <a:pt x="3441790" y="1624431"/>
                  </a:lnTo>
                  <a:lnTo>
                    <a:pt x="3441898" y="1624431"/>
                  </a:lnTo>
                  <a:lnTo>
                    <a:pt x="3442007" y="1624431"/>
                  </a:lnTo>
                  <a:lnTo>
                    <a:pt x="3442007" y="1623808"/>
                  </a:lnTo>
                  <a:lnTo>
                    <a:pt x="3442115" y="1623808"/>
                  </a:lnTo>
                  <a:lnTo>
                    <a:pt x="3442223" y="1623808"/>
                  </a:lnTo>
                  <a:lnTo>
                    <a:pt x="3442332" y="1623808"/>
                  </a:lnTo>
                  <a:lnTo>
                    <a:pt x="3442440" y="1623808"/>
                  </a:lnTo>
                  <a:lnTo>
                    <a:pt x="3442440" y="1623184"/>
                  </a:lnTo>
                  <a:lnTo>
                    <a:pt x="3442549" y="1623184"/>
                  </a:lnTo>
                  <a:lnTo>
                    <a:pt x="3442657" y="1623184"/>
                  </a:lnTo>
                  <a:lnTo>
                    <a:pt x="3442766" y="1623184"/>
                  </a:lnTo>
                  <a:lnTo>
                    <a:pt x="3442874" y="1623184"/>
                  </a:lnTo>
                  <a:lnTo>
                    <a:pt x="3442983" y="1623184"/>
                  </a:lnTo>
                  <a:lnTo>
                    <a:pt x="3443091" y="1623184"/>
                  </a:lnTo>
                  <a:lnTo>
                    <a:pt x="3443199" y="1623184"/>
                  </a:lnTo>
                  <a:lnTo>
                    <a:pt x="3443308" y="1623184"/>
                  </a:lnTo>
                  <a:lnTo>
                    <a:pt x="3443416" y="1623184"/>
                  </a:lnTo>
                  <a:lnTo>
                    <a:pt x="3443525" y="1623184"/>
                  </a:lnTo>
                  <a:lnTo>
                    <a:pt x="3443633" y="1623184"/>
                  </a:lnTo>
                  <a:lnTo>
                    <a:pt x="3443742" y="1623184"/>
                  </a:lnTo>
                  <a:lnTo>
                    <a:pt x="3443850" y="1623184"/>
                  </a:lnTo>
                  <a:lnTo>
                    <a:pt x="3443850" y="1622561"/>
                  </a:lnTo>
                  <a:lnTo>
                    <a:pt x="3443959" y="1622561"/>
                  </a:lnTo>
                  <a:lnTo>
                    <a:pt x="3444067" y="1622561"/>
                  </a:lnTo>
                  <a:lnTo>
                    <a:pt x="3444176" y="1622561"/>
                  </a:lnTo>
                  <a:lnTo>
                    <a:pt x="3444176" y="1621937"/>
                  </a:lnTo>
                  <a:lnTo>
                    <a:pt x="3444284" y="1621937"/>
                  </a:lnTo>
                  <a:lnTo>
                    <a:pt x="3444392" y="1621937"/>
                  </a:lnTo>
                  <a:lnTo>
                    <a:pt x="3444501" y="1621937"/>
                  </a:lnTo>
                  <a:lnTo>
                    <a:pt x="3444609" y="1621937"/>
                  </a:lnTo>
                  <a:lnTo>
                    <a:pt x="3444718" y="1621937"/>
                  </a:lnTo>
                  <a:lnTo>
                    <a:pt x="3444826" y="1621937"/>
                  </a:lnTo>
                  <a:lnTo>
                    <a:pt x="3444935" y="1621937"/>
                  </a:lnTo>
                  <a:lnTo>
                    <a:pt x="3445043" y="1621937"/>
                  </a:lnTo>
                  <a:lnTo>
                    <a:pt x="3445152" y="1621937"/>
                  </a:lnTo>
                  <a:lnTo>
                    <a:pt x="3445260" y="1621937"/>
                  </a:lnTo>
                  <a:lnTo>
                    <a:pt x="3445368" y="1621937"/>
                  </a:lnTo>
                  <a:lnTo>
                    <a:pt x="3445477" y="1621937"/>
                  </a:lnTo>
                  <a:lnTo>
                    <a:pt x="3445585" y="1621937"/>
                  </a:lnTo>
                  <a:lnTo>
                    <a:pt x="3445694" y="1621937"/>
                  </a:lnTo>
                  <a:lnTo>
                    <a:pt x="3445802" y="1621937"/>
                  </a:lnTo>
                  <a:lnTo>
                    <a:pt x="3445911" y="1621937"/>
                  </a:lnTo>
                  <a:lnTo>
                    <a:pt x="3446019" y="1621937"/>
                  </a:lnTo>
                  <a:lnTo>
                    <a:pt x="3446019" y="1621314"/>
                  </a:lnTo>
                  <a:lnTo>
                    <a:pt x="3446128" y="1621314"/>
                  </a:lnTo>
                  <a:lnTo>
                    <a:pt x="3446236" y="1621314"/>
                  </a:lnTo>
                  <a:lnTo>
                    <a:pt x="3446344" y="1621314"/>
                  </a:lnTo>
                  <a:lnTo>
                    <a:pt x="3446453" y="1621314"/>
                  </a:lnTo>
                  <a:lnTo>
                    <a:pt x="3446453" y="1620690"/>
                  </a:lnTo>
                  <a:lnTo>
                    <a:pt x="3446561" y="1620690"/>
                  </a:lnTo>
                  <a:lnTo>
                    <a:pt x="3446561" y="1620066"/>
                  </a:lnTo>
                  <a:lnTo>
                    <a:pt x="3446670" y="1620066"/>
                  </a:lnTo>
                  <a:lnTo>
                    <a:pt x="3446778" y="1620066"/>
                  </a:lnTo>
                  <a:lnTo>
                    <a:pt x="3446887" y="1620066"/>
                  </a:lnTo>
                  <a:lnTo>
                    <a:pt x="3446887" y="1619443"/>
                  </a:lnTo>
                  <a:lnTo>
                    <a:pt x="3446887" y="1618819"/>
                  </a:lnTo>
                  <a:lnTo>
                    <a:pt x="3446995" y="1618819"/>
                  </a:lnTo>
                  <a:lnTo>
                    <a:pt x="3446995" y="1618196"/>
                  </a:lnTo>
                  <a:lnTo>
                    <a:pt x="3446995" y="1617572"/>
                  </a:lnTo>
                  <a:lnTo>
                    <a:pt x="3447104" y="1617572"/>
                  </a:lnTo>
                  <a:lnTo>
                    <a:pt x="3447212" y="1617572"/>
                  </a:lnTo>
                  <a:lnTo>
                    <a:pt x="3447320" y="1617572"/>
                  </a:lnTo>
                  <a:lnTo>
                    <a:pt x="3447429" y="1617572"/>
                  </a:lnTo>
                  <a:lnTo>
                    <a:pt x="3447537" y="1617572"/>
                  </a:lnTo>
                  <a:lnTo>
                    <a:pt x="3447646" y="1617572"/>
                  </a:lnTo>
                  <a:lnTo>
                    <a:pt x="3447754" y="1617572"/>
                  </a:lnTo>
                  <a:lnTo>
                    <a:pt x="3447863" y="1617572"/>
                  </a:lnTo>
                  <a:lnTo>
                    <a:pt x="3447971" y="1617572"/>
                  </a:lnTo>
                  <a:lnTo>
                    <a:pt x="3448080" y="1617572"/>
                  </a:lnTo>
                  <a:lnTo>
                    <a:pt x="3448188" y="1617572"/>
                  </a:lnTo>
                  <a:lnTo>
                    <a:pt x="3448297" y="1617572"/>
                  </a:lnTo>
                  <a:lnTo>
                    <a:pt x="3448405" y="1617572"/>
                  </a:lnTo>
                  <a:lnTo>
                    <a:pt x="3448513" y="1617572"/>
                  </a:lnTo>
                  <a:lnTo>
                    <a:pt x="3448513" y="1616948"/>
                  </a:lnTo>
                  <a:lnTo>
                    <a:pt x="3448622" y="1616948"/>
                  </a:lnTo>
                  <a:lnTo>
                    <a:pt x="3448730" y="1616948"/>
                  </a:lnTo>
                  <a:lnTo>
                    <a:pt x="3448839" y="1616948"/>
                  </a:lnTo>
                  <a:lnTo>
                    <a:pt x="3448947" y="1616948"/>
                  </a:lnTo>
                  <a:lnTo>
                    <a:pt x="3449056" y="1616948"/>
                  </a:lnTo>
                  <a:lnTo>
                    <a:pt x="3449056" y="1616325"/>
                  </a:lnTo>
                  <a:lnTo>
                    <a:pt x="3449164" y="1616325"/>
                  </a:lnTo>
                  <a:lnTo>
                    <a:pt x="3449164" y="1615701"/>
                  </a:lnTo>
                  <a:lnTo>
                    <a:pt x="3449273" y="1615701"/>
                  </a:lnTo>
                  <a:lnTo>
                    <a:pt x="3449273" y="1615078"/>
                  </a:lnTo>
                  <a:lnTo>
                    <a:pt x="3449381" y="1615078"/>
                  </a:lnTo>
                  <a:lnTo>
                    <a:pt x="3449489" y="1615078"/>
                  </a:lnTo>
                  <a:lnTo>
                    <a:pt x="3449598" y="1615078"/>
                  </a:lnTo>
                  <a:lnTo>
                    <a:pt x="3449706" y="1615078"/>
                  </a:lnTo>
                  <a:lnTo>
                    <a:pt x="3449815" y="1615078"/>
                  </a:lnTo>
                  <a:lnTo>
                    <a:pt x="3449923" y="1615078"/>
                  </a:lnTo>
                  <a:lnTo>
                    <a:pt x="3450032" y="1615078"/>
                  </a:lnTo>
                  <a:lnTo>
                    <a:pt x="3450140" y="1615078"/>
                  </a:lnTo>
                  <a:lnTo>
                    <a:pt x="3450249" y="1615078"/>
                  </a:lnTo>
                  <a:lnTo>
                    <a:pt x="3450357" y="1615078"/>
                  </a:lnTo>
                  <a:lnTo>
                    <a:pt x="3450465" y="1615078"/>
                  </a:lnTo>
                  <a:lnTo>
                    <a:pt x="3450574" y="1615078"/>
                  </a:lnTo>
                  <a:lnTo>
                    <a:pt x="3450682" y="1615078"/>
                  </a:lnTo>
                  <a:lnTo>
                    <a:pt x="3450682" y="1614454"/>
                  </a:lnTo>
                  <a:lnTo>
                    <a:pt x="3450791" y="1614454"/>
                  </a:lnTo>
                  <a:lnTo>
                    <a:pt x="3450899" y="1614454"/>
                  </a:lnTo>
                  <a:lnTo>
                    <a:pt x="3451008" y="1614454"/>
                  </a:lnTo>
                  <a:lnTo>
                    <a:pt x="3451116" y="1614454"/>
                  </a:lnTo>
                  <a:lnTo>
                    <a:pt x="3451116" y="1613831"/>
                  </a:lnTo>
                  <a:lnTo>
                    <a:pt x="3451225" y="1613831"/>
                  </a:lnTo>
                  <a:lnTo>
                    <a:pt x="3451225" y="1613207"/>
                  </a:lnTo>
                  <a:lnTo>
                    <a:pt x="3451333" y="1613207"/>
                  </a:lnTo>
                  <a:lnTo>
                    <a:pt x="3451441" y="1613207"/>
                  </a:lnTo>
                  <a:lnTo>
                    <a:pt x="3451550" y="1613207"/>
                  </a:lnTo>
                  <a:lnTo>
                    <a:pt x="3451658" y="1613207"/>
                  </a:lnTo>
                  <a:lnTo>
                    <a:pt x="3451767" y="1613207"/>
                  </a:lnTo>
                  <a:lnTo>
                    <a:pt x="3451767" y="1612583"/>
                  </a:lnTo>
                  <a:lnTo>
                    <a:pt x="3451875" y="1612583"/>
                  </a:lnTo>
                  <a:lnTo>
                    <a:pt x="3451984" y="1612583"/>
                  </a:lnTo>
                  <a:lnTo>
                    <a:pt x="3452092" y="1612583"/>
                  </a:lnTo>
                  <a:lnTo>
                    <a:pt x="3452201" y="1612583"/>
                  </a:lnTo>
                  <a:lnTo>
                    <a:pt x="3452309" y="1612583"/>
                  </a:lnTo>
                  <a:lnTo>
                    <a:pt x="3452418" y="1612583"/>
                  </a:lnTo>
                  <a:lnTo>
                    <a:pt x="3452526" y="1612583"/>
                  </a:lnTo>
                  <a:lnTo>
                    <a:pt x="3452634" y="1612583"/>
                  </a:lnTo>
                  <a:lnTo>
                    <a:pt x="3452634" y="1611960"/>
                  </a:lnTo>
                  <a:lnTo>
                    <a:pt x="3452743" y="1611960"/>
                  </a:lnTo>
                  <a:lnTo>
                    <a:pt x="3452743" y="1611336"/>
                  </a:lnTo>
                  <a:lnTo>
                    <a:pt x="3452851" y="1611336"/>
                  </a:lnTo>
                  <a:lnTo>
                    <a:pt x="3452960" y="1611336"/>
                  </a:lnTo>
                  <a:lnTo>
                    <a:pt x="3453068" y="1611336"/>
                  </a:lnTo>
                  <a:lnTo>
                    <a:pt x="3453177" y="1611336"/>
                  </a:lnTo>
                  <a:lnTo>
                    <a:pt x="3453285" y="1611336"/>
                  </a:lnTo>
                  <a:lnTo>
                    <a:pt x="3453394" y="1611336"/>
                  </a:lnTo>
                  <a:lnTo>
                    <a:pt x="3453502" y="1611336"/>
                  </a:lnTo>
                  <a:lnTo>
                    <a:pt x="3453610" y="1611336"/>
                  </a:lnTo>
                  <a:lnTo>
                    <a:pt x="3453719" y="1611336"/>
                  </a:lnTo>
                  <a:lnTo>
                    <a:pt x="3453827" y="1611336"/>
                  </a:lnTo>
                  <a:lnTo>
                    <a:pt x="3453936" y="1611336"/>
                  </a:lnTo>
                  <a:lnTo>
                    <a:pt x="3453936" y="1610713"/>
                  </a:lnTo>
                  <a:lnTo>
                    <a:pt x="3454044" y="1610713"/>
                  </a:lnTo>
                  <a:lnTo>
                    <a:pt x="3454153" y="1610713"/>
                  </a:lnTo>
                  <a:lnTo>
                    <a:pt x="3454153" y="1610089"/>
                  </a:lnTo>
                  <a:lnTo>
                    <a:pt x="3454153" y="1609465"/>
                  </a:lnTo>
                  <a:lnTo>
                    <a:pt x="3454261" y="1609465"/>
                  </a:lnTo>
                  <a:lnTo>
                    <a:pt x="3454370" y="1609465"/>
                  </a:lnTo>
                  <a:lnTo>
                    <a:pt x="3454478" y="1609465"/>
                  </a:lnTo>
                  <a:lnTo>
                    <a:pt x="3454478" y="1608842"/>
                  </a:lnTo>
                  <a:lnTo>
                    <a:pt x="3454586" y="1608842"/>
                  </a:lnTo>
                  <a:lnTo>
                    <a:pt x="3454695" y="1608842"/>
                  </a:lnTo>
                  <a:lnTo>
                    <a:pt x="3454803" y="1608842"/>
                  </a:lnTo>
                  <a:lnTo>
                    <a:pt x="3454912" y="1608842"/>
                  </a:lnTo>
                  <a:lnTo>
                    <a:pt x="3455020" y="1608842"/>
                  </a:lnTo>
                  <a:lnTo>
                    <a:pt x="3455129" y="1608842"/>
                  </a:lnTo>
                  <a:lnTo>
                    <a:pt x="3455237" y="1608842"/>
                  </a:lnTo>
                  <a:lnTo>
                    <a:pt x="3455237" y="1608218"/>
                  </a:lnTo>
                  <a:lnTo>
                    <a:pt x="3455346" y="1608218"/>
                  </a:lnTo>
                  <a:lnTo>
                    <a:pt x="3455454" y="1608218"/>
                  </a:lnTo>
                  <a:lnTo>
                    <a:pt x="3455454" y="1607595"/>
                  </a:lnTo>
                  <a:lnTo>
                    <a:pt x="3455562" y="1607595"/>
                  </a:lnTo>
                  <a:lnTo>
                    <a:pt x="3455671" y="1607595"/>
                  </a:lnTo>
                  <a:lnTo>
                    <a:pt x="3455779" y="1607595"/>
                  </a:lnTo>
                  <a:lnTo>
                    <a:pt x="3455779" y="1606971"/>
                  </a:lnTo>
                  <a:lnTo>
                    <a:pt x="3455888" y="1606971"/>
                  </a:lnTo>
                  <a:lnTo>
                    <a:pt x="3455996" y="1606971"/>
                  </a:lnTo>
                  <a:lnTo>
                    <a:pt x="3456105" y="1606971"/>
                  </a:lnTo>
                  <a:lnTo>
                    <a:pt x="3456213" y="1606971"/>
                  </a:lnTo>
                  <a:lnTo>
                    <a:pt x="3456322" y="1606971"/>
                  </a:lnTo>
                  <a:lnTo>
                    <a:pt x="3456430" y="1606971"/>
                  </a:lnTo>
                  <a:lnTo>
                    <a:pt x="3456539" y="1606971"/>
                  </a:lnTo>
                  <a:lnTo>
                    <a:pt x="3456647" y="1606971"/>
                  </a:lnTo>
                  <a:lnTo>
                    <a:pt x="3456755" y="1606971"/>
                  </a:lnTo>
                  <a:lnTo>
                    <a:pt x="3456755" y="1606348"/>
                  </a:lnTo>
                  <a:lnTo>
                    <a:pt x="3456864" y="1606348"/>
                  </a:lnTo>
                  <a:lnTo>
                    <a:pt x="3456972" y="1606348"/>
                  </a:lnTo>
                  <a:lnTo>
                    <a:pt x="3457081" y="1606348"/>
                  </a:lnTo>
                  <a:lnTo>
                    <a:pt x="3457189" y="1606348"/>
                  </a:lnTo>
                  <a:lnTo>
                    <a:pt x="3457298" y="1606348"/>
                  </a:lnTo>
                  <a:lnTo>
                    <a:pt x="3457406" y="1606348"/>
                  </a:lnTo>
                  <a:lnTo>
                    <a:pt x="3457515" y="1606348"/>
                  </a:lnTo>
                  <a:lnTo>
                    <a:pt x="3457623" y="1606348"/>
                  </a:lnTo>
                  <a:lnTo>
                    <a:pt x="3457731" y="1606348"/>
                  </a:lnTo>
                  <a:lnTo>
                    <a:pt x="3457731" y="1605724"/>
                  </a:lnTo>
                  <a:lnTo>
                    <a:pt x="3457840" y="1605724"/>
                  </a:lnTo>
                  <a:lnTo>
                    <a:pt x="3457948" y="1605724"/>
                  </a:lnTo>
                  <a:lnTo>
                    <a:pt x="3458057" y="1605724"/>
                  </a:lnTo>
                  <a:lnTo>
                    <a:pt x="3458165" y="1605724"/>
                  </a:lnTo>
                  <a:lnTo>
                    <a:pt x="3458274" y="1605724"/>
                  </a:lnTo>
                  <a:lnTo>
                    <a:pt x="3458382" y="1605724"/>
                  </a:lnTo>
                  <a:lnTo>
                    <a:pt x="3458491" y="1605724"/>
                  </a:lnTo>
                  <a:lnTo>
                    <a:pt x="3458491" y="1605100"/>
                  </a:lnTo>
                  <a:lnTo>
                    <a:pt x="3458599" y="1605100"/>
                  </a:lnTo>
                  <a:lnTo>
                    <a:pt x="3458707" y="1605100"/>
                  </a:lnTo>
                  <a:lnTo>
                    <a:pt x="3458816" y="1605100"/>
                  </a:lnTo>
                  <a:lnTo>
                    <a:pt x="3458924" y="1605100"/>
                  </a:lnTo>
                  <a:lnTo>
                    <a:pt x="3459033" y="1605100"/>
                  </a:lnTo>
                  <a:lnTo>
                    <a:pt x="3459141" y="1605100"/>
                  </a:lnTo>
                  <a:lnTo>
                    <a:pt x="3459141" y="1604477"/>
                  </a:lnTo>
                  <a:lnTo>
                    <a:pt x="3459141" y="1603853"/>
                  </a:lnTo>
                  <a:lnTo>
                    <a:pt x="3459250" y="1603853"/>
                  </a:lnTo>
                  <a:lnTo>
                    <a:pt x="3459250" y="1603230"/>
                  </a:lnTo>
                  <a:lnTo>
                    <a:pt x="3459358" y="1603230"/>
                  </a:lnTo>
                  <a:lnTo>
                    <a:pt x="3459467" y="1603230"/>
                  </a:lnTo>
                  <a:lnTo>
                    <a:pt x="3459575" y="1603230"/>
                  </a:lnTo>
                  <a:lnTo>
                    <a:pt x="3459575" y="1602606"/>
                  </a:lnTo>
                  <a:lnTo>
                    <a:pt x="3459683" y="1602606"/>
                  </a:lnTo>
                  <a:lnTo>
                    <a:pt x="3459792" y="1602606"/>
                  </a:lnTo>
                  <a:lnTo>
                    <a:pt x="3459900" y="1602606"/>
                  </a:lnTo>
                  <a:lnTo>
                    <a:pt x="3460009" y="1602606"/>
                  </a:lnTo>
                  <a:lnTo>
                    <a:pt x="3460117" y="1602606"/>
                  </a:lnTo>
                  <a:lnTo>
                    <a:pt x="3460226" y="1602606"/>
                  </a:lnTo>
                  <a:lnTo>
                    <a:pt x="3460226" y="1601982"/>
                  </a:lnTo>
                  <a:lnTo>
                    <a:pt x="3460334" y="1601982"/>
                  </a:lnTo>
                  <a:lnTo>
                    <a:pt x="3460443" y="1601982"/>
                  </a:lnTo>
                  <a:lnTo>
                    <a:pt x="3460551" y="1601982"/>
                  </a:lnTo>
                  <a:lnTo>
                    <a:pt x="3460660" y="1601982"/>
                  </a:lnTo>
                  <a:lnTo>
                    <a:pt x="3460768" y="1601982"/>
                  </a:lnTo>
                  <a:lnTo>
                    <a:pt x="3460876" y="1601982"/>
                  </a:lnTo>
                  <a:lnTo>
                    <a:pt x="3460985" y="1601982"/>
                  </a:lnTo>
                  <a:lnTo>
                    <a:pt x="3461093" y="1601982"/>
                  </a:lnTo>
                  <a:lnTo>
                    <a:pt x="3461202" y="1601982"/>
                  </a:lnTo>
                  <a:lnTo>
                    <a:pt x="3461310" y="1601982"/>
                  </a:lnTo>
                  <a:lnTo>
                    <a:pt x="3461419" y="1601982"/>
                  </a:lnTo>
                  <a:lnTo>
                    <a:pt x="3461527" y="1601982"/>
                  </a:lnTo>
                  <a:lnTo>
                    <a:pt x="3461636" y="1601982"/>
                  </a:lnTo>
                  <a:lnTo>
                    <a:pt x="3461744" y="1601982"/>
                  </a:lnTo>
                  <a:lnTo>
                    <a:pt x="3461852" y="1601982"/>
                  </a:lnTo>
                  <a:lnTo>
                    <a:pt x="3461961" y="1601982"/>
                  </a:lnTo>
                  <a:lnTo>
                    <a:pt x="3462069" y="1601982"/>
                  </a:lnTo>
                  <a:lnTo>
                    <a:pt x="3462178" y="1601982"/>
                  </a:lnTo>
                  <a:lnTo>
                    <a:pt x="3462286" y="1601982"/>
                  </a:lnTo>
                  <a:lnTo>
                    <a:pt x="3462286" y="1601359"/>
                  </a:lnTo>
                  <a:lnTo>
                    <a:pt x="3462395" y="1601359"/>
                  </a:lnTo>
                  <a:lnTo>
                    <a:pt x="3462503" y="1601359"/>
                  </a:lnTo>
                  <a:lnTo>
                    <a:pt x="3462612" y="1601359"/>
                  </a:lnTo>
                  <a:lnTo>
                    <a:pt x="3462612" y="1600735"/>
                  </a:lnTo>
                  <a:lnTo>
                    <a:pt x="3462720" y="1600735"/>
                  </a:lnTo>
                  <a:lnTo>
                    <a:pt x="3462828" y="1600735"/>
                  </a:lnTo>
                  <a:lnTo>
                    <a:pt x="3462937" y="1600735"/>
                  </a:lnTo>
                  <a:lnTo>
                    <a:pt x="3463045" y="1600735"/>
                  </a:lnTo>
                  <a:lnTo>
                    <a:pt x="3463045" y="1600112"/>
                  </a:lnTo>
                  <a:lnTo>
                    <a:pt x="3463154" y="1600112"/>
                  </a:lnTo>
                  <a:lnTo>
                    <a:pt x="3463262" y="1600112"/>
                  </a:lnTo>
                  <a:lnTo>
                    <a:pt x="3463371" y="1600112"/>
                  </a:lnTo>
                  <a:lnTo>
                    <a:pt x="3463371" y="1599488"/>
                  </a:lnTo>
                  <a:lnTo>
                    <a:pt x="3463371" y="1598865"/>
                  </a:lnTo>
                  <a:lnTo>
                    <a:pt x="3463479" y="1598865"/>
                  </a:lnTo>
                  <a:lnTo>
                    <a:pt x="3463588" y="1598865"/>
                  </a:lnTo>
                  <a:lnTo>
                    <a:pt x="3463696" y="1598865"/>
                  </a:lnTo>
                  <a:lnTo>
                    <a:pt x="3463804" y="1598865"/>
                  </a:lnTo>
                  <a:lnTo>
                    <a:pt x="3463913" y="1598865"/>
                  </a:lnTo>
                  <a:lnTo>
                    <a:pt x="3464021" y="1598865"/>
                  </a:lnTo>
                  <a:lnTo>
                    <a:pt x="3464130" y="1598865"/>
                  </a:lnTo>
                  <a:lnTo>
                    <a:pt x="3464238" y="1598865"/>
                  </a:lnTo>
                  <a:lnTo>
                    <a:pt x="3464238" y="1598241"/>
                  </a:lnTo>
                  <a:lnTo>
                    <a:pt x="3464347" y="1598241"/>
                  </a:lnTo>
                  <a:lnTo>
                    <a:pt x="3464455" y="1598241"/>
                  </a:lnTo>
                  <a:lnTo>
                    <a:pt x="3464455" y="1597617"/>
                  </a:lnTo>
                  <a:lnTo>
                    <a:pt x="3464564" y="1597617"/>
                  </a:lnTo>
                  <a:lnTo>
                    <a:pt x="3464672" y="1597617"/>
                  </a:lnTo>
                  <a:lnTo>
                    <a:pt x="3464672" y="1596994"/>
                  </a:lnTo>
                  <a:lnTo>
                    <a:pt x="3464781" y="1596994"/>
                  </a:lnTo>
                  <a:lnTo>
                    <a:pt x="3464781" y="1596370"/>
                  </a:lnTo>
                  <a:lnTo>
                    <a:pt x="3464889" y="1596370"/>
                  </a:lnTo>
                  <a:lnTo>
                    <a:pt x="3464997" y="1596370"/>
                  </a:lnTo>
                  <a:lnTo>
                    <a:pt x="3465106" y="1596370"/>
                  </a:lnTo>
                  <a:lnTo>
                    <a:pt x="3465214" y="1596370"/>
                  </a:lnTo>
                  <a:lnTo>
                    <a:pt x="3465323" y="1596370"/>
                  </a:lnTo>
                  <a:lnTo>
                    <a:pt x="3465431" y="1596370"/>
                  </a:lnTo>
                  <a:lnTo>
                    <a:pt x="3465540" y="1596370"/>
                  </a:lnTo>
                  <a:lnTo>
                    <a:pt x="3465648" y="1596370"/>
                  </a:lnTo>
                  <a:lnTo>
                    <a:pt x="3465757" y="1596370"/>
                  </a:lnTo>
                  <a:lnTo>
                    <a:pt x="3465865" y="1596370"/>
                  </a:lnTo>
                  <a:lnTo>
                    <a:pt x="3465973" y="1596370"/>
                  </a:lnTo>
                  <a:lnTo>
                    <a:pt x="3465973" y="1595747"/>
                  </a:lnTo>
                  <a:lnTo>
                    <a:pt x="3466082" y="1595747"/>
                  </a:lnTo>
                  <a:lnTo>
                    <a:pt x="3466190" y="1595747"/>
                  </a:lnTo>
                  <a:lnTo>
                    <a:pt x="3466299" y="1595747"/>
                  </a:lnTo>
                  <a:lnTo>
                    <a:pt x="3466407" y="1595747"/>
                  </a:lnTo>
                  <a:lnTo>
                    <a:pt x="3466516" y="1595747"/>
                  </a:lnTo>
                  <a:lnTo>
                    <a:pt x="3466624" y="1595747"/>
                  </a:lnTo>
                  <a:lnTo>
                    <a:pt x="3466733" y="1595747"/>
                  </a:lnTo>
                  <a:lnTo>
                    <a:pt x="3466841" y="1595747"/>
                  </a:lnTo>
                  <a:lnTo>
                    <a:pt x="3466949" y="1595747"/>
                  </a:lnTo>
                  <a:lnTo>
                    <a:pt x="3467058" y="1595747"/>
                  </a:lnTo>
                  <a:lnTo>
                    <a:pt x="3467166" y="1595747"/>
                  </a:lnTo>
                  <a:lnTo>
                    <a:pt x="3467275" y="1595747"/>
                  </a:lnTo>
                  <a:lnTo>
                    <a:pt x="3467383" y="1595747"/>
                  </a:lnTo>
                  <a:lnTo>
                    <a:pt x="3467492" y="1595747"/>
                  </a:lnTo>
                  <a:lnTo>
                    <a:pt x="3467492" y="1595123"/>
                  </a:lnTo>
                  <a:lnTo>
                    <a:pt x="3467600" y="1595123"/>
                  </a:lnTo>
                  <a:lnTo>
                    <a:pt x="3467709" y="1595123"/>
                  </a:lnTo>
                  <a:lnTo>
                    <a:pt x="3467817" y="1595123"/>
                  </a:lnTo>
                  <a:lnTo>
                    <a:pt x="3467925" y="1595123"/>
                  </a:lnTo>
                  <a:lnTo>
                    <a:pt x="3467925" y="1594499"/>
                  </a:lnTo>
                  <a:lnTo>
                    <a:pt x="3468034" y="1594499"/>
                  </a:lnTo>
                  <a:lnTo>
                    <a:pt x="3468142" y="1594499"/>
                  </a:lnTo>
                  <a:lnTo>
                    <a:pt x="3468251" y="1594499"/>
                  </a:lnTo>
                  <a:lnTo>
                    <a:pt x="3468359" y="1594499"/>
                  </a:lnTo>
                  <a:lnTo>
                    <a:pt x="3468468" y="1594499"/>
                  </a:lnTo>
                  <a:lnTo>
                    <a:pt x="3468576" y="1594499"/>
                  </a:lnTo>
                  <a:lnTo>
                    <a:pt x="3468685" y="1594499"/>
                  </a:lnTo>
                  <a:lnTo>
                    <a:pt x="3468685" y="1593876"/>
                  </a:lnTo>
                  <a:lnTo>
                    <a:pt x="3468793" y="1593876"/>
                  </a:lnTo>
                  <a:lnTo>
                    <a:pt x="3468901" y="1593876"/>
                  </a:lnTo>
                  <a:lnTo>
                    <a:pt x="3469010" y="1593876"/>
                  </a:lnTo>
                  <a:lnTo>
                    <a:pt x="3469118" y="1593876"/>
                  </a:lnTo>
                  <a:lnTo>
                    <a:pt x="3469227" y="1593876"/>
                  </a:lnTo>
                  <a:lnTo>
                    <a:pt x="3469335" y="1593876"/>
                  </a:lnTo>
                  <a:lnTo>
                    <a:pt x="3469444" y="1593876"/>
                  </a:lnTo>
                  <a:lnTo>
                    <a:pt x="3469552" y="1593876"/>
                  </a:lnTo>
                  <a:lnTo>
                    <a:pt x="3469661" y="1593876"/>
                  </a:lnTo>
                  <a:lnTo>
                    <a:pt x="3469769" y="1593876"/>
                  </a:lnTo>
                  <a:lnTo>
                    <a:pt x="3469878" y="1593876"/>
                  </a:lnTo>
                  <a:lnTo>
                    <a:pt x="3469986" y="1593876"/>
                  </a:lnTo>
                  <a:lnTo>
                    <a:pt x="3469986" y="1593252"/>
                  </a:lnTo>
                  <a:lnTo>
                    <a:pt x="3470094" y="1593252"/>
                  </a:lnTo>
                  <a:lnTo>
                    <a:pt x="3470203" y="1593252"/>
                  </a:lnTo>
                  <a:lnTo>
                    <a:pt x="3470311" y="1593252"/>
                  </a:lnTo>
                  <a:lnTo>
                    <a:pt x="3470420" y="1593252"/>
                  </a:lnTo>
                  <a:lnTo>
                    <a:pt x="3470528" y="1593252"/>
                  </a:lnTo>
                  <a:lnTo>
                    <a:pt x="3470637" y="1593252"/>
                  </a:lnTo>
                  <a:lnTo>
                    <a:pt x="3470745" y="1593252"/>
                  </a:lnTo>
                  <a:lnTo>
                    <a:pt x="3470854" y="1593252"/>
                  </a:lnTo>
                  <a:lnTo>
                    <a:pt x="3470962" y="1593252"/>
                  </a:lnTo>
                  <a:lnTo>
                    <a:pt x="3471070" y="1593252"/>
                  </a:lnTo>
                  <a:lnTo>
                    <a:pt x="3471179" y="1593252"/>
                  </a:lnTo>
                  <a:lnTo>
                    <a:pt x="3471287" y="1593252"/>
                  </a:lnTo>
                  <a:lnTo>
                    <a:pt x="3471396" y="1593252"/>
                  </a:lnTo>
                  <a:lnTo>
                    <a:pt x="3471504" y="1593252"/>
                  </a:lnTo>
                  <a:lnTo>
                    <a:pt x="3471504" y="1592629"/>
                  </a:lnTo>
                  <a:lnTo>
                    <a:pt x="3471613" y="1592629"/>
                  </a:lnTo>
                  <a:lnTo>
                    <a:pt x="3471721" y="1592629"/>
                  </a:lnTo>
                  <a:lnTo>
                    <a:pt x="3471830" y="1592629"/>
                  </a:lnTo>
                  <a:lnTo>
                    <a:pt x="3471938" y="1592629"/>
                  </a:lnTo>
                  <a:lnTo>
                    <a:pt x="3472046" y="1592629"/>
                  </a:lnTo>
                  <a:lnTo>
                    <a:pt x="3472155" y="1592629"/>
                  </a:lnTo>
                  <a:lnTo>
                    <a:pt x="3472263" y="1592629"/>
                  </a:lnTo>
                  <a:lnTo>
                    <a:pt x="3472372" y="1592629"/>
                  </a:lnTo>
                  <a:lnTo>
                    <a:pt x="3472480" y="1592629"/>
                  </a:lnTo>
                  <a:lnTo>
                    <a:pt x="3472589" y="1592629"/>
                  </a:lnTo>
                  <a:lnTo>
                    <a:pt x="3472697" y="1592629"/>
                  </a:lnTo>
                  <a:lnTo>
                    <a:pt x="3472806" y="1592629"/>
                  </a:lnTo>
                  <a:lnTo>
                    <a:pt x="3472914" y="1592629"/>
                  </a:lnTo>
                  <a:lnTo>
                    <a:pt x="3473022" y="1592629"/>
                  </a:lnTo>
                  <a:lnTo>
                    <a:pt x="3473131" y="1592629"/>
                  </a:lnTo>
                  <a:lnTo>
                    <a:pt x="3473239" y="1592629"/>
                  </a:lnTo>
                  <a:lnTo>
                    <a:pt x="3473348" y="1592629"/>
                  </a:lnTo>
                  <a:lnTo>
                    <a:pt x="3473456" y="1592629"/>
                  </a:lnTo>
                  <a:lnTo>
                    <a:pt x="3473565" y="1592629"/>
                  </a:lnTo>
                  <a:lnTo>
                    <a:pt x="3473673" y="1592629"/>
                  </a:lnTo>
                  <a:lnTo>
                    <a:pt x="3473782" y="1592629"/>
                  </a:lnTo>
                  <a:lnTo>
                    <a:pt x="3473890" y="1592629"/>
                  </a:lnTo>
                  <a:lnTo>
                    <a:pt x="3473999" y="1592629"/>
                  </a:lnTo>
                  <a:lnTo>
                    <a:pt x="3474107" y="1592629"/>
                  </a:lnTo>
                  <a:lnTo>
                    <a:pt x="3474215" y="1592629"/>
                  </a:lnTo>
                  <a:lnTo>
                    <a:pt x="3474324" y="1592629"/>
                  </a:lnTo>
                  <a:lnTo>
                    <a:pt x="3474324" y="1592005"/>
                  </a:lnTo>
                  <a:lnTo>
                    <a:pt x="3474432" y="1592005"/>
                  </a:lnTo>
                  <a:lnTo>
                    <a:pt x="3474541" y="1592005"/>
                  </a:lnTo>
                  <a:lnTo>
                    <a:pt x="3474649" y="1592005"/>
                  </a:lnTo>
                  <a:lnTo>
                    <a:pt x="3474758" y="1592005"/>
                  </a:lnTo>
                  <a:lnTo>
                    <a:pt x="3474866" y="1592005"/>
                  </a:lnTo>
                  <a:lnTo>
                    <a:pt x="3474866" y="1591382"/>
                  </a:lnTo>
                  <a:lnTo>
                    <a:pt x="3474975" y="1591382"/>
                  </a:lnTo>
                  <a:lnTo>
                    <a:pt x="3475083" y="1591382"/>
                  </a:lnTo>
                  <a:lnTo>
                    <a:pt x="3475191" y="1591382"/>
                  </a:lnTo>
                  <a:lnTo>
                    <a:pt x="3475300" y="1591382"/>
                  </a:lnTo>
                  <a:lnTo>
                    <a:pt x="3475300" y="1590758"/>
                  </a:lnTo>
                  <a:lnTo>
                    <a:pt x="3475408" y="1590758"/>
                  </a:lnTo>
                  <a:lnTo>
                    <a:pt x="3475517" y="1590758"/>
                  </a:lnTo>
                  <a:lnTo>
                    <a:pt x="3475517" y="1590134"/>
                  </a:lnTo>
                  <a:lnTo>
                    <a:pt x="3475625" y="1590134"/>
                  </a:lnTo>
                  <a:lnTo>
                    <a:pt x="3475734" y="1590134"/>
                  </a:lnTo>
                  <a:lnTo>
                    <a:pt x="3475842" y="1590134"/>
                  </a:lnTo>
                  <a:lnTo>
                    <a:pt x="3475951" y="1590134"/>
                  </a:lnTo>
                  <a:lnTo>
                    <a:pt x="3476059" y="1590134"/>
                  </a:lnTo>
                  <a:lnTo>
                    <a:pt x="3476167" y="1590134"/>
                  </a:lnTo>
                  <a:lnTo>
                    <a:pt x="3476276" y="1590134"/>
                  </a:lnTo>
                  <a:lnTo>
                    <a:pt x="3476384" y="1590134"/>
                  </a:lnTo>
                  <a:lnTo>
                    <a:pt x="3476493" y="1590134"/>
                  </a:lnTo>
                  <a:lnTo>
                    <a:pt x="3476601" y="1590134"/>
                  </a:lnTo>
                  <a:lnTo>
                    <a:pt x="3476710" y="1590134"/>
                  </a:lnTo>
                  <a:lnTo>
                    <a:pt x="3476818" y="1590134"/>
                  </a:lnTo>
                  <a:lnTo>
                    <a:pt x="3476927" y="1590134"/>
                  </a:lnTo>
                  <a:lnTo>
                    <a:pt x="3477035" y="1590134"/>
                  </a:lnTo>
                  <a:lnTo>
                    <a:pt x="3477143" y="1590134"/>
                  </a:lnTo>
                  <a:lnTo>
                    <a:pt x="3477143" y="1589511"/>
                  </a:lnTo>
                  <a:lnTo>
                    <a:pt x="3477252" y="1589511"/>
                  </a:lnTo>
                  <a:lnTo>
                    <a:pt x="3477360" y="1589511"/>
                  </a:lnTo>
                  <a:lnTo>
                    <a:pt x="3477469" y="1589511"/>
                  </a:lnTo>
                  <a:lnTo>
                    <a:pt x="3477469" y="1588887"/>
                  </a:lnTo>
                  <a:lnTo>
                    <a:pt x="3477577" y="1588887"/>
                  </a:lnTo>
                  <a:lnTo>
                    <a:pt x="3477577" y="1588264"/>
                  </a:lnTo>
                  <a:lnTo>
                    <a:pt x="3477686" y="1588264"/>
                  </a:lnTo>
                  <a:lnTo>
                    <a:pt x="3477794" y="1588264"/>
                  </a:lnTo>
                  <a:lnTo>
                    <a:pt x="3477903" y="1588264"/>
                  </a:lnTo>
                  <a:lnTo>
                    <a:pt x="3478011" y="1588264"/>
                  </a:lnTo>
                  <a:lnTo>
                    <a:pt x="3478120" y="1588264"/>
                  </a:lnTo>
                  <a:lnTo>
                    <a:pt x="3478228" y="1588264"/>
                  </a:lnTo>
                  <a:lnTo>
                    <a:pt x="3478336" y="1588264"/>
                  </a:lnTo>
                  <a:lnTo>
                    <a:pt x="3478445" y="1588264"/>
                  </a:lnTo>
                  <a:lnTo>
                    <a:pt x="3478553" y="1588264"/>
                  </a:lnTo>
                  <a:lnTo>
                    <a:pt x="3478553" y="1587640"/>
                  </a:lnTo>
                  <a:lnTo>
                    <a:pt x="3478553" y="1587017"/>
                  </a:lnTo>
                  <a:lnTo>
                    <a:pt x="3478662" y="1587017"/>
                  </a:lnTo>
                  <a:lnTo>
                    <a:pt x="3478662" y="1586393"/>
                  </a:lnTo>
                  <a:lnTo>
                    <a:pt x="3478770" y="1586393"/>
                  </a:lnTo>
                  <a:lnTo>
                    <a:pt x="3478879" y="1586393"/>
                  </a:lnTo>
                  <a:lnTo>
                    <a:pt x="3478987" y="1586393"/>
                  </a:lnTo>
                  <a:lnTo>
                    <a:pt x="3479096" y="1586393"/>
                  </a:lnTo>
                  <a:lnTo>
                    <a:pt x="3479204" y="1586393"/>
                  </a:lnTo>
                  <a:lnTo>
                    <a:pt x="3479204" y="1585769"/>
                  </a:lnTo>
                  <a:lnTo>
                    <a:pt x="3479312" y="1585769"/>
                  </a:lnTo>
                  <a:lnTo>
                    <a:pt x="3479421" y="1585769"/>
                  </a:lnTo>
                  <a:lnTo>
                    <a:pt x="3479529" y="1585769"/>
                  </a:lnTo>
                  <a:lnTo>
                    <a:pt x="3479638" y="1585769"/>
                  </a:lnTo>
                  <a:lnTo>
                    <a:pt x="3479746" y="1585769"/>
                  </a:lnTo>
                  <a:lnTo>
                    <a:pt x="3479855" y="1585769"/>
                  </a:lnTo>
                  <a:lnTo>
                    <a:pt x="3479963" y="1585769"/>
                  </a:lnTo>
                  <a:lnTo>
                    <a:pt x="3480072" y="1585769"/>
                  </a:lnTo>
                  <a:lnTo>
                    <a:pt x="3480180" y="1585769"/>
                  </a:lnTo>
                  <a:lnTo>
                    <a:pt x="3480288" y="1585769"/>
                  </a:lnTo>
                  <a:lnTo>
                    <a:pt x="3480397" y="1585769"/>
                  </a:lnTo>
                  <a:lnTo>
                    <a:pt x="3480397" y="1585146"/>
                  </a:lnTo>
                  <a:lnTo>
                    <a:pt x="3480505" y="1585146"/>
                  </a:lnTo>
                  <a:lnTo>
                    <a:pt x="3480614" y="1585146"/>
                  </a:lnTo>
                  <a:lnTo>
                    <a:pt x="3480722" y="1585146"/>
                  </a:lnTo>
                  <a:lnTo>
                    <a:pt x="3480831" y="1585146"/>
                  </a:lnTo>
                  <a:lnTo>
                    <a:pt x="3480939" y="1585146"/>
                  </a:lnTo>
                  <a:lnTo>
                    <a:pt x="3481048" y="1585146"/>
                  </a:lnTo>
                  <a:lnTo>
                    <a:pt x="3481156" y="1585146"/>
                  </a:lnTo>
                  <a:lnTo>
                    <a:pt x="3481264" y="1585146"/>
                  </a:lnTo>
                  <a:lnTo>
                    <a:pt x="3481373" y="1585146"/>
                  </a:lnTo>
                  <a:lnTo>
                    <a:pt x="3481481" y="1585146"/>
                  </a:lnTo>
                  <a:lnTo>
                    <a:pt x="3481590" y="1585146"/>
                  </a:lnTo>
                  <a:lnTo>
                    <a:pt x="3481698" y="1585146"/>
                  </a:lnTo>
                  <a:lnTo>
                    <a:pt x="3481807" y="1585146"/>
                  </a:lnTo>
                  <a:lnTo>
                    <a:pt x="3481915" y="1585146"/>
                  </a:lnTo>
                  <a:lnTo>
                    <a:pt x="3482024" y="1585146"/>
                  </a:lnTo>
                  <a:lnTo>
                    <a:pt x="3482132" y="1585146"/>
                  </a:lnTo>
                  <a:lnTo>
                    <a:pt x="3482132" y="1584522"/>
                  </a:lnTo>
                  <a:lnTo>
                    <a:pt x="3482241" y="1584522"/>
                  </a:lnTo>
                  <a:lnTo>
                    <a:pt x="3482241" y="1583899"/>
                  </a:lnTo>
                  <a:lnTo>
                    <a:pt x="3482349" y="1583899"/>
                  </a:lnTo>
                  <a:lnTo>
                    <a:pt x="3482349" y="1583275"/>
                  </a:lnTo>
                  <a:lnTo>
                    <a:pt x="3482457" y="1583275"/>
                  </a:lnTo>
                  <a:lnTo>
                    <a:pt x="3482566" y="1583275"/>
                  </a:lnTo>
                  <a:lnTo>
                    <a:pt x="3482566" y="1582651"/>
                  </a:lnTo>
                  <a:lnTo>
                    <a:pt x="3482674" y="1582651"/>
                  </a:lnTo>
                  <a:lnTo>
                    <a:pt x="3482783" y="1582651"/>
                  </a:lnTo>
                  <a:lnTo>
                    <a:pt x="3482891" y="1582651"/>
                  </a:lnTo>
                  <a:lnTo>
                    <a:pt x="3483000" y="1582651"/>
                  </a:lnTo>
                  <a:lnTo>
                    <a:pt x="3483108" y="1582651"/>
                  </a:lnTo>
                  <a:lnTo>
                    <a:pt x="3483217" y="1582651"/>
                  </a:lnTo>
                  <a:lnTo>
                    <a:pt x="3483217" y="1582028"/>
                  </a:lnTo>
                  <a:lnTo>
                    <a:pt x="3483325" y="1582028"/>
                  </a:lnTo>
                  <a:lnTo>
                    <a:pt x="3483433" y="1582028"/>
                  </a:lnTo>
                  <a:lnTo>
                    <a:pt x="3483433" y="1581404"/>
                  </a:lnTo>
                  <a:lnTo>
                    <a:pt x="3483542" y="1581404"/>
                  </a:lnTo>
                  <a:lnTo>
                    <a:pt x="3483650" y="1581404"/>
                  </a:lnTo>
                  <a:lnTo>
                    <a:pt x="3483759" y="1581404"/>
                  </a:lnTo>
                  <a:lnTo>
                    <a:pt x="3483867" y="1581404"/>
                  </a:lnTo>
                  <a:lnTo>
                    <a:pt x="3483976" y="1581404"/>
                  </a:lnTo>
                  <a:lnTo>
                    <a:pt x="3484084" y="1581404"/>
                  </a:lnTo>
                  <a:lnTo>
                    <a:pt x="3484193" y="1581404"/>
                  </a:lnTo>
                  <a:lnTo>
                    <a:pt x="3484301" y="1581404"/>
                  </a:lnTo>
                  <a:lnTo>
                    <a:pt x="3484409" y="1581404"/>
                  </a:lnTo>
                  <a:lnTo>
                    <a:pt x="3484518" y="1581404"/>
                  </a:lnTo>
                  <a:lnTo>
                    <a:pt x="3484626" y="1581404"/>
                  </a:lnTo>
                  <a:lnTo>
                    <a:pt x="3484735" y="1581404"/>
                  </a:lnTo>
                  <a:lnTo>
                    <a:pt x="3484843" y="1581404"/>
                  </a:lnTo>
                  <a:lnTo>
                    <a:pt x="3484952" y="1581404"/>
                  </a:lnTo>
                  <a:lnTo>
                    <a:pt x="3485060" y="1581404"/>
                  </a:lnTo>
                  <a:lnTo>
                    <a:pt x="3485169" y="1581404"/>
                  </a:lnTo>
                  <a:lnTo>
                    <a:pt x="3485277" y="1581404"/>
                  </a:lnTo>
                  <a:lnTo>
                    <a:pt x="3485277" y="1580781"/>
                  </a:lnTo>
                  <a:lnTo>
                    <a:pt x="3485385" y="1580781"/>
                  </a:lnTo>
                  <a:lnTo>
                    <a:pt x="3485494" y="1580781"/>
                  </a:lnTo>
                  <a:lnTo>
                    <a:pt x="3485602" y="1580781"/>
                  </a:lnTo>
                  <a:lnTo>
                    <a:pt x="3485711" y="1580781"/>
                  </a:lnTo>
                  <a:lnTo>
                    <a:pt x="3485819" y="1580781"/>
                  </a:lnTo>
                  <a:lnTo>
                    <a:pt x="3485928" y="1580781"/>
                  </a:lnTo>
                  <a:lnTo>
                    <a:pt x="3486036" y="1580781"/>
                  </a:lnTo>
                  <a:lnTo>
                    <a:pt x="3486145" y="1580781"/>
                  </a:lnTo>
                  <a:lnTo>
                    <a:pt x="3486253" y="1580781"/>
                  </a:lnTo>
                  <a:lnTo>
                    <a:pt x="3486362" y="1580781"/>
                  </a:lnTo>
                  <a:lnTo>
                    <a:pt x="3486470" y="1580781"/>
                  </a:lnTo>
                  <a:lnTo>
                    <a:pt x="3486578" y="1580781"/>
                  </a:lnTo>
                  <a:lnTo>
                    <a:pt x="3486687" y="1580781"/>
                  </a:lnTo>
                  <a:lnTo>
                    <a:pt x="3486687" y="1580157"/>
                  </a:lnTo>
                  <a:lnTo>
                    <a:pt x="3486795" y="1580157"/>
                  </a:lnTo>
                  <a:lnTo>
                    <a:pt x="3486904" y="1580157"/>
                  </a:lnTo>
                  <a:lnTo>
                    <a:pt x="3487012" y="1580157"/>
                  </a:lnTo>
                  <a:lnTo>
                    <a:pt x="3487121" y="1580157"/>
                  </a:lnTo>
                  <a:lnTo>
                    <a:pt x="3487121" y="1579534"/>
                  </a:lnTo>
                  <a:lnTo>
                    <a:pt x="3487121" y="1578910"/>
                  </a:lnTo>
                  <a:lnTo>
                    <a:pt x="3487229" y="1578910"/>
                  </a:lnTo>
                  <a:lnTo>
                    <a:pt x="3487338" y="1578910"/>
                  </a:lnTo>
                  <a:lnTo>
                    <a:pt x="3487338" y="1578286"/>
                  </a:lnTo>
                  <a:lnTo>
                    <a:pt x="3487446" y="1578286"/>
                  </a:lnTo>
                  <a:lnTo>
                    <a:pt x="3487554" y="1578286"/>
                  </a:lnTo>
                  <a:lnTo>
                    <a:pt x="3487554" y="1577663"/>
                  </a:lnTo>
                  <a:lnTo>
                    <a:pt x="3487663" y="1577663"/>
                  </a:lnTo>
                  <a:lnTo>
                    <a:pt x="3487771" y="1577663"/>
                  </a:lnTo>
                  <a:lnTo>
                    <a:pt x="3487880" y="1577663"/>
                  </a:lnTo>
                  <a:lnTo>
                    <a:pt x="3487880" y="1577039"/>
                  </a:lnTo>
                  <a:lnTo>
                    <a:pt x="3487988" y="1577039"/>
                  </a:lnTo>
                  <a:lnTo>
                    <a:pt x="3488097" y="1577039"/>
                  </a:lnTo>
                  <a:lnTo>
                    <a:pt x="3488205" y="1577039"/>
                  </a:lnTo>
                  <a:lnTo>
                    <a:pt x="3488314" y="1577039"/>
                  </a:lnTo>
                  <a:lnTo>
                    <a:pt x="3488422" y="1577039"/>
                  </a:lnTo>
                  <a:lnTo>
                    <a:pt x="3488530" y="1577039"/>
                  </a:lnTo>
                  <a:lnTo>
                    <a:pt x="3488530" y="1576416"/>
                  </a:lnTo>
                  <a:lnTo>
                    <a:pt x="3488639" y="1576416"/>
                  </a:lnTo>
                  <a:lnTo>
                    <a:pt x="3488747" y="1576416"/>
                  </a:lnTo>
                  <a:lnTo>
                    <a:pt x="3488856" y="1576416"/>
                  </a:lnTo>
                  <a:lnTo>
                    <a:pt x="3488964" y="1576416"/>
                  </a:lnTo>
                  <a:lnTo>
                    <a:pt x="3489073" y="1576416"/>
                  </a:lnTo>
                  <a:lnTo>
                    <a:pt x="3489073" y="1575792"/>
                  </a:lnTo>
                  <a:lnTo>
                    <a:pt x="3489181" y="1575792"/>
                  </a:lnTo>
                  <a:lnTo>
                    <a:pt x="3489181" y="1575168"/>
                  </a:lnTo>
                  <a:lnTo>
                    <a:pt x="3489290" y="1575168"/>
                  </a:lnTo>
                  <a:lnTo>
                    <a:pt x="3489398" y="1575168"/>
                  </a:lnTo>
                  <a:lnTo>
                    <a:pt x="3489506" y="1575168"/>
                  </a:lnTo>
                  <a:lnTo>
                    <a:pt x="3489615" y="1575168"/>
                  </a:lnTo>
                  <a:lnTo>
                    <a:pt x="3489723" y="1575168"/>
                  </a:lnTo>
                  <a:lnTo>
                    <a:pt x="3489832" y="1575168"/>
                  </a:lnTo>
                  <a:lnTo>
                    <a:pt x="3489940" y="1575168"/>
                  </a:lnTo>
                  <a:lnTo>
                    <a:pt x="3490049" y="1575168"/>
                  </a:lnTo>
                  <a:lnTo>
                    <a:pt x="3490157" y="1575168"/>
                  </a:lnTo>
                  <a:lnTo>
                    <a:pt x="3490266" y="1575168"/>
                  </a:lnTo>
                  <a:lnTo>
                    <a:pt x="3490374" y="1575168"/>
                  </a:lnTo>
                  <a:lnTo>
                    <a:pt x="3490482" y="1575168"/>
                  </a:lnTo>
                  <a:lnTo>
                    <a:pt x="3490591" y="1575168"/>
                  </a:lnTo>
                  <a:lnTo>
                    <a:pt x="3490699" y="1575168"/>
                  </a:lnTo>
                  <a:lnTo>
                    <a:pt x="3490808" y="1575168"/>
                  </a:lnTo>
                  <a:lnTo>
                    <a:pt x="3490808" y="1574545"/>
                  </a:lnTo>
                  <a:lnTo>
                    <a:pt x="3490916" y="1574545"/>
                  </a:lnTo>
                  <a:lnTo>
                    <a:pt x="3491025" y="1574545"/>
                  </a:lnTo>
                  <a:lnTo>
                    <a:pt x="3491133" y="1574545"/>
                  </a:lnTo>
                  <a:lnTo>
                    <a:pt x="3491242" y="1574545"/>
                  </a:lnTo>
                  <a:lnTo>
                    <a:pt x="3491350" y="1574545"/>
                  </a:lnTo>
                  <a:lnTo>
                    <a:pt x="3491459" y="1574545"/>
                  </a:lnTo>
                  <a:lnTo>
                    <a:pt x="3491567" y="1574545"/>
                  </a:lnTo>
                  <a:lnTo>
                    <a:pt x="3491675" y="1574545"/>
                  </a:lnTo>
                  <a:lnTo>
                    <a:pt x="3491784" y="1574545"/>
                  </a:lnTo>
                  <a:lnTo>
                    <a:pt x="3491892" y="1574545"/>
                  </a:lnTo>
                  <a:lnTo>
                    <a:pt x="3492001" y="1574545"/>
                  </a:lnTo>
                  <a:lnTo>
                    <a:pt x="3492109" y="1574545"/>
                  </a:lnTo>
                  <a:lnTo>
                    <a:pt x="3492218" y="1574545"/>
                  </a:lnTo>
                  <a:lnTo>
                    <a:pt x="3492326" y="1574545"/>
                  </a:lnTo>
                  <a:lnTo>
                    <a:pt x="3492435" y="1574545"/>
                  </a:lnTo>
                  <a:lnTo>
                    <a:pt x="3492543" y="1574545"/>
                  </a:lnTo>
                  <a:lnTo>
                    <a:pt x="3492651" y="1574545"/>
                  </a:lnTo>
                  <a:lnTo>
                    <a:pt x="3492760" y="1574545"/>
                  </a:lnTo>
                  <a:lnTo>
                    <a:pt x="3492868" y="1574545"/>
                  </a:lnTo>
                  <a:lnTo>
                    <a:pt x="3492977" y="1574545"/>
                  </a:lnTo>
                  <a:lnTo>
                    <a:pt x="3493085" y="1574545"/>
                  </a:lnTo>
                  <a:lnTo>
                    <a:pt x="3493194" y="1574545"/>
                  </a:lnTo>
                  <a:lnTo>
                    <a:pt x="3493302" y="1574545"/>
                  </a:lnTo>
                  <a:lnTo>
                    <a:pt x="3493411" y="1574545"/>
                  </a:lnTo>
                  <a:lnTo>
                    <a:pt x="3493411" y="1573921"/>
                  </a:lnTo>
                  <a:lnTo>
                    <a:pt x="3493411" y="1573298"/>
                  </a:lnTo>
                  <a:lnTo>
                    <a:pt x="3493411" y="1572674"/>
                  </a:lnTo>
                  <a:lnTo>
                    <a:pt x="3493519" y="1572674"/>
                  </a:lnTo>
                  <a:lnTo>
                    <a:pt x="3493627" y="1572674"/>
                  </a:lnTo>
                  <a:lnTo>
                    <a:pt x="3493736" y="1572674"/>
                  </a:lnTo>
                  <a:lnTo>
                    <a:pt x="3493844" y="1572674"/>
                  </a:lnTo>
                  <a:lnTo>
                    <a:pt x="3493953" y="1572674"/>
                  </a:lnTo>
                  <a:lnTo>
                    <a:pt x="3494061" y="1572674"/>
                  </a:lnTo>
                  <a:lnTo>
                    <a:pt x="3494170" y="1572674"/>
                  </a:lnTo>
                  <a:lnTo>
                    <a:pt x="3494278" y="1572674"/>
                  </a:lnTo>
                  <a:lnTo>
                    <a:pt x="3494387" y="1572674"/>
                  </a:lnTo>
                  <a:lnTo>
                    <a:pt x="3494495" y="1572674"/>
                  </a:lnTo>
                  <a:lnTo>
                    <a:pt x="3494603" y="1572674"/>
                  </a:lnTo>
                  <a:lnTo>
                    <a:pt x="3494712" y="1572674"/>
                  </a:lnTo>
                  <a:lnTo>
                    <a:pt x="3494820" y="1572674"/>
                  </a:lnTo>
                  <a:lnTo>
                    <a:pt x="3494929" y="1572674"/>
                  </a:lnTo>
                  <a:lnTo>
                    <a:pt x="3495037" y="1572674"/>
                  </a:lnTo>
                  <a:lnTo>
                    <a:pt x="3495146" y="1572674"/>
                  </a:lnTo>
                  <a:lnTo>
                    <a:pt x="3495254" y="1572674"/>
                  </a:lnTo>
                  <a:lnTo>
                    <a:pt x="3495254" y="1572051"/>
                  </a:lnTo>
                  <a:lnTo>
                    <a:pt x="3495363" y="1572051"/>
                  </a:lnTo>
                  <a:lnTo>
                    <a:pt x="3495363" y="1571427"/>
                  </a:lnTo>
                  <a:lnTo>
                    <a:pt x="3495471" y="1571427"/>
                  </a:lnTo>
                  <a:lnTo>
                    <a:pt x="3495471" y="1570803"/>
                  </a:lnTo>
                  <a:lnTo>
                    <a:pt x="3495580" y="1570803"/>
                  </a:lnTo>
                  <a:lnTo>
                    <a:pt x="3495688" y="1570803"/>
                  </a:lnTo>
                  <a:lnTo>
                    <a:pt x="3495796" y="1570803"/>
                  </a:lnTo>
                  <a:lnTo>
                    <a:pt x="3495905" y="1570803"/>
                  </a:lnTo>
                  <a:lnTo>
                    <a:pt x="3496013" y="1570803"/>
                  </a:lnTo>
                  <a:lnTo>
                    <a:pt x="3496122" y="1570803"/>
                  </a:lnTo>
                  <a:lnTo>
                    <a:pt x="3496230" y="1570803"/>
                  </a:lnTo>
                  <a:lnTo>
                    <a:pt x="3496339" y="1570803"/>
                  </a:lnTo>
                  <a:lnTo>
                    <a:pt x="3496447" y="1570803"/>
                  </a:lnTo>
                  <a:lnTo>
                    <a:pt x="3496556" y="1570803"/>
                  </a:lnTo>
                  <a:lnTo>
                    <a:pt x="3496664" y="1570803"/>
                  </a:lnTo>
                  <a:lnTo>
                    <a:pt x="3496772" y="1570803"/>
                  </a:lnTo>
                  <a:lnTo>
                    <a:pt x="3496881" y="1570803"/>
                  </a:lnTo>
                  <a:lnTo>
                    <a:pt x="3496989" y="1570803"/>
                  </a:lnTo>
                  <a:lnTo>
                    <a:pt x="3496989" y="1570180"/>
                  </a:lnTo>
                  <a:lnTo>
                    <a:pt x="3497098" y="1570180"/>
                  </a:lnTo>
                  <a:lnTo>
                    <a:pt x="3497206" y="1570180"/>
                  </a:lnTo>
                  <a:lnTo>
                    <a:pt x="3497315" y="1570180"/>
                  </a:lnTo>
                  <a:lnTo>
                    <a:pt x="3497423" y="1570180"/>
                  </a:lnTo>
                  <a:lnTo>
                    <a:pt x="3497423" y="1569556"/>
                  </a:lnTo>
                  <a:lnTo>
                    <a:pt x="3497532" y="1569556"/>
                  </a:lnTo>
                  <a:lnTo>
                    <a:pt x="3497640" y="1569556"/>
                  </a:lnTo>
                  <a:lnTo>
                    <a:pt x="3497748" y="1569556"/>
                  </a:lnTo>
                  <a:lnTo>
                    <a:pt x="3497857" y="1569556"/>
                  </a:lnTo>
                  <a:lnTo>
                    <a:pt x="3497965" y="1569556"/>
                  </a:lnTo>
                  <a:lnTo>
                    <a:pt x="3498074" y="1569556"/>
                  </a:lnTo>
                  <a:lnTo>
                    <a:pt x="3498182" y="1569556"/>
                  </a:lnTo>
                  <a:lnTo>
                    <a:pt x="3498291" y="1569556"/>
                  </a:lnTo>
                  <a:lnTo>
                    <a:pt x="3498291" y="1568933"/>
                  </a:lnTo>
                  <a:lnTo>
                    <a:pt x="3498399" y="1568933"/>
                  </a:lnTo>
                  <a:lnTo>
                    <a:pt x="3498508" y="1568933"/>
                  </a:lnTo>
                  <a:lnTo>
                    <a:pt x="3498616" y="1568933"/>
                  </a:lnTo>
                  <a:lnTo>
                    <a:pt x="3498724" y="1568933"/>
                  </a:lnTo>
                  <a:lnTo>
                    <a:pt x="3498833" y="1568933"/>
                  </a:lnTo>
                  <a:lnTo>
                    <a:pt x="3498941" y="1568933"/>
                  </a:lnTo>
                  <a:lnTo>
                    <a:pt x="3499050" y="1568933"/>
                  </a:lnTo>
                  <a:lnTo>
                    <a:pt x="3499158" y="1568933"/>
                  </a:lnTo>
                  <a:lnTo>
                    <a:pt x="3499267" y="1568933"/>
                  </a:lnTo>
                  <a:lnTo>
                    <a:pt x="3499375" y="1568933"/>
                  </a:lnTo>
                  <a:lnTo>
                    <a:pt x="3499484" y="1568933"/>
                  </a:lnTo>
                  <a:lnTo>
                    <a:pt x="3499592" y="1568933"/>
                  </a:lnTo>
                  <a:lnTo>
                    <a:pt x="3499701" y="1568933"/>
                  </a:lnTo>
                  <a:lnTo>
                    <a:pt x="3499809" y="1568933"/>
                  </a:lnTo>
                  <a:lnTo>
                    <a:pt x="3499917" y="1568933"/>
                  </a:lnTo>
                  <a:lnTo>
                    <a:pt x="3500026" y="1568933"/>
                  </a:lnTo>
                  <a:lnTo>
                    <a:pt x="3500026" y="1568309"/>
                  </a:lnTo>
                  <a:lnTo>
                    <a:pt x="3500134" y="1568309"/>
                  </a:lnTo>
                  <a:lnTo>
                    <a:pt x="3500134" y="1567685"/>
                  </a:lnTo>
                  <a:lnTo>
                    <a:pt x="3500243" y="1567685"/>
                  </a:lnTo>
                  <a:lnTo>
                    <a:pt x="3500351" y="1567685"/>
                  </a:lnTo>
                  <a:lnTo>
                    <a:pt x="3500460" y="1567685"/>
                  </a:lnTo>
                  <a:lnTo>
                    <a:pt x="3500568" y="1567685"/>
                  </a:lnTo>
                  <a:lnTo>
                    <a:pt x="3500677" y="1567685"/>
                  </a:lnTo>
                  <a:lnTo>
                    <a:pt x="3500785" y="1567685"/>
                  </a:lnTo>
                  <a:lnTo>
                    <a:pt x="3500893" y="1567685"/>
                  </a:lnTo>
                  <a:lnTo>
                    <a:pt x="3501002" y="1567685"/>
                  </a:lnTo>
                  <a:lnTo>
                    <a:pt x="3501002" y="1567062"/>
                  </a:lnTo>
                  <a:lnTo>
                    <a:pt x="3501110" y="1567062"/>
                  </a:lnTo>
                  <a:lnTo>
                    <a:pt x="3501219" y="1567062"/>
                  </a:lnTo>
                  <a:lnTo>
                    <a:pt x="3501327" y="1567062"/>
                  </a:lnTo>
                  <a:lnTo>
                    <a:pt x="3501436" y="1567062"/>
                  </a:lnTo>
                  <a:lnTo>
                    <a:pt x="3501544" y="1567062"/>
                  </a:lnTo>
                  <a:lnTo>
                    <a:pt x="3501544" y="1566438"/>
                  </a:lnTo>
                  <a:lnTo>
                    <a:pt x="3501653" y="1566438"/>
                  </a:lnTo>
                  <a:lnTo>
                    <a:pt x="3501761" y="1566438"/>
                  </a:lnTo>
                  <a:lnTo>
                    <a:pt x="3501869" y="1566438"/>
                  </a:lnTo>
                  <a:lnTo>
                    <a:pt x="3501978" y="1566438"/>
                  </a:lnTo>
                  <a:lnTo>
                    <a:pt x="3502086" y="1566438"/>
                  </a:lnTo>
                  <a:lnTo>
                    <a:pt x="3502195" y="1566438"/>
                  </a:lnTo>
                  <a:lnTo>
                    <a:pt x="3502303" y="1566438"/>
                  </a:lnTo>
                  <a:lnTo>
                    <a:pt x="3502412" y="1566438"/>
                  </a:lnTo>
                  <a:lnTo>
                    <a:pt x="3502520" y="1566438"/>
                  </a:lnTo>
                  <a:lnTo>
                    <a:pt x="3502629" y="1566438"/>
                  </a:lnTo>
                  <a:lnTo>
                    <a:pt x="3502737" y="1566438"/>
                  </a:lnTo>
                  <a:lnTo>
                    <a:pt x="3502845" y="1566438"/>
                  </a:lnTo>
                  <a:lnTo>
                    <a:pt x="3502954" y="1566438"/>
                  </a:lnTo>
                  <a:lnTo>
                    <a:pt x="3502954" y="1565815"/>
                  </a:lnTo>
                  <a:lnTo>
                    <a:pt x="3503062" y="1565815"/>
                  </a:lnTo>
                  <a:lnTo>
                    <a:pt x="3503171" y="1565815"/>
                  </a:lnTo>
                  <a:lnTo>
                    <a:pt x="3503171" y="1565191"/>
                  </a:lnTo>
                  <a:lnTo>
                    <a:pt x="3503171" y="1564568"/>
                  </a:lnTo>
                  <a:lnTo>
                    <a:pt x="3503171" y="1563944"/>
                  </a:lnTo>
                  <a:lnTo>
                    <a:pt x="3503279" y="1563944"/>
                  </a:lnTo>
                  <a:lnTo>
                    <a:pt x="3503388" y="1563944"/>
                  </a:lnTo>
                  <a:lnTo>
                    <a:pt x="3503496" y="1563944"/>
                  </a:lnTo>
                  <a:lnTo>
                    <a:pt x="3503605" y="1563944"/>
                  </a:lnTo>
                  <a:lnTo>
                    <a:pt x="3503713" y="1563944"/>
                  </a:lnTo>
                  <a:lnTo>
                    <a:pt x="3503822" y="1563944"/>
                  </a:lnTo>
                  <a:lnTo>
                    <a:pt x="3503930" y="1563944"/>
                  </a:lnTo>
                  <a:lnTo>
                    <a:pt x="3504038" y="1563944"/>
                  </a:lnTo>
                  <a:lnTo>
                    <a:pt x="3504147" y="1563944"/>
                  </a:lnTo>
                  <a:lnTo>
                    <a:pt x="3504147" y="1563320"/>
                  </a:lnTo>
                  <a:lnTo>
                    <a:pt x="3504255" y="1563320"/>
                  </a:lnTo>
                  <a:lnTo>
                    <a:pt x="3504364" y="1563320"/>
                  </a:lnTo>
                  <a:lnTo>
                    <a:pt x="3504472" y="1563320"/>
                  </a:lnTo>
                  <a:lnTo>
                    <a:pt x="3504581" y="1563320"/>
                  </a:lnTo>
                  <a:lnTo>
                    <a:pt x="3504689" y="1563320"/>
                  </a:lnTo>
                  <a:lnTo>
                    <a:pt x="3504798" y="1563320"/>
                  </a:lnTo>
                  <a:lnTo>
                    <a:pt x="3504798" y="1562697"/>
                  </a:lnTo>
                  <a:lnTo>
                    <a:pt x="3504798" y="1562073"/>
                  </a:lnTo>
                  <a:lnTo>
                    <a:pt x="3504906" y="1562073"/>
                  </a:lnTo>
                  <a:lnTo>
                    <a:pt x="3505014" y="1562073"/>
                  </a:lnTo>
                  <a:lnTo>
                    <a:pt x="3505123" y="1562073"/>
                  </a:lnTo>
                  <a:lnTo>
                    <a:pt x="3505231" y="1562073"/>
                  </a:lnTo>
                  <a:lnTo>
                    <a:pt x="3505340" y="1562073"/>
                  </a:lnTo>
                  <a:lnTo>
                    <a:pt x="3505448" y="1562073"/>
                  </a:lnTo>
                  <a:lnTo>
                    <a:pt x="3505557" y="1562073"/>
                  </a:lnTo>
                  <a:lnTo>
                    <a:pt x="3505665" y="1562073"/>
                  </a:lnTo>
                  <a:lnTo>
                    <a:pt x="3505774" y="1562073"/>
                  </a:lnTo>
                  <a:lnTo>
                    <a:pt x="3505882" y="1562073"/>
                  </a:lnTo>
                  <a:lnTo>
                    <a:pt x="3505990" y="1562073"/>
                  </a:lnTo>
                  <a:lnTo>
                    <a:pt x="3506099" y="1562073"/>
                  </a:lnTo>
                  <a:lnTo>
                    <a:pt x="3506207" y="1562073"/>
                  </a:lnTo>
                  <a:lnTo>
                    <a:pt x="3506316" y="1562073"/>
                  </a:lnTo>
                  <a:lnTo>
                    <a:pt x="3506424" y="1562073"/>
                  </a:lnTo>
                  <a:lnTo>
                    <a:pt x="3506533" y="1562073"/>
                  </a:lnTo>
                  <a:lnTo>
                    <a:pt x="3506641" y="1562073"/>
                  </a:lnTo>
                  <a:lnTo>
                    <a:pt x="3506750" y="1562073"/>
                  </a:lnTo>
                  <a:lnTo>
                    <a:pt x="3506858" y="1562073"/>
                  </a:lnTo>
                  <a:lnTo>
                    <a:pt x="3506966" y="1562073"/>
                  </a:lnTo>
                  <a:lnTo>
                    <a:pt x="3507075" y="1562073"/>
                  </a:lnTo>
                  <a:lnTo>
                    <a:pt x="3507183" y="1562073"/>
                  </a:lnTo>
                  <a:lnTo>
                    <a:pt x="3507292" y="1562073"/>
                  </a:lnTo>
                  <a:lnTo>
                    <a:pt x="3507400" y="1562073"/>
                  </a:lnTo>
                  <a:lnTo>
                    <a:pt x="3507400" y="1561450"/>
                  </a:lnTo>
                  <a:lnTo>
                    <a:pt x="3507509" y="1561450"/>
                  </a:lnTo>
                  <a:lnTo>
                    <a:pt x="3507509" y="1560826"/>
                  </a:lnTo>
                  <a:lnTo>
                    <a:pt x="3507617" y="1560826"/>
                  </a:lnTo>
                  <a:lnTo>
                    <a:pt x="3507726" y="1560826"/>
                  </a:lnTo>
                  <a:lnTo>
                    <a:pt x="3507834" y="1560826"/>
                  </a:lnTo>
                  <a:lnTo>
                    <a:pt x="3507943" y="1560826"/>
                  </a:lnTo>
                  <a:lnTo>
                    <a:pt x="3508051" y="1560826"/>
                  </a:lnTo>
                  <a:lnTo>
                    <a:pt x="3508159" y="1560826"/>
                  </a:lnTo>
                  <a:lnTo>
                    <a:pt x="3508268" y="1560826"/>
                  </a:lnTo>
                  <a:lnTo>
                    <a:pt x="3508376" y="1560826"/>
                  </a:lnTo>
                  <a:lnTo>
                    <a:pt x="3508376" y="1560202"/>
                  </a:lnTo>
                  <a:lnTo>
                    <a:pt x="3508485" y="1560202"/>
                  </a:lnTo>
                  <a:lnTo>
                    <a:pt x="3508593" y="1560202"/>
                  </a:lnTo>
                  <a:lnTo>
                    <a:pt x="3508702" y="1560202"/>
                  </a:lnTo>
                  <a:lnTo>
                    <a:pt x="3508810" y="1560202"/>
                  </a:lnTo>
                  <a:lnTo>
                    <a:pt x="3508810" y="1559579"/>
                  </a:lnTo>
                  <a:lnTo>
                    <a:pt x="3508919" y="1559579"/>
                  </a:lnTo>
                  <a:lnTo>
                    <a:pt x="3509027" y="1559579"/>
                  </a:lnTo>
                  <a:lnTo>
                    <a:pt x="3509135" y="1559579"/>
                  </a:lnTo>
                  <a:lnTo>
                    <a:pt x="3509135" y="1558955"/>
                  </a:lnTo>
                  <a:lnTo>
                    <a:pt x="3509244" y="1558955"/>
                  </a:lnTo>
                  <a:lnTo>
                    <a:pt x="3509352" y="1558955"/>
                  </a:lnTo>
                  <a:lnTo>
                    <a:pt x="3509461" y="1558955"/>
                  </a:lnTo>
                  <a:lnTo>
                    <a:pt x="3509569" y="1558955"/>
                  </a:lnTo>
                  <a:lnTo>
                    <a:pt x="3509678" y="1558955"/>
                  </a:lnTo>
                  <a:lnTo>
                    <a:pt x="3509786" y="1558955"/>
                  </a:lnTo>
                  <a:lnTo>
                    <a:pt x="3509895" y="1558955"/>
                  </a:lnTo>
                  <a:lnTo>
                    <a:pt x="3509895" y="1558332"/>
                  </a:lnTo>
                  <a:lnTo>
                    <a:pt x="3510003" y="1558332"/>
                  </a:lnTo>
                  <a:lnTo>
                    <a:pt x="3510111" y="1558332"/>
                  </a:lnTo>
                  <a:lnTo>
                    <a:pt x="3510111" y="1557708"/>
                  </a:lnTo>
                  <a:lnTo>
                    <a:pt x="3510111" y="1557085"/>
                  </a:lnTo>
                  <a:lnTo>
                    <a:pt x="3510220" y="1557085"/>
                  </a:lnTo>
                  <a:lnTo>
                    <a:pt x="3510328" y="1557085"/>
                  </a:lnTo>
                  <a:lnTo>
                    <a:pt x="3510437" y="1557085"/>
                  </a:lnTo>
                  <a:lnTo>
                    <a:pt x="3510545" y="1557085"/>
                  </a:lnTo>
                  <a:lnTo>
                    <a:pt x="3510654" y="1557085"/>
                  </a:lnTo>
                  <a:lnTo>
                    <a:pt x="3510762" y="1557085"/>
                  </a:lnTo>
                  <a:lnTo>
                    <a:pt x="3510871" y="1557085"/>
                  </a:lnTo>
                  <a:lnTo>
                    <a:pt x="3510979" y="1557085"/>
                  </a:lnTo>
                  <a:lnTo>
                    <a:pt x="3511087" y="1557085"/>
                  </a:lnTo>
                  <a:lnTo>
                    <a:pt x="3511196" y="1557085"/>
                  </a:lnTo>
                  <a:lnTo>
                    <a:pt x="3511196" y="1556461"/>
                  </a:lnTo>
                  <a:lnTo>
                    <a:pt x="3511304" y="1556461"/>
                  </a:lnTo>
                  <a:lnTo>
                    <a:pt x="3511413" y="1556461"/>
                  </a:lnTo>
                  <a:lnTo>
                    <a:pt x="3511521" y="1556461"/>
                  </a:lnTo>
                  <a:lnTo>
                    <a:pt x="3511630" y="1556461"/>
                  </a:lnTo>
                  <a:lnTo>
                    <a:pt x="3511738" y="1556461"/>
                  </a:lnTo>
                  <a:lnTo>
                    <a:pt x="3511738" y="1555837"/>
                  </a:lnTo>
                  <a:lnTo>
                    <a:pt x="3511847" y="1555837"/>
                  </a:lnTo>
                  <a:lnTo>
                    <a:pt x="3511955" y="1555837"/>
                  </a:lnTo>
                  <a:lnTo>
                    <a:pt x="3512063" y="1555837"/>
                  </a:lnTo>
                  <a:lnTo>
                    <a:pt x="3512063" y="1555214"/>
                  </a:lnTo>
                  <a:lnTo>
                    <a:pt x="3512063" y="1554590"/>
                  </a:lnTo>
                  <a:lnTo>
                    <a:pt x="3512172" y="1554590"/>
                  </a:lnTo>
                  <a:lnTo>
                    <a:pt x="3512280" y="1554590"/>
                  </a:lnTo>
                  <a:lnTo>
                    <a:pt x="3512389" y="1554590"/>
                  </a:lnTo>
                  <a:lnTo>
                    <a:pt x="3512497" y="1554590"/>
                  </a:lnTo>
                  <a:lnTo>
                    <a:pt x="3512606" y="1554590"/>
                  </a:lnTo>
                  <a:lnTo>
                    <a:pt x="3512606" y="1553967"/>
                  </a:lnTo>
                  <a:lnTo>
                    <a:pt x="3512714" y="1553967"/>
                  </a:lnTo>
                  <a:lnTo>
                    <a:pt x="3512823" y="1553967"/>
                  </a:lnTo>
                  <a:lnTo>
                    <a:pt x="3512931" y="1553967"/>
                  </a:lnTo>
                  <a:lnTo>
                    <a:pt x="3513040" y="1553967"/>
                  </a:lnTo>
                  <a:lnTo>
                    <a:pt x="3513148" y="1553967"/>
                  </a:lnTo>
                  <a:lnTo>
                    <a:pt x="3513256" y="1553967"/>
                  </a:lnTo>
                  <a:lnTo>
                    <a:pt x="3513365" y="1553967"/>
                  </a:lnTo>
                  <a:lnTo>
                    <a:pt x="3513473" y="1553967"/>
                  </a:lnTo>
                  <a:lnTo>
                    <a:pt x="3513473" y="1553343"/>
                  </a:lnTo>
                  <a:lnTo>
                    <a:pt x="3513582" y="1553343"/>
                  </a:lnTo>
                  <a:lnTo>
                    <a:pt x="3513690" y="1553343"/>
                  </a:lnTo>
                  <a:lnTo>
                    <a:pt x="3513690" y="1552719"/>
                  </a:lnTo>
                  <a:lnTo>
                    <a:pt x="3513799" y="1552719"/>
                  </a:lnTo>
                  <a:lnTo>
                    <a:pt x="3513907" y="1552719"/>
                  </a:lnTo>
                  <a:lnTo>
                    <a:pt x="3514016" y="1552719"/>
                  </a:lnTo>
                  <a:lnTo>
                    <a:pt x="3514124" y="1552719"/>
                  </a:lnTo>
                  <a:lnTo>
                    <a:pt x="3514232" y="1552719"/>
                  </a:lnTo>
                  <a:lnTo>
                    <a:pt x="3514232" y="1552096"/>
                  </a:lnTo>
                  <a:lnTo>
                    <a:pt x="3514341" y="1552096"/>
                  </a:lnTo>
                  <a:lnTo>
                    <a:pt x="3514449" y="1552096"/>
                  </a:lnTo>
                  <a:lnTo>
                    <a:pt x="3514558" y="1552096"/>
                  </a:lnTo>
                  <a:lnTo>
                    <a:pt x="3514666" y="1552096"/>
                  </a:lnTo>
                  <a:lnTo>
                    <a:pt x="3514666" y="1551472"/>
                  </a:lnTo>
                  <a:lnTo>
                    <a:pt x="3514775" y="1551472"/>
                  </a:lnTo>
                  <a:lnTo>
                    <a:pt x="3514883" y="1551472"/>
                  </a:lnTo>
                  <a:lnTo>
                    <a:pt x="3514992" y="1551472"/>
                  </a:lnTo>
                  <a:lnTo>
                    <a:pt x="3515100" y="1551472"/>
                  </a:lnTo>
                  <a:lnTo>
                    <a:pt x="3515208" y="1551472"/>
                  </a:lnTo>
                  <a:lnTo>
                    <a:pt x="3515317" y="1551472"/>
                  </a:lnTo>
                  <a:lnTo>
                    <a:pt x="3515425" y="1551472"/>
                  </a:lnTo>
                  <a:lnTo>
                    <a:pt x="3515534" y="1551472"/>
                  </a:lnTo>
                  <a:lnTo>
                    <a:pt x="3515642" y="1551472"/>
                  </a:lnTo>
                  <a:lnTo>
                    <a:pt x="3515751" y="1551472"/>
                  </a:lnTo>
                  <a:lnTo>
                    <a:pt x="3515751" y="1550849"/>
                  </a:lnTo>
                  <a:lnTo>
                    <a:pt x="3515859" y="1550849"/>
                  </a:lnTo>
                  <a:lnTo>
                    <a:pt x="3515968" y="1550849"/>
                  </a:lnTo>
                  <a:lnTo>
                    <a:pt x="3516076" y="1550849"/>
                  </a:lnTo>
                  <a:lnTo>
                    <a:pt x="3516184" y="1550849"/>
                  </a:lnTo>
                  <a:lnTo>
                    <a:pt x="3516293" y="1550849"/>
                  </a:lnTo>
                  <a:lnTo>
                    <a:pt x="3516401" y="1550849"/>
                  </a:lnTo>
                  <a:lnTo>
                    <a:pt x="3516401" y="1550225"/>
                  </a:lnTo>
                  <a:lnTo>
                    <a:pt x="3516510" y="1550225"/>
                  </a:lnTo>
                  <a:lnTo>
                    <a:pt x="3516510" y="1549602"/>
                  </a:lnTo>
                  <a:lnTo>
                    <a:pt x="3516618" y="1549602"/>
                  </a:lnTo>
                  <a:lnTo>
                    <a:pt x="3516727" y="1549602"/>
                  </a:lnTo>
                  <a:lnTo>
                    <a:pt x="3516835" y="1549602"/>
                  </a:lnTo>
                  <a:lnTo>
                    <a:pt x="3516944" y="1549602"/>
                  </a:lnTo>
                  <a:lnTo>
                    <a:pt x="3517052" y="1549602"/>
                  </a:lnTo>
                  <a:lnTo>
                    <a:pt x="3517161" y="1549602"/>
                  </a:lnTo>
                  <a:lnTo>
                    <a:pt x="3517269" y="1549602"/>
                  </a:lnTo>
                  <a:lnTo>
                    <a:pt x="3517377" y="1549602"/>
                  </a:lnTo>
                  <a:lnTo>
                    <a:pt x="3517486" y="1549602"/>
                  </a:lnTo>
                  <a:lnTo>
                    <a:pt x="3517594" y="1549602"/>
                  </a:lnTo>
                  <a:lnTo>
                    <a:pt x="3517703" y="1549602"/>
                  </a:lnTo>
                  <a:lnTo>
                    <a:pt x="3517811" y="1549602"/>
                  </a:lnTo>
                  <a:lnTo>
                    <a:pt x="3517920" y="1549602"/>
                  </a:lnTo>
                  <a:lnTo>
                    <a:pt x="3518028" y="1549602"/>
                  </a:lnTo>
                  <a:lnTo>
                    <a:pt x="3518137" y="1549602"/>
                  </a:lnTo>
                  <a:lnTo>
                    <a:pt x="3518245" y="1549602"/>
                  </a:lnTo>
                  <a:lnTo>
                    <a:pt x="3518353" y="1549602"/>
                  </a:lnTo>
                  <a:lnTo>
                    <a:pt x="3518462" y="1549602"/>
                  </a:lnTo>
                  <a:lnTo>
                    <a:pt x="3518570" y="1549602"/>
                  </a:lnTo>
                  <a:lnTo>
                    <a:pt x="3518679" y="1549602"/>
                  </a:lnTo>
                  <a:lnTo>
                    <a:pt x="3518787" y="1549602"/>
                  </a:lnTo>
                  <a:lnTo>
                    <a:pt x="3518896" y="1549602"/>
                  </a:lnTo>
                  <a:lnTo>
                    <a:pt x="3519004" y="1549602"/>
                  </a:lnTo>
                  <a:lnTo>
                    <a:pt x="3519113" y="1549602"/>
                  </a:lnTo>
                  <a:lnTo>
                    <a:pt x="3519221" y="1549602"/>
                  </a:lnTo>
                  <a:lnTo>
                    <a:pt x="3519329" y="1549602"/>
                  </a:lnTo>
                  <a:lnTo>
                    <a:pt x="3519438" y="1549602"/>
                  </a:lnTo>
                  <a:lnTo>
                    <a:pt x="3519546" y="1549602"/>
                  </a:lnTo>
                  <a:lnTo>
                    <a:pt x="3519655" y="1549602"/>
                  </a:lnTo>
                  <a:lnTo>
                    <a:pt x="3519763" y="1549602"/>
                  </a:lnTo>
                  <a:lnTo>
                    <a:pt x="3519872" y="1549602"/>
                  </a:lnTo>
                  <a:lnTo>
                    <a:pt x="3519980" y="1549602"/>
                  </a:lnTo>
                  <a:lnTo>
                    <a:pt x="3520089" y="1549602"/>
                  </a:lnTo>
                  <a:lnTo>
                    <a:pt x="3520089" y="1548978"/>
                  </a:lnTo>
                  <a:lnTo>
                    <a:pt x="3520197" y="1548978"/>
                  </a:lnTo>
                  <a:lnTo>
                    <a:pt x="3520305" y="1548978"/>
                  </a:lnTo>
                  <a:lnTo>
                    <a:pt x="3520414" y="1548978"/>
                  </a:lnTo>
                  <a:lnTo>
                    <a:pt x="3520522" y="1548978"/>
                  </a:lnTo>
                  <a:lnTo>
                    <a:pt x="3520631" y="1548978"/>
                  </a:lnTo>
                  <a:lnTo>
                    <a:pt x="3520739" y="1548978"/>
                  </a:lnTo>
                  <a:lnTo>
                    <a:pt x="3520848" y="1548978"/>
                  </a:lnTo>
                  <a:lnTo>
                    <a:pt x="3520956" y="1548978"/>
                  </a:lnTo>
                  <a:lnTo>
                    <a:pt x="3521065" y="1548978"/>
                  </a:lnTo>
                  <a:lnTo>
                    <a:pt x="3521173" y="1548978"/>
                  </a:lnTo>
                  <a:lnTo>
                    <a:pt x="3521282" y="1548978"/>
                  </a:lnTo>
                  <a:lnTo>
                    <a:pt x="3521390" y="1548978"/>
                  </a:lnTo>
                  <a:lnTo>
                    <a:pt x="3521498" y="1548978"/>
                  </a:lnTo>
                  <a:lnTo>
                    <a:pt x="3521607" y="1548978"/>
                  </a:lnTo>
                  <a:lnTo>
                    <a:pt x="3521715" y="1548978"/>
                  </a:lnTo>
                  <a:lnTo>
                    <a:pt x="3521824" y="1548978"/>
                  </a:lnTo>
                  <a:lnTo>
                    <a:pt x="3521932" y="1548978"/>
                  </a:lnTo>
                  <a:lnTo>
                    <a:pt x="3522041" y="1548978"/>
                  </a:lnTo>
                  <a:lnTo>
                    <a:pt x="3522149" y="1548978"/>
                  </a:lnTo>
                  <a:lnTo>
                    <a:pt x="3522258" y="1548978"/>
                  </a:lnTo>
                  <a:lnTo>
                    <a:pt x="3522366" y="1548978"/>
                  </a:lnTo>
                  <a:lnTo>
                    <a:pt x="3522474" y="1548978"/>
                  </a:lnTo>
                  <a:lnTo>
                    <a:pt x="3522583" y="1548978"/>
                  </a:lnTo>
                  <a:lnTo>
                    <a:pt x="3522691" y="1548978"/>
                  </a:lnTo>
                  <a:lnTo>
                    <a:pt x="3522691" y="1548354"/>
                  </a:lnTo>
                  <a:lnTo>
                    <a:pt x="3522800" y="1548354"/>
                  </a:lnTo>
                  <a:lnTo>
                    <a:pt x="3522908" y="1548354"/>
                  </a:lnTo>
                  <a:lnTo>
                    <a:pt x="3523017" y="1548354"/>
                  </a:lnTo>
                  <a:lnTo>
                    <a:pt x="3523125" y="1548354"/>
                  </a:lnTo>
                  <a:lnTo>
                    <a:pt x="3523234" y="1548354"/>
                  </a:lnTo>
                  <a:lnTo>
                    <a:pt x="3523342" y="1548354"/>
                  </a:lnTo>
                  <a:lnTo>
                    <a:pt x="3523450" y="1548354"/>
                  </a:lnTo>
                  <a:lnTo>
                    <a:pt x="3523559" y="1548354"/>
                  </a:lnTo>
                  <a:lnTo>
                    <a:pt x="3523667" y="1548354"/>
                  </a:lnTo>
                  <a:lnTo>
                    <a:pt x="3523776" y="1548354"/>
                  </a:lnTo>
                  <a:lnTo>
                    <a:pt x="3523884" y="1548354"/>
                  </a:lnTo>
                  <a:lnTo>
                    <a:pt x="3523993" y="1548354"/>
                  </a:lnTo>
                  <a:lnTo>
                    <a:pt x="3524101" y="1548354"/>
                  </a:lnTo>
                  <a:lnTo>
                    <a:pt x="3524210" y="1548354"/>
                  </a:lnTo>
                  <a:lnTo>
                    <a:pt x="3524318" y="1548354"/>
                  </a:lnTo>
                  <a:lnTo>
                    <a:pt x="3524426" y="1548354"/>
                  </a:lnTo>
                  <a:lnTo>
                    <a:pt x="3524535" y="1548354"/>
                  </a:lnTo>
                  <a:lnTo>
                    <a:pt x="3524643" y="1548354"/>
                  </a:lnTo>
                  <a:lnTo>
                    <a:pt x="3524643" y="1547731"/>
                  </a:lnTo>
                  <a:lnTo>
                    <a:pt x="3524752" y="1547731"/>
                  </a:lnTo>
                  <a:lnTo>
                    <a:pt x="3524860" y="1547731"/>
                  </a:lnTo>
                  <a:lnTo>
                    <a:pt x="3524860" y="1547107"/>
                  </a:lnTo>
                  <a:lnTo>
                    <a:pt x="3524969" y="1547107"/>
                  </a:lnTo>
                  <a:lnTo>
                    <a:pt x="3525077" y="1547107"/>
                  </a:lnTo>
                  <a:lnTo>
                    <a:pt x="3525186" y="1547107"/>
                  </a:lnTo>
                  <a:lnTo>
                    <a:pt x="3525294" y="1547107"/>
                  </a:lnTo>
                  <a:lnTo>
                    <a:pt x="3525294" y="1546484"/>
                  </a:lnTo>
                  <a:lnTo>
                    <a:pt x="3525403" y="1546484"/>
                  </a:lnTo>
                  <a:lnTo>
                    <a:pt x="3525511" y="1546484"/>
                  </a:lnTo>
                  <a:lnTo>
                    <a:pt x="3525619" y="1546484"/>
                  </a:lnTo>
                  <a:lnTo>
                    <a:pt x="3525728" y="1546484"/>
                  </a:lnTo>
                  <a:lnTo>
                    <a:pt x="3525836" y="1546484"/>
                  </a:lnTo>
                  <a:lnTo>
                    <a:pt x="3525945" y="1546484"/>
                  </a:lnTo>
                  <a:lnTo>
                    <a:pt x="3526053" y="1546484"/>
                  </a:lnTo>
                  <a:lnTo>
                    <a:pt x="3526162" y="1546484"/>
                  </a:lnTo>
                  <a:lnTo>
                    <a:pt x="3526270" y="1546484"/>
                  </a:lnTo>
                  <a:lnTo>
                    <a:pt x="3526379" y="1546484"/>
                  </a:lnTo>
                  <a:lnTo>
                    <a:pt x="3526487" y="1546484"/>
                  </a:lnTo>
                  <a:lnTo>
                    <a:pt x="3526595" y="1546484"/>
                  </a:lnTo>
                  <a:lnTo>
                    <a:pt x="3526704" y="1546484"/>
                  </a:lnTo>
                  <a:lnTo>
                    <a:pt x="3526812" y="1546484"/>
                  </a:lnTo>
                  <a:lnTo>
                    <a:pt x="3526921" y="1546484"/>
                  </a:lnTo>
                  <a:lnTo>
                    <a:pt x="3527029" y="1546484"/>
                  </a:lnTo>
                  <a:lnTo>
                    <a:pt x="3527138" y="1546484"/>
                  </a:lnTo>
                  <a:lnTo>
                    <a:pt x="3527246" y="1546484"/>
                  </a:lnTo>
                  <a:lnTo>
                    <a:pt x="3527355" y="1546484"/>
                  </a:lnTo>
                  <a:lnTo>
                    <a:pt x="3527463" y="1546484"/>
                  </a:lnTo>
                  <a:lnTo>
                    <a:pt x="3527571" y="1546484"/>
                  </a:lnTo>
                  <a:lnTo>
                    <a:pt x="3527680" y="1546484"/>
                  </a:lnTo>
                  <a:lnTo>
                    <a:pt x="3527788" y="1546484"/>
                  </a:lnTo>
                  <a:lnTo>
                    <a:pt x="3527897" y="1546484"/>
                  </a:lnTo>
                  <a:lnTo>
                    <a:pt x="3528005" y="1546484"/>
                  </a:lnTo>
                  <a:lnTo>
                    <a:pt x="3528005" y="1545860"/>
                  </a:lnTo>
                  <a:lnTo>
                    <a:pt x="3528114" y="1545860"/>
                  </a:lnTo>
                  <a:lnTo>
                    <a:pt x="3528114" y="1545236"/>
                  </a:lnTo>
                  <a:lnTo>
                    <a:pt x="3528222" y="1545236"/>
                  </a:lnTo>
                  <a:lnTo>
                    <a:pt x="3528331" y="1545236"/>
                  </a:lnTo>
                  <a:lnTo>
                    <a:pt x="3528439" y="1545236"/>
                  </a:lnTo>
                  <a:lnTo>
                    <a:pt x="3528547" y="1545236"/>
                  </a:lnTo>
                  <a:lnTo>
                    <a:pt x="3528656" y="1545236"/>
                  </a:lnTo>
                  <a:lnTo>
                    <a:pt x="3528764" y="1545236"/>
                  </a:lnTo>
                  <a:lnTo>
                    <a:pt x="3528764" y="1544613"/>
                  </a:lnTo>
                  <a:lnTo>
                    <a:pt x="3528873" y="1544613"/>
                  </a:lnTo>
                  <a:lnTo>
                    <a:pt x="3528981" y="1544613"/>
                  </a:lnTo>
                  <a:lnTo>
                    <a:pt x="3529090" y="1544613"/>
                  </a:lnTo>
                  <a:lnTo>
                    <a:pt x="3529198" y="1544613"/>
                  </a:lnTo>
                  <a:lnTo>
                    <a:pt x="3529307" y="1544613"/>
                  </a:lnTo>
                  <a:lnTo>
                    <a:pt x="3529415" y="1544613"/>
                  </a:lnTo>
                  <a:lnTo>
                    <a:pt x="3529524" y="1544613"/>
                  </a:lnTo>
                  <a:lnTo>
                    <a:pt x="3529632" y="1544613"/>
                  </a:lnTo>
                  <a:lnTo>
                    <a:pt x="3529740" y="1544613"/>
                  </a:lnTo>
                  <a:lnTo>
                    <a:pt x="3529849" y="1544613"/>
                  </a:lnTo>
                  <a:lnTo>
                    <a:pt x="3529957" y="1544613"/>
                  </a:lnTo>
                  <a:lnTo>
                    <a:pt x="3530066" y="1544613"/>
                  </a:lnTo>
                  <a:lnTo>
                    <a:pt x="3530174" y="1544613"/>
                  </a:lnTo>
                  <a:lnTo>
                    <a:pt x="3530283" y="1544613"/>
                  </a:lnTo>
                  <a:lnTo>
                    <a:pt x="3530391" y="1544613"/>
                  </a:lnTo>
                  <a:lnTo>
                    <a:pt x="3530500" y="1544613"/>
                  </a:lnTo>
                  <a:lnTo>
                    <a:pt x="3530608" y="1544613"/>
                  </a:lnTo>
                  <a:lnTo>
                    <a:pt x="3530608" y="1543989"/>
                  </a:lnTo>
                  <a:lnTo>
                    <a:pt x="3530608" y="1543366"/>
                  </a:lnTo>
                  <a:lnTo>
                    <a:pt x="3530608" y="1542742"/>
                  </a:lnTo>
                  <a:lnTo>
                    <a:pt x="3530716" y="1542742"/>
                  </a:lnTo>
                  <a:lnTo>
                    <a:pt x="3530825" y="1542742"/>
                  </a:lnTo>
                  <a:lnTo>
                    <a:pt x="3530933" y="1542742"/>
                  </a:lnTo>
                  <a:lnTo>
                    <a:pt x="3530933" y="1542119"/>
                  </a:lnTo>
                  <a:lnTo>
                    <a:pt x="3531042" y="1542119"/>
                  </a:lnTo>
                  <a:lnTo>
                    <a:pt x="3531150" y="1542119"/>
                  </a:lnTo>
                  <a:lnTo>
                    <a:pt x="3531259" y="1542119"/>
                  </a:lnTo>
                  <a:lnTo>
                    <a:pt x="3531367" y="1542119"/>
                  </a:lnTo>
                  <a:lnTo>
                    <a:pt x="3531476" y="1542119"/>
                  </a:lnTo>
                  <a:lnTo>
                    <a:pt x="3531584" y="1542119"/>
                  </a:lnTo>
                  <a:lnTo>
                    <a:pt x="3531692" y="1542119"/>
                  </a:lnTo>
                  <a:lnTo>
                    <a:pt x="3531692" y="1541495"/>
                  </a:lnTo>
                  <a:lnTo>
                    <a:pt x="3531801" y="1541495"/>
                  </a:lnTo>
                  <a:lnTo>
                    <a:pt x="3531909" y="1541495"/>
                  </a:lnTo>
                  <a:lnTo>
                    <a:pt x="3531909" y="1540871"/>
                  </a:lnTo>
                  <a:lnTo>
                    <a:pt x="3531909" y="1540248"/>
                  </a:lnTo>
                  <a:lnTo>
                    <a:pt x="3532018" y="1540248"/>
                  </a:lnTo>
                  <a:lnTo>
                    <a:pt x="3532126" y="1540248"/>
                  </a:lnTo>
                  <a:lnTo>
                    <a:pt x="3532235" y="1540248"/>
                  </a:lnTo>
                  <a:lnTo>
                    <a:pt x="3532343" y="1540248"/>
                  </a:lnTo>
                  <a:lnTo>
                    <a:pt x="3532452" y="1540248"/>
                  </a:lnTo>
                  <a:lnTo>
                    <a:pt x="3532560" y="1540248"/>
                  </a:lnTo>
                  <a:lnTo>
                    <a:pt x="3532668" y="1540248"/>
                  </a:lnTo>
                  <a:lnTo>
                    <a:pt x="3532777" y="1540248"/>
                  </a:lnTo>
                  <a:lnTo>
                    <a:pt x="3532885" y="1540248"/>
                  </a:lnTo>
                  <a:lnTo>
                    <a:pt x="3532994" y="1540248"/>
                  </a:lnTo>
                  <a:lnTo>
                    <a:pt x="3533102" y="1540248"/>
                  </a:lnTo>
                  <a:lnTo>
                    <a:pt x="3533211" y="1540248"/>
                  </a:lnTo>
                  <a:lnTo>
                    <a:pt x="3533319" y="1540248"/>
                  </a:lnTo>
                  <a:lnTo>
                    <a:pt x="3533428" y="1540248"/>
                  </a:lnTo>
                  <a:lnTo>
                    <a:pt x="3533536" y="1540248"/>
                  </a:lnTo>
                  <a:lnTo>
                    <a:pt x="3533645" y="1540248"/>
                  </a:lnTo>
                  <a:lnTo>
                    <a:pt x="3533753" y="1540248"/>
                  </a:lnTo>
                  <a:lnTo>
                    <a:pt x="3533753" y="1539624"/>
                  </a:lnTo>
                  <a:lnTo>
                    <a:pt x="3533753" y="1539001"/>
                  </a:lnTo>
                  <a:lnTo>
                    <a:pt x="3533861" y="1539001"/>
                  </a:lnTo>
                  <a:lnTo>
                    <a:pt x="3533970" y="1539001"/>
                  </a:lnTo>
                  <a:lnTo>
                    <a:pt x="3533970" y="1538377"/>
                  </a:lnTo>
                  <a:lnTo>
                    <a:pt x="3533970" y="1537753"/>
                  </a:lnTo>
                  <a:lnTo>
                    <a:pt x="3534078" y="1537753"/>
                  </a:lnTo>
                  <a:lnTo>
                    <a:pt x="3534187" y="1537753"/>
                  </a:lnTo>
                  <a:lnTo>
                    <a:pt x="3534187" y="1537130"/>
                  </a:lnTo>
                  <a:lnTo>
                    <a:pt x="3534295" y="1537130"/>
                  </a:lnTo>
                  <a:lnTo>
                    <a:pt x="3534404" y="1537130"/>
                  </a:lnTo>
                  <a:lnTo>
                    <a:pt x="3534512" y="1537130"/>
                  </a:lnTo>
                  <a:lnTo>
                    <a:pt x="3534512" y="1536506"/>
                  </a:lnTo>
                  <a:lnTo>
                    <a:pt x="3534621" y="1536506"/>
                  </a:lnTo>
                  <a:lnTo>
                    <a:pt x="3534621" y="1535883"/>
                  </a:lnTo>
                  <a:lnTo>
                    <a:pt x="3534729" y="1535883"/>
                  </a:lnTo>
                  <a:lnTo>
                    <a:pt x="3534837" y="1535883"/>
                  </a:lnTo>
                  <a:lnTo>
                    <a:pt x="3534837" y="1535259"/>
                  </a:lnTo>
                  <a:lnTo>
                    <a:pt x="3534837" y="1534636"/>
                  </a:lnTo>
                  <a:lnTo>
                    <a:pt x="3534946" y="1534636"/>
                  </a:lnTo>
                  <a:lnTo>
                    <a:pt x="3535054" y="1534636"/>
                  </a:lnTo>
                  <a:lnTo>
                    <a:pt x="3535163" y="1534636"/>
                  </a:lnTo>
                  <a:lnTo>
                    <a:pt x="3535271" y="1534636"/>
                  </a:lnTo>
                  <a:lnTo>
                    <a:pt x="3535271" y="1534012"/>
                  </a:lnTo>
                  <a:lnTo>
                    <a:pt x="3535380" y="1534012"/>
                  </a:lnTo>
                  <a:lnTo>
                    <a:pt x="3535488" y="1534012"/>
                  </a:lnTo>
                  <a:lnTo>
                    <a:pt x="3535597" y="1534012"/>
                  </a:lnTo>
                  <a:lnTo>
                    <a:pt x="3535705" y="1534012"/>
                  </a:lnTo>
                  <a:lnTo>
                    <a:pt x="3535813" y="1534012"/>
                  </a:lnTo>
                  <a:lnTo>
                    <a:pt x="3535813" y="1533388"/>
                  </a:lnTo>
                  <a:lnTo>
                    <a:pt x="3535922" y="1533388"/>
                  </a:lnTo>
                  <a:lnTo>
                    <a:pt x="3536030" y="1533388"/>
                  </a:lnTo>
                  <a:lnTo>
                    <a:pt x="3536139" y="1533388"/>
                  </a:lnTo>
                  <a:lnTo>
                    <a:pt x="3536247" y="1533388"/>
                  </a:lnTo>
                  <a:lnTo>
                    <a:pt x="3536356" y="1533388"/>
                  </a:lnTo>
                  <a:lnTo>
                    <a:pt x="3536356" y="1532765"/>
                  </a:lnTo>
                  <a:lnTo>
                    <a:pt x="3536464" y="1532765"/>
                  </a:lnTo>
                  <a:lnTo>
                    <a:pt x="3536573" y="1532765"/>
                  </a:lnTo>
                  <a:lnTo>
                    <a:pt x="3536681" y="1532765"/>
                  </a:lnTo>
                  <a:lnTo>
                    <a:pt x="3536789" y="1532765"/>
                  </a:lnTo>
                  <a:lnTo>
                    <a:pt x="3536898" y="1532765"/>
                  </a:lnTo>
                  <a:lnTo>
                    <a:pt x="3537006" y="1532765"/>
                  </a:lnTo>
                  <a:lnTo>
                    <a:pt x="3537115" y="1532765"/>
                  </a:lnTo>
                  <a:lnTo>
                    <a:pt x="3537223" y="1532765"/>
                  </a:lnTo>
                  <a:lnTo>
                    <a:pt x="3537332" y="1532765"/>
                  </a:lnTo>
                  <a:lnTo>
                    <a:pt x="3537440" y="1532765"/>
                  </a:lnTo>
                  <a:lnTo>
                    <a:pt x="3537549" y="1532765"/>
                  </a:lnTo>
                  <a:lnTo>
                    <a:pt x="3537657" y="1532765"/>
                  </a:lnTo>
                  <a:lnTo>
                    <a:pt x="3537765" y="1532765"/>
                  </a:lnTo>
                  <a:lnTo>
                    <a:pt x="3537874" y="1532765"/>
                  </a:lnTo>
                  <a:lnTo>
                    <a:pt x="3537982" y="1532765"/>
                  </a:lnTo>
                  <a:lnTo>
                    <a:pt x="3538091" y="1532765"/>
                  </a:lnTo>
                  <a:lnTo>
                    <a:pt x="3538199" y="1532765"/>
                  </a:lnTo>
                  <a:lnTo>
                    <a:pt x="3538199" y="1532141"/>
                  </a:lnTo>
                  <a:lnTo>
                    <a:pt x="3538308" y="1532141"/>
                  </a:lnTo>
                  <a:lnTo>
                    <a:pt x="3538416" y="1532141"/>
                  </a:lnTo>
                  <a:lnTo>
                    <a:pt x="3538525" y="1532141"/>
                  </a:lnTo>
                  <a:lnTo>
                    <a:pt x="3538633" y="1532141"/>
                  </a:lnTo>
                  <a:lnTo>
                    <a:pt x="3538742" y="1532141"/>
                  </a:lnTo>
                  <a:lnTo>
                    <a:pt x="3538850" y="1532141"/>
                  </a:lnTo>
                  <a:lnTo>
                    <a:pt x="3538958" y="1532141"/>
                  </a:lnTo>
                  <a:lnTo>
                    <a:pt x="3539067" y="1532141"/>
                  </a:lnTo>
                  <a:lnTo>
                    <a:pt x="3539175" y="1532141"/>
                  </a:lnTo>
                  <a:lnTo>
                    <a:pt x="3539284" y="1532141"/>
                  </a:lnTo>
                  <a:lnTo>
                    <a:pt x="3539392" y="1532141"/>
                  </a:lnTo>
                  <a:lnTo>
                    <a:pt x="3539501" y="1532141"/>
                  </a:lnTo>
                  <a:lnTo>
                    <a:pt x="3539609" y="1532141"/>
                  </a:lnTo>
                  <a:lnTo>
                    <a:pt x="3539718" y="1532141"/>
                  </a:lnTo>
                  <a:lnTo>
                    <a:pt x="3539826" y="1532141"/>
                  </a:lnTo>
                  <a:lnTo>
                    <a:pt x="3539934" y="1532141"/>
                  </a:lnTo>
                  <a:lnTo>
                    <a:pt x="3540043" y="1532141"/>
                  </a:lnTo>
                  <a:lnTo>
                    <a:pt x="3540151" y="1532141"/>
                  </a:lnTo>
                  <a:lnTo>
                    <a:pt x="3540260" y="1532141"/>
                  </a:lnTo>
                  <a:lnTo>
                    <a:pt x="3540368" y="1532141"/>
                  </a:lnTo>
                  <a:lnTo>
                    <a:pt x="3540477" y="1532141"/>
                  </a:lnTo>
                  <a:lnTo>
                    <a:pt x="3540585" y="1532141"/>
                  </a:lnTo>
                  <a:lnTo>
                    <a:pt x="3540694" y="1532141"/>
                  </a:lnTo>
                  <a:lnTo>
                    <a:pt x="3540694" y="1531518"/>
                  </a:lnTo>
                  <a:lnTo>
                    <a:pt x="3540802" y="1531518"/>
                  </a:lnTo>
                  <a:lnTo>
                    <a:pt x="3540802" y="1530894"/>
                  </a:lnTo>
                  <a:lnTo>
                    <a:pt x="3540910" y="1530894"/>
                  </a:lnTo>
                  <a:lnTo>
                    <a:pt x="3540910" y="1530271"/>
                  </a:lnTo>
                  <a:lnTo>
                    <a:pt x="3541019" y="1530271"/>
                  </a:lnTo>
                  <a:lnTo>
                    <a:pt x="3541127" y="1530271"/>
                  </a:lnTo>
                  <a:lnTo>
                    <a:pt x="3541236" y="1530271"/>
                  </a:lnTo>
                  <a:lnTo>
                    <a:pt x="3541344" y="1530271"/>
                  </a:lnTo>
                  <a:lnTo>
                    <a:pt x="3541453" y="1530271"/>
                  </a:lnTo>
                  <a:lnTo>
                    <a:pt x="3541561" y="1530271"/>
                  </a:lnTo>
                  <a:lnTo>
                    <a:pt x="3541670" y="1530271"/>
                  </a:lnTo>
                  <a:lnTo>
                    <a:pt x="3541778" y="1530271"/>
                  </a:lnTo>
                  <a:lnTo>
                    <a:pt x="3541778" y="1529647"/>
                  </a:lnTo>
                  <a:lnTo>
                    <a:pt x="3541886" y="1529647"/>
                  </a:lnTo>
                  <a:lnTo>
                    <a:pt x="3541995" y="1529647"/>
                  </a:lnTo>
                  <a:lnTo>
                    <a:pt x="3542103" y="1529647"/>
                  </a:lnTo>
                  <a:lnTo>
                    <a:pt x="3542212" y="1529647"/>
                  </a:lnTo>
                  <a:lnTo>
                    <a:pt x="3542320" y="1529647"/>
                  </a:lnTo>
                  <a:lnTo>
                    <a:pt x="3542429" y="1529647"/>
                  </a:lnTo>
                  <a:lnTo>
                    <a:pt x="3542537" y="1529647"/>
                  </a:lnTo>
                  <a:lnTo>
                    <a:pt x="3542646" y="1529647"/>
                  </a:lnTo>
                  <a:lnTo>
                    <a:pt x="3542754" y="1529647"/>
                  </a:lnTo>
                  <a:lnTo>
                    <a:pt x="3542754" y="1529023"/>
                  </a:lnTo>
                  <a:lnTo>
                    <a:pt x="3542863" y="1529023"/>
                  </a:lnTo>
                  <a:lnTo>
                    <a:pt x="3542971" y="1529023"/>
                  </a:lnTo>
                  <a:lnTo>
                    <a:pt x="3543079" y="1529023"/>
                  </a:lnTo>
                  <a:lnTo>
                    <a:pt x="3543188" y="1529023"/>
                  </a:lnTo>
                  <a:lnTo>
                    <a:pt x="3543296" y="1529023"/>
                  </a:lnTo>
                  <a:lnTo>
                    <a:pt x="3543296" y="1528400"/>
                  </a:lnTo>
                  <a:lnTo>
                    <a:pt x="3543405" y="1528400"/>
                  </a:lnTo>
                  <a:lnTo>
                    <a:pt x="3543405" y="1527776"/>
                  </a:lnTo>
                  <a:lnTo>
                    <a:pt x="3543513" y="1527776"/>
                  </a:lnTo>
                  <a:lnTo>
                    <a:pt x="3543622" y="1527776"/>
                  </a:lnTo>
                  <a:lnTo>
                    <a:pt x="3543622" y="1527153"/>
                  </a:lnTo>
                  <a:lnTo>
                    <a:pt x="3543730" y="1527153"/>
                  </a:lnTo>
                  <a:lnTo>
                    <a:pt x="3543730" y="1526529"/>
                  </a:lnTo>
                  <a:lnTo>
                    <a:pt x="3543839" y="1526529"/>
                  </a:lnTo>
                  <a:lnTo>
                    <a:pt x="3543947" y="1526529"/>
                  </a:lnTo>
                  <a:lnTo>
                    <a:pt x="3544055" y="1526529"/>
                  </a:lnTo>
                  <a:lnTo>
                    <a:pt x="3544164" y="1526529"/>
                  </a:lnTo>
                  <a:lnTo>
                    <a:pt x="3544272" y="1526529"/>
                  </a:lnTo>
                  <a:lnTo>
                    <a:pt x="3544381" y="1526529"/>
                  </a:lnTo>
                  <a:lnTo>
                    <a:pt x="3544489" y="1526529"/>
                  </a:lnTo>
                  <a:lnTo>
                    <a:pt x="3544598" y="1526529"/>
                  </a:lnTo>
                  <a:lnTo>
                    <a:pt x="3544706" y="1526529"/>
                  </a:lnTo>
                  <a:lnTo>
                    <a:pt x="3544706" y="1525905"/>
                  </a:lnTo>
                  <a:lnTo>
                    <a:pt x="3544815" y="1525905"/>
                  </a:lnTo>
                  <a:lnTo>
                    <a:pt x="3544923" y="1525905"/>
                  </a:lnTo>
                  <a:lnTo>
                    <a:pt x="3545031" y="1525905"/>
                  </a:lnTo>
                  <a:lnTo>
                    <a:pt x="3545140" y="1525905"/>
                  </a:lnTo>
                  <a:lnTo>
                    <a:pt x="3545140" y="1525282"/>
                  </a:lnTo>
                  <a:lnTo>
                    <a:pt x="3545248" y="1525282"/>
                  </a:lnTo>
                  <a:lnTo>
                    <a:pt x="3545357" y="1525282"/>
                  </a:lnTo>
                  <a:lnTo>
                    <a:pt x="3545465" y="1525282"/>
                  </a:lnTo>
                  <a:lnTo>
                    <a:pt x="3545574" y="1525282"/>
                  </a:lnTo>
                  <a:lnTo>
                    <a:pt x="3545574" y="1524658"/>
                  </a:lnTo>
                  <a:lnTo>
                    <a:pt x="3545574" y="1524035"/>
                  </a:lnTo>
                  <a:lnTo>
                    <a:pt x="3545574" y="1523411"/>
                  </a:lnTo>
                  <a:lnTo>
                    <a:pt x="3545682" y="1523411"/>
                  </a:lnTo>
                  <a:lnTo>
                    <a:pt x="3545791" y="1523411"/>
                  </a:lnTo>
                  <a:lnTo>
                    <a:pt x="3545899" y="1523411"/>
                  </a:lnTo>
                  <a:lnTo>
                    <a:pt x="3546007" y="1523411"/>
                  </a:lnTo>
                  <a:lnTo>
                    <a:pt x="3546116" y="1523411"/>
                  </a:lnTo>
                  <a:lnTo>
                    <a:pt x="3546116" y="1522788"/>
                  </a:lnTo>
                  <a:lnTo>
                    <a:pt x="3546224" y="1522788"/>
                  </a:lnTo>
                  <a:lnTo>
                    <a:pt x="3546333" y="1522788"/>
                  </a:lnTo>
                  <a:lnTo>
                    <a:pt x="3546441" y="1522788"/>
                  </a:lnTo>
                  <a:lnTo>
                    <a:pt x="3546550" y="1522788"/>
                  </a:lnTo>
                  <a:lnTo>
                    <a:pt x="3546658" y="1522788"/>
                  </a:lnTo>
                  <a:lnTo>
                    <a:pt x="3546767" y="1522788"/>
                  </a:lnTo>
                  <a:lnTo>
                    <a:pt x="3546875" y="1522788"/>
                  </a:lnTo>
                  <a:lnTo>
                    <a:pt x="3546984" y="1522788"/>
                  </a:lnTo>
                  <a:lnTo>
                    <a:pt x="3547092" y="1522788"/>
                  </a:lnTo>
                  <a:lnTo>
                    <a:pt x="3547200" y="1522788"/>
                  </a:lnTo>
                  <a:lnTo>
                    <a:pt x="3547309" y="1522788"/>
                  </a:lnTo>
                  <a:lnTo>
                    <a:pt x="3547417" y="1522788"/>
                  </a:lnTo>
                  <a:lnTo>
                    <a:pt x="3547526" y="1522788"/>
                  </a:lnTo>
                  <a:lnTo>
                    <a:pt x="3547634" y="1522788"/>
                  </a:lnTo>
                  <a:lnTo>
                    <a:pt x="3547743" y="1522788"/>
                  </a:lnTo>
                  <a:lnTo>
                    <a:pt x="3547851" y="1522788"/>
                  </a:lnTo>
                  <a:lnTo>
                    <a:pt x="3547960" y="1522788"/>
                  </a:lnTo>
                  <a:lnTo>
                    <a:pt x="3548068" y="1522788"/>
                  </a:lnTo>
                  <a:lnTo>
                    <a:pt x="3548176" y="1522788"/>
                  </a:lnTo>
                  <a:lnTo>
                    <a:pt x="3548285" y="1522788"/>
                  </a:lnTo>
                  <a:lnTo>
                    <a:pt x="3548393" y="1522788"/>
                  </a:lnTo>
                  <a:lnTo>
                    <a:pt x="3548502" y="1522788"/>
                  </a:lnTo>
                  <a:lnTo>
                    <a:pt x="3548610" y="1522788"/>
                  </a:lnTo>
                  <a:lnTo>
                    <a:pt x="3548719" y="1522788"/>
                  </a:lnTo>
                  <a:lnTo>
                    <a:pt x="3548719" y="1522164"/>
                  </a:lnTo>
                  <a:lnTo>
                    <a:pt x="3548719" y="1521540"/>
                  </a:lnTo>
                  <a:lnTo>
                    <a:pt x="3548827" y="1521540"/>
                  </a:lnTo>
                  <a:lnTo>
                    <a:pt x="3548936" y="1521540"/>
                  </a:lnTo>
                  <a:lnTo>
                    <a:pt x="3549044" y="1521540"/>
                  </a:lnTo>
                  <a:lnTo>
                    <a:pt x="3549152" y="1521540"/>
                  </a:lnTo>
                  <a:lnTo>
                    <a:pt x="3549261" y="1521540"/>
                  </a:lnTo>
                  <a:lnTo>
                    <a:pt x="3549369" y="1521540"/>
                  </a:lnTo>
                  <a:lnTo>
                    <a:pt x="3549478" y="1521540"/>
                  </a:lnTo>
                  <a:lnTo>
                    <a:pt x="3549586" y="1521540"/>
                  </a:lnTo>
                  <a:lnTo>
                    <a:pt x="3549695" y="1521540"/>
                  </a:lnTo>
                  <a:lnTo>
                    <a:pt x="3549803" y="1521540"/>
                  </a:lnTo>
                  <a:lnTo>
                    <a:pt x="3549912" y="1521540"/>
                  </a:lnTo>
                  <a:lnTo>
                    <a:pt x="3550020" y="1521540"/>
                  </a:lnTo>
                  <a:lnTo>
                    <a:pt x="3550128" y="1521540"/>
                  </a:lnTo>
                  <a:lnTo>
                    <a:pt x="3550237" y="1521540"/>
                  </a:lnTo>
                  <a:lnTo>
                    <a:pt x="3550237" y="1520917"/>
                  </a:lnTo>
                  <a:lnTo>
                    <a:pt x="3550345" y="1520917"/>
                  </a:lnTo>
                  <a:lnTo>
                    <a:pt x="3550454" y="1520917"/>
                  </a:lnTo>
                  <a:lnTo>
                    <a:pt x="3550562" y="1520917"/>
                  </a:lnTo>
                  <a:lnTo>
                    <a:pt x="3550671" y="1520917"/>
                  </a:lnTo>
                  <a:lnTo>
                    <a:pt x="3550779" y="1520917"/>
                  </a:lnTo>
                  <a:lnTo>
                    <a:pt x="3550888" y="1520917"/>
                  </a:lnTo>
                  <a:lnTo>
                    <a:pt x="3550996" y="1520917"/>
                  </a:lnTo>
                  <a:lnTo>
                    <a:pt x="3551105" y="1520917"/>
                  </a:lnTo>
                  <a:lnTo>
                    <a:pt x="3551213" y="1520917"/>
                  </a:lnTo>
                  <a:lnTo>
                    <a:pt x="3551321" y="1520917"/>
                  </a:lnTo>
                  <a:lnTo>
                    <a:pt x="3551430" y="1520917"/>
                  </a:lnTo>
                  <a:lnTo>
                    <a:pt x="3551538" y="1520917"/>
                  </a:lnTo>
                  <a:lnTo>
                    <a:pt x="3551647" y="1520917"/>
                  </a:lnTo>
                  <a:lnTo>
                    <a:pt x="3551755" y="1520917"/>
                  </a:lnTo>
                  <a:lnTo>
                    <a:pt x="3551864" y="1520917"/>
                  </a:lnTo>
                  <a:lnTo>
                    <a:pt x="3551972" y="1520917"/>
                  </a:lnTo>
                  <a:lnTo>
                    <a:pt x="3552081" y="1520917"/>
                  </a:lnTo>
                  <a:lnTo>
                    <a:pt x="3552081" y="1520293"/>
                  </a:lnTo>
                  <a:lnTo>
                    <a:pt x="3552189" y="1520293"/>
                  </a:lnTo>
                  <a:lnTo>
                    <a:pt x="3552297" y="1520293"/>
                  </a:lnTo>
                  <a:lnTo>
                    <a:pt x="3552406" y="1520293"/>
                  </a:lnTo>
                  <a:lnTo>
                    <a:pt x="3552514" y="1520293"/>
                  </a:lnTo>
                  <a:lnTo>
                    <a:pt x="3552623" y="1520293"/>
                  </a:lnTo>
                  <a:lnTo>
                    <a:pt x="3552731" y="1520293"/>
                  </a:lnTo>
                  <a:lnTo>
                    <a:pt x="3552840" y="1520293"/>
                  </a:lnTo>
                  <a:lnTo>
                    <a:pt x="3552948" y="1520293"/>
                  </a:lnTo>
                  <a:lnTo>
                    <a:pt x="3553057" y="1520293"/>
                  </a:lnTo>
                  <a:lnTo>
                    <a:pt x="3553165" y="1520293"/>
                  </a:lnTo>
                  <a:lnTo>
                    <a:pt x="3553273" y="1520293"/>
                  </a:lnTo>
                  <a:lnTo>
                    <a:pt x="3553382" y="1520293"/>
                  </a:lnTo>
                  <a:lnTo>
                    <a:pt x="3553490" y="1520293"/>
                  </a:lnTo>
                  <a:lnTo>
                    <a:pt x="3553599" y="1520293"/>
                  </a:lnTo>
                  <a:lnTo>
                    <a:pt x="3553707" y="1520293"/>
                  </a:lnTo>
                  <a:lnTo>
                    <a:pt x="3553816" y="1520293"/>
                  </a:lnTo>
                  <a:lnTo>
                    <a:pt x="3553924" y="1520293"/>
                  </a:lnTo>
                  <a:lnTo>
                    <a:pt x="3554033" y="1520293"/>
                  </a:lnTo>
                  <a:lnTo>
                    <a:pt x="3554141" y="1520293"/>
                  </a:lnTo>
                  <a:lnTo>
                    <a:pt x="3554249" y="1520293"/>
                  </a:lnTo>
                  <a:lnTo>
                    <a:pt x="3554358" y="1520293"/>
                  </a:lnTo>
                  <a:lnTo>
                    <a:pt x="3554466" y="1520293"/>
                  </a:lnTo>
                  <a:lnTo>
                    <a:pt x="3554466" y="1519670"/>
                  </a:lnTo>
                  <a:lnTo>
                    <a:pt x="3554466" y="1519046"/>
                  </a:lnTo>
                  <a:lnTo>
                    <a:pt x="3554575" y="1519046"/>
                  </a:lnTo>
                  <a:lnTo>
                    <a:pt x="3554683" y="1519046"/>
                  </a:lnTo>
                  <a:lnTo>
                    <a:pt x="3554792" y="1519046"/>
                  </a:lnTo>
                  <a:lnTo>
                    <a:pt x="3554900" y="1519046"/>
                  </a:lnTo>
                  <a:lnTo>
                    <a:pt x="3555009" y="1519046"/>
                  </a:lnTo>
                  <a:lnTo>
                    <a:pt x="3555117" y="1519046"/>
                  </a:lnTo>
                  <a:lnTo>
                    <a:pt x="3555226" y="1519046"/>
                  </a:lnTo>
                  <a:lnTo>
                    <a:pt x="3555334" y="1519046"/>
                  </a:lnTo>
                  <a:lnTo>
                    <a:pt x="3555442" y="1519046"/>
                  </a:lnTo>
                  <a:lnTo>
                    <a:pt x="3555551" y="1519046"/>
                  </a:lnTo>
                  <a:lnTo>
                    <a:pt x="3555659" y="1519046"/>
                  </a:lnTo>
                  <a:lnTo>
                    <a:pt x="3555768" y="1519046"/>
                  </a:lnTo>
                  <a:lnTo>
                    <a:pt x="3555876" y="1519046"/>
                  </a:lnTo>
                  <a:lnTo>
                    <a:pt x="3555985" y="1519046"/>
                  </a:lnTo>
                  <a:lnTo>
                    <a:pt x="3556093" y="1519046"/>
                  </a:lnTo>
                  <a:lnTo>
                    <a:pt x="3556093" y="1518422"/>
                  </a:lnTo>
                  <a:lnTo>
                    <a:pt x="3556202" y="1518422"/>
                  </a:lnTo>
                  <a:lnTo>
                    <a:pt x="3556310" y="1518422"/>
                  </a:lnTo>
                  <a:lnTo>
                    <a:pt x="3556310" y="1517799"/>
                  </a:lnTo>
                  <a:lnTo>
                    <a:pt x="3556418" y="1517799"/>
                  </a:lnTo>
                  <a:lnTo>
                    <a:pt x="3556527" y="1517799"/>
                  </a:lnTo>
                  <a:lnTo>
                    <a:pt x="3556635" y="1517799"/>
                  </a:lnTo>
                  <a:lnTo>
                    <a:pt x="3556744" y="1517799"/>
                  </a:lnTo>
                  <a:lnTo>
                    <a:pt x="3556852" y="1517799"/>
                  </a:lnTo>
                  <a:lnTo>
                    <a:pt x="3556852" y="1517175"/>
                  </a:lnTo>
                  <a:lnTo>
                    <a:pt x="3556961" y="1517175"/>
                  </a:lnTo>
                  <a:lnTo>
                    <a:pt x="3557069" y="1517175"/>
                  </a:lnTo>
                  <a:lnTo>
                    <a:pt x="3557178" y="1517175"/>
                  </a:lnTo>
                  <a:lnTo>
                    <a:pt x="3557286" y="1517175"/>
                  </a:lnTo>
                  <a:lnTo>
                    <a:pt x="3557394" y="1517175"/>
                  </a:lnTo>
                  <a:lnTo>
                    <a:pt x="3557394" y="1516552"/>
                  </a:lnTo>
                  <a:lnTo>
                    <a:pt x="3557503" y="1516552"/>
                  </a:lnTo>
                  <a:lnTo>
                    <a:pt x="3557611" y="1516552"/>
                  </a:lnTo>
                  <a:lnTo>
                    <a:pt x="3557720" y="1516552"/>
                  </a:lnTo>
                  <a:lnTo>
                    <a:pt x="3557828" y="1516552"/>
                  </a:lnTo>
                  <a:lnTo>
                    <a:pt x="3557937" y="1516552"/>
                  </a:lnTo>
                  <a:lnTo>
                    <a:pt x="3558045" y="1516552"/>
                  </a:lnTo>
                  <a:lnTo>
                    <a:pt x="3558154" y="1516552"/>
                  </a:lnTo>
                  <a:lnTo>
                    <a:pt x="3558154" y="1515928"/>
                  </a:lnTo>
                  <a:lnTo>
                    <a:pt x="3558262" y="1515928"/>
                  </a:lnTo>
                  <a:lnTo>
                    <a:pt x="3558370" y="1515928"/>
                  </a:lnTo>
                  <a:lnTo>
                    <a:pt x="3558479" y="1515928"/>
                  </a:lnTo>
                  <a:lnTo>
                    <a:pt x="3558587" y="1515928"/>
                  </a:lnTo>
                  <a:lnTo>
                    <a:pt x="3558696" y="1515928"/>
                  </a:lnTo>
                  <a:lnTo>
                    <a:pt x="3558804" y="1515928"/>
                  </a:lnTo>
                  <a:lnTo>
                    <a:pt x="3558913" y="1515928"/>
                  </a:lnTo>
                  <a:lnTo>
                    <a:pt x="3558913" y="1515305"/>
                  </a:lnTo>
                  <a:lnTo>
                    <a:pt x="3559021" y="1515305"/>
                  </a:lnTo>
                  <a:lnTo>
                    <a:pt x="3559130" y="1515305"/>
                  </a:lnTo>
                  <a:lnTo>
                    <a:pt x="3559238" y="1515305"/>
                  </a:lnTo>
                  <a:lnTo>
                    <a:pt x="3559346" y="1515305"/>
                  </a:lnTo>
                  <a:lnTo>
                    <a:pt x="3559455" y="1515305"/>
                  </a:lnTo>
                  <a:lnTo>
                    <a:pt x="3559563" y="1515305"/>
                  </a:lnTo>
                  <a:lnTo>
                    <a:pt x="3559672" y="1515305"/>
                  </a:lnTo>
                  <a:lnTo>
                    <a:pt x="3559780" y="1515305"/>
                  </a:lnTo>
                  <a:lnTo>
                    <a:pt x="3559889" y="1515305"/>
                  </a:lnTo>
                  <a:lnTo>
                    <a:pt x="3559997" y="1515305"/>
                  </a:lnTo>
                  <a:lnTo>
                    <a:pt x="3560106" y="1515305"/>
                  </a:lnTo>
                  <a:lnTo>
                    <a:pt x="3560214" y="1515305"/>
                  </a:lnTo>
                  <a:lnTo>
                    <a:pt x="3560323" y="1515305"/>
                  </a:lnTo>
                  <a:lnTo>
                    <a:pt x="3560431" y="1515305"/>
                  </a:lnTo>
                  <a:lnTo>
                    <a:pt x="3560539" y="1515305"/>
                  </a:lnTo>
                  <a:lnTo>
                    <a:pt x="3560648" y="1515305"/>
                  </a:lnTo>
                  <a:lnTo>
                    <a:pt x="3560756" y="1515305"/>
                  </a:lnTo>
                  <a:lnTo>
                    <a:pt x="3560865" y="1515305"/>
                  </a:lnTo>
                  <a:lnTo>
                    <a:pt x="3560973" y="1515305"/>
                  </a:lnTo>
                  <a:lnTo>
                    <a:pt x="3561082" y="1515305"/>
                  </a:lnTo>
                  <a:lnTo>
                    <a:pt x="3561190" y="1515305"/>
                  </a:lnTo>
                  <a:lnTo>
                    <a:pt x="3561299" y="1515305"/>
                  </a:lnTo>
                  <a:lnTo>
                    <a:pt x="3561407" y="1515305"/>
                  </a:lnTo>
                  <a:lnTo>
                    <a:pt x="3561515" y="1515305"/>
                  </a:lnTo>
                  <a:lnTo>
                    <a:pt x="3561624" y="1515305"/>
                  </a:lnTo>
                  <a:lnTo>
                    <a:pt x="3561732" y="1515305"/>
                  </a:lnTo>
                  <a:lnTo>
                    <a:pt x="3561841" y="1515305"/>
                  </a:lnTo>
                  <a:lnTo>
                    <a:pt x="3561949" y="1515305"/>
                  </a:lnTo>
                  <a:lnTo>
                    <a:pt x="3562058" y="1515305"/>
                  </a:lnTo>
                  <a:lnTo>
                    <a:pt x="3562166" y="1515305"/>
                  </a:lnTo>
                  <a:lnTo>
                    <a:pt x="3562275" y="1515305"/>
                  </a:lnTo>
                  <a:lnTo>
                    <a:pt x="3562383" y="1515305"/>
                  </a:lnTo>
                  <a:lnTo>
                    <a:pt x="3562383" y="1514681"/>
                  </a:lnTo>
                  <a:lnTo>
                    <a:pt x="3562491" y="1514681"/>
                  </a:lnTo>
                  <a:lnTo>
                    <a:pt x="3562600" y="1514681"/>
                  </a:lnTo>
                  <a:lnTo>
                    <a:pt x="3562708" y="1514681"/>
                  </a:lnTo>
                  <a:lnTo>
                    <a:pt x="3562817" y="1514681"/>
                  </a:lnTo>
                  <a:lnTo>
                    <a:pt x="3562817" y="1514057"/>
                  </a:lnTo>
                  <a:lnTo>
                    <a:pt x="3562925" y="1514057"/>
                  </a:lnTo>
                  <a:lnTo>
                    <a:pt x="3563034" y="1514057"/>
                  </a:lnTo>
                  <a:lnTo>
                    <a:pt x="3563142" y="1514057"/>
                  </a:lnTo>
                  <a:lnTo>
                    <a:pt x="3563251" y="1514057"/>
                  </a:lnTo>
                  <a:lnTo>
                    <a:pt x="3563359" y="1514057"/>
                  </a:lnTo>
                  <a:lnTo>
                    <a:pt x="3563467" y="1514057"/>
                  </a:lnTo>
                  <a:lnTo>
                    <a:pt x="3563467" y="1513434"/>
                  </a:lnTo>
                  <a:lnTo>
                    <a:pt x="3563576" y="1513434"/>
                  </a:lnTo>
                  <a:lnTo>
                    <a:pt x="3563684" y="1513434"/>
                  </a:lnTo>
                  <a:lnTo>
                    <a:pt x="3563793" y="1513434"/>
                  </a:lnTo>
                  <a:lnTo>
                    <a:pt x="3563901" y="1513434"/>
                  </a:lnTo>
                  <a:lnTo>
                    <a:pt x="3564010" y="1513434"/>
                  </a:lnTo>
                  <a:lnTo>
                    <a:pt x="3564118" y="1513434"/>
                  </a:lnTo>
                  <a:lnTo>
                    <a:pt x="3564227" y="1513434"/>
                  </a:lnTo>
                  <a:lnTo>
                    <a:pt x="3564335" y="1513434"/>
                  </a:lnTo>
                  <a:lnTo>
                    <a:pt x="3564444" y="1513434"/>
                  </a:lnTo>
                  <a:lnTo>
                    <a:pt x="3564552" y="1513434"/>
                  </a:lnTo>
                  <a:lnTo>
                    <a:pt x="3564660" y="1513434"/>
                  </a:lnTo>
                  <a:lnTo>
                    <a:pt x="3564769" y="1513434"/>
                  </a:lnTo>
                  <a:lnTo>
                    <a:pt x="3564877" y="1513434"/>
                  </a:lnTo>
                  <a:lnTo>
                    <a:pt x="3564986" y="1513434"/>
                  </a:lnTo>
                  <a:lnTo>
                    <a:pt x="3564986" y="1512810"/>
                  </a:lnTo>
                  <a:lnTo>
                    <a:pt x="3564986" y="1512187"/>
                  </a:lnTo>
                  <a:lnTo>
                    <a:pt x="3564986" y="1511563"/>
                  </a:lnTo>
                  <a:lnTo>
                    <a:pt x="3565094" y="1511563"/>
                  </a:lnTo>
                  <a:lnTo>
                    <a:pt x="3565203" y="1511563"/>
                  </a:lnTo>
                  <a:lnTo>
                    <a:pt x="3565311" y="1511563"/>
                  </a:lnTo>
                  <a:lnTo>
                    <a:pt x="3565420" y="1511563"/>
                  </a:lnTo>
                  <a:lnTo>
                    <a:pt x="3565528" y="1511563"/>
                  </a:lnTo>
                  <a:lnTo>
                    <a:pt x="3565636" y="1511563"/>
                  </a:lnTo>
                  <a:lnTo>
                    <a:pt x="3565745" y="1511563"/>
                  </a:lnTo>
                  <a:lnTo>
                    <a:pt x="3565853" y="1511563"/>
                  </a:lnTo>
                  <a:lnTo>
                    <a:pt x="3565962" y="1511563"/>
                  </a:lnTo>
                  <a:lnTo>
                    <a:pt x="3566070" y="1511563"/>
                  </a:lnTo>
                  <a:lnTo>
                    <a:pt x="3566179" y="1511563"/>
                  </a:lnTo>
                  <a:lnTo>
                    <a:pt x="3566287" y="1511563"/>
                  </a:lnTo>
                  <a:lnTo>
                    <a:pt x="3566396" y="1511563"/>
                  </a:lnTo>
                  <a:lnTo>
                    <a:pt x="3566504" y="1511563"/>
                  </a:lnTo>
                  <a:lnTo>
                    <a:pt x="3566612" y="1511563"/>
                  </a:lnTo>
                  <a:lnTo>
                    <a:pt x="3566721" y="1511563"/>
                  </a:lnTo>
                  <a:lnTo>
                    <a:pt x="3566829" y="1511563"/>
                  </a:lnTo>
                  <a:lnTo>
                    <a:pt x="3566938" y="1511563"/>
                  </a:lnTo>
                  <a:lnTo>
                    <a:pt x="3567046" y="1511563"/>
                  </a:lnTo>
                  <a:lnTo>
                    <a:pt x="3567046" y="1510939"/>
                  </a:lnTo>
                  <a:lnTo>
                    <a:pt x="3567155" y="1510939"/>
                  </a:lnTo>
                  <a:lnTo>
                    <a:pt x="3567263" y="1510939"/>
                  </a:lnTo>
                  <a:lnTo>
                    <a:pt x="3567372" y="1510939"/>
                  </a:lnTo>
                  <a:lnTo>
                    <a:pt x="3567480" y="1510939"/>
                  </a:lnTo>
                  <a:lnTo>
                    <a:pt x="3567588" y="1510939"/>
                  </a:lnTo>
                  <a:lnTo>
                    <a:pt x="3567697" y="1510939"/>
                  </a:lnTo>
                  <a:lnTo>
                    <a:pt x="3567805" y="1510939"/>
                  </a:lnTo>
                  <a:lnTo>
                    <a:pt x="3567914" y="1510939"/>
                  </a:lnTo>
                  <a:lnTo>
                    <a:pt x="3568022" y="1510939"/>
                  </a:lnTo>
                  <a:lnTo>
                    <a:pt x="3568022" y="1510316"/>
                  </a:lnTo>
                  <a:lnTo>
                    <a:pt x="3568131" y="1510316"/>
                  </a:lnTo>
                  <a:lnTo>
                    <a:pt x="3568239" y="1510316"/>
                  </a:lnTo>
                  <a:lnTo>
                    <a:pt x="3568348" y="1510316"/>
                  </a:lnTo>
                  <a:lnTo>
                    <a:pt x="3568456" y="1510316"/>
                  </a:lnTo>
                  <a:lnTo>
                    <a:pt x="3568565" y="1510316"/>
                  </a:lnTo>
                  <a:lnTo>
                    <a:pt x="3568673" y="1510316"/>
                  </a:lnTo>
                  <a:lnTo>
                    <a:pt x="3568781" y="1510316"/>
                  </a:lnTo>
                  <a:lnTo>
                    <a:pt x="3568890" y="1510316"/>
                  </a:lnTo>
                  <a:lnTo>
                    <a:pt x="3568998" y="1510316"/>
                  </a:lnTo>
                  <a:lnTo>
                    <a:pt x="3569107" y="1510316"/>
                  </a:lnTo>
                  <a:lnTo>
                    <a:pt x="3569215" y="1510316"/>
                  </a:lnTo>
                  <a:lnTo>
                    <a:pt x="3569324" y="1510316"/>
                  </a:lnTo>
                  <a:lnTo>
                    <a:pt x="3569432" y="1510316"/>
                  </a:lnTo>
                  <a:lnTo>
                    <a:pt x="3569541" y="1510316"/>
                  </a:lnTo>
                  <a:lnTo>
                    <a:pt x="3569541" y="1509692"/>
                  </a:lnTo>
                  <a:lnTo>
                    <a:pt x="3569649" y="1509692"/>
                  </a:lnTo>
                  <a:lnTo>
                    <a:pt x="3569757" y="1509692"/>
                  </a:lnTo>
                  <a:lnTo>
                    <a:pt x="3569866" y="1509692"/>
                  </a:lnTo>
                  <a:lnTo>
                    <a:pt x="3569974" y="1509692"/>
                  </a:lnTo>
                  <a:lnTo>
                    <a:pt x="3570083" y="1509692"/>
                  </a:lnTo>
                  <a:lnTo>
                    <a:pt x="3570191" y="1509692"/>
                  </a:lnTo>
                  <a:lnTo>
                    <a:pt x="3570300" y="1509692"/>
                  </a:lnTo>
                  <a:lnTo>
                    <a:pt x="3570408" y="1509692"/>
                  </a:lnTo>
                  <a:lnTo>
                    <a:pt x="3570517" y="1509692"/>
                  </a:lnTo>
                  <a:lnTo>
                    <a:pt x="3570517" y="1509069"/>
                  </a:lnTo>
                  <a:lnTo>
                    <a:pt x="3570625" y="1509069"/>
                  </a:lnTo>
                  <a:lnTo>
                    <a:pt x="3570625" y="1508445"/>
                  </a:lnTo>
                  <a:lnTo>
                    <a:pt x="3570733" y="1508445"/>
                  </a:lnTo>
                  <a:lnTo>
                    <a:pt x="3570842" y="1508445"/>
                  </a:lnTo>
                  <a:lnTo>
                    <a:pt x="3570842" y="1507822"/>
                  </a:lnTo>
                  <a:lnTo>
                    <a:pt x="3570950" y="1507822"/>
                  </a:lnTo>
                  <a:lnTo>
                    <a:pt x="3571059" y="1507822"/>
                  </a:lnTo>
                  <a:lnTo>
                    <a:pt x="3571167" y="1507822"/>
                  </a:lnTo>
                  <a:lnTo>
                    <a:pt x="3571276" y="1507822"/>
                  </a:lnTo>
                  <a:lnTo>
                    <a:pt x="3571384" y="1507822"/>
                  </a:lnTo>
                  <a:lnTo>
                    <a:pt x="3571493" y="1507822"/>
                  </a:lnTo>
                  <a:lnTo>
                    <a:pt x="3571601" y="1507822"/>
                  </a:lnTo>
                  <a:lnTo>
                    <a:pt x="3571709" y="1507822"/>
                  </a:lnTo>
                  <a:lnTo>
                    <a:pt x="3571818" y="1507822"/>
                  </a:lnTo>
                  <a:lnTo>
                    <a:pt x="3571926" y="1507822"/>
                  </a:lnTo>
                  <a:lnTo>
                    <a:pt x="3571926" y="1507198"/>
                  </a:lnTo>
                  <a:lnTo>
                    <a:pt x="3572035" y="1507198"/>
                  </a:lnTo>
                  <a:lnTo>
                    <a:pt x="3572143" y="1507198"/>
                  </a:lnTo>
                  <a:lnTo>
                    <a:pt x="3572252" y="1507198"/>
                  </a:lnTo>
                  <a:lnTo>
                    <a:pt x="3572360" y="1507198"/>
                  </a:lnTo>
                  <a:lnTo>
                    <a:pt x="3572469" y="1507198"/>
                  </a:lnTo>
                  <a:lnTo>
                    <a:pt x="3572577" y="1507198"/>
                  </a:lnTo>
                  <a:lnTo>
                    <a:pt x="3572686" y="1507198"/>
                  </a:lnTo>
                  <a:lnTo>
                    <a:pt x="3572794" y="1507198"/>
                  </a:lnTo>
                  <a:lnTo>
                    <a:pt x="3572794" y="1506574"/>
                  </a:lnTo>
                  <a:lnTo>
                    <a:pt x="3572902" y="1506574"/>
                  </a:lnTo>
                  <a:lnTo>
                    <a:pt x="3572902" y="1505951"/>
                  </a:lnTo>
                  <a:lnTo>
                    <a:pt x="3573011" y="1505951"/>
                  </a:lnTo>
                  <a:lnTo>
                    <a:pt x="3573119" y="1505951"/>
                  </a:lnTo>
                  <a:lnTo>
                    <a:pt x="3573228" y="1505951"/>
                  </a:lnTo>
                  <a:lnTo>
                    <a:pt x="3573336" y="1505951"/>
                  </a:lnTo>
                  <a:lnTo>
                    <a:pt x="3573445" y="1505951"/>
                  </a:lnTo>
                  <a:lnTo>
                    <a:pt x="3573445" y="1505327"/>
                  </a:lnTo>
                  <a:lnTo>
                    <a:pt x="3573553" y="1505327"/>
                  </a:lnTo>
                  <a:lnTo>
                    <a:pt x="3573662" y="1505327"/>
                  </a:lnTo>
                  <a:lnTo>
                    <a:pt x="3573770" y="1505327"/>
                  </a:lnTo>
                  <a:lnTo>
                    <a:pt x="3573878" y="1505327"/>
                  </a:lnTo>
                  <a:lnTo>
                    <a:pt x="3573987" y="1505327"/>
                  </a:lnTo>
                  <a:lnTo>
                    <a:pt x="3574095" y="1505327"/>
                  </a:lnTo>
                  <a:lnTo>
                    <a:pt x="3574204" y="1505327"/>
                  </a:lnTo>
                  <a:lnTo>
                    <a:pt x="3574312" y="1505327"/>
                  </a:lnTo>
                  <a:lnTo>
                    <a:pt x="3574421" y="1505327"/>
                  </a:lnTo>
                  <a:lnTo>
                    <a:pt x="3574529" y="1505327"/>
                  </a:lnTo>
                  <a:lnTo>
                    <a:pt x="3574638" y="1505327"/>
                  </a:lnTo>
                  <a:lnTo>
                    <a:pt x="3574746" y="1505327"/>
                  </a:lnTo>
                  <a:lnTo>
                    <a:pt x="3574854" y="1505327"/>
                  </a:lnTo>
                  <a:lnTo>
                    <a:pt x="3574963" y="1505327"/>
                  </a:lnTo>
                  <a:lnTo>
                    <a:pt x="3575071" y="1505327"/>
                  </a:lnTo>
                  <a:lnTo>
                    <a:pt x="3575180" y="1505327"/>
                  </a:lnTo>
                  <a:lnTo>
                    <a:pt x="3575180" y="1504704"/>
                  </a:lnTo>
                  <a:lnTo>
                    <a:pt x="3575288" y="1504704"/>
                  </a:lnTo>
                  <a:lnTo>
                    <a:pt x="3575397" y="1504704"/>
                  </a:lnTo>
                  <a:lnTo>
                    <a:pt x="3575505" y="1504704"/>
                  </a:lnTo>
                  <a:lnTo>
                    <a:pt x="3575614" y="1504704"/>
                  </a:lnTo>
                  <a:lnTo>
                    <a:pt x="3575722" y="1504704"/>
                  </a:lnTo>
                  <a:lnTo>
                    <a:pt x="3575830" y="1504704"/>
                  </a:lnTo>
                  <a:lnTo>
                    <a:pt x="3575939" y="1504704"/>
                  </a:lnTo>
                  <a:lnTo>
                    <a:pt x="3575939" y="1504080"/>
                  </a:lnTo>
                  <a:lnTo>
                    <a:pt x="3576047" y="1504080"/>
                  </a:lnTo>
                  <a:lnTo>
                    <a:pt x="3576156" y="1504080"/>
                  </a:lnTo>
                  <a:lnTo>
                    <a:pt x="3576264" y="1504080"/>
                  </a:lnTo>
                  <a:lnTo>
                    <a:pt x="3576264" y="1503456"/>
                  </a:lnTo>
                  <a:lnTo>
                    <a:pt x="3576373" y="1503456"/>
                  </a:lnTo>
                  <a:lnTo>
                    <a:pt x="3576373" y="1502833"/>
                  </a:lnTo>
                  <a:lnTo>
                    <a:pt x="3576481" y="1502833"/>
                  </a:lnTo>
                  <a:lnTo>
                    <a:pt x="3576590" y="1502833"/>
                  </a:lnTo>
                  <a:lnTo>
                    <a:pt x="3576698" y="1502833"/>
                  </a:lnTo>
                  <a:lnTo>
                    <a:pt x="3576807" y="1502833"/>
                  </a:lnTo>
                  <a:lnTo>
                    <a:pt x="3576915" y="1502833"/>
                  </a:lnTo>
                  <a:lnTo>
                    <a:pt x="3577023" y="1502833"/>
                  </a:lnTo>
                  <a:lnTo>
                    <a:pt x="3577132" y="1502833"/>
                  </a:lnTo>
                  <a:lnTo>
                    <a:pt x="3577240" y="1502833"/>
                  </a:lnTo>
                  <a:lnTo>
                    <a:pt x="3577240" y="1502209"/>
                  </a:lnTo>
                  <a:lnTo>
                    <a:pt x="3577349" y="1502209"/>
                  </a:lnTo>
                  <a:lnTo>
                    <a:pt x="3577457" y="1502209"/>
                  </a:lnTo>
                  <a:lnTo>
                    <a:pt x="3577566" y="1502209"/>
                  </a:lnTo>
                  <a:lnTo>
                    <a:pt x="3577674" y="1502209"/>
                  </a:lnTo>
                  <a:lnTo>
                    <a:pt x="3577783" y="1502209"/>
                  </a:lnTo>
                  <a:lnTo>
                    <a:pt x="3577891" y="1502209"/>
                  </a:lnTo>
                  <a:lnTo>
                    <a:pt x="3577891" y="1501586"/>
                  </a:lnTo>
                  <a:lnTo>
                    <a:pt x="3577999" y="1501586"/>
                  </a:lnTo>
                  <a:lnTo>
                    <a:pt x="3578108" y="1501586"/>
                  </a:lnTo>
                  <a:lnTo>
                    <a:pt x="3578216" y="1501586"/>
                  </a:lnTo>
                  <a:lnTo>
                    <a:pt x="3578325" y="1501586"/>
                  </a:lnTo>
                  <a:lnTo>
                    <a:pt x="3578433" y="1501586"/>
                  </a:lnTo>
                  <a:lnTo>
                    <a:pt x="3578542" y="1501586"/>
                  </a:lnTo>
                  <a:lnTo>
                    <a:pt x="3578650" y="1501586"/>
                  </a:lnTo>
                  <a:lnTo>
                    <a:pt x="3578759" y="1501586"/>
                  </a:lnTo>
                  <a:lnTo>
                    <a:pt x="3578867" y="1501586"/>
                  </a:lnTo>
                  <a:lnTo>
                    <a:pt x="3578975" y="1501586"/>
                  </a:lnTo>
                  <a:lnTo>
                    <a:pt x="3579084" y="1501586"/>
                  </a:lnTo>
                  <a:lnTo>
                    <a:pt x="3579192" y="1501586"/>
                  </a:lnTo>
                  <a:lnTo>
                    <a:pt x="3579301" y="1501586"/>
                  </a:lnTo>
                  <a:lnTo>
                    <a:pt x="3579409" y="1501586"/>
                  </a:lnTo>
                  <a:lnTo>
                    <a:pt x="3579518" y="1501586"/>
                  </a:lnTo>
                  <a:lnTo>
                    <a:pt x="3579626" y="1501586"/>
                  </a:lnTo>
                  <a:lnTo>
                    <a:pt x="3579735" y="1501586"/>
                  </a:lnTo>
                  <a:lnTo>
                    <a:pt x="3579735" y="1500962"/>
                  </a:lnTo>
                  <a:lnTo>
                    <a:pt x="3579843" y="1500962"/>
                  </a:lnTo>
                  <a:lnTo>
                    <a:pt x="3579951" y="1500962"/>
                  </a:lnTo>
                  <a:lnTo>
                    <a:pt x="3579951" y="1500339"/>
                  </a:lnTo>
                  <a:lnTo>
                    <a:pt x="3580060" y="1500339"/>
                  </a:lnTo>
                  <a:lnTo>
                    <a:pt x="3580168" y="1500339"/>
                  </a:lnTo>
                  <a:lnTo>
                    <a:pt x="3580277" y="1500339"/>
                  </a:lnTo>
                  <a:lnTo>
                    <a:pt x="3580385" y="1500339"/>
                  </a:lnTo>
                  <a:lnTo>
                    <a:pt x="3580494" y="1500339"/>
                  </a:lnTo>
                  <a:lnTo>
                    <a:pt x="3580602" y="1500339"/>
                  </a:lnTo>
                  <a:lnTo>
                    <a:pt x="3580711" y="1500339"/>
                  </a:lnTo>
                  <a:lnTo>
                    <a:pt x="3580819" y="1500339"/>
                  </a:lnTo>
                  <a:lnTo>
                    <a:pt x="3580927" y="1500339"/>
                  </a:lnTo>
                  <a:lnTo>
                    <a:pt x="3581036" y="1500339"/>
                  </a:lnTo>
                  <a:lnTo>
                    <a:pt x="3581144" y="1500339"/>
                  </a:lnTo>
                  <a:lnTo>
                    <a:pt x="3581253" y="1500339"/>
                  </a:lnTo>
                  <a:lnTo>
                    <a:pt x="3581361" y="1500339"/>
                  </a:lnTo>
                  <a:lnTo>
                    <a:pt x="3581470" y="1500339"/>
                  </a:lnTo>
                  <a:lnTo>
                    <a:pt x="3581470" y="1499715"/>
                  </a:lnTo>
                  <a:lnTo>
                    <a:pt x="3581578" y="1499715"/>
                  </a:lnTo>
                  <a:lnTo>
                    <a:pt x="3581687" y="1499715"/>
                  </a:lnTo>
                  <a:lnTo>
                    <a:pt x="3581795" y="1499715"/>
                  </a:lnTo>
                  <a:lnTo>
                    <a:pt x="3581904" y="1499715"/>
                  </a:lnTo>
                  <a:lnTo>
                    <a:pt x="3582012" y="1499715"/>
                  </a:lnTo>
                  <a:lnTo>
                    <a:pt x="3582120" y="1499715"/>
                  </a:lnTo>
                  <a:lnTo>
                    <a:pt x="3582229" y="1499715"/>
                  </a:lnTo>
                  <a:lnTo>
                    <a:pt x="3582337" y="1499715"/>
                  </a:lnTo>
                  <a:lnTo>
                    <a:pt x="3582446" y="1499715"/>
                  </a:lnTo>
                  <a:lnTo>
                    <a:pt x="3582554" y="1499715"/>
                  </a:lnTo>
                  <a:lnTo>
                    <a:pt x="3582663" y="1499715"/>
                  </a:lnTo>
                  <a:lnTo>
                    <a:pt x="3582771" y="1499715"/>
                  </a:lnTo>
                  <a:lnTo>
                    <a:pt x="3582880" y="1499715"/>
                  </a:lnTo>
                  <a:lnTo>
                    <a:pt x="3582988" y="1499715"/>
                  </a:lnTo>
                  <a:lnTo>
                    <a:pt x="3583096" y="1499715"/>
                  </a:lnTo>
                  <a:lnTo>
                    <a:pt x="3583205" y="1499715"/>
                  </a:lnTo>
                  <a:lnTo>
                    <a:pt x="3583313" y="1499715"/>
                  </a:lnTo>
                  <a:lnTo>
                    <a:pt x="3583422" y="1499715"/>
                  </a:lnTo>
                  <a:lnTo>
                    <a:pt x="3583530" y="1499715"/>
                  </a:lnTo>
                  <a:lnTo>
                    <a:pt x="3583639" y="1499715"/>
                  </a:lnTo>
                  <a:lnTo>
                    <a:pt x="3583747" y="1499715"/>
                  </a:lnTo>
                  <a:lnTo>
                    <a:pt x="3583856" y="1499715"/>
                  </a:lnTo>
                  <a:lnTo>
                    <a:pt x="3583964" y="1499715"/>
                  </a:lnTo>
                  <a:lnTo>
                    <a:pt x="3584072" y="1499715"/>
                  </a:lnTo>
                  <a:lnTo>
                    <a:pt x="3584181" y="1499715"/>
                  </a:lnTo>
                  <a:lnTo>
                    <a:pt x="3584289" y="1499715"/>
                  </a:lnTo>
                  <a:lnTo>
                    <a:pt x="3584398" y="1499715"/>
                  </a:lnTo>
                  <a:lnTo>
                    <a:pt x="3584398" y="1499091"/>
                  </a:lnTo>
                  <a:lnTo>
                    <a:pt x="3584506" y="1499091"/>
                  </a:lnTo>
                  <a:lnTo>
                    <a:pt x="3584615" y="1499091"/>
                  </a:lnTo>
                  <a:lnTo>
                    <a:pt x="3584723" y="1499091"/>
                  </a:lnTo>
                  <a:lnTo>
                    <a:pt x="3584832" y="1499091"/>
                  </a:lnTo>
                  <a:lnTo>
                    <a:pt x="3584940" y="1499091"/>
                  </a:lnTo>
                  <a:lnTo>
                    <a:pt x="3585048" y="1499091"/>
                  </a:lnTo>
                  <a:lnTo>
                    <a:pt x="3585157" y="1499091"/>
                  </a:lnTo>
                  <a:lnTo>
                    <a:pt x="3585265" y="1499091"/>
                  </a:lnTo>
                  <a:lnTo>
                    <a:pt x="3585374" y="1499091"/>
                  </a:lnTo>
                  <a:lnTo>
                    <a:pt x="3585482" y="1499091"/>
                  </a:lnTo>
                  <a:lnTo>
                    <a:pt x="3585591" y="1499091"/>
                  </a:lnTo>
                  <a:lnTo>
                    <a:pt x="3585699" y="1499091"/>
                  </a:lnTo>
                  <a:lnTo>
                    <a:pt x="3585808" y="1499091"/>
                  </a:lnTo>
                  <a:lnTo>
                    <a:pt x="3585808" y="1498468"/>
                  </a:lnTo>
                  <a:lnTo>
                    <a:pt x="3585916" y="1498468"/>
                  </a:lnTo>
                  <a:lnTo>
                    <a:pt x="3586025" y="1498468"/>
                  </a:lnTo>
                  <a:lnTo>
                    <a:pt x="3586133" y="1498468"/>
                  </a:lnTo>
                  <a:lnTo>
                    <a:pt x="3586241" y="1498468"/>
                  </a:lnTo>
                  <a:lnTo>
                    <a:pt x="3586241" y="1497844"/>
                  </a:lnTo>
                  <a:lnTo>
                    <a:pt x="3586350" y="1497844"/>
                  </a:lnTo>
                  <a:lnTo>
                    <a:pt x="3586458" y="1497844"/>
                  </a:lnTo>
                  <a:lnTo>
                    <a:pt x="3586458" y="1497221"/>
                  </a:lnTo>
                  <a:lnTo>
                    <a:pt x="3586458" y="1496597"/>
                  </a:lnTo>
                  <a:lnTo>
                    <a:pt x="3586567" y="1496597"/>
                  </a:lnTo>
                  <a:lnTo>
                    <a:pt x="3586675" y="1496597"/>
                  </a:lnTo>
                  <a:lnTo>
                    <a:pt x="3586784" y="1496597"/>
                  </a:lnTo>
                  <a:lnTo>
                    <a:pt x="3586892" y="1496597"/>
                  </a:lnTo>
                  <a:lnTo>
                    <a:pt x="3587001" y="1496597"/>
                  </a:lnTo>
                  <a:lnTo>
                    <a:pt x="3587109" y="1496597"/>
                  </a:lnTo>
                  <a:lnTo>
                    <a:pt x="3587217" y="1496597"/>
                  </a:lnTo>
                  <a:lnTo>
                    <a:pt x="3587326" y="1496597"/>
                  </a:lnTo>
                  <a:lnTo>
                    <a:pt x="3587434" y="1496597"/>
                  </a:lnTo>
                  <a:lnTo>
                    <a:pt x="3587543" y="1496597"/>
                  </a:lnTo>
                  <a:lnTo>
                    <a:pt x="3587651" y="1496597"/>
                  </a:lnTo>
                  <a:lnTo>
                    <a:pt x="3587760" y="1496597"/>
                  </a:lnTo>
                  <a:lnTo>
                    <a:pt x="3587868" y="1496597"/>
                  </a:lnTo>
                  <a:lnTo>
                    <a:pt x="3587977" y="1496597"/>
                  </a:lnTo>
                  <a:lnTo>
                    <a:pt x="3588085" y="1496597"/>
                  </a:lnTo>
                  <a:lnTo>
                    <a:pt x="3588193" y="1496597"/>
                  </a:lnTo>
                  <a:lnTo>
                    <a:pt x="3588302" y="1496597"/>
                  </a:lnTo>
                  <a:lnTo>
                    <a:pt x="3588302" y="1495973"/>
                  </a:lnTo>
                  <a:lnTo>
                    <a:pt x="3588302" y="1495350"/>
                  </a:lnTo>
                  <a:lnTo>
                    <a:pt x="3588410" y="1495350"/>
                  </a:lnTo>
                  <a:lnTo>
                    <a:pt x="3588519" y="1495350"/>
                  </a:lnTo>
                  <a:lnTo>
                    <a:pt x="3588627" y="1495350"/>
                  </a:lnTo>
                  <a:lnTo>
                    <a:pt x="3588627" y="1494726"/>
                  </a:lnTo>
                  <a:lnTo>
                    <a:pt x="3588736" y="1494726"/>
                  </a:lnTo>
                  <a:lnTo>
                    <a:pt x="3588844" y="1494726"/>
                  </a:lnTo>
                  <a:lnTo>
                    <a:pt x="3588844" y="1494103"/>
                  </a:lnTo>
                  <a:lnTo>
                    <a:pt x="3588953" y="1494103"/>
                  </a:lnTo>
                  <a:lnTo>
                    <a:pt x="3589061" y="1494103"/>
                  </a:lnTo>
                  <a:lnTo>
                    <a:pt x="3589169" y="1494103"/>
                  </a:lnTo>
                  <a:lnTo>
                    <a:pt x="3589278" y="1494103"/>
                  </a:lnTo>
                  <a:lnTo>
                    <a:pt x="3589386" y="1494103"/>
                  </a:lnTo>
                  <a:lnTo>
                    <a:pt x="3589495" y="1494103"/>
                  </a:lnTo>
                  <a:lnTo>
                    <a:pt x="3589603" y="1494103"/>
                  </a:lnTo>
                  <a:lnTo>
                    <a:pt x="3589712" y="1494103"/>
                  </a:lnTo>
                  <a:lnTo>
                    <a:pt x="3589820" y="1494103"/>
                  </a:lnTo>
                  <a:lnTo>
                    <a:pt x="3589929" y="1494103"/>
                  </a:lnTo>
                  <a:lnTo>
                    <a:pt x="3590037" y="1494103"/>
                  </a:lnTo>
                  <a:lnTo>
                    <a:pt x="3590146" y="1494103"/>
                  </a:lnTo>
                  <a:lnTo>
                    <a:pt x="3590254" y="1494103"/>
                  </a:lnTo>
                  <a:lnTo>
                    <a:pt x="3590362" y="1494103"/>
                  </a:lnTo>
                  <a:lnTo>
                    <a:pt x="3590471" y="1494103"/>
                  </a:lnTo>
                  <a:lnTo>
                    <a:pt x="3590471" y="1493479"/>
                  </a:lnTo>
                  <a:lnTo>
                    <a:pt x="3590471" y="1492856"/>
                  </a:lnTo>
                  <a:lnTo>
                    <a:pt x="3590579" y="1492856"/>
                  </a:lnTo>
                  <a:lnTo>
                    <a:pt x="3590688" y="1492856"/>
                  </a:lnTo>
                  <a:lnTo>
                    <a:pt x="3590796" y="1492856"/>
                  </a:lnTo>
                  <a:lnTo>
                    <a:pt x="3590905" y="1492856"/>
                  </a:lnTo>
                  <a:lnTo>
                    <a:pt x="3591013" y="1492856"/>
                  </a:lnTo>
                  <a:lnTo>
                    <a:pt x="3591122" y="1492856"/>
                  </a:lnTo>
                  <a:lnTo>
                    <a:pt x="3591122" y="1492232"/>
                  </a:lnTo>
                  <a:lnTo>
                    <a:pt x="3591230" y="1492232"/>
                  </a:lnTo>
                  <a:lnTo>
                    <a:pt x="3591338" y="1492232"/>
                  </a:lnTo>
                  <a:lnTo>
                    <a:pt x="3591447" y="1492232"/>
                  </a:lnTo>
                  <a:lnTo>
                    <a:pt x="3591447" y="1491608"/>
                  </a:lnTo>
                  <a:lnTo>
                    <a:pt x="3591447" y="1490985"/>
                  </a:lnTo>
                  <a:lnTo>
                    <a:pt x="3591555" y="1490985"/>
                  </a:lnTo>
                  <a:lnTo>
                    <a:pt x="3591664" y="1490985"/>
                  </a:lnTo>
                  <a:lnTo>
                    <a:pt x="3591772" y="1490985"/>
                  </a:lnTo>
                  <a:lnTo>
                    <a:pt x="3591881" y="1490985"/>
                  </a:lnTo>
                  <a:lnTo>
                    <a:pt x="3591989" y="1490985"/>
                  </a:lnTo>
                  <a:lnTo>
                    <a:pt x="3592098" y="1490985"/>
                  </a:lnTo>
                  <a:lnTo>
                    <a:pt x="3592206" y="1490985"/>
                  </a:lnTo>
                  <a:lnTo>
                    <a:pt x="3592206" y="1490361"/>
                  </a:lnTo>
                  <a:lnTo>
                    <a:pt x="3592314" y="1490361"/>
                  </a:lnTo>
                  <a:lnTo>
                    <a:pt x="3592423" y="1490361"/>
                  </a:lnTo>
                  <a:lnTo>
                    <a:pt x="3592531" y="1490361"/>
                  </a:lnTo>
                  <a:lnTo>
                    <a:pt x="3592640" y="1490361"/>
                  </a:lnTo>
                  <a:lnTo>
                    <a:pt x="3592748" y="1490361"/>
                  </a:lnTo>
                  <a:lnTo>
                    <a:pt x="3592857" y="1490361"/>
                  </a:lnTo>
                  <a:lnTo>
                    <a:pt x="3592965" y="1490361"/>
                  </a:lnTo>
                  <a:lnTo>
                    <a:pt x="3593074" y="1490361"/>
                  </a:lnTo>
                  <a:lnTo>
                    <a:pt x="3593182" y="1490361"/>
                  </a:lnTo>
                  <a:lnTo>
                    <a:pt x="3593290" y="1490361"/>
                  </a:lnTo>
                  <a:lnTo>
                    <a:pt x="3593399" y="1490361"/>
                  </a:lnTo>
                  <a:lnTo>
                    <a:pt x="3593507" y="1490361"/>
                  </a:lnTo>
                  <a:lnTo>
                    <a:pt x="3593616" y="1490361"/>
                  </a:lnTo>
                  <a:lnTo>
                    <a:pt x="3593724" y="1490361"/>
                  </a:lnTo>
                  <a:lnTo>
                    <a:pt x="3593833" y="1490361"/>
                  </a:lnTo>
                  <a:lnTo>
                    <a:pt x="3593941" y="1490361"/>
                  </a:lnTo>
                  <a:lnTo>
                    <a:pt x="3594050" y="1490361"/>
                  </a:lnTo>
                  <a:lnTo>
                    <a:pt x="3594158" y="1490361"/>
                  </a:lnTo>
                  <a:lnTo>
                    <a:pt x="3594267" y="1490361"/>
                  </a:lnTo>
                  <a:lnTo>
                    <a:pt x="3594375" y="1490361"/>
                  </a:lnTo>
                  <a:lnTo>
                    <a:pt x="3594483" y="1490361"/>
                  </a:lnTo>
                  <a:lnTo>
                    <a:pt x="3594592" y="1490361"/>
                  </a:lnTo>
                  <a:lnTo>
                    <a:pt x="3594700" y="1490361"/>
                  </a:lnTo>
                  <a:lnTo>
                    <a:pt x="3594809" y="1490361"/>
                  </a:lnTo>
                  <a:lnTo>
                    <a:pt x="3594917" y="1490361"/>
                  </a:lnTo>
                  <a:lnTo>
                    <a:pt x="3595026" y="1490361"/>
                  </a:lnTo>
                  <a:lnTo>
                    <a:pt x="3595134" y="1490361"/>
                  </a:lnTo>
                  <a:lnTo>
                    <a:pt x="3595243" y="1490361"/>
                  </a:lnTo>
                  <a:lnTo>
                    <a:pt x="3595351" y="1490361"/>
                  </a:lnTo>
                  <a:lnTo>
                    <a:pt x="3595459" y="1490361"/>
                  </a:lnTo>
                  <a:lnTo>
                    <a:pt x="3595568" y="1490361"/>
                  </a:lnTo>
                  <a:lnTo>
                    <a:pt x="3595676" y="1490361"/>
                  </a:lnTo>
                  <a:lnTo>
                    <a:pt x="3595785" y="1490361"/>
                  </a:lnTo>
                  <a:lnTo>
                    <a:pt x="3595893" y="1490361"/>
                  </a:lnTo>
                  <a:lnTo>
                    <a:pt x="3595893" y="1489738"/>
                  </a:lnTo>
                  <a:lnTo>
                    <a:pt x="3596002" y="1489738"/>
                  </a:lnTo>
                  <a:lnTo>
                    <a:pt x="3596110" y="1489738"/>
                  </a:lnTo>
                  <a:lnTo>
                    <a:pt x="3596219" y="1489738"/>
                  </a:lnTo>
                  <a:lnTo>
                    <a:pt x="3596327" y="1489738"/>
                  </a:lnTo>
                  <a:lnTo>
                    <a:pt x="3596435" y="1489738"/>
                  </a:lnTo>
                  <a:lnTo>
                    <a:pt x="3596544" y="1489738"/>
                  </a:lnTo>
                  <a:lnTo>
                    <a:pt x="3596652" y="1489738"/>
                  </a:lnTo>
                  <a:lnTo>
                    <a:pt x="3596761" y="1489738"/>
                  </a:lnTo>
                  <a:lnTo>
                    <a:pt x="3596869" y="1489738"/>
                  </a:lnTo>
                  <a:lnTo>
                    <a:pt x="3596978" y="1489738"/>
                  </a:lnTo>
                  <a:lnTo>
                    <a:pt x="3597086" y="1489738"/>
                  </a:lnTo>
                  <a:lnTo>
                    <a:pt x="3597195" y="1489738"/>
                  </a:lnTo>
                  <a:lnTo>
                    <a:pt x="3597303" y="1489738"/>
                  </a:lnTo>
                  <a:lnTo>
                    <a:pt x="3597411" y="1489738"/>
                  </a:lnTo>
                  <a:lnTo>
                    <a:pt x="3597520" y="1489738"/>
                  </a:lnTo>
                  <a:lnTo>
                    <a:pt x="3597628" y="1489738"/>
                  </a:lnTo>
                  <a:lnTo>
                    <a:pt x="3597737" y="1489738"/>
                  </a:lnTo>
                  <a:lnTo>
                    <a:pt x="3597845" y="1489738"/>
                  </a:lnTo>
                  <a:lnTo>
                    <a:pt x="3597954" y="1489738"/>
                  </a:lnTo>
                  <a:lnTo>
                    <a:pt x="3598062" y="1489738"/>
                  </a:lnTo>
                  <a:lnTo>
                    <a:pt x="3598171" y="1489738"/>
                  </a:lnTo>
                  <a:lnTo>
                    <a:pt x="3598279" y="1489738"/>
                  </a:lnTo>
                  <a:lnTo>
                    <a:pt x="3598279" y="1489114"/>
                  </a:lnTo>
                  <a:lnTo>
                    <a:pt x="3598279" y="1488490"/>
                  </a:lnTo>
                  <a:lnTo>
                    <a:pt x="3598388" y="1488490"/>
                  </a:lnTo>
                  <a:lnTo>
                    <a:pt x="3598496" y="1488490"/>
                  </a:lnTo>
                  <a:lnTo>
                    <a:pt x="3598604" y="1488490"/>
                  </a:lnTo>
                  <a:lnTo>
                    <a:pt x="3598713" y="1488490"/>
                  </a:lnTo>
                  <a:lnTo>
                    <a:pt x="3598713" y="1487867"/>
                  </a:lnTo>
                  <a:lnTo>
                    <a:pt x="3598821" y="1487867"/>
                  </a:lnTo>
                  <a:lnTo>
                    <a:pt x="3598821" y="1487243"/>
                  </a:lnTo>
                  <a:lnTo>
                    <a:pt x="3598821" y="1486620"/>
                  </a:lnTo>
                  <a:lnTo>
                    <a:pt x="3598930" y="1486620"/>
                  </a:lnTo>
                  <a:lnTo>
                    <a:pt x="3598930" y="1485996"/>
                  </a:lnTo>
                  <a:lnTo>
                    <a:pt x="3599038" y="1485996"/>
                  </a:lnTo>
                  <a:lnTo>
                    <a:pt x="3599147" y="1485996"/>
                  </a:lnTo>
                  <a:lnTo>
                    <a:pt x="3599255" y="1485996"/>
                  </a:lnTo>
                  <a:lnTo>
                    <a:pt x="3599364" y="1485996"/>
                  </a:lnTo>
                  <a:lnTo>
                    <a:pt x="3599472" y="1485996"/>
                  </a:lnTo>
                  <a:lnTo>
                    <a:pt x="3599580" y="1485996"/>
                  </a:lnTo>
                  <a:lnTo>
                    <a:pt x="3599689" y="1485996"/>
                  </a:lnTo>
                  <a:lnTo>
                    <a:pt x="3599797" y="1485996"/>
                  </a:lnTo>
                  <a:lnTo>
                    <a:pt x="3599906" y="1485996"/>
                  </a:lnTo>
                  <a:lnTo>
                    <a:pt x="3600014" y="1485996"/>
                  </a:lnTo>
                  <a:lnTo>
                    <a:pt x="3600123" y="1485996"/>
                  </a:lnTo>
                  <a:lnTo>
                    <a:pt x="3600231" y="1485996"/>
                  </a:lnTo>
                  <a:lnTo>
                    <a:pt x="3600340" y="1485996"/>
                  </a:lnTo>
                  <a:lnTo>
                    <a:pt x="3600448" y="1485996"/>
                  </a:lnTo>
                  <a:lnTo>
                    <a:pt x="3600556" y="1485996"/>
                  </a:lnTo>
                  <a:lnTo>
                    <a:pt x="3600665" y="1485996"/>
                  </a:lnTo>
                  <a:lnTo>
                    <a:pt x="3600773" y="1485996"/>
                  </a:lnTo>
                  <a:lnTo>
                    <a:pt x="3600882" y="1485996"/>
                  </a:lnTo>
                  <a:lnTo>
                    <a:pt x="3600990" y="1485996"/>
                  </a:lnTo>
                  <a:lnTo>
                    <a:pt x="3601099" y="1485996"/>
                  </a:lnTo>
                  <a:lnTo>
                    <a:pt x="3601207" y="1485996"/>
                  </a:lnTo>
                  <a:lnTo>
                    <a:pt x="3601316" y="1485996"/>
                  </a:lnTo>
                  <a:lnTo>
                    <a:pt x="3601424" y="1485996"/>
                  </a:lnTo>
                  <a:lnTo>
                    <a:pt x="3601532" y="1485996"/>
                  </a:lnTo>
                  <a:lnTo>
                    <a:pt x="3601641" y="1485996"/>
                  </a:lnTo>
                  <a:lnTo>
                    <a:pt x="3601641" y="1485373"/>
                  </a:lnTo>
                  <a:lnTo>
                    <a:pt x="3601749" y="1485373"/>
                  </a:lnTo>
                  <a:lnTo>
                    <a:pt x="3601749" y="1484749"/>
                  </a:lnTo>
                  <a:lnTo>
                    <a:pt x="3601858" y="1484749"/>
                  </a:lnTo>
                  <a:lnTo>
                    <a:pt x="3601966" y="1484749"/>
                  </a:lnTo>
                  <a:lnTo>
                    <a:pt x="3602075" y="1484749"/>
                  </a:lnTo>
                  <a:lnTo>
                    <a:pt x="3602183" y="1484749"/>
                  </a:lnTo>
                  <a:lnTo>
                    <a:pt x="3602292" y="1484749"/>
                  </a:lnTo>
                  <a:lnTo>
                    <a:pt x="3602400" y="1484749"/>
                  </a:lnTo>
                  <a:lnTo>
                    <a:pt x="3602509" y="1484749"/>
                  </a:lnTo>
                  <a:lnTo>
                    <a:pt x="3602617" y="1484749"/>
                  </a:lnTo>
                  <a:lnTo>
                    <a:pt x="3602725" y="1484749"/>
                  </a:lnTo>
                  <a:lnTo>
                    <a:pt x="3602834" y="1484749"/>
                  </a:lnTo>
                  <a:lnTo>
                    <a:pt x="3602942" y="1484749"/>
                  </a:lnTo>
                  <a:lnTo>
                    <a:pt x="3603051" y="1484749"/>
                  </a:lnTo>
                  <a:lnTo>
                    <a:pt x="3603159" y="1484749"/>
                  </a:lnTo>
                  <a:lnTo>
                    <a:pt x="3603268" y="1484749"/>
                  </a:lnTo>
                  <a:lnTo>
                    <a:pt x="3603376" y="1484749"/>
                  </a:lnTo>
                  <a:lnTo>
                    <a:pt x="3603485" y="1484749"/>
                  </a:lnTo>
                  <a:lnTo>
                    <a:pt x="3603593" y="1484749"/>
                  </a:lnTo>
                  <a:lnTo>
                    <a:pt x="3603701" y="1484749"/>
                  </a:lnTo>
                  <a:lnTo>
                    <a:pt x="3603810" y="1484749"/>
                  </a:lnTo>
                  <a:lnTo>
                    <a:pt x="3603918" y="1484749"/>
                  </a:lnTo>
                  <a:lnTo>
                    <a:pt x="3604027" y="1484749"/>
                  </a:lnTo>
                  <a:lnTo>
                    <a:pt x="3604135" y="1484749"/>
                  </a:lnTo>
                  <a:lnTo>
                    <a:pt x="3604244" y="1484749"/>
                  </a:lnTo>
                  <a:lnTo>
                    <a:pt x="3604352" y="1484749"/>
                  </a:lnTo>
                  <a:lnTo>
                    <a:pt x="3604461" y="1484749"/>
                  </a:lnTo>
                  <a:lnTo>
                    <a:pt x="3604569" y="1484749"/>
                  </a:lnTo>
                  <a:lnTo>
                    <a:pt x="3604677" y="1484749"/>
                  </a:lnTo>
                  <a:lnTo>
                    <a:pt x="3604786" y="1484749"/>
                  </a:lnTo>
                  <a:lnTo>
                    <a:pt x="3604894" y="1484749"/>
                  </a:lnTo>
                  <a:lnTo>
                    <a:pt x="3605003" y="1484749"/>
                  </a:lnTo>
                  <a:lnTo>
                    <a:pt x="3605111" y="1484749"/>
                  </a:lnTo>
                  <a:lnTo>
                    <a:pt x="3605220" y="1484749"/>
                  </a:lnTo>
                  <a:lnTo>
                    <a:pt x="3605328" y="1484749"/>
                  </a:lnTo>
                  <a:lnTo>
                    <a:pt x="3605437" y="1484749"/>
                  </a:lnTo>
                  <a:lnTo>
                    <a:pt x="3605545" y="1484749"/>
                  </a:lnTo>
                  <a:lnTo>
                    <a:pt x="3605653" y="1484749"/>
                  </a:lnTo>
                  <a:lnTo>
                    <a:pt x="3605653" y="1484125"/>
                  </a:lnTo>
                  <a:lnTo>
                    <a:pt x="3605762" y="1484125"/>
                  </a:lnTo>
                  <a:lnTo>
                    <a:pt x="3605870" y="1484125"/>
                  </a:lnTo>
                  <a:lnTo>
                    <a:pt x="3605870" y="1483502"/>
                  </a:lnTo>
                  <a:lnTo>
                    <a:pt x="3605979" y="1483502"/>
                  </a:lnTo>
                  <a:lnTo>
                    <a:pt x="3606087" y="1483502"/>
                  </a:lnTo>
                  <a:lnTo>
                    <a:pt x="3606196" y="1483502"/>
                  </a:lnTo>
                  <a:lnTo>
                    <a:pt x="3606196" y="1482878"/>
                  </a:lnTo>
                  <a:lnTo>
                    <a:pt x="3606304" y="1482878"/>
                  </a:lnTo>
                  <a:lnTo>
                    <a:pt x="3606413" y="1482878"/>
                  </a:lnTo>
                  <a:lnTo>
                    <a:pt x="3606521" y="1482878"/>
                  </a:lnTo>
                  <a:lnTo>
                    <a:pt x="3606629" y="1482878"/>
                  </a:lnTo>
                  <a:lnTo>
                    <a:pt x="3606738" y="1482878"/>
                  </a:lnTo>
                  <a:lnTo>
                    <a:pt x="3606846" y="1482878"/>
                  </a:lnTo>
                  <a:lnTo>
                    <a:pt x="3606955" y="1482878"/>
                  </a:lnTo>
                  <a:lnTo>
                    <a:pt x="3607063" y="1482878"/>
                  </a:lnTo>
                  <a:lnTo>
                    <a:pt x="3607172" y="1482878"/>
                  </a:lnTo>
                  <a:lnTo>
                    <a:pt x="3607280" y="1482878"/>
                  </a:lnTo>
                  <a:lnTo>
                    <a:pt x="3607389" y="1482878"/>
                  </a:lnTo>
                  <a:lnTo>
                    <a:pt x="3607497" y="1482878"/>
                  </a:lnTo>
                  <a:lnTo>
                    <a:pt x="3607606" y="1482878"/>
                  </a:lnTo>
                  <a:lnTo>
                    <a:pt x="3607606" y="1482255"/>
                  </a:lnTo>
                  <a:lnTo>
                    <a:pt x="3607714" y="1482255"/>
                  </a:lnTo>
                  <a:lnTo>
                    <a:pt x="3607822" y="1482255"/>
                  </a:lnTo>
                  <a:lnTo>
                    <a:pt x="3607822" y="1481631"/>
                  </a:lnTo>
                  <a:lnTo>
                    <a:pt x="3607931" y="1481631"/>
                  </a:lnTo>
                  <a:lnTo>
                    <a:pt x="3607931" y="1481008"/>
                  </a:lnTo>
                  <a:lnTo>
                    <a:pt x="3608039" y="1481008"/>
                  </a:lnTo>
                  <a:lnTo>
                    <a:pt x="3608148" y="1481008"/>
                  </a:lnTo>
                  <a:lnTo>
                    <a:pt x="3608256" y="1481008"/>
                  </a:lnTo>
                  <a:lnTo>
                    <a:pt x="3608365" y="1481008"/>
                  </a:lnTo>
                  <a:lnTo>
                    <a:pt x="3608473" y="1481008"/>
                  </a:lnTo>
                  <a:lnTo>
                    <a:pt x="3608473" y="1480384"/>
                  </a:lnTo>
                  <a:lnTo>
                    <a:pt x="3608473" y="1479760"/>
                  </a:lnTo>
                  <a:lnTo>
                    <a:pt x="3608582" y="1479760"/>
                  </a:lnTo>
                  <a:lnTo>
                    <a:pt x="3608690" y="1479760"/>
                  </a:lnTo>
                  <a:lnTo>
                    <a:pt x="3608798" y="1479760"/>
                  </a:lnTo>
                  <a:lnTo>
                    <a:pt x="3608907" y="1479760"/>
                  </a:lnTo>
                  <a:lnTo>
                    <a:pt x="3608907" y="1479137"/>
                  </a:lnTo>
                  <a:lnTo>
                    <a:pt x="3609015" y="1479137"/>
                  </a:lnTo>
                  <a:lnTo>
                    <a:pt x="3609124" y="1479137"/>
                  </a:lnTo>
                  <a:lnTo>
                    <a:pt x="3609232" y="1479137"/>
                  </a:lnTo>
                  <a:lnTo>
                    <a:pt x="3609341" y="1479137"/>
                  </a:lnTo>
                  <a:lnTo>
                    <a:pt x="3609341" y="1478513"/>
                  </a:lnTo>
                  <a:lnTo>
                    <a:pt x="3609449" y="1478513"/>
                  </a:lnTo>
                  <a:lnTo>
                    <a:pt x="3609558" y="1478513"/>
                  </a:lnTo>
                  <a:lnTo>
                    <a:pt x="3609666" y="1478513"/>
                  </a:lnTo>
                  <a:lnTo>
                    <a:pt x="3609774" y="1478513"/>
                  </a:lnTo>
                  <a:lnTo>
                    <a:pt x="3609883" y="1478513"/>
                  </a:lnTo>
                  <a:lnTo>
                    <a:pt x="3609991" y="1478513"/>
                  </a:lnTo>
                  <a:lnTo>
                    <a:pt x="3610100" y="1478513"/>
                  </a:lnTo>
                  <a:lnTo>
                    <a:pt x="3610100" y="1477890"/>
                  </a:lnTo>
                  <a:lnTo>
                    <a:pt x="3610208" y="1477890"/>
                  </a:lnTo>
                  <a:lnTo>
                    <a:pt x="3610317" y="1477890"/>
                  </a:lnTo>
                  <a:lnTo>
                    <a:pt x="3610425" y="1477890"/>
                  </a:lnTo>
                  <a:lnTo>
                    <a:pt x="3610534" y="1477890"/>
                  </a:lnTo>
                  <a:lnTo>
                    <a:pt x="3610642" y="1477890"/>
                  </a:lnTo>
                  <a:lnTo>
                    <a:pt x="3610750" y="1477890"/>
                  </a:lnTo>
                  <a:lnTo>
                    <a:pt x="3610859" y="1477890"/>
                  </a:lnTo>
                  <a:lnTo>
                    <a:pt x="3610859" y="1477266"/>
                  </a:lnTo>
                  <a:lnTo>
                    <a:pt x="3610967" y="1477266"/>
                  </a:lnTo>
                  <a:lnTo>
                    <a:pt x="3611076" y="1477266"/>
                  </a:lnTo>
                  <a:lnTo>
                    <a:pt x="3611184" y="1477266"/>
                  </a:lnTo>
                  <a:lnTo>
                    <a:pt x="3611293" y="1477266"/>
                  </a:lnTo>
                  <a:lnTo>
                    <a:pt x="3611401" y="1477266"/>
                  </a:lnTo>
                  <a:lnTo>
                    <a:pt x="3611510" y="1477266"/>
                  </a:lnTo>
                  <a:lnTo>
                    <a:pt x="3611618" y="1477266"/>
                  </a:lnTo>
                  <a:lnTo>
                    <a:pt x="3611727" y="1477266"/>
                  </a:lnTo>
                  <a:lnTo>
                    <a:pt x="3611835" y="1477266"/>
                  </a:lnTo>
                  <a:lnTo>
                    <a:pt x="3611943" y="1477266"/>
                  </a:lnTo>
                  <a:lnTo>
                    <a:pt x="3612052" y="1477266"/>
                  </a:lnTo>
                  <a:lnTo>
                    <a:pt x="3612160" y="1477266"/>
                  </a:lnTo>
                  <a:lnTo>
                    <a:pt x="3612269" y="1477266"/>
                  </a:lnTo>
                  <a:lnTo>
                    <a:pt x="3612377" y="1477266"/>
                  </a:lnTo>
                  <a:lnTo>
                    <a:pt x="3612486" y="1477266"/>
                  </a:lnTo>
                  <a:lnTo>
                    <a:pt x="3612594" y="1477266"/>
                  </a:lnTo>
                  <a:lnTo>
                    <a:pt x="3612703" y="1477266"/>
                  </a:lnTo>
                  <a:lnTo>
                    <a:pt x="3612811" y="1477266"/>
                  </a:lnTo>
                  <a:lnTo>
                    <a:pt x="3612919" y="1477266"/>
                  </a:lnTo>
                  <a:lnTo>
                    <a:pt x="3612919" y="1476642"/>
                  </a:lnTo>
                  <a:lnTo>
                    <a:pt x="3613028" y="1476642"/>
                  </a:lnTo>
                  <a:lnTo>
                    <a:pt x="3613136" y="1476642"/>
                  </a:lnTo>
                  <a:lnTo>
                    <a:pt x="3613245" y="1476642"/>
                  </a:lnTo>
                  <a:lnTo>
                    <a:pt x="3613353" y="1476642"/>
                  </a:lnTo>
                  <a:lnTo>
                    <a:pt x="3613462" y="1476642"/>
                  </a:lnTo>
                  <a:lnTo>
                    <a:pt x="3613570" y="1476642"/>
                  </a:lnTo>
                  <a:lnTo>
                    <a:pt x="3613679" y="1476642"/>
                  </a:lnTo>
                  <a:lnTo>
                    <a:pt x="3613787" y="1476642"/>
                  </a:lnTo>
                  <a:lnTo>
                    <a:pt x="3613895" y="1476642"/>
                  </a:lnTo>
                  <a:lnTo>
                    <a:pt x="3614004" y="1476642"/>
                  </a:lnTo>
                  <a:lnTo>
                    <a:pt x="3614004" y="1476019"/>
                  </a:lnTo>
                  <a:lnTo>
                    <a:pt x="3614112" y="1476019"/>
                  </a:lnTo>
                  <a:lnTo>
                    <a:pt x="3614221" y="1476019"/>
                  </a:lnTo>
                  <a:lnTo>
                    <a:pt x="3614329" y="1476019"/>
                  </a:lnTo>
                  <a:lnTo>
                    <a:pt x="3614438" y="1476019"/>
                  </a:lnTo>
                  <a:lnTo>
                    <a:pt x="3614546" y="1476019"/>
                  </a:lnTo>
                  <a:lnTo>
                    <a:pt x="3614655" y="1476019"/>
                  </a:lnTo>
                  <a:lnTo>
                    <a:pt x="3614763" y="1476019"/>
                  </a:lnTo>
                  <a:lnTo>
                    <a:pt x="3614871" y="1476019"/>
                  </a:lnTo>
                  <a:lnTo>
                    <a:pt x="3614980" y="1476019"/>
                  </a:lnTo>
                  <a:lnTo>
                    <a:pt x="3614980" y="1475395"/>
                  </a:lnTo>
                  <a:lnTo>
                    <a:pt x="3615088" y="1475395"/>
                  </a:lnTo>
                  <a:lnTo>
                    <a:pt x="3615197" y="1475395"/>
                  </a:lnTo>
                  <a:lnTo>
                    <a:pt x="3615305" y="1475395"/>
                  </a:lnTo>
                  <a:lnTo>
                    <a:pt x="3615414" y="1475395"/>
                  </a:lnTo>
                  <a:lnTo>
                    <a:pt x="3615522" y="1475395"/>
                  </a:lnTo>
                  <a:lnTo>
                    <a:pt x="3615631" y="1475395"/>
                  </a:lnTo>
                  <a:lnTo>
                    <a:pt x="3615739" y="1475395"/>
                  </a:lnTo>
                  <a:lnTo>
                    <a:pt x="3615848" y="1475395"/>
                  </a:lnTo>
                  <a:lnTo>
                    <a:pt x="3615956" y="1475395"/>
                  </a:lnTo>
                  <a:lnTo>
                    <a:pt x="3616064" y="1475395"/>
                  </a:lnTo>
                  <a:lnTo>
                    <a:pt x="3616173" y="1475395"/>
                  </a:lnTo>
                  <a:lnTo>
                    <a:pt x="3616281" y="1475395"/>
                  </a:lnTo>
                  <a:lnTo>
                    <a:pt x="3616390" y="1475395"/>
                  </a:lnTo>
                  <a:lnTo>
                    <a:pt x="3616498" y="1475395"/>
                  </a:lnTo>
                  <a:lnTo>
                    <a:pt x="3616607" y="1475395"/>
                  </a:lnTo>
                  <a:lnTo>
                    <a:pt x="3616715" y="1475395"/>
                  </a:lnTo>
                  <a:lnTo>
                    <a:pt x="3616824" y="1475395"/>
                  </a:lnTo>
                  <a:lnTo>
                    <a:pt x="3616932" y="1475395"/>
                  </a:lnTo>
                  <a:lnTo>
                    <a:pt x="3617040" y="1475395"/>
                  </a:lnTo>
                  <a:lnTo>
                    <a:pt x="3617149" y="1475395"/>
                  </a:lnTo>
                  <a:lnTo>
                    <a:pt x="3617257" y="1475395"/>
                  </a:lnTo>
                  <a:lnTo>
                    <a:pt x="3617366" y="1475395"/>
                  </a:lnTo>
                  <a:lnTo>
                    <a:pt x="3617474" y="1475395"/>
                  </a:lnTo>
                  <a:lnTo>
                    <a:pt x="3617583" y="1475395"/>
                  </a:lnTo>
                  <a:lnTo>
                    <a:pt x="3617691" y="1475395"/>
                  </a:lnTo>
                  <a:lnTo>
                    <a:pt x="3617691" y="1474772"/>
                  </a:lnTo>
                  <a:lnTo>
                    <a:pt x="3617800" y="1474772"/>
                  </a:lnTo>
                  <a:lnTo>
                    <a:pt x="3617908" y="1474772"/>
                  </a:lnTo>
                  <a:lnTo>
                    <a:pt x="3618016" y="1474772"/>
                  </a:lnTo>
                  <a:lnTo>
                    <a:pt x="3618125" y="1474772"/>
                  </a:lnTo>
                  <a:lnTo>
                    <a:pt x="3618233" y="1474772"/>
                  </a:lnTo>
                  <a:lnTo>
                    <a:pt x="3618342" y="1474772"/>
                  </a:lnTo>
                  <a:lnTo>
                    <a:pt x="3618342" y="1474148"/>
                  </a:lnTo>
                  <a:lnTo>
                    <a:pt x="3618342" y="1473525"/>
                  </a:lnTo>
                  <a:lnTo>
                    <a:pt x="3618450" y="1473525"/>
                  </a:lnTo>
                  <a:lnTo>
                    <a:pt x="3618559" y="1473525"/>
                  </a:lnTo>
                  <a:lnTo>
                    <a:pt x="3618667" y="1473525"/>
                  </a:lnTo>
                  <a:lnTo>
                    <a:pt x="3618776" y="1473525"/>
                  </a:lnTo>
                  <a:lnTo>
                    <a:pt x="3618884" y="1473525"/>
                  </a:lnTo>
                  <a:lnTo>
                    <a:pt x="3618992" y="1473525"/>
                  </a:lnTo>
                  <a:lnTo>
                    <a:pt x="3619101" y="1473525"/>
                  </a:lnTo>
                  <a:lnTo>
                    <a:pt x="3619209" y="1473525"/>
                  </a:lnTo>
                  <a:lnTo>
                    <a:pt x="3619318" y="1473525"/>
                  </a:lnTo>
                  <a:lnTo>
                    <a:pt x="3619426" y="1473525"/>
                  </a:lnTo>
                  <a:lnTo>
                    <a:pt x="3619535" y="1473525"/>
                  </a:lnTo>
                  <a:lnTo>
                    <a:pt x="3619643" y="1473525"/>
                  </a:lnTo>
                  <a:lnTo>
                    <a:pt x="3619752" y="1473525"/>
                  </a:lnTo>
                  <a:lnTo>
                    <a:pt x="3619860" y="1473525"/>
                  </a:lnTo>
                  <a:lnTo>
                    <a:pt x="3619860" y="1472901"/>
                  </a:lnTo>
                  <a:lnTo>
                    <a:pt x="3619969" y="1472901"/>
                  </a:lnTo>
                  <a:lnTo>
                    <a:pt x="3620077" y="1472901"/>
                  </a:lnTo>
                  <a:lnTo>
                    <a:pt x="3620185" y="1472901"/>
                  </a:lnTo>
                  <a:lnTo>
                    <a:pt x="3620185" y="1472277"/>
                  </a:lnTo>
                  <a:lnTo>
                    <a:pt x="3620294" y="1472277"/>
                  </a:lnTo>
                  <a:lnTo>
                    <a:pt x="3620402" y="1472277"/>
                  </a:lnTo>
                  <a:lnTo>
                    <a:pt x="3620402" y="1471654"/>
                  </a:lnTo>
                  <a:lnTo>
                    <a:pt x="3620511" y="1471654"/>
                  </a:lnTo>
                  <a:lnTo>
                    <a:pt x="3620619" y="1471654"/>
                  </a:lnTo>
                  <a:lnTo>
                    <a:pt x="3620728" y="1471654"/>
                  </a:lnTo>
                  <a:lnTo>
                    <a:pt x="3620836" y="1471654"/>
                  </a:lnTo>
                  <a:lnTo>
                    <a:pt x="3620945" y="1471654"/>
                  </a:lnTo>
                  <a:lnTo>
                    <a:pt x="3620945" y="1471030"/>
                  </a:lnTo>
                  <a:lnTo>
                    <a:pt x="3621053" y="1471030"/>
                  </a:lnTo>
                  <a:lnTo>
                    <a:pt x="3621161" y="1471030"/>
                  </a:lnTo>
                  <a:lnTo>
                    <a:pt x="3621270" y="1471030"/>
                  </a:lnTo>
                  <a:lnTo>
                    <a:pt x="3621378" y="1471030"/>
                  </a:lnTo>
                  <a:lnTo>
                    <a:pt x="3621487" y="1471030"/>
                  </a:lnTo>
                  <a:lnTo>
                    <a:pt x="3621595" y="1471030"/>
                  </a:lnTo>
                  <a:lnTo>
                    <a:pt x="3621595" y="1470407"/>
                  </a:lnTo>
                  <a:lnTo>
                    <a:pt x="3621704" y="1470407"/>
                  </a:lnTo>
                  <a:lnTo>
                    <a:pt x="3621704" y="1469783"/>
                  </a:lnTo>
                  <a:lnTo>
                    <a:pt x="3621812" y="1469783"/>
                  </a:lnTo>
                  <a:lnTo>
                    <a:pt x="3621921" y="1469783"/>
                  </a:lnTo>
                  <a:lnTo>
                    <a:pt x="3622029" y="1469783"/>
                  </a:lnTo>
                  <a:lnTo>
                    <a:pt x="3622137" y="1469783"/>
                  </a:lnTo>
                  <a:lnTo>
                    <a:pt x="3622246" y="1469783"/>
                  </a:lnTo>
                  <a:lnTo>
                    <a:pt x="3622246" y="1469159"/>
                  </a:lnTo>
                  <a:lnTo>
                    <a:pt x="3622354" y="1469159"/>
                  </a:lnTo>
                  <a:lnTo>
                    <a:pt x="3622463" y="1469159"/>
                  </a:lnTo>
                  <a:lnTo>
                    <a:pt x="3622571" y="1469159"/>
                  </a:lnTo>
                  <a:lnTo>
                    <a:pt x="3622680" y="1469159"/>
                  </a:lnTo>
                  <a:lnTo>
                    <a:pt x="3622788" y="1469159"/>
                  </a:lnTo>
                  <a:lnTo>
                    <a:pt x="3622897" y="1469159"/>
                  </a:lnTo>
                  <a:lnTo>
                    <a:pt x="3623005" y="1469159"/>
                  </a:lnTo>
                  <a:lnTo>
                    <a:pt x="3623113" y="1469159"/>
                  </a:lnTo>
                  <a:lnTo>
                    <a:pt x="3623222" y="1469159"/>
                  </a:lnTo>
                  <a:lnTo>
                    <a:pt x="3623330" y="1469159"/>
                  </a:lnTo>
                  <a:lnTo>
                    <a:pt x="3623439" y="1469159"/>
                  </a:lnTo>
                  <a:lnTo>
                    <a:pt x="3623547" y="1469159"/>
                  </a:lnTo>
                  <a:lnTo>
                    <a:pt x="3623656" y="1469159"/>
                  </a:lnTo>
                  <a:lnTo>
                    <a:pt x="3623764" y="1469159"/>
                  </a:lnTo>
                  <a:lnTo>
                    <a:pt x="3623873" y="1469159"/>
                  </a:lnTo>
                  <a:lnTo>
                    <a:pt x="3623981" y="1469159"/>
                  </a:lnTo>
                  <a:lnTo>
                    <a:pt x="3624090" y="1469159"/>
                  </a:lnTo>
                  <a:lnTo>
                    <a:pt x="3624198" y="1469159"/>
                  </a:lnTo>
                  <a:lnTo>
                    <a:pt x="3624306" y="1469159"/>
                  </a:lnTo>
                  <a:lnTo>
                    <a:pt x="3624415" y="1469159"/>
                  </a:lnTo>
                  <a:lnTo>
                    <a:pt x="3624523" y="1469159"/>
                  </a:lnTo>
                  <a:lnTo>
                    <a:pt x="3624632" y="1469159"/>
                  </a:lnTo>
                  <a:lnTo>
                    <a:pt x="3624740" y="1469159"/>
                  </a:lnTo>
                  <a:lnTo>
                    <a:pt x="3624849" y="1469159"/>
                  </a:lnTo>
                  <a:lnTo>
                    <a:pt x="3624957" y="1469159"/>
                  </a:lnTo>
                  <a:lnTo>
                    <a:pt x="3624957" y="1468536"/>
                  </a:lnTo>
                  <a:lnTo>
                    <a:pt x="3625066" y="1468536"/>
                  </a:lnTo>
                  <a:lnTo>
                    <a:pt x="3625174" y="1468536"/>
                  </a:lnTo>
                  <a:lnTo>
                    <a:pt x="3625282" y="1468536"/>
                  </a:lnTo>
                  <a:lnTo>
                    <a:pt x="3625391" y="1468536"/>
                  </a:lnTo>
                  <a:lnTo>
                    <a:pt x="3625499" y="1468536"/>
                  </a:lnTo>
                  <a:lnTo>
                    <a:pt x="3625499" y="1467912"/>
                  </a:lnTo>
                  <a:lnTo>
                    <a:pt x="3625608" y="1467912"/>
                  </a:lnTo>
                  <a:lnTo>
                    <a:pt x="3625716" y="1467912"/>
                  </a:lnTo>
                  <a:lnTo>
                    <a:pt x="3625825" y="1467912"/>
                  </a:lnTo>
                  <a:lnTo>
                    <a:pt x="3625933" y="1467912"/>
                  </a:lnTo>
                  <a:lnTo>
                    <a:pt x="3626042" y="1467912"/>
                  </a:lnTo>
                  <a:lnTo>
                    <a:pt x="3626150" y="1467912"/>
                  </a:lnTo>
                  <a:lnTo>
                    <a:pt x="3626258" y="1467912"/>
                  </a:lnTo>
                  <a:lnTo>
                    <a:pt x="3626367" y="1467912"/>
                  </a:lnTo>
                  <a:lnTo>
                    <a:pt x="3626475" y="1467912"/>
                  </a:lnTo>
                  <a:lnTo>
                    <a:pt x="3626475" y="1467289"/>
                  </a:lnTo>
                  <a:lnTo>
                    <a:pt x="3626584" y="1467289"/>
                  </a:lnTo>
                  <a:lnTo>
                    <a:pt x="3626584" y="1466665"/>
                  </a:lnTo>
                  <a:lnTo>
                    <a:pt x="3626692" y="1466665"/>
                  </a:lnTo>
                  <a:lnTo>
                    <a:pt x="3626801" y="1466665"/>
                  </a:lnTo>
                  <a:lnTo>
                    <a:pt x="3626909" y="1466665"/>
                  </a:lnTo>
                  <a:lnTo>
                    <a:pt x="3627018" y="1466665"/>
                  </a:lnTo>
                  <a:lnTo>
                    <a:pt x="3627126" y="1466665"/>
                  </a:lnTo>
                  <a:lnTo>
                    <a:pt x="3627234" y="1466665"/>
                  </a:lnTo>
                  <a:lnTo>
                    <a:pt x="3627343" y="1466665"/>
                  </a:lnTo>
                  <a:lnTo>
                    <a:pt x="3627451" y="1466665"/>
                  </a:lnTo>
                  <a:lnTo>
                    <a:pt x="3627560" y="1466665"/>
                  </a:lnTo>
                  <a:lnTo>
                    <a:pt x="3627668" y="1466665"/>
                  </a:lnTo>
                  <a:lnTo>
                    <a:pt x="3627777" y="1466665"/>
                  </a:lnTo>
                  <a:lnTo>
                    <a:pt x="3627885" y="1466665"/>
                  </a:lnTo>
                  <a:lnTo>
                    <a:pt x="3627994" y="1466665"/>
                  </a:lnTo>
                  <a:lnTo>
                    <a:pt x="3628102" y="1466665"/>
                  </a:lnTo>
                  <a:lnTo>
                    <a:pt x="3628210" y="1466665"/>
                  </a:lnTo>
                  <a:lnTo>
                    <a:pt x="3628319" y="1466665"/>
                  </a:lnTo>
                  <a:lnTo>
                    <a:pt x="3628427" y="1466665"/>
                  </a:lnTo>
                  <a:lnTo>
                    <a:pt x="3628427" y="1466042"/>
                  </a:lnTo>
                  <a:lnTo>
                    <a:pt x="3628536" y="1466042"/>
                  </a:lnTo>
                  <a:lnTo>
                    <a:pt x="3628644" y="1466042"/>
                  </a:lnTo>
                  <a:lnTo>
                    <a:pt x="3628644" y="1465418"/>
                  </a:lnTo>
                  <a:lnTo>
                    <a:pt x="3628644" y="1464794"/>
                  </a:lnTo>
                  <a:lnTo>
                    <a:pt x="3628753" y="1464794"/>
                  </a:lnTo>
                  <a:lnTo>
                    <a:pt x="3628861" y="1464794"/>
                  </a:lnTo>
                  <a:lnTo>
                    <a:pt x="3628970" y="1464794"/>
                  </a:lnTo>
                  <a:lnTo>
                    <a:pt x="3629078" y="1464794"/>
                  </a:lnTo>
                  <a:lnTo>
                    <a:pt x="3629187" y="1464794"/>
                  </a:lnTo>
                  <a:lnTo>
                    <a:pt x="3629295" y="1464794"/>
                  </a:lnTo>
                  <a:lnTo>
                    <a:pt x="3629403" y="1464794"/>
                  </a:lnTo>
                  <a:lnTo>
                    <a:pt x="3629512" y="1464794"/>
                  </a:lnTo>
                  <a:lnTo>
                    <a:pt x="3629620" y="1464794"/>
                  </a:lnTo>
                  <a:lnTo>
                    <a:pt x="3629729" y="1464794"/>
                  </a:lnTo>
                  <a:lnTo>
                    <a:pt x="3629729" y="1464171"/>
                  </a:lnTo>
                  <a:lnTo>
                    <a:pt x="3629837" y="1464171"/>
                  </a:lnTo>
                  <a:lnTo>
                    <a:pt x="3629946" y="1464171"/>
                  </a:lnTo>
                  <a:lnTo>
                    <a:pt x="3630054" y="1464171"/>
                  </a:lnTo>
                  <a:lnTo>
                    <a:pt x="3630163" y="1464171"/>
                  </a:lnTo>
                  <a:lnTo>
                    <a:pt x="3630271" y="1464171"/>
                  </a:lnTo>
                  <a:lnTo>
                    <a:pt x="3630379" y="1464171"/>
                  </a:lnTo>
                  <a:lnTo>
                    <a:pt x="3630488" y="1464171"/>
                  </a:lnTo>
                  <a:lnTo>
                    <a:pt x="3630596" y="1464171"/>
                  </a:lnTo>
                  <a:lnTo>
                    <a:pt x="3630705" y="1464171"/>
                  </a:lnTo>
                  <a:lnTo>
                    <a:pt x="3630813" y="1464171"/>
                  </a:lnTo>
                  <a:lnTo>
                    <a:pt x="3630813" y="1463547"/>
                  </a:lnTo>
                  <a:lnTo>
                    <a:pt x="3630813" y="1462924"/>
                  </a:lnTo>
                  <a:lnTo>
                    <a:pt x="3630922" y="1462924"/>
                  </a:lnTo>
                  <a:lnTo>
                    <a:pt x="3631030" y="1462924"/>
                  </a:lnTo>
                  <a:lnTo>
                    <a:pt x="3631139" y="1462924"/>
                  </a:lnTo>
                  <a:lnTo>
                    <a:pt x="3631247" y="1462924"/>
                  </a:lnTo>
                  <a:lnTo>
                    <a:pt x="3631355" y="1462924"/>
                  </a:lnTo>
                  <a:lnTo>
                    <a:pt x="3631464" y="1462924"/>
                  </a:lnTo>
                  <a:lnTo>
                    <a:pt x="3631572" y="1462924"/>
                  </a:lnTo>
                  <a:lnTo>
                    <a:pt x="3631681" y="1462924"/>
                  </a:lnTo>
                  <a:lnTo>
                    <a:pt x="3631789" y="1462924"/>
                  </a:lnTo>
                  <a:lnTo>
                    <a:pt x="3631898" y="1462924"/>
                  </a:lnTo>
                  <a:lnTo>
                    <a:pt x="3632006" y="1462924"/>
                  </a:lnTo>
                  <a:lnTo>
                    <a:pt x="3632115" y="1462924"/>
                  </a:lnTo>
                  <a:lnTo>
                    <a:pt x="3632115" y="1462300"/>
                  </a:lnTo>
                  <a:lnTo>
                    <a:pt x="3632115" y="1461676"/>
                  </a:lnTo>
                  <a:lnTo>
                    <a:pt x="3632223" y="1461676"/>
                  </a:lnTo>
                  <a:lnTo>
                    <a:pt x="3632223" y="1461053"/>
                  </a:lnTo>
                  <a:lnTo>
                    <a:pt x="3632331" y="1461053"/>
                  </a:lnTo>
                  <a:lnTo>
                    <a:pt x="3632440" y="1461053"/>
                  </a:lnTo>
                  <a:lnTo>
                    <a:pt x="3632548" y="1461053"/>
                  </a:lnTo>
                  <a:lnTo>
                    <a:pt x="3632548" y="1460429"/>
                  </a:lnTo>
                  <a:lnTo>
                    <a:pt x="3632657" y="1460429"/>
                  </a:lnTo>
                  <a:lnTo>
                    <a:pt x="3632765" y="1460429"/>
                  </a:lnTo>
                  <a:lnTo>
                    <a:pt x="3632874" y="1460429"/>
                  </a:lnTo>
                  <a:lnTo>
                    <a:pt x="3632982" y="1460429"/>
                  </a:lnTo>
                  <a:lnTo>
                    <a:pt x="3633091" y="1460429"/>
                  </a:lnTo>
                  <a:lnTo>
                    <a:pt x="3633199" y="1460429"/>
                  </a:lnTo>
                  <a:lnTo>
                    <a:pt x="3633308" y="1460429"/>
                  </a:lnTo>
                  <a:lnTo>
                    <a:pt x="3633416" y="1460429"/>
                  </a:lnTo>
                  <a:lnTo>
                    <a:pt x="3633524" y="1460429"/>
                  </a:lnTo>
                  <a:lnTo>
                    <a:pt x="3633633" y="1460429"/>
                  </a:lnTo>
                  <a:lnTo>
                    <a:pt x="3633633" y="1459806"/>
                  </a:lnTo>
                  <a:lnTo>
                    <a:pt x="3633741" y="1459806"/>
                  </a:lnTo>
                  <a:lnTo>
                    <a:pt x="3633850" y="1459806"/>
                  </a:lnTo>
                  <a:lnTo>
                    <a:pt x="3633958" y="1459806"/>
                  </a:lnTo>
                  <a:lnTo>
                    <a:pt x="3634067" y="1459806"/>
                  </a:lnTo>
                  <a:lnTo>
                    <a:pt x="3634175" y="1459806"/>
                  </a:lnTo>
                  <a:lnTo>
                    <a:pt x="3634284" y="1459806"/>
                  </a:lnTo>
                  <a:lnTo>
                    <a:pt x="3634392" y="1459806"/>
                  </a:lnTo>
                  <a:lnTo>
                    <a:pt x="3634392" y="1459182"/>
                  </a:lnTo>
                  <a:lnTo>
                    <a:pt x="3634500" y="1459182"/>
                  </a:lnTo>
                  <a:lnTo>
                    <a:pt x="3634609" y="1459182"/>
                  </a:lnTo>
                  <a:lnTo>
                    <a:pt x="3634717" y="1459182"/>
                  </a:lnTo>
                  <a:lnTo>
                    <a:pt x="3634826" y="1459182"/>
                  </a:lnTo>
                  <a:lnTo>
                    <a:pt x="3634934" y="1459182"/>
                  </a:lnTo>
                  <a:lnTo>
                    <a:pt x="3635043" y="1459182"/>
                  </a:lnTo>
                  <a:lnTo>
                    <a:pt x="3635151" y="1459182"/>
                  </a:lnTo>
                  <a:lnTo>
                    <a:pt x="3635260" y="1459182"/>
                  </a:lnTo>
                  <a:lnTo>
                    <a:pt x="3635368" y="1459182"/>
                  </a:lnTo>
                  <a:lnTo>
                    <a:pt x="3635476" y="1459182"/>
                  </a:lnTo>
                  <a:lnTo>
                    <a:pt x="3635585" y="1459182"/>
                  </a:lnTo>
                  <a:lnTo>
                    <a:pt x="3635693" y="1459182"/>
                  </a:lnTo>
                  <a:lnTo>
                    <a:pt x="3635693" y="1458559"/>
                  </a:lnTo>
                  <a:lnTo>
                    <a:pt x="3635802" y="1458559"/>
                  </a:lnTo>
                  <a:lnTo>
                    <a:pt x="3635910" y="1458559"/>
                  </a:lnTo>
                  <a:lnTo>
                    <a:pt x="3635910" y="1457935"/>
                  </a:lnTo>
                  <a:lnTo>
                    <a:pt x="3636019" y="1457935"/>
                  </a:lnTo>
                  <a:lnTo>
                    <a:pt x="3636019" y="1457311"/>
                  </a:lnTo>
                  <a:lnTo>
                    <a:pt x="3636127" y="1457311"/>
                  </a:lnTo>
                  <a:lnTo>
                    <a:pt x="3636236" y="1457311"/>
                  </a:lnTo>
                  <a:lnTo>
                    <a:pt x="3636344" y="1457311"/>
                  </a:lnTo>
                  <a:lnTo>
                    <a:pt x="3636452" y="1457311"/>
                  </a:lnTo>
                  <a:lnTo>
                    <a:pt x="3636561" y="1457311"/>
                  </a:lnTo>
                  <a:lnTo>
                    <a:pt x="3636669" y="1457311"/>
                  </a:lnTo>
                  <a:lnTo>
                    <a:pt x="3636778" y="1457311"/>
                  </a:lnTo>
                  <a:lnTo>
                    <a:pt x="3636886" y="1457311"/>
                  </a:lnTo>
                  <a:lnTo>
                    <a:pt x="3636995" y="1457311"/>
                  </a:lnTo>
                  <a:lnTo>
                    <a:pt x="3637103" y="1457311"/>
                  </a:lnTo>
                  <a:lnTo>
                    <a:pt x="3637212" y="1457311"/>
                  </a:lnTo>
                  <a:lnTo>
                    <a:pt x="3637212" y="1456688"/>
                  </a:lnTo>
                  <a:lnTo>
                    <a:pt x="3637320" y="1456688"/>
                  </a:lnTo>
                  <a:lnTo>
                    <a:pt x="3637429" y="1456688"/>
                  </a:lnTo>
                  <a:lnTo>
                    <a:pt x="3637537" y="1456688"/>
                  </a:lnTo>
                  <a:lnTo>
                    <a:pt x="3637645" y="1456688"/>
                  </a:lnTo>
                  <a:lnTo>
                    <a:pt x="3637754" y="1456688"/>
                  </a:lnTo>
                  <a:lnTo>
                    <a:pt x="3637754" y="1456064"/>
                  </a:lnTo>
                  <a:lnTo>
                    <a:pt x="3637862" y="1456064"/>
                  </a:lnTo>
                  <a:lnTo>
                    <a:pt x="3637971" y="1456064"/>
                  </a:lnTo>
                  <a:lnTo>
                    <a:pt x="3638079" y="1456064"/>
                  </a:lnTo>
                  <a:lnTo>
                    <a:pt x="3638079" y="1455441"/>
                  </a:lnTo>
                  <a:lnTo>
                    <a:pt x="3638079" y="1454817"/>
                  </a:lnTo>
                  <a:lnTo>
                    <a:pt x="3638188" y="1454817"/>
                  </a:lnTo>
                  <a:lnTo>
                    <a:pt x="3638296" y="1454817"/>
                  </a:lnTo>
                  <a:lnTo>
                    <a:pt x="3638405" y="1454817"/>
                  </a:lnTo>
                  <a:lnTo>
                    <a:pt x="3638513" y="1454817"/>
                  </a:lnTo>
                  <a:lnTo>
                    <a:pt x="3638621" y="1454817"/>
                  </a:lnTo>
                  <a:lnTo>
                    <a:pt x="3638730" y="1454817"/>
                  </a:lnTo>
                  <a:lnTo>
                    <a:pt x="3638838" y="1454817"/>
                  </a:lnTo>
                  <a:lnTo>
                    <a:pt x="3638947" y="1454817"/>
                  </a:lnTo>
                  <a:lnTo>
                    <a:pt x="3638947" y="1454193"/>
                  </a:lnTo>
                  <a:lnTo>
                    <a:pt x="3639055" y="1454193"/>
                  </a:lnTo>
                  <a:lnTo>
                    <a:pt x="3639164" y="1454193"/>
                  </a:lnTo>
                  <a:lnTo>
                    <a:pt x="3639272" y="1454193"/>
                  </a:lnTo>
                  <a:lnTo>
                    <a:pt x="3639272" y="1453570"/>
                  </a:lnTo>
                  <a:lnTo>
                    <a:pt x="3639381" y="1453570"/>
                  </a:lnTo>
                  <a:lnTo>
                    <a:pt x="3639489" y="1453570"/>
                  </a:lnTo>
                  <a:lnTo>
                    <a:pt x="3639597" y="1453570"/>
                  </a:lnTo>
                  <a:lnTo>
                    <a:pt x="3639706" y="1453570"/>
                  </a:lnTo>
                  <a:lnTo>
                    <a:pt x="3639814" y="1453570"/>
                  </a:lnTo>
                  <a:lnTo>
                    <a:pt x="3639923" y="1453570"/>
                  </a:lnTo>
                  <a:lnTo>
                    <a:pt x="3640031" y="1453570"/>
                  </a:lnTo>
                  <a:lnTo>
                    <a:pt x="3640140" y="1453570"/>
                  </a:lnTo>
                  <a:lnTo>
                    <a:pt x="3640248" y="1453570"/>
                  </a:lnTo>
                  <a:lnTo>
                    <a:pt x="3640357" y="1453570"/>
                  </a:lnTo>
                  <a:lnTo>
                    <a:pt x="3640465" y="1453570"/>
                  </a:lnTo>
                  <a:lnTo>
                    <a:pt x="3640465" y="1452946"/>
                  </a:lnTo>
                  <a:lnTo>
                    <a:pt x="3640573" y="1452946"/>
                  </a:lnTo>
                  <a:lnTo>
                    <a:pt x="3640682" y="1452946"/>
                  </a:lnTo>
                  <a:lnTo>
                    <a:pt x="3640790" y="1452946"/>
                  </a:lnTo>
                  <a:lnTo>
                    <a:pt x="3640899" y="1452946"/>
                  </a:lnTo>
                  <a:lnTo>
                    <a:pt x="3640899" y="1452323"/>
                  </a:lnTo>
                  <a:lnTo>
                    <a:pt x="3641007" y="1452323"/>
                  </a:lnTo>
                  <a:lnTo>
                    <a:pt x="3641116" y="1452323"/>
                  </a:lnTo>
                  <a:lnTo>
                    <a:pt x="3641116" y="1451699"/>
                  </a:lnTo>
                  <a:lnTo>
                    <a:pt x="3641224" y="1451699"/>
                  </a:lnTo>
                  <a:lnTo>
                    <a:pt x="3641333" y="1451699"/>
                  </a:lnTo>
                  <a:lnTo>
                    <a:pt x="3641441" y="1451699"/>
                  </a:lnTo>
                  <a:lnTo>
                    <a:pt x="3641550" y="1451699"/>
                  </a:lnTo>
                  <a:lnTo>
                    <a:pt x="3641658" y="1451699"/>
                  </a:lnTo>
                  <a:lnTo>
                    <a:pt x="3641766" y="1451699"/>
                  </a:lnTo>
                  <a:lnTo>
                    <a:pt x="3641766" y="1451076"/>
                  </a:lnTo>
                  <a:lnTo>
                    <a:pt x="3641875" y="1451076"/>
                  </a:lnTo>
                  <a:lnTo>
                    <a:pt x="3641983" y="1451076"/>
                  </a:lnTo>
                  <a:lnTo>
                    <a:pt x="3642092" y="1451076"/>
                  </a:lnTo>
                  <a:lnTo>
                    <a:pt x="3642200" y="1451076"/>
                  </a:lnTo>
                  <a:lnTo>
                    <a:pt x="3642309" y="1451076"/>
                  </a:lnTo>
                  <a:lnTo>
                    <a:pt x="3642417" y="1451076"/>
                  </a:lnTo>
                  <a:lnTo>
                    <a:pt x="3642417" y="1450452"/>
                  </a:lnTo>
                  <a:lnTo>
                    <a:pt x="3642526" y="1450452"/>
                  </a:lnTo>
                  <a:lnTo>
                    <a:pt x="3642634" y="1450452"/>
                  </a:lnTo>
                  <a:lnTo>
                    <a:pt x="3642742" y="1450452"/>
                  </a:lnTo>
                  <a:lnTo>
                    <a:pt x="3642851" y="1450452"/>
                  </a:lnTo>
                  <a:lnTo>
                    <a:pt x="3642959" y="1450452"/>
                  </a:lnTo>
                  <a:lnTo>
                    <a:pt x="3643068" y="1450452"/>
                  </a:lnTo>
                  <a:lnTo>
                    <a:pt x="3643176" y="1450452"/>
                  </a:lnTo>
                  <a:lnTo>
                    <a:pt x="3643285" y="1450452"/>
                  </a:lnTo>
                  <a:lnTo>
                    <a:pt x="3643393" y="1450452"/>
                  </a:lnTo>
                  <a:lnTo>
                    <a:pt x="3643393" y="1449828"/>
                  </a:lnTo>
                  <a:lnTo>
                    <a:pt x="3643502" y="1449828"/>
                  </a:lnTo>
                  <a:lnTo>
                    <a:pt x="3643610" y="1449828"/>
                  </a:lnTo>
                  <a:lnTo>
                    <a:pt x="3643718" y="1449828"/>
                  </a:lnTo>
                  <a:lnTo>
                    <a:pt x="3643827" y="1449828"/>
                  </a:lnTo>
                  <a:lnTo>
                    <a:pt x="3643935" y="1449828"/>
                  </a:lnTo>
                  <a:lnTo>
                    <a:pt x="3644044" y="1449828"/>
                  </a:lnTo>
                  <a:lnTo>
                    <a:pt x="3644152" y="1449828"/>
                  </a:lnTo>
                  <a:lnTo>
                    <a:pt x="3644152" y="1449205"/>
                  </a:lnTo>
                  <a:lnTo>
                    <a:pt x="3644152" y="1448581"/>
                  </a:lnTo>
                  <a:lnTo>
                    <a:pt x="3644152" y="1447958"/>
                  </a:lnTo>
                  <a:lnTo>
                    <a:pt x="3644261" y="1447958"/>
                  </a:lnTo>
                  <a:lnTo>
                    <a:pt x="3644369" y="1447958"/>
                  </a:lnTo>
                  <a:lnTo>
                    <a:pt x="3644478" y="1447958"/>
                  </a:lnTo>
                  <a:lnTo>
                    <a:pt x="3644586" y="1447958"/>
                  </a:lnTo>
                  <a:lnTo>
                    <a:pt x="3644586" y="1447334"/>
                  </a:lnTo>
                  <a:lnTo>
                    <a:pt x="3644694" y="1447334"/>
                  </a:lnTo>
                  <a:lnTo>
                    <a:pt x="3644803" y="1447334"/>
                  </a:lnTo>
                  <a:lnTo>
                    <a:pt x="3644911" y="1447334"/>
                  </a:lnTo>
                  <a:lnTo>
                    <a:pt x="3645020" y="1447334"/>
                  </a:lnTo>
                  <a:lnTo>
                    <a:pt x="3645128" y="1447334"/>
                  </a:lnTo>
                  <a:lnTo>
                    <a:pt x="3645237" y="1447334"/>
                  </a:lnTo>
                  <a:lnTo>
                    <a:pt x="3645345" y="1447334"/>
                  </a:lnTo>
                  <a:lnTo>
                    <a:pt x="3645454" y="1447334"/>
                  </a:lnTo>
                  <a:lnTo>
                    <a:pt x="3645562" y="1447334"/>
                  </a:lnTo>
                  <a:lnTo>
                    <a:pt x="3645562" y="1446710"/>
                  </a:lnTo>
                  <a:lnTo>
                    <a:pt x="3645671" y="1446710"/>
                  </a:lnTo>
                  <a:lnTo>
                    <a:pt x="3645671" y="1446087"/>
                  </a:lnTo>
                  <a:lnTo>
                    <a:pt x="3645671" y="1445463"/>
                  </a:lnTo>
                  <a:lnTo>
                    <a:pt x="3645779" y="1445463"/>
                  </a:lnTo>
                  <a:lnTo>
                    <a:pt x="3645779" y="1444840"/>
                  </a:lnTo>
                  <a:lnTo>
                    <a:pt x="3645887" y="1444840"/>
                  </a:lnTo>
                  <a:lnTo>
                    <a:pt x="3645996" y="1444840"/>
                  </a:lnTo>
                  <a:lnTo>
                    <a:pt x="3646104" y="1444840"/>
                  </a:lnTo>
                  <a:lnTo>
                    <a:pt x="3646213" y="1444840"/>
                  </a:lnTo>
                  <a:lnTo>
                    <a:pt x="3646321" y="1444840"/>
                  </a:lnTo>
                  <a:lnTo>
                    <a:pt x="3646430" y="1444840"/>
                  </a:lnTo>
                  <a:lnTo>
                    <a:pt x="3646430" y="1444216"/>
                  </a:lnTo>
                  <a:lnTo>
                    <a:pt x="3646538" y="1444216"/>
                  </a:lnTo>
                  <a:lnTo>
                    <a:pt x="3646647" y="1444216"/>
                  </a:lnTo>
                  <a:lnTo>
                    <a:pt x="3646755" y="1444216"/>
                  </a:lnTo>
                  <a:lnTo>
                    <a:pt x="3646755" y="1443593"/>
                  </a:lnTo>
                  <a:lnTo>
                    <a:pt x="3646863" y="1443593"/>
                  </a:lnTo>
                  <a:lnTo>
                    <a:pt x="3646972" y="1443593"/>
                  </a:lnTo>
                  <a:lnTo>
                    <a:pt x="3647080" y="1443593"/>
                  </a:lnTo>
                  <a:lnTo>
                    <a:pt x="3647080" y="1442969"/>
                  </a:lnTo>
                  <a:lnTo>
                    <a:pt x="3647189" y="1442969"/>
                  </a:lnTo>
                  <a:lnTo>
                    <a:pt x="3647297" y="1442969"/>
                  </a:lnTo>
                  <a:lnTo>
                    <a:pt x="3647406" y="1442969"/>
                  </a:lnTo>
                  <a:lnTo>
                    <a:pt x="3647514" y="1442969"/>
                  </a:lnTo>
                  <a:lnTo>
                    <a:pt x="3647623" y="1442969"/>
                  </a:lnTo>
                  <a:lnTo>
                    <a:pt x="3647731" y="1442969"/>
                  </a:lnTo>
                  <a:lnTo>
                    <a:pt x="3647839" y="1442969"/>
                  </a:lnTo>
                  <a:lnTo>
                    <a:pt x="3647948" y="1442969"/>
                  </a:lnTo>
                  <a:lnTo>
                    <a:pt x="3648056" y="1442969"/>
                  </a:lnTo>
                  <a:lnTo>
                    <a:pt x="3648165" y="1442969"/>
                  </a:lnTo>
                  <a:lnTo>
                    <a:pt x="3648273" y="1442969"/>
                  </a:lnTo>
                  <a:lnTo>
                    <a:pt x="3648382" y="1442969"/>
                  </a:lnTo>
                  <a:lnTo>
                    <a:pt x="3648490" y="1442969"/>
                  </a:lnTo>
                  <a:lnTo>
                    <a:pt x="3648599" y="1442969"/>
                  </a:lnTo>
                  <a:lnTo>
                    <a:pt x="3648707" y="1442969"/>
                  </a:lnTo>
                  <a:lnTo>
                    <a:pt x="3648815" y="1442969"/>
                  </a:lnTo>
                  <a:lnTo>
                    <a:pt x="3648815" y="1442345"/>
                  </a:lnTo>
                  <a:lnTo>
                    <a:pt x="3648924" y="1442345"/>
                  </a:lnTo>
                  <a:lnTo>
                    <a:pt x="3648924" y="1441722"/>
                  </a:lnTo>
                  <a:lnTo>
                    <a:pt x="3649032" y="1441722"/>
                  </a:lnTo>
                  <a:lnTo>
                    <a:pt x="3649141" y="1441722"/>
                  </a:lnTo>
                  <a:lnTo>
                    <a:pt x="3649249" y="1441722"/>
                  </a:lnTo>
                  <a:lnTo>
                    <a:pt x="3649358" y="1441722"/>
                  </a:lnTo>
                  <a:lnTo>
                    <a:pt x="3649466" y="1441722"/>
                  </a:lnTo>
                  <a:lnTo>
                    <a:pt x="3649575" y="1441722"/>
                  </a:lnTo>
                  <a:lnTo>
                    <a:pt x="3649683" y="1441722"/>
                  </a:lnTo>
                  <a:lnTo>
                    <a:pt x="3649791" y="1441722"/>
                  </a:lnTo>
                  <a:lnTo>
                    <a:pt x="3649900" y="1441722"/>
                  </a:lnTo>
                  <a:lnTo>
                    <a:pt x="3650008" y="1441722"/>
                  </a:lnTo>
                  <a:lnTo>
                    <a:pt x="3650117" y="1441722"/>
                  </a:lnTo>
                  <a:lnTo>
                    <a:pt x="3650225" y="1441722"/>
                  </a:lnTo>
                  <a:lnTo>
                    <a:pt x="3650334" y="1441722"/>
                  </a:lnTo>
                  <a:lnTo>
                    <a:pt x="3650334" y="1441098"/>
                  </a:lnTo>
                  <a:lnTo>
                    <a:pt x="3650334" y="1440475"/>
                  </a:lnTo>
                  <a:lnTo>
                    <a:pt x="3650334" y="1439851"/>
                  </a:lnTo>
                  <a:lnTo>
                    <a:pt x="3650442" y="1439851"/>
                  </a:lnTo>
                  <a:lnTo>
                    <a:pt x="3650551" y="1439851"/>
                  </a:lnTo>
                  <a:lnTo>
                    <a:pt x="3650659" y="1439851"/>
                  </a:lnTo>
                  <a:lnTo>
                    <a:pt x="3650768" y="1439851"/>
                  </a:lnTo>
                  <a:lnTo>
                    <a:pt x="3650876" y="1439851"/>
                  </a:lnTo>
                  <a:lnTo>
                    <a:pt x="3650984" y="1439851"/>
                  </a:lnTo>
                  <a:lnTo>
                    <a:pt x="3650984" y="1439227"/>
                  </a:lnTo>
                  <a:lnTo>
                    <a:pt x="3651093" y="1439227"/>
                  </a:lnTo>
                  <a:lnTo>
                    <a:pt x="3651201" y="1439227"/>
                  </a:lnTo>
                  <a:lnTo>
                    <a:pt x="3651310" y="1439227"/>
                  </a:lnTo>
                  <a:lnTo>
                    <a:pt x="3651418" y="1439227"/>
                  </a:lnTo>
                  <a:lnTo>
                    <a:pt x="3651527" y="1439227"/>
                  </a:lnTo>
                  <a:lnTo>
                    <a:pt x="3651635" y="1439227"/>
                  </a:lnTo>
                  <a:lnTo>
                    <a:pt x="3651744" y="1439227"/>
                  </a:lnTo>
                  <a:lnTo>
                    <a:pt x="3651852" y="1439227"/>
                  </a:lnTo>
                  <a:lnTo>
                    <a:pt x="3651960" y="1439227"/>
                  </a:lnTo>
                  <a:lnTo>
                    <a:pt x="3652069" y="1439227"/>
                  </a:lnTo>
                  <a:lnTo>
                    <a:pt x="3652177" y="1439227"/>
                  </a:lnTo>
                  <a:lnTo>
                    <a:pt x="3652286" y="1439227"/>
                  </a:lnTo>
                  <a:lnTo>
                    <a:pt x="3652394" y="1439227"/>
                  </a:lnTo>
                  <a:lnTo>
                    <a:pt x="3652503" y="1439227"/>
                  </a:lnTo>
                  <a:lnTo>
                    <a:pt x="3652503" y="1438604"/>
                  </a:lnTo>
                  <a:lnTo>
                    <a:pt x="3652611" y="1438604"/>
                  </a:lnTo>
                  <a:lnTo>
                    <a:pt x="3652720" y="1438604"/>
                  </a:lnTo>
                  <a:lnTo>
                    <a:pt x="3652828" y="1438604"/>
                  </a:lnTo>
                  <a:lnTo>
                    <a:pt x="3652936" y="1438604"/>
                  </a:lnTo>
                  <a:lnTo>
                    <a:pt x="3653045" y="1438604"/>
                  </a:lnTo>
                  <a:lnTo>
                    <a:pt x="3653153" y="1438604"/>
                  </a:lnTo>
                  <a:lnTo>
                    <a:pt x="3653262" y="1438604"/>
                  </a:lnTo>
                  <a:lnTo>
                    <a:pt x="3653262" y="1437980"/>
                  </a:lnTo>
                  <a:lnTo>
                    <a:pt x="3653370" y="1437980"/>
                  </a:lnTo>
                  <a:lnTo>
                    <a:pt x="3653479" y="1437980"/>
                  </a:lnTo>
                  <a:lnTo>
                    <a:pt x="3653587" y="1437980"/>
                  </a:lnTo>
                  <a:lnTo>
                    <a:pt x="3653696" y="1437980"/>
                  </a:lnTo>
                  <a:lnTo>
                    <a:pt x="3653804" y="1437980"/>
                  </a:lnTo>
                  <a:lnTo>
                    <a:pt x="3653912" y="1437980"/>
                  </a:lnTo>
                  <a:lnTo>
                    <a:pt x="3654021" y="1437980"/>
                  </a:lnTo>
                  <a:lnTo>
                    <a:pt x="3654129" y="1437980"/>
                  </a:lnTo>
                  <a:lnTo>
                    <a:pt x="3654129" y="1437357"/>
                  </a:lnTo>
                  <a:lnTo>
                    <a:pt x="3654238" y="1437357"/>
                  </a:lnTo>
                  <a:lnTo>
                    <a:pt x="3654346" y="1437357"/>
                  </a:lnTo>
                  <a:lnTo>
                    <a:pt x="3654346" y="1436733"/>
                  </a:lnTo>
                  <a:lnTo>
                    <a:pt x="3654455" y="1436733"/>
                  </a:lnTo>
                  <a:lnTo>
                    <a:pt x="3654563" y="1436733"/>
                  </a:lnTo>
                  <a:lnTo>
                    <a:pt x="3654672" y="1436733"/>
                  </a:lnTo>
                  <a:lnTo>
                    <a:pt x="3654780" y="1436733"/>
                  </a:lnTo>
                  <a:lnTo>
                    <a:pt x="3654889" y="1436733"/>
                  </a:lnTo>
                  <a:lnTo>
                    <a:pt x="3654997" y="1436733"/>
                  </a:lnTo>
                  <a:lnTo>
                    <a:pt x="3654997" y="1436110"/>
                  </a:lnTo>
                  <a:lnTo>
                    <a:pt x="3655105" y="1436110"/>
                  </a:lnTo>
                  <a:lnTo>
                    <a:pt x="3655214" y="1436110"/>
                  </a:lnTo>
                  <a:lnTo>
                    <a:pt x="3655322" y="1436110"/>
                  </a:lnTo>
                  <a:lnTo>
                    <a:pt x="3655431" y="1436110"/>
                  </a:lnTo>
                  <a:lnTo>
                    <a:pt x="3655431" y="1435486"/>
                  </a:lnTo>
                  <a:lnTo>
                    <a:pt x="3655539" y="1435486"/>
                  </a:lnTo>
                  <a:lnTo>
                    <a:pt x="3655648" y="1435486"/>
                  </a:lnTo>
                  <a:lnTo>
                    <a:pt x="3655756" y="1435486"/>
                  </a:lnTo>
                  <a:lnTo>
                    <a:pt x="3655756" y="1434862"/>
                  </a:lnTo>
                  <a:lnTo>
                    <a:pt x="3655865" y="1434862"/>
                  </a:lnTo>
                  <a:lnTo>
                    <a:pt x="3655973" y="1434862"/>
                  </a:lnTo>
                  <a:lnTo>
                    <a:pt x="3656081" y="1434862"/>
                  </a:lnTo>
                  <a:lnTo>
                    <a:pt x="3656081" y="1434239"/>
                  </a:lnTo>
                  <a:lnTo>
                    <a:pt x="3656190" y="1434239"/>
                  </a:lnTo>
                  <a:lnTo>
                    <a:pt x="3656298" y="1434239"/>
                  </a:lnTo>
                  <a:lnTo>
                    <a:pt x="3656407" y="1434239"/>
                  </a:lnTo>
                  <a:lnTo>
                    <a:pt x="3656515" y="1434239"/>
                  </a:lnTo>
                  <a:lnTo>
                    <a:pt x="3656624" y="1434239"/>
                  </a:lnTo>
                  <a:lnTo>
                    <a:pt x="3656624" y="1433615"/>
                  </a:lnTo>
                  <a:lnTo>
                    <a:pt x="3656732" y="1433615"/>
                  </a:lnTo>
                  <a:lnTo>
                    <a:pt x="3656841" y="1433615"/>
                  </a:lnTo>
                  <a:lnTo>
                    <a:pt x="3656949" y="1433615"/>
                  </a:lnTo>
                  <a:lnTo>
                    <a:pt x="3657057" y="1433615"/>
                  </a:lnTo>
                  <a:lnTo>
                    <a:pt x="3657166" y="1433615"/>
                  </a:lnTo>
                  <a:lnTo>
                    <a:pt x="3657274" y="1433615"/>
                  </a:lnTo>
                  <a:lnTo>
                    <a:pt x="3657383" y="1433615"/>
                  </a:lnTo>
                  <a:lnTo>
                    <a:pt x="3657383" y="1432992"/>
                  </a:lnTo>
                  <a:lnTo>
                    <a:pt x="3657491" y="1432992"/>
                  </a:lnTo>
                  <a:lnTo>
                    <a:pt x="3657491" y="1432368"/>
                  </a:lnTo>
                  <a:lnTo>
                    <a:pt x="3657600" y="1432368"/>
                  </a:lnTo>
                  <a:lnTo>
                    <a:pt x="3657708" y="1432368"/>
                  </a:lnTo>
                  <a:lnTo>
                    <a:pt x="3657817" y="1432368"/>
                  </a:lnTo>
                  <a:lnTo>
                    <a:pt x="3657925" y="1432368"/>
                  </a:lnTo>
                  <a:lnTo>
                    <a:pt x="3658033" y="1432368"/>
                  </a:lnTo>
                  <a:lnTo>
                    <a:pt x="3658142" y="1432368"/>
                  </a:lnTo>
                  <a:lnTo>
                    <a:pt x="3658250" y="1432368"/>
                  </a:lnTo>
                  <a:lnTo>
                    <a:pt x="3658359" y="1432368"/>
                  </a:lnTo>
                  <a:lnTo>
                    <a:pt x="3658467" y="1432368"/>
                  </a:lnTo>
                  <a:lnTo>
                    <a:pt x="3658576" y="1432368"/>
                  </a:lnTo>
                  <a:lnTo>
                    <a:pt x="3658684" y="1432368"/>
                  </a:lnTo>
                  <a:lnTo>
                    <a:pt x="3658793" y="1432368"/>
                  </a:lnTo>
                  <a:lnTo>
                    <a:pt x="3658793" y="1431745"/>
                  </a:lnTo>
                  <a:lnTo>
                    <a:pt x="3658901" y="1431745"/>
                  </a:lnTo>
                  <a:lnTo>
                    <a:pt x="3659010" y="1431745"/>
                  </a:lnTo>
                  <a:lnTo>
                    <a:pt x="3659118" y="1431745"/>
                  </a:lnTo>
                  <a:lnTo>
                    <a:pt x="3659226" y="1431745"/>
                  </a:lnTo>
                  <a:lnTo>
                    <a:pt x="3659226" y="1431121"/>
                  </a:lnTo>
                  <a:lnTo>
                    <a:pt x="3659335" y="1431121"/>
                  </a:lnTo>
                  <a:lnTo>
                    <a:pt x="3659443" y="1431121"/>
                  </a:lnTo>
                  <a:lnTo>
                    <a:pt x="3659552" y="1431121"/>
                  </a:lnTo>
                  <a:lnTo>
                    <a:pt x="3659660" y="1431121"/>
                  </a:lnTo>
                  <a:lnTo>
                    <a:pt x="3659769" y="1431121"/>
                  </a:lnTo>
                  <a:lnTo>
                    <a:pt x="3659877" y="1431121"/>
                  </a:lnTo>
                  <a:lnTo>
                    <a:pt x="3659877" y="1430497"/>
                  </a:lnTo>
                  <a:lnTo>
                    <a:pt x="3659986" y="1430497"/>
                  </a:lnTo>
                  <a:lnTo>
                    <a:pt x="3660094" y="1430497"/>
                  </a:lnTo>
                  <a:lnTo>
                    <a:pt x="3660202" y="1430497"/>
                  </a:lnTo>
                  <a:lnTo>
                    <a:pt x="3660311" y="1430497"/>
                  </a:lnTo>
                  <a:lnTo>
                    <a:pt x="3660419" y="1430497"/>
                  </a:lnTo>
                  <a:lnTo>
                    <a:pt x="3660528" y="1430497"/>
                  </a:lnTo>
                  <a:lnTo>
                    <a:pt x="3660636" y="1430497"/>
                  </a:lnTo>
                  <a:lnTo>
                    <a:pt x="3660745" y="1430497"/>
                  </a:lnTo>
                  <a:lnTo>
                    <a:pt x="3660853" y="1430497"/>
                  </a:lnTo>
                  <a:lnTo>
                    <a:pt x="3660962" y="1430497"/>
                  </a:lnTo>
                  <a:lnTo>
                    <a:pt x="3661070" y="1430497"/>
                  </a:lnTo>
                  <a:lnTo>
                    <a:pt x="3661070" y="1429874"/>
                  </a:lnTo>
                  <a:lnTo>
                    <a:pt x="3661178" y="1429874"/>
                  </a:lnTo>
                  <a:lnTo>
                    <a:pt x="3661287" y="1429874"/>
                  </a:lnTo>
                  <a:lnTo>
                    <a:pt x="3661395" y="1429874"/>
                  </a:lnTo>
                  <a:lnTo>
                    <a:pt x="3661504" y="1429874"/>
                  </a:lnTo>
                  <a:lnTo>
                    <a:pt x="3661504" y="1429250"/>
                  </a:lnTo>
                  <a:lnTo>
                    <a:pt x="3661612" y="1429250"/>
                  </a:lnTo>
                  <a:lnTo>
                    <a:pt x="3661721" y="1429250"/>
                  </a:lnTo>
                  <a:lnTo>
                    <a:pt x="3661829" y="1429250"/>
                  </a:lnTo>
                  <a:lnTo>
                    <a:pt x="3661938" y="1429250"/>
                  </a:lnTo>
                  <a:lnTo>
                    <a:pt x="3662046" y="1429250"/>
                  </a:lnTo>
                  <a:lnTo>
                    <a:pt x="3662154" y="1429250"/>
                  </a:lnTo>
                  <a:lnTo>
                    <a:pt x="3662263" y="1429250"/>
                  </a:lnTo>
                  <a:lnTo>
                    <a:pt x="3662371" y="1429250"/>
                  </a:lnTo>
                  <a:lnTo>
                    <a:pt x="3662480" y="1429250"/>
                  </a:lnTo>
                  <a:lnTo>
                    <a:pt x="3662480" y="1428627"/>
                  </a:lnTo>
                  <a:lnTo>
                    <a:pt x="3662588" y="1428627"/>
                  </a:lnTo>
                  <a:lnTo>
                    <a:pt x="3662697" y="1428627"/>
                  </a:lnTo>
                  <a:lnTo>
                    <a:pt x="3662805" y="1428627"/>
                  </a:lnTo>
                  <a:lnTo>
                    <a:pt x="3662914" y="1428627"/>
                  </a:lnTo>
                  <a:lnTo>
                    <a:pt x="3663022" y="1428627"/>
                  </a:lnTo>
                  <a:lnTo>
                    <a:pt x="3663131" y="1428627"/>
                  </a:lnTo>
                  <a:lnTo>
                    <a:pt x="3663239" y="1428627"/>
                  </a:lnTo>
                  <a:lnTo>
                    <a:pt x="3663347" y="1428627"/>
                  </a:lnTo>
                  <a:lnTo>
                    <a:pt x="3663456" y="1428627"/>
                  </a:lnTo>
                  <a:lnTo>
                    <a:pt x="3663564" y="1428627"/>
                  </a:lnTo>
                  <a:lnTo>
                    <a:pt x="3663564" y="1428003"/>
                  </a:lnTo>
                  <a:lnTo>
                    <a:pt x="3663673" y="1428003"/>
                  </a:lnTo>
                  <a:lnTo>
                    <a:pt x="3663781" y="1428003"/>
                  </a:lnTo>
                  <a:lnTo>
                    <a:pt x="3663890" y="1428003"/>
                  </a:lnTo>
                  <a:lnTo>
                    <a:pt x="3663998" y="1428003"/>
                  </a:lnTo>
                  <a:lnTo>
                    <a:pt x="3664107" y="1428003"/>
                  </a:lnTo>
                  <a:lnTo>
                    <a:pt x="3664215" y="1428003"/>
                  </a:lnTo>
                  <a:lnTo>
                    <a:pt x="3664323" y="1428003"/>
                  </a:lnTo>
                  <a:lnTo>
                    <a:pt x="3664323" y="1427379"/>
                  </a:lnTo>
                  <a:lnTo>
                    <a:pt x="3664432" y="1427379"/>
                  </a:lnTo>
                  <a:lnTo>
                    <a:pt x="3664540" y="1427379"/>
                  </a:lnTo>
                  <a:lnTo>
                    <a:pt x="3664649" y="1427379"/>
                  </a:lnTo>
                  <a:lnTo>
                    <a:pt x="3664757" y="1427379"/>
                  </a:lnTo>
                  <a:lnTo>
                    <a:pt x="3664866" y="1427379"/>
                  </a:lnTo>
                  <a:lnTo>
                    <a:pt x="3664974" y="1427379"/>
                  </a:lnTo>
                  <a:lnTo>
                    <a:pt x="3665083" y="1427379"/>
                  </a:lnTo>
                  <a:lnTo>
                    <a:pt x="3665191" y="1427379"/>
                  </a:lnTo>
                  <a:lnTo>
                    <a:pt x="3665191" y="1426756"/>
                  </a:lnTo>
                  <a:lnTo>
                    <a:pt x="3665191" y="1426132"/>
                  </a:lnTo>
                  <a:lnTo>
                    <a:pt x="3665299" y="1426132"/>
                  </a:lnTo>
                  <a:lnTo>
                    <a:pt x="3665408" y="1426132"/>
                  </a:lnTo>
                  <a:lnTo>
                    <a:pt x="3665516" y="1426132"/>
                  </a:lnTo>
                  <a:lnTo>
                    <a:pt x="3665625" y="1426132"/>
                  </a:lnTo>
                  <a:lnTo>
                    <a:pt x="3665733" y="1426132"/>
                  </a:lnTo>
                  <a:lnTo>
                    <a:pt x="3665842" y="1426132"/>
                  </a:lnTo>
                  <a:lnTo>
                    <a:pt x="3665950" y="1426132"/>
                  </a:lnTo>
                  <a:lnTo>
                    <a:pt x="3666059" y="1426132"/>
                  </a:lnTo>
                  <a:lnTo>
                    <a:pt x="3666167" y="1426132"/>
                  </a:lnTo>
                  <a:lnTo>
                    <a:pt x="3666275" y="1426132"/>
                  </a:lnTo>
                  <a:lnTo>
                    <a:pt x="3666384" y="1426132"/>
                  </a:lnTo>
                  <a:lnTo>
                    <a:pt x="3666492" y="1426132"/>
                  </a:lnTo>
                  <a:lnTo>
                    <a:pt x="3666601" y="1426132"/>
                  </a:lnTo>
                  <a:lnTo>
                    <a:pt x="3666709" y="1426132"/>
                  </a:lnTo>
                  <a:lnTo>
                    <a:pt x="3666818" y="1426132"/>
                  </a:lnTo>
                  <a:lnTo>
                    <a:pt x="3666926" y="1426132"/>
                  </a:lnTo>
                  <a:lnTo>
                    <a:pt x="3667035" y="1426132"/>
                  </a:lnTo>
                  <a:lnTo>
                    <a:pt x="3667143" y="1426132"/>
                  </a:lnTo>
                  <a:lnTo>
                    <a:pt x="3667252" y="1426132"/>
                  </a:lnTo>
                  <a:lnTo>
                    <a:pt x="3667360" y="1426132"/>
                  </a:lnTo>
                  <a:lnTo>
                    <a:pt x="3667360" y="1425509"/>
                  </a:lnTo>
                  <a:lnTo>
                    <a:pt x="3667468" y="1425509"/>
                  </a:lnTo>
                  <a:lnTo>
                    <a:pt x="3667577" y="1425509"/>
                  </a:lnTo>
                  <a:lnTo>
                    <a:pt x="3667685" y="1425509"/>
                  </a:lnTo>
                  <a:lnTo>
                    <a:pt x="3667685" y="1424885"/>
                  </a:lnTo>
                  <a:lnTo>
                    <a:pt x="3667794" y="1424885"/>
                  </a:lnTo>
                  <a:lnTo>
                    <a:pt x="3667902" y="1424885"/>
                  </a:lnTo>
                  <a:lnTo>
                    <a:pt x="3668011" y="1424885"/>
                  </a:lnTo>
                  <a:lnTo>
                    <a:pt x="3668119" y="1424885"/>
                  </a:lnTo>
                  <a:lnTo>
                    <a:pt x="3668228" y="1424885"/>
                  </a:lnTo>
                  <a:lnTo>
                    <a:pt x="3668336" y="1424885"/>
                  </a:lnTo>
                  <a:lnTo>
                    <a:pt x="3668444" y="1424885"/>
                  </a:lnTo>
                  <a:lnTo>
                    <a:pt x="3668553" y="1424885"/>
                  </a:lnTo>
                  <a:lnTo>
                    <a:pt x="3668661" y="1424885"/>
                  </a:lnTo>
                  <a:lnTo>
                    <a:pt x="3668661" y="1424262"/>
                  </a:lnTo>
                  <a:lnTo>
                    <a:pt x="3668770" y="1424262"/>
                  </a:lnTo>
                  <a:lnTo>
                    <a:pt x="3668878" y="1424262"/>
                  </a:lnTo>
                  <a:lnTo>
                    <a:pt x="3668987" y="1424262"/>
                  </a:lnTo>
                  <a:lnTo>
                    <a:pt x="3669095" y="1424262"/>
                  </a:lnTo>
                  <a:lnTo>
                    <a:pt x="3669204" y="1424262"/>
                  </a:lnTo>
                  <a:lnTo>
                    <a:pt x="3669312" y="1424262"/>
                  </a:lnTo>
                  <a:lnTo>
                    <a:pt x="3669420" y="1424262"/>
                  </a:lnTo>
                  <a:lnTo>
                    <a:pt x="3669420" y="1423638"/>
                  </a:lnTo>
                  <a:lnTo>
                    <a:pt x="3669420" y="1423014"/>
                  </a:lnTo>
                  <a:lnTo>
                    <a:pt x="3669529" y="1423014"/>
                  </a:lnTo>
                  <a:lnTo>
                    <a:pt x="3669637" y="1423014"/>
                  </a:lnTo>
                  <a:lnTo>
                    <a:pt x="3669746" y="1423014"/>
                  </a:lnTo>
                  <a:lnTo>
                    <a:pt x="3669854" y="1423014"/>
                  </a:lnTo>
                  <a:lnTo>
                    <a:pt x="3669963" y="1423014"/>
                  </a:lnTo>
                  <a:lnTo>
                    <a:pt x="3670071" y="1423014"/>
                  </a:lnTo>
                  <a:lnTo>
                    <a:pt x="3670180" y="1423014"/>
                  </a:lnTo>
                  <a:lnTo>
                    <a:pt x="3670288" y="1423014"/>
                  </a:lnTo>
                  <a:lnTo>
                    <a:pt x="3670396" y="1423014"/>
                  </a:lnTo>
                  <a:lnTo>
                    <a:pt x="3670505" y="1423014"/>
                  </a:lnTo>
                  <a:lnTo>
                    <a:pt x="3670613" y="1423014"/>
                  </a:lnTo>
                  <a:lnTo>
                    <a:pt x="3670722" y="1423014"/>
                  </a:lnTo>
                  <a:lnTo>
                    <a:pt x="3670830" y="1423014"/>
                  </a:lnTo>
                  <a:lnTo>
                    <a:pt x="3670830" y="1422391"/>
                  </a:lnTo>
                  <a:lnTo>
                    <a:pt x="3670939" y="1422391"/>
                  </a:lnTo>
                  <a:lnTo>
                    <a:pt x="3671047" y="1422391"/>
                  </a:lnTo>
                  <a:lnTo>
                    <a:pt x="3671156" y="1422391"/>
                  </a:lnTo>
                  <a:lnTo>
                    <a:pt x="3671264" y="1422391"/>
                  </a:lnTo>
                  <a:lnTo>
                    <a:pt x="3671373" y="1422391"/>
                  </a:lnTo>
                  <a:lnTo>
                    <a:pt x="3671481" y="1422391"/>
                  </a:lnTo>
                  <a:lnTo>
                    <a:pt x="3671589" y="1422391"/>
                  </a:lnTo>
                  <a:lnTo>
                    <a:pt x="3671698" y="1422391"/>
                  </a:lnTo>
                  <a:lnTo>
                    <a:pt x="3671806" y="1422391"/>
                  </a:lnTo>
                  <a:lnTo>
                    <a:pt x="3671915" y="1422391"/>
                  </a:lnTo>
                  <a:lnTo>
                    <a:pt x="3672023" y="1422391"/>
                  </a:lnTo>
                  <a:lnTo>
                    <a:pt x="3672023" y="1421767"/>
                  </a:lnTo>
                  <a:lnTo>
                    <a:pt x="3672132" y="1421767"/>
                  </a:lnTo>
                  <a:lnTo>
                    <a:pt x="3672240" y="1421767"/>
                  </a:lnTo>
                  <a:lnTo>
                    <a:pt x="3672349" y="1421767"/>
                  </a:lnTo>
                  <a:lnTo>
                    <a:pt x="3672457" y="1421767"/>
                  </a:lnTo>
                  <a:lnTo>
                    <a:pt x="3672565" y="1421767"/>
                  </a:lnTo>
                  <a:lnTo>
                    <a:pt x="3672674" y="1421767"/>
                  </a:lnTo>
                  <a:lnTo>
                    <a:pt x="3672782" y="1421767"/>
                  </a:lnTo>
                  <a:lnTo>
                    <a:pt x="3672891" y="1421767"/>
                  </a:lnTo>
                  <a:lnTo>
                    <a:pt x="3672999" y="1421767"/>
                  </a:lnTo>
                  <a:lnTo>
                    <a:pt x="3673108" y="1421767"/>
                  </a:lnTo>
                  <a:lnTo>
                    <a:pt x="3673216" y="1421767"/>
                  </a:lnTo>
                  <a:lnTo>
                    <a:pt x="3673325" y="1421767"/>
                  </a:lnTo>
                  <a:lnTo>
                    <a:pt x="3673433" y="1421767"/>
                  </a:lnTo>
                  <a:lnTo>
                    <a:pt x="3673433" y="1421144"/>
                  </a:lnTo>
                  <a:lnTo>
                    <a:pt x="3673541" y="1421144"/>
                  </a:lnTo>
                  <a:lnTo>
                    <a:pt x="3673650" y="1421144"/>
                  </a:lnTo>
                  <a:lnTo>
                    <a:pt x="3673758" y="1421144"/>
                  </a:lnTo>
                  <a:lnTo>
                    <a:pt x="3673867" y="1421144"/>
                  </a:lnTo>
                  <a:lnTo>
                    <a:pt x="3673975" y="1421144"/>
                  </a:lnTo>
                  <a:lnTo>
                    <a:pt x="3673975" y="1420520"/>
                  </a:lnTo>
                  <a:lnTo>
                    <a:pt x="3674084" y="1420520"/>
                  </a:lnTo>
                  <a:lnTo>
                    <a:pt x="3674192" y="1420520"/>
                  </a:lnTo>
                  <a:lnTo>
                    <a:pt x="3674301" y="1420520"/>
                  </a:lnTo>
                  <a:lnTo>
                    <a:pt x="3674409" y="1420520"/>
                  </a:lnTo>
                  <a:lnTo>
                    <a:pt x="3674517" y="1420520"/>
                  </a:lnTo>
                  <a:lnTo>
                    <a:pt x="3674626" y="1420520"/>
                  </a:lnTo>
                  <a:lnTo>
                    <a:pt x="3674734" y="1420520"/>
                  </a:lnTo>
                  <a:lnTo>
                    <a:pt x="3674843" y="1420520"/>
                  </a:lnTo>
                  <a:lnTo>
                    <a:pt x="3674951" y="1420520"/>
                  </a:lnTo>
                  <a:lnTo>
                    <a:pt x="3675060" y="1420520"/>
                  </a:lnTo>
                  <a:lnTo>
                    <a:pt x="3675168" y="1420520"/>
                  </a:lnTo>
                  <a:lnTo>
                    <a:pt x="3675277" y="1420520"/>
                  </a:lnTo>
                  <a:lnTo>
                    <a:pt x="3675385" y="1420520"/>
                  </a:lnTo>
                  <a:lnTo>
                    <a:pt x="3675493" y="1420520"/>
                  </a:lnTo>
                  <a:lnTo>
                    <a:pt x="3675602" y="1420520"/>
                  </a:lnTo>
                  <a:lnTo>
                    <a:pt x="3675602" y="1419896"/>
                  </a:lnTo>
                  <a:lnTo>
                    <a:pt x="3675710" y="1419896"/>
                  </a:lnTo>
                  <a:lnTo>
                    <a:pt x="3675819" y="1419896"/>
                  </a:lnTo>
                  <a:lnTo>
                    <a:pt x="3675927" y="1419896"/>
                  </a:lnTo>
                  <a:lnTo>
                    <a:pt x="3676036" y="1419896"/>
                  </a:lnTo>
                  <a:lnTo>
                    <a:pt x="3676144" y="1419896"/>
                  </a:lnTo>
                  <a:lnTo>
                    <a:pt x="3676144" y="1419273"/>
                  </a:lnTo>
                  <a:lnTo>
                    <a:pt x="3676253" y="1419273"/>
                  </a:lnTo>
                  <a:lnTo>
                    <a:pt x="3676361" y="1419273"/>
                  </a:lnTo>
                  <a:lnTo>
                    <a:pt x="3676470" y="1419273"/>
                  </a:lnTo>
                  <a:lnTo>
                    <a:pt x="3676578" y="1419273"/>
                  </a:lnTo>
                  <a:lnTo>
                    <a:pt x="3676686" y="1419273"/>
                  </a:lnTo>
                  <a:lnTo>
                    <a:pt x="3676795" y="1419273"/>
                  </a:lnTo>
                  <a:lnTo>
                    <a:pt x="3676903" y="1419273"/>
                  </a:lnTo>
                  <a:lnTo>
                    <a:pt x="3677012" y="1419273"/>
                  </a:lnTo>
                  <a:lnTo>
                    <a:pt x="3677120" y="1419273"/>
                  </a:lnTo>
                  <a:lnTo>
                    <a:pt x="3677229" y="1419273"/>
                  </a:lnTo>
                  <a:lnTo>
                    <a:pt x="3677337" y="1419273"/>
                  </a:lnTo>
                  <a:lnTo>
                    <a:pt x="3677446" y="1419273"/>
                  </a:lnTo>
                  <a:lnTo>
                    <a:pt x="3677554" y="1419273"/>
                  </a:lnTo>
                  <a:lnTo>
                    <a:pt x="3677662" y="1419273"/>
                  </a:lnTo>
                  <a:lnTo>
                    <a:pt x="3677771" y="1419273"/>
                  </a:lnTo>
                  <a:lnTo>
                    <a:pt x="3677879" y="1419273"/>
                  </a:lnTo>
                  <a:lnTo>
                    <a:pt x="3677988" y="1419273"/>
                  </a:lnTo>
                  <a:lnTo>
                    <a:pt x="3678096" y="1419273"/>
                  </a:lnTo>
                  <a:lnTo>
                    <a:pt x="3678205" y="1419273"/>
                  </a:lnTo>
                  <a:lnTo>
                    <a:pt x="3678313" y="1419273"/>
                  </a:lnTo>
                  <a:lnTo>
                    <a:pt x="3678422" y="1419273"/>
                  </a:lnTo>
                  <a:lnTo>
                    <a:pt x="3678530" y="1419273"/>
                  </a:lnTo>
                  <a:lnTo>
                    <a:pt x="3678638" y="1419273"/>
                  </a:lnTo>
                  <a:lnTo>
                    <a:pt x="3678747" y="1419273"/>
                  </a:lnTo>
                  <a:lnTo>
                    <a:pt x="3678855" y="1419273"/>
                  </a:lnTo>
                  <a:lnTo>
                    <a:pt x="3678855" y="1418649"/>
                  </a:lnTo>
                  <a:lnTo>
                    <a:pt x="3678964" y="1418649"/>
                  </a:lnTo>
                  <a:lnTo>
                    <a:pt x="3679072" y="1418649"/>
                  </a:lnTo>
                  <a:lnTo>
                    <a:pt x="3679181" y="1418649"/>
                  </a:lnTo>
                  <a:lnTo>
                    <a:pt x="3679289" y="1418649"/>
                  </a:lnTo>
                  <a:lnTo>
                    <a:pt x="3679289" y="1418026"/>
                  </a:lnTo>
                  <a:lnTo>
                    <a:pt x="3679398" y="1418026"/>
                  </a:lnTo>
                  <a:lnTo>
                    <a:pt x="3679506" y="1418026"/>
                  </a:lnTo>
                  <a:lnTo>
                    <a:pt x="3679614" y="1418026"/>
                  </a:lnTo>
                  <a:lnTo>
                    <a:pt x="3679723" y="1418026"/>
                  </a:lnTo>
                  <a:lnTo>
                    <a:pt x="3679831" y="1418026"/>
                  </a:lnTo>
                  <a:lnTo>
                    <a:pt x="3679940" y="1418026"/>
                  </a:lnTo>
                  <a:lnTo>
                    <a:pt x="3680048" y="1418026"/>
                  </a:lnTo>
                  <a:lnTo>
                    <a:pt x="3680157" y="1418026"/>
                  </a:lnTo>
                  <a:lnTo>
                    <a:pt x="3680265" y="1418026"/>
                  </a:lnTo>
                  <a:lnTo>
                    <a:pt x="3680374" y="1418026"/>
                  </a:lnTo>
                  <a:lnTo>
                    <a:pt x="3680482" y="1418026"/>
                  </a:lnTo>
                  <a:lnTo>
                    <a:pt x="3680591" y="1418026"/>
                  </a:lnTo>
                  <a:lnTo>
                    <a:pt x="3680699" y="1418026"/>
                  </a:lnTo>
                  <a:lnTo>
                    <a:pt x="3680807" y="1418026"/>
                  </a:lnTo>
                  <a:lnTo>
                    <a:pt x="3680807" y="1417402"/>
                  </a:lnTo>
                  <a:lnTo>
                    <a:pt x="3680916" y="1417402"/>
                  </a:lnTo>
                  <a:lnTo>
                    <a:pt x="3681024" y="1417402"/>
                  </a:lnTo>
                  <a:lnTo>
                    <a:pt x="3681133" y="1417402"/>
                  </a:lnTo>
                  <a:lnTo>
                    <a:pt x="3681133" y="1416779"/>
                  </a:lnTo>
                  <a:lnTo>
                    <a:pt x="3681241" y="1416779"/>
                  </a:lnTo>
                  <a:lnTo>
                    <a:pt x="3681350" y="1416779"/>
                  </a:lnTo>
                  <a:lnTo>
                    <a:pt x="3681458" y="1416779"/>
                  </a:lnTo>
                  <a:lnTo>
                    <a:pt x="3681567" y="1416779"/>
                  </a:lnTo>
                  <a:lnTo>
                    <a:pt x="3681675" y="1416779"/>
                  </a:lnTo>
                  <a:lnTo>
                    <a:pt x="3681783" y="1416779"/>
                  </a:lnTo>
                  <a:lnTo>
                    <a:pt x="3681892" y="1416779"/>
                  </a:lnTo>
                  <a:lnTo>
                    <a:pt x="3682000" y="1416779"/>
                  </a:lnTo>
                  <a:lnTo>
                    <a:pt x="3682000" y="1416155"/>
                  </a:lnTo>
                  <a:lnTo>
                    <a:pt x="3682109" y="1416155"/>
                  </a:lnTo>
                  <a:lnTo>
                    <a:pt x="3682217" y="1416155"/>
                  </a:lnTo>
                  <a:lnTo>
                    <a:pt x="3682326" y="1416155"/>
                  </a:lnTo>
                  <a:lnTo>
                    <a:pt x="3682434" y="1416155"/>
                  </a:lnTo>
                  <a:lnTo>
                    <a:pt x="3682543" y="1416155"/>
                  </a:lnTo>
                  <a:lnTo>
                    <a:pt x="3682543" y="1415531"/>
                  </a:lnTo>
                  <a:lnTo>
                    <a:pt x="3682651" y="1415531"/>
                  </a:lnTo>
                  <a:lnTo>
                    <a:pt x="3682759" y="1415531"/>
                  </a:lnTo>
                  <a:lnTo>
                    <a:pt x="3682868" y="1415531"/>
                  </a:lnTo>
                  <a:lnTo>
                    <a:pt x="3682976" y="1415531"/>
                  </a:lnTo>
                  <a:lnTo>
                    <a:pt x="3683085" y="1415531"/>
                  </a:lnTo>
                  <a:lnTo>
                    <a:pt x="3683193" y="1415531"/>
                  </a:lnTo>
                  <a:lnTo>
                    <a:pt x="3683302" y="1415531"/>
                  </a:lnTo>
                  <a:lnTo>
                    <a:pt x="3683302" y="1414908"/>
                  </a:lnTo>
                  <a:lnTo>
                    <a:pt x="3683410" y="1414908"/>
                  </a:lnTo>
                  <a:lnTo>
                    <a:pt x="3683519" y="1414908"/>
                  </a:lnTo>
                  <a:lnTo>
                    <a:pt x="3683627" y="1414908"/>
                  </a:lnTo>
                  <a:lnTo>
                    <a:pt x="3683735" y="1414908"/>
                  </a:lnTo>
                  <a:lnTo>
                    <a:pt x="3683844" y="1414908"/>
                  </a:lnTo>
                  <a:lnTo>
                    <a:pt x="3683952" y="1414908"/>
                  </a:lnTo>
                  <a:lnTo>
                    <a:pt x="3684061" y="1414908"/>
                  </a:lnTo>
                  <a:lnTo>
                    <a:pt x="3684169" y="1414908"/>
                  </a:lnTo>
                  <a:lnTo>
                    <a:pt x="3684278" y="1414908"/>
                  </a:lnTo>
                  <a:lnTo>
                    <a:pt x="3684278" y="1414284"/>
                  </a:lnTo>
                  <a:lnTo>
                    <a:pt x="3684386" y="1414284"/>
                  </a:lnTo>
                  <a:lnTo>
                    <a:pt x="3684495" y="1414284"/>
                  </a:lnTo>
                  <a:lnTo>
                    <a:pt x="3684495" y="1413661"/>
                  </a:lnTo>
                  <a:lnTo>
                    <a:pt x="3684603" y="1413661"/>
                  </a:lnTo>
                  <a:lnTo>
                    <a:pt x="3684712" y="1413661"/>
                  </a:lnTo>
                  <a:lnTo>
                    <a:pt x="3684820" y="1413661"/>
                  </a:lnTo>
                  <a:lnTo>
                    <a:pt x="3684928" y="1413661"/>
                  </a:lnTo>
                  <a:lnTo>
                    <a:pt x="3685037" y="1413661"/>
                  </a:lnTo>
                  <a:lnTo>
                    <a:pt x="3685145" y="1413661"/>
                  </a:lnTo>
                  <a:lnTo>
                    <a:pt x="3685254" y="1413661"/>
                  </a:lnTo>
                  <a:lnTo>
                    <a:pt x="3685362" y="1413661"/>
                  </a:lnTo>
                  <a:lnTo>
                    <a:pt x="3685471" y="1413661"/>
                  </a:lnTo>
                  <a:lnTo>
                    <a:pt x="3685579" y="1413661"/>
                  </a:lnTo>
                  <a:lnTo>
                    <a:pt x="3685688" y="1413661"/>
                  </a:lnTo>
                  <a:lnTo>
                    <a:pt x="3685796" y="1413661"/>
                  </a:lnTo>
                  <a:lnTo>
                    <a:pt x="3685904" y="1413661"/>
                  </a:lnTo>
                  <a:lnTo>
                    <a:pt x="3686013" y="1413661"/>
                  </a:lnTo>
                  <a:lnTo>
                    <a:pt x="3686121" y="1413661"/>
                  </a:lnTo>
                  <a:lnTo>
                    <a:pt x="3686230" y="1413661"/>
                  </a:lnTo>
                  <a:lnTo>
                    <a:pt x="3686230" y="1413037"/>
                  </a:lnTo>
                  <a:lnTo>
                    <a:pt x="3686338" y="1413037"/>
                  </a:lnTo>
                  <a:lnTo>
                    <a:pt x="3686447" y="1413037"/>
                  </a:lnTo>
                  <a:lnTo>
                    <a:pt x="3686555" y="1413037"/>
                  </a:lnTo>
                  <a:lnTo>
                    <a:pt x="3686664" y="1413037"/>
                  </a:lnTo>
                  <a:lnTo>
                    <a:pt x="3686772" y="1413037"/>
                  </a:lnTo>
                  <a:lnTo>
                    <a:pt x="3686880" y="1413037"/>
                  </a:lnTo>
                  <a:lnTo>
                    <a:pt x="3686989" y="1413037"/>
                  </a:lnTo>
                  <a:lnTo>
                    <a:pt x="3687097" y="1413037"/>
                  </a:lnTo>
                  <a:lnTo>
                    <a:pt x="3687206" y="1413037"/>
                  </a:lnTo>
                  <a:lnTo>
                    <a:pt x="3687314" y="1413037"/>
                  </a:lnTo>
                  <a:lnTo>
                    <a:pt x="3687423" y="1413037"/>
                  </a:lnTo>
                  <a:lnTo>
                    <a:pt x="3687531" y="1413037"/>
                  </a:lnTo>
                  <a:lnTo>
                    <a:pt x="3687640" y="1413037"/>
                  </a:lnTo>
                  <a:lnTo>
                    <a:pt x="3687748" y="1413037"/>
                  </a:lnTo>
                  <a:lnTo>
                    <a:pt x="3687856" y="1413037"/>
                  </a:lnTo>
                  <a:lnTo>
                    <a:pt x="3687965" y="1413037"/>
                  </a:lnTo>
                  <a:lnTo>
                    <a:pt x="3688073" y="1413037"/>
                  </a:lnTo>
                  <a:lnTo>
                    <a:pt x="3688182" y="1413037"/>
                  </a:lnTo>
                  <a:lnTo>
                    <a:pt x="3688290" y="1413037"/>
                  </a:lnTo>
                  <a:lnTo>
                    <a:pt x="3688399" y="1413037"/>
                  </a:lnTo>
                  <a:lnTo>
                    <a:pt x="3688507" y="1413037"/>
                  </a:lnTo>
                  <a:lnTo>
                    <a:pt x="3688616" y="1413037"/>
                  </a:lnTo>
                  <a:lnTo>
                    <a:pt x="3688724" y="1413037"/>
                  </a:lnTo>
                  <a:lnTo>
                    <a:pt x="3688833" y="1413037"/>
                  </a:lnTo>
                  <a:lnTo>
                    <a:pt x="3688833" y="1412413"/>
                  </a:lnTo>
                  <a:lnTo>
                    <a:pt x="3688941" y="1412413"/>
                  </a:lnTo>
                  <a:lnTo>
                    <a:pt x="3688941" y="1411790"/>
                  </a:lnTo>
                  <a:lnTo>
                    <a:pt x="3689049" y="1411790"/>
                  </a:lnTo>
                  <a:lnTo>
                    <a:pt x="3689158" y="1411790"/>
                  </a:lnTo>
                  <a:lnTo>
                    <a:pt x="3689266" y="1411790"/>
                  </a:lnTo>
                  <a:lnTo>
                    <a:pt x="3689375" y="1411790"/>
                  </a:lnTo>
                  <a:lnTo>
                    <a:pt x="3689375" y="1411166"/>
                  </a:lnTo>
                  <a:lnTo>
                    <a:pt x="3689483" y="1411166"/>
                  </a:lnTo>
                  <a:lnTo>
                    <a:pt x="3689592" y="1411166"/>
                  </a:lnTo>
                  <a:lnTo>
                    <a:pt x="3689700" y="1411166"/>
                  </a:lnTo>
                  <a:lnTo>
                    <a:pt x="3689809" y="1411166"/>
                  </a:lnTo>
                  <a:lnTo>
                    <a:pt x="3689809" y="1410543"/>
                  </a:lnTo>
                  <a:lnTo>
                    <a:pt x="3689917" y="1410543"/>
                  </a:lnTo>
                  <a:lnTo>
                    <a:pt x="3690025" y="1410543"/>
                  </a:lnTo>
                  <a:lnTo>
                    <a:pt x="3690134" y="1410543"/>
                  </a:lnTo>
                  <a:lnTo>
                    <a:pt x="3690242" y="1410543"/>
                  </a:lnTo>
                  <a:lnTo>
                    <a:pt x="3690351" y="1410543"/>
                  </a:lnTo>
                  <a:lnTo>
                    <a:pt x="3690459" y="1410543"/>
                  </a:lnTo>
                  <a:lnTo>
                    <a:pt x="3690568" y="1410543"/>
                  </a:lnTo>
                  <a:lnTo>
                    <a:pt x="3690676" y="1410543"/>
                  </a:lnTo>
                  <a:lnTo>
                    <a:pt x="3690785" y="1410543"/>
                  </a:lnTo>
                  <a:lnTo>
                    <a:pt x="3690893" y="1410543"/>
                  </a:lnTo>
                  <a:lnTo>
                    <a:pt x="3691001" y="1410543"/>
                  </a:lnTo>
                  <a:lnTo>
                    <a:pt x="3691110" y="1410543"/>
                  </a:lnTo>
                  <a:lnTo>
                    <a:pt x="3691110" y="1409919"/>
                  </a:lnTo>
                  <a:lnTo>
                    <a:pt x="3691218" y="1409919"/>
                  </a:lnTo>
                  <a:lnTo>
                    <a:pt x="3691327" y="1409919"/>
                  </a:lnTo>
                  <a:lnTo>
                    <a:pt x="3691435" y="1409919"/>
                  </a:lnTo>
                  <a:lnTo>
                    <a:pt x="3691544" y="1409919"/>
                  </a:lnTo>
                  <a:lnTo>
                    <a:pt x="3691652" y="1409919"/>
                  </a:lnTo>
                  <a:lnTo>
                    <a:pt x="3691761" y="1409919"/>
                  </a:lnTo>
                  <a:lnTo>
                    <a:pt x="3691869" y="1409919"/>
                  </a:lnTo>
                  <a:lnTo>
                    <a:pt x="3691977" y="1409919"/>
                  </a:lnTo>
                  <a:lnTo>
                    <a:pt x="3692086" y="1409919"/>
                  </a:lnTo>
                  <a:lnTo>
                    <a:pt x="3692194" y="1409919"/>
                  </a:lnTo>
                  <a:lnTo>
                    <a:pt x="3692303" y="1409919"/>
                  </a:lnTo>
                  <a:lnTo>
                    <a:pt x="3692411" y="1409919"/>
                  </a:lnTo>
                  <a:lnTo>
                    <a:pt x="3692520" y="1409919"/>
                  </a:lnTo>
                  <a:lnTo>
                    <a:pt x="3692520" y="1409296"/>
                  </a:lnTo>
                  <a:lnTo>
                    <a:pt x="3692628" y="1409296"/>
                  </a:lnTo>
                  <a:lnTo>
                    <a:pt x="3692737" y="1409296"/>
                  </a:lnTo>
                  <a:lnTo>
                    <a:pt x="3692845" y="1409296"/>
                  </a:lnTo>
                  <a:lnTo>
                    <a:pt x="3692954" y="1409296"/>
                  </a:lnTo>
                  <a:lnTo>
                    <a:pt x="3693062" y="1409296"/>
                  </a:lnTo>
                  <a:lnTo>
                    <a:pt x="3693170" y="1409296"/>
                  </a:lnTo>
                  <a:lnTo>
                    <a:pt x="3693170" y="1408672"/>
                  </a:lnTo>
                  <a:lnTo>
                    <a:pt x="3693279" y="1408672"/>
                  </a:lnTo>
                  <a:lnTo>
                    <a:pt x="3693387" y="1408672"/>
                  </a:lnTo>
                  <a:lnTo>
                    <a:pt x="3693496" y="1408672"/>
                  </a:lnTo>
                  <a:lnTo>
                    <a:pt x="3693604" y="1408672"/>
                  </a:lnTo>
                  <a:lnTo>
                    <a:pt x="3693713" y="1408672"/>
                  </a:lnTo>
                  <a:lnTo>
                    <a:pt x="3693821" y="1408672"/>
                  </a:lnTo>
                  <a:lnTo>
                    <a:pt x="3693930" y="1408672"/>
                  </a:lnTo>
                  <a:lnTo>
                    <a:pt x="3694038" y="1408672"/>
                  </a:lnTo>
                  <a:lnTo>
                    <a:pt x="3694038" y="1408048"/>
                  </a:lnTo>
                  <a:lnTo>
                    <a:pt x="3694146" y="1408048"/>
                  </a:lnTo>
                  <a:lnTo>
                    <a:pt x="3694146" y="1407425"/>
                  </a:lnTo>
                  <a:lnTo>
                    <a:pt x="3694255" y="1407425"/>
                  </a:lnTo>
                  <a:lnTo>
                    <a:pt x="3694363" y="1407425"/>
                  </a:lnTo>
                  <a:lnTo>
                    <a:pt x="3694363" y="1406801"/>
                  </a:lnTo>
                  <a:lnTo>
                    <a:pt x="3694472" y="1406801"/>
                  </a:lnTo>
                  <a:lnTo>
                    <a:pt x="3694580" y="1406801"/>
                  </a:lnTo>
                  <a:lnTo>
                    <a:pt x="3694689" y="1406801"/>
                  </a:lnTo>
                  <a:lnTo>
                    <a:pt x="3694797" y="1406801"/>
                  </a:lnTo>
                  <a:lnTo>
                    <a:pt x="3694906" y="1406801"/>
                  </a:lnTo>
                  <a:lnTo>
                    <a:pt x="3695014" y="1406801"/>
                  </a:lnTo>
                  <a:lnTo>
                    <a:pt x="3695122" y="1406801"/>
                  </a:lnTo>
                  <a:lnTo>
                    <a:pt x="3695231" y="1406801"/>
                  </a:lnTo>
                  <a:lnTo>
                    <a:pt x="3695339" y="1406801"/>
                  </a:lnTo>
                  <a:lnTo>
                    <a:pt x="3695448" y="1406801"/>
                  </a:lnTo>
                  <a:lnTo>
                    <a:pt x="3695556" y="1406801"/>
                  </a:lnTo>
                  <a:lnTo>
                    <a:pt x="3695665" y="1406801"/>
                  </a:lnTo>
                  <a:lnTo>
                    <a:pt x="3695773" y="1406801"/>
                  </a:lnTo>
                  <a:lnTo>
                    <a:pt x="3695882" y="1406801"/>
                  </a:lnTo>
                  <a:lnTo>
                    <a:pt x="3695882" y="1406178"/>
                  </a:lnTo>
                  <a:lnTo>
                    <a:pt x="3695990" y="1406178"/>
                  </a:lnTo>
                  <a:lnTo>
                    <a:pt x="3695990" y="1405554"/>
                  </a:lnTo>
                  <a:lnTo>
                    <a:pt x="3695990" y="1404930"/>
                  </a:lnTo>
                  <a:lnTo>
                    <a:pt x="3696098" y="1404930"/>
                  </a:lnTo>
                  <a:lnTo>
                    <a:pt x="3696207" y="1404930"/>
                  </a:lnTo>
                  <a:lnTo>
                    <a:pt x="3696315" y="1404930"/>
                  </a:lnTo>
                  <a:lnTo>
                    <a:pt x="3696424" y="1404930"/>
                  </a:lnTo>
                  <a:lnTo>
                    <a:pt x="3696532" y="1404930"/>
                  </a:lnTo>
                  <a:lnTo>
                    <a:pt x="3696641" y="1404930"/>
                  </a:lnTo>
                  <a:lnTo>
                    <a:pt x="3696749" y="1404930"/>
                  </a:lnTo>
                  <a:lnTo>
                    <a:pt x="3696858" y="1404930"/>
                  </a:lnTo>
                  <a:lnTo>
                    <a:pt x="3696966" y="1404930"/>
                  </a:lnTo>
                  <a:lnTo>
                    <a:pt x="3697074" y="1404930"/>
                  </a:lnTo>
                  <a:lnTo>
                    <a:pt x="3697183" y="1404930"/>
                  </a:lnTo>
                  <a:lnTo>
                    <a:pt x="3697291" y="1404930"/>
                  </a:lnTo>
                  <a:lnTo>
                    <a:pt x="3697291" y="1404307"/>
                  </a:lnTo>
                  <a:lnTo>
                    <a:pt x="3697400" y="1404307"/>
                  </a:lnTo>
                  <a:lnTo>
                    <a:pt x="3697508" y="1404307"/>
                  </a:lnTo>
                  <a:lnTo>
                    <a:pt x="3697617" y="1404307"/>
                  </a:lnTo>
                  <a:lnTo>
                    <a:pt x="3697725" y="1404307"/>
                  </a:lnTo>
                  <a:lnTo>
                    <a:pt x="3697834" y="1404307"/>
                  </a:lnTo>
                  <a:lnTo>
                    <a:pt x="3697942" y="1404307"/>
                  </a:lnTo>
                  <a:lnTo>
                    <a:pt x="3698051" y="1404307"/>
                  </a:lnTo>
                  <a:lnTo>
                    <a:pt x="3698159" y="1404307"/>
                  </a:lnTo>
                  <a:lnTo>
                    <a:pt x="3698267" y="1404307"/>
                  </a:lnTo>
                  <a:lnTo>
                    <a:pt x="3698376" y="1404307"/>
                  </a:lnTo>
                  <a:lnTo>
                    <a:pt x="3698484" y="1404307"/>
                  </a:lnTo>
                  <a:lnTo>
                    <a:pt x="3698593" y="1404307"/>
                  </a:lnTo>
                  <a:lnTo>
                    <a:pt x="3698701" y="1404307"/>
                  </a:lnTo>
                  <a:lnTo>
                    <a:pt x="3698810" y="1404307"/>
                  </a:lnTo>
                  <a:lnTo>
                    <a:pt x="3698918" y="1404307"/>
                  </a:lnTo>
                  <a:lnTo>
                    <a:pt x="3699027" y="1404307"/>
                  </a:lnTo>
                  <a:lnTo>
                    <a:pt x="3699135" y="1404307"/>
                  </a:lnTo>
                  <a:lnTo>
                    <a:pt x="3699243" y="1404307"/>
                  </a:lnTo>
                  <a:lnTo>
                    <a:pt x="3699352" y="1404307"/>
                  </a:lnTo>
                  <a:lnTo>
                    <a:pt x="3699460" y="1404307"/>
                  </a:lnTo>
                  <a:lnTo>
                    <a:pt x="3699460" y="1403683"/>
                  </a:lnTo>
                  <a:lnTo>
                    <a:pt x="3699569" y="1403683"/>
                  </a:lnTo>
                  <a:lnTo>
                    <a:pt x="3699677" y="1403683"/>
                  </a:lnTo>
                  <a:lnTo>
                    <a:pt x="3699786" y="1403683"/>
                  </a:lnTo>
                  <a:lnTo>
                    <a:pt x="3699894" y="1403683"/>
                  </a:lnTo>
                  <a:lnTo>
                    <a:pt x="3700003" y="1403683"/>
                  </a:lnTo>
                  <a:lnTo>
                    <a:pt x="3700111" y="1403683"/>
                  </a:lnTo>
                  <a:lnTo>
                    <a:pt x="3700219" y="1403683"/>
                  </a:lnTo>
                  <a:lnTo>
                    <a:pt x="3700328" y="1403683"/>
                  </a:lnTo>
                  <a:lnTo>
                    <a:pt x="3700328" y="1403060"/>
                  </a:lnTo>
                  <a:lnTo>
                    <a:pt x="3700436" y="1403060"/>
                  </a:lnTo>
                  <a:lnTo>
                    <a:pt x="3700545" y="1403060"/>
                  </a:lnTo>
                  <a:lnTo>
                    <a:pt x="3700653" y="1403060"/>
                  </a:lnTo>
                  <a:lnTo>
                    <a:pt x="3700762" y="1403060"/>
                  </a:lnTo>
                  <a:lnTo>
                    <a:pt x="3700870" y="1403060"/>
                  </a:lnTo>
                  <a:lnTo>
                    <a:pt x="3700979" y="1403060"/>
                  </a:lnTo>
                  <a:lnTo>
                    <a:pt x="3701087" y="1403060"/>
                  </a:lnTo>
                  <a:lnTo>
                    <a:pt x="3701195" y="1403060"/>
                  </a:lnTo>
                  <a:lnTo>
                    <a:pt x="3701195" y="1402436"/>
                  </a:lnTo>
                  <a:lnTo>
                    <a:pt x="3701304" y="1402436"/>
                  </a:lnTo>
                  <a:lnTo>
                    <a:pt x="3701412" y="1402436"/>
                  </a:lnTo>
                  <a:lnTo>
                    <a:pt x="3701521" y="1402436"/>
                  </a:lnTo>
                  <a:lnTo>
                    <a:pt x="3701629" y="1402436"/>
                  </a:lnTo>
                  <a:lnTo>
                    <a:pt x="3701629" y="1401813"/>
                  </a:lnTo>
                  <a:lnTo>
                    <a:pt x="3701738" y="1401813"/>
                  </a:lnTo>
                  <a:lnTo>
                    <a:pt x="3701846" y="1401813"/>
                  </a:lnTo>
                  <a:lnTo>
                    <a:pt x="3701955" y="1401813"/>
                  </a:lnTo>
                  <a:lnTo>
                    <a:pt x="3702063" y="1401813"/>
                  </a:lnTo>
                  <a:lnTo>
                    <a:pt x="3702172" y="1401813"/>
                  </a:lnTo>
                  <a:lnTo>
                    <a:pt x="3702280" y="1401813"/>
                  </a:lnTo>
                  <a:lnTo>
                    <a:pt x="3702280" y="1401189"/>
                  </a:lnTo>
                  <a:lnTo>
                    <a:pt x="3702388" y="1401189"/>
                  </a:lnTo>
                  <a:lnTo>
                    <a:pt x="3702388" y="1400565"/>
                  </a:lnTo>
                  <a:lnTo>
                    <a:pt x="3702497" y="1400565"/>
                  </a:lnTo>
                  <a:lnTo>
                    <a:pt x="3702605" y="1400565"/>
                  </a:lnTo>
                  <a:lnTo>
                    <a:pt x="3702605" y="1399942"/>
                  </a:lnTo>
                  <a:lnTo>
                    <a:pt x="3702605" y="1399318"/>
                  </a:lnTo>
                  <a:lnTo>
                    <a:pt x="3702714" y="1399318"/>
                  </a:lnTo>
                  <a:lnTo>
                    <a:pt x="3702822" y="1399318"/>
                  </a:lnTo>
                  <a:lnTo>
                    <a:pt x="3702931" y="1399318"/>
                  </a:lnTo>
                  <a:lnTo>
                    <a:pt x="3702931" y="1398695"/>
                  </a:lnTo>
                  <a:lnTo>
                    <a:pt x="3702931" y="1398071"/>
                  </a:lnTo>
                  <a:lnTo>
                    <a:pt x="3703039" y="1398071"/>
                  </a:lnTo>
                  <a:lnTo>
                    <a:pt x="3703148" y="1398071"/>
                  </a:lnTo>
                  <a:lnTo>
                    <a:pt x="3703256" y="1398071"/>
                  </a:lnTo>
                  <a:lnTo>
                    <a:pt x="3703364" y="1398071"/>
                  </a:lnTo>
                  <a:lnTo>
                    <a:pt x="3703364" y="1397447"/>
                  </a:lnTo>
                  <a:lnTo>
                    <a:pt x="3703473" y="1397447"/>
                  </a:lnTo>
                  <a:lnTo>
                    <a:pt x="3703581" y="1397447"/>
                  </a:lnTo>
                  <a:lnTo>
                    <a:pt x="3703690" y="1397447"/>
                  </a:lnTo>
                  <a:lnTo>
                    <a:pt x="3703798" y="1397447"/>
                  </a:lnTo>
                  <a:lnTo>
                    <a:pt x="3703907" y="1397447"/>
                  </a:lnTo>
                  <a:lnTo>
                    <a:pt x="3704015" y="1397447"/>
                  </a:lnTo>
                  <a:lnTo>
                    <a:pt x="3704124" y="1397447"/>
                  </a:lnTo>
                  <a:lnTo>
                    <a:pt x="3704124" y="1396824"/>
                  </a:lnTo>
                  <a:lnTo>
                    <a:pt x="3704232" y="1396824"/>
                  </a:lnTo>
                  <a:lnTo>
                    <a:pt x="3704340" y="1396824"/>
                  </a:lnTo>
                  <a:lnTo>
                    <a:pt x="3704449" y="1396824"/>
                  </a:lnTo>
                  <a:lnTo>
                    <a:pt x="3704557" y="1396824"/>
                  </a:lnTo>
                  <a:lnTo>
                    <a:pt x="3704666" y="1396824"/>
                  </a:lnTo>
                  <a:lnTo>
                    <a:pt x="3704774" y="1396824"/>
                  </a:lnTo>
                  <a:lnTo>
                    <a:pt x="3704883" y="1396824"/>
                  </a:lnTo>
                  <a:lnTo>
                    <a:pt x="3704991" y="1396824"/>
                  </a:lnTo>
                  <a:lnTo>
                    <a:pt x="3705100" y="1396824"/>
                  </a:lnTo>
                  <a:lnTo>
                    <a:pt x="3705208" y="1396824"/>
                  </a:lnTo>
                  <a:lnTo>
                    <a:pt x="3705208" y="1396200"/>
                  </a:lnTo>
                  <a:lnTo>
                    <a:pt x="3705316" y="1396200"/>
                  </a:lnTo>
                  <a:lnTo>
                    <a:pt x="3705425" y="1396200"/>
                  </a:lnTo>
                  <a:lnTo>
                    <a:pt x="3705533" y="1396200"/>
                  </a:lnTo>
                  <a:lnTo>
                    <a:pt x="3705642" y="1396200"/>
                  </a:lnTo>
                  <a:lnTo>
                    <a:pt x="3705750" y="1396200"/>
                  </a:lnTo>
                  <a:lnTo>
                    <a:pt x="3705859" y="1396200"/>
                  </a:lnTo>
                  <a:lnTo>
                    <a:pt x="3705967" y="1396200"/>
                  </a:lnTo>
                  <a:lnTo>
                    <a:pt x="3706076" y="1396200"/>
                  </a:lnTo>
                  <a:lnTo>
                    <a:pt x="3706184" y="1396200"/>
                  </a:lnTo>
                  <a:lnTo>
                    <a:pt x="3706293" y="1396200"/>
                  </a:lnTo>
                  <a:lnTo>
                    <a:pt x="3706401" y="1396200"/>
                  </a:lnTo>
                  <a:lnTo>
                    <a:pt x="3706509" y="1396200"/>
                  </a:lnTo>
                  <a:lnTo>
                    <a:pt x="3706618" y="1396200"/>
                  </a:lnTo>
                  <a:lnTo>
                    <a:pt x="3706726" y="1396200"/>
                  </a:lnTo>
                  <a:lnTo>
                    <a:pt x="3706726" y="1395577"/>
                  </a:lnTo>
                  <a:lnTo>
                    <a:pt x="3706835" y="1395577"/>
                  </a:lnTo>
                  <a:lnTo>
                    <a:pt x="3706943" y="1395577"/>
                  </a:lnTo>
                  <a:lnTo>
                    <a:pt x="3707052" y="1395577"/>
                  </a:lnTo>
                  <a:lnTo>
                    <a:pt x="3707160" y="1395577"/>
                  </a:lnTo>
                  <a:lnTo>
                    <a:pt x="3707269" y="1395577"/>
                  </a:lnTo>
                  <a:lnTo>
                    <a:pt x="3707377" y="1395577"/>
                  </a:lnTo>
                  <a:lnTo>
                    <a:pt x="3707485" y="1395577"/>
                  </a:lnTo>
                  <a:lnTo>
                    <a:pt x="3707594" y="1395577"/>
                  </a:lnTo>
                  <a:lnTo>
                    <a:pt x="3707702" y="1395577"/>
                  </a:lnTo>
                  <a:lnTo>
                    <a:pt x="3707811" y="1395577"/>
                  </a:lnTo>
                  <a:lnTo>
                    <a:pt x="3707919" y="1395577"/>
                  </a:lnTo>
                  <a:lnTo>
                    <a:pt x="3708028" y="1395577"/>
                  </a:lnTo>
                  <a:lnTo>
                    <a:pt x="3708136" y="1395577"/>
                  </a:lnTo>
                  <a:lnTo>
                    <a:pt x="3708245" y="1395577"/>
                  </a:lnTo>
                  <a:lnTo>
                    <a:pt x="3708245" y="1394953"/>
                  </a:lnTo>
                  <a:lnTo>
                    <a:pt x="3708353" y="1394953"/>
                  </a:lnTo>
                  <a:lnTo>
                    <a:pt x="3708461" y="1394953"/>
                  </a:lnTo>
                  <a:lnTo>
                    <a:pt x="3708570" y="1394953"/>
                  </a:lnTo>
                  <a:lnTo>
                    <a:pt x="3708678" y="1394953"/>
                  </a:lnTo>
                  <a:lnTo>
                    <a:pt x="3708787" y="1394953"/>
                  </a:lnTo>
                  <a:lnTo>
                    <a:pt x="3708895" y="1394953"/>
                  </a:lnTo>
                  <a:lnTo>
                    <a:pt x="3709004" y="1394953"/>
                  </a:lnTo>
                  <a:lnTo>
                    <a:pt x="3709112" y="1394953"/>
                  </a:lnTo>
                  <a:lnTo>
                    <a:pt x="3709221" y="1394953"/>
                  </a:lnTo>
                  <a:lnTo>
                    <a:pt x="3709221" y="1394330"/>
                  </a:lnTo>
                  <a:lnTo>
                    <a:pt x="3709329" y="1394330"/>
                  </a:lnTo>
                  <a:lnTo>
                    <a:pt x="3709437" y="1394330"/>
                  </a:lnTo>
                  <a:lnTo>
                    <a:pt x="3709546" y="1394330"/>
                  </a:lnTo>
                  <a:lnTo>
                    <a:pt x="3709546" y="1393706"/>
                  </a:lnTo>
                  <a:lnTo>
                    <a:pt x="3709546" y="1393082"/>
                  </a:lnTo>
                  <a:lnTo>
                    <a:pt x="3709654" y="1393082"/>
                  </a:lnTo>
                  <a:lnTo>
                    <a:pt x="3709763" y="1393082"/>
                  </a:lnTo>
                  <a:lnTo>
                    <a:pt x="3709871" y="1393082"/>
                  </a:lnTo>
                  <a:lnTo>
                    <a:pt x="3709980" y="1393082"/>
                  </a:lnTo>
                  <a:lnTo>
                    <a:pt x="3709980" y="1392459"/>
                  </a:lnTo>
                  <a:lnTo>
                    <a:pt x="3710088" y="1392459"/>
                  </a:lnTo>
                  <a:lnTo>
                    <a:pt x="3710197" y="1392459"/>
                  </a:lnTo>
                  <a:lnTo>
                    <a:pt x="3710305" y="1392459"/>
                  </a:lnTo>
                  <a:lnTo>
                    <a:pt x="3710414" y="1392459"/>
                  </a:lnTo>
                  <a:lnTo>
                    <a:pt x="3710522" y="1392459"/>
                  </a:lnTo>
                  <a:lnTo>
                    <a:pt x="3710630" y="1392459"/>
                  </a:lnTo>
                  <a:lnTo>
                    <a:pt x="3710739" y="1392459"/>
                  </a:lnTo>
                  <a:lnTo>
                    <a:pt x="3710847" y="1392459"/>
                  </a:lnTo>
                  <a:lnTo>
                    <a:pt x="3710956" y="1392459"/>
                  </a:lnTo>
                  <a:lnTo>
                    <a:pt x="3711064" y="1392459"/>
                  </a:lnTo>
                  <a:lnTo>
                    <a:pt x="3711173" y="1392459"/>
                  </a:lnTo>
                  <a:lnTo>
                    <a:pt x="3711281" y="1392459"/>
                  </a:lnTo>
                  <a:lnTo>
                    <a:pt x="3711390" y="1392459"/>
                  </a:lnTo>
                  <a:lnTo>
                    <a:pt x="3711498" y="1392459"/>
                  </a:lnTo>
                  <a:lnTo>
                    <a:pt x="3711606" y="1392459"/>
                  </a:lnTo>
                  <a:lnTo>
                    <a:pt x="3711606" y="1391835"/>
                  </a:lnTo>
                  <a:lnTo>
                    <a:pt x="3711715" y="1391835"/>
                  </a:lnTo>
                  <a:lnTo>
                    <a:pt x="3711823" y="1391835"/>
                  </a:lnTo>
                  <a:lnTo>
                    <a:pt x="3711932" y="1391835"/>
                  </a:lnTo>
                  <a:lnTo>
                    <a:pt x="3712040" y="1391835"/>
                  </a:lnTo>
                  <a:lnTo>
                    <a:pt x="3712149" y="1391835"/>
                  </a:lnTo>
                  <a:lnTo>
                    <a:pt x="3712257" y="1391835"/>
                  </a:lnTo>
                  <a:lnTo>
                    <a:pt x="3712257" y="1391212"/>
                  </a:lnTo>
                  <a:lnTo>
                    <a:pt x="3712257" y="1390588"/>
                  </a:lnTo>
                  <a:lnTo>
                    <a:pt x="3712366" y="1390588"/>
                  </a:lnTo>
                  <a:lnTo>
                    <a:pt x="3712474" y="1390588"/>
                  </a:lnTo>
                  <a:lnTo>
                    <a:pt x="3712582" y="1390588"/>
                  </a:lnTo>
                  <a:lnTo>
                    <a:pt x="3712582" y="1389964"/>
                  </a:lnTo>
                  <a:lnTo>
                    <a:pt x="3712582" y="1389341"/>
                  </a:lnTo>
                  <a:lnTo>
                    <a:pt x="3712691" y="1389341"/>
                  </a:lnTo>
                  <a:lnTo>
                    <a:pt x="3712799" y="1389341"/>
                  </a:lnTo>
                  <a:lnTo>
                    <a:pt x="3712908" y="1389341"/>
                  </a:lnTo>
                  <a:lnTo>
                    <a:pt x="3713016" y="1389341"/>
                  </a:lnTo>
                  <a:lnTo>
                    <a:pt x="3713125" y="1389341"/>
                  </a:lnTo>
                  <a:lnTo>
                    <a:pt x="3713125" y="1388717"/>
                  </a:lnTo>
                  <a:lnTo>
                    <a:pt x="3713233" y="1388717"/>
                  </a:lnTo>
                  <a:lnTo>
                    <a:pt x="3713342" y="1388717"/>
                  </a:lnTo>
                  <a:lnTo>
                    <a:pt x="3713450" y="1388717"/>
                  </a:lnTo>
                  <a:lnTo>
                    <a:pt x="3713558" y="1388717"/>
                  </a:lnTo>
                  <a:lnTo>
                    <a:pt x="3713667" y="1388717"/>
                  </a:lnTo>
                  <a:lnTo>
                    <a:pt x="3713775" y="1388717"/>
                  </a:lnTo>
                  <a:lnTo>
                    <a:pt x="3713884" y="1388717"/>
                  </a:lnTo>
                  <a:lnTo>
                    <a:pt x="3713884" y="1388094"/>
                  </a:lnTo>
                  <a:lnTo>
                    <a:pt x="3713992" y="1388094"/>
                  </a:lnTo>
                  <a:lnTo>
                    <a:pt x="3714101" y="1388094"/>
                  </a:lnTo>
                  <a:lnTo>
                    <a:pt x="3714209" y="1388094"/>
                  </a:lnTo>
                  <a:lnTo>
                    <a:pt x="3714318" y="1388094"/>
                  </a:lnTo>
                  <a:lnTo>
                    <a:pt x="3714426" y="1388094"/>
                  </a:lnTo>
                  <a:lnTo>
                    <a:pt x="3714535" y="1388094"/>
                  </a:lnTo>
                  <a:lnTo>
                    <a:pt x="3714643" y="1388094"/>
                  </a:lnTo>
                  <a:lnTo>
                    <a:pt x="3714751" y="1388094"/>
                  </a:lnTo>
                  <a:lnTo>
                    <a:pt x="3714860" y="1388094"/>
                  </a:lnTo>
                  <a:lnTo>
                    <a:pt x="3714968" y="1388094"/>
                  </a:lnTo>
                  <a:lnTo>
                    <a:pt x="3715077" y="1388094"/>
                  </a:lnTo>
                  <a:lnTo>
                    <a:pt x="3715185" y="1388094"/>
                  </a:lnTo>
                  <a:lnTo>
                    <a:pt x="3715294" y="1388094"/>
                  </a:lnTo>
                  <a:lnTo>
                    <a:pt x="3715402" y="1388094"/>
                  </a:lnTo>
                  <a:lnTo>
                    <a:pt x="3715402" y="1387470"/>
                  </a:lnTo>
                  <a:lnTo>
                    <a:pt x="3715511" y="1387470"/>
                  </a:lnTo>
                  <a:lnTo>
                    <a:pt x="3715619" y="1387470"/>
                  </a:lnTo>
                  <a:lnTo>
                    <a:pt x="3715727" y="1387470"/>
                  </a:lnTo>
                  <a:lnTo>
                    <a:pt x="3715836" y="1387470"/>
                  </a:lnTo>
                  <a:lnTo>
                    <a:pt x="3715944" y="1387470"/>
                  </a:lnTo>
                  <a:lnTo>
                    <a:pt x="3716053" y="1387470"/>
                  </a:lnTo>
                  <a:lnTo>
                    <a:pt x="3716161" y="1387470"/>
                  </a:lnTo>
                  <a:lnTo>
                    <a:pt x="3716270" y="1387470"/>
                  </a:lnTo>
                  <a:lnTo>
                    <a:pt x="3716378" y="1387470"/>
                  </a:lnTo>
                  <a:lnTo>
                    <a:pt x="3716487" y="1387470"/>
                  </a:lnTo>
                  <a:lnTo>
                    <a:pt x="3716595" y="1387470"/>
                  </a:lnTo>
                  <a:lnTo>
                    <a:pt x="3716703" y="1387470"/>
                  </a:lnTo>
                  <a:lnTo>
                    <a:pt x="3716812" y="1387470"/>
                  </a:lnTo>
                  <a:lnTo>
                    <a:pt x="3716812" y="1386847"/>
                  </a:lnTo>
                  <a:lnTo>
                    <a:pt x="3716920" y="1386847"/>
                  </a:lnTo>
                  <a:lnTo>
                    <a:pt x="3717029" y="1386847"/>
                  </a:lnTo>
                  <a:lnTo>
                    <a:pt x="3717137" y="1386847"/>
                  </a:lnTo>
                  <a:lnTo>
                    <a:pt x="3717246" y="1386847"/>
                  </a:lnTo>
                  <a:lnTo>
                    <a:pt x="3717354" y="1386847"/>
                  </a:lnTo>
                  <a:lnTo>
                    <a:pt x="3717463" y="1386847"/>
                  </a:lnTo>
                  <a:lnTo>
                    <a:pt x="3717571" y="1386847"/>
                  </a:lnTo>
                  <a:lnTo>
                    <a:pt x="3717679" y="1386847"/>
                  </a:lnTo>
                  <a:lnTo>
                    <a:pt x="3717788" y="1386847"/>
                  </a:lnTo>
                  <a:lnTo>
                    <a:pt x="3717896" y="1386847"/>
                  </a:lnTo>
                  <a:lnTo>
                    <a:pt x="3717896" y="1386223"/>
                  </a:lnTo>
                  <a:lnTo>
                    <a:pt x="3718005" y="1386223"/>
                  </a:lnTo>
                  <a:lnTo>
                    <a:pt x="3718005" y="1385599"/>
                  </a:lnTo>
                  <a:lnTo>
                    <a:pt x="3718113" y="1385599"/>
                  </a:lnTo>
                  <a:lnTo>
                    <a:pt x="3718222" y="1385599"/>
                  </a:lnTo>
                  <a:lnTo>
                    <a:pt x="3718330" y="1385599"/>
                  </a:lnTo>
                  <a:lnTo>
                    <a:pt x="3718439" y="1385599"/>
                  </a:lnTo>
                  <a:lnTo>
                    <a:pt x="3718547" y="1385599"/>
                  </a:lnTo>
                  <a:lnTo>
                    <a:pt x="3718655" y="1385599"/>
                  </a:lnTo>
                  <a:lnTo>
                    <a:pt x="3718764" y="1385599"/>
                  </a:lnTo>
                  <a:lnTo>
                    <a:pt x="3718872" y="1385599"/>
                  </a:lnTo>
                  <a:lnTo>
                    <a:pt x="3718981" y="1385599"/>
                  </a:lnTo>
                  <a:lnTo>
                    <a:pt x="3719089" y="1385599"/>
                  </a:lnTo>
                  <a:lnTo>
                    <a:pt x="3719198" y="1385599"/>
                  </a:lnTo>
                  <a:lnTo>
                    <a:pt x="3719306" y="1385599"/>
                  </a:lnTo>
                  <a:lnTo>
                    <a:pt x="3719415" y="1385599"/>
                  </a:lnTo>
                  <a:lnTo>
                    <a:pt x="3719523" y="1385599"/>
                  </a:lnTo>
                  <a:lnTo>
                    <a:pt x="3719523" y="1384976"/>
                  </a:lnTo>
                  <a:lnTo>
                    <a:pt x="3719632" y="1384976"/>
                  </a:lnTo>
                  <a:lnTo>
                    <a:pt x="3719740" y="1384976"/>
                  </a:lnTo>
                  <a:lnTo>
                    <a:pt x="3719848" y="1384976"/>
                  </a:lnTo>
                  <a:lnTo>
                    <a:pt x="3719957" y="1384976"/>
                  </a:lnTo>
                  <a:lnTo>
                    <a:pt x="3720065" y="1384976"/>
                  </a:lnTo>
                  <a:lnTo>
                    <a:pt x="3720174" y="1384976"/>
                  </a:lnTo>
                  <a:lnTo>
                    <a:pt x="3720282" y="1384976"/>
                  </a:lnTo>
                  <a:lnTo>
                    <a:pt x="3720391" y="1384976"/>
                  </a:lnTo>
                  <a:lnTo>
                    <a:pt x="3720499" y="1384976"/>
                  </a:lnTo>
                  <a:lnTo>
                    <a:pt x="3720499" y="1384352"/>
                  </a:lnTo>
                  <a:lnTo>
                    <a:pt x="3720499" y="1383729"/>
                  </a:lnTo>
                  <a:lnTo>
                    <a:pt x="3720608" y="1383729"/>
                  </a:lnTo>
                  <a:lnTo>
                    <a:pt x="3720716" y="1383729"/>
                  </a:lnTo>
                  <a:lnTo>
                    <a:pt x="3720824" y="1383729"/>
                  </a:lnTo>
                  <a:lnTo>
                    <a:pt x="3720933" y="1383729"/>
                  </a:lnTo>
                  <a:lnTo>
                    <a:pt x="3721041" y="1383729"/>
                  </a:lnTo>
                  <a:lnTo>
                    <a:pt x="3721150" y="1383729"/>
                  </a:lnTo>
                  <a:lnTo>
                    <a:pt x="3721258" y="1383729"/>
                  </a:lnTo>
                  <a:lnTo>
                    <a:pt x="3721258" y="1383105"/>
                  </a:lnTo>
                  <a:lnTo>
                    <a:pt x="3721367" y="1383105"/>
                  </a:lnTo>
                  <a:lnTo>
                    <a:pt x="3721475" y="1383105"/>
                  </a:lnTo>
                  <a:lnTo>
                    <a:pt x="3721584" y="1383105"/>
                  </a:lnTo>
                  <a:lnTo>
                    <a:pt x="3721692" y="1383105"/>
                  </a:lnTo>
                  <a:lnTo>
                    <a:pt x="3721800" y="1383105"/>
                  </a:lnTo>
                  <a:lnTo>
                    <a:pt x="3721909" y="1383105"/>
                  </a:lnTo>
                  <a:lnTo>
                    <a:pt x="3722017" y="1383105"/>
                  </a:lnTo>
                  <a:lnTo>
                    <a:pt x="3722017" y="1382482"/>
                  </a:lnTo>
                  <a:lnTo>
                    <a:pt x="3722126" y="1382482"/>
                  </a:lnTo>
                  <a:lnTo>
                    <a:pt x="3722234" y="1382482"/>
                  </a:lnTo>
                  <a:lnTo>
                    <a:pt x="3722343" y="1382482"/>
                  </a:lnTo>
                  <a:lnTo>
                    <a:pt x="3722451" y="1382482"/>
                  </a:lnTo>
                  <a:lnTo>
                    <a:pt x="3722451" y="1381858"/>
                  </a:lnTo>
                  <a:lnTo>
                    <a:pt x="3722560" y="1381858"/>
                  </a:lnTo>
                  <a:lnTo>
                    <a:pt x="3722668" y="1381858"/>
                  </a:lnTo>
                  <a:lnTo>
                    <a:pt x="3722776" y="1381858"/>
                  </a:lnTo>
                  <a:lnTo>
                    <a:pt x="3722885" y="1381858"/>
                  </a:lnTo>
                  <a:lnTo>
                    <a:pt x="3722993" y="1381858"/>
                  </a:lnTo>
                  <a:lnTo>
                    <a:pt x="3723102" y="1381858"/>
                  </a:lnTo>
                  <a:lnTo>
                    <a:pt x="3723210" y="1381858"/>
                  </a:lnTo>
                  <a:lnTo>
                    <a:pt x="3723319" y="1381858"/>
                  </a:lnTo>
                  <a:lnTo>
                    <a:pt x="3723319" y="1381234"/>
                  </a:lnTo>
                  <a:lnTo>
                    <a:pt x="3723427" y="1381234"/>
                  </a:lnTo>
                  <a:lnTo>
                    <a:pt x="3723536" y="1381234"/>
                  </a:lnTo>
                  <a:lnTo>
                    <a:pt x="3723644" y="1381234"/>
                  </a:lnTo>
                  <a:lnTo>
                    <a:pt x="3723753" y="1381234"/>
                  </a:lnTo>
                  <a:lnTo>
                    <a:pt x="3723861" y="1381234"/>
                  </a:lnTo>
                  <a:lnTo>
                    <a:pt x="3723969" y="1381234"/>
                  </a:lnTo>
                  <a:lnTo>
                    <a:pt x="3724078" y="1381234"/>
                  </a:lnTo>
                  <a:lnTo>
                    <a:pt x="3724186" y="1381234"/>
                  </a:lnTo>
                  <a:lnTo>
                    <a:pt x="3724295" y="1381234"/>
                  </a:lnTo>
                  <a:lnTo>
                    <a:pt x="3724403" y="1381234"/>
                  </a:lnTo>
                  <a:lnTo>
                    <a:pt x="3724512" y="1381234"/>
                  </a:lnTo>
                  <a:lnTo>
                    <a:pt x="3724620" y="1381234"/>
                  </a:lnTo>
                  <a:lnTo>
                    <a:pt x="3724729" y="1381234"/>
                  </a:lnTo>
                  <a:lnTo>
                    <a:pt x="3724837" y="1381234"/>
                  </a:lnTo>
                  <a:lnTo>
                    <a:pt x="3724945" y="1381234"/>
                  </a:lnTo>
                  <a:lnTo>
                    <a:pt x="3725054" y="1381234"/>
                  </a:lnTo>
                  <a:lnTo>
                    <a:pt x="3725162" y="1381234"/>
                  </a:lnTo>
                  <a:lnTo>
                    <a:pt x="3725162" y="1380611"/>
                  </a:lnTo>
                  <a:lnTo>
                    <a:pt x="3725271" y="1380611"/>
                  </a:lnTo>
                  <a:lnTo>
                    <a:pt x="3725379" y="1380611"/>
                  </a:lnTo>
                  <a:lnTo>
                    <a:pt x="3725488" y="1380611"/>
                  </a:lnTo>
                  <a:lnTo>
                    <a:pt x="3725596" y="1380611"/>
                  </a:lnTo>
                  <a:lnTo>
                    <a:pt x="3725705" y="1380611"/>
                  </a:lnTo>
                  <a:lnTo>
                    <a:pt x="3725813" y="1380611"/>
                  </a:lnTo>
                  <a:lnTo>
                    <a:pt x="3725921" y="1380611"/>
                  </a:lnTo>
                  <a:lnTo>
                    <a:pt x="3726030" y="1380611"/>
                  </a:lnTo>
                  <a:lnTo>
                    <a:pt x="3726030" y="1379987"/>
                  </a:lnTo>
                  <a:lnTo>
                    <a:pt x="3726138" y="1379987"/>
                  </a:lnTo>
                  <a:lnTo>
                    <a:pt x="3726247" y="1379987"/>
                  </a:lnTo>
                  <a:lnTo>
                    <a:pt x="3726355" y="1379987"/>
                  </a:lnTo>
                  <a:lnTo>
                    <a:pt x="3726464" y="1379987"/>
                  </a:lnTo>
                  <a:lnTo>
                    <a:pt x="3726572" y="1379987"/>
                  </a:lnTo>
                  <a:lnTo>
                    <a:pt x="3726681" y="1379987"/>
                  </a:lnTo>
                  <a:lnTo>
                    <a:pt x="3726789" y="1379987"/>
                  </a:lnTo>
                  <a:lnTo>
                    <a:pt x="3726897" y="1379987"/>
                  </a:lnTo>
                  <a:lnTo>
                    <a:pt x="3727006" y="1379987"/>
                  </a:lnTo>
                  <a:lnTo>
                    <a:pt x="3727114" y="1379987"/>
                  </a:lnTo>
                  <a:lnTo>
                    <a:pt x="3727223" y="1379987"/>
                  </a:lnTo>
                  <a:lnTo>
                    <a:pt x="3727331" y="1379987"/>
                  </a:lnTo>
                  <a:lnTo>
                    <a:pt x="3727440" y="1379987"/>
                  </a:lnTo>
                  <a:lnTo>
                    <a:pt x="3727548" y="1379987"/>
                  </a:lnTo>
                  <a:lnTo>
                    <a:pt x="3727657" y="1379987"/>
                  </a:lnTo>
                  <a:lnTo>
                    <a:pt x="3727765" y="1379987"/>
                  </a:lnTo>
                  <a:lnTo>
                    <a:pt x="3727765" y="1379364"/>
                  </a:lnTo>
                  <a:lnTo>
                    <a:pt x="3727874" y="1379364"/>
                  </a:lnTo>
                  <a:lnTo>
                    <a:pt x="3727982" y="1379364"/>
                  </a:lnTo>
                  <a:lnTo>
                    <a:pt x="3728090" y="1379364"/>
                  </a:lnTo>
                  <a:lnTo>
                    <a:pt x="3728090" y="1378740"/>
                  </a:lnTo>
                  <a:lnTo>
                    <a:pt x="3728199" y="1378740"/>
                  </a:lnTo>
                  <a:lnTo>
                    <a:pt x="3728307" y="1378740"/>
                  </a:lnTo>
                  <a:lnTo>
                    <a:pt x="3728416" y="1378740"/>
                  </a:lnTo>
                  <a:lnTo>
                    <a:pt x="3728524" y="1378740"/>
                  </a:lnTo>
                  <a:lnTo>
                    <a:pt x="3728633" y="1378740"/>
                  </a:lnTo>
                  <a:lnTo>
                    <a:pt x="3728741" y="1378740"/>
                  </a:lnTo>
                  <a:lnTo>
                    <a:pt x="3728850" y="1378740"/>
                  </a:lnTo>
                  <a:lnTo>
                    <a:pt x="3728850" y="1378116"/>
                  </a:lnTo>
                  <a:lnTo>
                    <a:pt x="3728958" y="1378116"/>
                  </a:lnTo>
                  <a:lnTo>
                    <a:pt x="3729066" y="1378116"/>
                  </a:lnTo>
                  <a:lnTo>
                    <a:pt x="3729066" y="1377493"/>
                  </a:lnTo>
                  <a:lnTo>
                    <a:pt x="3729175" y="1377493"/>
                  </a:lnTo>
                  <a:lnTo>
                    <a:pt x="3729283" y="1377493"/>
                  </a:lnTo>
                  <a:lnTo>
                    <a:pt x="3729283" y="1376869"/>
                  </a:lnTo>
                  <a:lnTo>
                    <a:pt x="3729283" y="1376246"/>
                  </a:lnTo>
                  <a:lnTo>
                    <a:pt x="3729392" y="1376246"/>
                  </a:lnTo>
                  <a:lnTo>
                    <a:pt x="3729500" y="1376246"/>
                  </a:lnTo>
                  <a:lnTo>
                    <a:pt x="3729609" y="1376246"/>
                  </a:lnTo>
                  <a:lnTo>
                    <a:pt x="3729717" y="1376246"/>
                  </a:lnTo>
                  <a:lnTo>
                    <a:pt x="3729826" y="1376246"/>
                  </a:lnTo>
                  <a:lnTo>
                    <a:pt x="3729934" y="1376246"/>
                  </a:lnTo>
                  <a:lnTo>
                    <a:pt x="3730042" y="1376246"/>
                  </a:lnTo>
                  <a:lnTo>
                    <a:pt x="3730151" y="1376246"/>
                  </a:lnTo>
                  <a:lnTo>
                    <a:pt x="3730259" y="1376246"/>
                  </a:lnTo>
                  <a:lnTo>
                    <a:pt x="3730368" y="1376246"/>
                  </a:lnTo>
                  <a:lnTo>
                    <a:pt x="3730476" y="1376246"/>
                  </a:lnTo>
                  <a:lnTo>
                    <a:pt x="3730585" y="1376246"/>
                  </a:lnTo>
                  <a:lnTo>
                    <a:pt x="3730693" y="1376246"/>
                  </a:lnTo>
                  <a:lnTo>
                    <a:pt x="3730802" y="1376246"/>
                  </a:lnTo>
                  <a:lnTo>
                    <a:pt x="3730910" y="1376246"/>
                  </a:lnTo>
                  <a:lnTo>
                    <a:pt x="3731018" y="1376246"/>
                  </a:lnTo>
                  <a:lnTo>
                    <a:pt x="3731127" y="1376246"/>
                  </a:lnTo>
                  <a:lnTo>
                    <a:pt x="3731235" y="1376246"/>
                  </a:lnTo>
                  <a:lnTo>
                    <a:pt x="3731344" y="1376246"/>
                  </a:lnTo>
                  <a:lnTo>
                    <a:pt x="3731452" y="1376246"/>
                  </a:lnTo>
                  <a:lnTo>
                    <a:pt x="3731561" y="1376246"/>
                  </a:lnTo>
                  <a:lnTo>
                    <a:pt x="3731669" y="1376246"/>
                  </a:lnTo>
                  <a:lnTo>
                    <a:pt x="3731778" y="1376246"/>
                  </a:lnTo>
                  <a:lnTo>
                    <a:pt x="3731886" y="1376246"/>
                  </a:lnTo>
                  <a:lnTo>
                    <a:pt x="3731886" y="1375622"/>
                  </a:lnTo>
                  <a:lnTo>
                    <a:pt x="3731886" y="1374999"/>
                  </a:lnTo>
                  <a:lnTo>
                    <a:pt x="3731995" y="1374999"/>
                  </a:lnTo>
                  <a:lnTo>
                    <a:pt x="3732103" y="1374999"/>
                  </a:lnTo>
                  <a:lnTo>
                    <a:pt x="3732211" y="1374999"/>
                  </a:lnTo>
                  <a:lnTo>
                    <a:pt x="3732320" y="1374999"/>
                  </a:lnTo>
                  <a:lnTo>
                    <a:pt x="3732428" y="1374999"/>
                  </a:lnTo>
                  <a:lnTo>
                    <a:pt x="3732537" y="1374999"/>
                  </a:lnTo>
                  <a:lnTo>
                    <a:pt x="3732537" y="1374375"/>
                  </a:lnTo>
                  <a:lnTo>
                    <a:pt x="3732645" y="1374375"/>
                  </a:lnTo>
                  <a:lnTo>
                    <a:pt x="3732754" y="1374375"/>
                  </a:lnTo>
                  <a:lnTo>
                    <a:pt x="3732862" y="1374375"/>
                  </a:lnTo>
                  <a:lnTo>
                    <a:pt x="3732971" y="1374375"/>
                  </a:lnTo>
                  <a:lnTo>
                    <a:pt x="3733079" y="1374375"/>
                  </a:lnTo>
                  <a:lnTo>
                    <a:pt x="3733187" y="1374375"/>
                  </a:lnTo>
                  <a:lnTo>
                    <a:pt x="3733296" y="1374375"/>
                  </a:lnTo>
                  <a:lnTo>
                    <a:pt x="3733404" y="1374375"/>
                  </a:lnTo>
                  <a:lnTo>
                    <a:pt x="3733513" y="1374375"/>
                  </a:lnTo>
                  <a:lnTo>
                    <a:pt x="3733621" y="1374375"/>
                  </a:lnTo>
                  <a:lnTo>
                    <a:pt x="3733730" y="1374375"/>
                  </a:lnTo>
                  <a:lnTo>
                    <a:pt x="3733838" y="1374375"/>
                  </a:lnTo>
                  <a:lnTo>
                    <a:pt x="3733947" y="1374375"/>
                  </a:lnTo>
                  <a:lnTo>
                    <a:pt x="3734055" y="1374375"/>
                  </a:lnTo>
                  <a:lnTo>
                    <a:pt x="3734163" y="1374375"/>
                  </a:lnTo>
                  <a:lnTo>
                    <a:pt x="3734272" y="1374375"/>
                  </a:lnTo>
                  <a:lnTo>
                    <a:pt x="3734380" y="1374375"/>
                  </a:lnTo>
                  <a:lnTo>
                    <a:pt x="3734380" y="1373751"/>
                  </a:lnTo>
                  <a:lnTo>
                    <a:pt x="3734489" y="1373751"/>
                  </a:lnTo>
                  <a:lnTo>
                    <a:pt x="3734597" y="1373751"/>
                  </a:lnTo>
                  <a:lnTo>
                    <a:pt x="3734706" y="1373751"/>
                  </a:lnTo>
                  <a:lnTo>
                    <a:pt x="3734814" y="1373751"/>
                  </a:lnTo>
                  <a:lnTo>
                    <a:pt x="3734814" y="1373128"/>
                  </a:lnTo>
                  <a:lnTo>
                    <a:pt x="3734923" y="1373128"/>
                  </a:lnTo>
                  <a:lnTo>
                    <a:pt x="3735031" y="1373128"/>
                  </a:lnTo>
                  <a:lnTo>
                    <a:pt x="3735139" y="1373128"/>
                  </a:lnTo>
                  <a:lnTo>
                    <a:pt x="3735248" y="1373128"/>
                  </a:lnTo>
                  <a:lnTo>
                    <a:pt x="3735356" y="1373128"/>
                  </a:lnTo>
                  <a:lnTo>
                    <a:pt x="3735465" y="1373128"/>
                  </a:lnTo>
                  <a:lnTo>
                    <a:pt x="3735573" y="1373128"/>
                  </a:lnTo>
                  <a:lnTo>
                    <a:pt x="3735682" y="1373128"/>
                  </a:lnTo>
                  <a:lnTo>
                    <a:pt x="3735790" y="1373128"/>
                  </a:lnTo>
                  <a:lnTo>
                    <a:pt x="3735899" y="1373128"/>
                  </a:lnTo>
                  <a:lnTo>
                    <a:pt x="3735899" y="1372504"/>
                  </a:lnTo>
                  <a:lnTo>
                    <a:pt x="3736007" y="1372504"/>
                  </a:lnTo>
                  <a:lnTo>
                    <a:pt x="3736116" y="1372504"/>
                  </a:lnTo>
                  <a:lnTo>
                    <a:pt x="3736224" y="1372504"/>
                  </a:lnTo>
                  <a:lnTo>
                    <a:pt x="3736332" y="1372504"/>
                  </a:lnTo>
                  <a:lnTo>
                    <a:pt x="3736441" y="1372504"/>
                  </a:lnTo>
                  <a:lnTo>
                    <a:pt x="3736441" y="1371881"/>
                  </a:lnTo>
                  <a:lnTo>
                    <a:pt x="3736549" y="1371881"/>
                  </a:lnTo>
                  <a:lnTo>
                    <a:pt x="3736658" y="1371881"/>
                  </a:lnTo>
                  <a:lnTo>
                    <a:pt x="3736766" y="1371881"/>
                  </a:lnTo>
                  <a:lnTo>
                    <a:pt x="3736875" y="1371881"/>
                  </a:lnTo>
                  <a:lnTo>
                    <a:pt x="3736983" y="1371881"/>
                  </a:lnTo>
                  <a:lnTo>
                    <a:pt x="3737092" y="1371881"/>
                  </a:lnTo>
                  <a:lnTo>
                    <a:pt x="3737092" y="1371257"/>
                  </a:lnTo>
                  <a:lnTo>
                    <a:pt x="3737200" y="1371257"/>
                  </a:lnTo>
                  <a:lnTo>
                    <a:pt x="3737308" y="1371257"/>
                  </a:lnTo>
                  <a:lnTo>
                    <a:pt x="3737417" y="1371257"/>
                  </a:lnTo>
                  <a:lnTo>
                    <a:pt x="3737417" y="1370633"/>
                  </a:lnTo>
                  <a:lnTo>
                    <a:pt x="3737525" y="1370633"/>
                  </a:lnTo>
                  <a:lnTo>
                    <a:pt x="3737634" y="1370633"/>
                  </a:lnTo>
                  <a:lnTo>
                    <a:pt x="3737742" y="1370633"/>
                  </a:lnTo>
                  <a:lnTo>
                    <a:pt x="3737851" y="1370633"/>
                  </a:lnTo>
                  <a:lnTo>
                    <a:pt x="3737959" y="1370633"/>
                  </a:lnTo>
                  <a:lnTo>
                    <a:pt x="3738068" y="1370633"/>
                  </a:lnTo>
                  <a:lnTo>
                    <a:pt x="3738176" y="1370633"/>
                  </a:lnTo>
                  <a:lnTo>
                    <a:pt x="3738284" y="1370633"/>
                  </a:lnTo>
                  <a:lnTo>
                    <a:pt x="3738393" y="1370633"/>
                  </a:lnTo>
                  <a:lnTo>
                    <a:pt x="3738501" y="1370633"/>
                  </a:lnTo>
                  <a:lnTo>
                    <a:pt x="3738501" y="1370010"/>
                  </a:lnTo>
                  <a:lnTo>
                    <a:pt x="3738610" y="1370010"/>
                  </a:lnTo>
                  <a:lnTo>
                    <a:pt x="3738718" y="1370010"/>
                  </a:lnTo>
                  <a:lnTo>
                    <a:pt x="3738827" y="1370010"/>
                  </a:lnTo>
                  <a:lnTo>
                    <a:pt x="3738935" y="1370010"/>
                  </a:lnTo>
                  <a:lnTo>
                    <a:pt x="3739044" y="1370010"/>
                  </a:lnTo>
                  <a:lnTo>
                    <a:pt x="3739152" y="1370010"/>
                  </a:lnTo>
                  <a:lnTo>
                    <a:pt x="3739260" y="1370010"/>
                  </a:lnTo>
                  <a:lnTo>
                    <a:pt x="3739369" y="1370010"/>
                  </a:lnTo>
                  <a:lnTo>
                    <a:pt x="3739477" y="1370010"/>
                  </a:lnTo>
                  <a:lnTo>
                    <a:pt x="3739586" y="1370010"/>
                  </a:lnTo>
                  <a:lnTo>
                    <a:pt x="3739694" y="1370010"/>
                  </a:lnTo>
                  <a:lnTo>
                    <a:pt x="3739803" y="1370010"/>
                  </a:lnTo>
                  <a:lnTo>
                    <a:pt x="3739911" y="1370010"/>
                  </a:lnTo>
                  <a:lnTo>
                    <a:pt x="3740020" y="1370010"/>
                  </a:lnTo>
                  <a:lnTo>
                    <a:pt x="3740128" y="1370010"/>
                  </a:lnTo>
                  <a:lnTo>
                    <a:pt x="3740128" y="1369386"/>
                  </a:lnTo>
                  <a:lnTo>
                    <a:pt x="3740128" y="1368763"/>
                  </a:lnTo>
                  <a:lnTo>
                    <a:pt x="3740237" y="1368763"/>
                  </a:lnTo>
                  <a:lnTo>
                    <a:pt x="3740345" y="1368763"/>
                  </a:lnTo>
                  <a:lnTo>
                    <a:pt x="3740453" y="1368763"/>
                  </a:lnTo>
                  <a:lnTo>
                    <a:pt x="3740562" y="1368763"/>
                  </a:lnTo>
                  <a:lnTo>
                    <a:pt x="3740670" y="1368763"/>
                  </a:lnTo>
                  <a:lnTo>
                    <a:pt x="3740670" y="1368139"/>
                  </a:lnTo>
                  <a:lnTo>
                    <a:pt x="3740779" y="1368139"/>
                  </a:lnTo>
                  <a:lnTo>
                    <a:pt x="3740887" y="1368139"/>
                  </a:lnTo>
                  <a:lnTo>
                    <a:pt x="3740996" y="1368139"/>
                  </a:lnTo>
                  <a:lnTo>
                    <a:pt x="3741104" y="1368139"/>
                  </a:lnTo>
                  <a:lnTo>
                    <a:pt x="3741213" y="1368139"/>
                  </a:lnTo>
                  <a:lnTo>
                    <a:pt x="3741321" y="1368139"/>
                  </a:lnTo>
                  <a:lnTo>
                    <a:pt x="3741429" y="1368139"/>
                  </a:lnTo>
                  <a:lnTo>
                    <a:pt x="3741538" y="1368139"/>
                  </a:lnTo>
                  <a:lnTo>
                    <a:pt x="3741646" y="1368139"/>
                  </a:lnTo>
                  <a:lnTo>
                    <a:pt x="3741646" y="1367516"/>
                  </a:lnTo>
                  <a:lnTo>
                    <a:pt x="3741755" y="1367516"/>
                  </a:lnTo>
                  <a:lnTo>
                    <a:pt x="3741863" y="1367516"/>
                  </a:lnTo>
                  <a:lnTo>
                    <a:pt x="3741972" y="1367516"/>
                  </a:lnTo>
                  <a:lnTo>
                    <a:pt x="3741972" y="1366892"/>
                  </a:lnTo>
                  <a:lnTo>
                    <a:pt x="3742080" y="1366892"/>
                  </a:lnTo>
                  <a:lnTo>
                    <a:pt x="3742080" y="1366268"/>
                  </a:lnTo>
                  <a:lnTo>
                    <a:pt x="3742080" y="1365645"/>
                  </a:lnTo>
                  <a:lnTo>
                    <a:pt x="3742189" y="1365645"/>
                  </a:lnTo>
                  <a:lnTo>
                    <a:pt x="3742297" y="1365645"/>
                  </a:lnTo>
                  <a:lnTo>
                    <a:pt x="3742405" y="1365645"/>
                  </a:lnTo>
                  <a:lnTo>
                    <a:pt x="3742514" y="1365645"/>
                  </a:lnTo>
                  <a:lnTo>
                    <a:pt x="3742622" y="1365645"/>
                  </a:lnTo>
                  <a:lnTo>
                    <a:pt x="3742731" y="1365645"/>
                  </a:lnTo>
                  <a:lnTo>
                    <a:pt x="3742731" y="1365021"/>
                  </a:lnTo>
                  <a:lnTo>
                    <a:pt x="3742839" y="1365021"/>
                  </a:lnTo>
                  <a:lnTo>
                    <a:pt x="3742948" y="1365021"/>
                  </a:lnTo>
                  <a:lnTo>
                    <a:pt x="3743056" y="1365021"/>
                  </a:lnTo>
                  <a:lnTo>
                    <a:pt x="3743165" y="1365021"/>
                  </a:lnTo>
                  <a:lnTo>
                    <a:pt x="3743273" y="1365021"/>
                  </a:lnTo>
                  <a:lnTo>
                    <a:pt x="3743381" y="1365021"/>
                  </a:lnTo>
                  <a:lnTo>
                    <a:pt x="3743490" y="1365021"/>
                  </a:lnTo>
                  <a:lnTo>
                    <a:pt x="3743598" y="1365021"/>
                  </a:lnTo>
                  <a:lnTo>
                    <a:pt x="3743707" y="1365021"/>
                  </a:lnTo>
                  <a:lnTo>
                    <a:pt x="3743815" y="1365021"/>
                  </a:lnTo>
                  <a:lnTo>
                    <a:pt x="3743924" y="1365021"/>
                  </a:lnTo>
                  <a:lnTo>
                    <a:pt x="3744032" y="1365021"/>
                  </a:lnTo>
                  <a:lnTo>
                    <a:pt x="3744141" y="1365021"/>
                  </a:lnTo>
                  <a:lnTo>
                    <a:pt x="3744249" y="1365021"/>
                  </a:lnTo>
                  <a:lnTo>
                    <a:pt x="3744357" y="1365021"/>
                  </a:lnTo>
                  <a:lnTo>
                    <a:pt x="3744357" y="1364398"/>
                  </a:lnTo>
                  <a:lnTo>
                    <a:pt x="3744466" y="1364398"/>
                  </a:lnTo>
                  <a:lnTo>
                    <a:pt x="3744466" y="1363774"/>
                  </a:lnTo>
                  <a:lnTo>
                    <a:pt x="3744574" y="1363774"/>
                  </a:lnTo>
                  <a:lnTo>
                    <a:pt x="3744683" y="1363774"/>
                  </a:lnTo>
                  <a:lnTo>
                    <a:pt x="3744791" y="1363774"/>
                  </a:lnTo>
                  <a:lnTo>
                    <a:pt x="3744900" y="1363774"/>
                  </a:lnTo>
                  <a:lnTo>
                    <a:pt x="3745008" y="1363774"/>
                  </a:lnTo>
                  <a:lnTo>
                    <a:pt x="3745117" y="1363774"/>
                  </a:lnTo>
                  <a:lnTo>
                    <a:pt x="3745225" y="1363774"/>
                  </a:lnTo>
                  <a:lnTo>
                    <a:pt x="3745334" y="1363774"/>
                  </a:lnTo>
                  <a:lnTo>
                    <a:pt x="3745442" y="1363774"/>
                  </a:lnTo>
                  <a:lnTo>
                    <a:pt x="3745550" y="1363774"/>
                  </a:lnTo>
                  <a:lnTo>
                    <a:pt x="3745659" y="1363774"/>
                  </a:lnTo>
                  <a:lnTo>
                    <a:pt x="3745767" y="1363774"/>
                  </a:lnTo>
                  <a:lnTo>
                    <a:pt x="3745876" y="1363774"/>
                  </a:lnTo>
                  <a:lnTo>
                    <a:pt x="3745984" y="1363774"/>
                  </a:lnTo>
                  <a:lnTo>
                    <a:pt x="3746093" y="1363774"/>
                  </a:lnTo>
                  <a:lnTo>
                    <a:pt x="3746201" y="1363774"/>
                  </a:lnTo>
                  <a:lnTo>
                    <a:pt x="3746310" y="1363774"/>
                  </a:lnTo>
                  <a:lnTo>
                    <a:pt x="3746418" y="1363774"/>
                  </a:lnTo>
                  <a:lnTo>
                    <a:pt x="3746526" y="1363774"/>
                  </a:lnTo>
                  <a:lnTo>
                    <a:pt x="3746635" y="1363774"/>
                  </a:lnTo>
                  <a:lnTo>
                    <a:pt x="3746743" y="1363774"/>
                  </a:lnTo>
                  <a:lnTo>
                    <a:pt x="3746852" y="1363774"/>
                  </a:lnTo>
                  <a:lnTo>
                    <a:pt x="3746960" y="1363774"/>
                  </a:lnTo>
                  <a:lnTo>
                    <a:pt x="3746960" y="1363150"/>
                  </a:lnTo>
                  <a:lnTo>
                    <a:pt x="3747069" y="1363150"/>
                  </a:lnTo>
                  <a:lnTo>
                    <a:pt x="3747177" y="1363150"/>
                  </a:lnTo>
                  <a:lnTo>
                    <a:pt x="3747286" y="1363150"/>
                  </a:lnTo>
                  <a:lnTo>
                    <a:pt x="3747394" y="1363150"/>
                  </a:lnTo>
                  <a:lnTo>
                    <a:pt x="3747502" y="1363150"/>
                  </a:lnTo>
                  <a:lnTo>
                    <a:pt x="3747611" y="1363150"/>
                  </a:lnTo>
                  <a:lnTo>
                    <a:pt x="3747719" y="1363150"/>
                  </a:lnTo>
                  <a:lnTo>
                    <a:pt x="3747828" y="1363150"/>
                  </a:lnTo>
                  <a:lnTo>
                    <a:pt x="3747936" y="1363150"/>
                  </a:lnTo>
                  <a:lnTo>
                    <a:pt x="3748045" y="1363150"/>
                  </a:lnTo>
                  <a:lnTo>
                    <a:pt x="3748153" y="1363150"/>
                  </a:lnTo>
                  <a:lnTo>
                    <a:pt x="3748262" y="1363150"/>
                  </a:lnTo>
                  <a:lnTo>
                    <a:pt x="3748370" y="1363150"/>
                  </a:lnTo>
                  <a:lnTo>
                    <a:pt x="3748478" y="1363150"/>
                  </a:lnTo>
                  <a:lnTo>
                    <a:pt x="3748587" y="1363150"/>
                  </a:lnTo>
                  <a:lnTo>
                    <a:pt x="3748695" y="1363150"/>
                  </a:lnTo>
                  <a:lnTo>
                    <a:pt x="3748804" y="1363150"/>
                  </a:lnTo>
                  <a:lnTo>
                    <a:pt x="3748912" y="1363150"/>
                  </a:lnTo>
                  <a:lnTo>
                    <a:pt x="3749021" y="1363150"/>
                  </a:lnTo>
                  <a:lnTo>
                    <a:pt x="3749129" y="1363150"/>
                  </a:lnTo>
                  <a:lnTo>
                    <a:pt x="3749238" y="1363150"/>
                  </a:lnTo>
                  <a:lnTo>
                    <a:pt x="3749238" y="1362527"/>
                  </a:lnTo>
                  <a:lnTo>
                    <a:pt x="3749346" y="1362527"/>
                  </a:lnTo>
                  <a:lnTo>
                    <a:pt x="3749455" y="1362527"/>
                  </a:lnTo>
                  <a:lnTo>
                    <a:pt x="3749455" y="1361903"/>
                  </a:lnTo>
                  <a:lnTo>
                    <a:pt x="3749563" y="1361903"/>
                  </a:lnTo>
                  <a:lnTo>
                    <a:pt x="3749671" y="1361903"/>
                  </a:lnTo>
                  <a:lnTo>
                    <a:pt x="3749780" y="1361903"/>
                  </a:lnTo>
                  <a:lnTo>
                    <a:pt x="3749888" y="1361903"/>
                  </a:lnTo>
                  <a:lnTo>
                    <a:pt x="3749997" y="1361903"/>
                  </a:lnTo>
                  <a:lnTo>
                    <a:pt x="3750105" y="1361903"/>
                  </a:lnTo>
                  <a:lnTo>
                    <a:pt x="3750214" y="1361903"/>
                  </a:lnTo>
                  <a:lnTo>
                    <a:pt x="3750214" y="1361280"/>
                  </a:lnTo>
                  <a:lnTo>
                    <a:pt x="3750322" y="1361280"/>
                  </a:lnTo>
                  <a:lnTo>
                    <a:pt x="3750431" y="1361280"/>
                  </a:lnTo>
                  <a:lnTo>
                    <a:pt x="3750539" y="1361280"/>
                  </a:lnTo>
                  <a:lnTo>
                    <a:pt x="3750539" y="1360656"/>
                  </a:lnTo>
                  <a:lnTo>
                    <a:pt x="3750647" y="1360656"/>
                  </a:lnTo>
                  <a:lnTo>
                    <a:pt x="3750756" y="1360656"/>
                  </a:lnTo>
                  <a:lnTo>
                    <a:pt x="3750864" y="1360656"/>
                  </a:lnTo>
                  <a:lnTo>
                    <a:pt x="3750973" y="1360656"/>
                  </a:lnTo>
                  <a:lnTo>
                    <a:pt x="3751081" y="1360656"/>
                  </a:lnTo>
                  <a:lnTo>
                    <a:pt x="3751190" y="1360656"/>
                  </a:lnTo>
                  <a:lnTo>
                    <a:pt x="3751298" y="1360656"/>
                  </a:lnTo>
                  <a:lnTo>
                    <a:pt x="3751407" y="1360656"/>
                  </a:lnTo>
                  <a:lnTo>
                    <a:pt x="3751515" y="1360656"/>
                  </a:lnTo>
                  <a:lnTo>
                    <a:pt x="3751623" y="1360656"/>
                  </a:lnTo>
                  <a:lnTo>
                    <a:pt x="3751732" y="1360656"/>
                  </a:lnTo>
                  <a:lnTo>
                    <a:pt x="3751840" y="1360656"/>
                  </a:lnTo>
                  <a:lnTo>
                    <a:pt x="3751949" y="1360656"/>
                  </a:lnTo>
                  <a:lnTo>
                    <a:pt x="3752057" y="1360656"/>
                  </a:lnTo>
                  <a:lnTo>
                    <a:pt x="3752166" y="1360656"/>
                  </a:lnTo>
                  <a:lnTo>
                    <a:pt x="3752274" y="1360656"/>
                  </a:lnTo>
                  <a:lnTo>
                    <a:pt x="3752383" y="1360656"/>
                  </a:lnTo>
                  <a:lnTo>
                    <a:pt x="3752491" y="1360656"/>
                  </a:lnTo>
                  <a:lnTo>
                    <a:pt x="3752599" y="1360656"/>
                  </a:lnTo>
                  <a:lnTo>
                    <a:pt x="3752708" y="1360656"/>
                  </a:lnTo>
                  <a:lnTo>
                    <a:pt x="3752816" y="1360656"/>
                  </a:lnTo>
                  <a:lnTo>
                    <a:pt x="3752925" y="1360656"/>
                  </a:lnTo>
                  <a:lnTo>
                    <a:pt x="3753033" y="1360656"/>
                  </a:lnTo>
                  <a:lnTo>
                    <a:pt x="3753142" y="1360656"/>
                  </a:lnTo>
                  <a:lnTo>
                    <a:pt x="3753250" y="1360656"/>
                  </a:lnTo>
                  <a:lnTo>
                    <a:pt x="3753359" y="1360656"/>
                  </a:lnTo>
                  <a:lnTo>
                    <a:pt x="3753467" y="1360656"/>
                  </a:lnTo>
                  <a:lnTo>
                    <a:pt x="3753576" y="1360656"/>
                  </a:lnTo>
                  <a:lnTo>
                    <a:pt x="3753684" y="1360656"/>
                  </a:lnTo>
                  <a:lnTo>
                    <a:pt x="3753792" y="1360656"/>
                  </a:lnTo>
                  <a:lnTo>
                    <a:pt x="3753901" y="1360656"/>
                  </a:lnTo>
                  <a:lnTo>
                    <a:pt x="3754009" y="1360656"/>
                  </a:lnTo>
                  <a:lnTo>
                    <a:pt x="3754009" y="1360033"/>
                  </a:lnTo>
                  <a:lnTo>
                    <a:pt x="3754118" y="1360033"/>
                  </a:lnTo>
                  <a:lnTo>
                    <a:pt x="3754226" y="1360033"/>
                  </a:lnTo>
                  <a:lnTo>
                    <a:pt x="3754335" y="1360033"/>
                  </a:lnTo>
                  <a:lnTo>
                    <a:pt x="3754443" y="1360033"/>
                  </a:lnTo>
                  <a:lnTo>
                    <a:pt x="3754552" y="1360033"/>
                  </a:lnTo>
                  <a:lnTo>
                    <a:pt x="3754660" y="1360033"/>
                  </a:lnTo>
                  <a:lnTo>
                    <a:pt x="3754768" y="1360033"/>
                  </a:lnTo>
                  <a:lnTo>
                    <a:pt x="3754768" y="1359409"/>
                  </a:lnTo>
                  <a:lnTo>
                    <a:pt x="3754877" y="1359409"/>
                  </a:lnTo>
                  <a:lnTo>
                    <a:pt x="3754985" y="1359409"/>
                  </a:lnTo>
                  <a:lnTo>
                    <a:pt x="3755094" y="1359409"/>
                  </a:lnTo>
                  <a:lnTo>
                    <a:pt x="3755202" y="1359409"/>
                  </a:lnTo>
                  <a:lnTo>
                    <a:pt x="3755311" y="1359409"/>
                  </a:lnTo>
                  <a:lnTo>
                    <a:pt x="3755419" y="1359409"/>
                  </a:lnTo>
                  <a:lnTo>
                    <a:pt x="3755528" y="1359409"/>
                  </a:lnTo>
                  <a:lnTo>
                    <a:pt x="3755636" y="1359409"/>
                  </a:lnTo>
                  <a:lnTo>
                    <a:pt x="3755636" y="1358785"/>
                  </a:lnTo>
                  <a:lnTo>
                    <a:pt x="3755744" y="1358785"/>
                  </a:lnTo>
                  <a:lnTo>
                    <a:pt x="3755853" y="1358785"/>
                  </a:lnTo>
                  <a:lnTo>
                    <a:pt x="3755961" y="1358785"/>
                  </a:lnTo>
                  <a:lnTo>
                    <a:pt x="3756070" y="1358785"/>
                  </a:lnTo>
                  <a:lnTo>
                    <a:pt x="3756178" y="1358785"/>
                  </a:lnTo>
                  <a:lnTo>
                    <a:pt x="3756178" y="1358162"/>
                  </a:lnTo>
                  <a:lnTo>
                    <a:pt x="3756287" y="1358162"/>
                  </a:lnTo>
                  <a:lnTo>
                    <a:pt x="3756395" y="1358162"/>
                  </a:lnTo>
                  <a:lnTo>
                    <a:pt x="3756395" y="1357538"/>
                  </a:lnTo>
                  <a:lnTo>
                    <a:pt x="3756504" y="1357538"/>
                  </a:lnTo>
                  <a:lnTo>
                    <a:pt x="3756612" y="1357538"/>
                  </a:lnTo>
                  <a:lnTo>
                    <a:pt x="3756720" y="1357538"/>
                  </a:lnTo>
                  <a:lnTo>
                    <a:pt x="3756720" y="1356915"/>
                  </a:lnTo>
                  <a:lnTo>
                    <a:pt x="3756829" y="1356915"/>
                  </a:lnTo>
                  <a:lnTo>
                    <a:pt x="3756937" y="1356915"/>
                  </a:lnTo>
                  <a:lnTo>
                    <a:pt x="3757046" y="1356915"/>
                  </a:lnTo>
                  <a:lnTo>
                    <a:pt x="3757046" y="1356291"/>
                  </a:lnTo>
                  <a:lnTo>
                    <a:pt x="3757154" y="1356291"/>
                  </a:lnTo>
                  <a:lnTo>
                    <a:pt x="3757263" y="1356291"/>
                  </a:lnTo>
                  <a:lnTo>
                    <a:pt x="3757371" y="1356291"/>
                  </a:lnTo>
                  <a:lnTo>
                    <a:pt x="3757480" y="1356291"/>
                  </a:lnTo>
                  <a:lnTo>
                    <a:pt x="3757588" y="1356291"/>
                  </a:lnTo>
                  <a:lnTo>
                    <a:pt x="3757697" y="1356291"/>
                  </a:lnTo>
                  <a:lnTo>
                    <a:pt x="3757805" y="1356291"/>
                  </a:lnTo>
                  <a:lnTo>
                    <a:pt x="3757913" y="1356291"/>
                  </a:lnTo>
                  <a:lnTo>
                    <a:pt x="3758022" y="1356291"/>
                  </a:lnTo>
                  <a:lnTo>
                    <a:pt x="3758130" y="1356291"/>
                  </a:lnTo>
                  <a:lnTo>
                    <a:pt x="3758239" y="1356291"/>
                  </a:lnTo>
                  <a:lnTo>
                    <a:pt x="3758347" y="1356291"/>
                  </a:lnTo>
                  <a:lnTo>
                    <a:pt x="3758347" y="1355667"/>
                  </a:lnTo>
                  <a:lnTo>
                    <a:pt x="3758456" y="1355667"/>
                  </a:lnTo>
                  <a:lnTo>
                    <a:pt x="3758564" y="1355667"/>
                  </a:lnTo>
                  <a:lnTo>
                    <a:pt x="3758673" y="1355667"/>
                  </a:lnTo>
                  <a:lnTo>
                    <a:pt x="3758781" y="1355667"/>
                  </a:lnTo>
                  <a:lnTo>
                    <a:pt x="3758889" y="1355667"/>
                  </a:lnTo>
                  <a:lnTo>
                    <a:pt x="3758998" y="1355667"/>
                  </a:lnTo>
                  <a:lnTo>
                    <a:pt x="3759106" y="1355667"/>
                  </a:lnTo>
                  <a:lnTo>
                    <a:pt x="3759215" y="1355667"/>
                  </a:lnTo>
                  <a:lnTo>
                    <a:pt x="3759323" y="1355667"/>
                  </a:lnTo>
                  <a:lnTo>
                    <a:pt x="3759432" y="1355667"/>
                  </a:lnTo>
                  <a:lnTo>
                    <a:pt x="3759540" y="1355667"/>
                  </a:lnTo>
                  <a:lnTo>
                    <a:pt x="3759649" y="1355667"/>
                  </a:lnTo>
                  <a:lnTo>
                    <a:pt x="3759757" y="1355667"/>
                  </a:lnTo>
                  <a:lnTo>
                    <a:pt x="3759865" y="1355667"/>
                  </a:lnTo>
                  <a:lnTo>
                    <a:pt x="3759974" y="1355667"/>
                  </a:lnTo>
                  <a:lnTo>
                    <a:pt x="3760082" y="1355667"/>
                  </a:lnTo>
                  <a:lnTo>
                    <a:pt x="3760191" y="1355667"/>
                  </a:lnTo>
                  <a:lnTo>
                    <a:pt x="3760299" y="1355667"/>
                  </a:lnTo>
                  <a:lnTo>
                    <a:pt x="3760408" y="1355667"/>
                  </a:lnTo>
                  <a:lnTo>
                    <a:pt x="3760408" y="1355044"/>
                  </a:lnTo>
                  <a:lnTo>
                    <a:pt x="3760516" y="1355044"/>
                  </a:lnTo>
                  <a:lnTo>
                    <a:pt x="3760625" y="1355044"/>
                  </a:lnTo>
                  <a:lnTo>
                    <a:pt x="3760733" y="1355044"/>
                  </a:lnTo>
                  <a:lnTo>
                    <a:pt x="3760841" y="1355044"/>
                  </a:lnTo>
                  <a:lnTo>
                    <a:pt x="3760841" y="1354420"/>
                  </a:lnTo>
                  <a:lnTo>
                    <a:pt x="3760950" y="1354420"/>
                  </a:lnTo>
                  <a:lnTo>
                    <a:pt x="3761058" y="1354420"/>
                  </a:lnTo>
                  <a:lnTo>
                    <a:pt x="3761167" y="1354420"/>
                  </a:lnTo>
                  <a:lnTo>
                    <a:pt x="3761167" y="1353797"/>
                  </a:lnTo>
                  <a:lnTo>
                    <a:pt x="3761275" y="1353797"/>
                  </a:lnTo>
                  <a:lnTo>
                    <a:pt x="3761384" y="1353797"/>
                  </a:lnTo>
                  <a:lnTo>
                    <a:pt x="3761492" y="1353797"/>
                  </a:lnTo>
                  <a:lnTo>
                    <a:pt x="3761601" y="1353797"/>
                  </a:lnTo>
                  <a:lnTo>
                    <a:pt x="3761709" y="1353797"/>
                  </a:lnTo>
                  <a:lnTo>
                    <a:pt x="3761818" y="1353797"/>
                  </a:lnTo>
                  <a:lnTo>
                    <a:pt x="3761926" y="1353797"/>
                  </a:lnTo>
                  <a:lnTo>
                    <a:pt x="3762034" y="1353797"/>
                  </a:lnTo>
                  <a:lnTo>
                    <a:pt x="3762143" y="1353797"/>
                  </a:lnTo>
                  <a:lnTo>
                    <a:pt x="3762251" y="1353797"/>
                  </a:lnTo>
                  <a:lnTo>
                    <a:pt x="3762360" y="1353797"/>
                  </a:lnTo>
                  <a:lnTo>
                    <a:pt x="3762468" y="1353797"/>
                  </a:lnTo>
                  <a:lnTo>
                    <a:pt x="3762577" y="1353797"/>
                  </a:lnTo>
                  <a:lnTo>
                    <a:pt x="3762685" y="1353797"/>
                  </a:lnTo>
                  <a:lnTo>
                    <a:pt x="3762794" y="1353797"/>
                  </a:lnTo>
                  <a:lnTo>
                    <a:pt x="3762902" y="1353797"/>
                  </a:lnTo>
                  <a:lnTo>
                    <a:pt x="3763010" y="1353797"/>
                  </a:lnTo>
                  <a:lnTo>
                    <a:pt x="3763119" y="1353797"/>
                  </a:lnTo>
                  <a:lnTo>
                    <a:pt x="3763227" y="1353797"/>
                  </a:lnTo>
                  <a:lnTo>
                    <a:pt x="3763336" y="1353797"/>
                  </a:lnTo>
                  <a:lnTo>
                    <a:pt x="3763444" y="1353797"/>
                  </a:lnTo>
                  <a:lnTo>
                    <a:pt x="3763553" y="1353797"/>
                  </a:lnTo>
                  <a:lnTo>
                    <a:pt x="3763661" y="1353797"/>
                  </a:lnTo>
                  <a:lnTo>
                    <a:pt x="3763770" y="1353797"/>
                  </a:lnTo>
                  <a:lnTo>
                    <a:pt x="3763878" y="1353797"/>
                  </a:lnTo>
                  <a:lnTo>
                    <a:pt x="3763986" y="1353797"/>
                  </a:lnTo>
                  <a:lnTo>
                    <a:pt x="3764095" y="1353797"/>
                  </a:lnTo>
                  <a:lnTo>
                    <a:pt x="3764203" y="1353797"/>
                  </a:lnTo>
                  <a:lnTo>
                    <a:pt x="3764312" y="1353797"/>
                  </a:lnTo>
                  <a:lnTo>
                    <a:pt x="3764420" y="1353797"/>
                  </a:lnTo>
                  <a:lnTo>
                    <a:pt x="3764529" y="1353797"/>
                  </a:lnTo>
                  <a:lnTo>
                    <a:pt x="3764637" y="1353797"/>
                  </a:lnTo>
                  <a:lnTo>
                    <a:pt x="3764746" y="1353797"/>
                  </a:lnTo>
                  <a:lnTo>
                    <a:pt x="3764854" y="1353797"/>
                  </a:lnTo>
                  <a:lnTo>
                    <a:pt x="3764962" y="1353797"/>
                  </a:lnTo>
                  <a:lnTo>
                    <a:pt x="3765071" y="1353797"/>
                  </a:lnTo>
                  <a:lnTo>
                    <a:pt x="3765071" y="1353173"/>
                  </a:lnTo>
                  <a:lnTo>
                    <a:pt x="3765179" y="1353173"/>
                  </a:lnTo>
                  <a:lnTo>
                    <a:pt x="3765288" y="1353173"/>
                  </a:lnTo>
                  <a:lnTo>
                    <a:pt x="3765396" y="1353173"/>
                  </a:lnTo>
                  <a:lnTo>
                    <a:pt x="3765505" y="1353173"/>
                  </a:lnTo>
                  <a:lnTo>
                    <a:pt x="3765613" y="1353173"/>
                  </a:lnTo>
                  <a:lnTo>
                    <a:pt x="3765613" y="1352550"/>
                  </a:lnTo>
                  <a:lnTo>
                    <a:pt x="3765722" y="1352550"/>
                  </a:lnTo>
                  <a:lnTo>
                    <a:pt x="3765830" y="1352550"/>
                  </a:lnTo>
                  <a:lnTo>
                    <a:pt x="3765830" y="1351926"/>
                  </a:lnTo>
                  <a:lnTo>
                    <a:pt x="3765830" y="1351302"/>
                  </a:lnTo>
                  <a:lnTo>
                    <a:pt x="3765830" y="1350679"/>
                  </a:lnTo>
                  <a:lnTo>
                    <a:pt x="3765830" y="1350055"/>
                  </a:lnTo>
                  <a:lnTo>
                    <a:pt x="3765938" y="1350055"/>
                  </a:lnTo>
                  <a:lnTo>
                    <a:pt x="3766047" y="1350055"/>
                  </a:lnTo>
                  <a:lnTo>
                    <a:pt x="3766155" y="1350055"/>
                  </a:lnTo>
                  <a:lnTo>
                    <a:pt x="3766264" y="1350055"/>
                  </a:lnTo>
                  <a:lnTo>
                    <a:pt x="3766372" y="1350055"/>
                  </a:lnTo>
                  <a:lnTo>
                    <a:pt x="3766481" y="1350055"/>
                  </a:lnTo>
                  <a:lnTo>
                    <a:pt x="3766481" y="1349432"/>
                  </a:lnTo>
                  <a:lnTo>
                    <a:pt x="3766589" y="1349432"/>
                  </a:lnTo>
                  <a:lnTo>
                    <a:pt x="3766698" y="1349432"/>
                  </a:lnTo>
                  <a:lnTo>
                    <a:pt x="3766806" y="1349432"/>
                  </a:lnTo>
                  <a:lnTo>
                    <a:pt x="3766915" y="1349432"/>
                  </a:lnTo>
                  <a:lnTo>
                    <a:pt x="3767023" y="1349432"/>
                  </a:lnTo>
                  <a:lnTo>
                    <a:pt x="3767131" y="1349432"/>
                  </a:lnTo>
                  <a:lnTo>
                    <a:pt x="3767240" y="1349432"/>
                  </a:lnTo>
                  <a:lnTo>
                    <a:pt x="3767348" y="1349432"/>
                  </a:lnTo>
                  <a:lnTo>
                    <a:pt x="3767457" y="1349432"/>
                  </a:lnTo>
                  <a:lnTo>
                    <a:pt x="3767565" y="1349432"/>
                  </a:lnTo>
                  <a:lnTo>
                    <a:pt x="3767674" y="1349432"/>
                  </a:lnTo>
                  <a:lnTo>
                    <a:pt x="3767782" y="1349432"/>
                  </a:lnTo>
                  <a:lnTo>
                    <a:pt x="3767891" y="1349432"/>
                  </a:lnTo>
                  <a:lnTo>
                    <a:pt x="3767999" y="1349432"/>
                  </a:lnTo>
                  <a:lnTo>
                    <a:pt x="3768107" y="1349432"/>
                  </a:lnTo>
                  <a:lnTo>
                    <a:pt x="3768216" y="1349432"/>
                  </a:lnTo>
                  <a:lnTo>
                    <a:pt x="3768324" y="1349432"/>
                  </a:lnTo>
                  <a:lnTo>
                    <a:pt x="3768433" y="1349432"/>
                  </a:lnTo>
                  <a:lnTo>
                    <a:pt x="3768541" y="1349432"/>
                  </a:lnTo>
                  <a:lnTo>
                    <a:pt x="3768650" y="1349432"/>
                  </a:lnTo>
                  <a:lnTo>
                    <a:pt x="3768758" y="1349432"/>
                  </a:lnTo>
                  <a:lnTo>
                    <a:pt x="3768867" y="1349432"/>
                  </a:lnTo>
                  <a:lnTo>
                    <a:pt x="3768975" y="1349432"/>
                  </a:lnTo>
                  <a:lnTo>
                    <a:pt x="3769083" y="1349432"/>
                  </a:lnTo>
                  <a:lnTo>
                    <a:pt x="3769192" y="1349432"/>
                  </a:lnTo>
                  <a:lnTo>
                    <a:pt x="3769300" y="1349432"/>
                  </a:lnTo>
                  <a:lnTo>
                    <a:pt x="3769409" y="1349432"/>
                  </a:lnTo>
                  <a:lnTo>
                    <a:pt x="3769409" y="1348808"/>
                  </a:lnTo>
                  <a:lnTo>
                    <a:pt x="3769517" y="1348808"/>
                  </a:lnTo>
                  <a:lnTo>
                    <a:pt x="3769626" y="1348808"/>
                  </a:lnTo>
                  <a:lnTo>
                    <a:pt x="3769734" y="1348808"/>
                  </a:lnTo>
                  <a:lnTo>
                    <a:pt x="3769843" y="1348808"/>
                  </a:lnTo>
                  <a:lnTo>
                    <a:pt x="3769951" y="1348808"/>
                  </a:lnTo>
                  <a:lnTo>
                    <a:pt x="3770059" y="1348808"/>
                  </a:lnTo>
                  <a:lnTo>
                    <a:pt x="3770168" y="1348808"/>
                  </a:lnTo>
                  <a:lnTo>
                    <a:pt x="3770168" y="1348184"/>
                  </a:lnTo>
                  <a:lnTo>
                    <a:pt x="3770168" y="1347561"/>
                  </a:lnTo>
                  <a:lnTo>
                    <a:pt x="3770276" y="1347561"/>
                  </a:lnTo>
                  <a:lnTo>
                    <a:pt x="3770385" y="1347561"/>
                  </a:lnTo>
                  <a:lnTo>
                    <a:pt x="3770493" y="1347561"/>
                  </a:lnTo>
                  <a:lnTo>
                    <a:pt x="3770602" y="1347561"/>
                  </a:lnTo>
                  <a:lnTo>
                    <a:pt x="3770710" y="1347561"/>
                  </a:lnTo>
                  <a:lnTo>
                    <a:pt x="3770819" y="1347561"/>
                  </a:lnTo>
                  <a:lnTo>
                    <a:pt x="3770927" y="1347561"/>
                  </a:lnTo>
                  <a:lnTo>
                    <a:pt x="3771036" y="1347561"/>
                  </a:lnTo>
                  <a:lnTo>
                    <a:pt x="3771144" y="1347561"/>
                  </a:lnTo>
                  <a:lnTo>
                    <a:pt x="3771144" y="1346937"/>
                  </a:lnTo>
                  <a:lnTo>
                    <a:pt x="3771252" y="1346937"/>
                  </a:lnTo>
                  <a:lnTo>
                    <a:pt x="3771361" y="1346937"/>
                  </a:lnTo>
                  <a:lnTo>
                    <a:pt x="3771469" y="1346937"/>
                  </a:lnTo>
                  <a:lnTo>
                    <a:pt x="3771578" y="1346937"/>
                  </a:lnTo>
                  <a:lnTo>
                    <a:pt x="3771686" y="1346937"/>
                  </a:lnTo>
                  <a:lnTo>
                    <a:pt x="3771795" y="1346937"/>
                  </a:lnTo>
                  <a:lnTo>
                    <a:pt x="3771903" y="1346937"/>
                  </a:lnTo>
                  <a:lnTo>
                    <a:pt x="3772012" y="1346937"/>
                  </a:lnTo>
                  <a:lnTo>
                    <a:pt x="3772120" y="1346937"/>
                  </a:lnTo>
                  <a:lnTo>
                    <a:pt x="3772120" y="1346314"/>
                  </a:lnTo>
                  <a:lnTo>
                    <a:pt x="3772228" y="1346314"/>
                  </a:lnTo>
                  <a:lnTo>
                    <a:pt x="3772337" y="1346314"/>
                  </a:lnTo>
                  <a:lnTo>
                    <a:pt x="3772445" y="1346314"/>
                  </a:lnTo>
                  <a:lnTo>
                    <a:pt x="3772554" y="1346314"/>
                  </a:lnTo>
                  <a:lnTo>
                    <a:pt x="3772662" y="1346314"/>
                  </a:lnTo>
                  <a:lnTo>
                    <a:pt x="3772771" y="1346314"/>
                  </a:lnTo>
                  <a:lnTo>
                    <a:pt x="3772879" y="1346314"/>
                  </a:lnTo>
                  <a:lnTo>
                    <a:pt x="3772988" y="1346314"/>
                  </a:lnTo>
                  <a:lnTo>
                    <a:pt x="3773096" y="1346314"/>
                  </a:lnTo>
                  <a:lnTo>
                    <a:pt x="3773204" y="1346314"/>
                  </a:lnTo>
                  <a:lnTo>
                    <a:pt x="3773313" y="1346314"/>
                  </a:lnTo>
                  <a:lnTo>
                    <a:pt x="3773421" y="1346314"/>
                  </a:lnTo>
                  <a:lnTo>
                    <a:pt x="3773530" y="1346314"/>
                  </a:lnTo>
                  <a:lnTo>
                    <a:pt x="3773638" y="1346314"/>
                  </a:lnTo>
                  <a:lnTo>
                    <a:pt x="3773638" y="1345690"/>
                  </a:lnTo>
                  <a:lnTo>
                    <a:pt x="3773747" y="1345690"/>
                  </a:lnTo>
                  <a:lnTo>
                    <a:pt x="3773747" y="1345067"/>
                  </a:lnTo>
                  <a:lnTo>
                    <a:pt x="3773855" y="1345067"/>
                  </a:lnTo>
                  <a:lnTo>
                    <a:pt x="3773855" y="1344443"/>
                  </a:lnTo>
                  <a:lnTo>
                    <a:pt x="3773964" y="1344443"/>
                  </a:lnTo>
                  <a:lnTo>
                    <a:pt x="3774072" y="1344443"/>
                  </a:lnTo>
                  <a:lnTo>
                    <a:pt x="3774072" y="1343819"/>
                  </a:lnTo>
                  <a:lnTo>
                    <a:pt x="3774180" y="1343819"/>
                  </a:lnTo>
                  <a:lnTo>
                    <a:pt x="3774289" y="1343819"/>
                  </a:lnTo>
                  <a:lnTo>
                    <a:pt x="3774397" y="1343819"/>
                  </a:lnTo>
                  <a:lnTo>
                    <a:pt x="3774506" y="1343819"/>
                  </a:lnTo>
                  <a:lnTo>
                    <a:pt x="3774614" y="1343819"/>
                  </a:lnTo>
                  <a:lnTo>
                    <a:pt x="3774723" y="1343819"/>
                  </a:lnTo>
                  <a:lnTo>
                    <a:pt x="3774831" y="1343819"/>
                  </a:lnTo>
                  <a:lnTo>
                    <a:pt x="3774940" y="1343819"/>
                  </a:lnTo>
                  <a:lnTo>
                    <a:pt x="3774940" y="1343196"/>
                  </a:lnTo>
                  <a:lnTo>
                    <a:pt x="3775048" y="1343196"/>
                  </a:lnTo>
                  <a:lnTo>
                    <a:pt x="3775157" y="1343196"/>
                  </a:lnTo>
                  <a:lnTo>
                    <a:pt x="3775265" y="1343196"/>
                  </a:lnTo>
                  <a:lnTo>
                    <a:pt x="3775373" y="1343196"/>
                  </a:lnTo>
                  <a:lnTo>
                    <a:pt x="3775482" y="1343196"/>
                  </a:lnTo>
                  <a:lnTo>
                    <a:pt x="3775590" y="1343196"/>
                  </a:lnTo>
                  <a:lnTo>
                    <a:pt x="3775699" y="1343196"/>
                  </a:lnTo>
                  <a:lnTo>
                    <a:pt x="3775807" y="1343196"/>
                  </a:lnTo>
                  <a:lnTo>
                    <a:pt x="3775916" y="1343196"/>
                  </a:lnTo>
                  <a:lnTo>
                    <a:pt x="3776024" y="1343196"/>
                  </a:lnTo>
                  <a:lnTo>
                    <a:pt x="3776133" y="1343196"/>
                  </a:lnTo>
                  <a:lnTo>
                    <a:pt x="3776241" y="1343196"/>
                  </a:lnTo>
                  <a:lnTo>
                    <a:pt x="3776349" y="1343196"/>
                  </a:lnTo>
                  <a:lnTo>
                    <a:pt x="3776349" y="1342572"/>
                  </a:lnTo>
                  <a:lnTo>
                    <a:pt x="3776458" y="1342572"/>
                  </a:lnTo>
                  <a:lnTo>
                    <a:pt x="3776458" y="1341949"/>
                  </a:lnTo>
                  <a:lnTo>
                    <a:pt x="3776566" y="1341949"/>
                  </a:lnTo>
                  <a:lnTo>
                    <a:pt x="3776675" y="1341949"/>
                  </a:lnTo>
                  <a:lnTo>
                    <a:pt x="3776783" y="1341949"/>
                  </a:lnTo>
                  <a:lnTo>
                    <a:pt x="3776892" y="1341949"/>
                  </a:lnTo>
                  <a:lnTo>
                    <a:pt x="3777000" y="1341949"/>
                  </a:lnTo>
                  <a:lnTo>
                    <a:pt x="3777109" y="1341949"/>
                  </a:lnTo>
                  <a:lnTo>
                    <a:pt x="3777217" y="1341949"/>
                  </a:lnTo>
                  <a:lnTo>
                    <a:pt x="3777217" y="1341325"/>
                  </a:lnTo>
                  <a:lnTo>
                    <a:pt x="3777217" y="1340701"/>
                  </a:lnTo>
                  <a:lnTo>
                    <a:pt x="3777325" y="1340701"/>
                  </a:lnTo>
                  <a:lnTo>
                    <a:pt x="3777434" y="1340701"/>
                  </a:lnTo>
                  <a:lnTo>
                    <a:pt x="3777542" y="1340701"/>
                  </a:lnTo>
                  <a:lnTo>
                    <a:pt x="3777651" y="1340701"/>
                  </a:lnTo>
                  <a:lnTo>
                    <a:pt x="3777759" y="1340701"/>
                  </a:lnTo>
                  <a:lnTo>
                    <a:pt x="3777759" y="1340078"/>
                  </a:lnTo>
                  <a:lnTo>
                    <a:pt x="3777868" y="1340078"/>
                  </a:lnTo>
                  <a:lnTo>
                    <a:pt x="3777976" y="1340078"/>
                  </a:lnTo>
                  <a:lnTo>
                    <a:pt x="3778085" y="1340078"/>
                  </a:lnTo>
                  <a:lnTo>
                    <a:pt x="3778193" y="1340078"/>
                  </a:lnTo>
                  <a:lnTo>
                    <a:pt x="3778301" y="1340078"/>
                  </a:lnTo>
                  <a:lnTo>
                    <a:pt x="3778410" y="1340078"/>
                  </a:lnTo>
                  <a:lnTo>
                    <a:pt x="3778518" y="1340078"/>
                  </a:lnTo>
                  <a:lnTo>
                    <a:pt x="3778627" y="1340078"/>
                  </a:lnTo>
                  <a:lnTo>
                    <a:pt x="3778735" y="1340078"/>
                  </a:lnTo>
                  <a:lnTo>
                    <a:pt x="3778844" y="1340078"/>
                  </a:lnTo>
                  <a:lnTo>
                    <a:pt x="3778844" y="1339454"/>
                  </a:lnTo>
                  <a:lnTo>
                    <a:pt x="3778952" y="1339454"/>
                  </a:lnTo>
                  <a:lnTo>
                    <a:pt x="3779061" y="1339454"/>
                  </a:lnTo>
                  <a:lnTo>
                    <a:pt x="3779169" y="1339454"/>
                  </a:lnTo>
                  <a:lnTo>
                    <a:pt x="3779278" y="1339454"/>
                  </a:lnTo>
                  <a:lnTo>
                    <a:pt x="3779386" y="1339454"/>
                  </a:lnTo>
                  <a:lnTo>
                    <a:pt x="3779494" y="1339454"/>
                  </a:lnTo>
                  <a:lnTo>
                    <a:pt x="3779603" y="1339454"/>
                  </a:lnTo>
                  <a:lnTo>
                    <a:pt x="3779711" y="1339454"/>
                  </a:lnTo>
                  <a:lnTo>
                    <a:pt x="3779820" y="1339454"/>
                  </a:lnTo>
                  <a:lnTo>
                    <a:pt x="3779928" y="1339454"/>
                  </a:lnTo>
                  <a:lnTo>
                    <a:pt x="3780037" y="1339454"/>
                  </a:lnTo>
                  <a:lnTo>
                    <a:pt x="3780145" y="1339454"/>
                  </a:lnTo>
                  <a:lnTo>
                    <a:pt x="3780254" y="1339454"/>
                  </a:lnTo>
                  <a:lnTo>
                    <a:pt x="3780362" y="1339454"/>
                  </a:lnTo>
                  <a:lnTo>
                    <a:pt x="3780470" y="1339454"/>
                  </a:lnTo>
                  <a:lnTo>
                    <a:pt x="3780470" y="1338831"/>
                  </a:lnTo>
                  <a:lnTo>
                    <a:pt x="3780579" y="1338831"/>
                  </a:lnTo>
                  <a:lnTo>
                    <a:pt x="3780687" y="1338831"/>
                  </a:lnTo>
                  <a:lnTo>
                    <a:pt x="3780796" y="1338831"/>
                  </a:lnTo>
                  <a:lnTo>
                    <a:pt x="3780796" y="1338207"/>
                  </a:lnTo>
                  <a:lnTo>
                    <a:pt x="3780904" y="1338207"/>
                  </a:lnTo>
                  <a:lnTo>
                    <a:pt x="3781013" y="1338207"/>
                  </a:lnTo>
                  <a:lnTo>
                    <a:pt x="3781121" y="1338207"/>
                  </a:lnTo>
                  <a:lnTo>
                    <a:pt x="3781230" y="1338207"/>
                  </a:lnTo>
                  <a:lnTo>
                    <a:pt x="3781338" y="1338207"/>
                  </a:lnTo>
                  <a:lnTo>
                    <a:pt x="3781338" y="1337584"/>
                  </a:lnTo>
                  <a:lnTo>
                    <a:pt x="3781446" y="1337584"/>
                  </a:lnTo>
                  <a:lnTo>
                    <a:pt x="3781555" y="1337584"/>
                  </a:lnTo>
                  <a:lnTo>
                    <a:pt x="3781663" y="1337584"/>
                  </a:lnTo>
                  <a:lnTo>
                    <a:pt x="3781772" y="1337584"/>
                  </a:lnTo>
                  <a:lnTo>
                    <a:pt x="3781880" y="1337584"/>
                  </a:lnTo>
                  <a:lnTo>
                    <a:pt x="3781989" y="1337584"/>
                  </a:lnTo>
                  <a:lnTo>
                    <a:pt x="3782097" y="1337584"/>
                  </a:lnTo>
                  <a:lnTo>
                    <a:pt x="3782206" y="1337584"/>
                  </a:lnTo>
                  <a:lnTo>
                    <a:pt x="3782314" y="1337584"/>
                  </a:lnTo>
                  <a:lnTo>
                    <a:pt x="3782422" y="1337584"/>
                  </a:lnTo>
                  <a:lnTo>
                    <a:pt x="3782531" y="1337584"/>
                  </a:lnTo>
                  <a:lnTo>
                    <a:pt x="3782639" y="1337584"/>
                  </a:lnTo>
                  <a:lnTo>
                    <a:pt x="3782748" y="1337584"/>
                  </a:lnTo>
                  <a:lnTo>
                    <a:pt x="3782856" y="1337584"/>
                  </a:lnTo>
                  <a:lnTo>
                    <a:pt x="3782965" y="1337584"/>
                  </a:lnTo>
                  <a:lnTo>
                    <a:pt x="3782965" y="1336960"/>
                  </a:lnTo>
                  <a:lnTo>
                    <a:pt x="3783073" y="1336960"/>
                  </a:lnTo>
                  <a:lnTo>
                    <a:pt x="3783182" y="1336960"/>
                  </a:lnTo>
                  <a:lnTo>
                    <a:pt x="3783290" y="1336960"/>
                  </a:lnTo>
                  <a:lnTo>
                    <a:pt x="3783399" y="1336960"/>
                  </a:lnTo>
                  <a:lnTo>
                    <a:pt x="3783507" y="1336960"/>
                  </a:lnTo>
                  <a:lnTo>
                    <a:pt x="3783615" y="1336960"/>
                  </a:lnTo>
                  <a:lnTo>
                    <a:pt x="3783724" y="1336960"/>
                  </a:lnTo>
                  <a:lnTo>
                    <a:pt x="3783832" y="1336960"/>
                  </a:lnTo>
                  <a:lnTo>
                    <a:pt x="3783832" y="1336336"/>
                  </a:lnTo>
                  <a:lnTo>
                    <a:pt x="3783941" y="1336336"/>
                  </a:lnTo>
                  <a:lnTo>
                    <a:pt x="3784049" y="1336336"/>
                  </a:lnTo>
                  <a:lnTo>
                    <a:pt x="3784158" y="1336336"/>
                  </a:lnTo>
                  <a:lnTo>
                    <a:pt x="3784266" y="1336336"/>
                  </a:lnTo>
                  <a:lnTo>
                    <a:pt x="3784375" y="1336336"/>
                  </a:lnTo>
                  <a:lnTo>
                    <a:pt x="3784483" y="1336336"/>
                  </a:lnTo>
                  <a:lnTo>
                    <a:pt x="3784591" y="1336336"/>
                  </a:lnTo>
                  <a:lnTo>
                    <a:pt x="3784700" y="1336336"/>
                  </a:lnTo>
                  <a:lnTo>
                    <a:pt x="3784700" y="1335713"/>
                  </a:lnTo>
                  <a:lnTo>
                    <a:pt x="3784700" y="1335089"/>
                  </a:lnTo>
                  <a:lnTo>
                    <a:pt x="3784808" y="1335089"/>
                  </a:lnTo>
                  <a:lnTo>
                    <a:pt x="3784917" y="1335089"/>
                  </a:lnTo>
                  <a:lnTo>
                    <a:pt x="3785025" y="1335089"/>
                  </a:lnTo>
                  <a:lnTo>
                    <a:pt x="3785134" y="1335089"/>
                  </a:lnTo>
                  <a:lnTo>
                    <a:pt x="3785242" y="1335089"/>
                  </a:lnTo>
                  <a:lnTo>
                    <a:pt x="3785351" y="1335089"/>
                  </a:lnTo>
                  <a:lnTo>
                    <a:pt x="3785351" y="1334466"/>
                  </a:lnTo>
                  <a:lnTo>
                    <a:pt x="3785459" y="1334466"/>
                  </a:lnTo>
                  <a:lnTo>
                    <a:pt x="3785567" y="1334466"/>
                  </a:lnTo>
                  <a:lnTo>
                    <a:pt x="3785676" y="1334466"/>
                  </a:lnTo>
                  <a:lnTo>
                    <a:pt x="3785784" y="1334466"/>
                  </a:lnTo>
                  <a:lnTo>
                    <a:pt x="3785893" y="1334466"/>
                  </a:lnTo>
                  <a:lnTo>
                    <a:pt x="3786001" y="1334466"/>
                  </a:lnTo>
                  <a:lnTo>
                    <a:pt x="3786110" y="1334466"/>
                  </a:lnTo>
                  <a:lnTo>
                    <a:pt x="3786218" y="1334466"/>
                  </a:lnTo>
                  <a:lnTo>
                    <a:pt x="3786327" y="1334466"/>
                  </a:lnTo>
                  <a:lnTo>
                    <a:pt x="3786435" y="1334466"/>
                  </a:lnTo>
                  <a:lnTo>
                    <a:pt x="3786543" y="1334466"/>
                  </a:lnTo>
                  <a:lnTo>
                    <a:pt x="3786652" y="1334466"/>
                  </a:lnTo>
                  <a:lnTo>
                    <a:pt x="3786760" y="1334466"/>
                  </a:lnTo>
                  <a:lnTo>
                    <a:pt x="3786869" y="1334466"/>
                  </a:lnTo>
                  <a:lnTo>
                    <a:pt x="3786977" y="1334466"/>
                  </a:lnTo>
                  <a:lnTo>
                    <a:pt x="3787086" y="1334466"/>
                  </a:lnTo>
                  <a:lnTo>
                    <a:pt x="3787194" y="1334466"/>
                  </a:lnTo>
                  <a:lnTo>
                    <a:pt x="3787303" y="1334466"/>
                  </a:lnTo>
                  <a:lnTo>
                    <a:pt x="3787411" y="1334466"/>
                  </a:lnTo>
                  <a:lnTo>
                    <a:pt x="3787519" y="1334466"/>
                  </a:lnTo>
                  <a:lnTo>
                    <a:pt x="3787628" y="1334466"/>
                  </a:lnTo>
                  <a:lnTo>
                    <a:pt x="3787736" y="1334466"/>
                  </a:lnTo>
                  <a:lnTo>
                    <a:pt x="3787845" y="1334466"/>
                  </a:lnTo>
                  <a:lnTo>
                    <a:pt x="3787953" y="1334466"/>
                  </a:lnTo>
                  <a:lnTo>
                    <a:pt x="3788062" y="1334466"/>
                  </a:lnTo>
                  <a:lnTo>
                    <a:pt x="3788170" y="1334466"/>
                  </a:lnTo>
                  <a:lnTo>
                    <a:pt x="3788279" y="1334466"/>
                  </a:lnTo>
                  <a:lnTo>
                    <a:pt x="3788387" y="1334466"/>
                  </a:lnTo>
                  <a:lnTo>
                    <a:pt x="3788496" y="1334466"/>
                  </a:lnTo>
                  <a:lnTo>
                    <a:pt x="3788604" y="1334466"/>
                  </a:lnTo>
                  <a:lnTo>
                    <a:pt x="3788712" y="1334466"/>
                  </a:lnTo>
                  <a:lnTo>
                    <a:pt x="3788821" y="1334466"/>
                  </a:lnTo>
                  <a:lnTo>
                    <a:pt x="3788929" y="1334466"/>
                  </a:lnTo>
                  <a:lnTo>
                    <a:pt x="3789038" y="1334466"/>
                  </a:lnTo>
                  <a:lnTo>
                    <a:pt x="3789146" y="1334466"/>
                  </a:lnTo>
                  <a:lnTo>
                    <a:pt x="3789255" y="1334466"/>
                  </a:lnTo>
                  <a:lnTo>
                    <a:pt x="3789363" y="1334466"/>
                  </a:lnTo>
                  <a:lnTo>
                    <a:pt x="3789472" y="1334466"/>
                  </a:lnTo>
                  <a:lnTo>
                    <a:pt x="3789580" y="1334466"/>
                  </a:lnTo>
                  <a:lnTo>
                    <a:pt x="3789688" y="1334466"/>
                  </a:lnTo>
                  <a:lnTo>
                    <a:pt x="3789797" y="1334466"/>
                  </a:lnTo>
                  <a:lnTo>
                    <a:pt x="3789905" y="1334466"/>
                  </a:lnTo>
                  <a:lnTo>
                    <a:pt x="3790014" y="1334466"/>
                  </a:lnTo>
                  <a:lnTo>
                    <a:pt x="3790122" y="1334466"/>
                  </a:lnTo>
                  <a:lnTo>
                    <a:pt x="3790122" y="1333842"/>
                  </a:lnTo>
                  <a:lnTo>
                    <a:pt x="3790231" y="1333842"/>
                  </a:lnTo>
                  <a:lnTo>
                    <a:pt x="3790339" y="1333842"/>
                  </a:lnTo>
                  <a:lnTo>
                    <a:pt x="3790448" y="1333842"/>
                  </a:lnTo>
                  <a:lnTo>
                    <a:pt x="3790556" y="1333842"/>
                  </a:lnTo>
                  <a:lnTo>
                    <a:pt x="3790664" y="1333842"/>
                  </a:lnTo>
                  <a:lnTo>
                    <a:pt x="3790773" y="1333842"/>
                  </a:lnTo>
                  <a:lnTo>
                    <a:pt x="3790881" y="1333842"/>
                  </a:lnTo>
                  <a:lnTo>
                    <a:pt x="3790990" y="1333842"/>
                  </a:lnTo>
                  <a:lnTo>
                    <a:pt x="3791098" y="1333842"/>
                  </a:lnTo>
                  <a:lnTo>
                    <a:pt x="3791207" y="1333842"/>
                  </a:lnTo>
                  <a:lnTo>
                    <a:pt x="3791315" y="1333842"/>
                  </a:lnTo>
                  <a:lnTo>
                    <a:pt x="3791424" y="1333842"/>
                  </a:lnTo>
                  <a:lnTo>
                    <a:pt x="3791532" y="1333842"/>
                  </a:lnTo>
                  <a:lnTo>
                    <a:pt x="3791640" y="1333842"/>
                  </a:lnTo>
                  <a:lnTo>
                    <a:pt x="3791749" y="1333842"/>
                  </a:lnTo>
                  <a:lnTo>
                    <a:pt x="3791857" y="1333842"/>
                  </a:lnTo>
                  <a:lnTo>
                    <a:pt x="3791966" y="1333842"/>
                  </a:lnTo>
                  <a:lnTo>
                    <a:pt x="3792074" y="1333842"/>
                  </a:lnTo>
                  <a:lnTo>
                    <a:pt x="3792183" y="1333842"/>
                  </a:lnTo>
                  <a:lnTo>
                    <a:pt x="3792291" y="1333842"/>
                  </a:lnTo>
                  <a:lnTo>
                    <a:pt x="3792400" y="1333842"/>
                  </a:lnTo>
                  <a:lnTo>
                    <a:pt x="3792508" y="1333842"/>
                  </a:lnTo>
                  <a:lnTo>
                    <a:pt x="3792617" y="1333842"/>
                  </a:lnTo>
                  <a:lnTo>
                    <a:pt x="3792725" y="1333842"/>
                  </a:lnTo>
                  <a:lnTo>
                    <a:pt x="3792833" y="1333842"/>
                  </a:lnTo>
                  <a:lnTo>
                    <a:pt x="3792942" y="1333842"/>
                  </a:lnTo>
                  <a:lnTo>
                    <a:pt x="3793050" y="1333842"/>
                  </a:lnTo>
                  <a:lnTo>
                    <a:pt x="3793159" y="1333842"/>
                  </a:lnTo>
                  <a:lnTo>
                    <a:pt x="3793267" y="1333842"/>
                  </a:lnTo>
                  <a:lnTo>
                    <a:pt x="3793376" y="1333842"/>
                  </a:lnTo>
                  <a:lnTo>
                    <a:pt x="3793484" y="1333842"/>
                  </a:lnTo>
                  <a:lnTo>
                    <a:pt x="3793484" y="1333218"/>
                  </a:lnTo>
                  <a:lnTo>
                    <a:pt x="3793484" y="1332595"/>
                  </a:lnTo>
                  <a:lnTo>
                    <a:pt x="3793593" y="1332595"/>
                  </a:lnTo>
                  <a:lnTo>
                    <a:pt x="3793701" y="1332595"/>
                  </a:lnTo>
                  <a:lnTo>
                    <a:pt x="3793809" y="1332595"/>
                  </a:lnTo>
                  <a:lnTo>
                    <a:pt x="3793918" y="1332595"/>
                  </a:lnTo>
                  <a:lnTo>
                    <a:pt x="3794026" y="1332595"/>
                  </a:lnTo>
                  <a:lnTo>
                    <a:pt x="3794135" y="1332595"/>
                  </a:lnTo>
                  <a:lnTo>
                    <a:pt x="3794243" y="1332595"/>
                  </a:lnTo>
                  <a:lnTo>
                    <a:pt x="3794352" y="1332595"/>
                  </a:lnTo>
                  <a:lnTo>
                    <a:pt x="3794460" y="1332595"/>
                  </a:lnTo>
                  <a:lnTo>
                    <a:pt x="3794569" y="1332595"/>
                  </a:lnTo>
                  <a:lnTo>
                    <a:pt x="3794677" y="1332595"/>
                  </a:lnTo>
                  <a:lnTo>
                    <a:pt x="3794785" y="1332595"/>
                  </a:lnTo>
                  <a:lnTo>
                    <a:pt x="3794894" y="1332595"/>
                  </a:lnTo>
                  <a:lnTo>
                    <a:pt x="3795002" y="1332595"/>
                  </a:lnTo>
                  <a:lnTo>
                    <a:pt x="3795111" y="1332595"/>
                  </a:lnTo>
                  <a:lnTo>
                    <a:pt x="3795219" y="1332595"/>
                  </a:lnTo>
                  <a:lnTo>
                    <a:pt x="3795328" y="1332595"/>
                  </a:lnTo>
                  <a:lnTo>
                    <a:pt x="3795436" y="1332595"/>
                  </a:lnTo>
                  <a:lnTo>
                    <a:pt x="3795436" y="1331971"/>
                  </a:lnTo>
                  <a:lnTo>
                    <a:pt x="3795436" y="1331348"/>
                  </a:lnTo>
                  <a:lnTo>
                    <a:pt x="3795545" y="1331348"/>
                  </a:lnTo>
                  <a:lnTo>
                    <a:pt x="3795653" y="1331348"/>
                  </a:lnTo>
                  <a:lnTo>
                    <a:pt x="3795761" y="1331348"/>
                  </a:lnTo>
                  <a:lnTo>
                    <a:pt x="3795870" y="1331348"/>
                  </a:lnTo>
                  <a:lnTo>
                    <a:pt x="3795978" y="1331348"/>
                  </a:lnTo>
                  <a:lnTo>
                    <a:pt x="3796087" y="1331348"/>
                  </a:lnTo>
                  <a:lnTo>
                    <a:pt x="3796195" y="1331348"/>
                  </a:lnTo>
                  <a:lnTo>
                    <a:pt x="3796304" y="1331348"/>
                  </a:lnTo>
                  <a:lnTo>
                    <a:pt x="3796412" y="1331348"/>
                  </a:lnTo>
                  <a:lnTo>
                    <a:pt x="3796521" y="1331348"/>
                  </a:lnTo>
                  <a:lnTo>
                    <a:pt x="3796629" y="1331348"/>
                  </a:lnTo>
                  <a:lnTo>
                    <a:pt x="3796738" y="1331348"/>
                  </a:lnTo>
                  <a:lnTo>
                    <a:pt x="3796738" y="1330724"/>
                  </a:lnTo>
                  <a:lnTo>
                    <a:pt x="3796846" y="1330724"/>
                  </a:lnTo>
                  <a:lnTo>
                    <a:pt x="3796954" y="1330724"/>
                  </a:lnTo>
                  <a:lnTo>
                    <a:pt x="3797063" y="1330724"/>
                  </a:lnTo>
                  <a:lnTo>
                    <a:pt x="3797171" y="1330724"/>
                  </a:lnTo>
                  <a:lnTo>
                    <a:pt x="3797280" y="1330724"/>
                  </a:lnTo>
                  <a:lnTo>
                    <a:pt x="3797388" y="1330724"/>
                  </a:lnTo>
                  <a:lnTo>
                    <a:pt x="3797497" y="1330724"/>
                  </a:lnTo>
                  <a:lnTo>
                    <a:pt x="3797605" y="1330724"/>
                  </a:lnTo>
                  <a:lnTo>
                    <a:pt x="3797714" y="1330724"/>
                  </a:lnTo>
                  <a:lnTo>
                    <a:pt x="3797822" y="1330724"/>
                  </a:lnTo>
                  <a:lnTo>
                    <a:pt x="3797930" y="1330724"/>
                  </a:lnTo>
                  <a:lnTo>
                    <a:pt x="3798039" y="1330724"/>
                  </a:lnTo>
                  <a:lnTo>
                    <a:pt x="3798147" y="1330724"/>
                  </a:lnTo>
                  <a:lnTo>
                    <a:pt x="3798256" y="1330724"/>
                  </a:lnTo>
                  <a:lnTo>
                    <a:pt x="3798364" y="1330724"/>
                  </a:lnTo>
                  <a:lnTo>
                    <a:pt x="3798473" y="1330724"/>
                  </a:lnTo>
                  <a:lnTo>
                    <a:pt x="3798581" y="1330724"/>
                  </a:lnTo>
                  <a:lnTo>
                    <a:pt x="3798690" y="1330724"/>
                  </a:lnTo>
                  <a:lnTo>
                    <a:pt x="3798798" y="1330724"/>
                  </a:lnTo>
                  <a:lnTo>
                    <a:pt x="3798906" y="1330724"/>
                  </a:lnTo>
                  <a:lnTo>
                    <a:pt x="3799015" y="1330724"/>
                  </a:lnTo>
                  <a:lnTo>
                    <a:pt x="3799123" y="1330724"/>
                  </a:lnTo>
                  <a:lnTo>
                    <a:pt x="3799232" y="1330724"/>
                  </a:lnTo>
                  <a:lnTo>
                    <a:pt x="3799340" y="1330724"/>
                  </a:lnTo>
                  <a:lnTo>
                    <a:pt x="3799449" y="1330724"/>
                  </a:lnTo>
                  <a:lnTo>
                    <a:pt x="3799557" y="1330724"/>
                  </a:lnTo>
                  <a:lnTo>
                    <a:pt x="3799666" y="1330724"/>
                  </a:lnTo>
                  <a:lnTo>
                    <a:pt x="3799774" y="1330724"/>
                  </a:lnTo>
                  <a:lnTo>
                    <a:pt x="3799882" y="1330724"/>
                  </a:lnTo>
                  <a:lnTo>
                    <a:pt x="3799882" y="1330101"/>
                  </a:lnTo>
                  <a:lnTo>
                    <a:pt x="3799991" y="1330101"/>
                  </a:lnTo>
                  <a:lnTo>
                    <a:pt x="3799991" y="1329477"/>
                  </a:lnTo>
                  <a:lnTo>
                    <a:pt x="3799991" y="1328853"/>
                  </a:lnTo>
                  <a:lnTo>
                    <a:pt x="3800099" y="1328853"/>
                  </a:lnTo>
                  <a:lnTo>
                    <a:pt x="3800208" y="1328853"/>
                  </a:lnTo>
                  <a:lnTo>
                    <a:pt x="3800316" y="1328853"/>
                  </a:lnTo>
                  <a:lnTo>
                    <a:pt x="3800425" y="1328853"/>
                  </a:lnTo>
                  <a:lnTo>
                    <a:pt x="3800533" y="1328853"/>
                  </a:lnTo>
                  <a:lnTo>
                    <a:pt x="3800642" y="1328853"/>
                  </a:lnTo>
                  <a:lnTo>
                    <a:pt x="3800750" y="1328853"/>
                  </a:lnTo>
                  <a:lnTo>
                    <a:pt x="3800859" y="1328853"/>
                  </a:lnTo>
                  <a:lnTo>
                    <a:pt x="3800967" y="1328853"/>
                  </a:lnTo>
                  <a:lnTo>
                    <a:pt x="3801075" y="1328853"/>
                  </a:lnTo>
                  <a:lnTo>
                    <a:pt x="3801184" y="1328853"/>
                  </a:lnTo>
                  <a:lnTo>
                    <a:pt x="3801292" y="1328853"/>
                  </a:lnTo>
                  <a:lnTo>
                    <a:pt x="3801401" y="1328853"/>
                  </a:lnTo>
                  <a:lnTo>
                    <a:pt x="3801509" y="1328853"/>
                  </a:lnTo>
                  <a:lnTo>
                    <a:pt x="3801618" y="1328853"/>
                  </a:lnTo>
                  <a:lnTo>
                    <a:pt x="3801726" y="1328853"/>
                  </a:lnTo>
                  <a:lnTo>
                    <a:pt x="3801835" y="1328853"/>
                  </a:lnTo>
                  <a:lnTo>
                    <a:pt x="3801943" y="1328853"/>
                  </a:lnTo>
                  <a:lnTo>
                    <a:pt x="3801943" y="1328230"/>
                  </a:lnTo>
                  <a:lnTo>
                    <a:pt x="3802051" y="1328230"/>
                  </a:lnTo>
                  <a:lnTo>
                    <a:pt x="3802160" y="1328230"/>
                  </a:lnTo>
                  <a:lnTo>
                    <a:pt x="3802268" y="1328230"/>
                  </a:lnTo>
                  <a:lnTo>
                    <a:pt x="3802377" y="1328230"/>
                  </a:lnTo>
                  <a:lnTo>
                    <a:pt x="3802485" y="1328230"/>
                  </a:lnTo>
                  <a:lnTo>
                    <a:pt x="3802594" y="1328230"/>
                  </a:lnTo>
                  <a:lnTo>
                    <a:pt x="3802702" y="1328230"/>
                  </a:lnTo>
                  <a:lnTo>
                    <a:pt x="3802811" y="1328230"/>
                  </a:lnTo>
                  <a:lnTo>
                    <a:pt x="3802919" y="1328230"/>
                  </a:lnTo>
                  <a:lnTo>
                    <a:pt x="3803027" y="1328230"/>
                  </a:lnTo>
                  <a:lnTo>
                    <a:pt x="3803136" y="1328230"/>
                  </a:lnTo>
                  <a:lnTo>
                    <a:pt x="3803244" y="1328230"/>
                  </a:lnTo>
                  <a:lnTo>
                    <a:pt x="3803353" y="1328230"/>
                  </a:lnTo>
                  <a:lnTo>
                    <a:pt x="3803461" y="1328230"/>
                  </a:lnTo>
                  <a:lnTo>
                    <a:pt x="3803570" y="1328230"/>
                  </a:lnTo>
                  <a:lnTo>
                    <a:pt x="3803678" y="1328230"/>
                  </a:lnTo>
                  <a:lnTo>
                    <a:pt x="3803787" y="1328230"/>
                  </a:lnTo>
                  <a:lnTo>
                    <a:pt x="3803895" y="1328230"/>
                  </a:lnTo>
                  <a:lnTo>
                    <a:pt x="3804003" y="1328230"/>
                  </a:lnTo>
                  <a:lnTo>
                    <a:pt x="3804112" y="1328230"/>
                  </a:lnTo>
                  <a:lnTo>
                    <a:pt x="3804220" y="1328230"/>
                  </a:lnTo>
                  <a:lnTo>
                    <a:pt x="3804329" y="1328230"/>
                  </a:lnTo>
                  <a:lnTo>
                    <a:pt x="3804437" y="1328230"/>
                  </a:lnTo>
                  <a:lnTo>
                    <a:pt x="3804546" y="1328230"/>
                  </a:lnTo>
                  <a:lnTo>
                    <a:pt x="3804546" y="1327606"/>
                  </a:lnTo>
                  <a:lnTo>
                    <a:pt x="3804654" y="1327606"/>
                  </a:lnTo>
                  <a:lnTo>
                    <a:pt x="3804763" y="1327606"/>
                  </a:lnTo>
                  <a:lnTo>
                    <a:pt x="3804871" y="1327606"/>
                  </a:lnTo>
                  <a:lnTo>
                    <a:pt x="3804980" y="1327606"/>
                  </a:lnTo>
                  <a:lnTo>
                    <a:pt x="3804980" y="1326983"/>
                  </a:lnTo>
                  <a:lnTo>
                    <a:pt x="3805088" y="1326983"/>
                  </a:lnTo>
                  <a:lnTo>
                    <a:pt x="3805196" y="1326983"/>
                  </a:lnTo>
                  <a:lnTo>
                    <a:pt x="3805305" y="1326983"/>
                  </a:lnTo>
                  <a:lnTo>
                    <a:pt x="3805413" y="1326983"/>
                  </a:lnTo>
                  <a:lnTo>
                    <a:pt x="3805522" y="1326983"/>
                  </a:lnTo>
                  <a:lnTo>
                    <a:pt x="3805630" y="1326983"/>
                  </a:lnTo>
                  <a:lnTo>
                    <a:pt x="3805739" y="1326983"/>
                  </a:lnTo>
                  <a:lnTo>
                    <a:pt x="3805847" y="1326983"/>
                  </a:lnTo>
                  <a:lnTo>
                    <a:pt x="3805956" y="1326983"/>
                  </a:lnTo>
                  <a:lnTo>
                    <a:pt x="3806064" y="1326983"/>
                  </a:lnTo>
                  <a:lnTo>
                    <a:pt x="3806172" y="1326983"/>
                  </a:lnTo>
                  <a:lnTo>
                    <a:pt x="3806281" y="1326983"/>
                  </a:lnTo>
                  <a:lnTo>
                    <a:pt x="3806389" y="1326983"/>
                  </a:lnTo>
                  <a:lnTo>
                    <a:pt x="3806389" y="1326359"/>
                  </a:lnTo>
                  <a:lnTo>
                    <a:pt x="3806498" y="1326359"/>
                  </a:lnTo>
                  <a:lnTo>
                    <a:pt x="3806606" y="1326359"/>
                  </a:lnTo>
                  <a:lnTo>
                    <a:pt x="3806715" y="1326359"/>
                  </a:lnTo>
                  <a:lnTo>
                    <a:pt x="3806823" y="1326359"/>
                  </a:lnTo>
                  <a:lnTo>
                    <a:pt x="3806932" y="1326359"/>
                  </a:lnTo>
                  <a:lnTo>
                    <a:pt x="3807040" y="1326359"/>
                  </a:lnTo>
                  <a:lnTo>
                    <a:pt x="3807148" y="1326359"/>
                  </a:lnTo>
                  <a:lnTo>
                    <a:pt x="3807257" y="1326359"/>
                  </a:lnTo>
                  <a:lnTo>
                    <a:pt x="3807365" y="1326359"/>
                  </a:lnTo>
                  <a:lnTo>
                    <a:pt x="3807474" y="1326359"/>
                  </a:lnTo>
                  <a:lnTo>
                    <a:pt x="3807582" y="1326359"/>
                  </a:lnTo>
                  <a:lnTo>
                    <a:pt x="3807691" y="1326359"/>
                  </a:lnTo>
                  <a:lnTo>
                    <a:pt x="3807799" y="1326359"/>
                  </a:lnTo>
                  <a:lnTo>
                    <a:pt x="3807908" y="1326359"/>
                  </a:lnTo>
                  <a:lnTo>
                    <a:pt x="3808016" y="1326359"/>
                  </a:lnTo>
                  <a:lnTo>
                    <a:pt x="3808124" y="1326359"/>
                  </a:lnTo>
                  <a:lnTo>
                    <a:pt x="3808233" y="1326359"/>
                  </a:lnTo>
                  <a:lnTo>
                    <a:pt x="3808341" y="1326359"/>
                  </a:lnTo>
                  <a:lnTo>
                    <a:pt x="3808341" y="1325736"/>
                  </a:lnTo>
                  <a:lnTo>
                    <a:pt x="3808450" y="1325736"/>
                  </a:lnTo>
                  <a:lnTo>
                    <a:pt x="3808558" y="1325736"/>
                  </a:lnTo>
                  <a:lnTo>
                    <a:pt x="3808558" y="1325112"/>
                  </a:lnTo>
                  <a:lnTo>
                    <a:pt x="3808667" y="1325112"/>
                  </a:lnTo>
                  <a:lnTo>
                    <a:pt x="3808775" y="1325112"/>
                  </a:lnTo>
                  <a:lnTo>
                    <a:pt x="3808884" y="1325112"/>
                  </a:lnTo>
                  <a:lnTo>
                    <a:pt x="3808992" y="1325112"/>
                  </a:lnTo>
                  <a:lnTo>
                    <a:pt x="3809101" y="1325112"/>
                  </a:lnTo>
                  <a:lnTo>
                    <a:pt x="3809209" y="1325112"/>
                  </a:lnTo>
                  <a:lnTo>
                    <a:pt x="3809317" y="1325112"/>
                  </a:lnTo>
                  <a:lnTo>
                    <a:pt x="3809426" y="1325112"/>
                  </a:lnTo>
                  <a:lnTo>
                    <a:pt x="3809534" y="1325112"/>
                  </a:lnTo>
                  <a:lnTo>
                    <a:pt x="3809643" y="1325112"/>
                  </a:lnTo>
                  <a:lnTo>
                    <a:pt x="3809751" y="1325112"/>
                  </a:lnTo>
                  <a:lnTo>
                    <a:pt x="3809860" y="1325112"/>
                  </a:lnTo>
                  <a:lnTo>
                    <a:pt x="3809860" y="1324488"/>
                  </a:lnTo>
                  <a:lnTo>
                    <a:pt x="3809968" y="1324488"/>
                  </a:lnTo>
                  <a:lnTo>
                    <a:pt x="3810077" y="1324488"/>
                  </a:lnTo>
                  <a:lnTo>
                    <a:pt x="3810185" y="1324488"/>
                  </a:lnTo>
                  <a:lnTo>
                    <a:pt x="3810185" y="1323865"/>
                  </a:lnTo>
                  <a:lnTo>
                    <a:pt x="3810293" y="1323865"/>
                  </a:lnTo>
                  <a:lnTo>
                    <a:pt x="3810402" y="1323865"/>
                  </a:lnTo>
                  <a:lnTo>
                    <a:pt x="3810510" y="1323865"/>
                  </a:lnTo>
                  <a:lnTo>
                    <a:pt x="3810619" y="1323865"/>
                  </a:lnTo>
                  <a:lnTo>
                    <a:pt x="3810727" y="1323865"/>
                  </a:lnTo>
                  <a:lnTo>
                    <a:pt x="3810727" y="1323241"/>
                  </a:lnTo>
                  <a:lnTo>
                    <a:pt x="3810727" y="1322618"/>
                  </a:lnTo>
                  <a:lnTo>
                    <a:pt x="3810836" y="1322618"/>
                  </a:lnTo>
                  <a:lnTo>
                    <a:pt x="3810944" y="1322618"/>
                  </a:lnTo>
                  <a:lnTo>
                    <a:pt x="3811053" y="1322618"/>
                  </a:lnTo>
                  <a:lnTo>
                    <a:pt x="3811161" y="1322618"/>
                  </a:lnTo>
                  <a:lnTo>
                    <a:pt x="3811269" y="1322618"/>
                  </a:lnTo>
                  <a:lnTo>
                    <a:pt x="3811378" y="1322618"/>
                  </a:lnTo>
                  <a:lnTo>
                    <a:pt x="3811486" y="1322618"/>
                  </a:lnTo>
                  <a:lnTo>
                    <a:pt x="3811595" y="1322618"/>
                  </a:lnTo>
                  <a:lnTo>
                    <a:pt x="3811703" y="1322618"/>
                  </a:lnTo>
                  <a:lnTo>
                    <a:pt x="3811812" y="1322618"/>
                  </a:lnTo>
                  <a:lnTo>
                    <a:pt x="3811920" y="1322618"/>
                  </a:lnTo>
                  <a:lnTo>
                    <a:pt x="3812029" y="1322618"/>
                  </a:lnTo>
                  <a:lnTo>
                    <a:pt x="3812137" y="1322618"/>
                  </a:lnTo>
                  <a:lnTo>
                    <a:pt x="3812137" y="1321994"/>
                  </a:lnTo>
                  <a:lnTo>
                    <a:pt x="3812245" y="1321994"/>
                  </a:lnTo>
                  <a:lnTo>
                    <a:pt x="3812354" y="1321994"/>
                  </a:lnTo>
                  <a:lnTo>
                    <a:pt x="3812462" y="1321994"/>
                  </a:lnTo>
                  <a:lnTo>
                    <a:pt x="3812571" y="1321994"/>
                  </a:lnTo>
                  <a:lnTo>
                    <a:pt x="3812679" y="1321994"/>
                  </a:lnTo>
                  <a:lnTo>
                    <a:pt x="3812788" y="1321994"/>
                  </a:lnTo>
                  <a:lnTo>
                    <a:pt x="3812896" y="1321994"/>
                  </a:lnTo>
                  <a:lnTo>
                    <a:pt x="3813005" y="1321994"/>
                  </a:lnTo>
                  <a:lnTo>
                    <a:pt x="3813113" y="1321994"/>
                  </a:lnTo>
                  <a:lnTo>
                    <a:pt x="3813221" y="1321994"/>
                  </a:lnTo>
                  <a:lnTo>
                    <a:pt x="3813221" y="1321370"/>
                  </a:lnTo>
                  <a:lnTo>
                    <a:pt x="3813330" y="1321370"/>
                  </a:lnTo>
                  <a:lnTo>
                    <a:pt x="3813438" y="1321370"/>
                  </a:lnTo>
                  <a:lnTo>
                    <a:pt x="3813547" y="1321370"/>
                  </a:lnTo>
                  <a:lnTo>
                    <a:pt x="3813655" y="1321370"/>
                  </a:lnTo>
                  <a:lnTo>
                    <a:pt x="3813764" y="1321370"/>
                  </a:lnTo>
                  <a:lnTo>
                    <a:pt x="3813764" y="1320747"/>
                  </a:lnTo>
                  <a:lnTo>
                    <a:pt x="3813872" y="1320747"/>
                  </a:lnTo>
                  <a:lnTo>
                    <a:pt x="3813981" y="1320747"/>
                  </a:lnTo>
                  <a:lnTo>
                    <a:pt x="3813981" y="1320123"/>
                  </a:lnTo>
                  <a:lnTo>
                    <a:pt x="3814089" y="1320123"/>
                  </a:lnTo>
                  <a:lnTo>
                    <a:pt x="3814198" y="1320123"/>
                  </a:lnTo>
                  <a:lnTo>
                    <a:pt x="3814306" y="1320123"/>
                  </a:lnTo>
                  <a:lnTo>
                    <a:pt x="3814414" y="1320123"/>
                  </a:lnTo>
                  <a:lnTo>
                    <a:pt x="3814414" y="1319500"/>
                  </a:lnTo>
                  <a:lnTo>
                    <a:pt x="3814523" y="1319500"/>
                  </a:lnTo>
                  <a:lnTo>
                    <a:pt x="3814631" y="1319500"/>
                  </a:lnTo>
                  <a:lnTo>
                    <a:pt x="3814740" y="1319500"/>
                  </a:lnTo>
                  <a:lnTo>
                    <a:pt x="3814848" y="1319500"/>
                  </a:lnTo>
                  <a:lnTo>
                    <a:pt x="3814957" y="1319500"/>
                  </a:lnTo>
                  <a:lnTo>
                    <a:pt x="3815065" y="1319500"/>
                  </a:lnTo>
                  <a:lnTo>
                    <a:pt x="3815174" y="1319500"/>
                  </a:lnTo>
                  <a:lnTo>
                    <a:pt x="3815282" y="1319500"/>
                  </a:lnTo>
                  <a:lnTo>
                    <a:pt x="3815390" y="1319500"/>
                  </a:lnTo>
                  <a:lnTo>
                    <a:pt x="3815499" y="1319500"/>
                  </a:lnTo>
                  <a:lnTo>
                    <a:pt x="3815499" y="1318876"/>
                  </a:lnTo>
                  <a:lnTo>
                    <a:pt x="3815607" y="1318876"/>
                  </a:lnTo>
                  <a:lnTo>
                    <a:pt x="3815716" y="1318876"/>
                  </a:lnTo>
                  <a:lnTo>
                    <a:pt x="3815824" y="1318876"/>
                  </a:lnTo>
                  <a:lnTo>
                    <a:pt x="3815933" y="1318876"/>
                  </a:lnTo>
                  <a:lnTo>
                    <a:pt x="3816041" y="1318876"/>
                  </a:lnTo>
                  <a:lnTo>
                    <a:pt x="3816150" y="1318876"/>
                  </a:lnTo>
                  <a:lnTo>
                    <a:pt x="3816258" y="1318876"/>
                  </a:lnTo>
                  <a:lnTo>
                    <a:pt x="3816366" y="1318876"/>
                  </a:lnTo>
                  <a:lnTo>
                    <a:pt x="3816475" y="1318876"/>
                  </a:lnTo>
                  <a:lnTo>
                    <a:pt x="3816583" y="1318876"/>
                  </a:lnTo>
                  <a:lnTo>
                    <a:pt x="3816692" y="1318876"/>
                  </a:lnTo>
                  <a:lnTo>
                    <a:pt x="3816800" y="1318876"/>
                  </a:lnTo>
                  <a:lnTo>
                    <a:pt x="3816909" y="1318876"/>
                  </a:lnTo>
                  <a:lnTo>
                    <a:pt x="3816909" y="1318253"/>
                  </a:lnTo>
                  <a:lnTo>
                    <a:pt x="3817017" y="1318253"/>
                  </a:lnTo>
                  <a:lnTo>
                    <a:pt x="3817126" y="1318253"/>
                  </a:lnTo>
                  <a:lnTo>
                    <a:pt x="3817234" y="1318253"/>
                  </a:lnTo>
                  <a:lnTo>
                    <a:pt x="3817342" y="1318253"/>
                  </a:lnTo>
                  <a:lnTo>
                    <a:pt x="3817451" y="1318253"/>
                  </a:lnTo>
                  <a:lnTo>
                    <a:pt x="3817559" y="1318253"/>
                  </a:lnTo>
                  <a:lnTo>
                    <a:pt x="3817668" y="1318253"/>
                  </a:lnTo>
                  <a:lnTo>
                    <a:pt x="3817668" y="1317629"/>
                  </a:lnTo>
                  <a:lnTo>
                    <a:pt x="3817776" y="1317629"/>
                  </a:lnTo>
                  <a:lnTo>
                    <a:pt x="3817885" y="1317629"/>
                  </a:lnTo>
                  <a:lnTo>
                    <a:pt x="3817885" y="1317005"/>
                  </a:lnTo>
                  <a:lnTo>
                    <a:pt x="3817885" y="1316382"/>
                  </a:lnTo>
                  <a:lnTo>
                    <a:pt x="3817885" y="1315758"/>
                  </a:lnTo>
                  <a:lnTo>
                    <a:pt x="3817993" y="1315758"/>
                  </a:lnTo>
                  <a:lnTo>
                    <a:pt x="3818102" y="1315758"/>
                  </a:lnTo>
                  <a:lnTo>
                    <a:pt x="3818210" y="1315758"/>
                  </a:lnTo>
                  <a:lnTo>
                    <a:pt x="3818319" y="1315758"/>
                  </a:lnTo>
                  <a:lnTo>
                    <a:pt x="3818427" y="1315758"/>
                  </a:lnTo>
                  <a:lnTo>
                    <a:pt x="3818427" y="1315135"/>
                  </a:lnTo>
                  <a:lnTo>
                    <a:pt x="3818427" y="1314511"/>
                  </a:lnTo>
                  <a:lnTo>
                    <a:pt x="3818535" y="1314511"/>
                  </a:lnTo>
                  <a:lnTo>
                    <a:pt x="3818644" y="1314511"/>
                  </a:lnTo>
                  <a:lnTo>
                    <a:pt x="3818752" y="1314511"/>
                  </a:lnTo>
                  <a:lnTo>
                    <a:pt x="3818861" y="1314511"/>
                  </a:lnTo>
                  <a:lnTo>
                    <a:pt x="3818969" y="1314511"/>
                  </a:lnTo>
                  <a:lnTo>
                    <a:pt x="3819078" y="1314511"/>
                  </a:lnTo>
                  <a:lnTo>
                    <a:pt x="3819186" y="1314511"/>
                  </a:lnTo>
                  <a:lnTo>
                    <a:pt x="3819295" y="1314511"/>
                  </a:lnTo>
                  <a:lnTo>
                    <a:pt x="3819403" y="1314511"/>
                  </a:lnTo>
                  <a:lnTo>
                    <a:pt x="3819511" y="1314511"/>
                  </a:lnTo>
                  <a:lnTo>
                    <a:pt x="3819511" y="1313887"/>
                  </a:lnTo>
                  <a:lnTo>
                    <a:pt x="3819620" y="1313887"/>
                  </a:lnTo>
                  <a:lnTo>
                    <a:pt x="3819620" y="1313264"/>
                  </a:lnTo>
                  <a:lnTo>
                    <a:pt x="3819728" y="1313264"/>
                  </a:lnTo>
                  <a:lnTo>
                    <a:pt x="3819728" y="1312640"/>
                  </a:lnTo>
                  <a:lnTo>
                    <a:pt x="3819837" y="1312640"/>
                  </a:lnTo>
                  <a:lnTo>
                    <a:pt x="3819945" y="1312640"/>
                  </a:lnTo>
                  <a:lnTo>
                    <a:pt x="3819945" y="1312017"/>
                  </a:lnTo>
                  <a:lnTo>
                    <a:pt x="3820054" y="1312017"/>
                  </a:lnTo>
                  <a:lnTo>
                    <a:pt x="3820162" y="1312017"/>
                  </a:lnTo>
                  <a:lnTo>
                    <a:pt x="3820271" y="1312017"/>
                  </a:lnTo>
                  <a:lnTo>
                    <a:pt x="3820271" y="1311393"/>
                  </a:lnTo>
                  <a:lnTo>
                    <a:pt x="3820271" y="1310770"/>
                  </a:lnTo>
                  <a:lnTo>
                    <a:pt x="3820271" y="1310146"/>
                  </a:lnTo>
                  <a:lnTo>
                    <a:pt x="3820379" y="1310146"/>
                  </a:lnTo>
                  <a:lnTo>
                    <a:pt x="3820487" y="1310146"/>
                  </a:lnTo>
                  <a:lnTo>
                    <a:pt x="3820596" y="1310146"/>
                  </a:lnTo>
                  <a:lnTo>
                    <a:pt x="3820704" y="1310146"/>
                  </a:lnTo>
                  <a:lnTo>
                    <a:pt x="3820813" y="1310146"/>
                  </a:lnTo>
                  <a:lnTo>
                    <a:pt x="3820921" y="1310146"/>
                  </a:lnTo>
                  <a:lnTo>
                    <a:pt x="3821030" y="1310146"/>
                  </a:lnTo>
                  <a:lnTo>
                    <a:pt x="3821138" y="1310146"/>
                  </a:lnTo>
                  <a:lnTo>
                    <a:pt x="3821247" y="1310146"/>
                  </a:lnTo>
                  <a:lnTo>
                    <a:pt x="3821355" y="1310146"/>
                  </a:lnTo>
                  <a:lnTo>
                    <a:pt x="3821463" y="1310146"/>
                  </a:lnTo>
                  <a:lnTo>
                    <a:pt x="3821572" y="1310146"/>
                  </a:lnTo>
                  <a:lnTo>
                    <a:pt x="3821680" y="1310146"/>
                  </a:lnTo>
                  <a:lnTo>
                    <a:pt x="3821789" y="1310146"/>
                  </a:lnTo>
                  <a:lnTo>
                    <a:pt x="3821897" y="1310146"/>
                  </a:lnTo>
                  <a:lnTo>
                    <a:pt x="3822006" y="1310146"/>
                  </a:lnTo>
                  <a:lnTo>
                    <a:pt x="3822114" y="1310146"/>
                  </a:lnTo>
                  <a:lnTo>
                    <a:pt x="3822223" y="1310146"/>
                  </a:lnTo>
                  <a:lnTo>
                    <a:pt x="3822331" y="1310146"/>
                  </a:lnTo>
                  <a:lnTo>
                    <a:pt x="3822440" y="1310146"/>
                  </a:lnTo>
                  <a:lnTo>
                    <a:pt x="3822548" y="1310146"/>
                  </a:lnTo>
                  <a:lnTo>
                    <a:pt x="3822656" y="1310146"/>
                  </a:lnTo>
                  <a:lnTo>
                    <a:pt x="3822765" y="1310146"/>
                  </a:lnTo>
                  <a:lnTo>
                    <a:pt x="3822873" y="1310146"/>
                  </a:lnTo>
                  <a:lnTo>
                    <a:pt x="3822982" y="1310146"/>
                  </a:lnTo>
                  <a:lnTo>
                    <a:pt x="3822982" y="1309522"/>
                  </a:lnTo>
                  <a:lnTo>
                    <a:pt x="3822982" y="1308899"/>
                  </a:lnTo>
                  <a:lnTo>
                    <a:pt x="3823090" y="1308899"/>
                  </a:lnTo>
                  <a:lnTo>
                    <a:pt x="3823090" y="1308275"/>
                  </a:lnTo>
                  <a:lnTo>
                    <a:pt x="3823199" y="1308275"/>
                  </a:lnTo>
                  <a:lnTo>
                    <a:pt x="3823307" y="1308275"/>
                  </a:lnTo>
                  <a:lnTo>
                    <a:pt x="3823416" y="1308275"/>
                  </a:lnTo>
                  <a:lnTo>
                    <a:pt x="3823416" y="1307652"/>
                  </a:lnTo>
                  <a:lnTo>
                    <a:pt x="3823524" y="1307652"/>
                  </a:lnTo>
                  <a:lnTo>
                    <a:pt x="3823632" y="1307652"/>
                  </a:lnTo>
                  <a:lnTo>
                    <a:pt x="3823741" y="1307652"/>
                  </a:lnTo>
                  <a:lnTo>
                    <a:pt x="3823849" y="1307652"/>
                  </a:lnTo>
                  <a:lnTo>
                    <a:pt x="3823958" y="1307652"/>
                  </a:lnTo>
                  <a:lnTo>
                    <a:pt x="3824066" y="1307652"/>
                  </a:lnTo>
                  <a:lnTo>
                    <a:pt x="3824175" y="1307652"/>
                  </a:lnTo>
                  <a:lnTo>
                    <a:pt x="3824283" y="1307652"/>
                  </a:lnTo>
                  <a:lnTo>
                    <a:pt x="3824392" y="1307652"/>
                  </a:lnTo>
                  <a:lnTo>
                    <a:pt x="3824500" y="1307652"/>
                  </a:lnTo>
                  <a:lnTo>
                    <a:pt x="3824608" y="1307652"/>
                  </a:lnTo>
                  <a:lnTo>
                    <a:pt x="3824717" y="1307652"/>
                  </a:lnTo>
                  <a:lnTo>
                    <a:pt x="3824717" y="1307028"/>
                  </a:lnTo>
                  <a:lnTo>
                    <a:pt x="3824825" y="1307028"/>
                  </a:lnTo>
                  <a:lnTo>
                    <a:pt x="3824934" y="1307028"/>
                  </a:lnTo>
                  <a:lnTo>
                    <a:pt x="3825042" y="1307028"/>
                  </a:lnTo>
                  <a:lnTo>
                    <a:pt x="3825151" y="1307028"/>
                  </a:lnTo>
                  <a:lnTo>
                    <a:pt x="3825259" y="1307028"/>
                  </a:lnTo>
                  <a:lnTo>
                    <a:pt x="3825368" y="1307028"/>
                  </a:lnTo>
                  <a:lnTo>
                    <a:pt x="3825476" y="1307028"/>
                  </a:lnTo>
                  <a:lnTo>
                    <a:pt x="3825584" y="1307028"/>
                  </a:lnTo>
                  <a:lnTo>
                    <a:pt x="3825693" y="1307028"/>
                  </a:lnTo>
                  <a:lnTo>
                    <a:pt x="3825801" y="1307028"/>
                  </a:lnTo>
                  <a:lnTo>
                    <a:pt x="3825910" y="1307028"/>
                  </a:lnTo>
                  <a:lnTo>
                    <a:pt x="3826018" y="1307028"/>
                  </a:lnTo>
                  <a:lnTo>
                    <a:pt x="3826127" y="1307028"/>
                  </a:lnTo>
                  <a:lnTo>
                    <a:pt x="3826235" y="1307028"/>
                  </a:lnTo>
                  <a:lnTo>
                    <a:pt x="3826344" y="1307028"/>
                  </a:lnTo>
                  <a:lnTo>
                    <a:pt x="3826452" y="1307028"/>
                  </a:lnTo>
                  <a:lnTo>
                    <a:pt x="3826561" y="1307028"/>
                  </a:lnTo>
                  <a:lnTo>
                    <a:pt x="3826669" y="1307028"/>
                  </a:lnTo>
                  <a:lnTo>
                    <a:pt x="3826777" y="1307028"/>
                  </a:lnTo>
                  <a:lnTo>
                    <a:pt x="3826886" y="1307028"/>
                  </a:lnTo>
                  <a:lnTo>
                    <a:pt x="3826994" y="1307028"/>
                  </a:lnTo>
                  <a:lnTo>
                    <a:pt x="3827103" y="1307028"/>
                  </a:lnTo>
                  <a:lnTo>
                    <a:pt x="3827211" y="1307028"/>
                  </a:lnTo>
                  <a:lnTo>
                    <a:pt x="3827211" y="1306404"/>
                  </a:lnTo>
                  <a:lnTo>
                    <a:pt x="3827320" y="1306404"/>
                  </a:lnTo>
                  <a:lnTo>
                    <a:pt x="3827428" y="1306404"/>
                  </a:lnTo>
                  <a:lnTo>
                    <a:pt x="3827428" y="1305781"/>
                  </a:lnTo>
                  <a:lnTo>
                    <a:pt x="3827537" y="1305781"/>
                  </a:lnTo>
                  <a:lnTo>
                    <a:pt x="3827645" y="1305781"/>
                  </a:lnTo>
                  <a:lnTo>
                    <a:pt x="3827753" y="1305781"/>
                  </a:lnTo>
                  <a:lnTo>
                    <a:pt x="3827862" y="1305781"/>
                  </a:lnTo>
                  <a:lnTo>
                    <a:pt x="3827970" y="1305781"/>
                  </a:lnTo>
                  <a:lnTo>
                    <a:pt x="3828079" y="1305781"/>
                  </a:lnTo>
                  <a:lnTo>
                    <a:pt x="3828187" y="1305781"/>
                  </a:lnTo>
                  <a:lnTo>
                    <a:pt x="3828296" y="1305781"/>
                  </a:lnTo>
                  <a:lnTo>
                    <a:pt x="3828296" y="1305157"/>
                  </a:lnTo>
                  <a:lnTo>
                    <a:pt x="3828404" y="1305157"/>
                  </a:lnTo>
                  <a:lnTo>
                    <a:pt x="3828513" y="1305157"/>
                  </a:lnTo>
                  <a:lnTo>
                    <a:pt x="3828621" y="1305157"/>
                  </a:lnTo>
                  <a:lnTo>
                    <a:pt x="3828729" y="1305157"/>
                  </a:lnTo>
                  <a:lnTo>
                    <a:pt x="3828838" y="1305157"/>
                  </a:lnTo>
                  <a:lnTo>
                    <a:pt x="3828946" y="1305157"/>
                  </a:lnTo>
                  <a:lnTo>
                    <a:pt x="3829055" y="1305157"/>
                  </a:lnTo>
                  <a:lnTo>
                    <a:pt x="3829055" y="1304534"/>
                  </a:lnTo>
                  <a:lnTo>
                    <a:pt x="3829163" y="1304534"/>
                  </a:lnTo>
                  <a:lnTo>
                    <a:pt x="3829272" y="1304534"/>
                  </a:lnTo>
                  <a:lnTo>
                    <a:pt x="3829380" y="1304534"/>
                  </a:lnTo>
                  <a:lnTo>
                    <a:pt x="3829489" y="1304534"/>
                  </a:lnTo>
                  <a:lnTo>
                    <a:pt x="3829597" y="1304534"/>
                  </a:lnTo>
                  <a:lnTo>
                    <a:pt x="3829705" y="1304534"/>
                  </a:lnTo>
                  <a:lnTo>
                    <a:pt x="3829814" y="1304534"/>
                  </a:lnTo>
                  <a:lnTo>
                    <a:pt x="3829922" y="1304534"/>
                  </a:lnTo>
                  <a:lnTo>
                    <a:pt x="3830031" y="1304534"/>
                  </a:lnTo>
                  <a:lnTo>
                    <a:pt x="3830139" y="1304534"/>
                  </a:lnTo>
                  <a:lnTo>
                    <a:pt x="3830248" y="1304534"/>
                  </a:lnTo>
                  <a:lnTo>
                    <a:pt x="3830356" y="1304534"/>
                  </a:lnTo>
                  <a:lnTo>
                    <a:pt x="3830465" y="1304534"/>
                  </a:lnTo>
                  <a:lnTo>
                    <a:pt x="3830573" y="1304534"/>
                  </a:lnTo>
                  <a:lnTo>
                    <a:pt x="3830682" y="1304534"/>
                  </a:lnTo>
                  <a:lnTo>
                    <a:pt x="3830790" y="1304534"/>
                  </a:lnTo>
                  <a:lnTo>
                    <a:pt x="3830898" y="1304534"/>
                  </a:lnTo>
                  <a:lnTo>
                    <a:pt x="3831007" y="1304534"/>
                  </a:lnTo>
                  <a:lnTo>
                    <a:pt x="3831115" y="1304534"/>
                  </a:lnTo>
                  <a:lnTo>
                    <a:pt x="3831224" y="1304534"/>
                  </a:lnTo>
                  <a:lnTo>
                    <a:pt x="3831332" y="1304534"/>
                  </a:lnTo>
                  <a:lnTo>
                    <a:pt x="3831441" y="1304534"/>
                  </a:lnTo>
                  <a:lnTo>
                    <a:pt x="3831549" y="1304534"/>
                  </a:lnTo>
                  <a:lnTo>
                    <a:pt x="3831658" y="1304534"/>
                  </a:lnTo>
                  <a:lnTo>
                    <a:pt x="3831658" y="1303910"/>
                  </a:lnTo>
                  <a:lnTo>
                    <a:pt x="3831766" y="1303910"/>
                  </a:lnTo>
                  <a:lnTo>
                    <a:pt x="3831874" y="1303910"/>
                  </a:lnTo>
                  <a:lnTo>
                    <a:pt x="3831983" y="1303910"/>
                  </a:lnTo>
                  <a:lnTo>
                    <a:pt x="3831983" y="1303287"/>
                  </a:lnTo>
                  <a:lnTo>
                    <a:pt x="3831983" y="1302663"/>
                  </a:lnTo>
                  <a:lnTo>
                    <a:pt x="3832091" y="1302663"/>
                  </a:lnTo>
                  <a:lnTo>
                    <a:pt x="3832200" y="1302663"/>
                  </a:lnTo>
                  <a:lnTo>
                    <a:pt x="3832308" y="1302663"/>
                  </a:lnTo>
                  <a:lnTo>
                    <a:pt x="3832417" y="1302663"/>
                  </a:lnTo>
                  <a:lnTo>
                    <a:pt x="3832525" y="1302663"/>
                  </a:lnTo>
                  <a:lnTo>
                    <a:pt x="3832525" y="1302039"/>
                  </a:lnTo>
                  <a:lnTo>
                    <a:pt x="3832634" y="1302039"/>
                  </a:lnTo>
                  <a:lnTo>
                    <a:pt x="3832634" y="1301416"/>
                  </a:lnTo>
                  <a:lnTo>
                    <a:pt x="3832742" y="1301416"/>
                  </a:lnTo>
                  <a:lnTo>
                    <a:pt x="3832850" y="1301416"/>
                  </a:lnTo>
                  <a:lnTo>
                    <a:pt x="3832959" y="1301416"/>
                  </a:lnTo>
                  <a:lnTo>
                    <a:pt x="3832959" y="1300792"/>
                  </a:lnTo>
                  <a:lnTo>
                    <a:pt x="3833067" y="1300792"/>
                  </a:lnTo>
                  <a:lnTo>
                    <a:pt x="3833176" y="1300792"/>
                  </a:lnTo>
                  <a:lnTo>
                    <a:pt x="3833284" y="1300792"/>
                  </a:lnTo>
                  <a:lnTo>
                    <a:pt x="3833393" y="1300792"/>
                  </a:lnTo>
                  <a:lnTo>
                    <a:pt x="3833501" y="1300792"/>
                  </a:lnTo>
                  <a:lnTo>
                    <a:pt x="3833501" y="1300169"/>
                  </a:lnTo>
                  <a:lnTo>
                    <a:pt x="3833610" y="1300169"/>
                  </a:lnTo>
                  <a:lnTo>
                    <a:pt x="3833718" y="1300169"/>
                  </a:lnTo>
                  <a:lnTo>
                    <a:pt x="3833718" y="1299545"/>
                  </a:lnTo>
                  <a:lnTo>
                    <a:pt x="3833826" y="1299545"/>
                  </a:lnTo>
                  <a:lnTo>
                    <a:pt x="3833935" y="1299545"/>
                  </a:lnTo>
                  <a:lnTo>
                    <a:pt x="3834043" y="1299545"/>
                  </a:lnTo>
                  <a:lnTo>
                    <a:pt x="3834043" y="1298921"/>
                  </a:lnTo>
                  <a:lnTo>
                    <a:pt x="3834152" y="1298921"/>
                  </a:lnTo>
                  <a:lnTo>
                    <a:pt x="3834260" y="1298921"/>
                  </a:lnTo>
                  <a:lnTo>
                    <a:pt x="3834260" y="1298298"/>
                  </a:lnTo>
                  <a:lnTo>
                    <a:pt x="3834260" y="1297674"/>
                  </a:lnTo>
                  <a:lnTo>
                    <a:pt x="3834369" y="1297674"/>
                  </a:lnTo>
                  <a:lnTo>
                    <a:pt x="3834477" y="1297674"/>
                  </a:lnTo>
                  <a:lnTo>
                    <a:pt x="3834586" y="1297674"/>
                  </a:lnTo>
                  <a:lnTo>
                    <a:pt x="3834694" y="1297674"/>
                  </a:lnTo>
                  <a:lnTo>
                    <a:pt x="3834802" y="1297674"/>
                  </a:lnTo>
                  <a:lnTo>
                    <a:pt x="3834911" y="1297674"/>
                  </a:lnTo>
                  <a:lnTo>
                    <a:pt x="3835019" y="1297674"/>
                  </a:lnTo>
                  <a:lnTo>
                    <a:pt x="3835128" y="1297674"/>
                  </a:lnTo>
                  <a:lnTo>
                    <a:pt x="3835236" y="1297674"/>
                  </a:lnTo>
                  <a:lnTo>
                    <a:pt x="3835236" y="1297051"/>
                  </a:lnTo>
                  <a:lnTo>
                    <a:pt x="3835345" y="1297051"/>
                  </a:lnTo>
                  <a:lnTo>
                    <a:pt x="3835453" y="1297051"/>
                  </a:lnTo>
                  <a:lnTo>
                    <a:pt x="3835562" y="1297051"/>
                  </a:lnTo>
                  <a:lnTo>
                    <a:pt x="3835670" y="1297051"/>
                  </a:lnTo>
                  <a:lnTo>
                    <a:pt x="3835779" y="1297051"/>
                  </a:lnTo>
                  <a:lnTo>
                    <a:pt x="3835887" y="1297051"/>
                  </a:lnTo>
                  <a:lnTo>
                    <a:pt x="3835995" y="1297051"/>
                  </a:lnTo>
                  <a:lnTo>
                    <a:pt x="3835995" y="1296427"/>
                  </a:lnTo>
                  <a:lnTo>
                    <a:pt x="3836104" y="1296427"/>
                  </a:lnTo>
                  <a:lnTo>
                    <a:pt x="3836212" y="1296427"/>
                  </a:lnTo>
                  <a:lnTo>
                    <a:pt x="3836212" y="1295804"/>
                  </a:lnTo>
                  <a:lnTo>
                    <a:pt x="3836321" y="1295804"/>
                  </a:lnTo>
                  <a:lnTo>
                    <a:pt x="3836429" y="1295804"/>
                  </a:lnTo>
                  <a:lnTo>
                    <a:pt x="3836538" y="1295804"/>
                  </a:lnTo>
                  <a:lnTo>
                    <a:pt x="3836646" y="1295804"/>
                  </a:lnTo>
                  <a:lnTo>
                    <a:pt x="3836755" y="1295804"/>
                  </a:lnTo>
                  <a:lnTo>
                    <a:pt x="3836863" y="1295804"/>
                  </a:lnTo>
                  <a:lnTo>
                    <a:pt x="3836971" y="1295804"/>
                  </a:lnTo>
                  <a:lnTo>
                    <a:pt x="3837080" y="1295804"/>
                  </a:lnTo>
                  <a:lnTo>
                    <a:pt x="3837188" y="1295804"/>
                  </a:lnTo>
                  <a:lnTo>
                    <a:pt x="3837297" y="1295804"/>
                  </a:lnTo>
                  <a:lnTo>
                    <a:pt x="3837405" y="1295804"/>
                  </a:lnTo>
                  <a:lnTo>
                    <a:pt x="3837514" y="1295804"/>
                  </a:lnTo>
                  <a:lnTo>
                    <a:pt x="3837622" y="1295804"/>
                  </a:lnTo>
                  <a:lnTo>
                    <a:pt x="3837731" y="1295804"/>
                  </a:lnTo>
                  <a:lnTo>
                    <a:pt x="3837839" y="1295804"/>
                  </a:lnTo>
                  <a:lnTo>
                    <a:pt x="3837947" y="1295804"/>
                  </a:lnTo>
                  <a:lnTo>
                    <a:pt x="3838056" y="1295804"/>
                  </a:lnTo>
                  <a:lnTo>
                    <a:pt x="3838164" y="1295804"/>
                  </a:lnTo>
                  <a:lnTo>
                    <a:pt x="3838273" y="1295804"/>
                  </a:lnTo>
                  <a:lnTo>
                    <a:pt x="3838381" y="1295804"/>
                  </a:lnTo>
                  <a:lnTo>
                    <a:pt x="3838490" y="1295804"/>
                  </a:lnTo>
                  <a:lnTo>
                    <a:pt x="3838598" y="1295804"/>
                  </a:lnTo>
                  <a:lnTo>
                    <a:pt x="3838707" y="1295804"/>
                  </a:lnTo>
                  <a:lnTo>
                    <a:pt x="3838815" y="1295804"/>
                  </a:lnTo>
                  <a:lnTo>
                    <a:pt x="3838923" y="1295804"/>
                  </a:lnTo>
                  <a:lnTo>
                    <a:pt x="3839032" y="1295804"/>
                  </a:lnTo>
                  <a:lnTo>
                    <a:pt x="3839140" y="1295804"/>
                  </a:lnTo>
                  <a:lnTo>
                    <a:pt x="3839249" y="1295804"/>
                  </a:lnTo>
                  <a:lnTo>
                    <a:pt x="3839357" y="1295804"/>
                  </a:lnTo>
                  <a:lnTo>
                    <a:pt x="3839466" y="1295804"/>
                  </a:lnTo>
                  <a:lnTo>
                    <a:pt x="3839574" y="1295804"/>
                  </a:lnTo>
                  <a:lnTo>
                    <a:pt x="3839574" y="1295180"/>
                  </a:lnTo>
                  <a:lnTo>
                    <a:pt x="3839574" y="1294556"/>
                  </a:lnTo>
                  <a:lnTo>
                    <a:pt x="3839683" y="1294556"/>
                  </a:lnTo>
                  <a:lnTo>
                    <a:pt x="3839791" y="1294556"/>
                  </a:lnTo>
                  <a:lnTo>
                    <a:pt x="3839900" y="1294556"/>
                  </a:lnTo>
                  <a:lnTo>
                    <a:pt x="3840008" y="1294556"/>
                  </a:lnTo>
                  <a:lnTo>
                    <a:pt x="3840116" y="1294556"/>
                  </a:lnTo>
                  <a:lnTo>
                    <a:pt x="3840225" y="1294556"/>
                  </a:lnTo>
                  <a:lnTo>
                    <a:pt x="3840333" y="1294556"/>
                  </a:lnTo>
                  <a:lnTo>
                    <a:pt x="3840442" y="1294556"/>
                  </a:lnTo>
                  <a:lnTo>
                    <a:pt x="3840550" y="1294556"/>
                  </a:lnTo>
                  <a:lnTo>
                    <a:pt x="3840659" y="1294556"/>
                  </a:lnTo>
                  <a:lnTo>
                    <a:pt x="3840767" y="1294556"/>
                  </a:lnTo>
                  <a:lnTo>
                    <a:pt x="3840767" y="1293933"/>
                  </a:lnTo>
                  <a:lnTo>
                    <a:pt x="3840876" y="1293933"/>
                  </a:lnTo>
                  <a:lnTo>
                    <a:pt x="3840984" y="1293933"/>
                  </a:lnTo>
                  <a:lnTo>
                    <a:pt x="3841092" y="1293933"/>
                  </a:lnTo>
                  <a:lnTo>
                    <a:pt x="3841201" y="1293933"/>
                  </a:lnTo>
                  <a:lnTo>
                    <a:pt x="3841309" y="1293933"/>
                  </a:lnTo>
                  <a:lnTo>
                    <a:pt x="3841309" y="1293309"/>
                  </a:lnTo>
                  <a:lnTo>
                    <a:pt x="3841418" y="1293309"/>
                  </a:lnTo>
                  <a:lnTo>
                    <a:pt x="3841526" y="1293309"/>
                  </a:lnTo>
                  <a:lnTo>
                    <a:pt x="3841635" y="1293309"/>
                  </a:lnTo>
                  <a:lnTo>
                    <a:pt x="3841635" y="1292686"/>
                  </a:lnTo>
                  <a:lnTo>
                    <a:pt x="3841743" y="1292686"/>
                  </a:lnTo>
                  <a:lnTo>
                    <a:pt x="3841743" y="1292062"/>
                  </a:lnTo>
                  <a:lnTo>
                    <a:pt x="3841852" y="1292062"/>
                  </a:lnTo>
                  <a:lnTo>
                    <a:pt x="3841960" y="1292062"/>
                  </a:lnTo>
                  <a:lnTo>
                    <a:pt x="3842068" y="1292062"/>
                  </a:lnTo>
                  <a:lnTo>
                    <a:pt x="3842177" y="1292062"/>
                  </a:lnTo>
                  <a:lnTo>
                    <a:pt x="3842285" y="1292062"/>
                  </a:lnTo>
                  <a:lnTo>
                    <a:pt x="3842394" y="1292062"/>
                  </a:lnTo>
                  <a:lnTo>
                    <a:pt x="3842502" y="1292062"/>
                  </a:lnTo>
                  <a:lnTo>
                    <a:pt x="3842611" y="1292062"/>
                  </a:lnTo>
                  <a:lnTo>
                    <a:pt x="3842719" y="1292062"/>
                  </a:lnTo>
                  <a:lnTo>
                    <a:pt x="3842828" y="1292062"/>
                  </a:lnTo>
                  <a:lnTo>
                    <a:pt x="3842936" y="1292062"/>
                  </a:lnTo>
                  <a:lnTo>
                    <a:pt x="3843044" y="1292062"/>
                  </a:lnTo>
                  <a:lnTo>
                    <a:pt x="3843153" y="1292062"/>
                  </a:lnTo>
                  <a:lnTo>
                    <a:pt x="3843261" y="1292062"/>
                  </a:lnTo>
                  <a:lnTo>
                    <a:pt x="3843261" y="1291438"/>
                  </a:lnTo>
                  <a:lnTo>
                    <a:pt x="3843370" y="1291438"/>
                  </a:lnTo>
                  <a:lnTo>
                    <a:pt x="3843370" y="1290815"/>
                  </a:lnTo>
                  <a:lnTo>
                    <a:pt x="3843478" y="1290815"/>
                  </a:lnTo>
                  <a:lnTo>
                    <a:pt x="3843587" y="1290815"/>
                  </a:lnTo>
                  <a:lnTo>
                    <a:pt x="3843695" y="1290815"/>
                  </a:lnTo>
                  <a:lnTo>
                    <a:pt x="3843804" y="1290815"/>
                  </a:lnTo>
                  <a:lnTo>
                    <a:pt x="3843912" y="1290815"/>
                  </a:lnTo>
                  <a:lnTo>
                    <a:pt x="3844021" y="1290815"/>
                  </a:lnTo>
                  <a:lnTo>
                    <a:pt x="3844129" y="1290815"/>
                  </a:lnTo>
                  <a:lnTo>
                    <a:pt x="3844237" y="1290815"/>
                  </a:lnTo>
                  <a:lnTo>
                    <a:pt x="3844346" y="1290815"/>
                  </a:lnTo>
                  <a:lnTo>
                    <a:pt x="3844454" y="1290815"/>
                  </a:lnTo>
                  <a:lnTo>
                    <a:pt x="3844563" y="1290815"/>
                  </a:lnTo>
                  <a:lnTo>
                    <a:pt x="3844671" y="1290815"/>
                  </a:lnTo>
                  <a:lnTo>
                    <a:pt x="3844780" y="1290815"/>
                  </a:lnTo>
                  <a:lnTo>
                    <a:pt x="3844888" y="1290815"/>
                  </a:lnTo>
                  <a:lnTo>
                    <a:pt x="3844997" y="1290815"/>
                  </a:lnTo>
                  <a:lnTo>
                    <a:pt x="3845105" y="1290815"/>
                  </a:lnTo>
                  <a:lnTo>
                    <a:pt x="3845213" y="1290815"/>
                  </a:lnTo>
                  <a:lnTo>
                    <a:pt x="3845322" y="1290815"/>
                  </a:lnTo>
                  <a:lnTo>
                    <a:pt x="3845322" y="1290191"/>
                  </a:lnTo>
                  <a:lnTo>
                    <a:pt x="3845430" y="1290191"/>
                  </a:lnTo>
                  <a:lnTo>
                    <a:pt x="3845539" y="1290191"/>
                  </a:lnTo>
                  <a:lnTo>
                    <a:pt x="3845647" y="1290191"/>
                  </a:lnTo>
                  <a:lnTo>
                    <a:pt x="3845756" y="1290191"/>
                  </a:lnTo>
                  <a:lnTo>
                    <a:pt x="3845756" y="1289568"/>
                  </a:lnTo>
                  <a:lnTo>
                    <a:pt x="3845864" y="1289568"/>
                  </a:lnTo>
                  <a:lnTo>
                    <a:pt x="3845973" y="1289568"/>
                  </a:lnTo>
                  <a:lnTo>
                    <a:pt x="3846081" y="1289568"/>
                  </a:lnTo>
                  <a:lnTo>
                    <a:pt x="3846081" y="1288944"/>
                  </a:lnTo>
                  <a:lnTo>
                    <a:pt x="3846081" y="1288321"/>
                  </a:lnTo>
                  <a:lnTo>
                    <a:pt x="3846189" y="1288321"/>
                  </a:lnTo>
                  <a:lnTo>
                    <a:pt x="3846298" y="1288321"/>
                  </a:lnTo>
                  <a:lnTo>
                    <a:pt x="3846406" y="1288321"/>
                  </a:lnTo>
                  <a:lnTo>
                    <a:pt x="3846406" y="1287697"/>
                  </a:lnTo>
                  <a:lnTo>
                    <a:pt x="3846515" y="1287697"/>
                  </a:lnTo>
                  <a:lnTo>
                    <a:pt x="3846623" y="1287697"/>
                  </a:lnTo>
                  <a:lnTo>
                    <a:pt x="3846732" y="1287697"/>
                  </a:lnTo>
                  <a:lnTo>
                    <a:pt x="3846840" y="1287697"/>
                  </a:lnTo>
                  <a:lnTo>
                    <a:pt x="3846840" y="1287073"/>
                  </a:lnTo>
                  <a:lnTo>
                    <a:pt x="3846949" y="1287073"/>
                  </a:lnTo>
                  <a:lnTo>
                    <a:pt x="3847057" y="1287073"/>
                  </a:lnTo>
                  <a:lnTo>
                    <a:pt x="3847165" y="1287073"/>
                  </a:lnTo>
                  <a:lnTo>
                    <a:pt x="3847274" y="1287073"/>
                  </a:lnTo>
                  <a:lnTo>
                    <a:pt x="3847382" y="1287073"/>
                  </a:lnTo>
                  <a:lnTo>
                    <a:pt x="3847382" y="1286450"/>
                  </a:lnTo>
                  <a:lnTo>
                    <a:pt x="3847491" y="1286450"/>
                  </a:lnTo>
                  <a:lnTo>
                    <a:pt x="3847599" y="1286450"/>
                  </a:lnTo>
                  <a:lnTo>
                    <a:pt x="3847708" y="1286450"/>
                  </a:lnTo>
                  <a:lnTo>
                    <a:pt x="3847816" y="1286450"/>
                  </a:lnTo>
                  <a:lnTo>
                    <a:pt x="3847925" y="1286450"/>
                  </a:lnTo>
                  <a:lnTo>
                    <a:pt x="3848033" y="1286450"/>
                  </a:lnTo>
                  <a:lnTo>
                    <a:pt x="3848142" y="1286450"/>
                  </a:lnTo>
                  <a:lnTo>
                    <a:pt x="3848250" y="1286450"/>
                  </a:lnTo>
                  <a:lnTo>
                    <a:pt x="3848358" y="1286450"/>
                  </a:lnTo>
                  <a:lnTo>
                    <a:pt x="3848467" y="1286450"/>
                  </a:lnTo>
                  <a:lnTo>
                    <a:pt x="3848575" y="1286450"/>
                  </a:lnTo>
                  <a:lnTo>
                    <a:pt x="3848575" y="1285826"/>
                  </a:lnTo>
                  <a:lnTo>
                    <a:pt x="3848684" y="1285826"/>
                  </a:lnTo>
                  <a:lnTo>
                    <a:pt x="3848792" y="1285826"/>
                  </a:lnTo>
                  <a:lnTo>
                    <a:pt x="3848901" y="1285826"/>
                  </a:lnTo>
                  <a:lnTo>
                    <a:pt x="3849009" y="1285826"/>
                  </a:lnTo>
                  <a:lnTo>
                    <a:pt x="3849118" y="1285826"/>
                  </a:lnTo>
                  <a:lnTo>
                    <a:pt x="3849226" y="1285826"/>
                  </a:lnTo>
                  <a:lnTo>
                    <a:pt x="3849334" y="1285826"/>
                  </a:lnTo>
                  <a:lnTo>
                    <a:pt x="3849443" y="1285826"/>
                  </a:lnTo>
                  <a:lnTo>
                    <a:pt x="3849551" y="1285826"/>
                  </a:lnTo>
                  <a:lnTo>
                    <a:pt x="3849660" y="1285826"/>
                  </a:lnTo>
                  <a:lnTo>
                    <a:pt x="3849768" y="1285826"/>
                  </a:lnTo>
                  <a:lnTo>
                    <a:pt x="3849877" y="1285826"/>
                  </a:lnTo>
                  <a:lnTo>
                    <a:pt x="3849985" y="1285826"/>
                  </a:lnTo>
                  <a:lnTo>
                    <a:pt x="3849985" y="1285203"/>
                  </a:lnTo>
                  <a:lnTo>
                    <a:pt x="3850094" y="1285203"/>
                  </a:lnTo>
                  <a:lnTo>
                    <a:pt x="3850202" y="1285203"/>
                  </a:lnTo>
                  <a:lnTo>
                    <a:pt x="3850202" y="1284579"/>
                  </a:lnTo>
                  <a:lnTo>
                    <a:pt x="3850310" y="1284579"/>
                  </a:lnTo>
                  <a:lnTo>
                    <a:pt x="3850419" y="1284579"/>
                  </a:lnTo>
                  <a:lnTo>
                    <a:pt x="3850527" y="1284579"/>
                  </a:lnTo>
                  <a:lnTo>
                    <a:pt x="3850636" y="1284579"/>
                  </a:lnTo>
                  <a:lnTo>
                    <a:pt x="3850744" y="1284579"/>
                  </a:lnTo>
                  <a:lnTo>
                    <a:pt x="3850853" y="1284579"/>
                  </a:lnTo>
                  <a:lnTo>
                    <a:pt x="3850961" y="1284579"/>
                  </a:lnTo>
                  <a:lnTo>
                    <a:pt x="3850961" y="1283955"/>
                  </a:lnTo>
                  <a:lnTo>
                    <a:pt x="3851070" y="1283955"/>
                  </a:lnTo>
                  <a:lnTo>
                    <a:pt x="3851070" y="1283332"/>
                  </a:lnTo>
                  <a:lnTo>
                    <a:pt x="3851070" y="1282708"/>
                  </a:lnTo>
                  <a:lnTo>
                    <a:pt x="3851178" y="1282708"/>
                  </a:lnTo>
                  <a:lnTo>
                    <a:pt x="3851286" y="1282708"/>
                  </a:lnTo>
                  <a:lnTo>
                    <a:pt x="3851395" y="1282708"/>
                  </a:lnTo>
                  <a:lnTo>
                    <a:pt x="3851503" y="1282708"/>
                  </a:lnTo>
                  <a:lnTo>
                    <a:pt x="3851503" y="1282085"/>
                  </a:lnTo>
                  <a:lnTo>
                    <a:pt x="3851612" y="1282085"/>
                  </a:lnTo>
                  <a:lnTo>
                    <a:pt x="3851720" y="1282085"/>
                  </a:lnTo>
                  <a:lnTo>
                    <a:pt x="3851829" y="1282085"/>
                  </a:lnTo>
                  <a:lnTo>
                    <a:pt x="3851937" y="1282085"/>
                  </a:lnTo>
                  <a:lnTo>
                    <a:pt x="3852046" y="1282085"/>
                  </a:lnTo>
                  <a:lnTo>
                    <a:pt x="3852154" y="1282085"/>
                  </a:lnTo>
                  <a:lnTo>
                    <a:pt x="3852263" y="1282085"/>
                  </a:lnTo>
                  <a:lnTo>
                    <a:pt x="3852371" y="1282085"/>
                  </a:lnTo>
                  <a:lnTo>
                    <a:pt x="3852479" y="1282085"/>
                  </a:lnTo>
                  <a:lnTo>
                    <a:pt x="3852588" y="1282085"/>
                  </a:lnTo>
                  <a:lnTo>
                    <a:pt x="3852588" y="1281461"/>
                  </a:lnTo>
                  <a:lnTo>
                    <a:pt x="3852696" y="1281461"/>
                  </a:lnTo>
                  <a:lnTo>
                    <a:pt x="3852805" y="1281461"/>
                  </a:lnTo>
                  <a:lnTo>
                    <a:pt x="3852913" y="1281461"/>
                  </a:lnTo>
                  <a:lnTo>
                    <a:pt x="3852913" y="1280838"/>
                  </a:lnTo>
                  <a:lnTo>
                    <a:pt x="3853022" y="1280838"/>
                  </a:lnTo>
                  <a:lnTo>
                    <a:pt x="3853130" y="1280838"/>
                  </a:lnTo>
                  <a:lnTo>
                    <a:pt x="3853239" y="1280838"/>
                  </a:lnTo>
                  <a:lnTo>
                    <a:pt x="3853347" y="1280838"/>
                  </a:lnTo>
                  <a:lnTo>
                    <a:pt x="3853455" y="1280838"/>
                  </a:lnTo>
                  <a:lnTo>
                    <a:pt x="3853455" y="1280214"/>
                  </a:lnTo>
                  <a:lnTo>
                    <a:pt x="3853564" y="1280214"/>
                  </a:lnTo>
                  <a:lnTo>
                    <a:pt x="3853672" y="1280214"/>
                  </a:lnTo>
                  <a:lnTo>
                    <a:pt x="3853781" y="1280214"/>
                  </a:lnTo>
                  <a:lnTo>
                    <a:pt x="3853889" y="1280214"/>
                  </a:lnTo>
                  <a:lnTo>
                    <a:pt x="3853998" y="1280214"/>
                  </a:lnTo>
                  <a:lnTo>
                    <a:pt x="3854106" y="1280214"/>
                  </a:lnTo>
                  <a:lnTo>
                    <a:pt x="3854215" y="1280214"/>
                  </a:lnTo>
                  <a:lnTo>
                    <a:pt x="3854323" y="1280214"/>
                  </a:lnTo>
                  <a:lnTo>
                    <a:pt x="3854431" y="1280214"/>
                  </a:lnTo>
                  <a:lnTo>
                    <a:pt x="3854540" y="1280214"/>
                  </a:lnTo>
                  <a:lnTo>
                    <a:pt x="3854648" y="1280214"/>
                  </a:lnTo>
                  <a:lnTo>
                    <a:pt x="3854648" y="1279590"/>
                  </a:lnTo>
                  <a:lnTo>
                    <a:pt x="3854757" y="1279590"/>
                  </a:lnTo>
                  <a:lnTo>
                    <a:pt x="3854865" y="1279590"/>
                  </a:lnTo>
                  <a:lnTo>
                    <a:pt x="3854974" y="1279590"/>
                  </a:lnTo>
                  <a:lnTo>
                    <a:pt x="3855082" y="1279590"/>
                  </a:lnTo>
                  <a:lnTo>
                    <a:pt x="3855191" y="1279590"/>
                  </a:lnTo>
                  <a:lnTo>
                    <a:pt x="3855299" y="1279590"/>
                  </a:lnTo>
                  <a:lnTo>
                    <a:pt x="3855299" y="1278967"/>
                  </a:lnTo>
                  <a:lnTo>
                    <a:pt x="3855407" y="1278967"/>
                  </a:lnTo>
                  <a:lnTo>
                    <a:pt x="3855516" y="1278967"/>
                  </a:lnTo>
                  <a:lnTo>
                    <a:pt x="3855624" y="1278967"/>
                  </a:lnTo>
                  <a:lnTo>
                    <a:pt x="3855733" y="1278967"/>
                  </a:lnTo>
                  <a:lnTo>
                    <a:pt x="3855841" y="1278967"/>
                  </a:lnTo>
                  <a:lnTo>
                    <a:pt x="3855950" y="1278967"/>
                  </a:lnTo>
                  <a:lnTo>
                    <a:pt x="3856058" y="1278967"/>
                  </a:lnTo>
                  <a:lnTo>
                    <a:pt x="3856167" y="1278967"/>
                  </a:lnTo>
                  <a:lnTo>
                    <a:pt x="3856275" y="1278967"/>
                  </a:lnTo>
                  <a:lnTo>
                    <a:pt x="3856383" y="1278967"/>
                  </a:lnTo>
                  <a:lnTo>
                    <a:pt x="3856492" y="1278967"/>
                  </a:lnTo>
                  <a:lnTo>
                    <a:pt x="3856600" y="1278967"/>
                  </a:lnTo>
                  <a:lnTo>
                    <a:pt x="3856709" y="1278967"/>
                  </a:lnTo>
                  <a:lnTo>
                    <a:pt x="3856817" y="1278967"/>
                  </a:lnTo>
                  <a:lnTo>
                    <a:pt x="3856926" y="1278967"/>
                  </a:lnTo>
                  <a:lnTo>
                    <a:pt x="3857034" y="1278967"/>
                  </a:lnTo>
                  <a:lnTo>
                    <a:pt x="3857143" y="1278967"/>
                  </a:lnTo>
                  <a:lnTo>
                    <a:pt x="3857143" y="1278343"/>
                  </a:lnTo>
                  <a:lnTo>
                    <a:pt x="3857251" y="1278343"/>
                  </a:lnTo>
                  <a:lnTo>
                    <a:pt x="3857360" y="1278343"/>
                  </a:lnTo>
                  <a:lnTo>
                    <a:pt x="3857360" y="1277720"/>
                  </a:lnTo>
                  <a:lnTo>
                    <a:pt x="3857468" y="1277720"/>
                  </a:lnTo>
                  <a:lnTo>
                    <a:pt x="3857576" y="1277720"/>
                  </a:lnTo>
                  <a:lnTo>
                    <a:pt x="3857685" y="1277720"/>
                  </a:lnTo>
                  <a:lnTo>
                    <a:pt x="3857793" y="1277720"/>
                  </a:lnTo>
                  <a:lnTo>
                    <a:pt x="3857902" y="1277720"/>
                  </a:lnTo>
                  <a:lnTo>
                    <a:pt x="3858010" y="1277720"/>
                  </a:lnTo>
                  <a:lnTo>
                    <a:pt x="3858119" y="1277720"/>
                  </a:lnTo>
                  <a:lnTo>
                    <a:pt x="3858119" y="1277096"/>
                  </a:lnTo>
                  <a:lnTo>
                    <a:pt x="3858227" y="1277096"/>
                  </a:lnTo>
                  <a:lnTo>
                    <a:pt x="3858336" y="1277096"/>
                  </a:lnTo>
                  <a:lnTo>
                    <a:pt x="3858444" y="1277096"/>
                  </a:lnTo>
                  <a:lnTo>
                    <a:pt x="3858552" y="1277096"/>
                  </a:lnTo>
                  <a:lnTo>
                    <a:pt x="3858661" y="1277096"/>
                  </a:lnTo>
                  <a:lnTo>
                    <a:pt x="3858769" y="1277096"/>
                  </a:lnTo>
                  <a:lnTo>
                    <a:pt x="3858769" y="1276473"/>
                  </a:lnTo>
                  <a:lnTo>
                    <a:pt x="3858878" y="1276473"/>
                  </a:lnTo>
                  <a:lnTo>
                    <a:pt x="3858986" y="1276473"/>
                  </a:lnTo>
                  <a:lnTo>
                    <a:pt x="3859095" y="1276473"/>
                  </a:lnTo>
                  <a:lnTo>
                    <a:pt x="3859203" y="1276473"/>
                  </a:lnTo>
                  <a:lnTo>
                    <a:pt x="3859312" y="1276473"/>
                  </a:lnTo>
                  <a:lnTo>
                    <a:pt x="3859420" y="1276473"/>
                  </a:lnTo>
                  <a:lnTo>
                    <a:pt x="3859528" y="1276473"/>
                  </a:lnTo>
                  <a:lnTo>
                    <a:pt x="3859637" y="1276473"/>
                  </a:lnTo>
                  <a:lnTo>
                    <a:pt x="3859745" y="1276473"/>
                  </a:lnTo>
                  <a:lnTo>
                    <a:pt x="3859854" y="1276473"/>
                  </a:lnTo>
                  <a:lnTo>
                    <a:pt x="3859962" y="1276473"/>
                  </a:lnTo>
                  <a:lnTo>
                    <a:pt x="3860071" y="1276473"/>
                  </a:lnTo>
                  <a:lnTo>
                    <a:pt x="3860071" y="1275849"/>
                  </a:lnTo>
                  <a:lnTo>
                    <a:pt x="3860179" y="1275849"/>
                  </a:lnTo>
                  <a:lnTo>
                    <a:pt x="3860179" y="1275225"/>
                  </a:lnTo>
                  <a:lnTo>
                    <a:pt x="3860179" y="1274602"/>
                  </a:lnTo>
                  <a:lnTo>
                    <a:pt x="3860288" y="1274602"/>
                  </a:lnTo>
                  <a:lnTo>
                    <a:pt x="3860396" y="1274602"/>
                  </a:lnTo>
                  <a:lnTo>
                    <a:pt x="3860396" y="1273978"/>
                  </a:lnTo>
                  <a:lnTo>
                    <a:pt x="3860504" y="1273978"/>
                  </a:lnTo>
                  <a:lnTo>
                    <a:pt x="3860613" y="1273978"/>
                  </a:lnTo>
                  <a:lnTo>
                    <a:pt x="3860721" y="1273978"/>
                  </a:lnTo>
                  <a:lnTo>
                    <a:pt x="3860830" y="1273978"/>
                  </a:lnTo>
                  <a:lnTo>
                    <a:pt x="3860938" y="1273978"/>
                  </a:lnTo>
                  <a:lnTo>
                    <a:pt x="3861047" y="1273978"/>
                  </a:lnTo>
                  <a:lnTo>
                    <a:pt x="3861155" y="1273978"/>
                  </a:lnTo>
                  <a:lnTo>
                    <a:pt x="3861264" y="1273978"/>
                  </a:lnTo>
                  <a:lnTo>
                    <a:pt x="3861372" y="1273978"/>
                  </a:lnTo>
                  <a:lnTo>
                    <a:pt x="3861481" y="1273978"/>
                  </a:lnTo>
                  <a:lnTo>
                    <a:pt x="3861589" y="1273978"/>
                  </a:lnTo>
                  <a:lnTo>
                    <a:pt x="3861589" y="1273355"/>
                  </a:lnTo>
                  <a:lnTo>
                    <a:pt x="3861697" y="1273355"/>
                  </a:lnTo>
                  <a:lnTo>
                    <a:pt x="3861806" y="1273355"/>
                  </a:lnTo>
                  <a:lnTo>
                    <a:pt x="3861914" y="1273355"/>
                  </a:lnTo>
                  <a:lnTo>
                    <a:pt x="3862023" y="1273355"/>
                  </a:lnTo>
                  <a:lnTo>
                    <a:pt x="3862131" y="1273355"/>
                  </a:lnTo>
                  <a:lnTo>
                    <a:pt x="3862240" y="1273355"/>
                  </a:lnTo>
                  <a:lnTo>
                    <a:pt x="3862240" y="1272731"/>
                  </a:lnTo>
                  <a:lnTo>
                    <a:pt x="3862348" y="1272731"/>
                  </a:lnTo>
                  <a:lnTo>
                    <a:pt x="3862348" y="1272107"/>
                  </a:lnTo>
                  <a:lnTo>
                    <a:pt x="3862457" y="1272107"/>
                  </a:lnTo>
                  <a:lnTo>
                    <a:pt x="3862457" y="1271484"/>
                  </a:lnTo>
                  <a:lnTo>
                    <a:pt x="3862565" y="1271484"/>
                  </a:lnTo>
                  <a:lnTo>
                    <a:pt x="3862673" y="1271484"/>
                  </a:lnTo>
                  <a:lnTo>
                    <a:pt x="3862782" y="1271484"/>
                  </a:lnTo>
                  <a:lnTo>
                    <a:pt x="3862782" y="1270860"/>
                  </a:lnTo>
                  <a:lnTo>
                    <a:pt x="3862890" y="1270860"/>
                  </a:lnTo>
                  <a:lnTo>
                    <a:pt x="3862999" y="1270860"/>
                  </a:lnTo>
                  <a:lnTo>
                    <a:pt x="3863107" y="1270860"/>
                  </a:lnTo>
                  <a:lnTo>
                    <a:pt x="3863107" y="1270237"/>
                  </a:lnTo>
                  <a:lnTo>
                    <a:pt x="3863216" y="1270237"/>
                  </a:lnTo>
                  <a:lnTo>
                    <a:pt x="3863324" y="1270237"/>
                  </a:lnTo>
                  <a:lnTo>
                    <a:pt x="3863433" y="1270237"/>
                  </a:lnTo>
                  <a:lnTo>
                    <a:pt x="3863541" y="1270237"/>
                  </a:lnTo>
                  <a:lnTo>
                    <a:pt x="3863649" y="1270237"/>
                  </a:lnTo>
                  <a:lnTo>
                    <a:pt x="3863758" y="1270237"/>
                  </a:lnTo>
                  <a:lnTo>
                    <a:pt x="3863866" y="1270237"/>
                  </a:lnTo>
                  <a:lnTo>
                    <a:pt x="3863975" y="1270237"/>
                  </a:lnTo>
                  <a:lnTo>
                    <a:pt x="3864083" y="1270237"/>
                  </a:lnTo>
                  <a:lnTo>
                    <a:pt x="3864083" y="1269613"/>
                  </a:lnTo>
                  <a:lnTo>
                    <a:pt x="3864192" y="1269613"/>
                  </a:lnTo>
                  <a:lnTo>
                    <a:pt x="3864300" y="1269613"/>
                  </a:lnTo>
                  <a:lnTo>
                    <a:pt x="3864409" y="1269613"/>
                  </a:lnTo>
                  <a:lnTo>
                    <a:pt x="3864409" y="1268990"/>
                  </a:lnTo>
                  <a:lnTo>
                    <a:pt x="3864517" y="1268990"/>
                  </a:lnTo>
                  <a:lnTo>
                    <a:pt x="3864625" y="1268990"/>
                  </a:lnTo>
                  <a:lnTo>
                    <a:pt x="3864734" y="1268990"/>
                  </a:lnTo>
                  <a:lnTo>
                    <a:pt x="3864842" y="1268990"/>
                  </a:lnTo>
                  <a:lnTo>
                    <a:pt x="3864951" y="1268990"/>
                  </a:lnTo>
                  <a:lnTo>
                    <a:pt x="3865059" y="1268990"/>
                  </a:lnTo>
                  <a:lnTo>
                    <a:pt x="3865059" y="1268366"/>
                  </a:lnTo>
                  <a:lnTo>
                    <a:pt x="3865168" y="1268366"/>
                  </a:lnTo>
                  <a:lnTo>
                    <a:pt x="3865276" y="1268366"/>
                  </a:lnTo>
                  <a:lnTo>
                    <a:pt x="3865385" y="1268366"/>
                  </a:lnTo>
                  <a:lnTo>
                    <a:pt x="3865493" y="1268366"/>
                  </a:lnTo>
                  <a:lnTo>
                    <a:pt x="3865602" y="1268366"/>
                  </a:lnTo>
                  <a:lnTo>
                    <a:pt x="3865602" y="1267742"/>
                  </a:lnTo>
                  <a:lnTo>
                    <a:pt x="3865710" y="1267742"/>
                  </a:lnTo>
                  <a:lnTo>
                    <a:pt x="3865818" y="1267742"/>
                  </a:lnTo>
                  <a:lnTo>
                    <a:pt x="3865927" y="1267742"/>
                  </a:lnTo>
                  <a:lnTo>
                    <a:pt x="3866035" y="1267742"/>
                  </a:lnTo>
                  <a:lnTo>
                    <a:pt x="3866144" y="1267742"/>
                  </a:lnTo>
                  <a:lnTo>
                    <a:pt x="3866252" y="1267742"/>
                  </a:lnTo>
                  <a:lnTo>
                    <a:pt x="3866361" y="1267742"/>
                  </a:lnTo>
                  <a:lnTo>
                    <a:pt x="3866469" y="1267742"/>
                  </a:lnTo>
                  <a:lnTo>
                    <a:pt x="3866578" y="1267742"/>
                  </a:lnTo>
                  <a:lnTo>
                    <a:pt x="3866686" y="1267742"/>
                  </a:lnTo>
                  <a:lnTo>
                    <a:pt x="3866794" y="1267742"/>
                  </a:lnTo>
                  <a:lnTo>
                    <a:pt x="3866903" y="1267742"/>
                  </a:lnTo>
                  <a:lnTo>
                    <a:pt x="3866903" y="1267119"/>
                  </a:lnTo>
                  <a:lnTo>
                    <a:pt x="3867011" y="1267119"/>
                  </a:lnTo>
                  <a:lnTo>
                    <a:pt x="3867120" y="1267119"/>
                  </a:lnTo>
                  <a:lnTo>
                    <a:pt x="3867228" y="1267119"/>
                  </a:lnTo>
                  <a:lnTo>
                    <a:pt x="3867337" y="1267119"/>
                  </a:lnTo>
                  <a:lnTo>
                    <a:pt x="3867337" y="1266495"/>
                  </a:lnTo>
                  <a:lnTo>
                    <a:pt x="3867445" y="1266495"/>
                  </a:lnTo>
                  <a:lnTo>
                    <a:pt x="3867554" y="1266495"/>
                  </a:lnTo>
                  <a:lnTo>
                    <a:pt x="3867662" y="1266495"/>
                  </a:lnTo>
                  <a:lnTo>
                    <a:pt x="3867770" y="1266495"/>
                  </a:lnTo>
                  <a:lnTo>
                    <a:pt x="3867879" y="1266495"/>
                  </a:lnTo>
                  <a:lnTo>
                    <a:pt x="3867987" y="1266495"/>
                  </a:lnTo>
                  <a:lnTo>
                    <a:pt x="3867987" y="1265872"/>
                  </a:lnTo>
                  <a:lnTo>
                    <a:pt x="3867987" y="1265248"/>
                  </a:lnTo>
                  <a:lnTo>
                    <a:pt x="3868096" y="1265248"/>
                  </a:lnTo>
                  <a:lnTo>
                    <a:pt x="3868204" y="1265248"/>
                  </a:lnTo>
                  <a:lnTo>
                    <a:pt x="3868313" y="1265248"/>
                  </a:lnTo>
                  <a:lnTo>
                    <a:pt x="3868421" y="1265248"/>
                  </a:lnTo>
                  <a:lnTo>
                    <a:pt x="3868530" y="1265248"/>
                  </a:lnTo>
                  <a:lnTo>
                    <a:pt x="3868638" y="1265248"/>
                  </a:lnTo>
                  <a:lnTo>
                    <a:pt x="3868746" y="1265248"/>
                  </a:lnTo>
                  <a:lnTo>
                    <a:pt x="3868855" y="1265248"/>
                  </a:lnTo>
                  <a:lnTo>
                    <a:pt x="3868963" y="1265248"/>
                  </a:lnTo>
                  <a:lnTo>
                    <a:pt x="3869072" y="1265248"/>
                  </a:lnTo>
                  <a:lnTo>
                    <a:pt x="3869180" y="1265248"/>
                  </a:lnTo>
                  <a:lnTo>
                    <a:pt x="3869289" y="1265248"/>
                  </a:lnTo>
                  <a:lnTo>
                    <a:pt x="3869397" y="1265248"/>
                  </a:lnTo>
                  <a:lnTo>
                    <a:pt x="3869506" y="1265248"/>
                  </a:lnTo>
                  <a:lnTo>
                    <a:pt x="3869614" y="1265248"/>
                  </a:lnTo>
                  <a:lnTo>
                    <a:pt x="3869723" y="1265248"/>
                  </a:lnTo>
                  <a:lnTo>
                    <a:pt x="3869831" y="1265248"/>
                  </a:lnTo>
                  <a:lnTo>
                    <a:pt x="3869939" y="1265248"/>
                  </a:lnTo>
                  <a:lnTo>
                    <a:pt x="3870048" y="1265248"/>
                  </a:lnTo>
                  <a:lnTo>
                    <a:pt x="3870156" y="1265248"/>
                  </a:lnTo>
                  <a:lnTo>
                    <a:pt x="3870265" y="1265248"/>
                  </a:lnTo>
                  <a:lnTo>
                    <a:pt x="3870373" y="1265248"/>
                  </a:lnTo>
                  <a:lnTo>
                    <a:pt x="3870373" y="1264624"/>
                  </a:lnTo>
                  <a:lnTo>
                    <a:pt x="3870482" y="1264624"/>
                  </a:lnTo>
                  <a:lnTo>
                    <a:pt x="3870590" y="1264624"/>
                  </a:lnTo>
                  <a:lnTo>
                    <a:pt x="3870699" y="1264624"/>
                  </a:lnTo>
                  <a:lnTo>
                    <a:pt x="3870807" y="1264624"/>
                  </a:lnTo>
                  <a:lnTo>
                    <a:pt x="3870915" y="1264624"/>
                  </a:lnTo>
                  <a:lnTo>
                    <a:pt x="3871024" y="1264624"/>
                  </a:lnTo>
                  <a:lnTo>
                    <a:pt x="3871132" y="1264624"/>
                  </a:lnTo>
                  <a:lnTo>
                    <a:pt x="3871241" y="1264624"/>
                  </a:lnTo>
                  <a:lnTo>
                    <a:pt x="3871349" y="1264624"/>
                  </a:lnTo>
                  <a:lnTo>
                    <a:pt x="3871458" y="1264624"/>
                  </a:lnTo>
                  <a:lnTo>
                    <a:pt x="3871566" y="1264624"/>
                  </a:lnTo>
                  <a:lnTo>
                    <a:pt x="3871675" y="1264624"/>
                  </a:lnTo>
                  <a:lnTo>
                    <a:pt x="3871783" y="1264624"/>
                  </a:lnTo>
                  <a:lnTo>
                    <a:pt x="3871891" y="1264624"/>
                  </a:lnTo>
                  <a:lnTo>
                    <a:pt x="3871891" y="1264001"/>
                  </a:lnTo>
                  <a:lnTo>
                    <a:pt x="3872000" y="1264001"/>
                  </a:lnTo>
                  <a:lnTo>
                    <a:pt x="3872108" y="1264001"/>
                  </a:lnTo>
                  <a:lnTo>
                    <a:pt x="3872217" y="1264001"/>
                  </a:lnTo>
                  <a:lnTo>
                    <a:pt x="3872325" y="1264001"/>
                  </a:lnTo>
                  <a:lnTo>
                    <a:pt x="3872434" y="1264001"/>
                  </a:lnTo>
                  <a:lnTo>
                    <a:pt x="3872542" y="1264001"/>
                  </a:lnTo>
                  <a:lnTo>
                    <a:pt x="3872651" y="1264001"/>
                  </a:lnTo>
                  <a:lnTo>
                    <a:pt x="3872759" y="1264001"/>
                  </a:lnTo>
                  <a:lnTo>
                    <a:pt x="3872867" y="1264001"/>
                  </a:lnTo>
                  <a:lnTo>
                    <a:pt x="3872976" y="1264001"/>
                  </a:lnTo>
                  <a:lnTo>
                    <a:pt x="3873084" y="1264001"/>
                  </a:lnTo>
                  <a:lnTo>
                    <a:pt x="3873193" y="1264001"/>
                  </a:lnTo>
                  <a:lnTo>
                    <a:pt x="3873301" y="1264001"/>
                  </a:lnTo>
                  <a:lnTo>
                    <a:pt x="3873410" y="1264001"/>
                  </a:lnTo>
                  <a:lnTo>
                    <a:pt x="3873518" y="1264001"/>
                  </a:lnTo>
                  <a:lnTo>
                    <a:pt x="3873627" y="1264001"/>
                  </a:lnTo>
                  <a:lnTo>
                    <a:pt x="3873735" y="1264001"/>
                  </a:lnTo>
                  <a:lnTo>
                    <a:pt x="3873735" y="1263377"/>
                  </a:lnTo>
                  <a:lnTo>
                    <a:pt x="3873844" y="1263377"/>
                  </a:lnTo>
                  <a:lnTo>
                    <a:pt x="3873952" y="1263377"/>
                  </a:lnTo>
                  <a:lnTo>
                    <a:pt x="3874060" y="1263377"/>
                  </a:lnTo>
                  <a:lnTo>
                    <a:pt x="3874169" y="1263377"/>
                  </a:lnTo>
                  <a:lnTo>
                    <a:pt x="3874277" y="1263377"/>
                  </a:lnTo>
                  <a:lnTo>
                    <a:pt x="3874386" y="1263377"/>
                  </a:lnTo>
                  <a:lnTo>
                    <a:pt x="3874494" y="1263377"/>
                  </a:lnTo>
                  <a:lnTo>
                    <a:pt x="3874603" y="1263377"/>
                  </a:lnTo>
                  <a:lnTo>
                    <a:pt x="3874711" y="1263377"/>
                  </a:lnTo>
                  <a:lnTo>
                    <a:pt x="3874820" y="1263377"/>
                  </a:lnTo>
                  <a:lnTo>
                    <a:pt x="3874928" y="1263377"/>
                  </a:lnTo>
                  <a:lnTo>
                    <a:pt x="3875036" y="1263377"/>
                  </a:lnTo>
                  <a:lnTo>
                    <a:pt x="3875145" y="1263377"/>
                  </a:lnTo>
                  <a:lnTo>
                    <a:pt x="3875253" y="1263377"/>
                  </a:lnTo>
                  <a:lnTo>
                    <a:pt x="3875253" y="1262754"/>
                  </a:lnTo>
                  <a:lnTo>
                    <a:pt x="3875362" y="1262754"/>
                  </a:lnTo>
                  <a:lnTo>
                    <a:pt x="3875470" y="1262754"/>
                  </a:lnTo>
                  <a:lnTo>
                    <a:pt x="3875579" y="1262754"/>
                  </a:lnTo>
                  <a:lnTo>
                    <a:pt x="3875687" y="1262754"/>
                  </a:lnTo>
                  <a:lnTo>
                    <a:pt x="3875796" y="1262754"/>
                  </a:lnTo>
                  <a:lnTo>
                    <a:pt x="3875904" y="1262754"/>
                  </a:lnTo>
                  <a:lnTo>
                    <a:pt x="3876012" y="1262754"/>
                  </a:lnTo>
                  <a:lnTo>
                    <a:pt x="3876121" y="1262754"/>
                  </a:lnTo>
                  <a:lnTo>
                    <a:pt x="3876121" y="1262130"/>
                  </a:lnTo>
                  <a:lnTo>
                    <a:pt x="3876121" y="1261507"/>
                  </a:lnTo>
                  <a:lnTo>
                    <a:pt x="3876229" y="1261507"/>
                  </a:lnTo>
                  <a:lnTo>
                    <a:pt x="3876338" y="1261507"/>
                  </a:lnTo>
                  <a:lnTo>
                    <a:pt x="3876446" y="1261507"/>
                  </a:lnTo>
                  <a:lnTo>
                    <a:pt x="3876446" y="1260883"/>
                  </a:lnTo>
                  <a:lnTo>
                    <a:pt x="3876555" y="1260883"/>
                  </a:lnTo>
                  <a:lnTo>
                    <a:pt x="3876663" y="1260883"/>
                  </a:lnTo>
                  <a:lnTo>
                    <a:pt x="3876663" y="1260259"/>
                  </a:lnTo>
                  <a:lnTo>
                    <a:pt x="3876772" y="1260259"/>
                  </a:lnTo>
                  <a:lnTo>
                    <a:pt x="3876880" y="1260259"/>
                  </a:lnTo>
                  <a:lnTo>
                    <a:pt x="3876988" y="1260259"/>
                  </a:lnTo>
                  <a:lnTo>
                    <a:pt x="3877097" y="1260259"/>
                  </a:lnTo>
                  <a:lnTo>
                    <a:pt x="3877097" y="1259636"/>
                  </a:lnTo>
                  <a:lnTo>
                    <a:pt x="3877205" y="1259636"/>
                  </a:lnTo>
                  <a:lnTo>
                    <a:pt x="3877205" y="1259012"/>
                  </a:lnTo>
                  <a:lnTo>
                    <a:pt x="3877314" y="1259012"/>
                  </a:lnTo>
                  <a:lnTo>
                    <a:pt x="3877422" y="1259012"/>
                  </a:lnTo>
                  <a:lnTo>
                    <a:pt x="3877531" y="1259012"/>
                  </a:lnTo>
                  <a:lnTo>
                    <a:pt x="3877639" y="1259012"/>
                  </a:lnTo>
                  <a:lnTo>
                    <a:pt x="3877748" y="1259012"/>
                  </a:lnTo>
                  <a:lnTo>
                    <a:pt x="3877856" y="1259012"/>
                  </a:lnTo>
                  <a:lnTo>
                    <a:pt x="3877856" y="1258389"/>
                  </a:lnTo>
                  <a:lnTo>
                    <a:pt x="3877965" y="1258389"/>
                  </a:lnTo>
                  <a:lnTo>
                    <a:pt x="3878073" y="1258389"/>
                  </a:lnTo>
                  <a:lnTo>
                    <a:pt x="3878181" y="1258389"/>
                  </a:lnTo>
                  <a:lnTo>
                    <a:pt x="3878290" y="1258389"/>
                  </a:lnTo>
                  <a:lnTo>
                    <a:pt x="3878398" y="1258389"/>
                  </a:lnTo>
                  <a:lnTo>
                    <a:pt x="3878507" y="1258389"/>
                  </a:lnTo>
                  <a:lnTo>
                    <a:pt x="3878615" y="1258389"/>
                  </a:lnTo>
                  <a:lnTo>
                    <a:pt x="3878724" y="1258389"/>
                  </a:lnTo>
                  <a:lnTo>
                    <a:pt x="3878724" y="1257765"/>
                  </a:lnTo>
                  <a:lnTo>
                    <a:pt x="3878724" y="1257141"/>
                  </a:lnTo>
                  <a:lnTo>
                    <a:pt x="3878832" y="1257141"/>
                  </a:lnTo>
                  <a:lnTo>
                    <a:pt x="3878941" y="1257141"/>
                  </a:lnTo>
                  <a:lnTo>
                    <a:pt x="3878941" y="1256518"/>
                  </a:lnTo>
                  <a:lnTo>
                    <a:pt x="3879049" y="1256518"/>
                  </a:lnTo>
                  <a:lnTo>
                    <a:pt x="3879157" y="1256518"/>
                  </a:lnTo>
                  <a:lnTo>
                    <a:pt x="3879266" y="1256518"/>
                  </a:lnTo>
                  <a:lnTo>
                    <a:pt x="3879374" y="1256518"/>
                  </a:lnTo>
                  <a:lnTo>
                    <a:pt x="3879483" y="1256518"/>
                  </a:lnTo>
                  <a:lnTo>
                    <a:pt x="3879483" y="1255894"/>
                  </a:lnTo>
                  <a:lnTo>
                    <a:pt x="3879483" y="1255271"/>
                  </a:lnTo>
                  <a:lnTo>
                    <a:pt x="3879591" y="1255271"/>
                  </a:lnTo>
                  <a:lnTo>
                    <a:pt x="3879700" y="1255271"/>
                  </a:lnTo>
                  <a:lnTo>
                    <a:pt x="3879808" y="1255271"/>
                  </a:lnTo>
                  <a:lnTo>
                    <a:pt x="3879917" y="1255271"/>
                  </a:lnTo>
                  <a:lnTo>
                    <a:pt x="3880025" y="1255271"/>
                  </a:lnTo>
                  <a:lnTo>
                    <a:pt x="3880133" y="1255271"/>
                  </a:lnTo>
                  <a:lnTo>
                    <a:pt x="3880242" y="1255271"/>
                  </a:lnTo>
                  <a:lnTo>
                    <a:pt x="3880350" y="1255271"/>
                  </a:lnTo>
                  <a:lnTo>
                    <a:pt x="3880350" y="1254647"/>
                  </a:lnTo>
                  <a:lnTo>
                    <a:pt x="3880350" y="1254024"/>
                  </a:lnTo>
                  <a:lnTo>
                    <a:pt x="3880459" y="1254024"/>
                  </a:lnTo>
                  <a:lnTo>
                    <a:pt x="3880567" y="1254024"/>
                  </a:lnTo>
                  <a:lnTo>
                    <a:pt x="3880567" y="1253400"/>
                  </a:lnTo>
                  <a:lnTo>
                    <a:pt x="3880676" y="1253400"/>
                  </a:lnTo>
                  <a:lnTo>
                    <a:pt x="3880784" y="1253400"/>
                  </a:lnTo>
                  <a:lnTo>
                    <a:pt x="3880784" y="1252776"/>
                  </a:lnTo>
                  <a:lnTo>
                    <a:pt x="3880893" y="1252776"/>
                  </a:lnTo>
                  <a:lnTo>
                    <a:pt x="3881001" y="1252776"/>
                  </a:lnTo>
                  <a:lnTo>
                    <a:pt x="3881109" y="1252776"/>
                  </a:lnTo>
                  <a:lnTo>
                    <a:pt x="3881218" y="1252776"/>
                  </a:lnTo>
                  <a:lnTo>
                    <a:pt x="3881326" y="1252776"/>
                  </a:lnTo>
                  <a:lnTo>
                    <a:pt x="3881435" y="1252776"/>
                  </a:lnTo>
                  <a:lnTo>
                    <a:pt x="3881435" y="1252153"/>
                  </a:lnTo>
                  <a:lnTo>
                    <a:pt x="3881543" y="1252153"/>
                  </a:lnTo>
                  <a:lnTo>
                    <a:pt x="3881652" y="1252153"/>
                  </a:lnTo>
                  <a:lnTo>
                    <a:pt x="3881760" y="1252153"/>
                  </a:lnTo>
                  <a:lnTo>
                    <a:pt x="3881869" y="1252153"/>
                  </a:lnTo>
                  <a:lnTo>
                    <a:pt x="3881869" y="1251529"/>
                  </a:lnTo>
                  <a:lnTo>
                    <a:pt x="3881977" y="1251529"/>
                  </a:lnTo>
                  <a:lnTo>
                    <a:pt x="3882085" y="1251529"/>
                  </a:lnTo>
                  <a:lnTo>
                    <a:pt x="3882085" y="1250906"/>
                  </a:lnTo>
                  <a:lnTo>
                    <a:pt x="3882194" y="1250906"/>
                  </a:lnTo>
                  <a:lnTo>
                    <a:pt x="3882302" y="1250906"/>
                  </a:lnTo>
                  <a:lnTo>
                    <a:pt x="3882411" y="1250906"/>
                  </a:lnTo>
                  <a:lnTo>
                    <a:pt x="3882519" y="1250906"/>
                  </a:lnTo>
                  <a:lnTo>
                    <a:pt x="3882628" y="1250906"/>
                  </a:lnTo>
                  <a:lnTo>
                    <a:pt x="3882736" y="1250906"/>
                  </a:lnTo>
                  <a:lnTo>
                    <a:pt x="3882845" y="1250906"/>
                  </a:lnTo>
                  <a:lnTo>
                    <a:pt x="3882953" y="1250906"/>
                  </a:lnTo>
                  <a:lnTo>
                    <a:pt x="3883062" y="1250906"/>
                  </a:lnTo>
                  <a:lnTo>
                    <a:pt x="3883170" y="1250906"/>
                  </a:lnTo>
                  <a:lnTo>
                    <a:pt x="3883170" y="1250282"/>
                  </a:lnTo>
                  <a:lnTo>
                    <a:pt x="3883278" y="1250282"/>
                  </a:lnTo>
                  <a:lnTo>
                    <a:pt x="3883387" y="1250282"/>
                  </a:lnTo>
                  <a:lnTo>
                    <a:pt x="3883495" y="1250282"/>
                  </a:lnTo>
                  <a:lnTo>
                    <a:pt x="3883604" y="1250282"/>
                  </a:lnTo>
                  <a:lnTo>
                    <a:pt x="3883712" y="1250282"/>
                  </a:lnTo>
                  <a:lnTo>
                    <a:pt x="3883821" y="1250282"/>
                  </a:lnTo>
                  <a:lnTo>
                    <a:pt x="3883929" y="1250282"/>
                  </a:lnTo>
                  <a:lnTo>
                    <a:pt x="3884038" y="1250282"/>
                  </a:lnTo>
                  <a:lnTo>
                    <a:pt x="3884146" y="1250282"/>
                  </a:lnTo>
                  <a:lnTo>
                    <a:pt x="3884254" y="1250282"/>
                  </a:lnTo>
                  <a:lnTo>
                    <a:pt x="3884363" y="1250282"/>
                  </a:lnTo>
                  <a:lnTo>
                    <a:pt x="3884471" y="1250282"/>
                  </a:lnTo>
                  <a:lnTo>
                    <a:pt x="3884580" y="1250282"/>
                  </a:lnTo>
                  <a:lnTo>
                    <a:pt x="3884688" y="1250282"/>
                  </a:lnTo>
                  <a:lnTo>
                    <a:pt x="3884688" y="1249658"/>
                  </a:lnTo>
                  <a:lnTo>
                    <a:pt x="3884797" y="1249658"/>
                  </a:lnTo>
                  <a:lnTo>
                    <a:pt x="3884905" y="1249658"/>
                  </a:lnTo>
                  <a:lnTo>
                    <a:pt x="3885014" y="1249658"/>
                  </a:lnTo>
                  <a:lnTo>
                    <a:pt x="3885122" y="1249658"/>
                  </a:lnTo>
                  <a:lnTo>
                    <a:pt x="3885230" y="1249658"/>
                  </a:lnTo>
                  <a:lnTo>
                    <a:pt x="3885339" y="1249658"/>
                  </a:lnTo>
                  <a:lnTo>
                    <a:pt x="3885447" y="1249658"/>
                  </a:lnTo>
                  <a:lnTo>
                    <a:pt x="3885556" y="1249658"/>
                  </a:lnTo>
                  <a:lnTo>
                    <a:pt x="3885664" y="1249658"/>
                  </a:lnTo>
                  <a:lnTo>
                    <a:pt x="3885773" y="1249658"/>
                  </a:lnTo>
                  <a:lnTo>
                    <a:pt x="3885881" y="1249658"/>
                  </a:lnTo>
                  <a:lnTo>
                    <a:pt x="3885990" y="1249658"/>
                  </a:lnTo>
                  <a:lnTo>
                    <a:pt x="3886098" y="1249658"/>
                  </a:lnTo>
                  <a:lnTo>
                    <a:pt x="3886206" y="1249658"/>
                  </a:lnTo>
                  <a:lnTo>
                    <a:pt x="3886315" y="1249658"/>
                  </a:lnTo>
                  <a:lnTo>
                    <a:pt x="3886423" y="1249658"/>
                  </a:lnTo>
                  <a:lnTo>
                    <a:pt x="3886532" y="1249658"/>
                  </a:lnTo>
                  <a:lnTo>
                    <a:pt x="3886640" y="1249658"/>
                  </a:lnTo>
                  <a:lnTo>
                    <a:pt x="3886749" y="1249658"/>
                  </a:lnTo>
                  <a:lnTo>
                    <a:pt x="3886857" y="1249658"/>
                  </a:lnTo>
                  <a:lnTo>
                    <a:pt x="3886966" y="1249658"/>
                  </a:lnTo>
                  <a:lnTo>
                    <a:pt x="3887074" y="1249658"/>
                  </a:lnTo>
                  <a:lnTo>
                    <a:pt x="3887074" y="1249035"/>
                  </a:lnTo>
                  <a:lnTo>
                    <a:pt x="3887183" y="1249035"/>
                  </a:lnTo>
                  <a:lnTo>
                    <a:pt x="3887291" y="1249035"/>
                  </a:lnTo>
                  <a:lnTo>
                    <a:pt x="3887399" y="1249035"/>
                  </a:lnTo>
                  <a:lnTo>
                    <a:pt x="3887508" y="1249035"/>
                  </a:lnTo>
                  <a:lnTo>
                    <a:pt x="3887616" y="1249035"/>
                  </a:lnTo>
                  <a:lnTo>
                    <a:pt x="3887725" y="1249035"/>
                  </a:lnTo>
                  <a:lnTo>
                    <a:pt x="3887833" y="1249035"/>
                  </a:lnTo>
                  <a:lnTo>
                    <a:pt x="3887942" y="1249035"/>
                  </a:lnTo>
                  <a:lnTo>
                    <a:pt x="3888050" y="1249035"/>
                  </a:lnTo>
                  <a:lnTo>
                    <a:pt x="3888159" y="1249035"/>
                  </a:lnTo>
                  <a:lnTo>
                    <a:pt x="3888159" y="1248411"/>
                  </a:lnTo>
                  <a:lnTo>
                    <a:pt x="3888267" y="1248411"/>
                  </a:lnTo>
                  <a:lnTo>
                    <a:pt x="3888375" y="1248411"/>
                  </a:lnTo>
                  <a:lnTo>
                    <a:pt x="3888484" y="1248411"/>
                  </a:lnTo>
                  <a:lnTo>
                    <a:pt x="3888592" y="1248411"/>
                  </a:lnTo>
                  <a:lnTo>
                    <a:pt x="3888701" y="1248411"/>
                  </a:lnTo>
                  <a:lnTo>
                    <a:pt x="3888701" y="1247788"/>
                  </a:lnTo>
                  <a:lnTo>
                    <a:pt x="3888809" y="1247788"/>
                  </a:lnTo>
                  <a:lnTo>
                    <a:pt x="3888918" y="1247788"/>
                  </a:lnTo>
                  <a:lnTo>
                    <a:pt x="3888918" y="1247164"/>
                  </a:lnTo>
                  <a:lnTo>
                    <a:pt x="3888918" y="1246541"/>
                  </a:lnTo>
                  <a:lnTo>
                    <a:pt x="3889026" y="1246541"/>
                  </a:lnTo>
                  <a:lnTo>
                    <a:pt x="3889135" y="1246541"/>
                  </a:lnTo>
                  <a:lnTo>
                    <a:pt x="3889243" y="1246541"/>
                  </a:lnTo>
                  <a:lnTo>
                    <a:pt x="3889243" y="1245917"/>
                  </a:lnTo>
                  <a:lnTo>
                    <a:pt x="3889351" y="1245917"/>
                  </a:lnTo>
                  <a:lnTo>
                    <a:pt x="3889460" y="1245917"/>
                  </a:lnTo>
                  <a:lnTo>
                    <a:pt x="3889460" y="1245293"/>
                  </a:lnTo>
                  <a:lnTo>
                    <a:pt x="3889568" y="1245293"/>
                  </a:lnTo>
                  <a:lnTo>
                    <a:pt x="3889677" y="1245293"/>
                  </a:lnTo>
                  <a:lnTo>
                    <a:pt x="3889785" y="1245293"/>
                  </a:lnTo>
                  <a:lnTo>
                    <a:pt x="3889785" y="1244670"/>
                  </a:lnTo>
                  <a:lnTo>
                    <a:pt x="3889894" y="1244670"/>
                  </a:lnTo>
                  <a:lnTo>
                    <a:pt x="3890002" y="1244670"/>
                  </a:lnTo>
                  <a:lnTo>
                    <a:pt x="3890111" y="1244670"/>
                  </a:lnTo>
                  <a:lnTo>
                    <a:pt x="3890219" y="1244670"/>
                  </a:lnTo>
                  <a:lnTo>
                    <a:pt x="3890327" y="1244670"/>
                  </a:lnTo>
                  <a:lnTo>
                    <a:pt x="3890436" y="1244670"/>
                  </a:lnTo>
                  <a:lnTo>
                    <a:pt x="3890544" y="1244670"/>
                  </a:lnTo>
                  <a:lnTo>
                    <a:pt x="3890653" y="1244670"/>
                  </a:lnTo>
                  <a:lnTo>
                    <a:pt x="3890761" y="1244670"/>
                  </a:lnTo>
                  <a:lnTo>
                    <a:pt x="3890761" y="1244046"/>
                  </a:lnTo>
                  <a:lnTo>
                    <a:pt x="3890870" y="1244046"/>
                  </a:lnTo>
                  <a:lnTo>
                    <a:pt x="3890978" y="1244046"/>
                  </a:lnTo>
                  <a:lnTo>
                    <a:pt x="3891087" y="1244046"/>
                  </a:lnTo>
                  <a:lnTo>
                    <a:pt x="3891087" y="1243423"/>
                  </a:lnTo>
                  <a:lnTo>
                    <a:pt x="3891195" y="1243423"/>
                  </a:lnTo>
                  <a:lnTo>
                    <a:pt x="3891304" y="1243423"/>
                  </a:lnTo>
                  <a:lnTo>
                    <a:pt x="3891412" y="1243423"/>
                  </a:lnTo>
                  <a:lnTo>
                    <a:pt x="3891520" y="1243423"/>
                  </a:lnTo>
                  <a:lnTo>
                    <a:pt x="3891629" y="1243423"/>
                  </a:lnTo>
                  <a:lnTo>
                    <a:pt x="3891737" y="1243423"/>
                  </a:lnTo>
                  <a:lnTo>
                    <a:pt x="3891846" y="1243423"/>
                  </a:lnTo>
                  <a:lnTo>
                    <a:pt x="3891954" y="1243423"/>
                  </a:lnTo>
                  <a:lnTo>
                    <a:pt x="3892063" y="1243423"/>
                  </a:lnTo>
                  <a:lnTo>
                    <a:pt x="3892171" y="1243423"/>
                  </a:lnTo>
                  <a:lnTo>
                    <a:pt x="3892280" y="1243423"/>
                  </a:lnTo>
                  <a:lnTo>
                    <a:pt x="3892388" y="1243423"/>
                  </a:lnTo>
                  <a:lnTo>
                    <a:pt x="3892496" y="1243423"/>
                  </a:lnTo>
                  <a:lnTo>
                    <a:pt x="3892605" y="1243423"/>
                  </a:lnTo>
                  <a:lnTo>
                    <a:pt x="3892713" y="1243423"/>
                  </a:lnTo>
                  <a:lnTo>
                    <a:pt x="3892822" y="1243423"/>
                  </a:lnTo>
                  <a:lnTo>
                    <a:pt x="3892822" y="1242799"/>
                  </a:lnTo>
                  <a:lnTo>
                    <a:pt x="3892822" y="1242175"/>
                  </a:lnTo>
                  <a:lnTo>
                    <a:pt x="3892930" y="1242175"/>
                  </a:lnTo>
                  <a:lnTo>
                    <a:pt x="3893039" y="1242175"/>
                  </a:lnTo>
                  <a:lnTo>
                    <a:pt x="3893147" y="1242175"/>
                  </a:lnTo>
                  <a:lnTo>
                    <a:pt x="3893256" y="1242175"/>
                  </a:lnTo>
                  <a:lnTo>
                    <a:pt x="3893364" y="1242175"/>
                  </a:lnTo>
                  <a:lnTo>
                    <a:pt x="3893472" y="1242175"/>
                  </a:lnTo>
                  <a:lnTo>
                    <a:pt x="3893581" y="1242175"/>
                  </a:lnTo>
                  <a:lnTo>
                    <a:pt x="3893689" y="1242175"/>
                  </a:lnTo>
                  <a:lnTo>
                    <a:pt x="3893689" y="1241552"/>
                  </a:lnTo>
                  <a:lnTo>
                    <a:pt x="3893798" y="1241552"/>
                  </a:lnTo>
                  <a:lnTo>
                    <a:pt x="3893906" y="1241552"/>
                  </a:lnTo>
                  <a:lnTo>
                    <a:pt x="3894015" y="1241552"/>
                  </a:lnTo>
                  <a:lnTo>
                    <a:pt x="3894123" y="1241552"/>
                  </a:lnTo>
                  <a:lnTo>
                    <a:pt x="3894232" y="1241552"/>
                  </a:lnTo>
                  <a:lnTo>
                    <a:pt x="3894340" y="1241552"/>
                  </a:lnTo>
                  <a:lnTo>
                    <a:pt x="3894448" y="1241552"/>
                  </a:lnTo>
                  <a:lnTo>
                    <a:pt x="3894557" y="1241552"/>
                  </a:lnTo>
                  <a:lnTo>
                    <a:pt x="3894665" y="1241552"/>
                  </a:lnTo>
                  <a:lnTo>
                    <a:pt x="3894774" y="1241552"/>
                  </a:lnTo>
                  <a:lnTo>
                    <a:pt x="3894882" y="1241552"/>
                  </a:lnTo>
                  <a:lnTo>
                    <a:pt x="3894991" y="1241552"/>
                  </a:lnTo>
                  <a:lnTo>
                    <a:pt x="3895099" y="1241552"/>
                  </a:lnTo>
                  <a:lnTo>
                    <a:pt x="3895208" y="1241552"/>
                  </a:lnTo>
                  <a:lnTo>
                    <a:pt x="3895316" y="1241552"/>
                  </a:lnTo>
                  <a:lnTo>
                    <a:pt x="3895425" y="1241552"/>
                  </a:lnTo>
                  <a:lnTo>
                    <a:pt x="3895533" y="1241552"/>
                  </a:lnTo>
                  <a:lnTo>
                    <a:pt x="3895641" y="1241552"/>
                  </a:lnTo>
                  <a:lnTo>
                    <a:pt x="3895750" y="1241552"/>
                  </a:lnTo>
                  <a:lnTo>
                    <a:pt x="3895858" y="1241552"/>
                  </a:lnTo>
                  <a:lnTo>
                    <a:pt x="3895858" y="1240928"/>
                  </a:lnTo>
                  <a:lnTo>
                    <a:pt x="3895967" y="1240928"/>
                  </a:lnTo>
                  <a:lnTo>
                    <a:pt x="3896075" y="1240928"/>
                  </a:lnTo>
                  <a:lnTo>
                    <a:pt x="3896184" y="1240928"/>
                  </a:lnTo>
                  <a:lnTo>
                    <a:pt x="3896292" y="1240928"/>
                  </a:lnTo>
                  <a:lnTo>
                    <a:pt x="3896401" y="1240928"/>
                  </a:lnTo>
                  <a:lnTo>
                    <a:pt x="3896509" y="1240928"/>
                  </a:lnTo>
                  <a:lnTo>
                    <a:pt x="3896617" y="1240928"/>
                  </a:lnTo>
                  <a:lnTo>
                    <a:pt x="3896726" y="1240928"/>
                  </a:lnTo>
                  <a:lnTo>
                    <a:pt x="3896834" y="1240928"/>
                  </a:lnTo>
                  <a:lnTo>
                    <a:pt x="3896943" y="1240928"/>
                  </a:lnTo>
                  <a:lnTo>
                    <a:pt x="3897051" y="1240928"/>
                  </a:lnTo>
                  <a:lnTo>
                    <a:pt x="3897160" y="1240928"/>
                  </a:lnTo>
                  <a:lnTo>
                    <a:pt x="3897268" y="1240928"/>
                  </a:lnTo>
                  <a:lnTo>
                    <a:pt x="3897377" y="1240928"/>
                  </a:lnTo>
                  <a:lnTo>
                    <a:pt x="3897485" y="1240928"/>
                  </a:lnTo>
                  <a:lnTo>
                    <a:pt x="3897593" y="1240928"/>
                  </a:lnTo>
                  <a:lnTo>
                    <a:pt x="3897593" y="1240305"/>
                  </a:lnTo>
                  <a:lnTo>
                    <a:pt x="3897702" y="1240305"/>
                  </a:lnTo>
                  <a:lnTo>
                    <a:pt x="3897702" y="1239681"/>
                  </a:lnTo>
                  <a:lnTo>
                    <a:pt x="3897810" y="1239681"/>
                  </a:lnTo>
                  <a:lnTo>
                    <a:pt x="3897919" y="1239681"/>
                  </a:lnTo>
                  <a:lnTo>
                    <a:pt x="3898027" y="1239681"/>
                  </a:lnTo>
                  <a:lnTo>
                    <a:pt x="3898136" y="1239681"/>
                  </a:lnTo>
                  <a:lnTo>
                    <a:pt x="3898244" y="1239681"/>
                  </a:lnTo>
                  <a:lnTo>
                    <a:pt x="3898353" y="1239681"/>
                  </a:lnTo>
                  <a:lnTo>
                    <a:pt x="3898461" y="1239681"/>
                  </a:lnTo>
                  <a:lnTo>
                    <a:pt x="3898569" y="1239681"/>
                  </a:lnTo>
                  <a:lnTo>
                    <a:pt x="3898678" y="1239681"/>
                  </a:lnTo>
                  <a:lnTo>
                    <a:pt x="3898786" y="1239681"/>
                  </a:lnTo>
                  <a:lnTo>
                    <a:pt x="3898895" y="1239681"/>
                  </a:lnTo>
                  <a:lnTo>
                    <a:pt x="3899003" y="1239681"/>
                  </a:lnTo>
                  <a:lnTo>
                    <a:pt x="3899112" y="1239681"/>
                  </a:lnTo>
                  <a:lnTo>
                    <a:pt x="3899112" y="1239058"/>
                  </a:lnTo>
                  <a:lnTo>
                    <a:pt x="3899220" y="1239058"/>
                  </a:lnTo>
                  <a:lnTo>
                    <a:pt x="3899329" y="1239058"/>
                  </a:lnTo>
                  <a:lnTo>
                    <a:pt x="3899437" y="1239058"/>
                  </a:lnTo>
                  <a:lnTo>
                    <a:pt x="3899546" y="1239058"/>
                  </a:lnTo>
                  <a:lnTo>
                    <a:pt x="3899654" y="1239058"/>
                  </a:lnTo>
                  <a:lnTo>
                    <a:pt x="3899762" y="1239058"/>
                  </a:lnTo>
                  <a:lnTo>
                    <a:pt x="3899762" y="1238434"/>
                  </a:lnTo>
                  <a:lnTo>
                    <a:pt x="3899871" y="1238434"/>
                  </a:lnTo>
                  <a:lnTo>
                    <a:pt x="3899871" y="1237810"/>
                  </a:lnTo>
                  <a:lnTo>
                    <a:pt x="3899979" y="1237810"/>
                  </a:lnTo>
                  <a:lnTo>
                    <a:pt x="3900088" y="1237810"/>
                  </a:lnTo>
                  <a:lnTo>
                    <a:pt x="3900196" y="1237810"/>
                  </a:lnTo>
                  <a:lnTo>
                    <a:pt x="3900305" y="1237810"/>
                  </a:lnTo>
                  <a:lnTo>
                    <a:pt x="3900305" y="1237187"/>
                  </a:lnTo>
                  <a:lnTo>
                    <a:pt x="3900305" y="1236563"/>
                  </a:lnTo>
                  <a:lnTo>
                    <a:pt x="3900413" y="1236563"/>
                  </a:lnTo>
                  <a:lnTo>
                    <a:pt x="3900522" y="1236563"/>
                  </a:lnTo>
                  <a:lnTo>
                    <a:pt x="3900630" y="1236563"/>
                  </a:lnTo>
                  <a:lnTo>
                    <a:pt x="3900738" y="1236563"/>
                  </a:lnTo>
                  <a:lnTo>
                    <a:pt x="3900847" y="1236563"/>
                  </a:lnTo>
                  <a:lnTo>
                    <a:pt x="3900955" y="1236563"/>
                  </a:lnTo>
                  <a:lnTo>
                    <a:pt x="3901064" y="1236563"/>
                  </a:lnTo>
                  <a:lnTo>
                    <a:pt x="3901172" y="1236563"/>
                  </a:lnTo>
                  <a:lnTo>
                    <a:pt x="3901281" y="1236563"/>
                  </a:lnTo>
                  <a:lnTo>
                    <a:pt x="3901389" y="1236563"/>
                  </a:lnTo>
                  <a:lnTo>
                    <a:pt x="3901498" y="1236563"/>
                  </a:lnTo>
                  <a:lnTo>
                    <a:pt x="3901606" y="1236563"/>
                  </a:lnTo>
                  <a:lnTo>
                    <a:pt x="3901714" y="1236563"/>
                  </a:lnTo>
                  <a:lnTo>
                    <a:pt x="3901823" y="1236563"/>
                  </a:lnTo>
                  <a:lnTo>
                    <a:pt x="3901931" y="1236563"/>
                  </a:lnTo>
                  <a:lnTo>
                    <a:pt x="3901931" y="1235940"/>
                  </a:lnTo>
                  <a:lnTo>
                    <a:pt x="3902040" y="1235940"/>
                  </a:lnTo>
                  <a:lnTo>
                    <a:pt x="3902148" y="1235940"/>
                  </a:lnTo>
                  <a:lnTo>
                    <a:pt x="3902257" y="1235940"/>
                  </a:lnTo>
                  <a:lnTo>
                    <a:pt x="3902365" y="1235940"/>
                  </a:lnTo>
                  <a:lnTo>
                    <a:pt x="3902474" y="1235940"/>
                  </a:lnTo>
                  <a:lnTo>
                    <a:pt x="3902582" y="1235940"/>
                  </a:lnTo>
                  <a:lnTo>
                    <a:pt x="3902690" y="1235940"/>
                  </a:lnTo>
                  <a:lnTo>
                    <a:pt x="3902799" y="1235940"/>
                  </a:lnTo>
                  <a:lnTo>
                    <a:pt x="3902907" y="1235940"/>
                  </a:lnTo>
                  <a:lnTo>
                    <a:pt x="3903016" y="1235940"/>
                  </a:lnTo>
                  <a:lnTo>
                    <a:pt x="3903124" y="1235940"/>
                  </a:lnTo>
                  <a:lnTo>
                    <a:pt x="3903233" y="1235940"/>
                  </a:lnTo>
                  <a:lnTo>
                    <a:pt x="3903341" y="1235940"/>
                  </a:lnTo>
                  <a:lnTo>
                    <a:pt x="3903450" y="1235940"/>
                  </a:lnTo>
                  <a:lnTo>
                    <a:pt x="3903558" y="1235940"/>
                  </a:lnTo>
                  <a:lnTo>
                    <a:pt x="3903666" y="1235940"/>
                  </a:lnTo>
                  <a:lnTo>
                    <a:pt x="3903775" y="1235940"/>
                  </a:lnTo>
                  <a:lnTo>
                    <a:pt x="3903883" y="1235940"/>
                  </a:lnTo>
                  <a:lnTo>
                    <a:pt x="3903992" y="1235940"/>
                  </a:lnTo>
                  <a:lnTo>
                    <a:pt x="3904100" y="1235940"/>
                  </a:lnTo>
                  <a:lnTo>
                    <a:pt x="3904209" y="1235940"/>
                  </a:lnTo>
                  <a:lnTo>
                    <a:pt x="3904317" y="1235940"/>
                  </a:lnTo>
                  <a:lnTo>
                    <a:pt x="3904317" y="1235316"/>
                  </a:lnTo>
                  <a:lnTo>
                    <a:pt x="3904426" y="1235316"/>
                  </a:lnTo>
                  <a:lnTo>
                    <a:pt x="3904426" y="1234692"/>
                  </a:lnTo>
                  <a:lnTo>
                    <a:pt x="3904534" y="1234692"/>
                  </a:lnTo>
                  <a:lnTo>
                    <a:pt x="3904643" y="1234692"/>
                  </a:lnTo>
                  <a:lnTo>
                    <a:pt x="3904751" y="1234692"/>
                  </a:lnTo>
                  <a:lnTo>
                    <a:pt x="3904859" y="1234692"/>
                  </a:lnTo>
                  <a:lnTo>
                    <a:pt x="3904968" y="1234692"/>
                  </a:lnTo>
                  <a:lnTo>
                    <a:pt x="3904968" y="1234069"/>
                  </a:lnTo>
                  <a:lnTo>
                    <a:pt x="3905076" y="1234069"/>
                  </a:lnTo>
                  <a:lnTo>
                    <a:pt x="3905185" y="1234069"/>
                  </a:lnTo>
                  <a:lnTo>
                    <a:pt x="3905293" y="1234069"/>
                  </a:lnTo>
                  <a:lnTo>
                    <a:pt x="3905293" y="1233445"/>
                  </a:lnTo>
                  <a:lnTo>
                    <a:pt x="3905402" y="1233445"/>
                  </a:lnTo>
                  <a:lnTo>
                    <a:pt x="3905510" y="1233445"/>
                  </a:lnTo>
                  <a:lnTo>
                    <a:pt x="3905619" y="1233445"/>
                  </a:lnTo>
                  <a:lnTo>
                    <a:pt x="3905727" y="1233445"/>
                  </a:lnTo>
                  <a:lnTo>
                    <a:pt x="3905835" y="1233445"/>
                  </a:lnTo>
                  <a:lnTo>
                    <a:pt x="3905835" y="1232822"/>
                  </a:lnTo>
                  <a:lnTo>
                    <a:pt x="3905944" y="1232822"/>
                  </a:lnTo>
                  <a:lnTo>
                    <a:pt x="3905944" y="1232198"/>
                  </a:lnTo>
                  <a:lnTo>
                    <a:pt x="3905944" y="1231575"/>
                  </a:lnTo>
                  <a:lnTo>
                    <a:pt x="3906052" y="1231575"/>
                  </a:lnTo>
                  <a:lnTo>
                    <a:pt x="3906161" y="1231575"/>
                  </a:lnTo>
                  <a:lnTo>
                    <a:pt x="3906269" y="1231575"/>
                  </a:lnTo>
                  <a:lnTo>
                    <a:pt x="3906378" y="1231575"/>
                  </a:lnTo>
                  <a:lnTo>
                    <a:pt x="3906486" y="1231575"/>
                  </a:lnTo>
                  <a:lnTo>
                    <a:pt x="3906595" y="1231575"/>
                  </a:lnTo>
                  <a:lnTo>
                    <a:pt x="3906703" y="1231575"/>
                  </a:lnTo>
                  <a:lnTo>
                    <a:pt x="3906811" y="1231575"/>
                  </a:lnTo>
                  <a:lnTo>
                    <a:pt x="3906920" y="1231575"/>
                  </a:lnTo>
                  <a:lnTo>
                    <a:pt x="3907028" y="1231575"/>
                  </a:lnTo>
                  <a:lnTo>
                    <a:pt x="3907137" y="1231575"/>
                  </a:lnTo>
                  <a:lnTo>
                    <a:pt x="3907245" y="1231575"/>
                  </a:lnTo>
                  <a:lnTo>
                    <a:pt x="3907245" y="1230951"/>
                  </a:lnTo>
                  <a:lnTo>
                    <a:pt x="3907354" y="1230951"/>
                  </a:lnTo>
                  <a:lnTo>
                    <a:pt x="3907462" y="1230951"/>
                  </a:lnTo>
                  <a:lnTo>
                    <a:pt x="3907571" y="1230951"/>
                  </a:lnTo>
                  <a:lnTo>
                    <a:pt x="3907679" y="1230951"/>
                  </a:lnTo>
                  <a:lnTo>
                    <a:pt x="3907787" y="1230951"/>
                  </a:lnTo>
                  <a:lnTo>
                    <a:pt x="3907896" y="1230951"/>
                  </a:lnTo>
                  <a:lnTo>
                    <a:pt x="3908004" y="1230951"/>
                  </a:lnTo>
                  <a:lnTo>
                    <a:pt x="3908004" y="1230327"/>
                  </a:lnTo>
                  <a:lnTo>
                    <a:pt x="3908113" y="1230327"/>
                  </a:lnTo>
                  <a:lnTo>
                    <a:pt x="3908113" y="1229704"/>
                  </a:lnTo>
                  <a:lnTo>
                    <a:pt x="3908221" y="1229704"/>
                  </a:lnTo>
                  <a:lnTo>
                    <a:pt x="3908330" y="1229704"/>
                  </a:lnTo>
                  <a:lnTo>
                    <a:pt x="3908438" y="1229704"/>
                  </a:lnTo>
                  <a:lnTo>
                    <a:pt x="3908547" y="1229704"/>
                  </a:lnTo>
                  <a:lnTo>
                    <a:pt x="3908655" y="1229704"/>
                  </a:lnTo>
                  <a:lnTo>
                    <a:pt x="3908764" y="1229704"/>
                  </a:lnTo>
                  <a:lnTo>
                    <a:pt x="3908872" y="1229704"/>
                  </a:lnTo>
                  <a:lnTo>
                    <a:pt x="3908980" y="1229704"/>
                  </a:lnTo>
                  <a:lnTo>
                    <a:pt x="3909089" y="1229704"/>
                  </a:lnTo>
                  <a:lnTo>
                    <a:pt x="3909197" y="1229704"/>
                  </a:lnTo>
                  <a:lnTo>
                    <a:pt x="3909306" y="1229704"/>
                  </a:lnTo>
                  <a:lnTo>
                    <a:pt x="3909414" y="1229704"/>
                  </a:lnTo>
                  <a:lnTo>
                    <a:pt x="3909523" y="1229704"/>
                  </a:lnTo>
                  <a:lnTo>
                    <a:pt x="3909631" y="1229704"/>
                  </a:lnTo>
                  <a:lnTo>
                    <a:pt x="3909740" y="1229704"/>
                  </a:lnTo>
                  <a:lnTo>
                    <a:pt x="3909848" y="1229704"/>
                  </a:lnTo>
                  <a:lnTo>
                    <a:pt x="3909956" y="1229704"/>
                  </a:lnTo>
                  <a:lnTo>
                    <a:pt x="3910065" y="1229704"/>
                  </a:lnTo>
                  <a:lnTo>
                    <a:pt x="3910173" y="1229704"/>
                  </a:lnTo>
                  <a:lnTo>
                    <a:pt x="3910282" y="1229704"/>
                  </a:lnTo>
                  <a:lnTo>
                    <a:pt x="3910390" y="1229704"/>
                  </a:lnTo>
                  <a:lnTo>
                    <a:pt x="3910390" y="1229080"/>
                  </a:lnTo>
                  <a:lnTo>
                    <a:pt x="3910390" y="1228457"/>
                  </a:lnTo>
                  <a:lnTo>
                    <a:pt x="3910499" y="1228457"/>
                  </a:lnTo>
                  <a:lnTo>
                    <a:pt x="3910607" y="1228457"/>
                  </a:lnTo>
                  <a:lnTo>
                    <a:pt x="3910716" y="1228457"/>
                  </a:lnTo>
                  <a:lnTo>
                    <a:pt x="3910824" y="1228457"/>
                  </a:lnTo>
                  <a:lnTo>
                    <a:pt x="3910932" y="1228457"/>
                  </a:lnTo>
                  <a:lnTo>
                    <a:pt x="3911041" y="1228457"/>
                  </a:lnTo>
                  <a:lnTo>
                    <a:pt x="3911149" y="1228457"/>
                  </a:lnTo>
                  <a:lnTo>
                    <a:pt x="3911258" y="1228457"/>
                  </a:lnTo>
                  <a:lnTo>
                    <a:pt x="3911366" y="1228457"/>
                  </a:lnTo>
                  <a:lnTo>
                    <a:pt x="3911475" y="1228457"/>
                  </a:lnTo>
                  <a:lnTo>
                    <a:pt x="3911475" y="1227833"/>
                  </a:lnTo>
                  <a:lnTo>
                    <a:pt x="3911583" y="1227833"/>
                  </a:lnTo>
                  <a:lnTo>
                    <a:pt x="3911692" y="1227833"/>
                  </a:lnTo>
                  <a:lnTo>
                    <a:pt x="3911692" y="1227210"/>
                  </a:lnTo>
                  <a:lnTo>
                    <a:pt x="3911800" y="1227210"/>
                  </a:lnTo>
                  <a:lnTo>
                    <a:pt x="3911908" y="1227210"/>
                  </a:lnTo>
                  <a:lnTo>
                    <a:pt x="3912017" y="1227210"/>
                  </a:lnTo>
                  <a:lnTo>
                    <a:pt x="3912017" y="1226586"/>
                  </a:lnTo>
                  <a:lnTo>
                    <a:pt x="3912125" y="1226586"/>
                  </a:lnTo>
                  <a:lnTo>
                    <a:pt x="3912234" y="1226586"/>
                  </a:lnTo>
                  <a:lnTo>
                    <a:pt x="3912342" y="1226586"/>
                  </a:lnTo>
                  <a:lnTo>
                    <a:pt x="3912342" y="1225962"/>
                  </a:lnTo>
                  <a:lnTo>
                    <a:pt x="3912342" y="1225339"/>
                  </a:lnTo>
                  <a:lnTo>
                    <a:pt x="3912451" y="1225339"/>
                  </a:lnTo>
                  <a:lnTo>
                    <a:pt x="3912451" y="1224715"/>
                  </a:lnTo>
                  <a:lnTo>
                    <a:pt x="3912559" y="1224715"/>
                  </a:lnTo>
                  <a:lnTo>
                    <a:pt x="3912668" y="1224715"/>
                  </a:lnTo>
                  <a:lnTo>
                    <a:pt x="3912776" y="1224715"/>
                  </a:lnTo>
                  <a:lnTo>
                    <a:pt x="3912885" y="1224715"/>
                  </a:lnTo>
                  <a:lnTo>
                    <a:pt x="3912993" y="1224715"/>
                  </a:lnTo>
                  <a:lnTo>
                    <a:pt x="3913101" y="1224715"/>
                  </a:lnTo>
                  <a:lnTo>
                    <a:pt x="3913210" y="1224715"/>
                  </a:lnTo>
                  <a:lnTo>
                    <a:pt x="3913318" y="1224715"/>
                  </a:lnTo>
                  <a:lnTo>
                    <a:pt x="3913427" y="1224715"/>
                  </a:lnTo>
                  <a:lnTo>
                    <a:pt x="3913535" y="1224715"/>
                  </a:lnTo>
                  <a:lnTo>
                    <a:pt x="3913644" y="1224715"/>
                  </a:lnTo>
                  <a:lnTo>
                    <a:pt x="3913752" y="1224715"/>
                  </a:lnTo>
                  <a:lnTo>
                    <a:pt x="3913861" y="1224715"/>
                  </a:lnTo>
                  <a:lnTo>
                    <a:pt x="3913969" y="1224715"/>
                  </a:lnTo>
                  <a:lnTo>
                    <a:pt x="3914077" y="1224715"/>
                  </a:lnTo>
                  <a:lnTo>
                    <a:pt x="3914186" y="1224715"/>
                  </a:lnTo>
                  <a:lnTo>
                    <a:pt x="3914294" y="1224715"/>
                  </a:lnTo>
                  <a:lnTo>
                    <a:pt x="3914294" y="1224092"/>
                  </a:lnTo>
                  <a:lnTo>
                    <a:pt x="3914403" y="1224092"/>
                  </a:lnTo>
                  <a:lnTo>
                    <a:pt x="3914511" y="1224092"/>
                  </a:lnTo>
                  <a:lnTo>
                    <a:pt x="3914620" y="1224092"/>
                  </a:lnTo>
                  <a:lnTo>
                    <a:pt x="3914728" y="1224092"/>
                  </a:lnTo>
                  <a:lnTo>
                    <a:pt x="3914837" y="1224092"/>
                  </a:lnTo>
                  <a:lnTo>
                    <a:pt x="3914945" y="1224092"/>
                  </a:lnTo>
                  <a:lnTo>
                    <a:pt x="3915053" y="1224092"/>
                  </a:lnTo>
                  <a:lnTo>
                    <a:pt x="3915162" y="1224092"/>
                  </a:lnTo>
                  <a:lnTo>
                    <a:pt x="3915270" y="1224092"/>
                  </a:lnTo>
                  <a:lnTo>
                    <a:pt x="3915379" y="1224092"/>
                  </a:lnTo>
                  <a:lnTo>
                    <a:pt x="3915487" y="1224092"/>
                  </a:lnTo>
                  <a:lnTo>
                    <a:pt x="3915596" y="1224092"/>
                  </a:lnTo>
                  <a:lnTo>
                    <a:pt x="3915704" y="1224092"/>
                  </a:lnTo>
                  <a:lnTo>
                    <a:pt x="3915813" y="1224092"/>
                  </a:lnTo>
                  <a:lnTo>
                    <a:pt x="3915921" y="1224092"/>
                  </a:lnTo>
                  <a:lnTo>
                    <a:pt x="3915921" y="1223468"/>
                  </a:lnTo>
                  <a:lnTo>
                    <a:pt x="3916029" y="1223468"/>
                  </a:lnTo>
                  <a:lnTo>
                    <a:pt x="3916138" y="1223468"/>
                  </a:lnTo>
                  <a:lnTo>
                    <a:pt x="3916246" y="1223468"/>
                  </a:lnTo>
                  <a:lnTo>
                    <a:pt x="3916355" y="1223468"/>
                  </a:lnTo>
                  <a:lnTo>
                    <a:pt x="3916463" y="1223468"/>
                  </a:lnTo>
                  <a:lnTo>
                    <a:pt x="3916572" y="1223468"/>
                  </a:lnTo>
                  <a:lnTo>
                    <a:pt x="3916680" y="1223468"/>
                  </a:lnTo>
                  <a:lnTo>
                    <a:pt x="3916789" y="1223468"/>
                  </a:lnTo>
                  <a:lnTo>
                    <a:pt x="3916897" y="1223468"/>
                  </a:lnTo>
                  <a:lnTo>
                    <a:pt x="3917006" y="1223468"/>
                  </a:lnTo>
                  <a:lnTo>
                    <a:pt x="3917114" y="1223468"/>
                  </a:lnTo>
                  <a:lnTo>
                    <a:pt x="3917222" y="1223468"/>
                  </a:lnTo>
                  <a:lnTo>
                    <a:pt x="3917331" y="1223468"/>
                  </a:lnTo>
                  <a:lnTo>
                    <a:pt x="3917439" y="1223468"/>
                  </a:lnTo>
                  <a:lnTo>
                    <a:pt x="3917548" y="1223468"/>
                  </a:lnTo>
                  <a:lnTo>
                    <a:pt x="3917656" y="1223468"/>
                  </a:lnTo>
                  <a:lnTo>
                    <a:pt x="3917765" y="1223468"/>
                  </a:lnTo>
                  <a:lnTo>
                    <a:pt x="3917873" y="1223468"/>
                  </a:lnTo>
                  <a:lnTo>
                    <a:pt x="3917873" y="1222844"/>
                  </a:lnTo>
                  <a:lnTo>
                    <a:pt x="3917982" y="1222844"/>
                  </a:lnTo>
                  <a:lnTo>
                    <a:pt x="3918090" y="1222844"/>
                  </a:lnTo>
                  <a:lnTo>
                    <a:pt x="3918198" y="1222844"/>
                  </a:lnTo>
                  <a:lnTo>
                    <a:pt x="3918307" y="1222844"/>
                  </a:lnTo>
                  <a:lnTo>
                    <a:pt x="3918415" y="1222844"/>
                  </a:lnTo>
                  <a:lnTo>
                    <a:pt x="3918524" y="1222844"/>
                  </a:lnTo>
                  <a:lnTo>
                    <a:pt x="3918632" y="1222844"/>
                  </a:lnTo>
                  <a:lnTo>
                    <a:pt x="3918741" y="1222844"/>
                  </a:lnTo>
                  <a:lnTo>
                    <a:pt x="3918741" y="1222221"/>
                  </a:lnTo>
                  <a:lnTo>
                    <a:pt x="3918849" y="1222221"/>
                  </a:lnTo>
                  <a:lnTo>
                    <a:pt x="3918958" y="1222221"/>
                  </a:lnTo>
                  <a:lnTo>
                    <a:pt x="3919066" y="1222221"/>
                  </a:lnTo>
                  <a:lnTo>
                    <a:pt x="3919174" y="1222221"/>
                  </a:lnTo>
                  <a:lnTo>
                    <a:pt x="3919283" y="1222221"/>
                  </a:lnTo>
                  <a:lnTo>
                    <a:pt x="3919283" y="1221597"/>
                  </a:lnTo>
                  <a:lnTo>
                    <a:pt x="3919391" y="1221597"/>
                  </a:lnTo>
                  <a:lnTo>
                    <a:pt x="3919500" y="1221597"/>
                  </a:lnTo>
                  <a:lnTo>
                    <a:pt x="3919608" y="1221597"/>
                  </a:lnTo>
                  <a:lnTo>
                    <a:pt x="3919717" y="1221597"/>
                  </a:lnTo>
                  <a:lnTo>
                    <a:pt x="3919825" y="1221597"/>
                  </a:lnTo>
                  <a:lnTo>
                    <a:pt x="3919934" y="1221597"/>
                  </a:lnTo>
                  <a:lnTo>
                    <a:pt x="3920042" y="1221597"/>
                  </a:lnTo>
                  <a:lnTo>
                    <a:pt x="3920150" y="1221597"/>
                  </a:lnTo>
                  <a:lnTo>
                    <a:pt x="3920259" y="1221597"/>
                  </a:lnTo>
                  <a:lnTo>
                    <a:pt x="3920367" y="1221597"/>
                  </a:lnTo>
                  <a:lnTo>
                    <a:pt x="3920476" y="1221597"/>
                  </a:lnTo>
                  <a:lnTo>
                    <a:pt x="3920584" y="1221597"/>
                  </a:lnTo>
                  <a:lnTo>
                    <a:pt x="3920584" y="1220974"/>
                  </a:lnTo>
                  <a:lnTo>
                    <a:pt x="3920693" y="1220974"/>
                  </a:lnTo>
                  <a:lnTo>
                    <a:pt x="3920801" y="1220974"/>
                  </a:lnTo>
                  <a:lnTo>
                    <a:pt x="3920910" y="1220974"/>
                  </a:lnTo>
                  <a:lnTo>
                    <a:pt x="3921018" y="1220974"/>
                  </a:lnTo>
                  <a:lnTo>
                    <a:pt x="3921127" y="1220974"/>
                  </a:lnTo>
                  <a:lnTo>
                    <a:pt x="3921127" y="1220350"/>
                  </a:lnTo>
                  <a:lnTo>
                    <a:pt x="3921235" y="1220350"/>
                  </a:lnTo>
                  <a:lnTo>
                    <a:pt x="3921343" y="1220350"/>
                  </a:lnTo>
                  <a:lnTo>
                    <a:pt x="3921452" y="1220350"/>
                  </a:lnTo>
                  <a:lnTo>
                    <a:pt x="3921560" y="1220350"/>
                  </a:lnTo>
                  <a:lnTo>
                    <a:pt x="3921669" y="1220350"/>
                  </a:lnTo>
                  <a:lnTo>
                    <a:pt x="3921777" y="1220350"/>
                  </a:lnTo>
                  <a:lnTo>
                    <a:pt x="3921886" y="1220350"/>
                  </a:lnTo>
                  <a:lnTo>
                    <a:pt x="3921994" y="1220350"/>
                  </a:lnTo>
                  <a:lnTo>
                    <a:pt x="3922103" y="1220350"/>
                  </a:lnTo>
                  <a:lnTo>
                    <a:pt x="3922211" y="1220350"/>
                  </a:lnTo>
                  <a:lnTo>
                    <a:pt x="3922319" y="1220350"/>
                  </a:lnTo>
                  <a:lnTo>
                    <a:pt x="3922428" y="1220350"/>
                  </a:lnTo>
                  <a:lnTo>
                    <a:pt x="3922536" y="1220350"/>
                  </a:lnTo>
                  <a:lnTo>
                    <a:pt x="3922645" y="1220350"/>
                  </a:lnTo>
                  <a:lnTo>
                    <a:pt x="3922753" y="1220350"/>
                  </a:lnTo>
                  <a:lnTo>
                    <a:pt x="3922862" y="1220350"/>
                  </a:lnTo>
                  <a:lnTo>
                    <a:pt x="3922970" y="1220350"/>
                  </a:lnTo>
                  <a:lnTo>
                    <a:pt x="3923079" y="1220350"/>
                  </a:lnTo>
                  <a:lnTo>
                    <a:pt x="3923187" y="1220350"/>
                  </a:lnTo>
                  <a:lnTo>
                    <a:pt x="3923295" y="1220350"/>
                  </a:lnTo>
                  <a:lnTo>
                    <a:pt x="3923404" y="1220350"/>
                  </a:lnTo>
                  <a:lnTo>
                    <a:pt x="3923512" y="1220350"/>
                  </a:lnTo>
                  <a:lnTo>
                    <a:pt x="3923621" y="1220350"/>
                  </a:lnTo>
                  <a:lnTo>
                    <a:pt x="3923729" y="1220350"/>
                  </a:lnTo>
                  <a:lnTo>
                    <a:pt x="3923838" y="1220350"/>
                  </a:lnTo>
                  <a:lnTo>
                    <a:pt x="3923946" y="1220350"/>
                  </a:lnTo>
                  <a:lnTo>
                    <a:pt x="3924055" y="1220350"/>
                  </a:lnTo>
                  <a:lnTo>
                    <a:pt x="3924163" y="1220350"/>
                  </a:lnTo>
                  <a:lnTo>
                    <a:pt x="3924271" y="1220350"/>
                  </a:lnTo>
                  <a:lnTo>
                    <a:pt x="3924380" y="1220350"/>
                  </a:lnTo>
                  <a:lnTo>
                    <a:pt x="3924488" y="1220350"/>
                  </a:lnTo>
                  <a:lnTo>
                    <a:pt x="3924597" y="1220350"/>
                  </a:lnTo>
                  <a:lnTo>
                    <a:pt x="3924705" y="1220350"/>
                  </a:lnTo>
                  <a:lnTo>
                    <a:pt x="3924814" y="1220350"/>
                  </a:lnTo>
                  <a:lnTo>
                    <a:pt x="3924922" y="1220350"/>
                  </a:lnTo>
                  <a:lnTo>
                    <a:pt x="3925031" y="1220350"/>
                  </a:lnTo>
                  <a:lnTo>
                    <a:pt x="3925139" y="1220350"/>
                  </a:lnTo>
                  <a:lnTo>
                    <a:pt x="3925247" y="1220350"/>
                  </a:lnTo>
                  <a:lnTo>
                    <a:pt x="3925356" y="1220350"/>
                  </a:lnTo>
                  <a:lnTo>
                    <a:pt x="3925464" y="1220350"/>
                  </a:lnTo>
                  <a:lnTo>
                    <a:pt x="3925573" y="1220350"/>
                  </a:lnTo>
                  <a:lnTo>
                    <a:pt x="3925681" y="1220350"/>
                  </a:lnTo>
                  <a:lnTo>
                    <a:pt x="3925681" y="1219727"/>
                  </a:lnTo>
                  <a:lnTo>
                    <a:pt x="3925790" y="1219727"/>
                  </a:lnTo>
                  <a:lnTo>
                    <a:pt x="3925898" y="1219727"/>
                  </a:lnTo>
                  <a:lnTo>
                    <a:pt x="3926007" y="1219727"/>
                  </a:lnTo>
                  <a:lnTo>
                    <a:pt x="3926115" y="1219727"/>
                  </a:lnTo>
                  <a:lnTo>
                    <a:pt x="3926224" y="1219727"/>
                  </a:lnTo>
                  <a:lnTo>
                    <a:pt x="3926332" y="1219727"/>
                  </a:lnTo>
                  <a:lnTo>
                    <a:pt x="3926440" y="1219727"/>
                  </a:lnTo>
                  <a:lnTo>
                    <a:pt x="3926549" y="1219727"/>
                  </a:lnTo>
                  <a:lnTo>
                    <a:pt x="3926657" y="1219727"/>
                  </a:lnTo>
                  <a:lnTo>
                    <a:pt x="3926766" y="1219727"/>
                  </a:lnTo>
                  <a:lnTo>
                    <a:pt x="3926874" y="1219727"/>
                  </a:lnTo>
                  <a:lnTo>
                    <a:pt x="3926983" y="1219727"/>
                  </a:lnTo>
                  <a:lnTo>
                    <a:pt x="3927091" y="1219727"/>
                  </a:lnTo>
                  <a:lnTo>
                    <a:pt x="3927200" y="1219727"/>
                  </a:lnTo>
                  <a:lnTo>
                    <a:pt x="3927200" y="1219103"/>
                  </a:lnTo>
                  <a:lnTo>
                    <a:pt x="3927308" y="1219103"/>
                  </a:lnTo>
                  <a:lnTo>
                    <a:pt x="3927308" y="1218479"/>
                  </a:lnTo>
                  <a:lnTo>
                    <a:pt x="3927416" y="1218479"/>
                  </a:lnTo>
                  <a:lnTo>
                    <a:pt x="3927416" y="1217856"/>
                  </a:lnTo>
                  <a:lnTo>
                    <a:pt x="3927416" y="1217232"/>
                  </a:lnTo>
                  <a:lnTo>
                    <a:pt x="3927525" y="1217232"/>
                  </a:lnTo>
                  <a:lnTo>
                    <a:pt x="3927633" y="1217232"/>
                  </a:lnTo>
                  <a:lnTo>
                    <a:pt x="3927742" y="1217232"/>
                  </a:lnTo>
                  <a:lnTo>
                    <a:pt x="3927850" y="1217232"/>
                  </a:lnTo>
                  <a:lnTo>
                    <a:pt x="3927959" y="1217232"/>
                  </a:lnTo>
                  <a:lnTo>
                    <a:pt x="3928067" y="1217232"/>
                  </a:lnTo>
                  <a:lnTo>
                    <a:pt x="3928176" y="1217232"/>
                  </a:lnTo>
                  <a:lnTo>
                    <a:pt x="3928284" y="1217232"/>
                  </a:lnTo>
                  <a:lnTo>
                    <a:pt x="3928392" y="1217232"/>
                  </a:lnTo>
                  <a:lnTo>
                    <a:pt x="3928501" y="1217232"/>
                  </a:lnTo>
                  <a:lnTo>
                    <a:pt x="3928609" y="1217232"/>
                  </a:lnTo>
                  <a:lnTo>
                    <a:pt x="3928718" y="1217232"/>
                  </a:lnTo>
                  <a:lnTo>
                    <a:pt x="3928826" y="1217232"/>
                  </a:lnTo>
                  <a:lnTo>
                    <a:pt x="3928826" y="1216609"/>
                  </a:lnTo>
                  <a:lnTo>
                    <a:pt x="3928935" y="1216609"/>
                  </a:lnTo>
                  <a:lnTo>
                    <a:pt x="3929043" y="1216609"/>
                  </a:lnTo>
                  <a:lnTo>
                    <a:pt x="3929152" y="1216609"/>
                  </a:lnTo>
                  <a:lnTo>
                    <a:pt x="3929260" y="1216609"/>
                  </a:lnTo>
                  <a:lnTo>
                    <a:pt x="3929368" y="1216609"/>
                  </a:lnTo>
                  <a:lnTo>
                    <a:pt x="3929477" y="1216609"/>
                  </a:lnTo>
                  <a:lnTo>
                    <a:pt x="3929585" y="1216609"/>
                  </a:lnTo>
                  <a:lnTo>
                    <a:pt x="3929694" y="1216609"/>
                  </a:lnTo>
                  <a:lnTo>
                    <a:pt x="3929802" y="1216609"/>
                  </a:lnTo>
                  <a:lnTo>
                    <a:pt x="3929911" y="1216609"/>
                  </a:lnTo>
                  <a:lnTo>
                    <a:pt x="3930019" y="1216609"/>
                  </a:lnTo>
                  <a:lnTo>
                    <a:pt x="3930128" y="1216609"/>
                  </a:lnTo>
                  <a:lnTo>
                    <a:pt x="3930236" y="1216609"/>
                  </a:lnTo>
                  <a:lnTo>
                    <a:pt x="3930345" y="1216609"/>
                  </a:lnTo>
                  <a:lnTo>
                    <a:pt x="3930453" y="1216609"/>
                  </a:lnTo>
                  <a:lnTo>
                    <a:pt x="3930561" y="1216609"/>
                  </a:lnTo>
                  <a:lnTo>
                    <a:pt x="3930670" y="1216609"/>
                  </a:lnTo>
                  <a:lnTo>
                    <a:pt x="3930778" y="1216609"/>
                  </a:lnTo>
                  <a:lnTo>
                    <a:pt x="3930887" y="1216609"/>
                  </a:lnTo>
                  <a:lnTo>
                    <a:pt x="3930995" y="1216609"/>
                  </a:lnTo>
                  <a:lnTo>
                    <a:pt x="3930995" y="1215985"/>
                  </a:lnTo>
                  <a:lnTo>
                    <a:pt x="3931104" y="1215985"/>
                  </a:lnTo>
                  <a:lnTo>
                    <a:pt x="3931212" y="1215985"/>
                  </a:lnTo>
                  <a:lnTo>
                    <a:pt x="3931321" y="1215985"/>
                  </a:lnTo>
                  <a:lnTo>
                    <a:pt x="3931429" y="1215985"/>
                  </a:lnTo>
                  <a:lnTo>
                    <a:pt x="3931537" y="1215985"/>
                  </a:lnTo>
                  <a:lnTo>
                    <a:pt x="3931537" y="1215361"/>
                  </a:lnTo>
                  <a:lnTo>
                    <a:pt x="3931646" y="1215361"/>
                  </a:lnTo>
                  <a:lnTo>
                    <a:pt x="3931754" y="1215361"/>
                  </a:lnTo>
                  <a:lnTo>
                    <a:pt x="3931863" y="1215361"/>
                  </a:lnTo>
                  <a:lnTo>
                    <a:pt x="3931971" y="1215361"/>
                  </a:lnTo>
                  <a:lnTo>
                    <a:pt x="3932080" y="1215361"/>
                  </a:lnTo>
                  <a:lnTo>
                    <a:pt x="3932188" y="1215361"/>
                  </a:lnTo>
                  <a:lnTo>
                    <a:pt x="3932297" y="1215361"/>
                  </a:lnTo>
                  <a:lnTo>
                    <a:pt x="3932405" y="1215361"/>
                  </a:lnTo>
                  <a:lnTo>
                    <a:pt x="3932405" y="1214738"/>
                  </a:lnTo>
                  <a:lnTo>
                    <a:pt x="3932513" y="1214738"/>
                  </a:lnTo>
                  <a:lnTo>
                    <a:pt x="3932513" y="1214114"/>
                  </a:lnTo>
                  <a:lnTo>
                    <a:pt x="3932622" y="1214114"/>
                  </a:lnTo>
                  <a:lnTo>
                    <a:pt x="3932622" y="1213491"/>
                  </a:lnTo>
                  <a:lnTo>
                    <a:pt x="3932730" y="1213491"/>
                  </a:lnTo>
                  <a:lnTo>
                    <a:pt x="3932839" y="1213491"/>
                  </a:lnTo>
                  <a:lnTo>
                    <a:pt x="3932947" y="1213491"/>
                  </a:lnTo>
                  <a:lnTo>
                    <a:pt x="3932947" y="1212867"/>
                  </a:lnTo>
                  <a:lnTo>
                    <a:pt x="3933056" y="1212867"/>
                  </a:lnTo>
                  <a:lnTo>
                    <a:pt x="3933164" y="1212867"/>
                  </a:lnTo>
                  <a:lnTo>
                    <a:pt x="3933273" y="1212867"/>
                  </a:lnTo>
                  <a:lnTo>
                    <a:pt x="3933273" y="1212244"/>
                  </a:lnTo>
                  <a:lnTo>
                    <a:pt x="3933381" y="1212244"/>
                  </a:lnTo>
                  <a:lnTo>
                    <a:pt x="3933489" y="1212244"/>
                  </a:lnTo>
                  <a:lnTo>
                    <a:pt x="3933598" y="1212244"/>
                  </a:lnTo>
                  <a:lnTo>
                    <a:pt x="3933706" y="1212244"/>
                  </a:lnTo>
                  <a:lnTo>
                    <a:pt x="3933815" y="1212244"/>
                  </a:lnTo>
                  <a:lnTo>
                    <a:pt x="3933815" y="1211620"/>
                  </a:lnTo>
                  <a:lnTo>
                    <a:pt x="3933923" y="1211620"/>
                  </a:lnTo>
                  <a:lnTo>
                    <a:pt x="3934032" y="1211620"/>
                  </a:lnTo>
                  <a:lnTo>
                    <a:pt x="3934140" y="1211620"/>
                  </a:lnTo>
                  <a:lnTo>
                    <a:pt x="3934140" y="1210996"/>
                  </a:lnTo>
                  <a:lnTo>
                    <a:pt x="3934249" y="1210996"/>
                  </a:lnTo>
                  <a:lnTo>
                    <a:pt x="3934357" y="1210996"/>
                  </a:lnTo>
                  <a:lnTo>
                    <a:pt x="3934357" y="1210373"/>
                  </a:lnTo>
                  <a:lnTo>
                    <a:pt x="3934466" y="1210373"/>
                  </a:lnTo>
                  <a:lnTo>
                    <a:pt x="3934574" y="1210373"/>
                  </a:lnTo>
                  <a:lnTo>
                    <a:pt x="3934682" y="1210373"/>
                  </a:lnTo>
                  <a:lnTo>
                    <a:pt x="3934791" y="1210373"/>
                  </a:lnTo>
                  <a:lnTo>
                    <a:pt x="3934899" y="1210373"/>
                  </a:lnTo>
                  <a:lnTo>
                    <a:pt x="3935008" y="1210373"/>
                  </a:lnTo>
                  <a:lnTo>
                    <a:pt x="3935116" y="1210373"/>
                  </a:lnTo>
                  <a:lnTo>
                    <a:pt x="3935225" y="1210373"/>
                  </a:lnTo>
                  <a:lnTo>
                    <a:pt x="3935333" y="1210373"/>
                  </a:lnTo>
                  <a:lnTo>
                    <a:pt x="3935442" y="1210373"/>
                  </a:lnTo>
                  <a:lnTo>
                    <a:pt x="3935550" y="1210373"/>
                  </a:lnTo>
                  <a:lnTo>
                    <a:pt x="3935658" y="1210373"/>
                  </a:lnTo>
                  <a:lnTo>
                    <a:pt x="3935658" y="1209749"/>
                  </a:lnTo>
                  <a:lnTo>
                    <a:pt x="3935767" y="1209749"/>
                  </a:lnTo>
                  <a:lnTo>
                    <a:pt x="3935875" y="1209749"/>
                  </a:lnTo>
                  <a:lnTo>
                    <a:pt x="3935984" y="1209749"/>
                  </a:lnTo>
                  <a:lnTo>
                    <a:pt x="3936092" y="1209749"/>
                  </a:lnTo>
                  <a:lnTo>
                    <a:pt x="3936201" y="1209749"/>
                  </a:lnTo>
                  <a:lnTo>
                    <a:pt x="3936309" y="1209749"/>
                  </a:lnTo>
                  <a:lnTo>
                    <a:pt x="3936418" y="1209749"/>
                  </a:lnTo>
                  <a:lnTo>
                    <a:pt x="3936526" y="1209749"/>
                  </a:lnTo>
                  <a:lnTo>
                    <a:pt x="3936634" y="1209749"/>
                  </a:lnTo>
                  <a:lnTo>
                    <a:pt x="3936743" y="1209749"/>
                  </a:lnTo>
                  <a:lnTo>
                    <a:pt x="3936851" y="1209749"/>
                  </a:lnTo>
                  <a:lnTo>
                    <a:pt x="3936960" y="1209749"/>
                  </a:lnTo>
                  <a:lnTo>
                    <a:pt x="3937068" y="1209749"/>
                  </a:lnTo>
                  <a:lnTo>
                    <a:pt x="3937177" y="1209749"/>
                  </a:lnTo>
                  <a:lnTo>
                    <a:pt x="3937285" y="1209749"/>
                  </a:lnTo>
                  <a:lnTo>
                    <a:pt x="3937394" y="1209749"/>
                  </a:lnTo>
                  <a:lnTo>
                    <a:pt x="3937502" y="1209749"/>
                  </a:lnTo>
                  <a:lnTo>
                    <a:pt x="3937610" y="1209749"/>
                  </a:lnTo>
                  <a:lnTo>
                    <a:pt x="3937610" y="1209126"/>
                  </a:lnTo>
                  <a:lnTo>
                    <a:pt x="3937719" y="1209126"/>
                  </a:lnTo>
                  <a:lnTo>
                    <a:pt x="3937827" y="1209126"/>
                  </a:lnTo>
                  <a:lnTo>
                    <a:pt x="3937827" y="1208502"/>
                  </a:lnTo>
                  <a:lnTo>
                    <a:pt x="3937827" y="1207878"/>
                  </a:lnTo>
                  <a:lnTo>
                    <a:pt x="3937936" y="1207878"/>
                  </a:lnTo>
                  <a:lnTo>
                    <a:pt x="3938044" y="1207878"/>
                  </a:lnTo>
                  <a:lnTo>
                    <a:pt x="3938153" y="1207878"/>
                  </a:lnTo>
                  <a:lnTo>
                    <a:pt x="3938261" y="1207878"/>
                  </a:lnTo>
                  <a:lnTo>
                    <a:pt x="3938370" y="1207878"/>
                  </a:lnTo>
                  <a:lnTo>
                    <a:pt x="3938478" y="1207878"/>
                  </a:lnTo>
                  <a:lnTo>
                    <a:pt x="3938587" y="1207878"/>
                  </a:lnTo>
                  <a:lnTo>
                    <a:pt x="3938695" y="1207878"/>
                  </a:lnTo>
                  <a:lnTo>
                    <a:pt x="3938803" y="1207878"/>
                  </a:lnTo>
                  <a:lnTo>
                    <a:pt x="3938912" y="1207878"/>
                  </a:lnTo>
                  <a:lnTo>
                    <a:pt x="3939020" y="1207878"/>
                  </a:lnTo>
                  <a:lnTo>
                    <a:pt x="3939129" y="1207878"/>
                  </a:lnTo>
                  <a:lnTo>
                    <a:pt x="3939237" y="1207878"/>
                  </a:lnTo>
                  <a:lnTo>
                    <a:pt x="3939346" y="1207878"/>
                  </a:lnTo>
                  <a:lnTo>
                    <a:pt x="3939454" y="1207878"/>
                  </a:lnTo>
                  <a:lnTo>
                    <a:pt x="3939563" y="1207878"/>
                  </a:lnTo>
                  <a:lnTo>
                    <a:pt x="3939563" y="1207255"/>
                  </a:lnTo>
                  <a:lnTo>
                    <a:pt x="3939671" y="1207255"/>
                  </a:lnTo>
                  <a:lnTo>
                    <a:pt x="3939779" y="1207255"/>
                  </a:lnTo>
                  <a:lnTo>
                    <a:pt x="3939888" y="1207255"/>
                  </a:lnTo>
                  <a:lnTo>
                    <a:pt x="3939996" y="1207255"/>
                  </a:lnTo>
                  <a:lnTo>
                    <a:pt x="3940105" y="1207255"/>
                  </a:lnTo>
                  <a:lnTo>
                    <a:pt x="3940105" y="1206631"/>
                  </a:lnTo>
                  <a:lnTo>
                    <a:pt x="3940213" y="1206631"/>
                  </a:lnTo>
                  <a:lnTo>
                    <a:pt x="3940322" y="1206631"/>
                  </a:lnTo>
                  <a:lnTo>
                    <a:pt x="3940430" y="1206631"/>
                  </a:lnTo>
                  <a:lnTo>
                    <a:pt x="3940539" y="1206631"/>
                  </a:lnTo>
                  <a:lnTo>
                    <a:pt x="3940647" y="1206631"/>
                  </a:lnTo>
                  <a:lnTo>
                    <a:pt x="3940755" y="1206631"/>
                  </a:lnTo>
                  <a:lnTo>
                    <a:pt x="3940755" y="1206008"/>
                  </a:lnTo>
                  <a:lnTo>
                    <a:pt x="3940864" y="1206008"/>
                  </a:lnTo>
                  <a:lnTo>
                    <a:pt x="3940864" y="1205384"/>
                  </a:lnTo>
                  <a:lnTo>
                    <a:pt x="3940972" y="1205384"/>
                  </a:lnTo>
                  <a:lnTo>
                    <a:pt x="3941081" y="1205384"/>
                  </a:lnTo>
                  <a:lnTo>
                    <a:pt x="3941189" y="1205384"/>
                  </a:lnTo>
                  <a:lnTo>
                    <a:pt x="3941298" y="1205384"/>
                  </a:lnTo>
                  <a:lnTo>
                    <a:pt x="3941406" y="1205384"/>
                  </a:lnTo>
                  <a:lnTo>
                    <a:pt x="3941515" y="1205384"/>
                  </a:lnTo>
                  <a:lnTo>
                    <a:pt x="3941623" y="1205384"/>
                  </a:lnTo>
                  <a:lnTo>
                    <a:pt x="3941623" y="1204761"/>
                  </a:lnTo>
                  <a:lnTo>
                    <a:pt x="3941731" y="1204761"/>
                  </a:lnTo>
                  <a:lnTo>
                    <a:pt x="3941840" y="1204761"/>
                  </a:lnTo>
                  <a:lnTo>
                    <a:pt x="3941948" y="1204761"/>
                  </a:lnTo>
                  <a:lnTo>
                    <a:pt x="3942057" y="1204761"/>
                  </a:lnTo>
                  <a:lnTo>
                    <a:pt x="3942165" y="1204761"/>
                  </a:lnTo>
                  <a:lnTo>
                    <a:pt x="3942274" y="1204761"/>
                  </a:lnTo>
                  <a:lnTo>
                    <a:pt x="3942382" y="1204761"/>
                  </a:lnTo>
                  <a:lnTo>
                    <a:pt x="3942491" y="1204761"/>
                  </a:lnTo>
                  <a:lnTo>
                    <a:pt x="3942599" y="1204761"/>
                  </a:lnTo>
                  <a:lnTo>
                    <a:pt x="3942708" y="1204761"/>
                  </a:lnTo>
                  <a:lnTo>
                    <a:pt x="3942816" y="1204761"/>
                  </a:lnTo>
                  <a:lnTo>
                    <a:pt x="3942924" y="1204761"/>
                  </a:lnTo>
                  <a:lnTo>
                    <a:pt x="3943033" y="1204761"/>
                  </a:lnTo>
                  <a:lnTo>
                    <a:pt x="3943141" y="1204761"/>
                  </a:lnTo>
                  <a:lnTo>
                    <a:pt x="3943250" y="1204761"/>
                  </a:lnTo>
                  <a:lnTo>
                    <a:pt x="3943358" y="1204761"/>
                  </a:lnTo>
                  <a:lnTo>
                    <a:pt x="3943467" y="1204761"/>
                  </a:lnTo>
                  <a:lnTo>
                    <a:pt x="3943575" y="1204761"/>
                  </a:lnTo>
                  <a:lnTo>
                    <a:pt x="3943684" y="1204761"/>
                  </a:lnTo>
                  <a:lnTo>
                    <a:pt x="3943792" y="1204761"/>
                  </a:lnTo>
                  <a:lnTo>
                    <a:pt x="3943900" y="1204761"/>
                  </a:lnTo>
                  <a:lnTo>
                    <a:pt x="3944009" y="1204761"/>
                  </a:lnTo>
                  <a:lnTo>
                    <a:pt x="3944117" y="1204761"/>
                  </a:lnTo>
                  <a:lnTo>
                    <a:pt x="3944226" y="1204761"/>
                  </a:lnTo>
                  <a:lnTo>
                    <a:pt x="3944334" y="1204761"/>
                  </a:lnTo>
                  <a:lnTo>
                    <a:pt x="3944443" y="1204761"/>
                  </a:lnTo>
                  <a:lnTo>
                    <a:pt x="3944551" y="1204761"/>
                  </a:lnTo>
                  <a:lnTo>
                    <a:pt x="3944660" y="1204761"/>
                  </a:lnTo>
                  <a:lnTo>
                    <a:pt x="3944768" y="1204761"/>
                  </a:lnTo>
                  <a:lnTo>
                    <a:pt x="3944876" y="1204761"/>
                  </a:lnTo>
                  <a:lnTo>
                    <a:pt x="3944985" y="1204761"/>
                  </a:lnTo>
                  <a:lnTo>
                    <a:pt x="3945093" y="1204761"/>
                  </a:lnTo>
                  <a:lnTo>
                    <a:pt x="3945093" y="1204137"/>
                  </a:lnTo>
                  <a:lnTo>
                    <a:pt x="3945202" y="1204137"/>
                  </a:lnTo>
                  <a:lnTo>
                    <a:pt x="3945310" y="1204137"/>
                  </a:lnTo>
                  <a:lnTo>
                    <a:pt x="3945419" y="1204137"/>
                  </a:lnTo>
                  <a:lnTo>
                    <a:pt x="3945527" y="1204137"/>
                  </a:lnTo>
                  <a:lnTo>
                    <a:pt x="3945636" y="1204137"/>
                  </a:lnTo>
                  <a:lnTo>
                    <a:pt x="3945744" y="1204137"/>
                  </a:lnTo>
                  <a:lnTo>
                    <a:pt x="3945744" y="1203513"/>
                  </a:lnTo>
                  <a:lnTo>
                    <a:pt x="3945852" y="1203513"/>
                  </a:lnTo>
                  <a:lnTo>
                    <a:pt x="3945852" y="1202890"/>
                  </a:lnTo>
                  <a:lnTo>
                    <a:pt x="3945961" y="1202890"/>
                  </a:lnTo>
                  <a:lnTo>
                    <a:pt x="3945961" y="1202266"/>
                  </a:lnTo>
                  <a:lnTo>
                    <a:pt x="3946069" y="1202266"/>
                  </a:lnTo>
                  <a:lnTo>
                    <a:pt x="3946178" y="1202266"/>
                  </a:lnTo>
                  <a:lnTo>
                    <a:pt x="3946286" y="1202266"/>
                  </a:lnTo>
                  <a:lnTo>
                    <a:pt x="3946395" y="1202266"/>
                  </a:lnTo>
                  <a:lnTo>
                    <a:pt x="3946503" y="1202266"/>
                  </a:lnTo>
                  <a:lnTo>
                    <a:pt x="3946612" y="1202266"/>
                  </a:lnTo>
                  <a:lnTo>
                    <a:pt x="3946720" y="1202266"/>
                  </a:lnTo>
                  <a:lnTo>
                    <a:pt x="3946829" y="1202266"/>
                  </a:lnTo>
                  <a:lnTo>
                    <a:pt x="3946937" y="1202266"/>
                  </a:lnTo>
                  <a:lnTo>
                    <a:pt x="3947045" y="1202266"/>
                  </a:lnTo>
                  <a:lnTo>
                    <a:pt x="3947154" y="1202266"/>
                  </a:lnTo>
                  <a:lnTo>
                    <a:pt x="3947262" y="1202266"/>
                  </a:lnTo>
                  <a:lnTo>
                    <a:pt x="3947371" y="1202266"/>
                  </a:lnTo>
                  <a:lnTo>
                    <a:pt x="3947479" y="1202266"/>
                  </a:lnTo>
                  <a:lnTo>
                    <a:pt x="3947588" y="1202266"/>
                  </a:lnTo>
                  <a:lnTo>
                    <a:pt x="3947696" y="1202266"/>
                  </a:lnTo>
                  <a:lnTo>
                    <a:pt x="3947805" y="1202266"/>
                  </a:lnTo>
                  <a:lnTo>
                    <a:pt x="3947805" y="1201643"/>
                  </a:lnTo>
                  <a:lnTo>
                    <a:pt x="3947913" y="1201643"/>
                  </a:lnTo>
                  <a:lnTo>
                    <a:pt x="3948021" y="1201643"/>
                  </a:lnTo>
                  <a:lnTo>
                    <a:pt x="3948130" y="1201643"/>
                  </a:lnTo>
                  <a:lnTo>
                    <a:pt x="3948238" y="1201643"/>
                  </a:lnTo>
                  <a:lnTo>
                    <a:pt x="3948347" y="1201643"/>
                  </a:lnTo>
                  <a:lnTo>
                    <a:pt x="3948455" y="1201643"/>
                  </a:lnTo>
                  <a:lnTo>
                    <a:pt x="3948564" y="1201643"/>
                  </a:lnTo>
                  <a:lnTo>
                    <a:pt x="3948564" y="1201019"/>
                  </a:lnTo>
                  <a:lnTo>
                    <a:pt x="3948672" y="1201019"/>
                  </a:lnTo>
                  <a:lnTo>
                    <a:pt x="3948781" y="1201019"/>
                  </a:lnTo>
                  <a:lnTo>
                    <a:pt x="3948889" y="1201019"/>
                  </a:lnTo>
                  <a:lnTo>
                    <a:pt x="3948997" y="1201019"/>
                  </a:lnTo>
                  <a:lnTo>
                    <a:pt x="3949106" y="1201019"/>
                  </a:lnTo>
                  <a:lnTo>
                    <a:pt x="3949214" y="1201019"/>
                  </a:lnTo>
                  <a:lnTo>
                    <a:pt x="3949323" y="1201019"/>
                  </a:lnTo>
                  <a:lnTo>
                    <a:pt x="3949431" y="1201019"/>
                  </a:lnTo>
                  <a:lnTo>
                    <a:pt x="3949540" y="1201019"/>
                  </a:lnTo>
                  <a:lnTo>
                    <a:pt x="3949648" y="1201019"/>
                  </a:lnTo>
                  <a:lnTo>
                    <a:pt x="3949757" y="1201019"/>
                  </a:lnTo>
                  <a:lnTo>
                    <a:pt x="3949865" y="1201019"/>
                  </a:lnTo>
                  <a:lnTo>
                    <a:pt x="3949973" y="1201019"/>
                  </a:lnTo>
                  <a:lnTo>
                    <a:pt x="3950082" y="1201019"/>
                  </a:lnTo>
                  <a:lnTo>
                    <a:pt x="3950190" y="1201019"/>
                  </a:lnTo>
                  <a:lnTo>
                    <a:pt x="3950299" y="1201019"/>
                  </a:lnTo>
                  <a:lnTo>
                    <a:pt x="3950299" y="1200395"/>
                  </a:lnTo>
                  <a:lnTo>
                    <a:pt x="3950407" y="1200395"/>
                  </a:lnTo>
                  <a:lnTo>
                    <a:pt x="3950516" y="1200395"/>
                  </a:lnTo>
                  <a:lnTo>
                    <a:pt x="3950516" y="1199772"/>
                  </a:lnTo>
                  <a:lnTo>
                    <a:pt x="3950624" y="1199772"/>
                  </a:lnTo>
                  <a:lnTo>
                    <a:pt x="3950624" y="1199148"/>
                  </a:lnTo>
                  <a:lnTo>
                    <a:pt x="3950733" y="1199148"/>
                  </a:lnTo>
                  <a:lnTo>
                    <a:pt x="3950841" y="1199148"/>
                  </a:lnTo>
                  <a:lnTo>
                    <a:pt x="3950949" y="1199148"/>
                  </a:lnTo>
                  <a:lnTo>
                    <a:pt x="3951058" y="1199148"/>
                  </a:lnTo>
                  <a:lnTo>
                    <a:pt x="3951166" y="1199148"/>
                  </a:lnTo>
                  <a:lnTo>
                    <a:pt x="3951275" y="1199148"/>
                  </a:lnTo>
                  <a:lnTo>
                    <a:pt x="3951383" y="1199148"/>
                  </a:lnTo>
                  <a:lnTo>
                    <a:pt x="3951383" y="1198525"/>
                  </a:lnTo>
                  <a:lnTo>
                    <a:pt x="3951492" y="1198525"/>
                  </a:lnTo>
                  <a:lnTo>
                    <a:pt x="3951600" y="1198525"/>
                  </a:lnTo>
                  <a:lnTo>
                    <a:pt x="3951709" y="1198525"/>
                  </a:lnTo>
                  <a:lnTo>
                    <a:pt x="3951817" y="1198525"/>
                  </a:lnTo>
                  <a:lnTo>
                    <a:pt x="3951817" y="1197901"/>
                  </a:lnTo>
                  <a:lnTo>
                    <a:pt x="3951926" y="1197901"/>
                  </a:lnTo>
                  <a:lnTo>
                    <a:pt x="3951926" y="1197278"/>
                  </a:lnTo>
                  <a:lnTo>
                    <a:pt x="3952034" y="1197278"/>
                  </a:lnTo>
                  <a:lnTo>
                    <a:pt x="3952034" y="1196654"/>
                  </a:lnTo>
                  <a:lnTo>
                    <a:pt x="3952142" y="1196654"/>
                  </a:lnTo>
                  <a:lnTo>
                    <a:pt x="3952251" y="1196654"/>
                  </a:lnTo>
                  <a:lnTo>
                    <a:pt x="3952359" y="1196654"/>
                  </a:lnTo>
                  <a:lnTo>
                    <a:pt x="3952359" y="1196030"/>
                  </a:lnTo>
                  <a:lnTo>
                    <a:pt x="3952468" y="1196030"/>
                  </a:lnTo>
                  <a:lnTo>
                    <a:pt x="3952576" y="1196030"/>
                  </a:lnTo>
                  <a:lnTo>
                    <a:pt x="3952685" y="1196030"/>
                  </a:lnTo>
                  <a:lnTo>
                    <a:pt x="3952793" y="1196030"/>
                  </a:lnTo>
                  <a:lnTo>
                    <a:pt x="3952902" y="1196030"/>
                  </a:lnTo>
                  <a:lnTo>
                    <a:pt x="3953010" y="1196030"/>
                  </a:lnTo>
                  <a:lnTo>
                    <a:pt x="3953010" y="1195407"/>
                  </a:lnTo>
                  <a:lnTo>
                    <a:pt x="3953118" y="1195407"/>
                  </a:lnTo>
                  <a:lnTo>
                    <a:pt x="3953227" y="1195407"/>
                  </a:lnTo>
                  <a:lnTo>
                    <a:pt x="3953335" y="1195407"/>
                  </a:lnTo>
                  <a:lnTo>
                    <a:pt x="3953444" y="1195407"/>
                  </a:lnTo>
                  <a:lnTo>
                    <a:pt x="3953552" y="1195407"/>
                  </a:lnTo>
                  <a:lnTo>
                    <a:pt x="3953661" y="1195407"/>
                  </a:lnTo>
                  <a:lnTo>
                    <a:pt x="3953769" y="1195407"/>
                  </a:lnTo>
                  <a:lnTo>
                    <a:pt x="3953878" y="1195407"/>
                  </a:lnTo>
                  <a:lnTo>
                    <a:pt x="3953986" y="1195407"/>
                  </a:lnTo>
                  <a:lnTo>
                    <a:pt x="3954094" y="1195407"/>
                  </a:lnTo>
                  <a:lnTo>
                    <a:pt x="3954203" y="1195407"/>
                  </a:lnTo>
                  <a:lnTo>
                    <a:pt x="3954311" y="1195407"/>
                  </a:lnTo>
                  <a:lnTo>
                    <a:pt x="3954420" y="1195407"/>
                  </a:lnTo>
                  <a:lnTo>
                    <a:pt x="3954528" y="1195407"/>
                  </a:lnTo>
                  <a:lnTo>
                    <a:pt x="3954637" y="1195407"/>
                  </a:lnTo>
                  <a:lnTo>
                    <a:pt x="3954745" y="1195407"/>
                  </a:lnTo>
                  <a:lnTo>
                    <a:pt x="3954854" y="1195407"/>
                  </a:lnTo>
                  <a:lnTo>
                    <a:pt x="3954962" y="1195407"/>
                  </a:lnTo>
                  <a:lnTo>
                    <a:pt x="3955070" y="1195407"/>
                  </a:lnTo>
                  <a:lnTo>
                    <a:pt x="3955179" y="1195407"/>
                  </a:lnTo>
                  <a:lnTo>
                    <a:pt x="3955287" y="1195407"/>
                  </a:lnTo>
                  <a:lnTo>
                    <a:pt x="3955396" y="1195407"/>
                  </a:lnTo>
                  <a:lnTo>
                    <a:pt x="3955504" y="1195407"/>
                  </a:lnTo>
                  <a:lnTo>
                    <a:pt x="3955613" y="1195407"/>
                  </a:lnTo>
                  <a:lnTo>
                    <a:pt x="3955721" y="1195407"/>
                  </a:lnTo>
                  <a:lnTo>
                    <a:pt x="3955830" y="1195407"/>
                  </a:lnTo>
                  <a:lnTo>
                    <a:pt x="3955830" y="1194783"/>
                  </a:lnTo>
                  <a:lnTo>
                    <a:pt x="3955830" y="1194160"/>
                  </a:lnTo>
                  <a:lnTo>
                    <a:pt x="3955938" y="1194160"/>
                  </a:lnTo>
                  <a:lnTo>
                    <a:pt x="3956047" y="1194160"/>
                  </a:lnTo>
                  <a:lnTo>
                    <a:pt x="3956155" y="1194160"/>
                  </a:lnTo>
                  <a:lnTo>
                    <a:pt x="3956263" y="1194160"/>
                  </a:lnTo>
                  <a:lnTo>
                    <a:pt x="3956372" y="1194160"/>
                  </a:lnTo>
                  <a:lnTo>
                    <a:pt x="3956480" y="1194160"/>
                  </a:lnTo>
                  <a:lnTo>
                    <a:pt x="3956589" y="1194160"/>
                  </a:lnTo>
                  <a:lnTo>
                    <a:pt x="3956589" y="1193536"/>
                  </a:lnTo>
                  <a:lnTo>
                    <a:pt x="3956697" y="1193536"/>
                  </a:lnTo>
                  <a:lnTo>
                    <a:pt x="3956806" y="1193536"/>
                  </a:lnTo>
                  <a:lnTo>
                    <a:pt x="3956914" y="1193536"/>
                  </a:lnTo>
                  <a:lnTo>
                    <a:pt x="3957023" y="1193536"/>
                  </a:lnTo>
                  <a:lnTo>
                    <a:pt x="3957131" y="1193536"/>
                  </a:lnTo>
                  <a:lnTo>
                    <a:pt x="3957239" y="1193536"/>
                  </a:lnTo>
                  <a:lnTo>
                    <a:pt x="3957348" y="1193536"/>
                  </a:lnTo>
                  <a:lnTo>
                    <a:pt x="3957456" y="1193536"/>
                  </a:lnTo>
                  <a:lnTo>
                    <a:pt x="3957565" y="1193536"/>
                  </a:lnTo>
                  <a:lnTo>
                    <a:pt x="3957565" y="1192912"/>
                  </a:lnTo>
                  <a:lnTo>
                    <a:pt x="3957673" y="1192912"/>
                  </a:lnTo>
                  <a:lnTo>
                    <a:pt x="3957782" y="1192912"/>
                  </a:lnTo>
                  <a:lnTo>
                    <a:pt x="3957890" y="1192912"/>
                  </a:lnTo>
                  <a:lnTo>
                    <a:pt x="3957999" y="1192912"/>
                  </a:lnTo>
                  <a:lnTo>
                    <a:pt x="3958107" y="1192912"/>
                  </a:lnTo>
                  <a:lnTo>
                    <a:pt x="3958215" y="1192912"/>
                  </a:lnTo>
                  <a:lnTo>
                    <a:pt x="3958324" y="1192912"/>
                  </a:lnTo>
                  <a:lnTo>
                    <a:pt x="3958324" y="1192289"/>
                  </a:lnTo>
                  <a:lnTo>
                    <a:pt x="3958432" y="1192289"/>
                  </a:lnTo>
                  <a:lnTo>
                    <a:pt x="3958541" y="1192289"/>
                  </a:lnTo>
                  <a:lnTo>
                    <a:pt x="3958649" y="1192289"/>
                  </a:lnTo>
                  <a:lnTo>
                    <a:pt x="3958758" y="1192289"/>
                  </a:lnTo>
                  <a:lnTo>
                    <a:pt x="3958866" y="1192289"/>
                  </a:lnTo>
                  <a:lnTo>
                    <a:pt x="3958866" y="1191665"/>
                  </a:lnTo>
                  <a:lnTo>
                    <a:pt x="3958975" y="1191665"/>
                  </a:lnTo>
                  <a:lnTo>
                    <a:pt x="3959083" y="1191665"/>
                  </a:lnTo>
                  <a:lnTo>
                    <a:pt x="3959083" y="1191042"/>
                  </a:lnTo>
                  <a:lnTo>
                    <a:pt x="3959191" y="1191042"/>
                  </a:lnTo>
                  <a:lnTo>
                    <a:pt x="3959300" y="1191042"/>
                  </a:lnTo>
                  <a:lnTo>
                    <a:pt x="3959408" y="1191042"/>
                  </a:lnTo>
                  <a:lnTo>
                    <a:pt x="3959517" y="1191042"/>
                  </a:lnTo>
                  <a:lnTo>
                    <a:pt x="3959625" y="1191042"/>
                  </a:lnTo>
                  <a:lnTo>
                    <a:pt x="3959734" y="1191042"/>
                  </a:lnTo>
                  <a:lnTo>
                    <a:pt x="3959842" y="1191042"/>
                  </a:lnTo>
                  <a:lnTo>
                    <a:pt x="3959951" y="1191042"/>
                  </a:lnTo>
                  <a:lnTo>
                    <a:pt x="3960059" y="1191042"/>
                  </a:lnTo>
                  <a:lnTo>
                    <a:pt x="3960168" y="1191042"/>
                  </a:lnTo>
                  <a:lnTo>
                    <a:pt x="3960276" y="1191042"/>
                  </a:lnTo>
                  <a:lnTo>
                    <a:pt x="3960384" y="1191042"/>
                  </a:lnTo>
                  <a:lnTo>
                    <a:pt x="3960493" y="1191042"/>
                  </a:lnTo>
                  <a:lnTo>
                    <a:pt x="3960601" y="1191042"/>
                  </a:lnTo>
                  <a:lnTo>
                    <a:pt x="3960710" y="1191042"/>
                  </a:lnTo>
                  <a:lnTo>
                    <a:pt x="3960818" y="1191042"/>
                  </a:lnTo>
                  <a:lnTo>
                    <a:pt x="3960927" y="1191042"/>
                  </a:lnTo>
                  <a:lnTo>
                    <a:pt x="3961035" y="1191042"/>
                  </a:lnTo>
                  <a:lnTo>
                    <a:pt x="3961144" y="1191042"/>
                  </a:lnTo>
                  <a:lnTo>
                    <a:pt x="3961252" y="1191042"/>
                  </a:lnTo>
                  <a:lnTo>
                    <a:pt x="3961360" y="1191042"/>
                  </a:lnTo>
                  <a:lnTo>
                    <a:pt x="3961469" y="1191042"/>
                  </a:lnTo>
                  <a:lnTo>
                    <a:pt x="3961469" y="1190418"/>
                  </a:lnTo>
                  <a:lnTo>
                    <a:pt x="3961577" y="1190418"/>
                  </a:lnTo>
                  <a:lnTo>
                    <a:pt x="3961686" y="1190418"/>
                  </a:lnTo>
                  <a:lnTo>
                    <a:pt x="3961686" y="1189795"/>
                  </a:lnTo>
                  <a:lnTo>
                    <a:pt x="3961686" y="1189171"/>
                  </a:lnTo>
                  <a:lnTo>
                    <a:pt x="3961794" y="1189171"/>
                  </a:lnTo>
                  <a:lnTo>
                    <a:pt x="3961903" y="1189171"/>
                  </a:lnTo>
                  <a:lnTo>
                    <a:pt x="3962011" y="1189171"/>
                  </a:lnTo>
                  <a:lnTo>
                    <a:pt x="3962120" y="1189171"/>
                  </a:lnTo>
                  <a:lnTo>
                    <a:pt x="3962120" y="1188547"/>
                  </a:lnTo>
                  <a:lnTo>
                    <a:pt x="3962228" y="1188547"/>
                  </a:lnTo>
                  <a:lnTo>
                    <a:pt x="3962336" y="1188547"/>
                  </a:lnTo>
                  <a:lnTo>
                    <a:pt x="3962445" y="1188547"/>
                  </a:lnTo>
                  <a:lnTo>
                    <a:pt x="3962553" y="1188547"/>
                  </a:lnTo>
                  <a:lnTo>
                    <a:pt x="3962553" y="1187924"/>
                  </a:lnTo>
                  <a:lnTo>
                    <a:pt x="3962553" y="1187300"/>
                  </a:lnTo>
                  <a:lnTo>
                    <a:pt x="3962662" y="1187300"/>
                  </a:lnTo>
                  <a:lnTo>
                    <a:pt x="3962770" y="1187300"/>
                  </a:lnTo>
                  <a:lnTo>
                    <a:pt x="3962879" y="1187300"/>
                  </a:lnTo>
                  <a:lnTo>
                    <a:pt x="3962987" y="1187300"/>
                  </a:lnTo>
                  <a:lnTo>
                    <a:pt x="3963096" y="1187300"/>
                  </a:lnTo>
                  <a:lnTo>
                    <a:pt x="3963096" y="1186677"/>
                  </a:lnTo>
                  <a:lnTo>
                    <a:pt x="3963204" y="1186677"/>
                  </a:lnTo>
                  <a:lnTo>
                    <a:pt x="3963312" y="1186677"/>
                  </a:lnTo>
                  <a:lnTo>
                    <a:pt x="3963421" y="1186677"/>
                  </a:lnTo>
                  <a:lnTo>
                    <a:pt x="3963529" y="1186677"/>
                  </a:lnTo>
                  <a:lnTo>
                    <a:pt x="3963638" y="1186677"/>
                  </a:lnTo>
                  <a:lnTo>
                    <a:pt x="3963746" y="1186677"/>
                  </a:lnTo>
                  <a:lnTo>
                    <a:pt x="3963746" y="1186053"/>
                  </a:lnTo>
                  <a:lnTo>
                    <a:pt x="3963855" y="1186053"/>
                  </a:lnTo>
                  <a:lnTo>
                    <a:pt x="3963855" y="1185429"/>
                  </a:lnTo>
                  <a:lnTo>
                    <a:pt x="3963963" y="1185429"/>
                  </a:lnTo>
                  <a:lnTo>
                    <a:pt x="3964072" y="1185429"/>
                  </a:lnTo>
                  <a:lnTo>
                    <a:pt x="3964180" y="1185429"/>
                  </a:lnTo>
                  <a:lnTo>
                    <a:pt x="3964289" y="1185429"/>
                  </a:lnTo>
                  <a:lnTo>
                    <a:pt x="3964397" y="1185429"/>
                  </a:lnTo>
                  <a:lnTo>
                    <a:pt x="3964505" y="1185429"/>
                  </a:lnTo>
                  <a:lnTo>
                    <a:pt x="3964614" y="1185429"/>
                  </a:lnTo>
                  <a:lnTo>
                    <a:pt x="3964614" y="1184806"/>
                  </a:lnTo>
                  <a:lnTo>
                    <a:pt x="3964722" y="1184806"/>
                  </a:lnTo>
                  <a:lnTo>
                    <a:pt x="3964722" y="1184182"/>
                  </a:lnTo>
                  <a:lnTo>
                    <a:pt x="3964831" y="1184182"/>
                  </a:lnTo>
                  <a:lnTo>
                    <a:pt x="3964939" y="1184182"/>
                  </a:lnTo>
                  <a:lnTo>
                    <a:pt x="3965048" y="1184182"/>
                  </a:lnTo>
                  <a:lnTo>
                    <a:pt x="3965156" y="1184182"/>
                  </a:lnTo>
                  <a:lnTo>
                    <a:pt x="3965265" y="1184182"/>
                  </a:lnTo>
                  <a:lnTo>
                    <a:pt x="3965373" y="1184182"/>
                  </a:lnTo>
                  <a:lnTo>
                    <a:pt x="3965481" y="1184182"/>
                  </a:lnTo>
                  <a:lnTo>
                    <a:pt x="3965590" y="1184182"/>
                  </a:lnTo>
                  <a:lnTo>
                    <a:pt x="3965590" y="1183559"/>
                  </a:lnTo>
                  <a:lnTo>
                    <a:pt x="3965590" y="1182935"/>
                  </a:lnTo>
                  <a:lnTo>
                    <a:pt x="3965698" y="1182935"/>
                  </a:lnTo>
                  <a:lnTo>
                    <a:pt x="3965807" y="1182935"/>
                  </a:lnTo>
                  <a:lnTo>
                    <a:pt x="3965915" y="1182935"/>
                  </a:lnTo>
                  <a:lnTo>
                    <a:pt x="3966024" y="1182935"/>
                  </a:lnTo>
                  <a:lnTo>
                    <a:pt x="3966132" y="1182935"/>
                  </a:lnTo>
                  <a:lnTo>
                    <a:pt x="3966241" y="1182935"/>
                  </a:lnTo>
                  <a:lnTo>
                    <a:pt x="3966349" y="1182935"/>
                  </a:lnTo>
                  <a:lnTo>
                    <a:pt x="3966457" y="1182935"/>
                  </a:lnTo>
                  <a:lnTo>
                    <a:pt x="3966566" y="1182935"/>
                  </a:lnTo>
                  <a:lnTo>
                    <a:pt x="3966674" y="1182935"/>
                  </a:lnTo>
                  <a:lnTo>
                    <a:pt x="3966783" y="1182935"/>
                  </a:lnTo>
                  <a:lnTo>
                    <a:pt x="3966891" y="1182935"/>
                  </a:lnTo>
                  <a:lnTo>
                    <a:pt x="3967000" y="1182935"/>
                  </a:lnTo>
                  <a:lnTo>
                    <a:pt x="3967108" y="1182935"/>
                  </a:lnTo>
                  <a:lnTo>
                    <a:pt x="3967217" y="1182935"/>
                  </a:lnTo>
                  <a:lnTo>
                    <a:pt x="3967325" y="1182935"/>
                  </a:lnTo>
                  <a:lnTo>
                    <a:pt x="3967433" y="1182935"/>
                  </a:lnTo>
                  <a:lnTo>
                    <a:pt x="3967542" y="1182935"/>
                  </a:lnTo>
                  <a:lnTo>
                    <a:pt x="3967650" y="1182935"/>
                  </a:lnTo>
                  <a:lnTo>
                    <a:pt x="3967759" y="1182935"/>
                  </a:lnTo>
                  <a:lnTo>
                    <a:pt x="3967867" y="1182935"/>
                  </a:lnTo>
                  <a:lnTo>
                    <a:pt x="3967976" y="1182935"/>
                  </a:lnTo>
                  <a:lnTo>
                    <a:pt x="3968084" y="1182935"/>
                  </a:lnTo>
                  <a:lnTo>
                    <a:pt x="3968193" y="1182935"/>
                  </a:lnTo>
                  <a:lnTo>
                    <a:pt x="3968301" y="1182935"/>
                  </a:lnTo>
                  <a:lnTo>
                    <a:pt x="3968410" y="1182935"/>
                  </a:lnTo>
                  <a:lnTo>
                    <a:pt x="3968410" y="1182312"/>
                  </a:lnTo>
                  <a:lnTo>
                    <a:pt x="3968518" y="1182312"/>
                  </a:lnTo>
                  <a:lnTo>
                    <a:pt x="3968626" y="1182312"/>
                  </a:lnTo>
                  <a:lnTo>
                    <a:pt x="3968735" y="1182312"/>
                  </a:lnTo>
                  <a:lnTo>
                    <a:pt x="3968843" y="1182312"/>
                  </a:lnTo>
                  <a:lnTo>
                    <a:pt x="3968952" y="1182312"/>
                  </a:lnTo>
                  <a:lnTo>
                    <a:pt x="3969060" y="1182312"/>
                  </a:lnTo>
                  <a:lnTo>
                    <a:pt x="3969169" y="1182312"/>
                  </a:lnTo>
                  <a:lnTo>
                    <a:pt x="3969169" y="1181688"/>
                  </a:lnTo>
                  <a:lnTo>
                    <a:pt x="3969277" y="1181688"/>
                  </a:lnTo>
                  <a:lnTo>
                    <a:pt x="3969386" y="1181688"/>
                  </a:lnTo>
                  <a:lnTo>
                    <a:pt x="3969494" y="1181688"/>
                  </a:lnTo>
                  <a:lnTo>
                    <a:pt x="3969602" y="1181688"/>
                  </a:lnTo>
                  <a:lnTo>
                    <a:pt x="3969711" y="1181688"/>
                  </a:lnTo>
                  <a:lnTo>
                    <a:pt x="3969819" y="1181688"/>
                  </a:lnTo>
                  <a:lnTo>
                    <a:pt x="3969928" y="1181688"/>
                  </a:lnTo>
                  <a:lnTo>
                    <a:pt x="3970036" y="1181688"/>
                  </a:lnTo>
                  <a:lnTo>
                    <a:pt x="3970036" y="1181064"/>
                  </a:lnTo>
                  <a:lnTo>
                    <a:pt x="3970036" y="1180441"/>
                  </a:lnTo>
                  <a:lnTo>
                    <a:pt x="3970036" y="1179817"/>
                  </a:lnTo>
                  <a:lnTo>
                    <a:pt x="3970145" y="1179817"/>
                  </a:lnTo>
                  <a:lnTo>
                    <a:pt x="3970145" y="1179194"/>
                  </a:lnTo>
                  <a:lnTo>
                    <a:pt x="3970253" y="1179194"/>
                  </a:lnTo>
                  <a:lnTo>
                    <a:pt x="3970362" y="1179194"/>
                  </a:lnTo>
                  <a:lnTo>
                    <a:pt x="3970470" y="1179194"/>
                  </a:lnTo>
                  <a:lnTo>
                    <a:pt x="3970578" y="1179194"/>
                  </a:lnTo>
                  <a:lnTo>
                    <a:pt x="3970687" y="1179194"/>
                  </a:lnTo>
                  <a:lnTo>
                    <a:pt x="3970795" y="1179194"/>
                  </a:lnTo>
                  <a:lnTo>
                    <a:pt x="3970904" y="1179194"/>
                  </a:lnTo>
                  <a:lnTo>
                    <a:pt x="3971012" y="1179194"/>
                  </a:lnTo>
                  <a:lnTo>
                    <a:pt x="3971121" y="1179194"/>
                  </a:lnTo>
                  <a:lnTo>
                    <a:pt x="3971229" y="1179194"/>
                  </a:lnTo>
                  <a:lnTo>
                    <a:pt x="3971338" y="1179194"/>
                  </a:lnTo>
                  <a:lnTo>
                    <a:pt x="3971446" y="1179194"/>
                  </a:lnTo>
                  <a:lnTo>
                    <a:pt x="3971554" y="1179194"/>
                  </a:lnTo>
                  <a:lnTo>
                    <a:pt x="3971663" y="1179194"/>
                  </a:lnTo>
                  <a:lnTo>
                    <a:pt x="3971771" y="1179194"/>
                  </a:lnTo>
                  <a:lnTo>
                    <a:pt x="3971771" y="1178570"/>
                  </a:lnTo>
                  <a:lnTo>
                    <a:pt x="3971880" y="1178570"/>
                  </a:lnTo>
                  <a:lnTo>
                    <a:pt x="3971988" y="1178570"/>
                  </a:lnTo>
                  <a:lnTo>
                    <a:pt x="3971988" y="1177947"/>
                  </a:lnTo>
                  <a:lnTo>
                    <a:pt x="3972097" y="1177947"/>
                  </a:lnTo>
                  <a:lnTo>
                    <a:pt x="3972205" y="1177947"/>
                  </a:lnTo>
                  <a:lnTo>
                    <a:pt x="3972314" y="1177947"/>
                  </a:lnTo>
                  <a:lnTo>
                    <a:pt x="3972314" y="1177323"/>
                  </a:lnTo>
                  <a:lnTo>
                    <a:pt x="3972422" y="1177323"/>
                  </a:lnTo>
                  <a:lnTo>
                    <a:pt x="3972530" y="1177323"/>
                  </a:lnTo>
                  <a:lnTo>
                    <a:pt x="3972639" y="1177323"/>
                  </a:lnTo>
                  <a:lnTo>
                    <a:pt x="3972747" y="1177323"/>
                  </a:lnTo>
                  <a:lnTo>
                    <a:pt x="3972747" y="1176699"/>
                  </a:lnTo>
                  <a:lnTo>
                    <a:pt x="3972856" y="1176699"/>
                  </a:lnTo>
                  <a:lnTo>
                    <a:pt x="3972964" y="1176699"/>
                  </a:lnTo>
                  <a:lnTo>
                    <a:pt x="3973073" y="1176699"/>
                  </a:lnTo>
                  <a:lnTo>
                    <a:pt x="3973073" y="1176076"/>
                  </a:lnTo>
                  <a:lnTo>
                    <a:pt x="3973181" y="1176076"/>
                  </a:lnTo>
                  <a:lnTo>
                    <a:pt x="3973290" y="1176076"/>
                  </a:lnTo>
                  <a:lnTo>
                    <a:pt x="3973398" y="1176076"/>
                  </a:lnTo>
                  <a:lnTo>
                    <a:pt x="3973507" y="1176076"/>
                  </a:lnTo>
                  <a:lnTo>
                    <a:pt x="3973615" y="1176076"/>
                  </a:lnTo>
                  <a:lnTo>
                    <a:pt x="3973723" y="1176076"/>
                  </a:lnTo>
                  <a:lnTo>
                    <a:pt x="3973832" y="1176076"/>
                  </a:lnTo>
                  <a:lnTo>
                    <a:pt x="3973940" y="1176076"/>
                  </a:lnTo>
                  <a:lnTo>
                    <a:pt x="3974049" y="1176076"/>
                  </a:lnTo>
                  <a:lnTo>
                    <a:pt x="3974157" y="1176076"/>
                  </a:lnTo>
                  <a:lnTo>
                    <a:pt x="3974157" y="1175452"/>
                  </a:lnTo>
                  <a:lnTo>
                    <a:pt x="3974266" y="1175452"/>
                  </a:lnTo>
                  <a:lnTo>
                    <a:pt x="3974374" y="1175452"/>
                  </a:lnTo>
                  <a:lnTo>
                    <a:pt x="3974483" y="1175452"/>
                  </a:lnTo>
                  <a:lnTo>
                    <a:pt x="3974591" y="1175452"/>
                  </a:lnTo>
                  <a:lnTo>
                    <a:pt x="3974591" y="1174829"/>
                  </a:lnTo>
                  <a:lnTo>
                    <a:pt x="3974699" y="1174829"/>
                  </a:lnTo>
                  <a:lnTo>
                    <a:pt x="3974699" y="1174205"/>
                  </a:lnTo>
                  <a:lnTo>
                    <a:pt x="3974808" y="1174205"/>
                  </a:lnTo>
                  <a:lnTo>
                    <a:pt x="3974808" y="1173581"/>
                  </a:lnTo>
                  <a:lnTo>
                    <a:pt x="3974916" y="1173581"/>
                  </a:lnTo>
                  <a:lnTo>
                    <a:pt x="3975025" y="1173581"/>
                  </a:lnTo>
                  <a:lnTo>
                    <a:pt x="3975025" y="1172958"/>
                  </a:lnTo>
                  <a:lnTo>
                    <a:pt x="3975133" y="1172958"/>
                  </a:lnTo>
                  <a:lnTo>
                    <a:pt x="3975242" y="1172958"/>
                  </a:lnTo>
                  <a:lnTo>
                    <a:pt x="3975350" y="1172958"/>
                  </a:lnTo>
                  <a:lnTo>
                    <a:pt x="3975459" y="1172958"/>
                  </a:lnTo>
                  <a:lnTo>
                    <a:pt x="3975567" y="1172958"/>
                  </a:lnTo>
                  <a:lnTo>
                    <a:pt x="3975675" y="1172958"/>
                  </a:lnTo>
                  <a:lnTo>
                    <a:pt x="3975784" y="1172958"/>
                  </a:lnTo>
                  <a:lnTo>
                    <a:pt x="3975892" y="1172958"/>
                  </a:lnTo>
                  <a:lnTo>
                    <a:pt x="3976001" y="1172958"/>
                  </a:lnTo>
                  <a:lnTo>
                    <a:pt x="3976001" y="1172334"/>
                  </a:lnTo>
                  <a:lnTo>
                    <a:pt x="3976109" y="1172334"/>
                  </a:lnTo>
                  <a:lnTo>
                    <a:pt x="3976218" y="1172334"/>
                  </a:lnTo>
                  <a:lnTo>
                    <a:pt x="3976326" y="1172334"/>
                  </a:lnTo>
                  <a:lnTo>
                    <a:pt x="3976435" y="1172334"/>
                  </a:lnTo>
                  <a:lnTo>
                    <a:pt x="3976543" y="1172334"/>
                  </a:lnTo>
                  <a:lnTo>
                    <a:pt x="3976651" y="1172334"/>
                  </a:lnTo>
                  <a:lnTo>
                    <a:pt x="3976760" y="1172334"/>
                  </a:lnTo>
                  <a:lnTo>
                    <a:pt x="3976760" y="1171711"/>
                  </a:lnTo>
                  <a:lnTo>
                    <a:pt x="3976868" y="1171711"/>
                  </a:lnTo>
                  <a:lnTo>
                    <a:pt x="3976977" y="1171711"/>
                  </a:lnTo>
                  <a:lnTo>
                    <a:pt x="3977085" y="1171711"/>
                  </a:lnTo>
                  <a:lnTo>
                    <a:pt x="3977085" y="1171087"/>
                  </a:lnTo>
                  <a:lnTo>
                    <a:pt x="3977194" y="1171087"/>
                  </a:lnTo>
                  <a:lnTo>
                    <a:pt x="3977302" y="1171087"/>
                  </a:lnTo>
                  <a:lnTo>
                    <a:pt x="3977411" y="1171087"/>
                  </a:lnTo>
                  <a:lnTo>
                    <a:pt x="3977519" y="1171087"/>
                  </a:lnTo>
                  <a:lnTo>
                    <a:pt x="3977628" y="1171087"/>
                  </a:lnTo>
                  <a:lnTo>
                    <a:pt x="3977736" y="1171087"/>
                  </a:lnTo>
                  <a:lnTo>
                    <a:pt x="3977844" y="1171087"/>
                  </a:lnTo>
                  <a:lnTo>
                    <a:pt x="3977953" y="1171087"/>
                  </a:lnTo>
                  <a:lnTo>
                    <a:pt x="3977953" y="1170464"/>
                  </a:lnTo>
                  <a:lnTo>
                    <a:pt x="3978061" y="1170464"/>
                  </a:lnTo>
                  <a:lnTo>
                    <a:pt x="3978170" y="1170464"/>
                  </a:lnTo>
                  <a:lnTo>
                    <a:pt x="3978278" y="1170464"/>
                  </a:lnTo>
                  <a:lnTo>
                    <a:pt x="3978387" y="1170464"/>
                  </a:lnTo>
                  <a:lnTo>
                    <a:pt x="3978495" y="1170464"/>
                  </a:lnTo>
                  <a:lnTo>
                    <a:pt x="3978604" y="1170464"/>
                  </a:lnTo>
                  <a:lnTo>
                    <a:pt x="3978712" y="1170464"/>
                  </a:lnTo>
                  <a:lnTo>
                    <a:pt x="3978820" y="1170464"/>
                  </a:lnTo>
                  <a:lnTo>
                    <a:pt x="3978929" y="1170464"/>
                  </a:lnTo>
                  <a:lnTo>
                    <a:pt x="3979037" y="1170464"/>
                  </a:lnTo>
                  <a:lnTo>
                    <a:pt x="3979146" y="1170464"/>
                  </a:lnTo>
                  <a:lnTo>
                    <a:pt x="3979254" y="1170464"/>
                  </a:lnTo>
                  <a:lnTo>
                    <a:pt x="3979363" y="1170464"/>
                  </a:lnTo>
                  <a:lnTo>
                    <a:pt x="3979471" y="1170464"/>
                  </a:lnTo>
                  <a:lnTo>
                    <a:pt x="3979580" y="1170464"/>
                  </a:lnTo>
                  <a:lnTo>
                    <a:pt x="3979688" y="1170464"/>
                  </a:lnTo>
                  <a:lnTo>
                    <a:pt x="3979796" y="1170464"/>
                  </a:lnTo>
                  <a:lnTo>
                    <a:pt x="3979905" y="1170464"/>
                  </a:lnTo>
                  <a:lnTo>
                    <a:pt x="3980013" y="1170464"/>
                  </a:lnTo>
                  <a:lnTo>
                    <a:pt x="3980122" y="1170464"/>
                  </a:lnTo>
                  <a:lnTo>
                    <a:pt x="3980230" y="1170464"/>
                  </a:lnTo>
                  <a:lnTo>
                    <a:pt x="3980339" y="1170464"/>
                  </a:lnTo>
                  <a:lnTo>
                    <a:pt x="3980447" y="1170464"/>
                  </a:lnTo>
                  <a:lnTo>
                    <a:pt x="3980556" y="1170464"/>
                  </a:lnTo>
                  <a:lnTo>
                    <a:pt x="3980664" y="1170464"/>
                  </a:lnTo>
                  <a:lnTo>
                    <a:pt x="3980772" y="1170464"/>
                  </a:lnTo>
                  <a:lnTo>
                    <a:pt x="3980881" y="1170464"/>
                  </a:lnTo>
                  <a:lnTo>
                    <a:pt x="3980989" y="1170464"/>
                  </a:lnTo>
                  <a:lnTo>
                    <a:pt x="3980989" y="1169840"/>
                  </a:lnTo>
                  <a:lnTo>
                    <a:pt x="3980989" y="1169216"/>
                  </a:lnTo>
                  <a:lnTo>
                    <a:pt x="3981098" y="1169216"/>
                  </a:lnTo>
                  <a:lnTo>
                    <a:pt x="3981206" y="1169216"/>
                  </a:lnTo>
                  <a:lnTo>
                    <a:pt x="3981315" y="1169216"/>
                  </a:lnTo>
                  <a:lnTo>
                    <a:pt x="3981423" y="1169216"/>
                  </a:lnTo>
                  <a:lnTo>
                    <a:pt x="3981532" y="1169216"/>
                  </a:lnTo>
                  <a:lnTo>
                    <a:pt x="3981640" y="1169216"/>
                  </a:lnTo>
                  <a:lnTo>
                    <a:pt x="3981749" y="1169216"/>
                  </a:lnTo>
                  <a:lnTo>
                    <a:pt x="3981857" y="1169216"/>
                  </a:lnTo>
                  <a:lnTo>
                    <a:pt x="3981965" y="1169216"/>
                  </a:lnTo>
                  <a:lnTo>
                    <a:pt x="3982074" y="1169216"/>
                  </a:lnTo>
                  <a:lnTo>
                    <a:pt x="3982182" y="1169216"/>
                  </a:lnTo>
                  <a:lnTo>
                    <a:pt x="3982291" y="1169216"/>
                  </a:lnTo>
                  <a:lnTo>
                    <a:pt x="3982291" y="1168593"/>
                  </a:lnTo>
                  <a:lnTo>
                    <a:pt x="3982399" y="1168593"/>
                  </a:lnTo>
                  <a:lnTo>
                    <a:pt x="3982508" y="1168593"/>
                  </a:lnTo>
                  <a:lnTo>
                    <a:pt x="3982616" y="1168593"/>
                  </a:lnTo>
                  <a:lnTo>
                    <a:pt x="3982616" y="1167969"/>
                  </a:lnTo>
                  <a:lnTo>
                    <a:pt x="3982725" y="1167969"/>
                  </a:lnTo>
                  <a:lnTo>
                    <a:pt x="3982833" y="1167969"/>
                  </a:lnTo>
                  <a:lnTo>
                    <a:pt x="3982941" y="1167969"/>
                  </a:lnTo>
                  <a:lnTo>
                    <a:pt x="3983050" y="1167969"/>
                  </a:lnTo>
                  <a:lnTo>
                    <a:pt x="3983050" y="1167346"/>
                  </a:lnTo>
                  <a:lnTo>
                    <a:pt x="3983158" y="1167346"/>
                  </a:lnTo>
                  <a:lnTo>
                    <a:pt x="3983267" y="1167346"/>
                  </a:lnTo>
                  <a:lnTo>
                    <a:pt x="3983375" y="1167346"/>
                  </a:lnTo>
                  <a:lnTo>
                    <a:pt x="3983484" y="1167346"/>
                  </a:lnTo>
                  <a:lnTo>
                    <a:pt x="3983592" y="1167346"/>
                  </a:lnTo>
                  <a:lnTo>
                    <a:pt x="3983701" y="1167346"/>
                  </a:lnTo>
                  <a:lnTo>
                    <a:pt x="3983809" y="1167346"/>
                  </a:lnTo>
                  <a:lnTo>
                    <a:pt x="3983809" y="1166722"/>
                  </a:lnTo>
                  <a:lnTo>
                    <a:pt x="3983917" y="1166722"/>
                  </a:lnTo>
                  <a:lnTo>
                    <a:pt x="3984026" y="1166722"/>
                  </a:lnTo>
                  <a:lnTo>
                    <a:pt x="3984026" y="1166098"/>
                  </a:lnTo>
                  <a:lnTo>
                    <a:pt x="3984134" y="1166098"/>
                  </a:lnTo>
                  <a:lnTo>
                    <a:pt x="3984243" y="1166098"/>
                  </a:lnTo>
                  <a:lnTo>
                    <a:pt x="3984351" y="1166098"/>
                  </a:lnTo>
                  <a:lnTo>
                    <a:pt x="3984460" y="1166098"/>
                  </a:lnTo>
                  <a:lnTo>
                    <a:pt x="3984568" y="1166098"/>
                  </a:lnTo>
                  <a:lnTo>
                    <a:pt x="3984677" y="1166098"/>
                  </a:lnTo>
                  <a:lnTo>
                    <a:pt x="3984785" y="1166098"/>
                  </a:lnTo>
                  <a:lnTo>
                    <a:pt x="3984893" y="1166098"/>
                  </a:lnTo>
                  <a:lnTo>
                    <a:pt x="3985002" y="1166098"/>
                  </a:lnTo>
                  <a:lnTo>
                    <a:pt x="3985110" y="1166098"/>
                  </a:lnTo>
                  <a:lnTo>
                    <a:pt x="3985219" y="1166098"/>
                  </a:lnTo>
                  <a:lnTo>
                    <a:pt x="3985327" y="1166098"/>
                  </a:lnTo>
                  <a:lnTo>
                    <a:pt x="3985436" y="1166098"/>
                  </a:lnTo>
                  <a:lnTo>
                    <a:pt x="3985544" y="1166098"/>
                  </a:lnTo>
                  <a:lnTo>
                    <a:pt x="3985653" y="1166098"/>
                  </a:lnTo>
                  <a:lnTo>
                    <a:pt x="3985761" y="1166098"/>
                  </a:lnTo>
                  <a:lnTo>
                    <a:pt x="3985870" y="1166098"/>
                  </a:lnTo>
                  <a:lnTo>
                    <a:pt x="3985978" y="1166098"/>
                  </a:lnTo>
                  <a:lnTo>
                    <a:pt x="3986086" y="1166098"/>
                  </a:lnTo>
                  <a:lnTo>
                    <a:pt x="3986195" y="1166098"/>
                  </a:lnTo>
                  <a:lnTo>
                    <a:pt x="3986303" y="1166098"/>
                  </a:lnTo>
                  <a:lnTo>
                    <a:pt x="3986412" y="1166098"/>
                  </a:lnTo>
                  <a:lnTo>
                    <a:pt x="3986520" y="1166098"/>
                  </a:lnTo>
                  <a:lnTo>
                    <a:pt x="3986629" y="1166098"/>
                  </a:lnTo>
                  <a:lnTo>
                    <a:pt x="3986629" y="1165475"/>
                  </a:lnTo>
                  <a:lnTo>
                    <a:pt x="3986737" y="1165475"/>
                  </a:lnTo>
                  <a:lnTo>
                    <a:pt x="3986846" y="1165475"/>
                  </a:lnTo>
                  <a:lnTo>
                    <a:pt x="3986954" y="1165475"/>
                  </a:lnTo>
                  <a:lnTo>
                    <a:pt x="3987062" y="1165475"/>
                  </a:lnTo>
                  <a:lnTo>
                    <a:pt x="3987171" y="1165475"/>
                  </a:lnTo>
                  <a:lnTo>
                    <a:pt x="3987279" y="1165475"/>
                  </a:lnTo>
                  <a:lnTo>
                    <a:pt x="3987388" y="1165475"/>
                  </a:lnTo>
                  <a:lnTo>
                    <a:pt x="3987496" y="1165475"/>
                  </a:lnTo>
                  <a:lnTo>
                    <a:pt x="3987605" y="1165475"/>
                  </a:lnTo>
                  <a:lnTo>
                    <a:pt x="3987713" y="1165475"/>
                  </a:lnTo>
                  <a:lnTo>
                    <a:pt x="3987822" y="1165475"/>
                  </a:lnTo>
                  <a:lnTo>
                    <a:pt x="3987822" y="1164851"/>
                  </a:lnTo>
                  <a:lnTo>
                    <a:pt x="3987930" y="1164851"/>
                  </a:lnTo>
                  <a:lnTo>
                    <a:pt x="3988038" y="1164851"/>
                  </a:lnTo>
                  <a:lnTo>
                    <a:pt x="3988147" y="1164851"/>
                  </a:lnTo>
                  <a:lnTo>
                    <a:pt x="3988255" y="1164851"/>
                  </a:lnTo>
                  <a:lnTo>
                    <a:pt x="3988364" y="1164851"/>
                  </a:lnTo>
                  <a:lnTo>
                    <a:pt x="3988472" y="1164851"/>
                  </a:lnTo>
                  <a:lnTo>
                    <a:pt x="3988581" y="1164851"/>
                  </a:lnTo>
                  <a:lnTo>
                    <a:pt x="3988689" y="1164851"/>
                  </a:lnTo>
                  <a:lnTo>
                    <a:pt x="3988798" y="1164851"/>
                  </a:lnTo>
                  <a:lnTo>
                    <a:pt x="3988906" y="1164851"/>
                  </a:lnTo>
                  <a:lnTo>
                    <a:pt x="3989014" y="1164851"/>
                  </a:lnTo>
                  <a:lnTo>
                    <a:pt x="3989123" y="1164851"/>
                  </a:lnTo>
                  <a:lnTo>
                    <a:pt x="3989231" y="1164851"/>
                  </a:lnTo>
                  <a:lnTo>
                    <a:pt x="3989340" y="1164851"/>
                  </a:lnTo>
                  <a:lnTo>
                    <a:pt x="3989448" y="1164851"/>
                  </a:lnTo>
                  <a:lnTo>
                    <a:pt x="3989448" y="1164228"/>
                  </a:lnTo>
                  <a:lnTo>
                    <a:pt x="3989557" y="1164228"/>
                  </a:lnTo>
                  <a:lnTo>
                    <a:pt x="3989557" y="1163604"/>
                  </a:lnTo>
                  <a:lnTo>
                    <a:pt x="3989665" y="1163604"/>
                  </a:lnTo>
                  <a:lnTo>
                    <a:pt x="3989774" y="1163604"/>
                  </a:lnTo>
                  <a:lnTo>
                    <a:pt x="3989882" y="1163604"/>
                  </a:lnTo>
                  <a:lnTo>
                    <a:pt x="3989991" y="1163604"/>
                  </a:lnTo>
                  <a:lnTo>
                    <a:pt x="3990099" y="1163604"/>
                  </a:lnTo>
                  <a:lnTo>
                    <a:pt x="3990207" y="1163604"/>
                  </a:lnTo>
                  <a:lnTo>
                    <a:pt x="3990316" y="1163604"/>
                  </a:lnTo>
                  <a:lnTo>
                    <a:pt x="3990424" y="1163604"/>
                  </a:lnTo>
                  <a:lnTo>
                    <a:pt x="3990424" y="1162981"/>
                  </a:lnTo>
                  <a:lnTo>
                    <a:pt x="3990424" y="1162357"/>
                  </a:lnTo>
                  <a:lnTo>
                    <a:pt x="3990533" y="1162357"/>
                  </a:lnTo>
                  <a:lnTo>
                    <a:pt x="3990641" y="1162357"/>
                  </a:lnTo>
                  <a:lnTo>
                    <a:pt x="3990750" y="1162357"/>
                  </a:lnTo>
                  <a:lnTo>
                    <a:pt x="3990858" y="1162357"/>
                  </a:lnTo>
                  <a:lnTo>
                    <a:pt x="3990967" y="1162357"/>
                  </a:lnTo>
                  <a:lnTo>
                    <a:pt x="3991075" y="1162357"/>
                  </a:lnTo>
                  <a:lnTo>
                    <a:pt x="3991075" y="1161733"/>
                  </a:lnTo>
                  <a:lnTo>
                    <a:pt x="3991183" y="1161733"/>
                  </a:lnTo>
                  <a:lnTo>
                    <a:pt x="3991183" y="1161110"/>
                  </a:lnTo>
                  <a:lnTo>
                    <a:pt x="3991292" y="1161110"/>
                  </a:lnTo>
                  <a:lnTo>
                    <a:pt x="3991400" y="1161110"/>
                  </a:lnTo>
                  <a:lnTo>
                    <a:pt x="3991400" y="1160486"/>
                  </a:lnTo>
                  <a:lnTo>
                    <a:pt x="3991509" y="1160486"/>
                  </a:lnTo>
                  <a:lnTo>
                    <a:pt x="3991509" y="1159863"/>
                  </a:lnTo>
                  <a:lnTo>
                    <a:pt x="3991617" y="1159863"/>
                  </a:lnTo>
                  <a:lnTo>
                    <a:pt x="3991726" y="1159863"/>
                  </a:lnTo>
                  <a:lnTo>
                    <a:pt x="3991834" y="1159863"/>
                  </a:lnTo>
                  <a:lnTo>
                    <a:pt x="3991943" y="1159863"/>
                  </a:lnTo>
                  <a:lnTo>
                    <a:pt x="3992051" y="1159863"/>
                  </a:lnTo>
                  <a:lnTo>
                    <a:pt x="3992051" y="1159239"/>
                  </a:lnTo>
                  <a:lnTo>
                    <a:pt x="3992159" y="1159239"/>
                  </a:lnTo>
                  <a:lnTo>
                    <a:pt x="3992268" y="1159239"/>
                  </a:lnTo>
                  <a:lnTo>
                    <a:pt x="3992376" y="1159239"/>
                  </a:lnTo>
                  <a:lnTo>
                    <a:pt x="3992485" y="1159239"/>
                  </a:lnTo>
                  <a:lnTo>
                    <a:pt x="3992593" y="1159239"/>
                  </a:lnTo>
                  <a:lnTo>
                    <a:pt x="3992702" y="1159239"/>
                  </a:lnTo>
                  <a:lnTo>
                    <a:pt x="3992810" y="1159239"/>
                  </a:lnTo>
                  <a:lnTo>
                    <a:pt x="3992919" y="1159239"/>
                  </a:lnTo>
                  <a:lnTo>
                    <a:pt x="3993027" y="1159239"/>
                  </a:lnTo>
                  <a:lnTo>
                    <a:pt x="3993135" y="1159239"/>
                  </a:lnTo>
                  <a:lnTo>
                    <a:pt x="3993244" y="1159239"/>
                  </a:lnTo>
                  <a:lnTo>
                    <a:pt x="3993352" y="1159239"/>
                  </a:lnTo>
                  <a:lnTo>
                    <a:pt x="3993352" y="1158615"/>
                  </a:lnTo>
                  <a:lnTo>
                    <a:pt x="3993461" y="1158615"/>
                  </a:lnTo>
                  <a:lnTo>
                    <a:pt x="3993461" y="1157992"/>
                  </a:lnTo>
                  <a:lnTo>
                    <a:pt x="3993569" y="1157992"/>
                  </a:lnTo>
                  <a:lnTo>
                    <a:pt x="3993678" y="1157992"/>
                  </a:lnTo>
                  <a:lnTo>
                    <a:pt x="3993786" y="1157992"/>
                  </a:lnTo>
                  <a:lnTo>
                    <a:pt x="3993895" y="1157992"/>
                  </a:lnTo>
                  <a:lnTo>
                    <a:pt x="3993895" y="1157368"/>
                  </a:lnTo>
                  <a:lnTo>
                    <a:pt x="3994003" y="1157368"/>
                  </a:lnTo>
                  <a:lnTo>
                    <a:pt x="3994111" y="1157368"/>
                  </a:lnTo>
                  <a:lnTo>
                    <a:pt x="3994111" y="1156745"/>
                  </a:lnTo>
                  <a:lnTo>
                    <a:pt x="3994220" y="1156745"/>
                  </a:lnTo>
                  <a:lnTo>
                    <a:pt x="3994328" y="1156745"/>
                  </a:lnTo>
                  <a:lnTo>
                    <a:pt x="3994437" y="1156745"/>
                  </a:lnTo>
                  <a:lnTo>
                    <a:pt x="3994545" y="1156745"/>
                  </a:lnTo>
                  <a:lnTo>
                    <a:pt x="3994545" y="1156121"/>
                  </a:lnTo>
                  <a:lnTo>
                    <a:pt x="3994654" y="1156121"/>
                  </a:lnTo>
                  <a:lnTo>
                    <a:pt x="3994762" y="1156121"/>
                  </a:lnTo>
                  <a:lnTo>
                    <a:pt x="3994871" y="1156121"/>
                  </a:lnTo>
                  <a:lnTo>
                    <a:pt x="3994979" y="1156121"/>
                  </a:lnTo>
                  <a:lnTo>
                    <a:pt x="3994979" y="1155498"/>
                  </a:lnTo>
                  <a:lnTo>
                    <a:pt x="3995088" y="1155498"/>
                  </a:lnTo>
                  <a:lnTo>
                    <a:pt x="3995088" y="1154874"/>
                  </a:lnTo>
                  <a:lnTo>
                    <a:pt x="3995196" y="1154874"/>
                  </a:lnTo>
                  <a:lnTo>
                    <a:pt x="3995304" y="1154874"/>
                  </a:lnTo>
                  <a:lnTo>
                    <a:pt x="3995413" y="1154874"/>
                  </a:lnTo>
                  <a:lnTo>
                    <a:pt x="3995413" y="1154250"/>
                  </a:lnTo>
                  <a:lnTo>
                    <a:pt x="3995521" y="1154250"/>
                  </a:lnTo>
                  <a:lnTo>
                    <a:pt x="3995630" y="1154250"/>
                  </a:lnTo>
                  <a:lnTo>
                    <a:pt x="3995738" y="1154250"/>
                  </a:lnTo>
                  <a:lnTo>
                    <a:pt x="3995847" y="1154250"/>
                  </a:lnTo>
                  <a:lnTo>
                    <a:pt x="3995955" y="1154250"/>
                  </a:lnTo>
                  <a:lnTo>
                    <a:pt x="3996064" y="1154250"/>
                  </a:lnTo>
                  <a:lnTo>
                    <a:pt x="3996172" y="1154250"/>
                  </a:lnTo>
                  <a:lnTo>
                    <a:pt x="3996280" y="1154250"/>
                  </a:lnTo>
                  <a:lnTo>
                    <a:pt x="3996389" y="1154250"/>
                  </a:lnTo>
                  <a:lnTo>
                    <a:pt x="3996497" y="1154250"/>
                  </a:lnTo>
                  <a:lnTo>
                    <a:pt x="3996606" y="1154250"/>
                  </a:lnTo>
                  <a:lnTo>
                    <a:pt x="3996606" y="1153627"/>
                  </a:lnTo>
                  <a:lnTo>
                    <a:pt x="3996714" y="1153627"/>
                  </a:lnTo>
                  <a:lnTo>
                    <a:pt x="3996823" y="1153627"/>
                  </a:lnTo>
                  <a:lnTo>
                    <a:pt x="3996931" y="1153627"/>
                  </a:lnTo>
                  <a:lnTo>
                    <a:pt x="3997040" y="1153627"/>
                  </a:lnTo>
                  <a:lnTo>
                    <a:pt x="3997148" y="1153627"/>
                  </a:lnTo>
                  <a:lnTo>
                    <a:pt x="3997256" y="1153627"/>
                  </a:lnTo>
                  <a:lnTo>
                    <a:pt x="3997365" y="1153627"/>
                  </a:lnTo>
                  <a:lnTo>
                    <a:pt x="3997473" y="1153627"/>
                  </a:lnTo>
                  <a:lnTo>
                    <a:pt x="3997582" y="1153627"/>
                  </a:lnTo>
                  <a:lnTo>
                    <a:pt x="3997690" y="1153627"/>
                  </a:lnTo>
                  <a:lnTo>
                    <a:pt x="3997799" y="1153627"/>
                  </a:lnTo>
                  <a:lnTo>
                    <a:pt x="3997907" y="1153627"/>
                  </a:lnTo>
                  <a:lnTo>
                    <a:pt x="3998016" y="1153627"/>
                  </a:lnTo>
                  <a:lnTo>
                    <a:pt x="3998124" y="1153627"/>
                  </a:lnTo>
                  <a:lnTo>
                    <a:pt x="3998232" y="1153627"/>
                  </a:lnTo>
                  <a:lnTo>
                    <a:pt x="3998341" y="1153627"/>
                  </a:lnTo>
                  <a:lnTo>
                    <a:pt x="3998449" y="1153627"/>
                  </a:lnTo>
                  <a:lnTo>
                    <a:pt x="3998558" y="1153627"/>
                  </a:lnTo>
                  <a:lnTo>
                    <a:pt x="3998666" y="1153627"/>
                  </a:lnTo>
                  <a:lnTo>
                    <a:pt x="3998775" y="1153627"/>
                  </a:lnTo>
                  <a:lnTo>
                    <a:pt x="3998883" y="1153627"/>
                  </a:lnTo>
                  <a:lnTo>
                    <a:pt x="3998992" y="1153627"/>
                  </a:lnTo>
                  <a:lnTo>
                    <a:pt x="3999100" y="1153627"/>
                  </a:lnTo>
                  <a:lnTo>
                    <a:pt x="3999209" y="1153627"/>
                  </a:lnTo>
                  <a:lnTo>
                    <a:pt x="3999317" y="1153627"/>
                  </a:lnTo>
                  <a:lnTo>
                    <a:pt x="3999425" y="1153627"/>
                  </a:lnTo>
                  <a:lnTo>
                    <a:pt x="3999534" y="1153627"/>
                  </a:lnTo>
                  <a:lnTo>
                    <a:pt x="3999642" y="1153627"/>
                  </a:lnTo>
                  <a:lnTo>
                    <a:pt x="3999642" y="1153003"/>
                  </a:lnTo>
                  <a:lnTo>
                    <a:pt x="3999751" y="1153003"/>
                  </a:lnTo>
                  <a:lnTo>
                    <a:pt x="3999859" y="1153003"/>
                  </a:lnTo>
                  <a:lnTo>
                    <a:pt x="3999968" y="1153003"/>
                  </a:lnTo>
                  <a:lnTo>
                    <a:pt x="4000076" y="1153003"/>
                  </a:lnTo>
                  <a:lnTo>
                    <a:pt x="4000185" y="1153003"/>
                  </a:lnTo>
                  <a:lnTo>
                    <a:pt x="4000185" y="1152380"/>
                  </a:lnTo>
                  <a:lnTo>
                    <a:pt x="4000293" y="1152380"/>
                  </a:lnTo>
                  <a:lnTo>
                    <a:pt x="4000401" y="1152380"/>
                  </a:lnTo>
                  <a:lnTo>
                    <a:pt x="4000510" y="1152380"/>
                  </a:lnTo>
                  <a:lnTo>
                    <a:pt x="4000618" y="1152380"/>
                  </a:lnTo>
                  <a:lnTo>
                    <a:pt x="4000727" y="1152380"/>
                  </a:lnTo>
                  <a:lnTo>
                    <a:pt x="4000727" y="1151756"/>
                  </a:lnTo>
                  <a:lnTo>
                    <a:pt x="4000835" y="1151756"/>
                  </a:lnTo>
                  <a:lnTo>
                    <a:pt x="4000944" y="1151756"/>
                  </a:lnTo>
                  <a:lnTo>
                    <a:pt x="4001052" y="1151756"/>
                  </a:lnTo>
                  <a:lnTo>
                    <a:pt x="4001052" y="1151132"/>
                  </a:lnTo>
                  <a:lnTo>
                    <a:pt x="4001161" y="1151132"/>
                  </a:lnTo>
                  <a:lnTo>
                    <a:pt x="4001269" y="1151132"/>
                  </a:lnTo>
                  <a:lnTo>
                    <a:pt x="4001377" y="1151132"/>
                  </a:lnTo>
                  <a:lnTo>
                    <a:pt x="4001486" y="1151132"/>
                  </a:lnTo>
                  <a:lnTo>
                    <a:pt x="4001594" y="1151132"/>
                  </a:lnTo>
                  <a:lnTo>
                    <a:pt x="4001703" y="1151132"/>
                  </a:lnTo>
                  <a:lnTo>
                    <a:pt x="4001811" y="1151132"/>
                  </a:lnTo>
                  <a:lnTo>
                    <a:pt x="4001920" y="1151132"/>
                  </a:lnTo>
                  <a:lnTo>
                    <a:pt x="4002028" y="1151132"/>
                  </a:lnTo>
                  <a:lnTo>
                    <a:pt x="4002137" y="1151132"/>
                  </a:lnTo>
                  <a:lnTo>
                    <a:pt x="4002245" y="1151132"/>
                  </a:lnTo>
                  <a:lnTo>
                    <a:pt x="4002353" y="1151132"/>
                  </a:lnTo>
                  <a:lnTo>
                    <a:pt x="4002353" y="1150509"/>
                  </a:lnTo>
                  <a:lnTo>
                    <a:pt x="4002462" y="1150509"/>
                  </a:lnTo>
                  <a:lnTo>
                    <a:pt x="4002462" y="1149885"/>
                  </a:lnTo>
                  <a:lnTo>
                    <a:pt x="4002570" y="1149885"/>
                  </a:lnTo>
                  <a:lnTo>
                    <a:pt x="4002679" y="1149885"/>
                  </a:lnTo>
                  <a:lnTo>
                    <a:pt x="4002787" y="1149885"/>
                  </a:lnTo>
                  <a:lnTo>
                    <a:pt x="4002896" y="1149885"/>
                  </a:lnTo>
                  <a:lnTo>
                    <a:pt x="4003004" y="1149885"/>
                  </a:lnTo>
                  <a:lnTo>
                    <a:pt x="4003113" y="1149885"/>
                  </a:lnTo>
                  <a:lnTo>
                    <a:pt x="4003221" y="1149885"/>
                  </a:lnTo>
                  <a:lnTo>
                    <a:pt x="4003330" y="1149885"/>
                  </a:lnTo>
                  <a:lnTo>
                    <a:pt x="4003438" y="1149885"/>
                  </a:lnTo>
                  <a:lnTo>
                    <a:pt x="4003438" y="1149262"/>
                  </a:lnTo>
                  <a:lnTo>
                    <a:pt x="4003546" y="1149262"/>
                  </a:lnTo>
                  <a:lnTo>
                    <a:pt x="4003655" y="1149262"/>
                  </a:lnTo>
                  <a:lnTo>
                    <a:pt x="4003763" y="1149262"/>
                  </a:lnTo>
                  <a:lnTo>
                    <a:pt x="4003763" y="1148638"/>
                  </a:lnTo>
                  <a:lnTo>
                    <a:pt x="4003872" y="1148638"/>
                  </a:lnTo>
                  <a:lnTo>
                    <a:pt x="4003980" y="1148638"/>
                  </a:lnTo>
                  <a:lnTo>
                    <a:pt x="4003980" y="1148015"/>
                  </a:lnTo>
                  <a:lnTo>
                    <a:pt x="4004089" y="1148015"/>
                  </a:lnTo>
                  <a:lnTo>
                    <a:pt x="4004197" y="1148015"/>
                  </a:lnTo>
                  <a:lnTo>
                    <a:pt x="4004306" y="1148015"/>
                  </a:lnTo>
                  <a:lnTo>
                    <a:pt x="4004414" y="1148015"/>
                  </a:lnTo>
                  <a:lnTo>
                    <a:pt x="4004522" y="1148015"/>
                  </a:lnTo>
                  <a:lnTo>
                    <a:pt x="4004631" y="1148015"/>
                  </a:lnTo>
                  <a:lnTo>
                    <a:pt x="4004739" y="1148015"/>
                  </a:lnTo>
                  <a:lnTo>
                    <a:pt x="4004848" y="1148015"/>
                  </a:lnTo>
                  <a:lnTo>
                    <a:pt x="4004956" y="1148015"/>
                  </a:lnTo>
                  <a:lnTo>
                    <a:pt x="4004956" y="1147391"/>
                  </a:lnTo>
                  <a:lnTo>
                    <a:pt x="4005065" y="1147391"/>
                  </a:lnTo>
                  <a:lnTo>
                    <a:pt x="4005173" y="1147391"/>
                  </a:lnTo>
                  <a:lnTo>
                    <a:pt x="4005282" y="1147391"/>
                  </a:lnTo>
                  <a:lnTo>
                    <a:pt x="4005390" y="1147391"/>
                  </a:lnTo>
                  <a:lnTo>
                    <a:pt x="4005498" y="1147391"/>
                  </a:lnTo>
                  <a:lnTo>
                    <a:pt x="4005607" y="1147391"/>
                  </a:lnTo>
                  <a:lnTo>
                    <a:pt x="4005715" y="1147391"/>
                  </a:lnTo>
                  <a:lnTo>
                    <a:pt x="4005824" y="1147391"/>
                  </a:lnTo>
                  <a:lnTo>
                    <a:pt x="4005932" y="1147391"/>
                  </a:lnTo>
                  <a:lnTo>
                    <a:pt x="4006041" y="1147391"/>
                  </a:lnTo>
                  <a:lnTo>
                    <a:pt x="4006149" y="1147391"/>
                  </a:lnTo>
                  <a:lnTo>
                    <a:pt x="4006258" y="1147391"/>
                  </a:lnTo>
                  <a:lnTo>
                    <a:pt x="4006366" y="1147391"/>
                  </a:lnTo>
                  <a:lnTo>
                    <a:pt x="4006474" y="1147391"/>
                  </a:lnTo>
                  <a:lnTo>
                    <a:pt x="4006583" y="1147391"/>
                  </a:lnTo>
                  <a:lnTo>
                    <a:pt x="4006691" y="1147391"/>
                  </a:lnTo>
                  <a:lnTo>
                    <a:pt x="4006691" y="1146767"/>
                  </a:lnTo>
                  <a:lnTo>
                    <a:pt x="4006691" y="1146144"/>
                  </a:lnTo>
                  <a:lnTo>
                    <a:pt x="4006800" y="1146144"/>
                  </a:lnTo>
                  <a:lnTo>
                    <a:pt x="4006908" y="1146144"/>
                  </a:lnTo>
                  <a:lnTo>
                    <a:pt x="4006908" y="1145520"/>
                  </a:lnTo>
                  <a:lnTo>
                    <a:pt x="4006908" y="1144897"/>
                  </a:lnTo>
                  <a:lnTo>
                    <a:pt x="4007017" y="1144897"/>
                  </a:lnTo>
                  <a:lnTo>
                    <a:pt x="4007017" y="1144273"/>
                  </a:lnTo>
                  <a:lnTo>
                    <a:pt x="4007125" y="1144273"/>
                  </a:lnTo>
                  <a:lnTo>
                    <a:pt x="4007234" y="1144273"/>
                  </a:lnTo>
                  <a:lnTo>
                    <a:pt x="4007342" y="1144273"/>
                  </a:lnTo>
                  <a:lnTo>
                    <a:pt x="4007451" y="1144273"/>
                  </a:lnTo>
                  <a:lnTo>
                    <a:pt x="4007559" y="1144273"/>
                  </a:lnTo>
                  <a:lnTo>
                    <a:pt x="4007559" y="1143649"/>
                  </a:lnTo>
                  <a:lnTo>
                    <a:pt x="4007667" y="1143649"/>
                  </a:lnTo>
                  <a:lnTo>
                    <a:pt x="4007776" y="1143649"/>
                  </a:lnTo>
                  <a:lnTo>
                    <a:pt x="4007884" y="1143649"/>
                  </a:lnTo>
                  <a:lnTo>
                    <a:pt x="4007993" y="1143649"/>
                  </a:lnTo>
                  <a:lnTo>
                    <a:pt x="4008101" y="1143649"/>
                  </a:lnTo>
                  <a:lnTo>
                    <a:pt x="4008210" y="1143649"/>
                  </a:lnTo>
                  <a:lnTo>
                    <a:pt x="4008318" y="1143649"/>
                  </a:lnTo>
                  <a:lnTo>
                    <a:pt x="4008427" y="1143649"/>
                  </a:lnTo>
                  <a:lnTo>
                    <a:pt x="4008427" y="1143026"/>
                  </a:lnTo>
                  <a:lnTo>
                    <a:pt x="4008535" y="1143026"/>
                  </a:lnTo>
                  <a:lnTo>
                    <a:pt x="4008643" y="1143026"/>
                  </a:lnTo>
                  <a:lnTo>
                    <a:pt x="4008752" y="1143026"/>
                  </a:lnTo>
                  <a:lnTo>
                    <a:pt x="4008860" y="1143026"/>
                  </a:lnTo>
                  <a:lnTo>
                    <a:pt x="4008969" y="1143026"/>
                  </a:lnTo>
                  <a:lnTo>
                    <a:pt x="4009077" y="1143026"/>
                  </a:lnTo>
                  <a:lnTo>
                    <a:pt x="4009186" y="1143026"/>
                  </a:lnTo>
                  <a:lnTo>
                    <a:pt x="4009186" y="1142402"/>
                  </a:lnTo>
                  <a:lnTo>
                    <a:pt x="4009294" y="1142402"/>
                  </a:lnTo>
                  <a:lnTo>
                    <a:pt x="4009403" y="1142402"/>
                  </a:lnTo>
                  <a:lnTo>
                    <a:pt x="4009403" y="1141779"/>
                  </a:lnTo>
                  <a:lnTo>
                    <a:pt x="4009511" y="1141779"/>
                  </a:lnTo>
                  <a:lnTo>
                    <a:pt x="4009619" y="1141779"/>
                  </a:lnTo>
                  <a:lnTo>
                    <a:pt x="4009728" y="1141779"/>
                  </a:lnTo>
                  <a:lnTo>
                    <a:pt x="4009836" y="1141779"/>
                  </a:lnTo>
                  <a:lnTo>
                    <a:pt x="4009945" y="1141779"/>
                  </a:lnTo>
                  <a:lnTo>
                    <a:pt x="4010053" y="1141779"/>
                  </a:lnTo>
                  <a:lnTo>
                    <a:pt x="4010162" y="1141779"/>
                  </a:lnTo>
                  <a:lnTo>
                    <a:pt x="4010270" y="1141779"/>
                  </a:lnTo>
                  <a:lnTo>
                    <a:pt x="4010379" y="1141779"/>
                  </a:lnTo>
                  <a:lnTo>
                    <a:pt x="4010487" y="1141779"/>
                  </a:lnTo>
                  <a:lnTo>
                    <a:pt x="4010595" y="1141779"/>
                  </a:lnTo>
                  <a:lnTo>
                    <a:pt x="4010704" y="1141779"/>
                  </a:lnTo>
                  <a:lnTo>
                    <a:pt x="4010812" y="1141779"/>
                  </a:lnTo>
                  <a:lnTo>
                    <a:pt x="4010921" y="1141779"/>
                  </a:lnTo>
                  <a:lnTo>
                    <a:pt x="4011029" y="1141779"/>
                  </a:lnTo>
                  <a:lnTo>
                    <a:pt x="4011138" y="1141779"/>
                  </a:lnTo>
                  <a:lnTo>
                    <a:pt x="4011246" y="1141779"/>
                  </a:lnTo>
                  <a:lnTo>
                    <a:pt x="4011355" y="1141779"/>
                  </a:lnTo>
                  <a:lnTo>
                    <a:pt x="4011463" y="1141779"/>
                  </a:lnTo>
                  <a:lnTo>
                    <a:pt x="4011572" y="1141779"/>
                  </a:lnTo>
                  <a:lnTo>
                    <a:pt x="4011680" y="1141779"/>
                  </a:lnTo>
                  <a:lnTo>
                    <a:pt x="4011788" y="1141779"/>
                  </a:lnTo>
                  <a:lnTo>
                    <a:pt x="4011897" y="1141779"/>
                  </a:lnTo>
                  <a:lnTo>
                    <a:pt x="4011897" y="1141155"/>
                  </a:lnTo>
                  <a:lnTo>
                    <a:pt x="4011897" y="1140532"/>
                  </a:lnTo>
                  <a:lnTo>
                    <a:pt x="4012005" y="1140532"/>
                  </a:lnTo>
                  <a:lnTo>
                    <a:pt x="4012114" y="1140532"/>
                  </a:lnTo>
                  <a:lnTo>
                    <a:pt x="4012222" y="1140532"/>
                  </a:lnTo>
                  <a:lnTo>
                    <a:pt x="4012222" y="1139908"/>
                  </a:lnTo>
                  <a:lnTo>
                    <a:pt x="4012331" y="1139908"/>
                  </a:lnTo>
                  <a:lnTo>
                    <a:pt x="4012439" y="1139908"/>
                  </a:lnTo>
                  <a:lnTo>
                    <a:pt x="4012548" y="1139908"/>
                  </a:lnTo>
                  <a:lnTo>
                    <a:pt x="4012656" y="1139908"/>
                  </a:lnTo>
                  <a:lnTo>
                    <a:pt x="4012764" y="1139908"/>
                  </a:lnTo>
                  <a:lnTo>
                    <a:pt x="4012873" y="1139908"/>
                  </a:lnTo>
                  <a:lnTo>
                    <a:pt x="4012981" y="1139908"/>
                  </a:lnTo>
                  <a:lnTo>
                    <a:pt x="4012981" y="1139284"/>
                  </a:lnTo>
                  <a:lnTo>
                    <a:pt x="4013090" y="1139284"/>
                  </a:lnTo>
                  <a:lnTo>
                    <a:pt x="4013198" y="1139284"/>
                  </a:lnTo>
                  <a:lnTo>
                    <a:pt x="4013307" y="1139284"/>
                  </a:lnTo>
                  <a:lnTo>
                    <a:pt x="4013415" y="1139284"/>
                  </a:lnTo>
                  <a:lnTo>
                    <a:pt x="4013524" y="1139284"/>
                  </a:lnTo>
                  <a:lnTo>
                    <a:pt x="4013632" y="1139284"/>
                  </a:lnTo>
                  <a:lnTo>
                    <a:pt x="4013740" y="1139284"/>
                  </a:lnTo>
                  <a:lnTo>
                    <a:pt x="4013849" y="1139284"/>
                  </a:lnTo>
                  <a:lnTo>
                    <a:pt x="4013957" y="1139284"/>
                  </a:lnTo>
                  <a:lnTo>
                    <a:pt x="4014066" y="1139284"/>
                  </a:lnTo>
                  <a:lnTo>
                    <a:pt x="4014066" y="1138661"/>
                  </a:lnTo>
                  <a:lnTo>
                    <a:pt x="4014174" y="1138661"/>
                  </a:lnTo>
                  <a:lnTo>
                    <a:pt x="4014283" y="1138661"/>
                  </a:lnTo>
                  <a:lnTo>
                    <a:pt x="4014391" y="1138661"/>
                  </a:lnTo>
                  <a:lnTo>
                    <a:pt x="4014391" y="1138037"/>
                  </a:lnTo>
                  <a:lnTo>
                    <a:pt x="4014500" y="1138037"/>
                  </a:lnTo>
                  <a:lnTo>
                    <a:pt x="4014608" y="1138037"/>
                  </a:lnTo>
                  <a:lnTo>
                    <a:pt x="4014716" y="1138037"/>
                  </a:lnTo>
                  <a:lnTo>
                    <a:pt x="4014825" y="1138037"/>
                  </a:lnTo>
                  <a:lnTo>
                    <a:pt x="4014933" y="1138037"/>
                  </a:lnTo>
                  <a:lnTo>
                    <a:pt x="4015042" y="1138037"/>
                  </a:lnTo>
                  <a:lnTo>
                    <a:pt x="4015150" y="1138037"/>
                  </a:lnTo>
                  <a:lnTo>
                    <a:pt x="4015259" y="1138037"/>
                  </a:lnTo>
                  <a:lnTo>
                    <a:pt x="4015367" y="1138037"/>
                  </a:lnTo>
                  <a:lnTo>
                    <a:pt x="4015476" y="1138037"/>
                  </a:lnTo>
                  <a:lnTo>
                    <a:pt x="4015584" y="1138037"/>
                  </a:lnTo>
                  <a:lnTo>
                    <a:pt x="4015693" y="1138037"/>
                  </a:lnTo>
                  <a:lnTo>
                    <a:pt x="4015801" y="1138037"/>
                  </a:lnTo>
                  <a:lnTo>
                    <a:pt x="4015909" y="1138037"/>
                  </a:lnTo>
                  <a:lnTo>
                    <a:pt x="4016018" y="1138037"/>
                  </a:lnTo>
                  <a:lnTo>
                    <a:pt x="4016126" y="1138037"/>
                  </a:lnTo>
                  <a:lnTo>
                    <a:pt x="4016235" y="1138037"/>
                  </a:lnTo>
                  <a:lnTo>
                    <a:pt x="4016343" y="1138037"/>
                  </a:lnTo>
                  <a:lnTo>
                    <a:pt x="4016452" y="1138037"/>
                  </a:lnTo>
                  <a:lnTo>
                    <a:pt x="4016560" y="1138037"/>
                  </a:lnTo>
                  <a:lnTo>
                    <a:pt x="4016669" y="1138037"/>
                  </a:lnTo>
                  <a:lnTo>
                    <a:pt x="4016777" y="1138037"/>
                  </a:lnTo>
                  <a:lnTo>
                    <a:pt x="4016885" y="1138037"/>
                  </a:lnTo>
                  <a:lnTo>
                    <a:pt x="4016994" y="1138037"/>
                  </a:lnTo>
                  <a:lnTo>
                    <a:pt x="4017102" y="1138037"/>
                  </a:lnTo>
                  <a:lnTo>
                    <a:pt x="4017211" y="1138037"/>
                  </a:lnTo>
                  <a:lnTo>
                    <a:pt x="4017319" y="1138037"/>
                  </a:lnTo>
                  <a:lnTo>
                    <a:pt x="4017428" y="1138037"/>
                  </a:lnTo>
                  <a:lnTo>
                    <a:pt x="4017536" y="1138037"/>
                  </a:lnTo>
                  <a:lnTo>
                    <a:pt x="4017645" y="1138037"/>
                  </a:lnTo>
                  <a:lnTo>
                    <a:pt x="4017753" y="1138037"/>
                  </a:lnTo>
                  <a:lnTo>
                    <a:pt x="4017861" y="1138037"/>
                  </a:lnTo>
                  <a:lnTo>
                    <a:pt x="4017861" y="1137414"/>
                  </a:lnTo>
                  <a:lnTo>
                    <a:pt x="4017970" y="1137414"/>
                  </a:lnTo>
                  <a:lnTo>
                    <a:pt x="4018078" y="1137414"/>
                  </a:lnTo>
                  <a:lnTo>
                    <a:pt x="4018078" y="1136790"/>
                  </a:lnTo>
                  <a:lnTo>
                    <a:pt x="4018187" y="1136790"/>
                  </a:lnTo>
                  <a:lnTo>
                    <a:pt x="4018295" y="1136790"/>
                  </a:lnTo>
                  <a:lnTo>
                    <a:pt x="4018404" y="1136790"/>
                  </a:lnTo>
                  <a:lnTo>
                    <a:pt x="4018404" y="1136166"/>
                  </a:lnTo>
                  <a:lnTo>
                    <a:pt x="4018512" y="1136166"/>
                  </a:lnTo>
                  <a:lnTo>
                    <a:pt x="4018621" y="1136166"/>
                  </a:lnTo>
                  <a:lnTo>
                    <a:pt x="4018729" y="1136166"/>
                  </a:lnTo>
                  <a:lnTo>
                    <a:pt x="4018837" y="1136166"/>
                  </a:lnTo>
                  <a:lnTo>
                    <a:pt x="4018946" y="1136166"/>
                  </a:lnTo>
                  <a:lnTo>
                    <a:pt x="4019054" y="1136166"/>
                  </a:lnTo>
                  <a:lnTo>
                    <a:pt x="4019163" y="1136166"/>
                  </a:lnTo>
                  <a:lnTo>
                    <a:pt x="4019271" y="1136166"/>
                  </a:lnTo>
                  <a:lnTo>
                    <a:pt x="4019380" y="1136166"/>
                  </a:lnTo>
                  <a:lnTo>
                    <a:pt x="4019488" y="1136166"/>
                  </a:lnTo>
                  <a:lnTo>
                    <a:pt x="4019597" y="1136166"/>
                  </a:lnTo>
                  <a:lnTo>
                    <a:pt x="4019597" y="1135543"/>
                  </a:lnTo>
                  <a:lnTo>
                    <a:pt x="4019597" y="1134919"/>
                  </a:lnTo>
                  <a:lnTo>
                    <a:pt x="4019705" y="1134919"/>
                  </a:lnTo>
                  <a:lnTo>
                    <a:pt x="4019813" y="1134919"/>
                  </a:lnTo>
                  <a:lnTo>
                    <a:pt x="4019813" y="1134296"/>
                  </a:lnTo>
                  <a:lnTo>
                    <a:pt x="4019813" y="1133672"/>
                  </a:lnTo>
                  <a:lnTo>
                    <a:pt x="4019922" y="1133672"/>
                  </a:lnTo>
                  <a:lnTo>
                    <a:pt x="4019922" y="1133049"/>
                  </a:lnTo>
                  <a:lnTo>
                    <a:pt x="4020030" y="1133049"/>
                  </a:lnTo>
                  <a:lnTo>
                    <a:pt x="4020139" y="1133049"/>
                  </a:lnTo>
                  <a:lnTo>
                    <a:pt x="4020247" y="1133049"/>
                  </a:lnTo>
                  <a:lnTo>
                    <a:pt x="4020356" y="1133049"/>
                  </a:lnTo>
                  <a:lnTo>
                    <a:pt x="4020464" y="1133049"/>
                  </a:lnTo>
                  <a:lnTo>
                    <a:pt x="4020573" y="1133049"/>
                  </a:lnTo>
                  <a:lnTo>
                    <a:pt x="4020681" y="1133049"/>
                  </a:lnTo>
                  <a:lnTo>
                    <a:pt x="4020681" y="1132425"/>
                  </a:lnTo>
                  <a:lnTo>
                    <a:pt x="4020790" y="1132425"/>
                  </a:lnTo>
                  <a:lnTo>
                    <a:pt x="4020898" y="1132425"/>
                  </a:lnTo>
                  <a:lnTo>
                    <a:pt x="4021006" y="1132425"/>
                  </a:lnTo>
                  <a:lnTo>
                    <a:pt x="4021115" y="1132425"/>
                  </a:lnTo>
                  <a:lnTo>
                    <a:pt x="4021115" y="1131801"/>
                  </a:lnTo>
                  <a:lnTo>
                    <a:pt x="4021223" y="1131801"/>
                  </a:lnTo>
                  <a:lnTo>
                    <a:pt x="4021223" y="1131178"/>
                  </a:lnTo>
                  <a:lnTo>
                    <a:pt x="4021332" y="1131178"/>
                  </a:lnTo>
                  <a:lnTo>
                    <a:pt x="4021440" y="1131178"/>
                  </a:lnTo>
                  <a:lnTo>
                    <a:pt x="4021549" y="1131178"/>
                  </a:lnTo>
                  <a:lnTo>
                    <a:pt x="4021549" y="1130554"/>
                  </a:lnTo>
                  <a:lnTo>
                    <a:pt x="4021657" y="1130554"/>
                  </a:lnTo>
                  <a:lnTo>
                    <a:pt x="4021766" y="1130554"/>
                  </a:lnTo>
                  <a:lnTo>
                    <a:pt x="4021874" y="1130554"/>
                  </a:lnTo>
                  <a:lnTo>
                    <a:pt x="4021982" y="1130554"/>
                  </a:lnTo>
                  <a:lnTo>
                    <a:pt x="4022091" y="1130554"/>
                  </a:lnTo>
                  <a:lnTo>
                    <a:pt x="4022199" y="1130554"/>
                  </a:lnTo>
                  <a:lnTo>
                    <a:pt x="4022308" y="1130554"/>
                  </a:lnTo>
                  <a:lnTo>
                    <a:pt x="4022416" y="1130554"/>
                  </a:lnTo>
                  <a:lnTo>
                    <a:pt x="4022525" y="1130554"/>
                  </a:lnTo>
                  <a:lnTo>
                    <a:pt x="4022633" y="1130554"/>
                  </a:lnTo>
                  <a:lnTo>
                    <a:pt x="4022742" y="1130554"/>
                  </a:lnTo>
                  <a:lnTo>
                    <a:pt x="4022850" y="1130554"/>
                  </a:lnTo>
                  <a:lnTo>
                    <a:pt x="4022958" y="1130554"/>
                  </a:lnTo>
                  <a:lnTo>
                    <a:pt x="4023067" y="1130554"/>
                  </a:lnTo>
                  <a:lnTo>
                    <a:pt x="4023175" y="1130554"/>
                  </a:lnTo>
                  <a:lnTo>
                    <a:pt x="4023284" y="1130554"/>
                  </a:lnTo>
                  <a:lnTo>
                    <a:pt x="4023392" y="1130554"/>
                  </a:lnTo>
                  <a:lnTo>
                    <a:pt x="4023501" y="1130554"/>
                  </a:lnTo>
                  <a:lnTo>
                    <a:pt x="4023501" y="1129931"/>
                  </a:lnTo>
                  <a:lnTo>
                    <a:pt x="4023501" y="1129307"/>
                  </a:lnTo>
                  <a:lnTo>
                    <a:pt x="4023609" y="1129307"/>
                  </a:lnTo>
                  <a:lnTo>
                    <a:pt x="4023718" y="1129307"/>
                  </a:lnTo>
                  <a:lnTo>
                    <a:pt x="4023826" y="1129307"/>
                  </a:lnTo>
                  <a:lnTo>
                    <a:pt x="4023934" y="1129307"/>
                  </a:lnTo>
                  <a:lnTo>
                    <a:pt x="4024043" y="1129307"/>
                  </a:lnTo>
                  <a:lnTo>
                    <a:pt x="4024151" y="1129307"/>
                  </a:lnTo>
                  <a:lnTo>
                    <a:pt x="4024260" y="1129307"/>
                  </a:lnTo>
                  <a:lnTo>
                    <a:pt x="4024368" y="1129307"/>
                  </a:lnTo>
                  <a:lnTo>
                    <a:pt x="4024477" y="1129307"/>
                  </a:lnTo>
                  <a:lnTo>
                    <a:pt x="4024477" y="1128683"/>
                  </a:lnTo>
                  <a:lnTo>
                    <a:pt x="4024477" y="1128060"/>
                  </a:lnTo>
                  <a:lnTo>
                    <a:pt x="4024585" y="1128060"/>
                  </a:lnTo>
                  <a:lnTo>
                    <a:pt x="4024585" y="1127436"/>
                  </a:lnTo>
                  <a:lnTo>
                    <a:pt x="4024585" y="1126813"/>
                  </a:lnTo>
                  <a:lnTo>
                    <a:pt x="4024694" y="1126813"/>
                  </a:lnTo>
                  <a:lnTo>
                    <a:pt x="4024802" y="1126813"/>
                  </a:lnTo>
                  <a:lnTo>
                    <a:pt x="4024911" y="1126813"/>
                  </a:lnTo>
                  <a:lnTo>
                    <a:pt x="4024911" y="1126189"/>
                  </a:lnTo>
                  <a:lnTo>
                    <a:pt x="4025019" y="1126189"/>
                  </a:lnTo>
                  <a:lnTo>
                    <a:pt x="4025127" y="1126189"/>
                  </a:lnTo>
                  <a:lnTo>
                    <a:pt x="4025236" y="1126189"/>
                  </a:lnTo>
                  <a:lnTo>
                    <a:pt x="4025236" y="1125566"/>
                  </a:lnTo>
                  <a:lnTo>
                    <a:pt x="4025236" y="1124942"/>
                  </a:lnTo>
                  <a:lnTo>
                    <a:pt x="4025344" y="1124942"/>
                  </a:lnTo>
                  <a:lnTo>
                    <a:pt x="4025453" y="1124942"/>
                  </a:lnTo>
                  <a:lnTo>
                    <a:pt x="4025561" y="1124942"/>
                  </a:lnTo>
                  <a:lnTo>
                    <a:pt x="4025670" y="1124942"/>
                  </a:lnTo>
                  <a:lnTo>
                    <a:pt x="4025778" y="1124942"/>
                  </a:lnTo>
                  <a:lnTo>
                    <a:pt x="4025887" y="1124942"/>
                  </a:lnTo>
                  <a:lnTo>
                    <a:pt x="4025995" y="1124942"/>
                  </a:lnTo>
                  <a:lnTo>
                    <a:pt x="4026103" y="1124942"/>
                  </a:lnTo>
                  <a:lnTo>
                    <a:pt x="4026212" y="1124942"/>
                  </a:lnTo>
                  <a:lnTo>
                    <a:pt x="4026320" y="1124942"/>
                  </a:lnTo>
                  <a:lnTo>
                    <a:pt x="4026320" y="1124318"/>
                  </a:lnTo>
                  <a:lnTo>
                    <a:pt x="4026429" y="1124318"/>
                  </a:lnTo>
                  <a:lnTo>
                    <a:pt x="4026537" y="1124318"/>
                  </a:lnTo>
                  <a:lnTo>
                    <a:pt x="4026646" y="1124318"/>
                  </a:lnTo>
                  <a:lnTo>
                    <a:pt x="4026646" y="1123695"/>
                  </a:lnTo>
                  <a:lnTo>
                    <a:pt x="4026754" y="1123695"/>
                  </a:lnTo>
                  <a:lnTo>
                    <a:pt x="4026863" y="1123695"/>
                  </a:lnTo>
                  <a:lnTo>
                    <a:pt x="4026971" y="1123695"/>
                  </a:lnTo>
                  <a:lnTo>
                    <a:pt x="4026971" y="1123071"/>
                  </a:lnTo>
                  <a:lnTo>
                    <a:pt x="4027079" y="1123071"/>
                  </a:lnTo>
                  <a:lnTo>
                    <a:pt x="4027188" y="1123071"/>
                  </a:lnTo>
                  <a:lnTo>
                    <a:pt x="4027296" y="1123071"/>
                  </a:lnTo>
                  <a:lnTo>
                    <a:pt x="4027405" y="1123071"/>
                  </a:lnTo>
                  <a:lnTo>
                    <a:pt x="4027513" y="1123071"/>
                  </a:lnTo>
                  <a:lnTo>
                    <a:pt x="4027622" y="1123071"/>
                  </a:lnTo>
                  <a:lnTo>
                    <a:pt x="4027730" y="1123071"/>
                  </a:lnTo>
                  <a:lnTo>
                    <a:pt x="4027839" y="1123071"/>
                  </a:lnTo>
                  <a:lnTo>
                    <a:pt x="4027947" y="1123071"/>
                  </a:lnTo>
                  <a:lnTo>
                    <a:pt x="4028055" y="1123071"/>
                  </a:lnTo>
                  <a:lnTo>
                    <a:pt x="4028164" y="1123071"/>
                  </a:lnTo>
                  <a:lnTo>
                    <a:pt x="4028272" y="1123071"/>
                  </a:lnTo>
                  <a:lnTo>
                    <a:pt x="4028381" y="1123071"/>
                  </a:lnTo>
                  <a:lnTo>
                    <a:pt x="4028489" y="1123071"/>
                  </a:lnTo>
                  <a:lnTo>
                    <a:pt x="4028598" y="1123071"/>
                  </a:lnTo>
                  <a:lnTo>
                    <a:pt x="4028598" y="1122448"/>
                  </a:lnTo>
                  <a:lnTo>
                    <a:pt x="4028706" y="1122448"/>
                  </a:lnTo>
                  <a:lnTo>
                    <a:pt x="4028815" y="1122448"/>
                  </a:lnTo>
                  <a:lnTo>
                    <a:pt x="4028923" y="1122448"/>
                  </a:lnTo>
                  <a:lnTo>
                    <a:pt x="4029032" y="1122448"/>
                  </a:lnTo>
                  <a:lnTo>
                    <a:pt x="4029140" y="1122448"/>
                  </a:lnTo>
                  <a:lnTo>
                    <a:pt x="4029248" y="1122448"/>
                  </a:lnTo>
                  <a:lnTo>
                    <a:pt x="4029357" y="1122448"/>
                  </a:lnTo>
                  <a:lnTo>
                    <a:pt x="4029465" y="1122448"/>
                  </a:lnTo>
                  <a:lnTo>
                    <a:pt x="4029465" y="1121824"/>
                  </a:lnTo>
                  <a:lnTo>
                    <a:pt x="4029465" y="1121201"/>
                  </a:lnTo>
                  <a:lnTo>
                    <a:pt x="4029465" y="1120577"/>
                  </a:lnTo>
                  <a:lnTo>
                    <a:pt x="4029574" y="1120577"/>
                  </a:lnTo>
                  <a:lnTo>
                    <a:pt x="4029682" y="1120577"/>
                  </a:lnTo>
                  <a:lnTo>
                    <a:pt x="4029791" y="1120577"/>
                  </a:lnTo>
                  <a:lnTo>
                    <a:pt x="4029899" y="1120577"/>
                  </a:lnTo>
                  <a:lnTo>
                    <a:pt x="4029899" y="1119953"/>
                  </a:lnTo>
                  <a:lnTo>
                    <a:pt x="4030008" y="1119953"/>
                  </a:lnTo>
                  <a:lnTo>
                    <a:pt x="4030116" y="1119953"/>
                  </a:lnTo>
                  <a:lnTo>
                    <a:pt x="4030224" y="1119953"/>
                  </a:lnTo>
                  <a:lnTo>
                    <a:pt x="4030333" y="1119953"/>
                  </a:lnTo>
                  <a:lnTo>
                    <a:pt x="4030441" y="1119953"/>
                  </a:lnTo>
                  <a:lnTo>
                    <a:pt x="4030550" y="1119953"/>
                  </a:lnTo>
                  <a:lnTo>
                    <a:pt x="4030658" y="1119953"/>
                  </a:lnTo>
                  <a:lnTo>
                    <a:pt x="4030767" y="1119953"/>
                  </a:lnTo>
                  <a:lnTo>
                    <a:pt x="4030875" y="1119953"/>
                  </a:lnTo>
                  <a:lnTo>
                    <a:pt x="4030984" y="1119953"/>
                  </a:lnTo>
                  <a:lnTo>
                    <a:pt x="4030984" y="1119330"/>
                  </a:lnTo>
                  <a:lnTo>
                    <a:pt x="4030984" y="1118706"/>
                  </a:lnTo>
                  <a:lnTo>
                    <a:pt x="4031092" y="1118706"/>
                  </a:lnTo>
                  <a:lnTo>
                    <a:pt x="4031092" y="1118083"/>
                  </a:lnTo>
                  <a:lnTo>
                    <a:pt x="4031200" y="1118083"/>
                  </a:lnTo>
                  <a:lnTo>
                    <a:pt x="4031309" y="1118083"/>
                  </a:lnTo>
                  <a:lnTo>
                    <a:pt x="4031309" y="1117459"/>
                  </a:lnTo>
                  <a:lnTo>
                    <a:pt x="4031417" y="1117459"/>
                  </a:lnTo>
                  <a:lnTo>
                    <a:pt x="4031526" y="1117459"/>
                  </a:lnTo>
                  <a:lnTo>
                    <a:pt x="4031634" y="1117459"/>
                  </a:lnTo>
                  <a:lnTo>
                    <a:pt x="4031743" y="1117459"/>
                  </a:lnTo>
                  <a:lnTo>
                    <a:pt x="4031851" y="1117459"/>
                  </a:lnTo>
                  <a:lnTo>
                    <a:pt x="4031960" y="1117459"/>
                  </a:lnTo>
                  <a:lnTo>
                    <a:pt x="4032068" y="1117459"/>
                  </a:lnTo>
                  <a:lnTo>
                    <a:pt x="4032176" y="1117459"/>
                  </a:lnTo>
                  <a:lnTo>
                    <a:pt x="4032285" y="1117459"/>
                  </a:lnTo>
                  <a:lnTo>
                    <a:pt x="4032393" y="1117459"/>
                  </a:lnTo>
                  <a:lnTo>
                    <a:pt x="4032393" y="1116835"/>
                  </a:lnTo>
                  <a:lnTo>
                    <a:pt x="4032502" y="1116835"/>
                  </a:lnTo>
                  <a:lnTo>
                    <a:pt x="4032610" y="1116835"/>
                  </a:lnTo>
                  <a:lnTo>
                    <a:pt x="4032719" y="1116835"/>
                  </a:lnTo>
                  <a:lnTo>
                    <a:pt x="4032827" y="1116835"/>
                  </a:lnTo>
                  <a:lnTo>
                    <a:pt x="4032936" y="1116835"/>
                  </a:lnTo>
                  <a:lnTo>
                    <a:pt x="4033044" y="1116835"/>
                  </a:lnTo>
                  <a:lnTo>
                    <a:pt x="4033153" y="1116835"/>
                  </a:lnTo>
                  <a:lnTo>
                    <a:pt x="4033261" y="1116835"/>
                  </a:lnTo>
                  <a:lnTo>
                    <a:pt x="4033369" y="1116835"/>
                  </a:lnTo>
                  <a:lnTo>
                    <a:pt x="4033478" y="1116835"/>
                  </a:lnTo>
                  <a:lnTo>
                    <a:pt x="4033478" y="1116212"/>
                  </a:lnTo>
                  <a:lnTo>
                    <a:pt x="4033586" y="1116212"/>
                  </a:lnTo>
                  <a:lnTo>
                    <a:pt x="4033695" y="1116212"/>
                  </a:lnTo>
                  <a:lnTo>
                    <a:pt x="4033803" y="1116212"/>
                  </a:lnTo>
                  <a:lnTo>
                    <a:pt x="4033912" y="1116212"/>
                  </a:lnTo>
                  <a:lnTo>
                    <a:pt x="4034020" y="1116212"/>
                  </a:lnTo>
                  <a:lnTo>
                    <a:pt x="4034129" y="1116212"/>
                  </a:lnTo>
                  <a:lnTo>
                    <a:pt x="4034237" y="1116212"/>
                  </a:lnTo>
                  <a:lnTo>
                    <a:pt x="4034345" y="1116212"/>
                  </a:lnTo>
                  <a:lnTo>
                    <a:pt x="4034454" y="1116212"/>
                  </a:lnTo>
                  <a:lnTo>
                    <a:pt x="4034562" y="1116212"/>
                  </a:lnTo>
                  <a:lnTo>
                    <a:pt x="4034671" y="1116212"/>
                  </a:lnTo>
                  <a:lnTo>
                    <a:pt x="4034779" y="1116212"/>
                  </a:lnTo>
                  <a:lnTo>
                    <a:pt x="4034888" y="1116212"/>
                  </a:lnTo>
                  <a:lnTo>
                    <a:pt x="4034996" y="1116212"/>
                  </a:lnTo>
                  <a:lnTo>
                    <a:pt x="4035105" y="1116212"/>
                  </a:lnTo>
                  <a:lnTo>
                    <a:pt x="4035213" y="1116212"/>
                  </a:lnTo>
                  <a:lnTo>
                    <a:pt x="4035321" y="1116212"/>
                  </a:lnTo>
                  <a:lnTo>
                    <a:pt x="4035430" y="1116212"/>
                  </a:lnTo>
                  <a:lnTo>
                    <a:pt x="4035538" y="1116212"/>
                  </a:lnTo>
                  <a:lnTo>
                    <a:pt x="4035538" y="1115588"/>
                  </a:lnTo>
                  <a:lnTo>
                    <a:pt x="4035647" y="1115588"/>
                  </a:lnTo>
                  <a:lnTo>
                    <a:pt x="4035755" y="1115588"/>
                  </a:lnTo>
                  <a:lnTo>
                    <a:pt x="4035864" y="1115588"/>
                  </a:lnTo>
                  <a:lnTo>
                    <a:pt x="4035972" y="1115588"/>
                  </a:lnTo>
                  <a:lnTo>
                    <a:pt x="4036081" y="1115588"/>
                  </a:lnTo>
                  <a:lnTo>
                    <a:pt x="4036189" y="1115588"/>
                  </a:lnTo>
                  <a:lnTo>
                    <a:pt x="4036297" y="1115588"/>
                  </a:lnTo>
                  <a:lnTo>
                    <a:pt x="4036406" y="1115588"/>
                  </a:lnTo>
                  <a:lnTo>
                    <a:pt x="4036514" y="1115588"/>
                  </a:lnTo>
                  <a:lnTo>
                    <a:pt x="4036623" y="1115588"/>
                  </a:lnTo>
                  <a:lnTo>
                    <a:pt x="4036623" y="1114965"/>
                  </a:lnTo>
                  <a:lnTo>
                    <a:pt x="4036731" y="1114965"/>
                  </a:lnTo>
                  <a:lnTo>
                    <a:pt x="4036840" y="1114965"/>
                  </a:lnTo>
                  <a:lnTo>
                    <a:pt x="4036948" y="1114965"/>
                  </a:lnTo>
                  <a:lnTo>
                    <a:pt x="4037057" y="1114965"/>
                  </a:lnTo>
                  <a:lnTo>
                    <a:pt x="4037165" y="1114965"/>
                  </a:lnTo>
                  <a:lnTo>
                    <a:pt x="4037274" y="1114965"/>
                  </a:lnTo>
                  <a:lnTo>
                    <a:pt x="4037382" y="1114965"/>
                  </a:lnTo>
                  <a:lnTo>
                    <a:pt x="4037382" y="1114341"/>
                  </a:lnTo>
                  <a:lnTo>
                    <a:pt x="4037490" y="1114341"/>
                  </a:lnTo>
                  <a:lnTo>
                    <a:pt x="4037599" y="1114341"/>
                  </a:lnTo>
                  <a:lnTo>
                    <a:pt x="4037707" y="1114341"/>
                  </a:lnTo>
                  <a:lnTo>
                    <a:pt x="4037707" y="1113718"/>
                  </a:lnTo>
                  <a:lnTo>
                    <a:pt x="4037816" y="1113718"/>
                  </a:lnTo>
                  <a:lnTo>
                    <a:pt x="4037924" y="1113718"/>
                  </a:lnTo>
                  <a:lnTo>
                    <a:pt x="4037924" y="1113094"/>
                  </a:lnTo>
                  <a:lnTo>
                    <a:pt x="4038033" y="1113094"/>
                  </a:lnTo>
                  <a:lnTo>
                    <a:pt x="4038141" y="1113094"/>
                  </a:lnTo>
                  <a:lnTo>
                    <a:pt x="4038141" y="1112470"/>
                  </a:lnTo>
                  <a:lnTo>
                    <a:pt x="4038250" y="1112470"/>
                  </a:lnTo>
                  <a:lnTo>
                    <a:pt x="4038358" y="1112470"/>
                  </a:lnTo>
                  <a:lnTo>
                    <a:pt x="4038466" y="1112470"/>
                  </a:lnTo>
                  <a:lnTo>
                    <a:pt x="4038575" y="1112470"/>
                  </a:lnTo>
                  <a:lnTo>
                    <a:pt x="4038683" y="1112470"/>
                  </a:lnTo>
                  <a:lnTo>
                    <a:pt x="4038683" y="1111847"/>
                  </a:lnTo>
                  <a:lnTo>
                    <a:pt x="4038792" y="1111847"/>
                  </a:lnTo>
                  <a:lnTo>
                    <a:pt x="4038900" y="1111847"/>
                  </a:lnTo>
                  <a:lnTo>
                    <a:pt x="4039009" y="1111847"/>
                  </a:lnTo>
                  <a:lnTo>
                    <a:pt x="4039117" y="1111847"/>
                  </a:lnTo>
                  <a:lnTo>
                    <a:pt x="4039226" y="1111847"/>
                  </a:lnTo>
                  <a:lnTo>
                    <a:pt x="4039334" y="1111847"/>
                  </a:lnTo>
                  <a:lnTo>
                    <a:pt x="4039442" y="1111847"/>
                  </a:lnTo>
                  <a:lnTo>
                    <a:pt x="4039442" y="1111223"/>
                  </a:lnTo>
                  <a:lnTo>
                    <a:pt x="4039551" y="1111223"/>
                  </a:lnTo>
                  <a:lnTo>
                    <a:pt x="4039659" y="1111223"/>
                  </a:lnTo>
                  <a:lnTo>
                    <a:pt x="4039768" y="1111223"/>
                  </a:lnTo>
                  <a:lnTo>
                    <a:pt x="4039876" y="1111223"/>
                  </a:lnTo>
                  <a:lnTo>
                    <a:pt x="4039985" y="1111223"/>
                  </a:lnTo>
                  <a:lnTo>
                    <a:pt x="4040093" y="1111223"/>
                  </a:lnTo>
                  <a:lnTo>
                    <a:pt x="4040202" y="1111223"/>
                  </a:lnTo>
                  <a:lnTo>
                    <a:pt x="4040310" y="1111223"/>
                  </a:lnTo>
                  <a:lnTo>
                    <a:pt x="4040418" y="1111223"/>
                  </a:lnTo>
                  <a:lnTo>
                    <a:pt x="4040527" y="1111223"/>
                  </a:lnTo>
                  <a:lnTo>
                    <a:pt x="4040635" y="1111223"/>
                  </a:lnTo>
                  <a:lnTo>
                    <a:pt x="4040744" y="1111223"/>
                  </a:lnTo>
                  <a:lnTo>
                    <a:pt x="4040852" y="1111223"/>
                  </a:lnTo>
                  <a:lnTo>
                    <a:pt x="4040961" y="1111223"/>
                  </a:lnTo>
                  <a:lnTo>
                    <a:pt x="4040961" y="1110600"/>
                  </a:lnTo>
                  <a:lnTo>
                    <a:pt x="4041069" y="1110600"/>
                  </a:lnTo>
                  <a:lnTo>
                    <a:pt x="4041069" y="1109976"/>
                  </a:lnTo>
                  <a:lnTo>
                    <a:pt x="4041178" y="1109976"/>
                  </a:lnTo>
                  <a:lnTo>
                    <a:pt x="4041286" y="1109976"/>
                  </a:lnTo>
                  <a:lnTo>
                    <a:pt x="4041394" y="1109976"/>
                  </a:lnTo>
                  <a:lnTo>
                    <a:pt x="4041503" y="1109976"/>
                  </a:lnTo>
                  <a:lnTo>
                    <a:pt x="4041611" y="1109976"/>
                  </a:lnTo>
                  <a:lnTo>
                    <a:pt x="4041720" y="1109976"/>
                  </a:lnTo>
                  <a:lnTo>
                    <a:pt x="4041828" y="1109976"/>
                  </a:lnTo>
                  <a:lnTo>
                    <a:pt x="4041937" y="1109976"/>
                  </a:lnTo>
                  <a:lnTo>
                    <a:pt x="4042045" y="1109976"/>
                  </a:lnTo>
                  <a:lnTo>
                    <a:pt x="4042154" y="1109976"/>
                  </a:lnTo>
                  <a:lnTo>
                    <a:pt x="4042154" y="1109352"/>
                  </a:lnTo>
                  <a:lnTo>
                    <a:pt x="4042262" y="1109352"/>
                  </a:lnTo>
                  <a:lnTo>
                    <a:pt x="4042371" y="1109352"/>
                  </a:lnTo>
                  <a:lnTo>
                    <a:pt x="4042479" y="1109352"/>
                  </a:lnTo>
                  <a:lnTo>
                    <a:pt x="4042587" y="1109352"/>
                  </a:lnTo>
                  <a:lnTo>
                    <a:pt x="4042696" y="1109352"/>
                  </a:lnTo>
                  <a:lnTo>
                    <a:pt x="4042804" y="1109352"/>
                  </a:lnTo>
                  <a:lnTo>
                    <a:pt x="4042913" y="1109352"/>
                  </a:lnTo>
                  <a:lnTo>
                    <a:pt x="4042913" y="1108729"/>
                  </a:lnTo>
                  <a:lnTo>
                    <a:pt x="4043021" y="1108729"/>
                  </a:lnTo>
                  <a:lnTo>
                    <a:pt x="4043130" y="1108729"/>
                  </a:lnTo>
                  <a:lnTo>
                    <a:pt x="4043238" y="1108729"/>
                  </a:lnTo>
                  <a:lnTo>
                    <a:pt x="4043347" y="1108729"/>
                  </a:lnTo>
                  <a:lnTo>
                    <a:pt x="4043347" y="1108105"/>
                  </a:lnTo>
                  <a:lnTo>
                    <a:pt x="4043455" y="1108105"/>
                  </a:lnTo>
                  <a:lnTo>
                    <a:pt x="4043563" y="1108105"/>
                  </a:lnTo>
                  <a:lnTo>
                    <a:pt x="4043672" y="1108105"/>
                  </a:lnTo>
                  <a:lnTo>
                    <a:pt x="4043780" y="1108105"/>
                  </a:lnTo>
                  <a:lnTo>
                    <a:pt x="4043889" y="1108105"/>
                  </a:lnTo>
                  <a:lnTo>
                    <a:pt x="4043997" y="1108105"/>
                  </a:lnTo>
                  <a:lnTo>
                    <a:pt x="4043997" y="1107482"/>
                  </a:lnTo>
                  <a:lnTo>
                    <a:pt x="4044106" y="1107482"/>
                  </a:lnTo>
                  <a:lnTo>
                    <a:pt x="4044106" y="1106858"/>
                  </a:lnTo>
                  <a:lnTo>
                    <a:pt x="4044214" y="1106858"/>
                  </a:lnTo>
                  <a:lnTo>
                    <a:pt x="4044323" y="1106858"/>
                  </a:lnTo>
                  <a:lnTo>
                    <a:pt x="4044431" y="1106858"/>
                  </a:lnTo>
                  <a:lnTo>
                    <a:pt x="4044539" y="1106858"/>
                  </a:lnTo>
                  <a:lnTo>
                    <a:pt x="4044648" y="1106858"/>
                  </a:lnTo>
                  <a:lnTo>
                    <a:pt x="4044756" y="1106858"/>
                  </a:lnTo>
                  <a:lnTo>
                    <a:pt x="4044865" y="1106858"/>
                  </a:lnTo>
                  <a:lnTo>
                    <a:pt x="4044865" y="1106235"/>
                  </a:lnTo>
                  <a:lnTo>
                    <a:pt x="4044973" y="1106235"/>
                  </a:lnTo>
                  <a:lnTo>
                    <a:pt x="4044973" y="1105611"/>
                  </a:lnTo>
                  <a:lnTo>
                    <a:pt x="4045082" y="1105611"/>
                  </a:lnTo>
                  <a:lnTo>
                    <a:pt x="4045190" y="1105611"/>
                  </a:lnTo>
                  <a:lnTo>
                    <a:pt x="4045299" y="1105611"/>
                  </a:lnTo>
                  <a:lnTo>
                    <a:pt x="4045407" y="1105611"/>
                  </a:lnTo>
                  <a:lnTo>
                    <a:pt x="4045407" y="1104987"/>
                  </a:lnTo>
                  <a:lnTo>
                    <a:pt x="4045515" y="1104987"/>
                  </a:lnTo>
                  <a:lnTo>
                    <a:pt x="4045624" y="1104987"/>
                  </a:lnTo>
                  <a:lnTo>
                    <a:pt x="4045732" y="1104987"/>
                  </a:lnTo>
                  <a:lnTo>
                    <a:pt x="4045841" y="1104987"/>
                  </a:lnTo>
                  <a:lnTo>
                    <a:pt x="4045949" y="1104987"/>
                  </a:lnTo>
                  <a:lnTo>
                    <a:pt x="4046058" y="1104987"/>
                  </a:lnTo>
                  <a:lnTo>
                    <a:pt x="4046166" y="1104987"/>
                  </a:lnTo>
                  <a:lnTo>
                    <a:pt x="4046275" y="1104987"/>
                  </a:lnTo>
                  <a:lnTo>
                    <a:pt x="4046383" y="1104987"/>
                  </a:lnTo>
                  <a:lnTo>
                    <a:pt x="4046492" y="1104987"/>
                  </a:lnTo>
                  <a:lnTo>
                    <a:pt x="4046600" y="1104987"/>
                  </a:lnTo>
                  <a:lnTo>
                    <a:pt x="4046708" y="1104987"/>
                  </a:lnTo>
                  <a:lnTo>
                    <a:pt x="4046817" y="1104987"/>
                  </a:lnTo>
                  <a:lnTo>
                    <a:pt x="4046925" y="1104987"/>
                  </a:lnTo>
                  <a:lnTo>
                    <a:pt x="4047034" y="1104987"/>
                  </a:lnTo>
                  <a:lnTo>
                    <a:pt x="4047142" y="1104987"/>
                  </a:lnTo>
                  <a:lnTo>
                    <a:pt x="4047142" y="1104364"/>
                  </a:lnTo>
                  <a:lnTo>
                    <a:pt x="4047251" y="1104364"/>
                  </a:lnTo>
                  <a:lnTo>
                    <a:pt x="4047251" y="1103740"/>
                  </a:lnTo>
                  <a:lnTo>
                    <a:pt x="4047359" y="1103740"/>
                  </a:lnTo>
                  <a:lnTo>
                    <a:pt x="4047468" y="1103740"/>
                  </a:lnTo>
                  <a:lnTo>
                    <a:pt x="4047468" y="1103117"/>
                  </a:lnTo>
                  <a:lnTo>
                    <a:pt x="4047576" y="1103117"/>
                  </a:lnTo>
                  <a:lnTo>
                    <a:pt x="4047684" y="1103117"/>
                  </a:lnTo>
                  <a:lnTo>
                    <a:pt x="4047793" y="1103117"/>
                  </a:lnTo>
                  <a:lnTo>
                    <a:pt x="4047793" y="1102493"/>
                  </a:lnTo>
                  <a:lnTo>
                    <a:pt x="4047793" y="1101869"/>
                  </a:lnTo>
                  <a:lnTo>
                    <a:pt x="4047901" y="1101869"/>
                  </a:lnTo>
                  <a:lnTo>
                    <a:pt x="4048010" y="1101869"/>
                  </a:lnTo>
                  <a:lnTo>
                    <a:pt x="4048118" y="1101869"/>
                  </a:lnTo>
                  <a:lnTo>
                    <a:pt x="4048227" y="1101869"/>
                  </a:lnTo>
                  <a:lnTo>
                    <a:pt x="4048335" y="1101869"/>
                  </a:lnTo>
                  <a:lnTo>
                    <a:pt x="4048444" y="1101869"/>
                  </a:lnTo>
                  <a:lnTo>
                    <a:pt x="4048444" y="1101246"/>
                  </a:lnTo>
                  <a:lnTo>
                    <a:pt x="4048552" y="1101246"/>
                  </a:lnTo>
                  <a:lnTo>
                    <a:pt x="4048660" y="1101246"/>
                  </a:lnTo>
                  <a:lnTo>
                    <a:pt x="4048660" y="1100622"/>
                  </a:lnTo>
                  <a:lnTo>
                    <a:pt x="4048769" y="1100622"/>
                  </a:lnTo>
                  <a:lnTo>
                    <a:pt x="4048877" y="1100622"/>
                  </a:lnTo>
                  <a:lnTo>
                    <a:pt x="4048877" y="1099999"/>
                  </a:lnTo>
                  <a:lnTo>
                    <a:pt x="4048986" y="1099999"/>
                  </a:lnTo>
                  <a:lnTo>
                    <a:pt x="4049094" y="1099999"/>
                  </a:lnTo>
                  <a:lnTo>
                    <a:pt x="4049203" y="1099999"/>
                  </a:lnTo>
                  <a:lnTo>
                    <a:pt x="4049311" y="1099999"/>
                  </a:lnTo>
                  <a:lnTo>
                    <a:pt x="4049420" y="1099999"/>
                  </a:lnTo>
                  <a:lnTo>
                    <a:pt x="4049528" y="1099999"/>
                  </a:lnTo>
                  <a:lnTo>
                    <a:pt x="4049528" y="1099375"/>
                  </a:lnTo>
                  <a:lnTo>
                    <a:pt x="4049636" y="1099375"/>
                  </a:lnTo>
                  <a:lnTo>
                    <a:pt x="4049636" y="1098752"/>
                  </a:lnTo>
                  <a:lnTo>
                    <a:pt x="4049745" y="1098752"/>
                  </a:lnTo>
                  <a:lnTo>
                    <a:pt x="4049853" y="1098752"/>
                  </a:lnTo>
                  <a:lnTo>
                    <a:pt x="4049962" y="1098752"/>
                  </a:lnTo>
                  <a:lnTo>
                    <a:pt x="4050070" y="1098752"/>
                  </a:lnTo>
                  <a:lnTo>
                    <a:pt x="4050179" y="1098752"/>
                  </a:lnTo>
                  <a:lnTo>
                    <a:pt x="4050287" y="1098752"/>
                  </a:lnTo>
                  <a:lnTo>
                    <a:pt x="4050396" y="1098752"/>
                  </a:lnTo>
                  <a:lnTo>
                    <a:pt x="4050504" y="1098752"/>
                  </a:lnTo>
                  <a:lnTo>
                    <a:pt x="4050613" y="1098752"/>
                  </a:lnTo>
                  <a:lnTo>
                    <a:pt x="4050721" y="1098752"/>
                  </a:lnTo>
                  <a:lnTo>
                    <a:pt x="4050829" y="1098752"/>
                  </a:lnTo>
                  <a:lnTo>
                    <a:pt x="4050938" y="1098752"/>
                  </a:lnTo>
                  <a:lnTo>
                    <a:pt x="4051046" y="1098752"/>
                  </a:lnTo>
                  <a:lnTo>
                    <a:pt x="4051155" y="1098752"/>
                  </a:lnTo>
                  <a:lnTo>
                    <a:pt x="4051155" y="1098128"/>
                  </a:lnTo>
                  <a:lnTo>
                    <a:pt x="4051263" y="1098128"/>
                  </a:lnTo>
                  <a:lnTo>
                    <a:pt x="4051263" y="1097504"/>
                  </a:lnTo>
                  <a:lnTo>
                    <a:pt x="4051372" y="1097504"/>
                  </a:lnTo>
                  <a:lnTo>
                    <a:pt x="4051480" y="1097504"/>
                  </a:lnTo>
                  <a:lnTo>
                    <a:pt x="4051589" y="1097504"/>
                  </a:lnTo>
                  <a:lnTo>
                    <a:pt x="4051697" y="1097504"/>
                  </a:lnTo>
                  <a:lnTo>
                    <a:pt x="4051805" y="1097504"/>
                  </a:lnTo>
                  <a:lnTo>
                    <a:pt x="4051914" y="1097504"/>
                  </a:lnTo>
                  <a:lnTo>
                    <a:pt x="4052022" y="1097504"/>
                  </a:lnTo>
                  <a:lnTo>
                    <a:pt x="4052131" y="1097504"/>
                  </a:lnTo>
                  <a:lnTo>
                    <a:pt x="4052239" y="1097504"/>
                  </a:lnTo>
                  <a:lnTo>
                    <a:pt x="4052348" y="1097504"/>
                  </a:lnTo>
                  <a:lnTo>
                    <a:pt x="4052456" y="1097504"/>
                  </a:lnTo>
                  <a:lnTo>
                    <a:pt x="4052565" y="1097504"/>
                  </a:lnTo>
                  <a:lnTo>
                    <a:pt x="4052673" y="1097504"/>
                  </a:lnTo>
                  <a:lnTo>
                    <a:pt x="4052781" y="1097504"/>
                  </a:lnTo>
                  <a:lnTo>
                    <a:pt x="4052890" y="1097504"/>
                  </a:lnTo>
                  <a:lnTo>
                    <a:pt x="4052998" y="1097504"/>
                  </a:lnTo>
                  <a:lnTo>
                    <a:pt x="4052998" y="1096881"/>
                  </a:lnTo>
                  <a:lnTo>
                    <a:pt x="4053107" y="1096881"/>
                  </a:lnTo>
                  <a:lnTo>
                    <a:pt x="4053107" y="1096257"/>
                  </a:lnTo>
                  <a:lnTo>
                    <a:pt x="4053215" y="1096257"/>
                  </a:lnTo>
                  <a:lnTo>
                    <a:pt x="4053324" y="1096257"/>
                  </a:lnTo>
                  <a:lnTo>
                    <a:pt x="4053432" y="1096257"/>
                  </a:lnTo>
                  <a:lnTo>
                    <a:pt x="4053541" y="1096257"/>
                  </a:lnTo>
                  <a:lnTo>
                    <a:pt x="4053649" y="1096257"/>
                  </a:lnTo>
                  <a:lnTo>
                    <a:pt x="4053757" y="1096257"/>
                  </a:lnTo>
                  <a:lnTo>
                    <a:pt x="4053757" y="1095634"/>
                  </a:lnTo>
                  <a:lnTo>
                    <a:pt x="4053866" y="1095634"/>
                  </a:lnTo>
                  <a:lnTo>
                    <a:pt x="4053974" y="1095634"/>
                  </a:lnTo>
                  <a:lnTo>
                    <a:pt x="4054083" y="1095634"/>
                  </a:lnTo>
                  <a:lnTo>
                    <a:pt x="4054191" y="1095634"/>
                  </a:lnTo>
                  <a:lnTo>
                    <a:pt x="4054300" y="1095634"/>
                  </a:lnTo>
                  <a:lnTo>
                    <a:pt x="4054408" y="1095634"/>
                  </a:lnTo>
                  <a:lnTo>
                    <a:pt x="4054517" y="1095634"/>
                  </a:lnTo>
                  <a:lnTo>
                    <a:pt x="4054625" y="1095634"/>
                  </a:lnTo>
                  <a:lnTo>
                    <a:pt x="4054734" y="1095634"/>
                  </a:lnTo>
                  <a:lnTo>
                    <a:pt x="4054734" y="1095010"/>
                  </a:lnTo>
                  <a:lnTo>
                    <a:pt x="4054842" y="1095010"/>
                  </a:lnTo>
                  <a:lnTo>
                    <a:pt x="4054950" y="1095010"/>
                  </a:lnTo>
                  <a:lnTo>
                    <a:pt x="4055059" y="1095010"/>
                  </a:lnTo>
                  <a:lnTo>
                    <a:pt x="4055167" y="1095010"/>
                  </a:lnTo>
                  <a:lnTo>
                    <a:pt x="4055276" y="1095010"/>
                  </a:lnTo>
                  <a:lnTo>
                    <a:pt x="4055384" y="1095010"/>
                  </a:lnTo>
                  <a:lnTo>
                    <a:pt x="4055493" y="1095010"/>
                  </a:lnTo>
                  <a:lnTo>
                    <a:pt x="4055601" y="1095010"/>
                  </a:lnTo>
                  <a:lnTo>
                    <a:pt x="4055710" y="1095010"/>
                  </a:lnTo>
                  <a:lnTo>
                    <a:pt x="4055818" y="1095010"/>
                  </a:lnTo>
                  <a:lnTo>
                    <a:pt x="4055926" y="1095010"/>
                  </a:lnTo>
                  <a:lnTo>
                    <a:pt x="4055926" y="1094386"/>
                  </a:lnTo>
                  <a:lnTo>
                    <a:pt x="4055926" y="1093763"/>
                  </a:lnTo>
                  <a:lnTo>
                    <a:pt x="4056035" y="1093763"/>
                  </a:lnTo>
                  <a:lnTo>
                    <a:pt x="4056143" y="1093763"/>
                  </a:lnTo>
                  <a:lnTo>
                    <a:pt x="4056252" y="1093763"/>
                  </a:lnTo>
                  <a:lnTo>
                    <a:pt x="4056252" y="1093139"/>
                  </a:lnTo>
                  <a:lnTo>
                    <a:pt x="4056360" y="1093139"/>
                  </a:lnTo>
                  <a:lnTo>
                    <a:pt x="4056469" y="1093139"/>
                  </a:lnTo>
                  <a:lnTo>
                    <a:pt x="4056577" y="1093139"/>
                  </a:lnTo>
                  <a:lnTo>
                    <a:pt x="4056686" y="1093139"/>
                  </a:lnTo>
                  <a:lnTo>
                    <a:pt x="4056686" y="1092516"/>
                  </a:lnTo>
                  <a:lnTo>
                    <a:pt x="4056794" y="1092516"/>
                  </a:lnTo>
                  <a:lnTo>
                    <a:pt x="4056902" y="1092516"/>
                  </a:lnTo>
                  <a:lnTo>
                    <a:pt x="4057011" y="1092516"/>
                  </a:lnTo>
                  <a:lnTo>
                    <a:pt x="4057119" y="1092516"/>
                  </a:lnTo>
                  <a:lnTo>
                    <a:pt x="4057119" y="1091892"/>
                  </a:lnTo>
                  <a:lnTo>
                    <a:pt x="4057228" y="1091892"/>
                  </a:lnTo>
                  <a:lnTo>
                    <a:pt x="4057336" y="1091892"/>
                  </a:lnTo>
                  <a:lnTo>
                    <a:pt x="4057445" y="1091892"/>
                  </a:lnTo>
                  <a:lnTo>
                    <a:pt x="4057553" y="1091892"/>
                  </a:lnTo>
                  <a:lnTo>
                    <a:pt x="4057662" y="1091892"/>
                  </a:lnTo>
                  <a:lnTo>
                    <a:pt x="4057770" y="1091892"/>
                  </a:lnTo>
                  <a:lnTo>
                    <a:pt x="4057878" y="1091892"/>
                  </a:lnTo>
                  <a:lnTo>
                    <a:pt x="4057987" y="1091892"/>
                  </a:lnTo>
                  <a:lnTo>
                    <a:pt x="4057987" y="1091269"/>
                  </a:lnTo>
                  <a:lnTo>
                    <a:pt x="4057987" y="1090645"/>
                  </a:lnTo>
                  <a:lnTo>
                    <a:pt x="4058095" y="1090645"/>
                  </a:lnTo>
                  <a:lnTo>
                    <a:pt x="4058204" y="1090645"/>
                  </a:lnTo>
                  <a:lnTo>
                    <a:pt x="4058312" y="1090645"/>
                  </a:lnTo>
                  <a:lnTo>
                    <a:pt x="4058421" y="1090645"/>
                  </a:lnTo>
                  <a:lnTo>
                    <a:pt x="4058529" y="1090645"/>
                  </a:lnTo>
                  <a:lnTo>
                    <a:pt x="4058638" y="1090645"/>
                  </a:lnTo>
                  <a:lnTo>
                    <a:pt x="4058746" y="1090645"/>
                  </a:lnTo>
                  <a:lnTo>
                    <a:pt x="4058855" y="1090645"/>
                  </a:lnTo>
                  <a:lnTo>
                    <a:pt x="4058963" y="1090645"/>
                  </a:lnTo>
                  <a:lnTo>
                    <a:pt x="4058963" y="1090021"/>
                  </a:lnTo>
                  <a:lnTo>
                    <a:pt x="4059071" y="1090021"/>
                  </a:lnTo>
                  <a:lnTo>
                    <a:pt x="4059180" y="1090021"/>
                  </a:lnTo>
                  <a:lnTo>
                    <a:pt x="4059288" y="1090021"/>
                  </a:lnTo>
                  <a:lnTo>
                    <a:pt x="4059397" y="1090021"/>
                  </a:lnTo>
                  <a:lnTo>
                    <a:pt x="4059505" y="1090021"/>
                  </a:lnTo>
                  <a:lnTo>
                    <a:pt x="4059614" y="1090021"/>
                  </a:lnTo>
                  <a:lnTo>
                    <a:pt x="4059722" y="1090021"/>
                  </a:lnTo>
                  <a:lnTo>
                    <a:pt x="4059831" y="1090021"/>
                  </a:lnTo>
                  <a:lnTo>
                    <a:pt x="4059939" y="1090021"/>
                  </a:lnTo>
                  <a:lnTo>
                    <a:pt x="4060047" y="1090021"/>
                  </a:lnTo>
                  <a:lnTo>
                    <a:pt x="4060156" y="1090021"/>
                  </a:lnTo>
                  <a:lnTo>
                    <a:pt x="4060264" y="1090021"/>
                  </a:lnTo>
                  <a:lnTo>
                    <a:pt x="4060373" y="1090021"/>
                  </a:lnTo>
                  <a:lnTo>
                    <a:pt x="4060373" y="1089398"/>
                  </a:lnTo>
                  <a:lnTo>
                    <a:pt x="4060481" y="1089398"/>
                  </a:lnTo>
                  <a:lnTo>
                    <a:pt x="4060590" y="1089398"/>
                  </a:lnTo>
                  <a:lnTo>
                    <a:pt x="4060698" y="1089398"/>
                  </a:lnTo>
                  <a:lnTo>
                    <a:pt x="4060807" y="1089398"/>
                  </a:lnTo>
                  <a:lnTo>
                    <a:pt x="4060807" y="1088774"/>
                  </a:lnTo>
                  <a:lnTo>
                    <a:pt x="4060915" y="1088774"/>
                  </a:lnTo>
                  <a:lnTo>
                    <a:pt x="4061023" y="1088774"/>
                  </a:lnTo>
                  <a:lnTo>
                    <a:pt x="4061132" y="1088774"/>
                  </a:lnTo>
                  <a:lnTo>
                    <a:pt x="4061240" y="1088774"/>
                  </a:lnTo>
                  <a:lnTo>
                    <a:pt x="4061349" y="1088774"/>
                  </a:lnTo>
                  <a:lnTo>
                    <a:pt x="4061457" y="1088774"/>
                  </a:lnTo>
                  <a:lnTo>
                    <a:pt x="4061566" y="1088774"/>
                  </a:lnTo>
                  <a:lnTo>
                    <a:pt x="4061674" y="1088774"/>
                  </a:lnTo>
                  <a:lnTo>
                    <a:pt x="4061783" y="1088774"/>
                  </a:lnTo>
                  <a:lnTo>
                    <a:pt x="4061783" y="1088151"/>
                  </a:lnTo>
                  <a:lnTo>
                    <a:pt x="4061891" y="1088151"/>
                  </a:lnTo>
                  <a:lnTo>
                    <a:pt x="4061999" y="1088151"/>
                  </a:lnTo>
                  <a:lnTo>
                    <a:pt x="4062108" y="1088151"/>
                  </a:lnTo>
                  <a:lnTo>
                    <a:pt x="4062216" y="1088151"/>
                  </a:lnTo>
                  <a:lnTo>
                    <a:pt x="4062325" y="1088151"/>
                  </a:lnTo>
                  <a:lnTo>
                    <a:pt x="4062433" y="1088151"/>
                  </a:lnTo>
                  <a:lnTo>
                    <a:pt x="4062542" y="1088151"/>
                  </a:lnTo>
                  <a:lnTo>
                    <a:pt x="4062650" y="1088151"/>
                  </a:lnTo>
                  <a:lnTo>
                    <a:pt x="4062759" y="1088151"/>
                  </a:lnTo>
                  <a:lnTo>
                    <a:pt x="4062759" y="1087527"/>
                  </a:lnTo>
                  <a:lnTo>
                    <a:pt x="4062867" y="1087527"/>
                  </a:lnTo>
                  <a:lnTo>
                    <a:pt x="4062975" y="1087527"/>
                  </a:lnTo>
                  <a:lnTo>
                    <a:pt x="4063084" y="1087527"/>
                  </a:lnTo>
                  <a:lnTo>
                    <a:pt x="4063192" y="1087527"/>
                  </a:lnTo>
                  <a:lnTo>
                    <a:pt x="4063301" y="1087527"/>
                  </a:lnTo>
                  <a:lnTo>
                    <a:pt x="4063409" y="1087527"/>
                  </a:lnTo>
                  <a:lnTo>
                    <a:pt x="4063518" y="1087527"/>
                  </a:lnTo>
                  <a:lnTo>
                    <a:pt x="4063626" y="1087527"/>
                  </a:lnTo>
                  <a:lnTo>
                    <a:pt x="4063626" y="1086903"/>
                  </a:lnTo>
                  <a:lnTo>
                    <a:pt x="4063735" y="1086903"/>
                  </a:lnTo>
                  <a:lnTo>
                    <a:pt x="4063843" y="1086903"/>
                  </a:lnTo>
                  <a:lnTo>
                    <a:pt x="4063952" y="1086903"/>
                  </a:lnTo>
                  <a:lnTo>
                    <a:pt x="4064060" y="1086903"/>
                  </a:lnTo>
                  <a:lnTo>
                    <a:pt x="4064168" y="1086903"/>
                  </a:lnTo>
                  <a:lnTo>
                    <a:pt x="4064277" y="1086903"/>
                  </a:lnTo>
                  <a:lnTo>
                    <a:pt x="4064385" y="1086903"/>
                  </a:lnTo>
                  <a:lnTo>
                    <a:pt x="4064494" y="1086903"/>
                  </a:lnTo>
                  <a:lnTo>
                    <a:pt x="4064602" y="1086903"/>
                  </a:lnTo>
                  <a:lnTo>
                    <a:pt x="4064711" y="1086903"/>
                  </a:lnTo>
                  <a:lnTo>
                    <a:pt x="4064819" y="1086903"/>
                  </a:lnTo>
                  <a:lnTo>
                    <a:pt x="4064819" y="1086280"/>
                  </a:lnTo>
                  <a:lnTo>
                    <a:pt x="4064928" y="1086280"/>
                  </a:lnTo>
                  <a:lnTo>
                    <a:pt x="4065036" y="1086280"/>
                  </a:lnTo>
                  <a:lnTo>
                    <a:pt x="4065144" y="1086280"/>
                  </a:lnTo>
                  <a:lnTo>
                    <a:pt x="4065253" y="1086280"/>
                  </a:lnTo>
                  <a:lnTo>
                    <a:pt x="4065361" y="1086280"/>
                  </a:lnTo>
                  <a:lnTo>
                    <a:pt x="4065470" y="1086280"/>
                  </a:lnTo>
                  <a:lnTo>
                    <a:pt x="4065578" y="1086280"/>
                  </a:lnTo>
                  <a:lnTo>
                    <a:pt x="4065687" y="1086280"/>
                  </a:lnTo>
                  <a:lnTo>
                    <a:pt x="4065795" y="1086280"/>
                  </a:lnTo>
                  <a:lnTo>
                    <a:pt x="4065795" y="1085656"/>
                  </a:lnTo>
                  <a:lnTo>
                    <a:pt x="4065795" y="1085033"/>
                  </a:lnTo>
                  <a:lnTo>
                    <a:pt x="4065904" y="1085033"/>
                  </a:lnTo>
                  <a:lnTo>
                    <a:pt x="4066012" y="1085033"/>
                  </a:lnTo>
                  <a:lnTo>
                    <a:pt x="4066120" y="1085033"/>
                  </a:lnTo>
                  <a:lnTo>
                    <a:pt x="4066229" y="1085033"/>
                  </a:lnTo>
                  <a:lnTo>
                    <a:pt x="4066229" y="1084409"/>
                  </a:lnTo>
                  <a:lnTo>
                    <a:pt x="4066337" y="1084409"/>
                  </a:lnTo>
                  <a:lnTo>
                    <a:pt x="4066446" y="1084409"/>
                  </a:lnTo>
                  <a:lnTo>
                    <a:pt x="4066554" y="1084409"/>
                  </a:lnTo>
                  <a:lnTo>
                    <a:pt x="4066663" y="1084409"/>
                  </a:lnTo>
                  <a:lnTo>
                    <a:pt x="4066771" y="1084409"/>
                  </a:lnTo>
                  <a:lnTo>
                    <a:pt x="4066880" y="1084409"/>
                  </a:lnTo>
                  <a:lnTo>
                    <a:pt x="4066988" y="1084409"/>
                  </a:lnTo>
                  <a:lnTo>
                    <a:pt x="4067096" y="1084409"/>
                  </a:lnTo>
                  <a:lnTo>
                    <a:pt x="4067205" y="1084409"/>
                  </a:lnTo>
                  <a:lnTo>
                    <a:pt x="4067205" y="1083786"/>
                  </a:lnTo>
                  <a:lnTo>
                    <a:pt x="4067313" y="1083786"/>
                  </a:lnTo>
                  <a:lnTo>
                    <a:pt x="4067422" y="1083786"/>
                  </a:lnTo>
                  <a:lnTo>
                    <a:pt x="4067530" y="1083786"/>
                  </a:lnTo>
                  <a:lnTo>
                    <a:pt x="4067639" y="1083786"/>
                  </a:lnTo>
                  <a:lnTo>
                    <a:pt x="4067747" y="1083786"/>
                  </a:lnTo>
                  <a:lnTo>
                    <a:pt x="4067856" y="1083786"/>
                  </a:lnTo>
                  <a:lnTo>
                    <a:pt x="4067856" y="1083162"/>
                  </a:lnTo>
                  <a:lnTo>
                    <a:pt x="4067856" y="1082538"/>
                  </a:lnTo>
                  <a:lnTo>
                    <a:pt x="4067964" y="1082538"/>
                  </a:lnTo>
                  <a:lnTo>
                    <a:pt x="4068073" y="1082538"/>
                  </a:lnTo>
                  <a:lnTo>
                    <a:pt x="4068181" y="1082538"/>
                  </a:lnTo>
                  <a:lnTo>
                    <a:pt x="4068289" y="1082538"/>
                  </a:lnTo>
                  <a:lnTo>
                    <a:pt x="4068398" y="1082538"/>
                  </a:lnTo>
                  <a:lnTo>
                    <a:pt x="4068398" y="1081915"/>
                  </a:lnTo>
                  <a:lnTo>
                    <a:pt x="4068506" y="1081915"/>
                  </a:lnTo>
                  <a:lnTo>
                    <a:pt x="4068615" y="1081915"/>
                  </a:lnTo>
                  <a:lnTo>
                    <a:pt x="4068723" y="1081915"/>
                  </a:lnTo>
                  <a:lnTo>
                    <a:pt x="4068832" y="1081915"/>
                  </a:lnTo>
                  <a:lnTo>
                    <a:pt x="4068940" y="1081915"/>
                  </a:lnTo>
                  <a:lnTo>
                    <a:pt x="4069049" y="1081915"/>
                  </a:lnTo>
                  <a:lnTo>
                    <a:pt x="4069157" y="1081915"/>
                  </a:lnTo>
                  <a:lnTo>
                    <a:pt x="4069265" y="1081915"/>
                  </a:lnTo>
                  <a:lnTo>
                    <a:pt x="4069374" y="1081915"/>
                  </a:lnTo>
                  <a:lnTo>
                    <a:pt x="4069482" y="1081915"/>
                  </a:lnTo>
                  <a:lnTo>
                    <a:pt x="4069591" y="1081915"/>
                  </a:lnTo>
                  <a:lnTo>
                    <a:pt x="4069699" y="1081915"/>
                  </a:lnTo>
                  <a:lnTo>
                    <a:pt x="4069808" y="1081915"/>
                  </a:lnTo>
                  <a:lnTo>
                    <a:pt x="4069916" y="1081915"/>
                  </a:lnTo>
                  <a:lnTo>
                    <a:pt x="4070025" y="1081915"/>
                  </a:lnTo>
                  <a:lnTo>
                    <a:pt x="4070133" y="1081915"/>
                  </a:lnTo>
                  <a:lnTo>
                    <a:pt x="4070241" y="1081915"/>
                  </a:lnTo>
                  <a:lnTo>
                    <a:pt x="4070350" y="1081915"/>
                  </a:lnTo>
                  <a:lnTo>
                    <a:pt x="4070458" y="1081915"/>
                  </a:lnTo>
                  <a:lnTo>
                    <a:pt x="4070567" y="1081915"/>
                  </a:lnTo>
                  <a:lnTo>
                    <a:pt x="4070675" y="1081915"/>
                  </a:lnTo>
                  <a:lnTo>
                    <a:pt x="4070784" y="1081915"/>
                  </a:lnTo>
                  <a:lnTo>
                    <a:pt x="4070892" y="1081915"/>
                  </a:lnTo>
                  <a:lnTo>
                    <a:pt x="4071001" y="1081915"/>
                  </a:lnTo>
                  <a:lnTo>
                    <a:pt x="4071109" y="1081915"/>
                  </a:lnTo>
                  <a:lnTo>
                    <a:pt x="4071217" y="1081915"/>
                  </a:lnTo>
                  <a:lnTo>
                    <a:pt x="4071326" y="1081915"/>
                  </a:lnTo>
                  <a:lnTo>
                    <a:pt x="4071434" y="1081915"/>
                  </a:lnTo>
                  <a:lnTo>
                    <a:pt x="4071543" y="1081915"/>
                  </a:lnTo>
                  <a:lnTo>
                    <a:pt x="4071651" y="1081915"/>
                  </a:lnTo>
                  <a:lnTo>
                    <a:pt x="4071760" y="1081915"/>
                  </a:lnTo>
                  <a:lnTo>
                    <a:pt x="4071868" y="1081915"/>
                  </a:lnTo>
                  <a:lnTo>
                    <a:pt x="4071868" y="1081291"/>
                  </a:lnTo>
                  <a:lnTo>
                    <a:pt x="4071977" y="1081291"/>
                  </a:lnTo>
                  <a:lnTo>
                    <a:pt x="4071977" y="1080668"/>
                  </a:lnTo>
                  <a:lnTo>
                    <a:pt x="4071977" y="1080044"/>
                  </a:lnTo>
                  <a:lnTo>
                    <a:pt x="4072085" y="1080044"/>
                  </a:lnTo>
                  <a:lnTo>
                    <a:pt x="4072194" y="1080044"/>
                  </a:lnTo>
                  <a:lnTo>
                    <a:pt x="4072302" y="1080044"/>
                  </a:lnTo>
                  <a:lnTo>
                    <a:pt x="4072410" y="1080044"/>
                  </a:lnTo>
                  <a:lnTo>
                    <a:pt x="4072410" y="1079420"/>
                  </a:lnTo>
                  <a:lnTo>
                    <a:pt x="4072519" y="1079420"/>
                  </a:lnTo>
                  <a:lnTo>
                    <a:pt x="4072627" y="1079420"/>
                  </a:lnTo>
                  <a:lnTo>
                    <a:pt x="4072736" y="1079420"/>
                  </a:lnTo>
                  <a:lnTo>
                    <a:pt x="4072844" y="1079420"/>
                  </a:lnTo>
                  <a:lnTo>
                    <a:pt x="4072953" y="1079420"/>
                  </a:lnTo>
                  <a:lnTo>
                    <a:pt x="4073061" y="1079420"/>
                  </a:lnTo>
                  <a:lnTo>
                    <a:pt x="4073170" y="1079420"/>
                  </a:lnTo>
                  <a:lnTo>
                    <a:pt x="4073278" y="1079420"/>
                  </a:lnTo>
                  <a:lnTo>
                    <a:pt x="4073386" y="1079420"/>
                  </a:lnTo>
                  <a:lnTo>
                    <a:pt x="4073495" y="1079420"/>
                  </a:lnTo>
                  <a:lnTo>
                    <a:pt x="4073603" y="1079420"/>
                  </a:lnTo>
                  <a:lnTo>
                    <a:pt x="4073712" y="1079420"/>
                  </a:lnTo>
                  <a:lnTo>
                    <a:pt x="4073820" y="1079420"/>
                  </a:lnTo>
                  <a:lnTo>
                    <a:pt x="4073820" y="1078797"/>
                  </a:lnTo>
                  <a:lnTo>
                    <a:pt x="4073929" y="1078797"/>
                  </a:lnTo>
                  <a:lnTo>
                    <a:pt x="4073929" y="1078173"/>
                  </a:lnTo>
                  <a:lnTo>
                    <a:pt x="4074037" y="1078173"/>
                  </a:lnTo>
                  <a:lnTo>
                    <a:pt x="4074146" y="1078173"/>
                  </a:lnTo>
                  <a:lnTo>
                    <a:pt x="4074254" y="1078173"/>
                  </a:lnTo>
                  <a:lnTo>
                    <a:pt x="4074254" y="1077550"/>
                  </a:lnTo>
                  <a:lnTo>
                    <a:pt x="4074362" y="1077550"/>
                  </a:lnTo>
                  <a:lnTo>
                    <a:pt x="4074471" y="1077550"/>
                  </a:lnTo>
                  <a:lnTo>
                    <a:pt x="4074579" y="1077550"/>
                  </a:lnTo>
                  <a:lnTo>
                    <a:pt x="4074688" y="1077550"/>
                  </a:lnTo>
                  <a:lnTo>
                    <a:pt x="4074688" y="1076926"/>
                  </a:lnTo>
                  <a:lnTo>
                    <a:pt x="4074796" y="1076926"/>
                  </a:lnTo>
                  <a:lnTo>
                    <a:pt x="4074796" y="1076303"/>
                  </a:lnTo>
                  <a:lnTo>
                    <a:pt x="4074796" y="1075679"/>
                  </a:lnTo>
                  <a:lnTo>
                    <a:pt x="4074905" y="1075679"/>
                  </a:lnTo>
                  <a:lnTo>
                    <a:pt x="4075013" y="1075679"/>
                  </a:lnTo>
                  <a:lnTo>
                    <a:pt x="4075122" y="1075679"/>
                  </a:lnTo>
                  <a:lnTo>
                    <a:pt x="4075230" y="1075679"/>
                  </a:lnTo>
                  <a:lnTo>
                    <a:pt x="4075338" y="1075679"/>
                  </a:lnTo>
                  <a:lnTo>
                    <a:pt x="4075338" y="1075055"/>
                  </a:lnTo>
                  <a:lnTo>
                    <a:pt x="4075338" y="1074432"/>
                  </a:lnTo>
                  <a:lnTo>
                    <a:pt x="4075447" y="1074432"/>
                  </a:lnTo>
                  <a:lnTo>
                    <a:pt x="4075555" y="1074432"/>
                  </a:lnTo>
                  <a:lnTo>
                    <a:pt x="4075664" y="1074432"/>
                  </a:lnTo>
                  <a:lnTo>
                    <a:pt x="4075772" y="1074432"/>
                  </a:lnTo>
                  <a:lnTo>
                    <a:pt x="4075881" y="1074432"/>
                  </a:lnTo>
                  <a:lnTo>
                    <a:pt x="4075989" y="1074432"/>
                  </a:lnTo>
                  <a:lnTo>
                    <a:pt x="4076098" y="1074432"/>
                  </a:lnTo>
                  <a:lnTo>
                    <a:pt x="4076098" y="1073808"/>
                  </a:lnTo>
                  <a:lnTo>
                    <a:pt x="4076098" y="1073185"/>
                  </a:lnTo>
                  <a:lnTo>
                    <a:pt x="4076206" y="1073185"/>
                  </a:lnTo>
                  <a:lnTo>
                    <a:pt x="4076315" y="1073185"/>
                  </a:lnTo>
                  <a:lnTo>
                    <a:pt x="4076423" y="1073185"/>
                  </a:lnTo>
                  <a:lnTo>
                    <a:pt x="4076531" y="1073185"/>
                  </a:lnTo>
                  <a:lnTo>
                    <a:pt x="4076640" y="1073185"/>
                  </a:lnTo>
                  <a:lnTo>
                    <a:pt x="4076748" y="1073185"/>
                  </a:lnTo>
                  <a:lnTo>
                    <a:pt x="4076857" y="1073185"/>
                  </a:lnTo>
                  <a:lnTo>
                    <a:pt x="4076857" y="1072561"/>
                  </a:lnTo>
                  <a:lnTo>
                    <a:pt x="4076965" y="1072561"/>
                  </a:lnTo>
                  <a:lnTo>
                    <a:pt x="4077074" y="1072561"/>
                  </a:lnTo>
                  <a:lnTo>
                    <a:pt x="4077182" y="1072561"/>
                  </a:lnTo>
                  <a:lnTo>
                    <a:pt x="4077291" y="1072561"/>
                  </a:lnTo>
                  <a:lnTo>
                    <a:pt x="4077399" y="1072561"/>
                  </a:lnTo>
                  <a:lnTo>
                    <a:pt x="4077507" y="1072561"/>
                  </a:lnTo>
                  <a:lnTo>
                    <a:pt x="4077616" y="1072561"/>
                  </a:lnTo>
                  <a:lnTo>
                    <a:pt x="4077724" y="1072561"/>
                  </a:lnTo>
                  <a:lnTo>
                    <a:pt x="4077833" y="1072561"/>
                  </a:lnTo>
                  <a:lnTo>
                    <a:pt x="4077833" y="1071938"/>
                  </a:lnTo>
                  <a:lnTo>
                    <a:pt x="4077941" y="1071938"/>
                  </a:lnTo>
                  <a:lnTo>
                    <a:pt x="4077941" y="1071314"/>
                  </a:lnTo>
                  <a:lnTo>
                    <a:pt x="4077941" y="1070690"/>
                  </a:lnTo>
                  <a:lnTo>
                    <a:pt x="4077941" y="1070067"/>
                  </a:lnTo>
                  <a:lnTo>
                    <a:pt x="4078050" y="1070067"/>
                  </a:lnTo>
                  <a:lnTo>
                    <a:pt x="4078158" y="1070067"/>
                  </a:lnTo>
                  <a:lnTo>
                    <a:pt x="4078267" y="1070067"/>
                  </a:lnTo>
                  <a:lnTo>
                    <a:pt x="4078375" y="1070067"/>
                  </a:lnTo>
                  <a:lnTo>
                    <a:pt x="4078483" y="1070067"/>
                  </a:lnTo>
                  <a:lnTo>
                    <a:pt x="4078592" y="1070067"/>
                  </a:lnTo>
                  <a:lnTo>
                    <a:pt x="4078700" y="1070067"/>
                  </a:lnTo>
                  <a:lnTo>
                    <a:pt x="4078809" y="1070067"/>
                  </a:lnTo>
                  <a:lnTo>
                    <a:pt x="4078917" y="1070067"/>
                  </a:lnTo>
                  <a:lnTo>
                    <a:pt x="4079026" y="1070067"/>
                  </a:lnTo>
                  <a:lnTo>
                    <a:pt x="4079134" y="1070067"/>
                  </a:lnTo>
                  <a:lnTo>
                    <a:pt x="4079243" y="1070067"/>
                  </a:lnTo>
                  <a:lnTo>
                    <a:pt x="4079351" y="1070067"/>
                  </a:lnTo>
                  <a:lnTo>
                    <a:pt x="4079351" y="1069443"/>
                  </a:lnTo>
                  <a:lnTo>
                    <a:pt x="4079459" y="1069443"/>
                  </a:lnTo>
                  <a:lnTo>
                    <a:pt x="4079568" y="1069443"/>
                  </a:lnTo>
                  <a:lnTo>
                    <a:pt x="4079676" y="1069443"/>
                  </a:lnTo>
                  <a:lnTo>
                    <a:pt x="4079785" y="1069443"/>
                  </a:lnTo>
                  <a:lnTo>
                    <a:pt x="4079893" y="1069443"/>
                  </a:lnTo>
                  <a:lnTo>
                    <a:pt x="4079893" y="1068820"/>
                  </a:lnTo>
                  <a:lnTo>
                    <a:pt x="4080002" y="1068820"/>
                  </a:lnTo>
                  <a:lnTo>
                    <a:pt x="4080002" y="1068196"/>
                  </a:lnTo>
                  <a:lnTo>
                    <a:pt x="4080002" y="1067572"/>
                  </a:lnTo>
                  <a:lnTo>
                    <a:pt x="4080110" y="1067572"/>
                  </a:lnTo>
                  <a:lnTo>
                    <a:pt x="4080219" y="1067572"/>
                  </a:lnTo>
                  <a:lnTo>
                    <a:pt x="4080327" y="1067572"/>
                  </a:lnTo>
                  <a:lnTo>
                    <a:pt x="4080436" y="1067572"/>
                  </a:lnTo>
                  <a:lnTo>
                    <a:pt x="4080544" y="1067572"/>
                  </a:lnTo>
                  <a:lnTo>
                    <a:pt x="4080544" y="1066949"/>
                  </a:lnTo>
                  <a:lnTo>
                    <a:pt x="4080652" y="1066949"/>
                  </a:lnTo>
                  <a:lnTo>
                    <a:pt x="4080761" y="1066949"/>
                  </a:lnTo>
                  <a:lnTo>
                    <a:pt x="4080869" y="1066949"/>
                  </a:lnTo>
                  <a:lnTo>
                    <a:pt x="4080978" y="1066949"/>
                  </a:lnTo>
                  <a:lnTo>
                    <a:pt x="4081086" y="1066949"/>
                  </a:lnTo>
                  <a:lnTo>
                    <a:pt x="4081195" y="1066949"/>
                  </a:lnTo>
                  <a:lnTo>
                    <a:pt x="4081303" y="1066949"/>
                  </a:lnTo>
                  <a:lnTo>
                    <a:pt x="4081412" y="1066949"/>
                  </a:lnTo>
                  <a:lnTo>
                    <a:pt x="4081520" y="1066949"/>
                  </a:lnTo>
                  <a:lnTo>
                    <a:pt x="4081628" y="1066949"/>
                  </a:lnTo>
                  <a:lnTo>
                    <a:pt x="4081737" y="1066949"/>
                  </a:lnTo>
                  <a:lnTo>
                    <a:pt x="4081845" y="1066949"/>
                  </a:lnTo>
                  <a:lnTo>
                    <a:pt x="4081954" y="1066949"/>
                  </a:lnTo>
                  <a:lnTo>
                    <a:pt x="4082062" y="1066949"/>
                  </a:lnTo>
                  <a:lnTo>
                    <a:pt x="4082062" y="1066325"/>
                  </a:lnTo>
                  <a:lnTo>
                    <a:pt x="4082171" y="1066325"/>
                  </a:lnTo>
                  <a:lnTo>
                    <a:pt x="4082279" y="1066325"/>
                  </a:lnTo>
                  <a:lnTo>
                    <a:pt x="4082388" y="1066325"/>
                  </a:lnTo>
                  <a:lnTo>
                    <a:pt x="4082496" y="1066325"/>
                  </a:lnTo>
                  <a:lnTo>
                    <a:pt x="4082604" y="1066325"/>
                  </a:lnTo>
                  <a:lnTo>
                    <a:pt x="4082713" y="1066325"/>
                  </a:lnTo>
                  <a:lnTo>
                    <a:pt x="4082821" y="1066325"/>
                  </a:lnTo>
                  <a:lnTo>
                    <a:pt x="4082821" y="1065702"/>
                  </a:lnTo>
                  <a:lnTo>
                    <a:pt x="4082930" y="1065702"/>
                  </a:lnTo>
                  <a:lnTo>
                    <a:pt x="4083038" y="1065702"/>
                  </a:lnTo>
                  <a:lnTo>
                    <a:pt x="4083038" y="1065078"/>
                  </a:lnTo>
                  <a:lnTo>
                    <a:pt x="4083147" y="1065078"/>
                  </a:lnTo>
                  <a:lnTo>
                    <a:pt x="4083255" y="1065078"/>
                  </a:lnTo>
                  <a:lnTo>
                    <a:pt x="4083364" y="1065078"/>
                  </a:lnTo>
                  <a:lnTo>
                    <a:pt x="4083472" y="1065078"/>
                  </a:lnTo>
                  <a:lnTo>
                    <a:pt x="4083580" y="1065078"/>
                  </a:lnTo>
                  <a:lnTo>
                    <a:pt x="4083689" y="1065078"/>
                  </a:lnTo>
                  <a:lnTo>
                    <a:pt x="4083797" y="1065078"/>
                  </a:lnTo>
                  <a:lnTo>
                    <a:pt x="4083906" y="1065078"/>
                  </a:lnTo>
                  <a:lnTo>
                    <a:pt x="4084014" y="1065078"/>
                  </a:lnTo>
                  <a:lnTo>
                    <a:pt x="4084123" y="1065078"/>
                  </a:lnTo>
                  <a:lnTo>
                    <a:pt x="4084231" y="1065078"/>
                  </a:lnTo>
                  <a:lnTo>
                    <a:pt x="4084340" y="1065078"/>
                  </a:lnTo>
                  <a:lnTo>
                    <a:pt x="4084340" y="1064455"/>
                  </a:lnTo>
                  <a:lnTo>
                    <a:pt x="4084340" y="1063831"/>
                  </a:lnTo>
                  <a:lnTo>
                    <a:pt x="4084448" y="1063831"/>
                  </a:lnTo>
                  <a:lnTo>
                    <a:pt x="4084448" y="1063207"/>
                  </a:lnTo>
                  <a:lnTo>
                    <a:pt x="4084557" y="1063207"/>
                  </a:lnTo>
                  <a:lnTo>
                    <a:pt x="4084665" y="1063207"/>
                  </a:lnTo>
                  <a:lnTo>
                    <a:pt x="4084773" y="1063207"/>
                  </a:lnTo>
                  <a:lnTo>
                    <a:pt x="4084882" y="1063207"/>
                  </a:lnTo>
                  <a:lnTo>
                    <a:pt x="4084990" y="1063207"/>
                  </a:lnTo>
                  <a:lnTo>
                    <a:pt x="4085099" y="1063207"/>
                  </a:lnTo>
                  <a:lnTo>
                    <a:pt x="4085207" y="1063207"/>
                  </a:lnTo>
                  <a:lnTo>
                    <a:pt x="4085316" y="1063207"/>
                  </a:lnTo>
                  <a:lnTo>
                    <a:pt x="4085424" y="1063207"/>
                  </a:lnTo>
                  <a:lnTo>
                    <a:pt x="4085424" y="1062584"/>
                  </a:lnTo>
                  <a:lnTo>
                    <a:pt x="4085533" y="1062584"/>
                  </a:lnTo>
                  <a:lnTo>
                    <a:pt x="4085533" y="1061960"/>
                  </a:lnTo>
                  <a:lnTo>
                    <a:pt x="4085533" y="1061337"/>
                  </a:lnTo>
                  <a:lnTo>
                    <a:pt x="4085641" y="1061337"/>
                  </a:lnTo>
                  <a:lnTo>
                    <a:pt x="4085749" y="1061337"/>
                  </a:lnTo>
                  <a:lnTo>
                    <a:pt x="4085858" y="1061337"/>
                  </a:lnTo>
                  <a:lnTo>
                    <a:pt x="4085966" y="1061337"/>
                  </a:lnTo>
                  <a:lnTo>
                    <a:pt x="4086075" y="1061337"/>
                  </a:lnTo>
                  <a:lnTo>
                    <a:pt x="4086183" y="1061337"/>
                  </a:lnTo>
                  <a:lnTo>
                    <a:pt x="4086292" y="1061337"/>
                  </a:lnTo>
                  <a:lnTo>
                    <a:pt x="4086400" y="1061337"/>
                  </a:lnTo>
                  <a:lnTo>
                    <a:pt x="4086509" y="1061337"/>
                  </a:lnTo>
                  <a:lnTo>
                    <a:pt x="4086617" y="1061337"/>
                  </a:lnTo>
                  <a:lnTo>
                    <a:pt x="4086725" y="1061337"/>
                  </a:lnTo>
                  <a:lnTo>
                    <a:pt x="4086834" y="1061337"/>
                  </a:lnTo>
                  <a:lnTo>
                    <a:pt x="4086942" y="1061337"/>
                  </a:lnTo>
                  <a:lnTo>
                    <a:pt x="4087051" y="1061337"/>
                  </a:lnTo>
                  <a:lnTo>
                    <a:pt x="4087159" y="1061337"/>
                  </a:lnTo>
                  <a:lnTo>
                    <a:pt x="4087159" y="1060713"/>
                  </a:lnTo>
                  <a:lnTo>
                    <a:pt x="4087268" y="1060713"/>
                  </a:lnTo>
                  <a:lnTo>
                    <a:pt x="4087268" y="1060089"/>
                  </a:lnTo>
                  <a:lnTo>
                    <a:pt x="4087376" y="1060089"/>
                  </a:lnTo>
                  <a:lnTo>
                    <a:pt x="4087485" y="1060089"/>
                  </a:lnTo>
                  <a:lnTo>
                    <a:pt x="4087593" y="1060089"/>
                  </a:lnTo>
                  <a:lnTo>
                    <a:pt x="4087701" y="1060089"/>
                  </a:lnTo>
                  <a:lnTo>
                    <a:pt x="4087810" y="1060089"/>
                  </a:lnTo>
                  <a:lnTo>
                    <a:pt x="4087810" y="1059466"/>
                  </a:lnTo>
                  <a:lnTo>
                    <a:pt x="4087918" y="1059466"/>
                  </a:lnTo>
                  <a:lnTo>
                    <a:pt x="4087918" y="1058842"/>
                  </a:lnTo>
                  <a:lnTo>
                    <a:pt x="4088027" y="1058842"/>
                  </a:lnTo>
                  <a:lnTo>
                    <a:pt x="4088135" y="1058842"/>
                  </a:lnTo>
                  <a:lnTo>
                    <a:pt x="4088244" y="1058842"/>
                  </a:lnTo>
                  <a:lnTo>
                    <a:pt x="4088352" y="1058842"/>
                  </a:lnTo>
                  <a:lnTo>
                    <a:pt x="4088461" y="1058842"/>
                  </a:lnTo>
                  <a:lnTo>
                    <a:pt x="4088569" y="1058842"/>
                  </a:lnTo>
                  <a:lnTo>
                    <a:pt x="4088569" y="1058219"/>
                  </a:lnTo>
                  <a:lnTo>
                    <a:pt x="4088569" y="1057595"/>
                  </a:lnTo>
                  <a:lnTo>
                    <a:pt x="4088677" y="1057595"/>
                  </a:lnTo>
                  <a:lnTo>
                    <a:pt x="4088786" y="1057595"/>
                  </a:lnTo>
                  <a:lnTo>
                    <a:pt x="4088894" y="1057595"/>
                  </a:lnTo>
                  <a:lnTo>
                    <a:pt x="4089003" y="1057595"/>
                  </a:lnTo>
                  <a:lnTo>
                    <a:pt x="4089111" y="1057595"/>
                  </a:lnTo>
                  <a:lnTo>
                    <a:pt x="4089220" y="1057595"/>
                  </a:lnTo>
                  <a:lnTo>
                    <a:pt x="4089328" y="1057595"/>
                  </a:lnTo>
                  <a:lnTo>
                    <a:pt x="4089328" y="1056972"/>
                  </a:lnTo>
                  <a:lnTo>
                    <a:pt x="4089437" y="1056972"/>
                  </a:lnTo>
                  <a:lnTo>
                    <a:pt x="4089545" y="1056972"/>
                  </a:lnTo>
                  <a:lnTo>
                    <a:pt x="4089654" y="1056972"/>
                  </a:lnTo>
                  <a:lnTo>
                    <a:pt x="4089762" y="1056972"/>
                  </a:lnTo>
                  <a:lnTo>
                    <a:pt x="4089870" y="1056972"/>
                  </a:lnTo>
                  <a:lnTo>
                    <a:pt x="4089870" y="1056348"/>
                  </a:lnTo>
                  <a:lnTo>
                    <a:pt x="4089979" y="1056348"/>
                  </a:lnTo>
                  <a:lnTo>
                    <a:pt x="4090087" y="1056348"/>
                  </a:lnTo>
                  <a:lnTo>
                    <a:pt x="4090196" y="1056348"/>
                  </a:lnTo>
                  <a:lnTo>
                    <a:pt x="4090304" y="1056348"/>
                  </a:lnTo>
                  <a:lnTo>
                    <a:pt x="4090413" y="1056348"/>
                  </a:lnTo>
                  <a:lnTo>
                    <a:pt x="4090521" y="1056348"/>
                  </a:lnTo>
                  <a:lnTo>
                    <a:pt x="4090630" y="1056348"/>
                  </a:lnTo>
                  <a:lnTo>
                    <a:pt x="4090738" y="1056348"/>
                  </a:lnTo>
                  <a:lnTo>
                    <a:pt x="4090846" y="1056348"/>
                  </a:lnTo>
                  <a:lnTo>
                    <a:pt x="4090955" y="1056348"/>
                  </a:lnTo>
                  <a:lnTo>
                    <a:pt x="4091063" y="1056348"/>
                  </a:lnTo>
                  <a:lnTo>
                    <a:pt x="4091172" y="1056348"/>
                  </a:lnTo>
                  <a:lnTo>
                    <a:pt x="4091280" y="1056348"/>
                  </a:lnTo>
                  <a:lnTo>
                    <a:pt x="4091389" y="1056348"/>
                  </a:lnTo>
                  <a:lnTo>
                    <a:pt x="4091497" y="1056348"/>
                  </a:lnTo>
                  <a:lnTo>
                    <a:pt x="4091606" y="1056348"/>
                  </a:lnTo>
                  <a:lnTo>
                    <a:pt x="4091714" y="1056348"/>
                  </a:lnTo>
                  <a:lnTo>
                    <a:pt x="4091822" y="1056348"/>
                  </a:lnTo>
                  <a:lnTo>
                    <a:pt x="4091931" y="1056348"/>
                  </a:lnTo>
                  <a:lnTo>
                    <a:pt x="4092039" y="1056348"/>
                  </a:lnTo>
                  <a:lnTo>
                    <a:pt x="4092148" y="1056348"/>
                  </a:lnTo>
                  <a:lnTo>
                    <a:pt x="4092256" y="1056348"/>
                  </a:lnTo>
                  <a:lnTo>
                    <a:pt x="4092365" y="1056348"/>
                  </a:lnTo>
                  <a:lnTo>
                    <a:pt x="4092473" y="1056348"/>
                  </a:lnTo>
                  <a:lnTo>
                    <a:pt x="4092582" y="1056348"/>
                  </a:lnTo>
                  <a:lnTo>
                    <a:pt x="4092690" y="1056348"/>
                  </a:lnTo>
                  <a:lnTo>
                    <a:pt x="4092798" y="1056348"/>
                  </a:lnTo>
                  <a:lnTo>
                    <a:pt x="4092907" y="1056348"/>
                  </a:lnTo>
                  <a:lnTo>
                    <a:pt x="4092907" y="1055724"/>
                  </a:lnTo>
                  <a:lnTo>
                    <a:pt x="4092907" y="1055101"/>
                  </a:lnTo>
                  <a:lnTo>
                    <a:pt x="4092907" y="1054477"/>
                  </a:lnTo>
                  <a:lnTo>
                    <a:pt x="4093015" y="1054477"/>
                  </a:lnTo>
                  <a:lnTo>
                    <a:pt x="4093124" y="1054477"/>
                  </a:lnTo>
                  <a:lnTo>
                    <a:pt x="4093232" y="1054477"/>
                  </a:lnTo>
                  <a:lnTo>
                    <a:pt x="4093341" y="1054477"/>
                  </a:lnTo>
                  <a:lnTo>
                    <a:pt x="4093449" y="1054477"/>
                  </a:lnTo>
                  <a:lnTo>
                    <a:pt x="4093449" y="1053854"/>
                  </a:lnTo>
                  <a:lnTo>
                    <a:pt x="4093558" y="1053854"/>
                  </a:lnTo>
                  <a:lnTo>
                    <a:pt x="4093666" y="1053854"/>
                  </a:lnTo>
                  <a:lnTo>
                    <a:pt x="4093775" y="1053854"/>
                  </a:lnTo>
                  <a:lnTo>
                    <a:pt x="4093883" y="1053854"/>
                  </a:lnTo>
                  <a:lnTo>
                    <a:pt x="4093991" y="1053854"/>
                  </a:lnTo>
                  <a:lnTo>
                    <a:pt x="4094100" y="1053854"/>
                  </a:lnTo>
                  <a:lnTo>
                    <a:pt x="4094208" y="1053854"/>
                  </a:lnTo>
                  <a:lnTo>
                    <a:pt x="4094317" y="1053854"/>
                  </a:lnTo>
                  <a:lnTo>
                    <a:pt x="4094425" y="1053854"/>
                  </a:lnTo>
                  <a:lnTo>
                    <a:pt x="4094534" y="1053854"/>
                  </a:lnTo>
                  <a:lnTo>
                    <a:pt x="4094642" y="1053854"/>
                  </a:lnTo>
                  <a:lnTo>
                    <a:pt x="4094751" y="1053854"/>
                  </a:lnTo>
                  <a:lnTo>
                    <a:pt x="4094859" y="1053854"/>
                  </a:lnTo>
                  <a:lnTo>
                    <a:pt x="4094859" y="1053230"/>
                  </a:lnTo>
                  <a:lnTo>
                    <a:pt x="4094967" y="1053230"/>
                  </a:lnTo>
                  <a:lnTo>
                    <a:pt x="4094967" y="1052606"/>
                  </a:lnTo>
                  <a:lnTo>
                    <a:pt x="4095076" y="1052606"/>
                  </a:lnTo>
                  <a:lnTo>
                    <a:pt x="4095184" y="1052606"/>
                  </a:lnTo>
                  <a:lnTo>
                    <a:pt x="4095293" y="1052606"/>
                  </a:lnTo>
                  <a:lnTo>
                    <a:pt x="4095401" y="1052606"/>
                  </a:lnTo>
                  <a:lnTo>
                    <a:pt x="4095510" y="1052606"/>
                  </a:lnTo>
                  <a:lnTo>
                    <a:pt x="4095618" y="1052606"/>
                  </a:lnTo>
                  <a:lnTo>
                    <a:pt x="4095727" y="1052606"/>
                  </a:lnTo>
                  <a:lnTo>
                    <a:pt x="4095835" y="1052606"/>
                  </a:lnTo>
                  <a:lnTo>
                    <a:pt x="4095943" y="1052606"/>
                  </a:lnTo>
                  <a:lnTo>
                    <a:pt x="4095943" y="1051983"/>
                  </a:lnTo>
                  <a:lnTo>
                    <a:pt x="4096052" y="1051983"/>
                  </a:lnTo>
                  <a:lnTo>
                    <a:pt x="4096160" y="1051983"/>
                  </a:lnTo>
                  <a:lnTo>
                    <a:pt x="4096160" y="1051359"/>
                  </a:lnTo>
                  <a:lnTo>
                    <a:pt x="4096160" y="1050736"/>
                  </a:lnTo>
                  <a:lnTo>
                    <a:pt x="4096269" y="1050736"/>
                  </a:lnTo>
                  <a:lnTo>
                    <a:pt x="4096377" y="1050736"/>
                  </a:lnTo>
                  <a:lnTo>
                    <a:pt x="4096486" y="1050736"/>
                  </a:lnTo>
                  <a:lnTo>
                    <a:pt x="4096594" y="1050736"/>
                  </a:lnTo>
                  <a:lnTo>
                    <a:pt x="4096703" y="1050736"/>
                  </a:lnTo>
                  <a:lnTo>
                    <a:pt x="4096811" y="1050736"/>
                  </a:lnTo>
                  <a:lnTo>
                    <a:pt x="4096811" y="1050112"/>
                  </a:lnTo>
                  <a:lnTo>
                    <a:pt x="4096919" y="1050112"/>
                  </a:lnTo>
                  <a:lnTo>
                    <a:pt x="4097028" y="1050112"/>
                  </a:lnTo>
                  <a:lnTo>
                    <a:pt x="4097136" y="1050112"/>
                  </a:lnTo>
                  <a:lnTo>
                    <a:pt x="4097245" y="1050112"/>
                  </a:lnTo>
                  <a:lnTo>
                    <a:pt x="4097353" y="1050112"/>
                  </a:lnTo>
                  <a:lnTo>
                    <a:pt x="4097462" y="1050112"/>
                  </a:lnTo>
                  <a:lnTo>
                    <a:pt x="4097462" y="1049489"/>
                  </a:lnTo>
                  <a:lnTo>
                    <a:pt x="4097570" y="1049489"/>
                  </a:lnTo>
                  <a:lnTo>
                    <a:pt x="4097570" y="1048865"/>
                  </a:lnTo>
                  <a:lnTo>
                    <a:pt x="4097679" y="1048865"/>
                  </a:lnTo>
                  <a:lnTo>
                    <a:pt x="4097679" y="1048241"/>
                  </a:lnTo>
                  <a:lnTo>
                    <a:pt x="4097787" y="1048241"/>
                  </a:lnTo>
                  <a:lnTo>
                    <a:pt x="4097896" y="1048241"/>
                  </a:lnTo>
                  <a:lnTo>
                    <a:pt x="4098004" y="1048241"/>
                  </a:lnTo>
                  <a:lnTo>
                    <a:pt x="4098112" y="1048241"/>
                  </a:lnTo>
                  <a:lnTo>
                    <a:pt x="4098221" y="1048241"/>
                  </a:lnTo>
                  <a:lnTo>
                    <a:pt x="4098329" y="1048241"/>
                  </a:lnTo>
                  <a:lnTo>
                    <a:pt x="4098438" y="1048241"/>
                  </a:lnTo>
                  <a:lnTo>
                    <a:pt x="4098438" y="1047618"/>
                  </a:lnTo>
                  <a:lnTo>
                    <a:pt x="4098546" y="1047618"/>
                  </a:lnTo>
                  <a:lnTo>
                    <a:pt x="4098655" y="1047618"/>
                  </a:lnTo>
                  <a:lnTo>
                    <a:pt x="4098763" y="1047618"/>
                  </a:lnTo>
                  <a:lnTo>
                    <a:pt x="4098872" y="1047618"/>
                  </a:lnTo>
                  <a:lnTo>
                    <a:pt x="4098980" y="1047618"/>
                  </a:lnTo>
                  <a:lnTo>
                    <a:pt x="4099088" y="1047618"/>
                  </a:lnTo>
                  <a:lnTo>
                    <a:pt x="4099088" y="1046994"/>
                  </a:lnTo>
                  <a:lnTo>
                    <a:pt x="4099088" y="1046371"/>
                  </a:lnTo>
                  <a:lnTo>
                    <a:pt x="4099197" y="1046371"/>
                  </a:lnTo>
                  <a:lnTo>
                    <a:pt x="4099305" y="1046371"/>
                  </a:lnTo>
                  <a:lnTo>
                    <a:pt x="4099414" y="1046371"/>
                  </a:lnTo>
                  <a:lnTo>
                    <a:pt x="4099414" y="1045747"/>
                  </a:lnTo>
                  <a:lnTo>
                    <a:pt x="4099522" y="1045747"/>
                  </a:lnTo>
                  <a:lnTo>
                    <a:pt x="4099631" y="1045747"/>
                  </a:lnTo>
                  <a:lnTo>
                    <a:pt x="4099739" y="1045747"/>
                  </a:lnTo>
                  <a:lnTo>
                    <a:pt x="4099739" y="1045123"/>
                  </a:lnTo>
                  <a:lnTo>
                    <a:pt x="4099739" y="1044500"/>
                  </a:lnTo>
                  <a:lnTo>
                    <a:pt x="4099848" y="1044500"/>
                  </a:lnTo>
                  <a:lnTo>
                    <a:pt x="4099956" y="1044500"/>
                  </a:lnTo>
                  <a:lnTo>
                    <a:pt x="4100064" y="1044500"/>
                  </a:lnTo>
                  <a:lnTo>
                    <a:pt x="4100173" y="1044500"/>
                  </a:lnTo>
                  <a:lnTo>
                    <a:pt x="4100281" y="1044500"/>
                  </a:lnTo>
                  <a:lnTo>
                    <a:pt x="4100390" y="1044500"/>
                  </a:lnTo>
                  <a:lnTo>
                    <a:pt x="4100498" y="1044500"/>
                  </a:lnTo>
                  <a:lnTo>
                    <a:pt x="4100498" y="1043876"/>
                  </a:lnTo>
                  <a:lnTo>
                    <a:pt x="4100607" y="1043876"/>
                  </a:lnTo>
                  <a:lnTo>
                    <a:pt x="4100607" y="1043253"/>
                  </a:lnTo>
                  <a:lnTo>
                    <a:pt x="4100715" y="1043253"/>
                  </a:lnTo>
                  <a:lnTo>
                    <a:pt x="4100715" y="1042629"/>
                  </a:lnTo>
                  <a:lnTo>
                    <a:pt x="4100824" y="1042629"/>
                  </a:lnTo>
                  <a:lnTo>
                    <a:pt x="4100932" y="1042629"/>
                  </a:lnTo>
                  <a:lnTo>
                    <a:pt x="4101040" y="1042629"/>
                  </a:lnTo>
                  <a:lnTo>
                    <a:pt x="4101149" y="1042629"/>
                  </a:lnTo>
                  <a:lnTo>
                    <a:pt x="4101257" y="1042629"/>
                  </a:lnTo>
                  <a:lnTo>
                    <a:pt x="4101366" y="1042629"/>
                  </a:lnTo>
                  <a:lnTo>
                    <a:pt x="4101474" y="1042629"/>
                  </a:lnTo>
                  <a:lnTo>
                    <a:pt x="4101583" y="1042629"/>
                  </a:lnTo>
                  <a:lnTo>
                    <a:pt x="4101691" y="1042629"/>
                  </a:lnTo>
                  <a:lnTo>
                    <a:pt x="4101800" y="1042629"/>
                  </a:lnTo>
                  <a:lnTo>
                    <a:pt x="4101908" y="1042629"/>
                  </a:lnTo>
                  <a:lnTo>
                    <a:pt x="4102017" y="1042629"/>
                  </a:lnTo>
                  <a:lnTo>
                    <a:pt x="4102125" y="1042629"/>
                  </a:lnTo>
                  <a:lnTo>
                    <a:pt x="4102233" y="1042629"/>
                  </a:lnTo>
                  <a:lnTo>
                    <a:pt x="4102342" y="1042629"/>
                  </a:lnTo>
                  <a:lnTo>
                    <a:pt x="4102450" y="1042629"/>
                  </a:lnTo>
                  <a:lnTo>
                    <a:pt x="4102559" y="1042629"/>
                  </a:lnTo>
                  <a:lnTo>
                    <a:pt x="4102667" y="1042629"/>
                  </a:lnTo>
                  <a:lnTo>
                    <a:pt x="4102776" y="1042629"/>
                  </a:lnTo>
                  <a:lnTo>
                    <a:pt x="4102884" y="1042629"/>
                  </a:lnTo>
                  <a:lnTo>
                    <a:pt x="4102993" y="1042629"/>
                  </a:lnTo>
                  <a:lnTo>
                    <a:pt x="4103101" y="1042629"/>
                  </a:lnTo>
                  <a:lnTo>
                    <a:pt x="4103209" y="1042629"/>
                  </a:lnTo>
                  <a:lnTo>
                    <a:pt x="4103318" y="1042629"/>
                  </a:lnTo>
                  <a:lnTo>
                    <a:pt x="4103318" y="1042006"/>
                  </a:lnTo>
                  <a:lnTo>
                    <a:pt x="4103426" y="1042006"/>
                  </a:lnTo>
                  <a:lnTo>
                    <a:pt x="4103535" y="1042006"/>
                  </a:lnTo>
                  <a:lnTo>
                    <a:pt x="4103535" y="1041382"/>
                  </a:lnTo>
                  <a:lnTo>
                    <a:pt x="4103643" y="1041382"/>
                  </a:lnTo>
                  <a:lnTo>
                    <a:pt x="4103752" y="1041382"/>
                  </a:lnTo>
                  <a:lnTo>
                    <a:pt x="4103860" y="1041382"/>
                  </a:lnTo>
                  <a:lnTo>
                    <a:pt x="4103969" y="1041382"/>
                  </a:lnTo>
                  <a:lnTo>
                    <a:pt x="4104077" y="1041382"/>
                  </a:lnTo>
                  <a:lnTo>
                    <a:pt x="4104185" y="1041382"/>
                  </a:lnTo>
                  <a:lnTo>
                    <a:pt x="4104294" y="1041382"/>
                  </a:lnTo>
                  <a:lnTo>
                    <a:pt x="4104402" y="1041382"/>
                  </a:lnTo>
                  <a:lnTo>
                    <a:pt x="4104511" y="1041382"/>
                  </a:lnTo>
                  <a:lnTo>
                    <a:pt x="4104619" y="1041382"/>
                  </a:lnTo>
                  <a:lnTo>
                    <a:pt x="4104728" y="1041382"/>
                  </a:lnTo>
                  <a:lnTo>
                    <a:pt x="4104836" y="1041382"/>
                  </a:lnTo>
                  <a:lnTo>
                    <a:pt x="4104945" y="1041382"/>
                  </a:lnTo>
                  <a:lnTo>
                    <a:pt x="4105053" y="1041382"/>
                  </a:lnTo>
                  <a:lnTo>
                    <a:pt x="4105161" y="1041382"/>
                  </a:lnTo>
                  <a:lnTo>
                    <a:pt x="4105161" y="1040758"/>
                  </a:lnTo>
                  <a:lnTo>
                    <a:pt x="4105270" y="1040758"/>
                  </a:lnTo>
                  <a:lnTo>
                    <a:pt x="4105270" y="1040135"/>
                  </a:lnTo>
                  <a:lnTo>
                    <a:pt x="4105378" y="1040135"/>
                  </a:lnTo>
                  <a:lnTo>
                    <a:pt x="4105487" y="1040135"/>
                  </a:lnTo>
                  <a:lnTo>
                    <a:pt x="4105595" y="1040135"/>
                  </a:lnTo>
                  <a:lnTo>
                    <a:pt x="4105704" y="1040135"/>
                  </a:lnTo>
                  <a:lnTo>
                    <a:pt x="4105812" y="1040135"/>
                  </a:lnTo>
                  <a:lnTo>
                    <a:pt x="4105921" y="1040135"/>
                  </a:lnTo>
                  <a:lnTo>
                    <a:pt x="4106029" y="1040135"/>
                  </a:lnTo>
                  <a:lnTo>
                    <a:pt x="4106138" y="1040135"/>
                  </a:lnTo>
                  <a:lnTo>
                    <a:pt x="4106246" y="1040135"/>
                  </a:lnTo>
                  <a:lnTo>
                    <a:pt x="4106354" y="1040135"/>
                  </a:lnTo>
                  <a:lnTo>
                    <a:pt x="4106463" y="1040135"/>
                  </a:lnTo>
                  <a:lnTo>
                    <a:pt x="4106571" y="1040135"/>
                  </a:lnTo>
                  <a:lnTo>
                    <a:pt x="4106680" y="1040135"/>
                  </a:lnTo>
                  <a:lnTo>
                    <a:pt x="4106680" y="1039511"/>
                  </a:lnTo>
                  <a:lnTo>
                    <a:pt x="4106788" y="1039511"/>
                  </a:lnTo>
                  <a:lnTo>
                    <a:pt x="4106788" y="1038888"/>
                  </a:lnTo>
                  <a:lnTo>
                    <a:pt x="4106897" y="1038888"/>
                  </a:lnTo>
                  <a:lnTo>
                    <a:pt x="4107005" y="1038888"/>
                  </a:lnTo>
                  <a:lnTo>
                    <a:pt x="4107114" y="1038888"/>
                  </a:lnTo>
                  <a:lnTo>
                    <a:pt x="4107114" y="1038264"/>
                  </a:lnTo>
                  <a:lnTo>
                    <a:pt x="4107114" y="1037640"/>
                  </a:lnTo>
                  <a:lnTo>
                    <a:pt x="4107222" y="1037640"/>
                  </a:lnTo>
                  <a:lnTo>
                    <a:pt x="4107330" y="1037640"/>
                  </a:lnTo>
                  <a:lnTo>
                    <a:pt x="4107330" y="1037017"/>
                  </a:lnTo>
                  <a:lnTo>
                    <a:pt x="4107439" y="1037017"/>
                  </a:lnTo>
                  <a:lnTo>
                    <a:pt x="4107547" y="1037017"/>
                  </a:lnTo>
                  <a:lnTo>
                    <a:pt x="4107656" y="1037017"/>
                  </a:lnTo>
                  <a:lnTo>
                    <a:pt x="4107656" y="1036393"/>
                  </a:lnTo>
                  <a:lnTo>
                    <a:pt x="4107764" y="1036393"/>
                  </a:lnTo>
                  <a:lnTo>
                    <a:pt x="4107873" y="1036393"/>
                  </a:lnTo>
                  <a:lnTo>
                    <a:pt x="4107873" y="1035770"/>
                  </a:lnTo>
                  <a:lnTo>
                    <a:pt x="4107873" y="1035146"/>
                  </a:lnTo>
                  <a:lnTo>
                    <a:pt x="4107981" y="1035146"/>
                  </a:lnTo>
                  <a:lnTo>
                    <a:pt x="4108090" y="1035146"/>
                  </a:lnTo>
                  <a:lnTo>
                    <a:pt x="4108198" y="1035146"/>
                  </a:lnTo>
                  <a:lnTo>
                    <a:pt x="4108306" y="1035146"/>
                  </a:lnTo>
                  <a:lnTo>
                    <a:pt x="4108415" y="1035146"/>
                  </a:lnTo>
                  <a:lnTo>
                    <a:pt x="4108523" y="1035146"/>
                  </a:lnTo>
                  <a:lnTo>
                    <a:pt x="4108632" y="1035146"/>
                  </a:lnTo>
                  <a:lnTo>
                    <a:pt x="4108740" y="1035146"/>
                  </a:lnTo>
                  <a:lnTo>
                    <a:pt x="4108849" y="1035146"/>
                  </a:lnTo>
                  <a:lnTo>
                    <a:pt x="4108957" y="1035146"/>
                  </a:lnTo>
                  <a:lnTo>
                    <a:pt x="4109066" y="1035146"/>
                  </a:lnTo>
                  <a:lnTo>
                    <a:pt x="4109174" y="1035146"/>
                  </a:lnTo>
                  <a:lnTo>
                    <a:pt x="4109282" y="1035146"/>
                  </a:lnTo>
                  <a:lnTo>
                    <a:pt x="4109391" y="1035146"/>
                  </a:lnTo>
                  <a:lnTo>
                    <a:pt x="4109499" y="1035146"/>
                  </a:lnTo>
                  <a:lnTo>
                    <a:pt x="4109608" y="1035146"/>
                  </a:lnTo>
                  <a:lnTo>
                    <a:pt x="4109716" y="1035146"/>
                  </a:lnTo>
                  <a:lnTo>
                    <a:pt x="4109825" y="1035146"/>
                  </a:lnTo>
                  <a:lnTo>
                    <a:pt x="4109933" y="1035146"/>
                  </a:lnTo>
                  <a:lnTo>
                    <a:pt x="4110042" y="1035146"/>
                  </a:lnTo>
                  <a:lnTo>
                    <a:pt x="4110150" y="1035146"/>
                  </a:lnTo>
                  <a:lnTo>
                    <a:pt x="4110258" y="1035146"/>
                  </a:lnTo>
                  <a:lnTo>
                    <a:pt x="4110367" y="1035146"/>
                  </a:lnTo>
                  <a:lnTo>
                    <a:pt x="4110475" y="1035146"/>
                  </a:lnTo>
                  <a:lnTo>
                    <a:pt x="4110584" y="1035146"/>
                  </a:lnTo>
                  <a:lnTo>
                    <a:pt x="4110692" y="1035146"/>
                  </a:lnTo>
                  <a:lnTo>
                    <a:pt x="4110801" y="1035146"/>
                  </a:lnTo>
                  <a:lnTo>
                    <a:pt x="4110909" y="1035146"/>
                  </a:lnTo>
                  <a:lnTo>
                    <a:pt x="4111018" y="1035146"/>
                  </a:lnTo>
                  <a:lnTo>
                    <a:pt x="4111126" y="1035146"/>
                  </a:lnTo>
                  <a:lnTo>
                    <a:pt x="4111235" y="1035146"/>
                  </a:lnTo>
                  <a:lnTo>
                    <a:pt x="4111343" y="1035146"/>
                  </a:lnTo>
                  <a:lnTo>
                    <a:pt x="4111451" y="1035146"/>
                  </a:lnTo>
                  <a:lnTo>
                    <a:pt x="4111560" y="1035146"/>
                  </a:lnTo>
                  <a:lnTo>
                    <a:pt x="4111668" y="1035146"/>
                  </a:lnTo>
                  <a:lnTo>
                    <a:pt x="4111668" y="1034523"/>
                  </a:lnTo>
                  <a:lnTo>
                    <a:pt x="4111777" y="1034523"/>
                  </a:lnTo>
                  <a:lnTo>
                    <a:pt x="4111885" y="1034523"/>
                  </a:lnTo>
                  <a:lnTo>
                    <a:pt x="4111994" y="1034523"/>
                  </a:lnTo>
                  <a:lnTo>
                    <a:pt x="4111994" y="1033899"/>
                  </a:lnTo>
                  <a:lnTo>
                    <a:pt x="4112102" y="1033899"/>
                  </a:lnTo>
                  <a:lnTo>
                    <a:pt x="4112211" y="1033899"/>
                  </a:lnTo>
                  <a:lnTo>
                    <a:pt x="4112319" y="1033899"/>
                  </a:lnTo>
                  <a:lnTo>
                    <a:pt x="4112427" y="1033899"/>
                  </a:lnTo>
                  <a:lnTo>
                    <a:pt x="4112536" y="1033899"/>
                  </a:lnTo>
                  <a:lnTo>
                    <a:pt x="4112644" y="1033899"/>
                  </a:lnTo>
                  <a:lnTo>
                    <a:pt x="4112753" y="1033899"/>
                  </a:lnTo>
                  <a:lnTo>
                    <a:pt x="4112753" y="1033275"/>
                  </a:lnTo>
                  <a:lnTo>
                    <a:pt x="4112861" y="1033275"/>
                  </a:lnTo>
                  <a:lnTo>
                    <a:pt x="4112970" y="1033275"/>
                  </a:lnTo>
                  <a:lnTo>
                    <a:pt x="4113078" y="1033275"/>
                  </a:lnTo>
                  <a:lnTo>
                    <a:pt x="4113187" y="1033275"/>
                  </a:lnTo>
                  <a:lnTo>
                    <a:pt x="4113295" y="1033275"/>
                  </a:lnTo>
                  <a:lnTo>
                    <a:pt x="4113403" y="1033275"/>
                  </a:lnTo>
                  <a:lnTo>
                    <a:pt x="4113403" y="1032652"/>
                  </a:lnTo>
                  <a:lnTo>
                    <a:pt x="4113512" y="1032652"/>
                  </a:lnTo>
                  <a:lnTo>
                    <a:pt x="4113620" y="1032652"/>
                  </a:lnTo>
                  <a:lnTo>
                    <a:pt x="4113729" y="1032652"/>
                  </a:lnTo>
                  <a:lnTo>
                    <a:pt x="4113729" y="1032028"/>
                  </a:lnTo>
                  <a:lnTo>
                    <a:pt x="4113837" y="1032028"/>
                  </a:lnTo>
                  <a:lnTo>
                    <a:pt x="4113946" y="1032028"/>
                  </a:lnTo>
                  <a:lnTo>
                    <a:pt x="4114054" y="1032028"/>
                  </a:lnTo>
                  <a:lnTo>
                    <a:pt x="4114163" y="1032028"/>
                  </a:lnTo>
                  <a:lnTo>
                    <a:pt x="4114271" y="1032028"/>
                  </a:lnTo>
                  <a:lnTo>
                    <a:pt x="4114379" y="1032028"/>
                  </a:lnTo>
                  <a:lnTo>
                    <a:pt x="4114488" y="1032028"/>
                  </a:lnTo>
                  <a:lnTo>
                    <a:pt x="4114596" y="1032028"/>
                  </a:lnTo>
                  <a:lnTo>
                    <a:pt x="4114705" y="1032028"/>
                  </a:lnTo>
                  <a:lnTo>
                    <a:pt x="4114813" y="1032028"/>
                  </a:lnTo>
                  <a:lnTo>
                    <a:pt x="4114922" y="1032028"/>
                  </a:lnTo>
                  <a:lnTo>
                    <a:pt x="4115030" y="1032028"/>
                  </a:lnTo>
                  <a:lnTo>
                    <a:pt x="4115139" y="1032028"/>
                  </a:lnTo>
                  <a:lnTo>
                    <a:pt x="4115139" y="1031405"/>
                  </a:lnTo>
                  <a:lnTo>
                    <a:pt x="4115139" y="1030781"/>
                  </a:lnTo>
                  <a:lnTo>
                    <a:pt x="4115247" y="1030781"/>
                  </a:lnTo>
                  <a:lnTo>
                    <a:pt x="4115356" y="1030781"/>
                  </a:lnTo>
                  <a:lnTo>
                    <a:pt x="4115464" y="1030781"/>
                  </a:lnTo>
                  <a:lnTo>
                    <a:pt x="4115572" y="1030781"/>
                  </a:lnTo>
                  <a:lnTo>
                    <a:pt x="4115681" y="1030781"/>
                  </a:lnTo>
                  <a:lnTo>
                    <a:pt x="4115789" y="1030781"/>
                  </a:lnTo>
                  <a:lnTo>
                    <a:pt x="4115898" y="1030781"/>
                  </a:lnTo>
                  <a:lnTo>
                    <a:pt x="4116006" y="1030781"/>
                  </a:lnTo>
                  <a:lnTo>
                    <a:pt x="4116115" y="1030781"/>
                  </a:lnTo>
                  <a:lnTo>
                    <a:pt x="4116223" y="1030781"/>
                  </a:lnTo>
                  <a:lnTo>
                    <a:pt x="4116332" y="1030781"/>
                  </a:lnTo>
                  <a:lnTo>
                    <a:pt x="4116440" y="1030781"/>
                  </a:lnTo>
                  <a:lnTo>
                    <a:pt x="4116548" y="1030781"/>
                  </a:lnTo>
                  <a:lnTo>
                    <a:pt x="4116657" y="1030781"/>
                  </a:lnTo>
                  <a:lnTo>
                    <a:pt x="4116765" y="1030781"/>
                  </a:lnTo>
                  <a:lnTo>
                    <a:pt x="4116874" y="1030781"/>
                  </a:lnTo>
                  <a:lnTo>
                    <a:pt x="4116982" y="1030781"/>
                  </a:lnTo>
                  <a:lnTo>
                    <a:pt x="4117091" y="1030781"/>
                  </a:lnTo>
                  <a:lnTo>
                    <a:pt x="4117199" y="1030781"/>
                  </a:lnTo>
                  <a:lnTo>
                    <a:pt x="4117308" y="1030781"/>
                  </a:lnTo>
                  <a:lnTo>
                    <a:pt x="4117416" y="1030781"/>
                  </a:lnTo>
                  <a:lnTo>
                    <a:pt x="4117524" y="1030781"/>
                  </a:lnTo>
                  <a:lnTo>
                    <a:pt x="4117524" y="1030157"/>
                  </a:lnTo>
                  <a:lnTo>
                    <a:pt x="4117633" y="1030157"/>
                  </a:lnTo>
                  <a:lnTo>
                    <a:pt x="4117741" y="1030157"/>
                  </a:lnTo>
                  <a:lnTo>
                    <a:pt x="4117850" y="1030157"/>
                  </a:lnTo>
                  <a:lnTo>
                    <a:pt x="4117958" y="1030157"/>
                  </a:lnTo>
                  <a:lnTo>
                    <a:pt x="4118067" y="1030157"/>
                  </a:lnTo>
                  <a:lnTo>
                    <a:pt x="4118175" y="1030157"/>
                  </a:lnTo>
                  <a:lnTo>
                    <a:pt x="4118284" y="1030157"/>
                  </a:lnTo>
                  <a:lnTo>
                    <a:pt x="4118392" y="1030157"/>
                  </a:lnTo>
                  <a:lnTo>
                    <a:pt x="4118500" y="1030157"/>
                  </a:lnTo>
                  <a:lnTo>
                    <a:pt x="4118609" y="1030157"/>
                  </a:lnTo>
                  <a:lnTo>
                    <a:pt x="4118609" y="1029534"/>
                  </a:lnTo>
                  <a:lnTo>
                    <a:pt x="4118717" y="1029534"/>
                  </a:lnTo>
                  <a:lnTo>
                    <a:pt x="4118826" y="1029534"/>
                  </a:lnTo>
                  <a:lnTo>
                    <a:pt x="4118934" y="1029534"/>
                  </a:lnTo>
                  <a:lnTo>
                    <a:pt x="4119043" y="1029534"/>
                  </a:lnTo>
                  <a:lnTo>
                    <a:pt x="4119151" y="1029534"/>
                  </a:lnTo>
                  <a:lnTo>
                    <a:pt x="4119260" y="1029534"/>
                  </a:lnTo>
                  <a:lnTo>
                    <a:pt x="4119368" y="1029534"/>
                  </a:lnTo>
                  <a:lnTo>
                    <a:pt x="4119477" y="1029534"/>
                  </a:lnTo>
                  <a:lnTo>
                    <a:pt x="4119585" y="1029534"/>
                  </a:lnTo>
                  <a:lnTo>
                    <a:pt x="4119585" y="1028910"/>
                  </a:lnTo>
                  <a:lnTo>
                    <a:pt x="4119693" y="1028910"/>
                  </a:lnTo>
                  <a:lnTo>
                    <a:pt x="4119802" y="1028910"/>
                  </a:lnTo>
                  <a:lnTo>
                    <a:pt x="4119910" y="1028910"/>
                  </a:lnTo>
                  <a:lnTo>
                    <a:pt x="4120019" y="1028910"/>
                  </a:lnTo>
                  <a:lnTo>
                    <a:pt x="4120127" y="1028910"/>
                  </a:lnTo>
                  <a:lnTo>
                    <a:pt x="4120127" y="1028287"/>
                  </a:lnTo>
                  <a:lnTo>
                    <a:pt x="4120236" y="1028287"/>
                  </a:lnTo>
                  <a:lnTo>
                    <a:pt x="4120344" y="1028287"/>
                  </a:lnTo>
                  <a:lnTo>
                    <a:pt x="4120453" y="1028287"/>
                  </a:lnTo>
                  <a:lnTo>
                    <a:pt x="4120561" y="1028287"/>
                  </a:lnTo>
                  <a:lnTo>
                    <a:pt x="4120669" y="1028287"/>
                  </a:lnTo>
                  <a:lnTo>
                    <a:pt x="4120778" y="1028287"/>
                  </a:lnTo>
                  <a:lnTo>
                    <a:pt x="4120778" y="1027663"/>
                  </a:lnTo>
                  <a:lnTo>
                    <a:pt x="4120886" y="1027663"/>
                  </a:lnTo>
                  <a:lnTo>
                    <a:pt x="4120995" y="1027663"/>
                  </a:lnTo>
                  <a:lnTo>
                    <a:pt x="4121103" y="1027663"/>
                  </a:lnTo>
                  <a:lnTo>
                    <a:pt x="4121212" y="1027663"/>
                  </a:lnTo>
                  <a:lnTo>
                    <a:pt x="4121320" y="1027663"/>
                  </a:lnTo>
                  <a:lnTo>
                    <a:pt x="4121429" y="1027663"/>
                  </a:lnTo>
                  <a:lnTo>
                    <a:pt x="4121537" y="1027663"/>
                  </a:lnTo>
                  <a:lnTo>
                    <a:pt x="4121645" y="1027663"/>
                  </a:lnTo>
                  <a:lnTo>
                    <a:pt x="4121645" y="1027040"/>
                  </a:lnTo>
                  <a:lnTo>
                    <a:pt x="4121754" y="1027040"/>
                  </a:lnTo>
                  <a:lnTo>
                    <a:pt x="4121862" y="1027040"/>
                  </a:lnTo>
                  <a:lnTo>
                    <a:pt x="4121862" y="1026416"/>
                  </a:lnTo>
                  <a:lnTo>
                    <a:pt x="4121971" y="1026416"/>
                  </a:lnTo>
                  <a:lnTo>
                    <a:pt x="4122079" y="1026416"/>
                  </a:lnTo>
                  <a:lnTo>
                    <a:pt x="4122188" y="1026416"/>
                  </a:lnTo>
                  <a:lnTo>
                    <a:pt x="4122296" y="1026416"/>
                  </a:lnTo>
                  <a:lnTo>
                    <a:pt x="4122405" y="1026416"/>
                  </a:lnTo>
                  <a:lnTo>
                    <a:pt x="4122513" y="1026416"/>
                  </a:lnTo>
                  <a:lnTo>
                    <a:pt x="4122621" y="1026416"/>
                  </a:lnTo>
                  <a:lnTo>
                    <a:pt x="4122730" y="1026416"/>
                  </a:lnTo>
                  <a:lnTo>
                    <a:pt x="4122838" y="1026416"/>
                  </a:lnTo>
                  <a:lnTo>
                    <a:pt x="4122947" y="1026416"/>
                  </a:lnTo>
                  <a:lnTo>
                    <a:pt x="4123055" y="1026416"/>
                  </a:lnTo>
                  <a:lnTo>
                    <a:pt x="4123164" y="1026416"/>
                  </a:lnTo>
                  <a:lnTo>
                    <a:pt x="4123164" y="1025792"/>
                  </a:lnTo>
                  <a:lnTo>
                    <a:pt x="4123272" y="1025792"/>
                  </a:lnTo>
                  <a:lnTo>
                    <a:pt x="4123381" y="1025792"/>
                  </a:lnTo>
                  <a:lnTo>
                    <a:pt x="4123489" y="1025792"/>
                  </a:lnTo>
                  <a:lnTo>
                    <a:pt x="4123489" y="1025169"/>
                  </a:lnTo>
                  <a:lnTo>
                    <a:pt x="4123598" y="1025169"/>
                  </a:lnTo>
                  <a:lnTo>
                    <a:pt x="4123598" y="1024545"/>
                  </a:lnTo>
                  <a:lnTo>
                    <a:pt x="4123706" y="1024545"/>
                  </a:lnTo>
                  <a:lnTo>
                    <a:pt x="4123814" y="1024545"/>
                  </a:lnTo>
                  <a:lnTo>
                    <a:pt x="4123923" y="1024545"/>
                  </a:lnTo>
                  <a:lnTo>
                    <a:pt x="4123923" y="1023922"/>
                  </a:lnTo>
                  <a:lnTo>
                    <a:pt x="4123923" y="1023298"/>
                  </a:lnTo>
                  <a:lnTo>
                    <a:pt x="4124031" y="1023298"/>
                  </a:lnTo>
                  <a:lnTo>
                    <a:pt x="4124140" y="1023298"/>
                  </a:lnTo>
                  <a:lnTo>
                    <a:pt x="4124248" y="1023298"/>
                  </a:lnTo>
                  <a:lnTo>
                    <a:pt x="4124248" y="1022675"/>
                  </a:lnTo>
                  <a:lnTo>
                    <a:pt x="4124357" y="1022675"/>
                  </a:lnTo>
                  <a:lnTo>
                    <a:pt x="4124357" y="1022051"/>
                  </a:lnTo>
                  <a:lnTo>
                    <a:pt x="4124465" y="1022051"/>
                  </a:lnTo>
                  <a:lnTo>
                    <a:pt x="4124574" y="1022051"/>
                  </a:lnTo>
                  <a:lnTo>
                    <a:pt x="4124682" y="1022051"/>
                  </a:lnTo>
                  <a:lnTo>
                    <a:pt x="4124790" y="1022051"/>
                  </a:lnTo>
                  <a:lnTo>
                    <a:pt x="4124790" y="1021427"/>
                  </a:lnTo>
                  <a:lnTo>
                    <a:pt x="4124899" y="1021427"/>
                  </a:lnTo>
                  <a:lnTo>
                    <a:pt x="4125007" y="1021427"/>
                  </a:lnTo>
                  <a:lnTo>
                    <a:pt x="4125007" y="1020804"/>
                  </a:lnTo>
                  <a:lnTo>
                    <a:pt x="4125116" y="1020804"/>
                  </a:lnTo>
                  <a:lnTo>
                    <a:pt x="4125224" y="1020804"/>
                  </a:lnTo>
                  <a:lnTo>
                    <a:pt x="4125333" y="1020804"/>
                  </a:lnTo>
                  <a:lnTo>
                    <a:pt x="4125441" y="1020804"/>
                  </a:lnTo>
                  <a:lnTo>
                    <a:pt x="4125441" y="1020180"/>
                  </a:lnTo>
                  <a:lnTo>
                    <a:pt x="4125441" y="1019557"/>
                  </a:lnTo>
                  <a:lnTo>
                    <a:pt x="4125550" y="1019557"/>
                  </a:lnTo>
                  <a:lnTo>
                    <a:pt x="4125658" y="1019557"/>
                  </a:lnTo>
                  <a:lnTo>
                    <a:pt x="4125766" y="1019557"/>
                  </a:lnTo>
                  <a:lnTo>
                    <a:pt x="4125875" y="1019557"/>
                  </a:lnTo>
                  <a:lnTo>
                    <a:pt x="4125983" y="1019557"/>
                  </a:lnTo>
                  <a:lnTo>
                    <a:pt x="4126092" y="1019557"/>
                  </a:lnTo>
                  <a:lnTo>
                    <a:pt x="4126200" y="1019557"/>
                  </a:lnTo>
                  <a:lnTo>
                    <a:pt x="4126309" y="1019557"/>
                  </a:lnTo>
                  <a:lnTo>
                    <a:pt x="4126417" y="1019557"/>
                  </a:lnTo>
                  <a:lnTo>
                    <a:pt x="4126526" y="1019557"/>
                  </a:lnTo>
                  <a:lnTo>
                    <a:pt x="4126634" y="1019557"/>
                  </a:lnTo>
                  <a:lnTo>
                    <a:pt x="4126742" y="1019557"/>
                  </a:lnTo>
                  <a:lnTo>
                    <a:pt x="4126851" y="1019557"/>
                  </a:lnTo>
                  <a:lnTo>
                    <a:pt x="4126959" y="1019557"/>
                  </a:lnTo>
                  <a:lnTo>
                    <a:pt x="4127068" y="1019557"/>
                  </a:lnTo>
                  <a:lnTo>
                    <a:pt x="4127176" y="1019557"/>
                  </a:lnTo>
                  <a:lnTo>
                    <a:pt x="4127285" y="1019557"/>
                  </a:lnTo>
                  <a:lnTo>
                    <a:pt x="4127393" y="1019557"/>
                  </a:lnTo>
                  <a:lnTo>
                    <a:pt x="4127502" y="1019557"/>
                  </a:lnTo>
                  <a:lnTo>
                    <a:pt x="4127610" y="1019557"/>
                  </a:lnTo>
                  <a:lnTo>
                    <a:pt x="4127719" y="1019557"/>
                  </a:lnTo>
                  <a:lnTo>
                    <a:pt x="4127827" y="1019557"/>
                  </a:lnTo>
                  <a:lnTo>
                    <a:pt x="4127935" y="1019557"/>
                  </a:lnTo>
                  <a:lnTo>
                    <a:pt x="4128044" y="1019557"/>
                  </a:lnTo>
                  <a:lnTo>
                    <a:pt x="4128152" y="1019557"/>
                  </a:lnTo>
                  <a:lnTo>
                    <a:pt x="4128261" y="1019557"/>
                  </a:lnTo>
                  <a:lnTo>
                    <a:pt x="4128369" y="1019557"/>
                  </a:lnTo>
                  <a:lnTo>
                    <a:pt x="4128478" y="1019557"/>
                  </a:lnTo>
                  <a:lnTo>
                    <a:pt x="4128478" y="1018933"/>
                  </a:lnTo>
                  <a:lnTo>
                    <a:pt x="4128478" y="1018309"/>
                  </a:lnTo>
                  <a:lnTo>
                    <a:pt x="4128586" y="1018309"/>
                  </a:lnTo>
                  <a:lnTo>
                    <a:pt x="4128695" y="1018309"/>
                  </a:lnTo>
                  <a:lnTo>
                    <a:pt x="4128803" y="1018309"/>
                  </a:lnTo>
                  <a:lnTo>
                    <a:pt x="4128911" y="1018309"/>
                  </a:lnTo>
                  <a:lnTo>
                    <a:pt x="4129020" y="1018309"/>
                  </a:lnTo>
                  <a:lnTo>
                    <a:pt x="4129128" y="1018309"/>
                  </a:lnTo>
                  <a:lnTo>
                    <a:pt x="4129237" y="1018309"/>
                  </a:lnTo>
                  <a:lnTo>
                    <a:pt x="4129345" y="1018309"/>
                  </a:lnTo>
                  <a:lnTo>
                    <a:pt x="4129454" y="1018309"/>
                  </a:lnTo>
                  <a:lnTo>
                    <a:pt x="4129562" y="1018309"/>
                  </a:lnTo>
                  <a:lnTo>
                    <a:pt x="4129671" y="1018309"/>
                  </a:lnTo>
                  <a:lnTo>
                    <a:pt x="4129779" y="1018309"/>
                  </a:lnTo>
                  <a:lnTo>
                    <a:pt x="4129779" y="1017686"/>
                  </a:lnTo>
                  <a:lnTo>
                    <a:pt x="4129887" y="1017686"/>
                  </a:lnTo>
                  <a:lnTo>
                    <a:pt x="4129996" y="1017686"/>
                  </a:lnTo>
                  <a:lnTo>
                    <a:pt x="4130104" y="1017686"/>
                  </a:lnTo>
                  <a:lnTo>
                    <a:pt x="4130213" y="1017686"/>
                  </a:lnTo>
                  <a:lnTo>
                    <a:pt x="4130321" y="1017686"/>
                  </a:lnTo>
                  <a:lnTo>
                    <a:pt x="4130430" y="1017686"/>
                  </a:lnTo>
                  <a:lnTo>
                    <a:pt x="4130538" y="1017686"/>
                  </a:lnTo>
                  <a:lnTo>
                    <a:pt x="4130647" y="1017686"/>
                  </a:lnTo>
                  <a:lnTo>
                    <a:pt x="4130755" y="1017686"/>
                  </a:lnTo>
                  <a:lnTo>
                    <a:pt x="4130863" y="1017686"/>
                  </a:lnTo>
                  <a:lnTo>
                    <a:pt x="4130972" y="1017686"/>
                  </a:lnTo>
                  <a:lnTo>
                    <a:pt x="4131080" y="1017686"/>
                  </a:lnTo>
                  <a:lnTo>
                    <a:pt x="4131189" y="1017686"/>
                  </a:lnTo>
                  <a:lnTo>
                    <a:pt x="4131297" y="1017686"/>
                  </a:lnTo>
                  <a:lnTo>
                    <a:pt x="4131406" y="1017686"/>
                  </a:lnTo>
                  <a:lnTo>
                    <a:pt x="4131406" y="1017062"/>
                  </a:lnTo>
                  <a:lnTo>
                    <a:pt x="4131514" y="1017062"/>
                  </a:lnTo>
                  <a:lnTo>
                    <a:pt x="4131623" y="1017062"/>
                  </a:lnTo>
                  <a:lnTo>
                    <a:pt x="4131731" y="1017062"/>
                  </a:lnTo>
                  <a:lnTo>
                    <a:pt x="4131839" y="1017062"/>
                  </a:lnTo>
                  <a:lnTo>
                    <a:pt x="4131948" y="1017062"/>
                  </a:lnTo>
                  <a:lnTo>
                    <a:pt x="4132056" y="1017062"/>
                  </a:lnTo>
                  <a:lnTo>
                    <a:pt x="4132165" y="1017062"/>
                  </a:lnTo>
                  <a:lnTo>
                    <a:pt x="4132273" y="1017062"/>
                  </a:lnTo>
                  <a:lnTo>
                    <a:pt x="4132382" y="1017062"/>
                  </a:lnTo>
                  <a:lnTo>
                    <a:pt x="4132490" y="1017062"/>
                  </a:lnTo>
                  <a:lnTo>
                    <a:pt x="4132599" y="1017062"/>
                  </a:lnTo>
                  <a:lnTo>
                    <a:pt x="4132707" y="1017062"/>
                  </a:lnTo>
                  <a:lnTo>
                    <a:pt x="4132707" y="1016439"/>
                  </a:lnTo>
                  <a:lnTo>
                    <a:pt x="4132816" y="1016439"/>
                  </a:lnTo>
                  <a:lnTo>
                    <a:pt x="4132924" y="1016439"/>
                  </a:lnTo>
                  <a:lnTo>
                    <a:pt x="4133032" y="1016439"/>
                  </a:lnTo>
                  <a:lnTo>
                    <a:pt x="4133141" y="1016439"/>
                  </a:lnTo>
                  <a:lnTo>
                    <a:pt x="4133249" y="1016439"/>
                  </a:lnTo>
                  <a:lnTo>
                    <a:pt x="4133358" y="1016439"/>
                  </a:lnTo>
                  <a:lnTo>
                    <a:pt x="4133466" y="1016439"/>
                  </a:lnTo>
                  <a:lnTo>
                    <a:pt x="4133575" y="1016439"/>
                  </a:lnTo>
                  <a:lnTo>
                    <a:pt x="4133575" y="1015815"/>
                  </a:lnTo>
                  <a:lnTo>
                    <a:pt x="4133683" y="1015815"/>
                  </a:lnTo>
                  <a:lnTo>
                    <a:pt x="4133792" y="1015815"/>
                  </a:lnTo>
                  <a:lnTo>
                    <a:pt x="4133792" y="1015192"/>
                  </a:lnTo>
                  <a:lnTo>
                    <a:pt x="4133900" y="1015192"/>
                  </a:lnTo>
                  <a:lnTo>
                    <a:pt x="4134008" y="1015192"/>
                  </a:lnTo>
                  <a:lnTo>
                    <a:pt x="4134117" y="1015192"/>
                  </a:lnTo>
                  <a:lnTo>
                    <a:pt x="4134225" y="1015192"/>
                  </a:lnTo>
                  <a:lnTo>
                    <a:pt x="4134334" y="1015192"/>
                  </a:lnTo>
                  <a:lnTo>
                    <a:pt x="4134442" y="1015192"/>
                  </a:lnTo>
                  <a:lnTo>
                    <a:pt x="4134551" y="1015192"/>
                  </a:lnTo>
                  <a:lnTo>
                    <a:pt x="4134659" y="1015192"/>
                  </a:lnTo>
                  <a:lnTo>
                    <a:pt x="4134768" y="1015192"/>
                  </a:lnTo>
                  <a:lnTo>
                    <a:pt x="4134876" y="1015192"/>
                  </a:lnTo>
                  <a:lnTo>
                    <a:pt x="4134984" y="1015192"/>
                  </a:lnTo>
                  <a:lnTo>
                    <a:pt x="4135093" y="1015192"/>
                  </a:lnTo>
                  <a:lnTo>
                    <a:pt x="4135201" y="1015192"/>
                  </a:lnTo>
                  <a:lnTo>
                    <a:pt x="4135310" y="1015192"/>
                  </a:lnTo>
                  <a:lnTo>
                    <a:pt x="4135418" y="1015192"/>
                  </a:lnTo>
                  <a:lnTo>
                    <a:pt x="4135527" y="1015192"/>
                  </a:lnTo>
                  <a:lnTo>
                    <a:pt x="4135635" y="1015192"/>
                  </a:lnTo>
                  <a:lnTo>
                    <a:pt x="4135744" y="1015192"/>
                  </a:lnTo>
                  <a:lnTo>
                    <a:pt x="4135852" y="1015192"/>
                  </a:lnTo>
                  <a:lnTo>
                    <a:pt x="4135852" y="1014568"/>
                  </a:lnTo>
                  <a:lnTo>
                    <a:pt x="4135852" y="1013944"/>
                  </a:lnTo>
                  <a:lnTo>
                    <a:pt x="4135960" y="1013944"/>
                  </a:lnTo>
                  <a:lnTo>
                    <a:pt x="4135960" y="1013321"/>
                  </a:lnTo>
                  <a:lnTo>
                    <a:pt x="4136069" y="1013321"/>
                  </a:lnTo>
                  <a:lnTo>
                    <a:pt x="4136177" y="1013321"/>
                  </a:lnTo>
                  <a:lnTo>
                    <a:pt x="4136286" y="1013321"/>
                  </a:lnTo>
                  <a:lnTo>
                    <a:pt x="4136394" y="1013321"/>
                  </a:lnTo>
                  <a:lnTo>
                    <a:pt x="4136394" y="1012697"/>
                  </a:lnTo>
                  <a:lnTo>
                    <a:pt x="4136503" y="1012697"/>
                  </a:lnTo>
                  <a:lnTo>
                    <a:pt x="4136611" y="1012697"/>
                  </a:lnTo>
                  <a:lnTo>
                    <a:pt x="4136720" y="1012697"/>
                  </a:lnTo>
                  <a:lnTo>
                    <a:pt x="4136828" y="1012697"/>
                  </a:lnTo>
                  <a:lnTo>
                    <a:pt x="4136828" y="1012074"/>
                  </a:lnTo>
                  <a:lnTo>
                    <a:pt x="4136828" y="1011450"/>
                  </a:lnTo>
                  <a:lnTo>
                    <a:pt x="4136937" y="1011450"/>
                  </a:lnTo>
                  <a:lnTo>
                    <a:pt x="4137045" y="1011450"/>
                  </a:lnTo>
                  <a:lnTo>
                    <a:pt x="4137153" y="1011450"/>
                  </a:lnTo>
                  <a:lnTo>
                    <a:pt x="4137262" y="1011450"/>
                  </a:lnTo>
                  <a:lnTo>
                    <a:pt x="4137370" y="1011450"/>
                  </a:lnTo>
                  <a:lnTo>
                    <a:pt x="4137479" y="1011450"/>
                  </a:lnTo>
                  <a:lnTo>
                    <a:pt x="4137587" y="1011450"/>
                  </a:lnTo>
                  <a:lnTo>
                    <a:pt x="4137696" y="1011450"/>
                  </a:lnTo>
                  <a:lnTo>
                    <a:pt x="4137804" y="1011450"/>
                  </a:lnTo>
                  <a:lnTo>
                    <a:pt x="4137804" y="1010826"/>
                  </a:lnTo>
                  <a:lnTo>
                    <a:pt x="4137804" y="1010203"/>
                  </a:lnTo>
                  <a:lnTo>
                    <a:pt x="4137913" y="1010203"/>
                  </a:lnTo>
                  <a:lnTo>
                    <a:pt x="4138021" y="1010203"/>
                  </a:lnTo>
                  <a:lnTo>
                    <a:pt x="4138129" y="1010203"/>
                  </a:lnTo>
                  <a:lnTo>
                    <a:pt x="4138238" y="1010203"/>
                  </a:lnTo>
                  <a:lnTo>
                    <a:pt x="4138346" y="1010203"/>
                  </a:lnTo>
                  <a:lnTo>
                    <a:pt x="4138455" y="1010203"/>
                  </a:lnTo>
                  <a:lnTo>
                    <a:pt x="4138563" y="1010203"/>
                  </a:lnTo>
                  <a:lnTo>
                    <a:pt x="4138672" y="1010203"/>
                  </a:lnTo>
                  <a:lnTo>
                    <a:pt x="4138780" y="1010203"/>
                  </a:lnTo>
                  <a:lnTo>
                    <a:pt x="4138889" y="1010203"/>
                  </a:lnTo>
                  <a:lnTo>
                    <a:pt x="4138997" y="1010203"/>
                  </a:lnTo>
                  <a:lnTo>
                    <a:pt x="4139105" y="1010203"/>
                  </a:lnTo>
                  <a:lnTo>
                    <a:pt x="4139214" y="1010203"/>
                  </a:lnTo>
                  <a:lnTo>
                    <a:pt x="4139322" y="1010203"/>
                  </a:lnTo>
                  <a:lnTo>
                    <a:pt x="4139431" y="1010203"/>
                  </a:lnTo>
                  <a:lnTo>
                    <a:pt x="4139539" y="1010203"/>
                  </a:lnTo>
                  <a:lnTo>
                    <a:pt x="4139539" y="1009579"/>
                  </a:lnTo>
                  <a:lnTo>
                    <a:pt x="4139648" y="1009579"/>
                  </a:lnTo>
                  <a:lnTo>
                    <a:pt x="4139756" y="1009579"/>
                  </a:lnTo>
                  <a:lnTo>
                    <a:pt x="4139756" y="1008956"/>
                  </a:lnTo>
                  <a:lnTo>
                    <a:pt x="4139865" y="1008956"/>
                  </a:lnTo>
                  <a:lnTo>
                    <a:pt x="4139973" y="1008956"/>
                  </a:lnTo>
                  <a:lnTo>
                    <a:pt x="4140081" y="1008956"/>
                  </a:lnTo>
                  <a:lnTo>
                    <a:pt x="4140190" y="1008956"/>
                  </a:lnTo>
                  <a:lnTo>
                    <a:pt x="4140298" y="1008956"/>
                  </a:lnTo>
                  <a:lnTo>
                    <a:pt x="4140407" y="1008956"/>
                  </a:lnTo>
                  <a:lnTo>
                    <a:pt x="4140515" y="1008956"/>
                  </a:lnTo>
                  <a:lnTo>
                    <a:pt x="4140624" y="1008956"/>
                  </a:lnTo>
                  <a:lnTo>
                    <a:pt x="4140732" y="1008956"/>
                  </a:lnTo>
                  <a:lnTo>
                    <a:pt x="4140841" y="1008956"/>
                  </a:lnTo>
                  <a:lnTo>
                    <a:pt x="4140949" y="1008956"/>
                  </a:lnTo>
                  <a:lnTo>
                    <a:pt x="4140949" y="1008332"/>
                  </a:lnTo>
                  <a:lnTo>
                    <a:pt x="4141058" y="1008332"/>
                  </a:lnTo>
                  <a:lnTo>
                    <a:pt x="4141166" y="1008332"/>
                  </a:lnTo>
                  <a:lnTo>
                    <a:pt x="4141274" y="1008332"/>
                  </a:lnTo>
                  <a:lnTo>
                    <a:pt x="4141383" y="1008332"/>
                  </a:lnTo>
                  <a:lnTo>
                    <a:pt x="4141491" y="1008332"/>
                  </a:lnTo>
                  <a:lnTo>
                    <a:pt x="4141600" y="1008332"/>
                  </a:lnTo>
                  <a:lnTo>
                    <a:pt x="4141708" y="1008332"/>
                  </a:lnTo>
                  <a:lnTo>
                    <a:pt x="4141817" y="1008332"/>
                  </a:lnTo>
                  <a:lnTo>
                    <a:pt x="4141925" y="1008332"/>
                  </a:lnTo>
                  <a:lnTo>
                    <a:pt x="4142034" y="1008332"/>
                  </a:lnTo>
                  <a:lnTo>
                    <a:pt x="4142142" y="1008332"/>
                  </a:lnTo>
                  <a:lnTo>
                    <a:pt x="4142250" y="1008332"/>
                  </a:lnTo>
                  <a:lnTo>
                    <a:pt x="4142359" y="1008332"/>
                  </a:lnTo>
                  <a:lnTo>
                    <a:pt x="4142467" y="1008332"/>
                  </a:lnTo>
                  <a:lnTo>
                    <a:pt x="4142576" y="1008332"/>
                  </a:lnTo>
                  <a:lnTo>
                    <a:pt x="4142684" y="1008332"/>
                  </a:lnTo>
                  <a:lnTo>
                    <a:pt x="4142793" y="1008332"/>
                  </a:lnTo>
                  <a:lnTo>
                    <a:pt x="4142901" y="1008332"/>
                  </a:lnTo>
                  <a:lnTo>
                    <a:pt x="4143010" y="1008332"/>
                  </a:lnTo>
                  <a:lnTo>
                    <a:pt x="4143118" y="1008332"/>
                  </a:lnTo>
                  <a:lnTo>
                    <a:pt x="4143226" y="1008332"/>
                  </a:lnTo>
                  <a:lnTo>
                    <a:pt x="4143226" y="1007709"/>
                  </a:lnTo>
                  <a:lnTo>
                    <a:pt x="4143335" y="1007709"/>
                  </a:lnTo>
                  <a:lnTo>
                    <a:pt x="4143443" y="1007709"/>
                  </a:lnTo>
                  <a:lnTo>
                    <a:pt x="4143552" y="1007709"/>
                  </a:lnTo>
                  <a:lnTo>
                    <a:pt x="4143660" y="1007709"/>
                  </a:lnTo>
                  <a:lnTo>
                    <a:pt x="4143769" y="1007709"/>
                  </a:lnTo>
                  <a:lnTo>
                    <a:pt x="4143877" y="1007709"/>
                  </a:lnTo>
                  <a:lnTo>
                    <a:pt x="4143877" y="1007085"/>
                  </a:lnTo>
                  <a:lnTo>
                    <a:pt x="4143986" y="1007085"/>
                  </a:lnTo>
                  <a:lnTo>
                    <a:pt x="4144094" y="1007085"/>
                  </a:lnTo>
                  <a:lnTo>
                    <a:pt x="4144202" y="1007085"/>
                  </a:lnTo>
                  <a:lnTo>
                    <a:pt x="4144311" y="1007085"/>
                  </a:lnTo>
                  <a:lnTo>
                    <a:pt x="4144419" y="1007085"/>
                  </a:lnTo>
                  <a:lnTo>
                    <a:pt x="4144528" y="1007085"/>
                  </a:lnTo>
                  <a:lnTo>
                    <a:pt x="4144636" y="1007085"/>
                  </a:lnTo>
                  <a:lnTo>
                    <a:pt x="4144745" y="1007085"/>
                  </a:lnTo>
                  <a:lnTo>
                    <a:pt x="4144853" y="1007085"/>
                  </a:lnTo>
                  <a:lnTo>
                    <a:pt x="4144962" y="1007085"/>
                  </a:lnTo>
                  <a:lnTo>
                    <a:pt x="4145070" y="1007085"/>
                  </a:lnTo>
                  <a:lnTo>
                    <a:pt x="4145179" y="1007085"/>
                  </a:lnTo>
                  <a:lnTo>
                    <a:pt x="4145287" y="1007085"/>
                  </a:lnTo>
                  <a:lnTo>
                    <a:pt x="4145287" y="1006461"/>
                  </a:lnTo>
                  <a:lnTo>
                    <a:pt x="4145395" y="1006461"/>
                  </a:lnTo>
                  <a:lnTo>
                    <a:pt x="4145395" y="1005838"/>
                  </a:lnTo>
                  <a:lnTo>
                    <a:pt x="4145504" y="1005838"/>
                  </a:lnTo>
                  <a:lnTo>
                    <a:pt x="4145612" y="1005838"/>
                  </a:lnTo>
                  <a:lnTo>
                    <a:pt x="4145721" y="1005838"/>
                  </a:lnTo>
                  <a:lnTo>
                    <a:pt x="4145829" y="1005838"/>
                  </a:lnTo>
                  <a:lnTo>
                    <a:pt x="4145938" y="1005838"/>
                  </a:lnTo>
                  <a:lnTo>
                    <a:pt x="4146046" y="1005838"/>
                  </a:lnTo>
                  <a:lnTo>
                    <a:pt x="4146155" y="1005838"/>
                  </a:lnTo>
                  <a:lnTo>
                    <a:pt x="4146263" y="1005838"/>
                  </a:lnTo>
                  <a:lnTo>
                    <a:pt x="4146263" y="1005214"/>
                  </a:lnTo>
                  <a:lnTo>
                    <a:pt x="4146263" y="1004591"/>
                  </a:lnTo>
                  <a:lnTo>
                    <a:pt x="4146371" y="1004591"/>
                  </a:lnTo>
                  <a:lnTo>
                    <a:pt x="4146480" y="1004591"/>
                  </a:lnTo>
                  <a:lnTo>
                    <a:pt x="4146480" y="1003967"/>
                  </a:lnTo>
                  <a:lnTo>
                    <a:pt x="4146588" y="1003967"/>
                  </a:lnTo>
                  <a:lnTo>
                    <a:pt x="4146697" y="1003967"/>
                  </a:lnTo>
                  <a:lnTo>
                    <a:pt x="4146697" y="1003343"/>
                  </a:lnTo>
                  <a:lnTo>
                    <a:pt x="4146805" y="1003343"/>
                  </a:lnTo>
                  <a:lnTo>
                    <a:pt x="4146914" y="1003343"/>
                  </a:lnTo>
                  <a:lnTo>
                    <a:pt x="4146914" y="1002720"/>
                  </a:lnTo>
                  <a:lnTo>
                    <a:pt x="4147022" y="1002720"/>
                  </a:lnTo>
                  <a:lnTo>
                    <a:pt x="4147131" y="1002720"/>
                  </a:lnTo>
                  <a:lnTo>
                    <a:pt x="4147239" y="1002720"/>
                  </a:lnTo>
                  <a:lnTo>
                    <a:pt x="4147347" y="1002720"/>
                  </a:lnTo>
                  <a:lnTo>
                    <a:pt x="4147456" y="1002720"/>
                  </a:lnTo>
                  <a:lnTo>
                    <a:pt x="4147564" y="1002720"/>
                  </a:lnTo>
                  <a:lnTo>
                    <a:pt x="4147673" y="1002720"/>
                  </a:lnTo>
                  <a:lnTo>
                    <a:pt x="4147781" y="1002720"/>
                  </a:lnTo>
                  <a:lnTo>
                    <a:pt x="4147890" y="1002720"/>
                  </a:lnTo>
                  <a:lnTo>
                    <a:pt x="4147998" y="1002720"/>
                  </a:lnTo>
                  <a:lnTo>
                    <a:pt x="4148107" y="1002720"/>
                  </a:lnTo>
                  <a:lnTo>
                    <a:pt x="4148215" y="1002720"/>
                  </a:lnTo>
                  <a:lnTo>
                    <a:pt x="4148323" y="1002720"/>
                  </a:lnTo>
                  <a:lnTo>
                    <a:pt x="4148432" y="1002720"/>
                  </a:lnTo>
                  <a:lnTo>
                    <a:pt x="4148540" y="1002720"/>
                  </a:lnTo>
                  <a:lnTo>
                    <a:pt x="4148649" y="1002720"/>
                  </a:lnTo>
                  <a:lnTo>
                    <a:pt x="4148757" y="1002720"/>
                  </a:lnTo>
                  <a:lnTo>
                    <a:pt x="4148866" y="1002720"/>
                  </a:lnTo>
                  <a:lnTo>
                    <a:pt x="4148866" y="1002096"/>
                  </a:lnTo>
                  <a:lnTo>
                    <a:pt x="4148974" y="1002096"/>
                  </a:lnTo>
                  <a:lnTo>
                    <a:pt x="4149083" y="1002096"/>
                  </a:lnTo>
                  <a:lnTo>
                    <a:pt x="4149191" y="1002096"/>
                  </a:lnTo>
                  <a:lnTo>
                    <a:pt x="4149300" y="1002096"/>
                  </a:lnTo>
                  <a:lnTo>
                    <a:pt x="4149408" y="1002096"/>
                  </a:lnTo>
                  <a:lnTo>
                    <a:pt x="4149516" y="1002096"/>
                  </a:lnTo>
                  <a:lnTo>
                    <a:pt x="4149625" y="1002096"/>
                  </a:lnTo>
                  <a:lnTo>
                    <a:pt x="4149733" y="1002096"/>
                  </a:lnTo>
                  <a:lnTo>
                    <a:pt x="4149842" y="1002096"/>
                  </a:lnTo>
                  <a:lnTo>
                    <a:pt x="4149950" y="1002096"/>
                  </a:lnTo>
                  <a:lnTo>
                    <a:pt x="4150059" y="1002096"/>
                  </a:lnTo>
                  <a:lnTo>
                    <a:pt x="4150167" y="1002096"/>
                  </a:lnTo>
                  <a:lnTo>
                    <a:pt x="4150276" y="1002096"/>
                  </a:lnTo>
                  <a:lnTo>
                    <a:pt x="4150384" y="1002096"/>
                  </a:lnTo>
                  <a:lnTo>
                    <a:pt x="4150492" y="1002096"/>
                  </a:lnTo>
                  <a:lnTo>
                    <a:pt x="4150601" y="1002096"/>
                  </a:lnTo>
                  <a:lnTo>
                    <a:pt x="4150709" y="1002096"/>
                  </a:lnTo>
                  <a:lnTo>
                    <a:pt x="4150818" y="1002096"/>
                  </a:lnTo>
                  <a:lnTo>
                    <a:pt x="4150926" y="1002096"/>
                  </a:lnTo>
                  <a:lnTo>
                    <a:pt x="4151035" y="1002096"/>
                  </a:lnTo>
                  <a:lnTo>
                    <a:pt x="4151143" y="1002096"/>
                  </a:lnTo>
                  <a:lnTo>
                    <a:pt x="4151252" y="1002096"/>
                  </a:lnTo>
                  <a:lnTo>
                    <a:pt x="4151360" y="1002096"/>
                  </a:lnTo>
                  <a:lnTo>
                    <a:pt x="4151360" y="1001473"/>
                  </a:lnTo>
                  <a:lnTo>
                    <a:pt x="4151468" y="1001473"/>
                  </a:lnTo>
                  <a:lnTo>
                    <a:pt x="4151577" y="1001473"/>
                  </a:lnTo>
                  <a:lnTo>
                    <a:pt x="4151685" y="1001473"/>
                  </a:lnTo>
                  <a:lnTo>
                    <a:pt x="4151794" y="1001473"/>
                  </a:lnTo>
                  <a:lnTo>
                    <a:pt x="4151902" y="1001473"/>
                  </a:lnTo>
                  <a:lnTo>
                    <a:pt x="4151902" y="1000849"/>
                  </a:lnTo>
                  <a:lnTo>
                    <a:pt x="4152011" y="1000849"/>
                  </a:lnTo>
                  <a:lnTo>
                    <a:pt x="4152119" y="1000849"/>
                  </a:lnTo>
                  <a:lnTo>
                    <a:pt x="4152119" y="1000226"/>
                  </a:lnTo>
                  <a:lnTo>
                    <a:pt x="4152228" y="1000226"/>
                  </a:lnTo>
                  <a:lnTo>
                    <a:pt x="4152336" y="1000226"/>
                  </a:lnTo>
                  <a:lnTo>
                    <a:pt x="4152444" y="1000226"/>
                  </a:lnTo>
                  <a:lnTo>
                    <a:pt x="4152553" y="1000226"/>
                  </a:lnTo>
                  <a:lnTo>
                    <a:pt x="4152661" y="1000226"/>
                  </a:lnTo>
                  <a:lnTo>
                    <a:pt x="4152770" y="1000226"/>
                  </a:lnTo>
                  <a:lnTo>
                    <a:pt x="4152878" y="1000226"/>
                  </a:lnTo>
                  <a:lnTo>
                    <a:pt x="4152987" y="1000226"/>
                  </a:lnTo>
                  <a:lnTo>
                    <a:pt x="4153095" y="1000226"/>
                  </a:lnTo>
                  <a:lnTo>
                    <a:pt x="4153095" y="999602"/>
                  </a:lnTo>
                  <a:lnTo>
                    <a:pt x="4153204" y="999602"/>
                  </a:lnTo>
                  <a:lnTo>
                    <a:pt x="4153312" y="999602"/>
                  </a:lnTo>
                  <a:lnTo>
                    <a:pt x="4153421" y="999602"/>
                  </a:lnTo>
                  <a:lnTo>
                    <a:pt x="4153529" y="999602"/>
                  </a:lnTo>
                  <a:lnTo>
                    <a:pt x="4153637" y="999602"/>
                  </a:lnTo>
                  <a:lnTo>
                    <a:pt x="4153746" y="999602"/>
                  </a:lnTo>
                  <a:lnTo>
                    <a:pt x="4153854" y="999602"/>
                  </a:lnTo>
                  <a:lnTo>
                    <a:pt x="4153963" y="999602"/>
                  </a:lnTo>
                  <a:lnTo>
                    <a:pt x="4154071" y="999602"/>
                  </a:lnTo>
                  <a:lnTo>
                    <a:pt x="4154180" y="999602"/>
                  </a:lnTo>
                  <a:lnTo>
                    <a:pt x="4154288" y="999602"/>
                  </a:lnTo>
                  <a:lnTo>
                    <a:pt x="4154397" y="999602"/>
                  </a:lnTo>
                  <a:lnTo>
                    <a:pt x="4154397" y="998978"/>
                  </a:lnTo>
                  <a:lnTo>
                    <a:pt x="4154505" y="998978"/>
                  </a:lnTo>
                  <a:lnTo>
                    <a:pt x="4154613" y="998978"/>
                  </a:lnTo>
                  <a:lnTo>
                    <a:pt x="4154722" y="998978"/>
                  </a:lnTo>
                  <a:lnTo>
                    <a:pt x="4154830" y="998978"/>
                  </a:lnTo>
                  <a:lnTo>
                    <a:pt x="4154939" y="998978"/>
                  </a:lnTo>
                  <a:lnTo>
                    <a:pt x="4155047" y="998978"/>
                  </a:lnTo>
                  <a:lnTo>
                    <a:pt x="4155156" y="998978"/>
                  </a:lnTo>
                  <a:lnTo>
                    <a:pt x="4155264" y="998978"/>
                  </a:lnTo>
                  <a:lnTo>
                    <a:pt x="4155264" y="998355"/>
                  </a:lnTo>
                  <a:lnTo>
                    <a:pt x="4155373" y="998355"/>
                  </a:lnTo>
                  <a:lnTo>
                    <a:pt x="4155373" y="997731"/>
                  </a:lnTo>
                  <a:lnTo>
                    <a:pt x="4155481" y="997731"/>
                  </a:lnTo>
                  <a:lnTo>
                    <a:pt x="4155589" y="997731"/>
                  </a:lnTo>
                  <a:lnTo>
                    <a:pt x="4155698" y="997731"/>
                  </a:lnTo>
                  <a:lnTo>
                    <a:pt x="4155806" y="997731"/>
                  </a:lnTo>
                  <a:lnTo>
                    <a:pt x="4155915" y="997731"/>
                  </a:lnTo>
                  <a:lnTo>
                    <a:pt x="4156023" y="997731"/>
                  </a:lnTo>
                  <a:lnTo>
                    <a:pt x="4156132" y="997731"/>
                  </a:lnTo>
                  <a:lnTo>
                    <a:pt x="4156240" y="997731"/>
                  </a:lnTo>
                  <a:lnTo>
                    <a:pt x="4156240" y="997108"/>
                  </a:lnTo>
                  <a:lnTo>
                    <a:pt x="4156349" y="997108"/>
                  </a:lnTo>
                  <a:lnTo>
                    <a:pt x="4156457" y="997108"/>
                  </a:lnTo>
                  <a:lnTo>
                    <a:pt x="4156565" y="997108"/>
                  </a:lnTo>
                  <a:lnTo>
                    <a:pt x="4156674" y="997108"/>
                  </a:lnTo>
                  <a:lnTo>
                    <a:pt x="4156674" y="996484"/>
                  </a:lnTo>
                  <a:lnTo>
                    <a:pt x="4156782" y="996484"/>
                  </a:lnTo>
                  <a:lnTo>
                    <a:pt x="4156891" y="996484"/>
                  </a:lnTo>
                  <a:lnTo>
                    <a:pt x="4156999" y="996484"/>
                  </a:lnTo>
                  <a:lnTo>
                    <a:pt x="4157108" y="996484"/>
                  </a:lnTo>
                  <a:lnTo>
                    <a:pt x="4157216" y="996484"/>
                  </a:lnTo>
                  <a:lnTo>
                    <a:pt x="4157325" y="996484"/>
                  </a:lnTo>
                  <a:lnTo>
                    <a:pt x="4157325" y="995860"/>
                  </a:lnTo>
                  <a:lnTo>
                    <a:pt x="4157433" y="995860"/>
                  </a:lnTo>
                  <a:lnTo>
                    <a:pt x="4157541" y="995860"/>
                  </a:lnTo>
                  <a:lnTo>
                    <a:pt x="4157650" y="995860"/>
                  </a:lnTo>
                  <a:lnTo>
                    <a:pt x="4157758" y="995860"/>
                  </a:lnTo>
                  <a:lnTo>
                    <a:pt x="4157867" y="995860"/>
                  </a:lnTo>
                  <a:lnTo>
                    <a:pt x="4157975" y="995860"/>
                  </a:lnTo>
                  <a:lnTo>
                    <a:pt x="4157975" y="995237"/>
                  </a:lnTo>
                  <a:lnTo>
                    <a:pt x="4158084" y="995237"/>
                  </a:lnTo>
                  <a:lnTo>
                    <a:pt x="4158192" y="995237"/>
                  </a:lnTo>
                  <a:lnTo>
                    <a:pt x="4158301" y="995237"/>
                  </a:lnTo>
                  <a:lnTo>
                    <a:pt x="4158409" y="995237"/>
                  </a:lnTo>
                  <a:lnTo>
                    <a:pt x="4158409" y="994613"/>
                  </a:lnTo>
                  <a:lnTo>
                    <a:pt x="4158518" y="994613"/>
                  </a:lnTo>
                  <a:lnTo>
                    <a:pt x="4158626" y="994613"/>
                  </a:lnTo>
                  <a:lnTo>
                    <a:pt x="4158734" y="994613"/>
                  </a:lnTo>
                  <a:lnTo>
                    <a:pt x="4158843" y="994613"/>
                  </a:lnTo>
                  <a:lnTo>
                    <a:pt x="4158951" y="994613"/>
                  </a:lnTo>
                  <a:lnTo>
                    <a:pt x="4159060" y="994613"/>
                  </a:lnTo>
                  <a:lnTo>
                    <a:pt x="4159168" y="994613"/>
                  </a:lnTo>
                  <a:lnTo>
                    <a:pt x="4159277" y="994613"/>
                  </a:lnTo>
                  <a:lnTo>
                    <a:pt x="4159277" y="993990"/>
                  </a:lnTo>
                  <a:lnTo>
                    <a:pt x="4159277" y="993366"/>
                  </a:lnTo>
                  <a:lnTo>
                    <a:pt x="4159385" y="993366"/>
                  </a:lnTo>
                  <a:lnTo>
                    <a:pt x="4159494" y="993366"/>
                  </a:lnTo>
                  <a:lnTo>
                    <a:pt x="4159602" y="993366"/>
                  </a:lnTo>
                  <a:lnTo>
                    <a:pt x="4159710" y="993366"/>
                  </a:lnTo>
                  <a:lnTo>
                    <a:pt x="4159819" y="993366"/>
                  </a:lnTo>
                  <a:lnTo>
                    <a:pt x="4159927" y="993366"/>
                  </a:lnTo>
                  <a:lnTo>
                    <a:pt x="4160036" y="993366"/>
                  </a:lnTo>
                  <a:lnTo>
                    <a:pt x="4160144" y="993366"/>
                  </a:lnTo>
                  <a:lnTo>
                    <a:pt x="4160253" y="993366"/>
                  </a:lnTo>
                  <a:lnTo>
                    <a:pt x="4160253" y="992743"/>
                  </a:lnTo>
                  <a:lnTo>
                    <a:pt x="4160361" y="992743"/>
                  </a:lnTo>
                  <a:lnTo>
                    <a:pt x="4160470" y="992743"/>
                  </a:lnTo>
                  <a:lnTo>
                    <a:pt x="4160578" y="992743"/>
                  </a:lnTo>
                  <a:lnTo>
                    <a:pt x="4160686" y="992743"/>
                  </a:lnTo>
                  <a:lnTo>
                    <a:pt x="4160795" y="992743"/>
                  </a:lnTo>
                  <a:lnTo>
                    <a:pt x="4160795" y="992119"/>
                  </a:lnTo>
                  <a:lnTo>
                    <a:pt x="4160795" y="991495"/>
                  </a:lnTo>
                  <a:lnTo>
                    <a:pt x="4160795" y="990872"/>
                  </a:lnTo>
                  <a:lnTo>
                    <a:pt x="4160903" y="990872"/>
                  </a:lnTo>
                  <a:lnTo>
                    <a:pt x="4161012" y="990872"/>
                  </a:lnTo>
                  <a:lnTo>
                    <a:pt x="4161120" y="990872"/>
                  </a:lnTo>
                  <a:lnTo>
                    <a:pt x="4161120" y="990248"/>
                  </a:lnTo>
                  <a:lnTo>
                    <a:pt x="4161229" y="990248"/>
                  </a:lnTo>
                  <a:lnTo>
                    <a:pt x="4161337" y="990248"/>
                  </a:lnTo>
                  <a:lnTo>
                    <a:pt x="4161446" y="990248"/>
                  </a:lnTo>
                  <a:lnTo>
                    <a:pt x="4161554" y="990248"/>
                  </a:lnTo>
                  <a:lnTo>
                    <a:pt x="4161662" y="990248"/>
                  </a:lnTo>
                  <a:lnTo>
                    <a:pt x="4161771" y="990248"/>
                  </a:lnTo>
                  <a:lnTo>
                    <a:pt x="4161771" y="989625"/>
                  </a:lnTo>
                  <a:lnTo>
                    <a:pt x="4161879" y="989625"/>
                  </a:lnTo>
                  <a:lnTo>
                    <a:pt x="4161988" y="989625"/>
                  </a:lnTo>
                  <a:lnTo>
                    <a:pt x="4162096" y="989625"/>
                  </a:lnTo>
                  <a:lnTo>
                    <a:pt x="4162205" y="989625"/>
                  </a:lnTo>
                  <a:lnTo>
                    <a:pt x="4162313" y="989625"/>
                  </a:lnTo>
                  <a:lnTo>
                    <a:pt x="4162422" y="989625"/>
                  </a:lnTo>
                  <a:lnTo>
                    <a:pt x="4162530" y="989625"/>
                  </a:lnTo>
                  <a:lnTo>
                    <a:pt x="4162639" y="989625"/>
                  </a:lnTo>
                  <a:lnTo>
                    <a:pt x="4162747" y="989625"/>
                  </a:lnTo>
                  <a:lnTo>
                    <a:pt x="4162855" y="989625"/>
                  </a:lnTo>
                  <a:lnTo>
                    <a:pt x="4162855" y="989001"/>
                  </a:lnTo>
                  <a:lnTo>
                    <a:pt x="4162964" y="989001"/>
                  </a:lnTo>
                  <a:lnTo>
                    <a:pt x="4163072" y="989001"/>
                  </a:lnTo>
                  <a:lnTo>
                    <a:pt x="4163181" y="989001"/>
                  </a:lnTo>
                  <a:lnTo>
                    <a:pt x="4163289" y="989001"/>
                  </a:lnTo>
                  <a:lnTo>
                    <a:pt x="4163398" y="989001"/>
                  </a:lnTo>
                  <a:lnTo>
                    <a:pt x="4163506" y="989001"/>
                  </a:lnTo>
                  <a:lnTo>
                    <a:pt x="4163615" y="989001"/>
                  </a:lnTo>
                  <a:lnTo>
                    <a:pt x="4163723" y="989001"/>
                  </a:lnTo>
                  <a:lnTo>
                    <a:pt x="4163831" y="989001"/>
                  </a:lnTo>
                  <a:lnTo>
                    <a:pt x="4163831" y="988377"/>
                  </a:lnTo>
                  <a:lnTo>
                    <a:pt x="4163940" y="988377"/>
                  </a:lnTo>
                  <a:lnTo>
                    <a:pt x="4164048" y="988377"/>
                  </a:lnTo>
                  <a:lnTo>
                    <a:pt x="4164157" y="988377"/>
                  </a:lnTo>
                  <a:lnTo>
                    <a:pt x="4164265" y="988377"/>
                  </a:lnTo>
                  <a:lnTo>
                    <a:pt x="4164374" y="988377"/>
                  </a:lnTo>
                  <a:lnTo>
                    <a:pt x="4164482" y="988377"/>
                  </a:lnTo>
                  <a:lnTo>
                    <a:pt x="4164591" y="988377"/>
                  </a:lnTo>
                  <a:lnTo>
                    <a:pt x="4164699" y="988377"/>
                  </a:lnTo>
                  <a:lnTo>
                    <a:pt x="4164807" y="988377"/>
                  </a:lnTo>
                  <a:lnTo>
                    <a:pt x="4164916" y="988377"/>
                  </a:lnTo>
                  <a:lnTo>
                    <a:pt x="4165024" y="988377"/>
                  </a:lnTo>
                  <a:lnTo>
                    <a:pt x="4165133" y="988377"/>
                  </a:lnTo>
                  <a:lnTo>
                    <a:pt x="4165133" y="987754"/>
                  </a:lnTo>
                  <a:lnTo>
                    <a:pt x="4165241" y="987754"/>
                  </a:lnTo>
                  <a:lnTo>
                    <a:pt x="4165350" y="987754"/>
                  </a:lnTo>
                  <a:lnTo>
                    <a:pt x="4165458" y="987754"/>
                  </a:lnTo>
                  <a:lnTo>
                    <a:pt x="4165567" y="987754"/>
                  </a:lnTo>
                  <a:lnTo>
                    <a:pt x="4165675" y="987754"/>
                  </a:lnTo>
                  <a:lnTo>
                    <a:pt x="4165783" y="987754"/>
                  </a:lnTo>
                  <a:lnTo>
                    <a:pt x="4165892" y="987754"/>
                  </a:lnTo>
                  <a:lnTo>
                    <a:pt x="4166000" y="987754"/>
                  </a:lnTo>
                  <a:lnTo>
                    <a:pt x="4166109" y="987754"/>
                  </a:lnTo>
                  <a:lnTo>
                    <a:pt x="4166217" y="987754"/>
                  </a:lnTo>
                  <a:lnTo>
                    <a:pt x="4166326" y="987754"/>
                  </a:lnTo>
                  <a:lnTo>
                    <a:pt x="4166434" y="987754"/>
                  </a:lnTo>
                  <a:lnTo>
                    <a:pt x="4166434" y="987130"/>
                  </a:lnTo>
                  <a:lnTo>
                    <a:pt x="4166543" y="987130"/>
                  </a:lnTo>
                  <a:lnTo>
                    <a:pt x="4166651" y="987130"/>
                  </a:lnTo>
                  <a:lnTo>
                    <a:pt x="4166760" y="987130"/>
                  </a:lnTo>
                  <a:lnTo>
                    <a:pt x="4166868" y="987130"/>
                  </a:lnTo>
                  <a:lnTo>
                    <a:pt x="4166976" y="987130"/>
                  </a:lnTo>
                  <a:lnTo>
                    <a:pt x="4166976" y="986507"/>
                  </a:lnTo>
                  <a:lnTo>
                    <a:pt x="4167085" y="986507"/>
                  </a:lnTo>
                  <a:lnTo>
                    <a:pt x="4167193" y="986507"/>
                  </a:lnTo>
                  <a:lnTo>
                    <a:pt x="4167302" y="986507"/>
                  </a:lnTo>
                  <a:lnTo>
                    <a:pt x="4167410" y="986507"/>
                  </a:lnTo>
                  <a:lnTo>
                    <a:pt x="4167519" y="986507"/>
                  </a:lnTo>
                  <a:lnTo>
                    <a:pt x="4167627" y="986507"/>
                  </a:lnTo>
                  <a:lnTo>
                    <a:pt x="4167736" y="986507"/>
                  </a:lnTo>
                  <a:lnTo>
                    <a:pt x="4167844" y="986507"/>
                  </a:lnTo>
                  <a:lnTo>
                    <a:pt x="4167952" y="986507"/>
                  </a:lnTo>
                  <a:lnTo>
                    <a:pt x="4168061" y="986507"/>
                  </a:lnTo>
                  <a:lnTo>
                    <a:pt x="4168169" y="986507"/>
                  </a:lnTo>
                  <a:lnTo>
                    <a:pt x="4168278" y="986507"/>
                  </a:lnTo>
                  <a:lnTo>
                    <a:pt x="4168386" y="986507"/>
                  </a:lnTo>
                  <a:lnTo>
                    <a:pt x="4168495" y="986507"/>
                  </a:lnTo>
                  <a:lnTo>
                    <a:pt x="4168603" y="986507"/>
                  </a:lnTo>
                  <a:lnTo>
                    <a:pt x="4168712" y="986507"/>
                  </a:lnTo>
                  <a:lnTo>
                    <a:pt x="4168820" y="986507"/>
                  </a:lnTo>
                  <a:lnTo>
                    <a:pt x="4168928" y="986507"/>
                  </a:lnTo>
                  <a:lnTo>
                    <a:pt x="4168928" y="985883"/>
                  </a:lnTo>
                  <a:lnTo>
                    <a:pt x="4169037" y="985883"/>
                  </a:lnTo>
                  <a:lnTo>
                    <a:pt x="4169145" y="985883"/>
                  </a:lnTo>
                  <a:lnTo>
                    <a:pt x="4169145" y="985260"/>
                  </a:lnTo>
                  <a:lnTo>
                    <a:pt x="4169254" y="985260"/>
                  </a:lnTo>
                  <a:lnTo>
                    <a:pt x="4169362" y="985260"/>
                  </a:lnTo>
                  <a:lnTo>
                    <a:pt x="4169471" y="985260"/>
                  </a:lnTo>
                  <a:lnTo>
                    <a:pt x="4169579" y="985260"/>
                  </a:lnTo>
                  <a:lnTo>
                    <a:pt x="4169688" y="985260"/>
                  </a:lnTo>
                  <a:lnTo>
                    <a:pt x="4169796" y="985260"/>
                  </a:lnTo>
                  <a:lnTo>
                    <a:pt x="4169904" y="985260"/>
                  </a:lnTo>
                  <a:lnTo>
                    <a:pt x="4170013" y="985260"/>
                  </a:lnTo>
                  <a:lnTo>
                    <a:pt x="4170121" y="985260"/>
                  </a:lnTo>
                  <a:lnTo>
                    <a:pt x="4170230" y="985260"/>
                  </a:lnTo>
                  <a:lnTo>
                    <a:pt x="4170338" y="985260"/>
                  </a:lnTo>
                  <a:lnTo>
                    <a:pt x="4170447" y="985260"/>
                  </a:lnTo>
                  <a:lnTo>
                    <a:pt x="4170555" y="985260"/>
                  </a:lnTo>
                  <a:lnTo>
                    <a:pt x="4170664" y="985260"/>
                  </a:lnTo>
                  <a:lnTo>
                    <a:pt x="4170772" y="985260"/>
                  </a:lnTo>
                  <a:lnTo>
                    <a:pt x="4170881" y="985260"/>
                  </a:lnTo>
                  <a:lnTo>
                    <a:pt x="4170989" y="985260"/>
                  </a:lnTo>
                  <a:lnTo>
                    <a:pt x="4171097" y="985260"/>
                  </a:lnTo>
                  <a:lnTo>
                    <a:pt x="4171206" y="985260"/>
                  </a:lnTo>
                  <a:lnTo>
                    <a:pt x="4171314" y="985260"/>
                  </a:lnTo>
                  <a:lnTo>
                    <a:pt x="4171423" y="985260"/>
                  </a:lnTo>
                  <a:lnTo>
                    <a:pt x="4171531" y="985260"/>
                  </a:lnTo>
                  <a:lnTo>
                    <a:pt x="4171640" y="985260"/>
                  </a:lnTo>
                  <a:lnTo>
                    <a:pt x="4171748" y="985260"/>
                  </a:lnTo>
                  <a:lnTo>
                    <a:pt x="4171857" y="985260"/>
                  </a:lnTo>
                  <a:lnTo>
                    <a:pt x="4171965" y="985260"/>
                  </a:lnTo>
                  <a:lnTo>
                    <a:pt x="4172073" y="985260"/>
                  </a:lnTo>
                  <a:lnTo>
                    <a:pt x="4172182" y="985260"/>
                  </a:lnTo>
                  <a:lnTo>
                    <a:pt x="4172182" y="984636"/>
                  </a:lnTo>
                  <a:lnTo>
                    <a:pt x="4172290" y="984636"/>
                  </a:lnTo>
                  <a:lnTo>
                    <a:pt x="4172399" y="984636"/>
                  </a:lnTo>
                  <a:lnTo>
                    <a:pt x="4172507" y="984636"/>
                  </a:lnTo>
                  <a:lnTo>
                    <a:pt x="4172616" y="984636"/>
                  </a:lnTo>
                  <a:lnTo>
                    <a:pt x="4172724" y="984636"/>
                  </a:lnTo>
                  <a:lnTo>
                    <a:pt x="4172833" y="984636"/>
                  </a:lnTo>
                  <a:lnTo>
                    <a:pt x="4172941" y="984636"/>
                  </a:lnTo>
                  <a:lnTo>
                    <a:pt x="4173049" y="984636"/>
                  </a:lnTo>
                  <a:lnTo>
                    <a:pt x="4173158" y="984636"/>
                  </a:lnTo>
                  <a:lnTo>
                    <a:pt x="4173266" y="984636"/>
                  </a:lnTo>
                  <a:lnTo>
                    <a:pt x="4173375" y="984636"/>
                  </a:lnTo>
                  <a:lnTo>
                    <a:pt x="4173483" y="984636"/>
                  </a:lnTo>
                  <a:lnTo>
                    <a:pt x="4173592" y="984636"/>
                  </a:lnTo>
                  <a:lnTo>
                    <a:pt x="4173700" y="984636"/>
                  </a:lnTo>
                  <a:lnTo>
                    <a:pt x="4173809" y="984636"/>
                  </a:lnTo>
                  <a:lnTo>
                    <a:pt x="4173917" y="984636"/>
                  </a:lnTo>
                  <a:lnTo>
                    <a:pt x="4174025" y="984636"/>
                  </a:lnTo>
                  <a:lnTo>
                    <a:pt x="4174134" y="984636"/>
                  </a:lnTo>
                  <a:lnTo>
                    <a:pt x="4174242" y="984636"/>
                  </a:lnTo>
                  <a:lnTo>
                    <a:pt x="4174351" y="984636"/>
                  </a:lnTo>
                  <a:lnTo>
                    <a:pt x="4174459" y="984636"/>
                  </a:lnTo>
                  <a:lnTo>
                    <a:pt x="4174568" y="984636"/>
                  </a:lnTo>
                  <a:lnTo>
                    <a:pt x="4174676" y="984636"/>
                  </a:lnTo>
                  <a:lnTo>
                    <a:pt x="4174785" y="984636"/>
                  </a:lnTo>
                  <a:lnTo>
                    <a:pt x="4174893" y="984636"/>
                  </a:lnTo>
                  <a:lnTo>
                    <a:pt x="4175002" y="984636"/>
                  </a:lnTo>
                  <a:lnTo>
                    <a:pt x="4175110" y="984636"/>
                  </a:lnTo>
                  <a:lnTo>
                    <a:pt x="4175218" y="984636"/>
                  </a:lnTo>
                  <a:lnTo>
                    <a:pt x="4175327" y="984636"/>
                  </a:lnTo>
                  <a:lnTo>
                    <a:pt x="4175435" y="984636"/>
                  </a:lnTo>
                  <a:lnTo>
                    <a:pt x="4175435" y="984012"/>
                  </a:lnTo>
                  <a:lnTo>
                    <a:pt x="4175544" y="984012"/>
                  </a:lnTo>
                  <a:lnTo>
                    <a:pt x="4175544" y="983389"/>
                  </a:lnTo>
                  <a:lnTo>
                    <a:pt x="4175652" y="983389"/>
                  </a:lnTo>
                  <a:lnTo>
                    <a:pt x="4175761" y="983389"/>
                  </a:lnTo>
                  <a:lnTo>
                    <a:pt x="4175869" y="983389"/>
                  </a:lnTo>
                  <a:lnTo>
                    <a:pt x="4175978" y="983389"/>
                  </a:lnTo>
                  <a:lnTo>
                    <a:pt x="4176086" y="983389"/>
                  </a:lnTo>
                  <a:lnTo>
                    <a:pt x="4176194" y="983389"/>
                  </a:lnTo>
                  <a:lnTo>
                    <a:pt x="4176303" y="983389"/>
                  </a:lnTo>
                  <a:lnTo>
                    <a:pt x="4176411" y="983389"/>
                  </a:lnTo>
                  <a:lnTo>
                    <a:pt x="4176520" y="983389"/>
                  </a:lnTo>
                  <a:lnTo>
                    <a:pt x="4176628" y="983389"/>
                  </a:lnTo>
                  <a:lnTo>
                    <a:pt x="4176737" y="983389"/>
                  </a:lnTo>
                  <a:lnTo>
                    <a:pt x="4176845" y="983389"/>
                  </a:lnTo>
                  <a:lnTo>
                    <a:pt x="4176954" y="983389"/>
                  </a:lnTo>
                  <a:lnTo>
                    <a:pt x="4177062" y="983389"/>
                  </a:lnTo>
                  <a:lnTo>
                    <a:pt x="4177170" y="983389"/>
                  </a:lnTo>
                  <a:lnTo>
                    <a:pt x="4177279" y="983389"/>
                  </a:lnTo>
                  <a:lnTo>
                    <a:pt x="4177387" y="983389"/>
                  </a:lnTo>
                  <a:lnTo>
                    <a:pt x="4177496" y="983389"/>
                  </a:lnTo>
                  <a:lnTo>
                    <a:pt x="4177604" y="983389"/>
                  </a:lnTo>
                  <a:lnTo>
                    <a:pt x="4177713" y="983389"/>
                  </a:lnTo>
                  <a:lnTo>
                    <a:pt x="4177821" y="983389"/>
                  </a:lnTo>
                  <a:lnTo>
                    <a:pt x="4177930" y="983389"/>
                  </a:lnTo>
                  <a:lnTo>
                    <a:pt x="4178038" y="983389"/>
                  </a:lnTo>
                  <a:lnTo>
                    <a:pt x="4178146" y="983389"/>
                  </a:lnTo>
                  <a:lnTo>
                    <a:pt x="4178146" y="982765"/>
                  </a:lnTo>
                  <a:lnTo>
                    <a:pt x="4178255" y="982765"/>
                  </a:lnTo>
                  <a:lnTo>
                    <a:pt x="4178255" y="982142"/>
                  </a:lnTo>
                  <a:lnTo>
                    <a:pt x="4178363" y="982142"/>
                  </a:lnTo>
                  <a:lnTo>
                    <a:pt x="4178472" y="982142"/>
                  </a:lnTo>
                  <a:lnTo>
                    <a:pt x="4178580" y="982142"/>
                  </a:lnTo>
                  <a:lnTo>
                    <a:pt x="4178689" y="982142"/>
                  </a:lnTo>
                  <a:lnTo>
                    <a:pt x="4178797" y="982142"/>
                  </a:lnTo>
                  <a:lnTo>
                    <a:pt x="4178906" y="982142"/>
                  </a:lnTo>
                  <a:lnTo>
                    <a:pt x="4179014" y="982142"/>
                  </a:lnTo>
                  <a:lnTo>
                    <a:pt x="4179122" y="982142"/>
                  </a:lnTo>
                  <a:lnTo>
                    <a:pt x="4179231" y="982142"/>
                  </a:lnTo>
                  <a:lnTo>
                    <a:pt x="4179339" y="982142"/>
                  </a:lnTo>
                  <a:lnTo>
                    <a:pt x="4179339" y="981518"/>
                  </a:lnTo>
                  <a:lnTo>
                    <a:pt x="4179339" y="980894"/>
                  </a:lnTo>
                  <a:lnTo>
                    <a:pt x="4179339" y="980271"/>
                  </a:lnTo>
                  <a:lnTo>
                    <a:pt x="4179448" y="980271"/>
                  </a:lnTo>
                  <a:lnTo>
                    <a:pt x="4179556" y="980271"/>
                  </a:lnTo>
                  <a:lnTo>
                    <a:pt x="4179665" y="980271"/>
                  </a:lnTo>
                  <a:lnTo>
                    <a:pt x="4179773" y="980271"/>
                  </a:lnTo>
                  <a:lnTo>
                    <a:pt x="4179882" y="980271"/>
                  </a:lnTo>
                  <a:lnTo>
                    <a:pt x="4179990" y="980271"/>
                  </a:lnTo>
                  <a:lnTo>
                    <a:pt x="4180099" y="980271"/>
                  </a:lnTo>
                  <a:lnTo>
                    <a:pt x="4180207" y="980271"/>
                  </a:lnTo>
                  <a:lnTo>
                    <a:pt x="4180315" y="980271"/>
                  </a:lnTo>
                  <a:lnTo>
                    <a:pt x="4180424" y="980271"/>
                  </a:lnTo>
                  <a:lnTo>
                    <a:pt x="4180532" y="980271"/>
                  </a:lnTo>
                  <a:lnTo>
                    <a:pt x="4180641" y="980271"/>
                  </a:lnTo>
                  <a:lnTo>
                    <a:pt x="4180749" y="980271"/>
                  </a:lnTo>
                  <a:lnTo>
                    <a:pt x="4180858" y="980271"/>
                  </a:lnTo>
                  <a:lnTo>
                    <a:pt x="4180966" y="980271"/>
                  </a:lnTo>
                  <a:lnTo>
                    <a:pt x="4181075" y="980271"/>
                  </a:lnTo>
                  <a:lnTo>
                    <a:pt x="4181183" y="980271"/>
                  </a:lnTo>
                  <a:lnTo>
                    <a:pt x="4181291" y="980271"/>
                  </a:lnTo>
                  <a:lnTo>
                    <a:pt x="4181400" y="980271"/>
                  </a:lnTo>
                  <a:lnTo>
                    <a:pt x="4181400" y="979647"/>
                  </a:lnTo>
                  <a:lnTo>
                    <a:pt x="4181508" y="979647"/>
                  </a:lnTo>
                  <a:lnTo>
                    <a:pt x="4181617" y="979647"/>
                  </a:lnTo>
                  <a:lnTo>
                    <a:pt x="4181725" y="979647"/>
                  </a:lnTo>
                  <a:lnTo>
                    <a:pt x="4181834" y="979647"/>
                  </a:lnTo>
                  <a:lnTo>
                    <a:pt x="4181942" y="979647"/>
                  </a:lnTo>
                  <a:lnTo>
                    <a:pt x="4182051" y="979647"/>
                  </a:lnTo>
                  <a:lnTo>
                    <a:pt x="4182159" y="979647"/>
                  </a:lnTo>
                  <a:lnTo>
                    <a:pt x="4182267" y="979647"/>
                  </a:lnTo>
                  <a:lnTo>
                    <a:pt x="4182376" y="979647"/>
                  </a:lnTo>
                  <a:lnTo>
                    <a:pt x="4182484" y="979647"/>
                  </a:lnTo>
                  <a:lnTo>
                    <a:pt x="4182593" y="979647"/>
                  </a:lnTo>
                  <a:lnTo>
                    <a:pt x="4182701" y="979647"/>
                  </a:lnTo>
                  <a:lnTo>
                    <a:pt x="4182810" y="979647"/>
                  </a:lnTo>
                  <a:lnTo>
                    <a:pt x="4182918" y="979647"/>
                  </a:lnTo>
                  <a:lnTo>
                    <a:pt x="4183027" y="979647"/>
                  </a:lnTo>
                  <a:lnTo>
                    <a:pt x="4183135" y="979647"/>
                  </a:lnTo>
                  <a:lnTo>
                    <a:pt x="4183243" y="979647"/>
                  </a:lnTo>
                  <a:lnTo>
                    <a:pt x="4183352" y="979647"/>
                  </a:lnTo>
                  <a:lnTo>
                    <a:pt x="4183460" y="979647"/>
                  </a:lnTo>
                  <a:lnTo>
                    <a:pt x="4183569" y="979647"/>
                  </a:lnTo>
                  <a:lnTo>
                    <a:pt x="4183677" y="979647"/>
                  </a:lnTo>
                  <a:lnTo>
                    <a:pt x="4183677" y="979024"/>
                  </a:lnTo>
                  <a:lnTo>
                    <a:pt x="4183786" y="979024"/>
                  </a:lnTo>
                  <a:lnTo>
                    <a:pt x="4183894" y="979024"/>
                  </a:lnTo>
                  <a:lnTo>
                    <a:pt x="4184003" y="979024"/>
                  </a:lnTo>
                  <a:lnTo>
                    <a:pt x="4184111" y="979024"/>
                  </a:lnTo>
                  <a:lnTo>
                    <a:pt x="4184111" y="978400"/>
                  </a:lnTo>
                  <a:lnTo>
                    <a:pt x="4184220" y="978400"/>
                  </a:lnTo>
                  <a:lnTo>
                    <a:pt x="4184328" y="978400"/>
                  </a:lnTo>
                  <a:lnTo>
                    <a:pt x="4184436" y="978400"/>
                  </a:lnTo>
                  <a:lnTo>
                    <a:pt x="4184545" y="978400"/>
                  </a:lnTo>
                  <a:lnTo>
                    <a:pt x="4184653" y="978400"/>
                  </a:lnTo>
                  <a:lnTo>
                    <a:pt x="4184762" y="978400"/>
                  </a:lnTo>
                  <a:lnTo>
                    <a:pt x="4184870" y="978400"/>
                  </a:lnTo>
                  <a:lnTo>
                    <a:pt x="4184979" y="978400"/>
                  </a:lnTo>
                  <a:lnTo>
                    <a:pt x="4185087" y="978400"/>
                  </a:lnTo>
                  <a:lnTo>
                    <a:pt x="4185087" y="977777"/>
                  </a:lnTo>
                  <a:lnTo>
                    <a:pt x="4185196" y="977777"/>
                  </a:lnTo>
                  <a:lnTo>
                    <a:pt x="4185304" y="977777"/>
                  </a:lnTo>
                  <a:lnTo>
                    <a:pt x="4185412" y="977777"/>
                  </a:lnTo>
                  <a:lnTo>
                    <a:pt x="4185521" y="977777"/>
                  </a:lnTo>
                  <a:lnTo>
                    <a:pt x="4185629" y="977777"/>
                  </a:lnTo>
                  <a:lnTo>
                    <a:pt x="4185738" y="977777"/>
                  </a:lnTo>
                  <a:lnTo>
                    <a:pt x="4185846" y="977777"/>
                  </a:lnTo>
                  <a:lnTo>
                    <a:pt x="4185955" y="977777"/>
                  </a:lnTo>
                  <a:lnTo>
                    <a:pt x="4186063" y="977777"/>
                  </a:lnTo>
                  <a:lnTo>
                    <a:pt x="4186172" y="977777"/>
                  </a:lnTo>
                  <a:lnTo>
                    <a:pt x="4186280" y="977777"/>
                  </a:lnTo>
                  <a:lnTo>
                    <a:pt x="4186388" y="977777"/>
                  </a:lnTo>
                  <a:lnTo>
                    <a:pt x="4186497" y="977777"/>
                  </a:lnTo>
                  <a:lnTo>
                    <a:pt x="4186497" y="977153"/>
                  </a:lnTo>
                  <a:lnTo>
                    <a:pt x="4186605" y="977153"/>
                  </a:lnTo>
                  <a:lnTo>
                    <a:pt x="4186714" y="977153"/>
                  </a:lnTo>
                  <a:lnTo>
                    <a:pt x="4186822" y="977153"/>
                  </a:lnTo>
                  <a:lnTo>
                    <a:pt x="4186822" y="976529"/>
                  </a:lnTo>
                  <a:lnTo>
                    <a:pt x="4186931" y="976529"/>
                  </a:lnTo>
                  <a:lnTo>
                    <a:pt x="4187039" y="976529"/>
                  </a:lnTo>
                  <a:lnTo>
                    <a:pt x="4187148" y="976529"/>
                  </a:lnTo>
                  <a:lnTo>
                    <a:pt x="4187148" y="975906"/>
                  </a:lnTo>
                  <a:lnTo>
                    <a:pt x="4187256" y="975906"/>
                  </a:lnTo>
                  <a:lnTo>
                    <a:pt x="4187364" y="975906"/>
                  </a:lnTo>
                  <a:lnTo>
                    <a:pt x="4187473" y="975906"/>
                  </a:lnTo>
                  <a:lnTo>
                    <a:pt x="4187581" y="975906"/>
                  </a:lnTo>
                  <a:lnTo>
                    <a:pt x="4187690" y="975906"/>
                  </a:lnTo>
                  <a:lnTo>
                    <a:pt x="4187798" y="975906"/>
                  </a:lnTo>
                  <a:lnTo>
                    <a:pt x="4187907" y="975906"/>
                  </a:lnTo>
                  <a:lnTo>
                    <a:pt x="4188015" y="975906"/>
                  </a:lnTo>
                  <a:lnTo>
                    <a:pt x="4188124" y="975906"/>
                  </a:lnTo>
                  <a:lnTo>
                    <a:pt x="4188232" y="975906"/>
                  </a:lnTo>
                  <a:lnTo>
                    <a:pt x="4188341" y="975906"/>
                  </a:lnTo>
                  <a:lnTo>
                    <a:pt x="4188341" y="975282"/>
                  </a:lnTo>
                  <a:lnTo>
                    <a:pt x="4188449" y="975282"/>
                  </a:lnTo>
                  <a:lnTo>
                    <a:pt x="4188557" y="975282"/>
                  </a:lnTo>
                  <a:lnTo>
                    <a:pt x="4188666" y="975282"/>
                  </a:lnTo>
                  <a:lnTo>
                    <a:pt x="4188774" y="975282"/>
                  </a:lnTo>
                  <a:lnTo>
                    <a:pt x="4188883" y="975282"/>
                  </a:lnTo>
                  <a:lnTo>
                    <a:pt x="4188991" y="975282"/>
                  </a:lnTo>
                  <a:lnTo>
                    <a:pt x="4189100" y="975282"/>
                  </a:lnTo>
                  <a:lnTo>
                    <a:pt x="4189208" y="975282"/>
                  </a:lnTo>
                  <a:lnTo>
                    <a:pt x="4189317" y="975282"/>
                  </a:lnTo>
                  <a:lnTo>
                    <a:pt x="4189425" y="975282"/>
                  </a:lnTo>
                  <a:lnTo>
                    <a:pt x="4189533" y="975282"/>
                  </a:lnTo>
                  <a:lnTo>
                    <a:pt x="4189642" y="975282"/>
                  </a:lnTo>
                  <a:lnTo>
                    <a:pt x="4189750" y="975282"/>
                  </a:lnTo>
                  <a:lnTo>
                    <a:pt x="4189859" y="975282"/>
                  </a:lnTo>
                  <a:lnTo>
                    <a:pt x="4189859" y="974659"/>
                  </a:lnTo>
                  <a:lnTo>
                    <a:pt x="4189967" y="974659"/>
                  </a:lnTo>
                  <a:lnTo>
                    <a:pt x="4190076" y="974659"/>
                  </a:lnTo>
                  <a:lnTo>
                    <a:pt x="4190184" y="974659"/>
                  </a:lnTo>
                  <a:lnTo>
                    <a:pt x="4190293" y="974659"/>
                  </a:lnTo>
                  <a:lnTo>
                    <a:pt x="4190401" y="974659"/>
                  </a:lnTo>
                  <a:lnTo>
                    <a:pt x="4190509" y="974659"/>
                  </a:lnTo>
                  <a:lnTo>
                    <a:pt x="4190618" y="974659"/>
                  </a:lnTo>
                  <a:lnTo>
                    <a:pt x="4190726" y="974659"/>
                  </a:lnTo>
                  <a:lnTo>
                    <a:pt x="4190835" y="974659"/>
                  </a:lnTo>
                  <a:lnTo>
                    <a:pt x="4190835" y="974035"/>
                  </a:lnTo>
                  <a:lnTo>
                    <a:pt x="4190943" y="974035"/>
                  </a:lnTo>
                  <a:lnTo>
                    <a:pt x="4191052" y="974035"/>
                  </a:lnTo>
                  <a:lnTo>
                    <a:pt x="4191160" y="974035"/>
                  </a:lnTo>
                  <a:lnTo>
                    <a:pt x="4191269" y="974035"/>
                  </a:lnTo>
                  <a:lnTo>
                    <a:pt x="4191377" y="974035"/>
                  </a:lnTo>
                  <a:lnTo>
                    <a:pt x="4191485" y="974035"/>
                  </a:lnTo>
                  <a:lnTo>
                    <a:pt x="4191594" y="974035"/>
                  </a:lnTo>
                  <a:lnTo>
                    <a:pt x="4191702" y="974035"/>
                  </a:lnTo>
                  <a:lnTo>
                    <a:pt x="4191811" y="974035"/>
                  </a:lnTo>
                  <a:lnTo>
                    <a:pt x="4191811" y="973412"/>
                  </a:lnTo>
                  <a:lnTo>
                    <a:pt x="4191919" y="973412"/>
                  </a:lnTo>
                  <a:lnTo>
                    <a:pt x="4192028" y="973412"/>
                  </a:lnTo>
                  <a:lnTo>
                    <a:pt x="4192136" y="973412"/>
                  </a:lnTo>
                  <a:lnTo>
                    <a:pt x="4192245" y="973412"/>
                  </a:lnTo>
                  <a:lnTo>
                    <a:pt x="4192353" y="973412"/>
                  </a:lnTo>
                  <a:lnTo>
                    <a:pt x="4192462" y="973412"/>
                  </a:lnTo>
                  <a:lnTo>
                    <a:pt x="4192570" y="973412"/>
                  </a:lnTo>
                  <a:lnTo>
                    <a:pt x="4192570" y="972788"/>
                  </a:lnTo>
                  <a:lnTo>
                    <a:pt x="4192678" y="972788"/>
                  </a:lnTo>
                  <a:lnTo>
                    <a:pt x="4192678" y="972164"/>
                  </a:lnTo>
                  <a:lnTo>
                    <a:pt x="4192787" y="972164"/>
                  </a:lnTo>
                  <a:lnTo>
                    <a:pt x="4192895" y="972164"/>
                  </a:lnTo>
                  <a:lnTo>
                    <a:pt x="4193004" y="972164"/>
                  </a:lnTo>
                  <a:lnTo>
                    <a:pt x="4193112" y="972164"/>
                  </a:lnTo>
                  <a:lnTo>
                    <a:pt x="4193221" y="972164"/>
                  </a:lnTo>
                  <a:lnTo>
                    <a:pt x="4193329" y="972164"/>
                  </a:lnTo>
                  <a:lnTo>
                    <a:pt x="4193329" y="971541"/>
                  </a:lnTo>
                  <a:lnTo>
                    <a:pt x="4193329" y="970917"/>
                  </a:lnTo>
                  <a:lnTo>
                    <a:pt x="4193438" y="970917"/>
                  </a:lnTo>
                  <a:lnTo>
                    <a:pt x="4193546" y="970917"/>
                  </a:lnTo>
                  <a:lnTo>
                    <a:pt x="4193654" y="970917"/>
                  </a:lnTo>
                  <a:lnTo>
                    <a:pt x="4193763" y="970917"/>
                  </a:lnTo>
                  <a:lnTo>
                    <a:pt x="4193871" y="970917"/>
                  </a:lnTo>
                  <a:lnTo>
                    <a:pt x="4193980" y="970917"/>
                  </a:lnTo>
                  <a:lnTo>
                    <a:pt x="4193980" y="970294"/>
                  </a:lnTo>
                  <a:lnTo>
                    <a:pt x="4194088" y="970294"/>
                  </a:lnTo>
                  <a:lnTo>
                    <a:pt x="4194197" y="970294"/>
                  </a:lnTo>
                  <a:lnTo>
                    <a:pt x="4194305" y="970294"/>
                  </a:lnTo>
                  <a:lnTo>
                    <a:pt x="4194414" y="970294"/>
                  </a:lnTo>
                  <a:lnTo>
                    <a:pt x="4194522" y="970294"/>
                  </a:lnTo>
                  <a:lnTo>
                    <a:pt x="4194630" y="970294"/>
                  </a:lnTo>
                  <a:lnTo>
                    <a:pt x="4194739" y="970294"/>
                  </a:lnTo>
                  <a:lnTo>
                    <a:pt x="4194847" y="970294"/>
                  </a:lnTo>
                  <a:lnTo>
                    <a:pt x="4194847" y="969670"/>
                  </a:lnTo>
                  <a:lnTo>
                    <a:pt x="4194956" y="969670"/>
                  </a:lnTo>
                  <a:lnTo>
                    <a:pt x="4195064" y="969670"/>
                  </a:lnTo>
                  <a:lnTo>
                    <a:pt x="4195173" y="969670"/>
                  </a:lnTo>
                  <a:lnTo>
                    <a:pt x="4195281" y="969670"/>
                  </a:lnTo>
                  <a:lnTo>
                    <a:pt x="4195390" y="969670"/>
                  </a:lnTo>
                  <a:lnTo>
                    <a:pt x="4195498" y="969670"/>
                  </a:lnTo>
                  <a:lnTo>
                    <a:pt x="4195606" y="969670"/>
                  </a:lnTo>
                  <a:lnTo>
                    <a:pt x="4195715" y="969670"/>
                  </a:lnTo>
                  <a:lnTo>
                    <a:pt x="4195823" y="969670"/>
                  </a:lnTo>
                  <a:lnTo>
                    <a:pt x="4195932" y="969670"/>
                  </a:lnTo>
                  <a:lnTo>
                    <a:pt x="4196040" y="969670"/>
                  </a:lnTo>
                  <a:lnTo>
                    <a:pt x="4196149" y="969670"/>
                  </a:lnTo>
                  <a:lnTo>
                    <a:pt x="4196257" y="969670"/>
                  </a:lnTo>
                  <a:lnTo>
                    <a:pt x="4196366" y="969670"/>
                  </a:lnTo>
                  <a:lnTo>
                    <a:pt x="4196474" y="969670"/>
                  </a:lnTo>
                  <a:lnTo>
                    <a:pt x="4196583" y="969670"/>
                  </a:lnTo>
                  <a:lnTo>
                    <a:pt x="4196691" y="969670"/>
                  </a:lnTo>
                  <a:lnTo>
                    <a:pt x="4196799" y="969670"/>
                  </a:lnTo>
                  <a:lnTo>
                    <a:pt x="4196908" y="969670"/>
                  </a:lnTo>
                  <a:lnTo>
                    <a:pt x="4197016" y="969670"/>
                  </a:lnTo>
                  <a:lnTo>
                    <a:pt x="4197125" y="969670"/>
                  </a:lnTo>
                  <a:lnTo>
                    <a:pt x="4197233" y="969670"/>
                  </a:lnTo>
                  <a:lnTo>
                    <a:pt x="4197342" y="969670"/>
                  </a:lnTo>
                  <a:lnTo>
                    <a:pt x="4197450" y="969670"/>
                  </a:lnTo>
                  <a:lnTo>
                    <a:pt x="4197559" y="969670"/>
                  </a:lnTo>
                  <a:lnTo>
                    <a:pt x="4197667" y="969670"/>
                  </a:lnTo>
                  <a:lnTo>
                    <a:pt x="4197775" y="969670"/>
                  </a:lnTo>
                  <a:lnTo>
                    <a:pt x="4197884" y="969670"/>
                  </a:lnTo>
                  <a:lnTo>
                    <a:pt x="4197992" y="969670"/>
                  </a:lnTo>
                  <a:lnTo>
                    <a:pt x="4198101" y="969670"/>
                  </a:lnTo>
                  <a:lnTo>
                    <a:pt x="4198209" y="969670"/>
                  </a:lnTo>
                  <a:lnTo>
                    <a:pt x="4198209" y="969046"/>
                  </a:lnTo>
                  <a:lnTo>
                    <a:pt x="4198318" y="969046"/>
                  </a:lnTo>
                  <a:lnTo>
                    <a:pt x="4198426" y="969046"/>
                  </a:lnTo>
                  <a:lnTo>
                    <a:pt x="4198535" y="969046"/>
                  </a:lnTo>
                  <a:lnTo>
                    <a:pt x="4198643" y="969046"/>
                  </a:lnTo>
                  <a:lnTo>
                    <a:pt x="4198751" y="969046"/>
                  </a:lnTo>
                  <a:lnTo>
                    <a:pt x="4198751" y="968423"/>
                  </a:lnTo>
                  <a:lnTo>
                    <a:pt x="4198860" y="968423"/>
                  </a:lnTo>
                  <a:lnTo>
                    <a:pt x="4198968" y="968423"/>
                  </a:lnTo>
                  <a:lnTo>
                    <a:pt x="4199077" y="968423"/>
                  </a:lnTo>
                  <a:lnTo>
                    <a:pt x="4199185" y="968423"/>
                  </a:lnTo>
                  <a:lnTo>
                    <a:pt x="4199294" y="968423"/>
                  </a:lnTo>
                  <a:lnTo>
                    <a:pt x="4199402" y="968423"/>
                  </a:lnTo>
                  <a:lnTo>
                    <a:pt x="4199402" y="967799"/>
                  </a:lnTo>
                  <a:lnTo>
                    <a:pt x="4199511" y="967799"/>
                  </a:lnTo>
                  <a:lnTo>
                    <a:pt x="4199619" y="967799"/>
                  </a:lnTo>
                  <a:lnTo>
                    <a:pt x="4199727" y="967799"/>
                  </a:lnTo>
                  <a:lnTo>
                    <a:pt x="4199836" y="967799"/>
                  </a:lnTo>
                  <a:lnTo>
                    <a:pt x="4199944" y="967799"/>
                  </a:lnTo>
                  <a:lnTo>
                    <a:pt x="4200053" y="967799"/>
                  </a:lnTo>
                  <a:lnTo>
                    <a:pt x="4200161" y="967799"/>
                  </a:lnTo>
                  <a:lnTo>
                    <a:pt x="4200270" y="967799"/>
                  </a:lnTo>
                  <a:lnTo>
                    <a:pt x="4200378" y="967799"/>
                  </a:lnTo>
                  <a:lnTo>
                    <a:pt x="4200487" y="967799"/>
                  </a:lnTo>
                  <a:lnTo>
                    <a:pt x="4200595" y="967799"/>
                  </a:lnTo>
                  <a:lnTo>
                    <a:pt x="4200703" y="967799"/>
                  </a:lnTo>
                  <a:lnTo>
                    <a:pt x="4200812" y="967799"/>
                  </a:lnTo>
                  <a:lnTo>
                    <a:pt x="4200812" y="967176"/>
                  </a:lnTo>
                  <a:lnTo>
                    <a:pt x="4200920" y="967176"/>
                  </a:lnTo>
                  <a:lnTo>
                    <a:pt x="4200920" y="966552"/>
                  </a:lnTo>
                  <a:lnTo>
                    <a:pt x="4200920" y="965929"/>
                  </a:lnTo>
                  <a:lnTo>
                    <a:pt x="4200920" y="965305"/>
                  </a:lnTo>
                  <a:lnTo>
                    <a:pt x="4201029" y="965305"/>
                  </a:lnTo>
                  <a:lnTo>
                    <a:pt x="4201137" y="965305"/>
                  </a:lnTo>
                  <a:lnTo>
                    <a:pt x="4201246" y="965305"/>
                  </a:lnTo>
                  <a:lnTo>
                    <a:pt x="4201246" y="964681"/>
                  </a:lnTo>
                  <a:lnTo>
                    <a:pt x="4201354" y="964681"/>
                  </a:lnTo>
                  <a:lnTo>
                    <a:pt x="4201463" y="964681"/>
                  </a:lnTo>
                  <a:lnTo>
                    <a:pt x="4201571" y="964681"/>
                  </a:lnTo>
                  <a:lnTo>
                    <a:pt x="4201680" y="964681"/>
                  </a:lnTo>
                  <a:lnTo>
                    <a:pt x="4201680" y="964058"/>
                  </a:lnTo>
                  <a:lnTo>
                    <a:pt x="4201788" y="964058"/>
                  </a:lnTo>
                  <a:lnTo>
                    <a:pt x="4201896" y="964058"/>
                  </a:lnTo>
                  <a:lnTo>
                    <a:pt x="4202005" y="964058"/>
                  </a:lnTo>
                  <a:lnTo>
                    <a:pt x="4202113" y="964058"/>
                  </a:lnTo>
                  <a:lnTo>
                    <a:pt x="4202222" y="964058"/>
                  </a:lnTo>
                  <a:lnTo>
                    <a:pt x="4202330" y="964058"/>
                  </a:lnTo>
                  <a:lnTo>
                    <a:pt x="4202439" y="964058"/>
                  </a:lnTo>
                  <a:lnTo>
                    <a:pt x="4202547" y="964058"/>
                  </a:lnTo>
                  <a:lnTo>
                    <a:pt x="4202656" y="964058"/>
                  </a:lnTo>
                  <a:lnTo>
                    <a:pt x="4202764" y="964058"/>
                  </a:lnTo>
                  <a:lnTo>
                    <a:pt x="4202764" y="963434"/>
                  </a:lnTo>
                  <a:lnTo>
                    <a:pt x="4202872" y="963434"/>
                  </a:lnTo>
                  <a:lnTo>
                    <a:pt x="4202981" y="963434"/>
                  </a:lnTo>
                  <a:lnTo>
                    <a:pt x="4202981" y="962811"/>
                  </a:lnTo>
                  <a:lnTo>
                    <a:pt x="4203089" y="962811"/>
                  </a:lnTo>
                  <a:lnTo>
                    <a:pt x="4203198" y="962811"/>
                  </a:lnTo>
                  <a:lnTo>
                    <a:pt x="4203306" y="962811"/>
                  </a:lnTo>
                  <a:lnTo>
                    <a:pt x="4203306" y="962187"/>
                  </a:lnTo>
                  <a:lnTo>
                    <a:pt x="4203415" y="962187"/>
                  </a:lnTo>
                  <a:lnTo>
                    <a:pt x="4203523" y="962187"/>
                  </a:lnTo>
                  <a:lnTo>
                    <a:pt x="4203632" y="962187"/>
                  </a:lnTo>
                  <a:lnTo>
                    <a:pt x="4203740" y="962187"/>
                  </a:lnTo>
                  <a:lnTo>
                    <a:pt x="4203848" y="962187"/>
                  </a:lnTo>
                  <a:lnTo>
                    <a:pt x="4203957" y="962187"/>
                  </a:lnTo>
                  <a:lnTo>
                    <a:pt x="4204065" y="962187"/>
                  </a:lnTo>
                  <a:lnTo>
                    <a:pt x="4204174" y="962187"/>
                  </a:lnTo>
                  <a:lnTo>
                    <a:pt x="4204282" y="962187"/>
                  </a:lnTo>
                  <a:lnTo>
                    <a:pt x="4204391" y="962187"/>
                  </a:lnTo>
                  <a:lnTo>
                    <a:pt x="4204499" y="962187"/>
                  </a:lnTo>
                  <a:lnTo>
                    <a:pt x="4204608" y="962187"/>
                  </a:lnTo>
                  <a:lnTo>
                    <a:pt x="4204716" y="962187"/>
                  </a:lnTo>
                  <a:lnTo>
                    <a:pt x="4204824" y="962187"/>
                  </a:lnTo>
                  <a:lnTo>
                    <a:pt x="4204824" y="961563"/>
                  </a:lnTo>
                  <a:lnTo>
                    <a:pt x="4204933" y="961563"/>
                  </a:lnTo>
                  <a:lnTo>
                    <a:pt x="4204933" y="960940"/>
                  </a:lnTo>
                  <a:lnTo>
                    <a:pt x="4205041" y="960940"/>
                  </a:lnTo>
                  <a:lnTo>
                    <a:pt x="4205150" y="960940"/>
                  </a:lnTo>
                  <a:lnTo>
                    <a:pt x="4205258" y="960940"/>
                  </a:lnTo>
                  <a:lnTo>
                    <a:pt x="4205367" y="960940"/>
                  </a:lnTo>
                  <a:lnTo>
                    <a:pt x="4205367" y="960316"/>
                  </a:lnTo>
                  <a:lnTo>
                    <a:pt x="4205475" y="960316"/>
                  </a:lnTo>
                  <a:lnTo>
                    <a:pt x="4205584" y="960316"/>
                  </a:lnTo>
                  <a:lnTo>
                    <a:pt x="4205692" y="960316"/>
                  </a:lnTo>
                  <a:lnTo>
                    <a:pt x="4205801" y="960316"/>
                  </a:lnTo>
                  <a:lnTo>
                    <a:pt x="4205909" y="960316"/>
                  </a:lnTo>
                  <a:lnTo>
                    <a:pt x="4206017" y="960316"/>
                  </a:lnTo>
                  <a:lnTo>
                    <a:pt x="4206126" y="960316"/>
                  </a:lnTo>
                  <a:lnTo>
                    <a:pt x="4206126" y="959693"/>
                  </a:lnTo>
                  <a:lnTo>
                    <a:pt x="4206234" y="959693"/>
                  </a:lnTo>
                  <a:lnTo>
                    <a:pt x="4206343" y="959693"/>
                  </a:lnTo>
                  <a:lnTo>
                    <a:pt x="4206451" y="959693"/>
                  </a:lnTo>
                  <a:lnTo>
                    <a:pt x="4206560" y="959693"/>
                  </a:lnTo>
                  <a:lnTo>
                    <a:pt x="4206668" y="959693"/>
                  </a:lnTo>
                  <a:lnTo>
                    <a:pt x="4206777" y="959693"/>
                  </a:lnTo>
                  <a:lnTo>
                    <a:pt x="4206885" y="959693"/>
                  </a:lnTo>
                  <a:lnTo>
                    <a:pt x="4206993" y="959693"/>
                  </a:lnTo>
                  <a:lnTo>
                    <a:pt x="4207102" y="959693"/>
                  </a:lnTo>
                  <a:lnTo>
                    <a:pt x="4207210" y="959693"/>
                  </a:lnTo>
                  <a:lnTo>
                    <a:pt x="4207319" y="959693"/>
                  </a:lnTo>
                  <a:lnTo>
                    <a:pt x="4207319" y="959069"/>
                  </a:lnTo>
                  <a:lnTo>
                    <a:pt x="4207427" y="959069"/>
                  </a:lnTo>
                  <a:lnTo>
                    <a:pt x="4207536" y="959069"/>
                  </a:lnTo>
                  <a:lnTo>
                    <a:pt x="4207644" y="959069"/>
                  </a:lnTo>
                  <a:lnTo>
                    <a:pt x="4207753" y="959069"/>
                  </a:lnTo>
                  <a:lnTo>
                    <a:pt x="4207861" y="959069"/>
                  </a:lnTo>
                  <a:lnTo>
                    <a:pt x="4207969" y="959069"/>
                  </a:lnTo>
                  <a:lnTo>
                    <a:pt x="4208078" y="959069"/>
                  </a:lnTo>
                  <a:lnTo>
                    <a:pt x="4208186" y="959069"/>
                  </a:lnTo>
                  <a:lnTo>
                    <a:pt x="4208295" y="959069"/>
                  </a:lnTo>
                  <a:lnTo>
                    <a:pt x="4208403" y="959069"/>
                  </a:lnTo>
                  <a:lnTo>
                    <a:pt x="4208512" y="959069"/>
                  </a:lnTo>
                  <a:lnTo>
                    <a:pt x="4208620" y="959069"/>
                  </a:lnTo>
                  <a:lnTo>
                    <a:pt x="4208729" y="959069"/>
                  </a:lnTo>
                  <a:lnTo>
                    <a:pt x="4208729" y="958446"/>
                  </a:lnTo>
                  <a:lnTo>
                    <a:pt x="4208837" y="958446"/>
                  </a:lnTo>
                  <a:lnTo>
                    <a:pt x="4208945" y="958446"/>
                  </a:lnTo>
                  <a:lnTo>
                    <a:pt x="4209054" y="958446"/>
                  </a:lnTo>
                  <a:lnTo>
                    <a:pt x="4209162" y="958446"/>
                  </a:lnTo>
                  <a:lnTo>
                    <a:pt x="4209271" y="958446"/>
                  </a:lnTo>
                  <a:lnTo>
                    <a:pt x="4209379" y="958446"/>
                  </a:lnTo>
                  <a:lnTo>
                    <a:pt x="4209488" y="958446"/>
                  </a:lnTo>
                  <a:lnTo>
                    <a:pt x="4209596" y="958446"/>
                  </a:lnTo>
                  <a:lnTo>
                    <a:pt x="4209705" y="958446"/>
                  </a:lnTo>
                  <a:lnTo>
                    <a:pt x="4209813" y="958446"/>
                  </a:lnTo>
                  <a:lnTo>
                    <a:pt x="4209922" y="958446"/>
                  </a:lnTo>
                  <a:lnTo>
                    <a:pt x="4210030" y="958446"/>
                  </a:lnTo>
                  <a:lnTo>
                    <a:pt x="4210138" y="958446"/>
                  </a:lnTo>
                  <a:lnTo>
                    <a:pt x="4210138" y="957822"/>
                  </a:lnTo>
                  <a:lnTo>
                    <a:pt x="4210247" y="957822"/>
                  </a:lnTo>
                  <a:lnTo>
                    <a:pt x="4210355" y="957822"/>
                  </a:lnTo>
                  <a:lnTo>
                    <a:pt x="4210464" y="957822"/>
                  </a:lnTo>
                  <a:lnTo>
                    <a:pt x="4210572" y="957822"/>
                  </a:lnTo>
                  <a:lnTo>
                    <a:pt x="4210681" y="957822"/>
                  </a:lnTo>
                  <a:lnTo>
                    <a:pt x="4210789" y="957822"/>
                  </a:lnTo>
                  <a:lnTo>
                    <a:pt x="4210789" y="957198"/>
                  </a:lnTo>
                  <a:lnTo>
                    <a:pt x="4210898" y="957198"/>
                  </a:lnTo>
                  <a:lnTo>
                    <a:pt x="4211006" y="957198"/>
                  </a:lnTo>
                  <a:lnTo>
                    <a:pt x="4211114" y="957198"/>
                  </a:lnTo>
                  <a:lnTo>
                    <a:pt x="4211223" y="957198"/>
                  </a:lnTo>
                  <a:lnTo>
                    <a:pt x="4211331" y="957198"/>
                  </a:lnTo>
                  <a:lnTo>
                    <a:pt x="4211440" y="957198"/>
                  </a:lnTo>
                  <a:lnTo>
                    <a:pt x="4211548" y="957198"/>
                  </a:lnTo>
                  <a:lnTo>
                    <a:pt x="4211657" y="957198"/>
                  </a:lnTo>
                  <a:lnTo>
                    <a:pt x="4211765" y="957198"/>
                  </a:lnTo>
                  <a:lnTo>
                    <a:pt x="4211765" y="956575"/>
                  </a:lnTo>
                  <a:lnTo>
                    <a:pt x="4211874" y="956575"/>
                  </a:lnTo>
                  <a:lnTo>
                    <a:pt x="4211982" y="956575"/>
                  </a:lnTo>
                  <a:lnTo>
                    <a:pt x="4212090" y="956575"/>
                  </a:lnTo>
                  <a:lnTo>
                    <a:pt x="4212199" y="956575"/>
                  </a:lnTo>
                  <a:lnTo>
                    <a:pt x="4212307" y="956575"/>
                  </a:lnTo>
                  <a:lnTo>
                    <a:pt x="4212416" y="956575"/>
                  </a:lnTo>
                  <a:lnTo>
                    <a:pt x="4212524" y="956575"/>
                  </a:lnTo>
                  <a:lnTo>
                    <a:pt x="4212633" y="956575"/>
                  </a:lnTo>
                  <a:lnTo>
                    <a:pt x="4212741" y="956575"/>
                  </a:lnTo>
                  <a:lnTo>
                    <a:pt x="4212741" y="955951"/>
                  </a:lnTo>
                  <a:lnTo>
                    <a:pt x="4212850" y="955951"/>
                  </a:lnTo>
                  <a:lnTo>
                    <a:pt x="4212958" y="955951"/>
                  </a:lnTo>
                  <a:lnTo>
                    <a:pt x="4213066" y="955951"/>
                  </a:lnTo>
                  <a:lnTo>
                    <a:pt x="4213175" y="955951"/>
                  </a:lnTo>
                  <a:lnTo>
                    <a:pt x="4213283" y="955951"/>
                  </a:lnTo>
                  <a:lnTo>
                    <a:pt x="4213392" y="955951"/>
                  </a:lnTo>
                  <a:lnTo>
                    <a:pt x="4213500" y="955951"/>
                  </a:lnTo>
                  <a:lnTo>
                    <a:pt x="4213609" y="955951"/>
                  </a:lnTo>
                  <a:lnTo>
                    <a:pt x="4213717" y="955951"/>
                  </a:lnTo>
                  <a:lnTo>
                    <a:pt x="4213717" y="955328"/>
                  </a:lnTo>
                  <a:lnTo>
                    <a:pt x="4213717" y="954704"/>
                  </a:lnTo>
                  <a:lnTo>
                    <a:pt x="4213826" y="954704"/>
                  </a:lnTo>
                  <a:lnTo>
                    <a:pt x="4213934" y="954704"/>
                  </a:lnTo>
                  <a:lnTo>
                    <a:pt x="4214043" y="954704"/>
                  </a:lnTo>
                  <a:lnTo>
                    <a:pt x="4214151" y="954704"/>
                  </a:lnTo>
                  <a:lnTo>
                    <a:pt x="4214151" y="954080"/>
                  </a:lnTo>
                  <a:lnTo>
                    <a:pt x="4214151" y="953457"/>
                  </a:lnTo>
                  <a:lnTo>
                    <a:pt x="4214151" y="952833"/>
                  </a:lnTo>
                  <a:lnTo>
                    <a:pt x="4214151" y="952210"/>
                  </a:lnTo>
                  <a:lnTo>
                    <a:pt x="4214259" y="952210"/>
                  </a:lnTo>
                  <a:lnTo>
                    <a:pt x="4214368" y="952210"/>
                  </a:lnTo>
                  <a:lnTo>
                    <a:pt x="4214476" y="952210"/>
                  </a:lnTo>
                  <a:lnTo>
                    <a:pt x="4214585" y="952210"/>
                  </a:lnTo>
                  <a:lnTo>
                    <a:pt x="4214693" y="952210"/>
                  </a:lnTo>
                  <a:lnTo>
                    <a:pt x="4214802" y="952210"/>
                  </a:lnTo>
                  <a:lnTo>
                    <a:pt x="4214910" y="952210"/>
                  </a:lnTo>
                  <a:lnTo>
                    <a:pt x="4215019" y="952210"/>
                  </a:lnTo>
                  <a:lnTo>
                    <a:pt x="4215127" y="952210"/>
                  </a:lnTo>
                  <a:lnTo>
                    <a:pt x="4215235" y="952210"/>
                  </a:lnTo>
                  <a:lnTo>
                    <a:pt x="4215344" y="952210"/>
                  </a:lnTo>
                  <a:lnTo>
                    <a:pt x="4215452" y="952210"/>
                  </a:lnTo>
                  <a:lnTo>
                    <a:pt x="4215561" y="952210"/>
                  </a:lnTo>
                  <a:lnTo>
                    <a:pt x="4215669" y="952210"/>
                  </a:lnTo>
                  <a:lnTo>
                    <a:pt x="4215778" y="952210"/>
                  </a:lnTo>
                  <a:lnTo>
                    <a:pt x="4215778" y="951586"/>
                  </a:lnTo>
                  <a:lnTo>
                    <a:pt x="4215886" y="951586"/>
                  </a:lnTo>
                  <a:lnTo>
                    <a:pt x="4215995" y="951586"/>
                  </a:lnTo>
                  <a:lnTo>
                    <a:pt x="4215995" y="950963"/>
                  </a:lnTo>
                  <a:lnTo>
                    <a:pt x="4216103" y="950963"/>
                  </a:lnTo>
                  <a:lnTo>
                    <a:pt x="4216103" y="950339"/>
                  </a:lnTo>
                  <a:lnTo>
                    <a:pt x="4216211" y="950339"/>
                  </a:lnTo>
                  <a:lnTo>
                    <a:pt x="4216320" y="950339"/>
                  </a:lnTo>
                  <a:lnTo>
                    <a:pt x="4216428" y="950339"/>
                  </a:lnTo>
                  <a:lnTo>
                    <a:pt x="4216537" y="950339"/>
                  </a:lnTo>
                  <a:lnTo>
                    <a:pt x="4216645" y="950339"/>
                  </a:lnTo>
                  <a:lnTo>
                    <a:pt x="4216754" y="950339"/>
                  </a:lnTo>
                  <a:lnTo>
                    <a:pt x="4216862" y="950339"/>
                  </a:lnTo>
                  <a:lnTo>
                    <a:pt x="4216971" y="950339"/>
                  </a:lnTo>
                  <a:lnTo>
                    <a:pt x="4217079" y="950339"/>
                  </a:lnTo>
                  <a:lnTo>
                    <a:pt x="4217187" y="950339"/>
                  </a:lnTo>
                  <a:lnTo>
                    <a:pt x="4217187" y="949715"/>
                  </a:lnTo>
                  <a:lnTo>
                    <a:pt x="4217296" y="949715"/>
                  </a:lnTo>
                  <a:lnTo>
                    <a:pt x="4217404" y="949715"/>
                  </a:lnTo>
                  <a:lnTo>
                    <a:pt x="4217404" y="949092"/>
                  </a:lnTo>
                  <a:lnTo>
                    <a:pt x="4217513" y="949092"/>
                  </a:lnTo>
                  <a:lnTo>
                    <a:pt x="4217621" y="949092"/>
                  </a:lnTo>
                  <a:lnTo>
                    <a:pt x="4217730" y="949092"/>
                  </a:lnTo>
                  <a:lnTo>
                    <a:pt x="4217838" y="949092"/>
                  </a:lnTo>
                  <a:lnTo>
                    <a:pt x="4217947" y="949092"/>
                  </a:lnTo>
                  <a:lnTo>
                    <a:pt x="4218055" y="949092"/>
                  </a:lnTo>
                  <a:lnTo>
                    <a:pt x="4218164" y="949092"/>
                  </a:lnTo>
                  <a:lnTo>
                    <a:pt x="4218272" y="949092"/>
                  </a:lnTo>
                  <a:lnTo>
                    <a:pt x="4218380" y="949092"/>
                  </a:lnTo>
                  <a:lnTo>
                    <a:pt x="4218489" y="949092"/>
                  </a:lnTo>
                  <a:lnTo>
                    <a:pt x="4218597" y="949092"/>
                  </a:lnTo>
                  <a:lnTo>
                    <a:pt x="4218597" y="948468"/>
                  </a:lnTo>
                  <a:lnTo>
                    <a:pt x="4218706" y="948468"/>
                  </a:lnTo>
                  <a:lnTo>
                    <a:pt x="4218814" y="948468"/>
                  </a:lnTo>
                  <a:lnTo>
                    <a:pt x="4218814" y="947845"/>
                  </a:lnTo>
                  <a:lnTo>
                    <a:pt x="4218814" y="947221"/>
                  </a:lnTo>
                  <a:lnTo>
                    <a:pt x="4218923" y="947221"/>
                  </a:lnTo>
                  <a:lnTo>
                    <a:pt x="4219031" y="947221"/>
                  </a:lnTo>
                  <a:lnTo>
                    <a:pt x="4219140" y="947221"/>
                  </a:lnTo>
                  <a:lnTo>
                    <a:pt x="4219248" y="947221"/>
                  </a:lnTo>
                  <a:lnTo>
                    <a:pt x="4219356" y="947221"/>
                  </a:lnTo>
                  <a:lnTo>
                    <a:pt x="4219465" y="947221"/>
                  </a:lnTo>
                  <a:lnTo>
                    <a:pt x="4219465" y="946597"/>
                  </a:lnTo>
                  <a:lnTo>
                    <a:pt x="4219465" y="945974"/>
                  </a:lnTo>
                  <a:lnTo>
                    <a:pt x="4219573" y="945974"/>
                  </a:lnTo>
                  <a:lnTo>
                    <a:pt x="4219682" y="945974"/>
                  </a:lnTo>
                  <a:lnTo>
                    <a:pt x="4219790" y="945974"/>
                  </a:lnTo>
                  <a:lnTo>
                    <a:pt x="4219899" y="945974"/>
                  </a:lnTo>
                  <a:lnTo>
                    <a:pt x="4220007" y="945974"/>
                  </a:lnTo>
                  <a:lnTo>
                    <a:pt x="4220007" y="945350"/>
                  </a:lnTo>
                  <a:lnTo>
                    <a:pt x="4220116" y="945350"/>
                  </a:lnTo>
                  <a:lnTo>
                    <a:pt x="4220116" y="944727"/>
                  </a:lnTo>
                  <a:lnTo>
                    <a:pt x="4220224" y="944727"/>
                  </a:lnTo>
                  <a:lnTo>
                    <a:pt x="4220332" y="944727"/>
                  </a:lnTo>
                  <a:lnTo>
                    <a:pt x="4220441" y="944727"/>
                  </a:lnTo>
                  <a:lnTo>
                    <a:pt x="4220549" y="944727"/>
                  </a:lnTo>
                  <a:lnTo>
                    <a:pt x="4220658" y="944727"/>
                  </a:lnTo>
                  <a:lnTo>
                    <a:pt x="4220766" y="944727"/>
                  </a:lnTo>
                  <a:lnTo>
                    <a:pt x="4220875" y="944727"/>
                  </a:lnTo>
                  <a:lnTo>
                    <a:pt x="4220875" y="944103"/>
                  </a:lnTo>
                  <a:lnTo>
                    <a:pt x="4220983" y="944103"/>
                  </a:lnTo>
                  <a:lnTo>
                    <a:pt x="4221092" y="944103"/>
                  </a:lnTo>
                  <a:lnTo>
                    <a:pt x="4221200" y="944103"/>
                  </a:lnTo>
                  <a:lnTo>
                    <a:pt x="4221308" y="944103"/>
                  </a:lnTo>
                  <a:lnTo>
                    <a:pt x="4221417" y="944103"/>
                  </a:lnTo>
                  <a:lnTo>
                    <a:pt x="4221525" y="944103"/>
                  </a:lnTo>
                  <a:lnTo>
                    <a:pt x="4221634" y="944103"/>
                  </a:lnTo>
                  <a:lnTo>
                    <a:pt x="4221742" y="944103"/>
                  </a:lnTo>
                  <a:lnTo>
                    <a:pt x="4221851" y="944103"/>
                  </a:lnTo>
                  <a:lnTo>
                    <a:pt x="4221959" y="944103"/>
                  </a:lnTo>
                  <a:lnTo>
                    <a:pt x="4222068" y="944103"/>
                  </a:lnTo>
                  <a:lnTo>
                    <a:pt x="4222176" y="944103"/>
                  </a:lnTo>
                  <a:lnTo>
                    <a:pt x="4222285" y="944103"/>
                  </a:lnTo>
                  <a:lnTo>
                    <a:pt x="4222393" y="944103"/>
                  </a:lnTo>
                  <a:lnTo>
                    <a:pt x="4222501" y="944103"/>
                  </a:lnTo>
                  <a:lnTo>
                    <a:pt x="4222610" y="944103"/>
                  </a:lnTo>
                  <a:lnTo>
                    <a:pt x="4222718" y="944103"/>
                  </a:lnTo>
                  <a:lnTo>
                    <a:pt x="4222827" y="944103"/>
                  </a:lnTo>
                  <a:lnTo>
                    <a:pt x="4222935" y="944103"/>
                  </a:lnTo>
                  <a:lnTo>
                    <a:pt x="4223044" y="944103"/>
                  </a:lnTo>
                  <a:lnTo>
                    <a:pt x="4223044" y="943480"/>
                  </a:lnTo>
                  <a:lnTo>
                    <a:pt x="4223152" y="943480"/>
                  </a:lnTo>
                  <a:lnTo>
                    <a:pt x="4223261" y="943480"/>
                  </a:lnTo>
                  <a:lnTo>
                    <a:pt x="4223369" y="943480"/>
                  </a:lnTo>
                  <a:lnTo>
                    <a:pt x="4223477" y="943480"/>
                  </a:lnTo>
                  <a:lnTo>
                    <a:pt x="4223586" y="943480"/>
                  </a:lnTo>
                  <a:lnTo>
                    <a:pt x="4223694" y="943480"/>
                  </a:lnTo>
                  <a:lnTo>
                    <a:pt x="4223803" y="943480"/>
                  </a:lnTo>
                  <a:lnTo>
                    <a:pt x="4223911" y="943480"/>
                  </a:lnTo>
                  <a:lnTo>
                    <a:pt x="4224020" y="943480"/>
                  </a:lnTo>
                  <a:lnTo>
                    <a:pt x="4224128" y="943480"/>
                  </a:lnTo>
                  <a:lnTo>
                    <a:pt x="4224128" y="942856"/>
                  </a:lnTo>
                  <a:lnTo>
                    <a:pt x="4224237" y="942856"/>
                  </a:lnTo>
                  <a:lnTo>
                    <a:pt x="4224345" y="942856"/>
                  </a:lnTo>
                  <a:lnTo>
                    <a:pt x="4224453" y="942856"/>
                  </a:lnTo>
                  <a:lnTo>
                    <a:pt x="4224562" y="942856"/>
                  </a:lnTo>
                  <a:lnTo>
                    <a:pt x="4224670" y="942856"/>
                  </a:lnTo>
                  <a:lnTo>
                    <a:pt x="4224779" y="942856"/>
                  </a:lnTo>
                  <a:lnTo>
                    <a:pt x="4224779" y="942232"/>
                  </a:lnTo>
                  <a:lnTo>
                    <a:pt x="4224887" y="942232"/>
                  </a:lnTo>
                  <a:lnTo>
                    <a:pt x="4224996" y="942232"/>
                  </a:lnTo>
                  <a:lnTo>
                    <a:pt x="4225104" y="942232"/>
                  </a:lnTo>
                  <a:lnTo>
                    <a:pt x="4225213" y="942232"/>
                  </a:lnTo>
                  <a:lnTo>
                    <a:pt x="4225321" y="942232"/>
                  </a:lnTo>
                  <a:lnTo>
                    <a:pt x="4225429" y="942232"/>
                  </a:lnTo>
                  <a:lnTo>
                    <a:pt x="4225538" y="942232"/>
                  </a:lnTo>
                  <a:lnTo>
                    <a:pt x="4225646" y="942232"/>
                  </a:lnTo>
                  <a:lnTo>
                    <a:pt x="4225755" y="942232"/>
                  </a:lnTo>
                  <a:lnTo>
                    <a:pt x="4225863" y="942232"/>
                  </a:lnTo>
                  <a:lnTo>
                    <a:pt x="4225972" y="942232"/>
                  </a:lnTo>
                  <a:lnTo>
                    <a:pt x="4226080" y="942232"/>
                  </a:lnTo>
                  <a:lnTo>
                    <a:pt x="4226189" y="942232"/>
                  </a:lnTo>
                  <a:lnTo>
                    <a:pt x="4226297" y="942232"/>
                  </a:lnTo>
                  <a:lnTo>
                    <a:pt x="4226405" y="942232"/>
                  </a:lnTo>
                  <a:lnTo>
                    <a:pt x="4226514" y="942232"/>
                  </a:lnTo>
                  <a:lnTo>
                    <a:pt x="4226514" y="941609"/>
                  </a:lnTo>
                  <a:lnTo>
                    <a:pt x="4226622" y="941609"/>
                  </a:lnTo>
                  <a:lnTo>
                    <a:pt x="4226731" y="941609"/>
                  </a:lnTo>
                  <a:lnTo>
                    <a:pt x="4226839" y="941609"/>
                  </a:lnTo>
                  <a:lnTo>
                    <a:pt x="4226839" y="940985"/>
                  </a:lnTo>
                  <a:lnTo>
                    <a:pt x="4226839" y="940362"/>
                  </a:lnTo>
                  <a:lnTo>
                    <a:pt x="4226948" y="940362"/>
                  </a:lnTo>
                  <a:lnTo>
                    <a:pt x="4227056" y="940362"/>
                  </a:lnTo>
                  <a:lnTo>
                    <a:pt x="4227165" y="940362"/>
                  </a:lnTo>
                  <a:lnTo>
                    <a:pt x="4227165" y="939738"/>
                  </a:lnTo>
                  <a:lnTo>
                    <a:pt x="4227273" y="939738"/>
                  </a:lnTo>
                  <a:lnTo>
                    <a:pt x="4227382" y="939738"/>
                  </a:lnTo>
                  <a:lnTo>
                    <a:pt x="4227490" y="939738"/>
                  </a:lnTo>
                  <a:lnTo>
                    <a:pt x="4227598" y="939738"/>
                  </a:lnTo>
                  <a:lnTo>
                    <a:pt x="4227707" y="939738"/>
                  </a:lnTo>
                  <a:lnTo>
                    <a:pt x="4227815" y="939738"/>
                  </a:lnTo>
                  <a:lnTo>
                    <a:pt x="4227924" y="939738"/>
                  </a:lnTo>
                  <a:lnTo>
                    <a:pt x="4228032" y="939738"/>
                  </a:lnTo>
                  <a:lnTo>
                    <a:pt x="4228141" y="939738"/>
                  </a:lnTo>
                  <a:lnTo>
                    <a:pt x="4228249" y="939738"/>
                  </a:lnTo>
                  <a:lnTo>
                    <a:pt x="4228358" y="939738"/>
                  </a:lnTo>
                  <a:lnTo>
                    <a:pt x="4228466" y="939738"/>
                  </a:lnTo>
                  <a:lnTo>
                    <a:pt x="4228574" y="939738"/>
                  </a:lnTo>
                  <a:lnTo>
                    <a:pt x="4228683" y="939738"/>
                  </a:lnTo>
                  <a:lnTo>
                    <a:pt x="4228791" y="939738"/>
                  </a:lnTo>
                  <a:lnTo>
                    <a:pt x="4228900" y="939738"/>
                  </a:lnTo>
                  <a:lnTo>
                    <a:pt x="4229008" y="939738"/>
                  </a:lnTo>
                  <a:lnTo>
                    <a:pt x="4229117" y="939738"/>
                  </a:lnTo>
                  <a:lnTo>
                    <a:pt x="4229225" y="939738"/>
                  </a:lnTo>
                  <a:lnTo>
                    <a:pt x="4229334" y="939738"/>
                  </a:lnTo>
                  <a:lnTo>
                    <a:pt x="4229442" y="939738"/>
                  </a:lnTo>
                  <a:lnTo>
                    <a:pt x="4229550" y="939738"/>
                  </a:lnTo>
                  <a:lnTo>
                    <a:pt x="4229659" y="939738"/>
                  </a:lnTo>
                  <a:lnTo>
                    <a:pt x="4229767" y="939738"/>
                  </a:lnTo>
                  <a:lnTo>
                    <a:pt x="4229876" y="939738"/>
                  </a:lnTo>
                  <a:lnTo>
                    <a:pt x="4229984" y="939738"/>
                  </a:lnTo>
                  <a:lnTo>
                    <a:pt x="4230093" y="939738"/>
                  </a:lnTo>
                  <a:lnTo>
                    <a:pt x="4230201" y="939738"/>
                  </a:lnTo>
                  <a:lnTo>
                    <a:pt x="4230310" y="939738"/>
                  </a:lnTo>
                  <a:lnTo>
                    <a:pt x="4230418" y="939738"/>
                  </a:lnTo>
                  <a:lnTo>
                    <a:pt x="4230526" y="939738"/>
                  </a:lnTo>
                  <a:lnTo>
                    <a:pt x="4230526" y="939114"/>
                  </a:lnTo>
                  <a:lnTo>
                    <a:pt x="4230635" y="939114"/>
                  </a:lnTo>
                  <a:lnTo>
                    <a:pt x="4230635" y="938491"/>
                  </a:lnTo>
                  <a:lnTo>
                    <a:pt x="4230635" y="937867"/>
                  </a:lnTo>
                  <a:lnTo>
                    <a:pt x="4230743" y="937867"/>
                  </a:lnTo>
                  <a:lnTo>
                    <a:pt x="4230852" y="937867"/>
                  </a:lnTo>
                  <a:lnTo>
                    <a:pt x="4230852" y="937244"/>
                  </a:lnTo>
                  <a:lnTo>
                    <a:pt x="4230960" y="937244"/>
                  </a:lnTo>
                  <a:lnTo>
                    <a:pt x="4231069" y="937244"/>
                  </a:lnTo>
                  <a:lnTo>
                    <a:pt x="4231177" y="937244"/>
                  </a:lnTo>
                  <a:lnTo>
                    <a:pt x="4231286" y="937244"/>
                  </a:lnTo>
                  <a:lnTo>
                    <a:pt x="4231394" y="937244"/>
                  </a:lnTo>
                  <a:lnTo>
                    <a:pt x="4231503" y="937244"/>
                  </a:lnTo>
                  <a:lnTo>
                    <a:pt x="4231611" y="937244"/>
                  </a:lnTo>
                  <a:lnTo>
                    <a:pt x="4231719" y="937244"/>
                  </a:lnTo>
                  <a:lnTo>
                    <a:pt x="4231828" y="937244"/>
                  </a:lnTo>
                  <a:lnTo>
                    <a:pt x="4231936" y="937244"/>
                  </a:lnTo>
                  <a:lnTo>
                    <a:pt x="4232045" y="937244"/>
                  </a:lnTo>
                  <a:lnTo>
                    <a:pt x="4232153" y="937244"/>
                  </a:lnTo>
                  <a:lnTo>
                    <a:pt x="4232153" y="936620"/>
                  </a:lnTo>
                  <a:lnTo>
                    <a:pt x="4232262" y="936620"/>
                  </a:lnTo>
                  <a:lnTo>
                    <a:pt x="4232370" y="936620"/>
                  </a:lnTo>
                  <a:lnTo>
                    <a:pt x="4232479" y="936620"/>
                  </a:lnTo>
                  <a:lnTo>
                    <a:pt x="4232587" y="936620"/>
                  </a:lnTo>
                  <a:lnTo>
                    <a:pt x="4232695" y="936620"/>
                  </a:lnTo>
                  <a:lnTo>
                    <a:pt x="4232695" y="935997"/>
                  </a:lnTo>
                  <a:lnTo>
                    <a:pt x="4232804" y="935997"/>
                  </a:lnTo>
                  <a:lnTo>
                    <a:pt x="4232912" y="935997"/>
                  </a:lnTo>
                  <a:lnTo>
                    <a:pt x="4233021" y="935997"/>
                  </a:lnTo>
                  <a:lnTo>
                    <a:pt x="4233129" y="935997"/>
                  </a:lnTo>
                  <a:lnTo>
                    <a:pt x="4233238" y="935997"/>
                  </a:lnTo>
                  <a:lnTo>
                    <a:pt x="4233346" y="935997"/>
                  </a:lnTo>
                  <a:lnTo>
                    <a:pt x="4233455" y="935997"/>
                  </a:lnTo>
                  <a:lnTo>
                    <a:pt x="4233455" y="935373"/>
                  </a:lnTo>
                  <a:lnTo>
                    <a:pt x="4233563" y="935373"/>
                  </a:lnTo>
                  <a:lnTo>
                    <a:pt x="4233671" y="935373"/>
                  </a:lnTo>
                  <a:lnTo>
                    <a:pt x="4233780" y="935373"/>
                  </a:lnTo>
                  <a:lnTo>
                    <a:pt x="4233888" y="935373"/>
                  </a:lnTo>
                  <a:lnTo>
                    <a:pt x="4233997" y="935373"/>
                  </a:lnTo>
                  <a:lnTo>
                    <a:pt x="4234105" y="935373"/>
                  </a:lnTo>
                  <a:lnTo>
                    <a:pt x="4234214" y="935373"/>
                  </a:lnTo>
                  <a:lnTo>
                    <a:pt x="4234322" y="935373"/>
                  </a:lnTo>
                  <a:lnTo>
                    <a:pt x="4234431" y="935373"/>
                  </a:lnTo>
                  <a:lnTo>
                    <a:pt x="4234539" y="935373"/>
                  </a:lnTo>
                  <a:lnTo>
                    <a:pt x="4234647" y="935373"/>
                  </a:lnTo>
                  <a:lnTo>
                    <a:pt x="4234756" y="935373"/>
                  </a:lnTo>
                  <a:lnTo>
                    <a:pt x="4234864" y="935373"/>
                  </a:lnTo>
                  <a:lnTo>
                    <a:pt x="4234973" y="935373"/>
                  </a:lnTo>
                  <a:lnTo>
                    <a:pt x="4235081" y="935373"/>
                  </a:lnTo>
                  <a:lnTo>
                    <a:pt x="4235190" y="935373"/>
                  </a:lnTo>
                  <a:lnTo>
                    <a:pt x="4235190" y="934749"/>
                  </a:lnTo>
                  <a:lnTo>
                    <a:pt x="4235190" y="934126"/>
                  </a:lnTo>
                  <a:lnTo>
                    <a:pt x="4235298" y="934126"/>
                  </a:lnTo>
                  <a:lnTo>
                    <a:pt x="4235407" y="934126"/>
                  </a:lnTo>
                  <a:lnTo>
                    <a:pt x="4235515" y="934126"/>
                  </a:lnTo>
                  <a:lnTo>
                    <a:pt x="4235624" y="934126"/>
                  </a:lnTo>
                  <a:lnTo>
                    <a:pt x="4235732" y="934126"/>
                  </a:lnTo>
                  <a:lnTo>
                    <a:pt x="4235840" y="934126"/>
                  </a:lnTo>
                  <a:lnTo>
                    <a:pt x="4235949" y="934126"/>
                  </a:lnTo>
                  <a:lnTo>
                    <a:pt x="4236057" y="934126"/>
                  </a:lnTo>
                  <a:lnTo>
                    <a:pt x="4236166" y="934126"/>
                  </a:lnTo>
                  <a:lnTo>
                    <a:pt x="4236274" y="934126"/>
                  </a:lnTo>
                  <a:lnTo>
                    <a:pt x="4236383" y="934126"/>
                  </a:lnTo>
                  <a:lnTo>
                    <a:pt x="4236491" y="934126"/>
                  </a:lnTo>
                  <a:lnTo>
                    <a:pt x="4236600" y="934126"/>
                  </a:lnTo>
                  <a:lnTo>
                    <a:pt x="4236708" y="934126"/>
                  </a:lnTo>
                  <a:lnTo>
                    <a:pt x="4236816" y="934126"/>
                  </a:lnTo>
                  <a:lnTo>
                    <a:pt x="4236925" y="934126"/>
                  </a:lnTo>
                  <a:lnTo>
                    <a:pt x="4237033" y="934126"/>
                  </a:lnTo>
                  <a:lnTo>
                    <a:pt x="4237142" y="934126"/>
                  </a:lnTo>
                  <a:lnTo>
                    <a:pt x="4237250" y="934126"/>
                  </a:lnTo>
                  <a:lnTo>
                    <a:pt x="4237359" y="934126"/>
                  </a:lnTo>
                  <a:lnTo>
                    <a:pt x="4237467" y="934126"/>
                  </a:lnTo>
                  <a:lnTo>
                    <a:pt x="4237576" y="934126"/>
                  </a:lnTo>
                  <a:lnTo>
                    <a:pt x="4237684" y="934126"/>
                  </a:lnTo>
                  <a:lnTo>
                    <a:pt x="4237792" y="934126"/>
                  </a:lnTo>
                  <a:lnTo>
                    <a:pt x="4237792" y="933502"/>
                  </a:lnTo>
                  <a:lnTo>
                    <a:pt x="4237901" y="933502"/>
                  </a:lnTo>
                  <a:lnTo>
                    <a:pt x="4238009" y="933502"/>
                  </a:lnTo>
                  <a:lnTo>
                    <a:pt x="4238118" y="933502"/>
                  </a:lnTo>
                  <a:lnTo>
                    <a:pt x="4238226" y="933502"/>
                  </a:lnTo>
                  <a:lnTo>
                    <a:pt x="4238335" y="933502"/>
                  </a:lnTo>
                  <a:lnTo>
                    <a:pt x="4238335" y="932879"/>
                  </a:lnTo>
                  <a:lnTo>
                    <a:pt x="4238443" y="932879"/>
                  </a:lnTo>
                  <a:lnTo>
                    <a:pt x="4238552" y="932879"/>
                  </a:lnTo>
                  <a:lnTo>
                    <a:pt x="4238552" y="932255"/>
                  </a:lnTo>
                  <a:lnTo>
                    <a:pt x="4238660" y="932255"/>
                  </a:lnTo>
                  <a:lnTo>
                    <a:pt x="4238768" y="932255"/>
                  </a:lnTo>
                  <a:lnTo>
                    <a:pt x="4238768" y="931631"/>
                  </a:lnTo>
                  <a:lnTo>
                    <a:pt x="4238877" y="931631"/>
                  </a:lnTo>
                  <a:lnTo>
                    <a:pt x="4238985" y="931631"/>
                  </a:lnTo>
                  <a:lnTo>
                    <a:pt x="4239094" y="931631"/>
                  </a:lnTo>
                  <a:lnTo>
                    <a:pt x="4239202" y="931631"/>
                  </a:lnTo>
                  <a:lnTo>
                    <a:pt x="4239311" y="931631"/>
                  </a:lnTo>
                  <a:lnTo>
                    <a:pt x="4239419" y="931631"/>
                  </a:lnTo>
                  <a:lnTo>
                    <a:pt x="4239528" y="931631"/>
                  </a:lnTo>
                  <a:lnTo>
                    <a:pt x="4239636" y="931631"/>
                  </a:lnTo>
                  <a:lnTo>
                    <a:pt x="4239745" y="931631"/>
                  </a:lnTo>
                  <a:lnTo>
                    <a:pt x="4239853" y="931631"/>
                  </a:lnTo>
                  <a:lnTo>
                    <a:pt x="4239961" y="931631"/>
                  </a:lnTo>
                  <a:lnTo>
                    <a:pt x="4240070" y="931631"/>
                  </a:lnTo>
                  <a:lnTo>
                    <a:pt x="4240178" y="931631"/>
                  </a:lnTo>
                  <a:lnTo>
                    <a:pt x="4240287" y="931631"/>
                  </a:lnTo>
                  <a:lnTo>
                    <a:pt x="4240287" y="931008"/>
                  </a:lnTo>
                  <a:lnTo>
                    <a:pt x="4240395" y="931008"/>
                  </a:lnTo>
                  <a:lnTo>
                    <a:pt x="4240504" y="931008"/>
                  </a:lnTo>
                  <a:lnTo>
                    <a:pt x="4240612" y="931008"/>
                  </a:lnTo>
                  <a:lnTo>
                    <a:pt x="4240721" y="931008"/>
                  </a:lnTo>
                  <a:lnTo>
                    <a:pt x="4240829" y="931008"/>
                  </a:lnTo>
                  <a:lnTo>
                    <a:pt x="4240829" y="930384"/>
                  </a:lnTo>
                  <a:lnTo>
                    <a:pt x="4240937" y="930384"/>
                  </a:lnTo>
                  <a:lnTo>
                    <a:pt x="4241046" y="930384"/>
                  </a:lnTo>
                  <a:lnTo>
                    <a:pt x="4241154" y="930384"/>
                  </a:lnTo>
                  <a:lnTo>
                    <a:pt x="4241263" y="930384"/>
                  </a:lnTo>
                  <a:lnTo>
                    <a:pt x="4241263" y="929761"/>
                  </a:lnTo>
                  <a:lnTo>
                    <a:pt x="4241371" y="929761"/>
                  </a:lnTo>
                  <a:lnTo>
                    <a:pt x="4241480" y="929761"/>
                  </a:lnTo>
                  <a:lnTo>
                    <a:pt x="4241480" y="929137"/>
                  </a:lnTo>
                  <a:lnTo>
                    <a:pt x="4241588" y="929137"/>
                  </a:lnTo>
                  <a:lnTo>
                    <a:pt x="4241697" y="929137"/>
                  </a:lnTo>
                  <a:lnTo>
                    <a:pt x="4241697" y="928514"/>
                  </a:lnTo>
                  <a:lnTo>
                    <a:pt x="4241805" y="928514"/>
                  </a:lnTo>
                  <a:lnTo>
                    <a:pt x="4241913" y="928514"/>
                  </a:lnTo>
                  <a:lnTo>
                    <a:pt x="4242022" y="928514"/>
                  </a:lnTo>
                  <a:lnTo>
                    <a:pt x="4242022" y="927890"/>
                  </a:lnTo>
                  <a:lnTo>
                    <a:pt x="4242130" y="927890"/>
                  </a:lnTo>
                  <a:lnTo>
                    <a:pt x="4242239" y="927890"/>
                  </a:lnTo>
                  <a:lnTo>
                    <a:pt x="4242347" y="927890"/>
                  </a:lnTo>
                  <a:lnTo>
                    <a:pt x="4242456" y="927890"/>
                  </a:lnTo>
                  <a:lnTo>
                    <a:pt x="4242564" y="927890"/>
                  </a:lnTo>
                  <a:lnTo>
                    <a:pt x="4242673" y="927890"/>
                  </a:lnTo>
                  <a:lnTo>
                    <a:pt x="4242781" y="927890"/>
                  </a:lnTo>
                  <a:lnTo>
                    <a:pt x="4242889" y="927890"/>
                  </a:lnTo>
                  <a:lnTo>
                    <a:pt x="4242998" y="927890"/>
                  </a:lnTo>
                  <a:lnTo>
                    <a:pt x="4243106" y="927890"/>
                  </a:lnTo>
                  <a:lnTo>
                    <a:pt x="4243215" y="927890"/>
                  </a:lnTo>
                  <a:lnTo>
                    <a:pt x="4243323" y="927890"/>
                  </a:lnTo>
                  <a:lnTo>
                    <a:pt x="4243432" y="927890"/>
                  </a:lnTo>
                  <a:lnTo>
                    <a:pt x="4243540" y="927890"/>
                  </a:lnTo>
                  <a:lnTo>
                    <a:pt x="4243649" y="927890"/>
                  </a:lnTo>
                  <a:lnTo>
                    <a:pt x="4243757" y="927890"/>
                  </a:lnTo>
                  <a:lnTo>
                    <a:pt x="4243866" y="927890"/>
                  </a:lnTo>
                  <a:lnTo>
                    <a:pt x="4243974" y="927890"/>
                  </a:lnTo>
                  <a:lnTo>
                    <a:pt x="4244082" y="927890"/>
                  </a:lnTo>
                  <a:lnTo>
                    <a:pt x="4244191" y="927890"/>
                  </a:lnTo>
                  <a:lnTo>
                    <a:pt x="4244299" y="927890"/>
                  </a:lnTo>
                  <a:lnTo>
                    <a:pt x="4244408" y="927890"/>
                  </a:lnTo>
                  <a:lnTo>
                    <a:pt x="4244516" y="927890"/>
                  </a:lnTo>
                  <a:lnTo>
                    <a:pt x="4244516" y="927266"/>
                  </a:lnTo>
                  <a:lnTo>
                    <a:pt x="4244625" y="927266"/>
                  </a:lnTo>
                  <a:lnTo>
                    <a:pt x="4244733" y="927266"/>
                  </a:lnTo>
                  <a:lnTo>
                    <a:pt x="4244842" y="927266"/>
                  </a:lnTo>
                  <a:lnTo>
                    <a:pt x="4244950" y="927266"/>
                  </a:lnTo>
                  <a:lnTo>
                    <a:pt x="4245058" y="927266"/>
                  </a:lnTo>
                  <a:lnTo>
                    <a:pt x="4245167" y="927266"/>
                  </a:lnTo>
                  <a:lnTo>
                    <a:pt x="4245275" y="927266"/>
                  </a:lnTo>
                  <a:lnTo>
                    <a:pt x="4245384" y="927266"/>
                  </a:lnTo>
                  <a:lnTo>
                    <a:pt x="4245492" y="927266"/>
                  </a:lnTo>
                  <a:lnTo>
                    <a:pt x="4245601" y="927266"/>
                  </a:lnTo>
                  <a:lnTo>
                    <a:pt x="4245709" y="927266"/>
                  </a:lnTo>
                  <a:lnTo>
                    <a:pt x="4245818" y="927266"/>
                  </a:lnTo>
                  <a:lnTo>
                    <a:pt x="4245926" y="927266"/>
                  </a:lnTo>
                  <a:lnTo>
                    <a:pt x="4246034" y="927266"/>
                  </a:lnTo>
                  <a:lnTo>
                    <a:pt x="4246143" y="927266"/>
                  </a:lnTo>
                  <a:lnTo>
                    <a:pt x="4246251" y="927266"/>
                  </a:lnTo>
                  <a:lnTo>
                    <a:pt x="4246360" y="927266"/>
                  </a:lnTo>
                  <a:lnTo>
                    <a:pt x="4246468" y="927266"/>
                  </a:lnTo>
                  <a:lnTo>
                    <a:pt x="4246577" y="927266"/>
                  </a:lnTo>
                  <a:lnTo>
                    <a:pt x="4246685" y="927266"/>
                  </a:lnTo>
                  <a:lnTo>
                    <a:pt x="4246794" y="927266"/>
                  </a:lnTo>
                  <a:lnTo>
                    <a:pt x="4246902" y="927266"/>
                  </a:lnTo>
                  <a:lnTo>
                    <a:pt x="4247010" y="927266"/>
                  </a:lnTo>
                  <a:lnTo>
                    <a:pt x="4247119" y="927266"/>
                  </a:lnTo>
                  <a:lnTo>
                    <a:pt x="4247227" y="927266"/>
                  </a:lnTo>
                  <a:lnTo>
                    <a:pt x="4247336" y="927266"/>
                  </a:lnTo>
                  <a:lnTo>
                    <a:pt x="4247444" y="927266"/>
                  </a:lnTo>
                  <a:lnTo>
                    <a:pt x="4247553" y="927266"/>
                  </a:lnTo>
                  <a:lnTo>
                    <a:pt x="4247661" y="927266"/>
                  </a:lnTo>
                  <a:lnTo>
                    <a:pt x="4247770" y="927266"/>
                  </a:lnTo>
                  <a:lnTo>
                    <a:pt x="4247878" y="927266"/>
                  </a:lnTo>
                  <a:lnTo>
                    <a:pt x="4247878" y="926643"/>
                  </a:lnTo>
                  <a:lnTo>
                    <a:pt x="4247986" y="926643"/>
                  </a:lnTo>
                  <a:lnTo>
                    <a:pt x="4247986" y="926019"/>
                  </a:lnTo>
                  <a:lnTo>
                    <a:pt x="4248095" y="926019"/>
                  </a:lnTo>
                  <a:lnTo>
                    <a:pt x="4248095" y="925396"/>
                  </a:lnTo>
                  <a:lnTo>
                    <a:pt x="4248203" y="925396"/>
                  </a:lnTo>
                  <a:lnTo>
                    <a:pt x="4248312" y="925396"/>
                  </a:lnTo>
                  <a:lnTo>
                    <a:pt x="4248312" y="924772"/>
                  </a:lnTo>
                  <a:lnTo>
                    <a:pt x="4248420" y="924772"/>
                  </a:lnTo>
                  <a:lnTo>
                    <a:pt x="4248529" y="924772"/>
                  </a:lnTo>
                  <a:lnTo>
                    <a:pt x="4248637" y="924772"/>
                  </a:lnTo>
                  <a:lnTo>
                    <a:pt x="4248746" y="924772"/>
                  </a:lnTo>
                  <a:lnTo>
                    <a:pt x="4248854" y="924772"/>
                  </a:lnTo>
                  <a:lnTo>
                    <a:pt x="4248963" y="924772"/>
                  </a:lnTo>
                  <a:lnTo>
                    <a:pt x="4249071" y="924772"/>
                  </a:lnTo>
                  <a:lnTo>
                    <a:pt x="4249071" y="924148"/>
                  </a:lnTo>
                  <a:lnTo>
                    <a:pt x="4249179" y="924148"/>
                  </a:lnTo>
                  <a:lnTo>
                    <a:pt x="4249288" y="924148"/>
                  </a:lnTo>
                  <a:lnTo>
                    <a:pt x="4249396" y="924148"/>
                  </a:lnTo>
                  <a:lnTo>
                    <a:pt x="4249505" y="924148"/>
                  </a:lnTo>
                  <a:lnTo>
                    <a:pt x="4249613" y="924148"/>
                  </a:lnTo>
                  <a:lnTo>
                    <a:pt x="4249722" y="924148"/>
                  </a:lnTo>
                  <a:lnTo>
                    <a:pt x="4249830" y="924148"/>
                  </a:lnTo>
                  <a:lnTo>
                    <a:pt x="4249939" y="924148"/>
                  </a:lnTo>
                  <a:lnTo>
                    <a:pt x="4250047" y="924148"/>
                  </a:lnTo>
                  <a:lnTo>
                    <a:pt x="4250047" y="923525"/>
                  </a:lnTo>
                  <a:lnTo>
                    <a:pt x="4250155" y="923525"/>
                  </a:lnTo>
                  <a:lnTo>
                    <a:pt x="4250264" y="923525"/>
                  </a:lnTo>
                  <a:lnTo>
                    <a:pt x="4250372" y="923525"/>
                  </a:lnTo>
                  <a:lnTo>
                    <a:pt x="4250481" y="923525"/>
                  </a:lnTo>
                  <a:lnTo>
                    <a:pt x="4250589" y="923525"/>
                  </a:lnTo>
                  <a:lnTo>
                    <a:pt x="4250698" y="923525"/>
                  </a:lnTo>
                  <a:lnTo>
                    <a:pt x="4250806" y="923525"/>
                  </a:lnTo>
                  <a:lnTo>
                    <a:pt x="4250915" y="923525"/>
                  </a:lnTo>
                  <a:lnTo>
                    <a:pt x="4251023" y="923525"/>
                  </a:lnTo>
                  <a:lnTo>
                    <a:pt x="4251023" y="922901"/>
                  </a:lnTo>
                  <a:lnTo>
                    <a:pt x="4251131" y="922901"/>
                  </a:lnTo>
                  <a:lnTo>
                    <a:pt x="4251240" y="922901"/>
                  </a:lnTo>
                  <a:lnTo>
                    <a:pt x="4251348" y="922901"/>
                  </a:lnTo>
                  <a:lnTo>
                    <a:pt x="4251348" y="922278"/>
                  </a:lnTo>
                  <a:lnTo>
                    <a:pt x="4251457" y="922278"/>
                  </a:lnTo>
                  <a:lnTo>
                    <a:pt x="4251565" y="922278"/>
                  </a:lnTo>
                  <a:lnTo>
                    <a:pt x="4251674" y="922278"/>
                  </a:lnTo>
                  <a:lnTo>
                    <a:pt x="4251782" y="922278"/>
                  </a:lnTo>
                  <a:lnTo>
                    <a:pt x="4251891" y="922278"/>
                  </a:lnTo>
                  <a:lnTo>
                    <a:pt x="4251999" y="922278"/>
                  </a:lnTo>
                  <a:lnTo>
                    <a:pt x="4252107" y="922278"/>
                  </a:lnTo>
                  <a:lnTo>
                    <a:pt x="4252216" y="922278"/>
                  </a:lnTo>
                  <a:lnTo>
                    <a:pt x="4252216" y="921654"/>
                  </a:lnTo>
                  <a:lnTo>
                    <a:pt x="4252324" y="921654"/>
                  </a:lnTo>
                  <a:lnTo>
                    <a:pt x="4252433" y="921654"/>
                  </a:lnTo>
                  <a:lnTo>
                    <a:pt x="4252541" y="921654"/>
                  </a:lnTo>
                  <a:lnTo>
                    <a:pt x="4252650" y="921654"/>
                  </a:lnTo>
                  <a:lnTo>
                    <a:pt x="4252758" y="921654"/>
                  </a:lnTo>
                  <a:lnTo>
                    <a:pt x="4252758" y="921031"/>
                  </a:lnTo>
                  <a:lnTo>
                    <a:pt x="4252867" y="921031"/>
                  </a:lnTo>
                  <a:lnTo>
                    <a:pt x="4252975" y="921031"/>
                  </a:lnTo>
                  <a:lnTo>
                    <a:pt x="4253084" y="921031"/>
                  </a:lnTo>
                  <a:lnTo>
                    <a:pt x="4253192" y="921031"/>
                  </a:lnTo>
                  <a:lnTo>
                    <a:pt x="4253300" y="921031"/>
                  </a:lnTo>
                  <a:lnTo>
                    <a:pt x="4253409" y="921031"/>
                  </a:lnTo>
                  <a:lnTo>
                    <a:pt x="4253517" y="921031"/>
                  </a:lnTo>
                  <a:lnTo>
                    <a:pt x="4253626" y="921031"/>
                  </a:lnTo>
                  <a:lnTo>
                    <a:pt x="4253734" y="921031"/>
                  </a:lnTo>
                  <a:lnTo>
                    <a:pt x="4253843" y="921031"/>
                  </a:lnTo>
                  <a:lnTo>
                    <a:pt x="4253951" y="921031"/>
                  </a:lnTo>
                  <a:lnTo>
                    <a:pt x="4253951" y="920407"/>
                  </a:lnTo>
                  <a:lnTo>
                    <a:pt x="4254060" y="920407"/>
                  </a:lnTo>
                  <a:lnTo>
                    <a:pt x="4254168" y="920407"/>
                  </a:lnTo>
                  <a:lnTo>
                    <a:pt x="4254276" y="920407"/>
                  </a:lnTo>
                  <a:lnTo>
                    <a:pt x="4254385" y="920407"/>
                  </a:lnTo>
                  <a:lnTo>
                    <a:pt x="4254493" y="920407"/>
                  </a:lnTo>
                  <a:lnTo>
                    <a:pt x="4254602" y="920407"/>
                  </a:lnTo>
                  <a:lnTo>
                    <a:pt x="4254710" y="920407"/>
                  </a:lnTo>
                  <a:lnTo>
                    <a:pt x="4254819" y="920407"/>
                  </a:lnTo>
                  <a:lnTo>
                    <a:pt x="4254927" y="920407"/>
                  </a:lnTo>
                  <a:lnTo>
                    <a:pt x="4255036" y="920407"/>
                  </a:lnTo>
                  <a:lnTo>
                    <a:pt x="4255144" y="920407"/>
                  </a:lnTo>
                  <a:lnTo>
                    <a:pt x="4255252" y="920407"/>
                  </a:lnTo>
                  <a:lnTo>
                    <a:pt x="4255252" y="919783"/>
                  </a:lnTo>
                  <a:lnTo>
                    <a:pt x="4255361" y="919783"/>
                  </a:lnTo>
                  <a:lnTo>
                    <a:pt x="4255469" y="919783"/>
                  </a:lnTo>
                  <a:lnTo>
                    <a:pt x="4255578" y="919783"/>
                  </a:lnTo>
                  <a:lnTo>
                    <a:pt x="4255686" y="919783"/>
                  </a:lnTo>
                  <a:lnTo>
                    <a:pt x="4255795" y="919783"/>
                  </a:lnTo>
                  <a:lnTo>
                    <a:pt x="4255903" y="919783"/>
                  </a:lnTo>
                  <a:lnTo>
                    <a:pt x="4255903" y="919160"/>
                  </a:lnTo>
                  <a:lnTo>
                    <a:pt x="4256012" y="919160"/>
                  </a:lnTo>
                  <a:lnTo>
                    <a:pt x="4256120" y="919160"/>
                  </a:lnTo>
                  <a:lnTo>
                    <a:pt x="4256120" y="918536"/>
                  </a:lnTo>
                  <a:lnTo>
                    <a:pt x="4256228" y="918536"/>
                  </a:lnTo>
                  <a:lnTo>
                    <a:pt x="4256337" y="918536"/>
                  </a:lnTo>
                  <a:lnTo>
                    <a:pt x="4256445" y="918536"/>
                  </a:lnTo>
                  <a:lnTo>
                    <a:pt x="4256554" y="918536"/>
                  </a:lnTo>
                  <a:lnTo>
                    <a:pt x="4256662" y="918536"/>
                  </a:lnTo>
                  <a:lnTo>
                    <a:pt x="4256771" y="918536"/>
                  </a:lnTo>
                  <a:lnTo>
                    <a:pt x="4256879" y="918536"/>
                  </a:lnTo>
                  <a:lnTo>
                    <a:pt x="4256988" y="918536"/>
                  </a:lnTo>
                  <a:lnTo>
                    <a:pt x="4257096" y="918536"/>
                  </a:lnTo>
                  <a:lnTo>
                    <a:pt x="4257205" y="918536"/>
                  </a:lnTo>
                  <a:lnTo>
                    <a:pt x="4257313" y="918536"/>
                  </a:lnTo>
                  <a:lnTo>
                    <a:pt x="4257421" y="918536"/>
                  </a:lnTo>
                  <a:lnTo>
                    <a:pt x="4257421" y="917913"/>
                  </a:lnTo>
                  <a:lnTo>
                    <a:pt x="4257530" y="917913"/>
                  </a:lnTo>
                  <a:lnTo>
                    <a:pt x="4257638" y="917913"/>
                  </a:lnTo>
                  <a:lnTo>
                    <a:pt x="4257747" y="917913"/>
                  </a:lnTo>
                  <a:lnTo>
                    <a:pt x="4257855" y="917913"/>
                  </a:lnTo>
                  <a:lnTo>
                    <a:pt x="4257855" y="917289"/>
                  </a:lnTo>
                  <a:lnTo>
                    <a:pt x="4257964" y="917289"/>
                  </a:lnTo>
                  <a:lnTo>
                    <a:pt x="4258072" y="917289"/>
                  </a:lnTo>
                  <a:lnTo>
                    <a:pt x="4258181" y="917289"/>
                  </a:lnTo>
                  <a:lnTo>
                    <a:pt x="4258289" y="917289"/>
                  </a:lnTo>
                  <a:lnTo>
                    <a:pt x="4258289" y="916666"/>
                  </a:lnTo>
                  <a:lnTo>
                    <a:pt x="4258397" y="916666"/>
                  </a:lnTo>
                  <a:lnTo>
                    <a:pt x="4258506" y="916666"/>
                  </a:lnTo>
                  <a:lnTo>
                    <a:pt x="4258614" y="916666"/>
                  </a:lnTo>
                  <a:lnTo>
                    <a:pt x="4258723" y="916666"/>
                  </a:lnTo>
                  <a:lnTo>
                    <a:pt x="4258831" y="916666"/>
                  </a:lnTo>
                  <a:lnTo>
                    <a:pt x="4258940" y="916666"/>
                  </a:lnTo>
                  <a:lnTo>
                    <a:pt x="4259048" y="916666"/>
                  </a:lnTo>
                  <a:lnTo>
                    <a:pt x="4259157" y="916666"/>
                  </a:lnTo>
                  <a:lnTo>
                    <a:pt x="4259265" y="916666"/>
                  </a:lnTo>
                  <a:lnTo>
                    <a:pt x="4259373" y="916666"/>
                  </a:lnTo>
                  <a:lnTo>
                    <a:pt x="4259482" y="916666"/>
                  </a:lnTo>
                  <a:lnTo>
                    <a:pt x="4259590" y="916666"/>
                  </a:lnTo>
                  <a:lnTo>
                    <a:pt x="4259699" y="916666"/>
                  </a:lnTo>
                  <a:lnTo>
                    <a:pt x="4259807" y="916666"/>
                  </a:lnTo>
                  <a:lnTo>
                    <a:pt x="4259916" y="916666"/>
                  </a:lnTo>
                  <a:lnTo>
                    <a:pt x="4260024" y="916666"/>
                  </a:lnTo>
                  <a:lnTo>
                    <a:pt x="4260024" y="916042"/>
                  </a:lnTo>
                  <a:lnTo>
                    <a:pt x="4260133" y="916042"/>
                  </a:lnTo>
                  <a:lnTo>
                    <a:pt x="4260241" y="916042"/>
                  </a:lnTo>
                  <a:lnTo>
                    <a:pt x="4260349" y="916042"/>
                  </a:lnTo>
                  <a:lnTo>
                    <a:pt x="4260458" y="916042"/>
                  </a:lnTo>
                  <a:lnTo>
                    <a:pt x="4260566" y="916042"/>
                  </a:lnTo>
                  <a:lnTo>
                    <a:pt x="4260675" y="916042"/>
                  </a:lnTo>
                  <a:lnTo>
                    <a:pt x="4260783" y="916042"/>
                  </a:lnTo>
                  <a:lnTo>
                    <a:pt x="4260892" y="916042"/>
                  </a:lnTo>
                  <a:lnTo>
                    <a:pt x="4261000" y="916042"/>
                  </a:lnTo>
                  <a:lnTo>
                    <a:pt x="4261109" y="916042"/>
                  </a:lnTo>
                  <a:lnTo>
                    <a:pt x="4261217" y="916042"/>
                  </a:lnTo>
                  <a:lnTo>
                    <a:pt x="4261326" y="916042"/>
                  </a:lnTo>
                  <a:lnTo>
                    <a:pt x="4261434" y="916042"/>
                  </a:lnTo>
                  <a:lnTo>
                    <a:pt x="4261434" y="915418"/>
                  </a:lnTo>
                  <a:lnTo>
                    <a:pt x="4261434" y="914795"/>
                  </a:lnTo>
                  <a:lnTo>
                    <a:pt x="4261542" y="914795"/>
                  </a:lnTo>
                  <a:lnTo>
                    <a:pt x="4261651" y="914795"/>
                  </a:lnTo>
                  <a:lnTo>
                    <a:pt x="4261759" y="914795"/>
                  </a:lnTo>
                  <a:lnTo>
                    <a:pt x="4261868" y="914795"/>
                  </a:lnTo>
                  <a:lnTo>
                    <a:pt x="4261976" y="914795"/>
                  </a:lnTo>
                  <a:lnTo>
                    <a:pt x="4262085" y="914795"/>
                  </a:lnTo>
                  <a:lnTo>
                    <a:pt x="4262085" y="914171"/>
                  </a:lnTo>
                  <a:lnTo>
                    <a:pt x="4262193" y="914171"/>
                  </a:lnTo>
                  <a:lnTo>
                    <a:pt x="4262302" y="914171"/>
                  </a:lnTo>
                  <a:lnTo>
                    <a:pt x="4262410" y="914171"/>
                  </a:lnTo>
                  <a:lnTo>
                    <a:pt x="4262518" y="914171"/>
                  </a:lnTo>
                  <a:lnTo>
                    <a:pt x="4262627" y="914171"/>
                  </a:lnTo>
                  <a:lnTo>
                    <a:pt x="4262735" y="914171"/>
                  </a:lnTo>
                  <a:lnTo>
                    <a:pt x="4262844" y="914171"/>
                  </a:lnTo>
                  <a:lnTo>
                    <a:pt x="4262952" y="914171"/>
                  </a:lnTo>
                  <a:lnTo>
                    <a:pt x="4263061" y="914171"/>
                  </a:lnTo>
                  <a:lnTo>
                    <a:pt x="4263061" y="913548"/>
                  </a:lnTo>
                  <a:lnTo>
                    <a:pt x="4263169" y="913548"/>
                  </a:lnTo>
                  <a:lnTo>
                    <a:pt x="4263278" y="913548"/>
                  </a:lnTo>
                  <a:lnTo>
                    <a:pt x="4263386" y="913548"/>
                  </a:lnTo>
                  <a:lnTo>
                    <a:pt x="4263494" y="913548"/>
                  </a:lnTo>
                  <a:lnTo>
                    <a:pt x="4263603" y="913548"/>
                  </a:lnTo>
                  <a:lnTo>
                    <a:pt x="4263603" y="912924"/>
                  </a:lnTo>
                  <a:lnTo>
                    <a:pt x="4263711" y="912924"/>
                  </a:lnTo>
                  <a:lnTo>
                    <a:pt x="4263820" y="912924"/>
                  </a:lnTo>
                  <a:lnTo>
                    <a:pt x="4263928" y="912924"/>
                  </a:lnTo>
                  <a:lnTo>
                    <a:pt x="4264037" y="912924"/>
                  </a:lnTo>
                  <a:lnTo>
                    <a:pt x="4264145" y="912924"/>
                  </a:lnTo>
                  <a:lnTo>
                    <a:pt x="4264254" y="912924"/>
                  </a:lnTo>
                  <a:lnTo>
                    <a:pt x="4264362" y="912924"/>
                  </a:lnTo>
                  <a:lnTo>
                    <a:pt x="4264470" y="912924"/>
                  </a:lnTo>
                  <a:lnTo>
                    <a:pt x="4264579" y="912924"/>
                  </a:lnTo>
                  <a:lnTo>
                    <a:pt x="4264687" y="912924"/>
                  </a:lnTo>
                  <a:lnTo>
                    <a:pt x="4264796" y="912924"/>
                  </a:lnTo>
                  <a:lnTo>
                    <a:pt x="4264904" y="912924"/>
                  </a:lnTo>
                  <a:lnTo>
                    <a:pt x="4265013" y="912924"/>
                  </a:lnTo>
                  <a:lnTo>
                    <a:pt x="4265121" y="912924"/>
                  </a:lnTo>
                  <a:lnTo>
                    <a:pt x="4265230" y="912924"/>
                  </a:lnTo>
                  <a:lnTo>
                    <a:pt x="4265338" y="912924"/>
                  </a:lnTo>
                  <a:lnTo>
                    <a:pt x="4265447" y="912924"/>
                  </a:lnTo>
                  <a:lnTo>
                    <a:pt x="4265555" y="912924"/>
                  </a:lnTo>
                  <a:lnTo>
                    <a:pt x="4265663" y="912924"/>
                  </a:lnTo>
                  <a:lnTo>
                    <a:pt x="4265772" y="912924"/>
                  </a:lnTo>
                  <a:lnTo>
                    <a:pt x="4265880" y="912924"/>
                  </a:lnTo>
                  <a:lnTo>
                    <a:pt x="4265989" y="912924"/>
                  </a:lnTo>
                  <a:lnTo>
                    <a:pt x="4265989" y="912300"/>
                  </a:lnTo>
                  <a:lnTo>
                    <a:pt x="4266097" y="912300"/>
                  </a:lnTo>
                  <a:lnTo>
                    <a:pt x="4266206" y="912300"/>
                  </a:lnTo>
                  <a:lnTo>
                    <a:pt x="4266314" y="912300"/>
                  </a:lnTo>
                  <a:lnTo>
                    <a:pt x="4266423" y="912300"/>
                  </a:lnTo>
                  <a:lnTo>
                    <a:pt x="4266531" y="912300"/>
                  </a:lnTo>
                  <a:lnTo>
                    <a:pt x="4266639" y="912300"/>
                  </a:lnTo>
                  <a:lnTo>
                    <a:pt x="4266748" y="912300"/>
                  </a:lnTo>
                  <a:lnTo>
                    <a:pt x="4266856" y="912300"/>
                  </a:lnTo>
                  <a:lnTo>
                    <a:pt x="4266856" y="911677"/>
                  </a:lnTo>
                  <a:lnTo>
                    <a:pt x="4266965" y="911677"/>
                  </a:lnTo>
                  <a:lnTo>
                    <a:pt x="4267073" y="911677"/>
                  </a:lnTo>
                  <a:lnTo>
                    <a:pt x="4267182" y="911677"/>
                  </a:lnTo>
                  <a:lnTo>
                    <a:pt x="4267290" y="911677"/>
                  </a:lnTo>
                  <a:lnTo>
                    <a:pt x="4267399" y="911677"/>
                  </a:lnTo>
                  <a:lnTo>
                    <a:pt x="4267507" y="911677"/>
                  </a:lnTo>
                  <a:lnTo>
                    <a:pt x="4267615" y="911677"/>
                  </a:lnTo>
                  <a:lnTo>
                    <a:pt x="4267724" y="911677"/>
                  </a:lnTo>
                  <a:lnTo>
                    <a:pt x="4267832" y="911677"/>
                  </a:lnTo>
                  <a:lnTo>
                    <a:pt x="4267941" y="911677"/>
                  </a:lnTo>
                  <a:lnTo>
                    <a:pt x="4268049" y="911677"/>
                  </a:lnTo>
                  <a:lnTo>
                    <a:pt x="4268158" y="911677"/>
                  </a:lnTo>
                  <a:lnTo>
                    <a:pt x="4268266" y="911677"/>
                  </a:lnTo>
                  <a:lnTo>
                    <a:pt x="4268266" y="911053"/>
                  </a:lnTo>
                  <a:lnTo>
                    <a:pt x="4268375" y="911053"/>
                  </a:lnTo>
                  <a:lnTo>
                    <a:pt x="4268375" y="910430"/>
                  </a:lnTo>
                  <a:lnTo>
                    <a:pt x="4268483" y="910430"/>
                  </a:lnTo>
                  <a:lnTo>
                    <a:pt x="4268591" y="910430"/>
                  </a:lnTo>
                  <a:lnTo>
                    <a:pt x="4268700" y="910430"/>
                  </a:lnTo>
                  <a:lnTo>
                    <a:pt x="4268808" y="910430"/>
                  </a:lnTo>
                  <a:lnTo>
                    <a:pt x="4268917" y="910430"/>
                  </a:lnTo>
                  <a:lnTo>
                    <a:pt x="4268917" y="909806"/>
                  </a:lnTo>
                  <a:lnTo>
                    <a:pt x="4268917" y="909183"/>
                  </a:lnTo>
                  <a:lnTo>
                    <a:pt x="4269025" y="909183"/>
                  </a:lnTo>
                  <a:lnTo>
                    <a:pt x="4269134" y="909183"/>
                  </a:lnTo>
                  <a:lnTo>
                    <a:pt x="4269242" y="909183"/>
                  </a:lnTo>
                  <a:lnTo>
                    <a:pt x="4269351" y="909183"/>
                  </a:lnTo>
                  <a:lnTo>
                    <a:pt x="4269459" y="909183"/>
                  </a:lnTo>
                  <a:lnTo>
                    <a:pt x="4269459" y="908559"/>
                  </a:lnTo>
                  <a:lnTo>
                    <a:pt x="4269567" y="908559"/>
                  </a:lnTo>
                  <a:lnTo>
                    <a:pt x="4269676" y="908559"/>
                  </a:lnTo>
                  <a:lnTo>
                    <a:pt x="4269784" y="908559"/>
                  </a:lnTo>
                  <a:lnTo>
                    <a:pt x="4269893" y="908559"/>
                  </a:lnTo>
                  <a:lnTo>
                    <a:pt x="4270001" y="908559"/>
                  </a:lnTo>
                  <a:lnTo>
                    <a:pt x="4270110" y="908559"/>
                  </a:lnTo>
                  <a:lnTo>
                    <a:pt x="4270218" y="908559"/>
                  </a:lnTo>
                  <a:lnTo>
                    <a:pt x="4270327" y="908559"/>
                  </a:lnTo>
                  <a:lnTo>
                    <a:pt x="4270435" y="908559"/>
                  </a:lnTo>
                  <a:lnTo>
                    <a:pt x="4270544" y="908559"/>
                  </a:lnTo>
                  <a:lnTo>
                    <a:pt x="4270652" y="908559"/>
                  </a:lnTo>
                  <a:lnTo>
                    <a:pt x="4270760" y="908559"/>
                  </a:lnTo>
                  <a:lnTo>
                    <a:pt x="4270869" y="908559"/>
                  </a:lnTo>
                  <a:lnTo>
                    <a:pt x="4270977" y="908559"/>
                  </a:lnTo>
                  <a:lnTo>
                    <a:pt x="4271086" y="908559"/>
                  </a:lnTo>
                  <a:lnTo>
                    <a:pt x="4271194" y="908559"/>
                  </a:lnTo>
                  <a:lnTo>
                    <a:pt x="4271303" y="908559"/>
                  </a:lnTo>
                  <a:lnTo>
                    <a:pt x="4271411" y="908559"/>
                  </a:lnTo>
                  <a:lnTo>
                    <a:pt x="4271520" y="908559"/>
                  </a:lnTo>
                  <a:lnTo>
                    <a:pt x="4271628" y="908559"/>
                  </a:lnTo>
                  <a:lnTo>
                    <a:pt x="4271736" y="908559"/>
                  </a:lnTo>
                  <a:lnTo>
                    <a:pt x="4271845" y="908559"/>
                  </a:lnTo>
                  <a:lnTo>
                    <a:pt x="4271953" y="908559"/>
                  </a:lnTo>
                  <a:lnTo>
                    <a:pt x="4272062" y="908559"/>
                  </a:lnTo>
                  <a:lnTo>
                    <a:pt x="4272170" y="908559"/>
                  </a:lnTo>
                  <a:lnTo>
                    <a:pt x="4272279" y="908559"/>
                  </a:lnTo>
                  <a:lnTo>
                    <a:pt x="4272387" y="908559"/>
                  </a:lnTo>
                  <a:lnTo>
                    <a:pt x="4272496" y="908559"/>
                  </a:lnTo>
                  <a:lnTo>
                    <a:pt x="4272604" y="908559"/>
                  </a:lnTo>
                  <a:lnTo>
                    <a:pt x="4272712" y="908559"/>
                  </a:lnTo>
                  <a:lnTo>
                    <a:pt x="4272821" y="908559"/>
                  </a:lnTo>
                  <a:lnTo>
                    <a:pt x="4272929" y="908559"/>
                  </a:lnTo>
                  <a:lnTo>
                    <a:pt x="4273038" y="908559"/>
                  </a:lnTo>
                  <a:lnTo>
                    <a:pt x="4273146" y="908559"/>
                  </a:lnTo>
                  <a:lnTo>
                    <a:pt x="4273255" y="908559"/>
                  </a:lnTo>
                  <a:lnTo>
                    <a:pt x="4273363" y="908559"/>
                  </a:lnTo>
                  <a:lnTo>
                    <a:pt x="4273472" y="908559"/>
                  </a:lnTo>
                  <a:lnTo>
                    <a:pt x="4273580" y="908559"/>
                  </a:lnTo>
                  <a:lnTo>
                    <a:pt x="4273688" y="908559"/>
                  </a:lnTo>
                  <a:lnTo>
                    <a:pt x="4273797" y="908559"/>
                  </a:lnTo>
                  <a:lnTo>
                    <a:pt x="4273905" y="908559"/>
                  </a:lnTo>
                  <a:lnTo>
                    <a:pt x="4274014" y="908559"/>
                  </a:lnTo>
                  <a:lnTo>
                    <a:pt x="4274014" y="907935"/>
                  </a:lnTo>
                  <a:lnTo>
                    <a:pt x="4274122" y="907935"/>
                  </a:lnTo>
                  <a:lnTo>
                    <a:pt x="4274231" y="907935"/>
                  </a:lnTo>
                  <a:lnTo>
                    <a:pt x="4274339" y="907935"/>
                  </a:lnTo>
                  <a:lnTo>
                    <a:pt x="4274448" y="907935"/>
                  </a:lnTo>
                  <a:lnTo>
                    <a:pt x="4274556" y="907935"/>
                  </a:lnTo>
                  <a:lnTo>
                    <a:pt x="4274665" y="907935"/>
                  </a:lnTo>
                  <a:lnTo>
                    <a:pt x="4274773" y="907935"/>
                  </a:lnTo>
                  <a:lnTo>
                    <a:pt x="4274881" y="907935"/>
                  </a:lnTo>
                  <a:lnTo>
                    <a:pt x="4274990" y="907935"/>
                  </a:lnTo>
                  <a:lnTo>
                    <a:pt x="4275098" y="907935"/>
                  </a:lnTo>
                  <a:lnTo>
                    <a:pt x="4275207" y="907935"/>
                  </a:lnTo>
                  <a:lnTo>
                    <a:pt x="4275315" y="907935"/>
                  </a:lnTo>
                  <a:lnTo>
                    <a:pt x="4275424" y="907935"/>
                  </a:lnTo>
                  <a:lnTo>
                    <a:pt x="4275532" y="907935"/>
                  </a:lnTo>
                  <a:lnTo>
                    <a:pt x="4275641" y="907935"/>
                  </a:lnTo>
                  <a:lnTo>
                    <a:pt x="4275749" y="907935"/>
                  </a:lnTo>
                  <a:lnTo>
                    <a:pt x="4275857" y="907935"/>
                  </a:lnTo>
                  <a:lnTo>
                    <a:pt x="4275857" y="907312"/>
                  </a:lnTo>
                  <a:lnTo>
                    <a:pt x="4275966" y="907312"/>
                  </a:lnTo>
                  <a:lnTo>
                    <a:pt x="4276074" y="907312"/>
                  </a:lnTo>
                  <a:lnTo>
                    <a:pt x="4276183" y="907312"/>
                  </a:lnTo>
                  <a:lnTo>
                    <a:pt x="4276291" y="907312"/>
                  </a:lnTo>
                  <a:lnTo>
                    <a:pt x="4276400" y="907312"/>
                  </a:lnTo>
                  <a:lnTo>
                    <a:pt x="4276508" y="907312"/>
                  </a:lnTo>
                  <a:lnTo>
                    <a:pt x="4276617" y="907312"/>
                  </a:lnTo>
                  <a:lnTo>
                    <a:pt x="4276725" y="907312"/>
                  </a:lnTo>
                  <a:lnTo>
                    <a:pt x="4276833" y="907312"/>
                  </a:lnTo>
                  <a:lnTo>
                    <a:pt x="4276942" y="907312"/>
                  </a:lnTo>
                  <a:lnTo>
                    <a:pt x="4277050" y="907312"/>
                  </a:lnTo>
                  <a:lnTo>
                    <a:pt x="4277159" y="907312"/>
                  </a:lnTo>
                  <a:lnTo>
                    <a:pt x="4277159" y="906688"/>
                  </a:lnTo>
                  <a:lnTo>
                    <a:pt x="4277267" y="906688"/>
                  </a:lnTo>
                  <a:lnTo>
                    <a:pt x="4277376" y="906688"/>
                  </a:lnTo>
                  <a:lnTo>
                    <a:pt x="4277484" y="906688"/>
                  </a:lnTo>
                  <a:lnTo>
                    <a:pt x="4277593" y="906688"/>
                  </a:lnTo>
                  <a:lnTo>
                    <a:pt x="4277701" y="906688"/>
                  </a:lnTo>
                  <a:lnTo>
                    <a:pt x="4277809" y="906688"/>
                  </a:lnTo>
                  <a:lnTo>
                    <a:pt x="4277918" y="906688"/>
                  </a:lnTo>
                  <a:lnTo>
                    <a:pt x="4278026" y="906688"/>
                  </a:lnTo>
                  <a:lnTo>
                    <a:pt x="4278135" y="906688"/>
                  </a:lnTo>
                  <a:lnTo>
                    <a:pt x="4278243" y="906688"/>
                  </a:lnTo>
                  <a:lnTo>
                    <a:pt x="4278352" y="906688"/>
                  </a:lnTo>
                  <a:lnTo>
                    <a:pt x="4278460" y="906688"/>
                  </a:lnTo>
                  <a:lnTo>
                    <a:pt x="4278569" y="906688"/>
                  </a:lnTo>
                  <a:lnTo>
                    <a:pt x="4278677" y="906688"/>
                  </a:lnTo>
                  <a:lnTo>
                    <a:pt x="4278786" y="906688"/>
                  </a:lnTo>
                  <a:lnTo>
                    <a:pt x="4278894" y="906688"/>
                  </a:lnTo>
                  <a:lnTo>
                    <a:pt x="4279002" y="906688"/>
                  </a:lnTo>
                  <a:lnTo>
                    <a:pt x="4279111" y="906688"/>
                  </a:lnTo>
                  <a:lnTo>
                    <a:pt x="4279219" y="906688"/>
                  </a:lnTo>
                  <a:lnTo>
                    <a:pt x="4279219" y="906065"/>
                  </a:lnTo>
                  <a:lnTo>
                    <a:pt x="4279219" y="905441"/>
                  </a:lnTo>
                  <a:lnTo>
                    <a:pt x="4279328" y="905441"/>
                  </a:lnTo>
                  <a:lnTo>
                    <a:pt x="4279436" y="905441"/>
                  </a:lnTo>
                  <a:lnTo>
                    <a:pt x="4279545" y="905441"/>
                  </a:lnTo>
                  <a:lnTo>
                    <a:pt x="4279653" y="905441"/>
                  </a:lnTo>
                  <a:lnTo>
                    <a:pt x="4279762" y="905441"/>
                  </a:lnTo>
                  <a:lnTo>
                    <a:pt x="4279870" y="905441"/>
                  </a:lnTo>
                  <a:lnTo>
                    <a:pt x="4279978" y="905441"/>
                  </a:lnTo>
                  <a:lnTo>
                    <a:pt x="4280087" y="905441"/>
                  </a:lnTo>
                  <a:lnTo>
                    <a:pt x="4280195" y="905441"/>
                  </a:lnTo>
                  <a:lnTo>
                    <a:pt x="4280195" y="904817"/>
                  </a:lnTo>
                  <a:lnTo>
                    <a:pt x="4280304" y="904817"/>
                  </a:lnTo>
                  <a:lnTo>
                    <a:pt x="4280412" y="904817"/>
                  </a:lnTo>
                  <a:lnTo>
                    <a:pt x="4280521" y="904817"/>
                  </a:lnTo>
                  <a:lnTo>
                    <a:pt x="4280629" y="904817"/>
                  </a:lnTo>
                  <a:lnTo>
                    <a:pt x="4280738" y="904817"/>
                  </a:lnTo>
                  <a:lnTo>
                    <a:pt x="4280846" y="904817"/>
                  </a:lnTo>
                  <a:lnTo>
                    <a:pt x="4280954" y="904817"/>
                  </a:lnTo>
                  <a:lnTo>
                    <a:pt x="4281063" y="904817"/>
                  </a:lnTo>
                  <a:lnTo>
                    <a:pt x="4281063" y="904194"/>
                  </a:lnTo>
                  <a:lnTo>
                    <a:pt x="4281171" y="904194"/>
                  </a:lnTo>
                  <a:lnTo>
                    <a:pt x="4281280" y="904194"/>
                  </a:lnTo>
                  <a:lnTo>
                    <a:pt x="4281388" y="904194"/>
                  </a:lnTo>
                  <a:lnTo>
                    <a:pt x="4281388" y="903570"/>
                  </a:lnTo>
                  <a:lnTo>
                    <a:pt x="4281497" y="903570"/>
                  </a:lnTo>
                  <a:lnTo>
                    <a:pt x="4281497" y="902947"/>
                  </a:lnTo>
                  <a:lnTo>
                    <a:pt x="4281605" y="902947"/>
                  </a:lnTo>
                  <a:lnTo>
                    <a:pt x="4281714" y="902947"/>
                  </a:lnTo>
                  <a:lnTo>
                    <a:pt x="4281822" y="902947"/>
                  </a:lnTo>
                  <a:lnTo>
                    <a:pt x="4281930" y="902947"/>
                  </a:lnTo>
                  <a:lnTo>
                    <a:pt x="4281930" y="902323"/>
                  </a:lnTo>
                  <a:lnTo>
                    <a:pt x="4282039" y="902323"/>
                  </a:lnTo>
                  <a:lnTo>
                    <a:pt x="4282147" y="902323"/>
                  </a:lnTo>
                  <a:lnTo>
                    <a:pt x="4282256" y="902323"/>
                  </a:lnTo>
                  <a:lnTo>
                    <a:pt x="4282364" y="902323"/>
                  </a:lnTo>
                  <a:lnTo>
                    <a:pt x="4282473" y="902323"/>
                  </a:lnTo>
                  <a:lnTo>
                    <a:pt x="4282581" y="902323"/>
                  </a:lnTo>
                  <a:lnTo>
                    <a:pt x="4282690" y="902323"/>
                  </a:lnTo>
                  <a:lnTo>
                    <a:pt x="4282798" y="902323"/>
                  </a:lnTo>
                  <a:lnTo>
                    <a:pt x="4282798" y="901700"/>
                  </a:lnTo>
                  <a:lnTo>
                    <a:pt x="4282798" y="901076"/>
                  </a:lnTo>
                  <a:lnTo>
                    <a:pt x="4282907" y="901076"/>
                  </a:lnTo>
                  <a:lnTo>
                    <a:pt x="4283015" y="901076"/>
                  </a:lnTo>
                  <a:lnTo>
                    <a:pt x="4283123" y="901076"/>
                  </a:lnTo>
                  <a:lnTo>
                    <a:pt x="4283123" y="900452"/>
                  </a:lnTo>
                  <a:lnTo>
                    <a:pt x="4283232" y="900452"/>
                  </a:lnTo>
                  <a:lnTo>
                    <a:pt x="4283340" y="900452"/>
                  </a:lnTo>
                  <a:lnTo>
                    <a:pt x="4283449" y="900452"/>
                  </a:lnTo>
                  <a:lnTo>
                    <a:pt x="4283557" y="900452"/>
                  </a:lnTo>
                  <a:lnTo>
                    <a:pt x="4283557" y="899829"/>
                  </a:lnTo>
                  <a:lnTo>
                    <a:pt x="4283666" y="899829"/>
                  </a:lnTo>
                  <a:lnTo>
                    <a:pt x="4283774" y="899829"/>
                  </a:lnTo>
                  <a:lnTo>
                    <a:pt x="4283883" y="899829"/>
                  </a:lnTo>
                  <a:lnTo>
                    <a:pt x="4283991" y="899829"/>
                  </a:lnTo>
                  <a:lnTo>
                    <a:pt x="4284099" y="899829"/>
                  </a:lnTo>
                  <a:lnTo>
                    <a:pt x="4284208" y="899829"/>
                  </a:lnTo>
                  <a:lnTo>
                    <a:pt x="4284316" y="899829"/>
                  </a:lnTo>
                  <a:lnTo>
                    <a:pt x="4284425" y="899829"/>
                  </a:lnTo>
                  <a:lnTo>
                    <a:pt x="4284533" y="899829"/>
                  </a:lnTo>
                  <a:lnTo>
                    <a:pt x="4284642" y="899829"/>
                  </a:lnTo>
                  <a:lnTo>
                    <a:pt x="4284750" y="899829"/>
                  </a:lnTo>
                  <a:lnTo>
                    <a:pt x="4284859" y="899829"/>
                  </a:lnTo>
                  <a:lnTo>
                    <a:pt x="4284859" y="899205"/>
                  </a:lnTo>
                  <a:lnTo>
                    <a:pt x="4284967" y="899205"/>
                  </a:lnTo>
                  <a:lnTo>
                    <a:pt x="4285075" y="899205"/>
                  </a:lnTo>
                  <a:lnTo>
                    <a:pt x="4285184" y="899205"/>
                  </a:lnTo>
                  <a:lnTo>
                    <a:pt x="4285292" y="899205"/>
                  </a:lnTo>
                  <a:lnTo>
                    <a:pt x="4285401" y="899205"/>
                  </a:lnTo>
                  <a:lnTo>
                    <a:pt x="4285509" y="899205"/>
                  </a:lnTo>
                  <a:lnTo>
                    <a:pt x="4285618" y="899205"/>
                  </a:lnTo>
                  <a:lnTo>
                    <a:pt x="4285726" y="899205"/>
                  </a:lnTo>
                  <a:lnTo>
                    <a:pt x="4285835" y="899205"/>
                  </a:lnTo>
                  <a:lnTo>
                    <a:pt x="4285943" y="899205"/>
                  </a:lnTo>
                  <a:lnTo>
                    <a:pt x="4286051" y="899205"/>
                  </a:lnTo>
                  <a:lnTo>
                    <a:pt x="4286160" y="899205"/>
                  </a:lnTo>
                  <a:lnTo>
                    <a:pt x="4286268" y="899205"/>
                  </a:lnTo>
                  <a:lnTo>
                    <a:pt x="4286377" y="899205"/>
                  </a:lnTo>
                  <a:lnTo>
                    <a:pt x="4286485" y="899205"/>
                  </a:lnTo>
                  <a:lnTo>
                    <a:pt x="4286594" y="899205"/>
                  </a:lnTo>
                  <a:lnTo>
                    <a:pt x="4286594" y="898582"/>
                  </a:lnTo>
                  <a:lnTo>
                    <a:pt x="4286702" y="898582"/>
                  </a:lnTo>
                  <a:lnTo>
                    <a:pt x="4286811" y="898582"/>
                  </a:lnTo>
                  <a:lnTo>
                    <a:pt x="4286919" y="898582"/>
                  </a:lnTo>
                  <a:lnTo>
                    <a:pt x="4287028" y="898582"/>
                  </a:lnTo>
                  <a:lnTo>
                    <a:pt x="4287136" y="898582"/>
                  </a:lnTo>
                  <a:lnTo>
                    <a:pt x="4287244" y="898582"/>
                  </a:lnTo>
                  <a:lnTo>
                    <a:pt x="4287353" y="898582"/>
                  </a:lnTo>
                  <a:lnTo>
                    <a:pt x="4287461" y="898582"/>
                  </a:lnTo>
                  <a:lnTo>
                    <a:pt x="4287570" y="898582"/>
                  </a:lnTo>
                  <a:lnTo>
                    <a:pt x="4287678" y="898582"/>
                  </a:lnTo>
                  <a:lnTo>
                    <a:pt x="4287787" y="898582"/>
                  </a:lnTo>
                  <a:lnTo>
                    <a:pt x="4287787" y="897958"/>
                  </a:lnTo>
                  <a:lnTo>
                    <a:pt x="4287895" y="897958"/>
                  </a:lnTo>
                  <a:lnTo>
                    <a:pt x="4288004" y="897958"/>
                  </a:lnTo>
                  <a:lnTo>
                    <a:pt x="4288112" y="897958"/>
                  </a:lnTo>
                  <a:lnTo>
                    <a:pt x="4288220" y="897958"/>
                  </a:lnTo>
                  <a:lnTo>
                    <a:pt x="4288329" y="897958"/>
                  </a:lnTo>
                  <a:lnTo>
                    <a:pt x="4288437" y="897958"/>
                  </a:lnTo>
                  <a:lnTo>
                    <a:pt x="4288437" y="897334"/>
                  </a:lnTo>
                  <a:lnTo>
                    <a:pt x="4288546" y="897334"/>
                  </a:lnTo>
                  <a:lnTo>
                    <a:pt x="4288654" y="897334"/>
                  </a:lnTo>
                  <a:lnTo>
                    <a:pt x="4288763" y="897334"/>
                  </a:lnTo>
                  <a:lnTo>
                    <a:pt x="4288871" y="897334"/>
                  </a:lnTo>
                  <a:lnTo>
                    <a:pt x="4288980" y="897334"/>
                  </a:lnTo>
                  <a:lnTo>
                    <a:pt x="4288980" y="896711"/>
                  </a:lnTo>
                  <a:lnTo>
                    <a:pt x="4289088" y="896711"/>
                  </a:lnTo>
                  <a:lnTo>
                    <a:pt x="4289196" y="896711"/>
                  </a:lnTo>
                  <a:lnTo>
                    <a:pt x="4289305" y="896711"/>
                  </a:lnTo>
                  <a:lnTo>
                    <a:pt x="4289413" y="896711"/>
                  </a:lnTo>
                  <a:lnTo>
                    <a:pt x="4289522" y="896711"/>
                  </a:lnTo>
                  <a:lnTo>
                    <a:pt x="4289630" y="896711"/>
                  </a:lnTo>
                  <a:lnTo>
                    <a:pt x="4289739" y="896711"/>
                  </a:lnTo>
                  <a:lnTo>
                    <a:pt x="4289847" y="896711"/>
                  </a:lnTo>
                  <a:lnTo>
                    <a:pt x="4289956" y="896711"/>
                  </a:lnTo>
                  <a:lnTo>
                    <a:pt x="4290064" y="896711"/>
                  </a:lnTo>
                  <a:lnTo>
                    <a:pt x="4290172" y="896711"/>
                  </a:lnTo>
                  <a:lnTo>
                    <a:pt x="4290281" y="896711"/>
                  </a:lnTo>
                  <a:lnTo>
                    <a:pt x="4290389" y="896711"/>
                  </a:lnTo>
                  <a:lnTo>
                    <a:pt x="4290498" y="896711"/>
                  </a:lnTo>
                  <a:lnTo>
                    <a:pt x="4290606" y="896711"/>
                  </a:lnTo>
                  <a:lnTo>
                    <a:pt x="4290715" y="896711"/>
                  </a:lnTo>
                  <a:lnTo>
                    <a:pt x="4290823" y="896711"/>
                  </a:lnTo>
                  <a:lnTo>
                    <a:pt x="4290932" y="896711"/>
                  </a:lnTo>
                  <a:lnTo>
                    <a:pt x="4291040" y="896711"/>
                  </a:lnTo>
                  <a:lnTo>
                    <a:pt x="4291149" y="896711"/>
                  </a:lnTo>
                  <a:lnTo>
                    <a:pt x="4291257" y="896711"/>
                  </a:lnTo>
                  <a:lnTo>
                    <a:pt x="4291365" y="896711"/>
                  </a:lnTo>
                  <a:lnTo>
                    <a:pt x="4291365" y="896087"/>
                  </a:lnTo>
                  <a:lnTo>
                    <a:pt x="4291365" y="895464"/>
                  </a:lnTo>
                  <a:lnTo>
                    <a:pt x="4291474" y="895464"/>
                  </a:lnTo>
                  <a:lnTo>
                    <a:pt x="4291582" y="895464"/>
                  </a:lnTo>
                  <a:lnTo>
                    <a:pt x="4291691" y="895464"/>
                  </a:lnTo>
                  <a:lnTo>
                    <a:pt x="4291799" y="895464"/>
                  </a:lnTo>
                  <a:lnTo>
                    <a:pt x="4291799" y="894840"/>
                  </a:lnTo>
                  <a:lnTo>
                    <a:pt x="4291908" y="894840"/>
                  </a:lnTo>
                  <a:lnTo>
                    <a:pt x="4292016" y="894840"/>
                  </a:lnTo>
                  <a:lnTo>
                    <a:pt x="4292125" y="894840"/>
                  </a:lnTo>
                  <a:lnTo>
                    <a:pt x="4292233" y="894840"/>
                  </a:lnTo>
                  <a:lnTo>
                    <a:pt x="4292341" y="894840"/>
                  </a:lnTo>
                  <a:lnTo>
                    <a:pt x="4292450" y="894840"/>
                  </a:lnTo>
                  <a:lnTo>
                    <a:pt x="4292558" y="894840"/>
                  </a:lnTo>
                  <a:lnTo>
                    <a:pt x="4292667" y="894840"/>
                  </a:lnTo>
                  <a:lnTo>
                    <a:pt x="4292775" y="894840"/>
                  </a:lnTo>
                  <a:lnTo>
                    <a:pt x="4292884" y="894840"/>
                  </a:lnTo>
                  <a:lnTo>
                    <a:pt x="4292884" y="894217"/>
                  </a:lnTo>
                  <a:lnTo>
                    <a:pt x="4292992" y="894217"/>
                  </a:lnTo>
                  <a:lnTo>
                    <a:pt x="4293101" y="894217"/>
                  </a:lnTo>
                  <a:lnTo>
                    <a:pt x="4293209" y="894217"/>
                  </a:lnTo>
                  <a:lnTo>
                    <a:pt x="4293317" y="894217"/>
                  </a:lnTo>
                  <a:lnTo>
                    <a:pt x="4293426" y="894217"/>
                  </a:lnTo>
                  <a:lnTo>
                    <a:pt x="4293534" y="894217"/>
                  </a:lnTo>
                  <a:lnTo>
                    <a:pt x="4293534" y="893593"/>
                  </a:lnTo>
                  <a:lnTo>
                    <a:pt x="4293643" y="893593"/>
                  </a:lnTo>
                  <a:lnTo>
                    <a:pt x="4293751" y="893593"/>
                  </a:lnTo>
                  <a:lnTo>
                    <a:pt x="4293860" y="893593"/>
                  </a:lnTo>
                  <a:lnTo>
                    <a:pt x="4293968" y="893593"/>
                  </a:lnTo>
                  <a:lnTo>
                    <a:pt x="4294077" y="893593"/>
                  </a:lnTo>
                  <a:lnTo>
                    <a:pt x="4294185" y="893593"/>
                  </a:lnTo>
                  <a:lnTo>
                    <a:pt x="4294293" y="893593"/>
                  </a:lnTo>
                  <a:lnTo>
                    <a:pt x="4294402" y="893593"/>
                  </a:lnTo>
                  <a:lnTo>
                    <a:pt x="4294510" y="893593"/>
                  </a:lnTo>
                  <a:lnTo>
                    <a:pt x="4294619" y="893593"/>
                  </a:lnTo>
                  <a:lnTo>
                    <a:pt x="4294727" y="893593"/>
                  </a:lnTo>
                  <a:lnTo>
                    <a:pt x="4294836" y="893593"/>
                  </a:lnTo>
                  <a:lnTo>
                    <a:pt x="4294944" y="893593"/>
                  </a:lnTo>
                  <a:lnTo>
                    <a:pt x="4295053" y="893593"/>
                  </a:lnTo>
                  <a:lnTo>
                    <a:pt x="4295161" y="893593"/>
                  </a:lnTo>
                  <a:lnTo>
                    <a:pt x="4295269" y="893593"/>
                  </a:lnTo>
                  <a:lnTo>
                    <a:pt x="4295378" y="893593"/>
                  </a:lnTo>
                  <a:lnTo>
                    <a:pt x="4295486" y="893593"/>
                  </a:lnTo>
                  <a:lnTo>
                    <a:pt x="4295595" y="893593"/>
                  </a:lnTo>
                  <a:lnTo>
                    <a:pt x="4295703" y="893593"/>
                  </a:lnTo>
                  <a:lnTo>
                    <a:pt x="4295812" y="893593"/>
                  </a:lnTo>
                  <a:lnTo>
                    <a:pt x="4295920" y="893593"/>
                  </a:lnTo>
                  <a:lnTo>
                    <a:pt x="4296029" y="893593"/>
                  </a:lnTo>
                  <a:lnTo>
                    <a:pt x="4296137" y="893593"/>
                  </a:lnTo>
                  <a:lnTo>
                    <a:pt x="4296246" y="893593"/>
                  </a:lnTo>
                  <a:lnTo>
                    <a:pt x="4296354" y="893593"/>
                  </a:lnTo>
                  <a:lnTo>
                    <a:pt x="4296462" y="893593"/>
                  </a:lnTo>
                  <a:lnTo>
                    <a:pt x="4296571" y="893593"/>
                  </a:lnTo>
                  <a:lnTo>
                    <a:pt x="4296679" y="893593"/>
                  </a:lnTo>
                  <a:lnTo>
                    <a:pt x="4296788" y="893593"/>
                  </a:lnTo>
                  <a:lnTo>
                    <a:pt x="4296788" y="892969"/>
                  </a:lnTo>
                  <a:lnTo>
                    <a:pt x="4296896" y="892969"/>
                  </a:lnTo>
                  <a:lnTo>
                    <a:pt x="4297005" y="892969"/>
                  </a:lnTo>
                  <a:lnTo>
                    <a:pt x="4297113" y="892969"/>
                  </a:lnTo>
                  <a:lnTo>
                    <a:pt x="4297222" y="892969"/>
                  </a:lnTo>
                  <a:lnTo>
                    <a:pt x="4297222" y="892346"/>
                  </a:lnTo>
                  <a:lnTo>
                    <a:pt x="4297330" y="892346"/>
                  </a:lnTo>
                  <a:lnTo>
                    <a:pt x="4297438" y="892346"/>
                  </a:lnTo>
                  <a:lnTo>
                    <a:pt x="4297547" y="892346"/>
                  </a:lnTo>
                  <a:lnTo>
                    <a:pt x="4297655" y="892346"/>
                  </a:lnTo>
                  <a:lnTo>
                    <a:pt x="4297764" y="892346"/>
                  </a:lnTo>
                  <a:lnTo>
                    <a:pt x="4297872" y="892346"/>
                  </a:lnTo>
                  <a:lnTo>
                    <a:pt x="4297981" y="892346"/>
                  </a:lnTo>
                  <a:lnTo>
                    <a:pt x="4298089" y="892346"/>
                  </a:lnTo>
                  <a:lnTo>
                    <a:pt x="4298198" y="892346"/>
                  </a:lnTo>
                  <a:lnTo>
                    <a:pt x="4298306" y="892346"/>
                  </a:lnTo>
                  <a:lnTo>
                    <a:pt x="4298414" y="892346"/>
                  </a:lnTo>
                  <a:lnTo>
                    <a:pt x="4298523" y="892346"/>
                  </a:lnTo>
                  <a:lnTo>
                    <a:pt x="4298631" y="892346"/>
                  </a:lnTo>
                  <a:lnTo>
                    <a:pt x="4298740" y="892346"/>
                  </a:lnTo>
                  <a:lnTo>
                    <a:pt x="4298848" y="892346"/>
                  </a:lnTo>
                  <a:lnTo>
                    <a:pt x="4298957" y="892346"/>
                  </a:lnTo>
                  <a:lnTo>
                    <a:pt x="4299065" y="892346"/>
                  </a:lnTo>
                  <a:lnTo>
                    <a:pt x="4299174" y="892346"/>
                  </a:lnTo>
                  <a:lnTo>
                    <a:pt x="4299282" y="892346"/>
                  </a:lnTo>
                  <a:lnTo>
                    <a:pt x="4299390" y="892346"/>
                  </a:lnTo>
                  <a:lnTo>
                    <a:pt x="4299499" y="892346"/>
                  </a:lnTo>
                  <a:lnTo>
                    <a:pt x="4299607" y="892346"/>
                  </a:lnTo>
                  <a:lnTo>
                    <a:pt x="4299716" y="892346"/>
                  </a:lnTo>
                  <a:lnTo>
                    <a:pt x="4299824" y="892346"/>
                  </a:lnTo>
                  <a:lnTo>
                    <a:pt x="4299933" y="892346"/>
                  </a:lnTo>
                  <a:lnTo>
                    <a:pt x="4300041" y="892346"/>
                  </a:lnTo>
                  <a:lnTo>
                    <a:pt x="4300150" y="892346"/>
                  </a:lnTo>
                  <a:lnTo>
                    <a:pt x="4300258" y="892346"/>
                  </a:lnTo>
                  <a:lnTo>
                    <a:pt x="4300367" y="892346"/>
                  </a:lnTo>
                  <a:lnTo>
                    <a:pt x="4300367" y="891722"/>
                  </a:lnTo>
                  <a:lnTo>
                    <a:pt x="4300475" y="891722"/>
                  </a:lnTo>
                  <a:lnTo>
                    <a:pt x="4300475" y="891099"/>
                  </a:lnTo>
                  <a:lnTo>
                    <a:pt x="4300583" y="891099"/>
                  </a:lnTo>
                  <a:lnTo>
                    <a:pt x="4300692" y="891099"/>
                  </a:lnTo>
                  <a:lnTo>
                    <a:pt x="4300800" y="891099"/>
                  </a:lnTo>
                  <a:lnTo>
                    <a:pt x="4300800" y="890475"/>
                  </a:lnTo>
                  <a:lnTo>
                    <a:pt x="4300800" y="889851"/>
                  </a:lnTo>
                  <a:lnTo>
                    <a:pt x="4300909" y="889851"/>
                  </a:lnTo>
                  <a:lnTo>
                    <a:pt x="4301017" y="889851"/>
                  </a:lnTo>
                  <a:lnTo>
                    <a:pt x="4301126" y="889851"/>
                  </a:lnTo>
                  <a:lnTo>
                    <a:pt x="4301234" y="889851"/>
                  </a:lnTo>
                  <a:lnTo>
                    <a:pt x="4301343" y="889851"/>
                  </a:lnTo>
                  <a:lnTo>
                    <a:pt x="4301451" y="889851"/>
                  </a:lnTo>
                  <a:lnTo>
                    <a:pt x="4301559" y="889851"/>
                  </a:lnTo>
                  <a:lnTo>
                    <a:pt x="4301668" y="889851"/>
                  </a:lnTo>
                  <a:lnTo>
                    <a:pt x="4301776" y="889851"/>
                  </a:lnTo>
                  <a:lnTo>
                    <a:pt x="4301885" y="889851"/>
                  </a:lnTo>
                  <a:lnTo>
                    <a:pt x="4301993" y="889851"/>
                  </a:lnTo>
                  <a:lnTo>
                    <a:pt x="4302102" y="889851"/>
                  </a:lnTo>
                  <a:lnTo>
                    <a:pt x="4302210" y="889851"/>
                  </a:lnTo>
                  <a:lnTo>
                    <a:pt x="4302319" y="889851"/>
                  </a:lnTo>
                  <a:lnTo>
                    <a:pt x="4302427" y="889851"/>
                  </a:lnTo>
                  <a:lnTo>
                    <a:pt x="4302427" y="889228"/>
                  </a:lnTo>
                  <a:lnTo>
                    <a:pt x="4302427" y="888604"/>
                  </a:lnTo>
                  <a:lnTo>
                    <a:pt x="4302535" y="888604"/>
                  </a:lnTo>
                  <a:lnTo>
                    <a:pt x="4302535" y="887981"/>
                  </a:lnTo>
                  <a:lnTo>
                    <a:pt x="4302535" y="887357"/>
                  </a:lnTo>
                  <a:lnTo>
                    <a:pt x="4302535" y="886734"/>
                  </a:lnTo>
                  <a:lnTo>
                    <a:pt x="4302644" y="886734"/>
                  </a:lnTo>
                  <a:lnTo>
                    <a:pt x="4302752" y="886734"/>
                  </a:lnTo>
                  <a:lnTo>
                    <a:pt x="4302861" y="886734"/>
                  </a:lnTo>
                  <a:lnTo>
                    <a:pt x="4302969" y="886734"/>
                  </a:lnTo>
                  <a:lnTo>
                    <a:pt x="4303078" y="886734"/>
                  </a:lnTo>
                  <a:lnTo>
                    <a:pt x="4303186" y="886734"/>
                  </a:lnTo>
                  <a:lnTo>
                    <a:pt x="4303295" y="886734"/>
                  </a:lnTo>
                  <a:lnTo>
                    <a:pt x="4303295" y="886110"/>
                  </a:lnTo>
                  <a:lnTo>
                    <a:pt x="4303403" y="886110"/>
                  </a:lnTo>
                  <a:lnTo>
                    <a:pt x="4303511" y="886110"/>
                  </a:lnTo>
                  <a:lnTo>
                    <a:pt x="4303620" y="886110"/>
                  </a:lnTo>
                  <a:lnTo>
                    <a:pt x="4303620" y="885486"/>
                  </a:lnTo>
                  <a:lnTo>
                    <a:pt x="4303728" y="885486"/>
                  </a:lnTo>
                  <a:lnTo>
                    <a:pt x="4303837" y="885486"/>
                  </a:lnTo>
                  <a:lnTo>
                    <a:pt x="4303945" y="885486"/>
                  </a:lnTo>
                  <a:lnTo>
                    <a:pt x="4303945" y="884863"/>
                  </a:lnTo>
                  <a:lnTo>
                    <a:pt x="4303945" y="884239"/>
                  </a:lnTo>
                  <a:lnTo>
                    <a:pt x="4304054" y="884239"/>
                  </a:lnTo>
                  <a:lnTo>
                    <a:pt x="4304054" y="883616"/>
                  </a:lnTo>
                  <a:lnTo>
                    <a:pt x="4304162" y="883616"/>
                  </a:lnTo>
                  <a:lnTo>
                    <a:pt x="4304271" y="883616"/>
                  </a:lnTo>
                  <a:lnTo>
                    <a:pt x="4304379" y="883616"/>
                  </a:lnTo>
                  <a:lnTo>
                    <a:pt x="4304488" y="883616"/>
                  </a:lnTo>
                  <a:lnTo>
                    <a:pt x="4304596" y="883616"/>
                  </a:lnTo>
                  <a:lnTo>
                    <a:pt x="4304704" y="883616"/>
                  </a:lnTo>
                  <a:lnTo>
                    <a:pt x="4304813" y="883616"/>
                  </a:lnTo>
                  <a:lnTo>
                    <a:pt x="4304921" y="883616"/>
                  </a:lnTo>
                  <a:lnTo>
                    <a:pt x="4305030" y="883616"/>
                  </a:lnTo>
                  <a:lnTo>
                    <a:pt x="4305138" y="883616"/>
                  </a:lnTo>
                  <a:lnTo>
                    <a:pt x="4305247" y="883616"/>
                  </a:lnTo>
                  <a:lnTo>
                    <a:pt x="4305355" y="883616"/>
                  </a:lnTo>
                  <a:lnTo>
                    <a:pt x="4305464" y="883616"/>
                  </a:lnTo>
                  <a:lnTo>
                    <a:pt x="4305572" y="883616"/>
                  </a:lnTo>
                  <a:lnTo>
                    <a:pt x="4305680" y="883616"/>
                  </a:lnTo>
                  <a:lnTo>
                    <a:pt x="4305789" y="883616"/>
                  </a:lnTo>
                  <a:lnTo>
                    <a:pt x="4305897" y="883616"/>
                  </a:lnTo>
                  <a:lnTo>
                    <a:pt x="4305897" y="882992"/>
                  </a:lnTo>
                  <a:lnTo>
                    <a:pt x="4306006" y="882992"/>
                  </a:lnTo>
                  <a:lnTo>
                    <a:pt x="4306006" y="882368"/>
                  </a:lnTo>
                  <a:lnTo>
                    <a:pt x="4306114" y="882368"/>
                  </a:lnTo>
                  <a:lnTo>
                    <a:pt x="4306223" y="882368"/>
                  </a:lnTo>
                  <a:lnTo>
                    <a:pt x="4306331" y="882368"/>
                  </a:lnTo>
                  <a:lnTo>
                    <a:pt x="4306440" y="882368"/>
                  </a:lnTo>
                  <a:lnTo>
                    <a:pt x="4306548" y="882368"/>
                  </a:lnTo>
                  <a:lnTo>
                    <a:pt x="4306656" y="882368"/>
                  </a:lnTo>
                  <a:lnTo>
                    <a:pt x="4306765" y="882368"/>
                  </a:lnTo>
                  <a:lnTo>
                    <a:pt x="4306873" y="882368"/>
                  </a:lnTo>
                  <a:lnTo>
                    <a:pt x="4306982" y="882368"/>
                  </a:lnTo>
                  <a:lnTo>
                    <a:pt x="4307090" y="882368"/>
                  </a:lnTo>
                  <a:lnTo>
                    <a:pt x="4307199" y="882368"/>
                  </a:lnTo>
                  <a:lnTo>
                    <a:pt x="4307307" y="882368"/>
                  </a:lnTo>
                  <a:lnTo>
                    <a:pt x="4307416" y="882368"/>
                  </a:lnTo>
                  <a:lnTo>
                    <a:pt x="4307524" y="882368"/>
                  </a:lnTo>
                  <a:lnTo>
                    <a:pt x="4307632" y="882368"/>
                  </a:lnTo>
                  <a:lnTo>
                    <a:pt x="4307632" y="881745"/>
                  </a:lnTo>
                  <a:lnTo>
                    <a:pt x="4307741" y="881745"/>
                  </a:lnTo>
                  <a:lnTo>
                    <a:pt x="4307849" y="881745"/>
                  </a:lnTo>
                  <a:lnTo>
                    <a:pt x="4307958" y="881745"/>
                  </a:lnTo>
                  <a:lnTo>
                    <a:pt x="4308066" y="881745"/>
                  </a:lnTo>
                  <a:lnTo>
                    <a:pt x="4308175" y="881745"/>
                  </a:lnTo>
                  <a:lnTo>
                    <a:pt x="4308283" y="881745"/>
                  </a:lnTo>
                  <a:lnTo>
                    <a:pt x="4308392" y="881745"/>
                  </a:lnTo>
                  <a:lnTo>
                    <a:pt x="4308500" y="881745"/>
                  </a:lnTo>
                  <a:lnTo>
                    <a:pt x="4308609" y="881745"/>
                  </a:lnTo>
                  <a:lnTo>
                    <a:pt x="4308717" y="881745"/>
                  </a:lnTo>
                  <a:lnTo>
                    <a:pt x="4308825" y="881745"/>
                  </a:lnTo>
                  <a:lnTo>
                    <a:pt x="4308934" y="881745"/>
                  </a:lnTo>
                  <a:lnTo>
                    <a:pt x="4309042" y="881745"/>
                  </a:lnTo>
                  <a:lnTo>
                    <a:pt x="4309151" y="881745"/>
                  </a:lnTo>
                  <a:lnTo>
                    <a:pt x="4309259" y="881745"/>
                  </a:lnTo>
                  <a:lnTo>
                    <a:pt x="4309368" y="881745"/>
                  </a:lnTo>
                  <a:lnTo>
                    <a:pt x="4309476" y="881745"/>
                  </a:lnTo>
                  <a:lnTo>
                    <a:pt x="4309476" y="881121"/>
                  </a:lnTo>
                  <a:lnTo>
                    <a:pt x="4309585" y="881121"/>
                  </a:lnTo>
                  <a:lnTo>
                    <a:pt x="4309693" y="881121"/>
                  </a:lnTo>
                  <a:lnTo>
                    <a:pt x="4309801" y="881121"/>
                  </a:lnTo>
                  <a:lnTo>
                    <a:pt x="4309910" y="881121"/>
                  </a:lnTo>
                  <a:lnTo>
                    <a:pt x="4310018" y="881121"/>
                  </a:lnTo>
                  <a:lnTo>
                    <a:pt x="4310127" y="881121"/>
                  </a:lnTo>
                  <a:lnTo>
                    <a:pt x="4310235" y="881121"/>
                  </a:lnTo>
                  <a:lnTo>
                    <a:pt x="4310344" y="881121"/>
                  </a:lnTo>
                  <a:lnTo>
                    <a:pt x="4310452" y="881121"/>
                  </a:lnTo>
                  <a:lnTo>
                    <a:pt x="4310561" y="881121"/>
                  </a:lnTo>
                  <a:lnTo>
                    <a:pt x="4310561" y="880498"/>
                  </a:lnTo>
                  <a:lnTo>
                    <a:pt x="4310561" y="879874"/>
                  </a:lnTo>
                  <a:lnTo>
                    <a:pt x="4310669" y="879874"/>
                  </a:lnTo>
                  <a:lnTo>
                    <a:pt x="4310777" y="879874"/>
                  </a:lnTo>
                  <a:lnTo>
                    <a:pt x="4310777" y="879251"/>
                  </a:lnTo>
                  <a:lnTo>
                    <a:pt x="4310886" y="879251"/>
                  </a:lnTo>
                  <a:lnTo>
                    <a:pt x="4310994" y="879251"/>
                  </a:lnTo>
                  <a:lnTo>
                    <a:pt x="4311103" y="879251"/>
                  </a:lnTo>
                  <a:lnTo>
                    <a:pt x="4311211" y="879251"/>
                  </a:lnTo>
                  <a:lnTo>
                    <a:pt x="4311320" y="879251"/>
                  </a:lnTo>
                  <a:lnTo>
                    <a:pt x="4311428" y="879251"/>
                  </a:lnTo>
                  <a:lnTo>
                    <a:pt x="4311537" y="879251"/>
                  </a:lnTo>
                  <a:lnTo>
                    <a:pt x="4311645" y="879251"/>
                  </a:lnTo>
                  <a:lnTo>
                    <a:pt x="4311753" y="879251"/>
                  </a:lnTo>
                  <a:lnTo>
                    <a:pt x="4311862" y="879251"/>
                  </a:lnTo>
                  <a:lnTo>
                    <a:pt x="4311862" y="878627"/>
                  </a:lnTo>
                  <a:lnTo>
                    <a:pt x="4311970" y="878627"/>
                  </a:lnTo>
                  <a:lnTo>
                    <a:pt x="4312079" y="878627"/>
                  </a:lnTo>
                  <a:lnTo>
                    <a:pt x="4312187" y="878627"/>
                  </a:lnTo>
                  <a:lnTo>
                    <a:pt x="4312296" y="878627"/>
                  </a:lnTo>
                  <a:lnTo>
                    <a:pt x="4312404" y="878627"/>
                  </a:lnTo>
                  <a:lnTo>
                    <a:pt x="4312513" y="878627"/>
                  </a:lnTo>
                  <a:lnTo>
                    <a:pt x="4312621" y="878627"/>
                  </a:lnTo>
                  <a:lnTo>
                    <a:pt x="4312730" y="878627"/>
                  </a:lnTo>
                  <a:lnTo>
                    <a:pt x="4312838" y="878627"/>
                  </a:lnTo>
                  <a:lnTo>
                    <a:pt x="4312946" y="878627"/>
                  </a:lnTo>
                  <a:lnTo>
                    <a:pt x="4313055" y="878627"/>
                  </a:lnTo>
                  <a:lnTo>
                    <a:pt x="4313163" y="878627"/>
                  </a:lnTo>
                  <a:lnTo>
                    <a:pt x="4313272" y="878627"/>
                  </a:lnTo>
                  <a:lnTo>
                    <a:pt x="4313380" y="878627"/>
                  </a:lnTo>
                  <a:lnTo>
                    <a:pt x="4313489" y="878627"/>
                  </a:lnTo>
                  <a:lnTo>
                    <a:pt x="4313597" y="878627"/>
                  </a:lnTo>
                  <a:lnTo>
                    <a:pt x="4313706" y="878627"/>
                  </a:lnTo>
                  <a:lnTo>
                    <a:pt x="4313814" y="878627"/>
                  </a:lnTo>
                  <a:lnTo>
                    <a:pt x="4313922" y="878627"/>
                  </a:lnTo>
                  <a:lnTo>
                    <a:pt x="4314031" y="878627"/>
                  </a:lnTo>
                  <a:lnTo>
                    <a:pt x="4314139" y="878627"/>
                  </a:lnTo>
                  <a:lnTo>
                    <a:pt x="4314248" y="878627"/>
                  </a:lnTo>
                  <a:lnTo>
                    <a:pt x="4314356" y="878627"/>
                  </a:lnTo>
                  <a:lnTo>
                    <a:pt x="4314465" y="878627"/>
                  </a:lnTo>
                  <a:lnTo>
                    <a:pt x="4314573" y="878627"/>
                  </a:lnTo>
                  <a:lnTo>
                    <a:pt x="4314682" y="878627"/>
                  </a:lnTo>
                  <a:lnTo>
                    <a:pt x="4314682" y="878003"/>
                  </a:lnTo>
                  <a:lnTo>
                    <a:pt x="4314790" y="878003"/>
                  </a:lnTo>
                  <a:lnTo>
                    <a:pt x="4314898" y="878003"/>
                  </a:lnTo>
                  <a:lnTo>
                    <a:pt x="4314898" y="877380"/>
                  </a:lnTo>
                  <a:lnTo>
                    <a:pt x="4315007" y="877380"/>
                  </a:lnTo>
                  <a:lnTo>
                    <a:pt x="4315115" y="877380"/>
                  </a:lnTo>
                  <a:lnTo>
                    <a:pt x="4315224" y="877380"/>
                  </a:lnTo>
                  <a:lnTo>
                    <a:pt x="4315332" y="877380"/>
                  </a:lnTo>
                  <a:lnTo>
                    <a:pt x="4315441" y="877380"/>
                  </a:lnTo>
                  <a:lnTo>
                    <a:pt x="4315549" y="877380"/>
                  </a:lnTo>
                  <a:lnTo>
                    <a:pt x="4315658" y="877380"/>
                  </a:lnTo>
                  <a:lnTo>
                    <a:pt x="4315766" y="877380"/>
                  </a:lnTo>
                  <a:lnTo>
                    <a:pt x="4315874" y="877380"/>
                  </a:lnTo>
                  <a:lnTo>
                    <a:pt x="4315983" y="877380"/>
                  </a:lnTo>
                  <a:lnTo>
                    <a:pt x="4316091" y="877380"/>
                  </a:lnTo>
                  <a:lnTo>
                    <a:pt x="4316200" y="877380"/>
                  </a:lnTo>
                  <a:lnTo>
                    <a:pt x="4316308" y="877380"/>
                  </a:lnTo>
                  <a:lnTo>
                    <a:pt x="4316417" y="877380"/>
                  </a:lnTo>
                  <a:lnTo>
                    <a:pt x="4316525" y="877380"/>
                  </a:lnTo>
                  <a:lnTo>
                    <a:pt x="4316634" y="877380"/>
                  </a:lnTo>
                  <a:lnTo>
                    <a:pt x="4316742" y="877380"/>
                  </a:lnTo>
                  <a:lnTo>
                    <a:pt x="4316850" y="877380"/>
                  </a:lnTo>
                  <a:lnTo>
                    <a:pt x="4316959" y="877380"/>
                  </a:lnTo>
                  <a:lnTo>
                    <a:pt x="4317067" y="877380"/>
                  </a:lnTo>
                  <a:lnTo>
                    <a:pt x="4317176" y="877380"/>
                  </a:lnTo>
                  <a:lnTo>
                    <a:pt x="4317284" y="877380"/>
                  </a:lnTo>
                  <a:lnTo>
                    <a:pt x="4317393" y="877380"/>
                  </a:lnTo>
                  <a:lnTo>
                    <a:pt x="4317393" y="876756"/>
                  </a:lnTo>
                  <a:lnTo>
                    <a:pt x="4317501" y="876756"/>
                  </a:lnTo>
                  <a:lnTo>
                    <a:pt x="4317610" y="876756"/>
                  </a:lnTo>
                  <a:lnTo>
                    <a:pt x="4317718" y="876756"/>
                  </a:lnTo>
                  <a:lnTo>
                    <a:pt x="4317827" y="876756"/>
                  </a:lnTo>
                  <a:lnTo>
                    <a:pt x="4317935" y="876756"/>
                  </a:lnTo>
                  <a:lnTo>
                    <a:pt x="4318043" y="876756"/>
                  </a:lnTo>
                  <a:lnTo>
                    <a:pt x="4318152" y="876756"/>
                  </a:lnTo>
                  <a:lnTo>
                    <a:pt x="4318260" y="876756"/>
                  </a:lnTo>
                  <a:lnTo>
                    <a:pt x="4318369" y="876756"/>
                  </a:lnTo>
                  <a:lnTo>
                    <a:pt x="4318477" y="876756"/>
                  </a:lnTo>
                  <a:lnTo>
                    <a:pt x="4318586" y="876756"/>
                  </a:lnTo>
                  <a:lnTo>
                    <a:pt x="4318694" y="876756"/>
                  </a:lnTo>
                  <a:lnTo>
                    <a:pt x="4318803" y="876756"/>
                  </a:lnTo>
                  <a:lnTo>
                    <a:pt x="4318911" y="876756"/>
                  </a:lnTo>
                  <a:lnTo>
                    <a:pt x="4319019" y="876756"/>
                  </a:lnTo>
                  <a:lnTo>
                    <a:pt x="4319128" y="876756"/>
                  </a:lnTo>
                  <a:lnTo>
                    <a:pt x="4319236" y="876756"/>
                  </a:lnTo>
                  <a:lnTo>
                    <a:pt x="4319345" y="876756"/>
                  </a:lnTo>
                  <a:lnTo>
                    <a:pt x="4319453" y="876756"/>
                  </a:lnTo>
                  <a:lnTo>
                    <a:pt x="4319562" y="876756"/>
                  </a:lnTo>
                  <a:lnTo>
                    <a:pt x="4319562" y="876133"/>
                  </a:lnTo>
                  <a:lnTo>
                    <a:pt x="4319670" y="876133"/>
                  </a:lnTo>
                  <a:lnTo>
                    <a:pt x="4319670" y="875509"/>
                  </a:lnTo>
                  <a:lnTo>
                    <a:pt x="4319779" y="875509"/>
                  </a:lnTo>
                  <a:lnTo>
                    <a:pt x="4319779" y="874885"/>
                  </a:lnTo>
                  <a:lnTo>
                    <a:pt x="4319887" y="874885"/>
                  </a:lnTo>
                  <a:lnTo>
                    <a:pt x="4319995" y="874885"/>
                  </a:lnTo>
                  <a:lnTo>
                    <a:pt x="4320104" y="874885"/>
                  </a:lnTo>
                  <a:lnTo>
                    <a:pt x="4320212" y="874885"/>
                  </a:lnTo>
                  <a:lnTo>
                    <a:pt x="4320321" y="874885"/>
                  </a:lnTo>
                  <a:lnTo>
                    <a:pt x="4320429" y="874885"/>
                  </a:lnTo>
                  <a:lnTo>
                    <a:pt x="4320538" y="874885"/>
                  </a:lnTo>
                  <a:lnTo>
                    <a:pt x="4320646" y="874885"/>
                  </a:lnTo>
                  <a:lnTo>
                    <a:pt x="4320646" y="874262"/>
                  </a:lnTo>
                  <a:lnTo>
                    <a:pt x="4320646" y="873638"/>
                  </a:lnTo>
                  <a:lnTo>
                    <a:pt x="4320755" y="873638"/>
                  </a:lnTo>
                  <a:lnTo>
                    <a:pt x="4320863" y="873638"/>
                  </a:lnTo>
                  <a:lnTo>
                    <a:pt x="4320971" y="873638"/>
                  </a:lnTo>
                  <a:lnTo>
                    <a:pt x="4321080" y="873638"/>
                  </a:lnTo>
                  <a:lnTo>
                    <a:pt x="4321188" y="873638"/>
                  </a:lnTo>
                  <a:lnTo>
                    <a:pt x="4321297" y="873638"/>
                  </a:lnTo>
                  <a:lnTo>
                    <a:pt x="4321405" y="873638"/>
                  </a:lnTo>
                  <a:lnTo>
                    <a:pt x="4321514" y="873638"/>
                  </a:lnTo>
                  <a:lnTo>
                    <a:pt x="4321622" y="873638"/>
                  </a:lnTo>
                  <a:lnTo>
                    <a:pt x="4321622" y="873015"/>
                  </a:lnTo>
                  <a:lnTo>
                    <a:pt x="4321731" y="873015"/>
                  </a:lnTo>
                  <a:lnTo>
                    <a:pt x="4321731" y="872391"/>
                  </a:lnTo>
                  <a:lnTo>
                    <a:pt x="4321839" y="872391"/>
                  </a:lnTo>
                  <a:lnTo>
                    <a:pt x="4321948" y="872391"/>
                  </a:lnTo>
                  <a:lnTo>
                    <a:pt x="4322056" y="872391"/>
                  </a:lnTo>
                  <a:lnTo>
                    <a:pt x="4322164" y="872391"/>
                  </a:lnTo>
                  <a:lnTo>
                    <a:pt x="4322273" y="872391"/>
                  </a:lnTo>
                  <a:lnTo>
                    <a:pt x="4322381" y="872391"/>
                  </a:lnTo>
                  <a:lnTo>
                    <a:pt x="4322490" y="872391"/>
                  </a:lnTo>
                  <a:lnTo>
                    <a:pt x="4322598" y="872391"/>
                  </a:lnTo>
                  <a:lnTo>
                    <a:pt x="4322707" y="872391"/>
                  </a:lnTo>
                  <a:lnTo>
                    <a:pt x="4322707" y="871768"/>
                  </a:lnTo>
                  <a:lnTo>
                    <a:pt x="4322707" y="871144"/>
                  </a:lnTo>
                  <a:lnTo>
                    <a:pt x="4322815" y="871144"/>
                  </a:lnTo>
                  <a:lnTo>
                    <a:pt x="4322815" y="870520"/>
                  </a:lnTo>
                  <a:lnTo>
                    <a:pt x="4322924" y="870520"/>
                  </a:lnTo>
                  <a:lnTo>
                    <a:pt x="4323032" y="870520"/>
                  </a:lnTo>
                  <a:lnTo>
                    <a:pt x="4323140" y="870520"/>
                  </a:lnTo>
                  <a:lnTo>
                    <a:pt x="4323249" y="870520"/>
                  </a:lnTo>
                  <a:lnTo>
                    <a:pt x="4323357" y="870520"/>
                  </a:lnTo>
                  <a:lnTo>
                    <a:pt x="4323357" y="869897"/>
                  </a:lnTo>
                  <a:lnTo>
                    <a:pt x="4323466" y="869897"/>
                  </a:lnTo>
                  <a:lnTo>
                    <a:pt x="4323574" y="869897"/>
                  </a:lnTo>
                  <a:lnTo>
                    <a:pt x="4323683" y="869897"/>
                  </a:lnTo>
                  <a:lnTo>
                    <a:pt x="4323791" y="869897"/>
                  </a:lnTo>
                  <a:lnTo>
                    <a:pt x="4323900" y="869897"/>
                  </a:lnTo>
                  <a:lnTo>
                    <a:pt x="4324008" y="869897"/>
                  </a:lnTo>
                  <a:lnTo>
                    <a:pt x="4324116" y="869897"/>
                  </a:lnTo>
                  <a:lnTo>
                    <a:pt x="4324225" y="869897"/>
                  </a:lnTo>
                  <a:lnTo>
                    <a:pt x="4324333" y="869897"/>
                  </a:lnTo>
                  <a:lnTo>
                    <a:pt x="4324442" y="869897"/>
                  </a:lnTo>
                  <a:lnTo>
                    <a:pt x="4324550" y="869897"/>
                  </a:lnTo>
                  <a:lnTo>
                    <a:pt x="4324659" y="869897"/>
                  </a:lnTo>
                  <a:lnTo>
                    <a:pt x="4324659" y="869273"/>
                  </a:lnTo>
                  <a:lnTo>
                    <a:pt x="4324767" y="869273"/>
                  </a:lnTo>
                  <a:lnTo>
                    <a:pt x="4324767" y="868650"/>
                  </a:lnTo>
                  <a:lnTo>
                    <a:pt x="4324876" y="868650"/>
                  </a:lnTo>
                  <a:lnTo>
                    <a:pt x="4324984" y="868650"/>
                  </a:lnTo>
                  <a:lnTo>
                    <a:pt x="4325092" y="868650"/>
                  </a:lnTo>
                  <a:lnTo>
                    <a:pt x="4325201" y="868650"/>
                  </a:lnTo>
                  <a:lnTo>
                    <a:pt x="4325201" y="868026"/>
                  </a:lnTo>
                  <a:lnTo>
                    <a:pt x="4325309" y="868026"/>
                  </a:lnTo>
                  <a:lnTo>
                    <a:pt x="4325418" y="868026"/>
                  </a:lnTo>
                  <a:lnTo>
                    <a:pt x="4325526" y="868026"/>
                  </a:lnTo>
                  <a:lnTo>
                    <a:pt x="4325635" y="868026"/>
                  </a:lnTo>
                  <a:lnTo>
                    <a:pt x="4325635" y="867403"/>
                  </a:lnTo>
                  <a:lnTo>
                    <a:pt x="4325743" y="867403"/>
                  </a:lnTo>
                  <a:lnTo>
                    <a:pt x="4325852" y="867403"/>
                  </a:lnTo>
                  <a:lnTo>
                    <a:pt x="4325960" y="867403"/>
                  </a:lnTo>
                  <a:lnTo>
                    <a:pt x="4326069" y="867403"/>
                  </a:lnTo>
                  <a:lnTo>
                    <a:pt x="4326069" y="866779"/>
                  </a:lnTo>
                  <a:lnTo>
                    <a:pt x="4326177" y="866779"/>
                  </a:lnTo>
                  <a:lnTo>
                    <a:pt x="4326285" y="866779"/>
                  </a:lnTo>
                  <a:lnTo>
                    <a:pt x="4326394" y="866779"/>
                  </a:lnTo>
                  <a:lnTo>
                    <a:pt x="4326394" y="866155"/>
                  </a:lnTo>
                  <a:lnTo>
                    <a:pt x="4326502" y="866155"/>
                  </a:lnTo>
                  <a:lnTo>
                    <a:pt x="4326611" y="866155"/>
                  </a:lnTo>
                  <a:lnTo>
                    <a:pt x="4326719" y="866155"/>
                  </a:lnTo>
                  <a:lnTo>
                    <a:pt x="4326828" y="866155"/>
                  </a:lnTo>
                  <a:lnTo>
                    <a:pt x="4326936" y="866155"/>
                  </a:lnTo>
                  <a:lnTo>
                    <a:pt x="4327045" y="866155"/>
                  </a:lnTo>
                  <a:lnTo>
                    <a:pt x="4327153" y="866155"/>
                  </a:lnTo>
                  <a:lnTo>
                    <a:pt x="4327261" y="866155"/>
                  </a:lnTo>
                  <a:lnTo>
                    <a:pt x="4327370" y="866155"/>
                  </a:lnTo>
                  <a:lnTo>
                    <a:pt x="4327478" y="866155"/>
                  </a:lnTo>
                  <a:lnTo>
                    <a:pt x="4327587" y="866155"/>
                  </a:lnTo>
                  <a:lnTo>
                    <a:pt x="4327695" y="866155"/>
                  </a:lnTo>
                  <a:lnTo>
                    <a:pt x="4327804" y="866155"/>
                  </a:lnTo>
                  <a:lnTo>
                    <a:pt x="4327912" y="866155"/>
                  </a:lnTo>
                  <a:lnTo>
                    <a:pt x="4328021" y="866155"/>
                  </a:lnTo>
                  <a:lnTo>
                    <a:pt x="4328129" y="866155"/>
                  </a:lnTo>
                  <a:lnTo>
                    <a:pt x="4328237" y="866155"/>
                  </a:lnTo>
                  <a:lnTo>
                    <a:pt x="4328346" y="866155"/>
                  </a:lnTo>
                  <a:lnTo>
                    <a:pt x="4328454" y="866155"/>
                  </a:lnTo>
                  <a:lnTo>
                    <a:pt x="4328563" y="866155"/>
                  </a:lnTo>
                  <a:lnTo>
                    <a:pt x="4328563" y="865532"/>
                  </a:lnTo>
                  <a:lnTo>
                    <a:pt x="4328671" y="865532"/>
                  </a:lnTo>
                  <a:lnTo>
                    <a:pt x="4328780" y="865532"/>
                  </a:lnTo>
                  <a:lnTo>
                    <a:pt x="4328888" y="865532"/>
                  </a:lnTo>
                  <a:lnTo>
                    <a:pt x="4328997" y="865532"/>
                  </a:lnTo>
                  <a:lnTo>
                    <a:pt x="4329105" y="865532"/>
                  </a:lnTo>
                  <a:lnTo>
                    <a:pt x="4329213" y="865532"/>
                  </a:lnTo>
                  <a:lnTo>
                    <a:pt x="4329322" y="865532"/>
                  </a:lnTo>
                  <a:lnTo>
                    <a:pt x="4329430" y="865532"/>
                  </a:lnTo>
                  <a:lnTo>
                    <a:pt x="4329539" y="865532"/>
                  </a:lnTo>
                  <a:lnTo>
                    <a:pt x="4329647" y="865532"/>
                  </a:lnTo>
                  <a:lnTo>
                    <a:pt x="4329756" y="865532"/>
                  </a:lnTo>
                  <a:lnTo>
                    <a:pt x="4329864" y="865532"/>
                  </a:lnTo>
                  <a:lnTo>
                    <a:pt x="4329973" y="865532"/>
                  </a:lnTo>
                  <a:lnTo>
                    <a:pt x="4330081" y="865532"/>
                  </a:lnTo>
                  <a:lnTo>
                    <a:pt x="4330081" y="864908"/>
                  </a:lnTo>
                  <a:lnTo>
                    <a:pt x="4330190" y="864908"/>
                  </a:lnTo>
                  <a:lnTo>
                    <a:pt x="4330298" y="864908"/>
                  </a:lnTo>
                  <a:lnTo>
                    <a:pt x="4330406" y="864908"/>
                  </a:lnTo>
                  <a:lnTo>
                    <a:pt x="4330515" y="864908"/>
                  </a:lnTo>
                  <a:lnTo>
                    <a:pt x="4330623" y="864908"/>
                  </a:lnTo>
                  <a:lnTo>
                    <a:pt x="4330732" y="864908"/>
                  </a:lnTo>
                  <a:lnTo>
                    <a:pt x="4330840" y="864908"/>
                  </a:lnTo>
                  <a:lnTo>
                    <a:pt x="4330840" y="864285"/>
                  </a:lnTo>
                  <a:lnTo>
                    <a:pt x="4330949" y="864285"/>
                  </a:lnTo>
                  <a:lnTo>
                    <a:pt x="4331057" y="864285"/>
                  </a:lnTo>
                  <a:lnTo>
                    <a:pt x="4331166" y="864285"/>
                  </a:lnTo>
                  <a:lnTo>
                    <a:pt x="4331274" y="864285"/>
                  </a:lnTo>
                  <a:lnTo>
                    <a:pt x="4331382" y="864285"/>
                  </a:lnTo>
                  <a:lnTo>
                    <a:pt x="4331491" y="864285"/>
                  </a:lnTo>
                  <a:lnTo>
                    <a:pt x="4331599" y="864285"/>
                  </a:lnTo>
                  <a:lnTo>
                    <a:pt x="4331708" y="864285"/>
                  </a:lnTo>
                  <a:lnTo>
                    <a:pt x="4331816" y="864285"/>
                  </a:lnTo>
                  <a:lnTo>
                    <a:pt x="4331925" y="864285"/>
                  </a:lnTo>
                  <a:lnTo>
                    <a:pt x="4332033" y="864285"/>
                  </a:lnTo>
                  <a:lnTo>
                    <a:pt x="4332142" y="864285"/>
                  </a:lnTo>
                  <a:lnTo>
                    <a:pt x="4332250" y="864285"/>
                  </a:lnTo>
                  <a:lnTo>
                    <a:pt x="4332358" y="864285"/>
                  </a:lnTo>
                  <a:lnTo>
                    <a:pt x="4332467" y="864285"/>
                  </a:lnTo>
                  <a:lnTo>
                    <a:pt x="4332467" y="863661"/>
                  </a:lnTo>
                  <a:lnTo>
                    <a:pt x="4332575" y="863661"/>
                  </a:lnTo>
                  <a:lnTo>
                    <a:pt x="4332684" y="863661"/>
                  </a:lnTo>
                  <a:lnTo>
                    <a:pt x="4332792" y="863661"/>
                  </a:lnTo>
                  <a:lnTo>
                    <a:pt x="4332901" y="863661"/>
                  </a:lnTo>
                  <a:lnTo>
                    <a:pt x="4333009" y="863661"/>
                  </a:lnTo>
                  <a:lnTo>
                    <a:pt x="4333118" y="863661"/>
                  </a:lnTo>
                  <a:lnTo>
                    <a:pt x="4333226" y="863661"/>
                  </a:lnTo>
                  <a:lnTo>
                    <a:pt x="4333334" y="863661"/>
                  </a:lnTo>
                  <a:lnTo>
                    <a:pt x="4333443" y="863661"/>
                  </a:lnTo>
                  <a:lnTo>
                    <a:pt x="4333551" y="863661"/>
                  </a:lnTo>
                  <a:lnTo>
                    <a:pt x="4333660" y="863661"/>
                  </a:lnTo>
                  <a:lnTo>
                    <a:pt x="4333768" y="863661"/>
                  </a:lnTo>
                  <a:lnTo>
                    <a:pt x="4333768" y="863037"/>
                  </a:lnTo>
                  <a:lnTo>
                    <a:pt x="4333877" y="863037"/>
                  </a:lnTo>
                  <a:lnTo>
                    <a:pt x="4333985" y="863037"/>
                  </a:lnTo>
                  <a:lnTo>
                    <a:pt x="4334094" y="863037"/>
                  </a:lnTo>
                  <a:lnTo>
                    <a:pt x="4334202" y="863037"/>
                  </a:lnTo>
                  <a:lnTo>
                    <a:pt x="4334311" y="863037"/>
                  </a:lnTo>
                  <a:lnTo>
                    <a:pt x="4334419" y="863037"/>
                  </a:lnTo>
                  <a:lnTo>
                    <a:pt x="4334527" y="863037"/>
                  </a:lnTo>
                  <a:lnTo>
                    <a:pt x="4334636" y="863037"/>
                  </a:lnTo>
                  <a:lnTo>
                    <a:pt x="4334744" y="863037"/>
                  </a:lnTo>
                  <a:lnTo>
                    <a:pt x="4334853" y="863037"/>
                  </a:lnTo>
                  <a:lnTo>
                    <a:pt x="4334961" y="863037"/>
                  </a:lnTo>
                  <a:lnTo>
                    <a:pt x="4335070" y="863037"/>
                  </a:lnTo>
                  <a:lnTo>
                    <a:pt x="4335178" y="863037"/>
                  </a:lnTo>
                  <a:lnTo>
                    <a:pt x="4335287" y="863037"/>
                  </a:lnTo>
                  <a:lnTo>
                    <a:pt x="4335395" y="863037"/>
                  </a:lnTo>
                  <a:lnTo>
                    <a:pt x="4335395" y="862414"/>
                  </a:lnTo>
                  <a:lnTo>
                    <a:pt x="4335503" y="862414"/>
                  </a:lnTo>
                  <a:lnTo>
                    <a:pt x="4335612" y="862414"/>
                  </a:lnTo>
                  <a:lnTo>
                    <a:pt x="4335720" y="862414"/>
                  </a:lnTo>
                  <a:lnTo>
                    <a:pt x="4335829" y="862414"/>
                  </a:lnTo>
                  <a:lnTo>
                    <a:pt x="4335937" y="862414"/>
                  </a:lnTo>
                  <a:lnTo>
                    <a:pt x="4336046" y="862414"/>
                  </a:lnTo>
                  <a:lnTo>
                    <a:pt x="4336154" y="862414"/>
                  </a:lnTo>
                  <a:lnTo>
                    <a:pt x="4336263" y="862414"/>
                  </a:lnTo>
                  <a:lnTo>
                    <a:pt x="4336371" y="862414"/>
                  </a:lnTo>
                  <a:lnTo>
                    <a:pt x="4336479" y="862414"/>
                  </a:lnTo>
                  <a:lnTo>
                    <a:pt x="4336588" y="862414"/>
                  </a:lnTo>
                  <a:lnTo>
                    <a:pt x="4336696" y="862414"/>
                  </a:lnTo>
                  <a:lnTo>
                    <a:pt x="4336805" y="862414"/>
                  </a:lnTo>
                  <a:lnTo>
                    <a:pt x="4336913" y="862414"/>
                  </a:lnTo>
                  <a:lnTo>
                    <a:pt x="4337022" y="862414"/>
                  </a:lnTo>
                  <a:lnTo>
                    <a:pt x="4337130" y="862414"/>
                  </a:lnTo>
                  <a:lnTo>
                    <a:pt x="4337239" y="862414"/>
                  </a:lnTo>
                  <a:lnTo>
                    <a:pt x="4337347" y="862414"/>
                  </a:lnTo>
                  <a:lnTo>
                    <a:pt x="4337455" y="862414"/>
                  </a:lnTo>
                  <a:lnTo>
                    <a:pt x="4337564" y="862414"/>
                  </a:lnTo>
                  <a:lnTo>
                    <a:pt x="4337564" y="861790"/>
                  </a:lnTo>
                  <a:lnTo>
                    <a:pt x="4337672" y="861790"/>
                  </a:lnTo>
                  <a:lnTo>
                    <a:pt x="4337781" y="861790"/>
                  </a:lnTo>
                  <a:lnTo>
                    <a:pt x="4337781" y="861167"/>
                  </a:lnTo>
                  <a:lnTo>
                    <a:pt x="4337889" y="861167"/>
                  </a:lnTo>
                  <a:lnTo>
                    <a:pt x="4337998" y="861167"/>
                  </a:lnTo>
                  <a:lnTo>
                    <a:pt x="4337998" y="860543"/>
                  </a:lnTo>
                  <a:lnTo>
                    <a:pt x="4338106" y="860543"/>
                  </a:lnTo>
                  <a:lnTo>
                    <a:pt x="4338215" y="860543"/>
                  </a:lnTo>
                  <a:lnTo>
                    <a:pt x="4338323" y="860543"/>
                  </a:lnTo>
                  <a:lnTo>
                    <a:pt x="4338323" y="859920"/>
                  </a:lnTo>
                  <a:lnTo>
                    <a:pt x="4338431" y="859920"/>
                  </a:lnTo>
                  <a:lnTo>
                    <a:pt x="4338540" y="859920"/>
                  </a:lnTo>
                  <a:lnTo>
                    <a:pt x="4338648" y="859920"/>
                  </a:lnTo>
                  <a:lnTo>
                    <a:pt x="4338757" y="859920"/>
                  </a:lnTo>
                  <a:lnTo>
                    <a:pt x="4338865" y="859920"/>
                  </a:lnTo>
                  <a:lnTo>
                    <a:pt x="4338974" y="859920"/>
                  </a:lnTo>
                  <a:lnTo>
                    <a:pt x="4339082" y="859920"/>
                  </a:lnTo>
                  <a:lnTo>
                    <a:pt x="4339191" y="859920"/>
                  </a:lnTo>
                  <a:lnTo>
                    <a:pt x="4339299" y="859920"/>
                  </a:lnTo>
                  <a:lnTo>
                    <a:pt x="4339408" y="859920"/>
                  </a:lnTo>
                  <a:lnTo>
                    <a:pt x="4339516" y="859920"/>
                  </a:lnTo>
                  <a:lnTo>
                    <a:pt x="4339516" y="859296"/>
                  </a:lnTo>
                  <a:lnTo>
                    <a:pt x="4339624" y="859296"/>
                  </a:lnTo>
                  <a:lnTo>
                    <a:pt x="4339624" y="858672"/>
                  </a:lnTo>
                  <a:lnTo>
                    <a:pt x="4339733" y="858672"/>
                  </a:lnTo>
                  <a:lnTo>
                    <a:pt x="4339841" y="858672"/>
                  </a:lnTo>
                  <a:lnTo>
                    <a:pt x="4339950" y="858672"/>
                  </a:lnTo>
                  <a:lnTo>
                    <a:pt x="4340058" y="858672"/>
                  </a:lnTo>
                  <a:lnTo>
                    <a:pt x="4340167" y="858672"/>
                  </a:lnTo>
                  <a:lnTo>
                    <a:pt x="4340275" y="858672"/>
                  </a:lnTo>
                  <a:lnTo>
                    <a:pt x="4340384" y="858672"/>
                  </a:lnTo>
                  <a:lnTo>
                    <a:pt x="4340384" y="858049"/>
                  </a:lnTo>
                  <a:lnTo>
                    <a:pt x="4340492" y="858049"/>
                  </a:lnTo>
                  <a:lnTo>
                    <a:pt x="4340600" y="858049"/>
                  </a:lnTo>
                  <a:lnTo>
                    <a:pt x="4340709" y="858049"/>
                  </a:lnTo>
                  <a:lnTo>
                    <a:pt x="4340817" y="858049"/>
                  </a:lnTo>
                  <a:lnTo>
                    <a:pt x="4340926" y="858049"/>
                  </a:lnTo>
                  <a:lnTo>
                    <a:pt x="4340926" y="857425"/>
                  </a:lnTo>
                  <a:lnTo>
                    <a:pt x="4341034" y="857425"/>
                  </a:lnTo>
                  <a:lnTo>
                    <a:pt x="4341143" y="857425"/>
                  </a:lnTo>
                  <a:lnTo>
                    <a:pt x="4341251" y="857425"/>
                  </a:lnTo>
                  <a:lnTo>
                    <a:pt x="4341360" y="857425"/>
                  </a:lnTo>
                  <a:lnTo>
                    <a:pt x="4341468" y="857425"/>
                  </a:lnTo>
                  <a:lnTo>
                    <a:pt x="4341576" y="857425"/>
                  </a:lnTo>
                  <a:lnTo>
                    <a:pt x="4341685" y="857425"/>
                  </a:lnTo>
                  <a:lnTo>
                    <a:pt x="4341793" y="857425"/>
                  </a:lnTo>
                  <a:lnTo>
                    <a:pt x="4341902" y="857425"/>
                  </a:lnTo>
                  <a:lnTo>
                    <a:pt x="4342010" y="857425"/>
                  </a:lnTo>
                  <a:lnTo>
                    <a:pt x="4342010" y="856802"/>
                  </a:lnTo>
                  <a:lnTo>
                    <a:pt x="4342119" y="856802"/>
                  </a:lnTo>
                  <a:lnTo>
                    <a:pt x="4342227" y="856802"/>
                  </a:lnTo>
                  <a:lnTo>
                    <a:pt x="4342336" y="856802"/>
                  </a:lnTo>
                  <a:lnTo>
                    <a:pt x="4342444" y="856802"/>
                  </a:lnTo>
                  <a:lnTo>
                    <a:pt x="4342552" y="856802"/>
                  </a:lnTo>
                  <a:lnTo>
                    <a:pt x="4342661" y="856802"/>
                  </a:lnTo>
                  <a:lnTo>
                    <a:pt x="4342769" y="856802"/>
                  </a:lnTo>
                  <a:lnTo>
                    <a:pt x="4342878" y="856802"/>
                  </a:lnTo>
                  <a:lnTo>
                    <a:pt x="4342986" y="856802"/>
                  </a:lnTo>
                  <a:lnTo>
                    <a:pt x="4343095" y="856802"/>
                  </a:lnTo>
                  <a:lnTo>
                    <a:pt x="4343203" y="856802"/>
                  </a:lnTo>
                  <a:lnTo>
                    <a:pt x="4343312" y="856802"/>
                  </a:lnTo>
                  <a:lnTo>
                    <a:pt x="4343420" y="856802"/>
                  </a:lnTo>
                  <a:lnTo>
                    <a:pt x="4343529" y="856802"/>
                  </a:lnTo>
                  <a:lnTo>
                    <a:pt x="4343637" y="856802"/>
                  </a:lnTo>
                  <a:lnTo>
                    <a:pt x="4343745" y="856802"/>
                  </a:lnTo>
                  <a:lnTo>
                    <a:pt x="4343854" y="856802"/>
                  </a:lnTo>
                  <a:lnTo>
                    <a:pt x="4343962" y="856802"/>
                  </a:lnTo>
                  <a:lnTo>
                    <a:pt x="4344071" y="856802"/>
                  </a:lnTo>
                  <a:lnTo>
                    <a:pt x="4344179" y="856802"/>
                  </a:lnTo>
                  <a:lnTo>
                    <a:pt x="4344288" y="856802"/>
                  </a:lnTo>
                  <a:lnTo>
                    <a:pt x="4344396" y="856802"/>
                  </a:lnTo>
                  <a:lnTo>
                    <a:pt x="4344505" y="856802"/>
                  </a:lnTo>
                  <a:lnTo>
                    <a:pt x="4344613" y="856802"/>
                  </a:lnTo>
                  <a:lnTo>
                    <a:pt x="4344721" y="856802"/>
                  </a:lnTo>
                  <a:lnTo>
                    <a:pt x="4344830" y="856802"/>
                  </a:lnTo>
                  <a:lnTo>
                    <a:pt x="4344938" y="856802"/>
                  </a:lnTo>
                  <a:lnTo>
                    <a:pt x="4345047" y="856802"/>
                  </a:lnTo>
                  <a:lnTo>
                    <a:pt x="4345155" y="856802"/>
                  </a:lnTo>
                  <a:lnTo>
                    <a:pt x="4345264" y="856802"/>
                  </a:lnTo>
                  <a:lnTo>
                    <a:pt x="4345264" y="856178"/>
                  </a:lnTo>
                  <a:lnTo>
                    <a:pt x="4345372" y="856178"/>
                  </a:lnTo>
                  <a:lnTo>
                    <a:pt x="4345481" y="856178"/>
                  </a:lnTo>
                  <a:lnTo>
                    <a:pt x="4345589" y="856178"/>
                  </a:lnTo>
                  <a:lnTo>
                    <a:pt x="4345697" y="856178"/>
                  </a:lnTo>
                  <a:lnTo>
                    <a:pt x="4345806" y="856178"/>
                  </a:lnTo>
                  <a:lnTo>
                    <a:pt x="4345914" y="856178"/>
                  </a:lnTo>
                  <a:lnTo>
                    <a:pt x="4346023" y="856178"/>
                  </a:lnTo>
                  <a:lnTo>
                    <a:pt x="4346023" y="855554"/>
                  </a:lnTo>
                  <a:lnTo>
                    <a:pt x="4346131" y="855554"/>
                  </a:lnTo>
                  <a:lnTo>
                    <a:pt x="4346240" y="855554"/>
                  </a:lnTo>
                  <a:lnTo>
                    <a:pt x="4346348" y="855554"/>
                  </a:lnTo>
                  <a:lnTo>
                    <a:pt x="4346457" y="855554"/>
                  </a:lnTo>
                  <a:lnTo>
                    <a:pt x="4346565" y="855554"/>
                  </a:lnTo>
                  <a:lnTo>
                    <a:pt x="4346673" y="855554"/>
                  </a:lnTo>
                  <a:lnTo>
                    <a:pt x="4346673" y="854931"/>
                  </a:lnTo>
                  <a:lnTo>
                    <a:pt x="4346782" y="854931"/>
                  </a:lnTo>
                  <a:lnTo>
                    <a:pt x="4346890" y="854931"/>
                  </a:lnTo>
                  <a:lnTo>
                    <a:pt x="4346999" y="854931"/>
                  </a:lnTo>
                  <a:lnTo>
                    <a:pt x="4347107" y="854931"/>
                  </a:lnTo>
                  <a:lnTo>
                    <a:pt x="4347216" y="854931"/>
                  </a:lnTo>
                  <a:lnTo>
                    <a:pt x="4347324" y="854931"/>
                  </a:lnTo>
                  <a:lnTo>
                    <a:pt x="4347433" y="854931"/>
                  </a:lnTo>
                  <a:lnTo>
                    <a:pt x="4347541" y="854931"/>
                  </a:lnTo>
                  <a:lnTo>
                    <a:pt x="4347650" y="854931"/>
                  </a:lnTo>
                  <a:lnTo>
                    <a:pt x="4347758" y="854931"/>
                  </a:lnTo>
                  <a:lnTo>
                    <a:pt x="4347866" y="854931"/>
                  </a:lnTo>
                  <a:lnTo>
                    <a:pt x="4347975" y="854931"/>
                  </a:lnTo>
                  <a:lnTo>
                    <a:pt x="4348083" y="854931"/>
                  </a:lnTo>
                  <a:lnTo>
                    <a:pt x="4348192" y="854931"/>
                  </a:lnTo>
                  <a:lnTo>
                    <a:pt x="4348300" y="854931"/>
                  </a:lnTo>
                  <a:lnTo>
                    <a:pt x="4348409" y="854931"/>
                  </a:lnTo>
                  <a:lnTo>
                    <a:pt x="4348517" y="854931"/>
                  </a:lnTo>
                  <a:lnTo>
                    <a:pt x="4348626" y="854931"/>
                  </a:lnTo>
                  <a:lnTo>
                    <a:pt x="4348734" y="854931"/>
                  </a:lnTo>
                  <a:lnTo>
                    <a:pt x="4348842" y="854931"/>
                  </a:lnTo>
                  <a:lnTo>
                    <a:pt x="4348842" y="854307"/>
                  </a:lnTo>
                  <a:lnTo>
                    <a:pt x="4348951" y="854307"/>
                  </a:lnTo>
                  <a:lnTo>
                    <a:pt x="4349059" y="854307"/>
                  </a:lnTo>
                  <a:lnTo>
                    <a:pt x="4349168" y="854307"/>
                  </a:lnTo>
                  <a:lnTo>
                    <a:pt x="4349276" y="854307"/>
                  </a:lnTo>
                  <a:lnTo>
                    <a:pt x="4349385" y="854307"/>
                  </a:lnTo>
                  <a:lnTo>
                    <a:pt x="4349493" y="854307"/>
                  </a:lnTo>
                  <a:lnTo>
                    <a:pt x="4349602" y="854307"/>
                  </a:lnTo>
                  <a:lnTo>
                    <a:pt x="4349710" y="854307"/>
                  </a:lnTo>
                  <a:lnTo>
                    <a:pt x="4349818" y="854307"/>
                  </a:lnTo>
                  <a:lnTo>
                    <a:pt x="4349927" y="854307"/>
                  </a:lnTo>
                  <a:lnTo>
                    <a:pt x="4350035" y="854307"/>
                  </a:lnTo>
                  <a:lnTo>
                    <a:pt x="4350144" y="854307"/>
                  </a:lnTo>
                  <a:lnTo>
                    <a:pt x="4350252" y="854307"/>
                  </a:lnTo>
                  <a:lnTo>
                    <a:pt x="4350361" y="854307"/>
                  </a:lnTo>
                  <a:lnTo>
                    <a:pt x="4350469" y="854307"/>
                  </a:lnTo>
                  <a:lnTo>
                    <a:pt x="4350578" y="854307"/>
                  </a:lnTo>
                  <a:lnTo>
                    <a:pt x="4350578" y="853684"/>
                  </a:lnTo>
                  <a:lnTo>
                    <a:pt x="4350578" y="853060"/>
                  </a:lnTo>
                  <a:lnTo>
                    <a:pt x="4350686" y="853060"/>
                  </a:lnTo>
                  <a:lnTo>
                    <a:pt x="4350794" y="853060"/>
                  </a:lnTo>
                  <a:lnTo>
                    <a:pt x="4350903" y="853060"/>
                  </a:lnTo>
                  <a:lnTo>
                    <a:pt x="4351011" y="853060"/>
                  </a:lnTo>
                  <a:lnTo>
                    <a:pt x="4351120" y="853060"/>
                  </a:lnTo>
                  <a:lnTo>
                    <a:pt x="4351228" y="853060"/>
                  </a:lnTo>
                  <a:lnTo>
                    <a:pt x="4351337" y="853060"/>
                  </a:lnTo>
                  <a:lnTo>
                    <a:pt x="4351445" y="853060"/>
                  </a:lnTo>
                  <a:lnTo>
                    <a:pt x="4351554" y="853060"/>
                  </a:lnTo>
                  <a:lnTo>
                    <a:pt x="4351662" y="853060"/>
                  </a:lnTo>
                  <a:lnTo>
                    <a:pt x="4351771" y="853060"/>
                  </a:lnTo>
                  <a:lnTo>
                    <a:pt x="4351879" y="853060"/>
                  </a:lnTo>
                  <a:lnTo>
                    <a:pt x="4351987" y="853060"/>
                  </a:lnTo>
                  <a:lnTo>
                    <a:pt x="4352096" y="853060"/>
                  </a:lnTo>
                  <a:lnTo>
                    <a:pt x="4352204" y="853060"/>
                  </a:lnTo>
                  <a:lnTo>
                    <a:pt x="4352313" y="853060"/>
                  </a:lnTo>
                  <a:lnTo>
                    <a:pt x="4352421" y="853060"/>
                  </a:lnTo>
                  <a:lnTo>
                    <a:pt x="4352530" y="853060"/>
                  </a:lnTo>
                  <a:lnTo>
                    <a:pt x="4352638" y="853060"/>
                  </a:lnTo>
                  <a:lnTo>
                    <a:pt x="4352747" y="853060"/>
                  </a:lnTo>
                  <a:lnTo>
                    <a:pt x="4352855" y="853060"/>
                  </a:lnTo>
                  <a:lnTo>
                    <a:pt x="4352963" y="853060"/>
                  </a:lnTo>
                  <a:lnTo>
                    <a:pt x="4353072" y="853060"/>
                  </a:lnTo>
                  <a:lnTo>
                    <a:pt x="4353180" y="853060"/>
                  </a:lnTo>
                  <a:lnTo>
                    <a:pt x="4353289" y="853060"/>
                  </a:lnTo>
                  <a:lnTo>
                    <a:pt x="4353397" y="853060"/>
                  </a:lnTo>
                  <a:lnTo>
                    <a:pt x="4353506" y="853060"/>
                  </a:lnTo>
                  <a:lnTo>
                    <a:pt x="4353614" y="853060"/>
                  </a:lnTo>
                  <a:lnTo>
                    <a:pt x="4353723" y="853060"/>
                  </a:lnTo>
                  <a:lnTo>
                    <a:pt x="4353831" y="853060"/>
                  </a:lnTo>
                  <a:lnTo>
                    <a:pt x="4353939" y="853060"/>
                  </a:lnTo>
                  <a:lnTo>
                    <a:pt x="4354048" y="853060"/>
                  </a:lnTo>
                  <a:lnTo>
                    <a:pt x="4354156" y="853060"/>
                  </a:lnTo>
                  <a:lnTo>
                    <a:pt x="4354265" y="853060"/>
                  </a:lnTo>
                  <a:lnTo>
                    <a:pt x="4354373" y="853060"/>
                  </a:lnTo>
                  <a:lnTo>
                    <a:pt x="4354482" y="853060"/>
                  </a:lnTo>
                  <a:lnTo>
                    <a:pt x="4354590" y="853060"/>
                  </a:lnTo>
                  <a:lnTo>
                    <a:pt x="4354699" y="853060"/>
                  </a:lnTo>
                  <a:lnTo>
                    <a:pt x="4354807" y="853060"/>
                  </a:lnTo>
                  <a:lnTo>
                    <a:pt x="4354915" y="853060"/>
                  </a:lnTo>
                  <a:lnTo>
                    <a:pt x="4355024" y="853060"/>
                  </a:lnTo>
                  <a:lnTo>
                    <a:pt x="4355132" y="853060"/>
                  </a:lnTo>
                  <a:lnTo>
                    <a:pt x="4355241" y="853060"/>
                  </a:lnTo>
                  <a:lnTo>
                    <a:pt x="4355349" y="853060"/>
                  </a:lnTo>
                  <a:lnTo>
                    <a:pt x="4355458" y="853060"/>
                  </a:lnTo>
                  <a:lnTo>
                    <a:pt x="4355566" y="853060"/>
                  </a:lnTo>
                  <a:lnTo>
                    <a:pt x="4355675" y="853060"/>
                  </a:lnTo>
                  <a:lnTo>
                    <a:pt x="4355783" y="853060"/>
                  </a:lnTo>
                  <a:lnTo>
                    <a:pt x="4355892" y="853060"/>
                  </a:lnTo>
                  <a:lnTo>
                    <a:pt x="4356000" y="853060"/>
                  </a:lnTo>
                  <a:lnTo>
                    <a:pt x="4356108" y="853060"/>
                  </a:lnTo>
                  <a:lnTo>
                    <a:pt x="4356108" y="852437"/>
                  </a:lnTo>
                  <a:lnTo>
                    <a:pt x="4356217" y="852437"/>
                  </a:lnTo>
                  <a:lnTo>
                    <a:pt x="4356325" y="852437"/>
                  </a:lnTo>
                  <a:lnTo>
                    <a:pt x="4356325" y="851813"/>
                  </a:lnTo>
                  <a:lnTo>
                    <a:pt x="4356434" y="851813"/>
                  </a:lnTo>
                  <a:lnTo>
                    <a:pt x="4356434" y="851189"/>
                  </a:lnTo>
                  <a:lnTo>
                    <a:pt x="4356542" y="851189"/>
                  </a:lnTo>
                  <a:lnTo>
                    <a:pt x="4356651" y="851189"/>
                  </a:lnTo>
                  <a:lnTo>
                    <a:pt x="4356759" y="851189"/>
                  </a:lnTo>
                  <a:lnTo>
                    <a:pt x="4356868" y="851189"/>
                  </a:lnTo>
                  <a:lnTo>
                    <a:pt x="4356976" y="851189"/>
                  </a:lnTo>
                  <a:lnTo>
                    <a:pt x="4357084" y="851189"/>
                  </a:lnTo>
                  <a:lnTo>
                    <a:pt x="4357193" y="851189"/>
                  </a:lnTo>
                  <a:lnTo>
                    <a:pt x="4357301" y="851189"/>
                  </a:lnTo>
                  <a:lnTo>
                    <a:pt x="4357410" y="851189"/>
                  </a:lnTo>
                  <a:lnTo>
                    <a:pt x="4357518" y="851189"/>
                  </a:lnTo>
                  <a:lnTo>
                    <a:pt x="4357627" y="851189"/>
                  </a:lnTo>
                  <a:lnTo>
                    <a:pt x="4357735" y="851189"/>
                  </a:lnTo>
                  <a:lnTo>
                    <a:pt x="4357844" y="851189"/>
                  </a:lnTo>
                  <a:lnTo>
                    <a:pt x="4357952" y="851189"/>
                  </a:lnTo>
                  <a:lnTo>
                    <a:pt x="4358060" y="851189"/>
                  </a:lnTo>
                  <a:lnTo>
                    <a:pt x="4358169" y="851189"/>
                  </a:lnTo>
                  <a:lnTo>
                    <a:pt x="4358277" y="851189"/>
                  </a:lnTo>
                  <a:lnTo>
                    <a:pt x="4358277" y="850566"/>
                  </a:lnTo>
                  <a:lnTo>
                    <a:pt x="4358386" y="850566"/>
                  </a:lnTo>
                  <a:lnTo>
                    <a:pt x="4358494" y="850566"/>
                  </a:lnTo>
                  <a:lnTo>
                    <a:pt x="4358603" y="850566"/>
                  </a:lnTo>
                  <a:lnTo>
                    <a:pt x="4358711" y="850566"/>
                  </a:lnTo>
                  <a:lnTo>
                    <a:pt x="4358820" y="850566"/>
                  </a:lnTo>
                  <a:lnTo>
                    <a:pt x="4358820" y="849942"/>
                  </a:lnTo>
                  <a:lnTo>
                    <a:pt x="4358928" y="849942"/>
                  </a:lnTo>
                  <a:lnTo>
                    <a:pt x="4359036" y="849942"/>
                  </a:lnTo>
                  <a:lnTo>
                    <a:pt x="4359145" y="849942"/>
                  </a:lnTo>
                  <a:lnTo>
                    <a:pt x="4359253" y="849942"/>
                  </a:lnTo>
                  <a:lnTo>
                    <a:pt x="4359362" y="849942"/>
                  </a:lnTo>
                  <a:lnTo>
                    <a:pt x="4359470" y="849942"/>
                  </a:lnTo>
                  <a:lnTo>
                    <a:pt x="4359579" y="849942"/>
                  </a:lnTo>
                  <a:lnTo>
                    <a:pt x="4359687" y="849942"/>
                  </a:lnTo>
                  <a:lnTo>
                    <a:pt x="4359796" y="849942"/>
                  </a:lnTo>
                  <a:lnTo>
                    <a:pt x="4359904" y="849942"/>
                  </a:lnTo>
                  <a:lnTo>
                    <a:pt x="4360013" y="849942"/>
                  </a:lnTo>
                  <a:lnTo>
                    <a:pt x="4360121" y="849942"/>
                  </a:lnTo>
                  <a:lnTo>
                    <a:pt x="4360229" y="849942"/>
                  </a:lnTo>
                  <a:lnTo>
                    <a:pt x="4360229" y="849319"/>
                  </a:lnTo>
                  <a:lnTo>
                    <a:pt x="4360338" y="849319"/>
                  </a:lnTo>
                  <a:lnTo>
                    <a:pt x="4360446" y="849319"/>
                  </a:lnTo>
                  <a:lnTo>
                    <a:pt x="4360555" y="849319"/>
                  </a:lnTo>
                  <a:lnTo>
                    <a:pt x="4360663" y="849319"/>
                  </a:lnTo>
                  <a:lnTo>
                    <a:pt x="4360772" y="849319"/>
                  </a:lnTo>
                  <a:lnTo>
                    <a:pt x="4360880" y="849319"/>
                  </a:lnTo>
                  <a:lnTo>
                    <a:pt x="4360989" y="849319"/>
                  </a:lnTo>
                  <a:lnTo>
                    <a:pt x="4360989" y="848695"/>
                  </a:lnTo>
                  <a:lnTo>
                    <a:pt x="4361097" y="848695"/>
                  </a:lnTo>
                  <a:lnTo>
                    <a:pt x="4361205" y="848695"/>
                  </a:lnTo>
                  <a:lnTo>
                    <a:pt x="4361314" y="848695"/>
                  </a:lnTo>
                  <a:lnTo>
                    <a:pt x="4361422" y="848695"/>
                  </a:lnTo>
                  <a:lnTo>
                    <a:pt x="4361422" y="848071"/>
                  </a:lnTo>
                  <a:lnTo>
                    <a:pt x="4361531" y="848071"/>
                  </a:lnTo>
                  <a:lnTo>
                    <a:pt x="4361639" y="848071"/>
                  </a:lnTo>
                  <a:lnTo>
                    <a:pt x="4361748" y="848071"/>
                  </a:lnTo>
                  <a:lnTo>
                    <a:pt x="4361856" y="848071"/>
                  </a:lnTo>
                  <a:lnTo>
                    <a:pt x="4361965" y="848071"/>
                  </a:lnTo>
                  <a:lnTo>
                    <a:pt x="4362073" y="848071"/>
                  </a:lnTo>
                  <a:lnTo>
                    <a:pt x="4362181" y="848071"/>
                  </a:lnTo>
                  <a:lnTo>
                    <a:pt x="4362290" y="848071"/>
                  </a:lnTo>
                  <a:lnTo>
                    <a:pt x="4362398" y="848071"/>
                  </a:lnTo>
                  <a:lnTo>
                    <a:pt x="4362507" y="848071"/>
                  </a:lnTo>
                  <a:lnTo>
                    <a:pt x="4362507" y="847448"/>
                  </a:lnTo>
                  <a:lnTo>
                    <a:pt x="4362615" y="847448"/>
                  </a:lnTo>
                  <a:lnTo>
                    <a:pt x="4362724" y="847448"/>
                  </a:lnTo>
                  <a:lnTo>
                    <a:pt x="4362832" y="847448"/>
                  </a:lnTo>
                  <a:lnTo>
                    <a:pt x="4362941" y="847448"/>
                  </a:lnTo>
                  <a:lnTo>
                    <a:pt x="4363049" y="847448"/>
                  </a:lnTo>
                  <a:lnTo>
                    <a:pt x="4363157" y="847448"/>
                  </a:lnTo>
                  <a:lnTo>
                    <a:pt x="4363266" y="847448"/>
                  </a:lnTo>
                  <a:lnTo>
                    <a:pt x="4363374" y="847448"/>
                  </a:lnTo>
                  <a:lnTo>
                    <a:pt x="4363483" y="847448"/>
                  </a:lnTo>
                  <a:lnTo>
                    <a:pt x="4363591" y="847448"/>
                  </a:lnTo>
                  <a:lnTo>
                    <a:pt x="4363700" y="847448"/>
                  </a:lnTo>
                  <a:lnTo>
                    <a:pt x="4363808" y="847448"/>
                  </a:lnTo>
                  <a:lnTo>
                    <a:pt x="4363917" y="847448"/>
                  </a:lnTo>
                  <a:lnTo>
                    <a:pt x="4364025" y="847448"/>
                  </a:lnTo>
                  <a:lnTo>
                    <a:pt x="4364133" y="847448"/>
                  </a:lnTo>
                  <a:lnTo>
                    <a:pt x="4364242" y="847448"/>
                  </a:lnTo>
                  <a:lnTo>
                    <a:pt x="4364350" y="847448"/>
                  </a:lnTo>
                  <a:lnTo>
                    <a:pt x="4364459" y="847448"/>
                  </a:lnTo>
                  <a:lnTo>
                    <a:pt x="4364567" y="847448"/>
                  </a:lnTo>
                  <a:lnTo>
                    <a:pt x="4364676" y="847448"/>
                  </a:lnTo>
                  <a:lnTo>
                    <a:pt x="4364784" y="847448"/>
                  </a:lnTo>
                  <a:lnTo>
                    <a:pt x="4364893" y="847448"/>
                  </a:lnTo>
                  <a:lnTo>
                    <a:pt x="4365001" y="847448"/>
                  </a:lnTo>
                  <a:lnTo>
                    <a:pt x="4365110" y="847448"/>
                  </a:lnTo>
                  <a:lnTo>
                    <a:pt x="4365110" y="846824"/>
                  </a:lnTo>
                  <a:lnTo>
                    <a:pt x="4365110" y="846201"/>
                  </a:lnTo>
                  <a:lnTo>
                    <a:pt x="4365218" y="846201"/>
                  </a:lnTo>
                  <a:lnTo>
                    <a:pt x="4365326" y="846201"/>
                  </a:lnTo>
                  <a:lnTo>
                    <a:pt x="4365435" y="846201"/>
                  </a:lnTo>
                  <a:lnTo>
                    <a:pt x="4365543" y="846201"/>
                  </a:lnTo>
                  <a:lnTo>
                    <a:pt x="4365652" y="846201"/>
                  </a:lnTo>
                  <a:lnTo>
                    <a:pt x="4365760" y="846201"/>
                  </a:lnTo>
                  <a:lnTo>
                    <a:pt x="4365869" y="846201"/>
                  </a:lnTo>
                  <a:lnTo>
                    <a:pt x="4365977" y="846201"/>
                  </a:lnTo>
                  <a:lnTo>
                    <a:pt x="4366086" y="846201"/>
                  </a:lnTo>
                  <a:lnTo>
                    <a:pt x="4366194" y="846201"/>
                  </a:lnTo>
                  <a:lnTo>
                    <a:pt x="4366302" y="846201"/>
                  </a:lnTo>
                  <a:lnTo>
                    <a:pt x="4366411" y="846201"/>
                  </a:lnTo>
                  <a:lnTo>
                    <a:pt x="4366519" y="846201"/>
                  </a:lnTo>
                  <a:lnTo>
                    <a:pt x="4366628" y="846201"/>
                  </a:lnTo>
                  <a:lnTo>
                    <a:pt x="4366736" y="846201"/>
                  </a:lnTo>
                  <a:lnTo>
                    <a:pt x="4366736" y="845577"/>
                  </a:lnTo>
                  <a:lnTo>
                    <a:pt x="4366845" y="845577"/>
                  </a:lnTo>
                  <a:lnTo>
                    <a:pt x="4366953" y="845577"/>
                  </a:lnTo>
                  <a:lnTo>
                    <a:pt x="4367062" y="845577"/>
                  </a:lnTo>
                  <a:lnTo>
                    <a:pt x="4367170" y="845577"/>
                  </a:lnTo>
                  <a:lnTo>
                    <a:pt x="4367278" y="845577"/>
                  </a:lnTo>
                  <a:lnTo>
                    <a:pt x="4367278" y="844954"/>
                  </a:lnTo>
                  <a:lnTo>
                    <a:pt x="4367387" y="844954"/>
                  </a:lnTo>
                  <a:lnTo>
                    <a:pt x="4367495" y="844954"/>
                  </a:lnTo>
                  <a:lnTo>
                    <a:pt x="4367604" y="844954"/>
                  </a:lnTo>
                  <a:lnTo>
                    <a:pt x="4367712" y="844954"/>
                  </a:lnTo>
                  <a:lnTo>
                    <a:pt x="4367821" y="844954"/>
                  </a:lnTo>
                  <a:lnTo>
                    <a:pt x="4367929" y="844954"/>
                  </a:lnTo>
                  <a:lnTo>
                    <a:pt x="4368038" y="844954"/>
                  </a:lnTo>
                  <a:lnTo>
                    <a:pt x="4368146" y="844954"/>
                  </a:lnTo>
                  <a:lnTo>
                    <a:pt x="4368254" y="844954"/>
                  </a:lnTo>
                  <a:lnTo>
                    <a:pt x="4368363" y="844954"/>
                  </a:lnTo>
                  <a:lnTo>
                    <a:pt x="4368363" y="844330"/>
                  </a:lnTo>
                  <a:lnTo>
                    <a:pt x="4368471" y="844330"/>
                  </a:lnTo>
                  <a:lnTo>
                    <a:pt x="4368580" y="844330"/>
                  </a:lnTo>
                  <a:lnTo>
                    <a:pt x="4368688" y="844330"/>
                  </a:lnTo>
                  <a:lnTo>
                    <a:pt x="4368797" y="844330"/>
                  </a:lnTo>
                  <a:lnTo>
                    <a:pt x="4368905" y="844330"/>
                  </a:lnTo>
                  <a:lnTo>
                    <a:pt x="4369014" y="844330"/>
                  </a:lnTo>
                  <a:lnTo>
                    <a:pt x="4369122" y="844330"/>
                  </a:lnTo>
                  <a:lnTo>
                    <a:pt x="4369231" y="844330"/>
                  </a:lnTo>
                  <a:lnTo>
                    <a:pt x="4369339" y="844330"/>
                  </a:lnTo>
                  <a:lnTo>
                    <a:pt x="4369447" y="844330"/>
                  </a:lnTo>
                  <a:lnTo>
                    <a:pt x="4369556" y="844330"/>
                  </a:lnTo>
                  <a:lnTo>
                    <a:pt x="4369664" y="844330"/>
                  </a:lnTo>
                  <a:lnTo>
                    <a:pt x="4369773" y="844330"/>
                  </a:lnTo>
                  <a:lnTo>
                    <a:pt x="4369881" y="844330"/>
                  </a:lnTo>
                  <a:lnTo>
                    <a:pt x="4369990" y="844330"/>
                  </a:lnTo>
                  <a:lnTo>
                    <a:pt x="4370098" y="844330"/>
                  </a:lnTo>
                  <a:lnTo>
                    <a:pt x="4370098" y="843706"/>
                  </a:lnTo>
                  <a:lnTo>
                    <a:pt x="4370207" y="843706"/>
                  </a:lnTo>
                  <a:lnTo>
                    <a:pt x="4370315" y="843706"/>
                  </a:lnTo>
                  <a:lnTo>
                    <a:pt x="4370423" y="843706"/>
                  </a:lnTo>
                  <a:lnTo>
                    <a:pt x="4370532" y="843706"/>
                  </a:lnTo>
                  <a:lnTo>
                    <a:pt x="4370640" y="843706"/>
                  </a:lnTo>
                  <a:lnTo>
                    <a:pt x="4370749" y="843706"/>
                  </a:lnTo>
                  <a:lnTo>
                    <a:pt x="4370857" y="843706"/>
                  </a:lnTo>
                  <a:lnTo>
                    <a:pt x="4370966" y="843706"/>
                  </a:lnTo>
                  <a:lnTo>
                    <a:pt x="4371074" y="843706"/>
                  </a:lnTo>
                  <a:lnTo>
                    <a:pt x="4371183" y="843706"/>
                  </a:lnTo>
                  <a:lnTo>
                    <a:pt x="4371183" y="843083"/>
                  </a:lnTo>
                  <a:lnTo>
                    <a:pt x="4371291" y="843083"/>
                  </a:lnTo>
                  <a:lnTo>
                    <a:pt x="4371291" y="842459"/>
                  </a:lnTo>
                  <a:lnTo>
                    <a:pt x="4371291" y="841836"/>
                  </a:lnTo>
                  <a:lnTo>
                    <a:pt x="4371399" y="841836"/>
                  </a:lnTo>
                  <a:lnTo>
                    <a:pt x="4371508" y="841836"/>
                  </a:lnTo>
                  <a:lnTo>
                    <a:pt x="4371616" y="841836"/>
                  </a:lnTo>
                  <a:lnTo>
                    <a:pt x="4371725" y="841836"/>
                  </a:lnTo>
                  <a:lnTo>
                    <a:pt x="4371725" y="841212"/>
                  </a:lnTo>
                  <a:lnTo>
                    <a:pt x="4371833" y="841212"/>
                  </a:lnTo>
                  <a:lnTo>
                    <a:pt x="4371942" y="841212"/>
                  </a:lnTo>
                  <a:lnTo>
                    <a:pt x="4372050" y="841212"/>
                  </a:lnTo>
                  <a:lnTo>
                    <a:pt x="4372159" y="841212"/>
                  </a:lnTo>
                  <a:lnTo>
                    <a:pt x="4372267" y="841212"/>
                  </a:lnTo>
                  <a:lnTo>
                    <a:pt x="4372375" y="841212"/>
                  </a:lnTo>
                  <a:lnTo>
                    <a:pt x="4372484" y="841212"/>
                  </a:lnTo>
                  <a:lnTo>
                    <a:pt x="4372592" y="841212"/>
                  </a:lnTo>
                  <a:lnTo>
                    <a:pt x="4372701" y="841212"/>
                  </a:lnTo>
                  <a:lnTo>
                    <a:pt x="4372809" y="841212"/>
                  </a:lnTo>
                  <a:lnTo>
                    <a:pt x="4372918" y="841212"/>
                  </a:lnTo>
                  <a:lnTo>
                    <a:pt x="4373026" y="841212"/>
                  </a:lnTo>
                  <a:lnTo>
                    <a:pt x="4373135" y="841212"/>
                  </a:lnTo>
                  <a:lnTo>
                    <a:pt x="4373243" y="841212"/>
                  </a:lnTo>
                  <a:lnTo>
                    <a:pt x="4373352" y="841212"/>
                  </a:lnTo>
                  <a:lnTo>
                    <a:pt x="4373460" y="841212"/>
                  </a:lnTo>
                  <a:lnTo>
                    <a:pt x="4373568" y="841212"/>
                  </a:lnTo>
                  <a:lnTo>
                    <a:pt x="4373677" y="841212"/>
                  </a:lnTo>
                  <a:lnTo>
                    <a:pt x="4373785" y="841212"/>
                  </a:lnTo>
                  <a:lnTo>
                    <a:pt x="4373894" y="841212"/>
                  </a:lnTo>
                  <a:lnTo>
                    <a:pt x="4374002" y="841212"/>
                  </a:lnTo>
                  <a:lnTo>
                    <a:pt x="4374111" y="841212"/>
                  </a:lnTo>
                  <a:lnTo>
                    <a:pt x="4374219" y="841212"/>
                  </a:lnTo>
                  <a:lnTo>
                    <a:pt x="4374328" y="841212"/>
                  </a:lnTo>
                  <a:lnTo>
                    <a:pt x="4374328" y="840588"/>
                  </a:lnTo>
                  <a:lnTo>
                    <a:pt x="4374436" y="840588"/>
                  </a:lnTo>
                  <a:lnTo>
                    <a:pt x="4374544" y="840588"/>
                  </a:lnTo>
                  <a:lnTo>
                    <a:pt x="4374653" y="840588"/>
                  </a:lnTo>
                  <a:lnTo>
                    <a:pt x="4374761" y="840588"/>
                  </a:lnTo>
                  <a:lnTo>
                    <a:pt x="4374761" y="839965"/>
                  </a:lnTo>
                  <a:lnTo>
                    <a:pt x="4374870" y="839965"/>
                  </a:lnTo>
                  <a:lnTo>
                    <a:pt x="4374978" y="839965"/>
                  </a:lnTo>
                  <a:lnTo>
                    <a:pt x="4375087" y="839965"/>
                  </a:lnTo>
                  <a:lnTo>
                    <a:pt x="4375195" y="839965"/>
                  </a:lnTo>
                  <a:lnTo>
                    <a:pt x="4375304" y="839965"/>
                  </a:lnTo>
                  <a:lnTo>
                    <a:pt x="4375412" y="839965"/>
                  </a:lnTo>
                  <a:lnTo>
                    <a:pt x="4375412" y="839341"/>
                  </a:lnTo>
                  <a:lnTo>
                    <a:pt x="4375520" y="839341"/>
                  </a:lnTo>
                  <a:lnTo>
                    <a:pt x="4375629" y="839341"/>
                  </a:lnTo>
                  <a:lnTo>
                    <a:pt x="4375629" y="838718"/>
                  </a:lnTo>
                  <a:lnTo>
                    <a:pt x="4375737" y="838718"/>
                  </a:lnTo>
                  <a:lnTo>
                    <a:pt x="4375846" y="838718"/>
                  </a:lnTo>
                  <a:lnTo>
                    <a:pt x="4375954" y="838718"/>
                  </a:lnTo>
                  <a:lnTo>
                    <a:pt x="4376063" y="838718"/>
                  </a:lnTo>
                  <a:lnTo>
                    <a:pt x="4376171" y="838718"/>
                  </a:lnTo>
                  <a:lnTo>
                    <a:pt x="4376280" y="838718"/>
                  </a:lnTo>
                  <a:lnTo>
                    <a:pt x="4376388" y="838718"/>
                  </a:lnTo>
                  <a:lnTo>
                    <a:pt x="4376496" y="838718"/>
                  </a:lnTo>
                  <a:lnTo>
                    <a:pt x="4376496" y="838094"/>
                  </a:lnTo>
                  <a:lnTo>
                    <a:pt x="4376605" y="838094"/>
                  </a:lnTo>
                  <a:lnTo>
                    <a:pt x="4376713" y="838094"/>
                  </a:lnTo>
                  <a:lnTo>
                    <a:pt x="4376822" y="838094"/>
                  </a:lnTo>
                  <a:lnTo>
                    <a:pt x="4376822" y="837471"/>
                  </a:lnTo>
                  <a:lnTo>
                    <a:pt x="4376930" y="837471"/>
                  </a:lnTo>
                  <a:lnTo>
                    <a:pt x="4377039" y="837471"/>
                  </a:lnTo>
                  <a:lnTo>
                    <a:pt x="4377147" y="837471"/>
                  </a:lnTo>
                  <a:lnTo>
                    <a:pt x="4377256" y="837471"/>
                  </a:lnTo>
                  <a:lnTo>
                    <a:pt x="4377256" y="836847"/>
                  </a:lnTo>
                  <a:lnTo>
                    <a:pt x="4377364" y="836847"/>
                  </a:lnTo>
                  <a:lnTo>
                    <a:pt x="4377473" y="836847"/>
                  </a:lnTo>
                  <a:lnTo>
                    <a:pt x="4377581" y="836847"/>
                  </a:lnTo>
                  <a:lnTo>
                    <a:pt x="4377689" y="836847"/>
                  </a:lnTo>
                  <a:lnTo>
                    <a:pt x="4377798" y="836847"/>
                  </a:lnTo>
                  <a:lnTo>
                    <a:pt x="4377906" y="836847"/>
                  </a:lnTo>
                  <a:lnTo>
                    <a:pt x="4377906" y="836223"/>
                  </a:lnTo>
                  <a:lnTo>
                    <a:pt x="4378015" y="836223"/>
                  </a:lnTo>
                  <a:lnTo>
                    <a:pt x="4378123" y="836223"/>
                  </a:lnTo>
                  <a:lnTo>
                    <a:pt x="4378232" y="836223"/>
                  </a:lnTo>
                  <a:lnTo>
                    <a:pt x="4378340" y="836223"/>
                  </a:lnTo>
                  <a:lnTo>
                    <a:pt x="4378340" y="835600"/>
                  </a:lnTo>
                  <a:lnTo>
                    <a:pt x="4378449" y="835600"/>
                  </a:lnTo>
                  <a:lnTo>
                    <a:pt x="4378557" y="835600"/>
                  </a:lnTo>
                  <a:lnTo>
                    <a:pt x="4378665" y="835600"/>
                  </a:lnTo>
                  <a:lnTo>
                    <a:pt x="4378774" y="835600"/>
                  </a:lnTo>
                  <a:lnTo>
                    <a:pt x="4378882" y="835600"/>
                  </a:lnTo>
                  <a:lnTo>
                    <a:pt x="4378991" y="835600"/>
                  </a:lnTo>
                  <a:lnTo>
                    <a:pt x="4378991" y="834976"/>
                  </a:lnTo>
                  <a:lnTo>
                    <a:pt x="4379099" y="834976"/>
                  </a:lnTo>
                  <a:lnTo>
                    <a:pt x="4379208" y="834976"/>
                  </a:lnTo>
                  <a:lnTo>
                    <a:pt x="4379316" y="834976"/>
                  </a:lnTo>
                  <a:lnTo>
                    <a:pt x="4379425" y="834976"/>
                  </a:lnTo>
                  <a:lnTo>
                    <a:pt x="4379533" y="834976"/>
                  </a:lnTo>
                  <a:lnTo>
                    <a:pt x="4379641" y="834976"/>
                  </a:lnTo>
                  <a:lnTo>
                    <a:pt x="4379750" y="834976"/>
                  </a:lnTo>
                  <a:lnTo>
                    <a:pt x="4379750" y="834353"/>
                  </a:lnTo>
                  <a:lnTo>
                    <a:pt x="4379858" y="834353"/>
                  </a:lnTo>
                  <a:lnTo>
                    <a:pt x="4379858" y="833729"/>
                  </a:lnTo>
                  <a:lnTo>
                    <a:pt x="4379967" y="833729"/>
                  </a:lnTo>
                  <a:lnTo>
                    <a:pt x="4380075" y="833729"/>
                  </a:lnTo>
                  <a:lnTo>
                    <a:pt x="4380184" y="833729"/>
                  </a:lnTo>
                  <a:lnTo>
                    <a:pt x="4380292" y="833729"/>
                  </a:lnTo>
                  <a:lnTo>
                    <a:pt x="4380401" y="833729"/>
                  </a:lnTo>
                  <a:lnTo>
                    <a:pt x="4380509" y="833729"/>
                  </a:lnTo>
                  <a:lnTo>
                    <a:pt x="4380617" y="833729"/>
                  </a:lnTo>
                  <a:lnTo>
                    <a:pt x="4380726" y="833729"/>
                  </a:lnTo>
                  <a:lnTo>
                    <a:pt x="4380834" y="833729"/>
                  </a:lnTo>
                  <a:lnTo>
                    <a:pt x="4380943" y="833729"/>
                  </a:lnTo>
                  <a:lnTo>
                    <a:pt x="4381051" y="833729"/>
                  </a:lnTo>
                  <a:lnTo>
                    <a:pt x="4381160" y="833729"/>
                  </a:lnTo>
                  <a:lnTo>
                    <a:pt x="4381268" y="833729"/>
                  </a:lnTo>
                  <a:lnTo>
                    <a:pt x="4381268" y="833105"/>
                  </a:lnTo>
                  <a:lnTo>
                    <a:pt x="4381377" y="833105"/>
                  </a:lnTo>
                  <a:lnTo>
                    <a:pt x="4381485" y="833105"/>
                  </a:lnTo>
                  <a:lnTo>
                    <a:pt x="4381594" y="833105"/>
                  </a:lnTo>
                  <a:lnTo>
                    <a:pt x="4381702" y="833105"/>
                  </a:lnTo>
                  <a:lnTo>
                    <a:pt x="4381810" y="833105"/>
                  </a:lnTo>
                  <a:lnTo>
                    <a:pt x="4381919" y="833105"/>
                  </a:lnTo>
                  <a:lnTo>
                    <a:pt x="4382027" y="833105"/>
                  </a:lnTo>
                  <a:lnTo>
                    <a:pt x="4382136" y="833105"/>
                  </a:lnTo>
                  <a:lnTo>
                    <a:pt x="4382244" y="833105"/>
                  </a:lnTo>
                  <a:lnTo>
                    <a:pt x="4382353" y="833105"/>
                  </a:lnTo>
                  <a:lnTo>
                    <a:pt x="4382461" y="833105"/>
                  </a:lnTo>
                  <a:lnTo>
                    <a:pt x="4382570" y="833105"/>
                  </a:lnTo>
                  <a:lnTo>
                    <a:pt x="4382678" y="833105"/>
                  </a:lnTo>
                  <a:lnTo>
                    <a:pt x="4382786" y="833105"/>
                  </a:lnTo>
                  <a:lnTo>
                    <a:pt x="4382895" y="833105"/>
                  </a:lnTo>
                  <a:lnTo>
                    <a:pt x="4383003" y="833105"/>
                  </a:lnTo>
                  <a:lnTo>
                    <a:pt x="4383112" y="833105"/>
                  </a:lnTo>
                  <a:lnTo>
                    <a:pt x="4383220" y="833105"/>
                  </a:lnTo>
                  <a:lnTo>
                    <a:pt x="4383329" y="833105"/>
                  </a:lnTo>
                  <a:lnTo>
                    <a:pt x="4383437" y="833105"/>
                  </a:lnTo>
                  <a:lnTo>
                    <a:pt x="4383546" y="833105"/>
                  </a:lnTo>
                  <a:lnTo>
                    <a:pt x="4383654" y="833105"/>
                  </a:lnTo>
                  <a:lnTo>
                    <a:pt x="4383762" y="833105"/>
                  </a:lnTo>
                  <a:lnTo>
                    <a:pt x="4383871" y="833105"/>
                  </a:lnTo>
                  <a:lnTo>
                    <a:pt x="4383979" y="833105"/>
                  </a:lnTo>
                  <a:lnTo>
                    <a:pt x="4384088" y="833105"/>
                  </a:lnTo>
                  <a:lnTo>
                    <a:pt x="4384196" y="833105"/>
                  </a:lnTo>
                  <a:lnTo>
                    <a:pt x="4384305" y="833105"/>
                  </a:lnTo>
                  <a:lnTo>
                    <a:pt x="4384413" y="833105"/>
                  </a:lnTo>
                  <a:lnTo>
                    <a:pt x="4384522" y="833105"/>
                  </a:lnTo>
                  <a:lnTo>
                    <a:pt x="4384630" y="833105"/>
                  </a:lnTo>
                  <a:lnTo>
                    <a:pt x="4384738" y="833105"/>
                  </a:lnTo>
                  <a:lnTo>
                    <a:pt x="4384847" y="833105"/>
                  </a:lnTo>
                  <a:lnTo>
                    <a:pt x="4384955" y="833105"/>
                  </a:lnTo>
                  <a:lnTo>
                    <a:pt x="4385064" y="833105"/>
                  </a:lnTo>
                  <a:lnTo>
                    <a:pt x="4385172" y="833105"/>
                  </a:lnTo>
                  <a:lnTo>
                    <a:pt x="4385281" y="833105"/>
                  </a:lnTo>
                  <a:lnTo>
                    <a:pt x="4385389" y="833105"/>
                  </a:lnTo>
                  <a:lnTo>
                    <a:pt x="4385498" y="833105"/>
                  </a:lnTo>
                  <a:lnTo>
                    <a:pt x="4385606" y="833105"/>
                  </a:lnTo>
                  <a:lnTo>
                    <a:pt x="4385714" y="833105"/>
                  </a:lnTo>
                  <a:lnTo>
                    <a:pt x="4385823" y="833105"/>
                  </a:lnTo>
                  <a:lnTo>
                    <a:pt x="4385931" y="833105"/>
                  </a:lnTo>
                  <a:lnTo>
                    <a:pt x="4386040" y="833105"/>
                  </a:lnTo>
                  <a:lnTo>
                    <a:pt x="4386148" y="833105"/>
                  </a:lnTo>
                  <a:lnTo>
                    <a:pt x="4386257" y="833105"/>
                  </a:lnTo>
                  <a:lnTo>
                    <a:pt x="4386365" y="833105"/>
                  </a:lnTo>
                  <a:lnTo>
                    <a:pt x="4386474" y="833105"/>
                  </a:lnTo>
                  <a:lnTo>
                    <a:pt x="4386582" y="833105"/>
                  </a:lnTo>
                  <a:lnTo>
                    <a:pt x="4386691" y="833105"/>
                  </a:lnTo>
                  <a:lnTo>
                    <a:pt x="4386799" y="833105"/>
                  </a:lnTo>
                  <a:lnTo>
                    <a:pt x="4386907" y="833105"/>
                  </a:lnTo>
                  <a:lnTo>
                    <a:pt x="4387016" y="833105"/>
                  </a:lnTo>
                  <a:lnTo>
                    <a:pt x="4387124" y="833105"/>
                  </a:lnTo>
                  <a:lnTo>
                    <a:pt x="4387233" y="833105"/>
                  </a:lnTo>
                  <a:lnTo>
                    <a:pt x="4387341" y="833105"/>
                  </a:lnTo>
                  <a:lnTo>
                    <a:pt x="4387341" y="832482"/>
                  </a:lnTo>
                  <a:lnTo>
                    <a:pt x="4387450" y="832482"/>
                  </a:lnTo>
                  <a:lnTo>
                    <a:pt x="4387558" y="832482"/>
                  </a:lnTo>
                  <a:lnTo>
                    <a:pt x="4387667" y="832482"/>
                  </a:lnTo>
                  <a:lnTo>
                    <a:pt x="4387775" y="832482"/>
                  </a:lnTo>
                  <a:lnTo>
                    <a:pt x="4387883" y="832482"/>
                  </a:lnTo>
                  <a:lnTo>
                    <a:pt x="4387992" y="832482"/>
                  </a:lnTo>
                  <a:lnTo>
                    <a:pt x="4388100" y="832482"/>
                  </a:lnTo>
                  <a:lnTo>
                    <a:pt x="4388209" y="832482"/>
                  </a:lnTo>
                  <a:lnTo>
                    <a:pt x="4388317" y="832482"/>
                  </a:lnTo>
                  <a:lnTo>
                    <a:pt x="4388317" y="831858"/>
                  </a:lnTo>
                  <a:lnTo>
                    <a:pt x="4388426" y="831858"/>
                  </a:lnTo>
                  <a:lnTo>
                    <a:pt x="4388534" y="831858"/>
                  </a:lnTo>
                  <a:lnTo>
                    <a:pt x="4388643" y="831858"/>
                  </a:lnTo>
                  <a:lnTo>
                    <a:pt x="4388751" y="831858"/>
                  </a:lnTo>
                  <a:lnTo>
                    <a:pt x="4388859" y="831858"/>
                  </a:lnTo>
                  <a:lnTo>
                    <a:pt x="4388968" y="831858"/>
                  </a:lnTo>
                  <a:lnTo>
                    <a:pt x="4389076" y="831858"/>
                  </a:lnTo>
                  <a:lnTo>
                    <a:pt x="4389185" y="831858"/>
                  </a:lnTo>
                  <a:lnTo>
                    <a:pt x="4389293" y="831858"/>
                  </a:lnTo>
                  <a:lnTo>
                    <a:pt x="4389402" y="831858"/>
                  </a:lnTo>
                  <a:lnTo>
                    <a:pt x="4389510" y="831858"/>
                  </a:lnTo>
                  <a:lnTo>
                    <a:pt x="4389619" y="831858"/>
                  </a:lnTo>
                  <a:lnTo>
                    <a:pt x="4389727" y="831858"/>
                  </a:lnTo>
                  <a:lnTo>
                    <a:pt x="4389835" y="831858"/>
                  </a:lnTo>
                  <a:lnTo>
                    <a:pt x="4389944" y="831858"/>
                  </a:lnTo>
                  <a:lnTo>
                    <a:pt x="4390052" y="831858"/>
                  </a:lnTo>
                  <a:lnTo>
                    <a:pt x="4390161" y="831858"/>
                  </a:lnTo>
                  <a:lnTo>
                    <a:pt x="4390269" y="831858"/>
                  </a:lnTo>
                  <a:lnTo>
                    <a:pt x="4390378" y="831858"/>
                  </a:lnTo>
                  <a:lnTo>
                    <a:pt x="4390486" y="831858"/>
                  </a:lnTo>
                  <a:lnTo>
                    <a:pt x="4390595" y="831858"/>
                  </a:lnTo>
                  <a:lnTo>
                    <a:pt x="4390703" y="831858"/>
                  </a:lnTo>
                  <a:lnTo>
                    <a:pt x="4390812" y="831858"/>
                  </a:lnTo>
                  <a:lnTo>
                    <a:pt x="4390920" y="831858"/>
                  </a:lnTo>
                  <a:lnTo>
                    <a:pt x="4391028" y="831858"/>
                  </a:lnTo>
                  <a:lnTo>
                    <a:pt x="4391137" y="831858"/>
                  </a:lnTo>
                  <a:lnTo>
                    <a:pt x="4391245" y="831858"/>
                  </a:lnTo>
                  <a:lnTo>
                    <a:pt x="4391354" y="831858"/>
                  </a:lnTo>
                  <a:lnTo>
                    <a:pt x="4391462" y="831858"/>
                  </a:lnTo>
                  <a:lnTo>
                    <a:pt x="4391462" y="831235"/>
                  </a:lnTo>
                  <a:lnTo>
                    <a:pt x="4391571" y="831235"/>
                  </a:lnTo>
                  <a:lnTo>
                    <a:pt x="4391679" y="831235"/>
                  </a:lnTo>
                  <a:lnTo>
                    <a:pt x="4391788" y="831235"/>
                  </a:lnTo>
                  <a:lnTo>
                    <a:pt x="4391896" y="831235"/>
                  </a:lnTo>
                  <a:lnTo>
                    <a:pt x="4392004" y="831235"/>
                  </a:lnTo>
                  <a:lnTo>
                    <a:pt x="4392113" y="831235"/>
                  </a:lnTo>
                  <a:lnTo>
                    <a:pt x="4392221" y="831235"/>
                  </a:lnTo>
                  <a:lnTo>
                    <a:pt x="4392330" y="831235"/>
                  </a:lnTo>
                  <a:lnTo>
                    <a:pt x="4392438" y="831235"/>
                  </a:lnTo>
                  <a:lnTo>
                    <a:pt x="4392547" y="831235"/>
                  </a:lnTo>
                  <a:lnTo>
                    <a:pt x="4392655" y="831235"/>
                  </a:lnTo>
                  <a:lnTo>
                    <a:pt x="4392655" y="830611"/>
                  </a:lnTo>
                  <a:lnTo>
                    <a:pt x="4392764" y="830611"/>
                  </a:lnTo>
                  <a:lnTo>
                    <a:pt x="4392764" y="829988"/>
                  </a:lnTo>
                  <a:lnTo>
                    <a:pt x="4392872" y="829988"/>
                  </a:lnTo>
                  <a:lnTo>
                    <a:pt x="4392980" y="829988"/>
                  </a:lnTo>
                  <a:lnTo>
                    <a:pt x="4393089" y="829988"/>
                  </a:lnTo>
                  <a:lnTo>
                    <a:pt x="4393197" y="829988"/>
                  </a:lnTo>
                  <a:lnTo>
                    <a:pt x="4393306" y="829988"/>
                  </a:lnTo>
                  <a:lnTo>
                    <a:pt x="4393414" y="829988"/>
                  </a:lnTo>
                  <a:lnTo>
                    <a:pt x="4393523" y="829988"/>
                  </a:lnTo>
                  <a:lnTo>
                    <a:pt x="4393631" y="829988"/>
                  </a:lnTo>
                  <a:lnTo>
                    <a:pt x="4393740" y="829988"/>
                  </a:lnTo>
                  <a:lnTo>
                    <a:pt x="4393740" y="829364"/>
                  </a:lnTo>
                  <a:lnTo>
                    <a:pt x="4393848" y="829364"/>
                  </a:lnTo>
                  <a:lnTo>
                    <a:pt x="4393848" y="828740"/>
                  </a:lnTo>
                  <a:lnTo>
                    <a:pt x="4393956" y="828740"/>
                  </a:lnTo>
                  <a:lnTo>
                    <a:pt x="4394065" y="828740"/>
                  </a:lnTo>
                  <a:lnTo>
                    <a:pt x="4394065" y="828117"/>
                  </a:lnTo>
                  <a:lnTo>
                    <a:pt x="4394173" y="828117"/>
                  </a:lnTo>
                  <a:lnTo>
                    <a:pt x="4394282" y="828117"/>
                  </a:lnTo>
                  <a:lnTo>
                    <a:pt x="4394390" y="828117"/>
                  </a:lnTo>
                  <a:lnTo>
                    <a:pt x="4394390" y="827493"/>
                  </a:lnTo>
                  <a:lnTo>
                    <a:pt x="4394499" y="827493"/>
                  </a:lnTo>
                  <a:lnTo>
                    <a:pt x="4394607" y="827493"/>
                  </a:lnTo>
                  <a:lnTo>
                    <a:pt x="4394716" y="827493"/>
                  </a:lnTo>
                  <a:lnTo>
                    <a:pt x="4394824" y="827493"/>
                  </a:lnTo>
                  <a:lnTo>
                    <a:pt x="4394933" y="827493"/>
                  </a:lnTo>
                  <a:lnTo>
                    <a:pt x="4395041" y="827493"/>
                  </a:lnTo>
                  <a:lnTo>
                    <a:pt x="4395149" y="827493"/>
                  </a:lnTo>
                  <a:lnTo>
                    <a:pt x="4395258" y="827493"/>
                  </a:lnTo>
                  <a:lnTo>
                    <a:pt x="4395366" y="827493"/>
                  </a:lnTo>
                  <a:lnTo>
                    <a:pt x="4395475" y="827493"/>
                  </a:lnTo>
                  <a:lnTo>
                    <a:pt x="4395583" y="827493"/>
                  </a:lnTo>
                  <a:lnTo>
                    <a:pt x="4395692" y="827493"/>
                  </a:lnTo>
                  <a:lnTo>
                    <a:pt x="4395800" y="827493"/>
                  </a:lnTo>
                  <a:lnTo>
                    <a:pt x="4395909" y="827493"/>
                  </a:lnTo>
                  <a:lnTo>
                    <a:pt x="4396017" y="827493"/>
                  </a:lnTo>
                  <a:lnTo>
                    <a:pt x="4396125" y="827493"/>
                  </a:lnTo>
                  <a:lnTo>
                    <a:pt x="4396234" y="827493"/>
                  </a:lnTo>
                  <a:lnTo>
                    <a:pt x="4396342" y="827493"/>
                  </a:lnTo>
                  <a:lnTo>
                    <a:pt x="4396451" y="827493"/>
                  </a:lnTo>
                  <a:lnTo>
                    <a:pt x="4396559" y="827493"/>
                  </a:lnTo>
                  <a:lnTo>
                    <a:pt x="4396668" y="827493"/>
                  </a:lnTo>
                  <a:lnTo>
                    <a:pt x="4396776" y="827493"/>
                  </a:lnTo>
                  <a:lnTo>
                    <a:pt x="4396776" y="826870"/>
                  </a:lnTo>
                  <a:lnTo>
                    <a:pt x="4396885" y="826870"/>
                  </a:lnTo>
                  <a:lnTo>
                    <a:pt x="4396993" y="826870"/>
                  </a:lnTo>
                  <a:lnTo>
                    <a:pt x="4397101" y="826870"/>
                  </a:lnTo>
                  <a:lnTo>
                    <a:pt x="4397210" y="826870"/>
                  </a:lnTo>
                  <a:lnTo>
                    <a:pt x="4397318" y="826870"/>
                  </a:lnTo>
                  <a:lnTo>
                    <a:pt x="4397427" y="826870"/>
                  </a:lnTo>
                  <a:lnTo>
                    <a:pt x="4397427" y="826246"/>
                  </a:lnTo>
                  <a:lnTo>
                    <a:pt x="4397535" y="826246"/>
                  </a:lnTo>
                  <a:lnTo>
                    <a:pt x="4397644" y="826246"/>
                  </a:lnTo>
                  <a:lnTo>
                    <a:pt x="4397752" y="826246"/>
                  </a:lnTo>
                  <a:lnTo>
                    <a:pt x="4397861" y="826246"/>
                  </a:lnTo>
                  <a:lnTo>
                    <a:pt x="4397969" y="826246"/>
                  </a:lnTo>
                  <a:lnTo>
                    <a:pt x="4398077" y="826246"/>
                  </a:lnTo>
                  <a:lnTo>
                    <a:pt x="4398186" y="826246"/>
                  </a:lnTo>
                  <a:lnTo>
                    <a:pt x="4398294" y="826246"/>
                  </a:lnTo>
                  <a:lnTo>
                    <a:pt x="4398403" y="826246"/>
                  </a:lnTo>
                  <a:lnTo>
                    <a:pt x="4398511" y="826246"/>
                  </a:lnTo>
                  <a:lnTo>
                    <a:pt x="4398620" y="826246"/>
                  </a:lnTo>
                  <a:lnTo>
                    <a:pt x="4398620" y="825622"/>
                  </a:lnTo>
                  <a:lnTo>
                    <a:pt x="4398728" y="825622"/>
                  </a:lnTo>
                  <a:lnTo>
                    <a:pt x="4398837" y="825622"/>
                  </a:lnTo>
                  <a:lnTo>
                    <a:pt x="4398945" y="825622"/>
                  </a:lnTo>
                  <a:lnTo>
                    <a:pt x="4399054" y="825622"/>
                  </a:lnTo>
                  <a:lnTo>
                    <a:pt x="4399162" y="825622"/>
                  </a:lnTo>
                  <a:lnTo>
                    <a:pt x="4399270" y="825622"/>
                  </a:lnTo>
                  <a:lnTo>
                    <a:pt x="4399379" y="825622"/>
                  </a:lnTo>
                  <a:lnTo>
                    <a:pt x="4399487" y="825622"/>
                  </a:lnTo>
                  <a:lnTo>
                    <a:pt x="4399596" y="825622"/>
                  </a:lnTo>
                  <a:lnTo>
                    <a:pt x="4399704" y="825622"/>
                  </a:lnTo>
                  <a:lnTo>
                    <a:pt x="4399813" y="825622"/>
                  </a:lnTo>
                  <a:lnTo>
                    <a:pt x="4399921" y="825622"/>
                  </a:lnTo>
                  <a:lnTo>
                    <a:pt x="4400030" y="825622"/>
                  </a:lnTo>
                  <a:lnTo>
                    <a:pt x="4400138" y="825622"/>
                  </a:lnTo>
                  <a:lnTo>
                    <a:pt x="4400246" y="825622"/>
                  </a:lnTo>
                  <a:lnTo>
                    <a:pt x="4400355" y="825622"/>
                  </a:lnTo>
                  <a:lnTo>
                    <a:pt x="4400463" y="825622"/>
                  </a:lnTo>
                  <a:lnTo>
                    <a:pt x="4400572" y="825622"/>
                  </a:lnTo>
                  <a:lnTo>
                    <a:pt x="4400680" y="825622"/>
                  </a:lnTo>
                  <a:lnTo>
                    <a:pt x="4400789" y="825622"/>
                  </a:lnTo>
                  <a:lnTo>
                    <a:pt x="4400897" y="825622"/>
                  </a:lnTo>
                  <a:lnTo>
                    <a:pt x="4401006" y="825622"/>
                  </a:lnTo>
                  <a:lnTo>
                    <a:pt x="4401114" y="825622"/>
                  </a:lnTo>
                  <a:lnTo>
                    <a:pt x="4401222" y="825622"/>
                  </a:lnTo>
                  <a:lnTo>
                    <a:pt x="4401331" y="825622"/>
                  </a:lnTo>
                  <a:lnTo>
                    <a:pt x="4401439" y="825622"/>
                  </a:lnTo>
                  <a:lnTo>
                    <a:pt x="4401548" y="825622"/>
                  </a:lnTo>
                  <a:lnTo>
                    <a:pt x="4401656" y="825622"/>
                  </a:lnTo>
                  <a:lnTo>
                    <a:pt x="4401765" y="825622"/>
                  </a:lnTo>
                  <a:lnTo>
                    <a:pt x="4401873" y="825622"/>
                  </a:lnTo>
                  <a:lnTo>
                    <a:pt x="4401982" y="825622"/>
                  </a:lnTo>
                  <a:lnTo>
                    <a:pt x="4402090" y="825622"/>
                  </a:lnTo>
                  <a:lnTo>
                    <a:pt x="4402198" y="825622"/>
                  </a:lnTo>
                  <a:lnTo>
                    <a:pt x="4402307" y="825622"/>
                  </a:lnTo>
                  <a:lnTo>
                    <a:pt x="4402307" y="824999"/>
                  </a:lnTo>
                  <a:lnTo>
                    <a:pt x="4402415" y="824999"/>
                  </a:lnTo>
                  <a:lnTo>
                    <a:pt x="4402524" y="824999"/>
                  </a:lnTo>
                  <a:lnTo>
                    <a:pt x="4402632" y="824999"/>
                  </a:lnTo>
                  <a:lnTo>
                    <a:pt x="4402741" y="824999"/>
                  </a:lnTo>
                  <a:lnTo>
                    <a:pt x="4402741" y="824375"/>
                  </a:lnTo>
                  <a:lnTo>
                    <a:pt x="4402849" y="824375"/>
                  </a:lnTo>
                  <a:lnTo>
                    <a:pt x="4402958" y="824375"/>
                  </a:lnTo>
                  <a:lnTo>
                    <a:pt x="4403066" y="824375"/>
                  </a:lnTo>
                  <a:lnTo>
                    <a:pt x="4403175" y="824375"/>
                  </a:lnTo>
                  <a:lnTo>
                    <a:pt x="4403283" y="824375"/>
                  </a:lnTo>
                  <a:lnTo>
                    <a:pt x="4403391" y="824375"/>
                  </a:lnTo>
                  <a:lnTo>
                    <a:pt x="4403500" y="824375"/>
                  </a:lnTo>
                  <a:lnTo>
                    <a:pt x="4403608" y="824375"/>
                  </a:lnTo>
                  <a:lnTo>
                    <a:pt x="4403717" y="824375"/>
                  </a:lnTo>
                  <a:lnTo>
                    <a:pt x="4403825" y="824375"/>
                  </a:lnTo>
                  <a:lnTo>
                    <a:pt x="4403934" y="824375"/>
                  </a:lnTo>
                  <a:lnTo>
                    <a:pt x="4404042" y="824375"/>
                  </a:lnTo>
                  <a:lnTo>
                    <a:pt x="4404151" y="824375"/>
                  </a:lnTo>
                  <a:lnTo>
                    <a:pt x="4404259" y="824375"/>
                  </a:lnTo>
                  <a:lnTo>
                    <a:pt x="4404259" y="823752"/>
                  </a:lnTo>
                  <a:lnTo>
                    <a:pt x="4404367" y="823752"/>
                  </a:lnTo>
                  <a:lnTo>
                    <a:pt x="4404476" y="823752"/>
                  </a:lnTo>
                  <a:lnTo>
                    <a:pt x="4404584" y="823752"/>
                  </a:lnTo>
                  <a:lnTo>
                    <a:pt x="4404693" y="823752"/>
                  </a:lnTo>
                  <a:lnTo>
                    <a:pt x="4404693" y="823128"/>
                  </a:lnTo>
                  <a:lnTo>
                    <a:pt x="4404801" y="823128"/>
                  </a:lnTo>
                  <a:lnTo>
                    <a:pt x="4404910" y="823128"/>
                  </a:lnTo>
                  <a:lnTo>
                    <a:pt x="4405018" y="823128"/>
                  </a:lnTo>
                  <a:lnTo>
                    <a:pt x="4405127" y="823128"/>
                  </a:lnTo>
                  <a:lnTo>
                    <a:pt x="4405235" y="823128"/>
                  </a:lnTo>
                  <a:lnTo>
                    <a:pt x="4405343" y="823128"/>
                  </a:lnTo>
                  <a:lnTo>
                    <a:pt x="4405452" y="823128"/>
                  </a:lnTo>
                  <a:lnTo>
                    <a:pt x="4405560" y="823128"/>
                  </a:lnTo>
                  <a:lnTo>
                    <a:pt x="4405669" y="823128"/>
                  </a:lnTo>
                  <a:lnTo>
                    <a:pt x="4405669" y="822505"/>
                  </a:lnTo>
                  <a:lnTo>
                    <a:pt x="4405777" y="822505"/>
                  </a:lnTo>
                  <a:lnTo>
                    <a:pt x="4405777" y="821881"/>
                  </a:lnTo>
                  <a:lnTo>
                    <a:pt x="4405886" y="821881"/>
                  </a:lnTo>
                  <a:lnTo>
                    <a:pt x="4405886" y="821257"/>
                  </a:lnTo>
                  <a:lnTo>
                    <a:pt x="4405994" y="821257"/>
                  </a:lnTo>
                  <a:lnTo>
                    <a:pt x="4406103" y="821257"/>
                  </a:lnTo>
                  <a:lnTo>
                    <a:pt x="4406211" y="821257"/>
                  </a:lnTo>
                  <a:lnTo>
                    <a:pt x="4406211" y="820634"/>
                  </a:lnTo>
                  <a:lnTo>
                    <a:pt x="4406319" y="820634"/>
                  </a:lnTo>
                  <a:lnTo>
                    <a:pt x="4406428" y="820634"/>
                  </a:lnTo>
                  <a:lnTo>
                    <a:pt x="4406536" y="820634"/>
                  </a:lnTo>
                  <a:lnTo>
                    <a:pt x="4406536" y="820010"/>
                  </a:lnTo>
                  <a:lnTo>
                    <a:pt x="4406645" y="820010"/>
                  </a:lnTo>
                  <a:lnTo>
                    <a:pt x="4406753" y="820010"/>
                  </a:lnTo>
                  <a:lnTo>
                    <a:pt x="4406862" y="820010"/>
                  </a:lnTo>
                  <a:lnTo>
                    <a:pt x="4406970" y="820010"/>
                  </a:lnTo>
                  <a:lnTo>
                    <a:pt x="4407079" y="820010"/>
                  </a:lnTo>
                  <a:lnTo>
                    <a:pt x="4407079" y="819387"/>
                  </a:lnTo>
                  <a:lnTo>
                    <a:pt x="4407187" y="819387"/>
                  </a:lnTo>
                  <a:lnTo>
                    <a:pt x="4407295" y="819387"/>
                  </a:lnTo>
                  <a:lnTo>
                    <a:pt x="4407404" y="819387"/>
                  </a:lnTo>
                  <a:lnTo>
                    <a:pt x="4407512" y="819387"/>
                  </a:lnTo>
                  <a:lnTo>
                    <a:pt x="4407621" y="819387"/>
                  </a:lnTo>
                  <a:lnTo>
                    <a:pt x="4407729" y="819387"/>
                  </a:lnTo>
                  <a:lnTo>
                    <a:pt x="4407838" y="819387"/>
                  </a:lnTo>
                  <a:lnTo>
                    <a:pt x="4407946" y="819387"/>
                  </a:lnTo>
                  <a:lnTo>
                    <a:pt x="4408055" y="819387"/>
                  </a:lnTo>
                  <a:lnTo>
                    <a:pt x="4408163" y="819387"/>
                  </a:lnTo>
                  <a:lnTo>
                    <a:pt x="4408163" y="818763"/>
                  </a:lnTo>
                  <a:lnTo>
                    <a:pt x="4408272" y="818763"/>
                  </a:lnTo>
                  <a:lnTo>
                    <a:pt x="4408380" y="818763"/>
                  </a:lnTo>
                  <a:lnTo>
                    <a:pt x="4408380" y="818140"/>
                  </a:lnTo>
                  <a:lnTo>
                    <a:pt x="4408488" y="818140"/>
                  </a:lnTo>
                  <a:lnTo>
                    <a:pt x="4408597" y="818140"/>
                  </a:lnTo>
                  <a:lnTo>
                    <a:pt x="4408705" y="818140"/>
                  </a:lnTo>
                  <a:lnTo>
                    <a:pt x="4408814" y="818140"/>
                  </a:lnTo>
                  <a:lnTo>
                    <a:pt x="4408922" y="818140"/>
                  </a:lnTo>
                  <a:lnTo>
                    <a:pt x="4409031" y="818140"/>
                  </a:lnTo>
                  <a:lnTo>
                    <a:pt x="4409139" y="818140"/>
                  </a:lnTo>
                  <a:lnTo>
                    <a:pt x="4409248" y="818140"/>
                  </a:lnTo>
                  <a:lnTo>
                    <a:pt x="4409356" y="818140"/>
                  </a:lnTo>
                  <a:lnTo>
                    <a:pt x="4409464" y="818140"/>
                  </a:lnTo>
                  <a:lnTo>
                    <a:pt x="4409573" y="818140"/>
                  </a:lnTo>
                  <a:lnTo>
                    <a:pt x="4409681" y="818140"/>
                  </a:lnTo>
                  <a:lnTo>
                    <a:pt x="4409790" y="818140"/>
                  </a:lnTo>
                  <a:lnTo>
                    <a:pt x="4409898" y="818140"/>
                  </a:lnTo>
                  <a:lnTo>
                    <a:pt x="4410007" y="818140"/>
                  </a:lnTo>
                  <a:lnTo>
                    <a:pt x="4410115" y="818140"/>
                  </a:lnTo>
                  <a:lnTo>
                    <a:pt x="4410224" y="818140"/>
                  </a:lnTo>
                  <a:lnTo>
                    <a:pt x="4410332" y="818140"/>
                  </a:lnTo>
                  <a:lnTo>
                    <a:pt x="4410440" y="818140"/>
                  </a:lnTo>
                  <a:lnTo>
                    <a:pt x="4410549" y="818140"/>
                  </a:lnTo>
                  <a:lnTo>
                    <a:pt x="4410657" y="818140"/>
                  </a:lnTo>
                  <a:lnTo>
                    <a:pt x="4410766" y="818140"/>
                  </a:lnTo>
                  <a:lnTo>
                    <a:pt x="4410874" y="818140"/>
                  </a:lnTo>
                  <a:lnTo>
                    <a:pt x="4410983" y="818140"/>
                  </a:lnTo>
                  <a:lnTo>
                    <a:pt x="4411091" y="818140"/>
                  </a:lnTo>
                  <a:lnTo>
                    <a:pt x="4411200" y="818140"/>
                  </a:lnTo>
                  <a:lnTo>
                    <a:pt x="4411200" y="817516"/>
                  </a:lnTo>
                  <a:lnTo>
                    <a:pt x="4411308" y="817516"/>
                  </a:lnTo>
                  <a:lnTo>
                    <a:pt x="4411416" y="817516"/>
                  </a:lnTo>
                  <a:lnTo>
                    <a:pt x="4411525" y="817516"/>
                  </a:lnTo>
                  <a:lnTo>
                    <a:pt x="4411633" y="817516"/>
                  </a:lnTo>
                  <a:lnTo>
                    <a:pt x="4411742" y="817516"/>
                  </a:lnTo>
                  <a:lnTo>
                    <a:pt x="4411850" y="817516"/>
                  </a:lnTo>
                  <a:lnTo>
                    <a:pt x="4411959" y="817516"/>
                  </a:lnTo>
                  <a:lnTo>
                    <a:pt x="4412067" y="817516"/>
                  </a:lnTo>
                  <a:lnTo>
                    <a:pt x="4412176" y="817516"/>
                  </a:lnTo>
                  <a:lnTo>
                    <a:pt x="4412284" y="817516"/>
                  </a:lnTo>
                  <a:lnTo>
                    <a:pt x="4412393" y="817516"/>
                  </a:lnTo>
                  <a:lnTo>
                    <a:pt x="4412501" y="817516"/>
                  </a:lnTo>
                  <a:lnTo>
                    <a:pt x="4412609" y="817516"/>
                  </a:lnTo>
                  <a:lnTo>
                    <a:pt x="4412718" y="817516"/>
                  </a:lnTo>
                  <a:lnTo>
                    <a:pt x="4412826" y="817516"/>
                  </a:lnTo>
                  <a:lnTo>
                    <a:pt x="4412826" y="816892"/>
                  </a:lnTo>
                  <a:lnTo>
                    <a:pt x="4412935" y="816892"/>
                  </a:lnTo>
                  <a:lnTo>
                    <a:pt x="4413043" y="816892"/>
                  </a:lnTo>
                  <a:lnTo>
                    <a:pt x="4413152" y="816892"/>
                  </a:lnTo>
                  <a:lnTo>
                    <a:pt x="4413152" y="816269"/>
                  </a:lnTo>
                  <a:lnTo>
                    <a:pt x="4413260" y="816269"/>
                  </a:lnTo>
                  <a:lnTo>
                    <a:pt x="4413369" y="816269"/>
                  </a:lnTo>
                  <a:lnTo>
                    <a:pt x="4413477" y="816269"/>
                  </a:lnTo>
                  <a:lnTo>
                    <a:pt x="4413585" y="816269"/>
                  </a:lnTo>
                  <a:lnTo>
                    <a:pt x="4413585" y="815645"/>
                  </a:lnTo>
                  <a:lnTo>
                    <a:pt x="4413694" y="815645"/>
                  </a:lnTo>
                  <a:lnTo>
                    <a:pt x="4413802" y="815645"/>
                  </a:lnTo>
                  <a:lnTo>
                    <a:pt x="4413911" y="815645"/>
                  </a:lnTo>
                  <a:lnTo>
                    <a:pt x="4414019" y="815645"/>
                  </a:lnTo>
                  <a:lnTo>
                    <a:pt x="4414128" y="815645"/>
                  </a:lnTo>
                  <a:lnTo>
                    <a:pt x="4414236" y="815645"/>
                  </a:lnTo>
                  <a:lnTo>
                    <a:pt x="4414345" y="815645"/>
                  </a:lnTo>
                  <a:lnTo>
                    <a:pt x="4414453" y="815645"/>
                  </a:lnTo>
                  <a:lnTo>
                    <a:pt x="4414561" y="815645"/>
                  </a:lnTo>
                  <a:lnTo>
                    <a:pt x="4414561" y="815022"/>
                  </a:lnTo>
                  <a:lnTo>
                    <a:pt x="4414670" y="815022"/>
                  </a:lnTo>
                  <a:lnTo>
                    <a:pt x="4414778" y="815022"/>
                  </a:lnTo>
                  <a:lnTo>
                    <a:pt x="4414887" y="815022"/>
                  </a:lnTo>
                  <a:lnTo>
                    <a:pt x="4414995" y="815022"/>
                  </a:lnTo>
                  <a:lnTo>
                    <a:pt x="4415104" y="815022"/>
                  </a:lnTo>
                  <a:lnTo>
                    <a:pt x="4415104" y="814398"/>
                  </a:lnTo>
                  <a:lnTo>
                    <a:pt x="4415212" y="814398"/>
                  </a:lnTo>
                  <a:lnTo>
                    <a:pt x="4415321" y="814398"/>
                  </a:lnTo>
                  <a:lnTo>
                    <a:pt x="4415321" y="813774"/>
                  </a:lnTo>
                  <a:lnTo>
                    <a:pt x="4415429" y="813774"/>
                  </a:lnTo>
                  <a:lnTo>
                    <a:pt x="4415537" y="813774"/>
                  </a:lnTo>
                  <a:lnTo>
                    <a:pt x="4415537" y="813151"/>
                  </a:lnTo>
                  <a:lnTo>
                    <a:pt x="4415646" y="813151"/>
                  </a:lnTo>
                  <a:lnTo>
                    <a:pt x="4415754" y="813151"/>
                  </a:lnTo>
                  <a:lnTo>
                    <a:pt x="4415863" y="813151"/>
                  </a:lnTo>
                  <a:lnTo>
                    <a:pt x="4415971" y="813151"/>
                  </a:lnTo>
                  <a:lnTo>
                    <a:pt x="4416080" y="813151"/>
                  </a:lnTo>
                  <a:lnTo>
                    <a:pt x="4416188" y="813151"/>
                  </a:lnTo>
                  <a:lnTo>
                    <a:pt x="4416297" y="813151"/>
                  </a:lnTo>
                  <a:lnTo>
                    <a:pt x="4416405" y="813151"/>
                  </a:lnTo>
                  <a:lnTo>
                    <a:pt x="4416514" y="813151"/>
                  </a:lnTo>
                  <a:lnTo>
                    <a:pt x="4416622" y="813151"/>
                  </a:lnTo>
                  <a:lnTo>
                    <a:pt x="4416730" y="813151"/>
                  </a:lnTo>
                  <a:lnTo>
                    <a:pt x="4416839" y="813151"/>
                  </a:lnTo>
                  <a:lnTo>
                    <a:pt x="4416947" y="813151"/>
                  </a:lnTo>
                  <a:lnTo>
                    <a:pt x="4417056" y="813151"/>
                  </a:lnTo>
                  <a:lnTo>
                    <a:pt x="4417164" y="813151"/>
                  </a:lnTo>
                  <a:lnTo>
                    <a:pt x="4417273" y="813151"/>
                  </a:lnTo>
                  <a:lnTo>
                    <a:pt x="4417273" y="812527"/>
                  </a:lnTo>
                  <a:lnTo>
                    <a:pt x="4417273" y="811904"/>
                  </a:lnTo>
                  <a:lnTo>
                    <a:pt x="4417381" y="811904"/>
                  </a:lnTo>
                  <a:lnTo>
                    <a:pt x="4417490" y="811904"/>
                  </a:lnTo>
                  <a:lnTo>
                    <a:pt x="4417598" y="811904"/>
                  </a:lnTo>
                  <a:lnTo>
                    <a:pt x="4417706" y="811904"/>
                  </a:lnTo>
                  <a:lnTo>
                    <a:pt x="4417815" y="811904"/>
                  </a:lnTo>
                  <a:lnTo>
                    <a:pt x="4417815" y="811280"/>
                  </a:lnTo>
                  <a:lnTo>
                    <a:pt x="4417923" y="811280"/>
                  </a:lnTo>
                  <a:lnTo>
                    <a:pt x="4418032" y="811280"/>
                  </a:lnTo>
                  <a:lnTo>
                    <a:pt x="4418140" y="811280"/>
                  </a:lnTo>
                  <a:lnTo>
                    <a:pt x="4418249" y="811280"/>
                  </a:lnTo>
                  <a:lnTo>
                    <a:pt x="4418357" y="811280"/>
                  </a:lnTo>
                  <a:lnTo>
                    <a:pt x="4418466" y="811280"/>
                  </a:lnTo>
                  <a:lnTo>
                    <a:pt x="4418574" y="811280"/>
                  </a:lnTo>
                  <a:lnTo>
                    <a:pt x="4418682" y="811280"/>
                  </a:lnTo>
                  <a:lnTo>
                    <a:pt x="4418791" y="811280"/>
                  </a:lnTo>
                  <a:lnTo>
                    <a:pt x="4418899" y="811280"/>
                  </a:lnTo>
                  <a:lnTo>
                    <a:pt x="4419008" y="811280"/>
                  </a:lnTo>
                  <a:lnTo>
                    <a:pt x="4419116" y="811280"/>
                  </a:lnTo>
                  <a:lnTo>
                    <a:pt x="4419225" y="811280"/>
                  </a:lnTo>
                  <a:lnTo>
                    <a:pt x="4419333" y="811280"/>
                  </a:lnTo>
                  <a:lnTo>
                    <a:pt x="4419442" y="811280"/>
                  </a:lnTo>
                  <a:lnTo>
                    <a:pt x="4419550" y="811280"/>
                  </a:lnTo>
                  <a:lnTo>
                    <a:pt x="4419658" y="811280"/>
                  </a:lnTo>
                  <a:lnTo>
                    <a:pt x="4419767" y="811280"/>
                  </a:lnTo>
                  <a:lnTo>
                    <a:pt x="4419875" y="811280"/>
                  </a:lnTo>
                  <a:lnTo>
                    <a:pt x="4419984" y="811280"/>
                  </a:lnTo>
                  <a:lnTo>
                    <a:pt x="4420092" y="811280"/>
                  </a:lnTo>
                  <a:lnTo>
                    <a:pt x="4420201" y="811280"/>
                  </a:lnTo>
                  <a:lnTo>
                    <a:pt x="4420309" y="811280"/>
                  </a:lnTo>
                  <a:lnTo>
                    <a:pt x="4420418" y="811280"/>
                  </a:lnTo>
                  <a:lnTo>
                    <a:pt x="4420526" y="811280"/>
                  </a:lnTo>
                  <a:lnTo>
                    <a:pt x="4420635" y="811280"/>
                  </a:lnTo>
                  <a:lnTo>
                    <a:pt x="4420743" y="811280"/>
                  </a:lnTo>
                  <a:lnTo>
                    <a:pt x="4420851" y="811280"/>
                  </a:lnTo>
                  <a:lnTo>
                    <a:pt x="4420960" y="811280"/>
                  </a:lnTo>
                  <a:lnTo>
                    <a:pt x="4421068" y="811280"/>
                  </a:lnTo>
                  <a:lnTo>
                    <a:pt x="4421068" y="810657"/>
                  </a:lnTo>
                  <a:lnTo>
                    <a:pt x="4421177" y="810657"/>
                  </a:lnTo>
                  <a:lnTo>
                    <a:pt x="4421285" y="810657"/>
                  </a:lnTo>
                  <a:lnTo>
                    <a:pt x="4421394" y="810657"/>
                  </a:lnTo>
                  <a:lnTo>
                    <a:pt x="4421502" y="810657"/>
                  </a:lnTo>
                  <a:lnTo>
                    <a:pt x="4421611" y="810657"/>
                  </a:lnTo>
                  <a:lnTo>
                    <a:pt x="4421719" y="810657"/>
                  </a:lnTo>
                  <a:lnTo>
                    <a:pt x="4421827" y="810657"/>
                  </a:lnTo>
                  <a:lnTo>
                    <a:pt x="4421936" y="810657"/>
                  </a:lnTo>
                  <a:lnTo>
                    <a:pt x="4422044" y="810657"/>
                  </a:lnTo>
                  <a:lnTo>
                    <a:pt x="4422044" y="810033"/>
                  </a:lnTo>
                  <a:lnTo>
                    <a:pt x="4422153" y="810033"/>
                  </a:lnTo>
                  <a:lnTo>
                    <a:pt x="4422261" y="810033"/>
                  </a:lnTo>
                  <a:lnTo>
                    <a:pt x="4422370" y="810033"/>
                  </a:lnTo>
                  <a:lnTo>
                    <a:pt x="4422478" y="810033"/>
                  </a:lnTo>
                  <a:lnTo>
                    <a:pt x="4422587" y="810033"/>
                  </a:lnTo>
                  <a:lnTo>
                    <a:pt x="4422695" y="810033"/>
                  </a:lnTo>
                  <a:lnTo>
                    <a:pt x="4422803" y="810033"/>
                  </a:lnTo>
                  <a:lnTo>
                    <a:pt x="4422912" y="810033"/>
                  </a:lnTo>
                  <a:lnTo>
                    <a:pt x="4423020" y="810033"/>
                  </a:lnTo>
                  <a:lnTo>
                    <a:pt x="4423129" y="810033"/>
                  </a:lnTo>
                  <a:lnTo>
                    <a:pt x="4423237" y="810033"/>
                  </a:lnTo>
                  <a:lnTo>
                    <a:pt x="4423346" y="810033"/>
                  </a:lnTo>
                  <a:lnTo>
                    <a:pt x="4423454" y="810033"/>
                  </a:lnTo>
                  <a:lnTo>
                    <a:pt x="4423454" y="809409"/>
                  </a:lnTo>
                  <a:lnTo>
                    <a:pt x="4423563" y="809409"/>
                  </a:lnTo>
                  <a:lnTo>
                    <a:pt x="4423671" y="809409"/>
                  </a:lnTo>
                  <a:lnTo>
                    <a:pt x="4423671" y="808786"/>
                  </a:lnTo>
                  <a:lnTo>
                    <a:pt x="4423779" y="808786"/>
                  </a:lnTo>
                  <a:lnTo>
                    <a:pt x="4423779" y="808162"/>
                  </a:lnTo>
                  <a:lnTo>
                    <a:pt x="4423888" y="808162"/>
                  </a:lnTo>
                  <a:lnTo>
                    <a:pt x="4423996" y="808162"/>
                  </a:lnTo>
                  <a:lnTo>
                    <a:pt x="4424105" y="808162"/>
                  </a:lnTo>
                  <a:lnTo>
                    <a:pt x="4424213" y="808162"/>
                  </a:lnTo>
                  <a:lnTo>
                    <a:pt x="4424322" y="808162"/>
                  </a:lnTo>
                  <a:lnTo>
                    <a:pt x="4424430" y="808162"/>
                  </a:lnTo>
                  <a:lnTo>
                    <a:pt x="4424539" y="808162"/>
                  </a:lnTo>
                  <a:lnTo>
                    <a:pt x="4424647" y="808162"/>
                  </a:lnTo>
                  <a:lnTo>
                    <a:pt x="4424756" y="808162"/>
                  </a:lnTo>
                  <a:lnTo>
                    <a:pt x="4424864" y="808162"/>
                  </a:lnTo>
                  <a:lnTo>
                    <a:pt x="4424972" y="808162"/>
                  </a:lnTo>
                  <a:lnTo>
                    <a:pt x="4425081" y="808162"/>
                  </a:lnTo>
                  <a:lnTo>
                    <a:pt x="4425189" y="808162"/>
                  </a:lnTo>
                  <a:lnTo>
                    <a:pt x="4425298" y="808162"/>
                  </a:lnTo>
                  <a:lnTo>
                    <a:pt x="4425406" y="808162"/>
                  </a:lnTo>
                  <a:lnTo>
                    <a:pt x="4425406" y="807539"/>
                  </a:lnTo>
                  <a:lnTo>
                    <a:pt x="4425515" y="807539"/>
                  </a:lnTo>
                  <a:lnTo>
                    <a:pt x="4425623" y="807539"/>
                  </a:lnTo>
                  <a:lnTo>
                    <a:pt x="4425732" y="807539"/>
                  </a:lnTo>
                  <a:lnTo>
                    <a:pt x="4425840" y="807539"/>
                  </a:lnTo>
                  <a:lnTo>
                    <a:pt x="4425948" y="807539"/>
                  </a:lnTo>
                  <a:lnTo>
                    <a:pt x="4426057" y="807539"/>
                  </a:lnTo>
                  <a:lnTo>
                    <a:pt x="4426165" y="807539"/>
                  </a:lnTo>
                  <a:lnTo>
                    <a:pt x="4426274" y="807539"/>
                  </a:lnTo>
                  <a:lnTo>
                    <a:pt x="4426274" y="806915"/>
                  </a:lnTo>
                  <a:lnTo>
                    <a:pt x="4426382" y="806915"/>
                  </a:lnTo>
                  <a:lnTo>
                    <a:pt x="4426491" y="806915"/>
                  </a:lnTo>
                  <a:lnTo>
                    <a:pt x="4426599" y="806915"/>
                  </a:lnTo>
                  <a:lnTo>
                    <a:pt x="4426708" y="806915"/>
                  </a:lnTo>
                  <a:lnTo>
                    <a:pt x="4426708" y="806291"/>
                  </a:lnTo>
                  <a:lnTo>
                    <a:pt x="4426816" y="806291"/>
                  </a:lnTo>
                  <a:lnTo>
                    <a:pt x="4426924" y="806291"/>
                  </a:lnTo>
                  <a:lnTo>
                    <a:pt x="4426924" y="805668"/>
                  </a:lnTo>
                  <a:lnTo>
                    <a:pt x="4427033" y="805668"/>
                  </a:lnTo>
                  <a:lnTo>
                    <a:pt x="4427141" y="805668"/>
                  </a:lnTo>
                  <a:lnTo>
                    <a:pt x="4427250" y="805668"/>
                  </a:lnTo>
                  <a:lnTo>
                    <a:pt x="4427358" y="805668"/>
                  </a:lnTo>
                  <a:lnTo>
                    <a:pt x="4427467" y="805668"/>
                  </a:lnTo>
                  <a:lnTo>
                    <a:pt x="4427575" y="805668"/>
                  </a:lnTo>
                  <a:lnTo>
                    <a:pt x="4427684" y="805668"/>
                  </a:lnTo>
                  <a:lnTo>
                    <a:pt x="4427684" y="805044"/>
                  </a:lnTo>
                  <a:lnTo>
                    <a:pt x="4427792" y="805044"/>
                  </a:lnTo>
                  <a:lnTo>
                    <a:pt x="4427900" y="805044"/>
                  </a:lnTo>
                  <a:lnTo>
                    <a:pt x="4428009" y="805044"/>
                  </a:lnTo>
                  <a:lnTo>
                    <a:pt x="4428009" y="804421"/>
                  </a:lnTo>
                  <a:lnTo>
                    <a:pt x="4428117" y="804421"/>
                  </a:lnTo>
                  <a:lnTo>
                    <a:pt x="4428226" y="804421"/>
                  </a:lnTo>
                  <a:lnTo>
                    <a:pt x="4428226" y="803797"/>
                  </a:lnTo>
                  <a:lnTo>
                    <a:pt x="4428226" y="803174"/>
                  </a:lnTo>
                  <a:lnTo>
                    <a:pt x="4428334" y="803174"/>
                  </a:lnTo>
                  <a:lnTo>
                    <a:pt x="4428443" y="803174"/>
                  </a:lnTo>
                  <a:lnTo>
                    <a:pt x="4428551" y="803174"/>
                  </a:lnTo>
                  <a:lnTo>
                    <a:pt x="4428660" y="803174"/>
                  </a:lnTo>
                  <a:lnTo>
                    <a:pt x="4428768" y="803174"/>
                  </a:lnTo>
                  <a:lnTo>
                    <a:pt x="4428877" y="803174"/>
                  </a:lnTo>
                  <a:lnTo>
                    <a:pt x="4428985" y="803174"/>
                  </a:lnTo>
                  <a:lnTo>
                    <a:pt x="4429093" y="803174"/>
                  </a:lnTo>
                  <a:lnTo>
                    <a:pt x="4429202" y="803174"/>
                  </a:lnTo>
                  <a:lnTo>
                    <a:pt x="4429310" y="803174"/>
                  </a:lnTo>
                  <a:lnTo>
                    <a:pt x="4429419" y="803174"/>
                  </a:lnTo>
                  <a:lnTo>
                    <a:pt x="4429527" y="803174"/>
                  </a:lnTo>
                  <a:lnTo>
                    <a:pt x="4429636" y="803174"/>
                  </a:lnTo>
                  <a:lnTo>
                    <a:pt x="4429744" y="803174"/>
                  </a:lnTo>
                  <a:lnTo>
                    <a:pt x="4429853" y="803174"/>
                  </a:lnTo>
                  <a:lnTo>
                    <a:pt x="4429961" y="803174"/>
                  </a:lnTo>
                  <a:lnTo>
                    <a:pt x="4430069" y="803174"/>
                  </a:lnTo>
                  <a:lnTo>
                    <a:pt x="4430178" y="803174"/>
                  </a:lnTo>
                  <a:lnTo>
                    <a:pt x="4430178" y="802550"/>
                  </a:lnTo>
                  <a:lnTo>
                    <a:pt x="4430286" y="802550"/>
                  </a:lnTo>
                  <a:lnTo>
                    <a:pt x="4430286" y="801926"/>
                  </a:lnTo>
                  <a:lnTo>
                    <a:pt x="4430395" y="801926"/>
                  </a:lnTo>
                  <a:lnTo>
                    <a:pt x="4430503" y="801926"/>
                  </a:lnTo>
                  <a:lnTo>
                    <a:pt x="4430612" y="801926"/>
                  </a:lnTo>
                  <a:lnTo>
                    <a:pt x="4430720" y="801926"/>
                  </a:lnTo>
                  <a:lnTo>
                    <a:pt x="4430829" y="801926"/>
                  </a:lnTo>
                  <a:lnTo>
                    <a:pt x="4430937" y="801926"/>
                  </a:lnTo>
                  <a:lnTo>
                    <a:pt x="4431045" y="801926"/>
                  </a:lnTo>
                  <a:lnTo>
                    <a:pt x="4431154" y="801926"/>
                  </a:lnTo>
                  <a:lnTo>
                    <a:pt x="4431262" y="801926"/>
                  </a:lnTo>
                  <a:lnTo>
                    <a:pt x="4431371" y="801926"/>
                  </a:lnTo>
                  <a:lnTo>
                    <a:pt x="4431479" y="801926"/>
                  </a:lnTo>
                  <a:lnTo>
                    <a:pt x="4431588" y="801926"/>
                  </a:lnTo>
                  <a:lnTo>
                    <a:pt x="4431696" y="801926"/>
                  </a:lnTo>
                  <a:lnTo>
                    <a:pt x="4431696" y="801303"/>
                  </a:lnTo>
                  <a:lnTo>
                    <a:pt x="4431805" y="801303"/>
                  </a:lnTo>
                  <a:lnTo>
                    <a:pt x="4431805" y="800679"/>
                  </a:lnTo>
                  <a:lnTo>
                    <a:pt x="4431913" y="800679"/>
                  </a:lnTo>
                  <a:lnTo>
                    <a:pt x="4432021" y="800679"/>
                  </a:lnTo>
                  <a:lnTo>
                    <a:pt x="4432130" y="800679"/>
                  </a:lnTo>
                  <a:lnTo>
                    <a:pt x="4432238" y="800679"/>
                  </a:lnTo>
                  <a:lnTo>
                    <a:pt x="4432347" y="800679"/>
                  </a:lnTo>
                  <a:lnTo>
                    <a:pt x="4432455" y="800679"/>
                  </a:lnTo>
                  <a:lnTo>
                    <a:pt x="4432564" y="800679"/>
                  </a:lnTo>
                  <a:lnTo>
                    <a:pt x="4432672" y="800679"/>
                  </a:lnTo>
                  <a:lnTo>
                    <a:pt x="4432781" y="800679"/>
                  </a:lnTo>
                  <a:lnTo>
                    <a:pt x="4432889" y="800679"/>
                  </a:lnTo>
                  <a:lnTo>
                    <a:pt x="4432997" y="800679"/>
                  </a:lnTo>
                  <a:lnTo>
                    <a:pt x="4433106" y="800679"/>
                  </a:lnTo>
                  <a:lnTo>
                    <a:pt x="4433106" y="800056"/>
                  </a:lnTo>
                  <a:lnTo>
                    <a:pt x="4433214" y="800056"/>
                  </a:lnTo>
                  <a:lnTo>
                    <a:pt x="4433323" y="800056"/>
                  </a:lnTo>
                  <a:lnTo>
                    <a:pt x="4433431" y="800056"/>
                  </a:lnTo>
                  <a:lnTo>
                    <a:pt x="4433540" y="800056"/>
                  </a:lnTo>
                  <a:lnTo>
                    <a:pt x="4433648" y="800056"/>
                  </a:lnTo>
                  <a:lnTo>
                    <a:pt x="4433757" y="800056"/>
                  </a:lnTo>
                  <a:lnTo>
                    <a:pt x="4433865" y="800056"/>
                  </a:lnTo>
                  <a:lnTo>
                    <a:pt x="4433974" y="800056"/>
                  </a:lnTo>
                  <a:lnTo>
                    <a:pt x="4434082" y="800056"/>
                  </a:lnTo>
                  <a:lnTo>
                    <a:pt x="4434190" y="800056"/>
                  </a:lnTo>
                  <a:lnTo>
                    <a:pt x="4434299" y="800056"/>
                  </a:lnTo>
                  <a:lnTo>
                    <a:pt x="4434407" y="800056"/>
                  </a:lnTo>
                  <a:lnTo>
                    <a:pt x="4434516" y="800056"/>
                  </a:lnTo>
                  <a:lnTo>
                    <a:pt x="4434624" y="800056"/>
                  </a:lnTo>
                  <a:lnTo>
                    <a:pt x="4434733" y="800056"/>
                  </a:lnTo>
                  <a:lnTo>
                    <a:pt x="4434841" y="800056"/>
                  </a:lnTo>
                  <a:lnTo>
                    <a:pt x="4434950" y="800056"/>
                  </a:lnTo>
                  <a:lnTo>
                    <a:pt x="4435058" y="800056"/>
                  </a:lnTo>
                  <a:lnTo>
                    <a:pt x="4435166" y="800056"/>
                  </a:lnTo>
                  <a:lnTo>
                    <a:pt x="4435275" y="800056"/>
                  </a:lnTo>
                  <a:lnTo>
                    <a:pt x="4435383" y="800056"/>
                  </a:lnTo>
                  <a:lnTo>
                    <a:pt x="4435492" y="800056"/>
                  </a:lnTo>
                  <a:lnTo>
                    <a:pt x="4435600" y="800056"/>
                  </a:lnTo>
                  <a:lnTo>
                    <a:pt x="4435709" y="800056"/>
                  </a:lnTo>
                  <a:lnTo>
                    <a:pt x="4435817" y="800056"/>
                  </a:lnTo>
                  <a:lnTo>
                    <a:pt x="4435926" y="800056"/>
                  </a:lnTo>
                  <a:lnTo>
                    <a:pt x="4436034" y="800056"/>
                  </a:lnTo>
                  <a:lnTo>
                    <a:pt x="4436034" y="799432"/>
                  </a:lnTo>
                  <a:lnTo>
                    <a:pt x="4436142" y="799432"/>
                  </a:lnTo>
                  <a:lnTo>
                    <a:pt x="4436142" y="798808"/>
                  </a:lnTo>
                  <a:lnTo>
                    <a:pt x="4436251" y="798808"/>
                  </a:lnTo>
                  <a:lnTo>
                    <a:pt x="4436359" y="798808"/>
                  </a:lnTo>
                  <a:lnTo>
                    <a:pt x="4436468" y="798808"/>
                  </a:lnTo>
                  <a:lnTo>
                    <a:pt x="4436576" y="798808"/>
                  </a:lnTo>
                  <a:lnTo>
                    <a:pt x="4436685" y="798808"/>
                  </a:lnTo>
                  <a:lnTo>
                    <a:pt x="4436793" y="798808"/>
                  </a:lnTo>
                  <a:lnTo>
                    <a:pt x="4436902" y="798808"/>
                  </a:lnTo>
                  <a:lnTo>
                    <a:pt x="4437010" y="798808"/>
                  </a:lnTo>
                  <a:lnTo>
                    <a:pt x="4437118" y="798808"/>
                  </a:lnTo>
                  <a:lnTo>
                    <a:pt x="4437227" y="798808"/>
                  </a:lnTo>
                  <a:lnTo>
                    <a:pt x="4437335" y="798808"/>
                  </a:lnTo>
                  <a:lnTo>
                    <a:pt x="4437444" y="798808"/>
                  </a:lnTo>
                  <a:lnTo>
                    <a:pt x="4437552" y="798808"/>
                  </a:lnTo>
                  <a:lnTo>
                    <a:pt x="4437661" y="798808"/>
                  </a:lnTo>
                  <a:lnTo>
                    <a:pt x="4437769" y="798808"/>
                  </a:lnTo>
                  <a:lnTo>
                    <a:pt x="4437878" y="798808"/>
                  </a:lnTo>
                  <a:lnTo>
                    <a:pt x="4437986" y="798808"/>
                  </a:lnTo>
                  <a:lnTo>
                    <a:pt x="4437986" y="798185"/>
                  </a:lnTo>
                  <a:lnTo>
                    <a:pt x="4438095" y="798185"/>
                  </a:lnTo>
                  <a:lnTo>
                    <a:pt x="4438095" y="797561"/>
                  </a:lnTo>
                  <a:lnTo>
                    <a:pt x="4438203" y="797561"/>
                  </a:lnTo>
                  <a:lnTo>
                    <a:pt x="4438311" y="797561"/>
                  </a:lnTo>
                  <a:lnTo>
                    <a:pt x="4438420" y="797561"/>
                  </a:lnTo>
                  <a:lnTo>
                    <a:pt x="4438528" y="797561"/>
                  </a:lnTo>
                  <a:lnTo>
                    <a:pt x="4438637" y="797561"/>
                  </a:lnTo>
                  <a:lnTo>
                    <a:pt x="4438745" y="797561"/>
                  </a:lnTo>
                  <a:lnTo>
                    <a:pt x="4438854" y="797561"/>
                  </a:lnTo>
                  <a:lnTo>
                    <a:pt x="4438962" y="797561"/>
                  </a:lnTo>
                  <a:lnTo>
                    <a:pt x="4439071" y="797561"/>
                  </a:lnTo>
                  <a:lnTo>
                    <a:pt x="4439179" y="797561"/>
                  </a:lnTo>
                  <a:lnTo>
                    <a:pt x="4439287" y="797561"/>
                  </a:lnTo>
                  <a:lnTo>
                    <a:pt x="4439396" y="797561"/>
                  </a:lnTo>
                  <a:lnTo>
                    <a:pt x="4439504" y="797561"/>
                  </a:lnTo>
                  <a:lnTo>
                    <a:pt x="4439613" y="797561"/>
                  </a:lnTo>
                  <a:lnTo>
                    <a:pt x="4439613" y="796938"/>
                  </a:lnTo>
                  <a:lnTo>
                    <a:pt x="4439721" y="796938"/>
                  </a:lnTo>
                  <a:lnTo>
                    <a:pt x="4439830" y="796938"/>
                  </a:lnTo>
                  <a:lnTo>
                    <a:pt x="4439938" y="796938"/>
                  </a:lnTo>
                  <a:lnTo>
                    <a:pt x="4440047" y="796938"/>
                  </a:lnTo>
                  <a:lnTo>
                    <a:pt x="4440155" y="796938"/>
                  </a:lnTo>
                  <a:lnTo>
                    <a:pt x="4440263" y="796938"/>
                  </a:lnTo>
                  <a:lnTo>
                    <a:pt x="4440372" y="796938"/>
                  </a:lnTo>
                  <a:lnTo>
                    <a:pt x="4440480" y="796938"/>
                  </a:lnTo>
                  <a:lnTo>
                    <a:pt x="4440589" y="796938"/>
                  </a:lnTo>
                  <a:lnTo>
                    <a:pt x="4440697" y="796938"/>
                  </a:lnTo>
                  <a:lnTo>
                    <a:pt x="4440806" y="796938"/>
                  </a:lnTo>
                  <a:lnTo>
                    <a:pt x="4440914" y="796938"/>
                  </a:lnTo>
                  <a:lnTo>
                    <a:pt x="4441023" y="796938"/>
                  </a:lnTo>
                  <a:lnTo>
                    <a:pt x="4441131" y="796938"/>
                  </a:lnTo>
                  <a:lnTo>
                    <a:pt x="4441239" y="796938"/>
                  </a:lnTo>
                  <a:lnTo>
                    <a:pt x="4441348" y="796938"/>
                  </a:lnTo>
                  <a:lnTo>
                    <a:pt x="4441456" y="796938"/>
                  </a:lnTo>
                  <a:lnTo>
                    <a:pt x="4441565" y="796938"/>
                  </a:lnTo>
                  <a:lnTo>
                    <a:pt x="4441673" y="796938"/>
                  </a:lnTo>
                  <a:lnTo>
                    <a:pt x="4441673" y="796314"/>
                  </a:lnTo>
                  <a:lnTo>
                    <a:pt x="4441782" y="796314"/>
                  </a:lnTo>
                  <a:lnTo>
                    <a:pt x="4441890" y="796314"/>
                  </a:lnTo>
                  <a:lnTo>
                    <a:pt x="4441999" y="796314"/>
                  </a:lnTo>
                  <a:lnTo>
                    <a:pt x="4442107" y="796314"/>
                  </a:lnTo>
                  <a:lnTo>
                    <a:pt x="4442216" y="796314"/>
                  </a:lnTo>
                  <a:lnTo>
                    <a:pt x="4442324" y="796314"/>
                  </a:lnTo>
                  <a:lnTo>
                    <a:pt x="4442432" y="796314"/>
                  </a:lnTo>
                  <a:lnTo>
                    <a:pt x="4442432" y="795691"/>
                  </a:lnTo>
                  <a:lnTo>
                    <a:pt x="4442541" y="795691"/>
                  </a:lnTo>
                  <a:lnTo>
                    <a:pt x="4442649" y="795691"/>
                  </a:lnTo>
                  <a:lnTo>
                    <a:pt x="4442758" y="795691"/>
                  </a:lnTo>
                  <a:lnTo>
                    <a:pt x="4442866" y="795691"/>
                  </a:lnTo>
                  <a:lnTo>
                    <a:pt x="4442975" y="795691"/>
                  </a:lnTo>
                  <a:lnTo>
                    <a:pt x="4442975" y="795067"/>
                  </a:lnTo>
                  <a:lnTo>
                    <a:pt x="4443083" y="795067"/>
                  </a:lnTo>
                  <a:lnTo>
                    <a:pt x="4443192" y="795067"/>
                  </a:lnTo>
                  <a:lnTo>
                    <a:pt x="4443300" y="795067"/>
                  </a:lnTo>
                  <a:lnTo>
                    <a:pt x="4443408" y="795067"/>
                  </a:lnTo>
                  <a:lnTo>
                    <a:pt x="4443517" y="795067"/>
                  </a:lnTo>
                  <a:lnTo>
                    <a:pt x="4443625" y="795067"/>
                  </a:lnTo>
                  <a:lnTo>
                    <a:pt x="4443734" y="795067"/>
                  </a:lnTo>
                  <a:lnTo>
                    <a:pt x="4443842" y="795067"/>
                  </a:lnTo>
                  <a:lnTo>
                    <a:pt x="4443951" y="795067"/>
                  </a:lnTo>
                  <a:lnTo>
                    <a:pt x="4444059" y="795067"/>
                  </a:lnTo>
                  <a:lnTo>
                    <a:pt x="4444168" y="795067"/>
                  </a:lnTo>
                  <a:lnTo>
                    <a:pt x="4444276" y="795067"/>
                  </a:lnTo>
                  <a:lnTo>
                    <a:pt x="4444384" y="795067"/>
                  </a:lnTo>
                  <a:lnTo>
                    <a:pt x="4444493" y="795067"/>
                  </a:lnTo>
                  <a:lnTo>
                    <a:pt x="4444493" y="794443"/>
                  </a:lnTo>
                  <a:lnTo>
                    <a:pt x="4444601" y="794443"/>
                  </a:lnTo>
                  <a:lnTo>
                    <a:pt x="4444710" y="794443"/>
                  </a:lnTo>
                  <a:lnTo>
                    <a:pt x="4444818" y="794443"/>
                  </a:lnTo>
                  <a:lnTo>
                    <a:pt x="4444927" y="794443"/>
                  </a:lnTo>
                  <a:lnTo>
                    <a:pt x="4445035" y="794443"/>
                  </a:lnTo>
                  <a:lnTo>
                    <a:pt x="4445144" y="794443"/>
                  </a:lnTo>
                  <a:lnTo>
                    <a:pt x="4445252" y="794443"/>
                  </a:lnTo>
                  <a:lnTo>
                    <a:pt x="4445360" y="794443"/>
                  </a:lnTo>
                  <a:lnTo>
                    <a:pt x="4445469" y="794443"/>
                  </a:lnTo>
                  <a:lnTo>
                    <a:pt x="4445577" y="794443"/>
                  </a:lnTo>
                  <a:lnTo>
                    <a:pt x="4445686" y="794443"/>
                  </a:lnTo>
                  <a:lnTo>
                    <a:pt x="4445686" y="793820"/>
                  </a:lnTo>
                  <a:lnTo>
                    <a:pt x="4445794" y="793820"/>
                  </a:lnTo>
                  <a:lnTo>
                    <a:pt x="4445903" y="793820"/>
                  </a:lnTo>
                  <a:lnTo>
                    <a:pt x="4446011" y="793820"/>
                  </a:lnTo>
                  <a:lnTo>
                    <a:pt x="4446120" y="793820"/>
                  </a:lnTo>
                  <a:lnTo>
                    <a:pt x="4446228" y="793820"/>
                  </a:lnTo>
                  <a:lnTo>
                    <a:pt x="4446337" y="793820"/>
                  </a:lnTo>
                  <a:lnTo>
                    <a:pt x="4446445" y="793820"/>
                  </a:lnTo>
                  <a:lnTo>
                    <a:pt x="4446553" y="793820"/>
                  </a:lnTo>
                  <a:lnTo>
                    <a:pt x="4446662" y="793820"/>
                  </a:lnTo>
                  <a:lnTo>
                    <a:pt x="4446770" y="793820"/>
                  </a:lnTo>
                  <a:lnTo>
                    <a:pt x="4446879" y="793820"/>
                  </a:lnTo>
                  <a:lnTo>
                    <a:pt x="4446987" y="793820"/>
                  </a:lnTo>
                  <a:lnTo>
                    <a:pt x="4447096" y="793820"/>
                  </a:lnTo>
                  <a:lnTo>
                    <a:pt x="4447204" y="793820"/>
                  </a:lnTo>
                  <a:lnTo>
                    <a:pt x="4447313" y="793820"/>
                  </a:lnTo>
                  <a:lnTo>
                    <a:pt x="4447421" y="793820"/>
                  </a:lnTo>
                  <a:lnTo>
                    <a:pt x="4447529" y="793820"/>
                  </a:lnTo>
                  <a:lnTo>
                    <a:pt x="4447638" y="793820"/>
                  </a:lnTo>
                  <a:lnTo>
                    <a:pt x="4447746" y="793820"/>
                  </a:lnTo>
                  <a:lnTo>
                    <a:pt x="4447855" y="793820"/>
                  </a:lnTo>
                  <a:lnTo>
                    <a:pt x="4447963" y="793820"/>
                  </a:lnTo>
                  <a:lnTo>
                    <a:pt x="4448072" y="793820"/>
                  </a:lnTo>
                  <a:lnTo>
                    <a:pt x="4448180" y="793820"/>
                  </a:lnTo>
                  <a:lnTo>
                    <a:pt x="4448289" y="793820"/>
                  </a:lnTo>
                  <a:lnTo>
                    <a:pt x="4448397" y="793820"/>
                  </a:lnTo>
                  <a:lnTo>
                    <a:pt x="4448505" y="793820"/>
                  </a:lnTo>
                  <a:lnTo>
                    <a:pt x="4448614" y="793820"/>
                  </a:lnTo>
                  <a:lnTo>
                    <a:pt x="4448722" y="793820"/>
                  </a:lnTo>
                  <a:lnTo>
                    <a:pt x="4448831" y="793820"/>
                  </a:lnTo>
                  <a:lnTo>
                    <a:pt x="4448939" y="793820"/>
                  </a:lnTo>
                  <a:lnTo>
                    <a:pt x="4449048" y="793820"/>
                  </a:lnTo>
                  <a:lnTo>
                    <a:pt x="4449156" y="793820"/>
                  </a:lnTo>
                  <a:lnTo>
                    <a:pt x="4449156" y="793196"/>
                  </a:lnTo>
                  <a:lnTo>
                    <a:pt x="4449265" y="793196"/>
                  </a:lnTo>
                  <a:lnTo>
                    <a:pt x="4449373" y="793196"/>
                  </a:lnTo>
                  <a:lnTo>
                    <a:pt x="4449481" y="793196"/>
                  </a:lnTo>
                  <a:lnTo>
                    <a:pt x="4449590" y="793196"/>
                  </a:lnTo>
                  <a:lnTo>
                    <a:pt x="4449590" y="792573"/>
                  </a:lnTo>
                  <a:lnTo>
                    <a:pt x="4449698" y="792573"/>
                  </a:lnTo>
                  <a:lnTo>
                    <a:pt x="4449807" y="792573"/>
                  </a:lnTo>
                  <a:lnTo>
                    <a:pt x="4449915" y="792573"/>
                  </a:lnTo>
                  <a:lnTo>
                    <a:pt x="4450024" y="792573"/>
                  </a:lnTo>
                  <a:lnTo>
                    <a:pt x="4450132" y="792573"/>
                  </a:lnTo>
                  <a:lnTo>
                    <a:pt x="4450132" y="791949"/>
                  </a:lnTo>
                  <a:lnTo>
                    <a:pt x="4450241" y="791949"/>
                  </a:lnTo>
                  <a:lnTo>
                    <a:pt x="4450349" y="791949"/>
                  </a:lnTo>
                  <a:lnTo>
                    <a:pt x="4450458" y="791949"/>
                  </a:lnTo>
                  <a:lnTo>
                    <a:pt x="4450566" y="791949"/>
                  </a:lnTo>
                  <a:lnTo>
                    <a:pt x="4450674" y="791949"/>
                  </a:lnTo>
                  <a:lnTo>
                    <a:pt x="4450783" y="791949"/>
                  </a:lnTo>
                  <a:lnTo>
                    <a:pt x="4450891" y="791949"/>
                  </a:lnTo>
                  <a:lnTo>
                    <a:pt x="4450891" y="791325"/>
                  </a:lnTo>
                  <a:lnTo>
                    <a:pt x="4451000" y="791325"/>
                  </a:lnTo>
                  <a:lnTo>
                    <a:pt x="4451108" y="791325"/>
                  </a:lnTo>
                  <a:lnTo>
                    <a:pt x="4451217" y="791325"/>
                  </a:lnTo>
                  <a:lnTo>
                    <a:pt x="4451325" y="791325"/>
                  </a:lnTo>
                  <a:lnTo>
                    <a:pt x="4451434" y="791325"/>
                  </a:lnTo>
                  <a:lnTo>
                    <a:pt x="4451542" y="791325"/>
                  </a:lnTo>
                  <a:lnTo>
                    <a:pt x="4451650" y="791325"/>
                  </a:lnTo>
                  <a:lnTo>
                    <a:pt x="4451759" y="791325"/>
                  </a:lnTo>
                  <a:lnTo>
                    <a:pt x="4451867" y="791325"/>
                  </a:lnTo>
                  <a:lnTo>
                    <a:pt x="4451976" y="791325"/>
                  </a:lnTo>
                  <a:lnTo>
                    <a:pt x="4452084" y="791325"/>
                  </a:lnTo>
                  <a:lnTo>
                    <a:pt x="4452193" y="791325"/>
                  </a:lnTo>
                  <a:lnTo>
                    <a:pt x="4452301" y="791325"/>
                  </a:lnTo>
                  <a:lnTo>
                    <a:pt x="4452410" y="791325"/>
                  </a:lnTo>
                  <a:lnTo>
                    <a:pt x="4452518" y="791325"/>
                  </a:lnTo>
                  <a:lnTo>
                    <a:pt x="4452626" y="791325"/>
                  </a:lnTo>
                  <a:lnTo>
                    <a:pt x="4452735" y="791325"/>
                  </a:lnTo>
                  <a:lnTo>
                    <a:pt x="4452843" y="791325"/>
                  </a:lnTo>
                  <a:lnTo>
                    <a:pt x="4452952" y="791325"/>
                  </a:lnTo>
                  <a:lnTo>
                    <a:pt x="4453060" y="791325"/>
                  </a:lnTo>
                  <a:lnTo>
                    <a:pt x="4453169" y="791325"/>
                  </a:lnTo>
                  <a:lnTo>
                    <a:pt x="4453277" y="791325"/>
                  </a:lnTo>
                  <a:lnTo>
                    <a:pt x="4453386" y="791325"/>
                  </a:lnTo>
                  <a:lnTo>
                    <a:pt x="4453494" y="791325"/>
                  </a:lnTo>
                  <a:lnTo>
                    <a:pt x="4453602" y="791325"/>
                  </a:lnTo>
                  <a:lnTo>
                    <a:pt x="4453711" y="791325"/>
                  </a:lnTo>
                  <a:lnTo>
                    <a:pt x="4453819" y="791325"/>
                  </a:lnTo>
                  <a:lnTo>
                    <a:pt x="4453928" y="791325"/>
                  </a:lnTo>
                  <a:lnTo>
                    <a:pt x="4454036" y="791325"/>
                  </a:lnTo>
                  <a:lnTo>
                    <a:pt x="4454145" y="791325"/>
                  </a:lnTo>
                  <a:lnTo>
                    <a:pt x="4454253" y="791325"/>
                  </a:lnTo>
                  <a:lnTo>
                    <a:pt x="4454362" y="791325"/>
                  </a:lnTo>
                  <a:lnTo>
                    <a:pt x="4454470" y="791325"/>
                  </a:lnTo>
                  <a:lnTo>
                    <a:pt x="4454578" y="791325"/>
                  </a:lnTo>
                  <a:lnTo>
                    <a:pt x="4454687" y="791325"/>
                  </a:lnTo>
                  <a:lnTo>
                    <a:pt x="4454687" y="790702"/>
                  </a:lnTo>
                  <a:lnTo>
                    <a:pt x="4454795" y="790702"/>
                  </a:lnTo>
                  <a:lnTo>
                    <a:pt x="4454795" y="790078"/>
                  </a:lnTo>
                  <a:lnTo>
                    <a:pt x="4454904" y="790078"/>
                  </a:lnTo>
                  <a:lnTo>
                    <a:pt x="4455012" y="790078"/>
                  </a:lnTo>
                  <a:lnTo>
                    <a:pt x="4455121" y="790078"/>
                  </a:lnTo>
                  <a:lnTo>
                    <a:pt x="4455229" y="790078"/>
                  </a:lnTo>
                  <a:lnTo>
                    <a:pt x="4455338" y="790078"/>
                  </a:lnTo>
                  <a:lnTo>
                    <a:pt x="4455446" y="790078"/>
                  </a:lnTo>
                  <a:lnTo>
                    <a:pt x="4455555" y="790078"/>
                  </a:lnTo>
                  <a:lnTo>
                    <a:pt x="4455663" y="790078"/>
                  </a:lnTo>
                  <a:lnTo>
                    <a:pt x="4455771" y="790078"/>
                  </a:lnTo>
                  <a:lnTo>
                    <a:pt x="4455880" y="790078"/>
                  </a:lnTo>
                  <a:lnTo>
                    <a:pt x="4455988" y="790078"/>
                  </a:lnTo>
                  <a:lnTo>
                    <a:pt x="4456097" y="790078"/>
                  </a:lnTo>
                  <a:lnTo>
                    <a:pt x="4456205" y="790078"/>
                  </a:lnTo>
                  <a:lnTo>
                    <a:pt x="4456314" y="790078"/>
                  </a:lnTo>
                  <a:lnTo>
                    <a:pt x="4456422" y="790078"/>
                  </a:lnTo>
                  <a:lnTo>
                    <a:pt x="4456531" y="790078"/>
                  </a:lnTo>
                  <a:lnTo>
                    <a:pt x="4456639" y="790078"/>
                  </a:lnTo>
                  <a:lnTo>
                    <a:pt x="4456639" y="789455"/>
                  </a:lnTo>
                  <a:lnTo>
                    <a:pt x="4456747" y="789455"/>
                  </a:lnTo>
                  <a:lnTo>
                    <a:pt x="4456856" y="789455"/>
                  </a:lnTo>
                  <a:lnTo>
                    <a:pt x="4456964" y="789455"/>
                  </a:lnTo>
                  <a:lnTo>
                    <a:pt x="4457073" y="789455"/>
                  </a:lnTo>
                  <a:lnTo>
                    <a:pt x="4457073" y="788831"/>
                  </a:lnTo>
                  <a:lnTo>
                    <a:pt x="4457181" y="788831"/>
                  </a:lnTo>
                  <a:lnTo>
                    <a:pt x="4457290" y="788831"/>
                  </a:lnTo>
                  <a:lnTo>
                    <a:pt x="4457398" y="788831"/>
                  </a:lnTo>
                  <a:lnTo>
                    <a:pt x="4457507" y="788831"/>
                  </a:lnTo>
                  <a:lnTo>
                    <a:pt x="4457507" y="788208"/>
                  </a:lnTo>
                  <a:lnTo>
                    <a:pt x="4457615" y="788208"/>
                  </a:lnTo>
                  <a:lnTo>
                    <a:pt x="4457723" y="788208"/>
                  </a:lnTo>
                  <a:lnTo>
                    <a:pt x="4457832" y="788208"/>
                  </a:lnTo>
                  <a:lnTo>
                    <a:pt x="4457940" y="788208"/>
                  </a:lnTo>
                  <a:lnTo>
                    <a:pt x="4458049" y="788208"/>
                  </a:lnTo>
                  <a:lnTo>
                    <a:pt x="4458157" y="788208"/>
                  </a:lnTo>
                  <a:lnTo>
                    <a:pt x="4458266" y="788208"/>
                  </a:lnTo>
                  <a:lnTo>
                    <a:pt x="4458266" y="787584"/>
                  </a:lnTo>
                  <a:lnTo>
                    <a:pt x="4458374" y="787584"/>
                  </a:lnTo>
                  <a:lnTo>
                    <a:pt x="4458483" y="787584"/>
                  </a:lnTo>
                  <a:lnTo>
                    <a:pt x="4458483" y="786960"/>
                  </a:lnTo>
                  <a:lnTo>
                    <a:pt x="4458591" y="786960"/>
                  </a:lnTo>
                  <a:lnTo>
                    <a:pt x="4458699" y="786960"/>
                  </a:lnTo>
                  <a:lnTo>
                    <a:pt x="4458699" y="786337"/>
                  </a:lnTo>
                  <a:lnTo>
                    <a:pt x="4458808" y="786337"/>
                  </a:lnTo>
                  <a:lnTo>
                    <a:pt x="4458808" y="785713"/>
                  </a:lnTo>
                  <a:lnTo>
                    <a:pt x="4458916" y="785713"/>
                  </a:lnTo>
                  <a:lnTo>
                    <a:pt x="4459025" y="785713"/>
                  </a:lnTo>
                  <a:lnTo>
                    <a:pt x="4459025" y="785090"/>
                  </a:lnTo>
                  <a:lnTo>
                    <a:pt x="4459133" y="785090"/>
                  </a:lnTo>
                  <a:lnTo>
                    <a:pt x="4459242" y="785090"/>
                  </a:lnTo>
                  <a:lnTo>
                    <a:pt x="4459350" y="785090"/>
                  </a:lnTo>
                  <a:lnTo>
                    <a:pt x="4459459" y="785090"/>
                  </a:lnTo>
                  <a:lnTo>
                    <a:pt x="4459567" y="785090"/>
                  </a:lnTo>
                  <a:lnTo>
                    <a:pt x="4459676" y="785090"/>
                  </a:lnTo>
                  <a:lnTo>
                    <a:pt x="4459784" y="785090"/>
                  </a:lnTo>
                  <a:lnTo>
                    <a:pt x="4459892" y="785090"/>
                  </a:lnTo>
                  <a:lnTo>
                    <a:pt x="4460001" y="785090"/>
                  </a:lnTo>
                  <a:lnTo>
                    <a:pt x="4460109" y="785090"/>
                  </a:lnTo>
                  <a:lnTo>
                    <a:pt x="4460218" y="785090"/>
                  </a:lnTo>
                  <a:lnTo>
                    <a:pt x="4460326" y="785090"/>
                  </a:lnTo>
                  <a:lnTo>
                    <a:pt x="4460435" y="785090"/>
                  </a:lnTo>
                  <a:lnTo>
                    <a:pt x="4460435" y="784466"/>
                  </a:lnTo>
                  <a:lnTo>
                    <a:pt x="4460543" y="784466"/>
                  </a:lnTo>
                  <a:lnTo>
                    <a:pt x="4460652" y="784466"/>
                  </a:lnTo>
                  <a:lnTo>
                    <a:pt x="4460760" y="784466"/>
                  </a:lnTo>
                  <a:lnTo>
                    <a:pt x="4460868" y="784466"/>
                  </a:lnTo>
                  <a:lnTo>
                    <a:pt x="4460977" y="784466"/>
                  </a:lnTo>
                  <a:lnTo>
                    <a:pt x="4461085" y="784466"/>
                  </a:lnTo>
                  <a:lnTo>
                    <a:pt x="4461194" y="784466"/>
                  </a:lnTo>
                  <a:lnTo>
                    <a:pt x="4461302" y="784466"/>
                  </a:lnTo>
                  <a:lnTo>
                    <a:pt x="4461411" y="784466"/>
                  </a:lnTo>
                  <a:lnTo>
                    <a:pt x="4461519" y="784466"/>
                  </a:lnTo>
                  <a:lnTo>
                    <a:pt x="4461628" y="784466"/>
                  </a:lnTo>
                  <a:lnTo>
                    <a:pt x="4461736" y="784466"/>
                  </a:lnTo>
                  <a:lnTo>
                    <a:pt x="4461844" y="784466"/>
                  </a:lnTo>
                  <a:lnTo>
                    <a:pt x="4461953" y="784466"/>
                  </a:lnTo>
                  <a:lnTo>
                    <a:pt x="4462061" y="784466"/>
                  </a:lnTo>
                  <a:lnTo>
                    <a:pt x="4462170" y="784466"/>
                  </a:lnTo>
                  <a:lnTo>
                    <a:pt x="4462278" y="784466"/>
                  </a:lnTo>
                  <a:lnTo>
                    <a:pt x="4462387" y="784466"/>
                  </a:lnTo>
                  <a:lnTo>
                    <a:pt x="4462495" y="784466"/>
                  </a:lnTo>
                  <a:lnTo>
                    <a:pt x="4462604" y="784466"/>
                  </a:lnTo>
                  <a:lnTo>
                    <a:pt x="4462712" y="784466"/>
                  </a:lnTo>
                  <a:lnTo>
                    <a:pt x="4462820" y="784466"/>
                  </a:lnTo>
                  <a:lnTo>
                    <a:pt x="4462820" y="783842"/>
                  </a:lnTo>
                  <a:lnTo>
                    <a:pt x="4462929" y="783842"/>
                  </a:lnTo>
                  <a:lnTo>
                    <a:pt x="4463037" y="783842"/>
                  </a:lnTo>
                  <a:lnTo>
                    <a:pt x="4463146" y="783842"/>
                  </a:lnTo>
                  <a:lnTo>
                    <a:pt x="4463254" y="783842"/>
                  </a:lnTo>
                  <a:lnTo>
                    <a:pt x="4463363" y="783842"/>
                  </a:lnTo>
                  <a:lnTo>
                    <a:pt x="4463471" y="783842"/>
                  </a:lnTo>
                  <a:lnTo>
                    <a:pt x="4463580" y="783842"/>
                  </a:lnTo>
                  <a:lnTo>
                    <a:pt x="4463688" y="783842"/>
                  </a:lnTo>
                  <a:lnTo>
                    <a:pt x="4463688" y="783219"/>
                  </a:lnTo>
                  <a:lnTo>
                    <a:pt x="4463797" y="783219"/>
                  </a:lnTo>
                  <a:lnTo>
                    <a:pt x="4463905" y="783219"/>
                  </a:lnTo>
                  <a:lnTo>
                    <a:pt x="4464013" y="783219"/>
                  </a:lnTo>
                  <a:lnTo>
                    <a:pt x="4464122" y="783219"/>
                  </a:lnTo>
                  <a:lnTo>
                    <a:pt x="4464230" y="783219"/>
                  </a:lnTo>
                  <a:lnTo>
                    <a:pt x="4464230" y="782595"/>
                  </a:lnTo>
                  <a:lnTo>
                    <a:pt x="4464230" y="781972"/>
                  </a:lnTo>
                  <a:lnTo>
                    <a:pt x="4464339" y="781972"/>
                  </a:lnTo>
                  <a:lnTo>
                    <a:pt x="4464447" y="781972"/>
                  </a:lnTo>
                  <a:lnTo>
                    <a:pt x="4464556" y="781972"/>
                  </a:lnTo>
                  <a:lnTo>
                    <a:pt x="4464664" y="781972"/>
                  </a:lnTo>
                  <a:lnTo>
                    <a:pt x="4464773" y="781972"/>
                  </a:lnTo>
                  <a:lnTo>
                    <a:pt x="4464881" y="781972"/>
                  </a:lnTo>
                  <a:lnTo>
                    <a:pt x="4464989" y="781972"/>
                  </a:lnTo>
                  <a:lnTo>
                    <a:pt x="4464989" y="781348"/>
                  </a:lnTo>
                  <a:lnTo>
                    <a:pt x="4465098" y="781348"/>
                  </a:lnTo>
                  <a:lnTo>
                    <a:pt x="4465206" y="781348"/>
                  </a:lnTo>
                  <a:lnTo>
                    <a:pt x="4465315" y="781348"/>
                  </a:lnTo>
                  <a:lnTo>
                    <a:pt x="4465423" y="781348"/>
                  </a:lnTo>
                  <a:lnTo>
                    <a:pt x="4465532" y="781348"/>
                  </a:lnTo>
                  <a:lnTo>
                    <a:pt x="4465640" y="781348"/>
                  </a:lnTo>
                  <a:lnTo>
                    <a:pt x="4465749" y="781348"/>
                  </a:lnTo>
                  <a:lnTo>
                    <a:pt x="4465857" y="781348"/>
                  </a:lnTo>
                  <a:lnTo>
                    <a:pt x="4465965" y="781348"/>
                  </a:lnTo>
                  <a:lnTo>
                    <a:pt x="4466074" y="781348"/>
                  </a:lnTo>
                  <a:lnTo>
                    <a:pt x="4466182" y="781348"/>
                  </a:lnTo>
                  <a:lnTo>
                    <a:pt x="4466291" y="781348"/>
                  </a:lnTo>
                  <a:lnTo>
                    <a:pt x="4466399" y="781348"/>
                  </a:lnTo>
                  <a:lnTo>
                    <a:pt x="4466508" y="781348"/>
                  </a:lnTo>
                  <a:lnTo>
                    <a:pt x="4466508" y="780725"/>
                  </a:lnTo>
                  <a:lnTo>
                    <a:pt x="4466616" y="780725"/>
                  </a:lnTo>
                  <a:lnTo>
                    <a:pt x="4466725" y="780725"/>
                  </a:lnTo>
                  <a:lnTo>
                    <a:pt x="4466833" y="780725"/>
                  </a:lnTo>
                  <a:lnTo>
                    <a:pt x="4466941" y="780725"/>
                  </a:lnTo>
                  <a:lnTo>
                    <a:pt x="4467050" y="780725"/>
                  </a:lnTo>
                  <a:lnTo>
                    <a:pt x="4467158" y="780725"/>
                  </a:lnTo>
                  <a:lnTo>
                    <a:pt x="4467267" y="780725"/>
                  </a:lnTo>
                  <a:lnTo>
                    <a:pt x="4467375" y="780725"/>
                  </a:lnTo>
                  <a:lnTo>
                    <a:pt x="4467484" y="780725"/>
                  </a:lnTo>
                  <a:lnTo>
                    <a:pt x="4467592" y="780725"/>
                  </a:lnTo>
                  <a:lnTo>
                    <a:pt x="4467701" y="780725"/>
                  </a:lnTo>
                  <a:lnTo>
                    <a:pt x="4467809" y="780725"/>
                  </a:lnTo>
                  <a:lnTo>
                    <a:pt x="4467918" y="780725"/>
                  </a:lnTo>
                  <a:lnTo>
                    <a:pt x="4467918" y="780101"/>
                  </a:lnTo>
                  <a:lnTo>
                    <a:pt x="4468026" y="780101"/>
                  </a:lnTo>
                  <a:lnTo>
                    <a:pt x="4468134" y="780101"/>
                  </a:lnTo>
                  <a:lnTo>
                    <a:pt x="4468243" y="780101"/>
                  </a:lnTo>
                  <a:lnTo>
                    <a:pt x="4468351" y="780101"/>
                  </a:lnTo>
                  <a:lnTo>
                    <a:pt x="4468460" y="780101"/>
                  </a:lnTo>
                  <a:lnTo>
                    <a:pt x="4468568" y="780101"/>
                  </a:lnTo>
                  <a:lnTo>
                    <a:pt x="4468677" y="780101"/>
                  </a:lnTo>
                  <a:lnTo>
                    <a:pt x="4468785" y="780101"/>
                  </a:lnTo>
                  <a:lnTo>
                    <a:pt x="4468894" y="780101"/>
                  </a:lnTo>
                  <a:lnTo>
                    <a:pt x="4469002" y="780101"/>
                  </a:lnTo>
                  <a:lnTo>
                    <a:pt x="4469110" y="780101"/>
                  </a:lnTo>
                  <a:lnTo>
                    <a:pt x="4469219" y="780101"/>
                  </a:lnTo>
                  <a:lnTo>
                    <a:pt x="4469327" y="780101"/>
                  </a:lnTo>
                  <a:lnTo>
                    <a:pt x="4469436" y="780101"/>
                  </a:lnTo>
                  <a:lnTo>
                    <a:pt x="4469544" y="780101"/>
                  </a:lnTo>
                  <a:lnTo>
                    <a:pt x="4469653" y="780101"/>
                  </a:lnTo>
                  <a:lnTo>
                    <a:pt x="4469761" y="780101"/>
                  </a:lnTo>
                  <a:lnTo>
                    <a:pt x="4469761" y="779477"/>
                  </a:lnTo>
                  <a:lnTo>
                    <a:pt x="4469870" y="779477"/>
                  </a:lnTo>
                  <a:lnTo>
                    <a:pt x="4469978" y="779477"/>
                  </a:lnTo>
                  <a:lnTo>
                    <a:pt x="4470086" y="779477"/>
                  </a:lnTo>
                  <a:lnTo>
                    <a:pt x="4470195" y="779477"/>
                  </a:lnTo>
                  <a:lnTo>
                    <a:pt x="4470303" y="779477"/>
                  </a:lnTo>
                  <a:lnTo>
                    <a:pt x="4470303" y="778854"/>
                  </a:lnTo>
                  <a:lnTo>
                    <a:pt x="4470412" y="778854"/>
                  </a:lnTo>
                  <a:lnTo>
                    <a:pt x="4470520" y="778854"/>
                  </a:lnTo>
                  <a:lnTo>
                    <a:pt x="4470629" y="778854"/>
                  </a:lnTo>
                  <a:lnTo>
                    <a:pt x="4470737" y="778854"/>
                  </a:lnTo>
                  <a:lnTo>
                    <a:pt x="4470737" y="778230"/>
                  </a:lnTo>
                  <a:lnTo>
                    <a:pt x="4470846" y="778230"/>
                  </a:lnTo>
                  <a:lnTo>
                    <a:pt x="4470954" y="778230"/>
                  </a:lnTo>
                  <a:lnTo>
                    <a:pt x="4471062" y="778230"/>
                  </a:lnTo>
                  <a:lnTo>
                    <a:pt x="4471171" y="778230"/>
                  </a:lnTo>
                  <a:lnTo>
                    <a:pt x="4471279" y="778230"/>
                  </a:lnTo>
                  <a:lnTo>
                    <a:pt x="4471388" y="778230"/>
                  </a:lnTo>
                  <a:lnTo>
                    <a:pt x="4471388" y="777607"/>
                  </a:lnTo>
                  <a:lnTo>
                    <a:pt x="4471496" y="777607"/>
                  </a:lnTo>
                  <a:lnTo>
                    <a:pt x="4471605" y="777607"/>
                  </a:lnTo>
                  <a:lnTo>
                    <a:pt x="4471713" y="777607"/>
                  </a:lnTo>
                  <a:lnTo>
                    <a:pt x="4471822" y="777607"/>
                  </a:lnTo>
                  <a:lnTo>
                    <a:pt x="4471822" y="776983"/>
                  </a:lnTo>
                  <a:lnTo>
                    <a:pt x="4471930" y="776983"/>
                  </a:lnTo>
                  <a:lnTo>
                    <a:pt x="4472039" y="776983"/>
                  </a:lnTo>
                  <a:lnTo>
                    <a:pt x="4472147" y="776983"/>
                  </a:lnTo>
                  <a:lnTo>
                    <a:pt x="4472255" y="776983"/>
                  </a:lnTo>
                  <a:lnTo>
                    <a:pt x="4472364" y="776983"/>
                  </a:lnTo>
                  <a:lnTo>
                    <a:pt x="4472472" y="776983"/>
                  </a:lnTo>
                  <a:lnTo>
                    <a:pt x="4472581" y="776983"/>
                  </a:lnTo>
                  <a:lnTo>
                    <a:pt x="4472689" y="776983"/>
                  </a:lnTo>
                  <a:lnTo>
                    <a:pt x="4472798" y="776983"/>
                  </a:lnTo>
                  <a:lnTo>
                    <a:pt x="4472906" y="776983"/>
                  </a:lnTo>
                  <a:lnTo>
                    <a:pt x="4473015" y="776983"/>
                  </a:lnTo>
                  <a:lnTo>
                    <a:pt x="4473123" y="776983"/>
                  </a:lnTo>
                  <a:lnTo>
                    <a:pt x="4473231" y="776983"/>
                  </a:lnTo>
                  <a:lnTo>
                    <a:pt x="4473340" y="776983"/>
                  </a:lnTo>
                  <a:lnTo>
                    <a:pt x="4473448" y="776983"/>
                  </a:lnTo>
                  <a:lnTo>
                    <a:pt x="4473557" y="776983"/>
                  </a:lnTo>
                  <a:lnTo>
                    <a:pt x="4473665" y="776983"/>
                  </a:lnTo>
                  <a:lnTo>
                    <a:pt x="4473774" y="776983"/>
                  </a:lnTo>
                  <a:lnTo>
                    <a:pt x="4473774" y="776359"/>
                  </a:lnTo>
                  <a:lnTo>
                    <a:pt x="4473882" y="776359"/>
                  </a:lnTo>
                  <a:lnTo>
                    <a:pt x="4473991" y="776359"/>
                  </a:lnTo>
                  <a:lnTo>
                    <a:pt x="4474099" y="776359"/>
                  </a:lnTo>
                  <a:lnTo>
                    <a:pt x="4474207" y="776359"/>
                  </a:lnTo>
                  <a:lnTo>
                    <a:pt x="4474316" y="776359"/>
                  </a:lnTo>
                  <a:lnTo>
                    <a:pt x="4474424" y="776359"/>
                  </a:lnTo>
                  <a:lnTo>
                    <a:pt x="4474533" y="776359"/>
                  </a:lnTo>
                  <a:lnTo>
                    <a:pt x="4474533" y="775736"/>
                  </a:lnTo>
                  <a:lnTo>
                    <a:pt x="4474641" y="775736"/>
                  </a:lnTo>
                  <a:lnTo>
                    <a:pt x="4474750" y="775736"/>
                  </a:lnTo>
                  <a:lnTo>
                    <a:pt x="4474858" y="775736"/>
                  </a:lnTo>
                  <a:lnTo>
                    <a:pt x="4474858" y="775112"/>
                  </a:lnTo>
                  <a:lnTo>
                    <a:pt x="4474967" y="775112"/>
                  </a:lnTo>
                  <a:lnTo>
                    <a:pt x="4474967" y="774489"/>
                  </a:lnTo>
                  <a:lnTo>
                    <a:pt x="4475075" y="774489"/>
                  </a:lnTo>
                  <a:lnTo>
                    <a:pt x="4475183" y="774489"/>
                  </a:lnTo>
                  <a:lnTo>
                    <a:pt x="4475292" y="774489"/>
                  </a:lnTo>
                  <a:lnTo>
                    <a:pt x="4475400" y="774489"/>
                  </a:lnTo>
                  <a:lnTo>
                    <a:pt x="4475509" y="774489"/>
                  </a:lnTo>
                  <a:lnTo>
                    <a:pt x="4475617" y="774489"/>
                  </a:lnTo>
                  <a:lnTo>
                    <a:pt x="4475726" y="774489"/>
                  </a:lnTo>
                  <a:lnTo>
                    <a:pt x="4475834" y="774489"/>
                  </a:lnTo>
                  <a:lnTo>
                    <a:pt x="4475943" y="774489"/>
                  </a:lnTo>
                  <a:lnTo>
                    <a:pt x="4476051" y="774489"/>
                  </a:lnTo>
                  <a:lnTo>
                    <a:pt x="4476051" y="773865"/>
                  </a:lnTo>
                  <a:lnTo>
                    <a:pt x="4476051" y="773242"/>
                  </a:lnTo>
                  <a:lnTo>
                    <a:pt x="4476159" y="773242"/>
                  </a:lnTo>
                  <a:lnTo>
                    <a:pt x="4476268" y="773242"/>
                  </a:lnTo>
                  <a:lnTo>
                    <a:pt x="4476376" y="773242"/>
                  </a:lnTo>
                  <a:lnTo>
                    <a:pt x="4476485" y="773242"/>
                  </a:lnTo>
                  <a:lnTo>
                    <a:pt x="4476593" y="773242"/>
                  </a:lnTo>
                  <a:lnTo>
                    <a:pt x="4476702" y="773242"/>
                  </a:lnTo>
                  <a:lnTo>
                    <a:pt x="4476810" y="773242"/>
                  </a:lnTo>
                  <a:lnTo>
                    <a:pt x="4476919" y="773242"/>
                  </a:lnTo>
                  <a:lnTo>
                    <a:pt x="4477027" y="773242"/>
                  </a:lnTo>
                  <a:lnTo>
                    <a:pt x="4477136" y="773242"/>
                  </a:lnTo>
                  <a:lnTo>
                    <a:pt x="4477244" y="773242"/>
                  </a:lnTo>
                  <a:lnTo>
                    <a:pt x="4477352" y="773242"/>
                  </a:lnTo>
                  <a:lnTo>
                    <a:pt x="4477461" y="773242"/>
                  </a:lnTo>
                  <a:lnTo>
                    <a:pt x="4477569" y="773242"/>
                  </a:lnTo>
                  <a:lnTo>
                    <a:pt x="4477678" y="773242"/>
                  </a:lnTo>
                  <a:lnTo>
                    <a:pt x="4477786" y="773242"/>
                  </a:lnTo>
                  <a:lnTo>
                    <a:pt x="4477895" y="773242"/>
                  </a:lnTo>
                  <a:lnTo>
                    <a:pt x="4478003" y="773242"/>
                  </a:lnTo>
                  <a:lnTo>
                    <a:pt x="4478112" y="773242"/>
                  </a:lnTo>
                  <a:lnTo>
                    <a:pt x="4478220" y="773242"/>
                  </a:lnTo>
                  <a:lnTo>
                    <a:pt x="4478328" y="773242"/>
                  </a:lnTo>
                  <a:lnTo>
                    <a:pt x="4478437" y="773242"/>
                  </a:lnTo>
                  <a:lnTo>
                    <a:pt x="4478545" y="773242"/>
                  </a:lnTo>
                  <a:lnTo>
                    <a:pt x="4478654" y="773242"/>
                  </a:lnTo>
                  <a:lnTo>
                    <a:pt x="4478762" y="773242"/>
                  </a:lnTo>
                  <a:lnTo>
                    <a:pt x="4478871" y="773242"/>
                  </a:lnTo>
                  <a:lnTo>
                    <a:pt x="4478871" y="772618"/>
                  </a:lnTo>
                  <a:lnTo>
                    <a:pt x="4478979" y="772618"/>
                  </a:lnTo>
                  <a:lnTo>
                    <a:pt x="4479088" y="772618"/>
                  </a:lnTo>
                  <a:lnTo>
                    <a:pt x="4479196" y="772618"/>
                  </a:lnTo>
                  <a:lnTo>
                    <a:pt x="4479304" y="772618"/>
                  </a:lnTo>
                  <a:lnTo>
                    <a:pt x="4479413" y="772618"/>
                  </a:lnTo>
                  <a:lnTo>
                    <a:pt x="4479521" y="772618"/>
                  </a:lnTo>
                  <a:lnTo>
                    <a:pt x="4479630" y="772618"/>
                  </a:lnTo>
                  <a:lnTo>
                    <a:pt x="4479738" y="772618"/>
                  </a:lnTo>
                  <a:lnTo>
                    <a:pt x="4479847" y="772618"/>
                  </a:lnTo>
                  <a:lnTo>
                    <a:pt x="4479955" y="772618"/>
                  </a:lnTo>
                  <a:lnTo>
                    <a:pt x="4480064" y="772618"/>
                  </a:lnTo>
                  <a:lnTo>
                    <a:pt x="4480172" y="772618"/>
                  </a:lnTo>
                  <a:lnTo>
                    <a:pt x="4480280" y="772618"/>
                  </a:lnTo>
                  <a:lnTo>
                    <a:pt x="4480389" y="772618"/>
                  </a:lnTo>
                  <a:lnTo>
                    <a:pt x="4480497" y="772618"/>
                  </a:lnTo>
                  <a:lnTo>
                    <a:pt x="4480606" y="772618"/>
                  </a:lnTo>
                  <a:lnTo>
                    <a:pt x="4480714" y="772618"/>
                  </a:lnTo>
                  <a:lnTo>
                    <a:pt x="4480823" y="772618"/>
                  </a:lnTo>
                  <a:lnTo>
                    <a:pt x="4480931" y="772618"/>
                  </a:lnTo>
                  <a:lnTo>
                    <a:pt x="4481040" y="772618"/>
                  </a:lnTo>
                  <a:lnTo>
                    <a:pt x="4481148" y="772618"/>
                  </a:lnTo>
                  <a:lnTo>
                    <a:pt x="4481257" y="772618"/>
                  </a:lnTo>
                  <a:lnTo>
                    <a:pt x="4481365" y="772618"/>
                  </a:lnTo>
                  <a:lnTo>
                    <a:pt x="4481365" y="771994"/>
                  </a:lnTo>
                  <a:lnTo>
                    <a:pt x="4481473" y="771994"/>
                  </a:lnTo>
                  <a:lnTo>
                    <a:pt x="4481473" y="771371"/>
                  </a:lnTo>
                  <a:lnTo>
                    <a:pt x="4481582" y="771371"/>
                  </a:lnTo>
                  <a:lnTo>
                    <a:pt x="4481690" y="771371"/>
                  </a:lnTo>
                  <a:lnTo>
                    <a:pt x="4481799" y="771371"/>
                  </a:lnTo>
                  <a:lnTo>
                    <a:pt x="4481907" y="771371"/>
                  </a:lnTo>
                  <a:lnTo>
                    <a:pt x="4482016" y="771371"/>
                  </a:lnTo>
                  <a:lnTo>
                    <a:pt x="4482124" y="771371"/>
                  </a:lnTo>
                  <a:lnTo>
                    <a:pt x="4482233" y="771371"/>
                  </a:lnTo>
                  <a:lnTo>
                    <a:pt x="4482341" y="771371"/>
                  </a:lnTo>
                  <a:lnTo>
                    <a:pt x="4482449" y="771371"/>
                  </a:lnTo>
                  <a:lnTo>
                    <a:pt x="4482558" y="771371"/>
                  </a:lnTo>
                  <a:lnTo>
                    <a:pt x="4482666" y="771371"/>
                  </a:lnTo>
                  <a:lnTo>
                    <a:pt x="4482775" y="771371"/>
                  </a:lnTo>
                  <a:lnTo>
                    <a:pt x="4482883" y="771371"/>
                  </a:lnTo>
                  <a:lnTo>
                    <a:pt x="4482992" y="771371"/>
                  </a:lnTo>
                  <a:lnTo>
                    <a:pt x="4483100" y="771371"/>
                  </a:lnTo>
                  <a:lnTo>
                    <a:pt x="4483209" y="771371"/>
                  </a:lnTo>
                  <a:lnTo>
                    <a:pt x="4483317" y="771371"/>
                  </a:lnTo>
                  <a:lnTo>
                    <a:pt x="4483317" y="770747"/>
                  </a:lnTo>
                  <a:lnTo>
                    <a:pt x="4483425" y="770747"/>
                  </a:lnTo>
                  <a:lnTo>
                    <a:pt x="4483534" y="770747"/>
                  </a:lnTo>
                  <a:lnTo>
                    <a:pt x="4483642" y="770747"/>
                  </a:lnTo>
                  <a:lnTo>
                    <a:pt x="4483751" y="770747"/>
                  </a:lnTo>
                  <a:lnTo>
                    <a:pt x="4483859" y="770747"/>
                  </a:lnTo>
                  <a:lnTo>
                    <a:pt x="4483968" y="770747"/>
                  </a:lnTo>
                  <a:lnTo>
                    <a:pt x="4484076" y="770747"/>
                  </a:lnTo>
                  <a:lnTo>
                    <a:pt x="4484076" y="770124"/>
                  </a:lnTo>
                  <a:lnTo>
                    <a:pt x="4484185" y="770124"/>
                  </a:lnTo>
                  <a:lnTo>
                    <a:pt x="4484293" y="770124"/>
                  </a:lnTo>
                  <a:lnTo>
                    <a:pt x="4484401" y="770124"/>
                  </a:lnTo>
                  <a:lnTo>
                    <a:pt x="4484510" y="770124"/>
                  </a:lnTo>
                  <a:lnTo>
                    <a:pt x="4484618" y="770124"/>
                  </a:lnTo>
                  <a:lnTo>
                    <a:pt x="4484727" y="770124"/>
                  </a:lnTo>
                  <a:lnTo>
                    <a:pt x="4484835" y="770124"/>
                  </a:lnTo>
                  <a:lnTo>
                    <a:pt x="4484944" y="770124"/>
                  </a:lnTo>
                  <a:lnTo>
                    <a:pt x="4484944" y="769500"/>
                  </a:lnTo>
                  <a:lnTo>
                    <a:pt x="4485052" y="769500"/>
                  </a:lnTo>
                  <a:lnTo>
                    <a:pt x="4485161" y="769500"/>
                  </a:lnTo>
                  <a:lnTo>
                    <a:pt x="4485269" y="769500"/>
                  </a:lnTo>
                  <a:lnTo>
                    <a:pt x="4485378" y="769500"/>
                  </a:lnTo>
                  <a:lnTo>
                    <a:pt x="4485486" y="769500"/>
                  </a:lnTo>
                  <a:lnTo>
                    <a:pt x="4485594" y="769500"/>
                  </a:lnTo>
                  <a:lnTo>
                    <a:pt x="4485703" y="769500"/>
                  </a:lnTo>
                  <a:lnTo>
                    <a:pt x="4485703" y="768876"/>
                  </a:lnTo>
                  <a:lnTo>
                    <a:pt x="4485811" y="768876"/>
                  </a:lnTo>
                  <a:lnTo>
                    <a:pt x="4485920" y="768876"/>
                  </a:lnTo>
                  <a:lnTo>
                    <a:pt x="4486028" y="768876"/>
                  </a:lnTo>
                  <a:lnTo>
                    <a:pt x="4486137" y="768876"/>
                  </a:lnTo>
                  <a:lnTo>
                    <a:pt x="4486245" y="768876"/>
                  </a:lnTo>
                  <a:lnTo>
                    <a:pt x="4486354" y="768876"/>
                  </a:lnTo>
                  <a:lnTo>
                    <a:pt x="4486462" y="768876"/>
                  </a:lnTo>
                  <a:lnTo>
                    <a:pt x="4486570" y="768876"/>
                  </a:lnTo>
                  <a:lnTo>
                    <a:pt x="4486679" y="768876"/>
                  </a:lnTo>
                  <a:lnTo>
                    <a:pt x="4486787" y="768876"/>
                  </a:lnTo>
                  <a:lnTo>
                    <a:pt x="4486896" y="768876"/>
                  </a:lnTo>
                  <a:lnTo>
                    <a:pt x="4487004" y="768876"/>
                  </a:lnTo>
                  <a:lnTo>
                    <a:pt x="4487113" y="768876"/>
                  </a:lnTo>
                  <a:lnTo>
                    <a:pt x="4487221" y="768876"/>
                  </a:lnTo>
                  <a:lnTo>
                    <a:pt x="4487330" y="768876"/>
                  </a:lnTo>
                  <a:lnTo>
                    <a:pt x="4487438" y="768876"/>
                  </a:lnTo>
                  <a:lnTo>
                    <a:pt x="4487546" y="768876"/>
                  </a:lnTo>
                  <a:lnTo>
                    <a:pt x="4487655" y="768876"/>
                  </a:lnTo>
                  <a:lnTo>
                    <a:pt x="4487655" y="768253"/>
                  </a:lnTo>
                  <a:lnTo>
                    <a:pt x="4487763" y="768253"/>
                  </a:lnTo>
                  <a:lnTo>
                    <a:pt x="4487872" y="768253"/>
                  </a:lnTo>
                  <a:lnTo>
                    <a:pt x="4487980" y="768253"/>
                  </a:lnTo>
                  <a:lnTo>
                    <a:pt x="4488089" y="768253"/>
                  </a:lnTo>
                  <a:lnTo>
                    <a:pt x="4488197" y="768253"/>
                  </a:lnTo>
                  <a:lnTo>
                    <a:pt x="4488306" y="768253"/>
                  </a:lnTo>
                  <a:lnTo>
                    <a:pt x="4488306" y="767629"/>
                  </a:lnTo>
                  <a:lnTo>
                    <a:pt x="4488414" y="767629"/>
                  </a:lnTo>
                  <a:lnTo>
                    <a:pt x="4488522" y="767629"/>
                  </a:lnTo>
                  <a:lnTo>
                    <a:pt x="4488631" y="767629"/>
                  </a:lnTo>
                  <a:lnTo>
                    <a:pt x="4488739" y="767629"/>
                  </a:lnTo>
                  <a:lnTo>
                    <a:pt x="4488848" y="767629"/>
                  </a:lnTo>
                  <a:lnTo>
                    <a:pt x="4488956" y="767629"/>
                  </a:lnTo>
                  <a:lnTo>
                    <a:pt x="4489065" y="767629"/>
                  </a:lnTo>
                  <a:lnTo>
                    <a:pt x="4489173" y="767629"/>
                  </a:lnTo>
                  <a:lnTo>
                    <a:pt x="4489173" y="767006"/>
                  </a:lnTo>
                  <a:lnTo>
                    <a:pt x="4489173" y="766382"/>
                  </a:lnTo>
                  <a:lnTo>
                    <a:pt x="4489282" y="766382"/>
                  </a:lnTo>
                  <a:lnTo>
                    <a:pt x="4489390" y="766382"/>
                  </a:lnTo>
                  <a:lnTo>
                    <a:pt x="4489499" y="766382"/>
                  </a:lnTo>
                  <a:lnTo>
                    <a:pt x="4489607" y="766382"/>
                  </a:lnTo>
                  <a:lnTo>
                    <a:pt x="4489715" y="766382"/>
                  </a:lnTo>
                  <a:lnTo>
                    <a:pt x="4489824" y="766382"/>
                  </a:lnTo>
                  <a:lnTo>
                    <a:pt x="4489932" y="766382"/>
                  </a:lnTo>
                  <a:lnTo>
                    <a:pt x="4490041" y="766382"/>
                  </a:lnTo>
                  <a:lnTo>
                    <a:pt x="4490149" y="766382"/>
                  </a:lnTo>
                  <a:lnTo>
                    <a:pt x="4490149" y="765759"/>
                  </a:lnTo>
                  <a:lnTo>
                    <a:pt x="4490258" y="765759"/>
                  </a:lnTo>
                  <a:lnTo>
                    <a:pt x="4490366" y="765759"/>
                  </a:lnTo>
                  <a:lnTo>
                    <a:pt x="4490475" y="765759"/>
                  </a:lnTo>
                  <a:lnTo>
                    <a:pt x="4490583" y="765759"/>
                  </a:lnTo>
                  <a:lnTo>
                    <a:pt x="4490691" y="765759"/>
                  </a:lnTo>
                  <a:lnTo>
                    <a:pt x="4490691" y="765135"/>
                  </a:lnTo>
                  <a:lnTo>
                    <a:pt x="4490800" y="765135"/>
                  </a:lnTo>
                  <a:lnTo>
                    <a:pt x="4490908" y="765135"/>
                  </a:lnTo>
                  <a:lnTo>
                    <a:pt x="4491017" y="765135"/>
                  </a:lnTo>
                  <a:lnTo>
                    <a:pt x="4491125" y="765135"/>
                  </a:lnTo>
                  <a:lnTo>
                    <a:pt x="4491234" y="765135"/>
                  </a:lnTo>
                  <a:lnTo>
                    <a:pt x="4491342" y="765135"/>
                  </a:lnTo>
                  <a:lnTo>
                    <a:pt x="4491342" y="764511"/>
                  </a:lnTo>
                  <a:lnTo>
                    <a:pt x="4491451" y="764511"/>
                  </a:lnTo>
                  <a:lnTo>
                    <a:pt x="4491451" y="763888"/>
                  </a:lnTo>
                  <a:lnTo>
                    <a:pt x="4491559" y="763888"/>
                  </a:lnTo>
                  <a:lnTo>
                    <a:pt x="4491667" y="763888"/>
                  </a:lnTo>
                  <a:lnTo>
                    <a:pt x="4491776" y="763888"/>
                  </a:lnTo>
                  <a:lnTo>
                    <a:pt x="4491884" y="763888"/>
                  </a:lnTo>
                  <a:lnTo>
                    <a:pt x="4491884" y="763264"/>
                  </a:lnTo>
                  <a:lnTo>
                    <a:pt x="4491993" y="763264"/>
                  </a:lnTo>
                  <a:lnTo>
                    <a:pt x="4492101" y="763264"/>
                  </a:lnTo>
                  <a:lnTo>
                    <a:pt x="4492210" y="763264"/>
                  </a:lnTo>
                  <a:lnTo>
                    <a:pt x="4492318" y="763264"/>
                  </a:lnTo>
                  <a:lnTo>
                    <a:pt x="4492427" y="763264"/>
                  </a:lnTo>
                  <a:lnTo>
                    <a:pt x="4492535" y="763264"/>
                  </a:lnTo>
                  <a:lnTo>
                    <a:pt x="4492643" y="763264"/>
                  </a:lnTo>
                  <a:lnTo>
                    <a:pt x="4492752" y="763264"/>
                  </a:lnTo>
                  <a:lnTo>
                    <a:pt x="4492860" y="763264"/>
                  </a:lnTo>
                  <a:lnTo>
                    <a:pt x="4492969" y="763264"/>
                  </a:lnTo>
                  <a:lnTo>
                    <a:pt x="4493077" y="763264"/>
                  </a:lnTo>
                  <a:lnTo>
                    <a:pt x="4493186" y="763264"/>
                  </a:lnTo>
                  <a:lnTo>
                    <a:pt x="4493294" y="763264"/>
                  </a:lnTo>
                  <a:lnTo>
                    <a:pt x="4493403" y="763264"/>
                  </a:lnTo>
                  <a:lnTo>
                    <a:pt x="4493511" y="763264"/>
                  </a:lnTo>
                  <a:lnTo>
                    <a:pt x="4493620" y="763264"/>
                  </a:lnTo>
                  <a:lnTo>
                    <a:pt x="4493728" y="763264"/>
                  </a:lnTo>
                  <a:lnTo>
                    <a:pt x="4493836" y="763264"/>
                  </a:lnTo>
                  <a:lnTo>
                    <a:pt x="4493945" y="763264"/>
                  </a:lnTo>
                  <a:lnTo>
                    <a:pt x="4494053" y="763264"/>
                  </a:lnTo>
                  <a:lnTo>
                    <a:pt x="4494162" y="763264"/>
                  </a:lnTo>
                  <a:lnTo>
                    <a:pt x="4494270" y="763264"/>
                  </a:lnTo>
                  <a:lnTo>
                    <a:pt x="4494379" y="763264"/>
                  </a:lnTo>
                  <a:lnTo>
                    <a:pt x="4494487" y="763264"/>
                  </a:lnTo>
                  <a:lnTo>
                    <a:pt x="4494487" y="762641"/>
                  </a:lnTo>
                  <a:lnTo>
                    <a:pt x="4494596" y="762641"/>
                  </a:lnTo>
                  <a:lnTo>
                    <a:pt x="4494704" y="762641"/>
                  </a:lnTo>
                  <a:lnTo>
                    <a:pt x="4494812" y="762641"/>
                  </a:lnTo>
                  <a:lnTo>
                    <a:pt x="4494921" y="762641"/>
                  </a:lnTo>
                  <a:lnTo>
                    <a:pt x="4495029" y="762641"/>
                  </a:lnTo>
                  <a:lnTo>
                    <a:pt x="4495029" y="762017"/>
                  </a:lnTo>
                  <a:lnTo>
                    <a:pt x="4495138" y="762017"/>
                  </a:lnTo>
                  <a:lnTo>
                    <a:pt x="4495246" y="762017"/>
                  </a:lnTo>
                  <a:lnTo>
                    <a:pt x="4495355" y="762017"/>
                  </a:lnTo>
                  <a:lnTo>
                    <a:pt x="4495463" y="762017"/>
                  </a:lnTo>
                  <a:lnTo>
                    <a:pt x="4495572" y="762017"/>
                  </a:lnTo>
                  <a:lnTo>
                    <a:pt x="4495572" y="761394"/>
                  </a:lnTo>
                  <a:lnTo>
                    <a:pt x="4495680" y="761394"/>
                  </a:lnTo>
                  <a:lnTo>
                    <a:pt x="4495788" y="761394"/>
                  </a:lnTo>
                  <a:lnTo>
                    <a:pt x="4495897" y="761394"/>
                  </a:lnTo>
                  <a:lnTo>
                    <a:pt x="4496005" y="761394"/>
                  </a:lnTo>
                  <a:lnTo>
                    <a:pt x="4496114" y="761394"/>
                  </a:lnTo>
                  <a:lnTo>
                    <a:pt x="4496222" y="761394"/>
                  </a:lnTo>
                  <a:lnTo>
                    <a:pt x="4496222" y="760770"/>
                  </a:lnTo>
                  <a:lnTo>
                    <a:pt x="4496331" y="760770"/>
                  </a:lnTo>
                  <a:lnTo>
                    <a:pt x="4496439" y="760770"/>
                  </a:lnTo>
                  <a:lnTo>
                    <a:pt x="4496548" y="760770"/>
                  </a:lnTo>
                  <a:lnTo>
                    <a:pt x="4496656" y="760770"/>
                  </a:lnTo>
                  <a:lnTo>
                    <a:pt x="4496764" y="760770"/>
                  </a:lnTo>
                  <a:lnTo>
                    <a:pt x="4496873" y="760770"/>
                  </a:lnTo>
                  <a:lnTo>
                    <a:pt x="4496981" y="760770"/>
                  </a:lnTo>
                  <a:lnTo>
                    <a:pt x="4497090" y="760770"/>
                  </a:lnTo>
                  <a:lnTo>
                    <a:pt x="4497198" y="760770"/>
                  </a:lnTo>
                  <a:lnTo>
                    <a:pt x="4497307" y="760770"/>
                  </a:lnTo>
                  <a:lnTo>
                    <a:pt x="4497415" y="760770"/>
                  </a:lnTo>
                  <a:lnTo>
                    <a:pt x="4497524" y="760770"/>
                  </a:lnTo>
                  <a:lnTo>
                    <a:pt x="4497632" y="760770"/>
                  </a:lnTo>
                  <a:lnTo>
                    <a:pt x="4497741" y="760770"/>
                  </a:lnTo>
                  <a:lnTo>
                    <a:pt x="4497741" y="760146"/>
                  </a:lnTo>
                  <a:lnTo>
                    <a:pt x="4497849" y="760146"/>
                  </a:lnTo>
                  <a:lnTo>
                    <a:pt x="4497957" y="760146"/>
                  </a:lnTo>
                  <a:lnTo>
                    <a:pt x="4498066" y="760146"/>
                  </a:lnTo>
                  <a:lnTo>
                    <a:pt x="4498174" y="760146"/>
                  </a:lnTo>
                  <a:lnTo>
                    <a:pt x="4498283" y="760146"/>
                  </a:lnTo>
                  <a:lnTo>
                    <a:pt x="4498391" y="760146"/>
                  </a:lnTo>
                  <a:lnTo>
                    <a:pt x="4498500" y="760146"/>
                  </a:lnTo>
                  <a:lnTo>
                    <a:pt x="4498608" y="760146"/>
                  </a:lnTo>
                  <a:lnTo>
                    <a:pt x="4498717" y="760146"/>
                  </a:lnTo>
                  <a:lnTo>
                    <a:pt x="4498825" y="760146"/>
                  </a:lnTo>
                  <a:lnTo>
                    <a:pt x="4498933" y="760146"/>
                  </a:lnTo>
                  <a:lnTo>
                    <a:pt x="4499042" y="760146"/>
                  </a:lnTo>
                  <a:lnTo>
                    <a:pt x="4499150" y="760146"/>
                  </a:lnTo>
                  <a:lnTo>
                    <a:pt x="4499259" y="760146"/>
                  </a:lnTo>
                  <a:lnTo>
                    <a:pt x="4499367" y="760146"/>
                  </a:lnTo>
                  <a:lnTo>
                    <a:pt x="4499476" y="760146"/>
                  </a:lnTo>
                  <a:lnTo>
                    <a:pt x="4499584" y="760146"/>
                  </a:lnTo>
                  <a:lnTo>
                    <a:pt x="4499693" y="760146"/>
                  </a:lnTo>
                  <a:lnTo>
                    <a:pt x="4499801" y="760146"/>
                  </a:lnTo>
                  <a:lnTo>
                    <a:pt x="4499909" y="760146"/>
                  </a:lnTo>
                  <a:lnTo>
                    <a:pt x="4500018" y="760146"/>
                  </a:lnTo>
                  <a:lnTo>
                    <a:pt x="4500126" y="760146"/>
                  </a:lnTo>
                  <a:lnTo>
                    <a:pt x="4500235" y="760146"/>
                  </a:lnTo>
                  <a:lnTo>
                    <a:pt x="4500235" y="759523"/>
                  </a:lnTo>
                  <a:lnTo>
                    <a:pt x="4500343" y="759523"/>
                  </a:lnTo>
                  <a:lnTo>
                    <a:pt x="4500452" y="759523"/>
                  </a:lnTo>
                  <a:lnTo>
                    <a:pt x="4500560" y="759523"/>
                  </a:lnTo>
                  <a:lnTo>
                    <a:pt x="4500669" y="759523"/>
                  </a:lnTo>
                  <a:lnTo>
                    <a:pt x="4500777" y="759523"/>
                  </a:lnTo>
                  <a:lnTo>
                    <a:pt x="4500885" y="759523"/>
                  </a:lnTo>
                  <a:lnTo>
                    <a:pt x="4500994" y="759523"/>
                  </a:lnTo>
                  <a:lnTo>
                    <a:pt x="4501102" y="759523"/>
                  </a:lnTo>
                  <a:lnTo>
                    <a:pt x="4501102" y="758899"/>
                  </a:lnTo>
                  <a:lnTo>
                    <a:pt x="4501211" y="758899"/>
                  </a:lnTo>
                  <a:lnTo>
                    <a:pt x="4501319" y="758899"/>
                  </a:lnTo>
                  <a:lnTo>
                    <a:pt x="4501428" y="758899"/>
                  </a:lnTo>
                  <a:lnTo>
                    <a:pt x="4501536" y="758899"/>
                  </a:lnTo>
                  <a:lnTo>
                    <a:pt x="4501645" y="758899"/>
                  </a:lnTo>
                  <a:lnTo>
                    <a:pt x="4501753" y="758899"/>
                  </a:lnTo>
                  <a:lnTo>
                    <a:pt x="4501861" y="758899"/>
                  </a:lnTo>
                  <a:lnTo>
                    <a:pt x="4501970" y="758899"/>
                  </a:lnTo>
                  <a:lnTo>
                    <a:pt x="4502078" y="758899"/>
                  </a:lnTo>
                  <a:lnTo>
                    <a:pt x="4502187" y="758899"/>
                  </a:lnTo>
                  <a:lnTo>
                    <a:pt x="4502295" y="758899"/>
                  </a:lnTo>
                  <a:lnTo>
                    <a:pt x="4502404" y="758899"/>
                  </a:lnTo>
                  <a:lnTo>
                    <a:pt x="4502512" y="758899"/>
                  </a:lnTo>
                  <a:lnTo>
                    <a:pt x="4502621" y="758899"/>
                  </a:lnTo>
                  <a:lnTo>
                    <a:pt x="4502729" y="758899"/>
                  </a:lnTo>
                  <a:lnTo>
                    <a:pt x="4502838" y="758899"/>
                  </a:lnTo>
                  <a:lnTo>
                    <a:pt x="4502946" y="758899"/>
                  </a:lnTo>
                  <a:lnTo>
                    <a:pt x="4503054" y="758899"/>
                  </a:lnTo>
                  <a:lnTo>
                    <a:pt x="4503163" y="758899"/>
                  </a:lnTo>
                  <a:lnTo>
                    <a:pt x="4503271" y="758899"/>
                  </a:lnTo>
                  <a:lnTo>
                    <a:pt x="4503271" y="758276"/>
                  </a:lnTo>
                  <a:lnTo>
                    <a:pt x="4503380" y="758276"/>
                  </a:lnTo>
                  <a:lnTo>
                    <a:pt x="4503488" y="758276"/>
                  </a:lnTo>
                  <a:lnTo>
                    <a:pt x="4503597" y="758276"/>
                  </a:lnTo>
                  <a:lnTo>
                    <a:pt x="4503705" y="758276"/>
                  </a:lnTo>
                  <a:lnTo>
                    <a:pt x="4503705" y="757652"/>
                  </a:lnTo>
                  <a:lnTo>
                    <a:pt x="4503814" y="757652"/>
                  </a:lnTo>
                  <a:lnTo>
                    <a:pt x="4503922" y="757652"/>
                  </a:lnTo>
                  <a:lnTo>
                    <a:pt x="4504030" y="757652"/>
                  </a:lnTo>
                  <a:lnTo>
                    <a:pt x="4504139" y="757652"/>
                  </a:lnTo>
                  <a:lnTo>
                    <a:pt x="4504247" y="757652"/>
                  </a:lnTo>
                  <a:lnTo>
                    <a:pt x="4504356" y="757652"/>
                  </a:lnTo>
                  <a:lnTo>
                    <a:pt x="4504464" y="757652"/>
                  </a:lnTo>
                  <a:lnTo>
                    <a:pt x="4504573" y="757652"/>
                  </a:lnTo>
                  <a:lnTo>
                    <a:pt x="4504681" y="757652"/>
                  </a:lnTo>
                  <a:lnTo>
                    <a:pt x="4504790" y="757652"/>
                  </a:lnTo>
                  <a:lnTo>
                    <a:pt x="4504898" y="757652"/>
                  </a:lnTo>
                  <a:lnTo>
                    <a:pt x="4505006" y="757652"/>
                  </a:lnTo>
                  <a:lnTo>
                    <a:pt x="4505115" y="757652"/>
                  </a:lnTo>
                  <a:lnTo>
                    <a:pt x="4505223" y="757652"/>
                  </a:lnTo>
                  <a:lnTo>
                    <a:pt x="4505332" y="757652"/>
                  </a:lnTo>
                  <a:lnTo>
                    <a:pt x="4505440" y="757652"/>
                  </a:lnTo>
                  <a:lnTo>
                    <a:pt x="4505549" y="757652"/>
                  </a:lnTo>
                  <a:lnTo>
                    <a:pt x="4505657" y="757652"/>
                  </a:lnTo>
                  <a:lnTo>
                    <a:pt x="4505766" y="757652"/>
                  </a:lnTo>
                  <a:lnTo>
                    <a:pt x="4505874" y="757652"/>
                  </a:lnTo>
                  <a:lnTo>
                    <a:pt x="4505982" y="757652"/>
                  </a:lnTo>
                  <a:lnTo>
                    <a:pt x="4506091" y="757652"/>
                  </a:lnTo>
                  <a:lnTo>
                    <a:pt x="4506199" y="757652"/>
                  </a:lnTo>
                  <a:lnTo>
                    <a:pt x="4506308" y="757652"/>
                  </a:lnTo>
                  <a:lnTo>
                    <a:pt x="4506416" y="757652"/>
                  </a:lnTo>
                  <a:lnTo>
                    <a:pt x="4506525" y="757652"/>
                  </a:lnTo>
                  <a:lnTo>
                    <a:pt x="4506633" y="757652"/>
                  </a:lnTo>
                  <a:lnTo>
                    <a:pt x="4506742" y="757652"/>
                  </a:lnTo>
                  <a:lnTo>
                    <a:pt x="4506850" y="757652"/>
                  </a:lnTo>
                  <a:lnTo>
                    <a:pt x="4506959" y="757652"/>
                  </a:lnTo>
                  <a:lnTo>
                    <a:pt x="4506959" y="757028"/>
                  </a:lnTo>
                  <a:lnTo>
                    <a:pt x="4507067" y="757028"/>
                  </a:lnTo>
                  <a:lnTo>
                    <a:pt x="4507175" y="757028"/>
                  </a:lnTo>
                  <a:lnTo>
                    <a:pt x="4507284" y="757028"/>
                  </a:lnTo>
                  <a:lnTo>
                    <a:pt x="4507392" y="757028"/>
                  </a:lnTo>
                  <a:lnTo>
                    <a:pt x="4507501" y="757028"/>
                  </a:lnTo>
                  <a:lnTo>
                    <a:pt x="4507609" y="757028"/>
                  </a:lnTo>
                  <a:lnTo>
                    <a:pt x="4507718" y="757028"/>
                  </a:lnTo>
                  <a:lnTo>
                    <a:pt x="4507826" y="757028"/>
                  </a:lnTo>
                  <a:lnTo>
                    <a:pt x="4507826" y="756405"/>
                  </a:lnTo>
                  <a:lnTo>
                    <a:pt x="4507935" y="756405"/>
                  </a:lnTo>
                  <a:lnTo>
                    <a:pt x="4508043" y="756405"/>
                  </a:lnTo>
                  <a:lnTo>
                    <a:pt x="4508151" y="756405"/>
                  </a:lnTo>
                  <a:lnTo>
                    <a:pt x="4508260" y="756405"/>
                  </a:lnTo>
                  <a:lnTo>
                    <a:pt x="4508368" y="756405"/>
                  </a:lnTo>
                  <a:lnTo>
                    <a:pt x="4508477" y="756405"/>
                  </a:lnTo>
                  <a:lnTo>
                    <a:pt x="4508585" y="756405"/>
                  </a:lnTo>
                  <a:lnTo>
                    <a:pt x="4508694" y="756405"/>
                  </a:lnTo>
                  <a:lnTo>
                    <a:pt x="4508802" y="756405"/>
                  </a:lnTo>
                  <a:lnTo>
                    <a:pt x="4508911" y="756405"/>
                  </a:lnTo>
                  <a:lnTo>
                    <a:pt x="4509019" y="756405"/>
                  </a:lnTo>
                  <a:lnTo>
                    <a:pt x="4509127" y="756405"/>
                  </a:lnTo>
                  <a:lnTo>
                    <a:pt x="4509236" y="756405"/>
                  </a:lnTo>
                  <a:lnTo>
                    <a:pt x="4509344" y="756405"/>
                  </a:lnTo>
                  <a:lnTo>
                    <a:pt x="4509453" y="756405"/>
                  </a:lnTo>
                  <a:lnTo>
                    <a:pt x="4509453" y="755781"/>
                  </a:lnTo>
                  <a:lnTo>
                    <a:pt x="4509561" y="755781"/>
                  </a:lnTo>
                  <a:lnTo>
                    <a:pt x="4509561" y="755158"/>
                  </a:lnTo>
                  <a:lnTo>
                    <a:pt x="4509561" y="754534"/>
                  </a:lnTo>
                  <a:lnTo>
                    <a:pt x="4509670" y="754534"/>
                  </a:lnTo>
                  <a:lnTo>
                    <a:pt x="4509778" y="754534"/>
                  </a:lnTo>
                  <a:lnTo>
                    <a:pt x="4509887" y="754534"/>
                  </a:lnTo>
                  <a:lnTo>
                    <a:pt x="4509995" y="754534"/>
                  </a:lnTo>
                  <a:lnTo>
                    <a:pt x="4510103" y="754534"/>
                  </a:lnTo>
                  <a:lnTo>
                    <a:pt x="4510212" y="754534"/>
                  </a:lnTo>
                  <a:lnTo>
                    <a:pt x="4510212" y="753911"/>
                  </a:lnTo>
                  <a:lnTo>
                    <a:pt x="4510320" y="753911"/>
                  </a:lnTo>
                  <a:lnTo>
                    <a:pt x="4510320" y="753287"/>
                  </a:lnTo>
                  <a:lnTo>
                    <a:pt x="4510429" y="753287"/>
                  </a:lnTo>
                  <a:lnTo>
                    <a:pt x="4510537" y="753287"/>
                  </a:lnTo>
                  <a:lnTo>
                    <a:pt x="4510646" y="753287"/>
                  </a:lnTo>
                  <a:lnTo>
                    <a:pt x="4510754" y="753287"/>
                  </a:lnTo>
                  <a:lnTo>
                    <a:pt x="4510863" y="753287"/>
                  </a:lnTo>
                  <a:lnTo>
                    <a:pt x="4510971" y="753287"/>
                  </a:lnTo>
                  <a:lnTo>
                    <a:pt x="4511080" y="753287"/>
                  </a:lnTo>
                  <a:lnTo>
                    <a:pt x="4511188" y="753287"/>
                  </a:lnTo>
                  <a:lnTo>
                    <a:pt x="4511296" y="753287"/>
                  </a:lnTo>
                  <a:lnTo>
                    <a:pt x="4511405" y="753287"/>
                  </a:lnTo>
                  <a:lnTo>
                    <a:pt x="4511513" y="753287"/>
                  </a:lnTo>
                  <a:lnTo>
                    <a:pt x="4511622" y="753287"/>
                  </a:lnTo>
                  <a:lnTo>
                    <a:pt x="4511730" y="753287"/>
                  </a:lnTo>
                  <a:lnTo>
                    <a:pt x="4511839" y="753287"/>
                  </a:lnTo>
                  <a:lnTo>
                    <a:pt x="4511947" y="753287"/>
                  </a:lnTo>
                  <a:lnTo>
                    <a:pt x="4512056" y="753287"/>
                  </a:lnTo>
                  <a:lnTo>
                    <a:pt x="4512056" y="752663"/>
                  </a:lnTo>
                  <a:lnTo>
                    <a:pt x="4512164" y="752663"/>
                  </a:lnTo>
                  <a:lnTo>
                    <a:pt x="4512272" y="752663"/>
                  </a:lnTo>
                  <a:lnTo>
                    <a:pt x="4512381" y="752663"/>
                  </a:lnTo>
                  <a:lnTo>
                    <a:pt x="4512489" y="752663"/>
                  </a:lnTo>
                  <a:lnTo>
                    <a:pt x="4512598" y="752663"/>
                  </a:lnTo>
                  <a:lnTo>
                    <a:pt x="4512706" y="752663"/>
                  </a:lnTo>
                  <a:lnTo>
                    <a:pt x="4512815" y="752663"/>
                  </a:lnTo>
                  <a:lnTo>
                    <a:pt x="4512923" y="752663"/>
                  </a:lnTo>
                  <a:lnTo>
                    <a:pt x="4513032" y="752663"/>
                  </a:lnTo>
                  <a:lnTo>
                    <a:pt x="4513140" y="752663"/>
                  </a:lnTo>
                  <a:lnTo>
                    <a:pt x="4513248" y="752663"/>
                  </a:lnTo>
                  <a:lnTo>
                    <a:pt x="4513357" y="752663"/>
                  </a:lnTo>
                  <a:lnTo>
                    <a:pt x="4513465" y="752663"/>
                  </a:lnTo>
                  <a:lnTo>
                    <a:pt x="4513574" y="752663"/>
                  </a:lnTo>
                  <a:lnTo>
                    <a:pt x="4513682" y="752663"/>
                  </a:lnTo>
                  <a:lnTo>
                    <a:pt x="4513791" y="752663"/>
                  </a:lnTo>
                  <a:lnTo>
                    <a:pt x="4513899" y="752663"/>
                  </a:lnTo>
                  <a:lnTo>
                    <a:pt x="4514008" y="752663"/>
                  </a:lnTo>
                  <a:lnTo>
                    <a:pt x="4514116" y="752663"/>
                  </a:lnTo>
                  <a:lnTo>
                    <a:pt x="4514116" y="752040"/>
                  </a:lnTo>
                  <a:lnTo>
                    <a:pt x="4514224" y="752040"/>
                  </a:lnTo>
                  <a:lnTo>
                    <a:pt x="4514333" y="752040"/>
                  </a:lnTo>
                  <a:lnTo>
                    <a:pt x="4514441" y="752040"/>
                  </a:lnTo>
                  <a:lnTo>
                    <a:pt x="4514550" y="752040"/>
                  </a:lnTo>
                  <a:lnTo>
                    <a:pt x="4514658" y="752040"/>
                  </a:lnTo>
                  <a:lnTo>
                    <a:pt x="4514767" y="752040"/>
                  </a:lnTo>
                  <a:lnTo>
                    <a:pt x="4514875" y="752040"/>
                  </a:lnTo>
                  <a:lnTo>
                    <a:pt x="4514984" y="752040"/>
                  </a:lnTo>
                  <a:lnTo>
                    <a:pt x="4515092" y="752040"/>
                  </a:lnTo>
                  <a:lnTo>
                    <a:pt x="4515201" y="752040"/>
                  </a:lnTo>
                  <a:lnTo>
                    <a:pt x="4515309" y="752040"/>
                  </a:lnTo>
                  <a:lnTo>
                    <a:pt x="4515417" y="752040"/>
                  </a:lnTo>
                  <a:lnTo>
                    <a:pt x="4515417" y="751416"/>
                  </a:lnTo>
                  <a:lnTo>
                    <a:pt x="4515417" y="750793"/>
                  </a:lnTo>
                  <a:lnTo>
                    <a:pt x="4515526" y="750793"/>
                  </a:lnTo>
                  <a:lnTo>
                    <a:pt x="4515634" y="750793"/>
                  </a:lnTo>
                  <a:lnTo>
                    <a:pt x="4515743" y="750793"/>
                  </a:lnTo>
                  <a:lnTo>
                    <a:pt x="4515851" y="750793"/>
                  </a:lnTo>
                  <a:lnTo>
                    <a:pt x="4515960" y="750793"/>
                  </a:lnTo>
                  <a:lnTo>
                    <a:pt x="4516068" y="750793"/>
                  </a:lnTo>
                  <a:lnTo>
                    <a:pt x="4516177" y="750793"/>
                  </a:lnTo>
                  <a:lnTo>
                    <a:pt x="4516285" y="750793"/>
                  </a:lnTo>
                  <a:lnTo>
                    <a:pt x="4516393" y="750793"/>
                  </a:lnTo>
                  <a:lnTo>
                    <a:pt x="4516502" y="750793"/>
                  </a:lnTo>
                  <a:lnTo>
                    <a:pt x="4516610" y="750793"/>
                  </a:lnTo>
                  <a:lnTo>
                    <a:pt x="4516719" y="750793"/>
                  </a:lnTo>
                  <a:lnTo>
                    <a:pt x="4516827" y="750793"/>
                  </a:lnTo>
                  <a:lnTo>
                    <a:pt x="4516936" y="750793"/>
                  </a:lnTo>
                  <a:lnTo>
                    <a:pt x="4517044" y="750793"/>
                  </a:lnTo>
                  <a:lnTo>
                    <a:pt x="4517153" y="750793"/>
                  </a:lnTo>
                  <a:lnTo>
                    <a:pt x="4517261" y="750793"/>
                  </a:lnTo>
                  <a:lnTo>
                    <a:pt x="4517369" y="750793"/>
                  </a:lnTo>
                  <a:lnTo>
                    <a:pt x="4517369" y="750169"/>
                  </a:lnTo>
                  <a:lnTo>
                    <a:pt x="4517478" y="750169"/>
                  </a:lnTo>
                  <a:lnTo>
                    <a:pt x="4517586" y="750169"/>
                  </a:lnTo>
                  <a:lnTo>
                    <a:pt x="4517695" y="750169"/>
                  </a:lnTo>
                  <a:lnTo>
                    <a:pt x="4517803" y="750169"/>
                  </a:lnTo>
                  <a:lnTo>
                    <a:pt x="4517912" y="750169"/>
                  </a:lnTo>
                  <a:lnTo>
                    <a:pt x="4518020" y="750169"/>
                  </a:lnTo>
                  <a:lnTo>
                    <a:pt x="4518129" y="750169"/>
                  </a:lnTo>
                  <a:lnTo>
                    <a:pt x="4518237" y="750169"/>
                  </a:lnTo>
                  <a:lnTo>
                    <a:pt x="4518345" y="750169"/>
                  </a:lnTo>
                  <a:lnTo>
                    <a:pt x="4518454" y="750169"/>
                  </a:lnTo>
                  <a:lnTo>
                    <a:pt x="4518562" y="750169"/>
                  </a:lnTo>
                  <a:lnTo>
                    <a:pt x="4518671" y="750169"/>
                  </a:lnTo>
                  <a:lnTo>
                    <a:pt x="4518779" y="750169"/>
                  </a:lnTo>
                  <a:lnTo>
                    <a:pt x="4518888" y="750169"/>
                  </a:lnTo>
                  <a:lnTo>
                    <a:pt x="4518996" y="750169"/>
                  </a:lnTo>
                  <a:lnTo>
                    <a:pt x="4519105" y="750169"/>
                  </a:lnTo>
                  <a:lnTo>
                    <a:pt x="4519213" y="750169"/>
                  </a:lnTo>
                  <a:lnTo>
                    <a:pt x="4519213" y="749545"/>
                  </a:lnTo>
                  <a:lnTo>
                    <a:pt x="4519322" y="749545"/>
                  </a:lnTo>
                  <a:lnTo>
                    <a:pt x="4519430" y="749545"/>
                  </a:lnTo>
                  <a:lnTo>
                    <a:pt x="4519538" y="749545"/>
                  </a:lnTo>
                  <a:lnTo>
                    <a:pt x="4519647" y="749545"/>
                  </a:lnTo>
                  <a:lnTo>
                    <a:pt x="4519755" y="749545"/>
                  </a:lnTo>
                  <a:lnTo>
                    <a:pt x="4519864" y="749545"/>
                  </a:lnTo>
                  <a:lnTo>
                    <a:pt x="4519864" y="748922"/>
                  </a:lnTo>
                  <a:lnTo>
                    <a:pt x="4519972" y="748922"/>
                  </a:lnTo>
                  <a:lnTo>
                    <a:pt x="4520081" y="748922"/>
                  </a:lnTo>
                  <a:lnTo>
                    <a:pt x="4520189" y="748922"/>
                  </a:lnTo>
                  <a:lnTo>
                    <a:pt x="4520298" y="748922"/>
                  </a:lnTo>
                  <a:lnTo>
                    <a:pt x="4520406" y="748922"/>
                  </a:lnTo>
                  <a:lnTo>
                    <a:pt x="4520514" y="748922"/>
                  </a:lnTo>
                  <a:lnTo>
                    <a:pt x="4520623" y="748922"/>
                  </a:lnTo>
                  <a:lnTo>
                    <a:pt x="4520731" y="748922"/>
                  </a:lnTo>
                  <a:lnTo>
                    <a:pt x="4520840" y="748922"/>
                  </a:lnTo>
                  <a:lnTo>
                    <a:pt x="4520948" y="748922"/>
                  </a:lnTo>
                  <a:lnTo>
                    <a:pt x="4521057" y="748922"/>
                  </a:lnTo>
                  <a:lnTo>
                    <a:pt x="4521165" y="748922"/>
                  </a:lnTo>
                  <a:lnTo>
                    <a:pt x="4521165" y="748298"/>
                  </a:lnTo>
                  <a:lnTo>
                    <a:pt x="4521274" y="748298"/>
                  </a:lnTo>
                  <a:lnTo>
                    <a:pt x="4521382" y="748298"/>
                  </a:lnTo>
                  <a:lnTo>
                    <a:pt x="4521490" y="748298"/>
                  </a:lnTo>
                  <a:lnTo>
                    <a:pt x="4521599" y="748298"/>
                  </a:lnTo>
                  <a:lnTo>
                    <a:pt x="4521599" y="747675"/>
                  </a:lnTo>
                  <a:lnTo>
                    <a:pt x="4521707" y="747675"/>
                  </a:lnTo>
                  <a:lnTo>
                    <a:pt x="4521816" y="747675"/>
                  </a:lnTo>
                  <a:lnTo>
                    <a:pt x="4521924" y="747675"/>
                  </a:lnTo>
                  <a:lnTo>
                    <a:pt x="4522033" y="747675"/>
                  </a:lnTo>
                  <a:lnTo>
                    <a:pt x="4522141" y="747675"/>
                  </a:lnTo>
                  <a:lnTo>
                    <a:pt x="4522250" y="747675"/>
                  </a:lnTo>
                  <a:lnTo>
                    <a:pt x="4522358" y="747675"/>
                  </a:lnTo>
                  <a:lnTo>
                    <a:pt x="4522466" y="747675"/>
                  </a:lnTo>
                  <a:lnTo>
                    <a:pt x="4522466" y="747051"/>
                  </a:lnTo>
                  <a:lnTo>
                    <a:pt x="4522575" y="747051"/>
                  </a:lnTo>
                  <a:lnTo>
                    <a:pt x="4522683" y="747051"/>
                  </a:lnTo>
                  <a:lnTo>
                    <a:pt x="4522683" y="746428"/>
                  </a:lnTo>
                  <a:lnTo>
                    <a:pt x="4522792" y="746428"/>
                  </a:lnTo>
                  <a:lnTo>
                    <a:pt x="4522900" y="746428"/>
                  </a:lnTo>
                  <a:lnTo>
                    <a:pt x="4523009" y="746428"/>
                  </a:lnTo>
                  <a:lnTo>
                    <a:pt x="4523117" y="746428"/>
                  </a:lnTo>
                  <a:lnTo>
                    <a:pt x="4523226" y="746428"/>
                  </a:lnTo>
                  <a:lnTo>
                    <a:pt x="4523334" y="746428"/>
                  </a:lnTo>
                  <a:lnTo>
                    <a:pt x="4523334" y="745804"/>
                  </a:lnTo>
                  <a:lnTo>
                    <a:pt x="4523442" y="745804"/>
                  </a:lnTo>
                  <a:lnTo>
                    <a:pt x="4523551" y="745804"/>
                  </a:lnTo>
                  <a:lnTo>
                    <a:pt x="4523659" y="745804"/>
                  </a:lnTo>
                  <a:lnTo>
                    <a:pt x="4523768" y="745804"/>
                  </a:lnTo>
                  <a:lnTo>
                    <a:pt x="4523876" y="745804"/>
                  </a:lnTo>
                  <a:lnTo>
                    <a:pt x="4523985" y="745804"/>
                  </a:lnTo>
                  <a:lnTo>
                    <a:pt x="4524093" y="745804"/>
                  </a:lnTo>
                  <a:lnTo>
                    <a:pt x="4524093" y="745180"/>
                  </a:lnTo>
                  <a:lnTo>
                    <a:pt x="4524202" y="745180"/>
                  </a:lnTo>
                  <a:lnTo>
                    <a:pt x="4524310" y="745180"/>
                  </a:lnTo>
                  <a:lnTo>
                    <a:pt x="4524419" y="745180"/>
                  </a:lnTo>
                  <a:lnTo>
                    <a:pt x="4524419" y="744557"/>
                  </a:lnTo>
                  <a:lnTo>
                    <a:pt x="4524527" y="744557"/>
                  </a:lnTo>
                  <a:lnTo>
                    <a:pt x="4524527" y="743933"/>
                  </a:lnTo>
                  <a:lnTo>
                    <a:pt x="4524635" y="743933"/>
                  </a:lnTo>
                  <a:lnTo>
                    <a:pt x="4524744" y="743933"/>
                  </a:lnTo>
                  <a:lnTo>
                    <a:pt x="4524852" y="743933"/>
                  </a:lnTo>
                  <a:lnTo>
                    <a:pt x="4524961" y="743933"/>
                  </a:lnTo>
                  <a:lnTo>
                    <a:pt x="4525069" y="743933"/>
                  </a:lnTo>
                  <a:lnTo>
                    <a:pt x="4525178" y="743933"/>
                  </a:lnTo>
                  <a:lnTo>
                    <a:pt x="4525286" y="743933"/>
                  </a:lnTo>
                  <a:lnTo>
                    <a:pt x="4525395" y="743933"/>
                  </a:lnTo>
                  <a:lnTo>
                    <a:pt x="4525503" y="743933"/>
                  </a:lnTo>
                  <a:lnTo>
                    <a:pt x="4525503" y="743310"/>
                  </a:lnTo>
                  <a:lnTo>
                    <a:pt x="4525611" y="743310"/>
                  </a:lnTo>
                  <a:lnTo>
                    <a:pt x="4525720" y="743310"/>
                  </a:lnTo>
                  <a:lnTo>
                    <a:pt x="4525720" y="742686"/>
                  </a:lnTo>
                  <a:lnTo>
                    <a:pt x="4525828" y="742686"/>
                  </a:lnTo>
                  <a:lnTo>
                    <a:pt x="4525937" y="742686"/>
                  </a:lnTo>
                  <a:lnTo>
                    <a:pt x="4526045" y="742686"/>
                  </a:lnTo>
                  <a:lnTo>
                    <a:pt x="4526154" y="742686"/>
                  </a:lnTo>
                  <a:lnTo>
                    <a:pt x="4526262" y="742686"/>
                  </a:lnTo>
                  <a:lnTo>
                    <a:pt x="4526371" y="742686"/>
                  </a:lnTo>
                  <a:lnTo>
                    <a:pt x="4526479" y="742686"/>
                  </a:lnTo>
                  <a:lnTo>
                    <a:pt x="4526587" y="742686"/>
                  </a:lnTo>
                  <a:lnTo>
                    <a:pt x="4526696" y="742686"/>
                  </a:lnTo>
                  <a:lnTo>
                    <a:pt x="4526696" y="742062"/>
                  </a:lnTo>
                  <a:lnTo>
                    <a:pt x="4526804" y="742062"/>
                  </a:lnTo>
                  <a:lnTo>
                    <a:pt x="4526913" y="742062"/>
                  </a:lnTo>
                  <a:lnTo>
                    <a:pt x="4527021" y="742062"/>
                  </a:lnTo>
                  <a:lnTo>
                    <a:pt x="4527021" y="741439"/>
                  </a:lnTo>
                  <a:lnTo>
                    <a:pt x="4527130" y="741439"/>
                  </a:lnTo>
                  <a:lnTo>
                    <a:pt x="4527238" y="741439"/>
                  </a:lnTo>
                  <a:lnTo>
                    <a:pt x="4527347" y="741439"/>
                  </a:lnTo>
                  <a:lnTo>
                    <a:pt x="4527455" y="741439"/>
                  </a:lnTo>
                  <a:lnTo>
                    <a:pt x="4527563" y="741439"/>
                  </a:lnTo>
                  <a:lnTo>
                    <a:pt x="4527672" y="741439"/>
                  </a:lnTo>
                  <a:lnTo>
                    <a:pt x="4527780" y="741439"/>
                  </a:lnTo>
                  <a:lnTo>
                    <a:pt x="4527889" y="741439"/>
                  </a:lnTo>
                  <a:lnTo>
                    <a:pt x="4527997" y="741439"/>
                  </a:lnTo>
                  <a:lnTo>
                    <a:pt x="4528106" y="741439"/>
                  </a:lnTo>
                  <a:lnTo>
                    <a:pt x="4528106" y="740815"/>
                  </a:lnTo>
                  <a:lnTo>
                    <a:pt x="4528214" y="740815"/>
                  </a:lnTo>
                  <a:lnTo>
                    <a:pt x="4528323" y="740815"/>
                  </a:lnTo>
                  <a:lnTo>
                    <a:pt x="4528431" y="740815"/>
                  </a:lnTo>
                  <a:lnTo>
                    <a:pt x="4528540" y="740815"/>
                  </a:lnTo>
                  <a:lnTo>
                    <a:pt x="4528648" y="740815"/>
                  </a:lnTo>
                  <a:lnTo>
                    <a:pt x="4528756" y="740815"/>
                  </a:lnTo>
                  <a:lnTo>
                    <a:pt x="4528865" y="740815"/>
                  </a:lnTo>
                  <a:lnTo>
                    <a:pt x="4528973" y="740815"/>
                  </a:lnTo>
                  <a:lnTo>
                    <a:pt x="4528973" y="740192"/>
                  </a:lnTo>
                  <a:lnTo>
                    <a:pt x="4529082" y="740192"/>
                  </a:lnTo>
                  <a:lnTo>
                    <a:pt x="4529190" y="740192"/>
                  </a:lnTo>
                  <a:lnTo>
                    <a:pt x="4529299" y="740192"/>
                  </a:lnTo>
                  <a:lnTo>
                    <a:pt x="4529407" y="740192"/>
                  </a:lnTo>
                  <a:lnTo>
                    <a:pt x="4529516" y="740192"/>
                  </a:lnTo>
                  <a:lnTo>
                    <a:pt x="4529624" y="740192"/>
                  </a:lnTo>
                  <a:lnTo>
                    <a:pt x="4529732" y="740192"/>
                  </a:lnTo>
                  <a:lnTo>
                    <a:pt x="4529841" y="740192"/>
                  </a:lnTo>
                  <a:lnTo>
                    <a:pt x="4529949" y="740192"/>
                  </a:lnTo>
                  <a:lnTo>
                    <a:pt x="4530058" y="740192"/>
                  </a:lnTo>
                  <a:lnTo>
                    <a:pt x="4530058" y="739568"/>
                  </a:lnTo>
                  <a:lnTo>
                    <a:pt x="4530166" y="739568"/>
                  </a:lnTo>
                  <a:lnTo>
                    <a:pt x="4530275" y="739568"/>
                  </a:lnTo>
                  <a:lnTo>
                    <a:pt x="4530383" y="739568"/>
                  </a:lnTo>
                  <a:lnTo>
                    <a:pt x="4530492" y="739568"/>
                  </a:lnTo>
                  <a:lnTo>
                    <a:pt x="4530600" y="739568"/>
                  </a:lnTo>
                  <a:lnTo>
                    <a:pt x="4530708" y="739568"/>
                  </a:lnTo>
                  <a:lnTo>
                    <a:pt x="4530817" y="739568"/>
                  </a:lnTo>
                  <a:lnTo>
                    <a:pt x="4530925" y="739568"/>
                  </a:lnTo>
                  <a:lnTo>
                    <a:pt x="4530925" y="738945"/>
                  </a:lnTo>
                  <a:lnTo>
                    <a:pt x="4531034" y="738945"/>
                  </a:lnTo>
                  <a:lnTo>
                    <a:pt x="4531142" y="738945"/>
                  </a:lnTo>
                  <a:lnTo>
                    <a:pt x="4531251" y="738945"/>
                  </a:lnTo>
                  <a:lnTo>
                    <a:pt x="4531359" y="738945"/>
                  </a:lnTo>
                  <a:lnTo>
                    <a:pt x="4531468" y="738945"/>
                  </a:lnTo>
                  <a:lnTo>
                    <a:pt x="4531576" y="738945"/>
                  </a:lnTo>
                  <a:lnTo>
                    <a:pt x="4531684" y="738945"/>
                  </a:lnTo>
                  <a:lnTo>
                    <a:pt x="4531793" y="738945"/>
                  </a:lnTo>
                  <a:lnTo>
                    <a:pt x="4531901" y="738945"/>
                  </a:lnTo>
                  <a:lnTo>
                    <a:pt x="4532010" y="738945"/>
                  </a:lnTo>
                  <a:lnTo>
                    <a:pt x="4532118" y="738945"/>
                  </a:lnTo>
                  <a:lnTo>
                    <a:pt x="4532227" y="738945"/>
                  </a:lnTo>
                  <a:lnTo>
                    <a:pt x="4532335" y="738945"/>
                  </a:lnTo>
                  <a:lnTo>
                    <a:pt x="4532444" y="738945"/>
                  </a:lnTo>
                  <a:lnTo>
                    <a:pt x="4532552" y="738945"/>
                  </a:lnTo>
                  <a:lnTo>
                    <a:pt x="4532661" y="738945"/>
                  </a:lnTo>
                  <a:lnTo>
                    <a:pt x="4532769" y="738945"/>
                  </a:lnTo>
                  <a:lnTo>
                    <a:pt x="4532877" y="738945"/>
                  </a:lnTo>
                  <a:lnTo>
                    <a:pt x="4532986" y="738945"/>
                  </a:lnTo>
                  <a:lnTo>
                    <a:pt x="4533094" y="738945"/>
                  </a:lnTo>
                  <a:lnTo>
                    <a:pt x="4533203" y="738945"/>
                  </a:lnTo>
                  <a:lnTo>
                    <a:pt x="4533311" y="738945"/>
                  </a:lnTo>
                  <a:lnTo>
                    <a:pt x="4533420" y="738945"/>
                  </a:lnTo>
                  <a:lnTo>
                    <a:pt x="4533528" y="738945"/>
                  </a:lnTo>
                  <a:lnTo>
                    <a:pt x="4533637" y="738945"/>
                  </a:lnTo>
                  <a:lnTo>
                    <a:pt x="4533745" y="738945"/>
                  </a:lnTo>
                  <a:lnTo>
                    <a:pt x="4533853" y="738945"/>
                  </a:lnTo>
                  <a:lnTo>
                    <a:pt x="4533962" y="738945"/>
                  </a:lnTo>
                  <a:lnTo>
                    <a:pt x="4534070" y="738945"/>
                  </a:lnTo>
                  <a:lnTo>
                    <a:pt x="4534179" y="738945"/>
                  </a:lnTo>
                  <a:lnTo>
                    <a:pt x="4534287" y="738945"/>
                  </a:lnTo>
                  <a:lnTo>
                    <a:pt x="4534396" y="738945"/>
                  </a:lnTo>
                  <a:lnTo>
                    <a:pt x="4534504" y="738945"/>
                  </a:lnTo>
                  <a:lnTo>
                    <a:pt x="4534613" y="738945"/>
                  </a:lnTo>
                  <a:lnTo>
                    <a:pt x="4534721" y="738945"/>
                  </a:lnTo>
                  <a:lnTo>
                    <a:pt x="4534829" y="738945"/>
                  </a:lnTo>
                  <a:lnTo>
                    <a:pt x="4534938" y="738945"/>
                  </a:lnTo>
                  <a:lnTo>
                    <a:pt x="4535046" y="738945"/>
                  </a:lnTo>
                  <a:lnTo>
                    <a:pt x="4535155" y="738945"/>
                  </a:lnTo>
                  <a:lnTo>
                    <a:pt x="4535263" y="738945"/>
                  </a:lnTo>
                  <a:lnTo>
                    <a:pt x="4535372" y="738945"/>
                  </a:lnTo>
                  <a:lnTo>
                    <a:pt x="4535480" y="738945"/>
                  </a:lnTo>
                  <a:lnTo>
                    <a:pt x="4535589" y="738945"/>
                  </a:lnTo>
                  <a:lnTo>
                    <a:pt x="4535589" y="738321"/>
                  </a:lnTo>
                  <a:lnTo>
                    <a:pt x="4535697" y="738321"/>
                  </a:lnTo>
                  <a:lnTo>
                    <a:pt x="4535805" y="738321"/>
                  </a:lnTo>
                  <a:lnTo>
                    <a:pt x="4535914" y="738321"/>
                  </a:lnTo>
                  <a:lnTo>
                    <a:pt x="4536022" y="738321"/>
                  </a:lnTo>
                  <a:lnTo>
                    <a:pt x="4536131" y="738321"/>
                  </a:lnTo>
                  <a:lnTo>
                    <a:pt x="4536239" y="738321"/>
                  </a:lnTo>
                  <a:lnTo>
                    <a:pt x="4536348" y="738321"/>
                  </a:lnTo>
                  <a:lnTo>
                    <a:pt x="4536456" y="738321"/>
                  </a:lnTo>
                  <a:lnTo>
                    <a:pt x="4536565" y="738321"/>
                  </a:lnTo>
                  <a:lnTo>
                    <a:pt x="4536673" y="738321"/>
                  </a:lnTo>
                  <a:lnTo>
                    <a:pt x="4536782" y="738321"/>
                  </a:lnTo>
                  <a:lnTo>
                    <a:pt x="4536890" y="738321"/>
                  </a:lnTo>
                  <a:lnTo>
                    <a:pt x="4536998" y="738321"/>
                  </a:lnTo>
                  <a:lnTo>
                    <a:pt x="4537107" y="738321"/>
                  </a:lnTo>
                  <a:lnTo>
                    <a:pt x="4537215" y="738321"/>
                  </a:lnTo>
                  <a:lnTo>
                    <a:pt x="4537215" y="737697"/>
                  </a:lnTo>
                  <a:lnTo>
                    <a:pt x="4537324" y="737697"/>
                  </a:lnTo>
                  <a:lnTo>
                    <a:pt x="4537432" y="737697"/>
                  </a:lnTo>
                  <a:lnTo>
                    <a:pt x="4537541" y="737697"/>
                  </a:lnTo>
                  <a:lnTo>
                    <a:pt x="4537649" y="737697"/>
                  </a:lnTo>
                  <a:lnTo>
                    <a:pt x="4537758" y="737697"/>
                  </a:lnTo>
                  <a:lnTo>
                    <a:pt x="4537866" y="737697"/>
                  </a:lnTo>
                  <a:lnTo>
                    <a:pt x="4537974" y="737697"/>
                  </a:lnTo>
                  <a:lnTo>
                    <a:pt x="4538083" y="737697"/>
                  </a:lnTo>
                  <a:lnTo>
                    <a:pt x="4538191" y="737697"/>
                  </a:lnTo>
                  <a:lnTo>
                    <a:pt x="4538300" y="737697"/>
                  </a:lnTo>
                  <a:lnTo>
                    <a:pt x="4538408" y="737697"/>
                  </a:lnTo>
                  <a:lnTo>
                    <a:pt x="4538517" y="737697"/>
                  </a:lnTo>
                  <a:lnTo>
                    <a:pt x="4538625" y="737697"/>
                  </a:lnTo>
                  <a:lnTo>
                    <a:pt x="4538734" y="737697"/>
                  </a:lnTo>
                  <a:lnTo>
                    <a:pt x="4538842" y="737697"/>
                  </a:lnTo>
                  <a:lnTo>
                    <a:pt x="4538950" y="737697"/>
                  </a:lnTo>
                  <a:lnTo>
                    <a:pt x="4539059" y="737697"/>
                  </a:lnTo>
                  <a:lnTo>
                    <a:pt x="4539167" y="737697"/>
                  </a:lnTo>
                  <a:lnTo>
                    <a:pt x="4539276" y="737697"/>
                  </a:lnTo>
                  <a:lnTo>
                    <a:pt x="4539384" y="737697"/>
                  </a:lnTo>
                  <a:lnTo>
                    <a:pt x="4539493" y="737697"/>
                  </a:lnTo>
                  <a:lnTo>
                    <a:pt x="4539601" y="737697"/>
                  </a:lnTo>
                  <a:lnTo>
                    <a:pt x="4539601" y="737074"/>
                  </a:lnTo>
                  <a:lnTo>
                    <a:pt x="4539710" y="737074"/>
                  </a:lnTo>
                  <a:lnTo>
                    <a:pt x="4539818" y="737074"/>
                  </a:lnTo>
                  <a:lnTo>
                    <a:pt x="4539926" y="737074"/>
                  </a:lnTo>
                  <a:lnTo>
                    <a:pt x="4540035" y="737074"/>
                  </a:lnTo>
                  <a:lnTo>
                    <a:pt x="4540143" y="737074"/>
                  </a:lnTo>
                  <a:lnTo>
                    <a:pt x="4540252" y="737074"/>
                  </a:lnTo>
                  <a:lnTo>
                    <a:pt x="4540360" y="737074"/>
                  </a:lnTo>
                  <a:lnTo>
                    <a:pt x="4540469" y="737074"/>
                  </a:lnTo>
                  <a:lnTo>
                    <a:pt x="4540577" y="737074"/>
                  </a:lnTo>
                  <a:lnTo>
                    <a:pt x="4540577" y="736450"/>
                  </a:lnTo>
                  <a:lnTo>
                    <a:pt x="4540686" y="736450"/>
                  </a:lnTo>
                  <a:lnTo>
                    <a:pt x="4540794" y="736450"/>
                  </a:lnTo>
                  <a:lnTo>
                    <a:pt x="4540903" y="736450"/>
                  </a:lnTo>
                  <a:lnTo>
                    <a:pt x="4541011" y="736450"/>
                  </a:lnTo>
                  <a:lnTo>
                    <a:pt x="4541119" y="736450"/>
                  </a:lnTo>
                  <a:lnTo>
                    <a:pt x="4541228" y="736450"/>
                  </a:lnTo>
                  <a:lnTo>
                    <a:pt x="4541336" y="736450"/>
                  </a:lnTo>
                  <a:lnTo>
                    <a:pt x="4541445" y="736450"/>
                  </a:lnTo>
                  <a:lnTo>
                    <a:pt x="4541553" y="736450"/>
                  </a:lnTo>
                  <a:lnTo>
                    <a:pt x="4541553" y="735827"/>
                  </a:lnTo>
                  <a:lnTo>
                    <a:pt x="4541553" y="735203"/>
                  </a:lnTo>
                  <a:lnTo>
                    <a:pt x="4541662" y="735203"/>
                  </a:lnTo>
                  <a:lnTo>
                    <a:pt x="4541770" y="735203"/>
                  </a:lnTo>
                  <a:lnTo>
                    <a:pt x="4541879" y="735203"/>
                  </a:lnTo>
                  <a:lnTo>
                    <a:pt x="4541987" y="735203"/>
                  </a:lnTo>
                  <a:lnTo>
                    <a:pt x="4542095" y="735203"/>
                  </a:lnTo>
                  <a:lnTo>
                    <a:pt x="4542095" y="734579"/>
                  </a:lnTo>
                  <a:lnTo>
                    <a:pt x="4542095" y="733956"/>
                  </a:lnTo>
                  <a:lnTo>
                    <a:pt x="4542095" y="733332"/>
                  </a:lnTo>
                  <a:lnTo>
                    <a:pt x="4542204" y="733332"/>
                  </a:lnTo>
                  <a:lnTo>
                    <a:pt x="4542312" y="733332"/>
                  </a:lnTo>
                  <a:lnTo>
                    <a:pt x="4542421" y="733332"/>
                  </a:lnTo>
                  <a:lnTo>
                    <a:pt x="4542529" y="733332"/>
                  </a:lnTo>
                  <a:lnTo>
                    <a:pt x="4542529" y="732709"/>
                  </a:lnTo>
                  <a:lnTo>
                    <a:pt x="4542638" y="732709"/>
                  </a:lnTo>
                  <a:lnTo>
                    <a:pt x="4542746" y="732709"/>
                  </a:lnTo>
                  <a:lnTo>
                    <a:pt x="4542855" y="732709"/>
                  </a:lnTo>
                  <a:lnTo>
                    <a:pt x="4542963" y="732709"/>
                  </a:lnTo>
                  <a:lnTo>
                    <a:pt x="4543071" y="732709"/>
                  </a:lnTo>
                  <a:lnTo>
                    <a:pt x="4543180" y="732709"/>
                  </a:lnTo>
                  <a:lnTo>
                    <a:pt x="4543288" y="732709"/>
                  </a:lnTo>
                  <a:lnTo>
                    <a:pt x="4543397" y="732709"/>
                  </a:lnTo>
                  <a:lnTo>
                    <a:pt x="4543505" y="732709"/>
                  </a:lnTo>
                  <a:lnTo>
                    <a:pt x="4543614" y="732709"/>
                  </a:lnTo>
                  <a:lnTo>
                    <a:pt x="4543722" y="732709"/>
                  </a:lnTo>
                  <a:lnTo>
                    <a:pt x="4543831" y="732709"/>
                  </a:lnTo>
                  <a:lnTo>
                    <a:pt x="4543939" y="732709"/>
                  </a:lnTo>
                  <a:lnTo>
                    <a:pt x="4544047" y="732709"/>
                  </a:lnTo>
                  <a:lnTo>
                    <a:pt x="4544047" y="732085"/>
                  </a:lnTo>
                  <a:lnTo>
                    <a:pt x="4544156" y="732085"/>
                  </a:lnTo>
                  <a:lnTo>
                    <a:pt x="4544264" y="732085"/>
                  </a:lnTo>
                  <a:lnTo>
                    <a:pt x="4544373" y="732085"/>
                  </a:lnTo>
                  <a:lnTo>
                    <a:pt x="4544481" y="732085"/>
                  </a:lnTo>
                  <a:lnTo>
                    <a:pt x="4544590" y="732085"/>
                  </a:lnTo>
                  <a:lnTo>
                    <a:pt x="4544698" y="732085"/>
                  </a:lnTo>
                  <a:lnTo>
                    <a:pt x="4544807" y="732085"/>
                  </a:lnTo>
                  <a:lnTo>
                    <a:pt x="4544915" y="732085"/>
                  </a:lnTo>
                  <a:lnTo>
                    <a:pt x="4545023" y="732085"/>
                  </a:lnTo>
                  <a:lnTo>
                    <a:pt x="4545132" y="732085"/>
                  </a:lnTo>
                  <a:lnTo>
                    <a:pt x="4545240" y="732085"/>
                  </a:lnTo>
                  <a:lnTo>
                    <a:pt x="4545349" y="732085"/>
                  </a:lnTo>
                  <a:lnTo>
                    <a:pt x="4545457" y="732085"/>
                  </a:lnTo>
                  <a:lnTo>
                    <a:pt x="4545457" y="731462"/>
                  </a:lnTo>
                  <a:lnTo>
                    <a:pt x="4545566" y="731462"/>
                  </a:lnTo>
                  <a:lnTo>
                    <a:pt x="4545674" y="731462"/>
                  </a:lnTo>
                  <a:lnTo>
                    <a:pt x="4545674" y="730838"/>
                  </a:lnTo>
                  <a:lnTo>
                    <a:pt x="4545783" y="730838"/>
                  </a:lnTo>
                  <a:lnTo>
                    <a:pt x="4545891" y="730838"/>
                  </a:lnTo>
                  <a:lnTo>
                    <a:pt x="4546000" y="730838"/>
                  </a:lnTo>
                  <a:lnTo>
                    <a:pt x="4546108" y="730838"/>
                  </a:lnTo>
                  <a:lnTo>
                    <a:pt x="4546216" y="730838"/>
                  </a:lnTo>
                  <a:lnTo>
                    <a:pt x="4546325" y="730838"/>
                  </a:lnTo>
                  <a:lnTo>
                    <a:pt x="4546433" y="730838"/>
                  </a:lnTo>
                  <a:lnTo>
                    <a:pt x="4546542" y="730838"/>
                  </a:lnTo>
                  <a:lnTo>
                    <a:pt x="4546542" y="730214"/>
                  </a:lnTo>
                  <a:lnTo>
                    <a:pt x="4546650" y="730214"/>
                  </a:lnTo>
                  <a:lnTo>
                    <a:pt x="4546759" y="730214"/>
                  </a:lnTo>
                  <a:lnTo>
                    <a:pt x="4546867" y="730214"/>
                  </a:lnTo>
                  <a:lnTo>
                    <a:pt x="4546976" y="730214"/>
                  </a:lnTo>
                  <a:lnTo>
                    <a:pt x="4547084" y="730214"/>
                  </a:lnTo>
                  <a:lnTo>
                    <a:pt x="4547192" y="730214"/>
                  </a:lnTo>
                  <a:lnTo>
                    <a:pt x="4547301" y="730214"/>
                  </a:lnTo>
                  <a:lnTo>
                    <a:pt x="4547409" y="730214"/>
                  </a:lnTo>
                  <a:lnTo>
                    <a:pt x="4547518" y="730214"/>
                  </a:lnTo>
                  <a:lnTo>
                    <a:pt x="4547626" y="730214"/>
                  </a:lnTo>
                  <a:lnTo>
                    <a:pt x="4547735" y="730214"/>
                  </a:lnTo>
                  <a:lnTo>
                    <a:pt x="4547843" y="730214"/>
                  </a:lnTo>
                  <a:lnTo>
                    <a:pt x="4547952" y="730214"/>
                  </a:lnTo>
                  <a:lnTo>
                    <a:pt x="4547952" y="729591"/>
                  </a:lnTo>
                  <a:lnTo>
                    <a:pt x="4548060" y="729591"/>
                  </a:lnTo>
                  <a:lnTo>
                    <a:pt x="4548168" y="729591"/>
                  </a:lnTo>
                  <a:lnTo>
                    <a:pt x="4548277" y="729591"/>
                  </a:lnTo>
                  <a:lnTo>
                    <a:pt x="4548385" y="729591"/>
                  </a:lnTo>
                  <a:lnTo>
                    <a:pt x="4548494" y="729591"/>
                  </a:lnTo>
                  <a:lnTo>
                    <a:pt x="4548602" y="729591"/>
                  </a:lnTo>
                  <a:lnTo>
                    <a:pt x="4548711" y="729591"/>
                  </a:lnTo>
                  <a:lnTo>
                    <a:pt x="4548819" y="729591"/>
                  </a:lnTo>
                  <a:lnTo>
                    <a:pt x="4548928" y="729591"/>
                  </a:lnTo>
                  <a:lnTo>
                    <a:pt x="4549036" y="729591"/>
                  </a:lnTo>
                  <a:lnTo>
                    <a:pt x="4549036" y="728967"/>
                  </a:lnTo>
                  <a:lnTo>
                    <a:pt x="4549144" y="728967"/>
                  </a:lnTo>
                  <a:lnTo>
                    <a:pt x="4549253" y="728967"/>
                  </a:lnTo>
                  <a:lnTo>
                    <a:pt x="4549253" y="728344"/>
                  </a:lnTo>
                  <a:lnTo>
                    <a:pt x="4549361" y="728344"/>
                  </a:lnTo>
                  <a:lnTo>
                    <a:pt x="4549470" y="728344"/>
                  </a:lnTo>
                  <a:lnTo>
                    <a:pt x="4549578" y="728344"/>
                  </a:lnTo>
                  <a:lnTo>
                    <a:pt x="4549687" y="728344"/>
                  </a:lnTo>
                  <a:lnTo>
                    <a:pt x="4549795" y="728344"/>
                  </a:lnTo>
                  <a:lnTo>
                    <a:pt x="4549904" y="728344"/>
                  </a:lnTo>
                  <a:lnTo>
                    <a:pt x="4550012" y="728344"/>
                  </a:lnTo>
                  <a:lnTo>
                    <a:pt x="4550121" y="728344"/>
                  </a:lnTo>
                  <a:lnTo>
                    <a:pt x="4550229" y="728344"/>
                  </a:lnTo>
                  <a:lnTo>
                    <a:pt x="4550337" y="728344"/>
                  </a:lnTo>
                  <a:lnTo>
                    <a:pt x="4550446" y="728344"/>
                  </a:lnTo>
                  <a:lnTo>
                    <a:pt x="4550554" y="728344"/>
                  </a:lnTo>
                  <a:lnTo>
                    <a:pt x="4550663" y="728344"/>
                  </a:lnTo>
                  <a:lnTo>
                    <a:pt x="4550771" y="728344"/>
                  </a:lnTo>
                  <a:lnTo>
                    <a:pt x="4550880" y="728344"/>
                  </a:lnTo>
                  <a:lnTo>
                    <a:pt x="4550988" y="728344"/>
                  </a:lnTo>
                  <a:lnTo>
                    <a:pt x="4551097" y="728344"/>
                  </a:lnTo>
                  <a:lnTo>
                    <a:pt x="4551205" y="728344"/>
                  </a:lnTo>
                  <a:lnTo>
                    <a:pt x="4551313" y="728344"/>
                  </a:lnTo>
                  <a:lnTo>
                    <a:pt x="4551422" y="728344"/>
                  </a:lnTo>
                  <a:lnTo>
                    <a:pt x="4551530" y="728344"/>
                  </a:lnTo>
                  <a:lnTo>
                    <a:pt x="4551639" y="728344"/>
                  </a:lnTo>
                  <a:lnTo>
                    <a:pt x="4551747" y="728344"/>
                  </a:lnTo>
                  <a:lnTo>
                    <a:pt x="4551856" y="728344"/>
                  </a:lnTo>
                  <a:lnTo>
                    <a:pt x="4551964" y="728344"/>
                  </a:lnTo>
                  <a:lnTo>
                    <a:pt x="4552073" y="728344"/>
                  </a:lnTo>
                  <a:lnTo>
                    <a:pt x="4552181" y="728344"/>
                  </a:lnTo>
                  <a:lnTo>
                    <a:pt x="4552289" y="728344"/>
                  </a:lnTo>
                  <a:lnTo>
                    <a:pt x="4552289" y="727720"/>
                  </a:lnTo>
                  <a:lnTo>
                    <a:pt x="4552398" y="727720"/>
                  </a:lnTo>
                  <a:lnTo>
                    <a:pt x="4552506" y="727720"/>
                  </a:lnTo>
                  <a:lnTo>
                    <a:pt x="4552615" y="727720"/>
                  </a:lnTo>
                  <a:lnTo>
                    <a:pt x="4552723" y="727720"/>
                  </a:lnTo>
                  <a:lnTo>
                    <a:pt x="4552832" y="727720"/>
                  </a:lnTo>
                  <a:lnTo>
                    <a:pt x="4552832" y="727096"/>
                  </a:lnTo>
                  <a:lnTo>
                    <a:pt x="4552940" y="727096"/>
                  </a:lnTo>
                  <a:lnTo>
                    <a:pt x="4553049" y="727096"/>
                  </a:lnTo>
                  <a:lnTo>
                    <a:pt x="4553157" y="727096"/>
                  </a:lnTo>
                  <a:lnTo>
                    <a:pt x="4553265" y="727096"/>
                  </a:lnTo>
                  <a:lnTo>
                    <a:pt x="4553374" y="727096"/>
                  </a:lnTo>
                  <a:lnTo>
                    <a:pt x="4553482" y="727096"/>
                  </a:lnTo>
                  <a:lnTo>
                    <a:pt x="4553591" y="727096"/>
                  </a:lnTo>
                  <a:lnTo>
                    <a:pt x="4553699" y="727096"/>
                  </a:lnTo>
                  <a:lnTo>
                    <a:pt x="4553808" y="727096"/>
                  </a:lnTo>
                  <a:lnTo>
                    <a:pt x="4553916" y="727096"/>
                  </a:lnTo>
                  <a:lnTo>
                    <a:pt x="4554025" y="727096"/>
                  </a:lnTo>
                  <a:lnTo>
                    <a:pt x="4554133" y="727096"/>
                  </a:lnTo>
                  <a:lnTo>
                    <a:pt x="4554242" y="727096"/>
                  </a:lnTo>
                  <a:lnTo>
                    <a:pt x="4554350" y="727096"/>
                  </a:lnTo>
                  <a:lnTo>
                    <a:pt x="4554458" y="727096"/>
                  </a:lnTo>
                  <a:lnTo>
                    <a:pt x="4554567" y="727096"/>
                  </a:lnTo>
                  <a:lnTo>
                    <a:pt x="4554675" y="727096"/>
                  </a:lnTo>
                  <a:lnTo>
                    <a:pt x="4554784" y="727096"/>
                  </a:lnTo>
                  <a:lnTo>
                    <a:pt x="4554892" y="727096"/>
                  </a:lnTo>
                  <a:lnTo>
                    <a:pt x="4555001" y="727096"/>
                  </a:lnTo>
                  <a:lnTo>
                    <a:pt x="4555001" y="726473"/>
                  </a:lnTo>
                  <a:lnTo>
                    <a:pt x="4555109" y="726473"/>
                  </a:lnTo>
                  <a:lnTo>
                    <a:pt x="4555218" y="726473"/>
                  </a:lnTo>
                  <a:lnTo>
                    <a:pt x="4555326" y="726473"/>
                  </a:lnTo>
                  <a:lnTo>
                    <a:pt x="4555434" y="726473"/>
                  </a:lnTo>
                  <a:lnTo>
                    <a:pt x="4555543" y="726473"/>
                  </a:lnTo>
                  <a:lnTo>
                    <a:pt x="4555543" y="725849"/>
                  </a:lnTo>
                  <a:lnTo>
                    <a:pt x="4555651" y="725849"/>
                  </a:lnTo>
                  <a:lnTo>
                    <a:pt x="4555760" y="725849"/>
                  </a:lnTo>
                  <a:lnTo>
                    <a:pt x="4555868" y="725849"/>
                  </a:lnTo>
                  <a:lnTo>
                    <a:pt x="4555977" y="725849"/>
                  </a:lnTo>
                  <a:lnTo>
                    <a:pt x="4556085" y="725849"/>
                  </a:lnTo>
                  <a:lnTo>
                    <a:pt x="4556194" y="725849"/>
                  </a:lnTo>
                  <a:lnTo>
                    <a:pt x="4556302" y="725849"/>
                  </a:lnTo>
                  <a:lnTo>
                    <a:pt x="4556410" y="725849"/>
                  </a:lnTo>
                  <a:lnTo>
                    <a:pt x="4556519" y="725849"/>
                  </a:lnTo>
                  <a:lnTo>
                    <a:pt x="4556627" y="725849"/>
                  </a:lnTo>
                  <a:lnTo>
                    <a:pt x="4556736" y="725849"/>
                  </a:lnTo>
                  <a:lnTo>
                    <a:pt x="4556844" y="725849"/>
                  </a:lnTo>
                  <a:lnTo>
                    <a:pt x="4556953" y="725849"/>
                  </a:lnTo>
                  <a:lnTo>
                    <a:pt x="4557061" y="725849"/>
                  </a:lnTo>
                  <a:lnTo>
                    <a:pt x="4557170" y="725849"/>
                  </a:lnTo>
                  <a:lnTo>
                    <a:pt x="4557278" y="725849"/>
                  </a:lnTo>
                  <a:lnTo>
                    <a:pt x="4557386" y="725849"/>
                  </a:lnTo>
                  <a:lnTo>
                    <a:pt x="4557495" y="725849"/>
                  </a:lnTo>
                  <a:lnTo>
                    <a:pt x="4557603" y="725849"/>
                  </a:lnTo>
                  <a:lnTo>
                    <a:pt x="4557712" y="725849"/>
                  </a:lnTo>
                  <a:lnTo>
                    <a:pt x="4557820" y="725849"/>
                  </a:lnTo>
                  <a:lnTo>
                    <a:pt x="4557929" y="725849"/>
                  </a:lnTo>
                  <a:lnTo>
                    <a:pt x="4558037" y="725849"/>
                  </a:lnTo>
                  <a:lnTo>
                    <a:pt x="4558146" y="725849"/>
                  </a:lnTo>
                  <a:lnTo>
                    <a:pt x="4558254" y="725849"/>
                  </a:lnTo>
                  <a:lnTo>
                    <a:pt x="4558363" y="725849"/>
                  </a:lnTo>
                  <a:lnTo>
                    <a:pt x="4558471" y="725849"/>
                  </a:lnTo>
                  <a:lnTo>
                    <a:pt x="4558579" y="725849"/>
                  </a:lnTo>
                  <a:lnTo>
                    <a:pt x="4558688" y="725849"/>
                  </a:lnTo>
                  <a:lnTo>
                    <a:pt x="4558796" y="725849"/>
                  </a:lnTo>
                  <a:lnTo>
                    <a:pt x="4558905" y="725849"/>
                  </a:lnTo>
                  <a:lnTo>
                    <a:pt x="4559013" y="725849"/>
                  </a:lnTo>
                  <a:lnTo>
                    <a:pt x="4559122" y="725849"/>
                  </a:lnTo>
                  <a:lnTo>
                    <a:pt x="4559122" y="725226"/>
                  </a:lnTo>
                  <a:lnTo>
                    <a:pt x="4559230" y="725226"/>
                  </a:lnTo>
                  <a:lnTo>
                    <a:pt x="4559339" y="725226"/>
                  </a:lnTo>
                  <a:lnTo>
                    <a:pt x="4559447" y="725226"/>
                  </a:lnTo>
                  <a:lnTo>
                    <a:pt x="4559447" y="724602"/>
                  </a:lnTo>
                  <a:lnTo>
                    <a:pt x="4559555" y="724602"/>
                  </a:lnTo>
                  <a:lnTo>
                    <a:pt x="4559664" y="724602"/>
                  </a:lnTo>
                  <a:lnTo>
                    <a:pt x="4559772" y="724602"/>
                  </a:lnTo>
                  <a:lnTo>
                    <a:pt x="4559881" y="724602"/>
                  </a:lnTo>
                  <a:lnTo>
                    <a:pt x="4559989" y="724602"/>
                  </a:lnTo>
                  <a:lnTo>
                    <a:pt x="4560098" y="724602"/>
                  </a:lnTo>
                  <a:lnTo>
                    <a:pt x="4560206" y="724602"/>
                  </a:lnTo>
                  <a:lnTo>
                    <a:pt x="4560315" y="724602"/>
                  </a:lnTo>
                  <a:lnTo>
                    <a:pt x="4560423" y="724602"/>
                  </a:lnTo>
                  <a:lnTo>
                    <a:pt x="4560531" y="724602"/>
                  </a:lnTo>
                  <a:lnTo>
                    <a:pt x="4560640" y="724602"/>
                  </a:lnTo>
                  <a:lnTo>
                    <a:pt x="4560748" y="724602"/>
                  </a:lnTo>
                  <a:lnTo>
                    <a:pt x="4560857" y="724602"/>
                  </a:lnTo>
                  <a:lnTo>
                    <a:pt x="4560965" y="724602"/>
                  </a:lnTo>
                  <a:lnTo>
                    <a:pt x="4561074" y="724602"/>
                  </a:lnTo>
                  <a:lnTo>
                    <a:pt x="4561182" y="724602"/>
                  </a:lnTo>
                  <a:lnTo>
                    <a:pt x="4561291" y="724602"/>
                  </a:lnTo>
                  <a:lnTo>
                    <a:pt x="4561399" y="724602"/>
                  </a:lnTo>
                  <a:lnTo>
                    <a:pt x="4561507" y="724602"/>
                  </a:lnTo>
                  <a:lnTo>
                    <a:pt x="4561616" y="724602"/>
                  </a:lnTo>
                  <a:lnTo>
                    <a:pt x="4561724" y="724602"/>
                  </a:lnTo>
                  <a:lnTo>
                    <a:pt x="4561833" y="724602"/>
                  </a:lnTo>
                  <a:lnTo>
                    <a:pt x="4561941" y="724602"/>
                  </a:lnTo>
                  <a:lnTo>
                    <a:pt x="4562050" y="724602"/>
                  </a:lnTo>
                  <a:lnTo>
                    <a:pt x="4562158" y="724602"/>
                  </a:lnTo>
                  <a:lnTo>
                    <a:pt x="4562267" y="724602"/>
                  </a:lnTo>
                  <a:lnTo>
                    <a:pt x="4562375" y="724602"/>
                  </a:lnTo>
                  <a:lnTo>
                    <a:pt x="4562375" y="723979"/>
                  </a:lnTo>
                  <a:lnTo>
                    <a:pt x="4562484" y="723979"/>
                  </a:lnTo>
                  <a:lnTo>
                    <a:pt x="4562592" y="723979"/>
                  </a:lnTo>
                  <a:lnTo>
                    <a:pt x="4562700" y="723979"/>
                  </a:lnTo>
                  <a:lnTo>
                    <a:pt x="4562809" y="723979"/>
                  </a:lnTo>
                  <a:lnTo>
                    <a:pt x="4562917" y="723979"/>
                  </a:lnTo>
                  <a:lnTo>
                    <a:pt x="4563026" y="723979"/>
                  </a:lnTo>
                  <a:lnTo>
                    <a:pt x="4563134" y="723979"/>
                  </a:lnTo>
                  <a:lnTo>
                    <a:pt x="4563243" y="723979"/>
                  </a:lnTo>
                  <a:lnTo>
                    <a:pt x="4563351" y="723979"/>
                  </a:lnTo>
                  <a:lnTo>
                    <a:pt x="4563460" y="723979"/>
                  </a:lnTo>
                  <a:lnTo>
                    <a:pt x="4563568" y="723979"/>
                  </a:lnTo>
                  <a:lnTo>
                    <a:pt x="4563676" y="723979"/>
                  </a:lnTo>
                  <a:lnTo>
                    <a:pt x="4563785" y="723979"/>
                  </a:lnTo>
                  <a:lnTo>
                    <a:pt x="4563893" y="723979"/>
                  </a:lnTo>
                  <a:lnTo>
                    <a:pt x="4564002" y="723979"/>
                  </a:lnTo>
                  <a:lnTo>
                    <a:pt x="4564110" y="723979"/>
                  </a:lnTo>
                  <a:lnTo>
                    <a:pt x="4564219" y="723979"/>
                  </a:lnTo>
                  <a:lnTo>
                    <a:pt x="4564327" y="723979"/>
                  </a:lnTo>
                  <a:lnTo>
                    <a:pt x="4564436" y="723979"/>
                  </a:lnTo>
                  <a:lnTo>
                    <a:pt x="4564544" y="723979"/>
                  </a:lnTo>
                  <a:lnTo>
                    <a:pt x="4564652" y="723979"/>
                  </a:lnTo>
                  <a:lnTo>
                    <a:pt x="4564652" y="723355"/>
                  </a:lnTo>
                  <a:lnTo>
                    <a:pt x="4564761" y="723355"/>
                  </a:lnTo>
                  <a:lnTo>
                    <a:pt x="4564869" y="723355"/>
                  </a:lnTo>
                  <a:lnTo>
                    <a:pt x="4564978" y="723355"/>
                  </a:lnTo>
                  <a:lnTo>
                    <a:pt x="4565086" y="723355"/>
                  </a:lnTo>
                  <a:lnTo>
                    <a:pt x="4565086" y="722731"/>
                  </a:lnTo>
                  <a:lnTo>
                    <a:pt x="4565195" y="722731"/>
                  </a:lnTo>
                  <a:lnTo>
                    <a:pt x="4565303" y="722731"/>
                  </a:lnTo>
                  <a:lnTo>
                    <a:pt x="4565412" y="722731"/>
                  </a:lnTo>
                  <a:lnTo>
                    <a:pt x="4565520" y="722731"/>
                  </a:lnTo>
                  <a:lnTo>
                    <a:pt x="4565628" y="722731"/>
                  </a:lnTo>
                  <a:lnTo>
                    <a:pt x="4565737" y="722731"/>
                  </a:lnTo>
                  <a:lnTo>
                    <a:pt x="4565845" y="722731"/>
                  </a:lnTo>
                  <a:lnTo>
                    <a:pt x="4565954" y="722731"/>
                  </a:lnTo>
                  <a:lnTo>
                    <a:pt x="4565954" y="722108"/>
                  </a:lnTo>
                  <a:lnTo>
                    <a:pt x="4566062" y="722108"/>
                  </a:lnTo>
                  <a:lnTo>
                    <a:pt x="4566171" y="722108"/>
                  </a:lnTo>
                  <a:lnTo>
                    <a:pt x="4566171" y="721484"/>
                  </a:lnTo>
                  <a:lnTo>
                    <a:pt x="4566279" y="721484"/>
                  </a:lnTo>
                  <a:lnTo>
                    <a:pt x="4566388" y="721484"/>
                  </a:lnTo>
                  <a:lnTo>
                    <a:pt x="4566496" y="721484"/>
                  </a:lnTo>
                  <a:lnTo>
                    <a:pt x="4566605" y="721484"/>
                  </a:lnTo>
                  <a:lnTo>
                    <a:pt x="4566713" y="721484"/>
                  </a:lnTo>
                  <a:lnTo>
                    <a:pt x="4566821" y="721484"/>
                  </a:lnTo>
                  <a:lnTo>
                    <a:pt x="4566930" y="721484"/>
                  </a:lnTo>
                  <a:lnTo>
                    <a:pt x="4567038" y="721484"/>
                  </a:lnTo>
                  <a:lnTo>
                    <a:pt x="4567147" y="721484"/>
                  </a:lnTo>
                  <a:lnTo>
                    <a:pt x="4567255" y="721484"/>
                  </a:lnTo>
                  <a:lnTo>
                    <a:pt x="4567255" y="720861"/>
                  </a:lnTo>
                  <a:lnTo>
                    <a:pt x="4567364" y="720861"/>
                  </a:lnTo>
                  <a:lnTo>
                    <a:pt x="4567472" y="720861"/>
                  </a:lnTo>
                  <a:lnTo>
                    <a:pt x="4567581" y="720861"/>
                  </a:lnTo>
                  <a:lnTo>
                    <a:pt x="4567689" y="720861"/>
                  </a:lnTo>
                  <a:lnTo>
                    <a:pt x="4567797" y="720861"/>
                  </a:lnTo>
                  <a:lnTo>
                    <a:pt x="4567906" y="720861"/>
                  </a:lnTo>
                  <a:lnTo>
                    <a:pt x="4568014" y="720861"/>
                  </a:lnTo>
                  <a:lnTo>
                    <a:pt x="4568123" y="720861"/>
                  </a:lnTo>
                  <a:lnTo>
                    <a:pt x="4568231" y="720861"/>
                  </a:lnTo>
                  <a:lnTo>
                    <a:pt x="4568340" y="720861"/>
                  </a:lnTo>
                  <a:lnTo>
                    <a:pt x="4568448" y="720861"/>
                  </a:lnTo>
                  <a:lnTo>
                    <a:pt x="4568557" y="720861"/>
                  </a:lnTo>
                  <a:lnTo>
                    <a:pt x="4568665" y="720861"/>
                  </a:lnTo>
                  <a:lnTo>
                    <a:pt x="4568773" y="720861"/>
                  </a:lnTo>
                  <a:lnTo>
                    <a:pt x="4568882" y="720861"/>
                  </a:lnTo>
                  <a:lnTo>
                    <a:pt x="4568990" y="720861"/>
                  </a:lnTo>
                  <a:lnTo>
                    <a:pt x="4568990" y="720237"/>
                  </a:lnTo>
                  <a:lnTo>
                    <a:pt x="4568990" y="719613"/>
                  </a:lnTo>
                  <a:lnTo>
                    <a:pt x="4569099" y="719613"/>
                  </a:lnTo>
                  <a:lnTo>
                    <a:pt x="4569207" y="719613"/>
                  </a:lnTo>
                  <a:lnTo>
                    <a:pt x="4569316" y="719613"/>
                  </a:lnTo>
                  <a:lnTo>
                    <a:pt x="4569424" y="719613"/>
                  </a:lnTo>
                  <a:lnTo>
                    <a:pt x="4569533" y="719613"/>
                  </a:lnTo>
                  <a:lnTo>
                    <a:pt x="4569641" y="719613"/>
                  </a:lnTo>
                  <a:lnTo>
                    <a:pt x="4569749" y="719613"/>
                  </a:lnTo>
                  <a:lnTo>
                    <a:pt x="4569749" y="718990"/>
                  </a:lnTo>
                  <a:lnTo>
                    <a:pt x="4569858" y="718990"/>
                  </a:lnTo>
                  <a:lnTo>
                    <a:pt x="4569966" y="718990"/>
                  </a:lnTo>
                  <a:lnTo>
                    <a:pt x="4570075" y="718990"/>
                  </a:lnTo>
                  <a:lnTo>
                    <a:pt x="4570183" y="718990"/>
                  </a:lnTo>
                  <a:lnTo>
                    <a:pt x="4570292" y="718990"/>
                  </a:lnTo>
                  <a:lnTo>
                    <a:pt x="4570400" y="718990"/>
                  </a:lnTo>
                  <a:lnTo>
                    <a:pt x="4570509" y="718990"/>
                  </a:lnTo>
                  <a:lnTo>
                    <a:pt x="4570617" y="718990"/>
                  </a:lnTo>
                  <a:lnTo>
                    <a:pt x="4570725" y="718990"/>
                  </a:lnTo>
                  <a:lnTo>
                    <a:pt x="4570834" y="718990"/>
                  </a:lnTo>
                  <a:lnTo>
                    <a:pt x="4570942" y="718990"/>
                  </a:lnTo>
                  <a:lnTo>
                    <a:pt x="4571051" y="718990"/>
                  </a:lnTo>
                  <a:lnTo>
                    <a:pt x="4571051" y="718366"/>
                  </a:lnTo>
                  <a:lnTo>
                    <a:pt x="4571159" y="718366"/>
                  </a:lnTo>
                  <a:lnTo>
                    <a:pt x="4571268" y="718366"/>
                  </a:lnTo>
                  <a:lnTo>
                    <a:pt x="4571376" y="718366"/>
                  </a:lnTo>
                  <a:lnTo>
                    <a:pt x="4571485" y="718366"/>
                  </a:lnTo>
                  <a:lnTo>
                    <a:pt x="4571593" y="718366"/>
                  </a:lnTo>
                  <a:lnTo>
                    <a:pt x="4571702" y="718366"/>
                  </a:lnTo>
                  <a:lnTo>
                    <a:pt x="4571810" y="718366"/>
                  </a:lnTo>
                  <a:lnTo>
                    <a:pt x="4571918" y="718366"/>
                  </a:lnTo>
                  <a:lnTo>
                    <a:pt x="4572027" y="718366"/>
                  </a:lnTo>
                  <a:lnTo>
                    <a:pt x="4572135" y="718366"/>
                  </a:lnTo>
                  <a:lnTo>
                    <a:pt x="4572244" y="718366"/>
                  </a:lnTo>
                  <a:lnTo>
                    <a:pt x="4572352" y="718366"/>
                  </a:lnTo>
                  <a:lnTo>
                    <a:pt x="4572461" y="718366"/>
                  </a:lnTo>
                  <a:lnTo>
                    <a:pt x="4572569" y="718366"/>
                  </a:lnTo>
                  <a:lnTo>
                    <a:pt x="4572678" y="718366"/>
                  </a:lnTo>
                  <a:lnTo>
                    <a:pt x="4572786" y="718366"/>
                  </a:lnTo>
                  <a:lnTo>
                    <a:pt x="4572894" y="718366"/>
                  </a:lnTo>
                  <a:lnTo>
                    <a:pt x="4573003" y="718366"/>
                  </a:lnTo>
                  <a:lnTo>
                    <a:pt x="4573003" y="717743"/>
                  </a:lnTo>
                  <a:lnTo>
                    <a:pt x="4573111" y="717743"/>
                  </a:lnTo>
                  <a:lnTo>
                    <a:pt x="4573220" y="717743"/>
                  </a:lnTo>
                  <a:lnTo>
                    <a:pt x="4573328" y="717743"/>
                  </a:lnTo>
                  <a:lnTo>
                    <a:pt x="4573437" y="717743"/>
                  </a:lnTo>
                  <a:lnTo>
                    <a:pt x="4573545" y="717743"/>
                  </a:lnTo>
                  <a:lnTo>
                    <a:pt x="4573654" y="717743"/>
                  </a:lnTo>
                  <a:lnTo>
                    <a:pt x="4573762" y="717743"/>
                  </a:lnTo>
                  <a:lnTo>
                    <a:pt x="4573870" y="717743"/>
                  </a:lnTo>
                  <a:lnTo>
                    <a:pt x="4573979" y="717743"/>
                  </a:lnTo>
                  <a:lnTo>
                    <a:pt x="4574087" y="717743"/>
                  </a:lnTo>
                  <a:lnTo>
                    <a:pt x="4574087" y="717119"/>
                  </a:lnTo>
                  <a:lnTo>
                    <a:pt x="4574087" y="716496"/>
                  </a:lnTo>
                  <a:lnTo>
                    <a:pt x="4574196" y="716496"/>
                  </a:lnTo>
                  <a:lnTo>
                    <a:pt x="4574196" y="715872"/>
                  </a:lnTo>
                  <a:lnTo>
                    <a:pt x="4574304" y="715872"/>
                  </a:lnTo>
                  <a:lnTo>
                    <a:pt x="4574413" y="715872"/>
                  </a:lnTo>
                  <a:lnTo>
                    <a:pt x="4574521" y="715872"/>
                  </a:lnTo>
                  <a:lnTo>
                    <a:pt x="4574630" y="715872"/>
                  </a:lnTo>
                  <a:lnTo>
                    <a:pt x="4574738" y="715872"/>
                  </a:lnTo>
                  <a:lnTo>
                    <a:pt x="4574846" y="715872"/>
                  </a:lnTo>
                  <a:lnTo>
                    <a:pt x="4574955" y="715872"/>
                  </a:lnTo>
                  <a:lnTo>
                    <a:pt x="4575063" y="715872"/>
                  </a:lnTo>
                  <a:lnTo>
                    <a:pt x="4575172" y="715872"/>
                  </a:lnTo>
                  <a:lnTo>
                    <a:pt x="4575280" y="715872"/>
                  </a:lnTo>
                  <a:lnTo>
                    <a:pt x="4575389" y="715872"/>
                  </a:lnTo>
                  <a:lnTo>
                    <a:pt x="4575389" y="715248"/>
                  </a:lnTo>
                  <a:lnTo>
                    <a:pt x="4575389" y="714625"/>
                  </a:lnTo>
                  <a:lnTo>
                    <a:pt x="4575497" y="714625"/>
                  </a:lnTo>
                  <a:lnTo>
                    <a:pt x="4575606" y="714625"/>
                  </a:lnTo>
                  <a:lnTo>
                    <a:pt x="4575714" y="714625"/>
                  </a:lnTo>
                  <a:lnTo>
                    <a:pt x="4575714" y="714001"/>
                  </a:lnTo>
                  <a:lnTo>
                    <a:pt x="4575823" y="714001"/>
                  </a:lnTo>
                  <a:lnTo>
                    <a:pt x="4575931" y="714001"/>
                  </a:lnTo>
                  <a:lnTo>
                    <a:pt x="4576039" y="714001"/>
                  </a:lnTo>
                  <a:lnTo>
                    <a:pt x="4576148" y="714001"/>
                  </a:lnTo>
                  <a:lnTo>
                    <a:pt x="4576256" y="714001"/>
                  </a:lnTo>
                  <a:lnTo>
                    <a:pt x="4576256" y="713378"/>
                  </a:lnTo>
                  <a:lnTo>
                    <a:pt x="4576365" y="713378"/>
                  </a:lnTo>
                  <a:lnTo>
                    <a:pt x="4576473" y="713378"/>
                  </a:lnTo>
                  <a:lnTo>
                    <a:pt x="4576582" y="713378"/>
                  </a:lnTo>
                  <a:lnTo>
                    <a:pt x="4576690" y="713378"/>
                  </a:lnTo>
                  <a:lnTo>
                    <a:pt x="4576799" y="713378"/>
                  </a:lnTo>
                  <a:lnTo>
                    <a:pt x="4576907" y="713378"/>
                  </a:lnTo>
                  <a:lnTo>
                    <a:pt x="4577015" y="713378"/>
                  </a:lnTo>
                  <a:lnTo>
                    <a:pt x="4577124" y="713378"/>
                  </a:lnTo>
                  <a:lnTo>
                    <a:pt x="4577124" y="712754"/>
                  </a:lnTo>
                  <a:lnTo>
                    <a:pt x="4577232" y="712754"/>
                  </a:lnTo>
                  <a:lnTo>
                    <a:pt x="4577341" y="712754"/>
                  </a:lnTo>
                  <a:lnTo>
                    <a:pt x="4577449" y="712754"/>
                  </a:lnTo>
                  <a:lnTo>
                    <a:pt x="4577558" y="712754"/>
                  </a:lnTo>
                  <a:lnTo>
                    <a:pt x="4577666" y="712754"/>
                  </a:lnTo>
                  <a:lnTo>
                    <a:pt x="4577775" y="712754"/>
                  </a:lnTo>
                  <a:lnTo>
                    <a:pt x="4577883" y="712754"/>
                  </a:lnTo>
                  <a:lnTo>
                    <a:pt x="4577991" y="712754"/>
                  </a:lnTo>
                  <a:lnTo>
                    <a:pt x="4578100" y="712754"/>
                  </a:lnTo>
                  <a:lnTo>
                    <a:pt x="4578100" y="712131"/>
                  </a:lnTo>
                  <a:lnTo>
                    <a:pt x="4578208" y="712131"/>
                  </a:lnTo>
                  <a:lnTo>
                    <a:pt x="4578208" y="711507"/>
                  </a:lnTo>
                  <a:lnTo>
                    <a:pt x="4578317" y="711507"/>
                  </a:lnTo>
                  <a:lnTo>
                    <a:pt x="4578425" y="711507"/>
                  </a:lnTo>
                  <a:lnTo>
                    <a:pt x="4578534" y="711507"/>
                  </a:lnTo>
                  <a:lnTo>
                    <a:pt x="4578642" y="711507"/>
                  </a:lnTo>
                  <a:lnTo>
                    <a:pt x="4578751" y="711507"/>
                  </a:lnTo>
                  <a:lnTo>
                    <a:pt x="4578859" y="711507"/>
                  </a:lnTo>
                  <a:lnTo>
                    <a:pt x="4578967" y="711507"/>
                  </a:lnTo>
                  <a:lnTo>
                    <a:pt x="4579076" y="711507"/>
                  </a:lnTo>
                  <a:lnTo>
                    <a:pt x="4579076" y="710883"/>
                  </a:lnTo>
                  <a:lnTo>
                    <a:pt x="4579184" y="710883"/>
                  </a:lnTo>
                  <a:lnTo>
                    <a:pt x="4579293" y="710883"/>
                  </a:lnTo>
                  <a:lnTo>
                    <a:pt x="4579401" y="710883"/>
                  </a:lnTo>
                  <a:lnTo>
                    <a:pt x="4579510" y="710883"/>
                  </a:lnTo>
                  <a:lnTo>
                    <a:pt x="4579618" y="710883"/>
                  </a:lnTo>
                  <a:lnTo>
                    <a:pt x="4579727" y="710883"/>
                  </a:lnTo>
                  <a:lnTo>
                    <a:pt x="4579835" y="710883"/>
                  </a:lnTo>
                  <a:lnTo>
                    <a:pt x="4579944" y="710883"/>
                  </a:lnTo>
                  <a:lnTo>
                    <a:pt x="4579944" y="710260"/>
                  </a:lnTo>
                  <a:lnTo>
                    <a:pt x="4580052" y="710260"/>
                  </a:lnTo>
                  <a:lnTo>
                    <a:pt x="4580160" y="710260"/>
                  </a:lnTo>
                  <a:lnTo>
                    <a:pt x="4580269" y="710260"/>
                  </a:lnTo>
                  <a:lnTo>
                    <a:pt x="4580377" y="710260"/>
                  </a:lnTo>
                  <a:lnTo>
                    <a:pt x="4580486" y="710260"/>
                  </a:lnTo>
                  <a:lnTo>
                    <a:pt x="4580594" y="710260"/>
                  </a:lnTo>
                  <a:lnTo>
                    <a:pt x="4580703" y="710260"/>
                  </a:lnTo>
                  <a:lnTo>
                    <a:pt x="4580811" y="710260"/>
                  </a:lnTo>
                  <a:lnTo>
                    <a:pt x="4580920" y="710260"/>
                  </a:lnTo>
                  <a:lnTo>
                    <a:pt x="4581028" y="710260"/>
                  </a:lnTo>
                  <a:lnTo>
                    <a:pt x="4581136" y="710260"/>
                  </a:lnTo>
                  <a:lnTo>
                    <a:pt x="4581245" y="710260"/>
                  </a:lnTo>
                  <a:lnTo>
                    <a:pt x="4581353" y="710260"/>
                  </a:lnTo>
                  <a:lnTo>
                    <a:pt x="4581353" y="709636"/>
                  </a:lnTo>
                  <a:lnTo>
                    <a:pt x="4581462" y="709636"/>
                  </a:lnTo>
                  <a:lnTo>
                    <a:pt x="4581570" y="709636"/>
                  </a:lnTo>
                  <a:lnTo>
                    <a:pt x="4581679" y="709636"/>
                  </a:lnTo>
                  <a:lnTo>
                    <a:pt x="4581787" y="709636"/>
                  </a:lnTo>
                  <a:lnTo>
                    <a:pt x="4581896" y="709636"/>
                  </a:lnTo>
                  <a:lnTo>
                    <a:pt x="4582004" y="709636"/>
                  </a:lnTo>
                  <a:lnTo>
                    <a:pt x="4582112" y="709636"/>
                  </a:lnTo>
                  <a:lnTo>
                    <a:pt x="4582221" y="709636"/>
                  </a:lnTo>
                  <a:lnTo>
                    <a:pt x="4582329" y="709636"/>
                  </a:lnTo>
                  <a:lnTo>
                    <a:pt x="4582438" y="709636"/>
                  </a:lnTo>
                  <a:lnTo>
                    <a:pt x="4582546" y="709636"/>
                  </a:lnTo>
                  <a:lnTo>
                    <a:pt x="4582655" y="709636"/>
                  </a:lnTo>
                  <a:lnTo>
                    <a:pt x="4582763" y="709636"/>
                  </a:lnTo>
                  <a:lnTo>
                    <a:pt x="4582872" y="709636"/>
                  </a:lnTo>
                  <a:lnTo>
                    <a:pt x="4582872" y="709013"/>
                  </a:lnTo>
                  <a:lnTo>
                    <a:pt x="4582980" y="709013"/>
                  </a:lnTo>
                  <a:lnTo>
                    <a:pt x="4583088" y="709013"/>
                  </a:lnTo>
                  <a:lnTo>
                    <a:pt x="4583197" y="709013"/>
                  </a:lnTo>
                  <a:lnTo>
                    <a:pt x="4583305" y="709013"/>
                  </a:lnTo>
                  <a:lnTo>
                    <a:pt x="4583414" y="709013"/>
                  </a:lnTo>
                  <a:lnTo>
                    <a:pt x="4583522" y="709013"/>
                  </a:lnTo>
                  <a:lnTo>
                    <a:pt x="4583631" y="709013"/>
                  </a:lnTo>
                  <a:lnTo>
                    <a:pt x="4583739" y="709013"/>
                  </a:lnTo>
                  <a:lnTo>
                    <a:pt x="4583848" y="709013"/>
                  </a:lnTo>
                  <a:lnTo>
                    <a:pt x="4583956" y="709013"/>
                  </a:lnTo>
                  <a:lnTo>
                    <a:pt x="4583956" y="708389"/>
                  </a:lnTo>
                  <a:lnTo>
                    <a:pt x="4584065" y="708389"/>
                  </a:lnTo>
                  <a:lnTo>
                    <a:pt x="4584065" y="707765"/>
                  </a:lnTo>
                  <a:lnTo>
                    <a:pt x="4584173" y="707765"/>
                  </a:lnTo>
                  <a:lnTo>
                    <a:pt x="4584281" y="707765"/>
                  </a:lnTo>
                  <a:lnTo>
                    <a:pt x="4584390" y="707765"/>
                  </a:lnTo>
                  <a:lnTo>
                    <a:pt x="4584498" y="707765"/>
                  </a:lnTo>
                  <a:lnTo>
                    <a:pt x="4584607" y="707765"/>
                  </a:lnTo>
                  <a:lnTo>
                    <a:pt x="4584715" y="707765"/>
                  </a:lnTo>
                  <a:lnTo>
                    <a:pt x="4584824" y="707765"/>
                  </a:lnTo>
                  <a:lnTo>
                    <a:pt x="4584932" y="707765"/>
                  </a:lnTo>
                  <a:lnTo>
                    <a:pt x="4585041" y="707765"/>
                  </a:lnTo>
                  <a:lnTo>
                    <a:pt x="4585149" y="707765"/>
                  </a:lnTo>
                  <a:lnTo>
                    <a:pt x="4585257" y="707765"/>
                  </a:lnTo>
                  <a:lnTo>
                    <a:pt x="4585366" y="707765"/>
                  </a:lnTo>
                  <a:lnTo>
                    <a:pt x="4585474" y="707765"/>
                  </a:lnTo>
                  <a:lnTo>
                    <a:pt x="4585583" y="707765"/>
                  </a:lnTo>
                  <a:lnTo>
                    <a:pt x="4585691" y="707765"/>
                  </a:lnTo>
                  <a:lnTo>
                    <a:pt x="4585800" y="707765"/>
                  </a:lnTo>
                  <a:lnTo>
                    <a:pt x="4585908" y="707765"/>
                  </a:lnTo>
                  <a:lnTo>
                    <a:pt x="4586017" y="707765"/>
                  </a:lnTo>
                  <a:lnTo>
                    <a:pt x="4586125" y="707765"/>
                  </a:lnTo>
                  <a:lnTo>
                    <a:pt x="4586233" y="707765"/>
                  </a:lnTo>
                  <a:lnTo>
                    <a:pt x="4586342" y="707765"/>
                  </a:lnTo>
                  <a:lnTo>
                    <a:pt x="4586450" y="707765"/>
                  </a:lnTo>
                  <a:lnTo>
                    <a:pt x="4586559" y="707765"/>
                  </a:lnTo>
                  <a:lnTo>
                    <a:pt x="4586667" y="707765"/>
                  </a:lnTo>
                  <a:lnTo>
                    <a:pt x="4586776" y="707765"/>
                  </a:lnTo>
                  <a:lnTo>
                    <a:pt x="4586884" y="707765"/>
                  </a:lnTo>
                  <a:lnTo>
                    <a:pt x="4586993" y="707765"/>
                  </a:lnTo>
                  <a:lnTo>
                    <a:pt x="4587101" y="707765"/>
                  </a:lnTo>
                  <a:lnTo>
                    <a:pt x="4587209" y="707765"/>
                  </a:lnTo>
                  <a:lnTo>
                    <a:pt x="4587318" y="707765"/>
                  </a:lnTo>
                  <a:lnTo>
                    <a:pt x="4587426" y="707765"/>
                  </a:lnTo>
                  <a:lnTo>
                    <a:pt x="4587535" y="707765"/>
                  </a:lnTo>
                  <a:lnTo>
                    <a:pt x="4587643" y="707765"/>
                  </a:lnTo>
                  <a:lnTo>
                    <a:pt x="4587752" y="707765"/>
                  </a:lnTo>
                  <a:lnTo>
                    <a:pt x="4587860" y="707765"/>
                  </a:lnTo>
                  <a:lnTo>
                    <a:pt x="4587969" y="707765"/>
                  </a:lnTo>
                  <a:lnTo>
                    <a:pt x="4588077" y="707765"/>
                  </a:lnTo>
                  <a:lnTo>
                    <a:pt x="4588186" y="707765"/>
                  </a:lnTo>
                  <a:lnTo>
                    <a:pt x="4588294" y="707765"/>
                  </a:lnTo>
                  <a:lnTo>
                    <a:pt x="4588402" y="707765"/>
                  </a:lnTo>
                  <a:lnTo>
                    <a:pt x="4588511" y="707765"/>
                  </a:lnTo>
                  <a:lnTo>
                    <a:pt x="4588619" y="707765"/>
                  </a:lnTo>
                  <a:lnTo>
                    <a:pt x="4588728" y="707765"/>
                  </a:lnTo>
                  <a:lnTo>
                    <a:pt x="4588836" y="707765"/>
                  </a:lnTo>
                  <a:lnTo>
                    <a:pt x="4588945" y="707765"/>
                  </a:lnTo>
                  <a:lnTo>
                    <a:pt x="4589053" y="707765"/>
                  </a:lnTo>
                  <a:lnTo>
                    <a:pt x="4589162" y="707765"/>
                  </a:lnTo>
                  <a:lnTo>
                    <a:pt x="4589270" y="707765"/>
                  </a:lnTo>
                  <a:lnTo>
                    <a:pt x="4589378" y="707765"/>
                  </a:lnTo>
                  <a:lnTo>
                    <a:pt x="4589487" y="707765"/>
                  </a:lnTo>
                  <a:lnTo>
                    <a:pt x="4589595" y="707765"/>
                  </a:lnTo>
                  <a:lnTo>
                    <a:pt x="4589704" y="707765"/>
                  </a:lnTo>
                  <a:lnTo>
                    <a:pt x="4589812" y="707765"/>
                  </a:lnTo>
                  <a:lnTo>
                    <a:pt x="4589921" y="707765"/>
                  </a:lnTo>
                  <a:lnTo>
                    <a:pt x="4590029" y="707765"/>
                  </a:lnTo>
                  <a:lnTo>
                    <a:pt x="4590138" y="707765"/>
                  </a:lnTo>
                  <a:lnTo>
                    <a:pt x="4590246" y="707765"/>
                  </a:lnTo>
                  <a:lnTo>
                    <a:pt x="4590354" y="707765"/>
                  </a:lnTo>
                  <a:lnTo>
                    <a:pt x="4590463" y="707765"/>
                  </a:lnTo>
                  <a:lnTo>
                    <a:pt x="4590463" y="707142"/>
                  </a:lnTo>
                  <a:lnTo>
                    <a:pt x="4590571" y="707142"/>
                  </a:lnTo>
                  <a:lnTo>
                    <a:pt x="4590680" y="707142"/>
                  </a:lnTo>
                  <a:lnTo>
                    <a:pt x="4590788" y="707142"/>
                  </a:lnTo>
                  <a:lnTo>
                    <a:pt x="4590897" y="707142"/>
                  </a:lnTo>
                  <a:lnTo>
                    <a:pt x="4591005" y="707142"/>
                  </a:lnTo>
                  <a:lnTo>
                    <a:pt x="4591114" y="707142"/>
                  </a:lnTo>
                  <a:lnTo>
                    <a:pt x="4591114" y="706518"/>
                  </a:lnTo>
                  <a:lnTo>
                    <a:pt x="4591222" y="706518"/>
                  </a:lnTo>
                  <a:lnTo>
                    <a:pt x="4591330" y="706518"/>
                  </a:lnTo>
                  <a:lnTo>
                    <a:pt x="4591439" y="706518"/>
                  </a:lnTo>
                  <a:lnTo>
                    <a:pt x="4591547" y="706518"/>
                  </a:lnTo>
                  <a:lnTo>
                    <a:pt x="4591656" y="706518"/>
                  </a:lnTo>
                  <a:lnTo>
                    <a:pt x="4591764" y="706518"/>
                  </a:lnTo>
                  <a:lnTo>
                    <a:pt x="4591873" y="706518"/>
                  </a:lnTo>
                  <a:lnTo>
                    <a:pt x="4591981" y="706518"/>
                  </a:lnTo>
                  <a:lnTo>
                    <a:pt x="4592090" y="706518"/>
                  </a:lnTo>
                  <a:lnTo>
                    <a:pt x="4592198" y="706518"/>
                  </a:lnTo>
                  <a:lnTo>
                    <a:pt x="4592306" y="706518"/>
                  </a:lnTo>
                  <a:lnTo>
                    <a:pt x="4592415" y="706518"/>
                  </a:lnTo>
                  <a:lnTo>
                    <a:pt x="4592523" y="706518"/>
                  </a:lnTo>
                  <a:lnTo>
                    <a:pt x="4592523" y="705895"/>
                  </a:lnTo>
                  <a:lnTo>
                    <a:pt x="4592632" y="705895"/>
                  </a:lnTo>
                  <a:lnTo>
                    <a:pt x="4592740" y="705895"/>
                  </a:lnTo>
                  <a:lnTo>
                    <a:pt x="4592849" y="705895"/>
                  </a:lnTo>
                  <a:lnTo>
                    <a:pt x="4592957" y="705895"/>
                  </a:lnTo>
                  <a:lnTo>
                    <a:pt x="4593066" y="705895"/>
                  </a:lnTo>
                  <a:lnTo>
                    <a:pt x="4593174" y="705895"/>
                  </a:lnTo>
                  <a:lnTo>
                    <a:pt x="4593283" y="705895"/>
                  </a:lnTo>
                  <a:lnTo>
                    <a:pt x="4593391" y="705895"/>
                  </a:lnTo>
                  <a:lnTo>
                    <a:pt x="4593499" y="705895"/>
                  </a:lnTo>
                  <a:lnTo>
                    <a:pt x="4593608" y="705895"/>
                  </a:lnTo>
                  <a:lnTo>
                    <a:pt x="4593608" y="705271"/>
                  </a:lnTo>
                  <a:lnTo>
                    <a:pt x="4593716" y="705271"/>
                  </a:lnTo>
                  <a:lnTo>
                    <a:pt x="4593825" y="705271"/>
                  </a:lnTo>
                  <a:lnTo>
                    <a:pt x="4593933" y="705271"/>
                  </a:lnTo>
                  <a:lnTo>
                    <a:pt x="4594042" y="705271"/>
                  </a:lnTo>
                  <a:lnTo>
                    <a:pt x="4594150" y="705271"/>
                  </a:lnTo>
                  <a:lnTo>
                    <a:pt x="4594259" y="705271"/>
                  </a:lnTo>
                  <a:lnTo>
                    <a:pt x="4594367" y="705271"/>
                  </a:lnTo>
                  <a:lnTo>
                    <a:pt x="4594475" y="705271"/>
                  </a:lnTo>
                  <a:lnTo>
                    <a:pt x="4594584" y="705271"/>
                  </a:lnTo>
                  <a:lnTo>
                    <a:pt x="4594584" y="704648"/>
                  </a:lnTo>
                  <a:lnTo>
                    <a:pt x="4594692" y="704648"/>
                  </a:lnTo>
                  <a:lnTo>
                    <a:pt x="4594801" y="704648"/>
                  </a:lnTo>
                  <a:lnTo>
                    <a:pt x="4594909" y="704648"/>
                  </a:lnTo>
                  <a:lnTo>
                    <a:pt x="4595018" y="704648"/>
                  </a:lnTo>
                  <a:lnTo>
                    <a:pt x="4595126" y="704648"/>
                  </a:lnTo>
                  <a:lnTo>
                    <a:pt x="4595235" y="704648"/>
                  </a:lnTo>
                  <a:lnTo>
                    <a:pt x="4595343" y="704648"/>
                  </a:lnTo>
                  <a:lnTo>
                    <a:pt x="4595451" y="704648"/>
                  </a:lnTo>
                  <a:lnTo>
                    <a:pt x="4595560" y="704648"/>
                  </a:lnTo>
                  <a:lnTo>
                    <a:pt x="4595668" y="704648"/>
                  </a:lnTo>
                  <a:lnTo>
                    <a:pt x="4595777" y="704648"/>
                  </a:lnTo>
                  <a:lnTo>
                    <a:pt x="4595885" y="704648"/>
                  </a:lnTo>
                  <a:lnTo>
                    <a:pt x="4595994" y="704648"/>
                  </a:lnTo>
                  <a:lnTo>
                    <a:pt x="4596102" y="704648"/>
                  </a:lnTo>
                  <a:lnTo>
                    <a:pt x="4596102" y="704024"/>
                  </a:lnTo>
                  <a:lnTo>
                    <a:pt x="4596211" y="704024"/>
                  </a:lnTo>
                  <a:lnTo>
                    <a:pt x="4596319" y="704024"/>
                  </a:lnTo>
                  <a:lnTo>
                    <a:pt x="4596427" y="704024"/>
                  </a:lnTo>
                  <a:lnTo>
                    <a:pt x="4596536" y="704024"/>
                  </a:lnTo>
                  <a:lnTo>
                    <a:pt x="4596644" y="704024"/>
                  </a:lnTo>
                  <a:lnTo>
                    <a:pt x="4596753" y="704024"/>
                  </a:lnTo>
                  <a:lnTo>
                    <a:pt x="4596753" y="703400"/>
                  </a:lnTo>
                  <a:lnTo>
                    <a:pt x="4596861" y="703400"/>
                  </a:lnTo>
                  <a:lnTo>
                    <a:pt x="4596861" y="702777"/>
                  </a:lnTo>
                  <a:lnTo>
                    <a:pt x="4596970" y="702777"/>
                  </a:lnTo>
                  <a:lnTo>
                    <a:pt x="4597078" y="702777"/>
                  </a:lnTo>
                  <a:lnTo>
                    <a:pt x="4597187" y="702777"/>
                  </a:lnTo>
                  <a:lnTo>
                    <a:pt x="4597295" y="702777"/>
                  </a:lnTo>
                  <a:lnTo>
                    <a:pt x="4597404" y="702777"/>
                  </a:lnTo>
                  <a:lnTo>
                    <a:pt x="4597512" y="702777"/>
                  </a:lnTo>
                  <a:lnTo>
                    <a:pt x="4597620" y="702777"/>
                  </a:lnTo>
                  <a:lnTo>
                    <a:pt x="4597729" y="702777"/>
                  </a:lnTo>
                  <a:lnTo>
                    <a:pt x="4597837" y="702777"/>
                  </a:lnTo>
                  <a:lnTo>
                    <a:pt x="4597837" y="702153"/>
                  </a:lnTo>
                  <a:lnTo>
                    <a:pt x="4597946" y="702153"/>
                  </a:lnTo>
                  <a:lnTo>
                    <a:pt x="4598054" y="702153"/>
                  </a:lnTo>
                  <a:lnTo>
                    <a:pt x="4598054" y="701530"/>
                  </a:lnTo>
                  <a:lnTo>
                    <a:pt x="4598163" y="701530"/>
                  </a:lnTo>
                  <a:lnTo>
                    <a:pt x="4598271" y="701530"/>
                  </a:lnTo>
                  <a:lnTo>
                    <a:pt x="4598380" y="701530"/>
                  </a:lnTo>
                  <a:lnTo>
                    <a:pt x="4598380" y="700906"/>
                  </a:lnTo>
                  <a:lnTo>
                    <a:pt x="4598488" y="700906"/>
                  </a:lnTo>
                  <a:lnTo>
                    <a:pt x="4598596" y="700906"/>
                  </a:lnTo>
                  <a:lnTo>
                    <a:pt x="4598705" y="700906"/>
                  </a:lnTo>
                  <a:lnTo>
                    <a:pt x="4598813" y="700906"/>
                  </a:lnTo>
                  <a:lnTo>
                    <a:pt x="4598813" y="700282"/>
                  </a:lnTo>
                  <a:lnTo>
                    <a:pt x="4598922" y="700282"/>
                  </a:lnTo>
                  <a:lnTo>
                    <a:pt x="4599030" y="700282"/>
                  </a:lnTo>
                  <a:lnTo>
                    <a:pt x="4599030" y="699659"/>
                  </a:lnTo>
                  <a:lnTo>
                    <a:pt x="4599139" y="699659"/>
                  </a:lnTo>
                  <a:lnTo>
                    <a:pt x="4599247" y="699659"/>
                  </a:lnTo>
                  <a:lnTo>
                    <a:pt x="4599356" y="699659"/>
                  </a:lnTo>
                  <a:lnTo>
                    <a:pt x="4599464" y="699659"/>
                  </a:lnTo>
                  <a:lnTo>
                    <a:pt x="4599572" y="699659"/>
                  </a:lnTo>
                  <a:lnTo>
                    <a:pt x="4599681" y="699659"/>
                  </a:lnTo>
                  <a:lnTo>
                    <a:pt x="4599789" y="699659"/>
                  </a:lnTo>
                  <a:lnTo>
                    <a:pt x="4599898" y="699659"/>
                  </a:lnTo>
                  <a:lnTo>
                    <a:pt x="4600006" y="699659"/>
                  </a:lnTo>
                  <a:lnTo>
                    <a:pt x="4600115" y="699659"/>
                  </a:lnTo>
                  <a:lnTo>
                    <a:pt x="4600223" y="699659"/>
                  </a:lnTo>
                  <a:lnTo>
                    <a:pt x="4600332" y="699659"/>
                  </a:lnTo>
                  <a:lnTo>
                    <a:pt x="4600332" y="699035"/>
                  </a:lnTo>
                  <a:lnTo>
                    <a:pt x="4600332" y="698412"/>
                  </a:lnTo>
                  <a:lnTo>
                    <a:pt x="4600440" y="698412"/>
                  </a:lnTo>
                  <a:lnTo>
                    <a:pt x="4600548" y="698412"/>
                  </a:lnTo>
                  <a:lnTo>
                    <a:pt x="4600657" y="698412"/>
                  </a:lnTo>
                  <a:lnTo>
                    <a:pt x="4600765" y="698412"/>
                  </a:lnTo>
                  <a:lnTo>
                    <a:pt x="4600874" y="698412"/>
                  </a:lnTo>
                  <a:lnTo>
                    <a:pt x="4600982" y="698412"/>
                  </a:lnTo>
                  <a:lnTo>
                    <a:pt x="4601091" y="698412"/>
                  </a:lnTo>
                  <a:lnTo>
                    <a:pt x="4601199" y="698412"/>
                  </a:lnTo>
                  <a:lnTo>
                    <a:pt x="4601308" y="698412"/>
                  </a:lnTo>
                  <a:lnTo>
                    <a:pt x="4601416" y="698412"/>
                  </a:lnTo>
                  <a:lnTo>
                    <a:pt x="4601416" y="697788"/>
                  </a:lnTo>
                  <a:lnTo>
                    <a:pt x="4601416" y="697165"/>
                  </a:lnTo>
                  <a:lnTo>
                    <a:pt x="4601416" y="696541"/>
                  </a:lnTo>
                  <a:lnTo>
                    <a:pt x="4601525" y="696541"/>
                  </a:lnTo>
                  <a:lnTo>
                    <a:pt x="4601633" y="696541"/>
                  </a:lnTo>
                  <a:lnTo>
                    <a:pt x="4601741" y="696541"/>
                  </a:lnTo>
                  <a:lnTo>
                    <a:pt x="4601850" y="696541"/>
                  </a:lnTo>
                  <a:lnTo>
                    <a:pt x="4601958" y="696541"/>
                  </a:lnTo>
                  <a:lnTo>
                    <a:pt x="4601958" y="695917"/>
                  </a:lnTo>
                  <a:lnTo>
                    <a:pt x="4602067" y="695917"/>
                  </a:lnTo>
                  <a:lnTo>
                    <a:pt x="4602067" y="695294"/>
                  </a:lnTo>
                  <a:lnTo>
                    <a:pt x="4602175" y="695294"/>
                  </a:lnTo>
                  <a:lnTo>
                    <a:pt x="4602284" y="695294"/>
                  </a:lnTo>
                  <a:lnTo>
                    <a:pt x="4602392" y="695294"/>
                  </a:lnTo>
                  <a:lnTo>
                    <a:pt x="4602501" y="695294"/>
                  </a:lnTo>
                  <a:lnTo>
                    <a:pt x="4602609" y="695294"/>
                  </a:lnTo>
                  <a:lnTo>
                    <a:pt x="4602717" y="695294"/>
                  </a:lnTo>
                  <a:lnTo>
                    <a:pt x="4602826" y="695294"/>
                  </a:lnTo>
                  <a:lnTo>
                    <a:pt x="4602934" y="695294"/>
                  </a:lnTo>
                  <a:lnTo>
                    <a:pt x="4603043" y="695294"/>
                  </a:lnTo>
                  <a:lnTo>
                    <a:pt x="4603151" y="695294"/>
                  </a:lnTo>
                  <a:lnTo>
                    <a:pt x="4603260" y="695294"/>
                  </a:lnTo>
                  <a:lnTo>
                    <a:pt x="4603368" y="695294"/>
                  </a:lnTo>
                  <a:lnTo>
                    <a:pt x="4603477" y="695294"/>
                  </a:lnTo>
                  <a:lnTo>
                    <a:pt x="4603585" y="695294"/>
                  </a:lnTo>
                  <a:lnTo>
                    <a:pt x="4603693" y="695294"/>
                  </a:lnTo>
                  <a:lnTo>
                    <a:pt x="4603802" y="695294"/>
                  </a:lnTo>
                  <a:lnTo>
                    <a:pt x="4603910" y="695294"/>
                  </a:lnTo>
                  <a:lnTo>
                    <a:pt x="4604019" y="695294"/>
                  </a:lnTo>
                  <a:lnTo>
                    <a:pt x="4604127" y="695294"/>
                  </a:lnTo>
                  <a:lnTo>
                    <a:pt x="4604236" y="695294"/>
                  </a:lnTo>
                  <a:lnTo>
                    <a:pt x="4604344" y="695294"/>
                  </a:lnTo>
                  <a:lnTo>
                    <a:pt x="4604453" y="695294"/>
                  </a:lnTo>
                  <a:lnTo>
                    <a:pt x="4604561" y="695294"/>
                  </a:lnTo>
                  <a:lnTo>
                    <a:pt x="4604669" y="695294"/>
                  </a:lnTo>
                  <a:lnTo>
                    <a:pt x="4604778" y="695294"/>
                  </a:lnTo>
                  <a:lnTo>
                    <a:pt x="4604778" y="694670"/>
                  </a:lnTo>
                  <a:lnTo>
                    <a:pt x="4604886" y="694670"/>
                  </a:lnTo>
                  <a:lnTo>
                    <a:pt x="4604886" y="694047"/>
                  </a:lnTo>
                  <a:lnTo>
                    <a:pt x="4604995" y="694047"/>
                  </a:lnTo>
                  <a:lnTo>
                    <a:pt x="4605103" y="694047"/>
                  </a:lnTo>
                  <a:lnTo>
                    <a:pt x="4605212" y="694047"/>
                  </a:lnTo>
                  <a:lnTo>
                    <a:pt x="4605320" y="694047"/>
                  </a:lnTo>
                  <a:lnTo>
                    <a:pt x="4605429" y="694047"/>
                  </a:lnTo>
                  <a:lnTo>
                    <a:pt x="4605537" y="694047"/>
                  </a:lnTo>
                  <a:lnTo>
                    <a:pt x="4605537" y="693423"/>
                  </a:lnTo>
                  <a:lnTo>
                    <a:pt x="4605646" y="693423"/>
                  </a:lnTo>
                  <a:lnTo>
                    <a:pt x="4605754" y="693423"/>
                  </a:lnTo>
                  <a:lnTo>
                    <a:pt x="4605862" y="693423"/>
                  </a:lnTo>
                  <a:lnTo>
                    <a:pt x="4605971" y="693423"/>
                  </a:lnTo>
                  <a:lnTo>
                    <a:pt x="4606079" y="693423"/>
                  </a:lnTo>
                  <a:lnTo>
                    <a:pt x="4606188" y="693423"/>
                  </a:lnTo>
                  <a:lnTo>
                    <a:pt x="4606296" y="693423"/>
                  </a:lnTo>
                  <a:lnTo>
                    <a:pt x="4606405" y="693423"/>
                  </a:lnTo>
                  <a:lnTo>
                    <a:pt x="4606513" y="693423"/>
                  </a:lnTo>
                  <a:lnTo>
                    <a:pt x="4606622" y="693423"/>
                  </a:lnTo>
                  <a:lnTo>
                    <a:pt x="4606730" y="693423"/>
                  </a:lnTo>
                  <a:lnTo>
                    <a:pt x="4606838" y="693423"/>
                  </a:lnTo>
                  <a:lnTo>
                    <a:pt x="4606947" y="693423"/>
                  </a:lnTo>
                  <a:lnTo>
                    <a:pt x="4607055" y="693423"/>
                  </a:lnTo>
                  <a:lnTo>
                    <a:pt x="4607164" y="693423"/>
                  </a:lnTo>
                  <a:lnTo>
                    <a:pt x="4607272" y="693423"/>
                  </a:lnTo>
                  <a:lnTo>
                    <a:pt x="4607381" y="693423"/>
                  </a:lnTo>
                  <a:lnTo>
                    <a:pt x="4607381" y="692799"/>
                  </a:lnTo>
                  <a:lnTo>
                    <a:pt x="4607489" y="692799"/>
                  </a:lnTo>
                  <a:lnTo>
                    <a:pt x="4607489" y="692176"/>
                  </a:lnTo>
                  <a:lnTo>
                    <a:pt x="4607489" y="691552"/>
                  </a:lnTo>
                  <a:lnTo>
                    <a:pt x="4607598" y="691552"/>
                  </a:lnTo>
                  <a:lnTo>
                    <a:pt x="4607706" y="691552"/>
                  </a:lnTo>
                  <a:lnTo>
                    <a:pt x="4607814" y="691552"/>
                  </a:lnTo>
                  <a:lnTo>
                    <a:pt x="4607923" y="691552"/>
                  </a:lnTo>
                  <a:lnTo>
                    <a:pt x="4608031" y="691552"/>
                  </a:lnTo>
                  <a:lnTo>
                    <a:pt x="4608140" y="691552"/>
                  </a:lnTo>
                  <a:lnTo>
                    <a:pt x="4608248" y="691552"/>
                  </a:lnTo>
                  <a:lnTo>
                    <a:pt x="4608357" y="691552"/>
                  </a:lnTo>
                  <a:lnTo>
                    <a:pt x="4608465" y="691552"/>
                  </a:lnTo>
                  <a:lnTo>
                    <a:pt x="4608574" y="691552"/>
                  </a:lnTo>
                  <a:lnTo>
                    <a:pt x="4608682" y="691552"/>
                  </a:lnTo>
                  <a:lnTo>
                    <a:pt x="4608790" y="691552"/>
                  </a:lnTo>
                  <a:lnTo>
                    <a:pt x="4608899" y="691552"/>
                  </a:lnTo>
                  <a:lnTo>
                    <a:pt x="4608899" y="690929"/>
                  </a:lnTo>
                  <a:lnTo>
                    <a:pt x="4609007" y="690929"/>
                  </a:lnTo>
                  <a:lnTo>
                    <a:pt x="4609116" y="690929"/>
                  </a:lnTo>
                  <a:lnTo>
                    <a:pt x="4609224" y="690929"/>
                  </a:lnTo>
                  <a:lnTo>
                    <a:pt x="4609333" y="690929"/>
                  </a:lnTo>
                  <a:lnTo>
                    <a:pt x="4609441" y="690929"/>
                  </a:lnTo>
                  <a:lnTo>
                    <a:pt x="4609441" y="690305"/>
                  </a:lnTo>
                  <a:lnTo>
                    <a:pt x="4609550" y="690305"/>
                  </a:lnTo>
                  <a:lnTo>
                    <a:pt x="4609658" y="690305"/>
                  </a:lnTo>
                  <a:lnTo>
                    <a:pt x="4609767" y="690305"/>
                  </a:lnTo>
                  <a:lnTo>
                    <a:pt x="4609875" y="690305"/>
                  </a:lnTo>
                  <a:lnTo>
                    <a:pt x="4609983" y="690305"/>
                  </a:lnTo>
                  <a:lnTo>
                    <a:pt x="4610092" y="690305"/>
                  </a:lnTo>
                  <a:lnTo>
                    <a:pt x="4610200" y="690305"/>
                  </a:lnTo>
                  <a:lnTo>
                    <a:pt x="4610309" y="690305"/>
                  </a:lnTo>
                  <a:lnTo>
                    <a:pt x="4610417" y="690305"/>
                  </a:lnTo>
                  <a:lnTo>
                    <a:pt x="4610417" y="689682"/>
                  </a:lnTo>
                  <a:lnTo>
                    <a:pt x="4610526" y="689682"/>
                  </a:lnTo>
                  <a:lnTo>
                    <a:pt x="4610634" y="689682"/>
                  </a:lnTo>
                  <a:lnTo>
                    <a:pt x="4610743" y="689682"/>
                  </a:lnTo>
                  <a:lnTo>
                    <a:pt x="4610851" y="689682"/>
                  </a:lnTo>
                  <a:lnTo>
                    <a:pt x="4610851" y="689058"/>
                  </a:lnTo>
                  <a:lnTo>
                    <a:pt x="4610959" y="689058"/>
                  </a:lnTo>
                  <a:lnTo>
                    <a:pt x="4611068" y="689058"/>
                  </a:lnTo>
                  <a:lnTo>
                    <a:pt x="4611176" y="689058"/>
                  </a:lnTo>
                  <a:lnTo>
                    <a:pt x="4611285" y="689058"/>
                  </a:lnTo>
                  <a:lnTo>
                    <a:pt x="4611285" y="688434"/>
                  </a:lnTo>
                  <a:lnTo>
                    <a:pt x="4611393" y="688434"/>
                  </a:lnTo>
                  <a:lnTo>
                    <a:pt x="4611502" y="688434"/>
                  </a:lnTo>
                  <a:lnTo>
                    <a:pt x="4611610" y="688434"/>
                  </a:lnTo>
                  <a:lnTo>
                    <a:pt x="4611719" y="688434"/>
                  </a:lnTo>
                  <a:lnTo>
                    <a:pt x="4611827" y="688434"/>
                  </a:lnTo>
                  <a:lnTo>
                    <a:pt x="4611935" y="688434"/>
                  </a:lnTo>
                  <a:lnTo>
                    <a:pt x="4612044" y="688434"/>
                  </a:lnTo>
                  <a:lnTo>
                    <a:pt x="4612152" y="688434"/>
                  </a:lnTo>
                  <a:lnTo>
                    <a:pt x="4612261" y="688434"/>
                  </a:lnTo>
                  <a:lnTo>
                    <a:pt x="4612369" y="688434"/>
                  </a:lnTo>
                  <a:lnTo>
                    <a:pt x="4612478" y="688434"/>
                  </a:lnTo>
                  <a:lnTo>
                    <a:pt x="4612586" y="688434"/>
                  </a:lnTo>
                  <a:lnTo>
                    <a:pt x="4612695" y="688434"/>
                  </a:lnTo>
                  <a:lnTo>
                    <a:pt x="4612803" y="688434"/>
                  </a:lnTo>
                  <a:lnTo>
                    <a:pt x="4612911" y="688434"/>
                  </a:lnTo>
                  <a:lnTo>
                    <a:pt x="4613020" y="688434"/>
                  </a:lnTo>
                  <a:lnTo>
                    <a:pt x="4613128" y="688434"/>
                  </a:lnTo>
                  <a:lnTo>
                    <a:pt x="4613237" y="688434"/>
                  </a:lnTo>
                  <a:lnTo>
                    <a:pt x="4613345" y="688434"/>
                  </a:lnTo>
                  <a:lnTo>
                    <a:pt x="4613454" y="688434"/>
                  </a:lnTo>
                  <a:lnTo>
                    <a:pt x="4613562" y="688434"/>
                  </a:lnTo>
                  <a:lnTo>
                    <a:pt x="4613671" y="688434"/>
                  </a:lnTo>
                  <a:lnTo>
                    <a:pt x="4613779" y="688434"/>
                  </a:lnTo>
                  <a:lnTo>
                    <a:pt x="4613887" y="688434"/>
                  </a:lnTo>
                  <a:lnTo>
                    <a:pt x="4613996" y="688434"/>
                  </a:lnTo>
                  <a:lnTo>
                    <a:pt x="4614104" y="688434"/>
                  </a:lnTo>
                  <a:lnTo>
                    <a:pt x="4614213" y="688434"/>
                  </a:lnTo>
                  <a:lnTo>
                    <a:pt x="4614321" y="688434"/>
                  </a:lnTo>
                  <a:lnTo>
                    <a:pt x="4614430" y="688434"/>
                  </a:lnTo>
                  <a:lnTo>
                    <a:pt x="4614430" y="687811"/>
                  </a:lnTo>
                  <a:lnTo>
                    <a:pt x="4614538" y="687811"/>
                  </a:lnTo>
                  <a:lnTo>
                    <a:pt x="4614647" y="687811"/>
                  </a:lnTo>
                  <a:lnTo>
                    <a:pt x="4614755" y="687811"/>
                  </a:lnTo>
                  <a:lnTo>
                    <a:pt x="4614864" y="687811"/>
                  </a:lnTo>
                  <a:lnTo>
                    <a:pt x="4614972" y="687811"/>
                  </a:lnTo>
                  <a:lnTo>
                    <a:pt x="4615080" y="687811"/>
                  </a:lnTo>
                  <a:lnTo>
                    <a:pt x="4615189" y="687811"/>
                  </a:lnTo>
                  <a:lnTo>
                    <a:pt x="4615297" y="687811"/>
                  </a:lnTo>
                  <a:lnTo>
                    <a:pt x="4615406" y="687811"/>
                  </a:lnTo>
                  <a:lnTo>
                    <a:pt x="4615514" y="687811"/>
                  </a:lnTo>
                  <a:lnTo>
                    <a:pt x="4615623" y="687811"/>
                  </a:lnTo>
                  <a:lnTo>
                    <a:pt x="4615731" y="687811"/>
                  </a:lnTo>
                  <a:lnTo>
                    <a:pt x="4615840" y="687811"/>
                  </a:lnTo>
                  <a:lnTo>
                    <a:pt x="4615948" y="687811"/>
                  </a:lnTo>
                  <a:lnTo>
                    <a:pt x="4616056" y="687811"/>
                  </a:lnTo>
                  <a:lnTo>
                    <a:pt x="4616165" y="687811"/>
                  </a:lnTo>
                  <a:lnTo>
                    <a:pt x="4616273" y="687811"/>
                  </a:lnTo>
                  <a:lnTo>
                    <a:pt x="4616382" y="687811"/>
                  </a:lnTo>
                  <a:lnTo>
                    <a:pt x="4616490" y="687811"/>
                  </a:lnTo>
                  <a:lnTo>
                    <a:pt x="4616599" y="687811"/>
                  </a:lnTo>
                  <a:lnTo>
                    <a:pt x="4616707" y="687811"/>
                  </a:lnTo>
                  <a:lnTo>
                    <a:pt x="4616816" y="687811"/>
                  </a:lnTo>
                  <a:lnTo>
                    <a:pt x="4616924" y="687811"/>
                  </a:lnTo>
                  <a:lnTo>
                    <a:pt x="4617032" y="687811"/>
                  </a:lnTo>
                  <a:lnTo>
                    <a:pt x="4617141" y="687811"/>
                  </a:lnTo>
                  <a:lnTo>
                    <a:pt x="4617249" y="687811"/>
                  </a:lnTo>
                  <a:lnTo>
                    <a:pt x="4617249" y="687187"/>
                  </a:lnTo>
                  <a:lnTo>
                    <a:pt x="4617358" y="687187"/>
                  </a:lnTo>
                  <a:lnTo>
                    <a:pt x="4617466" y="687187"/>
                  </a:lnTo>
                  <a:lnTo>
                    <a:pt x="4617575" y="687187"/>
                  </a:lnTo>
                  <a:lnTo>
                    <a:pt x="4617683" y="687187"/>
                  </a:lnTo>
                  <a:lnTo>
                    <a:pt x="4617792" y="687187"/>
                  </a:lnTo>
                  <a:lnTo>
                    <a:pt x="4617900" y="687187"/>
                  </a:lnTo>
                  <a:lnTo>
                    <a:pt x="4617900" y="686564"/>
                  </a:lnTo>
                  <a:lnTo>
                    <a:pt x="4618008" y="686564"/>
                  </a:lnTo>
                  <a:lnTo>
                    <a:pt x="4618117" y="686564"/>
                  </a:lnTo>
                  <a:lnTo>
                    <a:pt x="4618225" y="686564"/>
                  </a:lnTo>
                  <a:lnTo>
                    <a:pt x="4618334" y="686564"/>
                  </a:lnTo>
                  <a:lnTo>
                    <a:pt x="4618334" y="685940"/>
                  </a:lnTo>
                  <a:lnTo>
                    <a:pt x="4618442" y="685940"/>
                  </a:lnTo>
                  <a:lnTo>
                    <a:pt x="4618551" y="685940"/>
                  </a:lnTo>
                  <a:lnTo>
                    <a:pt x="4618659" y="685940"/>
                  </a:lnTo>
                  <a:lnTo>
                    <a:pt x="4618659" y="685316"/>
                  </a:lnTo>
                  <a:lnTo>
                    <a:pt x="4618768" y="685316"/>
                  </a:lnTo>
                  <a:lnTo>
                    <a:pt x="4618876" y="685316"/>
                  </a:lnTo>
                  <a:lnTo>
                    <a:pt x="4618876" y="684693"/>
                  </a:lnTo>
                  <a:lnTo>
                    <a:pt x="4618985" y="684693"/>
                  </a:lnTo>
                  <a:lnTo>
                    <a:pt x="4619093" y="684693"/>
                  </a:lnTo>
                  <a:lnTo>
                    <a:pt x="4619093" y="684069"/>
                  </a:lnTo>
                  <a:lnTo>
                    <a:pt x="4619093" y="683446"/>
                  </a:lnTo>
                  <a:lnTo>
                    <a:pt x="4619201" y="683446"/>
                  </a:lnTo>
                  <a:lnTo>
                    <a:pt x="4619310" y="683446"/>
                  </a:lnTo>
                  <a:lnTo>
                    <a:pt x="4619418" y="683446"/>
                  </a:lnTo>
                  <a:lnTo>
                    <a:pt x="4619527" y="683446"/>
                  </a:lnTo>
                  <a:lnTo>
                    <a:pt x="4619635" y="683446"/>
                  </a:lnTo>
                  <a:lnTo>
                    <a:pt x="4619744" y="683446"/>
                  </a:lnTo>
                  <a:lnTo>
                    <a:pt x="4619852" y="683446"/>
                  </a:lnTo>
                  <a:lnTo>
                    <a:pt x="4619961" y="683446"/>
                  </a:lnTo>
                  <a:lnTo>
                    <a:pt x="4620069" y="683446"/>
                  </a:lnTo>
                  <a:lnTo>
                    <a:pt x="4620177" y="683446"/>
                  </a:lnTo>
                  <a:lnTo>
                    <a:pt x="4620177" y="682822"/>
                  </a:lnTo>
                  <a:lnTo>
                    <a:pt x="4620286" y="682822"/>
                  </a:lnTo>
                  <a:lnTo>
                    <a:pt x="4620394" y="682822"/>
                  </a:lnTo>
                  <a:lnTo>
                    <a:pt x="4620503" y="682822"/>
                  </a:lnTo>
                  <a:lnTo>
                    <a:pt x="4620611" y="682822"/>
                  </a:lnTo>
                  <a:lnTo>
                    <a:pt x="4620720" y="682822"/>
                  </a:lnTo>
                  <a:lnTo>
                    <a:pt x="4620828" y="682822"/>
                  </a:lnTo>
                  <a:lnTo>
                    <a:pt x="4620937" y="682822"/>
                  </a:lnTo>
                  <a:lnTo>
                    <a:pt x="4621045" y="682822"/>
                  </a:lnTo>
                  <a:lnTo>
                    <a:pt x="4621153" y="682822"/>
                  </a:lnTo>
                  <a:lnTo>
                    <a:pt x="4621262" y="682822"/>
                  </a:lnTo>
                  <a:lnTo>
                    <a:pt x="4621370" y="682822"/>
                  </a:lnTo>
                  <a:lnTo>
                    <a:pt x="4621370" y="682199"/>
                  </a:lnTo>
                  <a:lnTo>
                    <a:pt x="4621370" y="681575"/>
                  </a:lnTo>
                  <a:lnTo>
                    <a:pt x="4621479" y="681575"/>
                  </a:lnTo>
                  <a:lnTo>
                    <a:pt x="4621587" y="681575"/>
                  </a:lnTo>
                  <a:lnTo>
                    <a:pt x="4621696" y="681575"/>
                  </a:lnTo>
                  <a:lnTo>
                    <a:pt x="4621804" y="681575"/>
                  </a:lnTo>
                  <a:lnTo>
                    <a:pt x="4621913" y="681575"/>
                  </a:lnTo>
                  <a:lnTo>
                    <a:pt x="4622021" y="681575"/>
                  </a:lnTo>
                  <a:lnTo>
                    <a:pt x="4622129" y="681575"/>
                  </a:lnTo>
                  <a:lnTo>
                    <a:pt x="4622238" y="681575"/>
                  </a:lnTo>
                  <a:lnTo>
                    <a:pt x="4622346" y="681575"/>
                  </a:lnTo>
                  <a:lnTo>
                    <a:pt x="4622455" y="681575"/>
                  </a:lnTo>
                  <a:lnTo>
                    <a:pt x="4622563" y="681575"/>
                  </a:lnTo>
                  <a:lnTo>
                    <a:pt x="4622672" y="681575"/>
                  </a:lnTo>
                  <a:lnTo>
                    <a:pt x="4622780" y="681575"/>
                  </a:lnTo>
                  <a:lnTo>
                    <a:pt x="4622889" y="681575"/>
                  </a:lnTo>
                  <a:lnTo>
                    <a:pt x="4622997" y="681575"/>
                  </a:lnTo>
                  <a:lnTo>
                    <a:pt x="4623106" y="681575"/>
                  </a:lnTo>
                  <a:lnTo>
                    <a:pt x="4623214" y="681575"/>
                  </a:lnTo>
                  <a:lnTo>
                    <a:pt x="4623322" y="681575"/>
                  </a:lnTo>
                  <a:lnTo>
                    <a:pt x="4623431" y="681575"/>
                  </a:lnTo>
                  <a:lnTo>
                    <a:pt x="4623539" y="681575"/>
                  </a:lnTo>
                  <a:lnTo>
                    <a:pt x="4623648" y="681575"/>
                  </a:lnTo>
                  <a:lnTo>
                    <a:pt x="4623648" y="680951"/>
                  </a:lnTo>
                  <a:lnTo>
                    <a:pt x="4623756" y="680951"/>
                  </a:lnTo>
                  <a:lnTo>
                    <a:pt x="4623865" y="680951"/>
                  </a:lnTo>
                  <a:lnTo>
                    <a:pt x="4623973" y="680951"/>
                  </a:lnTo>
                  <a:lnTo>
                    <a:pt x="4624082" y="680951"/>
                  </a:lnTo>
                  <a:lnTo>
                    <a:pt x="4624190" y="680951"/>
                  </a:lnTo>
                  <a:lnTo>
                    <a:pt x="4624298" y="680951"/>
                  </a:lnTo>
                  <a:lnTo>
                    <a:pt x="4624407" y="680951"/>
                  </a:lnTo>
                  <a:lnTo>
                    <a:pt x="4624515" y="680951"/>
                  </a:lnTo>
                  <a:lnTo>
                    <a:pt x="4624515" y="680328"/>
                  </a:lnTo>
                  <a:lnTo>
                    <a:pt x="4624624" y="680328"/>
                  </a:lnTo>
                  <a:lnTo>
                    <a:pt x="4624732" y="680328"/>
                  </a:lnTo>
                  <a:lnTo>
                    <a:pt x="4624841" y="680328"/>
                  </a:lnTo>
                  <a:lnTo>
                    <a:pt x="4624949" y="680328"/>
                  </a:lnTo>
                  <a:lnTo>
                    <a:pt x="4625058" y="680328"/>
                  </a:lnTo>
                  <a:lnTo>
                    <a:pt x="4625166" y="680328"/>
                  </a:lnTo>
                  <a:lnTo>
                    <a:pt x="4625274" y="680328"/>
                  </a:lnTo>
                  <a:lnTo>
                    <a:pt x="4625383" y="680328"/>
                  </a:lnTo>
                  <a:lnTo>
                    <a:pt x="4625491" y="680328"/>
                  </a:lnTo>
                  <a:lnTo>
                    <a:pt x="4625600" y="680328"/>
                  </a:lnTo>
                  <a:lnTo>
                    <a:pt x="4625708" y="680328"/>
                  </a:lnTo>
                  <a:lnTo>
                    <a:pt x="4625817" y="680328"/>
                  </a:lnTo>
                  <a:lnTo>
                    <a:pt x="4625817" y="679704"/>
                  </a:lnTo>
                  <a:lnTo>
                    <a:pt x="4625925" y="679704"/>
                  </a:lnTo>
                  <a:lnTo>
                    <a:pt x="4626034" y="679704"/>
                  </a:lnTo>
                  <a:lnTo>
                    <a:pt x="4626142" y="679704"/>
                  </a:lnTo>
                  <a:lnTo>
                    <a:pt x="4626250" y="679704"/>
                  </a:lnTo>
                  <a:lnTo>
                    <a:pt x="4626359" y="679704"/>
                  </a:lnTo>
                  <a:lnTo>
                    <a:pt x="4626359" y="679081"/>
                  </a:lnTo>
                  <a:lnTo>
                    <a:pt x="4626359" y="678457"/>
                  </a:lnTo>
                  <a:lnTo>
                    <a:pt x="4626467" y="678457"/>
                  </a:lnTo>
                  <a:lnTo>
                    <a:pt x="4626576" y="678457"/>
                  </a:lnTo>
                  <a:lnTo>
                    <a:pt x="4626684" y="678457"/>
                  </a:lnTo>
                  <a:lnTo>
                    <a:pt x="4626793" y="678457"/>
                  </a:lnTo>
                  <a:lnTo>
                    <a:pt x="4626901" y="678457"/>
                  </a:lnTo>
                  <a:lnTo>
                    <a:pt x="4627010" y="678457"/>
                  </a:lnTo>
                  <a:lnTo>
                    <a:pt x="4627118" y="678457"/>
                  </a:lnTo>
                  <a:lnTo>
                    <a:pt x="4627227" y="678457"/>
                  </a:lnTo>
                  <a:lnTo>
                    <a:pt x="4627335" y="678457"/>
                  </a:lnTo>
                  <a:lnTo>
                    <a:pt x="4627443" y="678457"/>
                  </a:lnTo>
                  <a:lnTo>
                    <a:pt x="4627552" y="678457"/>
                  </a:lnTo>
                  <a:lnTo>
                    <a:pt x="4627660" y="678457"/>
                  </a:lnTo>
                  <a:lnTo>
                    <a:pt x="4627769" y="678457"/>
                  </a:lnTo>
                  <a:lnTo>
                    <a:pt x="4627877" y="678457"/>
                  </a:lnTo>
                  <a:lnTo>
                    <a:pt x="4627986" y="678457"/>
                  </a:lnTo>
                  <a:lnTo>
                    <a:pt x="4628094" y="678457"/>
                  </a:lnTo>
                  <a:lnTo>
                    <a:pt x="4628203" y="678457"/>
                  </a:lnTo>
                  <a:lnTo>
                    <a:pt x="4628311" y="678457"/>
                  </a:lnTo>
                  <a:lnTo>
                    <a:pt x="4628419" y="678457"/>
                  </a:lnTo>
                  <a:lnTo>
                    <a:pt x="4628528" y="678457"/>
                  </a:lnTo>
                  <a:lnTo>
                    <a:pt x="4628636" y="678457"/>
                  </a:lnTo>
                  <a:lnTo>
                    <a:pt x="4628636" y="677833"/>
                  </a:lnTo>
                  <a:lnTo>
                    <a:pt x="4628745" y="677833"/>
                  </a:lnTo>
                  <a:lnTo>
                    <a:pt x="4628853" y="677833"/>
                  </a:lnTo>
                  <a:lnTo>
                    <a:pt x="4628962" y="677833"/>
                  </a:lnTo>
                  <a:lnTo>
                    <a:pt x="4629070" y="677833"/>
                  </a:lnTo>
                  <a:lnTo>
                    <a:pt x="4629179" y="677833"/>
                  </a:lnTo>
                  <a:lnTo>
                    <a:pt x="4629287" y="677833"/>
                  </a:lnTo>
                  <a:lnTo>
                    <a:pt x="4629395" y="677833"/>
                  </a:lnTo>
                  <a:lnTo>
                    <a:pt x="4629504" y="677833"/>
                  </a:lnTo>
                  <a:lnTo>
                    <a:pt x="4629612" y="677833"/>
                  </a:lnTo>
                  <a:lnTo>
                    <a:pt x="4629721" y="677833"/>
                  </a:lnTo>
                  <a:lnTo>
                    <a:pt x="4629829" y="677833"/>
                  </a:lnTo>
                  <a:lnTo>
                    <a:pt x="4629829" y="677210"/>
                  </a:lnTo>
                  <a:lnTo>
                    <a:pt x="4629938" y="677210"/>
                  </a:lnTo>
                  <a:lnTo>
                    <a:pt x="4630046" y="677210"/>
                  </a:lnTo>
                  <a:lnTo>
                    <a:pt x="4630155" y="677210"/>
                  </a:lnTo>
                  <a:lnTo>
                    <a:pt x="4630263" y="677210"/>
                  </a:lnTo>
                  <a:lnTo>
                    <a:pt x="4630371" y="677210"/>
                  </a:lnTo>
                  <a:lnTo>
                    <a:pt x="4630480" y="677210"/>
                  </a:lnTo>
                  <a:lnTo>
                    <a:pt x="4630588" y="677210"/>
                  </a:lnTo>
                  <a:lnTo>
                    <a:pt x="4630697" y="677210"/>
                  </a:lnTo>
                  <a:lnTo>
                    <a:pt x="4630805" y="677210"/>
                  </a:lnTo>
                  <a:lnTo>
                    <a:pt x="4630914" y="677210"/>
                  </a:lnTo>
                  <a:lnTo>
                    <a:pt x="4631022" y="677210"/>
                  </a:lnTo>
                  <a:lnTo>
                    <a:pt x="4631131" y="677210"/>
                  </a:lnTo>
                  <a:lnTo>
                    <a:pt x="4631131" y="676586"/>
                  </a:lnTo>
                  <a:lnTo>
                    <a:pt x="4631239" y="676586"/>
                  </a:lnTo>
                  <a:lnTo>
                    <a:pt x="4631348" y="676586"/>
                  </a:lnTo>
                  <a:lnTo>
                    <a:pt x="4631456" y="676586"/>
                  </a:lnTo>
                  <a:lnTo>
                    <a:pt x="4631564" y="676586"/>
                  </a:lnTo>
                  <a:lnTo>
                    <a:pt x="4631673" y="676586"/>
                  </a:lnTo>
                  <a:lnTo>
                    <a:pt x="4631781" y="676586"/>
                  </a:lnTo>
                  <a:lnTo>
                    <a:pt x="4631890" y="676586"/>
                  </a:lnTo>
                  <a:lnTo>
                    <a:pt x="4631998" y="676586"/>
                  </a:lnTo>
                  <a:lnTo>
                    <a:pt x="4632107" y="676586"/>
                  </a:lnTo>
                  <a:lnTo>
                    <a:pt x="4632215" y="676586"/>
                  </a:lnTo>
                  <a:lnTo>
                    <a:pt x="4632324" y="676586"/>
                  </a:lnTo>
                  <a:lnTo>
                    <a:pt x="4632432" y="676586"/>
                  </a:lnTo>
                  <a:lnTo>
                    <a:pt x="4632540" y="676586"/>
                  </a:lnTo>
                  <a:lnTo>
                    <a:pt x="4632649" y="676586"/>
                  </a:lnTo>
                  <a:lnTo>
                    <a:pt x="4632757" y="676586"/>
                  </a:lnTo>
                  <a:lnTo>
                    <a:pt x="4632866" y="676586"/>
                  </a:lnTo>
                  <a:lnTo>
                    <a:pt x="4632974" y="676586"/>
                  </a:lnTo>
                  <a:lnTo>
                    <a:pt x="4633083" y="676586"/>
                  </a:lnTo>
                  <a:lnTo>
                    <a:pt x="4633191" y="676586"/>
                  </a:lnTo>
                  <a:lnTo>
                    <a:pt x="4633300" y="676586"/>
                  </a:lnTo>
                  <a:lnTo>
                    <a:pt x="4633408" y="676586"/>
                  </a:lnTo>
                  <a:lnTo>
                    <a:pt x="4633516" y="676586"/>
                  </a:lnTo>
                  <a:lnTo>
                    <a:pt x="4633625" y="676586"/>
                  </a:lnTo>
                  <a:lnTo>
                    <a:pt x="4633733" y="676586"/>
                  </a:lnTo>
                  <a:lnTo>
                    <a:pt x="4633842" y="676586"/>
                  </a:lnTo>
                  <a:lnTo>
                    <a:pt x="4633950" y="676586"/>
                  </a:lnTo>
                  <a:lnTo>
                    <a:pt x="4634059" y="676586"/>
                  </a:lnTo>
                  <a:lnTo>
                    <a:pt x="4634167" y="676586"/>
                  </a:lnTo>
                  <a:lnTo>
                    <a:pt x="4634276" y="676586"/>
                  </a:lnTo>
                  <a:lnTo>
                    <a:pt x="4634384" y="676586"/>
                  </a:lnTo>
                  <a:lnTo>
                    <a:pt x="4634492" y="676586"/>
                  </a:lnTo>
                  <a:lnTo>
                    <a:pt x="4634492" y="675963"/>
                  </a:lnTo>
                  <a:lnTo>
                    <a:pt x="4634601" y="675963"/>
                  </a:lnTo>
                  <a:lnTo>
                    <a:pt x="4634709" y="675963"/>
                  </a:lnTo>
                  <a:lnTo>
                    <a:pt x="4634818" y="675963"/>
                  </a:lnTo>
                  <a:lnTo>
                    <a:pt x="4634926" y="675963"/>
                  </a:lnTo>
                  <a:lnTo>
                    <a:pt x="4635035" y="675963"/>
                  </a:lnTo>
                  <a:lnTo>
                    <a:pt x="4635143" y="675963"/>
                  </a:lnTo>
                  <a:lnTo>
                    <a:pt x="4635143" y="675339"/>
                  </a:lnTo>
                  <a:lnTo>
                    <a:pt x="4635252" y="675339"/>
                  </a:lnTo>
                  <a:lnTo>
                    <a:pt x="4635360" y="675339"/>
                  </a:lnTo>
                  <a:lnTo>
                    <a:pt x="4635469" y="675339"/>
                  </a:lnTo>
                  <a:lnTo>
                    <a:pt x="4635577" y="675339"/>
                  </a:lnTo>
                  <a:lnTo>
                    <a:pt x="4635685" y="675339"/>
                  </a:lnTo>
                  <a:lnTo>
                    <a:pt x="4635794" y="675339"/>
                  </a:lnTo>
                  <a:lnTo>
                    <a:pt x="4635902" y="675339"/>
                  </a:lnTo>
                  <a:lnTo>
                    <a:pt x="4636011" y="675339"/>
                  </a:lnTo>
                  <a:lnTo>
                    <a:pt x="4636119" y="675339"/>
                  </a:lnTo>
                  <a:lnTo>
                    <a:pt x="4636228" y="675339"/>
                  </a:lnTo>
                  <a:lnTo>
                    <a:pt x="4636336" y="675339"/>
                  </a:lnTo>
                  <a:lnTo>
                    <a:pt x="4636445" y="675339"/>
                  </a:lnTo>
                  <a:lnTo>
                    <a:pt x="4636445" y="674716"/>
                  </a:lnTo>
                  <a:lnTo>
                    <a:pt x="4636553" y="674716"/>
                  </a:lnTo>
                  <a:lnTo>
                    <a:pt x="4636661" y="674716"/>
                  </a:lnTo>
                  <a:lnTo>
                    <a:pt x="4636770" y="674716"/>
                  </a:lnTo>
                  <a:lnTo>
                    <a:pt x="4636878" y="674716"/>
                  </a:lnTo>
                  <a:lnTo>
                    <a:pt x="4636987" y="674716"/>
                  </a:lnTo>
                  <a:lnTo>
                    <a:pt x="4637095" y="674716"/>
                  </a:lnTo>
                  <a:lnTo>
                    <a:pt x="4637204" y="674716"/>
                  </a:lnTo>
                  <a:lnTo>
                    <a:pt x="4637312" y="674716"/>
                  </a:lnTo>
                  <a:lnTo>
                    <a:pt x="4637421" y="674716"/>
                  </a:lnTo>
                  <a:lnTo>
                    <a:pt x="4637529" y="674716"/>
                  </a:lnTo>
                  <a:lnTo>
                    <a:pt x="4637637" y="674716"/>
                  </a:lnTo>
                  <a:lnTo>
                    <a:pt x="4637637" y="674092"/>
                  </a:lnTo>
                  <a:lnTo>
                    <a:pt x="4637746" y="674092"/>
                  </a:lnTo>
                  <a:lnTo>
                    <a:pt x="4637854" y="674092"/>
                  </a:lnTo>
                  <a:lnTo>
                    <a:pt x="4637963" y="674092"/>
                  </a:lnTo>
                  <a:lnTo>
                    <a:pt x="4638071" y="674092"/>
                  </a:lnTo>
                  <a:lnTo>
                    <a:pt x="4638180" y="674092"/>
                  </a:lnTo>
                  <a:lnTo>
                    <a:pt x="4638288" y="674092"/>
                  </a:lnTo>
                  <a:lnTo>
                    <a:pt x="4638397" y="674092"/>
                  </a:lnTo>
                  <a:lnTo>
                    <a:pt x="4638505" y="674092"/>
                  </a:lnTo>
                  <a:lnTo>
                    <a:pt x="4638613" y="674092"/>
                  </a:lnTo>
                  <a:lnTo>
                    <a:pt x="4638722" y="674092"/>
                  </a:lnTo>
                  <a:lnTo>
                    <a:pt x="4638830" y="674092"/>
                  </a:lnTo>
                  <a:lnTo>
                    <a:pt x="4638939" y="674092"/>
                  </a:lnTo>
                  <a:lnTo>
                    <a:pt x="4639047" y="674092"/>
                  </a:lnTo>
                  <a:lnTo>
                    <a:pt x="4639156" y="674092"/>
                  </a:lnTo>
                  <a:lnTo>
                    <a:pt x="4639264" y="674092"/>
                  </a:lnTo>
                  <a:lnTo>
                    <a:pt x="4639373" y="674092"/>
                  </a:lnTo>
                  <a:lnTo>
                    <a:pt x="4639373" y="673468"/>
                  </a:lnTo>
                  <a:lnTo>
                    <a:pt x="4639481" y="673468"/>
                  </a:lnTo>
                  <a:lnTo>
                    <a:pt x="4639589" y="673468"/>
                  </a:lnTo>
                  <a:lnTo>
                    <a:pt x="4639698" y="673468"/>
                  </a:lnTo>
                  <a:lnTo>
                    <a:pt x="4639806" y="673468"/>
                  </a:lnTo>
                  <a:lnTo>
                    <a:pt x="4639915" y="673468"/>
                  </a:lnTo>
                  <a:lnTo>
                    <a:pt x="4640023" y="673468"/>
                  </a:lnTo>
                  <a:lnTo>
                    <a:pt x="4640132" y="673468"/>
                  </a:lnTo>
                  <a:lnTo>
                    <a:pt x="4640240" y="673468"/>
                  </a:lnTo>
                  <a:lnTo>
                    <a:pt x="4640349" y="673468"/>
                  </a:lnTo>
                  <a:lnTo>
                    <a:pt x="4640457" y="673468"/>
                  </a:lnTo>
                  <a:lnTo>
                    <a:pt x="4640566" y="673468"/>
                  </a:lnTo>
                  <a:lnTo>
                    <a:pt x="4640674" y="673468"/>
                  </a:lnTo>
                  <a:lnTo>
                    <a:pt x="4640782" y="673468"/>
                  </a:lnTo>
                  <a:lnTo>
                    <a:pt x="4640891" y="673468"/>
                  </a:lnTo>
                  <a:lnTo>
                    <a:pt x="4640999" y="673468"/>
                  </a:lnTo>
                  <a:lnTo>
                    <a:pt x="4641108" y="673468"/>
                  </a:lnTo>
                  <a:lnTo>
                    <a:pt x="4641216" y="673468"/>
                  </a:lnTo>
                  <a:lnTo>
                    <a:pt x="4641325" y="673468"/>
                  </a:lnTo>
                  <a:lnTo>
                    <a:pt x="4641433" y="673468"/>
                  </a:lnTo>
                  <a:lnTo>
                    <a:pt x="4641542" y="673468"/>
                  </a:lnTo>
                  <a:lnTo>
                    <a:pt x="4641650" y="673468"/>
                  </a:lnTo>
                  <a:lnTo>
                    <a:pt x="4641758" y="673468"/>
                  </a:lnTo>
                  <a:lnTo>
                    <a:pt x="4641867" y="673468"/>
                  </a:lnTo>
                  <a:lnTo>
                    <a:pt x="4641975" y="673468"/>
                  </a:lnTo>
                  <a:lnTo>
                    <a:pt x="4642084" y="673468"/>
                  </a:lnTo>
                  <a:lnTo>
                    <a:pt x="4642192" y="673468"/>
                  </a:lnTo>
                  <a:lnTo>
                    <a:pt x="4642192" y="672845"/>
                  </a:lnTo>
                  <a:lnTo>
                    <a:pt x="4642301" y="672845"/>
                  </a:lnTo>
                  <a:lnTo>
                    <a:pt x="4642409" y="672845"/>
                  </a:lnTo>
                  <a:lnTo>
                    <a:pt x="4642518" y="672845"/>
                  </a:lnTo>
                  <a:lnTo>
                    <a:pt x="4642626" y="672845"/>
                  </a:lnTo>
                  <a:lnTo>
                    <a:pt x="4642734" y="672845"/>
                  </a:lnTo>
                  <a:lnTo>
                    <a:pt x="4642734" y="672221"/>
                  </a:lnTo>
                  <a:lnTo>
                    <a:pt x="4642843" y="672221"/>
                  </a:lnTo>
                  <a:lnTo>
                    <a:pt x="4642843" y="671598"/>
                  </a:lnTo>
                  <a:lnTo>
                    <a:pt x="4642951" y="671598"/>
                  </a:lnTo>
                  <a:lnTo>
                    <a:pt x="4643060" y="671598"/>
                  </a:lnTo>
                  <a:lnTo>
                    <a:pt x="4643168" y="671598"/>
                  </a:lnTo>
                  <a:lnTo>
                    <a:pt x="4643277" y="671598"/>
                  </a:lnTo>
                  <a:lnTo>
                    <a:pt x="4643385" y="671598"/>
                  </a:lnTo>
                  <a:lnTo>
                    <a:pt x="4643494" y="671598"/>
                  </a:lnTo>
                  <a:lnTo>
                    <a:pt x="4643602" y="671598"/>
                  </a:lnTo>
                  <a:lnTo>
                    <a:pt x="4643710" y="671598"/>
                  </a:lnTo>
                  <a:lnTo>
                    <a:pt x="4643819" y="671598"/>
                  </a:lnTo>
                  <a:lnTo>
                    <a:pt x="4643927" y="671598"/>
                  </a:lnTo>
                  <a:lnTo>
                    <a:pt x="4644036" y="671598"/>
                  </a:lnTo>
                  <a:lnTo>
                    <a:pt x="4644144" y="671598"/>
                  </a:lnTo>
                  <a:lnTo>
                    <a:pt x="4644253" y="671598"/>
                  </a:lnTo>
                  <a:lnTo>
                    <a:pt x="4644361" y="671598"/>
                  </a:lnTo>
                  <a:lnTo>
                    <a:pt x="4644470" y="671598"/>
                  </a:lnTo>
                  <a:lnTo>
                    <a:pt x="4644470" y="670974"/>
                  </a:lnTo>
                  <a:lnTo>
                    <a:pt x="4644578" y="670974"/>
                  </a:lnTo>
                  <a:lnTo>
                    <a:pt x="4644687" y="670974"/>
                  </a:lnTo>
                  <a:lnTo>
                    <a:pt x="4644795" y="670974"/>
                  </a:lnTo>
                  <a:lnTo>
                    <a:pt x="4644795" y="670350"/>
                  </a:lnTo>
                  <a:lnTo>
                    <a:pt x="4644903" y="670350"/>
                  </a:lnTo>
                  <a:lnTo>
                    <a:pt x="4645012" y="670350"/>
                  </a:lnTo>
                  <a:lnTo>
                    <a:pt x="4645120" y="670350"/>
                  </a:lnTo>
                  <a:lnTo>
                    <a:pt x="4645229" y="670350"/>
                  </a:lnTo>
                  <a:lnTo>
                    <a:pt x="4645337" y="670350"/>
                  </a:lnTo>
                  <a:lnTo>
                    <a:pt x="4645337" y="669727"/>
                  </a:lnTo>
                  <a:lnTo>
                    <a:pt x="4645446" y="669727"/>
                  </a:lnTo>
                  <a:lnTo>
                    <a:pt x="4645554" y="669727"/>
                  </a:lnTo>
                  <a:lnTo>
                    <a:pt x="4645663" y="669727"/>
                  </a:lnTo>
                  <a:lnTo>
                    <a:pt x="4645771" y="669727"/>
                  </a:lnTo>
                  <a:lnTo>
                    <a:pt x="4645879" y="669727"/>
                  </a:lnTo>
                  <a:lnTo>
                    <a:pt x="4645879" y="669103"/>
                  </a:lnTo>
                  <a:lnTo>
                    <a:pt x="4645988" y="669103"/>
                  </a:lnTo>
                  <a:lnTo>
                    <a:pt x="4646096" y="669103"/>
                  </a:lnTo>
                  <a:lnTo>
                    <a:pt x="4646205" y="669103"/>
                  </a:lnTo>
                  <a:lnTo>
                    <a:pt x="4646313" y="669103"/>
                  </a:lnTo>
                  <a:lnTo>
                    <a:pt x="4646422" y="669103"/>
                  </a:lnTo>
                  <a:lnTo>
                    <a:pt x="4646530" y="669103"/>
                  </a:lnTo>
                  <a:lnTo>
                    <a:pt x="4646639" y="669103"/>
                  </a:lnTo>
                  <a:lnTo>
                    <a:pt x="4646747" y="669103"/>
                  </a:lnTo>
                  <a:lnTo>
                    <a:pt x="4646855" y="669103"/>
                  </a:lnTo>
                  <a:lnTo>
                    <a:pt x="4646964" y="669103"/>
                  </a:lnTo>
                  <a:lnTo>
                    <a:pt x="4647072" y="669103"/>
                  </a:lnTo>
                  <a:lnTo>
                    <a:pt x="4647181" y="669103"/>
                  </a:lnTo>
                  <a:lnTo>
                    <a:pt x="4647181" y="668480"/>
                  </a:lnTo>
                  <a:lnTo>
                    <a:pt x="4647289" y="668480"/>
                  </a:lnTo>
                  <a:lnTo>
                    <a:pt x="4647398" y="668480"/>
                  </a:lnTo>
                  <a:lnTo>
                    <a:pt x="4647506" y="668480"/>
                  </a:lnTo>
                  <a:lnTo>
                    <a:pt x="4647615" y="668480"/>
                  </a:lnTo>
                  <a:lnTo>
                    <a:pt x="4647615" y="667856"/>
                  </a:lnTo>
                  <a:lnTo>
                    <a:pt x="4647723" y="667856"/>
                  </a:lnTo>
                  <a:lnTo>
                    <a:pt x="4647831" y="667856"/>
                  </a:lnTo>
                  <a:lnTo>
                    <a:pt x="4647940" y="667856"/>
                  </a:lnTo>
                  <a:lnTo>
                    <a:pt x="4648048" y="667856"/>
                  </a:lnTo>
                  <a:lnTo>
                    <a:pt x="4648157" y="667856"/>
                  </a:lnTo>
                  <a:lnTo>
                    <a:pt x="4648265" y="667856"/>
                  </a:lnTo>
                  <a:lnTo>
                    <a:pt x="4648374" y="667856"/>
                  </a:lnTo>
                  <a:lnTo>
                    <a:pt x="4648482" y="667856"/>
                  </a:lnTo>
                  <a:lnTo>
                    <a:pt x="4648591" y="667856"/>
                  </a:lnTo>
                  <a:lnTo>
                    <a:pt x="4648699" y="667856"/>
                  </a:lnTo>
                  <a:lnTo>
                    <a:pt x="4648808" y="667856"/>
                  </a:lnTo>
                  <a:lnTo>
                    <a:pt x="4648916" y="667856"/>
                  </a:lnTo>
                  <a:lnTo>
                    <a:pt x="4649024" y="667856"/>
                  </a:lnTo>
                  <a:lnTo>
                    <a:pt x="4649133" y="667856"/>
                  </a:lnTo>
                  <a:lnTo>
                    <a:pt x="4649241" y="667856"/>
                  </a:lnTo>
                  <a:lnTo>
                    <a:pt x="4649350" y="667856"/>
                  </a:lnTo>
                  <a:lnTo>
                    <a:pt x="4649458" y="667856"/>
                  </a:lnTo>
                  <a:lnTo>
                    <a:pt x="4649567" y="667856"/>
                  </a:lnTo>
                  <a:lnTo>
                    <a:pt x="4649675" y="667856"/>
                  </a:lnTo>
                  <a:lnTo>
                    <a:pt x="4649784" y="667856"/>
                  </a:lnTo>
                  <a:lnTo>
                    <a:pt x="4649892" y="667856"/>
                  </a:lnTo>
                  <a:lnTo>
                    <a:pt x="4650000" y="667856"/>
                  </a:lnTo>
                  <a:lnTo>
                    <a:pt x="4650109" y="667856"/>
                  </a:lnTo>
                  <a:lnTo>
                    <a:pt x="4650217" y="667856"/>
                  </a:lnTo>
                  <a:lnTo>
                    <a:pt x="4650326" y="667856"/>
                  </a:lnTo>
                  <a:lnTo>
                    <a:pt x="4650434" y="667856"/>
                  </a:lnTo>
                  <a:lnTo>
                    <a:pt x="4650434" y="667233"/>
                  </a:lnTo>
                  <a:lnTo>
                    <a:pt x="4650543" y="667233"/>
                  </a:lnTo>
                  <a:lnTo>
                    <a:pt x="4650651" y="667233"/>
                  </a:lnTo>
                  <a:lnTo>
                    <a:pt x="4650651" y="666609"/>
                  </a:lnTo>
                  <a:lnTo>
                    <a:pt x="4650760" y="666609"/>
                  </a:lnTo>
                  <a:lnTo>
                    <a:pt x="4650868" y="666609"/>
                  </a:lnTo>
                  <a:lnTo>
                    <a:pt x="4650976" y="666609"/>
                  </a:lnTo>
                  <a:lnTo>
                    <a:pt x="4651085" y="666609"/>
                  </a:lnTo>
                  <a:lnTo>
                    <a:pt x="4651193" y="666609"/>
                  </a:lnTo>
                  <a:lnTo>
                    <a:pt x="4651193" y="665985"/>
                  </a:lnTo>
                  <a:lnTo>
                    <a:pt x="4651302" y="665985"/>
                  </a:lnTo>
                  <a:lnTo>
                    <a:pt x="4651410" y="665985"/>
                  </a:lnTo>
                  <a:lnTo>
                    <a:pt x="4651519" y="665985"/>
                  </a:lnTo>
                  <a:lnTo>
                    <a:pt x="4651519" y="665362"/>
                  </a:lnTo>
                  <a:lnTo>
                    <a:pt x="4651627" y="665362"/>
                  </a:lnTo>
                  <a:lnTo>
                    <a:pt x="4651736" y="665362"/>
                  </a:lnTo>
                  <a:lnTo>
                    <a:pt x="4651844" y="665362"/>
                  </a:lnTo>
                  <a:lnTo>
                    <a:pt x="4651844" y="664738"/>
                  </a:lnTo>
                  <a:lnTo>
                    <a:pt x="4651844" y="664115"/>
                  </a:lnTo>
                  <a:lnTo>
                    <a:pt x="4651952" y="664115"/>
                  </a:lnTo>
                  <a:lnTo>
                    <a:pt x="4652061" y="664115"/>
                  </a:lnTo>
                  <a:lnTo>
                    <a:pt x="4652169" y="664115"/>
                  </a:lnTo>
                  <a:lnTo>
                    <a:pt x="4652278" y="664115"/>
                  </a:lnTo>
                  <a:lnTo>
                    <a:pt x="4652386" y="664115"/>
                  </a:lnTo>
                  <a:lnTo>
                    <a:pt x="4652386" y="663491"/>
                  </a:lnTo>
                  <a:lnTo>
                    <a:pt x="4652495" y="663491"/>
                  </a:lnTo>
                  <a:lnTo>
                    <a:pt x="4652603" y="663491"/>
                  </a:lnTo>
                  <a:lnTo>
                    <a:pt x="4652712" y="663491"/>
                  </a:lnTo>
                  <a:lnTo>
                    <a:pt x="4652820" y="663491"/>
                  </a:lnTo>
                  <a:lnTo>
                    <a:pt x="4652929" y="663491"/>
                  </a:lnTo>
                  <a:lnTo>
                    <a:pt x="4653037" y="663491"/>
                  </a:lnTo>
                  <a:lnTo>
                    <a:pt x="4653145" y="663491"/>
                  </a:lnTo>
                  <a:lnTo>
                    <a:pt x="4653254" y="663491"/>
                  </a:lnTo>
                  <a:lnTo>
                    <a:pt x="4653362" y="663491"/>
                  </a:lnTo>
                  <a:lnTo>
                    <a:pt x="4653471" y="663491"/>
                  </a:lnTo>
                  <a:lnTo>
                    <a:pt x="4653579" y="663491"/>
                  </a:lnTo>
                  <a:lnTo>
                    <a:pt x="4653688" y="663491"/>
                  </a:lnTo>
                  <a:lnTo>
                    <a:pt x="4653796" y="663491"/>
                  </a:lnTo>
                  <a:lnTo>
                    <a:pt x="4653905" y="663491"/>
                  </a:lnTo>
                  <a:lnTo>
                    <a:pt x="4654013" y="663491"/>
                  </a:lnTo>
                  <a:lnTo>
                    <a:pt x="4654121" y="663491"/>
                  </a:lnTo>
                  <a:lnTo>
                    <a:pt x="4654230" y="663491"/>
                  </a:lnTo>
                  <a:lnTo>
                    <a:pt x="4654338" y="663491"/>
                  </a:lnTo>
                  <a:lnTo>
                    <a:pt x="4654447" y="663491"/>
                  </a:lnTo>
                  <a:lnTo>
                    <a:pt x="4654555" y="663491"/>
                  </a:lnTo>
                  <a:lnTo>
                    <a:pt x="4654664" y="663491"/>
                  </a:lnTo>
                  <a:lnTo>
                    <a:pt x="4654772" y="663491"/>
                  </a:lnTo>
                  <a:lnTo>
                    <a:pt x="4654881" y="663491"/>
                  </a:lnTo>
                  <a:lnTo>
                    <a:pt x="4654881" y="662868"/>
                  </a:lnTo>
                  <a:lnTo>
                    <a:pt x="4654881" y="662244"/>
                  </a:lnTo>
                  <a:lnTo>
                    <a:pt x="4654989" y="662244"/>
                  </a:lnTo>
                  <a:lnTo>
                    <a:pt x="4655097" y="662244"/>
                  </a:lnTo>
                  <a:lnTo>
                    <a:pt x="4655206" y="662244"/>
                  </a:lnTo>
                  <a:lnTo>
                    <a:pt x="4655314" y="662244"/>
                  </a:lnTo>
                  <a:lnTo>
                    <a:pt x="4655423" y="662244"/>
                  </a:lnTo>
                  <a:lnTo>
                    <a:pt x="4655531" y="662244"/>
                  </a:lnTo>
                  <a:lnTo>
                    <a:pt x="4655640" y="662244"/>
                  </a:lnTo>
                  <a:lnTo>
                    <a:pt x="4655748" y="662244"/>
                  </a:lnTo>
                  <a:lnTo>
                    <a:pt x="4655857" y="662244"/>
                  </a:lnTo>
                  <a:lnTo>
                    <a:pt x="4655965" y="662244"/>
                  </a:lnTo>
                  <a:lnTo>
                    <a:pt x="4656073" y="662244"/>
                  </a:lnTo>
                  <a:lnTo>
                    <a:pt x="4656182" y="662244"/>
                  </a:lnTo>
                  <a:lnTo>
                    <a:pt x="4656290" y="662244"/>
                  </a:lnTo>
                  <a:lnTo>
                    <a:pt x="4656290" y="661620"/>
                  </a:lnTo>
                  <a:lnTo>
                    <a:pt x="4656399" y="661620"/>
                  </a:lnTo>
                  <a:lnTo>
                    <a:pt x="4656507" y="661620"/>
                  </a:lnTo>
                  <a:lnTo>
                    <a:pt x="4656616" y="661620"/>
                  </a:lnTo>
                  <a:lnTo>
                    <a:pt x="4656724" y="661620"/>
                  </a:lnTo>
                  <a:lnTo>
                    <a:pt x="4656833" y="661620"/>
                  </a:lnTo>
                  <a:lnTo>
                    <a:pt x="4656941" y="661620"/>
                  </a:lnTo>
                  <a:lnTo>
                    <a:pt x="4657050" y="661620"/>
                  </a:lnTo>
                  <a:lnTo>
                    <a:pt x="4657158" y="661620"/>
                  </a:lnTo>
                  <a:lnTo>
                    <a:pt x="4657266" y="661620"/>
                  </a:lnTo>
                  <a:lnTo>
                    <a:pt x="4657375" y="661620"/>
                  </a:lnTo>
                  <a:lnTo>
                    <a:pt x="4657483" y="661620"/>
                  </a:lnTo>
                  <a:lnTo>
                    <a:pt x="4657592" y="661620"/>
                  </a:lnTo>
                  <a:lnTo>
                    <a:pt x="4657700" y="661620"/>
                  </a:lnTo>
                  <a:lnTo>
                    <a:pt x="4657700" y="660997"/>
                  </a:lnTo>
                  <a:lnTo>
                    <a:pt x="4657809" y="660997"/>
                  </a:lnTo>
                  <a:lnTo>
                    <a:pt x="4657917" y="660997"/>
                  </a:lnTo>
                  <a:lnTo>
                    <a:pt x="4658026" y="660997"/>
                  </a:lnTo>
                  <a:lnTo>
                    <a:pt x="4658134" y="660997"/>
                  </a:lnTo>
                  <a:lnTo>
                    <a:pt x="4658242" y="660997"/>
                  </a:lnTo>
                  <a:lnTo>
                    <a:pt x="4658351" y="660997"/>
                  </a:lnTo>
                  <a:lnTo>
                    <a:pt x="4658459" y="660997"/>
                  </a:lnTo>
                  <a:lnTo>
                    <a:pt x="4658568" y="660997"/>
                  </a:lnTo>
                  <a:lnTo>
                    <a:pt x="4658676" y="660997"/>
                  </a:lnTo>
                  <a:lnTo>
                    <a:pt x="4658785" y="660997"/>
                  </a:lnTo>
                  <a:lnTo>
                    <a:pt x="4658893" y="660997"/>
                  </a:lnTo>
                  <a:lnTo>
                    <a:pt x="4659002" y="660997"/>
                  </a:lnTo>
                  <a:lnTo>
                    <a:pt x="4659110" y="660997"/>
                  </a:lnTo>
                  <a:lnTo>
                    <a:pt x="4659218" y="660997"/>
                  </a:lnTo>
                  <a:lnTo>
                    <a:pt x="4659327" y="660997"/>
                  </a:lnTo>
                  <a:lnTo>
                    <a:pt x="4659435" y="660997"/>
                  </a:lnTo>
                  <a:lnTo>
                    <a:pt x="4659544" y="660997"/>
                  </a:lnTo>
                  <a:lnTo>
                    <a:pt x="4659544" y="660373"/>
                  </a:lnTo>
                  <a:lnTo>
                    <a:pt x="4659652" y="660373"/>
                  </a:lnTo>
                  <a:lnTo>
                    <a:pt x="4659761" y="660373"/>
                  </a:lnTo>
                  <a:lnTo>
                    <a:pt x="4659869" y="660373"/>
                  </a:lnTo>
                  <a:lnTo>
                    <a:pt x="4659978" y="660373"/>
                  </a:lnTo>
                  <a:lnTo>
                    <a:pt x="4660086" y="660373"/>
                  </a:lnTo>
                  <a:lnTo>
                    <a:pt x="4660194" y="660373"/>
                  </a:lnTo>
                  <a:lnTo>
                    <a:pt x="4660303" y="660373"/>
                  </a:lnTo>
                  <a:lnTo>
                    <a:pt x="4660411" y="660373"/>
                  </a:lnTo>
                  <a:lnTo>
                    <a:pt x="4660520" y="660373"/>
                  </a:lnTo>
                  <a:lnTo>
                    <a:pt x="4660628" y="660373"/>
                  </a:lnTo>
                  <a:lnTo>
                    <a:pt x="4660737" y="660373"/>
                  </a:lnTo>
                  <a:lnTo>
                    <a:pt x="4660845" y="660373"/>
                  </a:lnTo>
                  <a:lnTo>
                    <a:pt x="4660954" y="660373"/>
                  </a:lnTo>
                  <a:lnTo>
                    <a:pt x="4661062" y="660373"/>
                  </a:lnTo>
                  <a:lnTo>
                    <a:pt x="4661062" y="659750"/>
                  </a:lnTo>
                  <a:lnTo>
                    <a:pt x="4661170" y="659750"/>
                  </a:lnTo>
                  <a:lnTo>
                    <a:pt x="4661279" y="659750"/>
                  </a:lnTo>
                  <a:lnTo>
                    <a:pt x="4661387" y="659750"/>
                  </a:lnTo>
                  <a:lnTo>
                    <a:pt x="4661496" y="659750"/>
                  </a:lnTo>
                  <a:lnTo>
                    <a:pt x="4661604" y="659750"/>
                  </a:lnTo>
                  <a:lnTo>
                    <a:pt x="4661713" y="659750"/>
                  </a:lnTo>
                  <a:lnTo>
                    <a:pt x="4661821" y="659750"/>
                  </a:lnTo>
                  <a:lnTo>
                    <a:pt x="4661821" y="659126"/>
                  </a:lnTo>
                  <a:lnTo>
                    <a:pt x="4661930" y="659126"/>
                  </a:lnTo>
                  <a:lnTo>
                    <a:pt x="4661930" y="658502"/>
                  </a:lnTo>
                  <a:lnTo>
                    <a:pt x="4661930" y="657879"/>
                  </a:lnTo>
                  <a:lnTo>
                    <a:pt x="4662038" y="657879"/>
                  </a:lnTo>
                  <a:lnTo>
                    <a:pt x="4662147" y="657879"/>
                  </a:lnTo>
                  <a:lnTo>
                    <a:pt x="4662255" y="657879"/>
                  </a:lnTo>
                  <a:lnTo>
                    <a:pt x="4662363" y="657879"/>
                  </a:lnTo>
                  <a:lnTo>
                    <a:pt x="4662472" y="657879"/>
                  </a:lnTo>
                  <a:lnTo>
                    <a:pt x="4662580" y="657879"/>
                  </a:lnTo>
                  <a:lnTo>
                    <a:pt x="4662689" y="657879"/>
                  </a:lnTo>
                  <a:lnTo>
                    <a:pt x="4662797" y="657879"/>
                  </a:lnTo>
                  <a:lnTo>
                    <a:pt x="4662906" y="657879"/>
                  </a:lnTo>
                  <a:lnTo>
                    <a:pt x="4663014" y="657879"/>
                  </a:lnTo>
                  <a:lnTo>
                    <a:pt x="4663014" y="657255"/>
                  </a:lnTo>
                  <a:lnTo>
                    <a:pt x="4663123" y="657255"/>
                  </a:lnTo>
                  <a:lnTo>
                    <a:pt x="4663231" y="657255"/>
                  </a:lnTo>
                  <a:lnTo>
                    <a:pt x="4663339" y="657255"/>
                  </a:lnTo>
                  <a:lnTo>
                    <a:pt x="4663339" y="656632"/>
                  </a:lnTo>
                  <a:lnTo>
                    <a:pt x="4663448" y="656632"/>
                  </a:lnTo>
                  <a:lnTo>
                    <a:pt x="4663556" y="656632"/>
                  </a:lnTo>
                  <a:lnTo>
                    <a:pt x="4663665" y="656632"/>
                  </a:lnTo>
                  <a:lnTo>
                    <a:pt x="4663773" y="656632"/>
                  </a:lnTo>
                  <a:lnTo>
                    <a:pt x="4663882" y="656632"/>
                  </a:lnTo>
                  <a:lnTo>
                    <a:pt x="4663990" y="656632"/>
                  </a:lnTo>
                  <a:lnTo>
                    <a:pt x="4664099" y="656632"/>
                  </a:lnTo>
                  <a:lnTo>
                    <a:pt x="4664207" y="656632"/>
                  </a:lnTo>
                  <a:lnTo>
                    <a:pt x="4664315" y="656632"/>
                  </a:lnTo>
                  <a:lnTo>
                    <a:pt x="4664424" y="656632"/>
                  </a:lnTo>
                  <a:lnTo>
                    <a:pt x="4664532" y="656632"/>
                  </a:lnTo>
                  <a:lnTo>
                    <a:pt x="4664641" y="656632"/>
                  </a:lnTo>
                  <a:lnTo>
                    <a:pt x="4664749" y="656632"/>
                  </a:lnTo>
                  <a:lnTo>
                    <a:pt x="4664858" y="656632"/>
                  </a:lnTo>
                  <a:lnTo>
                    <a:pt x="4664966" y="656632"/>
                  </a:lnTo>
                  <a:lnTo>
                    <a:pt x="4665075" y="656632"/>
                  </a:lnTo>
                  <a:lnTo>
                    <a:pt x="4665183" y="656632"/>
                  </a:lnTo>
                  <a:lnTo>
                    <a:pt x="4665183" y="656008"/>
                  </a:lnTo>
                  <a:lnTo>
                    <a:pt x="4665291" y="656008"/>
                  </a:lnTo>
                  <a:lnTo>
                    <a:pt x="4665400" y="656008"/>
                  </a:lnTo>
                  <a:lnTo>
                    <a:pt x="4665508" y="656008"/>
                  </a:lnTo>
                  <a:lnTo>
                    <a:pt x="4665617" y="656008"/>
                  </a:lnTo>
                  <a:lnTo>
                    <a:pt x="4665725" y="656008"/>
                  </a:lnTo>
                  <a:lnTo>
                    <a:pt x="4665834" y="656008"/>
                  </a:lnTo>
                  <a:lnTo>
                    <a:pt x="4665942" y="656008"/>
                  </a:lnTo>
                  <a:lnTo>
                    <a:pt x="4666051" y="656008"/>
                  </a:lnTo>
                  <a:lnTo>
                    <a:pt x="4666159" y="656008"/>
                  </a:lnTo>
                  <a:lnTo>
                    <a:pt x="4666159" y="655385"/>
                  </a:lnTo>
                  <a:lnTo>
                    <a:pt x="4666268" y="655385"/>
                  </a:lnTo>
                  <a:lnTo>
                    <a:pt x="4666376" y="655385"/>
                  </a:lnTo>
                  <a:lnTo>
                    <a:pt x="4666484" y="655385"/>
                  </a:lnTo>
                  <a:lnTo>
                    <a:pt x="4666593" y="655385"/>
                  </a:lnTo>
                  <a:lnTo>
                    <a:pt x="4666701" y="655385"/>
                  </a:lnTo>
                  <a:lnTo>
                    <a:pt x="4666810" y="655385"/>
                  </a:lnTo>
                  <a:lnTo>
                    <a:pt x="4666918" y="655385"/>
                  </a:lnTo>
                  <a:lnTo>
                    <a:pt x="4667027" y="655385"/>
                  </a:lnTo>
                  <a:lnTo>
                    <a:pt x="4667135" y="655385"/>
                  </a:lnTo>
                  <a:lnTo>
                    <a:pt x="4667244" y="655385"/>
                  </a:lnTo>
                  <a:lnTo>
                    <a:pt x="4667244" y="654761"/>
                  </a:lnTo>
                  <a:lnTo>
                    <a:pt x="4667352" y="654761"/>
                  </a:lnTo>
                  <a:lnTo>
                    <a:pt x="4667352" y="654137"/>
                  </a:lnTo>
                  <a:lnTo>
                    <a:pt x="4667460" y="654137"/>
                  </a:lnTo>
                  <a:lnTo>
                    <a:pt x="4667569" y="654137"/>
                  </a:lnTo>
                  <a:lnTo>
                    <a:pt x="4667677" y="654137"/>
                  </a:lnTo>
                  <a:lnTo>
                    <a:pt x="4667786" y="654137"/>
                  </a:lnTo>
                  <a:lnTo>
                    <a:pt x="4667894" y="654137"/>
                  </a:lnTo>
                  <a:lnTo>
                    <a:pt x="4668003" y="654137"/>
                  </a:lnTo>
                  <a:lnTo>
                    <a:pt x="4668111" y="654137"/>
                  </a:lnTo>
                  <a:lnTo>
                    <a:pt x="4668220" y="654137"/>
                  </a:lnTo>
                  <a:lnTo>
                    <a:pt x="4668328" y="654137"/>
                  </a:lnTo>
                  <a:lnTo>
                    <a:pt x="4668436" y="654137"/>
                  </a:lnTo>
                  <a:lnTo>
                    <a:pt x="4668545" y="654137"/>
                  </a:lnTo>
                  <a:lnTo>
                    <a:pt x="4668653" y="654137"/>
                  </a:lnTo>
                  <a:lnTo>
                    <a:pt x="4668653" y="653514"/>
                  </a:lnTo>
                  <a:lnTo>
                    <a:pt x="4668762" y="653514"/>
                  </a:lnTo>
                  <a:lnTo>
                    <a:pt x="4668870" y="653514"/>
                  </a:lnTo>
                  <a:lnTo>
                    <a:pt x="4668979" y="653514"/>
                  </a:lnTo>
                  <a:lnTo>
                    <a:pt x="4669087" y="653514"/>
                  </a:lnTo>
                  <a:lnTo>
                    <a:pt x="4669196" y="653514"/>
                  </a:lnTo>
                  <a:lnTo>
                    <a:pt x="4669304" y="653514"/>
                  </a:lnTo>
                  <a:lnTo>
                    <a:pt x="4669412" y="653514"/>
                  </a:lnTo>
                  <a:lnTo>
                    <a:pt x="4669521" y="653514"/>
                  </a:lnTo>
                  <a:lnTo>
                    <a:pt x="4669629" y="653514"/>
                  </a:lnTo>
                  <a:lnTo>
                    <a:pt x="4669738" y="653514"/>
                  </a:lnTo>
                  <a:lnTo>
                    <a:pt x="4669846" y="653514"/>
                  </a:lnTo>
                  <a:lnTo>
                    <a:pt x="4669955" y="653514"/>
                  </a:lnTo>
                  <a:lnTo>
                    <a:pt x="4670063" y="653514"/>
                  </a:lnTo>
                  <a:lnTo>
                    <a:pt x="4670063" y="652890"/>
                  </a:lnTo>
                  <a:lnTo>
                    <a:pt x="4670063" y="652267"/>
                  </a:lnTo>
                  <a:lnTo>
                    <a:pt x="4670172" y="652267"/>
                  </a:lnTo>
                  <a:lnTo>
                    <a:pt x="4670280" y="652267"/>
                  </a:lnTo>
                  <a:lnTo>
                    <a:pt x="4670389" y="652267"/>
                  </a:lnTo>
                  <a:lnTo>
                    <a:pt x="4670497" y="652267"/>
                  </a:lnTo>
                  <a:lnTo>
                    <a:pt x="4670605" y="652267"/>
                  </a:lnTo>
                  <a:lnTo>
                    <a:pt x="4670714" y="652267"/>
                  </a:lnTo>
                  <a:lnTo>
                    <a:pt x="4670822" y="652267"/>
                  </a:lnTo>
                  <a:lnTo>
                    <a:pt x="4670931" y="652267"/>
                  </a:lnTo>
                  <a:lnTo>
                    <a:pt x="4671039" y="652267"/>
                  </a:lnTo>
                  <a:lnTo>
                    <a:pt x="4671148" y="652267"/>
                  </a:lnTo>
                  <a:lnTo>
                    <a:pt x="4671256" y="652267"/>
                  </a:lnTo>
                  <a:lnTo>
                    <a:pt x="4671365" y="652267"/>
                  </a:lnTo>
                  <a:lnTo>
                    <a:pt x="4671473" y="652267"/>
                  </a:lnTo>
                  <a:lnTo>
                    <a:pt x="4671581" y="652267"/>
                  </a:lnTo>
                  <a:lnTo>
                    <a:pt x="4671690" y="652267"/>
                  </a:lnTo>
                  <a:lnTo>
                    <a:pt x="4671798" y="652267"/>
                  </a:lnTo>
                  <a:lnTo>
                    <a:pt x="4671907" y="652267"/>
                  </a:lnTo>
                  <a:lnTo>
                    <a:pt x="4672015" y="652267"/>
                  </a:lnTo>
                  <a:lnTo>
                    <a:pt x="4672124" y="652267"/>
                  </a:lnTo>
                  <a:lnTo>
                    <a:pt x="4672232" y="652267"/>
                  </a:lnTo>
                  <a:lnTo>
                    <a:pt x="4672341" y="652267"/>
                  </a:lnTo>
                  <a:lnTo>
                    <a:pt x="4672449" y="652267"/>
                  </a:lnTo>
                  <a:lnTo>
                    <a:pt x="4672449" y="651643"/>
                  </a:lnTo>
                  <a:lnTo>
                    <a:pt x="4672557" y="651643"/>
                  </a:lnTo>
                  <a:lnTo>
                    <a:pt x="4672557" y="651019"/>
                  </a:lnTo>
                  <a:lnTo>
                    <a:pt x="4672666" y="651019"/>
                  </a:lnTo>
                  <a:lnTo>
                    <a:pt x="4672774" y="651019"/>
                  </a:lnTo>
                  <a:lnTo>
                    <a:pt x="4672883" y="651019"/>
                  </a:lnTo>
                  <a:lnTo>
                    <a:pt x="4672991" y="651019"/>
                  </a:lnTo>
                  <a:lnTo>
                    <a:pt x="4673100" y="651019"/>
                  </a:lnTo>
                  <a:lnTo>
                    <a:pt x="4673208" y="651019"/>
                  </a:lnTo>
                  <a:lnTo>
                    <a:pt x="4673317" y="651019"/>
                  </a:lnTo>
                  <a:lnTo>
                    <a:pt x="4673425" y="651019"/>
                  </a:lnTo>
                  <a:lnTo>
                    <a:pt x="4673533" y="651019"/>
                  </a:lnTo>
                  <a:lnTo>
                    <a:pt x="4673642" y="651019"/>
                  </a:lnTo>
                  <a:lnTo>
                    <a:pt x="4673750" y="651019"/>
                  </a:lnTo>
                  <a:lnTo>
                    <a:pt x="4673859" y="651019"/>
                  </a:lnTo>
                  <a:lnTo>
                    <a:pt x="4673967" y="651019"/>
                  </a:lnTo>
                  <a:lnTo>
                    <a:pt x="4674076" y="651019"/>
                  </a:lnTo>
                  <a:lnTo>
                    <a:pt x="4674184" y="651019"/>
                  </a:lnTo>
                  <a:lnTo>
                    <a:pt x="4674293" y="651019"/>
                  </a:lnTo>
                  <a:lnTo>
                    <a:pt x="4674401" y="651019"/>
                  </a:lnTo>
                  <a:lnTo>
                    <a:pt x="4674510" y="651019"/>
                  </a:lnTo>
                  <a:lnTo>
                    <a:pt x="4674618" y="651019"/>
                  </a:lnTo>
                  <a:lnTo>
                    <a:pt x="4674726" y="651019"/>
                  </a:lnTo>
                  <a:lnTo>
                    <a:pt x="4674835" y="651019"/>
                  </a:lnTo>
                  <a:lnTo>
                    <a:pt x="4674943" y="651019"/>
                  </a:lnTo>
                  <a:lnTo>
                    <a:pt x="4675052" y="651019"/>
                  </a:lnTo>
                  <a:lnTo>
                    <a:pt x="4675160" y="651019"/>
                  </a:lnTo>
                  <a:lnTo>
                    <a:pt x="4675269" y="651019"/>
                  </a:lnTo>
                  <a:lnTo>
                    <a:pt x="4675377" y="651019"/>
                  </a:lnTo>
                  <a:lnTo>
                    <a:pt x="4675486" y="651019"/>
                  </a:lnTo>
                  <a:lnTo>
                    <a:pt x="4675594" y="651019"/>
                  </a:lnTo>
                  <a:lnTo>
                    <a:pt x="4675702" y="651019"/>
                  </a:lnTo>
                  <a:lnTo>
                    <a:pt x="4675811" y="651019"/>
                  </a:lnTo>
                  <a:lnTo>
                    <a:pt x="4675919" y="651019"/>
                  </a:lnTo>
                  <a:lnTo>
                    <a:pt x="4676028" y="651019"/>
                  </a:lnTo>
                  <a:lnTo>
                    <a:pt x="4676136" y="651019"/>
                  </a:lnTo>
                  <a:lnTo>
                    <a:pt x="4676245" y="651019"/>
                  </a:lnTo>
                  <a:lnTo>
                    <a:pt x="4676353" y="651019"/>
                  </a:lnTo>
                  <a:lnTo>
                    <a:pt x="4676462" y="651019"/>
                  </a:lnTo>
                  <a:lnTo>
                    <a:pt x="4676570" y="651019"/>
                  </a:lnTo>
                  <a:lnTo>
                    <a:pt x="4676678" y="651019"/>
                  </a:lnTo>
                  <a:lnTo>
                    <a:pt x="4676787" y="651019"/>
                  </a:lnTo>
                  <a:lnTo>
                    <a:pt x="4676895" y="651019"/>
                  </a:lnTo>
                  <a:lnTo>
                    <a:pt x="4677004" y="651019"/>
                  </a:lnTo>
                  <a:lnTo>
                    <a:pt x="4677004" y="650396"/>
                  </a:lnTo>
                  <a:lnTo>
                    <a:pt x="4677112" y="650396"/>
                  </a:lnTo>
                  <a:lnTo>
                    <a:pt x="4677221" y="650396"/>
                  </a:lnTo>
                  <a:lnTo>
                    <a:pt x="4677329" y="650396"/>
                  </a:lnTo>
                  <a:lnTo>
                    <a:pt x="4677438" y="650396"/>
                  </a:lnTo>
                  <a:lnTo>
                    <a:pt x="4677546" y="650396"/>
                  </a:lnTo>
                  <a:lnTo>
                    <a:pt x="4677654" y="650396"/>
                  </a:lnTo>
                  <a:lnTo>
                    <a:pt x="4677763" y="650396"/>
                  </a:lnTo>
                  <a:lnTo>
                    <a:pt x="4677871" y="650396"/>
                  </a:lnTo>
                  <a:lnTo>
                    <a:pt x="4677980" y="650396"/>
                  </a:lnTo>
                  <a:lnTo>
                    <a:pt x="4678088" y="650396"/>
                  </a:lnTo>
                  <a:lnTo>
                    <a:pt x="4678197" y="650396"/>
                  </a:lnTo>
                  <a:lnTo>
                    <a:pt x="4678305" y="650396"/>
                  </a:lnTo>
                  <a:lnTo>
                    <a:pt x="4678414" y="650396"/>
                  </a:lnTo>
                  <a:lnTo>
                    <a:pt x="4678522" y="650396"/>
                  </a:lnTo>
                  <a:lnTo>
                    <a:pt x="4678631" y="650396"/>
                  </a:lnTo>
                  <a:lnTo>
                    <a:pt x="4678739" y="650396"/>
                  </a:lnTo>
                  <a:lnTo>
                    <a:pt x="4678847" y="650396"/>
                  </a:lnTo>
                  <a:lnTo>
                    <a:pt x="4678956" y="650396"/>
                  </a:lnTo>
                  <a:lnTo>
                    <a:pt x="4679064" y="650396"/>
                  </a:lnTo>
                  <a:lnTo>
                    <a:pt x="4679173" y="650396"/>
                  </a:lnTo>
                  <a:lnTo>
                    <a:pt x="4679281" y="650396"/>
                  </a:lnTo>
                  <a:lnTo>
                    <a:pt x="4679390" y="650396"/>
                  </a:lnTo>
                  <a:lnTo>
                    <a:pt x="4679498" y="650396"/>
                  </a:lnTo>
                  <a:lnTo>
                    <a:pt x="4679498" y="649772"/>
                  </a:lnTo>
                  <a:lnTo>
                    <a:pt x="4679607" y="649772"/>
                  </a:lnTo>
                  <a:lnTo>
                    <a:pt x="4679715" y="649772"/>
                  </a:lnTo>
                  <a:lnTo>
                    <a:pt x="4679823" y="649772"/>
                  </a:lnTo>
                  <a:lnTo>
                    <a:pt x="4679932" y="649772"/>
                  </a:lnTo>
                  <a:lnTo>
                    <a:pt x="4680040" y="649772"/>
                  </a:lnTo>
                  <a:lnTo>
                    <a:pt x="4680149" y="649772"/>
                  </a:lnTo>
                  <a:lnTo>
                    <a:pt x="4680257" y="649772"/>
                  </a:lnTo>
                  <a:lnTo>
                    <a:pt x="4680366" y="649772"/>
                  </a:lnTo>
                  <a:lnTo>
                    <a:pt x="4680474" y="649772"/>
                  </a:lnTo>
                  <a:lnTo>
                    <a:pt x="4680583" y="649772"/>
                  </a:lnTo>
                  <a:lnTo>
                    <a:pt x="4680691" y="649772"/>
                  </a:lnTo>
                  <a:lnTo>
                    <a:pt x="4680799" y="649772"/>
                  </a:lnTo>
                  <a:lnTo>
                    <a:pt x="4680908" y="649772"/>
                  </a:lnTo>
                  <a:lnTo>
                    <a:pt x="4681016" y="649772"/>
                  </a:lnTo>
                  <a:lnTo>
                    <a:pt x="4681125" y="649772"/>
                  </a:lnTo>
                  <a:lnTo>
                    <a:pt x="4681233" y="649772"/>
                  </a:lnTo>
                  <a:lnTo>
                    <a:pt x="4681342" y="649772"/>
                  </a:lnTo>
                  <a:lnTo>
                    <a:pt x="4681450" y="649772"/>
                  </a:lnTo>
                  <a:lnTo>
                    <a:pt x="4681559" y="649772"/>
                  </a:lnTo>
                  <a:lnTo>
                    <a:pt x="4681667" y="649772"/>
                  </a:lnTo>
                  <a:lnTo>
                    <a:pt x="4681775" y="649772"/>
                  </a:lnTo>
                  <a:lnTo>
                    <a:pt x="4681884" y="649772"/>
                  </a:lnTo>
                  <a:lnTo>
                    <a:pt x="4681992" y="649772"/>
                  </a:lnTo>
                  <a:lnTo>
                    <a:pt x="4682101" y="649772"/>
                  </a:lnTo>
                  <a:lnTo>
                    <a:pt x="4682209" y="649772"/>
                  </a:lnTo>
                  <a:lnTo>
                    <a:pt x="4682318" y="649772"/>
                  </a:lnTo>
                  <a:lnTo>
                    <a:pt x="4682426" y="649772"/>
                  </a:lnTo>
                  <a:lnTo>
                    <a:pt x="4682535" y="649772"/>
                  </a:lnTo>
                  <a:lnTo>
                    <a:pt x="4682535" y="649149"/>
                  </a:lnTo>
                  <a:lnTo>
                    <a:pt x="4682643" y="649149"/>
                  </a:lnTo>
                  <a:lnTo>
                    <a:pt x="4682751" y="649149"/>
                  </a:lnTo>
                  <a:lnTo>
                    <a:pt x="4682860" y="649149"/>
                  </a:lnTo>
                  <a:lnTo>
                    <a:pt x="4682968" y="649149"/>
                  </a:lnTo>
                  <a:lnTo>
                    <a:pt x="4683077" y="649149"/>
                  </a:lnTo>
                  <a:lnTo>
                    <a:pt x="4683077" y="648525"/>
                  </a:lnTo>
                  <a:lnTo>
                    <a:pt x="4683185" y="648525"/>
                  </a:lnTo>
                  <a:lnTo>
                    <a:pt x="4683294" y="648525"/>
                  </a:lnTo>
                  <a:lnTo>
                    <a:pt x="4683402" y="648525"/>
                  </a:lnTo>
                  <a:lnTo>
                    <a:pt x="4683511" y="648525"/>
                  </a:lnTo>
                  <a:lnTo>
                    <a:pt x="4683619" y="648525"/>
                  </a:lnTo>
                  <a:lnTo>
                    <a:pt x="4683728" y="648525"/>
                  </a:lnTo>
                  <a:lnTo>
                    <a:pt x="4683836" y="648525"/>
                  </a:lnTo>
                  <a:lnTo>
                    <a:pt x="4683944" y="648525"/>
                  </a:lnTo>
                  <a:lnTo>
                    <a:pt x="4684053" y="648525"/>
                  </a:lnTo>
                  <a:lnTo>
                    <a:pt x="4684053" y="647902"/>
                  </a:lnTo>
                  <a:lnTo>
                    <a:pt x="4684161" y="647902"/>
                  </a:lnTo>
                  <a:lnTo>
                    <a:pt x="4684270" y="647902"/>
                  </a:lnTo>
                  <a:lnTo>
                    <a:pt x="4684378" y="647902"/>
                  </a:lnTo>
                  <a:lnTo>
                    <a:pt x="4684487" y="647902"/>
                  </a:lnTo>
                  <a:lnTo>
                    <a:pt x="4684595" y="647902"/>
                  </a:lnTo>
                  <a:lnTo>
                    <a:pt x="4684704" y="647902"/>
                  </a:lnTo>
                  <a:lnTo>
                    <a:pt x="4684812" y="647902"/>
                  </a:lnTo>
                  <a:lnTo>
                    <a:pt x="4684920" y="647902"/>
                  </a:lnTo>
                  <a:lnTo>
                    <a:pt x="4684920" y="647278"/>
                  </a:lnTo>
                  <a:lnTo>
                    <a:pt x="4685029" y="647278"/>
                  </a:lnTo>
                  <a:lnTo>
                    <a:pt x="4685137" y="647278"/>
                  </a:lnTo>
                  <a:lnTo>
                    <a:pt x="4685246" y="647278"/>
                  </a:lnTo>
                  <a:lnTo>
                    <a:pt x="4685354" y="647278"/>
                  </a:lnTo>
                  <a:lnTo>
                    <a:pt x="4685463" y="647278"/>
                  </a:lnTo>
                  <a:lnTo>
                    <a:pt x="4685571" y="647278"/>
                  </a:lnTo>
                  <a:lnTo>
                    <a:pt x="4685680" y="647278"/>
                  </a:lnTo>
                  <a:lnTo>
                    <a:pt x="4685788" y="647278"/>
                  </a:lnTo>
                  <a:lnTo>
                    <a:pt x="4685896" y="647278"/>
                  </a:lnTo>
                  <a:lnTo>
                    <a:pt x="4686005" y="647278"/>
                  </a:lnTo>
                  <a:lnTo>
                    <a:pt x="4686113" y="647278"/>
                  </a:lnTo>
                  <a:lnTo>
                    <a:pt x="4686222" y="647278"/>
                  </a:lnTo>
                  <a:lnTo>
                    <a:pt x="4686330" y="647278"/>
                  </a:lnTo>
                  <a:lnTo>
                    <a:pt x="4686439" y="647278"/>
                  </a:lnTo>
                  <a:lnTo>
                    <a:pt x="4686547" y="647278"/>
                  </a:lnTo>
                  <a:lnTo>
                    <a:pt x="4686656" y="647278"/>
                  </a:lnTo>
                  <a:lnTo>
                    <a:pt x="4686764" y="647278"/>
                  </a:lnTo>
                  <a:lnTo>
                    <a:pt x="4686872" y="647278"/>
                  </a:lnTo>
                  <a:lnTo>
                    <a:pt x="4686981" y="647278"/>
                  </a:lnTo>
                  <a:lnTo>
                    <a:pt x="4687089" y="647278"/>
                  </a:lnTo>
                  <a:lnTo>
                    <a:pt x="4687198" y="647278"/>
                  </a:lnTo>
                  <a:lnTo>
                    <a:pt x="4687306" y="647278"/>
                  </a:lnTo>
                  <a:lnTo>
                    <a:pt x="4687415" y="647278"/>
                  </a:lnTo>
                  <a:lnTo>
                    <a:pt x="4687523" y="647278"/>
                  </a:lnTo>
                  <a:lnTo>
                    <a:pt x="4687632" y="647278"/>
                  </a:lnTo>
                  <a:lnTo>
                    <a:pt x="4687740" y="647278"/>
                  </a:lnTo>
                  <a:lnTo>
                    <a:pt x="4687849" y="647278"/>
                  </a:lnTo>
                  <a:lnTo>
                    <a:pt x="4687957" y="647278"/>
                  </a:lnTo>
                  <a:lnTo>
                    <a:pt x="4688065" y="647278"/>
                  </a:lnTo>
                  <a:lnTo>
                    <a:pt x="4688174" y="647278"/>
                  </a:lnTo>
                  <a:lnTo>
                    <a:pt x="4688282" y="647278"/>
                  </a:lnTo>
                  <a:lnTo>
                    <a:pt x="4688391" y="647278"/>
                  </a:lnTo>
                  <a:lnTo>
                    <a:pt x="4688499" y="647278"/>
                  </a:lnTo>
                  <a:lnTo>
                    <a:pt x="4688608" y="647278"/>
                  </a:lnTo>
                  <a:lnTo>
                    <a:pt x="4688716" y="647278"/>
                  </a:lnTo>
                  <a:lnTo>
                    <a:pt x="4688825" y="647278"/>
                  </a:lnTo>
                  <a:lnTo>
                    <a:pt x="4688933" y="647278"/>
                  </a:lnTo>
                  <a:lnTo>
                    <a:pt x="4689041" y="647278"/>
                  </a:lnTo>
                  <a:lnTo>
                    <a:pt x="4689150" y="647278"/>
                  </a:lnTo>
                  <a:lnTo>
                    <a:pt x="4689258" y="647278"/>
                  </a:lnTo>
                  <a:lnTo>
                    <a:pt x="4689367" y="647278"/>
                  </a:lnTo>
                  <a:lnTo>
                    <a:pt x="4689475" y="647278"/>
                  </a:lnTo>
                  <a:lnTo>
                    <a:pt x="4689584" y="647278"/>
                  </a:lnTo>
                  <a:lnTo>
                    <a:pt x="4689692" y="647278"/>
                  </a:lnTo>
                  <a:lnTo>
                    <a:pt x="4689801" y="647278"/>
                  </a:lnTo>
                  <a:lnTo>
                    <a:pt x="4689909" y="647278"/>
                  </a:lnTo>
                  <a:lnTo>
                    <a:pt x="4690017" y="647278"/>
                  </a:lnTo>
                  <a:lnTo>
                    <a:pt x="4690017" y="646654"/>
                  </a:lnTo>
                  <a:lnTo>
                    <a:pt x="4690126" y="646654"/>
                  </a:lnTo>
                  <a:lnTo>
                    <a:pt x="4690234" y="646654"/>
                  </a:lnTo>
                  <a:lnTo>
                    <a:pt x="4690343" y="646654"/>
                  </a:lnTo>
                  <a:lnTo>
                    <a:pt x="4690451" y="646654"/>
                  </a:lnTo>
                  <a:lnTo>
                    <a:pt x="4690560" y="646654"/>
                  </a:lnTo>
                  <a:lnTo>
                    <a:pt x="4690668" y="646654"/>
                  </a:lnTo>
                  <a:lnTo>
                    <a:pt x="4690777" y="646654"/>
                  </a:lnTo>
                  <a:lnTo>
                    <a:pt x="4690885" y="646654"/>
                  </a:lnTo>
                  <a:lnTo>
                    <a:pt x="4690993" y="646654"/>
                  </a:lnTo>
                  <a:lnTo>
                    <a:pt x="4691102" y="646654"/>
                  </a:lnTo>
                  <a:lnTo>
                    <a:pt x="4691210" y="646654"/>
                  </a:lnTo>
                  <a:lnTo>
                    <a:pt x="4691319" y="646654"/>
                  </a:lnTo>
                  <a:lnTo>
                    <a:pt x="4691427" y="646654"/>
                  </a:lnTo>
                  <a:lnTo>
                    <a:pt x="4691536" y="646654"/>
                  </a:lnTo>
                  <a:lnTo>
                    <a:pt x="4691644" y="646654"/>
                  </a:lnTo>
                  <a:lnTo>
                    <a:pt x="4691753" y="646654"/>
                  </a:lnTo>
                  <a:lnTo>
                    <a:pt x="4691861" y="646654"/>
                  </a:lnTo>
                  <a:lnTo>
                    <a:pt x="4691970" y="646654"/>
                  </a:lnTo>
                  <a:lnTo>
                    <a:pt x="4692078" y="646654"/>
                  </a:lnTo>
                  <a:lnTo>
                    <a:pt x="4692186" y="646654"/>
                  </a:lnTo>
                  <a:lnTo>
                    <a:pt x="4692295" y="646654"/>
                  </a:lnTo>
                  <a:lnTo>
                    <a:pt x="4692403" y="646654"/>
                  </a:lnTo>
                  <a:lnTo>
                    <a:pt x="4692512" y="646654"/>
                  </a:lnTo>
                  <a:lnTo>
                    <a:pt x="4692620" y="646654"/>
                  </a:lnTo>
                  <a:lnTo>
                    <a:pt x="4692729" y="646654"/>
                  </a:lnTo>
                  <a:lnTo>
                    <a:pt x="4692837" y="646654"/>
                  </a:lnTo>
                  <a:lnTo>
                    <a:pt x="4692946" y="646654"/>
                  </a:lnTo>
                  <a:lnTo>
                    <a:pt x="4693054" y="646654"/>
                  </a:lnTo>
                  <a:lnTo>
                    <a:pt x="4693162" y="646654"/>
                  </a:lnTo>
                  <a:lnTo>
                    <a:pt x="4693271" y="646654"/>
                  </a:lnTo>
                  <a:lnTo>
                    <a:pt x="4693379" y="646654"/>
                  </a:lnTo>
                  <a:lnTo>
                    <a:pt x="4693488" y="646654"/>
                  </a:lnTo>
                  <a:lnTo>
                    <a:pt x="4693596" y="646654"/>
                  </a:lnTo>
                  <a:lnTo>
                    <a:pt x="4693705" y="646654"/>
                  </a:lnTo>
                  <a:lnTo>
                    <a:pt x="4693813" y="646654"/>
                  </a:lnTo>
                  <a:lnTo>
                    <a:pt x="4693922" y="646654"/>
                  </a:lnTo>
                  <a:lnTo>
                    <a:pt x="4694030" y="646654"/>
                  </a:lnTo>
                  <a:lnTo>
                    <a:pt x="4694030" y="646031"/>
                  </a:lnTo>
                  <a:lnTo>
                    <a:pt x="4694138" y="646031"/>
                  </a:lnTo>
                  <a:lnTo>
                    <a:pt x="4694247" y="646031"/>
                  </a:lnTo>
                  <a:lnTo>
                    <a:pt x="4694355" y="646031"/>
                  </a:lnTo>
                  <a:lnTo>
                    <a:pt x="4694464" y="646031"/>
                  </a:lnTo>
                  <a:lnTo>
                    <a:pt x="4694572" y="646031"/>
                  </a:lnTo>
                  <a:lnTo>
                    <a:pt x="4694681" y="646031"/>
                  </a:lnTo>
                  <a:lnTo>
                    <a:pt x="4694789" y="646031"/>
                  </a:lnTo>
                  <a:lnTo>
                    <a:pt x="4694898" y="646031"/>
                  </a:lnTo>
                  <a:lnTo>
                    <a:pt x="4694898" y="645407"/>
                  </a:lnTo>
                  <a:lnTo>
                    <a:pt x="4695006" y="645407"/>
                  </a:lnTo>
                  <a:lnTo>
                    <a:pt x="4695114" y="645407"/>
                  </a:lnTo>
                  <a:lnTo>
                    <a:pt x="4695223" y="645407"/>
                  </a:lnTo>
                  <a:lnTo>
                    <a:pt x="4695331" y="645407"/>
                  </a:lnTo>
                  <a:lnTo>
                    <a:pt x="4695440" y="645407"/>
                  </a:lnTo>
                  <a:lnTo>
                    <a:pt x="4695548" y="645407"/>
                  </a:lnTo>
                  <a:lnTo>
                    <a:pt x="4695657" y="645407"/>
                  </a:lnTo>
                  <a:lnTo>
                    <a:pt x="4695765" y="645407"/>
                  </a:lnTo>
                  <a:lnTo>
                    <a:pt x="4695874" y="645407"/>
                  </a:lnTo>
                  <a:lnTo>
                    <a:pt x="4695982" y="645407"/>
                  </a:lnTo>
                  <a:lnTo>
                    <a:pt x="4696091" y="645407"/>
                  </a:lnTo>
                  <a:lnTo>
                    <a:pt x="4696199" y="645407"/>
                  </a:lnTo>
                  <a:lnTo>
                    <a:pt x="4696307" y="645407"/>
                  </a:lnTo>
                  <a:lnTo>
                    <a:pt x="4696416" y="645407"/>
                  </a:lnTo>
                  <a:lnTo>
                    <a:pt x="4696524" y="645407"/>
                  </a:lnTo>
                  <a:lnTo>
                    <a:pt x="4696633" y="645407"/>
                  </a:lnTo>
                  <a:lnTo>
                    <a:pt x="4696741" y="645407"/>
                  </a:lnTo>
                  <a:lnTo>
                    <a:pt x="4696850" y="645407"/>
                  </a:lnTo>
                  <a:lnTo>
                    <a:pt x="4696958" y="645407"/>
                  </a:lnTo>
                  <a:lnTo>
                    <a:pt x="4697067" y="645407"/>
                  </a:lnTo>
                  <a:lnTo>
                    <a:pt x="4697175" y="645407"/>
                  </a:lnTo>
                  <a:lnTo>
                    <a:pt x="4697283" y="645407"/>
                  </a:lnTo>
                  <a:lnTo>
                    <a:pt x="4697283" y="644784"/>
                  </a:lnTo>
                  <a:lnTo>
                    <a:pt x="4697392" y="644784"/>
                  </a:lnTo>
                  <a:lnTo>
                    <a:pt x="4697392" y="644160"/>
                  </a:lnTo>
                  <a:lnTo>
                    <a:pt x="4697500" y="644160"/>
                  </a:lnTo>
                  <a:lnTo>
                    <a:pt x="4697609" y="644160"/>
                  </a:lnTo>
                  <a:lnTo>
                    <a:pt x="4697609" y="643536"/>
                  </a:lnTo>
                  <a:lnTo>
                    <a:pt x="4697717" y="643536"/>
                  </a:lnTo>
                  <a:lnTo>
                    <a:pt x="4697826" y="643536"/>
                  </a:lnTo>
                  <a:lnTo>
                    <a:pt x="4697934" y="643536"/>
                  </a:lnTo>
                  <a:lnTo>
                    <a:pt x="4698043" y="643536"/>
                  </a:lnTo>
                  <a:lnTo>
                    <a:pt x="4698151" y="643536"/>
                  </a:lnTo>
                  <a:lnTo>
                    <a:pt x="4698259" y="643536"/>
                  </a:lnTo>
                  <a:lnTo>
                    <a:pt x="4698259" y="642913"/>
                  </a:lnTo>
                  <a:lnTo>
                    <a:pt x="4698368" y="642913"/>
                  </a:lnTo>
                  <a:lnTo>
                    <a:pt x="4698368" y="642289"/>
                  </a:lnTo>
                  <a:lnTo>
                    <a:pt x="4698476" y="642289"/>
                  </a:lnTo>
                  <a:lnTo>
                    <a:pt x="4698585" y="642289"/>
                  </a:lnTo>
                  <a:lnTo>
                    <a:pt x="4698693" y="642289"/>
                  </a:lnTo>
                  <a:lnTo>
                    <a:pt x="4698693" y="641666"/>
                  </a:lnTo>
                  <a:lnTo>
                    <a:pt x="4698802" y="641666"/>
                  </a:lnTo>
                  <a:lnTo>
                    <a:pt x="4698910" y="641666"/>
                  </a:lnTo>
                  <a:lnTo>
                    <a:pt x="4699019" y="641666"/>
                  </a:lnTo>
                  <a:lnTo>
                    <a:pt x="4699127" y="641666"/>
                  </a:lnTo>
                  <a:lnTo>
                    <a:pt x="4699235" y="641666"/>
                  </a:lnTo>
                  <a:lnTo>
                    <a:pt x="4699344" y="641666"/>
                  </a:lnTo>
                  <a:lnTo>
                    <a:pt x="4699452" y="641666"/>
                  </a:lnTo>
                  <a:lnTo>
                    <a:pt x="4699561" y="641666"/>
                  </a:lnTo>
                  <a:lnTo>
                    <a:pt x="4699669" y="641666"/>
                  </a:lnTo>
                  <a:lnTo>
                    <a:pt x="4699778" y="641666"/>
                  </a:lnTo>
                  <a:lnTo>
                    <a:pt x="4699886" y="641666"/>
                  </a:lnTo>
                  <a:lnTo>
                    <a:pt x="4699995" y="641666"/>
                  </a:lnTo>
                  <a:lnTo>
                    <a:pt x="4700103" y="641666"/>
                  </a:lnTo>
                  <a:lnTo>
                    <a:pt x="4700212" y="641666"/>
                  </a:lnTo>
                  <a:lnTo>
                    <a:pt x="4700212" y="641042"/>
                  </a:lnTo>
                  <a:lnTo>
                    <a:pt x="4700320" y="641042"/>
                  </a:lnTo>
                  <a:lnTo>
                    <a:pt x="4700428" y="641042"/>
                  </a:lnTo>
                  <a:lnTo>
                    <a:pt x="4700537" y="641042"/>
                  </a:lnTo>
                  <a:lnTo>
                    <a:pt x="4700645" y="641042"/>
                  </a:lnTo>
                  <a:lnTo>
                    <a:pt x="4700754" y="641042"/>
                  </a:lnTo>
                  <a:lnTo>
                    <a:pt x="4700862" y="641042"/>
                  </a:lnTo>
                  <a:lnTo>
                    <a:pt x="4700971" y="641042"/>
                  </a:lnTo>
                  <a:lnTo>
                    <a:pt x="4701079" y="641042"/>
                  </a:lnTo>
                  <a:lnTo>
                    <a:pt x="4701188" y="641042"/>
                  </a:lnTo>
                  <a:lnTo>
                    <a:pt x="4701296" y="641042"/>
                  </a:lnTo>
                  <a:lnTo>
                    <a:pt x="4701404" y="641042"/>
                  </a:lnTo>
                  <a:lnTo>
                    <a:pt x="4701404" y="640419"/>
                  </a:lnTo>
                  <a:lnTo>
                    <a:pt x="4701513" y="640419"/>
                  </a:lnTo>
                  <a:lnTo>
                    <a:pt x="4701621" y="640419"/>
                  </a:lnTo>
                  <a:lnTo>
                    <a:pt x="4701730" y="640419"/>
                  </a:lnTo>
                  <a:lnTo>
                    <a:pt x="4701838" y="640419"/>
                  </a:lnTo>
                  <a:lnTo>
                    <a:pt x="4701947" y="640419"/>
                  </a:lnTo>
                  <a:lnTo>
                    <a:pt x="4702055" y="640419"/>
                  </a:lnTo>
                  <a:lnTo>
                    <a:pt x="4702164" y="640419"/>
                  </a:lnTo>
                  <a:lnTo>
                    <a:pt x="4702272" y="640419"/>
                  </a:lnTo>
                  <a:lnTo>
                    <a:pt x="4702380" y="640419"/>
                  </a:lnTo>
                  <a:lnTo>
                    <a:pt x="4702489" y="640419"/>
                  </a:lnTo>
                  <a:lnTo>
                    <a:pt x="4702597" y="640419"/>
                  </a:lnTo>
                  <a:lnTo>
                    <a:pt x="4702706" y="640419"/>
                  </a:lnTo>
                  <a:lnTo>
                    <a:pt x="4702814" y="640419"/>
                  </a:lnTo>
                  <a:lnTo>
                    <a:pt x="4702923" y="640419"/>
                  </a:lnTo>
                  <a:lnTo>
                    <a:pt x="4703031" y="640419"/>
                  </a:lnTo>
                  <a:lnTo>
                    <a:pt x="4703140" y="640419"/>
                  </a:lnTo>
                  <a:lnTo>
                    <a:pt x="4703248" y="640419"/>
                  </a:lnTo>
                  <a:lnTo>
                    <a:pt x="4703356" y="640419"/>
                  </a:lnTo>
                  <a:lnTo>
                    <a:pt x="4703356" y="639795"/>
                  </a:lnTo>
                  <a:lnTo>
                    <a:pt x="4703465" y="639795"/>
                  </a:lnTo>
                  <a:lnTo>
                    <a:pt x="4703573" y="639795"/>
                  </a:lnTo>
                  <a:lnTo>
                    <a:pt x="4703682" y="639795"/>
                  </a:lnTo>
                  <a:lnTo>
                    <a:pt x="4703790" y="639795"/>
                  </a:lnTo>
                  <a:lnTo>
                    <a:pt x="4703899" y="639795"/>
                  </a:lnTo>
                  <a:lnTo>
                    <a:pt x="4704007" y="639795"/>
                  </a:lnTo>
                  <a:lnTo>
                    <a:pt x="4704116" y="639795"/>
                  </a:lnTo>
                  <a:lnTo>
                    <a:pt x="4704224" y="639795"/>
                  </a:lnTo>
                  <a:lnTo>
                    <a:pt x="4704224" y="639171"/>
                  </a:lnTo>
                  <a:lnTo>
                    <a:pt x="4704333" y="639171"/>
                  </a:lnTo>
                  <a:lnTo>
                    <a:pt x="4704441" y="639171"/>
                  </a:lnTo>
                  <a:lnTo>
                    <a:pt x="4704549" y="639171"/>
                  </a:lnTo>
                  <a:lnTo>
                    <a:pt x="4704658" y="639171"/>
                  </a:lnTo>
                  <a:lnTo>
                    <a:pt x="4704766" y="639171"/>
                  </a:lnTo>
                  <a:lnTo>
                    <a:pt x="4704875" y="639171"/>
                  </a:lnTo>
                  <a:lnTo>
                    <a:pt x="4704983" y="639171"/>
                  </a:lnTo>
                  <a:lnTo>
                    <a:pt x="4705092" y="639171"/>
                  </a:lnTo>
                  <a:lnTo>
                    <a:pt x="4705200" y="639171"/>
                  </a:lnTo>
                  <a:lnTo>
                    <a:pt x="4705309" y="639171"/>
                  </a:lnTo>
                  <a:lnTo>
                    <a:pt x="4705417" y="639171"/>
                  </a:lnTo>
                  <a:lnTo>
                    <a:pt x="4705417" y="638548"/>
                  </a:lnTo>
                  <a:lnTo>
                    <a:pt x="4705525" y="638548"/>
                  </a:lnTo>
                  <a:lnTo>
                    <a:pt x="4705634" y="638548"/>
                  </a:lnTo>
                  <a:lnTo>
                    <a:pt x="4705742" y="638548"/>
                  </a:lnTo>
                  <a:lnTo>
                    <a:pt x="4705851" y="638548"/>
                  </a:lnTo>
                  <a:lnTo>
                    <a:pt x="4705959" y="638548"/>
                  </a:lnTo>
                  <a:lnTo>
                    <a:pt x="4706068" y="638548"/>
                  </a:lnTo>
                  <a:lnTo>
                    <a:pt x="4706176" y="638548"/>
                  </a:lnTo>
                  <a:lnTo>
                    <a:pt x="4706176" y="637924"/>
                  </a:lnTo>
                  <a:lnTo>
                    <a:pt x="4706285" y="637924"/>
                  </a:lnTo>
                  <a:lnTo>
                    <a:pt x="4706393" y="637924"/>
                  </a:lnTo>
                  <a:lnTo>
                    <a:pt x="4706501" y="637924"/>
                  </a:lnTo>
                  <a:lnTo>
                    <a:pt x="4706610" y="637924"/>
                  </a:lnTo>
                  <a:lnTo>
                    <a:pt x="4706718" y="637924"/>
                  </a:lnTo>
                  <a:lnTo>
                    <a:pt x="4706827" y="637924"/>
                  </a:lnTo>
                  <a:lnTo>
                    <a:pt x="4706935" y="637924"/>
                  </a:lnTo>
                  <a:lnTo>
                    <a:pt x="4707044" y="637924"/>
                  </a:lnTo>
                  <a:lnTo>
                    <a:pt x="4707152" y="637924"/>
                  </a:lnTo>
                  <a:lnTo>
                    <a:pt x="4707261" y="637924"/>
                  </a:lnTo>
                  <a:lnTo>
                    <a:pt x="4707369" y="637924"/>
                  </a:lnTo>
                  <a:lnTo>
                    <a:pt x="4707369" y="637301"/>
                  </a:lnTo>
                  <a:lnTo>
                    <a:pt x="4707477" y="637301"/>
                  </a:lnTo>
                  <a:lnTo>
                    <a:pt x="4707586" y="637301"/>
                  </a:lnTo>
                  <a:lnTo>
                    <a:pt x="4707694" y="637301"/>
                  </a:lnTo>
                  <a:lnTo>
                    <a:pt x="4707803" y="637301"/>
                  </a:lnTo>
                  <a:lnTo>
                    <a:pt x="4707911" y="637301"/>
                  </a:lnTo>
                  <a:lnTo>
                    <a:pt x="4708020" y="637301"/>
                  </a:lnTo>
                  <a:lnTo>
                    <a:pt x="4708020" y="636677"/>
                  </a:lnTo>
                  <a:lnTo>
                    <a:pt x="4708128" y="636677"/>
                  </a:lnTo>
                  <a:lnTo>
                    <a:pt x="4708237" y="636677"/>
                  </a:lnTo>
                  <a:lnTo>
                    <a:pt x="4708345" y="636677"/>
                  </a:lnTo>
                  <a:lnTo>
                    <a:pt x="4708453" y="636677"/>
                  </a:lnTo>
                  <a:lnTo>
                    <a:pt x="4708562" y="636677"/>
                  </a:lnTo>
                  <a:lnTo>
                    <a:pt x="4708670" y="636677"/>
                  </a:lnTo>
                  <a:lnTo>
                    <a:pt x="4708779" y="636677"/>
                  </a:lnTo>
                  <a:lnTo>
                    <a:pt x="4708887" y="636677"/>
                  </a:lnTo>
                  <a:lnTo>
                    <a:pt x="4708996" y="636677"/>
                  </a:lnTo>
                  <a:lnTo>
                    <a:pt x="4709104" y="636677"/>
                  </a:lnTo>
                  <a:lnTo>
                    <a:pt x="4709104" y="636053"/>
                  </a:lnTo>
                  <a:lnTo>
                    <a:pt x="4709213" y="636053"/>
                  </a:lnTo>
                  <a:lnTo>
                    <a:pt x="4709321" y="636053"/>
                  </a:lnTo>
                  <a:lnTo>
                    <a:pt x="4709430" y="636053"/>
                  </a:lnTo>
                  <a:lnTo>
                    <a:pt x="4709538" y="636053"/>
                  </a:lnTo>
                  <a:lnTo>
                    <a:pt x="4709646" y="636053"/>
                  </a:lnTo>
                  <a:lnTo>
                    <a:pt x="4709755" y="636053"/>
                  </a:lnTo>
                  <a:lnTo>
                    <a:pt x="4709863" y="636053"/>
                  </a:lnTo>
                  <a:lnTo>
                    <a:pt x="4709972" y="636053"/>
                  </a:lnTo>
                  <a:lnTo>
                    <a:pt x="4710080" y="636053"/>
                  </a:lnTo>
                  <a:lnTo>
                    <a:pt x="4710189" y="636053"/>
                  </a:lnTo>
                  <a:lnTo>
                    <a:pt x="4710297" y="636053"/>
                  </a:lnTo>
                  <a:lnTo>
                    <a:pt x="4710297" y="635430"/>
                  </a:lnTo>
                  <a:lnTo>
                    <a:pt x="4710406" y="635430"/>
                  </a:lnTo>
                  <a:lnTo>
                    <a:pt x="4710406" y="634806"/>
                  </a:lnTo>
                  <a:lnTo>
                    <a:pt x="4710514" y="634806"/>
                  </a:lnTo>
                  <a:lnTo>
                    <a:pt x="4710622" y="634806"/>
                  </a:lnTo>
                  <a:lnTo>
                    <a:pt x="4710731" y="634806"/>
                  </a:lnTo>
                  <a:lnTo>
                    <a:pt x="4710839" y="634806"/>
                  </a:lnTo>
                  <a:lnTo>
                    <a:pt x="4710948" y="634806"/>
                  </a:lnTo>
                  <a:lnTo>
                    <a:pt x="4711056" y="634806"/>
                  </a:lnTo>
                  <a:lnTo>
                    <a:pt x="4711165" y="634806"/>
                  </a:lnTo>
                  <a:lnTo>
                    <a:pt x="4711273" y="634806"/>
                  </a:lnTo>
                  <a:lnTo>
                    <a:pt x="4711382" y="634806"/>
                  </a:lnTo>
                  <a:lnTo>
                    <a:pt x="4711490" y="634806"/>
                  </a:lnTo>
                  <a:lnTo>
                    <a:pt x="4711598" y="634806"/>
                  </a:lnTo>
                  <a:lnTo>
                    <a:pt x="4711707" y="634806"/>
                  </a:lnTo>
                  <a:lnTo>
                    <a:pt x="4711815" y="634806"/>
                  </a:lnTo>
                  <a:lnTo>
                    <a:pt x="4711924" y="634806"/>
                  </a:lnTo>
                  <a:lnTo>
                    <a:pt x="4712032" y="634806"/>
                  </a:lnTo>
                  <a:lnTo>
                    <a:pt x="4712141" y="634806"/>
                  </a:lnTo>
                  <a:lnTo>
                    <a:pt x="4712249" y="634806"/>
                  </a:lnTo>
                  <a:lnTo>
                    <a:pt x="4712358" y="634806"/>
                  </a:lnTo>
                  <a:lnTo>
                    <a:pt x="4712466" y="634806"/>
                  </a:lnTo>
                  <a:lnTo>
                    <a:pt x="4712574" y="634806"/>
                  </a:lnTo>
                  <a:lnTo>
                    <a:pt x="4712574" y="634183"/>
                  </a:lnTo>
                  <a:lnTo>
                    <a:pt x="4712683" y="634183"/>
                  </a:lnTo>
                  <a:lnTo>
                    <a:pt x="4712791" y="634183"/>
                  </a:lnTo>
                  <a:lnTo>
                    <a:pt x="4712900" y="634183"/>
                  </a:lnTo>
                  <a:lnTo>
                    <a:pt x="4713008" y="634183"/>
                  </a:lnTo>
                  <a:lnTo>
                    <a:pt x="4713117" y="634183"/>
                  </a:lnTo>
                  <a:lnTo>
                    <a:pt x="4713225" y="634183"/>
                  </a:lnTo>
                  <a:lnTo>
                    <a:pt x="4713334" y="634183"/>
                  </a:lnTo>
                  <a:lnTo>
                    <a:pt x="4713442" y="634183"/>
                  </a:lnTo>
                  <a:lnTo>
                    <a:pt x="4713551" y="634183"/>
                  </a:lnTo>
                  <a:lnTo>
                    <a:pt x="4713659" y="634183"/>
                  </a:lnTo>
                  <a:lnTo>
                    <a:pt x="4713767" y="634183"/>
                  </a:lnTo>
                  <a:lnTo>
                    <a:pt x="4713876" y="634183"/>
                  </a:lnTo>
                  <a:lnTo>
                    <a:pt x="4713984" y="634183"/>
                  </a:lnTo>
                  <a:lnTo>
                    <a:pt x="4713984" y="633559"/>
                  </a:lnTo>
                  <a:lnTo>
                    <a:pt x="4714093" y="633559"/>
                  </a:lnTo>
                  <a:lnTo>
                    <a:pt x="4714201" y="633559"/>
                  </a:lnTo>
                  <a:lnTo>
                    <a:pt x="4714310" y="633559"/>
                  </a:lnTo>
                  <a:lnTo>
                    <a:pt x="4714418" y="633559"/>
                  </a:lnTo>
                  <a:lnTo>
                    <a:pt x="4714527" y="633559"/>
                  </a:lnTo>
                  <a:lnTo>
                    <a:pt x="4714635" y="633559"/>
                  </a:lnTo>
                  <a:lnTo>
                    <a:pt x="4714743" y="633559"/>
                  </a:lnTo>
                  <a:lnTo>
                    <a:pt x="4714852" y="633559"/>
                  </a:lnTo>
                  <a:lnTo>
                    <a:pt x="4714960" y="633559"/>
                  </a:lnTo>
                  <a:lnTo>
                    <a:pt x="4715069" y="633559"/>
                  </a:lnTo>
                  <a:lnTo>
                    <a:pt x="4715177" y="633559"/>
                  </a:lnTo>
                  <a:lnTo>
                    <a:pt x="4715286" y="633559"/>
                  </a:lnTo>
                  <a:lnTo>
                    <a:pt x="4715394" y="633559"/>
                  </a:lnTo>
                  <a:lnTo>
                    <a:pt x="4715394" y="632936"/>
                  </a:lnTo>
                  <a:lnTo>
                    <a:pt x="4715503" y="632936"/>
                  </a:lnTo>
                  <a:lnTo>
                    <a:pt x="4715611" y="632936"/>
                  </a:lnTo>
                  <a:lnTo>
                    <a:pt x="4715719" y="632936"/>
                  </a:lnTo>
                  <a:lnTo>
                    <a:pt x="4715828" y="632936"/>
                  </a:lnTo>
                  <a:lnTo>
                    <a:pt x="4715936" y="632936"/>
                  </a:lnTo>
                  <a:lnTo>
                    <a:pt x="4716045" y="632936"/>
                  </a:lnTo>
                  <a:lnTo>
                    <a:pt x="4716153" y="632936"/>
                  </a:lnTo>
                  <a:lnTo>
                    <a:pt x="4716262" y="632936"/>
                  </a:lnTo>
                  <a:lnTo>
                    <a:pt x="4716262" y="632312"/>
                  </a:lnTo>
                  <a:lnTo>
                    <a:pt x="4716370" y="632312"/>
                  </a:lnTo>
                  <a:lnTo>
                    <a:pt x="4716479" y="632312"/>
                  </a:lnTo>
                  <a:lnTo>
                    <a:pt x="4716587" y="632312"/>
                  </a:lnTo>
                  <a:lnTo>
                    <a:pt x="4716695" y="632312"/>
                  </a:lnTo>
                  <a:lnTo>
                    <a:pt x="4716804" y="632312"/>
                  </a:lnTo>
                  <a:lnTo>
                    <a:pt x="4716912" y="632312"/>
                  </a:lnTo>
                  <a:lnTo>
                    <a:pt x="4717021" y="632312"/>
                  </a:lnTo>
                  <a:lnTo>
                    <a:pt x="4717129" y="632312"/>
                  </a:lnTo>
                  <a:lnTo>
                    <a:pt x="4717238" y="632312"/>
                  </a:lnTo>
                  <a:lnTo>
                    <a:pt x="4717346" y="632312"/>
                  </a:lnTo>
                  <a:lnTo>
                    <a:pt x="4717455" y="632312"/>
                  </a:lnTo>
                  <a:lnTo>
                    <a:pt x="4717563" y="632312"/>
                  </a:lnTo>
                  <a:lnTo>
                    <a:pt x="4717672" y="632312"/>
                  </a:lnTo>
                  <a:lnTo>
                    <a:pt x="4717780" y="632312"/>
                  </a:lnTo>
                  <a:lnTo>
                    <a:pt x="4717780" y="631688"/>
                  </a:lnTo>
                  <a:lnTo>
                    <a:pt x="4717780" y="631065"/>
                  </a:lnTo>
                  <a:lnTo>
                    <a:pt x="4717888" y="631065"/>
                  </a:lnTo>
                  <a:lnTo>
                    <a:pt x="4717997" y="631065"/>
                  </a:lnTo>
                  <a:lnTo>
                    <a:pt x="4718105" y="631065"/>
                  </a:lnTo>
                  <a:lnTo>
                    <a:pt x="4718214" y="631065"/>
                  </a:lnTo>
                  <a:lnTo>
                    <a:pt x="4718322" y="631065"/>
                  </a:lnTo>
                  <a:lnTo>
                    <a:pt x="4718431" y="631065"/>
                  </a:lnTo>
                  <a:lnTo>
                    <a:pt x="4718539" y="631065"/>
                  </a:lnTo>
                  <a:lnTo>
                    <a:pt x="4718648" y="631065"/>
                  </a:lnTo>
                  <a:lnTo>
                    <a:pt x="4718756" y="631065"/>
                  </a:lnTo>
                  <a:lnTo>
                    <a:pt x="4718864" y="631065"/>
                  </a:lnTo>
                  <a:lnTo>
                    <a:pt x="4718973" y="631065"/>
                  </a:lnTo>
                  <a:lnTo>
                    <a:pt x="4719081" y="631065"/>
                  </a:lnTo>
                  <a:lnTo>
                    <a:pt x="4719190" y="631065"/>
                  </a:lnTo>
                  <a:lnTo>
                    <a:pt x="4719298" y="631065"/>
                  </a:lnTo>
                  <a:lnTo>
                    <a:pt x="4719407" y="631065"/>
                  </a:lnTo>
                  <a:lnTo>
                    <a:pt x="4719515" y="631065"/>
                  </a:lnTo>
                  <a:lnTo>
                    <a:pt x="4719624" y="631065"/>
                  </a:lnTo>
                  <a:lnTo>
                    <a:pt x="4719624" y="630441"/>
                  </a:lnTo>
                  <a:lnTo>
                    <a:pt x="4719732" y="630441"/>
                  </a:lnTo>
                  <a:lnTo>
                    <a:pt x="4719840" y="630441"/>
                  </a:lnTo>
                  <a:lnTo>
                    <a:pt x="4719949" y="630441"/>
                  </a:lnTo>
                  <a:lnTo>
                    <a:pt x="4720057" y="630441"/>
                  </a:lnTo>
                  <a:lnTo>
                    <a:pt x="4720166" y="630441"/>
                  </a:lnTo>
                  <a:lnTo>
                    <a:pt x="4720166" y="629818"/>
                  </a:lnTo>
                  <a:lnTo>
                    <a:pt x="4720274" y="629818"/>
                  </a:lnTo>
                  <a:lnTo>
                    <a:pt x="4720383" y="629818"/>
                  </a:lnTo>
                  <a:lnTo>
                    <a:pt x="4720491" y="629818"/>
                  </a:lnTo>
                  <a:lnTo>
                    <a:pt x="4720600" y="629818"/>
                  </a:lnTo>
                  <a:lnTo>
                    <a:pt x="4720708" y="629818"/>
                  </a:lnTo>
                  <a:lnTo>
                    <a:pt x="4720708" y="629194"/>
                  </a:lnTo>
                  <a:lnTo>
                    <a:pt x="4720816" y="629194"/>
                  </a:lnTo>
                  <a:lnTo>
                    <a:pt x="4720925" y="629194"/>
                  </a:lnTo>
                  <a:lnTo>
                    <a:pt x="4721033" y="629194"/>
                  </a:lnTo>
                  <a:lnTo>
                    <a:pt x="4721142" y="629194"/>
                  </a:lnTo>
                  <a:lnTo>
                    <a:pt x="4721250" y="629194"/>
                  </a:lnTo>
                  <a:lnTo>
                    <a:pt x="4721359" y="629194"/>
                  </a:lnTo>
                  <a:lnTo>
                    <a:pt x="4721467" y="629194"/>
                  </a:lnTo>
                  <a:lnTo>
                    <a:pt x="4721576" y="629194"/>
                  </a:lnTo>
                  <a:lnTo>
                    <a:pt x="4721684" y="629194"/>
                  </a:lnTo>
                  <a:lnTo>
                    <a:pt x="4721793" y="629194"/>
                  </a:lnTo>
                  <a:lnTo>
                    <a:pt x="4721901" y="629194"/>
                  </a:lnTo>
                  <a:lnTo>
                    <a:pt x="4722009" y="629194"/>
                  </a:lnTo>
                  <a:lnTo>
                    <a:pt x="4722118" y="629194"/>
                  </a:lnTo>
                  <a:lnTo>
                    <a:pt x="4722226" y="629194"/>
                  </a:lnTo>
                  <a:lnTo>
                    <a:pt x="4722335" y="629194"/>
                  </a:lnTo>
                  <a:lnTo>
                    <a:pt x="4722443" y="629194"/>
                  </a:lnTo>
                  <a:lnTo>
                    <a:pt x="4722552" y="629194"/>
                  </a:lnTo>
                  <a:lnTo>
                    <a:pt x="4722660" y="629194"/>
                  </a:lnTo>
                  <a:lnTo>
                    <a:pt x="4722769" y="629194"/>
                  </a:lnTo>
                  <a:lnTo>
                    <a:pt x="4722877" y="629194"/>
                  </a:lnTo>
                  <a:lnTo>
                    <a:pt x="4722985" y="629194"/>
                  </a:lnTo>
                  <a:lnTo>
                    <a:pt x="4723094" y="629194"/>
                  </a:lnTo>
                  <a:lnTo>
                    <a:pt x="4723202" y="629194"/>
                  </a:lnTo>
                  <a:lnTo>
                    <a:pt x="4723311" y="629194"/>
                  </a:lnTo>
                  <a:lnTo>
                    <a:pt x="4723419" y="629194"/>
                  </a:lnTo>
                  <a:lnTo>
                    <a:pt x="4723419" y="628570"/>
                  </a:lnTo>
                  <a:lnTo>
                    <a:pt x="4723528" y="628570"/>
                  </a:lnTo>
                  <a:lnTo>
                    <a:pt x="4723528" y="627947"/>
                  </a:lnTo>
                  <a:lnTo>
                    <a:pt x="4723636" y="627947"/>
                  </a:lnTo>
                  <a:lnTo>
                    <a:pt x="4723745" y="627947"/>
                  </a:lnTo>
                  <a:lnTo>
                    <a:pt x="4723853" y="627947"/>
                  </a:lnTo>
                  <a:lnTo>
                    <a:pt x="4723961" y="627947"/>
                  </a:lnTo>
                  <a:lnTo>
                    <a:pt x="4724070" y="627947"/>
                  </a:lnTo>
                  <a:lnTo>
                    <a:pt x="4724178" y="627947"/>
                  </a:lnTo>
                  <a:lnTo>
                    <a:pt x="4724287" y="627947"/>
                  </a:lnTo>
                  <a:lnTo>
                    <a:pt x="4724395" y="627947"/>
                  </a:lnTo>
                  <a:lnTo>
                    <a:pt x="4724504" y="627947"/>
                  </a:lnTo>
                  <a:lnTo>
                    <a:pt x="4724612" y="627947"/>
                  </a:lnTo>
                  <a:lnTo>
                    <a:pt x="4724721" y="627947"/>
                  </a:lnTo>
                  <a:lnTo>
                    <a:pt x="4724829" y="627947"/>
                  </a:lnTo>
                  <a:lnTo>
                    <a:pt x="4724937" y="627947"/>
                  </a:lnTo>
                  <a:lnTo>
                    <a:pt x="4725046" y="627947"/>
                  </a:lnTo>
                  <a:lnTo>
                    <a:pt x="4725154" y="627947"/>
                  </a:lnTo>
                  <a:lnTo>
                    <a:pt x="4725263" y="627947"/>
                  </a:lnTo>
                  <a:lnTo>
                    <a:pt x="4725371" y="627947"/>
                  </a:lnTo>
                  <a:lnTo>
                    <a:pt x="4725480" y="627947"/>
                  </a:lnTo>
                  <a:lnTo>
                    <a:pt x="4725588" y="627947"/>
                  </a:lnTo>
                  <a:lnTo>
                    <a:pt x="4725697" y="627947"/>
                  </a:lnTo>
                  <a:lnTo>
                    <a:pt x="4725805" y="627947"/>
                  </a:lnTo>
                  <a:lnTo>
                    <a:pt x="4725914" y="627947"/>
                  </a:lnTo>
                  <a:lnTo>
                    <a:pt x="4726022" y="627947"/>
                  </a:lnTo>
                  <a:lnTo>
                    <a:pt x="4726130" y="627947"/>
                  </a:lnTo>
                  <a:lnTo>
                    <a:pt x="4726130" y="627323"/>
                  </a:lnTo>
                  <a:lnTo>
                    <a:pt x="4726239" y="627323"/>
                  </a:lnTo>
                  <a:lnTo>
                    <a:pt x="4726347" y="627323"/>
                  </a:lnTo>
                  <a:lnTo>
                    <a:pt x="4726456" y="627323"/>
                  </a:lnTo>
                  <a:lnTo>
                    <a:pt x="4726564" y="627323"/>
                  </a:lnTo>
                  <a:lnTo>
                    <a:pt x="4726564" y="626700"/>
                  </a:lnTo>
                  <a:lnTo>
                    <a:pt x="4726673" y="626700"/>
                  </a:lnTo>
                  <a:lnTo>
                    <a:pt x="4726781" y="626700"/>
                  </a:lnTo>
                  <a:lnTo>
                    <a:pt x="4726890" y="626700"/>
                  </a:lnTo>
                  <a:lnTo>
                    <a:pt x="4726998" y="626700"/>
                  </a:lnTo>
                  <a:lnTo>
                    <a:pt x="4727106" y="626700"/>
                  </a:lnTo>
                  <a:lnTo>
                    <a:pt x="4727215" y="626700"/>
                  </a:lnTo>
                  <a:lnTo>
                    <a:pt x="4727323" y="626700"/>
                  </a:lnTo>
                  <a:lnTo>
                    <a:pt x="4727432" y="626700"/>
                  </a:lnTo>
                  <a:lnTo>
                    <a:pt x="4727540" y="626700"/>
                  </a:lnTo>
                  <a:lnTo>
                    <a:pt x="4727649" y="626700"/>
                  </a:lnTo>
                  <a:lnTo>
                    <a:pt x="4727757" y="626700"/>
                  </a:lnTo>
                  <a:lnTo>
                    <a:pt x="4727866" y="626700"/>
                  </a:lnTo>
                  <a:lnTo>
                    <a:pt x="4727866" y="626076"/>
                  </a:lnTo>
                  <a:lnTo>
                    <a:pt x="4727974" y="626076"/>
                  </a:lnTo>
                  <a:lnTo>
                    <a:pt x="4728082" y="626076"/>
                  </a:lnTo>
                  <a:lnTo>
                    <a:pt x="4728082" y="625453"/>
                  </a:lnTo>
                  <a:lnTo>
                    <a:pt x="4728191" y="625453"/>
                  </a:lnTo>
                  <a:lnTo>
                    <a:pt x="4728299" y="625453"/>
                  </a:lnTo>
                  <a:lnTo>
                    <a:pt x="4728408" y="625453"/>
                  </a:lnTo>
                  <a:lnTo>
                    <a:pt x="4728516" y="625453"/>
                  </a:lnTo>
                  <a:lnTo>
                    <a:pt x="4728516" y="624829"/>
                  </a:lnTo>
                  <a:lnTo>
                    <a:pt x="4728625" y="624829"/>
                  </a:lnTo>
                  <a:lnTo>
                    <a:pt x="4728733" y="624829"/>
                  </a:lnTo>
                  <a:lnTo>
                    <a:pt x="4728842" y="624829"/>
                  </a:lnTo>
                  <a:lnTo>
                    <a:pt x="4728842" y="624205"/>
                  </a:lnTo>
                  <a:lnTo>
                    <a:pt x="4728950" y="624205"/>
                  </a:lnTo>
                  <a:lnTo>
                    <a:pt x="4729058" y="624205"/>
                  </a:lnTo>
                  <a:lnTo>
                    <a:pt x="4729167" y="624205"/>
                  </a:lnTo>
                  <a:lnTo>
                    <a:pt x="4729275" y="624205"/>
                  </a:lnTo>
                  <a:lnTo>
                    <a:pt x="4729384" y="624205"/>
                  </a:lnTo>
                  <a:lnTo>
                    <a:pt x="4729492" y="624205"/>
                  </a:lnTo>
                  <a:lnTo>
                    <a:pt x="4729601" y="624205"/>
                  </a:lnTo>
                  <a:lnTo>
                    <a:pt x="4729709" y="624205"/>
                  </a:lnTo>
                  <a:lnTo>
                    <a:pt x="4729818" y="624205"/>
                  </a:lnTo>
                  <a:lnTo>
                    <a:pt x="4729926" y="624205"/>
                  </a:lnTo>
                  <a:lnTo>
                    <a:pt x="4730034" y="624205"/>
                  </a:lnTo>
                  <a:lnTo>
                    <a:pt x="4730143" y="624205"/>
                  </a:lnTo>
                  <a:lnTo>
                    <a:pt x="4730251" y="624205"/>
                  </a:lnTo>
                  <a:lnTo>
                    <a:pt x="4730360" y="624205"/>
                  </a:lnTo>
                  <a:lnTo>
                    <a:pt x="4730468" y="624205"/>
                  </a:lnTo>
                  <a:lnTo>
                    <a:pt x="4730577" y="624205"/>
                  </a:lnTo>
                  <a:lnTo>
                    <a:pt x="4730685" y="624205"/>
                  </a:lnTo>
                  <a:lnTo>
                    <a:pt x="4730794" y="624205"/>
                  </a:lnTo>
                  <a:lnTo>
                    <a:pt x="4730902" y="624205"/>
                  </a:lnTo>
                  <a:lnTo>
                    <a:pt x="4731011" y="624205"/>
                  </a:lnTo>
                  <a:lnTo>
                    <a:pt x="4731119" y="624205"/>
                  </a:lnTo>
                  <a:lnTo>
                    <a:pt x="4731227" y="624205"/>
                  </a:lnTo>
                  <a:lnTo>
                    <a:pt x="4731336" y="624205"/>
                  </a:lnTo>
                  <a:lnTo>
                    <a:pt x="4731444" y="624205"/>
                  </a:lnTo>
                  <a:lnTo>
                    <a:pt x="4731553" y="624205"/>
                  </a:lnTo>
                  <a:lnTo>
                    <a:pt x="4731553" y="623582"/>
                  </a:lnTo>
                  <a:lnTo>
                    <a:pt x="4731661" y="623582"/>
                  </a:lnTo>
                  <a:lnTo>
                    <a:pt x="4731770" y="623582"/>
                  </a:lnTo>
                  <a:lnTo>
                    <a:pt x="4731878" y="623582"/>
                  </a:lnTo>
                  <a:lnTo>
                    <a:pt x="4731987" y="623582"/>
                  </a:lnTo>
                  <a:lnTo>
                    <a:pt x="4732095" y="623582"/>
                  </a:lnTo>
                  <a:lnTo>
                    <a:pt x="4732203" y="623582"/>
                  </a:lnTo>
                  <a:lnTo>
                    <a:pt x="4732312" y="623582"/>
                  </a:lnTo>
                  <a:lnTo>
                    <a:pt x="4732420" y="623582"/>
                  </a:lnTo>
                  <a:lnTo>
                    <a:pt x="4732529" y="623582"/>
                  </a:lnTo>
                  <a:lnTo>
                    <a:pt x="4732637" y="623582"/>
                  </a:lnTo>
                  <a:lnTo>
                    <a:pt x="4732746" y="623582"/>
                  </a:lnTo>
                  <a:lnTo>
                    <a:pt x="4732854" y="623582"/>
                  </a:lnTo>
                  <a:lnTo>
                    <a:pt x="4732963" y="623582"/>
                  </a:lnTo>
                  <a:lnTo>
                    <a:pt x="4733071" y="623582"/>
                  </a:lnTo>
                  <a:lnTo>
                    <a:pt x="4733179" y="623582"/>
                  </a:lnTo>
                  <a:lnTo>
                    <a:pt x="4733288" y="623582"/>
                  </a:lnTo>
                  <a:lnTo>
                    <a:pt x="4733396" y="623582"/>
                  </a:lnTo>
                  <a:lnTo>
                    <a:pt x="4733505" y="623582"/>
                  </a:lnTo>
                  <a:lnTo>
                    <a:pt x="4733613" y="623582"/>
                  </a:lnTo>
                  <a:lnTo>
                    <a:pt x="4733722" y="623582"/>
                  </a:lnTo>
                  <a:lnTo>
                    <a:pt x="4733830" y="623582"/>
                  </a:lnTo>
                  <a:lnTo>
                    <a:pt x="4733939" y="623582"/>
                  </a:lnTo>
                  <a:lnTo>
                    <a:pt x="4734047" y="623582"/>
                  </a:lnTo>
                  <a:lnTo>
                    <a:pt x="4734155" y="623582"/>
                  </a:lnTo>
                  <a:lnTo>
                    <a:pt x="4734264" y="623582"/>
                  </a:lnTo>
                  <a:lnTo>
                    <a:pt x="4734372" y="623582"/>
                  </a:lnTo>
                  <a:lnTo>
                    <a:pt x="4734481" y="623582"/>
                  </a:lnTo>
                  <a:lnTo>
                    <a:pt x="4734589" y="623582"/>
                  </a:lnTo>
                  <a:lnTo>
                    <a:pt x="4734698" y="623582"/>
                  </a:lnTo>
                  <a:lnTo>
                    <a:pt x="4734806" y="623582"/>
                  </a:lnTo>
                  <a:lnTo>
                    <a:pt x="4734915" y="623582"/>
                  </a:lnTo>
                  <a:lnTo>
                    <a:pt x="4735023" y="623582"/>
                  </a:lnTo>
                  <a:lnTo>
                    <a:pt x="4735132" y="623582"/>
                  </a:lnTo>
                  <a:lnTo>
                    <a:pt x="4735240" y="623582"/>
                  </a:lnTo>
                  <a:lnTo>
                    <a:pt x="4735348" y="623582"/>
                  </a:lnTo>
                  <a:lnTo>
                    <a:pt x="4735457" y="623582"/>
                  </a:lnTo>
                  <a:lnTo>
                    <a:pt x="4735565" y="623582"/>
                  </a:lnTo>
                  <a:lnTo>
                    <a:pt x="4735674" y="623582"/>
                  </a:lnTo>
                  <a:lnTo>
                    <a:pt x="4735674" y="622958"/>
                  </a:lnTo>
                  <a:lnTo>
                    <a:pt x="4735782" y="622958"/>
                  </a:lnTo>
                  <a:lnTo>
                    <a:pt x="4735891" y="622958"/>
                  </a:lnTo>
                  <a:lnTo>
                    <a:pt x="4735891" y="622335"/>
                  </a:lnTo>
                  <a:lnTo>
                    <a:pt x="4735891" y="621711"/>
                  </a:lnTo>
                  <a:lnTo>
                    <a:pt x="4735999" y="621711"/>
                  </a:lnTo>
                  <a:lnTo>
                    <a:pt x="4736108" y="621711"/>
                  </a:lnTo>
                  <a:lnTo>
                    <a:pt x="4736216" y="621711"/>
                  </a:lnTo>
                  <a:lnTo>
                    <a:pt x="4736324" y="621711"/>
                  </a:lnTo>
                  <a:lnTo>
                    <a:pt x="4736433" y="621711"/>
                  </a:lnTo>
                  <a:lnTo>
                    <a:pt x="4736541" y="621711"/>
                  </a:lnTo>
                  <a:lnTo>
                    <a:pt x="4736650" y="621711"/>
                  </a:lnTo>
                  <a:lnTo>
                    <a:pt x="4736650" y="621087"/>
                  </a:lnTo>
                  <a:lnTo>
                    <a:pt x="4736758" y="621087"/>
                  </a:lnTo>
                  <a:lnTo>
                    <a:pt x="4736867" y="621087"/>
                  </a:lnTo>
                  <a:lnTo>
                    <a:pt x="4736975" y="621087"/>
                  </a:lnTo>
                  <a:lnTo>
                    <a:pt x="4737084" y="621087"/>
                  </a:lnTo>
                  <a:lnTo>
                    <a:pt x="4737192" y="621087"/>
                  </a:lnTo>
                  <a:lnTo>
                    <a:pt x="4737300" y="621087"/>
                  </a:lnTo>
                  <a:lnTo>
                    <a:pt x="4737409" y="621087"/>
                  </a:lnTo>
                  <a:lnTo>
                    <a:pt x="4737517" y="621087"/>
                  </a:lnTo>
                  <a:lnTo>
                    <a:pt x="4737626" y="621087"/>
                  </a:lnTo>
                  <a:lnTo>
                    <a:pt x="4737734" y="621087"/>
                  </a:lnTo>
                  <a:lnTo>
                    <a:pt x="4737843" y="621087"/>
                  </a:lnTo>
                  <a:lnTo>
                    <a:pt x="4737951" y="621087"/>
                  </a:lnTo>
                  <a:lnTo>
                    <a:pt x="4738060" y="621087"/>
                  </a:lnTo>
                  <a:lnTo>
                    <a:pt x="4738168" y="621087"/>
                  </a:lnTo>
                  <a:lnTo>
                    <a:pt x="4738168" y="620464"/>
                  </a:lnTo>
                  <a:lnTo>
                    <a:pt x="4738276" y="620464"/>
                  </a:lnTo>
                  <a:lnTo>
                    <a:pt x="4738385" y="620464"/>
                  </a:lnTo>
                  <a:lnTo>
                    <a:pt x="4738385" y="619840"/>
                  </a:lnTo>
                  <a:lnTo>
                    <a:pt x="4738385" y="619217"/>
                  </a:lnTo>
                  <a:lnTo>
                    <a:pt x="4738493" y="619217"/>
                  </a:lnTo>
                  <a:lnTo>
                    <a:pt x="4738602" y="619217"/>
                  </a:lnTo>
                  <a:lnTo>
                    <a:pt x="4738710" y="619217"/>
                  </a:lnTo>
                  <a:lnTo>
                    <a:pt x="4738819" y="619217"/>
                  </a:lnTo>
                  <a:lnTo>
                    <a:pt x="4738927" y="619217"/>
                  </a:lnTo>
                  <a:lnTo>
                    <a:pt x="4739036" y="619217"/>
                  </a:lnTo>
                  <a:lnTo>
                    <a:pt x="4739144" y="619217"/>
                  </a:lnTo>
                  <a:lnTo>
                    <a:pt x="4739144" y="618593"/>
                  </a:lnTo>
                  <a:lnTo>
                    <a:pt x="4739253" y="618593"/>
                  </a:lnTo>
                  <a:lnTo>
                    <a:pt x="4739361" y="618593"/>
                  </a:lnTo>
                  <a:lnTo>
                    <a:pt x="4739469" y="618593"/>
                  </a:lnTo>
                  <a:lnTo>
                    <a:pt x="4739578" y="618593"/>
                  </a:lnTo>
                  <a:lnTo>
                    <a:pt x="4739686" y="618593"/>
                  </a:lnTo>
                  <a:lnTo>
                    <a:pt x="4739795" y="618593"/>
                  </a:lnTo>
                  <a:lnTo>
                    <a:pt x="4739903" y="618593"/>
                  </a:lnTo>
                  <a:lnTo>
                    <a:pt x="4740012" y="618593"/>
                  </a:lnTo>
                  <a:lnTo>
                    <a:pt x="4740120" y="618593"/>
                  </a:lnTo>
                  <a:lnTo>
                    <a:pt x="4740229" y="618593"/>
                  </a:lnTo>
                  <a:lnTo>
                    <a:pt x="4740337" y="618593"/>
                  </a:lnTo>
                  <a:lnTo>
                    <a:pt x="4740445" y="618593"/>
                  </a:lnTo>
                  <a:lnTo>
                    <a:pt x="4740554" y="618593"/>
                  </a:lnTo>
                  <a:lnTo>
                    <a:pt x="4740662" y="618593"/>
                  </a:lnTo>
                  <a:lnTo>
                    <a:pt x="4740771" y="618593"/>
                  </a:lnTo>
                  <a:lnTo>
                    <a:pt x="4740771" y="617970"/>
                  </a:lnTo>
                  <a:lnTo>
                    <a:pt x="4740879" y="617970"/>
                  </a:lnTo>
                  <a:lnTo>
                    <a:pt x="4740988" y="617970"/>
                  </a:lnTo>
                  <a:lnTo>
                    <a:pt x="4741096" y="617970"/>
                  </a:lnTo>
                  <a:lnTo>
                    <a:pt x="4741205" y="617970"/>
                  </a:lnTo>
                  <a:lnTo>
                    <a:pt x="4741313" y="617970"/>
                  </a:lnTo>
                  <a:lnTo>
                    <a:pt x="4741421" y="617970"/>
                  </a:lnTo>
                  <a:lnTo>
                    <a:pt x="4741530" y="617970"/>
                  </a:lnTo>
                  <a:lnTo>
                    <a:pt x="4741638" y="617970"/>
                  </a:lnTo>
                  <a:lnTo>
                    <a:pt x="4741747" y="617970"/>
                  </a:lnTo>
                  <a:lnTo>
                    <a:pt x="4741855" y="617970"/>
                  </a:lnTo>
                  <a:lnTo>
                    <a:pt x="4741964" y="617970"/>
                  </a:lnTo>
                  <a:lnTo>
                    <a:pt x="4742072" y="617970"/>
                  </a:lnTo>
                  <a:lnTo>
                    <a:pt x="4742181" y="617970"/>
                  </a:lnTo>
                  <a:lnTo>
                    <a:pt x="4742289" y="617970"/>
                  </a:lnTo>
                  <a:lnTo>
                    <a:pt x="4742397" y="617970"/>
                  </a:lnTo>
                  <a:lnTo>
                    <a:pt x="4742506" y="617970"/>
                  </a:lnTo>
                  <a:lnTo>
                    <a:pt x="4742614" y="617970"/>
                  </a:lnTo>
                  <a:lnTo>
                    <a:pt x="4742723" y="617970"/>
                  </a:lnTo>
                  <a:lnTo>
                    <a:pt x="4742831" y="617970"/>
                  </a:lnTo>
                  <a:lnTo>
                    <a:pt x="4742940" y="617970"/>
                  </a:lnTo>
                  <a:lnTo>
                    <a:pt x="4743048" y="617970"/>
                  </a:lnTo>
                  <a:lnTo>
                    <a:pt x="4743157" y="617970"/>
                  </a:lnTo>
                  <a:lnTo>
                    <a:pt x="4743265" y="617970"/>
                  </a:lnTo>
                  <a:lnTo>
                    <a:pt x="4743374" y="617970"/>
                  </a:lnTo>
                  <a:lnTo>
                    <a:pt x="4743482" y="617970"/>
                  </a:lnTo>
                  <a:lnTo>
                    <a:pt x="4743590" y="617970"/>
                  </a:lnTo>
                  <a:lnTo>
                    <a:pt x="4743699" y="617970"/>
                  </a:lnTo>
                  <a:lnTo>
                    <a:pt x="4743807" y="617970"/>
                  </a:lnTo>
                  <a:lnTo>
                    <a:pt x="4743916" y="617970"/>
                  </a:lnTo>
                  <a:lnTo>
                    <a:pt x="4744024" y="617970"/>
                  </a:lnTo>
                  <a:lnTo>
                    <a:pt x="4744133" y="617970"/>
                  </a:lnTo>
                  <a:lnTo>
                    <a:pt x="4744241" y="617970"/>
                  </a:lnTo>
                  <a:lnTo>
                    <a:pt x="4744350" y="617970"/>
                  </a:lnTo>
                  <a:lnTo>
                    <a:pt x="4744458" y="617970"/>
                  </a:lnTo>
                  <a:lnTo>
                    <a:pt x="4744566" y="617970"/>
                  </a:lnTo>
                  <a:lnTo>
                    <a:pt x="4744566" y="617346"/>
                  </a:lnTo>
                  <a:lnTo>
                    <a:pt x="4744675" y="617346"/>
                  </a:lnTo>
                  <a:lnTo>
                    <a:pt x="4744783" y="617346"/>
                  </a:lnTo>
                  <a:lnTo>
                    <a:pt x="4744892" y="617346"/>
                  </a:lnTo>
                  <a:lnTo>
                    <a:pt x="4745000" y="617346"/>
                  </a:lnTo>
                  <a:lnTo>
                    <a:pt x="4745109" y="617346"/>
                  </a:lnTo>
                  <a:lnTo>
                    <a:pt x="4745217" y="617346"/>
                  </a:lnTo>
                  <a:lnTo>
                    <a:pt x="4745326" y="617346"/>
                  </a:lnTo>
                  <a:lnTo>
                    <a:pt x="4745434" y="617346"/>
                  </a:lnTo>
                  <a:lnTo>
                    <a:pt x="4745542" y="617346"/>
                  </a:lnTo>
                  <a:lnTo>
                    <a:pt x="4745542" y="616722"/>
                  </a:lnTo>
                  <a:lnTo>
                    <a:pt x="4745651" y="616722"/>
                  </a:lnTo>
                  <a:lnTo>
                    <a:pt x="4745759" y="616722"/>
                  </a:lnTo>
                  <a:lnTo>
                    <a:pt x="4745868" y="616722"/>
                  </a:lnTo>
                  <a:lnTo>
                    <a:pt x="4745976" y="616722"/>
                  </a:lnTo>
                  <a:lnTo>
                    <a:pt x="4745976" y="616099"/>
                  </a:lnTo>
                  <a:lnTo>
                    <a:pt x="4746085" y="616099"/>
                  </a:lnTo>
                  <a:lnTo>
                    <a:pt x="4746193" y="616099"/>
                  </a:lnTo>
                  <a:lnTo>
                    <a:pt x="4746302" y="616099"/>
                  </a:lnTo>
                  <a:lnTo>
                    <a:pt x="4746302" y="615475"/>
                  </a:lnTo>
                  <a:lnTo>
                    <a:pt x="4746410" y="615475"/>
                  </a:lnTo>
                  <a:lnTo>
                    <a:pt x="4746518" y="615475"/>
                  </a:lnTo>
                  <a:lnTo>
                    <a:pt x="4746518" y="614852"/>
                  </a:lnTo>
                  <a:lnTo>
                    <a:pt x="4746518" y="614228"/>
                  </a:lnTo>
                  <a:lnTo>
                    <a:pt x="4746627" y="614228"/>
                  </a:lnTo>
                  <a:lnTo>
                    <a:pt x="4746735" y="614228"/>
                  </a:lnTo>
                  <a:lnTo>
                    <a:pt x="4746844" y="614228"/>
                  </a:lnTo>
                  <a:lnTo>
                    <a:pt x="4746952" y="614228"/>
                  </a:lnTo>
                  <a:lnTo>
                    <a:pt x="4747061" y="614228"/>
                  </a:lnTo>
                  <a:lnTo>
                    <a:pt x="4747169" y="614228"/>
                  </a:lnTo>
                  <a:lnTo>
                    <a:pt x="4747278" y="614228"/>
                  </a:lnTo>
                  <a:lnTo>
                    <a:pt x="4747386" y="614228"/>
                  </a:lnTo>
                  <a:lnTo>
                    <a:pt x="4747495" y="614228"/>
                  </a:lnTo>
                  <a:lnTo>
                    <a:pt x="4747603" y="614228"/>
                  </a:lnTo>
                  <a:lnTo>
                    <a:pt x="4747711" y="614228"/>
                  </a:lnTo>
                  <a:lnTo>
                    <a:pt x="4747820" y="614228"/>
                  </a:lnTo>
                  <a:lnTo>
                    <a:pt x="4747928" y="614228"/>
                  </a:lnTo>
                  <a:lnTo>
                    <a:pt x="4748037" y="614228"/>
                  </a:lnTo>
                  <a:lnTo>
                    <a:pt x="4748145" y="614228"/>
                  </a:lnTo>
                  <a:lnTo>
                    <a:pt x="4748254" y="614228"/>
                  </a:lnTo>
                  <a:lnTo>
                    <a:pt x="4748362" y="614228"/>
                  </a:lnTo>
                  <a:lnTo>
                    <a:pt x="4748471" y="614228"/>
                  </a:lnTo>
                  <a:lnTo>
                    <a:pt x="4748579" y="614228"/>
                  </a:lnTo>
                  <a:lnTo>
                    <a:pt x="4748687" y="614228"/>
                  </a:lnTo>
                  <a:lnTo>
                    <a:pt x="4748796" y="614228"/>
                  </a:lnTo>
                  <a:lnTo>
                    <a:pt x="4748904" y="614228"/>
                  </a:lnTo>
                  <a:lnTo>
                    <a:pt x="4749013" y="614228"/>
                  </a:lnTo>
                  <a:lnTo>
                    <a:pt x="4749121" y="614228"/>
                  </a:lnTo>
                  <a:lnTo>
                    <a:pt x="4749230" y="614228"/>
                  </a:lnTo>
                  <a:lnTo>
                    <a:pt x="4749338" y="614228"/>
                  </a:lnTo>
                  <a:lnTo>
                    <a:pt x="4749447" y="614228"/>
                  </a:lnTo>
                  <a:lnTo>
                    <a:pt x="4749447" y="613605"/>
                  </a:lnTo>
                  <a:lnTo>
                    <a:pt x="4749555" y="613605"/>
                  </a:lnTo>
                  <a:lnTo>
                    <a:pt x="4749555" y="612981"/>
                  </a:lnTo>
                  <a:lnTo>
                    <a:pt x="4749663" y="612981"/>
                  </a:lnTo>
                  <a:lnTo>
                    <a:pt x="4749772" y="612981"/>
                  </a:lnTo>
                  <a:lnTo>
                    <a:pt x="4749880" y="612981"/>
                  </a:lnTo>
                  <a:lnTo>
                    <a:pt x="4749989" y="612981"/>
                  </a:lnTo>
                  <a:lnTo>
                    <a:pt x="4750097" y="612981"/>
                  </a:lnTo>
                  <a:lnTo>
                    <a:pt x="4750206" y="612981"/>
                  </a:lnTo>
                  <a:lnTo>
                    <a:pt x="4750206" y="612357"/>
                  </a:lnTo>
                  <a:lnTo>
                    <a:pt x="4750206" y="611734"/>
                  </a:lnTo>
                  <a:lnTo>
                    <a:pt x="4750314" y="611734"/>
                  </a:lnTo>
                  <a:lnTo>
                    <a:pt x="4750423" y="611734"/>
                  </a:lnTo>
                  <a:lnTo>
                    <a:pt x="4750531" y="611734"/>
                  </a:lnTo>
                  <a:lnTo>
                    <a:pt x="4750639" y="611734"/>
                  </a:lnTo>
                  <a:lnTo>
                    <a:pt x="4750748" y="611734"/>
                  </a:lnTo>
                  <a:lnTo>
                    <a:pt x="4750748" y="611110"/>
                  </a:lnTo>
                  <a:lnTo>
                    <a:pt x="4750856" y="611110"/>
                  </a:lnTo>
                  <a:lnTo>
                    <a:pt x="4750965" y="611110"/>
                  </a:lnTo>
                  <a:lnTo>
                    <a:pt x="4751073" y="611110"/>
                  </a:lnTo>
                  <a:lnTo>
                    <a:pt x="4751182" y="611110"/>
                  </a:lnTo>
                  <a:lnTo>
                    <a:pt x="4751290" y="611110"/>
                  </a:lnTo>
                  <a:lnTo>
                    <a:pt x="4751399" y="611110"/>
                  </a:lnTo>
                  <a:lnTo>
                    <a:pt x="4751507" y="611110"/>
                  </a:lnTo>
                  <a:lnTo>
                    <a:pt x="4751615" y="611110"/>
                  </a:lnTo>
                  <a:lnTo>
                    <a:pt x="4751724" y="611110"/>
                  </a:lnTo>
                  <a:lnTo>
                    <a:pt x="4751832" y="611110"/>
                  </a:lnTo>
                  <a:lnTo>
                    <a:pt x="4751941" y="611110"/>
                  </a:lnTo>
                  <a:lnTo>
                    <a:pt x="4751941" y="610487"/>
                  </a:lnTo>
                  <a:lnTo>
                    <a:pt x="4752049" y="610487"/>
                  </a:lnTo>
                  <a:lnTo>
                    <a:pt x="4752049" y="609863"/>
                  </a:lnTo>
                  <a:lnTo>
                    <a:pt x="4752049" y="609239"/>
                  </a:lnTo>
                  <a:lnTo>
                    <a:pt x="4752158" y="609239"/>
                  </a:lnTo>
                  <a:lnTo>
                    <a:pt x="4752266" y="609239"/>
                  </a:lnTo>
                  <a:lnTo>
                    <a:pt x="4752375" y="609239"/>
                  </a:lnTo>
                  <a:lnTo>
                    <a:pt x="4752375" y="608616"/>
                  </a:lnTo>
                  <a:lnTo>
                    <a:pt x="4752483" y="608616"/>
                  </a:lnTo>
                  <a:lnTo>
                    <a:pt x="4752592" y="608616"/>
                  </a:lnTo>
                  <a:lnTo>
                    <a:pt x="4752700" y="608616"/>
                  </a:lnTo>
                  <a:lnTo>
                    <a:pt x="4752808" y="608616"/>
                  </a:lnTo>
                  <a:lnTo>
                    <a:pt x="4752917" y="608616"/>
                  </a:lnTo>
                  <a:lnTo>
                    <a:pt x="4752917" y="607992"/>
                  </a:lnTo>
                  <a:lnTo>
                    <a:pt x="4753025" y="607992"/>
                  </a:lnTo>
                  <a:lnTo>
                    <a:pt x="4753134" y="607992"/>
                  </a:lnTo>
                  <a:lnTo>
                    <a:pt x="4753242" y="607992"/>
                  </a:lnTo>
                  <a:lnTo>
                    <a:pt x="4753351" y="607992"/>
                  </a:lnTo>
                  <a:lnTo>
                    <a:pt x="4753459" y="607992"/>
                  </a:lnTo>
                  <a:lnTo>
                    <a:pt x="4753568" y="607992"/>
                  </a:lnTo>
                  <a:lnTo>
                    <a:pt x="4753676" y="607992"/>
                  </a:lnTo>
                  <a:lnTo>
                    <a:pt x="4753784" y="607992"/>
                  </a:lnTo>
                  <a:lnTo>
                    <a:pt x="4753893" y="607992"/>
                  </a:lnTo>
                  <a:lnTo>
                    <a:pt x="4754001" y="607992"/>
                  </a:lnTo>
                  <a:lnTo>
                    <a:pt x="4754110" y="607992"/>
                  </a:lnTo>
                  <a:lnTo>
                    <a:pt x="4754218" y="607992"/>
                  </a:lnTo>
                  <a:lnTo>
                    <a:pt x="4754327" y="607992"/>
                  </a:lnTo>
                  <a:lnTo>
                    <a:pt x="4754435" y="607992"/>
                  </a:lnTo>
                  <a:lnTo>
                    <a:pt x="4754544" y="607992"/>
                  </a:lnTo>
                  <a:lnTo>
                    <a:pt x="4754652" y="607992"/>
                  </a:lnTo>
                  <a:lnTo>
                    <a:pt x="4754760" y="607992"/>
                  </a:lnTo>
                  <a:lnTo>
                    <a:pt x="4754869" y="607992"/>
                  </a:lnTo>
                  <a:lnTo>
                    <a:pt x="4754977" y="607992"/>
                  </a:lnTo>
                  <a:lnTo>
                    <a:pt x="4755086" y="607992"/>
                  </a:lnTo>
                  <a:lnTo>
                    <a:pt x="4755194" y="607992"/>
                  </a:lnTo>
                  <a:lnTo>
                    <a:pt x="4755194" y="607369"/>
                  </a:lnTo>
                  <a:lnTo>
                    <a:pt x="4755303" y="607369"/>
                  </a:lnTo>
                  <a:lnTo>
                    <a:pt x="4755303" y="606745"/>
                  </a:lnTo>
                  <a:lnTo>
                    <a:pt x="4755411" y="606745"/>
                  </a:lnTo>
                  <a:lnTo>
                    <a:pt x="4755520" y="606745"/>
                  </a:lnTo>
                  <a:lnTo>
                    <a:pt x="4755628" y="606745"/>
                  </a:lnTo>
                  <a:lnTo>
                    <a:pt x="4755736" y="606745"/>
                  </a:lnTo>
                  <a:lnTo>
                    <a:pt x="4755845" y="606745"/>
                  </a:lnTo>
                  <a:lnTo>
                    <a:pt x="4755953" y="606745"/>
                  </a:lnTo>
                  <a:lnTo>
                    <a:pt x="4756062" y="606745"/>
                  </a:lnTo>
                  <a:lnTo>
                    <a:pt x="4756170" y="606745"/>
                  </a:lnTo>
                  <a:lnTo>
                    <a:pt x="4756279" y="606745"/>
                  </a:lnTo>
                  <a:lnTo>
                    <a:pt x="4756387" y="606745"/>
                  </a:lnTo>
                  <a:lnTo>
                    <a:pt x="4756496" y="606745"/>
                  </a:lnTo>
                  <a:lnTo>
                    <a:pt x="4756604" y="606745"/>
                  </a:lnTo>
                  <a:lnTo>
                    <a:pt x="4756713" y="606745"/>
                  </a:lnTo>
                  <a:lnTo>
                    <a:pt x="4756713" y="606122"/>
                  </a:lnTo>
                  <a:lnTo>
                    <a:pt x="4756821" y="606122"/>
                  </a:lnTo>
                  <a:lnTo>
                    <a:pt x="4756929" y="606122"/>
                  </a:lnTo>
                  <a:lnTo>
                    <a:pt x="4756929" y="605498"/>
                  </a:lnTo>
                  <a:lnTo>
                    <a:pt x="4757038" y="605498"/>
                  </a:lnTo>
                  <a:lnTo>
                    <a:pt x="4757146" y="605498"/>
                  </a:lnTo>
                  <a:lnTo>
                    <a:pt x="4757255" y="605498"/>
                  </a:lnTo>
                  <a:lnTo>
                    <a:pt x="4757363" y="605498"/>
                  </a:lnTo>
                  <a:lnTo>
                    <a:pt x="4757472" y="605498"/>
                  </a:lnTo>
                  <a:lnTo>
                    <a:pt x="4757580" y="605498"/>
                  </a:lnTo>
                  <a:lnTo>
                    <a:pt x="4757689" y="605498"/>
                  </a:lnTo>
                  <a:lnTo>
                    <a:pt x="4757797" y="605498"/>
                  </a:lnTo>
                  <a:lnTo>
                    <a:pt x="4757905" y="605498"/>
                  </a:lnTo>
                  <a:lnTo>
                    <a:pt x="4758014" y="605498"/>
                  </a:lnTo>
                  <a:lnTo>
                    <a:pt x="4758122" y="605498"/>
                  </a:lnTo>
                  <a:lnTo>
                    <a:pt x="4758122" y="604874"/>
                  </a:lnTo>
                  <a:lnTo>
                    <a:pt x="4758231" y="604874"/>
                  </a:lnTo>
                  <a:lnTo>
                    <a:pt x="4758339" y="604874"/>
                  </a:lnTo>
                  <a:lnTo>
                    <a:pt x="4758448" y="604874"/>
                  </a:lnTo>
                  <a:lnTo>
                    <a:pt x="4758556" y="604874"/>
                  </a:lnTo>
                  <a:lnTo>
                    <a:pt x="4758665" y="604874"/>
                  </a:lnTo>
                  <a:lnTo>
                    <a:pt x="4758665" y="604251"/>
                  </a:lnTo>
                  <a:lnTo>
                    <a:pt x="4758773" y="604251"/>
                  </a:lnTo>
                  <a:lnTo>
                    <a:pt x="4758881" y="604251"/>
                  </a:lnTo>
                  <a:lnTo>
                    <a:pt x="4758990" y="604251"/>
                  </a:lnTo>
                  <a:lnTo>
                    <a:pt x="4759098" y="604251"/>
                  </a:lnTo>
                  <a:lnTo>
                    <a:pt x="4759207" y="604251"/>
                  </a:lnTo>
                  <a:lnTo>
                    <a:pt x="4759315" y="604251"/>
                  </a:lnTo>
                  <a:lnTo>
                    <a:pt x="4759424" y="604251"/>
                  </a:lnTo>
                  <a:lnTo>
                    <a:pt x="4759532" y="604251"/>
                  </a:lnTo>
                  <a:lnTo>
                    <a:pt x="4759641" y="604251"/>
                  </a:lnTo>
                  <a:lnTo>
                    <a:pt x="4759749" y="604251"/>
                  </a:lnTo>
                  <a:lnTo>
                    <a:pt x="4759749" y="603627"/>
                  </a:lnTo>
                  <a:lnTo>
                    <a:pt x="4759857" y="603627"/>
                  </a:lnTo>
                  <a:lnTo>
                    <a:pt x="4759966" y="603627"/>
                  </a:lnTo>
                  <a:lnTo>
                    <a:pt x="4760074" y="603627"/>
                  </a:lnTo>
                  <a:lnTo>
                    <a:pt x="4760183" y="603627"/>
                  </a:lnTo>
                  <a:lnTo>
                    <a:pt x="4760291" y="603627"/>
                  </a:lnTo>
                  <a:lnTo>
                    <a:pt x="4760400" y="603627"/>
                  </a:lnTo>
                  <a:lnTo>
                    <a:pt x="4760508" y="603627"/>
                  </a:lnTo>
                  <a:lnTo>
                    <a:pt x="4760508" y="603004"/>
                  </a:lnTo>
                  <a:lnTo>
                    <a:pt x="4760617" y="603004"/>
                  </a:lnTo>
                  <a:lnTo>
                    <a:pt x="4760725" y="603004"/>
                  </a:lnTo>
                  <a:lnTo>
                    <a:pt x="4760834" y="603004"/>
                  </a:lnTo>
                  <a:lnTo>
                    <a:pt x="4760942" y="603004"/>
                  </a:lnTo>
                  <a:lnTo>
                    <a:pt x="4761050" y="603004"/>
                  </a:lnTo>
                  <a:lnTo>
                    <a:pt x="4761159" y="603004"/>
                  </a:lnTo>
                  <a:lnTo>
                    <a:pt x="4761267" y="603004"/>
                  </a:lnTo>
                  <a:lnTo>
                    <a:pt x="4761376" y="603004"/>
                  </a:lnTo>
                  <a:lnTo>
                    <a:pt x="4761484" y="603004"/>
                  </a:lnTo>
                  <a:lnTo>
                    <a:pt x="4761593" y="603004"/>
                  </a:lnTo>
                  <a:lnTo>
                    <a:pt x="4761701" y="603004"/>
                  </a:lnTo>
                  <a:lnTo>
                    <a:pt x="4761810" y="603004"/>
                  </a:lnTo>
                  <a:lnTo>
                    <a:pt x="4761918" y="603004"/>
                  </a:lnTo>
                  <a:lnTo>
                    <a:pt x="4762026" y="603004"/>
                  </a:lnTo>
                  <a:lnTo>
                    <a:pt x="4762135" y="603004"/>
                  </a:lnTo>
                  <a:lnTo>
                    <a:pt x="4762243" y="603004"/>
                  </a:lnTo>
                  <a:lnTo>
                    <a:pt x="4762352" y="603004"/>
                  </a:lnTo>
                  <a:lnTo>
                    <a:pt x="4762460" y="603004"/>
                  </a:lnTo>
                  <a:lnTo>
                    <a:pt x="4762569" y="603004"/>
                  </a:lnTo>
                  <a:lnTo>
                    <a:pt x="4762677" y="603004"/>
                  </a:lnTo>
                  <a:lnTo>
                    <a:pt x="4762786" y="603004"/>
                  </a:lnTo>
                  <a:lnTo>
                    <a:pt x="4762894" y="603004"/>
                  </a:lnTo>
                  <a:lnTo>
                    <a:pt x="4763002" y="603004"/>
                  </a:lnTo>
                  <a:lnTo>
                    <a:pt x="4763111" y="603004"/>
                  </a:lnTo>
                  <a:lnTo>
                    <a:pt x="4763219" y="603004"/>
                  </a:lnTo>
                  <a:lnTo>
                    <a:pt x="4763328" y="603004"/>
                  </a:lnTo>
                  <a:lnTo>
                    <a:pt x="4763436" y="603004"/>
                  </a:lnTo>
                  <a:lnTo>
                    <a:pt x="4763436" y="602380"/>
                  </a:lnTo>
                  <a:lnTo>
                    <a:pt x="4763545" y="602380"/>
                  </a:lnTo>
                  <a:lnTo>
                    <a:pt x="4763653" y="602380"/>
                  </a:lnTo>
                  <a:lnTo>
                    <a:pt x="4763762" y="602380"/>
                  </a:lnTo>
                  <a:lnTo>
                    <a:pt x="4763870" y="602380"/>
                  </a:lnTo>
                  <a:lnTo>
                    <a:pt x="4763978" y="602380"/>
                  </a:lnTo>
                  <a:lnTo>
                    <a:pt x="4764087" y="602380"/>
                  </a:lnTo>
                  <a:lnTo>
                    <a:pt x="4764087" y="601756"/>
                  </a:lnTo>
                  <a:lnTo>
                    <a:pt x="4764195" y="601756"/>
                  </a:lnTo>
                  <a:lnTo>
                    <a:pt x="4764304" y="601756"/>
                  </a:lnTo>
                  <a:lnTo>
                    <a:pt x="4764412" y="601756"/>
                  </a:lnTo>
                  <a:lnTo>
                    <a:pt x="4764521" y="601756"/>
                  </a:lnTo>
                  <a:lnTo>
                    <a:pt x="4764629" y="601756"/>
                  </a:lnTo>
                  <a:lnTo>
                    <a:pt x="4764738" y="601756"/>
                  </a:lnTo>
                  <a:lnTo>
                    <a:pt x="4764846" y="601756"/>
                  </a:lnTo>
                  <a:lnTo>
                    <a:pt x="4764846" y="601133"/>
                  </a:lnTo>
                  <a:lnTo>
                    <a:pt x="4764955" y="601133"/>
                  </a:lnTo>
                  <a:lnTo>
                    <a:pt x="4765063" y="601133"/>
                  </a:lnTo>
                  <a:lnTo>
                    <a:pt x="4765171" y="601133"/>
                  </a:lnTo>
                  <a:lnTo>
                    <a:pt x="4765280" y="601133"/>
                  </a:lnTo>
                  <a:lnTo>
                    <a:pt x="4765388" y="601133"/>
                  </a:lnTo>
                  <a:lnTo>
                    <a:pt x="4765497" y="601133"/>
                  </a:lnTo>
                  <a:lnTo>
                    <a:pt x="4765605" y="601133"/>
                  </a:lnTo>
                  <a:lnTo>
                    <a:pt x="4765714" y="601133"/>
                  </a:lnTo>
                  <a:lnTo>
                    <a:pt x="4765822" y="601133"/>
                  </a:lnTo>
                  <a:lnTo>
                    <a:pt x="4765931" y="601133"/>
                  </a:lnTo>
                  <a:lnTo>
                    <a:pt x="4766039" y="601133"/>
                  </a:lnTo>
                  <a:lnTo>
                    <a:pt x="4766147" y="601133"/>
                  </a:lnTo>
                  <a:lnTo>
                    <a:pt x="4766256" y="601133"/>
                  </a:lnTo>
                  <a:lnTo>
                    <a:pt x="4766364" y="601133"/>
                  </a:lnTo>
                  <a:lnTo>
                    <a:pt x="4766473" y="601133"/>
                  </a:lnTo>
                  <a:lnTo>
                    <a:pt x="4766581" y="601133"/>
                  </a:lnTo>
                  <a:lnTo>
                    <a:pt x="4766581" y="600509"/>
                  </a:lnTo>
                  <a:lnTo>
                    <a:pt x="4766690" y="600509"/>
                  </a:lnTo>
                  <a:lnTo>
                    <a:pt x="4766798" y="600509"/>
                  </a:lnTo>
                  <a:lnTo>
                    <a:pt x="4766907" y="600509"/>
                  </a:lnTo>
                  <a:lnTo>
                    <a:pt x="4766907" y="599886"/>
                  </a:lnTo>
                  <a:lnTo>
                    <a:pt x="4767015" y="599886"/>
                  </a:lnTo>
                  <a:lnTo>
                    <a:pt x="4767123" y="599886"/>
                  </a:lnTo>
                  <a:lnTo>
                    <a:pt x="4767123" y="599262"/>
                  </a:lnTo>
                  <a:lnTo>
                    <a:pt x="4767232" y="599262"/>
                  </a:lnTo>
                  <a:lnTo>
                    <a:pt x="4767232" y="598639"/>
                  </a:lnTo>
                  <a:lnTo>
                    <a:pt x="4767340" y="598639"/>
                  </a:lnTo>
                  <a:lnTo>
                    <a:pt x="4767449" y="598639"/>
                  </a:lnTo>
                  <a:lnTo>
                    <a:pt x="4767557" y="598639"/>
                  </a:lnTo>
                  <a:lnTo>
                    <a:pt x="4767666" y="598639"/>
                  </a:lnTo>
                  <a:lnTo>
                    <a:pt x="4767774" y="598639"/>
                  </a:lnTo>
                  <a:lnTo>
                    <a:pt x="4767883" y="598639"/>
                  </a:lnTo>
                  <a:lnTo>
                    <a:pt x="4767991" y="598639"/>
                  </a:lnTo>
                  <a:lnTo>
                    <a:pt x="4768099" y="598639"/>
                  </a:lnTo>
                  <a:lnTo>
                    <a:pt x="4768208" y="598639"/>
                  </a:lnTo>
                  <a:lnTo>
                    <a:pt x="4768208" y="598015"/>
                  </a:lnTo>
                  <a:lnTo>
                    <a:pt x="4768316" y="598015"/>
                  </a:lnTo>
                  <a:lnTo>
                    <a:pt x="4768425" y="598015"/>
                  </a:lnTo>
                  <a:lnTo>
                    <a:pt x="4768533" y="598015"/>
                  </a:lnTo>
                  <a:lnTo>
                    <a:pt x="4768642" y="598015"/>
                  </a:lnTo>
                  <a:lnTo>
                    <a:pt x="4768750" y="598015"/>
                  </a:lnTo>
                  <a:lnTo>
                    <a:pt x="4768859" y="598015"/>
                  </a:lnTo>
                  <a:lnTo>
                    <a:pt x="4768967" y="598015"/>
                  </a:lnTo>
                  <a:lnTo>
                    <a:pt x="4769076" y="598015"/>
                  </a:lnTo>
                  <a:lnTo>
                    <a:pt x="4769184" y="598015"/>
                  </a:lnTo>
                  <a:lnTo>
                    <a:pt x="4769292" y="598015"/>
                  </a:lnTo>
                  <a:lnTo>
                    <a:pt x="4769292" y="597391"/>
                  </a:lnTo>
                  <a:lnTo>
                    <a:pt x="4769401" y="597391"/>
                  </a:lnTo>
                  <a:lnTo>
                    <a:pt x="4769509" y="597391"/>
                  </a:lnTo>
                  <a:lnTo>
                    <a:pt x="4769618" y="597391"/>
                  </a:lnTo>
                  <a:lnTo>
                    <a:pt x="4769726" y="597391"/>
                  </a:lnTo>
                  <a:lnTo>
                    <a:pt x="4769835" y="597391"/>
                  </a:lnTo>
                  <a:lnTo>
                    <a:pt x="4769943" y="597391"/>
                  </a:lnTo>
                  <a:lnTo>
                    <a:pt x="4770052" y="597391"/>
                  </a:lnTo>
                  <a:lnTo>
                    <a:pt x="4770160" y="597391"/>
                  </a:lnTo>
                  <a:lnTo>
                    <a:pt x="4770160" y="596768"/>
                  </a:lnTo>
                  <a:lnTo>
                    <a:pt x="4770268" y="596768"/>
                  </a:lnTo>
                  <a:lnTo>
                    <a:pt x="4770377" y="596768"/>
                  </a:lnTo>
                  <a:lnTo>
                    <a:pt x="4770377" y="596144"/>
                  </a:lnTo>
                  <a:lnTo>
                    <a:pt x="4770485" y="596144"/>
                  </a:lnTo>
                  <a:lnTo>
                    <a:pt x="4770594" y="596144"/>
                  </a:lnTo>
                  <a:lnTo>
                    <a:pt x="4770702" y="596144"/>
                  </a:lnTo>
                  <a:lnTo>
                    <a:pt x="4770811" y="596144"/>
                  </a:lnTo>
                  <a:lnTo>
                    <a:pt x="4770919" y="596144"/>
                  </a:lnTo>
                  <a:lnTo>
                    <a:pt x="4771028" y="596144"/>
                  </a:lnTo>
                  <a:lnTo>
                    <a:pt x="4771136" y="596144"/>
                  </a:lnTo>
                  <a:lnTo>
                    <a:pt x="4771244" y="596144"/>
                  </a:lnTo>
                  <a:lnTo>
                    <a:pt x="4771353" y="596144"/>
                  </a:lnTo>
                  <a:lnTo>
                    <a:pt x="4771461" y="596144"/>
                  </a:lnTo>
                  <a:lnTo>
                    <a:pt x="4771570" y="596144"/>
                  </a:lnTo>
                  <a:lnTo>
                    <a:pt x="4771678" y="596144"/>
                  </a:lnTo>
                  <a:lnTo>
                    <a:pt x="4771787" y="596144"/>
                  </a:lnTo>
                  <a:lnTo>
                    <a:pt x="4771895" y="596144"/>
                  </a:lnTo>
                  <a:lnTo>
                    <a:pt x="4772004" y="596144"/>
                  </a:lnTo>
                  <a:lnTo>
                    <a:pt x="4772112" y="596144"/>
                  </a:lnTo>
                  <a:lnTo>
                    <a:pt x="4772220" y="596144"/>
                  </a:lnTo>
                  <a:lnTo>
                    <a:pt x="4772329" y="596144"/>
                  </a:lnTo>
                  <a:lnTo>
                    <a:pt x="4772437" y="596144"/>
                  </a:lnTo>
                  <a:lnTo>
                    <a:pt x="4772546" y="596144"/>
                  </a:lnTo>
                  <a:lnTo>
                    <a:pt x="4772654" y="596144"/>
                  </a:lnTo>
                  <a:lnTo>
                    <a:pt x="4772763" y="596144"/>
                  </a:lnTo>
                  <a:lnTo>
                    <a:pt x="4772871" y="596144"/>
                  </a:lnTo>
                  <a:lnTo>
                    <a:pt x="4772980" y="596144"/>
                  </a:lnTo>
                  <a:lnTo>
                    <a:pt x="4773088" y="596144"/>
                  </a:lnTo>
                  <a:lnTo>
                    <a:pt x="4773197" y="596144"/>
                  </a:lnTo>
                  <a:lnTo>
                    <a:pt x="4773305" y="596144"/>
                  </a:lnTo>
                  <a:lnTo>
                    <a:pt x="4773413" y="596144"/>
                  </a:lnTo>
                  <a:lnTo>
                    <a:pt x="4773522" y="596144"/>
                  </a:lnTo>
                  <a:lnTo>
                    <a:pt x="4773630" y="596144"/>
                  </a:lnTo>
                  <a:lnTo>
                    <a:pt x="4773739" y="596144"/>
                  </a:lnTo>
                  <a:lnTo>
                    <a:pt x="4773847" y="596144"/>
                  </a:lnTo>
                  <a:lnTo>
                    <a:pt x="4773956" y="596144"/>
                  </a:lnTo>
                  <a:lnTo>
                    <a:pt x="4774064" y="596144"/>
                  </a:lnTo>
                  <a:lnTo>
                    <a:pt x="4774173" y="596144"/>
                  </a:lnTo>
                  <a:lnTo>
                    <a:pt x="4774281" y="596144"/>
                  </a:lnTo>
                  <a:lnTo>
                    <a:pt x="4774389" y="596144"/>
                  </a:lnTo>
                  <a:lnTo>
                    <a:pt x="4774498" y="596144"/>
                  </a:lnTo>
                  <a:lnTo>
                    <a:pt x="4774606" y="596144"/>
                  </a:lnTo>
                  <a:lnTo>
                    <a:pt x="4774715" y="596144"/>
                  </a:lnTo>
                  <a:lnTo>
                    <a:pt x="4774823" y="596144"/>
                  </a:lnTo>
                  <a:lnTo>
                    <a:pt x="4774932" y="596144"/>
                  </a:lnTo>
                  <a:lnTo>
                    <a:pt x="4775040" y="596144"/>
                  </a:lnTo>
                  <a:lnTo>
                    <a:pt x="4775149" y="596144"/>
                  </a:lnTo>
                  <a:lnTo>
                    <a:pt x="4775257" y="596144"/>
                  </a:lnTo>
                  <a:lnTo>
                    <a:pt x="4775365" y="596144"/>
                  </a:lnTo>
                  <a:lnTo>
                    <a:pt x="4775474" y="596144"/>
                  </a:lnTo>
                  <a:lnTo>
                    <a:pt x="4775582" y="596144"/>
                  </a:lnTo>
                  <a:lnTo>
                    <a:pt x="4775582" y="595521"/>
                  </a:lnTo>
                  <a:lnTo>
                    <a:pt x="4775691" y="595521"/>
                  </a:lnTo>
                  <a:lnTo>
                    <a:pt x="4775799" y="595521"/>
                  </a:lnTo>
                  <a:lnTo>
                    <a:pt x="4775908" y="595521"/>
                  </a:lnTo>
                  <a:lnTo>
                    <a:pt x="4776016" y="595521"/>
                  </a:lnTo>
                  <a:lnTo>
                    <a:pt x="4776016" y="594897"/>
                  </a:lnTo>
                  <a:lnTo>
                    <a:pt x="4776016" y="594273"/>
                  </a:lnTo>
                  <a:lnTo>
                    <a:pt x="4776125" y="594273"/>
                  </a:lnTo>
                  <a:lnTo>
                    <a:pt x="4776125" y="593650"/>
                  </a:lnTo>
                  <a:lnTo>
                    <a:pt x="4776233" y="593650"/>
                  </a:lnTo>
                  <a:lnTo>
                    <a:pt x="4776341" y="593650"/>
                  </a:lnTo>
                  <a:lnTo>
                    <a:pt x="4776450" y="593650"/>
                  </a:lnTo>
                  <a:lnTo>
                    <a:pt x="4776558" y="593650"/>
                  </a:lnTo>
                  <a:lnTo>
                    <a:pt x="4776667" y="593650"/>
                  </a:lnTo>
                  <a:lnTo>
                    <a:pt x="4776775" y="593650"/>
                  </a:lnTo>
                  <a:lnTo>
                    <a:pt x="4776884" y="593650"/>
                  </a:lnTo>
                  <a:lnTo>
                    <a:pt x="4776884" y="593026"/>
                  </a:lnTo>
                  <a:lnTo>
                    <a:pt x="4776992" y="593026"/>
                  </a:lnTo>
                  <a:lnTo>
                    <a:pt x="4777101" y="593026"/>
                  </a:lnTo>
                  <a:lnTo>
                    <a:pt x="4777209" y="593026"/>
                  </a:lnTo>
                  <a:lnTo>
                    <a:pt x="4777317" y="593026"/>
                  </a:lnTo>
                  <a:lnTo>
                    <a:pt x="4777426" y="593026"/>
                  </a:lnTo>
                  <a:lnTo>
                    <a:pt x="4777534" y="593026"/>
                  </a:lnTo>
                  <a:lnTo>
                    <a:pt x="4777534" y="592403"/>
                  </a:lnTo>
                  <a:lnTo>
                    <a:pt x="4777643" y="592403"/>
                  </a:lnTo>
                  <a:lnTo>
                    <a:pt x="4777751" y="592403"/>
                  </a:lnTo>
                  <a:lnTo>
                    <a:pt x="4777860" y="592403"/>
                  </a:lnTo>
                  <a:lnTo>
                    <a:pt x="4777968" y="592403"/>
                  </a:lnTo>
                  <a:lnTo>
                    <a:pt x="4778077" y="592403"/>
                  </a:lnTo>
                  <a:lnTo>
                    <a:pt x="4778185" y="592403"/>
                  </a:lnTo>
                  <a:lnTo>
                    <a:pt x="4778294" y="592403"/>
                  </a:lnTo>
                  <a:lnTo>
                    <a:pt x="4778402" y="592403"/>
                  </a:lnTo>
                  <a:lnTo>
                    <a:pt x="4778510" y="592403"/>
                  </a:lnTo>
                  <a:lnTo>
                    <a:pt x="4778619" y="592403"/>
                  </a:lnTo>
                  <a:lnTo>
                    <a:pt x="4778727" y="592403"/>
                  </a:lnTo>
                  <a:lnTo>
                    <a:pt x="4778836" y="592403"/>
                  </a:lnTo>
                  <a:lnTo>
                    <a:pt x="4778944" y="592403"/>
                  </a:lnTo>
                  <a:lnTo>
                    <a:pt x="4779053" y="592403"/>
                  </a:lnTo>
                  <a:lnTo>
                    <a:pt x="4779053" y="591779"/>
                  </a:lnTo>
                  <a:lnTo>
                    <a:pt x="4779161" y="591779"/>
                  </a:lnTo>
                  <a:lnTo>
                    <a:pt x="4779270" y="591779"/>
                  </a:lnTo>
                  <a:lnTo>
                    <a:pt x="4779270" y="591156"/>
                  </a:lnTo>
                  <a:lnTo>
                    <a:pt x="4779378" y="591156"/>
                  </a:lnTo>
                  <a:lnTo>
                    <a:pt x="4779486" y="591156"/>
                  </a:lnTo>
                  <a:lnTo>
                    <a:pt x="4779595" y="591156"/>
                  </a:lnTo>
                  <a:lnTo>
                    <a:pt x="4779703" y="591156"/>
                  </a:lnTo>
                  <a:lnTo>
                    <a:pt x="4779812" y="591156"/>
                  </a:lnTo>
                  <a:lnTo>
                    <a:pt x="4779920" y="591156"/>
                  </a:lnTo>
                  <a:lnTo>
                    <a:pt x="4780029" y="591156"/>
                  </a:lnTo>
                  <a:lnTo>
                    <a:pt x="4780137" y="591156"/>
                  </a:lnTo>
                  <a:lnTo>
                    <a:pt x="4780246" y="591156"/>
                  </a:lnTo>
                  <a:lnTo>
                    <a:pt x="4780354" y="591156"/>
                  </a:lnTo>
                  <a:lnTo>
                    <a:pt x="4780462" y="591156"/>
                  </a:lnTo>
                  <a:lnTo>
                    <a:pt x="4780571" y="591156"/>
                  </a:lnTo>
                  <a:lnTo>
                    <a:pt x="4780679" y="591156"/>
                  </a:lnTo>
                  <a:lnTo>
                    <a:pt x="4780788" y="591156"/>
                  </a:lnTo>
                  <a:lnTo>
                    <a:pt x="4780896" y="591156"/>
                  </a:lnTo>
                  <a:lnTo>
                    <a:pt x="4781005" y="591156"/>
                  </a:lnTo>
                  <a:lnTo>
                    <a:pt x="4781113" y="591156"/>
                  </a:lnTo>
                  <a:lnTo>
                    <a:pt x="4781222" y="591156"/>
                  </a:lnTo>
                  <a:lnTo>
                    <a:pt x="4781330" y="591156"/>
                  </a:lnTo>
                  <a:lnTo>
                    <a:pt x="4781438" y="591156"/>
                  </a:lnTo>
                  <a:lnTo>
                    <a:pt x="4781547" y="591156"/>
                  </a:lnTo>
                  <a:lnTo>
                    <a:pt x="4781655" y="591156"/>
                  </a:lnTo>
                  <a:lnTo>
                    <a:pt x="4781655" y="590532"/>
                  </a:lnTo>
                  <a:lnTo>
                    <a:pt x="4781764" y="590532"/>
                  </a:lnTo>
                  <a:lnTo>
                    <a:pt x="4781872" y="590532"/>
                  </a:lnTo>
                  <a:lnTo>
                    <a:pt x="4781981" y="590532"/>
                  </a:lnTo>
                  <a:lnTo>
                    <a:pt x="4781981" y="589908"/>
                  </a:lnTo>
                  <a:lnTo>
                    <a:pt x="4782089" y="589908"/>
                  </a:lnTo>
                  <a:lnTo>
                    <a:pt x="4782198" y="589908"/>
                  </a:lnTo>
                  <a:lnTo>
                    <a:pt x="4782306" y="589908"/>
                  </a:lnTo>
                  <a:lnTo>
                    <a:pt x="4782415" y="589908"/>
                  </a:lnTo>
                  <a:lnTo>
                    <a:pt x="4782523" y="589908"/>
                  </a:lnTo>
                  <a:lnTo>
                    <a:pt x="4782631" y="589908"/>
                  </a:lnTo>
                  <a:lnTo>
                    <a:pt x="4782740" y="589908"/>
                  </a:lnTo>
                  <a:lnTo>
                    <a:pt x="4782848" y="589908"/>
                  </a:lnTo>
                  <a:lnTo>
                    <a:pt x="4782957" y="589908"/>
                  </a:lnTo>
                  <a:lnTo>
                    <a:pt x="4783065" y="589908"/>
                  </a:lnTo>
                  <a:lnTo>
                    <a:pt x="4783174" y="589908"/>
                  </a:lnTo>
                  <a:lnTo>
                    <a:pt x="4783282" y="589908"/>
                  </a:lnTo>
                  <a:lnTo>
                    <a:pt x="4783391" y="589908"/>
                  </a:lnTo>
                  <a:lnTo>
                    <a:pt x="4783499" y="589908"/>
                  </a:lnTo>
                  <a:lnTo>
                    <a:pt x="4783607" y="589908"/>
                  </a:lnTo>
                  <a:lnTo>
                    <a:pt x="4783607" y="589285"/>
                  </a:lnTo>
                  <a:lnTo>
                    <a:pt x="4783716" y="589285"/>
                  </a:lnTo>
                  <a:lnTo>
                    <a:pt x="4783716" y="588661"/>
                  </a:lnTo>
                  <a:lnTo>
                    <a:pt x="4783824" y="588661"/>
                  </a:lnTo>
                  <a:lnTo>
                    <a:pt x="4783933" y="588661"/>
                  </a:lnTo>
                  <a:lnTo>
                    <a:pt x="4784041" y="588661"/>
                  </a:lnTo>
                  <a:lnTo>
                    <a:pt x="4784150" y="588661"/>
                  </a:lnTo>
                  <a:lnTo>
                    <a:pt x="4784258" y="588661"/>
                  </a:lnTo>
                  <a:lnTo>
                    <a:pt x="4784367" y="588661"/>
                  </a:lnTo>
                  <a:lnTo>
                    <a:pt x="4784475" y="588661"/>
                  </a:lnTo>
                  <a:lnTo>
                    <a:pt x="4784583" y="588661"/>
                  </a:lnTo>
                  <a:lnTo>
                    <a:pt x="4784692" y="588661"/>
                  </a:lnTo>
                  <a:lnTo>
                    <a:pt x="4784800" y="588661"/>
                  </a:lnTo>
                  <a:lnTo>
                    <a:pt x="4784800" y="588038"/>
                  </a:lnTo>
                  <a:lnTo>
                    <a:pt x="4784909" y="588038"/>
                  </a:lnTo>
                  <a:lnTo>
                    <a:pt x="4785017" y="588038"/>
                  </a:lnTo>
                  <a:lnTo>
                    <a:pt x="4785126" y="588038"/>
                  </a:lnTo>
                  <a:lnTo>
                    <a:pt x="4785234" y="588038"/>
                  </a:lnTo>
                  <a:lnTo>
                    <a:pt x="4785343" y="588038"/>
                  </a:lnTo>
                  <a:lnTo>
                    <a:pt x="4785343" y="587414"/>
                  </a:lnTo>
                  <a:lnTo>
                    <a:pt x="4785451" y="587414"/>
                  </a:lnTo>
                  <a:lnTo>
                    <a:pt x="4785559" y="587414"/>
                  </a:lnTo>
                  <a:lnTo>
                    <a:pt x="4785668" y="587414"/>
                  </a:lnTo>
                  <a:lnTo>
                    <a:pt x="4785776" y="587414"/>
                  </a:lnTo>
                  <a:lnTo>
                    <a:pt x="4785885" y="587414"/>
                  </a:lnTo>
                  <a:lnTo>
                    <a:pt x="4785993" y="587414"/>
                  </a:lnTo>
                  <a:lnTo>
                    <a:pt x="4786102" y="587414"/>
                  </a:lnTo>
                  <a:lnTo>
                    <a:pt x="4786210" y="587414"/>
                  </a:lnTo>
                  <a:lnTo>
                    <a:pt x="4786319" y="587414"/>
                  </a:lnTo>
                  <a:lnTo>
                    <a:pt x="4786427" y="587414"/>
                  </a:lnTo>
                  <a:lnTo>
                    <a:pt x="4786536" y="587414"/>
                  </a:lnTo>
                  <a:lnTo>
                    <a:pt x="4786644" y="587414"/>
                  </a:lnTo>
                  <a:lnTo>
                    <a:pt x="4786752" y="587414"/>
                  </a:lnTo>
                  <a:lnTo>
                    <a:pt x="4786861" y="587414"/>
                  </a:lnTo>
                  <a:lnTo>
                    <a:pt x="4786969" y="587414"/>
                  </a:lnTo>
                  <a:lnTo>
                    <a:pt x="4787078" y="587414"/>
                  </a:lnTo>
                  <a:lnTo>
                    <a:pt x="4787078" y="586790"/>
                  </a:lnTo>
                  <a:lnTo>
                    <a:pt x="4787186" y="586790"/>
                  </a:lnTo>
                  <a:lnTo>
                    <a:pt x="4787295" y="586790"/>
                  </a:lnTo>
                  <a:lnTo>
                    <a:pt x="4787403" y="586790"/>
                  </a:lnTo>
                  <a:lnTo>
                    <a:pt x="4787512" y="586790"/>
                  </a:lnTo>
                  <a:lnTo>
                    <a:pt x="4787620" y="586790"/>
                  </a:lnTo>
                  <a:lnTo>
                    <a:pt x="4787728" y="586790"/>
                  </a:lnTo>
                  <a:lnTo>
                    <a:pt x="4787728" y="586167"/>
                  </a:lnTo>
                  <a:lnTo>
                    <a:pt x="4787837" y="586167"/>
                  </a:lnTo>
                  <a:lnTo>
                    <a:pt x="4787945" y="586167"/>
                  </a:lnTo>
                  <a:lnTo>
                    <a:pt x="4788054" y="586167"/>
                  </a:lnTo>
                  <a:lnTo>
                    <a:pt x="4788162" y="586167"/>
                  </a:lnTo>
                  <a:lnTo>
                    <a:pt x="4788271" y="586167"/>
                  </a:lnTo>
                  <a:lnTo>
                    <a:pt x="4788379" y="586167"/>
                  </a:lnTo>
                  <a:lnTo>
                    <a:pt x="4788488" y="586167"/>
                  </a:lnTo>
                  <a:lnTo>
                    <a:pt x="4788596" y="586167"/>
                  </a:lnTo>
                  <a:lnTo>
                    <a:pt x="4788704" y="586167"/>
                  </a:lnTo>
                  <a:lnTo>
                    <a:pt x="4788813" y="586167"/>
                  </a:lnTo>
                  <a:lnTo>
                    <a:pt x="4788921" y="586167"/>
                  </a:lnTo>
                  <a:lnTo>
                    <a:pt x="4789030" y="586167"/>
                  </a:lnTo>
                  <a:lnTo>
                    <a:pt x="4789138" y="586167"/>
                  </a:lnTo>
                  <a:lnTo>
                    <a:pt x="4789247" y="586167"/>
                  </a:lnTo>
                  <a:lnTo>
                    <a:pt x="4789355" y="586167"/>
                  </a:lnTo>
                  <a:lnTo>
                    <a:pt x="4789464" y="586167"/>
                  </a:lnTo>
                  <a:lnTo>
                    <a:pt x="4789572" y="586167"/>
                  </a:lnTo>
                  <a:lnTo>
                    <a:pt x="4789572" y="585543"/>
                  </a:lnTo>
                  <a:lnTo>
                    <a:pt x="4789572" y="584920"/>
                  </a:lnTo>
                  <a:lnTo>
                    <a:pt x="4789680" y="584920"/>
                  </a:lnTo>
                  <a:lnTo>
                    <a:pt x="4789789" y="584920"/>
                  </a:lnTo>
                  <a:lnTo>
                    <a:pt x="4789897" y="584920"/>
                  </a:lnTo>
                  <a:lnTo>
                    <a:pt x="4790006" y="584920"/>
                  </a:lnTo>
                  <a:lnTo>
                    <a:pt x="4790114" y="584920"/>
                  </a:lnTo>
                  <a:lnTo>
                    <a:pt x="4790223" y="584920"/>
                  </a:lnTo>
                  <a:lnTo>
                    <a:pt x="4790331" y="584920"/>
                  </a:lnTo>
                  <a:lnTo>
                    <a:pt x="4790440" y="584920"/>
                  </a:lnTo>
                  <a:lnTo>
                    <a:pt x="4790548" y="584920"/>
                  </a:lnTo>
                  <a:lnTo>
                    <a:pt x="4790548" y="584296"/>
                  </a:lnTo>
                  <a:lnTo>
                    <a:pt x="4790657" y="584296"/>
                  </a:lnTo>
                  <a:lnTo>
                    <a:pt x="4790765" y="584296"/>
                  </a:lnTo>
                  <a:lnTo>
                    <a:pt x="4790873" y="584296"/>
                  </a:lnTo>
                  <a:lnTo>
                    <a:pt x="4790982" y="584296"/>
                  </a:lnTo>
                  <a:lnTo>
                    <a:pt x="4791090" y="584296"/>
                  </a:lnTo>
                  <a:lnTo>
                    <a:pt x="4791199" y="584296"/>
                  </a:lnTo>
                  <a:lnTo>
                    <a:pt x="4791307" y="584296"/>
                  </a:lnTo>
                  <a:lnTo>
                    <a:pt x="4791416" y="584296"/>
                  </a:lnTo>
                  <a:lnTo>
                    <a:pt x="4791524" y="584296"/>
                  </a:lnTo>
                  <a:lnTo>
                    <a:pt x="4791633" y="584296"/>
                  </a:lnTo>
                  <a:lnTo>
                    <a:pt x="4791741" y="584296"/>
                  </a:lnTo>
                  <a:lnTo>
                    <a:pt x="4791849" y="584296"/>
                  </a:lnTo>
                  <a:lnTo>
                    <a:pt x="4791958" y="584296"/>
                  </a:lnTo>
                  <a:lnTo>
                    <a:pt x="4792066" y="584296"/>
                  </a:lnTo>
                  <a:lnTo>
                    <a:pt x="4792175" y="584296"/>
                  </a:lnTo>
                  <a:lnTo>
                    <a:pt x="4792283" y="584296"/>
                  </a:lnTo>
                  <a:lnTo>
                    <a:pt x="4792283" y="583673"/>
                  </a:lnTo>
                  <a:lnTo>
                    <a:pt x="4792392" y="583673"/>
                  </a:lnTo>
                  <a:lnTo>
                    <a:pt x="4792500" y="583673"/>
                  </a:lnTo>
                  <a:lnTo>
                    <a:pt x="4792609" y="583673"/>
                  </a:lnTo>
                  <a:lnTo>
                    <a:pt x="4792717" y="583673"/>
                  </a:lnTo>
                  <a:lnTo>
                    <a:pt x="4792825" y="583673"/>
                  </a:lnTo>
                  <a:lnTo>
                    <a:pt x="4792934" y="583673"/>
                  </a:lnTo>
                  <a:lnTo>
                    <a:pt x="4792934" y="583049"/>
                  </a:lnTo>
                  <a:lnTo>
                    <a:pt x="4793042" y="583049"/>
                  </a:lnTo>
                  <a:lnTo>
                    <a:pt x="4793042" y="582425"/>
                  </a:lnTo>
                  <a:lnTo>
                    <a:pt x="4793151" y="582425"/>
                  </a:lnTo>
                  <a:lnTo>
                    <a:pt x="4793259" y="582425"/>
                  </a:lnTo>
                  <a:lnTo>
                    <a:pt x="4793368" y="582425"/>
                  </a:lnTo>
                  <a:lnTo>
                    <a:pt x="4793476" y="582425"/>
                  </a:lnTo>
                  <a:lnTo>
                    <a:pt x="4793585" y="582425"/>
                  </a:lnTo>
                  <a:lnTo>
                    <a:pt x="4793693" y="582425"/>
                  </a:lnTo>
                  <a:lnTo>
                    <a:pt x="4793693" y="581802"/>
                  </a:lnTo>
                  <a:lnTo>
                    <a:pt x="4793801" y="581802"/>
                  </a:lnTo>
                  <a:lnTo>
                    <a:pt x="4793910" y="581802"/>
                  </a:lnTo>
                  <a:lnTo>
                    <a:pt x="4794018" y="581802"/>
                  </a:lnTo>
                  <a:lnTo>
                    <a:pt x="4794127" y="581802"/>
                  </a:lnTo>
                  <a:lnTo>
                    <a:pt x="4794235" y="581802"/>
                  </a:lnTo>
                  <a:lnTo>
                    <a:pt x="4794344" y="581802"/>
                  </a:lnTo>
                  <a:lnTo>
                    <a:pt x="4794452" y="581802"/>
                  </a:lnTo>
                  <a:lnTo>
                    <a:pt x="4794561" y="581802"/>
                  </a:lnTo>
                  <a:lnTo>
                    <a:pt x="4794669" y="581802"/>
                  </a:lnTo>
                  <a:lnTo>
                    <a:pt x="4794778" y="581802"/>
                  </a:lnTo>
                  <a:lnTo>
                    <a:pt x="4794886" y="581802"/>
                  </a:lnTo>
                  <a:lnTo>
                    <a:pt x="4794886" y="581178"/>
                  </a:lnTo>
                  <a:lnTo>
                    <a:pt x="4794994" y="581178"/>
                  </a:lnTo>
                  <a:lnTo>
                    <a:pt x="4795103" y="581178"/>
                  </a:lnTo>
                  <a:lnTo>
                    <a:pt x="4795211" y="581178"/>
                  </a:lnTo>
                  <a:lnTo>
                    <a:pt x="4795320" y="581178"/>
                  </a:lnTo>
                  <a:lnTo>
                    <a:pt x="4795428" y="581178"/>
                  </a:lnTo>
                  <a:lnTo>
                    <a:pt x="4795537" y="581178"/>
                  </a:lnTo>
                  <a:lnTo>
                    <a:pt x="4795645" y="581178"/>
                  </a:lnTo>
                  <a:lnTo>
                    <a:pt x="4795754" y="581178"/>
                  </a:lnTo>
                  <a:lnTo>
                    <a:pt x="4795862" y="581178"/>
                  </a:lnTo>
                  <a:lnTo>
                    <a:pt x="4795970" y="581178"/>
                  </a:lnTo>
                  <a:lnTo>
                    <a:pt x="4796079" y="581178"/>
                  </a:lnTo>
                  <a:lnTo>
                    <a:pt x="4796187" y="581178"/>
                  </a:lnTo>
                  <a:lnTo>
                    <a:pt x="4796296" y="581178"/>
                  </a:lnTo>
                  <a:lnTo>
                    <a:pt x="4796404" y="581178"/>
                  </a:lnTo>
                  <a:lnTo>
                    <a:pt x="4796513" y="581178"/>
                  </a:lnTo>
                  <a:lnTo>
                    <a:pt x="4796621" y="581178"/>
                  </a:lnTo>
                  <a:lnTo>
                    <a:pt x="4796730" y="581178"/>
                  </a:lnTo>
                  <a:lnTo>
                    <a:pt x="4796838" y="581178"/>
                  </a:lnTo>
                  <a:lnTo>
                    <a:pt x="4796946" y="581178"/>
                  </a:lnTo>
                  <a:lnTo>
                    <a:pt x="4797055" y="581178"/>
                  </a:lnTo>
                  <a:lnTo>
                    <a:pt x="4797163" y="581178"/>
                  </a:lnTo>
                  <a:lnTo>
                    <a:pt x="4797272" y="581178"/>
                  </a:lnTo>
                  <a:lnTo>
                    <a:pt x="4797380" y="581178"/>
                  </a:lnTo>
                  <a:lnTo>
                    <a:pt x="4797380" y="580555"/>
                  </a:lnTo>
                  <a:lnTo>
                    <a:pt x="4797380" y="579931"/>
                  </a:lnTo>
                  <a:lnTo>
                    <a:pt x="4797489" y="579931"/>
                  </a:lnTo>
                  <a:lnTo>
                    <a:pt x="4797597" y="579931"/>
                  </a:lnTo>
                  <a:lnTo>
                    <a:pt x="4797706" y="579931"/>
                  </a:lnTo>
                  <a:lnTo>
                    <a:pt x="4797814" y="579931"/>
                  </a:lnTo>
                  <a:lnTo>
                    <a:pt x="4797814" y="579307"/>
                  </a:lnTo>
                  <a:lnTo>
                    <a:pt x="4797922" y="579307"/>
                  </a:lnTo>
                  <a:lnTo>
                    <a:pt x="4798031" y="579307"/>
                  </a:lnTo>
                  <a:lnTo>
                    <a:pt x="4798031" y="578684"/>
                  </a:lnTo>
                  <a:lnTo>
                    <a:pt x="4798139" y="578684"/>
                  </a:lnTo>
                  <a:lnTo>
                    <a:pt x="4798248" y="578684"/>
                  </a:lnTo>
                  <a:lnTo>
                    <a:pt x="4798356" y="578684"/>
                  </a:lnTo>
                  <a:lnTo>
                    <a:pt x="4798465" y="578684"/>
                  </a:lnTo>
                  <a:lnTo>
                    <a:pt x="4798573" y="578684"/>
                  </a:lnTo>
                  <a:lnTo>
                    <a:pt x="4798682" y="578684"/>
                  </a:lnTo>
                  <a:lnTo>
                    <a:pt x="4798790" y="578684"/>
                  </a:lnTo>
                  <a:lnTo>
                    <a:pt x="4798898" y="578684"/>
                  </a:lnTo>
                  <a:lnTo>
                    <a:pt x="4799007" y="578684"/>
                  </a:lnTo>
                  <a:lnTo>
                    <a:pt x="4799115" y="578684"/>
                  </a:lnTo>
                  <a:lnTo>
                    <a:pt x="4799224" y="578684"/>
                  </a:lnTo>
                  <a:lnTo>
                    <a:pt x="4799224" y="578060"/>
                  </a:lnTo>
                  <a:lnTo>
                    <a:pt x="4799332" y="578060"/>
                  </a:lnTo>
                  <a:lnTo>
                    <a:pt x="4799441" y="578060"/>
                  </a:lnTo>
                  <a:lnTo>
                    <a:pt x="4799441" y="577437"/>
                  </a:lnTo>
                  <a:lnTo>
                    <a:pt x="4799549" y="577437"/>
                  </a:lnTo>
                  <a:lnTo>
                    <a:pt x="4799658" y="577437"/>
                  </a:lnTo>
                  <a:lnTo>
                    <a:pt x="4799766" y="577437"/>
                  </a:lnTo>
                  <a:lnTo>
                    <a:pt x="4799875" y="577437"/>
                  </a:lnTo>
                  <a:lnTo>
                    <a:pt x="4799983" y="577437"/>
                  </a:lnTo>
                  <a:lnTo>
                    <a:pt x="4800091" y="577437"/>
                  </a:lnTo>
                  <a:lnTo>
                    <a:pt x="4800200" y="577437"/>
                  </a:lnTo>
                  <a:lnTo>
                    <a:pt x="4800308" y="577437"/>
                  </a:lnTo>
                  <a:lnTo>
                    <a:pt x="4800417" y="577437"/>
                  </a:lnTo>
                  <a:lnTo>
                    <a:pt x="4800525" y="577437"/>
                  </a:lnTo>
                  <a:lnTo>
                    <a:pt x="4800634" y="577437"/>
                  </a:lnTo>
                  <a:lnTo>
                    <a:pt x="4800742" y="577437"/>
                  </a:lnTo>
                  <a:lnTo>
                    <a:pt x="4800851" y="577437"/>
                  </a:lnTo>
                  <a:lnTo>
                    <a:pt x="4800959" y="577437"/>
                  </a:lnTo>
                  <a:lnTo>
                    <a:pt x="4801067" y="577437"/>
                  </a:lnTo>
                  <a:lnTo>
                    <a:pt x="4801176" y="577437"/>
                  </a:lnTo>
                  <a:lnTo>
                    <a:pt x="4801176" y="576813"/>
                  </a:lnTo>
                  <a:lnTo>
                    <a:pt x="4801284" y="576813"/>
                  </a:lnTo>
                  <a:lnTo>
                    <a:pt x="4801393" y="576813"/>
                  </a:lnTo>
                  <a:lnTo>
                    <a:pt x="4801501" y="576813"/>
                  </a:lnTo>
                  <a:lnTo>
                    <a:pt x="4801610" y="576813"/>
                  </a:lnTo>
                  <a:lnTo>
                    <a:pt x="4801718" y="576813"/>
                  </a:lnTo>
                  <a:lnTo>
                    <a:pt x="4801827" y="576813"/>
                  </a:lnTo>
                  <a:lnTo>
                    <a:pt x="4801935" y="576813"/>
                  </a:lnTo>
                  <a:lnTo>
                    <a:pt x="4802043" y="576813"/>
                  </a:lnTo>
                  <a:lnTo>
                    <a:pt x="4802152" y="576813"/>
                  </a:lnTo>
                  <a:lnTo>
                    <a:pt x="4802260" y="576813"/>
                  </a:lnTo>
                  <a:lnTo>
                    <a:pt x="4802369" y="576813"/>
                  </a:lnTo>
                  <a:lnTo>
                    <a:pt x="4802477" y="576813"/>
                  </a:lnTo>
                  <a:lnTo>
                    <a:pt x="4802586" y="576813"/>
                  </a:lnTo>
                  <a:lnTo>
                    <a:pt x="4802694" y="576813"/>
                  </a:lnTo>
                  <a:lnTo>
                    <a:pt x="4802803" y="576813"/>
                  </a:lnTo>
                  <a:lnTo>
                    <a:pt x="4802803" y="576190"/>
                  </a:lnTo>
                  <a:lnTo>
                    <a:pt x="4802911" y="576190"/>
                  </a:lnTo>
                  <a:lnTo>
                    <a:pt x="4803019" y="576190"/>
                  </a:lnTo>
                  <a:lnTo>
                    <a:pt x="4803128" y="576190"/>
                  </a:lnTo>
                  <a:lnTo>
                    <a:pt x="4803236" y="576190"/>
                  </a:lnTo>
                  <a:lnTo>
                    <a:pt x="4803345" y="576190"/>
                  </a:lnTo>
                  <a:lnTo>
                    <a:pt x="4803453" y="576190"/>
                  </a:lnTo>
                  <a:lnTo>
                    <a:pt x="4803562" y="576190"/>
                  </a:lnTo>
                  <a:lnTo>
                    <a:pt x="4803670" y="576190"/>
                  </a:lnTo>
                  <a:lnTo>
                    <a:pt x="4803670" y="575566"/>
                  </a:lnTo>
                  <a:lnTo>
                    <a:pt x="4803779" y="575566"/>
                  </a:lnTo>
                  <a:lnTo>
                    <a:pt x="4803887" y="575566"/>
                  </a:lnTo>
                  <a:lnTo>
                    <a:pt x="4803996" y="575566"/>
                  </a:lnTo>
                  <a:lnTo>
                    <a:pt x="4804104" y="575566"/>
                  </a:lnTo>
                  <a:lnTo>
                    <a:pt x="4804212" y="575566"/>
                  </a:lnTo>
                  <a:lnTo>
                    <a:pt x="4804321" y="575566"/>
                  </a:lnTo>
                  <a:lnTo>
                    <a:pt x="4804429" y="575566"/>
                  </a:lnTo>
                  <a:lnTo>
                    <a:pt x="4804538" y="575566"/>
                  </a:lnTo>
                  <a:lnTo>
                    <a:pt x="4804646" y="575566"/>
                  </a:lnTo>
                  <a:lnTo>
                    <a:pt x="4804755" y="575566"/>
                  </a:lnTo>
                  <a:lnTo>
                    <a:pt x="4804863" y="575566"/>
                  </a:lnTo>
                  <a:lnTo>
                    <a:pt x="4804972" y="575566"/>
                  </a:lnTo>
                  <a:lnTo>
                    <a:pt x="4805080" y="575566"/>
                  </a:lnTo>
                  <a:lnTo>
                    <a:pt x="4805188" y="575566"/>
                  </a:lnTo>
                  <a:lnTo>
                    <a:pt x="4805297" y="575566"/>
                  </a:lnTo>
                  <a:lnTo>
                    <a:pt x="4805405" y="575566"/>
                  </a:lnTo>
                  <a:lnTo>
                    <a:pt x="4805405" y="574942"/>
                  </a:lnTo>
                  <a:lnTo>
                    <a:pt x="4805514" y="574942"/>
                  </a:lnTo>
                  <a:lnTo>
                    <a:pt x="4805622" y="574942"/>
                  </a:lnTo>
                  <a:lnTo>
                    <a:pt x="4805731" y="574942"/>
                  </a:lnTo>
                  <a:lnTo>
                    <a:pt x="4805839" y="574942"/>
                  </a:lnTo>
                  <a:lnTo>
                    <a:pt x="4805948" y="574942"/>
                  </a:lnTo>
                  <a:lnTo>
                    <a:pt x="4806056" y="574942"/>
                  </a:lnTo>
                  <a:lnTo>
                    <a:pt x="4806164" y="574942"/>
                  </a:lnTo>
                  <a:lnTo>
                    <a:pt x="4806273" y="574942"/>
                  </a:lnTo>
                  <a:lnTo>
                    <a:pt x="4806381" y="574942"/>
                  </a:lnTo>
                  <a:lnTo>
                    <a:pt x="4806490" y="574942"/>
                  </a:lnTo>
                  <a:lnTo>
                    <a:pt x="4806598" y="574942"/>
                  </a:lnTo>
                  <a:lnTo>
                    <a:pt x="4806707" y="574942"/>
                  </a:lnTo>
                  <a:lnTo>
                    <a:pt x="4806815" y="574942"/>
                  </a:lnTo>
                  <a:lnTo>
                    <a:pt x="4806924" y="574942"/>
                  </a:lnTo>
                  <a:lnTo>
                    <a:pt x="4807032" y="574942"/>
                  </a:lnTo>
                  <a:lnTo>
                    <a:pt x="4807140" y="574942"/>
                  </a:lnTo>
                  <a:lnTo>
                    <a:pt x="4807249" y="574942"/>
                  </a:lnTo>
                  <a:lnTo>
                    <a:pt x="4807357" y="574942"/>
                  </a:lnTo>
                  <a:lnTo>
                    <a:pt x="4807466" y="574942"/>
                  </a:lnTo>
                  <a:lnTo>
                    <a:pt x="4807574" y="574942"/>
                  </a:lnTo>
                  <a:lnTo>
                    <a:pt x="4807683" y="574942"/>
                  </a:lnTo>
                  <a:lnTo>
                    <a:pt x="4807791" y="574942"/>
                  </a:lnTo>
                  <a:lnTo>
                    <a:pt x="4807900" y="574942"/>
                  </a:lnTo>
                  <a:lnTo>
                    <a:pt x="4808008" y="574942"/>
                  </a:lnTo>
                  <a:lnTo>
                    <a:pt x="4808117" y="574942"/>
                  </a:lnTo>
                  <a:lnTo>
                    <a:pt x="4808225" y="574942"/>
                  </a:lnTo>
                  <a:lnTo>
                    <a:pt x="4808333" y="574942"/>
                  </a:lnTo>
                  <a:lnTo>
                    <a:pt x="4808442" y="574942"/>
                  </a:lnTo>
                  <a:lnTo>
                    <a:pt x="4808550" y="574942"/>
                  </a:lnTo>
                  <a:lnTo>
                    <a:pt x="4808659" y="574942"/>
                  </a:lnTo>
                  <a:lnTo>
                    <a:pt x="4808767" y="574942"/>
                  </a:lnTo>
                  <a:lnTo>
                    <a:pt x="4808876" y="574942"/>
                  </a:lnTo>
                  <a:lnTo>
                    <a:pt x="4808984" y="574942"/>
                  </a:lnTo>
                  <a:lnTo>
                    <a:pt x="4809093" y="574942"/>
                  </a:lnTo>
                  <a:lnTo>
                    <a:pt x="4809201" y="574942"/>
                  </a:lnTo>
                  <a:lnTo>
                    <a:pt x="4809309" y="574942"/>
                  </a:lnTo>
                  <a:lnTo>
                    <a:pt x="4809418" y="574942"/>
                  </a:lnTo>
                  <a:lnTo>
                    <a:pt x="4809526" y="574942"/>
                  </a:lnTo>
                  <a:lnTo>
                    <a:pt x="4809635" y="574942"/>
                  </a:lnTo>
                  <a:lnTo>
                    <a:pt x="4809743" y="574942"/>
                  </a:lnTo>
                  <a:lnTo>
                    <a:pt x="4809852" y="574942"/>
                  </a:lnTo>
                  <a:lnTo>
                    <a:pt x="4809852" y="574319"/>
                  </a:lnTo>
                  <a:lnTo>
                    <a:pt x="4809960" y="574319"/>
                  </a:lnTo>
                  <a:lnTo>
                    <a:pt x="4809960" y="573695"/>
                  </a:lnTo>
                  <a:lnTo>
                    <a:pt x="4810069" y="573695"/>
                  </a:lnTo>
                  <a:lnTo>
                    <a:pt x="4810177" y="573695"/>
                  </a:lnTo>
                  <a:lnTo>
                    <a:pt x="4810285" y="573695"/>
                  </a:lnTo>
                  <a:lnTo>
                    <a:pt x="4810394" y="573695"/>
                  </a:lnTo>
                  <a:lnTo>
                    <a:pt x="4810394" y="573072"/>
                  </a:lnTo>
                  <a:lnTo>
                    <a:pt x="4810502" y="573072"/>
                  </a:lnTo>
                  <a:lnTo>
                    <a:pt x="4810611" y="573072"/>
                  </a:lnTo>
                  <a:lnTo>
                    <a:pt x="4810719" y="573072"/>
                  </a:lnTo>
                  <a:lnTo>
                    <a:pt x="4810828" y="573072"/>
                  </a:lnTo>
                  <a:lnTo>
                    <a:pt x="4810936" y="573072"/>
                  </a:lnTo>
                  <a:lnTo>
                    <a:pt x="4811045" y="573072"/>
                  </a:lnTo>
                  <a:lnTo>
                    <a:pt x="4811153" y="573072"/>
                  </a:lnTo>
                  <a:lnTo>
                    <a:pt x="4811261" y="573072"/>
                  </a:lnTo>
                  <a:lnTo>
                    <a:pt x="4811370" y="573072"/>
                  </a:lnTo>
                  <a:lnTo>
                    <a:pt x="4811478" y="573072"/>
                  </a:lnTo>
                  <a:lnTo>
                    <a:pt x="4811587" y="573072"/>
                  </a:lnTo>
                  <a:lnTo>
                    <a:pt x="4811695" y="573072"/>
                  </a:lnTo>
                  <a:lnTo>
                    <a:pt x="4811804" y="573072"/>
                  </a:lnTo>
                  <a:lnTo>
                    <a:pt x="4811912" y="573072"/>
                  </a:lnTo>
                  <a:lnTo>
                    <a:pt x="4812021" y="573072"/>
                  </a:lnTo>
                  <a:lnTo>
                    <a:pt x="4812129" y="573072"/>
                  </a:lnTo>
                  <a:lnTo>
                    <a:pt x="4812238" y="573072"/>
                  </a:lnTo>
                  <a:lnTo>
                    <a:pt x="4812346" y="573072"/>
                  </a:lnTo>
                  <a:lnTo>
                    <a:pt x="4812454" y="573072"/>
                  </a:lnTo>
                  <a:lnTo>
                    <a:pt x="4812563" y="573072"/>
                  </a:lnTo>
                  <a:lnTo>
                    <a:pt x="4812671" y="573072"/>
                  </a:lnTo>
                  <a:lnTo>
                    <a:pt x="4812780" y="573072"/>
                  </a:lnTo>
                  <a:lnTo>
                    <a:pt x="4812888" y="573072"/>
                  </a:lnTo>
                  <a:lnTo>
                    <a:pt x="4812997" y="573072"/>
                  </a:lnTo>
                  <a:lnTo>
                    <a:pt x="4813105" y="573072"/>
                  </a:lnTo>
                  <a:lnTo>
                    <a:pt x="4813214" y="573072"/>
                  </a:lnTo>
                  <a:lnTo>
                    <a:pt x="4813322" y="573072"/>
                  </a:lnTo>
                  <a:lnTo>
                    <a:pt x="4813430" y="573072"/>
                  </a:lnTo>
                  <a:lnTo>
                    <a:pt x="4813539" y="573072"/>
                  </a:lnTo>
                  <a:lnTo>
                    <a:pt x="4813647" y="573072"/>
                  </a:lnTo>
                  <a:lnTo>
                    <a:pt x="4813756" y="573072"/>
                  </a:lnTo>
                  <a:lnTo>
                    <a:pt x="4813864" y="573072"/>
                  </a:lnTo>
                  <a:lnTo>
                    <a:pt x="4813973" y="573072"/>
                  </a:lnTo>
                  <a:lnTo>
                    <a:pt x="4814081" y="573072"/>
                  </a:lnTo>
                  <a:lnTo>
                    <a:pt x="4814190" y="573072"/>
                  </a:lnTo>
                  <a:lnTo>
                    <a:pt x="4814298" y="573072"/>
                  </a:lnTo>
                  <a:lnTo>
                    <a:pt x="4814406" y="573072"/>
                  </a:lnTo>
                  <a:lnTo>
                    <a:pt x="4814515" y="573072"/>
                  </a:lnTo>
                  <a:lnTo>
                    <a:pt x="4814515" y="572448"/>
                  </a:lnTo>
                  <a:lnTo>
                    <a:pt x="4814623" y="572448"/>
                  </a:lnTo>
                  <a:lnTo>
                    <a:pt x="4814732" y="572448"/>
                  </a:lnTo>
                  <a:lnTo>
                    <a:pt x="4814840" y="572448"/>
                  </a:lnTo>
                  <a:lnTo>
                    <a:pt x="4814949" y="572448"/>
                  </a:lnTo>
                  <a:lnTo>
                    <a:pt x="4815057" y="572448"/>
                  </a:lnTo>
                  <a:lnTo>
                    <a:pt x="4815166" y="572448"/>
                  </a:lnTo>
                  <a:lnTo>
                    <a:pt x="4815274" y="572448"/>
                  </a:lnTo>
                  <a:lnTo>
                    <a:pt x="4815382" y="572448"/>
                  </a:lnTo>
                  <a:lnTo>
                    <a:pt x="4815491" y="572448"/>
                  </a:lnTo>
                  <a:lnTo>
                    <a:pt x="4815491" y="571824"/>
                  </a:lnTo>
                  <a:lnTo>
                    <a:pt x="4815599" y="571824"/>
                  </a:lnTo>
                  <a:lnTo>
                    <a:pt x="4815599" y="571201"/>
                  </a:lnTo>
                  <a:lnTo>
                    <a:pt x="4815708" y="571201"/>
                  </a:lnTo>
                  <a:lnTo>
                    <a:pt x="4815816" y="571201"/>
                  </a:lnTo>
                  <a:lnTo>
                    <a:pt x="4815925" y="571201"/>
                  </a:lnTo>
                  <a:lnTo>
                    <a:pt x="4816033" y="571201"/>
                  </a:lnTo>
                  <a:lnTo>
                    <a:pt x="4816142" y="571201"/>
                  </a:lnTo>
                  <a:lnTo>
                    <a:pt x="4816250" y="571201"/>
                  </a:lnTo>
                  <a:lnTo>
                    <a:pt x="4816359" y="571201"/>
                  </a:lnTo>
                  <a:lnTo>
                    <a:pt x="4816467" y="571201"/>
                  </a:lnTo>
                  <a:lnTo>
                    <a:pt x="4816575" y="571201"/>
                  </a:lnTo>
                  <a:lnTo>
                    <a:pt x="4816684" y="571201"/>
                  </a:lnTo>
                  <a:lnTo>
                    <a:pt x="4816792" y="571201"/>
                  </a:lnTo>
                  <a:lnTo>
                    <a:pt x="4816901" y="571201"/>
                  </a:lnTo>
                  <a:lnTo>
                    <a:pt x="4817009" y="571201"/>
                  </a:lnTo>
                  <a:lnTo>
                    <a:pt x="4817118" y="571201"/>
                  </a:lnTo>
                  <a:lnTo>
                    <a:pt x="4817226" y="571201"/>
                  </a:lnTo>
                  <a:lnTo>
                    <a:pt x="4817335" y="571201"/>
                  </a:lnTo>
                  <a:lnTo>
                    <a:pt x="4817443" y="571201"/>
                  </a:lnTo>
                  <a:lnTo>
                    <a:pt x="4817551" y="571201"/>
                  </a:lnTo>
                  <a:lnTo>
                    <a:pt x="4817660" y="571201"/>
                  </a:lnTo>
                  <a:lnTo>
                    <a:pt x="4817768" y="571201"/>
                  </a:lnTo>
                  <a:lnTo>
                    <a:pt x="4817877" y="571201"/>
                  </a:lnTo>
                  <a:lnTo>
                    <a:pt x="4817985" y="571201"/>
                  </a:lnTo>
                  <a:lnTo>
                    <a:pt x="4818094" y="571201"/>
                  </a:lnTo>
                  <a:lnTo>
                    <a:pt x="4818202" y="571201"/>
                  </a:lnTo>
                  <a:lnTo>
                    <a:pt x="4818311" y="571201"/>
                  </a:lnTo>
                  <a:lnTo>
                    <a:pt x="4818419" y="571201"/>
                  </a:lnTo>
                  <a:lnTo>
                    <a:pt x="4818527" y="571201"/>
                  </a:lnTo>
                  <a:lnTo>
                    <a:pt x="4818636" y="571201"/>
                  </a:lnTo>
                  <a:lnTo>
                    <a:pt x="4818744" y="571201"/>
                  </a:lnTo>
                  <a:lnTo>
                    <a:pt x="4818853" y="571201"/>
                  </a:lnTo>
                  <a:lnTo>
                    <a:pt x="4818961" y="571201"/>
                  </a:lnTo>
                  <a:lnTo>
                    <a:pt x="4819070" y="571201"/>
                  </a:lnTo>
                  <a:lnTo>
                    <a:pt x="4819178" y="571201"/>
                  </a:lnTo>
                  <a:lnTo>
                    <a:pt x="4819287" y="571201"/>
                  </a:lnTo>
                  <a:lnTo>
                    <a:pt x="4819395" y="571201"/>
                  </a:lnTo>
                  <a:lnTo>
                    <a:pt x="4819503" y="571201"/>
                  </a:lnTo>
                  <a:lnTo>
                    <a:pt x="4819503" y="570577"/>
                  </a:lnTo>
                  <a:lnTo>
                    <a:pt x="4819612" y="570577"/>
                  </a:lnTo>
                  <a:lnTo>
                    <a:pt x="4819612" y="569954"/>
                  </a:lnTo>
                  <a:lnTo>
                    <a:pt x="4819720" y="569954"/>
                  </a:lnTo>
                  <a:lnTo>
                    <a:pt x="4819829" y="569954"/>
                  </a:lnTo>
                  <a:lnTo>
                    <a:pt x="4819937" y="569954"/>
                  </a:lnTo>
                  <a:lnTo>
                    <a:pt x="4820046" y="569954"/>
                  </a:lnTo>
                  <a:lnTo>
                    <a:pt x="4820154" y="569954"/>
                  </a:lnTo>
                  <a:lnTo>
                    <a:pt x="4820263" y="569954"/>
                  </a:lnTo>
                  <a:lnTo>
                    <a:pt x="4820371" y="569954"/>
                  </a:lnTo>
                  <a:lnTo>
                    <a:pt x="4820479" y="569954"/>
                  </a:lnTo>
                  <a:lnTo>
                    <a:pt x="4820588" y="569954"/>
                  </a:lnTo>
                  <a:lnTo>
                    <a:pt x="4820696" y="569954"/>
                  </a:lnTo>
                  <a:lnTo>
                    <a:pt x="4820805" y="569954"/>
                  </a:lnTo>
                  <a:lnTo>
                    <a:pt x="4820913" y="569954"/>
                  </a:lnTo>
                  <a:lnTo>
                    <a:pt x="4821022" y="569954"/>
                  </a:lnTo>
                  <a:lnTo>
                    <a:pt x="4821130" y="569954"/>
                  </a:lnTo>
                  <a:lnTo>
                    <a:pt x="4821239" y="569954"/>
                  </a:lnTo>
                  <a:lnTo>
                    <a:pt x="4821347" y="569954"/>
                  </a:lnTo>
                  <a:lnTo>
                    <a:pt x="4821456" y="569954"/>
                  </a:lnTo>
                  <a:lnTo>
                    <a:pt x="4821564" y="569954"/>
                  </a:lnTo>
                  <a:lnTo>
                    <a:pt x="4821672" y="569954"/>
                  </a:lnTo>
                  <a:lnTo>
                    <a:pt x="4821781" y="569954"/>
                  </a:lnTo>
                  <a:lnTo>
                    <a:pt x="4821889" y="569954"/>
                  </a:lnTo>
                  <a:lnTo>
                    <a:pt x="4821998" y="569954"/>
                  </a:lnTo>
                  <a:lnTo>
                    <a:pt x="4822106" y="569954"/>
                  </a:lnTo>
                  <a:lnTo>
                    <a:pt x="4822215" y="569954"/>
                  </a:lnTo>
                  <a:lnTo>
                    <a:pt x="4822323" y="569954"/>
                  </a:lnTo>
                  <a:lnTo>
                    <a:pt x="4822432" y="569954"/>
                  </a:lnTo>
                  <a:lnTo>
                    <a:pt x="4822540" y="569954"/>
                  </a:lnTo>
                  <a:lnTo>
                    <a:pt x="4822648" y="569954"/>
                  </a:lnTo>
                  <a:lnTo>
                    <a:pt x="4822757" y="569954"/>
                  </a:lnTo>
                  <a:lnTo>
                    <a:pt x="4822865" y="569954"/>
                  </a:lnTo>
                  <a:lnTo>
                    <a:pt x="4822974" y="569954"/>
                  </a:lnTo>
                  <a:lnTo>
                    <a:pt x="4823082" y="569954"/>
                  </a:lnTo>
                  <a:lnTo>
                    <a:pt x="4823191" y="569954"/>
                  </a:lnTo>
                  <a:lnTo>
                    <a:pt x="4823299" y="569954"/>
                  </a:lnTo>
                  <a:lnTo>
                    <a:pt x="4823408" y="569954"/>
                  </a:lnTo>
                  <a:lnTo>
                    <a:pt x="4823516" y="569954"/>
                  </a:lnTo>
                  <a:lnTo>
                    <a:pt x="4823624" y="569954"/>
                  </a:lnTo>
                  <a:lnTo>
                    <a:pt x="4823733" y="569954"/>
                  </a:lnTo>
                  <a:lnTo>
                    <a:pt x="4823841" y="569954"/>
                  </a:lnTo>
                  <a:lnTo>
                    <a:pt x="4823950" y="569954"/>
                  </a:lnTo>
                  <a:lnTo>
                    <a:pt x="4824058" y="569954"/>
                  </a:lnTo>
                  <a:lnTo>
                    <a:pt x="4824167" y="569954"/>
                  </a:lnTo>
                  <a:lnTo>
                    <a:pt x="4824275" y="569954"/>
                  </a:lnTo>
                  <a:lnTo>
                    <a:pt x="4824384" y="569954"/>
                  </a:lnTo>
                  <a:lnTo>
                    <a:pt x="4824492" y="569954"/>
                  </a:lnTo>
                  <a:lnTo>
                    <a:pt x="4824492" y="569330"/>
                  </a:lnTo>
                  <a:lnTo>
                    <a:pt x="4824600" y="569330"/>
                  </a:lnTo>
                  <a:lnTo>
                    <a:pt x="4824709" y="569330"/>
                  </a:lnTo>
                  <a:lnTo>
                    <a:pt x="4824817" y="569330"/>
                  </a:lnTo>
                  <a:lnTo>
                    <a:pt x="4824926" y="569330"/>
                  </a:lnTo>
                  <a:lnTo>
                    <a:pt x="4825034" y="569330"/>
                  </a:lnTo>
                  <a:lnTo>
                    <a:pt x="4825143" y="569330"/>
                  </a:lnTo>
                  <a:lnTo>
                    <a:pt x="4825251" y="569330"/>
                  </a:lnTo>
                  <a:lnTo>
                    <a:pt x="4825360" y="569330"/>
                  </a:lnTo>
                  <a:lnTo>
                    <a:pt x="4825468" y="569330"/>
                  </a:lnTo>
                  <a:lnTo>
                    <a:pt x="4825577" y="569330"/>
                  </a:lnTo>
                  <a:lnTo>
                    <a:pt x="4825685" y="569330"/>
                  </a:lnTo>
                  <a:lnTo>
                    <a:pt x="4825793" y="569330"/>
                  </a:lnTo>
                  <a:lnTo>
                    <a:pt x="4825902" y="569330"/>
                  </a:lnTo>
                  <a:lnTo>
                    <a:pt x="4825902" y="568707"/>
                  </a:lnTo>
                  <a:lnTo>
                    <a:pt x="4826010" y="568707"/>
                  </a:lnTo>
                  <a:lnTo>
                    <a:pt x="4826010" y="568083"/>
                  </a:lnTo>
                  <a:lnTo>
                    <a:pt x="4826119" y="568083"/>
                  </a:lnTo>
                  <a:lnTo>
                    <a:pt x="4826227" y="568083"/>
                  </a:lnTo>
                  <a:lnTo>
                    <a:pt x="4826336" y="568083"/>
                  </a:lnTo>
                  <a:lnTo>
                    <a:pt x="4826444" y="568083"/>
                  </a:lnTo>
                  <a:lnTo>
                    <a:pt x="4826553" y="568083"/>
                  </a:lnTo>
                  <a:lnTo>
                    <a:pt x="4826661" y="568083"/>
                  </a:lnTo>
                  <a:lnTo>
                    <a:pt x="4826769" y="568083"/>
                  </a:lnTo>
                  <a:lnTo>
                    <a:pt x="4826878" y="568083"/>
                  </a:lnTo>
                  <a:lnTo>
                    <a:pt x="4826986" y="568083"/>
                  </a:lnTo>
                  <a:lnTo>
                    <a:pt x="4827095" y="568083"/>
                  </a:lnTo>
                  <a:lnTo>
                    <a:pt x="4827203" y="568083"/>
                  </a:lnTo>
                  <a:lnTo>
                    <a:pt x="4827312" y="568083"/>
                  </a:lnTo>
                  <a:lnTo>
                    <a:pt x="4827420" y="568083"/>
                  </a:lnTo>
                  <a:lnTo>
                    <a:pt x="4827529" y="568083"/>
                  </a:lnTo>
                  <a:lnTo>
                    <a:pt x="4827637" y="568083"/>
                  </a:lnTo>
                  <a:lnTo>
                    <a:pt x="4827745" y="568083"/>
                  </a:lnTo>
                  <a:lnTo>
                    <a:pt x="4827854" y="568083"/>
                  </a:lnTo>
                  <a:lnTo>
                    <a:pt x="4827962" y="568083"/>
                  </a:lnTo>
                  <a:lnTo>
                    <a:pt x="4828071" y="568083"/>
                  </a:lnTo>
                  <a:lnTo>
                    <a:pt x="4828179" y="568083"/>
                  </a:lnTo>
                  <a:lnTo>
                    <a:pt x="4828288" y="568083"/>
                  </a:lnTo>
                  <a:lnTo>
                    <a:pt x="4828396" y="568083"/>
                  </a:lnTo>
                  <a:lnTo>
                    <a:pt x="4828505" y="568083"/>
                  </a:lnTo>
                  <a:lnTo>
                    <a:pt x="4828613" y="568083"/>
                  </a:lnTo>
                  <a:lnTo>
                    <a:pt x="4828721" y="568083"/>
                  </a:lnTo>
                  <a:lnTo>
                    <a:pt x="4828830" y="568083"/>
                  </a:lnTo>
                  <a:lnTo>
                    <a:pt x="4828938" y="568083"/>
                  </a:lnTo>
                  <a:lnTo>
                    <a:pt x="4829047" y="568083"/>
                  </a:lnTo>
                  <a:lnTo>
                    <a:pt x="4829155" y="568083"/>
                  </a:lnTo>
                  <a:lnTo>
                    <a:pt x="4829264" y="568083"/>
                  </a:lnTo>
                  <a:lnTo>
                    <a:pt x="4829372" y="568083"/>
                  </a:lnTo>
                  <a:lnTo>
                    <a:pt x="4829481" y="568083"/>
                  </a:lnTo>
                  <a:lnTo>
                    <a:pt x="4829481" y="567459"/>
                  </a:lnTo>
                  <a:lnTo>
                    <a:pt x="4829589" y="567459"/>
                  </a:lnTo>
                  <a:lnTo>
                    <a:pt x="4829589" y="566836"/>
                  </a:lnTo>
                  <a:lnTo>
                    <a:pt x="4829698" y="566836"/>
                  </a:lnTo>
                  <a:lnTo>
                    <a:pt x="4829806" y="566836"/>
                  </a:lnTo>
                  <a:lnTo>
                    <a:pt x="4829914" y="566836"/>
                  </a:lnTo>
                  <a:lnTo>
                    <a:pt x="4830023" y="566836"/>
                  </a:lnTo>
                  <a:lnTo>
                    <a:pt x="4830131" y="566836"/>
                  </a:lnTo>
                  <a:lnTo>
                    <a:pt x="4830240" y="566836"/>
                  </a:lnTo>
                  <a:lnTo>
                    <a:pt x="4830348" y="566836"/>
                  </a:lnTo>
                  <a:lnTo>
                    <a:pt x="4830457" y="566836"/>
                  </a:lnTo>
                  <a:lnTo>
                    <a:pt x="4830565" y="566836"/>
                  </a:lnTo>
                  <a:lnTo>
                    <a:pt x="4830674" y="566836"/>
                  </a:lnTo>
                  <a:lnTo>
                    <a:pt x="4830782" y="566836"/>
                  </a:lnTo>
                  <a:lnTo>
                    <a:pt x="4830890" y="566836"/>
                  </a:lnTo>
                  <a:lnTo>
                    <a:pt x="4830999" y="566836"/>
                  </a:lnTo>
                  <a:lnTo>
                    <a:pt x="4831107" y="566836"/>
                  </a:lnTo>
                  <a:lnTo>
                    <a:pt x="4831216" y="566836"/>
                  </a:lnTo>
                  <a:lnTo>
                    <a:pt x="4831324" y="566836"/>
                  </a:lnTo>
                  <a:lnTo>
                    <a:pt x="4831433" y="566836"/>
                  </a:lnTo>
                  <a:lnTo>
                    <a:pt x="4831541" y="566836"/>
                  </a:lnTo>
                  <a:lnTo>
                    <a:pt x="4831650" y="566836"/>
                  </a:lnTo>
                  <a:lnTo>
                    <a:pt x="4831758" y="566836"/>
                  </a:lnTo>
                  <a:lnTo>
                    <a:pt x="4831866" y="566836"/>
                  </a:lnTo>
                  <a:lnTo>
                    <a:pt x="4831975" y="566836"/>
                  </a:lnTo>
                  <a:lnTo>
                    <a:pt x="4831975" y="566212"/>
                  </a:lnTo>
                  <a:lnTo>
                    <a:pt x="4832083" y="566212"/>
                  </a:lnTo>
                  <a:lnTo>
                    <a:pt x="4832192" y="566212"/>
                  </a:lnTo>
                  <a:lnTo>
                    <a:pt x="4832300" y="566212"/>
                  </a:lnTo>
                  <a:lnTo>
                    <a:pt x="4832300" y="565589"/>
                  </a:lnTo>
                  <a:lnTo>
                    <a:pt x="4832409" y="565589"/>
                  </a:lnTo>
                  <a:lnTo>
                    <a:pt x="4832517" y="565589"/>
                  </a:lnTo>
                  <a:lnTo>
                    <a:pt x="4832626" y="565589"/>
                  </a:lnTo>
                  <a:lnTo>
                    <a:pt x="4832734" y="565589"/>
                  </a:lnTo>
                  <a:lnTo>
                    <a:pt x="4832842" y="565589"/>
                  </a:lnTo>
                  <a:lnTo>
                    <a:pt x="4832951" y="565589"/>
                  </a:lnTo>
                  <a:lnTo>
                    <a:pt x="4833059" y="565589"/>
                  </a:lnTo>
                  <a:lnTo>
                    <a:pt x="4833168" y="565589"/>
                  </a:lnTo>
                  <a:lnTo>
                    <a:pt x="4833276" y="565589"/>
                  </a:lnTo>
                  <a:lnTo>
                    <a:pt x="4833385" y="565589"/>
                  </a:lnTo>
                  <a:lnTo>
                    <a:pt x="4833493" y="565589"/>
                  </a:lnTo>
                  <a:lnTo>
                    <a:pt x="4833602" y="565589"/>
                  </a:lnTo>
                  <a:lnTo>
                    <a:pt x="4833602" y="564965"/>
                  </a:lnTo>
                  <a:lnTo>
                    <a:pt x="4833710" y="564965"/>
                  </a:lnTo>
                  <a:lnTo>
                    <a:pt x="4833819" y="564965"/>
                  </a:lnTo>
                  <a:lnTo>
                    <a:pt x="4833927" y="564965"/>
                  </a:lnTo>
                  <a:lnTo>
                    <a:pt x="4834035" y="564965"/>
                  </a:lnTo>
                  <a:lnTo>
                    <a:pt x="4834144" y="564965"/>
                  </a:lnTo>
                  <a:lnTo>
                    <a:pt x="4834252" y="564965"/>
                  </a:lnTo>
                  <a:lnTo>
                    <a:pt x="4834361" y="564965"/>
                  </a:lnTo>
                  <a:lnTo>
                    <a:pt x="4834469" y="564965"/>
                  </a:lnTo>
                  <a:lnTo>
                    <a:pt x="4834578" y="564965"/>
                  </a:lnTo>
                  <a:lnTo>
                    <a:pt x="4834686" y="564965"/>
                  </a:lnTo>
                  <a:lnTo>
                    <a:pt x="4834795" y="564965"/>
                  </a:lnTo>
                  <a:lnTo>
                    <a:pt x="4834903" y="564965"/>
                  </a:lnTo>
                  <a:lnTo>
                    <a:pt x="4835011" y="564965"/>
                  </a:lnTo>
                  <a:lnTo>
                    <a:pt x="4835120" y="564965"/>
                  </a:lnTo>
                  <a:lnTo>
                    <a:pt x="4835228" y="564965"/>
                  </a:lnTo>
                  <a:lnTo>
                    <a:pt x="4835337" y="564965"/>
                  </a:lnTo>
                  <a:lnTo>
                    <a:pt x="4835445" y="564965"/>
                  </a:lnTo>
                  <a:lnTo>
                    <a:pt x="4835554" y="564965"/>
                  </a:lnTo>
                  <a:lnTo>
                    <a:pt x="4835662" y="564965"/>
                  </a:lnTo>
                  <a:lnTo>
                    <a:pt x="4835771" y="564965"/>
                  </a:lnTo>
                  <a:lnTo>
                    <a:pt x="4835879" y="564965"/>
                  </a:lnTo>
                  <a:lnTo>
                    <a:pt x="4835987" y="564965"/>
                  </a:lnTo>
                  <a:lnTo>
                    <a:pt x="4836096" y="564965"/>
                  </a:lnTo>
                  <a:lnTo>
                    <a:pt x="4836204" y="564965"/>
                  </a:lnTo>
                  <a:lnTo>
                    <a:pt x="4836204" y="564341"/>
                  </a:lnTo>
                  <a:lnTo>
                    <a:pt x="4836204" y="563718"/>
                  </a:lnTo>
                  <a:lnTo>
                    <a:pt x="4836313" y="563718"/>
                  </a:lnTo>
                  <a:lnTo>
                    <a:pt x="4836421" y="563718"/>
                  </a:lnTo>
                  <a:lnTo>
                    <a:pt x="4836530" y="563718"/>
                  </a:lnTo>
                  <a:lnTo>
                    <a:pt x="4836638" y="563718"/>
                  </a:lnTo>
                  <a:lnTo>
                    <a:pt x="4836747" y="563718"/>
                  </a:lnTo>
                  <a:lnTo>
                    <a:pt x="4836855" y="563718"/>
                  </a:lnTo>
                  <a:lnTo>
                    <a:pt x="4836963" y="563718"/>
                  </a:lnTo>
                  <a:lnTo>
                    <a:pt x="4837072" y="563718"/>
                  </a:lnTo>
                  <a:lnTo>
                    <a:pt x="4837180" y="563718"/>
                  </a:lnTo>
                  <a:lnTo>
                    <a:pt x="4837289" y="563718"/>
                  </a:lnTo>
                  <a:lnTo>
                    <a:pt x="4837397" y="563718"/>
                  </a:lnTo>
                  <a:lnTo>
                    <a:pt x="4837506" y="563718"/>
                  </a:lnTo>
                  <a:lnTo>
                    <a:pt x="4837506" y="563094"/>
                  </a:lnTo>
                  <a:lnTo>
                    <a:pt x="4837614" y="563094"/>
                  </a:lnTo>
                  <a:lnTo>
                    <a:pt x="4837723" y="563094"/>
                  </a:lnTo>
                  <a:lnTo>
                    <a:pt x="4837831" y="563094"/>
                  </a:lnTo>
                  <a:lnTo>
                    <a:pt x="4837940" y="563094"/>
                  </a:lnTo>
                  <a:lnTo>
                    <a:pt x="4838048" y="563094"/>
                  </a:lnTo>
                  <a:lnTo>
                    <a:pt x="4838156" y="563094"/>
                  </a:lnTo>
                  <a:lnTo>
                    <a:pt x="4838156" y="562471"/>
                  </a:lnTo>
                  <a:lnTo>
                    <a:pt x="4838265" y="562471"/>
                  </a:lnTo>
                  <a:lnTo>
                    <a:pt x="4838373" y="562471"/>
                  </a:lnTo>
                  <a:lnTo>
                    <a:pt x="4838482" y="562471"/>
                  </a:lnTo>
                  <a:lnTo>
                    <a:pt x="4838590" y="562471"/>
                  </a:lnTo>
                  <a:lnTo>
                    <a:pt x="4838699" y="562471"/>
                  </a:lnTo>
                  <a:lnTo>
                    <a:pt x="4838807" y="562471"/>
                  </a:lnTo>
                  <a:lnTo>
                    <a:pt x="4838916" y="562471"/>
                  </a:lnTo>
                  <a:lnTo>
                    <a:pt x="4838916" y="561847"/>
                  </a:lnTo>
                  <a:lnTo>
                    <a:pt x="4839024" y="561847"/>
                  </a:lnTo>
                  <a:lnTo>
                    <a:pt x="4839132" y="561847"/>
                  </a:lnTo>
                  <a:lnTo>
                    <a:pt x="4839241" y="561847"/>
                  </a:lnTo>
                  <a:lnTo>
                    <a:pt x="4839349" y="561847"/>
                  </a:lnTo>
                  <a:lnTo>
                    <a:pt x="4839458" y="561847"/>
                  </a:lnTo>
                  <a:lnTo>
                    <a:pt x="4839566" y="561847"/>
                  </a:lnTo>
                  <a:lnTo>
                    <a:pt x="4839675" y="561847"/>
                  </a:lnTo>
                  <a:lnTo>
                    <a:pt x="4839783" y="561847"/>
                  </a:lnTo>
                  <a:lnTo>
                    <a:pt x="4839892" y="561847"/>
                  </a:lnTo>
                  <a:lnTo>
                    <a:pt x="4840000" y="561847"/>
                  </a:lnTo>
                  <a:lnTo>
                    <a:pt x="4840108" y="561847"/>
                  </a:lnTo>
                  <a:lnTo>
                    <a:pt x="4840217" y="561847"/>
                  </a:lnTo>
                  <a:lnTo>
                    <a:pt x="4840325" y="561847"/>
                  </a:lnTo>
                  <a:lnTo>
                    <a:pt x="4840434" y="561847"/>
                  </a:lnTo>
                  <a:lnTo>
                    <a:pt x="4840542" y="561847"/>
                  </a:lnTo>
                  <a:lnTo>
                    <a:pt x="4840651" y="561847"/>
                  </a:lnTo>
                  <a:lnTo>
                    <a:pt x="4840759" y="561847"/>
                  </a:lnTo>
                  <a:lnTo>
                    <a:pt x="4840868" y="561847"/>
                  </a:lnTo>
                  <a:lnTo>
                    <a:pt x="4840976" y="561847"/>
                  </a:lnTo>
                  <a:lnTo>
                    <a:pt x="4840976" y="561224"/>
                  </a:lnTo>
                  <a:lnTo>
                    <a:pt x="4841084" y="561224"/>
                  </a:lnTo>
                  <a:lnTo>
                    <a:pt x="4841193" y="561224"/>
                  </a:lnTo>
                  <a:lnTo>
                    <a:pt x="4841193" y="560600"/>
                  </a:lnTo>
                  <a:lnTo>
                    <a:pt x="4841301" y="560600"/>
                  </a:lnTo>
                  <a:lnTo>
                    <a:pt x="4841410" y="560600"/>
                  </a:lnTo>
                  <a:lnTo>
                    <a:pt x="4841518" y="560600"/>
                  </a:lnTo>
                  <a:lnTo>
                    <a:pt x="4841627" y="560600"/>
                  </a:lnTo>
                  <a:lnTo>
                    <a:pt x="4841735" y="560600"/>
                  </a:lnTo>
                  <a:lnTo>
                    <a:pt x="4841844" y="560600"/>
                  </a:lnTo>
                  <a:lnTo>
                    <a:pt x="4841952" y="560600"/>
                  </a:lnTo>
                  <a:lnTo>
                    <a:pt x="4842061" y="560600"/>
                  </a:lnTo>
                  <a:lnTo>
                    <a:pt x="4842169" y="560600"/>
                  </a:lnTo>
                  <a:lnTo>
                    <a:pt x="4842277" y="560600"/>
                  </a:lnTo>
                  <a:lnTo>
                    <a:pt x="4842386" y="560600"/>
                  </a:lnTo>
                  <a:lnTo>
                    <a:pt x="4842494" y="560600"/>
                  </a:lnTo>
                  <a:lnTo>
                    <a:pt x="4842603" y="560600"/>
                  </a:lnTo>
                  <a:lnTo>
                    <a:pt x="4842711" y="560600"/>
                  </a:lnTo>
                  <a:lnTo>
                    <a:pt x="4842820" y="560600"/>
                  </a:lnTo>
                  <a:lnTo>
                    <a:pt x="4842928" y="560600"/>
                  </a:lnTo>
                  <a:lnTo>
                    <a:pt x="4843037" y="560600"/>
                  </a:lnTo>
                  <a:lnTo>
                    <a:pt x="4843145" y="560600"/>
                  </a:lnTo>
                  <a:lnTo>
                    <a:pt x="4843253" y="560600"/>
                  </a:lnTo>
                  <a:lnTo>
                    <a:pt x="4843362" y="560600"/>
                  </a:lnTo>
                  <a:lnTo>
                    <a:pt x="4843470" y="560600"/>
                  </a:lnTo>
                  <a:lnTo>
                    <a:pt x="4843579" y="560600"/>
                  </a:lnTo>
                  <a:lnTo>
                    <a:pt x="4843687" y="560600"/>
                  </a:lnTo>
                  <a:lnTo>
                    <a:pt x="4843796" y="560600"/>
                  </a:lnTo>
                  <a:lnTo>
                    <a:pt x="4843904" y="560600"/>
                  </a:lnTo>
                  <a:lnTo>
                    <a:pt x="4844013" y="560600"/>
                  </a:lnTo>
                  <a:lnTo>
                    <a:pt x="4844121" y="560600"/>
                  </a:lnTo>
                  <a:lnTo>
                    <a:pt x="4844229" y="560600"/>
                  </a:lnTo>
                  <a:lnTo>
                    <a:pt x="4844338" y="560600"/>
                  </a:lnTo>
                  <a:lnTo>
                    <a:pt x="4844446" y="560600"/>
                  </a:lnTo>
                  <a:lnTo>
                    <a:pt x="4844555" y="560600"/>
                  </a:lnTo>
                  <a:lnTo>
                    <a:pt x="4844663" y="560600"/>
                  </a:lnTo>
                  <a:lnTo>
                    <a:pt x="4844772" y="560600"/>
                  </a:lnTo>
                  <a:lnTo>
                    <a:pt x="4844880" y="560600"/>
                  </a:lnTo>
                  <a:lnTo>
                    <a:pt x="4844989" y="560600"/>
                  </a:lnTo>
                  <a:lnTo>
                    <a:pt x="4845097" y="560600"/>
                  </a:lnTo>
                  <a:lnTo>
                    <a:pt x="4845205" y="560600"/>
                  </a:lnTo>
                  <a:lnTo>
                    <a:pt x="4845314" y="560600"/>
                  </a:lnTo>
                  <a:lnTo>
                    <a:pt x="4845422" y="560600"/>
                  </a:lnTo>
                  <a:lnTo>
                    <a:pt x="4845531" y="560600"/>
                  </a:lnTo>
                  <a:lnTo>
                    <a:pt x="4845639" y="560600"/>
                  </a:lnTo>
                  <a:lnTo>
                    <a:pt x="4845748" y="560600"/>
                  </a:lnTo>
                  <a:lnTo>
                    <a:pt x="4845856" y="560600"/>
                  </a:lnTo>
                  <a:lnTo>
                    <a:pt x="4845856" y="559976"/>
                  </a:lnTo>
                  <a:lnTo>
                    <a:pt x="4845965" y="559976"/>
                  </a:lnTo>
                  <a:lnTo>
                    <a:pt x="4846073" y="559976"/>
                  </a:lnTo>
                  <a:lnTo>
                    <a:pt x="4846181" y="559976"/>
                  </a:lnTo>
                  <a:lnTo>
                    <a:pt x="4846290" y="559976"/>
                  </a:lnTo>
                  <a:lnTo>
                    <a:pt x="4846398" y="559976"/>
                  </a:lnTo>
                  <a:lnTo>
                    <a:pt x="4846507" y="559976"/>
                  </a:lnTo>
                  <a:lnTo>
                    <a:pt x="4846615" y="559976"/>
                  </a:lnTo>
                  <a:lnTo>
                    <a:pt x="4846724" y="559976"/>
                  </a:lnTo>
                  <a:lnTo>
                    <a:pt x="4846832" y="559976"/>
                  </a:lnTo>
                  <a:lnTo>
                    <a:pt x="4846832" y="559353"/>
                  </a:lnTo>
                  <a:lnTo>
                    <a:pt x="4846941" y="559353"/>
                  </a:lnTo>
                  <a:lnTo>
                    <a:pt x="4846941" y="558729"/>
                  </a:lnTo>
                  <a:lnTo>
                    <a:pt x="4847049" y="558729"/>
                  </a:lnTo>
                  <a:lnTo>
                    <a:pt x="4847158" y="558729"/>
                  </a:lnTo>
                  <a:lnTo>
                    <a:pt x="4847266" y="558729"/>
                  </a:lnTo>
                  <a:lnTo>
                    <a:pt x="4847374" y="558729"/>
                  </a:lnTo>
                  <a:lnTo>
                    <a:pt x="4847374" y="558106"/>
                  </a:lnTo>
                  <a:lnTo>
                    <a:pt x="4847483" y="558106"/>
                  </a:lnTo>
                  <a:lnTo>
                    <a:pt x="4847591" y="558106"/>
                  </a:lnTo>
                  <a:lnTo>
                    <a:pt x="4847700" y="558106"/>
                  </a:lnTo>
                  <a:lnTo>
                    <a:pt x="4847808" y="558106"/>
                  </a:lnTo>
                  <a:lnTo>
                    <a:pt x="4847917" y="558106"/>
                  </a:lnTo>
                  <a:lnTo>
                    <a:pt x="4848025" y="558106"/>
                  </a:lnTo>
                  <a:lnTo>
                    <a:pt x="4848134" y="558106"/>
                  </a:lnTo>
                  <a:lnTo>
                    <a:pt x="4848242" y="558106"/>
                  </a:lnTo>
                  <a:lnTo>
                    <a:pt x="4848350" y="558106"/>
                  </a:lnTo>
                  <a:lnTo>
                    <a:pt x="4848459" y="558106"/>
                  </a:lnTo>
                  <a:lnTo>
                    <a:pt x="4848459" y="557482"/>
                  </a:lnTo>
                  <a:lnTo>
                    <a:pt x="4848567" y="557482"/>
                  </a:lnTo>
                  <a:lnTo>
                    <a:pt x="4848567" y="556859"/>
                  </a:lnTo>
                  <a:lnTo>
                    <a:pt x="4848676" y="556859"/>
                  </a:lnTo>
                  <a:lnTo>
                    <a:pt x="4848784" y="556859"/>
                  </a:lnTo>
                  <a:lnTo>
                    <a:pt x="4848893" y="556859"/>
                  </a:lnTo>
                  <a:lnTo>
                    <a:pt x="4849001" y="556859"/>
                  </a:lnTo>
                  <a:lnTo>
                    <a:pt x="4849110" y="556859"/>
                  </a:lnTo>
                  <a:lnTo>
                    <a:pt x="4849218" y="556859"/>
                  </a:lnTo>
                  <a:lnTo>
                    <a:pt x="4849326" y="556859"/>
                  </a:lnTo>
                  <a:lnTo>
                    <a:pt x="4849435" y="556859"/>
                  </a:lnTo>
                  <a:lnTo>
                    <a:pt x="4849543" y="556859"/>
                  </a:lnTo>
                  <a:lnTo>
                    <a:pt x="4849543" y="556235"/>
                  </a:lnTo>
                  <a:lnTo>
                    <a:pt x="4849652" y="556235"/>
                  </a:lnTo>
                  <a:lnTo>
                    <a:pt x="4849760" y="556235"/>
                  </a:lnTo>
                  <a:lnTo>
                    <a:pt x="4849869" y="556235"/>
                  </a:lnTo>
                  <a:lnTo>
                    <a:pt x="4849977" y="556235"/>
                  </a:lnTo>
                  <a:lnTo>
                    <a:pt x="4850086" y="556235"/>
                  </a:lnTo>
                  <a:lnTo>
                    <a:pt x="4850194" y="556235"/>
                  </a:lnTo>
                  <a:lnTo>
                    <a:pt x="4850302" y="556235"/>
                  </a:lnTo>
                  <a:lnTo>
                    <a:pt x="4850411" y="556235"/>
                  </a:lnTo>
                  <a:lnTo>
                    <a:pt x="4850519" y="556235"/>
                  </a:lnTo>
                  <a:lnTo>
                    <a:pt x="4850628" y="556235"/>
                  </a:lnTo>
                  <a:lnTo>
                    <a:pt x="4850736" y="556235"/>
                  </a:lnTo>
                  <a:lnTo>
                    <a:pt x="4850845" y="556235"/>
                  </a:lnTo>
                  <a:lnTo>
                    <a:pt x="4850953" y="556235"/>
                  </a:lnTo>
                  <a:lnTo>
                    <a:pt x="4851062" y="556235"/>
                  </a:lnTo>
                  <a:lnTo>
                    <a:pt x="4851170" y="556235"/>
                  </a:lnTo>
                  <a:lnTo>
                    <a:pt x="4851279" y="556235"/>
                  </a:lnTo>
                  <a:lnTo>
                    <a:pt x="4851387" y="556235"/>
                  </a:lnTo>
                  <a:lnTo>
                    <a:pt x="4851495" y="556235"/>
                  </a:lnTo>
                  <a:lnTo>
                    <a:pt x="4851604" y="556235"/>
                  </a:lnTo>
                  <a:lnTo>
                    <a:pt x="4851712" y="556235"/>
                  </a:lnTo>
                  <a:lnTo>
                    <a:pt x="4851821" y="556235"/>
                  </a:lnTo>
                  <a:lnTo>
                    <a:pt x="4851929" y="556235"/>
                  </a:lnTo>
                  <a:lnTo>
                    <a:pt x="4852038" y="556235"/>
                  </a:lnTo>
                  <a:lnTo>
                    <a:pt x="4852038" y="555611"/>
                  </a:lnTo>
                  <a:lnTo>
                    <a:pt x="4852146" y="555611"/>
                  </a:lnTo>
                  <a:lnTo>
                    <a:pt x="4852255" y="555611"/>
                  </a:lnTo>
                  <a:lnTo>
                    <a:pt x="4852255" y="554988"/>
                  </a:lnTo>
                  <a:lnTo>
                    <a:pt x="4852363" y="554988"/>
                  </a:lnTo>
                  <a:lnTo>
                    <a:pt x="4852471" y="554988"/>
                  </a:lnTo>
                  <a:lnTo>
                    <a:pt x="4852471" y="554364"/>
                  </a:lnTo>
                  <a:lnTo>
                    <a:pt x="4852580" y="554364"/>
                  </a:lnTo>
                  <a:lnTo>
                    <a:pt x="4852688" y="554364"/>
                  </a:lnTo>
                  <a:lnTo>
                    <a:pt x="4852797" y="554364"/>
                  </a:lnTo>
                  <a:lnTo>
                    <a:pt x="4852905" y="554364"/>
                  </a:lnTo>
                  <a:lnTo>
                    <a:pt x="4853014" y="554364"/>
                  </a:lnTo>
                  <a:lnTo>
                    <a:pt x="4853122" y="554364"/>
                  </a:lnTo>
                  <a:lnTo>
                    <a:pt x="4853231" y="554364"/>
                  </a:lnTo>
                  <a:lnTo>
                    <a:pt x="4853339" y="554364"/>
                  </a:lnTo>
                  <a:lnTo>
                    <a:pt x="4853447" y="554364"/>
                  </a:lnTo>
                  <a:lnTo>
                    <a:pt x="4853556" y="554364"/>
                  </a:lnTo>
                  <a:lnTo>
                    <a:pt x="4853664" y="554364"/>
                  </a:lnTo>
                  <a:lnTo>
                    <a:pt x="4853773" y="554364"/>
                  </a:lnTo>
                  <a:lnTo>
                    <a:pt x="4853881" y="554364"/>
                  </a:lnTo>
                  <a:lnTo>
                    <a:pt x="4853990" y="554364"/>
                  </a:lnTo>
                  <a:lnTo>
                    <a:pt x="4854098" y="554364"/>
                  </a:lnTo>
                  <a:lnTo>
                    <a:pt x="4854207" y="554364"/>
                  </a:lnTo>
                  <a:lnTo>
                    <a:pt x="4854315" y="554364"/>
                  </a:lnTo>
                  <a:lnTo>
                    <a:pt x="4854423" y="554364"/>
                  </a:lnTo>
                  <a:lnTo>
                    <a:pt x="4854532" y="554364"/>
                  </a:lnTo>
                  <a:lnTo>
                    <a:pt x="4854640" y="554364"/>
                  </a:lnTo>
                  <a:lnTo>
                    <a:pt x="4854749" y="554364"/>
                  </a:lnTo>
                  <a:lnTo>
                    <a:pt x="4854857" y="554364"/>
                  </a:lnTo>
                  <a:lnTo>
                    <a:pt x="4854966" y="554364"/>
                  </a:lnTo>
                  <a:lnTo>
                    <a:pt x="4855074" y="554364"/>
                  </a:lnTo>
                  <a:lnTo>
                    <a:pt x="4855183" y="554364"/>
                  </a:lnTo>
                  <a:lnTo>
                    <a:pt x="4855291" y="554364"/>
                  </a:lnTo>
                  <a:lnTo>
                    <a:pt x="4855400" y="554364"/>
                  </a:lnTo>
                  <a:lnTo>
                    <a:pt x="4855508" y="554364"/>
                  </a:lnTo>
                  <a:lnTo>
                    <a:pt x="4855616" y="554364"/>
                  </a:lnTo>
                  <a:lnTo>
                    <a:pt x="4855725" y="554364"/>
                  </a:lnTo>
                  <a:lnTo>
                    <a:pt x="4855833" y="554364"/>
                  </a:lnTo>
                  <a:lnTo>
                    <a:pt x="4855942" y="554364"/>
                  </a:lnTo>
                  <a:lnTo>
                    <a:pt x="4855942" y="553741"/>
                  </a:lnTo>
                  <a:lnTo>
                    <a:pt x="4856050" y="553741"/>
                  </a:lnTo>
                  <a:lnTo>
                    <a:pt x="4856159" y="553741"/>
                  </a:lnTo>
                  <a:lnTo>
                    <a:pt x="4856267" y="553741"/>
                  </a:lnTo>
                  <a:lnTo>
                    <a:pt x="4856376" y="553741"/>
                  </a:lnTo>
                  <a:lnTo>
                    <a:pt x="4856376" y="553117"/>
                  </a:lnTo>
                  <a:lnTo>
                    <a:pt x="4856484" y="553117"/>
                  </a:lnTo>
                  <a:lnTo>
                    <a:pt x="4856592" y="553117"/>
                  </a:lnTo>
                  <a:lnTo>
                    <a:pt x="4856701" y="553117"/>
                  </a:lnTo>
                  <a:lnTo>
                    <a:pt x="4856809" y="553117"/>
                  </a:lnTo>
                  <a:lnTo>
                    <a:pt x="4856918" y="553117"/>
                  </a:lnTo>
                  <a:lnTo>
                    <a:pt x="4857026" y="553117"/>
                  </a:lnTo>
                  <a:lnTo>
                    <a:pt x="4857135" y="553117"/>
                  </a:lnTo>
                  <a:lnTo>
                    <a:pt x="4857243" y="553117"/>
                  </a:lnTo>
                  <a:lnTo>
                    <a:pt x="4857352" y="553117"/>
                  </a:lnTo>
                  <a:lnTo>
                    <a:pt x="4857352" y="552493"/>
                  </a:lnTo>
                  <a:lnTo>
                    <a:pt x="4857460" y="552493"/>
                  </a:lnTo>
                  <a:lnTo>
                    <a:pt x="4857460" y="551870"/>
                  </a:lnTo>
                  <a:lnTo>
                    <a:pt x="4857568" y="551870"/>
                  </a:lnTo>
                  <a:lnTo>
                    <a:pt x="4857677" y="551870"/>
                  </a:lnTo>
                  <a:lnTo>
                    <a:pt x="4857785" y="551870"/>
                  </a:lnTo>
                  <a:lnTo>
                    <a:pt x="4857894" y="551870"/>
                  </a:lnTo>
                  <a:lnTo>
                    <a:pt x="4858002" y="551870"/>
                  </a:lnTo>
                  <a:lnTo>
                    <a:pt x="4858111" y="551870"/>
                  </a:lnTo>
                  <a:lnTo>
                    <a:pt x="4858219" y="551870"/>
                  </a:lnTo>
                  <a:lnTo>
                    <a:pt x="4858328" y="551870"/>
                  </a:lnTo>
                  <a:lnTo>
                    <a:pt x="4858436" y="551870"/>
                  </a:lnTo>
                  <a:lnTo>
                    <a:pt x="4858544" y="551870"/>
                  </a:lnTo>
                  <a:lnTo>
                    <a:pt x="4858653" y="551870"/>
                  </a:lnTo>
                  <a:lnTo>
                    <a:pt x="4858761" y="551870"/>
                  </a:lnTo>
                  <a:lnTo>
                    <a:pt x="4858870" y="551870"/>
                  </a:lnTo>
                  <a:lnTo>
                    <a:pt x="4858978" y="551870"/>
                  </a:lnTo>
                  <a:lnTo>
                    <a:pt x="4859087" y="551870"/>
                  </a:lnTo>
                  <a:lnTo>
                    <a:pt x="4859195" y="551870"/>
                  </a:lnTo>
                  <a:lnTo>
                    <a:pt x="4859304" y="551870"/>
                  </a:lnTo>
                  <a:lnTo>
                    <a:pt x="4859412" y="551870"/>
                  </a:lnTo>
                  <a:lnTo>
                    <a:pt x="4859521" y="551870"/>
                  </a:lnTo>
                  <a:lnTo>
                    <a:pt x="4859629" y="551870"/>
                  </a:lnTo>
                  <a:lnTo>
                    <a:pt x="4859737" y="551870"/>
                  </a:lnTo>
                  <a:lnTo>
                    <a:pt x="4859846" y="551870"/>
                  </a:lnTo>
                  <a:lnTo>
                    <a:pt x="4859954" y="551870"/>
                  </a:lnTo>
                  <a:lnTo>
                    <a:pt x="4860063" y="551870"/>
                  </a:lnTo>
                  <a:lnTo>
                    <a:pt x="4860063" y="551246"/>
                  </a:lnTo>
                  <a:lnTo>
                    <a:pt x="4860171" y="551246"/>
                  </a:lnTo>
                  <a:lnTo>
                    <a:pt x="4860280" y="551246"/>
                  </a:lnTo>
                  <a:lnTo>
                    <a:pt x="4860388" y="551246"/>
                  </a:lnTo>
                  <a:lnTo>
                    <a:pt x="4860497" y="551246"/>
                  </a:lnTo>
                  <a:lnTo>
                    <a:pt x="4860605" y="551246"/>
                  </a:lnTo>
                  <a:lnTo>
                    <a:pt x="4860713" y="551246"/>
                  </a:lnTo>
                  <a:lnTo>
                    <a:pt x="4860822" y="551246"/>
                  </a:lnTo>
                  <a:lnTo>
                    <a:pt x="4860930" y="551246"/>
                  </a:lnTo>
                  <a:lnTo>
                    <a:pt x="4861039" y="551246"/>
                  </a:lnTo>
                  <a:lnTo>
                    <a:pt x="4861147" y="551246"/>
                  </a:lnTo>
                  <a:lnTo>
                    <a:pt x="4861256" y="551246"/>
                  </a:lnTo>
                  <a:lnTo>
                    <a:pt x="4861364" y="551246"/>
                  </a:lnTo>
                  <a:lnTo>
                    <a:pt x="4861473" y="551246"/>
                  </a:lnTo>
                  <a:lnTo>
                    <a:pt x="4861581" y="551246"/>
                  </a:lnTo>
                  <a:lnTo>
                    <a:pt x="4861689" y="551246"/>
                  </a:lnTo>
                  <a:lnTo>
                    <a:pt x="4861798" y="551246"/>
                  </a:lnTo>
                  <a:lnTo>
                    <a:pt x="4861906" y="551246"/>
                  </a:lnTo>
                  <a:lnTo>
                    <a:pt x="4862015" y="551246"/>
                  </a:lnTo>
                  <a:lnTo>
                    <a:pt x="4862123" y="551246"/>
                  </a:lnTo>
                  <a:lnTo>
                    <a:pt x="4862123" y="550623"/>
                  </a:lnTo>
                  <a:lnTo>
                    <a:pt x="4862232" y="550623"/>
                  </a:lnTo>
                  <a:lnTo>
                    <a:pt x="4862340" y="550623"/>
                  </a:lnTo>
                  <a:lnTo>
                    <a:pt x="4862340" y="549999"/>
                  </a:lnTo>
                  <a:lnTo>
                    <a:pt x="4862449" y="549999"/>
                  </a:lnTo>
                  <a:lnTo>
                    <a:pt x="4862557" y="549999"/>
                  </a:lnTo>
                  <a:lnTo>
                    <a:pt x="4862557" y="549376"/>
                  </a:lnTo>
                  <a:lnTo>
                    <a:pt x="4862665" y="549376"/>
                  </a:lnTo>
                  <a:lnTo>
                    <a:pt x="4862774" y="549376"/>
                  </a:lnTo>
                  <a:lnTo>
                    <a:pt x="4862774" y="548752"/>
                  </a:lnTo>
                  <a:lnTo>
                    <a:pt x="4862882" y="548752"/>
                  </a:lnTo>
                  <a:lnTo>
                    <a:pt x="4862991" y="548752"/>
                  </a:lnTo>
                  <a:lnTo>
                    <a:pt x="4863099" y="548752"/>
                  </a:lnTo>
                  <a:lnTo>
                    <a:pt x="4863208" y="548752"/>
                  </a:lnTo>
                  <a:lnTo>
                    <a:pt x="4863316" y="548752"/>
                  </a:lnTo>
                  <a:lnTo>
                    <a:pt x="4863425" y="548752"/>
                  </a:lnTo>
                  <a:lnTo>
                    <a:pt x="4863533" y="548752"/>
                  </a:lnTo>
                  <a:lnTo>
                    <a:pt x="4863642" y="548752"/>
                  </a:lnTo>
                  <a:lnTo>
                    <a:pt x="4863750" y="548752"/>
                  </a:lnTo>
                  <a:lnTo>
                    <a:pt x="4863750" y="548128"/>
                  </a:lnTo>
                  <a:lnTo>
                    <a:pt x="4863858" y="548128"/>
                  </a:lnTo>
                  <a:lnTo>
                    <a:pt x="4863967" y="548128"/>
                  </a:lnTo>
                  <a:lnTo>
                    <a:pt x="4864075" y="548128"/>
                  </a:lnTo>
                  <a:lnTo>
                    <a:pt x="4864184" y="548128"/>
                  </a:lnTo>
                  <a:lnTo>
                    <a:pt x="4864292" y="548128"/>
                  </a:lnTo>
                  <a:lnTo>
                    <a:pt x="4864401" y="548128"/>
                  </a:lnTo>
                  <a:lnTo>
                    <a:pt x="4864509" y="548128"/>
                  </a:lnTo>
                  <a:lnTo>
                    <a:pt x="4864618" y="548128"/>
                  </a:lnTo>
                  <a:lnTo>
                    <a:pt x="4864726" y="548128"/>
                  </a:lnTo>
                  <a:lnTo>
                    <a:pt x="4864726" y="547505"/>
                  </a:lnTo>
                  <a:lnTo>
                    <a:pt x="4864834" y="547505"/>
                  </a:lnTo>
                  <a:lnTo>
                    <a:pt x="4864943" y="547505"/>
                  </a:lnTo>
                  <a:lnTo>
                    <a:pt x="4865051" y="547505"/>
                  </a:lnTo>
                  <a:lnTo>
                    <a:pt x="4865160" y="547505"/>
                  </a:lnTo>
                  <a:lnTo>
                    <a:pt x="4865268" y="547505"/>
                  </a:lnTo>
                  <a:lnTo>
                    <a:pt x="4865377" y="547505"/>
                  </a:lnTo>
                  <a:lnTo>
                    <a:pt x="4865485" y="547505"/>
                  </a:lnTo>
                  <a:lnTo>
                    <a:pt x="4865594" y="547505"/>
                  </a:lnTo>
                  <a:lnTo>
                    <a:pt x="4865594" y="546881"/>
                  </a:lnTo>
                  <a:lnTo>
                    <a:pt x="4865702" y="546881"/>
                  </a:lnTo>
                  <a:lnTo>
                    <a:pt x="4865810" y="546881"/>
                  </a:lnTo>
                  <a:lnTo>
                    <a:pt x="4865919" y="546881"/>
                  </a:lnTo>
                  <a:lnTo>
                    <a:pt x="4866027" y="546881"/>
                  </a:lnTo>
                  <a:lnTo>
                    <a:pt x="4866136" y="546881"/>
                  </a:lnTo>
                  <a:lnTo>
                    <a:pt x="4866244" y="546881"/>
                  </a:lnTo>
                  <a:lnTo>
                    <a:pt x="4866353" y="546881"/>
                  </a:lnTo>
                  <a:lnTo>
                    <a:pt x="4866461" y="546881"/>
                  </a:lnTo>
                  <a:lnTo>
                    <a:pt x="4866570" y="546881"/>
                  </a:lnTo>
                  <a:lnTo>
                    <a:pt x="4866678" y="546881"/>
                  </a:lnTo>
                  <a:lnTo>
                    <a:pt x="4866786" y="546881"/>
                  </a:lnTo>
                  <a:lnTo>
                    <a:pt x="4866895" y="546881"/>
                  </a:lnTo>
                  <a:lnTo>
                    <a:pt x="4867003" y="546881"/>
                  </a:lnTo>
                  <a:lnTo>
                    <a:pt x="4867112" y="546881"/>
                  </a:lnTo>
                  <a:lnTo>
                    <a:pt x="4867220" y="546881"/>
                  </a:lnTo>
                  <a:lnTo>
                    <a:pt x="4867329" y="546881"/>
                  </a:lnTo>
                  <a:lnTo>
                    <a:pt x="4867437" y="546881"/>
                  </a:lnTo>
                  <a:lnTo>
                    <a:pt x="4867546" y="546881"/>
                  </a:lnTo>
                  <a:lnTo>
                    <a:pt x="4867654" y="546881"/>
                  </a:lnTo>
                  <a:lnTo>
                    <a:pt x="4867762" y="546881"/>
                  </a:lnTo>
                  <a:lnTo>
                    <a:pt x="4867871" y="546881"/>
                  </a:lnTo>
                  <a:lnTo>
                    <a:pt x="4867979" y="546881"/>
                  </a:lnTo>
                  <a:lnTo>
                    <a:pt x="4867979" y="546258"/>
                  </a:lnTo>
                  <a:lnTo>
                    <a:pt x="4867979" y="545634"/>
                  </a:lnTo>
                  <a:lnTo>
                    <a:pt x="4868088" y="545634"/>
                  </a:lnTo>
                  <a:lnTo>
                    <a:pt x="4868196" y="545634"/>
                  </a:lnTo>
                  <a:lnTo>
                    <a:pt x="4868196" y="545010"/>
                  </a:lnTo>
                  <a:lnTo>
                    <a:pt x="4868305" y="545010"/>
                  </a:lnTo>
                  <a:lnTo>
                    <a:pt x="4868413" y="545010"/>
                  </a:lnTo>
                  <a:lnTo>
                    <a:pt x="4868522" y="545010"/>
                  </a:lnTo>
                  <a:lnTo>
                    <a:pt x="4868630" y="545010"/>
                  </a:lnTo>
                  <a:lnTo>
                    <a:pt x="4868739" y="545010"/>
                  </a:lnTo>
                  <a:lnTo>
                    <a:pt x="4868847" y="545010"/>
                  </a:lnTo>
                  <a:lnTo>
                    <a:pt x="4868955" y="545010"/>
                  </a:lnTo>
                  <a:lnTo>
                    <a:pt x="4868955" y="544387"/>
                  </a:lnTo>
                  <a:lnTo>
                    <a:pt x="4869064" y="544387"/>
                  </a:lnTo>
                  <a:lnTo>
                    <a:pt x="4869172" y="544387"/>
                  </a:lnTo>
                  <a:lnTo>
                    <a:pt x="4869281" y="544387"/>
                  </a:lnTo>
                  <a:lnTo>
                    <a:pt x="4869389" y="544387"/>
                  </a:lnTo>
                  <a:lnTo>
                    <a:pt x="4869498" y="544387"/>
                  </a:lnTo>
                  <a:lnTo>
                    <a:pt x="4869498" y="543763"/>
                  </a:lnTo>
                  <a:lnTo>
                    <a:pt x="4869606" y="543763"/>
                  </a:lnTo>
                  <a:lnTo>
                    <a:pt x="4869715" y="543763"/>
                  </a:lnTo>
                  <a:lnTo>
                    <a:pt x="4869823" y="543763"/>
                  </a:lnTo>
                  <a:lnTo>
                    <a:pt x="4869931" y="543763"/>
                  </a:lnTo>
                  <a:lnTo>
                    <a:pt x="4870040" y="543763"/>
                  </a:lnTo>
                  <a:lnTo>
                    <a:pt x="4870148" y="543763"/>
                  </a:lnTo>
                  <a:lnTo>
                    <a:pt x="4870257" y="543763"/>
                  </a:lnTo>
                  <a:lnTo>
                    <a:pt x="4870365" y="543763"/>
                  </a:lnTo>
                  <a:lnTo>
                    <a:pt x="4870474" y="543763"/>
                  </a:lnTo>
                  <a:lnTo>
                    <a:pt x="4870582" y="543763"/>
                  </a:lnTo>
                  <a:lnTo>
                    <a:pt x="4870691" y="543763"/>
                  </a:lnTo>
                  <a:lnTo>
                    <a:pt x="4870799" y="543763"/>
                  </a:lnTo>
                  <a:lnTo>
                    <a:pt x="4870907" y="543763"/>
                  </a:lnTo>
                  <a:lnTo>
                    <a:pt x="4871016" y="543763"/>
                  </a:lnTo>
                  <a:lnTo>
                    <a:pt x="4871124" y="543763"/>
                  </a:lnTo>
                  <a:lnTo>
                    <a:pt x="4871233" y="543763"/>
                  </a:lnTo>
                  <a:lnTo>
                    <a:pt x="4871341" y="543763"/>
                  </a:lnTo>
                  <a:lnTo>
                    <a:pt x="4871450" y="543763"/>
                  </a:lnTo>
                  <a:lnTo>
                    <a:pt x="4871558" y="543763"/>
                  </a:lnTo>
                  <a:lnTo>
                    <a:pt x="4871667" y="543763"/>
                  </a:lnTo>
                  <a:lnTo>
                    <a:pt x="4871775" y="543763"/>
                  </a:lnTo>
                  <a:lnTo>
                    <a:pt x="4871883" y="543763"/>
                  </a:lnTo>
                  <a:lnTo>
                    <a:pt x="4871992" y="543763"/>
                  </a:lnTo>
                  <a:lnTo>
                    <a:pt x="4872100" y="543763"/>
                  </a:lnTo>
                  <a:lnTo>
                    <a:pt x="4872209" y="543763"/>
                  </a:lnTo>
                  <a:lnTo>
                    <a:pt x="4872317" y="543763"/>
                  </a:lnTo>
                  <a:lnTo>
                    <a:pt x="4872426" y="543763"/>
                  </a:lnTo>
                  <a:lnTo>
                    <a:pt x="4872534" y="543763"/>
                  </a:lnTo>
                  <a:lnTo>
                    <a:pt x="4872643" y="543763"/>
                  </a:lnTo>
                  <a:lnTo>
                    <a:pt x="4872751" y="543763"/>
                  </a:lnTo>
                  <a:lnTo>
                    <a:pt x="4872860" y="543763"/>
                  </a:lnTo>
                  <a:lnTo>
                    <a:pt x="4872968" y="543763"/>
                  </a:lnTo>
                  <a:lnTo>
                    <a:pt x="4873076" y="543763"/>
                  </a:lnTo>
                  <a:lnTo>
                    <a:pt x="4873185" y="543763"/>
                  </a:lnTo>
                  <a:lnTo>
                    <a:pt x="4873293" y="543763"/>
                  </a:lnTo>
                  <a:lnTo>
                    <a:pt x="4873402" y="543763"/>
                  </a:lnTo>
                  <a:lnTo>
                    <a:pt x="4873510" y="543763"/>
                  </a:lnTo>
                  <a:lnTo>
                    <a:pt x="4873619" y="543763"/>
                  </a:lnTo>
                  <a:lnTo>
                    <a:pt x="4873727" y="543763"/>
                  </a:lnTo>
                  <a:lnTo>
                    <a:pt x="4873836" y="543763"/>
                  </a:lnTo>
                  <a:lnTo>
                    <a:pt x="4873944" y="543763"/>
                  </a:lnTo>
                  <a:lnTo>
                    <a:pt x="4874052" y="543763"/>
                  </a:lnTo>
                  <a:lnTo>
                    <a:pt x="4874161" y="543763"/>
                  </a:lnTo>
                  <a:lnTo>
                    <a:pt x="4874269" y="543763"/>
                  </a:lnTo>
                  <a:lnTo>
                    <a:pt x="4874378" y="543763"/>
                  </a:lnTo>
                  <a:lnTo>
                    <a:pt x="4874486" y="543763"/>
                  </a:lnTo>
                  <a:lnTo>
                    <a:pt x="4874595" y="543763"/>
                  </a:lnTo>
                  <a:lnTo>
                    <a:pt x="4874703" y="543763"/>
                  </a:lnTo>
                  <a:lnTo>
                    <a:pt x="4874812" y="543763"/>
                  </a:lnTo>
                  <a:lnTo>
                    <a:pt x="4874920" y="543763"/>
                  </a:lnTo>
                  <a:lnTo>
                    <a:pt x="4875028" y="543763"/>
                  </a:lnTo>
                  <a:lnTo>
                    <a:pt x="4875137" y="543763"/>
                  </a:lnTo>
                  <a:lnTo>
                    <a:pt x="4875245" y="543763"/>
                  </a:lnTo>
                  <a:lnTo>
                    <a:pt x="4875354" y="543763"/>
                  </a:lnTo>
                  <a:lnTo>
                    <a:pt x="4875462" y="543763"/>
                  </a:lnTo>
                  <a:lnTo>
                    <a:pt x="4875462" y="543140"/>
                  </a:lnTo>
                  <a:lnTo>
                    <a:pt x="4875571" y="543140"/>
                  </a:lnTo>
                  <a:lnTo>
                    <a:pt x="4875679" y="543140"/>
                  </a:lnTo>
                  <a:lnTo>
                    <a:pt x="4875788" y="543140"/>
                  </a:lnTo>
                  <a:lnTo>
                    <a:pt x="4875896" y="543140"/>
                  </a:lnTo>
                  <a:lnTo>
                    <a:pt x="4876004" y="543140"/>
                  </a:lnTo>
                  <a:lnTo>
                    <a:pt x="4876113" y="543140"/>
                  </a:lnTo>
                  <a:lnTo>
                    <a:pt x="4876113" y="542516"/>
                  </a:lnTo>
                  <a:lnTo>
                    <a:pt x="4876221" y="542516"/>
                  </a:lnTo>
                  <a:lnTo>
                    <a:pt x="4876221" y="541893"/>
                  </a:lnTo>
                  <a:lnTo>
                    <a:pt x="4876330" y="541893"/>
                  </a:lnTo>
                  <a:lnTo>
                    <a:pt x="4876438" y="541893"/>
                  </a:lnTo>
                  <a:lnTo>
                    <a:pt x="4876547" y="541893"/>
                  </a:lnTo>
                  <a:lnTo>
                    <a:pt x="4876655" y="541893"/>
                  </a:lnTo>
                  <a:lnTo>
                    <a:pt x="4876764" y="541893"/>
                  </a:lnTo>
                  <a:lnTo>
                    <a:pt x="4876872" y="541893"/>
                  </a:lnTo>
                  <a:lnTo>
                    <a:pt x="4876981" y="541893"/>
                  </a:lnTo>
                  <a:lnTo>
                    <a:pt x="4877089" y="541893"/>
                  </a:lnTo>
                  <a:lnTo>
                    <a:pt x="4877197" y="541893"/>
                  </a:lnTo>
                  <a:lnTo>
                    <a:pt x="4877306" y="541893"/>
                  </a:lnTo>
                  <a:lnTo>
                    <a:pt x="4877414" y="541893"/>
                  </a:lnTo>
                  <a:lnTo>
                    <a:pt x="4877523" y="541893"/>
                  </a:lnTo>
                  <a:lnTo>
                    <a:pt x="4877631" y="541893"/>
                  </a:lnTo>
                  <a:lnTo>
                    <a:pt x="4877740" y="541893"/>
                  </a:lnTo>
                  <a:lnTo>
                    <a:pt x="4877848" y="541893"/>
                  </a:lnTo>
                  <a:lnTo>
                    <a:pt x="4877957" y="541893"/>
                  </a:lnTo>
                  <a:lnTo>
                    <a:pt x="4878065" y="541893"/>
                  </a:lnTo>
                  <a:lnTo>
                    <a:pt x="4878173" y="541893"/>
                  </a:lnTo>
                  <a:lnTo>
                    <a:pt x="4878282" y="541893"/>
                  </a:lnTo>
                  <a:lnTo>
                    <a:pt x="4878390" y="541893"/>
                  </a:lnTo>
                  <a:lnTo>
                    <a:pt x="4878499" y="541893"/>
                  </a:lnTo>
                  <a:lnTo>
                    <a:pt x="4878607" y="541893"/>
                  </a:lnTo>
                  <a:lnTo>
                    <a:pt x="4878716" y="541893"/>
                  </a:lnTo>
                  <a:lnTo>
                    <a:pt x="4878824" y="541893"/>
                  </a:lnTo>
                  <a:lnTo>
                    <a:pt x="4878933" y="541893"/>
                  </a:lnTo>
                  <a:lnTo>
                    <a:pt x="4879041" y="541893"/>
                  </a:lnTo>
                  <a:lnTo>
                    <a:pt x="4879149" y="541893"/>
                  </a:lnTo>
                  <a:lnTo>
                    <a:pt x="4879258" y="541893"/>
                  </a:lnTo>
                  <a:lnTo>
                    <a:pt x="4879366" y="541893"/>
                  </a:lnTo>
                  <a:lnTo>
                    <a:pt x="4879475" y="541893"/>
                  </a:lnTo>
                  <a:lnTo>
                    <a:pt x="4879475" y="541269"/>
                  </a:lnTo>
                  <a:lnTo>
                    <a:pt x="4879583" y="541269"/>
                  </a:lnTo>
                  <a:lnTo>
                    <a:pt x="4879692" y="541269"/>
                  </a:lnTo>
                  <a:lnTo>
                    <a:pt x="4879800" y="541269"/>
                  </a:lnTo>
                  <a:lnTo>
                    <a:pt x="4879909" y="541269"/>
                  </a:lnTo>
                  <a:lnTo>
                    <a:pt x="4880017" y="541269"/>
                  </a:lnTo>
                  <a:lnTo>
                    <a:pt x="4880125" y="541269"/>
                  </a:lnTo>
                  <a:lnTo>
                    <a:pt x="4880234" y="541269"/>
                  </a:lnTo>
                  <a:lnTo>
                    <a:pt x="4880342" y="541269"/>
                  </a:lnTo>
                  <a:lnTo>
                    <a:pt x="4880451" y="541269"/>
                  </a:lnTo>
                  <a:lnTo>
                    <a:pt x="4880559" y="541269"/>
                  </a:lnTo>
                  <a:lnTo>
                    <a:pt x="4880668" y="541269"/>
                  </a:lnTo>
                  <a:lnTo>
                    <a:pt x="4880776" y="541269"/>
                  </a:lnTo>
                  <a:lnTo>
                    <a:pt x="4880776" y="540645"/>
                  </a:lnTo>
                  <a:lnTo>
                    <a:pt x="4880885" y="540645"/>
                  </a:lnTo>
                  <a:lnTo>
                    <a:pt x="4880993" y="540645"/>
                  </a:lnTo>
                  <a:lnTo>
                    <a:pt x="4881102" y="540645"/>
                  </a:lnTo>
                  <a:lnTo>
                    <a:pt x="4881210" y="540645"/>
                  </a:lnTo>
                  <a:lnTo>
                    <a:pt x="4881318" y="540645"/>
                  </a:lnTo>
                  <a:lnTo>
                    <a:pt x="4881427" y="540645"/>
                  </a:lnTo>
                  <a:lnTo>
                    <a:pt x="4881535" y="540645"/>
                  </a:lnTo>
                  <a:lnTo>
                    <a:pt x="4881644" y="540645"/>
                  </a:lnTo>
                  <a:lnTo>
                    <a:pt x="4881752" y="540645"/>
                  </a:lnTo>
                  <a:lnTo>
                    <a:pt x="4881861" y="540645"/>
                  </a:lnTo>
                  <a:lnTo>
                    <a:pt x="4881969" y="540645"/>
                  </a:lnTo>
                  <a:lnTo>
                    <a:pt x="4882078" y="540645"/>
                  </a:lnTo>
                  <a:lnTo>
                    <a:pt x="4882078" y="540022"/>
                  </a:lnTo>
                  <a:lnTo>
                    <a:pt x="4882186" y="540022"/>
                  </a:lnTo>
                  <a:lnTo>
                    <a:pt x="4882294" y="540022"/>
                  </a:lnTo>
                  <a:lnTo>
                    <a:pt x="4882403" y="540022"/>
                  </a:lnTo>
                  <a:lnTo>
                    <a:pt x="4882511" y="540022"/>
                  </a:lnTo>
                  <a:lnTo>
                    <a:pt x="4882620" y="540022"/>
                  </a:lnTo>
                  <a:lnTo>
                    <a:pt x="4882728" y="540022"/>
                  </a:lnTo>
                  <a:lnTo>
                    <a:pt x="4882837" y="540022"/>
                  </a:lnTo>
                  <a:lnTo>
                    <a:pt x="4882945" y="540022"/>
                  </a:lnTo>
                  <a:lnTo>
                    <a:pt x="4883054" y="540022"/>
                  </a:lnTo>
                  <a:lnTo>
                    <a:pt x="4883162" y="540022"/>
                  </a:lnTo>
                  <a:lnTo>
                    <a:pt x="4883270" y="540022"/>
                  </a:lnTo>
                  <a:lnTo>
                    <a:pt x="4883379" y="540022"/>
                  </a:lnTo>
                  <a:lnTo>
                    <a:pt x="4883487" y="540022"/>
                  </a:lnTo>
                  <a:lnTo>
                    <a:pt x="4883487" y="539398"/>
                  </a:lnTo>
                  <a:lnTo>
                    <a:pt x="4883596" y="539398"/>
                  </a:lnTo>
                  <a:lnTo>
                    <a:pt x="4883704" y="539398"/>
                  </a:lnTo>
                  <a:lnTo>
                    <a:pt x="4883813" y="539398"/>
                  </a:lnTo>
                  <a:lnTo>
                    <a:pt x="4883921" y="539398"/>
                  </a:lnTo>
                  <a:lnTo>
                    <a:pt x="4884030" y="539398"/>
                  </a:lnTo>
                  <a:lnTo>
                    <a:pt x="4884138" y="539398"/>
                  </a:lnTo>
                  <a:lnTo>
                    <a:pt x="4884246" y="539398"/>
                  </a:lnTo>
                  <a:lnTo>
                    <a:pt x="4884355" y="539398"/>
                  </a:lnTo>
                  <a:lnTo>
                    <a:pt x="4884463" y="539398"/>
                  </a:lnTo>
                  <a:lnTo>
                    <a:pt x="4884572" y="539398"/>
                  </a:lnTo>
                  <a:lnTo>
                    <a:pt x="4884680" y="539398"/>
                  </a:lnTo>
                  <a:lnTo>
                    <a:pt x="4884789" y="539398"/>
                  </a:lnTo>
                  <a:lnTo>
                    <a:pt x="4884897" y="539398"/>
                  </a:lnTo>
                  <a:lnTo>
                    <a:pt x="4885006" y="539398"/>
                  </a:lnTo>
                  <a:lnTo>
                    <a:pt x="4885114" y="539398"/>
                  </a:lnTo>
                  <a:lnTo>
                    <a:pt x="4885223" y="539398"/>
                  </a:lnTo>
                  <a:lnTo>
                    <a:pt x="4885331" y="539398"/>
                  </a:lnTo>
                  <a:lnTo>
                    <a:pt x="4885439" y="539398"/>
                  </a:lnTo>
                  <a:lnTo>
                    <a:pt x="4885548" y="539398"/>
                  </a:lnTo>
                  <a:lnTo>
                    <a:pt x="4885656" y="539398"/>
                  </a:lnTo>
                  <a:lnTo>
                    <a:pt x="4885765" y="539398"/>
                  </a:lnTo>
                  <a:lnTo>
                    <a:pt x="4885873" y="539398"/>
                  </a:lnTo>
                  <a:lnTo>
                    <a:pt x="4885982" y="539398"/>
                  </a:lnTo>
                  <a:lnTo>
                    <a:pt x="4886090" y="539398"/>
                  </a:lnTo>
                  <a:lnTo>
                    <a:pt x="4886199" y="539398"/>
                  </a:lnTo>
                  <a:lnTo>
                    <a:pt x="4886307" y="539398"/>
                  </a:lnTo>
                  <a:lnTo>
                    <a:pt x="4886415" y="539398"/>
                  </a:lnTo>
                  <a:lnTo>
                    <a:pt x="4886524" y="539398"/>
                  </a:lnTo>
                  <a:lnTo>
                    <a:pt x="4886632" y="539398"/>
                  </a:lnTo>
                  <a:lnTo>
                    <a:pt x="4886741" y="539398"/>
                  </a:lnTo>
                  <a:lnTo>
                    <a:pt x="4886849" y="539398"/>
                  </a:lnTo>
                  <a:lnTo>
                    <a:pt x="4886958" y="539398"/>
                  </a:lnTo>
                  <a:lnTo>
                    <a:pt x="4886958" y="538775"/>
                  </a:lnTo>
                  <a:lnTo>
                    <a:pt x="4887066" y="538775"/>
                  </a:lnTo>
                  <a:lnTo>
                    <a:pt x="4887175" y="538775"/>
                  </a:lnTo>
                  <a:lnTo>
                    <a:pt x="4887283" y="538775"/>
                  </a:lnTo>
                  <a:lnTo>
                    <a:pt x="4887391" y="538775"/>
                  </a:lnTo>
                  <a:lnTo>
                    <a:pt x="4887500" y="538775"/>
                  </a:lnTo>
                  <a:lnTo>
                    <a:pt x="4887608" y="538775"/>
                  </a:lnTo>
                  <a:lnTo>
                    <a:pt x="4887717" y="538775"/>
                  </a:lnTo>
                  <a:lnTo>
                    <a:pt x="4887825" y="538775"/>
                  </a:lnTo>
                  <a:lnTo>
                    <a:pt x="4887934" y="538775"/>
                  </a:lnTo>
                  <a:lnTo>
                    <a:pt x="4888042" y="538775"/>
                  </a:lnTo>
                  <a:lnTo>
                    <a:pt x="4888151" y="538775"/>
                  </a:lnTo>
                  <a:lnTo>
                    <a:pt x="4888151" y="538151"/>
                  </a:lnTo>
                  <a:lnTo>
                    <a:pt x="4888259" y="538151"/>
                  </a:lnTo>
                  <a:lnTo>
                    <a:pt x="4888367" y="538151"/>
                  </a:lnTo>
                  <a:lnTo>
                    <a:pt x="4888476" y="538151"/>
                  </a:lnTo>
                  <a:lnTo>
                    <a:pt x="4888584" y="538151"/>
                  </a:lnTo>
                  <a:lnTo>
                    <a:pt x="4888584" y="537527"/>
                  </a:lnTo>
                  <a:lnTo>
                    <a:pt x="4888693" y="537527"/>
                  </a:lnTo>
                  <a:lnTo>
                    <a:pt x="4888801" y="537527"/>
                  </a:lnTo>
                  <a:lnTo>
                    <a:pt x="4888910" y="537527"/>
                  </a:lnTo>
                  <a:lnTo>
                    <a:pt x="4889018" y="537527"/>
                  </a:lnTo>
                  <a:lnTo>
                    <a:pt x="4889127" y="537527"/>
                  </a:lnTo>
                  <a:lnTo>
                    <a:pt x="4889235" y="537527"/>
                  </a:lnTo>
                  <a:lnTo>
                    <a:pt x="4889343" y="537527"/>
                  </a:lnTo>
                  <a:lnTo>
                    <a:pt x="4889452" y="537527"/>
                  </a:lnTo>
                  <a:lnTo>
                    <a:pt x="4889560" y="537527"/>
                  </a:lnTo>
                  <a:lnTo>
                    <a:pt x="4889669" y="537527"/>
                  </a:lnTo>
                  <a:lnTo>
                    <a:pt x="4889669" y="536904"/>
                  </a:lnTo>
                  <a:lnTo>
                    <a:pt x="4889777" y="536904"/>
                  </a:lnTo>
                  <a:lnTo>
                    <a:pt x="4889886" y="536904"/>
                  </a:lnTo>
                  <a:lnTo>
                    <a:pt x="4889994" y="536904"/>
                  </a:lnTo>
                  <a:lnTo>
                    <a:pt x="4890103" y="536904"/>
                  </a:lnTo>
                  <a:lnTo>
                    <a:pt x="4890211" y="536904"/>
                  </a:lnTo>
                  <a:lnTo>
                    <a:pt x="4890320" y="536904"/>
                  </a:lnTo>
                  <a:lnTo>
                    <a:pt x="4890428" y="536904"/>
                  </a:lnTo>
                  <a:lnTo>
                    <a:pt x="4890536" y="536904"/>
                  </a:lnTo>
                  <a:lnTo>
                    <a:pt x="4890645" y="536904"/>
                  </a:lnTo>
                  <a:lnTo>
                    <a:pt x="4890753" y="536904"/>
                  </a:lnTo>
                  <a:lnTo>
                    <a:pt x="4890862" y="536904"/>
                  </a:lnTo>
                  <a:lnTo>
                    <a:pt x="4890970" y="536904"/>
                  </a:lnTo>
                  <a:lnTo>
                    <a:pt x="4891079" y="536904"/>
                  </a:lnTo>
                  <a:lnTo>
                    <a:pt x="4891187" y="536904"/>
                  </a:lnTo>
                  <a:lnTo>
                    <a:pt x="4891296" y="536904"/>
                  </a:lnTo>
                  <a:lnTo>
                    <a:pt x="4891404" y="536904"/>
                  </a:lnTo>
                  <a:lnTo>
                    <a:pt x="4891512" y="536904"/>
                  </a:lnTo>
                  <a:lnTo>
                    <a:pt x="4891621" y="536904"/>
                  </a:lnTo>
                  <a:lnTo>
                    <a:pt x="4891729" y="536904"/>
                  </a:lnTo>
                  <a:lnTo>
                    <a:pt x="4891838" y="536904"/>
                  </a:lnTo>
                  <a:lnTo>
                    <a:pt x="4891946" y="536904"/>
                  </a:lnTo>
                  <a:lnTo>
                    <a:pt x="4891946" y="536280"/>
                  </a:lnTo>
                  <a:lnTo>
                    <a:pt x="4892055" y="536280"/>
                  </a:lnTo>
                  <a:lnTo>
                    <a:pt x="4892163" y="536280"/>
                  </a:lnTo>
                  <a:lnTo>
                    <a:pt x="4892163" y="535657"/>
                  </a:lnTo>
                  <a:lnTo>
                    <a:pt x="4892272" y="535657"/>
                  </a:lnTo>
                  <a:lnTo>
                    <a:pt x="4892380" y="535657"/>
                  </a:lnTo>
                  <a:lnTo>
                    <a:pt x="4892488" y="535657"/>
                  </a:lnTo>
                  <a:lnTo>
                    <a:pt x="4892597" y="535657"/>
                  </a:lnTo>
                  <a:lnTo>
                    <a:pt x="4892705" y="535657"/>
                  </a:lnTo>
                  <a:lnTo>
                    <a:pt x="4892814" y="535657"/>
                  </a:lnTo>
                  <a:lnTo>
                    <a:pt x="4892814" y="535033"/>
                  </a:lnTo>
                  <a:lnTo>
                    <a:pt x="4892922" y="535033"/>
                  </a:lnTo>
                  <a:lnTo>
                    <a:pt x="4893031" y="535033"/>
                  </a:lnTo>
                  <a:lnTo>
                    <a:pt x="4893139" y="535033"/>
                  </a:lnTo>
                  <a:lnTo>
                    <a:pt x="4893248" y="535033"/>
                  </a:lnTo>
                  <a:lnTo>
                    <a:pt x="4893356" y="535033"/>
                  </a:lnTo>
                  <a:lnTo>
                    <a:pt x="4893464" y="535033"/>
                  </a:lnTo>
                  <a:lnTo>
                    <a:pt x="4893573" y="535033"/>
                  </a:lnTo>
                  <a:lnTo>
                    <a:pt x="4893573" y="534410"/>
                  </a:lnTo>
                  <a:lnTo>
                    <a:pt x="4893681" y="534410"/>
                  </a:lnTo>
                  <a:lnTo>
                    <a:pt x="4893790" y="534410"/>
                  </a:lnTo>
                  <a:lnTo>
                    <a:pt x="4893898" y="534410"/>
                  </a:lnTo>
                  <a:lnTo>
                    <a:pt x="4894007" y="534410"/>
                  </a:lnTo>
                  <a:lnTo>
                    <a:pt x="4894115" y="534410"/>
                  </a:lnTo>
                  <a:lnTo>
                    <a:pt x="4894224" y="534410"/>
                  </a:lnTo>
                  <a:lnTo>
                    <a:pt x="4894332" y="534410"/>
                  </a:lnTo>
                  <a:lnTo>
                    <a:pt x="4894441" y="534410"/>
                  </a:lnTo>
                  <a:lnTo>
                    <a:pt x="4894549" y="534410"/>
                  </a:lnTo>
                  <a:lnTo>
                    <a:pt x="4894657" y="534410"/>
                  </a:lnTo>
                  <a:lnTo>
                    <a:pt x="4894766" y="534410"/>
                  </a:lnTo>
                  <a:lnTo>
                    <a:pt x="4894766" y="533786"/>
                  </a:lnTo>
                  <a:lnTo>
                    <a:pt x="4894874" y="533786"/>
                  </a:lnTo>
                  <a:lnTo>
                    <a:pt x="4894983" y="533786"/>
                  </a:lnTo>
                  <a:lnTo>
                    <a:pt x="4895091" y="533786"/>
                  </a:lnTo>
                  <a:lnTo>
                    <a:pt x="4895200" y="533786"/>
                  </a:lnTo>
                  <a:lnTo>
                    <a:pt x="4895308" y="533786"/>
                  </a:lnTo>
                  <a:lnTo>
                    <a:pt x="4895417" y="533786"/>
                  </a:lnTo>
                  <a:lnTo>
                    <a:pt x="4895417" y="533162"/>
                  </a:lnTo>
                  <a:lnTo>
                    <a:pt x="4895525" y="533162"/>
                  </a:lnTo>
                  <a:lnTo>
                    <a:pt x="4895633" y="533162"/>
                  </a:lnTo>
                  <a:lnTo>
                    <a:pt x="4895742" y="533162"/>
                  </a:lnTo>
                  <a:lnTo>
                    <a:pt x="4895850" y="533162"/>
                  </a:lnTo>
                  <a:lnTo>
                    <a:pt x="4895959" y="533162"/>
                  </a:lnTo>
                  <a:lnTo>
                    <a:pt x="4896067" y="533162"/>
                  </a:lnTo>
                  <a:lnTo>
                    <a:pt x="4896176" y="533162"/>
                  </a:lnTo>
                  <a:lnTo>
                    <a:pt x="4896176" y="532539"/>
                  </a:lnTo>
                  <a:lnTo>
                    <a:pt x="4896284" y="532539"/>
                  </a:lnTo>
                  <a:lnTo>
                    <a:pt x="4896393" y="532539"/>
                  </a:lnTo>
                  <a:lnTo>
                    <a:pt x="4896393" y="531915"/>
                  </a:lnTo>
                  <a:lnTo>
                    <a:pt x="4896501" y="531915"/>
                  </a:lnTo>
                  <a:lnTo>
                    <a:pt x="4896609" y="531915"/>
                  </a:lnTo>
                  <a:lnTo>
                    <a:pt x="4896718" y="531915"/>
                  </a:lnTo>
                  <a:lnTo>
                    <a:pt x="4896718" y="531292"/>
                  </a:lnTo>
                  <a:lnTo>
                    <a:pt x="4896826" y="531292"/>
                  </a:lnTo>
                  <a:lnTo>
                    <a:pt x="4896826" y="530668"/>
                  </a:lnTo>
                  <a:lnTo>
                    <a:pt x="4896935" y="530668"/>
                  </a:lnTo>
                  <a:lnTo>
                    <a:pt x="4897043" y="530668"/>
                  </a:lnTo>
                  <a:lnTo>
                    <a:pt x="4897043" y="530044"/>
                  </a:lnTo>
                  <a:lnTo>
                    <a:pt x="4897152" y="530044"/>
                  </a:lnTo>
                  <a:lnTo>
                    <a:pt x="4897260" y="530044"/>
                  </a:lnTo>
                  <a:lnTo>
                    <a:pt x="4897260" y="529421"/>
                  </a:lnTo>
                  <a:lnTo>
                    <a:pt x="4897369" y="529421"/>
                  </a:lnTo>
                  <a:lnTo>
                    <a:pt x="4897369" y="528797"/>
                  </a:lnTo>
                  <a:lnTo>
                    <a:pt x="4897477" y="528797"/>
                  </a:lnTo>
                  <a:lnTo>
                    <a:pt x="4897585" y="528797"/>
                  </a:lnTo>
                  <a:lnTo>
                    <a:pt x="4897694" y="528797"/>
                  </a:lnTo>
                  <a:lnTo>
                    <a:pt x="4897802" y="528797"/>
                  </a:lnTo>
                  <a:lnTo>
                    <a:pt x="4897911" y="528797"/>
                  </a:lnTo>
                  <a:lnTo>
                    <a:pt x="4898019" y="528797"/>
                  </a:lnTo>
                  <a:lnTo>
                    <a:pt x="4898128" y="528797"/>
                  </a:lnTo>
                  <a:lnTo>
                    <a:pt x="4898236" y="528797"/>
                  </a:lnTo>
                  <a:lnTo>
                    <a:pt x="4898345" y="528797"/>
                  </a:lnTo>
                  <a:lnTo>
                    <a:pt x="4898453" y="528797"/>
                  </a:lnTo>
                  <a:lnTo>
                    <a:pt x="4898562" y="528797"/>
                  </a:lnTo>
                  <a:lnTo>
                    <a:pt x="4898670" y="528797"/>
                  </a:lnTo>
                  <a:lnTo>
                    <a:pt x="4898778" y="528797"/>
                  </a:lnTo>
                  <a:lnTo>
                    <a:pt x="4898887" y="528797"/>
                  </a:lnTo>
                  <a:lnTo>
                    <a:pt x="4898995" y="528797"/>
                  </a:lnTo>
                  <a:lnTo>
                    <a:pt x="4899104" y="528797"/>
                  </a:lnTo>
                  <a:lnTo>
                    <a:pt x="4899212" y="528797"/>
                  </a:lnTo>
                  <a:lnTo>
                    <a:pt x="4899321" y="528797"/>
                  </a:lnTo>
                  <a:lnTo>
                    <a:pt x="4899429" y="528797"/>
                  </a:lnTo>
                  <a:lnTo>
                    <a:pt x="4899538" y="528797"/>
                  </a:lnTo>
                  <a:lnTo>
                    <a:pt x="4899646" y="528797"/>
                  </a:lnTo>
                  <a:lnTo>
                    <a:pt x="4899754" y="528797"/>
                  </a:lnTo>
                  <a:lnTo>
                    <a:pt x="4899863" y="528797"/>
                  </a:lnTo>
                  <a:lnTo>
                    <a:pt x="4899971" y="528797"/>
                  </a:lnTo>
                  <a:lnTo>
                    <a:pt x="4900080" y="528797"/>
                  </a:lnTo>
                  <a:lnTo>
                    <a:pt x="4900188" y="528797"/>
                  </a:lnTo>
                  <a:lnTo>
                    <a:pt x="4900297" y="528797"/>
                  </a:lnTo>
                  <a:lnTo>
                    <a:pt x="4900297" y="528174"/>
                  </a:lnTo>
                  <a:lnTo>
                    <a:pt x="4900405" y="528174"/>
                  </a:lnTo>
                  <a:lnTo>
                    <a:pt x="4900514" y="528174"/>
                  </a:lnTo>
                  <a:lnTo>
                    <a:pt x="4900622" y="528174"/>
                  </a:lnTo>
                  <a:lnTo>
                    <a:pt x="4900730" y="528174"/>
                  </a:lnTo>
                  <a:lnTo>
                    <a:pt x="4900839" y="528174"/>
                  </a:lnTo>
                  <a:lnTo>
                    <a:pt x="4900947" y="528174"/>
                  </a:lnTo>
                  <a:lnTo>
                    <a:pt x="4901056" y="528174"/>
                  </a:lnTo>
                  <a:lnTo>
                    <a:pt x="4901164" y="528174"/>
                  </a:lnTo>
                  <a:lnTo>
                    <a:pt x="4901273" y="528174"/>
                  </a:lnTo>
                  <a:lnTo>
                    <a:pt x="4901381" y="528174"/>
                  </a:lnTo>
                  <a:lnTo>
                    <a:pt x="4901490" y="528174"/>
                  </a:lnTo>
                  <a:lnTo>
                    <a:pt x="4901598" y="528174"/>
                  </a:lnTo>
                  <a:lnTo>
                    <a:pt x="4901706" y="528174"/>
                  </a:lnTo>
                  <a:lnTo>
                    <a:pt x="4901706" y="527550"/>
                  </a:lnTo>
                  <a:lnTo>
                    <a:pt x="4901815" y="527550"/>
                  </a:lnTo>
                  <a:lnTo>
                    <a:pt x="4901923" y="527550"/>
                  </a:lnTo>
                  <a:lnTo>
                    <a:pt x="4902032" y="527550"/>
                  </a:lnTo>
                  <a:lnTo>
                    <a:pt x="4902140" y="527550"/>
                  </a:lnTo>
                  <a:lnTo>
                    <a:pt x="4902249" y="527550"/>
                  </a:lnTo>
                  <a:lnTo>
                    <a:pt x="4902357" y="527550"/>
                  </a:lnTo>
                  <a:lnTo>
                    <a:pt x="4902466" y="527550"/>
                  </a:lnTo>
                  <a:lnTo>
                    <a:pt x="4902574" y="527550"/>
                  </a:lnTo>
                  <a:lnTo>
                    <a:pt x="4902683" y="527550"/>
                  </a:lnTo>
                  <a:lnTo>
                    <a:pt x="4902791" y="527550"/>
                  </a:lnTo>
                  <a:lnTo>
                    <a:pt x="4902899" y="527550"/>
                  </a:lnTo>
                  <a:lnTo>
                    <a:pt x="4903008" y="527550"/>
                  </a:lnTo>
                  <a:lnTo>
                    <a:pt x="4903116" y="527550"/>
                  </a:lnTo>
                  <a:lnTo>
                    <a:pt x="4903225" y="527550"/>
                  </a:lnTo>
                  <a:lnTo>
                    <a:pt x="4903333" y="527550"/>
                  </a:lnTo>
                  <a:lnTo>
                    <a:pt x="4903442" y="527550"/>
                  </a:lnTo>
                  <a:lnTo>
                    <a:pt x="4903442" y="526927"/>
                  </a:lnTo>
                  <a:lnTo>
                    <a:pt x="4903550" y="526927"/>
                  </a:lnTo>
                  <a:lnTo>
                    <a:pt x="4903659" y="526927"/>
                  </a:lnTo>
                  <a:lnTo>
                    <a:pt x="4903767" y="526927"/>
                  </a:lnTo>
                  <a:lnTo>
                    <a:pt x="4903875" y="526927"/>
                  </a:lnTo>
                  <a:lnTo>
                    <a:pt x="4903984" y="526927"/>
                  </a:lnTo>
                  <a:lnTo>
                    <a:pt x="4904092" y="526927"/>
                  </a:lnTo>
                  <a:lnTo>
                    <a:pt x="4904201" y="526927"/>
                  </a:lnTo>
                  <a:lnTo>
                    <a:pt x="4904309" y="526927"/>
                  </a:lnTo>
                  <a:lnTo>
                    <a:pt x="4904418" y="526927"/>
                  </a:lnTo>
                  <a:lnTo>
                    <a:pt x="4904526" y="526927"/>
                  </a:lnTo>
                  <a:lnTo>
                    <a:pt x="4904635" y="526927"/>
                  </a:lnTo>
                  <a:lnTo>
                    <a:pt x="4904743" y="526927"/>
                  </a:lnTo>
                  <a:lnTo>
                    <a:pt x="4904851" y="526927"/>
                  </a:lnTo>
                  <a:lnTo>
                    <a:pt x="4904960" y="526927"/>
                  </a:lnTo>
                  <a:lnTo>
                    <a:pt x="4905068" y="526927"/>
                  </a:lnTo>
                  <a:lnTo>
                    <a:pt x="4905177" y="526927"/>
                  </a:lnTo>
                  <a:lnTo>
                    <a:pt x="4905177" y="526303"/>
                  </a:lnTo>
                  <a:lnTo>
                    <a:pt x="4905285" y="526303"/>
                  </a:lnTo>
                  <a:lnTo>
                    <a:pt x="4905394" y="526303"/>
                  </a:lnTo>
                  <a:lnTo>
                    <a:pt x="4905502" y="526303"/>
                  </a:lnTo>
                  <a:lnTo>
                    <a:pt x="4905611" y="526303"/>
                  </a:lnTo>
                  <a:lnTo>
                    <a:pt x="4905719" y="526303"/>
                  </a:lnTo>
                  <a:lnTo>
                    <a:pt x="4905719" y="525679"/>
                  </a:lnTo>
                  <a:lnTo>
                    <a:pt x="4905827" y="525679"/>
                  </a:lnTo>
                  <a:lnTo>
                    <a:pt x="4905936" y="525679"/>
                  </a:lnTo>
                  <a:lnTo>
                    <a:pt x="4906044" y="525679"/>
                  </a:lnTo>
                  <a:lnTo>
                    <a:pt x="4906153" y="525679"/>
                  </a:lnTo>
                  <a:lnTo>
                    <a:pt x="4906261" y="525679"/>
                  </a:lnTo>
                  <a:lnTo>
                    <a:pt x="4906370" y="525679"/>
                  </a:lnTo>
                  <a:lnTo>
                    <a:pt x="4906478" y="525679"/>
                  </a:lnTo>
                  <a:lnTo>
                    <a:pt x="4906478" y="525056"/>
                  </a:lnTo>
                  <a:lnTo>
                    <a:pt x="4906587" y="525056"/>
                  </a:lnTo>
                  <a:lnTo>
                    <a:pt x="4906587" y="524432"/>
                  </a:lnTo>
                  <a:lnTo>
                    <a:pt x="4906695" y="524432"/>
                  </a:lnTo>
                  <a:lnTo>
                    <a:pt x="4906695" y="523809"/>
                  </a:lnTo>
                  <a:lnTo>
                    <a:pt x="4906804" y="523809"/>
                  </a:lnTo>
                  <a:lnTo>
                    <a:pt x="4906912" y="523809"/>
                  </a:lnTo>
                  <a:lnTo>
                    <a:pt x="4907020" y="523809"/>
                  </a:lnTo>
                  <a:lnTo>
                    <a:pt x="4907129" y="523809"/>
                  </a:lnTo>
                  <a:lnTo>
                    <a:pt x="4907237" y="523809"/>
                  </a:lnTo>
                  <a:lnTo>
                    <a:pt x="4907346" y="523809"/>
                  </a:lnTo>
                  <a:lnTo>
                    <a:pt x="4907454" y="523809"/>
                  </a:lnTo>
                  <a:lnTo>
                    <a:pt x="4907563" y="523809"/>
                  </a:lnTo>
                  <a:lnTo>
                    <a:pt x="4907671" y="523809"/>
                  </a:lnTo>
                  <a:lnTo>
                    <a:pt x="4907780" y="523809"/>
                  </a:lnTo>
                  <a:lnTo>
                    <a:pt x="4907888" y="523809"/>
                  </a:lnTo>
                  <a:lnTo>
                    <a:pt x="4907996" y="523809"/>
                  </a:lnTo>
                  <a:lnTo>
                    <a:pt x="4908105" y="523809"/>
                  </a:lnTo>
                  <a:lnTo>
                    <a:pt x="4908213" y="523809"/>
                  </a:lnTo>
                  <a:lnTo>
                    <a:pt x="4908322" y="523809"/>
                  </a:lnTo>
                  <a:lnTo>
                    <a:pt x="4908430" y="523809"/>
                  </a:lnTo>
                  <a:lnTo>
                    <a:pt x="4908539" y="523809"/>
                  </a:lnTo>
                  <a:lnTo>
                    <a:pt x="4908647" y="523809"/>
                  </a:lnTo>
                  <a:lnTo>
                    <a:pt x="4908756" y="523809"/>
                  </a:lnTo>
                  <a:lnTo>
                    <a:pt x="4908864" y="523809"/>
                  </a:lnTo>
                  <a:lnTo>
                    <a:pt x="4908972" y="523809"/>
                  </a:lnTo>
                  <a:lnTo>
                    <a:pt x="4909081" y="523809"/>
                  </a:lnTo>
                  <a:lnTo>
                    <a:pt x="4909189" y="523809"/>
                  </a:lnTo>
                  <a:lnTo>
                    <a:pt x="4909298" y="523809"/>
                  </a:lnTo>
                  <a:lnTo>
                    <a:pt x="4909406" y="523809"/>
                  </a:lnTo>
                  <a:lnTo>
                    <a:pt x="4909515" y="523809"/>
                  </a:lnTo>
                  <a:lnTo>
                    <a:pt x="4909623" y="523809"/>
                  </a:lnTo>
                  <a:lnTo>
                    <a:pt x="4909732" y="523809"/>
                  </a:lnTo>
                  <a:lnTo>
                    <a:pt x="4909840" y="523809"/>
                  </a:lnTo>
                  <a:lnTo>
                    <a:pt x="4909948" y="523809"/>
                  </a:lnTo>
                  <a:lnTo>
                    <a:pt x="4910057" y="523809"/>
                  </a:lnTo>
                  <a:lnTo>
                    <a:pt x="4910165" y="523809"/>
                  </a:lnTo>
                  <a:lnTo>
                    <a:pt x="4910274" y="523809"/>
                  </a:lnTo>
                  <a:lnTo>
                    <a:pt x="4910382" y="523809"/>
                  </a:lnTo>
                  <a:lnTo>
                    <a:pt x="4910491" y="523809"/>
                  </a:lnTo>
                  <a:lnTo>
                    <a:pt x="4910599" y="523809"/>
                  </a:lnTo>
                  <a:lnTo>
                    <a:pt x="4910708" y="523809"/>
                  </a:lnTo>
                  <a:lnTo>
                    <a:pt x="4910816" y="523809"/>
                  </a:lnTo>
                  <a:lnTo>
                    <a:pt x="4910925" y="523809"/>
                  </a:lnTo>
                  <a:lnTo>
                    <a:pt x="4911033" y="523809"/>
                  </a:lnTo>
                  <a:lnTo>
                    <a:pt x="4911141" y="523809"/>
                  </a:lnTo>
                  <a:lnTo>
                    <a:pt x="4911250" y="523809"/>
                  </a:lnTo>
                  <a:lnTo>
                    <a:pt x="4911358" y="523809"/>
                  </a:lnTo>
                  <a:lnTo>
                    <a:pt x="4911467" y="523809"/>
                  </a:lnTo>
                  <a:lnTo>
                    <a:pt x="4911575" y="523809"/>
                  </a:lnTo>
                  <a:lnTo>
                    <a:pt x="4911684" y="523809"/>
                  </a:lnTo>
                  <a:lnTo>
                    <a:pt x="4911792" y="523809"/>
                  </a:lnTo>
                  <a:lnTo>
                    <a:pt x="4911901" y="523809"/>
                  </a:lnTo>
                  <a:lnTo>
                    <a:pt x="4912009" y="523809"/>
                  </a:lnTo>
                  <a:lnTo>
                    <a:pt x="4912117" y="523809"/>
                  </a:lnTo>
                  <a:lnTo>
                    <a:pt x="4912226" y="523809"/>
                  </a:lnTo>
                  <a:lnTo>
                    <a:pt x="4912334" y="523809"/>
                  </a:lnTo>
                  <a:lnTo>
                    <a:pt x="4912443" y="523809"/>
                  </a:lnTo>
                  <a:lnTo>
                    <a:pt x="4912551" y="523809"/>
                  </a:lnTo>
                  <a:lnTo>
                    <a:pt x="4912660" y="523809"/>
                  </a:lnTo>
                  <a:lnTo>
                    <a:pt x="4912768" y="523809"/>
                  </a:lnTo>
                  <a:lnTo>
                    <a:pt x="4912877" y="523809"/>
                  </a:lnTo>
                  <a:lnTo>
                    <a:pt x="4912985" y="523809"/>
                  </a:lnTo>
                  <a:lnTo>
                    <a:pt x="4913093" y="523809"/>
                  </a:lnTo>
                  <a:lnTo>
                    <a:pt x="4913202" y="523809"/>
                  </a:lnTo>
                  <a:lnTo>
                    <a:pt x="4913310" y="523809"/>
                  </a:lnTo>
                  <a:lnTo>
                    <a:pt x="4913419" y="523809"/>
                  </a:lnTo>
                  <a:lnTo>
                    <a:pt x="4913527" y="523809"/>
                  </a:lnTo>
                  <a:lnTo>
                    <a:pt x="4913636" y="523809"/>
                  </a:lnTo>
                  <a:lnTo>
                    <a:pt x="4913744" y="523809"/>
                  </a:lnTo>
                  <a:lnTo>
                    <a:pt x="4913853" y="523809"/>
                  </a:lnTo>
                  <a:lnTo>
                    <a:pt x="4913961" y="523809"/>
                  </a:lnTo>
                  <a:lnTo>
                    <a:pt x="4913961" y="523185"/>
                  </a:lnTo>
                  <a:lnTo>
                    <a:pt x="4914069" y="523185"/>
                  </a:lnTo>
                  <a:lnTo>
                    <a:pt x="4914178" y="523185"/>
                  </a:lnTo>
                  <a:lnTo>
                    <a:pt x="4914286" y="523185"/>
                  </a:lnTo>
                  <a:lnTo>
                    <a:pt x="4914395" y="523185"/>
                  </a:lnTo>
                  <a:lnTo>
                    <a:pt x="4914503" y="523185"/>
                  </a:lnTo>
                  <a:lnTo>
                    <a:pt x="4914612" y="523185"/>
                  </a:lnTo>
                  <a:lnTo>
                    <a:pt x="4914720" y="523185"/>
                  </a:lnTo>
                  <a:lnTo>
                    <a:pt x="4914829" y="523185"/>
                  </a:lnTo>
                  <a:lnTo>
                    <a:pt x="4914829" y="522561"/>
                  </a:lnTo>
                  <a:lnTo>
                    <a:pt x="4914937" y="522561"/>
                  </a:lnTo>
                  <a:lnTo>
                    <a:pt x="4915045" y="522561"/>
                  </a:lnTo>
                  <a:lnTo>
                    <a:pt x="4915154" y="522561"/>
                  </a:lnTo>
                  <a:lnTo>
                    <a:pt x="4915262" y="522561"/>
                  </a:lnTo>
                  <a:lnTo>
                    <a:pt x="4915371" y="522561"/>
                  </a:lnTo>
                  <a:lnTo>
                    <a:pt x="4915479" y="522561"/>
                  </a:lnTo>
                  <a:lnTo>
                    <a:pt x="4915588" y="522561"/>
                  </a:lnTo>
                  <a:lnTo>
                    <a:pt x="4915696" y="522561"/>
                  </a:lnTo>
                  <a:lnTo>
                    <a:pt x="4915696" y="521938"/>
                  </a:lnTo>
                  <a:lnTo>
                    <a:pt x="4915805" y="521938"/>
                  </a:lnTo>
                  <a:lnTo>
                    <a:pt x="4915913" y="521938"/>
                  </a:lnTo>
                  <a:lnTo>
                    <a:pt x="4916022" y="521938"/>
                  </a:lnTo>
                  <a:lnTo>
                    <a:pt x="4916130" y="521938"/>
                  </a:lnTo>
                  <a:lnTo>
                    <a:pt x="4916238" y="521938"/>
                  </a:lnTo>
                  <a:lnTo>
                    <a:pt x="4916347" y="521938"/>
                  </a:lnTo>
                  <a:lnTo>
                    <a:pt x="4916455" y="521938"/>
                  </a:lnTo>
                  <a:lnTo>
                    <a:pt x="4916564" y="521938"/>
                  </a:lnTo>
                  <a:lnTo>
                    <a:pt x="4916672" y="521938"/>
                  </a:lnTo>
                  <a:lnTo>
                    <a:pt x="4916781" y="521938"/>
                  </a:lnTo>
                  <a:lnTo>
                    <a:pt x="4916889" y="521938"/>
                  </a:lnTo>
                  <a:lnTo>
                    <a:pt x="4916998" y="521938"/>
                  </a:lnTo>
                  <a:lnTo>
                    <a:pt x="4917106" y="521938"/>
                  </a:lnTo>
                  <a:lnTo>
                    <a:pt x="4917214" y="521938"/>
                  </a:lnTo>
                  <a:lnTo>
                    <a:pt x="4917323" y="521938"/>
                  </a:lnTo>
                  <a:lnTo>
                    <a:pt x="4917323" y="521314"/>
                  </a:lnTo>
                  <a:lnTo>
                    <a:pt x="4917431" y="521314"/>
                  </a:lnTo>
                  <a:lnTo>
                    <a:pt x="4917540" y="521314"/>
                  </a:lnTo>
                  <a:lnTo>
                    <a:pt x="4917648" y="521314"/>
                  </a:lnTo>
                  <a:lnTo>
                    <a:pt x="4917757" y="521314"/>
                  </a:lnTo>
                  <a:lnTo>
                    <a:pt x="4917757" y="520691"/>
                  </a:lnTo>
                  <a:lnTo>
                    <a:pt x="4917865" y="520691"/>
                  </a:lnTo>
                  <a:lnTo>
                    <a:pt x="4917974" y="520691"/>
                  </a:lnTo>
                  <a:lnTo>
                    <a:pt x="4918082" y="520691"/>
                  </a:lnTo>
                  <a:lnTo>
                    <a:pt x="4918190" y="520691"/>
                  </a:lnTo>
                  <a:lnTo>
                    <a:pt x="4918299" y="520691"/>
                  </a:lnTo>
                  <a:lnTo>
                    <a:pt x="4918407" y="520691"/>
                  </a:lnTo>
                  <a:lnTo>
                    <a:pt x="4918516" y="520691"/>
                  </a:lnTo>
                  <a:lnTo>
                    <a:pt x="4918624" y="520691"/>
                  </a:lnTo>
                  <a:lnTo>
                    <a:pt x="4918733" y="520691"/>
                  </a:lnTo>
                  <a:lnTo>
                    <a:pt x="4918841" y="520691"/>
                  </a:lnTo>
                  <a:lnTo>
                    <a:pt x="4918950" y="520691"/>
                  </a:lnTo>
                  <a:lnTo>
                    <a:pt x="4919058" y="520691"/>
                  </a:lnTo>
                  <a:lnTo>
                    <a:pt x="4919166" y="520691"/>
                  </a:lnTo>
                  <a:lnTo>
                    <a:pt x="4919275" y="520691"/>
                  </a:lnTo>
                  <a:lnTo>
                    <a:pt x="4919383" y="520691"/>
                  </a:lnTo>
                  <a:lnTo>
                    <a:pt x="4919492" y="520691"/>
                  </a:lnTo>
                  <a:lnTo>
                    <a:pt x="4919600" y="520691"/>
                  </a:lnTo>
                  <a:lnTo>
                    <a:pt x="4919709" y="520691"/>
                  </a:lnTo>
                  <a:lnTo>
                    <a:pt x="4919817" y="520691"/>
                  </a:lnTo>
                  <a:lnTo>
                    <a:pt x="4919926" y="520691"/>
                  </a:lnTo>
                  <a:lnTo>
                    <a:pt x="4920034" y="520691"/>
                  </a:lnTo>
                  <a:lnTo>
                    <a:pt x="4920143" y="520691"/>
                  </a:lnTo>
                  <a:lnTo>
                    <a:pt x="4920143" y="520067"/>
                  </a:lnTo>
                  <a:lnTo>
                    <a:pt x="4920251" y="520067"/>
                  </a:lnTo>
                  <a:lnTo>
                    <a:pt x="4920359" y="520067"/>
                  </a:lnTo>
                  <a:lnTo>
                    <a:pt x="4920359" y="519444"/>
                  </a:lnTo>
                  <a:lnTo>
                    <a:pt x="4920468" y="519444"/>
                  </a:lnTo>
                  <a:lnTo>
                    <a:pt x="4920576" y="519444"/>
                  </a:lnTo>
                  <a:lnTo>
                    <a:pt x="4920685" y="519444"/>
                  </a:lnTo>
                  <a:lnTo>
                    <a:pt x="4920793" y="519444"/>
                  </a:lnTo>
                  <a:lnTo>
                    <a:pt x="4920902" y="519444"/>
                  </a:lnTo>
                  <a:lnTo>
                    <a:pt x="4920902" y="518820"/>
                  </a:lnTo>
                  <a:lnTo>
                    <a:pt x="4921010" y="518820"/>
                  </a:lnTo>
                  <a:lnTo>
                    <a:pt x="4921119" y="518820"/>
                  </a:lnTo>
                  <a:lnTo>
                    <a:pt x="4921227" y="518820"/>
                  </a:lnTo>
                  <a:lnTo>
                    <a:pt x="4921335" y="518820"/>
                  </a:lnTo>
                  <a:lnTo>
                    <a:pt x="4921444" y="518820"/>
                  </a:lnTo>
                  <a:lnTo>
                    <a:pt x="4921552" y="518820"/>
                  </a:lnTo>
                  <a:lnTo>
                    <a:pt x="4921661" y="518820"/>
                  </a:lnTo>
                  <a:lnTo>
                    <a:pt x="4921661" y="518196"/>
                  </a:lnTo>
                  <a:lnTo>
                    <a:pt x="4921769" y="518196"/>
                  </a:lnTo>
                  <a:lnTo>
                    <a:pt x="4921878" y="518196"/>
                  </a:lnTo>
                  <a:lnTo>
                    <a:pt x="4921986" y="518196"/>
                  </a:lnTo>
                  <a:lnTo>
                    <a:pt x="4922095" y="518196"/>
                  </a:lnTo>
                  <a:lnTo>
                    <a:pt x="4922203" y="518196"/>
                  </a:lnTo>
                  <a:lnTo>
                    <a:pt x="4922311" y="518196"/>
                  </a:lnTo>
                  <a:lnTo>
                    <a:pt x="4922420" y="518196"/>
                  </a:lnTo>
                  <a:lnTo>
                    <a:pt x="4922528" y="518196"/>
                  </a:lnTo>
                  <a:lnTo>
                    <a:pt x="4922637" y="518196"/>
                  </a:lnTo>
                  <a:lnTo>
                    <a:pt x="4922745" y="518196"/>
                  </a:lnTo>
                  <a:lnTo>
                    <a:pt x="4922854" y="518196"/>
                  </a:lnTo>
                  <a:lnTo>
                    <a:pt x="4922962" y="518196"/>
                  </a:lnTo>
                  <a:lnTo>
                    <a:pt x="4923071" y="518196"/>
                  </a:lnTo>
                  <a:lnTo>
                    <a:pt x="4923179" y="518196"/>
                  </a:lnTo>
                  <a:lnTo>
                    <a:pt x="4923287" y="518196"/>
                  </a:lnTo>
                  <a:lnTo>
                    <a:pt x="4923396" y="518196"/>
                  </a:lnTo>
                  <a:lnTo>
                    <a:pt x="4923504" y="518196"/>
                  </a:lnTo>
                  <a:lnTo>
                    <a:pt x="4923613" y="518196"/>
                  </a:lnTo>
                  <a:lnTo>
                    <a:pt x="4923721" y="518196"/>
                  </a:lnTo>
                  <a:lnTo>
                    <a:pt x="4923830" y="518196"/>
                  </a:lnTo>
                  <a:lnTo>
                    <a:pt x="4923830" y="517573"/>
                  </a:lnTo>
                  <a:lnTo>
                    <a:pt x="4923938" y="517573"/>
                  </a:lnTo>
                  <a:lnTo>
                    <a:pt x="4924047" y="517573"/>
                  </a:lnTo>
                  <a:lnTo>
                    <a:pt x="4924155" y="517573"/>
                  </a:lnTo>
                  <a:lnTo>
                    <a:pt x="4924264" y="517573"/>
                  </a:lnTo>
                  <a:lnTo>
                    <a:pt x="4924372" y="517573"/>
                  </a:lnTo>
                  <a:lnTo>
                    <a:pt x="4924480" y="517573"/>
                  </a:lnTo>
                  <a:lnTo>
                    <a:pt x="4924589" y="517573"/>
                  </a:lnTo>
                  <a:lnTo>
                    <a:pt x="4924697" y="517573"/>
                  </a:lnTo>
                  <a:lnTo>
                    <a:pt x="4924806" y="517573"/>
                  </a:lnTo>
                  <a:lnTo>
                    <a:pt x="4924914" y="517573"/>
                  </a:lnTo>
                  <a:lnTo>
                    <a:pt x="4925023" y="517573"/>
                  </a:lnTo>
                  <a:lnTo>
                    <a:pt x="4925131" y="517573"/>
                  </a:lnTo>
                  <a:lnTo>
                    <a:pt x="4925240" y="517573"/>
                  </a:lnTo>
                  <a:lnTo>
                    <a:pt x="4925348" y="517573"/>
                  </a:lnTo>
                  <a:lnTo>
                    <a:pt x="4925456" y="517573"/>
                  </a:lnTo>
                  <a:lnTo>
                    <a:pt x="4925565" y="517573"/>
                  </a:lnTo>
                  <a:lnTo>
                    <a:pt x="4925673" y="517573"/>
                  </a:lnTo>
                  <a:lnTo>
                    <a:pt x="4925782" y="517573"/>
                  </a:lnTo>
                  <a:lnTo>
                    <a:pt x="4925890" y="517573"/>
                  </a:lnTo>
                  <a:lnTo>
                    <a:pt x="4925999" y="517573"/>
                  </a:lnTo>
                  <a:lnTo>
                    <a:pt x="4926107" y="517573"/>
                  </a:lnTo>
                  <a:lnTo>
                    <a:pt x="4926216" y="517573"/>
                  </a:lnTo>
                  <a:lnTo>
                    <a:pt x="4926324" y="517573"/>
                  </a:lnTo>
                  <a:lnTo>
                    <a:pt x="4926432" y="517573"/>
                  </a:lnTo>
                  <a:lnTo>
                    <a:pt x="4926541" y="517573"/>
                  </a:lnTo>
                  <a:lnTo>
                    <a:pt x="4926649" y="517573"/>
                  </a:lnTo>
                  <a:lnTo>
                    <a:pt x="4926758" y="517573"/>
                  </a:lnTo>
                  <a:lnTo>
                    <a:pt x="4926866" y="517573"/>
                  </a:lnTo>
                  <a:lnTo>
                    <a:pt x="4926975" y="517573"/>
                  </a:lnTo>
                  <a:lnTo>
                    <a:pt x="4927083" y="517573"/>
                  </a:lnTo>
                  <a:lnTo>
                    <a:pt x="4927192" y="517573"/>
                  </a:lnTo>
                  <a:lnTo>
                    <a:pt x="4927300" y="517573"/>
                  </a:lnTo>
                  <a:lnTo>
                    <a:pt x="4927408" y="517573"/>
                  </a:lnTo>
                  <a:lnTo>
                    <a:pt x="4927517" y="517573"/>
                  </a:lnTo>
                  <a:lnTo>
                    <a:pt x="4927625" y="517573"/>
                  </a:lnTo>
                  <a:lnTo>
                    <a:pt x="4927734" y="517573"/>
                  </a:lnTo>
                  <a:lnTo>
                    <a:pt x="4927842" y="517573"/>
                  </a:lnTo>
                  <a:lnTo>
                    <a:pt x="4927951" y="517573"/>
                  </a:lnTo>
                  <a:lnTo>
                    <a:pt x="4928059" y="517573"/>
                  </a:lnTo>
                  <a:lnTo>
                    <a:pt x="4928168" y="517573"/>
                  </a:lnTo>
                  <a:lnTo>
                    <a:pt x="4928276" y="517573"/>
                  </a:lnTo>
                  <a:lnTo>
                    <a:pt x="4928276" y="516949"/>
                  </a:lnTo>
                  <a:lnTo>
                    <a:pt x="4928276" y="516326"/>
                  </a:lnTo>
                  <a:lnTo>
                    <a:pt x="4928385" y="516326"/>
                  </a:lnTo>
                  <a:lnTo>
                    <a:pt x="4928493" y="516326"/>
                  </a:lnTo>
                  <a:lnTo>
                    <a:pt x="4928601" y="516326"/>
                  </a:lnTo>
                  <a:lnTo>
                    <a:pt x="4928710" y="516326"/>
                  </a:lnTo>
                  <a:lnTo>
                    <a:pt x="4928818" y="516326"/>
                  </a:lnTo>
                  <a:lnTo>
                    <a:pt x="4928818" y="515702"/>
                  </a:lnTo>
                  <a:lnTo>
                    <a:pt x="4928818" y="515078"/>
                  </a:lnTo>
                  <a:lnTo>
                    <a:pt x="4928927" y="515078"/>
                  </a:lnTo>
                  <a:lnTo>
                    <a:pt x="4929035" y="515078"/>
                  </a:lnTo>
                  <a:lnTo>
                    <a:pt x="4929144" y="515078"/>
                  </a:lnTo>
                  <a:lnTo>
                    <a:pt x="4929252" y="515078"/>
                  </a:lnTo>
                  <a:lnTo>
                    <a:pt x="4929361" y="515078"/>
                  </a:lnTo>
                  <a:lnTo>
                    <a:pt x="4929469" y="515078"/>
                  </a:lnTo>
                  <a:lnTo>
                    <a:pt x="4929577" y="515078"/>
                  </a:lnTo>
                  <a:lnTo>
                    <a:pt x="4929686" y="515078"/>
                  </a:lnTo>
                  <a:lnTo>
                    <a:pt x="4929794" y="515078"/>
                  </a:lnTo>
                  <a:lnTo>
                    <a:pt x="4929903" y="515078"/>
                  </a:lnTo>
                  <a:lnTo>
                    <a:pt x="4930011" y="515078"/>
                  </a:lnTo>
                  <a:lnTo>
                    <a:pt x="4930120" y="515078"/>
                  </a:lnTo>
                  <a:lnTo>
                    <a:pt x="4930228" y="515078"/>
                  </a:lnTo>
                  <a:lnTo>
                    <a:pt x="4930337" y="515078"/>
                  </a:lnTo>
                  <a:lnTo>
                    <a:pt x="4930445" y="515078"/>
                  </a:lnTo>
                  <a:lnTo>
                    <a:pt x="4930445" y="514455"/>
                  </a:lnTo>
                  <a:lnTo>
                    <a:pt x="4930553" y="514455"/>
                  </a:lnTo>
                  <a:lnTo>
                    <a:pt x="4930662" y="514455"/>
                  </a:lnTo>
                  <a:lnTo>
                    <a:pt x="4930770" y="514455"/>
                  </a:lnTo>
                  <a:lnTo>
                    <a:pt x="4930879" y="514455"/>
                  </a:lnTo>
                  <a:lnTo>
                    <a:pt x="4930987" y="514455"/>
                  </a:lnTo>
                  <a:lnTo>
                    <a:pt x="4931096" y="514455"/>
                  </a:lnTo>
                  <a:lnTo>
                    <a:pt x="4931204" y="514455"/>
                  </a:lnTo>
                  <a:lnTo>
                    <a:pt x="4931313" y="514455"/>
                  </a:lnTo>
                  <a:lnTo>
                    <a:pt x="4931421" y="514455"/>
                  </a:lnTo>
                  <a:lnTo>
                    <a:pt x="4931529" y="514455"/>
                  </a:lnTo>
                  <a:lnTo>
                    <a:pt x="4931529" y="513831"/>
                  </a:lnTo>
                  <a:lnTo>
                    <a:pt x="4931638" y="513831"/>
                  </a:lnTo>
                  <a:lnTo>
                    <a:pt x="4931746" y="513831"/>
                  </a:lnTo>
                  <a:lnTo>
                    <a:pt x="4931855" y="513831"/>
                  </a:lnTo>
                  <a:lnTo>
                    <a:pt x="4931963" y="513831"/>
                  </a:lnTo>
                  <a:lnTo>
                    <a:pt x="4931963" y="513208"/>
                  </a:lnTo>
                  <a:lnTo>
                    <a:pt x="4932072" y="513208"/>
                  </a:lnTo>
                  <a:lnTo>
                    <a:pt x="4932180" y="513208"/>
                  </a:lnTo>
                  <a:lnTo>
                    <a:pt x="4932289" y="513208"/>
                  </a:lnTo>
                  <a:lnTo>
                    <a:pt x="4932397" y="513208"/>
                  </a:lnTo>
                  <a:lnTo>
                    <a:pt x="4932506" y="513208"/>
                  </a:lnTo>
                  <a:lnTo>
                    <a:pt x="4932614" y="513208"/>
                  </a:lnTo>
                  <a:lnTo>
                    <a:pt x="4932722" y="513208"/>
                  </a:lnTo>
                  <a:lnTo>
                    <a:pt x="4932831" y="513208"/>
                  </a:lnTo>
                  <a:lnTo>
                    <a:pt x="4932939" y="513208"/>
                  </a:lnTo>
                  <a:lnTo>
                    <a:pt x="4933048" y="513208"/>
                  </a:lnTo>
                  <a:lnTo>
                    <a:pt x="4933156" y="513208"/>
                  </a:lnTo>
                  <a:lnTo>
                    <a:pt x="4933265" y="513208"/>
                  </a:lnTo>
                  <a:lnTo>
                    <a:pt x="4933373" y="513208"/>
                  </a:lnTo>
                  <a:lnTo>
                    <a:pt x="4933482" y="513208"/>
                  </a:lnTo>
                  <a:lnTo>
                    <a:pt x="4933590" y="513208"/>
                  </a:lnTo>
                  <a:lnTo>
                    <a:pt x="4933698" y="513208"/>
                  </a:lnTo>
                  <a:lnTo>
                    <a:pt x="4933807" y="513208"/>
                  </a:lnTo>
                  <a:lnTo>
                    <a:pt x="4933807" y="512584"/>
                  </a:lnTo>
                  <a:lnTo>
                    <a:pt x="4933915" y="512584"/>
                  </a:lnTo>
                  <a:lnTo>
                    <a:pt x="4934024" y="512584"/>
                  </a:lnTo>
                  <a:lnTo>
                    <a:pt x="4934132" y="512584"/>
                  </a:lnTo>
                  <a:lnTo>
                    <a:pt x="4934241" y="512584"/>
                  </a:lnTo>
                  <a:lnTo>
                    <a:pt x="4934241" y="511961"/>
                  </a:lnTo>
                  <a:lnTo>
                    <a:pt x="4934349" y="511961"/>
                  </a:lnTo>
                  <a:lnTo>
                    <a:pt x="4934458" y="511961"/>
                  </a:lnTo>
                  <a:lnTo>
                    <a:pt x="4934566" y="511961"/>
                  </a:lnTo>
                  <a:lnTo>
                    <a:pt x="4934674" y="511961"/>
                  </a:lnTo>
                  <a:lnTo>
                    <a:pt x="4934783" y="511961"/>
                  </a:lnTo>
                  <a:lnTo>
                    <a:pt x="4934891" y="511961"/>
                  </a:lnTo>
                  <a:lnTo>
                    <a:pt x="4935000" y="511961"/>
                  </a:lnTo>
                  <a:lnTo>
                    <a:pt x="4935108" y="511961"/>
                  </a:lnTo>
                  <a:lnTo>
                    <a:pt x="4935217" y="511961"/>
                  </a:lnTo>
                  <a:lnTo>
                    <a:pt x="4935325" y="511961"/>
                  </a:lnTo>
                  <a:lnTo>
                    <a:pt x="4935434" y="511961"/>
                  </a:lnTo>
                  <a:lnTo>
                    <a:pt x="4935434" y="511337"/>
                  </a:lnTo>
                  <a:lnTo>
                    <a:pt x="4935542" y="511337"/>
                  </a:lnTo>
                  <a:lnTo>
                    <a:pt x="4935650" y="511337"/>
                  </a:lnTo>
                  <a:lnTo>
                    <a:pt x="4935759" y="511337"/>
                  </a:lnTo>
                  <a:lnTo>
                    <a:pt x="4935867" y="511337"/>
                  </a:lnTo>
                  <a:lnTo>
                    <a:pt x="4935976" y="511337"/>
                  </a:lnTo>
                  <a:lnTo>
                    <a:pt x="4936084" y="511337"/>
                  </a:lnTo>
                  <a:lnTo>
                    <a:pt x="4936193" y="511337"/>
                  </a:lnTo>
                  <a:lnTo>
                    <a:pt x="4936301" y="511337"/>
                  </a:lnTo>
                  <a:lnTo>
                    <a:pt x="4936410" y="511337"/>
                  </a:lnTo>
                  <a:lnTo>
                    <a:pt x="4936518" y="511337"/>
                  </a:lnTo>
                  <a:lnTo>
                    <a:pt x="4936626" y="511337"/>
                  </a:lnTo>
                  <a:lnTo>
                    <a:pt x="4936735" y="511337"/>
                  </a:lnTo>
                  <a:lnTo>
                    <a:pt x="4936843" y="511337"/>
                  </a:lnTo>
                  <a:lnTo>
                    <a:pt x="4936952" y="511337"/>
                  </a:lnTo>
                  <a:lnTo>
                    <a:pt x="4936952" y="510713"/>
                  </a:lnTo>
                  <a:lnTo>
                    <a:pt x="4937060" y="510713"/>
                  </a:lnTo>
                  <a:lnTo>
                    <a:pt x="4937169" y="510713"/>
                  </a:lnTo>
                  <a:lnTo>
                    <a:pt x="4937277" y="510713"/>
                  </a:lnTo>
                  <a:lnTo>
                    <a:pt x="4937386" y="510713"/>
                  </a:lnTo>
                  <a:lnTo>
                    <a:pt x="4937494" y="510713"/>
                  </a:lnTo>
                  <a:lnTo>
                    <a:pt x="4937603" y="510713"/>
                  </a:lnTo>
                  <a:lnTo>
                    <a:pt x="4937711" y="510713"/>
                  </a:lnTo>
                  <a:lnTo>
                    <a:pt x="4937819" y="510713"/>
                  </a:lnTo>
                  <a:lnTo>
                    <a:pt x="4937928" y="510713"/>
                  </a:lnTo>
                  <a:lnTo>
                    <a:pt x="4938036" y="510713"/>
                  </a:lnTo>
                  <a:lnTo>
                    <a:pt x="4938145" y="510713"/>
                  </a:lnTo>
                  <a:lnTo>
                    <a:pt x="4938253" y="510713"/>
                  </a:lnTo>
                  <a:lnTo>
                    <a:pt x="4938362" y="510713"/>
                  </a:lnTo>
                  <a:lnTo>
                    <a:pt x="4938470" y="510713"/>
                  </a:lnTo>
                  <a:lnTo>
                    <a:pt x="4938579" y="510713"/>
                  </a:lnTo>
                  <a:lnTo>
                    <a:pt x="4938687" y="510713"/>
                  </a:lnTo>
                  <a:lnTo>
                    <a:pt x="4938795" y="510713"/>
                  </a:lnTo>
                  <a:lnTo>
                    <a:pt x="4938904" y="510713"/>
                  </a:lnTo>
                  <a:lnTo>
                    <a:pt x="4939012" y="510713"/>
                  </a:lnTo>
                  <a:lnTo>
                    <a:pt x="4939121" y="510713"/>
                  </a:lnTo>
                  <a:lnTo>
                    <a:pt x="4939229" y="510713"/>
                  </a:lnTo>
                  <a:lnTo>
                    <a:pt x="4939338" y="510713"/>
                  </a:lnTo>
                  <a:lnTo>
                    <a:pt x="4939338" y="510090"/>
                  </a:lnTo>
                  <a:lnTo>
                    <a:pt x="4939446" y="510090"/>
                  </a:lnTo>
                  <a:lnTo>
                    <a:pt x="4939555" y="510090"/>
                  </a:lnTo>
                  <a:lnTo>
                    <a:pt x="4939663" y="510090"/>
                  </a:lnTo>
                  <a:lnTo>
                    <a:pt x="4939771" y="510090"/>
                  </a:lnTo>
                  <a:lnTo>
                    <a:pt x="4939880" y="510090"/>
                  </a:lnTo>
                  <a:lnTo>
                    <a:pt x="4939988" y="510090"/>
                  </a:lnTo>
                  <a:lnTo>
                    <a:pt x="4940097" y="510090"/>
                  </a:lnTo>
                  <a:lnTo>
                    <a:pt x="4940097" y="509466"/>
                  </a:lnTo>
                  <a:lnTo>
                    <a:pt x="4940205" y="509466"/>
                  </a:lnTo>
                  <a:lnTo>
                    <a:pt x="4940314" y="509466"/>
                  </a:lnTo>
                  <a:lnTo>
                    <a:pt x="4940422" y="509466"/>
                  </a:lnTo>
                  <a:lnTo>
                    <a:pt x="4940531" y="509466"/>
                  </a:lnTo>
                  <a:lnTo>
                    <a:pt x="4940531" y="508843"/>
                  </a:lnTo>
                  <a:lnTo>
                    <a:pt x="4940531" y="508219"/>
                  </a:lnTo>
                  <a:lnTo>
                    <a:pt x="4940639" y="508219"/>
                  </a:lnTo>
                  <a:lnTo>
                    <a:pt x="4940747" y="508219"/>
                  </a:lnTo>
                  <a:lnTo>
                    <a:pt x="4940856" y="508219"/>
                  </a:lnTo>
                  <a:lnTo>
                    <a:pt x="4940964" y="508219"/>
                  </a:lnTo>
                  <a:lnTo>
                    <a:pt x="4941073" y="508219"/>
                  </a:lnTo>
                  <a:lnTo>
                    <a:pt x="4941181" y="508219"/>
                  </a:lnTo>
                  <a:lnTo>
                    <a:pt x="4941290" y="508219"/>
                  </a:lnTo>
                  <a:lnTo>
                    <a:pt x="4941398" y="508219"/>
                  </a:lnTo>
                  <a:lnTo>
                    <a:pt x="4941398" y="507596"/>
                  </a:lnTo>
                  <a:lnTo>
                    <a:pt x="4941507" y="507596"/>
                  </a:lnTo>
                  <a:lnTo>
                    <a:pt x="4941507" y="506972"/>
                  </a:lnTo>
                  <a:lnTo>
                    <a:pt x="4941615" y="506972"/>
                  </a:lnTo>
                  <a:lnTo>
                    <a:pt x="4941724" y="506972"/>
                  </a:lnTo>
                  <a:lnTo>
                    <a:pt x="4941832" y="506972"/>
                  </a:lnTo>
                  <a:lnTo>
                    <a:pt x="4941940" y="506972"/>
                  </a:lnTo>
                  <a:lnTo>
                    <a:pt x="4942049" y="506972"/>
                  </a:lnTo>
                  <a:lnTo>
                    <a:pt x="4942157" y="506972"/>
                  </a:lnTo>
                  <a:lnTo>
                    <a:pt x="4942266" y="506972"/>
                  </a:lnTo>
                  <a:lnTo>
                    <a:pt x="4942374" y="506972"/>
                  </a:lnTo>
                  <a:lnTo>
                    <a:pt x="4942483" y="506972"/>
                  </a:lnTo>
                  <a:lnTo>
                    <a:pt x="4942483" y="506348"/>
                  </a:lnTo>
                  <a:lnTo>
                    <a:pt x="4942591" y="506348"/>
                  </a:lnTo>
                  <a:lnTo>
                    <a:pt x="4942591" y="505725"/>
                  </a:lnTo>
                  <a:lnTo>
                    <a:pt x="4942700" y="505725"/>
                  </a:lnTo>
                  <a:lnTo>
                    <a:pt x="4942808" y="505725"/>
                  </a:lnTo>
                  <a:lnTo>
                    <a:pt x="4942916" y="505725"/>
                  </a:lnTo>
                  <a:lnTo>
                    <a:pt x="4943025" y="505725"/>
                  </a:lnTo>
                  <a:lnTo>
                    <a:pt x="4943133" y="505725"/>
                  </a:lnTo>
                  <a:lnTo>
                    <a:pt x="4943242" y="505725"/>
                  </a:lnTo>
                  <a:lnTo>
                    <a:pt x="4943350" y="505725"/>
                  </a:lnTo>
                  <a:lnTo>
                    <a:pt x="4943459" y="505725"/>
                  </a:lnTo>
                  <a:lnTo>
                    <a:pt x="4943567" y="505725"/>
                  </a:lnTo>
                  <a:lnTo>
                    <a:pt x="4943676" y="505725"/>
                  </a:lnTo>
                  <a:lnTo>
                    <a:pt x="4943784" y="505725"/>
                  </a:lnTo>
                  <a:lnTo>
                    <a:pt x="4943892" y="505725"/>
                  </a:lnTo>
                  <a:lnTo>
                    <a:pt x="4944001" y="505725"/>
                  </a:lnTo>
                  <a:lnTo>
                    <a:pt x="4944109" y="505725"/>
                  </a:lnTo>
                  <a:lnTo>
                    <a:pt x="4944218" y="505725"/>
                  </a:lnTo>
                  <a:lnTo>
                    <a:pt x="4944326" y="505725"/>
                  </a:lnTo>
                  <a:lnTo>
                    <a:pt x="4944435" y="505725"/>
                  </a:lnTo>
                  <a:lnTo>
                    <a:pt x="4944543" y="505725"/>
                  </a:lnTo>
                  <a:lnTo>
                    <a:pt x="4944652" y="505725"/>
                  </a:lnTo>
                  <a:lnTo>
                    <a:pt x="4944760" y="505725"/>
                  </a:lnTo>
                  <a:lnTo>
                    <a:pt x="4944868" y="505725"/>
                  </a:lnTo>
                  <a:lnTo>
                    <a:pt x="4944977" y="505725"/>
                  </a:lnTo>
                  <a:lnTo>
                    <a:pt x="4944977" y="505101"/>
                  </a:lnTo>
                  <a:lnTo>
                    <a:pt x="4945085" y="505101"/>
                  </a:lnTo>
                  <a:lnTo>
                    <a:pt x="4945194" y="505101"/>
                  </a:lnTo>
                  <a:lnTo>
                    <a:pt x="4945302" y="505101"/>
                  </a:lnTo>
                  <a:lnTo>
                    <a:pt x="4945411" y="505101"/>
                  </a:lnTo>
                  <a:lnTo>
                    <a:pt x="4945519" y="505101"/>
                  </a:lnTo>
                  <a:lnTo>
                    <a:pt x="4945628" y="505101"/>
                  </a:lnTo>
                  <a:lnTo>
                    <a:pt x="4945736" y="505101"/>
                  </a:lnTo>
                  <a:lnTo>
                    <a:pt x="4945736" y="504478"/>
                  </a:lnTo>
                  <a:lnTo>
                    <a:pt x="4945845" y="504478"/>
                  </a:lnTo>
                  <a:lnTo>
                    <a:pt x="4945953" y="504478"/>
                  </a:lnTo>
                  <a:lnTo>
                    <a:pt x="4946061" y="504478"/>
                  </a:lnTo>
                  <a:lnTo>
                    <a:pt x="4946170" y="504478"/>
                  </a:lnTo>
                  <a:lnTo>
                    <a:pt x="4946278" y="504478"/>
                  </a:lnTo>
                  <a:lnTo>
                    <a:pt x="4946387" y="504478"/>
                  </a:lnTo>
                  <a:lnTo>
                    <a:pt x="4946495" y="504478"/>
                  </a:lnTo>
                  <a:lnTo>
                    <a:pt x="4946604" y="504478"/>
                  </a:lnTo>
                  <a:lnTo>
                    <a:pt x="4946712" y="504478"/>
                  </a:lnTo>
                  <a:lnTo>
                    <a:pt x="4946821" y="504478"/>
                  </a:lnTo>
                  <a:lnTo>
                    <a:pt x="4946821" y="503854"/>
                  </a:lnTo>
                  <a:lnTo>
                    <a:pt x="4946929" y="503854"/>
                  </a:lnTo>
                  <a:lnTo>
                    <a:pt x="4946929" y="503230"/>
                  </a:lnTo>
                  <a:lnTo>
                    <a:pt x="4947037" y="503230"/>
                  </a:lnTo>
                  <a:lnTo>
                    <a:pt x="4947146" y="503230"/>
                  </a:lnTo>
                  <a:lnTo>
                    <a:pt x="4947254" y="503230"/>
                  </a:lnTo>
                  <a:lnTo>
                    <a:pt x="4947363" y="503230"/>
                  </a:lnTo>
                  <a:lnTo>
                    <a:pt x="4947471" y="503230"/>
                  </a:lnTo>
                  <a:lnTo>
                    <a:pt x="4947580" y="503230"/>
                  </a:lnTo>
                  <a:lnTo>
                    <a:pt x="4947688" y="503230"/>
                  </a:lnTo>
                  <a:lnTo>
                    <a:pt x="4947797" y="503230"/>
                  </a:lnTo>
                  <a:lnTo>
                    <a:pt x="4947905" y="503230"/>
                  </a:lnTo>
                  <a:lnTo>
                    <a:pt x="4948013" y="503230"/>
                  </a:lnTo>
                  <a:lnTo>
                    <a:pt x="4948122" y="503230"/>
                  </a:lnTo>
                  <a:lnTo>
                    <a:pt x="4948230" y="503230"/>
                  </a:lnTo>
                  <a:lnTo>
                    <a:pt x="4948339" y="503230"/>
                  </a:lnTo>
                  <a:lnTo>
                    <a:pt x="4948447" y="503230"/>
                  </a:lnTo>
                  <a:lnTo>
                    <a:pt x="4948556" y="503230"/>
                  </a:lnTo>
                  <a:lnTo>
                    <a:pt x="4948664" y="503230"/>
                  </a:lnTo>
                  <a:lnTo>
                    <a:pt x="4948773" y="503230"/>
                  </a:lnTo>
                  <a:lnTo>
                    <a:pt x="4948881" y="503230"/>
                  </a:lnTo>
                  <a:lnTo>
                    <a:pt x="4948989" y="503230"/>
                  </a:lnTo>
                  <a:lnTo>
                    <a:pt x="4949098" y="503230"/>
                  </a:lnTo>
                  <a:lnTo>
                    <a:pt x="4949206" y="503230"/>
                  </a:lnTo>
                  <a:lnTo>
                    <a:pt x="4949315" y="503230"/>
                  </a:lnTo>
                  <a:lnTo>
                    <a:pt x="4949423" y="503230"/>
                  </a:lnTo>
                  <a:lnTo>
                    <a:pt x="4949532" y="503230"/>
                  </a:lnTo>
                  <a:lnTo>
                    <a:pt x="4949640" y="503230"/>
                  </a:lnTo>
                  <a:lnTo>
                    <a:pt x="4949749" y="503230"/>
                  </a:lnTo>
                  <a:lnTo>
                    <a:pt x="4949857" y="503230"/>
                  </a:lnTo>
                  <a:lnTo>
                    <a:pt x="4949966" y="503230"/>
                  </a:lnTo>
                  <a:lnTo>
                    <a:pt x="4950074" y="503230"/>
                  </a:lnTo>
                  <a:lnTo>
                    <a:pt x="4950182" y="503230"/>
                  </a:lnTo>
                  <a:lnTo>
                    <a:pt x="4950291" y="503230"/>
                  </a:lnTo>
                  <a:lnTo>
                    <a:pt x="4950399" y="503230"/>
                  </a:lnTo>
                  <a:lnTo>
                    <a:pt x="4950508" y="503230"/>
                  </a:lnTo>
                  <a:lnTo>
                    <a:pt x="4950616" y="503230"/>
                  </a:lnTo>
                  <a:lnTo>
                    <a:pt x="4950725" y="503230"/>
                  </a:lnTo>
                  <a:lnTo>
                    <a:pt x="4950833" y="503230"/>
                  </a:lnTo>
                  <a:lnTo>
                    <a:pt x="4950942" y="503230"/>
                  </a:lnTo>
                  <a:lnTo>
                    <a:pt x="4951050" y="503230"/>
                  </a:lnTo>
                  <a:lnTo>
                    <a:pt x="4951158" y="503230"/>
                  </a:lnTo>
                  <a:lnTo>
                    <a:pt x="4951267" y="503230"/>
                  </a:lnTo>
                  <a:lnTo>
                    <a:pt x="4951375" y="503230"/>
                  </a:lnTo>
                  <a:lnTo>
                    <a:pt x="4951484" y="503230"/>
                  </a:lnTo>
                  <a:lnTo>
                    <a:pt x="4951592" y="503230"/>
                  </a:lnTo>
                  <a:lnTo>
                    <a:pt x="4951592" y="502607"/>
                  </a:lnTo>
                  <a:lnTo>
                    <a:pt x="4951701" y="502607"/>
                  </a:lnTo>
                  <a:lnTo>
                    <a:pt x="4951809" y="502607"/>
                  </a:lnTo>
                  <a:lnTo>
                    <a:pt x="4951918" y="502607"/>
                  </a:lnTo>
                  <a:lnTo>
                    <a:pt x="4952026" y="502607"/>
                  </a:lnTo>
                  <a:lnTo>
                    <a:pt x="4952134" y="502607"/>
                  </a:lnTo>
                  <a:lnTo>
                    <a:pt x="4952243" y="502607"/>
                  </a:lnTo>
                  <a:lnTo>
                    <a:pt x="4952243" y="501983"/>
                  </a:lnTo>
                  <a:lnTo>
                    <a:pt x="4952351" y="501983"/>
                  </a:lnTo>
                  <a:lnTo>
                    <a:pt x="4952460" y="501983"/>
                  </a:lnTo>
                  <a:lnTo>
                    <a:pt x="4952568" y="501983"/>
                  </a:lnTo>
                  <a:lnTo>
                    <a:pt x="4952677" y="501983"/>
                  </a:lnTo>
                  <a:lnTo>
                    <a:pt x="4952785" y="501983"/>
                  </a:lnTo>
                  <a:lnTo>
                    <a:pt x="4952894" y="501983"/>
                  </a:lnTo>
                  <a:lnTo>
                    <a:pt x="4953002" y="501983"/>
                  </a:lnTo>
                  <a:lnTo>
                    <a:pt x="4953110" y="501983"/>
                  </a:lnTo>
                  <a:lnTo>
                    <a:pt x="4953219" y="501983"/>
                  </a:lnTo>
                  <a:lnTo>
                    <a:pt x="4953327" y="501983"/>
                  </a:lnTo>
                  <a:lnTo>
                    <a:pt x="4953436" y="501983"/>
                  </a:lnTo>
                  <a:lnTo>
                    <a:pt x="4953436" y="501360"/>
                  </a:lnTo>
                  <a:lnTo>
                    <a:pt x="4953544" y="501360"/>
                  </a:lnTo>
                  <a:lnTo>
                    <a:pt x="4953653" y="501360"/>
                  </a:lnTo>
                  <a:lnTo>
                    <a:pt x="4953761" y="501360"/>
                  </a:lnTo>
                  <a:lnTo>
                    <a:pt x="4953870" y="501360"/>
                  </a:lnTo>
                  <a:lnTo>
                    <a:pt x="4953978" y="501360"/>
                  </a:lnTo>
                  <a:lnTo>
                    <a:pt x="4954087" y="501360"/>
                  </a:lnTo>
                  <a:lnTo>
                    <a:pt x="4954087" y="500736"/>
                  </a:lnTo>
                  <a:lnTo>
                    <a:pt x="4954195" y="500736"/>
                  </a:lnTo>
                  <a:lnTo>
                    <a:pt x="4954303" y="500736"/>
                  </a:lnTo>
                  <a:lnTo>
                    <a:pt x="4954412" y="500736"/>
                  </a:lnTo>
                  <a:lnTo>
                    <a:pt x="4954520" y="500736"/>
                  </a:lnTo>
                  <a:lnTo>
                    <a:pt x="4954629" y="500736"/>
                  </a:lnTo>
                  <a:lnTo>
                    <a:pt x="4954737" y="500736"/>
                  </a:lnTo>
                  <a:lnTo>
                    <a:pt x="4954846" y="500736"/>
                  </a:lnTo>
                  <a:lnTo>
                    <a:pt x="4954954" y="500736"/>
                  </a:lnTo>
                  <a:lnTo>
                    <a:pt x="4954954" y="500113"/>
                  </a:lnTo>
                  <a:lnTo>
                    <a:pt x="4955063" y="500113"/>
                  </a:lnTo>
                  <a:lnTo>
                    <a:pt x="4955171" y="500113"/>
                  </a:lnTo>
                  <a:lnTo>
                    <a:pt x="4955171" y="499489"/>
                  </a:lnTo>
                  <a:lnTo>
                    <a:pt x="4955171" y="498865"/>
                  </a:lnTo>
                  <a:lnTo>
                    <a:pt x="4955279" y="498865"/>
                  </a:lnTo>
                  <a:lnTo>
                    <a:pt x="4955388" y="498865"/>
                  </a:lnTo>
                  <a:lnTo>
                    <a:pt x="4955496" y="498865"/>
                  </a:lnTo>
                  <a:lnTo>
                    <a:pt x="4955605" y="498865"/>
                  </a:lnTo>
                  <a:lnTo>
                    <a:pt x="4955713" y="498865"/>
                  </a:lnTo>
                  <a:lnTo>
                    <a:pt x="4955713" y="498242"/>
                  </a:lnTo>
                  <a:lnTo>
                    <a:pt x="4955822" y="498242"/>
                  </a:lnTo>
                  <a:lnTo>
                    <a:pt x="4955930" y="498242"/>
                  </a:lnTo>
                  <a:lnTo>
                    <a:pt x="4956039" y="498242"/>
                  </a:lnTo>
                  <a:lnTo>
                    <a:pt x="4956147" y="498242"/>
                  </a:lnTo>
                  <a:lnTo>
                    <a:pt x="4956255" y="498242"/>
                  </a:lnTo>
                  <a:lnTo>
                    <a:pt x="4956364" y="498242"/>
                  </a:lnTo>
                  <a:lnTo>
                    <a:pt x="4956472" y="498242"/>
                  </a:lnTo>
                  <a:lnTo>
                    <a:pt x="4956581" y="498242"/>
                  </a:lnTo>
                  <a:lnTo>
                    <a:pt x="4956581" y="497618"/>
                  </a:lnTo>
                  <a:lnTo>
                    <a:pt x="4956689" y="497618"/>
                  </a:lnTo>
                  <a:lnTo>
                    <a:pt x="4956798" y="497618"/>
                  </a:lnTo>
                  <a:lnTo>
                    <a:pt x="4956798" y="496995"/>
                  </a:lnTo>
                  <a:lnTo>
                    <a:pt x="4956798" y="496371"/>
                  </a:lnTo>
                  <a:lnTo>
                    <a:pt x="4956906" y="496371"/>
                  </a:lnTo>
                  <a:lnTo>
                    <a:pt x="4957015" y="496371"/>
                  </a:lnTo>
                  <a:lnTo>
                    <a:pt x="4957123" y="496371"/>
                  </a:lnTo>
                  <a:lnTo>
                    <a:pt x="4957231" y="496371"/>
                  </a:lnTo>
                  <a:lnTo>
                    <a:pt x="4957340" y="496371"/>
                  </a:lnTo>
                  <a:lnTo>
                    <a:pt x="4957448" y="496371"/>
                  </a:lnTo>
                  <a:lnTo>
                    <a:pt x="4957557" y="496371"/>
                  </a:lnTo>
                  <a:lnTo>
                    <a:pt x="4957665" y="496371"/>
                  </a:lnTo>
                  <a:lnTo>
                    <a:pt x="4957774" y="496371"/>
                  </a:lnTo>
                  <a:lnTo>
                    <a:pt x="4957882" y="496371"/>
                  </a:lnTo>
                  <a:lnTo>
                    <a:pt x="4957991" y="496371"/>
                  </a:lnTo>
                  <a:lnTo>
                    <a:pt x="4958099" y="496371"/>
                  </a:lnTo>
                  <a:lnTo>
                    <a:pt x="4958207" y="496371"/>
                  </a:lnTo>
                  <a:lnTo>
                    <a:pt x="4958316" y="496371"/>
                  </a:lnTo>
                  <a:lnTo>
                    <a:pt x="4958316" y="495747"/>
                  </a:lnTo>
                  <a:lnTo>
                    <a:pt x="4958424" y="495747"/>
                  </a:lnTo>
                  <a:lnTo>
                    <a:pt x="4958533" y="495747"/>
                  </a:lnTo>
                  <a:lnTo>
                    <a:pt x="4958641" y="495747"/>
                  </a:lnTo>
                  <a:lnTo>
                    <a:pt x="4958641" y="495124"/>
                  </a:lnTo>
                  <a:lnTo>
                    <a:pt x="4958750" y="495124"/>
                  </a:lnTo>
                  <a:lnTo>
                    <a:pt x="4958858" y="495124"/>
                  </a:lnTo>
                  <a:lnTo>
                    <a:pt x="4958967" y="495124"/>
                  </a:lnTo>
                  <a:lnTo>
                    <a:pt x="4959075" y="495124"/>
                  </a:lnTo>
                  <a:lnTo>
                    <a:pt x="4959184" y="495124"/>
                  </a:lnTo>
                  <a:lnTo>
                    <a:pt x="4959292" y="495124"/>
                  </a:lnTo>
                  <a:lnTo>
                    <a:pt x="4959400" y="495124"/>
                  </a:lnTo>
                  <a:lnTo>
                    <a:pt x="4959509" y="495124"/>
                  </a:lnTo>
                  <a:lnTo>
                    <a:pt x="4959509" y="494500"/>
                  </a:lnTo>
                  <a:lnTo>
                    <a:pt x="4959617" y="494500"/>
                  </a:lnTo>
                  <a:lnTo>
                    <a:pt x="4959726" y="494500"/>
                  </a:lnTo>
                  <a:lnTo>
                    <a:pt x="4959834" y="494500"/>
                  </a:lnTo>
                  <a:lnTo>
                    <a:pt x="4959943" y="494500"/>
                  </a:lnTo>
                  <a:lnTo>
                    <a:pt x="4960051" y="494500"/>
                  </a:lnTo>
                  <a:lnTo>
                    <a:pt x="4960160" y="494500"/>
                  </a:lnTo>
                  <a:lnTo>
                    <a:pt x="4960268" y="494500"/>
                  </a:lnTo>
                  <a:lnTo>
                    <a:pt x="4960376" y="494500"/>
                  </a:lnTo>
                  <a:lnTo>
                    <a:pt x="4960485" y="494500"/>
                  </a:lnTo>
                  <a:lnTo>
                    <a:pt x="4960593" y="494500"/>
                  </a:lnTo>
                  <a:lnTo>
                    <a:pt x="4960702" y="494500"/>
                  </a:lnTo>
                  <a:lnTo>
                    <a:pt x="4960810" y="494500"/>
                  </a:lnTo>
                  <a:lnTo>
                    <a:pt x="4960919" y="494500"/>
                  </a:lnTo>
                  <a:lnTo>
                    <a:pt x="4961027" y="494500"/>
                  </a:lnTo>
                  <a:lnTo>
                    <a:pt x="4961136" y="494500"/>
                  </a:lnTo>
                  <a:lnTo>
                    <a:pt x="4961244" y="494500"/>
                  </a:lnTo>
                  <a:lnTo>
                    <a:pt x="4961352" y="494500"/>
                  </a:lnTo>
                  <a:lnTo>
                    <a:pt x="4961461" y="494500"/>
                  </a:lnTo>
                  <a:lnTo>
                    <a:pt x="4961569" y="494500"/>
                  </a:lnTo>
                  <a:lnTo>
                    <a:pt x="4961678" y="494500"/>
                  </a:lnTo>
                  <a:lnTo>
                    <a:pt x="4961786" y="494500"/>
                  </a:lnTo>
                  <a:lnTo>
                    <a:pt x="4961895" y="494500"/>
                  </a:lnTo>
                  <a:lnTo>
                    <a:pt x="4962003" y="494500"/>
                  </a:lnTo>
                  <a:lnTo>
                    <a:pt x="4962112" y="494500"/>
                  </a:lnTo>
                  <a:lnTo>
                    <a:pt x="4962220" y="494500"/>
                  </a:lnTo>
                  <a:lnTo>
                    <a:pt x="4962328" y="494500"/>
                  </a:lnTo>
                  <a:lnTo>
                    <a:pt x="4962437" y="494500"/>
                  </a:lnTo>
                  <a:lnTo>
                    <a:pt x="4962545" y="494500"/>
                  </a:lnTo>
                  <a:lnTo>
                    <a:pt x="4962654" y="494500"/>
                  </a:lnTo>
                  <a:lnTo>
                    <a:pt x="4962762" y="494500"/>
                  </a:lnTo>
                  <a:lnTo>
                    <a:pt x="4962871" y="494500"/>
                  </a:lnTo>
                  <a:lnTo>
                    <a:pt x="4962979" y="494500"/>
                  </a:lnTo>
                  <a:lnTo>
                    <a:pt x="4963088" y="494500"/>
                  </a:lnTo>
                  <a:lnTo>
                    <a:pt x="4963196" y="494500"/>
                  </a:lnTo>
                  <a:lnTo>
                    <a:pt x="4963305" y="494500"/>
                  </a:lnTo>
                  <a:lnTo>
                    <a:pt x="4963413" y="494500"/>
                  </a:lnTo>
                  <a:lnTo>
                    <a:pt x="4963521" y="494500"/>
                  </a:lnTo>
                  <a:lnTo>
                    <a:pt x="4963630" y="494500"/>
                  </a:lnTo>
                  <a:lnTo>
                    <a:pt x="4963738" y="494500"/>
                  </a:lnTo>
                  <a:lnTo>
                    <a:pt x="4963847" y="494500"/>
                  </a:lnTo>
                  <a:lnTo>
                    <a:pt x="4963847" y="493877"/>
                  </a:lnTo>
                  <a:lnTo>
                    <a:pt x="4963955" y="493877"/>
                  </a:lnTo>
                  <a:lnTo>
                    <a:pt x="4964064" y="493877"/>
                  </a:lnTo>
                  <a:lnTo>
                    <a:pt x="4964172" y="493877"/>
                  </a:lnTo>
                  <a:lnTo>
                    <a:pt x="4964281" y="493877"/>
                  </a:lnTo>
                  <a:lnTo>
                    <a:pt x="4964389" y="493877"/>
                  </a:lnTo>
                  <a:lnTo>
                    <a:pt x="4964497" y="493877"/>
                  </a:lnTo>
                  <a:lnTo>
                    <a:pt x="4964606" y="493877"/>
                  </a:lnTo>
                  <a:lnTo>
                    <a:pt x="4964714" y="493877"/>
                  </a:lnTo>
                  <a:lnTo>
                    <a:pt x="4964823" y="493877"/>
                  </a:lnTo>
                  <a:lnTo>
                    <a:pt x="4964931" y="493877"/>
                  </a:lnTo>
                  <a:lnTo>
                    <a:pt x="4965040" y="493877"/>
                  </a:lnTo>
                  <a:lnTo>
                    <a:pt x="4965148" y="493877"/>
                  </a:lnTo>
                  <a:lnTo>
                    <a:pt x="4965148" y="493253"/>
                  </a:lnTo>
                  <a:lnTo>
                    <a:pt x="4965257" y="493253"/>
                  </a:lnTo>
                  <a:lnTo>
                    <a:pt x="4965365" y="493253"/>
                  </a:lnTo>
                  <a:lnTo>
                    <a:pt x="4965473" y="493253"/>
                  </a:lnTo>
                  <a:lnTo>
                    <a:pt x="4965582" y="493253"/>
                  </a:lnTo>
                  <a:lnTo>
                    <a:pt x="4965690" y="493253"/>
                  </a:lnTo>
                  <a:lnTo>
                    <a:pt x="4965690" y="492630"/>
                  </a:lnTo>
                  <a:lnTo>
                    <a:pt x="4965799" y="492630"/>
                  </a:lnTo>
                  <a:lnTo>
                    <a:pt x="4965907" y="492630"/>
                  </a:lnTo>
                  <a:lnTo>
                    <a:pt x="4966016" y="492630"/>
                  </a:lnTo>
                  <a:lnTo>
                    <a:pt x="4966124" y="492630"/>
                  </a:lnTo>
                  <a:lnTo>
                    <a:pt x="4966233" y="492630"/>
                  </a:lnTo>
                  <a:lnTo>
                    <a:pt x="4966341" y="492630"/>
                  </a:lnTo>
                  <a:lnTo>
                    <a:pt x="4966449" y="492630"/>
                  </a:lnTo>
                  <a:lnTo>
                    <a:pt x="4966558" y="492630"/>
                  </a:lnTo>
                  <a:lnTo>
                    <a:pt x="4966666" y="492630"/>
                  </a:lnTo>
                  <a:lnTo>
                    <a:pt x="4966775" y="492630"/>
                  </a:lnTo>
                  <a:lnTo>
                    <a:pt x="4966883" y="492630"/>
                  </a:lnTo>
                  <a:lnTo>
                    <a:pt x="4966883" y="492006"/>
                  </a:lnTo>
                  <a:lnTo>
                    <a:pt x="4966992" y="492006"/>
                  </a:lnTo>
                  <a:lnTo>
                    <a:pt x="4967100" y="492006"/>
                  </a:lnTo>
                  <a:lnTo>
                    <a:pt x="4967209" y="492006"/>
                  </a:lnTo>
                  <a:lnTo>
                    <a:pt x="4967317" y="492006"/>
                  </a:lnTo>
                  <a:lnTo>
                    <a:pt x="4967426" y="492006"/>
                  </a:lnTo>
                  <a:lnTo>
                    <a:pt x="4967534" y="492006"/>
                  </a:lnTo>
                  <a:lnTo>
                    <a:pt x="4967642" y="492006"/>
                  </a:lnTo>
                  <a:lnTo>
                    <a:pt x="4967751" y="492006"/>
                  </a:lnTo>
                  <a:lnTo>
                    <a:pt x="4967751" y="491382"/>
                  </a:lnTo>
                  <a:lnTo>
                    <a:pt x="4967859" y="491382"/>
                  </a:lnTo>
                  <a:lnTo>
                    <a:pt x="4967968" y="491382"/>
                  </a:lnTo>
                  <a:lnTo>
                    <a:pt x="4968076" y="491382"/>
                  </a:lnTo>
                  <a:lnTo>
                    <a:pt x="4968076" y="490759"/>
                  </a:lnTo>
                  <a:lnTo>
                    <a:pt x="4968185" y="490759"/>
                  </a:lnTo>
                  <a:lnTo>
                    <a:pt x="4968293" y="490759"/>
                  </a:lnTo>
                  <a:lnTo>
                    <a:pt x="4968293" y="490135"/>
                  </a:lnTo>
                  <a:lnTo>
                    <a:pt x="4968293" y="489512"/>
                  </a:lnTo>
                  <a:lnTo>
                    <a:pt x="4968402" y="489512"/>
                  </a:lnTo>
                  <a:lnTo>
                    <a:pt x="4968510" y="489512"/>
                  </a:lnTo>
                  <a:lnTo>
                    <a:pt x="4968618" y="489512"/>
                  </a:lnTo>
                  <a:lnTo>
                    <a:pt x="4968727" y="489512"/>
                  </a:lnTo>
                  <a:lnTo>
                    <a:pt x="4968835" y="489512"/>
                  </a:lnTo>
                  <a:lnTo>
                    <a:pt x="4968944" y="489512"/>
                  </a:lnTo>
                  <a:lnTo>
                    <a:pt x="4969052" y="489512"/>
                  </a:lnTo>
                  <a:lnTo>
                    <a:pt x="4969161" y="489512"/>
                  </a:lnTo>
                  <a:lnTo>
                    <a:pt x="4969269" y="489512"/>
                  </a:lnTo>
                  <a:lnTo>
                    <a:pt x="4969378" y="489512"/>
                  </a:lnTo>
                  <a:lnTo>
                    <a:pt x="4969486" y="489512"/>
                  </a:lnTo>
                  <a:lnTo>
                    <a:pt x="4969594" y="489512"/>
                  </a:lnTo>
                  <a:lnTo>
                    <a:pt x="4969703" y="489512"/>
                  </a:lnTo>
                  <a:lnTo>
                    <a:pt x="4969703" y="488888"/>
                  </a:lnTo>
                  <a:lnTo>
                    <a:pt x="4969811" y="488888"/>
                  </a:lnTo>
                  <a:lnTo>
                    <a:pt x="4969920" y="488888"/>
                  </a:lnTo>
                  <a:lnTo>
                    <a:pt x="4970028" y="488888"/>
                  </a:lnTo>
                  <a:lnTo>
                    <a:pt x="4970137" y="488888"/>
                  </a:lnTo>
                  <a:lnTo>
                    <a:pt x="4970245" y="488888"/>
                  </a:lnTo>
                  <a:lnTo>
                    <a:pt x="4970354" y="488888"/>
                  </a:lnTo>
                  <a:lnTo>
                    <a:pt x="4970462" y="488888"/>
                  </a:lnTo>
                  <a:lnTo>
                    <a:pt x="4970570" y="488888"/>
                  </a:lnTo>
                  <a:lnTo>
                    <a:pt x="4970679" y="488888"/>
                  </a:lnTo>
                  <a:lnTo>
                    <a:pt x="4970787" y="488888"/>
                  </a:lnTo>
                  <a:lnTo>
                    <a:pt x="4970896" y="488888"/>
                  </a:lnTo>
                  <a:lnTo>
                    <a:pt x="4971004" y="488888"/>
                  </a:lnTo>
                  <a:lnTo>
                    <a:pt x="4971113" y="488888"/>
                  </a:lnTo>
                  <a:lnTo>
                    <a:pt x="4971221" y="488888"/>
                  </a:lnTo>
                  <a:lnTo>
                    <a:pt x="4971330" y="488888"/>
                  </a:lnTo>
                  <a:lnTo>
                    <a:pt x="4971438" y="488888"/>
                  </a:lnTo>
                  <a:lnTo>
                    <a:pt x="4971438" y="488264"/>
                  </a:lnTo>
                  <a:lnTo>
                    <a:pt x="4971547" y="488264"/>
                  </a:lnTo>
                  <a:lnTo>
                    <a:pt x="4971655" y="488264"/>
                  </a:lnTo>
                  <a:lnTo>
                    <a:pt x="4971763" y="488264"/>
                  </a:lnTo>
                  <a:lnTo>
                    <a:pt x="4971872" y="488264"/>
                  </a:lnTo>
                  <a:lnTo>
                    <a:pt x="4971980" y="488264"/>
                  </a:lnTo>
                  <a:lnTo>
                    <a:pt x="4972089" y="488264"/>
                  </a:lnTo>
                  <a:lnTo>
                    <a:pt x="4972197" y="488264"/>
                  </a:lnTo>
                  <a:lnTo>
                    <a:pt x="4972306" y="488264"/>
                  </a:lnTo>
                  <a:lnTo>
                    <a:pt x="4972414" y="488264"/>
                  </a:lnTo>
                  <a:lnTo>
                    <a:pt x="4972523" y="488264"/>
                  </a:lnTo>
                  <a:lnTo>
                    <a:pt x="4972631" y="488264"/>
                  </a:lnTo>
                  <a:lnTo>
                    <a:pt x="4972739" y="488264"/>
                  </a:lnTo>
                  <a:lnTo>
                    <a:pt x="4972848" y="488264"/>
                  </a:lnTo>
                  <a:lnTo>
                    <a:pt x="4972956" y="488264"/>
                  </a:lnTo>
                  <a:lnTo>
                    <a:pt x="4973065" y="488264"/>
                  </a:lnTo>
                  <a:lnTo>
                    <a:pt x="4973173" y="488264"/>
                  </a:lnTo>
                  <a:lnTo>
                    <a:pt x="4973282" y="488264"/>
                  </a:lnTo>
                  <a:lnTo>
                    <a:pt x="4973390" y="488264"/>
                  </a:lnTo>
                  <a:lnTo>
                    <a:pt x="4973499" y="488264"/>
                  </a:lnTo>
                  <a:lnTo>
                    <a:pt x="4973607" y="488264"/>
                  </a:lnTo>
                  <a:lnTo>
                    <a:pt x="4973715" y="488264"/>
                  </a:lnTo>
                  <a:lnTo>
                    <a:pt x="4973824" y="488264"/>
                  </a:lnTo>
                  <a:lnTo>
                    <a:pt x="4973932" y="488264"/>
                  </a:lnTo>
                  <a:lnTo>
                    <a:pt x="4974041" y="488264"/>
                  </a:lnTo>
                  <a:lnTo>
                    <a:pt x="4974149" y="488264"/>
                  </a:lnTo>
                  <a:lnTo>
                    <a:pt x="4974258" y="488264"/>
                  </a:lnTo>
                  <a:lnTo>
                    <a:pt x="4974366" y="488264"/>
                  </a:lnTo>
                  <a:lnTo>
                    <a:pt x="4974475" y="488264"/>
                  </a:lnTo>
                  <a:lnTo>
                    <a:pt x="4974583" y="488264"/>
                  </a:lnTo>
                  <a:lnTo>
                    <a:pt x="4974691" y="488264"/>
                  </a:lnTo>
                  <a:lnTo>
                    <a:pt x="4974800" y="488264"/>
                  </a:lnTo>
                  <a:lnTo>
                    <a:pt x="4974908" y="488264"/>
                  </a:lnTo>
                  <a:lnTo>
                    <a:pt x="4974908" y="487641"/>
                  </a:lnTo>
                  <a:lnTo>
                    <a:pt x="4975017" y="487641"/>
                  </a:lnTo>
                  <a:lnTo>
                    <a:pt x="4975125" y="487641"/>
                  </a:lnTo>
                  <a:lnTo>
                    <a:pt x="4975125" y="487017"/>
                  </a:lnTo>
                  <a:lnTo>
                    <a:pt x="4975125" y="486394"/>
                  </a:lnTo>
                  <a:lnTo>
                    <a:pt x="4975234" y="486394"/>
                  </a:lnTo>
                  <a:lnTo>
                    <a:pt x="4975342" y="486394"/>
                  </a:lnTo>
                  <a:lnTo>
                    <a:pt x="4975451" y="486394"/>
                  </a:lnTo>
                  <a:lnTo>
                    <a:pt x="4975559" y="486394"/>
                  </a:lnTo>
                  <a:lnTo>
                    <a:pt x="4975668" y="486394"/>
                  </a:lnTo>
                  <a:lnTo>
                    <a:pt x="4975776" y="486394"/>
                  </a:lnTo>
                  <a:lnTo>
                    <a:pt x="4975884" y="486394"/>
                  </a:lnTo>
                  <a:lnTo>
                    <a:pt x="4975993" y="486394"/>
                  </a:lnTo>
                  <a:lnTo>
                    <a:pt x="4975993" y="485770"/>
                  </a:lnTo>
                  <a:lnTo>
                    <a:pt x="4976101" y="485770"/>
                  </a:lnTo>
                  <a:lnTo>
                    <a:pt x="4976210" y="485770"/>
                  </a:lnTo>
                  <a:lnTo>
                    <a:pt x="4976318" y="485770"/>
                  </a:lnTo>
                  <a:lnTo>
                    <a:pt x="4976427" y="485770"/>
                  </a:lnTo>
                  <a:lnTo>
                    <a:pt x="4976535" y="485770"/>
                  </a:lnTo>
                  <a:lnTo>
                    <a:pt x="4976644" y="485770"/>
                  </a:lnTo>
                  <a:lnTo>
                    <a:pt x="4976752" y="485770"/>
                  </a:lnTo>
                  <a:lnTo>
                    <a:pt x="4976860" y="485770"/>
                  </a:lnTo>
                  <a:lnTo>
                    <a:pt x="4976969" y="485770"/>
                  </a:lnTo>
                  <a:lnTo>
                    <a:pt x="4977077" y="485770"/>
                  </a:lnTo>
                  <a:lnTo>
                    <a:pt x="4977186" y="485770"/>
                  </a:lnTo>
                  <a:lnTo>
                    <a:pt x="4977294" y="485770"/>
                  </a:lnTo>
                  <a:lnTo>
                    <a:pt x="4977403" y="485770"/>
                  </a:lnTo>
                  <a:lnTo>
                    <a:pt x="4977403" y="485147"/>
                  </a:lnTo>
                  <a:lnTo>
                    <a:pt x="4977511" y="485147"/>
                  </a:lnTo>
                  <a:lnTo>
                    <a:pt x="4977620" y="485147"/>
                  </a:lnTo>
                  <a:lnTo>
                    <a:pt x="4977620" y="484523"/>
                  </a:lnTo>
                  <a:lnTo>
                    <a:pt x="4977728" y="484523"/>
                  </a:lnTo>
                  <a:lnTo>
                    <a:pt x="4977836" y="484523"/>
                  </a:lnTo>
                  <a:lnTo>
                    <a:pt x="4977945" y="484523"/>
                  </a:lnTo>
                  <a:lnTo>
                    <a:pt x="4978053" y="484523"/>
                  </a:lnTo>
                  <a:lnTo>
                    <a:pt x="4978162" y="484523"/>
                  </a:lnTo>
                  <a:lnTo>
                    <a:pt x="4978270" y="484523"/>
                  </a:lnTo>
                  <a:lnTo>
                    <a:pt x="4978379" y="484523"/>
                  </a:lnTo>
                  <a:lnTo>
                    <a:pt x="4978487" y="484523"/>
                  </a:lnTo>
                  <a:lnTo>
                    <a:pt x="4978596" y="484523"/>
                  </a:lnTo>
                  <a:lnTo>
                    <a:pt x="4978704" y="484523"/>
                  </a:lnTo>
                  <a:lnTo>
                    <a:pt x="4978812" y="484523"/>
                  </a:lnTo>
                  <a:lnTo>
                    <a:pt x="4978921" y="484523"/>
                  </a:lnTo>
                  <a:lnTo>
                    <a:pt x="4978921" y="483899"/>
                  </a:lnTo>
                  <a:lnTo>
                    <a:pt x="4979029" y="483899"/>
                  </a:lnTo>
                  <a:lnTo>
                    <a:pt x="4979138" y="483899"/>
                  </a:lnTo>
                  <a:lnTo>
                    <a:pt x="4979246" y="483899"/>
                  </a:lnTo>
                  <a:lnTo>
                    <a:pt x="4979355" y="483899"/>
                  </a:lnTo>
                  <a:lnTo>
                    <a:pt x="4979355" y="483276"/>
                  </a:lnTo>
                  <a:lnTo>
                    <a:pt x="4979463" y="483276"/>
                  </a:lnTo>
                  <a:lnTo>
                    <a:pt x="4979572" y="483276"/>
                  </a:lnTo>
                  <a:lnTo>
                    <a:pt x="4979680" y="483276"/>
                  </a:lnTo>
                  <a:lnTo>
                    <a:pt x="4979789" y="483276"/>
                  </a:lnTo>
                  <a:lnTo>
                    <a:pt x="4979789" y="482652"/>
                  </a:lnTo>
                  <a:lnTo>
                    <a:pt x="4979897" y="482652"/>
                  </a:lnTo>
                  <a:lnTo>
                    <a:pt x="4980005" y="482652"/>
                  </a:lnTo>
                  <a:lnTo>
                    <a:pt x="4980005" y="482029"/>
                  </a:lnTo>
                  <a:lnTo>
                    <a:pt x="4980114" y="482029"/>
                  </a:lnTo>
                  <a:lnTo>
                    <a:pt x="4980222" y="482029"/>
                  </a:lnTo>
                  <a:lnTo>
                    <a:pt x="4980331" y="482029"/>
                  </a:lnTo>
                  <a:lnTo>
                    <a:pt x="4980439" y="482029"/>
                  </a:lnTo>
                  <a:lnTo>
                    <a:pt x="4980548" y="482029"/>
                  </a:lnTo>
                  <a:lnTo>
                    <a:pt x="4980656" y="482029"/>
                  </a:lnTo>
                  <a:lnTo>
                    <a:pt x="4980765" y="482029"/>
                  </a:lnTo>
                  <a:lnTo>
                    <a:pt x="4980873" y="482029"/>
                  </a:lnTo>
                  <a:lnTo>
                    <a:pt x="4980981" y="482029"/>
                  </a:lnTo>
                  <a:lnTo>
                    <a:pt x="4981090" y="482029"/>
                  </a:lnTo>
                  <a:lnTo>
                    <a:pt x="4981198" y="482029"/>
                  </a:lnTo>
                  <a:lnTo>
                    <a:pt x="4981307" y="482029"/>
                  </a:lnTo>
                  <a:lnTo>
                    <a:pt x="4981307" y="481405"/>
                  </a:lnTo>
                  <a:lnTo>
                    <a:pt x="4981415" y="481405"/>
                  </a:lnTo>
                  <a:lnTo>
                    <a:pt x="4981524" y="481405"/>
                  </a:lnTo>
                  <a:lnTo>
                    <a:pt x="4981632" y="481405"/>
                  </a:lnTo>
                  <a:lnTo>
                    <a:pt x="4981741" y="481405"/>
                  </a:lnTo>
                  <a:lnTo>
                    <a:pt x="4981849" y="481405"/>
                  </a:lnTo>
                  <a:lnTo>
                    <a:pt x="4981957" y="481405"/>
                  </a:lnTo>
                  <a:lnTo>
                    <a:pt x="4981957" y="480781"/>
                  </a:lnTo>
                  <a:lnTo>
                    <a:pt x="4982066" y="480781"/>
                  </a:lnTo>
                  <a:lnTo>
                    <a:pt x="4982174" y="480781"/>
                  </a:lnTo>
                  <a:lnTo>
                    <a:pt x="4982283" y="480781"/>
                  </a:lnTo>
                  <a:lnTo>
                    <a:pt x="4982391" y="480781"/>
                  </a:lnTo>
                  <a:lnTo>
                    <a:pt x="4982500" y="480781"/>
                  </a:lnTo>
                  <a:lnTo>
                    <a:pt x="4982608" y="480781"/>
                  </a:lnTo>
                  <a:lnTo>
                    <a:pt x="4982717" y="480781"/>
                  </a:lnTo>
                  <a:lnTo>
                    <a:pt x="4982825" y="480781"/>
                  </a:lnTo>
                  <a:lnTo>
                    <a:pt x="4982933" y="480781"/>
                  </a:lnTo>
                  <a:lnTo>
                    <a:pt x="4983042" y="480781"/>
                  </a:lnTo>
                  <a:lnTo>
                    <a:pt x="4983150" y="480781"/>
                  </a:lnTo>
                  <a:lnTo>
                    <a:pt x="4983259" y="480781"/>
                  </a:lnTo>
                  <a:lnTo>
                    <a:pt x="4983367" y="480781"/>
                  </a:lnTo>
                  <a:lnTo>
                    <a:pt x="4983476" y="480781"/>
                  </a:lnTo>
                  <a:lnTo>
                    <a:pt x="4983584" y="480781"/>
                  </a:lnTo>
                  <a:lnTo>
                    <a:pt x="4983693" y="480781"/>
                  </a:lnTo>
                  <a:lnTo>
                    <a:pt x="4983801" y="480781"/>
                  </a:lnTo>
                  <a:lnTo>
                    <a:pt x="4983909" y="480781"/>
                  </a:lnTo>
                  <a:lnTo>
                    <a:pt x="4984018" y="480781"/>
                  </a:lnTo>
                  <a:lnTo>
                    <a:pt x="4984126" y="480781"/>
                  </a:lnTo>
                  <a:lnTo>
                    <a:pt x="4984126" y="480158"/>
                  </a:lnTo>
                  <a:lnTo>
                    <a:pt x="4984235" y="480158"/>
                  </a:lnTo>
                  <a:lnTo>
                    <a:pt x="4984343" y="480158"/>
                  </a:lnTo>
                  <a:lnTo>
                    <a:pt x="4984452" y="480158"/>
                  </a:lnTo>
                  <a:lnTo>
                    <a:pt x="4984560" y="480158"/>
                  </a:lnTo>
                  <a:lnTo>
                    <a:pt x="4984560" y="479534"/>
                  </a:lnTo>
                  <a:lnTo>
                    <a:pt x="4984669" y="479534"/>
                  </a:lnTo>
                  <a:lnTo>
                    <a:pt x="4984777" y="479534"/>
                  </a:lnTo>
                  <a:lnTo>
                    <a:pt x="4984886" y="479534"/>
                  </a:lnTo>
                  <a:lnTo>
                    <a:pt x="4984994" y="479534"/>
                  </a:lnTo>
                  <a:lnTo>
                    <a:pt x="4985102" y="479534"/>
                  </a:lnTo>
                  <a:lnTo>
                    <a:pt x="4985211" y="479534"/>
                  </a:lnTo>
                  <a:lnTo>
                    <a:pt x="4985319" y="479534"/>
                  </a:lnTo>
                  <a:lnTo>
                    <a:pt x="4985428" y="479534"/>
                  </a:lnTo>
                  <a:lnTo>
                    <a:pt x="4985536" y="479534"/>
                  </a:lnTo>
                  <a:lnTo>
                    <a:pt x="4985645" y="479534"/>
                  </a:lnTo>
                  <a:lnTo>
                    <a:pt x="4985753" y="479534"/>
                  </a:lnTo>
                  <a:lnTo>
                    <a:pt x="4985862" y="479534"/>
                  </a:lnTo>
                  <a:lnTo>
                    <a:pt x="4985970" y="479534"/>
                  </a:lnTo>
                  <a:lnTo>
                    <a:pt x="4986078" y="479534"/>
                  </a:lnTo>
                  <a:lnTo>
                    <a:pt x="4986187" y="479534"/>
                  </a:lnTo>
                  <a:lnTo>
                    <a:pt x="4986295" y="479534"/>
                  </a:lnTo>
                  <a:lnTo>
                    <a:pt x="4986295" y="478911"/>
                  </a:lnTo>
                  <a:lnTo>
                    <a:pt x="4986404" y="478911"/>
                  </a:lnTo>
                  <a:lnTo>
                    <a:pt x="4986512" y="478911"/>
                  </a:lnTo>
                  <a:lnTo>
                    <a:pt x="4986621" y="478911"/>
                  </a:lnTo>
                  <a:lnTo>
                    <a:pt x="4986729" y="478911"/>
                  </a:lnTo>
                  <a:lnTo>
                    <a:pt x="4986838" y="478911"/>
                  </a:lnTo>
                  <a:lnTo>
                    <a:pt x="4986946" y="478911"/>
                  </a:lnTo>
                  <a:lnTo>
                    <a:pt x="4987054" y="478911"/>
                  </a:lnTo>
                  <a:lnTo>
                    <a:pt x="4987163" y="478911"/>
                  </a:lnTo>
                  <a:lnTo>
                    <a:pt x="4987271" y="478911"/>
                  </a:lnTo>
                  <a:lnTo>
                    <a:pt x="4987380" y="478911"/>
                  </a:lnTo>
                  <a:lnTo>
                    <a:pt x="4987488" y="478911"/>
                  </a:lnTo>
                  <a:lnTo>
                    <a:pt x="4987597" y="478911"/>
                  </a:lnTo>
                  <a:lnTo>
                    <a:pt x="4987705" y="478911"/>
                  </a:lnTo>
                  <a:lnTo>
                    <a:pt x="4987814" y="478911"/>
                  </a:lnTo>
                  <a:lnTo>
                    <a:pt x="4987922" y="478911"/>
                  </a:lnTo>
                  <a:lnTo>
                    <a:pt x="4988030" y="478911"/>
                  </a:lnTo>
                  <a:lnTo>
                    <a:pt x="4988139" y="478911"/>
                  </a:lnTo>
                  <a:lnTo>
                    <a:pt x="4988247" y="478911"/>
                  </a:lnTo>
                  <a:lnTo>
                    <a:pt x="4988356" y="478911"/>
                  </a:lnTo>
                  <a:lnTo>
                    <a:pt x="4988464" y="478911"/>
                  </a:lnTo>
                  <a:lnTo>
                    <a:pt x="4988573" y="478911"/>
                  </a:lnTo>
                  <a:lnTo>
                    <a:pt x="4988573" y="478287"/>
                  </a:lnTo>
                  <a:lnTo>
                    <a:pt x="4988681" y="478287"/>
                  </a:lnTo>
                  <a:lnTo>
                    <a:pt x="4988790" y="478287"/>
                  </a:lnTo>
                  <a:lnTo>
                    <a:pt x="4988898" y="478287"/>
                  </a:lnTo>
                  <a:lnTo>
                    <a:pt x="4989007" y="478287"/>
                  </a:lnTo>
                  <a:lnTo>
                    <a:pt x="4989115" y="478287"/>
                  </a:lnTo>
                  <a:lnTo>
                    <a:pt x="4989115" y="477664"/>
                  </a:lnTo>
                  <a:lnTo>
                    <a:pt x="4989223" y="477664"/>
                  </a:lnTo>
                  <a:lnTo>
                    <a:pt x="4989332" y="477664"/>
                  </a:lnTo>
                  <a:lnTo>
                    <a:pt x="4989440" y="477664"/>
                  </a:lnTo>
                  <a:lnTo>
                    <a:pt x="4989440" y="477040"/>
                  </a:lnTo>
                  <a:lnTo>
                    <a:pt x="4989549" y="477040"/>
                  </a:lnTo>
                  <a:lnTo>
                    <a:pt x="4989657" y="477040"/>
                  </a:lnTo>
                  <a:lnTo>
                    <a:pt x="4989766" y="477040"/>
                  </a:lnTo>
                  <a:lnTo>
                    <a:pt x="4989874" y="477040"/>
                  </a:lnTo>
                  <a:lnTo>
                    <a:pt x="4989983" y="477040"/>
                  </a:lnTo>
                  <a:lnTo>
                    <a:pt x="4990091" y="477040"/>
                  </a:lnTo>
                  <a:lnTo>
                    <a:pt x="4990199" y="477040"/>
                  </a:lnTo>
                  <a:lnTo>
                    <a:pt x="4990308" y="477040"/>
                  </a:lnTo>
                  <a:lnTo>
                    <a:pt x="4990416" y="477040"/>
                  </a:lnTo>
                  <a:lnTo>
                    <a:pt x="4990525" y="477040"/>
                  </a:lnTo>
                  <a:lnTo>
                    <a:pt x="4990633" y="477040"/>
                  </a:lnTo>
                  <a:lnTo>
                    <a:pt x="4990742" y="477040"/>
                  </a:lnTo>
                  <a:lnTo>
                    <a:pt x="4990850" y="477040"/>
                  </a:lnTo>
                  <a:lnTo>
                    <a:pt x="4990959" y="477040"/>
                  </a:lnTo>
                  <a:lnTo>
                    <a:pt x="4991067" y="477040"/>
                  </a:lnTo>
                  <a:lnTo>
                    <a:pt x="4991175" y="477040"/>
                  </a:lnTo>
                  <a:lnTo>
                    <a:pt x="4991284" y="477040"/>
                  </a:lnTo>
                  <a:lnTo>
                    <a:pt x="4991284" y="476416"/>
                  </a:lnTo>
                  <a:lnTo>
                    <a:pt x="4991392" y="476416"/>
                  </a:lnTo>
                  <a:lnTo>
                    <a:pt x="4991501" y="476416"/>
                  </a:lnTo>
                  <a:lnTo>
                    <a:pt x="4991609" y="476416"/>
                  </a:lnTo>
                  <a:lnTo>
                    <a:pt x="4991718" y="476416"/>
                  </a:lnTo>
                  <a:lnTo>
                    <a:pt x="4991718" y="475793"/>
                  </a:lnTo>
                  <a:lnTo>
                    <a:pt x="4991826" y="475793"/>
                  </a:lnTo>
                  <a:lnTo>
                    <a:pt x="4991935" y="475793"/>
                  </a:lnTo>
                  <a:lnTo>
                    <a:pt x="4992043" y="475793"/>
                  </a:lnTo>
                  <a:lnTo>
                    <a:pt x="4992151" y="475793"/>
                  </a:lnTo>
                  <a:lnTo>
                    <a:pt x="4992260" y="475793"/>
                  </a:lnTo>
                  <a:lnTo>
                    <a:pt x="4992368" y="475793"/>
                  </a:lnTo>
                  <a:lnTo>
                    <a:pt x="4992477" y="475793"/>
                  </a:lnTo>
                  <a:lnTo>
                    <a:pt x="4992585" y="475793"/>
                  </a:lnTo>
                  <a:lnTo>
                    <a:pt x="4992694" y="475793"/>
                  </a:lnTo>
                  <a:lnTo>
                    <a:pt x="4992802" y="475793"/>
                  </a:lnTo>
                  <a:lnTo>
                    <a:pt x="4992911" y="475793"/>
                  </a:lnTo>
                  <a:lnTo>
                    <a:pt x="4992911" y="475169"/>
                  </a:lnTo>
                  <a:lnTo>
                    <a:pt x="4993019" y="475169"/>
                  </a:lnTo>
                  <a:lnTo>
                    <a:pt x="4993128" y="475169"/>
                  </a:lnTo>
                  <a:lnTo>
                    <a:pt x="4993236" y="475169"/>
                  </a:lnTo>
                  <a:lnTo>
                    <a:pt x="4993344" y="475169"/>
                  </a:lnTo>
                  <a:lnTo>
                    <a:pt x="4993453" y="475169"/>
                  </a:lnTo>
                  <a:lnTo>
                    <a:pt x="4993561" y="475169"/>
                  </a:lnTo>
                  <a:lnTo>
                    <a:pt x="4993561" y="474546"/>
                  </a:lnTo>
                  <a:lnTo>
                    <a:pt x="4993670" y="474546"/>
                  </a:lnTo>
                  <a:lnTo>
                    <a:pt x="4993778" y="474546"/>
                  </a:lnTo>
                  <a:lnTo>
                    <a:pt x="4993887" y="474546"/>
                  </a:lnTo>
                  <a:lnTo>
                    <a:pt x="4993995" y="474546"/>
                  </a:lnTo>
                  <a:lnTo>
                    <a:pt x="4994104" y="474546"/>
                  </a:lnTo>
                  <a:lnTo>
                    <a:pt x="4994212" y="474546"/>
                  </a:lnTo>
                  <a:lnTo>
                    <a:pt x="4994320" y="474546"/>
                  </a:lnTo>
                  <a:lnTo>
                    <a:pt x="4994320" y="473922"/>
                  </a:lnTo>
                  <a:lnTo>
                    <a:pt x="4994429" y="473922"/>
                  </a:lnTo>
                  <a:lnTo>
                    <a:pt x="4994537" y="473922"/>
                  </a:lnTo>
                  <a:lnTo>
                    <a:pt x="4994646" y="473922"/>
                  </a:lnTo>
                  <a:lnTo>
                    <a:pt x="4994754" y="473922"/>
                  </a:lnTo>
                  <a:lnTo>
                    <a:pt x="4994863" y="473922"/>
                  </a:lnTo>
                  <a:lnTo>
                    <a:pt x="4994971" y="473922"/>
                  </a:lnTo>
                  <a:lnTo>
                    <a:pt x="4995080" y="473922"/>
                  </a:lnTo>
                  <a:lnTo>
                    <a:pt x="4995188" y="473922"/>
                  </a:lnTo>
                  <a:lnTo>
                    <a:pt x="4995188" y="473298"/>
                  </a:lnTo>
                  <a:lnTo>
                    <a:pt x="4995188" y="472675"/>
                  </a:lnTo>
                  <a:lnTo>
                    <a:pt x="4995296" y="472675"/>
                  </a:lnTo>
                  <a:lnTo>
                    <a:pt x="4995405" y="472675"/>
                  </a:lnTo>
                  <a:lnTo>
                    <a:pt x="4995513" y="472675"/>
                  </a:lnTo>
                  <a:lnTo>
                    <a:pt x="4995622" y="472675"/>
                  </a:lnTo>
                  <a:lnTo>
                    <a:pt x="4995730" y="472675"/>
                  </a:lnTo>
                  <a:lnTo>
                    <a:pt x="4995839" y="472675"/>
                  </a:lnTo>
                  <a:lnTo>
                    <a:pt x="4995839" y="472051"/>
                  </a:lnTo>
                  <a:lnTo>
                    <a:pt x="4995947" y="472051"/>
                  </a:lnTo>
                  <a:lnTo>
                    <a:pt x="4996056" y="472051"/>
                  </a:lnTo>
                  <a:lnTo>
                    <a:pt x="4996164" y="472051"/>
                  </a:lnTo>
                  <a:lnTo>
                    <a:pt x="4996272" y="472051"/>
                  </a:lnTo>
                  <a:lnTo>
                    <a:pt x="4996381" y="472051"/>
                  </a:lnTo>
                  <a:lnTo>
                    <a:pt x="4996489" y="472051"/>
                  </a:lnTo>
                  <a:lnTo>
                    <a:pt x="4996598" y="472051"/>
                  </a:lnTo>
                  <a:lnTo>
                    <a:pt x="4996706" y="472051"/>
                  </a:lnTo>
                  <a:lnTo>
                    <a:pt x="4996815" y="472051"/>
                  </a:lnTo>
                  <a:lnTo>
                    <a:pt x="4996923" y="472051"/>
                  </a:lnTo>
                  <a:lnTo>
                    <a:pt x="4997032" y="472051"/>
                  </a:lnTo>
                  <a:lnTo>
                    <a:pt x="4997140" y="472051"/>
                  </a:lnTo>
                  <a:lnTo>
                    <a:pt x="4997249" y="472051"/>
                  </a:lnTo>
                  <a:lnTo>
                    <a:pt x="4997357" y="472051"/>
                  </a:lnTo>
                  <a:lnTo>
                    <a:pt x="4997357" y="471428"/>
                  </a:lnTo>
                  <a:lnTo>
                    <a:pt x="4997357" y="470804"/>
                  </a:lnTo>
                  <a:lnTo>
                    <a:pt x="4997465" y="470804"/>
                  </a:lnTo>
                  <a:lnTo>
                    <a:pt x="4997574" y="470804"/>
                  </a:lnTo>
                  <a:lnTo>
                    <a:pt x="4997682" y="470804"/>
                  </a:lnTo>
                  <a:lnTo>
                    <a:pt x="4997791" y="470804"/>
                  </a:lnTo>
                  <a:lnTo>
                    <a:pt x="4997899" y="470804"/>
                  </a:lnTo>
                  <a:lnTo>
                    <a:pt x="4998008" y="470804"/>
                  </a:lnTo>
                  <a:lnTo>
                    <a:pt x="4998116" y="470804"/>
                  </a:lnTo>
                  <a:lnTo>
                    <a:pt x="4998225" y="470804"/>
                  </a:lnTo>
                  <a:lnTo>
                    <a:pt x="4998333" y="470804"/>
                  </a:lnTo>
                  <a:lnTo>
                    <a:pt x="4998333" y="470181"/>
                  </a:lnTo>
                  <a:lnTo>
                    <a:pt x="4998441" y="470181"/>
                  </a:lnTo>
                  <a:lnTo>
                    <a:pt x="4998550" y="470181"/>
                  </a:lnTo>
                  <a:lnTo>
                    <a:pt x="4998658" y="470181"/>
                  </a:lnTo>
                  <a:lnTo>
                    <a:pt x="4998767" y="470181"/>
                  </a:lnTo>
                  <a:lnTo>
                    <a:pt x="4998875" y="470181"/>
                  </a:lnTo>
                  <a:lnTo>
                    <a:pt x="4998875" y="469557"/>
                  </a:lnTo>
                  <a:lnTo>
                    <a:pt x="4998984" y="469557"/>
                  </a:lnTo>
                  <a:lnTo>
                    <a:pt x="4999092" y="469557"/>
                  </a:lnTo>
                  <a:lnTo>
                    <a:pt x="4999201" y="469557"/>
                  </a:lnTo>
                  <a:lnTo>
                    <a:pt x="4999309" y="469557"/>
                  </a:lnTo>
                  <a:lnTo>
                    <a:pt x="4999417" y="469557"/>
                  </a:lnTo>
                  <a:lnTo>
                    <a:pt x="4999526" y="469557"/>
                  </a:lnTo>
                  <a:lnTo>
                    <a:pt x="4999634" y="469557"/>
                  </a:lnTo>
                  <a:lnTo>
                    <a:pt x="4999743" y="469557"/>
                  </a:lnTo>
                  <a:lnTo>
                    <a:pt x="4999851" y="469557"/>
                  </a:lnTo>
                  <a:lnTo>
                    <a:pt x="4999960" y="469557"/>
                  </a:lnTo>
                  <a:lnTo>
                    <a:pt x="5000068" y="469557"/>
                  </a:lnTo>
                  <a:lnTo>
                    <a:pt x="5000177" y="469557"/>
                  </a:lnTo>
                  <a:lnTo>
                    <a:pt x="5000285" y="469557"/>
                  </a:lnTo>
                  <a:lnTo>
                    <a:pt x="5000393" y="469557"/>
                  </a:lnTo>
                  <a:lnTo>
                    <a:pt x="5000502" y="469557"/>
                  </a:lnTo>
                  <a:lnTo>
                    <a:pt x="5000610" y="469557"/>
                  </a:lnTo>
                  <a:lnTo>
                    <a:pt x="5000719" y="469557"/>
                  </a:lnTo>
                  <a:lnTo>
                    <a:pt x="5000827" y="469557"/>
                  </a:lnTo>
                  <a:lnTo>
                    <a:pt x="5000936" y="469557"/>
                  </a:lnTo>
                  <a:lnTo>
                    <a:pt x="5001044" y="469557"/>
                  </a:lnTo>
                  <a:lnTo>
                    <a:pt x="5001153" y="469557"/>
                  </a:lnTo>
                  <a:lnTo>
                    <a:pt x="5001261" y="469557"/>
                  </a:lnTo>
                  <a:lnTo>
                    <a:pt x="5001370" y="469557"/>
                  </a:lnTo>
                  <a:lnTo>
                    <a:pt x="5001478" y="469557"/>
                  </a:lnTo>
                  <a:lnTo>
                    <a:pt x="5001586" y="469557"/>
                  </a:lnTo>
                  <a:lnTo>
                    <a:pt x="5001695" y="469557"/>
                  </a:lnTo>
                  <a:lnTo>
                    <a:pt x="5001803" y="469557"/>
                  </a:lnTo>
                  <a:lnTo>
                    <a:pt x="5001912" y="469557"/>
                  </a:lnTo>
                  <a:lnTo>
                    <a:pt x="5001912" y="468933"/>
                  </a:lnTo>
                  <a:lnTo>
                    <a:pt x="5002020" y="468933"/>
                  </a:lnTo>
                  <a:lnTo>
                    <a:pt x="5002129" y="468933"/>
                  </a:lnTo>
                  <a:lnTo>
                    <a:pt x="5002129" y="468310"/>
                  </a:lnTo>
                  <a:lnTo>
                    <a:pt x="5002237" y="468310"/>
                  </a:lnTo>
                  <a:lnTo>
                    <a:pt x="5002346" y="468310"/>
                  </a:lnTo>
                  <a:lnTo>
                    <a:pt x="5002454" y="468310"/>
                  </a:lnTo>
                  <a:lnTo>
                    <a:pt x="5002562" y="468310"/>
                  </a:lnTo>
                  <a:lnTo>
                    <a:pt x="5002671" y="468310"/>
                  </a:lnTo>
                  <a:lnTo>
                    <a:pt x="5002779" y="468310"/>
                  </a:lnTo>
                  <a:lnTo>
                    <a:pt x="5002888" y="468310"/>
                  </a:lnTo>
                  <a:lnTo>
                    <a:pt x="5002996" y="468310"/>
                  </a:lnTo>
                  <a:lnTo>
                    <a:pt x="5003105" y="468310"/>
                  </a:lnTo>
                  <a:lnTo>
                    <a:pt x="5003213" y="468310"/>
                  </a:lnTo>
                  <a:lnTo>
                    <a:pt x="5003322" y="468310"/>
                  </a:lnTo>
                  <a:lnTo>
                    <a:pt x="5003322" y="467686"/>
                  </a:lnTo>
                  <a:lnTo>
                    <a:pt x="5003430" y="467686"/>
                  </a:lnTo>
                  <a:lnTo>
                    <a:pt x="5003538" y="467686"/>
                  </a:lnTo>
                  <a:lnTo>
                    <a:pt x="5003647" y="467686"/>
                  </a:lnTo>
                  <a:lnTo>
                    <a:pt x="5003755" y="467686"/>
                  </a:lnTo>
                  <a:lnTo>
                    <a:pt x="5003864" y="467686"/>
                  </a:lnTo>
                  <a:lnTo>
                    <a:pt x="5003972" y="467686"/>
                  </a:lnTo>
                  <a:lnTo>
                    <a:pt x="5004081" y="467686"/>
                  </a:lnTo>
                  <a:lnTo>
                    <a:pt x="5004189" y="467686"/>
                  </a:lnTo>
                  <a:lnTo>
                    <a:pt x="5004298" y="467686"/>
                  </a:lnTo>
                  <a:lnTo>
                    <a:pt x="5004298" y="467063"/>
                  </a:lnTo>
                  <a:lnTo>
                    <a:pt x="5004406" y="467063"/>
                  </a:lnTo>
                  <a:lnTo>
                    <a:pt x="5004514" y="467063"/>
                  </a:lnTo>
                  <a:lnTo>
                    <a:pt x="5004623" y="467063"/>
                  </a:lnTo>
                  <a:lnTo>
                    <a:pt x="5004731" y="467063"/>
                  </a:lnTo>
                  <a:lnTo>
                    <a:pt x="5004731" y="466439"/>
                  </a:lnTo>
                  <a:lnTo>
                    <a:pt x="5004840" y="466439"/>
                  </a:lnTo>
                  <a:lnTo>
                    <a:pt x="5004948" y="466439"/>
                  </a:lnTo>
                  <a:lnTo>
                    <a:pt x="5005057" y="466439"/>
                  </a:lnTo>
                  <a:lnTo>
                    <a:pt x="5005165" y="466439"/>
                  </a:lnTo>
                  <a:lnTo>
                    <a:pt x="5005165" y="465815"/>
                  </a:lnTo>
                  <a:lnTo>
                    <a:pt x="5005165" y="465192"/>
                  </a:lnTo>
                  <a:lnTo>
                    <a:pt x="5005165" y="464568"/>
                  </a:lnTo>
                  <a:lnTo>
                    <a:pt x="5005274" y="464568"/>
                  </a:lnTo>
                  <a:lnTo>
                    <a:pt x="5005382" y="464568"/>
                  </a:lnTo>
                  <a:lnTo>
                    <a:pt x="5005490" y="464568"/>
                  </a:lnTo>
                  <a:lnTo>
                    <a:pt x="5005599" y="464568"/>
                  </a:lnTo>
                  <a:lnTo>
                    <a:pt x="5005707" y="464568"/>
                  </a:lnTo>
                  <a:lnTo>
                    <a:pt x="5005816" y="464568"/>
                  </a:lnTo>
                  <a:lnTo>
                    <a:pt x="5005924" y="464568"/>
                  </a:lnTo>
                  <a:lnTo>
                    <a:pt x="5006033" y="464568"/>
                  </a:lnTo>
                  <a:lnTo>
                    <a:pt x="5006141" y="464568"/>
                  </a:lnTo>
                  <a:lnTo>
                    <a:pt x="5006250" y="464568"/>
                  </a:lnTo>
                  <a:lnTo>
                    <a:pt x="5006358" y="464568"/>
                  </a:lnTo>
                  <a:lnTo>
                    <a:pt x="5006467" y="464568"/>
                  </a:lnTo>
                  <a:lnTo>
                    <a:pt x="5006575" y="464568"/>
                  </a:lnTo>
                  <a:lnTo>
                    <a:pt x="5006683" y="464568"/>
                  </a:lnTo>
                  <a:lnTo>
                    <a:pt x="5006683" y="463945"/>
                  </a:lnTo>
                  <a:lnTo>
                    <a:pt x="5006792" y="463945"/>
                  </a:lnTo>
                  <a:lnTo>
                    <a:pt x="5006900" y="463945"/>
                  </a:lnTo>
                  <a:lnTo>
                    <a:pt x="5007009" y="463945"/>
                  </a:lnTo>
                  <a:lnTo>
                    <a:pt x="5007117" y="463945"/>
                  </a:lnTo>
                  <a:lnTo>
                    <a:pt x="5007226" y="463945"/>
                  </a:lnTo>
                  <a:lnTo>
                    <a:pt x="5007334" y="463945"/>
                  </a:lnTo>
                  <a:lnTo>
                    <a:pt x="5007443" y="463945"/>
                  </a:lnTo>
                  <a:lnTo>
                    <a:pt x="5007551" y="463945"/>
                  </a:lnTo>
                  <a:lnTo>
                    <a:pt x="5007659" y="463945"/>
                  </a:lnTo>
                  <a:lnTo>
                    <a:pt x="5007768" y="463945"/>
                  </a:lnTo>
                  <a:lnTo>
                    <a:pt x="5007876" y="463945"/>
                  </a:lnTo>
                  <a:lnTo>
                    <a:pt x="5007985" y="463945"/>
                  </a:lnTo>
                  <a:lnTo>
                    <a:pt x="5008093" y="463945"/>
                  </a:lnTo>
                  <a:lnTo>
                    <a:pt x="5008202" y="463945"/>
                  </a:lnTo>
                  <a:lnTo>
                    <a:pt x="5008310" y="463945"/>
                  </a:lnTo>
                  <a:lnTo>
                    <a:pt x="5008419" y="463945"/>
                  </a:lnTo>
                  <a:lnTo>
                    <a:pt x="5008419" y="463321"/>
                  </a:lnTo>
                  <a:lnTo>
                    <a:pt x="5008527" y="463321"/>
                  </a:lnTo>
                  <a:lnTo>
                    <a:pt x="5008527" y="462698"/>
                  </a:lnTo>
                  <a:lnTo>
                    <a:pt x="5008635" y="462698"/>
                  </a:lnTo>
                  <a:lnTo>
                    <a:pt x="5008744" y="462698"/>
                  </a:lnTo>
                  <a:lnTo>
                    <a:pt x="5008852" y="462698"/>
                  </a:lnTo>
                  <a:lnTo>
                    <a:pt x="5008961" y="462698"/>
                  </a:lnTo>
                  <a:lnTo>
                    <a:pt x="5009069" y="462698"/>
                  </a:lnTo>
                  <a:lnTo>
                    <a:pt x="5009178" y="462698"/>
                  </a:lnTo>
                  <a:lnTo>
                    <a:pt x="5009286" y="462698"/>
                  </a:lnTo>
                  <a:lnTo>
                    <a:pt x="5009395" y="462698"/>
                  </a:lnTo>
                  <a:lnTo>
                    <a:pt x="5009503" y="462698"/>
                  </a:lnTo>
                  <a:lnTo>
                    <a:pt x="5009611" y="462698"/>
                  </a:lnTo>
                  <a:lnTo>
                    <a:pt x="5009720" y="462698"/>
                  </a:lnTo>
                  <a:lnTo>
                    <a:pt x="5009828" y="462698"/>
                  </a:lnTo>
                  <a:lnTo>
                    <a:pt x="5009937" y="462698"/>
                  </a:lnTo>
                  <a:lnTo>
                    <a:pt x="5009937" y="462074"/>
                  </a:lnTo>
                  <a:lnTo>
                    <a:pt x="5010045" y="462074"/>
                  </a:lnTo>
                  <a:lnTo>
                    <a:pt x="5010154" y="462074"/>
                  </a:lnTo>
                  <a:lnTo>
                    <a:pt x="5010262" y="462074"/>
                  </a:lnTo>
                  <a:lnTo>
                    <a:pt x="5010371" y="462074"/>
                  </a:lnTo>
                  <a:lnTo>
                    <a:pt x="5010479" y="462074"/>
                  </a:lnTo>
                  <a:lnTo>
                    <a:pt x="5010588" y="462074"/>
                  </a:lnTo>
                  <a:lnTo>
                    <a:pt x="5010696" y="462074"/>
                  </a:lnTo>
                  <a:lnTo>
                    <a:pt x="5010804" y="462074"/>
                  </a:lnTo>
                  <a:lnTo>
                    <a:pt x="5010913" y="462074"/>
                  </a:lnTo>
                  <a:lnTo>
                    <a:pt x="5011021" y="462074"/>
                  </a:lnTo>
                  <a:lnTo>
                    <a:pt x="5011130" y="462074"/>
                  </a:lnTo>
                  <a:lnTo>
                    <a:pt x="5011238" y="462074"/>
                  </a:lnTo>
                  <a:lnTo>
                    <a:pt x="5011238" y="461450"/>
                  </a:lnTo>
                  <a:lnTo>
                    <a:pt x="5011347" y="461450"/>
                  </a:lnTo>
                  <a:lnTo>
                    <a:pt x="5011455" y="461450"/>
                  </a:lnTo>
                  <a:lnTo>
                    <a:pt x="5011455" y="460827"/>
                  </a:lnTo>
                  <a:lnTo>
                    <a:pt x="5011564" y="460827"/>
                  </a:lnTo>
                  <a:lnTo>
                    <a:pt x="5011672" y="460827"/>
                  </a:lnTo>
                  <a:lnTo>
                    <a:pt x="5011780" y="460827"/>
                  </a:lnTo>
                  <a:lnTo>
                    <a:pt x="5011889" y="460827"/>
                  </a:lnTo>
                  <a:lnTo>
                    <a:pt x="5011997" y="460827"/>
                  </a:lnTo>
                  <a:lnTo>
                    <a:pt x="5012106" y="460827"/>
                  </a:lnTo>
                  <a:lnTo>
                    <a:pt x="5012214" y="460827"/>
                  </a:lnTo>
                  <a:lnTo>
                    <a:pt x="5012214" y="460203"/>
                  </a:lnTo>
                  <a:lnTo>
                    <a:pt x="5012323" y="460203"/>
                  </a:lnTo>
                  <a:lnTo>
                    <a:pt x="5012431" y="460203"/>
                  </a:lnTo>
                  <a:lnTo>
                    <a:pt x="5012540" y="460203"/>
                  </a:lnTo>
                  <a:lnTo>
                    <a:pt x="5012648" y="460203"/>
                  </a:lnTo>
                  <a:lnTo>
                    <a:pt x="5012756" y="460203"/>
                  </a:lnTo>
                  <a:lnTo>
                    <a:pt x="5012865" y="460203"/>
                  </a:lnTo>
                  <a:lnTo>
                    <a:pt x="5012973" y="460203"/>
                  </a:lnTo>
                  <a:lnTo>
                    <a:pt x="5013082" y="460203"/>
                  </a:lnTo>
                  <a:lnTo>
                    <a:pt x="5013190" y="460203"/>
                  </a:lnTo>
                  <a:lnTo>
                    <a:pt x="5013299" y="460203"/>
                  </a:lnTo>
                  <a:lnTo>
                    <a:pt x="5013407" y="460203"/>
                  </a:lnTo>
                  <a:lnTo>
                    <a:pt x="5013516" y="460203"/>
                  </a:lnTo>
                  <a:lnTo>
                    <a:pt x="5013624" y="460203"/>
                  </a:lnTo>
                  <a:lnTo>
                    <a:pt x="5013732" y="460203"/>
                  </a:lnTo>
                  <a:lnTo>
                    <a:pt x="5013841" y="460203"/>
                  </a:lnTo>
                  <a:lnTo>
                    <a:pt x="5013949" y="460203"/>
                  </a:lnTo>
                  <a:lnTo>
                    <a:pt x="5014058" y="460203"/>
                  </a:lnTo>
                  <a:lnTo>
                    <a:pt x="5014166" y="460203"/>
                  </a:lnTo>
                  <a:lnTo>
                    <a:pt x="5014275" y="460203"/>
                  </a:lnTo>
                  <a:lnTo>
                    <a:pt x="5014383" y="460203"/>
                  </a:lnTo>
                  <a:lnTo>
                    <a:pt x="5014492" y="460203"/>
                  </a:lnTo>
                  <a:lnTo>
                    <a:pt x="5014600" y="460203"/>
                  </a:lnTo>
                  <a:lnTo>
                    <a:pt x="5014709" y="460203"/>
                  </a:lnTo>
                  <a:lnTo>
                    <a:pt x="5014817" y="460203"/>
                  </a:lnTo>
                  <a:lnTo>
                    <a:pt x="5014925" y="460203"/>
                  </a:lnTo>
                  <a:lnTo>
                    <a:pt x="5015034" y="460203"/>
                  </a:lnTo>
                  <a:lnTo>
                    <a:pt x="5015142" y="460203"/>
                  </a:lnTo>
                  <a:lnTo>
                    <a:pt x="5015251" y="460203"/>
                  </a:lnTo>
                  <a:lnTo>
                    <a:pt x="5015251" y="459580"/>
                  </a:lnTo>
                  <a:lnTo>
                    <a:pt x="5015251" y="458956"/>
                  </a:lnTo>
                  <a:lnTo>
                    <a:pt x="5015359" y="458956"/>
                  </a:lnTo>
                  <a:lnTo>
                    <a:pt x="5015468" y="458956"/>
                  </a:lnTo>
                  <a:lnTo>
                    <a:pt x="5015576" y="458956"/>
                  </a:lnTo>
                  <a:lnTo>
                    <a:pt x="5015685" y="458956"/>
                  </a:lnTo>
                  <a:lnTo>
                    <a:pt x="5015793" y="458956"/>
                  </a:lnTo>
                  <a:lnTo>
                    <a:pt x="5015901" y="458956"/>
                  </a:lnTo>
                  <a:lnTo>
                    <a:pt x="5016010" y="458956"/>
                  </a:lnTo>
                  <a:lnTo>
                    <a:pt x="5016118" y="458956"/>
                  </a:lnTo>
                  <a:lnTo>
                    <a:pt x="5016227" y="458956"/>
                  </a:lnTo>
                  <a:lnTo>
                    <a:pt x="5016335" y="458956"/>
                  </a:lnTo>
                  <a:lnTo>
                    <a:pt x="5016444" y="458956"/>
                  </a:lnTo>
                  <a:lnTo>
                    <a:pt x="5016444" y="458333"/>
                  </a:lnTo>
                  <a:lnTo>
                    <a:pt x="5016552" y="458333"/>
                  </a:lnTo>
                  <a:lnTo>
                    <a:pt x="5016552" y="457709"/>
                  </a:lnTo>
                  <a:lnTo>
                    <a:pt x="5016661" y="457709"/>
                  </a:lnTo>
                  <a:lnTo>
                    <a:pt x="5016769" y="457709"/>
                  </a:lnTo>
                  <a:lnTo>
                    <a:pt x="5016877" y="457709"/>
                  </a:lnTo>
                  <a:lnTo>
                    <a:pt x="5016877" y="457085"/>
                  </a:lnTo>
                  <a:lnTo>
                    <a:pt x="5016986" y="457085"/>
                  </a:lnTo>
                  <a:lnTo>
                    <a:pt x="5017094" y="457085"/>
                  </a:lnTo>
                  <a:lnTo>
                    <a:pt x="5017203" y="457085"/>
                  </a:lnTo>
                  <a:lnTo>
                    <a:pt x="5017311" y="457085"/>
                  </a:lnTo>
                  <a:lnTo>
                    <a:pt x="5017420" y="457085"/>
                  </a:lnTo>
                  <a:lnTo>
                    <a:pt x="5017528" y="457085"/>
                  </a:lnTo>
                  <a:lnTo>
                    <a:pt x="5017637" y="457085"/>
                  </a:lnTo>
                  <a:lnTo>
                    <a:pt x="5017745" y="457085"/>
                  </a:lnTo>
                  <a:lnTo>
                    <a:pt x="5017745" y="456462"/>
                  </a:lnTo>
                  <a:lnTo>
                    <a:pt x="5017853" y="456462"/>
                  </a:lnTo>
                  <a:lnTo>
                    <a:pt x="5017962" y="456462"/>
                  </a:lnTo>
                  <a:lnTo>
                    <a:pt x="5018070" y="456462"/>
                  </a:lnTo>
                  <a:lnTo>
                    <a:pt x="5018179" y="456462"/>
                  </a:lnTo>
                  <a:lnTo>
                    <a:pt x="5018287" y="456462"/>
                  </a:lnTo>
                  <a:lnTo>
                    <a:pt x="5018396" y="456462"/>
                  </a:lnTo>
                  <a:lnTo>
                    <a:pt x="5018504" y="456462"/>
                  </a:lnTo>
                  <a:lnTo>
                    <a:pt x="5018613" y="456462"/>
                  </a:lnTo>
                  <a:lnTo>
                    <a:pt x="5018721" y="456462"/>
                  </a:lnTo>
                  <a:lnTo>
                    <a:pt x="5018830" y="456462"/>
                  </a:lnTo>
                  <a:lnTo>
                    <a:pt x="5018938" y="456462"/>
                  </a:lnTo>
                  <a:lnTo>
                    <a:pt x="5019046" y="456462"/>
                  </a:lnTo>
                  <a:lnTo>
                    <a:pt x="5019155" y="456462"/>
                  </a:lnTo>
                  <a:lnTo>
                    <a:pt x="5019263" y="456462"/>
                  </a:lnTo>
                  <a:lnTo>
                    <a:pt x="5019372" y="456462"/>
                  </a:lnTo>
                  <a:lnTo>
                    <a:pt x="5019480" y="456462"/>
                  </a:lnTo>
                  <a:lnTo>
                    <a:pt x="5019589" y="456462"/>
                  </a:lnTo>
                  <a:lnTo>
                    <a:pt x="5019697" y="456462"/>
                  </a:lnTo>
                  <a:lnTo>
                    <a:pt x="5019806" y="456462"/>
                  </a:lnTo>
                  <a:lnTo>
                    <a:pt x="5019806" y="455838"/>
                  </a:lnTo>
                  <a:lnTo>
                    <a:pt x="5019914" y="455838"/>
                  </a:lnTo>
                  <a:lnTo>
                    <a:pt x="5020022" y="455838"/>
                  </a:lnTo>
                  <a:lnTo>
                    <a:pt x="5020131" y="455838"/>
                  </a:lnTo>
                  <a:lnTo>
                    <a:pt x="5020239" y="455838"/>
                  </a:lnTo>
                  <a:lnTo>
                    <a:pt x="5020348" y="455838"/>
                  </a:lnTo>
                  <a:lnTo>
                    <a:pt x="5020456" y="455838"/>
                  </a:lnTo>
                  <a:lnTo>
                    <a:pt x="5020565" y="455838"/>
                  </a:lnTo>
                  <a:lnTo>
                    <a:pt x="5020673" y="455838"/>
                  </a:lnTo>
                  <a:lnTo>
                    <a:pt x="5020782" y="455838"/>
                  </a:lnTo>
                  <a:lnTo>
                    <a:pt x="5020782" y="455215"/>
                  </a:lnTo>
                  <a:lnTo>
                    <a:pt x="5020890" y="455215"/>
                  </a:lnTo>
                  <a:lnTo>
                    <a:pt x="5020998" y="455215"/>
                  </a:lnTo>
                  <a:lnTo>
                    <a:pt x="5021107" y="455215"/>
                  </a:lnTo>
                  <a:lnTo>
                    <a:pt x="5021215" y="455215"/>
                  </a:lnTo>
                  <a:lnTo>
                    <a:pt x="5021215" y="454591"/>
                  </a:lnTo>
                  <a:lnTo>
                    <a:pt x="5021324" y="454591"/>
                  </a:lnTo>
                  <a:lnTo>
                    <a:pt x="5021432" y="454591"/>
                  </a:lnTo>
                  <a:lnTo>
                    <a:pt x="5021541" y="454591"/>
                  </a:lnTo>
                  <a:lnTo>
                    <a:pt x="5021649" y="454591"/>
                  </a:lnTo>
                  <a:lnTo>
                    <a:pt x="5021758" y="454591"/>
                  </a:lnTo>
                  <a:lnTo>
                    <a:pt x="5021866" y="454591"/>
                  </a:lnTo>
                  <a:lnTo>
                    <a:pt x="5021866" y="453967"/>
                  </a:lnTo>
                  <a:lnTo>
                    <a:pt x="5021974" y="453967"/>
                  </a:lnTo>
                  <a:lnTo>
                    <a:pt x="5022083" y="453967"/>
                  </a:lnTo>
                  <a:lnTo>
                    <a:pt x="5022191" y="453967"/>
                  </a:lnTo>
                  <a:lnTo>
                    <a:pt x="5022300" y="453967"/>
                  </a:lnTo>
                  <a:lnTo>
                    <a:pt x="5022408" y="453967"/>
                  </a:lnTo>
                  <a:lnTo>
                    <a:pt x="5022517" y="453967"/>
                  </a:lnTo>
                  <a:lnTo>
                    <a:pt x="5022625" y="453967"/>
                  </a:lnTo>
                  <a:lnTo>
                    <a:pt x="5022734" y="453967"/>
                  </a:lnTo>
                  <a:lnTo>
                    <a:pt x="5022842" y="453967"/>
                  </a:lnTo>
                  <a:lnTo>
                    <a:pt x="5022951" y="453967"/>
                  </a:lnTo>
                  <a:lnTo>
                    <a:pt x="5023059" y="453967"/>
                  </a:lnTo>
                  <a:lnTo>
                    <a:pt x="5023167" y="453967"/>
                  </a:lnTo>
                  <a:lnTo>
                    <a:pt x="5023276" y="453967"/>
                  </a:lnTo>
                  <a:lnTo>
                    <a:pt x="5023384" y="453967"/>
                  </a:lnTo>
                  <a:lnTo>
                    <a:pt x="5023493" y="453967"/>
                  </a:lnTo>
                  <a:lnTo>
                    <a:pt x="5023601" y="453967"/>
                  </a:lnTo>
                  <a:lnTo>
                    <a:pt x="5023710" y="453967"/>
                  </a:lnTo>
                  <a:lnTo>
                    <a:pt x="5023818" y="453967"/>
                  </a:lnTo>
                  <a:lnTo>
                    <a:pt x="5023927" y="453967"/>
                  </a:lnTo>
                  <a:lnTo>
                    <a:pt x="5024035" y="453967"/>
                  </a:lnTo>
                  <a:lnTo>
                    <a:pt x="5024035" y="453344"/>
                  </a:lnTo>
                  <a:lnTo>
                    <a:pt x="5024143" y="453344"/>
                  </a:lnTo>
                  <a:lnTo>
                    <a:pt x="5024252" y="453344"/>
                  </a:lnTo>
                  <a:lnTo>
                    <a:pt x="5024360" y="453344"/>
                  </a:lnTo>
                  <a:lnTo>
                    <a:pt x="5024360" y="452720"/>
                  </a:lnTo>
                  <a:lnTo>
                    <a:pt x="5024360" y="452097"/>
                  </a:lnTo>
                  <a:lnTo>
                    <a:pt x="5024469" y="452097"/>
                  </a:lnTo>
                  <a:lnTo>
                    <a:pt x="5024577" y="452097"/>
                  </a:lnTo>
                  <a:lnTo>
                    <a:pt x="5024686" y="452097"/>
                  </a:lnTo>
                  <a:lnTo>
                    <a:pt x="5024794" y="452097"/>
                  </a:lnTo>
                  <a:lnTo>
                    <a:pt x="5024903" y="452097"/>
                  </a:lnTo>
                  <a:lnTo>
                    <a:pt x="5024903" y="451473"/>
                  </a:lnTo>
                  <a:lnTo>
                    <a:pt x="5025011" y="451473"/>
                  </a:lnTo>
                  <a:lnTo>
                    <a:pt x="5025119" y="451473"/>
                  </a:lnTo>
                  <a:lnTo>
                    <a:pt x="5025228" y="451473"/>
                  </a:lnTo>
                  <a:lnTo>
                    <a:pt x="5025336" y="451473"/>
                  </a:lnTo>
                  <a:lnTo>
                    <a:pt x="5025445" y="451473"/>
                  </a:lnTo>
                  <a:lnTo>
                    <a:pt x="5025553" y="451473"/>
                  </a:lnTo>
                  <a:lnTo>
                    <a:pt x="5025662" y="451473"/>
                  </a:lnTo>
                  <a:lnTo>
                    <a:pt x="5025770" y="451473"/>
                  </a:lnTo>
                  <a:lnTo>
                    <a:pt x="5025879" y="451473"/>
                  </a:lnTo>
                  <a:lnTo>
                    <a:pt x="5025987" y="451473"/>
                  </a:lnTo>
                  <a:lnTo>
                    <a:pt x="5026095" y="451473"/>
                  </a:lnTo>
                  <a:lnTo>
                    <a:pt x="5026095" y="450850"/>
                  </a:lnTo>
                  <a:lnTo>
                    <a:pt x="5026204" y="450850"/>
                  </a:lnTo>
                  <a:lnTo>
                    <a:pt x="5026312" y="450850"/>
                  </a:lnTo>
                  <a:lnTo>
                    <a:pt x="5026421" y="450850"/>
                  </a:lnTo>
                  <a:lnTo>
                    <a:pt x="5026529" y="450850"/>
                  </a:lnTo>
                  <a:lnTo>
                    <a:pt x="5026638" y="450850"/>
                  </a:lnTo>
                  <a:lnTo>
                    <a:pt x="5026746" y="450850"/>
                  </a:lnTo>
                  <a:lnTo>
                    <a:pt x="5026855" y="450850"/>
                  </a:lnTo>
                  <a:lnTo>
                    <a:pt x="5026963" y="450850"/>
                  </a:lnTo>
                  <a:lnTo>
                    <a:pt x="5027071" y="450850"/>
                  </a:lnTo>
                  <a:lnTo>
                    <a:pt x="5027180" y="450850"/>
                  </a:lnTo>
                  <a:lnTo>
                    <a:pt x="5027288" y="450850"/>
                  </a:lnTo>
                  <a:lnTo>
                    <a:pt x="5027397" y="450850"/>
                  </a:lnTo>
                  <a:lnTo>
                    <a:pt x="5027505" y="450850"/>
                  </a:lnTo>
                  <a:lnTo>
                    <a:pt x="5027614" y="450850"/>
                  </a:lnTo>
                  <a:lnTo>
                    <a:pt x="5027722" y="450850"/>
                  </a:lnTo>
                  <a:lnTo>
                    <a:pt x="5027722" y="450226"/>
                  </a:lnTo>
                  <a:lnTo>
                    <a:pt x="5027831" y="450226"/>
                  </a:lnTo>
                  <a:lnTo>
                    <a:pt x="5027939" y="450226"/>
                  </a:lnTo>
                  <a:lnTo>
                    <a:pt x="5028048" y="450226"/>
                  </a:lnTo>
                  <a:lnTo>
                    <a:pt x="5028156" y="450226"/>
                  </a:lnTo>
                  <a:lnTo>
                    <a:pt x="5028264" y="450226"/>
                  </a:lnTo>
                  <a:lnTo>
                    <a:pt x="5028373" y="450226"/>
                  </a:lnTo>
                  <a:lnTo>
                    <a:pt x="5028481" y="450226"/>
                  </a:lnTo>
                  <a:lnTo>
                    <a:pt x="5028590" y="450226"/>
                  </a:lnTo>
                  <a:lnTo>
                    <a:pt x="5028698" y="450226"/>
                  </a:lnTo>
                  <a:lnTo>
                    <a:pt x="5028807" y="450226"/>
                  </a:lnTo>
                  <a:lnTo>
                    <a:pt x="5028915" y="450226"/>
                  </a:lnTo>
                  <a:lnTo>
                    <a:pt x="5029024" y="450226"/>
                  </a:lnTo>
                  <a:lnTo>
                    <a:pt x="5029132" y="450226"/>
                  </a:lnTo>
                  <a:lnTo>
                    <a:pt x="5029240" y="450226"/>
                  </a:lnTo>
                  <a:lnTo>
                    <a:pt x="5029349" y="450226"/>
                  </a:lnTo>
                  <a:lnTo>
                    <a:pt x="5029349" y="449602"/>
                  </a:lnTo>
                  <a:lnTo>
                    <a:pt x="5029457" y="449602"/>
                  </a:lnTo>
                  <a:lnTo>
                    <a:pt x="5029566" y="449602"/>
                  </a:lnTo>
                  <a:lnTo>
                    <a:pt x="5029674" y="449602"/>
                  </a:lnTo>
                  <a:lnTo>
                    <a:pt x="5029783" y="449602"/>
                  </a:lnTo>
                  <a:lnTo>
                    <a:pt x="5029783" y="448979"/>
                  </a:lnTo>
                  <a:lnTo>
                    <a:pt x="5029891" y="448979"/>
                  </a:lnTo>
                  <a:lnTo>
                    <a:pt x="5030000" y="448979"/>
                  </a:lnTo>
                  <a:lnTo>
                    <a:pt x="5030108" y="448979"/>
                  </a:lnTo>
                  <a:lnTo>
                    <a:pt x="5030216" y="448979"/>
                  </a:lnTo>
                  <a:lnTo>
                    <a:pt x="5030325" y="448979"/>
                  </a:lnTo>
                  <a:lnTo>
                    <a:pt x="5030433" y="448979"/>
                  </a:lnTo>
                  <a:lnTo>
                    <a:pt x="5030542" y="448979"/>
                  </a:lnTo>
                  <a:lnTo>
                    <a:pt x="5030650" y="448979"/>
                  </a:lnTo>
                  <a:lnTo>
                    <a:pt x="5030759" y="448979"/>
                  </a:lnTo>
                  <a:lnTo>
                    <a:pt x="5030867" y="448979"/>
                  </a:lnTo>
                  <a:lnTo>
                    <a:pt x="5030976" y="448979"/>
                  </a:lnTo>
                  <a:lnTo>
                    <a:pt x="5031084" y="448979"/>
                  </a:lnTo>
                  <a:lnTo>
                    <a:pt x="5031084" y="448355"/>
                  </a:lnTo>
                  <a:lnTo>
                    <a:pt x="5031192" y="448355"/>
                  </a:lnTo>
                  <a:lnTo>
                    <a:pt x="5031301" y="448355"/>
                  </a:lnTo>
                  <a:lnTo>
                    <a:pt x="5031409" y="448355"/>
                  </a:lnTo>
                  <a:lnTo>
                    <a:pt x="5031518" y="448355"/>
                  </a:lnTo>
                  <a:lnTo>
                    <a:pt x="5031518" y="447732"/>
                  </a:lnTo>
                  <a:lnTo>
                    <a:pt x="5031626" y="447732"/>
                  </a:lnTo>
                  <a:lnTo>
                    <a:pt x="5031735" y="447732"/>
                  </a:lnTo>
                  <a:lnTo>
                    <a:pt x="5031843" y="447732"/>
                  </a:lnTo>
                  <a:lnTo>
                    <a:pt x="5031952" y="447732"/>
                  </a:lnTo>
                  <a:lnTo>
                    <a:pt x="5032060" y="447732"/>
                  </a:lnTo>
                  <a:lnTo>
                    <a:pt x="5032169" y="447732"/>
                  </a:lnTo>
                  <a:lnTo>
                    <a:pt x="5032277" y="447732"/>
                  </a:lnTo>
                  <a:lnTo>
                    <a:pt x="5032385" y="447732"/>
                  </a:lnTo>
                  <a:lnTo>
                    <a:pt x="5032494" y="447732"/>
                  </a:lnTo>
                  <a:lnTo>
                    <a:pt x="5032602" y="447732"/>
                  </a:lnTo>
                  <a:lnTo>
                    <a:pt x="5032602" y="447108"/>
                  </a:lnTo>
                  <a:lnTo>
                    <a:pt x="5032711" y="447108"/>
                  </a:lnTo>
                  <a:lnTo>
                    <a:pt x="5032819" y="447108"/>
                  </a:lnTo>
                  <a:lnTo>
                    <a:pt x="5032928" y="447108"/>
                  </a:lnTo>
                  <a:lnTo>
                    <a:pt x="5033036" y="447108"/>
                  </a:lnTo>
                  <a:lnTo>
                    <a:pt x="5033145" y="447108"/>
                  </a:lnTo>
                  <a:lnTo>
                    <a:pt x="5033253" y="447108"/>
                  </a:lnTo>
                  <a:lnTo>
                    <a:pt x="5033361" y="447108"/>
                  </a:lnTo>
                  <a:lnTo>
                    <a:pt x="5033470" y="447108"/>
                  </a:lnTo>
                  <a:lnTo>
                    <a:pt x="5033578" y="447108"/>
                  </a:lnTo>
                  <a:lnTo>
                    <a:pt x="5033687" y="447108"/>
                  </a:lnTo>
                  <a:lnTo>
                    <a:pt x="5033795" y="447108"/>
                  </a:lnTo>
                  <a:lnTo>
                    <a:pt x="5033904" y="447108"/>
                  </a:lnTo>
                  <a:lnTo>
                    <a:pt x="5034012" y="447108"/>
                  </a:lnTo>
                  <a:lnTo>
                    <a:pt x="5034121" y="447108"/>
                  </a:lnTo>
                  <a:lnTo>
                    <a:pt x="5034229" y="447108"/>
                  </a:lnTo>
                  <a:lnTo>
                    <a:pt x="5034337" y="447108"/>
                  </a:lnTo>
                  <a:lnTo>
                    <a:pt x="5034446" y="447108"/>
                  </a:lnTo>
                  <a:lnTo>
                    <a:pt x="5034554" y="447108"/>
                  </a:lnTo>
                  <a:lnTo>
                    <a:pt x="5034663" y="447108"/>
                  </a:lnTo>
                  <a:lnTo>
                    <a:pt x="5034771" y="447108"/>
                  </a:lnTo>
                  <a:lnTo>
                    <a:pt x="5034880" y="447108"/>
                  </a:lnTo>
                  <a:lnTo>
                    <a:pt x="5034880" y="446484"/>
                  </a:lnTo>
                  <a:lnTo>
                    <a:pt x="5034988" y="446484"/>
                  </a:lnTo>
                  <a:lnTo>
                    <a:pt x="5035097" y="446484"/>
                  </a:lnTo>
                  <a:lnTo>
                    <a:pt x="5035205" y="446484"/>
                  </a:lnTo>
                  <a:lnTo>
                    <a:pt x="5035313" y="446484"/>
                  </a:lnTo>
                  <a:lnTo>
                    <a:pt x="5035422" y="446484"/>
                  </a:lnTo>
                  <a:lnTo>
                    <a:pt x="5035530" y="446484"/>
                  </a:lnTo>
                  <a:lnTo>
                    <a:pt x="5035639" y="446484"/>
                  </a:lnTo>
                  <a:lnTo>
                    <a:pt x="5035747" y="446484"/>
                  </a:lnTo>
                  <a:lnTo>
                    <a:pt x="5035856" y="446484"/>
                  </a:lnTo>
                  <a:lnTo>
                    <a:pt x="5035964" y="446484"/>
                  </a:lnTo>
                  <a:lnTo>
                    <a:pt x="5036073" y="446484"/>
                  </a:lnTo>
                  <a:lnTo>
                    <a:pt x="5036181" y="446484"/>
                  </a:lnTo>
                  <a:lnTo>
                    <a:pt x="5036290" y="446484"/>
                  </a:lnTo>
                  <a:lnTo>
                    <a:pt x="5036290" y="445861"/>
                  </a:lnTo>
                  <a:lnTo>
                    <a:pt x="5036398" y="445861"/>
                  </a:lnTo>
                  <a:lnTo>
                    <a:pt x="5036506" y="445861"/>
                  </a:lnTo>
                  <a:lnTo>
                    <a:pt x="5036615" y="445861"/>
                  </a:lnTo>
                  <a:lnTo>
                    <a:pt x="5036723" y="445861"/>
                  </a:lnTo>
                  <a:lnTo>
                    <a:pt x="5036832" y="445861"/>
                  </a:lnTo>
                  <a:lnTo>
                    <a:pt x="5036940" y="445861"/>
                  </a:lnTo>
                  <a:lnTo>
                    <a:pt x="5037049" y="445861"/>
                  </a:lnTo>
                  <a:lnTo>
                    <a:pt x="5037157" y="445861"/>
                  </a:lnTo>
                  <a:lnTo>
                    <a:pt x="5037266" y="445861"/>
                  </a:lnTo>
                  <a:lnTo>
                    <a:pt x="5037374" y="445861"/>
                  </a:lnTo>
                  <a:lnTo>
                    <a:pt x="5037482" y="445861"/>
                  </a:lnTo>
                  <a:lnTo>
                    <a:pt x="5037591" y="445861"/>
                  </a:lnTo>
                  <a:lnTo>
                    <a:pt x="5037699" y="445861"/>
                  </a:lnTo>
                  <a:lnTo>
                    <a:pt x="5037699" y="445237"/>
                  </a:lnTo>
                  <a:lnTo>
                    <a:pt x="5037808" y="445237"/>
                  </a:lnTo>
                  <a:lnTo>
                    <a:pt x="5037808" y="444614"/>
                  </a:lnTo>
                  <a:lnTo>
                    <a:pt x="5037916" y="444614"/>
                  </a:lnTo>
                  <a:lnTo>
                    <a:pt x="5038025" y="444614"/>
                  </a:lnTo>
                  <a:lnTo>
                    <a:pt x="5038133" y="444614"/>
                  </a:lnTo>
                  <a:lnTo>
                    <a:pt x="5038242" y="444614"/>
                  </a:lnTo>
                  <a:lnTo>
                    <a:pt x="5038350" y="444614"/>
                  </a:lnTo>
                  <a:lnTo>
                    <a:pt x="5038458" y="444614"/>
                  </a:lnTo>
                  <a:lnTo>
                    <a:pt x="5038567" y="444614"/>
                  </a:lnTo>
                  <a:lnTo>
                    <a:pt x="5038675" y="444614"/>
                  </a:lnTo>
                  <a:lnTo>
                    <a:pt x="5038675" y="443990"/>
                  </a:lnTo>
                  <a:lnTo>
                    <a:pt x="5038784" y="443990"/>
                  </a:lnTo>
                  <a:lnTo>
                    <a:pt x="5038892" y="443990"/>
                  </a:lnTo>
                  <a:lnTo>
                    <a:pt x="5039001" y="443990"/>
                  </a:lnTo>
                  <a:lnTo>
                    <a:pt x="5039109" y="443990"/>
                  </a:lnTo>
                  <a:lnTo>
                    <a:pt x="5039218" y="443990"/>
                  </a:lnTo>
                  <a:lnTo>
                    <a:pt x="5039326" y="443990"/>
                  </a:lnTo>
                  <a:lnTo>
                    <a:pt x="5039434" y="443990"/>
                  </a:lnTo>
                  <a:lnTo>
                    <a:pt x="5039543" y="443990"/>
                  </a:lnTo>
                  <a:lnTo>
                    <a:pt x="5039651" y="443990"/>
                  </a:lnTo>
                  <a:lnTo>
                    <a:pt x="5039760" y="443990"/>
                  </a:lnTo>
                  <a:lnTo>
                    <a:pt x="5039868" y="443990"/>
                  </a:lnTo>
                  <a:lnTo>
                    <a:pt x="5039977" y="443990"/>
                  </a:lnTo>
                  <a:lnTo>
                    <a:pt x="5040085" y="443990"/>
                  </a:lnTo>
                  <a:lnTo>
                    <a:pt x="5040194" y="443990"/>
                  </a:lnTo>
                  <a:lnTo>
                    <a:pt x="5040302" y="443990"/>
                  </a:lnTo>
                  <a:lnTo>
                    <a:pt x="5040411" y="443990"/>
                  </a:lnTo>
                  <a:lnTo>
                    <a:pt x="5040519" y="443990"/>
                  </a:lnTo>
                  <a:lnTo>
                    <a:pt x="5040627" y="443990"/>
                  </a:lnTo>
                  <a:lnTo>
                    <a:pt x="5040736" y="443990"/>
                  </a:lnTo>
                  <a:lnTo>
                    <a:pt x="5040844" y="443990"/>
                  </a:lnTo>
                  <a:lnTo>
                    <a:pt x="5040953" y="443990"/>
                  </a:lnTo>
                  <a:lnTo>
                    <a:pt x="5041061" y="443990"/>
                  </a:lnTo>
                  <a:lnTo>
                    <a:pt x="5041170" y="443990"/>
                  </a:lnTo>
                  <a:lnTo>
                    <a:pt x="5041278" y="443990"/>
                  </a:lnTo>
                  <a:lnTo>
                    <a:pt x="5041387" y="443990"/>
                  </a:lnTo>
                  <a:lnTo>
                    <a:pt x="5041495" y="443990"/>
                  </a:lnTo>
                  <a:lnTo>
                    <a:pt x="5041603" y="443990"/>
                  </a:lnTo>
                  <a:lnTo>
                    <a:pt x="5041712" y="443990"/>
                  </a:lnTo>
                  <a:lnTo>
                    <a:pt x="5041820" y="443990"/>
                  </a:lnTo>
                  <a:lnTo>
                    <a:pt x="5041820" y="443367"/>
                  </a:lnTo>
                  <a:lnTo>
                    <a:pt x="5041929" y="443367"/>
                  </a:lnTo>
                  <a:lnTo>
                    <a:pt x="5042037" y="443367"/>
                  </a:lnTo>
                  <a:lnTo>
                    <a:pt x="5042146" y="443367"/>
                  </a:lnTo>
                  <a:lnTo>
                    <a:pt x="5042254" y="443367"/>
                  </a:lnTo>
                  <a:lnTo>
                    <a:pt x="5042363" y="443367"/>
                  </a:lnTo>
                  <a:lnTo>
                    <a:pt x="5042471" y="443367"/>
                  </a:lnTo>
                  <a:lnTo>
                    <a:pt x="5042579" y="443367"/>
                  </a:lnTo>
                  <a:lnTo>
                    <a:pt x="5042688" y="443367"/>
                  </a:lnTo>
                  <a:lnTo>
                    <a:pt x="5042796" y="443367"/>
                  </a:lnTo>
                  <a:lnTo>
                    <a:pt x="5042905" y="443367"/>
                  </a:lnTo>
                  <a:lnTo>
                    <a:pt x="5043013" y="443367"/>
                  </a:lnTo>
                  <a:lnTo>
                    <a:pt x="5043122" y="443367"/>
                  </a:lnTo>
                  <a:lnTo>
                    <a:pt x="5043122" y="442743"/>
                  </a:lnTo>
                  <a:lnTo>
                    <a:pt x="5043230" y="442743"/>
                  </a:lnTo>
                  <a:lnTo>
                    <a:pt x="5043339" y="442743"/>
                  </a:lnTo>
                  <a:lnTo>
                    <a:pt x="5043447" y="442743"/>
                  </a:lnTo>
                  <a:lnTo>
                    <a:pt x="5043555" y="442743"/>
                  </a:lnTo>
                  <a:lnTo>
                    <a:pt x="5043664" y="442743"/>
                  </a:lnTo>
                  <a:lnTo>
                    <a:pt x="5043772" y="442743"/>
                  </a:lnTo>
                  <a:lnTo>
                    <a:pt x="5043881" y="442743"/>
                  </a:lnTo>
                  <a:lnTo>
                    <a:pt x="5043989" y="442743"/>
                  </a:lnTo>
                  <a:lnTo>
                    <a:pt x="5044098" y="442743"/>
                  </a:lnTo>
                  <a:lnTo>
                    <a:pt x="5044206" y="442743"/>
                  </a:lnTo>
                  <a:lnTo>
                    <a:pt x="5044206" y="442119"/>
                  </a:lnTo>
                  <a:lnTo>
                    <a:pt x="5044315" y="442119"/>
                  </a:lnTo>
                  <a:lnTo>
                    <a:pt x="5044423" y="442119"/>
                  </a:lnTo>
                  <a:lnTo>
                    <a:pt x="5044532" y="442119"/>
                  </a:lnTo>
                  <a:lnTo>
                    <a:pt x="5044640" y="442119"/>
                  </a:lnTo>
                  <a:lnTo>
                    <a:pt x="5044748" y="442119"/>
                  </a:lnTo>
                  <a:lnTo>
                    <a:pt x="5044857" y="442119"/>
                  </a:lnTo>
                  <a:lnTo>
                    <a:pt x="5044965" y="442119"/>
                  </a:lnTo>
                  <a:lnTo>
                    <a:pt x="5045074" y="442119"/>
                  </a:lnTo>
                  <a:lnTo>
                    <a:pt x="5045182" y="442119"/>
                  </a:lnTo>
                  <a:lnTo>
                    <a:pt x="5045182" y="441496"/>
                  </a:lnTo>
                  <a:lnTo>
                    <a:pt x="5045291" y="441496"/>
                  </a:lnTo>
                  <a:lnTo>
                    <a:pt x="5045399" y="441496"/>
                  </a:lnTo>
                  <a:lnTo>
                    <a:pt x="5045508" y="441496"/>
                  </a:lnTo>
                  <a:lnTo>
                    <a:pt x="5045616" y="441496"/>
                  </a:lnTo>
                  <a:lnTo>
                    <a:pt x="5045724" y="441496"/>
                  </a:lnTo>
                  <a:lnTo>
                    <a:pt x="5045833" y="441496"/>
                  </a:lnTo>
                  <a:lnTo>
                    <a:pt x="5045941" y="441496"/>
                  </a:lnTo>
                  <a:lnTo>
                    <a:pt x="5046050" y="441496"/>
                  </a:lnTo>
                  <a:lnTo>
                    <a:pt x="5046158" y="441496"/>
                  </a:lnTo>
                  <a:lnTo>
                    <a:pt x="5046267" y="441496"/>
                  </a:lnTo>
                  <a:lnTo>
                    <a:pt x="5046375" y="441496"/>
                  </a:lnTo>
                  <a:lnTo>
                    <a:pt x="5046484" y="441496"/>
                  </a:lnTo>
                  <a:lnTo>
                    <a:pt x="5046484" y="440872"/>
                  </a:lnTo>
                  <a:lnTo>
                    <a:pt x="5046592" y="440872"/>
                  </a:lnTo>
                  <a:lnTo>
                    <a:pt x="5046700" y="440872"/>
                  </a:lnTo>
                  <a:lnTo>
                    <a:pt x="5046809" y="440872"/>
                  </a:lnTo>
                  <a:lnTo>
                    <a:pt x="5046917" y="440872"/>
                  </a:lnTo>
                  <a:lnTo>
                    <a:pt x="5047026" y="440872"/>
                  </a:lnTo>
                  <a:lnTo>
                    <a:pt x="5047134" y="440872"/>
                  </a:lnTo>
                  <a:lnTo>
                    <a:pt x="5047243" y="440872"/>
                  </a:lnTo>
                  <a:lnTo>
                    <a:pt x="5047351" y="440872"/>
                  </a:lnTo>
                  <a:lnTo>
                    <a:pt x="5047460" y="440872"/>
                  </a:lnTo>
                  <a:lnTo>
                    <a:pt x="5047568" y="440872"/>
                  </a:lnTo>
                  <a:lnTo>
                    <a:pt x="5047676" y="440872"/>
                  </a:lnTo>
                  <a:lnTo>
                    <a:pt x="5047785" y="440872"/>
                  </a:lnTo>
                  <a:lnTo>
                    <a:pt x="5047893" y="440872"/>
                  </a:lnTo>
                  <a:lnTo>
                    <a:pt x="5048002" y="440872"/>
                  </a:lnTo>
                  <a:lnTo>
                    <a:pt x="5048110" y="440872"/>
                  </a:lnTo>
                  <a:lnTo>
                    <a:pt x="5048219" y="440872"/>
                  </a:lnTo>
                  <a:lnTo>
                    <a:pt x="5048327" y="440872"/>
                  </a:lnTo>
                  <a:lnTo>
                    <a:pt x="5048436" y="440872"/>
                  </a:lnTo>
                  <a:lnTo>
                    <a:pt x="5048544" y="440872"/>
                  </a:lnTo>
                  <a:lnTo>
                    <a:pt x="5048544" y="440249"/>
                  </a:lnTo>
                  <a:lnTo>
                    <a:pt x="5048653" y="440249"/>
                  </a:lnTo>
                  <a:lnTo>
                    <a:pt x="5048761" y="440249"/>
                  </a:lnTo>
                  <a:lnTo>
                    <a:pt x="5048869" y="440249"/>
                  </a:lnTo>
                  <a:lnTo>
                    <a:pt x="5048978" y="440249"/>
                  </a:lnTo>
                  <a:lnTo>
                    <a:pt x="5049086" y="440249"/>
                  </a:lnTo>
                  <a:lnTo>
                    <a:pt x="5049195" y="440249"/>
                  </a:lnTo>
                  <a:lnTo>
                    <a:pt x="5049303" y="440249"/>
                  </a:lnTo>
                  <a:lnTo>
                    <a:pt x="5049412" y="440249"/>
                  </a:lnTo>
                  <a:lnTo>
                    <a:pt x="5049520" y="440249"/>
                  </a:lnTo>
                  <a:lnTo>
                    <a:pt x="5049629" y="440249"/>
                  </a:lnTo>
                  <a:lnTo>
                    <a:pt x="5049737" y="440249"/>
                  </a:lnTo>
                  <a:lnTo>
                    <a:pt x="5049845" y="440249"/>
                  </a:lnTo>
                  <a:lnTo>
                    <a:pt x="5049954" y="440249"/>
                  </a:lnTo>
                  <a:lnTo>
                    <a:pt x="5050062" y="440249"/>
                  </a:lnTo>
                  <a:lnTo>
                    <a:pt x="5050171" y="440249"/>
                  </a:lnTo>
                  <a:lnTo>
                    <a:pt x="5050279" y="440249"/>
                  </a:lnTo>
                  <a:lnTo>
                    <a:pt x="5050388" y="440249"/>
                  </a:lnTo>
                  <a:lnTo>
                    <a:pt x="5050496" y="440249"/>
                  </a:lnTo>
                  <a:lnTo>
                    <a:pt x="5050605" y="440249"/>
                  </a:lnTo>
                  <a:lnTo>
                    <a:pt x="5050713" y="440249"/>
                  </a:lnTo>
                  <a:lnTo>
                    <a:pt x="5050821" y="440249"/>
                  </a:lnTo>
                  <a:lnTo>
                    <a:pt x="5050930" y="440249"/>
                  </a:lnTo>
                  <a:lnTo>
                    <a:pt x="5051038" y="440249"/>
                  </a:lnTo>
                  <a:lnTo>
                    <a:pt x="5051038" y="439625"/>
                  </a:lnTo>
                  <a:lnTo>
                    <a:pt x="5051038" y="439001"/>
                  </a:lnTo>
                  <a:lnTo>
                    <a:pt x="5051147" y="439001"/>
                  </a:lnTo>
                  <a:lnTo>
                    <a:pt x="5051255" y="439001"/>
                  </a:lnTo>
                  <a:lnTo>
                    <a:pt x="5051364" y="439001"/>
                  </a:lnTo>
                  <a:lnTo>
                    <a:pt x="5051472" y="439001"/>
                  </a:lnTo>
                  <a:lnTo>
                    <a:pt x="5051581" y="439001"/>
                  </a:lnTo>
                  <a:lnTo>
                    <a:pt x="5051689" y="439001"/>
                  </a:lnTo>
                  <a:lnTo>
                    <a:pt x="5051797" y="439001"/>
                  </a:lnTo>
                  <a:lnTo>
                    <a:pt x="5051906" y="439001"/>
                  </a:lnTo>
                  <a:lnTo>
                    <a:pt x="5052014" y="439001"/>
                  </a:lnTo>
                  <a:lnTo>
                    <a:pt x="5052123" y="439001"/>
                  </a:lnTo>
                  <a:lnTo>
                    <a:pt x="5052231" y="439001"/>
                  </a:lnTo>
                  <a:lnTo>
                    <a:pt x="5052231" y="438378"/>
                  </a:lnTo>
                  <a:lnTo>
                    <a:pt x="5052340" y="438378"/>
                  </a:lnTo>
                  <a:lnTo>
                    <a:pt x="5052448" y="438378"/>
                  </a:lnTo>
                  <a:lnTo>
                    <a:pt x="5052557" y="438378"/>
                  </a:lnTo>
                  <a:lnTo>
                    <a:pt x="5052665" y="438378"/>
                  </a:lnTo>
                  <a:lnTo>
                    <a:pt x="5052773" y="438378"/>
                  </a:lnTo>
                  <a:lnTo>
                    <a:pt x="5052882" y="438378"/>
                  </a:lnTo>
                  <a:lnTo>
                    <a:pt x="5052990" y="438378"/>
                  </a:lnTo>
                  <a:lnTo>
                    <a:pt x="5052990" y="437754"/>
                  </a:lnTo>
                  <a:lnTo>
                    <a:pt x="5053099" y="437754"/>
                  </a:lnTo>
                  <a:lnTo>
                    <a:pt x="5053207" y="437754"/>
                  </a:lnTo>
                  <a:lnTo>
                    <a:pt x="5053316" y="437754"/>
                  </a:lnTo>
                  <a:lnTo>
                    <a:pt x="5053424" y="437754"/>
                  </a:lnTo>
                  <a:lnTo>
                    <a:pt x="5053533" y="437754"/>
                  </a:lnTo>
                  <a:lnTo>
                    <a:pt x="5053641" y="437754"/>
                  </a:lnTo>
                  <a:lnTo>
                    <a:pt x="5053750" y="437754"/>
                  </a:lnTo>
                  <a:lnTo>
                    <a:pt x="5053858" y="437754"/>
                  </a:lnTo>
                  <a:lnTo>
                    <a:pt x="5053966" y="437754"/>
                  </a:lnTo>
                  <a:lnTo>
                    <a:pt x="5054075" y="437754"/>
                  </a:lnTo>
                  <a:lnTo>
                    <a:pt x="5054183" y="437754"/>
                  </a:lnTo>
                  <a:lnTo>
                    <a:pt x="5054292" y="437754"/>
                  </a:lnTo>
                  <a:lnTo>
                    <a:pt x="5054400" y="437754"/>
                  </a:lnTo>
                  <a:lnTo>
                    <a:pt x="5054509" y="437754"/>
                  </a:lnTo>
                  <a:lnTo>
                    <a:pt x="5054617" y="437754"/>
                  </a:lnTo>
                  <a:lnTo>
                    <a:pt x="5054726" y="437754"/>
                  </a:lnTo>
                  <a:lnTo>
                    <a:pt x="5054834" y="437754"/>
                  </a:lnTo>
                  <a:lnTo>
                    <a:pt x="5054942" y="437754"/>
                  </a:lnTo>
                  <a:lnTo>
                    <a:pt x="5055051" y="437754"/>
                  </a:lnTo>
                  <a:lnTo>
                    <a:pt x="5055159" y="437754"/>
                  </a:lnTo>
                  <a:lnTo>
                    <a:pt x="5055268" y="437754"/>
                  </a:lnTo>
                  <a:lnTo>
                    <a:pt x="5055376" y="437754"/>
                  </a:lnTo>
                  <a:lnTo>
                    <a:pt x="5055485" y="437754"/>
                  </a:lnTo>
                  <a:lnTo>
                    <a:pt x="5055593" y="437754"/>
                  </a:lnTo>
                  <a:lnTo>
                    <a:pt x="5055702" y="437754"/>
                  </a:lnTo>
                  <a:lnTo>
                    <a:pt x="5055810" y="437754"/>
                  </a:lnTo>
                  <a:lnTo>
                    <a:pt x="5055918" y="437754"/>
                  </a:lnTo>
                  <a:lnTo>
                    <a:pt x="5056027" y="437754"/>
                  </a:lnTo>
                  <a:lnTo>
                    <a:pt x="5056135" y="437754"/>
                  </a:lnTo>
                  <a:lnTo>
                    <a:pt x="5056244" y="437754"/>
                  </a:lnTo>
                  <a:lnTo>
                    <a:pt x="5056352" y="437754"/>
                  </a:lnTo>
                  <a:lnTo>
                    <a:pt x="5056461" y="437754"/>
                  </a:lnTo>
                  <a:lnTo>
                    <a:pt x="5056569" y="437754"/>
                  </a:lnTo>
                  <a:lnTo>
                    <a:pt x="5056678" y="437754"/>
                  </a:lnTo>
                  <a:lnTo>
                    <a:pt x="5056786" y="437754"/>
                  </a:lnTo>
                  <a:lnTo>
                    <a:pt x="5056894" y="437754"/>
                  </a:lnTo>
                  <a:lnTo>
                    <a:pt x="5057003" y="437754"/>
                  </a:lnTo>
                  <a:lnTo>
                    <a:pt x="5057111" y="437754"/>
                  </a:lnTo>
                  <a:lnTo>
                    <a:pt x="5057220" y="437754"/>
                  </a:lnTo>
                  <a:lnTo>
                    <a:pt x="5057220" y="437131"/>
                  </a:lnTo>
                  <a:lnTo>
                    <a:pt x="5057328" y="437131"/>
                  </a:lnTo>
                  <a:lnTo>
                    <a:pt x="5057437" y="437131"/>
                  </a:lnTo>
                  <a:lnTo>
                    <a:pt x="5057545" y="437131"/>
                  </a:lnTo>
                  <a:lnTo>
                    <a:pt x="5057654" y="437131"/>
                  </a:lnTo>
                  <a:lnTo>
                    <a:pt x="5057762" y="437131"/>
                  </a:lnTo>
                  <a:lnTo>
                    <a:pt x="5057871" y="437131"/>
                  </a:lnTo>
                  <a:lnTo>
                    <a:pt x="5057979" y="437131"/>
                  </a:lnTo>
                  <a:lnTo>
                    <a:pt x="5058087" y="437131"/>
                  </a:lnTo>
                  <a:lnTo>
                    <a:pt x="5058196" y="437131"/>
                  </a:lnTo>
                  <a:lnTo>
                    <a:pt x="5058304" y="437131"/>
                  </a:lnTo>
                  <a:lnTo>
                    <a:pt x="5058413" y="437131"/>
                  </a:lnTo>
                  <a:lnTo>
                    <a:pt x="5058521" y="437131"/>
                  </a:lnTo>
                  <a:lnTo>
                    <a:pt x="5058630" y="437131"/>
                  </a:lnTo>
                  <a:lnTo>
                    <a:pt x="5058738" y="437131"/>
                  </a:lnTo>
                  <a:lnTo>
                    <a:pt x="5058847" y="437131"/>
                  </a:lnTo>
                  <a:lnTo>
                    <a:pt x="5058955" y="437131"/>
                  </a:lnTo>
                  <a:lnTo>
                    <a:pt x="5059063" y="437131"/>
                  </a:lnTo>
                  <a:lnTo>
                    <a:pt x="5059172" y="437131"/>
                  </a:lnTo>
                  <a:lnTo>
                    <a:pt x="5059280" y="437131"/>
                  </a:lnTo>
                  <a:lnTo>
                    <a:pt x="5059389" y="437131"/>
                  </a:lnTo>
                  <a:lnTo>
                    <a:pt x="5059497" y="437131"/>
                  </a:lnTo>
                  <a:lnTo>
                    <a:pt x="5059606" y="437131"/>
                  </a:lnTo>
                  <a:lnTo>
                    <a:pt x="5059606" y="436507"/>
                  </a:lnTo>
                  <a:lnTo>
                    <a:pt x="5059714" y="436507"/>
                  </a:lnTo>
                  <a:lnTo>
                    <a:pt x="5059823" y="436507"/>
                  </a:lnTo>
                  <a:lnTo>
                    <a:pt x="5059931" y="436507"/>
                  </a:lnTo>
                  <a:lnTo>
                    <a:pt x="5060039" y="436507"/>
                  </a:lnTo>
                  <a:lnTo>
                    <a:pt x="5060148" y="436507"/>
                  </a:lnTo>
                  <a:lnTo>
                    <a:pt x="5060256" y="436507"/>
                  </a:lnTo>
                  <a:lnTo>
                    <a:pt x="5060365" y="436507"/>
                  </a:lnTo>
                  <a:lnTo>
                    <a:pt x="5060473" y="436507"/>
                  </a:lnTo>
                  <a:lnTo>
                    <a:pt x="5060582" y="436507"/>
                  </a:lnTo>
                  <a:lnTo>
                    <a:pt x="5060690" y="436507"/>
                  </a:lnTo>
                  <a:lnTo>
                    <a:pt x="5060799" y="436507"/>
                  </a:lnTo>
                  <a:lnTo>
                    <a:pt x="5060907" y="436507"/>
                  </a:lnTo>
                  <a:lnTo>
                    <a:pt x="5061015" y="436507"/>
                  </a:lnTo>
                  <a:lnTo>
                    <a:pt x="5061124" y="436507"/>
                  </a:lnTo>
                  <a:lnTo>
                    <a:pt x="5061232" y="436507"/>
                  </a:lnTo>
                  <a:lnTo>
                    <a:pt x="5061341" y="436507"/>
                  </a:lnTo>
                  <a:lnTo>
                    <a:pt x="5061449" y="436507"/>
                  </a:lnTo>
                  <a:lnTo>
                    <a:pt x="5061558" y="436507"/>
                  </a:lnTo>
                  <a:lnTo>
                    <a:pt x="5061666" y="436507"/>
                  </a:lnTo>
                  <a:lnTo>
                    <a:pt x="5061666" y="435884"/>
                  </a:lnTo>
                  <a:lnTo>
                    <a:pt x="5061775" y="435884"/>
                  </a:lnTo>
                  <a:lnTo>
                    <a:pt x="5061883" y="435884"/>
                  </a:lnTo>
                  <a:lnTo>
                    <a:pt x="5061992" y="435884"/>
                  </a:lnTo>
                  <a:lnTo>
                    <a:pt x="5061992" y="435260"/>
                  </a:lnTo>
                  <a:lnTo>
                    <a:pt x="5062100" y="435260"/>
                  </a:lnTo>
                  <a:lnTo>
                    <a:pt x="5062208" y="435260"/>
                  </a:lnTo>
                  <a:lnTo>
                    <a:pt x="5062317" y="435260"/>
                  </a:lnTo>
                  <a:lnTo>
                    <a:pt x="5062317" y="434636"/>
                  </a:lnTo>
                  <a:lnTo>
                    <a:pt x="5062425" y="434636"/>
                  </a:lnTo>
                  <a:lnTo>
                    <a:pt x="5062534" y="434636"/>
                  </a:lnTo>
                  <a:lnTo>
                    <a:pt x="5062642" y="434636"/>
                  </a:lnTo>
                  <a:lnTo>
                    <a:pt x="5062751" y="434636"/>
                  </a:lnTo>
                  <a:lnTo>
                    <a:pt x="5062859" y="434636"/>
                  </a:lnTo>
                  <a:lnTo>
                    <a:pt x="5062968" y="434636"/>
                  </a:lnTo>
                  <a:lnTo>
                    <a:pt x="5062968" y="434013"/>
                  </a:lnTo>
                  <a:lnTo>
                    <a:pt x="5063076" y="434013"/>
                  </a:lnTo>
                  <a:lnTo>
                    <a:pt x="5063184" y="434013"/>
                  </a:lnTo>
                  <a:lnTo>
                    <a:pt x="5063293" y="434013"/>
                  </a:lnTo>
                  <a:lnTo>
                    <a:pt x="5063401" y="434013"/>
                  </a:lnTo>
                  <a:lnTo>
                    <a:pt x="5063510" y="434013"/>
                  </a:lnTo>
                  <a:lnTo>
                    <a:pt x="5063618" y="434013"/>
                  </a:lnTo>
                  <a:lnTo>
                    <a:pt x="5063727" y="434013"/>
                  </a:lnTo>
                  <a:lnTo>
                    <a:pt x="5063835" y="434013"/>
                  </a:lnTo>
                  <a:lnTo>
                    <a:pt x="5063944" y="434013"/>
                  </a:lnTo>
                  <a:lnTo>
                    <a:pt x="5064052" y="434013"/>
                  </a:lnTo>
                  <a:lnTo>
                    <a:pt x="5064052" y="433389"/>
                  </a:lnTo>
                  <a:lnTo>
                    <a:pt x="5064160" y="433389"/>
                  </a:lnTo>
                  <a:lnTo>
                    <a:pt x="5064269" y="433389"/>
                  </a:lnTo>
                  <a:lnTo>
                    <a:pt x="5064377" y="433389"/>
                  </a:lnTo>
                  <a:lnTo>
                    <a:pt x="5064486" y="433389"/>
                  </a:lnTo>
                  <a:lnTo>
                    <a:pt x="5064594" y="433389"/>
                  </a:lnTo>
                  <a:lnTo>
                    <a:pt x="5064703" y="433389"/>
                  </a:lnTo>
                  <a:lnTo>
                    <a:pt x="5064811" y="433389"/>
                  </a:lnTo>
                  <a:lnTo>
                    <a:pt x="5064920" y="433389"/>
                  </a:lnTo>
                  <a:lnTo>
                    <a:pt x="5065028" y="433389"/>
                  </a:lnTo>
                  <a:lnTo>
                    <a:pt x="5065136" y="433389"/>
                  </a:lnTo>
                  <a:lnTo>
                    <a:pt x="5065245" y="433389"/>
                  </a:lnTo>
                  <a:lnTo>
                    <a:pt x="5065353" y="433389"/>
                  </a:lnTo>
                  <a:lnTo>
                    <a:pt x="5065462" y="433389"/>
                  </a:lnTo>
                  <a:lnTo>
                    <a:pt x="5065570" y="433389"/>
                  </a:lnTo>
                  <a:lnTo>
                    <a:pt x="5065679" y="433389"/>
                  </a:lnTo>
                  <a:lnTo>
                    <a:pt x="5065787" y="433389"/>
                  </a:lnTo>
                  <a:lnTo>
                    <a:pt x="5065896" y="433389"/>
                  </a:lnTo>
                  <a:lnTo>
                    <a:pt x="5066004" y="433389"/>
                  </a:lnTo>
                  <a:lnTo>
                    <a:pt x="5066113" y="433389"/>
                  </a:lnTo>
                  <a:lnTo>
                    <a:pt x="5066221" y="433389"/>
                  </a:lnTo>
                  <a:lnTo>
                    <a:pt x="5066329" y="433389"/>
                  </a:lnTo>
                  <a:lnTo>
                    <a:pt x="5066438" y="433389"/>
                  </a:lnTo>
                  <a:lnTo>
                    <a:pt x="5066546" y="433389"/>
                  </a:lnTo>
                  <a:lnTo>
                    <a:pt x="5066655" y="433389"/>
                  </a:lnTo>
                  <a:lnTo>
                    <a:pt x="5066763" y="433389"/>
                  </a:lnTo>
                  <a:lnTo>
                    <a:pt x="5066872" y="433389"/>
                  </a:lnTo>
                  <a:lnTo>
                    <a:pt x="5066980" y="433389"/>
                  </a:lnTo>
                  <a:lnTo>
                    <a:pt x="5067089" y="433389"/>
                  </a:lnTo>
                  <a:lnTo>
                    <a:pt x="5067197" y="433389"/>
                  </a:lnTo>
                  <a:lnTo>
                    <a:pt x="5067305" y="433389"/>
                  </a:lnTo>
                  <a:lnTo>
                    <a:pt x="5067414" y="433389"/>
                  </a:lnTo>
                  <a:lnTo>
                    <a:pt x="5067522" y="433389"/>
                  </a:lnTo>
                  <a:lnTo>
                    <a:pt x="5067631" y="433389"/>
                  </a:lnTo>
                  <a:lnTo>
                    <a:pt x="5067739" y="433389"/>
                  </a:lnTo>
                  <a:lnTo>
                    <a:pt x="5067848" y="433389"/>
                  </a:lnTo>
                  <a:lnTo>
                    <a:pt x="5067956" y="433389"/>
                  </a:lnTo>
                  <a:lnTo>
                    <a:pt x="5068065" y="433389"/>
                  </a:lnTo>
                  <a:lnTo>
                    <a:pt x="5068065" y="432766"/>
                  </a:lnTo>
                  <a:lnTo>
                    <a:pt x="5068173" y="432766"/>
                  </a:lnTo>
                  <a:lnTo>
                    <a:pt x="5068173" y="432142"/>
                  </a:lnTo>
                  <a:lnTo>
                    <a:pt x="5068281" y="432142"/>
                  </a:lnTo>
                  <a:lnTo>
                    <a:pt x="5068390" y="432142"/>
                  </a:lnTo>
                  <a:lnTo>
                    <a:pt x="5068498" y="432142"/>
                  </a:lnTo>
                  <a:lnTo>
                    <a:pt x="5068607" y="432142"/>
                  </a:lnTo>
                  <a:lnTo>
                    <a:pt x="5068715" y="432142"/>
                  </a:lnTo>
                  <a:lnTo>
                    <a:pt x="5068824" y="432142"/>
                  </a:lnTo>
                  <a:lnTo>
                    <a:pt x="5068932" y="432142"/>
                  </a:lnTo>
                  <a:lnTo>
                    <a:pt x="5068932" y="431518"/>
                  </a:lnTo>
                  <a:lnTo>
                    <a:pt x="5068932" y="430895"/>
                  </a:lnTo>
                  <a:lnTo>
                    <a:pt x="5069041" y="430895"/>
                  </a:lnTo>
                  <a:lnTo>
                    <a:pt x="5069149" y="430895"/>
                  </a:lnTo>
                  <a:lnTo>
                    <a:pt x="5069257" y="430895"/>
                  </a:lnTo>
                  <a:lnTo>
                    <a:pt x="5069366" y="430895"/>
                  </a:lnTo>
                  <a:lnTo>
                    <a:pt x="5069474" y="430895"/>
                  </a:lnTo>
                  <a:lnTo>
                    <a:pt x="5069583" y="430895"/>
                  </a:lnTo>
                  <a:lnTo>
                    <a:pt x="5069691" y="430895"/>
                  </a:lnTo>
                  <a:lnTo>
                    <a:pt x="5069800" y="430895"/>
                  </a:lnTo>
                  <a:lnTo>
                    <a:pt x="5069908" y="430895"/>
                  </a:lnTo>
                  <a:lnTo>
                    <a:pt x="5070017" y="430895"/>
                  </a:lnTo>
                  <a:lnTo>
                    <a:pt x="5070125" y="430895"/>
                  </a:lnTo>
                  <a:lnTo>
                    <a:pt x="5070234" y="430895"/>
                  </a:lnTo>
                  <a:lnTo>
                    <a:pt x="5070342" y="430895"/>
                  </a:lnTo>
                  <a:lnTo>
                    <a:pt x="5070450" y="430895"/>
                  </a:lnTo>
                  <a:lnTo>
                    <a:pt x="5070559" y="430895"/>
                  </a:lnTo>
                  <a:lnTo>
                    <a:pt x="5070667" y="430895"/>
                  </a:lnTo>
                  <a:lnTo>
                    <a:pt x="5070776" y="430895"/>
                  </a:lnTo>
                  <a:lnTo>
                    <a:pt x="5070884" y="430895"/>
                  </a:lnTo>
                  <a:lnTo>
                    <a:pt x="5070993" y="430895"/>
                  </a:lnTo>
                  <a:lnTo>
                    <a:pt x="5071101" y="430895"/>
                  </a:lnTo>
                  <a:lnTo>
                    <a:pt x="5071210" y="430895"/>
                  </a:lnTo>
                  <a:lnTo>
                    <a:pt x="5071318" y="430895"/>
                  </a:lnTo>
                  <a:lnTo>
                    <a:pt x="5071426" y="430895"/>
                  </a:lnTo>
                  <a:lnTo>
                    <a:pt x="5071535" y="430895"/>
                  </a:lnTo>
                  <a:lnTo>
                    <a:pt x="5071643" y="430895"/>
                  </a:lnTo>
                  <a:lnTo>
                    <a:pt x="5071752" y="430895"/>
                  </a:lnTo>
                  <a:lnTo>
                    <a:pt x="5071860" y="430895"/>
                  </a:lnTo>
                  <a:lnTo>
                    <a:pt x="5071969" y="430895"/>
                  </a:lnTo>
                  <a:lnTo>
                    <a:pt x="5072077" y="430895"/>
                  </a:lnTo>
                  <a:lnTo>
                    <a:pt x="5072186" y="430895"/>
                  </a:lnTo>
                  <a:lnTo>
                    <a:pt x="5072294" y="430895"/>
                  </a:lnTo>
                  <a:lnTo>
                    <a:pt x="5072402" y="430895"/>
                  </a:lnTo>
                  <a:lnTo>
                    <a:pt x="5072511" y="430895"/>
                  </a:lnTo>
                  <a:lnTo>
                    <a:pt x="5072619" y="430895"/>
                  </a:lnTo>
                  <a:lnTo>
                    <a:pt x="5072728" y="430895"/>
                  </a:lnTo>
                  <a:lnTo>
                    <a:pt x="5072836" y="430895"/>
                  </a:lnTo>
                  <a:lnTo>
                    <a:pt x="5072945" y="430895"/>
                  </a:lnTo>
                  <a:lnTo>
                    <a:pt x="5073053" y="430895"/>
                  </a:lnTo>
                  <a:lnTo>
                    <a:pt x="5073053" y="430271"/>
                  </a:lnTo>
                  <a:lnTo>
                    <a:pt x="5073162" y="430271"/>
                  </a:lnTo>
                  <a:lnTo>
                    <a:pt x="5073270" y="430271"/>
                  </a:lnTo>
                  <a:lnTo>
                    <a:pt x="5073378" y="430271"/>
                  </a:lnTo>
                  <a:lnTo>
                    <a:pt x="5073487" y="430271"/>
                  </a:lnTo>
                  <a:lnTo>
                    <a:pt x="5073595" y="430271"/>
                  </a:lnTo>
                  <a:lnTo>
                    <a:pt x="5073704" y="430271"/>
                  </a:lnTo>
                  <a:lnTo>
                    <a:pt x="5073812" y="430271"/>
                  </a:lnTo>
                  <a:lnTo>
                    <a:pt x="5073812" y="429648"/>
                  </a:lnTo>
                  <a:lnTo>
                    <a:pt x="5073921" y="429648"/>
                  </a:lnTo>
                  <a:lnTo>
                    <a:pt x="5074029" y="429648"/>
                  </a:lnTo>
                  <a:lnTo>
                    <a:pt x="5074138" y="429648"/>
                  </a:lnTo>
                  <a:lnTo>
                    <a:pt x="5074246" y="429648"/>
                  </a:lnTo>
                  <a:lnTo>
                    <a:pt x="5074354" y="429648"/>
                  </a:lnTo>
                  <a:lnTo>
                    <a:pt x="5074463" y="429648"/>
                  </a:lnTo>
                  <a:lnTo>
                    <a:pt x="5074571" y="429648"/>
                  </a:lnTo>
                  <a:lnTo>
                    <a:pt x="5074680" y="429648"/>
                  </a:lnTo>
                  <a:lnTo>
                    <a:pt x="5074788" y="429648"/>
                  </a:lnTo>
                  <a:lnTo>
                    <a:pt x="5074897" y="429648"/>
                  </a:lnTo>
                  <a:lnTo>
                    <a:pt x="5075005" y="429648"/>
                  </a:lnTo>
                  <a:lnTo>
                    <a:pt x="5075114" y="429648"/>
                  </a:lnTo>
                  <a:lnTo>
                    <a:pt x="5075222" y="429648"/>
                  </a:lnTo>
                  <a:lnTo>
                    <a:pt x="5075331" y="429648"/>
                  </a:lnTo>
                  <a:lnTo>
                    <a:pt x="5075439" y="429648"/>
                  </a:lnTo>
                  <a:lnTo>
                    <a:pt x="5075547" y="429648"/>
                  </a:lnTo>
                  <a:lnTo>
                    <a:pt x="5075656" y="429648"/>
                  </a:lnTo>
                  <a:lnTo>
                    <a:pt x="5075764" y="429648"/>
                  </a:lnTo>
                  <a:lnTo>
                    <a:pt x="5075873" y="429648"/>
                  </a:lnTo>
                  <a:lnTo>
                    <a:pt x="5075981" y="429648"/>
                  </a:lnTo>
                  <a:lnTo>
                    <a:pt x="5075981" y="429024"/>
                  </a:lnTo>
                  <a:lnTo>
                    <a:pt x="5076090" y="429024"/>
                  </a:lnTo>
                  <a:lnTo>
                    <a:pt x="5076198" y="429024"/>
                  </a:lnTo>
                  <a:lnTo>
                    <a:pt x="5076307" y="429024"/>
                  </a:lnTo>
                  <a:lnTo>
                    <a:pt x="5076415" y="429024"/>
                  </a:lnTo>
                  <a:lnTo>
                    <a:pt x="5076523" y="429024"/>
                  </a:lnTo>
                  <a:lnTo>
                    <a:pt x="5076632" y="429024"/>
                  </a:lnTo>
                  <a:lnTo>
                    <a:pt x="5076632" y="428401"/>
                  </a:lnTo>
                  <a:lnTo>
                    <a:pt x="5076740" y="428401"/>
                  </a:lnTo>
                  <a:lnTo>
                    <a:pt x="5076849" y="428401"/>
                  </a:lnTo>
                  <a:lnTo>
                    <a:pt x="5076849" y="427777"/>
                  </a:lnTo>
                  <a:lnTo>
                    <a:pt x="5076957" y="427777"/>
                  </a:lnTo>
                  <a:lnTo>
                    <a:pt x="5077066" y="427777"/>
                  </a:lnTo>
                  <a:lnTo>
                    <a:pt x="5077174" y="427777"/>
                  </a:lnTo>
                  <a:lnTo>
                    <a:pt x="5077283" y="427777"/>
                  </a:lnTo>
                  <a:lnTo>
                    <a:pt x="5077391" y="427777"/>
                  </a:lnTo>
                  <a:lnTo>
                    <a:pt x="5077499" y="427777"/>
                  </a:lnTo>
                  <a:lnTo>
                    <a:pt x="5077608" y="427777"/>
                  </a:lnTo>
                  <a:lnTo>
                    <a:pt x="5077716" y="427777"/>
                  </a:lnTo>
                  <a:lnTo>
                    <a:pt x="5077716" y="427153"/>
                  </a:lnTo>
                  <a:lnTo>
                    <a:pt x="5077825" y="427153"/>
                  </a:lnTo>
                  <a:lnTo>
                    <a:pt x="5077933" y="427153"/>
                  </a:lnTo>
                  <a:lnTo>
                    <a:pt x="5078042" y="427153"/>
                  </a:lnTo>
                  <a:lnTo>
                    <a:pt x="5078150" y="427153"/>
                  </a:lnTo>
                  <a:lnTo>
                    <a:pt x="5078259" y="427153"/>
                  </a:lnTo>
                  <a:lnTo>
                    <a:pt x="5078367" y="427153"/>
                  </a:lnTo>
                  <a:lnTo>
                    <a:pt x="5078475" y="427153"/>
                  </a:lnTo>
                  <a:lnTo>
                    <a:pt x="5078584" y="427153"/>
                  </a:lnTo>
                  <a:lnTo>
                    <a:pt x="5078692" y="427153"/>
                  </a:lnTo>
                  <a:lnTo>
                    <a:pt x="5078801" y="427153"/>
                  </a:lnTo>
                  <a:lnTo>
                    <a:pt x="5078909" y="427153"/>
                  </a:lnTo>
                  <a:lnTo>
                    <a:pt x="5079018" y="427153"/>
                  </a:lnTo>
                  <a:lnTo>
                    <a:pt x="5079126" y="427153"/>
                  </a:lnTo>
                  <a:lnTo>
                    <a:pt x="5079235" y="427153"/>
                  </a:lnTo>
                  <a:lnTo>
                    <a:pt x="5079343" y="427153"/>
                  </a:lnTo>
                  <a:lnTo>
                    <a:pt x="5079452" y="427153"/>
                  </a:lnTo>
                  <a:lnTo>
                    <a:pt x="5079560" y="427153"/>
                  </a:lnTo>
                  <a:lnTo>
                    <a:pt x="5079668" y="427153"/>
                  </a:lnTo>
                  <a:lnTo>
                    <a:pt x="5079777" y="427153"/>
                  </a:lnTo>
                  <a:lnTo>
                    <a:pt x="5079885" y="427153"/>
                  </a:lnTo>
                  <a:lnTo>
                    <a:pt x="5079994" y="427153"/>
                  </a:lnTo>
                  <a:lnTo>
                    <a:pt x="5080102" y="427153"/>
                  </a:lnTo>
                  <a:lnTo>
                    <a:pt x="5080211" y="427153"/>
                  </a:lnTo>
                  <a:lnTo>
                    <a:pt x="5080319" y="427153"/>
                  </a:lnTo>
                  <a:lnTo>
                    <a:pt x="5080428" y="427153"/>
                  </a:lnTo>
                  <a:lnTo>
                    <a:pt x="5080536" y="427153"/>
                  </a:lnTo>
                  <a:lnTo>
                    <a:pt x="5080644" y="427153"/>
                  </a:lnTo>
                  <a:lnTo>
                    <a:pt x="5080753" y="427153"/>
                  </a:lnTo>
                  <a:lnTo>
                    <a:pt x="5080861" y="427153"/>
                  </a:lnTo>
                  <a:lnTo>
                    <a:pt x="5080970" y="427153"/>
                  </a:lnTo>
                  <a:lnTo>
                    <a:pt x="5081078" y="427153"/>
                  </a:lnTo>
                  <a:lnTo>
                    <a:pt x="5081078" y="426530"/>
                  </a:lnTo>
                  <a:lnTo>
                    <a:pt x="5081187" y="426530"/>
                  </a:lnTo>
                  <a:lnTo>
                    <a:pt x="5081295" y="426530"/>
                  </a:lnTo>
                  <a:lnTo>
                    <a:pt x="5081404" y="426530"/>
                  </a:lnTo>
                  <a:lnTo>
                    <a:pt x="5081512" y="426530"/>
                  </a:lnTo>
                  <a:lnTo>
                    <a:pt x="5081620" y="426530"/>
                  </a:lnTo>
                  <a:lnTo>
                    <a:pt x="5081729" y="426530"/>
                  </a:lnTo>
                  <a:lnTo>
                    <a:pt x="5081729" y="425906"/>
                  </a:lnTo>
                  <a:lnTo>
                    <a:pt x="5081837" y="425906"/>
                  </a:lnTo>
                  <a:lnTo>
                    <a:pt x="5081946" y="425906"/>
                  </a:lnTo>
                  <a:lnTo>
                    <a:pt x="5081946" y="425283"/>
                  </a:lnTo>
                  <a:lnTo>
                    <a:pt x="5081946" y="424659"/>
                  </a:lnTo>
                  <a:lnTo>
                    <a:pt x="5082054" y="424659"/>
                  </a:lnTo>
                  <a:lnTo>
                    <a:pt x="5082054" y="424035"/>
                  </a:lnTo>
                  <a:lnTo>
                    <a:pt x="5082163" y="424035"/>
                  </a:lnTo>
                  <a:lnTo>
                    <a:pt x="5082271" y="424035"/>
                  </a:lnTo>
                  <a:lnTo>
                    <a:pt x="5082380" y="424035"/>
                  </a:lnTo>
                  <a:lnTo>
                    <a:pt x="5082488" y="424035"/>
                  </a:lnTo>
                  <a:lnTo>
                    <a:pt x="5082596" y="424035"/>
                  </a:lnTo>
                  <a:lnTo>
                    <a:pt x="5082705" y="424035"/>
                  </a:lnTo>
                  <a:lnTo>
                    <a:pt x="5082813" y="424035"/>
                  </a:lnTo>
                  <a:lnTo>
                    <a:pt x="5082922" y="424035"/>
                  </a:lnTo>
                  <a:lnTo>
                    <a:pt x="5083030" y="424035"/>
                  </a:lnTo>
                  <a:lnTo>
                    <a:pt x="5083139" y="424035"/>
                  </a:lnTo>
                  <a:lnTo>
                    <a:pt x="5083247" y="424035"/>
                  </a:lnTo>
                  <a:lnTo>
                    <a:pt x="5083356" y="424035"/>
                  </a:lnTo>
                  <a:lnTo>
                    <a:pt x="5083464" y="424035"/>
                  </a:lnTo>
                  <a:lnTo>
                    <a:pt x="5083573" y="424035"/>
                  </a:lnTo>
                  <a:lnTo>
                    <a:pt x="5083681" y="424035"/>
                  </a:lnTo>
                  <a:lnTo>
                    <a:pt x="5083789" y="424035"/>
                  </a:lnTo>
                  <a:lnTo>
                    <a:pt x="5083898" y="424035"/>
                  </a:lnTo>
                  <a:lnTo>
                    <a:pt x="5083898" y="423412"/>
                  </a:lnTo>
                  <a:lnTo>
                    <a:pt x="5084006" y="423412"/>
                  </a:lnTo>
                  <a:lnTo>
                    <a:pt x="5084006" y="422788"/>
                  </a:lnTo>
                  <a:lnTo>
                    <a:pt x="5084115" y="422788"/>
                  </a:lnTo>
                  <a:lnTo>
                    <a:pt x="5084223" y="422788"/>
                  </a:lnTo>
                  <a:lnTo>
                    <a:pt x="5084223" y="422165"/>
                  </a:lnTo>
                  <a:lnTo>
                    <a:pt x="5084332" y="422165"/>
                  </a:lnTo>
                  <a:lnTo>
                    <a:pt x="5084440" y="422165"/>
                  </a:lnTo>
                  <a:lnTo>
                    <a:pt x="5084549" y="422165"/>
                  </a:lnTo>
                  <a:lnTo>
                    <a:pt x="5084657" y="422165"/>
                  </a:lnTo>
                  <a:lnTo>
                    <a:pt x="5084765" y="422165"/>
                  </a:lnTo>
                  <a:lnTo>
                    <a:pt x="5084874" y="422165"/>
                  </a:lnTo>
                  <a:lnTo>
                    <a:pt x="5084982" y="422165"/>
                  </a:lnTo>
                  <a:lnTo>
                    <a:pt x="5085091" y="422165"/>
                  </a:lnTo>
                  <a:lnTo>
                    <a:pt x="5085199" y="422165"/>
                  </a:lnTo>
                  <a:lnTo>
                    <a:pt x="5085308" y="422165"/>
                  </a:lnTo>
                  <a:lnTo>
                    <a:pt x="5085416" y="422165"/>
                  </a:lnTo>
                  <a:lnTo>
                    <a:pt x="5085525" y="422165"/>
                  </a:lnTo>
                  <a:lnTo>
                    <a:pt x="5085633" y="422165"/>
                  </a:lnTo>
                  <a:lnTo>
                    <a:pt x="5085741" y="422165"/>
                  </a:lnTo>
                  <a:lnTo>
                    <a:pt x="5085850" y="422165"/>
                  </a:lnTo>
                  <a:lnTo>
                    <a:pt x="5085850" y="421541"/>
                  </a:lnTo>
                  <a:lnTo>
                    <a:pt x="5085958" y="421541"/>
                  </a:lnTo>
                  <a:lnTo>
                    <a:pt x="5085958" y="420918"/>
                  </a:lnTo>
                  <a:lnTo>
                    <a:pt x="5086067" y="420918"/>
                  </a:lnTo>
                  <a:lnTo>
                    <a:pt x="5086175" y="420918"/>
                  </a:lnTo>
                  <a:lnTo>
                    <a:pt x="5086284" y="420918"/>
                  </a:lnTo>
                  <a:lnTo>
                    <a:pt x="5086392" y="420918"/>
                  </a:lnTo>
                  <a:lnTo>
                    <a:pt x="5086501" y="420918"/>
                  </a:lnTo>
                  <a:lnTo>
                    <a:pt x="5086609" y="420918"/>
                  </a:lnTo>
                  <a:lnTo>
                    <a:pt x="5086609" y="420294"/>
                  </a:lnTo>
                  <a:lnTo>
                    <a:pt x="5086717" y="420294"/>
                  </a:lnTo>
                  <a:lnTo>
                    <a:pt x="5086826" y="420294"/>
                  </a:lnTo>
                  <a:lnTo>
                    <a:pt x="5086934" y="420294"/>
                  </a:lnTo>
                  <a:lnTo>
                    <a:pt x="5086934" y="419670"/>
                  </a:lnTo>
                  <a:lnTo>
                    <a:pt x="5087043" y="419670"/>
                  </a:lnTo>
                  <a:lnTo>
                    <a:pt x="5087151" y="419670"/>
                  </a:lnTo>
                  <a:lnTo>
                    <a:pt x="5087260" y="419670"/>
                  </a:lnTo>
                  <a:lnTo>
                    <a:pt x="5087368" y="419670"/>
                  </a:lnTo>
                  <a:lnTo>
                    <a:pt x="5087477" y="419670"/>
                  </a:lnTo>
                  <a:lnTo>
                    <a:pt x="5087585" y="419670"/>
                  </a:lnTo>
                  <a:lnTo>
                    <a:pt x="5087585" y="419047"/>
                  </a:lnTo>
                  <a:lnTo>
                    <a:pt x="5087694" y="419047"/>
                  </a:lnTo>
                  <a:lnTo>
                    <a:pt x="5087802" y="419047"/>
                  </a:lnTo>
                  <a:lnTo>
                    <a:pt x="5087910" y="419047"/>
                  </a:lnTo>
                  <a:lnTo>
                    <a:pt x="5088019" y="419047"/>
                  </a:lnTo>
                  <a:lnTo>
                    <a:pt x="5088127" y="419047"/>
                  </a:lnTo>
                  <a:lnTo>
                    <a:pt x="5088236" y="419047"/>
                  </a:lnTo>
                  <a:lnTo>
                    <a:pt x="5088344" y="419047"/>
                  </a:lnTo>
                  <a:lnTo>
                    <a:pt x="5088344" y="418423"/>
                  </a:lnTo>
                  <a:lnTo>
                    <a:pt x="5088453" y="418423"/>
                  </a:lnTo>
                  <a:lnTo>
                    <a:pt x="5088561" y="418423"/>
                  </a:lnTo>
                  <a:lnTo>
                    <a:pt x="5088670" y="418423"/>
                  </a:lnTo>
                  <a:lnTo>
                    <a:pt x="5088778" y="418423"/>
                  </a:lnTo>
                  <a:lnTo>
                    <a:pt x="5088886" y="418423"/>
                  </a:lnTo>
                  <a:lnTo>
                    <a:pt x="5088995" y="418423"/>
                  </a:lnTo>
                  <a:lnTo>
                    <a:pt x="5089103" y="418423"/>
                  </a:lnTo>
                  <a:lnTo>
                    <a:pt x="5089103" y="417800"/>
                  </a:lnTo>
                  <a:lnTo>
                    <a:pt x="5089212" y="417800"/>
                  </a:lnTo>
                  <a:lnTo>
                    <a:pt x="5089320" y="417800"/>
                  </a:lnTo>
                  <a:lnTo>
                    <a:pt x="5089429" y="417800"/>
                  </a:lnTo>
                  <a:lnTo>
                    <a:pt x="5089537" y="417800"/>
                  </a:lnTo>
                  <a:lnTo>
                    <a:pt x="5089646" y="417800"/>
                  </a:lnTo>
                  <a:lnTo>
                    <a:pt x="5089754" y="417800"/>
                  </a:lnTo>
                  <a:lnTo>
                    <a:pt x="5089862" y="417800"/>
                  </a:lnTo>
                  <a:lnTo>
                    <a:pt x="5089971" y="417800"/>
                  </a:lnTo>
                  <a:lnTo>
                    <a:pt x="5090079" y="417800"/>
                  </a:lnTo>
                  <a:lnTo>
                    <a:pt x="5090188" y="417800"/>
                  </a:lnTo>
                  <a:lnTo>
                    <a:pt x="5090296" y="417800"/>
                  </a:lnTo>
                  <a:lnTo>
                    <a:pt x="5090405" y="417800"/>
                  </a:lnTo>
                  <a:lnTo>
                    <a:pt x="5090513" y="417800"/>
                  </a:lnTo>
                  <a:lnTo>
                    <a:pt x="5090622" y="417800"/>
                  </a:lnTo>
                  <a:lnTo>
                    <a:pt x="5090622" y="417176"/>
                  </a:lnTo>
                  <a:lnTo>
                    <a:pt x="5090730" y="417176"/>
                  </a:lnTo>
                  <a:lnTo>
                    <a:pt x="5090838" y="417176"/>
                  </a:lnTo>
                  <a:lnTo>
                    <a:pt x="5090947" y="417176"/>
                  </a:lnTo>
                  <a:lnTo>
                    <a:pt x="5091055" y="417176"/>
                  </a:lnTo>
                  <a:lnTo>
                    <a:pt x="5091164" y="417176"/>
                  </a:lnTo>
                  <a:lnTo>
                    <a:pt x="5091272" y="417176"/>
                  </a:lnTo>
                  <a:lnTo>
                    <a:pt x="5091381" y="417176"/>
                  </a:lnTo>
                  <a:lnTo>
                    <a:pt x="5091489" y="417176"/>
                  </a:lnTo>
                  <a:lnTo>
                    <a:pt x="5091598" y="417176"/>
                  </a:lnTo>
                  <a:lnTo>
                    <a:pt x="5091706" y="417176"/>
                  </a:lnTo>
                  <a:lnTo>
                    <a:pt x="5091815" y="417176"/>
                  </a:lnTo>
                  <a:lnTo>
                    <a:pt x="5091815" y="416552"/>
                  </a:lnTo>
                  <a:lnTo>
                    <a:pt x="5091923" y="416552"/>
                  </a:lnTo>
                  <a:lnTo>
                    <a:pt x="5092031" y="416552"/>
                  </a:lnTo>
                  <a:lnTo>
                    <a:pt x="5092140" y="416552"/>
                  </a:lnTo>
                  <a:lnTo>
                    <a:pt x="5092248" y="416552"/>
                  </a:lnTo>
                  <a:lnTo>
                    <a:pt x="5092357" y="416552"/>
                  </a:lnTo>
                  <a:lnTo>
                    <a:pt x="5092465" y="416552"/>
                  </a:lnTo>
                  <a:lnTo>
                    <a:pt x="5092574" y="416552"/>
                  </a:lnTo>
                  <a:lnTo>
                    <a:pt x="5092682" y="416552"/>
                  </a:lnTo>
                  <a:lnTo>
                    <a:pt x="5092791" y="416552"/>
                  </a:lnTo>
                  <a:lnTo>
                    <a:pt x="5092899" y="416552"/>
                  </a:lnTo>
                  <a:lnTo>
                    <a:pt x="5093007" y="416552"/>
                  </a:lnTo>
                  <a:lnTo>
                    <a:pt x="5093116" y="416552"/>
                  </a:lnTo>
                  <a:lnTo>
                    <a:pt x="5093224" y="416552"/>
                  </a:lnTo>
                  <a:lnTo>
                    <a:pt x="5093333" y="416552"/>
                  </a:lnTo>
                  <a:lnTo>
                    <a:pt x="5093441" y="416552"/>
                  </a:lnTo>
                  <a:lnTo>
                    <a:pt x="5093550" y="416552"/>
                  </a:lnTo>
                  <a:lnTo>
                    <a:pt x="5093658" y="416552"/>
                  </a:lnTo>
                  <a:lnTo>
                    <a:pt x="5093767" y="416552"/>
                  </a:lnTo>
                  <a:lnTo>
                    <a:pt x="5093875" y="416552"/>
                  </a:lnTo>
                  <a:lnTo>
                    <a:pt x="5093983" y="416552"/>
                  </a:lnTo>
                  <a:lnTo>
                    <a:pt x="5093983" y="415929"/>
                  </a:lnTo>
                  <a:lnTo>
                    <a:pt x="5094092" y="415929"/>
                  </a:lnTo>
                  <a:lnTo>
                    <a:pt x="5094200" y="415929"/>
                  </a:lnTo>
                  <a:lnTo>
                    <a:pt x="5094309" y="415929"/>
                  </a:lnTo>
                  <a:lnTo>
                    <a:pt x="5094417" y="415929"/>
                  </a:lnTo>
                  <a:lnTo>
                    <a:pt x="5094417" y="415305"/>
                  </a:lnTo>
                  <a:lnTo>
                    <a:pt x="5094526" y="415305"/>
                  </a:lnTo>
                  <a:lnTo>
                    <a:pt x="5094634" y="415305"/>
                  </a:lnTo>
                  <a:lnTo>
                    <a:pt x="5094634" y="414682"/>
                  </a:lnTo>
                  <a:lnTo>
                    <a:pt x="5094743" y="414682"/>
                  </a:lnTo>
                  <a:lnTo>
                    <a:pt x="5094851" y="414682"/>
                  </a:lnTo>
                  <a:lnTo>
                    <a:pt x="5094959" y="414682"/>
                  </a:lnTo>
                  <a:lnTo>
                    <a:pt x="5094959" y="414058"/>
                  </a:lnTo>
                  <a:lnTo>
                    <a:pt x="5095068" y="414058"/>
                  </a:lnTo>
                  <a:lnTo>
                    <a:pt x="5095176" y="414058"/>
                  </a:lnTo>
                  <a:lnTo>
                    <a:pt x="5095285" y="414058"/>
                  </a:lnTo>
                  <a:lnTo>
                    <a:pt x="5095393" y="414058"/>
                  </a:lnTo>
                  <a:lnTo>
                    <a:pt x="5095502" y="414058"/>
                  </a:lnTo>
                  <a:lnTo>
                    <a:pt x="5095610" y="414058"/>
                  </a:lnTo>
                  <a:lnTo>
                    <a:pt x="5095719" y="414058"/>
                  </a:lnTo>
                  <a:lnTo>
                    <a:pt x="5095827" y="414058"/>
                  </a:lnTo>
                  <a:lnTo>
                    <a:pt x="5095827" y="413435"/>
                  </a:lnTo>
                  <a:lnTo>
                    <a:pt x="5095827" y="412811"/>
                  </a:lnTo>
                  <a:lnTo>
                    <a:pt x="5095935" y="412811"/>
                  </a:lnTo>
                  <a:lnTo>
                    <a:pt x="5096044" y="412811"/>
                  </a:lnTo>
                  <a:lnTo>
                    <a:pt x="5096044" y="412187"/>
                  </a:lnTo>
                  <a:lnTo>
                    <a:pt x="5096152" y="412187"/>
                  </a:lnTo>
                  <a:lnTo>
                    <a:pt x="5096152" y="411564"/>
                  </a:lnTo>
                  <a:lnTo>
                    <a:pt x="5096261" y="411564"/>
                  </a:lnTo>
                  <a:lnTo>
                    <a:pt x="5096369" y="411564"/>
                  </a:lnTo>
                  <a:lnTo>
                    <a:pt x="5096478" y="411564"/>
                  </a:lnTo>
                  <a:lnTo>
                    <a:pt x="5096586" y="411564"/>
                  </a:lnTo>
                  <a:lnTo>
                    <a:pt x="5096695" y="411564"/>
                  </a:lnTo>
                  <a:lnTo>
                    <a:pt x="5096803" y="411564"/>
                  </a:lnTo>
                  <a:lnTo>
                    <a:pt x="5096912" y="411564"/>
                  </a:lnTo>
                  <a:lnTo>
                    <a:pt x="5096912" y="410940"/>
                  </a:lnTo>
                  <a:lnTo>
                    <a:pt x="5096912" y="410317"/>
                  </a:lnTo>
                  <a:lnTo>
                    <a:pt x="5097020" y="410317"/>
                  </a:lnTo>
                  <a:lnTo>
                    <a:pt x="5097128" y="410317"/>
                  </a:lnTo>
                  <a:lnTo>
                    <a:pt x="5097237" y="410317"/>
                  </a:lnTo>
                  <a:lnTo>
                    <a:pt x="5097345" y="410317"/>
                  </a:lnTo>
                  <a:lnTo>
                    <a:pt x="5097454" y="410317"/>
                  </a:lnTo>
                  <a:lnTo>
                    <a:pt x="5097562" y="410317"/>
                  </a:lnTo>
                  <a:lnTo>
                    <a:pt x="5097671" y="410317"/>
                  </a:lnTo>
                  <a:lnTo>
                    <a:pt x="5097779" y="410317"/>
                  </a:lnTo>
                  <a:lnTo>
                    <a:pt x="5097888" y="410317"/>
                  </a:lnTo>
                  <a:lnTo>
                    <a:pt x="5097996" y="410317"/>
                  </a:lnTo>
                  <a:lnTo>
                    <a:pt x="5098104" y="410317"/>
                  </a:lnTo>
                  <a:lnTo>
                    <a:pt x="5098213" y="410317"/>
                  </a:lnTo>
                  <a:lnTo>
                    <a:pt x="5098321" y="410317"/>
                  </a:lnTo>
                  <a:lnTo>
                    <a:pt x="5098430" y="410317"/>
                  </a:lnTo>
                  <a:lnTo>
                    <a:pt x="5098538" y="410317"/>
                  </a:lnTo>
                  <a:lnTo>
                    <a:pt x="5098647" y="410317"/>
                  </a:lnTo>
                  <a:lnTo>
                    <a:pt x="5098755" y="410317"/>
                  </a:lnTo>
                  <a:lnTo>
                    <a:pt x="5098864" y="410317"/>
                  </a:lnTo>
                  <a:lnTo>
                    <a:pt x="5098972" y="410317"/>
                  </a:lnTo>
                  <a:lnTo>
                    <a:pt x="5099080" y="410317"/>
                  </a:lnTo>
                  <a:lnTo>
                    <a:pt x="5099189" y="410317"/>
                  </a:lnTo>
                  <a:lnTo>
                    <a:pt x="5099297" y="410317"/>
                  </a:lnTo>
                  <a:lnTo>
                    <a:pt x="5099406" y="410317"/>
                  </a:lnTo>
                  <a:lnTo>
                    <a:pt x="5099514" y="410317"/>
                  </a:lnTo>
                  <a:lnTo>
                    <a:pt x="5099623" y="410317"/>
                  </a:lnTo>
                  <a:lnTo>
                    <a:pt x="5099731" y="410317"/>
                  </a:lnTo>
                  <a:lnTo>
                    <a:pt x="5099840" y="410317"/>
                  </a:lnTo>
                  <a:lnTo>
                    <a:pt x="5099948" y="410317"/>
                  </a:lnTo>
                  <a:lnTo>
                    <a:pt x="5100056" y="410317"/>
                  </a:lnTo>
                  <a:lnTo>
                    <a:pt x="5100165" y="410317"/>
                  </a:lnTo>
                  <a:lnTo>
                    <a:pt x="5100273" y="410317"/>
                  </a:lnTo>
                  <a:lnTo>
                    <a:pt x="5100382" y="410317"/>
                  </a:lnTo>
                  <a:lnTo>
                    <a:pt x="5100490" y="410317"/>
                  </a:lnTo>
                  <a:lnTo>
                    <a:pt x="5100599" y="410317"/>
                  </a:lnTo>
                  <a:lnTo>
                    <a:pt x="5100707" y="410317"/>
                  </a:lnTo>
                  <a:lnTo>
                    <a:pt x="5100816" y="410317"/>
                  </a:lnTo>
                  <a:lnTo>
                    <a:pt x="5100924" y="410317"/>
                  </a:lnTo>
                  <a:lnTo>
                    <a:pt x="5101033" y="410317"/>
                  </a:lnTo>
                  <a:lnTo>
                    <a:pt x="5101033" y="409693"/>
                  </a:lnTo>
                  <a:lnTo>
                    <a:pt x="5101141" y="409693"/>
                  </a:lnTo>
                  <a:lnTo>
                    <a:pt x="5101249" y="409693"/>
                  </a:lnTo>
                  <a:lnTo>
                    <a:pt x="5101358" y="409693"/>
                  </a:lnTo>
                  <a:lnTo>
                    <a:pt x="5101466" y="409693"/>
                  </a:lnTo>
                  <a:lnTo>
                    <a:pt x="5101575" y="409693"/>
                  </a:lnTo>
                  <a:lnTo>
                    <a:pt x="5101683" y="409693"/>
                  </a:lnTo>
                  <a:lnTo>
                    <a:pt x="5101792" y="409693"/>
                  </a:lnTo>
                  <a:lnTo>
                    <a:pt x="5101900" y="409693"/>
                  </a:lnTo>
                  <a:lnTo>
                    <a:pt x="5102009" y="409693"/>
                  </a:lnTo>
                  <a:lnTo>
                    <a:pt x="5102117" y="409693"/>
                  </a:lnTo>
                  <a:lnTo>
                    <a:pt x="5102225" y="409693"/>
                  </a:lnTo>
                  <a:lnTo>
                    <a:pt x="5102334" y="409693"/>
                  </a:lnTo>
                  <a:lnTo>
                    <a:pt x="5102442" y="409693"/>
                  </a:lnTo>
                  <a:lnTo>
                    <a:pt x="5102551" y="409693"/>
                  </a:lnTo>
                  <a:lnTo>
                    <a:pt x="5102659" y="409693"/>
                  </a:lnTo>
                  <a:lnTo>
                    <a:pt x="5102768" y="409693"/>
                  </a:lnTo>
                  <a:lnTo>
                    <a:pt x="5102876" y="409693"/>
                  </a:lnTo>
                  <a:lnTo>
                    <a:pt x="5102985" y="409693"/>
                  </a:lnTo>
                  <a:lnTo>
                    <a:pt x="5103093" y="409693"/>
                  </a:lnTo>
                  <a:lnTo>
                    <a:pt x="5103093" y="409070"/>
                  </a:lnTo>
                  <a:lnTo>
                    <a:pt x="5103201" y="409070"/>
                  </a:lnTo>
                  <a:lnTo>
                    <a:pt x="5103310" y="409070"/>
                  </a:lnTo>
                  <a:lnTo>
                    <a:pt x="5103418" y="409070"/>
                  </a:lnTo>
                  <a:lnTo>
                    <a:pt x="5103527" y="409070"/>
                  </a:lnTo>
                  <a:lnTo>
                    <a:pt x="5103635" y="409070"/>
                  </a:lnTo>
                  <a:lnTo>
                    <a:pt x="5103744" y="409070"/>
                  </a:lnTo>
                  <a:lnTo>
                    <a:pt x="5103852" y="409070"/>
                  </a:lnTo>
                  <a:lnTo>
                    <a:pt x="5103961" y="409070"/>
                  </a:lnTo>
                  <a:lnTo>
                    <a:pt x="5104069" y="409070"/>
                  </a:lnTo>
                  <a:lnTo>
                    <a:pt x="5104177" y="409070"/>
                  </a:lnTo>
                  <a:lnTo>
                    <a:pt x="5104286" y="409070"/>
                  </a:lnTo>
                  <a:lnTo>
                    <a:pt x="5104394" y="409070"/>
                  </a:lnTo>
                  <a:lnTo>
                    <a:pt x="5104503" y="409070"/>
                  </a:lnTo>
                  <a:lnTo>
                    <a:pt x="5104611" y="409070"/>
                  </a:lnTo>
                  <a:lnTo>
                    <a:pt x="5104720" y="409070"/>
                  </a:lnTo>
                  <a:lnTo>
                    <a:pt x="5104828" y="409070"/>
                  </a:lnTo>
                  <a:lnTo>
                    <a:pt x="5104937" y="409070"/>
                  </a:lnTo>
                  <a:lnTo>
                    <a:pt x="5105045" y="409070"/>
                  </a:lnTo>
                  <a:lnTo>
                    <a:pt x="5105154" y="409070"/>
                  </a:lnTo>
                  <a:lnTo>
                    <a:pt x="5105262" y="409070"/>
                  </a:lnTo>
                  <a:lnTo>
                    <a:pt x="5105370" y="409070"/>
                  </a:lnTo>
                  <a:lnTo>
                    <a:pt x="5105479" y="409070"/>
                  </a:lnTo>
                  <a:lnTo>
                    <a:pt x="5105587" y="409070"/>
                  </a:lnTo>
                  <a:lnTo>
                    <a:pt x="5105696" y="409070"/>
                  </a:lnTo>
                  <a:lnTo>
                    <a:pt x="5105804" y="409070"/>
                  </a:lnTo>
                  <a:lnTo>
                    <a:pt x="5105913" y="409070"/>
                  </a:lnTo>
                  <a:lnTo>
                    <a:pt x="5106021" y="409070"/>
                  </a:lnTo>
                  <a:lnTo>
                    <a:pt x="5106130" y="409070"/>
                  </a:lnTo>
                  <a:lnTo>
                    <a:pt x="5106238" y="409070"/>
                  </a:lnTo>
                  <a:lnTo>
                    <a:pt x="5106346" y="409070"/>
                  </a:lnTo>
                  <a:lnTo>
                    <a:pt x="5106455" y="409070"/>
                  </a:lnTo>
                  <a:lnTo>
                    <a:pt x="5106563" y="409070"/>
                  </a:lnTo>
                  <a:lnTo>
                    <a:pt x="5106672" y="409070"/>
                  </a:lnTo>
                  <a:lnTo>
                    <a:pt x="5106780" y="409070"/>
                  </a:lnTo>
                  <a:lnTo>
                    <a:pt x="5106889" y="409070"/>
                  </a:lnTo>
                  <a:lnTo>
                    <a:pt x="5106997" y="409070"/>
                  </a:lnTo>
                  <a:lnTo>
                    <a:pt x="5107106" y="409070"/>
                  </a:lnTo>
                  <a:lnTo>
                    <a:pt x="5107214" y="409070"/>
                  </a:lnTo>
                  <a:lnTo>
                    <a:pt x="5107322" y="409070"/>
                  </a:lnTo>
                  <a:lnTo>
                    <a:pt x="5107431" y="409070"/>
                  </a:lnTo>
                  <a:lnTo>
                    <a:pt x="5107431" y="408446"/>
                  </a:lnTo>
                  <a:lnTo>
                    <a:pt x="5107539" y="408446"/>
                  </a:lnTo>
                  <a:lnTo>
                    <a:pt x="5107648" y="408446"/>
                  </a:lnTo>
                  <a:lnTo>
                    <a:pt x="5107756" y="408446"/>
                  </a:lnTo>
                  <a:lnTo>
                    <a:pt x="5107865" y="408446"/>
                  </a:lnTo>
                  <a:lnTo>
                    <a:pt x="5107973" y="408446"/>
                  </a:lnTo>
                  <a:lnTo>
                    <a:pt x="5107973" y="407822"/>
                  </a:lnTo>
                  <a:lnTo>
                    <a:pt x="5108082" y="407822"/>
                  </a:lnTo>
                  <a:lnTo>
                    <a:pt x="5108082" y="407199"/>
                  </a:lnTo>
                  <a:lnTo>
                    <a:pt x="5108190" y="407199"/>
                  </a:lnTo>
                  <a:lnTo>
                    <a:pt x="5108298" y="407199"/>
                  </a:lnTo>
                  <a:lnTo>
                    <a:pt x="5108298" y="406575"/>
                  </a:lnTo>
                  <a:lnTo>
                    <a:pt x="5108407" y="406575"/>
                  </a:lnTo>
                  <a:lnTo>
                    <a:pt x="5108515" y="406575"/>
                  </a:lnTo>
                  <a:lnTo>
                    <a:pt x="5108624" y="406575"/>
                  </a:lnTo>
                  <a:lnTo>
                    <a:pt x="5108732" y="406575"/>
                  </a:lnTo>
                  <a:lnTo>
                    <a:pt x="5108841" y="406575"/>
                  </a:lnTo>
                  <a:lnTo>
                    <a:pt x="5108949" y="406575"/>
                  </a:lnTo>
                  <a:lnTo>
                    <a:pt x="5109058" y="406575"/>
                  </a:lnTo>
                  <a:lnTo>
                    <a:pt x="5109166" y="406575"/>
                  </a:lnTo>
                  <a:lnTo>
                    <a:pt x="5109166" y="405952"/>
                  </a:lnTo>
                  <a:lnTo>
                    <a:pt x="5109275" y="405952"/>
                  </a:lnTo>
                  <a:lnTo>
                    <a:pt x="5109383" y="405952"/>
                  </a:lnTo>
                  <a:lnTo>
                    <a:pt x="5109491" y="405952"/>
                  </a:lnTo>
                  <a:lnTo>
                    <a:pt x="5109600" y="405952"/>
                  </a:lnTo>
                  <a:lnTo>
                    <a:pt x="5109600" y="405328"/>
                  </a:lnTo>
                  <a:lnTo>
                    <a:pt x="5109600" y="404704"/>
                  </a:lnTo>
                  <a:lnTo>
                    <a:pt x="5109708" y="404704"/>
                  </a:lnTo>
                  <a:lnTo>
                    <a:pt x="5109817" y="404704"/>
                  </a:lnTo>
                  <a:lnTo>
                    <a:pt x="5109925" y="404704"/>
                  </a:lnTo>
                  <a:lnTo>
                    <a:pt x="5110034" y="404704"/>
                  </a:lnTo>
                  <a:lnTo>
                    <a:pt x="5110142" y="404704"/>
                  </a:lnTo>
                  <a:lnTo>
                    <a:pt x="5110251" y="404704"/>
                  </a:lnTo>
                  <a:lnTo>
                    <a:pt x="5110359" y="404704"/>
                  </a:lnTo>
                  <a:lnTo>
                    <a:pt x="5110467" y="404704"/>
                  </a:lnTo>
                  <a:lnTo>
                    <a:pt x="5110576" y="404704"/>
                  </a:lnTo>
                  <a:lnTo>
                    <a:pt x="5110684" y="404704"/>
                  </a:lnTo>
                  <a:lnTo>
                    <a:pt x="5110793" y="404704"/>
                  </a:lnTo>
                  <a:lnTo>
                    <a:pt x="5110901" y="404704"/>
                  </a:lnTo>
                  <a:lnTo>
                    <a:pt x="5111010" y="404704"/>
                  </a:lnTo>
                  <a:lnTo>
                    <a:pt x="5111118" y="404704"/>
                  </a:lnTo>
                  <a:lnTo>
                    <a:pt x="5111227" y="404704"/>
                  </a:lnTo>
                  <a:lnTo>
                    <a:pt x="5111335" y="404704"/>
                  </a:lnTo>
                  <a:lnTo>
                    <a:pt x="5111443" y="404704"/>
                  </a:lnTo>
                  <a:lnTo>
                    <a:pt x="5111552" y="404704"/>
                  </a:lnTo>
                  <a:lnTo>
                    <a:pt x="5111660" y="404704"/>
                  </a:lnTo>
                  <a:lnTo>
                    <a:pt x="5111769" y="404704"/>
                  </a:lnTo>
                  <a:lnTo>
                    <a:pt x="5111769" y="404081"/>
                  </a:lnTo>
                  <a:lnTo>
                    <a:pt x="5111877" y="404081"/>
                  </a:lnTo>
                  <a:lnTo>
                    <a:pt x="5111877" y="403457"/>
                  </a:lnTo>
                  <a:lnTo>
                    <a:pt x="5111986" y="403457"/>
                  </a:lnTo>
                  <a:lnTo>
                    <a:pt x="5112094" y="403457"/>
                  </a:lnTo>
                  <a:lnTo>
                    <a:pt x="5112203" y="403457"/>
                  </a:lnTo>
                  <a:lnTo>
                    <a:pt x="5112311" y="403457"/>
                  </a:lnTo>
                  <a:lnTo>
                    <a:pt x="5112311" y="402834"/>
                  </a:lnTo>
                  <a:lnTo>
                    <a:pt x="5112419" y="402834"/>
                  </a:lnTo>
                  <a:lnTo>
                    <a:pt x="5112528" y="402834"/>
                  </a:lnTo>
                  <a:lnTo>
                    <a:pt x="5112636" y="402834"/>
                  </a:lnTo>
                  <a:lnTo>
                    <a:pt x="5112745" y="402834"/>
                  </a:lnTo>
                  <a:lnTo>
                    <a:pt x="5112853" y="402834"/>
                  </a:lnTo>
                  <a:lnTo>
                    <a:pt x="5112962" y="402834"/>
                  </a:lnTo>
                  <a:lnTo>
                    <a:pt x="5113070" y="402834"/>
                  </a:lnTo>
                  <a:lnTo>
                    <a:pt x="5113179" y="402834"/>
                  </a:lnTo>
                  <a:lnTo>
                    <a:pt x="5113287" y="402834"/>
                  </a:lnTo>
                  <a:lnTo>
                    <a:pt x="5113396" y="402834"/>
                  </a:lnTo>
                  <a:lnTo>
                    <a:pt x="5113504" y="402834"/>
                  </a:lnTo>
                  <a:lnTo>
                    <a:pt x="5113612" y="402834"/>
                  </a:lnTo>
                  <a:lnTo>
                    <a:pt x="5113721" y="402834"/>
                  </a:lnTo>
                  <a:lnTo>
                    <a:pt x="5113829" y="402834"/>
                  </a:lnTo>
                  <a:lnTo>
                    <a:pt x="5113938" y="402834"/>
                  </a:lnTo>
                  <a:lnTo>
                    <a:pt x="5114046" y="402834"/>
                  </a:lnTo>
                  <a:lnTo>
                    <a:pt x="5114155" y="402834"/>
                  </a:lnTo>
                  <a:lnTo>
                    <a:pt x="5114263" y="402834"/>
                  </a:lnTo>
                  <a:lnTo>
                    <a:pt x="5114372" y="402834"/>
                  </a:lnTo>
                  <a:lnTo>
                    <a:pt x="5114480" y="402834"/>
                  </a:lnTo>
                  <a:lnTo>
                    <a:pt x="5114588" y="402834"/>
                  </a:lnTo>
                  <a:lnTo>
                    <a:pt x="5114697" y="402834"/>
                  </a:lnTo>
                  <a:lnTo>
                    <a:pt x="5114805" y="402834"/>
                  </a:lnTo>
                  <a:lnTo>
                    <a:pt x="5114914" y="402834"/>
                  </a:lnTo>
                  <a:lnTo>
                    <a:pt x="5115022" y="402834"/>
                  </a:lnTo>
                  <a:lnTo>
                    <a:pt x="5115131" y="402834"/>
                  </a:lnTo>
                  <a:lnTo>
                    <a:pt x="5115131" y="402210"/>
                  </a:lnTo>
                  <a:lnTo>
                    <a:pt x="5115239" y="402210"/>
                  </a:lnTo>
                  <a:lnTo>
                    <a:pt x="5115348" y="402210"/>
                  </a:lnTo>
                  <a:lnTo>
                    <a:pt x="5115456" y="402210"/>
                  </a:lnTo>
                  <a:lnTo>
                    <a:pt x="5115564" y="402210"/>
                  </a:lnTo>
                  <a:lnTo>
                    <a:pt x="5115673" y="402210"/>
                  </a:lnTo>
                  <a:lnTo>
                    <a:pt x="5115673" y="401587"/>
                  </a:lnTo>
                  <a:lnTo>
                    <a:pt x="5115781" y="401587"/>
                  </a:lnTo>
                  <a:lnTo>
                    <a:pt x="5115890" y="401587"/>
                  </a:lnTo>
                  <a:lnTo>
                    <a:pt x="5115998" y="401587"/>
                  </a:lnTo>
                  <a:lnTo>
                    <a:pt x="5116107" y="401587"/>
                  </a:lnTo>
                  <a:lnTo>
                    <a:pt x="5116215" y="401587"/>
                  </a:lnTo>
                  <a:lnTo>
                    <a:pt x="5116324" y="401587"/>
                  </a:lnTo>
                  <a:lnTo>
                    <a:pt x="5116432" y="401587"/>
                  </a:lnTo>
                  <a:lnTo>
                    <a:pt x="5116540" y="401587"/>
                  </a:lnTo>
                  <a:lnTo>
                    <a:pt x="5116649" y="401587"/>
                  </a:lnTo>
                  <a:lnTo>
                    <a:pt x="5116757" y="401587"/>
                  </a:lnTo>
                  <a:lnTo>
                    <a:pt x="5116866" y="401587"/>
                  </a:lnTo>
                  <a:lnTo>
                    <a:pt x="5116974" y="401587"/>
                  </a:lnTo>
                  <a:lnTo>
                    <a:pt x="5117083" y="401587"/>
                  </a:lnTo>
                  <a:lnTo>
                    <a:pt x="5117191" y="401587"/>
                  </a:lnTo>
                  <a:lnTo>
                    <a:pt x="5117300" y="401587"/>
                  </a:lnTo>
                  <a:lnTo>
                    <a:pt x="5117408" y="401587"/>
                  </a:lnTo>
                  <a:lnTo>
                    <a:pt x="5117517" y="401587"/>
                  </a:lnTo>
                  <a:lnTo>
                    <a:pt x="5117625" y="401587"/>
                  </a:lnTo>
                  <a:lnTo>
                    <a:pt x="5117733" y="401587"/>
                  </a:lnTo>
                  <a:lnTo>
                    <a:pt x="5117842" y="401587"/>
                  </a:lnTo>
                  <a:lnTo>
                    <a:pt x="5117950" y="401587"/>
                  </a:lnTo>
                  <a:lnTo>
                    <a:pt x="5118059" y="401587"/>
                  </a:lnTo>
                  <a:lnTo>
                    <a:pt x="5118167" y="401587"/>
                  </a:lnTo>
                  <a:lnTo>
                    <a:pt x="5118276" y="401587"/>
                  </a:lnTo>
                  <a:lnTo>
                    <a:pt x="5118384" y="401587"/>
                  </a:lnTo>
                  <a:lnTo>
                    <a:pt x="5118493" y="401587"/>
                  </a:lnTo>
                  <a:lnTo>
                    <a:pt x="5118493" y="400963"/>
                  </a:lnTo>
                  <a:lnTo>
                    <a:pt x="5118601" y="400963"/>
                  </a:lnTo>
                  <a:lnTo>
                    <a:pt x="5118709" y="400963"/>
                  </a:lnTo>
                  <a:lnTo>
                    <a:pt x="5118818" y="400963"/>
                  </a:lnTo>
                  <a:lnTo>
                    <a:pt x="5118926" y="400963"/>
                  </a:lnTo>
                  <a:lnTo>
                    <a:pt x="5119035" y="400963"/>
                  </a:lnTo>
                  <a:lnTo>
                    <a:pt x="5119143" y="400963"/>
                  </a:lnTo>
                  <a:lnTo>
                    <a:pt x="5119252" y="400963"/>
                  </a:lnTo>
                  <a:lnTo>
                    <a:pt x="5119360" y="400963"/>
                  </a:lnTo>
                  <a:lnTo>
                    <a:pt x="5119469" y="400963"/>
                  </a:lnTo>
                  <a:lnTo>
                    <a:pt x="5119577" y="400963"/>
                  </a:lnTo>
                  <a:lnTo>
                    <a:pt x="5119685" y="400963"/>
                  </a:lnTo>
                  <a:lnTo>
                    <a:pt x="5119794" y="400963"/>
                  </a:lnTo>
                  <a:lnTo>
                    <a:pt x="5119902" y="400963"/>
                  </a:lnTo>
                  <a:lnTo>
                    <a:pt x="5120011" y="400963"/>
                  </a:lnTo>
                  <a:lnTo>
                    <a:pt x="5120119" y="400963"/>
                  </a:lnTo>
                  <a:lnTo>
                    <a:pt x="5120228" y="400963"/>
                  </a:lnTo>
                  <a:lnTo>
                    <a:pt x="5120336" y="400963"/>
                  </a:lnTo>
                  <a:lnTo>
                    <a:pt x="5120445" y="400963"/>
                  </a:lnTo>
                  <a:lnTo>
                    <a:pt x="5120553" y="400963"/>
                  </a:lnTo>
                  <a:lnTo>
                    <a:pt x="5120661" y="400963"/>
                  </a:lnTo>
                  <a:lnTo>
                    <a:pt x="5120661" y="400339"/>
                  </a:lnTo>
                  <a:lnTo>
                    <a:pt x="5120770" y="400339"/>
                  </a:lnTo>
                  <a:lnTo>
                    <a:pt x="5120878" y="400339"/>
                  </a:lnTo>
                  <a:lnTo>
                    <a:pt x="5120987" y="400339"/>
                  </a:lnTo>
                  <a:lnTo>
                    <a:pt x="5121095" y="400339"/>
                  </a:lnTo>
                  <a:lnTo>
                    <a:pt x="5121204" y="400339"/>
                  </a:lnTo>
                  <a:lnTo>
                    <a:pt x="5121312" y="400339"/>
                  </a:lnTo>
                  <a:lnTo>
                    <a:pt x="5121421" y="400339"/>
                  </a:lnTo>
                  <a:lnTo>
                    <a:pt x="5121529" y="400339"/>
                  </a:lnTo>
                  <a:lnTo>
                    <a:pt x="5121637" y="400339"/>
                  </a:lnTo>
                  <a:lnTo>
                    <a:pt x="5121746" y="400339"/>
                  </a:lnTo>
                  <a:lnTo>
                    <a:pt x="5121854" y="400339"/>
                  </a:lnTo>
                  <a:lnTo>
                    <a:pt x="5121963" y="400339"/>
                  </a:lnTo>
                  <a:lnTo>
                    <a:pt x="5122071" y="400339"/>
                  </a:lnTo>
                  <a:lnTo>
                    <a:pt x="5122180" y="400339"/>
                  </a:lnTo>
                  <a:lnTo>
                    <a:pt x="5122288" y="400339"/>
                  </a:lnTo>
                  <a:lnTo>
                    <a:pt x="5122397" y="400339"/>
                  </a:lnTo>
                  <a:lnTo>
                    <a:pt x="5122505" y="400339"/>
                  </a:lnTo>
                  <a:lnTo>
                    <a:pt x="5122614" y="400339"/>
                  </a:lnTo>
                  <a:lnTo>
                    <a:pt x="5122722" y="400339"/>
                  </a:lnTo>
                  <a:lnTo>
                    <a:pt x="5122830" y="400339"/>
                  </a:lnTo>
                  <a:lnTo>
                    <a:pt x="5122939" y="400339"/>
                  </a:lnTo>
                  <a:lnTo>
                    <a:pt x="5123047" y="400339"/>
                  </a:lnTo>
                  <a:lnTo>
                    <a:pt x="5123156" y="400339"/>
                  </a:lnTo>
                  <a:lnTo>
                    <a:pt x="5123264" y="400339"/>
                  </a:lnTo>
                  <a:lnTo>
                    <a:pt x="5123373" y="400339"/>
                  </a:lnTo>
                  <a:lnTo>
                    <a:pt x="5123481" y="400339"/>
                  </a:lnTo>
                  <a:lnTo>
                    <a:pt x="5123590" y="400339"/>
                  </a:lnTo>
                  <a:lnTo>
                    <a:pt x="5123698" y="400339"/>
                  </a:lnTo>
                  <a:lnTo>
                    <a:pt x="5123806" y="400339"/>
                  </a:lnTo>
                  <a:lnTo>
                    <a:pt x="5123915" y="400339"/>
                  </a:lnTo>
                  <a:lnTo>
                    <a:pt x="5124023" y="400339"/>
                  </a:lnTo>
                  <a:lnTo>
                    <a:pt x="5124132" y="400339"/>
                  </a:lnTo>
                  <a:lnTo>
                    <a:pt x="5124240" y="400339"/>
                  </a:lnTo>
                  <a:lnTo>
                    <a:pt x="5124349" y="400339"/>
                  </a:lnTo>
                  <a:lnTo>
                    <a:pt x="5124457" y="400339"/>
                  </a:lnTo>
                  <a:lnTo>
                    <a:pt x="5124566" y="400339"/>
                  </a:lnTo>
                  <a:lnTo>
                    <a:pt x="5124674" y="400339"/>
                  </a:lnTo>
                  <a:lnTo>
                    <a:pt x="5124782" y="400339"/>
                  </a:lnTo>
                  <a:lnTo>
                    <a:pt x="5124891" y="400339"/>
                  </a:lnTo>
                  <a:lnTo>
                    <a:pt x="5124999" y="400339"/>
                  </a:lnTo>
                  <a:lnTo>
                    <a:pt x="5125108" y="400339"/>
                  </a:lnTo>
                  <a:lnTo>
                    <a:pt x="5125216" y="400339"/>
                  </a:lnTo>
                  <a:lnTo>
                    <a:pt x="5125216" y="399716"/>
                  </a:lnTo>
                  <a:lnTo>
                    <a:pt x="5125325" y="399716"/>
                  </a:lnTo>
                  <a:lnTo>
                    <a:pt x="5125433" y="399716"/>
                  </a:lnTo>
                  <a:lnTo>
                    <a:pt x="5125542" y="399716"/>
                  </a:lnTo>
                  <a:lnTo>
                    <a:pt x="5125542" y="399092"/>
                  </a:lnTo>
                  <a:lnTo>
                    <a:pt x="5125650" y="399092"/>
                  </a:lnTo>
                  <a:lnTo>
                    <a:pt x="5125758" y="399092"/>
                  </a:lnTo>
                  <a:lnTo>
                    <a:pt x="5125867" y="399092"/>
                  </a:lnTo>
                  <a:lnTo>
                    <a:pt x="5125975" y="399092"/>
                  </a:lnTo>
                  <a:lnTo>
                    <a:pt x="5125975" y="398469"/>
                  </a:lnTo>
                  <a:lnTo>
                    <a:pt x="5126084" y="398469"/>
                  </a:lnTo>
                  <a:lnTo>
                    <a:pt x="5126192" y="398469"/>
                  </a:lnTo>
                  <a:lnTo>
                    <a:pt x="5126301" y="398469"/>
                  </a:lnTo>
                  <a:lnTo>
                    <a:pt x="5126409" y="398469"/>
                  </a:lnTo>
                  <a:lnTo>
                    <a:pt x="5126518" y="398469"/>
                  </a:lnTo>
                  <a:lnTo>
                    <a:pt x="5126626" y="398469"/>
                  </a:lnTo>
                  <a:lnTo>
                    <a:pt x="5126735" y="398469"/>
                  </a:lnTo>
                  <a:lnTo>
                    <a:pt x="5126843" y="398469"/>
                  </a:lnTo>
                  <a:lnTo>
                    <a:pt x="5126843" y="397845"/>
                  </a:lnTo>
                  <a:lnTo>
                    <a:pt x="5126843" y="397221"/>
                  </a:lnTo>
                  <a:lnTo>
                    <a:pt x="5126951" y="397221"/>
                  </a:lnTo>
                  <a:lnTo>
                    <a:pt x="5127060" y="397221"/>
                  </a:lnTo>
                  <a:lnTo>
                    <a:pt x="5127168" y="397221"/>
                  </a:lnTo>
                  <a:lnTo>
                    <a:pt x="5127277" y="397221"/>
                  </a:lnTo>
                  <a:lnTo>
                    <a:pt x="5127385" y="397221"/>
                  </a:lnTo>
                  <a:lnTo>
                    <a:pt x="5127494" y="397221"/>
                  </a:lnTo>
                  <a:lnTo>
                    <a:pt x="5127602" y="397221"/>
                  </a:lnTo>
                  <a:lnTo>
                    <a:pt x="5127711" y="397221"/>
                  </a:lnTo>
                  <a:lnTo>
                    <a:pt x="5127819" y="397221"/>
                  </a:lnTo>
                  <a:lnTo>
                    <a:pt x="5127927" y="397221"/>
                  </a:lnTo>
                  <a:lnTo>
                    <a:pt x="5128036" y="397221"/>
                  </a:lnTo>
                  <a:lnTo>
                    <a:pt x="5128144" y="397221"/>
                  </a:lnTo>
                  <a:lnTo>
                    <a:pt x="5128253" y="397221"/>
                  </a:lnTo>
                  <a:lnTo>
                    <a:pt x="5128361" y="397221"/>
                  </a:lnTo>
                  <a:lnTo>
                    <a:pt x="5128470" y="397221"/>
                  </a:lnTo>
                  <a:lnTo>
                    <a:pt x="5128470" y="396598"/>
                  </a:lnTo>
                  <a:lnTo>
                    <a:pt x="5128578" y="396598"/>
                  </a:lnTo>
                  <a:lnTo>
                    <a:pt x="5128687" y="396598"/>
                  </a:lnTo>
                  <a:lnTo>
                    <a:pt x="5128687" y="395974"/>
                  </a:lnTo>
                  <a:lnTo>
                    <a:pt x="5128795" y="395974"/>
                  </a:lnTo>
                  <a:lnTo>
                    <a:pt x="5128903" y="395974"/>
                  </a:lnTo>
                  <a:lnTo>
                    <a:pt x="5129012" y="395974"/>
                  </a:lnTo>
                  <a:lnTo>
                    <a:pt x="5129120" y="395974"/>
                  </a:lnTo>
                  <a:lnTo>
                    <a:pt x="5129229" y="395974"/>
                  </a:lnTo>
                  <a:lnTo>
                    <a:pt x="5129337" y="395974"/>
                  </a:lnTo>
                  <a:lnTo>
                    <a:pt x="5129446" y="395974"/>
                  </a:lnTo>
                  <a:lnTo>
                    <a:pt x="5129554" y="395974"/>
                  </a:lnTo>
                  <a:lnTo>
                    <a:pt x="5129663" y="395974"/>
                  </a:lnTo>
                  <a:lnTo>
                    <a:pt x="5129771" y="395974"/>
                  </a:lnTo>
                  <a:lnTo>
                    <a:pt x="5129879" y="395974"/>
                  </a:lnTo>
                  <a:lnTo>
                    <a:pt x="5129988" y="395974"/>
                  </a:lnTo>
                  <a:lnTo>
                    <a:pt x="5130096" y="395974"/>
                  </a:lnTo>
                  <a:lnTo>
                    <a:pt x="5130205" y="395974"/>
                  </a:lnTo>
                  <a:lnTo>
                    <a:pt x="5130313" y="395974"/>
                  </a:lnTo>
                  <a:lnTo>
                    <a:pt x="5130422" y="395974"/>
                  </a:lnTo>
                  <a:lnTo>
                    <a:pt x="5130530" y="395974"/>
                  </a:lnTo>
                  <a:lnTo>
                    <a:pt x="5130639" y="395974"/>
                  </a:lnTo>
                  <a:lnTo>
                    <a:pt x="5130639" y="395351"/>
                  </a:lnTo>
                  <a:lnTo>
                    <a:pt x="5130747" y="395351"/>
                  </a:lnTo>
                  <a:lnTo>
                    <a:pt x="5130856" y="395351"/>
                  </a:lnTo>
                  <a:lnTo>
                    <a:pt x="5130964" y="395351"/>
                  </a:lnTo>
                  <a:lnTo>
                    <a:pt x="5131072" y="395351"/>
                  </a:lnTo>
                  <a:lnTo>
                    <a:pt x="5131181" y="395351"/>
                  </a:lnTo>
                  <a:lnTo>
                    <a:pt x="5131289" y="395351"/>
                  </a:lnTo>
                  <a:lnTo>
                    <a:pt x="5131398" y="395351"/>
                  </a:lnTo>
                  <a:lnTo>
                    <a:pt x="5131506" y="395351"/>
                  </a:lnTo>
                  <a:lnTo>
                    <a:pt x="5131615" y="395351"/>
                  </a:lnTo>
                  <a:lnTo>
                    <a:pt x="5131723" y="395351"/>
                  </a:lnTo>
                  <a:lnTo>
                    <a:pt x="5131832" y="395351"/>
                  </a:lnTo>
                  <a:lnTo>
                    <a:pt x="5131940" y="395351"/>
                  </a:lnTo>
                  <a:lnTo>
                    <a:pt x="5132048" y="395351"/>
                  </a:lnTo>
                  <a:lnTo>
                    <a:pt x="5132157" y="395351"/>
                  </a:lnTo>
                  <a:lnTo>
                    <a:pt x="5132265" y="395351"/>
                  </a:lnTo>
                  <a:lnTo>
                    <a:pt x="5132265" y="394727"/>
                  </a:lnTo>
                  <a:lnTo>
                    <a:pt x="5132374" y="394727"/>
                  </a:lnTo>
                  <a:lnTo>
                    <a:pt x="5132482" y="394727"/>
                  </a:lnTo>
                  <a:lnTo>
                    <a:pt x="5132591" y="394727"/>
                  </a:lnTo>
                  <a:lnTo>
                    <a:pt x="5132699" y="394727"/>
                  </a:lnTo>
                  <a:lnTo>
                    <a:pt x="5132808" y="394727"/>
                  </a:lnTo>
                  <a:lnTo>
                    <a:pt x="5132916" y="394727"/>
                  </a:lnTo>
                  <a:lnTo>
                    <a:pt x="5133024" y="394727"/>
                  </a:lnTo>
                  <a:lnTo>
                    <a:pt x="5133133" y="394727"/>
                  </a:lnTo>
                  <a:lnTo>
                    <a:pt x="5133241" y="394727"/>
                  </a:lnTo>
                  <a:lnTo>
                    <a:pt x="5133350" y="394727"/>
                  </a:lnTo>
                  <a:lnTo>
                    <a:pt x="5133350" y="394104"/>
                  </a:lnTo>
                  <a:lnTo>
                    <a:pt x="5133350" y="393480"/>
                  </a:lnTo>
                  <a:lnTo>
                    <a:pt x="5133458" y="393480"/>
                  </a:lnTo>
                  <a:lnTo>
                    <a:pt x="5133567" y="393480"/>
                  </a:lnTo>
                  <a:lnTo>
                    <a:pt x="5133675" y="393480"/>
                  </a:lnTo>
                  <a:lnTo>
                    <a:pt x="5133784" y="393480"/>
                  </a:lnTo>
                  <a:lnTo>
                    <a:pt x="5133892" y="393480"/>
                  </a:lnTo>
                  <a:lnTo>
                    <a:pt x="5134000" y="393480"/>
                  </a:lnTo>
                  <a:lnTo>
                    <a:pt x="5134109" y="393480"/>
                  </a:lnTo>
                  <a:lnTo>
                    <a:pt x="5134217" y="393480"/>
                  </a:lnTo>
                  <a:lnTo>
                    <a:pt x="5134326" y="393480"/>
                  </a:lnTo>
                  <a:lnTo>
                    <a:pt x="5134434" y="393480"/>
                  </a:lnTo>
                  <a:lnTo>
                    <a:pt x="5134543" y="393480"/>
                  </a:lnTo>
                  <a:lnTo>
                    <a:pt x="5134651" y="393480"/>
                  </a:lnTo>
                  <a:lnTo>
                    <a:pt x="5134760" y="393480"/>
                  </a:lnTo>
                  <a:lnTo>
                    <a:pt x="5134868" y="393480"/>
                  </a:lnTo>
                  <a:lnTo>
                    <a:pt x="5134977" y="393480"/>
                  </a:lnTo>
                  <a:lnTo>
                    <a:pt x="5135085" y="393480"/>
                  </a:lnTo>
                  <a:lnTo>
                    <a:pt x="5135193" y="393480"/>
                  </a:lnTo>
                  <a:lnTo>
                    <a:pt x="5135302" y="393480"/>
                  </a:lnTo>
                  <a:lnTo>
                    <a:pt x="5135410" y="393480"/>
                  </a:lnTo>
                  <a:lnTo>
                    <a:pt x="5135519" y="393480"/>
                  </a:lnTo>
                  <a:lnTo>
                    <a:pt x="5135627" y="393480"/>
                  </a:lnTo>
                  <a:lnTo>
                    <a:pt x="5135736" y="393480"/>
                  </a:lnTo>
                  <a:lnTo>
                    <a:pt x="5135844" y="393480"/>
                  </a:lnTo>
                  <a:lnTo>
                    <a:pt x="5135953" y="393480"/>
                  </a:lnTo>
                  <a:lnTo>
                    <a:pt x="5136061" y="393480"/>
                  </a:lnTo>
                  <a:lnTo>
                    <a:pt x="5136169" y="393480"/>
                  </a:lnTo>
                  <a:lnTo>
                    <a:pt x="5136278" y="393480"/>
                  </a:lnTo>
                  <a:lnTo>
                    <a:pt x="5136386" y="393480"/>
                  </a:lnTo>
                  <a:lnTo>
                    <a:pt x="5136495" y="393480"/>
                  </a:lnTo>
                  <a:lnTo>
                    <a:pt x="5136603" y="393480"/>
                  </a:lnTo>
                  <a:lnTo>
                    <a:pt x="5136712" y="393480"/>
                  </a:lnTo>
                  <a:lnTo>
                    <a:pt x="5136820" y="393480"/>
                  </a:lnTo>
                  <a:lnTo>
                    <a:pt x="5136929" y="393480"/>
                  </a:lnTo>
                  <a:lnTo>
                    <a:pt x="5137037" y="393480"/>
                  </a:lnTo>
                  <a:lnTo>
                    <a:pt x="5137145" y="393480"/>
                  </a:lnTo>
                  <a:lnTo>
                    <a:pt x="5137254" y="393480"/>
                  </a:lnTo>
                  <a:lnTo>
                    <a:pt x="5137362" y="393480"/>
                  </a:lnTo>
                  <a:lnTo>
                    <a:pt x="5137471" y="393480"/>
                  </a:lnTo>
                  <a:lnTo>
                    <a:pt x="5137579" y="393480"/>
                  </a:lnTo>
                  <a:lnTo>
                    <a:pt x="5137688" y="393480"/>
                  </a:lnTo>
                  <a:lnTo>
                    <a:pt x="5137796" y="393480"/>
                  </a:lnTo>
                  <a:lnTo>
                    <a:pt x="5137905" y="393480"/>
                  </a:lnTo>
                  <a:lnTo>
                    <a:pt x="5138013" y="393480"/>
                  </a:lnTo>
                  <a:lnTo>
                    <a:pt x="5138121" y="393480"/>
                  </a:lnTo>
                  <a:lnTo>
                    <a:pt x="5138230" y="393480"/>
                  </a:lnTo>
                  <a:lnTo>
                    <a:pt x="5138338" y="393480"/>
                  </a:lnTo>
                  <a:lnTo>
                    <a:pt x="5138447" y="393480"/>
                  </a:lnTo>
                  <a:lnTo>
                    <a:pt x="5138555" y="393480"/>
                  </a:lnTo>
                  <a:lnTo>
                    <a:pt x="5138664" y="393480"/>
                  </a:lnTo>
                  <a:lnTo>
                    <a:pt x="5138772" y="393480"/>
                  </a:lnTo>
                  <a:lnTo>
                    <a:pt x="5138881" y="393480"/>
                  </a:lnTo>
                  <a:lnTo>
                    <a:pt x="5138989" y="393480"/>
                  </a:lnTo>
                  <a:lnTo>
                    <a:pt x="5139098" y="393480"/>
                  </a:lnTo>
                  <a:lnTo>
                    <a:pt x="5139206" y="393480"/>
                  </a:lnTo>
                  <a:lnTo>
                    <a:pt x="5139314" y="393480"/>
                  </a:lnTo>
                  <a:lnTo>
                    <a:pt x="5139423" y="393480"/>
                  </a:lnTo>
                  <a:lnTo>
                    <a:pt x="5139531" y="393480"/>
                  </a:lnTo>
                  <a:lnTo>
                    <a:pt x="5139531" y="392856"/>
                  </a:lnTo>
                  <a:lnTo>
                    <a:pt x="5139640" y="392856"/>
                  </a:lnTo>
                  <a:lnTo>
                    <a:pt x="5139748" y="392856"/>
                  </a:lnTo>
                  <a:lnTo>
                    <a:pt x="5139857" y="392856"/>
                  </a:lnTo>
                  <a:lnTo>
                    <a:pt x="5139965" y="392856"/>
                  </a:lnTo>
                  <a:lnTo>
                    <a:pt x="5140074" y="392856"/>
                  </a:lnTo>
                  <a:lnTo>
                    <a:pt x="5140182" y="392856"/>
                  </a:lnTo>
                  <a:lnTo>
                    <a:pt x="5140290" y="392856"/>
                  </a:lnTo>
                  <a:lnTo>
                    <a:pt x="5140399" y="392856"/>
                  </a:lnTo>
                  <a:lnTo>
                    <a:pt x="5140507" y="392856"/>
                  </a:lnTo>
                  <a:lnTo>
                    <a:pt x="5140616" y="392856"/>
                  </a:lnTo>
                  <a:lnTo>
                    <a:pt x="5140724" y="392856"/>
                  </a:lnTo>
                  <a:lnTo>
                    <a:pt x="5140833" y="392856"/>
                  </a:lnTo>
                  <a:lnTo>
                    <a:pt x="5140941" y="392856"/>
                  </a:lnTo>
                  <a:lnTo>
                    <a:pt x="5141050" y="392856"/>
                  </a:lnTo>
                  <a:lnTo>
                    <a:pt x="5141158" y="392856"/>
                  </a:lnTo>
                  <a:lnTo>
                    <a:pt x="5141266" y="392856"/>
                  </a:lnTo>
                  <a:lnTo>
                    <a:pt x="5141375" y="392856"/>
                  </a:lnTo>
                  <a:lnTo>
                    <a:pt x="5141483" y="392856"/>
                  </a:lnTo>
                  <a:lnTo>
                    <a:pt x="5141592" y="392856"/>
                  </a:lnTo>
                  <a:lnTo>
                    <a:pt x="5141592" y="392233"/>
                  </a:lnTo>
                  <a:lnTo>
                    <a:pt x="5141700" y="392233"/>
                  </a:lnTo>
                  <a:lnTo>
                    <a:pt x="5141809" y="392233"/>
                  </a:lnTo>
                  <a:lnTo>
                    <a:pt x="5141917" y="392233"/>
                  </a:lnTo>
                  <a:lnTo>
                    <a:pt x="5142026" y="392233"/>
                  </a:lnTo>
                  <a:lnTo>
                    <a:pt x="5142026" y="391609"/>
                  </a:lnTo>
                  <a:lnTo>
                    <a:pt x="5142134" y="391609"/>
                  </a:lnTo>
                  <a:lnTo>
                    <a:pt x="5142242" y="391609"/>
                  </a:lnTo>
                  <a:lnTo>
                    <a:pt x="5142351" y="391609"/>
                  </a:lnTo>
                  <a:lnTo>
                    <a:pt x="5142459" y="391609"/>
                  </a:lnTo>
                  <a:lnTo>
                    <a:pt x="5142568" y="391609"/>
                  </a:lnTo>
                  <a:lnTo>
                    <a:pt x="5142676" y="391609"/>
                  </a:lnTo>
                  <a:lnTo>
                    <a:pt x="5142785" y="391609"/>
                  </a:lnTo>
                  <a:lnTo>
                    <a:pt x="5142893" y="391609"/>
                  </a:lnTo>
                  <a:lnTo>
                    <a:pt x="5143002" y="391609"/>
                  </a:lnTo>
                  <a:lnTo>
                    <a:pt x="5143110" y="391609"/>
                  </a:lnTo>
                  <a:lnTo>
                    <a:pt x="5143218" y="391609"/>
                  </a:lnTo>
                  <a:lnTo>
                    <a:pt x="5143327" y="391609"/>
                  </a:lnTo>
                  <a:lnTo>
                    <a:pt x="5143435" y="391609"/>
                  </a:lnTo>
                  <a:lnTo>
                    <a:pt x="5143544" y="391609"/>
                  </a:lnTo>
                  <a:lnTo>
                    <a:pt x="5143652" y="391609"/>
                  </a:lnTo>
                  <a:lnTo>
                    <a:pt x="5143761" y="391609"/>
                  </a:lnTo>
                  <a:lnTo>
                    <a:pt x="5143869" y="391609"/>
                  </a:lnTo>
                  <a:lnTo>
                    <a:pt x="5143978" y="391609"/>
                  </a:lnTo>
                  <a:lnTo>
                    <a:pt x="5144086" y="391609"/>
                  </a:lnTo>
                  <a:lnTo>
                    <a:pt x="5144195" y="391609"/>
                  </a:lnTo>
                  <a:lnTo>
                    <a:pt x="5144303" y="391609"/>
                  </a:lnTo>
                  <a:lnTo>
                    <a:pt x="5144303" y="390986"/>
                  </a:lnTo>
                  <a:lnTo>
                    <a:pt x="5144411" y="390986"/>
                  </a:lnTo>
                  <a:lnTo>
                    <a:pt x="5144520" y="390986"/>
                  </a:lnTo>
                  <a:lnTo>
                    <a:pt x="5144628" y="390986"/>
                  </a:lnTo>
                  <a:lnTo>
                    <a:pt x="5144628" y="390362"/>
                  </a:lnTo>
                  <a:lnTo>
                    <a:pt x="5144737" y="390362"/>
                  </a:lnTo>
                  <a:lnTo>
                    <a:pt x="5144845" y="390362"/>
                  </a:lnTo>
                  <a:lnTo>
                    <a:pt x="5144954" y="390362"/>
                  </a:lnTo>
                  <a:lnTo>
                    <a:pt x="5145062" y="390362"/>
                  </a:lnTo>
                  <a:lnTo>
                    <a:pt x="5145171" y="390362"/>
                  </a:lnTo>
                  <a:lnTo>
                    <a:pt x="5145279" y="390362"/>
                  </a:lnTo>
                  <a:lnTo>
                    <a:pt x="5145387" y="390362"/>
                  </a:lnTo>
                  <a:lnTo>
                    <a:pt x="5145496" y="390362"/>
                  </a:lnTo>
                  <a:lnTo>
                    <a:pt x="5145496" y="389738"/>
                  </a:lnTo>
                  <a:lnTo>
                    <a:pt x="5145496" y="389115"/>
                  </a:lnTo>
                  <a:lnTo>
                    <a:pt x="5145604" y="389115"/>
                  </a:lnTo>
                  <a:lnTo>
                    <a:pt x="5145713" y="389115"/>
                  </a:lnTo>
                  <a:lnTo>
                    <a:pt x="5145821" y="389115"/>
                  </a:lnTo>
                  <a:lnTo>
                    <a:pt x="5145930" y="389115"/>
                  </a:lnTo>
                  <a:lnTo>
                    <a:pt x="5146038" y="389115"/>
                  </a:lnTo>
                  <a:lnTo>
                    <a:pt x="5146147" y="389115"/>
                  </a:lnTo>
                  <a:lnTo>
                    <a:pt x="5146255" y="389115"/>
                  </a:lnTo>
                  <a:lnTo>
                    <a:pt x="5146363" y="389115"/>
                  </a:lnTo>
                  <a:lnTo>
                    <a:pt x="5146363" y="388491"/>
                  </a:lnTo>
                  <a:lnTo>
                    <a:pt x="5146472" y="388491"/>
                  </a:lnTo>
                  <a:lnTo>
                    <a:pt x="5146580" y="388491"/>
                  </a:lnTo>
                  <a:lnTo>
                    <a:pt x="5146689" y="388491"/>
                  </a:lnTo>
                  <a:lnTo>
                    <a:pt x="5146797" y="388491"/>
                  </a:lnTo>
                  <a:lnTo>
                    <a:pt x="5146906" y="388491"/>
                  </a:lnTo>
                  <a:lnTo>
                    <a:pt x="5147014" y="388491"/>
                  </a:lnTo>
                  <a:lnTo>
                    <a:pt x="5147123" y="388491"/>
                  </a:lnTo>
                  <a:lnTo>
                    <a:pt x="5147231" y="388491"/>
                  </a:lnTo>
                  <a:lnTo>
                    <a:pt x="5147339" y="388491"/>
                  </a:lnTo>
                  <a:lnTo>
                    <a:pt x="5147448" y="388491"/>
                  </a:lnTo>
                  <a:lnTo>
                    <a:pt x="5147448" y="387868"/>
                  </a:lnTo>
                  <a:lnTo>
                    <a:pt x="5147556" y="387868"/>
                  </a:lnTo>
                  <a:lnTo>
                    <a:pt x="5147665" y="387868"/>
                  </a:lnTo>
                  <a:lnTo>
                    <a:pt x="5147773" y="387868"/>
                  </a:lnTo>
                  <a:lnTo>
                    <a:pt x="5147882" y="387868"/>
                  </a:lnTo>
                  <a:lnTo>
                    <a:pt x="5147990" y="387868"/>
                  </a:lnTo>
                  <a:lnTo>
                    <a:pt x="5148099" y="387868"/>
                  </a:lnTo>
                  <a:lnTo>
                    <a:pt x="5148207" y="387868"/>
                  </a:lnTo>
                  <a:lnTo>
                    <a:pt x="5148316" y="387868"/>
                  </a:lnTo>
                  <a:lnTo>
                    <a:pt x="5148424" y="387868"/>
                  </a:lnTo>
                  <a:lnTo>
                    <a:pt x="5148424" y="387244"/>
                  </a:lnTo>
                  <a:lnTo>
                    <a:pt x="5148532" y="387244"/>
                  </a:lnTo>
                  <a:lnTo>
                    <a:pt x="5148641" y="387244"/>
                  </a:lnTo>
                  <a:lnTo>
                    <a:pt x="5148749" y="387244"/>
                  </a:lnTo>
                  <a:lnTo>
                    <a:pt x="5148858" y="387244"/>
                  </a:lnTo>
                  <a:lnTo>
                    <a:pt x="5148966" y="387244"/>
                  </a:lnTo>
                  <a:lnTo>
                    <a:pt x="5149075" y="387244"/>
                  </a:lnTo>
                  <a:lnTo>
                    <a:pt x="5149183" y="387244"/>
                  </a:lnTo>
                  <a:lnTo>
                    <a:pt x="5149292" y="387244"/>
                  </a:lnTo>
                  <a:lnTo>
                    <a:pt x="5149400" y="387244"/>
                  </a:lnTo>
                  <a:lnTo>
                    <a:pt x="5149508" y="387244"/>
                  </a:lnTo>
                  <a:lnTo>
                    <a:pt x="5149617" y="387244"/>
                  </a:lnTo>
                  <a:lnTo>
                    <a:pt x="5149725" y="387244"/>
                  </a:lnTo>
                  <a:lnTo>
                    <a:pt x="5149834" y="387244"/>
                  </a:lnTo>
                  <a:lnTo>
                    <a:pt x="5149942" y="387244"/>
                  </a:lnTo>
                  <a:lnTo>
                    <a:pt x="5150051" y="387244"/>
                  </a:lnTo>
                  <a:lnTo>
                    <a:pt x="5150159" y="387244"/>
                  </a:lnTo>
                  <a:lnTo>
                    <a:pt x="5150268" y="387244"/>
                  </a:lnTo>
                  <a:lnTo>
                    <a:pt x="5150376" y="387244"/>
                  </a:lnTo>
                  <a:lnTo>
                    <a:pt x="5150484" y="387244"/>
                  </a:lnTo>
                  <a:lnTo>
                    <a:pt x="5150593" y="387244"/>
                  </a:lnTo>
                  <a:lnTo>
                    <a:pt x="5150701" y="387244"/>
                  </a:lnTo>
                  <a:lnTo>
                    <a:pt x="5150810" y="387244"/>
                  </a:lnTo>
                  <a:lnTo>
                    <a:pt x="5150918" y="387244"/>
                  </a:lnTo>
                  <a:lnTo>
                    <a:pt x="5150918" y="386621"/>
                  </a:lnTo>
                  <a:lnTo>
                    <a:pt x="5151027" y="386621"/>
                  </a:lnTo>
                  <a:lnTo>
                    <a:pt x="5151135" y="386621"/>
                  </a:lnTo>
                  <a:lnTo>
                    <a:pt x="5151244" y="386621"/>
                  </a:lnTo>
                  <a:lnTo>
                    <a:pt x="5151244" y="385997"/>
                  </a:lnTo>
                  <a:lnTo>
                    <a:pt x="5151352" y="385997"/>
                  </a:lnTo>
                  <a:lnTo>
                    <a:pt x="5151460" y="385997"/>
                  </a:lnTo>
                  <a:lnTo>
                    <a:pt x="5151569" y="385997"/>
                  </a:lnTo>
                  <a:lnTo>
                    <a:pt x="5151677" y="385997"/>
                  </a:lnTo>
                  <a:lnTo>
                    <a:pt x="5151786" y="385997"/>
                  </a:lnTo>
                  <a:lnTo>
                    <a:pt x="5151894" y="385997"/>
                  </a:lnTo>
                  <a:lnTo>
                    <a:pt x="5152003" y="385997"/>
                  </a:lnTo>
                  <a:lnTo>
                    <a:pt x="5152111" y="385997"/>
                  </a:lnTo>
                  <a:lnTo>
                    <a:pt x="5152220" y="385997"/>
                  </a:lnTo>
                  <a:lnTo>
                    <a:pt x="5152328" y="385997"/>
                  </a:lnTo>
                  <a:lnTo>
                    <a:pt x="5152437" y="385997"/>
                  </a:lnTo>
                  <a:lnTo>
                    <a:pt x="5152545" y="385997"/>
                  </a:lnTo>
                  <a:lnTo>
                    <a:pt x="5152653" y="385997"/>
                  </a:lnTo>
                  <a:lnTo>
                    <a:pt x="5152762" y="385997"/>
                  </a:lnTo>
                  <a:lnTo>
                    <a:pt x="5152870" y="385997"/>
                  </a:lnTo>
                  <a:lnTo>
                    <a:pt x="5152979" y="385997"/>
                  </a:lnTo>
                  <a:lnTo>
                    <a:pt x="5153087" y="385997"/>
                  </a:lnTo>
                  <a:lnTo>
                    <a:pt x="5153196" y="385997"/>
                  </a:lnTo>
                  <a:lnTo>
                    <a:pt x="5153304" y="385997"/>
                  </a:lnTo>
                  <a:lnTo>
                    <a:pt x="5153413" y="385997"/>
                  </a:lnTo>
                  <a:lnTo>
                    <a:pt x="5153521" y="385997"/>
                  </a:lnTo>
                  <a:lnTo>
                    <a:pt x="5153629" y="385997"/>
                  </a:lnTo>
                  <a:lnTo>
                    <a:pt x="5153738" y="385997"/>
                  </a:lnTo>
                  <a:lnTo>
                    <a:pt x="5153846" y="385997"/>
                  </a:lnTo>
                  <a:lnTo>
                    <a:pt x="5153955" y="385997"/>
                  </a:lnTo>
                  <a:lnTo>
                    <a:pt x="5154063" y="385997"/>
                  </a:lnTo>
                  <a:lnTo>
                    <a:pt x="5154172" y="385997"/>
                  </a:lnTo>
                  <a:lnTo>
                    <a:pt x="5154280" y="385997"/>
                  </a:lnTo>
                  <a:lnTo>
                    <a:pt x="5154389" y="385997"/>
                  </a:lnTo>
                  <a:lnTo>
                    <a:pt x="5154497" y="385997"/>
                  </a:lnTo>
                  <a:lnTo>
                    <a:pt x="5154605" y="385997"/>
                  </a:lnTo>
                  <a:lnTo>
                    <a:pt x="5154714" y="385997"/>
                  </a:lnTo>
                  <a:lnTo>
                    <a:pt x="5154822" y="385997"/>
                  </a:lnTo>
                  <a:lnTo>
                    <a:pt x="5154931" y="385997"/>
                  </a:lnTo>
                  <a:lnTo>
                    <a:pt x="5155039" y="385997"/>
                  </a:lnTo>
                  <a:lnTo>
                    <a:pt x="5155148" y="385997"/>
                  </a:lnTo>
                  <a:lnTo>
                    <a:pt x="5155256" y="385997"/>
                  </a:lnTo>
                  <a:lnTo>
                    <a:pt x="5155365" y="385997"/>
                  </a:lnTo>
                  <a:lnTo>
                    <a:pt x="5155473" y="385997"/>
                  </a:lnTo>
                  <a:lnTo>
                    <a:pt x="5155581" y="385997"/>
                  </a:lnTo>
                  <a:lnTo>
                    <a:pt x="5155690" y="385997"/>
                  </a:lnTo>
                  <a:lnTo>
                    <a:pt x="5155798" y="385997"/>
                  </a:lnTo>
                  <a:lnTo>
                    <a:pt x="5155907" y="385997"/>
                  </a:lnTo>
                  <a:lnTo>
                    <a:pt x="5156015" y="385997"/>
                  </a:lnTo>
                  <a:lnTo>
                    <a:pt x="5156124" y="385997"/>
                  </a:lnTo>
                  <a:lnTo>
                    <a:pt x="5156232" y="385997"/>
                  </a:lnTo>
                  <a:lnTo>
                    <a:pt x="5156341" y="385997"/>
                  </a:lnTo>
                  <a:lnTo>
                    <a:pt x="5156449" y="385997"/>
                  </a:lnTo>
                  <a:lnTo>
                    <a:pt x="5156558" y="385997"/>
                  </a:lnTo>
                  <a:lnTo>
                    <a:pt x="5156666" y="385997"/>
                  </a:lnTo>
                  <a:lnTo>
                    <a:pt x="5156774" y="385997"/>
                  </a:lnTo>
                  <a:lnTo>
                    <a:pt x="5156883" y="385997"/>
                  </a:lnTo>
                  <a:lnTo>
                    <a:pt x="5156991" y="385997"/>
                  </a:lnTo>
                  <a:lnTo>
                    <a:pt x="5157100" y="385997"/>
                  </a:lnTo>
                  <a:lnTo>
                    <a:pt x="5157208" y="385997"/>
                  </a:lnTo>
                  <a:lnTo>
                    <a:pt x="5157317" y="385997"/>
                  </a:lnTo>
                  <a:lnTo>
                    <a:pt x="5157425" y="385997"/>
                  </a:lnTo>
                  <a:lnTo>
                    <a:pt x="5157534" y="385997"/>
                  </a:lnTo>
                  <a:lnTo>
                    <a:pt x="5157642" y="385997"/>
                  </a:lnTo>
                  <a:lnTo>
                    <a:pt x="5157750" y="385997"/>
                  </a:lnTo>
                  <a:lnTo>
                    <a:pt x="5157859" y="385997"/>
                  </a:lnTo>
                  <a:lnTo>
                    <a:pt x="5157967" y="385997"/>
                  </a:lnTo>
                  <a:lnTo>
                    <a:pt x="5158076" y="385997"/>
                  </a:lnTo>
                  <a:lnTo>
                    <a:pt x="5158076" y="385373"/>
                  </a:lnTo>
                  <a:lnTo>
                    <a:pt x="5158184" y="385373"/>
                  </a:lnTo>
                  <a:lnTo>
                    <a:pt x="5158293" y="385373"/>
                  </a:lnTo>
                  <a:lnTo>
                    <a:pt x="5158401" y="385373"/>
                  </a:lnTo>
                  <a:lnTo>
                    <a:pt x="5158510" y="385373"/>
                  </a:lnTo>
                  <a:lnTo>
                    <a:pt x="5158618" y="385373"/>
                  </a:lnTo>
                  <a:lnTo>
                    <a:pt x="5158726" y="385373"/>
                  </a:lnTo>
                  <a:lnTo>
                    <a:pt x="5158726" y="384750"/>
                  </a:lnTo>
                  <a:lnTo>
                    <a:pt x="5158835" y="384750"/>
                  </a:lnTo>
                  <a:lnTo>
                    <a:pt x="5158943" y="384750"/>
                  </a:lnTo>
                  <a:lnTo>
                    <a:pt x="5159052" y="384750"/>
                  </a:lnTo>
                  <a:lnTo>
                    <a:pt x="5159160" y="384750"/>
                  </a:lnTo>
                  <a:lnTo>
                    <a:pt x="5159269" y="384750"/>
                  </a:lnTo>
                  <a:lnTo>
                    <a:pt x="5159377" y="384750"/>
                  </a:lnTo>
                  <a:lnTo>
                    <a:pt x="5159486" y="384750"/>
                  </a:lnTo>
                  <a:lnTo>
                    <a:pt x="5159594" y="384750"/>
                  </a:lnTo>
                  <a:lnTo>
                    <a:pt x="5159702" y="384750"/>
                  </a:lnTo>
                  <a:lnTo>
                    <a:pt x="5159811" y="384750"/>
                  </a:lnTo>
                  <a:lnTo>
                    <a:pt x="5159919" y="384750"/>
                  </a:lnTo>
                  <a:lnTo>
                    <a:pt x="5160028" y="384750"/>
                  </a:lnTo>
                  <a:lnTo>
                    <a:pt x="5160136" y="384750"/>
                  </a:lnTo>
                  <a:lnTo>
                    <a:pt x="5160245" y="384750"/>
                  </a:lnTo>
                  <a:lnTo>
                    <a:pt x="5160353" y="384750"/>
                  </a:lnTo>
                  <a:lnTo>
                    <a:pt x="5160462" y="384750"/>
                  </a:lnTo>
                  <a:lnTo>
                    <a:pt x="5160570" y="384750"/>
                  </a:lnTo>
                  <a:lnTo>
                    <a:pt x="5160570" y="384126"/>
                  </a:lnTo>
                  <a:lnTo>
                    <a:pt x="5160679" y="384126"/>
                  </a:lnTo>
                  <a:lnTo>
                    <a:pt x="5160787" y="384126"/>
                  </a:lnTo>
                  <a:lnTo>
                    <a:pt x="5160895" y="384126"/>
                  </a:lnTo>
                  <a:lnTo>
                    <a:pt x="5160895" y="383503"/>
                  </a:lnTo>
                  <a:lnTo>
                    <a:pt x="5161004" y="383503"/>
                  </a:lnTo>
                  <a:lnTo>
                    <a:pt x="5161112" y="383503"/>
                  </a:lnTo>
                  <a:lnTo>
                    <a:pt x="5161221" y="383503"/>
                  </a:lnTo>
                  <a:lnTo>
                    <a:pt x="5161329" y="383503"/>
                  </a:lnTo>
                  <a:lnTo>
                    <a:pt x="5161438" y="383503"/>
                  </a:lnTo>
                  <a:lnTo>
                    <a:pt x="5161546" y="383503"/>
                  </a:lnTo>
                  <a:lnTo>
                    <a:pt x="5161655" y="383503"/>
                  </a:lnTo>
                  <a:lnTo>
                    <a:pt x="5161763" y="383503"/>
                  </a:lnTo>
                  <a:lnTo>
                    <a:pt x="5161871" y="383503"/>
                  </a:lnTo>
                  <a:lnTo>
                    <a:pt x="5161980" y="383503"/>
                  </a:lnTo>
                  <a:lnTo>
                    <a:pt x="5161980" y="382879"/>
                  </a:lnTo>
                  <a:lnTo>
                    <a:pt x="5162088" y="382879"/>
                  </a:lnTo>
                  <a:lnTo>
                    <a:pt x="5162197" y="382879"/>
                  </a:lnTo>
                  <a:lnTo>
                    <a:pt x="5162305" y="382879"/>
                  </a:lnTo>
                  <a:lnTo>
                    <a:pt x="5162414" y="382879"/>
                  </a:lnTo>
                  <a:lnTo>
                    <a:pt x="5162522" y="382879"/>
                  </a:lnTo>
                  <a:lnTo>
                    <a:pt x="5162631" y="382879"/>
                  </a:lnTo>
                  <a:lnTo>
                    <a:pt x="5162739" y="382879"/>
                  </a:lnTo>
                  <a:lnTo>
                    <a:pt x="5162847" y="382879"/>
                  </a:lnTo>
                  <a:lnTo>
                    <a:pt x="5162956" y="382879"/>
                  </a:lnTo>
                  <a:lnTo>
                    <a:pt x="5163064" y="382879"/>
                  </a:lnTo>
                  <a:lnTo>
                    <a:pt x="5163173" y="382879"/>
                  </a:lnTo>
                  <a:lnTo>
                    <a:pt x="5163281" y="382879"/>
                  </a:lnTo>
                  <a:lnTo>
                    <a:pt x="5163390" y="382879"/>
                  </a:lnTo>
                  <a:lnTo>
                    <a:pt x="5163498" y="382879"/>
                  </a:lnTo>
                  <a:lnTo>
                    <a:pt x="5163607" y="382879"/>
                  </a:lnTo>
                  <a:lnTo>
                    <a:pt x="5163715" y="382879"/>
                  </a:lnTo>
                  <a:lnTo>
                    <a:pt x="5163823" y="382879"/>
                  </a:lnTo>
                  <a:lnTo>
                    <a:pt x="5163932" y="382879"/>
                  </a:lnTo>
                  <a:lnTo>
                    <a:pt x="5164040" y="382879"/>
                  </a:lnTo>
                  <a:lnTo>
                    <a:pt x="5164149" y="382879"/>
                  </a:lnTo>
                  <a:lnTo>
                    <a:pt x="5164149" y="382255"/>
                  </a:lnTo>
                  <a:lnTo>
                    <a:pt x="5164149" y="381632"/>
                  </a:lnTo>
                  <a:lnTo>
                    <a:pt x="5164257" y="381632"/>
                  </a:lnTo>
                  <a:lnTo>
                    <a:pt x="5164366" y="381632"/>
                  </a:lnTo>
                  <a:lnTo>
                    <a:pt x="5164474" y="381632"/>
                  </a:lnTo>
                  <a:lnTo>
                    <a:pt x="5164583" y="381632"/>
                  </a:lnTo>
                  <a:lnTo>
                    <a:pt x="5164583" y="381008"/>
                  </a:lnTo>
                  <a:lnTo>
                    <a:pt x="5164691" y="381008"/>
                  </a:lnTo>
                  <a:lnTo>
                    <a:pt x="5164691" y="380385"/>
                  </a:lnTo>
                  <a:lnTo>
                    <a:pt x="5164799" y="380385"/>
                  </a:lnTo>
                  <a:lnTo>
                    <a:pt x="5164908" y="380385"/>
                  </a:lnTo>
                  <a:lnTo>
                    <a:pt x="5164908" y="379761"/>
                  </a:lnTo>
                  <a:lnTo>
                    <a:pt x="5165016" y="379761"/>
                  </a:lnTo>
                  <a:lnTo>
                    <a:pt x="5165125" y="379761"/>
                  </a:lnTo>
                  <a:lnTo>
                    <a:pt x="5165233" y="379761"/>
                  </a:lnTo>
                  <a:lnTo>
                    <a:pt x="5165342" y="379761"/>
                  </a:lnTo>
                  <a:lnTo>
                    <a:pt x="5165450" y="379761"/>
                  </a:lnTo>
                  <a:lnTo>
                    <a:pt x="5165559" y="379761"/>
                  </a:lnTo>
                  <a:lnTo>
                    <a:pt x="5165667" y="379761"/>
                  </a:lnTo>
                  <a:lnTo>
                    <a:pt x="5165776" y="379761"/>
                  </a:lnTo>
                  <a:lnTo>
                    <a:pt x="5165884" y="379761"/>
                  </a:lnTo>
                  <a:lnTo>
                    <a:pt x="5165992" y="379761"/>
                  </a:lnTo>
                  <a:lnTo>
                    <a:pt x="5166101" y="379761"/>
                  </a:lnTo>
                  <a:lnTo>
                    <a:pt x="5166209" y="379761"/>
                  </a:lnTo>
                  <a:lnTo>
                    <a:pt x="5166318" y="379761"/>
                  </a:lnTo>
                  <a:lnTo>
                    <a:pt x="5166426" y="379761"/>
                  </a:lnTo>
                  <a:lnTo>
                    <a:pt x="5166535" y="379761"/>
                  </a:lnTo>
                  <a:lnTo>
                    <a:pt x="5166643" y="379761"/>
                  </a:lnTo>
                  <a:lnTo>
                    <a:pt x="5166752" y="379761"/>
                  </a:lnTo>
                  <a:lnTo>
                    <a:pt x="5166752" y="379138"/>
                  </a:lnTo>
                  <a:lnTo>
                    <a:pt x="5166860" y="379138"/>
                  </a:lnTo>
                  <a:lnTo>
                    <a:pt x="5166968" y="379138"/>
                  </a:lnTo>
                  <a:lnTo>
                    <a:pt x="5167077" y="379138"/>
                  </a:lnTo>
                  <a:lnTo>
                    <a:pt x="5167185" y="379138"/>
                  </a:lnTo>
                  <a:lnTo>
                    <a:pt x="5167294" y="379138"/>
                  </a:lnTo>
                  <a:lnTo>
                    <a:pt x="5167402" y="379138"/>
                  </a:lnTo>
                  <a:lnTo>
                    <a:pt x="5167511" y="379138"/>
                  </a:lnTo>
                  <a:lnTo>
                    <a:pt x="5167619" y="379138"/>
                  </a:lnTo>
                  <a:lnTo>
                    <a:pt x="5167728" y="379138"/>
                  </a:lnTo>
                  <a:lnTo>
                    <a:pt x="5167836" y="379138"/>
                  </a:lnTo>
                  <a:lnTo>
                    <a:pt x="5167944" y="379138"/>
                  </a:lnTo>
                  <a:lnTo>
                    <a:pt x="5168053" y="379138"/>
                  </a:lnTo>
                  <a:lnTo>
                    <a:pt x="5168161" y="379138"/>
                  </a:lnTo>
                  <a:lnTo>
                    <a:pt x="5168270" y="379138"/>
                  </a:lnTo>
                  <a:lnTo>
                    <a:pt x="5168378" y="379138"/>
                  </a:lnTo>
                  <a:lnTo>
                    <a:pt x="5168487" y="379138"/>
                  </a:lnTo>
                  <a:lnTo>
                    <a:pt x="5168595" y="379138"/>
                  </a:lnTo>
                  <a:lnTo>
                    <a:pt x="5168704" y="379138"/>
                  </a:lnTo>
                  <a:lnTo>
                    <a:pt x="5168812" y="379138"/>
                  </a:lnTo>
                  <a:lnTo>
                    <a:pt x="5168920" y="379138"/>
                  </a:lnTo>
                  <a:lnTo>
                    <a:pt x="5169029" y="379138"/>
                  </a:lnTo>
                  <a:lnTo>
                    <a:pt x="5169137" y="379138"/>
                  </a:lnTo>
                  <a:lnTo>
                    <a:pt x="5169246" y="379138"/>
                  </a:lnTo>
                  <a:lnTo>
                    <a:pt x="5169354" y="379138"/>
                  </a:lnTo>
                  <a:lnTo>
                    <a:pt x="5169463" y="379138"/>
                  </a:lnTo>
                  <a:lnTo>
                    <a:pt x="5169571" y="379138"/>
                  </a:lnTo>
                  <a:lnTo>
                    <a:pt x="5169680" y="379138"/>
                  </a:lnTo>
                  <a:lnTo>
                    <a:pt x="5169788" y="379138"/>
                  </a:lnTo>
                  <a:lnTo>
                    <a:pt x="5169897" y="379138"/>
                  </a:lnTo>
                  <a:lnTo>
                    <a:pt x="5170005" y="379138"/>
                  </a:lnTo>
                  <a:lnTo>
                    <a:pt x="5170113" y="379138"/>
                  </a:lnTo>
                  <a:lnTo>
                    <a:pt x="5170222" y="379138"/>
                  </a:lnTo>
                  <a:lnTo>
                    <a:pt x="5170330" y="379138"/>
                  </a:lnTo>
                  <a:lnTo>
                    <a:pt x="5170439" y="379138"/>
                  </a:lnTo>
                  <a:lnTo>
                    <a:pt x="5170547" y="379138"/>
                  </a:lnTo>
                  <a:lnTo>
                    <a:pt x="5170547" y="378514"/>
                  </a:lnTo>
                  <a:lnTo>
                    <a:pt x="5170656" y="378514"/>
                  </a:lnTo>
                  <a:lnTo>
                    <a:pt x="5170764" y="378514"/>
                  </a:lnTo>
                  <a:lnTo>
                    <a:pt x="5170764" y="377890"/>
                  </a:lnTo>
                  <a:lnTo>
                    <a:pt x="5170764" y="377267"/>
                  </a:lnTo>
                  <a:lnTo>
                    <a:pt x="5170873" y="377267"/>
                  </a:lnTo>
                  <a:lnTo>
                    <a:pt x="5170981" y="377267"/>
                  </a:lnTo>
                  <a:lnTo>
                    <a:pt x="5171089" y="377267"/>
                  </a:lnTo>
                  <a:lnTo>
                    <a:pt x="5171198" y="377267"/>
                  </a:lnTo>
                  <a:lnTo>
                    <a:pt x="5171306" y="377267"/>
                  </a:lnTo>
                  <a:lnTo>
                    <a:pt x="5171415" y="377267"/>
                  </a:lnTo>
                  <a:lnTo>
                    <a:pt x="5171523" y="377267"/>
                  </a:lnTo>
                  <a:lnTo>
                    <a:pt x="5171632" y="377267"/>
                  </a:lnTo>
                  <a:lnTo>
                    <a:pt x="5171632" y="376643"/>
                  </a:lnTo>
                  <a:lnTo>
                    <a:pt x="5171740" y="376643"/>
                  </a:lnTo>
                  <a:lnTo>
                    <a:pt x="5171849" y="376643"/>
                  </a:lnTo>
                  <a:lnTo>
                    <a:pt x="5171957" y="376643"/>
                  </a:lnTo>
                  <a:lnTo>
                    <a:pt x="5172065" y="376643"/>
                  </a:lnTo>
                  <a:lnTo>
                    <a:pt x="5172174" y="376643"/>
                  </a:lnTo>
                  <a:lnTo>
                    <a:pt x="5172282" y="376643"/>
                  </a:lnTo>
                  <a:lnTo>
                    <a:pt x="5172391" y="376643"/>
                  </a:lnTo>
                  <a:lnTo>
                    <a:pt x="5172499" y="376643"/>
                  </a:lnTo>
                  <a:lnTo>
                    <a:pt x="5172608" y="376643"/>
                  </a:lnTo>
                  <a:lnTo>
                    <a:pt x="5172716" y="376643"/>
                  </a:lnTo>
                  <a:lnTo>
                    <a:pt x="5172825" y="376643"/>
                  </a:lnTo>
                  <a:lnTo>
                    <a:pt x="5172933" y="376643"/>
                  </a:lnTo>
                  <a:lnTo>
                    <a:pt x="5173041" y="376643"/>
                  </a:lnTo>
                  <a:lnTo>
                    <a:pt x="5173150" y="376643"/>
                  </a:lnTo>
                  <a:lnTo>
                    <a:pt x="5173258" y="376643"/>
                  </a:lnTo>
                  <a:lnTo>
                    <a:pt x="5173367" y="376643"/>
                  </a:lnTo>
                  <a:lnTo>
                    <a:pt x="5173367" y="376020"/>
                  </a:lnTo>
                  <a:lnTo>
                    <a:pt x="5173475" y="376020"/>
                  </a:lnTo>
                  <a:lnTo>
                    <a:pt x="5173584" y="376020"/>
                  </a:lnTo>
                  <a:lnTo>
                    <a:pt x="5173584" y="375396"/>
                  </a:lnTo>
                  <a:lnTo>
                    <a:pt x="5173692" y="375396"/>
                  </a:lnTo>
                  <a:lnTo>
                    <a:pt x="5173801" y="375396"/>
                  </a:lnTo>
                  <a:lnTo>
                    <a:pt x="5173909" y="375396"/>
                  </a:lnTo>
                  <a:lnTo>
                    <a:pt x="5174018" y="375396"/>
                  </a:lnTo>
                  <a:lnTo>
                    <a:pt x="5174126" y="375396"/>
                  </a:lnTo>
                  <a:lnTo>
                    <a:pt x="5174234" y="375396"/>
                  </a:lnTo>
                  <a:lnTo>
                    <a:pt x="5174343" y="375396"/>
                  </a:lnTo>
                  <a:lnTo>
                    <a:pt x="5174451" y="375396"/>
                  </a:lnTo>
                  <a:lnTo>
                    <a:pt x="5174560" y="375396"/>
                  </a:lnTo>
                  <a:lnTo>
                    <a:pt x="5174668" y="375396"/>
                  </a:lnTo>
                  <a:lnTo>
                    <a:pt x="5174777" y="375396"/>
                  </a:lnTo>
                  <a:lnTo>
                    <a:pt x="5174885" y="375396"/>
                  </a:lnTo>
                  <a:lnTo>
                    <a:pt x="5174994" y="375396"/>
                  </a:lnTo>
                  <a:lnTo>
                    <a:pt x="5175102" y="375396"/>
                  </a:lnTo>
                  <a:lnTo>
                    <a:pt x="5175210" y="375396"/>
                  </a:lnTo>
                  <a:lnTo>
                    <a:pt x="5175319" y="375396"/>
                  </a:lnTo>
                  <a:lnTo>
                    <a:pt x="5175427" y="375396"/>
                  </a:lnTo>
                  <a:lnTo>
                    <a:pt x="5175536" y="375396"/>
                  </a:lnTo>
                  <a:lnTo>
                    <a:pt x="5175644" y="375396"/>
                  </a:lnTo>
                  <a:lnTo>
                    <a:pt x="5175753" y="375396"/>
                  </a:lnTo>
                  <a:lnTo>
                    <a:pt x="5175861" y="375396"/>
                  </a:lnTo>
                  <a:lnTo>
                    <a:pt x="5175970" y="375396"/>
                  </a:lnTo>
                  <a:lnTo>
                    <a:pt x="5176078" y="375396"/>
                  </a:lnTo>
                  <a:lnTo>
                    <a:pt x="5176186" y="375396"/>
                  </a:lnTo>
                  <a:lnTo>
                    <a:pt x="5176295" y="375396"/>
                  </a:lnTo>
                  <a:lnTo>
                    <a:pt x="5176403" y="375396"/>
                  </a:lnTo>
                  <a:lnTo>
                    <a:pt x="5176512" y="375396"/>
                  </a:lnTo>
                  <a:lnTo>
                    <a:pt x="5176620" y="375396"/>
                  </a:lnTo>
                  <a:lnTo>
                    <a:pt x="5176729" y="375396"/>
                  </a:lnTo>
                  <a:lnTo>
                    <a:pt x="5176837" y="375396"/>
                  </a:lnTo>
                  <a:lnTo>
                    <a:pt x="5176946" y="375396"/>
                  </a:lnTo>
                  <a:lnTo>
                    <a:pt x="5177054" y="375396"/>
                  </a:lnTo>
                  <a:lnTo>
                    <a:pt x="5177162" y="375396"/>
                  </a:lnTo>
                  <a:lnTo>
                    <a:pt x="5177271" y="375396"/>
                  </a:lnTo>
                  <a:lnTo>
                    <a:pt x="5177379" y="375396"/>
                  </a:lnTo>
                  <a:lnTo>
                    <a:pt x="5177488" y="375396"/>
                  </a:lnTo>
                  <a:lnTo>
                    <a:pt x="5177596" y="375396"/>
                  </a:lnTo>
                  <a:lnTo>
                    <a:pt x="5177705" y="375396"/>
                  </a:lnTo>
                  <a:lnTo>
                    <a:pt x="5177813" y="375396"/>
                  </a:lnTo>
                  <a:lnTo>
                    <a:pt x="5177922" y="375396"/>
                  </a:lnTo>
                  <a:lnTo>
                    <a:pt x="5178030" y="375396"/>
                  </a:lnTo>
                  <a:lnTo>
                    <a:pt x="5178139" y="375396"/>
                  </a:lnTo>
                  <a:lnTo>
                    <a:pt x="5178247" y="375396"/>
                  </a:lnTo>
                  <a:lnTo>
                    <a:pt x="5178355" y="375396"/>
                  </a:lnTo>
                  <a:lnTo>
                    <a:pt x="5178464" y="375396"/>
                  </a:lnTo>
                  <a:lnTo>
                    <a:pt x="5178572" y="375396"/>
                  </a:lnTo>
                  <a:lnTo>
                    <a:pt x="5178681" y="375396"/>
                  </a:lnTo>
                  <a:lnTo>
                    <a:pt x="5178789" y="375396"/>
                  </a:lnTo>
                  <a:lnTo>
                    <a:pt x="5178789" y="374772"/>
                  </a:lnTo>
                  <a:lnTo>
                    <a:pt x="5178898" y="374772"/>
                  </a:lnTo>
                  <a:lnTo>
                    <a:pt x="5179006" y="374772"/>
                  </a:lnTo>
                  <a:lnTo>
                    <a:pt x="5179115" y="374772"/>
                  </a:lnTo>
                  <a:lnTo>
                    <a:pt x="5179223" y="374772"/>
                  </a:lnTo>
                  <a:lnTo>
                    <a:pt x="5179331" y="374772"/>
                  </a:lnTo>
                  <a:lnTo>
                    <a:pt x="5179440" y="374772"/>
                  </a:lnTo>
                  <a:lnTo>
                    <a:pt x="5179548" y="374772"/>
                  </a:lnTo>
                  <a:lnTo>
                    <a:pt x="5179657" y="374772"/>
                  </a:lnTo>
                  <a:lnTo>
                    <a:pt x="5179765" y="374772"/>
                  </a:lnTo>
                  <a:lnTo>
                    <a:pt x="5179874" y="374772"/>
                  </a:lnTo>
                  <a:lnTo>
                    <a:pt x="5179982" y="374772"/>
                  </a:lnTo>
                  <a:lnTo>
                    <a:pt x="5180091" y="374772"/>
                  </a:lnTo>
                  <a:lnTo>
                    <a:pt x="5180199" y="374772"/>
                  </a:lnTo>
                  <a:lnTo>
                    <a:pt x="5180307" y="374772"/>
                  </a:lnTo>
                  <a:lnTo>
                    <a:pt x="5180416" y="374772"/>
                  </a:lnTo>
                  <a:lnTo>
                    <a:pt x="5180524" y="374772"/>
                  </a:lnTo>
                  <a:lnTo>
                    <a:pt x="5180633" y="374772"/>
                  </a:lnTo>
                  <a:lnTo>
                    <a:pt x="5180741" y="374772"/>
                  </a:lnTo>
                  <a:lnTo>
                    <a:pt x="5180850" y="374772"/>
                  </a:lnTo>
                  <a:lnTo>
                    <a:pt x="5180958" y="374772"/>
                  </a:lnTo>
                  <a:lnTo>
                    <a:pt x="5181067" y="374772"/>
                  </a:lnTo>
                  <a:lnTo>
                    <a:pt x="5181175" y="374772"/>
                  </a:lnTo>
                  <a:lnTo>
                    <a:pt x="5181283" y="374772"/>
                  </a:lnTo>
                  <a:lnTo>
                    <a:pt x="5181283" y="374149"/>
                  </a:lnTo>
                  <a:lnTo>
                    <a:pt x="5181392" y="374149"/>
                  </a:lnTo>
                  <a:lnTo>
                    <a:pt x="5181500" y="374149"/>
                  </a:lnTo>
                  <a:lnTo>
                    <a:pt x="5181609" y="374149"/>
                  </a:lnTo>
                  <a:lnTo>
                    <a:pt x="5181717" y="374149"/>
                  </a:lnTo>
                  <a:lnTo>
                    <a:pt x="5181717" y="373525"/>
                  </a:lnTo>
                  <a:lnTo>
                    <a:pt x="5181826" y="373525"/>
                  </a:lnTo>
                  <a:lnTo>
                    <a:pt x="5181934" y="373525"/>
                  </a:lnTo>
                  <a:lnTo>
                    <a:pt x="5182043" y="373525"/>
                  </a:lnTo>
                  <a:lnTo>
                    <a:pt x="5182151" y="373525"/>
                  </a:lnTo>
                  <a:lnTo>
                    <a:pt x="5182260" y="373525"/>
                  </a:lnTo>
                  <a:lnTo>
                    <a:pt x="5182368" y="373525"/>
                  </a:lnTo>
                  <a:lnTo>
                    <a:pt x="5182476" y="373525"/>
                  </a:lnTo>
                  <a:lnTo>
                    <a:pt x="5182585" y="373525"/>
                  </a:lnTo>
                  <a:lnTo>
                    <a:pt x="5182693" y="373525"/>
                  </a:lnTo>
                  <a:lnTo>
                    <a:pt x="5182802" y="373525"/>
                  </a:lnTo>
                  <a:lnTo>
                    <a:pt x="5182910" y="373525"/>
                  </a:lnTo>
                  <a:lnTo>
                    <a:pt x="5183019" y="373525"/>
                  </a:lnTo>
                  <a:lnTo>
                    <a:pt x="5183127" y="373525"/>
                  </a:lnTo>
                  <a:lnTo>
                    <a:pt x="5183236" y="373525"/>
                  </a:lnTo>
                  <a:lnTo>
                    <a:pt x="5183344" y="373525"/>
                  </a:lnTo>
                  <a:lnTo>
                    <a:pt x="5183452" y="373525"/>
                  </a:lnTo>
                  <a:lnTo>
                    <a:pt x="5183561" y="373525"/>
                  </a:lnTo>
                  <a:lnTo>
                    <a:pt x="5183561" y="372902"/>
                  </a:lnTo>
                  <a:lnTo>
                    <a:pt x="5183669" y="372902"/>
                  </a:lnTo>
                  <a:lnTo>
                    <a:pt x="5183778" y="372902"/>
                  </a:lnTo>
                  <a:lnTo>
                    <a:pt x="5183886" y="372902"/>
                  </a:lnTo>
                  <a:lnTo>
                    <a:pt x="5183995" y="372902"/>
                  </a:lnTo>
                  <a:lnTo>
                    <a:pt x="5184103" y="372902"/>
                  </a:lnTo>
                  <a:lnTo>
                    <a:pt x="5184212" y="372902"/>
                  </a:lnTo>
                  <a:lnTo>
                    <a:pt x="5184320" y="372902"/>
                  </a:lnTo>
                  <a:lnTo>
                    <a:pt x="5184428" y="372902"/>
                  </a:lnTo>
                  <a:lnTo>
                    <a:pt x="5184428" y="372278"/>
                  </a:lnTo>
                  <a:lnTo>
                    <a:pt x="5184537" y="372278"/>
                  </a:lnTo>
                  <a:lnTo>
                    <a:pt x="5184645" y="372278"/>
                  </a:lnTo>
                  <a:lnTo>
                    <a:pt x="5184754" y="372278"/>
                  </a:lnTo>
                  <a:lnTo>
                    <a:pt x="5184862" y="372278"/>
                  </a:lnTo>
                  <a:lnTo>
                    <a:pt x="5184971" y="372278"/>
                  </a:lnTo>
                  <a:lnTo>
                    <a:pt x="5185079" y="372278"/>
                  </a:lnTo>
                  <a:lnTo>
                    <a:pt x="5185188" y="372278"/>
                  </a:lnTo>
                  <a:lnTo>
                    <a:pt x="5185296" y="372278"/>
                  </a:lnTo>
                  <a:lnTo>
                    <a:pt x="5185404" y="372278"/>
                  </a:lnTo>
                  <a:lnTo>
                    <a:pt x="5185513" y="372278"/>
                  </a:lnTo>
                  <a:lnTo>
                    <a:pt x="5185621" y="372278"/>
                  </a:lnTo>
                  <a:lnTo>
                    <a:pt x="5185730" y="372278"/>
                  </a:lnTo>
                  <a:lnTo>
                    <a:pt x="5185838" y="372278"/>
                  </a:lnTo>
                  <a:lnTo>
                    <a:pt x="5185947" y="372278"/>
                  </a:lnTo>
                  <a:lnTo>
                    <a:pt x="5186055" y="372278"/>
                  </a:lnTo>
                  <a:lnTo>
                    <a:pt x="5186164" y="372278"/>
                  </a:lnTo>
                  <a:lnTo>
                    <a:pt x="5186272" y="372278"/>
                  </a:lnTo>
                  <a:lnTo>
                    <a:pt x="5186381" y="372278"/>
                  </a:lnTo>
                  <a:lnTo>
                    <a:pt x="5186489" y="372278"/>
                  </a:lnTo>
                  <a:lnTo>
                    <a:pt x="5186597" y="372278"/>
                  </a:lnTo>
                  <a:lnTo>
                    <a:pt x="5186706" y="372278"/>
                  </a:lnTo>
                  <a:lnTo>
                    <a:pt x="5186814" y="372278"/>
                  </a:lnTo>
                  <a:lnTo>
                    <a:pt x="5186923" y="372278"/>
                  </a:lnTo>
                  <a:lnTo>
                    <a:pt x="5187031" y="372278"/>
                  </a:lnTo>
                  <a:lnTo>
                    <a:pt x="5187140" y="372278"/>
                  </a:lnTo>
                  <a:lnTo>
                    <a:pt x="5187248" y="372278"/>
                  </a:lnTo>
                  <a:lnTo>
                    <a:pt x="5187357" y="372278"/>
                  </a:lnTo>
                  <a:lnTo>
                    <a:pt x="5187465" y="372278"/>
                  </a:lnTo>
                  <a:lnTo>
                    <a:pt x="5187573" y="372278"/>
                  </a:lnTo>
                  <a:lnTo>
                    <a:pt x="5187682" y="372278"/>
                  </a:lnTo>
                  <a:lnTo>
                    <a:pt x="5187790" y="372278"/>
                  </a:lnTo>
                  <a:lnTo>
                    <a:pt x="5187899" y="372278"/>
                  </a:lnTo>
                  <a:lnTo>
                    <a:pt x="5188007" y="372278"/>
                  </a:lnTo>
                  <a:lnTo>
                    <a:pt x="5188116" y="372278"/>
                  </a:lnTo>
                  <a:lnTo>
                    <a:pt x="5188224" y="372278"/>
                  </a:lnTo>
                  <a:lnTo>
                    <a:pt x="5188224" y="371655"/>
                  </a:lnTo>
                  <a:lnTo>
                    <a:pt x="5188333" y="371655"/>
                  </a:lnTo>
                  <a:lnTo>
                    <a:pt x="5188441" y="371655"/>
                  </a:lnTo>
                  <a:lnTo>
                    <a:pt x="5188549" y="371655"/>
                  </a:lnTo>
                  <a:lnTo>
                    <a:pt x="5188658" y="371655"/>
                  </a:lnTo>
                  <a:lnTo>
                    <a:pt x="5188766" y="371655"/>
                  </a:lnTo>
                  <a:lnTo>
                    <a:pt x="5188875" y="371655"/>
                  </a:lnTo>
                  <a:lnTo>
                    <a:pt x="5188983" y="371655"/>
                  </a:lnTo>
                  <a:lnTo>
                    <a:pt x="5189092" y="371655"/>
                  </a:lnTo>
                  <a:lnTo>
                    <a:pt x="5189200" y="371655"/>
                  </a:lnTo>
                  <a:lnTo>
                    <a:pt x="5189309" y="371655"/>
                  </a:lnTo>
                  <a:lnTo>
                    <a:pt x="5189417" y="371655"/>
                  </a:lnTo>
                  <a:lnTo>
                    <a:pt x="5189525" y="371655"/>
                  </a:lnTo>
                  <a:lnTo>
                    <a:pt x="5189634" y="371655"/>
                  </a:lnTo>
                  <a:lnTo>
                    <a:pt x="5189742" y="371655"/>
                  </a:lnTo>
                  <a:lnTo>
                    <a:pt x="5189851" y="371655"/>
                  </a:lnTo>
                  <a:lnTo>
                    <a:pt x="5189959" y="371655"/>
                  </a:lnTo>
                  <a:lnTo>
                    <a:pt x="5190068" y="371655"/>
                  </a:lnTo>
                  <a:lnTo>
                    <a:pt x="5190176" y="371655"/>
                  </a:lnTo>
                  <a:lnTo>
                    <a:pt x="5190285" y="371655"/>
                  </a:lnTo>
                  <a:lnTo>
                    <a:pt x="5190393" y="371655"/>
                  </a:lnTo>
                  <a:lnTo>
                    <a:pt x="5190501" y="371655"/>
                  </a:lnTo>
                  <a:lnTo>
                    <a:pt x="5190501" y="371031"/>
                  </a:lnTo>
                  <a:lnTo>
                    <a:pt x="5190610" y="371031"/>
                  </a:lnTo>
                  <a:lnTo>
                    <a:pt x="5190718" y="371031"/>
                  </a:lnTo>
                  <a:lnTo>
                    <a:pt x="5190718" y="370407"/>
                  </a:lnTo>
                  <a:lnTo>
                    <a:pt x="5190827" y="370407"/>
                  </a:lnTo>
                  <a:lnTo>
                    <a:pt x="5190935" y="370407"/>
                  </a:lnTo>
                  <a:lnTo>
                    <a:pt x="5191044" y="370407"/>
                  </a:lnTo>
                  <a:lnTo>
                    <a:pt x="5191152" y="370407"/>
                  </a:lnTo>
                  <a:lnTo>
                    <a:pt x="5191261" y="370407"/>
                  </a:lnTo>
                  <a:lnTo>
                    <a:pt x="5191369" y="370407"/>
                  </a:lnTo>
                  <a:lnTo>
                    <a:pt x="5191478" y="370407"/>
                  </a:lnTo>
                  <a:lnTo>
                    <a:pt x="5191586" y="370407"/>
                  </a:lnTo>
                  <a:lnTo>
                    <a:pt x="5191694" y="370407"/>
                  </a:lnTo>
                  <a:lnTo>
                    <a:pt x="5191803" y="370407"/>
                  </a:lnTo>
                  <a:lnTo>
                    <a:pt x="5191911" y="370407"/>
                  </a:lnTo>
                  <a:lnTo>
                    <a:pt x="5192020" y="370407"/>
                  </a:lnTo>
                  <a:lnTo>
                    <a:pt x="5192128" y="370407"/>
                  </a:lnTo>
                  <a:lnTo>
                    <a:pt x="5192237" y="370407"/>
                  </a:lnTo>
                  <a:lnTo>
                    <a:pt x="5192345" y="370407"/>
                  </a:lnTo>
                  <a:lnTo>
                    <a:pt x="5192454" y="370407"/>
                  </a:lnTo>
                  <a:lnTo>
                    <a:pt x="5192454" y="369784"/>
                  </a:lnTo>
                  <a:lnTo>
                    <a:pt x="5192562" y="369784"/>
                  </a:lnTo>
                  <a:lnTo>
                    <a:pt x="5192670" y="369784"/>
                  </a:lnTo>
                  <a:lnTo>
                    <a:pt x="5192779" y="369784"/>
                  </a:lnTo>
                  <a:lnTo>
                    <a:pt x="5192887" y="369784"/>
                  </a:lnTo>
                  <a:lnTo>
                    <a:pt x="5192996" y="369784"/>
                  </a:lnTo>
                  <a:lnTo>
                    <a:pt x="5192996" y="369160"/>
                  </a:lnTo>
                  <a:lnTo>
                    <a:pt x="5193104" y="369160"/>
                  </a:lnTo>
                  <a:lnTo>
                    <a:pt x="5193213" y="369160"/>
                  </a:lnTo>
                  <a:lnTo>
                    <a:pt x="5193321" y="369160"/>
                  </a:lnTo>
                  <a:lnTo>
                    <a:pt x="5193430" y="369160"/>
                  </a:lnTo>
                  <a:lnTo>
                    <a:pt x="5193538" y="369160"/>
                  </a:lnTo>
                  <a:lnTo>
                    <a:pt x="5193646" y="369160"/>
                  </a:lnTo>
                  <a:lnTo>
                    <a:pt x="5193646" y="368537"/>
                  </a:lnTo>
                  <a:lnTo>
                    <a:pt x="5193755" y="368537"/>
                  </a:lnTo>
                  <a:lnTo>
                    <a:pt x="5193863" y="368537"/>
                  </a:lnTo>
                  <a:lnTo>
                    <a:pt x="5193972" y="368537"/>
                  </a:lnTo>
                  <a:lnTo>
                    <a:pt x="5194080" y="368537"/>
                  </a:lnTo>
                  <a:lnTo>
                    <a:pt x="5194189" y="368537"/>
                  </a:lnTo>
                  <a:lnTo>
                    <a:pt x="5194297" y="368537"/>
                  </a:lnTo>
                  <a:lnTo>
                    <a:pt x="5194406" y="368537"/>
                  </a:lnTo>
                  <a:lnTo>
                    <a:pt x="5194514" y="368537"/>
                  </a:lnTo>
                  <a:lnTo>
                    <a:pt x="5194514" y="367913"/>
                  </a:lnTo>
                  <a:lnTo>
                    <a:pt x="5194622" y="367913"/>
                  </a:lnTo>
                  <a:lnTo>
                    <a:pt x="5194731" y="367913"/>
                  </a:lnTo>
                  <a:lnTo>
                    <a:pt x="5194839" y="367913"/>
                  </a:lnTo>
                  <a:lnTo>
                    <a:pt x="5194948" y="367913"/>
                  </a:lnTo>
                  <a:lnTo>
                    <a:pt x="5195056" y="367913"/>
                  </a:lnTo>
                  <a:lnTo>
                    <a:pt x="5195165" y="367913"/>
                  </a:lnTo>
                  <a:lnTo>
                    <a:pt x="5195273" y="367913"/>
                  </a:lnTo>
                  <a:lnTo>
                    <a:pt x="5195273" y="367289"/>
                  </a:lnTo>
                  <a:lnTo>
                    <a:pt x="5195382" y="367289"/>
                  </a:lnTo>
                  <a:lnTo>
                    <a:pt x="5195490" y="367289"/>
                  </a:lnTo>
                  <a:lnTo>
                    <a:pt x="5195599" y="367289"/>
                  </a:lnTo>
                  <a:lnTo>
                    <a:pt x="5195707" y="367289"/>
                  </a:lnTo>
                  <a:lnTo>
                    <a:pt x="5195815" y="367289"/>
                  </a:lnTo>
                  <a:lnTo>
                    <a:pt x="5195924" y="367289"/>
                  </a:lnTo>
                  <a:lnTo>
                    <a:pt x="5196032" y="367289"/>
                  </a:lnTo>
                  <a:lnTo>
                    <a:pt x="5196141" y="367289"/>
                  </a:lnTo>
                  <a:lnTo>
                    <a:pt x="5196249" y="367289"/>
                  </a:lnTo>
                  <a:lnTo>
                    <a:pt x="5196358" y="367289"/>
                  </a:lnTo>
                  <a:lnTo>
                    <a:pt x="5196466" y="367289"/>
                  </a:lnTo>
                  <a:lnTo>
                    <a:pt x="5196575" y="367289"/>
                  </a:lnTo>
                  <a:lnTo>
                    <a:pt x="5196683" y="367289"/>
                  </a:lnTo>
                  <a:lnTo>
                    <a:pt x="5196791" y="367289"/>
                  </a:lnTo>
                  <a:lnTo>
                    <a:pt x="5196791" y="366666"/>
                  </a:lnTo>
                  <a:lnTo>
                    <a:pt x="5196791" y="366042"/>
                  </a:lnTo>
                  <a:lnTo>
                    <a:pt x="5196900" y="366042"/>
                  </a:lnTo>
                  <a:lnTo>
                    <a:pt x="5197008" y="366042"/>
                  </a:lnTo>
                  <a:lnTo>
                    <a:pt x="5197117" y="366042"/>
                  </a:lnTo>
                  <a:lnTo>
                    <a:pt x="5197225" y="366042"/>
                  </a:lnTo>
                  <a:lnTo>
                    <a:pt x="5197225" y="365419"/>
                  </a:lnTo>
                  <a:lnTo>
                    <a:pt x="5197334" y="365419"/>
                  </a:lnTo>
                  <a:lnTo>
                    <a:pt x="5197334" y="364795"/>
                  </a:lnTo>
                  <a:lnTo>
                    <a:pt x="5197442" y="364795"/>
                  </a:lnTo>
                  <a:lnTo>
                    <a:pt x="5197551" y="364795"/>
                  </a:lnTo>
                  <a:lnTo>
                    <a:pt x="5197659" y="364795"/>
                  </a:lnTo>
                  <a:lnTo>
                    <a:pt x="5197767" y="364795"/>
                  </a:lnTo>
                  <a:lnTo>
                    <a:pt x="5197876" y="364795"/>
                  </a:lnTo>
                  <a:lnTo>
                    <a:pt x="5197984" y="364795"/>
                  </a:lnTo>
                  <a:lnTo>
                    <a:pt x="5198093" y="364795"/>
                  </a:lnTo>
                  <a:lnTo>
                    <a:pt x="5198201" y="364795"/>
                  </a:lnTo>
                  <a:lnTo>
                    <a:pt x="5198310" y="364795"/>
                  </a:lnTo>
                  <a:lnTo>
                    <a:pt x="5198418" y="364795"/>
                  </a:lnTo>
                  <a:lnTo>
                    <a:pt x="5198527" y="364795"/>
                  </a:lnTo>
                  <a:lnTo>
                    <a:pt x="5198635" y="364795"/>
                  </a:lnTo>
                  <a:lnTo>
                    <a:pt x="5198743" y="364795"/>
                  </a:lnTo>
                  <a:lnTo>
                    <a:pt x="5198852" y="364795"/>
                  </a:lnTo>
                  <a:lnTo>
                    <a:pt x="5198960" y="364795"/>
                  </a:lnTo>
                  <a:lnTo>
                    <a:pt x="5199069" y="364795"/>
                  </a:lnTo>
                  <a:lnTo>
                    <a:pt x="5199177" y="364795"/>
                  </a:lnTo>
                  <a:lnTo>
                    <a:pt x="5199286" y="364795"/>
                  </a:lnTo>
                  <a:lnTo>
                    <a:pt x="5199394" y="364795"/>
                  </a:lnTo>
                  <a:lnTo>
                    <a:pt x="5199503" y="364795"/>
                  </a:lnTo>
                  <a:lnTo>
                    <a:pt x="5199611" y="364795"/>
                  </a:lnTo>
                  <a:lnTo>
                    <a:pt x="5199720" y="364795"/>
                  </a:lnTo>
                  <a:lnTo>
                    <a:pt x="5199828" y="364795"/>
                  </a:lnTo>
                  <a:lnTo>
                    <a:pt x="5199828" y="364172"/>
                  </a:lnTo>
                  <a:lnTo>
                    <a:pt x="5199936" y="364172"/>
                  </a:lnTo>
                  <a:lnTo>
                    <a:pt x="5200045" y="364172"/>
                  </a:lnTo>
                  <a:lnTo>
                    <a:pt x="5200153" y="364172"/>
                  </a:lnTo>
                  <a:lnTo>
                    <a:pt x="5200153" y="363548"/>
                  </a:lnTo>
                  <a:lnTo>
                    <a:pt x="5200262" y="363548"/>
                  </a:lnTo>
                  <a:lnTo>
                    <a:pt x="5200370" y="363548"/>
                  </a:lnTo>
                  <a:lnTo>
                    <a:pt x="5200479" y="363548"/>
                  </a:lnTo>
                  <a:lnTo>
                    <a:pt x="5200587" y="363548"/>
                  </a:lnTo>
                  <a:lnTo>
                    <a:pt x="5200696" y="363548"/>
                  </a:lnTo>
                  <a:lnTo>
                    <a:pt x="5200804" y="363548"/>
                  </a:lnTo>
                  <a:lnTo>
                    <a:pt x="5200912" y="363548"/>
                  </a:lnTo>
                  <a:lnTo>
                    <a:pt x="5201021" y="363548"/>
                  </a:lnTo>
                  <a:lnTo>
                    <a:pt x="5201129" y="363548"/>
                  </a:lnTo>
                  <a:lnTo>
                    <a:pt x="5201238" y="363548"/>
                  </a:lnTo>
                  <a:lnTo>
                    <a:pt x="5201346" y="363548"/>
                  </a:lnTo>
                  <a:lnTo>
                    <a:pt x="5201455" y="363548"/>
                  </a:lnTo>
                  <a:lnTo>
                    <a:pt x="5201455" y="362924"/>
                  </a:lnTo>
                  <a:lnTo>
                    <a:pt x="5201563" y="362924"/>
                  </a:lnTo>
                  <a:lnTo>
                    <a:pt x="5201672" y="362924"/>
                  </a:lnTo>
                  <a:lnTo>
                    <a:pt x="5201780" y="362924"/>
                  </a:lnTo>
                  <a:lnTo>
                    <a:pt x="5201888" y="362924"/>
                  </a:lnTo>
                  <a:lnTo>
                    <a:pt x="5201997" y="362924"/>
                  </a:lnTo>
                  <a:lnTo>
                    <a:pt x="5202105" y="362924"/>
                  </a:lnTo>
                  <a:lnTo>
                    <a:pt x="5202214" y="362924"/>
                  </a:lnTo>
                  <a:lnTo>
                    <a:pt x="5202322" y="362924"/>
                  </a:lnTo>
                  <a:lnTo>
                    <a:pt x="5202431" y="362924"/>
                  </a:lnTo>
                  <a:lnTo>
                    <a:pt x="5202539" y="362924"/>
                  </a:lnTo>
                  <a:lnTo>
                    <a:pt x="5202648" y="362924"/>
                  </a:lnTo>
                  <a:lnTo>
                    <a:pt x="5202756" y="362924"/>
                  </a:lnTo>
                  <a:lnTo>
                    <a:pt x="5202864" y="362924"/>
                  </a:lnTo>
                  <a:lnTo>
                    <a:pt x="5202973" y="362924"/>
                  </a:lnTo>
                  <a:lnTo>
                    <a:pt x="5203081" y="362924"/>
                  </a:lnTo>
                  <a:lnTo>
                    <a:pt x="5203190" y="362924"/>
                  </a:lnTo>
                  <a:lnTo>
                    <a:pt x="5203298" y="362924"/>
                  </a:lnTo>
                  <a:lnTo>
                    <a:pt x="5203407" y="362924"/>
                  </a:lnTo>
                  <a:lnTo>
                    <a:pt x="5203407" y="362301"/>
                  </a:lnTo>
                  <a:lnTo>
                    <a:pt x="5203515" y="362301"/>
                  </a:lnTo>
                  <a:lnTo>
                    <a:pt x="5203624" y="362301"/>
                  </a:lnTo>
                  <a:lnTo>
                    <a:pt x="5203732" y="362301"/>
                  </a:lnTo>
                  <a:lnTo>
                    <a:pt x="5203841" y="362301"/>
                  </a:lnTo>
                  <a:lnTo>
                    <a:pt x="5203949" y="362301"/>
                  </a:lnTo>
                  <a:lnTo>
                    <a:pt x="5204057" y="362301"/>
                  </a:lnTo>
                  <a:lnTo>
                    <a:pt x="5204166" y="362301"/>
                  </a:lnTo>
                  <a:lnTo>
                    <a:pt x="5204274" y="362301"/>
                  </a:lnTo>
                  <a:lnTo>
                    <a:pt x="5204383" y="362301"/>
                  </a:lnTo>
                  <a:lnTo>
                    <a:pt x="5204491" y="362301"/>
                  </a:lnTo>
                  <a:lnTo>
                    <a:pt x="5204600" y="362301"/>
                  </a:lnTo>
                  <a:lnTo>
                    <a:pt x="5204708" y="362301"/>
                  </a:lnTo>
                  <a:lnTo>
                    <a:pt x="5204817" y="362301"/>
                  </a:lnTo>
                  <a:lnTo>
                    <a:pt x="5204925" y="362301"/>
                  </a:lnTo>
                  <a:lnTo>
                    <a:pt x="5205033" y="362301"/>
                  </a:lnTo>
                  <a:lnTo>
                    <a:pt x="5205142" y="362301"/>
                  </a:lnTo>
                  <a:lnTo>
                    <a:pt x="5205250" y="362301"/>
                  </a:lnTo>
                  <a:lnTo>
                    <a:pt x="5205359" y="362301"/>
                  </a:lnTo>
                  <a:lnTo>
                    <a:pt x="5205467" y="362301"/>
                  </a:lnTo>
                  <a:lnTo>
                    <a:pt x="5205576" y="362301"/>
                  </a:lnTo>
                  <a:lnTo>
                    <a:pt x="5205684" y="362301"/>
                  </a:lnTo>
                  <a:lnTo>
                    <a:pt x="5205793" y="362301"/>
                  </a:lnTo>
                  <a:lnTo>
                    <a:pt x="5205901" y="362301"/>
                  </a:lnTo>
                  <a:lnTo>
                    <a:pt x="5206009" y="362301"/>
                  </a:lnTo>
                  <a:lnTo>
                    <a:pt x="5206118" y="362301"/>
                  </a:lnTo>
                  <a:lnTo>
                    <a:pt x="5206226" y="362301"/>
                  </a:lnTo>
                  <a:lnTo>
                    <a:pt x="5206335" y="362301"/>
                  </a:lnTo>
                  <a:lnTo>
                    <a:pt x="5206443" y="362301"/>
                  </a:lnTo>
                  <a:lnTo>
                    <a:pt x="5206552" y="362301"/>
                  </a:lnTo>
                  <a:lnTo>
                    <a:pt x="5206660" y="362301"/>
                  </a:lnTo>
                  <a:lnTo>
                    <a:pt x="5206769" y="362301"/>
                  </a:lnTo>
                  <a:lnTo>
                    <a:pt x="5206877" y="362301"/>
                  </a:lnTo>
                  <a:lnTo>
                    <a:pt x="5206985" y="362301"/>
                  </a:lnTo>
                  <a:lnTo>
                    <a:pt x="5207094" y="362301"/>
                  </a:lnTo>
                  <a:lnTo>
                    <a:pt x="5207202" y="362301"/>
                  </a:lnTo>
                  <a:lnTo>
                    <a:pt x="5207311" y="362301"/>
                  </a:lnTo>
                  <a:lnTo>
                    <a:pt x="5207419" y="362301"/>
                  </a:lnTo>
                  <a:lnTo>
                    <a:pt x="5207528" y="362301"/>
                  </a:lnTo>
                  <a:lnTo>
                    <a:pt x="5207636" y="362301"/>
                  </a:lnTo>
                  <a:lnTo>
                    <a:pt x="5207745" y="362301"/>
                  </a:lnTo>
                  <a:lnTo>
                    <a:pt x="5207853" y="362301"/>
                  </a:lnTo>
                  <a:lnTo>
                    <a:pt x="5207853" y="361677"/>
                  </a:lnTo>
                  <a:lnTo>
                    <a:pt x="5207962" y="361677"/>
                  </a:lnTo>
                  <a:lnTo>
                    <a:pt x="5208070" y="361677"/>
                  </a:lnTo>
                  <a:lnTo>
                    <a:pt x="5208178" y="361677"/>
                  </a:lnTo>
                  <a:lnTo>
                    <a:pt x="5208287" y="361677"/>
                  </a:lnTo>
                  <a:lnTo>
                    <a:pt x="5208395" y="361677"/>
                  </a:lnTo>
                  <a:lnTo>
                    <a:pt x="5208504" y="361677"/>
                  </a:lnTo>
                  <a:lnTo>
                    <a:pt x="5208612" y="361677"/>
                  </a:lnTo>
                  <a:lnTo>
                    <a:pt x="5208612" y="361054"/>
                  </a:lnTo>
                  <a:lnTo>
                    <a:pt x="5208721" y="361054"/>
                  </a:lnTo>
                  <a:lnTo>
                    <a:pt x="5208829" y="361054"/>
                  </a:lnTo>
                  <a:lnTo>
                    <a:pt x="5208938" y="361054"/>
                  </a:lnTo>
                  <a:lnTo>
                    <a:pt x="5209046" y="361054"/>
                  </a:lnTo>
                  <a:lnTo>
                    <a:pt x="5209154" y="361054"/>
                  </a:lnTo>
                  <a:lnTo>
                    <a:pt x="5209263" y="361054"/>
                  </a:lnTo>
                  <a:lnTo>
                    <a:pt x="5209371" y="361054"/>
                  </a:lnTo>
                  <a:lnTo>
                    <a:pt x="5209480" y="361054"/>
                  </a:lnTo>
                  <a:lnTo>
                    <a:pt x="5209588" y="361054"/>
                  </a:lnTo>
                  <a:lnTo>
                    <a:pt x="5209697" y="361054"/>
                  </a:lnTo>
                  <a:lnTo>
                    <a:pt x="5209805" y="361054"/>
                  </a:lnTo>
                  <a:lnTo>
                    <a:pt x="5209914" y="361054"/>
                  </a:lnTo>
                  <a:lnTo>
                    <a:pt x="5210022" y="361054"/>
                  </a:lnTo>
                  <a:lnTo>
                    <a:pt x="5210130" y="361054"/>
                  </a:lnTo>
                  <a:lnTo>
                    <a:pt x="5210239" y="361054"/>
                  </a:lnTo>
                  <a:lnTo>
                    <a:pt x="5210347" y="361054"/>
                  </a:lnTo>
                  <a:lnTo>
                    <a:pt x="5210456" y="361054"/>
                  </a:lnTo>
                  <a:lnTo>
                    <a:pt x="5210564" y="361054"/>
                  </a:lnTo>
                  <a:lnTo>
                    <a:pt x="5210673" y="361054"/>
                  </a:lnTo>
                  <a:lnTo>
                    <a:pt x="5210781" y="361054"/>
                  </a:lnTo>
                  <a:lnTo>
                    <a:pt x="5210890" y="361054"/>
                  </a:lnTo>
                  <a:lnTo>
                    <a:pt x="5210998" y="361054"/>
                  </a:lnTo>
                  <a:lnTo>
                    <a:pt x="5211106" y="361054"/>
                  </a:lnTo>
                  <a:lnTo>
                    <a:pt x="5211215" y="361054"/>
                  </a:lnTo>
                  <a:lnTo>
                    <a:pt x="5211323" y="361054"/>
                  </a:lnTo>
                  <a:lnTo>
                    <a:pt x="5211432" y="361054"/>
                  </a:lnTo>
                  <a:lnTo>
                    <a:pt x="5211540" y="361054"/>
                  </a:lnTo>
                  <a:lnTo>
                    <a:pt x="5211649" y="361054"/>
                  </a:lnTo>
                  <a:lnTo>
                    <a:pt x="5211757" y="361054"/>
                  </a:lnTo>
                  <a:lnTo>
                    <a:pt x="5211866" y="361054"/>
                  </a:lnTo>
                  <a:lnTo>
                    <a:pt x="5211974" y="361054"/>
                  </a:lnTo>
                  <a:lnTo>
                    <a:pt x="5212082" y="361054"/>
                  </a:lnTo>
                  <a:lnTo>
                    <a:pt x="5212191" y="361054"/>
                  </a:lnTo>
                  <a:lnTo>
                    <a:pt x="5212299" y="361054"/>
                  </a:lnTo>
                  <a:lnTo>
                    <a:pt x="5212408" y="361054"/>
                  </a:lnTo>
                  <a:lnTo>
                    <a:pt x="5212516" y="361054"/>
                  </a:lnTo>
                  <a:lnTo>
                    <a:pt x="5212516" y="360430"/>
                  </a:lnTo>
                  <a:lnTo>
                    <a:pt x="5212625" y="360430"/>
                  </a:lnTo>
                  <a:lnTo>
                    <a:pt x="5212733" y="360430"/>
                  </a:lnTo>
                  <a:lnTo>
                    <a:pt x="5212842" y="360430"/>
                  </a:lnTo>
                  <a:lnTo>
                    <a:pt x="5212842" y="359806"/>
                  </a:lnTo>
                  <a:lnTo>
                    <a:pt x="5212950" y="359806"/>
                  </a:lnTo>
                  <a:lnTo>
                    <a:pt x="5213059" y="359806"/>
                  </a:lnTo>
                  <a:lnTo>
                    <a:pt x="5213167" y="359806"/>
                  </a:lnTo>
                  <a:lnTo>
                    <a:pt x="5213275" y="359806"/>
                  </a:lnTo>
                  <a:lnTo>
                    <a:pt x="5213384" y="359806"/>
                  </a:lnTo>
                  <a:lnTo>
                    <a:pt x="5213492" y="359806"/>
                  </a:lnTo>
                  <a:lnTo>
                    <a:pt x="5213601" y="359806"/>
                  </a:lnTo>
                  <a:lnTo>
                    <a:pt x="5213709" y="359806"/>
                  </a:lnTo>
                  <a:lnTo>
                    <a:pt x="5213818" y="359806"/>
                  </a:lnTo>
                  <a:lnTo>
                    <a:pt x="5213926" y="359806"/>
                  </a:lnTo>
                  <a:lnTo>
                    <a:pt x="5213926" y="359183"/>
                  </a:lnTo>
                  <a:lnTo>
                    <a:pt x="5214035" y="359183"/>
                  </a:lnTo>
                  <a:lnTo>
                    <a:pt x="5214143" y="359183"/>
                  </a:lnTo>
                  <a:lnTo>
                    <a:pt x="5214251" y="359183"/>
                  </a:lnTo>
                  <a:lnTo>
                    <a:pt x="5214360" y="359183"/>
                  </a:lnTo>
                  <a:lnTo>
                    <a:pt x="5214468" y="359183"/>
                  </a:lnTo>
                  <a:lnTo>
                    <a:pt x="5214577" y="359183"/>
                  </a:lnTo>
                  <a:lnTo>
                    <a:pt x="5214685" y="359183"/>
                  </a:lnTo>
                  <a:lnTo>
                    <a:pt x="5214794" y="359183"/>
                  </a:lnTo>
                  <a:lnTo>
                    <a:pt x="5214902" y="359183"/>
                  </a:lnTo>
                  <a:lnTo>
                    <a:pt x="5215011" y="359183"/>
                  </a:lnTo>
                  <a:lnTo>
                    <a:pt x="5215119" y="359183"/>
                  </a:lnTo>
                  <a:lnTo>
                    <a:pt x="5215227" y="359183"/>
                  </a:lnTo>
                  <a:lnTo>
                    <a:pt x="5215336" y="359183"/>
                  </a:lnTo>
                  <a:lnTo>
                    <a:pt x="5215444" y="359183"/>
                  </a:lnTo>
                  <a:lnTo>
                    <a:pt x="5215553" y="359183"/>
                  </a:lnTo>
                  <a:lnTo>
                    <a:pt x="5215661" y="359183"/>
                  </a:lnTo>
                  <a:lnTo>
                    <a:pt x="5215661" y="358559"/>
                  </a:lnTo>
                  <a:lnTo>
                    <a:pt x="5215770" y="358559"/>
                  </a:lnTo>
                  <a:lnTo>
                    <a:pt x="5215878" y="358559"/>
                  </a:lnTo>
                  <a:lnTo>
                    <a:pt x="5215987" y="358559"/>
                  </a:lnTo>
                  <a:lnTo>
                    <a:pt x="5216095" y="358559"/>
                  </a:lnTo>
                  <a:lnTo>
                    <a:pt x="5216203" y="358559"/>
                  </a:lnTo>
                  <a:lnTo>
                    <a:pt x="5216312" y="358559"/>
                  </a:lnTo>
                  <a:lnTo>
                    <a:pt x="5216420" y="358559"/>
                  </a:lnTo>
                  <a:lnTo>
                    <a:pt x="5216529" y="358559"/>
                  </a:lnTo>
                  <a:lnTo>
                    <a:pt x="5216637" y="358559"/>
                  </a:lnTo>
                  <a:lnTo>
                    <a:pt x="5216746" y="358559"/>
                  </a:lnTo>
                  <a:lnTo>
                    <a:pt x="5216854" y="358559"/>
                  </a:lnTo>
                  <a:lnTo>
                    <a:pt x="5216854" y="357936"/>
                  </a:lnTo>
                  <a:lnTo>
                    <a:pt x="5216963" y="357936"/>
                  </a:lnTo>
                  <a:lnTo>
                    <a:pt x="5217071" y="357936"/>
                  </a:lnTo>
                  <a:lnTo>
                    <a:pt x="5217180" y="357936"/>
                  </a:lnTo>
                  <a:lnTo>
                    <a:pt x="5217288" y="357936"/>
                  </a:lnTo>
                  <a:lnTo>
                    <a:pt x="5217396" y="357936"/>
                  </a:lnTo>
                  <a:lnTo>
                    <a:pt x="5217396" y="357312"/>
                  </a:lnTo>
                  <a:lnTo>
                    <a:pt x="5217505" y="357312"/>
                  </a:lnTo>
                  <a:lnTo>
                    <a:pt x="5217613" y="357312"/>
                  </a:lnTo>
                  <a:lnTo>
                    <a:pt x="5217722" y="357312"/>
                  </a:lnTo>
                  <a:lnTo>
                    <a:pt x="5217830" y="357312"/>
                  </a:lnTo>
                  <a:lnTo>
                    <a:pt x="5217939" y="357312"/>
                  </a:lnTo>
                  <a:lnTo>
                    <a:pt x="5218047" y="357312"/>
                  </a:lnTo>
                  <a:lnTo>
                    <a:pt x="5218156" y="357312"/>
                  </a:lnTo>
                  <a:lnTo>
                    <a:pt x="5218264" y="357312"/>
                  </a:lnTo>
                  <a:lnTo>
                    <a:pt x="5218372" y="357312"/>
                  </a:lnTo>
                  <a:lnTo>
                    <a:pt x="5218481" y="357312"/>
                  </a:lnTo>
                  <a:lnTo>
                    <a:pt x="5218589" y="357312"/>
                  </a:lnTo>
                  <a:lnTo>
                    <a:pt x="5218698" y="357312"/>
                  </a:lnTo>
                  <a:lnTo>
                    <a:pt x="5218806" y="357312"/>
                  </a:lnTo>
                  <a:lnTo>
                    <a:pt x="5218915" y="357312"/>
                  </a:lnTo>
                  <a:lnTo>
                    <a:pt x="5219023" y="357312"/>
                  </a:lnTo>
                  <a:lnTo>
                    <a:pt x="5219132" y="357312"/>
                  </a:lnTo>
                  <a:lnTo>
                    <a:pt x="5219240" y="357312"/>
                  </a:lnTo>
                  <a:lnTo>
                    <a:pt x="5219348" y="357312"/>
                  </a:lnTo>
                  <a:lnTo>
                    <a:pt x="5219457" y="357312"/>
                  </a:lnTo>
                  <a:lnTo>
                    <a:pt x="5219565" y="357312"/>
                  </a:lnTo>
                  <a:lnTo>
                    <a:pt x="5219674" y="357312"/>
                  </a:lnTo>
                  <a:lnTo>
                    <a:pt x="5219782" y="357312"/>
                  </a:lnTo>
                  <a:lnTo>
                    <a:pt x="5219891" y="357312"/>
                  </a:lnTo>
                  <a:lnTo>
                    <a:pt x="5219999" y="357312"/>
                  </a:lnTo>
                  <a:lnTo>
                    <a:pt x="5220108" y="357312"/>
                  </a:lnTo>
                  <a:lnTo>
                    <a:pt x="5220216" y="357312"/>
                  </a:lnTo>
                  <a:lnTo>
                    <a:pt x="5220324" y="357312"/>
                  </a:lnTo>
                  <a:lnTo>
                    <a:pt x="5220433" y="357312"/>
                  </a:lnTo>
                  <a:lnTo>
                    <a:pt x="5220541" y="357312"/>
                  </a:lnTo>
                  <a:lnTo>
                    <a:pt x="5220541" y="356689"/>
                  </a:lnTo>
                  <a:lnTo>
                    <a:pt x="5220650" y="356689"/>
                  </a:lnTo>
                  <a:lnTo>
                    <a:pt x="5220758" y="356689"/>
                  </a:lnTo>
                  <a:lnTo>
                    <a:pt x="5220867" y="356689"/>
                  </a:lnTo>
                  <a:lnTo>
                    <a:pt x="5220975" y="356689"/>
                  </a:lnTo>
                  <a:lnTo>
                    <a:pt x="5221084" y="356689"/>
                  </a:lnTo>
                  <a:lnTo>
                    <a:pt x="5221192" y="356689"/>
                  </a:lnTo>
                  <a:lnTo>
                    <a:pt x="5221301" y="356689"/>
                  </a:lnTo>
                  <a:lnTo>
                    <a:pt x="5221409" y="356689"/>
                  </a:lnTo>
                  <a:lnTo>
                    <a:pt x="5221517" y="356689"/>
                  </a:lnTo>
                  <a:lnTo>
                    <a:pt x="5221626" y="356689"/>
                  </a:lnTo>
                  <a:lnTo>
                    <a:pt x="5221734" y="356689"/>
                  </a:lnTo>
                  <a:lnTo>
                    <a:pt x="5221843" y="356689"/>
                  </a:lnTo>
                  <a:lnTo>
                    <a:pt x="5221951" y="356689"/>
                  </a:lnTo>
                  <a:lnTo>
                    <a:pt x="5222060" y="356689"/>
                  </a:lnTo>
                  <a:lnTo>
                    <a:pt x="5222168" y="356689"/>
                  </a:lnTo>
                  <a:lnTo>
                    <a:pt x="5222277" y="356689"/>
                  </a:lnTo>
                  <a:lnTo>
                    <a:pt x="5222385" y="356689"/>
                  </a:lnTo>
                  <a:lnTo>
                    <a:pt x="5222493" y="356689"/>
                  </a:lnTo>
                  <a:lnTo>
                    <a:pt x="5222602" y="356689"/>
                  </a:lnTo>
                  <a:lnTo>
                    <a:pt x="5222710" y="356689"/>
                  </a:lnTo>
                  <a:lnTo>
                    <a:pt x="5222819" y="356689"/>
                  </a:lnTo>
                  <a:lnTo>
                    <a:pt x="5222927" y="356689"/>
                  </a:lnTo>
                  <a:lnTo>
                    <a:pt x="5223036" y="356689"/>
                  </a:lnTo>
                  <a:lnTo>
                    <a:pt x="5223144" y="356689"/>
                  </a:lnTo>
                  <a:lnTo>
                    <a:pt x="5223253" y="356689"/>
                  </a:lnTo>
                  <a:lnTo>
                    <a:pt x="5223361" y="356689"/>
                  </a:lnTo>
                  <a:lnTo>
                    <a:pt x="5223469" y="356689"/>
                  </a:lnTo>
                  <a:lnTo>
                    <a:pt x="5223578" y="356689"/>
                  </a:lnTo>
                  <a:lnTo>
                    <a:pt x="5223578" y="356065"/>
                  </a:lnTo>
                  <a:lnTo>
                    <a:pt x="5223686" y="356065"/>
                  </a:lnTo>
                  <a:lnTo>
                    <a:pt x="5223795" y="356065"/>
                  </a:lnTo>
                  <a:lnTo>
                    <a:pt x="5223903" y="356065"/>
                  </a:lnTo>
                  <a:lnTo>
                    <a:pt x="5224012" y="356065"/>
                  </a:lnTo>
                  <a:lnTo>
                    <a:pt x="5224120" y="356065"/>
                  </a:lnTo>
                  <a:lnTo>
                    <a:pt x="5224229" y="356065"/>
                  </a:lnTo>
                  <a:lnTo>
                    <a:pt x="5224337" y="356065"/>
                  </a:lnTo>
                  <a:lnTo>
                    <a:pt x="5224445" y="356065"/>
                  </a:lnTo>
                  <a:lnTo>
                    <a:pt x="5224554" y="356065"/>
                  </a:lnTo>
                  <a:lnTo>
                    <a:pt x="5224554" y="355441"/>
                  </a:lnTo>
                  <a:lnTo>
                    <a:pt x="5224662" y="355441"/>
                  </a:lnTo>
                  <a:lnTo>
                    <a:pt x="5224771" y="355441"/>
                  </a:lnTo>
                  <a:lnTo>
                    <a:pt x="5224879" y="355441"/>
                  </a:lnTo>
                  <a:lnTo>
                    <a:pt x="5224988" y="355441"/>
                  </a:lnTo>
                  <a:lnTo>
                    <a:pt x="5225096" y="355441"/>
                  </a:lnTo>
                  <a:lnTo>
                    <a:pt x="5225205" y="355441"/>
                  </a:lnTo>
                  <a:lnTo>
                    <a:pt x="5225313" y="355441"/>
                  </a:lnTo>
                  <a:lnTo>
                    <a:pt x="5225313" y="354818"/>
                  </a:lnTo>
                  <a:lnTo>
                    <a:pt x="5225313" y="354194"/>
                  </a:lnTo>
                  <a:lnTo>
                    <a:pt x="5225422" y="354194"/>
                  </a:lnTo>
                  <a:lnTo>
                    <a:pt x="5225530" y="354194"/>
                  </a:lnTo>
                  <a:lnTo>
                    <a:pt x="5225638" y="354194"/>
                  </a:lnTo>
                  <a:lnTo>
                    <a:pt x="5225747" y="354194"/>
                  </a:lnTo>
                  <a:lnTo>
                    <a:pt x="5225855" y="354194"/>
                  </a:lnTo>
                  <a:lnTo>
                    <a:pt x="5225964" y="354194"/>
                  </a:lnTo>
                  <a:lnTo>
                    <a:pt x="5226072" y="354194"/>
                  </a:lnTo>
                  <a:lnTo>
                    <a:pt x="5226181" y="354194"/>
                  </a:lnTo>
                  <a:lnTo>
                    <a:pt x="5226289" y="354194"/>
                  </a:lnTo>
                  <a:lnTo>
                    <a:pt x="5226398" y="354194"/>
                  </a:lnTo>
                  <a:lnTo>
                    <a:pt x="5226506" y="354194"/>
                  </a:lnTo>
                  <a:lnTo>
                    <a:pt x="5226614" y="354194"/>
                  </a:lnTo>
                  <a:lnTo>
                    <a:pt x="5226723" y="354194"/>
                  </a:lnTo>
                  <a:lnTo>
                    <a:pt x="5226831" y="354194"/>
                  </a:lnTo>
                  <a:lnTo>
                    <a:pt x="5226940" y="354194"/>
                  </a:lnTo>
                  <a:lnTo>
                    <a:pt x="5227048" y="354194"/>
                  </a:lnTo>
                  <a:lnTo>
                    <a:pt x="5227157" y="354194"/>
                  </a:lnTo>
                  <a:lnTo>
                    <a:pt x="5227265" y="354194"/>
                  </a:lnTo>
                  <a:lnTo>
                    <a:pt x="5227374" y="354194"/>
                  </a:lnTo>
                  <a:lnTo>
                    <a:pt x="5227482" y="354194"/>
                  </a:lnTo>
                  <a:lnTo>
                    <a:pt x="5227482" y="353571"/>
                  </a:lnTo>
                  <a:lnTo>
                    <a:pt x="5227590" y="353571"/>
                  </a:lnTo>
                  <a:lnTo>
                    <a:pt x="5227699" y="353571"/>
                  </a:lnTo>
                  <a:lnTo>
                    <a:pt x="5227807" y="353571"/>
                  </a:lnTo>
                  <a:lnTo>
                    <a:pt x="5227916" y="353571"/>
                  </a:lnTo>
                  <a:lnTo>
                    <a:pt x="5228024" y="353571"/>
                  </a:lnTo>
                  <a:lnTo>
                    <a:pt x="5228133" y="353571"/>
                  </a:lnTo>
                  <a:lnTo>
                    <a:pt x="5228241" y="353571"/>
                  </a:lnTo>
                  <a:lnTo>
                    <a:pt x="5228241" y="352947"/>
                  </a:lnTo>
                  <a:lnTo>
                    <a:pt x="5228350" y="352947"/>
                  </a:lnTo>
                  <a:lnTo>
                    <a:pt x="5228458" y="352947"/>
                  </a:lnTo>
                  <a:lnTo>
                    <a:pt x="5228566" y="352947"/>
                  </a:lnTo>
                  <a:lnTo>
                    <a:pt x="5228566" y="352324"/>
                  </a:lnTo>
                  <a:lnTo>
                    <a:pt x="5228675" y="352324"/>
                  </a:lnTo>
                  <a:lnTo>
                    <a:pt x="5228675" y="351700"/>
                  </a:lnTo>
                  <a:lnTo>
                    <a:pt x="5228783" y="351700"/>
                  </a:lnTo>
                  <a:lnTo>
                    <a:pt x="5228892" y="351700"/>
                  </a:lnTo>
                  <a:lnTo>
                    <a:pt x="5229000" y="351700"/>
                  </a:lnTo>
                  <a:lnTo>
                    <a:pt x="5229109" y="351700"/>
                  </a:lnTo>
                  <a:lnTo>
                    <a:pt x="5229217" y="351700"/>
                  </a:lnTo>
                  <a:lnTo>
                    <a:pt x="5229326" y="351700"/>
                  </a:lnTo>
                  <a:lnTo>
                    <a:pt x="5229326" y="351076"/>
                  </a:lnTo>
                  <a:lnTo>
                    <a:pt x="5229434" y="351076"/>
                  </a:lnTo>
                  <a:lnTo>
                    <a:pt x="5229543" y="351076"/>
                  </a:lnTo>
                  <a:lnTo>
                    <a:pt x="5229543" y="350453"/>
                  </a:lnTo>
                  <a:lnTo>
                    <a:pt x="5229651" y="350453"/>
                  </a:lnTo>
                  <a:lnTo>
                    <a:pt x="5229759" y="350453"/>
                  </a:lnTo>
                  <a:lnTo>
                    <a:pt x="5229868" y="350453"/>
                  </a:lnTo>
                  <a:lnTo>
                    <a:pt x="5229976" y="350453"/>
                  </a:lnTo>
                  <a:lnTo>
                    <a:pt x="5230085" y="350453"/>
                  </a:lnTo>
                  <a:lnTo>
                    <a:pt x="5230193" y="350453"/>
                  </a:lnTo>
                  <a:lnTo>
                    <a:pt x="5230302" y="350453"/>
                  </a:lnTo>
                  <a:lnTo>
                    <a:pt x="5230410" y="350453"/>
                  </a:lnTo>
                  <a:lnTo>
                    <a:pt x="5230519" y="350453"/>
                  </a:lnTo>
                  <a:lnTo>
                    <a:pt x="5230627" y="350453"/>
                  </a:lnTo>
                  <a:lnTo>
                    <a:pt x="5230735" y="350453"/>
                  </a:lnTo>
                  <a:lnTo>
                    <a:pt x="5230844" y="350453"/>
                  </a:lnTo>
                  <a:lnTo>
                    <a:pt x="5230952" y="350453"/>
                  </a:lnTo>
                  <a:lnTo>
                    <a:pt x="5231061" y="350453"/>
                  </a:lnTo>
                  <a:lnTo>
                    <a:pt x="5231169" y="350453"/>
                  </a:lnTo>
                  <a:lnTo>
                    <a:pt x="5231278" y="350453"/>
                  </a:lnTo>
                  <a:lnTo>
                    <a:pt x="5231386" y="350453"/>
                  </a:lnTo>
                  <a:lnTo>
                    <a:pt x="5231495" y="350453"/>
                  </a:lnTo>
                  <a:lnTo>
                    <a:pt x="5231603" y="350453"/>
                  </a:lnTo>
                  <a:lnTo>
                    <a:pt x="5231711" y="350453"/>
                  </a:lnTo>
                  <a:lnTo>
                    <a:pt x="5231820" y="350453"/>
                  </a:lnTo>
                  <a:lnTo>
                    <a:pt x="5231928" y="350453"/>
                  </a:lnTo>
                  <a:lnTo>
                    <a:pt x="5232037" y="350453"/>
                  </a:lnTo>
                  <a:lnTo>
                    <a:pt x="5232145" y="350453"/>
                  </a:lnTo>
                  <a:lnTo>
                    <a:pt x="5232254" y="350453"/>
                  </a:lnTo>
                  <a:lnTo>
                    <a:pt x="5232362" y="350453"/>
                  </a:lnTo>
                  <a:lnTo>
                    <a:pt x="5232471" y="350453"/>
                  </a:lnTo>
                  <a:lnTo>
                    <a:pt x="5232579" y="350453"/>
                  </a:lnTo>
                  <a:lnTo>
                    <a:pt x="5232687" y="350453"/>
                  </a:lnTo>
                  <a:lnTo>
                    <a:pt x="5232796" y="350453"/>
                  </a:lnTo>
                  <a:lnTo>
                    <a:pt x="5232904" y="350453"/>
                  </a:lnTo>
                  <a:lnTo>
                    <a:pt x="5233013" y="350453"/>
                  </a:lnTo>
                  <a:lnTo>
                    <a:pt x="5233013" y="349829"/>
                  </a:lnTo>
                  <a:lnTo>
                    <a:pt x="5233121" y="349829"/>
                  </a:lnTo>
                  <a:lnTo>
                    <a:pt x="5233230" y="349829"/>
                  </a:lnTo>
                  <a:lnTo>
                    <a:pt x="5233338" y="349829"/>
                  </a:lnTo>
                  <a:lnTo>
                    <a:pt x="5233447" y="349829"/>
                  </a:lnTo>
                  <a:lnTo>
                    <a:pt x="5233555" y="349829"/>
                  </a:lnTo>
                  <a:lnTo>
                    <a:pt x="5233663" y="349829"/>
                  </a:lnTo>
                  <a:lnTo>
                    <a:pt x="5233772" y="349829"/>
                  </a:lnTo>
                  <a:lnTo>
                    <a:pt x="5233772" y="349206"/>
                  </a:lnTo>
                  <a:lnTo>
                    <a:pt x="5233772" y="348582"/>
                  </a:lnTo>
                  <a:lnTo>
                    <a:pt x="5233772" y="347958"/>
                  </a:lnTo>
                  <a:lnTo>
                    <a:pt x="5233880" y="347958"/>
                  </a:lnTo>
                  <a:lnTo>
                    <a:pt x="5233989" y="347958"/>
                  </a:lnTo>
                  <a:lnTo>
                    <a:pt x="5233989" y="347335"/>
                  </a:lnTo>
                  <a:lnTo>
                    <a:pt x="5234097" y="347335"/>
                  </a:lnTo>
                  <a:lnTo>
                    <a:pt x="5234206" y="347335"/>
                  </a:lnTo>
                  <a:lnTo>
                    <a:pt x="5234314" y="347335"/>
                  </a:lnTo>
                  <a:lnTo>
                    <a:pt x="5234314" y="346711"/>
                  </a:lnTo>
                  <a:lnTo>
                    <a:pt x="5234423" y="346711"/>
                  </a:lnTo>
                  <a:lnTo>
                    <a:pt x="5234531" y="346711"/>
                  </a:lnTo>
                  <a:lnTo>
                    <a:pt x="5234640" y="346711"/>
                  </a:lnTo>
                  <a:lnTo>
                    <a:pt x="5234748" y="346711"/>
                  </a:lnTo>
                  <a:lnTo>
                    <a:pt x="5234856" y="346711"/>
                  </a:lnTo>
                  <a:lnTo>
                    <a:pt x="5234965" y="346711"/>
                  </a:lnTo>
                  <a:lnTo>
                    <a:pt x="5235073" y="346711"/>
                  </a:lnTo>
                  <a:lnTo>
                    <a:pt x="5235182" y="346711"/>
                  </a:lnTo>
                  <a:lnTo>
                    <a:pt x="5235290" y="346711"/>
                  </a:lnTo>
                  <a:lnTo>
                    <a:pt x="5235399" y="346711"/>
                  </a:lnTo>
                  <a:lnTo>
                    <a:pt x="5235507" y="346711"/>
                  </a:lnTo>
                  <a:lnTo>
                    <a:pt x="5235616" y="346711"/>
                  </a:lnTo>
                  <a:lnTo>
                    <a:pt x="5235724" y="346711"/>
                  </a:lnTo>
                  <a:lnTo>
                    <a:pt x="5235832" y="346711"/>
                  </a:lnTo>
                  <a:lnTo>
                    <a:pt x="5235941" y="346711"/>
                  </a:lnTo>
                  <a:lnTo>
                    <a:pt x="5236049" y="346711"/>
                  </a:lnTo>
                  <a:lnTo>
                    <a:pt x="5236158" y="346711"/>
                  </a:lnTo>
                  <a:lnTo>
                    <a:pt x="5236266" y="346711"/>
                  </a:lnTo>
                  <a:lnTo>
                    <a:pt x="5236375" y="346711"/>
                  </a:lnTo>
                  <a:lnTo>
                    <a:pt x="5236483" y="346711"/>
                  </a:lnTo>
                  <a:lnTo>
                    <a:pt x="5236592" y="346711"/>
                  </a:lnTo>
                  <a:lnTo>
                    <a:pt x="5236700" y="346711"/>
                  </a:lnTo>
                  <a:lnTo>
                    <a:pt x="5236808" y="346711"/>
                  </a:lnTo>
                  <a:lnTo>
                    <a:pt x="5236917" y="346711"/>
                  </a:lnTo>
                  <a:lnTo>
                    <a:pt x="5236917" y="346088"/>
                  </a:lnTo>
                  <a:lnTo>
                    <a:pt x="5236917" y="345464"/>
                  </a:lnTo>
                  <a:lnTo>
                    <a:pt x="5237025" y="345464"/>
                  </a:lnTo>
                  <a:lnTo>
                    <a:pt x="5237134" y="345464"/>
                  </a:lnTo>
                  <a:lnTo>
                    <a:pt x="5237242" y="345464"/>
                  </a:lnTo>
                  <a:lnTo>
                    <a:pt x="5237351" y="345464"/>
                  </a:lnTo>
                  <a:lnTo>
                    <a:pt x="5237459" y="345464"/>
                  </a:lnTo>
                  <a:lnTo>
                    <a:pt x="5237568" y="345464"/>
                  </a:lnTo>
                  <a:lnTo>
                    <a:pt x="5237568" y="344841"/>
                  </a:lnTo>
                  <a:lnTo>
                    <a:pt x="5237676" y="344841"/>
                  </a:lnTo>
                  <a:lnTo>
                    <a:pt x="5237784" y="344841"/>
                  </a:lnTo>
                  <a:lnTo>
                    <a:pt x="5237893" y="344841"/>
                  </a:lnTo>
                  <a:lnTo>
                    <a:pt x="5238001" y="344841"/>
                  </a:lnTo>
                  <a:lnTo>
                    <a:pt x="5238110" y="344841"/>
                  </a:lnTo>
                  <a:lnTo>
                    <a:pt x="5238218" y="344841"/>
                  </a:lnTo>
                  <a:lnTo>
                    <a:pt x="5238327" y="344841"/>
                  </a:lnTo>
                  <a:lnTo>
                    <a:pt x="5238435" y="344841"/>
                  </a:lnTo>
                  <a:lnTo>
                    <a:pt x="5238544" y="344841"/>
                  </a:lnTo>
                  <a:lnTo>
                    <a:pt x="5238652" y="344841"/>
                  </a:lnTo>
                  <a:lnTo>
                    <a:pt x="5238761" y="344841"/>
                  </a:lnTo>
                  <a:lnTo>
                    <a:pt x="5238869" y="344841"/>
                  </a:lnTo>
                  <a:lnTo>
                    <a:pt x="5238977" y="344841"/>
                  </a:lnTo>
                  <a:lnTo>
                    <a:pt x="5239086" y="344841"/>
                  </a:lnTo>
                  <a:lnTo>
                    <a:pt x="5239194" y="344841"/>
                  </a:lnTo>
                  <a:lnTo>
                    <a:pt x="5239194" y="344217"/>
                  </a:lnTo>
                  <a:lnTo>
                    <a:pt x="5239303" y="344217"/>
                  </a:lnTo>
                  <a:lnTo>
                    <a:pt x="5239411" y="344217"/>
                  </a:lnTo>
                  <a:lnTo>
                    <a:pt x="5239520" y="344217"/>
                  </a:lnTo>
                  <a:lnTo>
                    <a:pt x="5239628" y="344217"/>
                  </a:lnTo>
                  <a:lnTo>
                    <a:pt x="5239737" y="344217"/>
                  </a:lnTo>
                  <a:lnTo>
                    <a:pt x="5239845" y="344217"/>
                  </a:lnTo>
                  <a:lnTo>
                    <a:pt x="5239953" y="344217"/>
                  </a:lnTo>
                  <a:lnTo>
                    <a:pt x="5240062" y="344217"/>
                  </a:lnTo>
                  <a:lnTo>
                    <a:pt x="5240170" y="344217"/>
                  </a:lnTo>
                  <a:lnTo>
                    <a:pt x="5240279" y="344217"/>
                  </a:lnTo>
                  <a:lnTo>
                    <a:pt x="5240387" y="344217"/>
                  </a:lnTo>
                  <a:lnTo>
                    <a:pt x="5240496" y="344217"/>
                  </a:lnTo>
                  <a:lnTo>
                    <a:pt x="5240604" y="344217"/>
                  </a:lnTo>
                  <a:lnTo>
                    <a:pt x="5240713" y="344217"/>
                  </a:lnTo>
                  <a:lnTo>
                    <a:pt x="5240821" y="344217"/>
                  </a:lnTo>
                  <a:lnTo>
                    <a:pt x="5240929" y="344217"/>
                  </a:lnTo>
                  <a:lnTo>
                    <a:pt x="5241038" y="344217"/>
                  </a:lnTo>
                  <a:lnTo>
                    <a:pt x="5241146" y="344217"/>
                  </a:lnTo>
                  <a:lnTo>
                    <a:pt x="5241255" y="344217"/>
                  </a:lnTo>
                  <a:lnTo>
                    <a:pt x="5241363" y="344217"/>
                  </a:lnTo>
                  <a:lnTo>
                    <a:pt x="5241472" y="344217"/>
                  </a:lnTo>
                  <a:lnTo>
                    <a:pt x="5241580" y="344217"/>
                  </a:lnTo>
                  <a:lnTo>
                    <a:pt x="5241689" y="344217"/>
                  </a:lnTo>
                  <a:lnTo>
                    <a:pt x="5241797" y="344217"/>
                  </a:lnTo>
                  <a:lnTo>
                    <a:pt x="5241797" y="343593"/>
                  </a:lnTo>
                  <a:lnTo>
                    <a:pt x="5241905" y="343593"/>
                  </a:lnTo>
                  <a:lnTo>
                    <a:pt x="5242014" y="343593"/>
                  </a:lnTo>
                  <a:lnTo>
                    <a:pt x="5242122" y="343593"/>
                  </a:lnTo>
                  <a:lnTo>
                    <a:pt x="5242231" y="343593"/>
                  </a:lnTo>
                  <a:lnTo>
                    <a:pt x="5242339" y="343593"/>
                  </a:lnTo>
                  <a:lnTo>
                    <a:pt x="5242448" y="343593"/>
                  </a:lnTo>
                  <a:lnTo>
                    <a:pt x="5242556" y="343593"/>
                  </a:lnTo>
                  <a:lnTo>
                    <a:pt x="5242665" y="343593"/>
                  </a:lnTo>
                  <a:lnTo>
                    <a:pt x="5242773" y="343593"/>
                  </a:lnTo>
                  <a:lnTo>
                    <a:pt x="5242882" y="343593"/>
                  </a:lnTo>
                  <a:lnTo>
                    <a:pt x="5242990" y="343593"/>
                  </a:lnTo>
                  <a:lnTo>
                    <a:pt x="5242990" y="342970"/>
                  </a:lnTo>
                  <a:lnTo>
                    <a:pt x="5243098" y="342970"/>
                  </a:lnTo>
                  <a:lnTo>
                    <a:pt x="5243207" y="342970"/>
                  </a:lnTo>
                  <a:lnTo>
                    <a:pt x="5243207" y="342346"/>
                  </a:lnTo>
                  <a:lnTo>
                    <a:pt x="5243315" y="342346"/>
                  </a:lnTo>
                  <a:lnTo>
                    <a:pt x="5243424" y="342346"/>
                  </a:lnTo>
                  <a:lnTo>
                    <a:pt x="5243532" y="342346"/>
                  </a:lnTo>
                  <a:lnTo>
                    <a:pt x="5243641" y="342346"/>
                  </a:lnTo>
                  <a:lnTo>
                    <a:pt x="5243749" y="342346"/>
                  </a:lnTo>
                  <a:lnTo>
                    <a:pt x="5243858" y="342346"/>
                  </a:lnTo>
                  <a:lnTo>
                    <a:pt x="5243966" y="342346"/>
                  </a:lnTo>
                  <a:lnTo>
                    <a:pt x="5244074" y="342346"/>
                  </a:lnTo>
                  <a:lnTo>
                    <a:pt x="5244183" y="342346"/>
                  </a:lnTo>
                  <a:lnTo>
                    <a:pt x="5244291" y="342346"/>
                  </a:lnTo>
                  <a:lnTo>
                    <a:pt x="5244291" y="341723"/>
                  </a:lnTo>
                  <a:lnTo>
                    <a:pt x="5244400" y="341723"/>
                  </a:lnTo>
                  <a:lnTo>
                    <a:pt x="5244508" y="341723"/>
                  </a:lnTo>
                  <a:lnTo>
                    <a:pt x="5244617" y="341723"/>
                  </a:lnTo>
                  <a:lnTo>
                    <a:pt x="5244725" y="341723"/>
                  </a:lnTo>
                  <a:lnTo>
                    <a:pt x="5244834" y="341723"/>
                  </a:lnTo>
                  <a:lnTo>
                    <a:pt x="5244834" y="341099"/>
                  </a:lnTo>
                  <a:lnTo>
                    <a:pt x="5244942" y="341099"/>
                  </a:lnTo>
                  <a:lnTo>
                    <a:pt x="5245050" y="341099"/>
                  </a:lnTo>
                  <a:lnTo>
                    <a:pt x="5245159" y="341099"/>
                  </a:lnTo>
                  <a:lnTo>
                    <a:pt x="5245267" y="341099"/>
                  </a:lnTo>
                  <a:lnTo>
                    <a:pt x="5245376" y="341099"/>
                  </a:lnTo>
                  <a:lnTo>
                    <a:pt x="5245484" y="341099"/>
                  </a:lnTo>
                  <a:lnTo>
                    <a:pt x="5245593" y="341099"/>
                  </a:lnTo>
                  <a:lnTo>
                    <a:pt x="5245701" y="341099"/>
                  </a:lnTo>
                  <a:lnTo>
                    <a:pt x="5245810" y="341099"/>
                  </a:lnTo>
                  <a:lnTo>
                    <a:pt x="5245918" y="341099"/>
                  </a:lnTo>
                  <a:lnTo>
                    <a:pt x="5246026" y="341099"/>
                  </a:lnTo>
                  <a:lnTo>
                    <a:pt x="5246135" y="341099"/>
                  </a:lnTo>
                  <a:lnTo>
                    <a:pt x="5246243" y="341099"/>
                  </a:lnTo>
                  <a:lnTo>
                    <a:pt x="5246352" y="341099"/>
                  </a:lnTo>
                  <a:lnTo>
                    <a:pt x="5246460" y="341099"/>
                  </a:lnTo>
                  <a:lnTo>
                    <a:pt x="5246569" y="341099"/>
                  </a:lnTo>
                  <a:lnTo>
                    <a:pt x="5246677" y="341099"/>
                  </a:lnTo>
                  <a:lnTo>
                    <a:pt x="5246786" y="341099"/>
                  </a:lnTo>
                  <a:lnTo>
                    <a:pt x="5246894" y="341099"/>
                  </a:lnTo>
                  <a:lnTo>
                    <a:pt x="5247003" y="341099"/>
                  </a:lnTo>
                  <a:lnTo>
                    <a:pt x="5247111" y="341099"/>
                  </a:lnTo>
                  <a:lnTo>
                    <a:pt x="5247219" y="341099"/>
                  </a:lnTo>
                  <a:lnTo>
                    <a:pt x="5247219" y="340475"/>
                  </a:lnTo>
                  <a:lnTo>
                    <a:pt x="5247328" y="340475"/>
                  </a:lnTo>
                  <a:lnTo>
                    <a:pt x="5247436" y="340475"/>
                  </a:lnTo>
                  <a:lnTo>
                    <a:pt x="5247545" y="340475"/>
                  </a:lnTo>
                  <a:lnTo>
                    <a:pt x="5247653" y="340475"/>
                  </a:lnTo>
                  <a:lnTo>
                    <a:pt x="5247762" y="340475"/>
                  </a:lnTo>
                  <a:lnTo>
                    <a:pt x="5247870" y="340475"/>
                  </a:lnTo>
                  <a:lnTo>
                    <a:pt x="5247979" y="340475"/>
                  </a:lnTo>
                  <a:lnTo>
                    <a:pt x="5248087" y="340475"/>
                  </a:lnTo>
                  <a:lnTo>
                    <a:pt x="5248087" y="339852"/>
                  </a:lnTo>
                  <a:lnTo>
                    <a:pt x="5248195" y="339852"/>
                  </a:lnTo>
                  <a:lnTo>
                    <a:pt x="5248304" y="339852"/>
                  </a:lnTo>
                  <a:lnTo>
                    <a:pt x="5248412" y="339852"/>
                  </a:lnTo>
                  <a:lnTo>
                    <a:pt x="5248521" y="339852"/>
                  </a:lnTo>
                  <a:lnTo>
                    <a:pt x="5248629" y="339852"/>
                  </a:lnTo>
                  <a:lnTo>
                    <a:pt x="5248738" y="339852"/>
                  </a:lnTo>
                  <a:lnTo>
                    <a:pt x="5248846" y="339852"/>
                  </a:lnTo>
                  <a:lnTo>
                    <a:pt x="5248955" y="339852"/>
                  </a:lnTo>
                  <a:lnTo>
                    <a:pt x="5249063" y="339852"/>
                  </a:lnTo>
                  <a:lnTo>
                    <a:pt x="5249171" y="339852"/>
                  </a:lnTo>
                  <a:lnTo>
                    <a:pt x="5249280" y="339852"/>
                  </a:lnTo>
                  <a:lnTo>
                    <a:pt x="5249388" y="339852"/>
                  </a:lnTo>
                  <a:lnTo>
                    <a:pt x="5249497" y="339852"/>
                  </a:lnTo>
                  <a:lnTo>
                    <a:pt x="5249605" y="339852"/>
                  </a:lnTo>
                  <a:lnTo>
                    <a:pt x="5249714" y="339852"/>
                  </a:lnTo>
                  <a:lnTo>
                    <a:pt x="5249822" y="339852"/>
                  </a:lnTo>
                  <a:lnTo>
                    <a:pt x="5249931" y="339852"/>
                  </a:lnTo>
                  <a:lnTo>
                    <a:pt x="5250039" y="339852"/>
                  </a:lnTo>
                  <a:lnTo>
                    <a:pt x="5250147" y="339852"/>
                  </a:lnTo>
                  <a:lnTo>
                    <a:pt x="5250256" y="339852"/>
                  </a:lnTo>
                  <a:lnTo>
                    <a:pt x="5250364" y="339852"/>
                  </a:lnTo>
                  <a:lnTo>
                    <a:pt x="5250473" y="339852"/>
                  </a:lnTo>
                  <a:lnTo>
                    <a:pt x="5250581" y="339852"/>
                  </a:lnTo>
                  <a:lnTo>
                    <a:pt x="5250690" y="339852"/>
                  </a:lnTo>
                  <a:lnTo>
                    <a:pt x="5250798" y="339852"/>
                  </a:lnTo>
                  <a:lnTo>
                    <a:pt x="5250907" y="339852"/>
                  </a:lnTo>
                  <a:lnTo>
                    <a:pt x="5250907" y="339228"/>
                  </a:lnTo>
                  <a:lnTo>
                    <a:pt x="5251015" y="339228"/>
                  </a:lnTo>
                  <a:lnTo>
                    <a:pt x="5251124" y="339228"/>
                  </a:lnTo>
                  <a:lnTo>
                    <a:pt x="5251232" y="339228"/>
                  </a:lnTo>
                  <a:lnTo>
                    <a:pt x="5251340" y="339228"/>
                  </a:lnTo>
                  <a:lnTo>
                    <a:pt x="5251449" y="339228"/>
                  </a:lnTo>
                  <a:lnTo>
                    <a:pt x="5251557" y="339228"/>
                  </a:lnTo>
                  <a:lnTo>
                    <a:pt x="5251666" y="339228"/>
                  </a:lnTo>
                  <a:lnTo>
                    <a:pt x="5251774" y="339228"/>
                  </a:lnTo>
                  <a:lnTo>
                    <a:pt x="5251883" y="339228"/>
                  </a:lnTo>
                  <a:lnTo>
                    <a:pt x="5251991" y="339228"/>
                  </a:lnTo>
                  <a:lnTo>
                    <a:pt x="5252100" y="339228"/>
                  </a:lnTo>
                  <a:lnTo>
                    <a:pt x="5252100" y="338605"/>
                  </a:lnTo>
                  <a:lnTo>
                    <a:pt x="5252208" y="338605"/>
                  </a:lnTo>
                  <a:lnTo>
                    <a:pt x="5252208" y="337981"/>
                  </a:lnTo>
                  <a:lnTo>
                    <a:pt x="5252316" y="337981"/>
                  </a:lnTo>
                  <a:lnTo>
                    <a:pt x="5252425" y="337981"/>
                  </a:lnTo>
                  <a:lnTo>
                    <a:pt x="5252533" y="337981"/>
                  </a:lnTo>
                  <a:lnTo>
                    <a:pt x="5252642" y="337981"/>
                  </a:lnTo>
                  <a:lnTo>
                    <a:pt x="5252642" y="337358"/>
                  </a:lnTo>
                  <a:lnTo>
                    <a:pt x="5252750" y="337358"/>
                  </a:lnTo>
                  <a:lnTo>
                    <a:pt x="5252859" y="337358"/>
                  </a:lnTo>
                  <a:lnTo>
                    <a:pt x="5252967" y="337358"/>
                  </a:lnTo>
                  <a:lnTo>
                    <a:pt x="5253076" y="337358"/>
                  </a:lnTo>
                  <a:lnTo>
                    <a:pt x="5253184" y="337358"/>
                  </a:lnTo>
                  <a:lnTo>
                    <a:pt x="5253184" y="336734"/>
                  </a:lnTo>
                  <a:lnTo>
                    <a:pt x="5253292" y="336734"/>
                  </a:lnTo>
                  <a:lnTo>
                    <a:pt x="5253401" y="336734"/>
                  </a:lnTo>
                  <a:lnTo>
                    <a:pt x="5253509" y="336734"/>
                  </a:lnTo>
                  <a:lnTo>
                    <a:pt x="5253618" y="336734"/>
                  </a:lnTo>
                  <a:lnTo>
                    <a:pt x="5253726" y="336734"/>
                  </a:lnTo>
                  <a:lnTo>
                    <a:pt x="5253835" y="336734"/>
                  </a:lnTo>
                  <a:lnTo>
                    <a:pt x="5253943" y="336734"/>
                  </a:lnTo>
                  <a:lnTo>
                    <a:pt x="5253943" y="336110"/>
                  </a:lnTo>
                  <a:lnTo>
                    <a:pt x="5254052" y="336110"/>
                  </a:lnTo>
                  <a:lnTo>
                    <a:pt x="5254052" y="335487"/>
                  </a:lnTo>
                  <a:lnTo>
                    <a:pt x="5254160" y="335487"/>
                  </a:lnTo>
                  <a:lnTo>
                    <a:pt x="5254268" y="335487"/>
                  </a:lnTo>
                  <a:lnTo>
                    <a:pt x="5254377" y="335487"/>
                  </a:lnTo>
                  <a:lnTo>
                    <a:pt x="5254485" y="335487"/>
                  </a:lnTo>
                  <a:lnTo>
                    <a:pt x="5254594" y="335487"/>
                  </a:lnTo>
                  <a:lnTo>
                    <a:pt x="5254702" y="335487"/>
                  </a:lnTo>
                  <a:lnTo>
                    <a:pt x="5254811" y="335487"/>
                  </a:lnTo>
                  <a:lnTo>
                    <a:pt x="5254919" y="335487"/>
                  </a:lnTo>
                  <a:lnTo>
                    <a:pt x="5255028" y="335487"/>
                  </a:lnTo>
                  <a:lnTo>
                    <a:pt x="5255136" y="335487"/>
                  </a:lnTo>
                  <a:lnTo>
                    <a:pt x="5255245" y="335487"/>
                  </a:lnTo>
                  <a:lnTo>
                    <a:pt x="5255353" y="335487"/>
                  </a:lnTo>
                  <a:lnTo>
                    <a:pt x="5255461" y="335487"/>
                  </a:lnTo>
                  <a:lnTo>
                    <a:pt x="5255570" y="335487"/>
                  </a:lnTo>
                  <a:lnTo>
                    <a:pt x="5255678" y="335487"/>
                  </a:lnTo>
                  <a:lnTo>
                    <a:pt x="5255787" y="335487"/>
                  </a:lnTo>
                  <a:lnTo>
                    <a:pt x="5255895" y="335487"/>
                  </a:lnTo>
                  <a:lnTo>
                    <a:pt x="5256004" y="335487"/>
                  </a:lnTo>
                  <a:lnTo>
                    <a:pt x="5256112" y="335487"/>
                  </a:lnTo>
                  <a:lnTo>
                    <a:pt x="5256112" y="334863"/>
                  </a:lnTo>
                  <a:lnTo>
                    <a:pt x="5256221" y="334863"/>
                  </a:lnTo>
                  <a:lnTo>
                    <a:pt x="5256329" y="334863"/>
                  </a:lnTo>
                  <a:lnTo>
                    <a:pt x="5256437" y="334863"/>
                  </a:lnTo>
                  <a:lnTo>
                    <a:pt x="5256546" y="334863"/>
                  </a:lnTo>
                  <a:lnTo>
                    <a:pt x="5256654" y="334863"/>
                  </a:lnTo>
                  <a:lnTo>
                    <a:pt x="5256763" y="334863"/>
                  </a:lnTo>
                  <a:lnTo>
                    <a:pt x="5256871" y="334863"/>
                  </a:lnTo>
                  <a:lnTo>
                    <a:pt x="5256980" y="334863"/>
                  </a:lnTo>
                  <a:lnTo>
                    <a:pt x="5257088" y="334863"/>
                  </a:lnTo>
                  <a:lnTo>
                    <a:pt x="5257197" y="334863"/>
                  </a:lnTo>
                  <a:lnTo>
                    <a:pt x="5257305" y="334863"/>
                  </a:lnTo>
                  <a:lnTo>
                    <a:pt x="5257413" y="334863"/>
                  </a:lnTo>
                  <a:lnTo>
                    <a:pt x="5257522" y="334863"/>
                  </a:lnTo>
                  <a:lnTo>
                    <a:pt x="5257630" y="334863"/>
                  </a:lnTo>
                  <a:lnTo>
                    <a:pt x="5257739" y="334863"/>
                  </a:lnTo>
                  <a:lnTo>
                    <a:pt x="5257847" y="334863"/>
                  </a:lnTo>
                  <a:lnTo>
                    <a:pt x="5257956" y="334863"/>
                  </a:lnTo>
                  <a:lnTo>
                    <a:pt x="5258064" y="334863"/>
                  </a:lnTo>
                  <a:lnTo>
                    <a:pt x="5258173" y="334863"/>
                  </a:lnTo>
                  <a:lnTo>
                    <a:pt x="5258281" y="334863"/>
                  </a:lnTo>
                  <a:lnTo>
                    <a:pt x="5258389" y="334863"/>
                  </a:lnTo>
                  <a:lnTo>
                    <a:pt x="5258498" y="334863"/>
                  </a:lnTo>
                  <a:lnTo>
                    <a:pt x="5258606" y="334863"/>
                  </a:lnTo>
                  <a:lnTo>
                    <a:pt x="5258715" y="334863"/>
                  </a:lnTo>
                  <a:lnTo>
                    <a:pt x="5258823" y="334863"/>
                  </a:lnTo>
                  <a:lnTo>
                    <a:pt x="5258932" y="334863"/>
                  </a:lnTo>
                  <a:lnTo>
                    <a:pt x="5259040" y="334863"/>
                  </a:lnTo>
                  <a:lnTo>
                    <a:pt x="5259149" y="334863"/>
                  </a:lnTo>
                  <a:lnTo>
                    <a:pt x="5259257" y="334863"/>
                  </a:lnTo>
                  <a:lnTo>
                    <a:pt x="5259365" y="334863"/>
                  </a:lnTo>
                  <a:lnTo>
                    <a:pt x="5259474" y="334863"/>
                  </a:lnTo>
                  <a:lnTo>
                    <a:pt x="5259582" y="334863"/>
                  </a:lnTo>
                  <a:lnTo>
                    <a:pt x="5259691" y="334863"/>
                  </a:lnTo>
                  <a:lnTo>
                    <a:pt x="5259799" y="334863"/>
                  </a:lnTo>
                  <a:lnTo>
                    <a:pt x="5259908" y="334863"/>
                  </a:lnTo>
                  <a:lnTo>
                    <a:pt x="5260016" y="334863"/>
                  </a:lnTo>
                  <a:lnTo>
                    <a:pt x="5260125" y="334863"/>
                  </a:lnTo>
                  <a:lnTo>
                    <a:pt x="5260233" y="334863"/>
                  </a:lnTo>
                  <a:lnTo>
                    <a:pt x="5260342" y="334863"/>
                  </a:lnTo>
                  <a:lnTo>
                    <a:pt x="5260450" y="334863"/>
                  </a:lnTo>
                  <a:lnTo>
                    <a:pt x="5260558" y="334863"/>
                  </a:lnTo>
                  <a:lnTo>
                    <a:pt x="5260667" y="334863"/>
                  </a:lnTo>
                  <a:lnTo>
                    <a:pt x="5260775" y="334863"/>
                  </a:lnTo>
                  <a:lnTo>
                    <a:pt x="5260884" y="334863"/>
                  </a:lnTo>
                  <a:lnTo>
                    <a:pt x="5260992" y="334863"/>
                  </a:lnTo>
                  <a:lnTo>
                    <a:pt x="5261101" y="334863"/>
                  </a:lnTo>
                  <a:lnTo>
                    <a:pt x="5261209" y="334863"/>
                  </a:lnTo>
                  <a:lnTo>
                    <a:pt x="5261318" y="334863"/>
                  </a:lnTo>
                  <a:lnTo>
                    <a:pt x="5261426" y="334863"/>
                  </a:lnTo>
                  <a:lnTo>
                    <a:pt x="5261534" y="334863"/>
                  </a:lnTo>
                  <a:lnTo>
                    <a:pt x="5261643" y="334863"/>
                  </a:lnTo>
                  <a:lnTo>
                    <a:pt x="5261751" y="334863"/>
                  </a:lnTo>
                  <a:lnTo>
                    <a:pt x="5261860" y="334863"/>
                  </a:lnTo>
                  <a:lnTo>
                    <a:pt x="5261968" y="334863"/>
                  </a:lnTo>
                  <a:lnTo>
                    <a:pt x="5262077" y="334863"/>
                  </a:lnTo>
                  <a:lnTo>
                    <a:pt x="5262185" y="334863"/>
                  </a:lnTo>
                  <a:lnTo>
                    <a:pt x="5262294" y="334863"/>
                  </a:lnTo>
                  <a:lnTo>
                    <a:pt x="5262402" y="334863"/>
                  </a:lnTo>
                  <a:lnTo>
                    <a:pt x="5262510" y="334863"/>
                  </a:lnTo>
                  <a:lnTo>
                    <a:pt x="5262619" y="334863"/>
                  </a:lnTo>
                  <a:lnTo>
                    <a:pt x="5262727" y="334863"/>
                  </a:lnTo>
                  <a:lnTo>
                    <a:pt x="5262836" y="334863"/>
                  </a:lnTo>
                  <a:lnTo>
                    <a:pt x="5262836" y="334240"/>
                  </a:lnTo>
                  <a:lnTo>
                    <a:pt x="5262944" y="334240"/>
                  </a:lnTo>
                  <a:lnTo>
                    <a:pt x="5263053" y="334240"/>
                  </a:lnTo>
                  <a:lnTo>
                    <a:pt x="5263161" y="334240"/>
                  </a:lnTo>
                  <a:lnTo>
                    <a:pt x="5263270" y="334240"/>
                  </a:lnTo>
                  <a:lnTo>
                    <a:pt x="5263378" y="334240"/>
                  </a:lnTo>
                  <a:lnTo>
                    <a:pt x="5263486" y="334240"/>
                  </a:lnTo>
                  <a:lnTo>
                    <a:pt x="5263595" y="334240"/>
                  </a:lnTo>
                  <a:lnTo>
                    <a:pt x="5263703" y="334240"/>
                  </a:lnTo>
                  <a:lnTo>
                    <a:pt x="5263812" y="334240"/>
                  </a:lnTo>
                  <a:lnTo>
                    <a:pt x="5263920" y="334240"/>
                  </a:lnTo>
                  <a:lnTo>
                    <a:pt x="5263920" y="333616"/>
                  </a:lnTo>
                  <a:lnTo>
                    <a:pt x="5264029" y="333616"/>
                  </a:lnTo>
                  <a:lnTo>
                    <a:pt x="5264137" y="333616"/>
                  </a:lnTo>
                  <a:lnTo>
                    <a:pt x="5264246" y="333616"/>
                  </a:lnTo>
                  <a:lnTo>
                    <a:pt x="5264354" y="333616"/>
                  </a:lnTo>
                  <a:lnTo>
                    <a:pt x="5264463" y="333616"/>
                  </a:lnTo>
                  <a:lnTo>
                    <a:pt x="5264463" y="332992"/>
                  </a:lnTo>
                  <a:lnTo>
                    <a:pt x="5264463" y="332369"/>
                  </a:lnTo>
                  <a:lnTo>
                    <a:pt x="5264571" y="332369"/>
                  </a:lnTo>
                  <a:lnTo>
                    <a:pt x="5264679" y="332369"/>
                  </a:lnTo>
                  <a:lnTo>
                    <a:pt x="5264788" y="332369"/>
                  </a:lnTo>
                  <a:lnTo>
                    <a:pt x="5264896" y="332369"/>
                  </a:lnTo>
                  <a:lnTo>
                    <a:pt x="5265005" y="332369"/>
                  </a:lnTo>
                  <a:lnTo>
                    <a:pt x="5265113" y="332369"/>
                  </a:lnTo>
                  <a:lnTo>
                    <a:pt x="5265222" y="332369"/>
                  </a:lnTo>
                  <a:lnTo>
                    <a:pt x="5265330" y="332369"/>
                  </a:lnTo>
                  <a:lnTo>
                    <a:pt x="5265439" y="332369"/>
                  </a:lnTo>
                  <a:lnTo>
                    <a:pt x="5265547" y="332369"/>
                  </a:lnTo>
                  <a:lnTo>
                    <a:pt x="5265655" y="332369"/>
                  </a:lnTo>
                  <a:lnTo>
                    <a:pt x="5265655" y="331745"/>
                  </a:lnTo>
                  <a:lnTo>
                    <a:pt x="5265764" y="331745"/>
                  </a:lnTo>
                  <a:lnTo>
                    <a:pt x="5265872" y="331745"/>
                  </a:lnTo>
                  <a:lnTo>
                    <a:pt x="5265981" y="331745"/>
                  </a:lnTo>
                  <a:lnTo>
                    <a:pt x="5266089" y="331745"/>
                  </a:lnTo>
                  <a:lnTo>
                    <a:pt x="5266198" y="331745"/>
                  </a:lnTo>
                  <a:lnTo>
                    <a:pt x="5266306" y="331745"/>
                  </a:lnTo>
                  <a:lnTo>
                    <a:pt x="5266415" y="331745"/>
                  </a:lnTo>
                  <a:lnTo>
                    <a:pt x="5266523" y="331745"/>
                  </a:lnTo>
                  <a:lnTo>
                    <a:pt x="5266631" y="331745"/>
                  </a:lnTo>
                  <a:lnTo>
                    <a:pt x="5266631" y="331122"/>
                  </a:lnTo>
                  <a:lnTo>
                    <a:pt x="5266740" y="331122"/>
                  </a:lnTo>
                  <a:lnTo>
                    <a:pt x="5266848" y="331122"/>
                  </a:lnTo>
                  <a:lnTo>
                    <a:pt x="5266957" y="331122"/>
                  </a:lnTo>
                  <a:lnTo>
                    <a:pt x="5267065" y="331122"/>
                  </a:lnTo>
                  <a:lnTo>
                    <a:pt x="5267174" y="331122"/>
                  </a:lnTo>
                  <a:lnTo>
                    <a:pt x="5267174" y="330498"/>
                  </a:lnTo>
                  <a:lnTo>
                    <a:pt x="5267282" y="330498"/>
                  </a:lnTo>
                  <a:lnTo>
                    <a:pt x="5267391" y="330498"/>
                  </a:lnTo>
                  <a:lnTo>
                    <a:pt x="5267499" y="330498"/>
                  </a:lnTo>
                  <a:lnTo>
                    <a:pt x="5267607" y="330498"/>
                  </a:lnTo>
                  <a:lnTo>
                    <a:pt x="5267716" y="330498"/>
                  </a:lnTo>
                  <a:lnTo>
                    <a:pt x="5267824" y="330498"/>
                  </a:lnTo>
                  <a:lnTo>
                    <a:pt x="5267933" y="330498"/>
                  </a:lnTo>
                  <a:lnTo>
                    <a:pt x="5268041" y="330498"/>
                  </a:lnTo>
                  <a:lnTo>
                    <a:pt x="5268041" y="329875"/>
                  </a:lnTo>
                  <a:lnTo>
                    <a:pt x="5268150" y="329875"/>
                  </a:lnTo>
                  <a:lnTo>
                    <a:pt x="5268258" y="329875"/>
                  </a:lnTo>
                  <a:lnTo>
                    <a:pt x="5268367" y="329875"/>
                  </a:lnTo>
                  <a:lnTo>
                    <a:pt x="5268475" y="329875"/>
                  </a:lnTo>
                  <a:lnTo>
                    <a:pt x="5268584" y="329875"/>
                  </a:lnTo>
                  <a:lnTo>
                    <a:pt x="5268692" y="329875"/>
                  </a:lnTo>
                  <a:lnTo>
                    <a:pt x="5268800" y="329875"/>
                  </a:lnTo>
                  <a:lnTo>
                    <a:pt x="5268909" y="329875"/>
                  </a:lnTo>
                  <a:lnTo>
                    <a:pt x="5269017" y="329875"/>
                  </a:lnTo>
                  <a:lnTo>
                    <a:pt x="5269126" y="329875"/>
                  </a:lnTo>
                  <a:lnTo>
                    <a:pt x="5269234" y="329875"/>
                  </a:lnTo>
                  <a:lnTo>
                    <a:pt x="5269343" y="329875"/>
                  </a:lnTo>
                  <a:lnTo>
                    <a:pt x="5269451" y="329875"/>
                  </a:lnTo>
                  <a:lnTo>
                    <a:pt x="5269560" y="329875"/>
                  </a:lnTo>
                  <a:lnTo>
                    <a:pt x="5269668" y="329875"/>
                  </a:lnTo>
                  <a:lnTo>
                    <a:pt x="5269776" y="329875"/>
                  </a:lnTo>
                  <a:lnTo>
                    <a:pt x="5269776" y="329251"/>
                  </a:lnTo>
                  <a:lnTo>
                    <a:pt x="5269885" y="329251"/>
                  </a:lnTo>
                  <a:lnTo>
                    <a:pt x="5269993" y="329251"/>
                  </a:lnTo>
                  <a:lnTo>
                    <a:pt x="5270102" y="329251"/>
                  </a:lnTo>
                  <a:lnTo>
                    <a:pt x="5270210" y="329251"/>
                  </a:lnTo>
                  <a:lnTo>
                    <a:pt x="5270319" y="329251"/>
                  </a:lnTo>
                  <a:lnTo>
                    <a:pt x="5270427" y="329251"/>
                  </a:lnTo>
                  <a:lnTo>
                    <a:pt x="5270536" y="329251"/>
                  </a:lnTo>
                  <a:lnTo>
                    <a:pt x="5270536" y="328627"/>
                  </a:lnTo>
                  <a:lnTo>
                    <a:pt x="5270644" y="328627"/>
                  </a:lnTo>
                  <a:lnTo>
                    <a:pt x="5270752" y="328627"/>
                  </a:lnTo>
                  <a:lnTo>
                    <a:pt x="5270861" y="328627"/>
                  </a:lnTo>
                  <a:lnTo>
                    <a:pt x="5270969" y="328627"/>
                  </a:lnTo>
                  <a:lnTo>
                    <a:pt x="5271078" y="328627"/>
                  </a:lnTo>
                  <a:lnTo>
                    <a:pt x="5271186" y="328627"/>
                  </a:lnTo>
                  <a:lnTo>
                    <a:pt x="5271295" y="328627"/>
                  </a:lnTo>
                  <a:lnTo>
                    <a:pt x="5271403" y="328627"/>
                  </a:lnTo>
                  <a:lnTo>
                    <a:pt x="5271512" y="328627"/>
                  </a:lnTo>
                  <a:lnTo>
                    <a:pt x="5271620" y="328627"/>
                  </a:lnTo>
                  <a:lnTo>
                    <a:pt x="5271728" y="328627"/>
                  </a:lnTo>
                  <a:lnTo>
                    <a:pt x="5271837" y="328627"/>
                  </a:lnTo>
                  <a:lnTo>
                    <a:pt x="5271945" y="328627"/>
                  </a:lnTo>
                  <a:lnTo>
                    <a:pt x="5272054" y="328627"/>
                  </a:lnTo>
                  <a:lnTo>
                    <a:pt x="5272162" y="328627"/>
                  </a:lnTo>
                  <a:lnTo>
                    <a:pt x="5272271" y="328627"/>
                  </a:lnTo>
                  <a:lnTo>
                    <a:pt x="5272379" y="328627"/>
                  </a:lnTo>
                  <a:lnTo>
                    <a:pt x="5272488" y="328627"/>
                  </a:lnTo>
                  <a:lnTo>
                    <a:pt x="5272596" y="328627"/>
                  </a:lnTo>
                  <a:lnTo>
                    <a:pt x="5272705" y="328627"/>
                  </a:lnTo>
                  <a:lnTo>
                    <a:pt x="5272813" y="328627"/>
                  </a:lnTo>
                  <a:lnTo>
                    <a:pt x="5272921" y="328627"/>
                  </a:lnTo>
                  <a:lnTo>
                    <a:pt x="5273030" y="328627"/>
                  </a:lnTo>
                  <a:lnTo>
                    <a:pt x="5273138" y="328627"/>
                  </a:lnTo>
                  <a:lnTo>
                    <a:pt x="5273247" y="328627"/>
                  </a:lnTo>
                  <a:lnTo>
                    <a:pt x="5273355" y="328627"/>
                  </a:lnTo>
                  <a:lnTo>
                    <a:pt x="5273464" y="328627"/>
                  </a:lnTo>
                  <a:lnTo>
                    <a:pt x="5273572" y="328627"/>
                  </a:lnTo>
                  <a:lnTo>
                    <a:pt x="5273681" y="328627"/>
                  </a:lnTo>
                  <a:lnTo>
                    <a:pt x="5273789" y="328627"/>
                  </a:lnTo>
                  <a:lnTo>
                    <a:pt x="5273897" y="328627"/>
                  </a:lnTo>
                  <a:lnTo>
                    <a:pt x="5274006" y="328627"/>
                  </a:lnTo>
                  <a:lnTo>
                    <a:pt x="5274114" y="328627"/>
                  </a:lnTo>
                  <a:lnTo>
                    <a:pt x="5274223" y="328627"/>
                  </a:lnTo>
                  <a:lnTo>
                    <a:pt x="5274331" y="328627"/>
                  </a:lnTo>
                  <a:lnTo>
                    <a:pt x="5274440" y="328627"/>
                  </a:lnTo>
                  <a:lnTo>
                    <a:pt x="5274548" y="328627"/>
                  </a:lnTo>
                  <a:lnTo>
                    <a:pt x="5274657" y="328627"/>
                  </a:lnTo>
                  <a:lnTo>
                    <a:pt x="5274765" y="328627"/>
                  </a:lnTo>
                  <a:lnTo>
                    <a:pt x="5274873" y="328627"/>
                  </a:lnTo>
                  <a:lnTo>
                    <a:pt x="5274982" y="328627"/>
                  </a:lnTo>
                  <a:lnTo>
                    <a:pt x="5275090" y="328627"/>
                  </a:lnTo>
                  <a:lnTo>
                    <a:pt x="5275199" y="328627"/>
                  </a:lnTo>
                  <a:lnTo>
                    <a:pt x="5275307" y="328627"/>
                  </a:lnTo>
                  <a:lnTo>
                    <a:pt x="5275416" y="328627"/>
                  </a:lnTo>
                  <a:lnTo>
                    <a:pt x="5275524" y="328627"/>
                  </a:lnTo>
                  <a:lnTo>
                    <a:pt x="5275633" y="328627"/>
                  </a:lnTo>
                  <a:lnTo>
                    <a:pt x="5275741" y="328627"/>
                  </a:lnTo>
                  <a:lnTo>
                    <a:pt x="5275849" y="328627"/>
                  </a:lnTo>
                  <a:lnTo>
                    <a:pt x="5275958" y="328627"/>
                  </a:lnTo>
                  <a:lnTo>
                    <a:pt x="5276066" y="328627"/>
                  </a:lnTo>
                  <a:lnTo>
                    <a:pt x="5276175" y="328627"/>
                  </a:lnTo>
                  <a:lnTo>
                    <a:pt x="5276283" y="328627"/>
                  </a:lnTo>
                  <a:lnTo>
                    <a:pt x="5276392" y="328627"/>
                  </a:lnTo>
                  <a:lnTo>
                    <a:pt x="5276500" y="328627"/>
                  </a:lnTo>
                  <a:lnTo>
                    <a:pt x="5276500" y="328004"/>
                  </a:lnTo>
                  <a:lnTo>
                    <a:pt x="5276609" y="328004"/>
                  </a:lnTo>
                  <a:lnTo>
                    <a:pt x="5276717" y="328004"/>
                  </a:lnTo>
                  <a:lnTo>
                    <a:pt x="5276826" y="328004"/>
                  </a:lnTo>
                  <a:lnTo>
                    <a:pt x="5276934" y="328004"/>
                  </a:lnTo>
                  <a:lnTo>
                    <a:pt x="5277042" y="328004"/>
                  </a:lnTo>
                  <a:lnTo>
                    <a:pt x="5277151" y="328004"/>
                  </a:lnTo>
                  <a:lnTo>
                    <a:pt x="5277259" y="328004"/>
                  </a:lnTo>
                  <a:lnTo>
                    <a:pt x="5277368" y="328004"/>
                  </a:lnTo>
                  <a:lnTo>
                    <a:pt x="5277476" y="328004"/>
                  </a:lnTo>
                  <a:lnTo>
                    <a:pt x="5277585" y="328004"/>
                  </a:lnTo>
                  <a:lnTo>
                    <a:pt x="5277693" y="328004"/>
                  </a:lnTo>
                  <a:lnTo>
                    <a:pt x="5277802" y="328004"/>
                  </a:lnTo>
                  <a:lnTo>
                    <a:pt x="5277910" y="328004"/>
                  </a:lnTo>
                  <a:lnTo>
                    <a:pt x="5278018" y="328004"/>
                  </a:lnTo>
                  <a:lnTo>
                    <a:pt x="5278127" y="328004"/>
                  </a:lnTo>
                  <a:lnTo>
                    <a:pt x="5278235" y="328004"/>
                  </a:lnTo>
                  <a:lnTo>
                    <a:pt x="5278344" y="328004"/>
                  </a:lnTo>
                  <a:lnTo>
                    <a:pt x="5278452" y="328004"/>
                  </a:lnTo>
                  <a:lnTo>
                    <a:pt x="5278561" y="328004"/>
                  </a:lnTo>
                  <a:lnTo>
                    <a:pt x="5278669" y="328004"/>
                  </a:lnTo>
                  <a:lnTo>
                    <a:pt x="5278778" y="328004"/>
                  </a:lnTo>
                  <a:lnTo>
                    <a:pt x="5278886" y="328004"/>
                  </a:lnTo>
                  <a:lnTo>
                    <a:pt x="5278994" y="328004"/>
                  </a:lnTo>
                  <a:lnTo>
                    <a:pt x="5279103" y="328004"/>
                  </a:lnTo>
                  <a:lnTo>
                    <a:pt x="5279211" y="328004"/>
                  </a:lnTo>
                  <a:lnTo>
                    <a:pt x="5279320" y="328004"/>
                  </a:lnTo>
                  <a:lnTo>
                    <a:pt x="5279428" y="328004"/>
                  </a:lnTo>
                  <a:lnTo>
                    <a:pt x="5279537" y="328004"/>
                  </a:lnTo>
                  <a:lnTo>
                    <a:pt x="5279645" y="328004"/>
                  </a:lnTo>
                  <a:lnTo>
                    <a:pt x="5279754" y="328004"/>
                  </a:lnTo>
                  <a:lnTo>
                    <a:pt x="5279862" y="328004"/>
                  </a:lnTo>
                  <a:lnTo>
                    <a:pt x="5279970" y="328004"/>
                  </a:lnTo>
                  <a:lnTo>
                    <a:pt x="5280079" y="328004"/>
                  </a:lnTo>
                  <a:lnTo>
                    <a:pt x="5280187" y="328004"/>
                  </a:lnTo>
                  <a:lnTo>
                    <a:pt x="5280296" y="328004"/>
                  </a:lnTo>
                  <a:lnTo>
                    <a:pt x="5280404" y="328004"/>
                  </a:lnTo>
                  <a:lnTo>
                    <a:pt x="5280404" y="327380"/>
                  </a:lnTo>
                  <a:lnTo>
                    <a:pt x="5280513" y="327380"/>
                  </a:lnTo>
                  <a:lnTo>
                    <a:pt x="5280621" y="327380"/>
                  </a:lnTo>
                  <a:lnTo>
                    <a:pt x="5280730" y="327380"/>
                  </a:lnTo>
                  <a:lnTo>
                    <a:pt x="5280838" y="327380"/>
                  </a:lnTo>
                  <a:lnTo>
                    <a:pt x="5280946" y="327380"/>
                  </a:lnTo>
                  <a:lnTo>
                    <a:pt x="5281055" y="327380"/>
                  </a:lnTo>
                  <a:lnTo>
                    <a:pt x="5281163" y="327380"/>
                  </a:lnTo>
                  <a:lnTo>
                    <a:pt x="5281272" y="327380"/>
                  </a:lnTo>
                  <a:lnTo>
                    <a:pt x="5281380" y="327380"/>
                  </a:lnTo>
                  <a:lnTo>
                    <a:pt x="5281489" y="327380"/>
                  </a:lnTo>
                  <a:lnTo>
                    <a:pt x="5281597" y="327380"/>
                  </a:lnTo>
                  <a:lnTo>
                    <a:pt x="5281706" y="327380"/>
                  </a:lnTo>
                  <a:lnTo>
                    <a:pt x="5281814" y="327380"/>
                  </a:lnTo>
                  <a:lnTo>
                    <a:pt x="5281923" y="327380"/>
                  </a:lnTo>
                  <a:lnTo>
                    <a:pt x="5282031" y="327380"/>
                  </a:lnTo>
                  <a:lnTo>
                    <a:pt x="5282031" y="326757"/>
                  </a:lnTo>
                  <a:lnTo>
                    <a:pt x="5282139" y="326757"/>
                  </a:lnTo>
                  <a:lnTo>
                    <a:pt x="5282248" y="326757"/>
                  </a:lnTo>
                  <a:lnTo>
                    <a:pt x="5282356" y="326757"/>
                  </a:lnTo>
                  <a:lnTo>
                    <a:pt x="5282465" y="326757"/>
                  </a:lnTo>
                  <a:lnTo>
                    <a:pt x="5282573" y="326757"/>
                  </a:lnTo>
                  <a:lnTo>
                    <a:pt x="5282682" y="326757"/>
                  </a:lnTo>
                  <a:lnTo>
                    <a:pt x="5282790" y="326757"/>
                  </a:lnTo>
                  <a:lnTo>
                    <a:pt x="5282899" y="326757"/>
                  </a:lnTo>
                  <a:lnTo>
                    <a:pt x="5283007" y="326757"/>
                  </a:lnTo>
                  <a:lnTo>
                    <a:pt x="5283115" y="326757"/>
                  </a:lnTo>
                  <a:lnTo>
                    <a:pt x="5283224" y="326757"/>
                  </a:lnTo>
                  <a:lnTo>
                    <a:pt x="5283332" y="326757"/>
                  </a:lnTo>
                  <a:lnTo>
                    <a:pt x="5283441" y="326757"/>
                  </a:lnTo>
                  <a:lnTo>
                    <a:pt x="5283549" y="326757"/>
                  </a:lnTo>
                  <a:lnTo>
                    <a:pt x="5283549" y="326133"/>
                  </a:lnTo>
                  <a:lnTo>
                    <a:pt x="5283658" y="326133"/>
                  </a:lnTo>
                  <a:lnTo>
                    <a:pt x="5283766" y="326133"/>
                  </a:lnTo>
                  <a:lnTo>
                    <a:pt x="5283875" y="326133"/>
                  </a:lnTo>
                  <a:lnTo>
                    <a:pt x="5283983" y="326133"/>
                  </a:lnTo>
                  <a:lnTo>
                    <a:pt x="5284091" y="326133"/>
                  </a:lnTo>
                  <a:lnTo>
                    <a:pt x="5284200" y="326133"/>
                  </a:lnTo>
                  <a:lnTo>
                    <a:pt x="5284308" y="326133"/>
                  </a:lnTo>
                  <a:lnTo>
                    <a:pt x="5284308" y="325509"/>
                  </a:lnTo>
                  <a:lnTo>
                    <a:pt x="5284417" y="325509"/>
                  </a:lnTo>
                  <a:lnTo>
                    <a:pt x="5284525" y="325509"/>
                  </a:lnTo>
                  <a:lnTo>
                    <a:pt x="5284634" y="325509"/>
                  </a:lnTo>
                  <a:lnTo>
                    <a:pt x="5284742" y="325509"/>
                  </a:lnTo>
                  <a:lnTo>
                    <a:pt x="5284851" y="325509"/>
                  </a:lnTo>
                  <a:lnTo>
                    <a:pt x="5284851" y="324886"/>
                  </a:lnTo>
                  <a:lnTo>
                    <a:pt x="5284959" y="324886"/>
                  </a:lnTo>
                  <a:lnTo>
                    <a:pt x="5285067" y="324886"/>
                  </a:lnTo>
                  <a:lnTo>
                    <a:pt x="5285176" y="324886"/>
                  </a:lnTo>
                  <a:lnTo>
                    <a:pt x="5285284" y="324886"/>
                  </a:lnTo>
                  <a:lnTo>
                    <a:pt x="5285393" y="324886"/>
                  </a:lnTo>
                  <a:lnTo>
                    <a:pt x="5285501" y="324886"/>
                  </a:lnTo>
                  <a:lnTo>
                    <a:pt x="5285610" y="324886"/>
                  </a:lnTo>
                  <a:lnTo>
                    <a:pt x="5285718" y="324886"/>
                  </a:lnTo>
                  <a:lnTo>
                    <a:pt x="5285827" y="324886"/>
                  </a:lnTo>
                  <a:lnTo>
                    <a:pt x="5285935" y="324886"/>
                  </a:lnTo>
                  <a:lnTo>
                    <a:pt x="5286044" y="324886"/>
                  </a:lnTo>
                  <a:lnTo>
                    <a:pt x="5286152" y="324886"/>
                  </a:lnTo>
                  <a:lnTo>
                    <a:pt x="5286260" y="324886"/>
                  </a:lnTo>
                  <a:lnTo>
                    <a:pt x="5286369" y="324886"/>
                  </a:lnTo>
                  <a:lnTo>
                    <a:pt x="5286477" y="324886"/>
                  </a:lnTo>
                  <a:lnTo>
                    <a:pt x="5286586" y="324886"/>
                  </a:lnTo>
                  <a:lnTo>
                    <a:pt x="5286694" y="324886"/>
                  </a:lnTo>
                  <a:lnTo>
                    <a:pt x="5286803" y="324886"/>
                  </a:lnTo>
                  <a:lnTo>
                    <a:pt x="5286911" y="324886"/>
                  </a:lnTo>
                  <a:lnTo>
                    <a:pt x="5287020" y="324886"/>
                  </a:lnTo>
                  <a:lnTo>
                    <a:pt x="5287128" y="324886"/>
                  </a:lnTo>
                  <a:lnTo>
                    <a:pt x="5287236" y="324886"/>
                  </a:lnTo>
                  <a:lnTo>
                    <a:pt x="5287345" y="324886"/>
                  </a:lnTo>
                  <a:lnTo>
                    <a:pt x="5287453" y="324886"/>
                  </a:lnTo>
                  <a:lnTo>
                    <a:pt x="5287562" y="324886"/>
                  </a:lnTo>
                  <a:lnTo>
                    <a:pt x="5287670" y="324886"/>
                  </a:lnTo>
                  <a:lnTo>
                    <a:pt x="5287779" y="324886"/>
                  </a:lnTo>
                  <a:lnTo>
                    <a:pt x="5287887" y="324886"/>
                  </a:lnTo>
                  <a:lnTo>
                    <a:pt x="5287996" y="324886"/>
                  </a:lnTo>
                  <a:lnTo>
                    <a:pt x="5288104" y="324886"/>
                  </a:lnTo>
                  <a:lnTo>
                    <a:pt x="5288212" y="324886"/>
                  </a:lnTo>
                  <a:lnTo>
                    <a:pt x="5288321" y="324886"/>
                  </a:lnTo>
                  <a:lnTo>
                    <a:pt x="5288429" y="324886"/>
                  </a:lnTo>
                  <a:lnTo>
                    <a:pt x="5288538" y="324886"/>
                  </a:lnTo>
                  <a:lnTo>
                    <a:pt x="5288646" y="324886"/>
                  </a:lnTo>
                  <a:lnTo>
                    <a:pt x="5288755" y="324886"/>
                  </a:lnTo>
                  <a:lnTo>
                    <a:pt x="5288755" y="324262"/>
                  </a:lnTo>
                  <a:lnTo>
                    <a:pt x="5288863" y="324262"/>
                  </a:lnTo>
                  <a:lnTo>
                    <a:pt x="5288972" y="324262"/>
                  </a:lnTo>
                  <a:lnTo>
                    <a:pt x="5289080" y="324262"/>
                  </a:lnTo>
                  <a:lnTo>
                    <a:pt x="5289188" y="324262"/>
                  </a:lnTo>
                  <a:lnTo>
                    <a:pt x="5289297" y="324262"/>
                  </a:lnTo>
                  <a:lnTo>
                    <a:pt x="5289405" y="324262"/>
                  </a:lnTo>
                  <a:lnTo>
                    <a:pt x="5289514" y="324262"/>
                  </a:lnTo>
                  <a:lnTo>
                    <a:pt x="5289622" y="324262"/>
                  </a:lnTo>
                  <a:lnTo>
                    <a:pt x="5289731" y="324262"/>
                  </a:lnTo>
                  <a:lnTo>
                    <a:pt x="5289839" y="324262"/>
                  </a:lnTo>
                  <a:lnTo>
                    <a:pt x="5289948" y="324262"/>
                  </a:lnTo>
                  <a:lnTo>
                    <a:pt x="5290056" y="324262"/>
                  </a:lnTo>
                  <a:lnTo>
                    <a:pt x="5290165" y="324262"/>
                  </a:lnTo>
                  <a:lnTo>
                    <a:pt x="5290273" y="324262"/>
                  </a:lnTo>
                  <a:lnTo>
                    <a:pt x="5290381" y="324262"/>
                  </a:lnTo>
                  <a:lnTo>
                    <a:pt x="5290381" y="323639"/>
                  </a:lnTo>
                  <a:lnTo>
                    <a:pt x="5290490" y="323639"/>
                  </a:lnTo>
                  <a:lnTo>
                    <a:pt x="5290598" y="323639"/>
                  </a:lnTo>
                  <a:lnTo>
                    <a:pt x="5290707" y="323639"/>
                  </a:lnTo>
                  <a:lnTo>
                    <a:pt x="5290815" y="323639"/>
                  </a:lnTo>
                  <a:lnTo>
                    <a:pt x="5290924" y="323639"/>
                  </a:lnTo>
                  <a:lnTo>
                    <a:pt x="5291032" y="323639"/>
                  </a:lnTo>
                  <a:lnTo>
                    <a:pt x="5291141" y="323639"/>
                  </a:lnTo>
                  <a:lnTo>
                    <a:pt x="5291249" y="323639"/>
                  </a:lnTo>
                  <a:lnTo>
                    <a:pt x="5291357" y="323639"/>
                  </a:lnTo>
                  <a:lnTo>
                    <a:pt x="5291466" y="323639"/>
                  </a:lnTo>
                  <a:lnTo>
                    <a:pt x="5291574" y="323639"/>
                  </a:lnTo>
                  <a:lnTo>
                    <a:pt x="5291683" y="323639"/>
                  </a:lnTo>
                  <a:lnTo>
                    <a:pt x="5291791" y="323639"/>
                  </a:lnTo>
                  <a:lnTo>
                    <a:pt x="5291900" y="323639"/>
                  </a:lnTo>
                  <a:lnTo>
                    <a:pt x="5292008" y="323639"/>
                  </a:lnTo>
                  <a:lnTo>
                    <a:pt x="5292117" y="323639"/>
                  </a:lnTo>
                  <a:lnTo>
                    <a:pt x="5292225" y="323639"/>
                  </a:lnTo>
                  <a:lnTo>
                    <a:pt x="5292333" y="323639"/>
                  </a:lnTo>
                  <a:lnTo>
                    <a:pt x="5292442" y="323639"/>
                  </a:lnTo>
                  <a:lnTo>
                    <a:pt x="5292550" y="323639"/>
                  </a:lnTo>
                  <a:lnTo>
                    <a:pt x="5292659" y="323639"/>
                  </a:lnTo>
                  <a:lnTo>
                    <a:pt x="5292767" y="323639"/>
                  </a:lnTo>
                  <a:lnTo>
                    <a:pt x="5292876" y="323639"/>
                  </a:lnTo>
                  <a:lnTo>
                    <a:pt x="5292984" y="323639"/>
                  </a:lnTo>
                  <a:lnTo>
                    <a:pt x="5293093" y="323639"/>
                  </a:lnTo>
                  <a:lnTo>
                    <a:pt x="5293093" y="323015"/>
                  </a:lnTo>
                  <a:lnTo>
                    <a:pt x="5293093" y="322392"/>
                  </a:lnTo>
                  <a:lnTo>
                    <a:pt x="5293201" y="322392"/>
                  </a:lnTo>
                  <a:lnTo>
                    <a:pt x="5293309" y="322392"/>
                  </a:lnTo>
                  <a:lnTo>
                    <a:pt x="5293418" y="322392"/>
                  </a:lnTo>
                  <a:lnTo>
                    <a:pt x="5293526" y="322392"/>
                  </a:lnTo>
                  <a:lnTo>
                    <a:pt x="5293635" y="322392"/>
                  </a:lnTo>
                  <a:lnTo>
                    <a:pt x="5293743" y="322392"/>
                  </a:lnTo>
                  <a:lnTo>
                    <a:pt x="5293852" y="322392"/>
                  </a:lnTo>
                  <a:lnTo>
                    <a:pt x="5293960" y="322392"/>
                  </a:lnTo>
                  <a:lnTo>
                    <a:pt x="5294069" y="322392"/>
                  </a:lnTo>
                  <a:lnTo>
                    <a:pt x="5294177" y="322392"/>
                  </a:lnTo>
                  <a:lnTo>
                    <a:pt x="5294286" y="322392"/>
                  </a:lnTo>
                  <a:lnTo>
                    <a:pt x="5294394" y="322392"/>
                  </a:lnTo>
                  <a:lnTo>
                    <a:pt x="5294502" y="322392"/>
                  </a:lnTo>
                  <a:lnTo>
                    <a:pt x="5294611" y="322392"/>
                  </a:lnTo>
                  <a:lnTo>
                    <a:pt x="5294719" y="322392"/>
                  </a:lnTo>
                  <a:lnTo>
                    <a:pt x="5294719" y="321768"/>
                  </a:lnTo>
                  <a:lnTo>
                    <a:pt x="5294828" y="321768"/>
                  </a:lnTo>
                  <a:lnTo>
                    <a:pt x="5294936" y="321768"/>
                  </a:lnTo>
                  <a:lnTo>
                    <a:pt x="5295045" y="321768"/>
                  </a:lnTo>
                  <a:lnTo>
                    <a:pt x="5295153" y="321768"/>
                  </a:lnTo>
                  <a:lnTo>
                    <a:pt x="5295262" y="321768"/>
                  </a:lnTo>
                  <a:lnTo>
                    <a:pt x="5295370" y="321768"/>
                  </a:lnTo>
                  <a:lnTo>
                    <a:pt x="5295478" y="321768"/>
                  </a:lnTo>
                  <a:lnTo>
                    <a:pt x="5295587" y="321768"/>
                  </a:lnTo>
                  <a:lnTo>
                    <a:pt x="5295695" y="321768"/>
                  </a:lnTo>
                  <a:lnTo>
                    <a:pt x="5295804" y="321768"/>
                  </a:lnTo>
                  <a:lnTo>
                    <a:pt x="5295912" y="321768"/>
                  </a:lnTo>
                  <a:lnTo>
                    <a:pt x="5296021" y="321768"/>
                  </a:lnTo>
                  <a:lnTo>
                    <a:pt x="5296129" y="321768"/>
                  </a:lnTo>
                  <a:lnTo>
                    <a:pt x="5296238" y="321768"/>
                  </a:lnTo>
                  <a:lnTo>
                    <a:pt x="5296346" y="321768"/>
                  </a:lnTo>
                  <a:lnTo>
                    <a:pt x="5296454" y="321768"/>
                  </a:lnTo>
                  <a:lnTo>
                    <a:pt x="5296563" y="321768"/>
                  </a:lnTo>
                  <a:lnTo>
                    <a:pt x="5296563" y="321144"/>
                  </a:lnTo>
                  <a:lnTo>
                    <a:pt x="5296671" y="321144"/>
                  </a:lnTo>
                  <a:lnTo>
                    <a:pt x="5296780" y="321144"/>
                  </a:lnTo>
                  <a:lnTo>
                    <a:pt x="5296888" y="321144"/>
                  </a:lnTo>
                  <a:lnTo>
                    <a:pt x="5296997" y="321144"/>
                  </a:lnTo>
                  <a:lnTo>
                    <a:pt x="5297105" y="321144"/>
                  </a:lnTo>
                  <a:lnTo>
                    <a:pt x="5297214" y="321144"/>
                  </a:lnTo>
                  <a:lnTo>
                    <a:pt x="5297214" y="320521"/>
                  </a:lnTo>
                  <a:lnTo>
                    <a:pt x="5297322" y="320521"/>
                  </a:lnTo>
                  <a:lnTo>
                    <a:pt x="5297430" y="320521"/>
                  </a:lnTo>
                  <a:lnTo>
                    <a:pt x="5297539" y="320521"/>
                  </a:lnTo>
                  <a:lnTo>
                    <a:pt x="5297647" y="320521"/>
                  </a:lnTo>
                  <a:lnTo>
                    <a:pt x="5297756" y="320521"/>
                  </a:lnTo>
                  <a:lnTo>
                    <a:pt x="5297864" y="320521"/>
                  </a:lnTo>
                  <a:lnTo>
                    <a:pt x="5297973" y="320521"/>
                  </a:lnTo>
                  <a:lnTo>
                    <a:pt x="5298081" y="320521"/>
                  </a:lnTo>
                  <a:lnTo>
                    <a:pt x="5298081" y="319897"/>
                  </a:lnTo>
                  <a:lnTo>
                    <a:pt x="5298190" y="319897"/>
                  </a:lnTo>
                  <a:lnTo>
                    <a:pt x="5298298" y="319897"/>
                  </a:lnTo>
                  <a:lnTo>
                    <a:pt x="5298407" y="319897"/>
                  </a:lnTo>
                  <a:lnTo>
                    <a:pt x="5298515" y="319897"/>
                  </a:lnTo>
                  <a:lnTo>
                    <a:pt x="5298623" y="319897"/>
                  </a:lnTo>
                  <a:lnTo>
                    <a:pt x="5298732" y="319897"/>
                  </a:lnTo>
                  <a:lnTo>
                    <a:pt x="5298732" y="319274"/>
                  </a:lnTo>
                  <a:lnTo>
                    <a:pt x="5298840" y="319274"/>
                  </a:lnTo>
                  <a:lnTo>
                    <a:pt x="5298949" y="319274"/>
                  </a:lnTo>
                  <a:lnTo>
                    <a:pt x="5299057" y="319274"/>
                  </a:lnTo>
                  <a:lnTo>
                    <a:pt x="5299166" y="319274"/>
                  </a:lnTo>
                  <a:lnTo>
                    <a:pt x="5299274" y="319274"/>
                  </a:lnTo>
                  <a:lnTo>
                    <a:pt x="5299383" y="319274"/>
                  </a:lnTo>
                  <a:lnTo>
                    <a:pt x="5299491" y="319274"/>
                  </a:lnTo>
                  <a:lnTo>
                    <a:pt x="5299599" y="319274"/>
                  </a:lnTo>
                  <a:lnTo>
                    <a:pt x="5299708" y="319274"/>
                  </a:lnTo>
                  <a:lnTo>
                    <a:pt x="5299816" y="319274"/>
                  </a:lnTo>
                  <a:lnTo>
                    <a:pt x="5299816" y="318650"/>
                  </a:lnTo>
                  <a:lnTo>
                    <a:pt x="5299925" y="318650"/>
                  </a:lnTo>
                  <a:lnTo>
                    <a:pt x="5300033" y="318650"/>
                  </a:lnTo>
                  <a:lnTo>
                    <a:pt x="5300033" y="318026"/>
                  </a:lnTo>
                  <a:lnTo>
                    <a:pt x="5300142" y="318026"/>
                  </a:lnTo>
                  <a:lnTo>
                    <a:pt x="5300250" y="318026"/>
                  </a:lnTo>
                  <a:lnTo>
                    <a:pt x="5300359" y="318026"/>
                  </a:lnTo>
                  <a:lnTo>
                    <a:pt x="5300467" y="318026"/>
                  </a:lnTo>
                  <a:lnTo>
                    <a:pt x="5300575" y="318026"/>
                  </a:lnTo>
                  <a:lnTo>
                    <a:pt x="5300684" y="318026"/>
                  </a:lnTo>
                  <a:lnTo>
                    <a:pt x="5300792" y="318026"/>
                  </a:lnTo>
                  <a:lnTo>
                    <a:pt x="5300901" y="318026"/>
                  </a:lnTo>
                  <a:lnTo>
                    <a:pt x="5301009" y="318026"/>
                  </a:lnTo>
                  <a:lnTo>
                    <a:pt x="5301118" y="318026"/>
                  </a:lnTo>
                  <a:lnTo>
                    <a:pt x="5301226" y="318026"/>
                  </a:lnTo>
                  <a:lnTo>
                    <a:pt x="5301335" y="318026"/>
                  </a:lnTo>
                  <a:lnTo>
                    <a:pt x="5301443" y="318026"/>
                  </a:lnTo>
                  <a:lnTo>
                    <a:pt x="5301551" y="318026"/>
                  </a:lnTo>
                  <a:lnTo>
                    <a:pt x="5301660" y="318026"/>
                  </a:lnTo>
                  <a:lnTo>
                    <a:pt x="5301768" y="318026"/>
                  </a:lnTo>
                  <a:lnTo>
                    <a:pt x="5301877" y="318026"/>
                  </a:lnTo>
                  <a:lnTo>
                    <a:pt x="5301985" y="318026"/>
                  </a:lnTo>
                  <a:lnTo>
                    <a:pt x="5302094" y="318026"/>
                  </a:lnTo>
                  <a:lnTo>
                    <a:pt x="5302202" y="318026"/>
                  </a:lnTo>
                  <a:lnTo>
                    <a:pt x="5302311" y="318026"/>
                  </a:lnTo>
                  <a:lnTo>
                    <a:pt x="5302419" y="318026"/>
                  </a:lnTo>
                  <a:lnTo>
                    <a:pt x="5302527" y="318026"/>
                  </a:lnTo>
                  <a:lnTo>
                    <a:pt x="5302636" y="318026"/>
                  </a:lnTo>
                  <a:lnTo>
                    <a:pt x="5302744" y="318026"/>
                  </a:lnTo>
                  <a:lnTo>
                    <a:pt x="5302853" y="318026"/>
                  </a:lnTo>
                  <a:lnTo>
                    <a:pt x="5302961" y="318026"/>
                  </a:lnTo>
                  <a:lnTo>
                    <a:pt x="5303070" y="318026"/>
                  </a:lnTo>
                  <a:lnTo>
                    <a:pt x="5303178" y="318026"/>
                  </a:lnTo>
                  <a:lnTo>
                    <a:pt x="5303287" y="318026"/>
                  </a:lnTo>
                  <a:lnTo>
                    <a:pt x="5303395" y="318026"/>
                  </a:lnTo>
                  <a:lnTo>
                    <a:pt x="5303504" y="318026"/>
                  </a:lnTo>
                  <a:lnTo>
                    <a:pt x="5303612" y="318026"/>
                  </a:lnTo>
                  <a:lnTo>
                    <a:pt x="5303612" y="317403"/>
                  </a:lnTo>
                  <a:lnTo>
                    <a:pt x="5303720" y="317403"/>
                  </a:lnTo>
                  <a:lnTo>
                    <a:pt x="5303829" y="317403"/>
                  </a:lnTo>
                  <a:lnTo>
                    <a:pt x="5303937" y="317403"/>
                  </a:lnTo>
                  <a:lnTo>
                    <a:pt x="5304046" y="317403"/>
                  </a:lnTo>
                  <a:lnTo>
                    <a:pt x="5304154" y="317403"/>
                  </a:lnTo>
                  <a:lnTo>
                    <a:pt x="5304263" y="317403"/>
                  </a:lnTo>
                  <a:lnTo>
                    <a:pt x="5304371" y="317403"/>
                  </a:lnTo>
                  <a:lnTo>
                    <a:pt x="5304480" y="317403"/>
                  </a:lnTo>
                  <a:lnTo>
                    <a:pt x="5304588" y="317403"/>
                  </a:lnTo>
                  <a:lnTo>
                    <a:pt x="5304696" y="317403"/>
                  </a:lnTo>
                  <a:lnTo>
                    <a:pt x="5304805" y="317403"/>
                  </a:lnTo>
                  <a:lnTo>
                    <a:pt x="5304913" y="317403"/>
                  </a:lnTo>
                  <a:lnTo>
                    <a:pt x="5305022" y="317403"/>
                  </a:lnTo>
                  <a:lnTo>
                    <a:pt x="5305130" y="317403"/>
                  </a:lnTo>
                  <a:lnTo>
                    <a:pt x="5305239" y="317403"/>
                  </a:lnTo>
                  <a:lnTo>
                    <a:pt x="5305347" y="317403"/>
                  </a:lnTo>
                  <a:lnTo>
                    <a:pt x="5305456" y="317403"/>
                  </a:lnTo>
                  <a:lnTo>
                    <a:pt x="5305564" y="317403"/>
                  </a:lnTo>
                  <a:lnTo>
                    <a:pt x="5305672" y="317403"/>
                  </a:lnTo>
                  <a:lnTo>
                    <a:pt x="5305781" y="317403"/>
                  </a:lnTo>
                  <a:lnTo>
                    <a:pt x="5305889" y="317403"/>
                  </a:lnTo>
                  <a:lnTo>
                    <a:pt x="5305998" y="317403"/>
                  </a:lnTo>
                  <a:lnTo>
                    <a:pt x="5306106" y="317403"/>
                  </a:lnTo>
                  <a:lnTo>
                    <a:pt x="5306215" y="317403"/>
                  </a:lnTo>
                  <a:lnTo>
                    <a:pt x="5306323" y="317403"/>
                  </a:lnTo>
                  <a:lnTo>
                    <a:pt x="5306432" y="317403"/>
                  </a:lnTo>
                  <a:lnTo>
                    <a:pt x="5306540" y="317403"/>
                  </a:lnTo>
                  <a:lnTo>
                    <a:pt x="5306648" y="317403"/>
                  </a:lnTo>
                  <a:lnTo>
                    <a:pt x="5306757" y="317403"/>
                  </a:lnTo>
                  <a:lnTo>
                    <a:pt x="5306865" y="317403"/>
                  </a:lnTo>
                  <a:lnTo>
                    <a:pt x="5306974" y="317403"/>
                  </a:lnTo>
                  <a:lnTo>
                    <a:pt x="5307082" y="317403"/>
                  </a:lnTo>
                  <a:lnTo>
                    <a:pt x="5307191" y="317403"/>
                  </a:lnTo>
                  <a:lnTo>
                    <a:pt x="5307299" y="317403"/>
                  </a:lnTo>
                  <a:lnTo>
                    <a:pt x="5307408" y="317403"/>
                  </a:lnTo>
                  <a:lnTo>
                    <a:pt x="5307516" y="317403"/>
                  </a:lnTo>
                  <a:lnTo>
                    <a:pt x="5307625" y="317403"/>
                  </a:lnTo>
                  <a:lnTo>
                    <a:pt x="5307733" y="317403"/>
                  </a:lnTo>
                  <a:lnTo>
                    <a:pt x="5307841" y="317403"/>
                  </a:lnTo>
                  <a:lnTo>
                    <a:pt x="5307950" y="317403"/>
                  </a:lnTo>
                  <a:lnTo>
                    <a:pt x="5308058" y="317403"/>
                  </a:lnTo>
                  <a:lnTo>
                    <a:pt x="5308167" y="317403"/>
                  </a:lnTo>
                  <a:lnTo>
                    <a:pt x="5308275" y="317403"/>
                  </a:lnTo>
                  <a:lnTo>
                    <a:pt x="5308275" y="316779"/>
                  </a:lnTo>
                  <a:lnTo>
                    <a:pt x="5308384" y="316779"/>
                  </a:lnTo>
                  <a:lnTo>
                    <a:pt x="5308492" y="316779"/>
                  </a:lnTo>
                  <a:lnTo>
                    <a:pt x="5308601" y="316779"/>
                  </a:lnTo>
                  <a:lnTo>
                    <a:pt x="5308709" y="316779"/>
                  </a:lnTo>
                  <a:lnTo>
                    <a:pt x="5308817" y="316779"/>
                  </a:lnTo>
                  <a:lnTo>
                    <a:pt x="5308817" y="316156"/>
                  </a:lnTo>
                  <a:lnTo>
                    <a:pt x="5308926" y="316156"/>
                  </a:lnTo>
                  <a:lnTo>
                    <a:pt x="5309034" y="316156"/>
                  </a:lnTo>
                  <a:lnTo>
                    <a:pt x="5309143" y="316156"/>
                  </a:lnTo>
                  <a:lnTo>
                    <a:pt x="5309251" y="316156"/>
                  </a:lnTo>
                  <a:lnTo>
                    <a:pt x="5309360" y="316156"/>
                  </a:lnTo>
                  <a:lnTo>
                    <a:pt x="5309468" y="316156"/>
                  </a:lnTo>
                  <a:lnTo>
                    <a:pt x="5309577" y="316156"/>
                  </a:lnTo>
                  <a:lnTo>
                    <a:pt x="5309685" y="316156"/>
                  </a:lnTo>
                  <a:lnTo>
                    <a:pt x="5309793" y="316156"/>
                  </a:lnTo>
                  <a:lnTo>
                    <a:pt x="5309902" y="316156"/>
                  </a:lnTo>
                  <a:lnTo>
                    <a:pt x="5310010" y="316156"/>
                  </a:lnTo>
                  <a:lnTo>
                    <a:pt x="5310119" y="316156"/>
                  </a:lnTo>
                  <a:lnTo>
                    <a:pt x="5310227" y="316156"/>
                  </a:lnTo>
                  <a:lnTo>
                    <a:pt x="5310336" y="316156"/>
                  </a:lnTo>
                  <a:lnTo>
                    <a:pt x="5310444" y="316156"/>
                  </a:lnTo>
                  <a:lnTo>
                    <a:pt x="5310553" y="316156"/>
                  </a:lnTo>
                  <a:lnTo>
                    <a:pt x="5310661" y="316156"/>
                  </a:lnTo>
                  <a:lnTo>
                    <a:pt x="5310769" y="316156"/>
                  </a:lnTo>
                  <a:lnTo>
                    <a:pt x="5310878" y="316156"/>
                  </a:lnTo>
                  <a:lnTo>
                    <a:pt x="5310878" y="315532"/>
                  </a:lnTo>
                  <a:lnTo>
                    <a:pt x="5310878" y="314909"/>
                  </a:lnTo>
                  <a:lnTo>
                    <a:pt x="5310986" y="314909"/>
                  </a:lnTo>
                  <a:lnTo>
                    <a:pt x="5311095" y="314909"/>
                  </a:lnTo>
                  <a:lnTo>
                    <a:pt x="5311203" y="314909"/>
                  </a:lnTo>
                  <a:lnTo>
                    <a:pt x="5311312" y="314909"/>
                  </a:lnTo>
                  <a:lnTo>
                    <a:pt x="5311312" y="314285"/>
                  </a:lnTo>
                  <a:lnTo>
                    <a:pt x="5311420" y="314285"/>
                  </a:lnTo>
                  <a:lnTo>
                    <a:pt x="5311529" y="314285"/>
                  </a:lnTo>
                  <a:lnTo>
                    <a:pt x="5311637" y="314285"/>
                  </a:lnTo>
                  <a:lnTo>
                    <a:pt x="5311746" y="314285"/>
                  </a:lnTo>
                  <a:lnTo>
                    <a:pt x="5311854" y="314285"/>
                  </a:lnTo>
                  <a:lnTo>
                    <a:pt x="5311962" y="314285"/>
                  </a:lnTo>
                  <a:lnTo>
                    <a:pt x="5312071" y="314285"/>
                  </a:lnTo>
                  <a:lnTo>
                    <a:pt x="5312179" y="314285"/>
                  </a:lnTo>
                  <a:lnTo>
                    <a:pt x="5312179" y="313661"/>
                  </a:lnTo>
                  <a:lnTo>
                    <a:pt x="5312288" y="313661"/>
                  </a:lnTo>
                  <a:lnTo>
                    <a:pt x="5312396" y="313661"/>
                  </a:lnTo>
                  <a:lnTo>
                    <a:pt x="5312505" y="313661"/>
                  </a:lnTo>
                  <a:lnTo>
                    <a:pt x="5312613" y="313661"/>
                  </a:lnTo>
                  <a:lnTo>
                    <a:pt x="5312722" y="313661"/>
                  </a:lnTo>
                  <a:lnTo>
                    <a:pt x="5312830" y="313661"/>
                  </a:lnTo>
                  <a:lnTo>
                    <a:pt x="5312938" y="313661"/>
                  </a:lnTo>
                  <a:lnTo>
                    <a:pt x="5313047" y="313661"/>
                  </a:lnTo>
                  <a:lnTo>
                    <a:pt x="5313155" y="313661"/>
                  </a:lnTo>
                  <a:lnTo>
                    <a:pt x="5313264" y="313661"/>
                  </a:lnTo>
                  <a:lnTo>
                    <a:pt x="5313372" y="313661"/>
                  </a:lnTo>
                  <a:lnTo>
                    <a:pt x="5313481" y="313661"/>
                  </a:lnTo>
                  <a:lnTo>
                    <a:pt x="5313589" y="313661"/>
                  </a:lnTo>
                  <a:lnTo>
                    <a:pt x="5313698" y="313661"/>
                  </a:lnTo>
                  <a:lnTo>
                    <a:pt x="5313806" y="313661"/>
                  </a:lnTo>
                  <a:lnTo>
                    <a:pt x="5313914" y="313661"/>
                  </a:lnTo>
                  <a:lnTo>
                    <a:pt x="5314023" y="313661"/>
                  </a:lnTo>
                  <a:lnTo>
                    <a:pt x="5314131" y="313661"/>
                  </a:lnTo>
                  <a:lnTo>
                    <a:pt x="5314240" y="313661"/>
                  </a:lnTo>
                  <a:lnTo>
                    <a:pt x="5314348" y="313661"/>
                  </a:lnTo>
                  <a:lnTo>
                    <a:pt x="5314457" y="313661"/>
                  </a:lnTo>
                  <a:lnTo>
                    <a:pt x="5314565" y="313661"/>
                  </a:lnTo>
                  <a:lnTo>
                    <a:pt x="5314674" y="313661"/>
                  </a:lnTo>
                  <a:lnTo>
                    <a:pt x="5314782" y="313661"/>
                  </a:lnTo>
                  <a:lnTo>
                    <a:pt x="5314890" y="313661"/>
                  </a:lnTo>
                  <a:lnTo>
                    <a:pt x="5314999" y="313661"/>
                  </a:lnTo>
                  <a:lnTo>
                    <a:pt x="5315107" y="313661"/>
                  </a:lnTo>
                  <a:lnTo>
                    <a:pt x="5315216" y="313661"/>
                  </a:lnTo>
                  <a:lnTo>
                    <a:pt x="5315324" y="313661"/>
                  </a:lnTo>
                  <a:lnTo>
                    <a:pt x="5315433" y="313661"/>
                  </a:lnTo>
                  <a:lnTo>
                    <a:pt x="5315541" y="313661"/>
                  </a:lnTo>
                  <a:lnTo>
                    <a:pt x="5315650" y="313661"/>
                  </a:lnTo>
                  <a:lnTo>
                    <a:pt x="5315758" y="313661"/>
                  </a:lnTo>
                  <a:lnTo>
                    <a:pt x="5315867" y="313661"/>
                  </a:lnTo>
                  <a:lnTo>
                    <a:pt x="5315975" y="313661"/>
                  </a:lnTo>
                  <a:lnTo>
                    <a:pt x="5316083" y="313661"/>
                  </a:lnTo>
                  <a:lnTo>
                    <a:pt x="5316192" y="313661"/>
                  </a:lnTo>
                  <a:lnTo>
                    <a:pt x="5316300" y="313661"/>
                  </a:lnTo>
                  <a:lnTo>
                    <a:pt x="5316409" y="313661"/>
                  </a:lnTo>
                  <a:lnTo>
                    <a:pt x="5316517" y="313661"/>
                  </a:lnTo>
                  <a:lnTo>
                    <a:pt x="5316626" y="313661"/>
                  </a:lnTo>
                  <a:lnTo>
                    <a:pt x="5316734" y="313661"/>
                  </a:lnTo>
                  <a:lnTo>
                    <a:pt x="5316843" y="313661"/>
                  </a:lnTo>
                  <a:lnTo>
                    <a:pt x="5316951" y="313661"/>
                  </a:lnTo>
                  <a:lnTo>
                    <a:pt x="5317059" y="313661"/>
                  </a:lnTo>
                  <a:lnTo>
                    <a:pt x="5317168" y="313661"/>
                  </a:lnTo>
                  <a:lnTo>
                    <a:pt x="5317276" y="313661"/>
                  </a:lnTo>
                  <a:lnTo>
                    <a:pt x="5317385" y="313661"/>
                  </a:lnTo>
                  <a:lnTo>
                    <a:pt x="5317493" y="313661"/>
                  </a:lnTo>
                  <a:lnTo>
                    <a:pt x="5317602" y="313661"/>
                  </a:lnTo>
                  <a:lnTo>
                    <a:pt x="5317710" y="313661"/>
                  </a:lnTo>
                  <a:lnTo>
                    <a:pt x="5317819" y="313661"/>
                  </a:lnTo>
                  <a:lnTo>
                    <a:pt x="5317927" y="313661"/>
                  </a:lnTo>
                  <a:lnTo>
                    <a:pt x="5318035" y="313661"/>
                  </a:lnTo>
                  <a:lnTo>
                    <a:pt x="5318144" y="313661"/>
                  </a:lnTo>
                  <a:lnTo>
                    <a:pt x="5318252" y="313661"/>
                  </a:lnTo>
                  <a:lnTo>
                    <a:pt x="5318361" y="313661"/>
                  </a:lnTo>
                  <a:lnTo>
                    <a:pt x="5318469" y="313661"/>
                  </a:lnTo>
                  <a:lnTo>
                    <a:pt x="5318578" y="313661"/>
                  </a:lnTo>
                  <a:lnTo>
                    <a:pt x="5318686" y="313661"/>
                  </a:lnTo>
                  <a:lnTo>
                    <a:pt x="5318795" y="313661"/>
                  </a:lnTo>
                  <a:lnTo>
                    <a:pt x="5318903" y="313661"/>
                  </a:lnTo>
                  <a:lnTo>
                    <a:pt x="5319011" y="313661"/>
                  </a:lnTo>
                  <a:lnTo>
                    <a:pt x="5319120" y="313661"/>
                  </a:lnTo>
                  <a:lnTo>
                    <a:pt x="5319120" y="313038"/>
                  </a:lnTo>
                  <a:lnTo>
                    <a:pt x="5319120" y="312414"/>
                  </a:lnTo>
                  <a:lnTo>
                    <a:pt x="5319228" y="312414"/>
                  </a:lnTo>
                  <a:lnTo>
                    <a:pt x="5319337" y="312414"/>
                  </a:lnTo>
                  <a:lnTo>
                    <a:pt x="5319445" y="312414"/>
                  </a:lnTo>
                  <a:lnTo>
                    <a:pt x="5319554" y="312414"/>
                  </a:lnTo>
                  <a:lnTo>
                    <a:pt x="5319662" y="312414"/>
                  </a:lnTo>
                  <a:lnTo>
                    <a:pt x="5319771" y="312414"/>
                  </a:lnTo>
                  <a:lnTo>
                    <a:pt x="5319879" y="312414"/>
                  </a:lnTo>
                  <a:lnTo>
                    <a:pt x="5319988" y="312414"/>
                  </a:lnTo>
                  <a:lnTo>
                    <a:pt x="5320096" y="312414"/>
                  </a:lnTo>
                  <a:lnTo>
                    <a:pt x="5320204" y="312414"/>
                  </a:lnTo>
                  <a:lnTo>
                    <a:pt x="5320313" y="312414"/>
                  </a:lnTo>
                  <a:lnTo>
                    <a:pt x="5320421" y="312414"/>
                  </a:lnTo>
                  <a:lnTo>
                    <a:pt x="5320530" y="312414"/>
                  </a:lnTo>
                  <a:lnTo>
                    <a:pt x="5320638" y="312414"/>
                  </a:lnTo>
                  <a:lnTo>
                    <a:pt x="5320747" y="312414"/>
                  </a:lnTo>
                  <a:lnTo>
                    <a:pt x="5320855" y="312414"/>
                  </a:lnTo>
                  <a:lnTo>
                    <a:pt x="5320964" y="312414"/>
                  </a:lnTo>
                  <a:lnTo>
                    <a:pt x="5321072" y="312414"/>
                  </a:lnTo>
                  <a:lnTo>
                    <a:pt x="5321180" y="312414"/>
                  </a:lnTo>
                  <a:lnTo>
                    <a:pt x="5321289" y="312414"/>
                  </a:lnTo>
                  <a:lnTo>
                    <a:pt x="5321397" y="312414"/>
                  </a:lnTo>
                  <a:lnTo>
                    <a:pt x="5321506" y="312414"/>
                  </a:lnTo>
                  <a:lnTo>
                    <a:pt x="5321614" y="312414"/>
                  </a:lnTo>
                  <a:lnTo>
                    <a:pt x="5321723" y="312414"/>
                  </a:lnTo>
                  <a:lnTo>
                    <a:pt x="5321831" y="312414"/>
                  </a:lnTo>
                  <a:lnTo>
                    <a:pt x="5321940" y="312414"/>
                  </a:lnTo>
                  <a:lnTo>
                    <a:pt x="5322048" y="312414"/>
                  </a:lnTo>
                  <a:lnTo>
                    <a:pt x="5322156" y="312414"/>
                  </a:lnTo>
                  <a:lnTo>
                    <a:pt x="5322265" y="312414"/>
                  </a:lnTo>
                  <a:lnTo>
                    <a:pt x="5322373" y="312414"/>
                  </a:lnTo>
                  <a:lnTo>
                    <a:pt x="5322482" y="312414"/>
                  </a:lnTo>
                  <a:lnTo>
                    <a:pt x="5322590" y="312414"/>
                  </a:lnTo>
                  <a:lnTo>
                    <a:pt x="5322699" y="312414"/>
                  </a:lnTo>
                  <a:lnTo>
                    <a:pt x="5322807" y="312414"/>
                  </a:lnTo>
                  <a:lnTo>
                    <a:pt x="5322916" y="312414"/>
                  </a:lnTo>
                  <a:lnTo>
                    <a:pt x="5323024" y="312414"/>
                  </a:lnTo>
                  <a:lnTo>
                    <a:pt x="5323132" y="312414"/>
                  </a:lnTo>
                  <a:lnTo>
                    <a:pt x="5323241" y="312414"/>
                  </a:lnTo>
                  <a:lnTo>
                    <a:pt x="5323349" y="312414"/>
                  </a:lnTo>
                  <a:lnTo>
                    <a:pt x="5323458" y="312414"/>
                  </a:lnTo>
                  <a:lnTo>
                    <a:pt x="5323566" y="312414"/>
                  </a:lnTo>
                  <a:lnTo>
                    <a:pt x="5323675" y="312414"/>
                  </a:lnTo>
                  <a:lnTo>
                    <a:pt x="5323783" y="312414"/>
                  </a:lnTo>
                  <a:lnTo>
                    <a:pt x="5323892" y="312414"/>
                  </a:lnTo>
                  <a:lnTo>
                    <a:pt x="5324000" y="312414"/>
                  </a:lnTo>
                  <a:lnTo>
                    <a:pt x="5324109" y="312414"/>
                  </a:lnTo>
                  <a:lnTo>
                    <a:pt x="5324217" y="312414"/>
                  </a:lnTo>
                  <a:lnTo>
                    <a:pt x="5324325" y="312414"/>
                  </a:lnTo>
                  <a:lnTo>
                    <a:pt x="5324434" y="312414"/>
                  </a:lnTo>
                  <a:lnTo>
                    <a:pt x="5324542" y="312414"/>
                  </a:lnTo>
                  <a:lnTo>
                    <a:pt x="5324651" y="312414"/>
                  </a:lnTo>
                  <a:lnTo>
                    <a:pt x="5324759" y="312414"/>
                  </a:lnTo>
                  <a:lnTo>
                    <a:pt x="5324868" y="312414"/>
                  </a:lnTo>
                  <a:lnTo>
                    <a:pt x="5324976" y="312414"/>
                  </a:lnTo>
                  <a:lnTo>
                    <a:pt x="5325085" y="312414"/>
                  </a:lnTo>
                  <a:lnTo>
                    <a:pt x="5325193" y="312414"/>
                  </a:lnTo>
                  <a:lnTo>
                    <a:pt x="5325301" y="312414"/>
                  </a:lnTo>
                  <a:lnTo>
                    <a:pt x="5325410" y="312414"/>
                  </a:lnTo>
                  <a:lnTo>
                    <a:pt x="5325518" y="312414"/>
                  </a:lnTo>
                  <a:lnTo>
                    <a:pt x="5325627" y="312414"/>
                  </a:lnTo>
                  <a:lnTo>
                    <a:pt x="5325735" y="312414"/>
                  </a:lnTo>
                  <a:lnTo>
                    <a:pt x="5325844" y="312414"/>
                  </a:lnTo>
                  <a:lnTo>
                    <a:pt x="5325952" y="312414"/>
                  </a:lnTo>
                  <a:lnTo>
                    <a:pt x="5325952" y="311791"/>
                  </a:lnTo>
                  <a:lnTo>
                    <a:pt x="5326061" y="311791"/>
                  </a:lnTo>
                  <a:lnTo>
                    <a:pt x="5326169" y="311791"/>
                  </a:lnTo>
                  <a:lnTo>
                    <a:pt x="5326169" y="311167"/>
                  </a:lnTo>
                  <a:lnTo>
                    <a:pt x="5326277" y="311167"/>
                  </a:lnTo>
                  <a:lnTo>
                    <a:pt x="5326386" y="311167"/>
                  </a:lnTo>
                  <a:lnTo>
                    <a:pt x="5326494" y="311167"/>
                  </a:lnTo>
                  <a:lnTo>
                    <a:pt x="5326603" y="311167"/>
                  </a:lnTo>
                  <a:lnTo>
                    <a:pt x="5326711" y="311167"/>
                  </a:lnTo>
                  <a:lnTo>
                    <a:pt x="5326820" y="311167"/>
                  </a:lnTo>
                  <a:lnTo>
                    <a:pt x="5326928" y="311167"/>
                  </a:lnTo>
                  <a:lnTo>
                    <a:pt x="5327037" y="311167"/>
                  </a:lnTo>
                  <a:lnTo>
                    <a:pt x="5327145" y="311167"/>
                  </a:lnTo>
                  <a:lnTo>
                    <a:pt x="5327253" y="311167"/>
                  </a:lnTo>
                  <a:lnTo>
                    <a:pt x="5327253" y="310543"/>
                  </a:lnTo>
                  <a:lnTo>
                    <a:pt x="5327362" y="310543"/>
                  </a:lnTo>
                  <a:lnTo>
                    <a:pt x="5327470" y="310543"/>
                  </a:lnTo>
                  <a:lnTo>
                    <a:pt x="5327470" y="309920"/>
                  </a:lnTo>
                  <a:lnTo>
                    <a:pt x="5327579" y="309920"/>
                  </a:lnTo>
                  <a:lnTo>
                    <a:pt x="5327579" y="309296"/>
                  </a:lnTo>
                  <a:lnTo>
                    <a:pt x="5327687" y="309296"/>
                  </a:lnTo>
                  <a:lnTo>
                    <a:pt x="5327796" y="309296"/>
                  </a:lnTo>
                  <a:lnTo>
                    <a:pt x="5327904" y="309296"/>
                  </a:lnTo>
                  <a:lnTo>
                    <a:pt x="5328013" y="309296"/>
                  </a:lnTo>
                  <a:lnTo>
                    <a:pt x="5328121" y="309296"/>
                  </a:lnTo>
                  <a:lnTo>
                    <a:pt x="5328229" y="309296"/>
                  </a:lnTo>
                  <a:lnTo>
                    <a:pt x="5328338" y="309296"/>
                  </a:lnTo>
                  <a:lnTo>
                    <a:pt x="5328446" y="309296"/>
                  </a:lnTo>
                  <a:lnTo>
                    <a:pt x="5328555" y="309296"/>
                  </a:lnTo>
                  <a:lnTo>
                    <a:pt x="5328663" y="309296"/>
                  </a:lnTo>
                  <a:lnTo>
                    <a:pt x="5328772" y="309296"/>
                  </a:lnTo>
                  <a:lnTo>
                    <a:pt x="5328880" y="309296"/>
                  </a:lnTo>
                  <a:lnTo>
                    <a:pt x="5328989" y="309296"/>
                  </a:lnTo>
                  <a:lnTo>
                    <a:pt x="5329097" y="309296"/>
                  </a:lnTo>
                  <a:lnTo>
                    <a:pt x="5329206" y="309296"/>
                  </a:lnTo>
                  <a:lnTo>
                    <a:pt x="5329314" y="309296"/>
                  </a:lnTo>
                  <a:lnTo>
                    <a:pt x="5329422" y="309296"/>
                  </a:lnTo>
                  <a:lnTo>
                    <a:pt x="5329531" y="309296"/>
                  </a:lnTo>
                  <a:lnTo>
                    <a:pt x="5329639" y="309296"/>
                  </a:lnTo>
                  <a:lnTo>
                    <a:pt x="5329748" y="309296"/>
                  </a:lnTo>
                  <a:lnTo>
                    <a:pt x="5329856" y="309296"/>
                  </a:lnTo>
                  <a:lnTo>
                    <a:pt x="5329965" y="309296"/>
                  </a:lnTo>
                  <a:lnTo>
                    <a:pt x="5330073" y="309296"/>
                  </a:lnTo>
                  <a:lnTo>
                    <a:pt x="5330182" y="309296"/>
                  </a:lnTo>
                  <a:lnTo>
                    <a:pt x="5330290" y="309296"/>
                  </a:lnTo>
                  <a:lnTo>
                    <a:pt x="5330398" y="309296"/>
                  </a:lnTo>
                  <a:lnTo>
                    <a:pt x="5330507" y="309296"/>
                  </a:lnTo>
                  <a:lnTo>
                    <a:pt x="5330615" y="309296"/>
                  </a:lnTo>
                  <a:lnTo>
                    <a:pt x="5330724" y="309296"/>
                  </a:lnTo>
                  <a:lnTo>
                    <a:pt x="5330724" y="308673"/>
                  </a:lnTo>
                  <a:lnTo>
                    <a:pt x="5330832" y="308673"/>
                  </a:lnTo>
                  <a:lnTo>
                    <a:pt x="5330941" y="308673"/>
                  </a:lnTo>
                  <a:lnTo>
                    <a:pt x="5330941" y="308049"/>
                  </a:lnTo>
                  <a:lnTo>
                    <a:pt x="5331049" y="308049"/>
                  </a:lnTo>
                  <a:lnTo>
                    <a:pt x="5331158" y="308049"/>
                  </a:lnTo>
                  <a:lnTo>
                    <a:pt x="5331266" y="308049"/>
                  </a:lnTo>
                  <a:lnTo>
                    <a:pt x="5331374" y="308049"/>
                  </a:lnTo>
                  <a:lnTo>
                    <a:pt x="5331483" y="308049"/>
                  </a:lnTo>
                  <a:lnTo>
                    <a:pt x="5331591" y="308049"/>
                  </a:lnTo>
                  <a:lnTo>
                    <a:pt x="5331700" y="308049"/>
                  </a:lnTo>
                  <a:lnTo>
                    <a:pt x="5331808" y="308049"/>
                  </a:lnTo>
                  <a:lnTo>
                    <a:pt x="5331917" y="308049"/>
                  </a:lnTo>
                  <a:lnTo>
                    <a:pt x="5332025" y="308049"/>
                  </a:lnTo>
                  <a:lnTo>
                    <a:pt x="5332134" y="308049"/>
                  </a:lnTo>
                  <a:lnTo>
                    <a:pt x="5332242" y="308049"/>
                  </a:lnTo>
                  <a:lnTo>
                    <a:pt x="5332350" y="308049"/>
                  </a:lnTo>
                  <a:lnTo>
                    <a:pt x="5332459" y="308049"/>
                  </a:lnTo>
                  <a:lnTo>
                    <a:pt x="5332567" y="308049"/>
                  </a:lnTo>
                  <a:lnTo>
                    <a:pt x="5332676" y="308049"/>
                  </a:lnTo>
                  <a:lnTo>
                    <a:pt x="5332784" y="308049"/>
                  </a:lnTo>
                  <a:lnTo>
                    <a:pt x="5332893" y="308049"/>
                  </a:lnTo>
                  <a:lnTo>
                    <a:pt x="5333001" y="308049"/>
                  </a:lnTo>
                  <a:lnTo>
                    <a:pt x="5333110" y="308049"/>
                  </a:lnTo>
                  <a:lnTo>
                    <a:pt x="5333218" y="308049"/>
                  </a:lnTo>
                  <a:lnTo>
                    <a:pt x="5333327" y="308049"/>
                  </a:lnTo>
                  <a:lnTo>
                    <a:pt x="5333435" y="308049"/>
                  </a:lnTo>
                  <a:lnTo>
                    <a:pt x="5333543" y="308049"/>
                  </a:lnTo>
                  <a:lnTo>
                    <a:pt x="5333652" y="308049"/>
                  </a:lnTo>
                  <a:lnTo>
                    <a:pt x="5333760" y="308049"/>
                  </a:lnTo>
                  <a:lnTo>
                    <a:pt x="5333869" y="308049"/>
                  </a:lnTo>
                  <a:lnTo>
                    <a:pt x="5333977" y="308049"/>
                  </a:lnTo>
                  <a:lnTo>
                    <a:pt x="5334086" y="308049"/>
                  </a:lnTo>
                  <a:lnTo>
                    <a:pt x="5334086" y="307426"/>
                  </a:lnTo>
                  <a:lnTo>
                    <a:pt x="5334194" y="307426"/>
                  </a:lnTo>
                  <a:lnTo>
                    <a:pt x="5334194" y="306802"/>
                  </a:lnTo>
                  <a:lnTo>
                    <a:pt x="5334303" y="306802"/>
                  </a:lnTo>
                  <a:lnTo>
                    <a:pt x="5334303" y="306178"/>
                  </a:lnTo>
                  <a:lnTo>
                    <a:pt x="5334411" y="306178"/>
                  </a:lnTo>
                  <a:lnTo>
                    <a:pt x="5334519" y="306178"/>
                  </a:lnTo>
                  <a:lnTo>
                    <a:pt x="5334628" y="306178"/>
                  </a:lnTo>
                  <a:lnTo>
                    <a:pt x="5334736" y="306178"/>
                  </a:lnTo>
                  <a:lnTo>
                    <a:pt x="5334845" y="306178"/>
                  </a:lnTo>
                  <a:lnTo>
                    <a:pt x="5334953" y="306178"/>
                  </a:lnTo>
                  <a:lnTo>
                    <a:pt x="5335062" y="306178"/>
                  </a:lnTo>
                  <a:lnTo>
                    <a:pt x="5335170" y="306178"/>
                  </a:lnTo>
                  <a:lnTo>
                    <a:pt x="5335279" y="306178"/>
                  </a:lnTo>
                  <a:lnTo>
                    <a:pt x="5335387" y="306178"/>
                  </a:lnTo>
                  <a:lnTo>
                    <a:pt x="5335495" y="306178"/>
                  </a:lnTo>
                  <a:lnTo>
                    <a:pt x="5335604" y="306178"/>
                  </a:lnTo>
                  <a:lnTo>
                    <a:pt x="5335604" y="305555"/>
                  </a:lnTo>
                  <a:lnTo>
                    <a:pt x="5335712" y="305555"/>
                  </a:lnTo>
                  <a:lnTo>
                    <a:pt x="5335821" y="305555"/>
                  </a:lnTo>
                  <a:lnTo>
                    <a:pt x="5335929" y="305555"/>
                  </a:lnTo>
                  <a:lnTo>
                    <a:pt x="5336038" y="305555"/>
                  </a:lnTo>
                  <a:lnTo>
                    <a:pt x="5336146" y="305555"/>
                  </a:lnTo>
                  <a:lnTo>
                    <a:pt x="5336255" y="305555"/>
                  </a:lnTo>
                  <a:lnTo>
                    <a:pt x="5336363" y="305555"/>
                  </a:lnTo>
                  <a:lnTo>
                    <a:pt x="5336471" y="305555"/>
                  </a:lnTo>
                  <a:lnTo>
                    <a:pt x="5336580" y="305555"/>
                  </a:lnTo>
                  <a:lnTo>
                    <a:pt x="5336688" y="305555"/>
                  </a:lnTo>
                  <a:lnTo>
                    <a:pt x="5336797" y="305555"/>
                  </a:lnTo>
                  <a:lnTo>
                    <a:pt x="5336905" y="305555"/>
                  </a:lnTo>
                  <a:lnTo>
                    <a:pt x="5337014" y="305555"/>
                  </a:lnTo>
                  <a:lnTo>
                    <a:pt x="5337122" y="305555"/>
                  </a:lnTo>
                  <a:lnTo>
                    <a:pt x="5337231" y="305555"/>
                  </a:lnTo>
                  <a:lnTo>
                    <a:pt x="5337339" y="305555"/>
                  </a:lnTo>
                  <a:lnTo>
                    <a:pt x="5337448" y="305555"/>
                  </a:lnTo>
                  <a:lnTo>
                    <a:pt x="5337556" y="305555"/>
                  </a:lnTo>
                  <a:lnTo>
                    <a:pt x="5337664" y="305555"/>
                  </a:lnTo>
                  <a:lnTo>
                    <a:pt x="5337773" y="305555"/>
                  </a:lnTo>
                  <a:lnTo>
                    <a:pt x="5337881" y="305555"/>
                  </a:lnTo>
                  <a:lnTo>
                    <a:pt x="5337990" y="305555"/>
                  </a:lnTo>
                  <a:lnTo>
                    <a:pt x="5338098" y="305555"/>
                  </a:lnTo>
                  <a:lnTo>
                    <a:pt x="5338207" y="305555"/>
                  </a:lnTo>
                  <a:lnTo>
                    <a:pt x="5338315" y="305555"/>
                  </a:lnTo>
                  <a:lnTo>
                    <a:pt x="5338424" y="305555"/>
                  </a:lnTo>
                  <a:lnTo>
                    <a:pt x="5338532" y="305555"/>
                  </a:lnTo>
                  <a:lnTo>
                    <a:pt x="5338640" y="305555"/>
                  </a:lnTo>
                  <a:lnTo>
                    <a:pt x="5338749" y="305555"/>
                  </a:lnTo>
                  <a:lnTo>
                    <a:pt x="5338857" y="305555"/>
                  </a:lnTo>
                  <a:lnTo>
                    <a:pt x="5338966" y="305555"/>
                  </a:lnTo>
                  <a:lnTo>
                    <a:pt x="5339074" y="305555"/>
                  </a:lnTo>
                  <a:lnTo>
                    <a:pt x="5339183" y="305555"/>
                  </a:lnTo>
                  <a:lnTo>
                    <a:pt x="5339291" y="305555"/>
                  </a:lnTo>
                  <a:lnTo>
                    <a:pt x="5339400" y="305555"/>
                  </a:lnTo>
                  <a:lnTo>
                    <a:pt x="5339508" y="305555"/>
                  </a:lnTo>
                  <a:lnTo>
                    <a:pt x="5339616" y="305555"/>
                  </a:lnTo>
                  <a:lnTo>
                    <a:pt x="5339725" y="305555"/>
                  </a:lnTo>
                  <a:lnTo>
                    <a:pt x="5339833" y="305555"/>
                  </a:lnTo>
                  <a:lnTo>
                    <a:pt x="5339942" y="305555"/>
                  </a:lnTo>
                  <a:lnTo>
                    <a:pt x="5340050" y="305555"/>
                  </a:lnTo>
                  <a:lnTo>
                    <a:pt x="5340159" y="305555"/>
                  </a:lnTo>
                  <a:lnTo>
                    <a:pt x="5340267" y="305555"/>
                  </a:lnTo>
                  <a:lnTo>
                    <a:pt x="5340376" y="305555"/>
                  </a:lnTo>
                  <a:lnTo>
                    <a:pt x="5340484" y="305555"/>
                  </a:lnTo>
                  <a:lnTo>
                    <a:pt x="5340592" y="305555"/>
                  </a:lnTo>
                  <a:lnTo>
                    <a:pt x="5340701" y="305555"/>
                  </a:lnTo>
                  <a:lnTo>
                    <a:pt x="5340809" y="305555"/>
                  </a:lnTo>
                  <a:lnTo>
                    <a:pt x="5340918" y="305555"/>
                  </a:lnTo>
                  <a:lnTo>
                    <a:pt x="5341026" y="305555"/>
                  </a:lnTo>
                  <a:lnTo>
                    <a:pt x="5341135" y="305555"/>
                  </a:lnTo>
                  <a:lnTo>
                    <a:pt x="5341243" y="305555"/>
                  </a:lnTo>
                  <a:lnTo>
                    <a:pt x="5341352" y="305555"/>
                  </a:lnTo>
                  <a:lnTo>
                    <a:pt x="5341460" y="305555"/>
                  </a:lnTo>
                  <a:lnTo>
                    <a:pt x="5341569" y="305555"/>
                  </a:lnTo>
                  <a:lnTo>
                    <a:pt x="5341569" y="304931"/>
                  </a:lnTo>
                  <a:lnTo>
                    <a:pt x="5341677" y="304931"/>
                  </a:lnTo>
                  <a:lnTo>
                    <a:pt x="5341785" y="304931"/>
                  </a:lnTo>
                  <a:lnTo>
                    <a:pt x="5341894" y="304931"/>
                  </a:lnTo>
                  <a:lnTo>
                    <a:pt x="5342002" y="304931"/>
                  </a:lnTo>
                  <a:lnTo>
                    <a:pt x="5342111" y="304931"/>
                  </a:lnTo>
                  <a:lnTo>
                    <a:pt x="5342219" y="304931"/>
                  </a:lnTo>
                  <a:lnTo>
                    <a:pt x="5342219" y="304308"/>
                  </a:lnTo>
                  <a:lnTo>
                    <a:pt x="5342328" y="304308"/>
                  </a:lnTo>
                  <a:lnTo>
                    <a:pt x="5342436" y="304308"/>
                  </a:lnTo>
                  <a:lnTo>
                    <a:pt x="5342545" y="304308"/>
                  </a:lnTo>
                  <a:lnTo>
                    <a:pt x="5342653" y="304308"/>
                  </a:lnTo>
                  <a:lnTo>
                    <a:pt x="5342761" y="304308"/>
                  </a:lnTo>
                  <a:lnTo>
                    <a:pt x="5342870" y="304308"/>
                  </a:lnTo>
                  <a:lnTo>
                    <a:pt x="5342978" y="304308"/>
                  </a:lnTo>
                  <a:lnTo>
                    <a:pt x="5343087" y="304308"/>
                  </a:lnTo>
                  <a:lnTo>
                    <a:pt x="5343195" y="304308"/>
                  </a:lnTo>
                  <a:lnTo>
                    <a:pt x="5343195" y="303684"/>
                  </a:lnTo>
                  <a:lnTo>
                    <a:pt x="5343304" y="303684"/>
                  </a:lnTo>
                  <a:lnTo>
                    <a:pt x="5343412" y="303684"/>
                  </a:lnTo>
                  <a:lnTo>
                    <a:pt x="5343521" y="303684"/>
                  </a:lnTo>
                  <a:lnTo>
                    <a:pt x="5343629" y="303684"/>
                  </a:lnTo>
                  <a:lnTo>
                    <a:pt x="5343737" y="303684"/>
                  </a:lnTo>
                  <a:lnTo>
                    <a:pt x="5343846" y="303684"/>
                  </a:lnTo>
                  <a:lnTo>
                    <a:pt x="5343954" y="303684"/>
                  </a:lnTo>
                  <a:lnTo>
                    <a:pt x="5344063" y="303684"/>
                  </a:lnTo>
                  <a:lnTo>
                    <a:pt x="5344171" y="303684"/>
                  </a:lnTo>
                  <a:lnTo>
                    <a:pt x="5344280" y="303684"/>
                  </a:lnTo>
                  <a:lnTo>
                    <a:pt x="5344388" y="303684"/>
                  </a:lnTo>
                  <a:lnTo>
                    <a:pt x="5344497" y="303684"/>
                  </a:lnTo>
                  <a:lnTo>
                    <a:pt x="5344605" y="303684"/>
                  </a:lnTo>
                  <a:lnTo>
                    <a:pt x="5344605" y="303061"/>
                  </a:lnTo>
                  <a:lnTo>
                    <a:pt x="5344713" y="303061"/>
                  </a:lnTo>
                  <a:lnTo>
                    <a:pt x="5344822" y="303061"/>
                  </a:lnTo>
                  <a:lnTo>
                    <a:pt x="5344930" y="303061"/>
                  </a:lnTo>
                  <a:lnTo>
                    <a:pt x="5345039" y="303061"/>
                  </a:lnTo>
                  <a:lnTo>
                    <a:pt x="5345147" y="303061"/>
                  </a:lnTo>
                  <a:lnTo>
                    <a:pt x="5345256" y="303061"/>
                  </a:lnTo>
                  <a:lnTo>
                    <a:pt x="5345364" y="303061"/>
                  </a:lnTo>
                  <a:lnTo>
                    <a:pt x="5345473" y="303061"/>
                  </a:lnTo>
                  <a:lnTo>
                    <a:pt x="5345581" y="303061"/>
                  </a:lnTo>
                  <a:lnTo>
                    <a:pt x="5345690" y="303061"/>
                  </a:lnTo>
                  <a:lnTo>
                    <a:pt x="5345798" y="303061"/>
                  </a:lnTo>
                  <a:lnTo>
                    <a:pt x="5345798" y="302437"/>
                  </a:lnTo>
                  <a:lnTo>
                    <a:pt x="5345906" y="302437"/>
                  </a:lnTo>
                  <a:lnTo>
                    <a:pt x="5346015" y="302437"/>
                  </a:lnTo>
                  <a:lnTo>
                    <a:pt x="5346123" y="302437"/>
                  </a:lnTo>
                  <a:lnTo>
                    <a:pt x="5346232" y="302437"/>
                  </a:lnTo>
                  <a:lnTo>
                    <a:pt x="5346340" y="302437"/>
                  </a:lnTo>
                  <a:lnTo>
                    <a:pt x="5346449" y="302437"/>
                  </a:lnTo>
                  <a:lnTo>
                    <a:pt x="5346557" y="302437"/>
                  </a:lnTo>
                  <a:lnTo>
                    <a:pt x="5346666" y="302437"/>
                  </a:lnTo>
                  <a:lnTo>
                    <a:pt x="5346774" y="302437"/>
                  </a:lnTo>
                  <a:lnTo>
                    <a:pt x="5346774" y="301813"/>
                  </a:lnTo>
                  <a:lnTo>
                    <a:pt x="5346882" y="301813"/>
                  </a:lnTo>
                  <a:lnTo>
                    <a:pt x="5346991" y="301813"/>
                  </a:lnTo>
                  <a:lnTo>
                    <a:pt x="5347099" y="301813"/>
                  </a:lnTo>
                  <a:lnTo>
                    <a:pt x="5347208" y="301813"/>
                  </a:lnTo>
                  <a:lnTo>
                    <a:pt x="5347316" y="301813"/>
                  </a:lnTo>
                  <a:lnTo>
                    <a:pt x="5347425" y="301813"/>
                  </a:lnTo>
                  <a:lnTo>
                    <a:pt x="5347533" y="301813"/>
                  </a:lnTo>
                  <a:lnTo>
                    <a:pt x="5347642" y="301813"/>
                  </a:lnTo>
                  <a:lnTo>
                    <a:pt x="5347750" y="301813"/>
                  </a:lnTo>
                  <a:lnTo>
                    <a:pt x="5347858" y="301813"/>
                  </a:lnTo>
                  <a:lnTo>
                    <a:pt x="5347967" y="301813"/>
                  </a:lnTo>
                  <a:lnTo>
                    <a:pt x="5348075" y="301813"/>
                  </a:lnTo>
                  <a:lnTo>
                    <a:pt x="5348184" y="301813"/>
                  </a:lnTo>
                  <a:lnTo>
                    <a:pt x="5348292" y="301813"/>
                  </a:lnTo>
                  <a:lnTo>
                    <a:pt x="5348401" y="301813"/>
                  </a:lnTo>
                  <a:lnTo>
                    <a:pt x="5348509" y="301813"/>
                  </a:lnTo>
                  <a:lnTo>
                    <a:pt x="5348618" y="301813"/>
                  </a:lnTo>
                  <a:lnTo>
                    <a:pt x="5348726" y="301813"/>
                  </a:lnTo>
                  <a:lnTo>
                    <a:pt x="5348834" y="301813"/>
                  </a:lnTo>
                  <a:lnTo>
                    <a:pt x="5348943" y="301813"/>
                  </a:lnTo>
                  <a:lnTo>
                    <a:pt x="5349051" y="301813"/>
                  </a:lnTo>
                  <a:lnTo>
                    <a:pt x="5349160" y="301813"/>
                  </a:lnTo>
                  <a:lnTo>
                    <a:pt x="5349268" y="301813"/>
                  </a:lnTo>
                  <a:lnTo>
                    <a:pt x="5349377" y="301813"/>
                  </a:lnTo>
                  <a:lnTo>
                    <a:pt x="5349485" y="301813"/>
                  </a:lnTo>
                  <a:lnTo>
                    <a:pt x="5349594" y="301813"/>
                  </a:lnTo>
                  <a:lnTo>
                    <a:pt x="5349702" y="301813"/>
                  </a:lnTo>
                  <a:lnTo>
                    <a:pt x="5349810" y="301813"/>
                  </a:lnTo>
                  <a:lnTo>
                    <a:pt x="5349919" y="301813"/>
                  </a:lnTo>
                  <a:lnTo>
                    <a:pt x="5350027" y="301813"/>
                  </a:lnTo>
                  <a:lnTo>
                    <a:pt x="5350136" y="301813"/>
                  </a:lnTo>
                  <a:lnTo>
                    <a:pt x="5350244" y="301813"/>
                  </a:lnTo>
                  <a:lnTo>
                    <a:pt x="5350353" y="301813"/>
                  </a:lnTo>
                  <a:lnTo>
                    <a:pt x="5350461" y="301813"/>
                  </a:lnTo>
                  <a:lnTo>
                    <a:pt x="5350570" y="301813"/>
                  </a:lnTo>
                  <a:lnTo>
                    <a:pt x="5350678" y="301813"/>
                  </a:lnTo>
                  <a:lnTo>
                    <a:pt x="5350787" y="301813"/>
                  </a:lnTo>
                  <a:lnTo>
                    <a:pt x="5350895" y="301813"/>
                  </a:lnTo>
                  <a:lnTo>
                    <a:pt x="5351003" y="301813"/>
                  </a:lnTo>
                  <a:lnTo>
                    <a:pt x="5351112" y="301813"/>
                  </a:lnTo>
                  <a:lnTo>
                    <a:pt x="5351220" y="301813"/>
                  </a:lnTo>
                  <a:lnTo>
                    <a:pt x="5351329" y="301813"/>
                  </a:lnTo>
                  <a:lnTo>
                    <a:pt x="5351437" y="301813"/>
                  </a:lnTo>
                  <a:lnTo>
                    <a:pt x="5351546" y="301813"/>
                  </a:lnTo>
                  <a:lnTo>
                    <a:pt x="5351654" y="301813"/>
                  </a:lnTo>
                  <a:lnTo>
                    <a:pt x="5351763" y="301813"/>
                  </a:lnTo>
                  <a:lnTo>
                    <a:pt x="5351871" y="301813"/>
                  </a:lnTo>
                  <a:lnTo>
                    <a:pt x="5351979" y="301813"/>
                  </a:lnTo>
                  <a:lnTo>
                    <a:pt x="5352088" y="301813"/>
                  </a:lnTo>
                  <a:lnTo>
                    <a:pt x="5352196" y="301813"/>
                  </a:lnTo>
                  <a:lnTo>
                    <a:pt x="5352305" y="301813"/>
                  </a:lnTo>
                  <a:lnTo>
                    <a:pt x="5352413" y="301813"/>
                  </a:lnTo>
                  <a:lnTo>
                    <a:pt x="5352522" y="301813"/>
                  </a:lnTo>
                  <a:lnTo>
                    <a:pt x="5352630" y="301813"/>
                  </a:lnTo>
                  <a:lnTo>
                    <a:pt x="5352739" y="301813"/>
                  </a:lnTo>
                  <a:lnTo>
                    <a:pt x="5352847" y="301813"/>
                  </a:lnTo>
                  <a:lnTo>
                    <a:pt x="5352955" y="301813"/>
                  </a:lnTo>
                  <a:lnTo>
                    <a:pt x="5353064" y="301813"/>
                  </a:lnTo>
                  <a:lnTo>
                    <a:pt x="5353172" y="301813"/>
                  </a:lnTo>
                  <a:lnTo>
                    <a:pt x="5353281" y="301813"/>
                  </a:lnTo>
                  <a:lnTo>
                    <a:pt x="5353389" y="301813"/>
                  </a:lnTo>
                  <a:lnTo>
                    <a:pt x="5353498" y="301813"/>
                  </a:lnTo>
                  <a:lnTo>
                    <a:pt x="5353498" y="301190"/>
                  </a:lnTo>
                  <a:lnTo>
                    <a:pt x="5353606" y="301190"/>
                  </a:lnTo>
                  <a:lnTo>
                    <a:pt x="5353715" y="301190"/>
                  </a:lnTo>
                  <a:lnTo>
                    <a:pt x="5353823" y="301190"/>
                  </a:lnTo>
                  <a:lnTo>
                    <a:pt x="5353931" y="301190"/>
                  </a:lnTo>
                  <a:lnTo>
                    <a:pt x="5354040" y="301190"/>
                  </a:lnTo>
                  <a:lnTo>
                    <a:pt x="5354148" y="301190"/>
                  </a:lnTo>
                  <a:lnTo>
                    <a:pt x="5354257" y="301190"/>
                  </a:lnTo>
                  <a:lnTo>
                    <a:pt x="5354365" y="301190"/>
                  </a:lnTo>
                  <a:lnTo>
                    <a:pt x="5354474" y="301190"/>
                  </a:lnTo>
                  <a:lnTo>
                    <a:pt x="5354582" y="301190"/>
                  </a:lnTo>
                  <a:lnTo>
                    <a:pt x="5354691" y="301190"/>
                  </a:lnTo>
                  <a:lnTo>
                    <a:pt x="5354799" y="301190"/>
                  </a:lnTo>
                  <a:lnTo>
                    <a:pt x="5354908" y="301190"/>
                  </a:lnTo>
                  <a:lnTo>
                    <a:pt x="5355016" y="301190"/>
                  </a:lnTo>
                  <a:lnTo>
                    <a:pt x="5355124" y="301190"/>
                  </a:lnTo>
                  <a:lnTo>
                    <a:pt x="5355233" y="301190"/>
                  </a:lnTo>
                  <a:lnTo>
                    <a:pt x="5355341" y="301190"/>
                  </a:lnTo>
                  <a:lnTo>
                    <a:pt x="5355450" y="301190"/>
                  </a:lnTo>
                  <a:lnTo>
                    <a:pt x="5355558" y="301190"/>
                  </a:lnTo>
                  <a:lnTo>
                    <a:pt x="5355667" y="301190"/>
                  </a:lnTo>
                  <a:lnTo>
                    <a:pt x="5355775" y="301190"/>
                  </a:lnTo>
                  <a:lnTo>
                    <a:pt x="5355884" y="301190"/>
                  </a:lnTo>
                  <a:lnTo>
                    <a:pt x="5355992" y="301190"/>
                  </a:lnTo>
                  <a:lnTo>
                    <a:pt x="5356100" y="301190"/>
                  </a:lnTo>
                  <a:lnTo>
                    <a:pt x="5356209" y="301190"/>
                  </a:lnTo>
                  <a:lnTo>
                    <a:pt x="5356317" y="301190"/>
                  </a:lnTo>
                  <a:lnTo>
                    <a:pt x="5356426" y="301190"/>
                  </a:lnTo>
                  <a:lnTo>
                    <a:pt x="5356534" y="301190"/>
                  </a:lnTo>
                  <a:lnTo>
                    <a:pt x="5356643" y="301190"/>
                  </a:lnTo>
                  <a:lnTo>
                    <a:pt x="5356751" y="301190"/>
                  </a:lnTo>
                  <a:lnTo>
                    <a:pt x="5356860" y="301190"/>
                  </a:lnTo>
                  <a:lnTo>
                    <a:pt x="5356968" y="301190"/>
                  </a:lnTo>
                  <a:lnTo>
                    <a:pt x="5357076" y="301190"/>
                  </a:lnTo>
                  <a:lnTo>
                    <a:pt x="5357185" y="301190"/>
                  </a:lnTo>
                  <a:lnTo>
                    <a:pt x="5357293" y="301190"/>
                  </a:lnTo>
                  <a:lnTo>
                    <a:pt x="5357402" y="301190"/>
                  </a:lnTo>
                  <a:lnTo>
                    <a:pt x="5357510" y="301190"/>
                  </a:lnTo>
                  <a:lnTo>
                    <a:pt x="5357619" y="301190"/>
                  </a:lnTo>
                  <a:lnTo>
                    <a:pt x="5357727" y="301190"/>
                  </a:lnTo>
                  <a:lnTo>
                    <a:pt x="5357836" y="301190"/>
                  </a:lnTo>
                  <a:lnTo>
                    <a:pt x="5357836" y="300566"/>
                  </a:lnTo>
                  <a:lnTo>
                    <a:pt x="5357944" y="300566"/>
                  </a:lnTo>
                  <a:lnTo>
                    <a:pt x="5358052" y="300566"/>
                  </a:lnTo>
                  <a:lnTo>
                    <a:pt x="5358161" y="300566"/>
                  </a:lnTo>
                  <a:lnTo>
                    <a:pt x="5358269" y="300566"/>
                  </a:lnTo>
                  <a:lnTo>
                    <a:pt x="5358378" y="300566"/>
                  </a:lnTo>
                  <a:lnTo>
                    <a:pt x="5358486" y="300566"/>
                  </a:lnTo>
                  <a:lnTo>
                    <a:pt x="5358595" y="300566"/>
                  </a:lnTo>
                  <a:lnTo>
                    <a:pt x="5358703" y="300566"/>
                  </a:lnTo>
                  <a:lnTo>
                    <a:pt x="5358812" y="300566"/>
                  </a:lnTo>
                  <a:lnTo>
                    <a:pt x="5358920" y="300566"/>
                  </a:lnTo>
                  <a:lnTo>
                    <a:pt x="5359029" y="300566"/>
                  </a:lnTo>
                  <a:lnTo>
                    <a:pt x="5359137" y="300566"/>
                  </a:lnTo>
                  <a:lnTo>
                    <a:pt x="5359245" y="300566"/>
                  </a:lnTo>
                  <a:lnTo>
                    <a:pt x="5359354" y="300566"/>
                  </a:lnTo>
                  <a:lnTo>
                    <a:pt x="5359462" y="300566"/>
                  </a:lnTo>
                  <a:lnTo>
                    <a:pt x="5359571" y="300566"/>
                  </a:lnTo>
                  <a:lnTo>
                    <a:pt x="5359679" y="300566"/>
                  </a:lnTo>
                  <a:lnTo>
                    <a:pt x="5359788" y="300566"/>
                  </a:lnTo>
                  <a:lnTo>
                    <a:pt x="5359896" y="300566"/>
                  </a:lnTo>
                  <a:lnTo>
                    <a:pt x="5360005" y="300566"/>
                  </a:lnTo>
                  <a:lnTo>
                    <a:pt x="5360113" y="300566"/>
                  </a:lnTo>
                  <a:lnTo>
                    <a:pt x="5360221" y="300566"/>
                  </a:lnTo>
                  <a:lnTo>
                    <a:pt x="5360330" y="300566"/>
                  </a:lnTo>
                  <a:lnTo>
                    <a:pt x="5360438" y="300566"/>
                  </a:lnTo>
                  <a:lnTo>
                    <a:pt x="5360547" y="300566"/>
                  </a:lnTo>
                  <a:lnTo>
                    <a:pt x="5360655" y="300566"/>
                  </a:lnTo>
                  <a:lnTo>
                    <a:pt x="5360764" y="300566"/>
                  </a:lnTo>
                  <a:lnTo>
                    <a:pt x="5360872" y="300566"/>
                  </a:lnTo>
                  <a:lnTo>
                    <a:pt x="5360981" y="300566"/>
                  </a:lnTo>
                  <a:lnTo>
                    <a:pt x="5361089" y="300566"/>
                  </a:lnTo>
                  <a:lnTo>
                    <a:pt x="5361197" y="300566"/>
                  </a:lnTo>
                  <a:lnTo>
                    <a:pt x="5361306" y="300566"/>
                  </a:lnTo>
                  <a:lnTo>
                    <a:pt x="5361414" y="300566"/>
                  </a:lnTo>
                  <a:lnTo>
                    <a:pt x="5361523" y="300566"/>
                  </a:lnTo>
                  <a:lnTo>
                    <a:pt x="5361631" y="300566"/>
                  </a:lnTo>
                  <a:lnTo>
                    <a:pt x="5361740" y="300566"/>
                  </a:lnTo>
                  <a:lnTo>
                    <a:pt x="5361848" y="300566"/>
                  </a:lnTo>
                  <a:lnTo>
                    <a:pt x="5361957" y="300566"/>
                  </a:lnTo>
                  <a:lnTo>
                    <a:pt x="5362065" y="300566"/>
                  </a:lnTo>
                  <a:lnTo>
                    <a:pt x="5362173" y="300566"/>
                  </a:lnTo>
                  <a:lnTo>
                    <a:pt x="5362282" y="300566"/>
                  </a:lnTo>
                  <a:lnTo>
                    <a:pt x="5362390" y="300566"/>
                  </a:lnTo>
                  <a:lnTo>
                    <a:pt x="5362499" y="300566"/>
                  </a:lnTo>
                  <a:lnTo>
                    <a:pt x="5362607" y="300566"/>
                  </a:lnTo>
                  <a:lnTo>
                    <a:pt x="5362716" y="300566"/>
                  </a:lnTo>
                  <a:lnTo>
                    <a:pt x="5362716" y="299943"/>
                  </a:lnTo>
                  <a:lnTo>
                    <a:pt x="5362824" y="299943"/>
                  </a:lnTo>
                  <a:lnTo>
                    <a:pt x="5362933" y="299943"/>
                  </a:lnTo>
                  <a:lnTo>
                    <a:pt x="5363041" y="299943"/>
                  </a:lnTo>
                  <a:lnTo>
                    <a:pt x="5363150" y="299943"/>
                  </a:lnTo>
                  <a:lnTo>
                    <a:pt x="5363258" y="299943"/>
                  </a:lnTo>
                  <a:lnTo>
                    <a:pt x="5363366" y="299943"/>
                  </a:lnTo>
                  <a:lnTo>
                    <a:pt x="5363475" y="299943"/>
                  </a:lnTo>
                  <a:lnTo>
                    <a:pt x="5363583" y="299943"/>
                  </a:lnTo>
                  <a:lnTo>
                    <a:pt x="5363692" y="299943"/>
                  </a:lnTo>
                  <a:lnTo>
                    <a:pt x="5363800" y="299943"/>
                  </a:lnTo>
                  <a:lnTo>
                    <a:pt x="5363909" y="299943"/>
                  </a:lnTo>
                  <a:lnTo>
                    <a:pt x="5364017" y="299943"/>
                  </a:lnTo>
                  <a:lnTo>
                    <a:pt x="5364126" y="299943"/>
                  </a:lnTo>
                  <a:lnTo>
                    <a:pt x="5364234" y="299943"/>
                  </a:lnTo>
                  <a:lnTo>
                    <a:pt x="5364342" y="299943"/>
                  </a:lnTo>
                  <a:lnTo>
                    <a:pt x="5364451" y="299943"/>
                  </a:lnTo>
                  <a:lnTo>
                    <a:pt x="5364559" y="299943"/>
                  </a:lnTo>
                  <a:lnTo>
                    <a:pt x="5364668" y="299943"/>
                  </a:lnTo>
                  <a:lnTo>
                    <a:pt x="5364776" y="299943"/>
                  </a:lnTo>
                  <a:lnTo>
                    <a:pt x="5364885" y="299943"/>
                  </a:lnTo>
                  <a:lnTo>
                    <a:pt x="5364993" y="299943"/>
                  </a:lnTo>
                  <a:lnTo>
                    <a:pt x="5365102" y="299943"/>
                  </a:lnTo>
                  <a:lnTo>
                    <a:pt x="5365210" y="299943"/>
                  </a:lnTo>
                  <a:lnTo>
                    <a:pt x="5365318" y="299943"/>
                  </a:lnTo>
                  <a:lnTo>
                    <a:pt x="5365427" y="299943"/>
                  </a:lnTo>
                  <a:lnTo>
                    <a:pt x="5365535" y="299943"/>
                  </a:lnTo>
                  <a:lnTo>
                    <a:pt x="5365644" y="299943"/>
                  </a:lnTo>
                  <a:lnTo>
                    <a:pt x="5365752" y="299943"/>
                  </a:lnTo>
                  <a:lnTo>
                    <a:pt x="5365861" y="299943"/>
                  </a:lnTo>
                  <a:lnTo>
                    <a:pt x="5365969" y="299943"/>
                  </a:lnTo>
                  <a:lnTo>
                    <a:pt x="5366078" y="299943"/>
                  </a:lnTo>
                  <a:lnTo>
                    <a:pt x="5366186" y="299943"/>
                  </a:lnTo>
                  <a:lnTo>
                    <a:pt x="5366186" y="299319"/>
                  </a:lnTo>
                  <a:lnTo>
                    <a:pt x="5366294" y="299319"/>
                  </a:lnTo>
                  <a:lnTo>
                    <a:pt x="5366403" y="299319"/>
                  </a:lnTo>
                  <a:lnTo>
                    <a:pt x="5366511" y="299319"/>
                  </a:lnTo>
                  <a:lnTo>
                    <a:pt x="5366620" y="299319"/>
                  </a:lnTo>
                  <a:lnTo>
                    <a:pt x="5366728" y="299319"/>
                  </a:lnTo>
                  <a:lnTo>
                    <a:pt x="5366837" y="299319"/>
                  </a:lnTo>
                  <a:lnTo>
                    <a:pt x="5366945" y="299319"/>
                  </a:lnTo>
                  <a:lnTo>
                    <a:pt x="5367054" y="299319"/>
                  </a:lnTo>
                  <a:lnTo>
                    <a:pt x="5367162" y="299319"/>
                  </a:lnTo>
                  <a:lnTo>
                    <a:pt x="5367271" y="299319"/>
                  </a:lnTo>
                  <a:lnTo>
                    <a:pt x="5367379" y="299319"/>
                  </a:lnTo>
                  <a:lnTo>
                    <a:pt x="5367487" y="299319"/>
                  </a:lnTo>
                  <a:lnTo>
                    <a:pt x="5367596" y="299319"/>
                  </a:lnTo>
                  <a:lnTo>
                    <a:pt x="5367704" y="299319"/>
                  </a:lnTo>
                  <a:lnTo>
                    <a:pt x="5367813" y="299319"/>
                  </a:lnTo>
                  <a:lnTo>
                    <a:pt x="5367921" y="299319"/>
                  </a:lnTo>
                  <a:lnTo>
                    <a:pt x="5367921" y="298695"/>
                  </a:lnTo>
                  <a:lnTo>
                    <a:pt x="5368030" y="298695"/>
                  </a:lnTo>
                  <a:lnTo>
                    <a:pt x="5368138" y="298695"/>
                  </a:lnTo>
                  <a:lnTo>
                    <a:pt x="5368247" y="298695"/>
                  </a:lnTo>
                  <a:lnTo>
                    <a:pt x="5368355" y="298695"/>
                  </a:lnTo>
                  <a:lnTo>
                    <a:pt x="5368463" y="298695"/>
                  </a:lnTo>
                  <a:lnTo>
                    <a:pt x="5368572" y="298695"/>
                  </a:lnTo>
                  <a:lnTo>
                    <a:pt x="5368680" y="298695"/>
                  </a:lnTo>
                  <a:lnTo>
                    <a:pt x="5368789" y="298695"/>
                  </a:lnTo>
                  <a:lnTo>
                    <a:pt x="5368897" y="298695"/>
                  </a:lnTo>
                  <a:lnTo>
                    <a:pt x="5369006" y="298695"/>
                  </a:lnTo>
                  <a:lnTo>
                    <a:pt x="5369114" y="298695"/>
                  </a:lnTo>
                  <a:lnTo>
                    <a:pt x="5369223" y="298695"/>
                  </a:lnTo>
                  <a:lnTo>
                    <a:pt x="5369331" y="298695"/>
                  </a:lnTo>
                  <a:lnTo>
                    <a:pt x="5369439" y="298695"/>
                  </a:lnTo>
                  <a:lnTo>
                    <a:pt x="5369548" y="298695"/>
                  </a:lnTo>
                  <a:lnTo>
                    <a:pt x="5369656" y="298695"/>
                  </a:lnTo>
                  <a:lnTo>
                    <a:pt x="5369765" y="298695"/>
                  </a:lnTo>
                  <a:lnTo>
                    <a:pt x="5369873" y="298695"/>
                  </a:lnTo>
                  <a:lnTo>
                    <a:pt x="5369982" y="298695"/>
                  </a:lnTo>
                  <a:lnTo>
                    <a:pt x="5370090" y="298695"/>
                  </a:lnTo>
                  <a:lnTo>
                    <a:pt x="5370199" y="298695"/>
                  </a:lnTo>
                  <a:lnTo>
                    <a:pt x="5370307" y="298695"/>
                  </a:lnTo>
                  <a:lnTo>
                    <a:pt x="5370307" y="298072"/>
                  </a:lnTo>
                  <a:lnTo>
                    <a:pt x="5370415" y="298072"/>
                  </a:lnTo>
                  <a:lnTo>
                    <a:pt x="5370524" y="298072"/>
                  </a:lnTo>
                  <a:lnTo>
                    <a:pt x="5370524" y="297448"/>
                  </a:lnTo>
                  <a:lnTo>
                    <a:pt x="5370632" y="297448"/>
                  </a:lnTo>
                  <a:lnTo>
                    <a:pt x="5370741" y="297448"/>
                  </a:lnTo>
                  <a:lnTo>
                    <a:pt x="5370849" y="297448"/>
                  </a:lnTo>
                  <a:lnTo>
                    <a:pt x="5370958" y="297448"/>
                  </a:lnTo>
                  <a:lnTo>
                    <a:pt x="5371066" y="297448"/>
                  </a:lnTo>
                  <a:lnTo>
                    <a:pt x="5371066" y="296825"/>
                  </a:lnTo>
                  <a:lnTo>
                    <a:pt x="5371175" y="296825"/>
                  </a:lnTo>
                  <a:lnTo>
                    <a:pt x="5371283" y="296825"/>
                  </a:lnTo>
                  <a:lnTo>
                    <a:pt x="5371391" y="296825"/>
                  </a:lnTo>
                  <a:lnTo>
                    <a:pt x="5371500" y="296825"/>
                  </a:lnTo>
                  <a:lnTo>
                    <a:pt x="5371608" y="296825"/>
                  </a:lnTo>
                  <a:lnTo>
                    <a:pt x="5371717" y="296825"/>
                  </a:lnTo>
                  <a:lnTo>
                    <a:pt x="5371825" y="296825"/>
                  </a:lnTo>
                  <a:lnTo>
                    <a:pt x="5371825" y="296201"/>
                  </a:lnTo>
                  <a:lnTo>
                    <a:pt x="5371934" y="296201"/>
                  </a:lnTo>
                  <a:lnTo>
                    <a:pt x="5372042" y="296201"/>
                  </a:lnTo>
                  <a:lnTo>
                    <a:pt x="5372151" y="296201"/>
                  </a:lnTo>
                  <a:lnTo>
                    <a:pt x="5372259" y="296201"/>
                  </a:lnTo>
                  <a:lnTo>
                    <a:pt x="5372368" y="296201"/>
                  </a:lnTo>
                  <a:lnTo>
                    <a:pt x="5372476" y="296201"/>
                  </a:lnTo>
                  <a:lnTo>
                    <a:pt x="5372584" y="296201"/>
                  </a:lnTo>
                  <a:lnTo>
                    <a:pt x="5372693" y="296201"/>
                  </a:lnTo>
                  <a:lnTo>
                    <a:pt x="5372801" y="296201"/>
                  </a:lnTo>
                  <a:lnTo>
                    <a:pt x="5372910" y="296201"/>
                  </a:lnTo>
                  <a:lnTo>
                    <a:pt x="5373018" y="296201"/>
                  </a:lnTo>
                  <a:lnTo>
                    <a:pt x="5373127" y="296201"/>
                  </a:lnTo>
                  <a:lnTo>
                    <a:pt x="5373235" y="296201"/>
                  </a:lnTo>
                  <a:lnTo>
                    <a:pt x="5373235" y="295578"/>
                  </a:lnTo>
                  <a:lnTo>
                    <a:pt x="5373344" y="295578"/>
                  </a:lnTo>
                  <a:lnTo>
                    <a:pt x="5373452" y="295578"/>
                  </a:lnTo>
                  <a:lnTo>
                    <a:pt x="5373560" y="295578"/>
                  </a:lnTo>
                  <a:lnTo>
                    <a:pt x="5373669" y="295578"/>
                  </a:lnTo>
                  <a:lnTo>
                    <a:pt x="5373777" y="295578"/>
                  </a:lnTo>
                  <a:lnTo>
                    <a:pt x="5373886" y="295578"/>
                  </a:lnTo>
                  <a:lnTo>
                    <a:pt x="5373994" y="295578"/>
                  </a:lnTo>
                  <a:lnTo>
                    <a:pt x="5374103" y="295578"/>
                  </a:lnTo>
                  <a:lnTo>
                    <a:pt x="5374211" y="295578"/>
                  </a:lnTo>
                  <a:lnTo>
                    <a:pt x="5374320" y="295578"/>
                  </a:lnTo>
                  <a:lnTo>
                    <a:pt x="5374428" y="295578"/>
                  </a:lnTo>
                  <a:lnTo>
                    <a:pt x="5374536" y="295578"/>
                  </a:lnTo>
                  <a:lnTo>
                    <a:pt x="5374536" y="294954"/>
                  </a:lnTo>
                  <a:lnTo>
                    <a:pt x="5374645" y="294954"/>
                  </a:lnTo>
                  <a:lnTo>
                    <a:pt x="5374753" y="294954"/>
                  </a:lnTo>
                  <a:lnTo>
                    <a:pt x="5374862" y="294954"/>
                  </a:lnTo>
                  <a:lnTo>
                    <a:pt x="5374970" y="294954"/>
                  </a:lnTo>
                  <a:lnTo>
                    <a:pt x="5375079" y="294954"/>
                  </a:lnTo>
                  <a:lnTo>
                    <a:pt x="5375187" y="294954"/>
                  </a:lnTo>
                  <a:lnTo>
                    <a:pt x="5375296" y="294954"/>
                  </a:lnTo>
                  <a:lnTo>
                    <a:pt x="5375404" y="294954"/>
                  </a:lnTo>
                  <a:lnTo>
                    <a:pt x="5375512" y="294954"/>
                  </a:lnTo>
                  <a:lnTo>
                    <a:pt x="5375621" y="294954"/>
                  </a:lnTo>
                  <a:lnTo>
                    <a:pt x="5375729" y="294954"/>
                  </a:lnTo>
                  <a:lnTo>
                    <a:pt x="5375838" y="294954"/>
                  </a:lnTo>
                  <a:lnTo>
                    <a:pt x="5375946" y="294954"/>
                  </a:lnTo>
                  <a:lnTo>
                    <a:pt x="5376055" y="294954"/>
                  </a:lnTo>
                  <a:lnTo>
                    <a:pt x="5376163" y="294954"/>
                  </a:lnTo>
                  <a:lnTo>
                    <a:pt x="5376272" y="294954"/>
                  </a:lnTo>
                  <a:lnTo>
                    <a:pt x="5376380" y="294954"/>
                  </a:lnTo>
                  <a:lnTo>
                    <a:pt x="5376489" y="294954"/>
                  </a:lnTo>
                  <a:lnTo>
                    <a:pt x="5376597" y="294954"/>
                  </a:lnTo>
                  <a:lnTo>
                    <a:pt x="5376705" y="294954"/>
                  </a:lnTo>
                  <a:lnTo>
                    <a:pt x="5376814" y="294954"/>
                  </a:lnTo>
                  <a:lnTo>
                    <a:pt x="5376922" y="294954"/>
                  </a:lnTo>
                  <a:lnTo>
                    <a:pt x="5377031" y="294954"/>
                  </a:lnTo>
                  <a:lnTo>
                    <a:pt x="5377139" y="294954"/>
                  </a:lnTo>
                  <a:lnTo>
                    <a:pt x="5377248" y="294954"/>
                  </a:lnTo>
                  <a:lnTo>
                    <a:pt x="5377356" y="294954"/>
                  </a:lnTo>
                  <a:lnTo>
                    <a:pt x="5377465" y="294954"/>
                  </a:lnTo>
                  <a:lnTo>
                    <a:pt x="5377573" y="294954"/>
                  </a:lnTo>
                  <a:lnTo>
                    <a:pt x="5377681" y="294954"/>
                  </a:lnTo>
                  <a:lnTo>
                    <a:pt x="5377790" y="294954"/>
                  </a:lnTo>
                  <a:lnTo>
                    <a:pt x="5377898" y="294954"/>
                  </a:lnTo>
                  <a:lnTo>
                    <a:pt x="5378007" y="294954"/>
                  </a:lnTo>
                  <a:lnTo>
                    <a:pt x="5378115" y="294954"/>
                  </a:lnTo>
                  <a:lnTo>
                    <a:pt x="5378115" y="294330"/>
                  </a:lnTo>
                  <a:lnTo>
                    <a:pt x="5378224" y="294330"/>
                  </a:lnTo>
                  <a:lnTo>
                    <a:pt x="5378332" y="294330"/>
                  </a:lnTo>
                  <a:lnTo>
                    <a:pt x="5378441" y="294330"/>
                  </a:lnTo>
                  <a:lnTo>
                    <a:pt x="5378549" y="294330"/>
                  </a:lnTo>
                  <a:lnTo>
                    <a:pt x="5378657" y="294330"/>
                  </a:lnTo>
                  <a:lnTo>
                    <a:pt x="5378766" y="294330"/>
                  </a:lnTo>
                  <a:lnTo>
                    <a:pt x="5378874" y="294330"/>
                  </a:lnTo>
                  <a:lnTo>
                    <a:pt x="5378983" y="294330"/>
                  </a:lnTo>
                  <a:lnTo>
                    <a:pt x="5379091" y="294330"/>
                  </a:lnTo>
                  <a:lnTo>
                    <a:pt x="5379200" y="294330"/>
                  </a:lnTo>
                  <a:lnTo>
                    <a:pt x="5379308" y="294330"/>
                  </a:lnTo>
                  <a:lnTo>
                    <a:pt x="5379417" y="294330"/>
                  </a:lnTo>
                  <a:lnTo>
                    <a:pt x="5379525" y="294330"/>
                  </a:lnTo>
                  <a:lnTo>
                    <a:pt x="5379525" y="293707"/>
                  </a:lnTo>
                  <a:lnTo>
                    <a:pt x="5379633" y="293707"/>
                  </a:lnTo>
                  <a:lnTo>
                    <a:pt x="5379742" y="293707"/>
                  </a:lnTo>
                  <a:lnTo>
                    <a:pt x="5379850" y="293707"/>
                  </a:lnTo>
                  <a:lnTo>
                    <a:pt x="5379959" y="293707"/>
                  </a:lnTo>
                  <a:lnTo>
                    <a:pt x="5380067" y="293707"/>
                  </a:lnTo>
                  <a:lnTo>
                    <a:pt x="5380176" y="293707"/>
                  </a:lnTo>
                  <a:lnTo>
                    <a:pt x="5380284" y="293707"/>
                  </a:lnTo>
                  <a:lnTo>
                    <a:pt x="5380393" y="293707"/>
                  </a:lnTo>
                  <a:lnTo>
                    <a:pt x="5380393" y="293083"/>
                  </a:lnTo>
                  <a:lnTo>
                    <a:pt x="5380501" y="293083"/>
                  </a:lnTo>
                  <a:lnTo>
                    <a:pt x="5380610" y="293083"/>
                  </a:lnTo>
                  <a:lnTo>
                    <a:pt x="5380718" y="293083"/>
                  </a:lnTo>
                  <a:lnTo>
                    <a:pt x="5380826" y="293083"/>
                  </a:lnTo>
                  <a:lnTo>
                    <a:pt x="5380935" y="293083"/>
                  </a:lnTo>
                  <a:lnTo>
                    <a:pt x="5381043" y="293083"/>
                  </a:lnTo>
                  <a:lnTo>
                    <a:pt x="5381152" y="293083"/>
                  </a:lnTo>
                  <a:lnTo>
                    <a:pt x="5381260" y="293083"/>
                  </a:lnTo>
                  <a:lnTo>
                    <a:pt x="5381260" y="292460"/>
                  </a:lnTo>
                  <a:lnTo>
                    <a:pt x="5381369" y="292460"/>
                  </a:lnTo>
                  <a:lnTo>
                    <a:pt x="5381477" y="292460"/>
                  </a:lnTo>
                  <a:lnTo>
                    <a:pt x="5381586" y="292460"/>
                  </a:lnTo>
                  <a:lnTo>
                    <a:pt x="5381586" y="291836"/>
                  </a:lnTo>
                  <a:lnTo>
                    <a:pt x="5381694" y="291836"/>
                  </a:lnTo>
                  <a:lnTo>
                    <a:pt x="5381802" y="291836"/>
                  </a:lnTo>
                  <a:lnTo>
                    <a:pt x="5381911" y="291836"/>
                  </a:lnTo>
                  <a:lnTo>
                    <a:pt x="5382019" y="291836"/>
                  </a:lnTo>
                  <a:lnTo>
                    <a:pt x="5382128" y="291836"/>
                  </a:lnTo>
                  <a:lnTo>
                    <a:pt x="5382236" y="291836"/>
                  </a:lnTo>
                  <a:lnTo>
                    <a:pt x="5382236" y="291212"/>
                  </a:lnTo>
                  <a:lnTo>
                    <a:pt x="5382345" y="291212"/>
                  </a:lnTo>
                  <a:lnTo>
                    <a:pt x="5382453" y="291212"/>
                  </a:lnTo>
                  <a:lnTo>
                    <a:pt x="5382562" y="291212"/>
                  </a:lnTo>
                  <a:lnTo>
                    <a:pt x="5382670" y="291212"/>
                  </a:lnTo>
                  <a:lnTo>
                    <a:pt x="5382778" y="291212"/>
                  </a:lnTo>
                  <a:lnTo>
                    <a:pt x="5382887" y="291212"/>
                  </a:lnTo>
                  <a:lnTo>
                    <a:pt x="5382995" y="291212"/>
                  </a:lnTo>
                  <a:lnTo>
                    <a:pt x="5383104" y="291212"/>
                  </a:lnTo>
                  <a:lnTo>
                    <a:pt x="5383104" y="290589"/>
                  </a:lnTo>
                  <a:lnTo>
                    <a:pt x="5383212" y="290589"/>
                  </a:lnTo>
                  <a:lnTo>
                    <a:pt x="5383321" y="290589"/>
                  </a:lnTo>
                  <a:lnTo>
                    <a:pt x="5383429" y="290589"/>
                  </a:lnTo>
                  <a:lnTo>
                    <a:pt x="5383538" y="290589"/>
                  </a:lnTo>
                  <a:lnTo>
                    <a:pt x="5383646" y="290589"/>
                  </a:lnTo>
                  <a:lnTo>
                    <a:pt x="5383754" y="290589"/>
                  </a:lnTo>
                  <a:lnTo>
                    <a:pt x="5383863" y="290589"/>
                  </a:lnTo>
                  <a:lnTo>
                    <a:pt x="5383971" y="290589"/>
                  </a:lnTo>
                  <a:lnTo>
                    <a:pt x="5384080" y="290589"/>
                  </a:lnTo>
                  <a:lnTo>
                    <a:pt x="5384188" y="290589"/>
                  </a:lnTo>
                  <a:lnTo>
                    <a:pt x="5384297" y="290589"/>
                  </a:lnTo>
                  <a:lnTo>
                    <a:pt x="5384405" y="290589"/>
                  </a:lnTo>
                  <a:lnTo>
                    <a:pt x="5384514" y="290589"/>
                  </a:lnTo>
                  <a:lnTo>
                    <a:pt x="5384622" y="290589"/>
                  </a:lnTo>
                  <a:lnTo>
                    <a:pt x="5384731" y="290589"/>
                  </a:lnTo>
                  <a:lnTo>
                    <a:pt x="5384839" y="290589"/>
                  </a:lnTo>
                  <a:lnTo>
                    <a:pt x="5384947" y="290589"/>
                  </a:lnTo>
                  <a:lnTo>
                    <a:pt x="5385056" y="290589"/>
                  </a:lnTo>
                  <a:lnTo>
                    <a:pt x="5385164" y="290589"/>
                  </a:lnTo>
                  <a:lnTo>
                    <a:pt x="5385273" y="290589"/>
                  </a:lnTo>
                  <a:lnTo>
                    <a:pt x="5385381" y="290589"/>
                  </a:lnTo>
                  <a:lnTo>
                    <a:pt x="5385381" y="289965"/>
                  </a:lnTo>
                  <a:lnTo>
                    <a:pt x="5385490" y="289965"/>
                  </a:lnTo>
                  <a:lnTo>
                    <a:pt x="5385598" y="289965"/>
                  </a:lnTo>
                  <a:lnTo>
                    <a:pt x="5385598" y="289342"/>
                  </a:lnTo>
                  <a:lnTo>
                    <a:pt x="5385707" y="289342"/>
                  </a:lnTo>
                  <a:lnTo>
                    <a:pt x="5385815" y="289342"/>
                  </a:lnTo>
                  <a:lnTo>
                    <a:pt x="5385923" y="289342"/>
                  </a:lnTo>
                  <a:lnTo>
                    <a:pt x="5386032" y="289342"/>
                  </a:lnTo>
                  <a:lnTo>
                    <a:pt x="5386140" y="289342"/>
                  </a:lnTo>
                  <a:lnTo>
                    <a:pt x="5386249" y="289342"/>
                  </a:lnTo>
                  <a:lnTo>
                    <a:pt x="5386357" y="289342"/>
                  </a:lnTo>
                  <a:lnTo>
                    <a:pt x="5386466" y="289342"/>
                  </a:lnTo>
                  <a:lnTo>
                    <a:pt x="5386574" y="289342"/>
                  </a:lnTo>
                  <a:lnTo>
                    <a:pt x="5386683" y="289342"/>
                  </a:lnTo>
                  <a:lnTo>
                    <a:pt x="5386791" y="289342"/>
                  </a:lnTo>
                  <a:lnTo>
                    <a:pt x="5386899" y="289342"/>
                  </a:lnTo>
                  <a:lnTo>
                    <a:pt x="5387008" y="289342"/>
                  </a:lnTo>
                  <a:lnTo>
                    <a:pt x="5387116" y="289342"/>
                  </a:lnTo>
                  <a:lnTo>
                    <a:pt x="5387225" y="289342"/>
                  </a:lnTo>
                  <a:lnTo>
                    <a:pt x="5387333" y="289342"/>
                  </a:lnTo>
                  <a:lnTo>
                    <a:pt x="5387442" y="289342"/>
                  </a:lnTo>
                  <a:lnTo>
                    <a:pt x="5387550" y="289342"/>
                  </a:lnTo>
                  <a:lnTo>
                    <a:pt x="5387659" y="289342"/>
                  </a:lnTo>
                  <a:lnTo>
                    <a:pt x="5387767" y="289342"/>
                  </a:lnTo>
                  <a:lnTo>
                    <a:pt x="5387767" y="288718"/>
                  </a:lnTo>
                  <a:lnTo>
                    <a:pt x="5387875" y="288718"/>
                  </a:lnTo>
                  <a:lnTo>
                    <a:pt x="5387984" y="288718"/>
                  </a:lnTo>
                  <a:lnTo>
                    <a:pt x="5388092" y="288718"/>
                  </a:lnTo>
                  <a:lnTo>
                    <a:pt x="5388201" y="288718"/>
                  </a:lnTo>
                  <a:lnTo>
                    <a:pt x="5388309" y="288718"/>
                  </a:lnTo>
                  <a:lnTo>
                    <a:pt x="5388418" y="288718"/>
                  </a:lnTo>
                  <a:lnTo>
                    <a:pt x="5388526" y="288718"/>
                  </a:lnTo>
                  <a:lnTo>
                    <a:pt x="5388635" y="288718"/>
                  </a:lnTo>
                  <a:lnTo>
                    <a:pt x="5388743" y="288718"/>
                  </a:lnTo>
                  <a:lnTo>
                    <a:pt x="5388852" y="288718"/>
                  </a:lnTo>
                  <a:lnTo>
                    <a:pt x="5388960" y="288718"/>
                  </a:lnTo>
                  <a:lnTo>
                    <a:pt x="5389068" y="288718"/>
                  </a:lnTo>
                  <a:lnTo>
                    <a:pt x="5389177" y="288718"/>
                  </a:lnTo>
                  <a:lnTo>
                    <a:pt x="5389285" y="288718"/>
                  </a:lnTo>
                  <a:lnTo>
                    <a:pt x="5389394" y="288718"/>
                  </a:lnTo>
                  <a:lnTo>
                    <a:pt x="5389502" y="288718"/>
                  </a:lnTo>
                  <a:lnTo>
                    <a:pt x="5389611" y="288718"/>
                  </a:lnTo>
                  <a:lnTo>
                    <a:pt x="5389719" y="288718"/>
                  </a:lnTo>
                  <a:lnTo>
                    <a:pt x="5389828" y="288718"/>
                  </a:lnTo>
                  <a:lnTo>
                    <a:pt x="5389936" y="288718"/>
                  </a:lnTo>
                  <a:lnTo>
                    <a:pt x="5390044" y="288718"/>
                  </a:lnTo>
                  <a:lnTo>
                    <a:pt x="5390153" y="288718"/>
                  </a:lnTo>
                  <a:lnTo>
                    <a:pt x="5390261" y="288718"/>
                  </a:lnTo>
                  <a:lnTo>
                    <a:pt x="5390370" y="288718"/>
                  </a:lnTo>
                  <a:lnTo>
                    <a:pt x="5390478" y="288718"/>
                  </a:lnTo>
                  <a:lnTo>
                    <a:pt x="5390587" y="288718"/>
                  </a:lnTo>
                  <a:lnTo>
                    <a:pt x="5390695" y="288718"/>
                  </a:lnTo>
                  <a:lnTo>
                    <a:pt x="5390695" y="288095"/>
                  </a:lnTo>
                  <a:lnTo>
                    <a:pt x="5390804" y="288095"/>
                  </a:lnTo>
                  <a:lnTo>
                    <a:pt x="5390912" y="288095"/>
                  </a:lnTo>
                  <a:lnTo>
                    <a:pt x="5391020" y="288095"/>
                  </a:lnTo>
                  <a:lnTo>
                    <a:pt x="5391129" y="288095"/>
                  </a:lnTo>
                  <a:lnTo>
                    <a:pt x="5391237" y="288095"/>
                  </a:lnTo>
                  <a:lnTo>
                    <a:pt x="5391237" y="287471"/>
                  </a:lnTo>
                  <a:lnTo>
                    <a:pt x="5391346" y="287471"/>
                  </a:lnTo>
                  <a:lnTo>
                    <a:pt x="5391454" y="287471"/>
                  </a:lnTo>
                  <a:lnTo>
                    <a:pt x="5391563" y="287471"/>
                  </a:lnTo>
                  <a:lnTo>
                    <a:pt x="5391671" y="287471"/>
                  </a:lnTo>
                  <a:lnTo>
                    <a:pt x="5391780" y="287471"/>
                  </a:lnTo>
                  <a:lnTo>
                    <a:pt x="5391888" y="287471"/>
                  </a:lnTo>
                  <a:lnTo>
                    <a:pt x="5391996" y="287471"/>
                  </a:lnTo>
                  <a:lnTo>
                    <a:pt x="5392105" y="287471"/>
                  </a:lnTo>
                  <a:lnTo>
                    <a:pt x="5392213" y="287471"/>
                  </a:lnTo>
                  <a:lnTo>
                    <a:pt x="5392322" y="287471"/>
                  </a:lnTo>
                  <a:lnTo>
                    <a:pt x="5392430" y="287471"/>
                  </a:lnTo>
                  <a:lnTo>
                    <a:pt x="5392539" y="287471"/>
                  </a:lnTo>
                  <a:lnTo>
                    <a:pt x="5392647" y="287471"/>
                  </a:lnTo>
                  <a:lnTo>
                    <a:pt x="5392756" y="287471"/>
                  </a:lnTo>
                  <a:lnTo>
                    <a:pt x="5392864" y="287471"/>
                  </a:lnTo>
                  <a:lnTo>
                    <a:pt x="5392973" y="287471"/>
                  </a:lnTo>
                  <a:lnTo>
                    <a:pt x="5393081" y="287471"/>
                  </a:lnTo>
                  <a:lnTo>
                    <a:pt x="5393189" y="287471"/>
                  </a:lnTo>
                  <a:lnTo>
                    <a:pt x="5393298" y="287471"/>
                  </a:lnTo>
                  <a:lnTo>
                    <a:pt x="5393406" y="287471"/>
                  </a:lnTo>
                  <a:lnTo>
                    <a:pt x="5393515" y="287471"/>
                  </a:lnTo>
                  <a:lnTo>
                    <a:pt x="5393623" y="287471"/>
                  </a:lnTo>
                  <a:lnTo>
                    <a:pt x="5393732" y="287471"/>
                  </a:lnTo>
                  <a:lnTo>
                    <a:pt x="5393840" y="287471"/>
                  </a:lnTo>
                  <a:lnTo>
                    <a:pt x="5393949" y="287471"/>
                  </a:lnTo>
                  <a:lnTo>
                    <a:pt x="5394057" y="287471"/>
                  </a:lnTo>
                  <a:lnTo>
                    <a:pt x="5394165" y="287471"/>
                  </a:lnTo>
                  <a:lnTo>
                    <a:pt x="5394274" y="287471"/>
                  </a:lnTo>
                  <a:lnTo>
                    <a:pt x="5394382" y="287471"/>
                  </a:lnTo>
                  <a:lnTo>
                    <a:pt x="5394491" y="287471"/>
                  </a:lnTo>
                  <a:lnTo>
                    <a:pt x="5394599" y="287471"/>
                  </a:lnTo>
                  <a:lnTo>
                    <a:pt x="5394708" y="287471"/>
                  </a:lnTo>
                  <a:lnTo>
                    <a:pt x="5394816" y="287471"/>
                  </a:lnTo>
                  <a:lnTo>
                    <a:pt x="5394925" y="287471"/>
                  </a:lnTo>
                  <a:lnTo>
                    <a:pt x="5395033" y="287471"/>
                  </a:lnTo>
                  <a:lnTo>
                    <a:pt x="5395141" y="287471"/>
                  </a:lnTo>
                  <a:lnTo>
                    <a:pt x="5395250" y="287471"/>
                  </a:lnTo>
                  <a:lnTo>
                    <a:pt x="5395358" y="287471"/>
                  </a:lnTo>
                  <a:lnTo>
                    <a:pt x="5395467" y="287471"/>
                  </a:lnTo>
                  <a:lnTo>
                    <a:pt x="5395575" y="287471"/>
                  </a:lnTo>
                  <a:lnTo>
                    <a:pt x="5395684" y="287471"/>
                  </a:lnTo>
                  <a:lnTo>
                    <a:pt x="5395792" y="287471"/>
                  </a:lnTo>
                  <a:lnTo>
                    <a:pt x="5395901" y="287471"/>
                  </a:lnTo>
                  <a:lnTo>
                    <a:pt x="5396009" y="287471"/>
                  </a:lnTo>
                  <a:lnTo>
                    <a:pt x="5396117" y="287471"/>
                  </a:lnTo>
                  <a:lnTo>
                    <a:pt x="5396117" y="286847"/>
                  </a:lnTo>
                  <a:lnTo>
                    <a:pt x="5396226" y="286847"/>
                  </a:lnTo>
                  <a:lnTo>
                    <a:pt x="5396226" y="286224"/>
                  </a:lnTo>
                  <a:lnTo>
                    <a:pt x="5396334" y="286224"/>
                  </a:lnTo>
                  <a:lnTo>
                    <a:pt x="5396443" y="286224"/>
                  </a:lnTo>
                  <a:lnTo>
                    <a:pt x="5396551" y="286224"/>
                  </a:lnTo>
                  <a:lnTo>
                    <a:pt x="5396660" y="286224"/>
                  </a:lnTo>
                  <a:lnTo>
                    <a:pt x="5396768" y="286224"/>
                  </a:lnTo>
                  <a:lnTo>
                    <a:pt x="5396877" y="286224"/>
                  </a:lnTo>
                  <a:lnTo>
                    <a:pt x="5396985" y="286224"/>
                  </a:lnTo>
                  <a:lnTo>
                    <a:pt x="5397093" y="286224"/>
                  </a:lnTo>
                  <a:lnTo>
                    <a:pt x="5397202" y="286224"/>
                  </a:lnTo>
                  <a:lnTo>
                    <a:pt x="5397310" y="286224"/>
                  </a:lnTo>
                  <a:lnTo>
                    <a:pt x="5397419" y="286224"/>
                  </a:lnTo>
                  <a:lnTo>
                    <a:pt x="5397419" y="285600"/>
                  </a:lnTo>
                  <a:lnTo>
                    <a:pt x="5397527" y="285600"/>
                  </a:lnTo>
                  <a:lnTo>
                    <a:pt x="5397636" y="285600"/>
                  </a:lnTo>
                  <a:lnTo>
                    <a:pt x="5397744" y="285600"/>
                  </a:lnTo>
                  <a:lnTo>
                    <a:pt x="5397853" y="285600"/>
                  </a:lnTo>
                  <a:lnTo>
                    <a:pt x="5397961" y="285600"/>
                  </a:lnTo>
                  <a:lnTo>
                    <a:pt x="5398070" y="285600"/>
                  </a:lnTo>
                  <a:lnTo>
                    <a:pt x="5398178" y="285600"/>
                  </a:lnTo>
                  <a:lnTo>
                    <a:pt x="5398286" y="285600"/>
                  </a:lnTo>
                  <a:lnTo>
                    <a:pt x="5398286" y="284977"/>
                  </a:lnTo>
                  <a:lnTo>
                    <a:pt x="5398395" y="284977"/>
                  </a:lnTo>
                  <a:lnTo>
                    <a:pt x="5398503" y="284977"/>
                  </a:lnTo>
                  <a:lnTo>
                    <a:pt x="5398612" y="284977"/>
                  </a:lnTo>
                  <a:lnTo>
                    <a:pt x="5398720" y="284977"/>
                  </a:lnTo>
                  <a:lnTo>
                    <a:pt x="5398829" y="284977"/>
                  </a:lnTo>
                  <a:lnTo>
                    <a:pt x="5398937" y="284977"/>
                  </a:lnTo>
                  <a:lnTo>
                    <a:pt x="5399046" y="284977"/>
                  </a:lnTo>
                  <a:lnTo>
                    <a:pt x="5399154" y="284977"/>
                  </a:lnTo>
                  <a:lnTo>
                    <a:pt x="5399262" y="284977"/>
                  </a:lnTo>
                  <a:lnTo>
                    <a:pt x="5399371" y="284977"/>
                  </a:lnTo>
                  <a:lnTo>
                    <a:pt x="5399479" y="284977"/>
                  </a:lnTo>
                  <a:lnTo>
                    <a:pt x="5399479" y="284353"/>
                  </a:lnTo>
                  <a:lnTo>
                    <a:pt x="5399479" y="283729"/>
                  </a:lnTo>
                  <a:lnTo>
                    <a:pt x="5399588" y="283729"/>
                  </a:lnTo>
                  <a:lnTo>
                    <a:pt x="5399696" y="283729"/>
                  </a:lnTo>
                  <a:lnTo>
                    <a:pt x="5399696" y="283106"/>
                  </a:lnTo>
                  <a:lnTo>
                    <a:pt x="5399805" y="283106"/>
                  </a:lnTo>
                  <a:lnTo>
                    <a:pt x="5399913" y="283106"/>
                  </a:lnTo>
                  <a:lnTo>
                    <a:pt x="5400022" y="283106"/>
                  </a:lnTo>
                  <a:lnTo>
                    <a:pt x="5400130" y="283106"/>
                  </a:lnTo>
                  <a:lnTo>
                    <a:pt x="5400238" y="283106"/>
                  </a:lnTo>
                  <a:lnTo>
                    <a:pt x="5400347" y="283106"/>
                  </a:lnTo>
                  <a:lnTo>
                    <a:pt x="5400455" y="283106"/>
                  </a:lnTo>
                  <a:lnTo>
                    <a:pt x="5400564" y="283106"/>
                  </a:lnTo>
                  <a:lnTo>
                    <a:pt x="5400672" y="283106"/>
                  </a:lnTo>
                  <a:lnTo>
                    <a:pt x="5400781" y="283106"/>
                  </a:lnTo>
                  <a:lnTo>
                    <a:pt x="5400889" y="283106"/>
                  </a:lnTo>
                  <a:lnTo>
                    <a:pt x="5400998" y="283106"/>
                  </a:lnTo>
                  <a:lnTo>
                    <a:pt x="5401106" y="283106"/>
                  </a:lnTo>
                  <a:lnTo>
                    <a:pt x="5401214" y="283106"/>
                  </a:lnTo>
                  <a:lnTo>
                    <a:pt x="5401323" y="283106"/>
                  </a:lnTo>
                  <a:lnTo>
                    <a:pt x="5401431" y="283106"/>
                  </a:lnTo>
                  <a:lnTo>
                    <a:pt x="5401540" y="283106"/>
                  </a:lnTo>
                  <a:lnTo>
                    <a:pt x="5401648" y="283106"/>
                  </a:lnTo>
                  <a:lnTo>
                    <a:pt x="5401757" y="283106"/>
                  </a:lnTo>
                  <a:lnTo>
                    <a:pt x="5401865" y="283106"/>
                  </a:lnTo>
                  <a:lnTo>
                    <a:pt x="5401974" y="283106"/>
                  </a:lnTo>
                  <a:lnTo>
                    <a:pt x="5402082" y="283106"/>
                  </a:lnTo>
                  <a:lnTo>
                    <a:pt x="5402191" y="283106"/>
                  </a:lnTo>
                  <a:lnTo>
                    <a:pt x="5402299" y="283106"/>
                  </a:lnTo>
                  <a:lnTo>
                    <a:pt x="5402407" y="283106"/>
                  </a:lnTo>
                  <a:lnTo>
                    <a:pt x="5402516" y="283106"/>
                  </a:lnTo>
                  <a:lnTo>
                    <a:pt x="5402624" y="283106"/>
                  </a:lnTo>
                  <a:lnTo>
                    <a:pt x="5402733" y="283106"/>
                  </a:lnTo>
                  <a:lnTo>
                    <a:pt x="5402841" y="283106"/>
                  </a:lnTo>
                  <a:lnTo>
                    <a:pt x="5402950" y="283106"/>
                  </a:lnTo>
                  <a:lnTo>
                    <a:pt x="5403058" y="283106"/>
                  </a:lnTo>
                  <a:lnTo>
                    <a:pt x="5403167" y="283106"/>
                  </a:lnTo>
                  <a:lnTo>
                    <a:pt x="5403167" y="282482"/>
                  </a:lnTo>
                  <a:lnTo>
                    <a:pt x="5403275" y="282482"/>
                  </a:lnTo>
                  <a:lnTo>
                    <a:pt x="5403383" y="282482"/>
                  </a:lnTo>
                  <a:lnTo>
                    <a:pt x="5403492" y="282482"/>
                  </a:lnTo>
                  <a:lnTo>
                    <a:pt x="5403600" y="282482"/>
                  </a:lnTo>
                  <a:lnTo>
                    <a:pt x="5403709" y="282482"/>
                  </a:lnTo>
                  <a:lnTo>
                    <a:pt x="5403817" y="282482"/>
                  </a:lnTo>
                  <a:lnTo>
                    <a:pt x="5403926" y="282482"/>
                  </a:lnTo>
                  <a:lnTo>
                    <a:pt x="5404034" y="282482"/>
                  </a:lnTo>
                  <a:lnTo>
                    <a:pt x="5404143" y="282482"/>
                  </a:lnTo>
                  <a:lnTo>
                    <a:pt x="5404251" y="282482"/>
                  </a:lnTo>
                  <a:lnTo>
                    <a:pt x="5404359" y="282482"/>
                  </a:lnTo>
                  <a:lnTo>
                    <a:pt x="5404468" y="282482"/>
                  </a:lnTo>
                  <a:lnTo>
                    <a:pt x="5404576" y="282482"/>
                  </a:lnTo>
                  <a:lnTo>
                    <a:pt x="5404685" y="282482"/>
                  </a:lnTo>
                  <a:lnTo>
                    <a:pt x="5404793" y="282482"/>
                  </a:lnTo>
                  <a:lnTo>
                    <a:pt x="5404902" y="282482"/>
                  </a:lnTo>
                  <a:lnTo>
                    <a:pt x="5405010" y="282482"/>
                  </a:lnTo>
                  <a:lnTo>
                    <a:pt x="5405119" y="282482"/>
                  </a:lnTo>
                  <a:lnTo>
                    <a:pt x="5405227" y="282482"/>
                  </a:lnTo>
                  <a:lnTo>
                    <a:pt x="5405335" y="282482"/>
                  </a:lnTo>
                  <a:lnTo>
                    <a:pt x="5405444" y="282482"/>
                  </a:lnTo>
                  <a:lnTo>
                    <a:pt x="5405552" y="282482"/>
                  </a:lnTo>
                  <a:lnTo>
                    <a:pt x="5405661" y="282482"/>
                  </a:lnTo>
                  <a:lnTo>
                    <a:pt x="5405769" y="282482"/>
                  </a:lnTo>
                  <a:lnTo>
                    <a:pt x="5405878" y="282482"/>
                  </a:lnTo>
                  <a:lnTo>
                    <a:pt x="5405986" y="282482"/>
                  </a:lnTo>
                  <a:lnTo>
                    <a:pt x="5406095" y="282482"/>
                  </a:lnTo>
                  <a:lnTo>
                    <a:pt x="5406203" y="282482"/>
                  </a:lnTo>
                  <a:lnTo>
                    <a:pt x="5406312" y="282482"/>
                  </a:lnTo>
                  <a:lnTo>
                    <a:pt x="5406420" y="282482"/>
                  </a:lnTo>
                  <a:lnTo>
                    <a:pt x="5406528" y="282482"/>
                  </a:lnTo>
                  <a:lnTo>
                    <a:pt x="5406637" y="282482"/>
                  </a:lnTo>
                  <a:lnTo>
                    <a:pt x="5406745" y="282482"/>
                  </a:lnTo>
                  <a:lnTo>
                    <a:pt x="5406854" y="282482"/>
                  </a:lnTo>
                  <a:lnTo>
                    <a:pt x="5406962" y="282482"/>
                  </a:lnTo>
                  <a:lnTo>
                    <a:pt x="5407071" y="282482"/>
                  </a:lnTo>
                  <a:lnTo>
                    <a:pt x="5407179" y="282482"/>
                  </a:lnTo>
                  <a:lnTo>
                    <a:pt x="5407288" y="282482"/>
                  </a:lnTo>
                  <a:lnTo>
                    <a:pt x="5407396" y="282482"/>
                  </a:lnTo>
                  <a:lnTo>
                    <a:pt x="5407504" y="282482"/>
                  </a:lnTo>
                  <a:lnTo>
                    <a:pt x="5407613" y="282482"/>
                  </a:lnTo>
                  <a:lnTo>
                    <a:pt x="5407721" y="282482"/>
                  </a:lnTo>
                  <a:lnTo>
                    <a:pt x="5407830" y="282482"/>
                  </a:lnTo>
                  <a:lnTo>
                    <a:pt x="5407938" y="282482"/>
                  </a:lnTo>
                  <a:lnTo>
                    <a:pt x="5408047" y="282482"/>
                  </a:lnTo>
                  <a:lnTo>
                    <a:pt x="5408155" y="282482"/>
                  </a:lnTo>
                  <a:lnTo>
                    <a:pt x="5408264" y="282482"/>
                  </a:lnTo>
                  <a:lnTo>
                    <a:pt x="5408372" y="282482"/>
                  </a:lnTo>
                  <a:lnTo>
                    <a:pt x="5408480" y="282482"/>
                  </a:lnTo>
                  <a:lnTo>
                    <a:pt x="5408589" y="282482"/>
                  </a:lnTo>
                  <a:lnTo>
                    <a:pt x="5408697" y="282482"/>
                  </a:lnTo>
                  <a:lnTo>
                    <a:pt x="5408806" y="282482"/>
                  </a:lnTo>
                  <a:lnTo>
                    <a:pt x="5408914" y="282482"/>
                  </a:lnTo>
                  <a:lnTo>
                    <a:pt x="5409023" y="282482"/>
                  </a:lnTo>
                  <a:lnTo>
                    <a:pt x="5409131" y="282482"/>
                  </a:lnTo>
                  <a:lnTo>
                    <a:pt x="5409240" y="282482"/>
                  </a:lnTo>
                  <a:lnTo>
                    <a:pt x="5409348" y="282482"/>
                  </a:lnTo>
                  <a:lnTo>
                    <a:pt x="5409456" y="282482"/>
                  </a:lnTo>
                  <a:lnTo>
                    <a:pt x="5409565" y="282482"/>
                  </a:lnTo>
                  <a:lnTo>
                    <a:pt x="5409673" y="282482"/>
                  </a:lnTo>
                  <a:lnTo>
                    <a:pt x="5409782" y="282482"/>
                  </a:lnTo>
                  <a:lnTo>
                    <a:pt x="5409890" y="282482"/>
                  </a:lnTo>
                  <a:lnTo>
                    <a:pt x="5409999" y="282482"/>
                  </a:lnTo>
                  <a:lnTo>
                    <a:pt x="5410107" y="282482"/>
                  </a:lnTo>
                  <a:lnTo>
                    <a:pt x="5410107" y="281859"/>
                  </a:lnTo>
                  <a:lnTo>
                    <a:pt x="5410216" y="281859"/>
                  </a:lnTo>
                  <a:lnTo>
                    <a:pt x="5410324" y="281859"/>
                  </a:lnTo>
                  <a:lnTo>
                    <a:pt x="5410433" y="281859"/>
                  </a:lnTo>
                  <a:lnTo>
                    <a:pt x="5410541" y="281859"/>
                  </a:lnTo>
                  <a:lnTo>
                    <a:pt x="5410649" y="281859"/>
                  </a:lnTo>
                  <a:lnTo>
                    <a:pt x="5410758" y="281859"/>
                  </a:lnTo>
                  <a:lnTo>
                    <a:pt x="5410866" y="281859"/>
                  </a:lnTo>
                  <a:lnTo>
                    <a:pt x="5410866" y="281235"/>
                  </a:lnTo>
                  <a:lnTo>
                    <a:pt x="5410975" y="281235"/>
                  </a:lnTo>
                  <a:lnTo>
                    <a:pt x="5411083" y="281235"/>
                  </a:lnTo>
                  <a:lnTo>
                    <a:pt x="5411192" y="281235"/>
                  </a:lnTo>
                  <a:lnTo>
                    <a:pt x="5411300" y="281235"/>
                  </a:lnTo>
                  <a:lnTo>
                    <a:pt x="5411409" y="281235"/>
                  </a:lnTo>
                  <a:lnTo>
                    <a:pt x="5411517" y="281235"/>
                  </a:lnTo>
                  <a:lnTo>
                    <a:pt x="5411625" y="281235"/>
                  </a:lnTo>
                  <a:lnTo>
                    <a:pt x="5411625" y="280612"/>
                  </a:lnTo>
                  <a:lnTo>
                    <a:pt x="5411625" y="279988"/>
                  </a:lnTo>
                  <a:lnTo>
                    <a:pt x="5411734" y="279988"/>
                  </a:lnTo>
                  <a:lnTo>
                    <a:pt x="5411842" y="279988"/>
                  </a:lnTo>
                  <a:lnTo>
                    <a:pt x="5411951" y="279988"/>
                  </a:lnTo>
                  <a:lnTo>
                    <a:pt x="5412059" y="279988"/>
                  </a:lnTo>
                  <a:lnTo>
                    <a:pt x="5412168" y="279988"/>
                  </a:lnTo>
                  <a:lnTo>
                    <a:pt x="5412276" y="279988"/>
                  </a:lnTo>
                  <a:lnTo>
                    <a:pt x="5412385" y="279988"/>
                  </a:lnTo>
                  <a:lnTo>
                    <a:pt x="5412493" y="279988"/>
                  </a:lnTo>
                  <a:lnTo>
                    <a:pt x="5412601" y="279988"/>
                  </a:lnTo>
                  <a:lnTo>
                    <a:pt x="5412710" y="279988"/>
                  </a:lnTo>
                  <a:lnTo>
                    <a:pt x="5412818" y="279988"/>
                  </a:lnTo>
                  <a:lnTo>
                    <a:pt x="5412927" y="279988"/>
                  </a:lnTo>
                  <a:lnTo>
                    <a:pt x="5413035" y="279988"/>
                  </a:lnTo>
                  <a:lnTo>
                    <a:pt x="5413144" y="279988"/>
                  </a:lnTo>
                  <a:lnTo>
                    <a:pt x="5413252" y="279988"/>
                  </a:lnTo>
                  <a:lnTo>
                    <a:pt x="5413361" y="279988"/>
                  </a:lnTo>
                  <a:lnTo>
                    <a:pt x="5413469" y="279988"/>
                  </a:lnTo>
                  <a:lnTo>
                    <a:pt x="5413577" y="279988"/>
                  </a:lnTo>
                  <a:lnTo>
                    <a:pt x="5413686" y="279988"/>
                  </a:lnTo>
                  <a:lnTo>
                    <a:pt x="5413794" y="279988"/>
                  </a:lnTo>
                  <a:lnTo>
                    <a:pt x="5413903" y="279988"/>
                  </a:lnTo>
                  <a:lnTo>
                    <a:pt x="5414011" y="279988"/>
                  </a:lnTo>
                  <a:lnTo>
                    <a:pt x="5414120" y="279988"/>
                  </a:lnTo>
                  <a:lnTo>
                    <a:pt x="5414228" y="279988"/>
                  </a:lnTo>
                  <a:lnTo>
                    <a:pt x="5414337" y="279988"/>
                  </a:lnTo>
                  <a:lnTo>
                    <a:pt x="5414445" y="279988"/>
                  </a:lnTo>
                  <a:lnTo>
                    <a:pt x="5414554" y="279988"/>
                  </a:lnTo>
                  <a:lnTo>
                    <a:pt x="5414662" y="279988"/>
                  </a:lnTo>
                  <a:lnTo>
                    <a:pt x="5414770" y="279988"/>
                  </a:lnTo>
                  <a:lnTo>
                    <a:pt x="5414879" y="279988"/>
                  </a:lnTo>
                  <a:lnTo>
                    <a:pt x="5414879" y="279364"/>
                  </a:lnTo>
                  <a:lnTo>
                    <a:pt x="5414987" y="279364"/>
                  </a:lnTo>
                  <a:lnTo>
                    <a:pt x="5415096" y="279364"/>
                  </a:lnTo>
                  <a:lnTo>
                    <a:pt x="5415204" y="279364"/>
                  </a:lnTo>
                  <a:lnTo>
                    <a:pt x="5415313" y="279364"/>
                  </a:lnTo>
                  <a:lnTo>
                    <a:pt x="5415421" y="279364"/>
                  </a:lnTo>
                  <a:lnTo>
                    <a:pt x="5415421" y="278741"/>
                  </a:lnTo>
                  <a:lnTo>
                    <a:pt x="5415530" y="278741"/>
                  </a:lnTo>
                  <a:lnTo>
                    <a:pt x="5415638" y="278741"/>
                  </a:lnTo>
                  <a:lnTo>
                    <a:pt x="5415746" y="278741"/>
                  </a:lnTo>
                  <a:lnTo>
                    <a:pt x="5415855" y="278741"/>
                  </a:lnTo>
                  <a:lnTo>
                    <a:pt x="5415963" y="278741"/>
                  </a:lnTo>
                  <a:lnTo>
                    <a:pt x="5416072" y="278741"/>
                  </a:lnTo>
                  <a:lnTo>
                    <a:pt x="5416180" y="278741"/>
                  </a:lnTo>
                  <a:lnTo>
                    <a:pt x="5416289" y="278741"/>
                  </a:lnTo>
                  <a:lnTo>
                    <a:pt x="5416289" y="278117"/>
                  </a:lnTo>
                  <a:lnTo>
                    <a:pt x="5416397" y="278117"/>
                  </a:lnTo>
                  <a:lnTo>
                    <a:pt x="5416397" y="277494"/>
                  </a:lnTo>
                  <a:lnTo>
                    <a:pt x="5416506" y="277494"/>
                  </a:lnTo>
                  <a:lnTo>
                    <a:pt x="5416614" y="277494"/>
                  </a:lnTo>
                  <a:lnTo>
                    <a:pt x="5416722" y="277494"/>
                  </a:lnTo>
                  <a:lnTo>
                    <a:pt x="5416831" y="277494"/>
                  </a:lnTo>
                  <a:lnTo>
                    <a:pt x="5416939" y="277494"/>
                  </a:lnTo>
                  <a:lnTo>
                    <a:pt x="5417048" y="277494"/>
                  </a:lnTo>
                  <a:lnTo>
                    <a:pt x="5417156" y="277494"/>
                  </a:lnTo>
                  <a:lnTo>
                    <a:pt x="5417265" y="277494"/>
                  </a:lnTo>
                  <a:lnTo>
                    <a:pt x="5417373" y="277494"/>
                  </a:lnTo>
                  <a:lnTo>
                    <a:pt x="5417482" y="277494"/>
                  </a:lnTo>
                  <a:lnTo>
                    <a:pt x="5417590" y="277494"/>
                  </a:lnTo>
                  <a:lnTo>
                    <a:pt x="5417698" y="277494"/>
                  </a:lnTo>
                  <a:lnTo>
                    <a:pt x="5417807" y="277494"/>
                  </a:lnTo>
                  <a:lnTo>
                    <a:pt x="5417915" y="277494"/>
                  </a:lnTo>
                  <a:lnTo>
                    <a:pt x="5418024" y="277494"/>
                  </a:lnTo>
                  <a:lnTo>
                    <a:pt x="5418132" y="277494"/>
                  </a:lnTo>
                  <a:lnTo>
                    <a:pt x="5418241" y="277494"/>
                  </a:lnTo>
                  <a:lnTo>
                    <a:pt x="5418349" y="277494"/>
                  </a:lnTo>
                  <a:lnTo>
                    <a:pt x="5418458" y="277494"/>
                  </a:lnTo>
                  <a:lnTo>
                    <a:pt x="5418566" y="277494"/>
                  </a:lnTo>
                  <a:lnTo>
                    <a:pt x="5418674" y="277494"/>
                  </a:lnTo>
                  <a:lnTo>
                    <a:pt x="5418783" y="277494"/>
                  </a:lnTo>
                  <a:lnTo>
                    <a:pt x="5418891" y="277494"/>
                  </a:lnTo>
                  <a:lnTo>
                    <a:pt x="5419000" y="277494"/>
                  </a:lnTo>
                  <a:lnTo>
                    <a:pt x="5419000" y="276870"/>
                  </a:lnTo>
                  <a:lnTo>
                    <a:pt x="5419108" y="276870"/>
                  </a:lnTo>
                  <a:lnTo>
                    <a:pt x="5419217" y="276870"/>
                  </a:lnTo>
                  <a:lnTo>
                    <a:pt x="5419325" y="276870"/>
                  </a:lnTo>
                  <a:lnTo>
                    <a:pt x="5419434" y="276870"/>
                  </a:lnTo>
                  <a:lnTo>
                    <a:pt x="5419542" y="276870"/>
                  </a:lnTo>
                  <a:lnTo>
                    <a:pt x="5419651" y="276870"/>
                  </a:lnTo>
                  <a:lnTo>
                    <a:pt x="5419759" y="276870"/>
                  </a:lnTo>
                  <a:lnTo>
                    <a:pt x="5419867" y="276870"/>
                  </a:lnTo>
                  <a:lnTo>
                    <a:pt x="5419976" y="276870"/>
                  </a:lnTo>
                  <a:lnTo>
                    <a:pt x="5420084" y="276870"/>
                  </a:lnTo>
                  <a:lnTo>
                    <a:pt x="5420193" y="276870"/>
                  </a:lnTo>
                  <a:lnTo>
                    <a:pt x="5420301" y="276870"/>
                  </a:lnTo>
                  <a:lnTo>
                    <a:pt x="5420410" y="276870"/>
                  </a:lnTo>
                  <a:lnTo>
                    <a:pt x="5420518" y="276870"/>
                  </a:lnTo>
                  <a:lnTo>
                    <a:pt x="5420627" y="276870"/>
                  </a:lnTo>
                  <a:lnTo>
                    <a:pt x="5420627" y="276246"/>
                  </a:lnTo>
                  <a:lnTo>
                    <a:pt x="5420735" y="276246"/>
                  </a:lnTo>
                  <a:lnTo>
                    <a:pt x="5420843" y="276246"/>
                  </a:lnTo>
                  <a:lnTo>
                    <a:pt x="5420952" y="276246"/>
                  </a:lnTo>
                  <a:lnTo>
                    <a:pt x="5420952" y="275623"/>
                  </a:lnTo>
                  <a:lnTo>
                    <a:pt x="5421060" y="275623"/>
                  </a:lnTo>
                  <a:lnTo>
                    <a:pt x="5421169" y="275623"/>
                  </a:lnTo>
                  <a:lnTo>
                    <a:pt x="5421277" y="275623"/>
                  </a:lnTo>
                  <a:lnTo>
                    <a:pt x="5421386" y="275623"/>
                  </a:lnTo>
                  <a:lnTo>
                    <a:pt x="5421494" y="275623"/>
                  </a:lnTo>
                  <a:lnTo>
                    <a:pt x="5421603" y="275623"/>
                  </a:lnTo>
                  <a:lnTo>
                    <a:pt x="5421711" y="275623"/>
                  </a:lnTo>
                  <a:lnTo>
                    <a:pt x="5421819" y="275623"/>
                  </a:lnTo>
                  <a:lnTo>
                    <a:pt x="5421928" y="275623"/>
                  </a:lnTo>
                  <a:lnTo>
                    <a:pt x="5422036" y="275623"/>
                  </a:lnTo>
                  <a:lnTo>
                    <a:pt x="5422145" y="275623"/>
                  </a:lnTo>
                  <a:lnTo>
                    <a:pt x="5422253" y="275623"/>
                  </a:lnTo>
                  <a:lnTo>
                    <a:pt x="5422362" y="275623"/>
                  </a:lnTo>
                  <a:lnTo>
                    <a:pt x="5422470" y="275623"/>
                  </a:lnTo>
                  <a:lnTo>
                    <a:pt x="5422579" y="275623"/>
                  </a:lnTo>
                  <a:lnTo>
                    <a:pt x="5422687" y="275623"/>
                  </a:lnTo>
                  <a:lnTo>
                    <a:pt x="5422795" y="275623"/>
                  </a:lnTo>
                  <a:lnTo>
                    <a:pt x="5422904" y="275623"/>
                  </a:lnTo>
                  <a:lnTo>
                    <a:pt x="5423012" y="275623"/>
                  </a:lnTo>
                  <a:lnTo>
                    <a:pt x="5423121" y="275623"/>
                  </a:lnTo>
                  <a:lnTo>
                    <a:pt x="5423229" y="275623"/>
                  </a:lnTo>
                  <a:lnTo>
                    <a:pt x="5423338" y="275623"/>
                  </a:lnTo>
                  <a:lnTo>
                    <a:pt x="5423446" y="275623"/>
                  </a:lnTo>
                  <a:lnTo>
                    <a:pt x="5423555" y="275623"/>
                  </a:lnTo>
                  <a:lnTo>
                    <a:pt x="5423663" y="275623"/>
                  </a:lnTo>
                  <a:lnTo>
                    <a:pt x="5423772" y="275623"/>
                  </a:lnTo>
                  <a:lnTo>
                    <a:pt x="5423880" y="275623"/>
                  </a:lnTo>
                  <a:lnTo>
                    <a:pt x="5423988" y="275623"/>
                  </a:lnTo>
                  <a:lnTo>
                    <a:pt x="5424097" y="275623"/>
                  </a:lnTo>
                  <a:lnTo>
                    <a:pt x="5424205" y="275623"/>
                  </a:lnTo>
                  <a:lnTo>
                    <a:pt x="5424314" y="275623"/>
                  </a:lnTo>
                  <a:lnTo>
                    <a:pt x="5424422" y="275623"/>
                  </a:lnTo>
                  <a:lnTo>
                    <a:pt x="5424531" y="275623"/>
                  </a:lnTo>
                  <a:lnTo>
                    <a:pt x="5424639" y="275623"/>
                  </a:lnTo>
                  <a:lnTo>
                    <a:pt x="5424748" y="275623"/>
                  </a:lnTo>
                  <a:lnTo>
                    <a:pt x="5424856" y="275623"/>
                  </a:lnTo>
                  <a:lnTo>
                    <a:pt x="5424964" y="275623"/>
                  </a:lnTo>
                  <a:lnTo>
                    <a:pt x="5425073" y="275623"/>
                  </a:lnTo>
                  <a:lnTo>
                    <a:pt x="5425181" y="275623"/>
                  </a:lnTo>
                  <a:lnTo>
                    <a:pt x="5425290" y="275623"/>
                  </a:lnTo>
                  <a:lnTo>
                    <a:pt x="5425398" y="275623"/>
                  </a:lnTo>
                  <a:lnTo>
                    <a:pt x="5425398" y="274999"/>
                  </a:lnTo>
                  <a:lnTo>
                    <a:pt x="5425507" y="274999"/>
                  </a:lnTo>
                  <a:lnTo>
                    <a:pt x="5425615" y="274999"/>
                  </a:lnTo>
                  <a:lnTo>
                    <a:pt x="5425724" y="274999"/>
                  </a:lnTo>
                  <a:lnTo>
                    <a:pt x="5425832" y="274999"/>
                  </a:lnTo>
                  <a:lnTo>
                    <a:pt x="5425832" y="274376"/>
                  </a:lnTo>
                  <a:lnTo>
                    <a:pt x="5425940" y="274376"/>
                  </a:lnTo>
                  <a:lnTo>
                    <a:pt x="5426049" y="274376"/>
                  </a:lnTo>
                  <a:lnTo>
                    <a:pt x="5426157" y="274376"/>
                  </a:lnTo>
                  <a:lnTo>
                    <a:pt x="5426266" y="274376"/>
                  </a:lnTo>
                  <a:lnTo>
                    <a:pt x="5426374" y="274376"/>
                  </a:lnTo>
                  <a:lnTo>
                    <a:pt x="5426483" y="274376"/>
                  </a:lnTo>
                  <a:lnTo>
                    <a:pt x="5426591" y="274376"/>
                  </a:lnTo>
                  <a:lnTo>
                    <a:pt x="5426700" y="274376"/>
                  </a:lnTo>
                  <a:lnTo>
                    <a:pt x="5426808" y="274376"/>
                  </a:lnTo>
                  <a:lnTo>
                    <a:pt x="5426916" y="274376"/>
                  </a:lnTo>
                  <a:lnTo>
                    <a:pt x="5427025" y="274376"/>
                  </a:lnTo>
                  <a:lnTo>
                    <a:pt x="5427133" y="274376"/>
                  </a:lnTo>
                  <a:lnTo>
                    <a:pt x="5427242" y="274376"/>
                  </a:lnTo>
                  <a:lnTo>
                    <a:pt x="5427350" y="274376"/>
                  </a:lnTo>
                  <a:lnTo>
                    <a:pt x="5427350" y="273752"/>
                  </a:lnTo>
                  <a:lnTo>
                    <a:pt x="5427459" y="273752"/>
                  </a:lnTo>
                  <a:lnTo>
                    <a:pt x="5427567" y="273752"/>
                  </a:lnTo>
                  <a:lnTo>
                    <a:pt x="5427676" y="273752"/>
                  </a:lnTo>
                  <a:lnTo>
                    <a:pt x="5427784" y="273752"/>
                  </a:lnTo>
                  <a:lnTo>
                    <a:pt x="5427893" y="273752"/>
                  </a:lnTo>
                  <a:lnTo>
                    <a:pt x="5428001" y="273752"/>
                  </a:lnTo>
                  <a:lnTo>
                    <a:pt x="5428109" y="273752"/>
                  </a:lnTo>
                  <a:lnTo>
                    <a:pt x="5428218" y="273752"/>
                  </a:lnTo>
                  <a:lnTo>
                    <a:pt x="5428218" y="273129"/>
                  </a:lnTo>
                  <a:lnTo>
                    <a:pt x="5428326" y="273129"/>
                  </a:lnTo>
                  <a:lnTo>
                    <a:pt x="5428435" y="273129"/>
                  </a:lnTo>
                  <a:lnTo>
                    <a:pt x="5428543" y="273129"/>
                  </a:lnTo>
                  <a:lnTo>
                    <a:pt x="5428652" y="273129"/>
                  </a:lnTo>
                  <a:lnTo>
                    <a:pt x="5428760" y="273129"/>
                  </a:lnTo>
                  <a:lnTo>
                    <a:pt x="5428869" y="273129"/>
                  </a:lnTo>
                  <a:lnTo>
                    <a:pt x="5428977" y="273129"/>
                  </a:lnTo>
                  <a:lnTo>
                    <a:pt x="5429085" y="273129"/>
                  </a:lnTo>
                  <a:lnTo>
                    <a:pt x="5429194" y="273129"/>
                  </a:lnTo>
                  <a:lnTo>
                    <a:pt x="5429302" y="273129"/>
                  </a:lnTo>
                  <a:lnTo>
                    <a:pt x="5429411" y="273129"/>
                  </a:lnTo>
                  <a:lnTo>
                    <a:pt x="5429519" y="273129"/>
                  </a:lnTo>
                  <a:lnTo>
                    <a:pt x="5429628" y="273129"/>
                  </a:lnTo>
                  <a:lnTo>
                    <a:pt x="5429736" y="273129"/>
                  </a:lnTo>
                  <a:lnTo>
                    <a:pt x="5429845" y="273129"/>
                  </a:lnTo>
                  <a:lnTo>
                    <a:pt x="5429953" y="273129"/>
                  </a:lnTo>
                  <a:lnTo>
                    <a:pt x="5429953" y="272505"/>
                  </a:lnTo>
                  <a:lnTo>
                    <a:pt x="5430061" y="272505"/>
                  </a:lnTo>
                  <a:lnTo>
                    <a:pt x="5430170" y="272505"/>
                  </a:lnTo>
                  <a:lnTo>
                    <a:pt x="5430278" y="272505"/>
                  </a:lnTo>
                  <a:lnTo>
                    <a:pt x="5430387" y="272505"/>
                  </a:lnTo>
                  <a:lnTo>
                    <a:pt x="5430495" y="272505"/>
                  </a:lnTo>
                  <a:lnTo>
                    <a:pt x="5430604" y="272505"/>
                  </a:lnTo>
                  <a:lnTo>
                    <a:pt x="5430712" y="272505"/>
                  </a:lnTo>
                  <a:lnTo>
                    <a:pt x="5430821" y="272505"/>
                  </a:lnTo>
                  <a:lnTo>
                    <a:pt x="5430821" y="271881"/>
                  </a:lnTo>
                  <a:lnTo>
                    <a:pt x="5430929" y="271881"/>
                  </a:lnTo>
                  <a:lnTo>
                    <a:pt x="5431037" y="271881"/>
                  </a:lnTo>
                  <a:lnTo>
                    <a:pt x="5431146" y="271881"/>
                  </a:lnTo>
                  <a:lnTo>
                    <a:pt x="5431254" y="271881"/>
                  </a:lnTo>
                  <a:lnTo>
                    <a:pt x="5431363" y="271881"/>
                  </a:lnTo>
                  <a:lnTo>
                    <a:pt x="5431471" y="271881"/>
                  </a:lnTo>
                  <a:lnTo>
                    <a:pt x="5431580" y="271881"/>
                  </a:lnTo>
                  <a:lnTo>
                    <a:pt x="5431688" y="271881"/>
                  </a:lnTo>
                  <a:lnTo>
                    <a:pt x="5431797" y="271881"/>
                  </a:lnTo>
                  <a:lnTo>
                    <a:pt x="5431905" y="271881"/>
                  </a:lnTo>
                  <a:lnTo>
                    <a:pt x="5432014" y="271881"/>
                  </a:lnTo>
                  <a:lnTo>
                    <a:pt x="5432014" y="271258"/>
                  </a:lnTo>
                  <a:lnTo>
                    <a:pt x="5432122" y="271258"/>
                  </a:lnTo>
                  <a:lnTo>
                    <a:pt x="5432230" y="271258"/>
                  </a:lnTo>
                  <a:lnTo>
                    <a:pt x="5432339" y="271258"/>
                  </a:lnTo>
                  <a:lnTo>
                    <a:pt x="5432447" y="271258"/>
                  </a:lnTo>
                  <a:lnTo>
                    <a:pt x="5432556" y="271258"/>
                  </a:lnTo>
                  <a:lnTo>
                    <a:pt x="5432664" y="271258"/>
                  </a:lnTo>
                  <a:lnTo>
                    <a:pt x="5432773" y="271258"/>
                  </a:lnTo>
                  <a:lnTo>
                    <a:pt x="5432881" y="271258"/>
                  </a:lnTo>
                  <a:lnTo>
                    <a:pt x="5432990" y="271258"/>
                  </a:lnTo>
                  <a:lnTo>
                    <a:pt x="5433098" y="271258"/>
                  </a:lnTo>
                  <a:lnTo>
                    <a:pt x="5433206" y="271258"/>
                  </a:lnTo>
                  <a:lnTo>
                    <a:pt x="5433315" y="271258"/>
                  </a:lnTo>
                  <a:lnTo>
                    <a:pt x="5433423" y="271258"/>
                  </a:lnTo>
                  <a:lnTo>
                    <a:pt x="5433532" y="271258"/>
                  </a:lnTo>
                  <a:lnTo>
                    <a:pt x="5433640" y="271258"/>
                  </a:lnTo>
                  <a:lnTo>
                    <a:pt x="5433749" y="271258"/>
                  </a:lnTo>
                  <a:lnTo>
                    <a:pt x="5433857" y="271258"/>
                  </a:lnTo>
                  <a:lnTo>
                    <a:pt x="5433966" y="271258"/>
                  </a:lnTo>
                  <a:lnTo>
                    <a:pt x="5434074" y="271258"/>
                  </a:lnTo>
                  <a:lnTo>
                    <a:pt x="5434182" y="271258"/>
                  </a:lnTo>
                  <a:lnTo>
                    <a:pt x="5434291" y="271258"/>
                  </a:lnTo>
                  <a:lnTo>
                    <a:pt x="5434399" y="271258"/>
                  </a:lnTo>
                  <a:lnTo>
                    <a:pt x="5434508" y="271258"/>
                  </a:lnTo>
                  <a:lnTo>
                    <a:pt x="5434616" y="271258"/>
                  </a:lnTo>
                  <a:lnTo>
                    <a:pt x="5434725" y="271258"/>
                  </a:lnTo>
                  <a:lnTo>
                    <a:pt x="5434833" y="271258"/>
                  </a:lnTo>
                  <a:lnTo>
                    <a:pt x="5434942" y="271258"/>
                  </a:lnTo>
                  <a:lnTo>
                    <a:pt x="5435050" y="271258"/>
                  </a:lnTo>
                  <a:lnTo>
                    <a:pt x="5435158" y="271258"/>
                  </a:lnTo>
                  <a:lnTo>
                    <a:pt x="5435267" y="271258"/>
                  </a:lnTo>
                  <a:lnTo>
                    <a:pt x="5435375" y="271258"/>
                  </a:lnTo>
                  <a:lnTo>
                    <a:pt x="5435484" y="271258"/>
                  </a:lnTo>
                  <a:lnTo>
                    <a:pt x="5435592" y="271258"/>
                  </a:lnTo>
                  <a:lnTo>
                    <a:pt x="5435701" y="271258"/>
                  </a:lnTo>
                  <a:lnTo>
                    <a:pt x="5435809" y="271258"/>
                  </a:lnTo>
                  <a:lnTo>
                    <a:pt x="5435918" y="271258"/>
                  </a:lnTo>
                  <a:lnTo>
                    <a:pt x="5436026" y="271258"/>
                  </a:lnTo>
                  <a:lnTo>
                    <a:pt x="5436135" y="271258"/>
                  </a:lnTo>
                  <a:lnTo>
                    <a:pt x="5436243" y="271258"/>
                  </a:lnTo>
                  <a:lnTo>
                    <a:pt x="5436351" y="271258"/>
                  </a:lnTo>
                  <a:lnTo>
                    <a:pt x="5436460" y="271258"/>
                  </a:lnTo>
                  <a:lnTo>
                    <a:pt x="5436568" y="271258"/>
                  </a:lnTo>
                  <a:lnTo>
                    <a:pt x="5436677" y="271258"/>
                  </a:lnTo>
                  <a:lnTo>
                    <a:pt x="5436785" y="271258"/>
                  </a:lnTo>
                  <a:lnTo>
                    <a:pt x="5436894" y="271258"/>
                  </a:lnTo>
                  <a:lnTo>
                    <a:pt x="5437002" y="271258"/>
                  </a:lnTo>
                  <a:lnTo>
                    <a:pt x="5437111" y="271258"/>
                  </a:lnTo>
                  <a:lnTo>
                    <a:pt x="5437219" y="271258"/>
                  </a:lnTo>
                  <a:lnTo>
                    <a:pt x="5437327" y="271258"/>
                  </a:lnTo>
                  <a:lnTo>
                    <a:pt x="5437436" y="271258"/>
                  </a:lnTo>
                  <a:lnTo>
                    <a:pt x="5437544" y="271258"/>
                  </a:lnTo>
                  <a:lnTo>
                    <a:pt x="5437653" y="271258"/>
                  </a:lnTo>
                  <a:lnTo>
                    <a:pt x="5437761" y="271258"/>
                  </a:lnTo>
                  <a:lnTo>
                    <a:pt x="5437761" y="270634"/>
                  </a:lnTo>
                  <a:lnTo>
                    <a:pt x="5437870" y="270634"/>
                  </a:lnTo>
                  <a:lnTo>
                    <a:pt x="5437978" y="270634"/>
                  </a:lnTo>
                  <a:lnTo>
                    <a:pt x="5438087" y="270634"/>
                  </a:lnTo>
                  <a:lnTo>
                    <a:pt x="5438195" y="270634"/>
                  </a:lnTo>
                  <a:lnTo>
                    <a:pt x="5438303" y="270634"/>
                  </a:lnTo>
                  <a:lnTo>
                    <a:pt x="5438412" y="270634"/>
                  </a:lnTo>
                  <a:lnTo>
                    <a:pt x="5438520" y="270634"/>
                  </a:lnTo>
                  <a:lnTo>
                    <a:pt x="5438629" y="270634"/>
                  </a:lnTo>
                  <a:lnTo>
                    <a:pt x="5438737" y="270634"/>
                  </a:lnTo>
                  <a:lnTo>
                    <a:pt x="5438846" y="270634"/>
                  </a:lnTo>
                  <a:lnTo>
                    <a:pt x="5438954" y="270634"/>
                  </a:lnTo>
                  <a:lnTo>
                    <a:pt x="5439063" y="270634"/>
                  </a:lnTo>
                  <a:lnTo>
                    <a:pt x="5439171" y="270634"/>
                  </a:lnTo>
                  <a:lnTo>
                    <a:pt x="5439279" y="270634"/>
                  </a:lnTo>
                  <a:lnTo>
                    <a:pt x="5439388" y="270634"/>
                  </a:lnTo>
                  <a:lnTo>
                    <a:pt x="5439496" y="270634"/>
                  </a:lnTo>
                  <a:lnTo>
                    <a:pt x="5439605" y="270634"/>
                  </a:lnTo>
                  <a:lnTo>
                    <a:pt x="5439713" y="270634"/>
                  </a:lnTo>
                  <a:lnTo>
                    <a:pt x="5439822" y="270634"/>
                  </a:lnTo>
                  <a:lnTo>
                    <a:pt x="5439930" y="270634"/>
                  </a:lnTo>
                  <a:lnTo>
                    <a:pt x="5439930" y="270011"/>
                  </a:lnTo>
                  <a:lnTo>
                    <a:pt x="5440039" y="270011"/>
                  </a:lnTo>
                  <a:lnTo>
                    <a:pt x="5440147" y="270011"/>
                  </a:lnTo>
                  <a:lnTo>
                    <a:pt x="5440147" y="269387"/>
                  </a:lnTo>
                  <a:lnTo>
                    <a:pt x="5440255" y="269387"/>
                  </a:lnTo>
                  <a:lnTo>
                    <a:pt x="5440364" y="269387"/>
                  </a:lnTo>
                  <a:lnTo>
                    <a:pt x="5440472" y="269387"/>
                  </a:lnTo>
                  <a:lnTo>
                    <a:pt x="5440581" y="269387"/>
                  </a:lnTo>
                  <a:lnTo>
                    <a:pt x="5440689" y="269387"/>
                  </a:lnTo>
                  <a:lnTo>
                    <a:pt x="5440798" y="269387"/>
                  </a:lnTo>
                  <a:lnTo>
                    <a:pt x="5440906" y="269387"/>
                  </a:lnTo>
                  <a:lnTo>
                    <a:pt x="5441015" y="269387"/>
                  </a:lnTo>
                  <a:lnTo>
                    <a:pt x="5441123" y="269387"/>
                  </a:lnTo>
                  <a:lnTo>
                    <a:pt x="5441232" y="269387"/>
                  </a:lnTo>
                  <a:lnTo>
                    <a:pt x="5441340" y="269387"/>
                  </a:lnTo>
                  <a:lnTo>
                    <a:pt x="5441448" y="269387"/>
                  </a:lnTo>
                  <a:lnTo>
                    <a:pt x="5441557" y="269387"/>
                  </a:lnTo>
                  <a:lnTo>
                    <a:pt x="5441665" y="269387"/>
                  </a:lnTo>
                  <a:lnTo>
                    <a:pt x="5441774" y="269387"/>
                  </a:lnTo>
                  <a:lnTo>
                    <a:pt x="5441882" y="269387"/>
                  </a:lnTo>
                  <a:lnTo>
                    <a:pt x="5441991" y="269387"/>
                  </a:lnTo>
                  <a:lnTo>
                    <a:pt x="5442099" y="269387"/>
                  </a:lnTo>
                  <a:lnTo>
                    <a:pt x="5442208" y="269387"/>
                  </a:lnTo>
                  <a:lnTo>
                    <a:pt x="5442316" y="269387"/>
                  </a:lnTo>
                  <a:lnTo>
                    <a:pt x="5442424" y="269387"/>
                  </a:lnTo>
                  <a:lnTo>
                    <a:pt x="5442533" y="269387"/>
                  </a:lnTo>
                  <a:lnTo>
                    <a:pt x="5442641" y="269387"/>
                  </a:lnTo>
                  <a:lnTo>
                    <a:pt x="5442750" y="269387"/>
                  </a:lnTo>
                  <a:lnTo>
                    <a:pt x="5442858" y="269387"/>
                  </a:lnTo>
                  <a:lnTo>
                    <a:pt x="5442967" y="269387"/>
                  </a:lnTo>
                  <a:lnTo>
                    <a:pt x="5442967" y="268763"/>
                  </a:lnTo>
                  <a:lnTo>
                    <a:pt x="5443075" y="268763"/>
                  </a:lnTo>
                  <a:lnTo>
                    <a:pt x="5443184" y="268763"/>
                  </a:lnTo>
                  <a:lnTo>
                    <a:pt x="5443292" y="268763"/>
                  </a:lnTo>
                  <a:lnTo>
                    <a:pt x="5443400" y="268763"/>
                  </a:lnTo>
                  <a:lnTo>
                    <a:pt x="5443509" y="268763"/>
                  </a:lnTo>
                  <a:lnTo>
                    <a:pt x="5443617" y="268763"/>
                  </a:lnTo>
                  <a:lnTo>
                    <a:pt x="5443726" y="268763"/>
                  </a:lnTo>
                  <a:lnTo>
                    <a:pt x="5443834" y="268763"/>
                  </a:lnTo>
                  <a:lnTo>
                    <a:pt x="5443943" y="268763"/>
                  </a:lnTo>
                  <a:lnTo>
                    <a:pt x="5444051" y="268763"/>
                  </a:lnTo>
                  <a:lnTo>
                    <a:pt x="5444160" y="268763"/>
                  </a:lnTo>
                  <a:lnTo>
                    <a:pt x="5444268" y="268763"/>
                  </a:lnTo>
                  <a:lnTo>
                    <a:pt x="5444376" y="268763"/>
                  </a:lnTo>
                  <a:lnTo>
                    <a:pt x="5444485" y="268763"/>
                  </a:lnTo>
                  <a:lnTo>
                    <a:pt x="5444593" y="268763"/>
                  </a:lnTo>
                  <a:lnTo>
                    <a:pt x="5444593" y="268140"/>
                  </a:lnTo>
                  <a:lnTo>
                    <a:pt x="5444702" y="268140"/>
                  </a:lnTo>
                  <a:lnTo>
                    <a:pt x="5444810" y="268140"/>
                  </a:lnTo>
                  <a:lnTo>
                    <a:pt x="5444919" y="268140"/>
                  </a:lnTo>
                  <a:lnTo>
                    <a:pt x="5445027" y="268140"/>
                  </a:lnTo>
                  <a:lnTo>
                    <a:pt x="5445136" y="268140"/>
                  </a:lnTo>
                  <a:lnTo>
                    <a:pt x="5445244" y="268140"/>
                  </a:lnTo>
                  <a:lnTo>
                    <a:pt x="5445353" y="268140"/>
                  </a:lnTo>
                  <a:lnTo>
                    <a:pt x="5445461" y="268140"/>
                  </a:lnTo>
                  <a:lnTo>
                    <a:pt x="5445569" y="268140"/>
                  </a:lnTo>
                  <a:lnTo>
                    <a:pt x="5445678" y="268140"/>
                  </a:lnTo>
                  <a:lnTo>
                    <a:pt x="5445786" y="268140"/>
                  </a:lnTo>
                  <a:lnTo>
                    <a:pt x="5445895" y="268140"/>
                  </a:lnTo>
                  <a:lnTo>
                    <a:pt x="5446003" y="268140"/>
                  </a:lnTo>
                  <a:lnTo>
                    <a:pt x="5446112" y="268140"/>
                  </a:lnTo>
                  <a:lnTo>
                    <a:pt x="5446220" y="268140"/>
                  </a:lnTo>
                  <a:lnTo>
                    <a:pt x="5446329" y="268140"/>
                  </a:lnTo>
                  <a:lnTo>
                    <a:pt x="5446437" y="268140"/>
                  </a:lnTo>
                  <a:lnTo>
                    <a:pt x="5446545" y="268140"/>
                  </a:lnTo>
                  <a:lnTo>
                    <a:pt x="5446654" y="268140"/>
                  </a:lnTo>
                  <a:lnTo>
                    <a:pt x="5446762" y="268140"/>
                  </a:lnTo>
                  <a:lnTo>
                    <a:pt x="5446871" y="268140"/>
                  </a:lnTo>
                  <a:lnTo>
                    <a:pt x="5446979" y="268140"/>
                  </a:lnTo>
                  <a:lnTo>
                    <a:pt x="5447088" y="268140"/>
                  </a:lnTo>
                  <a:lnTo>
                    <a:pt x="5447196" y="268140"/>
                  </a:lnTo>
                  <a:lnTo>
                    <a:pt x="5447305" y="268140"/>
                  </a:lnTo>
                  <a:lnTo>
                    <a:pt x="5447413" y="268140"/>
                  </a:lnTo>
                  <a:lnTo>
                    <a:pt x="5447413" y="267516"/>
                  </a:lnTo>
                  <a:lnTo>
                    <a:pt x="5447521" y="267516"/>
                  </a:lnTo>
                  <a:lnTo>
                    <a:pt x="5447630" y="267516"/>
                  </a:lnTo>
                  <a:lnTo>
                    <a:pt x="5447738" y="267516"/>
                  </a:lnTo>
                  <a:lnTo>
                    <a:pt x="5447847" y="267516"/>
                  </a:lnTo>
                  <a:lnTo>
                    <a:pt x="5447955" y="267516"/>
                  </a:lnTo>
                  <a:lnTo>
                    <a:pt x="5448064" y="267516"/>
                  </a:lnTo>
                  <a:lnTo>
                    <a:pt x="5448172" y="267516"/>
                  </a:lnTo>
                  <a:lnTo>
                    <a:pt x="5448281" y="267516"/>
                  </a:lnTo>
                  <a:lnTo>
                    <a:pt x="5448389" y="267516"/>
                  </a:lnTo>
                  <a:lnTo>
                    <a:pt x="5448497" y="267516"/>
                  </a:lnTo>
                  <a:lnTo>
                    <a:pt x="5448606" y="267516"/>
                  </a:lnTo>
                  <a:lnTo>
                    <a:pt x="5448714" y="267516"/>
                  </a:lnTo>
                  <a:lnTo>
                    <a:pt x="5448823" y="267516"/>
                  </a:lnTo>
                  <a:lnTo>
                    <a:pt x="5448931" y="267516"/>
                  </a:lnTo>
                  <a:lnTo>
                    <a:pt x="5449040" y="267516"/>
                  </a:lnTo>
                  <a:lnTo>
                    <a:pt x="5449148" y="267516"/>
                  </a:lnTo>
                  <a:lnTo>
                    <a:pt x="5449257" y="267516"/>
                  </a:lnTo>
                  <a:lnTo>
                    <a:pt x="5449365" y="267516"/>
                  </a:lnTo>
                  <a:lnTo>
                    <a:pt x="5449474" y="267516"/>
                  </a:lnTo>
                  <a:lnTo>
                    <a:pt x="5449582" y="267516"/>
                  </a:lnTo>
                  <a:lnTo>
                    <a:pt x="5449690" y="267516"/>
                  </a:lnTo>
                  <a:lnTo>
                    <a:pt x="5449799" y="267516"/>
                  </a:lnTo>
                  <a:lnTo>
                    <a:pt x="5449907" y="267516"/>
                  </a:lnTo>
                  <a:lnTo>
                    <a:pt x="5450016" y="267516"/>
                  </a:lnTo>
                  <a:lnTo>
                    <a:pt x="5450124" y="267516"/>
                  </a:lnTo>
                  <a:lnTo>
                    <a:pt x="5450233" y="267516"/>
                  </a:lnTo>
                  <a:lnTo>
                    <a:pt x="5450341" y="267516"/>
                  </a:lnTo>
                  <a:lnTo>
                    <a:pt x="5450450" y="267516"/>
                  </a:lnTo>
                  <a:lnTo>
                    <a:pt x="5450558" y="267516"/>
                  </a:lnTo>
                  <a:lnTo>
                    <a:pt x="5450666" y="267516"/>
                  </a:lnTo>
                  <a:lnTo>
                    <a:pt x="5450775" y="267516"/>
                  </a:lnTo>
                  <a:lnTo>
                    <a:pt x="5450775" y="266893"/>
                  </a:lnTo>
                  <a:lnTo>
                    <a:pt x="5450883" y="266893"/>
                  </a:lnTo>
                  <a:lnTo>
                    <a:pt x="5450992" y="266893"/>
                  </a:lnTo>
                  <a:lnTo>
                    <a:pt x="5451100" y="266893"/>
                  </a:lnTo>
                  <a:lnTo>
                    <a:pt x="5451209" y="266893"/>
                  </a:lnTo>
                  <a:lnTo>
                    <a:pt x="5451317" y="266893"/>
                  </a:lnTo>
                  <a:lnTo>
                    <a:pt x="5451317" y="266269"/>
                  </a:lnTo>
                  <a:lnTo>
                    <a:pt x="5451426" y="266269"/>
                  </a:lnTo>
                  <a:lnTo>
                    <a:pt x="5451534" y="266269"/>
                  </a:lnTo>
                  <a:lnTo>
                    <a:pt x="5451642" y="266269"/>
                  </a:lnTo>
                  <a:lnTo>
                    <a:pt x="5451751" y="266269"/>
                  </a:lnTo>
                  <a:lnTo>
                    <a:pt x="5451859" y="266269"/>
                  </a:lnTo>
                  <a:lnTo>
                    <a:pt x="5451968" y="266269"/>
                  </a:lnTo>
                  <a:lnTo>
                    <a:pt x="5452076" y="266269"/>
                  </a:lnTo>
                  <a:lnTo>
                    <a:pt x="5452185" y="266269"/>
                  </a:lnTo>
                  <a:lnTo>
                    <a:pt x="5452293" y="266269"/>
                  </a:lnTo>
                  <a:lnTo>
                    <a:pt x="5452402" y="266269"/>
                  </a:lnTo>
                  <a:lnTo>
                    <a:pt x="5452510" y="266269"/>
                  </a:lnTo>
                  <a:lnTo>
                    <a:pt x="5452618" y="266269"/>
                  </a:lnTo>
                  <a:lnTo>
                    <a:pt x="5452727" y="266269"/>
                  </a:lnTo>
                  <a:lnTo>
                    <a:pt x="5452835" y="266269"/>
                  </a:lnTo>
                  <a:lnTo>
                    <a:pt x="5452944" y="266269"/>
                  </a:lnTo>
                  <a:lnTo>
                    <a:pt x="5453052" y="266269"/>
                  </a:lnTo>
                  <a:lnTo>
                    <a:pt x="5453161" y="266269"/>
                  </a:lnTo>
                  <a:lnTo>
                    <a:pt x="5453269" y="266269"/>
                  </a:lnTo>
                  <a:lnTo>
                    <a:pt x="5453378" y="266269"/>
                  </a:lnTo>
                  <a:lnTo>
                    <a:pt x="5453486" y="266269"/>
                  </a:lnTo>
                  <a:lnTo>
                    <a:pt x="5453595" y="266269"/>
                  </a:lnTo>
                  <a:lnTo>
                    <a:pt x="5453703" y="266269"/>
                  </a:lnTo>
                  <a:lnTo>
                    <a:pt x="5453811" y="266269"/>
                  </a:lnTo>
                  <a:lnTo>
                    <a:pt x="5453920" y="266269"/>
                  </a:lnTo>
                  <a:lnTo>
                    <a:pt x="5454028" y="266269"/>
                  </a:lnTo>
                  <a:lnTo>
                    <a:pt x="5454028" y="265646"/>
                  </a:lnTo>
                  <a:lnTo>
                    <a:pt x="5454137" y="265646"/>
                  </a:lnTo>
                  <a:lnTo>
                    <a:pt x="5454245" y="265646"/>
                  </a:lnTo>
                  <a:lnTo>
                    <a:pt x="5454354" y="265646"/>
                  </a:lnTo>
                  <a:lnTo>
                    <a:pt x="5454462" y="265646"/>
                  </a:lnTo>
                  <a:lnTo>
                    <a:pt x="5454571" y="265646"/>
                  </a:lnTo>
                  <a:lnTo>
                    <a:pt x="5454679" y="265646"/>
                  </a:lnTo>
                  <a:lnTo>
                    <a:pt x="5454679" y="265022"/>
                  </a:lnTo>
                  <a:lnTo>
                    <a:pt x="5454679" y="264398"/>
                  </a:lnTo>
                  <a:lnTo>
                    <a:pt x="5454787" y="264398"/>
                  </a:lnTo>
                  <a:lnTo>
                    <a:pt x="5454896" y="264398"/>
                  </a:lnTo>
                  <a:lnTo>
                    <a:pt x="5455004" y="264398"/>
                  </a:lnTo>
                  <a:lnTo>
                    <a:pt x="5455113" y="264398"/>
                  </a:lnTo>
                  <a:lnTo>
                    <a:pt x="5455221" y="264398"/>
                  </a:lnTo>
                  <a:lnTo>
                    <a:pt x="5455330" y="264398"/>
                  </a:lnTo>
                  <a:lnTo>
                    <a:pt x="5455438" y="264398"/>
                  </a:lnTo>
                  <a:lnTo>
                    <a:pt x="5455547" y="264398"/>
                  </a:lnTo>
                  <a:lnTo>
                    <a:pt x="5455655" y="264398"/>
                  </a:lnTo>
                  <a:lnTo>
                    <a:pt x="5455763" y="264398"/>
                  </a:lnTo>
                  <a:lnTo>
                    <a:pt x="5455872" y="264398"/>
                  </a:lnTo>
                  <a:lnTo>
                    <a:pt x="5455980" y="264398"/>
                  </a:lnTo>
                  <a:lnTo>
                    <a:pt x="5456089" y="264398"/>
                  </a:lnTo>
                  <a:lnTo>
                    <a:pt x="5456197" y="264398"/>
                  </a:lnTo>
                  <a:lnTo>
                    <a:pt x="5456306" y="264398"/>
                  </a:lnTo>
                  <a:lnTo>
                    <a:pt x="5456306" y="263775"/>
                  </a:lnTo>
                  <a:lnTo>
                    <a:pt x="5456414" y="263775"/>
                  </a:lnTo>
                  <a:lnTo>
                    <a:pt x="5456523" y="263775"/>
                  </a:lnTo>
                  <a:lnTo>
                    <a:pt x="5456631" y="263775"/>
                  </a:lnTo>
                  <a:lnTo>
                    <a:pt x="5456739" y="263775"/>
                  </a:lnTo>
                  <a:lnTo>
                    <a:pt x="5456848" y="263775"/>
                  </a:lnTo>
                  <a:lnTo>
                    <a:pt x="5456956" y="263775"/>
                  </a:lnTo>
                  <a:lnTo>
                    <a:pt x="5457065" y="263775"/>
                  </a:lnTo>
                  <a:lnTo>
                    <a:pt x="5457173" y="263775"/>
                  </a:lnTo>
                  <a:lnTo>
                    <a:pt x="5457282" y="263775"/>
                  </a:lnTo>
                  <a:lnTo>
                    <a:pt x="5457390" y="263775"/>
                  </a:lnTo>
                  <a:lnTo>
                    <a:pt x="5457499" y="263775"/>
                  </a:lnTo>
                  <a:lnTo>
                    <a:pt x="5457607" y="263775"/>
                  </a:lnTo>
                  <a:lnTo>
                    <a:pt x="5457716" y="263775"/>
                  </a:lnTo>
                  <a:lnTo>
                    <a:pt x="5457824" y="263775"/>
                  </a:lnTo>
                  <a:lnTo>
                    <a:pt x="5457932" y="263775"/>
                  </a:lnTo>
                  <a:lnTo>
                    <a:pt x="5458041" y="263775"/>
                  </a:lnTo>
                  <a:lnTo>
                    <a:pt x="5458149" y="263775"/>
                  </a:lnTo>
                  <a:lnTo>
                    <a:pt x="5458258" y="263775"/>
                  </a:lnTo>
                  <a:lnTo>
                    <a:pt x="5458366" y="263775"/>
                  </a:lnTo>
                  <a:lnTo>
                    <a:pt x="5458475" y="263775"/>
                  </a:lnTo>
                  <a:lnTo>
                    <a:pt x="5458583" y="263775"/>
                  </a:lnTo>
                  <a:lnTo>
                    <a:pt x="5458692" y="263775"/>
                  </a:lnTo>
                  <a:lnTo>
                    <a:pt x="5458800" y="263775"/>
                  </a:lnTo>
                  <a:lnTo>
                    <a:pt x="5458908" y="263775"/>
                  </a:lnTo>
                  <a:lnTo>
                    <a:pt x="5459017" y="263775"/>
                  </a:lnTo>
                  <a:lnTo>
                    <a:pt x="5459125" y="263775"/>
                  </a:lnTo>
                  <a:lnTo>
                    <a:pt x="5459234" y="263775"/>
                  </a:lnTo>
                  <a:lnTo>
                    <a:pt x="5459342" y="263775"/>
                  </a:lnTo>
                  <a:lnTo>
                    <a:pt x="5459451" y="263775"/>
                  </a:lnTo>
                  <a:lnTo>
                    <a:pt x="5459559" y="263775"/>
                  </a:lnTo>
                  <a:lnTo>
                    <a:pt x="5459668" y="263775"/>
                  </a:lnTo>
                  <a:lnTo>
                    <a:pt x="5459776" y="263775"/>
                  </a:lnTo>
                  <a:lnTo>
                    <a:pt x="5459884" y="263775"/>
                  </a:lnTo>
                  <a:lnTo>
                    <a:pt x="5459993" y="263775"/>
                  </a:lnTo>
                  <a:lnTo>
                    <a:pt x="5460101" y="263775"/>
                  </a:lnTo>
                  <a:lnTo>
                    <a:pt x="5460210" y="263775"/>
                  </a:lnTo>
                  <a:lnTo>
                    <a:pt x="5460318" y="263775"/>
                  </a:lnTo>
                  <a:lnTo>
                    <a:pt x="5460427" y="263775"/>
                  </a:lnTo>
                  <a:lnTo>
                    <a:pt x="5460427" y="263151"/>
                  </a:lnTo>
                  <a:lnTo>
                    <a:pt x="5460535" y="263151"/>
                  </a:lnTo>
                  <a:lnTo>
                    <a:pt x="5460644" y="263151"/>
                  </a:lnTo>
                  <a:lnTo>
                    <a:pt x="5460752" y="263151"/>
                  </a:lnTo>
                  <a:lnTo>
                    <a:pt x="5460860" y="263151"/>
                  </a:lnTo>
                  <a:lnTo>
                    <a:pt x="5460969" y="263151"/>
                  </a:lnTo>
                  <a:lnTo>
                    <a:pt x="5461077" y="263151"/>
                  </a:lnTo>
                  <a:lnTo>
                    <a:pt x="5461186" y="263151"/>
                  </a:lnTo>
                  <a:lnTo>
                    <a:pt x="5461186" y="262528"/>
                  </a:lnTo>
                  <a:lnTo>
                    <a:pt x="5461294" y="262528"/>
                  </a:lnTo>
                  <a:lnTo>
                    <a:pt x="5461403" y="262528"/>
                  </a:lnTo>
                  <a:lnTo>
                    <a:pt x="5461511" y="262528"/>
                  </a:lnTo>
                  <a:lnTo>
                    <a:pt x="5461620" y="262528"/>
                  </a:lnTo>
                  <a:lnTo>
                    <a:pt x="5461728" y="262528"/>
                  </a:lnTo>
                  <a:lnTo>
                    <a:pt x="5461837" y="262528"/>
                  </a:lnTo>
                  <a:lnTo>
                    <a:pt x="5461945" y="262528"/>
                  </a:lnTo>
                  <a:lnTo>
                    <a:pt x="5462053" y="262528"/>
                  </a:lnTo>
                  <a:lnTo>
                    <a:pt x="5462162" y="262528"/>
                  </a:lnTo>
                  <a:lnTo>
                    <a:pt x="5462270" y="262528"/>
                  </a:lnTo>
                  <a:lnTo>
                    <a:pt x="5462270" y="261904"/>
                  </a:lnTo>
                  <a:lnTo>
                    <a:pt x="5462379" y="261904"/>
                  </a:lnTo>
                  <a:lnTo>
                    <a:pt x="5462487" y="261904"/>
                  </a:lnTo>
                  <a:lnTo>
                    <a:pt x="5462596" y="261904"/>
                  </a:lnTo>
                  <a:lnTo>
                    <a:pt x="5462704" y="261904"/>
                  </a:lnTo>
                  <a:lnTo>
                    <a:pt x="5462813" y="261904"/>
                  </a:lnTo>
                  <a:lnTo>
                    <a:pt x="5462921" y="261904"/>
                  </a:lnTo>
                  <a:lnTo>
                    <a:pt x="5463029" y="261904"/>
                  </a:lnTo>
                  <a:lnTo>
                    <a:pt x="5463138" y="261904"/>
                  </a:lnTo>
                  <a:lnTo>
                    <a:pt x="5463246" y="261904"/>
                  </a:lnTo>
                  <a:lnTo>
                    <a:pt x="5463355" y="261904"/>
                  </a:lnTo>
                  <a:lnTo>
                    <a:pt x="5463463" y="261904"/>
                  </a:lnTo>
                  <a:lnTo>
                    <a:pt x="5463572" y="261904"/>
                  </a:lnTo>
                  <a:lnTo>
                    <a:pt x="5463680" y="261904"/>
                  </a:lnTo>
                  <a:lnTo>
                    <a:pt x="5463789" y="261904"/>
                  </a:lnTo>
                  <a:lnTo>
                    <a:pt x="5463897" y="261904"/>
                  </a:lnTo>
                  <a:lnTo>
                    <a:pt x="5463897" y="261280"/>
                  </a:lnTo>
                  <a:lnTo>
                    <a:pt x="5464005" y="261280"/>
                  </a:lnTo>
                  <a:lnTo>
                    <a:pt x="5464114" y="261280"/>
                  </a:lnTo>
                  <a:lnTo>
                    <a:pt x="5464222" y="261280"/>
                  </a:lnTo>
                  <a:lnTo>
                    <a:pt x="5464331" y="261280"/>
                  </a:lnTo>
                  <a:lnTo>
                    <a:pt x="5464439" y="261280"/>
                  </a:lnTo>
                  <a:lnTo>
                    <a:pt x="5464548" y="261280"/>
                  </a:lnTo>
                  <a:lnTo>
                    <a:pt x="5464656" y="261280"/>
                  </a:lnTo>
                  <a:lnTo>
                    <a:pt x="5464765" y="261280"/>
                  </a:lnTo>
                  <a:lnTo>
                    <a:pt x="5464873" y="261280"/>
                  </a:lnTo>
                  <a:lnTo>
                    <a:pt x="5464981" y="261280"/>
                  </a:lnTo>
                  <a:lnTo>
                    <a:pt x="5464981" y="260657"/>
                  </a:lnTo>
                  <a:lnTo>
                    <a:pt x="5465090" y="260657"/>
                  </a:lnTo>
                  <a:lnTo>
                    <a:pt x="5465198" y="260657"/>
                  </a:lnTo>
                  <a:lnTo>
                    <a:pt x="5465307" y="260657"/>
                  </a:lnTo>
                  <a:lnTo>
                    <a:pt x="5465415" y="260657"/>
                  </a:lnTo>
                  <a:lnTo>
                    <a:pt x="5465415" y="260033"/>
                  </a:lnTo>
                  <a:lnTo>
                    <a:pt x="5465524" y="260033"/>
                  </a:lnTo>
                  <a:lnTo>
                    <a:pt x="5465632" y="260033"/>
                  </a:lnTo>
                  <a:lnTo>
                    <a:pt x="5465741" y="260033"/>
                  </a:lnTo>
                  <a:lnTo>
                    <a:pt x="5465849" y="260033"/>
                  </a:lnTo>
                  <a:lnTo>
                    <a:pt x="5465957" y="260033"/>
                  </a:lnTo>
                  <a:lnTo>
                    <a:pt x="5466066" y="260033"/>
                  </a:lnTo>
                  <a:lnTo>
                    <a:pt x="5466174" y="260033"/>
                  </a:lnTo>
                  <a:lnTo>
                    <a:pt x="5466283" y="260033"/>
                  </a:lnTo>
                  <a:lnTo>
                    <a:pt x="5466391" y="260033"/>
                  </a:lnTo>
                  <a:lnTo>
                    <a:pt x="5466391" y="259410"/>
                  </a:lnTo>
                  <a:lnTo>
                    <a:pt x="5466500" y="259410"/>
                  </a:lnTo>
                  <a:lnTo>
                    <a:pt x="5466500" y="258786"/>
                  </a:lnTo>
                  <a:lnTo>
                    <a:pt x="5466608" y="258786"/>
                  </a:lnTo>
                  <a:lnTo>
                    <a:pt x="5466717" y="258786"/>
                  </a:lnTo>
                  <a:lnTo>
                    <a:pt x="5466825" y="258786"/>
                  </a:lnTo>
                  <a:lnTo>
                    <a:pt x="5466934" y="258786"/>
                  </a:lnTo>
                  <a:lnTo>
                    <a:pt x="5467042" y="258786"/>
                  </a:lnTo>
                  <a:lnTo>
                    <a:pt x="5467150" y="258786"/>
                  </a:lnTo>
                  <a:lnTo>
                    <a:pt x="5467259" y="258786"/>
                  </a:lnTo>
                  <a:lnTo>
                    <a:pt x="5467367" y="258786"/>
                  </a:lnTo>
                  <a:lnTo>
                    <a:pt x="5467476" y="258786"/>
                  </a:lnTo>
                  <a:lnTo>
                    <a:pt x="5467584" y="258786"/>
                  </a:lnTo>
                  <a:lnTo>
                    <a:pt x="5467693" y="258786"/>
                  </a:lnTo>
                  <a:lnTo>
                    <a:pt x="5467693" y="258163"/>
                  </a:lnTo>
                  <a:lnTo>
                    <a:pt x="5467801" y="258163"/>
                  </a:lnTo>
                  <a:lnTo>
                    <a:pt x="5467910" y="258163"/>
                  </a:lnTo>
                  <a:lnTo>
                    <a:pt x="5468018" y="258163"/>
                  </a:lnTo>
                  <a:lnTo>
                    <a:pt x="5468126" y="258163"/>
                  </a:lnTo>
                  <a:lnTo>
                    <a:pt x="5468235" y="258163"/>
                  </a:lnTo>
                  <a:lnTo>
                    <a:pt x="5468235" y="257539"/>
                  </a:lnTo>
                  <a:lnTo>
                    <a:pt x="5468343" y="257539"/>
                  </a:lnTo>
                  <a:lnTo>
                    <a:pt x="5468452" y="257539"/>
                  </a:lnTo>
                  <a:lnTo>
                    <a:pt x="5468452" y="256915"/>
                  </a:lnTo>
                  <a:lnTo>
                    <a:pt x="5468560" y="256915"/>
                  </a:lnTo>
                  <a:lnTo>
                    <a:pt x="5468669" y="256915"/>
                  </a:lnTo>
                  <a:lnTo>
                    <a:pt x="5468777" y="256915"/>
                  </a:lnTo>
                  <a:lnTo>
                    <a:pt x="5468886" y="256915"/>
                  </a:lnTo>
                  <a:lnTo>
                    <a:pt x="5468994" y="256915"/>
                  </a:lnTo>
                  <a:lnTo>
                    <a:pt x="5469102" y="256915"/>
                  </a:lnTo>
                  <a:lnTo>
                    <a:pt x="5469211" y="256915"/>
                  </a:lnTo>
                  <a:lnTo>
                    <a:pt x="5469319" y="256915"/>
                  </a:lnTo>
                  <a:lnTo>
                    <a:pt x="5469428" y="256915"/>
                  </a:lnTo>
                  <a:lnTo>
                    <a:pt x="5469536" y="256915"/>
                  </a:lnTo>
                  <a:lnTo>
                    <a:pt x="5469645" y="256915"/>
                  </a:lnTo>
                  <a:lnTo>
                    <a:pt x="5469753" y="256915"/>
                  </a:lnTo>
                  <a:lnTo>
                    <a:pt x="5469862" y="256915"/>
                  </a:lnTo>
                  <a:lnTo>
                    <a:pt x="5469970" y="256915"/>
                  </a:lnTo>
                  <a:lnTo>
                    <a:pt x="5470078" y="256915"/>
                  </a:lnTo>
                  <a:lnTo>
                    <a:pt x="5470187" y="256915"/>
                  </a:lnTo>
                  <a:lnTo>
                    <a:pt x="5470295" y="256915"/>
                  </a:lnTo>
                  <a:lnTo>
                    <a:pt x="5470295" y="256292"/>
                  </a:lnTo>
                  <a:lnTo>
                    <a:pt x="5470404" y="256292"/>
                  </a:lnTo>
                  <a:lnTo>
                    <a:pt x="5470512" y="256292"/>
                  </a:lnTo>
                  <a:lnTo>
                    <a:pt x="5470621" y="256292"/>
                  </a:lnTo>
                  <a:lnTo>
                    <a:pt x="5470729" y="256292"/>
                  </a:lnTo>
                  <a:lnTo>
                    <a:pt x="5470838" y="256292"/>
                  </a:lnTo>
                  <a:lnTo>
                    <a:pt x="5470946" y="256292"/>
                  </a:lnTo>
                  <a:lnTo>
                    <a:pt x="5471055" y="256292"/>
                  </a:lnTo>
                  <a:lnTo>
                    <a:pt x="5471163" y="256292"/>
                  </a:lnTo>
                  <a:lnTo>
                    <a:pt x="5471271" y="256292"/>
                  </a:lnTo>
                  <a:lnTo>
                    <a:pt x="5471380" y="256292"/>
                  </a:lnTo>
                  <a:lnTo>
                    <a:pt x="5471488" y="256292"/>
                  </a:lnTo>
                  <a:lnTo>
                    <a:pt x="5471597" y="256292"/>
                  </a:lnTo>
                  <a:lnTo>
                    <a:pt x="5471705" y="256292"/>
                  </a:lnTo>
                  <a:lnTo>
                    <a:pt x="5471814" y="256292"/>
                  </a:lnTo>
                  <a:lnTo>
                    <a:pt x="5471922" y="256292"/>
                  </a:lnTo>
                  <a:lnTo>
                    <a:pt x="5472031" y="256292"/>
                  </a:lnTo>
                  <a:lnTo>
                    <a:pt x="5472139" y="256292"/>
                  </a:lnTo>
                  <a:lnTo>
                    <a:pt x="5472247" y="256292"/>
                  </a:lnTo>
                  <a:lnTo>
                    <a:pt x="5472356" y="256292"/>
                  </a:lnTo>
                  <a:lnTo>
                    <a:pt x="5472356" y="255668"/>
                  </a:lnTo>
                  <a:lnTo>
                    <a:pt x="5472464" y="255668"/>
                  </a:lnTo>
                  <a:lnTo>
                    <a:pt x="5472573" y="255668"/>
                  </a:lnTo>
                  <a:lnTo>
                    <a:pt x="5472681" y="255668"/>
                  </a:lnTo>
                  <a:lnTo>
                    <a:pt x="5472681" y="255045"/>
                  </a:lnTo>
                  <a:lnTo>
                    <a:pt x="5472790" y="255045"/>
                  </a:lnTo>
                  <a:lnTo>
                    <a:pt x="5472898" y="255045"/>
                  </a:lnTo>
                  <a:lnTo>
                    <a:pt x="5473007" y="255045"/>
                  </a:lnTo>
                  <a:lnTo>
                    <a:pt x="5473007" y="254421"/>
                  </a:lnTo>
                  <a:lnTo>
                    <a:pt x="5473115" y="254421"/>
                  </a:lnTo>
                  <a:lnTo>
                    <a:pt x="5473223" y="254421"/>
                  </a:lnTo>
                  <a:lnTo>
                    <a:pt x="5473332" y="254421"/>
                  </a:lnTo>
                  <a:lnTo>
                    <a:pt x="5473440" y="254421"/>
                  </a:lnTo>
                  <a:lnTo>
                    <a:pt x="5473440" y="253798"/>
                  </a:lnTo>
                  <a:lnTo>
                    <a:pt x="5473549" y="253798"/>
                  </a:lnTo>
                  <a:lnTo>
                    <a:pt x="5473657" y="253798"/>
                  </a:lnTo>
                  <a:lnTo>
                    <a:pt x="5473766" y="253798"/>
                  </a:lnTo>
                  <a:lnTo>
                    <a:pt x="5473874" y="253798"/>
                  </a:lnTo>
                  <a:lnTo>
                    <a:pt x="5473874" y="253174"/>
                  </a:lnTo>
                  <a:lnTo>
                    <a:pt x="5473983" y="253174"/>
                  </a:lnTo>
                  <a:lnTo>
                    <a:pt x="5474091" y="253174"/>
                  </a:lnTo>
                  <a:lnTo>
                    <a:pt x="5474199" y="253174"/>
                  </a:lnTo>
                  <a:lnTo>
                    <a:pt x="5474308" y="253174"/>
                  </a:lnTo>
                  <a:lnTo>
                    <a:pt x="5474416" y="253174"/>
                  </a:lnTo>
                  <a:lnTo>
                    <a:pt x="5474525" y="253174"/>
                  </a:lnTo>
                  <a:lnTo>
                    <a:pt x="5474633" y="253174"/>
                  </a:lnTo>
                  <a:lnTo>
                    <a:pt x="5474742" y="253174"/>
                  </a:lnTo>
                  <a:lnTo>
                    <a:pt x="5474850" y="253174"/>
                  </a:lnTo>
                  <a:lnTo>
                    <a:pt x="5474959" y="253174"/>
                  </a:lnTo>
                  <a:lnTo>
                    <a:pt x="5475067" y="253174"/>
                  </a:lnTo>
                  <a:lnTo>
                    <a:pt x="5475176" y="253174"/>
                  </a:lnTo>
                  <a:lnTo>
                    <a:pt x="5475284" y="253174"/>
                  </a:lnTo>
                  <a:lnTo>
                    <a:pt x="5475284" y="252550"/>
                  </a:lnTo>
                  <a:lnTo>
                    <a:pt x="5475392" y="252550"/>
                  </a:lnTo>
                  <a:lnTo>
                    <a:pt x="5475501" y="252550"/>
                  </a:lnTo>
                  <a:lnTo>
                    <a:pt x="5475609" y="252550"/>
                  </a:lnTo>
                  <a:lnTo>
                    <a:pt x="5475718" y="252550"/>
                  </a:lnTo>
                  <a:lnTo>
                    <a:pt x="5475826" y="252550"/>
                  </a:lnTo>
                  <a:lnTo>
                    <a:pt x="5475935" y="252550"/>
                  </a:lnTo>
                  <a:lnTo>
                    <a:pt x="5476043" y="252550"/>
                  </a:lnTo>
                  <a:lnTo>
                    <a:pt x="5476152" y="252550"/>
                  </a:lnTo>
                  <a:lnTo>
                    <a:pt x="5476260" y="252550"/>
                  </a:lnTo>
                  <a:lnTo>
                    <a:pt x="5476368" y="252550"/>
                  </a:lnTo>
                  <a:lnTo>
                    <a:pt x="5476477" y="252550"/>
                  </a:lnTo>
                  <a:lnTo>
                    <a:pt x="5476585" y="252550"/>
                  </a:lnTo>
                  <a:lnTo>
                    <a:pt x="5476694" y="252550"/>
                  </a:lnTo>
                  <a:lnTo>
                    <a:pt x="5476802" y="252550"/>
                  </a:lnTo>
                  <a:lnTo>
                    <a:pt x="5476911" y="252550"/>
                  </a:lnTo>
                  <a:lnTo>
                    <a:pt x="5477019" y="252550"/>
                  </a:lnTo>
                  <a:lnTo>
                    <a:pt x="5477128" y="252550"/>
                  </a:lnTo>
                  <a:lnTo>
                    <a:pt x="5477236" y="252550"/>
                  </a:lnTo>
                  <a:lnTo>
                    <a:pt x="5477344" y="252550"/>
                  </a:lnTo>
                  <a:lnTo>
                    <a:pt x="5477344" y="251927"/>
                  </a:lnTo>
                  <a:lnTo>
                    <a:pt x="5477453" y="251927"/>
                  </a:lnTo>
                  <a:lnTo>
                    <a:pt x="5477561" y="251927"/>
                  </a:lnTo>
                  <a:lnTo>
                    <a:pt x="5477670" y="251927"/>
                  </a:lnTo>
                  <a:lnTo>
                    <a:pt x="5477778" y="251927"/>
                  </a:lnTo>
                  <a:lnTo>
                    <a:pt x="5477887" y="251927"/>
                  </a:lnTo>
                  <a:lnTo>
                    <a:pt x="5477995" y="251927"/>
                  </a:lnTo>
                  <a:lnTo>
                    <a:pt x="5478104" y="251927"/>
                  </a:lnTo>
                  <a:lnTo>
                    <a:pt x="5478212" y="251927"/>
                  </a:lnTo>
                  <a:lnTo>
                    <a:pt x="5478212" y="251303"/>
                  </a:lnTo>
                  <a:lnTo>
                    <a:pt x="5478320" y="251303"/>
                  </a:lnTo>
                  <a:lnTo>
                    <a:pt x="5478429" y="251303"/>
                  </a:lnTo>
                  <a:lnTo>
                    <a:pt x="5478429" y="250680"/>
                  </a:lnTo>
                  <a:lnTo>
                    <a:pt x="5478537" y="250680"/>
                  </a:lnTo>
                  <a:lnTo>
                    <a:pt x="5478646" y="250680"/>
                  </a:lnTo>
                  <a:lnTo>
                    <a:pt x="5478754" y="250680"/>
                  </a:lnTo>
                  <a:lnTo>
                    <a:pt x="5478863" y="250680"/>
                  </a:lnTo>
                  <a:lnTo>
                    <a:pt x="5478971" y="250680"/>
                  </a:lnTo>
                  <a:lnTo>
                    <a:pt x="5479080" y="250680"/>
                  </a:lnTo>
                  <a:lnTo>
                    <a:pt x="5479188" y="250680"/>
                  </a:lnTo>
                  <a:lnTo>
                    <a:pt x="5479297" y="250680"/>
                  </a:lnTo>
                  <a:lnTo>
                    <a:pt x="5479405" y="250680"/>
                  </a:lnTo>
                  <a:lnTo>
                    <a:pt x="5479513" y="250680"/>
                  </a:lnTo>
                  <a:lnTo>
                    <a:pt x="5479622" y="250680"/>
                  </a:lnTo>
                  <a:lnTo>
                    <a:pt x="5479730" y="250680"/>
                  </a:lnTo>
                  <a:lnTo>
                    <a:pt x="5479839" y="250680"/>
                  </a:lnTo>
                  <a:lnTo>
                    <a:pt x="5479947" y="250680"/>
                  </a:lnTo>
                  <a:lnTo>
                    <a:pt x="5480056" y="250680"/>
                  </a:lnTo>
                  <a:lnTo>
                    <a:pt x="5480164" y="250680"/>
                  </a:lnTo>
                  <a:lnTo>
                    <a:pt x="5480273" y="250680"/>
                  </a:lnTo>
                  <a:lnTo>
                    <a:pt x="5480381" y="250680"/>
                  </a:lnTo>
                  <a:lnTo>
                    <a:pt x="5480489" y="250680"/>
                  </a:lnTo>
                  <a:lnTo>
                    <a:pt x="5480598" y="250680"/>
                  </a:lnTo>
                  <a:lnTo>
                    <a:pt x="5480706" y="250680"/>
                  </a:lnTo>
                  <a:lnTo>
                    <a:pt x="5480815" y="250680"/>
                  </a:lnTo>
                  <a:lnTo>
                    <a:pt x="5480923" y="250680"/>
                  </a:lnTo>
                  <a:lnTo>
                    <a:pt x="5481032" y="250680"/>
                  </a:lnTo>
                  <a:lnTo>
                    <a:pt x="5481140" y="250680"/>
                  </a:lnTo>
                  <a:lnTo>
                    <a:pt x="5481249" y="250680"/>
                  </a:lnTo>
                  <a:lnTo>
                    <a:pt x="5481357" y="250680"/>
                  </a:lnTo>
                  <a:lnTo>
                    <a:pt x="5481465" y="250680"/>
                  </a:lnTo>
                  <a:lnTo>
                    <a:pt x="5481574" y="250680"/>
                  </a:lnTo>
                  <a:lnTo>
                    <a:pt x="5481574" y="250056"/>
                  </a:lnTo>
                  <a:lnTo>
                    <a:pt x="5481682" y="250056"/>
                  </a:lnTo>
                  <a:lnTo>
                    <a:pt x="5481791" y="250056"/>
                  </a:lnTo>
                  <a:lnTo>
                    <a:pt x="5481899" y="250056"/>
                  </a:lnTo>
                  <a:lnTo>
                    <a:pt x="5482008" y="250056"/>
                  </a:lnTo>
                  <a:lnTo>
                    <a:pt x="5482116" y="250056"/>
                  </a:lnTo>
                  <a:lnTo>
                    <a:pt x="5482225" y="250056"/>
                  </a:lnTo>
                  <a:lnTo>
                    <a:pt x="5482333" y="250056"/>
                  </a:lnTo>
                  <a:lnTo>
                    <a:pt x="5482441" y="250056"/>
                  </a:lnTo>
                  <a:lnTo>
                    <a:pt x="5482550" y="250056"/>
                  </a:lnTo>
                  <a:lnTo>
                    <a:pt x="5482658" y="250056"/>
                  </a:lnTo>
                  <a:lnTo>
                    <a:pt x="5482767" y="250056"/>
                  </a:lnTo>
                  <a:lnTo>
                    <a:pt x="5482875" y="250056"/>
                  </a:lnTo>
                  <a:lnTo>
                    <a:pt x="5482984" y="250056"/>
                  </a:lnTo>
                  <a:lnTo>
                    <a:pt x="5483092" y="250056"/>
                  </a:lnTo>
                  <a:lnTo>
                    <a:pt x="5483201" y="250056"/>
                  </a:lnTo>
                  <a:lnTo>
                    <a:pt x="5483309" y="250056"/>
                  </a:lnTo>
                  <a:lnTo>
                    <a:pt x="5483418" y="250056"/>
                  </a:lnTo>
                  <a:lnTo>
                    <a:pt x="5483526" y="250056"/>
                  </a:lnTo>
                  <a:lnTo>
                    <a:pt x="5483634" y="250056"/>
                  </a:lnTo>
                  <a:lnTo>
                    <a:pt x="5483743" y="250056"/>
                  </a:lnTo>
                  <a:lnTo>
                    <a:pt x="5483851" y="250056"/>
                  </a:lnTo>
                  <a:lnTo>
                    <a:pt x="5483960" y="250056"/>
                  </a:lnTo>
                  <a:lnTo>
                    <a:pt x="5484068" y="250056"/>
                  </a:lnTo>
                  <a:lnTo>
                    <a:pt x="5484177" y="250056"/>
                  </a:lnTo>
                  <a:lnTo>
                    <a:pt x="5484285" y="250056"/>
                  </a:lnTo>
                  <a:lnTo>
                    <a:pt x="5484394" y="250056"/>
                  </a:lnTo>
                  <a:lnTo>
                    <a:pt x="5484502" y="250056"/>
                  </a:lnTo>
                  <a:lnTo>
                    <a:pt x="5484610" y="250056"/>
                  </a:lnTo>
                  <a:lnTo>
                    <a:pt x="5484719" y="250056"/>
                  </a:lnTo>
                  <a:lnTo>
                    <a:pt x="5484827" y="250056"/>
                  </a:lnTo>
                  <a:lnTo>
                    <a:pt x="5484936" y="250056"/>
                  </a:lnTo>
                  <a:lnTo>
                    <a:pt x="5485044" y="250056"/>
                  </a:lnTo>
                  <a:lnTo>
                    <a:pt x="5485153" y="250056"/>
                  </a:lnTo>
                  <a:lnTo>
                    <a:pt x="5485261" y="250056"/>
                  </a:lnTo>
                  <a:lnTo>
                    <a:pt x="5485370" y="250056"/>
                  </a:lnTo>
                  <a:lnTo>
                    <a:pt x="5485478" y="250056"/>
                  </a:lnTo>
                  <a:lnTo>
                    <a:pt x="5485586" y="250056"/>
                  </a:lnTo>
                  <a:lnTo>
                    <a:pt x="5485695" y="250056"/>
                  </a:lnTo>
                  <a:lnTo>
                    <a:pt x="5485803" y="250056"/>
                  </a:lnTo>
                  <a:lnTo>
                    <a:pt x="5485803" y="249432"/>
                  </a:lnTo>
                  <a:lnTo>
                    <a:pt x="5485912" y="249432"/>
                  </a:lnTo>
                  <a:lnTo>
                    <a:pt x="5486020" y="249432"/>
                  </a:lnTo>
                  <a:lnTo>
                    <a:pt x="5486129" y="249432"/>
                  </a:lnTo>
                  <a:lnTo>
                    <a:pt x="5486237" y="249432"/>
                  </a:lnTo>
                  <a:lnTo>
                    <a:pt x="5486346" y="249432"/>
                  </a:lnTo>
                  <a:lnTo>
                    <a:pt x="5486454" y="249432"/>
                  </a:lnTo>
                  <a:lnTo>
                    <a:pt x="5486562" y="249432"/>
                  </a:lnTo>
                  <a:lnTo>
                    <a:pt x="5486671" y="249432"/>
                  </a:lnTo>
                  <a:lnTo>
                    <a:pt x="5486779" y="249432"/>
                  </a:lnTo>
                  <a:lnTo>
                    <a:pt x="5486779" y="248809"/>
                  </a:lnTo>
                  <a:lnTo>
                    <a:pt x="5486888" y="248809"/>
                  </a:lnTo>
                  <a:lnTo>
                    <a:pt x="5486996" y="248809"/>
                  </a:lnTo>
                  <a:lnTo>
                    <a:pt x="5487105" y="248809"/>
                  </a:lnTo>
                  <a:lnTo>
                    <a:pt x="5487213" y="248809"/>
                  </a:lnTo>
                  <a:lnTo>
                    <a:pt x="5487322" y="248809"/>
                  </a:lnTo>
                  <a:lnTo>
                    <a:pt x="5487430" y="248809"/>
                  </a:lnTo>
                  <a:lnTo>
                    <a:pt x="5487538" y="248809"/>
                  </a:lnTo>
                  <a:lnTo>
                    <a:pt x="5487647" y="248809"/>
                  </a:lnTo>
                  <a:lnTo>
                    <a:pt x="5487755" y="248809"/>
                  </a:lnTo>
                  <a:lnTo>
                    <a:pt x="5487864" y="248809"/>
                  </a:lnTo>
                  <a:lnTo>
                    <a:pt x="5487972" y="248809"/>
                  </a:lnTo>
                  <a:lnTo>
                    <a:pt x="5488081" y="248809"/>
                  </a:lnTo>
                  <a:lnTo>
                    <a:pt x="5488189" y="248809"/>
                  </a:lnTo>
                  <a:lnTo>
                    <a:pt x="5488298" y="248809"/>
                  </a:lnTo>
                  <a:lnTo>
                    <a:pt x="5488406" y="248809"/>
                  </a:lnTo>
                  <a:lnTo>
                    <a:pt x="5488515" y="248809"/>
                  </a:lnTo>
                  <a:lnTo>
                    <a:pt x="5488623" y="248809"/>
                  </a:lnTo>
                  <a:lnTo>
                    <a:pt x="5488731" y="248809"/>
                  </a:lnTo>
                  <a:lnTo>
                    <a:pt x="5488840" y="248809"/>
                  </a:lnTo>
                  <a:lnTo>
                    <a:pt x="5488948" y="248809"/>
                  </a:lnTo>
                  <a:lnTo>
                    <a:pt x="5489057" y="248809"/>
                  </a:lnTo>
                  <a:lnTo>
                    <a:pt x="5489165" y="248809"/>
                  </a:lnTo>
                  <a:lnTo>
                    <a:pt x="5489165" y="248185"/>
                  </a:lnTo>
                  <a:lnTo>
                    <a:pt x="5489274" y="248185"/>
                  </a:lnTo>
                  <a:lnTo>
                    <a:pt x="5489382" y="248185"/>
                  </a:lnTo>
                  <a:lnTo>
                    <a:pt x="5489491" y="248185"/>
                  </a:lnTo>
                  <a:lnTo>
                    <a:pt x="5489599" y="248185"/>
                  </a:lnTo>
                  <a:lnTo>
                    <a:pt x="5489707" y="248185"/>
                  </a:lnTo>
                  <a:lnTo>
                    <a:pt x="5489816" y="248185"/>
                  </a:lnTo>
                  <a:lnTo>
                    <a:pt x="5489924" y="248185"/>
                  </a:lnTo>
                  <a:lnTo>
                    <a:pt x="5490033" y="248185"/>
                  </a:lnTo>
                  <a:lnTo>
                    <a:pt x="5490141" y="248185"/>
                  </a:lnTo>
                  <a:lnTo>
                    <a:pt x="5490250" y="248185"/>
                  </a:lnTo>
                  <a:lnTo>
                    <a:pt x="5490358" y="248185"/>
                  </a:lnTo>
                  <a:lnTo>
                    <a:pt x="5490467" y="248185"/>
                  </a:lnTo>
                  <a:lnTo>
                    <a:pt x="5490575" y="248185"/>
                  </a:lnTo>
                  <a:lnTo>
                    <a:pt x="5490683" y="248185"/>
                  </a:lnTo>
                  <a:lnTo>
                    <a:pt x="5490792" y="248185"/>
                  </a:lnTo>
                  <a:lnTo>
                    <a:pt x="5490900" y="248185"/>
                  </a:lnTo>
                  <a:lnTo>
                    <a:pt x="5491009" y="248185"/>
                  </a:lnTo>
                  <a:lnTo>
                    <a:pt x="5491117" y="248185"/>
                  </a:lnTo>
                  <a:lnTo>
                    <a:pt x="5491226" y="248185"/>
                  </a:lnTo>
                  <a:lnTo>
                    <a:pt x="5491334" y="248185"/>
                  </a:lnTo>
                  <a:lnTo>
                    <a:pt x="5491443" y="248185"/>
                  </a:lnTo>
                  <a:lnTo>
                    <a:pt x="5491443" y="247562"/>
                  </a:lnTo>
                  <a:lnTo>
                    <a:pt x="5491551" y="247562"/>
                  </a:lnTo>
                  <a:lnTo>
                    <a:pt x="5491659" y="247562"/>
                  </a:lnTo>
                  <a:lnTo>
                    <a:pt x="5491768" y="247562"/>
                  </a:lnTo>
                  <a:lnTo>
                    <a:pt x="5491876" y="247562"/>
                  </a:lnTo>
                  <a:lnTo>
                    <a:pt x="5491985" y="247562"/>
                  </a:lnTo>
                  <a:lnTo>
                    <a:pt x="5492093" y="247562"/>
                  </a:lnTo>
                  <a:lnTo>
                    <a:pt x="5492202" y="247562"/>
                  </a:lnTo>
                  <a:lnTo>
                    <a:pt x="5492310" y="247562"/>
                  </a:lnTo>
                  <a:lnTo>
                    <a:pt x="5492419" y="247562"/>
                  </a:lnTo>
                  <a:lnTo>
                    <a:pt x="5492527" y="247562"/>
                  </a:lnTo>
                  <a:lnTo>
                    <a:pt x="5492636" y="247562"/>
                  </a:lnTo>
                  <a:lnTo>
                    <a:pt x="5492744" y="247562"/>
                  </a:lnTo>
                  <a:lnTo>
                    <a:pt x="5492852" y="247562"/>
                  </a:lnTo>
                  <a:lnTo>
                    <a:pt x="5492961" y="247562"/>
                  </a:lnTo>
                  <a:lnTo>
                    <a:pt x="5493069" y="247562"/>
                  </a:lnTo>
                  <a:lnTo>
                    <a:pt x="5493178" y="247562"/>
                  </a:lnTo>
                  <a:lnTo>
                    <a:pt x="5493286" y="247562"/>
                  </a:lnTo>
                  <a:lnTo>
                    <a:pt x="5493395" y="247562"/>
                  </a:lnTo>
                  <a:lnTo>
                    <a:pt x="5493503" y="247562"/>
                  </a:lnTo>
                  <a:lnTo>
                    <a:pt x="5493612" y="247562"/>
                  </a:lnTo>
                  <a:lnTo>
                    <a:pt x="5493720" y="247562"/>
                  </a:lnTo>
                  <a:lnTo>
                    <a:pt x="5493828" y="247562"/>
                  </a:lnTo>
                  <a:lnTo>
                    <a:pt x="5493937" y="247562"/>
                  </a:lnTo>
                  <a:lnTo>
                    <a:pt x="5494045" y="247562"/>
                  </a:lnTo>
                  <a:lnTo>
                    <a:pt x="5494154" y="247562"/>
                  </a:lnTo>
                  <a:lnTo>
                    <a:pt x="5494262" y="247562"/>
                  </a:lnTo>
                  <a:lnTo>
                    <a:pt x="5494262" y="246938"/>
                  </a:lnTo>
                  <a:lnTo>
                    <a:pt x="5494371" y="246938"/>
                  </a:lnTo>
                  <a:lnTo>
                    <a:pt x="5494479" y="246938"/>
                  </a:lnTo>
                  <a:lnTo>
                    <a:pt x="5494588" y="246938"/>
                  </a:lnTo>
                  <a:lnTo>
                    <a:pt x="5494696" y="246938"/>
                  </a:lnTo>
                  <a:lnTo>
                    <a:pt x="5494804" y="246938"/>
                  </a:lnTo>
                  <a:lnTo>
                    <a:pt x="5494913" y="246938"/>
                  </a:lnTo>
                  <a:lnTo>
                    <a:pt x="5495021" y="246938"/>
                  </a:lnTo>
                  <a:lnTo>
                    <a:pt x="5495130" y="246938"/>
                  </a:lnTo>
                  <a:lnTo>
                    <a:pt x="5495238" y="246938"/>
                  </a:lnTo>
                  <a:lnTo>
                    <a:pt x="5495347" y="246938"/>
                  </a:lnTo>
                  <a:lnTo>
                    <a:pt x="5495455" y="246938"/>
                  </a:lnTo>
                  <a:lnTo>
                    <a:pt x="5495564" y="246938"/>
                  </a:lnTo>
                  <a:lnTo>
                    <a:pt x="5495672" y="246938"/>
                  </a:lnTo>
                  <a:lnTo>
                    <a:pt x="5495780" y="246938"/>
                  </a:lnTo>
                  <a:lnTo>
                    <a:pt x="5495889" y="246938"/>
                  </a:lnTo>
                  <a:lnTo>
                    <a:pt x="5495997" y="246938"/>
                  </a:lnTo>
                  <a:lnTo>
                    <a:pt x="5496106" y="246938"/>
                  </a:lnTo>
                  <a:lnTo>
                    <a:pt x="5496214" y="246938"/>
                  </a:lnTo>
                  <a:lnTo>
                    <a:pt x="5496323" y="246938"/>
                  </a:lnTo>
                  <a:lnTo>
                    <a:pt x="5496431" y="246938"/>
                  </a:lnTo>
                  <a:lnTo>
                    <a:pt x="5496540" y="246938"/>
                  </a:lnTo>
                  <a:lnTo>
                    <a:pt x="5496648" y="246938"/>
                  </a:lnTo>
                  <a:lnTo>
                    <a:pt x="5496757" y="246938"/>
                  </a:lnTo>
                  <a:lnTo>
                    <a:pt x="5496865" y="246938"/>
                  </a:lnTo>
                  <a:lnTo>
                    <a:pt x="5496973" y="246938"/>
                  </a:lnTo>
                  <a:lnTo>
                    <a:pt x="5497082" y="246938"/>
                  </a:lnTo>
                  <a:lnTo>
                    <a:pt x="5497190" y="246938"/>
                  </a:lnTo>
                  <a:lnTo>
                    <a:pt x="5497299" y="246938"/>
                  </a:lnTo>
                  <a:lnTo>
                    <a:pt x="5497407" y="246938"/>
                  </a:lnTo>
                  <a:lnTo>
                    <a:pt x="5497516" y="246938"/>
                  </a:lnTo>
                  <a:lnTo>
                    <a:pt x="5497624" y="246938"/>
                  </a:lnTo>
                  <a:lnTo>
                    <a:pt x="5497733" y="246938"/>
                  </a:lnTo>
                  <a:lnTo>
                    <a:pt x="5497841" y="246938"/>
                  </a:lnTo>
                  <a:lnTo>
                    <a:pt x="5497949" y="246938"/>
                  </a:lnTo>
                  <a:lnTo>
                    <a:pt x="5498058" y="246938"/>
                  </a:lnTo>
                  <a:lnTo>
                    <a:pt x="5498166" y="246938"/>
                  </a:lnTo>
                  <a:lnTo>
                    <a:pt x="5498275" y="246938"/>
                  </a:lnTo>
                  <a:lnTo>
                    <a:pt x="5498383" y="246938"/>
                  </a:lnTo>
                  <a:lnTo>
                    <a:pt x="5498492" y="246938"/>
                  </a:lnTo>
                  <a:lnTo>
                    <a:pt x="5498600" y="246938"/>
                  </a:lnTo>
                  <a:lnTo>
                    <a:pt x="5498709" y="246938"/>
                  </a:lnTo>
                  <a:lnTo>
                    <a:pt x="5498817" y="246938"/>
                  </a:lnTo>
                  <a:lnTo>
                    <a:pt x="5498925" y="246938"/>
                  </a:lnTo>
                  <a:lnTo>
                    <a:pt x="5499034" y="246938"/>
                  </a:lnTo>
                  <a:lnTo>
                    <a:pt x="5499034" y="246315"/>
                  </a:lnTo>
                  <a:lnTo>
                    <a:pt x="5499142" y="246315"/>
                  </a:lnTo>
                  <a:lnTo>
                    <a:pt x="5499251" y="246315"/>
                  </a:lnTo>
                  <a:lnTo>
                    <a:pt x="5499359" y="246315"/>
                  </a:lnTo>
                  <a:lnTo>
                    <a:pt x="5499468" y="246315"/>
                  </a:lnTo>
                  <a:lnTo>
                    <a:pt x="5499576" y="246315"/>
                  </a:lnTo>
                  <a:lnTo>
                    <a:pt x="5499576" y="245691"/>
                  </a:lnTo>
                  <a:lnTo>
                    <a:pt x="5499685" y="245691"/>
                  </a:lnTo>
                  <a:lnTo>
                    <a:pt x="5499793" y="245691"/>
                  </a:lnTo>
                  <a:lnTo>
                    <a:pt x="5499901" y="245691"/>
                  </a:lnTo>
                  <a:lnTo>
                    <a:pt x="5500010" y="245691"/>
                  </a:lnTo>
                  <a:lnTo>
                    <a:pt x="5500118" y="245691"/>
                  </a:lnTo>
                  <a:lnTo>
                    <a:pt x="5500227" y="245691"/>
                  </a:lnTo>
                  <a:lnTo>
                    <a:pt x="5500335" y="245691"/>
                  </a:lnTo>
                  <a:lnTo>
                    <a:pt x="5500444" y="245691"/>
                  </a:lnTo>
                  <a:lnTo>
                    <a:pt x="5500552" y="245691"/>
                  </a:lnTo>
                  <a:lnTo>
                    <a:pt x="5500661" y="245691"/>
                  </a:lnTo>
                  <a:lnTo>
                    <a:pt x="5500769" y="245691"/>
                  </a:lnTo>
                  <a:lnTo>
                    <a:pt x="5500878" y="245691"/>
                  </a:lnTo>
                  <a:lnTo>
                    <a:pt x="5500986" y="245691"/>
                  </a:lnTo>
                  <a:lnTo>
                    <a:pt x="5501094" y="245691"/>
                  </a:lnTo>
                  <a:lnTo>
                    <a:pt x="5501203" y="245691"/>
                  </a:lnTo>
                  <a:lnTo>
                    <a:pt x="5501311" y="245691"/>
                  </a:lnTo>
                  <a:lnTo>
                    <a:pt x="5501311" y="245067"/>
                  </a:lnTo>
                  <a:lnTo>
                    <a:pt x="5501420" y="245067"/>
                  </a:lnTo>
                  <a:lnTo>
                    <a:pt x="5501528" y="245067"/>
                  </a:lnTo>
                  <a:lnTo>
                    <a:pt x="5501637" y="245067"/>
                  </a:lnTo>
                  <a:lnTo>
                    <a:pt x="5501745" y="245067"/>
                  </a:lnTo>
                  <a:lnTo>
                    <a:pt x="5501854" y="245067"/>
                  </a:lnTo>
                  <a:lnTo>
                    <a:pt x="5501962" y="245067"/>
                  </a:lnTo>
                  <a:lnTo>
                    <a:pt x="5502070" y="245067"/>
                  </a:lnTo>
                  <a:lnTo>
                    <a:pt x="5502179" y="245067"/>
                  </a:lnTo>
                  <a:lnTo>
                    <a:pt x="5502287" y="245067"/>
                  </a:lnTo>
                  <a:lnTo>
                    <a:pt x="5502396" y="245067"/>
                  </a:lnTo>
                  <a:lnTo>
                    <a:pt x="5502504" y="245067"/>
                  </a:lnTo>
                  <a:lnTo>
                    <a:pt x="5502613" y="245067"/>
                  </a:lnTo>
                  <a:lnTo>
                    <a:pt x="5502721" y="245067"/>
                  </a:lnTo>
                  <a:lnTo>
                    <a:pt x="5502830" y="245067"/>
                  </a:lnTo>
                  <a:lnTo>
                    <a:pt x="5502938" y="245067"/>
                  </a:lnTo>
                  <a:lnTo>
                    <a:pt x="5503046" y="245067"/>
                  </a:lnTo>
                  <a:lnTo>
                    <a:pt x="5503155" y="245067"/>
                  </a:lnTo>
                  <a:lnTo>
                    <a:pt x="5503263" y="245067"/>
                  </a:lnTo>
                  <a:lnTo>
                    <a:pt x="5503372" y="245067"/>
                  </a:lnTo>
                  <a:lnTo>
                    <a:pt x="5503480" y="245067"/>
                  </a:lnTo>
                  <a:lnTo>
                    <a:pt x="5503589" y="245067"/>
                  </a:lnTo>
                  <a:lnTo>
                    <a:pt x="5503697" y="245067"/>
                  </a:lnTo>
                  <a:lnTo>
                    <a:pt x="5503806" y="245067"/>
                  </a:lnTo>
                  <a:lnTo>
                    <a:pt x="5503914" y="245067"/>
                  </a:lnTo>
                  <a:lnTo>
                    <a:pt x="5504022" y="245067"/>
                  </a:lnTo>
                  <a:lnTo>
                    <a:pt x="5504131" y="245067"/>
                  </a:lnTo>
                  <a:lnTo>
                    <a:pt x="5504239" y="245067"/>
                  </a:lnTo>
                  <a:lnTo>
                    <a:pt x="5504348" y="245067"/>
                  </a:lnTo>
                  <a:lnTo>
                    <a:pt x="5504456" y="245067"/>
                  </a:lnTo>
                  <a:lnTo>
                    <a:pt x="5504565" y="245067"/>
                  </a:lnTo>
                  <a:lnTo>
                    <a:pt x="5504673" y="245067"/>
                  </a:lnTo>
                  <a:lnTo>
                    <a:pt x="5504782" y="245067"/>
                  </a:lnTo>
                  <a:lnTo>
                    <a:pt x="5504890" y="245067"/>
                  </a:lnTo>
                  <a:lnTo>
                    <a:pt x="5504999" y="245067"/>
                  </a:lnTo>
                  <a:lnTo>
                    <a:pt x="5505107" y="245067"/>
                  </a:lnTo>
                  <a:lnTo>
                    <a:pt x="5505215" y="245067"/>
                  </a:lnTo>
                  <a:lnTo>
                    <a:pt x="5505215" y="244444"/>
                  </a:lnTo>
                  <a:lnTo>
                    <a:pt x="5505324" y="244444"/>
                  </a:lnTo>
                  <a:lnTo>
                    <a:pt x="5505432" y="244444"/>
                  </a:lnTo>
                  <a:lnTo>
                    <a:pt x="5505541" y="244444"/>
                  </a:lnTo>
                  <a:lnTo>
                    <a:pt x="5505649" y="244444"/>
                  </a:lnTo>
                  <a:lnTo>
                    <a:pt x="5505758" y="244444"/>
                  </a:lnTo>
                  <a:lnTo>
                    <a:pt x="5505866" y="244444"/>
                  </a:lnTo>
                  <a:lnTo>
                    <a:pt x="5505975" y="244444"/>
                  </a:lnTo>
                  <a:lnTo>
                    <a:pt x="5505975" y="243820"/>
                  </a:lnTo>
                  <a:lnTo>
                    <a:pt x="5506083" y="243820"/>
                  </a:lnTo>
                  <a:lnTo>
                    <a:pt x="5506191" y="243820"/>
                  </a:lnTo>
                  <a:lnTo>
                    <a:pt x="5506300" y="243820"/>
                  </a:lnTo>
                  <a:lnTo>
                    <a:pt x="5506300" y="243197"/>
                  </a:lnTo>
                  <a:lnTo>
                    <a:pt x="5506408" y="243197"/>
                  </a:lnTo>
                  <a:lnTo>
                    <a:pt x="5506517" y="243197"/>
                  </a:lnTo>
                  <a:lnTo>
                    <a:pt x="5506625" y="243197"/>
                  </a:lnTo>
                  <a:lnTo>
                    <a:pt x="5506734" y="243197"/>
                  </a:lnTo>
                  <a:lnTo>
                    <a:pt x="5506842" y="243197"/>
                  </a:lnTo>
                  <a:lnTo>
                    <a:pt x="5506842" y="242573"/>
                  </a:lnTo>
                  <a:lnTo>
                    <a:pt x="5506951" y="242573"/>
                  </a:lnTo>
                  <a:lnTo>
                    <a:pt x="5507059" y="242573"/>
                  </a:lnTo>
                  <a:lnTo>
                    <a:pt x="5507059" y="241949"/>
                  </a:lnTo>
                  <a:lnTo>
                    <a:pt x="5507167" y="241949"/>
                  </a:lnTo>
                  <a:lnTo>
                    <a:pt x="5507276" y="241949"/>
                  </a:lnTo>
                  <a:lnTo>
                    <a:pt x="5507384" y="241949"/>
                  </a:lnTo>
                  <a:lnTo>
                    <a:pt x="5507493" y="241949"/>
                  </a:lnTo>
                  <a:lnTo>
                    <a:pt x="5507601" y="241949"/>
                  </a:lnTo>
                  <a:lnTo>
                    <a:pt x="5507710" y="241949"/>
                  </a:lnTo>
                  <a:lnTo>
                    <a:pt x="5507818" y="241949"/>
                  </a:lnTo>
                  <a:lnTo>
                    <a:pt x="5507927" y="241949"/>
                  </a:lnTo>
                  <a:lnTo>
                    <a:pt x="5508035" y="241949"/>
                  </a:lnTo>
                  <a:lnTo>
                    <a:pt x="5508143" y="241949"/>
                  </a:lnTo>
                  <a:lnTo>
                    <a:pt x="5508252" y="241949"/>
                  </a:lnTo>
                  <a:lnTo>
                    <a:pt x="5508360" y="241949"/>
                  </a:lnTo>
                  <a:lnTo>
                    <a:pt x="5508469" y="241949"/>
                  </a:lnTo>
                  <a:lnTo>
                    <a:pt x="5508577" y="241949"/>
                  </a:lnTo>
                  <a:lnTo>
                    <a:pt x="5508686" y="241949"/>
                  </a:lnTo>
                  <a:lnTo>
                    <a:pt x="5508794" y="241949"/>
                  </a:lnTo>
                  <a:lnTo>
                    <a:pt x="5508903" y="241949"/>
                  </a:lnTo>
                  <a:lnTo>
                    <a:pt x="5509011" y="241949"/>
                  </a:lnTo>
                  <a:lnTo>
                    <a:pt x="5509119" y="241949"/>
                  </a:lnTo>
                  <a:lnTo>
                    <a:pt x="5509228" y="241949"/>
                  </a:lnTo>
                  <a:lnTo>
                    <a:pt x="5509336" y="241949"/>
                  </a:lnTo>
                  <a:lnTo>
                    <a:pt x="5509445" y="241949"/>
                  </a:lnTo>
                  <a:lnTo>
                    <a:pt x="5509553" y="241949"/>
                  </a:lnTo>
                  <a:lnTo>
                    <a:pt x="5509662" y="241949"/>
                  </a:lnTo>
                  <a:lnTo>
                    <a:pt x="5509770" y="241949"/>
                  </a:lnTo>
                  <a:lnTo>
                    <a:pt x="5509879" y="241949"/>
                  </a:lnTo>
                  <a:lnTo>
                    <a:pt x="5509987" y="241949"/>
                  </a:lnTo>
                  <a:lnTo>
                    <a:pt x="5510096" y="241949"/>
                  </a:lnTo>
                  <a:lnTo>
                    <a:pt x="5510204" y="241949"/>
                  </a:lnTo>
                  <a:lnTo>
                    <a:pt x="5510312" y="241949"/>
                  </a:lnTo>
                  <a:lnTo>
                    <a:pt x="5510421" y="241949"/>
                  </a:lnTo>
                  <a:lnTo>
                    <a:pt x="5510529" y="241949"/>
                  </a:lnTo>
                  <a:lnTo>
                    <a:pt x="5510638" y="241949"/>
                  </a:lnTo>
                  <a:lnTo>
                    <a:pt x="5510746" y="241949"/>
                  </a:lnTo>
                  <a:lnTo>
                    <a:pt x="5510855" y="241949"/>
                  </a:lnTo>
                  <a:lnTo>
                    <a:pt x="5510963" y="241949"/>
                  </a:lnTo>
                  <a:lnTo>
                    <a:pt x="5511072" y="241949"/>
                  </a:lnTo>
                  <a:lnTo>
                    <a:pt x="5511180" y="241949"/>
                  </a:lnTo>
                  <a:lnTo>
                    <a:pt x="5511288" y="241949"/>
                  </a:lnTo>
                  <a:lnTo>
                    <a:pt x="5511288" y="241326"/>
                  </a:lnTo>
                  <a:lnTo>
                    <a:pt x="5511288" y="240702"/>
                  </a:lnTo>
                  <a:lnTo>
                    <a:pt x="5511397" y="240702"/>
                  </a:lnTo>
                  <a:lnTo>
                    <a:pt x="5511505" y="240702"/>
                  </a:lnTo>
                  <a:lnTo>
                    <a:pt x="5511614" y="240702"/>
                  </a:lnTo>
                  <a:lnTo>
                    <a:pt x="5511722" y="240702"/>
                  </a:lnTo>
                  <a:lnTo>
                    <a:pt x="5511831" y="240702"/>
                  </a:lnTo>
                  <a:lnTo>
                    <a:pt x="5511939" y="240702"/>
                  </a:lnTo>
                  <a:lnTo>
                    <a:pt x="5512048" y="240702"/>
                  </a:lnTo>
                  <a:lnTo>
                    <a:pt x="5512156" y="240702"/>
                  </a:lnTo>
                  <a:lnTo>
                    <a:pt x="5512264" y="240702"/>
                  </a:lnTo>
                  <a:lnTo>
                    <a:pt x="5512373" y="240702"/>
                  </a:lnTo>
                  <a:lnTo>
                    <a:pt x="5512481" y="240702"/>
                  </a:lnTo>
                  <a:lnTo>
                    <a:pt x="5512590" y="240702"/>
                  </a:lnTo>
                  <a:lnTo>
                    <a:pt x="5512698" y="240702"/>
                  </a:lnTo>
                  <a:lnTo>
                    <a:pt x="5512807" y="240702"/>
                  </a:lnTo>
                  <a:lnTo>
                    <a:pt x="5512915" y="240702"/>
                  </a:lnTo>
                  <a:lnTo>
                    <a:pt x="5513024" y="240702"/>
                  </a:lnTo>
                  <a:lnTo>
                    <a:pt x="5513132" y="240702"/>
                  </a:lnTo>
                  <a:lnTo>
                    <a:pt x="5513240" y="240702"/>
                  </a:lnTo>
                  <a:lnTo>
                    <a:pt x="5513349" y="240702"/>
                  </a:lnTo>
                  <a:lnTo>
                    <a:pt x="5513457" y="240702"/>
                  </a:lnTo>
                  <a:lnTo>
                    <a:pt x="5513566" y="240702"/>
                  </a:lnTo>
                  <a:lnTo>
                    <a:pt x="5513674" y="240702"/>
                  </a:lnTo>
                  <a:lnTo>
                    <a:pt x="5513783" y="240702"/>
                  </a:lnTo>
                  <a:lnTo>
                    <a:pt x="5513891" y="240702"/>
                  </a:lnTo>
                  <a:lnTo>
                    <a:pt x="5514000" y="240702"/>
                  </a:lnTo>
                  <a:lnTo>
                    <a:pt x="5514108" y="240702"/>
                  </a:lnTo>
                  <a:lnTo>
                    <a:pt x="5514217" y="240702"/>
                  </a:lnTo>
                  <a:lnTo>
                    <a:pt x="5514325" y="240702"/>
                  </a:lnTo>
                  <a:lnTo>
                    <a:pt x="5514433" y="240702"/>
                  </a:lnTo>
                  <a:lnTo>
                    <a:pt x="5514542" y="240702"/>
                  </a:lnTo>
                  <a:lnTo>
                    <a:pt x="5514650" y="240702"/>
                  </a:lnTo>
                  <a:lnTo>
                    <a:pt x="5514759" y="240702"/>
                  </a:lnTo>
                  <a:lnTo>
                    <a:pt x="5514867" y="240702"/>
                  </a:lnTo>
                  <a:lnTo>
                    <a:pt x="5514976" y="240702"/>
                  </a:lnTo>
                  <a:lnTo>
                    <a:pt x="5515084" y="240702"/>
                  </a:lnTo>
                  <a:lnTo>
                    <a:pt x="5515193" y="240702"/>
                  </a:lnTo>
                  <a:lnTo>
                    <a:pt x="5515301" y="240702"/>
                  </a:lnTo>
                  <a:lnTo>
                    <a:pt x="5515409" y="240702"/>
                  </a:lnTo>
                  <a:lnTo>
                    <a:pt x="5515518" y="240702"/>
                  </a:lnTo>
                  <a:lnTo>
                    <a:pt x="5515626" y="240702"/>
                  </a:lnTo>
                  <a:lnTo>
                    <a:pt x="5515735" y="240702"/>
                  </a:lnTo>
                  <a:lnTo>
                    <a:pt x="5515843" y="240702"/>
                  </a:lnTo>
                  <a:lnTo>
                    <a:pt x="5515952" y="240702"/>
                  </a:lnTo>
                  <a:lnTo>
                    <a:pt x="5516060" y="240702"/>
                  </a:lnTo>
                  <a:lnTo>
                    <a:pt x="5516169" y="240702"/>
                  </a:lnTo>
                  <a:lnTo>
                    <a:pt x="5516277" y="240702"/>
                  </a:lnTo>
                  <a:lnTo>
                    <a:pt x="5516385" y="240702"/>
                  </a:lnTo>
                  <a:lnTo>
                    <a:pt x="5516494" y="240702"/>
                  </a:lnTo>
                  <a:lnTo>
                    <a:pt x="5516602" y="240702"/>
                  </a:lnTo>
                  <a:lnTo>
                    <a:pt x="5516711" y="240702"/>
                  </a:lnTo>
                  <a:lnTo>
                    <a:pt x="5516819" y="240702"/>
                  </a:lnTo>
                  <a:lnTo>
                    <a:pt x="5516819" y="240079"/>
                  </a:lnTo>
                  <a:lnTo>
                    <a:pt x="5516928" y="240079"/>
                  </a:lnTo>
                  <a:lnTo>
                    <a:pt x="5517036" y="240079"/>
                  </a:lnTo>
                  <a:lnTo>
                    <a:pt x="5517145" y="240079"/>
                  </a:lnTo>
                  <a:lnTo>
                    <a:pt x="5517253" y="240079"/>
                  </a:lnTo>
                  <a:lnTo>
                    <a:pt x="5517361" y="240079"/>
                  </a:lnTo>
                  <a:lnTo>
                    <a:pt x="5517470" y="240079"/>
                  </a:lnTo>
                  <a:lnTo>
                    <a:pt x="5517578" y="240079"/>
                  </a:lnTo>
                  <a:lnTo>
                    <a:pt x="5517687" y="240079"/>
                  </a:lnTo>
                  <a:lnTo>
                    <a:pt x="5517795" y="240079"/>
                  </a:lnTo>
                  <a:lnTo>
                    <a:pt x="5517904" y="240079"/>
                  </a:lnTo>
                  <a:lnTo>
                    <a:pt x="5518012" y="240079"/>
                  </a:lnTo>
                  <a:lnTo>
                    <a:pt x="5518121" y="240079"/>
                  </a:lnTo>
                  <a:lnTo>
                    <a:pt x="5518229" y="240079"/>
                  </a:lnTo>
                  <a:lnTo>
                    <a:pt x="5518338" y="240079"/>
                  </a:lnTo>
                  <a:lnTo>
                    <a:pt x="5518446" y="240079"/>
                  </a:lnTo>
                  <a:lnTo>
                    <a:pt x="5518554" y="240079"/>
                  </a:lnTo>
                  <a:lnTo>
                    <a:pt x="5518663" y="240079"/>
                  </a:lnTo>
                  <a:lnTo>
                    <a:pt x="5518771" y="240079"/>
                  </a:lnTo>
                  <a:lnTo>
                    <a:pt x="5518771" y="239455"/>
                  </a:lnTo>
                  <a:lnTo>
                    <a:pt x="5518880" y="239455"/>
                  </a:lnTo>
                  <a:lnTo>
                    <a:pt x="5518988" y="239455"/>
                  </a:lnTo>
                  <a:lnTo>
                    <a:pt x="5519097" y="239455"/>
                  </a:lnTo>
                  <a:lnTo>
                    <a:pt x="5519205" y="239455"/>
                  </a:lnTo>
                  <a:lnTo>
                    <a:pt x="5519314" y="239455"/>
                  </a:lnTo>
                  <a:lnTo>
                    <a:pt x="5519422" y="239455"/>
                  </a:lnTo>
                  <a:lnTo>
                    <a:pt x="5519530" y="239455"/>
                  </a:lnTo>
                  <a:lnTo>
                    <a:pt x="5519639" y="239455"/>
                  </a:lnTo>
                  <a:lnTo>
                    <a:pt x="5519747" y="239455"/>
                  </a:lnTo>
                  <a:lnTo>
                    <a:pt x="5519856" y="239455"/>
                  </a:lnTo>
                  <a:lnTo>
                    <a:pt x="5519964" y="239455"/>
                  </a:lnTo>
                  <a:lnTo>
                    <a:pt x="5520073" y="239455"/>
                  </a:lnTo>
                  <a:lnTo>
                    <a:pt x="5520181" y="239455"/>
                  </a:lnTo>
                  <a:lnTo>
                    <a:pt x="5520290" y="239455"/>
                  </a:lnTo>
                  <a:lnTo>
                    <a:pt x="5520398" y="239455"/>
                  </a:lnTo>
                  <a:lnTo>
                    <a:pt x="5520506" y="239455"/>
                  </a:lnTo>
                  <a:lnTo>
                    <a:pt x="5520615" y="239455"/>
                  </a:lnTo>
                  <a:lnTo>
                    <a:pt x="5520723" y="239455"/>
                  </a:lnTo>
                  <a:lnTo>
                    <a:pt x="5520832" y="239455"/>
                  </a:lnTo>
                  <a:lnTo>
                    <a:pt x="5520940" y="239455"/>
                  </a:lnTo>
                  <a:lnTo>
                    <a:pt x="5521049" y="239455"/>
                  </a:lnTo>
                  <a:lnTo>
                    <a:pt x="5521157" y="239455"/>
                  </a:lnTo>
                  <a:lnTo>
                    <a:pt x="5521266" y="239455"/>
                  </a:lnTo>
                  <a:lnTo>
                    <a:pt x="5521374" y="239455"/>
                  </a:lnTo>
                  <a:lnTo>
                    <a:pt x="5521482" y="239455"/>
                  </a:lnTo>
                  <a:lnTo>
                    <a:pt x="5521591" y="239455"/>
                  </a:lnTo>
                  <a:lnTo>
                    <a:pt x="5521699" y="239455"/>
                  </a:lnTo>
                  <a:lnTo>
                    <a:pt x="5521808" y="239455"/>
                  </a:lnTo>
                  <a:lnTo>
                    <a:pt x="5521808" y="238832"/>
                  </a:lnTo>
                  <a:lnTo>
                    <a:pt x="5521916" y="238832"/>
                  </a:lnTo>
                  <a:lnTo>
                    <a:pt x="5522025" y="238832"/>
                  </a:lnTo>
                  <a:lnTo>
                    <a:pt x="5522133" y="238832"/>
                  </a:lnTo>
                  <a:lnTo>
                    <a:pt x="5522242" y="238832"/>
                  </a:lnTo>
                  <a:lnTo>
                    <a:pt x="5522350" y="238832"/>
                  </a:lnTo>
                  <a:lnTo>
                    <a:pt x="5522459" y="238832"/>
                  </a:lnTo>
                  <a:lnTo>
                    <a:pt x="5522567" y="238832"/>
                  </a:lnTo>
                  <a:lnTo>
                    <a:pt x="5522675" y="238832"/>
                  </a:lnTo>
                  <a:lnTo>
                    <a:pt x="5522784" y="238832"/>
                  </a:lnTo>
                  <a:lnTo>
                    <a:pt x="5522892" y="238832"/>
                  </a:lnTo>
                  <a:lnTo>
                    <a:pt x="5523001" y="238832"/>
                  </a:lnTo>
                  <a:lnTo>
                    <a:pt x="5523109" y="238832"/>
                  </a:lnTo>
                  <a:lnTo>
                    <a:pt x="5523218" y="238832"/>
                  </a:lnTo>
                  <a:lnTo>
                    <a:pt x="5523326" y="238832"/>
                  </a:lnTo>
                  <a:lnTo>
                    <a:pt x="5523435" y="238832"/>
                  </a:lnTo>
                  <a:lnTo>
                    <a:pt x="5523543" y="238832"/>
                  </a:lnTo>
                  <a:lnTo>
                    <a:pt x="5523651" y="238832"/>
                  </a:lnTo>
                  <a:lnTo>
                    <a:pt x="5523760" y="238832"/>
                  </a:lnTo>
                  <a:lnTo>
                    <a:pt x="5523868" y="238832"/>
                  </a:lnTo>
                  <a:lnTo>
                    <a:pt x="5523977" y="238832"/>
                  </a:lnTo>
                  <a:lnTo>
                    <a:pt x="5524085" y="238832"/>
                  </a:lnTo>
                  <a:lnTo>
                    <a:pt x="5524194" y="238832"/>
                  </a:lnTo>
                  <a:lnTo>
                    <a:pt x="5524302" y="238832"/>
                  </a:lnTo>
                  <a:lnTo>
                    <a:pt x="5524411" y="238832"/>
                  </a:lnTo>
                  <a:lnTo>
                    <a:pt x="5524519" y="238832"/>
                  </a:lnTo>
                  <a:lnTo>
                    <a:pt x="5524627" y="238832"/>
                  </a:lnTo>
                  <a:lnTo>
                    <a:pt x="5524736" y="238832"/>
                  </a:lnTo>
                  <a:lnTo>
                    <a:pt x="5524844" y="238832"/>
                  </a:lnTo>
                  <a:lnTo>
                    <a:pt x="5524953" y="238832"/>
                  </a:lnTo>
                  <a:lnTo>
                    <a:pt x="5525061" y="238832"/>
                  </a:lnTo>
                  <a:lnTo>
                    <a:pt x="5525170" y="238832"/>
                  </a:lnTo>
                  <a:lnTo>
                    <a:pt x="5525278" y="238832"/>
                  </a:lnTo>
                  <a:lnTo>
                    <a:pt x="5525387" y="238832"/>
                  </a:lnTo>
                  <a:lnTo>
                    <a:pt x="5525495" y="238832"/>
                  </a:lnTo>
                  <a:lnTo>
                    <a:pt x="5525603" y="238832"/>
                  </a:lnTo>
                  <a:lnTo>
                    <a:pt x="5525712" y="238832"/>
                  </a:lnTo>
                  <a:lnTo>
                    <a:pt x="5525820" y="238832"/>
                  </a:lnTo>
                  <a:lnTo>
                    <a:pt x="5525929" y="238832"/>
                  </a:lnTo>
                  <a:lnTo>
                    <a:pt x="5526037" y="238832"/>
                  </a:lnTo>
                  <a:lnTo>
                    <a:pt x="5526146" y="238832"/>
                  </a:lnTo>
                  <a:lnTo>
                    <a:pt x="5526254" y="238832"/>
                  </a:lnTo>
                  <a:lnTo>
                    <a:pt x="5526363" y="238832"/>
                  </a:lnTo>
                  <a:lnTo>
                    <a:pt x="5526471" y="238832"/>
                  </a:lnTo>
                  <a:lnTo>
                    <a:pt x="5526580" y="238832"/>
                  </a:lnTo>
                  <a:lnTo>
                    <a:pt x="5526688" y="238832"/>
                  </a:lnTo>
                  <a:lnTo>
                    <a:pt x="5526796" y="238832"/>
                  </a:lnTo>
                  <a:lnTo>
                    <a:pt x="5526905" y="238832"/>
                  </a:lnTo>
                  <a:lnTo>
                    <a:pt x="5527013" y="238832"/>
                  </a:lnTo>
                  <a:lnTo>
                    <a:pt x="5527122" y="238832"/>
                  </a:lnTo>
                  <a:lnTo>
                    <a:pt x="5527230" y="238832"/>
                  </a:lnTo>
                  <a:lnTo>
                    <a:pt x="5527230" y="238208"/>
                  </a:lnTo>
                  <a:lnTo>
                    <a:pt x="5527339" y="238208"/>
                  </a:lnTo>
                  <a:lnTo>
                    <a:pt x="5527447" y="238208"/>
                  </a:lnTo>
                  <a:lnTo>
                    <a:pt x="5527556" y="238208"/>
                  </a:lnTo>
                  <a:lnTo>
                    <a:pt x="5527664" y="238208"/>
                  </a:lnTo>
                  <a:lnTo>
                    <a:pt x="5527772" y="238208"/>
                  </a:lnTo>
                  <a:lnTo>
                    <a:pt x="5527881" y="238208"/>
                  </a:lnTo>
                  <a:lnTo>
                    <a:pt x="5527989" y="238208"/>
                  </a:lnTo>
                  <a:lnTo>
                    <a:pt x="5528098" y="238208"/>
                  </a:lnTo>
                  <a:lnTo>
                    <a:pt x="5528206" y="238208"/>
                  </a:lnTo>
                  <a:lnTo>
                    <a:pt x="5528206" y="237584"/>
                  </a:lnTo>
                  <a:lnTo>
                    <a:pt x="5528315" y="237584"/>
                  </a:lnTo>
                  <a:lnTo>
                    <a:pt x="5528423" y="237584"/>
                  </a:lnTo>
                  <a:lnTo>
                    <a:pt x="5528532" y="237584"/>
                  </a:lnTo>
                  <a:lnTo>
                    <a:pt x="5528640" y="237584"/>
                  </a:lnTo>
                  <a:lnTo>
                    <a:pt x="5528748" y="237584"/>
                  </a:lnTo>
                  <a:lnTo>
                    <a:pt x="5528857" y="237584"/>
                  </a:lnTo>
                  <a:lnTo>
                    <a:pt x="5528965" y="237584"/>
                  </a:lnTo>
                  <a:lnTo>
                    <a:pt x="5528965" y="236961"/>
                  </a:lnTo>
                  <a:lnTo>
                    <a:pt x="5529074" y="236961"/>
                  </a:lnTo>
                  <a:lnTo>
                    <a:pt x="5529182" y="236961"/>
                  </a:lnTo>
                  <a:lnTo>
                    <a:pt x="5529291" y="236961"/>
                  </a:lnTo>
                  <a:lnTo>
                    <a:pt x="5529399" y="236961"/>
                  </a:lnTo>
                  <a:lnTo>
                    <a:pt x="5529508" y="236961"/>
                  </a:lnTo>
                  <a:lnTo>
                    <a:pt x="5529616" y="236961"/>
                  </a:lnTo>
                  <a:lnTo>
                    <a:pt x="5529724" y="236961"/>
                  </a:lnTo>
                  <a:lnTo>
                    <a:pt x="5529833" y="236961"/>
                  </a:lnTo>
                  <a:lnTo>
                    <a:pt x="5529941" y="236961"/>
                  </a:lnTo>
                  <a:lnTo>
                    <a:pt x="5530050" y="236961"/>
                  </a:lnTo>
                  <a:lnTo>
                    <a:pt x="5530158" y="236961"/>
                  </a:lnTo>
                  <a:lnTo>
                    <a:pt x="5530267" y="236961"/>
                  </a:lnTo>
                  <a:lnTo>
                    <a:pt x="5530375" y="236961"/>
                  </a:lnTo>
                  <a:lnTo>
                    <a:pt x="5530484" y="236961"/>
                  </a:lnTo>
                  <a:lnTo>
                    <a:pt x="5530592" y="236961"/>
                  </a:lnTo>
                  <a:lnTo>
                    <a:pt x="5530701" y="236961"/>
                  </a:lnTo>
                  <a:lnTo>
                    <a:pt x="5530809" y="236961"/>
                  </a:lnTo>
                  <a:lnTo>
                    <a:pt x="5530917" y="236961"/>
                  </a:lnTo>
                  <a:lnTo>
                    <a:pt x="5531026" y="236961"/>
                  </a:lnTo>
                  <a:lnTo>
                    <a:pt x="5531134" y="236961"/>
                  </a:lnTo>
                  <a:lnTo>
                    <a:pt x="5531243" y="236961"/>
                  </a:lnTo>
                  <a:lnTo>
                    <a:pt x="5531351" y="236961"/>
                  </a:lnTo>
                  <a:lnTo>
                    <a:pt x="5531460" y="236961"/>
                  </a:lnTo>
                  <a:lnTo>
                    <a:pt x="5531568" y="236961"/>
                  </a:lnTo>
                  <a:lnTo>
                    <a:pt x="5531677" y="236961"/>
                  </a:lnTo>
                  <a:lnTo>
                    <a:pt x="5531785" y="236961"/>
                  </a:lnTo>
                  <a:lnTo>
                    <a:pt x="5531893" y="236961"/>
                  </a:lnTo>
                  <a:lnTo>
                    <a:pt x="5532002" y="236961"/>
                  </a:lnTo>
                  <a:lnTo>
                    <a:pt x="5532110" y="236961"/>
                  </a:lnTo>
                  <a:lnTo>
                    <a:pt x="5532219" y="236961"/>
                  </a:lnTo>
                  <a:lnTo>
                    <a:pt x="5532327" y="236961"/>
                  </a:lnTo>
                  <a:lnTo>
                    <a:pt x="5532436" y="236961"/>
                  </a:lnTo>
                  <a:lnTo>
                    <a:pt x="5532544" y="236961"/>
                  </a:lnTo>
                  <a:lnTo>
                    <a:pt x="5532653" y="236961"/>
                  </a:lnTo>
                  <a:lnTo>
                    <a:pt x="5532761" y="236961"/>
                  </a:lnTo>
                  <a:lnTo>
                    <a:pt x="5532869" y="236961"/>
                  </a:lnTo>
                  <a:lnTo>
                    <a:pt x="5532978" y="236961"/>
                  </a:lnTo>
                  <a:lnTo>
                    <a:pt x="5532978" y="236337"/>
                  </a:lnTo>
                  <a:lnTo>
                    <a:pt x="5533086" y="236337"/>
                  </a:lnTo>
                  <a:lnTo>
                    <a:pt x="5533195" y="236337"/>
                  </a:lnTo>
                  <a:lnTo>
                    <a:pt x="5533303" y="236337"/>
                  </a:lnTo>
                  <a:lnTo>
                    <a:pt x="5533412" y="236337"/>
                  </a:lnTo>
                  <a:lnTo>
                    <a:pt x="5533520" y="236337"/>
                  </a:lnTo>
                  <a:lnTo>
                    <a:pt x="5533629" y="236337"/>
                  </a:lnTo>
                  <a:lnTo>
                    <a:pt x="5533737" y="236337"/>
                  </a:lnTo>
                  <a:lnTo>
                    <a:pt x="5533845" y="236337"/>
                  </a:lnTo>
                  <a:lnTo>
                    <a:pt x="5533954" y="236337"/>
                  </a:lnTo>
                  <a:lnTo>
                    <a:pt x="5534062" y="236337"/>
                  </a:lnTo>
                  <a:lnTo>
                    <a:pt x="5534171" y="236337"/>
                  </a:lnTo>
                  <a:lnTo>
                    <a:pt x="5534279" y="236337"/>
                  </a:lnTo>
                  <a:lnTo>
                    <a:pt x="5534388" y="236337"/>
                  </a:lnTo>
                  <a:lnTo>
                    <a:pt x="5534496" y="236337"/>
                  </a:lnTo>
                  <a:lnTo>
                    <a:pt x="5534605" y="236337"/>
                  </a:lnTo>
                  <a:lnTo>
                    <a:pt x="5534713" y="236337"/>
                  </a:lnTo>
                  <a:lnTo>
                    <a:pt x="5534821" y="236337"/>
                  </a:lnTo>
                  <a:lnTo>
                    <a:pt x="5534930" y="236337"/>
                  </a:lnTo>
                  <a:lnTo>
                    <a:pt x="5535038" y="236337"/>
                  </a:lnTo>
                  <a:lnTo>
                    <a:pt x="5535147" y="236337"/>
                  </a:lnTo>
                  <a:lnTo>
                    <a:pt x="5535255" y="236337"/>
                  </a:lnTo>
                  <a:lnTo>
                    <a:pt x="5535364" y="236337"/>
                  </a:lnTo>
                  <a:lnTo>
                    <a:pt x="5535472" y="236337"/>
                  </a:lnTo>
                  <a:lnTo>
                    <a:pt x="5535581" y="236337"/>
                  </a:lnTo>
                  <a:lnTo>
                    <a:pt x="5535689" y="236337"/>
                  </a:lnTo>
                  <a:lnTo>
                    <a:pt x="5535798" y="236337"/>
                  </a:lnTo>
                  <a:lnTo>
                    <a:pt x="5535906" y="236337"/>
                  </a:lnTo>
                  <a:lnTo>
                    <a:pt x="5536014" y="236337"/>
                  </a:lnTo>
                  <a:lnTo>
                    <a:pt x="5536123" y="236337"/>
                  </a:lnTo>
                  <a:lnTo>
                    <a:pt x="5536231" y="236337"/>
                  </a:lnTo>
                  <a:lnTo>
                    <a:pt x="5536340" y="236337"/>
                  </a:lnTo>
                  <a:lnTo>
                    <a:pt x="5536448" y="236337"/>
                  </a:lnTo>
                  <a:lnTo>
                    <a:pt x="5536557" y="236337"/>
                  </a:lnTo>
                  <a:lnTo>
                    <a:pt x="5536665" y="236337"/>
                  </a:lnTo>
                  <a:lnTo>
                    <a:pt x="5536774" y="236337"/>
                  </a:lnTo>
                  <a:lnTo>
                    <a:pt x="5536774" y="235714"/>
                  </a:lnTo>
                  <a:lnTo>
                    <a:pt x="5536774" y="235090"/>
                  </a:lnTo>
                  <a:lnTo>
                    <a:pt x="5536882" y="235090"/>
                  </a:lnTo>
                  <a:lnTo>
                    <a:pt x="5536990" y="235090"/>
                  </a:lnTo>
                  <a:lnTo>
                    <a:pt x="5537099" y="235090"/>
                  </a:lnTo>
                  <a:lnTo>
                    <a:pt x="5537207" y="235090"/>
                  </a:lnTo>
                  <a:lnTo>
                    <a:pt x="5537316" y="235090"/>
                  </a:lnTo>
                  <a:lnTo>
                    <a:pt x="5537424" y="235090"/>
                  </a:lnTo>
                  <a:lnTo>
                    <a:pt x="5537533" y="235090"/>
                  </a:lnTo>
                  <a:lnTo>
                    <a:pt x="5537641" y="235090"/>
                  </a:lnTo>
                  <a:lnTo>
                    <a:pt x="5537750" y="235090"/>
                  </a:lnTo>
                  <a:lnTo>
                    <a:pt x="5537858" y="235090"/>
                  </a:lnTo>
                  <a:lnTo>
                    <a:pt x="5537966" y="235090"/>
                  </a:lnTo>
                  <a:lnTo>
                    <a:pt x="5538075" y="235090"/>
                  </a:lnTo>
                  <a:lnTo>
                    <a:pt x="5538183" y="235090"/>
                  </a:lnTo>
                  <a:lnTo>
                    <a:pt x="5538292" y="235090"/>
                  </a:lnTo>
                  <a:lnTo>
                    <a:pt x="5538292" y="234466"/>
                  </a:lnTo>
                  <a:lnTo>
                    <a:pt x="5538400" y="234466"/>
                  </a:lnTo>
                  <a:lnTo>
                    <a:pt x="5538509" y="234466"/>
                  </a:lnTo>
                  <a:lnTo>
                    <a:pt x="5538617" y="234466"/>
                  </a:lnTo>
                  <a:lnTo>
                    <a:pt x="5538726" y="234466"/>
                  </a:lnTo>
                  <a:lnTo>
                    <a:pt x="5538834" y="234466"/>
                  </a:lnTo>
                  <a:lnTo>
                    <a:pt x="5538942" y="234466"/>
                  </a:lnTo>
                  <a:lnTo>
                    <a:pt x="5539051" y="234466"/>
                  </a:lnTo>
                  <a:lnTo>
                    <a:pt x="5539159" y="234466"/>
                  </a:lnTo>
                  <a:lnTo>
                    <a:pt x="5539268" y="234466"/>
                  </a:lnTo>
                  <a:lnTo>
                    <a:pt x="5539376" y="234466"/>
                  </a:lnTo>
                  <a:lnTo>
                    <a:pt x="5539485" y="234466"/>
                  </a:lnTo>
                  <a:lnTo>
                    <a:pt x="5539485" y="233843"/>
                  </a:lnTo>
                  <a:lnTo>
                    <a:pt x="5539593" y="233843"/>
                  </a:lnTo>
                  <a:lnTo>
                    <a:pt x="5539702" y="233843"/>
                  </a:lnTo>
                  <a:lnTo>
                    <a:pt x="5539810" y="233843"/>
                  </a:lnTo>
                  <a:lnTo>
                    <a:pt x="5539919" y="233843"/>
                  </a:lnTo>
                  <a:lnTo>
                    <a:pt x="5540027" y="233843"/>
                  </a:lnTo>
                  <a:lnTo>
                    <a:pt x="5540135" y="233843"/>
                  </a:lnTo>
                  <a:lnTo>
                    <a:pt x="5540244" y="233843"/>
                  </a:lnTo>
                  <a:lnTo>
                    <a:pt x="5540352" y="233843"/>
                  </a:lnTo>
                  <a:lnTo>
                    <a:pt x="5540461" y="233843"/>
                  </a:lnTo>
                  <a:lnTo>
                    <a:pt x="5540569" y="233843"/>
                  </a:lnTo>
                  <a:lnTo>
                    <a:pt x="5540678" y="233843"/>
                  </a:lnTo>
                  <a:lnTo>
                    <a:pt x="5540786" y="233843"/>
                  </a:lnTo>
                  <a:lnTo>
                    <a:pt x="5540895" y="233843"/>
                  </a:lnTo>
                  <a:lnTo>
                    <a:pt x="5541003" y="233843"/>
                  </a:lnTo>
                  <a:lnTo>
                    <a:pt x="5541111" y="233843"/>
                  </a:lnTo>
                  <a:lnTo>
                    <a:pt x="5541220" y="233843"/>
                  </a:lnTo>
                  <a:lnTo>
                    <a:pt x="5541328" y="233843"/>
                  </a:lnTo>
                  <a:lnTo>
                    <a:pt x="5541437" y="233843"/>
                  </a:lnTo>
                  <a:lnTo>
                    <a:pt x="5541545" y="233843"/>
                  </a:lnTo>
                  <a:lnTo>
                    <a:pt x="5541654" y="233843"/>
                  </a:lnTo>
                  <a:lnTo>
                    <a:pt x="5541762" y="233843"/>
                  </a:lnTo>
                  <a:lnTo>
                    <a:pt x="5541871" y="233843"/>
                  </a:lnTo>
                  <a:lnTo>
                    <a:pt x="5541979" y="233843"/>
                  </a:lnTo>
                  <a:lnTo>
                    <a:pt x="5542087" y="233843"/>
                  </a:lnTo>
                  <a:lnTo>
                    <a:pt x="5542087" y="233219"/>
                  </a:lnTo>
                  <a:lnTo>
                    <a:pt x="5542196" y="233219"/>
                  </a:lnTo>
                  <a:lnTo>
                    <a:pt x="5542304" y="233219"/>
                  </a:lnTo>
                  <a:lnTo>
                    <a:pt x="5542413" y="233219"/>
                  </a:lnTo>
                  <a:lnTo>
                    <a:pt x="5542521" y="233219"/>
                  </a:lnTo>
                  <a:lnTo>
                    <a:pt x="5542630" y="233219"/>
                  </a:lnTo>
                  <a:lnTo>
                    <a:pt x="5542738" y="233219"/>
                  </a:lnTo>
                  <a:lnTo>
                    <a:pt x="5542847" y="233219"/>
                  </a:lnTo>
                  <a:lnTo>
                    <a:pt x="5542955" y="233219"/>
                  </a:lnTo>
                  <a:lnTo>
                    <a:pt x="5543063" y="233219"/>
                  </a:lnTo>
                  <a:lnTo>
                    <a:pt x="5543172" y="233219"/>
                  </a:lnTo>
                  <a:lnTo>
                    <a:pt x="5543280" y="233219"/>
                  </a:lnTo>
                  <a:lnTo>
                    <a:pt x="5543389" y="233219"/>
                  </a:lnTo>
                  <a:lnTo>
                    <a:pt x="5543497" y="233219"/>
                  </a:lnTo>
                  <a:lnTo>
                    <a:pt x="5543606" y="233219"/>
                  </a:lnTo>
                  <a:lnTo>
                    <a:pt x="5543714" y="233219"/>
                  </a:lnTo>
                  <a:lnTo>
                    <a:pt x="5543823" y="233219"/>
                  </a:lnTo>
                  <a:lnTo>
                    <a:pt x="5543931" y="233219"/>
                  </a:lnTo>
                  <a:lnTo>
                    <a:pt x="5544040" y="233219"/>
                  </a:lnTo>
                  <a:lnTo>
                    <a:pt x="5544148" y="233219"/>
                  </a:lnTo>
                  <a:lnTo>
                    <a:pt x="5544256" y="233219"/>
                  </a:lnTo>
                  <a:lnTo>
                    <a:pt x="5544365" y="233219"/>
                  </a:lnTo>
                  <a:lnTo>
                    <a:pt x="5544473" y="233219"/>
                  </a:lnTo>
                  <a:lnTo>
                    <a:pt x="5544582" y="233219"/>
                  </a:lnTo>
                  <a:lnTo>
                    <a:pt x="5544582" y="232596"/>
                  </a:lnTo>
                  <a:lnTo>
                    <a:pt x="5544690" y="232596"/>
                  </a:lnTo>
                  <a:lnTo>
                    <a:pt x="5544799" y="232596"/>
                  </a:lnTo>
                  <a:lnTo>
                    <a:pt x="5544907" y="232596"/>
                  </a:lnTo>
                  <a:lnTo>
                    <a:pt x="5544907" y="231972"/>
                  </a:lnTo>
                  <a:lnTo>
                    <a:pt x="5544907" y="231349"/>
                  </a:lnTo>
                  <a:lnTo>
                    <a:pt x="5545016" y="231349"/>
                  </a:lnTo>
                  <a:lnTo>
                    <a:pt x="5545124" y="231349"/>
                  </a:lnTo>
                  <a:lnTo>
                    <a:pt x="5545232" y="231349"/>
                  </a:lnTo>
                  <a:lnTo>
                    <a:pt x="5545341" y="231349"/>
                  </a:lnTo>
                  <a:lnTo>
                    <a:pt x="5545449" y="231349"/>
                  </a:lnTo>
                  <a:lnTo>
                    <a:pt x="5545558" y="231349"/>
                  </a:lnTo>
                  <a:lnTo>
                    <a:pt x="5545666" y="231349"/>
                  </a:lnTo>
                  <a:lnTo>
                    <a:pt x="5545775" y="231349"/>
                  </a:lnTo>
                  <a:lnTo>
                    <a:pt x="5545883" y="231349"/>
                  </a:lnTo>
                  <a:lnTo>
                    <a:pt x="5545992" y="231349"/>
                  </a:lnTo>
                  <a:lnTo>
                    <a:pt x="5546100" y="231349"/>
                  </a:lnTo>
                  <a:lnTo>
                    <a:pt x="5546208" y="231349"/>
                  </a:lnTo>
                  <a:lnTo>
                    <a:pt x="5546317" y="231349"/>
                  </a:lnTo>
                  <a:lnTo>
                    <a:pt x="5546425" y="231349"/>
                  </a:lnTo>
                  <a:lnTo>
                    <a:pt x="5546534" y="231349"/>
                  </a:lnTo>
                  <a:lnTo>
                    <a:pt x="5546642" y="231349"/>
                  </a:lnTo>
                  <a:lnTo>
                    <a:pt x="5546751" y="231349"/>
                  </a:lnTo>
                  <a:lnTo>
                    <a:pt x="5546751" y="230725"/>
                  </a:lnTo>
                  <a:lnTo>
                    <a:pt x="5546859" y="230725"/>
                  </a:lnTo>
                  <a:lnTo>
                    <a:pt x="5546968" y="230725"/>
                  </a:lnTo>
                  <a:lnTo>
                    <a:pt x="5547076" y="230725"/>
                  </a:lnTo>
                  <a:lnTo>
                    <a:pt x="5547184" y="230725"/>
                  </a:lnTo>
                  <a:lnTo>
                    <a:pt x="5547293" y="230725"/>
                  </a:lnTo>
                  <a:lnTo>
                    <a:pt x="5547401" y="230725"/>
                  </a:lnTo>
                  <a:lnTo>
                    <a:pt x="5547510" y="230725"/>
                  </a:lnTo>
                  <a:lnTo>
                    <a:pt x="5547510" y="230101"/>
                  </a:lnTo>
                  <a:lnTo>
                    <a:pt x="5547618" y="230101"/>
                  </a:lnTo>
                  <a:lnTo>
                    <a:pt x="5547727" y="230101"/>
                  </a:lnTo>
                  <a:lnTo>
                    <a:pt x="5547835" y="230101"/>
                  </a:lnTo>
                  <a:lnTo>
                    <a:pt x="5547944" y="230101"/>
                  </a:lnTo>
                  <a:lnTo>
                    <a:pt x="5548052" y="230101"/>
                  </a:lnTo>
                  <a:lnTo>
                    <a:pt x="5548161" y="230101"/>
                  </a:lnTo>
                  <a:lnTo>
                    <a:pt x="5548269" y="230101"/>
                  </a:lnTo>
                  <a:lnTo>
                    <a:pt x="5548377" y="230101"/>
                  </a:lnTo>
                  <a:lnTo>
                    <a:pt x="5548486" y="230101"/>
                  </a:lnTo>
                  <a:lnTo>
                    <a:pt x="5548594" y="230101"/>
                  </a:lnTo>
                  <a:lnTo>
                    <a:pt x="5548703" y="230101"/>
                  </a:lnTo>
                  <a:lnTo>
                    <a:pt x="5548811" y="230101"/>
                  </a:lnTo>
                  <a:lnTo>
                    <a:pt x="5548920" y="230101"/>
                  </a:lnTo>
                  <a:lnTo>
                    <a:pt x="5549028" y="230101"/>
                  </a:lnTo>
                  <a:lnTo>
                    <a:pt x="5549137" y="230101"/>
                  </a:lnTo>
                  <a:lnTo>
                    <a:pt x="5549245" y="230101"/>
                  </a:lnTo>
                  <a:lnTo>
                    <a:pt x="5549353" y="230101"/>
                  </a:lnTo>
                  <a:lnTo>
                    <a:pt x="5549462" y="230101"/>
                  </a:lnTo>
                  <a:lnTo>
                    <a:pt x="5549570" y="230101"/>
                  </a:lnTo>
                  <a:lnTo>
                    <a:pt x="5549679" y="230101"/>
                  </a:lnTo>
                  <a:lnTo>
                    <a:pt x="5549787" y="230101"/>
                  </a:lnTo>
                  <a:lnTo>
                    <a:pt x="5549896" y="230101"/>
                  </a:lnTo>
                  <a:lnTo>
                    <a:pt x="5550004" y="230101"/>
                  </a:lnTo>
                  <a:lnTo>
                    <a:pt x="5550113" y="230101"/>
                  </a:lnTo>
                  <a:lnTo>
                    <a:pt x="5550221" y="230101"/>
                  </a:lnTo>
                  <a:lnTo>
                    <a:pt x="5550329" y="230101"/>
                  </a:lnTo>
                  <a:lnTo>
                    <a:pt x="5550438" y="230101"/>
                  </a:lnTo>
                  <a:lnTo>
                    <a:pt x="5550546" y="230101"/>
                  </a:lnTo>
                  <a:lnTo>
                    <a:pt x="5550655" y="230101"/>
                  </a:lnTo>
                  <a:lnTo>
                    <a:pt x="5550763" y="230101"/>
                  </a:lnTo>
                  <a:lnTo>
                    <a:pt x="5550872" y="230101"/>
                  </a:lnTo>
                  <a:lnTo>
                    <a:pt x="5550980" y="230101"/>
                  </a:lnTo>
                  <a:lnTo>
                    <a:pt x="5551089" y="230101"/>
                  </a:lnTo>
                  <a:lnTo>
                    <a:pt x="5551197" y="230101"/>
                  </a:lnTo>
                  <a:lnTo>
                    <a:pt x="5551305" y="230101"/>
                  </a:lnTo>
                  <a:lnTo>
                    <a:pt x="5551414" y="230101"/>
                  </a:lnTo>
                  <a:lnTo>
                    <a:pt x="5551522" y="230101"/>
                  </a:lnTo>
                  <a:lnTo>
                    <a:pt x="5551631" y="230101"/>
                  </a:lnTo>
                  <a:lnTo>
                    <a:pt x="5551739" y="230101"/>
                  </a:lnTo>
                  <a:lnTo>
                    <a:pt x="5551848" y="230101"/>
                  </a:lnTo>
                  <a:lnTo>
                    <a:pt x="5551956" y="230101"/>
                  </a:lnTo>
                  <a:lnTo>
                    <a:pt x="5552065" y="230101"/>
                  </a:lnTo>
                  <a:lnTo>
                    <a:pt x="5552173" y="230101"/>
                  </a:lnTo>
                  <a:lnTo>
                    <a:pt x="5552282" y="230101"/>
                  </a:lnTo>
                  <a:lnTo>
                    <a:pt x="5552390" y="230101"/>
                  </a:lnTo>
                  <a:lnTo>
                    <a:pt x="5552498" y="230101"/>
                  </a:lnTo>
                  <a:lnTo>
                    <a:pt x="5552607" y="230101"/>
                  </a:lnTo>
                  <a:lnTo>
                    <a:pt x="5552607" y="229478"/>
                  </a:lnTo>
                  <a:lnTo>
                    <a:pt x="5552715" y="229478"/>
                  </a:lnTo>
                  <a:lnTo>
                    <a:pt x="5552824" y="229478"/>
                  </a:lnTo>
                  <a:lnTo>
                    <a:pt x="5552824" y="228854"/>
                  </a:lnTo>
                  <a:lnTo>
                    <a:pt x="5552932" y="228854"/>
                  </a:lnTo>
                  <a:lnTo>
                    <a:pt x="5552932" y="228231"/>
                  </a:lnTo>
                  <a:lnTo>
                    <a:pt x="5553041" y="228231"/>
                  </a:lnTo>
                  <a:lnTo>
                    <a:pt x="5553149" y="228231"/>
                  </a:lnTo>
                  <a:lnTo>
                    <a:pt x="5553258" y="228231"/>
                  </a:lnTo>
                  <a:lnTo>
                    <a:pt x="5553366" y="228231"/>
                  </a:lnTo>
                  <a:lnTo>
                    <a:pt x="5553474" y="228231"/>
                  </a:lnTo>
                  <a:lnTo>
                    <a:pt x="5553583" y="228231"/>
                  </a:lnTo>
                  <a:lnTo>
                    <a:pt x="5553691" y="228231"/>
                  </a:lnTo>
                  <a:lnTo>
                    <a:pt x="5553800" y="228231"/>
                  </a:lnTo>
                  <a:lnTo>
                    <a:pt x="5553908" y="228231"/>
                  </a:lnTo>
                  <a:lnTo>
                    <a:pt x="5554017" y="228231"/>
                  </a:lnTo>
                  <a:lnTo>
                    <a:pt x="5554017" y="227607"/>
                  </a:lnTo>
                  <a:lnTo>
                    <a:pt x="5554125" y="227607"/>
                  </a:lnTo>
                  <a:lnTo>
                    <a:pt x="5554234" y="227607"/>
                  </a:lnTo>
                  <a:lnTo>
                    <a:pt x="5554234" y="226983"/>
                  </a:lnTo>
                  <a:lnTo>
                    <a:pt x="5554342" y="226983"/>
                  </a:lnTo>
                  <a:lnTo>
                    <a:pt x="5554450" y="226983"/>
                  </a:lnTo>
                  <a:lnTo>
                    <a:pt x="5554559" y="226983"/>
                  </a:lnTo>
                  <a:lnTo>
                    <a:pt x="5554667" y="226983"/>
                  </a:lnTo>
                  <a:lnTo>
                    <a:pt x="5554776" y="226983"/>
                  </a:lnTo>
                  <a:lnTo>
                    <a:pt x="5554884" y="226983"/>
                  </a:lnTo>
                  <a:lnTo>
                    <a:pt x="5554993" y="226983"/>
                  </a:lnTo>
                  <a:lnTo>
                    <a:pt x="5555101" y="226983"/>
                  </a:lnTo>
                  <a:lnTo>
                    <a:pt x="5555210" y="226983"/>
                  </a:lnTo>
                  <a:lnTo>
                    <a:pt x="5555318" y="226983"/>
                  </a:lnTo>
                  <a:lnTo>
                    <a:pt x="5555426" y="226983"/>
                  </a:lnTo>
                  <a:lnTo>
                    <a:pt x="5555535" y="226983"/>
                  </a:lnTo>
                  <a:lnTo>
                    <a:pt x="5555643" y="226983"/>
                  </a:lnTo>
                  <a:lnTo>
                    <a:pt x="5555752" y="226983"/>
                  </a:lnTo>
                  <a:lnTo>
                    <a:pt x="5555860" y="226983"/>
                  </a:lnTo>
                  <a:lnTo>
                    <a:pt x="5555969" y="226983"/>
                  </a:lnTo>
                  <a:lnTo>
                    <a:pt x="5556077" y="226983"/>
                  </a:lnTo>
                  <a:lnTo>
                    <a:pt x="5556186" y="226983"/>
                  </a:lnTo>
                  <a:lnTo>
                    <a:pt x="5556294" y="226983"/>
                  </a:lnTo>
                  <a:lnTo>
                    <a:pt x="5556402" y="226983"/>
                  </a:lnTo>
                  <a:lnTo>
                    <a:pt x="5556402" y="226360"/>
                  </a:lnTo>
                  <a:lnTo>
                    <a:pt x="5556511" y="226360"/>
                  </a:lnTo>
                  <a:lnTo>
                    <a:pt x="5556619" y="226360"/>
                  </a:lnTo>
                  <a:lnTo>
                    <a:pt x="5556728" y="226360"/>
                  </a:lnTo>
                  <a:lnTo>
                    <a:pt x="5556836" y="226360"/>
                  </a:lnTo>
                  <a:lnTo>
                    <a:pt x="5556945" y="226360"/>
                  </a:lnTo>
                  <a:lnTo>
                    <a:pt x="5557053" y="226360"/>
                  </a:lnTo>
                  <a:lnTo>
                    <a:pt x="5557162" y="226360"/>
                  </a:lnTo>
                  <a:lnTo>
                    <a:pt x="5557162" y="225736"/>
                  </a:lnTo>
                  <a:lnTo>
                    <a:pt x="5557270" y="225736"/>
                  </a:lnTo>
                  <a:lnTo>
                    <a:pt x="5557379" y="225736"/>
                  </a:lnTo>
                  <a:lnTo>
                    <a:pt x="5557487" y="225736"/>
                  </a:lnTo>
                  <a:lnTo>
                    <a:pt x="5557595" y="225736"/>
                  </a:lnTo>
                  <a:lnTo>
                    <a:pt x="5557704" y="225736"/>
                  </a:lnTo>
                  <a:lnTo>
                    <a:pt x="5557812" y="225736"/>
                  </a:lnTo>
                  <a:lnTo>
                    <a:pt x="5557921" y="225736"/>
                  </a:lnTo>
                  <a:lnTo>
                    <a:pt x="5558029" y="225736"/>
                  </a:lnTo>
                  <a:lnTo>
                    <a:pt x="5558138" y="225736"/>
                  </a:lnTo>
                  <a:lnTo>
                    <a:pt x="5558246" y="225736"/>
                  </a:lnTo>
                  <a:lnTo>
                    <a:pt x="5558355" y="225736"/>
                  </a:lnTo>
                  <a:lnTo>
                    <a:pt x="5558463" y="225736"/>
                  </a:lnTo>
                  <a:lnTo>
                    <a:pt x="5558571" y="225736"/>
                  </a:lnTo>
                  <a:lnTo>
                    <a:pt x="5558680" y="225736"/>
                  </a:lnTo>
                  <a:lnTo>
                    <a:pt x="5558788" y="225736"/>
                  </a:lnTo>
                  <a:lnTo>
                    <a:pt x="5558897" y="225736"/>
                  </a:lnTo>
                  <a:lnTo>
                    <a:pt x="5559005" y="225736"/>
                  </a:lnTo>
                  <a:lnTo>
                    <a:pt x="5559114" y="225736"/>
                  </a:lnTo>
                  <a:lnTo>
                    <a:pt x="5559222" y="225736"/>
                  </a:lnTo>
                  <a:lnTo>
                    <a:pt x="5559331" y="225736"/>
                  </a:lnTo>
                  <a:lnTo>
                    <a:pt x="5559439" y="225736"/>
                  </a:lnTo>
                  <a:lnTo>
                    <a:pt x="5559547" y="225736"/>
                  </a:lnTo>
                  <a:lnTo>
                    <a:pt x="5559656" y="225736"/>
                  </a:lnTo>
                  <a:lnTo>
                    <a:pt x="5559764" y="225736"/>
                  </a:lnTo>
                  <a:lnTo>
                    <a:pt x="5559873" y="225736"/>
                  </a:lnTo>
                  <a:lnTo>
                    <a:pt x="5559981" y="225736"/>
                  </a:lnTo>
                  <a:lnTo>
                    <a:pt x="5560090" y="225736"/>
                  </a:lnTo>
                  <a:lnTo>
                    <a:pt x="5560198" y="225736"/>
                  </a:lnTo>
                  <a:lnTo>
                    <a:pt x="5560307" y="225736"/>
                  </a:lnTo>
                  <a:lnTo>
                    <a:pt x="5560415" y="225736"/>
                  </a:lnTo>
                  <a:lnTo>
                    <a:pt x="5560523" y="225736"/>
                  </a:lnTo>
                  <a:lnTo>
                    <a:pt x="5560632" y="225736"/>
                  </a:lnTo>
                  <a:lnTo>
                    <a:pt x="5560740" y="225736"/>
                  </a:lnTo>
                  <a:lnTo>
                    <a:pt x="5560849" y="225736"/>
                  </a:lnTo>
                  <a:lnTo>
                    <a:pt x="5560957" y="225736"/>
                  </a:lnTo>
                  <a:lnTo>
                    <a:pt x="5560957" y="225113"/>
                  </a:lnTo>
                  <a:lnTo>
                    <a:pt x="5561066" y="225113"/>
                  </a:lnTo>
                  <a:lnTo>
                    <a:pt x="5561174" y="225113"/>
                  </a:lnTo>
                  <a:lnTo>
                    <a:pt x="5561283" y="225113"/>
                  </a:lnTo>
                  <a:lnTo>
                    <a:pt x="5561391" y="225113"/>
                  </a:lnTo>
                  <a:lnTo>
                    <a:pt x="5561500" y="225113"/>
                  </a:lnTo>
                  <a:lnTo>
                    <a:pt x="5561608" y="225113"/>
                  </a:lnTo>
                  <a:lnTo>
                    <a:pt x="5561716" y="225113"/>
                  </a:lnTo>
                  <a:lnTo>
                    <a:pt x="5561825" y="225113"/>
                  </a:lnTo>
                  <a:lnTo>
                    <a:pt x="5561933" y="225113"/>
                  </a:lnTo>
                  <a:lnTo>
                    <a:pt x="5562042" y="225113"/>
                  </a:lnTo>
                  <a:lnTo>
                    <a:pt x="5562150" y="225113"/>
                  </a:lnTo>
                  <a:lnTo>
                    <a:pt x="5562259" y="225113"/>
                  </a:lnTo>
                  <a:lnTo>
                    <a:pt x="5562367" y="225113"/>
                  </a:lnTo>
                  <a:lnTo>
                    <a:pt x="5562367" y="224489"/>
                  </a:lnTo>
                  <a:lnTo>
                    <a:pt x="5562476" y="224489"/>
                  </a:lnTo>
                  <a:lnTo>
                    <a:pt x="5562584" y="224489"/>
                  </a:lnTo>
                  <a:lnTo>
                    <a:pt x="5562692" y="224489"/>
                  </a:lnTo>
                  <a:lnTo>
                    <a:pt x="5562801" y="224489"/>
                  </a:lnTo>
                  <a:lnTo>
                    <a:pt x="5562909" y="224489"/>
                  </a:lnTo>
                  <a:lnTo>
                    <a:pt x="5562909" y="223866"/>
                  </a:lnTo>
                  <a:lnTo>
                    <a:pt x="5563018" y="223866"/>
                  </a:lnTo>
                  <a:lnTo>
                    <a:pt x="5563126" y="223866"/>
                  </a:lnTo>
                  <a:lnTo>
                    <a:pt x="5563235" y="223866"/>
                  </a:lnTo>
                  <a:lnTo>
                    <a:pt x="5563235" y="223242"/>
                  </a:lnTo>
                  <a:lnTo>
                    <a:pt x="5563343" y="223242"/>
                  </a:lnTo>
                  <a:lnTo>
                    <a:pt x="5563452" y="223242"/>
                  </a:lnTo>
                  <a:lnTo>
                    <a:pt x="5563560" y="223242"/>
                  </a:lnTo>
                  <a:lnTo>
                    <a:pt x="5563668" y="223242"/>
                  </a:lnTo>
                  <a:lnTo>
                    <a:pt x="5563777" y="223242"/>
                  </a:lnTo>
                  <a:lnTo>
                    <a:pt x="5563885" y="223242"/>
                  </a:lnTo>
                  <a:lnTo>
                    <a:pt x="5563994" y="223242"/>
                  </a:lnTo>
                  <a:lnTo>
                    <a:pt x="5564102" y="223242"/>
                  </a:lnTo>
                  <a:lnTo>
                    <a:pt x="5564211" y="223242"/>
                  </a:lnTo>
                  <a:lnTo>
                    <a:pt x="5564319" y="223242"/>
                  </a:lnTo>
                  <a:lnTo>
                    <a:pt x="5564428" y="223242"/>
                  </a:lnTo>
                  <a:lnTo>
                    <a:pt x="5564536" y="223242"/>
                  </a:lnTo>
                  <a:lnTo>
                    <a:pt x="5564644" y="223242"/>
                  </a:lnTo>
                  <a:lnTo>
                    <a:pt x="5564753" y="223242"/>
                  </a:lnTo>
                  <a:lnTo>
                    <a:pt x="5564861" y="223242"/>
                  </a:lnTo>
                  <a:lnTo>
                    <a:pt x="5564970" y="223242"/>
                  </a:lnTo>
                  <a:lnTo>
                    <a:pt x="5565078" y="223242"/>
                  </a:lnTo>
                  <a:lnTo>
                    <a:pt x="5565187" y="223242"/>
                  </a:lnTo>
                  <a:lnTo>
                    <a:pt x="5565295" y="223242"/>
                  </a:lnTo>
                  <a:lnTo>
                    <a:pt x="5565404" y="223242"/>
                  </a:lnTo>
                  <a:lnTo>
                    <a:pt x="5565512" y="223242"/>
                  </a:lnTo>
                  <a:lnTo>
                    <a:pt x="5565621" y="223242"/>
                  </a:lnTo>
                  <a:lnTo>
                    <a:pt x="5565729" y="223242"/>
                  </a:lnTo>
                  <a:lnTo>
                    <a:pt x="5565837" y="223242"/>
                  </a:lnTo>
                  <a:lnTo>
                    <a:pt x="5565946" y="223242"/>
                  </a:lnTo>
                  <a:lnTo>
                    <a:pt x="5566054" y="223242"/>
                  </a:lnTo>
                  <a:lnTo>
                    <a:pt x="5566163" y="223242"/>
                  </a:lnTo>
                  <a:lnTo>
                    <a:pt x="5566271" y="223242"/>
                  </a:lnTo>
                  <a:lnTo>
                    <a:pt x="5566380" y="223242"/>
                  </a:lnTo>
                  <a:lnTo>
                    <a:pt x="5566488" y="223242"/>
                  </a:lnTo>
                  <a:lnTo>
                    <a:pt x="5566597" y="223242"/>
                  </a:lnTo>
                  <a:lnTo>
                    <a:pt x="5566705" y="223242"/>
                  </a:lnTo>
                  <a:lnTo>
                    <a:pt x="5566813" y="223242"/>
                  </a:lnTo>
                  <a:lnTo>
                    <a:pt x="5566813" y="222618"/>
                  </a:lnTo>
                  <a:lnTo>
                    <a:pt x="5566922" y="222618"/>
                  </a:lnTo>
                  <a:lnTo>
                    <a:pt x="5567030" y="222618"/>
                  </a:lnTo>
                  <a:lnTo>
                    <a:pt x="5567139" y="222618"/>
                  </a:lnTo>
                  <a:lnTo>
                    <a:pt x="5567247" y="222618"/>
                  </a:lnTo>
                  <a:lnTo>
                    <a:pt x="5567356" y="222618"/>
                  </a:lnTo>
                  <a:lnTo>
                    <a:pt x="5567464" y="222618"/>
                  </a:lnTo>
                  <a:lnTo>
                    <a:pt x="5567573" y="222618"/>
                  </a:lnTo>
                  <a:lnTo>
                    <a:pt x="5567681" y="222618"/>
                  </a:lnTo>
                  <a:lnTo>
                    <a:pt x="5567789" y="222618"/>
                  </a:lnTo>
                  <a:lnTo>
                    <a:pt x="5567898" y="222618"/>
                  </a:lnTo>
                  <a:lnTo>
                    <a:pt x="5568006" y="222618"/>
                  </a:lnTo>
                  <a:lnTo>
                    <a:pt x="5568006" y="221995"/>
                  </a:lnTo>
                  <a:lnTo>
                    <a:pt x="5568115" y="221995"/>
                  </a:lnTo>
                  <a:lnTo>
                    <a:pt x="5568223" y="221995"/>
                  </a:lnTo>
                  <a:lnTo>
                    <a:pt x="5568332" y="221995"/>
                  </a:lnTo>
                  <a:lnTo>
                    <a:pt x="5568440" y="221995"/>
                  </a:lnTo>
                  <a:lnTo>
                    <a:pt x="5568549" y="221995"/>
                  </a:lnTo>
                  <a:lnTo>
                    <a:pt x="5568549" y="221371"/>
                  </a:lnTo>
                  <a:lnTo>
                    <a:pt x="5568657" y="221371"/>
                  </a:lnTo>
                  <a:lnTo>
                    <a:pt x="5568765" y="221371"/>
                  </a:lnTo>
                  <a:lnTo>
                    <a:pt x="5568874" y="221371"/>
                  </a:lnTo>
                  <a:lnTo>
                    <a:pt x="5568982" y="221371"/>
                  </a:lnTo>
                  <a:lnTo>
                    <a:pt x="5569091" y="221371"/>
                  </a:lnTo>
                  <a:lnTo>
                    <a:pt x="5569199" y="221371"/>
                  </a:lnTo>
                  <a:lnTo>
                    <a:pt x="5569308" y="221371"/>
                  </a:lnTo>
                  <a:lnTo>
                    <a:pt x="5569416" y="221371"/>
                  </a:lnTo>
                  <a:lnTo>
                    <a:pt x="5569525" y="221371"/>
                  </a:lnTo>
                  <a:lnTo>
                    <a:pt x="5569633" y="221371"/>
                  </a:lnTo>
                  <a:lnTo>
                    <a:pt x="5569742" y="221371"/>
                  </a:lnTo>
                  <a:lnTo>
                    <a:pt x="5569850" y="221371"/>
                  </a:lnTo>
                  <a:lnTo>
                    <a:pt x="5569958" y="221371"/>
                  </a:lnTo>
                  <a:lnTo>
                    <a:pt x="5570067" y="221371"/>
                  </a:lnTo>
                  <a:lnTo>
                    <a:pt x="5570175" y="221371"/>
                  </a:lnTo>
                  <a:lnTo>
                    <a:pt x="5570284" y="221371"/>
                  </a:lnTo>
                  <a:lnTo>
                    <a:pt x="5570392" y="221371"/>
                  </a:lnTo>
                  <a:lnTo>
                    <a:pt x="5570501" y="221371"/>
                  </a:lnTo>
                  <a:lnTo>
                    <a:pt x="5570609" y="221371"/>
                  </a:lnTo>
                  <a:lnTo>
                    <a:pt x="5570718" y="221371"/>
                  </a:lnTo>
                  <a:lnTo>
                    <a:pt x="5570826" y="221371"/>
                  </a:lnTo>
                  <a:lnTo>
                    <a:pt x="5570934" y="221371"/>
                  </a:lnTo>
                  <a:lnTo>
                    <a:pt x="5571043" y="221371"/>
                  </a:lnTo>
                  <a:lnTo>
                    <a:pt x="5571151" y="221371"/>
                  </a:lnTo>
                  <a:lnTo>
                    <a:pt x="5571260" y="221371"/>
                  </a:lnTo>
                  <a:lnTo>
                    <a:pt x="5571368" y="221371"/>
                  </a:lnTo>
                  <a:lnTo>
                    <a:pt x="5571477" y="221371"/>
                  </a:lnTo>
                  <a:lnTo>
                    <a:pt x="5571585" y="221371"/>
                  </a:lnTo>
                  <a:lnTo>
                    <a:pt x="5571694" y="221371"/>
                  </a:lnTo>
                  <a:lnTo>
                    <a:pt x="5571802" y="221371"/>
                  </a:lnTo>
                  <a:lnTo>
                    <a:pt x="5571910" y="221371"/>
                  </a:lnTo>
                  <a:lnTo>
                    <a:pt x="5572019" y="221371"/>
                  </a:lnTo>
                  <a:lnTo>
                    <a:pt x="5572127" y="221371"/>
                  </a:lnTo>
                  <a:lnTo>
                    <a:pt x="5572236" y="221371"/>
                  </a:lnTo>
                  <a:lnTo>
                    <a:pt x="5572344" y="221371"/>
                  </a:lnTo>
                  <a:lnTo>
                    <a:pt x="5572453" y="221371"/>
                  </a:lnTo>
                  <a:lnTo>
                    <a:pt x="5572561" y="221371"/>
                  </a:lnTo>
                  <a:lnTo>
                    <a:pt x="5572670" y="221371"/>
                  </a:lnTo>
                  <a:lnTo>
                    <a:pt x="5572778" y="221371"/>
                  </a:lnTo>
                  <a:lnTo>
                    <a:pt x="5572886" y="221371"/>
                  </a:lnTo>
                  <a:lnTo>
                    <a:pt x="5572995" y="221371"/>
                  </a:lnTo>
                  <a:lnTo>
                    <a:pt x="5573103" y="221371"/>
                  </a:lnTo>
                  <a:lnTo>
                    <a:pt x="5573212" y="221371"/>
                  </a:lnTo>
                  <a:lnTo>
                    <a:pt x="5573320" y="221371"/>
                  </a:lnTo>
                  <a:lnTo>
                    <a:pt x="5573429" y="221371"/>
                  </a:lnTo>
                  <a:lnTo>
                    <a:pt x="5573537" y="221371"/>
                  </a:lnTo>
                  <a:lnTo>
                    <a:pt x="5573646" y="221371"/>
                  </a:lnTo>
                  <a:lnTo>
                    <a:pt x="5573646" y="220748"/>
                  </a:lnTo>
                  <a:lnTo>
                    <a:pt x="5573754" y="220748"/>
                  </a:lnTo>
                  <a:lnTo>
                    <a:pt x="5573863" y="220748"/>
                  </a:lnTo>
                  <a:lnTo>
                    <a:pt x="5573971" y="220748"/>
                  </a:lnTo>
                  <a:lnTo>
                    <a:pt x="5574079" y="220748"/>
                  </a:lnTo>
                  <a:lnTo>
                    <a:pt x="5574188" y="220748"/>
                  </a:lnTo>
                  <a:lnTo>
                    <a:pt x="5574296" y="220748"/>
                  </a:lnTo>
                  <a:lnTo>
                    <a:pt x="5574405" y="220748"/>
                  </a:lnTo>
                  <a:lnTo>
                    <a:pt x="5574513" y="220748"/>
                  </a:lnTo>
                  <a:lnTo>
                    <a:pt x="5574622" y="220748"/>
                  </a:lnTo>
                  <a:lnTo>
                    <a:pt x="5574730" y="220748"/>
                  </a:lnTo>
                  <a:lnTo>
                    <a:pt x="5574730" y="220124"/>
                  </a:lnTo>
                  <a:lnTo>
                    <a:pt x="5574839" y="220124"/>
                  </a:lnTo>
                  <a:lnTo>
                    <a:pt x="5574839" y="219500"/>
                  </a:lnTo>
                  <a:lnTo>
                    <a:pt x="5574947" y="219500"/>
                  </a:lnTo>
                  <a:lnTo>
                    <a:pt x="5575055" y="219500"/>
                  </a:lnTo>
                  <a:lnTo>
                    <a:pt x="5575164" y="219500"/>
                  </a:lnTo>
                  <a:lnTo>
                    <a:pt x="5575164" y="218877"/>
                  </a:lnTo>
                  <a:lnTo>
                    <a:pt x="5575272" y="218877"/>
                  </a:lnTo>
                  <a:lnTo>
                    <a:pt x="5575381" y="218877"/>
                  </a:lnTo>
                  <a:lnTo>
                    <a:pt x="5575489" y="218877"/>
                  </a:lnTo>
                  <a:lnTo>
                    <a:pt x="5575598" y="218877"/>
                  </a:lnTo>
                  <a:lnTo>
                    <a:pt x="5575706" y="218877"/>
                  </a:lnTo>
                  <a:lnTo>
                    <a:pt x="5575815" y="218877"/>
                  </a:lnTo>
                  <a:lnTo>
                    <a:pt x="5575923" y="218877"/>
                  </a:lnTo>
                  <a:lnTo>
                    <a:pt x="5576031" y="218877"/>
                  </a:lnTo>
                  <a:lnTo>
                    <a:pt x="5576140" y="218877"/>
                  </a:lnTo>
                  <a:lnTo>
                    <a:pt x="5576248" y="218877"/>
                  </a:lnTo>
                  <a:lnTo>
                    <a:pt x="5576357" y="218877"/>
                  </a:lnTo>
                  <a:lnTo>
                    <a:pt x="5576465" y="218877"/>
                  </a:lnTo>
                  <a:lnTo>
                    <a:pt x="5576574" y="218877"/>
                  </a:lnTo>
                  <a:lnTo>
                    <a:pt x="5576682" y="218877"/>
                  </a:lnTo>
                  <a:lnTo>
                    <a:pt x="5576791" y="218877"/>
                  </a:lnTo>
                  <a:lnTo>
                    <a:pt x="5576899" y="218877"/>
                  </a:lnTo>
                  <a:lnTo>
                    <a:pt x="5577007" y="218877"/>
                  </a:lnTo>
                  <a:lnTo>
                    <a:pt x="5577116" y="218877"/>
                  </a:lnTo>
                  <a:lnTo>
                    <a:pt x="5577224" y="218877"/>
                  </a:lnTo>
                  <a:lnTo>
                    <a:pt x="5577333" y="218877"/>
                  </a:lnTo>
                  <a:lnTo>
                    <a:pt x="5577441" y="218877"/>
                  </a:lnTo>
                  <a:lnTo>
                    <a:pt x="5577550" y="218877"/>
                  </a:lnTo>
                  <a:lnTo>
                    <a:pt x="5577658" y="218877"/>
                  </a:lnTo>
                  <a:lnTo>
                    <a:pt x="5577767" y="218877"/>
                  </a:lnTo>
                  <a:lnTo>
                    <a:pt x="5577875" y="218877"/>
                  </a:lnTo>
                  <a:lnTo>
                    <a:pt x="5577983" y="218877"/>
                  </a:lnTo>
                  <a:lnTo>
                    <a:pt x="5578092" y="218877"/>
                  </a:lnTo>
                  <a:lnTo>
                    <a:pt x="5578200" y="218877"/>
                  </a:lnTo>
                  <a:lnTo>
                    <a:pt x="5578309" y="218877"/>
                  </a:lnTo>
                  <a:lnTo>
                    <a:pt x="5578417" y="218877"/>
                  </a:lnTo>
                  <a:lnTo>
                    <a:pt x="5578526" y="218877"/>
                  </a:lnTo>
                  <a:lnTo>
                    <a:pt x="5578634" y="218877"/>
                  </a:lnTo>
                  <a:lnTo>
                    <a:pt x="5578743" y="218877"/>
                  </a:lnTo>
                  <a:lnTo>
                    <a:pt x="5578851" y="218877"/>
                  </a:lnTo>
                  <a:lnTo>
                    <a:pt x="5578960" y="218877"/>
                  </a:lnTo>
                  <a:lnTo>
                    <a:pt x="5579068" y="218877"/>
                  </a:lnTo>
                  <a:lnTo>
                    <a:pt x="5579176" y="218877"/>
                  </a:lnTo>
                  <a:lnTo>
                    <a:pt x="5579285" y="218877"/>
                  </a:lnTo>
                  <a:lnTo>
                    <a:pt x="5579285" y="218253"/>
                  </a:lnTo>
                  <a:lnTo>
                    <a:pt x="5579393" y="218253"/>
                  </a:lnTo>
                  <a:lnTo>
                    <a:pt x="5579393" y="217630"/>
                  </a:lnTo>
                  <a:lnTo>
                    <a:pt x="5579502" y="217630"/>
                  </a:lnTo>
                  <a:lnTo>
                    <a:pt x="5579610" y="217630"/>
                  </a:lnTo>
                  <a:lnTo>
                    <a:pt x="5579719" y="217630"/>
                  </a:lnTo>
                  <a:lnTo>
                    <a:pt x="5579827" y="217630"/>
                  </a:lnTo>
                  <a:lnTo>
                    <a:pt x="5579936" y="217630"/>
                  </a:lnTo>
                  <a:lnTo>
                    <a:pt x="5580044" y="217630"/>
                  </a:lnTo>
                  <a:lnTo>
                    <a:pt x="5580152" y="217630"/>
                  </a:lnTo>
                  <a:lnTo>
                    <a:pt x="5580152" y="217006"/>
                  </a:lnTo>
                  <a:lnTo>
                    <a:pt x="5580261" y="217006"/>
                  </a:lnTo>
                  <a:lnTo>
                    <a:pt x="5580369" y="217006"/>
                  </a:lnTo>
                  <a:lnTo>
                    <a:pt x="5580478" y="217006"/>
                  </a:lnTo>
                  <a:lnTo>
                    <a:pt x="5580586" y="217006"/>
                  </a:lnTo>
                  <a:lnTo>
                    <a:pt x="5580695" y="217006"/>
                  </a:lnTo>
                  <a:lnTo>
                    <a:pt x="5580803" y="217006"/>
                  </a:lnTo>
                  <a:lnTo>
                    <a:pt x="5580912" y="217006"/>
                  </a:lnTo>
                  <a:lnTo>
                    <a:pt x="5581020" y="217006"/>
                  </a:lnTo>
                  <a:lnTo>
                    <a:pt x="5581128" y="217006"/>
                  </a:lnTo>
                  <a:lnTo>
                    <a:pt x="5581237" y="217006"/>
                  </a:lnTo>
                  <a:lnTo>
                    <a:pt x="5581345" y="217006"/>
                  </a:lnTo>
                  <a:lnTo>
                    <a:pt x="5581454" y="217006"/>
                  </a:lnTo>
                  <a:lnTo>
                    <a:pt x="5581562" y="217006"/>
                  </a:lnTo>
                  <a:lnTo>
                    <a:pt x="5581671" y="217006"/>
                  </a:lnTo>
                  <a:lnTo>
                    <a:pt x="5581779" y="217006"/>
                  </a:lnTo>
                  <a:lnTo>
                    <a:pt x="5581888" y="217006"/>
                  </a:lnTo>
                  <a:lnTo>
                    <a:pt x="5581996" y="217006"/>
                  </a:lnTo>
                  <a:lnTo>
                    <a:pt x="5582104" y="217006"/>
                  </a:lnTo>
                  <a:lnTo>
                    <a:pt x="5582213" y="217006"/>
                  </a:lnTo>
                  <a:lnTo>
                    <a:pt x="5582321" y="217006"/>
                  </a:lnTo>
                  <a:lnTo>
                    <a:pt x="5582430" y="217006"/>
                  </a:lnTo>
                  <a:lnTo>
                    <a:pt x="5582538" y="217006"/>
                  </a:lnTo>
                  <a:lnTo>
                    <a:pt x="5582647" y="217006"/>
                  </a:lnTo>
                  <a:lnTo>
                    <a:pt x="5582755" y="217006"/>
                  </a:lnTo>
                  <a:lnTo>
                    <a:pt x="5582864" y="217006"/>
                  </a:lnTo>
                  <a:lnTo>
                    <a:pt x="5582972" y="217006"/>
                  </a:lnTo>
                  <a:lnTo>
                    <a:pt x="5583081" y="217006"/>
                  </a:lnTo>
                  <a:lnTo>
                    <a:pt x="5583189" y="217006"/>
                  </a:lnTo>
                  <a:lnTo>
                    <a:pt x="5583297" y="217006"/>
                  </a:lnTo>
                  <a:lnTo>
                    <a:pt x="5583406" y="217006"/>
                  </a:lnTo>
                  <a:lnTo>
                    <a:pt x="5583514" y="217006"/>
                  </a:lnTo>
                  <a:lnTo>
                    <a:pt x="5583623" y="217006"/>
                  </a:lnTo>
                  <a:lnTo>
                    <a:pt x="5583731" y="217006"/>
                  </a:lnTo>
                  <a:lnTo>
                    <a:pt x="5583840" y="217006"/>
                  </a:lnTo>
                  <a:lnTo>
                    <a:pt x="5583948" y="217006"/>
                  </a:lnTo>
                  <a:lnTo>
                    <a:pt x="5584057" y="217006"/>
                  </a:lnTo>
                  <a:lnTo>
                    <a:pt x="5584165" y="217006"/>
                  </a:lnTo>
                  <a:lnTo>
                    <a:pt x="5584273" y="217006"/>
                  </a:lnTo>
                  <a:lnTo>
                    <a:pt x="5584382" y="217006"/>
                  </a:lnTo>
                  <a:lnTo>
                    <a:pt x="5584490" y="217006"/>
                  </a:lnTo>
                  <a:lnTo>
                    <a:pt x="5584599" y="217006"/>
                  </a:lnTo>
                  <a:lnTo>
                    <a:pt x="5584707" y="217006"/>
                  </a:lnTo>
                  <a:lnTo>
                    <a:pt x="5584816" y="217006"/>
                  </a:lnTo>
                  <a:lnTo>
                    <a:pt x="5584816" y="216383"/>
                  </a:lnTo>
                  <a:lnTo>
                    <a:pt x="5584924" y="216383"/>
                  </a:lnTo>
                  <a:lnTo>
                    <a:pt x="5585033" y="216383"/>
                  </a:lnTo>
                  <a:lnTo>
                    <a:pt x="5585141" y="216383"/>
                  </a:lnTo>
                  <a:lnTo>
                    <a:pt x="5585249" y="216383"/>
                  </a:lnTo>
                  <a:lnTo>
                    <a:pt x="5585249" y="215759"/>
                  </a:lnTo>
                  <a:lnTo>
                    <a:pt x="5585358" y="215759"/>
                  </a:lnTo>
                  <a:lnTo>
                    <a:pt x="5585466" y="215759"/>
                  </a:lnTo>
                  <a:lnTo>
                    <a:pt x="5585575" y="215759"/>
                  </a:lnTo>
                  <a:lnTo>
                    <a:pt x="5585683" y="215759"/>
                  </a:lnTo>
                  <a:lnTo>
                    <a:pt x="5585792" y="215759"/>
                  </a:lnTo>
                  <a:lnTo>
                    <a:pt x="5585900" y="215759"/>
                  </a:lnTo>
                  <a:lnTo>
                    <a:pt x="5586009" y="215759"/>
                  </a:lnTo>
                  <a:lnTo>
                    <a:pt x="5586117" y="215759"/>
                  </a:lnTo>
                  <a:lnTo>
                    <a:pt x="5586225" y="215759"/>
                  </a:lnTo>
                  <a:lnTo>
                    <a:pt x="5586334" y="215759"/>
                  </a:lnTo>
                  <a:lnTo>
                    <a:pt x="5586442" y="215759"/>
                  </a:lnTo>
                  <a:lnTo>
                    <a:pt x="5586551" y="215759"/>
                  </a:lnTo>
                  <a:lnTo>
                    <a:pt x="5586659" y="215759"/>
                  </a:lnTo>
                  <a:lnTo>
                    <a:pt x="5586768" y="215759"/>
                  </a:lnTo>
                  <a:lnTo>
                    <a:pt x="5586876" y="215759"/>
                  </a:lnTo>
                  <a:lnTo>
                    <a:pt x="5586985" y="215759"/>
                  </a:lnTo>
                  <a:lnTo>
                    <a:pt x="5587093" y="215759"/>
                  </a:lnTo>
                  <a:lnTo>
                    <a:pt x="5587202" y="215759"/>
                  </a:lnTo>
                  <a:lnTo>
                    <a:pt x="5587310" y="215759"/>
                  </a:lnTo>
                  <a:lnTo>
                    <a:pt x="5587418" y="215759"/>
                  </a:lnTo>
                  <a:lnTo>
                    <a:pt x="5587527" y="215759"/>
                  </a:lnTo>
                  <a:lnTo>
                    <a:pt x="5587635" y="215759"/>
                  </a:lnTo>
                  <a:lnTo>
                    <a:pt x="5587744" y="215759"/>
                  </a:lnTo>
                  <a:lnTo>
                    <a:pt x="5587852" y="215759"/>
                  </a:lnTo>
                  <a:lnTo>
                    <a:pt x="5587961" y="215759"/>
                  </a:lnTo>
                  <a:lnTo>
                    <a:pt x="5588069" y="215759"/>
                  </a:lnTo>
                  <a:lnTo>
                    <a:pt x="5588178" y="215759"/>
                  </a:lnTo>
                  <a:lnTo>
                    <a:pt x="5588286" y="215759"/>
                  </a:lnTo>
                  <a:lnTo>
                    <a:pt x="5588394" y="215759"/>
                  </a:lnTo>
                  <a:lnTo>
                    <a:pt x="5588503" y="215759"/>
                  </a:lnTo>
                  <a:lnTo>
                    <a:pt x="5588611" y="215759"/>
                  </a:lnTo>
                  <a:lnTo>
                    <a:pt x="5588720" y="215759"/>
                  </a:lnTo>
                  <a:lnTo>
                    <a:pt x="5588828" y="215759"/>
                  </a:lnTo>
                  <a:lnTo>
                    <a:pt x="5588937" y="215759"/>
                  </a:lnTo>
                  <a:lnTo>
                    <a:pt x="5589045" y="215759"/>
                  </a:lnTo>
                  <a:lnTo>
                    <a:pt x="5589154" y="215759"/>
                  </a:lnTo>
                  <a:lnTo>
                    <a:pt x="5589262" y="215759"/>
                  </a:lnTo>
                  <a:lnTo>
                    <a:pt x="5589370" y="215759"/>
                  </a:lnTo>
                  <a:lnTo>
                    <a:pt x="5589479" y="215759"/>
                  </a:lnTo>
                  <a:lnTo>
                    <a:pt x="5589587" y="215759"/>
                  </a:lnTo>
                  <a:lnTo>
                    <a:pt x="5589696" y="215759"/>
                  </a:lnTo>
                  <a:lnTo>
                    <a:pt x="5589804" y="215759"/>
                  </a:lnTo>
                  <a:lnTo>
                    <a:pt x="5589913" y="215759"/>
                  </a:lnTo>
                  <a:lnTo>
                    <a:pt x="5590021" y="215759"/>
                  </a:lnTo>
                  <a:lnTo>
                    <a:pt x="5590130" y="215759"/>
                  </a:lnTo>
                  <a:lnTo>
                    <a:pt x="5590238" y="215759"/>
                  </a:lnTo>
                  <a:lnTo>
                    <a:pt x="5590346" y="215759"/>
                  </a:lnTo>
                  <a:lnTo>
                    <a:pt x="5590455" y="215759"/>
                  </a:lnTo>
                  <a:lnTo>
                    <a:pt x="5590563" y="215759"/>
                  </a:lnTo>
                  <a:lnTo>
                    <a:pt x="5590672" y="215759"/>
                  </a:lnTo>
                  <a:lnTo>
                    <a:pt x="5590780" y="215759"/>
                  </a:lnTo>
                  <a:lnTo>
                    <a:pt x="5590889" y="215759"/>
                  </a:lnTo>
                  <a:lnTo>
                    <a:pt x="5590997" y="215759"/>
                  </a:lnTo>
                  <a:lnTo>
                    <a:pt x="5591106" y="215759"/>
                  </a:lnTo>
                  <a:lnTo>
                    <a:pt x="5591214" y="215759"/>
                  </a:lnTo>
                  <a:lnTo>
                    <a:pt x="5591323" y="215759"/>
                  </a:lnTo>
                  <a:lnTo>
                    <a:pt x="5591431" y="215759"/>
                  </a:lnTo>
                  <a:lnTo>
                    <a:pt x="5591539" y="215759"/>
                  </a:lnTo>
                  <a:lnTo>
                    <a:pt x="5591648" y="215759"/>
                  </a:lnTo>
                  <a:lnTo>
                    <a:pt x="5591756" y="215759"/>
                  </a:lnTo>
                  <a:lnTo>
                    <a:pt x="5591865" y="215759"/>
                  </a:lnTo>
                  <a:lnTo>
                    <a:pt x="5591973" y="215759"/>
                  </a:lnTo>
                  <a:lnTo>
                    <a:pt x="5592082" y="215759"/>
                  </a:lnTo>
                  <a:lnTo>
                    <a:pt x="5592190" y="215759"/>
                  </a:lnTo>
                  <a:lnTo>
                    <a:pt x="5592299" y="215759"/>
                  </a:lnTo>
                  <a:lnTo>
                    <a:pt x="5592407" y="215759"/>
                  </a:lnTo>
                  <a:lnTo>
                    <a:pt x="5592515" y="215759"/>
                  </a:lnTo>
                  <a:lnTo>
                    <a:pt x="5592624" y="215759"/>
                  </a:lnTo>
                  <a:lnTo>
                    <a:pt x="5592732" y="215759"/>
                  </a:lnTo>
                  <a:lnTo>
                    <a:pt x="5592841" y="215759"/>
                  </a:lnTo>
                  <a:lnTo>
                    <a:pt x="5592949" y="215759"/>
                  </a:lnTo>
                  <a:lnTo>
                    <a:pt x="5593058" y="215759"/>
                  </a:lnTo>
                  <a:lnTo>
                    <a:pt x="5593166" y="215759"/>
                  </a:lnTo>
                  <a:lnTo>
                    <a:pt x="5593275" y="215759"/>
                  </a:lnTo>
                  <a:lnTo>
                    <a:pt x="5593383" y="215759"/>
                  </a:lnTo>
                  <a:lnTo>
                    <a:pt x="5593491" y="215759"/>
                  </a:lnTo>
                  <a:lnTo>
                    <a:pt x="5593600" y="215759"/>
                  </a:lnTo>
                  <a:lnTo>
                    <a:pt x="5593708" y="215759"/>
                  </a:lnTo>
                  <a:lnTo>
                    <a:pt x="5593817" y="215759"/>
                  </a:lnTo>
                  <a:lnTo>
                    <a:pt x="5593925" y="215759"/>
                  </a:lnTo>
                  <a:lnTo>
                    <a:pt x="5594034" y="215759"/>
                  </a:lnTo>
                  <a:lnTo>
                    <a:pt x="5594142" y="215759"/>
                  </a:lnTo>
                  <a:lnTo>
                    <a:pt x="5594251" y="215759"/>
                  </a:lnTo>
                  <a:lnTo>
                    <a:pt x="5594359" y="215759"/>
                  </a:lnTo>
                  <a:lnTo>
                    <a:pt x="5594467" y="215759"/>
                  </a:lnTo>
                  <a:lnTo>
                    <a:pt x="5594576" y="215759"/>
                  </a:lnTo>
                  <a:lnTo>
                    <a:pt x="5594684" y="215759"/>
                  </a:lnTo>
                  <a:lnTo>
                    <a:pt x="5594684" y="215135"/>
                  </a:lnTo>
                  <a:lnTo>
                    <a:pt x="5594793" y="215135"/>
                  </a:lnTo>
                  <a:lnTo>
                    <a:pt x="5594901" y="215135"/>
                  </a:lnTo>
                  <a:lnTo>
                    <a:pt x="5595010" y="215135"/>
                  </a:lnTo>
                  <a:lnTo>
                    <a:pt x="5595118" y="215135"/>
                  </a:lnTo>
                  <a:lnTo>
                    <a:pt x="5595227" y="215135"/>
                  </a:lnTo>
                  <a:lnTo>
                    <a:pt x="5595335" y="215135"/>
                  </a:lnTo>
                  <a:lnTo>
                    <a:pt x="5595444" y="215135"/>
                  </a:lnTo>
                  <a:lnTo>
                    <a:pt x="5595444" y="214512"/>
                  </a:lnTo>
                  <a:lnTo>
                    <a:pt x="5595552" y="214512"/>
                  </a:lnTo>
                  <a:lnTo>
                    <a:pt x="5595660" y="214512"/>
                  </a:lnTo>
                  <a:lnTo>
                    <a:pt x="5595769" y="214512"/>
                  </a:lnTo>
                  <a:lnTo>
                    <a:pt x="5595877" y="214512"/>
                  </a:lnTo>
                  <a:lnTo>
                    <a:pt x="5595986" y="214512"/>
                  </a:lnTo>
                  <a:lnTo>
                    <a:pt x="5596094" y="214512"/>
                  </a:lnTo>
                  <a:lnTo>
                    <a:pt x="5596203" y="214512"/>
                  </a:lnTo>
                  <a:lnTo>
                    <a:pt x="5596311" y="214512"/>
                  </a:lnTo>
                  <a:lnTo>
                    <a:pt x="5596420" y="214512"/>
                  </a:lnTo>
                  <a:lnTo>
                    <a:pt x="5596528" y="214512"/>
                  </a:lnTo>
                  <a:lnTo>
                    <a:pt x="5596636" y="214512"/>
                  </a:lnTo>
                  <a:lnTo>
                    <a:pt x="5596745" y="214512"/>
                  </a:lnTo>
                  <a:lnTo>
                    <a:pt x="5596853" y="214512"/>
                  </a:lnTo>
                  <a:lnTo>
                    <a:pt x="5596962" y="214512"/>
                  </a:lnTo>
                  <a:lnTo>
                    <a:pt x="5597070" y="214512"/>
                  </a:lnTo>
                  <a:lnTo>
                    <a:pt x="5597179" y="214512"/>
                  </a:lnTo>
                  <a:lnTo>
                    <a:pt x="5597287" y="214512"/>
                  </a:lnTo>
                  <a:lnTo>
                    <a:pt x="5597396" y="214512"/>
                  </a:lnTo>
                  <a:lnTo>
                    <a:pt x="5597504" y="214512"/>
                  </a:lnTo>
                  <a:lnTo>
                    <a:pt x="5597612" y="214512"/>
                  </a:lnTo>
                  <a:lnTo>
                    <a:pt x="5597721" y="214512"/>
                  </a:lnTo>
                  <a:lnTo>
                    <a:pt x="5597829" y="214512"/>
                  </a:lnTo>
                  <a:lnTo>
                    <a:pt x="5597938" y="214512"/>
                  </a:lnTo>
                  <a:lnTo>
                    <a:pt x="5598046" y="214512"/>
                  </a:lnTo>
                  <a:lnTo>
                    <a:pt x="5598155" y="214512"/>
                  </a:lnTo>
                  <a:lnTo>
                    <a:pt x="5598263" y="214512"/>
                  </a:lnTo>
                  <a:lnTo>
                    <a:pt x="5598372" y="214512"/>
                  </a:lnTo>
                  <a:lnTo>
                    <a:pt x="5598480" y="214512"/>
                  </a:lnTo>
                  <a:lnTo>
                    <a:pt x="5598588" y="214512"/>
                  </a:lnTo>
                  <a:lnTo>
                    <a:pt x="5598697" y="214512"/>
                  </a:lnTo>
                  <a:lnTo>
                    <a:pt x="5598805" y="214512"/>
                  </a:lnTo>
                  <a:lnTo>
                    <a:pt x="5598914" y="214512"/>
                  </a:lnTo>
                  <a:lnTo>
                    <a:pt x="5598914" y="213888"/>
                  </a:lnTo>
                  <a:lnTo>
                    <a:pt x="5599022" y="213888"/>
                  </a:lnTo>
                  <a:lnTo>
                    <a:pt x="5599131" y="213888"/>
                  </a:lnTo>
                  <a:lnTo>
                    <a:pt x="5599239" y="213888"/>
                  </a:lnTo>
                  <a:lnTo>
                    <a:pt x="5599348" y="213888"/>
                  </a:lnTo>
                  <a:lnTo>
                    <a:pt x="5599456" y="213888"/>
                  </a:lnTo>
                  <a:lnTo>
                    <a:pt x="5599565" y="213888"/>
                  </a:lnTo>
                  <a:lnTo>
                    <a:pt x="5599565" y="213265"/>
                  </a:lnTo>
                  <a:lnTo>
                    <a:pt x="5599673" y="213265"/>
                  </a:lnTo>
                  <a:lnTo>
                    <a:pt x="5599781" y="213265"/>
                  </a:lnTo>
                  <a:lnTo>
                    <a:pt x="5599890" y="213265"/>
                  </a:lnTo>
                  <a:lnTo>
                    <a:pt x="5599998" y="213265"/>
                  </a:lnTo>
                  <a:lnTo>
                    <a:pt x="5600107" y="213265"/>
                  </a:lnTo>
                  <a:lnTo>
                    <a:pt x="5600215" y="213265"/>
                  </a:lnTo>
                  <a:lnTo>
                    <a:pt x="5600324" y="213265"/>
                  </a:lnTo>
                  <a:lnTo>
                    <a:pt x="5600324" y="212641"/>
                  </a:lnTo>
                  <a:lnTo>
                    <a:pt x="5600432" y="212641"/>
                  </a:lnTo>
                  <a:lnTo>
                    <a:pt x="5600541" y="212641"/>
                  </a:lnTo>
                  <a:lnTo>
                    <a:pt x="5600649" y="212641"/>
                  </a:lnTo>
                  <a:lnTo>
                    <a:pt x="5600757" y="212641"/>
                  </a:lnTo>
                  <a:lnTo>
                    <a:pt x="5600866" y="212641"/>
                  </a:lnTo>
                  <a:lnTo>
                    <a:pt x="5600974" y="212641"/>
                  </a:lnTo>
                  <a:lnTo>
                    <a:pt x="5601083" y="212641"/>
                  </a:lnTo>
                  <a:lnTo>
                    <a:pt x="5601191" y="212641"/>
                  </a:lnTo>
                  <a:lnTo>
                    <a:pt x="5601300" y="212641"/>
                  </a:lnTo>
                  <a:lnTo>
                    <a:pt x="5601300" y="212017"/>
                  </a:lnTo>
                  <a:lnTo>
                    <a:pt x="5601408" y="212017"/>
                  </a:lnTo>
                  <a:lnTo>
                    <a:pt x="5601517" y="212017"/>
                  </a:lnTo>
                  <a:lnTo>
                    <a:pt x="5601625" y="212017"/>
                  </a:lnTo>
                  <a:lnTo>
                    <a:pt x="5601733" y="212017"/>
                  </a:lnTo>
                  <a:lnTo>
                    <a:pt x="5601842" y="212017"/>
                  </a:lnTo>
                  <a:lnTo>
                    <a:pt x="5601950" y="212017"/>
                  </a:lnTo>
                  <a:lnTo>
                    <a:pt x="5602059" y="212017"/>
                  </a:lnTo>
                  <a:lnTo>
                    <a:pt x="5602167" y="212017"/>
                  </a:lnTo>
                  <a:lnTo>
                    <a:pt x="5602276" y="212017"/>
                  </a:lnTo>
                  <a:lnTo>
                    <a:pt x="5602384" y="212017"/>
                  </a:lnTo>
                  <a:lnTo>
                    <a:pt x="5602493" y="212017"/>
                  </a:lnTo>
                  <a:lnTo>
                    <a:pt x="5602601" y="212017"/>
                  </a:lnTo>
                  <a:lnTo>
                    <a:pt x="5602709" y="212017"/>
                  </a:lnTo>
                  <a:lnTo>
                    <a:pt x="5602818" y="212017"/>
                  </a:lnTo>
                  <a:lnTo>
                    <a:pt x="5602926" y="212017"/>
                  </a:lnTo>
                  <a:lnTo>
                    <a:pt x="5603035" y="212017"/>
                  </a:lnTo>
                  <a:lnTo>
                    <a:pt x="5603143" y="212017"/>
                  </a:lnTo>
                  <a:lnTo>
                    <a:pt x="5603252" y="212017"/>
                  </a:lnTo>
                  <a:lnTo>
                    <a:pt x="5603360" y="212017"/>
                  </a:lnTo>
                  <a:lnTo>
                    <a:pt x="5603469" y="212017"/>
                  </a:lnTo>
                  <a:lnTo>
                    <a:pt x="5603577" y="212017"/>
                  </a:lnTo>
                  <a:lnTo>
                    <a:pt x="5603685" y="212017"/>
                  </a:lnTo>
                  <a:lnTo>
                    <a:pt x="5603685" y="211394"/>
                  </a:lnTo>
                  <a:lnTo>
                    <a:pt x="5603794" y="211394"/>
                  </a:lnTo>
                  <a:lnTo>
                    <a:pt x="5603902" y="211394"/>
                  </a:lnTo>
                  <a:lnTo>
                    <a:pt x="5604011" y="211394"/>
                  </a:lnTo>
                  <a:lnTo>
                    <a:pt x="5604119" y="211394"/>
                  </a:lnTo>
                  <a:lnTo>
                    <a:pt x="5604228" y="211394"/>
                  </a:lnTo>
                  <a:lnTo>
                    <a:pt x="5604336" y="211394"/>
                  </a:lnTo>
                  <a:lnTo>
                    <a:pt x="5604445" y="211394"/>
                  </a:lnTo>
                  <a:lnTo>
                    <a:pt x="5604553" y="211394"/>
                  </a:lnTo>
                  <a:lnTo>
                    <a:pt x="5604553" y="210770"/>
                  </a:lnTo>
                  <a:lnTo>
                    <a:pt x="5604662" y="210770"/>
                  </a:lnTo>
                  <a:lnTo>
                    <a:pt x="5604770" y="210770"/>
                  </a:lnTo>
                  <a:lnTo>
                    <a:pt x="5604878" y="210770"/>
                  </a:lnTo>
                  <a:lnTo>
                    <a:pt x="5604987" y="210770"/>
                  </a:lnTo>
                  <a:lnTo>
                    <a:pt x="5605095" y="210770"/>
                  </a:lnTo>
                  <a:lnTo>
                    <a:pt x="5605204" y="210770"/>
                  </a:lnTo>
                  <a:lnTo>
                    <a:pt x="5605312" y="210770"/>
                  </a:lnTo>
                  <a:lnTo>
                    <a:pt x="5605421" y="210770"/>
                  </a:lnTo>
                  <a:lnTo>
                    <a:pt x="5605529" y="210770"/>
                  </a:lnTo>
                  <a:lnTo>
                    <a:pt x="5605638" y="210770"/>
                  </a:lnTo>
                  <a:lnTo>
                    <a:pt x="5605746" y="210770"/>
                  </a:lnTo>
                  <a:lnTo>
                    <a:pt x="5605854" y="210770"/>
                  </a:lnTo>
                  <a:lnTo>
                    <a:pt x="5605963" y="210770"/>
                  </a:lnTo>
                  <a:lnTo>
                    <a:pt x="5606071" y="210770"/>
                  </a:lnTo>
                  <a:lnTo>
                    <a:pt x="5606180" y="210770"/>
                  </a:lnTo>
                  <a:lnTo>
                    <a:pt x="5606288" y="210770"/>
                  </a:lnTo>
                  <a:lnTo>
                    <a:pt x="5606397" y="210770"/>
                  </a:lnTo>
                  <a:lnTo>
                    <a:pt x="5606505" y="210770"/>
                  </a:lnTo>
                  <a:lnTo>
                    <a:pt x="5606614" y="210770"/>
                  </a:lnTo>
                  <a:lnTo>
                    <a:pt x="5606722" y="210770"/>
                  </a:lnTo>
                  <a:lnTo>
                    <a:pt x="5606830" y="210770"/>
                  </a:lnTo>
                  <a:lnTo>
                    <a:pt x="5606939" y="210770"/>
                  </a:lnTo>
                  <a:lnTo>
                    <a:pt x="5607047" y="210770"/>
                  </a:lnTo>
                  <a:lnTo>
                    <a:pt x="5607156" y="210770"/>
                  </a:lnTo>
                  <a:lnTo>
                    <a:pt x="5607264" y="210770"/>
                  </a:lnTo>
                  <a:lnTo>
                    <a:pt x="5607373" y="210770"/>
                  </a:lnTo>
                  <a:lnTo>
                    <a:pt x="5607481" y="210770"/>
                  </a:lnTo>
                  <a:lnTo>
                    <a:pt x="5607481" y="210147"/>
                  </a:lnTo>
                  <a:lnTo>
                    <a:pt x="5607590" y="210147"/>
                  </a:lnTo>
                  <a:lnTo>
                    <a:pt x="5607698" y="210147"/>
                  </a:lnTo>
                  <a:lnTo>
                    <a:pt x="5607806" y="210147"/>
                  </a:lnTo>
                  <a:lnTo>
                    <a:pt x="5607915" y="210147"/>
                  </a:lnTo>
                  <a:lnTo>
                    <a:pt x="5608023" y="210147"/>
                  </a:lnTo>
                  <a:lnTo>
                    <a:pt x="5608132" y="210147"/>
                  </a:lnTo>
                  <a:lnTo>
                    <a:pt x="5608240" y="210147"/>
                  </a:lnTo>
                  <a:lnTo>
                    <a:pt x="5608349" y="210147"/>
                  </a:lnTo>
                  <a:lnTo>
                    <a:pt x="5608457" y="210147"/>
                  </a:lnTo>
                  <a:lnTo>
                    <a:pt x="5608566" y="210147"/>
                  </a:lnTo>
                  <a:lnTo>
                    <a:pt x="5608674" y="210147"/>
                  </a:lnTo>
                  <a:lnTo>
                    <a:pt x="5608674" y="209523"/>
                  </a:lnTo>
                  <a:lnTo>
                    <a:pt x="5608783" y="209523"/>
                  </a:lnTo>
                  <a:lnTo>
                    <a:pt x="5608891" y="209523"/>
                  </a:lnTo>
                  <a:lnTo>
                    <a:pt x="5608999" y="209523"/>
                  </a:lnTo>
                  <a:lnTo>
                    <a:pt x="5609108" y="209523"/>
                  </a:lnTo>
                  <a:lnTo>
                    <a:pt x="5609108" y="208900"/>
                  </a:lnTo>
                  <a:lnTo>
                    <a:pt x="5609216" y="208900"/>
                  </a:lnTo>
                  <a:lnTo>
                    <a:pt x="5609325" y="208900"/>
                  </a:lnTo>
                  <a:lnTo>
                    <a:pt x="5609433" y="208900"/>
                  </a:lnTo>
                  <a:lnTo>
                    <a:pt x="5609542" y="208900"/>
                  </a:lnTo>
                  <a:lnTo>
                    <a:pt x="5609650" y="208900"/>
                  </a:lnTo>
                  <a:lnTo>
                    <a:pt x="5609759" y="208900"/>
                  </a:lnTo>
                  <a:lnTo>
                    <a:pt x="5609867" y="208900"/>
                  </a:lnTo>
                  <a:lnTo>
                    <a:pt x="5609975" y="208900"/>
                  </a:lnTo>
                  <a:lnTo>
                    <a:pt x="5610084" y="208900"/>
                  </a:lnTo>
                  <a:lnTo>
                    <a:pt x="5610192" y="208900"/>
                  </a:lnTo>
                  <a:lnTo>
                    <a:pt x="5610192" y="208276"/>
                  </a:lnTo>
                  <a:lnTo>
                    <a:pt x="5610192" y="207652"/>
                  </a:lnTo>
                  <a:lnTo>
                    <a:pt x="5610301" y="207652"/>
                  </a:lnTo>
                  <a:lnTo>
                    <a:pt x="5610409" y="207652"/>
                  </a:lnTo>
                  <a:lnTo>
                    <a:pt x="5610518" y="207652"/>
                  </a:lnTo>
                  <a:lnTo>
                    <a:pt x="5610626" y="207652"/>
                  </a:lnTo>
                  <a:lnTo>
                    <a:pt x="5610735" y="207652"/>
                  </a:lnTo>
                  <a:lnTo>
                    <a:pt x="5610843" y="207652"/>
                  </a:lnTo>
                  <a:lnTo>
                    <a:pt x="5610951" y="207652"/>
                  </a:lnTo>
                  <a:lnTo>
                    <a:pt x="5611060" y="207652"/>
                  </a:lnTo>
                  <a:lnTo>
                    <a:pt x="5611168" y="207652"/>
                  </a:lnTo>
                  <a:lnTo>
                    <a:pt x="5611277" y="207652"/>
                  </a:lnTo>
                  <a:lnTo>
                    <a:pt x="5611385" y="207652"/>
                  </a:lnTo>
                  <a:lnTo>
                    <a:pt x="5611494" y="207652"/>
                  </a:lnTo>
                  <a:lnTo>
                    <a:pt x="5611602" y="207652"/>
                  </a:lnTo>
                  <a:lnTo>
                    <a:pt x="5611711" y="207652"/>
                  </a:lnTo>
                  <a:lnTo>
                    <a:pt x="5611819" y="207652"/>
                  </a:lnTo>
                  <a:lnTo>
                    <a:pt x="5611927" y="207652"/>
                  </a:lnTo>
                  <a:lnTo>
                    <a:pt x="5612036" y="207652"/>
                  </a:lnTo>
                  <a:lnTo>
                    <a:pt x="5612144" y="207652"/>
                  </a:lnTo>
                  <a:lnTo>
                    <a:pt x="5612253" y="207652"/>
                  </a:lnTo>
                  <a:lnTo>
                    <a:pt x="5612361" y="207652"/>
                  </a:lnTo>
                  <a:lnTo>
                    <a:pt x="5612470" y="207652"/>
                  </a:lnTo>
                  <a:lnTo>
                    <a:pt x="5612578" y="207652"/>
                  </a:lnTo>
                  <a:lnTo>
                    <a:pt x="5612578" y="207029"/>
                  </a:lnTo>
                  <a:lnTo>
                    <a:pt x="5612687" y="207029"/>
                  </a:lnTo>
                  <a:lnTo>
                    <a:pt x="5612795" y="207029"/>
                  </a:lnTo>
                  <a:lnTo>
                    <a:pt x="5612904" y="207029"/>
                  </a:lnTo>
                  <a:lnTo>
                    <a:pt x="5613012" y="207029"/>
                  </a:lnTo>
                  <a:lnTo>
                    <a:pt x="5613120" y="207029"/>
                  </a:lnTo>
                  <a:lnTo>
                    <a:pt x="5613229" y="207029"/>
                  </a:lnTo>
                  <a:lnTo>
                    <a:pt x="5613337" y="207029"/>
                  </a:lnTo>
                  <a:lnTo>
                    <a:pt x="5613337" y="206405"/>
                  </a:lnTo>
                  <a:lnTo>
                    <a:pt x="5613446" y="206405"/>
                  </a:lnTo>
                  <a:lnTo>
                    <a:pt x="5613554" y="206405"/>
                  </a:lnTo>
                  <a:lnTo>
                    <a:pt x="5613663" y="206405"/>
                  </a:lnTo>
                  <a:lnTo>
                    <a:pt x="5613771" y="206405"/>
                  </a:lnTo>
                  <a:lnTo>
                    <a:pt x="5613880" y="206405"/>
                  </a:lnTo>
                  <a:lnTo>
                    <a:pt x="5613988" y="206405"/>
                  </a:lnTo>
                  <a:lnTo>
                    <a:pt x="5613988" y="205782"/>
                  </a:lnTo>
                  <a:lnTo>
                    <a:pt x="5614096" y="205782"/>
                  </a:lnTo>
                  <a:lnTo>
                    <a:pt x="5614205" y="205782"/>
                  </a:lnTo>
                  <a:lnTo>
                    <a:pt x="5614313" y="205782"/>
                  </a:lnTo>
                  <a:lnTo>
                    <a:pt x="5614422" y="205782"/>
                  </a:lnTo>
                  <a:lnTo>
                    <a:pt x="5614422" y="205158"/>
                  </a:lnTo>
                  <a:lnTo>
                    <a:pt x="5614530" y="205158"/>
                  </a:lnTo>
                  <a:lnTo>
                    <a:pt x="5614639" y="205158"/>
                  </a:lnTo>
                  <a:lnTo>
                    <a:pt x="5614747" y="205158"/>
                  </a:lnTo>
                  <a:lnTo>
                    <a:pt x="5614856" y="205158"/>
                  </a:lnTo>
                  <a:lnTo>
                    <a:pt x="5614964" y="205158"/>
                  </a:lnTo>
                  <a:lnTo>
                    <a:pt x="5615072" y="205158"/>
                  </a:lnTo>
                  <a:lnTo>
                    <a:pt x="5615181" y="205158"/>
                  </a:lnTo>
                  <a:lnTo>
                    <a:pt x="5615289" y="205158"/>
                  </a:lnTo>
                  <a:lnTo>
                    <a:pt x="5615398" y="205158"/>
                  </a:lnTo>
                  <a:lnTo>
                    <a:pt x="5615398" y="204535"/>
                  </a:lnTo>
                  <a:lnTo>
                    <a:pt x="5615506" y="204535"/>
                  </a:lnTo>
                  <a:lnTo>
                    <a:pt x="5615506" y="203911"/>
                  </a:lnTo>
                  <a:lnTo>
                    <a:pt x="5615615" y="203911"/>
                  </a:lnTo>
                  <a:lnTo>
                    <a:pt x="5615723" y="203911"/>
                  </a:lnTo>
                  <a:lnTo>
                    <a:pt x="5615832" y="203911"/>
                  </a:lnTo>
                  <a:lnTo>
                    <a:pt x="5615940" y="203911"/>
                  </a:lnTo>
                  <a:lnTo>
                    <a:pt x="5616048" y="203911"/>
                  </a:lnTo>
                  <a:lnTo>
                    <a:pt x="5616157" y="203911"/>
                  </a:lnTo>
                  <a:lnTo>
                    <a:pt x="5616265" y="203911"/>
                  </a:lnTo>
                  <a:lnTo>
                    <a:pt x="5616374" y="203911"/>
                  </a:lnTo>
                  <a:lnTo>
                    <a:pt x="5616482" y="203911"/>
                  </a:lnTo>
                  <a:lnTo>
                    <a:pt x="5616591" y="203911"/>
                  </a:lnTo>
                  <a:lnTo>
                    <a:pt x="5616699" y="203911"/>
                  </a:lnTo>
                  <a:lnTo>
                    <a:pt x="5616808" y="203911"/>
                  </a:lnTo>
                  <a:lnTo>
                    <a:pt x="5616916" y="203911"/>
                  </a:lnTo>
                  <a:lnTo>
                    <a:pt x="5617025" y="203911"/>
                  </a:lnTo>
                  <a:lnTo>
                    <a:pt x="5617133" y="203911"/>
                  </a:lnTo>
                  <a:lnTo>
                    <a:pt x="5617241" y="203911"/>
                  </a:lnTo>
                  <a:lnTo>
                    <a:pt x="5617350" y="203911"/>
                  </a:lnTo>
                  <a:lnTo>
                    <a:pt x="5617458" y="203911"/>
                  </a:lnTo>
                  <a:lnTo>
                    <a:pt x="5617567" y="203911"/>
                  </a:lnTo>
                  <a:lnTo>
                    <a:pt x="5617675" y="203911"/>
                  </a:lnTo>
                  <a:lnTo>
                    <a:pt x="5617784" y="203911"/>
                  </a:lnTo>
                  <a:lnTo>
                    <a:pt x="5617892" y="203911"/>
                  </a:lnTo>
                  <a:lnTo>
                    <a:pt x="5618001" y="203911"/>
                  </a:lnTo>
                  <a:lnTo>
                    <a:pt x="5618109" y="203911"/>
                  </a:lnTo>
                  <a:lnTo>
                    <a:pt x="5618217" y="203911"/>
                  </a:lnTo>
                  <a:lnTo>
                    <a:pt x="5618326" y="203911"/>
                  </a:lnTo>
                  <a:lnTo>
                    <a:pt x="5618434" y="203911"/>
                  </a:lnTo>
                  <a:lnTo>
                    <a:pt x="5618543" y="203911"/>
                  </a:lnTo>
                  <a:lnTo>
                    <a:pt x="5618651" y="203911"/>
                  </a:lnTo>
                  <a:lnTo>
                    <a:pt x="5618760" y="203911"/>
                  </a:lnTo>
                  <a:lnTo>
                    <a:pt x="5618760" y="203287"/>
                  </a:lnTo>
                  <a:lnTo>
                    <a:pt x="5618868" y="203287"/>
                  </a:lnTo>
                  <a:lnTo>
                    <a:pt x="5618868" y="202664"/>
                  </a:lnTo>
                  <a:lnTo>
                    <a:pt x="5618977" y="202664"/>
                  </a:lnTo>
                  <a:lnTo>
                    <a:pt x="5619085" y="202664"/>
                  </a:lnTo>
                  <a:lnTo>
                    <a:pt x="5619193" y="202664"/>
                  </a:lnTo>
                  <a:lnTo>
                    <a:pt x="5619302" y="202664"/>
                  </a:lnTo>
                  <a:lnTo>
                    <a:pt x="5619410" y="202664"/>
                  </a:lnTo>
                  <a:lnTo>
                    <a:pt x="5619519" y="202664"/>
                  </a:lnTo>
                  <a:lnTo>
                    <a:pt x="5619627" y="202664"/>
                  </a:lnTo>
                  <a:lnTo>
                    <a:pt x="5619736" y="202664"/>
                  </a:lnTo>
                  <a:lnTo>
                    <a:pt x="5619844" y="202664"/>
                  </a:lnTo>
                  <a:lnTo>
                    <a:pt x="5619953" y="202664"/>
                  </a:lnTo>
                  <a:lnTo>
                    <a:pt x="5620061" y="202664"/>
                  </a:lnTo>
                  <a:lnTo>
                    <a:pt x="5620169" y="202664"/>
                  </a:lnTo>
                  <a:lnTo>
                    <a:pt x="5620278" y="202664"/>
                  </a:lnTo>
                  <a:lnTo>
                    <a:pt x="5620386" y="202664"/>
                  </a:lnTo>
                  <a:lnTo>
                    <a:pt x="5620495" y="202664"/>
                  </a:lnTo>
                  <a:lnTo>
                    <a:pt x="5620495" y="202040"/>
                  </a:lnTo>
                  <a:lnTo>
                    <a:pt x="5620603" y="202040"/>
                  </a:lnTo>
                  <a:lnTo>
                    <a:pt x="5620712" y="202040"/>
                  </a:lnTo>
                  <a:lnTo>
                    <a:pt x="5620820" y="202040"/>
                  </a:lnTo>
                  <a:lnTo>
                    <a:pt x="5620929" y="202040"/>
                  </a:lnTo>
                  <a:lnTo>
                    <a:pt x="5621037" y="202040"/>
                  </a:lnTo>
                  <a:lnTo>
                    <a:pt x="5621146" y="202040"/>
                  </a:lnTo>
                  <a:lnTo>
                    <a:pt x="5621254" y="202040"/>
                  </a:lnTo>
                  <a:lnTo>
                    <a:pt x="5621362" y="202040"/>
                  </a:lnTo>
                  <a:lnTo>
                    <a:pt x="5621471" y="202040"/>
                  </a:lnTo>
                  <a:lnTo>
                    <a:pt x="5621579" y="202040"/>
                  </a:lnTo>
                  <a:lnTo>
                    <a:pt x="5621688" y="202040"/>
                  </a:lnTo>
                  <a:lnTo>
                    <a:pt x="5621796" y="202040"/>
                  </a:lnTo>
                  <a:lnTo>
                    <a:pt x="5621905" y="202040"/>
                  </a:lnTo>
                  <a:lnTo>
                    <a:pt x="5621905" y="201417"/>
                  </a:lnTo>
                  <a:lnTo>
                    <a:pt x="5622013" y="201417"/>
                  </a:lnTo>
                  <a:lnTo>
                    <a:pt x="5622122" y="201417"/>
                  </a:lnTo>
                  <a:lnTo>
                    <a:pt x="5622230" y="201417"/>
                  </a:lnTo>
                  <a:lnTo>
                    <a:pt x="5622338" y="201417"/>
                  </a:lnTo>
                  <a:lnTo>
                    <a:pt x="5622447" y="201417"/>
                  </a:lnTo>
                  <a:lnTo>
                    <a:pt x="5622555" y="201417"/>
                  </a:lnTo>
                  <a:lnTo>
                    <a:pt x="5622664" y="201417"/>
                  </a:lnTo>
                  <a:lnTo>
                    <a:pt x="5622772" y="201417"/>
                  </a:lnTo>
                  <a:lnTo>
                    <a:pt x="5622772" y="200793"/>
                  </a:lnTo>
                  <a:lnTo>
                    <a:pt x="5622881" y="200793"/>
                  </a:lnTo>
                  <a:lnTo>
                    <a:pt x="5622989" y="200793"/>
                  </a:lnTo>
                  <a:lnTo>
                    <a:pt x="5623098" y="200793"/>
                  </a:lnTo>
                  <a:lnTo>
                    <a:pt x="5623206" y="200793"/>
                  </a:lnTo>
                  <a:lnTo>
                    <a:pt x="5623314" y="200793"/>
                  </a:lnTo>
                  <a:lnTo>
                    <a:pt x="5623423" y="200793"/>
                  </a:lnTo>
                  <a:lnTo>
                    <a:pt x="5623531" y="200793"/>
                  </a:lnTo>
                  <a:lnTo>
                    <a:pt x="5623640" y="200793"/>
                  </a:lnTo>
                  <a:lnTo>
                    <a:pt x="5623748" y="200793"/>
                  </a:lnTo>
                  <a:lnTo>
                    <a:pt x="5623857" y="200793"/>
                  </a:lnTo>
                  <a:lnTo>
                    <a:pt x="5623965" y="200793"/>
                  </a:lnTo>
                  <a:lnTo>
                    <a:pt x="5624074" y="200793"/>
                  </a:lnTo>
                  <a:lnTo>
                    <a:pt x="5624182" y="200793"/>
                  </a:lnTo>
                  <a:lnTo>
                    <a:pt x="5624290" y="200793"/>
                  </a:lnTo>
                  <a:lnTo>
                    <a:pt x="5624399" y="200793"/>
                  </a:lnTo>
                  <a:lnTo>
                    <a:pt x="5624507" y="200793"/>
                  </a:lnTo>
                  <a:lnTo>
                    <a:pt x="5624616" y="200793"/>
                  </a:lnTo>
                  <a:lnTo>
                    <a:pt x="5624724" y="200793"/>
                  </a:lnTo>
                  <a:lnTo>
                    <a:pt x="5624833" y="200793"/>
                  </a:lnTo>
                  <a:lnTo>
                    <a:pt x="5624941" y="200793"/>
                  </a:lnTo>
                  <a:lnTo>
                    <a:pt x="5625050" y="200793"/>
                  </a:lnTo>
                  <a:lnTo>
                    <a:pt x="5625158" y="200793"/>
                  </a:lnTo>
                  <a:lnTo>
                    <a:pt x="5625266" y="200793"/>
                  </a:lnTo>
                  <a:lnTo>
                    <a:pt x="5625375" y="200793"/>
                  </a:lnTo>
                  <a:lnTo>
                    <a:pt x="5625375" y="200169"/>
                  </a:lnTo>
                  <a:lnTo>
                    <a:pt x="5625483" y="200169"/>
                  </a:lnTo>
                  <a:lnTo>
                    <a:pt x="5625592" y="200169"/>
                  </a:lnTo>
                  <a:lnTo>
                    <a:pt x="5625700" y="200169"/>
                  </a:lnTo>
                  <a:lnTo>
                    <a:pt x="5625809" y="200169"/>
                  </a:lnTo>
                  <a:lnTo>
                    <a:pt x="5625917" y="200169"/>
                  </a:lnTo>
                  <a:lnTo>
                    <a:pt x="5626026" y="200169"/>
                  </a:lnTo>
                  <a:lnTo>
                    <a:pt x="5626134" y="200169"/>
                  </a:lnTo>
                  <a:lnTo>
                    <a:pt x="5626243" y="200169"/>
                  </a:lnTo>
                  <a:lnTo>
                    <a:pt x="5626351" y="200169"/>
                  </a:lnTo>
                  <a:lnTo>
                    <a:pt x="5626459" y="200169"/>
                  </a:lnTo>
                  <a:lnTo>
                    <a:pt x="5626568" y="200169"/>
                  </a:lnTo>
                  <a:lnTo>
                    <a:pt x="5626568" y="199546"/>
                  </a:lnTo>
                  <a:lnTo>
                    <a:pt x="5626676" y="199546"/>
                  </a:lnTo>
                  <a:lnTo>
                    <a:pt x="5626785" y="199546"/>
                  </a:lnTo>
                  <a:lnTo>
                    <a:pt x="5626893" y="199546"/>
                  </a:lnTo>
                  <a:lnTo>
                    <a:pt x="5627002" y="199546"/>
                  </a:lnTo>
                  <a:lnTo>
                    <a:pt x="5627110" y="199546"/>
                  </a:lnTo>
                  <a:lnTo>
                    <a:pt x="5627219" y="199546"/>
                  </a:lnTo>
                  <a:lnTo>
                    <a:pt x="5627327" y="199546"/>
                  </a:lnTo>
                  <a:lnTo>
                    <a:pt x="5627435" y="199546"/>
                  </a:lnTo>
                  <a:lnTo>
                    <a:pt x="5627544" y="199546"/>
                  </a:lnTo>
                  <a:lnTo>
                    <a:pt x="5627652" y="199546"/>
                  </a:lnTo>
                  <a:lnTo>
                    <a:pt x="5627761" y="199546"/>
                  </a:lnTo>
                  <a:lnTo>
                    <a:pt x="5627869" y="199546"/>
                  </a:lnTo>
                  <a:lnTo>
                    <a:pt x="5627978" y="199546"/>
                  </a:lnTo>
                  <a:lnTo>
                    <a:pt x="5628086" y="199546"/>
                  </a:lnTo>
                  <a:lnTo>
                    <a:pt x="5628195" y="199546"/>
                  </a:lnTo>
                  <a:lnTo>
                    <a:pt x="5628303" y="199546"/>
                  </a:lnTo>
                  <a:lnTo>
                    <a:pt x="5628411" y="199546"/>
                  </a:lnTo>
                  <a:lnTo>
                    <a:pt x="5628520" y="199546"/>
                  </a:lnTo>
                  <a:lnTo>
                    <a:pt x="5628628" y="199546"/>
                  </a:lnTo>
                  <a:lnTo>
                    <a:pt x="5628737" y="199546"/>
                  </a:lnTo>
                  <a:lnTo>
                    <a:pt x="5628845" y="199546"/>
                  </a:lnTo>
                  <a:lnTo>
                    <a:pt x="5628954" y="199546"/>
                  </a:lnTo>
                  <a:lnTo>
                    <a:pt x="5629062" y="199546"/>
                  </a:lnTo>
                  <a:lnTo>
                    <a:pt x="5629171" y="199546"/>
                  </a:lnTo>
                  <a:lnTo>
                    <a:pt x="5629279" y="199546"/>
                  </a:lnTo>
                  <a:lnTo>
                    <a:pt x="5629387" y="199546"/>
                  </a:lnTo>
                  <a:lnTo>
                    <a:pt x="5629496" y="199546"/>
                  </a:lnTo>
                  <a:lnTo>
                    <a:pt x="5629604" y="199546"/>
                  </a:lnTo>
                  <a:lnTo>
                    <a:pt x="5629713" y="199546"/>
                  </a:lnTo>
                  <a:lnTo>
                    <a:pt x="5629821" y="199546"/>
                  </a:lnTo>
                  <a:lnTo>
                    <a:pt x="5629930" y="199546"/>
                  </a:lnTo>
                  <a:lnTo>
                    <a:pt x="5630038" y="199546"/>
                  </a:lnTo>
                  <a:lnTo>
                    <a:pt x="5630147" y="199546"/>
                  </a:lnTo>
                  <a:lnTo>
                    <a:pt x="5630255" y="199546"/>
                  </a:lnTo>
                  <a:lnTo>
                    <a:pt x="5630364" y="199546"/>
                  </a:lnTo>
                  <a:lnTo>
                    <a:pt x="5630472" y="199546"/>
                  </a:lnTo>
                  <a:lnTo>
                    <a:pt x="5630580" y="199546"/>
                  </a:lnTo>
                  <a:lnTo>
                    <a:pt x="5630689" y="199546"/>
                  </a:lnTo>
                  <a:lnTo>
                    <a:pt x="5630797" y="199546"/>
                  </a:lnTo>
                  <a:lnTo>
                    <a:pt x="5630906" y="199546"/>
                  </a:lnTo>
                  <a:lnTo>
                    <a:pt x="5631014" y="199546"/>
                  </a:lnTo>
                  <a:lnTo>
                    <a:pt x="5631123" y="199546"/>
                  </a:lnTo>
                  <a:lnTo>
                    <a:pt x="5631231" y="199546"/>
                  </a:lnTo>
                  <a:lnTo>
                    <a:pt x="5631340" y="199546"/>
                  </a:lnTo>
                  <a:lnTo>
                    <a:pt x="5631448" y="199546"/>
                  </a:lnTo>
                  <a:lnTo>
                    <a:pt x="5631556" y="199546"/>
                  </a:lnTo>
                  <a:lnTo>
                    <a:pt x="5631665" y="199546"/>
                  </a:lnTo>
                  <a:lnTo>
                    <a:pt x="5631773" y="199546"/>
                  </a:lnTo>
                  <a:lnTo>
                    <a:pt x="5631882" y="199546"/>
                  </a:lnTo>
                  <a:lnTo>
                    <a:pt x="5631990" y="199546"/>
                  </a:lnTo>
                  <a:lnTo>
                    <a:pt x="5632099" y="199546"/>
                  </a:lnTo>
                  <a:lnTo>
                    <a:pt x="5632207" y="199546"/>
                  </a:lnTo>
                  <a:lnTo>
                    <a:pt x="5632316" y="199546"/>
                  </a:lnTo>
                  <a:lnTo>
                    <a:pt x="5632424" y="199546"/>
                  </a:lnTo>
                  <a:lnTo>
                    <a:pt x="5632424" y="198922"/>
                  </a:lnTo>
                  <a:lnTo>
                    <a:pt x="5632532" y="198922"/>
                  </a:lnTo>
                  <a:lnTo>
                    <a:pt x="5632641" y="198922"/>
                  </a:lnTo>
                  <a:lnTo>
                    <a:pt x="5632749" y="198922"/>
                  </a:lnTo>
                  <a:lnTo>
                    <a:pt x="5632858" y="198922"/>
                  </a:lnTo>
                  <a:lnTo>
                    <a:pt x="5632966" y="198922"/>
                  </a:lnTo>
                  <a:lnTo>
                    <a:pt x="5633075" y="198922"/>
                  </a:lnTo>
                  <a:lnTo>
                    <a:pt x="5633075" y="198299"/>
                  </a:lnTo>
                  <a:lnTo>
                    <a:pt x="5633183" y="198299"/>
                  </a:lnTo>
                  <a:lnTo>
                    <a:pt x="5633292" y="198299"/>
                  </a:lnTo>
                  <a:lnTo>
                    <a:pt x="5633400" y="198299"/>
                  </a:lnTo>
                  <a:lnTo>
                    <a:pt x="5633508" y="198299"/>
                  </a:lnTo>
                  <a:lnTo>
                    <a:pt x="5633508" y="197675"/>
                  </a:lnTo>
                  <a:lnTo>
                    <a:pt x="5633617" y="197675"/>
                  </a:lnTo>
                  <a:lnTo>
                    <a:pt x="5633725" y="197675"/>
                  </a:lnTo>
                  <a:lnTo>
                    <a:pt x="5633834" y="197675"/>
                  </a:lnTo>
                  <a:lnTo>
                    <a:pt x="5633942" y="197675"/>
                  </a:lnTo>
                  <a:lnTo>
                    <a:pt x="5634051" y="197675"/>
                  </a:lnTo>
                  <a:lnTo>
                    <a:pt x="5634159" y="197675"/>
                  </a:lnTo>
                  <a:lnTo>
                    <a:pt x="5634268" y="197675"/>
                  </a:lnTo>
                  <a:lnTo>
                    <a:pt x="5634376" y="197675"/>
                  </a:lnTo>
                  <a:lnTo>
                    <a:pt x="5634485" y="197675"/>
                  </a:lnTo>
                  <a:lnTo>
                    <a:pt x="5634593" y="197675"/>
                  </a:lnTo>
                  <a:lnTo>
                    <a:pt x="5634701" y="197675"/>
                  </a:lnTo>
                  <a:lnTo>
                    <a:pt x="5634810" y="197675"/>
                  </a:lnTo>
                  <a:lnTo>
                    <a:pt x="5634918" y="197675"/>
                  </a:lnTo>
                  <a:lnTo>
                    <a:pt x="5635027" y="197675"/>
                  </a:lnTo>
                  <a:lnTo>
                    <a:pt x="5635135" y="197675"/>
                  </a:lnTo>
                  <a:lnTo>
                    <a:pt x="5635244" y="197675"/>
                  </a:lnTo>
                  <a:lnTo>
                    <a:pt x="5635352" y="197675"/>
                  </a:lnTo>
                  <a:lnTo>
                    <a:pt x="5635461" y="197675"/>
                  </a:lnTo>
                  <a:lnTo>
                    <a:pt x="5635569" y="197675"/>
                  </a:lnTo>
                  <a:lnTo>
                    <a:pt x="5635677" y="197675"/>
                  </a:lnTo>
                  <a:lnTo>
                    <a:pt x="5635786" y="197675"/>
                  </a:lnTo>
                  <a:lnTo>
                    <a:pt x="5635894" y="197675"/>
                  </a:lnTo>
                  <a:lnTo>
                    <a:pt x="5636003" y="197675"/>
                  </a:lnTo>
                  <a:lnTo>
                    <a:pt x="5636111" y="197675"/>
                  </a:lnTo>
                  <a:lnTo>
                    <a:pt x="5636220" y="197675"/>
                  </a:lnTo>
                  <a:lnTo>
                    <a:pt x="5636328" y="197675"/>
                  </a:lnTo>
                  <a:lnTo>
                    <a:pt x="5636437" y="197675"/>
                  </a:lnTo>
                  <a:lnTo>
                    <a:pt x="5636545" y="197675"/>
                  </a:lnTo>
                  <a:lnTo>
                    <a:pt x="5636653" y="197675"/>
                  </a:lnTo>
                  <a:lnTo>
                    <a:pt x="5636762" y="197675"/>
                  </a:lnTo>
                  <a:lnTo>
                    <a:pt x="5636870" y="197675"/>
                  </a:lnTo>
                  <a:lnTo>
                    <a:pt x="5636979" y="197675"/>
                  </a:lnTo>
                  <a:lnTo>
                    <a:pt x="5637087" y="197675"/>
                  </a:lnTo>
                  <a:lnTo>
                    <a:pt x="5637196" y="197675"/>
                  </a:lnTo>
                  <a:lnTo>
                    <a:pt x="5637304" y="197675"/>
                  </a:lnTo>
                  <a:lnTo>
                    <a:pt x="5637413" y="197675"/>
                  </a:lnTo>
                  <a:lnTo>
                    <a:pt x="5637521" y="197675"/>
                  </a:lnTo>
                  <a:lnTo>
                    <a:pt x="5637629" y="197675"/>
                  </a:lnTo>
                  <a:lnTo>
                    <a:pt x="5637738" y="197675"/>
                  </a:lnTo>
                  <a:lnTo>
                    <a:pt x="5637846" y="197675"/>
                  </a:lnTo>
                  <a:lnTo>
                    <a:pt x="5637955" y="197675"/>
                  </a:lnTo>
                  <a:lnTo>
                    <a:pt x="5638063" y="197675"/>
                  </a:lnTo>
                  <a:lnTo>
                    <a:pt x="5638172" y="197675"/>
                  </a:lnTo>
                  <a:lnTo>
                    <a:pt x="5638280" y="197675"/>
                  </a:lnTo>
                  <a:lnTo>
                    <a:pt x="5638389" y="197675"/>
                  </a:lnTo>
                  <a:lnTo>
                    <a:pt x="5638497" y="197675"/>
                  </a:lnTo>
                  <a:lnTo>
                    <a:pt x="5638497" y="197052"/>
                  </a:lnTo>
                  <a:lnTo>
                    <a:pt x="5638606" y="197052"/>
                  </a:lnTo>
                  <a:lnTo>
                    <a:pt x="5638714" y="197052"/>
                  </a:lnTo>
                  <a:lnTo>
                    <a:pt x="5638822" y="197052"/>
                  </a:lnTo>
                  <a:lnTo>
                    <a:pt x="5638931" y="197052"/>
                  </a:lnTo>
                  <a:lnTo>
                    <a:pt x="5639039" y="197052"/>
                  </a:lnTo>
                  <a:lnTo>
                    <a:pt x="5639148" y="197052"/>
                  </a:lnTo>
                  <a:lnTo>
                    <a:pt x="5639256" y="197052"/>
                  </a:lnTo>
                  <a:lnTo>
                    <a:pt x="5639365" y="197052"/>
                  </a:lnTo>
                  <a:lnTo>
                    <a:pt x="5639473" y="197052"/>
                  </a:lnTo>
                  <a:lnTo>
                    <a:pt x="5639582" y="197052"/>
                  </a:lnTo>
                  <a:lnTo>
                    <a:pt x="5639690" y="197052"/>
                  </a:lnTo>
                  <a:lnTo>
                    <a:pt x="5639798" y="197052"/>
                  </a:lnTo>
                  <a:lnTo>
                    <a:pt x="5639907" y="197052"/>
                  </a:lnTo>
                  <a:lnTo>
                    <a:pt x="5640015" y="197052"/>
                  </a:lnTo>
                  <a:lnTo>
                    <a:pt x="5640124" y="197052"/>
                  </a:lnTo>
                  <a:lnTo>
                    <a:pt x="5640232" y="197052"/>
                  </a:lnTo>
                  <a:lnTo>
                    <a:pt x="5640341" y="197052"/>
                  </a:lnTo>
                  <a:lnTo>
                    <a:pt x="5640449" y="197052"/>
                  </a:lnTo>
                  <a:lnTo>
                    <a:pt x="5640558" y="197052"/>
                  </a:lnTo>
                  <a:lnTo>
                    <a:pt x="5640666" y="197052"/>
                  </a:lnTo>
                  <a:lnTo>
                    <a:pt x="5640774" y="197052"/>
                  </a:lnTo>
                  <a:lnTo>
                    <a:pt x="5640883" y="197052"/>
                  </a:lnTo>
                  <a:lnTo>
                    <a:pt x="5640991" y="197052"/>
                  </a:lnTo>
                  <a:lnTo>
                    <a:pt x="5641100" y="197052"/>
                  </a:lnTo>
                  <a:lnTo>
                    <a:pt x="5641208" y="197052"/>
                  </a:lnTo>
                  <a:lnTo>
                    <a:pt x="5641317" y="197052"/>
                  </a:lnTo>
                  <a:lnTo>
                    <a:pt x="5641425" y="197052"/>
                  </a:lnTo>
                  <a:lnTo>
                    <a:pt x="5641534" y="197052"/>
                  </a:lnTo>
                  <a:lnTo>
                    <a:pt x="5641642" y="197052"/>
                  </a:lnTo>
                  <a:lnTo>
                    <a:pt x="5641750" y="197052"/>
                  </a:lnTo>
                  <a:lnTo>
                    <a:pt x="5641859" y="197052"/>
                  </a:lnTo>
                  <a:lnTo>
                    <a:pt x="5641967" y="197052"/>
                  </a:lnTo>
                  <a:lnTo>
                    <a:pt x="5642076" y="197052"/>
                  </a:lnTo>
                  <a:lnTo>
                    <a:pt x="5642184" y="197052"/>
                  </a:lnTo>
                  <a:lnTo>
                    <a:pt x="5642293" y="197052"/>
                  </a:lnTo>
                  <a:lnTo>
                    <a:pt x="5642401" y="197052"/>
                  </a:lnTo>
                  <a:lnTo>
                    <a:pt x="5642510" y="197052"/>
                  </a:lnTo>
                  <a:lnTo>
                    <a:pt x="5642618" y="197052"/>
                  </a:lnTo>
                  <a:lnTo>
                    <a:pt x="5642727" y="197052"/>
                  </a:lnTo>
                  <a:lnTo>
                    <a:pt x="5642835" y="197052"/>
                  </a:lnTo>
                  <a:lnTo>
                    <a:pt x="5642943" y="197052"/>
                  </a:lnTo>
                  <a:lnTo>
                    <a:pt x="5643052" y="197052"/>
                  </a:lnTo>
                  <a:lnTo>
                    <a:pt x="5643160" y="197052"/>
                  </a:lnTo>
                  <a:lnTo>
                    <a:pt x="5643269" y="197052"/>
                  </a:lnTo>
                  <a:lnTo>
                    <a:pt x="5643377" y="197052"/>
                  </a:lnTo>
                  <a:lnTo>
                    <a:pt x="5643486" y="197052"/>
                  </a:lnTo>
                  <a:lnTo>
                    <a:pt x="5643594" y="197052"/>
                  </a:lnTo>
                  <a:lnTo>
                    <a:pt x="5643703" y="197052"/>
                  </a:lnTo>
                  <a:lnTo>
                    <a:pt x="5643811" y="197052"/>
                  </a:lnTo>
                  <a:lnTo>
                    <a:pt x="5643919" y="197052"/>
                  </a:lnTo>
                  <a:lnTo>
                    <a:pt x="5644028" y="197052"/>
                  </a:lnTo>
                  <a:lnTo>
                    <a:pt x="5644136" y="197052"/>
                  </a:lnTo>
                  <a:lnTo>
                    <a:pt x="5644245" y="197052"/>
                  </a:lnTo>
                  <a:lnTo>
                    <a:pt x="5644353" y="197052"/>
                  </a:lnTo>
                  <a:lnTo>
                    <a:pt x="5644462" y="197052"/>
                  </a:lnTo>
                  <a:lnTo>
                    <a:pt x="5644570" y="197052"/>
                  </a:lnTo>
                  <a:lnTo>
                    <a:pt x="5644679" y="197052"/>
                  </a:lnTo>
                  <a:lnTo>
                    <a:pt x="5644787" y="197052"/>
                  </a:lnTo>
                  <a:lnTo>
                    <a:pt x="5644895" y="197052"/>
                  </a:lnTo>
                  <a:lnTo>
                    <a:pt x="5645004" y="197052"/>
                  </a:lnTo>
                  <a:lnTo>
                    <a:pt x="5645112" y="197052"/>
                  </a:lnTo>
                  <a:lnTo>
                    <a:pt x="5645221" y="197052"/>
                  </a:lnTo>
                  <a:lnTo>
                    <a:pt x="5645329" y="197052"/>
                  </a:lnTo>
                  <a:lnTo>
                    <a:pt x="5645438" y="197052"/>
                  </a:lnTo>
                  <a:lnTo>
                    <a:pt x="5645546" y="197052"/>
                  </a:lnTo>
                  <a:lnTo>
                    <a:pt x="5645655" y="197052"/>
                  </a:lnTo>
                  <a:lnTo>
                    <a:pt x="5645763" y="197052"/>
                  </a:lnTo>
                  <a:lnTo>
                    <a:pt x="5645871" y="197052"/>
                  </a:lnTo>
                  <a:lnTo>
                    <a:pt x="5645980" y="197052"/>
                  </a:lnTo>
                  <a:lnTo>
                    <a:pt x="5646088" y="197052"/>
                  </a:lnTo>
                  <a:lnTo>
                    <a:pt x="5646197" y="197052"/>
                  </a:lnTo>
                  <a:lnTo>
                    <a:pt x="5646305" y="197052"/>
                  </a:lnTo>
                  <a:lnTo>
                    <a:pt x="5646414" y="197052"/>
                  </a:lnTo>
                  <a:lnTo>
                    <a:pt x="5646522" y="197052"/>
                  </a:lnTo>
                  <a:lnTo>
                    <a:pt x="5646631" y="197052"/>
                  </a:lnTo>
                  <a:lnTo>
                    <a:pt x="5646739" y="197052"/>
                  </a:lnTo>
                  <a:lnTo>
                    <a:pt x="5646847" y="197052"/>
                  </a:lnTo>
                  <a:lnTo>
                    <a:pt x="5646956" y="197052"/>
                  </a:lnTo>
                  <a:lnTo>
                    <a:pt x="5647064" y="197052"/>
                  </a:lnTo>
                  <a:lnTo>
                    <a:pt x="5647173" y="197052"/>
                  </a:lnTo>
                  <a:lnTo>
                    <a:pt x="5647281" y="197052"/>
                  </a:lnTo>
                  <a:lnTo>
                    <a:pt x="5647390" y="197052"/>
                  </a:lnTo>
                  <a:lnTo>
                    <a:pt x="5647498" y="197052"/>
                  </a:lnTo>
                  <a:lnTo>
                    <a:pt x="5647607" y="197052"/>
                  </a:lnTo>
                  <a:lnTo>
                    <a:pt x="5647715" y="197052"/>
                  </a:lnTo>
                  <a:lnTo>
                    <a:pt x="5647824" y="197052"/>
                  </a:lnTo>
                  <a:lnTo>
                    <a:pt x="5647932" y="197052"/>
                  </a:lnTo>
                  <a:lnTo>
                    <a:pt x="5648040" y="197052"/>
                  </a:lnTo>
                  <a:lnTo>
                    <a:pt x="5648149" y="197052"/>
                  </a:lnTo>
                  <a:lnTo>
                    <a:pt x="5648257" y="197052"/>
                  </a:lnTo>
                  <a:lnTo>
                    <a:pt x="5648366" y="197052"/>
                  </a:lnTo>
                  <a:lnTo>
                    <a:pt x="5648474" y="197052"/>
                  </a:lnTo>
                  <a:lnTo>
                    <a:pt x="5648583" y="197052"/>
                  </a:lnTo>
                  <a:lnTo>
                    <a:pt x="5648691" y="197052"/>
                  </a:lnTo>
                  <a:lnTo>
                    <a:pt x="5648800" y="197052"/>
                  </a:lnTo>
                  <a:lnTo>
                    <a:pt x="5648908" y="197052"/>
                  </a:lnTo>
                  <a:lnTo>
                    <a:pt x="5649016" y="197052"/>
                  </a:lnTo>
                  <a:lnTo>
                    <a:pt x="5649016" y="196428"/>
                  </a:lnTo>
                  <a:lnTo>
                    <a:pt x="5649125" y="196428"/>
                  </a:lnTo>
                  <a:lnTo>
                    <a:pt x="5649233" y="196428"/>
                  </a:lnTo>
                  <a:lnTo>
                    <a:pt x="5649342" y="196428"/>
                  </a:lnTo>
                  <a:lnTo>
                    <a:pt x="5649450" y="196428"/>
                  </a:lnTo>
                  <a:lnTo>
                    <a:pt x="5649559" y="196428"/>
                  </a:lnTo>
                  <a:lnTo>
                    <a:pt x="5649667" y="196428"/>
                  </a:lnTo>
                  <a:lnTo>
                    <a:pt x="5649776" y="196428"/>
                  </a:lnTo>
                  <a:lnTo>
                    <a:pt x="5649884" y="196428"/>
                  </a:lnTo>
                  <a:lnTo>
                    <a:pt x="5649992" y="196428"/>
                  </a:lnTo>
                  <a:lnTo>
                    <a:pt x="5650101" y="196428"/>
                  </a:lnTo>
                  <a:lnTo>
                    <a:pt x="5650209" y="196428"/>
                  </a:lnTo>
                  <a:lnTo>
                    <a:pt x="5650318" y="196428"/>
                  </a:lnTo>
                  <a:lnTo>
                    <a:pt x="5650426" y="196428"/>
                  </a:lnTo>
                  <a:lnTo>
                    <a:pt x="5650535" y="196428"/>
                  </a:lnTo>
                  <a:lnTo>
                    <a:pt x="5650643" y="196428"/>
                  </a:lnTo>
                  <a:lnTo>
                    <a:pt x="5650752" y="196428"/>
                  </a:lnTo>
                  <a:lnTo>
                    <a:pt x="5650860" y="196428"/>
                  </a:lnTo>
                  <a:lnTo>
                    <a:pt x="5650968" y="196428"/>
                  </a:lnTo>
                  <a:lnTo>
                    <a:pt x="5651077" y="196428"/>
                  </a:lnTo>
                  <a:lnTo>
                    <a:pt x="5651185" y="196428"/>
                  </a:lnTo>
                  <a:lnTo>
                    <a:pt x="5651294" y="196428"/>
                  </a:lnTo>
                  <a:lnTo>
                    <a:pt x="5651402" y="196428"/>
                  </a:lnTo>
                  <a:lnTo>
                    <a:pt x="5651511" y="196428"/>
                  </a:lnTo>
                  <a:lnTo>
                    <a:pt x="5651619" y="196428"/>
                  </a:lnTo>
                  <a:lnTo>
                    <a:pt x="5651728" y="196428"/>
                  </a:lnTo>
                  <a:lnTo>
                    <a:pt x="5651836" y="196428"/>
                  </a:lnTo>
                  <a:lnTo>
                    <a:pt x="5651945" y="196428"/>
                  </a:lnTo>
                  <a:lnTo>
                    <a:pt x="5652053" y="196428"/>
                  </a:lnTo>
                  <a:lnTo>
                    <a:pt x="5652161" y="196428"/>
                  </a:lnTo>
                  <a:lnTo>
                    <a:pt x="5652270" y="196428"/>
                  </a:lnTo>
                  <a:lnTo>
                    <a:pt x="5652270" y="195804"/>
                  </a:lnTo>
                  <a:lnTo>
                    <a:pt x="5652378" y="195804"/>
                  </a:lnTo>
                  <a:lnTo>
                    <a:pt x="5652487" y="195804"/>
                  </a:lnTo>
                  <a:lnTo>
                    <a:pt x="5652595" y="195804"/>
                  </a:lnTo>
                  <a:lnTo>
                    <a:pt x="5652704" y="195804"/>
                  </a:lnTo>
                  <a:lnTo>
                    <a:pt x="5652812" y="195804"/>
                  </a:lnTo>
                  <a:lnTo>
                    <a:pt x="5652921" y="195804"/>
                  </a:lnTo>
                  <a:lnTo>
                    <a:pt x="5653029" y="195804"/>
                  </a:lnTo>
                  <a:lnTo>
                    <a:pt x="5653137" y="195804"/>
                  </a:lnTo>
                  <a:lnTo>
                    <a:pt x="5653246" y="195804"/>
                  </a:lnTo>
                  <a:lnTo>
                    <a:pt x="5653354" y="195804"/>
                  </a:lnTo>
                  <a:lnTo>
                    <a:pt x="5653463" y="195804"/>
                  </a:lnTo>
                  <a:lnTo>
                    <a:pt x="5653571" y="195804"/>
                  </a:lnTo>
                  <a:lnTo>
                    <a:pt x="5653680" y="195804"/>
                  </a:lnTo>
                  <a:lnTo>
                    <a:pt x="5653788" y="195804"/>
                  </a:lnTo>
                  <a:lnTo>
                    <a:pt x="5653897" y="195804"/>
                  </a:lnTo>
                  <a:lnTo>
                    <a:pt x="5654005" y="195804"/>
                  </a:lnTo>
                  <a:lnTo>
                    <a:pt x="5654113" y="195804"/>
                  </a:lnTo>
                  <a:lnTo>
                    <a:pt x="5654222" y="195804"/>
                  </a:lnTo>
                  <a:lnTo>
                    <a:pt x="5654330" y="195804"/>
                  </a:lnTo>
                  <a:lnTo>
                    <a:pt x="5654439" y="195804"/>
                  </a:lnTo>
                  <a:lnTo>
                    <a:pt x="5654547" y="195804"/>
                  </a:lnTo>
                  <a:lnTo>
                    <a:pt x="5654656" y="195804"/>
                  </a:lnTo>
                  <a:lnTo>
                    <a:pt x="5654764" y="195804"/>
                  </a:lnTo>
                  <a:lnTo>
                    <a:pt x="5654873" y="195804"/>
                  </a:lnTo>
                  <a:lnTo>
                    <a:pt x="5654981" y="195804"/>
                  </a:lnTo>
                  <a:lnTo>
                    <a:pt x="5655089" y="195804"/>
                  </a:lnTo>
                  <a:lnTo>
                    <a:pt x="5655198" y="195804"/>
                  </a:lnTo>
                  <a:lnTo>
                    <a:pt x="5655306" y="195804"/>
                  </a:lnTo>
                  <a:lnTo>
                    <a:pt x="5655415" y="195804"/>
                  </a:lnTo>
                  <a:lnTo>
                    <a:pt x="5655523" y="195804"/>
                  </a:lnTo>
                  <a:lnTo>
                    <a:pt x="5655632" y="195804"/>
                  </a:lnTo>
                  <a:lnTo>
                    <a:pt x="5655740" y="195804"/>
                  </a:lnTo>
                  <a:lnTo>
                    <a:pt x="5655849" y="195804"/>
                  </a:lnTo>
                  <a:lnTo>
                    <a:pt x="5655957" y="195804"/>
                  </a:lnTo>
                  <a:lnTo>
                    <a:pt x="5656066" y="195804"/>
                  </a:lnTo>
                  <a:lnTo>
                    <a:pt x="5656174" y="195804"/>
                  </a:lnTo>
                  <a:lnTo>
                    <a:pt x="5656282" y="195804"/>
                  </a:lnTo>
                  <a:lnTo>
                    <a:pt x="5656391" y="195804"/>
                  </a:lnTo>
                  <a:lnTo>
                    <a:pt x="5656499" y="195804"/>
                  </a:lnTo>
                  <a:lnTo>
                    <a:pt x="5656608" y="195804"/>
                  </a:lnTo>
                  <a:lnTo>
                    <a:pt x="5656716" y="195804"/>
                  </a:lnTo>
                  <a:lnTo>
                    <a:pt x="5656825" y="195804"/>
                  </a:lnTo>
                  <a:lnTo>
                    <a:pt x="5656933" y="195804"/>
                  </a:lnTo>
                  <a:lnTo>
                    <a:pt x="5657042" y="195804"/>
                  </a:lnTo>
                  <a:lnTo>
                    <a:pt x="5657042" y="195181"/>
                  </a:lnTo>
                  <a:lnTo>
                    <a:pt x="5657150" y="195181"/>
                  </a:lnTo>
                  <a:lnTo>
                    <a:pt x="5657258" y="195181"/>
                  </a:lnTo>
                  <a:lnTo>
                    <a:pt x="5657367" y="195181"/>
                  </a:lnTo>
                  <a:lnTo>
                    <a:pt x="5657475" y="195181"/>
                  </a:lnTo>
                  <a:lnTo>
                    <a:pt x="5657584" y="195181"/>
                  </a:lnTo>
                  <a:lnTo>
                    <a:pt x="5657692" y="195181"/>
                  </a:lnTo>
                  <a:lnTo>
                    <a:pt x="5657801" y="195181"/>
                  </a:lnTo>
                  <a:lnTo>
                    <a:pt x="5657909" y="195181"/>
                  </a:lnTo>
                  <a:lnTo>
                    <a:pt x="5658018" y="195181"/>
                  </a:lnTo>
                  <a:lnTo>
                    <a:pt x="5658126" y="195181"/>
                  </a:lnTo>
                  <a:lnTo>
                    <a:pt x="5658234" y="195181"/>
                  </a:lnTo>
                  <a:lnTo>
                    <a:pt x="5658343" y="195181"/>
                  </a:lnTo>
                  <a:lnTo>
                    <a:pt x="5658451" y="195181"/>
                  </a:lnTo>
                  <a:lnTo>
                    <a:pt x="5658560" y="195181"/>
                  </a:lnTo>
                  <a:lnTo>
                    <a:pt x="5658668" y="195181"/>
                  </a:lnTo>
                  <a:lnTo>
                    <a:pt x="5658777" y="195181"/>
                  </a:lnTo>
                  <a:lnTo>
                    <a:pt x="5658885" y="195181"/>
                  </a:lnTo>
                  <a:lnTo>
                    <a:pt x="5658994" y="195181"/>
                  </a:lnTo>
                  <a:lnTo>
                    <a:pt x="5659102" y="195181"/>
                  </a:lnTo>
                  <a:lnTo>
                    <a:pt x="5659210" y="195181"/>
                  </a:lnTo>
                  <a:lnTo>
                    <a:pt x="5659319" y="195181"/>
                  </a:lnTo>
                  <a:lnTo>
                    <a:pt x="5659427" y="195181"/>
                  </a:lnTo>
                  <a:lnTo>
                    <a:pt x="5659536" y="195181"/>
                  </a:lnTo>
                  <a:lnTo>
                    <a:pt x="5659644" y="195181"/>
                  </a:lnTo>
                  <a:lnTo>
                    <a:pt x="5659753" y="195181"/>
                  </a:lnTo>
                  <a:lnTo>
                    <a:pt x="5659861" y="195181"/>
                  </a:lnTo>
                  <a:lnTo>
                    <a:pt x="5659970" y="195181"/>
                  </a:lnTo>
                  <a:lnTo>
                    <a:pt x="5659970" y="194557"/>
                  </a:lnTo>
                  <a:lnTo>
                    <a:pt x="5660078" y="194557"/>
                  </a:lnTo>
                  <a:lnTo>
                    <a:pt x="5660187" y="194557"/>
                  </a:lnTo>
                  <a:lnTo>
                    <a:pt x="5660295" y="194557"/>
                  </a:lnTo>
                  <a:lnTo>
                    <a:pt x="5660403" y="194557"/>
                  </a:lnTo>
                  <a:lnTo>
                    <a:pt x="5660512" y="194557"/>
                  </a:lnTo>
                  <a:lnTo>
                    <a:pt x="5660620" y="194557"/>
                  </a:lnTo>
                  <a:lnTo>
                    <a:pt x="5660729" y="194557"/>
                  </a:lnTo>
                  <a:lnTo>
                    <a:pt x="5660837" y="194557"/>
                  </a:lnTo>
                  <a:lnTo>
                    <a:pt x="5660946" y="194557"/>
                  </a:lnTo>
                  <a:lnTo>
                    <a:pt x="5661054" y="194557"/>
                  </a:lnTo>
                  <a:lnTo>
                    <a:pt x="5661163" y="194557"/>
                  </a:lnTo>
                  <a:lnTo>
                    <a:pt x="5661271" y="194557"/>
                  </a:lnTo>
                  <a:lnTo>
                    <a:pt x="5661379" y="194557"/>
                  </a:lnTo>
                  <a:lnTo>
                    <a:pt x="5661488" y="194557"/>
                  </a:lnTo>
                  <a:lnTo>
                    <a:pt x="5661596" y="194557"/>
                  </a:lnTo>
                  <a:lnTo>
                    <a:pt x="5661705" y="194557"/>
                  </a:lnTo>
                  <a:lnTo>
                    <a:pt x="5661813" y="194557"/>
                  </a:lnTo>
                  <a:lnTo>
                    <a:pt x="5661922" y="194557"/>
                  </a:lnTo>
                  <a:lnTo>
                    <a:pt x="5662030" y="194557"/>
                  </a:lnTo>
                  <a:lnTo>
                    <a:pt x="5662139" y="194557"/>
                  </a:lnTo>
                  <a:lnTo>
                    <a:pt x="5662247" y="194557"/>
                  </a:lnTo>
                  <a:lnTo>
                    <a:pt x="5662355" y="194557"/>
                  </a:lnTo>
                  <a:lnTo>
                    <a:pt x="5662464" y="194557"/>
                  </a:lnTo>
                  <a:lnTo>
                    <a:pt x="5662572" y="194557"/>
                  </a:lnTo>
                  <a:lnTo>
                    <a:pt x="5662572" y="193934"/>
                  </a:lnTo>
                  <a:lnTo>
                    <a:pt x="5662681" y="193934"/>
                  </a:lnTo>
                  <a:lnTo>
                    <a:pt x="5662789" y="193934"/>
                  </a:lnTo>
                  <a:lnTo>
                    <a:pt x="5662898" y="193934"/>
                  </a:lnTo>
                  <a:lnTo>
                    <a:pt x="5663006" y="193934"/>
                  </a:lnTo>
                  <a:lnTo>
                    <a:pt x="5663006" y="193310"/>
                  </a:lnTo>
                  <a:lnTo>
                    <a:pt x="5663115" y="193310"/>
                  </a:lnTo>
                  <a:lnTo>
                    <a:pt x="5663115" y="192686"/>
                  </a:lnTo>
                  <a:lnTo>
                    <a:pt x="5663115" y="192063"/>
                  </a:lnTo>
                  <a:lnTo>
                    <a:pt x="5663223" y="192063"/>
                  </a:lnTo>
                  <a:lnTo>
                    <a:pt x="5663331" y="192063"/>
                  </a:lnTo>
                  <a:lnTo>
                    <a:pt x="5663440" y="192063"/>
                  </a:lnTo>
                  <a:lnTo>
                    <a:pt x="5663548" y="192063"/>
                  </a:lnTo>
                  <a:lnTo>
                    <a:pt x="5663657" y="192063"/>
                  </a:lnTo>
                  <a:lnTo>
                    <a:pt x="5663765" y="192063"/>
                  </a:lnTo>
                  <a:lnTo>
                    <a:pt x="5663874" y="192063"/>
                  </a:lnTo>
                  <a:lnTo>
                    <a:pt x="5663982" y="192063"/>
                  </a:lnTo>
                  <a:lnTo>
                    <a:pt x="5664091" y="192063"/>
                  </a:lnTo>
                  <a:lnTo>
                    <a:pt x="5664199" y="192063"/>
                  </a:lnTo>
                  <a:lnTo>
                    <a:pt x="5664308" y="192063"/>
                  </a:lnTo>
                  <a:lnTo>
                    <a:pt x="5664416" y="192063"/>
                  </a:lnTo>
                  <a:lnTo>
                    <a:pt x="5664524" y="192063"/>
                  </a:lnTo>
                  <a:lnTo>
                    <a:pt x="5664633" y="192063"/>
                  </a:lnTo>
                  <a:lnTo>
                    <a:pt x="5664741" y="192063"/>
                  </a:lnTo>
                  <a:lnTo>
                    <a:pt x="5664850" y="192063"/>
                  </a:lnTo>
                  <a:lnTo>
                    <a:pt x="5664958" y="192063"/>
                  </a:lnTo>
                  <a:lnTo>
                    <a:pt x="5665067" y="192063"/>
                  </a:lnTo>
                  <a:lnTo>
                    <a:pt x="5665175" y="192063"/>
                  </a:lnTo>
                  <a:lnTo>
                    <a:pt x="5665175" y="191439"/>
                  </a:lnTo>
                  <a:lnTo>
                    <a:pt x="5665284" y="191439"/>
                  </a:lnTo>
                  <a:lnTo>
                    <a:pt x="5665392" y="191439"/>
                  </a:lnTo>
                  <a:lnTo>
                    <a:pt x="5665500" y="191439"/>
                  </a:lnTo>
                  <a:lnTo>
                    <a:pt x="5665500" y="190816"/>
                  </a:lnTo>
                  <a:lnTo>
                    <a:pt x="5665609" y="190816"/>
                  </a:lnTo>
                  <a:lnTo>
                    <a:pt x="5665717" y="190816"/>
                  </a:lnTo>
                  <a:lnTo>
                    <a:pt x="5665826" y="190816"/>
                  </a:lnTo>
                  <a:lnTo>
                    <a:pt x="5665934" y="190816"/>
                  </a:lnTo>
                  <a:lnTo>
                    <a:pt x="5666043" y="190816"/>
                  </a:lnTo>
                  <a:lnTo>
                    <a:pt x="5666151" y="190816"/>
                  </a:lnTo>
                  <a:lnTo>
                    <a:pt x="5666260" y="190816"/>
                  </a:lnTo>
                  <a:lnTo>
                    <a:pt x="5666368" y="190816"/>
                  </a:lnTo>
                  <a:lnTo>
                    <a:pt x="5666476" y="190816"/>
                  </a:lnTo>
                  <a:lnTo>
                    <a:pt x="5666585" y="190816"/>
                  </a:lnTo>
                  <a:lnTo>
                    <a:pt x="5666693" y="190816"/>
                  </a:lnTo>
                  <a:lnTo>
                    <a:pt x="5666802" y="190816"/>
                  </a:lnTo>
                  <a:lnTo>
                    <a:pt x="5666910" y="190816"/>
                  </a:lnTo>
                  <a:lnTo>
                    <a:pt x="5667019" y="190816"/>
                  </a:lnTo>
                  <a:lnTo>
                    <a:pt x="5667127" y="190816"/>
                  </a:lnTo>
                  <a:lnTo>
                    <a:pt x="5667236" y="190816"/>
                  </a:lnTo>
                  <a:lnTo>
                    <a:pt x="5667344" y="190816"/>
                  </a:lnTo>
                  <a:lnTo>
                    <a:pt x="5667452" y="190816"/>
                  </a:lnTo>
                  <a:lnTo>
                    <a:pt x="5667561" y="190816"/>
                  </a:lnTo>
                  <a:lnTo>
                    <a:pt x="5667669" y="190816"/>
                  </a:lnTo>
                  <a:lnTo>
                    <a:pt x="5667778" y="190816"/>
                  </a:lnTo>
                  <a:lnTo>
                    <a:pt x="5667886" y="190816"/>
                  </a:lnTo>
                  <a:lnTo>
                    <a:pt x="5667886" y="190192"/>
                  </a:lnTo>
                  <a:lnTo>
                    <a:pt x="5667995" y="190192"/>
                  </a:lnTo>
                  <a:lnTo>
                    <a:pt x="5668103" y="190192"/>
                  </a:lnTo>
                  <a:lnTo>
                    <a:pt x="5668212" y="190192"/>
                  </a:lnTo>
                  <a:lnTo>
                    <a:pt x="5668320" y="190192"/>
                  </a:lnTo>
                  <a:lnTo>
                    <a:pt x="5668429" y="190192"/>
                  </a:lnTo>
                  <a:lnTo>
                    <a:pt x="5668537" y="190192"/>
                  </a:lnTo>
                  <a:lnTo>
                    <a:pt x="5668645" y="190192"/>
                  </a:lnTo>
                  <a:lnTo>
                    <a:pt x="5668754" y="190192"/>
                  </a:lnTo>
                  <a:lnTo>
                    <a:pt x="5668862" y="190192"/>
                  </a:lnTo>
                  <a:lnTo>
                    <a:pt x="5668862" y="189569"/>
                  </a:lnTo>
                  <a:lnTo>
                    <a:pt x="5668971" y="189569"/>
                  </a:lnTo>
                  <a:lnTo>
                    <a:pt x="5669079" y="189569"/>
                  </a:lnTo>
                  <a:lnTo>
                    <a:pt x="5669188" y="189569"/>
                  </a:lnTo>
                  <a:lnTo>
                    <a:pt x="5669296" y="189569"/>
                  </a:lnTo>
                  <a:lnTo>
                    <a:pt x="5669405" y="189569"/>
                  </a:lnTo>
                  <a:lnTo>
                    <a:pt x="5669513" y="189569"/>
                  </a:lnTo>
                  <a:lnTo>
                    <a:pt x="5669621" y="189569"/>
                  </a:lnTo>
                  <a:lnTo>
                    <a:pt x="5669730" y="189569"/>
                  </a:lnTo>
                  <a:lnTo>
                    <a:pt x="5669838" y="189569"/>
                  </a:lnTo>
                  <a:lnTo>
                    <a:pt x="5669947" y="189569"/>
                  </a:lnTo>
                  <a:lnTo>
                    <a:pt x="5670055" y="189569"/>
                  </a:lnTo>
                  <a:lnTo>
                    <a:pt x="5670164" y="189569"/>
                  </a:lnTo>
                  <a:lnTo>
                    <a:pt x="5670272" y="189569"/>
                  </a:lnTo>
                  <a:lnTo>
                    <a:pt x="5670381" y="189569"/>
                  </a:lnTo>
                  <a:lnTo>
                    <a:pt x="5670489" y="189569"/>
                  </a:lnTo>
                  <a:lnTo>
                    <a:pt x="5670597" y="189569"/>
                  </a:lnTo>
                  <a:lnTo>
                    <a:pt x="5670706" y="189569"/>
                  </a:lnTo>
                  <a:lnTo>
                    <a:pt x="5670814" y="189569"/>
                  </a:lnTo>
                  <a:lnTo>
                    <a:pt x="5670923" y="189569"/>
                  </a:lnTo>
                  <a:lnTo>
                    <a:pt x="5670923" y="188945"/>
                  </a:lnTo>
                  <a:lnTo>
                    <a:pt x="5671031" y="188945"/>
                  </a:lnTo>
                  <a:lnTo>
                    <a:pt x="5671140" y="188945"/>
                  </a:lnTo>
                  <a:lnTo>
                    <a:pt x="5671248" y="188945"/>
                  </a:lnTo>
                  <a:lnTo>
                    <a:pt x="5671248" y="188321"/>
                  </a:lnTo>
                  <a:lnTo>
                    <a:pt x="5671357" y="188321"/>
                  </a:lnTo>
                  <a:lnTo>
                    <a:pt x="5671465" y="188321"/>
                  </a:lnTo>
                  <a:lnTo>
                    <a:pt x="5671573" y="188321"/>
                  </a:lnTo>
                  <a:lnTo>
                    <a:pt x="5671682" y="188321"/>
                  </a:lnTo>
                  <a:lnTo>
                    <a:pt x="5671790" y="188321"/>
                  </a:lnTo>
                  <a:lnTo>
                    <a:pt x="5671899" y="188321"/>
                  </a:lnTo>
                  <a:lnTo>
                    <a:pt x="5672007" y="188321"/>
                  </a:lnTo>
                  <a:lnTo>
                    <a:pt x="5672116" y="188321"/>
                  </a:lnTo>
                  <a:lnTo>
                    <a:pt x="5672224" y="188321"/>
                  </a:lnTo>
                  <a:lnTo>
                    <a:pt x="5672333" y="188321"/>
                  </a:lnTo>
                  <a:lnTo>
                    <a:pt x="5672441" y="188321"/>
                  </a:lnTo>
                  <a:lnTo>
                    <a:pt x="5672549" y="188321"/>
                  </a:lnTo>
                  <a:lnTo>
                    <a:pt x="5672658" y="188321"/>
                  </a:lnTo>
                  <a:lnTo>
                    <a:pt x="5672766" y="188321"/>
                  </a:lnTo>
                  <a:lnTo>
                    <a:pt x="5672875" y="188321"/>
                  </a:lnTo>
                  <a:lnTo>
                    <a:pt x="5672983" y="188321"/>
                  </a:lnTo>
                  <a:lnTo>
                    <a:pt x="5673092" y="188321"/>
                  </a:lnTo>
                  <a:lnTo>
                    <a:pt x="5673200" y="188321"/>
                  </a:lnTo>
                  <a:lnTo>
                    <a:pt x="5673200" y="187698"/>
                  </a:lnTo>
                  <a:lnTo>
                    <a:pt x="5673309" y="187698"/>
                  </a:lnTo>
                  <a:lnTo>
                    <a:pt x="5673417" y="187698"/>
                  </a:lnTo>
                  <a:lnTo>
                    <a:pt x="5673526" y="187698"/>
                  </a:lnTo>
                  <a:lnTo>
                    <a:pt x="5673634" y="187698"/>
                  </a:lnTo>
                  <a:lnTo>
                    <a:pt x="5673742" y="187698"/>
                  </a:lnTo>
                  <a:lnTo>
                    <a:pt x="5673851" y="187698"/>
                  </a:lnTo>
                  <a:lnTo>
                    <a:pt x="5673959" y="187698"/>
                  </a:lnTo>
                  <a:lnTo>
                    <a:pt x="5674068" y="187698"/>
                  </a:lnTo>
                  <a:lnTo>
                    <a:pt x="5674176" y="187698"/>
                  </a:lnTo>
                  <a:lnTo>
                    <a:pt x="5674285" y="187698"/>
                  </a:lnTo>
                  <a:lnTo>
                    <a:pt x="5674393" y="187698"/>
                  </a:lnTo>
                  <a:lnTo>
                    <a:pt x="5674502" y="187698"/>
                  </a:lnTo>
                  <a:lnTo>
                    <a:pt x="5674610" y="187698"/>
                  </a:lnTo>
                  <a:lnTo>
                    <a:pt x="5674718" y="187698"/>
                  </a:lnTo>
                  <a:lnTo>
                    <a:pt x="5674827" y="187698"/>
                  </a:lnTo>
                  <a:lnTo>
                    <a:pt x="5674935" y="187698"/>
                  </a:lnTo>
                  <a:lnTo>
                    <a:pt x="5674935" y="187074"/>
                  </a:lnTo>
                  <a:lnTo>
                    <a:pt x="5675044" y="187074"/>
                  </a:lnTo>
                  <a:lnTo>
                    <a:pt x="5675152" y="187074"/>
                  </a:lnTo>
                  <a:lnTo>
                    <a:pt x="5675261" y="187074"/>
                  </a:lnTo>
                  <a:lnTo>
                    <a:pt x="5675369" y="187074"/>
                  </a:lnTo>
                  <a:lnTo>
                    <a:pt x="5675478" y="187074"/>
                  </a:lnTo>
                  <a:lnTo>
                    <a:pt x="5675586" y="187074"/>
                  </a:lnTo>
                  <a:lnTo>
                    <a:pt x="5675694" y="187074"/>
                  </a:lnTo>
                  <a:lnTo>
                    <a:pt x="5675803" y="187074"/>
                  </a:lnTo>
                  <a:lnTo>
                    <a:pt x="5675911" y="187074"/>
                  </a:lnTo>
                  <a:lnTo>
                    <a:pt x="5676020" y="187074"/>
                  </a:lnTo>
                  <a:lnTo>
                    <a:pt x="5676128" y="187074"/>
                  </a:lnTo>
                  <a:lnTo>
                    <a:pt x="5676237" y="187074"/>
                  </a:lnTo>
                  <a:lnTo>
                    <a:pt x="5676345" y="187074"/>
                  </a:lnTo>
                  <a:lnTo>
                    <a:pt x="5676454" y="187074"/>
                  </a:lnTo>
                  <a:lnTo>
                    <a:pt x="5676562" y="187074"/>
                  </a:lnTo>
                  <a:lnTo>
                    <a:pt x="5676670" y="187074"/>
                  </a:lnTo>
                  <a:lnTo>
                    <a:pt x="5676779" y="187074"/>
                  </a:lnTo>
                  <a:lnTo>
                    <a:pt x="5676887" y="187074"/>
                  </a:lnTo>
                  <a:lnTo>
                    <a:pt x="5676996" y="187074"/>
                  </a:lnTo>
                  <a:lnTo>
                    <a:pt x="5677104" y="187074"/>
                  </a:lnTo>
                  <a:lnTo>
                    <a:pt x="5677213" y="187074"/>
                  </a:lnTo>
                  <a:lnTo>
                    <a:pt x="5677321" y="187074"/>
                  </a:lnTo>
                  <a:lnTo>
                    <a:pt x="5677430" y="187074"/>
                  </a:lnTo>
                  <a:lnTo>
                    <a:pt x="5677538" y="187074"/>
                  </a:lnTo>
                  <a:lnTo>
                    <a:pt x="5677647" y="187074"/>
                  </a:lnTo>
                  <a:lnTo>
                    <a:pt x="5677755" y="187074"/>
                  </a:lnTo>
                  <a:lnTo>
                    <a:pt x="5677863" y="187074"/>
                  </a:lnTo>
                  <a:lnTo>
                    <a:pt x="5677972" y="187074"/>
                  </a:lnTo>
                  <a:lnTo>
                    <a:pt x="5678080" y="187074"/>
                  </a:lnTo>
                  <a:lnTo>
                    <a:pt x="5678189" y="187074"/>
                  </a:lnTo>
                  <a:lnTo>
                    <a:pt x="5678297" y="187074"/>
                  </a:lnTo>
                  <a:lnTo>
                    <a:pt x="5678406" y="187074"/>
                  </a:lnTo>
                  <a:lnTo>
                    <a:pt x="5678514" y="187074"/>
                  </a:lnTo>
                  <a:lnTo>
                    <a:pt x="5678623" y="187074"/>
                  </a:lnTo>
                  <a:lnTo>
                    <a:pt x="5678731" y="187074"/>
                  </a:lnTo>
                  <a:lnTo>
                    <a:pt x="5678839" y="187074"/>
                  </a:lnTo>
                  <a:lnTo>
                    <a:pt x="5678948" y="187074"/>
                  </a:lnTo>
                  <a:lnTo>
                    <a:pt x="5679056" y="187074"/>
                  </a:lnTo>
                  <a:lnTo>
                    <a:pt x="5679165" y="187074"/>
                  </a:lnTo>
                  <a:lnTo>
                    <a:pt x="5679273" y="187074"/>
                  </a:lnTo>
                  <a:lnTo>
                    <a:pt x="5679382" y="187074"/>
                  </a:lnTo>
                  <a:lnTo>
                    <a:pt x="5679490" y="187074"/>
                  </a:lnTo>
                  <a:lnTo>
                    <a:pt x="5679599" y="187074"/>
                  </a:lnTo>
                  <a:lnTo>
                    <a:pt x="5679707" y="187074"/>
                  </a:lnTo>
                  <a:lnTo>
                    <a:pt x="5679815" y="187074"/>
                  </a:lnTo>
                  <a:lnTo>
                    <a:pt x="5679924" y="187074"/>
                  </a:lnTo>
                  <a:lnTo>
                    <a:pt x="5680032" y="187074"/>
                  </a:lnTo>
                  <a:lnTo>
                    <a:pt x="5680141" y="187074"/>
                  </a:lnTo>
                  <a:lnTo>
                    <a:pt x="5680249" y="187074"/>
                  </a:lnTo>
                  <a:lnTo>
                    <a:pt x="5680358" y="187074"/>
                  </a:lnTo>
                  <a:lnTo>
                    <a:pt x="5680466" y="187074"/>
                  </a:lnTo>
                  <a:lnTo>
                    <a:pt x="5680575" y="187074"/>
                  </a:lnTo>
                  <a:lnTo>
                    <a:pt x="5680683" y="187074"/>
                  </a:lnTo>
                  <a:lnTo>
                    <a:pt x="5680791" y="187074"/>
                  </a:lnTo>
                  <a:lnTo>
                    <a:pt x="5680900" y="187074"/>
                  </a:lnTo>
                  <a:lnTo>
                    <a:pt x="5680900" y="186451"/>
                  </a:lnTo>
                  <a:lnTo>
                    <a:pt x="5681008" y="186451"/>
                  </a:lnTo>
                  <a:lnTo>
                    <a:pt x="5681117" y="186451"/>
                  </a:lnTo>
                  <a:lnTo>
                    <a:pt x="5681225" y="186451"/>
                  </a:lnTo>
                  <a:lnTo>
                    <a:pt x="5681334" y="186451"/>
                  </a:lnTo>
                  <a:lnTo>
                    <a:pt x="5681442" y="186451"/>
                  </a:lnTo>
                  <a:lnTo>
                    <a:pt x="5681551" y="186451"/>
                  </a:lnTo>
                  <a:lnTo>
                    <a:pt x="5681659" y="186451"/>
                  </a:lnTo>
                  <a:lnTo>
                    <a:pt x="5681768" y="186451"/>
                  </a:lnTo>
                  <a:lnTo>
                    <a:pt x="5681876" y="186451"/>
                  </a:lnTo>
                  <a:lnTo>
                    <a:pt x="5681984" y="186451"/>
                  </a:lnTo>
                  <a:lnTo>
                    <a:pt x="5682093" y="186451"/>
                  </a:lnTo>
                  <a:lnTo>
                    <a:pt x="5682201" y="186451"/>
                  </a:lnTo>
                  <a:lnTo>
                    <a:pt x="5682310" y="186451"/>
                  </a:lnTo>
                  <a:lnTo>
                    <a:pt x="5682418" y="186451"/>
                  </a:lnTo>
                  <a:lnTo>
                    <a:pt x="5682527" y="186451"/>
                  </a:lnTo>
                  <a:lnTo>
                    <a:pt x="5682635" y="186451"/>
                  </a:lnTo>
                  <a:lnTo>
                    <a:pt x="5682744" y="186451"/>
                  </a:lnTo>
                  <a:lnTo>
                    <a:pt x="5682852" y="186451"/>
                  </a:lnTo>
                  <a:lnTo>
                    <a:pt x="5682960" y="186451"/>
                  </a:lnTo>
                  <a:lnTo>
                    <a:pt x="5683069" y="186451"/>
                  </a:lnTo>
                  <a:lnTo>
                    <a:pt x="5683177" y="186451"/>
                  </a:lnTo>
                  <a:lnTo>
                    <a:pt x="5683286" y="186451"/>
                  </a:lnTo>
                  <a:lnTo>
                    <a:pt x="5683394" y="186451"/>
                  </a:lnTo>
                  <a:lnTo>
                    <a:pt x="5683503" y="186451"/>
                  </a:lnTo>
                  <a:lnTo>
                    <a:pt x="5683611" y="186451"/>
                  </a:lnTo>
                  <a:lnTo>
                    <a:pt x="5683720" y="186451"/>
                  </a:lnTo>
                  <a:lnTo>
                    <a:pt x="5683720" y="185827"/>
                  </a:lnTo>
                  <a:lnTo>
                    <a:pt x="5683828" y="185827"/>
                  </a:lnTo>
                  <a:lnTo>
                    <a:pt x="5683936" y="185827"/>
                  </a:lnTo>
                  <a:lnTo>
                    <a:pt x="5684045" y="185827"/>
                  </a:lnTo>
                  <a:lnTo>
                    <a:pt x="5684153" y="185827"/>
                  </a:lnTo>
                  <a:lnTo>
                    <a:pt x="5684262" y="185827"/>
                  </a:lnTo>
                  <a:lnTo>
                    <a:pt x="5684370" y="185827"/>
                  </a:lnTo>
                  <a:lnTo>
                    <a:pt x="5684370" y="185203"/>
                  </a:lnTo>
                  <a:lnTo>
                    <a:pt x="5684479" y="185203"/>
                  </a:lnTo>
                  <a:lnTo>
                    <a:pt x="5684587" y="185203"/>
                  </a:lnTo>
                  <a:lnTo>
                    <a:pt x="5684696" y="185203"/>
                  </a:lnTo>
                  <a:lnTo>
                    <a:pt x="5684804" y="185203"/>
                  </a:lnTo>
                  <a:lnTo>
                    <a:pt x="5684912" y="185203"/>
                  </a:lnTo>
                  <a:lnTo>
                    <a:pt x="5684912" y="184580"/>
                  </a:lnTo>
                  <a:lnTo>
                    <a:pt x="5685021" y="184580"/>
                  </a:lnTo>
                  <a:lnTo>
                    <a:pt x="5685129" y="184580"/>
                  </a:lnTo>
                  <a:lnTo>
                    <a:pt x="5685238" y="184580"/>
                  </a:lnTo>
                  <a:lnTo>
                    <a:pt x="5685346" y="184580"/>
                  </a:lnTo>
                  <a:lnTo>
                    <a:pt x="5685455" y="184580"/>
                  </a:lnTo>
                  <a:lnTo>
                    <a:pt x="5685563" y="184580"/>
                  </a:lnTo>
                  <a:lnTo>
                    <a:pt x="5685672" y="184580"/>
                  </a:lnTo>
                  <a:lnTo>
                    <a:pt x="5685780" y="184580"/>
                  </a:lnTo>
                  <a:lnTo>
                    <a:pt x="5685889" y="184580"/>
                  </a:lnTo>
                  <a:lnTo>
                    <a:pt x="5685997" y="184580"/>
                  </a:lnTo>
                  <a:lnTo>
                    <a:pt x="5686105" y="184580"/>
                  </a:lnTo>
                  <a:lnTo>
                    <a:pt x="5686214" y="184580"/>
                  </a:lnTo>
                  <a:lnTo>
                    <a:pt x="5686322" y="184580"/>
                  </a:lnTo>
                  <a:lnTo>
                    <a:pt x="5686431" y="184580"/>
                  </a:lnTo>
                  <a:lnTo>
                    <a:pt x="5686539" y="184580"/>
                  </a:lnTo>
                  <a:lnTo>
                    <a:pt x="5686648" y="184580"/>
                  </a:lnTo>
                  <a:lnTo>
                    <a:pt x="5686756" y="184580"/>
                  </a:lnTo>
                  <a:lnTo>
                    <a:pt x="5686865" y="184580"/>
                  </a:lnTo>
                  <a:lnTo>
                    <a:pt x="5686973" y="184580"/>
                  </a:lnTo>
                  <a:lnTo>
                    <a:pt x="5687081" y="184580"/>
                  </a:lnTo>
                  <a:lnTo>
                    <a:pt x="5687190" y="184580"/>
                  </a:lnTo>
                  <a:lnTo>
                    <a:pt x="5687298" y="184580"/>
                  </a:lnTo>
                  <a:lnTo>
                    <a:pt x="5687298" y="183956"/>
                  </a:lnTo>
                  <a:lnTo>
                    <a:pt x="5687407" y="183956"/>
                  </a:lnTo>
                  <a:lnTo>
                    <a:pt x="5687515" y="183956"/>
                  </a:lnTo>
                  <a:lnTo>
                    <a:pt x="5687624" y="183956"/>
                  </a:lnTo>
                  <a:lnTo>
                    <a:pt x="5687732" y="183956"/>
                  </a:lnTo>
                  <a:lnTo>
                    <a:pt x="5687841" y="183956"/>
                  </a:lnTo>
                  <a:lnTo>
                    <a:pt x="5687949" y="183956"/>
                  </a:lnTo>
                  <a:lnTo>
                    <a:pt x="5688057" y="183956"/>
                  </a:lnTo>
                  <a:lnTo>
                    <a:pt x="5688166" y="183956"/>
                  </a:lnTo>
                  <a:lnTo>
                    <a:pt x="5688274" y="183956"/>
                  </a:lnTo>
                  <a:lnTo>
                    <a:pt x="5688383" y="183956"/>
                  </a:lnTo>
                  <a:lnTo>
                    <a:pt x="5688491" y="183956"/>
                  </a:lnTo>
                  <a:lnTo>
                    <a:pt x="5688600" y="183956"/>
                  </a:lnTo>
                  <a:lnTo>
                    <a:pt x="5688708" y="183956"/>
                  </a:lnTo>
                  <a:lnTo>
                    <a:pt x="5688817" y="183956"/>
                  </a:lnTo>
                  <a:lnTo>
                    <a:pt x="5688925" y="183956"/>
                  </a:lnTo>
                  <a:lnTo>
                    <a:pt x="5689033" y="183956"/>
                  </a:lnTo>
                  <a:lnTo>
                    <a:pt x="5689142" y="183956"/>
                  </a:lnTo>
                  <a:lnTo>
                    <a:pt x="5689250" y="183956"/>
                  </a:lnTo>
                  <a:lnTo>
                    <a:pt x="5689359" y="183956"/>
                  </a:lnTo>
                  <a:lnTo>
                    <a:pt x="5689467" y="183956"/>
                  </a:lnTo>
                  <a:lnTo>
                    <a:pt x="5689576" y="183956"/>
                  </a:lnTo>
                  <a:lnTo>
                    <a:pt x="5689684" y="183956"/>
                  </a:lnTo>
                  <a:lnTo>
                    <a:pt x="5689793" y="183956"/>
                  </a:lnTo>
                  <a:lnTo>
                    <a:pt x="5689793" y="183333"/>
                  </a:lnTo>
                  <a:lnTo>
                    <a:pt x="5689793" y="182709"/>
                  </a:lnTo>
                  <a:lnTo>
                    <a:pt x="5689901" y="182709"/>
                  </a:lnTo>
                  <a:lnTo>
                    <a:pt x="5690010" y="182709"/>
                  </a:lnTo>
                  <a:lnTo>
                    <a:pt x="5690118" y="182709"/>
                  </a:lnTo>
                  <a:lnTo>
                    <a:pt x="5690226" y="182709"/>
                  </a:lnTo>
                  <a:lnTo>
                    <a:pt x="5690335" y="182709"/>
                  </a:lnTo>
                  <a:lnTo>
                    <a:pt x="5690443" y="182709"/>
                  </a:lnTo>
                  <a:lnTo>
                    <a:pt x="5690552" y="182709"/>
                  </a:lnTo>
                  <a:lnTo>
                    <a:pt x="5690660" y="182709"/>
                  </a:lnTo>
                  <a:lnTo>
                    <a:pt x="5690769" y="182709"/>
                  </a:lnTo>
                  <a:lnTo>
                    <a:pt x="5690877" y="182709"/>
                  </a:lnTo>
                  <a:lnTo>
                    <a:pt x="5690877" y="182086"/>
                  </a:lnTo>
                  <a:lnTo>
                    <a:pt x="5690986" y="182086"/>
                  </a:lnTo>
                  <a:lnTo>
                    <a:pt x="5691094" y="182086"/>
                  </a:lnTo>
                  <a:lnTo>
                    <a:pt x="5691202" y="182086"/>
                  </a:lnTo>
                  <a:lnTo>
                    <a:pt x="5691311" y="182086"/>
                  </a:lnTo>
                  <a:lnTo>
                    <a:pt x="5691419" y="182086"/>
                  </a:lnTo>
                  <a:lnTo>
                    <a:pt x="5691528" y="182086"/>
                  </a:lnTo>
                  <a:lnTo>
                    <a:pt x="5691636" y="182086"/>
                  </a:lnTo>
                  <a:lnTo>
                    <a:pt x="5691745" y="182086"/>
                  </a:lnTo>
                  <a:lnTo>
                    <a:pt x="5691853" y="182086"/>
                  </a:lnTo>
                  <a:lnTo>
                    <a:pt x="5691962" y="182086"/>
                  </a:lnTo>
                  <a:lnTo>
                    <a:pt x="5692070" y="182086"/>
                  </a:lnTo>
                  <a:lnTo>
                    <a:pt x="5692178" y="182086"/>
                  </a:lnTo>
                  <a:lnTo>
                    <a:pt x="5692287" y="182086"/>
                  </a:lnTo>
                  <a:lnTo>
                    <a:pt x="5692395" y="182086"/>
                  </a:lnTo>
                  <a:lnTo>
                    <a:pt x="5692504" y="182086"/>
                  </a:lnTo>
                  <a:lnTo>
                    <a:pt x="5692612" y="182086"/>
                  </a:lnTo>
                  <a:lnTo>
                    <a:pt x="5692721" y="182086"/>
                  </a:lnTo>
                  <a:lnTo>
                    <a:pt x="5692829" y="182086"/>
                  </a:lnTo>
                  <a:lnTo>
                    <a:pt x="5692938" y="182086"/>
                  </a:lnTo>
                  <a:lnTo>
                    <a:pt x="5693046" y="182086"/>
                  </a:lnTo>
                  <a:lnTo>
                    <a:pt x="5693154" y="182086"/>
                  </a:lnTo>
                  <a:lnTo>
                    <a:pt x="5693263" y="182086"/>
                  </a:lnTo>
                  <a:lnTo>
                    <a:pt x="5693371" y="182086"/>
                  </a:lnTo>
                  <a:lnTo>
                    <a:pt x="5693480" y="182086"/>
                  </a:lnTo>
                  <a:lnTo>
                    <a:pt x="5693588" y="182086"/>
                  </a:lnTo>
                  <a:lnTo>
                    <a:pt x="5693697" y="182086"/>
                  </a:lnTo>
                  <a:lnTo>
                    <a:pt x="5693805" y="182086"/>
                  </a:lnTo>
                  <a:lnTo>
                    <a:pt x="5693914" y="182086"/>
                  </a:lnTo>
                  <a:lnTo>
                    <a:pt x="5693914" y="181462"/>
                  </a:lnTo>
                  <a:lnTo>
                    <a:pt x="5694022" y="181462"/>
                  </a:lnTo>
                  <a:lnTo>
                    <a:pt x="5694022" y="180838"/>
                  </a:lnTo>
                  <a:lnTo>
                    <a:pt x="5694130" y="180838"/>
                  </a:lnTo>
                  <a:lnTo>
                    <a:pt x="5694239" y="180838"/>
                  </a:lnTo>
                  <a:lnTo>
                    <a:pt x="5694347" y="180838"/>
                  </a:lnTo>
                  <a:lnTo>
                    <a:pt x="5694347" y="180215"/>
                  </a:lnTo>
                  <a:lnTo>
                    <a:pt x="5694456" y="180215"/>
                  </a:lnTo>
                  <a:lnTo>
                    <a:pt x="5694564" y="180215"/>
                  </a:lnTo>
                  <a:lnTo>
                    <a:pt x="5694673" y="180215"/>
                  </a:lnTo>
                  <a:lnTo>
                    <a:pt x="5694781" y="180215"/>
                  </a:lnTo>
                  <a:lnTo>
                    <a:pt x="5694890" y="180215"/>
                  </a:lnTo>
                  <a:lnTo>
                    <a:pt x="5694998" y="180215"/>
                  </a:lnTo>
                  <a:lnTo>
                    <a:pt x="5695107" y="180215"/>
                  </a:lnTo>
                  <a:lnTo>
                    <a:pt x="5695215" y="180215"/>
                  </a:lnTo>
                  <a:lnTo>
                    <a:pt x="5695323" y="180215"/>
                  </a:lnTo>
                  <a:lnTo>
                    <a:pt x="5695432" y="180215"/>
                  </a:lnTo>
                  <a:lnTo>
                    <a:pt x="5695540" y="180215"/>
                  </a:lnTo>
                  <a:lnTo>
                    <a:pt x="5695649" y="180215"/>
                  </a:lnTo>
                  <a:lnTo>
                    <a:pt x="5695757" y="180215"/>
                  </a:lnTo>
                  <a:lnTo>
                    <a:pt x="5695866" y="180215"/>
                  </a:lnTo>
                  <a:lnTo>
                    <a:pt x="5695974" y="180215"/>
                  </a:lnTo>
                  <a:lnTo>
                    <a:pt x="5696083" y="180215"/>
                  </a:lnTo>
                  <a:lnTo>
                    <a:pt x="5696083" y="179591"/>
                  </a:lnTo>
                  <a:lnTo>
                    <a:pt x="5696191" y="179591"/>
                  </a:lnTo>
                  <a:lnTo>
                    <a:pt x="5696299" y="179591"/>
                  </a:lnTo>
                  <a:lnTo>
                    <a:pt x="5696408" y="179591"/>
                  </a:lnTo>
                  <a:lnTo>
                    <a:pt x="5696516" y="179591"/>
                  </a:lnTo>
                  <a:lnTo>
                    <a:pt x="5696625" y="179591"/>
                  </a:lnTo>
                  <a:lnTo>
                    <a:pt x="5696733" y="179591"/>
                  </a:lnTo>
                  <a:lnTo>
                    <a:pt x="5696842" y="179591"/>
                  </a:lnTo>
                  <a:lnTo>
                    <a:pt x="5696950" y="179591"/>
                  </a:lnTo>
                  <a:lnTo>
                    <a:pt x="5697059" y="179591"/>
                  </a:lnTo>
                  <a:lnTo>
                    <a:pt x="5697167" y="179591"/>
                  </a:lnTo>
                  <a:lnTo>
                    <a:pt x="5697275" y="179591"/>
                  </a:lnTo>
                  <a:lnTo>
                    <a:pt x="5697384" y="179591"/>
                  </a:lnTo>
                  <a:lnTo>
                    <a:pt x="5697492" y="179591"/>
                  </a:lnTo>
                  <a:lnTo>
                    <a:pt x="5697601" y="179591"/>
                  </a:lnTo>
                  <a:lnTo>
                    <a:pt x="5697709" y="179591"/>
                  </a:lnTo>
                  <a:lnTo>
                    <a:pt x="5697818" y="179591"/>
                  </a:lnTo>
                  <a:lnTo>
                    <a:pt x="5697926" y="179591"/>
                  </a:lnTo>
                  <a:lnTo>
                    <a:pt x="5698035" y="179591"/>
                  </a:lnTo>
                  <a:lnTo>
                    <a:pt x="5698035" y="178968"/>
                  </a:lnTo>
                  <a:lnTo>
                    <a:pt x="5698143" y="178968"/>
                  </a:lnTo>
                  <a:lnTo>
                    <a:pt x="5698251" y="178968"/>
                  </a:lnTo>
                  <a:lnTo>
                    <a:pt x="5698360" y="178968"/>
                  </a:lnTo>
                  <a:lnTo>
                    <a:pt x="5698468" y="178968"/>
                  </a:lnTo>
                  <a:lnTo>
                    <a:pt x="5698577" y="178968"/>
                  </a:lnTo>
                  <a:lnTo>
                    <a:pt x="5698685" y="178968"/>
                  </a:lnTo>
                  <a:lnTo>
                    <a:pt x="5698794" y="178968"/>
                  </a:lnTo>
                  <a:lnTo>
                    <a:pt x="5698902" y="178968"/>
                  </a:lnTo>
                  <a:lnTo>
                    <a:pt x="5699011" y="178968"/>
                  </a:lnTo>
                  <a:lnTo>
                    <a:pt x="5699119" y="178968"/>
                  </a:lnTo>
                  <a:lnTo>
                    <a:pt x="5699228" y="178968"/>
                  </a:lnTo>
                  <a:lnTo>
                    <a:pt x="5699336" y="178968"/>
                  </a:lnTo>
                  <a:lnTo>
                    <a:pt x="5699444" y="178968"/>
                  </a:lnTo>
                  <a:lnTo>
                    <a:pt x="5699553" y="178968"/>
                  </a:lnTo>
                  <a:lnTo>
                    <a:pt x="5699661" y="178968"/>
                  </a:lnTo>
                  <a:lnTo>
                    <a:pt x="5699770" y="178968"/>
                  </a:lnTo>
                  <a:lnTo>
                    <a:pt x="5699878" y="178968"/>
                  </a:lnTo>
                  <a:lnTo>
                    <a:pt x="5699987" y="178968"/>
                  </a:lnTo>
                  <a:lnTo>
                    <a:pt x="5700095" y="178968"/>
                  </a:lnTo>
                  <a:lnTo>
                    <a:pt x="5700204" y="178968"/>
                  </a:lnTo>
                  <a:lnTo>
                    <a:pt x="5700312" y="178968"/>
                  </a:lnTo>
                  <a:lnTo>
                    <a:pt x="5700420" y="178968"/>
                  </a:lnTo>
                  <a:lnTo>
                    <a:pt x="5700529" y="178968"/>
                  </a:lnTo>
                  <a:lnTo>
                    <a:pt x="5700637" y="178968"/>
                  </a:lnTo>
                  <a:lnTo>
                    <a:pt x="5700746" y="178968"/>
                  </a:lnTo>
                  <a:lnTo>
                    <a:pt x="5700854" y="178968"/>
                  </a:lnTo>
                  <a:lnTo>
                    <a:pt x="5700963" y="178968"/>
                  </a:lnTo>
                  <a:lnTo>
                    <a:pt x="5701071" y="178968"/>
                  </a:lnTo>
                  <a:lnTo>
                    <a:pt x="5701180" y="178968"/>
                  </a:lnTo>
                  <a:lnTo>
                    <a:pt x="5701288" y="178968"/>
                  </a:lnTo>
                  <a:lnTo>
                    <a:pt x="5701396" y="178968"/>
                  </a:lnTo>
                  <a:lnTo>
                    <a:pt x="5701505" y="178968"/>
                  </a:lnTo>
                  <a:lnTo>
                    <a:pt x="5701613" y="178968"/>
                  </a:lnTo>
                  <a:lnTo>
                    <a:pt x="5701722" y="178968"/>
                  </a:lnTo>
                  <a:lnTo>
                    <a:pt x="5701830" y="178968"/>
                  </a:lnTo>
                  <a:lnTo>
                    <a:pt x="5701939" y="178968"/>
                  </a:lnTo>
                  <a:lnTo>
                    <a:pt x="5702047" y="178968"/>
                  </a:lnTo>
                  <a:lnTo>
                    <a:pt x="5702156" y="178968"/>
                  </a:lnTo>
                  <a:lnTo>
                    <a:pt x="5702264" y="178968"/>
                  </a:lnTo>
                  <a:lnTo>
                    <a:pt x="5702372" y="178968"/>
                  </a:lnTo>
                  <a:lnTo>
                    <a:pt x="5702481" y="178968"/>
                  </a:lnTo>
                  <a:lnTo>
                    <a:pt x="5702589" y="178968"/>
                  </a:lnTo>
                  <a:lnTo>
                    <a:pt x="5702698" y="178968"/>
                  </a:lnTo>
                  <a:lnTo>
                    <a:pt x="5702806" y="178968"/>
                  </a:lnTo>
                  <a:lnTo>
                    <a:pt x="5702915" y="178968"/>
                  </a:lnTo>
                  <a:lnTo>
                    <a:pt x="5703023" y="178968"/>
                  </a:lnTo>
                  <a:lnTo>
                    <a:pt x="5703132" y="178968"/>
                  </a:lnTo>
                  <a:lnTo>
                    <a:pt x="5703240" y="178968"/>
                  </a:lnTo>
                  <a:lnTo>
                    <a:pt x="5703349" y="178968"/>
                  </a:lnTo>
                  <a:lnTo>
                    <a:pt x="5703457" y="178968"/>
                  </a:lnTo>
                  <a:lnTo>
                    <a:pt x="5703565" y="178968"/>
                  </a:lnTo>
                  <a:lnTo>
                    <a:pt x="5703674" y="178968"/>
                  </a:lnTo>
                  <a:lnTo>
                    <a:pt x="5703782" y="178968"/>
                  </a:lnTo>
                  <a:lnTo>
                    <a:pt x="5703891" y="178968"/>
                  </a:lnTo>
                  <a:lnTo>
                    <a:pt x="5703999" y="178968"/>
                  </a:lnTo>
                  <a:lnTo>
                    <a:pt x="5704108" y="178968"/>
                  </a:lnTo>
                  <a:lnTo>
                    <a:pt x="5704216" y="178968"/>
                  </a:lnTo>
                  <a:lnTo>
                    <a:pt x="5704325" y="178968"/>
                  </a:lnTo>
                  <a:lnTo>
                    <a:pt x="5704433" y="178968"/>
                  </a:lnTo>
                  <a:lnTo>
                    <a:pt x="5704541" y="178968"/>
                  </a:lnTo>
                  <a:lnTo>
                    <a:pt x="5704650" y="178968"/>
                  </a:lnTo>
                  <a:lnTo>
                    <a:pt x="5704758" y="178968"/>
                  </a:lnTo>
                  <a:lnTo>
                    <a:pt x="5704867" y="178968"/>
                  </a:lnTo>
                  <a:lnTo>
                    <a:pt x="5704975" y="178968"/>
                  </a:lnTo>
                  <a:lnTo>
                    <a:pt x="5705084" y="178968"/>
                  </a:lnTo>
                  <a:lnTo>
                    <a:pt x="5705192" y="178968"/>
                  </a:lnTo>
                  <a:lnTo>
                    <a:pt x="5705301" y="178968"/>
                  </a:lnTo>
                  <a:lnTo>
                    <a:pt x="5705409" y="178968"/>
                  </a:lnTo>
                  <a:lnTo>
                    <a:pt x="5705517" y="178968"/>
                  </a:lnTo>
                  <a:lnTo>
                    <a:pt x="5705626" y="178968"/>
                  </a:lnTo>
                  <a:lnTo>
                    <a:pt x="5705734" y="178968"/>
                  </a:lnTo>
                  <a:lnTo>
                    <a:pt x="5705843" y="178968"/>
                  </a:lnTo>
                  <a:lnTo>
                    <a:pt x="5705843" y="178344"/>
                  </a:lnTo>
                  <a:lnTo>
                    <a:pt x="5705951" y="178344"/>
                  </a:lnTo>
                  <a:lnTo>
                    <a:pt x="5706060" y="178344"/>
                  </a:lnTo>
                  <a:lnTo>
                    <a:pt x="5706168" y="178344"/>
                  </a:lnTo>
                  <a:lnTo>
                    <a:pt x="5706277" y="178344"/>
                  </a:lnTo>
                  <a:lnTo>
                    <a:pt x="5706385" y="178344"/>
                  </a:lnTo>
                  <a:lnTo>
                    <a:pt x="5706493" y="178344"/>
                  </a:lnTo>
                  <a:lnTo>
                    <a:pt x="5706602" y="178344"/>
                  </a:lnTo>
                  <a:lnTo>
                    <a:pt x="5706710" y="178344"/>
                  </a:lnTo>
                  <a:lnTo>
                    <a:pt x="5706819" y="178344"/>
                  </a:lnTo>
                  <a:lnTo>
                    <a:pt x="5706927" y="178344"/>
                  </a:lnTo>
                  <a:lnTo>
                    <a:pt x="5707036" y="178344"/>
                  </a:lnTo>
                  <a:lnTo>
                    <a:pt x="5707144" y="178344"/>
                  </a:lnTo>
                  <a:lnTo>
                    <a:pt x="5707253" y="178344"/>
                  </a:lnTo>
                  <a:lnTo>
                    <a:pt x="5707361" y="178344"/>
                  </a:lnTo>
                  <a:lnTo>
                    <a:pt x="5707470" y="178344"/>
                  </a:lnTo>
                  <a:lnTo>
                    <a:pt x="5707578" y="178344"/>
                  </a:lnTo>
                  <a:lnTo>
                    <a:pt x="5707686" y="178344"/>
                  </a:lnTo>
                  <a:lnTo>
                    <a:pt x="5707686" y="177720"/>
                  </a:lnTo>
                  <a:lnTo>
                    <a:pt x="5707795" y="177720"/>
                  </a:lnTo>
                  <a:lnTo>
                    <a:pt x="5707795" y="177097"/>
                  </a:lnTo>
                  <a:lnTo>
                    <a:pt x="5707903" y="177097"/>
                  </a:lnTo>
                  <a:lnTo>
                    <a:pt x="5708012" y="177097"/>
                  </a:lnTo>
                  <a:lnTo>
                    <a:pt x="5708120" y="177097"/>
                  </a:lnTo>
                  <a:lnTo>
                    <a:pt x="5708120" y="176473"/>
                  </a:lnTo>
                  <a:lnTo>
                    <a:pt x="5708120" y="175850"/>
                  </a:lnTo>
                  <a:lnTo>
                    <a:pt x="5708229" y="175850"/>
                  </a:lnTo>
                  <a:lnTo>
                    <a:pt x="5708337" y="175850"/>
                  </a:lnTo>
                  <a:lnTo>
                    <a:pt x="5708446" y="175850"/>
                  </a:lnTo>
                  <a:lnTo>
                    <a:pt x="5708554" y="175850"/>
                  </a:lnTo>
                  <a:lnTo>
                    <a:pt x="5708662" y="175850"/>
                  </a:lnTo>
                  <a:lnTo>
                    <a:pt x="5708771" y="175850"/>
                  </a:lnTo>
                  <a:lnTo>
                    <a:pt x="5708879" y="175850"/>
                  </a:lnTo>
                  <a:lnTo>
                    <a:pt x="5708988" y="175850"/>
                  </a:lnTo>
                  <a:lnTo>
                    <a:pt x="5709096" y="175850"/>
                  </a:lnTo>
                  <a:lnTo>
                    <a:pt x="5709205" y="175850"/>
                  </a:lnTo>
                  <a:lnTo>
                    <a:pt x="5709313" y="175850"/>
                  </a:lnTo>
                  <a:lnTo>
                    <a:pt x="5709422" y="175850"/>
                  </a:lnTo>
                  <a:lnTo>
                    <a:pt x="5709530" y="175850"/>
                  </a:lnTo>
                  <a:lnTo>
                    <a:pt x="5709638" y="175850"/>
                  </a:lnTo>
                  <a:lnTo>
                    <a:pt x="5709747" y="175850"/>
                  </a:lnTo>
                  <a:lnTo>
                    <a:pt x="5709855" y="175850"/>
                  </a:lnTo>
                  <a:lnTo>
                    <a:pt x="5709964" y="175850"/>
                  </a:lnTo>
                  <a:lnTo>
                    <a:pt x="5710072" y="175850"/>
                  </a:lnTo>
                  <a:lnTo>
                    <a:pt x="5710181" y="175850"/>
                  </a:lnTo>
                  <a:lnTo>
                    <a:pt x="5710289" y="175850"/>
                  </a:lnTo>
                  <a:lnTo>
                    <a:pt x="5710398" y="175850"/>
                  </a:lnTo>
                  <a:lnTo>
                    <a:pt x="5710506" y="175850"/>
                  </a:lnTo>
                  <a:lnTo>
                    <a:pt x="5710614" y="175850"/>
                  </a:lnTo>
                  <a:lnTo>
                    <a:pt x="5710723" y="175850"/>
                  </a:lnTo>
                  <a:lnTo>
                    <a:pt x="5710831" y="175850"/>
                  </a:lnTo>
                  <a:lnTo>
                    <a:pt x="5710831" y="175226"/>
                  </a:lnTo>
                  <a:lnTo>
                    <a:pt x="5710940" y="175226"/>
                  </a:lnTo>
                  <a:lnTo>
                    <a:pt x="5711048" y="175226"/>
                  </a:lnTo>
                  <a:lnTo>
                    <a:pt x="5711157" y="175226"/>
                  </a:lnTo>
                  <a:lnTo>
                    <a:pt x="5711265" y="175226"/>
                  </a:lnTo>
                  <a:lnTo>
                    <a:pt x="5711374" y="175226"/>
                  </a:lnTo>
                  <a:lnTo>
                    <a:pt x="5711482" y="175226"/>
                  </a:lnTo>
                  <a:lnTo>
                    <a:pt x="5711591" y="175226"/>
                  </a:lnTo>
                  <a:lnTo>
                    <a:pt x="5711699" y="175226"/>
                  </a:lnTo>
                  <a:lnTo>
                    <a:pt x="5711807" y="175226"/>
                  </a:lnTo>
                  <a:lnTo>
                    <a:pt x="5711916" y="175226"/>
                  </a:lnTo>
                  <a:lnTo>
                    <a:pt x="5712024" y="175226"/>
                  </a:lnTo>
                  <a:lnTo>
                    <a:pt x="5712133" y="175226"/>
                  </a:lnTo>
                  <a:lnTo>
                    <a:pt x="5712241" y="175226"/>
                  </a:lnTo>
                  <a:lnTo>
                    <a:pt x="5712350" y="175226"/>
                  </a:lnTo>
                  <a:lnTo>
                    <a:pt x="5712458" y="175226"/>
                  </a:lnTo>
                  <a:lnTo>
                    <a:pt x="5712567" y="175226"/>
                  </a:lnTo>
                  <a:lnTo>
                    <a:pt x="5712675" y="175226"/>
                  </a:lnTo>
                  <a:lnTo>
                    <a:pt x="5712783" y="175226"/>
                  </a:lnTo>
                  <a:lnTo>
                    <a:pt x="5712892" y="175226"/>
                  </a:lnTo>
                  <a:lnTo>
                    <a:pt x="5713000" y="175226"/>
                  </a:lnTo>
                  <a:lnTo>
                    <a:pt x="5713109" y="175226"/>
                  </a:lnTo>
                  <a:lnTo>
                    <a:pt x="5713217" y="175226"/>
                  </a:lnTo>
                  <a:lnTo>
                    <a:pt x="5713326" y="175226"/>
                  </a:lnTo>
                  <a:lnTo>
                    <a:pt x="5713434" y="175226"/>
                  </a:lnTo>
                  <a:lnTo>
                    <a:pt x="5713543" y="175226"/>
                  </a:lnTo>
                  <a:lnTo>
                    <a:pt x="5713651" y="175226"/>
                  </a:lnTo>
                  <a:lnTo>
                    <a:pt x="5713759" y="175226"/>
                  </a:lnTo>
                  <a:lnTo>
                    <a:pt x="5713868" y="175226"/>
                  </a:lnTo>
                  <a:lnTo>
                    <a:pt x="5713976" y="175226"/>
                  </a:lnTo>
                  <a:lnTo>
                    <a:pt x="5714085" y="175226"/>
                  </a:lnTo>
                  <a:lnTo>
                    <a:pt x="5714193" y="175226"/>
                  </a:lnTo>
                  <a:lnTo>
                    <a:pt x="5714302" y="175226"/>
                  </a:lnTo>
                  <a:lnTo>
                    <a:pt x="5714410" y="175226"/>
                  </a:lnTo>
                  <a:lnTo>
                    <a:pt x="5714519" y="175226"/>
                  </a:lnTo>
                  <a:lnTo>
                    <a:pt x="5714627" y="175226"/>
                  </a:lnTo>
                  <a:lnTo>
                    <a:pt x="5714735" y="175226"/>
                  </a:lnTo>
                  <a:lnTo>
                    <a:pt x="5714844" y="175226"/>
                  </a:lnTo>
                  <a:lnTo>
                    <a:pt x="5714952" y="175226"/>
                  </a:lnTo>
                  <a:lnTo>
                    <a:pt x="5715061" y="175226"/>
                  </a:lnTo>
                  <a:lnTo>
                    <a:pt x="5715169" y="175226"/>
                  </a:lnTo>
                  <a:lnTo>
                    <a:pt x="5715169" y="174603"/>
                  </a:lnTo>
                  <a:lnTo>
                    <a:pt x="5715278" y="174603"/>
                  </a:lnTo>
                  <a:lnTo>
                    <a:pt x="5715386" y="174603"/>
                  </a:lnTo>
                  <a:lnTo>
                    <a:pt x="5715495" y="174603"/>
                  </a:lnTo>
                  <a:lnTo>
                    <a:pt x="5715603" y="174603"/>
                  </a:lnTo>
                  <a:lnTo>
                    <a:pt x="5715603" y="173979"/>
                  </a:lnTo>
                  <a:lnTo>
                    <a:pt x="5715711" y="173979"/>
                  </a:lnTo>
                  <a:lnTo>
                    <a:pt x="5715820" y="173979"/>
                  </a:lnTo>
                  <a:lnTo>
                    <a:pt x="5715820" y="173355"/>
                  </a:lnTo>
                  <a:lnTo>
                    <a:pt x="5715928" y="173355"/>
                  </a:lnTo>
                  <a:lnTo>
                    <a:pt x="5716037" y="173355"/>
                  </a:lnTo>
                  <a:lnTo>
                    <a:pt x="5716145" y="173355"/>
                  </a:lnTo>
                  <a:lnTo>
                    <a:pt x="5716254" y="173355"/>
                  </a:lnTo>
                  <a:lnTo>
                    <a:pt x="5716362" y="173355"/>
                  </a:lnTo>
                  <a:lnTo>
                    <a:pt x="5716471" y="173355"/>
                  </a:lnTo>
                  <a:lnTo>
                    <a:pt x="5716579" y="173355"/>
                  </a:lnTo>
                  <a:lnTo>
                    <a:pt x="5716688" y="173355"/>
                  </a:lnTo>
                  <a:lnTo>
                    <a:pt x="5716796" y="173355"/>
                  </a:lnTo>
                  <a:lnTo>
                    <a:pt x="5716904" y="173355"/>
                  </a:lnTo>
                  <a:lnTo>
                    <a:pt x="5717013" y="173355"/>
                  </a:lnTo>
                  <a:lnTo>
                    <a:pt x="5717121" y="173355"/>
                  </a:lnTo>
                  <a:lnTo>
                    <a:pt x="5717230" y="173355"/>
                  </a:lnTo>
                  <a:lnTo>
                    <a:pt x="5717338" y="173355"/>
                  </a:lnTo>
                  <a:lnTo>
                    <a:pt x="5717447" y="173355"/>
                  </a:lnTo>
                  <a:lnTo>
                    <a:pt x="5717555" y="173355"/>
                  </a:lnTo>
                  <a:lnTo>
                    <a:pt x="5717664" y="173355"/>
                  </a:lnTo>
                  <a:lnTo>
                    <a:pt x="5717772" y="173355"/>
                  </a:lnTo>
                  <a:lnTo>
                    <a:pt x="5717880" y="173355"/>
                  </a:lnTo>
                  <a:lnTo>
                    <a:pt x="5717989" y="173355"/>
                  </a:lnTo>
                  <a:lnTo>
                    <a:pt x="5718097" y="173355"/>
                  </a:lnTo>
                  <a:lnTo>
                    <a:pt x="5718206" y="173355"/>
                  </a:lnTo>
                  <a:lnTo>
                    <a:pt x="5718314" y="173355"/>
                  </a:lnTo>
                  <a:lnTo>
                    <a:pt x="5718423" y="173355"/>
                  </a:lnTo>
                  <a:lnTo>
                    <a:pt x="5718531" y="173355"/>
                  </a:lnTo>
                  <a:lnTo>
                    <a:pt x="5718640" y="173355"/>
                  </a:lnTo>
                  <a:lnTo>
                    <a:pt x="5718748" y="173355"/>
                  </a:lnTo>
                  <a:lnTo>
                    <a:pt x="5718856" y="173355"/>
                  </a:lnTo>
                  <a:lnTo>
                    <a:pt x="5718965" y="173355"/>
                  </a:lnTo>
                  <a:lnTo>
                    <a:pt x="5719073" y="173355"/>
                  </a:lnTo>
                  <a:lnTo>
                    <a:pt x="5719073" y="172732"/>
                  </a:lnTo>
                  <a:lnTo>
                    <a:pt x="5719182" y="172732"/>
                  </a:lnTo>
                  <a:lnTo>
                    <a:pt x="5719290" y="172732"/>
                  </a:lnTo>
                  <a:lnTo>
                    <a:pt x="5719399" y="172732"/>
                  </a:lnTo>
                  <a:lnTo>
                    <a:pt x="5719399" y="172108"/>
                  </a:lnTo>
                  <a:lnTo>
                    <a:pt x="5719507" y="172108"/>
                  </a:lnTo>
                  <a:lnTo>
                    <a:pt x="5719616" y="172108"/>
                  </a:lnTo>
                  <a:lnTo>
                    <a:pt x="5719724" y="172108"/>
                  </a:lnTo>
                  <a:lnTo>
                    <a:pt x="5719832" y="172108"/>
                  </a:lnTo>
                  <a:lnTo>
                    <a:pt x="5719941" y="172108"/>
                  </a:lnTo>
                  <a:lnTo>
                    <a:pt x="5720049" y="172108"/>
                  </a:lnTo>
                  <a:lnTo>
                    <a:pt x="5720158" y="172108"/>
                  </a:lnTo>
                  <a:lnTo>
                    <a:pt x="5720266" y="172108"/>
                  </a:lnTo>
                  <a:lnTo>
                    <a:pt x="5720375" y="172108"/>
                  </a:lnTo>
                  <a:lnTo>
                    <a:pt x="5720483" y="172108"/>
                  </a:lnTo>
                  <a:lnTo>
                    <a:pt x="5720592" y="172108"/>
                  </a:lnTo>
                  <a:lnTo>
                    <a:pt x="5720700" y="172108"/>
                  </a:lnTo>
                  <a:lnTo>
                    <a:pt x="5720809" y="172108"/>
                  </a:lnTo>
                  <a:lnTo>
                    <a:pt x="5720917" y="172108"/>
                  </a:lnTo>
                  <a:lnTo>
                    <a:pt x="5721025" y="172108"/>
                  </a:lnTo>
                  <a:lnTo>
                    <a:pt x="5721025" y="171485"/>
                  </a:lnTo>
                  <a:lnTo>
                    <a:pt x="5721134" y="171485"/>
                  </a:lnTo>
                  <a:lnTo>
                    <a:pt x="5721242" y="171485"/>
                  </a:lnTo>
                  <a:lnTo>
                    <a:pt x="5721351" y="171485"/>
                  </a:lnTo>
                  <a:lnTo>
                    <a:pt x="5721459" y="171485"/>
                  </a:lnTo>
                  <a:lnTo>
                    <a:pt x="5721568" y="171485"/>
                  </a:lnTo>
                  <a:lnTo>
                    <a:pt x="5721676" y="171485"/>
                  </a:lnTo>
                  <a:lnTo>
                    <a:pt x="5721785" y="171485"/>
                  </a:lnTo>
                  <a:lnTo>
                    <a:pt x="5721893" y="171485"/>
                  </a:lnTo>
                  <a:lnTo>
                    <a:pt x="5722001" y="171485"/>
                  </a:lnTo>
                  <a:lnTo>
                    <a:pt x="5722110" y="171485"/>
                  </a:lnTo>
                  <a:lnTo>
                    <a:pt x="5722218" y="171485"/>
                  </a:lnTo>
                  <a:lnTo>
                    <a:pt x="5722327" y="171485"/>
                  </a:lnTo>
                  <a:lnTo>
                    <a:pt x="5722435" y="171485"/>
                  </a:lnTo>
                  <a:lnTo>
                    <a:pt x="5722544" y="171485"/>
                  </a:lnTo>
                  <a:lnTo>
                    <a:pt x="5722652" y="171485"/>
                  </a:lnTo>
                  <a:lnTo>
                    <a:pt x="5722761" y="171485"/>
                  </a:lnTo>
                  <a:lnTo>
                    <a:pt x="5722869" y="171485"/>
                  </a:lnTo>
                  <a:lnTo>
                    <a:pt x="5722977" y="171485"/>
                  </a:lnTo>
                  <a:lnTo>
                    <a:pt x="5723086" y="171485"/>
                  </a:lnTo>
                  <a:lnTo>
                    <a:pt x="5723194" y="171485"/>
                  </a:lnTo>
                  <a:lnTo>
                    <a:pt x="5723303" y="171485"/>
                  </a:lnTo>
                  <a:lnTo>
                    <a:pt x="5723411" y="171485"/>
                  </a:lnTo>
                  <a:lnTo>
                    <a:pt x="5723520" y="171485"/>
                  </a:lnTo>
                  <a:lnTo>
                    <a:pt x="5723628" y="171485"/>
                  </a:lnTo>
                  <a:lnTo>
                    <a:pt x="5723737" y="171485"/>
                  </a:lnTo>
                  <a:lnTo>
                    <a:pt x="5723845" y="171485"/>
                  </a:lnTo>
                  <a:lnTo>
                    <a:pt x="5723953" y="171485"/>
                  </a:lnTo>
                  <a:lnTo>
                    <a:pt x="5724062" y="171485"/>
                  </a:lnTo>
                  <a:lnTo>
                    <a:pt x="5724170" y="171485"/>
                  </a:lnTo>
                  <a:lnTo>
                    <a:pt x="5724279" y="171485"/>
                  </a:lnTo>
                  <a:lnTo>
                    <a:pt x="5724387" y="171485"/>
                  </a:lnTo>
                  <a:lnTo>
                    <a:pt x="5724496" y="171485"/>
                  </a:lnTo>
                  <a:lnTo>
                    <a:pt x="5724604" y="171485"/>
                  </a:lnTo>
                  <a:lnTo>
                    <a:pt x="5724713" y="171485"/>
                  </a:lnTo>
                  <a:lnTo>
                    <a:pt x="5724821" y="171485"/>
                  </a:lnTo>
                  <a:lnTo>
                    <a:pt x="5724930" y="171485"/>
                  </a:lnTo>
                  <a:lnTo>
                    <a:pt x="5725038" y="171485"/>
                  </a:lnTo>
                  <a:lnTo>
                    <a:pt x="5725146" y="171485"/>
                  </a:lnTo>
                  <a:lnTo>
                    <a:pt x="5725255" y="171485"/>
                  </a:lnTo>
                  <a:lnTo>
                    <a:pt x="5725363" y="171485"/>
                  </a:lnTo>
                  <a:lnTo>
                    <a:pt x="5725472" y="171485"/>
                  </a:lnTo>
                  <a:lnTo>
                    <a:pt x="5725580" y="171485"/>
                  </a:lnTo>
                  <a:lnTo>
                    <a:pt x="5725689" y="171485"/>
                  </a:lnTo>
                  <a:lnTo>
                    <a:pt x="5725797" y="171485"/>
                  </a:lnTo>
                  <a:lnTo>
                    <a:pt x="5725906" y="171485"/>
                  </a:lnTo>
                  <a:lnTo>
                    <a:pt x="5726014" y="171485"/>
                  </a:lnTo>
                  <a:lnTo>
                    <a:pt x="5726122" y="171485"/>
                  </a:lnTo>
                  <a:lnTo>
                    <a:pt x="5726231" y="171485"/>
                  </a:lnTo>
                  <a:lnTo>
                    <a:pt x="5726339" y="171485"/>
                  </a:lnTo>
                  <a:lnTo>
                    <a:pt x="5726448" y="171485"/>
                  </a:lnTo>
                  <a:lnTo>
                    <a:pt x="5726556" y="171485"/>
                  </a:lnTo>
                  <a:lnTo>
                    <a:pt x="5726665" y="171485"/>
                  </a:lnTo>
                  <a:lnTo>
                    <a:pt x="5726773" y="171485"/>
                  </a:lnTo>
                  <a:lnTo>
                    <a:pt x="5726882" y="171485"/>
                  </a:lnTo>
                  <a:lnTo>
                    <a:pt x="5726990" y="171485"/>
                  </a:lnTo>
                  <a:lnTo>
                    <a:pt x="5727098" y="171485"/>
                  </a:lnTo>
                  <a:lnTo>
                    <a:pt x="5727207" y="171485"/>
                  </a:lnTo>
                  <a:lnTo>
                    <a:pt x="5727315" y="171485"/>
                  </a:lnTo>
                  <a:lnTo>
                    <a:pt x="5727424" y="171485"/>
                  </a:lnTo>
                  <a:lnTo>
                    <a:pt x="5727532" y="171485"/>
                  </a:lnTo>
                  <a:lnTo>
                    <a:pt x="5727532" y="170861"/>
                  </a:lnTo>
                  <a:lnTo>
                    <a:pt x="5727641" y="170861"/>
                  </a:lnTo>
                  <a:lnTo>
                    <a:pt x="5727749" y="170861"/>
                  </a:lnTo>
                  <a:lnTo>
                    <a:pt x="5727858" y="170861"/>
                  </a:lnTo>
                  <a:lnTo>
                    <a:pt x="5727966" y="170861"/>
                  </a:lnTo>
                  <a:lnTo>
                    <a:pt x="5728074" y="170861"/>
                  </a:lnTo>
                  <a:lnTo>
                    <a:pt x="5728183" y="170861"/>
                  </a:lnTo>
                  <a:lnTo>
                    <a:pt x="5728291" y="170861"/>
                  </a:lnTo>
                  <a:lnTo>
                    <a:pt x="5728400" y="170861"/>
                  </a:lnTo>
                  <a:lnTo>
                    <a:pt x="5728508" y="170861"/>
                  </a:lnTo>
                  <a:lnTo>
                    <a:pt x="5728508" y="170237"/>
                  </a:lnTo>
                  <a:lnTo>
                    <a:pt x="5728617" y="170237"/>
                  </a:lnTo>
                  <a:lnTo>
                    <a:pt x="5728725" y="170237"/>
                  </a:lnTo>
                  <a:lnTo>
                    <a:pt x="5728834" y="170237"/>
                  </a:lnTo>
                  <a:lnTo>
                    <a:pt x="5728834" y="169614"/>
                  </a:lnTo>
                  <a:lnTo>
                    <a:pt x="5728942" y="169614"/>
                  </a:lnTo>
                  <a:lnTo>
                    <a:pt x="5729051" y="169614"/>
                  </a:lnTo>
                  <a:lnTo>
                    <a:pt x="5729159" y="169614"/>
                  </a:lnTo>
                  <a:lnTo>
                    <a:pt x="5729267" y="169614"/>
                  </a:lnTo>
                  <a:lnTo>
                    <a:pt x="5729376" y="169614"/>
                  </a:lnTo>
                  <a:lnTo>
                    <a:pt x="5729484" y="169614"/>
                  </a:lnTo>
                  <a:lnTo>
                    <a:pt x="5729593" y="169614"/>
                  </a:lnTo>
                  <a:lnTo>
                    <a:pt x="5729701" y="169614"/>
                  </a:lnTo>
                  <a:lnTo>
                    <a:pt x="5729810" y="169614"/>
                  </a:lnTo>
                  <a:lnTo>
                    <a:pt x="5729918" y="169614"/>
                  </a:lnTo>
                  <a:lnTo>
                    <a:pt x="5730027" y="169614"/>
                  </a:lnTo>
                  <a:lnTo>
                    <a:pt x="5730135" y="169614"/>
                  </a:lnTo>
                  <a:lnTo>
                    <a:pt x="5730243" y="169614"/>
                  </a:lnTo>
                  <a:lnTo>
                    <a:pt x="5730352" y="169614"/>
                  </a:lnTo>
                  <a:lnTo>
                    <a:pt x="5730460" y="169614"/>
                  </a:lnTo>
                  <a:lnTo>
                    <a:pt x="5730569" y="169614"/>
                  </a:lnTo>
                  <a:lnTo>
                    <a:pt x="5730677" y="169614"/>
                  </a:lnTo>
                  <a:lnTo>
                    <a:pt x="5730786" y="169614"/>
                  </a:lnTo>
                  <a:lnTo>
                    <a:pt x="5730894" y="169614"/>
                  </a:lnTo>
                  <a:lnTo>
                    <a:pt x="5731003" y="169614"/>
                  </a:lnTo>
                  <a:lnTo>
                    <a:pt x="5731111" y="169614"/>
                  </a:lnTo>
                  <a:lnTo>
                    <a:pt x="5731219" y="169614"/>
                  </a:lnTo>
                  <a:lnTo>
                    <a:pt x="5731328" y="169614"/>
                  </a:lnTo>
                  <a:lnTo>
                    <a:pt x="5731436" y="169614"/>
                  </a:lnTo>
                  <a:lnTo>
                    <a:pt x="5731545" y="169614"/>
                  </a:lnTo>
                  <a:lnTo>
                    <a:pt x="5731653" y="169614"/>
                  </a:lnTo>
                  <a:lnTo>
                    <a:pt x="5731762" y="169614"/>
                  </a:lnTo>
                  <a:lnTo>
                    <a:pt x="5731870" y="169614"/>
                  </a:lnTo>
                  <a:lnTo>
                    <a:pt x="5731979" y="169614"/>
                  </a:lnTo>
                  <a:lnTo>
                    <a:pt x="5732087" y="169614"/>
                  </a:lnTo>
                  <a:lnTo>
                    <a:pt x="5732195" y="169614"/>
                  </a:lnTo>
                  <a:lnTo>
                    <a:pt x="5732304" y="169614"/>
                  </a:lnTo>
                  <a:lnTo>
                    <a:pt x="5732412" y="169614"/>
                  </a:lnTo>
                  <a:lnTo>
                    <a:pt x="5732521" y="169614"/>
                  </a:lnTo>
                  <a:lnTo>
                    <a:pt x="5732629" y="169614"/>
                  </a:lnTo>
                  <a:lnTo>
                    <a:pt x="5732738" y="169614"/>
                  </a:lnTo>
                  <a:lnTo>
                    <a:pt x="5732846" y="169614"/>
                  </a:lnTo>
                  <a:lnTo>
                    <a:pt x="5732955" y="169614"/>
                  </a:lnTo>
                  <a:lnTo>
                    <a:pt x="5733063" y="169614"/>
                  </a:lnTo>
                  <a:lnTo>
                    <a:pt x="5733172" y="169614"/>
                  </a:lnTo>
                  <a:lnTo>
                    <a:pt x="5733280" y="169614"/>
                  </a:lnTo>
                  <a:lnTo>
                    <a:pt x="5733388" y="169614"/>
                  </a:lnTo>
                  <a:lnTo>
                    <a:pt x="5733497" y="169614"/>
                  </a:lnTo>
                  <a:lnTo>
                    <a:pt x="5733605" y="169614"/>
                  </a:lnTo>
                  <a:lnTo>
                    <a:pt x="5733714" y="169614"/>
                  </a:lnTo>
                  <a:lnTo>
                    <a:pt x="5733822" y="169614"/>
                  </a:lnTo>
                  <a:lnTo>
                    <a:pt x="5733931" y="169614"/>
                  </a:lnTo>
                  <a:lnTo>
                    <a:pt x="5734039" y="169614"/>
                  </a:lnTo>
                  <a:lnTo>
                    <a:pt x="5734148" y="169614"/>
                  </a:lnTo>
                  <a:lnTo>
                    <a:pt x="5734256" y="169614"/>
                  </a:lnTo>
                  <a:lnTo>
                    <a:pt x="5734364" y="169614"/>
                  </a:lnTo>
                  <a:lnTo>
                    <a:pt x="5734473" y="169614"/>
                  </a:lnTo>
                  <a:lnTo>
                    <a:pt x="5734581" y="169614"/>
                  </a:lnTo>
                  <a:lnTo>
                    <a:pt x="5734690" y="169614"/>
                  </a:lnTo>
                  <a:lnTo>
                    <a:pt x="5734798" y="169614"/>
                  </a:lnTo>
                  <a:lnTo>
                    <a:pt x="5734907" y="169614"/>
                  </a:lnTo>
                  <a:lnTo>
                    <a:pt x="5735015" y="169614"/>
                  </a:lnTo>
                  <a:lnTo>
                    <a:pt x="5735124" y="169614"/>
                  </a:lnTo>
                  <a:lnTo>
                    <a:pt x="5735232" y="169614"/>
                  </a:lnTo>
                  <a:lnTo>
                    <a:pt x="5735340" y="169614"/>
                  </a:lnTo>
                  <a:lnTo>
                    <a:pt x="5735449" y="169614"/>
                  </a:lnTo>
                  <a:lnTo>
                    <a:pt x="5735557" y="169614"/>
                  </a:lnTo>
                  <a:lnTo>
                    <a:pt x="5735666" y="169614"/>
                  </a:lnTo>
                  <a:lnTo>
                    <a:pt x="5735774" y="169614"/>
                  </a:lnTo>
                  <a:lnTo>
                    <a:pt x="5735883" y="169614"/>
                  </a:lnTo>
                  <a:lnTo>
                    <a:pt x="5735991" y="169614"/>
                  </a:lnTo>
                  <a:lnTo>
                    <a:pt x="5736100" y="169614"/>
                  </a:lnTo>
                  <a:lnTo>
                    <a:pt x="5736208" y="169614"/>
                  </a:lnTo>
                  <a:lnTo>
                    <a:pt x="5736316" y="169614"/>
                  </a:lnTo>
                  <a:lnTo>
                    <a:pt x="5736425" y="169614"/>
                  </a:lnTo>
                  <a:lnTo>
                    <a:pt x="5736533" y="169614"/>
                  </a:lnTo>
                  <a:lnTo>
                    <a:pt x="5736642" y="169614"/>
                  </a:lnTo>
                  <a:lnTo>
                    <a:pt x="5736750" y="169614"/>
                  </a:lnTo>
                  <a:lnTo>
                    <a:pt x="5736859" y="169614"/>
                  </a:lnTo>
                  <a:lnTo>
                    <a:pt x="5736967" y="169614"/>
                  </a:lnTo>
                  <a:lnTo>
                    <a:pt x="5737076" y="169614"/>
                  </a:lnTo>
                  <a:lnTo>
                    <a:pt x="5737184" y="169614"/>
                  </a:lnTo>
                  <a:lnTo>
                    <a:pt x="5737293" y="169614"/>
                  </a:lnTo>
                  <a:lnTo>
                    <a:pt x="5737401" y="169614"/>
                  </a:lnTo>
                  <a:lnTo>
                    <a:pt x="5737509" y="169614"/>
                  </a:lnTo>
                  <a:lnTo>
                    <a:pt x="5737618" y="169614"/>
                  </a:lnTo>
                  <a:lnTo>
                    <a:pt x="5737726" y="169614"/>
                  </a:lnTo>
                  <a:lnTo>
                    <a:pt x="5737835" y="169614"/>
                  </a:lnTo>
                  <a:lnTo>
                    <a:pt x="5737943" y="169614"/>
                  </a:lnTo>
                  <a:lnTo>
                    <a:pt x="5738052" y="169614"/>
                  </a:lnTo>
                  <a:lnTo>
                    <a:pt x="5738160" y="169614"/>
                  </a:lnTo>
                  <a:lnTo>
                    <a:pt x="5738269" y="169614"/>
                  </a:lnTo>
                  <a:lnTo>
                    <a:pt x="5738377" y="169614"/>
                  </a:lnTo>
                  <a:lnTo>
                    <a:pt x="5738485" y="169614"/>
                  </a:lnTo>
                  <a:lnTo>
                    <a:pt x="5738594" y="169614"/>
                  </a:lnTo>
                  <a:lnTo>
                    <a:pt x="5738702" y="169614"/>
                  </a:lnTo>
                  <a:lnTo>
                    <a:pt x="5738811" y="169614"/>
                  </a:lnTo>
                  <a:lnTo>
                    <a:pt x="5738919" y="169614"/>
                  </a:lnTo>
                  <a:lnTo>
                    <a:pt x="5739028" y="169614"/>
                  </a:lnTo>
                  <a:lnTo>
                    <a:pt x="5739136" y="169614"/>
                  </a:lnTo>
                  <a:lnTo>
                    <a:pt x="5739245" y="169614"/>
                  </a:lnTo>
                  <a:lnTo>
                    <a:pt x="5739353" y="169614"/>
                  </a:lnTo>
                  <a:lnTo>
                    <a:pt x="5739461" y="169614"/>
                  </a:lnTo>
                  <a:lnTo>
                    <a:pt x="5739570" y="169614"/>
                  </a:lnTo>
                  <a:lnTo>
                    <a:pt x="5739678" y="169614"/>
                  </a:lnTo>
                  <a:lnTo>
                    <a:pt x="5739787" y="169614"/>
                  </a:lnTo>
                  <a:lnTo>
                    <a:pt x="5739895" y="169614"/>
                  </a:lnTo>
                  <a:lnTo>
                    <a:pt x="5740004" y="169614"/>
                  </a:lnTo>
                  <a:lnTo>
                    <a:pt x="5740004" y="168990"/>
                  </a:lnTo>
                  <a:lnTo>
                    <a:pt x="5740112" y="168990"/>
                  </a:lnTo>
                  <a:lnTo>
                    <a:pt x="5740221" y="168990"/>
                  </a:lnTo>
                  <a:lnTo>
                    <a:pt x="5740329" y="168990"/>
                  </a:lnTo>
                  <a:lnTo>
                    <a:pt x="5740437" y="168990"/>
                  </a:lnTo>
                  <a:lnTo>
                    <a:pt x="5740546" y="168990"/>
                  </a:lnTo>
                  <a:lnTo>
                    <a:pt x="5740654" y="168990"/>
                  </a:lnTo>
                  <a:lnTo>
                    <a:pt x="5740763" y="168990"/>
                  </a:lnTo>
                  <a:lnTo>
                    <a:pt x="5740871" y="168990"/>
                  </a:lnTo>
                  <a:lnTo>
                    <a:pt x="5740980" y="168990"/>
                  </a:lnTo>
                  <a:lnTo>
                    <a:pt x="5741088" y="168990"/>
                  </a:lnTo>
                  <a:lnTo>
                    <a:pt x="5741197" y="168990"/>
                  </a:lnTo>
                  <a:lnTo>
                    <a:pt x="5741305" y="168990"/>
                  </a:lnTo>
                  <a:lnTo>
                    <a:pt x="5741413" y="168990"/>
                  </a:lnTo>
                  <a:lnTo>
                    <a:pt x="5741522" y="168990"/>
                  </a:lnTo>
                  <a:lnTo>
                    <a:pt x="5741630" y="168990"/>
                  </a:lnTo>
                  <a:lnTo>
                    <a:pt x="5741739" y="168990"/>
                  </a:lnTo>
                  <a:lnTo>
                    <a:pt x="5741847" y="168990"/>
                  </a:lnTo>
                  <a:lnTo>
                    <a:pt x="5741956" y="168990"/>
                  </a:lnTo>
                  <a:lnTo>
                    <a:pt x="5742064" y="168990"/>
                  </a:lnTo>
                  <a:lnTo>
                    <a:pt x="5742173" y="168990"/>
                  </a:lnTo>
                  <a:lnTo>
                    <a:pt x="5742281" y="168990"/>
                  </a:lnTo>
                  <a:lnTo>
                    <a:pt x="5742390" y="168990"/>
                  </a:lnTo>
                  <a:lnTo>
                    <a:pt x="5742498" y="168990"/>
                  </a:lnTo>
                  <a:lnTo>
                    <a:pt x="5742606" y="168990"/>
                  </a:lnTo>
                  <a:lnTo>
                    <a:pt x="5742606" y="168367"/>
                  </a:lnTo>
                  <a:lnTo>
                    <a:pt x="5742715" y="168367"/>
                  </a:lnTo>
                  <a:lnTo>
                    <a:pt x="5742823" y="168367"/>
                  </a:lnTo>
                  <a:lnTo>
                    <a:pt x="5742932" y="168367"/>
                  </a:lnTo>
                  <a:lnTo>
                    <a:pt x="5742932" y="167743"/>
                  </a:lnTo>
                  <a:lnTo>
                    <a:pt x="5743040" y="167743"/>
                  </a:lnTo>
                  <a:lnTo>
                    <a:pt x="5743149" y="167743"/>
                  </a:lnTo>
                  <a:lnTo>
                    <a:pt x="5743257" y="167743"/>
                  </a:lnTo>
                  <a:lnTo>
                    <a:pt x="5743366" y="167743"/>
                  </a:lnTo>
                  <a:lnTo>
                    <a:pt x="5743474" y="167743"/>
                  </a:lnTo>
                  <a:lnTo>
                    <a:pt x="5743582" y="167743"/>
                  </a:lnTo>
                  <a:lnTo>
                    <a:pt x="5743691" y="167743"/>
                  </a:lnTo>
                  <a:lnTo>
                    <a:pt x="5743799" y="167743"/>
                  </a:lnTo>
                  <a:lnTo>
                    <a:pt x="5743908" y="167743"/>
                  </a:lnTo>
                  <a:lnTo>
                    <a:pt x="5744016" y="167743"/>
                  </a:lnTo>
                  <a:lnTo>
                    <a:pt x="5744125" y="167743"/>
                  </a:lnTo>
                  <a:lnTo>
                    <a:pt x="5744233" y="167743"/>
                  </a:lnTo>
                  <a:lnTo>
                    <a:pt x="5744342" y="167743"/>
                  </a:lnTo>
                  <a:lnTo>
                    <a:pt x="5744450" y="167743"/>
                  </a:lnTo>
                  <a:lnTo>
                    <a:pt x="5744558" y="167743"/>
                  </a:lnTo>
                  <a:lnTo>
                    <a:pt x="5744667" y="167743"/>
                  </a:lnTo>
                  <a:lnTo>
                    <a:pt x="5744775" y="167743"/>
                  </a:lnTo>
                  <a:lnTo>
                    <a:pt x="5744884" y="167743"/>
                  </a:lnTo>
                  <a:lnTo>
                    <a:pt x="5744992" y="167743"/>
                  </a:lnTo>
                  <a:lnTo>
                    <a:pt x="5745101" y="167743"/>
                  </a:lnTo>
                  <a:lnTo>
                    <a:pt x="5745209" y="167743"/>
                  </a:lnTo>
                  <a:lnTo>
                    <a:pt x="5745318" y="167743"/>
                  </a:lnTo>
                  <a:lnTo>
                    <a:pt x="5745426" y="167743"/>
                  </a:lnTo>
                  <a:lnTo>
                    <a:pt x="5745534" y="167743"/>
                  </a:lnTo>
                  <a:lnTo>
                    <a:pt x="5745643" y="167743"/>
                  </a:lnTo>
                  <a:lnTo>
                    <a:pt x="5745751" y="167743"/>
                  </a:lnTo>
                  <a:lnTo>
                    <a:pt x="5745860" y="167743"/>
                  </a:lnTo>
                  <a:lnTo>
                    <a:pt x="5745968" y="167743"/>
                  </a:lnTo>
                  <a:lnTo>
                    <a:pt x="5746077" y="167743"/>
                  </a:lnTo>
                  <a:lnTo>
                    <a:pt x="5746185" y="167743"/>
                  </a:lnTo>
                  <a:lnTo>
                    <a:pt x="5746294" y="167743"/>
                  </a:lnTo>
                  <a:lnTo>
                    <a:pt x="5746402" y="167743"/>
                  </a:lnTo>
                  <a:lnTo>
                    <a:pt x="5746511" y="167743"/>
                  </a:lnTo>
                  <a:lnTo>
                    <a:pt x="5746619" y="167743"/>
                  </a:lnTo>
                  <a:lnTo>
                    <a:pt x="5746727" y="167743"/>
                  </a:lnTo>
                  <a:lnTo>
                    <a:pt x="5746836" y="167743"/>
                  </a:lnTo>
                  <a:lnTo>
                    <a:pt x="5746944" y="167743"/>
                  </a:lnTo>
                  <a:lnTo>
                    <a:pt x="5747053" y="167743"/>
                  </a:lnTo>
                  <a:lnTo>
                    <a:pt x="5747161" y="167743"/>
                  </a:lnTo>
                  <a:lnTo>
                    <a:pt x="5747270" y="167743"/>
                  </a:lnTo>
                  <a:lnTo>
                    <a:pt x="5747378" y="167743"/>
                  </a:lnTo>
                  <a:lnTo>
                    <a:pt x="5747487" y="167743"/>
                  </a:lnTo>
                  <a:lnTo>
                    <a:pt x="5747595" y="167743"/>
                  </a:lnTo>
                  <a:lnTo>
                    <a:pt x="5747703" y="167743"/>
                  </a:lnTo>
                  <a:lnTo>
                    <a:pt x="5747812" y="167743"/>
                  </a:lnTo>
                  <a:lnTo>
                    <a:pt x="5747920" y="167743"/>
                  </a:lnTo>
                  <a:lnTo>
                    <a:pt x="5748029" y="167743"/>
                  </a:lnTo>
                  <a:lnTo>
                    <a:pt x="5748137" y="167743"/>
                  </a:lnTo>
                  <a:lnTo>
                    <a:pt x="5748246" y="167743"/>
                  </a:lnTo>
                  <a:lnTo>
                    <a:pt x="5748354" y="167743"/>
                  </a:lnTo>
                  <a:lnTo>
                    <a:pt x="5748463" y="167743"/>
                  </a:lnTo>
                  <a:lnTo>
                    <a:pt x="5748571" y="167743"/>
                  </a:lnTo>
                  <a:lnTo>
                    <a:pt x="5748679" y="167743"/>
                  </a:lnTo>
                  <a:lnTo>
                    <a:pt x="5748788" y="167743"/>
                  </a:lnTo>
                  <a:lnTo>
                    <a:pt x="5748896" y="167743"/>
                  </a:lnTo>
                  <a:lnTo>
                    <a:pt x="5749005" y="167743"/>
                  </a:lnTo>
                  <a:lnTo>
                    <a:pt x="5749113" y="167743"/>
                  </a:lnTo>
                  <a:lnTo>
                    <a:pt x="5749222" y="167743"/>
                  </a:lnTo>
                  <a:lnTo>
                    <a:pt x="5749330" y="167743"/>
                  </a:lnTo>
                  <a:lnTo>
                    <a:pt x="5749330" y="167120"/>
                  </a:lnTo>
                  <a:lnTo>
                    <a:pt x="5749439" y="167120"/>
                  </a:lnTo>
                  <a:lnTo>
                    <a:pt x="5749547" y="167120"/>
                  </a:lnTo>
                  <a:lnTo>
                    <a:pt x="5749655" y="167120"/>
                  </a:lnTo>
                  <a:lnTo>
                    <a:pt x="5749764" y="167120"/>
                  </a:lnTo>
                  <a:lnTo>
                    <a:pt x="5749872" y="167120"/>
                  </a:lnTo>
                  <a:lnTo>
                    <a:pt x="5749981" y="167120"/>
                  </a:lnTo>
                  <a:lnTo>
                    <a:pt x="5750089" y="167120"/>
                  </a:lnTo>
                  <a:lnTo>
                    <a:pt x="5750198" y="167120"/>
                  </a:lnTo>
                  <a:lnTo>
                    <a:pt x="5750306" y="167120"/>
                  </a:lnTo>
                  <a:lnTo>
                    <a:pt x="5750415" y="167120"/>
                  </a:lnTo>
                  <a:lnTo>
                    <a:pt x="5750415" y="166496"/>
                  </a:lnTo>
                  <a:lnTo>
                    <a:pt x="5750523" y="166496"/>
                  </a:lnTo>
                  <a:lnTo>
                    <a:pt x="5750632" y="166496"/>
                  </a:lnTo>
                  <a:lnTo>
                    <a:pt x="5750740" y="166496"/>
                  </a:lnTo>
                  <a:lnTo>
                    <a:pt x="5750848" y="166496"/>
                  </a:lnTo>
                  <a:lnTo>
                    <a:pt x="5750957" y="166496"/>
                  </a:lnTo>
                  <a:lnTo>
                    <a:pt x="5751065" y="166496"/>
                  </a:lnTo>
                  <a:lnTo>
                    <a:pt x="5751065" y="165872"/>
                  </a:lnTo>
                  <a:lnTo>
                    <a:pt x="5751174" y="165872"/>
                  </a:lnTo>
                  <a:lnTo>
                    <a:pt x="5751282" y="165872"/>
                  </a:lnTo>
                  <a:lnTo>
                    <a:pt x="5751391" y="165872"/>
                  </a:lnTo>
                  <a:lnTo>
                    <a:pt x="5751499" y="165872"/>
                  </a:lnTo>
                  <a:lnTo>
                    <a:pt x="5751499" y="165249"/>
                  </a:lnTo>
                  <a:lnTo>
                    <a:pt x="5751608" y="165249"/>
                  </a:lnTo>
                  <a:lnTo>
                    <a:pt x="5751716" y="165249"/>
                  </a:lnTo>
                  <a:lnTo>
                    <a:pt x="5751824" y="165249"/>
                  </a:lnTo>
                  <a:lnTo>
                    <a:pt x="5751933" y="165249"/>
                  </a:lnTo>
                  <a:lnTo>
                    <a:pt x="5752041" y="165249"/>
                  </a:lnTo>
                  <a:lnTo>
                    <a:pt x="5752150" y="165249"/>
                  </a:lnTo>
                  <a:lnTo>
                    <a:pt x="5752258" y="165249"/>
                  </a:lnTo>
                  <a:lnTo>
                    <a:pt x="5752367" y="165249"/>
                  </a:lnTo>
                  <a:lnTo>
                    <a:pt x="5752475" y="165249"/>
                  </a:lnTo>
                  <a:lnTo>
                    <a:pt x="5752475" y="164625"/>
                  </a:lnTo>
                  <a:lnTo>
                    <a:pt x="5752584" y="164625"/>
                  </a:lnTo>
                  <a:lnTo>
                    <a:pt x="5752692" y="164625"/>
                  </a:lnTo>
                  <a:lnTo>
                    <a:pt x="5752800" y="164625"/>
                  </a:lnTo>
                  <a:lnTo>
                    <a:pt x="5752909" y="164625"/>
                  </a:lnTo>
                  <a:lnTo>
                    <a:pt x="5753017" y="164625"/>
                  </a:lnTo>
                  <a:lnTo>
                    <a:pt x="5753017" y="164002"/>
                  </a:lnTo>
                  <a:lnTo>
                    <a:pt x="5753126" y="164002"/>
                  </a:lnTo>
                  <a:lnTo>
                    <a:pt x="5753126" y="163378"/>
                  </a:lnTo>
                  <a:lnTo>
                    <a:pt x="5753234" y="163378"/>
                  </a:lnTo>
                  <a:lnTo>
                    <a:pt x="5753343" y="163378"/>
                  </a:lnTo>
                  <a:lnTo>
                    <a:pt x="5753451" y="163378"/>
                  </a:lnTo>
                  <a:lnTo>
                    <a:pt x="5753560" y="163378"/>
                  </a:lnTo>
                  <a:lnTo>
                    <a:pt x="5753668" y="163378"/>
                  </a:lnTo>
                  <a:lnTo>
                    <a:pt x="5753776" y="163378"/>
                  </a:lnTo>
                  <a:lnTo>
                    <a:pt x="5753885" y="163378"/>
                  </a:lnTo>
                  <a:lnTo>
                    <a:pt x="5753993" y="163378"/>
                  </a:lnTo>
                  <a:lnTo>
                    <a:pt x="5754102" y="163378"/>
                  </a:lnTo>
                  <a:lnTo>
                    <a:pt x="5754210" y="163378"/>
                  </a:lnTo>
                  <a:lnTo>
                    <a:pt x="5754210" y="162754"/>
                  </a:lnTo>
                  <a:lnTo>
                    <a:pt x="5754319" y="162754"/>
                  </a:lnTo>
                  <a:lnTo>
                    <a:pt x="5754427" y="162754"/>
                  </a:lnTo>
                  <a:lnTo>
                    <a:pt x="5754536" y="162754"/>
                  </a:lnTo>
                  <a:lnTo>
                    <a:pt x="5754644" y="162754"/>
                  </a:lnTo>
                  <a:lnTo>
                    <a:pt x="5754753" y="162754"/>
                  </a:lnTo>
                  <a:lnTo>
                    <a:pt x="5754861" y="162754"/>
                  </a:lnTo>
                  <a:lnTo>
                    <a:pt x="5754969" y="162754"/>
                  </a:lnTo>
                  <a:lnTo>
                    <a:pt x="5755078" y="162754"/>
                  </a:lnTo>
                  <a:lnTo>
                    <a:pt x="5755186" y="162754"/>
                  </a:lnTo>
                  <a:lnTo>
                    <a:pt x="5755295" y="162754"/>
                  </a:lnTo>
                  <a:lnTo>
                    <a:pt x="5755403" y="162754"/>
                  </a:lnTo>
                  <a:lnTo>
                    <a:pt x="5755512" y="162754"/>
                  </a:lnTo>
                  <a:lnTo>
                    <a:pt x="5755620" y="162754"/>
                  </a:lnTo>
                  <a:lnTo>
                    <a:pt x="5755729" y="162754"/>
                  </a:lnTo>
                  <a:lnTo>
                    <a:pt x="5755837" y="162754"/>
                  </a:lnTo>
                  <a:lnTo>
                    <a:pt x="5755945" y="162754"/>
                  </a:lnTo>
                  <a:lnTo>
                    <a:pt x="5756054" y="162754"/>
                  </a:lnTo>
                  <a:lnTo>
                    <a:pt x="5756162" y="162754"/>
                  </a:lnTo>
                  <a:lnTo>
                    <a:pt x="5756162" y="162131"/>
                  </a:lnTo>
                  <a:lnTo>
                    <a:pt x="5756271" y="162131"/>
                  </a:lnTo>
                  <a:lnTo>
                    <a:pt x="5756379" y="162131"/>
                  </a:lnTo>
                  <a:lnTo>
                    <a:pt x="5756488" y="162131"/>
                  </a:lnTo>
                  <a:lnTo>
                    <a:pt x="5756596" y="162131"/>
                  </a:lnTo>
                  <a:lnTo>
                    <a:pt x="5756705" y="162131"/>
                  </a:lnTo>
                  <a:lnTo>
                    <a:pt x="5756813" y="162131"/>
                  </a:lnTo>
                  <a:lnTo>
                    <a:pt x="5756921" y="162131"/>
                  </a:lnTo>
                  <a:lnTo>
                    <a:pt x="5757030" y="162131"/>
                  </a:lnTo>
                  <a:lnTo>
                    <a:pt x="5757138" y="162131"/>
                  </a:lnTo>
                  <a:lnTo>
                    <a:pt x="5757247" y="162131"/>
                  </a:lnTo>
                  <a:lnTo>
                    <a:pt x="5757355" y="162131"/>
                  </a:lnTo>
                  <a:lnTo>
                    <a:pt x="5757464" y="162131"/>
                  </a:lnTo>
                  <a:lnTo>
                    <a:pt x="5757572" y="162131"/>
                  </a:lnTo>
                  <a:lnTo>
                    <a:pt x="5757681" y="162131"/>
                  </a:lnTo>
                  <a:lnTo>
                    <a:pt x="5757789" y="162131"/>
                  </a:lnTo>
                  <a:lnTo>
                    <a:pt x="5757897" y="162131"/>
                  </a:lnTo>
                  <a:lnTo>
                    <a:pt x="5758006" y="162131"/>
                  </a:lnTo>
                  <a:lnTo>
                    <a:pt x="5758114" y="162131"/>
                  </a:lnTo>
                  <a:lnTo>
                    <a:pt x="5758223" y="162131"/>
                  </a:lnTo>
                  <a:lnTo>
                    <a:pt x="5758331" y="162131"/>
                  </a:lnTo>
                  <a:lnTo>
                    <a:pt x="5758440" y="162131"/>
                  </a:lnTo>
                  <a:lnTo>
                    <a:pt x="5758548" y="162131"/>
                  </a:lnTo>
                  <a:lnTo>
                    <a:pt x="5758657" y="162131"/>
                  </a:lnTo>
                  <a:lnTo>
                    <a:pt x="5758765" y="162131"/>
                  </a:lnTo>
                  <a:lnTo>
                    <a:pt x="5758874" y="162131"/>
                  </a:lnTo>
                  <a:lnTo>
                    <a:pt x="5758982" y="162131"/>
                  </a:lnTo>
                  <a:lnTo>
                    <a:pt x="5759090" y="162131"/>
                  </a:lnTo>
                  <a:lnTo>
                    <a:pt x="5759199" y="162131"/>
                  </a:lnTo>
                  <a:lnTo>
                    <a:pt x="5759307" y="162131"/>
                  </a:lnTo>
                  <a:lnTo>
                    <a:pt x="5759307" y="161507"/>
                  </a:lnTo>
                  <a:lnTo>
                    <a:pt x="5759416" y="161507"/>
                  </a:lnTo>
                  <a:lnTo>
                    <a:pt x="5759524" y="161507"/>
                  </a:lnTo>
                  <a:lnTo>
                    <a:pt x="5759633" y="161507"/>
                  </a:lnTo>
                  <a:lnTo>
                    <a:pt x="5759741" y="161507"/>
                  </a:lnTo>
                  <a:lnTo>
                    <a:pt x="5759850" y="161507"/>
                  </a:lnTo>
                  <a:lnTo>
                    <a:pt x="5759958" y="161507"/>
                  </a:lnTo>
                  <a:lnTo>
                    <a:pt x="5760066" y="161507"/>
                  </a:lnTo>
                  <a:lnTo>
                    <a:pt x="5760175" y="161507"/>
                  </a:lnTo>
                  <a:lnTo>
                    <a:pt x="5760283" y="161507"/>
                  </a:lnTo>
                  <a:lnTo>
                    <a:pt x="5760392" y="161507"/>
                  </a:lnTo>
                  <a:lnTo>
                    <a:pt x="5760500" y="161507"/>
                  </a:lnTo>
                  <a:lnTo>
                    <a:pt x="5760609" y="161507"/>
                  </a:lnTo>
                  <a:lnTo>
                    <a:pt x="5760717" y="161507"/>
                  </a:lnTo>
                  <a:lnTo>
                    <a:pt x="5760826" y="161507"/>
                  </a:lnTo>
                  <a:lnTo>
                    <a:pt x="5760934" y="161507"/>
                  </a:lnTo>
                  <a:lnTo>
                    <a:pt x="5761042" y="161507"/>
                  </a:lnTo>
                  <a:lnTo>
                    <a:pt x="5761151" y="161507"/>
                  </a:lnTo>
                  <a:lnTo>
                    <a:pt x="5761259" y="161507"/>
                  </a:lnTo>
                  <a:lnTo>
                    <a:pt x="5761368" y="161507"/>
                  </a:lnTo>
                  <a:lnTo>
                    <a:pt x="5761476" y="161507"/>
                  </a:lnTo>
                  <a:lnTo>
                    <a:pt x="5761585" y="161507"/>
                  </a:lnTo>
                  <a:lnTo>
                    <a:pt x="5761693" y="161507"/>
                  </a:lnTo>
                  <a:lnTo>
                    <a:pt x="5761802" y="161507"/>
                  </a:lnTo>
                  <a:lnTo>
                    <a:pt x="5761910" y="161507"/>
                  </a:lnTo>
                  <a:lnTo>
                    <a:pt x="5762018" y="161507"/>
                  </a:lnTo>
                  <a:lnTo>
                    <a:pt x="5762127" y="161507"/>
                  </a:lnTo>
                  <a:lnTo>
                    <a:pt x="5762235" y="161507"/>
                  </a:lnTo>
                  <a:lnTo>
                    <a:pt x="5762344" y="161507"/>
                  </a:lnTo>
                  <a:lnTo>
                    <a:pt x="5762344" y="160884"/>
                  </a:lnTo>
                  <a:lnTo>
                    <a:pt x="5762452" y="160884"/>
                  </a:lnTo>
                  <a:lnTo>
                    <a:pt x="5762561" y="160884"/>
                  </a:lnTo>
                  <a:lnTo>
                    <a:pt x="5762669" y="160884"/>
                  </a:lnTo>
                  <a:lnTo>
                    <a:pt x="5762778" y="160884"/>
                  </a:lnTo>
                  <a:lnTo>
                    <a:pt x="5762886" y="160884"/>
                  </a:lnTo>
                  <a:lnTo>
                    <a:pt x="5762994" y="160884"/>
                  </a:lnTo>
                  <a:lnTo>
                    <a:pt x="5763103" y="160884"/>
                  </a:lnTo>
                  <a:lnTo>
                    <a:pt x="5763211" y="160884"/>
                  </a:lnTo>
                  <a:lnTo>
                    <a:pt x="5763320" y="160884"/>
                  </a:lnTo>
                  <a:lnTo>
                    <a:pt x="5763428" y="160884"/>
                  </a:lnTo>
                  <a:lnTo>
                    <a:pt x="5763537" y="160884"/>
                  </a:lnTo>
                  <a:lnTo>
                    <a:pt x="5763645" y="160884"/>
                  </a:lnTo>
                  <a:lnTo>
                    <a:pt x="5763754" y="160884"/>
                  </a:lnTo>
                  <a:lnTo>
                    <a:pt x="5763862" y="160884"/>
                  </a:lnTo>
                  <a:lnTo>
                    <a:pt x="5763971" y="160884"/>
                  </a:lnTo>
                  <a:lnTo>
                    <a:pt x="5764079" y="160884"/>
                  </a:lnTo>
                  <a:lnTo>
                    <a:pt x="5764187" y="160884"/>
                  </a:lnTo>
                  <a:lnTo>
                    <a:pt x="5764296" y="160884"/>
                  </a:lnTo>
                  <a:lnTo>
                    <a:pt x="5764404" y="160884"/>
                  </a:lnTo>
                  <a:lnTo>
                    <a:pt x="5764513" y="160884"/>
                  </a:lnTo>
                  <a:lnTo>
                    <a:pt x="5764621" y="160884"/>
                  </a:lnTo>
                  <a:lnTo>
                    <a:pt x="5764730" y="160884"/>
                  </a:lnTo>
                  <a:lnTo>
                    <a:pt x="5764730" y="160260"/>
                  </a:lnTo>
                  <a:lnTo>
                    <a:pt x="5764838" y="160260"/>
                  </a:lnTo>
                  <a:lnTo>
                    <a:pt x="5764838" y="159637"/>
                  </a:lnTo>
                  <a:lnTo>
                    <a:pt x="5764947" y="159637"/>
                  </a:lnTo>
                  <a:lnTo>
                    <a:pt x="5765055" y="159637"/>
                  </a:lnTo>
                  <a:lnTo>
                    <a:pt x="5765163" y="159637"/>
                  </a:lnTo>
                  <a:lnTo>
                    <a:pt x="5765163" y="159013"/>
                  </a:lnTo>
                  <a:lnTo>
                    <a:pt x="5765272" y="159013"/>
                  </a:lnTo>
                  <a:lnTo>
                    <a:pt x="5765380" y="159013"/>
                  </a:lnTo>
                  <a:lnTo>
                    <a:pt x="5765489" y="159013"/>
                  </a:lnTo>
                  <a:lnTo>
                    <a:pt x="5765597" y="159013"/>
                  </a:lnTo>
                  <a:lnTo>
                    <a:pt x="5765706" y="159013"/>
                  </a:lnTo>
                  <a:lnTo>
                    <a:pt x="5765814" y="159013"/>
                  </a:lnTo>
                  <a:lnTo>
                    <a:pt x="5765923" y="159013"/>
                  </a:lnTo>
                  <a:lnTo>
                    <a:pt x="5766031" y="159013"/>
                  </a:lnTo>
                  <a:lnTo>
                    <a:pt x="5766139" y="159013"/>
                  </a:lnTo>
                  <a:lnTo>
                    <a:pt x="5766248" y="159013"/>
                  </a:lnTo>
                  <a:lnTo>
                    <a:pt x="5766356" y="159013"/>
                  </a:lnTo>
                  <a:lnTo>
                    <a:pt x="5766465" y="159013"/>
                  </a:lnTo>
                  <a:lnTo>
                    <a:pt x="5766573" y="159013"/>
                  </a:lnTo>
                  <a:lnTo>
                    <a:pt x="5766682" y="159013"/>
                  </a:lnTo>
                  <a:lnTo>
                    <a:pt x="5766790" y="159013"/>
                  </a:lnTo>
                  <a:lnTo>
                    <a:pt x="5766899" y="159013"/>
                  </a:lnTo>
                  <a:lnTo>
                    <a:pt x="5767007" y="159013"/>
                  </a:lnTo>
                  <a:lnTo>
                    <a:pt x="5767115" y="159013"/>
                  </a:lnTo>
                  <a:lnTo>
                    <a:pt x="5767115" y="158389"/>
                  </a:lnTo>
                  <a:lnTo>
                    <a:pt x="5767224" y="158389"/>
                  </a:lnTo>
                  <a:lnTo>
                    <a:pt x="5767332" y="158389"/>
                  </a:lnTo>
                  <a:lnTo>
                    <a:pt x="5767441" y="158389"/>
                  </a:lnTo>
                  <a:lnTo>
                    <a:pt x="5767549" y="158389"/>
                  </a:lnTo>
                  <a:lnTo>
                    <a:pt x="5767658" y="158389"/>
                  </a:lnTo>
                  <a:lnTo>
                    <a:pt x="5767766" y="158389"/>
                  </a:lnTo>
                  <a:lnTo>
                    <a:pt x="5767875" y="158389"/>
                  </a:lnTo>
                  <a:lnTo>
                    <a:pt x="5767983" y="158389"/>
                  </a:lnTo>
                  <a:lnTo>
                    <a:pt x="5768092" y="158389"/>
                  </a:lnTo>
                  <a:lnTo>
                    <a:pt x="5768200" y="158389"/>
                  </a:lnTo>
                  <a:lnTo>
                    <a:pt x="5768308" y="158389"/>
                  </a:lnTo>
                  <a:lnTo>
                    <a:pt x="5768417" y="158389"/>
                  </a:lnTo>
                  <a:lnTo>
                    <a:pt x="5768525" y="158389"/>
                  </a:lnTo>
                  <a:lnTo>
                    <a:pt x="5768634" y="158389"/>
                  </a:lnTo>
                  <a:lnTo>
                    <a:pt x="5768742" y="158389"/>
                  </a:lnTo>
                  <a:lnTo>
                    <a:pt x="5768851" y="158389"/>
                  </a:lnTo>
                  <a:lnTo>
                    <a:pt x="5768851" y="157766"/>
                  </a:lnTo>
                  <a:lnTo>
                    <a:pt x="5768959" y="157766"/>
                  </a:lnTo>
                  <a:lnTo>
                    <a:pt x="5769068" y="157766"/>
                  </a:lnTo>
                  <a:lnTo>
                    <a:pt x="5769176" y="157766"/>
                  </a:lnTo>
                  <a:lnTo>
                    <a:pt x="5769284" y="157766"/>
                  </a:lnTo>
                  <a:lnTo>
                    <a:pt x="5769393" y="157766"/>
                  </a:lnTo>
                  <a:lnTo>
                    <a:pt x="5769501" y="157766"/>
                  </a:lnTo>
                  <a:lnTo>
                    <a:pt x="5769610" y="157766"/>
                  </a:lnTo>
                  <a:lnTo>
                    <a:pt x="5769718" y="157766"/>
                  </a:lnTo>
                  <a:lnTo>
                    <a:pt x="5769827" y="157766"/>
                  </a:lnTo>
                  <a:lnTo>
                    <a:pt x="5769935" y="157766"/>
                  </a:lnTo>
                  <a:lnTo>
                    <a:pt x="5770044" y="157766"/>
                  </a:lnTo>
                  <a:lnTo>
                    <a:pt x="5770152" y="157766"/>
                  </a:lnTo>
                  <a:lnTo>
                    <a:pt x="5770260" y="157766"/>
                  </a:lnTo>
                  <a:lnTo>
                    <a:pt x="5770369" y="157766"/>
                  </a:lnTo>
                  <a:lnTo>
                    <a:pt x="5770477" y="157766"/>
                  </a:lnTo>
                  <a:lnTo>
                    <a:pt x="5770586" y="157766"/>
                  </a:lnTo>
                  <a:lnTo>
                    <a:pt x="5770694" y="157766"/>
                  </a:lnTo>
                  <a:lnTo>
                    <a:pt x="5770803" y="157766"/>
                  </a:lnTo>
                  <a:lnTo>
                    <a:pt x="5770911" y="157766"/>
                  </a:lnTo>
                  <a:lnTo>
                    <a:pt x="5770911" y="157142"/>
                  </a:lnTo>
                  <a:lnTo>
                    <a:pt x="5771020" y="157142"/>
                  </a:lnTo>
                  <a:lnTo>
                    <a:pt x="5771128" y="157142"/>
                  </a:lnTo>
                  <a:lnTo>
                    <a:pt x="5771236" y="157142"/>
                  </a:lnTo>
                  <a:lnTo>
                    <a:pt x="5771345" y="157142"/>
                  </a:lnTo>
                  <a:lnTo>
                    <a:pt x="5771453" y="157142"/>
                  </a:lnTo>
                  <a:lnTo>
                    <a:pt x="5771562" y="157142"/>
                  </a:lnTo>
                  <a:lnTo>
                    <a:pt x="5771562" y="156519"/>
                  </a:lnTo>
                  <a:lnTo>
                    <a:pt x="5771670" y="156519"/>
                  </a:lnTo>
                  <a:lnTo>
                    <a:pt x="5771779" y="156519"/>
                  </a:lnTo>
                  <a:lnTo>
                    <a:pt x="5771887" y="156519"/>
                  </a:lnTo>
                  <a:lnTo>
                    <a:pt x="5771996" y="156519"/>
                  </a:lnTo>
                  <a:lnTo>
                    <a:pt x="5772104" y="156519"/>
                  </a:lnTo>
                  <a:lnTo>
                    <a:pt x="5772213" y="156519"/>
                  </a:lnTo>
                  <a:lnTo>
                    <a:pt x="5772321" y="156519"/>
                  </a:lnTo>
                  <a:lnTo>
                    <a:pt x="5772429" y="156519"/>
                  </a:lnTo>
                  <a:lnTo>
                    <a:pt x="5772538" y="156519"/>
                  </a:lnTo>
                  <a:lnTo>
                    <a:pt x="5772646" y="156519"/>
                  </a:lnTo>
                  <a:lnTo>
                    <a:pt x="5772755" y="156519"/>
                  </a:lnTo>
                  <a:lnTo>
                    <a:pt x="5772863" y="156519"/>
                  </a:lnTo>
                  <a:lnTo>
                    <a:pt x="5772972" y="156519"/>
                  </a:lnTo>
                  <a:lnTo>
                    <a:pt x="5773080" y="156519"/>
                  </a:lnTo>
                  <a:lnTo>
                    <a:pt x="5773189" y="156519"/>
                  </a:lnTo>
                  <a:lnTo>
                    <a:pt x="5773297" y="156519"/>
                  </a:lnTo>
                  <a:lnTo>
                    <a:pt x="5773405" y="156519"/>
                  </a:lnTo>
                  <a:lnTo>
                    <a:pt x="5773514" y="156519"/>
                  </a:lnTo>
                  <a:lnTo>
                    <a:pt x="5773622" y="156519"/>
                  </a:lnTo>
                  <a:lnTo>
                    <a:pt x="5773731" y="156519"/>
                  </a:lnTo>
                  <a:lnTo>
                    <a:pt x="5773839" y="156519"/>
                  </a:lnTo>
                  <a:lnTo>
                    <a:pt x="5773948" y="156519"/>
                  </a:lnTo>
                  <a:lnTo>
                    <a:pt x="5774056" y="156519"/>
                  </a:lnTo>
                  <a:lnTo>
                    <a:pt x="5774165" y="156519"/>
                  </a:lnTo>
                  <a:lnTo>
                    <a:pt x="5774273" y="156519"/>
                  </a:lnTo>
                  <a:lnTo>
                    <a:pt x="5774381" y="156519"/>
                  </a:lnTo>
                  <a:lnTo>
                    <a:pt x="5774490" y="156519"/>
                  </a:lnTo>
                  <a:lnTo>
                    <a:pt x="5774598" y="156519"/>
                  </a:lnTo>
                  <a:lnTo>
                    <a:pt x="5774707" y="156519"/>
                  </a:lnTo>
                  <a:lnTo>
                    <a:pt x="5774815" y="156519"/>
                  </a:lnTo>
                  <a:lnTo>
                    <a:pt x="5774924" y="156519"/>
                  </a:lnTo>
                  <a:lnTo>
                    <a:pt x="5775032" y="156519"/>
                  </a:lnTo>
                  <a:lnTo>
                    <a:pt x="5775032" y="155895"/>
                  </a:lnTo>
                  <a:lnTo>
                    <a:pt x="5775141" y="155895"/>
                  </a:lnTo>
                  <a:lnTo>
                    <a:pt x="5775249" y="155895"/>
                  </a:lnTo>
                  <a:lnTo>
                    <a:pt x="5775357" y="155895"/>
                  </a:lnTo>
                  <a:lnTo>
                    <a:pt x="5775466" y="155895"/>
                  </a:lnTo>
                  <a:lnTo>
                    <a:pt x="5775574" y="155895"/>
                  </a:lnTo>
                  <a:lnTo>
                    <a:pt x="5775683" y="155895"/>
                  </a:lnTo>
                  <a:lnTo>
                    <a:pt x="5775791" y="155895"/>
                  </a:lnTo>
                  <a:lnTo>
                    <a:pt x="5775900" y="155895"/>
                  </a:lnTo>
                  <a:lnTo>
                    <a:pt x="5776008" y="155895"/>
                  </a:lnTo>
                  <a:lnTo>
                    <a:pt x="5776117" y="155895"/>
                  </a:lnTo>
                  <a:lnTo>
                    <a:pt x="5776225" y="155895"/>
                  </a:lnTo>
                  <a:lnTo>
                    <a:pt x="5776334" y="155895"/>
                  </a:lnTo>
                  <a:lnTo>
                    <a:pt x="5776442" y="155895"/>
                  </a:lnTo>
                  <a:lnTo>
                    <a:pt x="5776550" y="155895"/>
                  </a:lnTo>
                  <a:lnTo>
                    <a:pt x="5776659" y="155895"/>
                  </a:lnTo>
                  <a:lnTo>
                    <a:pt x="5776767" y="155895"/>
                  </a:lnTo>
                  <a:lnTo>
                    <a:pt x="5776876" y="155895"/>
                  </a:lnTo>
                  <a:lnTo>
                    <a:pt x="5776984" y="155895"/>
                  </a:lnTo>
                  <a:lnTo>
                    <a:pt x="5777093" y="155895"/>
                  </a:lnTo>
                  <a:lnTo>
                    <a:pt x="5777093" y="155271"/>
                  </a:lnTo>
                  <a:lnTo>
                    <a:pt x="5777093" y="154648"/>
                  </a:lnTo>
                  <a:lnTo>
                    <a:pt x="5777201" y="154648"/>
                  </a:lnTo>
                  <a:lnTo>
                    <a:pt x="5777310" y="154648"/>
                  </a:lnTo>
                  <a:lnTo>
                    <a:pt x="5777418" y="154648"/>
                  </a:lnTo>
                  <a:lnTo>
                    <a:pt x="5777418" y="154024"/>
                  </a:lnTo>
                  <a:lnTo>
                    <a:pt x="5777526" y="154024"/>
                  </a:lnTo>
                  <a:lnTo>
                    <a:pt x="5777635" y="154024"/>
                  </a:lnTo>
                  <a:lnTo>
                    <a:pt x="5777743" y="154024"/>
                  </a:lnTo>
                  <a:lnTo>
                    <a:pt x="5777852" y="154024"/>
                  </a:lnTo>
                  <a:lnTo>
                    <a:pt x="5777960" y="154024"/>
                  </a:lnTo>
                  <a:lnTo>
                    <a:pt x="5778069" y="154024"/>
                  </a:lnTo>
                  <a:lnTo>
                    <a:pt x="5778177" y="154024"/>
                  </a:lnTo>
                  <a:lnTo>
                    <a:pt x="5778286" y="154024"/>
                  </a:lnTo>
                  <a:lnTo>
                    <a:pt x="5778394" y="154024"/>
                  </a:lnTo>
                  <a:lnTo>
                    <a:pt x="5778502" y="154024"/>
                  </a:lnTo>
                  <a:lnTo>
                    <a:pt x="5778611" y="154024"/>
                  </a:lnTo>
                  <a:lnTo>
                    <a:pt x="5778719" y="154024"/>
                  </a:lnTo>
                  <a:lnTo>
                    <a:pt x="5778828" y="154024"/>
                  </a:lnTo>
                  <a:lnTo>
                    <a:pt x="5778936" y="154024"/>
                  </a:lnTo>
                  <a:lnTo>
                    <a:pt x="5779045" y="154024"/>
                  </a:lnTo>
                  <a:lnTo>
                    <a:pt x="5779153" y="154024"/>
                  </a:lnTo>
                  <a:lnTo>
                    <a:pt x="5779262" y="154024"/>
                  </a:lnTo>
                  <a:lnTo>
                    <a:pt x="5779370" y="154024"/>
                  </a:lnTo>
                  <a:lnTo>
                    <a:pt x="5779478" y="154024"/>
                  </a:lnTo>
                  <a:lnTo>
                    <a:pt x="5779478" y="153401"/>
                  </a:lnTo>
                  <a:lnTo>
                    <a:pt x="5779587" y="153401"/>
                  </a:lnTo>
                  <a:lnTo>
                    <a:pt x="5779695" y="153401"/>
                  </a:lnTo>
                  <a:lnTo>
                    <a:pt x="5779804" y="153401"/>
                  </a:lnTo>
                  <a:lnTo>
                    <a:pt x="5779912" y="153401"/>
                  </a:lnTo>
                  <a:lnTo>
                    <a:pt x="5780021" y="153401"/>
                  </a:lnTo>
                  <a:lnTo>
                    <a:pt x="5780129" y="153401"/>
                  </a:lnTo>
                  <a:lnTo>
                    <a:pt x="5780238" y="153401"/>
                  </a:lnTo>
                  <a:lnTo>
                    <a:pt x="5780346" y="153401"/>
                  </a:lnTo>
                  <a:lnTo>
                    <a:pt x="5780455" y="153401"/>
                  </a:lnTo>
                  <a:lnTo>
                    <a:pt x="5780563" y="153401"/>
                  </a:lnTo>
                  <a:lnTo>
                    <a:pt x="5780671" y="153401"/>
                  </a:lnTo>
                  <a:lnTo>
                    <a:pt x="5780780" y="153401"/>
                  </a:lnTo>
                  <a:lnTo>
                    <a:pt x="5780888" y="153401"/>
                  </a:lnTo>
                  <a:lnTo>
                    <a:pt x="5780997" y="153401"/>
                  </a:lnTo>
                  <a:lnTo>
                    <a:pt x="5781105" y="153401"/>
                  </a:lnTo>
                  <a:lnTo>
                    <a:pt x="5781214" y="153401"/>
                  </a:lnTo>
                  <a:lnTo>
                    <a:pt x="5781322" y="153401"/>
                  </a:lnTo>
                  <a:lnTo>
                    <a:pt x="5781431" y="153401"/>
                  </a:lnTo>
                  <a:lnTo>
                    <a:pt x="5781539" y="153401"/>
                  </a:lnTo>
                  <a:lnTo>
                    <a:pt x="5781647" y="153401"/>
                  </a:lnTo>
                  <a:lnTo>
                    <a:pt x="5781756" y="153401"/>
                  </a:lnTo>
                  <a:lnTo>
                    <a:pt x="5781864" y="153401"/>
                  </a:lnTo>
                  <a:lnTo>
                    <a:pt x="5781973" y="153401"/>
                  </a:lnTo>
                  <a:lnTo>
                    <a:pt x="5782081" y="153401"/>
                  </a:lnTo>
                  <a:lnTo>
                    <a:pt x="5782190" y="153401"/>
                  </a:lnTo>
                  <a:lnTo>
                    <a:pt x="5782298" y="153401"/>
                  </a:lnTo>
                  <a:lnTo>
                    <a:pt x="5782407" y="153401"/>
                  </a:lnTo>
                  <a:lnTo>
                    <a:pt x="5782515" y="153401"/>
                  </a:lnTo>
                  <a:lnTo>
                    <a:pt x="5782623" y="153401"/>
                  </a:lnTo>
                  <a:lnTo>
                    <a:pt x="5782732" y="153401"/>
                  </a:lnTo>
                  <a:lnTo>
                    <a:pt x="5782840" y="153401"/>
                  </a:lnTo>
                  <a:lnTo>
                    <a:pt x="5782949" y="153401"/>
                  </a:lnTo>
                  <a:lnTo>
                    <a:pt x="5783057" y="153401"/>
                  </a:lnTo>
                  <a:lnTo>
                    <a:pt x="5783166" y="153401"/>
                  </a:lnTo>
                  <a:lnTo>
                    <a:pt x="5783274" y="153401"/>
                  </a:lnTo>
                  <a:lnTo>
                    <a:pt x="5783383" y="153401"/>
                  </a:lnTo>
                  <a:lnTo>
                    <a:pt x="5783491" y="153401"/>
                  </a:lnTo>
                  <a:lnTo>
                    <a:pt x="5783599" y="153401"/>
                  </a:lnTo>
                  <a:lnTo>
                    <a:pt x="5783708" y="153401"/>
                  </a:lnTo>
                  <a:lnTo>
                    <a:pt x="5783816" y="153401"/>
                  </a:lnTo>
                  <a:lnTo>
                    <a:pt x="5783925" y="153401"/>
                  </a:lnTo>
                  <a:lnTo>
                    <a:pt x="5784033" y="153401"/>
                  </a:lnTo>
                  <a:lnTo>
                    <a:pt x="5784142" y="153401"/>
                  </a:lnTo>
                  <a:lnTo>
                    <a:pt x="5784250" y="153401"/>
                  </a:lnTo>
                  <a:lnTo>
                    <a:pt x="5784359" y="153401"/>
                  </a:lnTo>
                  <a:lnTo>
                    <a:pt x="5784467" y="153401"/>
                  </a:lnTo>
                  <a:lnTo>
                    <a:pt x="5784575" y="153401"/>
                  </a:lnTo>
                  <a:lnTo>
                    <a:pt x="5784684" y="153401"/>
                  </a:lnTo>
                  <a:lnTo>
                    <a:pt x="5784792" y="153401"/>
                  </a:lnTo>
                  <a:lnTo>
                    <a:pt x="5784901" y="153401"/>
                  </a:lnTo>
                  <a:lnTo>
                    <a:pt x="5785009" y="153401"/>
                  </a:lnTo>
                  <a:lnTo>
                    <a:pt x="5785118" y="153401"/>
                  </a:lnTo>
                  <a:lnTo>
                    <a:pt x="5785226" y="153401"/>
                  </a:lnTo>
                  <a:lnTo>
                    <a:pt x="5785335" y="153401"/>
                  </a:lnTo>
                  <a:lnTo>
                    <a:pt x="5785443" y="153401"/>
                  </a:lnTo>
                  <a:lnTo>
                    <a:pt x="5785552" y="153401"/>
                  </a:lnTo>
                  <a:lnTo>
                    <a:pt x="5785660" y="153401"/>
                  </a:lnTo>
                  <a:lnTo>
                    <a:pt x="5785768" y="153401"/>
                  </a:lnTo>
                  <a:lnTo>
                    <a:pt x="5785877" y="153401"/>
                  </a:lnTo>
                  <a:lnTo>
                    <a:pt x="5785985" y="153401"/>
                  </a:lnTo>
                  <a:lnTo>
                    <a:pt x="5786094" y="153401"/>
                  </a:lnTo>
                  <a:lnTo>
                    <a:pt x="5786202" y="153401"/>
                  </a:lnTo>
                  <a:lnTo>
                    <a:pt x="5786311" y="153401"/>
                  </a:lnTo>
                  <a:lnTo>
                    <a:pt x="5786419" y="153401"/>
                  </a:lnTo>
                  <a:lnTo>
                    <a:pt x="5786528" y="153401"/>
                  </a:lnTo>
                  <a:lnTo>
                    <a:pt x="5786636" y="153401"/>
                  </a:lnTo>
                  <a:lnTo>
                    <a:pt x="5786744" y="153401"/>
                  </a:lnTo>
                  <a:lnTo>
                    <a:pt x="5786853" y="153401"/>
                  </a:lnTo>
                  <a:lnTo>
                    <a:pt x="5786961" y="153401"/>
                  </a:lnTo>
                  <a:lnTo>
                    <a:pt x="5787070" y="153401"/>
                  </a:lnTo>
                  <a:lnTo>
                    <a:pt x="5787178" y="153401"/>
                  </a:lnTo>
                  <a:lnTo>
                    <a:pt x="5787287" y="153401"/>
                  </a:lnTo>
                  <a:lnTo>
                    <a:pt x="5787395" y="153401"/>
                  </a:lnTo>
                  <a:lnTo>
                    <a:pt x="5787504" y="153401"/>
                  </a:lnTo>
                  <a:lnTo>
                    <a:pt x="5787612" y="153401"/>
                  </a:lnTo>
                  <a:lnTo>
                    <a:pt x="5787720" y="153401"/>
                  </a:lnTo>
                  <a:lnTo>
                    <a:pt x="5787829" y="153401"/>
                  </a:lnTo>
                  <a:lnTo>
                    <a:pt x="5787937" y="153401"/>
                  </a:lnTo>
                  <a:lnTo>
                    <a:pt x="5788046" y="153401"/>
                  </a:lnTo>
                  <a:lnTo>
                    <a:pt x="5788154" y="153401"/>
                  </a:lnTo>
                  <a:lnTo>
                    <a:pt x="5788263" y="153401"/>
                  </a:lnTo>
                  <a:lnTo>
                    <a:pt x="5788371" y="153401"/>
                  </a:lnTo>
                  <a:lnTo>
                    <a:pt x="5788480" y="153401"/>
                  </a:lnTo>
                  <a:lnTo>
                    <a:pt x="5788588" y="153401"/>
                  </a:lnTo>
                  <a:lnTo>
                    <a:pt x="5788696" y="153401"/>
                  </a:lnTo>
                  <a:lnTo>
                    <a:pt x="5788805" y="153401"/>
                  </a:lnTo>
                  <a:lnTo>
                    <a:pt x="5788913" y="153401"/>
                  </a:lnTo>
                  <a:lnTo>
                    <a:pt x="5789022" y="153401"/>
                  </a:lnTo>
                  <a:lnTo>
                    <a:pt x="5789130" y="153401"/>
                  </a:lnTo>
                  <a:lnTo>
                    <a:pt x="5789239" y="153401"/>
                  </a:lnTo>
                  <a:lnTo>
                    <a:pt x="5789347" y="153401"/>
                  </a:lnTo>
                  <a:lnTo>
                    <a:pt x="5789456" y="153401"/>
                  </a:lnTo>
                  <a:lnTo>
                    <a:pt x="5789564" y="153401"/>
                  </a:lnTo>
                  <a:lnTo>
                    <a:pt x="5789673" y="153401"/>
                  </a:lnTo>
                  <a:lnTo>
                    <a:pt x="5789673" y="152777"/>
                  </a:lnTo>
                  <a:lnTo>
                    <a:pt x="5789781" y="152777"/>
                  </a:lnTo>
                  <a:lnTo>
                    <a:pt x="5789889" y="152777"/>
                  </a:lnTo>
                  <a:lnTo>
                    <a:pt x="5789998" y="152777"/>
                  </a:lnTo>
                  <a:lnTo>
                    <a:pt x="5790106" y="152777"/>
                  </a:lnTo>
                  <a:lnTo>
                    <a:pt x="5790215" y="152777"/>
                  </a:lnTo>
                  <a:lnTo>
                    <a:pt x="5790323" y="152777"/>
                  </a:lnTo>
                  <a:lnTo>
                    <a:pt x="5790323" y="152154"/>
                  </a:lnTo>
                  <a:lnTo>
                    <a:pt x="5790432" y="152154"/>
                  </a:lnTo>
                  <a:lnTo>
                    <a:pt x="5790540" y="152154"/>
                  </a:lnTo>
                  <a:lnTo>
                    <a:pt x="5790649" y="152154"/>
                  </a:lnTo>
                  <a:lnTo>
                    <a:pt x="5790757" y="152154"/>
                  </a:lnTo>
                  <a:lnTo>
                    <a:pt x="5790865" y="152154"/>
                  </a:lnTo>
                  <a:lnTo>
                    <a:pt x="5790865" y="151530"/>
                  </a:lnTo>
                  <a:lnTo>
                    <a:pt x="5790974" y="151530"/>
                  </a:lnTo>
                  <a:lnTo>
                    <a:pt x="5791082" y="151530"/>
                  </a:lnTo>
                  <a:lnTo>
                    <a:pt x="5791191" y="151530"/>
                  </a:lnTo>
                  <a:lnTo>
                    <a:pt x="5791299" y="151530"/>
                  </a:lnTo>
                  <a:lnTo>
                    <a:pt x="5791408" y="151530"/>
                  </a:lnTo>
                  <a:lnTo>
                    <a:pt x="5791516" y="151530"/>
                  </a:lnTo>
                  <a:lnTo>
                    <a:pt x="5791625" y="151530"/>
                  </a:lnTo>
                  <a:lnTo>
                    <a:pt x="5791733" y="151530"/>
                  </a:lnTo>
                  <a:lnTo>
                    <a:pt x="5791841" y="151530"/>
                  </a:lnTo>
                  <a:lnTo>
                    <a:pt x="5791950" y="151530"/>
                  </a:lnTo>
                  <a:lnTo>
                    <a:pt x="5792058" y="151530"/>
                  </a:lnTo>
                  <a:lnTo>
                    <a:pt x="5792167" y="151530"/>
                  </a:lnTo>
                  <a:lnTo>
                    <a:pt x="5792275" y="151530"/>
                  </a:lnTo>
                  <a:lnTo>
                    <a:pt x="5792275" y="150906"/>
                  </a:lnTo>
                  <a:lnTo>
                    <a:pt x="5792384" y="150906"/>
                  </a:lnTo>
                  <a:lnTo>
                    <a:pt x="5792492" y="150906"/>
                  </a:lnTo>
                  <a:lnTo>
                    <a:pt x="5792492" y="150283"/>
                  </a:lnTo>
                  <a:lnTo>
                    <a:pt x="5792601" y="150283"/>
                  </a:lnTo>
                  <a:lnTo>
                    <a:pt x="5792709" y="150283"/>
                  </a:lnTo>
                  <a:lnTo>
                    <a:pt x="5792817" y="150283"/>
                  </a:lnTo>
                  <a:lnTo>
                    <a:pt x="5792926" y="150283"/>
                  </a:lnTo>
                  <a:lnTo>
                    <a:pt x="5793034" y="150283"/>
                  </a:lnTo>
                  <a:lnTo>
                    <a:pt x="5793143" y="150283"/>
                  </a:lnTo>
                  <a:lnTo>
                    <a:pt x="5793251" y="150283"/>
                  </a:lnTo>
                  <a:lnTo>
                    <a:pt x="5793360" y="150283"/>
                  </a:lnTo>
                  <a:lnTo>
                    <a:pt x="5793468" y="150283"/>
                  </a:lnTo>
                  <a:lnTo>
                    <a:pt x="5793577" y="150283"/>
                  </a:lnTo>
                  <a:lnTo>
                    <a:pt x="5793685" y="150283"/>
                  </a:lnTo>
                  <a:lnTo>
                    <a:pt x="5793794" y="150283"/>
                  </a:lnTo>
                  <a:lnTo>
                    <a:pt x="5793902" y="150283"/>
                  </a:lnTo>
                  <a:lnTo>
                    <a:pt x="5794010" y="150283"/>
                  </a:lnTo>
                  <a:lnTo>
                    <a:pt x="5794119" y="150283"/>
                  </a:lnTo>
                  <a:lnTo>
                    <a:pt x="5794227" y="150283"/>
                  </a:lnTo>
                  <a:lnTo>
                    <a:pt x="5794336" y="150283"/>
                  </a:lnTo>
                  <a:lnTo>
                    <a:pt x="5794444" y="150283"/>
                  </a:lnTo>
                  <a:lnTo>
                    <a:pt x="5794553" y="150283"/>
                  </a:lnTo>
                  <a:lnTo>
                    <a:pt x="5794661" y="150283"/>
                  </a:lnTo>
                  <a:lnTo>
                    <a:pt x="5794770" y="150283"/>
                  </a:lnTo>
                  <a:lnTo>
                    <a:pt x="5794878" y="150283"/>
                  </a:lnTo>
                  <a:lnTo>
                    <a:pt x="5794986" y="150283"/>
                  </a:lnTo>
                  <a:lnTo>
                    <a:pt x="5795095" y="150283"/>
                  </a:lnTo>
                  <a:lnTo>
                    <a:pt x="5795203" y="150283"/>
                  </a:lnTo>
                  <a:lnTo>
                    <a:pt x="5795203" y="149659"/>
                  </a:lnTo>
                  <a:lnTo>
                    <a:pt x="5795312" y="149659"/>
                  </a:lnTo>
                  <a:lnTo>
                    <a:pt x="5795312" y="149036"/>
                  </a:lnTo>
                  <a:lnTo>
                    <a:pt x="5795420" y="149036"/>
                  </a:lnTo>
                  <a:lnTo>
                    <a:pt x="5795529" y="149036"/>
                  </a:lnTo>
                  <a:lnTo>
                    <a:pt x="5795637" y="149036"/>
                  </a:lnTo>
                  <a:lnTo>
                    <a:pt x="5795746" y="149036"/>
                  </a:lnTo>
                  <a:lnTo>
                    <a:pt x="5795854" y="149036"/>
                  </a:lnTo>
                  <a:lnTo>
                    <a:pt x="5795962" y="149036"/>
                  </a:lnTo>
                  <a:lnTo>
                    <a:pt x="5796071" y="149036"/>
                  </a:lnTo>
                  <a:lnTo>
                    <a:pt x="5796179" y="149036"/>
                  </a:lnTo>
                  <a:lnTo>
                    <a:pt x="5796288" y="149036"/>
                  </a:lnTo>
                  <a:lnTo>
                    <a:pt x="5796396" y="149036"/>
                  </a:lnTo>
                  <a:lnTo>
                    <a:pt x="5796505" y="149036"/>
                  </a:lnTo>
                  <a:lnTo>
                    <a:pt x="5796613" y="149036"/>
                  </a:lnTo>
                  <a:lnTo>
                    <a:pt x="5796722" y="149036"/>
                  </a:lnTo>
                  <a:lnTo>
                    <a:pt x="5796830" y="149036"/>
                  </a:lnTo>
                  <a:lnTo>
                    <a:pt x="5796938" y="149036"/>
                  </a:lnTo>
                  <a:lnTo>
                    <a:pt x="5797047" y="149036"/>
                  </a:lnTo>
                  <a:lnTo>
                    <a:pt x="5797155" y="149036"/>
                  </a:lnTo>
                  <a:lnTo>
                    <a:pt x="5797264" y="149036"/>
                  </a:lnTo>
                  <a:lnTo>
                    <a:pt x="5797372" y="149036"/>
                  </a:lnTo>
                  <a:lnTo>
                    <a:pt x="5797481" y="149036"/>
                  </a:lnTo>
                  <a:lnTo>
                    <a:pt x="5797589" y="149036"/>
                  </a:lnTo>
                  <a:lnTo>
                    <a:pt x="5797698" y="149036"/>
                  </a:lnTo>
                  <a:lnTo>
                    <a:pt x="5797806" y="149036"/>
                  </a:lnTo>
                  <a:lnTo>
                    <a:pt x="5797915" y="149036"/>
                  </a:lnTo>
                  <a:lnTo>
                    <a:pt x="5798023" y="149036"/>
                  </a:lnTo>
                  <a:lnTo>
                    <a:pt x="5798023" y="148412"/>
                  </a:lnTo>
                  <a:lnTo>
                    <a:pt x="5798131" y="148412"/>
                  </a:lnTo>
                  <a:lnTo>
                    <a:pt x="5798240" y="148412"/>
                  </a:lnTo>
                  <a:lnTo>
                    <a:pt x="5798348" y="148412"/>
                  </a:lnTo>
                  <a:lnTo>
                    <a:pt x="5798457" y="148412"/>
                  </a:lnTo>
                  <a:lnTo>
                    <a:pt x="5798565" y="148412"/>
                  </a:lnTo>
                  <a:lnTo>
                    <a:pt x="5798565" y="147789"/>
                  </a:lnTo>
                  <a:lnTo>
                    <a:pt x="5798674" y="147789"/>
                  </a:lnTo>
                  <a:lnTo>
                    <a:pt x="5798782" y="147789"/>
                  </a:lnTo>
                  <a:lnTo>
                    <a:pt x="5798891" y="147789"/>
                  </a:lnTo>
                  <a:lnTo>
                    <a:pt x="5798999" y="147789"/>
                  </a:lnTo>
                  <a:lnTo>
                    <a:pt x="5798999" y="147165"/>
                  </a:lnTo>
                  <a:lnTo>
                    <a:pt x="5799107" y="147165"/>
                  </a:lnTo>
                  <a:lnTo>
                    <a:pt x="5799216" y="147165"/>
                  </a:lnTo>
                  <a:lnTo>
                    <a:pt x="5799324" y="147165"/>
                  </a:lnTo>
                  <a:lnTo>
                    <a:pt x="5799433" y="147165"/>
                  </a:lnTo>
                  <a:lnTo>
                    <a:pt x="5799541" y="147165"/>
                  </a:lnTo>
                  <a:lnTo>
                    <a:pt x="5799650" y="147165"/>
                  </a:lnTo>
                  <a:lnTo>
                    <a:pt x="5799758" y="147165"/>
                  </a:lnTo>
                  <a:lnTo>
                    <a:pt x="5799758" y="146541"/>
                  </a:lnTo>
                  <a:lnTo>
                    <a:pt x="5799867" y="146541"/>
                  </a:lnTo>
                  <a:lnTo>
                    <a:pt x="5799975" y="146541"/>
                  </a:lnTo>
                  <a:lnTo>
                    <a:pt x="5800083" y="146541"/>
                  </a:lnTo>
                  <a:lnTo>
                    <a:pt x="5800192" y="146541"/>
                  </a:lnTo>
                  <a:lnTo>
                    <a:pt x="5800300" y="146541"/>
                  </a:lnTo>
                  <a:lnTo>
                    <a:pt x="5800409" y="146541"/>
                  </a:lnTo>
                  <a:lnTo>
                    <a:pt x="5800517" y="146541"/>
                  </a:lnTo>
                  <a:lnTo>
                    <a:pt x="5800626" y="146541"/>
                  </a:lnTo>
                  <a:lnTo>
                    <a:pt x="5800734" y="146541"/>
                  </a:lnTo>
                  <a:lnTo>
                    <a:pt x="5800843" y="146541"/>
                  </a:lnTo>
                  <a:lnTo>
                    <a:pt x="5800951" y="146541"/>
                  </a:lnTo>
                  <a:lnTo>
                    <a:pt x="5801059" y="146541"/>
                  </a:lnTo>
                  <a:lnTo>
                    <a:pt x="5801168" y="146541"/>
                  </a:lnTo>
                  <a:lnTo>
                    <a:pt x="5801276" y="146541"/>
                  </a:lnTo>
                  <a:lnTo>
                    <a:pt x="5801385" y="146541"/>
                  </a:lnTo>
                  <a:lnTo>
                    <a:pt x="5801493" y="146541"/>
                  </a:lnTo>
                  <a:lnTo>
                    <a:pt x="5801602" y="146541"/>
                  </a:lnTo>
                  <a:lnTo>
                    <a:pt x="5801710" y="146541"/>
                  </a:lnTo>
                  <a:lnTo>
                    <a:pt x="5801819" y="146541"/>
                  </a:lnTo>
                  <a:lnTo>
                    <a:pt x="5801927" y="146541"/>
                  </a:lnTo>
                  <a:lnTo>
                    <a:pt x="5802036" y="146541"/>
                  </a:lnTo>
                  <a:lnTo>
                    <a:pt x="5802144" y="146541"/>
                  </a:lnTo>
                  <a:lnTo>
                    <a:pt x="5802252" y="146541"/>
                  </a:lnTo>
                  <a:lnTo>
                    <a:pt x="5802361" y="146541"/>
                  </a:lnTo>
                  <a:lnTo>
                    <a:pt x="5802469" y="146541"/>
                  </a:lnTo>
                  <a:lnTo>
                    <a:pt x="5802469" y="145918"/>
                  </a:lnTo>
                  <a:lnTo>
                    <a:pt x="5802578" y="145918"/>
                  </a:lnTo>
                  <a:lnTo>
                    <a:pt x="5802686" y="145918"/>
                  </a:lnTo>
                  <a:lnTo>
                    <a:pt x="5802686" y="145294"/>
                  </a:lnTo>
                  <a:lnTo>
                    <a:pt x="5802795" y="145294"/>
                  </a:lnTo>
                  <a:lnTo>
                    <a:pt x="5802795" y="144671"/>
                  </a:lnTo>
                  <a:lnTo>
                    <a:pt x="5802903" y="144671"/>
                  </a:lnTo>
                  <a:lnTo>
                    <a:pt x="5803012" y="144671"/>
                  </a:lnTo>
                  <a:lnTo>
                    <a:pt x="5803120" y="144671"/>
                  </a:lnTo>
                  <a:lnTo>
                    <a:pt x="5803228" y="144671"/>
                  </a:lnTo>
                  <a:lnTo>
                    <a:pt x="5803337" y="144671"/>
                  </a:lnTo>
                  <a:lnTo>
                    <a:pt x="5803445" y="144671"/>
                  </a:lnTo>
                  <a:lnTo>
                    <a:pt x="5803445" y="144047"/>
                  </a:lnTo>
                  <a:lnTo>
                    <a:pt x="5803554" y="144047"/>
                  </a:lnTo>
                  <a:lnTo>
                    <a:pt x="5803662" y="144047"/>
                  </a:lnTo>
                  <a:lnTo>
                    <a:pt x="5803771" y="144047"/>
                  </a:lnTo>
                  <a:lnTo>
                    <a:pt x="5803879" y="144047"/>
                  </a:lnTo>
                  <a:lnTo>
                    <a:pt x="5803988" y="144047"/>
                  </a:lnTo>
                  <a:lnTo>
                    <a:pt x="5804096" y="144047"/>
                  </a:lnTo>
                  <a:lnTo>
                    <a:pt x="5804204" y="144047"/>
                  </a:lnTo>
                  <a:lnTo>
                    <a:pt x="5804313" y="144047"/>
                  </a:lnTo>
                  <a:lnTo>
                    <a:pt x="5804421" y="144047"/>
                  </a:lnTo>
                  <a:lnTo>
                    <a:pt x="5804421" y="143423"/>
                  </a:lnTo>
                  <a:lnTo>
                    <a:pt x="5804530" y="143423"/>
                  </a:lnTo>
                  <a:lnTo>
                    <a:pt x="5804638" y="143423"/>
                  </a:lnTo>
                  <a:lnTo>
                    <a:pt x="5804747" y="143423"/>
                  </a:lnTo>
                  <a:lnTo>
                    <a:pt x="5804747" y="142800"/>
                  </a:lnTo>
                  <a:lnTo>
                    <a:pt x="5804855" y="142800"/>
                  </a:lnTo>
                  <a:lnTo>
                    <a:pt x="5804964" y="142800"/>
                  </a:lnTo>
                  <a:lnTo>
                    <a:pt x="5805072" y="142800"/>
                  </a:lnTo>
                  <a:lnTo>
                    <a:pt x="5805180" y="142800"/>
                  </a:lnTo>
                  <a:lnTo>
                    <a:pt x="5805289" y="142800"/>
                  </a:lnTo>
                  <a:lnTo>
                    <a:pt x="5805397" y="142800"/>
                  </a:lnTo>
                  <a:lnTo>
                    <a:pt x="5805506" y="142800"/>
                  </a:lnTo>
                  <a:lnTo>
                    <a:pt x="5805614" y="142800"/>
                  </a:lnTo>
                  <a:lnTo>
                    <a:pt x="5805723" y="142800"/>
                  </a:lnTo>
                  <a:lnTo>
                    <a:pt x="5805831" y="142800"/>
                  </a:lnTo>
                  <a:lnTo>
                    <a:pt x="5805831" y="142176"/>
                  </a:lnTo>
                  <a:lnTo>
                    <a:pt x="5805940" y="142176"/>
                  </a:lnTo>
                  <a:lnTo>
                    <a:pt x="5806048" y="142176"/>
                  </a:lnTo>
                  <a:lnTo>
                    <a:pt x="5806157" y="142176"/>
                  </a:lnTo>
                  <a:lnTo>
                    <a:pt x="5806265" y="142176"/>
                  </a:lnTo>
                  <a:lnTo>
                    <a:pt x="5806373" y="142176"/>
                  </a:lnTo>
                  <a:lnTo>
                    <a:pt x="5806482" y="142176"/>
                  </a:lnTo>
                  <a:lnTo>
                    <a:pt x="5806590" y="142176"/>
                  </a:lnTo>
                  <a:lnTo>
                    <a:pt x="5806699" y="142176"/>
                  </a:lnTo>
                  <a:lnTo>
                    <a:pt x="5806807" y="142176"/>
                  </a:lnTo>
                  <a:lnTo>
                    <a:pt x="5806916" y="142176"/>
                  </a:lnTo>
                  <a:lnTo>
                    <a:pt x="5807024" y="142176"/>
                  </a:lnTo>
                  <a:lnTo>
                    <a:pt x="5807133" y="142176"/>
                  </a:lnTo>
                  <a:lnTo>
                    <a:pt x="5807241" y="142176"/>
                  </a:lnTo>
                  <a:lnTo>
                    <a:pt x="5807349" y="142176"/>
                  </a:lnTo>
                  <a:lnTo>
                    <a:pt x="5807458" y="142176"/>
                  </a:lnTo>
                  <a:lnTo>
                    <a:pt x="5807566" y="142176"/>
                  </a:lnTo>
                  <a:lnTo>
                    <a:pt x="5807675" y="142176"/>
                  </a:lnTo>
                  <a:lnTo>
                    <a:pt x="5807783" y="142176"/>
                  </a:lnTo>
                  <a:lnTo>
                    <a:pt x="5807892" y="142176"/>
                  </a:lnTo>
                  <a:lnTo>
                    <a:pt x="5808000" y="142176"/>
                  </a:lnTo>
                  <a:lnTo>
                    <a:pt x="5808109" y="142176"/>
                  </a:lnTo>
                  <a:lnTo>
                    <a:pt x="5808217" y="142176"/>
                  </a:lnTo>
                  <a:lnTo>
                    <a:pt x="5808325" y="142176"/>
                  </a:lnTo>
                  <a:lnTo>
                    <a:pt x="5808434" y="142176"/>
                  </a:lnTo>
                  <a:lnTo>
                    <a:pt x="5808542" y="142176"/>
                  </a:lnTo>
                  <a:lnTo>
                    <a:pt x="5808651" y="142176"/>
                  </a:lnTo>
                  <a:lnTo>
                    <a:pt x="5808759" y="142176"/>
                  </a:lnTo>
                  <a:lnTo>
                    <a:pt x="5808868" y="142176"/>
                  </a:lnTo>
                  <a:lnTo>
                    <a:pt x="5808976" y="142176"/>
                  </a:lnTo>
                  <a:lnTo>
                    <a:pt x="5809085" y="142176"/>
                  </a:lnTo>
                  <a:lnTo>
                    <a:pt x="5809193" y="142176"/>
                  </a:lnTo>
                  <a:lnTo>
                    <a:pt x="5809301" y="142176"/>
                  </a:lnTo>
                  <a:lnTo>
                    <a:pt x="5809410" y="142176"/>
                  </a:lnTo>
                  <a:lnTo>
                    <a:pt x="5809518" y="142176"/>
                  </a:lnTo>
                  <a:lnTo>
                    <a:pt x="5809627" y="142176"/>
                  </a:lnTo>
                  <a:lnTo>
                    <a:pt x="5809735" y="142176"/>
                  </a:lnTo>
                  <a:lnTo>
                    <a:pt x="5809844" y="142176"/>
                  </a:lnTo>
                  <a:lnTo>
                    <a:pt x="5809952" y="142176"/>
                  </a:lnTo>
                  <a:lnTo>
                    <a:pt x="5809952" y="141553"/>
                  </a:lnTo>
                  <a:lnTo>
                    <a:pt x="5810061" y="141553"/>
                  </a:lnTo>
                  <a:lnTo>
                    <a:pt x="5810169" y="141553"/>
                  </a:lnTo>
                  <a:lnTo>
                    <a:pt x="5810277" y="141553"/>
                  </a:lnTo>
                  <a:lnTo>
                    <a:pt x="5810386" y="141553"/>
                  </a:lnTo>
                  <a:lnTo>
                    <a:pt x="5810494" y="141553"/>
                  </a:lnTo>
                  <a:lnTo>
                    <a:pt x="5810603" y="141553"/>
                  </a:lnTo>
                  <a:lnTo>
                    <a:pt x="5810711" y="141553"/>
                  </a:lnTo>
                  <a:lnTo>
                    <a:pt x="5810820" y="141553"/>
                  </a:lnTo>
                  <a:lnTo>
                    <a:pt x="5810928" y="141553"/>
                  </a:lnTo>
                  <a:lnTo>
                    <a:pt x="5811037" y="141553"/>
                  </a:lnTo>
                  <a:lnTo>
                    <a:pt x="5811145" y="141553"/>
                  </a:lnTo>
                  <a:lnTo>
                    <a:pt x="5811254" y="141553"/>
                  </a:lnTo>
                  <a:lnTo>
                    <a:pt x="5811362" y="141553"/>
                  </a:lnTo>
                  <a:lnTo>
                    <a:pt x="5811470" y="141553"/>
                  </a:lnTo>
                  <a:lnTo>
                    <a:pt x="5811579" y="141553"/>
                  </a:lnTo>
                  <a:lnTo>
                    <a:pt x="5811687" y="141553"/>
                  </a:lnTo>
                  <a:lnTo>
                    <a:pt x="5811687" y="140929"/>
                  </a:lnTo>
                  <a:lnTo>
                    <a:pt x="5811796" y="140929"/>
                  </a:lnTo>
                  <a:lnTo>
                    <a:pt x="5811904" y="140929"/>
                  </a:lnTo>
                  <a:lnTo>
                    <a:pt x="5812013" y="140929"/>
                  </a:lnTo>
                  <a:lnTo>
                    <a:pt x="5812121" y="140929"/>
                  </a:lnTo>
                  <a:lnTo>
                    <a:pt x="5812230" y="140929"/>
                  </a:lnTo>
                  <a:lnTo>
                    <a:pt x="5812338" y="140929"/>
                  </a:lnTo>
                  <a:lnTo>
                    <a:pt x="5812446" y="140929"/>
                  </a:lnTo>
                  <a:lnTo>
                    <a:pt x="5812555" y="140929"/>
                  </a:lnTo>
                  <a:lnTo>
                    <a:pt x="5812663" y="140929"/>
                  </a:lnTo>
                  <a:lnTo>
                    <a:pt x="5812772" y="140929"/>
                  </a:lnTo>
                  <a:lnTo>
                    <a:pt x="5812880" y="140929"/>
                  </a:lnTo>
                  <a:lnTo>
                    <a:pt x="5812989" y="140929"/>
                  </a:lnTo>
                  <a:lnTo>
                    <a:pt x="5813097" y="140929"/>
                  </a:lnTo>
                  <a:lnTo>
                    <a:pt x="5813206" y="140929"/>
                  </a:lnTo>
                  <a:lnTo>
                    <a:pt x="5813206" y="140306"/>
                  </a:lnTo>
                  <a:lnTo>
                    <a:pt x="5813314" y="140306"/>
                  </a:lnTo>
                  <a:lnTo>
                    <a:pt x="5813422" y="140306"/>
                  </a:lnTo>
                  <a:lnTo>
                    <a:pt x="5813531" y="140306"/>
                  </a:lnTo>
                  <a:lnTo>
                    <a:pt x="5813639" y="140306"/>
                  </a:lnTo>
                  <a:lnTo>
                    <a:pt x="5813748" y="140306"/>
                  </a:lnTo>
                  <a:lnTo>
                    <a:pt x="5813856" y="140306"/>
                  </a:lnTo>
                  <a:lnTo>
                    <a:pt x="5813965" y="140306"/>
                  </a:lnTo>
                  <a:lnTo>
                    <a:pt x="5814073" y="140306"/>
                  </a:lnTo>
                  <a:lnTo>
                    <a:pt x="5814182" y="140306"/>
                  </a:lnTo>
                  <a:lnTo>
                    <a:pt x="5814290" y="140306"/>
                  </a:lnTo>
                  <a:lnTo>
                    <a:pt x="5814398" y="140306"/>
                  </a:lnTo>
                  <a:lnTo>
                    <a:pt x="5814507" y="140306"/>
                  </a:lnTo>
                  <a:lnTo>
                    <a:pt x="5814615" y="140306"/>
                  </a:lnTo>
                  <a:lnTo>
                    <a:pt x="5814724" y="140306"/>
                  </a:lnTo>
                  <a:lnTo>
                    <a:pt x="5814724" y="139682"/>
                  </a:lnTo>
                  <a:lnTo>
                    <a:pt x="5814832" y="139682"/>
                  </a:lnTo>
                  <a:lnTo>
                    <a:pt x="5814941" y="139682"/>
                  </a:lnTo>
                  <a:lnTo>
                    <a:pt x="5815049" y="139682"/>
                  </a:lnTo>
                  <a:lnTo>
                    <a:pt x="5815158" y="139682"/>
                  </a:lnTo>
                  <a:lnTo>
                    <a:pt x="5815266" y="139682"/>
                  </a:lnTo>
                  <a:lnTo>
                    <a:pt x="5815375" y="139682"/>
                  </a:lnTo>
                  <a:lnTo>
                    <a:pt x="5815483" y="139682"/>
                  </a:lnTo>
                  <a:lnTo>
                    <a:pt x="5815591" y="139682"/>
                  </a:lnTo>
                  <a:lnTo>
                    <a:pt x="5815700" y="139682"/>
                  </a:lnTo>
                  <a:lnTo>
                    <a:pt x="5815808" y="139682"/>
                  </a:lnTo>
                  <a:lnTo>
                    <a:pt x="5815917" y="139682"/>
                  </a:lnTo>
                  <a:lnTo>
                    <a:pt x="5816025" y="139682"/>
                  </a:lnTo>
                  <a:lnTo>
                    <a:pt x="5816134" y="139682"/>
                  </a:lnTo>
                  <a:lnTo>
                    <a:pt x="5816242" y="139682"/>
                  </a:lnTo>
                  <a:lnTo>
                    <a:pt x="5816351" y="139682"/>
                  </a:lnTo>
                  <a:lnTo>
                    <a:pt x="5816459" y="139682"/>
                  </a:lnTo>
                  <a:lnTo>
                    <a:pt x="5816567" y="139682"/>
                  </a:lnTo>
                  <a:lnTo>
                    <a:pt x="5816676" y="139682"/>
                  </a:lnTo>
                  <a:lnTo>
                    <a:pt x="5816784" y="139682"/>
                  </a:lnTo>
                  <a:lnTo>
                    <a:pt x="5816893" y="139682"/>
                  </a:lnTo>
                  <a:lnTo>
                    <a:pt x="5817001" y="139682"/>
                  </a:lnTo>
                  <a:lnTo>
                    <a:pt x="5817110" y="139682"/>
                  </a:lnTo>
                  <a:lnTo>
                    <a:pt x="5817218" y="139682"/>
                  </a:lnTo>
                  <a:lnTo>
                    <a:pt x="5817327" y="139682"/>
                  </a:lnTo>
                  <a:lnTo>
                    <a:pt x="5817435" y="139682"/>
                  </a:lnTo>
                  <a:lnTo>
                    <a:pt x="5817543" y="139682"/>
                  </a:lnTo>
                  <a:lnTo>
                    <a:pt x="5817652" y="139682"/>
                  </a:lnTo>
                  <a:lnTo>
                    <a:pt x="5817760" y="139682"/>
                  </a:lnTo>
                  <a:lnTo>
                    <a:pt x="5817869" y="139682"/>
                  </a:lnTo>
                  <a:lnTo>
                    <a:pt x="5817977" y="139682"/>
                  </a:lnTo>
                  <a:lnTo>
                    <a:pt x="5818086" y="139682"/>
                  </a:lnTo>
                  <a:lnTo>
                    <a:pt x="5818194" y="139682"/>
                  </a:lnTo>
                  <a:lnTo>
                    <a:pt x="5818303" y="139682"/>
                  </a:lnTo>
                  <a:lnTo>
                    <a:pt x="5818411" y="139682"/>
                  </a:lnTo>
                  <a:lnTo>
                    <a:pt x="5818519" y="139682"/>
                  </a:lnTo>
                  <a:lnTo>
                    <a:pt x="5818628" y="139682"/>
                  </a:lnTo>
                  <a:lnTo>
                    <a:pt x="5818736" y="139682"/>
                  </a:lnTo>
                  <a:lnTo>
                    <a:pt x="5818845" y="139682"/>
                  </a:lnTo>
                  <a:lnTo>
                    <a:pt x="5818953" y="139682"/>
                  </a:lnTo>
                  <a:lnTo>
                    <a:pt x="5819062" y="139682"/>
                  </a:lnTo>
                  <a:lnTo>
                    <a:pt x="5819170" y="139682"/>
                  </a:lnTo>
                  <a:lnTo>
                    <a:pt x="5819279" y="139682"/>
                  </a:lnTo>
                  <a:lnTo>
                    <a:pt x="5819387" y="139682"/>
                  </a:lnTo>
                  <a:lnTo>
                    <a:pt x="5819496" y="139682"/>
                  </a:lnTo>
                  <a:lnTo>
                    <a:pt x="5819604" y="139682"/>
                  </a:lnTo>
                  <a:lnTo>
                    <a:pt x="5819712" y="139682"/>
                  </a:lnTo>
                  <a:lnTo>
                    <a:pt x="5819821" y="139682"/>
                  </a:lnTo>
                  <a:lnTo>
                    <a:pt x="5819821" y="139058"/>
                  </a:lnTo>
                  <a:lnTo>
                    <a:pt x="5819929" y="139058"/>
                  </a:lnTo>
                  <a:lnTo>
                    <a:pt x="5820038" y="139058"/>
                  </a:lnTo>
                  <a:lnTo>
                    <a:pt x="5820146" y="139058"/>
                  </a:lnTo>
                  <a:lnTo>
                    <a:pt x="5820255" y="139058"/>
                  </a:lnTo>
                  <a:lnTo>
                    <a:pt x="5820363" y="139058"/>
                  </a:lnTo>
                  <a:lnTo>
                    <a:pt x="5820472" y="139058"/>
                  </a:lnTo>
                  <a:lnTo>
                    <a:pt x="5820580" y="139058"/>
                  </a:lnTo>
                  <a:lnTo>
                    <a:pt x="5820688" y="139058"/>
                  </a:lnTo>
                  <a:lnTo>
                    <a:pt x="5820797" y="139058"/>
                  </a:lnTo>
                  <a:lnTo>
                    <a:pt x="5820905" y="139058"/>
                  </a:lnTo>
                  <a:lnTo>
                    <a:pt x="5821014" y="139058"/>
                  </a:lnTo>
                  <a:lnTo>
                    <a:pt x="5821122" y="139058"/>
                  </a:lnTo>
                  <a:lnTo>
                    <a:pt x="5821231" y="139058"/>
                  </a:lnTo>
                  <a:lnTo>
                    <a:pt x="5821339" y="139058"/>
                  </a:lnTo>
                  <a:lnTo>
                    <a:pt x="5821448" y="139058"/>
                  </a:lnTo>
                  <a:lnTo>
                    <a:pt x="5821556" y="139058"/>
                  </a:lnTo>
                  <a:lnTo>
                    <a:pt x="5821664" y="139058"/>
                  </a:lnTo>
                  <a:lnTo>
                    <a:pt x="5821773" y="139058"/>
                  </a:lnTo>
                  <a:lnTo>
                    <a:pt x="5821881" y="139058"/>
                  </a:lnTo>
                  <a:lnTo>
                    <a:pt x="5821990" y="139058"/>
                  </a:lnTo>
                  <a:lnTo>
                    <a:pt x="5822098" y="139058"/>
                  </a:lnTo>
                  <a:lnTo>
                    <a:pt x="5822207" y="139058"/>
                  </a:lnTo>
                  <a:lnTo>
                    <a:pt x="5822315" y="139058"/>
                  </a:lnTo>
                  <a:lnTo>
                    <a:pt x="5822424" y="139058"/>
                  </a:lnTo>
                  <a:lnTo>
                    <a:pt x="5822532" y="139058"/>
                  </a:lnTo>
                  <a:lnTo>
                    <a:pt x="5822640" y="139058"/>
                  </a:lnTo>
                  <a:lnTo>
                    <a:pt x="5822749" y="139058"/>
                  </a:lnTo>
                  <a:lnTo>
                    <a:pt x="5822857" y="139058"/>
                  </a:lnTo>
                  <a:lnTo>
                    <a:pt x="5822966" y="139058"/>
                  </a:lnTo>
                  <a:lnTo>
                    <a:pt x="5823074" y="139058"/>
                  </a:lnTo>
                  <a:lnTo>
                    <a:pt x="5823183" y="139058"/>
                  </a:lnTo>
                  <a:lnTo>
                    <a:pt x="5823291" y="139058"/>
                  </a:lnTo>
                  <a:lnTo>
                    <a:pt x="5823400" y="139058"/>
                  </a:lnTo>
                  <a:lnTo>
                    <a:pt x="5823508" y="139058"/>
                  </a:lnTo>
                  <a:lnTo>
                    <a:pt x="5823617" y="139058"/>
                  </a:lnTo>
                  <a:lnTo>
                    <a:pt x="5823725" y="139058"/>
                  </a:lnTo>
                  <a:lnTo>
                    <a:pt x="5823833" y="139058"/>
                  </a:lnTo>
                  <a:lnTo>
                    <a:pt x="5823942" y="139058"/>
                  </a:lnTo>
                  <a:lnTo>
                    <a:pt x="5824050" y="139058"/>
                  </a:lnTo>
                  <a:lnTo>
                    <a:pt x="5824159" y="139058"/>
                  </a:lnTo>
                  <a:lnTo>
                    <a:pt x="5824267" y="139058"/>
                  </a:lnTo>
                  <a:lnTo>
                    <a:pt x="5824376" y="139058"/>
                  </a:lnTo>
                  <a:lnTo>
                    <a:pt x="5824484" y="139058"/>
                  </a:lnTo>
                  <a:lnTo>
                    <a:pt x="5824593" y="139058"/>
                  </a:lnTo>
                  <a:lnTo>
                    <a:pt x="5824701" y="139058"/>
                  </a:lnTo>
                  <a:lnTo>
                    <a:pt x="5824809" y="139058"/>
                  </a:lnTo>
                  <a:lnTo>
                    <a:pt x="5824918" y="139058"/>
                  </a:lnTo>
                  <a:lnTo>
                    <a:pt x="5825026" y="139058"/>
                  </a:lnTo>
                  <a:lnTo>
                    <a:pt x="5825026" y="138435"/>
                  </a:lnTo>
                  <a:lnTo>
                    <a:pt x="5825135" y="138435"/>
                  </a:lnTo>
                  <a:lnTo>
                    <a:pt x="5825243" y="138435"/>
                  </a:lnTo>
                  <a:lnTo>
                    <a:pt x="5825352" y="138435"/>
                  </a:lnTo>
                  <a:lnTo>
                    <a:pt x="5825460" y="138435"/>
                  </a:lnTo>
                  <a:lnTo>
                    <a:pt x="5825569" y="138435"/>
                  </a:lnTo>
                  <a:lnTo>
                    <a:pt x="5825677" y="138435"/>
                  </a:lnTo>
                  <a:lnTo>
                    <a:pt x="5825785" y="138435"/>
                  </a:lnTo>
                  <a:lnTo>
                    <a:pt x="5825894" y="138435"/>
                  </a:lnTo>
                  <a:lnTo>
                    <a:pt x="5826002" y="138435"/>
                  </a:lnTo>
                  <a:lnTo>
                    <a:pt x="5826002" y="137811"/>
                  </a:lnTo>
                  <a:lnTo>
                    <a:pt x="5826111" y="137811"/>
                  </a:lnTo>
                  <a:lnTo>
                    <a:pt x="5826219" y="137811"/>
                  </a:lnTo>
                  <a:lnTo>
                    <a:pt x="5826328" y="137811"/>
                  </a:lnTo>
                  <a:lnTo>
                    <a:pt x="5826436" y="137811"/>
                  </a:lnTo>
                  <a:lnTo>
                    <a:pt x="5826545" y="137811"/>
                  </a:lnTo>
                  <a:lnTo>
                    <a:pt x="5826653" y="137811"/>
                  </a:lnTo>
                  <a:lnTo>
                    <a:pt x="5826761" y="137811"/>
                  </a:lnTo>
                  <a:lnTo>
                    <a:pt x="5826870" y="137811"/>
                  </a:lnTo>
                  <a:lnTo>
                    <a:pt x="5826978" y="137811"/>
                  </a:lnTo>
                  <a:lnTo>
                    <a:pt x="5827087" y="137811"/>
                  </a:lnTo>
                  <a:lnTo>
                    <a:pt x="5827195" y="137811"/>
                  </a:lnTo>
                  <a:lnTo>
                    <a:pt x="5827304" y="137811"/>
                  </a:lnTo>
                  <a:lnTo>
                    <a:pt x="5827412" y="137811"/>
                  </a:lnTo>
                  <a:lnTo>
                    <a:pt x="5827521" y="137811"/>
                  </a:lnTo>
                  <a:lnTo>
                    <a:pt x="5827629" y="137811"/>
                  </a:lnTo>
                  <a:lnTo>
                    <a:pt x="5827629" y="137188"/>
                  </a:lnTo>
                  <a:lnTo>
                    <a:pt x="5827738" y="137188"/>
                  </a:lnTo>
                  <a:lnTo>
                    <a:pt x="5827846" y="137188"/>
                  </a:lnTo>
                  <a:lnTo>
                    <a:pt x="5827846" y="136564"/>
                  </a:lnTo>
                  <a:lnTo>
                    <a:pt x="5827954" y="136564"/>
                  </a:lnTo>
                  <a:lnTo>
                    <a:pt x="5828063" y="136564"/>
                  </a:lnTo>
                  <a:lnTo>
                    <a:pt x="5828171" y="136564"/>
                  </a:lnTo>
                  <a:lnTo>
                    <a:pt x="5828280" y="136564"/>
                  </a:lnTo>
                  <a:lnTo>
                    <a:pt x="5828388" y="136564"/>
                  </a:lnTo>
                  <a:lnTo>
                    <a:pt x="5828497" y="136564"/>
                  </a:lnTo>
                  <a:lnTo>
                    <a:pt x="5828605" y="136564"/>
                  </a:lnTo>
                  <a:lnTo>
                    <a:pt x="5828714" y="136564"/>
                  </a:lnTo>
                  <a:lnTo>
                    <a:pt x="5828822" y="136564"/>
                  </a:lnTo>
                  <a:lnTo>
                    <a:pt x="5828930" y="136564"/>
                  </a:lnTo>
                  <a:lnTo>
                    <a:pt x="5828930" y="135940"/>
                  </a:lnTo>
                  <a:lnTo>
                    <a:pt x="5829039" y="135940"/>
                  </a:lnTo>
                  <a:lnTo>
                    <a:pt x="5829147" y="135940"/>
                  </a:lnTo>
                  <a:lnTo>
                    <a:pt x="5829256" y="135940"/>
                  </a:lnTo>
                  <a:lnTo>
                    <a:pt x="5829364" y="135940"/>
                  </a:lnTo>
                  <a:lnTo>
                    <a:pt x="5829473" y="135940"/>
                  </a:lnTo>
                  <a:lnTo>
                    <a:pt x="5829581" y="135940"/>
                  </a:lnTo>
                  <a:lnTo>
                    <a:pt x="5829690" y="135940"/>
                  </a:lnTo>
                  <a:lnTo>
                    <a:pt x="5829798" y="135940"/>
                  </a:lnTo>
                  <a:lnTo>
                    <a:pt x="5829906" y="135940"/>
                  </a:lnTo>
                  <a:lnTo>
                    <a:pt x="5830015" y="135940"/>
                  </a:lnTo>
                  <a:lnTo>
                    <a:pt x="5830123" y="135940"/>
                  </a:lnTo>
                  <a:lnTo>
                    <a:pt x="5830232" y="135940"/>
                  </a:lnTo>
                  <a:lnTo>
                    <a:pt x="5830340" y="135940"/>
                  </a:lnTo>
                  <a:lnTo>
                    <a:pt x="5830449" y="135940"/>
                  </a:lnTo>
                  <a:lnTo>
                    <a:pt x="5830557" y="135940"/>
                  </a:lnTo>
                  <a:lnTo>
                    <a:pt x="5830666" y="135940"/>
                  </a:lnTo>
                  <a:lnTo>
                    <a:pt x="5830774" y="135940"/>
                  </a:lnTo>
                  <a:lnTo>
                    <a:pt x="5830882" y="135940"/>
                  </a:lnTo>
                  <a:lnTo>
                    <a:pt x="5830991" y="135940"/>
                  </a:lnTo>
                  <a:lnTo>
                    <a:pt x="5831099" y="135940"/>
                  </a:lnTo>
                  <a:lnTo>
                    <a:pt x="5831208" y="135940"/>
                  </a:lnTo>
                  <a:lnTo>
                    <a:pt x="5831316" y="135940"/>
                  </a:lnTo>
                  <a:lnTo>
                    <a:pt x="5831425" y="135940"/>
                  </a:lnTo>
                  <a:lnTo>
                    <a:pt x="5831533" y="135940"/>
                  </a:lnTo>
                  <a:lnTo>
                    <a:pt x="5831642" y="135940"/>
                  </a:lnTo>
                  <a:lnTo>
                    <a:pt x="5831750" y="135940"/>
                  </a:lnTo>
                  <a:lnTo>
                    <a:pt x="5831858" y="135940"/>
                  </a:lnTo>
                  <a:lnTo>
                    <a:pt x="5831967" y="135940"/>
                  </a:lnTo>
                  <a:lnTo>
                    <a:pt x="5832075" y="135940"/>
                  </a:lnTo>
                  <a:lnTo>
                    <a:pt x="5832184" y="135940"/>
                  </a:lnTo>
                  <a:lnTo>
                    <a:pt x="5832292" y="135940"/>
                  </a:lnTo>
                  <a:lnTo>
                    <a:pt x="5832401" y="135940"/>
                  </a:lnTo>
                  <a:lnTo>
                    <a:pt x="5832509" y="135940"/>
                  </a:lnTo>
                  <a:lnTo>
                    <a:pt x="5832509" y="135317"/>
                  </a:lnTo>
                  <a:lnTo>
                    <a:pt x="5832618" y="135317"/>
                  </a:lnTo>
                  <a:lnTo>
                    <a:pt x="5832726" y="135317"/>
                  </a:lnTo>
                  <a:lnTo>
                    <a:pt x="5832835" y="135317"/>
                  </a:lnTo>
                  <a:lnTo>
                    <a:pt x="5832943" y="135317"/>
                  </a:lnTo>
                  <a:lnTo>
                    <a:pt x="5833051" y="135317"/>
                  </a:lnTo>
                  <a:lnTo>
                    <a:pt x="5833160" y="135317"/>
                  </a:lnTo>
                  <a:lnTo>
                    <a:pt x="5833268" y="135317"/>
                  </a:lnTo>
                  <a:lnTo>
                    <a:pt x="5833377" y="135317"/>
                  </a:lnTo>
                  <a:lnTo>
                    <a:pt x="5833485" y="135317"/>
                  </a:lnTo>
                  <a:lnTo>
                    <a:pt x="5833594" y="135317"/>
                  </a:lnTo>
                  <a:lnTo>
                    <a:pt x="5833702" y="135317"/>
                  </a:lnTo>
                  <a:lnTo>
                    <a:pt x="5833811" y="135317"/>
                  </a:lnTo>
                  <a:lnTo>
                    <a:pt x="5833919" y="135317"/>
                  </a:lnTo>
                  <a:lnTo>
                    <a:pt x="5834027" y="135317"/>
                  </a:lnTo>
                  <a:lnTo>
                    <a:pt x="5834136" y="135317"/>
                  </a:lnTo>
                  <a:lnTo>
                    <a:pt x="5834244" y="135317"/>
                  </a:lnTo>
                  <a:lnTo>
                    <a:pt x="5834353" y="135317"/>
                  </a:lnTo>
                  <a:lnTo>
                    <a:pt x="5834461" y="135317"/>
                  </a:lnTo>
                  <a:lnTo>
                    <a:pt x="5834570" y="135317"/>
                  </a:lnTo>
                  <a:lnTo>
                    <a:pt x="5834678" y="135317"/>
                  </a:lnTo>
                  <a:lnTo>
                    <a:pt x="5834787" y="135317"/>
                  </a:lnTo>
                  <a:lnTo>
                    <a:pt x="5834895" y="135317"/>
                  </a:lnTo>
                  <a:lnTo>
                    <a:pt x="5834895" y="134693"/>
                  </a:lnTo>
                  <a:lnTo>
                    <a:pt x="5835003" y="134693"/>
                  </a:lnTo>
                  <a:lnTo>
                    <a:pt x="5835112" y="134693"/>
                  </a:lnTo>
                  <a:lnTo>
                    <a:pt x="5835220" y="134693"/>
                  </a:lnTo>
                  <a:lnTo>
                    <a:pt x="5835329" y="134693"/>
                  </a:lnTo>
                  <a:lnTo>
                    <a:pt x="5835437" y="134693"/>
                  </a:lnTo>
                  <a:lnTo>
                    <a:pt x="5835546" y="134693"/>
                  </a:lnTo>
                  <a:lnTo>
                    <a:pt x="5835546" y="134070"/>
                  </a:lnTo>
                  <a:lnTo>
                    <a:pt x="5835654" y="134070"/>
                  </a:lnTo>
                  <a:lnTo>
                    <a:pt x="5835763" y="134070"/>
                  </a:lnTo>
                  <a:lnTo>
                    <a:pt x="5835871" y="134070"/>
                  </a:lnTo>
                  <a:lnTo>
                    <a:pt x="5835979" y="134070"/>
                  </a:lnTo>
                  <a:lnTo>
                    <a:pt x="5836088" y="134070"/>
                  </a:lnTo>
                  <a:lnTo>
                    <a:pt x="5836196" y="134070"/>
                  </a:lnTo>
                  <a:lnTo>
                    <a:pt x="5836305" y="134070"/>
                  </a:lnTo>
                  <a:lnTo>
                    <a:pt x="5836413" y="134070"/>
                  </a:lnTo>
                  <a:lnTo>
                    <a:pt x="5836522" y="134070"/>
                  </a:lnTo>
                  <a:lnTo>
                    <a:pt x="5836630" y="134070"/>
                  </a:lnTo>
                  <a:lnTo>
                    <a:pt x="5836739" y="134070"/>
                  </a:lnTo>
                  <a:lnTo>
                    <a:pt x="5836847" y="134070"/>
                  </a:lnTo>
                  <a:lnTo>
                    <a:pt x="5836956" y="134070"/>
                  </a:lnTo>
                  <a:lnTo>
                    <a:pt x="5837064" y="134070"/>
                  </a:lnTo>
                  <a:lnTo>
                    <a:pt x="5837172" y="134070"/>
                  </a:lnTo>
                  <a:lnTo>
                    <a:pt x="5837281" y="134070"/>
                  </a:lnTo>
                  <a:lnTo>
                    <a:pt x="5837389" y="134070"/>
                  </a:lnTo>
                  <a:lnTo>
                    <a:pt x="5837498" y="134070"/>
                  </a:lnTo>
                  <a:lnTo>
                    <a:pt x="5837606" y="134070"/>
                  </a:lnTo>
                  <a:lnTo>
                    <a:pt x="5837715" y="134070"/>
                  </a:lnTo>
                  <a:lnTo>
                    <a:pt x="5837823" y="134070"/>
                  </a:lnTo>
                  <a:lnTo>
                    <a:pt x="5837932" y="134070"/>
                  </a:lnTo>
                  <a:lnTo>
                    <a:pt x="5838040" y="134070"/>
                  </a:lnTo>
                  <a:lnTo>
                    <a:pt x="5838148" y="134070"/>
                  </a:lnTo>
                  <a:lnTo>
                    <a:pt x="5838257" y="134070"/>
                  </a:lnTo>
                  <a:lnTo>
                    <a:pt x="5838365" y="134070"/>
                  </a:lnTo>
                  <a:lnTo>
                    <a:pt x="5838474" y="134070"/>
                  </a:lnTo>
                  <a:lnTo>
                    <a:pt x="5838582" y="134070"/>
                  </a:lnTo>
                  <a:lnTo>
                    <a:pt x="5838691" y="134070"/>
                  </a:lnTo>
                  <a:lnTo>
                    <a:pt x="5838799" y="134070"/>
                  </a:lnTo>
                  <a:lnTo>
                    <a:pt x="5838908" y="134070"/>
                  </a:lnTo>
                  <a:lnTo>
                    <a:pt x="5839016" y="134070"/>
                  </a:lnTo>
                  <a:lnTo>
                    <a:pt x="5839124" y="134070"/>
                  </a:lnTo>
                  <a:lnTo>
                    <a:pt x="5839233" y="134070"/>
                  </a:lnTo>
                  <a:lnTo>
                    <a:pt x="5839341" y="134070"/>
                  </a:lnTo>
                  <a:lnTo>
                    <a:pt x="5839450" y="134070"/>
                  </a:lnTo>
                  <a:lnTo>
                    <a:pt x="5839558" y="134070"/>
                  </a:lnTo>
                  <a:lnTo>
                    <a:pt x="5839667" y="134070"/>
                  </a:lnTo>
                  <a:lnTo>
                    <a:pt x="5839775" y="134070"/>
                  </a:lnTo>
                  <a:lnTo>
                    <a:pt x="5839884" y="134070"/>
                  </a:lnTo>
                  <a:lnTo>
                    <a:pt x="5839992" y="134070"/>
                  </a:lnTo>
                  <a:lnTo>
                    <a:pt x="5840100" y="134070"/>
                  </a:lnTo>
                  <a:lnTo>
                    <a:pt x="5840209" y="134070"/>
                  </a:lnTo>
                  <a:lnTo>
                    <a:pt x="5840317" y="134070"/>
                  </a:lnTo>
                  <a:lnTo>
                    <a:pt x="5840426" y="134070"/>
                  </a:lnTo>
                  <a:lnTo>
                    <a:pt x="5840534" y="134070"/>
                  </a:lnTo>
                  <a:lnTo>
                    <a:pt x="5840534" y="133446"/>
                  </a:lnTo>
                  <a:lnTo>
                    <a:pt x="5840643" y="133446"/>
                  </a:lnTo>
                  <a:lnTo>
                    <a:pt x="5840751" y="133446"/>
                  </a:lnTo>
                  <a:lnTo>
                    <a:pt x="5840860" y="133446"/>
                  </a:lnTo>
                  <a:lnTo>
                    <a:pt x="5840968" y="133446"/>
                  </a:lnTo>
                  <a:lnTo>
                    <a:pt x="5841077" y="133446"/>
                  </a:lnTo>
                  <a:lnTo>
                    <a:pt x="5841185" y="133446"/>
                  </a:lnTo>
                  <a:lnTo>
                    <a:pt x="5841293" y="133446"/>
                  </a:lnTo>
                  <a:lnTo>
                    <a:pt x="5841402" y="133446"/>
                  </a:lnTo>
                  <a:lnTo>
                    <a:pt x="5841510" y="133446"/>
                  </a:lnTo>
                  <a:lnTo>
                    <a:pt x="5841619" y="133446"/>
                  </a:lnTo>
                  <a:lnTo>
                    <a:pt x="5841727" y="133446"/>
                  </a:lnTo>
                  <a:lnTo>
                    <a:pt x="5841727" y="132823"/>
                  </a:lnTo>
                  <a:lnTo>
                    <a:pt x="5841836" y="132823"/>
                  </a:lnTo>
                  <a:lnTo>
                    <a:pt x="5841944" y="132823"/>
                  </a:lnTo>
                  <a:lnTo>
                    <a:pt x="5842053" y="132823"/>
                  </a:lnTo>
                  <a:lnTo>
                    <a:pt x="5842161" y="132823"/>
                  </a:lnTo>
                  <a:lnTo>
                    <a:pt x="5842269" y="132823"/>
                  </a:lnTo>
                  <a:lnTo>
                    <a:pt x="5842378" y="132823"/>
                  </a:lnTo>
                  <a:lnTo>
                    <a:pt x="5842486" y="132823"/>
                  </a:lnTo>
                  <a:lnTo>
                    <a:pt x="5842595" y="132823"/>
                  </a:lnTo>
                  <a:lnTo>
                    <a:pt x="5842703" y="132823"/>
                  </a:lnTo>
                  <a:lnTo>
                    <a:pt x="5842812" y="132823"/>
                  </a:lnTo>
                  <a:lnTo>
                    <a:pt x="5842920" y="132823"/>
                  </a:lnTo>
                  <a:lnTo>
                    <a:pt x="5843029" y="132823"/>
                  </a:lnTo>
                  <a:lnTo>
                    <a:pt x="5843137" y="132823"/>
                  </a:lnTo>
                  <a:lnTo>
                    <a:pt x="5843245" y="132823"/>
                  </a:lnTo>
                  <a:lnTo>
                    <a:pt x="5843354" y="132823"/>
                  </a:lnTo>
                  <a:lnTo>
                    <a:pt x="5843462" y="132823"/>
                  </a:lnTo>
                  <a:lnTo>
                    <a:pt x="5843571" y="132823"/>
                  </a:lnTo>
                  <a:lnTo>
                    <a:pt x="5843679" y="132823"/>
                  </a:lnTo>
                  <a:lnTo>
                    <a:pt x="5843788" y="132823"/>
                  </a:lnTo>
                  <a:lnTo>
                    <a:pt x="5843896" y="132823"/>
                  </a:lnTo>
                  <a:lnTo>
                    <a:pt x="5844005" y="132823"/>
                  </a:lnTo>
                  <a:lnTo>
                    <a:pt x="5844113" y="132823"/>
                  </a:lnTo>
                  <a:lnTo>
                    <a:pt x="5844221" y="132823"/>
                  </a:lnTo>
                  <a:lnTo>
                    <a:pt x="5844330" y="132823"/>
                  </a:lnTo>
                  <a:lnTo>
                    <a:pt x="5844438" y="132823"/>
                  </a:lnTo>
                  <a:lnTo>
                    <a:pt x="5844547" y="132823"/>
                  </a:lnTo>
                  <a:lnTo>
                    <a:pt x="5844655" y="132823"/>
                  </a:lnTo>
                  <a:lnTo>
                    <a:pt x="5844655" y="132199"/>
                  </a:lnTo>
                  <a:lnTo>
                    <a:pt x="5844764" y="132199"/>
                  </a:lnTo>
                  <a:lnTo>
                    <a:pt x="5844872" y="132199"/>
                  </a:lnTo>
                  <a:lnTo>
                    <a:pt x="5844981" y="132199"/>
                  </a:lnTo>
                  <a:lnTo>
                    <a:pt x="5845089" y="132199"/>
                  </a:lnTo>
                  <a:lnTo>
                    <a:pt x="5845198" y="132199"/>
                  </a:lnTo>
                  <a:lnTo>
                    <a:pt x="5845306" y="132199"/>
                  </a:lnTo>
                  <a:lnTo>
                    <a:pt x="5845414" y="132199"/>
                  </a:lnTo>
                  <a:lnTo>
                    <a:pt x="5845523" y="132199"/>
                  </a:lnTo>
                  <a:lnTo>
                    <a:pt x="5845631" y="132199"/>
                  </a:lnTo>
                  <a:lnTo>
                    <a:pt x="5845740" y="132199"/>
                  </a:lnTo>
                  <a:lnTo>
                    <a:pt x="5845740" y="131575"/>
                  </a:lnTo>
                  <a:lnTo>
                    <a:pt x="5845848" y="131575"/>
                  </a:lnTo>
                  <a:lnTo>
                    <a:pt x="5845957" y="131575"/>
                  </a:lnTo>
                  <a:lnTo>
                    <a:pt x="5846065" y="131575"/>
                  </a:lnTo>
                  <a:lnTo>
                    <a:pt x="5846174" y="131575"/>
                  </a:lnTo>
                  <a:lnTo>
                    <a:pt x="5846282" y="131575"/>
                  </a:lnTo>
                  <a:lnTo>
                    <a:pt x="5846282" y="130952"/>
                  </a:lnTo>
                  <a:lnTo>
                    <a:pt x="5846390" y="130952"/>
                  </a:lnTo>
                  <a:lnTo>
                    <a:pt x="5846499" y="130952"/>
                  </a:lnTo>
                  <a:lnTo>
                    <a:pt x="5846607" y="130952"/>
                  </a:lnTo>
                  <a:lnTo>
                    <a:pt x="5846716" y="130952"/>
                  </a:lnTo>
                  <a:lnTo>
                    <a:pt x="5846824" y="130952"/>
                  </a:lnTo>
                  <a:lnTo>
                    <a:pt x="5846933" y="130952"/>
                  </a:lnTo>
                  <a:lnTo>
                    <a:pt x="5847041" y="130952"/>
                  </a:lnTo>
                  <a:lnTo>
                    <a:pt x="5847150" y="130952"/>
                  </a:lnTo>
                  <a:lnTo>
                    <a:pt x="5847258" y="130952"/>
                  </a:lnTo>
                  <a:lnTo>
                    <a:pt x="5847366" y="130952"/>
                  </a:lnTo>
                  <a:lnTo>
                    <a:pt x="5847475" y="130952"/>
                  </a:lnTo>
                  <a:lnTo>
                    <a:pt x="5847583" y="130952"/>
                  </a:lnTo>
                  <a:lnTo>
                    <a:pt x="5847692" y="130952"/>
                  </a:lnTo>
                  <a:lnTo>
                    <a:pt x="5847800" y="130952"/>
                  </a:lnTo>
                  <a:lnTo>
                    <a:pt x="5847909" y="130952"/>
                  </a:lnTo>
                  <a:lnTo>
                    <a:pt x="5848017" y="130952"/>
                  </a:lnTo>
                  <a:lnTo>
                    <a:pt x="5848126" y="130952"/>
                  </a:lnTo>
                  <a:lnTo>
                    <a:pt x="5848234" y="130952"/>
                  </a:lnTo>
                  <a:lnTo>
                    <a:pt x="5848342" y="130952"/>
                  </a:lnTo>
                  <a:lnTo>
                    <a:pt x="5848451" y="130952"/>
                  </a:lnTo>
                  <a:lnTo>
                    <a:pt x="5848559" y="130952"/>
                  </a:lnTo>
                  <a:lnTo>
                    <a:pt x="5848668" y="130952"/>
                  </a:lnTo>
                  <a:lnTo>
                    <a:pt x="5848776" y="130952"/>
                  </a:lnTo>
                  <a:lnTo>
                    <a:pt x="5848885" y="130952"/>
                  </a:lnTo>
                  <a:lnTo>
                    <a:pt x="5848993" y="130952"/>
                  </a:lnTo>
                  <a:lnTo>
                    <a:pt x="5849102" y="130952"/>
                  </a:lnTo>
                  <a:lnTo>
                    <a:pt x="5849210" y="130952"/>
                  </a:lnTo>
                  <a:lnTo>
                    <a:pt x="5849319" y="130952"/>
                  </a:lnTo>
                  <a:lnTo>
                    <a:pt x="5849427" y="130952"/>
                  </a:lnTo>
                  <a:lnTo>
                    <a:pt x="5849535" y="130952"/>
                  </a:lnTo>
                  <a:lnTo>
                    <a:pt x="5849644" y="130952"/>
                  </a:lnTo>
                  <a:lnTo>
                    <a:pt x="5849752" y="130952"/>
                  </a:lnTo>
                  <a:lnTo>
                    <a:pt x="5849861" y="130952"/>
                  </a:lnTo>
                  <a:lnTo>
                    <a:pt x="5849969" y="130952"/>
                  </a:lnTo>
                  <a:lnTo>
                    <a:pt x="5850078" y="130952"/>
                  </a:lnTo>
                  <a:lnTo>
                    <a:pt x="5850186" y="130952"/>
                  </a:lnTo>
                  <a:lnTo>
                    <a:pt x="5850295" y="130952"/>
                  </a:lnTo>
                  <a:lnTo>
                    <a:pt x="5850403" y="130952"/>
                  </a:lnTo>
                  <a:lnTo>
                    <a:pt x="5850511" y="130952"/>
                  </a:lnTo>
                  <a:lnTo>
                    <a:pt x="5850620" y="130952"/>
                  </a:lnTo>
                  <a:lnTo>
                    <a:pt x="5850728" y="130952"/>
                  </a:lnTo>
                  <a:lnTo>
                    <a:pt x="5850837" y="130952"/>
                  </a:lnTo>
                  <a:lnTo>
                    <a:pt x="5850945" y="130952"/>
                  </a:lnTo>
                  <a:lnTo>
                    <a:pt x="5851054" y="130952"/>
                  </a:lnTo>
                  <a:lnTo>
                    <a:pt x="5851162" y="130952"/>
                  </a:lnTo>
                  <a:lnTo>
                    <a:pt x="5851271" y="130952"/>
                  </a:lnTo>
                  <a:lnTo>
                    <a:pt x="5851379" y="130952"/>
                  </a:lnTo>
                  <a:lnTo>
                    <a:pt x="5851487" y="130952"/>
                  </a:lnTo>
                  <a:lnTo>
                    <a:pt x="5851596" y="130952"/>
                  </a:lnTo>
                  <a:lnTo>
                    <a:pt x="5851704" y="130952"/>
                  </a:lnTo>
                  <a:lnTo>
                    <a:pt x="5851813" y="130952"/>
                  </a:lnTo>
                  <a:lnTo>
                    <a:pt x="5851921" y="130952"/>
                  </a:lnTo>
                  <a:lnTo>
                    <a:pt x="5852030" y="130952"/>
                  </a:lnTo>
                  <a:lnTo>
                    <a:pt x="5852138" y="130952"/>
                  </a:lnTo>
                  <a:lnTo>
                    <a:pt x="5852247" y="130952"/>
                  </a:lnTo>
                  <a:lnTo>
                    <a:pt x="5852355" y="130952"/>
                  </a:lnTo>
                  <a:lnTo>
                    <a:pt x="5852463" y="130952"/>
                  </a:lnTo>
                  <a:lnTo>
                    <a:pt x="5852572" y="130952"/>
                  </a:lnTo>
                  <a:lnTo>
                    <a:pt x="5852680" y="130952"/>
                  </a:lnTo>
                  <a:lnTo>
                    <a:pt x="5852789" y="130952"/>
                  </a:lnTo>
                  <a:lnTo>
                    <a:pt x="5852789" y="130328"/>
                  </a:lnTo>
                  <a:lnTo>
                    <a:pt x="5852897" y="130328"/>
                  </a:lnTo>
                  <a:lnTo>
                    <a:pt x="5853006" y="130328"/>
                  </a:lnTo>
                  <a:lnTo>
                    <a:pt x="5853114" y="130328"/>
                  </a:lnTo>
                  <a:lnTo>
                    <a:pt x="5853223" y="130328"/>
                  </a:lnTo>
                  <a:lnTo>
                    <a:pt x="5853331" y="130328"/>
                  </a:lnTo>
                  <a:lnTo>
                    <a:pt x="5853439" y="130328"/>
                  </a:lnTo>
                  <a:lnTo>
                    <a:pt x="5853548" y="130328"/>
                  </a:lnTo>
                  <a:lnTo>
                    <a:pt x="5853656" y="130328"/>
                  </a:lnTo>
                  <a:lnTo>
                    <a:pt x="5853765" y="130328"/>
                  </a:lnTo>
                  <a:lnTo>
                    <a:pt x="5853873" y="130328"/>
                  </a:lnTo>
                  <a:lnTo>
                    <a:pt x="5853982" y="130328"/>
                  </a:lnTo>
                  <a:lnTo>
                    <a:pt x="5854090" y="130328"/>
                  </a:lnTo>
                  <a:lnTo>
                    <a:pt x="5854090" y="129705"/>
                  </a:lnTo>
                  <a:lnTo>
                    <a:pt x="5854090" y="129081"/>
                  </a:lnTo>
                  <a:lnTo>
                    <a:pt x="5854199" y="129081"/>
                  </a:lnTo>
                  <a:lnTo>
                    <a:pt x="5854307" y="129081"/>
                  </a:lnTo>
                  <a:lnTo>
                    <a:pt x="5854416" y="129081"/>
                  </a:lnTo>
                  <a:lnTo>
                    <a:pt x="5854524" y="129081"/>
                  </a:lnTo>
                  <a:lnTo>
                    <a:pt x="5854524" y="128457"/>
                  </a:lnTo>
                  <a:lnTo>
                    <a:pt x="5854632" y="128457"/>
                  </a:lnTo>
                  <a:lnTo>
                    <a:pt x="5854741" y="128457"/>
                  </a:lnTo>
                  <a:lnTo>
                    <a:pt x="5854849" y="128457"/>
                  </a:lnTo>
                  <a:lnTo>
                    <a:pt x="5854958" y="128457"/>
                  </a:lnTo>
                  <a:lnTo>
                    <a:pt x="5855066" y="128457"/>
                  </a:lnTo>
                  <a:lnTo>
                    <a:pt x="5855175" y="128457"/>
                  </a:lnTo>
                  <a:lnTo>
                    <a:pt x="5855283" y="128457"/>
                  </a:lnTo>
                  <a:lnTo>
                    <a:pt x="5855392" y="128457"/>
                  </a:lnTo>
                  <a:lnTo>
                    <a:pt x="5855500" y="128457"/>
                  </a:lnTo>
                  <a:lnTo>
                    <a:pt x="5855500" y="127834"/>
                  </a:lnTo>
                  <a:lnTo>
                    <a:pt x="5855608" y="127834"/>
                  </a:lnTo>
                  <a:lnTo>
                    <a:pt x="5855608" y="127210"/>
                  </a:lnTo>
                  <a:lnTo>
                    <a:pt x="5855717" y="127210"/>
                  </a:lnTo>
                  <a:lnTo>
                    <a:pt x="5855825" y="127210"/>
                  </a:lnTo>
                  <a:lnTo>
                    <a:pt x="5855934" y="127210"/>
                  </a:lnTo>
                  <a:lnTo>
                    <a:pt x="5856042" y="127210"/>
                  </a:lnTo>
                  <a:lnTo>
                    <a:pt x="5856151" y="127210"/>
                  </a:lnTo>
                  <a:lnTo>
                    <a:pt x="5856259" y="127210"/>
                  </a:lnTo>
                  <a:lnTo>
                    <a:pt x="5856368" y="127210"/>
                  </a:lnTo>
                  <a:lnTo>
                    <a:pt x="5856476" y="127210"/>
                  </a:lnTo>
                  <a:lnTo>
                    <a:pt x="5856584" y="127210"/>
                  </a:lnTo>
                  <a:lnTo>
                    <a:pt x="5856693" y="127210"/>
                  </a:lnTo>
                  <a:lnTo>
                    <a:pt x="5856801" y="127210"/>
                  </a:lnTo>
                  <a:lnTo>
                    <a:pt x="5856910" y="127210"/>
                  </a:lnTo>
                  <a:lnTo>
                    <a:pt x="5857018" y="127210"/>
                  </a:lnTo>
                  <a:lnTo>
                    <a:pt x="5857127" y="127210"/>
                  </a:lnTo>
                  <a:lnTo>
                    <a:pt x="5857235" y="127210"/>
                  </a:lnTo>
                  <a:lnTo>
                    <a:pt x="5857344" y="127210"/>
                  </a:lnTo>
                  <a:lnTo>
                    <a:pt x="5857452" y="127210"/>
                  </a:lnTo>
                  <a:lnTo>
                    <a:pt x="5857560" y="127210"/>
                  </a:lnTo>
                  <a:lnTo>
                    <a:pt x="5857669" y="127210"/>
                  </a:lnTo>
                  <a:lnTo>
                    <a:pt x="5857777" y="127210"/>
                  </a:lnTo>
                  <a:lnTo>
                    <a:pt x="5857886" y="127210"/>
                  </a:lnTo>
                  <a:lnTo>
                    <a:pt x="5857994" y="127210"/>
                  </a:lnTo>
                  <a:lnTo>
                    <a:pt x="5858103" y="127210"/>
                  </a:lnTo>
                  <a:lnTo>
                    <a:pt x="5858211" y="127210"/>
                  </a:lnTo>
                  <a:lnTo>
                    <a:pt x="5858320" y="127210"/>
                  </a:lnTo>
                  <a:lnTo>
                    <a:pt x="5858428" y="127210"/>
                  </a:lnTo>
                  <a:lnTo>
                    <a:pt x="5858537" y="127210"/>
                  </a:lnTo>
                  <a:lnTo>
                    <a:pt x="5858645" y="127210"/>
                  </a:lnTo>
                  <a:lnTo>
                    <a:pt x="5858753" y="127210"/>
                  </a:lnTo>
                  <a:lnTo>
                    <a:pt x="5858862" y="127210"/>
                  </a:lnTo>
                  <a:lnTo>
                    <a:pt x="5858970" y="127210"/>
                  </a:lnTo>
                  <a:lnTo>
                    <a:pt x="5859079" y="127210"/>
                  </a:lnTo>
                  <a:lnTo>
                    <a:pt x="5859187" y="127210"/>
                  </a:lnTo>
                  <a:lnTo>
                    <a:pt x="5859296" y="127210"/>
                  </a:lnTo>
                  <a:lnTo>
                    <a:pt x="5859404" y="127210"/>
                  </a:lnTo>
                  <a:lnTo>
                    <a:pt x="5859513" y="127210"/>
                  </a:lnTo>
                  <a:lnTo>
                    <a:pt x="5859621" y="127210"/>
                  </a:lnTo>
                  <a:lnTo>
                    <a:pt x="5859729" y="127210"/>
                  </a:lnTo>
                  <a:lnTo>
                    <a:pt x="5859838" y="127210"/>
                  </a:lnTo>
                  <a:lnTo>
                    <a:pt x="5859946" y="127210"/>
                  </a:lnTo>
                  <a:lnTo>
                    <a:pt x="5860055" y="127210"/>
                  </a:lnTo>
                  <a:lnTo>
                    <a:pt x="5860163" y="127210"/>
                  </a:lnTo>
                  <a:lnTo>
                    <a:pt x="5860272" y="127210"/>
                  </a:lnTo>
                  <a:lnTo>
                    <a:pt x="5860380" y="127210"/>
                  </a:lnTo>
                  <a:lnTo>
                    <a:pt x="5860489" y="127210"/>
                  </a:lnTo>
                  <a:lnTo>
                    <a:pt x="5860597" y="127210"/>
                  </a:lnTo>
                  <a:lnTo>
                    <a:pt x="5860705" y="127210"/>
                  </a:lnTo>
                  <a:lnTo>
                    <a:pt x="5860814" y="127210"/>
                  </a:lnTo>
                  <a:lnTo>
                    <a:pt x="5860922" y="127210"/>
                  </a:lnTo>
                  <a:lnTo>
                    <a:pt x="5861031" y="127210"/>
                  </a:lnTo>
                  <a:lnTo>
                    <a:pt x="5861139" y="127210"/>
                  </a:lnTo>
                  <a:lnTo>
                    <a:pt x="5861248" y="127210"/>
                  </a:lnTo>
                  <a:lnTo>
                    <a:pt x="5861356" y="127210"/>
                  </a:lnTo>
                  <a:lnTo>
                    <a:pt x="5861465" y="127210"/>
                  </a:lnTo>
                  <a:lnTo>
                    <a:pt x="5861465" y="126587"/>
                  </a:lnTo>
                  <a:lnTo>
                    <a:pt x="5861573" y="126587"/>
                  </a:lnTo>
                  <a:lnTo>
                    <a:pt x="5861681" y="126587"/>
                  </a:lnTo>
                  <a:lnTo>
                    <a:pt x="5861790" y="126587"/>
                  </a:lnTo>
                  <a:lnTo>
                    <a:pt x="5861790" y="125963"/>
                  </a:lnTo>
                  <a:lnTo>
                    <a:pt x="5861898" y="125963"/>
                  </a:lnTo>
                  <a:lnTo>
                    <a:pt x="5862007" y="125963"/>
                  </a:lnTo>
                  <a:lnTo>
                    <a:pt x="5862115" y="125963"/>
                  </a:lnTo>
                  <a:lnTo>
                    <a:pt x="5862224" y="125963"/>
                  </a:lnTo>
                  <a:lnTo>
                    <a:pt x="5862332" y="125963"/>
                  </a:lnTo>
                  <a:lnTo>
                    <a:pt x="5862441" y="125963"/>
                  </a:lnTo>
                  <a:lnTo>
                    <a:pt x="5862549" y="125963"/>
                  </a:lnTo>
                  <a:lnTo>
                    <a:pt x="5862658" y="125963"/>
                  </a:lnTo>
                  <a:lnTo>
                    <a:pt x="5862766" y="125963"/>
                  </a:lnTo>
                  <a:lnTo>
                    <a:pt x="5862766" y="125340"/>
                  </a:lnTo>
                  <a:lnTo>
                    <a:pt x="5862874" y="125340"/>
                  </a:lnTo>
                  <a:lnTo>
                    <a:pt x="5862983" y="125340"/>
                  </a:lnTo>
                  <a:lnTo>
                    <a:pt x="5863091" y="125340"/>
                  </a:lnTo>
                  <a:lnTo>
                    <a:pt x="5863200" y="125340"/>
                  </a:lnTo>
                  <a:lnTo>
                    <a:pt x="5863308" y="125340"/>
                  </a:lnTo>
                  <a:lnTo>
                    <a:pt x="5863417" y="125340"/>
                  </a:lnTo>
                  <a:lnTo>
                    <a:pt x="5863525" y="125340"/>
                  </a:lnTo>
                  <a:lnTo>
                    <a:pt x="5863634" y="125340"/>
                  </a:lnTo>
                  <a:lnTo>
                    <a:pt x="5863742" y="125340"/>
                  </a:lnTo>
                  <a:lnTo>
                    <a:pt x="5863850" y="125340"/>
                  </a:lnTo>
                  <a:lnTo>
                    <a:pt x="5863959" y="125340"/>
                  </a:lnTo>
                  <a:lnTo>
                    <a:pt x="5864067" y="125340"/>
                  </a:lnTo>
                  <a:lnTo>
                    <a:pt x="5864176" y="125340"/>
                  </a:lnTo>
                  <a:lnTo>
                    <a:pt x="5864284" y="125340"/>
                  </a:lnTo>
                  <a:lnTo>
                    <a:pt x="5864393" y="125340"/>
                  </a:lnTo>
                  <a:lnTo>
                    <a:pt x="5864501" y="125340"/>
                  </a:lnTo>
                  <a:lnTo>
                    <a:pt x="5864610" y="125340"/>
                  </a:lnTo>
                  <a:lnTo>
                    <a:pt x="5864718" y="125340"/>
                  </a:lnTo>
                  <a:lnTo>
                    <a:pt x="5864826" y="125340"/>
                  </a:lnTo>
                  <a:lnTo>
                    <a:pt x="5864935" y="125340"/>
                  </a:lnTo>
                  <a:lnTo>
                    <a:pt x="5865043" y="125340"/>
                  </a:lnTo>
                  <a:lnTo>
                    <a:pt x="5865152" y="125340"/>
                  </a:lnTo>
                  <a:lnTo>
                    <a:pt x="5865260" y="125340"/>
                  </a:lnTo>
                  <a:lnTo>
                    <a:pt x="5865369" y="125340"/>
                  </a:lnTo>
                  <a:lnTo>
                    <a:pt x="5865477" y="125340"/>
                  </a:lnTo>
                  <a:lnTo>
                    <a:pt x="5865586" y="125340"/>
                  </a:lnTo>
                  <a:lnTo>
                    <a:pt x="5865694" y="125340"/>
                  </a:lnTo>
                  <a:lnTo>
                    <a:pt x="5865802" y="125340"/>
                  </a:lnTo>
                  <a:lnTo>
                    <a:pt x="5865911" y="125340"/>
                  </a:lnTo>
                  <a:lnTo>
                    <a:pt x="5866019" y="125340"/>
                  </a:lnTo>
                  <a:lnTo>
                    <a:pt x="5866128" y="125340"/>
                  </a:lnTo>
                  <a:lnTo>
                    <a:pt x="5866236" y="125340"/>
                  </a:lnTo>
                  <a:lnTo>
                    <a:pt x="5866345" y="125340"/>
                  </a:lnTo>
                  <a:lnTo>
                    <a:pt x="5866453" y="125340"/>
                  </a:lnTo>
                  <a:lnTo>
                    <a:pt x="5866562" y="125340"/>
                  </a:lnTo>
                  <a:lnTo>
                    <a:pt x="5866670" y="125340"/>
                  </a:lnTo>
                  <a:lnTo>
                    <a:pt x="5866779" y="125340"/>
                  </a:lnTo>
                  <a:lnTo>
                    <a:pt x="5866887" y="125340"/>
                  </a:lnTo>
                  <a:lnTo>
                    <a:pt x="5866995" y="125340"/>
                  </a:lnTo>
                  <a:lnTo>
                    <a:pt x="5867104" y="125340"/>
                  </a:lnTo>
                  <a:lnTo>
                    <a:pt x="5867212" y="125340"/>
                  </a:lnTo>
                  <a:lnTo>
                    <a:pt x="5867321" y="125340"/>
                  </a:lnTo>
                  <a:lnTo>
                    <a:pt x="5867429" y="125340"/>
                  </a:lnTo>
                  <a:lnTo>
                    <a:pt x="5867538" y="125340"/>
                  </a:lnTo>
                  <a:lnTo>
                    <a:pt x="5867646" y="125340"/>
                  </a:lnTo>
                  <a:lnTo>
                    <a:pt x="5867755" y="125340"/>
                  </a:lnTo>
                  <a:lnTo>
                    <a:pt x="5867863" y="125340"/>
                  </a:lnTo>
                  <a:lnTo>
                    <a:pt x="5867971" y="125340"/>
                  </a:lnTo>
                  <a:lnTo>
                    <a:pt x="5868080" y="125340"/>
                  </a:lnTo>
                  <a:lnTo>
                    <a:pt x="5868188" y="125340"/>
                  </a:lnTo>
                  <a:lnTo>
                    <a:pt x="5868297" y="125340"/>
                  </a:lnTo>
                  <a:lnTo>
                    <a:pt x="5868405" y="125340"/>
                  </a:lnTo>
                  <a:lnTo>
                    <a:pt x="5868514" y="125340"/>
                  </a:lnTo>
                  <a:lnTo>
                    <a:pt x="5868622" y="125340"/>
                  </a:lnTo>
                  <a:lnTo>
                    <a:pt x="5868731" y="125340"/>
                  </a:lnTo>
                  <a:lnTo>
                    <a:pt x="5868839" y="125340"/>
                  </a:lnTo>
                  <a:lnTo>
                    <a:pt x="5868947" y="125340"/>
                  </a:lnTo>
                  <a:lnTo>
                    <a:pt x="5869056" y="125340"/>
                  </a:lnTo>
                  <a:lnTo>
                    <a:pt x="5869164" y="125340"/>
                  </a:lnTo>
                  <a:lnTo>
                    <a:pt x="5869273" y="125340"/>
                  </a:lnTo>
                  <a:lnTo>
                    <a:pt x="5869381" y="125340"/>
                  </a:lnTo>
                  <a:lnTo>
                    <a:pt x="5869490" y="125340"/>
                  </a:lnTo>
                  <a:lnTo>
                    <a:pt x="5869598" y="125340"/>
                  </a:lnTo>
                  <a:lnTo>
                    <a:pt x="5869707" y="125340"/>
                  </a:lnTo>
                  <a:lnTo>
                    <a:pt x="5869815" y="125340"/>
                  </a:lnTo>
                  <a:lnTo>
                    <a:pt x="5869923" y="125340"/>
                  </a:lnTo>
                  <a:lnTo>
                    <a:pt x="5870032" y="125340"/>
                  </a:lnTo>
                  <a:lnTo>
                    <a:pt x="5870140" y="125340"/>
                  </a:lnTo>
                  <a:lnTo>
                    <a:pt x="5870249" y="125340"/>
                  </a:lnTo>
                  <a:lnTo>
                    <a:pt x="5870357" y="125340"/>
                  </a:lnTo>
                  <a:lnTo>
                    <a:pt x="5870466" y="125340"/>
                  </a:lnTo>
                  <a:lnTo>
                    <a:pt x="5870574" y="125340"/>
                  </a:lnTo>
                  <a:lnTo>
                    <a:pt x="5870683" y="125340"/>
                  </a:lnTo>
                  <a:lnTo>
                    <a:pt x="5870791" y="125340"/>
                  </a:lnTo>
                  <a:lnTo>
                    <a:pt x="5870900" y="125340"/>
                  </a:lnTo>
                  <a:lnTo>
                    <a:pt x="5871008" y="125340"/>
                  </a:lnTo>
                  <a:lnTo>
                    <a:pt x="5871116" y="125340"/>
                  </a:lnTo>
                  <a:lnTo>
                    <a:pt x="5871116" y="124716"/>
                  </a:lnTo>
                  <a:lnTo>
                    <a:pt x="5871225" y="124716"/>
                  </a:lnTo>
                  <a:lnTo>
                    <a:pt x="5871333" y="124716"/>
                  </a:lnTo>
                  <a:lnTo>
                    <a:pt x="5871442" y="124716"/>
                  </a:lnTo>
                  <a:lnTo>
                    <a:pt x="5871550" y="124716"/>
                  </a:lnTo>
                  <a:lnTo>
                    <a:pt x="5871659" y="124716"/>
                  </a:lnTo>
                  <a:lnTo>
                    <a:pt x="5871767" y="124716"/>
                  </a:lnTo>
                  <a:lnTo>
                    <a:pt x="5871876" y="124716"/>
                  </a:lnTo>
                  <a:lnTo>
                    <a:pt x="5871984" y="124716"/>
                  </a:lnTo>
                  <a:lnTo>
                    <a:pt x="5872092" y="124716"/>
                  </a:lnTo>
                  <a:lnTo>
                    <a:pt x="5872201" y="124716"/>
                  </a:lnTo>
                  <a:lnTo>
                    <a:pt x="5872309" y="124716"/>
                  </a:lnTo>
                  <a:lnTo>
                    <a:pt x="5872418" y="124716"/>
                  </a:lnTo>
                  <a:lnTo>
                    <a:pt x="5872526" y="124716"/>
                  </a:lnTo>
                  <a:lnTo>
                    <a:pt x="5872635" y="124716"/>
                  </a:lnTo>
                  <a:lnTo>
                    <a:pt x="5872743" y="124716"/>
                  </a:lnTo>
                  <a:lnTo>
                    <a:pt x="5872852" y="124716"/>
                  </a:lnTo>
                  <a:lnTo>
                    <a:pt x="5872960" y="124716"/>
                  </a:lnTo>
                  <a:lnTo>
                    <a:pt x="5873068" y="124716"/>
                  </a:lnTo>
                  <a:lnTo>
                    <a:pt x="5873177" y="124716"/>
                  </a:lnTo>
                  <a:lnTo>
                    <a:pt x="5873285" y="124716"/>
                  </a:lnTo>
                  <a:lnTo>
                    <a:pt x="5873394" y="124716"/>
                  </a:lnTo>
                  <a:lnTo>
                    <a:pt x="5873502" y="124716"/>
                  </a:lnTo>
                  <a:lnTo>
                    <a:pt x="5873611" y="124716"/>
                  </a:lnTo>
                  <a:lnTo>
                    <a:pt x="5873719" y="124716"/>
                  </a:lnTo>
                  <a:lnTo>
                    <a:pt x="5873828" y="124716"/>
                  </a:lnTo>
                  <a:lnTo>
                    <a:pt x="5873936" y="124716"/>
                  </a:lnTo>
                  <a:lnTo>
                    <a:pt x="5874044" y="124716"/>
                  </a:lnTo>
                  <a:lnTo>
                    <a:pt x="5874153" y="124716"/>
                  </a:lnTo>
                  <a:lnTo>
                    <a:pt x="5874261" y="124716"/>
                  </a:lnTo>
                  <a:lnTo>
                    <a:pt x="5874370" y="124716"/>
                  </a:lnTo>
                  <a:lnTo>
                    <a:pt x="5874478" y="124716"/>
                  </a:lnTo>
                  <a:lnTo>
                    <a:pt x="5874587" y="124716"/>
                  </a:lnTo>
                  <a:lnTo>
                    <a:pt x="5874695" y="124716"/>
                  </a:lnTo>
                  <a:lnTo>
                    <a:pt x="5874804" y="124716"/>
                  </a:lnTo>
                  <a:lnTo>
                    <a:pt x="5874912" y="124716"/>
                  </a:lnTo>
                  <a:lnTo>
                    <a:pt x="5875021" y="124716"/>
                  </a:lnTo>
                  <a:lnTo>
                    <a:pt x="5875129" y="124716"/>
                  </a:lnTo>
                  <a:lnTo>
                    <a:pt x="5875237" y="124716"/>
                  </a:lnTo>
                  <a:lnTo>
                    <a:pt x="5875346" y="124716"/>
                  </a:lnTo>
                  <a:lnTo>
                    <a:pt x="5875454" y="124716"/>
                  </a:lnTo>
                  <a:lnTo>
                    <a:pt x="5875563" y="124716"/>
                  </a:lnTo>
                  <a:lnTo>
                    <a:pt x="5875671" y="124716"/>
                  </a:lnTo>
                  <a:lnTo>
                    <a:pt x="5875780" y="124716"/>
                  </a:lnTo>
                  <a:lnTo>
                    <a:pt x="5875888" y="124716"/>
                  </a:lnTo>
                  <a:lnTo>
                    <a:pt x="5875997" y="124716"/>
                  </a:lnTo>
                  <a:lnTo>
                    <a:pt x="5876105" y="124716"/>
                  </a:lnTo>
                  <a:lnTo>
                    <a:pt x="5876213" y="124716"/>
                  </a:lnTo>
                  <a:lnTo>
                    <a:pt x="5876322" y="124716"/>
                  </a:lnTo>
                  <a:lnTo>
                    <a:pt x="5876430" y="124716"/>
                  </a:lnTo>
                  <a:lnTo>
                    <a:pt x="5876539" y="124716"/>
                  </a:lnTo>
                  <a:lnTo>
                    <a:pt x="5876647" y="124716"/>
                  </a:lnTo>
                  <a:lnTo>
                    <a:pt x="5876756" y="124716"/>
                  </a:lnTo>
                  <a:lnTo>
                    <a:pt x="5876864" y="124716"/>
                  </a:lnTo>
                  <a:lnTo>
                    <a:pt x="5876973" y="124716"/>
                  </a:lnTo>
                  <a:lnTo>
                    <a:pt x="5876973" y="124092"/>
                  </a:lnTo>
                  <a:lnTo>
                    <a:pt x="5877081" y="124092"/>
                  </a:lnTo>
                  <a:lnTo>
                    <a:pt x="5877189" y="124092"/>
                  </a:lnTo>
                  <a:lnTo>
                    <a:pt x="5877298" y="124092"/>
                  </a:lnTo>
                  <a:lnTo>
                    <a:pt x="5877406" y="124092"/>
                  </a:lnTo>
                  <a:lnTo>
                    <a:pt x="5877515" y="124092"/>
                  </a:lnTo>
                  <a:lnTo>
                    <a:pt x="5877623" y="124092"/>
                  </a:lnTo>
                  <a:lnTo>
                    <a:pt x="5877732" y="124092"/>
                  </a:lnTo>
                  <a:lnTo>
                    <a:pt x="5877840" y="124092"/>
                  </a:lnTo>
                  <a:lnTo>
                    <a:pt x="5877949" y="124092"/>
                  </a:lnTo>
                  <a:lnTo>
                    <a:pt x="5878057" y="124092"/>
                  </a:lnTo>
                  <a:lnTo>
                    <a:pt x="5878165" y="124092"/>
                  </a:lnTo>
                  <a:lnTo>
                    <a:pt x="5878274" y="124092"/>
                  </a:lnTo>
                  <a:lnTo>
                    <a:pt x="5878274" y="123469"/>
                  </a:lnTo>
                  <a:lnTo>
                    <a:pt x="5878382" y="123469"/>
                  </a:lnTo>
                  <a:lnTo>
                    <a:pt x="5878491" y="123469"/>
                  </a:lnTo>
                  <a:lnTo>
                    <a:pt x="5878599" y="123469"/>
                  </a:lnTo>
                  <a:lnTo>
                    <a:pt x="5878708" y="123469"/>
                  </a:lnTo>
                  <a:lnTo>
                    <a:pt x="5878816" y="123469"/>
                  </a:lnTo>
                  <a:lnTo>
                    <a:pt x="5878925" y="123469"/>
                  </a:lnTo>
                  <a:lnTo>
                    <a:pt x="5879033" y="123469"/>
                  </a:lnTo>
                  <a:lnTo>
                    <a:pt x="5879141" y="123469"/>
                  </a:lnTo>
                  <a:lnTo>
                    <a:pt x="5879250" y="123469"/>
                  </a:lnTo>
                  <a:lnTo>
                    <a:pt x="5879358" y="123469"/>
                  </a:lnTo>
                  <a:lnTo>
                    <a:pt x="5879467" y="123469"/>
                  </a:lnTo>
                  <a:lnTo>
                    <a:pt x="5879575" y="123469"/>
                  </a:lnTo>
                  <a:lnTo>
                    <a:pt x="5879684" y="123469"/>
                  </a:lnTo>
                  <a:lnTo>
                    <a:pt x="5879792" y="123469"/>
                  </a:lnTo>
                  <a:lnTo>
                    <a:pt x="5879901" y="123469"/>
                  </a:lnTo>
                  <a:lnTo>
                    <a:pt x="5880009" y="123469"/>
                  </a:lnTo>
                  <a:lnTo>
                    <a:pt x="5880118" y="123469"/>
                  </a:lnTo>
                  <a:lnTo>
                    <a:pt x="5880226" y="123469"/>
                  </a:lnTo>
                  <a:lnTo>
                    <a:pt x="5880334" y="123469"/>
                  </a:lnTo>
                  <a:lnTo>
                    <a:pt x="5880443" y="123469"/>
                  </a:lnTo>
                  <a:lnTo>
                    <a:pt x="5880551" y="123469"/>
                  </a:lnTo>
                  <a:lnTo>
                    <a:pt x="5880660" y="123469"/>
                  </a:lnTo>
                  <a:lnTo>
                    <a:pt x="5880768" y="123469"/>
                  </a:lnTo>
                  <a:lnTo>
                    <a:pt x="5880877" y="123469"/>
                  </a:lnTo>
                  <a:lnTo>
                    <a:pt x="5880985" y="123469"/>
                  </a:lnTo>
                  <a:lnTo>
                    <a:pt x="5881094" y="123469"/>
                  </a:lnTo>
                  <a:lnTo>
                    <a:pt x="5881202" y="123469"/>
                  </a:lnTo>
                  <a:lnTo>
                    <a:pt x="5881310" y="123469"/>
                  </a:lnTo>
                  <a:lnTo>
                    <a:pt x="5881419" y="123469"/>
                  </a:lnTo>
                  <a:lnTo>
                    <a:pt x="5881419" y="122845"/>
                  </a:lnTo>
                  <a:lnTo>
                    <a:pt x="5881527" y="122845"/>
                  </a:lnTo>
                  <a:lnTo>
                    <a:pt x="5881636" y="122845"/>
                  </a:lnTo>
                  <a:lnTo>
                    <a:pt x="5881744" y="122845"/>
                  </a:lnTo>
                  <a:lnTo>
                    <a:pt x="5881853" y="122845"/>
                  </a:lnTo>
                  <a:lnTo>
                    <a:pt x="5881961" y="122845"/>
                  </a:lnTo>
                  <a:lnTo>
                    <a:pt x="5882070" y="122845"/>
                  </a:lnTo>
                  <a:lnTo>
                    <a:pt x="5882178" y="122845"/>
                  </a:lnTo>
                  <a:lnTo>
                    <a:pt x="5882286" y="122845"/>
                  </a:lnTo>
                  <a:lnTo>
                    <a:pt x="5882395" y="122845"/>
                  </a:lnTo>
                  <a:lnTo>
                    <a:pt x="5882503" y="122845"/>
                  </a:lnTo>
                  <a:lnTo>
                    <a:pt x="5882612" y="122845"/>
                  </a:lnTo>
                  <a:lnTo>
                    <a:pt x="5882720" y="122845"/>
                  </a:lnTo>
                  <a:lnTo>
                    <a:pt x="5882829" y="122845"/>
                  </a:lnTo>
                  <a:lnTo>
                    <a:pt x="5882937" y="122845"/>
                  </a:lnTo>
                  <a:lnTo>
                    <a:pt x="5883046" y="122845"/>
                  </a:lnTo>
                  <a:lnTo>
                    <a:pt x="5883154" y="122845"/>
                  </a:lnTo>
                  <a:lnTo>
                    <a:pt x="5883262" y="122845"/>
                  </a:lnTo>
                  <a:lnTo>
                    <a:pt x="5883371" y="122845"/>
                  </a:lnTo>
                  <a:lnTo>
                    <a:pt x="5883371" y="122222"/>
                  </a:lnTo>
                  <a:lnTo>
                    <a:pt x="5883479" y="122222"/>
                  </a:lnTo>
                  <a:lnTo>
                    <a:pt x="5883588" y="122222"/>
                  </a:lnTo>
                  <a:lnTo>
                    <a:pt x="5883696" y="122222"/>
                  </a:lnTo>
                  <a:lnTo>
                    <a:pt x="5883805" y="122222"/>
                  </a:lnTo>
                  <a:lnTo>
                    <a:pt x="5883913" y="122222"/>
                  </a:lnTo>
                  <a:lnTo>
                    <a:pt x="5884022" y="122222"/>
                  </a:lnTo>
                  <a:lnTo>
                    <a:pt x="5884130" y="122222"/>
                  </a:lnTo>
                  <a:lnTo>
                    <a:pt x="5884239" y="122222"/>
                  </a:lnTo>
                  <a:lnTo>
                    <a:pt x="5884347" y="122222"/>
                  </a:lnTo>
                  <a:lnTo>
                    <a:pt x="5884455" y="122222"/>
                  </a:lnTo>
                  <a:lnTo>
                    <a:pt x="5884564" y="122222"/>
                  </a:lnTo>
                  <a:lnTo>
                    <a:pt x="5884672" y="122222"/>
                  </a:lnTo>
                  <a:lnTo>
                    <a:pt x="5884781" y="122222"/>
                  </a:lnTo>
                  <a:lnTo>
                    <a:pt x="5884889" y="122222"/>
                  </a:lnTo>
                  <a:lnTo>
                    <a:pt x="5884998" y="122222"/>
                  </a:lnTo>
                  <a:lnTo>
                    <a:pt x="5884998" y="121598"/>
                  </a:lnTo>
                  <a:lnTo>
                    <a:pt x="5885106" y="121598"/>
                  </a:lnTo>
                  <a:lnTo>
                    <a:pt x="5885215" y="121598"/>
                  </a:lnTo>
                  <a:lnTo>
                    <a:pt x="5885323" y="121598"/>
                  </a:lnTo>
                  <a:lnTo>
                    <a:pt x="5885431" y="121598"/>
                  </a:lnTo>
                  <a:lnTo>
                    <a:pt x="5885540" y="121598"/>
                  </a:lnTo>
                  <a:lnTo>
                    <a:pt x="5885648" y="121598"/>
                  </a:lnTo>
                  <a:lnTo>
                    <a:pt x="5885757" y="121598"/>
                  </a:lnTo>
                  <a:lnTo>
                    <a:pt x="5885865" y="121598"/>
                  </a:lnTo>
                  <a:lnTo>
                    <a:pt x="5885974" y="121598"/>
                  </a:lnTo>
                  <a:lnTo>
                    <a:pt x="5886082" y="121598"/>
                  </a:lnTo>
                  <a:lnTo>
                    <a:pt x="5886191" y="121598"/>
                  </a:lnTo>
                  <a:lnTo>
                    <a:pt x="5886299" y="121598"/>
                  </a:lnTo>
                  <a:lnTo>
                    <a:pt x="5886407" y="121598"/>
                  </a:lnTo>
                  <a:lnTo>
                    <a:pt x="5886516" y="121598"/>
                  </a:lnTo>
                  <a:lnTo>
                    <a:pt x="5886516" y="120974"/>
                  </a:lnTo>
                  <a:lnTo>
                    <a:pt x="5886624" y="120974"/>
                  </a:lnTo>
                  <a:lnTo>
                    <a:pt x="5886733" y="120974"/>
                  </a:lnTo>
                  <a:lnTo>
                    <a:pt x="5886841" y="120974"/>
                  </a:lnTo>
                  <a:lnTo>
                    <a:pt x="5886950" y="120974"/>
                  </a:lnTo>
                  <a:lnTo>
                    <a:pt x="5887058" y="120974"/>
                  </a:lnTo>
                  <a:lnTo>
                    <a:pt x="5887167" y="120974"/>
                  </a:lnTo>
                  <a:lnTo>
                    <a:pt x="5887275" y="120974"/>
                  </a:lnTo>
                  <a:lnTo>
                    <a:pt x="5887383" y="120974"/>
                  </a:lnTo>
                  <a:lnTo>
                    <a:pt x="5887492" y="120974"/>
                  </a:lnTo>
                  <a:lnTo>
                    <a:pt x="5887600" y="120974"/>
                  </a:lnTo>
                  <a:lnTo>
                    <a:pt x="5887709" y="120974"/>
                  </a:lnTo>
                  <a:lnTo>
                    <a:pt x="5887817" y="120974"/>
                  </a:lnTo>
                  <a:lnTo>
                    <a:pt x="5887926" y="120974"/>
                  </a:lnTo>
                  <a:lnTo>
                    <a:pt x="5888034" y="120974"/>
                  </a:lnTo>
                  <a:lnTo>
                    <a:pt x="5888143" y="120974"/>
                  </a:lnTo>
                  <a:lnTo>
                    <a:pt x="5888251" y="120974"/>
                  </a:lnTo>
                  <a:lnTo>
                    <a:pt x="5888360" y="120974"/>
                  </a:lnTo>
                  <a:lnTo>
                    <a:pt x="5888468" y="120974"/>
                  </a:lnTo>
                  <a:lnTo>
                    <a:pt x="5888576" y="120974"/>
                  </a:lnTo>
                  <a:lnTo>
                    <a:pt x="5888685" y="120974"/>
                  </a:lnTo>
                  <a:lnTo>
                    <a:pt x="5888793" y="120974"/>
                  </a:lnTo>
                  <a:lnTo>
                    <a:pt x="5888902" y="120974"/>
                  </a:lnTo>
                  <a:lnTo>
                    <a:pt x="5889010" y="120974"/>
                  </a:lnTo>
                  <a:lnTo>
                    <a:pt x="5889119" y="120974"/>
                  </a:lnTo>
                  <a:lnTo>
                    <a:pt x="5889227" y="120974"/>
                  </a:lnTo>
                  <a:lnTo>
                    <a:pt x="5889336" y="120974"/>
                  </a:lnTo>
                  <a:lnTo>
                    <a:pt x="5889444" y="120974"/>
                  </a:lnTo>
                  <a:lnTo>
                    <a:pt x="5889552" y="120974"/>
                  </a:lnTo>
                  <a:lnTo>
                    <a:pt x="5889661" y="120974"/>
                  </a:lnTo>
                  <a:lnTo>
                    <a:pt x="5889769" y="120974"/>
                  </a:lnTo>
                  <a:lnTo>
                    <a:pt x="5889878" y="120974"/>
                  </a:lnTo>
                  <a:lnTo>
                    <a:pt x="5889878" y="120351"/>
                  </a:lnTo>
                  <a:lnTo>
                    <a:pt x="5889986" y="120351"/>
                  </a:lnTo>
                  <a:lnTo>
                    <a:pt x="5890095" y="120351"/>
                  </a:lnTo>
                  <a:lnTo>
                    <a:pt x="5890203" y="120351"/>
                  </a:lnTo>
                  <a:lnTo>
                    <a:pt x="5890312" y="120351"/>
                  </a:lnTo>
                  <a:lnTo>
                    <a:pt x="5890420" y="120351"/>
                  </a:lnTo>
                  <a:lnTo>
                    <a:pt x="5890528" y="120351"/>
                  </a:lnTo>
                  <a:lnTo>
                    <a:pt x="5890637" y="120351"/>
                  </a:lnTo>
                  <a:lnTo>
                    <a:pt x="5890745" y="120351"/>
                  </a:lnTo>
                  <a:lnTo>
                    <a:pt x="5890854" y="120351"/>
                  </a:lnTo>
                  <a:lnTo>
                    <a:pt x="5890854" y="119727"/>
                  </a:lnTo>
                  <a:lnTo>
                    <a:pt x="5890962" y="119727"/>
                  </a:lnTo>
                  <a:lnTo>
                    <a:pt x="5891071" y="119727"/>
                  </a:lnTo>
                  <a:lnTo>
                    <a:pt x="5891179" y="119727"/>
                  </a:lnTo>
                  <a:lnTo>
                    <a:pt x="5891288" y="119727"/>
                  </a:lnTo>
                  <a:lnTo>
                    <a:pt x="5891396" y="119727"/>
                  </a:lnTo>
                  <a:lnTo>
                    <a:pt x="5891504" y="119727"/>
                  </a:lnTo>
                  <a:lnTo>
                    <a:pt x="5891613" y="119727"/>
                  </a:lnTo>
                  <a:lnTo>
                    <a:pt x="5891721" y="119727"/>
                  </a:lnTo>
                  <a:lnTo>
                    <a:pt x="5891830" y="119727"/>
                  </a:lnTo>
                  <a:lnTo>
                    <a:pt x="5891938" y="119727"/>
                  </a:lnTo>
                  <a:lnTo>
                    <a:pt x="5892047" y="119727"/>
                  </a:lnTo>
                  <a:lnTo>
                    <a:pt x="5892155" y="119727"/>
                  </a:lnTo>
                  <a:lnTo>
                    <a:pt x="5892264" y="119727"/>
                  </a:lnTo>
                  <a:lnTo>
                    <a:pt x="5892372" y="119727"/>
                  </a:lnTo>
                  <a:lnTo>
                    <a:pt x="5892481" y="119727"/>
                  </a:lnTo>
                  <a:lnTo>
                    <a:pt x="5892589" y="119727"/>
                  </a:lnTo>
                  <a:lnTo>
                    <a:pt x="5892697" y="119727"/>
                  </a:lnTo>
                  <a:lnTo>
                    <a:pt x="5892806" y="119727"/>
                  </a:lnTo>
                  <a:lnTo>
                    <a:pt x="5892914" y="119727"/>
                  </a:lnTo>
                  <a:lnTo>
                    <a:pt x="5893023" y="119727"/>
                  </a:lnTo>
                  <a:lnTo>
                    <a:pt x="5893131" y="119727"/>
                  </a:lnTo>
                  <a:lnTo>
                    <a:pt x="5893240" y="119727"/>
                  </a:lnTo>
                  <a:lnTo>
                    <a:pt x="5893348" y="119727"/>
                  </a:lnTo>
                  <a:lnTo>
                    <a:pt x="5893457" y="119727"/>
                  </a:lnTo>
                  <a:lnTo>
                    <a:pt x="5893565" y="119727"/>
                  </a:lnTo>
                  <a:lnTo>
                    <a:pt x="5893673" y="119727"/>
                  </a:lnTo>
                  <a:lnTo>
                    <a:pt x="5893782" y="119727"/>
                  </a:lnTo>
                  <a:lnTo>
                    <a:pt x="5893890" y="119727"/>
                  </a:lnTo>
                  <a:lnTo>
                    <a:pt x="5893999" y="119727"/>
                  </a:lnTo>
                  <a:lnTo>
                    <a:pt x="5894107" y="119727"/>
                  </a:lnTo>
                  <a:lnTo>
                    <a:pt x="5894216" y="119727"/>
                  </a:lnTo>
                  <a:lnTo>
                    <a:pt x="5894324" y="119727"/>
                  </a:lnTo>
                  <a:lnTo>
                    <a:pt x="5894433" y="119727"/>
                  </a:lnTo>
                  <a:lnTo>
                    <a:pt x="5894541" y="119727"/>
                  </a:lnTo>
                  <a:lnTo>
                    <a:pt x="5894649" y="119727"/>
                  </a:lnTo>
                  <a:lnTo>
                    <a:pt x="5894758" y="119727"/>
                  </a:lnTo>
                  <a:lnTo>
                    <a:pt x="5894866" y="119727"/>
                  </a:lnTo>
                  <a:lnTo>
                    <a:pt x="5894975" y="119727"/>
                  </a:lnTo>
                  <a:lnTo>
                    <a:pt x="5894975" y="119104"/>
                  </a:lnTo>
                  <a:lnTo>
                    <a:pt x="5895083" y="119104"/>
                  </a:lnTo>
                  <a:lnTo>
                    <a:pt x="5895192" y="119104"/>
                  </a:lnTo>
                  <a:lnTo>
                    <a:pt x="5895300" y="119104"/>
                  </a:lnTo>
                  <a:lnTo>
                    <a:pt x="5895409" y="119104"/>
                  </a:lnTo>
                  <a:lnTo>
                    <a:pt x="5895517" y="119104"/>
                  </a:lnTo>
                  <a:lnTo>
                    <a:pt x="5895625" y="119104"/>
                  </a:lnTo>
                  <a:lnTo>
                    <a:pt x="5895734" y="119104"/>
                  </a:lnTo>
                  <a:lnTo>
                    <a:pt x="5895842" y="119104"/>
                  </a:lnTo>
                  <a:lnTo>
                    <a:pt x="5895951" y="119104"/>
                  </a:lnTo>
                  <a:lnTo>
                    <a:pt x="5896059" y="119104"/>
                  </a:lnTo>
                  <a:lnTo>
                    <a:pt x="5896168" y="119104"/>
                  </a:lnTo>
                  <a:lnTo>
                    <a:pt x="5896276" y="119104"/>
                  </a:lnTo>
                  <a:lnTo>
                    <a:pt x="5896385" y="119104"/>
                  </a:lnTo>
                  <a:lnTo>
                    <a:pt x="5896493" y="119104"/>
                  </a:lnTo>
                  <a:lnTo>
                    <a:pt x="5896602" y="119104"/>
                  </a:lnTo>
                  <a:lnTo>
                    <a:pt x="5896710" y="119104"/>
                  </a:lnTo>
                  <a:lnTo>
                    <a:pt x="5896818" y="119104"/>
                  </a:lnTo>
                  <a:lnTo>
                    <a:pt x="5896927" y="119104"/>
                  </a:lnTo>
                  <a:lnTo>
                    <a:pt x="5897035" y="119104"/>
                  </a:lnTo>
                  <a:lnTo>
                    <a:pt x="5897144" y="119104"/>
                  </a:lnTo>
                  <a:lnTo>
                    <a:pt x="5897252" y="119104"/>
                  </a:lnTo>
                  <a:lnTo>
                    <a:pt x="5897361" y="119104"/>
                  </a:lnTo>
                  <a:lnTo>
                    <a:pt x="5897361" y="118480"/>
                  </a:lnTo>
                  <a:lnTo>
                    <a:pt x="5897469" y="118480"/>
                  </a:lnTo>
                  <a:lnTo>
                    <a:pt x="5897578" y="118480"/>
                  </a:lnTo>
                  <a:lnTo>
                    <a:pt x="5897578" y="117857"/>
                  </a:lnTo>
                  <a:lnTo>
                    <a:pt x="5897578" y="117233"/>
                  </a:lnTo>
                  <a:lnTo>
                    <a:pt x="5897686" y="117233"/>
                  </a:lnTo>
                  <a:lnTo>
                    <a:pt x="5897794" y="117233"/>
                  </a:lnTo>
                  <a:lnTo>
                    <a:pt x="5897903" y="117233"/>
                  </a:lnTo>
                  <a:lnTo>
                    <a:pt x="5898011" y="117233"/>
                  </a:lnTo>
                  <a:lnTo>
                    <a:pt x="5898120" y="117233"/>
                  </a:lnTo>
                  <a:lnTo>
                    <a:pt x="5898228" y="117233"/>
                  </a:lnTo>
                  <a:lnTo>
                    <a:pt x="5898337" y="117233"/>
                  </a:lnTo>
                  <a:lnTo>
                    <a:pt x="5898445" y="117233"/>
                  </a:lnTo>
                  <a:lnTo>
                    <a:pt x="5898554" y="117233"/>
                  </a:lnTo>
                  <a:lnTo>
                    <a:pt x="5898662" y="117233"/>
                  </a:lnTo>
                  <a:lnTo>
                    <a:pt x="5898770" y="117233"/>
                  </a:lnTo>
                  <a:lnTo>
                    <a:pt x="5898879" y="117233"/>
                  </a:lnTo>
                  <a:lnTo>
                    <a:pt x="5898987" y="117233"/>
                  </a:lnTo>
                  <a:lnTo>
                    <a:pt x="5899096" y="117233"/>
                  </a:lnTo>
                  <a:lnTo>
                    <a:pt x="5899204" y="117233"/>
                  </a:lnTo>
                  <a:lnTo>
                    <a:pt x="5899313" y="117233"/>
                  </a:lnTo>
                  <a:lnTo>
                    <a:pt x="5899421" y="117233"/>
                  </a:lnTo>
                  <a:lnTo>
                    <a:pt x="5899530" y="117233"/>
                  </a:lnTo>
                  <a:lnTo>
                    <a:pt x="5899638" y="117233"/>
                  </a:lnTo>
                  <a:lnTo>
                    <a:pt x="5899746" y="117233"/>
                  </a:lnTo>
                  <a:lnTo>
                    <a:pt x="5899855" y="117233"/>
                  </a:lnTo>
                  <a:lnTo>
                    <a:pt x="5899963" y="117233"/>
                  </a:lnTo>
                  <a:lnTo>
                    <a:pt x="5900072" y="117233"/>
                  </a:lnTo>
                  <a:lnTo>
                    <a:pt x="5900072" y="116609"/>
                  </a:lnTo>
                  <a:lnTo>
                    <a:pt x="5900180" y="116609"/>
                  </a:lnTo>
                  <a:lnTo>
                    <a:pt x="5900289" y="116609"/>
                  </a:lnTo>
                  <a:lnTo>
                    <a:pt x="5900397" y="116609"/>
                  </a:lnTo>
                  <a:lnTo>
                    <a:pt x="5900506" y="116609"/>
                  </a:lnTo>
                  <a:lnTo>
                    <a:pt x="5900614" y="116609"/>
                  </a:lnTo>
                  <a:lnTo>
                    <a:pt x="5900614" y="115986"/>
                  </a:lnTo>
                  <a:lnTo>
                    <a:pt x="5900722" y="115986"/>
                  </a:lnTo>
                  <a:lnTo>
                    <a:pt x="5900722" y="115362"/>
                  </a:lnTo>
                  <a:lnTo>
                    <a:pt x="5900831" y="115362"/>
                  </a:lnTo>
                  <a:lnTo>
                    <a:pt x="5900939" y="115362"/>
                  </a:lnTo>
                  <a:lnTo>
                    <a:pt x="5901048" y="115362"/>
                  </a:lnTo>
                  <a:lnTo>
                    <a:pt x="5901156" y="115362"/>
                  </a:lnTo>
                  <a:lnTo>
                    <a:pt x="5901265" y="115362"/>
                  </a:lnTo>
                  <a:lnTo>
                    <a:pt x="5901373" y="115362"/>
                  </a:lnTo>
                  <a:lnTo>
                    <a:pt x="5901482" y="115362"/>
                  </a:lnTo>
                  <a:lnTo>
                    <a:pt x="5901590" y="115362"/>
                  </a:lnTo>
                  <a:lnTo>
                    <a:pt x="5901699" y="115362"/>
                  </a:lnTo>
                  <a:lnTo>
                    <a:pt x="5901807" y="115362"/>
                  </a:lnTo>
                  <a:lnTo>
                    <a:pt x="5901915" y="115362"/>
                  </a:lnTo>
                  <a:lnTo>
                    <a:pt x="5902024" y="115362"/>
                  </a:lnTo>
                  <a:lnTo>
                    <a:pt x="5902132" y="115362"/>
                  </a:lnTo>
                  <a:lnTo>
                    <a:pt x="5902241" y="115362"/>
                  </a:lnTo>
                  <a:lnTo>
                    <a:pt x="5902349" y="115362"/>
                  </a:lnTo>
                  <a:lnTo>
                    <a:pt x="5902458" y="115362"/>
                  </a:lnTo>
                  <a:lnTo>
                    <a:pt x="5902566" y="115362"/>
                  </a:lnTo>
                  <a:lnTo>
                    <a:pt x="5902675" y="115362"/>
                  </a:lnTo>
                  <a:lnTo>
                    <a:pt x="5902783" y="115362"/>
                  </a:lnTo>
                  <a:lnTo>
                    <a:pt x="5902891" y="115362"/>
                  </a:lnTo>
                  <a:lnTo>
                    <a:pt x="5903000" y="115362"/>
                  </a:lnTo>
                  <a:lnTo>
                    <a:pt x="5903108" y="115362"/>
                  </a:lnTo>
                  <a:lnTo>
                    <a:pt x="5903217" y="115362"/>
                  </a:lnTo>
                  <a:lnTo>
                    <a:pt x="5903217" y="114739"/>
                  </a:lnTo>
                  <a:lnTo>
                    <a:pt x="5903325" y="114739"/>
                  </a:lnTo>
                  <a:lnTo>
                    <a:pt x="5903434" y="114739"/>
                  </a:lnTo>
                  <a:lnTo>
                    <a:pt x="5903542" y="114739"/>
                  </a:lnTo>
                  <a:lnTo>
                    <a:pt x="5903542" y="114115"/>
                  </a:lnTo>
                  <a:lnTo>
                    <a:pt x="5903651" y="114115"/>
                  </a:lnTo>
                  <a:lnTo>
                    <a:pt x="5903759" y="114115"/>
                  </a:lnTo>
                  <a:lnTo>
                    <a:pt x="5903867" y="114115"/>
                  </a:lnTo>
                  <a:lnTo>
                    <a:pt x="5903976" y="114115"/>
                  </a:lnTo>
                  <a:lnTo>
                    <a:pt x="5904084" y="114115"/>
                  </a:lnTo>
                  <a:lnTo>
                    <a:pt x="5904193" y="114115"/>
                  </a:lnTo>
                  <a:lnTo>
                    <a:pt x="5904301" y="114115"/>
                  </a:lnTo>
                  <a:lnTo>
                    <a:pt x="5904410" y="114115"/>
                  </a:lnTo>
                  <a:lnTo>
                    <a:pt x="5904410" y="113491"/>
                  </a:lnTo>
                  <a:lnTo>
                    <a:pt x="5904410" y="112868"/>
                  </a:lnTo>
                  <a:lnTo>
                    <a:pt x="5904518" y="112868"/>
                  </a:lnTo>
                  <a:lnTo>
                    <a:pt x="5904627" y="112868"/>
                  </a:lnTo>
                  <a:lnTo>
                    <a:pt x="5904735" y="112868"/>
                  </a:lnTo>
                  <a:lnTo>
                    <a:pt x="5904843" y="112868"/>
                  </a:lnTo>
                  <a:lnTo>
                    <a:pt x="5904952" y="112868"/>
                  </a:lnTo>
                  <a:lnTo>
                    <a:pt x="5905060" y="112868"/>
                  </a:lnTo>
                  <a:lnTo>
                    <a:pt x="5905169" y="112868"/>
                  </a:lnTo>
                  <a:lnTo>
                    <a:pt x="5905277" y="112868"/>
                  </a:lnTo>
                  <a:lnTo>
                    <a:pt x="5905386" y="112868"/>
                  </a:lnTo>
                  <a:lnTo>
                    <a:pt x="5905494" y="112868"/>
                  </a:lnTo>
                  <a:lnTo>
                    <a:pt x="5905494" y="112244"/>
                  </a:lnTo>
                  <a:lnTo>
                    <a:pt x="5905603" y="112244"/>
                  </a:lnTo>
                  <a:lnTo>
                    <a:pt x="5905603" y="111621"/>
                  </a:lnTo>
                  <a:lnTo>
                    <a:pt x="5905711" y="111621"/>
                  </a:lnTo>
                  <a:lnTo>
                    <a:pt x="5905820" y="111621"/>
                  </a:lnTo>
                  <a:lnTo>
                    <a:pt x="5905820" y="110997"/>
                  </a:lnTo>
                  <a:lnTo>
                    <a:pt x="5905928" y="110997"/>
                  </a:lnTo>
                  <a:lnTo>
                    <a:pt x="5906036" y="110997"/>
                  </a:lnTo>
                  <a:lnTo>
                    <a:pt x="5906145" y="110997"/>
                  </a:lnTo>
                  <a:lnTo>
                    <a:pt x="5906253" y="110997"/>
                  </a:lnTo>
                  <a:lnTo>
                    <a:pt x="5906253" y="110374"/>
                  </a:lnTo>
                  <a:lnTo>
                    <a:pt x="5906362" y="110374"/>
                  </a:lnTo>
                  <a:lnTo>
                    <a:pt x="5906470" y="110374"/>
                  </a:lnTo>
                  <a:lnTo>
                    <a:pt x="5906579" y="110374"/>
                  </a:lnTo>
                  <a:lnTo>
                    <a:pt x="5906687" y="110374"/>
                  </a:lnTo>
                  <a:lnTo>
                    <a:pt x="5906796" y="110374"/>
                  </a:lnTo>
                  <a:lnTo>
                    <a:pt x="5906904" y="110374"/>
                  </a:lnTo>
                  <a:lnTo>
                    <a:pt x="5907012" y="110374"/>
                  </a:lnTo>
                  <a:lnTo>
                    <a:pt x="5907121" y="110374"/>
                  </a:lnTo>
                  <a:lnTo>
                    <a:pt x="5907121" y="109750"/>
                  </a:lnTo>
                  <a:lnTo>
                    <a:pt x="5907229" y="109750"/>
                  </a:lnTo>
                  <a:lnTo>
                    <a:pt x="5907338" y="109750"/>
                  </a:lnTo>
                  <a:lnTo>
                    <a:pt x="5907446" y="109750"/>
                  </a:lnTo>
                  <a:lnTo>
                    <a:pt x="5907555" y="109750"/>
                  </a:lnTo>
                  <a:lnTo>
                    <a:pt x="5907663" y="109750"/>
                  </a:lnTo>
                  <a:lnTo>
                    <a:pt x="5907772" y="109750"/>
                  </a:lnTo>
                  <a:lnTo>
                    <a:pt x="5907880" y="109750"/>
                  </a:lnTo>
                  <a:lnTo>
                    <a:pt x="5907988" y="109750"/>
                  </a:lnTo>
                  <a:lnTo>
                    <a:pt x="5908097" y="109750"/>
                  </a:lnTo>
                  <a:lnTo>
                    <a:pt x="5908205" y="109750"/>
                  </a:lnTo>
                  <a:lnTo>
                    <a:pt x="5908314" y="109750"/>
                  </a:lnTo>
                  <a:lnTo>
                    <a:pt x="5908422" y="109750"/>
                  </a:lnTo>
                  <a:lnTo>
                    <a:pt x="5908531" y="109750"/>
                  </a:lnTo>
                  <a:lnTo>
                    <a:pt x="5908531" y="109126"/>
                  </a:lnTo>
                  <a:lnTo>
                    <a:pt x="5908639" y="109126"/>
                  </a:lnTo>
                  <a:lnTo>
                    <a:pt x="5908748" y="109126"/>
                  </a:lnTo>
                  <a:lnTo>
                    <a:pt x="5908856" y="109126"/>
                  </a:lnTo>
                  <a:lnTo>
                    <a:pt x="5908964" y="109126"/>
                  </a:lnTo>
                  <a:lnTo>
                    <a:pt x="5909073" y="109126"/>
                  </a:lnTo>
                  <a:lnTo>
                    <a:pt x="5909181" y="109126"/>
                  </a:lnTo>
                  <a:lnTo>
                    <a:pt x="5909290" y="109126"/>
                  </a:lnTo>
                  <a:lnTo>
                    <a:pt x="5909398" y="109126"/>
                  </a:lnTo>
                  <a:lnTo>
                    <a:pt x="5909507" y="109126"/>
                  </a:lnTo>
                  <a:lnTo>
                    <a:pt x="5909615" y="109126"/>
                  </a:lnTo>
                  <a:lnTo>
                    <a:pt x="5909724" y="109126"/>
                  </a:lnTo>
                  <a:lnTo>
                    <a:pt x="5909832" y="109126"/>
                  </a:lnTo>
                  <a:lnTo>
                    <a:pt x="5909941" y="109126"/>
                  </a:lnTo>
                  <a:lnTo>
                    <a:pt x="5910049" y="109126"/>
                  </a:lnTo>
                  <a:lnTo>
                    <a:pt x="5910157" y="109126"/>
                  </a:lnTo>
                  <a:lnTo>
                    <a:pt x="5910266" y="109126"/>
                  </a:lnTo>
                  <a:lnTo>
                    <a:pt x="5910374" y="109126"/>
                  </a:lnTo>
                  <a:lnTo>
                    <a:pt x="5910483" y="109126"/>
                  </a:lnTo>
                  <a:lnTo>
                    <a:pt x="5910591" y="109126"/>
                  </a:lnTo>
                  <a:lnTo>
                    <a:pt x="5910700" y="109126"/>
                  </a:lnTo>
                  <a:lnTo>
                    <a:pt x="5910808" y="109126"/>
                  </a:lnTo>
                  <a:lnTo>
                    <a:pt x="5910917" y="109126"/>
                  </a:lnTo>
                  <a:lnTo>
                    <a:pt x="5911025" y="109126"/>
                  </a:lnTo>
                  <a:lnTo>
                    <a:pt x="5911133" y="109126"/>
                  </a:lnTo>
                  <a:lnTo>
                    <a:pt x="5911133" y="108503"/>
                  </a:lnTo>
                  <a:lnTo>
                    <a:pt x="5911242" y="108503"/>
                  </a:lnTo>
                  <a:lnTo>
                    <a:pt x="5911350" y="108503"/>
                  </a:lnTo>
                  <a:lnTo>
                    <a:pt x="5911459" y="108503"/>
                  </a:lnTo>
                  <a:lnTo>
                    <a:pt x="5911567" y="108503"/>
                  </a:lnTo>
                  <a:lnTo>
                    <a:pt x="5911676" y="108503"/>
                  </a:lnTo>
                  <a:lnTo>
                    <a:pt x="5911784" y="108503"/>
                  </a:lnTo>
                  <a:lnTo>
                    <a:pt x="5911893" y="108503"/>
                  </a:lnTo>
                  <a:lnTo>
                    <a:pt x="5912001" y="108503"/>
                  </a:lnTo>
                  <a:lnTo>
                    <a:pt x="5912109" y="108503"/>
                  </a:lnTo>
                  <a:lnTo>
                    <a:pt x="5912218" y="108503"/>
                  </a:lnTo>
                  <a:lnTo>
                    <a:pt x="5912326" y="108503"/>
                  </a:lnTo>
                  <a:lnTo>
                    <a:pt x="5912435" y="108503"/>
                  </a:lnTo>
                  <a:lnTo>
                    <a:pt x="5912543" y="108503"/>
                  </a:lnTo>
                  <a:lnTo>
                    <a:pt x="5912652" y="108503"/>
                  </a:lnTo>
                  <a:lnTo>
                    <a:pt x="5912760" y="108503"/>
                  </a:lnTo>
                  <a:lnTo>
                    <a:pt x="5912869" y="108503"/>
                  </a:lnTo>
                  <a:lnTo>
                    <a:pt x="5912977" y="108503"/>
                  </a:lnTo>
                  <a:lnTo>
                    <a:pt x="5913085" y="108503"/>
                  </a:lnTo>
                  <a:lnTo>
                    <a:pt x="5913194" y="108503"/>
                  </a:lnTo>
                  <a:lnTo>
                    <a:pt x="5913302" y="108503"/>
                  </a:lnTo>
                  <a:lnTo>
                    <a:pt x="5913411" y="108503"/>
                  </a:lnTo>
                  <a:lnTo>
                    <a:pt x="5913519" y="108503"/>
                  </a:lnTo>
                  <a:lnTo>
                    <a:pt x="5913628" y="108503"/>
                  </a:lnTo>
                  <a:lnTo>
                    <a:pt x="5913736" y="108503"/>
                  </a:lnTo>
                  <a:lnTo>
                    <a:pt x="5913845" y="108503"/>
                  </a:lnTo>
                  <a:lnTo>
                    <a:pt x="5913953" y="108503"/>
                  </a:lnTo>
                  <a:lnTo>
                    <a:pt x="5914062" y="108503"/>
                  </a:lnTo>
                  <a:lnTo>
                    <a:pt x="5914170" y="108503"/>
                  </a:lnTo>
                  <a:lnTo>
                    <a:pt x="5914278" y="108503"/>
                  </a:lnTo>
                  <a:lnTo>
                    <a:pt x="5914387" y="108503"/>
                  </a:lnTo>
                  <a:lnTo>
                    <a:pt x="5914495" y="108503"/>
                  </a:lnTo>
                  <a:lnTo>
                    <a:pt x="5914604" y="108503"/>
                  </a:lnTo>
                  <a:lnTo>
                    <a:pt x="5914712" y="108503"/>
                  </a:lnTo>
                  <a:lnTo>
                    <a:pt x="5914821" y="108503"/>
                  </a:lnTo>
                  <a:lnTo>
                    <a:pt x="5914929" y="108503"/>
                  </a:lnTo>
                  <a:lnTo>
                    <a:pt x="5915038" y="108503"/>
                  </a:lnTo>
                  <a:lnTo>
                    <a:pt x="5915146" y="108503"/>
                  </a:lnTo>
                  <a:lnTo>
                    <a:pt x="5915254" y="108503"/>
                  </a:lnTo>
                  <a:lnTo>
                    <a:pt x="5915363" y="108503"/>
                  </a:lnTo>
                  <a:lnTo>
                    <a:pt x="5915471" y="108503"/>
                  </a:lnTo>
                  <a:lnTo>
                    <a:pt x="5915580" y="108503"/>
                  </a:lnTo>
                  <a:lnTo>
                    <a:pt x="5915688" y="108503"/>
                  </a:lnTo>
                  <a:lnTo>
                    <a:pt x="5915797" y="108503"/>
                  </a:lnTo>
                  <a:lnTo>
                    <a:pt x="5915905" y="108503"/>
                  </a:lnTo>
                  <a:lnTo>
                    <a:pt x="5916014" y="108503"/>
                  </a:lnTo>
                  <a:lnTo>
                    <a:pt x="5916122" y="108503"/>
                  </a:lnTo>
                  <a:lnTo>
                    <a:pt x="5916230" y="108503"/>
                  </a:lnTo>
                  <a:lnTo>
                    <a:pt x="5916339" y="108503"/>
                  </a:lnTo>
                  <a:lnTo>
                    <a:pt x="5916447" y="108503"/>
                  </a:lnTo>
                  <a:lnTo>
                    <a:pt x="5916556" y="108503"/>
                  </a:lnTo>
                  <a:lnTo>
                    <a:pt x="5916664" y="108503"/>
                  </a:lnTo>
                  <a:lnTo>
                    <a:pt x="5916773" y="108503"/>
                  </a:lnTo>
                  <a:lnTo>
                    <a:pt x="5916881" y="108503"/>
                  </a:lnTo>
                  <a:lnTo>
                    <a:pt x="5916990" y="108503"/>
                  </a:lnTo>
                  <a:lnTo>
                    <a:pt x="5917098" y="108503"/>
                  </a:lnTo>
                  <a:lnTo>
                    <a:pt x="5917206" y="108503"/>
                  </a:lnTo>
                  <a:lnTo>
                    <a:pt x="5917206" y="107879"/>
                  </a:lnTo>
                  <a:lnTo>
                    <a:pt x="5917315" y="107879"/>
                  </a:lnTo>
                  <a:lnTo>
                    <a:pt x="5917423" y="107879"/>
                  </a:lnTo>
                  <a:lnTo>
                    <a:pt x="5917532" y="107879"/>
                  </a:lnTo>
                  <a:lnTo>
                    <a:pt x="5917640" y="107879"/>
                  </a:lnTo>
                  <a:lnTo>
                    <a:pt x="5917749" y="107879"/>
                  </a:lnTo>
                  <a:lnTo>
                    <a:pt x="5917857" y="107879"/>
                  </a:lnTo>
                  <a:lnTo>
                    <a:pt x="5917966" y="107879"/>
                  </a:lnTo>
                  <a:lnTo>
                    <a:pt x="5918074" y="107879"/>
                  </a:lnTo>
                  <a:lnTo>
                    <a:pt x="5918183" y="107879"/>
                  </a:lnTo>
                  <a:lnTo>
                    <a:pt x="5918291" y="107879"/>
                  </a:lnTo>
                  <a:lnTo>
                    <a:pt x="5918399" y="107879"/>
                  </a:lnTo>
                  <a:lnTo>
                    <a:pt x="5918508" y="107879"/>
                  </a:lnTo>
                  <a:lnTo>
                    <a:pt x="5918616" y="107879"/>
                  </a:lnTo>
                  <a:lnTo>
                    <a:pt x="5918725" y="107879"/>
                  </a:lnTo>
                  <a:lnTo>
                    <a:pt x="5918833" y="107879"/>
                  </a:lnTo>
                  <a:lnTo>
                    <a:pt x="5918942" y="107879"/>
                  </a:lnTo>
                  <a:lnTo>
                    <a:pt x="5919050" y="107879"/>
                  </a:lnTo>
                  <a:lnTo>
                    <a:pt x="5919159" y="107879"/>
                  </a:lnTo>
                  <a:lnTo>
                    <a:pt x="5919267" y="107879"/>
                  </a:lnTo>
                  <a:lnTo>
                    <a:pt x="5919267" y="107256"/>
                  </a:lnTo>
                  <a:lnTo>
                    <a:pt x="5919375" y="107256"/>
                  </a:lnTo>
                  <a:lnTo>
                    <a:pt x="5919484" y="107256"/>
                  </a:lnTo>
                  <a:lnTo>
                    <a:pt x="5919592" y="107256"/>
                  </a:lnTo>
                  <a:lnTo>
                    <a:pt x="5919701" y="107256"/>
                  </a:lnTo>
                  <a:lnTo>
                    <a:pt x="5919809" y="107256"/>
                  </a:lnTo>
                  <a:lnTo>
                    <a:pt x="5919918" y="107256"/>
                  </a:lnTo>
                  <a:lnTo>
                    <a:pt x="5920026" y="107256"/>
                  </a:lnTo>
                  <a:lnTo>
                    <a:pt x="5920135" y="107256"/>
                  </a:lnTo>
                  <a:lnTo>
                    <a:pt x="5920243" y="107256"/>
                  </a:lnTo>
                  <a:lnTo>
                    <a:pt x="5920351" y="107256"/>
                  </a:lnTo>
                  <a:lnTo>
                    <a:pt x="5920460" y="107256"/>
                  </a:lnTo>
                  <a:lnTo>
                    <a:pt x="5920568" y="107256"/>
                  </a:lnTo>
                  <a:lnTo>
                    <a:pt x="5920677" y="107256"/>
                  </a:lnTo>
                  <a:lnTo>
                    <a:pt x="5920785" y="107256"/>
                  </a:lnTo>
                  <a:lnTo>
                    <a:pt x="5920894" y="107256"/>
                  </a:lnTo>
                  <a:lnTo>
                    <a:pt x="5921002" y="107256"/>
                  </a:lnTo>
                  <a:lnTo>
                    <a:pt x="5921111" y="107256"/>
                  </a:lnTo>
                  <a:lnTo>
                    <a:pt x="5921219" y="107256"/>
                  </a:lnTo>
                  <a:lnTo>
                    <a:pt x="5921327" y="107256"/>
                  </a:lnTo>
                  <a:lnTo>
                    <a:pt x="5921436" y="107256"/>
                  </a:lnTo>
                  <a:lnTo>
                    <a:pt x="5921544" y="107256"/>
                  </a:lnTo>
                  <a:lnTo>
                    <a:pt x="5921653" y="107256"/>
                  </a:lnTo>
                  <a:lnTo>
                    <a:pt x="5921761" y="107256"/>
                  </a:lnTo>
                  <a:lnTo>
                    <a:pt x="5921870" y="107256"/>
                  </a:lnTo>
                  <a:lnTo>
                    <a:pt x="5921978" y="107256"/>
                  </a:lnTo>
                  <a:lnTo>
                    <a:pt x="5922087" y="107256"/>
                  </a:lnTo>
                  <a:lnTo>
                    <a:pt x="5922195" y="107256"/>
                  </a:lnTo>
                  <a:lnTo>
                    <a:pt x="5922303" y="107256"/>
                  </a:lnTo>
                  <a:lnTo>
                    <a:pt x="5922412" y="107256"/>
                  </a:lnTo>
                  <a:lnTo>
                    <a:pt x="5922520" y="107256"/>
                  </a:lnTo>
                  <a:lnTo>
                    <a:pt x="5922629" y="107256"/>
                  </a:lnTo>
                  <a:lnTo>
                    <a:pt x="5922629" y="106632"/>
                  </a:lnTo>
                  <a:lnTo>
                    <a:pt x="5922737" y="106632"/>
                  </a:lnTo>
                  <a:lnTo>
                    <a:pt x="5922846" y="106632"/>
                  </a:lnTo>
                  <a:lnTo>
                    <a:pt x="5922954" y="106632"/>
                  </a:lnTo>
                  <a:lnTo>
                    <a:pt x="5922954" y="106008"/>
                  </a:lnTo>
                  <a:lnTo>
                    <a:pt x="5923063" y="106008"/>
                  </a:lnTo>
                  <a:lnTo>
                    <a:pt x="5923171" y="106008"/>
                  </a:lnTo>
                  <a:lnTo>
                    <a:pt x="5923280" y="106008"/>
                  </a:lnTo>
                  <a:lnTo>
                    <a:pt x="5923388" y="106008"/>
                  </a:lnTo>
                  <a:lnTo>
                    <a:pt x="5923496" y="106008"/>
                  </a:lnTo>
                  <a:lnTo>
                    <a:pt x="5923605" y="106008"/>
                  </a:lnTo>
                  <a:lnTo>
                    <a:pt x="5923713" y="106008"/>
                  </a:lnTo>
                  <a:lnTo>
                    <a:pt x="5923822" y="106008"/>
                  </a:lnTo>
                  <a:lnTo>
                    <a:pt x="5923930" y="106008"/>
                  </a:lnTo>
                  <a:lnTo>
                    <a:pt x="5924039" y="106008"/>
                  </a:lnTo>
                  <a:lnTo>
                    <a:pt x="5924147" y="106008"/>
                  </a:lnTo>
                  <a:lnTo>
                    <a:pt x="5924256" y="106008"/>
                  </a:lnTo>
                  <a:lnTo>
                    <a:pt x="5924364" y="106008"/>
                  </a:lnTo>
                  <a:lnTo>
                    <a:pt x="5924472" y="106008"/>
                  </a:lnTo>
                  <a:lnTo>
                    <a:pt x="5924581" y="106008"/>
                  </a:lnTo>
                  <a:lnTo>
                    <a:pt x="5924689" y="106008"/>
                  </a:lnTo>
                  <a:lnTo>
                    <a:pt x="5924798" y="106008"/>
                  </a:lnTo>
                  <a:lnTo>
                    <a:pt x="5924906" y="106008"/>
                  </a:lnTo>
                  <a:lnTo>
                    <a:pt x="5925015" y="106008"/>
                  </a:lnTo>
                  <a:lnTo>
                    <a:pt x="5925123" y="106008"/>
                  </a:lnTo>
                  <a:lnTo>
                    <a:pt x="5925232" y="106008"/>
                  </a:lnTo>
                  <a:lnTo>
                    <a:pt x="5925340" y="106008"/>
                  </a:lnTo>
                  <a:lnTo>
                    <a:pt x="5925448" y="106008"/>
                  </a:lnTo>
                  <a:lnTo>
                    <a:pt x="5925557" y="106008"/>
                  </a:lnTo>
                  <a:lnTo>
                    <a:pt x="5925665" y="106008"/>
                  </a:lnTo>
                  <a:lnTo>
                    <a:pt x="5925774" y="106008"/>
                  </a:lnTo>
                  <a:lnTo>
                    <a:pt x="5925882" y="106008"/>
                  </a:lnTo>
                  <a:lnTo>
                    <a:pt x="5925991" y="106008"/>
                  </a:lnTo>
                  <a:lnTo>
                    <a:pt x="5926099" y="106008"/>
                  </a:lnTo>
                  <a:lnTo>
                    <a:pt x="5926208" y="106008"/>
                  </a:lnTo>
                  <a:lnTo>
                    <a:pt x="5926316" y="106008"/>
                  </a:lnTo>
                  <a:lnTo>
                    <a:pt x="5926424" y="106008"/>
                  </a:lnTo>
                  <a:lnTo>
                    <a:pt x="5926533" y="106008"/>
                  </a:lnTo>
                  <a:lnTo>
                    <a:pt x="5926641" y="106008"/>
                  </a:lnTo>
                  <a:lnTo>
                    <a:pt x="5926750" y="106008"/>
                  </a:lnTo>
                  <a:lnTo>
                    <a:pt x="5926858" y="106008"/>
                  </a:lnTo>
                  <a:lnTo>
                    <a:pt x="5926967" y="106008"/>
                  </a:lnTo>
                  <a:lnTo>
                    <a:pt x="5927075" y="106008"/>
                  </a:lnTo>
                  <a:lnTo>
                    <a:pt x="5927184" y="106008"/>
                  </a:lnTo>
                  <a:lnTo>
                    <a:pt x="5927292" y="106008"/>
                  </a:lnTo>
                  <a:lnTo>
                    <a:pt x="5927401" y="106008"/>
                  </a:lnTo>
                  <a:lnTo>
                    <a:pt x="5927509" y="106008"/>
                  </a:lnTo>
                  <a:lnTo>
                    <a:pt x="5927617" y="106008"/>
                  </a:lnTo>
                  <a:lnTo>
                    <a:pt x="5927726" y="106008"/>
                  </a:lnTo>
                  <a:lnTo>
                    <a:pt x="5927834" y="106008"/>
                  </a:lnTo>
                  <a:lnTo>
                    <a:pt x="5927943" y="106008"/>
                  </a:lnTo>
                  <a:lnTo>
                    <a:pt x="5928051" y="106008"/>
                  </a:lnTo>
                  <a:lnTo>
                    <a:pt x="5928160" y="106008"/>
                  </a:lnTo>
                  <a:lnTo>
                    <a:pt x="5928268" y="106008"/>
                  </a:lnTo>
                  <a:lnTo>
                    <a:pt x="5928377" y="106008"/>
                  </a:lnTo>
                  <a:lnTo>
                    <a:pt x="5928485" y="106008"/>
                  </a:lnTo>
                  <a:lnTo>
                    <a:pt x="5928593" y="106008"/>
                  </a:lnTo>
                  <a:lnTo>
                    <a:pt x="5928702" y="106008"/>
                  </a:lnTo>
                  <a:lnTo>
                    <a:pt x="5928810" y="106008"/>
                  </a:lnTo>
                  <a:lnTo>
                    <a:pt x="5928919" y="106008"/>
                  </a:lnTo>
                  <a:lnTo>
                    <a:pt x="5929027" y="106008"/>
                  </a:lnTo>
                  <a:lnTo>
                    <a:pt x="5929136" y="106008"/>
                  </a:lnTo>
                  <a:lnTo>
                    <a:pt x="5929244" y="106008"/>
                  </a:lnTo>
                  <a:lnTo>
                    <a:pt x="5929353" y="106008"/>
                  </a:lnTo>
                  <a:lnTo>
                    <a:pt x="5929461" y="106008"/>
                  </a:lnTo>
                  <a:lnTo>
                    <a:pt x="5929569" y="106008"/>
                  </a:lnTo>
                  <a:lnTo>
                    <a:pt x="5929678" y="106008"/>
                  </a:lnTo>
                  <a:lnTo>
                    <a:pt x="5929786" y="106008"/>
                  </a:lnTo>
                  <a:lnTo>
                    <a:pt x="5929895" y="106008"/>
                  </a:lnTo>
                  <a:lnTo>
                    <a:pt x="5930003" y="106008"/>
                  </a:lnTo>
                  <a:lnTo>
                    <a:pt x="5930112" y="106008"/>
                  </a:lnTo>
                  <a:lnTo>
                    <a:pt x="5930220" y="106008"/>
                  </a:lnTo>
                  <a:lnTo>
                    <a:pt x="5930329" y="106008"/>
                  </a:lnTo>
                  <a:lnTo>
                    <a:pt x="5930437" y="106008"/>
                  </a:lnTo>
                  <a:lnTo>
                    <a:pt x="5930545" y="106008"/>
                  </a:lnTo>
                  <a:lnTo>
                    <a:pt x="5930654" y="106008"/>
                  </a:lnTo>
                  <a:lnTo>
                    <a:pt x="5930762" y="106008"/>
                  </a:lnTo>
                  <a:lnTo>
                    <a:pt x="5930871" y="106008"/>
                  </a:lnTo>
                  <a:lnTo>
                    <a:pt x="5930979" y="106008"/>
                  </a:lnTo>
                  <a:lnTo>
                    <a:pt x="5931088" y="106008"/>
                  </a:lnTo>
                  <a:lnTo>
                    <a:pt x="5931196" y="106008"/>
                  </a:lnTo>
                  <a:lnTo>
                    <a:pt x="5931305" y="106008"/>
                  </a:lnTo>
                  <a:lnTo>
                    <a:pt x="5931413" y="106008"/>
                  </a:lnTo>
                  <a:lnTo>
                    <a:pt x="5931413" y="105385"/>
                  </a:lnTo>
                  <a:lnTo>
                    <a:pt x="5931522" y="105385"/>
                  </a:lnTo>
                  <a:lnTo>
                    <a:pt x="5931630" y="105385"/>
                  </a:lnTo>
                  <a:lnTo>
                    <a:pt x="5931738" y="105385"/>
                  </a:lnTo>
                  <a:lnTo>
                    <a:pt x="5931847" y="105385"/>
                  </a:lnTo>
                  <a:lnTo>
                    <a:pt x="5931955" y="105385"/>
                  </a:lnTo>
                  <a:lnTo>
                    <a:pt x="5932064" y="105385"/>
                  </a:lnTo>
                  <a:lnTo>
                    <a:pt x="5932064" y="104761"/>
                  </a:lnTo>
                  <a:lnTo>
                    <a:pt x="5932172" y="104761"/>
                  </a:lnTo>
                  <a:lnTo>
                    <a:pt x="5932281" y="104761"/>
                  </a:lnTo>
                  <a:lnTo>
                    <a:pt x="5932281" y="104138"/>
                  </a:lnTo>
                  <a:lnTo>
                    <a:pt x="5932389" y="104138"/>
                  </a:lnTo>
                  <a:lnTo>
                    <a:pt x="5932498" y="104138"/>
                  </a:lnTo>
                  <a:lnTo>
                    <a:pt x="5932606" y="104138"/>
                  </a:lnTo>
                  <a:lnTo>
                    <a:pt x="5932714" y="104138"/>
                  </a:lnTo>
                  <a:lnTo>
                    <a:pt x="5932823" y="104138"/>
                  </a:lnTo>
                  <a:lnTo>
                    <a:pt x="5932931" y="104138"/>
                  </a:lnTo>
                  <a:lnTo>
                    <a:pt x="5933040" y="104138"/>
                  </a:lnTo>
                  <a:lnTo>
                    <a:pt x="5933148" y="104138"/>
                  </a:lnTo>
                  <a:lnTo>
                    <a:pt x="5933257" y="104138"/>
                  </a:lnTo>
                  <a:lnTo>
                    <a:pt x="5933365" y="104138"/>
                  </a:lnTo>
                  <a:lnTo>
                    <a:pt x="5933474" y="104138"/>
                  </a:lnTo>
                  <a:lnTo>
                    <a:pt x="5933582" y="104138"/>
                  </a:lnTo>
                  <a:lnTo>
                    <a:pt x="5933690" y="104138"/>
                  </a:lnTo>
                  <a:lnTo>
                    <a:pt x="5933799" y="104138"/>
                  </a:lnTo>
                  <a:lnTo>
                    <a:pt x="5933799" y="103514"/>
                  </a:lnTo>
                  <a:lnTo>
                    <a:pt x="5933907" y="103514"/>
                  </a:lnTo>
                  <a:lnTo>
                    <a:pt x="5934016" y="103514"/>
                  </a:lnTo>
                  <a:lnTo>
                    <a:pt x="5934124" y="103514"/>
                  </a:lnTo>
                  <a:lnTo>
                    <a:pt x="5934233" y="103514"/>
                  </a:lnTo>
                  <a:lnTo>
                    <a:pt x="5934341" y="103514"/>
                  </a:lnTo>
                  <a:lnTo>
                    <a:pt x="5934450" y="103514"/>
                  </a:lnTo>
                  <a:lnTo>
                    <a:pt x="5934558" y="103514"/>
                  </a:lnTo>
                  <a:lnTo>
                    <a:pt x="5934666" y="103514"/>
                  </a:lnTo>
                  <a:lnTo>
                    <a:pt x="5934775" y="103514"/>
                  </a:lnTo>
                  <a:lnTo>
                    <a:pt x="5934883" y="103514"/>
                  </a:lnTo>
                  <a:lnTo>
                    <a:pt x="5934992" y="103514"/>
                  </a:lnTo>
                  <a:lnTo>
                    <a:pt x="5935100" y="103514"/>
                  </a:lnTo>
                  <a:lnTo>
                    <a:pt x="5935209" y="103514"/>
                  </a:lnTo>
                  <a:lnTo>
                    <a:pt x="5935317" y="103514"/>
                  </a:lnTo>
                  <a:lnTo>
                    <a:pt x="5935426" y="103514"/>
                  </a:lnTo>
                  <a:lnTo>
                    <a:pt x="5935534" y="103514"/>
                  </a:lnTo>
                  <a:lnTo>
                    <a:pt x="5935643" y="103514"/>
                  </a:lnTo>
                  <a:lnTo>
                    <a:pt x="5935751" y="103514"/>
                  </a:lnTo>
                  <a:lnTo>
                    <a:pt x="5935859" y="103514"/>
                  </a:lnTo>
                  <a:lnTo>
                    <a:pt x="5935968" y="103514"/>
                  </a:lnTo>
                  <a:lnTo>
                    <a:pt x="5936076" y="103514"/>
                  </a:lnTo>
                  <a:lnTo>
                    <a:pt x="5936185" y="103514"/>
                  </a:lnTo>
                  <a:lnTo>
                    <a:pt x="5936293" y="103514"/>
                  </a:lnTo>
                  <a:lnTo>
                    <a:pt x="5936402" y="103514"/>
                  </a:lnTo>
                  <a:lnTo>
                    <a:pt x="5936510" y="103514"/>
                  </a:lnTo>
                  <a:lnTo>
                    <a:pt x="5936619" y="103514"/>
                  </a:lnTo>
                  <a:lnTo>
                    <a:pt x="5936727" y="103514"/>
                  </a:lnTo>
                  <a:lnTo>
                    <a:pt x="5936835" y="103514"/>
                  </a:lnTo>
                  <a:lnTo>
                    <a:pt x="5936944" y="103514"/>
                  </a:lnTo>
                  <a:lnTo>
                    <a:pt x="5937052" y="103514"/>
                  </a:lnTo>
                  <a:lnTo>
                    <a:pt x="5937161" y="103514"/>
                  </a:lnTo>
                  <a:lnTo>
                    <a:pt x="5937269" y="103514"/>
                  </a:lnTo>
                  <a:lnTo>
                    <a:pt x="5937378" y="103514"/>
                  </a:lnTo>
                  <a:lnTo>
                    <a:pt x="5937486" y="103514"/>
                  </a:lnTo>
                  <a:lnTo>
                    <a:pt x="5937595" y="103514"/>
                  </a:lnTo>
                  <a:lnTo>
                    <a:pt x="5937703" y="103514"/>
                  </a:lnTo>
                  <a:lnTo>
                    <a:pt x="5937811" y="103514"/>
                  </a:lnTo>
                  <a:lnTo>
                    <a:pt x="5937920" y="103514"/>
                  </a:lnTo>
                  <a:lnTo>
                    <a:pt x="5938028" y="103514"/>
                  </a:lnTo>
                  <a:lnTo>
                    <a:pt x="5938028" y="102891"/>
                  </a:lnTo>
                  <a:lnTo>
                    <a:pt x="5938137" y="102891"/>
                  </a:lnTo>
                  <a:lnTo>
                    <a:pt x="5938245" y="102891"/>
                  </a:lnTo>
                  <a:lnTo>
                    <a:pt x="5938354" y="102891"/>
                  </a:lnTo>
                  <a:lnTo>
                    <a:pt x="5938462" y="102891"/>
                  </a:lnTo>
                  <a:lnTo>
                    <a:pt x="5938571" y="102891"/>
                  </a:lnTo>
                  <a:lnTo>
                    <a:pt x="5938679" y="102891"/>
                  </a:lnTo>
                  <a:lnTo>
                    <a:pt x="5938787" y="102891"/>
                  </a:lnTo>
                  <a:lnTo>
                    <a:pt x="5938896" y="102891"/>
                  </a:lnTo>
                  <a:lnTo>
                    <a:pt x="5939004" y="102891"/>
                  </a:lnTo>
                  <a:lnTo>
                    <a:pt x="5939113" y="102891"/>
                  </a:lnTo>
                  <a:lnTo>
                    <a:pt x="5939113" y="102267"/>
                  </a:lnTo>
                  <a:lnTo>
                    <a:pt x="5939221" y="102267"/>
                  </a:lnTo>
                  <a:lnTo>
                    <a:pt x="5939330" y="102267"/>
                  </a:lnTo>
                  <a:lnTo>
                    <a:pt x="5939438" y="102267"/>
                  </a:lnTo>
                  <a:lnTo>
                    <a:pt x="5939547" y="102267"/>
                  </a:lnTo>
                  <a:lnTo>
                    <a:pt x="5939655" y="102267"/>
                  </a:lnTo>
                  <a:lnTo>
                    <a:pt x="5939764" y="102267"/>
                  </a:lnTo>
                  <a:lnTo>
                    <a:pt x="5939872" y="102267"/>
                  </a:lnTo>
                  <a:lnTo>
                    <a:pt x="5939980" y="102267"/>
                  </a:lnTo>
                  <a:lnTo>
                    <a:pt x="5940089" y="102267"/>
                  </a:lnTo>
                  <a:lnTo>
                    <a:pt x="5940197" y="102267"/>
                  </a:lnTo>
                  <a:lnTo>
                    <a:pt x="5940306" y="102267"/>
                  </a:lnTo>
                  <a:lnTo>
                    <a:pt x="5940414" y="102267"/>
                  </a:lnTo>
                  <a:lnTo>
                    <a:pt x="5940523" y="102267"/>
                  </a:lnTo>
                  <a:lnTo>
                    <a:pt x="5940631" y="102267"/>
                  </a:lnTo>
                  <a:lnTo>
                    <a:pt x="5940740" y="102267"/>
                  </a:lnTo>
                  <a:lnTo>
                    <a:pt x="5940848" y="102267"/>
                  </a:lnTo>
                  <a:lnTo>
                    <a:pt x="5940956" y="102267"/>
                  </a:lnTo>
                  <a:lnTo>
                    <a:pt x="5941065" y="102267"/>
                  </a:lnTo>
                  <a:lnTo>
                    <a:pt x="5941173" y="102267"/>
                  </a:lnTo>
                  <a:lnTo>
                    <a:pt x="5941282" y="102267"/>
                  </a:lnTo>
                  <a:lnTo>
                    <a:pt x="5941390" y="102267"/>
                  </a:lnTo>
                  <a:lnTo>
                    <a:pt x="5941499" y="102267"/>
                  </a:lnTo>
                  <a:lnTo>
                    <a:pt x="5941607" y="102267"/>
                  </a:lnTo>
                  <a:lnTo>
                    <a:pt x="5941716" y="102267"/>
                  </a:lnTo>
                  <a:lnTo>
                    <a:pt x="5941824" y="102267"/>
                  </a:lnTo>
                  <a:lnTo>
                    <a:pt x="5941932" y="102267"/>
                  </a:lnTo>
                  <a:lnTo>
                    <a:pt x="5942041" y="102267"/>
                  </a:lnTo>
                  <a:lnTo>
                    <a:pt x="5942149" y="102267"/>
                  </a:lnTo>
                  <a:lnTo>
                    <a:pt x="5942258" y="102267"/>
                  </a:lnTo>
                  <a:lnTo>
                    <a:pt x="5942366" y="102267"/>
                  </a:lnTo>
                  <a:lnTo>
                    <a:pt x="5942475" y="102267"/>
                  </a:lnTo>
                  <a:lnTo>
                    <a:pt x="5942583" y="102267"/>
                  </a:lnTo>
                  <a:lnTo>
                    <a:pt x="5942692" y="102267"/>
                  </a:lnTo>
                  <a:lnTo>
                    <a:pt x="5942800" y="102267"/>
                  </a:lnTo>
                  <a:lnTo>
                    <a:pt x="5942908" y="102267"/>
                  </a:lnTo>
                  <a:lnTo>
                    <a:pt x="5943017" y="102267"/>
                  </a:lnTo>
                  <a:lnTo>
                    <a:pt x="5943125" y="102267"/>
                  </a:lnTo>
                  <a:lnTo>
                    <a:pt x="5943234" y="102267"/>
                  </a:lnTo>
                  <a:lnTo>
                    <a:pt x="5943342" y="102267"/>
                  </a:lnTo>
                  <a:lnTo>
                    <a:pt x="5943451" y="102267"/>
                  </a:lnTo>
                  <a:lnTo>
                    <a:pt x="5943559" y="102267"/>
                  </a:lnTo>
                  <a:lnTo>
                    <a:pt x="5943668" y="102267"/>
                  </a:lnTo>
                  <a:lnTo>
                    <a:pt x="5943776" y="102267"/>
                  </a:lnTo>
                  <a:lnTo>
                    <a:pt x="5943885" y="102267"/>
                  </a:lnTo>
                  <a:lnTo>
                    <a:pt x="5943993" y="102267"/>
                  </a:lnTo>
                  <a:lnTo>
                    <a:pt x="5944101" y="102267"/>
                  </a:lnTo>
                  <a:lnTo>
                    <a:pt x="5944210" y="102267"/>
                  </a:lnTo>
                  <a:lnTo>
                    <a:pt x="5944318" y="102267"/>
                  </a:lnTo>
                  <a:lnTo>
                    <a:pt x="5944427" y="102267"/>
                  </a:lnTo>
                  <a:lnTo>
                    <a:pt x="5944535" y="102267"/>
                  </a:lnTo>
                  <a:lnTo>
                    <a:pt x="5944644" y="102267"/>
                  </a:lnTo>
                  <a:lnTo>
                    <a:pt x="5944752" y="102267"/>
                  </a:lnTo>
                  <a:lnTo>
                    <a:pt x="5944861" y="102267"/>
                  </a:lnTo>
                  <a:lnTo>
                    <a:pt x="5944969" y="102267"/>
                  </a:lnTo>
                  <a:lnTo>
                    <a:pt x="5945077" y="102267"/>
                  </a:lnTo>
                  <a:lnTo>
                    <a:pt x="5945186" y="102267"/>
                  </a:lnTo>
                  <a:lnTo>
                    <a:pt x="5945294" y="102267"/>
                  </a:lnTo>
                  <a:lnTo>
                    <a:pt x="5945403" y="102267"/>
                  </a:lnTo>
                  <a:lnTo>
                    <a:pt x="5945511" y="102267"/>
                  </a:lnTo>
                  <a:lnTo>
                    <a:pt x="5945620" y="102267"/>
                  </a:lnTo>
                  <a:lnTo>
                    <a:pt x="5945728" y="102267"/>
                  </a:lnTo>
                  <a:lnTo>
                    <a:pt x="5945837" y="102267"/>
                  </a:lnTo>
                  <a:lnTo>
                    <a:pt x="5945945" y="102267"/>
                  </a:lnTo>
                  <a:lnTo>
                    <a:pt x="5946053" y="102267"/>
                  </a:lnTo>
                  <a:lnTo>
                    <a:pt x="5946162" y="102267"/>
                  </a:lnTo>
                  <a:lnTo>
                    <a:pt x="5946270" y="102267"/>
                  </a:lnTo>
                  <a:lnTo>
                    <a:pt x="5946379" y="102267"/>
                  </a:lnTo>
                  <a:lnTo>
                    <a:pt x="5946487" y="102267"/>
                  </a:lnTo>
                  <a:lnTo>
                    <a:pt x="5946596" y="102267"/>
                  </a:lnTo>
                  <a:lnTo>
                    <a:pt x="5946704" y="102267"/>
                  </a:lnTo>
                  <a:lnTo>
                    <a:pt x="5946813" y="102267"/>
                  </a:lnTo>
                  <a:lnTo>
                    <a:pt x="5946921" y="102267"/>
                  </a:lnTo>
                  <a:lnTo>
                    <a:pt x="5947029" y="102267"/>
                  </a:lnTo>
                  <a:lnTo>
                    <a:pt x="5947138" y="102267"/>
                  </a:lnTo>
                  <a:lnTo>
                    <a:pt x="5947246" y="102267"/>
                  </a:lnTo>
                  <a:lnTo>
                    <a:pt x="5947355" y="102267"/>
                  </a:lnTo>
                  <a:lnTo>
                    <a:pt x="5947463" y="102267"/>
                  </a:lnTo>
                  <a:lnTo>
                    <a:pt x="5947572" y="102267"/>
                  </a:lnTo>
                  <a:lnTo>
                    <a:pt x="5947680" y="102267"/>
                  </a:lnTo>
                  <a:lnTo>
                    <a:pt x="5947789" y="102267"/>
                  </a:lnTo>
                  <a:lnTo>
                    <a:pt x="5947897" y="102267"/>
                  </a:lnTo>
                  <a:lnTo>
                    <a:pt x="5948005" y="102267"/>
                  </a:lnTo>
                  <a:lnTo>
                    <a:pt x="5948114" y="102267"/>
                  </a:lnTo>
                  <a:lnTo>
                    <a:pt x="5948222" y="102267"/>
                  </a:lnTo>
                  <a:lnTo>
                    <a:pt x="5948331" y="102267"/>
                  </a:lnTo>
                  <a:lnTo>
                    <a:pt x="5948439" y="102267"/>
                  </a:lnTo>
                  <a:lnTo>
                    <a:pt x="5948548" y="102267"/>
                  </a:lnTo>
                  <a:lnTo>
                    <a:pt x="5948656" y="102267"/>
                  </a:lnTo>
                  <a:lnTo>
                    <a:pt x="5948765" y="102267"/>
                  </a:lnTo>
                  <a:lnTo>
                    <a:pt x="5948873" y="102267"/>
                  </a:lnTo>
                  <a:lnTo>
                    <a:pt x="5948982" y="102267"/>
                  </a:lnTo>
                  <a:lnTo>
                    <a:pt x="5949090" y="102267"/>
                  </a:lnTo>
                  <a:lnTo>
                    <a:pt x="5949198" y="102267"/>
                  </a:lnTo>
                  <a:lnTo>
                    <a:pt x="5949307" y="102267"/>
                  </a:lnTo>
                  <a:lnTo>
                    <a:pt x="5949307" y="101643"/>
                  </a:lnTo>
                  <a:lnTo>
                    <a:pt x="5949415" y="101643"/>
                  </a:lnTo>
                  <a:lnTo>
                    <a:pt x="5949524" y="101643"/>
                  </a:lnTo>
                  <a:lnTo>
                    <a:pt x="5949632" y="101643"/>
                  </a:lnTo>
                  <a:lnTo>
                    <a:pt x="5949741" y="101643"/>
                  </a:lnTo>
                  <a:lnTo>
                    <a:pt x="5949849" y="101643"/>
                  </a:lnTo>
                  <a:lnTo>
                    <a:pt x="5949958" y="101643"/>
                  </a:lnTo>
                  <a:lnTo>
                    <a:pt x="5950066" y="101643"/>
                  </a:lnTo>
                  <a:lnTo>
                    <a:pt x="5950174" y="101643"/>
                  </a:lnTo>
                  <a:lnTo>
                    <a:pt x="5950283" y="101643"/>
                  </a:lnTo>
                  <a:lnTo>
                    <a:pt x="5950391" y="101643"/>
                  </a:lnTo>
                  <a:lnTo>
                    <a:pt x="5950500" y="101643"/>
                  </a:lnTo>
                  <a:lnTo>
                    <a:pt x="5950608" y="101643"/>
                  </a:lnTo>
                  <a:lnTo>
                    <a:pt x="5950717" y="101643"/>
                  </a:lnTo>
                  <a:lnTo>
                    <a:pt x="5950825" y="101643"/>
                  </a:lnTo>
                  <a:lnTo>
                    <a:pt x="5950934" y="101643"/>
                  </a:lnTo>
                  <a:lnTo>
                    <a:pt x="5951042" y="101643"/>
                  </a:lnTo>
                  <a:lnTo>
                    <a:pt x="5951150" y="101643"/>
                  </a:lnTo>
                  <a:lnTo>
                    <a:pt x="5951259" y="101643"/>
                  </a:lnTo>
                  <a:lnTo>
                    <a:pt x="5951367" y="101643"/>
                  </a:lnTo>
                  <a:lnTo>
                    <a:pt x="5951476" y="101643"/>
                  </a:lnTo>
                  <a:lnTo>
                    <a:pt x="5951584" y="101643"/>
                  </a:lnTo>
                  <a:lnTo>
                    <a:pt x="5951693" y="101643"/>
                  </a:lnTo>
                  <a:lnTo>
                    <a:pt x="5951801" y="101643"/>
                  </a:lnTo>
                  <a:lnTo>
                    <a:pt x="5951910" y="101643"/>
                  </a:lnTo>
                  <a:lnTo>
                    <a:pt x="5952018" y="101643"/>
                  </a:lnTo>
                  <a:lnTo>
                    <a:pt x="5952126" y="101643"/>
                  </a:lnTo>
                  <a:lnTo>
                    <a:pt x="5952235" y="101643"/>
                  </a:lnTo>
                  <a:lnTo>
                    <a:pt x="5952343" y="101643"/>
                  </a:lnTo>
                  <a:lnTo>
                    <a:pt x="5952452" y="101643"/>
                  </a:lnTo>
                  <a:lnTo>
                    <a:pt x="5952560" y="101643"/>
                  </a:lnTo>
                  <a:lnTo>
                    <a:pt x="5952669" y="101643"/>
                  </a:lnTo>
                  <a:lnTo>
                    <a:pt x="5952777" y="101643"/>
                  </a:lnTo>
                  <a:lnTo>
                    <a:pt x="5952777" y="101020"/>
                  </a:lnTo>
                  <a:lnTo>
                    <a:pt x="5952886" y="101020"/>
                  </a:lnTo>
                  <a:lnTo>
                    <a:pt x="5952994" y="101020"/>
                  </a:lnTo>
                  <a:lnTo>
                    <a:pt x="5953103" y="101020"/>
                  </a:lnTo>
                  <a:lnTo>
                    <a:pt x="5953211" y="101020"/>
                  </a:lnTo>
                  <a:lnTo>
                    <a:pt x="5953319" y="101020"/>
                  </a:lnTo>
                  <a:lnTo>
                    <a:pt x="5953428" y="101020"/>
                  </a:lnTo>
                  <a:lnTo>
                    <a:pt x="5953536" y="101020"/>
                  </a:lnTo>
                  <a:lnTo>
                    <a:pt x="5953645" y="101020"/>
                  </a:lnTo>
                  <a:lnTo>
                    <a:pt x="5953753" y="101020"/>
                  </a:lnTo>
                  <a:lnTo>
                    <a:pt x="5953862" y="101020"/>
                  </a:lnTo>
                  <a:lnTo>
                    <a:pt x="5953970" y="101020"/>
                  </a:lnTo>
                  <a:lnTo>
                    <a:pt x="5954079" y="101020"/>
                  </a:lnTo>
                  <a:lnTo>
                    <a:pt x="5954079" y="100396"/>
                  </a:lnTo>
                  <a:lnTo>
                    <a:pt x="5954187" y="100396"/>
                  </a:lnTo>
                  <a:lnTo>
                    <a:pt x="5954295" y="100396"/>
                  </a:lnTo>
                  <a:lnTo>
                    <a:pt x="5954404" y="100396"/>
                  </a:lnTo>
                  <a:lnTo>
                    <a:pt x="5954512" y="100396"/>
                  </a:lnTo>
                  <a:lnTo>
                    <a:pt x="5954621" y="100396"/>
                  </a:lnTo>
                  <a:lnTo>
                    <a:pt x="5954729" y="100396"/>
                  </a:lnTo>
                  <a:lnTo>
                    <a:pt x="5954838" y="100396"/>
                  </a:lnTo>
                  <a:lnTo>
                    <a:pt x="5954946" y="100396"/>
                  </a:lnTo>
                  <a:lnTo>
                    <a:pt x="5955055" y="100396"/>
                  </a:lnTo>
                  <a:lnTo>
                    <a:pt x="5955163" y="100396"/>
                  </a:lnTo>
                  <a:lnTo>
                    <a:pt x="5955271" y="100396"/>
                  </a:lnTo>
                  <a:lnTo>
                    <a:pt x="5955380" y="100396"/>
                  </a:lnTo>
                  <a:lnTo>
                    <a:pt x="5955488" y="100396"/>
                  </a:lnTo>
                  <a:lnTo>
                    <a:pt x="5955597" y="100396"/>
                  </a:lnTo>
                  <a:lnTo>
                    <a:pt x="5955705" y="100396"/>
                  </a:lnTo>
                  <a:lnTo>
                    <a:pt x="5955814" y="100396"/>
                  </a:lnTo>
                  <a:lnTo>
                    <a:pt x="5955922" y="100396"/>
                  </a:lnTo>
                  <a:lnTo>
                    <a:pt x="5956031" y="100396"/>
                  </a:lnTo>
                  <a:lnTo>
                    <a:pt x="5956139" y="100396"/>
                  </a:lnTo>
                  <a:lnTo>
                    <a:pt x="5956247" y="100396"/>
                  </a:lnTo>
                  <a:lnTo>
                    <a:pt x="5956356" y="100396"/>
                  </a:lnTo>
                  <a:lnTo>
                    <a:pt x="5956464" y="100396"/>
                  </a:lnTo>
                  <a:lnTo>
                    <a:pt x="5956573" y="100396"/>
                  </a:lnTo>
                  <a:lnTo>
                    <a:pt x="5956681" y="100396"/>
                  </a:lnTo>
                  <a:lnTo>
                    <a:pt x="5956681" y="99773"/>
                  </a:lnTo>
                  <a:lnTo>
                    <a:pt x="5956790" y="99773"/>
                  </a:lnTo>
                  <a:lnTo>
                    <a:pt x="5956898" y="99773"/>
                  </a:lnTo>
                  <a:lnTo>
                    <a:pt x="5957007" y="99773"/>
                  </a:lnTo>
                  <a:lnTo>
                    <a:pt x="5957115" y="99773"/>
                  </a:lnTo>
                  <a:lnTo>
                    <a:pt x="5957224" y="99773"/>
                  </a:lnTo>
                  <a:lnTo>
                    <a:pt x="5957332" y="99773"/>
                  </a:lnTo>
                  <a:lnTo>
                    <a:pt x="5957440" y="99773"/>
                  </a:lnTo>
                  <a:lnTo>
                    <a:pt x="5957549" y="99773"/>
                  </a:lnTo>
                  <a:lnTo>
                    <a:pt x="5957549" y="99149"/>
                  </a:lnTo>
                  <a:lnTo>
                    <a:pt x="5957657" y="99149"/>
                  </a:lnTo>
                  <a:lnTo>
                    <a:pt x="5957766" y="99149"/>
                  </a:lnTo>
                  <a:lnTo>
                    <a:pt x="5957874" y="99149"/>
                  </a:lnTo>
                  <a:lnTo>
                    <a:pt x="5957983" y="99149"/>
                  </a:lnTo>
                  <a:lnTo>
                    <a:pt x="5958091" y="99149"/>
                  </a:lnTo>
                  <a:lnTo>
                    <a:pt x="5958200" y="99149"/>
                  </a:lnTo>
                  <a:lnTo>
                    <a:pt x="5958308" y="99149"/>
                  </a:lnTo>
                  <a:lnTo>
                    <a:pt x="5958416" y="99149"/>
                  </a:lnTo>
                  <a:lnTo>
                    <a:pt x="5958525" y="99149"/>
                  </a:lnTo>
                  <a:lnTo>
                    <a:pt x="5958633" y="99149"/>
                  </a:lnTo>
                  <a:lnTo>
                    <a:pt x="5958742" y="99149"/>
                  </a:lnTo>
                  <a:lnTo>
                    <a:pt x="5958850" y="99149"/>
                  </a:lnTo>
                  <a:lnTo>
                    <a:pt x="5958959" y="99149"/>
                  </a:lnTo>
                  <a:lnTo>
                    <a:pt x="5959067" y="99149"/>
                  </a:lnTo>
                  <a:lnTo>
                    <a:pt x="5959176" y="99149"/>
                  </a:lnTo>
                  <a:lnTo>
                    <a:pt x="5959284" y="99149"/>
                  </a:lnTo>
                  <a:lnTo>
                    <a:pt x="5959392" y="99149"/>
                  </a:lnTo>
                  <a:lnTo>
                    <a:pt x="5959501" y="99149"/>
                  </a:lnTo>
                  <a:lnTo>
                    <a:pt x="5959609" y="99149"/>
                  </a:lnTo>
                  <a:lnTo>
                    <a:pt x="5959718" y="99149"/>
                  </a:lnTo>
                  <a:lnTo>
                    <a:pt x="5959826" y="99149"/>
                  </a:lnTo>
                  <a:lnTo>
                    <a:pt x="5959935" y="99149"/>
                  </a:lnTo>
                  <a:lnTo>
                    <a:pt x="5960043" y="99149"/>
                  </a:lnTo>
                  <a:lnTo>
                    <a:pt x="5960043" y="98526"/>
                  </a:lnTo>
                  <a:lnTo>
                    <a:pt x="5960152" y="98526"/>
                  </a:lnTo>
                  <a:lnTo>
                    <a:pt x="5960260" y="98526"/>
                  </a:lnTo>
                  <a:lnTo>
                    <a:pt x="5960260" y="97902"/>
                  </a:lnTo>
                  <a:lnTo>
                    <a:pt x="5960368" y="97902"/>
                  </a:lnTo>
                  <a:lnTo>
                    <a:pt x="5960477" y="97902"/>
                  </a:lnTo>
                  <a:lnTo>
                    <a:pt x="5960477" y="97278"/>
                  </a:lnTo>
                  <a:lnTo>
                    <a:pt x="5960585" y="97278"/>
                  </a:lnTo>
                  <a:lnTo>
                    <a:pt x="5960694" y="97278"/>
                  </a:lnTo>
                  <a:lnTo>
                    <a:pt x="5960802" y="97278"/>
                  </a:lnTo>
                  <a:lnTo>
                    <a:pt x="5960911" y="97278"/>
                  </a:lnTo>
                  <a:lnTo>
                    <a:pt x="5961019" y="97278"/>
                  </a:lnTo>
                  <a:lnTo>
                    <a:pt x="5961128" y="97278"/>
                  </a:lnTo>
                  <a:lnTo>
                    <a:pt x="5961236" y="97278"/>
                  </a:lnTo>
                  <a:lnTo>
                    <a:pt x="5961345" y="97278"/>
                  </a:lnTo>
                  <a:lnTo>
                    <a:pt x="5961453" y="97278"/>
                  </a:lnTo>
                  <a:lnTo>
                    <a:pt x="5961561" y="97278"/>
                  </a:lnTo>
                  <a:lnTo>
                    <a:pt x="5961670" y="97278"/>
                  </a:lnTo>
                  <a:lnTo>
                    <a:pt x="5961778" y="97278"/>
                  </a:lnTo>
                  <a:lnTo>
                    <a:pt x="5961887" y="97278"/>
                  </a:lnTo>
                  <a:lnTo>
                    <a:pt x="5961995" y="97278"/>
                  </a:lnTo>
                  <a:lnTo>
                    <a:pt x="5962104" y="97278"/>
                  </a:lnTo>
                  <a:lnTo>
                    <a:pt x="5962104" y="96655"/>
                  </a:lnTo>
                  <a:lnTo>
                    <a:pt x="5962104" y="96031"/>
                  </a:lnTo>
                  <a:lnTo>
                    <a:pt x="5962212" y="96031"/>
                  </a:lnTo>
                  <a:lnTo>
                    <a:pt x="5962321" y="96031"/>
                  </a:lnTo>
                  <a:lnTo>
                    <a:pt x="5962429" y="96031"/>
                  </a:lnTo>
                  <a:lnTo>
                    <a:pt x="5962537" y="96031"/>
                  </a:lnTo>
                  <a:lnTo>
                    <a:pt x="5962646" y="96031"/>
                  </a:lnTo>
                  <a:lnTo>
                    <a:pt x="5962754" y="96031"/>
                  </a:lnTo>
                  <a:lnTo>
                    <a:pt x="5962863" y="96031"/>
                  </a:lnTo>
                  <a:lnTo>
                    <a:pt x="5962971" y="96031"/>
                  </a:lnTo>
                  <a:lnTo>
                    <a:pt x="5963080" y="96031"/>
                  </a:lnTo>
                  <a:lnTo>
                    <a:pt x="5963188" y="96031"/>
                  </a:lnTo>
                  <a:lnTo>
                    <a:pt x="5963297" y="96031"/>
                  </a:lnTo>
                  <a:lnTo>
                    <a:pt x="5963405" y="96031"/>
                  </a:lnTo>
                  <a:lnTo>
                    <a:pt x="5963513" y="96031"/>
                  </a:lnTo>
                  <a:lnTo>
                    <a:pt x="5963622" y="96031"/>
                  </a:lnTo>
                  <a:lnTo>
                    <a:pt x="5963730" y="96031"/>
                  </a:lnTo>
                  <a:lnTo>
                    <a:pt x="5963839" y="96031"/>
                  </a:lnTo>
                  <a:lnTo>
                    <a:pt x="5963947" y="96031"/>
                  </a:lnTo>
                  <a:lnTo>
                    <a:pt x="5964056" y="96031"/>
                  </a:lnTo>
                  <a:lnTo>
                    <a:pt x="5964164" y="96031"/>
                  </a:lnTo>
                  <a:lnTo>
                    <a:pt x="5964273" y="96031"/>
                  </a:lnTo>
                  <a:lnTo>
                    <a:pt x="5964381" y="96031"/>
                  </a:lnTo>
                  <a:lnTo>
                    <a:pt x="5964489" y="96031"/>
                  </a:lnTo>
                  <a:lnTo>
                    <a:pt x="5964598" y="96031"/>
                  </a:lnTo>
                  <a:lnTo>
                    <a:pt x="5964706" y="96031"/>
                  </a:lnTo>
                  <a:lnTo>
                    <a:pt x="5964815" y="96031"/>
                  </a:lnTo>
                  <a:lnTo>
                    <a:pt x="5964923" y="96031"/>
                  </a:lnTo>
                  <a:lnTo>
                    <a:pt x="5965032" y="96031"/>
                  </a:lnTo>
                  <a:lnTo>
                    <a:pt x="5965140" y="96031"/>
                  </a:lnTo>
                  <a:lnTo>
                    <a:pt x="5965249" y="96031"/>
                  </a:lnTo>
                  <a:lnTo>
                    <a:pt x="5965357" y="96031"/>
                  </a:lnTo>
                  <a:lnTo>
                    <a:pt x="5965466" y="96031"/>
                  </a:lnTo>
                  <a:lnTo>
                    <a:pt x="5965574" y="96031"/>
                  </a:lnTo>
                  <a:lnTo>
                    <a:pt x="5965682" y="96031"/>
                  </a:lnTo>
                  <a:lnTo>
                    <a:pt x="5965791" y="96031"/>
                  </a:lnTo>
                  <a:lnTo>
                    <a:pt x="5965899" y="96031"/>
                  </a:lnTo>
                  <a:lnTo>
                    <a:pt x="5966008" y="96031"/>
                  </a:lnTo>
                  <a:lnTo>
                    <a:pt x="5966116" y="96031"/>
                  </a:lnTo>
                  <a:lnTo>
                    <a:pt x="5966225" y="96031"/>
                  </a:lnTo>
                  <a:lnTo>
                    <a:pt x="5966333" y="96031"/>
                  </a:lnTo>
                  <a:lnTo>
                    <a:pt x="5966442" y="96031"/>
                  </a:lnTo>
                  <a:lnTo>
                    <a:pt x="5966550" y="96031"/>
                  </a:lnTo>
                  <a:lnTo>
                    <a:pt x="5966658" y="96031"/>
                  </a:lnTo>
                  <a:lnTo>
                    <a:pt x="5966767" y="96031"/>
                  </a:lnTo>
                  <a:lnTo>
                    <a:pt x="5966875" y="96031"/>
                  </a:lnTo>
                  <a:lnTo>
                    <a:pt x="5966875" y="95408"/>
                  </a:lnTo>
                  <a:lnTo>
                    <a:pt x="5966984" y="95408"/>
                  </a:lnTo>
                  <a:lnTo>
                    <a:pt x="5967092" y="95408"/>
                  </a:lnTo>
                  <a:lnTo>
                    <a:pt x="5967092" y="94784"/>
                  </a:lnTo>
                  <a:lnTo>
                    <a:pt x="5967201" y="94784"/>
                  </a:lnTo>
                  <a:lnTo>
                    <a:pt x="5967309" y="94784"/>
                  </a:lnTo>
                  <a:lnTo>
                    <a:pt x="5967418" y="94784"/>
                  </a:lnTo>
                  <a:lnTo>
                    <a:pt x="5967526" y="94784"/>
                  </a:lnTo>
                  <a:lnTo>
                    <a:pt x="5967634" y="94784"/>
                  </a:lnTo>
                  <a:lnTo>
                    <a:pt x="5967743" y="94784"/>
                  </a:lnTo>
                  <a:lnTo>
                    <a:pt x="5967851" y="94784"/>
                  </a:lnTo>
                  <a:lnTo>
                    <a:pt x="5967960" y="94784"/>
                  </a:lnTo>
                  <a:lnTo>
                    <a:pt x="5968068" y="94784"/>
                  </a:lnTo>
                  <a:lnTo>
                    <a:pt x="5968177" y="94784"/>
                  </a:lnTo>
                  <a:lnTo>
                    <a:pt x="5968285" y="94784"/>
                  </a:lnTo>
                  <a:lnTo>
                    <a:pt x="5968394" y="94784"/>
                  </a:lnTo>
                  <a:lnTo>
                    <a:pt x="5968502" y="94784"/>
                  </a:lnTo>
                  <a:lnTo>
                    <a:pt x="5968610" y="94784"/>
                  </a:lnTo>
                  <a:lnTo>
                    <a:pt x="5968719" y="94784"/>
                  </a:lnTo>
                  <a:lnTo>
                    <a:pt x="5968827" y="94784"/>
                  </a:lnTo>
                  <a:lnTo>
                    <a:pt x="5968936" y="94784"/>
                  </a:lnTo>
                  <a:lnTo>
                    <a:pt x="5969044" y="94784"/>
                  </a:lnTo>
                  <a:lnTo>
                    <a:pt x="5969153" y="94784"/>
                  </a:lnTo>
                  <a:lnTo>
                    <a:pt x="5969261" y="94784"/>
                  </a:lnTo>
                  <a:lnTo>
                    <a:pt x="5969370" y="94784"/>
                  </a:lnTo>
                  <a:lnTo>
                    <a:pt x="5969478" y="94784"/>
                  </a:lnTo>
                  <a:lnTo>
                    <a:pt x="5969478" y="94160"/>
                  </a:lnTo>
                  <a:lnTo>
                    <a:pt x="5969586" y="94160"/>
                  </a:lnTo>
                  <a:lnTo>
                    <a:pt x="5969695" y="94160"/>
                  </a:lnTo>
                  <a:lnTo>
                    <a:pt x="5969803" y="94160"/>
                  </a:lnTo>
                  <a:lnTo>
                    <a:pt x="5969912" y="94160"/>
                  </a:lnTo>
                  <a:lnTo>
                    <a:pt x="5970020" y="94160"/>
                  </a:lnTo>
                  <a:lnTo>
                    <a:pt x="5970129" y="94160"/>
                  </a:lnTo>
                  <a:lnTo>
                    <a:pt x="5970237" y="94160"/>
                  </a:lnTo>
                  <a:lnTo>
                    <a:pt x="5970346" y="94160"/>
                  </a:lnTo>
                  <a:lnTo>
                    <a:pt x="5970454" y="94160"/>
                  </a:lnTo>
                  <a:lnTo>
                    <a:pt x="5970563" y="94160"/>
                  </a:lnTo>
                  <a:lnTo>
                    <a:pt x="5970671" y="94160"/>
                  </a:lnTo>
                  <a:lnTo>
                    <a:pt x="5970779" y="94160"/>
                  </a:lnTo>
                  <a:lnTo>
                    <a:pt x="5970888" y="94160"/>
                  </a:lnTo>
                  <a:lnTo>
                    <a:pt x="5970996" y="94160"/>
                  </a:lnTo>
                  <a:lnTo>
                    <a:pt x="5971105" y="94160"/>
                  </a:lnTo>
                  <a:lnTo>
                    <a:pt x="5971213" y="94160"/>
                  </a:lnTo>
                  <a:lnTo>
                    <a:pt x="5971322" y="94160"/>
                  </a:lnTo>
                  <a:lnTo>
                    <a:pt x="5971430" y="94160"/>
                  </a:lnTo>
                  <a:lnTo>
                    <a:pt x="5971539" y="94160"/>
                  </a:lnTo>
                  <a:lnTo>
                    <a:pt x="5971647" y="94160"/>
                  </a:lnTo>
                  <a:lnTo>
                    <a:pt x="5971755" y="94160"/>
                  </a:lnTo>
                  <a:lnTo>
                    <a:pt x="5971864" y="94160"/>
                  </a:lnTo>
                  <a:lnTo>
                    <a:pt x="5971972" y="94160"/>
                  </a:lnTo>
                  <a:lnTo>
                    <a:pt x="5972081" y="94160"/>
                  </a:lnTo>
                  <a:lnTo>
                    <a:pt x="5972189" y="94160"/>
                  </a:lnTo>
                  <a:lnTo>
                    <a:pt x="5972298" y="94160"/>
                  </a:lnTo>
                  <a:lnTo>
                    <a:pt x="5972406" y="94160"/>
                  </a:lnTo>
                  <a:lnTo>
                    <a:pt x="5972515" y="94160"/>
                  </a:lnTo>
                  <a:lnTo>
                    <a:pt x="5972623" y="94160"/>
                  </a:lnTo>
                  <a:lnTo>
                    <a:pt x="5972731" y="94160"/>
                  </a:lnTo>
                  <a:lnTo>
                    <a:pt x="5972840" y="94160"/>
                  </a:lnTo>
                  <a:lnTo>
                    <a:pt x="5972948" y="94160"/>
                  </a:lnTo>
                  <a:lnTo>
                    <a:pt x="5973057" y="94160"/>
                  </a:lnTo>
                  <a:lnTo>
                    <a:pt x="5973165" y="94160"/>
                  </a:lnTo>
                  <a:lnTo>
                    <a:pt x="5973274" y="94160"/>
                  </a:lnTo>
                  <a:lnTo>
                    <a:pt x="5973382" y="94160"/>
                  </a:lnTo>
                  <a:lnTo>
                    <a:pt x="5973491" y="94160"/>
                  </a:lnTo>
                  <a:lnTo>
                    <a:pt x="5973599" y="94160"/>
                  </a:lnTo>
                  <a:lnTo>
                    <a:pt x="5973707" y="94160"/>
                  </a:lnTo>
                  <a:lnTo>
                    <a:pt x="5973816" y="94160"/>
                  </a:lnTo>
                  <a:lnTo>
                    <a:pt x="5973924" y="94160"/>
                  </a:lnTo>
                  <a:lnTo>
                    <a:pt x="5974033" y="94160"/>
                  </a:lnTo>
                  <a:lnTo>
                    <a:pt x="5974141" y="94160"/>
                  </a:lnTo>
                  <a:lnTo>
                    <a:pt x="5974250" y="94160"/>
                  </a:lnTo>
                  <a:lnTo>
                    <a:pt x="5974358" y="94160"/>
                  </a:lnTo>
                  <a:lnTo>
                    <a:pt x="5974467" y="94160"/>
                  </a:lnTo>
                  <a:lnTo>
                    <a:pt x="5974575" y="94160"/>
                  </a:lnTo>
                  <a:lnTo>
                    <a:pt x="5974684" y="94160"/>
                  </a:lnTo>
                  <a:lnTo>
                    <a:pt x="5974792" y="94160"/>
                  </a:lnTo>
                  <a:lnTo>
                    <a:pt x="5974900" y="94160"/>
                  </a:lnTo>
                  <a:lnTo>
                    <a:pt x="5975009" y="94160"/>
                  </a:lnTo>
                  <a:lnTo>
                    <a:pt x="5975117" y="94160"/>
                  </a:lnTo>
                  <a:lnTo>
                    <a:pt x="5975226" y="94160"/>
                  </a:lnTo>
                  <a:lnTo>
                    <a:pt x="5975334" y="94160"/>
                  </a:lnTo>
                  <a:lnTo>
                    <a:pt x="5975443" y="94160"/>
                  </a:lnTo>
                  <a:lnTo>
                    <a:pt x="5975551" y="94160"/>
                  </a:lnTo>
                  <a:lnTo>
                    <a:pt x="5975551" y="93537"/>
                  </a:lnTo>
                  <a:lnTo>
                    <a:pt x="5975660" y="93537"/>
                  </a:lnTo>
                  <a:lnTo>
                    <a:pt x="5975768" y="93537"/>
                  </a:lnTo>
                  <a:lnTo>
                    <a:pt x="5975876" y="93537"/>
                  </a:lnTo>
                  <a:lnTo>
                    <a:pt x="5975985" y="93537"/>
                  </a:lnTo>
                  <a:lnTo>
                    <a:pt x="5976093" y="93537"/>
                  </a:lnTo>
                  <a:lnTo>
                    <a:pt x="5976202" y="93537"/>
                  </a:lnTo>
                  <a:lnTo>
                    <a:pt x="5976310" y="93537"/>
                  </a:lnTo>
                  <a:lnTo>
                    <a:pt x="5976419" y="93537"/>
                  </a:lnTo>
                  <a:lnTo>
                    <a:pt x="5976527" y="93537"/>
                  </a:lnTo>
                  <a:lnTo>
                    <a:pt x="5976636" y="93537"/>
                  </a:lnTo>
                  <a:lnTo>
                    <a:pt x="5976744" y="93537"/>
                  </a:lnTo>
                  <a:lnTo>
                    <a:pt x="5976852" y="93537"/>
                  </a:lnTo>
                  <a:lnTo>
                    <a:pt x="5976961" y="93537"/>
                  </a:lnTo>
                  <a:lnTo>
                    <a:pt x="5977069" y="93537"/>
                  </a:lnTo>
                  <a:lnTo>
                    <a:pt x="5977178" y="93537"/>
                  </a:lnTo>
                  <a:lnTo>
                    <a:pt x="5977286" y="93537"/>
                  </a:lnTo>
                  <a:lnTo>
                    <a:pt x="5977395" y="93537"/>
                  </a:lnTo>
                  <a:lnTo>
                    <a:pt x="5977503" y="93537"/>
                  </a:lnTo>
                  <a:lnTo>
                    <a:pt x="5977612" y="93537"/>
                  </a:lnTo>
                  <a:lnTo>
                    <a:pt x="5977720" y="93537"/>
                  </a:lnTo>
                  <a:lnTo>
                    <a:pt x="5977828" y="93537"/>
                  </a:lnTo>
                  <a:lnTo>
                    <a:pt x="5977937" y="93537"/>
                  </a:lnTo>
                  <a:lnTo>
                    <a:pt x="5978045" y="93537"/>
                  </a:lnTo>
                  <a:lnTo>
                    <a:pt x="5978154" y="93537"/>
                  </a:lnTo>
                  <a:lnTo>
                    <a:pt x="5978262" y="93537"/>
                  </a:lnTo>
                  <a:lnTo>
                    <a:pt x="5978371" y="93537"/>
                  </a:lnTo>
                  <a:lnTo>
                    <a:pt x="5978479" y="93537"/>
                  </a:lnTo>
                  <a:lnTo>
                    <a:pt x="5978588" y="93537"/>
                  </a:lnTo>
                  <a:lnTo>
                    <a:pt x="5978696" y="93537"/>
                  </a:lnTo>
                  <a:lnTo>
                    <a:pt x="5978696" y="92913"/>
                  </a:lnTo>
                  <a:lnTo>
                    <a:pt x="5978805" y="92913"/>
                  </a:lnTo>
                  <a:lnTo>
                    <a:pt x="5978913" y="92913"/>
                  </a:lnTo>
                  <a:lnTo>
                    <a:pt x="5979021" y="92913"/>
                  </a:lnTo>
                  <a:lnTo>
                    <a:pt x="5979130" y="92913"/>
                  </a:lnTo>
                  <a:lnTo>
                    <a:pt x="5979238" y="92913"/>
                  </a:lnTo>
                  <a:lnTo>
                    <a:pt x="5979238" y="92290"/>
                  </a:lnTo>
                  <a:lnTo>
                    <a:pt x="5979347" y="92290"/>
                  </a:lnTo>
                  <a:lnTo>
                    <a:pt x="5979455" y="92290"/>
                  </a:lnTo>
                  <a:lnTo>
                    <a:pt x="5979564" y="92290"/>
                  </a:lnTo>
                  <a:lnTo>
                    <a:pt x="5979672" y="92290"/>
                  </a:lnTo>
                  <a:lnTo>
                    <a:pt x="5979781" y="92290"/>
                  </a:lnTo>
                  <a:lnTo>
                    <a:pt x="5979889" y="92290"/>
                  </a:lnTo>
                  <a:lnTo>
                    <a:pt x="5979997" y="92290"/>
                  </a:lnTo>
                  <a:lnTo>
                    <a:pt x="5980106" y="92290"/>
                  </a:lnTo>
                  <a:lnTo>
                    <a:pt x="5980214" y="92290"/>
                  </a:lnTo>
                  <a:lnTo>
                    <a:pt x="5980323" y="92290"/>
                  </a:lnTo>
                  <a:lnTo>
                    <a:pt x="5980323" y="91666"/>
                  </a:lnTo>
                  <a:lnTo>
                    <a:pt x="5980431" y="91666"/>
                  </a:lnTo>
                  <a:lnTo>
                    <a:pt x="5980540" y="91666"/>
                  </a:lnTo>
                  <a:lnTo>
                    <a:pt x="5980648" y="91666"/>
                  </a:lnTo>
                  <a:lnTo>
                    <a:pt x="5980648" y="91043"/>
                  </a:lnTo>
                  <a:lnTo>
                    <a:pt x="5980757" y="91043"/>
                  </a:lnTo>
                  <a:lnTo>
                    <a:pt x="5980865" y="91043"/>
                  </a:lnTo>
                  <a:lnTo>
                    <a:pt x="5980973" y="91043"/>
                  </a:lnTo>
                  <a:lnTo>
                    <a:pt x="5981082" y="91043"/>
                  </a:lnTo>
                  <a:lnTo>
                    <a:pt x="5981190" y="91043"/>
                  </a:lnTo>
                  <a:lnTo>
                    <a:pt x="5981299" y="91043"/>
                  </a:lnTo>
                  <a:lnTo>
                    <a:pt x="5981407" y="91043"/>
                  </a:lnTo>
                  <a:lnTo>
                    <a:pt x="5981516" y="91043"/>
                  </a:lnTo>
                  <a:lnTo>
                    <a:pt x="5981624" y="91043"/>
                  </a:lnTo>
                  <a:lnTo>
                    <a:pt x="5981733" y="91043"/>
                  </a:lnTo>
                  <a:lnTo>
                    <a:pt x="5981733" y="90419"/>
                  </a:lnTo>
                  <a:lnTo>
                    <a:pt x="5981841" y="90419"/>
                  </a:lnTo>
                  <a:lnTo>
                    <a:pt x="5981949" y="90419"/>
                  </a:lnTo>
                  <a:lnTo>
                    <a:pt x="5982058" y="90419"/>
                  </a:lnTo>
                  <a:lnTo>
                    <a:pt x="5982166" y="90419"/>
                  </a:lnTo>
                  <a:lnTo>
                    <a:pt x="5982275" y="90419"/>
                  </a:lnTo>
                  <a:lnTo>
                    <a:pt x="5982383" y="90419"/>
                  </a:lnTo>
                  <a:lnTo>
                    <a:pt x="5982492" y="90419"/>
                  </a:lnTo>
                  <a:lnTo>
                    <a:pt x="5982492" y="89795"/>
                  </a:lnTo>
                  <a:lnTo>
                    <a:pt x="5982600" y="89795"/>
                  </a:lnTo>
                  <a:lnTo>
                    <a:pt x="5982709" y="89795"/>
                  </a:lnTo>
                  <a:lnTo>
                    <a:pt x="5982817" y="89795"/>
                  </a:lnTo>
                  <a:lnTo>
                    <a:pt x="5982926" y="89795"/>
                  </a:lnTo>
                  <a:lnTo>
                    <a:pt x="5983034" y="89795"/>
                  </a:lnTo>
                  <a:lnTo>
                    <a:pt x="5983142" y="89795"/>
                  </a:lnTo>
                  <a:lnTo>
                    <a:pt x="5983251" y="89795"/>
                  </a:lnTo>
                  <a:lnTo>
                    <a:pt x="5983359" y="89795"/>
                  </a:lnTo>
                  <a:lnTo>
                    <a:pt x="5983468" y="89795"/>
                  </a:lnTo>
                  <a:lnTo>
                    <a:pt x="5983576" y="89795"/>
                  </a:lnTo>
                  <a:lnTo>
                    <a:pt x="5983685" y="89795"/>
                  </a:lnTo>
                  <a:lnTo>
                    <a:pt x="5983793" y="89795"/>
                  </a:lnTo>
                  <a:lnTo>
                    <a:pt x="5983902" y="89795"/>
                  </a:lnTo>
                  <a:lnTo>
                    <a:pt x="5984010" y="89795"/>
                  </a:lnTo>
                  <a:lnTo>
                    <a:pt x="5984118" y="89795"/>
                  </a:lnTo>
                  <a:lnTo>
                    <a:pt x="5984227" y="89795"/>
                  </a:lnTo>
                  <a:lnTo>
                    <a:pt x="5984335" y="89795"/>
                  </a:lnTo>
                  <a:lnTo>
                    <a:pt x="5984444" y="89795"/>
                  </a:lnTo>
                  <a:lnTo>
                    <a:pt x="5984552" y="89795"/>
                  </a:lnTo>
                  <a:lnTo>
                    <a:pt x="5984661" y="89795"/>
                  </a:lnTo>
                  <a:lnTo>
                    <a:pt x="5984769" y="89795"/>
                  </a:lnTo>
                  <a:lnTo>
                    <a:pt x="5984878" y="89795"/>
                  </a:lnTo>
                  <a:lnTo>
                    <a:pt x="5984986" y="89795"/>
                  </a:lnTo>
                  <a:lnTo>
                    <a:pt x="5985094" y="89795"/>
                  </a:lnTo>
                  <a:lnTo>
                    <a:pt x="5985203" y="89795"/>
                  </a:lnTo>
                  <a:lnTo>
                    <a:pt x="5985311" y="89795"/>
                  </a:lnTo>
                  <a:lnTo>
                    <a:pt x="5985420" y="89795"/>
                  </a:lnTo>
                  <a:lnTo>
                    <a:pt x="5985528" y="89795"/>
                  </a:lnTo>
                  <a:lnTo>
                    <a:pt x="5985637" y="89795"/>
                  </a:lnTo>
                  <a:lnTo>
                    <a:pt x="5985745" y="89795"/>
                  </a:lnTo>
                  <a:lnTo>
                    <a:pt x="5985854" y="89795"/>
                  </a:lnTo>
                  <a:lnTo>
                    <a:pt x="5985962" y="89795"/>
                  </a:lnTo>
                  <a:lnTo>
                    <a:pt x="5986070" y="89795"/>
                  </a:lnTo>
                  <a:lnTo>
                    <a:pt x="5986179" y="89795"/>
                  </a:lnTo>
                  <a:lnTo>
                    <a:pt x="5986287" y="89795"/>
                  </a:lnTo>
                  <a:lnTo>
                    <a:pt x="5986396" y="89795"/>
                  </a:lnTo>
                  <a:lnTo>
                    <a:pt x="5986504" y="89795"/>
                  </a:lnTo>
                  <a:lnTo>
                    <a:pt x="5986613" y="89795"/>
                  </a:lnTo>
                  <a:lnTo>
                    <a:pt x="5986721" y="89795"/>
                  </a:lnTo>
                  <a:lnTo>
                    <a:pt x="5986830" y="89795"/>
                  </a:lnTo>
                  <a:lnTo>
                    <a:pt x="5986938" y="89795"/>
                  </a:lnTo>
                  <a:lnTo>
                    <a:pt x="5987047" y="89795"/>
                  </a:lnTo>
                  <a:lnTo>
                    <a:pt x="5987047" y="89172"/>
                  </a:lnTo>
                  <a:lnTo>
                    <a:pt x="5987155" y="89172"/>
                  </a:lnTo>
                  <a:lnTo>
                    <a:pt x="5987263" y="89172"/>
                  </a:lnTo>
                  <a:lnTo>
                    <a:pt x="5987372" y="89172"/>
                  </a:lnTo>
                  <a:lnTo>
                    <a:pt x="5987480" y="89172"/>
                  </a:lnTo>
                  <a:lnTo>
                    <a:pt x="5987589" y="89172"/>
                  </a:lnTo>
                  <a:lnTo>
                    <a:pt x="5987589" y="88548"/>
                  </a:lnTo>
                  <a:lnTo>
                    <a:pt x="5987697" y="88548"/>
                  </a:lnTo>
                  <a:lnTo>
                    <a:pt x="5987806" y="88548"/>
                  </a:lnTo>
                  <a:lnTo>
                    <a:pt x="5987914" y="88548"/>
                  </a:lnTo>
                  <a:lnTo>
                    <a:pt x="5988023" y="88548"/>
                  </a:lnTo>
                  <a:lnTo>
                    <a:pt x="5988131" y="88548"/>
                  </a:lnTo>
                  <a:lnTo>
                    <a:pt x="5988239" y="88548"/>
                  </a:lnTo>
                  <a:lnTo>
                    <a:pt x="5988348" y="88548"/>
                  </a:lnTo>
                  <a:lnTo>
                    <a:pt x="5988348" y="87925"/>
                  </a:lnTo>
                  <a:lnTo>
                    <a:pt x="5988456" y="87925"/>
                  </a:lnTo>
                  <a:lnTo>
                    <a:pt x="5988565" y="87925"/>
                  </a:lnTo>
                  <a:lnTo>
                    <a:pt x="5988673" y="87925"/>
                  </a:lnTo>
                  <a:lnTo>
                    <a:pt x="5988782" y="87925"/>
                  </a:lnTo>
                  <a:lnTo>
                    <a:pt x="5988890" y="87925"/>
                  </a:lnTo>
                  <a:lnTo>
                    <a:pt x="5988999" y="87925"/>
                  </a:lnTo>
                  <a:lnTo>
                    <a:pt x="5989107" y="87925"/>
                  </a:lnTo>
                  <a:lnTo>
                    <a:pt x="5989215" y="87925"/>
                  </a:lnTo>
                  <a:lnTo>
                    <a:pt x="5989324" y="87925"/>
                  </a:lnTo>
                  <a:lnTo>
                    <a:pt x="5989432" y="87925"/>
                  </a:lnTo>
                  <a:lnTo>
                    <a:pt x="5989541" y="87925"/>
                  </a:lnTo>
                  <a:lnTo>
                    <a:pt x="5989649" y="87925"/>
                  </a:lnTo>
                  <a:lnTo>
                    <a:pt x="5989758" y="87925"/>
                  </a:lnTo>
                  <a:lnTo>
                    <a:pt x="5989866" y="87925"/>
                  </a:lnTo>
                  <a:lnTo>
                    <a:pt x="5989975" y="87925"/>
                  </a:lnTo>
                  <a:lnTo>
                    <a:pt x="5990083" y="87925"/>
                  </a:lnTo>
                  <a:lnTo>
                    <a:pt x="5990191" y="87925"/>
                  </a:lnTo>
                  <a:lnTo>
                    <a:pt x="5990300" y="87925"/>
                  </a:lnTo>
                  <a:lnTo>
                    <a:pt x="5990408" y="87925"/>
                  </a:lnTo>
                  <a:lnTo>
                    <a:pt x="5990517" y="87925"/>
                  </a:lnTo>
                  <a:lnTo>
                    <a:pt x="5990625" y="87925"/>
                  </a:lnTo>
                  <a:lnTo>
                    <a:pt x="5990734" y="87925"/>
                  </a:lnTo>
                  <a:lnTo>
                    <a:pt x="5990842" y="87925"/>
                  </a:lnTo>
                  <a:lnTo>
                    <a:pt x="5990951" y="87925"/>
                  </a:lnTo>
                  <a:lnTo>
                    <a:pt x="5991059" y="87925"/>
                  </a:lnTo>
                  <a:lnTo>
                    <a:pt x="5991167" y="87925"/>
                  </a:lnTo>
                  <a:lnTo>
                    <a:pt x="5991276" y="87925"/>
                  </a:lnTo>
                  <a:lnTo>
                    <a:pt x="5991384" y="87925"/>
                  </a:lnTo>
                  <a:lnTo>
                    <a:pt x="5991493" y="87925"/>
                  </a:lnTo>
                  <a:lnTo>
                    <a:pt x="5991601" y="87925"/>
                  </a:lnTo>
                  <a:lnTo>
                    <a:pt x="5991601" y="87301"/>
                  </a:lnTo>
                  <a:lnTo>
                    <a:pt x="5991710" y="87301"/>
                  </a:lnTo>
                  <a:lnTo>
                    <a:pt x="5991818" y="87301"/>
                  </a:lnTo>
                  <a:lnTo>
                    <a:pt x="5991927" y="87301"/>
                  </a:lnTo>
                  <a:lnTo>
                    <a:pt x="5992035" y="87301"/>
                  </a:lnTo>
                  <a:lnTo>
                    <a:pt x="5992144" y="87301"/>
                  </a:lnTo>
                  <a:lnTo>
                    <a:pt x="5992252" y="87301"/>
                  </a:lnTo>
                  <a:lnTo>
                    <a:pt x="5992360" y="87301"/>
                  </a:lnTo>
                  <a:lnTo>
                    <a:pt x="5992469" y="87301"/>
                  </a:lnTo>
                  <a:lnTo>
                    <a:pt x="5992577" y="87301"/>
                  </a:lnTo>
                  <a:lnTo>
                    <a:pt x="5992686" y="87301"/>
                  </a:lnTo>
                  <a:lnTo>
                    <a:pt x="5992794" y="87301"/>
                  </a:lnTo>
                  <a:lnTo>
                    <a:pt x="5992903" y="87301"/>
                  </a:lnTo>
                  <a:lnTo>
                    <a:pt x="5993011" y="87301"/>
                  </a:lnTo>
                  <a:lnTo>
                    <a:pt x="5993120" y="87301"/>
                  </a:lnTo>
                  <a:lnTo>
                    <a:pt x="5993228" y="87301"/>
                  </a:lnTo>
                  <a:lnTo>
                    <a:pt x="5993336" y="87301"/>
                  </a:lnTo>
                  <a:lnTo>
                    <a:pt x="5993445" y="87301"/>
                  </a:lnTo>
                  <a:lnTo>
                    <a:pt x="5993553" y="87301"/>
                  </a:lnTo>
                  <a:lnTo>
                    <a:pt x="5993662" y="87301"/>
                  </a:lnTo>
                  <a:lnTo>
                    <a:pt x="5993770" y="87301"/>
                  </a:lnTo>
                  <a:lnTo>
                    <a:pt x="5993879" y="87301"/>
                  </a:lnTo>
                  <a:lnTo>
                    <a:pt x="5993987" y="87301"/>
                  </a:lnTo>
                  <a:lnTo>
                    <a:pt x="5994096" y="87301"/>
                  </a:lnTo>
                  <a:lnTo>
                    <a:pt x="5994204" y="87301"/>
                  </a:lnTo>
                  <a:lnTo>
                    <a:pt x="5994312" y="87301"/>
                  </a:lnTo>
                  <a:lnTo>
                    <a:pt x="5994421" y="87301"/>
                  </a:lnTo>
                  <a:lnTo>
                    <a:pt x="5994529" y="87301"/>
                  </a:lnTo>
                  <a:lnTo>
                    <a:pt x="5994638" y="87301"/>
                  </a:lnTo>
                  <a:lnTo>
                    <a:pt x="5994638" y="86677"/>
                  </a:lnTo>
                  <a:lnTo>
                    <a:pt x="5994746" y="86677"/>
                  </a:lnTo>
                  <a:lnTo>
                    <a:pt x="5994855" y="86677"/>
                  </a:lnTo>
                  <a:lnTo>
                    <a:pt x="5994963" y="86677"/>
                  </a:lnTo>
                  <a:lnTo>
                    <a:pt x="5995072" y="86677"/>
                  </a:lnTo>
                  <a:lnTo>
                    <a:pt x="5995180" y="86677"/>
                  </a:lnTo>
                  <a:lnTo>
                    <a:pt x="5995288" y="86677"/>
                  </a:lnTo>
                  <a:lnTo>
                    <a:pt x="5995397" y="86677"/>
                  </a:lnTo>
                  <a:lnTo>
                    <a:pt x="5995505" y="86677"/>
                  </a:lnTo>
                  <a:lnTo>
                    <a:pt x="5995614" y="86677"/>
                  </a:lnTo>
                  <a:lnTo>
                    <a:pt x="5995722" y="86677"/>
                  </a:lnTo>
                  <a:lnTo>
                    <a:pt x="5995831" y="86677"/>
                  </a:lnTo>
                  <a:lnTo>
                    <a:pt x="5995831" y="86054"/>
                  </a:lnTo>
                  <a:lnTo>
                    <a:pt x="5995939" y="86054"/>
                  </a:lnTo>
                  <a:lnTo>
                    <a:pt x="5996048" y="86054"/>
                  </a:lnTo>
                  <a:lnTo>
                    <a:pt x="5996156" y="86054"/>
                  </a:lnTo>
                  <a:lnTo>
                    <a:pt x="5996265" y="86054"/>
                  </a:lnTo>
                  <a:lnTo>
                    <a:pt x="5996265" y="85430"/>
                  </a:lnTo>
                  <a:lnTo>
                    <a:pt x="5996373" y="85430"/>
                  </a:lnTo>
                  <a:lnTo>
                    <a:pt x="5996481" y="85430"/>
                  </a:lnTo>
                  <a:lnTo>
                    <a:pt x="5996590" y="85430"/>
                  </a:lnTo>
                  <a:lnTo>
                    <a:pt x="5996698" y="85430"/>
                  </a:lnTo>
                  <a:lnTo>
                    <a:pt x="5996807" y="85430"/>
                  </a:lnTo>
                  <a:lnTo>
                    <a:pt x="5996915" y="85430"/>
                  </a:lnTo>
                  <a:lnTo>
                    <a:pt x="5997024" y="85430"/>
                  </a:lnTo>
                  <a:lnTo>
                    <a:pt x="5997132" y="85430"/>
                  </a:lnTo>
                  <a:lnTo>
                    <a:pt x="5997241" y="85430"/>
                  </a:lnTo>
                  <a:lnTo>
                    <a:pt x="5997349" y="85430"/>
                  </a:lnTo>
                  <a:lnTo>
                    <a:pt x="5997457" y="85430"/>
                  </a:lnTo>
                  <a:lnTo>
                    <a:pt x="5997566" y="85430"/>
                  </a:lnTo>
                  <a:lnTo>
                    <a:pt x="5997674" y="85430"/>
                  </a:lnTo>
                  <a:lnTo>
                    <a:pt x="5997783" y="85430"/>
                  </a:lnTo>
                  <a:lnTo>
                    <a:pt x="5997891" y="85430"/>
                  </a:lnTo>
                  <a:lnTo>
                    <a:pt x="5998000" y="85430"/>
                  </a:lnTo>
                  <a:lnTo>
                    <a:pt x="5998108" y="85430"/>
                  </a:lnTo>
                  <a:lnTo>
                    <a:pt x="5998217" y="85430"/>
                  </a:lnTo>
                  <a:lnTo>
                    <a:pt x="5998325" y="85430"/>
                  </a:lnTo>
                  <a:lnTo>
                    <a:pt x="5998433" y="85430"/>
                  </a:lnTo>
                  <a:lnTo>
                    <a:pt x="5998542" y="85430"/>
                  </a:lnTo>
                  <a:lnTo>
                    <a:pt x="5998650" y="85430"/>
                  </a:lnTo>
                  <a:lnTo>
                    <a:pt x="5998759" y="85430"/>
                  </a:lnTo>
                  <a:lnTo>
                    <a:pt x="5998867" y="85430"/>
                  </a:lnTo>
                  <a:lnTo>
                    <a:pt x="5998867" y="84807"/>
                  </a:lnTo>
                  <a:lnTo>
                    <a:pt x="5998976" y="84807"/>
                  </a:lnTo>
                  <a:lnTo>
                    <a:pt x="5999084" y="84807"/>
                  </a:lnTo>
                  <a:lnTo>
                    <a:pt x="5999193" y="84807"/>
                  </a:lnTo>
                  <a:lnTo>
                    <a:pt x="5999301" y="84807"/>
                  </a:lnTo>
                  <a:lnTo>
                    <a:pt x="5999409" y="84807"/>
                  </a:lnTo>
                  <a:lnTo>
                    <a:pt x="5999518" y="84807"/>
                  </a:lnTo>
                  <a:lnTo>
                    <a:pt x="5999626" y="84807"/>
                  </a:lnTo>
                  <a:lnTo>
                    <a:pt x="5999735" y="84807"/>
                  </a:lnTo>
                  <a:lnTo>
                    <a:pt x="5999735" y="84183"/>
                  </a:lnTo>
                  <a:lnTo>
                    <a:pt x="5999843" y="84183"/>
                  </a:lnTo>
                  <a:lnTo>
                    <a:pt x="5999952" y="84183"/>
                  </a:lnTo>
                  <a:lnTo>
                    <a:pt x="6000060" y="84183"/>
                  </a:lnTo>
                  <a:lnTo>
                    <a:pt x="6000169" y="84183"/>
                  </a:lnTo>
                  <a:lnTo>
                    <a:pt x="6000277" y="84183"/>
                  </a:lnTo>
                  <a:lnTo>
                    <a:pt x="6000386" y="84183"/>
                  </a:lnTo>
                  <a:lnTo>
                    <a:pt x="6000494" y="84183"/>
                  </a:lnTo>
                  <a:lnTo>
                    <a:pt x="6000602" y="84183"/>
                  </a:lnTo>
                  <a:lnTo>
                    <a:pt x="6000711" y="84183"/>
                  </a:lnTo>
                  <a:lnTo>
                    <a:pt x="6000819" y="84183"/>
                  </a:lnTo>
                  <a:lnTo>
                    <a:pt x="6000928" y="84183"/>
                  </a:lnTo>
                  <a:lnTo>
                    <a:pt x="6001036" y="84183"/>
                  </a:lnTo>
                  <a:lnTo>
                    <a:pt x="6001145" y="84183"/>
                  </a:lnTo>
                  <a:lnTo>
                    <a:pt x="6001253" y="84183"/>
                  </a:lnTo>
                  <a:lnTo>
                    <a:pt x="6001362" y="84183"/>
                  </a:lnTo>
                  <a:lnTo>
                    <a:pt x="6001470" y="84183"/>
                  </a:lnTo>
                  <a:lnTo>
                    <a:pt x="6001578" y="84183"/>
                  </a:lnTo>
                  <a:lnTo>
                    <a:pt x="6001687" y="84183"/>
                  </a:lnTo>
                  <a:lnTo>
                    <a:pt x="6001795" y="84183"/>
                  </a:lnTo>
                  <a:lnTo>
                    <a:pt x="6001904" y="84183"/>
                  </a:lnTo>
                  <a:lnTo>
                    <a:pt x="6002012" y="84183"/>
                  </a:lnTo>
                  <a:lnTo>
                    <a:pt x="6002121" y="84183"/>
                  </a:lnTo>
                  <a:lnTo>
                    <a:pt x="6002229" y="84183"/>
                  </a:lnTo>
                  <a:lnTo>
                    <a:pt x="6002338" y="84183"/>
                  </a:lnTo>
                  <a:lnTo>
                    <a:pt x="6002446" y="84183"/>
                  </a:lnTo>
                  <a:lnTo>
                    <a:pt x="6002554" y="84183"/>
                  </a:lnTo>
                  <a:lnTo>
                    <a:pt x="6002663" y="84183"/>
                  </a:lnTo>
                  <a:lnTo>
                    <a:pt x="6002771" y="84183"/>
                  </a:lnTo>
                  <a:lnTo>
                    <a:pt x="6002880" y="84183"/>
                  </a:lnTo>
                  <a:lnTo>
                    <a:pt x="6002988" y="84183"/>
                  </a:lnTo>
                  <a:lnTo>
                    <a:pt x="6003097" y="84183"/>
                  </a:lnTo>
                  <a:lnTo>
                    <a:pt x="6003205" y="84183"/>
                  </a:lnTo>
                  <a:lnTo>
                    <a:pt x="6003314" y="84183"/>
                  </a:lnTo>
                  <a:lnTo>
                    <a:pt x="6003422" y="84183"/>
                  </a:lnTo>
                  <a:lnTo>
                    <a:pt x="6003530" y="84183"/>
                  </a:lnTo>
                  <a:lnTo>
                    <a:pt x="6003639" y="84183"/>
                  </a:lnTo>
                  <a:lnTo>
                    <a:pt x="6003747" y="84183"/>
                  </a:lnTo>
                  <a:lnTo>
                    <a:pt x="6003856" y="84183"/>
                  </a:lnTo>
                  <a:lnTo>
                    <a:pt x="6003964" y="84183"/>
                  </a:lnTo>
                  <a:lnTo>
                    <a:pt x="6004073" y="84183"/>
                  </a:lnTo>
                  <a:lnTo>
                    <a:pt x="6004181" y="84183"/>
                  </a:lnTo>
                  <a:lnTo>
                    <a:pt x="6004290" y="84183"/>
                  </a:lnTo>
                  <a:lnTo>
                    <a:pt x="6004398" y="84183"/>
                  </a:lnTo>
                  <a:lnTo>
                    <a:pt x="6004507" y="84183"/>
                  </a:lnTo>
                  <a:lnTo>
                    <a:pt x="6004615" y="84183"/>
                  </a:lnTo>
                  <a:lnTo>
                    <a:pt x="6004723" y="84183"/>
                  </a:lnTo>
                  <a:lnTo>
                    <a:pt x="6004832" y="84183"/>
                  </a:lnTo>
                  <a:lnTo>
                    <a:pt x="6004940" y="84183"/>
                  </a:lnTo>
                  <a:lnTo>
                    <a:pt x="6005049" y="84183"/>
                  </a:lnTo>
                  <a:lnTo>
                    <a:pt x="6005157" y="84183"/>
                  </a:lnTo>
                  <a:lnTo>
                    <a:pt x="6005266" y="84183"/>
                  </a:lnTo>
                  <a:lnTo>
                    <a:pt x="6005374" y="84183"/>
                  </a:lnTo>
                  <a:lnTo>
                    <a:pt x="6005483" y="84183"/>
                  </a:lnTo>
                  <a:lnTo>
                    <a:pt x="6005591" y="84183"/>
                  </a:lnTo>
                  <a:lnTo>
                    <a:pt x="6005699" y="84183"/>
                  </a:lnTo>
                  <a:lnTo>
                    <a:pt x="6005808" y="84183"/>
                  </a:lnTo>
                  <a:lnTo>
                    <a:pt x="6005916" y="84183"/>
                  </a:lnTo>
                  <a:lnTo>
                    <a:pt x="6006025" y="84183"/>
                  </a:lnTo>
                  <a:lnTo>
                    <a:pt x="6006133" y="84183"/>
                  </a:lnTo>
                  <a:lnTo>
                    <a:pt x="6006242" y="84183"/>
                  </a:lnTo>
                  <a:lnTo>
                    <a:pt x="6006350" y="84183"/>
                  </a:lnTo>
                  <a:lnTo>
                    <a:pt x="6006459" y="84183"/>
                  </a:lnTo>
                  <a:lnTo>
                    <a:pt x="6006567" y="84183"/>
                  </a:lnTo>
                  <a:lnTo>
                    <a:pt x="6006675" y="84183"/>
                  </a:lnTo>
                  <a:lnTo>
                    <a:pt x="6006784" y="84183"/>
                  </a:lnTo>
                  <a:lnTo>
                    <a:pt x="6006892" y="84183"/>
                  </a:lnTo>
                  <a:lnTo>
                    <a:pt x="6007001" y="84183"/>
                  </a:lnTo>
                  <a:lnTo>
                    <a:pt x="6007109" y="84183"/>
                  </a:lnTo>
                  <a:lnTo>
                    <a:pt x="6007218" y="84183"/>
                  </a:lnTo>
                  <a:lnTo>
                    <a:pt x="6007326" y="84183"/>
                  </a:lnTo>
                  <a:lnTo>
                    <a:pt x="6007435" y="84183"/>
                  </a:lnTo>
                  <a:lnTo>
                    <a:pt x="6007543" y="84183"/>
                  </a:lnTo>
                  <a:lnTo>
                    <a:pt x="6007651" y="84183"/>
                  </a:lnTo>
                  <a:lnTo>
                    <a:pt x="6007760" y="84183"/>
                  </a:lnTo>
                  <a:lnTo>
                    <a:pt x="6007868" y="84183"/>
                  </a:lnTo>
                  <a:lnTo>
                    <a:pt x="6007977" y="84183"/>
                  </a:lnTo>
                  <a:lnTo>
                    <a:pt x="6008085" y="84183"/>
                  </a:lnTo>
                  <a:lnTo>
                    <a:pt x="6008194" y="84183"/>
                  </a:lnTo>
                  <a:lnTo>
                    <a:pt x="6008302" y="84183"/>
                  </a:lnTo>
                  <a:lnTo>
                    <a:pt x="6008411" y="84183"/>
                  </a:lnTo>
                  <a:lnTo>
                    <a:pt x="6008519" y="84183"/>
                  </a:lnTo>
                  <a:lnTo>
                    <a:pt x="6008628" y="84183"/>
                  </a:lnTo>
                  <a:lnTo>
                    <a:pt x="6008736" y="84183"/>
                  </a:lnTo>
                  <a:lnTo>
                    <a:pt x="6008844" y="84183"/>
                  </a:lnTo>
                  <a:lnTo>
                    <a:pt x="6008844" y="83560"/>
                  </a:lnTo>
                  <a:lnTo>
                    <a:pt x="6008953" y="83560"/>
                  </a:lnTo>
                  <a:lnTo>
                    <a:pt x="6009061" y="83560"/>
                  </a:lnTo>
                  <a:lnTo>
                    <a:pt x="6009170" y="83560"/>
                  </a:lnTo>
                  <a:lnTo>
                    <a:pt x="6009278" y="83560"/>
                  </a:lnTo>
                  <a:lnTo>
                    <a:pt x="6009387" y="83560"/>
                  </a:lnTo>
                  <a:lnTo>
                    <a:pt x="6009495" y="83560"/>
                  </a:lnTo>
                  <a:lnTo>
                    <a:pt x="6009604" y="83560"/>
                  </a:lnTo>
                  <a:lnTo>
                    <a:pt x="6009712" y="83560"/>
                  </a:lnTo>
                  <a:lnTo>
                    <a:pt x="6009820" y="83560"/>
                  </a:lnTo>
                  <a:lnTo>
                    <a:pt x="6009929" y="83560"/>
                  </a:lnTo>
                  <a:lnTo>
                    <a:pt x="6010037" y="83560"/>
                  </a:lnTo>
                  <a:lnTo>
                    <a:pt x="6010146" y="83560"/>
                  </a:lnTo>
                  <a:lnTo>
                    <a:pt x="6010254" y="83560"/>
                  </a:lnTo>
                  <a:lnTo>
                    <a:pt x="6010363" y="83560"/>
                  </a:lnTo>
                  <a:lnTo>
                    <a:pt x="6010471" y="83560"/>
                  </a:lnTo>
                  <a:lnTo>
                    <a:pt x="6010580" y="83560"/>
                  </a:lnTo>
                  <a:lnTo>
                    <a:pt x="6010688" y="83560"/>
                  </a:lnTo>
                  <a:lnTo>
                    <a:pt x="6010796" y="83560"/>
                  </a:lnTo>
                  <a:lnTo>
                    <a:pt x="6010796" y="82936"/>
                  </a:lnTo>
                  <a:lnTo>
                    <a:pt x="6010905" y="82936"/>
                  </a:lnTo>
                  <a:lnTo>
                    <a:pt x="6011013" y="82936"/>
                  </a:lnTo>
                  <a:lnTo>
                    <a:pt x="6011013" y="82312"/>
                  </a:lnTo>
                  <a:lnTo>
                    <a:pt x="6011122" y="82312"/>
                  </a:lnTo>
                  <a:lnTo>
                    <a:pt x="6011230" y="82312"/>
                  </a:lnTo>
                  <a:lnTo>
                    <a:pt x="6011339" y="82312"/>
                  </a:lnTo>
                  <a:lnTo>
                    <a:pt x="6011447" y="82312"/>
                  </a:lnTo>
                  <a:lnTo>
                    <a:pt x="6011556" y="82312"/>
                  </a:lnTo>
                  <a:lnTo>
                    <a:pt x="6011664" y="82312"/>
                  </a:lnTo>
                  <a:lnTo>
                    <a:pt x="6011772" y="82312"/>
                  </a:lnTo>
                  <a:lnTo>
                    <a:pt x="6011881" y="82312"/>
                  </a:lnTo>
                  <a:lnTo>
                    <a:pt x="6011881" y="81689"/>
                  </a:lnTo>
                  <a:lnTo>
                    <a:pt x="6011989" y="81689"/>
                  </a:lnTo>
                  <a:lnTo>
                    <a:pt x="6012098" y="81689"/>
                  </a:lnTo>
                  <a:lnTo>
                    <a:pt x="6012206" y="81689"/>
                  </a:lnTo>
                  <a:lnTo>
                    <a:pt x="6012315" y="81689"/>
                  </a:lnTo>
                  <a:lnTo>
                    <a:pt x="6012423" y="81689"/>
                  </a:lnTo>
                  <a:lnTo>
                    <a:pt x="6012532" y="81689"/>
                  </a:lnTo>
                  <a:lnTo>
                    <a:pt x="6012640" y="81689"/>
                  </a:lnTo>
                  <a:lnTo>
                    <a:pt x="6012749" y="81689"/>
                  </a:lnTo>
                  <a:lnTo>
                    <a:pt x="6012857" y="81689"/>
                  </a:lnTo>
                  <a:lnTo>
                    <a:pt x="6012965" y="81689"/>
                  </a:lnTo>
                  <a:lnTo>
                    <a:pt x="6013074" y="81689"/>
                  </a:lnTo>
                  <a:lnTo>
                    <a:pt x="6013182" y="81689"/>
                  </a:lnTo>
                  <a:lnTo>
                    <a:pt x="6013291" y="81689"/>
                  </a:lnTo>
                  <a:lnTo>
                    <a:pt x="6013399" y="81689"/>
                  </a:lnTo>
                  <a:lnTo>
                    <a:pt x="6013508" y="81689"/>
                  </a:lnTo>
                  <a:lnTo>
                    <a:pt x="6013616" y="81689"/>
                  </a:lnTo>
                  <a:lnTo>
                    <a:pt x="6013725" y="81689"/>
                  </a:lnTo>
                  <a:lnTo>
                    <a:pt x="6013833" y="81689"/>
                  </a:lnTo>
                  <a:lnTo>
                    <a:pt x="6013941" y="81689"/>
                  </a:lnTo>
                  <a:lnTo>
                    <a:pt x="6014050" y="81689"/>
                  </a:lnTo>
                  <a:lnTo>
                    <a:pt x="6014158" y="81689"/>
                  </a:lnTo>
                  <a:lnTo>
                    <a:pt x="6014267" y="81689"/>
                  </a:lnTo>
                  <a:lnTo>
                    <a:pt x="6014375" y="81689"/>
                  </a:lnTo>
                  <a:lnTo>
                    <a:pt x="6014484" y="81689"/>
                  </a:lnTo>
                  <a:lnTo>
                    <a:pt x="6014592" y="81689"/>
                  </a:lnTo>
                  <a:lnTo>
                    <a:pt x="6014701" y="81689"/>
                  </a:lnTo>
                  <a:lnTo>
                    <a:pt x="6014809" y="81689"/>
                  </a:lnTo>
                  <a:lnTo>
                    <a:pt x="6014917" y="81689"/>
                  </a:lnTo>
                  <a:lnTo>
                    <a:pt x="6015026" y="81689"/>
                  </a:lnTo>
                  <a:lnTo>
                    <a:pt x="6015134" y="81689"/>
                  </a:lnTo>
                  <a:lnTo>
                    <a:pt x="6015243" y="81689"/>
                  </a:lnTo>
                  <a:lnTo>
                    <a:pt x="6015351" y="81689"/>
                  </a:lnTo>
                  <a:lnTo>
                    <a:pt x="6015460" y="81689"/>
                  </a:lnTo>
                  <a:lnTo>
                    <a:pt x="6015568" y="81689"/>
                  </a:lnTo>
                  <a:lnTo>
                    <a:pt x="6015677" y="81689"/>
                  </a:lnTo>
                  <a:lnTo>
                    <a:pt x="6015785" y="81689"/>
                  </a:lnTo>
                  <a:lnTo>
                    <a:pt x="6015893" y="81689"/>
                  </a:lnTo>
                  <a:lnTo>
                    <a:pt x="6016002" y="81689"/>
                  </a:lnTo>
                  <a:lnTo>
                    <a:pt x="6016110" y="81689"/>
                  </a:lnTo>
                  <a:lnTo>
                    <a:pt x="6016219" y="81689"/>
                  </a:lnTo>
                  <a:lnTo>
                    <a:pt x="6016327" y="81689"/>
                  </a:lnTo>
                  <a:lnTo>
                    <a:pt x="6016436" y="81689"/>
                  </a:lnTo>
                  <a:lnTo>
                    <a:pt x="6016544" y="81689"/>
                  </a:lnTo>
                  <a:lnTo>
                    <a:pt x="6016653" y="81689"/>
                  </a:lnTo>
                  <a:lnTo>
                    <a:pt x="6016761" y="81689"/>
                  </a:lnTo>
                  <a:lnTo>
                    <a:pt x="6016869" y="81689"/>
                  </a:lnTo>
                  <a:lnTo>
                    <a:pt x="6016978" y="81689"/>
                  </a:lnTo>
                  <a:lnTo>
                    <a:pt x="6017086" y="81689"/>
                  </a:lnTo>
                  <a:lnTo>
                    <a:pt x="6017195" y="81689"/>
                  </a:lnTo>
                  <a:lnTo>
                    <a:pt x="6017303" y="81689"/>
                  </a:lnTo>
                  <a:lnTo>
                    <a:pt x="6017412" y="81689"/>
                  </a:lnTo>
                  <a:lnTo>
                    <a:pt x="6017520" y="81689"/>
                  </a:lnTo>
                  <a:lnTo>
                    <a:pt x="6017629" y="81689"/>
                  </a:lnTo>
                  <a:lnTo>
                    <a:pt x="6017737" y="81689"/>
                  </a:lnTo>
                  <a:lnTo>
                    <a:pt x="6017846" y="81689"/>
                  </a:lnTo>
                  <a:lnTo>
                    <a:pt x="6017954" y="81689"/>
                  </a:lnTo>
                  <a:lnTo>
                    <a:pt x="6018062" y="81689"/>
                  </a:lnTo>
                  <a:lnTo>
                    <a:pt x="6018171" y="81689"/>
                  </a:lnTo>
                  <a:lnTo>
                    <a:pt x="6018279" y="81689"/>
                  </a:lnTo>
                  <a:lnTo>
                    <a:pt x="6018388" y="81689"/>
                  </a:lnTo>
                  <a:lnTo>
                    <a:pt x="6018496" y="81689"/>
                  </a:lnTo>
                  <a:lnTo>
                    <a:pt x="6018605" y="81689"/>
                  </a:lnTo>
                  <a:lnTo>
                    <a:pt x="6018713" y="81689"/>
                  </a:lnTo>
                  <a:lnTo>
                    <a:pt x="6018822" y="81689"/>
                  </a:lnTo>
                  <a:lnTo>
                    <a:pt x="6018822" y="81065"/>
                  </a:lnTo>
                  <a:lnTo>
                    <a:pt x="6018930" y="81065"/>
                  </a:lnTo>
                  <a:lnTo>
                    <a:pt x="6018930" y="80442"/>
                  </a:lnTo>
                  <a:lnTo>
                    <a:pt x="6019038" y="80442"/>
                  </a:lnTo>
                  <a:lnTo>
                    <a:pt x="6019147" y="80442"/>
                  </a:lnTo>
                  <a:lnTo>
                    <a:pt x="6019255" y="80442"/>
                  </a:lnTo>
                  <a:lnTo>
                    <a:pt x="6019364" y="80442"/>
                  </a:lnTo>
                  <a:lnTo>
                    <a:pt x="6019472" y="80442"/>
                  </a:lnTo>
                  <a:lnTo>
                    <a:pt x="6019581" y="80442"/>
                  </a:lnTo>
                  <a:lnTo>
                    <a:pt x="6019689" y="80442"/>
                  </a:lnTo>
                  <a:lnTo>
                    <a:pt x="6019798" y="80442"/>
                  </a:lnTo>
                  <a:lnTo>
                    <a:pt x="6019906" y="80442"/>
                  </a:lnTo>
                  <a:lnTo>
                    <a:pt x="6020014" y="80442"/>
                  </a:lnTo>
                  <a:lnTo>
                    <a:pt x="6020014" y="79818"/>
                  </a:lnTo>
                  <a:lnTo>
                    <a:pt x="6020123" y="79818"/>
                  </a:lnTo>
                  <a:lnTo>
                    <a:pt x="6020231" y="79818"/>
                  </a:lnTo>
                  <a:lnTo>
                    <a:pt x="6020340" y="79818"/>
                  </a:lnTo>
                  <a:lnTo>
                    <a:pt x="6020448" y="79818"/>
                  </a:lnTo>
                  <a:lnTo>
                    <a:pt x="6020557" y="79818"/>
                  </a:lnTo>
                  <a:lnTo>
                    <a:pt x="6020665" y="79818"/>
                  </a:lnTo>
                  <a:lnTo>
                    <a:pt x="6020774" y="79818"/>
                  </a:lnTo>
                  <a:lnTo>
                    <a:pt x="6020882" y="79818"/>
                  </a:lnTo>
                  <a:lnTo>
                    <a:pt x="6020990" y="79818"/>
                  </a:lnTo>
                  <a:lnTo>
                    <a:pt x="6021099" y="79818"/>
                  </a:lnTo>
                  <a:lnTo>
                    <a:pt x="6021207" y="79818"/>
                  </a:lnTo>
                  <a:lnTo>
                    <a:pt x="6021316" y="79818"/>
                  </a:lnTo>
                  <a:lnTo>
                    <a:pt x="6021424" y="79818"/>
                  </a:lnTo>
                  <a:lnTo>
                    <a:pt x="6021533" y="79818"/>
                  </a:lnTo>
                  <a:lnTo>
                    <a:pt x="6021641" y="79818"/>
                  </a:lnTo>
                  <a:lnTo>
                    <a:pt x="6021750" y="79818"/>
                  </a:lnTo>
                  <a:lnTo>
                    <a:pt x="6021858" y="79818"/>
                  </a:lnTo>
                  <a:lnTo>
                    <a:pt x="6021967" y="79818"/>
                  </a:lnTo>
                  <a:lnTo>
                    <a:pt x="6022075" y="79818"/>
                  </a:lnTo>
                  <a:lnTo>
                    <a:pt x="6022183" y="79818"/>
                  </a:lnTo>
                  <a:lnTo>
                    <a:pt x="6022292" y="79818"/>
                  </a:lnTo>
                  <a:lnTo>
                    <a:pt x="6022400" y="79818"/>
                  </a:lnTo>
                  <a:lnTo>
                    <a:pt x="6022509" y="79818"/>
                  </a:lnTo>
                  <a:lnTo>
                    <a:pt x="6022617" y="79818"/>
                  </a:lnTo>
                  <a:lnTo>
                    <a:pt x="6022726" y="79818"/>
                  </a:lnTo>
                  <a:lnTo>
                    <a:pt x="6022834" y="79818"/>
                  </a:lnTo>
                  <a:lnTo>
                    <a:pt x="6022943" y="79818"/>
                  </a:lnTo>
                  <a:lnTo>
                    <a:pt x="6023051" y="79818"/>
                  </a:lnTo>
                  <a:lnTo>
                    <a:pt x="6023159" y="79818"/>
                  </a:lnTo>
                  <a:lnTo>
                    <a:pt x="6023268" y="79818"/>
                  </a:lnTo>
                  <a:lnTo>
                    <a:pt x="6023376" y="79818"/>
                  </a:lnTo>
                  <a:lnTo>
                    <a:pt x="6023485" y="79818"/>
                  </a:lnTo>
                  <a:lnTo>
                    <a:pt x="6023593" y="79818"/>
                  </a:lnTo>
                  <a:lnTo>
                    <a:pt x="6023702" y="79818"/>
                  </a:lnTo>
                  <a:lnTo>
                    <a:pt x="6023810" y="79818"/>
                  </a:lnTo>
                  <a:lnTo>
                    <a:pt x="6023919" y="79818"/>
                  </a:lnTo>
                  <a:lnTo>
                    <a:pt x="6024027" y="79818"/>
                  </a:lnTo>
                  <a:lnTo>
                    <a:pt x="6024135" y="79818"/>
                  </a:lnTo>
                  <a:lnTo>
                    <a:pt x="6024244" y="79818"/>
                  </a:lnTo>
                  <a:lnTo>
                    <a:pt x="6024352" y="79818"/>
                  </a:lnTo>
                  <a:lnTo>
                    <a:pt x="6024461" y="79818"/>
                  </a:lnTo>
                  <a:lnTo>
                    <a:pt x="6024569" y="79818"/>
                  </a:lnTo>
                  <a:lnTo>
                    <a:pt x="6024678" y="79818"/>
                  </a:lnTo>
                  <a:lnTo>
                    <a:pt x="6024786" y="79818"/>
                  </a:lnTo>
                  <a:lnTo>
                    <a:pt x="6024895" y="79818"/>
                  </a:lnTo>
                  <a:lnTo>
                    <a:pt x="6025003" y="79818"/>
                  </a:lnTo>
                  <a:lnTo>
                    <a:pt x="6025111" y="79818"/>
                  </a:lnTo>
                  <a:lnTo>
                    <a:pt x="6025111" y="79194"/>
                  </a:lnTo>
                  <a:lnTo>
                    <a:pt x="6025220" y="79194"/>
                  </a:lnTo>
                  <a:lnTo>
                    <a:pt x="6025328" y="79194"/>
                  </a:lnTo>
                  <a:lnTo>
                    <a:pt x="6025437" y="79194"/>
                  </a:lnTo>
                  <a:lnTo>
                    <a:pt x="6025545" y="79194"/>
                  </a:lnTo>
                  <a:lnTo>
                    <a:pt x="6025654" y="79194"/>
                  </a:lnTo>
                  <a:lnTo>
                    <a:pt x="6025762" y="79194"/>
                  </a:lnTo>
                  <a:lnTo>
                    <a:pt x="6025871" y="79194"/>
                  </a:lnTo>
                  <a:lnTo>
                    <a:pt x="6025979" y="79194"/>
                  </a:lnTo>
                  <a:lnTo>
                    <a:pt x="6026088" y="79194"/>
                  </a:lnTo>
                  <a:lnTo>
                    <a:pt x="6026196" y="79194"/>
                  </a:lnTo>
                  <a:lnTo>
                    <a:pt x="6026304" y="79194"/>
                  </a:lnTo>
                  <a:lnTo>
                    <a:pt x="6026413" y="79194"/>
                  </a:lnTo>
                  <a:lnTo>
                    <a:pt x="6026521" y="79194"/>
                  </a:lnTo>
                  <a:lnTo>
                    <a:pt x="6026630" y="79194"/>
                  </a:lnTo>
                  <a:lnTo>
                    <a:pt x="6026738" y="79194"/>
                  </a:lnTo>
                  <a:lnTo>
                    <a:pt x="6026847" y="79194"/>
                  </a:lnTo>
                  <a:lnTo>
                    <a:pt x="6026955" y="79194"/>
                  </a:lnTo>
                  <a:lnTo>
                    <a:pt x="6027064" y="79194"/>
                  </a:lnTo>
                  <a:lnTo>
                    <a:pt x="6027172" y="79194"/>
                  </a:lnTo>
                  <a:lnTo>
                    <a:pt x="6027280" y="79194"/>
                  </a:lnTo>
                  <a:lnTo>
                    <a:pt x="6027389" y="79194"/>
                  </a:lnTo>
                  <a:lnTo>
                    <a:pt x="6027497" y="79194"/>
                  </a:lnTo>
                  <a:lnTo>
                    <a:pt x="6027606" y="79194"/>
                  </a:lnTo>
                  <a:lnTo>
                    <a:pt x="6027714" y="79194"/>
                  </a:lnTo>
                  <a:lnTo>
                    <a:pt x="6027823" y="79194"/>
                  </a:lnTo>
                  <a:lnTo>
                    <a:pt x="6027931" y="79194"/>
                  </a:lnTo>
                  <a:lnTo>
                    <a:pt x="6028040" y="79194"/>
                  </a:lnTo>
                  <a:lnTo>
                    <a:pt x="6028148" y="79194"/>
                  </a:lnTo>
                  <a:lnTo>
                    <a:pt x="6028256" y="79194"/>
                  </a:lnTo>
                  <a:lnTo>
                    <a:pt x="6028365" y="79194"/>
                  </a:lnTo>
                  <a:lnTo>
                    <a:pt x="6028473" y="79194"/>
                  </a:lnTo>
                  <a:lnTo>
                    <a:pt x="6028582" y="79194"/>
                  </a:lnTo>
                  <a:lnTo>
                    <a:pt x="6028690" y="79194"/>
                  </a:lnTo>
                  <a:lnTo>
                    <a:pt x="6028799" y="79194"/>
                  </a:lnTo>
                  <a:lnTo>
                    <a:pt x="6028907" y="79194"/>
                  </a:lnTo>
                  <a:lnTo>
                    <a:pt x="6029016" y="79194"/>
                  </a:lnTo>
                  <a:lnTo>
                    <a:pt x="6029124" y="79194"/>
                  </a:lnTo>
                  <a:lnTo>
                    <a:pt x="6029232" y="79194"/>
                  </a:lnTo>
                  <a:lnTo>
                    <a:pt x="6029341" y="79194"/>
                  </a:lnTo>
                  <a:lnTo>
                    <a:pt x="6029449" y="79194"/>
                  </a:lnTo>
                  <a:lnTo>
                    <a:pt x="6029449" y="78571"/>
                  </a:lnTo>
                  <a:lnTo>
                    <a:pt x="6029558" y="78571"/>
                  </a:lnTo>
                  <a:lnTo>
                    <a:pt x="6029666" y="78571"/>
                  </a:lnTo>
                  <a:lnTo>
                    <a:pt x="6029775" y="78571"/>
                  </a:lnTo>
                  <a:lnTo>
                    <a:pt x="6029883" y="78571"/>
                  </a:lnTo>
                  <a:lnTo>
                    <a:pt x="6029992" y="78571"/>
                  </a:lnTo>
                  <a:lnTo>
                    <a:pt x="6030100" y="78571"/>
                  </a:lnTo>
                  <a:lnTo>
                    <a:pt x="6030209" y="78571"/>
                  </a:lnTo>
                  <a:lnTo>
                    <a:pt x="6030317" y="78571"/>
                  </a:lnTo>
                  <a:lnTo>
                    <a:pt x="6030425" y="78571"/>
                  </a:lnTo>
                  <a:lnTo>
                    <a:pt x="6030534" y="78571"/>
                  </a:lnTo>
                  <a:lnTo>
                    <a:pt x="6030642" y="78571"/>
                  </a:lnTo>
                  <a:lnTo>
                    <a:pt x="6030751" y="78571"/>
                  </a:lnTo>
                  <a:lnTo>
                    <a:pt x="6030859" y="78571"/>
                  </a:lnTo>
                  <a:lnTo>
                    <a:pt x="6030968" y="78571"/>
                  </a:lnTo>
                  <a:lnTo>
                    <a:pt x="6031076" y="78571"/>
                  </a:lnTo>
                  <a:lnTo>
                    <a:pt x="6031185" y="78571"/>
                  </a:lnTo>
                  <a:lnTo>
                    <a:pt x="6031293" y="78571"/>
                  </a:lnTo>
                  <a:lnTo>
                    <a:pt x="6031401" y="78571"/>
                  </a:lnTo>
                  <a:lnTo>
                    <a:pt x="6031510" y="78571"/>
                  </a:lnTo>
                  <a:lnTo>
                    <a:pt x="6031618" y="78571"/>
                  </a:lnTo>
                  <a:lnTo>
                    <a:pt x="6031727" y="78571"/>
                  </a:lnTo>
                  <a:lnTo>
                    <a:pt x="6031835" y="78571"/>
                  </a:lnTo>
                  <a:lnTo>
                    <a:pt x="6031944" y="78571"/>
                  </a:lnTo>
                  <a:lnTo>
                    <a:pt x="6032052" y="78571"/>
                  </a:lnTo>
                  <a:lnTo>
                    <a:pt x="6032161" y="78571"/>
                  </a:lnTo>
                  <a:lnTo>
                    <a:pt x="6032269" y="78571"/>
                  </a:lnTo>
                  <a:lnTo>
                    <a:pt x="6032377" y="78571"/>
                  </a:lnTo>
                  <a:lnTo>
                    <a:pt x="6032486" y="78571"/>
                  </a:lnTo>
                  <a:lnTo>
                    <a:pt x="6032594" y="78571"/>
                  </a:lnTo>
                  <a:lnTo>
                    <a:pt x="6032703" y="78571"/>
                  </a:lnTo>
                  <a:lnTo>
                    <a:pt x="6032811" y="78571"/>
                  </a:lnTo>
                  <a:lnTo>
                    <a:pt x="6032920" y="78571"/>
                  </a:lnTo>
                  <a:lnTo>
                    <a:pt x="6033028" y="78571"/>
                  </a:lnTo>
                  <a:lnTo>
                    <a:pt x="6033137" y="78571"/>
                  </a:lnTo>
                  <a:lnTo>
                    <a:pt x="6033245" y="78571"/>
                  </a:lnTo>
                  <a:lnTo>
                    <a:pt x="6033353" y="78571"/>
                  </a:lnTo>
                  <a:lnTo>
                    <a:pt x="6033462" y="78571"/>
                  </a:lnTo>
                  <a:lnTo>
                    <a:pt x="6033570" y="78571"/>
                  </a:lnTo>
                  <a:lnTo>
                    <a:pt x="6033679" y="78571"/>
                  </a:lnTo>
                  <a:lnTo>
                    <a:pt x="6033679" y="77947"/>
                  </a:lnTo>
                  <a:lnTo>
                    <a:pt x="6033787" y="77947"/>
                  </a:lnTo>
                  <a:lnTo>
                    <a:pt x="6033896" y="77947"/>
                  </a:lnTo>
                  <a:lnTo>
                    <a:pt x="6034004" y="77947"/>
                  </a:lnTo>
                  <a:lnTo>
                    <a:pt x="6034113" y="77947"/>
                  </a:lnTo>
                  <a:lnTo>
                    <a:pt x="6034221" y="77947"/>
                  </a:lnTo>
                  <a:lnTo>
                    <a:pt x="6034330" y="77947"/>
                  </a:lnTo>
                  <a:lnTo>
                    <a:pt x="6034438" y="77947"/>
                  </a:lnTo>
                  <a:lnTo>
                    <a:pt x="6034546" y="77947"/>
                  </a:lnTo>
                  <a:lnTo>
                    <a:pt x="6034546" y="77324"/>
                  </a:lnTo>
                  <a:lnTo>
                    <a:pt x="6034655" y="77324"/>
                  </a:lnTo>
                  <a:lnTo>
                    <a:pt x="6034763" y="77324"/>
                  </a:lnTo>
                  <a:lnTo>
                    <a:pt x="6034872" y="77324"/>
                  </a:lnTo>
                  <a:lnTo>
                    <a:pt x="6034980" y="77324"/>
                  </a:lnTo>
                  <a:lnTo>
                    <a:pt x="6035089" y="77324"/>
                  </a:lnTo>
                  <a:lnTo>
                    <a:pt x="6035197" y="77324"/>
                  </a:lnTo>
                  <a:lnTo>
                    <a:pt x="6035306" y="77324"/>
                  </a:lnTo>
                  <a:lnTo>
                    <a:pt x="6035414" y="77324"/>
                  </a:lnTo>
                  <a:lnTo>
                    <a:pt x="6035522" y="77324"/>
                  </a:lnTo>
                  <a:lnTo>
                    <a:pt x="6035631" y="77324"/>
                  </a:lnTo>
                  <a:lnTo>
                    <a:pt x="6035739" y="77324"/>
                  </a:lnTo>
                  <a:lnTo>
                    <a:pt x="6035848" y="77324"/>
                  </a:lnTo>
                  <a:lnTo>
                    <a:pt x="6035956" y="77324"/>
                  </a:lnTo>
                  <a:lnTo>
                    <a:pt x="6036065" y="77324"/>
                  </a:lnTo>
                  <a:lnTo>
                    <a:pt x="6036173" y="77324"/>
                  </a:lnTo>
                  <a:lnTo>
                    <a:pt x="6036282" y="77324"/>
                  </a:lnTo>
                  <a:lnTo>
                    <a:pt x="6036390" y="77324"/>
                  </a:lnTo>
                  <a:lnTo>
                    <a:pt x="6036498" y="77324"/>
                  </a:lnTo>
                  <a:lnTo>
                    <a:pt x="6036498" y="76700"/>
                  </a:lnTo>
                  <a:lnTo>
                    <a:pt x="6036607" y="76700"/>
                  </a:lnTo>
                  <a:lnTo>
                    <a:pt x="6036715" y="76700"/>
                  </a:lnTo>
                  <a:lnTo>
                    <a:pt x="6036824" y="76700"/>
                  </a:lnTo>
                  <a:lnTo>
                    <a:pt x="6036932" y="76700"/>
                  </a:lnTo>
                  <a:lnTo>
                    <a:pt x="6036932" y="76077"/>
                  </a:lnTo>
                  <a:lnTo>
                    <a:pt x="6037041" y="76077"/>
                  </a:lnTo>
                  <a:lnTo>
                    <a:pt x="6037149" y="76077"/>
                  </a:lnTo>
                  <a:lnTo>
                    <a:pt x="6037258" y="76077"/>
                  </a:lnTo>
                  <a:lnTo>
                    <a:pt x="6037366" y="76077"/>
                  </a:lnTo>
                  <a:lnTo>
                    <a:pt x="6037474" y="76077"/>
                  </a:lnTo>
                  <a:lnTo>
                    <a:pt x="6037583" y="76077"/>
                  </a:lnTo>
                  <a:lnTo>
                    <a:pt x="6037691" y="76077"/>
                  </a:lnTo>
                  <a:lnTo>
                    <a:pt x="6037800" y="76077"/>
                  </a:lnTo>
                  <a:lnTo>
                    <a:pt x="6037908" y="76077"/>
                  </a:lnTo>
                  <a:lnTo>
                    <a:pt x="6038017" y="76077"/>
                  </a:lnTo>
                  <a:lnTo>
                    <a:pt x="6038125" y="76077"/>
                  </a:lnTo>
                  <a:lnTo>
                    <a:pt x="6038234" y="76077"/>
                  </a:lnTo>
                  <a:lnTo>
                    <a:pt x="6038342" y="76077"/>
                  </a:lnTo>
                  <a:lnTo>
                    <a:pt x="6038450" y="76077"/>
                  </a:lnTo>
                  <a:lnTo>
                    <a:pt x="6038559" y="76077"/>
                  </a:lnTo>
                  <a:lnTo>
                    <a:pt x="6038667" y="76077"/>
                  </a:lnTo>
                  <a:lnTo>
                    <a:pt x="6038776" y="76077"/>
                  </a:lnTo>
                  <a:lnTo>
                    <a:pt x="6038884" y="76077"/>
                  </a:lnTo>
                  <a:lnTo>
                    <a:pt x="6038993" y="76077"/>
                  </a:lnTo>
                  <a:lnTo>
                    <a:pt x="6039101" y="76077"/>
                  </a:lnTo>
                  <a:lnTo>
                    <a:pt x="6039210" y="76077"/>
                  </a:lnTo>
                  <a:lnTo>
                    <a:pt x="6039210" y="75453"/>
                  </a:lnTo>
                  <a:lnTo>
                    <a:pt x="6039318" y="75453"/>
                  </a:lnTo>
                  <a:lnTo>
                    <a:pt x="6039427" y="75453"/>
                  </a:lnTo>
                  <a:lnTo>
                    <a:pt x="6039535" y="75453"/>
                  </a:lnTo>
                  <a:lnTo>
                    <a:pt x="6039643" y="75453"/>
                  </a:lnTo>
                  <a:lnTo>
                    <a:pt x="6039752" y="75453"/>
                  </a:lnTo>
                  <a:lnTo>
                    <a:pt x="6039860" y="75453"/>
                  </a:lnTo>
                  <a:lnTo>
                    <a:pt x="6039969" y="75453"/>
                  </a:lnTo>
                  <a:lnTo>
                    <a:pt x="6040077" y="75453"/>
                  </a:lnTo>
                  <a:lnTo>
                    <a:pt x="6040186" y="75453"/>
                  </a:lnTo>
                  <a:lnTo>
                    <a:pt x="6040294" y="75453"/>
                  </a:lnTo>
                  <a:lnTo>
                    <a:pt x="6040403" y="75453"/>
                  </a:lnTo>
                  <a:lnTo>
                    <a:pt x="6040511" y="75453"/>
                  </a:lnTo>
                  <a:lnTo>
                    <a:pt x="6040619" y="75453"/>
                  </a:lnTo>
                  <a:lnTo>
                    <a:pt x="6040728" y="75453"/>
                  </a:lnTo>
                  <a:lnTo>
                    <a:pt x="6040836" y="75453"/>
                  </a:lnTo>
                  <a:lnTo>
                    <a:pt x="6040945" y="75453"/>
                  </a:lnTo>
                  <a:lnTo>
                    <a:pt x="6041053" y="75453"/>
                  </a:lnTo>
                  <a:lnTo>
                    <a:pt x="6041162" y="75453"/>
                  </a:lnTo>
                  <a:lnTo>
                    <a:pt x="6041270" y="75453"/>
                  </a:lnTo>
                  <a:lnTo>
                    <a:pt x="6041379" y="75453"/>
                  </a:lnTo>
                  <a:lnTo>
                    <a:pt x="6041379" y="74829"/>
                  </a:lnTo>
                  <a:lnTo>
                    <a:pt x="6041487" y="74829"/>
                  </a:lnTo>
                  <a:lnTo>
                    <a:pt x="6041487" y="74206"/>
                  </a:lnTo>
                  <a:lnTo>
                    <a:pt x="6041595" y="74206"/>
                  </a:lnTo>
                  <a:lnTo>
                    <a:pt x="6041704" y="74206"/>
                  </a:lnTo>
                  <a:lnTo>
                    <a:pt x="6041812" y="74206"/>
                  </a:lnTo>
                  <a:lnTo>
                    <a:pt x="6041921" y="74206"/>
                  </a:lnTo>
                  <a:lnTo>
                    <a:pt x="6042029" y="74206"/>
                  </a:lnTo>
                  <a:lnTo>
                    <a:pt x="6042138" y="74206"/>
                  </a:lnTo>
                  <a:lnTo>
                    <a:pt x="6042246" y="74206"/>
                  </a:lnTo>
                  <a:lnTo>
                    <a:pt x="6042355" y="74206"/>
                  </a:lnTo>
                  <a:lnTo>
                    <a:pt x="6042463" y="74206"/>
                  </a:lnTo>
                  <a:lnTo>
                    <a:pt x="6042571" y="74206"/>
                  </a:lnTo>
                  <a:lnTo>
                    <a:pt x="6042680" y="74206"/>
                  </a:lnTo>
                  <a:lnTo>
                    <a:pt x="6042788" y="74206"/>
                  </a:lnTo>
                  <a:lnTo>
                    <a:pt x="6042897" y="74206"/>
                  </a:lnTo>
                  <a:lnTo>
                    <a:pt x="6043005" y="74206"/>
                  </a:lnTo>
                  <a:lnTo>
                    <a:pt x="6043005" y="73582"/>
                  </a:lnTo>
                  <a:lnTo>
                    <a:pt x="6043114" y="73582"/>
                  </a:lnTo>
                  <a:lnTo>
                    <a:pt x="6043222" y="73582"/>
                  </a:lnTo>
                  <a:lnTo>
                    <a:pt x="6043331" y="73582"/>
                  </a:lnTo>
                  <a:lnTo>
                    <a:pt x="6043439" y="73582"/>
                  </a:lnTo>
                  <a:lnTo>
                    <a:pt x="6043548" y="73582"/>
                  </a:lnTo>
                  <a:lnTo>
                    <a:pt x="6043656" y="73582"/>
                  </a:lnTo>
                  <a:lnTo>
                    <a:pt x="6043764" y="73582"/>
                  </a:lnTo>
                  <a:lnTo>
                    <a:pt x="6043873" y="73582"/>
                  </a:lnTo>
                  <a:lnTo>
                    <a:pt x="6043981" y="73582"/>
                  </a:lnTo>
                  <a:lnTo>
                    <a:pt x="6044090" y="73582"/>
                  </a:lnTo>
                  <a:lnTo>
                    <a:pt x="6044198" y="73582"/>
                  </a:lnTo>
                  <a:lnTo>
                    <a:pt x="6044307" y="73582"/>
                  </a:lnTo>
                  <a:lnTo>
                    <a:pt x="6044415" y="73582"/>
                  </a:lnTo>
                  <a:lnTo>
                    <a:pt x="6044524" y="73582"/>
                  </a:lnTo>
                  <a:lnTo>
                    <a:pt x="6044632" y="73582"/>
                  </a:lnTo>
                  <a:lnTo>
                    <a:pt x="6044740" y="73582"/>
                  </a:lnTo>
                  <a:lnTo>
                    <a:pt x="6044849" y="73582"/>
                  </a:lnTo>
                  <a:lnTo>
                    <a:pt x="6044957" y="73582"/>
                  </a:lnTo>
                  <a:lnTo>
                    <a:pt x="6045066" y="73582"/>
                  </a:lnTo>
                  <a:lnTo>
                    <a:pt x="6045174" y="73582"/>
                  </a:lnTo>
                  <a:lnTo>
                    <a:pt x="6045283" y="73582"/>
                  </a:lnTo>
                  <a:lnTo>
                    <a:pt x="6045391" y="73582"/>
                  </a:lnTo>
                  <a:lnTo>
                    <a:pt x="6045500" y="73582"/>
                  </a:lnTo>
                  <a:lnTo>
                    <a:pt x="6045608" y="73582"/>
                  </a:lnTo>
                  <a:lnTo>
                    <a:pt x="6045716" y="73582"/>
                  </a:lnTo>
                  <a:lnTo>
                    <a:pt x="6045825" y="73582"/>
                  </a:lnTo>
                  <a:lnTo>
                    <a:pt x="6045933" y="73582"/>
                  </a:lnTo>
                  <a:lnTo>
                    <a:pt x="6046042" y="73582"/>
                  </a:lnTo>
                  <a:lnTo>
                    <a:pt x="6046150" y="73582"/>
                  </a:lnTo>
                  <a:lnTo>
                    <a:pt x="6046259" y="73582"/>
                  </a:lnTo>
                  <a:lnTo>
                    <a:pt x="6046367" y="73582"/>
                  </a:lnTo>
                  <a:lnTo>
                    <a:pt x="6046367" y="72959"/>
                  </a:lnTo>
                  <a:lnTo>
                    <a:pt x="6046476" y="72959"/>
                  </a:lnTo>
                  <a:lnTo>
                    <a:pt x="6046584" y="72959"/>
                  </a:lnTo>
                  <a:lnTo>
                    <a:pt x="6046692" y="72959"/>
                  </a:lnTo>
                  <a:lnTo>
                    <a:pt x="6046801" y="72959"/>
                  </a:lnTo>
                  <a:lnTo>
                    <a:pt x="6046909" y="72959"/>
                  </a:lnTo>
                  <a:lnTo>
                    <a:pt x="6047018" y="72959"/>
                  </a:lnTo>
                  <a:lnTo>
                    <a:pt x="6047126" y="72959"/>
                  </a:lnTo>
                  <a:lnTo>
                    <a:pt x="6047235" y="72959"/>
                  </a:lnTo>
                  <a:lnTo>
                    <a:pt x="6047343" y="72959"/>
                  </a:lnTo>
                  <a:lnTo>
                    <a:pt x="6047452" y="72959"/>
                  </a:lnTo>
                  <a:lnTo>
                    <a:pt x="6047560" y="72959"/>
                  </a:lnTo>
                  <a:lnTo>
                    <a:pt x="6047669" y="72959"/>
                  </a:lnTo>
                  <a:lnTo>
                    <a:pt x="6047777" y="72959"/>
                  </a:lnTo>
                  <a:lnTo>
                    <a:pt x="6047885" y="72959"/>
                  </a:lnTo>
                  <a:lnTo>
                    <a:pt x="6047994" y="72959"/>
                  </a:lnTo>
                  <a:lnTo>
                    <a:pt x="6048102" y="72959"/>
                  </a:lnTo>
                  <a:lnTo>
                    <a:pt x="6048211" y="72959"/>
                  </a:lnTo>
                  <a:lnTo>
                    <a:pt x="6048319" y="72959"/>
                  </a:lnTo>
                  <a:lnTo>
                    <a:pt x="6048428" y="72959"/>
                  </a:lnTo>
                  <a:lnTo>
                    <a:pt x="6048536" y="72959"/>
                  </a:lnTo>
                  <a:lnTo>
                    <a:pt x="6048645" y="72959"/>
                  </a:lnTo>
                  <a:lnTo>
                    <a:pt x="6048753" y="72959"/>
                  </a:lnTo>
                  <a:lnTo>
                    <a:pt x="6048861" y="72959"/>
                  </a:lnTo>
                  <a:lnTo>
                    <a:pt x="6048970" y="72959"/>
                  </a:lnTo>
                  <a:lnTo>
                    <a:pt x="6049078" y="72959"/>
                  </a:lnTo>
                  <a:lnTo>
                    <a:pt x="6049187" y="72959"/>
                  </a:lnTo>
                  <a:lnTo>
                    <a:pt x="6049295" y="72959"/>
                  </a:lnTo>
                  <a:lnTo>
                    <a:pt x="6049404" y="72959"/>
                  </a:lnTo>
                  <a:lnTo>
                    <a:pt x="6049512" y="72959"/>
                  </a:lnTo>
                  <a:lnTo>
                    <a:pt x="6049621" y="72959"/>
                  </a:lnTo>
                  <a:lnTo>
                    <a:pt x="6049729" y="72959"/>
                  </a:lnTo>
                  <a:lnTo>
                    <a:pt x="6049837" y="72959"/>
                  </a:lnTo>
                  <a:lnTo>
                    <a:pt x="6049946" y="72959"/>
                  </a:lnTo>
                  <a:lnTo>
                    <a:pt x="6050054" y="72959"/>
                  </a:lnTo>
                  <a:lnTo>
                    <a:pt x="6050163" y="72959"/>
                  </a:lnTo>
                  <a:lnTo>
                    <a:pt x="6050271" y="72959"/>
                  </a:lnTo>
                  <a:lnTo>
                    <a:pt x="6050380" y="72959"/>
                  </a:lnTo>
                  <a:lnTo>
                    <a:pt x="6050488" y="72959"/>
                  </a:lnTo>
                  <a:lnTo>
                    <a:pt x="6050597" y="72959"/>
                  </a:lnTo>
                  <a:lnTo>
                    <a:pt x="6050705" y="72959"/>
                  </a:lnTo>
                  <a:lnTo>
                    <a:pt x="6050813" y="72959"/>
                  </a:lnTo>
                  <a:lnTo>
                    <a:pt x="6050922" y="72959"/>
                  </a:lnTo>
                  <a:lnTo>
                    <a:pt x="6051030" y="72959"/>
                  </a:lnTo>
                  <a:lnTo>
                    <a:pt x="6051139" y="72959"/>
                  </a:lnTo>
                  <a:lnTo>
                    <a:pt x="6051247" y="72959"/>
                  </a:lnTo>
                  <a:lnTo>
                    <a:pt x="6051356" y="72959"/>
                  </a:lnTo>
                  <a:lnTo>
                    <a:pt x="6051464" y="72959"/>
                  </a:lnTo>
                  <a:lnTo>
                    <a:pt x="6051573" y="72959"/>
                  </a:lnTo>
                  <a:lnTo>
                    <a:pt x="6051573" y="72335"/>
                  </a:lnTo>
                  <a:lnTo>
                    <a:pt x="6051681" y="72335"/>
                  </a:lnTo>
                  <a:lnTo>
                    <a:pt x="6051790" y="72335"/>
                  </a:lnTo>
                  <a:lnTo>
                    <a:pt x="6051790" y="71711"/>
                  </a:lnTo>
                  <a:lnTo>
                    <a:pt x="6051898" y="71711"/>
                  </a:lnTo>
                  <a:lnTo>
                    <a:pt x="6052006" y="71711"/>
                  </a:lnTo>
                  <a:lnTo>
                    <a:pt x="6052115" y="71711"/>
                  </a:lnTo>
                  <a:lnTo>
                    <a:pt x="6052223" y="71711"/>
                  </a:lnTo>
                  <a:lnTo>
                    <a:pt x="6052332" y="71711"/>
                  </a:lnTo>
                  <a:lnTo>
                    <a:pt x="6052440" y="71711"/>
                  </a:lnTo>
                  <a:lnTo>
                    <a:pt x="6052549" y="71711"/>
                  </a:lnTo>
                  <a:lnTo>
                    <a:pt x="6052657" y="71711"/>
                  </a:lnTo>
                  <a:lnTo>
                    <a:pt x="6052657" y="71088"/>
                  </a:lnTo>
                  <a:lnTo>
                    <a:pt x="6052766" y="71088"/>
                  </a:lnTo>
                  <a:lnTo>
                    <a:pt x="6052874" y="71088"/>
                  </a:lnTo>
                  <a:lnTo>
                    <a:pt x="6052982" y="71088"/>
                  </a:lnTo>
                  <a:lnTo>
                    <a:pt x="6053091" y="71088"/>
                  </a:lnTo>
                  <a:lnTo>
                    <a:pt x="6053199" y="71088"/>
                  </a:lnTo>
                  <a:lnTo>
                    <a:pt x="6053308" y="71088"/>
                  </a:lnTo>
                  <a:lnTo>
                    <a:pt x="6053416" y="71088"/>
                  </a:lnTo>
                  <a:lnTo>
                    <a:pt x="6053525" y="71088"/>
                  </a:lnTo>
                  <a:lnTo>
                    <a:pt x="6053633" y="71088"/>
                  </a:lnTo>
                  <a:lnTo>
                    <a:pt x="6053742" y="71088"/>
                  </a:lnTo>
                  <a:lnTo>
                    <a:pt x="6053850" y="71088"/>
                  </a:lnTo>
                  <a:lnTo>
                    <a:pt x="6053958" y="71088"/>
                  </a:lnTo>
                  <a:lnTo>
                    <a:pt x="6054067" y="71088"/>
                  </a:lnTo>
                  <a:lnTo>
                    <a:pt x="6054175" y="71088"/>
                  </a:lnTo>
                  <a:lnTo>
                    <a:pt x="6054284" y="71088"/>
                  </a:lnTo>
                  <a:lnTo>
                    <a:pt x="6054392" y="71088"/>
                  </a:lnTo>
                  <a:lnTo>
                    <a:pt x="6054501" y="71088"/>
                  </a:lnTo>
                  <a:lnTo>
                    <a:pt x="6054609" y="71088"/>
                  </a:lnTo>
                  <a:lnTo>
                    <a:pt x="6054718" y="71088"/>
                  </a:lnTo>
                  <a:lnTo>
                    <a:pt x="6054826" y="71088"/>
                  </a:lnTo>
                  <a:lnTo>
                    <a:pt x="6054934" y="71088"/>
                  </a:lnTo>
                  <a:lnTo>
                    <a:pt x="6055043" y="71088"/>
                  </a:lnTo>
                  <a:lnTo>
                    <a:pt x="6055151" y="71088"/>
                  </a:lnTo>
                  <a:lnTo>
                    <a:pt x="6055151" y="70464"/>
                  </a:lnTo>
                  <a:lnTo>
                    <a:pt x="6055260" y="70464"/>
                  </a:lnTo>
                  <a:lnTo>
                    <a:pt x="6055368" y="70464"/>
                  </a:lnTo>
                  <a:lnTo>
                    <a:pt x="6055477" y="70464"/>
                  </a:lnTo>
                  <a:lnTo>
                    <a:pt x="6055585" y="70464"/>
                  </a:lnTo>
                  <a:lnTo>
                    <a:pt x="6055694" y="70464"/>
                  </a:lnTo>
                  <a:lnTo>
                    <a:pt x="6055802" y="70464"/>
                  </a:lnTo>
                  <a:lnTo>
                    <a:pt x="6055911" y="70464"/>
                  </a:lnTo>
                  <a:lnTo>
                    <a:pt x="6056019" y="70464"/>
                  </a:lnTo>
                  <a:lnTo>
                    <a:pt x="6056127" y="70464"/>
                  </a:lnTo>
                  <a:lnTo>
                    <a:pt x="6056236" y="70464"/>
                  </a:lnTo>
                  <a:lnTo>
                    <a:pt x="6056344" y="70464"/>
                  </a:lnTo>
                  <a:lnTo>
                    <a:pt x="6056453" y="70464"/>
                  </a:lnTo>
                  <a:lnTo>
                    <a:pt x="6056561" y="70464"/>
                  </a:lnTo>
                  <a:lnTo>
                    <a:pt x="6056670" y="70464"/>
                  </a:lnTo>
                  <a:lnTo>
                    <a:pt x="6056778" y="70464"/>
                  </a:lnTo>
                  <a:lnTo>
                    <a:pt x="6056887" y="70464"/>
                  </a:lnTo>
                  <a:lnTo>
                    <a:pt x="6056995" y="70464"/>
                  </a:lnTo>
                  <a:lnTo>
                    <a:pt x="6057103" y="70464"/>
                  </a:lnTo>
                  <a:lnTo>
                    <a:pt x="6057212" y="70464"/>
                  </a:lnTo>
                  <a:lnTo>
                    <a:pt x="6057320" y="70464"/>
                  </a:lnTo>
                  <a:lnTo>
                    <a:pt x="6057429" y="70464"/>
                  </a:lnTo>
                  <a:lnTo>
                    <a:pt x="6057537" y="70464"/>
                  </a:lnTo>
                  <a:lnTo>
                    <a:pt x="6057646" y="70464"/>
                  </a:lnTo>
                  <a:lnTo>
                    <a:pt x="6057754" y="70464"/>
                  </a:lnTo>
                  <a:lnTo>
                    <a:pt x="6057863" y="70464"/>
                  </a:lnTo>
                  <a:lnTo>
                    <a:pt x="6057971" y="70464"/>
                  </a:lnTo>
                  <a:lnTo>
                    <a:pt x="6058079" y="70464"/>
                  </a:lnTo>
                  <a:lnTo>
                    <a:pt x="6058188" y="70464"/>
                  </a:lnTo>
                  <a:lnTo>
                    <a:pt x="6058296" y="70464"/>
                  </a:lnTo>
                  <a:lnTo>
                    <a:pt x="6058405" y="70464"/>
                  </a:lnTo>
                  <a:lnTo>
                    <a:pt x="6058513" y="70464"/>
                  </a:lnTo>
                  <a:lnTo>
                    <a:pt x="6058622" y="70464"/>
                  </a:lnTo>
                  <a:lnTo>
                    <a:pt x="6058730" y="70464"/>
                  </a:lnTo>
                  <a:lnTo>
                    <a:pt x="6058839" y="70464"/>
                  </a:lnTo>
                  <a:lnTo>
                    <a:pt x="6058947" y="70464"/>
                  </a:lnTo>
                  <a:lnTo>
                    <a:pt x="6059055" y="70464"/>
                  </a:lnTo>
                  <a:lnTo>
                    <a:pt x="6059164" y="70464"/>
                  </a:lnTo>
                  <a:lnTo>
                    <a:pt x="6059272" y="70464"/>
                  </a:lnTo>
                  <a:lnTo>
                    <a:pt x="6059381" y="70464"/>
                  </a:lnTo>
                  <a:lnTo>
                    <a:pt x="6059489" y="70464"/>
                  </a:lnTo>
                  <a:lnTo>
                    <a:pt x="6059598" y="70464"/>
                  </a:lnTo>
                  <a:lnTo>
                    <a:pt x="6059706" y="70464"/>
                  </a:lnTo>
                  <a:lnTo>
                    <a:pt x="6059815" y="70464"/>
                  </a:lnTo>
                  <a:lnTo>
                    <a:pt x="6059923" y="70464"/>
                  </a:lnTo>
                  <a:lnTo>
                    <a:pt x="6060031" y="70464"/>
                  </a:lnTo>
                  <a:lnTo>
                    <a:pt x="6060140" y="70464"/>
                  </a:lnTo>
                  <a:lnTo>
                    <a:pt x="6060248" y="70464"/>
                  </a:lnTo>
                  <a:lnTo>
                    <a:pt x="6060357" y="70464"/>
                  </a:lnTo>
                  <a:lnTo>
                    <a:pt x="6060465" y="70464"/>
                  </a:lnTo>
                  <a:lnTo>
                    <a:pt x="6060574" y="70464"/>
                  </a:lnTo>
                  <a:lnTo>
                    <a:pt x="6060682" y="70464"/>
                  </a:lnTo>
                  <a:lnTo>
                    <a:pt x="6060791" y="70464"/>
                  </a:lnTo>
                  <a:lnTo>
                    <a:pt x="6060899" y="70464"/>
                  </a:lnTo>
                  <a:lnTo>
                    <a:pt x="6061008" y="70464"/>
                  </a:lnTo>
                  <a:lnTo>
                    <a:pt x="6061116" y="70464"/>
                  </a:lnTo>
                  <a:lnTo>
                    <a:pt x="6061224" y="70464"/>
                  </a:lnTo>
                  <a:lnTo>
                    <a:pt x="6061333" y="70464"/>
                  </a:lnTo>
                  <a:lnTo>
                    <a:pt x="6061441" y="70464"/>
                  </a:lnTo>
                  <a:lnTo>
                    <a:pt x="6061550" y="70464"/>
                  </a:lnTo>
                  <a:lnTo>
                    <a:pt x="6061658" y="70464"/>
                  </a:lnTo>
                  <a:lnTo>
                    <a:pt x="6061767" y="70464"/>
                  </a:lnTo>
                  <a:lnTo>
                    <a:pt x="6061875" y="70464"/>
                  </a:lnTo>
                  <a:lnTo>
                    <a:pt x="6061984" y="70464"/>
                  </a:lnTo>
                  <a:lnTo>
                    <a:pt x="6062092" y="70464"/>
                  </a:lnTo>
                  <a:lnTo>
                    <a:pt x="6062200" y="70464"/>
                  </a:lnTo>
                  <a:lnTo>
                    <a:pt x="6062309" y="70464"/>
                  </a:lnTo>
                  <a:lnTo>
                    <a:pt x="6062417" y="70464"/>
                  </a:lnTo>
                  <a:lnTo>
                    <a:pt x="6062417" y="69841"/>
                  </a:lnTo>
                  <a:lnTo>
                    <a:pt x="6062526" y="69841"/>
                  </a:lnTo>
                  <a:lnTo>
                    <a:pt x="6062634" y="69841"/>
                  </a:lnTo>
                  <a:lnTo>
                    <a:pt x="6062743" y="69841"/>
                  </a:lnTo>
                  <a:lnTo>
                    <a:pt x="6062851" y="69841"/>
                  </a:lnTo>
                  <a:lnTo>
                    <a:pt x="6062960" y="69841"/>
                  </a:lnTo>
                  <a:lnTo>
                    <a:pt x="6063068" y="69841"/>
                  </a:lnTo>
                  <a:lnTo>
                    <a:pt x="6063176" y="69841"/>
                  </a:lnTo>
                  <a:lnTo>
                    <a:pt x="6063285" y="69841"/>
                  </a:lnTo>
                  <a:lnTo>
                    <a:pt x="6063393" y="69841"/>
                  </a:lnTo>
                  <a:lnTo>
                    <a:pt x="6063502" y="69841"/>
                  </a:lnTo>
                  <a:lnTo>
                    <a:pt x="6063610" y="69841"/>
                  </a:lnTo>
                  <a:lnTo>
                    <a:pt x="6063719" y="69841"/>
                  </a:lnTo>
                  <a:lnTo>
                    <a:pt x="6063827" y="69841"/>
                  </a:lnTo>
                  <a:lnTo>
                    <a:pt x="6063936" y="69841"/>
                  </a:lnTo>
                  <a:lnTo>
                    <a:pt x="6064044" y="69841"/>
                  </a:lnTo>
                  <a:lnTo>
                    <a:pt x="6064044" y="69217"/>
                  </a:lnTo>
                  <a:lnTo>
                    <a:pt x="6064152" y="69217"/>
                  </a:lnTo>
                  <a:lnTo>
                    <a:pt x="6064261" y="69217"/>
                  </a:lnTo>
                  <a:lnTo>
                    <a:pt x="6064369" y="69217"/>
                  </a:lnTo>
                  <a:lnTo>
                    <a:pt x="6064478" y="69217"/>
                  </a:lnTo>
                  <a:lnTo>
                    <a:pt x="6064586" y="69217"/>
                  </a:lnTo>
                  <a:lnTo>
                    <a:pt x="6064695" y="69217"/>
                  </a:lnTo>
                  <a:lnTo>
                    <a:pt x="6064803" y="69217"/>
                  </a:lnTo>
                  <a:lnTo>
                    <a:pt x="6064912" y="69217"/>
                  </a:lnTo>
                  <a:lnTo>
                    <a:pt x="6065020" y="69217"/>
                  </a:lnTo>
                  <a:lnTo>
                    <a:pt x="6065129" y="69217"/>
                  </a:lnTo>
                  <a:lnTo>
                    <a:pt x="6065237" y="69217"/>
                  </a:lnTo>
                  <a:lnTo>
                    <a:pt x="6065345" y="69217"/>
                  </a:lnTo>
                  <a:lnTo>
                    <a:pt x="6065454" y="69217"/>
                  </a:lnTo>
                  <a:lnTo>
                    <a:pt x="6065562" y="69217"/>
                  </a:lnTo>
                  <a:lnTo>
                    <a:pt x="6065671" y="69217"/>
                  </a:lnTo>
                  <a:lnTo>
                    <a:pt x="6065779" y="69217"/>
                  </a:lnTo>
                  <a:lnTo>
                    <a:pt x="6065888" y="69217"/>
                  </a:lnTo>
                  <a:lnTo>
                    <a:pt x="6065996" y="69217"/>
                  </a:lnTo>
                  <a:lnTo>
                    <a:pt x="6066105" y="69217"/>
                  </a:lnTo>
                  <a:lnTo>
                    <a:pt x="6066213" y="69217"/>
                  </a:lnTo>
                  <a:lnTo>
                    <a:pt x="6066321" y="69217"/>
                  </a:lnTo>
                  <a:lnTo>
                    <a:pt x="6066430" y="69217"/>
                  </a:lnTo>
                  <a:lnTo>
                    <a:pt x="6066538" y="69217"/>
                  </a:lnTo>
                  <a:lnTo>
                    <a:pt x="6066538" y="68594"/>
                  </a:lnTo>
                  <a:lnTo>
                    <a:pt x="6066647" y="68594"/>
                  </a:lnTo>
                  <a:lnTo>
                    <a:pt x="6066755" y="68594"/>
                  </a:lnTo>
                  <a:lnTo>
                    <a:pt x="6066864" y="68594"/>
                  </a:lnTo>
                  <a:lnTo>
                    <a:pt x="6066972" y="68594"/>
                  </a:lnTo>
                  <a:lnTo>
                    <a:pt x="6067081" y="68594"/>
                  </a:lnTo>
                  <a:lnTo>
                    <a:pt x="6067189" y="68594"/>
                  </a:lnTo>
                  <a:lnTo>
                    <a:pt x="6067297" y="68594"/>
                  </a:lnTo>
                  <a:lnTo>
                    <a:pt x="6067406" y="68594"/>
                  </a:lnTo>
                  <a:lnTo>
                    <a:pt x="6067514" y="68594"/>
                  </a:lnTo>
                  <a:lnTo>
                    <a:pt x="6067623" y="68594"/>
                  </a:lnTo>
                  <a:lnTo>
                    <a:pt x="6067731" y="68594"/>
                  </a:lnTo>
                  <a:lnTo>
                    <a:pt x="6067840" y="68594"/>
                  </a:lnTo>
                  <a:lnTo>
                    <a:pt x="6067948" y="68594"/>
                  </a:lnTo>
                  <a:lnTo>
                    <a:pt x="6068057" y="68594"/>
                  </a:lnTo>
                  <a:lnTo>
                    <a:pt x="6068165" y="68594"/>
                  </a:lnTo>
                  <a:lnTo>
                    <a:pt x="6068273" y="68594"/>
                  </a:lnTo>
                  <a:lnTo>
                    <a:pt x="6068382" y="68594"/>
                  </a:lnTo>
                  <a:lnTo>
                    <a:pt x="6068490" y="68594"/>
                  </a:lnTo>
                  <a:lnTo>
                    <a:pt x="6068599" y="68594"/>
                  </a:lnTo>
                  <a:lnTo>
                    <a:pt x="6068707" y="68594"/>
                  </a:lnTo>
                  <a:lnTo>
                    <a:pt x="6068816" y="68594"/>
                  </a:lnTo>
                  <a:lnTo>
                    <a:pt x="6068924" y="68594"/>
                  </a:lnTo>
                  <a:lnTo>
                    <a:pt x="6069033" y="68594"/>
                  </a:lnTo>
                  <a:lnTo>
                    <a:pt x="6069141" y="68594"/>
                  </a:lnTo>
                  <a:lnTo>
                    <a:pt x="6069250" y="68594"/>
                  </a:lnTo>
                  <a:lnTo>
                    <a:pt x="6069358" y="68594"/>
                  </a:lnTo>
                  <a:lnTo>
                    <a:pt x="6069466" y="68594"/>
                  </a:lnTo>
                  <a:lnTo>
                    <a:pt x="6069575" y="68594"/>
                  </a:lnTo>
                  <a:lnTo>
                    <a:pt x="6069683" y="68594"/>
                  </a:lnTo>
                  <a:lnTo>
                    <a:pt x="6069683" y="67970"/>
                  </a:lnTo>
                  <a:lnTo>
                    <a:pt x="6069792" y="67970"/>
                  </a:lnTo>
                  <a:lnTo>
                    <a:pt x="6069900" y="67970"/>
                  </a:lnTo>
                  <a:lnTo>
                    <a:pt x="6070009" y="67970"/>
                  </a:lnTo>
                  <a:lnTo>
                    <a:pt x="6070117" y="67970"/>
                  </a:lnTo>
                  <a:lnTo>
                    <a:pt x="6070226" y="67970"/>
                  </a:lnTo>
                  <a:lnTo>
                    <a:pt x="6070334" y="67970"/>
                  </a:lnTo>
                  <a:lnTo>
                    <a:pt x="6070442" y="67970"/>
                  </a:lnTo>
                  <a:lnTo>
                    <a:pt x="6070551" y="67970"/>
                  </a:lnTo>
                  <a:lnTo>
                    <a:pt x="6070659" y="67970"/>
                  </a:lnTo>
                  <a:lnTo>
                    <a:pt x="6070768" y="67970"/>
                  </a:lnTo>
                  <a:lnTo>
                    <a:pt x="6070876" y="67970"/>
                  </a:lnTo>
                  <a:lnTo>
                    <a:pt x="6070876" y="67346"/>
                  </a:lnTo>
                  <a:lnTo>
                    <a:pt x="6070985" y="67346"/>
                  </a:lnTo>
                  <a:lnTo>
                    <a:pt x="6071093" y="67346"/>
                  </a:lnTo>
                  <a:lnTo>
                    <a:pt x="6071202" y="67346"/>
                  </a:lnTo>
                  <a:lnTo>
                    <a:pt x="6071310" y="67346"/>
                  </a:lnTo>
                  <a:lnTo>
                    <a:pt x="6071418" y="67346"/>
                  </a:lnTo>
                  <a:lnTo>
                    <a:pt x="6071527" y="67346"/>
                  </a:lnTo>
                  <a:lnTo>
                    <a:pt x="6071635" y="67346"/>
                  </a:lnTo>
                  <a:lnTo>
                    <a:pt x="6071744" y="67346"/>
                  </a:lnTo>
                  <a:lnTo>
                    <a:pt x="6071852" y="67346"/>
                  </a:lnTo>
                  <a:lnTo>
                    <a:pt x="6071961" y="67346"/>
                  </a:lnTo>
                  <a:lnTo>
                    <a:pt x="6071961" y="66723"/>
                  </a:lnTo>
                  <a:lnTo>
                    <a:pt x="6072069" y="66723"/>
                  </a:lnTo>
                  <a:lnTo>
                    <a:pt x="6072178" y="66723"/>
                  </a:lnTo>
                  <a:lnTo>
                    <a:pt x="6072286" y="66723"/>
                  </a:lnTo>
                  <a:lnTo>
                    <a:pt x="6072394" y="66723"/>
                  </a:lnTo>
                  <a:lnTo>
                    <a:pt x="6072503" y="66723"/>
                  </a:lnTo>
                  <a:lnTo>
                    <a:pt x="6072611" y="66723"/>
                  </a:lnTo>
                  <a:lnTo>
                    <a:pt x="6072720" y="66723"/>
                  </a:lnTo>
                  <a:lnTo>
                    <a:pt x="6072828" y="66723"/>
                  </a:lnTo>
                  <a:lnTo>
                    <a:pt x="6072937" y="66723"/>
                  </a:lnTo>
                  <a:lnTo>
                    <a:pt x="6073045" y="66723"/>
                  </a:lnTo>
                  <a:lnTo>
                    <a:pt x="6073154" y="66723"/>
                  </a:lnTo>
                  <a:lnTo>
                    <a:pt x="6073262" y="66723"/>
                  </a:lnTo>
                  <a:lnTo>
                    <a:pt x="6073371" y="66723"/>
                  </a:lnTo>
                  <a:lnTo>
                    <a:pt x="6073479" y="66723"/>
                  </a:lnTo>
                  <a:lnTo>
                    <a:pt x="6073587" y="66723"/>
                  </a:lnTo>
                  <a:lnTo>
                    <a:pt x="6073696" y="66723"/>
                  </a:lnTo>
                  <a:lnTo>
                    <a:pt x="6073804" y="66723"/>
                  </a:lnTo>
                  <a:lnTo>
                    <a:pt x="6073913" y="66723"/>
                  </a:lnTo>
                  <a:lnTo>
                    <a:pt x="6073913" y="66099"/>
                  </a:lnTo>
                  <a:lnTo>
                    <a:pt x="6074021" y="66099"/>
                  </a:lnTo>
                  <a:lnTo>
                    <a:pt x="6074130" y="66099"/>
                  </a:lnTo>
                  <a:lnTo>
                    <a:pt x="6074238" y="66099"/>
                  </a:lnTo>
                  <a:lnTo>
                    <a:pt x="6074347" y="66099"/>
                  </a:lnTo>
                  <a:lnTo>
                    <a:pt x="6074455" y="66099"/>
                  </a:lnTo>
                  <a:lnTo>
                    <a:pt x="6074563" y="66099"/>
                  </a:lnTo>
                  <a:lnTo>
                    <a:pt x="6074672" y="66099"/>
                  </a:lnTo>
                  <a:lnTo>
                    <a:pt x="6074780" y="66099"/>
                  </a:lnTo>
                  <a:lnTo>
                    <a:pt x="6074889" y="66099"/>
                  </a:lnTo>
                  <a:lnTo>
                    <a:pt x="6074997" y="66099"/>
                  </a:lnTo>
                  <a:lnTo>
                    <a:pt x="6075106" y="66099"/>
                  </a:lnTo>
                  <a:lnTo>
                    <a:pt x="6075214" y="66099"/>
                  </a:lnTo>
                  <a:lnTo>
                    <a:pt x="6075323" y="66099"/>
                  </a:lnTo>
                  <a:lnTo>
                    <a:pt x="6075431" y="66099"/>
                  </a:lnTo>
                  <a:lnTo>
                    <a:pt x="6075539" y="66099"/>
                  </a:lnTo>
                  <a:lnTo>
                    <a:pt x="6075648" y="66099"/>
                  </a:lnTo>
                  <a:lnTo>
                    <a:pt x="6075756" y="66099"/>
                  </a:lnTo>
                  <a:lnTo>
                    <a:pt x="6075865" y="66099"/>
                  </a:lnTo>
                  <a:lnTo>
                    <a:pt x="6075973" y="66099"/>
                  </a:lnTo>
                  <a:lnTo>
                    <a:pt x="6076082" y="66099"/>
                  </a:lnTo>
                  <a:lnTo>
                    <a:pt x="6076190" y="66099"/>
                  </a:lnTo>
                  <a:lnTo>
                    <a:pt x="6076299" y="66099"/>
                  </a:lnTo>
                  <a:lnTo>
                    <a:pt x="6076407" y="66099"/>
                  </a:lnTo>
                  <a:lnTo>
                    <a:pt x="6076407" y="65476"/>
                  </a:lnTo>
                  <a:lnTo>
                    <a:pt x="6076515" y="65476"/>
                  </a:lnTo>
                  <a:lnTo>
                    <a:pt x="6076624" y="65476"/>
                  </a:lnTo>
                  <a:lnTo>
                    <a:pt x="6076732" y="65476"/>
                  </a:lnTo>
                  <a:lnTo>
                    <a:pt x="6076841" y="65476"/>
                  </a:lnTo>
                  <a:lnTo>
                    <a:pt x="6076949" y="65476"/>
                  </a:lnTo>
                  <a:lnTo>
                    <a:pt x="6077058" y="65476"/>
                  </a:lnTo>
                  <a:lnTo>
                    <a:pt x="6077166" y="65476"/>
                  </a:lnTo>
                  <a:lnTo>
                    <a:pt x="6077275" y="65476"/>
                  </a:lnTo>
                  <a:lnTo>
                    <a:pt x="6077383" y="65476"/>
                  </a:lnTo>
                  <a:lnTo>
                    <a:pt x="6077492" y="65476"/>
                  </a:lnTo>
                  <a:lnTo>
                    <a:pt x="6077600" y="65476"/>
                  </a:lnTo>
                  <a:lnTo>
                    <a:pt x="6077708" y="65476"/>
                  </a:lnTo>
                  <a:lnTo>
                    <a:pt x="6077817" y="65476"/>
                  </a:lnTo>
                  <a:lnTo>
                    <a:pt x="6077925" y="65476"/>
                  </a:lnTo>
                  <a:lnTo>
                    <a:pt x="6078034" y="65476"/>
                  </a:lnTo>
                  <a:lnTo>
                    <a:pt x="6078142" y="65476"/>
                  </a:lnTo>
                  <a:lnTo>
                    <a:pt x="6078251" y="65476"/>
                  </a:lnTo>
                  <a:lnTo>
                    <a:pt x="6078359" y="65476"/>
                  </a:lnTo>
                  <a:lnTo>
                    <a:pt x="6078468" y="65476"/>
                  </a:lnTo>
                  <a:lnTo>
                    <a:pt x="6078576" y="65476"/>
                  </a:lnTo>
                  <a:lnTo>
                    <a:pt x="6078684" y="65476"/>
                  </a:lnTo>
                  <a:lnTo>
                    <a:pt x="6078793" y="65476"/>
                  </a:lnTo>
                  <a:lnTo>
                    <a:pt x="6078901" y="65476"/>
                  </a:lnTo>
                  <a:lnTo>
                    <a:pt x="6079010" y="65476"/>
                  </a:lnTo>
                  <a:lnTo>
                    <a:pt x="6079010" y="64852"/>
                  </a:lnTo>
                  <a:lnTo>
                    <a:pt x="6079118" y="64852"/>
                  </a:lnTo>
                  <a:lnTo>
                    <a:pt x="6079227" y="64852"/>
                  </a:lnTo>
                  <a:lnTo>
                    <a:pt x="6079335" y="64852"/>
                  </a:lnTo>
                  <a:lnTo>
                    <a:pt x="6079444" y="64852"/>
                  </a:lnTo>
                  <a:lnTo>
                    <a:pt x="6079552" y="64852"/>
                  </a:lnTo>
                  <a:lnTo>
                    <a:pt x="6079660" y="64852"/>
                  </a:lnTo>
                  <a:lnTo>
                    <a:pt x="6079769" y="64852"/>
                  </a:lnTo>
                  <a:lnTo>
                    <a:pt x="6079877" y="64852"/>
                  </a:lnTo>
                  <a:lnTo>
                    <a:pt x="6079986" y="64852"/>
                  </a:lnTo>
                  <a:lnTo>
                    <a:pt x="6080094" y="64852"/>
                  </a:lnTo>
                  <a:lnTo>
                    <a:pt x="6080203" y="64852"/>
                  </a:lnTo>
                  <a:lnTo>
                    <a:pt x="6080311" y="64852"/>
                  </a:lnTo>
                  <a:lnTo>
                    <a:pt x="6080420" y="64852"/>
                  </a:lnTo>
                  <a:lnTo>
                    <a:pt x="6080528" y="64852"/>
                  </a:lnTo>
                  <a:lnTo>
                    <a:pt x="6080636" y="64852"/>
                  </a:lnTo>
                  <a:lnTo>
                    <a:pt x="6080745" y="64852"/>
                  </a:lnTo>
                  <a:lnTo>
                    <a:pt x="6080853" y="64852"/>
                  </a:lnTo>
                  <a:lnTo>
                    <a:pt x="6080962" y="64852"/>
                  </a:lnTo>
                  <a:lnTo>
                    <a:pt x="6081070" y="64852"/>
                  </a:lnTo>
                  <a:lnTo>
                    <a:pt x="6081179" y="64852"/>
                  </a:lnTo>
                  <a:lnTo>
                    <a:pt x="6081287" y="64852"/>
                  </a:lnTo>
                  <a:lnTo>
                    <a:pt x="6081396" y="64852"/>
                  </a:lnTo>
                  <a:lnTo>
                    <a:pt x="6081504" y="64852"/>
                  </a:lnTo>
                  <a:lnTo>
                    <a:pt x="6081613" y="64852"/>
                  </a:lnTo>
                  <a:lnTo>
                    <a:pt x="6081721" y="64852"/>
                  </a:lnTo>
                  <a:lnTo>
                    <a:pt x="6081829" y="64852"/>
                  </a:lnTo>
                  <a:lnTo>
                    <a:pt x="6081938" y="64852"/>
                  </a:lnTo>
                  <a:lnTo>
                    <a:pt x="6082046" y="64852"/>
                  </a:lnTo>
                  <a:lnTo>
                    <a:pt x="6082155" y="64852"/>
                  </a:lnTo>
                  <a:lnTo>
                    <a:pt x="6082263" y="64852"/>
                  </a:lnTo>
                  <a:lnTo>
                    <a:pt x="6082372" y="64852"/>
                  </a:lnTo>
                  <a:lnTo>
                    <a:pt x="6082480" y="64852"/>
                  </a:lnTo>
                  <a:lnTo>
                    <a:pt x="6082589" y="64852"/>
                  </a:lnTo>
                  <a:lnTo>
                    <a:pt x="6082697" y="64852"/>
                  </a:lnTo>
                  <a:lnTo>
                    <a:pt x="6082805" y="64852"/>
                  </a:lnTo>
                  <a:lnTo>
                    <a:pt x="6082914" y="64852"/>
                  </a:lnTo>
                  <a:lnTo>
                    <a:pt x="6083022" y="64852"/>
                  </a:lnTo>
                  <a:lnTo>
                    <a:pt x="6083131" y="64852"/>
                  </a:lnTo>
                  <a:lnTo>
                    <a:pt x="6083239" y="64852"/>
                  </a:lnTo>
                  <a:lnTo>
                    <a:pt x="6083348" y="64852"/>
                  </a:lnTo>
                  <a:lnTo>
                    <a:pt x="6083456" y="64852"/>
                  </a:lnTo>
                  <a:lnTo>
                    <a:pt x="6083456" y="64228"/>
                  </a:lnTo>
                  <a:lnTo>
                    <a:pt x="6083565" y="64228"/>
                  </a:lnTo>
                  <a:lnTo>
                    <a:pt x="6083673" y="64228"/>
                  </a:lnTo>
                  <a:lnTo>
                    <a:pt x="6083781" y="64228"/>
                  </a:lnTo>
                  <a:lnTo>
                    <a:pt x="6083890" y="64228"/>
                  </a:lnTo>
                  <a:lnTo>
                    <a:pt x="6083890" y="63605"/>
                  </a:lnTo>
                  <a:lnTo>
                    <a:pt x="6083998" y="63605"/>
                  </a:lnTo>
                  <a:lnTo>
                    <a:pt x="6084107" y="63605"/>
                  </a:lnTo>
                  <a:lnTo>
                    <a:pt x="6084215" y="63605"/>
                  </a:lnTo>
                  <a:lnTo>
                    <a:pt x="6084324" y="63605"/>
                  </a:lnTo>
                  <a:lnTo>
                    <a:pt x="6084432" y="63605"/>
                  </a:lnTo>
                  <a:lnTo>
                    <a:pt x="6084541" y="63605"/>
                  </a:lnTo>
                  <a:lnTo>
                    <a:pt x="6084649" y="63605"/>
                  </a:lnTo>
                  <a:lnTo>
                    <a:pt x="6084757" y="63605"/>
                  </a:lnTo>
                  <a:lnTo>
                    <a:pt x="6084866" y="63605"/>
                  </a:lnTo>
                  <a:lnTo>
                    <a:pt x="6084974" y="63605"/>
                  </a:lnTo>
                  <a:lnTo>
                    <a:pt x="6085083" y="63605"/>
                  </a:lnTo>
                  <a:lnTo>
                    <a:pt x="6085191" y="63605"/>
                  </a:lnTo>
                  <a:lnTo>
                    <a:pt x="6085300" y="63605"/>
                  </a:lnTo>
                  <a:lnTo>
                    <a:pt x="6085408" y="63605"/>
                  </a:lnTo>
                  <a:lnTo>
                    <a:pt x="6085517" y="63605"/>
                  </a:lnTo>
                  <a:lnTo>
                    <a:pt x="6085625" y="63605"/>
                  </a:lnTo>
                  <a:lnTo>
                    <a:pt x="6085733" y="63605"/>
                  </a:lnTo>
                  <a:lnTo>
                    <a:pt x="6085842" y="63605"/>
                  </a:lnTo>
                  <a:lnTo>
                    <a:pt x="6085950" y="63605"/>
                  </a:lnTo>
                  <a:lnTo>
                    <a:pt x="6086059" y="63605"/>
                  </a:lnTo>
                  <a:lnTo>
                    <a:pt x="6086167" y="63605"/>
                  </a:lnTo>
                  <a:lnTo>
                    <a:pt x="6086276" y="63605"/>
                  </a:lnTo>
                  <a:lnTo>
                    <a:pt x="6086384" y="63605"/>
                  </a:lnTo>
                  <a:lnTo>
                    <a:pt x="6086493" y="63605"/>
                  </a:lnTo>
                  <a:lnTo>
                    <a:pt x="6086601" y="63605"/>
                  </a:lnTo>
                  <a:lnTo>
                    <a:pt x="6086710" y="63605"/>
                  </a:lnTo>
                  <a:lnTo>
                    <a:pt x="6086818" y="63605"/>
                  </a:lnTo>
                  <a:lnTo>
                    <a:pt x="6086926" y="63605"/>
                  </a:lnTo>
                  <a:lnTo>
                    <a:pt x="6087035" y="63605"/>
                  </a:lnTo>
                  <a:lnTo>
                    <a:pt x="6087143" y="63605"/>
                  </a:lnTo>
                  <a:lnTo>
                    <a:pt x="6087252" y="63605"/>
                  </a:lnTo>
                  <a:lnTo>
                    <a:pt x="6087360" y="63605"/>
                  </a:lnTo>
                  <a:lnTo>
                    <a:pt x="6087360" y="62981"/>
                  </a:lnTo>
                  <a:lnTo>
                    <a:pt x="6087469" y="62981"/>
                  </a:lnTo>
                  <a:lnTo>
                    <a:pt x="6087469" y="62358"/>
                  </a:lnTo>
                  <a:lnTo>
                    <a:pt x="6087577" y="62358"/>
                  </a:lnTo>
                  <a:lnTo>
                    <a:pt x="6087686" y="62358"/>
                  </a:lnTo>
                  <a:lnTo>
                    <a:pt x="6087794" y="62358"/>
                  </a:lnTo>
                  <a:lnTo>
                    <a:pt x="6087902" y="62358"/>
                  </a:lnTo>
                  <a:lnTo>
                    <a:pt x="6088011" y="62358"/>
                  </a:lnTo>
                  <a:lnTo>
                    <a:pt x="6088119" y="62358"/>
                  </a:lnTo>
                  <a:lnTo>
                    <a:pt x="6088228" y="62358"/>
                  </a:lnTo>
                  <a:lnTo>
                    <a:pt x="6088336" y="62358"/>
                  </a:lnTo>
                  <a:lnTo>
                    <a:pt x="6088445" y="62358"/>
                  </a:lnTo>
                  <a:lnTo>
                    <a:pt x="6088553" y="62358"/>
                  </a:lnTo>
                  <a:lnTo>
                    <a:pt x="6088553" y="61734"/>
                  </a:lnTo>
                  <a:lnTo>
                    <a:pt x="6088662" y="61734"/>
                  </a:lnTo>
                  <a:lnTo>
                    <a:pt x="6088770" y="61734"/>
                  </a:lnTo>
                  <a:lnTo>
                    <a:pt x="6088878" y="61734"/>
                  </a:lnTo>
                  <a:lnTo>
                    <a:pt x="6088987" y="61734"/>
                  </a:lnTo>
                  <a:lnTo>
                    <a:pt x="6089095" y="61734"/>
                  </a:lnTo>
                  <a:lnTo>
                    <a:pt x="6089204" y="61734"/>
                  </a:lnTo>
                  <a:lnTo>
                    <a:pt x="6089312" y="61734"/>
                  </a:lnTo>
                  <a:lnTo>
                    <a:pt x="6089421" y="61734"/>
                  </a:lnTo>
                  <a:lnTo>
                    <a:pt x="6089529" y="61734"/>
                  </a:lnTo>
                  <a:lnTo>
                    <a:pt x="6089638" y="61734"/>
                  </a:lnTo>
                  <a:lnTo>
                    <a:pt x="6089746" y="61734"/>
                  </a:lnTo>
                  <a:lnTo>
                    <a:pt x="6089854" y="61734"/>
                  </a:lnTo>
                  <a:lnTo>
                    <a:pt x="6089963" y="61734"/>
                  </a:lnTo>
                  <a:lnTo>
                    <a:pt x="6090071" y="61734"/>
                  </a:lnTo>
                  <a:lnTo>
                    <a:pt x="6090180" y="61734"/>
                  </a:lnTo>
                  <a:lnTo>
                    <a:pt x="6090288" y="61734"/>
                  </a:lnTo>
                  <a:lnTo>
                    <a:pt x="6090397" y="61734"/>
                  </a:lnTo>
                  <a:lnTo>
                    <a:pt x="6090505" y="61734"/>
                  </a:lnTo>
                  <a:lnTo>
                    <a:pt x="6090614" y="61734"/>
                  </a:lnTo>
                  <a:lnTo>
                    <a:pt x="6090722" y="61734"/>
                  </a:lnTo>
                  <a:lnTo>
                    <a:pt x="6090831" y="61734"/>
                  </a:lnTo>
                  <a:lnTo>
                    <a:pt x="6090939" y="61734"/>
                  </a:lnTo>
                  <a:lnTo>
                    <a:pt x="6091047" y="61734"/>
                  </a:lnTo>
                  <a:lnTo>
                    <a:pt x="6091156" y="61734"/>
                  </a:lnTo>
                  <a:lnTo>
                    <a:pt x="6091264" y="61734"/>
                  </a:lnTo>
                  <a:lnTo>
                    <a:pt x="6091373" y="61734"/>
                  </a:lnTo>
                  <a:lnTo>
                    <a:pt x="6091481" y="61734"/>
                  </a:lnTo>
                  <a:lnTo>
                    <a:pt x="6091590" y="61734"/>
                  </a:lnTo>
                  <a:lnTo>
                    <a:pt x="6091698" y="61734"/>
                  </a:lnTo>
                  <a:lnTo>
                    <a:pt x="6091807" y="61734"/>
                  </a:lnTo>
                  <a:lnTo>
                    <a:pt x="6091915" y="61734"/>
                  </a:lnTo>
                  <a:lnTo>
                    <a:pt x="6092023" y="61734"/>
                  </a:lnTo>
                  <a:lnTo>
                    <a:pt x="6092132" y="61734"/>
                  </a:lnTo>
                  <a:lnTo>
                    <a:pt x="6092132" y="61111"/>
                  </a:lnTo>
                  <a:lnTo>
                    <a:pt x="6092240" y="61111"/>
                  </a:lnTo>
                  <a:lnTo>
                    <a:pt x="6092349" y="61111"/>
                  </a:lnTo>
                  <a:lnTo>
                    <a:pt x="6092349" y="60487"/>
                  </a:lnTo>
                  <a:lnTo>
                    <a:pt x="6092457" y="60487"/>
                  </a:lnTo>
                  <a:lnTo>
                    <a:pt x="6092566" y="60487"/>
                  </a:lnTo>
                  <a:lnTo>
                    <a:pt x="6092674" y="60487"/>
                  </a:lnTo>
                  <a:lnTo>
                    <a:pt x="6092783" y="60487"/>
                  </a:lnTo>
                  <a:lnTo>
                    <a:pt x="6092891" y="60487"/>
                  </a:lnTo>
                  <a:lnTo>
                    <a:pt x="6092999" y="60487"/>
                  </a:lnTo>
                  <a:lnTo>
                    <a:pt x="6093108" y="60487"/>
                  </a:lnTo>
                  <a:lnTo>
                    <a:pt x="6093216" y="60487"/>
                  </a:lnTo>
                  <a:lnTo>
                    <a:pt x="6093325" y="60487"/>
                  </a:lnTo>
                  <a:lnTo>
                    <a:pt x="6093433" y="60487"/>
                  </a:lnTo>
                  <a:lnTo>
                    <a:pt x="6093542" y="60487"/>
                  </a:lnTo>
                  <a:lnTo>
                    <a:pt x="6093650" y="60487"/>
                  </a:lnTo>
                  <a:lnTo>
                    <a:pt x="6093759" y="60487"/>
                  </a:lnTo>
                  <a:lnTo>
                    <a:pt x="6093867" y="60487"/>
                  </a:lnTo>
                  <a:lnTo>
                    <a:pt x="6093975" y="60487"/>
                  </a:lnTo>
                  <a:lnTo>
                    <a:pt x="6094084" y="60487"/>
                  </a:lnTo>
                  <a:lnTo>
                    <a:pt x="6094192" y="60487"/>
                  </a:lnTo>
                  <a:lnTo>
                    <a:pt x="6094301" y="60487"/>
                  </a:lnTo>
                  <a:lnTo>
                    <a:pt x="6094409" y="60487"/>
                  </a:lnTo>
                  <a:lnTo>
                    <a:pt x="6094518" y="60487"/>
                  </a:lnTo>
                  <a:lnTo>
                    <a:pt x="6094626" y="60487"/>
                  </a:lnTo>
                  <a:lnTo>
                    <a:pt x="6094735" y="60487"/>
                  </a:lnTo>
                  <a:lnTo>
                    <a:pt x="6094843" y="60487"/>
                  </a:lnTo>
                  <a:lnTo>
                    <a:pt x="6094952" y="60487"/>
                  </a:lnTo>
                  <a:lnTo>
                    <a:pt x="6094952" y="59863"/>
                  </a:lnTo>
                  <a:lnTo>
                    <a:pt x="6095060" y="59863"/>
                  </a:lnTo>
                  <a:lnTo>
                    <a:pt x="6095060" y="59240"/>
                  </a:lnTo>
                  <a:lnTo>
                    <a:pt x="6095168" y="59240"/>
                  </a:lnTo>
                  <a:lnTo>
                    <a:pt x="6095277" y="59240"/>
                  </a:lnTo>
                  <a:lnTo>
                    <a:pt x="6095385" y="59240"/>
                  </a:lnTo>
                  <a:lnTo>
                    <a:pt x="6095494" y="59240"/>
                  </a:lnTo>
                  <a:lnTo>
                    <a:pt x="6095602" y="59240"/>
                  </a:lnTo>
                  <a:lnTo>
                    <a:pt x="6095711" y="59240"/>
                  </a:lnTo>
                  <a:lnTo>
                    <a:pt x="6095819" y="59240"/>
                  </a:lnTo>
                  <a:lnTo>
                    <a:pt x="6095928" y="59240"/>
                  </a:lnTo>
                  <a:lnTo>
                    <a:pt x="6096036" y="59240"/>
                  </a:lnTo>
                  <a:lnTo>
                    <a:pt x="6096144" y="59240"/>
                  </a:lnTo>
                  <a:lnTo>
                    <a:pt x="6096253" y="59240"/>
                  </a:lnTo>
                  <a:lnTo>
                    <a:pt x="6096361" y="59240"/>
                  </a:lnTo>
                  <a:lnTo>
                    <a:pt x="6096470" y="59240"/>
                  </a:lnTo>
                  <a:lnTo>
                    <a:pt x="6096578" y="59240"/>
                  </a:lnTo>
                  <a:lnTo>
                    <a:pt x="6096687" y="59240"/>
                  </a:lnTo>
                  <a:lnTo>
                    <a:pt x="6096795" y="59240"/>
                  </a:lnTo>
                  <a:lnTo>
                    <a:pt x="6096904" y="59240"/>
                  </a:lnTo>
                  <a:lnTo>
                    <a:pt x="6097012" y="59240"/>
                  </a:lnTo>
                  <a:lnTo>
                    <a:pt x="6097120" y="59240"/>
                  </a:lnTo>
                  <a:lnTo>
                    <a:pt x="6097229" y="59240"/>
                  </a:lnTo>
                  <a:lnTo>
                    <a:pt x="6097337" y="59240"/>
                  </a:lnTo>
                  <a:lnTo>
                    <a:pt x="6097446" y="59240"/>
                  </a:lnTo>
                  <a:lnTo>
                    <a:pt x="6097554" y="59240"/>
                  </a:lnTo>
                  <a:lnTo>
                    <a:pt x="6097663" y="59240"/>
                  </a:lnTo>
                  <a:lnTo>
                    <a:pt x="6097771" y="59240"/>
                  </a:lnTo>
                  <a:lnTo>
                    <a:pt x="6097880" y="59240"/>
                  </a:lnTo>
                  <a:lnTo>
                    <a:pt x="6097988" y="59240"/>
                  </a:lnTo>
                  <a:lnTo>
                    <a:pt x="6098096" y="59240"/>
                  </a:lnTo>
                  <a:lnTo>
                    <a:pt x="6098205" y="59240"/>
                  </a:lnTo>
                  <a:lnTo>
                    <a:pt x="6098313" y="59240"/>
                  </a:lnTo>
                  <a:lnTo>
                    <a:pt x="6098422" y="59240"/>
                  </a:lnTo>
                  <a:lnTo>
                    <a:pt x="6098530" y="59240"/>
                  </a:lnTo>
                  <a:lnTo>
                    <a:pt x="6098639" y="59240"/>
                  </a:lnTo>
                  <a:lnTo>
                    <a:pt x="6098747" y="59240"/>
                  </a:lnTo>
                  <a:lnTo>
                    <a:pt x="6098856" y="59240"/>
                  </a:lnTo>
                  <a:lnTo>
                    <a:pt x="6098964" y="59240"/>
                  </a:lnTo>
                  <a:lnTo>
                    <a:pt x="6099073" y="59240"/>
                  </a:lnTo>
                  <a:lnTo>
                    <a:pt x="6099181" y="59240"/>
                  </a:lnTo>
                  <a:lnTo>
                    <a:pt x="6099289" y="59240"/>
                  </a:lnTo>
                  <a:lnTo>
                    <a:pt x="6099398" y="59240"/>
                  </a:lnTo>
                  <a:lnTo>
                    <a:pt x="6099506" y="59240"/>
                  </a:lnTo>
                  <a:lnTo>
                    <a:pt x="6099615" y="59240"/>
                  </a:lnTo>
                  <a:lnTo>
                    <a:pt x="6099615" y="58616"/>
                  </a:lnTo>
                  <a:lnTo>
                    <a:pt x="6099723" y="58616"/>
                  </a:lnTo>
                  <a:lnTo>
                    <a:pt x="6099832" y="58616"/>
                  </a:lnTo>
                  <a:lnTo>
                    <a:pt x="6099940" y="58616"/>
                  </a:lnTo>
                  <a:lnTo>
                    <a:pt x="6100049" y="58616"/>
                  </a:lnTo>
                  <a:lnTo>
                    <a:pt x="6100157" y="58616"/>
                  </a:lnTo>
                  <a:lnTo>
                    <a:pt x="6100265" y="58616"/>
                  </a:lnTo>
                  <a:lnTo>
                    <a:pt x="6100374" y="58616"/>
                  </a:lnTo>
                  <a:lnTo>
                    <a:pt x="6100482" y="58616"/>
                  </a:lnTo>
                  <a:lnTo>
                    <a:pt x="6100591" y="58616"/>
                  </a:lnTo>
                  <a:lnTo>
                    <a:pt x="6100699" y="58616"/>
                  </a:lnTo>
                  <a:lnTo>
                    <a:pt x="6100808" y="58616"/>
                  </a:lnTo>
                  <a:lnTo>
                    <a:pt x="6100916" y="58616"/>
                  </a:lnTo>
                  <a:lnTo>
                    <a:pt x="6101025" y="58616"/>
                  </a:lnTo>
                  <a:lnTo>
                    <a:pt x="6101133" y="58616"/>
                  </a:lnTo>
                  <a:lnTo>
                    <a:pt x="6101241" y="58616"/>
                  </a:lnTo>
                  <a:lnTo>
                    <a:pt x="6101350" y="58616"/>
                  </a:lnTo>
                  <a:lnTo>
                    <a:pt x="6101458" y="58616"/>
                  </a:lnTo>
                  <a:lnTo>
                    <a:pt x="6101567" y="58616"/>
                  </a:lnTo>
                  <a:lnTo>
                    <a:pt x="6101675" y="58616"/>
                  </a:lnTo>
                  <a:lnTo>
                    <a:pt x="6101784" y="58616"/>
                  </a:lnTo>
                  <a:lnTo>
                    <a:pt x="6101892" y="58616"/>
                  </a:lnTo>
                  <a:lnTo>
                    <a:pt x="6102001" y="58616"/>
                  </a:lnTo>
                  <a:lnTo>
                    <a:pt x="6102109" y="58616"/>
                  </a:lnTo>
                  <a:lnTo>
                    <a:pt x="6102217" y="58616"/>
                  </a:lnTo>
                  <a:lnTo>
                    <a:pt x="6102217" y="57993"/>
                  </a:lnTo>
                  <a:lnTo>
                    <a:pt x="6102326" y="57993"/>
                  </a:lnTo>
                  <a:lnTo>
                    <a:pt x="6102434" y="57993"/>
                  </a:lnTo>
                  <a:lnTo>
                    <a:pt x="6102543" y="57993"/>
                  </a:lnTo>
                  <a:lnTo>
                    <a:pt x="6102651" y="57993"/>
                  </a:lnTo>
                  <a:lnTo>
                    <a:pt x="6102651" y="57369"/>
                  </a:lnTo>
                  <a:lnTo>
                    <a:pt x="6102760" y="57369"/>
                  </a:lnTo>
                  <a:lnTo>
                    <a:pt x="6102868" y="57369"/>
                  </a:lnTo>
                  <a:lnTo>
                    <a:pt x="6102977" y="57369"/>
                  </a:lnTo>
                  <a:lnTo>
                    <a:pt x="6103085" y="57369"/>
                  </a:lnTo>
                  <a:lnTo>
                    <a:pt x="6103194" y="57369"/>
                  </a:lnTo>
                  <a:lnTo>
                    <a:pt x="6103302" y="57369"/>
                  </a:lnTo>
                  <a:lnTo>
                    <a:pt x="6103410" y="57369"/>
                  </a:lnTo>
                  <a:lnTo>
                    <a:pt x="6103519" y="57369"/>
                  </a:lnTo>
                  <a:lnTo>
                    <a:pt x="6103627" y="57369"/>
                  </a:lnTo>
                  <a:lnTo>
                    <a:pt x="6103736" y="57369"/>
                  </a:lnTo>
                  <a:lnTo>
                    <a:pt x="6103844" y="57369"/>
                  </a:lnTo>
                  <a:lnTo>
                    <a:pt x="6103953" y="57369"/>
                  </a:lnTo>
                  <a:lnTo>
                    <a:pt x="6104061" y="57369"/>
                  </a:lnTo>
                  <a:lnTo>
                    <a:pt x="6104170" y="57369"/>
                  </a:lnTo>
                  <a:lnTo>
                    <a:pt x="6104278" y="57369"/>
                  </a:lnTo>
                  <a:lnTo>
                    <a:pt x="6104386" y="57369"/>
                  </a:lnTo>
                  <a:lnTo>
                    <a:pt x="6104495" y="57369"/>
                  </a:lnTo>
                  <a:lnTo>
                    <a:pt x="6104603" y="57369"/>
                  </a:lnTo>
                  <a:lnTo>
                    <a:pt x="6104712" y="57369"/>
                  </a:lnTo>
                  <a:lnTo>
                    <a:pt x="6104820" y="57369"/>
                  </a:lnTo>
                  <a:lnTo>
                    <a:pt x="6104929" y="57369"/>
                  </a:lnTo>
                  <a:lnTo>
                    <a:pt x="6105037" y="57369"/>
                  </a:lnTo>
                  <a:lnTo>
                    <a:pt x="6105146" y="57369"/>
                  </a:lnTo>
                  <a:lnTo>
                    <a:pt x="6105254" y="57369"/>
                  </a:lnTo>
                  <a:lnTo>
                    <a:pt x="6105362" y="57369"/>
                  </a:lnTo>
                  <a:lnTo>
                    <a:pt x="6105471" y="57369"/>
                  </a:lnTo>
                  <a:lnTo>
                    <a:pt x="6105579" y="57369"/>
                  </a:lnTo>
                  <a:lnTo>
                    <a:pt x="6105688" y="57369"/>
                  </a:lnTo>
                  <a:lnTo>
                    <a:pt x="6105688" y="56745"/>
                  </a:lnTo>
                  <a:lnTo>
                    <a:pt x="6105796" y="56745"/>
                  </a:lnTo>
                  <a:lnTo>
                    <a:pt x="6105905" y="56745"/>
                  </a:lnTo>
                  <a:lnTo>
                    <a:pt x="6106013" y="56745"/>
                  </a:lnTo>
                  <a:lnTo>
                    <a:pt x="6106122" y="56745"/>
                  </a:lnTo>
                  <a:lnTo>
                    <a:pt x="6106230" y="56745"/>
                  </a:lnTo>
                  <a:lnTo>
                    <a:pt x="6106338" y="56745"/>
                  </a:lnTo>
                  <a:lnTo>
                    <a:pt x="6106447" y="56745"/>
                  </a:lnTo>
                  <a:lnTo>
                    <a:pt x="6106555" y="56745"/>
                  </a:lnTo>
                  <a:lnTo>
                    <a:pt x="6106664" y="56745"/>
                  </a:lnTo>
                  <a:lnTo>
                    <a:pt x="6106772" y="56745"/>
                  </a:lnTo>
                  <a:lnTo>
                    <a:pt x="6106881" y="56745"/>
                  </a:lnTo>
                  <a:lnTo>
                    <a:pt x="6106989" y="56745"/>
                  </a:lnTo>
                  <a:lnTo>
                    <a:pt x="6107098" y="56745"/>
                  </a:lnTo>
                  <a:lnTo>
                    <a:pt x="6107206" y="56745"/>
                  </a:lnTo>
                  <a:lnTo>
                    <a:pt x="6107314" y="56745"/>
                  </a:lnTo>
                  <a:lnTo>
                    <a:pt x="6107423" y="56745"/>
                  </a:lnTo>
                  <a:lnTo>
                    <a:pt x="6107423" y="56122"/>
                  </a:lnTo>
                  <a:lnTo>
                    <a:pt x="6107531" y="56122"/>
                  </a:lnTo>
                  <a:lnTo>
                    <a:pt x="6107640" y="56122"/>
                  </a:lnTo>
                  <a:lnTo>
                    <a:pt x="6107748" y="56122"/>
                  </a:lnTo>
                  <a:lnTo>
                    <a:pt x="6107857" y="56122"/>
                  </a:lnTo>
                  <a:lnTo>
                    <a:pt x="6107965" y="56122"/>
                  </a:lnTo>
                  <a:lnTo>
                    <a:pt x="6108074" y="56122"/>
                  </a:lnTo>
                  <a:lnTo>
                    <a:pt x="6108182" y="56122"/>
                  </a:lnTo>
                  <a:lnTo>
                    <a:pt x="6108291" y="56122"/>
                  </a:lnTo>
                  <a:lnTo>
                    <a:pt x="6108399" y="56122"/>
                  </a:lnTo>
                  <a:lnTo>
                    <a:pt x="6108507" y="56122"/>
                  </a:lnTo>
                  <a:lnTo>
                    <a:pt x="6108616" y="56122"/>
                  </a:lnTo>
                  <a:lnTo>
                    <a:pt x="6108724" y="56122"/>
                  </a:lnTo>
                  <a:lnTo>
                    <a:pt x="6108833" y="56122"/>
                  </a:lnTo>
                  <a:lnTo>
                    <a:pt x="6108941" y="56122"/>
                  </a:lnTo>
                  <a:lnTo>
                    <a:pt x="6108941" y="55498"/>
                  </a:lnTo>
                  <a:lnTo>
                    <a:pt x="6109050" y="55498"/>
                  </a:lnTo>
                  <a:lnTo>
                    <a:pt x="6109158" y="55498"/>
                  </a:lnTo>
                  <a:lnTo>
                    <a:pt x="6109267" y="55498"/>
                  </a:lnTo>
                  <a:lnTo>
                    <a:pt x="6109375" y="55498"/>
                  </a:lnTo>
                  <a:lnTo>
                    <a:pt x="6109483" y="55498"/>
                  </a:lnTo>
                  <a:lnTo>
                    <a:pt x="6109592" y="55498"/>
                  </a:lnTo>
                  <a:lnTo>
                    <a:pt x="6109700" y="55498"/>
                  </a:lnTo>
                  <a:lnTo>
                    <a:pt x="6109809" y="55498"/>
                  </a:lnTo>
                  <a:lnTo>
                    <a:pt x="6109917" y="55498"/>
                  </a:lnTo>
                  <a:lnTo>
                    <a:pt x="6110026" y="55498"/>
                  </a:lnTo>
                  <a:lnTo>
                    <a:pt x="6110134" y="55498"/>
                  </a:lnTo>
                  <a:lnTo>
                    <a:pt x="6110243" y="55498"/>
                  </a:lnTo>
                  <a:lnTo>
                    <a:pt x="6110243" y="54875"/>
                  </a:lnTo>
                  <a:lnTo>
                    <a:pt x="6110351" y="54875"/>
                  </a:lnTo>
                  <a:lnTo>
                    <a:pt x="6110459" y="54875"/>
                  </a:lnTo>
                  <a:lnTo>
                    <a:pt x="6110568" y="54875"/>
                  </a:lnTo>
                  <a:lnTo>
                    <a:pt x="6110676" y="54875"/>
                  </a:lnTo>
                  <a:lnTo>
                    <a:pt x="6110785" y="54875"/>
                  </a:lnTo>
                  <a:lnTo>
                    <a:pt x="6110893" y="54875"/>
                  </a:lnTo>
                  <a:lnTo>
                    <a:pt x="6111002" y="54875"/>
                  </a:lnTo>
                  <a:lnTo>
                    <a:pt x="6111110" y="54875"/>
                  </a:lnTo>
                  <a:lnTo>
                    <a:pt x="6111110" y="54251"/>
                  </a:lnTo>
                  <a:lnTo>
                    <a:pt x="6111219" y="54251"/>
                  </a:lnTo>
                  <a:lnTo>
                    <a:pt x="6111327" y="54251"/>
                  </a:lnTo>
                  <a:lnTo>
                    <a:pt x="6111435" y="54251"/>
                  </a:lnTo>
                  <a:lnTo>
                    <a:pt x="6111544" y="54251"/>
                  </a:lnTo>
                  <a:lnTo>
                    <a:pt x="6111652" y="54251"/>
                  </a:lnTo>
                  <a:lnTo>
                    <a:pt x="6111761" y="54251"/>
                  </a:lnTo>
                  <a:lnTo>
                    <a:pt x="6111869" y="54251"/>
                  </a:lnTo>
                  <a:lnTo>
                    <a:pt x="6111978" y="54251"/>
                  </a:lnTo>
                  <a:lnTo>
                    <a:pt x="6112086" y="54251"/>
                  </a:lnTo>
                  <a:lnTo>
                    <a:pt x="6112195" y="54251"/>
                  </a:lnTo>
                  <a:lnTo>
                    <a:pt x="6112303" y="54251"/>
                  </a:lnTo>
                  <a:lnTo>
                    <a:pt x="6112412" y="54251"/>
                  </a:lnTo>
                  <a:lnTo>
                    <a:pt x="6112520" y="54251"/>
                  </a:lnTo>
                  <a:lnTo>
                    <a:pt x="6112628" y="54251"/>
                  </a:lnTo>
                  <a:lnTo>
                    <a:pt x="6112737" y="54251"/>
                  </a:lnTo>
                  <a:lnTo>
                    <a:pt x="6112845" y="54251"/>
                  </a:lnTo>
                  <a:lnTo>
                    <a:pt x="6112954" y="54251"/>
                  </a:lnTo>
                  <a:lnTo>
                    <a:pt x="6113062" y="54251"/>
                  </a:lnTo>
                  <a:lnTo>
                    <a:pt x="6113171" y="54251"/>
                  </a:lnTo>
                  <a:lnTo>
                    <a:pt x="6113279" y="54251"/>
                  </a:lnTo>
                  <a:lnTo>
                    <a:pt x="6113388" y="54251"/>
                  </a:lnTo>
                  <a:lnTo>
                    <a:pt x="6113496" y="54251"/>
                  </a:lnTo>
                  <a:lnTo>
                    <a:pt x="6113604" y="54251"/>
                  </a:lnTo>
                  <a:lnTo>
                    <a:pt x="6113713" y="54251"/>
                  </a:lnTo>
                  <a:lnTo>
                    <a:pt x="6113821" y="54251"/>
                  </a:lnTo>
                  <a:lnTo>
                    <a:pt x="6113930" y="54251"/>
                  </a:lnTo>
                  <a:lnTo>
                    <a:pt x="6114038" y="54251"/>
                  </a:lnTo>
                  <a:lnTo>
                    <a:pt x="6114147" y="54251"/>
                  </a:lnTo>
                  <a:lnTo>
                    <a:pt x="6114255" y="54251"/>
                  </a:lnTo>
                  <a:lnTo>
                    <a:pt x="6114364" y="54251"/>
                  </a:lnTo>
                  <a:lnTo>
                    <a:pt x="6114472" y="54251"/>
                  </a:lnTo>
                  <a:lnTo>
                    <a:pt x="6114580" y="54251"/>
                  </a:lnTo>
                  <a:lnTo>
                    <a:pt x="6114689" y="54251"/>
                  </a:lnTo>
                  <a:lnTo>
                    <a:pt x="6114797" y="54251"/>
                  </a:lnTo>
                  <a:lnTo>
                    <a:pt x="6114906" y="54251"/>
                  </a:lnTo>
                  <a:lnTo>
                    <a:pt x="6115014" y="54251"/>
                  </a:lnTo>
                  <a:lnTo>
                    <a:pt x="6115123" y="54251"/>
                  </a:lnTo>
                  <a:lnTo>
                    <a:pt x="6115231" y="54251"/>
                  </a:lnTo>
                  <a:lnTo>
                    <a:pt x="6115340" y="54251"/>
                  </a:lnTo>
                  <a:lnTo>
                    <a:pt x="6115448" y="54251"/>
                  </a:lnTo>
                  <a:lnTo>
                    <a:pt x="6115556" y="54251"/>
                  </a:lnTo>
                  <a:lnTo>
                    <a:pt x="6115665" y="54251"/>
                  </a:lnTo>
                  <a:lnTo>
                    <a:pt x="6115773" y="54251"/>
                  </a:lnTo>
                  <a:lnTo>
                    <a:pt x="6115882" y="54251"/>
                  </a:lnTo>
                  <a:lnTo>
                    <a:pt x="6115990" y="54251"/>
                  </a:lnTo>
                  <a:lnTo>
                    <a:pt x="6116099" y="54251"/>
                  </a:lnTo>
                  <a:lnTo>
                    <a:pt x="6116207" y="54251"/>
                  </a:lnTo>
                  <a:lnTo>
                    <a:pt x="6116316" y="54251"/>
                  </a:lnTo>
                  <a:lnTo>
                    <a:pt x="6116424" y="54251"/>
                  </a:lnTo>
                  <a:lnTo>
                    <a:pt x="6116533" y="54251"/>
                  </a:lnTo>
                  <a:lnTo>
                    <a:pt x="6116641" y="54251"/>
                  </a:lnTo>
                  <a:lnTo>
                    <a:pt x="6116749" y="54251"/>
                  </a:lnTo>
                  <a:lnTo>
                    <a:pt x="6116858" y="54251"/>
                  </a:lnTo>
                  <a:lnTo>
                    <a:pt x="6116966" y="54251"/>
                  </a:lnTo>
                  <a:lnTo>
                    <a:pt x="6117075" y="54251"/>
                  </a:lnTo>
                  <a:lnTo>
                    <a:pt x="6117183" y="54251"/>
                  </a:lnTo>
                  <a:lnTo>
                    <a:pt x="6117292" y="54251"/>
                  </a:lnTo>
                  <a:lnTo>
                    <a:pt x="6117400" y="54251"/>
                  </a:lnTo>
                  <a:lnTo>
                    <a:pt x="6117509" y="54251"/>
                  </a:lnTo>
                  <a:lnTo>
                    <a:pt x="6117617" y="54251"/>
                  </a:lnTo>
                  <a:lnTo>
                    <a:pt x="6117725" y="54251"/>
                  </a:lnTo>
                  <a:lnTo>
                    <a:pt x="6117834" y="54251"/>
                  </a:lnTo>
                  <a:lnTo>
                    <a:pt x="6117942" y="54251"/>
                  </a:lnTo>
                  <a:lnTo>
                    <a:pt x="6118051" y="54251"/>
                  </a:lnTo>
                  <a:lnTo>
                    <a:pt x="6118159" y="54251"/>
                  </a:lnTo>
                  <a:lnTo>
                    <a:pt x="6118268" y="54251"/>
                  </a:lnTo>
                  <a:lnTo>
                    <a:pt x="6118376" y="54251"/>
                  </a:lnTo>
                  <a:lnTo>
                    <a:pt x="6118485" y="54251"/>
                  </a:lnTo>
                  <a:lnTo>
                    <a:pt x="6118593" y="54251"/>
                  </a:lnTo>
                  <a:lnTo>
                    <a:pt x="6118701" y="54251"/>
                  </a:lnTo>
                  <a:lnTo>
                    <a:pt x="6118810" y="54251"/>
                  </a:lnTo>
                  <a:lnTo>
                    <a:pt x="6118918" y="54251"/>
                  </a:lnTo>
                  <a:lnTo>
                    <a:pt x="6119027" y="54251"/>
                  </a:lnTo>
                  <a:lnTo>
                    <a:pt x="6119135" y="54251"/>
                  </a:lnTo>
                  <a:lnTo>
                    <a:pt x="6119244" y="54251"/>
                  </a:lnTo>
                  <a:lnTo>
                    <a:pt x="6119352" y="54251"/>
                  </a:lnTo>
                  <a:lnTo>
                    <a:pt x="6119461" y="54251"/>
                  </a:lnTo>
                  <a:lnTo>
                    <a:pt x="6119569" y="54251"/>
                  </a:lnTo>
                  <a:lnTo>
                    <a:pt x="6119677" y="54251"/>
                  </a:lnTo>
                  <a:lnTo>
                    <a:pt x="6119786" y="54251"/>
                  </a:lnTo>
                  <a:lnTo>
                    <a:pt x="6119894" y="54251"/>
                  </a:lnTo>
                  <a:lnTo>
                    <a:pt x="6120003" y="54251"/>
                  </a:lnTo>
                  <a:lnTo>
                    <a:pt x="6120111" y="54251"/>
                  </a:lnTo>
                  <a:lnTo>
                    <a:pt x="6120220" y="54251"/>
                  </a:lnTo>
                  <a:lnTo>
                    <a:pt x="6120328" y="54251"/>
                  </a:lnTo>
                  <a:lnTo>
                    <a:pt x="6120437" y="54251"/>
                  </a:lnTo>
                  <a:lnTo>
                    <a:pt x="6120545" y="54251"/>
                  </a:lnTo>
                  <a:lnTo>
                    <a:pt x="6120654" y="54251"/>
                  </a:lnTo>
                  <a:lnTo>
                    <a:pt x="6120762" y="54251"/>
                  </a:lnTo>
                  <a:lnTo>
                    <a:pt x="6120870" y="54251"/>
                  </a:lnTo>
                  <a:lnTo>
                    <a:pt x="6120979" y="54251"/>
                  </a:lnTo>
                  <a:lnTo>
                    <a:pt x="6121087" y="54251"/>
                  </a:lnTo>
                  <a:lnTo>
                    <a:pt x="6121196" y="54251"/>
                  </a:lnTo>
                  <a:lnTo>
                    <a:pt x="6121304" y="54251"/>
                  </a:lnTo>
                  <a:lnTo>
                    <a:pt x="6121413" y="54251"/>
                  </a:lnTo>
                  <a:lnTo>
                    <a:pt x="6121521" y="54251"/>
                  </a:lnTo>
                  <a:lnTo>
                    <a:pt x="6121630" y="54251"/>
                  </a:lnTo>
                  <a:lnTo>
                    <a:pt x="6121738" y="54251"/>
                  </a:lnTo>
                  <a:lnTo>
                    <a:pt x="6121846" y="54251"/>
                  </a:lnTo>
                  <a:lnTo>
                    <a:pt x="6121955" y="54251"/>
                  </a:lnTo>
                  <a:lnTo>
                    <a:pt x="6122063" y="54251"/>
                  </a:lnTo>
                  <a:lnTo>
                    <a:pt x="6122172" y="54251"/>
                  </a:lnTo>
                  <a:lnTo>
                    <a:pt x="6122280" y="54251"/>
                  </a:lnTo>
                  <a:lnTo>
                    <a:pt x="6122389" y="54251"/>
                  </a:lnTo>
                  <a:lnTo>
                    <a:pt x="6122497" y="54251"/>
                  </a:lnTo>
                  <a:lnTo>
                    <a:pt x="6122606" y="54251"/>
                  </a:lnTo>
                  <a:lnTo>
                    <a:pt x="6122714" y="54251"/>
                  </a:lnTo>
                  <a:lnTo>
                    <a:pt x="6122822" y="54251"/>
                  </a:lnTo>
                  <a:lnTo>
                    <a:pt x="6122931" y="54251"/>
                  </a:lnTo>
                  <a:lnTo>
                    <a:pt x="6123039" y="54251"/>
                  </a:lnTo>
                  <a:lnTo>
                    <a:pt x="6123148" y="54251"/>
                  </a:lnTo>
                  <a:lnTo>
                    <a:pt x="6123256" y="54251"/>
                  </a:lnTo>
                  <a:lnTo>
                    <a:pt x="6123365" y="54251"/>
                  </a:lnTo>
                  <a:lnTo>
                    <a:pt x="6123473" y="54251"/>
                  </a:lnTo>
                  <a:lnTo>
                    <a:pt x="6123582" y="54251"/>
                  </a:lnTo>
                  <a:lnTo>
                    <a:pt x="6123690" y="54251"/>
                  </a:lnTo>
                  <a:lnTo>
                    <a:pt x="6123798" y="54251"/>
                  </a:lnTo>
                  <a:lnTo>
                    <a:pt x="6123907" y="54251"/>
                  </a:lnTo>
                  <a:lnTo>
                    <a:pt x="6124015" y="54251"/>
                  </a:lnTo>
                  <a:lnTo>
                    <a:pt x="6124124" y="54251"/>
                  </a:lnTo>
                  <a:lnTo>
                    <a:pt x="6124232" y="54251"/>
                  </a:lnTo>
                  <a:lnTo>
                    <a:pt x="6124341" y="54251"/>
                  </a:lnTo>
                  <a:lnTo>
                    <a:pt x="6124449" y="54251"/>
                  </a:lnTo>
                  <a:lnTo>
                    <a:pt x="6124558" y="54251"/>
                  </a:lnTo>
                  <a:lnTo>
                    <a:pt x="6124666" y="54251"/>
                  </a:lnTo>
                  <a:lnTo>
                    <a:pt x="6124775" y="54251"/>
                  </a:lnTo>
                  <a:lnTo>
                    <a:pt x="6124883" y="54251"/>
                  </a:lnTo>
                  <a:lnTo>
                    <a:pt x="6124991" y="54251"/>
                  </a:lnTo>
                  <a:lnTo>
                    <a:pt x="6125100" y="54251"/>
                  </a:lnTo>
                  <a:lnTo>
                    <a:pt x="6125208" y="54251"/>
                  </a:lnTo>
                  <a:lnTo>
                    <a:pt x="6125317" y="54251"/>
                  </a:lnTo>
                  <a:lnTo>
                    <a:pt x="6125425" y="54251"/>
                  </a:lnTo>
                  <a:lnTo>
                    <a:pt x="6125534" y="54251"/>
                  </a:lnTo>
                  <a:lnTo>
                    <a:pt x="6125642" y="54251"/>
                  </a:lnTo>
                  <a:lnTo>
                    <a:pt x="6125751" y="54251"/>
                  </a:lnTo>
                  <a:lnTo>
                    <a:pt x="6125859" y="54251"/>
                  </a:lnTo>
                  <a:lnTo>
                    <a:pt x="6125967" y="54251"/>
                  </a:lnTo>
                  <a:lnTo>
                    <a:pt x="6126076" y="54251"/>
                  </a:lnTo>
                  <a:lnTo>
                    <a:pt x="6126184" y="54251"/>
                  </a:lnTo>
                  <a:lnTo>
                    <a:pt x="6126293" y="54251"/>
                  </a:lnTo>
                  <a:lnTo>
                    <a:pt x="6126401" y="54251"/>
                  </a:lnTo>
                  <a:lnTo>
                    <a:pt x="6126510" y="54251"/>
                  </a:lnTo>
                  <a:lnTo>
                    <a:pt x="6126618" y="54251"/>
                  </a:lnTo>
                  <a:lnTo>
                    <a:pt x="6126727" y="54251"/>
                  </a:lnTo>
                  <a:lnTo>
                    <a:pt x="6126835" y="54251"/>
                  </a:lnTo>
                  <a:lnTo>
                    <a:pt x="6126943" y="54251"/>
                  </a:lnTo>
                  <a:lnTo>
                    <a:pt x="6127052" y="54251"/>
                  </a:lnTo>
                  <a:lnTo>
                    <a:pt x="6127160" y="54251"/>
                  </a:lnTo>
                  <a:lnTo>
                    <a:pt x="6127269" y="54251"/>
                  </a:lnTo>
                  <a:lnTo>
                    <a:pt x="6127377" y="54251"/>
                  </a:lnTo>
                  <a:lnTo>
                    <a:pt x="6127486" y="54251"/>
                  </a:lnTo>
                  <a:lnTo>
                    <a:pt x="6127594" y="54251"/>
                  </a:lnTo>
                  <a:lnTo>
                    <a:pt x="6127703" y="54251"/>
                  </a:lnTo>
                  <a:lnTo>
                    <a:pt x="6127811" y="54251"/>
                  </a:lnTo>
                  <a:lnTo>
                    <a:pt x="6127919" y="54251"/>
                  </a:lnTo>
                  <a:lnTo>
                    <a:pt x="6128028" y="54251"/>
                  </a:lnTo>
                  <a:lnTo>
                    <a:pt x="6128136" y="54251"/>
                  </a:lnTo>
                  <a:lnTo>
                    <a:pt x="6128245" y="54251"/>
                  </a:lnTo>
                  <a:lnTo>
                    <a:pt x="6128353" y="54251"/>
                  </a:lnTo>
                  <a:lnTo>
                    <a:pt x="6128462" y="54251"/>
                  </a:lnTo>
                  <a:lnTo>
                    <a:pt x="6128570" y="54251"/>
                  </a:lnTo>
                  <a:lnTo>
                    <a:pt x="6128679" y="54251"/>
                  </a:lnTo>
                  <a:lnTo>
                    <a:pt x="6128787" y="54251"/>
                  </a:lnTo>
                  <a:lnTo>
                    <a:pt x="6128895" y="54251"/>
                  </a:lnTo>
                  <a:lnTo>
                    <a:pt x="6128895" y="53628"/>
                  </a:lnTo>
                  <a:lnTo>
                    <a:pt x="6129004" y="53628"/>
                  </a:lnTo>
                  <a:lnTo>
                    <a:pt x="6129112" y="53628"/>
                  </a:lnTo>
                  <a:lnTo>
                    <a:pt x="6129221" y="53628"/>
                  </a:lnTo>
                  <a:lnTo>
                    <a:pt x="6129329" y="53628"/>
                  </a:lnTo>
                  <a:lnTo>
                    <a:pt x="6129438" y="53628"/>
                  </a:lnTo>
                  <a:lnTo>
                    <a:pt x="6129546" y="53628"/>
                  </a:lnTo>
                  <a:lnTo>
                    <a:pt x="6129655" y="53628"/>
                  </a:lnTo>
                  <a:lnTo>
                    <a:pt x="6129763" y="53628"/>
                  </a:lnTo>
                  <a:lnTo>
                    <a:pt x="6129872" y="53628"/>
                  </a:lnTo>
                  <a:lnTo>
                    <a:pt x="6129872" y="53004"/>
                  </a:lnTo>
                  <a:lnTo>
                    <a:pt x="6129980" y="53004"/>
                  </a:lnTo>
                  <a:lnTo>
                    <a:pt x="6130088" y="53004"/>
                  </a:lnTo>
                  <a:lnTo>
                    <a:pt x="6130197" y="53004"/>
                  </a:lnTo>
                  <a:lnTo>
                    <a:pt x="6130305" y="53004"/>
                  </a:lnTo>
                  <a:lnTo>
                    <a:pt x="6130414" y="53004"/>
                  </a:lnTo>
                  <a:lnTo>
                    <a:pt x="6130522" y="53004"/>
                  </a:lnTo>
                  <a:lnTo>
                    <a:pt x="6130631" y="53004"/>
                  </a:lnTo>
                  <a:lnTo>
                    <a:pt x="6130739" y="53004"/>
                  </a:lnTo>
                  <a:lnTo>
                    <a:pt x="6130848" y="53004"/>
                  </a:lnTo>
                  <a:lnTo>
                    <a:pt x="6130956" y="53004"/>
                  </a:lnTo>
                  <a:lnTo>
                    <a:pt x="6131064" y="53004"/>
                  </a:lnTo>
                  <a:lnTo>
                    <a:pt x="6131173" y="53004"/>
                  </a:lnTo>
                  <a:lnTo>
                    <a:pt x="6131173" y="52380"/>
                  </a:lnTo>
                  <a:lnTo>
                    <a:pt x="6131281" y="52380"/>
                  </a:lnTo>
                  <a:lnTo>
                    <a:pt x="6131390" y="52380"/>
                  </a:lnTo>
                  <a:lnTo>
                    <a:pt x="6131498" y="52380"/>
                  </a:lnTo>
                  <a:lnTo>
                    <a:pt x="6131607" y="52380"/>
                  </a:lnTo>
                  <a:lnTo>
                    <a:pt x="6131715" y="52380"/>
                  </a:lnTo>
                  <a:lnTo>
                    <a:pt x="6131824" y="52380"/>
                  </a:lnTo>
                  <a:lnTo>
                    <a:pt x="6131932" y="52380"/>
                  </a:lnTo>
                  <a:lnTo>
                    <a:pt x="6132040" y="52380"/>
                  </a:lnTo>
                  <a:lnTo>
                    <a:pt x="6132149" y="52380"/>
                  </a:lnTo>
                  <a:lnTo>
                    <a:pt x="6132257" y="52380"/>
                  </a:lnTo>
                  <a:lnTo>
                    <a:pt x="6132366" y="52380"/>
                  </a:lnTo>
                  <a:lnTo>
                    <a:pt x="6132474" y="52380"/>
                  </a:lnTo>
                  <a:lnTo>
                    <a:pt x="6132583" y="52380"/>
                  </a:lnTo>
                  <a:lnTo>
                    <a:pt x="6132691" y="52380"/>
                  </a:lnTo>
                  <a:lnTo>
                    <a:pt x="6132800" y="52380"/>
                  </a:lnTo>
                  <a:lnTo>
                    <a:pt x="6132908" y="52380"/>
                  </a:lnTo>
                  <a:lnTo>
                    <a:pt x="6133016" y="52380"/>
                  </a:lnTo>
                  <a:lnTo>
                    <a:pt x="6133125" y="52380"/>
                  </a:lnTo>
                  <a:lnTo>
                    <a:pt x="6133233" y="52380"/>
                  </a:lnTo>
                  <a:lnTo>
                    <a:pt x="6133342" y="52380"/>
                  </a:lnTo>
                  <a:lnTo>
                    <a:pt x="6133450" y="52380"/>
                  </a:lnTo>
                  <a:lnTo>
                    <a:pt x="6133559" y="52380"/>
                  </a:lnTo>
                  <a:lnTo>
                    <a:pt x="6133667" y="52380"/>
                  </a:lnTo>
                  <a:lnTo>
                    <a:pt x="6133776" y="52380"/>
                  </a:lnTo>
                  <a:lnTo>
                    <a:pt x="6133884" y="52380"/>
                  </a:lnTo>
                  <a:lnTo>
                    <a:pt x="6133993" y="52380"/>
                  </a:lnTo>
                  <a:lnTo>
                    <a:pt x="6134101" y="52380"/>
                  </a:lnTo>
                  <a:lnTo>
                    <a:pt x="6134209" y="52380"/>
                  </a:lnTo>
                  <a:lnTo>
                    <a:pt x="6134318" y="52380"/>
                  </a:lnTo>
                  <a:lnTo>
                    <a:pt x="6134426" y="52380"/>
                  </a:lnTo>
                  <a:lnTo>
                    <a:pt x="6134535" y="52380"/>
                  </a:lnTo>
                  <a:lnTo>
                    <a:pt x="6134643" y="52380"/>
                  </a:lnTo>
                  <a:lnTo>
                    <a:pt x="6134752" y="52380"/>
                  </a:lnTo>
                  <a:lnTo>
                    <a:pt x="6134860" y="52380"/>
                  </a:lnTo>
                  <a:lnTo>
                    <a:pt x="6134969" y="52380"/>
                  </a:lnTo>
                  <a:lnTo>
                    <a:pt x="6135077" y="52380"/>
                  </a:lnTo>
                  <a:lnTo>
                    <a:pt x="6135077" y="51757"/>
                  </a:lnTo>
                  <a:lnTo>
                    <a:pt x="6135185" y="51757"/>
                  </a:lnTo>
                  <a:lnTo>
                    <a:pt x="6135294" y="51757"/>
                  </a:lnTo>
                  <a:lnTo>
                    <a:pt x="6135402" y="51757"/>
                  </a:lnTo>
                  <a:lnTo>
                    <a:pt x="6135402" y="51133"/>
                  </a:lnTo>
                  <a:lnTo>
                    <a:pt x="6135511" y="51133"/>
                  </a:lnTo>
                  <a:lnTo>
                    <a:pt x="6135619" y="51133"/>
                  </a:lnTo>
                  <a:lnTo>
                    <a:pt x="6135728" y="51133"/>
                  </a:lnTo>
                  <a:lnTo>
                    <a:pt x="6135836" y="51133"/>
                  </a:lnTo>
                  <a:lnTo>
                    <a:pt x="6135945" y="51133"/>
                  </a:lnTo>
                  <a:lnTo>
                    <a:pt x="6136053" y="51133"/>
                  </a:lnTo>
                  <a:lnTo>
                    <a:pt x="6136161" y="51133"/>
                  </a:lnTo>
                  <a:lnTo>
                    <a:pt x="6136270" y="51133"/>
                  </a:lnTo>
                  <a:lnTo>
                    <a:pt x="6136378" y="51133"/>
                  </a:lnTo>
                  <a:lnTo>
                    <a:pt x="6136487" y="51133"/>
                  </a:lnTo>
                  <a:lnTo>
                    <a:pt x="6136595" y="51133"/>
                  </a:lnTo>
                  <a:lnTo>
                    <a:pt x="6136704" y="51133"/>
                  </a:lnTo>
                  <a:lnTo>
                    <a:pt x="6136812" y="51133"/>
                  </a:lnTo>
                  <a:lnTo>
                    <a:pt x="6136921" y="51133"/>
                  </a:lnTo>
                  <a:lnTo>
                    <a:pt x="6137029" y="51133"/>
                  </a:lnTo>
                  <a:lnTo>
                    <a:pt x="6137137" y="51133"/>
                  </a:lnTo>
                  <a:lnTo>
                    <a:pt x="6137246" y="51133"/>
                  </a:lnTo>
                  <a:lnTo>
                    <a:pt x="6137354" y="51133"/>
                  </a:lnTo>
                  <a:lnTo>
                    <a:pt x="6137463" y="51133"/>
                  </a:lnTo>
                  <a:lnTo>
                    <a:pt x="6137571" y="51133"/>
                  </a:lnTo>
                  <a:lnTo>
                    <a:pt x="6137680" y="51133"/>
                  </a:lnTo>
                  <a:lnTo>
                    <a:pt x="6137788" y="51133"/>
                  </a:lnTo>
                  <a:lnTo>
                    <a:pt x="6137897" y="51133"/>
                  </a:lnTo>
                  <a:lnTo>
                    <a:pt x="6138005" y="51133"/>
                  </a:lnTo>
                  <a:lnTo>
                    <a:pt x="6138005" y="50510"/>
                  </a:lnTo>
                  <a:lnTo>
                    <a:pt x="6138114" y="50510"/>
                  </a:lnTo>
                  <a:lnTo>
                    <a:pt x="6138222" y="50510"/>
                  </a:lnTo>
                  <a:lnTo>
                    <a:pt x="6138330" y="50510"/>
                  </a:lnTo>
                  <a:lnTo>
                    <a:pt x="6138439" y="50510"/>
                  </a:lnTo>
                  <a:lnTo>
                    <a:pt x="6138547" y="50510"/>
                  </a:lnTo>
                  <a:lnTo>
                    <a:pt x="6138656" y="50510"/>
                  </a:lnTo>
                  <a:lnTo>
                    <a:pt x="6138764" y="50510"/>
                  </a:lnTo>
                  <a:lnTo>
                    <a:pt x="6138873" y="50510"/>
                  </a:lnTo>
                  <a:lnTo>
                    <a:pt x="6138981" y="50510"/>
                  </a:lnTo>
                  <a:lnTo>
                    <a:pt x="6139090" y="50510"/>
                  </a:lnTo>
                  <a:lnTo>
                    <a:pt x="6139198" y="50510"/>
                  </a:lnTo>
                  <a:lnTo>
                    <a:pt x="6139306" y="50510"/>
                  </a:lnTo>
                  <a:lnTo>
                    <a:pt x="6139415" y="50510"/>
                  </a:lnTo>
                  <a:lnTo>
                    <a:pt x="6139523" y="50510"/>
                  </a:lnTo>
                  <a:lnTo>
                    <a:pt x="6139632" y="50510"/>
                  </a:lnTo>
                  <a:lnTo>
                    <a:pt x="6139740" y="50510"/>
                  </a:lnTo>
                  <a:lnTo>
                    <a:pt x="6139849" y="50510"/>
                  </a:lnTo>
                  <a:lnTo>
                    <a:pt x="6139957" y="50510"/>
                  </a:lnTo>
                  <a:lnTo>
                    <a:pt x="6140066" y="50510"/>
                  </a:lnTo>
                  <a:lnTo>
                    <a:pt x="6140066" y="49886"/>
                  </a:lnTo>
                  <a:lnTo>
                    <a:pt x="6140174" y="49886"/>
                  </a:lnTo>
                  <a:lnTo>
                    <a:pt x="6140282" y="49886"/>
                  </a:lnTo>
                  <a:lnTo>
                    <a:pt x="6140391" y="49886"/>
                  </a:lnTo>
                  <a:lnTo>
                    <a:pt x="6140499" y="49886"/>
                  </a:lnTo>
                  <a:lnTo>
                    <a:pt x="6140608" y="49886"/>
                  </a:lnTo>
                  <a:lnTo>
                    <a:pt x="6140716" y="49886"/>
                  </a:lnTo>
                  <a:lnTo>
                    <a:pt x="6140825" y="49886"/>
                  </a:lnTo>
                  <a:lnTo>
                    <a:pt x="6140933" y="49886"/>
                  </a:lnTo>
                  <a:lnTo>
                    <a:pt x="6141042" y="49886"/>
                  </a:lnTo>
                  <a:lnTo>
                    <a:pt x="6141150" y="49886"/>
                  </a:lnTo>
                  <a:lnTo>
                    <a:pt x="6141258" y="49886"/>
                  </a:lnTo>
                  <a:lnTo>
                    <a:pt x="6141367" y="49886"/>
                  </a:lnTo>
                  <a:lnTo>
                    <a:pt x="6141475" y="49886"/>
                  </a:lnTo>
                  <a:lnTo>
                    <a:pt x="6141584" y="49886"/>
                  </a:lnTo>
                  <a:lnTo>
                    <a:pt x="6141692" y="49886"/>
                  </a:lnTo>
                  <a:lnTo>
                    <a:pt x="6141801" y="49886"/>
                  </a:lnTo>
                  <a:lnTo>
                    <a:pt x="6141909" y="49886"/>
                  </a:lnTo>
                  <a:lnTo>
                    <a:pt x="6142018" y="49886"/>
                  </a:lnTo>
                  <a:lnTo>
                    <a:pt x="6142126" y="49886"/>
                  </a:lnTo>
                  <a:lnTo>
                    <a:pt x="6142235" y="49886"/>
                  </a:lnTo>
                  <a:lnTo>
                    <a:pt x="6142343" y="49886"/>
                  </a:lnTo>
                  <a:lnTo>
                    <a:pt x="6142451" y="49886"/>
                  </a:lnTo>
                  <a:lnTo>
                    <a:pt x="6142560" y="49886"/>
                  </a:lnTo>
                  <a:lnTo>
                    <a:pt x="6142668" y="49886"/>
                  </a:lnTo>
                  <a:lnTo>
                    <a:pt x="6142777" y="49886"/>
                  </a:lnTo>
                  <a:lnTo>
                    <a:pt x="6142885" y="49886"/>
                  </a:lnTo>
                  <a:lnTo>
                    <a:pt x="6142994" y="49886"/>
                  </a:lnTo>
                  <a:lnTo>
                    <a:pt x="6143102" y="49886"/>
                  </a:lnTo>
                  <a:lnTo>
                    <a:pt x="6143211" y="49886"/>
                  </a:lnTo>
                  <a:lnTo>
                    <a:pt x="6143319" y="49886"/>
                  </a:lnTo>
                  <a:lnTo>
                    <a:pt x="6143427" y="49886"/>
                  </a:lnTo>
                  <a:lnTo>
                    <a:pt x="6143427" y="49263"/>
                  </a:lnTo>
                  <a:lnTo>
                    <a:pt x="6143536" y="49263"/>
                  </a:lnTo>
                  <a:lnTo>
                    <a:pt x="6143644" y="49263"/>
                  </a:lnTo>
                  <a:lnTo>
                    <a:pt x="6143753" y="49263"/>
                  </a:lnTo>
                  <a:lnTo>
                    <a:pt x="6143861" y="49263"/>
                  </a:lnTo>
                  <a:lnTo>
                    <a:pt x="6143970" y="49263"/>
                  </a:lnTo>
                  <a:lnTo>
                    <a:pt x="6144078" y="49263"/>
                  </a:lnTo>
                  <a:lnTo>
                    <a:pt x="6144187" y="49263"/>
                  </a:lnTo>
                  <a:lnTo>
                    <a:pt x="6144295" y="49263"/>
                  </a:lnTo>
                  <a:lnTo>
                    <a:pt x="6144295" y="48639"/>
                  </a:lnTo>
                  <a:lnTo>
                    <a:pt x="6144403" y="48639"/>
                  </a:lnTo>
                  <a:lnTo>
                    <a:pt x="6144512" y="48639"/>
                  </a:lnTo>
                  <a:lnTo>
                    <a:pt x="6144620" y="48639"/>
                  </a:lnTo>
                  <a:lnTo>
                    <a:pt x="6144729" y="48639"/>
                  </a:lnTo>
                  <a:lnTo>
                    <a:pt x="6144837" y="48639"/>
                  </a:lnTo>
                  <a:lnTo>
                    <a:pt x="6144946" y="48639"/>
                  </a:lnTo>
                  <a:lnTo>
                    <a:pt x="6145054" y="48639"/>
                  </a:lnTo>
                  <a:lnTo>
                    <a:pt x="6145163" y="48639"/>
                  </a:lnTo>
                  <a:lnTo>
                    <a:pt x="6145271" y="48639"/>
                  </a:lnTo>
                  <a:lnTo>
                    <a:pt x="6145271" y="48015"/>
                  </a:lnTo>
                  <a:lnTo>
                    <a:pt x="6145379" y="48015"/>
                  </a:lnTo>
                  <a:lnTo>
                    <a:pt x="6145488" y="48015"/>
                  </a:lnTo>
                  <a:lnTo>
                    <a:pt x="6145596" y="48015"/>
                  </a:lnTo>
                  <a:lnTo>
                    <a:pt x="6145705" y="48015"/>
                  </a:lnTo>
                  <a:lnTo>
                    <a:pt x="6145813" y="48015"/>
                  </a:lnTo>
                  <a:lnTo>
                    <a:pt x="6145922" y="48015"/>
                  </a:lnTo>
                  <a:lnTo>
                    <a:pt x="6146030" y="48015"/>
                  </a:lnTo>
                  <a:lnTo>
                    <a:pt x="6146139" y="48015"/>
                  </a:lnTo>
                  <a:lnTo>
                    <a:pt x="6146247" y="48015"/>
                  </a:lnTo>
                  <a:lnTo>
                    <a:pt x="6146356" y="48015"/>
                  </a:lnTo>
                  <a:lnTo>
                    <a:pt x="6146464" y="48015"/>
                  </a:lnTo>
                  <a:lnTo>
                    <a:pt x="6146572" y="48015"/>
                  </a:lnTo>
                  <a:lnTo>
                    <a:pt x="6146681" y="48015"/>
                  </a:lnTo>
                  <a:lnTo>
                    <a:pt x="6146789" y="48015"/>
                  </a:lnTo>
                  <a:lnTo>
                    <a:pt x="6146898" y="48015"/>
                  </a:lnTo>
                  <a:lnTo>
                    <a:pt x="6147006" y="48015"/>
                  </a:lnTo>
                  <a:lnTo>
                    <a:pt x="6147115" y="48015"/>
                  </a:lnTo>
                  <a:lnTo>
                    <a:pt x="6147223" y="48015"/>
                  </a:lnTo>
                  <a:lnTo>
                    <a:pt x="6147332" y="48015"/>
                  </a:lnTo>
                  <a:lnTo>
                    <a:pt x="6147440" y="48015"/>
                  </a:lnTo>
                  <a:lnTo>
                    <a:pt x="6147548" y="48015"/>
                  </a:lnTo>
                  <a:lnTo>
                    <a:pt x="6147657" y="48015"/>
                  </a:lnTo>
                  <a:lnTo>
                    <a:pt x="6147765" y="48015"/>
                  </a:lnTo>
                  <a:lnTo>
                    <a:pt x="6147874" y="48015"/>
                  </a:lnTo>
                  <a:lnTo>
                    <a:pt x="6147982" y="48015"/>
                  </a:lnTo>
                  <a:lnTo>
                    <a:pt x="6148091" y="48015"/>
                  </a:lnTo>
                  <a:lnTo>
                    <a:pt x="6148199" y="48015"/>
                  </a:lnTo>
                  <a:lnTo>
                    <a:pt x="6148308" y="48015"/>
                  </a:lnTo>
                  <a:lnTo>
                    <a:pt x="6148416" y="48015"/>
                  </a:lnTo>
                  <a:lnTo>
                    <a:pt x="6148524" y="48015"/>
                  </a:lnTo>
                  <a:lnTo>
                    <a:pt x="6148633" y="48015"/>
                  </a:lnTo>
                  <a:lnTo>
                    <a:pt x="6148741" y="48015"/>
                  </a:lnTo>
                  <a:lnTo>
                    <a:pt x="6148850" y="48015"/>
                  </a:lnTo>
                  <a:lnTo>
                    <a:pt x="6148958" y="48015"/>
                  </a:lnTo>
                  <a:lnTo>
                    <a:pt x="6148958" y="47392"/>
                  </a:lnTo>
                  <a:lnTo>
                    <a:pt x="6149067" y="47392"/>
                  </a:lnTo>
                  <a:lnTo>
                    <a:pt x="6149175" y="47392"/>
                  </a:lnTo>
                  <a:lnTo>
                    <a:pt x="6149284" y="47392"/>
                  </a:lnTo>
                  <a:lnTo>
                    <a:pt x="6149392" y="47392"/>
                  </a:lnTo>
                  <a:lnTo>
                    <a:pt x="6149500" y="47392"/>
                  </a:lnTo>
                  <a:lnTo>
                    <a:pt x="6149609" y="47392"/>
                  </a:lnTo>
                  <a:lnTo>
                    <a:pt x="6149717" y="47392"/>
                  </a:lnTo>
                  <a:lnTo>
                    <a:pt x="6149826" y="47392"/>
                  </a:lnTo>
                  <a:lnTo>
                    <a:pt x="6149826" y="46768"/>
                  </a:lnTo>
                  <a:lnTo>
                    <a:pt x="6149934" y="46768"/>
                  </a:lnTo>
                  <a:lnTo>
                    <a:pt x="6150043" y="46768"/>
                  </a:lnTo>
                  <a:lnTo>
                    <a:pt x="6150151" y="46768"/>
                  </a:lnTo>
                  <a:lnTo>
                    <a:pt x="6150260" y="46768"/>
                  </a:lnTo>
                  <a:lnTo>
                    <a:pt x="6150368" y="46768"/>
                  </a:lnTo>
                  <a:lnTo>
                    <a:pt x="6150477" y="46768"/>
                  </a:lnTo>
                  <a:lnTo>
                    <a:pt x="6150585" y="46768"/>
                  </a:lnTo>
                  <a:lnTo>
                    <a:pt x="6150693" y="46768"/>
                  </a:lnTo>
                  <a:lnTo>
                    <a:pt x="6150802" y="46768"/>
                  </a:lnTo>
                  <a:lnTo>
                    <a:pt x="6150910" y="46768"/>
                  </a:lnTo>
                  <a:lnTo>
                    <a:pt x="6151019" y="46768"/>
                  </a:lnTo>
                  <a:lnTo>
                    <a:pt x="6151127" y="46768"/>
                  </a:lnTo>
                  <a:lnTo>
                    <a:pt x="6151236" y="46768"/>
                  </a:lnTo>
                  <a:lnTo>
                    <a:pt x="6151344" y="46768"/>
                  </a:lnTo>
                  <a:lnTo>
                    <a:pt x="6151453" y="46768"/>
                  </a:lnTo>
                  <a:lnTo>
                    <a:pt x="6151561" y="46768"/>
                  </a:lnTo>
                  <a:lnTo>
                    <a:pt x="6151669" y="46768"/>
                  </a:lnTo>
                  <a:lnTo>
                    <a:pt x="6151778" y="46768"/>
                  </a:lnTo>
                  <a:lnTo>
                    <a:pt x="6151886" y="46768"/>
                  </a:lnTo>
                  <a:lnTo>
                    <a:pt x="6151995" y="46768"/>
                  </a:lnTo>
                  <a:lnTo>
                    <a:pt x="6152103" y="46768"/>
                  </a:lnTo>
                  <a:lnTo>
                    <a:pt x="6152212" y="46768"/>
                  </a:lnTo>
                  <a:lnTo>
                    <a:pt x="6152320" y="46768"/>
                  </a:lnTo>
                  <a:lnTo>
                    <a:pt x="6152429" y="46768"/>
                  </a:lnTo>
                  <a:lnTo>
                    <a:pt x="6152537" y="46768"/>
                  </a:lnTo>
                  <a:lnTo>
                    <a:pt x="6152645" y="46768"/>
                  </a:lnTo>
                  <a:lnTo>
                    <a:pt x="6152645" y="46145"/>
                  </a:lnTo>
                  <a:lnTo>
                    <a:pt x="6152754" y="46145"/>
                  </a:lnTo>
                  <a:lnTo>
                    <a:pt x="6152862" y="46145"/>
                  </a:lnTo>
                  <a:lnTo>
                    <a:pt x="6152971" y="46145"/>
                  </a:lnTo>
                  <a:lnTo>
                    <a:pt x="6153079" y="46145"/>
                  </a:lnTo>
                  <a:lnTo>
                    <a:pt x="6153188" y="46145"/>
                  </a:lnTo>
                  <a:lnTo>
                    <a:pt x="6153296" y="46145"/>
                  </a:lnTo>
                  <a:lnTo>
                    <a:pt x="6153405" y="46145"/>
                  </a:lnTo>
                  <a:lnTo>
                    <a:pt x="6153513" y="46145"/>
                  </a:lnTo>
                  <a:lnTo>
                    <a:pt x="6153621" y="46145"/>
                  </a:lnTo>
                  <a:lnTo>
                    <a:pt x="6153730" y="46145"/>
                  </a:lnTo>
                  <a:lnTo>
                    <a:pt x="6153838" y="46145"/>
                  </a:lnTo>
                  <a:lnTo>
                    <a:pt x="6153947" y="46145"/>
                  </a:lnTo>
                  <a:lnTo>
                    <a:pt x="6154055" y="46145"/>
                  </a:lnTo>
                  <a:lnTo>
                    <a:pt x="6154055" y="45521"/>
                  </a:lnTo>
                  <a:lnTo>
                    <a:pt x="6154164" y="45521"/>
                  </a:lnTo>
                  <a:lnTo>
                    <a:pt x="6154272" y="45521"/>
                  </a:lnTo>
                  <a:lnTo>
                    <a:pt x="6154381" y="45521"/>
                  </a:lnTo>
                  <a:lnTo>
                    <a:pt x="6154489" y="45521"/>
                  </a:lnTo>
                  <a:lnTo>
                    <a:pt x="6154597" y="45521"/>
                  </a:lnTo>
                  <a:lnTo>
                    <a:pt x="6154706" y="45521"/>
                  </a:lnTo>
                  <a:lnTo>
                    <a:pt x="6154814" y="45521"/>
                  </a:lnTo>
                  <a:lnTo>
                    <a:pt x="6154923" y="45521"/>
                  </a:lnTo>
                  <a:lnTo>
                    <a:pt x="6155031" y="45521"/>
                  </a:lnTo>
                  <a:lnTo>
                    <a:pt x="6155140" y="45521"/>
                  </a:lnTo>
                  <a:lnTo>
                    <a:pt x="6155248" y="45521"/>
                  </a:lnTo>
                  <a:lnTo>
                    <a:pt x="6155357" y="45521"/>
                  </a:lnTo>
                  <a:lnTo>
                    <a:pt x="6155465" y="45521"/>
                  </a:lnTo>
                  <a:lnTo>
                    <a:pt x="6155465" y="44897"/>
                  </a:lnTo>
                  <a:lnTo>
                    <a:pt x="6155574" y="44897"/>
                  </a:lnTo>
                  <a:lnTo>
                    <a:pt x="6155682" y="44897"/>
                  </a:lnTo>
                  <a:lnTo>
                    <a:pt x="6155790" y="44897"/>
                  </a:lnTo>
                  <a:lnTo>
                    <a:pt x="6155899" y="44897"/>
                  </a:lnTo>
                  <a:lnTo>
                    <a:pt x="6156007" y="44897"/>
                  </a:lnTo>
                  <a:lnTo>
                    <a:pt x="6156116" y="44897"/>
                  </a:lnTo>
                  <a:lnTo>
                    <a:pt x="6156224" y="44897"/>
                  </a:lnTo>
                  <a:lnTo>
                    <a:pt x="6156333" y="44897"/>
                  </a:lnTo>
                  <a:lnTo>
                    <a:pt x="6156441" y="44897"/>
                  </a:lnTo>
                  <a:lnTo>
                    <a:pt x="6156550" y="44897"/>
                  </a:lnTo>
                  <a:lnTo>
                    <a:pt x="6156658" y="44897"/>
                  </a:lnTo>
                  <a:lnTo>
                    <a:pt x="6156658" y="44274"/>
                  </a:lnTo>
                  <a:lnTo>
                    <a:pt x="6156766" y="44274"/>
                  </a:lnTo>
                  <a:lnTo>
                    <a:pt x="6156875" y="44274"/>
                  </a:lnTo>
                  <a:lnTo>
                    <a:pt x="6156983" y="44274"/>
                  </a:lnTo>
                  <a:lnTo>
                    <a:pt x="6157092" y="44274"/>
                  </a:lnTo>
                  <a:lnTo>
                    <a:pt x="6157200" y="44274"/>
                  </a:lnTo>
                  <a:lnTo>
                    <a:pt x="6157309" y="44274"/>
                  </a:lnTo>
                  <a:lnTo>
                    <a:pt x="6157417" y="44274"/>
                  </a:lnTo>
                  <a:lnTo>
                    <a:pt x="6157526" y="44274"/>
                  </a:lnTo>
                  <a:lnTo>
                    <a:pt x="6157634" y="44274"/>
                  </a:lnTo>
                  <a:lnTo>
                    <a:pt x="6157742" y="44274"/>
                  </a:lnTo>
                  <a:lnTo>
                    <a:pt x="6157851" y="44274"/>
                  </a:lnTo>
                  <a:lnTo>
                    <a:pt x="6157959" y="44274"/>
                  </a:lnTo>
                  <a:lnTo>
                    <a:pt x="6157959" y="43650"/>
                  </a:lnTo>
                  <a:lnTo>
                    <a:pt x="6158068" y="43650"/>
                  </a:lnTo>
                  <a:lnTo>
                    <a:pt x="6158176" y="43650"/>
                  </a:lnTo>
                  <a:lnTo>
                    <a:pt x="6158285" y="43650"/>
                  </a:lnTo>
                  <a:lnTo>
                    <a:pt x="6158393" y="43650"/>
                  </a:lnTo>
                  <a:lnTo>
                    <a:pt x="6158502" y="43650"/>
                  </a:lnTo>
                  <a:lnTo>
                    <a:pt x="6158610" y="43650"/>
                  </a:lnTo>
                  <a:lnTo>
                    <a:pt x="6158718" y="43650"/>
                  </a:lnTo>
                  <a:lnTo>
                    <a:pt x="6158827" y="43650"/>
                  </a:lnTo>
                  <a:lnTo>
                    <a:pt x="6158935" y="43650"/>
                  </a:lnTo>
                  <a:lnTo>
                    <a:pt x="6159044" y="43650"/>
                  </a:lnTo>
                  <a:lnTo>
                    <a:pt x="6159152" y="43650"/>
                  </a:lnTo>
                  <a:lnTo>
                    <a:pt x="6159261" y="43650"/>
                  </a:lnTo>
                  <a:lnTo>
                    <a:pt x="6159369" y="43650"/>
                  </a:lnTo>
                  <a:lnTo>
                    <a:pt x="6159478" y="43650"/>
                  </a:lnTo>
                  <a:lnTo>
                    <a:pt x="6159586" y="43650"/>
                  </a:lnTo>
                  <a:lnTo>
                    <a:pt x="6159695" y="43650"/>
                  </a:lnTo>
                  <a:lnTo>
                    <a:pt x="6159803" y="43650"/>
                  </a:lnTo>
                  <a:lnTo>
                    <a:pt x="6159803" y="43027"/>
                  </a:lnTo>
                  <a:lnTo>
                    <a:pt x="6159911" y="43027"/>
                  </a:lnTo>
                  <a:lnTo>
                    <a:pt x="6160020" y="43027"/>
                  </a:lnTo>
                  <a:lnTo>
                    <a:pt x="6160020" y="42403"/>
                  </a:lnTo>
                  <a:lnTo>
                    <a:pt x="6160128" y="42403"/>
                  </a:lnTo>
                  <a:lnTo>
                    <a:pt x="6160237" y="42403"/>
                  </a:lnTo>
                  <a:lnTo>
                    <a:pt x="6160345" y="42403"/>
                  </a:lnTo>
                  <a:lnTo>
                    <a:pt x="6160454" y="42403"/>
                  </a:lnTo>
                  <a:lnTo>
                    <a:pt x="6160562" y="42403"/>
                  </a:lnTo>
                  <a:lnTo>
                    <a:pt x="6160671" y="42403"/>
                  </a:lnTo>
                  <a:lnTo>
                    <a:pt x="6160779" y="42403"/>
                  </a:lnTo>
                  <a:lnTo>
                    <a:pt x="6160887" y="42403"/>
                  </a:lnTo>
                  <a:lnTo>
                    <a:pt x="6160996" y="42403"/>
                  </a:lnTo>
                  <a:lnTo>
                    <a:pt x="6161104" y="42403"/>
                  </a:lnTo>
                  <a:lnTo>
                    <a:pt x="6161213" y="42403"/>
                  </a:lnTo>
                  <a:lnTo>
                    <a:pt x="6161321" y="42403"/>
                  </a:lnTo>
                  <a:lnTo>
                    <a:pt x="6161321" y="41780"/>
                  </a:lnTo>
                  <a:lnTo>
                    <a:pt x="6161430" y="41780"/>
                  </a:lnTo>
                  <a:lnTo>
                    <a:pt x="6161538" y="41780"/>
                  </a:lnTo>
                  <a:lnTo>
                    <a:pt x="6161647" y="41780"/>
                  </a:lnTo>
                  <a:lnTo>
                    <a:pt x="6161647" y="41156"/>
                  </a:lnTo>
                  <a:lnTo>
                    <a:pt x="6161755" y="41156"/>
                  </a:lnTo>
                  <a:lnTo>
                    <a:pt x="6161863" y="41156"/>
                  </a:lnTo>
                  <a:lnTo>
                    <a:pt x="6161972" y="41156"/>
                  </a:lnTo>
                  <a:lnTo>
                    <a:pt x="6162080" y="41156"/>
                  </a:lnTo>
                  <a:lnTo>
                    <a:pt x="6162189" y="41156"/>
                  </a:lnTo>
                  <a:lnTo>
                    <a:pt x="6162297" y="41156"/>
                  </a:lnTo>
                  <a:lnTo>
                    <a:pt x="6162406" y="41156"/>
                  </a:lnTo>
                  <a:lnTo>
                    <a:pt x="6162514" y="41156"/>
                  </a:lnTo>
                  <a:lnTo>
                    <a:pt x="6162623" y="41156"/>
                  </a:lnTo>
                  <a:lnTo>
                    <a:pt x="6162731" y="41156"/>
                  </a:lnTo>
                  <a:lnTo>
                    <a:pt x="6162839" y="41156"/>
                  </a:lnTo>
                  <a:lnTo>
                    <a:pt x="6162948" y="41156"/>
                  </a:lnTo>
                  <a:lnTo>
                    <a:pt x="6163056" y="41156"/>
                  </a:lnTo>
                  <a:lnTo>
                    <a:pt x="6163165" y="41156"/>
                  </a:lnTo>
                  <a:lnTo>
                    <a:pt x="6163273" y="41156"/>
                  </a:lnTo>
                  <a:lnTo>
                    <a:pt x="6163382" y="41156"/>
                  </a:lnTo>
                  <a:lnTo>
                    <a:pt x="6163490" y="41156"/>
                  </a:lnTo>
                  <a:lnTo>
                    <a:pt x="6163599" y="41156"/>
                  </a:lnTo>
                  <a:lnTo>
                    <a:pt x="6163707" y="41156"/>
                  </a:lnTo>
                  <a:lnTo>
                    <a:pt x="6163816" y="41156"/>
                  </a:lnTo>
                  <a:lnTo>
                    <a:pt x="6163924" y="41156"/>
                  </a:lnTo>
                  <a:lnTo>
                    <a:pt x="6164032" y="41156"/>
                  </a:lnTo>
                  <a:lnTo>
                    <a:pt x="6164141" y="41156"/>
                  </a:lnTo>
                  <a:lnTo>
                    <a:pt x="6164249" y="41156"/>
                  </a:lnTo>
                  <a:lnTo>
                    <a:pt x="6164358" y="41156"/>
                  </a:lnTo>
                  <a:lnTo>
                    <a:pt x="6164466" y="41156"/>
                  </a:lnTo>
                  <a:lnTo>
                    <a:pt x="6164575" y="41156"/>
                  </a:lnTo>
                  <a:lnTo>
                    <a:pt x="6164683" y="41156"/>
                  </a:lnTo>
                  <a:lnTo>
                    <a:pt x="6164792" y="41156"/>
                  </a:lnTo>
                  <a:lnTo>
                    <a:pt x="6164900" y="41156"/>
                  </a:lnTo>
                  <a:lnTo>
                    <a:pt x="6165008" y="41156"/>
                  </a:lnTo>
                  <a:lnTo>
                    <a:pt x="6165117" y="41156"/>
                  </a:lnTo>
                  <a:lnTo>
                    <a:pt x="6165225" y="41156"/>
                  </a:lnTo>
                  <a:lnTo>
                    <a:pt x="6165334" y="41156"/>
                  </a:lnTo>
                  <a:lnTo>
                    <a:pt x="6165442" y="41156"/>
                  </a:lnTo>
                  <a:lnTo>
                    <a:pt x="6165551" y="41156"/>
                  </a:lnTo>
                  <a:lnTo>
                    <a:pt x="6165659" y="41156"/>
                  </a:lnTo>
                  <a:lnTo>
                    <a:pt x="6165768" y="41156"/>
                  </a:lnTo>
                  <a:lnTo>
                    <a:pt x="6165876" y="41156"/>
                  </a:lnTo>
                  <a:lnTo>
                    <a:pt x="6165876" y="40532"/>
                  </a:lnTo>
                  <a:lnTo>
                    <a:pt x="6165984" y="40532"/>
                  </a:lnTo>
                  <a:lnTo>
                    <a:pt x="6166093" y="40532"/>
                  </a:lnTo>
                  <a:lnTo>
                    <a:pt x="6166201" y="40532"/>
                  </a:lnTo>
                  <a:lnTo>
                    <a:pt x="6166310" y="40532"/>
                  </a:lnTo>
                  <a:lnTo>
                    <a:pt x="6166418" y="40532"/>
                  </a:lnTo>
                  <a:lnTo>
                    <a:pt x="6166527" y="40532"/>
                  </a:lnTo>
                  <a:lnTo>
                    <a:pt x="6166635" y="40532"/>
                  </a:lnTo>
                  <a:lnTo>
                    <a:pt x="6166744" y="40532"/>
                  </a:lnTo>
                  <a:lnTo>
                    <a:pt x="6166852" y="40532"/>
                  </a:lnTo>
                  <a:lnTo>
                    <a:pt x="6166960" y="40532"/>
                  </a:lnTo>
                  <a:lnTo>
                    <a:pt x="6167069" y="40532"/>
                  </a:lnTo>
                  <a:lnTo>
                    <a:pt x="6167177" y="40532"/>
                  </a:lnTo>
                  <a:lnTo>
                    <a:pt x="6167286" y="40532"/>
                  </a:lnTo>
                  <a:lnTo>
                    <a:pt x="6167394" y="40532"/>
                  </a:lnTo>
                  <a:lnTo>
                    <a:pt x="6167503" y="40532"/>
                  </a:lnTo>
                  <a:lnTo>
                    <a:pt x="6167611" y="40532"/>
                  </a:lnTo>
                  <a:lnTo>
                    <a:pt x="6167720" y="40532"/>
                  </a:lnTo>
                  <a:lnTo>
                    <a:pt x="6167828" y="40532"/>
                  </a:lnTo>
                  <a:lnTo>
                    <a:pt x="6167937" y="40532"/>
                  </a:lnTo>
                  <a:lnTo>
                    <a:pt x="6168045" y="40532"/>
                  </a:lnTo>
                  <a:lnTo>
                    <a:pt x="6168153" y="40532"/>
                  </a:lnTo>
                  <a:lnTo>
                    <a:pt x="6168262" y="40532"/>
                  </a:lnTo>
                  <a:lnTo>
                    <a:pt x="6168370" y="40532"/>
                  </a:lnTo>
                  <a:lnTo>
                    <a:pt x="6168479" y="40532"/>
                  </a:lnTo>
                  <a:lnTo>
                    <a:pt x="6168587" y="40532"/>
                  </a:lnTo>
                  <a:lnTo>
                    <a:pt x="6168696" y="40532"/>
                  </a:lnTo>
                  <a:lnTo>
                    <a:pt x="6168804" y="40532"/>
                  </a:lnTo>
                  <a:lnTo>
                    <a:pt x="6168913" y="40532"/>
                  </a:lnTo>
                  <a:lnTo>
                    <a:pt x="6169021" y="40532"/>
                  </a:lnTo>
                  <a:lnTo>
                    <a:pt x="6169129" y="40532"/>
                  </a:lnTo>
                  <a:lnTo>
                    <a:pt x="6169238" y="40532"/>
                  </a:lnTo>
                  <a:lnTo>
                    <a:pt x="6169238" y="39909"/>
                  </a:lnTo>
                  <a:lnTo>
                    <a:pt x="6169238" y="39285"/>
                  </a:lnTo>
                  <a:lnTo>
                    <a:pt x="6169346" y="39285"/>
                  </a:lnTo>
                  <a:lnTo>
                    <a:pt x="6169455" y="39285"/>
                  </a:lnTo>
                  <a:lnTo>
                    <a:pt x="6169563" y="39285"/>
                  </a:lnTo>
                  <a:lnTo>
                    <a:pt x="6169672" y="39285"/>
                  </a:lnTo>
                  <a:lnTo>
                    <a:pt x="6169780" y="39285"/>
                  </a:lnTo>
                  <a:lnTo>
                    <a:pt x="6169889" y="39285"/>
                  </a:lnTo>
                  <a:lnTo>
                    <a:pt x="6169997" y="39285"/>
                  </a:lnTo>
                  <a:lnTo>
                    <a:pt x="6170105" y="39285"/>
                  </a:lnTo>
                  <a:lnTo>
                    <a:pt x="6170214" y="39285"/>
                  </a:lnTo>
                  <a:lnTo>
                    <a:pt x="6170322" y="39285"/>
                  </a:lnTo>
                  <a:lnTo>
                    <a:pt x="6170431" y="39285"/>
                  </a:lnTo>
                  <a:lnTo>
                    <a:pt x="6170539" y="39285"/>
                  </a:lnTo>
                  <a:lnTo>
                    <a:pt x="6170648" y="39285"/>
                  </a:lnTo>
                  <a:lnTo>
                    <a:pt x="6170756" y="39285"/>
                  </a:lnTo>
                  <a:lnTo>
                    <a:pt x="6170865" y="39285"/>
                  </a:lnTo>
                  <a:lnTo>
                    <a:pt x="6170973" y="39285"/>
                  </a:lnTo>
                  <a:lnTo>
                    <a:pt x="6171081" y="39285"/>
                  </a:lnTo>
                  <a:lnTo>
                    <a:pt x="6171190" y="39285"/>
                  </a:lnTo>
                  <a:lnTo>
                    <a:pt x="6171298" y="39285"/>
                  </a:lnTo>
                  <a:lnTo>
                    <a:pt x="6171407" y="39285"/>
                  </a:lnTo>
                  <a:lnTo>
                    <a:pt x="6171515" y="39285"/>
                  </a:lnTo>
                  <a:lnTo>
                    <a:pt x="6171624" y="39285"/>
                  </a:lnTo>
                  <a:lnTo>
                    <a:pt x="6171732" y="39285"/>
                  </a:lnTo>
                  <a:lnTo>
                    <a:pt x="6171841" y="39285"/>
                  </a:lnTo>
                  <a:lnTo>
                    <a:pt x="6171949" y="39285"/>
                  </a:lnTo>
                  <a:lnTo>
                    <a:pt x="6172058" y="39285"/>
                  </a:lnTo>
                  <a:lnTo>
                    <a:pt x="6172166" y="39285"/>
                  </a:lnTo>
                  <a:lnTo>
                    <a:pt x="6172274" y="39285"/>
                  </a:lnTo>
                  <a:lnTo>
                    <a:pt x="6172383" y="39285"/>
                  </a:lnTo>
                  <a:lnTo>
                    <a:pt x="6172491" y="39285"/>
                  </a:lnTo>
                  <a:lnTo>
                    <a:pt x="6172600" y="39285"/>
                  </a:lnTo>
                  <a:lnTo>
                    <a:pt x="6172708" y="39285"/>
                  </a:lnTo>
                  <a:lnTo>
                    <a:pt x="6172817" y="39285"/>
                  </a:lnTo>
                  <a:lnTo>
                    <a:pt x="6172925" y="39285"/>
                  </a:lnTo>
                  <a:lnTo>
                    <a:pt x="6173034" y="39285"/>
                  </a:lnTo>
                  <a:lnTo>
                    <a:pt x="6173142" y="39285"/>
                  </a:lnTo>
                  <a:lnTo>
                    <a:pt x="6173250" y="39285"/>
                  </a:lnTo>
                  <a:lnTo>
                    <a:pt x="6173250" y="38662"/>
                  </a:lnTo>
                  <a:lnTo>
                    <a:pt x="6173359" y="38662"/>
                  </a:lnTo>
                  <a:lnTo>
                    <a:pt x="6173467" y="38662"/>
                  </a:lnTo>
                  <a:lnTo>
                    <a:pt x="6173576" y="38662"/>
                  </a:lnTo>
                  <a:lnTo>
                    <a:pt x="6173684" y="38662"/>
                  </a:lnTo>
                  <a:lnTo>
                    <a:pt x="6173793" y="38662"/>
                  </a:lnTo>
                  <a:lnTo>
                    <a:pt x="6173793" y="38038"/>
                  </a:lnTo>
                  <a:lnTo>
                    <a:pt x="6173901" y="38038"/>
                  </a:lnTo>
                  <a:lnTo>
                    <a:pt x="6174010" y="38038"/>
                  </a:lnTo>
                  <a:lnTo>
                    <a:pt x="6174118" y="38038"/>
                  </a:lnTo>
                  <a:lnTo>
                    <a:pt x="6174226" y="38038"/>
                  </a:lnTo>
                  <a:lnTo>
                    <a:pt x="6174335" y="38038"/>
                  </a:lnTo>
                  <a:lnTo>
                    <a:pt x="6174443" y="38038"/>
                  </a:lnTo>
                  <a:lnTo>
                    <a:pt x="6174552" y="38038"/>
                  </a:lnTo>
                  <a:lnTo>
                    <a:pt x="6174660" y="38038"/>
                  </a:lnTo>
                  <a:lnTo>
                    <a:pt x="6174769" y="38038"/>
                  </a:lnTo>
                  <a:lnTo>
                    <a:pt x="6174877" y="38038"/>
                  </a:lnTo>
                  <a:lnTo>
                    <a:pt x="6174986" y="38038"/>
                  </a:lnTo>
                  <a:lnTo>
                    <a:pt x="6175094" y="38038"/>
                  </a:lnTo>
                  <a:lnTo>
                    <a:pt x="6175094" y="37414"/>
                  </a:lnTo>
                  <a:lnTo>
                    <a:pt x="6175202" y="37414"/>
                  </a:lnTo>
                  <a:lnTo>
                    <a:pt x="6175311" y="37414"/>
                  </a:lnTo>
                  <a:lnTo>
                    <a:pt x="6175419" y="37414"/>
                  </a:lnTo>
                  <a:lnTo>
                    <a:pt x="6175419" y="36791"/>
                  </a:lnTo>
                  <a:lnTo>
                    <a:pt x="6175528" y="36791"/>
                  </a:lnTo>
                  <a:lnTo>
                    <a:pt x="6175636" y="36791"/>
                  </a:lnTo>
                  <a:lnTo>
                    <a:pt x="6175745" y="36791"/>
                  </a:lnTo>
                  <a:lnTo>
                    <a:pt x="6175853" y="36791"/>
                  </a:lnTo>
                  <a:lnTo>
                    <a:pt x="6175962" y="36791"/>
                  </a:lnTo>
                  <a:lnTo>
                    <a:pt x="6176070" y="36791"/>
                  </a:lnTo>
                  <a:lnTo>
                    <a:pt x="6176178" y="36791"/>
                  </a:lnTo>
                  <a:lnTo>
                    <a:pt x="6176287" y="36791"/>
                  </a:lnTo>
                  <a:lnTo>
                    <a:pt x="6176395" y="36791"/>
                  </a:lnTo>
                  <a:lnTo>
                    <a:pt x="6176504" y="36791"/>
                  </a:lnTo>
                  <a:lnTo>
                    <a:pt x="6176612" y="36791"/>
                  </a:lnTo>
                  <a:lnTo>
                    <a:pt x="6176721" y="36791"/>
                  </a:lnTo>
                  <a:lnTo>
                    <a:pt x="6176829" y="36791"/>
                  </a:lnTo>
                  <a:lnTo>
                    <a:pt x="6176938" y="36791"/>
                  </a:lnTo>
                  <a:lnTo>
                    <a:pt x="6177046" y="36791"/>
                  </a:lnTo>
                  <a:lnTo>
                    <a:pt x="6177155" y="36791"/>
                  </a:lnTo>
                  <a:lnTo>
                    <a:pt x="6177263" y="36791"/>
                  </a:lnTo>
                  <a:lnTo>
                    <a:pt x="6177371" y="36791"/>
                  </a:lnTo>
                  <a:lnTo>
                    <a:pt x="6177480" y="36791"/>
                  </a:lnTo>
                  <a:lnTo>
                    <a:pt x="6177588" y="36791"/>
                  </a:lnTo>
                  <a:lnTo>
                    <a:pt x="6177697" y="36791"/>
                  </a:lnTo>
                  <a:lnTo>
                    <a:pt x="6177805" y="36791"/>
                  </a:lnTo>
                  <a:lnTo>
                    <a:pt x="6177914" y="36791"/>
                  </a:lnTo>
                  <a:lnTo>
                    <a:pt x="6178022" y="36791"/>
                  </a:lnTo>
                  <a:lnTo>
                    <a:pt x="6178131" y="36791"/>
                  </a:lnTo>
                  <a:lnTo>
                    <a:pt x="6178239" y="36791"/>
                  </a:lnTo>
                  <a:lnTo>
                    <a:pt x="6178347" y="36791"/>
                  </a:lnTo>
                  <a:lnTo>
                    <a:pt x="6178456" y="36791"/>
                  </a:lnTo>
                  <a:lnTo>
                    <a:pt x="6178564" y="36791"/>
                  </a:lnTo>
                  <a:lnTo>
                    <a:pt x="6178673" y="36791"/>
                  </a:lnTo>
                  <a:lnTo>
                    <a:pt x="6178781" y="36791"/>
                  </a:lnTo>
                  <a:lnTo>
                    <a:pt x="6178890" y="36791"/>
                  </a:lnTo>
                  <a:lnTo>
                    <a:pt x="6178998" y="36791"/>
                  </a:lnTo>
                  <a:lnTo>
                    <a:pt x="6179107" y="36791"/>
                  </a:lnTo>
                  <a:lnTo>
                    <a:pt x="6179215" y="36791"/>
                  </a:lnTo>
                  <a:lnTo>
                    <a:pt x="6179323" y="36791"/>
                  </a:lnTo>
                  <a:lnTo>
                    <a:pt x="6179432" y="36791"/>
                  </a:lnTo>
                  <a:lnTo>
                    <a:pt x="6179540" y="36791"/>
                  </a:lnTo>
                  <a:lnTo>
                    <a:pt x="6179649" y="36791"/>
                  </a:lnTo>
                  <a:lnTo>
                    <a:pt x="6179757" y="36791"/>
                  </a:lnTo>
                  <a:lnTo>
                    <a:pt x="6179866" y="36791"/>
                  </a:lnTo>
                  <a:lnTo>
                    <a:pt x="6179974" y="36791"/>
                  </a:lnTo>
                  <a:lnTo>
                    <a:pt x="6180083" y="36791"/>
                  </a:lnTo>
                  <a:lnTo>
                    <a:pt x="6180083" y="36167"/>
                  </a:lnTo>
                  <a:lnTo>
                    <a:pt x="6180191" y="36167"/>
                  </a:lnTo>
                  <a:lnTo>
                    <a:pt x="6180299" y="36167"/>
                  </a:lnTo>
                  <a:lnTo>
                    <a:pt x="6180299" y="35544"/>
                  </a:lnTo>
                  <a:lnTo>
                    <a:pt x="6180408" y="35544"/>
                  </a:lnTo>
                  <a:lnTo>
                    <a:pt x="6180516" y="35544"/>
                  </a:lnTo>
                  <a:lnTo>
                    <a:pt x="6180625" y="35544"/>
                  </a:lnTo>
                  <a:lnTo>
                    <a:pt x="6180733" y="35544"/>
                  </a:lnTo>
                  <a:lnTo>
                    <a:pt x="6180842" y="35544"/>
                  </a:lnTo>
                  <a:lnTo>
                    <a:pt x="6180950" y="35544"/>
                  </a:lnTo>
                  <a:lnTo>
                    <a:pt x="6181059" y="35544"/>
                  </a:lnTo>
                  <a:lnTo>
                    <a:pt x="6181167" y="35544"/>
                  </a:lnTo>
                  <a:lnTo>
                    <a:pt x="6181276" y="35544"/>
                  </a:lnTo>
                  <a:lnTo>
                    <a:pt x="6181384" y="35544"/>
                  </a:lnTo>
                  <a:lnTo>
                    <a:pt x="6181492" y="35544"/>
                  </a:lnTo>
                  <a:lnTo>
                    <a:pt x="6181601" y="35544"/>
                  </a:lnTo>
                  <a:lnTo>
                    <a:pt x="6181709" y="35544"/>
                  </a:lnTo>
                  <a:lnTo>
                    <a:pt x="6181818" y="35544"/>
                  </a:lnTo>
                  <a:lnTo>
                    <a:pt x="6181926" y="35544"/>
                  </a:lnTo>
                  <a:lnTo>
                    <a:pt x="6181926" y="34920"/>
                  </a:lnTo>
                  <a:lnTo>
                    <a:pt x="6182035" y="34920"/>
                  </a:lnTo>
                  <a:lnTo>
                    <a:pt x="6182143" y="34920"/>
                  </a:lnTo>
                  <a:lnTo>
                    <a:pt x="6182252" y="34920"/>
                  </a:lnTo>
                  <a:lnTo>
                    <a:pt x="6182360" y="34920"/>
                  </a:lnTo>
                  <a:lnTo>
                    <a:pt x="6182468" y="34920"/>
                  </a:lnTo>
                  <a:lnTo>
                    <a:pt x="6182577" y="34920"/>
                  </a:lnTo>
                  <a:lnTo>
                    <a:pt x="6182685" y="34920"/>
                  </a:lnTo>
                  <a:lnTo>
                    <a:pt x="6182794" y="34920"/>
                  </a:lnTo>
                  <a:lnTo>
                    <a:pt x="6182902" y="34920"/>
                  </a:lnTo>
                  <a:lnTo>
                    <a:pt x="6183011" y="34920"/>
                  </a:lnTo>
                  <a:lnTo>
                    <a:pt x="6183119" y="34920"/>
                  </a:lnTo>
                  <a:lnTo>
                    <a:pt x="6183228" y="34920"/>
                  </a:lnTo>
                  <a:lnTo>
                    <a:pt x="6183336" y="34920"/>
                  </a:lnTo>
                  <a:lnTo>
                    <a:pt x="6183444" y="34920"/>
                  </a:lnTo>
                  <a:lnTo>
                    <a:pt x="6183553" y="34920"/>
                  </a:lnTo>
                  <a:lnTo>
                    <a:pt x="6183661" y="34920"/>
                  </a:lnTo>
                  <a:lnTo>
                    <a:pt x="6183770" y="34920"/>
                  </a:lnTo>
                  <a:lnTo>
                    <a:pt x="6183878" y="34920"/>
                  </a:lnTo>
                  <a:lnTo>
                    <a:pt x="6183987" y="34920"/>
                  </a:lnTo>
                  <a:lnTo>
                    <a:pt x="6184095" y="34920"/>
                  </a:lnTo>
                  <a:lnTo>
                    <a:pt x="6184204" y="34920"/>
                  </a:lnTo>
                  <a:lnTo>
                    <a:pt x="6184312" y="34920"/>
                  </a:lnTo>
                  <a:lnTo>
                    <a:pt x="6184420" y="34920"/>
                  </a:lnTo>
                  <a:lnTo>
                    <a:pt x="6184529" y="34920"/>
                  </a:lnTo>
                  <a:lnTo>
                    <a:pt x="6184637" y="34920"/>
                  </a:lnTo>
                  <a:lnTo>
                    <a:pt x="6184746" y="34920"/>
                  </a:lnTo>
                  <a:lnTo>
                    <a:pt x="6184854" y="34920"/>
                  </a:lnTo>
                  <a:lnTo>
                    <a:pt x="6184963" y="34920"/>
                  </a:lnTo>
                  <a:lnTo>
                    <a:pt x="6185071" y="34920"/>
                  </a:lnTo>
                  <a:lnTo>
                    <a:pt x="6185180" y="34920"/>
                  </a:lnTo>
                  <a:lnTo>
                    <a:pt x="6185288" y="34920"/>
                  </a:lnTo>
                  <a:lnTo>
                    <a:pt x="6185397" y="34920"/>
                  </a:lnTo>
                  <a:lnTo>
                    <a:pt x="6185505" y="34920"/>
                  </a:lnTo>
                  <a:lnTo>
                    <a:pt x="6185613" y="34920"/>
                  </a:lnTo>
                  <a:lnTo>
                    <a:pt x="6185722" y="34920"/>
                  </a:lnTo>
                  <a:lnTo>
                    <a:pt x="6185830" y="34920"/>
                  </a:lnTo>
                  <a:lnTo>
                    <a:pt x="6185939" y="34920"/>
                  </a:lnTo>
                  <a:lnTo>
                    <a:pt x="6186047" y="34920"/>
                  </a:lnTo>
                  <a:lnTo>
                    <a:pt x="6186156" y="34920"/>
                  </a:lnTo>
                  <a:lnTo>
                    <a:pt x="6186264" y="34920"/>
                  </a:lnTo>
                  <a:lnTo>
                    <a:pt x="6186373" y="34920"/>
                  </a:lnTo>
                  <a:lnTo>
                    <a:pt x="6186481" y="34920"/>
                  </a:lnTo>
                  <a:lnTo>
                    <a:pt x="6186589" y="34920"/>
                  </a:lnTo>
                  <a:lnTo>
                    <a:pt x="6186698" y="34920"/>
                  </a:lnTo>
                  <a:lnTo>
                    <a:pt x="6186806" y="34920"/>
                  </a:lnTo>
                  <a:lnTo>
                    <a:pt x="6186915" y="34920"/>
                  </a:lnTo>
                  <a:lnTo>
                    <a:pt x="6187023" y="34920"/>
                  </a:lnTo>
                  <a:lnTo>
                    <a:pt x="6187132" y="34920"/>
                  </a:lnTo>
                  <a:lnTo>
                    <a:pt x="6187240" y="34920"/>
                  </a:lnTo>
                  <a:lnTo>
                    <a:pt x="6187349" y="34920"/>
                  </a:lnTo>
                  <a:lnTo>
                    <a:pt x="6187457" y="34920"/>
                  </a:lnTo>
                  <a:lnTo>
                    <a:pt x="6187565" y="34920"/>
                  </a:lnTo>
                  <a:lnTo>
                    <a:pt x="6187674" y="34920"/>
                  </a:lnTo>
                  <a:lnTo>
                    <a:pt x="6187782" y="34920"/>
                  </a:lnTo>
                  <a:lnTo>
                    <a:pt x="6187891" y="34920"/>
                  </a:lnTo>
                  <a:lnTo>
                    <a:pt x="6187999" y="34920"/>
                  </a:lnTo>
                  <a:lnTo>
                    <a:pt x="6188108" y="34920"/>
                  </a:lnTo>
                  <a:lnTo>
                    <a:pt x="6188216" y="34920"/>
                  </a:lnTo>
                  <a:lnTo>
                    <a:pt x="6188325" y="34920"/>
                  </a:lnTo>
                  <a:lnTo>
                    <a:pt x="6188433" y="34920"/>
                  </a:lnTo>
                  <a:lnTo>
                    <a:pt x="6188541" y="34920"/>
                  </a:lnTo>
                  <a:lnTo>
                    <a:pt x="6188650" y="34920"/>
                  </a:lnTo>
                  <a:lnTo>
                    <a:pt x="6188758" y="34920"/>
                  </a:lnTo>
                  <a:lnTo>
                    <a:pt x="6188867" y="34920"/>
                  </a:lnTo>
                  <a:lnTo>
                    <a:pt x="6188975" y="34920"/>
                  </a:lnTo>
                  <a:lnTo>
                    <a:pt x="6189084" y="34920"/>
                  </a:lnTo>
                  <a:lnTo>
                    <a:pt x="6189192" y="34920"/>
                  </a:lnTo>
                  <a:lnTo>
                    <a:pt x="6189301" y="34920"/>
                  </a:lnTo>
                  <a:lnTo>
                    <a:pt x="6189301" y="34297"/>
                  </a:lnTo>
                  <a:lnTo>
                    <a:pt x="6189409" y="34297"/>
                  </a:lnTo>
                  <a:lnTo>
                    <a:pt x="6189518" y="34297"/>
                  </a:lnTo>
                  <a:lnTo>
                    <a:pt x="6189626" y="34297"/>
                  </a:lnTo>
                  <a:lnTo>
                    <a:pt x="6189734" y="34297"/>
                  </a:lnTo>
                  <a:lnTo>
                    <a:pt x="6189843" y="34297"/>
                  </a:lnTo>
                  <a:lnTo>
                    <a:pt x="6189951" y="34297"/>
                  </a:lnTo>
                  <a:lnTo>
                    <a:pt x="6190060" y="34297"/>
                  </a:lnTo>
                  <a:lnTo>
                    <a:pt x="6190168" y="34297"/>
                  </a:lnTo>
                  <a:lnTo>
                    <a:pt x="6190277" y="34297"/>
                  </a:lnTo>
                  <a:lnTo>
                    <a:pt x="6190385" y="34297"/>
                  </a:lnTo>
                  <a:lnTo>
                    <a:pt x="6190494" y="34297"/>
                  </a:lnTo>
                  <a:lnTo>
                    <a:pt x="6190602" y="34297"/>
                  </a:lnTo>
                  <a:lnTo>
                    <a:pt x="6190710" y="34297"/>
                  </a:lnTo>
                  <a:lnTo>
                    <a:pt x="6190819" y="34297"/>
                  </a:lnTo>
                  <a:lnTo>
                    <a:pt x="6190927" y="34297"/>
                  </a:lnTo>
                  <a:lnTo>
                    <a:pt x="6191036" y="34297"/>
                  </a:lnTo>
                  <a:lnTo>
                    <a:pt x="6191144" y="34297"/>
                  </a:lnTo>
                  <a:lnTo>
                    <a:pt x="6191253" y="34297"/>
                  </a:lnTo>
                  <a:lnTo>
                    <a:pt x="6191361" y="34297"/>
                  </a:lnTo>
                  <a:lnTo>
                    <a:pt x="6191470" y="34297"/>
                  </a:lnTo>
                  <a:lnTo>
                    <a:pt x="6191578" y="34297"/>
                  </a:lnTo>
                  <a:lnTo>
                    <a:pt x="6191686" y="34297"/>
                  </a:lnTo>
                  <a:lnTo>
                    <a:pt x="6191795" y="34297"/>
                  </a:lnTo>
                  <a:lnTo>
                    <a:pt x="6191903" y="34297"/>
                  </a:lnTo>
                  <a:lnTo>
                    <a:pt x="6192012" y="34297"/>
                  </a:lnTo>
                  <a:lnTo>
                    <a:pt x="6192120" y="34297"/>
                  </a:lnTo>
                  <a:lnTo>
                    <a:pt x="6192229" y="34297"/>
                  </a:lnTo>
                  <a:lnTo>
                    <a:pt x="6192337" y="34297"/>
                  </a:lnTo>
                  <a:lnTo>
                    <a:pt x="6192446" y="34297"/>
                  </a:lnTo>
                  <a:lnTo>
                    <a:pt x="6192554" y="34297"/>
                  </a:lnTo>
                  <a:lnTo>
                    <a:pt x="6192662" y="34297"/>
                  </a:lnTo>
                  <a:lnTo>
                    <a:pt x="6192771" y="34297"/>
                  </a:lnTo>
                  <a:lnTo>
                    <a:pt x="6192879" y="34297"/>
                  </a:lnTo>
                  <a:lnTo>
                    <a:pt x="6192988" y="34297"/>
                  </a:lnTo>
                  <a:lnTo>
                    <a:pt x="6193096" y="34297"/>
                  </a:lnTo>
                  <a:lnTo>
                    <a:pt x="6193205" y="34297"/>
                  </a:lnTo>
                  <a:lnTo>
                    <a:pt x="6193313" y="34297"/>
                  </a:lnTo>
                  <a:lnTo>
                    <a:pt x="6193422" y="34297"/>
                  </a:lnTo>
                  <a:lnTo>
                    <a:pt x="6193530" y="34297"/>
                  </a:lnTo>
                  <a:lnTo>
                    <a:pt x="6193639" y="34297"/>
                  </a:lnTo>
                  <a:lnTo>
                    <a:pt x="6193747" y="34297"/>
                  </a:lnTo>
                  <a:lnTo>
                    <a:pt x="6193855" y="34297"/>
                  </a:lnTo>
                  <a:lnTo>
                    <a:pt x="6193964" y="34297"/>
                  </a:lnTo>
                  <a:lnTo>
                    <a:pt x="6194072" y="34297"/>
                  </a:lnTo>
                  <a:lnTo>
                    <a:pt x="6194181" y="34297"/>
                  </a:lnTo>
                  <a:lnTo>
                    <a:pt x="6194289" y="34297"/>
                  </a:lnTo>
                  <a:lnTo>
                    <a:pt x="6194398" y="34297"/>
                  </a:lnTo>
                  <a:lnTo>
                    <a:pt x="6194398" y="33673"/>
                  </a:lnTo>
                  <a:lnTo>
                    <a:pt x="6194506" y="33673"/>
                  </a:lnTo>
                  <a:lnTo>
                    <a:pt x="6194506" y="33049"/>
                  </a:lnTo>
                  <a:lnTo>
                    <a:pt x="6194615" y="33049"/>
                  </a:lnTo>
                  <a:lnTo>
                    <a:pt x="6194723" y="33049"/>
                  </a:lnTo>
                  <a:lnTo>
                    <a:pt x="6194831" y="33049"/>
                  </a:lnTo>
                  <a:lnTo>
                    <a:pt x="6194940" y="33049"/>
                  </a:lnTo>
                  <a:lnTo>
                    <a:pt x="6195048" y="33049"/>
                  </a:lnTo>
                  <a:lnTo>
                    <a:pt x="6195157" y="33049"/>
                  </a:lnTo>
                  <a:lnTo>
                    <a:pt x="6195265" y="33049"/>
                  </a:lnTo>
                  <a:lnTo>
                    <a:pt x="6195374" y="33049"/>
                  </a:lnTo>
                  <a:lnTo>
                    <a:pt x="6195482" y="33049"/>
                  </a:lnTo>
                  <a:lnTo>
                    <a:pt x="6195591" y="33049"/>
                  </a:lnTo>
                  <a:lnTo>
                    <a:pt x="6195699" y="33049"/>
                  </a:lnTo>
                  <a:lnTo>
                    <a:pt x="6195807" y="33049"/>
                  </a:lnTo>
                  <a:lnTo>
                    <a:pt x="6195916" y="33049"/>
                  </a:lnTo>
                  <a:lnTo>
                    <a:pt x="6196024" y="33049"/>
                  </a:lnTo>
                  <a:lnTo>
                    <a:pt x="6196133" y="33049"/>
                  </a:lnTo>
                  <a:lnTo>
                    <a:pt x="6196241" y="33049"/>
                  </a:lnTo>
                  <a:lnTo>
                    <a:pt x="6196350" y="33049"/>
                  </a:lnTo>
                  <a:lnTo>
                    <a:pt x="6196458" y="33049"/>
                  </a:lnTo>
                  <a:lnTo>
                    <a:pt x="6196567" y="33049"/>
                  </a:lnTo>
                  <a:lnTo>
                    <a:pt x="6196675" y="33049"/>
                  </a:lnTo>
                  <a:lnTo>
                    <a:pt x="6196783" y="33049"/>
                  </a:lnTo>
                  <a:lnTo>
                    <a:pt x="6196892" y="33049"/>
                  </a:lnTo>
                  <a:lnTo>
                    <a:pt x="6197000" y="33049"/>
                  </a:lnTo>
                  <a:lnTo>
                    <a:pt x="6197109" y="33049"/>
                  </a:lnTo>
                  <a:lnTo>
                    <a:pt x="6197217" y="33049"/>
                  </a:lnTo>
                  <a:lnTo>
                    <a:pt x="6197326" y="33049"/>
                  </a:lnTo>
                  <a:lnTo>
                    <a:pt x="6197434" y="33049"/>
                  </a:lnTo>
                  <a:lnTo>
                    <a:pt x="6197543" y="33049"/>
                  </a:lnTo>
                  <a:lnTo>
                    <a:pt x="6197651" y="33049"/>
                  </a:lnTo>
                  <a:lnTo>
                    <a:pt x="6197759" y="33049"/>
                  </a:lnTo>
                  <a:lnTo>
                    <a:pt x="6197868" y="33049"/>
                  </a:lnTo>
                  <a:lnTo>
                    <a:pt x="6197976" y="33049"/>
                  </a:lnTo>
                  <a:lnTo>
                    <a:pt x="6198085" y="33049"/>
                  </a:lnTo>
                  <a:lnTo>
                    <a:pt x="6198085" y="32426"/>
                  </a:lnTo>
                  <a:lnTo>
                    <a:pt x="6198193" y="32426"/>
                  </a:lnTo>
                  <a:lnTo>
                    <a:pt x="6198302" y="32426"/>
                  </a:lnTo>
                  <a:lnTo>
                    <a:pt x="6198410" y="32426"/>
                  </a:lnTo>
                  <a:lnTo>
                    <a:pt x="6198519" y="32426"/>
                  </a:lnTo>
                  <a:lnTo>
                    <a:pt x="6198627" y="32426"/>
                  </a:lnTo>
                  <a:lnTo>
                    <a:pt x="6198736" y="32426"/>
                  </a:lnTo>
                  <a:lnTo>
                    <a:pt x="6198844" y="32426"/>
                  </a:lnTo>
                  <a:lnTo>
                    <a:pt x="6198952" y="32426"/>
                  </a:lnTo>
                  <a:lnTo>
                    <a:pt x="6199061" y="32426"/>
                  </a:lnTo>
                  <a:lnTo>
                    <a:pt x="6199169" y="32426"/>
                  </a:lnTo>
                  <a:lnTo>
                    <a:pt x="6199278" y="32426"/>
                  </a:lnTo>
                  <a:lnTo>
                    <a:pt x="6199386" y="32426"/>
                  </a:lnTo>
                  <a:lnTo>
                    <a:pt x="6199386" y="31802"/>
                  </a:lnTo>
                  <a:lnTo>
                    <a:pt x="6199495" y="31802"/>
                  </a:lnTo>
                  <a:lnTo>
                    <a:pt x="6199603" y="31802"/>
                  </a:lnTo>
                  <a:lnTo>
                    <a:pt x="6199712" y="31802"/>
                  </a:lnTo>
                  <a:lnTo>
                    <a:pt x="6199820" y="31802"/>
                  </a:lnTo>
                  <a:lnTo>
                    <a:pt x="6199928" y="31802"/>
                  </a:lnTo>
                  <a:lnTo>
                    <a:pt x="6200037" y="31802"/>
                  </a:lnTo>
                  <a:lnTo>
                    <a:pt x="6200145" y="31802"/>
                  </a:lnTo>
                  <a:lnTo>
                    <a:pt x="6200254" y="31802"/>
                  </a:lnTo>
                  <a:lnTo>
                    <a:pt x="6200362" y="31802"/>
                  </a:lnTo>
                  <a:lnTo>
                    <a:pt x="6200471" y="31802"/>
                  </a:lnTo>
                  <a:lnTo>
                    <a:pt x="6200579" y="31802"/>
                  </a:lnTo>
                  <a:lnTo>
                    <a:pt x="6200688" y="31802"/>
                  </a:lnTo>
                  <a:lnTo>
                    <a:pt x="6200796" y="31802"/>
                  </a:lnTo>
                  <a:lnTo>
                    <a:pt x="6200904" y="31802"/>
                  </a:lnTo>
                  <a:lnTo>
                    <a:pt x="6201013" y="31802"/>
                  </a:lnTo>
                  <a:lnTo>
                    <a:pt x="6201121" y="31802"/>
                  </a:lnTo>
                  <a:lnTo>
                    <a:pt x="6201230" y="31802"/>
                  </a:lnTo>
                  <a:lnTo>
                    <a:pt x="6201338" y="31802"/>
                  </a:lnTo>
                  <a:lnTo>
                    <a:pt x="6201447" y="31802"/>
                  </a:lnTo>
                  <a:lnTo>
                    <a:pt x="6201555" y="31802"/>
                  </a:lnTo>
                  <a:lnTo>
                    <a:pt x="6201664" y="31802"/>
                  </a:lnTo>
                  <a:lnTo>
                    <a:pt x="6201772" y="31802"/>
                  </a:lnTo>
                  <a:lnTo>
                    <a:pt x="6201880" y="31802"/>
                  </a:lnTo>
                  <a:lnTo>
                    <a:pt x="6201989" y="31802"/>
                  </a:lnTo>
                  <a:lnTo>
                    <a:pt x="6202097" y="31802"/>
                  </a:lnTo>
                  <a:lnTo>
                    <a:pt x="6202206" y="31802"/>
                  </a:lnTo>
                  <a:lnTo>
                    <a:pt x="6202314" y="31802"/>
                  </a:lnTo>
                  <a:lnTo>
                    <a:pt x="6202423" y="31802"/>
                  </a:lnTo>
                  <a:lnTo>
                    <a:pt x="6202531" y="31802"/>
                  </a:lnTo>
                  <a:lnTo>
                    <a:pt x="6202640" y="31802"/>
                  </a:lnTo>
                  <a:lnTo>
                    <a:pt x="6202748" y="31802"/>
                  </a:lnTo>
                  <a:lnTo>
                    <a:pt x="6202857" y="31802"/>
                  </a:lnTo>
                  <a:lnTo>
                    <a:pt x="6202965" y="31802"/>
                  </a:lnTo>
                  <a:lnTo>
                    <a:pt x="6203073" y="31802"/>
                  </a:lnTo>
                  <a:lnTo>
                    <a:pt x="6203182" y="31802"/>
                  </a:lnTo>
                  <a:lnTo>
                    <a:pt x="6203290" y="31802"/>
                  </a:lnTo>
                  <a:lnTo>
                    <a:pt x="6203399" y="31802"/>
                  </a:lnTo>
                  <a:lnTo>
                    <a:pt x="6203507" y="31802"/>
                  </a:lnTo>
                  <a:lnTo>
                    <a:pt x="6203616" y="31802"/>
                  </a:lnTo>
                  <a:lnTo>
                    <a:pt x="6203724" y="31802"/>
                  </a:lnTo>
                  <a:lnTo>
                    <a:pt x="6203833" y="31802"/>
                  </a:lnTo>
                  <a:lnTo>
                    <a:pt x="6203941" y="31802"/>
                  </a:lnTo>
                  <a:lnTo>
                    <a:pt x="6204049" y="31802"/>
                  </a:lnTo>
                  <a:lnTo>
                    <a:pt x="6204158" y="31802"/>
                  </a:lnTo>
                  <a:lnTo>
                    <a:pt x="6204266" y="31802"/>
                  </a:lnTo>
                  <a:lnTo>
                    <a:pt x="6204375" y="31802"/>
                  </a:lnTo>
                  <a:lnTo>
                    <a:pt x="6204483" y="31802"/>
                  </a:lnTo>
                  <a:lnTo>
                    <a:pt x="6204592" y="31802"/>
                  </a:lnTo>
                  <a:lnTo>
                    <a:pt x="6204700" y="31802"/>
                  </a:lnTo>
                  <a:lnTo>
                    <a:pt x="6204809" y="31802"/>
                  </a:lnTo>
                  <a:lnTo>
                    <a:pt x="6204917" y="31802"/>
                  </a:lnTo>
                  <a:lnTo>
                    <a:pt x="6205025" y="31802"/>
                  </a:lnTo>
                  <a:lnTo>
                    <a:pt x="6205134" y="31802"/>
                  </a:lnTo>
                  <a:lnTo>
                    <a:pt x="6205242" y="31802"/>
                  </a:lnTo>
                  <a:lnTo>
                    <a:pt x="6205351" y="31802"/>
                  </a:lnTo>
                  <a:lnTo>
                    <a:pt x="6205459" y="31802"/>
                  </a:lnTo>
                  <a:lnTo>
                    <a:pt x="6205568" y="31802"/>
                  </a:lnTo>
                  <a:lnTo>
                    <a:pt x="6205676" y="31802"/>
                  </a:lnTo>
                  <a:lnTo>
                    <a:pt x="6205785" y="31802"/>
                  </a:lnTo>
                  <a:lnTo>
                    <a:pt x="6205893" y="31802"/>
                  </a:lnTo>
                  <a:lnTo>
                    <a:pt x="6206001" y="31802"/>
                  </a:lnTo>
                  <a:lnTo>
                    <a:pt x="6206110" y="31802"/>
                  </a:lnTo>
                  <a:lnTo>
                    <a:pt x="6206218" y="31802"/>
                  </a:lnTo>
                  <a:lnTo>
                    <a:pt x="6206327" y="31802"/>
                  </a:lnTo>
                  <a:lnTo>
                    <a:pt x="6206435" y="31802"/>
                  </a:lnTo>
                  <a:lnTo>
                    <a:pt x="6206544" y="31802"/>
                  </a:lnTo>
                  <a:lnTo>
                    <a:pt x="6206652" y="31802"/>
                  </a:lnTo>
                  <a:lnTo>
                    <a:pt x="6206761" y="31802"/>
                  </a:lnTo>
                  <a:lnTo>
                    <a:pt x="6206869" y="31802"/>
                  </a:lnTo>
                  <a:lnTo>
                    <a:pt x="6206978" y="31802"/>
                  </a:lnTo>
                  <a:lnTo>
                    <a:pt x="6207086" y="31802"/>
                  </a:lnTo>
                  <a:lnTo>
                    <a:pt x="6207194" y="31802"/>
                  </a:lnTo>
                  <a:lnTo>
                    <a:pt x="6207303" y="31802"/>
                  </a:lnTo>
                  <a:lnTo>
                    <a:pt x="6207411" y="31802"/>
                  </a:lnTo>
                  <a:lnTo>
                    <a:pt x="6207520" y="31802"/>
                  </a:lnTo>
                  <a:lnTo>
                    <a:pt x="6207628" y="31802"/>
                  </a:lnTo>
                  <a:lnTo>
                    <a:pt x="6207737" y="31802"/>
                  </a:lnTo>
                  <a:lnTo>
                    <a:pt x="6207845" y="31802"/>
                  </a:lnTo>
                  <a:lnTo>
                    <a:pt x="6207954" y="31802"/>
                  </a:lnTo>
                  <a:lnTo>
                    <a:pt x="6208062" y="31802"/>
                  </a:lnTo>
                  <a:lnTo>
                    <a:pt x="6208170" y="31802"/>
                  </a:lnTo>
                  <a:lnTo>
                    <a:pt x="6208279" y="31802"/>
                  </a:lnTo>
                  <a:lnTo>
                    <a:pt x="6208387" y="31802"/>
                  </a:lnTo>
                  <a:lnTo>
                    <a:pt x="6208496" y="31802"/>
                  </a:lnTo>
                  <a:lnTo>
                    <a:pt x="6208604" y="31802"/>
                  </a:lnTo>
                  <a:lnTo>
                    <a:pt x="6208713" y="31802"/>
                  </a:lnTo>
                  <a:lnTo>
                    <a:pt x="6208821" y="31802"/>
                  </a:lnTo>
                  <a:lnTo>
                    <a:pt x="6208930" y="31802"/>
                  </a:lnTo>
                  <a:lnTo>
                    <a:pt x="6209038" y="31802"/>
                  </a:lnTo>
                  <a:lnTo>
                    <a:pt x="6209146" y="31802"/>
                  </a:lnTo>
                  <a:lnTo>
                    <a:pt x="6209255" y="31802"/>
                  </a:lnTo>
                  <a:lnTo>
                    <a:pt x="6209363" y="31802"/>
                  </a:lnTo>
                  <a:lnTo>
                    <a:pt x="6209472" y="31802"/>
                  </a:lnTo>
                  <a:lnTo>
                    <a:pt x="6209580" y="31802"/>
                  </a:lnTo>
                  <a:lnTo>
                    <a:pt x="6209689" y="31802"/>
                  </a:lnTo>
                  <a:lnTo>
                    <a:pt x="6209797" y="31802"/>
                  </a:lnTo>
                  <a:lnTo>
                    <a:pt x="6209906" y="31802"/>
                  </a:lnTo>
                  <a:lnTo>
                    <a:pt x="6210014" y="31802"/>
                  </a:lnTo>
                  <a:lnTo>
                    <a:pt x="6210122" y="31802"/>
                  </a:lnTo>
                  <a:lnTo>
                    <a:pt x="6210231" y="31802"/>
                  </a:lnTo>
                  <a:lnTo>
                    <a:pt x="6210339" y="31802"/>
                  </a:lnTo>
                  <a:lnTo>
                    <a:pt x="6210448" y="31802"/>
                  </a:lnTo>
                  <a:lnTo>
                    <a:pt x="6210556" y="31802"/>
                  </a:lnTo>
                  <a:lnTo>
                    <a:pt x="6210665" y="31802"/>
                  </a:lnTo>
                  <a:lnTo>
                    <a:pt x="6210773" y="31802"/>
                  </a:lnTo>
                  <a:lnTo>
                    <a:pt x="6210882" y="31802"/>
                  </a:lnTo>
                  <a:lnTo>
                    <a:pt x="6210990" y="31802"/>
                  </a:lnTo>
                  <a:lnTo>
                    <a:pt x="6211099" y="31802"/>
                  </a:lnTo>
                  <a:lnTo>
                    <a:pt x="6211207" y="31802"/>
                  </a:lnTo>
                  <a:lnTo>
                    <a:pt x="6211315" y="31802"/>
                  </a:lnTo>
                  <a:lnTo>
                    <a:pt x="6211424" y="31802"/>
                  </a:lnTo>
                  <a:lnTo>
                    <a:pt x="6211532" y="31802"/>
                  </a:lnTo>
                  <a:lnTo>
                    <a:pt x="6211641" y="31802"/>
                  </a:lnTo>
                  <a:lnTo>
                    <a:pt x="6211749" y="31802"/>
                  </a:lnTo>
                  <a:lnTo>
                    <a:pt x="6211749" y="31179"/>
                  </a:lnTo>
                  <a:lnTo>
                    <a:pt x="6211858" y="31179"/>
                  </a:lnTo>
                  <a:lnTo>
                    <a:pt x="6211966" y="31179"/>
                  </a:lnTo>
                  <a:lnTo>
                    <a:pt x="6212075" y="31179"/>
                  </a:lnTo>
                  <a:lnTo>
                    <a:pt x="6212183" y="31179"/>
                  </a:lnTo>
                  <a:lnTo>
                    <a:pt x="6212291" y="31179"/>
                  </a:lnTo>
                  <a:lnTo>
                    <a:pt x="6212400" y="31179"/>
                  </a:lnTo>
                  <a:lnTo>
                    <a:pt x="6212508" y="31179"/>
                  </a:lnTo>
                  <a:lnTo>
                    <a:pt x="6212617" y="31179"/>
                  </a:lnTo>
                  <a:lnTo>
                    <a:pt x="6212725" y="31179"/>
                  </a:lnTo>
                  <a:lnTo>
                    <a:pt x="6212834" y="31179"/>
                  </a:lnTo>
                  <a:lnTo>
                    <a:pt x="6212942" y="31179"/>
                  </a:lnTo>
                  <a:lnTo>
                    <a:pt x="6213051" y="31179"/>
                  </a:lnTo>
                  <a:lnTo>
                    <a:pt x="6213159" y="31179"/>
                  </a:lnTo>
                  <a:lnTo>
                    <a:pt x="6213267" y="31179"/>
                  </a:lnTo>
                  <a:lnTo>
                    <a:pt x="6213376" y="31179"/>
                  </a:lnTo>
                  <a:lnTo>
                    <a:pt x="6213484" y="31179"/>
                  </a:lnTo>
                  <a:lnTo>
                    <a:pt x="6213593" y="31179"/>
                  </a:lnTo>
                  <a:lnTo>
                    <a:pt x="6213701" y="31179"/>
                  </a:lnTo>
                  <a:lnTo>
                    <a:pt x="6213810" y="31179"/>
                  </a:lnTo>
                  <a:lnTo>
                    <a:pt x="6213918" y="31179"/>
                  </a:lnTo>
                  <a:lnTo>
                    <a:pt x="6214027" y="31179"/>
                  </a:lnTo>
                  <a:lnTo>
                    <a:pt x="6214135" y="31179"/>
                  </a:lnTo>
                  <a:lnTo>
                    <a:pt x="6214243" y="31179"/>
                  </a:lnTo>
                  <a:lnTo>
                    <a:pt x="6214352" y="31179"/>
                  </a:lnTo>
                  <a:lnTo>
                    <a:pt x="6214460" y="31179"/>
                  </a:lnTo>
                  <a:lnTo>
                    <a:pt x="6214569" y="31179"/>
                  </a:lnTo>
                  <a:lnTo>
                    <a:pt x="6214677" y="31179"/>
                  </a:lnTo>
                  <a:lnTo>
                    <a:pt x="6214786" y="31179"/>
                  </a:lnTo>
                  <a:lnTo>
                    <a:pt x="6214894" y="31179"/>
                  </a:lnTo>
                  <a:lnTo>
                    <a:pt x="6215003" y="31179"/>
                  </a:lnTo>
                  <a:lnTo>
                    <a:pt x="6215111" y="31179"/>
                  </a:lnTo>
                  <a:lnTo>
                    <a:pt x="6215220" y="31179"/>
                  </a:lnTo>
                  <a:lnTo>
                    <a:pt x="6215328" y="31179"/>
                  </a:lnTo>
                  <a:lnTo>
                    <a:pt x="6215436" y="31179"/>
                  </a:lnTo>
                  <a:lnTo>
                    <a:pt x="6215545" y="31179"/>
                  </a:lnTo>
                  <a:lnTo>
                    <a:pt x="6215653" y="31179"/>
                  </a:lnTo>
                  <a:lnTo>
                    <a:pt x="6215762" y="31179"/>
                  </a:lnTo>
                  <a:lnTo>
                    <a:pt x="6215870" y="31179"/>
                  </a:lnTo>
                  <a:lnTo>
                    <a:pt x="6215979" y="31179"/>
                  </a:lnTo>
                  <a:lnTo>
                    <a:pt x="6216087" y="31179"/>
                  </a:lnTo>
                  <a:lnTo>
                    <a:pt x="6216196" y="31179"/>
                  </a:lnTo>
                  <a:lnTo>
                    <a:pt x="6216304" y="31179"/>
                  </a:lnTo>
                  <a:lnTo>
                    <a:pt x="6216412" y="31179"/>
                  </a:lnTo>
                  <a:lnTo>
                    <a:pt x="6216521" y="31179"/>
                  </a:lnTo>
                  <a:lnTo>
                    <a:pt x="6216629" y="31179"/>
                  </a:lnTo>
                  <a:lnTo>
                    <a:pt x="6216738" y="31179"/>
                  </a:lnTo>
                  <a:lnTo>
                    <a:pt x="6216846" y="31179"/>
                  </a:lnTo>
                  <a:lnTo>
                    <a:pt x="6216955" y="31179"/>
                  </a:lnTo>
                  <a:lnTo>
                    <a:pt x="6217063" y="31179"/>
                  </a:lnTo>
                  <a:lnTo>
                    <a:pt x="6217172" y="31179"/>
                  </a:lnTo>
                  <a:lnTo>
                    <a:pt x="6217280" y="31179"/>
                  </a:lnTo>
                  <a:lnTo>
                    <a:pt x="6217280" y="30555"/>
                  </a:lnTo>
                  <a:lnTo>
                    <a:pt x="6217388" y="30555"/>
                  </a:lnTo>
                  <a:lnTo>
                    <a:pt x="6217497" y="30555"/>
                  </a:lnTo>
                  <a:lnTo>
                    <a:pt x="6217605" y="30555"/>
                  </a:lnTo>
                  <a:lnTo>
                    <a:pt x="6217714" y="30555"/>
                  </a:lnTo>
                  <a:lnTo>
                    <a:pt x="6217822" y="30555"/>
                  </a:lnTo>
                  <a:lnTo>
                    <a:pt x="6217931" y="30555"/>
                  </a:lnTo>
                  <a:lnTo>
                    <a:pt x="6218039" y="30555"/>
                  </a:lnTo>
                  <a:lnTo>
                    <a:pt x="6218148" y="30555"/>
                  </a:lnTo>
                  <a:lnTo>
                    <a:pt x="6218256" y="30555"/>
                  </a:lnTo>
                  <a:lnTo>
                    <a:pt x="6218364" y="30555"/>
                  </a:lnTo>
                  <a:lnTo>
                    <a:pt x="6218473" y="30555"/>
                  </a:lnTo>
                  <a:lnTo>
                    <a:pt x="6218581" y="30555"/>
                  </a:lnTo>
                  <a:lnTo>
                    <a:pt x="6218690" y="30555"/>
                  </a:lnTo>
                  <a:lnTo>
                    <a:pt x="6218798" y="30555"/>
                  </a:lnTo>
                  <a:lnTo>
                    <a:pt x="6218798" y="29931"/>
                  </a:lnTo>
                  <a:lnTo>
                    <a:pt x="6218907" y="29931"/>
                  </a:lnTo>
                  <a:lnTo>
                    <a:pt x="6218907" y="29308"/>
                  </a:lnTo>
                  <a:lnTo>
                    <a:pt x="6218907" y="28684"/>
                  </a:lnTo>
                  <a:lnTo>
                    <a:pt x="6219015" y="28684"/>
                  </a:lnTo>
                  <a:lnTo>
                    <a:pt x="6219124" y="28684"/>
                  </a:lnTo>
                  <a:lnTo>
                    <a:pt x="6219232" y="28684"/>
                  </a:lnTo>
                  <a:lnTo>
                    <a:pt x="6219341" y="28684"/>
                  </a:lnTo>
                  <a:lnTo>
                    <a:pt x="6219449" y="28684"/>
                  </a:lnTo>
                  <a:lnTo>
                    <a:pt x="6219557" y="28684"/>
                  </a:lnTo>
                  <a:lnTo>
                    <a:pt x="6219666" y="28684"/>
                  </a:lnTo>
                  <a:lnTo>
                    <a:pt x="6219774" y="28684"/>
                  </a:lnTo>
                  <a:lnTo>
                    <a:pt x="6219883" y="28684"/>
                  </a:lnTo>
                  <a:lnTo>
                    <a:pt x="6219991" y="28684"/>
                  </a:lnTo>
                  <a:lnTo>
                    <a:pt x="6220100" y="28684"/>
                  </a:lnTo>
                  <a:lnTo>
                    <a:pt x="6220208" y="28684"/>
                  </a:lnTo>
                  <a:lnTo>
                    <a:pt x="6220317" y="28684"/>
                  </a:lnTo>
                  <a:lnTo>
                    <a:pt x="6220425" y="28684"/>
                  </a:lnTo>
                  <a:lnTo>
                    <a:pt x="6220533" y="28684"/>
                  </a:lnTo>
                  <a:lnTo>
                    <a:pt x="6220642" y="28684"/>
                  </a:lnTo>
                  <a:lnTo>
                    <a:pt x="6220750" y="28684"/>
                  </a:lnTo>
                  <a:lnTo>
                    <a:pt x="6220859" y="28684"/>
                  </a:lnTo>
                  <a:lnTo>
                    <a:pt x="6220967" y="28684"/>
                  </a:lnTo>
                  <a:lnTo>
                    <a:pt x="6221076" y="28684"/>
                  </a:lnTo>
                  <a:lnTo>
                    <a:pt x="6221184" y="28684"/>
                  </a:lnTo>
                  <a:lnTo>
                    <a:pt x="6221293" y="28684"/>
                  </a:lnTo>
                  <a:lnTo>
                    <a:pt x="6221401" y="28684"/>
                  </a:lnTo>
                  <a:lnTo>
                    <a:pt x="6221509" y="28684"/>
                  </a:lnTo>
                  <a:lnTo>
                    <a:pt x="6221618" y="28684"/>
                  </a:lnTo>
                  <a:lnTo>
                    <a:pt x="6221726" y="28684"/>
                  </a:lnTo>
                  <a:lnTo>
                    <a:pt x="6221835" y="28684"/>
                  </a:lnTo>
                  <a:lnTo>
                    <a:pt x="6221943" y="28684"/>
                  </a:lnTo>
                  <a:lnTo>
                    <a:pt x="6222052" y="28684"/>
                  </a:lnTo>
                  <a:lnTo>
                    <a:pt x="6222052" y="28061"/>
                  </a:lnTo>
                  <a:lnTo>
                    <a:pt x="6222160" y="28061"/>
                  </a:lnTo>
                  <a:lnTo>
                    <a:pt x="6222269" y="28061"/>
                  </a:lnTo>
                  <a:lnTo>
                    <a:pt x="6222377" y="28061"/>
                  </a:lnTo>
                  <a:lnTo>
                    <a:pt x="6222485" y="28061"/>
                  </a:lnTo>
                  <a:lnTo>
                    <a:pt x="6222594" y="28061"/>
                  </a:lnTo>
                  <a:lnTo>
                    <a:pt x="6222594" y="27437"/>
                  </a:lnTo>
                  <a:lnTo>
                    <a:pt x="6222594" y="26814"/>
                  </a:lnTo>
                  <a:lnTo>
                    <a:pt x="6222702" y="26814"/>
                  </a:lnTo>
                  <a:lnTo>
                    <a:pt x="6222811" y="26814"/>
                  </a:lnTo>
                  <a:lnTo>
                    <a:pt x="6222919" y="26814"/>
                  </a:lnTo>
                  <a:lnTo>
                    <a:pt x="6223028" y="26814"/>
                  </a:lnTo>
                  <a:lnTo>
                    <a:pt x="6223136" y="26814"/>
                  </a:lnTo>
                  <a:lnTo>
                    <a:pt x="6223136" y="26190"/>
                  </a:lnTo>
                  <a:lnTo>
                    <a:pt x="6223245" y="26190"/>
                  </a:lnTo>
                  <a:lnTo>
                    <a:pt x="6223353" y="26190"/>
                  </a:lnTo>
                  <a:lnTo>
                    <a:pt x="6223461" y="26190"/>
                  </a:lnTo>
                  <a:lnTo>
                    <a:pt x="6223570" y="26190"/>
                  </a:lnTo>
                  <a:lnTo>
                    <a:pt x="6223678" y="26190"/>
                  </a:lnTo>
                  <a:lnTo>
                    <a:pt x="6223787" y="26190"/>
                  </a:lnTo>
                  <a:lnTo>
                    <a:pt x="6223895" y="26190"/>
                  </a:lnTo>
                  <a:lnTo>
                    <a:pt x="6224004" y="26190"/>
                  </a:lnTo>
                  <a:lnTo>
                    <a:pt x="6224112" y="26190"/>
                  </a:lnTo>
                  <a:lnTo>
                    <a:pt x="6224221" y="26190"/>
                  </a:lnTo>
                  <a:lnTo>
                    <a:pt x="6224329" y="26190"/>
                  </a:lnTo>
                  <a:lnTo>
                    <a:pt x="6224438" y="26190"/>
                  </a:lnTo>
                  <a:lnTo>
                    <a:pt x="6224438" y="25566"/>
                  </a:lnTo>
                  <a:lnTo>
                    <a:pt x="6224546" y="25566"/>
                  </a:lnTo>
                  <a:lnTo>
                    <a:pt x="6224654" y="25566"/>
                  </a:lnTo>
                  <a:lnTo>
                    <a:pt x="6224763" y="25566"/>
                  </a:lnTo>
                  <a:lnTo>
                    <a:pt x="6224871" y="25566"/>
                  </a:lnTo>
                  <a:lnTo>
                    <a:pt x="6224980" y="25566"/>
                  </a:lnTo>
                  <a:lnTo>
                    <a:pt x="6225088" y="25566"/>
                  </a:lnTo>
                  <a:lnTo>
                    <a:pt x="6225197" y="25566"/>
                  </a:lnTo>
                  <a:lnTo>
                    <a:pt x="6225305" y="25566"/>
                  </a:lnTo>
                  <a:lnTo>
                    <a:pt x="6225414" y="25566"/>
                  </a:lnTo>
                  <a:lnTo>
                    <a:pt x="6225522" y="25566"/>
                  </a:lnTo>
                  <a:lnTo>
                    <a:pt x="6225522" y="24943"/>
                  </a:lnTo>
                  <a:lnTo>
                    <a:pt x="6225630" y="24943"/>
                  </a:lnTo>
                  <a:lnTo>
                    <a:pt x="6225739" y="24943"/>
                  </a:lnTo>
                  <a:lnTo>
                    <a:pt x="6225847" y="24943"/>
                  </a:lnTo>
                  <a:lnTo>
                    <a:pt x="6225956" y="24943"/>
                  </a:lnTo>
                  <a:lnTo>
                    <a:pt x="6226064" y="24943"/>
                  </a:lnTo>
                  <a:lnTo>
                    <a:pt x="6226173" y="24943"/>
                  </a:lnTo>
                  <a:lnTo>
                    <a:pt x="6226281" y="24943"/>
                  </a:lnTo>
                  <a:lnTo>
                    <a:pt x="6226390" y="24943"/>
                  </a:lnTo>
                  <a:lnTo>
                    <a:pt x="6226498" y="24943"/>
                  </a:lnTo>
                  <a:lnTo>
                    <a:pt x="6226606" y="24943"/>
                  </a:lnTo>
                  <a:lnTo>
                    <a:pt x="6226715" y="24943"/>
                  </a:lnTo>
                  <a:lnTo>
                    <a:pt x="6226823" y="24943"/>
                  </a:lnTo>
                  <a:lnTo>
                    <a:pt x="6226932" y="24943"/>
                  </a:lnTo>
                  <a:lnTo>
                    <a:pt x="6227040" y="24943"/>
                  </a:lnTo>
                  <a:lnTo>
                    <a:pt x="6227149" y="24943"/>
                  </a:lnTo>
                  <a:lnTo>
                    <a:pt x="6227257" y="24943"/>
                  </a:lnTo>
                  <a:lnTo>
                    <a:pt x="6227366" y="24943"/>
                  </a:lnTo>
                  <a:lnTo>
                    <a:pt x="6227474" y="24943"/>
                  </a:lnTo>
                  <a:lnTo>
                    <a:pt x="6227582" y="24943"/>
                  </a:lnTo>
                  <a:lnTo>
                    <a:pt x="6227691" y="24943"/>
                  </a:lnTo>
                  <a:lnTo>
                    <a:pt x="6227799" y="24943"/>
                  </a:lnTo>
                  <a:lnTo>
                    <a:pt x="6227908" y="24943"/>
                  </a:lnTo>
                  <a:lnTo>
                    <a:pt x="6228016" y="24943"/>
                  </a:lnTo>
                  <a:lnTo>
                    <a:pt x="6228125" y="24943"/>
                  </a:lnTo>
                  <a:lnTo>
                    <a:pt x="6228233" y="24943"/>
                  </a:lnTo>
                  <a:lnTo>
                    <a:pt x="6228342" y="24943"/>
                  </a:lnTo>
                  <a:lnTo>
                    <a:pt x="6228450" y="24943"/>
                  </a:lnTo>
                  <a:lnTo>
                    <a:pt x="6228559" y="24943"/>
                  </a:lnTo>
                  <a:lnTo>
                    <a:pt x="6228667" y="24943"/>
                  </a:lnTo>
                  <a:lnTo>
                    <a:pt x="6228775" y="24943"/>
                  </a:lnTo>
                  <a:lnTo>
                    <a:pt x="6228884" y="24943"/>
                  </a:lnTo>
                  <a:lnTo>
                    <a:pt x="6228992" y="24943"/>
                  </a:lnTo>
                  <a:lnTo>
                    <a:pt x="6229101" y="24943"/>
                  </a:lnTo>
                  <a:lnTo>
                    <a:pt x="6229209" y="24943"/>
                  </a:lnTo>
                  <a:lnTo>
                    <a:pt x="6229318" y="24943"/>
                  </a:lnTo>
                  <a:lnTo>
                    <a:pt x="6229426" y="24943"/>
                  </a:lnTo>
                  <a:lnTo>
                    <a:pt x="6229535" y="24943"/>
                  </a:lnTo>
                  <a:lnTo>
                    <a:pt x="6229643" y="24943"/>
                  </a:lnTo>
                  <a:lnTo>
                    <a:pt x="6229751" y="24943"/>
                  </a:lnTo>
                  <a:lnTo>
                    <a:pt x="6229860" y="24943"/>
                  </a:lnTo>
                  <a:lnTo>
                    <a:pt x="6229968" y="24943"/>
                  </a:lnTo>
                  <a:lnTo>
                    <a:pt x="6230077" y="24943"/>
                  </a:lnTo>
                  <a:lnTo>
                    <a:pt x="6230185" y="24943"/>
                  </a:lnTo>
                  <a:lnTo>
                    <a:pt x="6230294" y="24943"/>
                  </a:lnTo>
                  <a:lnTo>
                    <a:pt x="6230294" y="24319"/>
                  </a:lnTo>
                  <a:lnTo>
                    <a:pt x="6230402" y="24319"/>
                  </a:lnTo>
                  <a:lnTo>
                    <a:pt x="6230511" y="24319"/>
                  </a:lnTo>
                  <a:lnTo>
                    <a:pt x="6230619" y="24319"/>
                  </a:lnTo>
                  <a:lnTo>
                    <a:pt x="6230727" y="24319"/>
                  </a:lnTo>
                  <a:lnTo>
                    <a:pt x="6230836" y="24319"/>
                  </a:lnTo>
                  <a:lnTo>
                    <a:pt x="6230944" y="24319"/>
                  </a:lnTo>
                  <a:lnTo>
                    <a:pt x="6231053" y="24319"/>
                  </a:lnTo>
                  <a:lnTo>
                    <a:pt x="6231161" y="24319"/>
                  </a:lnTo>
                  <a:lnTo>
                    <a:pt x="6231270" y="24319"/>
                  </a:lnTo>
                  <a:lnTo>
                    <a:pt x="6231378" y="24319"/>
                  </a:lnTo>
                  <a:lnTo>
                    <a:pt x="6231487" y="24319"/>
                  </a:lnTo>
                  <a:lnTo>
                    <a:pt x="6231595" y="24319"/>
                  </a:lnTo>
                  <a:lnTo>
                    <a:pt x="6231703" y="24319"/>
                  </a:lnTo>
                  <a:lnTo>
                    <a:pt x="6231812" y="24319"/>
                  </a:lnTo>
                  <a:lnTo>
                    <a:pt x="6231920" y="24319"/>
                  </a:lnTo>
                  <a:lnTo>
                    <a:pt x="6232029" y="24319"/>
                  </a:lnTo>
                  <a:lnTo>
                    <a:pt x="6232137" y="24319"/>
                  </a:lnTo>
                  <a:lnTo>
                    <a:pt x="6232246" y="24319"/>
                  </a:lnTo>
                  <a:lnTo>
                    <a:pt x="6232354" y="24319"/>
                  </a:lnTo>
                  <a:lnTo>
                    <a:pt x="6232463" y="24319"/>
                  </a:lnTo>
                  <a:lnTo>
                    <a:pt x="6232571" y="24319"/>
                  </a:lnTo>
                  <a:lnTo>
                    <a:pt x="6232680" y="24319"/>
                  </a:lnTo>
                  <a:lnTo>
                    <a:pt x="6232788" y="24319"/>
                  </a:lnTo>
                  <a:lnTo>
                    <a:pt x="6232896" y="24319"/>
                  </a:lnTo>
                  <a:lnTo>
                    <a:pt x="6233005" y="24319"/>
                  </a:lnTo>
                  <a:lnTo>
                    <a:pt x="6233113" y="24319"/>
                  </a:lnTo>
                  <a:lnTo>
                    <a:pt x="6233222" y="24319"/>
                  </a:lnTo>
                  <a:lnTo>
                    <a:pt x="6233222" y="23696"/>
                  </a:lnTo>
                  <a:lnTo>
                    <a:pt x="6233330" y="23696"/>
                  </a:lnTo>
                  <a:lnTo>
                    <a:pt x="6233439" y="23696"/>
                  </a:lnTo>
                  <a:lnTo>
                    <a:pt x="6233547" y="23696"/>
                  </a:lnTo>
                  <a:lnTo>
                    <a:pt x="6233656" y="23696"/>
                  </a:lnTo>
                  <a:lnTo>
                    <a:pt x="6233764" y="23696"/>
                  </a:lnTo>
                  <a:lnTo>
                    <a:pt x="6233872" y="23696"/>
                  </a:lnTo>
                  <a:lnTo>
                    <a:pt x="6233981" y="23696"/>
                  </a:lnTo>
                  <a:lnTo>
                    <a:pt x="6234089" y="23696"/>
                  </a:lnTo>
                  <a:lnTo>
                    <a:pt x="6234198" y="23696"/>
                  </a:lnTo>
                  <a:lnTo>
                    <a:pt x="6234306" y="23696"/>
                  </a:lnTo>
                  <a:lnTo>
                    <a:pt x="6234415" y="23696"/>
                  </a:lnTo>
                  <a:lnTo>
                    <a:pt x="6234523" y="23696"/>
                  </a:lnTo>
                  <a:lnTo>
                    <a:pt x="6234632" y="23696"/>
                  </a:lnTo>
                  <a:lnTo>
                    <a:pt x="6234740" y="23696"/>
                  </a:lnTo>
                  <a:lnTo>
                    <a:pt x="6234740" y="23072"/>
                  </a:lnTo>
                  <a:lnTo>
                    <a:pt x="6234848" y="23072"/>
                  </a:lnTo>
                  <a:lnTo>
                    <a:pt x="6234957" y="23072"/>
                  </a:lnTo>
                  <a:lnTo>
                    <a:pt x="6235065" y="23072"/>
                  </a:lnTo>
                  <a:lnTo>
                    <a:pt x="6235174" y="23072"/>
                  </a:lnTo>
                  <a:lnTo>
                    <a:pt x="6235282" y="23072"/>
                  </a:lnTo>
                  <a:lnTo>
                    <a:pt x="6235391" y="23072"/>
                  </a:lnTo>
                  <a:lnTo>
                    <a:pt x="6235499" y="23072"/>
                  </a:lnTo>
                  <a:lnTo>
                    <a:pt x="6235608" y="23072"/>
                  </a:lnTo>
                  <a:lnTo>
                    <a:pt x="6235716" y="23072"/>
                  </a:lnTo>
                  <a:lnTo>
                    <a:pt x="6235824" y="23072"/>
                  </a:lnTo>
                  <a:lnTo>
                    <a:pt x="6235933" y="23072"/>
                  </a:lnTo>
                  <a:lnTo>
                    <a:pt x="6236041" y="23072"/>
                  </a:lnTo>
                  <a:lnTo>
                    <a:pt x="6236150" y="23072"/>
                  </a:lnTo>
                  <a:lnTo>
                    <a:pt x="6236258" y="23072"/>
                  </a:lnTo>
                  <a:lnTo>
                    <a:pt x="6236367" y="23072"/>
                  </a:lnTo>
                  <a:lnTo>
                    <a:pt x="6236475" y="23072"/>
                  </a:lnTo>
                  <a:lnTo>
                    <a:pt x="6236584" y="23072"/>
                  </a:lnTo>
                  <a:lnTo>
                    <a:pt x="6236692" y="23072"/>
                  </a:lnTo>
                  <a:lnTo>
                    <a:pt x="6236801" y="23072"/>
                  </a:lnTo>
                  <a:lnTo>
                    <a:pt x="6236909" y="23072"/>
                  </a:lnTo>
                  <a:lnTo>
                    <a:pt x="6237017" y="23072"/>
                  </a:lnTo>
                  <a:lnTo>
                    <a:pt x="6237126" y="23072"/>
                  </a:lnTo>
                  <a:lnTo>
                    <a:pt x="6237234" y="23072"/>
                  </a:lnTo>
                  <a:lnTo>
                    <a:pt x="6237343" y="23072"/>
                  </a:lnTo>
                  <a:lnTo>
                    <a:pt x="6237451" y="23072"/>
                  </a:lnTo>
                  <a:lnTo>
                    <a:pt x="6237560" y="23072"/>
                  </a:lnTo>
                  <a:lnTo>
                    <a:pt x="6237668" y="23072"/>
                  </a:lnTo>
                  <a:lnTo>
                    <a:pt x="6237777" y="23072"/>
                  </a:lnTo>
                  <a:lnTo>
                    <a:pt x="6237885" y="23072"/>
                  </a:lnTo>
                  <a:lnTo>
                    <a:pt x="6237993" y="23072"/>
                  </a:lnTo>
                  <a:lnTo>
                    <a:pt x="6238102" y="23072"/>
                  </a:lnTo>
                  <a:lnTo>
                    <a:pt x="6238102" y="22448"/>
                  </a:lnTo>
                  <a:lnTo>
                    <a:pt x="6238210" y="22448"/>
                  </a:lnTo>
                  <a:lnTo>
                    <a:pt x="6238319" y="22448"/>
                  </a:lnTo>
                  <a:lnTo>
                    <a:pt x="6238427" y="22448"/>
                  </a:lnTo>
                  <a:lnTo>
                    <a:pt x="6238536" y="22448"/>
                  </a:lnTo>
                  <a:lnTo>
                    <a:pt x="6238644" y="22448"/>
                  </a:lnTo>
                  <a:lnTo>
                    <a:pt x="6238753" y="22448"/>
                  </a:lnTo>
                  <a:lnTo>
                    <a:pt x="6238861" y="22448"/>
                  </a:lnTo>
                  <a:lnTo>
                    <a:pt x="6238969" y="22448"/>
                  </a:lnTo>
                  <a:lnTo>
                    <a:pt x="6239078" y="22448"/>
                  </a:lnTo>
                  <a:lnTo>
                    <a:pt x="6239186" y="22448"/>
                  </a:lnTo>
                  <a:lnTo>
                    <a:pt x="6239295" y="22448"/>
                  </a:lnTo>
                  <a:lnTo>
                    <a:pt x="6239403" y="22448"/>
                  </a:lnTo>
                  <a:lnTo>
                    <a:pt x="6239512" y="22448"/>
                  </a:lnTo>
                  <a:lnTo>
                    <a:pt x="6239620" y="22448"/>
                  </a:lnTo>
                  <a:lnTo>
                    <a:pt x="6239729" y="22448"/>
                  </a:lnTo>
                  <a:lnTo>
                    <a:pt x="6239837" y="22448"/>
                  </a:lnTo>
                  <a:lnTo>
                    <a:pt x="6239945" y="22448"/>
                  </a:lnTo>
                  <a:lnTo>
                    <a:pt x="6240054" y="22448"/>
                  </a:lnTo>
                  <a:lnTo>
                    <a:pt x="6240162" y="22448"/>
                  </a:lnTo>
                  <a:lnTo>
                    <a:pt x="6240271" y="22448"/>
                  </a:lnTo>
                  <a:lnTo>
                    <a:pt x="6240379" y="22448"/>
                  </a:lnTo>
                  <a:lnTo>
                    <a:pt x="6240488" y="22448"/>
                  </a:lnTo>
                  <a:lnTo>
                    <a:pt x="6240596" y="22448"/>
                  </a:lnTo>
                  <a:lnTo>
                    <a:pt x="6240705" y="22448"/>
                  </a:lnTo>
                  <a:lnTo>
                    <a:pt x="6240813" y="22448"/>
                  </a:lnTo>
                  <a:lnTo>
                    <a:pt x="6240922" y="22448"/>
                  </a:lnTo>
                  <a:lnTo>
                    <a:pt x="6241030" y="22448"/>
                  </a:lnTo>
                  <a:lnTo>
                    <a:pt x="6241138" y="22448"/>
                  </a:lnTo>
                  <a:lnTo>
                    <a:pt x="6241247" y="22448"/>
                  </a:lnTo>
                  <a:lnTo>
                    <a:pt x="6241355" y="22448"/>
                  </a:lnTo>
                  <a:lnTo>
                    <a:pt x="6241464" y="22448"/>
                  </a:lnTo>
                  <a:lnTo>
                    <a:pt x="6241572" y="22448"/>
                  </a:lnTo>
                  <a:lnTo>
                    <a:pt x="6241681" y="22448"/>
                  </a:lnTo>
                  <a:lnTo>
                    <a:pt x="6241789" y="22448"/>
                  </a:lnTo>
                  <a:lnTo>
                    <a:pt x="6241898" y="22448"/>
                  </a:lnTo>
                  <a:lnTo>
                    <a:pt x="6242006" y="22448"/>
                  </a:lnTo>
                  <a:lnTo>
                    <a:pt x="6242114" y="22448"/>
                  </a:lnTo>
                  <a:lnTo>
                    <a:pt x="6242223" y="22448"/>
                  </a:lnTo>
                  <a:lnTo>
                    <a:pt x="6242331" y="22448"/>
                  </a:lnTo>
                  <a:lnTo>
                    <a:pt x="6242440" y="22448"/>
                  </a:lnTo>
                  <a:lnTo>
                    <a:pt x="6242548" y="22448"/>
                  </a:lnTo>
                  <a:lnTo>
                    <a:pt x="6242657" y="22448"/>
                  </a:lnTo>
                  <a:lnTo>
                    <a:pt x="6242765" y="22448"/>
                  </a:lnTo>
                  <a:lnTo>
                    <a:pt x="6242874" y="22448"/>
                  </a:lnTo>
                  <a:lnTo>
                    <a:pt x="6242982" y="22448"/>
                  </a:lnTo>
                  <a:lnTo>
                    <a:pt x="6243090" y="22448"/>
                  </a:lnTo>
                  <a:lnTo>
                    <a:pt x="6243199" y="22448"/>
                  </a:lnTo>
                  <a:lnTo>
                    <a:pt x="6243307" y="22448"/>
                  </a:lnTo>
                  <a:lnTo>
                    <a:pt x="6243416" y="22448"/>
                  </a:lnTo>
                  <a:lnTo>
                    <a:pt x="6243524" y="22448"/>
                  </a:lnTo>
                  <a:lnTo>
                    <a:pt x="6243633" y="22448"/>
                  </a:lnTo>
                  <a:lnTo>
                    <a:pt x="6243633" y="21825"/>
                  </a:lnTo>
                  <a:lnTo>
                    <a:pt x="6243741" y="21825"/>
                  </a:lnTo>
                  <a:lnTo>
                    <a:pt x="6243850" y="21825"/>
                  </a:lnTo>
                  <a:lnTo>
                    <a:pt x="6243958" y="21825"/>
                  </a:lnTo>
                  <a:lnTo>
                    <a:pt x="6244066" y="21825"/>
                  </a:lnTo>
                  <a:lnTo>
                    <a:pt x="6244175" y="21825"/>
                  </a:lnTo>
                  <a:lnTo>
                    <a:pt x="6244283" y="21825"/>
                  </a:lnTo>
                  <a:lnTo>
                    <a:pt x="6244392" y="21825"/>
                  </a:lnTo>
                  <a:lnTo>
                    <a:pt x="6244500" y="21825"/>
                  </a:lnTo>
                  <a:lnTo>
                    <a:pt x="6244609" y="21825"/>
                  </a:lnTo>
                  <a:lnTo>
                    <a:pt x="6244717" y="21825"/>
                  </a:lnTo>
                  <a:lnTo>
                    <a:pt x="6244826" y="21825"/>
                  </a:lnTo>
                  <a:lnTo>
                    <a:pt x="6244934" y="21825"/>
                  </a:lnTo>
                  <a:lnTo>
                    <a:pt x="6245042" y="21825"/>
                  </a:lnTo>
                  <a:lnTo>
                    <a:pt x="6245151" y="21825"/>
                  </a:lnTo>
                  <a:lnTo>
                    <a:pt x="6245259" y="21825"/>
                  </a:lnTo>
                  <a:lnTo>
                    <a:pt x="6245368" y="21825"/>
                  </a:lnTo>
                  <a:lnTo>
                    <a:pt x="6245476" y="21825"/>
                  </a:lnTo>
                  <a:lnTo>
                    <a:pt x="6245585" y="21825"/>
                  </a:lnTo>
                  <a:lnTo>
                    <a:pt x="6245693" y="21825"/>
                  </a:lnTo>
                  <a:lnTo>
                    <a:pt x="6245802" y="21825"/>
                  </a:lnTo>
                  <a:lnTo>
                    <a:pt x="6245910" y="21825"/>
                  </a:lnTo>
                  <a:lnTo>
                    <a:pt x="6246019" y="21825"/>
                  </a:lnTo>
                  <a:lnTo>
                    <a:pt x="6246127" y="21825"/>
                  </a:lnTo>
                  <a:lnTo>
                    <a:pt x="6246235" y="21825"/>
                  </a:lnTo>
                  <a:lnTo>
                    <a:pt x="6246344" y="21825"/>
                  </a:lnTo>
                  <a:lnTo>
                    <a:pt x="6246452" y="21825"/>
                  </a:lnTo>
                  <a:lnTo>
                    <a:pt x="6246561" y="21825"/>
                  </a:lnTo>
                  <a:lnTo>
                    <a:pt x="6246669" y="21825"/>
                  </a:lnTo>
                  <a:lnTo>
                    <a:pt x="6246778" y="21825"/>
                  </a:lnTo>
                  <a:lnTo>
                    <a:pt x="6246886" y="21825"/>
                  </a:lnTo>
                  <a:lnTo>
                    <a:pt x="6246995" y="21825"/>
                  </a:lnTo>
                  <a:lnTo>
                    <a:pt x="6247103" y="21825"/>
                  </a:lnTo>
                  <a:lnTo>
                    <a:pt x="6247211" y="21825"/>
                  </a:lnTo>
                  <a:lnTo>
                    <a:pt x="6247320" y="21825"/>
                  </a:lnTo>
                  <a:lnTo>
                    <a:pt x="6247428" y="21825"/>
                  </a:lnTo>
                  <a:lnTo>
                    <a:pt x="6247537" y="21825"/>
                  </a:lnTo>
                  <a:lnTo>
                    <a:pt x="6247645" y="21825"/>
                  </a:lnTo>
                  <a:lnTo>
                    <a:pt x="6247754" y="21825"/>
                  </a:lnTo>
                  <a:lnTo>
                    <a:pt x="6247862" y="21825"/>
                  </a:lnTo>
                  <a:lnTo>
                    <a:pt x="6247971" y="21825"/>
                  </a:lnTo>
                  <a:lnTo>
                    <a:pt x="6247971" y="21201"/>
                  </a:lnTo>
                  <a:lnTo>
                    <a:pt x="6248079" y="21201"/>
                  </a:lnTo>
                  <a:lnTo>
                    <a:pt x="6248187" y="21201"/>
                  </a:lnTo>
                  <a:lnTo>
                    <a:pt x="6248296" y="21201"/>
                  </a:lnTo>
                  <a:lnTo>
                    <a:pt x="6248404" y="21201"/>
                  </a:lnTo>
                  <a:lnTo>
                    <a:pt x="6248513" y="21201"/>
                  </a:lnTo>
                  <a:lnTo>
                    <a:pt x="6248621" y="21201"/>
                  </a:lnTo>
                  <a:lnTo>
                    <a:pt x="6248730" y="21201"/>
                  </a:lnTo>
                  <a:lnTo>
                    <a:pt x="6248838" y="21201"/>
                  </a:lnTo>
                  <a:lnTo>
                    <a:pt x="6248947" y="21201"/>
                  </a:lnTo>
                  <a:lnTo>
                    <a:pt x="6249055" y="21201"/>
                  </a:lnTo>
                  <a:lnTo>
                    <a:pt x="6249163" y="21201"/>
                  </a:lnTo>
                  <a:lnTo>
                    <a:pt x="6249272" y="21201"/>
                  </a:lnTo>
                  <a:lnTo>
                    <a:pt x="6249380" y="21201"/>
                  </a:lnTo>
                  <a:lnTo>
                    <a:pt x="6249489" y="21201"/>
                  </a:lnTo>
                  <a:lnTo>
                    <a:pt x="6249597" y="21201"/>
                  </a:lnTo>
                  <a:lnTo>
                    <a:pt x="6249706" y="21201"/>
                  </a:lnTo>
                  <a:lnTo>
                    <a:pt x="6249814" y="21201"/>
                  </a:lnTo>
                  <a:lnTo>
                    <a:pt x="6249923" y="21201"/>
                  </a:lnTo>
                  <a:lnTo>
                    <a:pt x="6250031" y="21201"/>
                  </a:lnTo>
                  <a:lnTo>
                    <a:pt x="6250140" y="21201"/>
                  </a:lnTo>
                  <a:lnTo>
                    <a:pt x="6250248" y="21201"/>
                  </a:lnTo>
                  <a:lnTo>
                    <a:pt x="6250356" y="21201"/>
                  </a:lnTo>
                  <a:lnTo>
                    <a:pt x="6250465" y="21201"/>
                  </a:lnTo>
                  <a:lnTo>
                    <a:pt x="6250573" y="21201"/>
                  </a:lnTo>
                  <a:lnTo>
                    <a:pt x="6250682" y="21201"/>
                  </a:lnTo>
                  <a:lnTo>
                    <a:pt x="6250790" y="21201"/>
                  </a:lnTo>
                  <a:lnTo>
                    <a:pt x="6250899" y="21201"/>
                  </a:lnTo>
                  <a:lnTo>
                    <a:pt x="6251007" y="21201"/>
                  </a:lnTo>
                  <a:lnTo>
                    <a:pt x="6251116" y="21201"/>
                  </a:lnTo>
                  <a:lnTo>
                    <a:pt x="6251224" y="21201"/>
                  </a:lnTo>
                  <a:lnTo>
                    <a:pt x="6251332" y="21201"/>
                  </a:lnTo>
                  <a:lnTo>
                    <a:pt x="6251441" y="21201"/>
                  </a:lnTo>
                  <a:lnTo>
                    <a:pt x="6251549" y="21201"/>
                  </a:lnTo>
                  <a:lnTo>
                    <a:pt x="6251658" y="21201"/>
                  </a:lnTo>
                  <a:lnTo>
                    <a:pt x="6251766" y="21201"/>
                  </a:lnTo>
                  <a:lnTo>
                    <a:pt x="6251766" y="20578"/>
                  </a:lnTo>
                  <a:lnTo>
                    <a:pt x="6251875" y="20578"/>
                  </a:lnTo>
                  <a:lnTo>
                    <a:pt x="6251983" y="20578"/>
                  </a:lnTo>
                  <a:lnTo>
                    <a:pt x="6252092" y="20578"/>
                  </a:lnTo>
                  <a:lnTo>
                    <a:pt x="6252200" y="20578"/>
                  </a:lnTo>
                  <a:lnTo>
                    <a:pt x="6252200" y="19954"/>
                  </a:lnTo>
                  <a:lnTo>
                    <a:pt x="6252308" y="19954"/>
                  </a:lnTo>
                  <a:lnTo>
                    <a:pt x="6252417" y="19954"/>
                  </a:lnTo>
                  <a:lnTo>
                    <a:pt x="6252525" y="19954"/>
                  </a:lnTo>
                  <a:lnTo>
                    <a:pt x="6252634" y="19954"/>
                  </a:lnTo>
                  <a:lnTo>
                    <a:pt x="6252742" y="19954"/>
                  </a:lnTo>
                  <a:lnTo>
                    <a:pt x="6252851" y="19954"/>
                  </a:lnTo>
                  <a:lnTo>
                    <a:pt x="6252959" y="19954"/>
                  </a:lnTo>
                  <a:lnTo>
                    <a:pt x="6253068" y="19954"/>
                  </a:lnTo>
                  <a:lnTo>
                    <a:pt x="6253176" y="19954"/>
                  </a:lnTo>
                  <a:lnTo>
                    <a:pt x="6253284" y="19954"/>
                  </a:lnTo>
                  <a:lnTo>
                    <a:pt x="6253393" y="19954"/>
                  </a:lnTo>
                  <a:lnTo>
                    <a:pt x="6253501" y="19954"/>
                  </a:lnTo>
                  <a:lnTo>
                    <a:pt x="6253610" y="19954"/>
                  </a:lnTo>
                  <a:lnTo>
                    <a:pt x="6253718" y="19954"/>
                  </a:lnTo>
                  <a:lnTo>
                    <a:pt x="6253827" y="19954"/>
                  </a:lnTo>
                  <a:lnTo>
                    <a:pt x="6253935" y="19954"/>
                  </a:lnTo>
                  <a:lnTo>
                    <a:pt x="6254044" y="19954"/>
                  </a:lnTo>
                  <a:lnTo>
                    <a:pt x="6254152" y="19954"/>
                  </a:lnTo>
                  <a:lnTo>
                    <a:pt x="6254261" y="19954"/>
                  </a:lnTo>
                  <a:lnTo>
                    <a:pt x="6254369" y="19954"/>
                  </a:lnTo>
                  <a:lnTo>
                    <a:pt x="6254477" y="19954"/>
                  </a:lnTo>
                  <a:lnTo>
                    <a:pt x="6254586" y="19954"/>
                  </a:lnTo>
                  <a:lnTo>
                    <a:pt x="6254694" y="19954"/>
                  </a:lnTo>
                  <a:lnTo>
                    <a:pt x="6254803" y="19954"/>
                  </a:lnTo>
                  <a:lnTo>
                    <a:pt x="6254911" y="19954"/>
                  </a:lnTo>
                  <a:lnTo>
                    <a:pt x="6255020" y="19954"/>
                  </a:lnTo>
                  <a:lnTo>
                    <a:pt x="6255020" y="19331"/>
                  </a:lnTo>
                  <a:lnTo>
                    <a:pt x="6255128" y="19331"/>
                  </a:lnTo>
                  <a:lnTo>
                    <a:pt x="6255237" y="19331"/>
                  </a:lnTo>
                  <a:lnTo>
                    <a:pt x="6255345" y="19331"/>
                  </a:lnTo>
                  <a:lnTo>
                    <a:pt x="6255453" y="19331"/>
                  </a:lnTo>
                  <a:lnTo>
                    <a:pt x="6255562" y="19331"/>
                  </a:lnTo>
                  <a:lnTo>
                    <a:pt x="6255670" y="19331"/>
                  </a:lnTo>
                  <a:lnTo>
                    <a:pt x="6255779" y="19331"/>
                  </a:lnTo>
                  <a:lnTo>
                    <a:pt x="6255887" y="19331"/>
                  </a:lnTo>
                  <a:lnTo>
                    <a:pt x="6255996" y="19331"/>
                  </a:lnTo>
                  <a:lnTo>
                    <a:pt x="6256104" y="19331"/>
                  </a:lnTo>
                  <a:lnTo>
                    <a:pt x="6256213" y="19331"/>
                  </a:lnTo>
                  <a:lnTo>
                    <a:pt x="6256213" y="18707"/>
                  </a:lnTo>
                  <a:lnTo>
                    <a:pt x="6256321" y="18707"/>
                  </a:lnTo>
                  <a:lnTo>
                    <a:pt x="6256429" y="18707"/>
                  </a:lnTo>
                  <a:lnTo>
                    <a:pt x="6256538" y="18707"/>
                  </a:lnTo>
                  <a:lnTo>
                    <a:pt x="6256646" y="18707"/>
                  </a:lnTo>
                  <a:lnTo>
                    <a:pt x="6256755" y="18707"/>
                  </a:lnTo>
                  <a:lnTo>
                    <a:pt x="6256863" y="18707"/>
                  </a:lnTo>
                  <a:lnTo>
                    <a:pt x="6256972" y="18707"/>
                  </a:lnTo>
                  <a:lnTo>
                    <a:pt x="6257080" y="18707"/>
                  </a:lnTo>
                  <a:lnTo>
                    <a:pt x="6257189" y="18707"/>
                  </a:lnTo>
                  <a:lnTo>
                    <a:pt x="6257297" y="18707"/>
                  </a:lnTo>
                  <a:lnTo>
                    <a:pt x="6257405" y="18707"/>
                  </a:lnTo>
                  <a:lnTo>
                    <a:pt x="6257514" y="18707"/>
                  </a:lnTo>
                  <a:lnTo>
                    <a:pt x="6257622" y="18707"/>
                  </a:lnTo>
                  <a:lnTo>
                    <a:pt x="6257731" y="18707"/>
                  </a:lnTo>
                  <a:lnTo>
                    <a:pt x="6257839" y="18707"/>
                  </a:lnTo>
                  <a:lnTo>
                    <a:pt x="6257948" y="18707"/>
                  </a:lnTo>
                  <a:lnTo>
                    <a:pt x="6258056" y="18707"/>
                  </a:lnTo>
                  <a:lnTo>
                    <a:pt x="6258165" y="18707"/>
                  </a:lnTo>
                  <a:lnTo>
                    <a:pt x="6258273" y="18707"/>
                  </a:lnTo>
                  <a:lnTo>
                    <a:pt x="6258382" y="18707"/>
                  </a:lnTo>
                  <a:lnTo>
                    <a:pt x="6258490" y="18707"/>
                  </a:lnTo>
                  <a:lnTo>
                    <a:pt x="6258598" y="18707"/>
                  </a:lnTo>
                  <a:lnTo>
                    <a:pt x="6258707" y="18707"/>
                  </a:lnTo>
                  <a:lnTo>
                    <a:pt x="6258815" y="18707"/>
                  </a:lnTo>
                  <a:lnTo>
                    <a:pt x="6258924" y="18707"/>
                  </a:lnTo>
                  <a:lnTo>
                    <a:pt x="6259032" y="18707"/>
                  </a:lnTo>
                  <a:lnTo>
                    <a:pt x="6259141" y="18707"/>
                  </a:lnTo>
                  <a:lnTo>
                    <a:pt x="6259249" y="18707"/>
                  </a:lnTo>
                  <a:lnTo>
                    <a:pt x="6259358" y="18707"/>
                  </a:lnTo>
                  <a:lnTo>
                    <a:pt x="6259466" y="18707"/>
                  </a:lnTo>
                  <a:lnTo>
                    <a:pt x="6259574" y="18707"/>
                  </a:lnTo>
                  <a:lnTo>
                    <a:pt x="6259683" y="18707"/>
                  </a:lnTo>
                  <a:lnTo>
                    <a:pt x="6259791" y="18707"/>
                  </a:lnTo>
                  <a:lnTo>
                    <a:pt x="6259900" y="18707"/>
                  </a:lnTo>
                  <a:lnTo>
                    <a:pt x="6260008" y="18707"/>
                  </a:lnTo>
                  <a:lnTo>
                    <a:pt x="6260117" y="18707"/>
                  </a:lnTo>
                  <a:lnTo>
                    <a:pt x="6260225" y="18707"/>
                  </a:lnTo>
                  <a:lnTo>
                    <a:pt x="6260334" y="18707"/>
                  </a:lnTo>
                  <a:lnTo>
                    <a:pt x="6260442" y="18707"/>
                  </a:lnTo>
                  <a:lnTo>
                    <a:pt x="6260550" y="18707"/>
                  </a:lnTo>
                  <a:lnTo>
                    <a:pt x="6260659" y="18707"/>
                  </a:lnTo>
                  <a:lnTo>
                    <a:pt x="6260767" y="18707"/>
                  </a:lnTo>
                  <a:lnTo>
                    <a:pt x="6260876" y="18707"/>
                  </a:lnTo>
                  <a:lnTo>
                    <a:pt x="6260984" y="18707"/>
                  </a:lnTo>
                  <a:lnTo>
                    <a:pt x="6261093" y="18707"/>
                  </a:lnTo>
                  <a:lnTo>
                    <a:pt x="6261201" y="18707"/>
                  </a:lnTo>
                  <a:lnTo>
                    <a:pt x="6261310" y="18707"/>
                  </a:lnTo>
                  <a:lnTo>
                    <a:pt x="6261418" y="18707"/>
                  </a:lnTo>
                  <a:lnTo>
                    <a:pt x="6261526" y="18707"/>
                  </a:lnTo>
                  <a:lnTo>
                    <a:pt x="6261635" y="18707"/>
                  </a:lnTo>
                  <a:lnTo>
                    <a:pt x="6261743" y="18707"/>
                  </a:lnTo>
                  <a:lnTo>
                    <a:pt x="6261852" y="18707"/>
                  </a:lnTo>
                  <a:lnTo>
                    <a:pt x="6261960" y="18707"/>
                  </a:lnTo>
                  <a:lnTo>
                    <a:pt x="6262069" y="18707"/>
                  </a:lnTo>
                  <a:lnTo>
                    <a:pt x="6262177" y="18707"/>
                  </a:lnTo>
                  <a:lnTo>
                    <a:pt x="6262286" y="18707"/>
                  </a:lnTo>
                  <a:lnTo>
                    <a:pt x="6262394" y="18707"/>
                  </a:lnTo>
                  <a:lnTo>
                    <a:pt x="6262503" y="18707"/>
                  </a:lnTo>
                  <a:lnTo>
                    <a:pt x="6262611" y="18707"/>
                  </a:lnTo>
                  <a:lnTo>
                    <a:pt x="6262719" y="18707"/>
                  </a:lnTo>
                  <a:lnTo>
                    <a:pt x="6262828" y="18707"/>
                  </a:lnTo>
                  <a:lnTo>
                    <a:pt x="6262936" y="18707"/>
                  </a:lnTo>
                  <a:lnTo>
                    <a:pt x="6263045" y="18707"/>
                  </a:lnTo>
                  <a:lnTo>
                    <a:pt x="6263153" y="18707"/>
                  </a:lnTo>
                  <a:lnTo>
                    <a:pt x="6263262" y="18707"/>
                  </a:lnTo>
                  <a:lnTo>
                    <a:pt x="6263370" y="18707"/>
                  </a:lnTo>
                  <a:lnTo>
                    <a:pt x="6263479" y="18707"/>
                  </a:lnTo>
                  <a:lnTo>
                    <a:pt x="6263587" y="18707"/>
                  </a:lnTo>
                  <a:lnTo>
                    <a:pt x="6263695" y="18707"/>
                  </a:lnTo>
                  <a:lnTo>
                    <a:pt x="6263804" y="18707"/>
                  </a:lnTo>
                  <a:lnTo>
                    <a:pt x="6263912" y="18707"/>
                  </a:lnTo>
                  <a:lnTo>
                    <a:pt x="6264021" y="18707"/>
                  </a:lnTo>
                  <a:lnTo>
                    <a:pt x="6264129" y="18707"/>
                  </a:lnTo>
                  <a:lnTo>
                    <a:pt x="6264238" y="18707"/>
                  </a:lnTo>
                  <a:lnTo>
                    <a:pt x="6264346" y="18707"/>
                  </a:lnTo>
                  <a:lnTo>
                    <a:pt x="6264455" y="18707"/>
                  </a:lnTo>
                  <a:lnTo>
                    <a:pt x="6264563" y="18707"/>
                  </a:lnTo>
                  <a:lnTo>
                    <a:pt x="6264671" y="18707"/>
                  </a:lnTo>
                  <a:lnTo>
                    <a:pt x="6264780" y="18707"/>
                  </a:lnTo>
                  <a:lnTo>
                    <a:pt x="6264888" y="18707"/>
                  </a:lnTo>
                  <a:lnTo>
                    <a:pt x="6264997" y="18707"/>
                  </a:lnTo>
                  <a:lnTo>
                    <a:pt x="6265105" y="18707"/>
                  </a:lnTo>
                  <a:lnTo>
                    <a:pt x="6265214" y="18707"/>
                  </a:lnTo>
                  <a:lnTo>
                    <a:pt x="6265214" y="18083"/>
                  </a:lnTo>
                  <a:lnTo>
                    <a:pt x="6265322" y="18083"/>
                  </a:lnTo>
                  <a:lnTo>
                    <a:pt x="6265431" y="18083"/>
                  </a:lnTo>
                  <a:lnTo>
                    <a:pt x="6265539" y="18083"/>
                  </a:lnTo>
                  <a:lnTo>
                    <a:pt x="6265647" y="18083"/>
                  </a:lnTo>
                  <a:lnTo>
                    <a:pt x="6265756" y="18083"/>
                  </a:lnTo>
                  <a:lnTo>
                    <a:pt x="6265864" y="18083"/>
                  </a:lnTo>
                  <a:lnTo>
                    <a:pt x="6265973" y="18083"/>
                  </a:lnTo>
                  <a:lnTo>
                    <a:pt x="6266081" y="18083"/>
                  </a:lnTo>
                  <a:lnTo>
                    <a:pt x="6266190" y="18083"/>
                  </a:lnTo>
                  <a:lnTo>
                    <a:pt x="6266298" y="18083"/>
                  </a:lnTo>
                  <a:lnTo>
                    <a:pt x="6266407" y="18083"/>
                  </a:lnTo>
                  <a:lnTo>
                    <a:pt x="6266515" y="18083"/>
                  </a:lnTo>
                  <a:lnTo>
                    <a:pt x="6266623" y="18083"/>
                  </a:lnTo>
                  <a:lnTo>
                    <a:pt x="6266732" y="18083"/>
                  </a:lnTo>
                  <a:lnTo>
                    <a:pt x="6266840" y="18083"/>
                  </a:lnTo>
                  <a:lnTo>
                    <a:pt x="6266949" y="18083"/>
                  </a:lnTo>
                  <a:lnTo>
                    <a:pt x="6267057" y="18083"/>
                  </a:lnTo>
                  <a:lnTo>
                    <a:pt x="6267166" y="18083"/>
                  </a:lnTo>
                  <a:lnTo>
                    <a:pt x="6267274" y="18083"/>
                  </a:lnTo>
                  <a:lnTo>
                    <a:pt x="6267383" y="18083"/>
                  </a:lnTo>
                  <a:lnTo>
                    <a:pt x="6267491" y="18083"/>
                  </a:lnTo>
                  <a:lnTo>
                    <a:pt x="6267600" y="18083"/>
                  </a:lnTo>
                  <a:lnTo>
                    <a:pt x="6267708" y="18083"/>
                  </a:lnTo>
                  <a:lnTo>
                    <a:pt x="6267816" y="18083"/>
                  </a:lnTo>
                  <a:lnTo>
                    <a:pt x="6267816" y="17460"/>
                  </a:lnTo>
                  <a:lnTo>
                    <a:pt x="6267925" y="17460"/>
                  </a:lnTo>
                  <a:lnTo>
                    <a:pt x="6268033" y="17460"/>
                  </a:lnTo>
                  <a:lnTo>
                    <a:pt x="6268142" y="17460"/>
                  </a:lnTo>
                  <a:lnTo>
                    <a:pt x="6268250" y="17460"/>
                  </a:lnTo>
                  <a:lnTo>
                    <a:pt x="6268359" y="17460"/>
                  </a:lnTo>
                  <a:lnTo>
                    <a:pt x="6268467" y="17460"/>
                  </a:lnTo>
                  <a:lnTo>
                    <a:pt x="6268576" y="17460"/>
                  </a:lnTo>
                  <a:lnTo>
                    <a:pt x="6268684" y="17460"/>
                  </a:lnTo>
                  <a:lnTo>
                    <a:pt x="6268792" y="17460"/>
                  </a:lnTo>
                  <a:lnTo>
                    <a:pt x="6268901" y="17460"/>
                  </a:lnTo>
                  <a:lnTo>
                    <a:pt x="6268901" y="16836"/>
                  </a:lnTo>
                  <a:lnTo>
                    <a:pt x="6269009" y="16836"/>
                  </a:lnTo>
                  <a:lnTo>
                    <a:pt x="6269118" y="16836"/>
                  </a:lnTo>
                  <a:lnTo>
                    <a:pt x="6269226" y="16836"/>
                  </a:lnTo>
                  <a:lnTo>
                    <a:pt x="6269335" y="16836"/>
                  </a:lnTo>
                  <a:lnTo>
                    <a:pt x="6269443" y="16836"/>
                  </a:lnTo>
                  <a:lnTo>
                    <a:pt x="6269552" y="16836"/>
                  </a:lnTo>
                  <a:lnTo>
                    <a:pt x="6269660" y="16836"/>
                  </a:lnTo>
                  <a:lnTo>
                    <a:pt x="6269768" y="16836"/>
                  </a:lnTo>
                  <a:lnTo>
                    <a:pt x="6269877" y="16836"/>
                  </a:lnTo>
                  <a:lnTo>
                    <a:pt x="6269985" y="16836"/>
                  </a:lnTo>
                  <a:lnTo>
                    <a:pt x="6270094" y="16836"/>
                  </a:lnTo>
                  <a:lnTo>
                    <a:pt x="6270202" y="16836"/>
                  </a:lnTo>
                  <a:lnTo>
                    <a:pt x="6270311" y="16836"/>
                  </a:lnTo>
                  <a:lnTo>
                    <a:pt x="6270419" y="16836"/>
                  </a:lnTo>
                  <a:lnTo>
                    <a:pt x="6270528" y="16836"/>
                  </a:lnTo>
                  <a:lnTo>
                    <a:pt x="6270636" y="16836"/>
                  </a:lnTo>
                  <a:lnTo>
                    <a:pt x="6270744" y="16836"/>
                  </a:lnTo>
                  <a:lnTo>
                    <a:pt x="6270853" y="16836"/>
                  </a:lnTo>
                  <a:lnTo>
                    <a:pt x="6270961" y="16836"/>
                  </a:lnTo>
                  <a:lnTo>
                    <a:pt x="6271070" y="16836"/>
                  </a:lnTo>
                  <a:lnTo>
                    <a:pt x="6271178" y="16836"/>
                  </a:lnTo>
                  <a:lnTo>
                    <a:pt x="6271287" y="16836"/>
                  </a:lnTo>
                  <a:lnTo>
                    <a:pt x="6271395" y="16836"/>
                  </a:lnTo>
                  <a:lnTo>
                    <a:pt x="6271504" y="16836"/>
                  </a:lnTo>
                  <a:lnTo>
                    <a:pt x="6271612" y="16836"/>
                  </a:lnTo>
                  <a:lnTo>
                    <a:pt x="6271721" y="16836"/>
                  </a:lnTo>
                  <a:lnTo>
                    <a:pt x="6271829" y="16836"/>
                  </a:lnTo>
                  <a:lnTo>
                    <a:pt x="6271937" y="16836"/>
                  </a:lnTo>
                  <a:lnTo>
                    <a:pt x="6272046" y="16836"/>
                  </a:lnTo>
                  <a:lnTo>
                    <a:pt x="6272154" y="16836"/>
                  </a:lnTo>
                  <a:lnTo>
                    <a:pt x="6272263" y="16836"/>
                  </a:lnTo>
                  <a:lnTo>
                    <a:pt x="6272371" y="16836"/>
                  </a:lnTo>
                  <a:lnTo>
                    <a:pt x="6272480" y="16836"/>
                  </a:lnTo>
                  <a:lnTo>
                    <a:pt x="6272588" y="16836"/>
                  </a:lnTo>
                  <a:lnTo>
                    <a:pt x="6272697" y="16836"/>
                  </a:lnTo>
                  <a:lnTo>
                    <a:pt x="6272805" y="16836"/>
                  </a:lnTo>
                  <a:lnTo>
                    <a:pt x="6272913" y="16836"/>
                  </a:lnTo>
                  <a:lnTo>
                    <a:pt x="6273022" y="16836"/>
                  </a:lnTo>
                  <a:lnTo>
                    <a:pt x="6273130" y="16836"/>
                  </a:lnTo>
                  <a:lnTo>
                    <a:pt x="6273239" y="16836"/>
                  </a:lnTo>
                  <a:lnTo>
                    <a:pt x="6273347" y="16836"/>
                  </a:lnTo>
                  <a:lnTo>
                    <a:pt x="6273456" y="16836"/>
                  </a:lnTo>
                  <a:lnTo>
                    <a:pt x="6273564" y="16836"/>
                  </a:lnTo>
                  <a:lnTo>
                    <a:pt x="6273673" y="16836"/>
                  </a:lnTo>
                  <a:lnTo>
                    <a:pt x="6273781" y="16836"/>
                  </a:lnTo>
                  <a:lnTo>
                    <a:pt x="6273889" y="16836"/>
                  </a:lnTo>
                  <a:lnTo>
                    <a:pt x="6273998" y="16836"/>
                  </a:lnTo>
                  <a:lnTo>
                    <a:pt x="6274106" y="16836"/>
                  </a:lnTo>
                  <a:lnTo>
                    <a:pt x="6274215" y="16836"/>
                  </a:lnTo>
                  <a:lnTo>
                    <a:pt x="6274323" y="16836"/>
                  </a:lnTo>
                  <a:lnTo>
                    <a:pt x="6274432" y="16836"/>
                  </a:lnTo>
                  <a:lnTo>
                    <a:pt x="6274540" y="16836"/>
                  </a:lnTo>
                  <a:lnTo>
                    <a:pt x="6274649" y="16836"/>
                  </a:lnTo>
                  <a:lnTo>
                    <a:pt x="6274757" y="16836"/>
                  </a:lnTo>
                  <a:lnTo>
                    <a:pt x="6274865" y="16836"/>
                  </a:lnTo>
                  <a:lnTo>
                    <a:pt x="6274974" y="16836"/>
                  </a:lnTo>
                  <a:lnTo>
                    <a:pt x="6275082" y="16836"/>
                  </a:lnTo>
                  <a:lnTo>
                    <a:pt x="6275191" y="16836"/>
                  </a:lnTo>
                  <a:lnTo>
                    <a:pt x="6275299" y="16836"/>
                  </a:lnTo>
                  <a:lnTo>
                    <a:pt x="6275408" y="16836"/>
                  </a:lnTo>
                  <a:lnTo>
                    <a:pt x="6275516" y="16836"/>
                  </a:lnTo>
                  <a:lnTo>
                    <a:pt x="6275625" y="16836"/>
                  </a:lnTo>
                  <a:lnTo>
                    <a:pt x="6275733" y="16836"/>
                  </a:lnTo>
                  <a:lnTo>
                    <a:pt x="6275842" y="16836"/>
                  </a:lnTo>
                  <a:lnTo>
                    <a:pt x="6275950" y="16836"/>
                  </a:lnTo>
                  <a:lnTo>
                    <a:pt x="6276058" y="16836"/>
                  </a:lnTo>
                  <a:lnTo>
                    <a:pt x="6276167" y="16836"/>
                  </a:lnTo>
                  <a:lnTo>
                    <a:pt x="6276275" y="16836"/>
                  </a:lnTo>
                  <a:lnTo>
                    <a:pt x="6276384" y="16836"/>
                  </a:lnTo>
                  <a:lnTo>
                    <a:pt x="6276492" y="16836"/>
                  </a:lnTo>
                  <a:lnTo>
                    <a:pt x="6276492" y="16213"/>
                  </a:lnTo>
                  <a:lnTo>
                    <a:pt x="6276492" y="15589"/>
                  </a:lnTo>
                  <a:lnTo>
                    <a:pt x="6276601" y="15589"/>
                  </a:lnTo>
                  <a:lnTo>
                    <a:pt x="6276709" y="15589"/>
                  </a:lnTo>
                  <a:lnTo>
                    <a:pt x="6276818" y="15589"/>
                  </a:lnTo>
                  <a:lnTo>
                    <a:pt x="6276926" y="15589"/>
                  </a:lnTo>
                  <a:lnTo>
                    <a:pt x="6277034" y="15589"/>
                  </a:lnTo>
                  <a:lnTo>
                    <a:pt x="6277143" y="15589"/>
                  </a:lnTo>
                  <a:lnTo>
                    <a:pt x="6277251" y="15589"/>
                  </a:lnTo>
                  <a:lnTo>
                    <a:pt x="6277360" y="15589"/>
                  </a:lnTo>
                  <a:lnTo>
                    <a:pt x="6277468" y="15589"/>
                  </a:lnTo>
                  <a:lnTo>
                    <a:pt x="6277577" y="15589"/>
                  </a:lnTo>
                  <a:lnTo>
                    <a:pt x="6277577" y="14965"/>
                  </a:lnTo>
                  <a:lnTo>
                    <a:pt x="6277685" y="14965"/>
                  </a:lnTo>
                  <a:lnTo>
                    <a:pt x="6277794" y="14965"/>
                  </a:lnTo>
                  <a:lnTo>
                    <a:pt x="6277902" y="14965"/>
                  </a:lnTo>
                  <a:lnTo>
                    <a:pt x="6278010" y="14965"/>
                  </a:lnTo>
                  <a:lnTo>
                    <a:pt x="6278119" y="14965"/>
                  </a:lnTo>
                  <a:lnTo>
                    <a:pt x="6278227" y="14965"/>
                  </a:lnTo>
                  <a:lnTo>
                    <a:pt x="6278336" y="14965"/>
                  </a:lnTo>
                  <a:lnTo>
                    <a:pt x="6278444" y="14965"/>
                  </a:lnTo>
                  <a:lnTo>
                    <a:pt x="6278553" y="14965"/>
                  </a:lnTo>
                  <a:lnTo>
                    <a:pt x="6278661" y="14965"/>
                  </a:lnTo>
                  <a:lnTo>
                    <a:pt x="6278770" y="14965"/>
                  </a:lnTo>
                  <a:lnTo>
                    <a:pt x="6278878" y="14965"/>
                  </a:lnTo>
                  <a:lnTo>
                    <a:pt x="6278986" y="14965"/>
                  </a:lnTo>
                  <a:lnTo>
                    <a:pt x="6279095" y="14965"/>
                  </a:lnTo>
                  <a:lnTo>
                    <a:pt x="6279203" y="14965"/>
                  </a:lnTo>
                  <a:lnTo>
                    <a:pt x="6279312" y="14965"/>
                  </a:lnTo>
                  <a:lnTo>
                    <a:pt x="6279420" y="14965"/>
                  </a:lnTo>
                  <a:lnTo>
                    <a:pt x="6279529" y="14965"/>
                  </a:lnTo>
                  <a:lnTo>
                    <a:pt x="6279529" y="14342"/>
                  </a:lnTo>
                  <a:lnTo>
                    <a:pt x="6279637" y="14342"/>
                  </a:lnTo>
                  <a:lnTo>
                    <a:pt x="6279746" y="14342"/>
                  </a:lnTo>
                  <a:lnTo>
                    <a:pt x="6279854" y="14342"/>
                  </a:lnTo>
                  <a:lnTo>
                    <a:pt x="6279963" y="14342"/>
                  </a:lnTo>
                  <a:lnTo>
                    <a:pt x="6280071" y="14342"/>
                  </a:lnTo>
                  <a:lnTo>
                    <a:pt x="6280179" y="14342"/>
                  </a:lnTo>
                  <a:lnTo>
                    <a:pt x="6280288" y="14342"/>
                  </a:lnTo>
                  <a:lnTo>
                    <a:pt x="6280396" y="14342"/>
                  </a:lnTo>
                  <a:lnTo>
                    <a:pt x="6280505" y="14342"/>
                  </a:lnTo>
                  <a:lnTo>
                    <a:pt x="6280613" y="14342"/>
                  </a:lnTo>
                  <a:lnTo>
                    <a:pt x="6280722" y="14342"/>
                  </a:lnTo>
                  <a:lnTo>
                    <a:pt x="6280830" y="14342"/>
                  </a:lnTo>
                  <a:lnTo>
                    <a:pt x="6280939" y="14342"/>
                  </a:lnTo>
                  <a:lnTo>
                    <a:pt x="6281047" y="14342"/>
                  </a:lnTo>
                  <a:lnTo>
                    <a:pt x="6281155" y="14342"/>
                  </a:lnTo>
                  <a:lnTo>
                    <a:pt x="6281264" y="14342"/>
                  </a:lnTo>
                  <a:lnTo>
                    <a:pt x="6281372" y="14342"/>
                  </a:lnTo>
                  <a:lnTo>
                    <a:pt x="6281481" y="14342"/>
                  </a:lnTo>
                  <a:lnTo>
                    <a:pt x="6281589" y="14342"/>
                  </a:lnTo>
                  <a:lnTo>
                    <a:pt x="6281698" y="14342"/>
                  </a:lnTo>
                  <a:lnTo>
                    <a:pt x="6281806" y="14342"/>
                  </a:lnTo>
                  <a:lnTo>
                    <a:pt x="6281915" y="14342"/>
                  </a:lnTo>
                  <a:lnTo>
                    <a:pt x="6282023" y="14342"/>
                  </a:lnTo>
                  <a:lnTo>
                    <a:pt x="6282131" y="14342"/>
                  </a:lnTo>
                  <a:lnTo>
                    <a:pt x="6282240" y="14342"/>
                  </a:lnTo>
                  <a:lnTo>
                    <a:pt x="6282348" y="14342"/>
                  </a:lnTo>
                  <a:lnTo>
                    <a:pt x="6282457" y="14342"/>
                  </a:lnTo>
                  <a:lnTo>
                    <a:pt x="6282565" y="14342"/>
                  </a:lnTo>
                  <a:lnTo>
                    <a:pt x="6282674" y="14342"/>
                  </a:lnTo>
                  <a:lnTo>
                    <a:pt x="6282782" y="14342"/>
                  </a:lnTo>
                  <a:lnTo>
                    <a:pt x="6282891" y="14342"/>
                  </a:lnTo>
                  <a:lnTo>
                    <a:pt x="6282999" y="14342"/>
                  </a:lnTo>
                  <a:lnTo>
                    <a:pt x="6282999" y="13718"/>
                  </a:lnTo>
                  <a:lnTo>
                    <a:pt x="6283107" y="13718"/>
                  </a:lnTo>
                  <a:lnTo>
                    <a:pt x="6283216" y="13718"/>
                  </a:lnTo>
                  <a:lnTo>
                    <a:pt x="6283324" y="13718"/>
                  </a:lnTo>
                  <a:lnTo>
                    <a:pt x="6283433" y="13718"/>
                  </a:lnTo>
                  <a:lnTo>
                    <a:pt x="6283541" y="13718"/>
                  </a:lnTo>
                  <a:lnTo>
                    <a:pt x="6283650" y="13718"/>
                  </a:lnTo>
                  <a:lnTo>
                    <a:pt x="6283758" y="13718"/>
                  </a:lnTo>
                  <a:lnTo>
                    <a:pt x="6283867" y="13718"/>
                  </a:lnTo>
                  <a:lnTo>
                    <a:pt x="6283975" y="13718"/>
                  </a:lnTo>
                  <a:lnTo>
                    <a:pt x="6284084" y="13718"/>
                  </a:lnTo>
                  <a:lnTo>
                    <a:pt x="6284192" y="13718"/>
                  </a:lnTo>
                  <a:lnTo>
                    <a:pt x="6284300" y="13718"/>
                  </a:lnTo>
                  <a:lnTo>
                    <a:pt x="6284409" y="13718"/>
                  </a:lnTo>
                  <a:lnTo>
                    <a:pt x="6284517" y="13718"/>
                  </a:lnTo>
                  <a:lnTo>
                    <a:pt x="6284626" y="13718"/>
                  </a:lnTo>
                  <a:lnTo>
                    <a:pt x="6284734" y="13718"/>
                  </a:lnTo>
                  <a:lnTo>
                    <a:pt x="6284843" y="13718"/>
                  </a:lnTo>
                  <a:lnTo>
                    <a:pt x="6284951" y="13718"/>
                  </a:lnTo>
                  <a:lnTo>
                    <a:pt x="6285060" y="13718"/>
                  </a:lnTo>
                  <a:lnTo>
                    <a:pt x="6285168" y="13718"/>
                  </a:lnTo>
                  <a:lnTo>
                    <a:pt x="6285276" y="13718"/>
                  </a:lnTo>
                  <a:lnTo>
                    <a:pt x="6285385" y="13718"/>
                  </a:lnTo>
                  <a:lnTo>
                    <a:pt x="6285493" y="13718"/>
                  </a:lnTo>
                  <a:lnTo>
                    <a:pt x="6285602" y="13718"/>
                  </a:lnTo>
                  <a:lnTo>
                    <a:pt x="6285710" y="13718"/>
                  </a:lnTo>
                  <a:lnTo>
                    <a:pt x="6285819" y="13718"/>
                  </a:lnTo>
                  <a:lnTo>
                    <a:pt x="6285819" y="13095"/>
                  </a:lnTo>
                  <a:lnTo>
                    <a:pt x="6285927" y="13095"/>
                  </a:lnTo>
                  <a:lnTo>
                    <a:pt x="6286036" y="13095"/>
                  </a:lnTo>
                  <a:lnTo>
                    <a:pt x="6286144" y="13095"/>
                  </a:lnTo>
                  <a:lnTo>
                    <a:pt x="6286252" y="13095"/>
                  </a:lnTo>
                  <a:lnTo>
                    <a:pt x="6286361" y="13095"/>
                  </a:lnTo>
                  <a:lnTo>
                    <a:pt x="6286469" y="13095"/>
                  </a:lnTo>
                  <a:lnTo>
                    <a:pt x="6286578" y="13095"/>
                  </a:lnTo>
                  <a:lnTo>
                    <a:pt x="6286686" y="13095"/>
                  </a:lnTo>
                  <a:lnTo>
                    <a:pt x="6286795" y="13095"/>
                  </a:lnTo>
                  <a:lnTo>
                    <a:pt x="6286903" y="13095"/>
                  </a:lnTo>
                  <a:lnTo>
                    <a:pt x="6287012" y="13095"/>
                  </a:lnTo>
                  <a:lnTo>
                    <a:pt x="6287120" y="13095"/>
                  </a:lnTo>
                  <a:lnTo>
                    <a:pt x="6287228" y="13095"/>
                  </a:lnTo>
                  <a:lnTo>
                    <a:pt x="6287337" y="13095"/>
                  </a:lnTo>
                  <a:lnTo>
                    <a:pt x="6287445" y="13095"/>
                  </a:lnTo>
                  <a:lnTo>
                    <a:pt x="6287554" y="13095"/>
                  </a:lnTo>
                  <a:lnTo>
                    <a:pt x="6287662" y="13095"/>
                  </a:lnTo>
                  <a:lnTo>
                    <a:pt x="6287771" y="13095"/>
                  </a:lnTo>
                  <a:lnTo>
                    <a:pt x="6287879" y="13095"/>
                  </a:lnTo>
                  <a:lnTo>
                    <a:pt x="6287988" y="13095"/>
                  </a:lnTo>
                  <a:lnTo>
                    <a:pt x="6288096" y="13095"/>
                  </a:lnTo>
                  <a:lnTo>
                    <a:pt x="6288205" y="13095"/>
                  </a:lnTo>
                  <a:lnTo>
                    <a:pt x="6288313" y="13095"/>
                  </a:lnTo>
                  <a:lnTo>
                    <a:pt x="6288421" y="13095"/>
                  </a:lnTo>
                  <a:lnTo>
                    <a:pt x="6288530" y="13095"/>
                  </a:lnTo>
                  <a:lnTo>
                    <a:pt x="6288638" y="13095"/>
                  </a:lnTo>
                  <a:lnTo>
                    <a:pt x="6288747" y="13095"/>
                  </a:lnTo>
                  <a:lnTo>
                    <a:pt x="6288855" y="13095"/>
                  </a:lnTo>
                  <a:lnTo>
                    <a:pt x="6288964" y="13095"/>
                  </a:lnTo>
                  <a:lnTo>
                    <a:pt x="6289072" y="13095"/>
                  </a:lnTo>
                  <a:lnTo>
                    <a:pt x="6289181" y="13095"/>
                  </a:lnTo>
                  <a:lnTo>
                    <a:pt x="6289289" y="13095"/>
                  </a:lnTo>
                  <a:lnTo>
                    <a:pt x="6289397" y="13095"/>
                  </a:lnTo>
                  <a:lnTo>
                    <a:pt x="6289397" y="12471"/>
                  </a:lnTo>
                  <a:lnTo>
                    <a:pt x="6289506" y="12471"/>
                  </a:lnTo>
                  <a:lnTo>
                    <a:pt x="6289614" y="12471"/>
                  </a:lnTo>
                  <a:lnTo>
                    <a:pt x="6289723" y="12471"/>
                  </a:lnTo>
                  <a:lnTo>
                    <a:pt x="6289831" y="12471"/>
                  </a:lnTo>
                  <a:lnTo>
                    <a:pt x="6289940" y="12471"/>
                  </a:lnTo>
                  <a:lnTo>
                    <a:pt x="6290048" y="12471"/>
                  </a:lnTo>
                  <a:lnTo>
                    <a:pt x="6290157" y="12471"/>
                  </a:lnTo>
                  <a:lnTo>
                    <a:pt x="6290265" y="12471"/>
                  </a:lnTo>
                  <a:lnTo>
                    <a:pt x="6290373" y="12471"/>
                  </a:lnTo>
                  <a:lnTo>
                    <a:pt x="6290482" y="12471"/>
                  </a:lnTo>
                  <a:lnTo>
                    <a:pt x="6290590" y="12471"/>
                  </a:lnTo>
                  <a:lnTo>
                    <a:pt x="6290699" y="12471"/>
                  </a:lnTo>
                  <a:lnTo>
                    <a:pt x="6290807" y="12471"/>
                  </a:lnTo>
                  <a:lnTo>
                    <a:pt x="6290916" y="12471"/>
                  </a:lnTo>
                  <a:lnTo>
                    <a:pt x="6291024" y="12471"/>
                  </a:lnTo>
                  <a:lnTo>
                    <a:pt x="6291133" y="12471"/>
                  </a:lnTo>
                  <a:lnTo>
                    <a:pt x="6291241" y="12471"/>
                  </a:lnTo>
                  <a:lnTo>
                    <a:pt x="6291349" y="12471"/>
                  </a:lnTo>
                  <a:lnTo>
                    <a:pt x="6291458" y="12471"/>
                  </a:lnTo>
                  <a:lnTo>
                    <a:pt x="6291566" y="12471"/>
                  </a:lnTo>
                  <a:lnTo>
                    <a:pt x="6291675" y="12471"/>
                  </a:lnTo>
                  <a:lnTo>
                    <a:pt x="6291783" y="12471"/>
                  </a:lnTo>
                  <a:lnTo>
                    <a:pt x="6291892" y="12471"/>
                  </a:lnTo>
                  <a:lnTo>
                    <a:pt x="6292000" y="12471"/>
                  </a:lnTo>
                  <a:lnTo>
                    <a:pt x="6292109" y="12471"/>
                  </a:lnTo>
                  <a:lnTo>
                    <a:pt x="6292217" y="12471"/>
                  </a:lnTo>
                  <a:lnTo>
                    <a:pt x="6292325" y="12471"/>
                  </a:lnTo>
                  <a:lnTo>
                    <a:pt x="6292434" y="12471"/>
                  </a:lnTo>
                  <a:lnTo>
                    <a:pt x="6292542" y="12471"/>
                  </a:lnTo>
                  <a:lnTo>
                    <a:pt x="6292651" y="12471"/>
                  </a:lnTo>
                  <a:lnTo>
                    <a:pt x="6292759" y="12471"/>
                  </a:lnTo>
                  <a:lnTo>
                    <a:pt x="6292868" y="12471"/>
                  </a:lnTo>
                  <a:lnTo>
                    <a:pt x="6292976" y="12471"/>
                  </a:lnTo>
                  <a:lnTo>
                    <a:pt x="6293085" y="12471"/>
                  </a:lnTo>
                  <a:lnTo>
                    <a:pt x="6293193" y="12471"/>
                  </a:lnTo>
                  <a:lnTo>
                    <a:pt x="6293302" y="12471"/>
                  </a:lnTo>
                  <a:lnTo>
                    <a:pt x="6293410" y="12471"/>
                  </a:lnTo>
                  <a:lnTo>
                    <a:pt x="6293518" y="12471"/>
                  </a:lnTo>
                  <a:lnTo>
                    <a:pt x="6293627" y="12471"/>
                  </a:lnTo>
                  <a:lnTo>
                    <a:pt x="6293627" y="11848"/>
                  </a:lnTo>
                  <a:lnTo>
                    <a:pt x="6293735" y="11848"/>
                  </a:lnTo>
                  <a:lnTo>
                    <a:pt x="6293735" y="11224"/>
                  </a:lnTo>
                  <a:lnTo>
                    <a:pt x="6293844" y="11224"/>
                  </a:lnTo>
                  <a:lnTo>
                    <a:pt x="6293952" y="11224"/>
                  </a:lnTo>
                  <a:lnTo>
                    <a:pt x="6294061" y="11224"/>
                  </a:lnTo>
                  <a:lnTo>
                    <a:pt x="6294169" y="11224"/>
                  </a:lnTo>
                  <a:lnTo>
                    <a:pt x="6294278" y="11224"/>
                  </a:lnTo>
                  <a:lnTo>
                    <a:pt x="6294386" y="11224"/>
                  </a:lnTo>
                  <a:lnTo>
                    <a:pt x="6294494" y="11224"/>
                  </a:lnTo>
                  <a:lnTo>
                    <a:pt x="6294603" y="11224"/>
                  </a:lnTo>
                  <a:lnTo>
                    <a:pt x="6294711" y="11224"/>
                  </a:lnTo>
                  <a:lnTo>
                    <a:pt x="6294820" y="11224"/>
                  </a:lnTo>
                  <a:lnTo>
                    <a:pt x="6294928" y="11224"/>
                  </a:lnTo>
                  <a:lnTo>
                    <a:pt x="6295037" y="11224"/>
                  </a:lnTo>
                  <a:lnTo>
                    <a:pt x="6295145" y="11224"/>
                  </a:lnTo>
                  <a:lnTo>
                    <a:pt x="6295254" y="11224"/>
                  </a:lnTo>
                  <a:lnTo>
                    <a:pt x="6295362" y="11224"/>
                  </a:lnTo>
                  <a:lnTo>
                    <a:pt x="6295470" y="11224"/>
                  </a:lnTo>
                  <a:lnTo>
                    <a:pt x="6295579" y="11224"/>
                  </a:lnTo>
                  <a:lnTo>
                    <a:pt x="6295687" y="11224"/>
                  </a:lnTo>
                  <a:lnTo>
                    <a:pt x="6295796" y="11224"/>
                  </a:lnTo>
                  <a:lnTo>
                    <a:pt x="6295904" y="11224"/>
                  </a:lnTo>
                  <a:lnTo>
                    <a:pt x="6296013" y="11224"/>
                  </a:lnTo>
                  <a:lnTo>
                    <a:pt x="6296121" y="11224"/>
                  </a:lnTo>
                  <a:lnTo>
                    <a:pt x="6296230" y="11224"/>
                  </a:lnTo>
                  <a:lnTo>
                    <a:pt x="6296338" y="11224"/>
                  </a:lnTo>
                  <a:lnTo>
                    <a:pt x="6296446" y="11224"/>
                  </a:lnTo>
                  <a:lnTo>
                    <a:pt x="6296555" y="11224"/>
                  </a:lnTo>
                  <a:lnTo>
                    <a:pt x="6296663" y="11224"/>
                  </a:lnTo>
                  <a:lnTo>
                    <a:pt x="6296772" y="11224"/>
                  </a:lnTo>
                  <a:lnTo>
                    <a:pt x="6296880" y="11224"/>
                  </a:lnTo>
                  <a:lnTo>
                    <a:pt x="6296989" y="11224"/>
                  </a:lnTo>
                  <a:lnTo>
                    <a:pt x="6297097" y="11224"/>
                  </a:lnTo>
                  <a:lnTo>
                    <a:pt x="6297206" y="11224"/>
                  </a:lnTo>
                  <a:lnTo>
                    <a:pt x="6297314" y="11224"/>
                  </a:lnTo>
                  <a:lnTo>
                    <a:pt x="6297423" y="11224"/>
                  </a:lnTo>
                  <a:lnTo>
                    <a:pt x="6297531" y="11224"/>
                  </a:lnTo>
                  <a:lnTo>
                    <a:pt x="6297639" y="11224"/>
                  </a:lnTo>
                  <a:lnTo>
                    <a:pt x="6297748" y="11224"/>
                  </a:lnTo>
                  <a:lnTo>
                    <a:pt x="6297856" y="11224"/>
                  </a:lnTo>
                  <a:lnTo>
                    <a:pt x="6297965" y="11224"/>
                  </a:lnTo>
                  <a:lnTo>
                    <a:pt x="6298073" y="11224"/>
                  </a:lnTo>
                  <a:lnTo>
                    <a:pt x="6298182" y="11224"/>
                  </a:lnTo>
                  <a:lnTo>
                    <a:pt x="6298290" y="11224"/>
                  </a:lnTo>
                  <a:lnTo>
                    <a:pt x="6298399" y="11224"/>
                  </a:lnTo>
                  <a:lnTo>
                    <a:pt x="6298507" y="11224"/>
                  </a:lnTo>
                  <a:lnTo>
                    <a:pt x="6298615" y="11224"/>
                  </a:lnTo>
                  <a:lnTo>
                    <a:pt x="6298724" y="11224"/>
                  </a:lnTo>
                  <a:lnTo>
                    <a:pt x="6298832" y="11224"/>
                  </a:lnTo>
                  <a:lnTo>
                    <a:pt x="6298941" y="11224"/>
                  </a:lnTo>
                  <a:lnTo>
                    <a:pt x="6299049" y="11224"/>
                  </a:lnTo>
                  <a:lnTo>
                    <a:pt x="6299158" y="11224"/>
                  </a:lnTo>
                  <a:lnTo>
                    <a:pt x="6299266" y="11224"/>
                  </a:lnTo>
                  <a:lnTo>
                    <a:pt x="6299375" y="11224"/>
                  </a:lnTo>
                  <a:lnTo>
                    <a:pt x="6299483" y="11224"/>
                  </a:lnTo>
                  <a:lnTo>
                    <a:pt x="6299591" y="11224"/>
                  </a:lnTo>
                  <a:lnTo>
                    <a:pt x="6299700" y="11224"/>
                  </a:lnTo>
                  <a:lnTo>
                    <a:pt x="6299808" y="11224"/>
                  </a:lnTo>
                  <a:lnTo>
                    <a:pt x="6299917" y="11224"/>
                  </a:lnTo>
                  <a:lnTo>
                    <a:pt x="6300025" y="11224"/>
                  </a:lnTo>
                  <a:lnTo>
                    <a:pt x="6300134" y="11224"/>
                  </a:lnTo>
                  <a:lnTo>
                    <a:pt x="6300242" y="11224"/>
                  </a:lnTo>
                  <a:lnTo>
                    <a:pt x="6300351" y="11224"/>
                  </a:lnTo>
                  <a:lnTo>
                    <a:pt x="6300459" y="11224"/>
                  </a:lnTo>
                  <a:lnTo>
                    <a:pt x="6300567" y="11224"/>
                  </a:lnTo>
                  <a:lnTo>
                    <a:pt x="6300676" y="11224"/>
                  </a:lnTo>
                  <a:lnTo>
                    <a:pt x="6300784" y="11224"/>
                  </a:lnTo>
                  <a:lnTo>
                    <a:pt x="6300893" y="11224"/>
                  </a:lnTo>
                  <a:lnTo>
                    <a:pt x="6301001" y="11224"/>
                  </a:lnTo>
                  <a:lnTo>
                    <a:pt x="6301110" y="11224"/>
                  </a:lnTo>
                  <a:lnTo>
                    <a:pt x="6301218" y="11224"/>
                  </a:lnTo>
                  <a:lnTo>
                    <a:pt x="6301327" y="11224"/>
                  </a:lnTo>
                  <a:lnTo>
                    <a:pt x="6301435" y="11224"/>
                  </a:lnTo>
                  <a:lnTo>
                    <a:pt x="6301544" y="11224"/>
                  </a:lnTo>
                  <a:lnTo>
                    <a:pt x="6301652" y="11224"/>
                  </a:lnTo>
                  <a:lnTo>
                    <a:pt x="6301760" y="11224"/>
                  </a:lnTo>
                  <a:lnTo>
                    <a:pt x="6301869" y="11224"/>
                  </a:lnTo>
                  <a:lnTo>
                    <a:pt x="6301977" y="11224"/>
                  </a:lnTo>
                  <a:lnTo>
                    <a:pt x="6302086" y="11224"/>
                  </a:lnTo>
                  <a:lnTo>
                    <a:pt x="6302194" y="11224"/>
                  </a:lnTo>
                  <a:lnTo>
                    <a:pt x="6302303" y="11224"/>
                  </a:lnTo>
                  <a:lnTo>
                    <a:pt x="6302411" y="11224"/>
                  </a:lnTo>
                  <a:lnTo>
                    <a:pt x="6302520" y="11224"/>
                  </a:lnTo>
                  <a:lnTo>
                    <a:pt x="6302628" y="11224"/>
                  </a:lnTo>
                  <a:lnTo>
                    <a:pt x="6302736" y="11224"/>
                  </a:lnTo>
                  <a:lnTo>
                    <a:pt x="6302845" y="11224"/>
                  </a:lnTo>
                  <a:lnTo>
                    <a:pt x="6302953" y="11224"/>
                  </a:lnTo>
                  <a:lnTo>
                    <a:pt x="6303062" y="11224"/>
                  </a:lnTo>
                  <a:lnTo>
                    <a:pt x="6303170" y="11224"/>
                  </a:lnTo>
                  <a:lnTo>
                    <a:pt x="6303279" y="11224"/>
                  </a:lnTo>
                  <a:lnTo>
                    <a:pt x="6303279" y="10600"/>
                  </a:lnTo>
                  <a:lnTo>
                    <a:pt x="6303387" y="10600"/>
                  </a:lnTo>
                  <a:lnTo>
                    <a:pt x="6303496" y="10600"/>
                  </a:lnTo>
                  <a:lnTo>
                    <a:pt x="6303604" y="10600"/>
                  </a:lnTo>
                  <a:lnTo>
                    <a:pt x="6303712" y="10600"/>
                  </a:lnTo>
                  <a:lnTo>
                    <a:pt x="6303821" y="10600"/>
                  </a:lnTo>
                  <a:lnTo>
                    <a:pt x="6303929" y="10600"/>
                  </a:lnTo>
                  <a:lnTo>
                    <a:pt x="6304038" y="10600"/>
                  </a:lnTo>
                  <a:lnTo>
                    <a:pt x="6304146" y="10600"/>
                  </a:lnTo>
                  <a:lnTo>
                    <a:pt x="6304255" y="10600"/>
                  </a:lnTo>
                  <a:lnTo>
                    <a:pt x="6304363" y="10600"/>
                  </a:lnTo>
                  <a:lnTo>
                    <a:pt x="6304472" y="10600"/>
                  </a:lnTo>
                  <a:lnTo>
                    <a:pt x="6304580" y="10600"/>
                  </a:lnTo>
                  <a:lnTo>
                    <a:pt x="6304688" y="10600"/>
                  </a:lnTo>
                  <a:lnTo>
                    <a:pt x="6304797" y="10600"/>
                  </a:lnTo>
                  <a:lnTo>
                    <a:pt x="6304905" y="10600"/>
                  </a:lnTo>
                  <a:lnTo>
                    <a:pt x="6304905" y="9977"/>
                  </a:lnTo>
                  <a:lnTo>
                    <a:pt x="6305014" y="9977"/>
                  </a:lnTo>
                  <a:lnTo>
                    <a:pt x="6305122" y="9977"/>
                  </a:lnTo>
                  <a:lnTo>
                    <a:pt x="6305231" y="9977"/>
                  </a:lnTo>
                  <a:lnTo>
                    <a:pt x="6305339" y="9977"/>
                  </a:lnTo>
                  <a:lnTo>
                    <a:pt x="6305448" y="9977"/>
                  </a:lnTo>
                  <a:lnTo>
                    <a:pt x="6305556" y="9977"/>
                  </a:lnTo>
                  <a:lnTo>
                    <a:pt x="6305665" y="9977"/>
                  </a:lnTo>
                  <a:lnTo>
                    <a:pt x="6305773" y="9977"/>
                  </a:lnTo>
                  <a:lnTo>
                    <a:pt x="6305881" y="9977"/>
                  </a:lnTo>
                  <a:lnTo>
                    <a:pt x="6305990" y="9977"/>
                  </a:lnTo>
                  <a:lnTo>
                    <a:pt x="6306098" y="9977"/>
                  </a:lnTo>
                  <a:lnTo>
                    <a:pt x="6306207" y="9977"/>
                  </a:lnTo>
                  <a:lnTo>
                    <a:pt x="6306315" y="9977"/>
                  </a:lnTo>
                  <a:lnTo>
                    <a:pt x="6306424" y="9977"/>
                  </a:lnTo>
                  <a:lnTo>
                    <a:pt x="6306532" y="9977"/>
                  </a:lnTo>
                  <a:lnTo>
                    <a:pt x="6306641" y="9977"/>
                  </a:lnTo>
                  <a:lnTo>
                    <a:pt x="6306749" y="9977"/>
                  </a:lnTo>
                  <a:lnTo>
                    <a:pt x="6306857" y="9977"/>
                  </a:lnTo>
                  <a:lnTo>
                    <a:pt x="6306966" y="9977"/>
                  </a:lnTo>
                  <a:lnTo>
                    <a:pt x="6307074" y="9977"/>
                  </a:lnTo>
                  <a:lnTo>
                    <a:pt x="6307183" y="9977"/>
                  </a:lnTo>
                  <a:lnTo>
                    <a:pt x="6307291" y="9977"/>
                  </a:lnTo>
                  <a:lnTo>
                    <a:pt x="6307400" y="9977"/>
                  </a:lnTo>
                  <a:lnTo>
                    <a:pt x="6307508" y="9977"/>
                  </a:lnTo>
                  <a:lnTo>
                    <a:pt x="6307617" y="9977"/>
                  </a:lnTo>
                  <a:lnTo>
                    <a:pt x="6307725" y="9977"/>
                  </a:lnTo>
                  <a:lnTo>
                    <a:pt x="6307833" y="9977"/>
                  </a:lnTo>
                  <a:lnTo>
                    <a:pt x="6307942" y="9977"/>
                  </a:lnTo>
                  <a:lnTo>
                    <a:pt x="6308050" y="9977"/>
                  </a:lnTo>
                  <a:lnTo>
                    <a:pt x="6308159" y="9977"/>
                  </a:lnTo>
                  <a:lnTo>
                    <a:pt x="6308267" y="9977"/>
                  </a:lnTo>
                  <a:lnTo>
                    <a:pt x="6308376" y="9977"/>
                  </a:lnTo>
                  <a:lnTo>
                    <a:pt x="6308484" y="9977"/>
                  </a:lnTo>
                  <a:lnTo>
                    <a:pt x="6308593" y="9977"/>
                  </a:lnTo>
                  <a:lnTo>
                    <a:pt x="6308701" y="9977"/>
                  </a:lnTo>
                  <a:lnTo>
                    <a:pt x="6308809" y="9977"/>
                  </a:lnTo>
                  <a:lnTo>
                    <a:pt x="6308918" y="9977"/>
                  </a:lnTo>
                  <a:lnTo>
                    <a:pt x="6309026" y="9977"/>
                  </a:lnTo>
                  <a:lnTo>
                    <a:pt x="6309135" y="9977"/>
                  </a:lnTo>
                  <a:lnTo>
                    <a:pt x="6309243" y="9977"/>
                  </a:lnTo>
                  <a:lnTo>
                    <a:pt x="6309352" y="9977"/>
                  </a:lnTo>
                  <a:lnTo>
                    <a:pt x="6309460" y="9977"/>
                  </a:lnTo>
                  <a:lnTo>
                    <a:pt x="6309569" y="9977"/>
                  </a:lnTo>
                  <a:lnTo>
                    <a:pt x="6309677" y="9977"/>
                  </a:lnTo>
                  <a:lnTo>
                    <a:pt x="6309786" y="9977"/>
                  </a:lnTo>
                  <a:lnTo>
                    <a:pt x="6309894" y="9977"/>
                  </a:lnTo>
                  <a:lnTo>
                    <a:pt x="6310002" y="9977"/>
                  </a:lnTo>
                  <a:lnTo>
                    <a:pt x="6310111" y="9977"/>
                  </a:lnTo>
                  <a:lnTo>
                    <a:pt x="6310219" y="9977"/>
                  </a:lnTo>
                  <a:lnTo>
                    <a:pt x="6310328" y="9977"/>
                  </a:lnTo>
                  <a:lnTo>
                    <a:pt x="6310436" y="9977"/>
                  </a:lnTo>
                  <a:lnTo>
                    <a:pt x="6310545" y="9977"/>
                  </a:lnTo>
                  <a:lnTo>
                    <a:pt x="6310653" y="9977"/>
                  </a:lnTo>
                  <a:lnTo>
                    <a:pt x="6310762" y="9977"/>
                  </a:lnTo>
                  <a:lnTo>
                    <a:pt x="6310870" y="9977"/>
                  </a:lnTo>
                  <a:lnTo>
                    <a:pt x="6310978" y="9977"/>
                  </a:lnTo>
                  <a:lnTo>
                    <a:pt x="6311087" y="9977"/>
                  </a:lnTo>
                  <a:lnTo>
                    <a:pt x="6311195" y="9977"/>
                  </a:lnTo>
                  <a:lnTo>
                    <a:pt x="6311304" y="9977"/>
                  </a:lnTo>
                  <a:lnTo>
                    <a:pt x="6311412" y="9977"/>
                  </a:lnTo>
                  <a:lnTo>
                    <a:pt x="6311521" y="9977"/>
                  </a:lnTo>
                  <a:lnTo>
                    <a:pt x="6311629" y="9977"/>
                  </a:lnTo>
                  <a:lnTo>
                    <a:pt x="6311738" y="9977"/>
                  </a:lnTo>
                  <a:lnTo>
                    <a:pt x="6311846" y="9977"/>
                  </a:lnTo>
                  <a:lnTo>
                    <a:pt x="6311954" y="9977"/>
                  </a:lnTo>
                  <a:lnTo>
                    <a:pt x="6312063" y="9977"/>
                  </a:lnTo>
                  <a:lnTo>
                    <a:pt x="6312171" y="9977"/>
                  </a:lnTo>
                  <a:lnTo>
                    <a:pt x="6312280" y="9977"/>
                  </a:lnTo>
                  <a:lnTo>
                    <a:pt x="6312280" y="9353"/>
                  </a:lnTo>
                  <a:lnTo>
                    <a:pt x="6312388" y="9353"/>
                  </a:lnTo>
                  <a:lnTo>
                    <a:pt x="6312497" y="9353"/>
                  </a:lnTo>
                  <a:lnTo>
                    <a:pt x="6312605" y="9353"/>
                  </a:lnTo>
                  <a:lnTo>
                    <a:pt x="6312714" y="9353"/>
                  </a:lnTo>
                  <a:lnTo>
                    <a:pt x="6312822" y="9353"/>
                  </a:lnTo>
                  <a:lnTo>
                    <a:pt x="6312930" y="9353"/>
                  </a:lnTo>
                  <a:lnTo>
                    <a:pt x="6313039" y="9353"/>
                  </a:lnTo>
                  <a:lnTo>
                    <a:pt x="6313147" y="9353"/>
                  </a:lnTo>
                  <a:lnTo>
                    <a:pt x="6313256" y="9353"/>
                  </a:lnTo>
                  <a:lnTo>
                    <a:pt x="6313364" y="9353"/>
                  </a:lnTo>
                  <a:lnTo>
                    <a:pt x="6313473" y="9353"/>
                  </a:lnTo>
                  <a:lnTo>
                    <a:pt x="6313473" y="8730"/>
                  </a:lnTo>
                  <a:lnTo>
                    <a:pt x="6313581" y="8730"/>
                  </a:lnTo>
                  <a:lnTo>
                    <a:pt x="6313690" y="8730"/>
                  </a:lnTo>
                  <a:lnTo>
                    <a:pt x="6313798" y="8730"/>
                  </a:lnTo>
                  <a:lnTo>
                    <a:pt x="6313906" y="8730"/>
                  </a:lnTo>
                  <a:lnTo>
                    <a:pt x="6314015" y="8730"/>
                  </a:lnTo>
                  <a:lnTo>
                    <a:pt x="6314123" y="8730"/>
                  </a:lnTo>
                  <a:lnTo>
                    <a:pt x="6314232" y="8730"/>
                  </a:lnTo>
                  <a:lnTo>
                    <a:pt x="6314340" y="8730"/>
                  </a:lnTo>
                  <a:lnTo>
                    <a:pt x="6314449" y="8730"/>
                  </a:lnTo>
                  <a:lnTo>
                    <a:pt x="6314557" y="8730"/>
                  </a:lnTo>
                  <a:lnTo>
                    <a:pt x="6314557" y="8106"/>
                  </a:lnTo>
                  <a:lnTo>
                    <a:pt x="6314666" y="8106"/>
                  </a:lnTo>
                  <a:lnTo>
                    <a:pt x="6314774" y="8106"/>
                  </a:lnTo>
                  <a:lnTo>
                    <a:pt x="6314883" y="8106"/>
                  </a:lnTo>
                  <a:lnTo>
                    <a:pt x="6314991" y="8106"/>
                  </a:lnTo>
                  <a:lnTo>
                    <a:pt x="6315099" y="8106"/>
                  </a:lnTo>
                  <a:lnTo>
                    <a:pt x="6315208" y="8106"/>
                  </a:lnTo>
                  <a:lnTo>
                    <a:pt x="6315316" y="8106"/>
                  </a:lnTo>
                  <a:lnTo>
                    <a:pt x="6315425" y="8106"/>
                  </a:lnTo>
                  <a:lnTo>
                    <a:pt x="6315533" y="8106"/>
                  </a:lnTo>
                  <a:lnTo>
                    <a:pt x="6315642" y="8106"/>
                  </a:lnTo>
                  <a:lnTo>
                    <a:pt x="6315750" y="8106"/>
                  </a:lnTo>
                  <a:lnTo>
                    <a:pt x="6315859" y="8106"/>
                  </a:lnTo>
                  <a:lnTo>
                    <a:pt x="6315967" y="8106"/>
                  </a:lnTo>
                  <a:lnTo>
                    <a:pt x="6316075" y="8106"/>
                  </a:lnTo>
                  <a:lnTo>
                    <a:pt x="6316184" y="8106"/>
                  </a:lnTo>
                  <a:lnTo>
                    <a:pt x="6316292" y="8106"/>
                  </a:lnTo>
                  <a:lnTo>
                    <a:pt x="6316401" y="8106"/>
                  </a:lnTo>
                  <a:lnTo>
                    <a:pt x="6316509" y="8106"/>
                  </a:lnTo>
                  <a:lnTo>
                    <a:pt x="6316618" y="8106"/>
                  </a:lnTo>
                  <a:lnTo>
                    <a:pt x="6316726" y="8106"/>
                  </a:lnTo>
                  <a:lnTo>
                    <a:pt x="6316835" y="8106"/>
                  </a:lnTo>
                  <a:lnTo>
                    <a:pt x="6316943" y="8106"/>
                  </a:lnTo>
                  <a:lnTo>
                    <a:pt x="6317051" y="8106"/>
                  </a:lnTo>
                  <a:lnTo>
                    <a:pt x="6317160" y="8106"/>
                  </a:lnTo>
                  <a:lnTo>
                    <a:pt x="6317268" y="8106"/>
                  </a:lnTo>
                  <a:lnTo>
                    <a:pt x="6317377" y="8106"/>
                  </a:lnTo>
                  <a:lnTo>
                    <a:pt x="6317485" y="8106"/>
                  </a:lnTo>
                  <a:lnTo>
                    <a:pt x="6317594" y="8106"/>
                  </a:lnTo>
                  <a:lnTo>
                    <a:pt x="6317702" y="8106"/>
                  </a:lnTo>
                  <a:lnTo>
                    <a:pt x="6317811" y="8106"/>
                  </a:lnTo>
                  <a:lnTo>
                    <a:pt x="6317811" y="7482"/>
                  </a:lnTo>
                  <a:lnTo>
                    <a:pt x="6317919" y="7482"/>
                  </a:lnTo>
                  <a:lnTo>
                    <a:pt x="6318027" y="7482"/>
                  </a:lnTo>
                  <a:lnTo>
                    <a:pt x="6318136" y="7482"/>
                  </a:lnTo>
                  <a:lnTo>
                    <a:pt x="6318244" y="7482"/>
                  </a:lnTo>
                  <a:lnTo>
                    <a:pt x="6318353" y="7482"/>
                  </a:lnTo>
                  <a:lnTo>
                    <a:pt x="6318461" y="7482"/>
                  </a:lnTo>
                  <a:lnTo>
                    <a:pt x="6318570" y="7482"/>
                  </a:lnTo>
                  <a:lnTo>
                    <a:pt x="6318678" y="7482"/>
                  </a:lnTo>
                  <a:lnTo>
                    <a:pt x="6318787" y="7482"/>
                  </a:lnTo>
                  <a:lnTo>
                    <a:pt x="6318895" y="7482"/>
                  </a:lnTo>
                  <a:lnTo>
                    <a:pt x="6319004" y="7482"/>
                  </a:lnTo>
                  <a:lnTo>
                    <a:pt x="6319004" y="6859"/>
                  </a:lnTo>
                  <a:lnTo>
                    <a:pt x="6319112" y="6859"/>
                  </a:lnTo>
                  <a:lnTo>
                    <a:pt x="6319220" y="6859"/>
                  </a:lnTo>
                  <a:lnTo>
                    <a:pt x="6319329" y="6859"/>
                  </a:lnTo>
                  <a:lnTo>
                    <a:pt x="6319437" y="6859"/>
                  </a:lnTo>
                  <a:lnTo>
                    <a:pt x="6319546" y="6859"/>
                  </a:lnTo>
                  <a:lnTo>
                    <a:pt x="6319654" y="6859"/>
                  </a:lnTo>
                  <a:lnTo>
                    <a:pt x="6319763" y="6859"/>
                  </a:lnTo>
                  <a:lnTo>
                    <a:pt x="6319871" y="6859"/>
                  </a:lnTo>
                  <a:lnTo>
                    <a:pt x="6319980" y="6859"/>
                  </a:lnTo>
                  <a:lnTo>
                    <a:pt x="6320088" y="6859"/>
                  </a:lnTo>
                  <a:lnTo>
                    <a:pt x="6320196" y="6859"/>
                  </a:lnTo>
                  <a:lnTo>
                    <a:pt x="6320305" y="6859"/>
                  </a:lnTo>
                  <a:lnTo>
                    <a:pt x="6320413" y="6859"/>
                  </a:lnTo>
                  <a:lnTo>
                    <a:pt x="6320522" y="6859"/>
                  </a:lnTo>
                  <a:lnTo>
                    <a:pt x="6320630" y="6859"/>
                  </a:lnTo>
                  <a:lnTo>
                    <a:pt x="6320739" y="6859"/>
                  </a:lnTo>
                  <a:lnTo>
                    <a:pt x="6320847" y="6859"/>
                  </a:lnTo>
                  <a:lnTo>
                    <a:pt x="6320956" y="6859"/>
                  </a:lnTo>
                  <a:lnTo>
                    <a:pt x="6321064" y="6859"/>
                  </a:lnTo>
                  <a:lnTo>
                    <a:pt x="6321172" y="6859"/>
                  </a:lnTo>
                  <a:lnTo>
                    <a:pt x="6321281" y="6859"/>
                  </a:lnTo>
                  <a:lnTo>
                    <a:pt x="6321389" y="6859"/>
                  </a:lnTo>
                  <a:lnTo>
                    <a:pt x="6321498" y="6859"/>
                  </a:lnTo>
                  <a:lnTo>
                    <a:pt x="6321606" y="6859"/>
                  </a:lnTo>
                  <a:lnTo>
                    <a:pt x="6321715" y="6859"/>
                  </a:lnTo>
                  <a:lnTo>
                    <a:pt x="6321823" y="6859"/>
                  </a:lnTo>
                  <a:lnTo>
                    <a:pt x="6321932" y="6859"/>
                  </a:lnTo>
                  <a:lnTo>
                    <a:pt x="6322040" y="6859"/>
                  </a:lnTo>
                  <a:lnTo>
                    <a:pt x="6322148" y="6859"/>
                  </a:lnTo>
                  <a:lnTo>
                    <a:pt x="6322257" y="6859"/>
                  </a:lnTo>
                  <a:lnTo>
                    <a:pt x="6322365" y="6859"/>
                  </a:lnTo>
                  <a:lnTo>
                    <a:pt x="6322365" y="6235"/>
                  </a:lnTo>
                  <a:lnTo>
                    <a:pt x="6322474" y="6235"/>
                  </a:lnTo>
                  <a:lnTo>
                    <a:pt x="6322582" y="6235"/>
                  </a:lnTo>
                  <a:lnTo>
                    <a:pt x="6322691" y="6235"/>
                  </a:lnTo>
                  <a:lnTo>
                    <a:pt x="6322799" y="6235"/>
                  </a:lnTo>
                  <a:lnTo>
                    <a:pt x="6322799" y="5612"/>
                  </a:lnTo>
                  <a:lnTo>
                    <a:pt x="6322799" y="4988"/>
                  </a:lnTo>
                  <a:lnTo>
                    <a:pt x="6322908" y="4988"/>
                  </a:lnTo>
                  <a:lnTo>
                    <a:pt x="6323016" y="4988"/>
                  </a:lnTo>
                  <a:lnTo>
                    <a:pt x="6323125" y="4988"/>
                  </a:lnTo>
                  <a:lnTo>
                    <a:pt x="6323233" y="4988"/>
                  </a:lnTo>
                  <a:lnTo>
                    <a:pt x="6323341" y="4988"/>
                  </a:lnTo>
                  <a:lnTo>
                    <a:pt x="6323450" y="4988"/>
                  </a:lnTo>
                  <a:lnTo>
                    <a:pt x="6323558" y="4988"/>
                  </a:lnTo>
                  <a:lnTo>
                    <a:pt x="6323667" y="4988"/>
                  </a:lnTo>
                  <a:lnTo>
                    <a:pt x="6323775" y="4988"/>
                  </a:lnTo>
                  <a:lnTo>
                    <a:pt x="6323884" y="4988"/>
                  </a:lnTo>
                  <a:lnTo>
                    <a:pt x="6323992" y="4988"/>
                  </a:lnTo>
                  <a:lnTo>
                    <a:pt x="6324101" y="4988"/>
                  </a:lnTo>
                  <a:lnTo>
                    <a:pt x="6324209" y="4988"/>
                  </a:lnTo>
                  <a:lnTo>
                    <a:pt x="6324317" y="4988"/>
                  </a:lnTo>
                  <a:lnTo>
                    <a:pt x="6324426" y="4988"/>
                  </a:lnTo>
                  <a:lnTo>
                    <a:pt x="6324534" y="4988"/>
                  </a:lnTo>
                  <a:lnTo>
                    <a:pt x="6324643" y="4988"/>
                  </a:lnTo>
                  <a:lnTo>
                    <a:pt x="6324751" y="4988"/>
                  </a:lnTo>
                  <a:lnTo>
                    <a:pt x="6324860" y="4988"/>
                  </a:lnTo>
                  <a:lnTo>
                    <a:pt x="6324968" y="4988"/>
                  </a:lnTo>
                  <a:lnTo>
                    <a:pt x="6325077" y="4988"/>
                  </a:lnTo>
                  <a:lnTo>
                    <a:pt x="6325185" y="4988"/>
                  </a:lnTo>
                  <a:lnTo>
                    <a:pt x="6325293" y="4988"/>
                  </a:lnTo>
                  <a:lnTo>
                    <a:pt x="6325402" y="4988"/>
                  </a:lnTo>
                  <a:lnTo>
                    <a:pt x="6325510" y="4988"/>
                  </a:lnTo>
                  <a:lnTo>
                    <a:pt x="6325619" y="4988"/>
                  </a:lnTo>
                  <a:lnTo>
                    <a:pt x="6325727" y="4988"/>
                  </a:lnTo>
                  <a:lnTo>
                    <a:pt x="6325836" y="4988"/>
                  </a:lnTo>
                  <a:lnTo>
                    <a:pt x="6325944" y="4988"/>
                  </a:lnTo>
                  <a:lnTo>
                    <a:pt x="6326053" y="4988"/>
                  </a:lnTo>
                  <a:lnTo>
                    <a:pt x="6326161" y="4988"/>
                  </a:lnTo>
                  <a:lnTo>
                    <a:pt x="6326269" y="4988"/>
                  </a:lnTo>
                  <a:lnTo>
                    <a:pt x="6326378" y="4988"/>
                  </a:lnTo>
                  <a:lnTo>
                    <a:pt x="6326486" y="4988"/>
                  </a:lnTo>
                  <a:lnTo>
                    <a:pt x="6326595" y="4988"/>
                  </a:lnTo>
                  <a:lnTo>
                    <a:pt x="6326703" y="4988"/>
                  </a:lnTo>
                  <a:lnTo>
                    <a:pt x="6326812" y="4988"/>
                  </a:lnTo>
                  <a:lnTo>
                    <a:pt x="6326920" y="4988"/>
                  </a:lnTo>
                  <a:lnTo>
                    <a:pt x="6327029" y="4988"/>
                  </a:lnTo>
                  <a:lnTo>
                    <a:pt x="6327137" y="4988"/>
                  </a:lnTo>
                  <a:lnTo>
                    <a:pt x="6327246" y="4988"/>
                  </a:lnTo>
                  <a:lnTo>
                    <a:pt x="6327354" y="4988"/>
                  </a:lnTo>
                  <a:lnTo>
                    <a:pt x="6327462" y="4988"/>
                  </a:lnTo>
                  <a:lnTo>
                    <a:pt x="6327571" y="4988"/>
                  </a:lnTo>
                  <a:lnTo>
                    <a:pt x="6327679" y="4988"/>
                  </a:lnTo>
                  <a:lnTo>
                    <a:pt x="6327788" y="4988"/>
                  </a:lnTo>
                  <a:lnTo>
                    <a:pt x="6327896" y="4988"/>
                  </a:lnTo>
                  <a:lnTo>
                    <a:pt x="6328005" y="4988"/>
                  </a:lnTo>
                  <a:lnTo>
                    <a:pt x="6328113" y="4988"/>
                  </a:lnTo>
                  <a:lnTo>
                    <a:pt x="6328222" y="4988"/>
                  </a:lnTo>
                  <a:lnTo>
                    <a:pt x="6328330" y="4988"/>
                  </a:lnTo>
                  <a:lnTo>
                    <a:pt x="6328330" y="4365"/>
                  </a:lnTo>
                  <a:lnTo>
                    <a:pt x="6328438" y="4365"/>
                  </a:lnTo>
                  <a:lnTo>
                    <a:pt x="6328547" y="4365"/>
                  </a:lnTo>
                  <a:lnTo>
                    <a:pt x="6328547" y="3741"/>
                  </a:lnTo>
                  <a:lnTo>
                    <a:pt x="6328655" y="3741"/>
                  </a:lnTo>
                  <a:lnTo>
                    <a:pt x="6328764" y="3741"/>
                  </a:lnTo>
                  <a:lnTo>
                    <a:pt x="6328872" y="3741"/>
                  </a:lnTo>
                  <a:lnTo>
                    <a:pt x="6328981" y="3741"/>
                  </a:lnTo>
                  <a:lnTo>
                    <a:pt x="6329089" y="3741"/>
                  </a:lnTo>
                  <a:lnTo>
                    <a:pt x="6329089" y="3117"/>
                  </a:lnTo>
                  <a:lnTo>
                    <a:pt x="6329198" y="3117"/>
                  </a:lnTo>
                  <a:lnTo>
                    <a:pt x="6329306" y="3117"/>
                  </a:lnTo>
                  <a:lnTo>
                    <a:pt x="6329414" y="3117"/>
                  </a:lnTo>
                  <a:lnTo>
                    <a:pt x="6329523" y="3117"/>
                  </a:lnTo>
                  <a:lnTo>
                    <a:pt x="6329631" y="3117"/>
                  </a:lnTo>
                  <a:lnTo>
                    <a:pt x="6329740" y="3117"/>
                  </a:lnTo>
                  <a:lnTo>
                    <a:pt x="6329848" y="3117"/>
                  </a:lnTo>
                  <a:lnTo>
                    <a:pt x="6329957" y="3117"/>
                  </a:lnTo>
                  <a:lnTo>
                    <a:pt x="6330065" y="3117"/>
                  </a:lnTo>
                  <a:lnTo>
                    <a:pt x="6330174" y="3117"/>
                  </a:lnTo>
                  <a:lnTo>
                    <a:pt x="6330282" y="3117"/>
                  </a:lnTo>
                  <a:lnTo>
                    <a:pt x="6330390" y="3117"/>
                  </a:lnTo>
                  <a:lnTo>
                    <a:pt x="6330499" y="3117"/>
                  </a:lnTo>
                  <a:lnTo>
                    <a:pt x="6330607" y="3117"/>
                  </a:lnTo>
                  <a:lnTo>
                    <a:pt x="6330716" y="3117"/>
                  </a:lnTo>
                  <a:lnTo>
                    <a:pt x="6330824" y="3117"/>
                  </a:lnTo>
                  <a:lnTo>
                    <a:pt x="6330933" y="3117"/>
                  </a:lnTo>
                  <a:lnTo>
                    <a:pt x="6331041" y="3117"/>
                  </a:lnTo>
                  <a:lnTo>
                    <a:pt x="6331150" y="3117"/>
                  </a:lnTo>
                  <a:lnTo>
                    <a:pt x="6331258" y="3117"/>
                  </a:lnTo>
                  <a:lnTo>
                    <a:pt x="6331367" y="3117"/>
                  </a:lnTo>
                  <a:lnTo>
                    <a:pt x="6331475" y="3117"/>
                  </a:lnTo>
                  <a:lnTo>
                    <a:pt x="6331583" y="3117"/>
                  </a:lnTo>
                  <a:lnTo>
                    <a:pt x="6331692" y="3117"/>
                  </a:lnTo>
                  <a:lnTo>
                    <a:pt x="6331800" y="3117"/>
                  </a:lnTo>
                  <a:lnTo>
                    <a:pt x="6331909" y="3117"/>
                  </a:lnTo>
                  <a:lnTo>
                    <a:pt x="6332017" y="3117"/>
                  </a:lnTo>
                  <a:lnTo>
                    <a:pt x="6332126" y="3117"/>
                  </a:lnTo>
                  <a:lnTo>
                    <a:pt x="6332234" y="3117"/>
                  </a:lnTo>
                  <a:lnTo>
                    <a:pt x="6332343" y="3117"/>
                  </a:lnTo>
                  <a:lnTo>
                    <a:pt x="6332451" y="3117"/>
                  </a:lnTo>
                  <a:lnTo>
                    <a:pt x="6332559" y="3117"/>
                  </a:lnTo>
                  <a:lnTo>
                    <a:pt x="6332668" y="3117"/>
                  </a:lnTo>
                  <a:lnTo>
                    <a:pt x="6332776" y="3117"/>
                  </a:lnTo>
                  <a:lnTo>
                    <a:pt x="6332776" y="2494"/>
                  </a:lnTo>
                  <a:lnTo>
                    <a:pt x="6332885" y="2494"/>
                  </a:lnTo>
                  <a:lnTo>
                    <a:pt x="6332993" y="2494"/>
                  </a:lnTo>
                  <a:lnTo>
                    <a:pt x="6333102" y="2494"/>
                  </a:lnTo>
                  <a:lnTo>
                    <a:pt x="6333210" y="2494"/>
                  </a:lnTo>
                  <a:lnTo>
                    <a:pt x="6333319" y="2494"/>
                  </a:lnTo>
                  <a:lnTo>
                    <a:pt x="6333427" y="2494"/>
                  </a:lnTo>
                  <a:lnTo>
                    <a:pt x="6333535" y="2494"/>
                  </a:lnTo>
                  <a:lnTo>
                    <a:pt x="6333644" y="2494"/>
                  </a:lnTo>
                  <a:lnTo>
                    <a:pt x="6333752" y="2494"/>
                  </a:lnTo>
                  <a:lnTo>
                    <a:pt x="6333861" y="2494"/>
                  </a:lnTo>
                  <a:lnTo>
                    <a:pt x="6333969" y="2494"/>
                  </a:lnTo>
                  <a:lnTo>
                    <a:pt x="6334078" y="2494"/>
                  </a:lnTo>
                  <a:lnTo>
                    <a:pt x="6334186" y="2494"/>
                  </a:lnTo>
                  <a:lnTo>
                    <a:pt x="6334295" y="2494"/>
                  </a:lnTo>
                  <a:lnTo>
                    <a:pt x="6334403" y="2494"/>
                  </a:lnTo>
                  <a:lnTo>
                    <a:pt x="6334511" y="2494"/>
                  </a:lnTo>
                  <a:lnTo>
                    <a:pt x="6334620" y="2494"/>
                  </a:lnTo>
                  <a:lnTo>
                    <a:pt x="6334728" y="2494"/>
                  </a:lnTo>
                  <a:lnTo>
                    <a:pt x="6334728" y="1870"/>
                  </a:lnTo>
                  <a:lnTo>
                    <a:pt x="6334837" y="1870"/>
                  </a:lnTo>
                  <a:lnTo>
                    <a:pt x="6334945" y="1870"/>
                  </a:lnTo>
                  <a:lnTo>
                    <a:pt x="6335054" y="1870"/>
                  </a:lnTo>
                  <a:lnTo>
                    <a:pt x="6335162" y="1870"/>
                  </a:lnTo>
                  <a:lnTo>
                    <a:pt x="6335271" y="1870"/>
                  </a:lnTo>
                  <a:lnTo>
                    <a:pt x="6335379" y="1870"/>
                  </a:lnTo>
                  <a:lnTo>
                    <a:pt x="6335487" y="1870"/>
                  </a:lnTo>
                  <a:lnTo>
                    <a:pt x="6335596" y="1870"/>
                  </a:lnTo>
                  <a:lnTo>
                    <a:pt x="6335704" y="1870"/>
                  </a:lnTo>
                  <a:lnTo>
                    <a:pt x="6335813" y="1870"/>
                  </a:lnTo>
                  <a:lnTo>
                    <a:pt x="6335921" y="1870"/>
                  </a:lnTo>
                  <a:lnTo>
                    <a:pt x="6335921" y="1247"/>
                  </a:lnTo>
                  <a:lnTo>
                    <a:pt x="6336030" y="1247"/>
                  </a:lnTo>
                  <a:lnTo>
                    <a:pt x="6336138" y="1247"/>
                  </a:lnTo>
                  <a:lnTo>
                    <a:pt x="6336247" y="1247"/>
                  </a:lnTo>
                  <a:lnTo>
                    <a:pt x="6336247" y="623"/>
                  </a:lnTo>
                  <a:lnTo>
                    <a:pt x="6336355" y="623"/>
                  </a:lnTo>
                  <a:lnTo>
                    <a:pt x="6336464" y="623"/>
                  </a:lnTo>
                  <a:lnTo>
                    <a:pt x="6336572" y="623"/>
                  </a:lnTo>
                  <a:lnTo>
                    <a:pt x="6336680" y="623"/>
                  </a:lnTo>
                  <a:lnTo>
                    <a:pt x="6336789" y="623"/>
                  </a:lnTo>
                  <a:lnTo>
                    <a:pt x="6336897" y="623"/>
                  </a:lnTo>
                  <a:lnTo>
                    <a:pt x="6337006" y="623"/>
                  </a:lnTo>
                  <a:lnTo>
                    <a:pt x="6337114" y="623"/>
                  </a:lnTo>
                  <a:lnTo>
                    <a:pt x="6337223" y="623"/>
                  </a:lnTo>
                  <a:lnTo>
                    <a:pt x="6337331" y="623"/>
                  </a:lnTo>
                  <a:lnTo>
                    <a:pt x="6337440" y="623"/>
                  </a:lnTo>
                  <a:lnTo>
                    <a:pt x="6337548" y="623"/>
                  </a:lnTo>
                  <a:lnTo>
                    <a:pt x="6337656" y="623"/>
                  </a:lnTo>
                  <a:lnTo>
                    <a:pt x="6337765" y="623"/>
                  </a:lnTo>
                  <a:lnTo>
                    <a:pt x="6337873" y="623"/>
                  </a:lnTo>
                  <a:lnTo>
                    <a:pt x="6337982" y="623"/>
                  </a:lnTo>
                  <a:lnTo>
                    <a:pt x="6338090" y="623"/>
                  </a:lnTo>
                  <a:lnTo>
                    <a:pt x="6338199" y="623"/>
                  </a:lnTo>
                  <a:lnTo>
                    <a:pt x="6338307" y="623"/>
                  </a:lnTo>
                  <a:lnTo>
                    <a:pt x="6338416" y="623"/>
                  </a:lnTo>
                  <a:lnTo>
                    <a:pt x="6338524" y="623"/>
                  </a:lnTo>
                  <a:lnTo>
                    <a:pt x="6338632" y="623"/>
                  </a:lnTo>
                  <a:lnTo>
                    <a:pt x="6338741" y="623"/>
                  </a:lnTo>
                  <a:lnTo>
                    <a:pt x="6338741" y="0"/>
                  </a:lnTo>
                  <a:lnTo>
                    <a:pt x="6338741" y="0"/>
                  </a:lnTo>
                  <a:lnTo>
                    <a:pt x="6338849" y="0"/>
                  </a:lnTo>
                  <a:lnTo>
                    <a:pt x="6338958" y="0"/>
                  </a:lnTo>
                  <a:lnTo>
                    <a:pt x="6339066" y="0"/>
                  </a:lnTo>
                  <a:lnTo>
                    <a:pt x="6339175" y="0"/>
                  </a:lnTo>
                  <a:lnTo>
                    <a:pt x="6339283" y="0"/>
                  </a:lnTo>
                  <a:lnTo>
                    <a:pt x="6339392" y="0"/>
                  </a:lnTo>
                  <a:lnTo>
                    <a:pt x="6339500" y="0"/>
                  </a:lnTo>
                  <a:lnTo>
                    <a:pt x="6339608" y="0"/>
                  </a:lnTo>
                  <a:lnTo>
                    <a:pt x="6339717" y="0"/>
                  </a:lnTo>
                  <a:lnTo>
                    <a:pt x="6339825" y="0"/>
                  </a:lnTo>
                  <a:lnTo>
                    <a:pt x="6339934" y="0"/>
                  </a:lnTo>
                  <a:lnTo>
                    <a:pt x="6340042" y="0"/>
                  </a:lnTo>
                  <a:lnTo>
                    <a:pt x="6340151" y="0"/>
                  </a:lnTo>
                  <a:lnTo>
                    <a:pt x="6340259" y="0"/>
                  </a:lnTo>
                  <a:lnTo>
                    <a:pt x="6340368" y="0"/>
                  </a:lnTo>
                  <a:lnTo>
                    <a:pt x="6340476" y="0"/>
                  </a:lnTo>
                  <a:lnTo>
                    <a:pt x="6340585" y="0"/>
                  </a:lnTo>
                  <a:lnTo>
                    <a:pt x="6340585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652822" y="641017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1652822" y="69589"/>
              <a:ext cx="6340585" cy="6340585"/>
            </a:xfrm>
            <a:prstGeom prst="rect">
              <a:avLst/>
            </a:prstGeom>
            <a:ln w="1626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1341475" y="6363128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0.00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341475" y="4777981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1341475" y="3192835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0.50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341475" y="1607689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0.75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341475" y="22543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1.00</a:t>
              </a:r>
            </a:p>
          </p:txBody>
        </p:sp>
        <p:sp>
          <p:nvSpPr>
            <p:cNvPr id="35" name="pl35"/>
            <p:cNvSpPr/>
            <p:nvPr/>
          </p:nvSpPr>
          <p:spPr>
            <a:xfrm>
              <a:off x="1618027" y="641017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618027" y="482502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618027" y="323988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618027" y="165473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618027" y="6958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1652822" y="64101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3237968" y="64101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4823114" y="64101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6408261" y="64101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7993407" y="64101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1528463" y="6472804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113610" y="6472804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0.25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98756" y="6472804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83902" y="6472804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0.75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869048" y="6472804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1.00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4334459" y="6632322"/>
              <a:ext cx="977310" cy="1176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1 - specificity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829181" y="3181039"/>
              <a:ext cx="760506" cy="1176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Sensitivity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5694299" y="4633556"/>
              <a:ext cx="2061981" cy="101700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763888" y="470314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5785834" y="481287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763888" y="4922601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785834" y="5032329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5763888" y="5142057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5785834" y="525178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5763888" y="5361513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5785834" y="5471241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tx61"/>
            <p:cNvSpPr/>
            <p:nvPr/>
          </p:nvSpPr>
          <p:spPr>
            <a:xfrm>
              <a:off x="6052933" y="4762398"/>
              <a:ext cx="1235720" cy="1009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TyG (AUC = 0.637)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6052933" y="4981854"/>
              <a:ext cx="1633758" cy="1009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TyG-ABSI (AUC = 0.686)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6052933" y="5201310"/>
              <a:ext cx="1206825" cy="1009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AIP (AUC = 0.591)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6052933" y="5420766"/>
              <a:ext cx="1576517" cy="1009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METS-IR (AUC = 0.630)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081003" y="0"/>
              <a:ext cx="6981992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1652822" y="69589"/>
              <a:ext cx="6340585" cy="634058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652822" y="5617600"/>
              <a:ext cx="6340585" cy="0"/>
            </a:xfrm>
            <a:custGeom>
              <a:avLst/>
              <a:pathLst>
                <a:path w="6340585" h="0">
                  <a:moveTo>
                    <a:pt x="0" y="0"/>
                  </a:moveTo>
                  <a:lnTo>
                    <a:pt x="6340585" y="0"/>
                  </a:lnTo>
                  <a:lnTo>
                    <a:pt x="6340585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652822" y="4032454"/>
              <a:ext cx="6340585" cy="0"/>
            </a:xfrm>
            <a:custGeom>
              <a:avLst/>
              <a:pathLst>
                <a:path w="6340585" h="0">
                  <a:moveTo>
                    <a:pt x="0" y="0"/>
                  </a:moveTo>
                  <a:lnTo>
                    <a:pt x="6340585" y="0"/>
                  </a:lnTo>
                  <a:lnTo>
                    <a:pt x="6340585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2822" y="2447308"/>
              <a:ext cx="6340585" cy="0"/>
            </a:xfrm>
            <a:custGeom>
              <a:avLst/>
              <a:pathLst>
                <a:path w="6340585" h="0">
                  <a:moveTo>
                    <a:pt x="0" y="0"/>
                  </a:moveTo>
                  <a:lnTo>
                    <a:pt x="6340585" y="0"/>
                  </a:lnTo>
                  <a:lnTo>
                    <a:pt x="6340585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52822" y="862162"/>
              <a:ext cx="6340585" cy="0"/>
            </a:xfrm>
            <a:custGeom>
              <a:avLst/>
              <a:pathLst>
                <a:path w="6340585" h="0">
                  <a:moveTo>
                    <a:pt x="0" y="0"/>
                  </a:moveTo>
                  <a:lnTo>
                    <a:pt x="6340585" y="0"/>
                  </a:lnTo>
                  <a:lnTo>
                    <a:pt x="6340585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445395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30541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615687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200834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652822" y="6410174"/>
              <a:ext cx="6340585" cy="0"/>
            </a:xfrm>
            <a:custGeom>
              <a:avLst/>
              <a:pathLst>
                <a:path w="6340585" h="0">
                  <a:moveTo>
                    <a:pt x="0" y="0"/>
                  </a:moveTo>
                  <a:lnTo>
                    <a:pt x="6340585" y="0"/>
                  </a:lnTo>
                  <a:lnTo>
                    <a:pt x="6340585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652822" y="4825027"/>
              <a:ext cx="6340585" cy="0"/>
            </a:xfrm>
            <a:custGeom>
              <a:avLst/>
              <a:pathLst>
                <a:path w="6340585" h="0">
                  <a:moveTo>
                    <a:pt x="0" y="0"/>
                  </a:moveTo>
                  <a:lnTo>
                    <a:pt x="6340585" y="0"/>
                  </a:lnTo>
                  <a:lnTo>
                    <a:pt x="6340585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52822" y="3239881"/>
              <a:ext cx="6340585" cy="0"/>
            </a:xfrm>
            <a:custGeom>
              <a:avLst/>
              <a:pathLst>
                <a:path w="6340585" h="0">
                  <a:moveTo>
                    <a:pt x="0" y="0"/>
                  </a:moveTo>
                  <a:lnTo>
                    <a:pt x="6340585" y="0"/>
                  </a:lnTo>
                  <a:lnTo>
                    <a:pt x="6340585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52822" y="1654735"/>
              <a:ext cx="6340585" cy="0"/>
            </a:xfrm>
            <a:custGeom>
              <a:avLst/>
              <a:pathLst>
                <a:path w="6340585" h="0">
                  <a:moveTo>
                    <a:pt x="0" y="0"/>
                  </a:moveTo>
                  <a:lnTo>
                    <a:pt x="6340585" y="0"/>
                  </a:lnTo>
                  <a:lnTo>
                    <a:pt x="6340585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652822" y="69589"/>
              <a:ext cx="6340585" cy="0"/>
            </a:xfrm>
            <a:custGeom>
              <a:avLst/>
              <a:pathLst>
                <a:path w="6340585" h="0">
                  <a:moveTo>
                    <a:pt x="0" y="0"/>
                  </a:moveTo>
                  <a:lnTo>
                    <a:pt x="6340585" y="0"/>
                  </a:lnTo>
                  <a:lnTo>
                    <a:pt x="6340585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652822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237968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823114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408261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993407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652822" y="69589"/>
              <a:ext cx="6340585" cy="6340585"/>
            </a:xfrm>
            <a:custGeom>
              <a:avLst/>
              <a:pathLst>
                <a:path w="6340585" h="6340585">
                  <a:moveTo>
                    <a:pt x="0" y="6340585"/>
                  </a:moveTo>
                  <a:lnTo>
                    <a:pt x="94" y="6340585"/>
                  </a:lnTo>
                  <a:lnTo>
                    <a:pt x="188" y="6340585"/>
                  </a:lnTo>
                  <a:lnTo>
                    <a:pt x="282" y="6340585"/>
                  </a:lnTo>
                  <a:lnTo>
                    <a:pt x="376" y="6340585"/>
                  </a:lnTo>
                  <a:lnTo>
                    <a:pt x="470" y="6340585"/>
                  </a:lnTo>
                  <a:lnTo>
                    <a:pt x="564" y="6340585"/>
                  </a:lnTo>
                  <a:lnTo>
                    <a:pt x="659" y="6340585"/>
                  </a:lnTo>
                  <a:lnTo>
                    <a:pt x="753" y="6340585"/>
                  </a:lnTo>
                  <a:lnTo>
                    <a:pt x="847" y="6340585"/>
                  </a:lnTo>
                  <a:lnTo>
                    <a:pt x="941" y="6340585"/>
                  </a:lnTo>
                  <a:lnTo>
                    <a:pt x="1035" y="6340585"/>
                  </a:lnTo>
                  <a:lnTo>
                    <a:pt x="1129" y="6340585"/>
                  </a:lnTo>
                  <a:lnTo>
                    <a:pt x="1223" y="6340585"/>
                  </a:lnTo>
                  <a:lnTo>
                    <a:pt x="1318" y="6340585"/>
                  </a:lnTo>
                  <a:lnTo>
                    <a:pt x="1412" y="6340585"/>
                  </a:lnTo>
                  <a:lnTo>
                    <a:pt x="1506" y="6340585"/>
                  </a:lnTo>
                  <a:lnTo>
                    <a:pt x="1600" y="6340585"/>
                  </a:lnTo>
                  <a:lnTo>
                    <a:pt x="1694" y="6340585"/>
                  </a:lnTo>
                  <a:lnTo>
                    <a:pt x="1788" y="6340585"/>
                  </a:lnTo>
                  <a:lnTo>
                    <a:pt x="1883" y="6340585"/>
                  </a:lnTo>
                  <a:lnTo>
                    <a:pt x="1977" y="6340585"/>
                  </a:lnTo>
                  <a:lnTo>
                    <a:pt x="2071" y="6340585"/>
                  </a:lnTo>
                  <a:lnTo>
                    <a:pt x="2165" y="6340585"/>
                  </a:lnTo>
                  <a:lnTo>
                    <a:pt x="2259" y="6340585"/>
                  </a:lnTo>
                  <a:lnTo>
                    <a:pt x="2353" y="6340585"/>
                  </a:lnTo>
                  <a:lnTo>
                    <a:pt x="2447" y="6340585"/>
                  </a:lnTo>
                  <a:lnTo>
                    <a:pt x="2542" y="6340585"/>
                  </a:lnTo>
                  <a:lnTo>
                    <a:pt x="2636" y="6340585"/>
                  </a:lnTo>
                  <a:lnTo>
                    <a:pt x="2730" y="6340585"/>
                  </a:lnTo>
                  <a:lnTo>
                    <a:pt x="2824" y="6340585"/>
                  </a:lnTo>
                  <a:lnTo>
                    <a:pt x="2918" y="6340585"/>
                  </a:lnTo>
                  <a:lnTo>
                    <a:pt x="3012" y="6340585"/>
                  </a:lnTo>
                  <a:lnTo>
                    <a:pt x="3107" y="6340585"/>
                  </a:lnTo>
                  <a:lnTo>
                    <a:pt x="3201" y="6340585"/>
                  </a:lnTo>
                  <a:lnTo>
                    <a:pt x="3295" y="6340585"/>
                  </a:lnTo>
                  <a:lnTo>
                    <a:pt x="3389" y="6340585"/>
                  </a:lnTo>
                  <a:lnTo>
                    <a:pt x="3483" y="6340585"/>
                  </a:lnTo>
                  <a:lnTo>
                    <a:pt x="3577" y="6340585"/>
                  </a:lnTo>
                  <a:lnTo>
                    <a:pt x="3671" y="6340585"/>
                  </a:lnTo>
                  <a:lnTo>
                    <a:pt x="3766" y="6340585"/>
                  </a:lnTo>
                  <a:lnTo>
                    <a:pt x="3860" y="6340585"/>
                  </a:lnTo>
                  <a:lnTo>
                    <a:pt x="3954" y="6340585"/>
                  </a:lnTo>
                  <a:lnTo>
                    <a:pt x="4048" y="6340585"/>
                  </a:lnTo>
                  <a:lnTo>
                    <a:pt x="4142" y="6340585"/>
                  </a:lnTo>
                  <a:lnTo>
                    <a:pt x="4236" y="6340585"/>
                  </a:lnTo>
                  <a:lnTo>
                    <a:pt x="4331" y="6340585"/>
                  </a:lnTo>
                  <a:lnTo>
                    <a:pt x="4425" y="6340585"/>
                  </a:lnTo>
                  <a:lnTo>
                    <a:pt x="4519" y="6340585"/>
                  </a:lnTo>
                  <a:lnTo>
                    <a:pt x="4613" y="6340585"/>
                  </a:lnTo>
                  <a:lnTo>
                    <a:pt x="4707" y="6340585"/>
                  </a:lnTo>
                  <a:lnTo>
                    <a:pt x="4801" y="6340585"/>
                  </a:lnTo>
                  <a:lnTo>
                    <a:pt x="4895" y="6340585"/>
                  </a:lnTo>
                  <a:lnTo>
                    <a:pt x="4990" y="6340585"/>
                  </a:lnTo>
                  <a:lnTo>
                    <a:pt x="5084" y="6340585"/>
                  </a:lnTo>
                  <a:lnTo>
                    <a:pt x="5178" y="6340585"/>
                  </a:lnTo>
                  <a:lnTo>
                    <a:pt x="5272" y="6340585"/>
                  </a:lnTo>
                  <a:lnTo>
                    <a:pt x="5366" y="6340585"/>
                  </a:lnTo>
                  <a:lnTo>
                    <a:pt x="5460" y="6340585"/>
                  </a:lnTo>
                  <a:lnTo>
                    <a:pt x="5554" y="6340585"/>
                  </a:lnTo>
                  <a:lnTo>
                    <a:pt x="5649" y="6340585"/>
                  </a:lnTo>
                  <a:lnTo>
                    <a:pt x="5743" y="6340585"/>
                  </a:lnTo>
                  <a:lnTo>
                    <a:pt x="5837" y="6340585"/>
                  </a:lnTo>
                  <a:lnTo>
                    <a:pt x="5931" y="6340585"/>
                  </a:lnTo>
                  <a:lnTo>
                    <a:pt x="6025" y="6340585"/>
                  </a:lnTo>
                  <a:lnTo>
                    <a:pt x="6119" y="6340585"/>
                  </a:lnTo>
                  <a:lnTo>
                    <a:pt x="6214" y="6340585"/>
                  </a:lnTo>
                  <a:lnTo>
                    <a:pt x="6308" y="6340585"/>
                  </a:lnTo>
                  <a:lnTo>
                    <a:pt x="6402" y="6340585"/>
                  </a:lnTo>
                  <a:lnTo>
                    <a:pt x="6496" y="6340585"/>
                  </a:lnTo>
                  <a:lnTo>
                    <a:pt x="6590" y="6340585"/>
                  </a:lnTo>
                  <a:lnTo>
                    <a:pt x="6684" y="6340585"/>
                  </a:lnTo>
                  <a:lnTo>
                    <a:pt x="6778" y="6340585"/>
                  </a:lnTo>
                  <a:lnTo>
                    <a:pt x="6873" y="6340585"/>
                  </a:lnTo>
                  <a:lnTo>
                    <a:pt x="6967" y="6340585"/>
                  </a:lnTo>
                  <a:lnTo>
                    <a:pt x="7061" y="6340585"/>
                  </a:lnTo>
                  <a:lnTo>
                    <a:pt x="7155" y="6340585"/>
                  </a:lnTo>
                  <a:lnTo>
                    <a:pt x="7249" y="6340585"/>
                  </a:lnTo>
                  <a:lnTo>
                    <a:pt x="7343" y="6340585"/>
                  </a:lnTo>
                  <a:lnTo>
                    <a:pt x="7438" y="6340585"/>
                  </a:lnTo>
                  <a:lnTo>
                    <a:pt x="7532" y="6340585"/>
                  </a:lnTo>
                  <a:lnTo>
                    <a:pt x="7626" y="6340585"/>
                  </a:lnTo>
                  <a:lnTo>
                    <a:pt x="7720" y="6340585"/>
                  </a:lnTo>
                  <a:lnTo>
                    <a:pt x="7814" y="6340585"/>
                  </a:lnTo>
                  <a:lnTo>
                    <a:pt x="7908" y="6340585"/>
                  </a:lnTo>
                  <a:lnTo>
                    <a:pt x="8002" y="6340585"/>
                  </a:lnTo>
                  <a:lnTo>
                    <a:pt x="8097" y="6340585"/>
                  </a:lnTo>
                  <a:lnTo>
                    <a:pt x="8191" y="6340585"/>
                  </a:lnTo>
                  <a:lnTo>
                    <a:pt x="8285" y="6340585"/>
                  </a:lnTo>
                  <a:lnTo>
                    <a:pt x="8379" y="6340585"/>
                  </a:lnTo>
                  <a:lnTo>
                    <a:pt x="8473" y="6340585"/>
                  </a:lnTo>
                  <a:lnTo>
                    <a:pt x="8567" y="6340585"/>
                  </a:lnTo>
                  <a:lnTo>
                    <a:pt x="8662" y="6340585"/>
                  </a:lnTo>
                  <a:lnTo>
                    <a:pt x="8756" y="6340585"/>
                  </a:lnTo>
                  <a:lnTo>
                    <a:pt x="8850" y="6340585"/>
                  </a:lnTo>
                  <a:lnTo>
                    <a:pt x="8944" y="6340585"/>
                  </a:lnTo>
                  <a:lnTo>
                    <a:pt x="9038" y="6340585"/>
                  </a:lnTo>
                  <a:lnTo>
                    <a:pt x="9132" y="6340585"/>
                  </a:lnTo>
                  <a:lnTo>
                    <a:pt x="9226" y="6340585"/>
                  </a:lnTo>
                  <a:lnTo>
                    <a:pt x="9321" y="6340585"/>
                  </a:lnTo>
                  <a:lnTo>
                    <a:pt x="9415" y="6340585"/>
                  </a:lnTo>
                  <a:lnTo>
                    <a:pt x="9509" y="6340585"/>
                  </a:lnTo>
                  <a:lnTo>
                    <a:pt x="9603" y="6340585"/>
                  </a:lnTo>
                  <a:lnTo>
                    <a:pt x="9697" y="6340585"/>
                  </a:lnTo>
                  <a:lnTo>
                    <a:pt x="9791" y="6340585"/>
                  </a:lnTo>
                  <a:lnTo>
                    <a:pt x="9885" y="6340585"/>
                  </a:lnTo>
                  <a:lnTo>
                    <a:pt x="9980" y="6340585"/>
                  </a:lnTo>
                  <a:lnTo>
                    <a:pt x="10074" y="6340585"/>
                  </a:lnTo>
                  <a:lnTo>
                    <a:pt x="10168" y="6340585"/>
                  </a:lnTo>
                  <a:lnTo>
                    <a:pt x="10262" y="6340585"/>
                  </a:lnTo>
                  <a:lnTo>
                    <a:pt x="10356" y="6340585"/>
                  </a:lnTo>
                  <a:lnTo>
                    <a:pt x="10450" y="6340585"/>
                  </a:lnTo>
                  <a:lnTo>
                    <a:pt x="10545" y="6340585"/>
                  </a:lnTo>
                  <a:lnTo>
                    <a:pt x="10639" y="6340585"/>
                  </a:lnTo>
                  <a:lnTo>
                    <a:pt x="10733" y="6340585"/>
                  </a:lnTo>
                  <a:lnTo>
                    <a:pt x="10827" y="6340585"/>
                  </a:lnTo>
                  <a:lnTo>
                    <a:pt x="10921" y="6340585"/>
                  </a:lnTo>
                  <a:lnTo>
                    <a:pt x="11015" y="6340585"/>
                  </a:lnTo>
                  <a:lnTo>
                    <a:pt x="11109" y="6340585"/>
                  </a:lnTo>
                  <a:lnTo>
                    <a:pt x="11204" y="6340585"/>
                  </a:lnTo>
                  <a:lnTo>
                    <a:pt x="11298" y="6340585"/>
                  </a:lnTo>
                  <a:lnTo>
                    <a:pt x="11392" y="6340585"/>
                  </a:lnTo>
                  <a:lnTo>
                    <a:pt x="11486" y="6340585"/>
                  </a:lnTo>
                  <a:lnTo>
                    <a:pt x="11580" y="6340585"/>
                  </a:lnTo>
                  <a:lnTo>
                    <a:pt x="11674" y="6340585"/>
                  </a:lnTo>
                  <a:lnTo>
                    <a:pt x="11769" y="6340585"/>
                  </a:lnTo>
                  <a:lnTo>
                    <a:pt x="11863" y="6340585"/>
                  </a:lnTo>
                  <a:lnTo>
                    <a:pt x="11957" y="6340585"/>
                  </a:lnTo>
                  <a:lnTo>
                    <a:pt x="12051" y="6340585"/>
                  </a:lnTo>
                  <a:lnTo>
                    <a:pt x="12145" y="6340585"/>
                  </a:lnTo>
                  <a:lnTo>
                    <a:pt x="12239" y="6340585"/>
                  </a:lnTo>
                  <a:lnTo>
                    <a:pt x="12333" y="6340585"/>
                  </a:lnTo>
                  <a:lnTo>
                    <a:pt x="12428" y="6340585"/>
                  </a:lnTo>
                  <a:lnTo>
                    <a:pt x="12522" y="6340585"/>
                  </a:lnTo>
                  <a:lnTo>
                    <a:pt x="12616" y="6340585"/>
                  </a:lnTo>
                  <a:lnTo>
                    <a:pt x="12710" y="6340585"/>
                  </a:lnTo>
                  <a:lnTo>
                    <a:pt x="12804" y="6340585"/>
                  </a:lnTo>
                  <a:lnTo>
                    <a:pt x="12898" y="6340585"/>
                  </a:lnTo>
                  <a:lnTo>
                    <a:pt x="12993" y="6340585"/>
                  </a:lnTo>
                  <a:lnTo>
                    <a:pt x="13087" y="6340585"/>
                  </a:lnTo>
                  <a:lnTo>
                    <a:pt x="13181" y="6340585"/>
                  </a:lnTo>
                  <a:lnTo>
                    <a:pt x="13275" y="6340585"/>
                  </a:lnTo>
                  <a:lnTo>
                    <a:pt x="13369" y="6340585"/>
                  </a:lnTo>
                  <a:lnTo>
                    <a:pt x="13463" y="6340585"/>
                  </a:lnTo>
                  <a:lnTo>
                    <a:pt x="13463" y="6335673"/>
                  </a:lnTo>
                  <a:lnTo>
                    <a:pt x="13557" y="6335673"/>
                  </a:lnTo>
                  <a:lnTo>
                    <a:pt x="13652" y="6335673"/>
                  </a:lnTo>
                  <a:lnTo>
                    <a:pt x="13746" y="6335673"/>
                  </a:lnTo>
                  <a:lnTo>
                    <a:pt x="13840" y="6335673"/>
                  </a:lnTo>
                  <a:lnTo>
                    <a:pt x="13934" y="6335673"/>
                  </a:lnTo>
                  <a:lnTo>
                    <a:pt x="14028" y="6335673"/>
                  </a:lnTo>
                  <a:lnTo>
                    <a:pt x="14122" y="6335673"/>
                  </a:lnTo>
                  <a:lnTo>
                    <a:pt x="14216" y="6335673"/>
                  </a:lnTo>
                  <a:lnTo>
                    <a:pt x="14311" y="6335673"/>
                  </a:lnTo>
                  <a:lnTo>
                    <a:pt x="14405" y="6335673"/>
                  </a:lnTo>
                  <a:lnTo>
                    <a:pt x="14499" y="6335673"/>
                  </a:lnTo>
                  <a:lnTo>
                    <a:pt x="14593" y="6335673"/>
                  </a:lnTo>
                  <a:lnTo>
                    <a:pt x="14687" y="6335673"/>
                  </a:lnTo>
                  <a:lnTo>
                    <a:pt x="14781" y="6335673"/>
                  </a:lnTo>
                  <a:lnTo>
                    <a:pt x="14876" y="6335673"/>
                  </a:lnTo>
                  <a:lnTo>
                    <a:pt x="14970" y="6335673"/>
                  </a:lnTo>
                  <a:lnTo>
                    <a:pt x="15064" y="6335673"/>
                  </a:lnTo>
                  <a:lnTo>
                    <a:pt x="15158" y="6335673"/>
                  </a:lnTo>
                  <a:lnTo>
                    <a:pt x="15252" y="6335673"/>
                  </a:lnTo>
                  <a:lnTo>
                    <a:pt x="15346" y="6335673"/>
                  </a:lnTo>
                  <a:lnTo>
                    <a:pt x="15440" y="6335673"/>
                  </a:lnTo>
                  <a:lnTo>
                    <a:pt x="15535" y="6335673"/>
                  </a:lnTo>
                  <a:lnTo>
                    <a:pt x="15629" y="6335673"/>
                  </a:lnTo>
                  <a:lnTo>
                    <a:pt x="15723" y="6335673"/>
                  </a:lnTo>
                  <a:lnTo>
                    <a:pt x="15817" y="6335673"/>
                  </a:lnTo>
                  <a:lnTo>
                    <a:pt x="15911" y="6335673"/>
                  </a:lnTo>
                  <a:lnTo>
                    <a:pt x="16005" y="6335673"/>
                  </a:lnTo>
                  <a:lnTo>
                    <a:pt x="16100" y="6335673"/>
                  </a:lnTo>
                  <a:lnTo>
                    <a:pt x="16194" y="6335673"/>
                  </a:lnTo>
                  <a:lnTo>
                    <a:pt x="16288" y="6335673"/>
                  </a:lnTo>
                  <a:lnTo>
                    <a:pt x="16382" y="6335673"/>
                  </a:lnTo>
                  <a:lnTo>
                    <a:pt x="16476" y="6335673"/>
                  </a:lnTo>
                  <a:lnTo>
                    <a:pt x="16570" y="6335673"/>
                  </a:lnTo>
                  <a:lnTo>
                    <a:pt x="16664" y="6335673"/>
                  </a:lnTo>
                  <a:lnTo>
                    <a:pt x="16759" y="6335673"/>
                  </a:lnTo>
                  <a:lnTo>
                    <a:pt x="16853" y="6335673"/>
                  </a:lnTo>
                  <a:lnTo>
                    <a:pt x="16947" y="6335673"/>
                  </a:lnTo>
                  <a:lnTo>
                    <a:pt x="17041" y="6335673"/>
                  </a:lnTo>
                  <a:lnTo>
                    <a:pt x="17135" y="6335673"/>
                  </a:lnTo>
                  <a:lnTo>
                    <a:pt x="17229" y="6335673"/>
                  </a:lnTo>
                  <a:lnTo>
                    <a:pt x="17324" y="6335673"/>
                  </a:lnTo>
                  <a:lnTo>
                    <a:pt x="17418" y="6335673"/>
                  </a:lnTo>
                  <a:lnTo>
                    <a:pt x="17512" y="6335673"/>
                  </a:lnTo>
                  <a:lnTo>
                    <a:pt x="17606" y="6335673"/>
                  </a:lnTo>
                  <a:lnTo>
                    <a:pt x="17700" y="6335673"/>
                  </a:lnTo>
                  <a:lnTo>
                    <a:pt x="17794" y="6335673"/>
                  </a:lnTo>
                  <a:lnTo>
                    <a:pt x="17888" y="6335673"/>
                  </a:lnTo>
                  <a:lnTo>
                    <a:pt x="17983" y="6335673"/>
                  </a:lnTo>
                  <a:lnTo>
                    <a:pt x="18077" y="6335673"/>
                  </a:lnTo>
                  <a:lnTo>
                    <a:pt x="18171" y="6335673"/>
                  </a:lnTo>
                  <a:lnTo>
                    <a:pt x="18265" y="6335673"/>
                  </a:lnTo>
                  <a:lnTo>
                    <a:pt x="18359" y="6335673"/>
                  </a:lnTo>
                  <a:lnTo>
                    <a:pt x="18453" y="6335673"/>
                  </a:lnTo>
                  <a:lnTo>
                    <a:pt x="18547" y="6335673"/>
                  </a:lnTo>
                  <a:lnTo>
                    <a:pt x="18642" y="6335673"/>
                  </a:lnTo>
                  <a:lnTo>
                    <a:pt x="18736" y="6335673"/>
                  </a:lnTo>
                  <a:lnTo>
                    <a:pt x="18830" y="6335673"/>
                  </a:lnTo>
                  <a:lnTo>
                    <a:pt x="18924" y="6335673"/>
                  </a:lnTo>
                  <a:lnTo>
                    <a:pt x="19018" y="6335673"/>
                  </a:lnTo>
                  <a:lnTo>
                    <a:pt x="19112" y="6335673"/>
                  </a:lnTo>
                  <a:lnTo>
                    <a:pt x="19207" y="6335673"/>
                  </a:lnTo>
                  <a:lnTo>
                    <a:pt x="19301" y="6335673"/>
                  </a:lnTo>
                  <a:lnTo>
                    <a:pt x="19489" y="6335673"/>
                  </a:lnTo>
                  <a:lnTo>
                    <a:pt x="19583" y="6335673"/>
                  </a:lnTo>
                  <a:lnTo>
                    <a:pt x="19583" y="6330762"/>
                  </a:lnTo>
                  <a:lnTo>
                    <a:pt x="19677" y="6330762"/>
                  </a:lnTo>
                  <a:lnTo>
                    <a:pt x="19771" y="6330762"/>
                  </a:lnTo>
                  <a:lnTo>
                    <a:pt x="19866" y="6330762"/>
                  </a:lnTo>
                  <a:lnTo>
                    <a:pt x="19960" y="6330762"/>
                  </a:lnTo>
                  <a:lnTo>
                    <a:pt x="20054" y="6330762"/>
                  </a:lnTo>
                  <a:lnTo>
                    <a:pt x="20148" y="6330762"/>
                  </a:lnTo>
                  <a:lnTo>
                    <a:pt x="20242" y="6330762"/>
                  </a:lnTo>
                  <a:lnTo>
                    <a:pt x="20336" y="6330762"/>
                  </a:lnTo>
                  <a:lnTo>
                    <a:pt x="20431" y="6330762"/>
                  </a:lnTo>
                  <a:lnTo>
                    <a:pt x="20525" y="6330762"/>
                  </a:lnTo>
                  <a:lnTo>
                    <a:pt x="20713" y="6330762"/>
                  </a:lnTo>
                  <a:lnTo>
                    <a:pt x="20807" y="6330762"/>
                  </a:lnTo>
                  <a:lnTo>
                    <a:pt x="20901" y="6330762"/>
                  </a:lnTo>
                  <a:lnTo>
                    <a:pt x="20995" y="6330762"/>
                  </a:lnTo>
                  <a:lnTo>
                    <a:pt x="21184" y="6330762"/>
                  </a:lnTo>
                  <a:lnTo>
                    <a:pt x="21278" y="6330762"/>
                  </a:lnTo>
                  <a:lnTo>
                    <a:pt x="21372" y="6330762"/>
                  </a:lnTo>
                  <a:lnTo>
                    <a:pt x="21466" y="6330762"/>
                  </a:lnTo>
                  <a:lnTo>
                    <a:pt x="21560" y="6330762"/>
                  </a:lnTo>
                  <a:lnTo>
                    <a:pt x="21655" y="6330762"/>
                  </a:lnTo>
                  <a:lnTo>
                    <a:pt x="21749" y="6330762"/>
                  </a:lnTo>
                  <a:lnTo>
                    <a:pt x="21843" y="6330762"/>
                  </a:lnTo>
                  <a:lnTo>
                    <a:pt x="21937" y="6330762"/>
                  </a:lnTo>
                  <a:lnTo>
                    <a:pt x="22031" y="6330762"/>
                  </a:lnTo>
                  <a:lnTo>
                    <a:pt x="22125" y="6330762"/>
                  </a:lnTo>
                  <a:lnTo>
                    <a:pt x="22219" y="6330762"/>
                  </a:lnTo>
                  <a:lnTo>
                    <a:pt x="22314" y="6330762"/>
                  </a:lnTo>
                  <a:lnTo>
                    <a:pt x="22408" y="6330762"/>
                  </a:lnTo>
                  <a:lnTo>
                    <a:pt x="22502" y="6330762"/>
                  </a:lnTo>
                  <a:lnTo>
                    <a:pt x="22596" y="6330762"/>
                  </a:lnTo>
                  <a:lnTo>
                    <a:pt x="22690" y="6330762"/>
                  </a:lnTo>
                  <a:lnTo>
                    <a:pt x="22784" y="6330762"/>
                  </a:lnTo>
                  <a:lnTo>
                    <a:pt x="22878" y="6330762"/>
                  </a:lnTo>
                  <a:lnTo>
                    <a:pt x="22973" y="6330762"/>
                  </a:lnTo>
                  <a:lnTo>
                    <a:pt x="22973" y="6325850"/>
                  </a:lnTo>
                  <a:lnTo>
                    <a:pt x="23067" y="6325850"/>
                  </a:lnTo>
                  <a:lnTo>
                    <a:pt x="23161" y="6325850"/>
                  </a:lnTo>
                  <a:lnTo>
                    <a:pt x="23255" y="6325850"/>
                  </a:lnTo>
                  <a:lnTo>
                    <a:pt x="23349" y="6325850"/>
                  </a:lnTo>
                  <a:lnTo>
                    <a:pt x="23443" y="6325850"/>
                  </a:lnTo>
                  <a:lnTo>
                    <a:pt x="23538" y="6325850"/>
                  </a:lnTo>
                  <a:lnTo>
                    <a:pt x="23632" y="6325850"/>
                  </a:lnTo>
                  <a:lnTo>
                    <a:pt x="23726" y="6325850"/>
                  </a:lnTo>
                  <a:lnTo>
                    <a:pt x="23820" y="6325850"/>
                  </a:lnTo>
                  <a:lnTo>
                    <a:pt x="23914" y="6325850"/>
                  </a:lnTo>
                  <a:lnTo>
                    <a:pt x="24008" y="6325850"/>
                  </a:lnTo>
                  <a:lnTo>
                    <a:pt x="24197" y="6325850"/>
                  </a:lnTo>
                  <a:lnTo>
                    <a:pt x="24291" y="6325850"/>
                  </a:lnTo>
                  <a:lnTo>
                    <a:pt x="24385" y="6325850"/>
                  </a:lnTo>
                  <a:lnTo>
                    <a:pt x="24479" y="6325850"/>
                  </a:lnTo>
                  <a:lnTo>
                    <a:pt x="24573" y="6325850"/>
                  </a:lnTo>
                  <a:lnTo>
                    <a:pt x="24667" y="6325850"/>
                  </a:lnTo>
                  <a:lnTo>
                    <a:pt x="24762" y="6325850"/>
                  </a:lnTo>
                  <a:lnTo>
                    <a:pt x="24856" y="6325850"/>
                  </a:lnTo>
                  <a:lnTo>
                    <a:pt x="24950" y="6325850"/>
                  </a:lnTo>
                  <a:lnTo>
                    <a:pt x="25044" y="6325850"/>
                  </a:lnTo>
                  <a:lnTo>
                    <a:pt x="25138" y="6325850"/>
                  </a:lnTo>
                  <a:lnTo>
                    <a:pt x="25232" y="6325850"/>
                  </a:lnTo>
                  <a:lnTo>
                    <a:pt x="25326" y="6325850"/>
                  </a:lnTo>
                  <a:lnTo>
                    <a:pt x="25421" y="6325850"/>
                  </a:lnTo>
                  <a:lnTo>
                    <a:pt x="25515" y="6325850"/>
                  </a:lnTo>
                  <a:lnTo>
                    <a:pt x="25609" y="6325850"/>
                  </a:lnTo>
                  <a:lnTo>
                    <a:pt x="25703" y="6325850"/>
                  </a:lnTo>
                  <a:lnTo>
                    <a:pt x="25797" y="6325850"/>
                  </a:lnTo>
                  <a:lnTo>
                    <a:pt x="25891" y="6325850"/>
                  </a:lnTo>
                  <a:lnTo>
                    <a:pt x="25986" y="6325850"/>
                  </a:lnTo>
                  <a:lnTo>
                    <a:pt x="26080" y="6325850"/>
                  </a:lnTo>
                  <a:lnTo>
                    <a:pt x="26174" y="6325850"/>
                  </a:lnTo>
                  <a:lnTo>
                    <a:pt x="26268" y="6325850"/>
                  </a:lnTo>
                  <a:lnTo>
                    <a:pt x="26362" y="6325850"/>
                  </a:lnTo>
                  <a:lnTo>
                    <a:pt x="26456" y="6325850"/>
                  </a:lnTo>
                  <a:lnTo>
                    <a:pt x="26550" y="6325850"/>
                  </a:lnTo>
                  <a:lnTo>
                    <a:pt x="26645" y="6325850"/>
                  </a:lnTo>
                  <a:lnTo>
                    <a:pt x="26739" y="6325850"/>
                  </a:lnTo>
                  <a:lnTo>
                    <a:pt x="26833" y="6325850"/>
                  </a:lnTo>
                  <a:lnTo>
                    <a:pt x="26927" y="6325850"/>
                  </a:lnTo>
                  <a:lnTo>
                    <a:pt x="27021" y="6325850"/>
                  </a:lnTo>
                  <a:lnTo>
                    <a:pt x="27115" y="6325850"/>
                  </a:lnTo>
                  <a:lnTo>
                    <a:pt x="27209" y="6325850"/>
                  </a:lnTo>
                  <a:lnTo>
                    <a:pt x="27304" y="6325850"/>
                  </a:lnTo>
                  <a:lnTo>
                    <a:pt x="27398" y="6325850"/>
                  </a:lnTo>
                  <a:lnTo>
                    <a:pt x="27492" y="6325850"/>
                  </a:lnTo>
                  <a:lnTo>
                    <a:pt x="27586" y="6325850"/>
                  </a:lnTo>
                  <a:lnTo>
                    <a:pt x="27680" y="6325850"/>
                  </a:lnTo>
                  <a:lnTo>
                    <a:pt x="27774" y="6325850"/>
                  </a:lnTo>
                  <a:lnTo>
                    <a:pt x="27869" y="6325850"/>
                  </a:lnTo>
                  <a:lnTo>
                    <a:pt x="27963" y="6325850"/>
                  </a:lnTo>
                  <a:lnTo>
                    <a:pt x="28057" y="6325850"/>
                  </a:lnTo>
                  <a:lnTo>
                    <a:pt x="28245" y="6325850"/>
                  </a:lnTo>
                  <a:lnTo>
                    <a:pt x="28433" y="6325850"/>
                  </a:lnTo>
                  <a:lnTo>
                    <a:pt x="28528" y="6325850"/>
                  </a:lnTo>
                  <a:lnTo>
                    <a:pt x="28622" y="6325850"/>
                  </a:lnTo>
                  <a:lnTo>
                    <a:pt x="28716" y="6325850"/>
                  </a:lnTo>
                  <a:lnTo>
                    <a:pt x="28810" y="6325850"/>
                  </a:lnTo>
                  <a:lnTo>
                    <a:pt x="28904" y="6325850"/>
                  </a:lnTo>
                  <a:lnTo>
                    <a:pt x="28998" y="6325850"/>
                  </a:lnTo>
                  <a:lnTo>
                    <a:pt x="29093" y="6325850"/>
                  </a:lnTo>
                  <a:lnTo>
                    <a:pt x="29187" y="6325850"/>
                  </a:lnTo>
                  <a:lnTo>
                    <a:pt x="29281" y="6325850"/>
                  </a:lnTo>
                  <a:lnTo>
                    <a:pt x="29375" y="6325850"/>
                  </a:lnTo>
                  <a:lnTo>
                    <a:pt x="29469" y="6325850"/>
                  </a:lnTo>
                  <a:lnTo>
                    <a:pt x="29563" y="6325850"/>
                  </a:lnTo>
                  <a:lnTo>
                    <a:pt x="29657" y="6325850"/>
                  </a:lnTo>
                  <a:lnTo>
                    <a:pt x="29752" y="6325850"/>
                  </a:lnTo>
                  <a:lnTo>
                    <a:pt x="29846" y="6325850"/>
                  </a:lnTo>
                  <a:lnTo>
                    <a:pt x="29940" y="6325850"/>
                  </a:lnTo>
                  <a:lnTo>
                    <a:pt x="30034" y="6325850"/>
                  </a:lnTo>
                  <a:lnTo>
                    <a:pt x="30128" y="6325850"/>
                  </a:lnTo>
                  <a:lnTo>
                    <a:pt x="30222" y="6325850"/>
                  </a:lnTo>
                  <a:lnTo>
                    <a:pt x="30317" y="6325850"/>
                  </a:lnTo>
                  <a:lnTo>
                    <a:pt x="30411" y="6325850"/>
                  </a:lnTo>
                  <a:lnTo>
                    <a:pt x="30505" y="6325850"/>
                  </a:lnTo>
                  <a:lnTo>
                    <a:pt x="30599" y="6325850"/>
                  </a:lnTo>
                  <a:lnTo>
                    <a:pt x="30693" y="6325850"/>
                  </a:lnTo>
                  <a:lnTo>
                    <a:pt x="30787" y="6325850"/>
                  </a:lnTo>
                  <a:lnTo>
                    <a:pt x="30881" y="6325850"/>
                  </a:lnTo>
                  <a:lnTo>
                    <a:pt x="30976" y="6325850"/>
                  </a:lnTo>
                  <a:lnTo>
                    <a:pt x="31070" y="6325850"/>
                  </a:lnTo>
                  <a:lnTo>
                    <a:pt x="31164" y="6325850"/>
                  </a:lnTo>
                  <a:lnTo>
                    <a:pt x="31258" y="6325850"/>
                  </a:lnTo>
                  <a:lnTo>
                    <a:pt x="31352" y="6325850"/>
                  </a:lnTo>
                  <a:lnTo>
                    <a:pt x="31446" y="6325850"/>
                  </a:lnTo>
                  <a:lnTo>
                    <a:pt x="31540" y="6325850"/>
                  </a:lnTo>
                  <a:lnTo>
                    <a:pt x="31635" y="6325850"/>
                  </a:lnTo>
                  <a:lnTo>
                    <a:pt x="31729" y="6325850"/>
                  </a:lnTo>
                  <a:lnTo>
                    <a:pt x="31823" y="6325850"/>
                  </a:lnTo>
                  <a:lnTo>
                    <a:pt x="31917" y="6325850"/>
                  </a:lnTo>
                  <a:lnTo>
                    <a:pt x="32011" y="6325850"/>
                  </a:lnTo>
                  <a:lnTo>
                    <a:pt x="32105" y="6325850"/>
                  </a:lnTo>
                  <a:lnTo>
                    <a:pt x="32200" y="6325850"/>
                  </a:lnTo>
                  <a:lnTo>
                    <a:pt x="32294" y="6325850"/>
                  </a:lnTo>
                  <a:lnTo>
                    <a:pt x="32388" y="6325850"/>
                  </a:lnTo>
                  <a:lnTo>
                    <a:pt x="32482" y="6325850"/>
                  </a:lnTo>
                  <a:lnTo>
                    <a:pt x="32576" y="6325850"/>
                  </a:lnTo>
                  <a:lnTo>
                    <a:pt x="32670" y="6325850"/>
                  </a:lnTo>
                  <a:lnTo>
                    <a:pt x="32764" y="6325850"/>
                  </a:lnTo>
                  <a:lnTo>
                    <a:pt x="32859" y="6325850"/>
                  </a:lnTo>
                  <a:lnTo>
                    <a:pt x="32953" y="6325850"/>
                  </a:lnTo>
                  <a:lnTo>
                    <a:pt x="33047" y="6325850"/>
                  </a:lnTo>
                  <a:lnTo>
                    <a:pt x="33141" y="6325850"/>
                  </a:lnTo>
                  <a:lnTo>
                    <a:pt x="33235" y="6325850"/>
                  </a:lnTo>
                  <a:lnTo>
                    <a:pt x="33235" y="6320939"/>
                  </a:lnTo>
                  <a:lnTo>
                    <a:pt x="33329" y="6320939"/>
                  </a:lnTo>
                  <a:lnTo>
                    <a:pt x="33424" y="6320939"/>
                  </a:lnTo>
                  <a:lnTo>
                    <a:pt x="33518" y="6320939"/>
                  </a:lnTo>
                  <a:lnTo>
                    <a:pt x="33612" y="6320939"/>
                  </a:lnTo>
                  <a:lnTo>
                    <a:pt x="33706" y="6320939"/>
                  </a:lnTo>
                  <a:lnTo>
                    <a:pt x="33800" y="6320939"/>
                  </a:lnTo>
                  <a:lnTo>
                    <a:pt x="33894" y="6320939"/>
                  </a:lnTo>
                  <a:lnTo>
                    <a:pt x="33988" y="6320939"/>
                  </a:lnTo>
                  <a:lnTo>
                    <a:pt x="34083" y="6320939"/>
                  </a:lnTo>
                  <a:lnTo>
                    <a:pt x="34177" y="6320939"/>
                  </a:lnTo>
                  <a:lnTo>
                    <a:pt x="34271" y="6320939"/>
                  </a:lnTo>
                  <a:lnTo>
                    <a:pt x="34365" y="6320939"/>
                  </a:lnTo>
                  <a:lnTo>
                    <a:pt x="34459" y="6320939"/>
                  </a:lnTo>
                  <a:lnTo>
                    <a:pt x="34553" y="6320939"/>
                  </a:lnTo>
                  <a:lnTo>
                    <a:pt x="34648" y="6320939"/>
                  </a:lnTo>
                  <a:lnTo>
                    <a:pt x="34742" y="6320939"/>
                  </a:lnTo>
                  <a:lnTo>
                    <a:pt x="34836" y="6320939"/>
                  </a:lnTo>
                  <a:lnTo>
                    <a:pt x="34930" y="6320939"/>
                  </a:lnTo>
                  <a:lnTo>
                    <a:pt x="35024" y="6320939"/>
                  </a:lnTo>
                  <a:lnTo>
                    <a:pt x="35118" y="6320939"/>
                  </a:lnTo>
                  <a:lnTo>
                    <a:pt x="35212" y="6320939"/>
                  </a:lnTo>
                  <a:lnTo>
                    <a:pt x="35307" y="6320939"/>
                  </a:lnTo>
                  <a:lnTo>
                    <a:pt x="35401" y="6320939"/>
                  </a:lnTo>
                  <a:lnTo>
                    <a:pt x="35495" y="6320939"/>
                  </a:lnTo>
                  <a:lnTo>
                    <a:pt x="35589" y="6320939"/>
                  </a:lnTo>
                  <a:lnTo>
                    <a:pt x="35683" y="6320939"/>
                  </a:lnTo>
                  <a:lnTo>
                    <a:pt x="35777" y="6320939"/>
                  </a:lnTo>
                  <a:lnTo>
                    <a:pt x="35871" y="6320939"/>
                  </a:lnTo>
                  <a:lnTo>
                    <a:pt x="35966" y="6320939"/>
                  </a:lnTo>
                  <a:lnTo>
                    <a:pt x="36060" y="6320939"/>
                  </a:lnTo>
                  <a:lnTo>
                    <a:pt x="36154" y="6320939"/>
                  </a:lnTo>
                  <a:lnTo>
                    <a:pt x="36248" y="6320939"/>
                  </a:lnTo>
                  <a:lnTo>
                    <a:pt x="36342" y="6320939"/>
                  </a:lnTo>
                  <a:lnTo>
                    <a:pt x="36436" y="6320939"/>
                  </a:lnTo>
                  <a:lnTo>
                    <a:pt x="36531" y="6320939"/>
                  </a:lnTo>
                  <a:lnTo>
                    <a:pt x="36625" y="6320939"/>
                  </a:lnTo>
                  <a:lnTo>
                    <a:pt x="36719" y="6320939"/>
                  </a:lnTo>
                  <a:lnTo>
                    <a:pt x="36813" y="6320939"/>
                  </a:lnTo>
                  <a:lnTo>
                    <a:pt x="36907" y="6320939"/>
                  </a:lnTo>
                  <a:lnTo>
                    <a:pt x="37001" y="6320939"/>
                  </a:lnTo>
                  <a:lnTo>
                    <a:pt x="37095" y="6320939"/>
                  </a:lnTo>
                  <a:lnTo>
                    <a:pt x="37190" y="6320939"/>
                  </a:lnTo>
                  <a:lnTo>
                    <a:pt x="37284" y="6320939"/>
                  </a:lnTo>
                  <a:lnTo>
                    <a:pt x="37378" y="6320939"/>
                  </a:lnTo>
                  <a:lnTo>
                    <a:pt x="37472" y="6320939"/>
                  </a:lnTo>
                  <a:lnTo>
                    <a:pt x="37566" y="6320939"/>
                  </a:lnTo>
                  <a:lnTo>
                    <a:pt x="37660" y="6320939"/>
                  </a:lnTo>
                  <a:lnTo>
                    <a:pt x="37755" y="6320939"/>
                  </a:lnTo>
                  <a:lnTo>
                    <a:pt x="37849" y="6320939"/>
                  </a:lnTo>
                  <a:lnTo>
                    <a:pt x="37943" y="6320939"/>
                  </a:lnTo>
                  <a:lnTo>
                    <a:pt x="38037" y="6320939"/>
                  </a:lnTo>
                  <a:lnTo>
                    <a:pt x="38131" y="6320939"/>
                  </a:lnTo>
                  <a:lnTo>
                    <a:pt x="38225" y="6320939"/>
                  </a:lnTo>
                  <a:lnTo>
                    <a:pt x="38319" y="6320939"/>
                  </a:lnTo>
                  <a:lnTo>
                    <a:pt x="38414" y="6320939"/>
                  </a:lnTo>
                  <a:lnTo>
                    <a:pt x="38508" y="6320939"/>
                  </a:lnTo>
                  <a:lnTo>
                    <a:pt x="38602" y="6320939"/>
                  </a:lnTo>
                  <a:lnTo>
                    <a:pt x="38696" y="6320939"/>
                  </a:lnTo>
                  <a:lnTo>
                    <a:pt x="38790" y="6320939"/>
                  </a:lnTo>
                  <a:lnTo>
                    <a:pt x="38884" y="6320939"/>
                  </a:lnTo>
                  <a:lnTo>
                    <a:pt x="38979" y="6320939"/>
                  </a:lnTo>
                  <a:lnTo>
                    <a:pt x="39073" y="6320939"/>
                  </a:lnTo>
                  <a:lnTo>
                    <a:pt x="39167" y="6320939"/>
                  </a:lnTo>
                  <a:lnTo>
                    <a:pt x="39261" y="6316028"/>
                  </a:lnTo>
                  <a:lnTo>
                    <a:pt x="39355" y="6316028"/>
                  </a:lnTo>
                  <a:lnTo>
                    <a:pt x="39449" y="6316028"/>
                  </a:lnTo>
                  <a:lnTo>
                    <a:pt x="39638" y="6316028"/>
                  </a:lnTo>
                  <a:lnTo>
                    <a:pt x="39732" y="6316028"/>
                  </a:lnTo>
                  <a:lnTo>
                    <a:pt x="39826" y="6316028"/>
                  </a:lnTo>
                  <a:lnTo>
                    <a:pt x="39920" y="6316028"/>
                  </a:lnTo>
                  <a:lnTo>
                    <a:pt x="40014" y="6316028"/>
                  </a:lnTo>
                  <a:lnTo>
                    <a:pt x="40108" y="6316028"/>
                  </a:lnTo>
                  <a:lnTo>
                    <a:pt x="40202" y="6316028"/>
                  </a:lnTo>
                  <a:lnTo>
                    <a:pt x="40297" y="6316028"/>
                  </a:lnTo>
                  <a:lnTo>
                    <a:pt x="40391" y="6316028"/>
                  </a:lnTo>
                  <a:lnTo>
                    <a:pt x="40485" y="6316028"/>
                  </a:lnTo>
                  <a:lnTo>
                    <a:pt x="40579" y="6316028"/>
                  </a:lnTo>
                  <a:lnTo>
                    <a:pt x="40673" y="6316028"/>
                  </a:lnTo>
                  <a:lnTo>
                    <a:pt x="40767" y="6316028"/>
                  </a:lnTo>
                  <a:lnTo>
                    <a:pt x="40862" y="6316028"/>
                  </a:lnTo>
                  <a:lnTo>
                    <a:pt x="40956" y="6316028"/>
                  </a:lnTo>
                  <a:lnTo>
                    <a:pt x="41050" y="6316028"/>
                  </a:lnTo>
                  <a:lnTo>
                    <a:pt x="41238" y="6316028"/>
                  </a:lnTo>
                  <a:lnTo>
                    <a:pt x="41332" y="6316028"/>
                  </a:lnTo>
                  <a:lnTo>
                    <a:pt x="41426" y="6316028"/>
                  </a:lnTo>
                  <a:lnTo>
                    <a:pt x="41521" y="6316028"/>
                  </a:lnTo>
                  <a:lnTo>
                    <a:pt x="41615" y="6316028"/>
                  </a:lnTo>
                  <a:lnTo>
                    <a:pt x="41709" y="6316028"/>
                  </a:lnTo>
                  <a:lnTo>
                    <a:pt x="41803" y="6316028"/>
                  </a:lnTo>
                  <a:lnTo>
                    <a:pt x="41897" y="6316028"/>
                  </a:lnTo>
                  <a:lnTo>
                    <a:pt x="41991" y="6316028"/>
                  </a:lnTo>
                  <a:lnTo>
                    <a:pt x="42086" y="6316028"/>
                  </a:lnTo>
                  <a:lnTo>
                    <a:pt x="42180" y="6316028"/>
                  </a:lnTo>
                  <a:lnTo>
                    <a:pt x="42274" y="6316028"/>
                  </a:lnTo>
                  <a:lnTo>
                    <a:pt x="42368" y="6316028"/>
                  </a:lnTo>
                  <a:lnTo>
                    <a:pt x="42462" y="6316028"/>
                  </a:lnTo>
                  <a:lnTo>
                    <a:pt x="42556" y="6316028"/>
                  </a:lnTo>
                  <a:lnTo>
                    <a:pt x="42650" y="6316028"/>
                  </a:lnTo>
                  <a:lnTo>
                    <a:pt x="42650" y="6311116"/>
                  </a:lnTo>
                  <a:lnTo>
                    <a:pt x="42745" y="6311116"/>
                  </a:lnTo>
                  <a:lnTo>
                    <a:pt x="42839" y="6311116"/>
                  </a:lnTo>
                  <a:lnTo>
                    <a:pt x="42933" y="6311116"/>
                  </a:lnTo>
                  <a:lnTo>
                    <a:pt x="43027" y="6311116"/>
                  </a:lnTo>
                  <a:lnTo>
                    <a:pt x="43121" y="6311116"/>
                  </a:lnTo>
                  <a:lnTo>
                    <a:pt x="43215" y="6311116"/>
                  </a:lnTo>
                  <a:lnTo>
                    <a:pt x="43310" y="6311116"/>
                  </a:lnTo>
                  <a:lnTo>
                    <a:pt x="43404" y="6311116"/>
                  </a:lnTo>
                  <a:lnTo>
                    <a:pt x="43498" y="6311116"/>
                  </a:lnTo>
                  <a:lnTo>
                    <a:pt x="43592" y="6311116"/>
                  </a:lnTo>
                  <a:lnTo>
                    <a:pt x="43686" y="6311116"/>
                  </a:lnTo>
                  <a:lnTo>
                    <a:pt x="43780" y="6311116"/>
                  </a:lnTo>
                  <a:lnTo>
                    <a:pt x="43874" y="6311116"/>
                  </a:lnTo>
                  <a:lnTo>
                    <a:pt x="43969" y="6311116"/>
                  </a:lnTo>
                  <a:lnTo>
                    <a:pt x="44063" y="6311116"/>
                  </a:lnTo>
                  <a:lnTo>
                    <a:pt x="44157" y="6311116"/>
                  </a:lnTo>
                  <a:lnTo>
                    <a:pt x="44251" y="6311116"/>
                  </a:lnTo>
                  <a:lnTo>
                    <a:pt x="44345" y="6311116"/>
                  </a:lnTo>
                  <a:lnTo>
                    <a:pt x="44439" y="6311116"/>
                  </a:lnTo>
                  <a:lnTo>
                    <a:pt x="44533" y="6311116"/>
                  </a:lnTo>
                  <a:lnTo>
                    <a:pt x="44628" y="6311116"/>
                  </a:lnTo>
                  <a:lnTo>
                    <a:pt x="44722" y="6311116"/>
                  </a:lnTo>
                  <a:lnTo>
                    <a:pt x="44816" y="6311116"/>
                  </a:lnTo>
                  <a:lnTo>
                    <a:pt x="45004" y="6311116"/>
                  </a:lnTo>
                  <a:lnTo>
                    <a:pt x="45098" y="6311116"/>
                  </a:lnTo>
                  <a:lnTo>
                    <a:pt x="45193" y="6311116"/>
                  </a:lnTo>
                  <a:lnTo>
                    <a:pt x="45287" y="6311116"/>
                  </a:lnTo>
                  <a:lnTo>
                    <a:pt x="45381" y="6311116"/>
                  </a:lnTo>
                  <a:lnTo>
                    <a:pt x="45475" y="6311116"/>
                  </a:lnTo>
                  <a:lnTo>
                    <a:pt x="45569" y="6311116"/>
                  </a:lnTo>
                  <a:lnTo>
                    <a:pt x="45663" y="6311116"/>
                  </a:lnTo>
                  <a:lnTo>
                    <a:pt x="45757" y="6311116"/>
                  </a:lnTo>
                  <a:lnTo>
                    <a:pt x="45852" y="6311116"/>
                  </a:lnTo>
                  <a:lnTo>
                    <a:pt x="45852" y="6306205"/>
                  </a:lnTo>
                  <a:lnTo>
                    <a:pt x="45946" y="6306205"/>
                  </a:lnTo>
                  <a:lnTo>
                    <a:pt x="46040" y="6306205"/>
                  </a:lnTo>
                  <a:lnTo>
                    <a:pt x="46040" y="6301294"/>
                  </a:lnTo>
                  <a:lnTo>
                    <a:pt x="46134" y="6301294"/>
                  </a:lnTo>
                  <a:lnTo>
                    <a:pt x="46228" y="6301294"/>
                  </a:lnTo>
                  <a:lnTo>
                    <a:pt x="46322" y="6301294"/>
                  </a:lnTo>
                  <a:lnTo>
                    <a:pt x="46417" y="6301294"/>
                  </a:lnTo>
                  <a:lnTo>
                    <a:pt x="46511" y="6301294"/>
                  </a:lnTo>
                  <a:lnTo>
                    <a:pt x="46605" y="6301294"/>
                  </a:lnTo>
                  <a:lnTo>
                    <a:pt x="46699" y="6301294"/>
                  </a:lnTo>
                  <a:lnTo>
                    <a:pt x="46887" y="6301294"/>
                  </a:lnTo>
                  <a:lnTo>
                    <a:pt x="47076" y="6301294"/>
                  </a:lnTo>
                  <a:lnTo>
                    <a:pt x="47170" y="6301294"/>
                  </a:lnTo>
                  <a:lnTo>
                    <a:pt x="47264" y="6301294"/>
                  </a:lnTo>
                  <a:lnTo>
                    <a:pt x="47358" y="6301294"/>
                  </a:lnTo>
                  <a:lnTo>
                    <a:pt x="47452" y="6301294"/>
                  </a:lnTo>
                  <a:lnTo>
                    <a:pt x="47546" y="6301294"/>
                  </a:lnTo>
                  <a:lnTo>
                    <a:pt x="47641" y="6301294"/>
                  </a:lnTo>
                  <a:lnTo>
                    <a:pt x="47829" y="6301294"/>
                  </a:lnTo>
                  <a:lnTo>
                    <a:pt x="47923" y="6301294"/>
                  </a:lnTo>
                  <a:lnTo>
                    <a:pt x="48017" y="6301294"/>
                  </a:lnTo>
                  <a:lnTo>
                    <a:pt x="48111" y="6301294"/>
                  </a:lnTo>
                  <a:lnTo>
                    <a:pt x="48205" y="6301294"/>
                  </a:lnTo>
                  <a:lnTo>
                    <a:pt x="48300" y="6301294"/>
                  </a:lnTo>
                  <a:lnTo>
                    <a:pt x="48394" y="6301294"/>
                  </a:lnTo>
                  <a:lnTo>
                    <a:pt x="48488" y="6301294"/>
                  </a:lnTo>
                  <a:lnTo>
                    <a:pt x="48582" y="6301294"/>
                  </a:lnTo>
                  <a:lnTo>
                    <a:pt x="48676" y="6301294"/>
                  </a:lnTo>
                  <a:lnTo>
                    <a:pt x="48770" y="6301294"/>
                  </a:lnTo>
                  <a:lnTo>
                    <a:pt x="48864" y="6301294"/>
                  </a:lnTo>
                  <a:lnTo>
                    <a:pt x="48959" y="6301294"/>
                  </a:lnTo>
                  <a:lnTo>
                    <a:pt x="49053" y="6301294"/>
                  </a:lnTo>
                  <a:lnTo>
                    <a:pt x="49147" y="6301294"/>
                  </a:lnTo>
                  <a:lnTo>
                    <a:pt x="49147" y="6296382"/>
                  </a:lnTo>
                  <a:lnTo>
                    <a:pt x="49241" y="6296382"/>
                  </a:lnTo>
                  <a:lnTo>
                    <a:pt x="49335" y="6296382"/>
                  </a:lnTo>
                  <a:lnTo>
                    <a:pt x="49429" y="6296382"/>
                  </a:lnTo>
                  <a:lnTo>
                    <a:pt x="49618" y="6296382"/>
                  </a:lnTo>
                  <a:lnTo>
                    <a:pt x="49806" y="6296382"/>
                  </a:lnTo>
                  <a:lnTo>
                    <a:pt x="49900" y="6296382"/>
                  </a:lnTo>
                  <a:lnTo>
                    <a:pt x="49994" y="6296382"/>
                  </a:lnTo>
                  <a:lnTo>
                    <a:pt x="50088" y="6296382"/>
                  </a:lnTo>
                  <a:lnTo>
                    <a:pt x="50183" y="6296382"/>
                  </a:lnTo>
                  <a:lnTo>
                    <a:pt x="50277" y="6296382"/>
                  </a:lnTo>
                  <a:lnTo>
                    <a:pt x="50371" y="6296382"/>
                  </a:lnTo>
                  <a:lnTo>
                    <a:pt x="50465" y="6296382"/>
                  </a:lnTo>
                  <a:lnTo>
                    <a:pt x="50559" y="6296382"/>
                  </a:lnTo>
                  <a:lnTo>
                    <a:pt x="50653" y="6296382"/>
                  </a:lnTo>
                  <a:lnTo>
                    <a:pt x="50748" y="6296382"/>
                  </a:lnTo>
                  <a:lnTo>
                    <a:pt x="50842" y="6296382"/>
                  </a:lnTo>
                  <a:lnTo>
                    <a:pt x="50936" y="6296382"/>
                  </a:lnTo>
                  <a:lnTo>
                    <a:pt x="51030" y="6296382"/>
                  </a:lnTo>
                  <a:lnTo>
                    <a:pt x="51124" y="6296382"/>
                  </a:lnTo>
                  <a:lnTo>
                    <a:pt x="51218" y="6296382"/>
                  </a:lnTo>
                  <a:lnTo>
                    <a:pt x="51312" y="6296382"/>
                  </a:lnTo>
                  <a:lnTo>
                    <a:pt x="51407" y="6296382"/>
                  </a:lnTo>
                  <a:lnTo>
                    <a:pt x="51501" y="6296382"/>
                  </a:lnTo>
                  <a:lnTo>
                    <a:pt x="51595" y="6296382"/>
                  </a:lnTo>
                  <a:lnTo>
                    <a:pt x="51689" y="6296382"/>
                  </a:lnTo>
                  <a:lnTo>
                    <a:pt x="51783" y="6296382"/>
                  </a:lnTo>
                  <a:lnTo>
                    <a:pt x="51877" y="6296382"/>
                  </a:lnTo>
                  <a:lnTo>
                    <a:pt x="52066" y="6296382"/>
                  </a:lnTo>
                  <a:lnTo>
                    <a:pt x="52160" y="6296382"/>
                  </a:lnTo>
                  <a:lnTo>
                    <a:pt x="52254" y="6296382"/>
                  </a:lnTo>
                  <a:lnTo>
                    <a:pt x="52348" y="6296382"/>
                  </a:lnTo>
                  <a:lnTo>
                    <a:pt x="52442" y="6296382"/>
                  </a:lnTo>
                  <a:lnTo>
                    <a:pt x="52536" y="6296382"/>
                  </a:lnTo>
                  <a:lnTo>
                    <a:pt x="52725" y="6296382"/>
                  </a:lnTo>
                  <a:lnTo>
                    <a:pt x="52913" y="6296382"/>
                  </a:lnTo>
                  <a:lnTo>
                    <a:pt x="53007" y="6296382"/>
                  </a:lnTo>
                  <a:lnTo>
                    <a:pt x="53101" y="6296382"/>
                  </a:lnTo>
                  <a:lnTo>
                    <a:pt x="53195" y="6296382"/>
                  </a:lnTo>
                  <a:lnTo>
                    <a:pt x="53290" y="6296382"/>
                  </a:lnTo>
                  <a:lnTo>
                    <a:pt x="53384" y="6296382"/>
                  </a:lnTo>
                  <a:lnTo>
                    <a:pt x="53478" y="6296382"/>
                  </a:lnTo>
                  <a:lnTo>
                    <a:pt x="53572" y="6296382"/>
                  </a:lnTo>
                  <a:lnTo>
                    <a:pt x="53666" y="6296382"/>
                  </a:lnTo>
                  <a:lnTo>
                    <a:pt x="53760" y="6296382"/>
                  </a:lnTo>
                  <a:lnTo>
                    <a:pt x="53855" y="6296382"/>
                  </a:lnTo>
                  <a:lnTo>
                    <a:pt x="53949" y="6296382"/>
                  </a:lnTo>
                  <a:lnTo>
                    <a:pt x="54043" y="6296382"/>
                  </a:lnTo>
                  <a:lnTo>
                    <a:pt x="54137" y="6296382"/>
                  </a:lnTo>
                  <a:lnTo>
                    <a:pt x="54231" y="6296382"/>
                  </a:lnTo>
                  <a:lnTo>
                    <a:pt x="54325" y="6296382"/>
                  </a:lnTo>
                  <a:lnTo>
                    <a:pt x="54419" y="6296382"/>
                  </a:lnTo>
                  <a:lnTo>
                    <a:pt x="54514" y="6296382"/>
                  </a:lnTo>
                  <a:lnTo>
                    <a:pt x="54608" y="6296382"/>
                  </a:lnTo>
                  <a:lnTo>
                    <a:pt x="54702" y="6296382"/>
                  </a:lnTo>
                  <a:lnTo>
                    <a:pt x="54796" y="6296382"/>
                  </a:lnTo>
                  <a:lnTo>
                    <a:pt x="54890" y="6296382"/>
                  </a:lnTo>
                  <a:lnTo>
                    <a:pt x="54984" y="6296382"/>
                  </a:lnTo>
                  <a:lnTo>
                    <a:pt x="55079" y="6296382"/>
                  </a:lnTo>
                  <a:lnTo>
                    <a:pt x="55173" y="6296382"/>
                  </a:lnTo>
                  <a:lnTo>
                    <a:pt x="55267" y="6296382"/>
                  </a:lnTo>
                  <a:lnTo>
                    <a:pt x="55361" y="6296382"/>
                  </a:lnTo>
                  <a:lnTo>
                    <a:pt x="55455" y="6296382"/>
                  </a:lnTo>
                  <a:lnTo>
                    <a:pt x="55549" y="6296382"/>
                  </a:lnTo>
                  <a:lnTo>
                    <a:pt x="55643" y="6296382"/>
                  </a:lnTo>
                  <a:lnTo>
                    <a:pt x="55738" y="6296382"/>
                  </a:lnTo>
                  <a:lnTo>
                    <a:pt x="55832" y="6296382"/>
                  </a:lnTo>
                  <a:lnTo>
                    <a:pt x="55926" y="6296382"/>
                  </a:lnTo>
                  <a:lnTo>
                    <a:pt x="56114" y="6296382"/>
                  </a:lnTo>
                  <a:lnTo>
                    <a:pt x="56208" y="6296382"/>
                  </a:lnTo>
                  <a:lnTo>
                    <a:pt x="56303" y="6296382"/>
                  </a:lnTo>
                  <a:lnTo>
                    <a:pt x="56397" y="6296382"/>
                  </a:lnTo>
                  <a:lnTo>
                    <a:pt x="56491" y="6296382"/>
                  </a:lnTo>
                  <a:lnTo>
                    <a:pt x="56585" y="6296382"/>
                  </a:lnTo>
                  <a:lnTo>
                    <a:pt x="56679" y="6296382"/>
                  </a:lnTo>
                  <a:lnTo>
                    <a:pt x="56773" y="6296382"/>
                  </a:lnTo>
                  <a:lnTo>
                    <a:pt x="56867" y="6296382"/>
                  </a:lnTo>
                  <a:lnTo>
                    <a:pt x="56962" y="6296382"/>
                  </a:lnTo>
                  <a:lnTo>
                    <a:pt x="56962" y="6291471"/>
                  </a:lnTo>
                  <a:lnTo>
                    <a:pt x="57056" y="6291471"/>
                  </a:lnTo>
                  <a:lnTo>
                    <a:pt x="57150" y="6291471"/>
                  </a:lnTo>
                  <a:lnTo>
                    <a:pt x="57244" y="6291471"/>
                  </a:lnTo>
                  <a:lnTo>
                    <a:pt x="57338" y="6291471"/>
                  </a:lnTo>
                  <a:lnTo>
                    <a:pt x="57432" y="6291471"/>
                  </a:lnTo>
                  <a:lnTo>
                    <a:pt x="57526" y="6291471"/>
                  </a:lnTo>
                  <a:lnTo>
                    <a:pt x="57621" y="6291471"/>
                  </a:lnTo>
                  <a:lnTo>
                    <a:pt x="57715" y="6291471"/>
                  </a:lnTo>
                  <a:lnTo>
                    <a:pt x="57809" y="6291471"/>
                  </a:lnTo>
                  <a:lnTo>
                    <a:pt x="57903" y="6291471"/>
                  </a:lnTo>
                  <a:lnTo>
                    <a:pt x="57997" y="6291471"/>
                  </a:lnTo>
                  <a:lnTo>
                    <a:pt x="58091" y="6291471"/>
                  </a:lnTo>
                  <a:lnTo>
                    <a:pt x="58186" y="6291471"/>
                  </a:lnTo>
                  <a:lnTo>
                    <a:pt x="58280" y="6291471"/>
                  </a:lnTo>
                  <a:lnTo>
                    <a:pt x="58374" y="6291471"/>
                  </a:lnTo>
                  <a:lnTo>
                    <a:pt x="58468" y="6291471"/>
                  </a:lnTo>
                  <a:lnTo>
                    <a:pt x="58562" y="6291471"/>
                  </a:lnTo>
                  <a:lnTo>
                    <a:pt x="58656" y="6291471"/>
                  </a:lnTo>
                  <a:lnTo>
                    <a:pt x="58750" y="6291471"/>
                  </a:lnTo>
                  <a:lnTo>
                    <a:pt x="58845" y="6291471"/>
                  </a:lnTo>
                  <a:lnTo>
                    <a:pt x="58939" y="6291471"/>
                  </a:lnTo>
                  <a:lnTo>
                    <a:pt x="59033" y="6291471"/>
                  </a:lnTo>
                  <a:lnTo>
                    <a:pt x="59127" y="6291471"/>
                  </a:lnTo>
                  <a:lnTo>
                    <a:pt x="59221" y="6291471"/>
                  </a:lnTo>
                  <a:lnTo>
                    <a:pt x="59315" y="6291471"/>
                  </a:lnTo>
                  <a:lnTo>
                    <a:pt x="59410" y="6291471"/>
                  </a:lnTo>
                  <a:lnTo>
                    <a:pt x="59504" y="6291471"/>
                  </a:lnTo>
                  <a:lnTo>
                    <a:pt x="59504" y="6286559"/>
                  </a:lnTo>
                  <a:lnTo>
                    <a:pt x="59598" y="6286559"/>
                  </a:lnTo>
                  <a:lnTo>
                    <a:pt x="59692" y="6286559"/>
                  </a:lnTo>
                  <a:lnTo>
                    <a:pt x="59786" y="6286559"/>
                  </a:lnTo>
                  <a:lnTo>
                    <a:pt x="59880" y="6286559"/>
                  </a:lnTo>
                  <a:lnTo>
                    <a:pt x="59974" y="6286559"/>
                  </a:lnTo>
                  <a:lnTo>
                    <a:pt x="60069" y="6286559"/>
                  </a:lnTo>
                  <a:lnTo>
                    <a:pt x="60163" y="6286559"/>
                  </a:lnTo>
                  <a:lnTo>
                    <a:pt x="60257" y="6286559"/>
                  </a:lnTo>
                  <a:lnTo>
                    <a:pt x="60351" y="6286559"/>
                  </a:lnTo>
                  <a:lnTo>
                    <a:pt x="60445" y="6286559"/>
                  </a:lnTo>
                  <a:lnTo>
                    <a:pt x="60539" y="6286559"/>
                  </a:lnTo>
                  <a:lnTo>
                    <a:pt x="60634" y="6286559"/>
                  </a:lnTo>
                  <a:lnTo>
                    <a:pt x="60728" y="6286559"/>
                  </a:lnTo>
                  <a:lnTo>
                    <a:pt x="60822" y="6286559"/>
                  </a:lnTo>
                  <a:lnTo>
                    <a:pt x="60916" y="6286559"/>
                  </a:lnTo>
                  <a:lnTo>
                    <a:pt x="61010" y="6286559"/>
                  </a:lnTo>
                  <a:lnTo>
                    <a:pt x="61104" y="6286559"/>
                  </a:lnTo>
                  <a:lnTo>
                    <a:pt x="61198" y="6286559"/>
                  </a:lnTo>
                  <a:lnTo>
                    <a:pt x="61293" y="6286559"/>
                  </a:lnTo>
                  <a:lnTo>
                    <a:pt x="61387" y="6286559"/>
                  </a:lnTo>
                  <a:lnTo>
                    <a:pt x="61481" y="6286559"/>
                  </a:lnTo>
                  <a:lnTo>
                    <a:pt x="61575" y="6286559"/>
                  </a:lnTo>
                  <a:lnTo>
                    <a:pt x="61669" y="6286559"/>
                  </a:lnTo>
                  <a:lnTo>
                    <a:pt x="61763" y="6286559"/>
                  </a:lnTo>
                  <a:lnTo>
                    <a:pt x="61857" y="6286559"/>
                  </a:lnTo>
                  <a:lnTo>
                    <a:pt x="61952" y="6286559"/>
                  </a:lnTo>
                  <a:lnTo>
                    <a:pt x="62046" y="6286559"/>
                  </a:lnTo>
                  <a:lnTo>
                    <a:pt x="62140" y="6286559"/>
                  </a:lnTo>
                  <a:lnTo>
                    <a:pt x="62234" y="6286559"/>
                  </a:lnTo>
                  <a:lnTo>
                    <a:pt x="62328" y="6286559"/>
                  </a:lnTo>
                  <a:lnTo>
                    <a:pt x="62422" y="6286559"/>
                  </a:lnTo>
                  <a:lnTo>
                    <a:pt x="62517" y="6286559"/>
                  </a:lnTo>
                  <a:lnTo>
                    <a:pt x="62611" y="6286559"/>
                  </a:lnTo>
                  <a:lnTo>
                    <a:pt x="62705" y="6286559"/>
                  </a:lnTo>
                  <a:lnTo>
                    <a:pt x="62799" y="6286559"/>
                  </a:lnTo>
                  <a:lnTo>
                    <a:pt x="62893" y="6286559"/>
                  </a:lnTo>
                  <a:lnTo>
                    <a:pt x="62987" y="6286559"/>
                  </a:lnTo>
                  <a:lnTo>
                    <a:pt x="63081" y="6286559"/>
                  </a:lnTo>
                  <a:lnTo>
                    <a:pt x="63176" y="6286559"/>
                  </a:lnTo>
                  <a:lnTo>
                    <a:pt x="63270" y="6286559"/>
                  </a:lnTo>
                  <a:lnTo>
                    <a:pt x="63364" y="6286559"/>
                  </a:lnTo>
                  <a:lnTo>
                    <a:pt x="63458" y="6286559"/>
                  </a:lnTo>
                  <a:lnTo>
                    <a:pt x="63646" y="6286559"/>
                  </a:lnTo>
                  <a:lnTo>
                    <a:pt x="63741" y="6286559"/>
                  </a:lnTo>
                  <a:lnTo>
                    <a:pt x="63835" y="6286559"/>
                  </a:lnTo>
                  <a:lnTo>
                    <a:pt x="63929" y="6286559"/>
                  </a:lnTo>
                  <a:lnTo>
                    <a:pt x="64023" y="6286559"/>
                  </a:lnTo>
                  <a:lnTo>
                    <a:pt x="64117" y="6286559"/>
                  </a:lnTo>
                  <a:lnTo>
                    <a:pt x="64211" y="6286559"/>
                  </a:lnTo>
                  <a:lnTo>
                    <a:pt x="64305" y="6286559"/>
                  </a:lnTo>
                  <a:lnTo>
                    <a:pt x="64494" y="6286559"/>
                  </a:lnTo>
                  <a:lnTo>
                    <a:pt x="64588" y="6286559"/>
                  </a:lnTo>
                  <a:lnTo>
                    <a:pt x="64776" y="6286559"/>
                  </a:lnTo>
                  <a:lnTo>
                    <a:pt x="64870" y="6286559"/>
                  </a:lnTo>
                  <a:lnTo>
                    <a:pt x="64965" y="6286559"/>
                  </a:lnTo>
                  <a:lnTo>
                    <a:pt x="65059" y="6286559"/>
                  </a:lnTo>
                  <a:lnTo>
                    <a:pt x="65153" y="6286559"/>
                  </a:lnTo>
                  <a:lnTo>
                    <a:pt x="65247" y="6286559"/>
                  </a:lnTo>
                  <a:lnTo>
                    <a:pt x="65341" y="6286559"/>
                  </a:lnTo>
                  <a:lnTo>
                    <a:pt x="65435" y="6286559"/>
                  </a:lnTo>
                  <a:lnTo>
                    <a:pt x="65529" y="6286559"/>
                  </a:lnTo>
                  <a:lnTo>
                    <a:pt x="65624" y="6286559"/>
                  </a:lnTo>
                  <a:lnTo>
                    <a:pt x="65718" y="6286559"/>
                  </a:lnTo>
                  <a:lnTo>
                    <a:pt x="65812" y="6286559"/>
                  </a:lnTo>
                  <a:lnTo>
                    <a:pt x="65906" y="6286559"/>
                  </a:lnTo>
                  <a:lnTo>
                    <a:pt x="66000" y="6286559"/>
                  </a:lnTo>
                  <a:lnTo>
                    <a:pt x="66094" y="6286559"/>
                  </a:lnTo>
                  <a:lnTo>
                    <a:pt x="66188" y="6286559"/>
                  </a:lnTo>
                  <a:lnTo>
                    <a:pt x="66188" y="6281648"/>
                  </a:lnTo>
                  <a:lnTo>
                    <a:pt x="66377" y="6281648"/>
                  </a:lnTo>
                  <a:lnTo>
                    <a:pt x="66471" y="6281648"/>
                  </a:lnTo>
                  <a:lnTo>
                    <a:pt x="66565" y="6281648"/>
                  </a:lnTo>
                  <a:lnTo>
                    <a:pt x="66659" y="6281648"/>
                  </a:lnTo>
                  <a:lnTo>
                    <a:pt x="66848" y="6281648"/>
                  </a:lnTo>
                  <a:lnTo>
                    <a:pt x="66942" y="6281648"/>
                  </a:lnTo>
                  <a:lnTo>
                    <a:pt x="67036" y="6281648"/>
                  </a:lnTo>
                  <a:lnTo>
                    <a:pt x="67130" y="6281648"/>
                  </a:lnTo>
                  <a:lnTo>
                    <a:pt x="67224" y="6281648"/>
                  </a:lnTo>
                  <a:lnTo>
                    <a:pt x="67318" y="6281648"/>
                  </a:lnTo>
                  <a:lnTo>
                    <a:pt x="67412" y="6281648"/>
                  </a:lnTo>
                  <a:lnTo>
                    <a:pt x="67507" y="6281648"/>
                  </a:lnTo>
                  <a:lnTo>
                    <a:pt x="67601" y="6281648"/>
                  </a:lnTo>
                  <a:lnTo>
                    <a:pt x="67695" y="6281648"/>
                  </a:lnTo>
                  <a:lnTo>
                    <a:pt x="67789" y="6281648"/>
                  </a:lnTo>
                  <a:lnTo>
                    <a:pt x="67883" y="6281648"/>
                  </a:lnTo>
                  <a:lnTo>
                    <a:pt x="67977" y="6281648"/>
                  </a:lnTo>
                  <a:lnTo>
                    <a:pt x="68072" y="6281648"/>
                  </a:lnTo>
                  <a:lnTo>
                    <a:pt x="68166" y="6281648"/>
                  </a:lnTo>
                  <a:lnTo>
                    <a:pt x="68260" y="6281648"/>
                  </a:lnTo>
                  <a:lnTo>
                    <a:pt x="68354" y="6281648"/>
                  </a:lnTo>
                  <a:lnTo>
                    <a:pt x="68448" y="6281648"/>
                  </a:lnTo>
                  <a:lnTo>
                    <a:pt x="68542" y="6281648"/>
                  </a:lnTo>
                  <a:lnTo>
                    <a:pt x="68636" y="6281648"/>
                  </a:lnTo>
                  <a:lnTo>
                    <a:pt x="68731" y="6281648"/>
                  </a:lnTo>
                  <a:lnTo>
                    <a:pt x="68825" y="6281648"/>
                  </a:lnTo>
                  <a:lnTo>
                    <a:pt x="69013" y="6281648"/>
                  </a:lnTo>
                  <a:lnTo>
                    <a:pt x="69107" y="6281648"/>
                  </a:lnTo>
                  <a:lnTo>
                    <a:pt x="69201" y="6281648"/>
                  </a:lnTo>
                  <a:lnTo>
                    <a:pt x="69296" y="6281648"/>
                  </a:lnTo>
                  <a:lnTo>
                    <a:pt x="69390" y="6281648"/>
                  </a:lnTo>
                  <a:lnTo>
                    <a:pt x="69484" y="6281648"/>
                  </a:lnTo>
                  <a:lnTo>
                    <a:pt x="69578" y="6281648"/>
                  </a:lnTo>
                  <a:lnTo>
                    <a:pt x="69672" y="6281648"/>
                  </a:lnTo>
                  <a:lnTo>
                    <a:pt x="69766" y="6281648"/>
                  </a:lnTo>
                  <a:lnTo>
                    <a:pt x="69860" y="6281648"/>
                  </a:lnTo>
                  <a:lnTo>
                    <a:pt x="69955" y="6281648"/>
                  </a:lnTo>
                  <a:lnTo>
                    <a:pt x="70049" y="6281648"/>
                  </a:lnTo>
                  <a:lnTo>
                    <a:pt x="70237" y="6281648"/>
                  </a:lnTo>
                  <a:lnTo>
                    <a:pt x="70331" y="6281648"/>
                  </a:lnTo>
                  <a:lnTo>
                    <a:pt x="70425" y="6281648"/>
                  </a:lnTo>
                  <a:lnTo>
                    <a:pt x="70519" y="6281648"/>
                  </a:lnTo>
                  <a:lnTo>
                    <a:pt x="70614" y="6281648"/>
                  </a:lnTo>
                  <a:lnTo>
                    <a:pt x="70708" y="6281648"/>
                  </a:lnTo>
                  <a:lnTo>
                    <a:pt x="70802" y="6281648"/>
                  </a:lnTo>
                  <a:lnTo>
                    <a:pt x="70896" y="6281648"/>
                  </a:lnTo>
                  <a:lnTo>
                    <a:pt x="71084" y="6281648"/>
                  </a:lnTo>
                  <a:lnTo>
                    <a:pt x="71179" y="6281648"/>
                  </a:lnTo>
                  <a:lnTo>
                    <a:pt x="71273" y="6281648"/>
                  </a:lnTo>
                  <a:lnTo>
                    <a:pt x="71367" y="6281648"/>
                  </a:lnTo>
                  <a:lnTo>
                    <a:pt x="71461" y="6281648"/>
                  </a:lnTo>
                  <a:lnTo>
                    <a:pt x="71555" y="6281648"/>
                  </a:lnTo>
                  <a:lnTo>
                    <a:pt x="71649" y="6281648"/>
                  </a:lnTo>
                  <a:lnTo>
                    <a:pt x="71743" y="6281648"/>
                  </a:lnTo>
                  <a:lnTo>
                    <a:pt x="71838" y="6281648"/>
                  </a:lnTo>
                  <a:lnTo>
                    <a:pt x="71932" y="6281648"/>
                  </a:lnTo>
                  <a:lnTo>
                    <a:pt x="72026" y="6281648"/>
                  </a:lnTo>
                  <a:lnTo>
                    <a:pt x="72214" y="6281648"/>
                  </a:lnTo>
                  <a:lnTo>
                    <a:pt x="72308" y="6281648"/>
                  </a:lnTo>
                  <a:lnTo>
                    <a:pt x="72497" y="6281648"/>
                  </a:lnTo>
                  <a:lnTo>
                    <a:pt x="72591" y="6281648"/>
                  </a:lnTo>
                  <a:lnTo>
                    <a:pt x="72685" y="6281648"/>
                  </a:lnTo>
                  <a:lnTo>
                    <a:pt x="72779" y="6281648"/>
                  </a:lnTo>
                  <a:lnTo>
                    <a:pt x="72873" y="6276737"/>
                  </a:lnTo>
                  <a:lnTo>
                    <a:pt x="72967" y="6276737"/>
                  </a:lnTo>
                  <a:lnTo>
                    <a:pt x="73062" y="6276737"/>
                  </a:lnTo>
                  <a:lnTo>
                    <a:pt x="73156" y="6276737"/>
                  </a:lnTo>
                  <a:lnTo>
                    <a:pt x="73250" y="6276737"/>
                  </a:lnTo>
                  <a:lnTo>
                    <a:pt x="73344" y="6276737"/>
                  </a:lnTo>
                  <a:lnTo>
                    <a:pt x="73438" y="6276737"/>
                  </a:lnTo>
                  <a:lnTo>
                    <a:pt x="73532" y="6276737"/>
                  </a:lnTo>
                  <a:lnTo>
                    <a:pt x="73721" y="6276737"/>
                  </a:lnTo>
                  <a:lnTo>
                    <a:pt x="73815" y="6276737"/>
                  </a:lnTo>
                  <a:lnTo>
                    <a:pt x="74003" y="6276737"/>
                  </a:lnTo>
                  <a:lnTo>
                    <a:pt x="74097" y="6276737"/>
                  </a:lnTo>
                  <a:lnTo>
                    <a:pt x="74191" y="6276737"/>
                  </a:lnTo>
                  <a:lnTo>
                    <a:pt x="74286" y="6276737"/>
                  </a:lnTo>
                  <a:lnTo>
                    <a:pt x="74380" y="6276737"/>
                  </a:lnTo>
                  <a:lnTo>
                    <a:pt x="74474" y="6276737"/>
                  </a:lnTo>
                  <a:lnTo>
                    <a:pt x="74568" y="6276737"/>
                  </a:lnTo>
                  <a:lnTo>
                    <a:pt x="74662" y="6276737"/>
                  </a:lnTo>
                  <a:lnTo>
                    <a:pt x="74662" y="6271825"/>
                  </a:lnTo>
                  <a:lnTo>
                    <a:pt x="74756" y="6271825"/>
                  </a:lnTo>
                  <a:lnTo>
                    <a:pt x="74850" y="6271825"/>
                  </a:lnTo>
                  <a:lnTo>
                    <a:pt x="74945" y="6271825"/>
                  </a:lnTo>
                  <a:lnTo>
                    <a:pt x="75039" y="6271825"/>
                  </a:lnTo>
                  <a:lnTo>
                    <a:pt x="75133" y="6271825"/>
                  </a:lnTo>
                  <a:lnTo>
                    <a:pt x="75227" y="6271825"/>
                  </a:lnTo>
                  <a:lnTo>
                    <a:pt x="75321" y="6271825"/>
                  </a:lnTo>
                  <a:lnTo>
                    <a:pt x="75415" y="6271825"/>
                  </a:lnTo>
                  <a:lnTo>
                    <a:pt x="75510" y="6271825"/>
                  </a:lnTo>
                  <a:lnTo>
                    <a:pt x="75604" y="6271825"/>
                  </a:lnTo>
                  <a:lnTo>
                    <a:pt x="75698" y="6271825"/>
                  </a:lnTo>
                  <a:lnTo>
                    <a:pt x="75792" y="6271825"/>
                  </a:lnTo>
                  <a:lnTo>
                    <a:pt x="75886" y="6271825"/>
                  </a:lnTo>
                  <a:lnTo>
                    <a:pt x="75980" y="6271825"/>
                  </a:lnTo>
                  <a:lnTo>
                    <a:pt x="76169" y="6271825"/>
                  </a:lnTo>
                  <a:lnTo>
                    <a:pt x="76169" y="6266914"/>
                  </a:lnTo>
                  <a:lnTo>
                    <a:pt x="76263" y="6266914"/>
                  </a:lnTo>
                  <a:lnTo>
                    <a:pt x="76357" y="6266914"/>
                  </a:lnTo>
                  <a:lnTo>
                    <a:pt x="76451" y="6266914"/>
                  </a:lnTo>
                  <a:lnTo>
                    <a:pt x="76545" y="6266914"/>
                  </a:lnTo>
                  <a:lnTo>
                    <a:pt x="76639" y="6266914"/>
                  </a:lnTo>
                  <a:lnTo>
                    <a:pt x="76734" y="6266914"/>
                  </a:lnTo>
                  <a:lnTo>
                    <a:pt x="76828" y="6266914"/>
                  </a:lnTo>
                  <a:lnTo>
                    <a:pt x="76922" y="6266914"/>
                  </a:lnTo>
                  <a:lnTo>
                    <a:pt x="77016" y="6266914"/>
                  </a:lnTo>
                  <a:lnTo>
                    <a:pt x="77110" y="6266914"/>
                  </a:lnTo>
                  <a:lnTo>
                    <a:pt x="77204" y="6266914"/>
                  </a:lnTo>
                  <a:lnTo>
                    <a:pt x="77298" y="6266914"/>
                  </a:lnTo>
                  <a:lnTo>
                    <a:pt x="77393" y="6266914"/>
                  </a:lnTo>
                  <a:lnTo>
                    <a:pt x="77487" y="6266914"/>
                  </a:lnTo>
                  <a:lnTo>
                    <a:pt x="77581" y="6266914"/>
                  </a:lnTo>
                  <a:lnTo>
                    <a:pt x="77675" y="6266914"/>
                  </a:lnTo>
                  <a:lnTo>
                    <a:pt x="77769" y="6266914"/>
                  </a:lnTo>
                  <a:lnTo>
                    <a:pt x="77863" y="6266914"/>
                  </a:lnTo>
                  <a:lnTo>
                    <a:pt x="77958" y="6266914"/>
                  </a:lnTo>
                  <a:lnTo>
                    <a:pt x="78052" y="6266914"/>
                  </a:lnTo>
                  <a:lnTo>
                    <a:pt x="78146" y="6266914"/>
                  </a:lnTo>
                  <a:lnTo>
                    <a:pt x="78240" y="6266914"/>
                  </a:lnTo>
                  <a:lnTo>
                    <a:pt x="78334" y="6266914"/>
                  </a:lnTo>
                  <a:lnTo>
                    <a:pt x="78428" y="6266914"/>
                  </a:lnTo>
                  <a:lnTo>
                    <a:pt x="78522" y="6266914"/>
                  </a:lnTo>
                  <a:lnTo>
                    <a:pt x="78617" y="6266914"/>
                  </a:lnTo>
                  <a:lnTo>
                    <a:pt x="78711" y="6266914"/>
                  </a:lnTo>
                  <a:lnTo>
                    <a:pt x="78805" y="6266914"/>
                  </a:lnTo>
                  <a:lnTo>
                    <a:pt x="78899" y="6266914"/>
                  </a:lnTo>
                  <a:lnTo>
                    <a:pt x="78993" y="6266914"/>
                  </a:lnTo>
                  <a:lnTo>
                    <a:pt x="79087" y="6266914"/>
                  </a:lnTo>
                  <a:lnTo>
                    <a:pt x="79181" y="6266914"/>
                  </a:lnTo>
                  <a:lnTo>
                    <a:pt x="79276" y="6266914"/>
                  </a:lnTo>
                  <a:lnTo>
                    <a:pt x="79370" y="6266914"/>
                  </a:lnTo>
                  <a:lnTo>
                    <a:pt x="79464" y="6266914"/>
                  </a:lnTo>
                  <a:lnTo>
                    <a:pt x="79558" y="6266914"/>
                  </a:lnTo>
                  <a:lnTo>
                    <a:pt x="79652" y="6266914"/>
                  </a:lnTo>
                  <a:lnTo>
                    <a:pt x="79746" y="6266914"/>
                  </a:lnTo>
                  <a:lnTo>
                    <a:pt x="79841" y="6266914"/>
                  </a:lnTo>
                  <a:lnTo>
                    <a:pt x="80029" y="6266914"/>
                  </a:lnTo>
                  <a:lnTo>
                    <a:pt x="80123" y="6266914"/>
                  </a:lnTo>
                  <a:lnTo>
                    <a:pt x="80217" y="6266914"/>
                  </a:lnTo>
                  <a:lnTo>
                    <a:pt x="80311" y="6266914"/>
                  </a:lnTo>
                  <a:lnTo>
                    <a:pt x="80405" y="6266914"/>
                  </a:lnTo>
                  <a:lnTo>
                    <a:pt x="80594" y="6266914"/>
                  </a:lnTo>
                  <a:lnTo>
                    <a:pt x="80688" y="6266914"/>
                  </a:lnTo>
                  <a:lnTo>
                    <a:pt x="80876" y="6266914"/>
                  </a:lnTo>
                  <a:lnTo>
                    <a:pt x="80970" y="6266914"/>
                  </a:lnTo>
                  <a:lnTo>
                    <a:pt x="81065" y="6266914"/>
                  </a:lnTo>
                  <a:lnTo>
                    <a:pt x="81159" y="6266914"/>
                  </a:lnTo>
                  <a:lnTo>
                    <a:pt x="81159" y="6262003"/>
                  </a:lnTo>
                  <a:lnTo>
                    <a:pt x="81253" y="6262003"/>
                  </a:lnTo>
                  <a:lnTo>
                    <a:pt x="81347" y="6262003"/>
                  </a:lnTo>
                  <a:lnTo>
                    <a:pt x="81441" y="6262003"/>
                  </a:lnTo>
                  <a:lnTo>
                    <a:pt x="81535" y="6262003"/>
                  </a:lnTo>
                  <a:lnTo>
                    <a:pt x="81629" y="6262003"/>
                  </a:lnTo>
                  <a:lnTo>
                    <a:pt x="81724" y="6262003"/>
                  </a:lnTo>
                  <a:lnTo>
                    <a:pt x="81818" y="6262003"/>
                  </a:lnTo>
                  <a:lnTo>
                    <a:pt x="81912" y="6262003"/>
                  </a:lnTo>
                  <a:lnTo>
                    <a:pt x="82006" y="6262003"/>
                  </a:lnTo>
                  <a:lnTo>
                    <a:pt x="82100" y="6262003"/>
                  </a:lnTo>
                  <a:lnTo>
                    <a:pt x="82194" y="6262003"/>
                  </a:lnTo>
                  <a:lnTo>
                    <a:pt x="82289" y="6262003"/>
                  </a:lnTo>
                  <a:lnTo>
                    <a:pt x="82383" y="6262003"/>
                  </a:lnTo>
                  <a:lnTo>
                    <a:pt x="82477" y="6262003"/>
                  </a:lnTo>
                  <a:lnTo>
                    <a:pt x="82571" y="6262003"/>
                  </a:lnTo>
                  <a:lnTo>
                    <a:pt x="82665" y="6262003"/>
                  </a:lnTo>
                  <a:lnTo>
                    <a:pt x="82759" y="6262003"/>
                  </a:lnTo>
                  <a:lnTo>
                    <a:pt x="82853" y="6262003"/>
                  </a:lnTo>
                  <a:lnTo>
                    <a:pt x="82948" y="6262003"/>
                  </a:lnTo>
                  <a:lnTo>
                    <a:pt x="83042" y="6262003"/>
                  </a:lnTo>
                  <a:lnTo>
                    <a:pt x="83136" y="6262003"/>
                  </a:lnTo>
                  <a:lnTo>
                    <a:pt x="83324" y="6262003"/>
                  </a:lnTo>
                  <a:lnTo>
                    <a:pt x="83512" y="6262003"/>
                  </a:lnTo>
                  <a:lnTo>
                    <a:pt x="83607" y="6262003"/>
                  </a:lnTo>
                  <a:lnTo>
                    <a:pt x="83701" y="6262003"/>
                  </a:lnTo>
                  <a:lnTo>
                    <a:pt x="83795" y="6262003"/>
                  </a:lnTo>
                  <a:lnTo>
                    <a:pt x="83889" y="6262003"/>
                  </a:lnTo>
                  <a:lnTo>
                    <a:pt x="83983" y="6262003"/>
                  </a:lnTo>
                  <a:lnTo>
                    <a:pt x="84077" y="6262003"/>
                  </a:lnTo>
                  <a:lnTo>
                    <a:pt x="84266" y="6262003"/>
                  </a:lnTo>
                  <a:lnTo>
                    <a:pt x="84360" y="6262003"/>
                  </a:lnTo>
                  <a:lnTo>
                    <a:pt x="84454" y="6262003"/>
                  </a:lnTo>
                  <a:lnTo>
                    <a:pt x="84548" y="6262003"/>
                  </a:lnTo>
                  <a:lnTo>
                    <a:pt x="84642" y="6262003"/>
                  </a:lnTo>
                  <a:lnTo>
                    <a:pt x="84736" y="6262003"/>
                  </a:lnTo>
                  <a:lnTo>
                    <a:pt x="84831" y="6262003"/>
                  </a:lnTo>
                  <a:lnTo>
                    <a:pt x="84925" y="6262003"/>
                  </a:lnTo>
                  <a:lnTo>
                    <a:pt x="85019" y="6262003"/>
                  </a:lnTo>
                  <a:lnTo>
                    <a:pt x="85113" y="6262003"/>
                  </a:lnTo>
                  <a:lnTo>
                    <a:pt x="85207" y="6262003"/>
                  </a:lnTo>
                  <a:lnTo>
                    <a:pt x="85301" y="6262003"/>
                  </a:lnTo>
                  <a:lnTo>
                    <a:pt x="85396" y="6262003"/>
                  </a:lnTo>
                  <a:lnTo>
                    <a:pt x="85490" y="6262003"/>
                  </a:lnTo>
                  <a:lnTo>
                    <a:pt x="85584" y="6262003"/>
                  </a:lnTo>
                  <a:lnTo>
                    <a:pt x="85678" y="6262003"/>
                  </a:lnTo>
                  <a:lnTo>
                    <a:pt x="85772" y="6262003"/>
                  </a:lnTo>
                  <a:lnTo>
                    <a:pt x="85866" y="6262003"/>
                  </a:lnTo>
                  <a:lnTo>
                    <a:pt x="85960" y="6262003"/>
                  </a:lnTo>
                  <a:lnTo>
                    <a:pt x="86055" y="6262003"/>
                  </a:lnTo>
                  <a:lnTo>
                    <a:pt x="86149" y="6262003"/>
                  </a:lnTo>
                  <a:lnTo>
                    <a:pt x="86243" y="6262003"/>
                  </a:lnTo>
                  <a:lnTo>
                    <a:pt x="86337" y="6262003"/>
                  </a:lnTo>
                  <a:lnTo>
                    <a:pt x="86525" y="6262003"/>
                  </a:lnTo>
                  <a:lnTo>
                    <a:pt x="86620" y="6262003"/>
                  </a:lnTo>
                  <a:lnTo>
                    <a:pt x="86714" y="6262003"/>
                  </a:lnTo>
                  <a:lnTo>
                    <a:pt x="86808" y="6262003"/>
                  </a:lnTo>
                  <a:lnTo>
                    <a:pt x="86996" y="6262003"/>
                  </a:lnTo>
                  <a:lnTo>
                    <a:pt x="87090" y="6262003"/>
                  </a:lnTo>
                  <a:lnTo>
                    <a:pt x="87184" y="6262003"/>
                  </a:lnTo>
                  <a:lnTo>
                    <a:pt x="87279" y="6262003"/>
                  </a:lnTo>
                  <a:lnTo>
                    <a:pt x="87373" y="6262003"/>
                  </a:lnTo>
                  <a:lnTo>
                    <a:pt x="87467" y="6262003"/>
                  </a:lnTo>
                  <a:lnTo>
                    <a:pt x="87561" y="6262003"/>
                  </a:lnTo>
                  <a:lnTo>
                    <a:pt x="87655" y="6262003"/>
                  </a:lnTo>
                  <a:lnTo>
                    <a:pt x="87749" y="6262003"/>
                  </a:lnTo>
                  <a:lnTo>
                    <a:pt x="87843" y="6262003"/>
                  </a:lnTo>
                  <a:lnTo>
                    <a:pt x="88032" y="6262003"/>
                  </a:lnTo>
                  <a:lnTo>
                    <a:pt x="88126" y="6262003"/>
                  </a:lnTo>
                  <a:lnTo>
                    <a:pt x="88220" y="6262003"/>
                  </a:lnTo>
                  <a:lnTo>
                    <a:pt x="88314" y="6262003"/>
                  </a:lnTo>
                  <a:lnTo>
                    <a:pt x="88408" y="6262003"/>
                  </a:lnTo>
                  <a:lnTo>
                    <a:pt x="88503" y="6262003"/>
                  </a:lnTo>
                  <a:lnTo>
                    <a:pt x="88597" y="6262003"/>
                  </a:lnTo>
                  <a:lnTo>
                    <a:pt x="88879" y="6262003"/>
                  </a:lnTo>
                  <a:lnTo>
                    <a:pt x="88973" y="6262003"/>
                  </a:lnTo>
                  <a:lnTo>
                    <a:pt x="89162" y="6262003"/>
                  </a:lnTo>
                  <a:lnTo>
                    <a:pt x="89256" y="6262003"/>
                  </a:lnTo>
                  <a:lnTo>
                    <a:pt x="89350" y="6262003"/>
                  </a:lnTo>
                  <a:lnTo>
                    <a:pt x="89444" y="6262003"/>
                  </a:lnTo>
                  <a:lnTo>
                    <a:pt x="89538" y="6262003"/>
                  </a:lnTo>
                  <a:lnTo>
                    <a:pt x="89632" y="6262003"/>
                  </a:lnTo>
                  <a:lnTo>
                    <a:pt x="89727" y="6262003"/>
                  </a:lnTo>
                  <a:lnTo>
                    <a:pt x="89915" y="6262003"/>
                  </a:lnTo>
                  <a:lnTo>
                    <a:pt x="90009" y="6262003"/>
                  </a:lnTo>
                  <a:lnTo>
                    <a:pt x="90103" y="6262003"/>
                  </a:lnTo>
                  <a:lnTo>
                    <a:pt x="90197" y="6262003"/>
                  </a:lnTo>
                  <a:lnTo>
                    <a:pt x="90291" y="6262003"/>
                  </a:lnTo>
                  <a:lnTo>
                    <a:pt x="90386" y="6262003"/>
                  </a:lnTo>
                  <a:lnTo>
                    <a:pt x="90480" y="6262003"/>
                  </a:lnTo>
                  <a:lnTo>
                    <a:pt x="90574" y="6262003"/>
                  </a:lnTo>
                  <a:lnTo>
                    <a:pt x="90668" y="6262003"/>
                  </a:lnTo>
                  <a:lnTo>
                    <a:pt x="90668" y="6257091"/>
                  </a:lnTo>
                  <a:lnTo>
                    <a:pt x="90762" y="6257091"/>
                  </a:lnTo>
                  <a:lnTo>
                    <a:pt x="90856" y="6257091"/>
                  </a:lnTo>
                  <a:lnTo>
                    <a:pt x="90951" y="6257091"/>
                  </a:lnTo>
                  <a:lnTo>
                    <a:pt x="91045" y="6257091"/>
                  </a:lnTo>
                  <a:lnTo>
                    <a:pt x="91139" y="6257091"/>
                  </a:lnTo>
                  <a:lnTo>
                    <a:pt x="91233" y="6257091"/>
                  </a:lnTo>
                  <a:lnTo>
                    <a:pt x="91327" y="6257091"/>
                  </a:lnTo>
                  <a:lnTo>
                    <a:pt x="91421" y="6257091"/>
                  </a:lnTo>
                  <a:lnTo>
                    <a:pt x="91515" y="6257091"/>
                  </a:lnTo>
                  <a:lnTo>
                    <a:pt x="91610" y="6257091"/>
                  </a:lnTo>
                  <a:lnTo>
                    <a:pt x="91704" y="6257091"/>
                  </a:lnTo>
                  <a:lnTo>
                    <a:pt x="91798" y="6257091"/>
                  </a:lnTo>
                  <a:lnTo>
                    <a:pt x="91892" y="6257091"/>
                  </a:lnTo>
                  <a:lnTo>
                    <a:pt x="91986" y="6257091"/>
                  </a:lnTo>
                  <a:lnTo>
                    <a:pt x="92080" y="6257091"/>
                  </a:lnTo>
                  <a:lnTo>
                    <a:pt x="92269" y="6257091"/>
                  </a:lnTo>
                  <a:lnTo>
                    <a:pt x="92363" y="6257091"/>
                  </a:lnTo>
                  <a:lnTo>
                    <a:pt x="92363" y="6252180"/>
                  </a:lnTo>
                  <a:lnTo>
                    <a:pt x="92457" y="6252180"/>
                  </a:lnTo>
                  <a:lnTo>
                    <a:pt x="92551" y="6252180"/>
                  </a:lnTo>
                  <a:lnTo>
                    <a:pt x="92645" y="6252180"/>
                  </a:lnTo>
                  <a:lnTo>
                    <a:pt x="92739" y="6252180"/>
                  </a:lnTo>
                  <a:lnTo>
                    <a:pt x="92834" y="6252180"/>
                  </a:lnTo>
                  <a:lnTo>
                    <a:pt x="92928" y="6252180"/>
                  </a:lnTo>
                  <a:lnTo>
                    <a:pt x="93022" y="6252180"/>
                  </a:lnTo>
                  <a:lnTo>
                    <a:pt x="93116" y="6252180"/>
                  </a:lnTo>
                  <a:lnTo>
                    <a:pt x="93304" y="6252180"/>
                  </a:lnTo>
                  <a:lnTo>
                    <a:pt x="93493" y="6252180"/>
                  </a:lnTo>
                  <a:lnTo>
                    <a:pt x="93587" y="6252180"/>
                  </a:lnTo>
                  <a:lnTo>
                    <a:pt x="93681" y="6252180"/>
                  </a:lnTo>
                  <a:lnTo>
                    <a:pt x="93775" y="6252180"/>
                  </a:lnTo>
                  <a:lnTo>
                    <a:pt x="93963" y="6252180"/>
                  </a:lnTo>
                  <a:lnTo>
                    <a:pt x="94058" y="6252180"/>
                  </a:lnTo>
                  <a:lnTo>
                    <a:pt x="94152" y="6252180"/>
                  </a:lnTo>
                  <a:lnTo>
                    <a:pt x="94246" y="6252180"/>
                  </a:lnTo>
                  <a:lnTo>
                    <a:pt x="94340" y="6252180"/>
                  </a:lnTo>
                  <a:lnTo>
                    <a:pt x="94434" y="6252180"/>
                  </a:lnTo>
                  <a:lnTo>
                    <a:pt x="94528" y="6252180"/>
                  </a:lnTo>
                  <a:lnTo>
                    <a:pt x="94622" y="6252180"/>
                  </a:lnTo>
                  <a:lnTo>
                    <a:pt x="94622" y="6247268"/>
                  </a:lnTo>
                  <a:lnTo>
                    <a:pt x="94717" y="6247268"/>
                  </a:lnTo>
                  <a:lnTo>
                    <a:pt x="94717" y="6242357"/>
                  </a:lnTo>
                  <a:lnTo>
                    <a:pt x="94811" y="6242357"/>
                  </a:lnTo>
                  <a:lnTo>
                    <a:pt x="94905" y="6242357"/>
                  </a:lnTo>
                  <a:lnTo>
                    <a:pt x="94999" y="6242357"/>
                  </a:lnTo>
                  <a:lnTo>
                    <a:pt x="95093" y="6242357"/>
                  </a:lnTo>
                  <a:lnTo>
                    <a:pt x="95187" y="6242357"/>
                  </a:lnTo>
                  <a:lnTo>
                    <a:pt x="95282" y="6242357"/>
                  </a:lnTo>
                  <a:lnTo>
                    <a:pt x="95376" y="6242357"/>
                  </a:lnTo>
                  <a:lnTo>
                    <a:pt x="95470" y="6242357"/>
                  </a:lnTo>
                  <a:lnTo>
                    <a:pt x="95564" y="6242357"/>
                  </a:lnTo>
                  <a:lnTo>
                    <a:pt x="95658" y="6242357"/>
                  </a:lnTo>
                  <a:lnTo>
                    <a:pt x="95752" y="6242357"/>
                  </a:lnTo>
                  <a:lnTo>
                    <a:pt x="95846" y="6242357"/>
                  </a:lnTo>
                  <a:lnTo>
                    <a:pt x="95941" y="6242357"/>
                  </a:lnTo>
                  <a:lnTo>
                    <a:pt x="96035" y="6242357"/>
                  </a:lnTo>
                  <a:lnTo>
                    <a:pt x="96129" y="6242357"/>
                  </a:lnTo>
                  <a:lnTo>
                    <a:pt x="96223" y="6242357"/>
                  </a:lnTo>
                  <a:lnTo>
                    <a:pt x="96317" y="6237446"/>
                  </a:lnTo>
                  <a:lnTo>
                    <a:pt x="96411" y="6237446"/>
                  </a:lnTo>
                  <a:lnTo>
                    <a:pt x="96505" y="6237446"/>
                  </a:lnTo>
                  <a:lnTo>
                    <a:pt x="96600" y="6237446"/>
                  </a:lnTo>
                  <a:lnTo>
                    <a:pt x="96694" y="6237446"/>
                  </a:lnTo>
                  <a:lnTo>
                    <a:pt x="96788" y="6237446"/>
                  </a:lnTo>
                  <a:lnTo>
                    <a:pt x="96882" y="6237446"/>
                  </a:lnTo>
                  <a:lnTo>
                    <a:pt x="96976" y="6237446"/>
                  </a:lnTo>
                  <a:lnTo>
                    <a:pt x="97070" y="6237446"/>
                  </a:lnTo>
                  <a:lnTo>
                    <a:pt x="97165" y="6237446"/>
                  </a:lnTo>
                  <a:lnTo>
                    <a:pt x="97259" y="6237446"/>
                  </a:lnTo>
                  <a:lnTo>
                    <a:pt x="97353" y="6237446"/>
                  </a:lnTo>
                  <a:lnTo>
                    <a:pt x="97447" y="6237446"/>
                  </a:lnTo>
                  <a:lnTo>
                    <a:pt x="97541" y="6237446"/>
                  </a:lnTo>
                  <a:lnTo>
                    <a:pt x="97635" y="6237446"/>
                  </a:lnTo>
                  <a:lnTo>
                    <a:pt x="97729" y="6237446"/>
                  </a:lnTo>
                  <a:lnTo>
                    <a:pt x="97824" y="6237446"/>
                  </a:lnTo>
                  <a:lnTo>
                    <a:pt x="97918" y="6237446"/>
                  </a:lnTo>
                  <a:lnTo>
                    <a:pt x="98012" y="6237446"/>
                  </a:lnTo>
                  <a:lnTo>
                    <a:pt x="98106" y="6237446"/>
                  </a:lnTo>
                  <a:lnTo>
                    <a:pt x="98200" y="6237446"/>
                  </a:lnTo>
                  <a:lnTo>
                    <a:pt x="98294" y="6237446"/>
                  </a:lnTo>
                  <a:lnTo>
                    <a:pt x="98483" y="6237446"/>
                  </a:lnTo>
                  <a:lnTo>
                    <a:pt x="98577" y="6237446"/>
                  </a:lnTo>
                  <a:lnTo>
                    <a:pt x="98765" y="6237446"/>
                  </a:lnTo>
                  <a:lnTo>
                    <a:pt x="98953" y="6237446"/>
                  </a:lnTo>
                  <a:lnTo>
                    <a:pt x="99048" y="6237446"/>
                  </a:lnTo>
                  <a:lnTo>
                    <a:pt x="99142" y="6237446"/>
                  </a:lnTo>
                  <a:lnTo>
                    <a:pt x="99236" y="6237446"/>
                  </a:lnTo>
                  <a:lnTo>
                    <a:pt x="99330" y="6237446"/>
                  </a:lnTo>
                  <a:lnTo>
                    <a:pt x="99424" y="6237446"/>
                  </a:lnTo>
                  <a:lnTo>
                    <a:pt x="99613" y="6237446"/>
                  </a:lnTo>
                  <a:lnTo>
                    <a:pt x="99707" y="6237446"/>
                  </a:lnTo>
                  <a:lnTo>
                    <a:pt x="99895" y="6237446"/>
                  </a:lnTo>
                  <a:lnTo>
                    <a:pt x="99989" y="6237446"/>
                  </a:lnTo>
                  <a:lnTo>
                    <a:pt x="100083" y="6237446"/>
                  </a:lnTo>
                  <a:lnTo>
                    <a:pt x="100177" y="6237446"/>
                  </a:lnTo>
                  <a:lnTo>
                    <a:pt x="100272" y="6237446"/>
                  </a:lnTo>
                  <a:lnTo>
                    <a:pt x="100366" y="6237446"/>
                  </a:lnTo>
                  <a:lnTo>
                    <a:pt x="100460" y="6237446"/>
                  </a:lnTo>
                  <a:lnTo>
                    <a:pt x="100554" y="6237446"/>
                  </a:lnTo>
                  <a:lnTo>
                    <a:pt x="100742" y="6237446"/>
                  </a:lnTo>
                  <a:lnTo>
                    <a:pt x="100836" y="6237446"/>
                  </a:lnTo>
                  <a:lnTo>
                    <a:pt x="100931" y="6237446"/>
                  </a:lnTo>
                  <a:lnTo>
                    <a:pt x="101025" y="6237446"/>
                  </a:lnTo>
                  <a:lnTo>
                    <a:pt x="101119" y="6237446"/>
                  </a:lnTo>
                  <a:lnTo>
                    <a:pt x="101213" y="6237446"/>
                  </a:lnTo>
                  <a:lnTo>
                    <a:pt x="101307" y="6237446"/>
                  </a:lnTo>
                  <a:lnTo>
                    <a:pt x="101401" y="6237446"/>
                  </a:lnTo>
                  <a:lnTo>
                    <a:pt x="101496" y="6237446"/>
                  </a:lnTo>
                  <a:lnTo>
                    <a:pt x="101590" y="6237446"/>
                  </a:lnTo>
                  <a:lnTo>
                    <a:pt x="101684" y="6237446"/>
                  </a:lnTo>
                  <a:lnTo>
                    <a:pt x="101778" y="6237446"/>
                  </a:lnTo>
                  <a:lnTo>
                    <a:pt x="101872" y="6237446"/>
                  </a:lnTo>
                  <a:lnTo>
                    <a:pt x="101966" y="6237446"/>
                  </a:lnTo>
                  <a:lnTo>
                    <a:pt x="102060" y="6237446"/>
                  </a:lnTo>
                  <a:lnTo>
                    <a:pt x="102343" y="6237446"/>
                  </a:lnTo>
                  <a:lnTo>
                    <a:pt x="102531" y="6237446"/>
                  </a:lnTo>
                  <a:lnTo>
                    <a:pt x="102625" y="6237446"/>
                  </a:lnTo>
                  <a:lnTo>
                    <a:pt x="102720" y="6237446"/>
                  </a:lnTo>
                  <a:lnTo>
                    <a:pt x="102908" y="6237446"/>
                  </a:lnTo>
                  <a:lnTo>
                    <a:pt x="103002" y="6237446"/>
                  </a:lnTo>
                  <a:lnTo>
                    <a:pt x="103096" y="6237446"/>
                  </a:lnTo>
                  <a:lnTo>
                    <a:pt x="103190" y="6237446"/>
                  </a:lnTo>
                  <a:lnTo>
                    <a:pt x="103284" y="6237446"/>
                  </a:lnTo>
                  <a:lnTo>
                    <a:pt x="103379" y="6237446"/>
                  </a:lnTo>
                  <a:lnTo>
                    <a:pt x="103473" y="6237446"/>
                  </a:lnTo>
                  <a:lnTo>
                    <a:pt x="103567" y="6237446"/>
                  </a:lnTo>
                  <a:lnTo>
                    <a:pt x="103755" y="6237446"/>
                  </a:lnTo>
                  <a:lnTo>
                    <a:pt x="103849" y="6237446"/>
                  </a:lnTo>
                  <a:lnTo>
                    <a:pt x="103944" y="6237446"/>
                  </a:lnTo>
                  <a:lnTo>
                    <a:pt x="104038" y="6237446"/>
                  </a:lnTo>
                  <a:lnTo>
                    <a:pt x="104226" y="6237446"/>
                  </a:lnTo>
                  <a:lnTo>
                    <a:pt x="104320" y="6237446"/>
                  </a:lnTo>
                  <a:lnTo>
                    <a:pt x="104414" y="6237446"/>
                  </a:lnTo>
                  <a:lnTo>
                    <a:pt x="104508" y="6237446"/>
                  </a:lnTo>
                  <a:lnTo>
                    <a:pt x="104603" y="6237446"/>
                  </a:lnTo>
                  <a:lnTo>
                    <a:pt x="104791" y="6237446"/>
                  </a:lnTo>
                  <a:lnTo>
                    <a:pt x="104885" y="6237446"/>
                  </a:lnTo>
                  <a:lnTo>
                    <a:pt x="104979" y="6237446"/>
                  </a:lnTo>
                  <a:lnTo>
                    <a:pt x="105073" y="6237446"/>
                  </a:lnTo>
                  <a:lnTo>
                    <a:pt x="105167" y="6237446"/>
                  </a:lnTo>
                  <a:lnTo>
                    <a:pt x="105262" y="6237446"/>
                  </a:lnTo>
                  <a:lnTo>
                    <a:pt x="105356" y="6237446"/>
                  </a:lnTo>
                  <a:lnTo>
                    <a:pt x="105450" y="6237446"/>
                  </a:lnTo>
                  <a:lnTo>
                    <a:pt x="105544" y="6237446"/>
                  </a:lnTo>
                  <a:lnTo>
                    <a:pt x="105638" y="6237446"/>
                  </a:lnTo>
                  <a:lnTo>
                    <a:pt x="105921" y="6237446"/>
                  </a:lnTo>
                  <a:lnTo>
                    <a:pt x="106015" y="6237446"/>
                  </a:lnTo>
                  <a:lnTo>
                    <a:pt x="106109" y="6237446"/>
                  </a:lnTo>
                  <a:lnTo>
                    <a:pt x="106203" y="6237446"/>
                  </a:lnTo>
                  <a:lnTo>
                    <a:pt x="106391" y="6237446"/>
                  </a:lnTo>
                  <a:lnTo>
                    <a:pt x="106486" y="6237446"/>
                  </a:lnTo>
                  <a:lnTo>
                    <a:pt x="106580" y="6237446"/>
                  </a:lnTo>
                  <a:lnTo>
                    <a:pt x="106674" y="6237446"/>
                  </a:lnTo>
                  <a:lnTo>
                    <a:pt x="106768" y="6237446"/>
                  </a:lnTo>
                  <a:lnTo>
                    <a:pt x="106862" y="6237446"/>
                  </a:lnTo>
                  <a:lnTo>
                    <a:pt x="106956" y="6237446"/>
                  </a:lnTo>
                  <a:lnTo>
                    <a:pt x="107051" y="6237446"/>
                  </a:lnTo>
                  <a:lnTo>
                    <a:pt x="107051" y="6232534"/>
                  </a:lnTo>
                  <a:lnTo>
                    <a:pt x="107145" y="6232534"/>
                  </a:lnTo>
                  <a:lnTo>
                    <a:pt x="107239" y="6232534"/>
                  </a:lnTo>
                  <a:lnTo>
                    <a:pt x="107333" y="6232534"/>
                  </a:lnTo>
                  <a:lnTo>
                    <a:pt x="107427" y="6232534"/>
                  </a:lnTo>
                  <a:lnTo>
                    <a:pt x="107521" y="6232534"/>
                  </a:lnTo>
                  <a:lnTo>
                    <a:pt x="107615" y="6232534"/>
                  </a:lnTo>
                  <a:lnTo>
                    <a:pt x="107710" y="6232534"/>
                  </a:lnTo>
                  <a:lnTo>
                    <a:pt x="108086" y="6232534"/>
                  </a:lnTo>
                  <a:lnTo>
                    <a:pt x="108180" y="6232534"/>
                  </a:lnTo>
                  <a:lnTo>
                    <a:pt x="108275" y="6232534"/>
                  </a:lnTo>
                  <a:lnTo>
                    <a:pt x="108369" y="6232534"/>
                  </a:lnTo>
                  <a:lnTo>
                    <a:pt x="108463" y="6232534"/>
                  </a:lnTo>
                  <a:lnTo>
                    <a:pt x="108557" y="6232534"/>
                  </a:lnTo>
                  <a:lnTo>
                    <a:pt x="108651" y="6232534"/>
                  </a:lnTo>
                  <a:lnTo>
                    <a:pt x="108745" y="6232534"/>
                  </a:lnTo>
                  <a:lnTo>
                    <a:pt x="108839" y="6232534"/>
                  </a:lnTo>
                  <a:lnTo>
                    <a:pt x="108934" y="6232534"/>
                  </a:lnTo>
                  <a:lnTo>
                    <a:pt x="109028" y="6232534"/>
                  </a:lnTo>
                  <a:lnTo>
                    <a:pt x="109122" y="6232534"/>
                  </a:lnTo>
                  <a:lnTo>
                    <a:pt x="109216" y="6232534"/>
                  </a:lnTo>
                  <a:lnTo>
                    <a:pt x="109310" y="6232534"/>
                  </a:lnTo>
                  <a:lnTo>
                    <a:pt x="109404" y="6232534"/>
                  </a:lnTo>
                  <a:lnTo>
                    <a:pt x="109498" y="6232534"/>
                  </a:lnTo>
                  <a:lnTo>
                    <a:pt x="109593" y="6232534"/>
                  </a:lnTo>
                  <a:lnTo>
                    <a:pt x="109687" y="6232534"/>
                  </a:lnTo>
                  <a:lnTo>
                    <a:pt x="109781" y="6232534"/>
                  </a:lnTo>
                  <a:lnTo>
                    <a:pt x="109875" y="6232534"/>
                  </a:lnTo>
                  <a:lnTo>
                    <a:pt x="109969" y="6232534"/>
                  </a:lnTo>
                  <a:lnTo>
                    <a:pt x="110063" y="6232534"/>
                  </a:lnTo>
                  <a:lnTo>
                    <a:pt x="110158" y="6232534"/>
                  </a:lnTo>
                  <a:lnTo>
                    <a:pt x="110346" y="6232534"/>
                  </a:lnTo>
                  <a:lnTo>
                    <a:pt x="110534" y="6232534"/>
                  </a:lnTo>
                  <a:lnTo>
                    <a:pt x="110628" y="6232534"/>
                  </a:lnTo>
                  <a:lnTo>
                    <a:pt x="110722" y="6232534"/>
                  </a:lnTo>
                  <a:lnTo>
                    <a:pt x="110817" y="6232534"/>
                  </a:lnTo>
                  <a:lnTo>
                    <a:pt x="110911" y="6232534"/>
                  </a:lnTo>
                  <a:lnTo>
                    <a:pt x="111005" y="6232534"/>
                  </a:lnTo>
                  <a:lnTo>
                    <a:pt x="111099" y="6232534"/>
                  </a:lnTo>
                  <a:lnTo>
                    <a:pt x="111193" y="6232534"/>
                  </a:lnTo>
                  <a:lnTo>
                    <a:pt x="111287" y="6232534"/>
                  </a:lnTo>
                  <a:lnTo>
                    <a:pt x="111382" y="6232534"/>
                  </a:lnTo>
                  <a:lnTo>
                    <a:pt x="111476" y="6232534"/>
                  </a:lnTo>
                  <a:lnTo>
                    <a:pt x="111570" y="6232534"/>
                  </a:lnTo>
                  <a:lnTo>
                    <a:pt x="111664" y="6232534"/>
                  </a:lnTo>
                  <a:lnTo>
                    <a:pt x="111852" y="6232534"/>
                  </a:lnTo>
                  <a:lnTo>
                    <a:pt x="111946" y="6232534"/>
                  </a:lnTo>
                  <a:lnTo>
                    <a:pt x="112041" y="6232534"/>
                  </a:lnTo>
                  <a:lnTo>
                    <a:pt x="112135" y="6232534"/>
                  </a:lnTo>
                  <a:lnTo>
                    <a:pt x="112229" y="6232534"/>
                  </a:lnTo>
                  <a:lnTo>
                    <a:pt x="112323" y="6232534"/>
                  </a:lnTo>
                  <a:lnTo>
                    <a:pt x="112417" y="6232534"/>
                  </a:lnTo>
                  <a:lnTo>
                    <a:pt x="112511" y="6232534"/>
                  </a:lnTo>
                  <a:lnTo>
                    <a:pt x="112511" y="6227623"/>
                  </a:lnTo>
                  <a:lnTo>
                    <a:pt x="112606" y="6227623"/>
                  </a:lnTo>
                  <a:lnTo>
                    <a:pt x="112700" y="6227623"/>
                  </a:lnTo>
                  <a:lnTo>
                    <a:pt x="112794" y="6227623"/>
                  </a:lnTo>
                  <a:lnTo>
                    <a:pt x="112888" y="6227623"/>
                  </a:lnTo>
                  <a:lnTo>
                    <a:pt x="112982" y="6227623"/>
                  </a:lnTo>
                  <a:lnTo>
                    <a:pt x="113076" y="6227623"/>
                  </a:lnTo>
                  <a:lnTo>
                    <a:pt x="113170" y="6227623"/>
                  </a:lnTo>
                  <a:lnTo>
                    <a:pt x="113265" y="6227623"/>
                  </a:lnTo>
                  <a:lnTo>
                    <a:pt x="113359" y="6227623"/>
                  </a:lnTo>
                  <a:lnTo>
                    <a:pt x="113359" y="6222712"/>
                  </a:lnTo>
                  <a:lnTo>
                    <a:pt x="113547" y="6222712"/>
                  </a:lnTo>
                  <a:lnTo>
                    <a:pt x="113641" y="6222712"/>
                  </a:lnTo>
                  <a:lnTo>
                    <a:pt x="113735" y="6222712"/>
                  </a:lnTo>
                  <a:lnTo>
                    <a:pt x="113829" y="6222712"/>
                  </a:lnTo>
                  <a:lnTo>
                    <a:pt x="113924" y="6222712"/>
                  </a:lnTo>
                  <a:lnTo>
                    <a:pt x="114018" y="6222712"/>
                  </a:lnTo>
                  <a:lnTo>
                    <a:pt x="114112" y="6222712"/>
                  </a:lnTo>
                  <a:lnTo>
                    <a:pt x="114206" y="6222712"/>
                  </a:lnTo>
                  <a:lnTo>
                    <a:pt x="114394" y="6222712"/>
                  </a:lnTo>
                  <a:lnTo>
                    <a:pt x="114489" y="6222712"/>
                  </a:lnTo>
                  <a:lnTo>
                    <a:pt x="114583" y="6222712"/>
                  </a:lnTo>
                  <a:lnTo>
                    <a:pt x="114677" y="6222712"/>
                  </a:lnTo>
                  <a:lnTo>
                    <a:pt x="114771" y="6222712"/>
                  </a:lnTo>
                  <a:lnTo>
                    <a:pt x="114865" y="6222712"/>
                  </a:lnTo>
                  <a:lnTo>
                    <a:pt x="114959" y="6222712"/>
                  </a:lnTo>
                  <a:lnTo>
                    <a:pt x="115053" y="6222712"/>
                  </a:lnTo>
                  <a:lnTo>
                    <a:pt x="115148" y="6222712"/>
                  </a:lnTo>
                  <a:lnTo>
                    <a:pt x="115242" y="6222712"/>
                  </a:lnTo>
                  <a:lnTo>
                    <a:pt x="115336" y="6222712"/>
                  </a:lnTo>
                  <a:lnTo>
                    <a:pt x="115430" y="6222712"/>
                  </a:lnTo>
                  <a:lnTo>
                    <a:pt x="115618" y="6222712"/>
                  </a:lnTo>
                  <a:lnTo>
                    <a:pt x="115713" y="6222712"/>
                  </a:lnTo>
                  <a:lnTo>
                    <a:pt x="115901" y="6222712"/>
                  </a:lnTo>
                  <a:lnTo>
                    <a:pt x="115995" y="6222712"/>
                  </a:lnTo>
                  <a:lnTo>
                    <a:pt x="116089" y="6222712"/>
                  </a:lnTo>
                  <a:lnTo>
                    <a:pt x="116183" y="6222712"/>
                  </a:lnTo>
                  <a:lnTo>
                    <a:pt x="116277" y="6222712"/>
                  </a:lnTo>
                  <a:lnTo>
                    <a:pt x="116372" y="6222712"/>
                  </a:lnTo>
                  <a:lnTo>
                    <a:pt x="116466" y="6222712"/>
                  </a:lnTo>
                  <a:lnTo>
                    <a:pt x="116560" y="6222712"/>
                  </a:lnTo>
                  <a:lnTo>
                    <a:pt x="116654" y="6222712"/>
                  </a:lnTo>
                  <a:lnTo>
                    <a:pt x="116748" y="6222712"/>
                  </a:lnTo>
                  <a:lnTo>
                    <a:pt x="116842" y="6222712"/>
                  </a:lnTo>
                  <a:lnTo>
                    <a:pt x="116937" y="6222712"/>
                  </a:lnTo>
                  <a:lnTo>
                    <a:pt x="117031" y="6222712"/>
                  </a:lnTo>
                  <a:lnTo>
                    <a:pt x="117125" y="6222712"/>
                  </a:lnTo>
                  <a:lnTo>
                    <a:pt x="117219" y="6222712"/>
                  </a:lnTo>
                  <a:lnTo>
                    <a:pt x="117219" y="6217800"/>
                  </a:lnTo>
                  <a:lnTo>
                    <a:pt x="117313" y="6217800"/>
                  </a:lnTo>
                  <a:lnTo>
                    <a:pt x="117407" y="6217800"/>
                  </a:lnTo>
                  <a:lnTo>
                    <a:pt x="117501" y="6217800"/>
                  </a:lnTo>
                  <a:lnTo>
                    <a:pt x="117690" y="6217800"/>
                  </a:lnTo>
                  <a:lnTo>
                    <a:pt x="117878" y="6217800"/>
                  </a:lnTo>
                  <a:lnTo>
                    <a:pt x="117972" y="6217800"/>
                  </a:lnTo>
                  <a:lnTo>
                    <a:pt x="118066" y="6217800"/>
                  </a:lnTo>
                  <a:lnTo>
                    <a:pt x="118160" y="6217800"/>
                  </a:lnTo>
                  <a:lnTo>
                    <a:pt x="118255" y="6217800"/>
                  </a:lnTo>
                  <a:lnTo>
                    <a:pt x="118349" y="6217800"/>
                  </a:lnTo>
                  <a:lnTo>
                    <a:pt x="118443" y="6217800"/>
                  </a:lnTo>
                  <a:lnTo>
                    <a:pt x="118537" y="6217800"/>
                  </a:lnTo>
                  <a:lnTo>
                    <a:pt x="118725" y="6217800"/>
                  </a:lnTo>
                  <a:lnTo>
                    <a:pt x="118820" y="6217800"/>
                  </a:lnTo>
                  <a:lnTo>
                    <a:pt x="118914" y="6217800"/>
                  </a:lnTo>
                  <a:lnTo>
                    <a:pt x="119008" y="6217800"/>
                  </a:lnTo>
                  <a:lnTo>
                    <a:pt x="119102" y="6217800"/>
                  </a:lnTo>
                  <a:lnTo>
                    <a:pt x="119102" y="6212889"/>
                  </a:lnTo>
                  <a:lnTo>
                    <a:pt x="119290" y="6212889"/>
                  </a:lnTo>
                  <a:lnTo>
                    <a:pt x="119384" y="6212889"/>
                  </a:lnTo>
                  <a:lnTo>
                    <a:pt x="119479" y="6212889"/>
                  </a:lnTo>
                  <a:lnTo>
                    <a:pt x="119573" y="6212889"/>
                  </a:lnTo>
                  <a:lnTo>
                    <a:pt x="119667" y="6212889"/>
                  </a:lnTo>
                  <a:lnTo>
                    <a:pt x="119761" y="6212889"/>
                  </a:lnTo>
                  <a:lnTo>
                    <a:pt x="119855" y="6212889"/>
                  </a:lnTo>
                  <a:lnTo>
                    <a:pt x="119949" y="6212889"/>
                  </a:lnTo>
                  <a:lnTo>
                    <a:pt x="120044" y="6212889"/>
                  </a:lnTo>
                  <a:lnTo>
                    <a:pt x="120232" y="6212889"/>
                  </a:lnTo>
                  <a:lnTo>
                    <a:pt x="120326" y="6212889"/>
                  </a:lnTo>
                  <a:lnTo>
                    <a:pt x="120420" y="6212889"/>
                  </a:lnTo>
                  <a:lnTo>
                    <a:pt x="120514" y="6212889"/>
                  </a:lnTo>
                  <a:lnTo>
                    <a:pt x="120608" y="6212889"/>
                  </a:lnTo>
                  <a:lnTo>
                    <a:pt x="120703" y="6212889"/>
                  </a:lnTo>
                  <a:lnTo>
                    <a:pt x="120797" y="6212889"/>
                  </a:lnTo>
                  <a:lnTo>
                    <a:pt x="120891" y="6212889"/>
                  </a:lnTo>
                  <a:lnTo>
                    <a:pt x="120985" y="6212889"/>
                  </a:lnTo>
                  <a:lnTo>
                    <a:pt x="121268" y="6212889"/>
                  </a:lnTo>
                  <a:lnTo>
                    <a:pt x="121362" y="6212889"/>
                  </a:lnTo>
                  <a:lnTo>
                    <a:pt x="121456" y="6212889"/>
                  </a:lnTo>
                  <a:lnTo>
                    <a:pt x="121550" y="6212889"/>
                  </a:lnTo>
                  <a:lnTo>
                    <a:pt x="121644" y="6212889"/>
                  </a:lnTo>
                  <a:lnTo>
                    <a:pt x="121738" y="6212889"/>
                  </a:lnTo>
                  <a:lnTo>
                    <a:pt x="121832" y="6212889"/>
                  </a:lnTo>
                  <a:lnTo>
                    <a:pt x="121927" y="6212889"/>
                  </a:lnTo>
                  <a:lnTo>
                    <a:pt x="122021" y="6212889"/>
                  </a:lnTo>
                  <a:lnTo>
                    <a:pt x="122115" y="6212889"/>
                  </a:lnTo>
                  <a:lnTo>
                    <a:pt x="122209" y="6212889"/>
                  </a:lnTo>
                  <a:lnTo>
                    <a:pt x="122303" y="6212889"/>
                  </a:lnTo>
                  <a:lnTo>
                    <a:pt x="122397" y="6212889"/>
                  </a:lnTo>
                  <a:lnTo>
                    <a:pt x="122491" y="6212889"/>
                  </a:lnTo>
                  <a:lnTo>
                    <a:pt x="122586" y="6212889"/>
                  </a:lnTo>
                  <a:lnTo>
                    <a:pt x="122774" y="6212889"/>
                  </a:lnTo>
                  <a:lnTo>
                    <a:pt x="122868" y="6212889"/>
                  </a:lnTo>
                  <a:lnTo>
                    <a:pt x="122962" y="6212889"/>
                  </a:lnTo>
                  <a:lnTo>
                    <a:pt x="123056" y="6212889"/>
                  </a:lnTo>
                  <a:lnTo>
                    <a:pt x="123151" y="6212889"/>
                  </a:lnTo>
                  <a:lnTo>
                    <a:pt x="123245" y="6212889"/>
                  </a:lnTo>
                  <a:lnTo>
                    <a:pt x="123245" y="6207977"/>
                  </a:lnTo>
                  <a:lnTo>
                    <a:pt x="123339" y="6207977"/>
                  </a:lnTo>
                  <a:lnTo>
                    <a:pt x="123433" y="6207977"/>
                  </a:lnTo>
                  <a:lnTo>
                    <a:pt x="123527" y="6207977"/>
                  </a:lnTo>
                  <a:lnTo>
                    <a:pt x="123621" y="6207977"/>
                  </a:lnTo>
                  <a:lnTo>
                    <a:pt x="123715" y="6207977"/>
                  </a:lnTo>
                  <a:lnTo>
                    <a:pt x="123904" y="6207977"/>
                  </a:lnTo>
                  <a:lnTo>
                    <a:pt x="123998" y="6207977"/>
                  </a:lnTo>
                  <a:lnTo>
                    <a:pt x="124092" y="6207977"/>
                  </a:lnTo>
                  <a:lnTo>
                    <a:pt x="124186" y="6207977"/>
                  </a:lnTo>
                  <a:lnTo>
                    <a:pt x="124280" y="6207977"/>
                  </a:lnTo>
                  <a:lnTo>
                    <a:pt x="124375" y="6207977"/>
                  </a:lnTo>
                  <a:lnTo>
                    <a:pt x="124469" y="6207977"/>
                  </a:lnTo>
                  <a:lnTo>
                    <a:pt x="124657" y="6207977"/>
                  </a:lnTo>
                  <a:lnTo>
                    <a:pt x="124751" y="6207977"/>
                  </a:lnTo>
                  <a:lnTo>
                    <a:pt x="124845" y="6207977"/>
                  </a:lnTo>
                  <a:lnTo>
                    <a:pt x="124939" y="6207977"/>
                  </a:lnTo>
                  <a:lnTo>
                    <a:pt x="125034" y="6207977"/>
                  </a:lnTo>
                  <a:lnTo>
                    <a:pt x="125128" y="6207977"/>
                  </a:lnTo>
                  <a:lnTo>
                    <a:pt x="125222" y="6207977"/>
                  </a:lnTo>
                  <a:lnTo>
                    <a:pt x="125316" y="6207977"/>
                  </a:lnTo>
                  <a:lnTo>
                    <a:pt x="125410" y="6207977"/>
                  </a:lnTo>
                  <a:lnTo>
                    <a:pt x="125504" y="6207977"/>
                  </a:lnTo>
                  <a:lnTo>
                    <a:pt x="125599" y="6207977"/>
                  </a:lnTo>
                  <a:lnTo>
                    <a:pt x="125693" y="6207977"/>
                  </a:lnTo>
                  <a:lnTo>
                    <a:pt x="125787" y="6207977"/>
                  </a:lnTo>
                  <a:lnTo>
                    <a:pt x="125881" y="6207977"/>
                  </a:lnTo>
                  <a:lnTo>
                    <a:pt x="125975" y="6207977"/>
                  </a:lnTo>
                  <a:lnTo>
                    <a:pt x="126069" y="6207977"/>
                  </a:lnTo>
                  <a:lnTo>
                    <a:pt x="126163" y="6207977"/>
                  </a:lnTo>
                  <a:lnTo>
                    <a:pt x="126258" y="6207977"/>
                  </a:lnTo>
                  <a:lnTo>
                    <a:pt x="126352" y="6207977"/>
                  </a:lnTo>
                  <a:lnTo>
                    <a:pt x="126446" y="6207977"/>
                  </a:lnTo>
                  <a:lnTo>
                    <a:pt x="126540" y="6207977"/>
                  </a:lnTo>
                  <a:lnTo>
                    <a:pt x="126728" y="6207977"/>
                  </a:lnTo>
                  <a:lnTo>
                    <a:pt x="126728" y="6203066"/>
                  </a:lnTo>
                  <a:lnTo>
                    <a:pt x="126822" y="6203066"/>
                  </a:lnTo>
                  <a:lnTo>
                    <a:pt x="126917" y="6203066"/>
                  </a:lnTo>
                  <a:lnTo>
                    <a:pt x="127011" y="6203066"/>
                  </a:lnTo>
                  <a:lnTo>
                    <a:pt x="127105" y="6203066"/>
                  </a:lnTo>
                  <a:lnTo>
                    <a:pt x="127199" y="6203066"/>
                  </a:lnTo>
                  <a:lnTo>
                    <a:pt x="127293" y="6203066"/>
                  </a:lnTo>
                  <a:lnTo>
                    <a:pt x="127387" y="6203066"/>
                  </a:lnTo>
                  <a:lnTo>
                    <a:pt x="127482" y="6203066"/>
                  </a:lnTo>
                  <a:lnTo>
                    <a:pt x="127670" y="6203066"/>
                  </a:lnTo>
                  <a:lnTo>
                    <a:pt x="127764" y="6203066"/>
                  </a:lnTo>
                  <a:lnTo>
                    <a:pt x="127858" y="6203066"/>
                  </a:lnTo>
                  <a:lnTo>
                    <a:pt x="127952" y="6203066"/>
                  </a:lnTo>
                  <a:lnTo>
                    <a:pt x="128046" y="6203066"/>
                  </a:lnTo>
                  <a:lnTo>
                    <a:pt x="128235" y="6203066"/>
                  </a:lnTo>
                  <a:lnTo>
                    <a:pt x="128329" y="6203066"/>
                  </a:lnTo>
                  <a:lnTo>
                    <a:pt x="128423" y="6203066"/>
                  </a:lnTo>
                  <a:lnTo>
                    <a:pt x="128517" y="6203066"/>
                  </a:lnTo>
                  <a:lnTo>
                    <a:pt x="128611" y="6203066"/>
                  </a:lnTo>
                  <a:lnTo>
                    <a:pt x="128706" y="6203066"/>
                  </a:lnTo>
                  <a:lnTo>
                    <a:pt x="128800" y="6203066"/>
                  </a:lnTo>
                  <a:lnTo>
                    <a:pt x="128894" y="6203066"/>
                  </a:lnTo>
                  <a:lnTo>
                    <a:pt x="128988" y="6203066"/>
                  </a:lnTo>
                  <a:lnTo>
                    <a:pt x="129082" y="6203066"/>
                  </a:lnTo>
                  <a:lnTo>
                    <a:pt x="129176" y="6203066"/>
                  </a:lnTo>
                  <a:lnTo>
                    <a:pt x="129459" y="6203066"/>
                  </a:lnTo>
                  <a:lnTo>
                    <a:pt x="129553" y="6203066"/>
                  </a:lnTo>
                  <a:lnTo>
                    <a:pt x="129647" y="6203066"/>
                  </a:lnTo>
                  <a:lnTo>
                    <a:pt x="129835" y="6203066"/>
                  </a:lnTo>
                  <a:lnTo>
                    <a:pt x="129930" y="6203066"/>
                  </a:lnTo>
                  <a:lnTo>
                    <a:pt x="130024" y="6203066"/>
                  </a:lnTo>
                  <a:lnTo>
                    <a:pt x="130212" y="6203066"/>
                  </a:lnTo>
                  <a:lnTo>
                    <a:pt x="130306" y="6203066"/>
                  </a:lnTo>
                  <a:lnTo>
                    <a:pt x="130400" y="6203066"/>
                  </a:lnTo>
                  <a:lnTo>
                    <a:pt x="130589" y="6203066"/>
                  </a:lnTo>
                  <a:lnTo>
                    <a:pt x="130683" y="6203066"/>
                  </a:lnTo>
                  <a:lnTo>
                    <a:pt x="130777" y="6203066"/>
                  </a:lnTo>
                  <a:lnTo>
                    <a:pt x="130871" y="6203066"/>
                  </a:lnTo>
                  <a:lnTo>
                    <a:pt x="130965" y="6203066"/>
                  </a:lnTo>
                  <a:lnTo>
                    <a:pt x="131059" y="6203066"/>
                  </a:lnTo>
                  <a:lnTo>
                    <a:pt x="131153" y="6203066"/>
                  </a:lnTo>
                  <a:lnTo>
                    <a:pt x="131248" y="6203066"/>
                  </a:lnTo>
                  <a:lnTo>
                    <a:pt x="131342" y="6203066"/>
                  </a:lnTo>
                  <a:lnTo>
                    <a:pt x="131436" y="6203066"/>
                  </a:lnTo>
                  <a:lnTo>
                    <a:pt x="131530" y="6203066"/>
                  </a:lnTo>
                  <a:lnTo>
                    <a:pt x="131624" y="6203066"/>
                  </a:lnTo>
                  <a:lnTo>
                    <a:pt x="131718" y="6203066"/>
                  </a:lnTo>
                  <a:lnTo>
                    <a:pt x="131813" y="6203066"/>
                  </a:lnTo>
                  <a:lnTo>
                    <a:pt x="131907" y="6203066"/>
                  </a:lnTo>
                  <a:lnTo>
                    <a:pt x="132001" y="6203066"/>
                  </a:lnTo>
                  <a:lnTo>
                    <a:pt x="132189" y="6203066"/>
                  </a:lnTo>
                  <a:lnTo>
                    <a:pt x="132283" y="6203066"/>
                  </a:lnTo>
                  <a:lnTo>
                    <a:pt x="132377" y="6203066"/>
                  </a:lnTo>
                  <a:lnTo>
                    <a:pt x="132472" y="6203066"/>
                  </a:lnTo>
                  <a:lnTo>
                    <a:pt x="132566" y="6203066"/>
                  </a:lnTo>
                  <a:lnTo>
                    <a:pt x="132754" y="6203066"/>
                  </a:lnTo>
                  <a:lnTo>
                    <a:pt x="132848" y="6203066"/>
                  </a:lnTo>
                  <a:lnTo>
                    <a:pt x="132942" y="6203066"/>
                  </a:lnTo>
                  <a:lnTo>
                    <a:pt x="133037" y="6203066"/>
                  </a:lnTo>
                  <a:lnTo>
                    <a:pt x="133131" y="6203066"/>
                  </a:lnTo>
                  <a:lnTo>
                    <a:pt x="133225" y="6203066"/>
                  </a:lnTo>
                  <a:lnTo>
                    <a:pt x="133319" y="6203066"/>
                  </a:lnTo>
                  <a:lnTo>
                    <a:pt x="133413" y="6203066"/>
                  </a:lnTo>
                  <a:lnTo>
                    <a:pt x="133601" y="6203066"/>
                  </a:lnTo>
                  <a:lnTo>
                    <a:pt x="133696" y="6203066"/>
                  </a:lnTo>
                  <a:lnTo>
                    <a:pt x="133790" y="6203066"/>
                  </a:lnTo>
                  <a:lnTo>
                    <a:pt x="133884" y="6203066"/>
                  </a:lnTo>
                  <a:lnTo>
                    <a:pt x="133978" y="6198155"/>
                  </a:lnTo>
                  <a:lnTo>
                    <a:pt x="134166" y="6198155"/>
                  </a:lnTo>
                  <a:lnTo>
                    <a:pt x="134355" y="6198155"/>
                  </a:lnTo>
                  <a:lnTo>
                    <a:pt x="134449" y="6198155"/>
                  </a:lnTo>
                  <a:lnTo>
                    <a:pt x="134449" y="6193243"/>
                  </a:lnTo>
                  <a:lnTo>
                    <a:pt x="134543" y="6193243"/>
                  </a:lnTo>
                  <a:lnTo>
                    <a:pt x="134637" y="6193243"/>
                  </a:lnTo>
                  <a:lnTo>
                    <a:pt x="134637" y="6188332"/>
                  </a:lnTo>
                  <a:lnTo>
                    <a:pt x="134731" y="6188332"/>
                  </a:lnTo>
                  <a:lnTo>
                    <a:pt x="134825" y="6188332"/>
                  </a:lnTo>
                  <a:lnTo>
                    <a:pt x="134920" y="6188332"/>
                  </a:lnTo>
                  <a:lnTo>
                    <a:pt x="135014" y="6188332"/>
                  </a:lnTo>
                  <a:lnTo>
                    <a:pt x="135108" y="6188332"/>
                  </a:lnTo>
                  <a:lnTo>
                    <a:pt x="135202" y="6188332"/>
                  </a:lnTo>
                  <a:lnTo>
                    <a:pt x="135296" y="6188332"/>
                  </a:lnTo>
                  <a:lnTo>
                    <a:pt x="135390" y="6188332"/>
                  </a:lnTo>
                  <a:lnTo>
                    <a:pt x="135485" y="6188332"/>
                  </a:lnTo>
                  <a:lnTo>
                    <a:pt x="135579" y="6188332"/>
                  </a:lnTo>
                  <a:lnTo>
                    <a:pt x="135767" y="6188332"/>
                  </a:lnTo>
                  <a:lnTo>
                    <a:pt x="135861" y="6188332"/>
                  </a:lnTo>
                  <a:lnTo>
                    <a:pt x="135955" y="6188332"/>
                  </a:lnTo>
                  <a:lnTo>
                    <a:pt x="136144" y="6188332"/>
                  </a:lnTo>
                  <a:lnTo>
                    <a:pt x="136238" y="6188332"/>
                  </a:lnTo>
                  <a:lnTo>
                    <a:pt x="136332" y="6188332"/>
                  </a:lnTo>
                  <a:lnTo>
                    <a:pt x="136426" y="6188332"/>
                  </a:lnTo>
                  <a:lnTo>
                    <a:pt x="136520" y="6188332"/>
                  </a:lnTo>
                  <a:lnTo>
                    <a:pt x="136614" y="6188332"/>
                  </a:lnTo>
                  <a:lnTo>
                    <a:pt x="136708" y="6188332"/>
                  </a:lnTo>
                  <a:lnTo>
                    <a:pt x="136897" y="6188332"/>
                  </a:lnTo>
                  <a:lnTo>
                    <a:pt x="136991" y="6188332"/>
                  </a:lnTo>
                  <a:lnTo>
                    <a:pt x="137085" y="6188332"/>
                  </a:lnTo>
                  <a:lnTo>
                    <a:pt x="137179" y="6188332"/>
                  </a:lnTo>
                  <a:lnTo>
                    <a:pt x="137273" y="6188332"/>
                  </a:lnTo>
                  <a:lnTo>
                    <a:pt x="137368" y="6188332"/>
                  </a:lnTo>
                  <a:lnTo>
                    <a:pt x="137462" y="6188332"/>
                  </a:lnTo>
                  <a:lnTo>
                    <a:pt x="137556" y="6188332"/>
                  </a:lnTo>
                  <a:lnTo>
                    <a:pt x="137650" y="6188332"/>
                  </a:lnTo>
                  <a:lnTo>
                    <a:pt x="137744" y="6188332"/>
                  </a:lnTo>
                  <a:lnTo>
                    <a:pt x="137838" y="6188332"/>
                  </a:lnTo>
                  <a:lnTo>
                    <a:pt x="137932" y="6188332"/>
                  </a:lnTo>
                  <a:lnTo>
                    <a:pt x="138027" y="6188332"/>
                  </a:lnTo>
                  <a:lnTo>
                    <a:pt x="138215" y="6188332"/>
                  </a:lnTo>
                  <a:lnTo>
                    <a:pt x="138403" y="6188332"/>
                  </a:lnTo>
                  <a:lnTo>
                    <a:pt x="138497" y="6188332"/>
                  </a:lnTo>
                  <a:lnTo>
                    <a:pt x="138592" y="6188332"/>
                  </a:lnTo>
                  <a:lnTo>
                    <a:pt x="138780" y="6188332"/>
                  </a:lnTo>
                  <a:lnTo>
                    <a:pt x="138874" y="6188332"/>
                  </a:lnTo>
                  <a:lnTo>
                    <a:pt x="138968" y="6188332"/>
                  </a:lnTo>
                  <a:lnTo>
                    <a:pt x="139062" y="6188332"/>
                  </a:lnTo>
                  <a:lnTo>
                    <a:pt x="139156" y="6188332"/>
                  </a:lnTo>
                  <a:lnTo>
                    <a:pt x="139251" y="6188332"/>
                  </a:lnTo>
                  <a:lnTo>
                    <a:pt x="139345" y="6188332"/>
                  </a:lnTo>
                  <a:lnTo>
                    <a:pt x="139533" y="6188332"/>
                  </a:lnTo>
                  <a:lnTo>
                    <a:pt x="139627" y="6188332"/>
                  </a:lnTo>
                  <a:lnTo>
                    <a:pt x="139721" y="6188332"/>
                  </a:lnTo>
                  <a:lnTo>
                    <a:pt x="139816" y="6188332"/>
                  </a:lnTo>
                  <a:lnTo>
                    <a:pt x="139910" y="6188332"/>
                  </a:lnTo>
                  <a:lnTo>
                    <a:pt x="140004" y="6188332"/>
                  </a:lnTo>
                  <a:lnTo>
                    <a:pt x="140098" y="6188332"/>
                  </a:lnTo>
                  <a:lnTo>
                    <a:pt x="140192" y="6188332"/>
                  </a:lnTo>
                  <a:lnTo>
                    <a:pt x="140286" y="6188332"/>
                  </a:lnTo>
                  <a:lnTo>
                    <a:pt x="140380" y="6188332"/>
                  </a:lnTo>
                  <a:lnTo>
                    <a:pt x="140569" y="6188332"/>
                  </a:lnTo>
                  <a:lnTo>
                    <a:pt x="140757" y="6188332"/>
                  </a:lnTo>
                  <a:lnTo>
                    <a:pt x="140851" y="6188332"/>
                  </a:lnTo>
                  <a:lnTo>
                    <a:pt x="140945" y="6188332"/>
                  </a:lnTo>
                  <a:lnTo>
                    <a:pt x="141039" y="6188332"/>
                  </a:lnTo>
                  <a:lnTo>
                    <a:pt x="141134" y="6188332"/>
                  </a:lnTo>
                  <a:lnTo>
                    <a:pt x="141228" y="6188332"/>
                  </a:lnTo>
                  <a:lnTo>
                    <a:pt x="141322" y="6188332"/>
                  </a:lnTo>
                  <a:lnTo>
                    <a:pt x="141416" y="6188332"/>
                  </a:lnTo>
                  <a:lnTo>
                    <a:pt x="141510" y="6188332"/>
                  </a:lnTo>
                  <a:lnTo>
                    <a:pt x="141604" y="6188332"/>
                  </a:lnTo>
                  <a:lnTo>
                    <a:pt x="141699" y="6188332"/>
                  </a:lnTo>
                  <a:lnTo>
                    <a:pt x="141793" y="6188332"/>
                  </a:lnTo>
                  <a:lnTo>
                    <a:pt x="141887" y="6188332"/>
                  </a:lnTo>
                  <a:lnTo>
                    <a:pt x="141981" y="6188332"/>
                  </a:lnTo>
                  <a:lnTo>
                    <a:pt x="142075" y="6188332"/>
                  </a:lnTo>
                  <a:lnTo>
                    <a:pt x="142169" y="6188332"/>
                  </a:lnTo>
                  <a:lnTo>
                    <a:pt x="142263" y="6188332"/>
                  </a:lnTo>
                  <a:lnTo>
                    <a:pt x="142358" y="6188332"/>
                  </a:lnTo>
                  <a:lnTo>
                    <a:pt x="142452" y="6188332"/>
                  </a:lnTo>
                  <a:lnTo>
                    <a:pt x="142546" y="6188332"/>
                  </a:lnTo>
                  <a:lnTo>
                    <a:pt x="142640" y="6188332"/>
                  </a:lnTo>
                  <a:lnTo>
                    <a:pt x="142734" y="6188332"/>
                  </a:lnTo>
                  <a:lnTo>
                    <a:pt x="142828" y="6188332"/>
                  </a:lnTo>
                  <a:lnTo>
                    <a:pt x="142923" y="6188332"/>
                  </a:lnTo>
                  <a:lnTo>
                    <a:pt x="143017" y="6188332"/>
                  </a:lnTo>
                  <a:lnTo>
                    <a:pt x="143111" y="6188332"/>
                  </a:lnTo>
                  <a:lnTo>
                    <a:pt x="143299" y="6188332"/>
                  </a:lnTo>
                  <a:lnTo>
                    <a:pt x="143393" y="6188332"/>
                  </a:lnTo>
                  <a:lnTo>
                    <a:pt x="143487" y="6188332"/>
                  </a:lnTo>
                  <a:lnTo>
                    <a:pt x="143582" y="6188332"/>
                  </a:lnTo>
                  <a:lnTo>
                    <a:pt x="143864" y="6188332"/>
                  </a:lnTo>
                  <a:lnTo>
                    <a:pt x="143958" y="6188332"/>
                  </a:lnTo>
                  <a:lnTo>
                    <a:pt x="144147" y="6188332"/>
                  </a:lnTo>
                  <a:lnTo>
                    <a:pt x="144241" y="6188332"/>
                  </a:lnTo>
                  <a:lnTo>
                    <a:pt x="144335" y="6188332"/>
                  </a:lnTo>
                  <a:lnTo>
                    <a:pt x="144429" y="6188332"/>
                  </a:lnTo>
                  <a:lnTo>
                    <a:pt x="144523" y="6188332"/>
                  </a:lnTo>
                  <a:lnTo>
                    <a:pt x="144617" y="6188332"/>
                  </a:lnTo>
                  <a:lnTo>
                    <a:pt x="144711" y="6188332"/>
                  </a:lnTo>
                  <a:lnTo>
                    <a:pt x="144806" y="6188332"/>
                  </a:lnTo>
                  <a:lnTo>
                    <a:pt x="144900" y="6188332"/>
                  </a:lnTo>
                  <a:lnTo>
                    <a:pt x="144994" y="6188332"/>
                  </a:lnTo>
                  <a:lnTo>
                    <a:pt x="145088" y="6188332"/>
                  </a:lnTo>
                  <a:lnTo>
                    <a:pt x="145276" y="6188332"/>
                  </a:lnTo>
                  <a:lnTo>
                    <a:pt x="145370" y="6188332"/>
                  </a:lnTo>
                  <a:lnTo>
                    <a:pt x="145465" y="6188332"/>
                  </a:lnTo>
                  <a:lnTo>
                    <a:pt x="145559" y="6188332"/>
                  </a:lnTo>
                  <a:lnTo>
                    <a:pt x="145653" y="6188332"/>
                  </a:lnTo>
                  <a:lnTo>
                    <a:pt x="145841" y="6188332"/>
                  </a:lnTo>
                  <a:lnTo>
                    <a:pt x="145935" y="6188332"/>
                  </a:lnTo>
                  <a:lnTo>
                    <a:pt x="146030" y="6188332"/>
                  </a:lnTo>
                  <a:lnTo>
                    <a:pt x="146218" y="6188332"/>
                  </a:lnTo>
                  <a:lnTo>
                    <a:pt x="146312" y="6188332"/>
                  </a:lnTo>
                  <a:lnTo>
                    <a:pt x="146406" y="6188332"/>
                  </a:lnTo>
                  <a:lnTo>
                    <a:pt x="146500" y="6188332"/>
                  </a:lnTo>
                  <a:lnTo>
                    <a:pt x="146594" y="6188332"/>
                  </a:lnTo>
                  <a:lnTo>
                    <a:pt x="146689" y="6188332"/>
                  </a:lnTo>
                  <a:lnTo>
                    <a:pt x="146877" y="6188332"/>
                  </a:lnTo>
                  <a:lnTo>
                    <a:pt x="146971" y="6188332"/>
                  </a:lnTo>
                  <a:lnTo>
                    <a:pt x="147065" y="6188332"/>
                  </a:lnTo>
                  <a:lnTo>
                    <a:pt x="147159" y="6188332"/>
                  </a:lnTo>
                  <a:lnTo>
                    <a:pt x="147254" y="6188332"/>
                  </a:lnTo>
                  <a:lnTo>
                    <a:pt x="147348" y="6188332"/>
                  </a:lnTo>
                  <a:lnTo>
                    <a:pt x="147442" y="6188332"/>
                  </a:lnTo>
                  <a:lnTo>
                    <a:pt x="147536" y="6188332"/>
                  </a:lnTo>
                  <a:lnTo>
                    <a:pt x="147630" y="6188332"/>
                  </a:lnTo>
                  <a:lnTo>
                    <a:pt x="147724" y="6188332"/>
                  </a:lnTo>
                  <a:lnTo>
                    <a:pt x="147818" y="6188332"/>
                  </a:lnTo>
                  <a:lnTo>
                    <a:pt x="147913" y="6188332"/>
                  </a:lnTo>
                  <a:lnTo>
                    <a:pt x="148007" y="6188332"/>
                  </a:lnTo>
                  <a:lnTo>
                    <a:pt x="148101" y="6188332"/>
                  </a:lnTo>
                  <a:lnTo>
                    <a:pt x="148195" y="6188332"/>
                  </a:lnTo>
                  <a:lnTo>
                    <a:pt x="148289" y="6188332"/>
                  </a:lnTo>
                  <a:lnTo>
                    <a:pt x="148383" y="6188332"/>
                  </a:lnTo>
                  <a:lnTo>
                    <a:pt x="148478" y="6188332"/>
                  </a:lnTo>
                  <a:lnTo>
                    <a:pt x="148572" y="6188332"/>
                  </a:lnTo>
                  <a:lnTo>
                    <a:pt x="148666" y="6188332"/>
                  </a:lnTo>
                  <a:lnTo>
                    <a:pt x="148760" y="6188332"/>
                  </a:lnTo>
                  <a:lnTo>
                    <a:pt x="148854" y="6183421"/>
                  </a:lnTo>
                  <a:lnTo>
                    <a:pt x="148948" y="6183421"/>
                  </a:lnTo>
                  <a:lnTo>
                    <a:pt x="149042" y="6183421"/>
                  </a:lnTo>
                  <a:lnTo>
                    <a:pt x="149231" y="6183421"/>
                  </a:lnTo>
                  <a:lnTo>
                    <a:pt x="149325" y="6183421"/>
                  </a:lnTo>
                  <a:lnTo>
                    <a:pt x="149513" y="6183421"/>
                  </a:lnTo>
                  <a:lnTo>
                    <a:pt x="149607" y="6183421"/>
                  </a:lnTo>
                  <a:lnTo>
                    <a:pt x="149701" y="6183421"/>
                  </a:lnTo>
                  <a:lnTo>
                    <a:pt x="149796" y="6183421"/>
                  </a:lnTo>
                  <a:lnTo>
                    <a:pt x="149890" y="6183421"/>
                  </a:lnTo>
                  <a:lnTo>
                    <a:pt x="149984" y="6183421"/>
                  </a:lnTo>
                  <a:lnTo>
                    <a:pt x="150078" y="6183421"/>
                  </a:lnTo>
                  <a:lnTo>
                    <a:pt x="150172" y="6183421"/>
                  </a:lnTo>
                  <a:lnTo>
                    <a:pt x="150172" y="6178509"/>
                  </a:lnTo>
                  <a:lnTo>
                    <a:pt x="150266" y="6178509"/>
                  </a:lnTo>
                  <a:lnTo>
                    <a:pt x="150455" y="6178509"/>
                  </a:lnTo>
                  <a:lnTo>
                    <a:pt x="150549" y="6178509"/>
                  </a:lnTo>
                  <a:lnTo>
                    <a:pt x="150643" y="6178509"/>
                  </a:lnTo>
                  <a:lnTo>
                    <a:pt x="150737" y="6178509"/>
                  </a:lnTo>
                  <a:lnTo>
                    <a:pt x="150831" y="6178509"/>
                  </a:lnTo>
                  <a:lnTo>
                    <a:pt x="150925" y="6178509"/>
                  </a:lnTo>
                  <a:lnTo>
                    <a:pt x="151020" y="6178509"/>
                  </a:lnTo>
                  <a:lnTo>
                    <a:pt x="151114" y="6178509"/>
                  </a:lnTo>
                  <a:lnTo>
                    <a:pt x="151208" y="6178509"/>
                  </a:lnTo>
                  <a:lnTo>
                    <a:pt x="151208" y="6173598"/>
                  </a:lnTo>
                  <a:lnTo>
                    <a:pt x="151302" y="6173598"/>
                  </a:lnTo>
                  <a:lnTo>
                    <a:pt x="151302" y="6168686"/>
                  </a:lnTo>
                  <a:lnTo>
                    <a:pt x="151396" y="6168686"/>
                  </a:lnTo>
                  <a:lnTo>
                    <a:pt x="151490" y="6168686"/>
                  </a:lnTo>
                  <a:lnTo>
                    <a:pt x="151585" y="6168686"/>
                  </a:lnTo>
                  <a:lnTo>
                    <a:pt x="151773" y="6168686"/>
                  </a:lnTo>
                  <a:lnTo>
                    <a:pt x="151867" y="6168686"/>
                  </a:lnTo>
                  <a:lnTo>
                    <a:pt x="151961" y="6168686"/>
                  </a:lnTo>
                  <a:lnTo>
                    <a:pt x="152149" y="6168686"/>
                  </a:lnTo>
                  <a:lnTo>
                    <a:pt x="152244" y="6168686"/>
                  </a:lnTo>
                  <a:lnTo>
                    <a:pt x="152432" y="6168686"/>
                  </a:lnTo>
                  <a:lnTo>
                    <a:pt x="152526" y="6168686"/>
                  </a:lnTo>
                  <a:lnTo>
                    <a:pt x="152620" y="6168686"/>
                  </a:lnTo>
                  <a:lnTo>
                    <a:pt x="152809" y="6168686"/>
                  </a:lnTo>
                  <a:lnTo>
                    <a:pt x="152903" y="6168686"/>
                  </a:lnTo>
                  <a:lnTo>
                    <a:pt x="152997" y="6168686"/>
                  </a:lnTo>
                  <a:lnTo>
                    <a:pt x="153091" y="6168686"/>
                  </a:lnTo>
                  <a:lnTo>
                    <a:pt x="153185" y="6168686"/>
                  </a:lnTo>
                  <a:lnTo>
                    <a:pt x="153279" y="6168686"/>
                  </a:lnTo>
                  <a:lnTo>
                    <a:pt x="153373" y="6168686"/>
                  </a:lnTo>
                  <a:lnTo>
                    <a:pt x="153468" y="6168686"/>
                  </a:lnTo>
                  <a:lnTo>
                    <a:pt x="153562" y="6168686"/>
                  </a:lnTo>
                  <a:lnTo>
                    <a:pt x="153656" y="6168686"/>
                  </a:lnTo>
                  <a:lnTo>
                    <a:pt x="153844" y="6168686"/>
                  </a:lnTo>
                  <a:lnTo>
                    <a:pt x="153938" y="6168686"/>
                  </a:lnTo>
                  <a:lnTo>
                    <a:pt x="154127" y="6168686"/>
                  </a:lnTo>
                  <a:lnTo>
                    <a:pt x="154221" y="6168686"/>
                  </a:lnTo>
                  <a:lnTo>
                    <a:pt x="154315" y="6168686"/>
                  </a:lnTo>
                  <a:lnTo>
                    <a:pt x="154409" y="6168686"/>
                  </a:lnTo>
                  <a:lnTo>
                    <a:pt x="154503" y="6168686"/>
                  </a:lnTo>
                  <a:lnTo>
                    <a:pt x="154597" y="6168686"/>
                  </a:lnTo>
                  <a:lnTo>
                    <a:pt x="154692" y="6168686"/>
                  </a:lnTo>
                  <a:lnTo>
                    <a:pt x="154786" y="6168686"/>
                  </a:lnTo>
                  <a:lnTo>
                    <a:pt x="154880" y="6168686"/>
                  </a:lnTo>
                  <a:lnTo>
                    <a:pt x="154974" y="6168686"/>
                  </a:lnTo>
                  <a:lnTo>
                    <a:pt x="155068" y="6168686"/>
                  </a:lnTo>
                  <a:lnTo>
                    <a:pt x="155256" y="6168686"/>
                  </a:lnTo>
                  <a:lnTo>
                    <a:pt x="155351" y="6168686"/>
                  </a:lnTo>
                  <a:lnTo>
                    <a:pt x="155445" y="6168686"/>
                  </a:lnTo>
                  <a:lnTo>
                    <a:pt x="155539" y="6168686"/>
                  </a:lnTo>
                  <a:lnTo>
                    <a:pt x="155633" y="6168686"/>
                  </a:lnTo>
                  <a:lnTo>
                    <a:pt x="155727" y="6168686"/>
                  </a:lnTo>
                  <a:lnTo>
                    <a:pt x="155821" y="6168686"/>
                  </a:lnTo>
                  <a:lnTo>
                    <a:pt x="155916" y="6168686"/>
                  </a:lnTo>
                  <a:lnTo>
                    <a:pt x="156010" y="6168686"/>
                  </a:lnTo>
                  <a:lnTo>
                    <a:pt x="156104" y="6168686"/>
                  </a:lnTo>
                  <a:lnTo>
                    <a:pt x="156198" y="6168686"/>
                  </a:lnTo>
                  <a:lnTo>
                    <a:pt x="156292" y="6168686"/>
                  </a:lnTo>
                  <a:lnTo>
                    <a:pt x="156386" y="6168686"/>
                  </a:lnTo>
                  <a:lnTo>
                    <a:pt x="156575" y="6168686"/>
                  </a:lnTo>
                  <a:lnTo>
                    <a:pt x="156763" y="6168686"/>
                  </a:lnTo>
                  <a:lnTo>
                    <a:pt x="156857" y="6168686"/>
                  </a:lnTo>
                  <a:lnTo>
                    <a:pt x="156857" y="6163775"/>
                  </a:lnTo>
                  <a:lnTo>
                    <a:pt x="156951" y="6163775"/>
                  </a:lnTo>
                  <a:lnTo>
                    <a:pt x="157045" y="6163775"/>
                  </a:lnTo>
                  <a:lnTo>
                    <a:pt x="157140" y="6163775"/>
                  </a:lnTo>
                  <a:lnTo>
                    <a:pt x="157234" y="6163775"/>
                  </a:lnTo>
                  <a:lnTo>
                    <a:pt x="157328" y="6163775"/>
                  </a:lnTo>
                  <a:lnTo>
                    <a:pt x="157422" y="6163775"/>
                  </a:lnTo>
                  <a:lnTo>
                    <a:pt x="157610" y="6163775"/>
                  </a:lnTo>
                  <a:lnTo>
                    <a:pt x="157704" y="6158864"/>
                  </a:lnTo>
                  <a:lnTo>
                    <a:pt x="157799" y="6158864"/>
                  </a:lnTo>
                  <a:lnTo>
                    <a:pt x="157893" y="6158864"/>
                  </a:lnTo>
                  <a:lnTo>
                    <a:pt x="157987" y="6158864"/>
                  </a:lnTo>
                  <a:lnTo>
                    <a:pt x="158081" y="6158864"/>
                  </a:lnTo>
                  <a:lnTo>
                    <a:pt x="158175" y="6158864"/>
                  </a:lnTo>
                  <a:lnTo>
                    <a:pt x="158269" y="6158864"/>
                  </a:lnTo>
                  <a:lnTo>
                    <a:pt x="158363" y="6158864"/>
                  </a:lnTo>
                  <a:lnTo>
                    <a:pt x="158458" y="6158864"/>
                  </a:lnTo>
                  <a:lnTo>
                    <a:pt x="158552" y="6158864"/>
                  </a:lnTo>
                  <a:lnTo>
                    <a:pt x="158740" y="6158864"/>
                  </a:lnTo>
                  <a:lnTo>
                    <a:pt x="158834" y="6158864"/>
                  </a:lnTo>
                  <a:lnTo>
                    <a:pt x="158928" y="6158864"/>
                  </a:lnTo>
                  <a:lnTo>
                    <a:pt x="159023" y="6158864"/>
                  </a:lnTo>
                  <a:lnTo>
                    <a:pt x="159399" y="6158864"/>
                  </a:lnTo>
                  <a:lnTo>
                    <a:pt x="159493" y="6158864"/>
                  </a:lnTo>
                  <a:lnTo>
                    <a:pt x="159587" y="6158864"/>
                  </a:lnTo>
                  <a:lnTo>
                    <a:pt x="159682" y="6158864"/>
                  </a:lnTo>
                  <a:lnTo>
                    <a:pt x="159870" y="6158864"/>
                  </a:lnTo>
                  <a:lnTo>
                    <a:pt x="159964" y="6158864"/>
                  </a:lnTo>
                  <a:lnTo>
                    <a:pt x="160058" y="6158864"/>
                  </a:lnTo>
                  <a:lnTo>
                    <a:pt x="160152" y="6158864"/>
                  </a:lnTo>
                  <a:lnTo>
                    <a:pt x="160247" y="6158864"/>
                  </a:lnTo>
                  <a:lnTo>
                    <a:pt x="160435" y="6158864"/>
                  </a:lnTo>
                  <a:lnTo>
                    <a:pt x="160529" y="6158864"/>
                  </a:lnTo>
                  <a:lnTo>
                    <a:pt x="160623" y="6158864"/>
                  </a:lnTo>
                  <a:lnTo>
                    <a:pt x="160717" y="6158864"/>
                  </a:lnTo>
                  <a:lnTo>
                    <a:pt x="160811" y="6158864"/>
                  </a:lnTo>
                  <a:lnTo>
                    <a:pt x="160906" y="6158864"/>
                  </a:lnTo>
                  <a:lnTo>
                    <a:pt x="161000" y="6158864"/>
                  </a:lnTo>
                  <a:lnTo>
                    <a:pt x="161188" y="6158864"/>
                  </a:lnTo>
                  <a:lnTo>
                    <a:pt x="161282" y="6158864"/>
                  </a:lnTo>
                  <a:lnTo>
                    <a:pt x="161376" y="6158864"/>
                  </a:lnTo>
                  <a:lnTo>
                    <a:pt x="161471" y="6158864"/>
                  </a:lnTo>
                  <a:lnTo>
                    <a:pt x="161565" y="6158864"/>
                  </a:lnTo>
                  <a:lnTo>
                    <a:pt x="161659" y="6158864"/>
                  </a:lnTo>
                  <a:lnTo>
                    <a:pt x="161659" y="6153952"/>
                  </a:lnTo>
                  <a:lnTo>
                    <a:pt x="161753" y="6153952"/>
                  </a:lnTo>
                  <a:lnTo>
                    <a:pt x="161941" y="6153952"/>
                  </a:lnTo>
                  <a:lnTo>
                    <a:pt x="162035" y="6153952"/>
                  </a:lnTo>
                  <a:lnTo>
                    <a:pt x="162130" y="6153952"/>
                  </a:lnTo>
                  <a:lnTo>
                    <a:pt x="162224" y="6153952"/>
                  </a:lnTo>
                  <a:lnTo>
                    <a:pt x="162318" y="6153952"/>
                  </a:lnTo>
                  <a:lnTo>
                    <a:pt x="162412" y="6153952"/>
                  </a:lnTo>
                  <a:lnTo>
                    <a:pt x="162506" y="6153952"/>
                  </a:lnTo>
                  <a:lnTo>
                    <a:pt x="162600" y="6153952"/>
                  </a:lnTo>
                  <a:lnTo>
                    <a:pt x="162600" y="6149041"/>
                  </a:lnTo>
                  <a:lnTo>
                    <a:pt x="162694" y="6149041"/>
                  </a:lnTo>
                  <a:lnTo>
                    <a:pt x="162789" y="6149041"/>
                  </a:lnTo>
                  <a:lnTo>
                    <a:pt x="162977" y="6144130"/>
                  </a:lnTo>
                  <a:lnTo>
                    <a:pt x="163165" y="6144130"/>
                  </a:lnTo>
                  <a:lnTo>
                    <a:pt x="163259" y="6144130"/>
                  </a:lnTo>
                  <a:lnTo>
                    <a:pt x="163448" y="6144130"/>
                  </a:lnTo>
                  <a:lnTo>
                    <a:pt x="163542" y="6144130"/>
                  </a:lnTo>
                  <a:lnTo>
                    <a:pt x="163636" y="6144130"/>
                  </a:lnTo>
                  <a:lnTo>
                    <a:pt x="163824" y="6144130"/>
                  </a:lnTo>
                  <a:lnTo>
                    <a:pt x="163918" y="6144130"/>
                  </a:lnTo>
                  <a:lnTo>
                    <a:pt x="164013" y="6144130"/>
                  </a:lnTo>
                  <a:lnTo>
                    <a:pt x="164107" y="6144130"/>
                  </a:lnTo>
                  <a:lnTo>
                    <a:pt x="164201" y="6144130"/>
                  </a:lnTo>
                  <a:lnTo>
                    <a:pt x="164295" y="6144130"/>
                  </a:lnTo>
                  <a:lnTo>
                    <a:pt x="164483" y="6144130"/>
                  </a:lnTo>
                  <a:lnTo>
                    <a:pt x="164672" y="6144130"/>
                  </a:lnTo>
                  <a:lnTo>
                    <a:pt x="164766" y="6144130"/>
                  </a:lnTo>
                  <a:lnTo>
                    <a:pt x="164860" y="6144130"/>
                  </a:lnTo>
                  <a:lnTo>
                    <a:pt x="164954" y="6144130"/>
                  </a:lnTo>
                  <a:lnTo>
                    <a:pt x="165142" y="6144130"/>
                  </a:lnTo>
                  <a:lnTo>
                    <a:pt x="165237" y="6144130"/>
                  </a:lnTo>
                  <a:lnTo>
                    <a:pt x="165331" y="6144130"/>
                  </a:lnTo>
                  <a:lnTo>
                    <a:pt x="165519" y="6144130"/>
                  </a:lnTo>
                  <a:lnTo>
                    <a:pt x="165613" y="6144130"/>
                  </a:lnTo>
                  <a:lnTo>
                    <a:pt x="165707" y="6144130"/>
                  </a:lnTo>
                  <a:lnTo>
                    <a:pt x="165802" y="6144130"/>
                  </a:lnTo>
                  <a:lnTo>
                    <a:pt x="165990" y="6144130"/>
                  </a:lnTo>
                  <a:lnTo>
                    <a:pt x="166084" y="6144130"/>
                  </a:lnTo>
                  <a:lnTo>
                    <a:pt x="166272" y="6144130"/>
                  </a:lnTo>
                  <a:lnTo>
                    <a:pt x="166366" y="6144130"/>
                  </a:lnTo>
                  <a:lnTo>
                    <a:pt x="166461" y="6144130"/>
                  </a:lnTo>
                  <a:lnTo>
                    <a:pt x="166555" y="6144130"/>
                  </a:lnTo>
                  <a:lnTo>
                    <a:pt x="166649" y="6144130"/>
                  </a:lnTo>
                  <a:lnTo>
                    <a:pt x="166837" y="6139218"/>
                  </a:lnTo>
                  <a:lnTo>
                    <a:pt x="167025" y="6139218"/>
                  </a:lnTo>
                  <a:lnTo>
                    <a:pt x="167120" y="6139218"/>
                  </a:lnTo>
                  <a:lnTo>
                    <a:pt x="167214" y="6139218"/>
                  </a:lnTo>
                  <a:lnTo>
                    <a:pt x="167308" y="6139218"/>
                  </a:lnTo>
                  <a:lnTo>
                    <a:pt x="167402" y="6139218"/>
                  </a:lnTo>
                  <a:lnTo>
                    <a:pt x="167496" y="6139218"/>
                  </a:lnTo>
                  <a:lnTo>
                    <a:pt x="167590" y="6139218"/>
                  </a:lnTo>
                  <a:lnTo>
                    <a:pt x="167685" y="6139218"/>
                  </a:lnTo>
                  <a:lnTo>
                    <a:pt x="167779" y="6139218"/>
                  </a:lnTo>
                  <a:lnTo>
                    <a:pt x="167873" y="6139218"/>
                  </a:lnTo>
                  <a:lnTo>
                    <a:pt x="167967" y="6139218"/>
                  </a:lnTo>
                  <a:lnTo>
                    <a:pt x="168061" y="6139218"/>
                  </a:lnTo>
                  <a:lnTo>
                    <a:pt x="168155" y="6139218"/>
                  </a:lnTo>
                  <a:lnTo>
                    <a:pt x="168249" y="6139218"/>
                  </a:lnTo>
                  <a:lnTo>
                    <a:pt x="168344" y="6139218"/>
                  </a:lnTo>
                  <a:lnTo>
                    <a:pt x="168438" y="6139218"/>
                  </a:lnTo>
                  <a:lnTo>
                    <a:pt x="168532" y="6139218"/>
                  </a:lnTo>
                  <a:lnTo>
                    <a:pt x="168532" y="6134307"/>
                  </a:lnTo>
                  <a:lnTo>
                    <a:pt x="168626" y="6134307"/>
                  </a:lnTo>
                  <a:lnTo>
                    <a:pt x="168720" y="6134307"/>
                  </a:lnTo>
                  <a:lnTo>
                    <a:pt x="168814" y="6134307"/>
                  </a:lnTo>
                  <a:lnTo>
                    <a:pt x="168909" y="6134307"/>
                  </a:lnTo>
                  <a:lnTo>
                    <a:pt x="169003" y="6134307"/>
                  </a:lnTo>
                  <a:lnTo>
                    <a:pt x="169097" y="6134307"/>
                  </a:lnTo>
                  <a:lnTo>
                    <a:pt x="169191" y="6134307"/>
                  </a:lnTo>
                  <a:lnTo>
                    <a:pt x="169285" y="6134307"/>
                  </a:lnTo>
                  <a:lnTo>
                    <a:pt x="169379" y="6134307"/>
                  </a:lnTo>
                  <a:lnTo>
                    <a:pt x="169473" y="6134307"/>
                  </a:lnTo>
                  <a:lnTo>
                    <a:pt x="169568" y="6134307"/>
                  </a:lnTo>
                  <a:lnTo>
                    <a:pt x="169662" y="6134307"/>
                  </a:lnTo>
                  <a:lnTo>
                    <a:pt x="169756" y="6134307"/>
                  </a:lnTo>
                  <a:lnTo>
                    <a:pt x="169850" y="6134307"/>
                  </a:lnTo>
                  <a:lnTo>
                    <a:pt x="169944" y="6134307"/>
                  </a:lnTo>
                  <a:lnTo>
                    <a:pt x="170038" y="6134307"/>
                  </a:lnTo>
                  <a:lnTo>
                    <a:pt x="170133" y="6134307"/>
                  </a:lnTo>
                  <a:lnTo>
                    <a:pt x="170227" y="6134307"/>
                  </a:lnTo>
                  <a:lnTo>
                    <a:pt x="170321" y="6134307"/>
                  </a:lnTo>
                  <a:lnTo>
                    <a:pt x="170415" y="6134307"/>
                  </a:lnTo>
                  <a:lnTo>
                    <a:pt x="170509" y="6134307"/>
                  </a:lnTo>
                  <a:lnTo>
                    <a:pt x="170603" y="6134307"/>
                  </a:lnTo>
                  <a:lnTo>
                    <a:pt x="170792" y="6134307"/>
                  </a:lnTo>
                  <a:lnTo>
                    <a:pt x="170886" y="6134307"/>
                  </a:lnTo>
                  <a:lnTo>
                    <a:pt x="171074" y="6134307"/>
                  </a:lnTo>
                  <a:lnTo>
                    <a:pt x="171356" y="6134307"/>
                  </a:lnTo>
                  <a:lnTo>
                    <a:pt x="171639" y="6134307"/>
                  </a:lnTo>
                  <a:lnTo>
                    <a:pt x="171733" y="6134307"/>
                  </a:lnTo>
                  <a:lnTo>
                    <a:pt x="171827" y="6134307"/>
                  </a:lnTo>
                  <a:lnTo>
                    <a:pt x="172016" y="6134307"/>
                  </a:lnTo>
                  <a:lnTo>
                    <a:pt x="172110" y="6134307"/>
                  </a:lnTo>
                  <a:lnTo>
                    <a:pt x="172392" y="6134307"/>
                  </a:lnTo>
                  <a:lnTo>
                    <a:pt x="172486" y="6134307"/>
                  </a:lnTo>
                  <a:lnTo>
                    <a:pt x="172580" y="6134307"/>
                  </a:lnTo>
                  <a:lnTo>
                    <a:pt x="172769" y="6134307"/>
                  </a:lnTo>
                  <a:lnTo>
                    <a:pt x="172957" y="6134307"/>
                  </a:lnTo>
                  <a:lnTo>
                    <a:pt x="173051" y="6134307"/>
                  </a:lnTo>
                  <a:lnTo>
                    <a:pt x="173145" y="6134307"/>
                  </a:lnTo>
                  <a:lnTo>
                    <a:pt x="173240" y="6134307"/>
                  </a:lnTo>
                  <a:lnTo>
                    <a:pt x="173428" y="6134307"/>
                  </a:lnTo>
                  <a:lnTo>
                    <a:pt x="173522" y="6134307"/>
                  </a:lnTo>
                  <a:lnTo>
                    <a:pt x="173616" y="6134307"/>
                  </a:lnTo>
                  <a:lnTo>
                    <a:pt x="173899" y="6134307"/>
                  </a:lnTo>
                  <a:lnTo>
                    <a:pt x="173993" y="6134307"/>
                  </a:lnTo>
                  <a:lnTo>
                    <a:pt x="174087" y="6134307"/>
                  </a:lnTo>
                  <a:lnTo>
                    <a:pt x="174181" y="6134307"/>
                  </a:lnTo>
                  <a:lnTo>
                    <a:pt x="174275" y="6134307"/>
                  </a:lnTo>
                  <a:lnTo>
                    <a:pt x="174369" y="6134307"/>
                  </a:lnTo>
                  <a:lnTo>
                    <a:pt x="174558" y="6134307"/>
                  </a:lnTo>
                  <a:lnTo>
                    <a:pt x="174746" y="6129395"/>
                  </a:lnTo>
                  <a:lnTo>
                    <a:pt x="174840" y="6129395"/>
                  </a:lnTo>
                  <a:lnTo>
                    <a:pt x="174934" y="6129395"/>
                  </a:lnTo>
                  <a:lnTo>
                    <a:pt x="175028" y="6129395"/>
                  </a:lnTo>
                  <a:lnTo>
                    <a:pt x="175123" y="6129395"/>
                  </a:lnTo>
                  <a:lnTo>
                    <a:pt x="175217" y="6129395"/>
                  </a:lnTo>
                  <a:lnTo>
                    <a:pt x="175311" y="6129395"/>
                  </a:lnTo>
                  <a:lnTo>
                    <a:pt x="175405" y="6129395"/>
                  </a:lnTo>
                  <a:lnTo>
                    <a:pt x="175499" y="6129395"/>
                  </a:lnTo>
                  <a:lnTo>
                    <a:pt x="175593" y="6129395"/>
                  </a:lnTo>
                  <a:lnTo>
                    <a:pt x="175782" y="6129395"/>
                  </a:lnTo>
                  <a:lnTo>
                    <a:pt x="175970" y="6129395"/>
                  </a:lnTo>
                  <a:lnTo>
                    <a:pt x="176064" y="6129395"/>
                  </a:lnTo>
                  <a:lnTo>
                    <a:pt x="176158" y="6129395"/>
                  </a:lnTo>
                  <a:lnTo>
                    <a:pt x="176252" y="6129395"/>
                  </a:lnTo>
                  <a:lnTo>
                    <a:pt x="176347" y="6129395"/>
                  </a:lnTo>
                  <a:lnTo>
                    <a:pt x="176441" y="6129395"/>
                  </a:lnTo>
                  <a:lnTo>
                    <a:pt x="176535" y="6129395"/>
                  </a:lnTo>
                  <a:lnTo>
                    <a:pt x="176629" y="6129395"/>
                  </a:lnTo>
                  <a:lnTo>
                    <a:pt x="176629" y="6124484"/>
                  </a:lnTo>
                  <a:lnTo>
                    <a:pt x="176817" y="6124484"/>
                  </a:lnTo>
                  <a:lnTo>
                    <a:pt x="176911" y="6124484"/>
                  </a:lnTo>
                  <a:lnTo>
                    <a:pt x="177006" y="6124484"/>
                  </a:lnTo>
                  <a:lnTo>
                    <a:pt x="177100" y="6124484"/>
                  </a:lnTo>
                  <a:lnTo>
                    <a:pt x="177194" y="6124484"/>
                  </a:lnTo>
                  <a:lnTo>
                    <a:pt x="177288" y="6124484"/>
                  </a:lnTo>
                  <a:lnTo>
                    <a:pt x="177382" y="6124484"/>
                  </a:lnTo>
                  <a:lnTo>
                    <a:pt x="177476" y="6124484"/>
                  </a:lnTo>
                  <a:lnTo>
                    <a:pt x="177571" y="6124484"/>
                  </a:lnTo>
                  <a:lnTo>
                    <a:pt x="177665" y="6124484"/>
                  </a:lnTo>
                  <a:lnTo>
                    <a:pt x="177759" y="6124484"/>
                  </a:lnTo>
                  <a:lnTo>
                    <a:pt x="177853" y="6124484"/>
                  </a:lnTo>
                  <a:lnTo>
                    <a:pt x="177947" y="6124484"/>
                  </a:lnTo>
                  <a:lnTo>
                    <a:pt x="178041" y="6124484"/>
                  </a:lnTo>
                  <a:lnTo>
                    <a:pt x="178135" y="6124484"/>
                  </a:lnTo>
                  <a:lnTo>
                    <a:pt x="178230" y="6124484"/>
                  </a:lnTo>
                  <a:lnTo>
                    <a:pt x="178324" y="6124484"/>
                  </a:lnTo>
                  <a:lnTo>
                    <a:pt x="178418" y="6124484"/>
                  </a:lnTo>
                  <a:lnTo>
                    <a:pt x="178512" y="6124484"/>
                  </a:lnTo>
                  <a:lnTo>
                    <a:pt x="178606" y="6124484"/>
                  </a:lnTo>
                  <a:lnTo>
                    <a:pt x="178700" y="6124484"/>
                  </a:lnTo>
                  <a:lnTo>
                    <a:pt x="178889" y="6124484"/>
                  </a:lnTo>
                  <a:lnTo>
                    <a:pt x="179077" y="6124484"/>
                  </a:lnTo>
                  <a:lnTo>
                    <a:pt x="179171" y="6119573"/>
                  </a:lnTo>
                  <a:lnTo>
                    <a:pt x="179265" y="6119573"/>
                  </a:lnTo>
                  <a:lnTo>
                    <a:pt x="179359" y="6119573"/>
                  </a:lnTo>
                  <a:lnTo>
                    <a:pt x="179548" y="6119573"/>
                  </a:lnTo>
                  <a:lnTo>
                    <a:pt x="179642" y="6119573"/>
                  </a:lnTo>
                  <a:lnTo>
                    <a:pt x="179736" y="6119573"/>
                  </a:lnTo>
                  <a:lnTo>
                    <a:pt x="179924" y="6119573"/>
                  </a:lnTo>
                  <a:lnTo>
                    <a:pt x="180018" y="6119573"/>
                  </a:lnTo>
                  <a:lnTo>
                    <a:pt x="180113" y="6119573"/>
                  </a:lnTo>
                  <a:lnTo>
                    <a:pt x="180207" y="6119573"/>
                  </a:lnTo>
                  <a:lnTo>
                    <a:pt x="180301" y="6119573"/>
                  </a:lnTo>
                  <a:lnTo>
                    <a:pt x="180395" y="6119573"/>
                  </a:lnTo>
                  <a:lnTo>
                    <a:pt x="180489" y="6119573"/>
                  </a:lnTo>
                  <a:lnTo>
                    <a:pt x="180583" y="6119573"/>
                  </a:lnTo>
                  <a:lnTo>
                    <a:pt x="180678" y="6119573"/>
                  </a:lnTo>
                  <a:lnTo>
                    <a:pt x="180772" y="6119573"/>
                  </a:lnTo>
                  <a:lnTo>
                    <a:pt x="180866" y="6119573"/>
                  </a:lnTo>
                  <a:lnTo>
                    <a:pt x="181148" y="6119573"/>
                  </a:lnTo>
                  <a:lnTo>
                    <a:pt x="181242" y="6119573"/>
                  </a:lnTo>
                  <a:lnTo>
                    <a:pt x="181337" y="6119573"/>
                  </a:lnTo>
                  <a:lnTo>
                    <a:pt x="181431" y="6119573"/>
                  </a:lnTo>
                  <a:lnTo>
                    <a:pt x="181525" y="6119573"/>
                  </a:lnTo>
                  <a:lnTo>
                    <a:pt x="181713" y="6119573"/>
                  </a:lnTo>
                  <a:lnTo>
                    <a:pt x="181807" y="6119573"/>
                  </a:lnTo>
                  <a:lnTo>
                    <a:pt x="181902" y="6119573"/>
                  </a:lnTo>
                  <a:lnTo>
                    <a:pt x="181996" y="6119573"/>
                  </a:lnTo>
                  <a:lnTo>
                    <a:pt x="182090" y="6119573"/>
                  </a:lnTo>
                  <a:lnTo>
                    <a:pt x="182184" y="6119573"/>
                  </a:lnTo>
                  <a:lnTo>
                    <a:pt x="182278" y="6119573"/>
                  </a:lnTo>
                  <a:lnTo>
                    <a:pt x="182372" y="6119573"/>
                  </a:lnTo>
                  <a:lnTo>
                    <a:pt x="182466" y="6119573"/>
                  </a:lnTo>
                  <a:lnTo>
                    <a:pt x="182561" y="6119573"/>
                  </a:lnTo>
                  <a:lnTo>
                    <a:pt x="182655" y="6119573"/>
                  </a:lnTo>
                  <a:lnTo>
                    <a:pt x="182749" y="6119573"/>
                  </a:lnTo>
                  <a:lnTo>
                    <a:pt x="182843" y="6119573"/>
                  </a:lnTo>
                  <a:lnTo>
                    <a:pt x="182937" y="6119573"/>
                  </a:lnTo>
                  <a:lnTo>
                    <a:pt x="183031" y="6119573"/>
                  </a:lnTo>
                  <a:lnTo>
                    <a:pt x="183314" y="6119573"/>
                  </a:lnTo>
                  <a:lnTo>
                    <a:pt x="183502" y="6119573"/>
                  </a:lnTo>
                  <a:lnTo>
                    <a:pt x="183596" y="6119573"/>
                  </a:lnTo>
                  <a:lnTo>
                    <a:pt x="183690" y="6119573"/>
                  </a:lnTo>
                  <a:lnTo>
                    <a:pt x="183785" y="6119573"/>
                  </a:lnTo>
                  <a:lnTo>
                    <a:pt x="183879" y="6119573"/>
                  </a:lnTo>
                  <a:lnTo>
                    <a:pt x="183973" y="6119573"/>
                  </a:lnTo>
                  <a:lnTo>
                    <a:pt x="184067" y="6119573"/>
                  </a:lnTo>
                  <a:lnTo>
                    <a:pt x="184161" y="6119573"/>
                  </a:lnTo>
                  <a:lnTo>
                    <a:pt x="184255" y="6119573"/>
                  </a:lnTo>
                  <a:lnTo>
                    <a:pt x="184349" y="6119573"/>
                  </a:lnTo>
                  <a:lnTo>
                    <a:pt x="184444" y="6119573"/>
                  </a:lnTo>
                  <a:lnTo>
                    <a:pt x="184538" y="6119573"/>
                  </a:lnTo>
                  <a:lnTo>
                    <a:pt x="184632" y="6119573"/>
                  </a:lnTo>
                  <a:lnTo>
                    <a:pt x="184726" y="6119573"/>
                  </a:lnTo>
                  <a:lnTo>
                    <a:pt x="184726" y="6114661"/>
                  </a:lnTo>
                  <a:lnTo>
                    <a:pt x="184820" y="6114661"/>
                  </a:lnTo>
                  <a:lnTo>
                    <a:pt x="184914" y="6114661"/>
                  </a:lnTo>
                  <a:lnTo>
                    <a:pt x="185103" y="6114661"/>
                  </a:lnTo>
                  <a:lnTo>
                    <a:pt x="185197" y="6114661"/>
                  </a:lnTo>
                  <a:lnTo>
                    <a:pt x="185291" y="6114661"/>
                  </a:lnTo>
                  <a:lnTo>
                    <a:pt x="185385" y="6114661"/>
                  </a:lnTo>
                  <a:lnTo>
                    <a:pt x="185479" y="6114661"/>
                  </a:lnTo>
                  <a:lnTo>
                    <a:pt x="185573" y="6114661"/>
                  </a:lnTo>
                  <a:lnTo>
                    <a:pt x="185668" y="6114661"/>
                  </a:lnTo>
                  <a:lnTo>
                    <a:pt x="185762" y="6114661"/>
                  </a:lnTo>
                  <a:lnTo>
                    <a:pt x="185856" y="6114661"/>
                  </a:lnTo>
                  <a:lnTo>
                    <a:pt x="185950" y="6109750"/>
                  </a:lnTo>
                  <a:lnTo>
                    <a:pt x="186327" y="6109750"/>
                  </a:lnTo>
                  <a:lnTo>
                    <a:pt x="186421" y="6109750"/>
                  </a:lnTo>
                  <a:lnTo>
                    <a:pt x="186515" y="6109750"/>
                  </a:lnTo>
                  <a:lnTo>
                    <a:pt x="186609" y="6109750"/>
                  </a:lnTo>
                  <a:lnTo>
                    <a:pt x="186797" y="6109750"/>
                  </a:lnTo>
                  <a:lnTo>
                    <a:pt x="186892" y="6109750"/>
                  </a:lnTo>
                  <a:lnTo>
                    <a:pt x="187174" y="6109750"/>
                  </a:lnTo>
                  <a:lnTo>
                    <a:pt x="187268" y="6109750"/>
                  </a:lnTo>
                  <a:lnTo>
                    <a:pt x="187362" y="6109750"/>
                  </a:lnTo>
                  <a:lnTo>
                    <a:pt x="187457" y="6109750"/>
                  </a:lnTo>
                  <a:lnTo>
                    <a:pt x="187551" y="6109750"/>
                  </a:lnTo>
                  <a:lnTo>
                    <a:pt x="187645" y="6109750"/>
                  </a:lnTo>
                  <a:lnTo>
                    <a:pt x="187739" y="6109750"/>
                  </a:lnTo>
                  <a:lnTo>
                    <a:pt x="187833" y="6109750"/>
                  </a:lnTo>
                  <a:lnTo>
                    <a:pt x="187833" y="6104839"/>
                  </a:lnTo>
                  <a:lnTo>
                    <a:pt x="188021" y="6104839"/>
                  </a:lnTo>
                  <a:lnTo>
                    <a:pt x="188116" y="6104839"/>
                  </a:lnTo>
                  <a:lnTo>
                    <a:pt x="188210" y="6104839"/>
                  </a:lnTo>
                  <a:lnTo>
                    <a:pt x="188304" y="6104839"/>
                  </a:lnTo>
                  <a:lnTo>
                    <a:pt x="188398" y="6104839"/>
                  </a:lnTo>
                  <a:lnTo>
                    <a:pt x="188492" y="6104839"/>
                  </a:lnTo>
                  <a:lnTo>
                    <a:pt x="188680" y="6104839"/>
                  </a:lnTo>
                  <a:lnTo>
                    <a:pt x="188775" y="6104839"/>
                  </a:lnTo>
                  <a:lnTo>
                    <a:pt x="188775" y="6099927"/>
                  </a:lnTo>
                  <a:lnTo>
                    <a:pt x="188869" y="6099927"/>
                  </a:lnTo>
                  <a:lnTo>
                    <a:pt x="189151" y="6099927"/>
                  </a:lnTo>
                  <a:lnTo>
                    <a:pt x="189245" y="6099927"/>
                  </a:lnTo>
                  <a:lnTo>
                    <a:pt x="189434" y="6099927"/>
                  </a:lnTo>
                  <a:lnTo>
                    <a:pt x="189716" y="6099927"/>
                  </a:lnTo>
                  <a:lnTo>
                    <a:pt x="189810" y="6099927"/>
                  </a:lnTo>
                  <a:lnTo>
                    <a:pt x="189904" y="6099927"/>
                  </a:lnTo>
                  <a:lnTo>
                    <a:pt x="189999" y="6099927"/>
                  </a:lnTo>
                  <a:lnTo>
                    <a:pt x="190093" y="6099927"/>
                  </a:lnTo>
                  <a:lnTo>
                    <a:pt x="190187" y="6099927"/>
                  </a:lnTo>
                  <a:lnTo>
                    <a:pt x="190281" y="6099927"/>
                  </a:lnTo>
                  <a:lnTo>
                    <a:pt x="190375" y="6099927"/>
                  </a:lnTo>
                  <a:lnTo>
                    <a:pt x="190469" y="6099927"/>
                  </a:lnTo>
                  <a:lnTo>
                    <a:pt x="190564" y="6099927"/>
                  </a:lnTo>
                  <a:lnTo>
                    <a:pt x="190658" y="6099927"/>
                  </a:lnTo>
                  <a:lnTo>
                    <a:pt x="190846" y="6099927"/>
                  </a:lnTo>
                  <a:lnTo>
                    <a:pt x="190940" y="6099927"/>
                  </a:lnTo>
                  <a:lnTo>
                    <a:pt x="191034" y="6099927"/>
                  </a:lnTo>
                  <a:lnTo>
                    <a:pt x="191128" y="6099927"/>
                  </a:lnTo>
                  <a:lnTo>
                    <a:pt x="191317" y="6099927"/>
                  </a:lnTo>
                  <a:lnTo>
                    <a:pt x="191411" y="6099927"/>
                  </a:lnTo>
                  <a:lnTo>
                    <a:pt x="191693" y="6099927"/>
                  </a:lnTo>
                  <a:lnTo>
                    <a:pt x="191788" y="6099927"/>
                  </a:lnTo>
                  <a:lnTo>
                    <a:pt x="192070" y="6099927"/>
                  </a:lnTo>
                  <a:lnTo>
                    <a:pt x="192447" y="6099927"/>
                  </a:lnTo>
                  <a:lnTo>
                    <a:pt x="192541" y="6099927"/>
                  </a:lnTo>
                  <a:lnTo>
                    <a:pt x="192635" y="6099927"/>
                  </a:lnTo>
                  <a:lnTo>
                    <a:pt x="192729" y="6099927"/>
                  </a:lnTo>
                  <a:lnTo>
                    <a:pt x="192823" y="6099927"/>
                  </a:lnTo>
                  <a:lnTo>
                    <a:pt x="192917" y="6099927"/>
                  </a:lnTo>
                  <a:lnTo>
                    <a:pt x="193011" y="6099927"/>
                  </a:lnTo>
                  <a:lnTo>
                    <a:pt x="193106" y="6099927"/>
                  </a:lnTo>
                  <a:lnTo>
                    <a:pt x="193200" y="6099927"/>
                  </a:lnTo>
                  <a:lnTo>
                    <a:pt x="193294" y="6099927"/>
                  </a:lnTo>
                  <a:lnTo>
                    <a:pt x="193388" y="6099927"/>
                  </a:lnTo>
                  <a:lnTo>
                    <a:pt x="193482" y="6099927"/>
                  </a:lnTo>
                  <a:lnTo>
                    <a:pt x="193576" y="6099927"/>
                  </a:lnTo>
                  <a:lnTo>
                    <a:pt x="193671" y="6099927"/>
                  </a:lnTo>
                  <a:lnTo>
                    <a:pt x="193859" y="6099927"/>
                  </a:lnTo>
                  <a:lnTo>
                    <a:pt x="193953" y="6099927"/>
                  </a:lnTo>
                  <a:lnTo>
                    <a:pt x="194047" y="6099927"/>
                  </a:lnTo>
                  <a:lnTo>
                    <a:pt x="194141" y="6099927"/>
                  </a:lnTo>
                  <a:lnTo>
                    <a:pt x="194235" y="6099927"/>
                  </a:lnTo>
                  <a:lnTo>
                    <a:pt x="194330" y="6099927"/>
                  </a:lnTo>
                  <a:lnTo>
                    <a:pt x="194518" y="6099927"/>
                  </a:lnTo>
                  <a:lnTo>
                    <a:pt x="194612" y="6099927"/>
                  </a:lnTo>
                  <a:lnTo>
                    <a:pt x="194706" y="6099927"/>
                  </a:lnTo>
                  <a:lnTo>
                    <a:pt x="194800" y="6099927"/>
                  </a:lnTo>
                  <a:lnTo>
                    <a:pt x="194895" y="6099927"/>
                  </a:lnTo>
                  <a:lnTo>
                    <a:pt x="194989" y="6099927"/>
                  </a:lnTo>
                  <a:lnTo>
                    <a:pt x="195083" y="6099927"/>
                  </a:lnTo>
                  <a:lnTo>
                    <a:pt x="195177" y="6099927"/>
                  </a:lnTo>
                  <a:lnTo>
                    <a:pt x="195177" y="6095016"/>
                  </a:lnTo>
                  <a:lnTo>
                    <a:pt x="195271" y="6095016"/>
                  </a:lnTo>
                  <a:lnTo>
                    <a:pt x="195365" y="6095016"/>
                  </a:lnTo>
                  <a:lnTo>
                    <a:pt x="195554" y="6095016"/>
                  </a:lnTo>
                  <a:lnTo>
                    <a:pt x="195648" y="6095016"/>
                  </a:lnTo>
                  <a:lnTo>
                    <a:pt x="195742" y="6095016"/>
                  </a:lnTo>
                  <a:lnTo>
                    <a:pt x="195836" y="6095016"/>
                  </a:lnTo>
                  <a:lnTo>
                    <a:pt x="195930" y="6095016"/>
                  </a:lnTo>
                  <a:lnTo>
                    <a:pt x="196024" y="6095016"/>
                  </a:lnTo>
                  <a:lnTo>
                    <a:pt x="196119" y="6095016"/>
                  </a:lnTo>
                  <a:lnTo>
                    <a:pt x="196213" y="6095016"/>
                  </a:lnTo>
                  <a:lnTo>
                    <a:pt x="196307" y="6095016"/>
                  </a:lnTo>
                  <a:lnTo>
                    <a:pt x="196401" y="6095016"/>
                  </a:lnTo>
                  <a:lnTo>
                    <a:pt x="196495" y="6095016"/>
                  </a:lnTo>
                  <a:lnTo>
                    <a:pt x="196589" y="6095016"/>
                  </a:lnTo>
                  <a:lnTo>
                    <a:pt x="196683" y="6095016"/>
                  </a:lnTo>
                  <a:lnTo>
                    <a:pt x="196872" y="6095016"/>
                  </a:lnTo>
                  <a:lnTo>
                    <a:pt x="196966" y="6095016"/>
                  </a:lnTo>
                  <a:lnTo>
                    <a:pt x="197060" y="6095016"/>
                  </a:lnTo>
                  <a:lnTo>
                    <a:pt x="197342" y="6095016"/>
                  </a:lnTo>
                  <a:lnTo>
                    <a:pt x="197531" y="6095016"/>
                  </a:lnTo>
                  <a:lnTo>
                    <a:pt x="197625" y="6095016"/>
                  </a:lnTo>
                  <a:lnTo>
                    <a:pt x="197719" y="6095016"/>
                  </a:lnTo>
                  <a:lnTo>
                    <a:pt x="197813" y="6095016"/>
                  </a:lnTo>
                  <a:lnTo>
                    <a:pt x="198002" y="6095016"/>
                  </a:lnTo>
                  <a:lnTo>
                    <a:pt x="198190" y="6095016"/>
                  </a:lnTo>
                  <a:lnTo>
                    <a:pt x="198284" y="6095016"/>
                  </a:lnTo>
                  <a:lnTo>
                    <a:pt x="198472" y="6095016"/>
                  </a:lnTo>
                  <a:lnTo>
                    <a:pt x="198566" y="6095016"/>
                  </a:lnTo>
                  <a:lnTo>
                    <a:pt x="198661" y="6095016"/>
                  </a:lnTo>
                  <a:lnTo>
                    <a:pt x="198755" y="6095016"/>
                  </a:lnTo>
                  <a:lnTo>
                    <a:pt x="198849" y="6095016"/>
                  </a:lnTo>
                  <a:lnTo>
                    <a:pt x="199131" y="6095016"/>
                  </a:lnTo>
                  <a:lnTo>
                    <a:pt x="199226" y="6095016"/>
                  </a:lnTo>
                  <a:lnTo>
                    <a:pt x="199320" y="6095016"/>
                  </a:lnTo>
                  <a:lnTo>
                    <a:pt x="199414" y="6095016"/>
                  </a:lnTo>
                  <a:lnTo>
                    <a:pt x="199508" y="6095016"/>
                  </a:lnTo>
                  <a:lnTo>
                    <a:pt x="199602" y="6095016"/>
                  </a:lnTo>
                  <a:lnTo>
                    <a:pt x="199790" y="6095016"/>
                  </a:lnTo>
                  <a:lnTo>
                    <a:pt x="199885" y="6095016"/>
                  </a:lnTo>
                  <a:lnTo>
                    <a:pt x="199979" y="6095016"/>
                  </a:lnTo>
                  <a:lnTo>
                    <a:pt x="200073" y="6095016"/>
                  </a:lnTo>
                  <a:lnTo>
                    <a:pt x="200167" y="6095016"/>
                  </a:lnTo>
                  <a:lnTo>
                    <a:pt x="200167" y="6090104"/>
                  </a:lnTo>
                  <a:lnTo>
                    <a:pt x="200261" y="6090104"/>
                  </a:lnTo>
                  <a:lnTo>
                    <a:pt x="200355" y="6090104"/>
                  </a:lnTo>
                  <a:lnTo>
                    <a:pt x="200544" y="6090104"/>
                  </a:lnTo>
                  <a:lnTo>
                    <a:pt x="200732" y="6090104"/>
                  </a:lnTo>
                  <a:lnTo>
                    <a:pt x="200826" y="6090104"/>
                  </a:lnTo>
                  <a:lnTo>
                    <a:pt x="200920" y="6090104"/>
                  </a:lnTo>
                  <a:lnTo>
                    <a:pt x="201014" y="6090104"/>
                  </a:lnTo>
                  <a:lnTo>
                    <a:pt x="201109" y="6090104"/>
                  </a:lnTo>
                  <a:lnTo>
                    <a:pt x="201203" y="6090104"/>
                  </a:lnTo>
                  <a:lnTo>
                    <a:pt x="201297" y="6090104"/>
                  </a:lnTo>
                  <a:lnTo>
                    <a:pt x="201391" y="6090104"/>
                  </a:lnTo>
                  <a:lnTo>
                    <a:pt x="201485" y="6090104"/>
                  </a:lnTo>
                  <a:lnTo>
                    <a:pt x="201579" y="6090104"/>
                  </a:lnTo>
                  <a:lnTo>
                    <a:pt x="201862" y="6090104"/>
                  </a:lnTo>
                  <a:lnTo>
                    <a:pt x="201956" y="6090104"/>
                  </a:lnTo>
                  <a:lnTo>
                    <a:pt x="202050" y="6090104"/>
                  </a:lnTo>
                  <a:lnTo>
                    <a:pt x="202050" y="6085193"/>
                  </a:lnTo>
                  <a:lnTo>
                    <a:pt x="202144" y="6085193"/>
                  </a:lnTo>
                  <a:lnTo>
                    <a:pt x="202144" y="6080282"/>
                  </a:lnTo>
                  <a:lnTo>
                    <a:pt x="202238" y="6080282"/>
                  </a:lnTo>
                  <a:lnTo>
                    <a:pt x="202427" y="6080282"/>
                  </a:lnTo>
                  <a:lnTo>
                    <a:pt x="202521" y="6080282"/>
                  </a:lnTo>
                  <a:lnTo>
                    <a:pt x="202615" y="6080282"/>
                  </a:lnTo>
                  <a:lnTo>
                    <a:pt x="202709" y="6080282"/>
                  </a:lnTo>
                  <a:lnTo>
                    <a:pt x="202803" y="6080282"/>
                  </a:lnTo>
                  <a:lnTo>
                    <a:pt x="202897" y="6080282"/>
                  </a:lnTo>
                  <a:lnTo>
                    <a:pt x="203086" y="6080282"/>
                  </a:lnTo>
                  <a:lnTo>
                    <a:pt x="203180" y="6080282"/>
                  </a:lnTo>
                  <a:lnTo>
                    <a:pt x="203274" y="6080282"/>
                  </a:lnTo>
                  <a:lnTo>
                    <a:pt x="203557" y="6080282"/>
                  </a:lnTo>
                  <a:lnTo>
                    <a:pt x="203651" y="6080282"/>
                  </a:lnTo>
                  <a:lnTo>
                    <a:pt x="203745" y="6080282"/>
                  </a:lnTo>
                  <a:lnTo>
                    <a:pt x="203839" y="6080282"/>
                  </a:lnTo>
                  <a:lnTo>
                    <a:pt x="204027" y="6080282"/>
                  </a:lnTo>
                  <a:lnTo>
                    <a:pt x="204121" y="6080282"/>
                  </a:lnTo>
                  <a:lnTo>
                    <a:pt x="204216" y="6080282"/>
                  </a:lnTo>
                  <a:lnTo>
                    <a:pt x="204310" y="6080282"/>
                  </a:lnTo>
                  <a:lnTo>
                    <a:pt x="204404" y="6080282"/>
                  </a:lnTo>
                  <a:lnTo>
                    <a:pt x="204781" y="6080282"/>
                  </a:lnTo>
                  <a:lnTo>
                    <a:pt x="204875" y="6080282"/>
                  </a:lnTo>
                  <a:lnTo>
                    <a:pt x="204969" y="6080282"/>
                  </a:lnTo>
                  <a:lnTo>
                    <a:pt x="205063" y="6080282"/>
                  </a:lnTo>
                  <a:lnTo>
                    <a:pt x="205251" y="6080282"/>
                  </a:lnTo>
                  <a:lnTo>
                    <a:pt x="205345" y="6080282"/>
                  </a:lnTo>
                  <a:lnTo>
                    <a:pt x="205440" y="6080282"/>
                  </a:lnTo>
                  <a:lnTo>
                    <a:pt x="205534" y="6080282"/>
                  </a:lnTo>
                  <a:lnTo>
                    <a:pt x="205534" y="6075370"/>
                  </a:lnTo>
                  <a:lnTo>
                    <a:pt x="205722" y="6075370"/>
                  </a:lnTo>
                  <a:lnTo>
                    <a:pt x="205816" y="6075370"/>
                  </a:lnTo>
                  <a:lnTo>
                    <a:pt x="205910" y="6075370"/>
                  </a:lnTo>
                  <a:lnTo>
                    <a:pt x="206004" y="6075370"/>
                  </a:lnTo>
                  <a:lnTo>
                    <a:pt x="206193" y="6075370"/>
                  </a:lnTo>
                  <a:lnTo>
                    <a:pt x="206381" y="6075370"/>
                  </a:lnTo>
                  <a:lnTo>
                    <a:pt x="206475" y="6075370"/>
                  </a:lnTo>
                  <a:lnTo>
                    <a:pt x="206569" y="6075370"/>
                  </a:lnTo>
                  <a:lnTo>
                    <a:pt x="206664" y="6075370"/>
                  </a:lnTo>
                  <a:lnTo>
                    <a:pt x="206758" y="6075370"/>
                  </a:lnTo>
                  <a:lnTo>
                    <a:pt x="206852" y="6075370"/>
                  </a:lnTo>
                  <a:lnTo>
                    <a:pt x="206946" y="6075370"/>
                  </a:lnTo>
                  <a:lnTo>
                    <a:pt x="207228" y="6075370"/>
                  </a:lnTo>
                  <a:lnTo>
                    <a:pt x="207323" y="6075370"/>
                  </a:lnTo>
                  <a:lnTo>
                    <a:pt x="207417" y="6075370"/>
                  </a:lnTo>
                  <a:lnTo>
                    <a:pt x="207605" y="6075370"/>
                  </a:lnTo>
                  <a:lnTo>
                    <a:pt x="207699" y="6075370"/>
                  </a:lnTo>
                  <a:lnTo>
                    <a:pt x="207793" y="6075370"/>
                  </a:lnTo>
                  <a:lnTo>
                    <a:pt x="207888" y="6075370"/>
                  </a:lnTo>
                  <a:lnTo>
                    <a:pt x="207982" y="6075370"/>
                  </a:lnTo>
                  <a:lnTo>
                    <a:pt x="208076" y="6075370"/>
                  </a:lnTo>
                  <a:lnTo>
                    <a:pt x="208170" y="6075370"/>
                  </a:lnTo>
                  <a:lnTo>
                    <a:pt x="208264" y="6075370"/>
                  </a:lnTo>
                  <a:lnTo>
                    <a:pt x="208358" y="6075370"/>
                  </a:lnTo>
                  <a:lnTo>
                    <a:pt x="208452" y="6075370"/>
                  </a:lnTo>
                  <a:lnTo>
                    <a:pt x="208547" y="6075370"/>
                  </a:lnTo>
                  <a:lnTo>
                    <a:pt x="208641" y="6075370"/>
                  </a:lnTo>
                  <a:lnTo>
                    <a:pt x="208735" y="6075370"/>
                  </a:lnTo>
                  <a:lnTo>
                    <a:pt x="208829" y="6075370"/>
                  </a:lnTo>
                  <a:lnTo>
                    <a:pt x="208923" y="6075370"/>
                  </a:lnTo>
                  <a:lnTo>
                    <a:pt x="209017" y="6075370"/>
                  </a:lnTo>
                  <a:lnTo>
                    <a:pt x="209112" y="6075370"/>
                  </a:lnTo>
                  <a:lnTo>
                    <a:pt x="209206" y="6075370"/>
                  </a:lnTo>
                  <a:lnTo>
                    <a:pt x="209300" y="6075370"/>
                  </a:lnTo>
                  <a:lnTo>
                    <a:pt x="209488" y="6075370"/>
                  </a:lnTo>
                  <a:lnTo>
                    <a:pt x="209582" y="6075370"/>
                  </a:lnTo>
                  <a:lnTo>
                    <a:pt x="209771" y="6075370"/>
                  </a:lnTo>
                  <a:lnTo>
                    <a:pt x="209865" y="6075370"/>
                  </a:lnTo>
                  <a:lnTo>
                    <a:pt x="209959" y="6075370"/>
                  </a:lnTo>
                  <a:lnTo>
                    <a:pt x="210053" y="6075370"/>
                  </a:lnTo>
                  <a:lnTo>
                    <a:pt x="210241" y="6075370"/>
                  </a:lnTo>
                  <a:lnTo>
                    <a:pt x="210335" y="6075370"/>
                  </a:lnTo>
                  <a:lnTo>
                    <a:pt x="210430" y="6075370"/>
                  </a:lnTo>
                  <a:lnTo>
                    <a:pt x="210618" y="6075370"/>
                  </a:lnTo>
                  <a:lnTo>
                    <a:pt x="210712" y="6075370"/>
                  </a:lnTo>
                  <a:lnTo>
                    <a:pt x="210806" y="6075370"/>
                  </a:lnTo>
                  <a:lnTo>
                    <a:pt x="210995" y="6075370"/>
                  </a:lnTo>
                  <a:lnTo>
                    <a:pt x="211089" y="6075370"/>
                  </a:lnTo>
                  <a:lnTo>
                    <a:pt x="211183" y="6075370"/>
                  </a:lnTo>
                  <a:lnTo>
                    <a:pt x="211277" y="6075370"/>
                  </a:lnTo>
                  <a:lnTo>
                    <a:pt x="211371" y="6075370"/>
                  </a:lnTo>
                  <a:lnTo>
                    <a:pt x="211465" y="6075370"/>
                  </a:lnTo>
                  <a:lnTo>
                    <a:pt x="211559" y="6075370"/>
                  </a:lnTo>
                  <a:lnTo>
                    <a:pt x="211748" y="6075370"/>
                  </a:lnTo>
                  <a:lnTo>
                    <a:pt x="211842" y="6075370"/>
                  </a:lnTo>
                  <a:lnTo>
                    <a:pt x="211936" y="6075370"/>
                  </a:lnTo>
                  <a:lnTo>
                    <a:pt x="212030" y="6075370"/>
                  </a:lnTo>
                  <a:lnTo>
                    <a:pt x="212124" y="6075370"/>
                  </a:lnTo>
                  <a:lnTo>
                    <a:pt x="212219" y="6075370"/>
                  </a:lnTo>
                  <a:lnTo>
                    <a:pt x="212313" y="6075370"/>
                  </a:lnTo>
                  <a:lnTo>
                    <a:pt x="212313" y="6070459"/>
                  </a:lnTo>
                  <a:lnTo>
                    <a:pt x="212595" y="6070459"/>
                  </a:lnTo>
                  <a:lnTo>
                    <a:pt x="212689" y="6070459"/>
                  </a:lnTo>
                  <a:lnTo>
                    <a:pt x="212783" y="6070459"/>
                  </a:lnTo>
                  <a:lnTo>
                    <a:pt x="212878" y="6070459"/>
                  </a:lnTo>
                  <a:lnTo>
                    <a:pt x="212972" y="6070459"/>
                  </a:lnTo>
                  <a:lnTo>
                    <a:pt x="213066" y="6070459"/>
                  </a:lnTo>
                  <a:lnTo>
                    <a:pt x="213160" y="6070459"/>
                  </a:lnTo>
                  <a:lnTo>
                    <a:pt x="213254" y="6070459"/>
                  </a:lnTo>
                  <a:lnTo>
                    <a:pt x="213348" y="6070459"/>
                  </a:lnTo>
                  <a:lnTo>
                    <a:pt x="213443" y="6070459"/>
                  </a:lnTo>
                  <a:lnTo>
                    <a:pt x="213631" y="6070459"/>
                  </a:lnTo>
                  <a:lnTo>
                    <a:pt x="213725" y="6070459"/>
                  </a:lnTo>
                  <a:lnTo>
                    <a:pt x="213725" y="6065548"/>
                  </a:lnTo>
                  <a:lnTo>
                    <a:pt x="213819" y="6065548"/>
                  </a:lnTo>
                  <a:lnTo>
                    <a:pt x="213913" y="6065548"/>
                  </a:lnTo>
                  <a:lnTo>
                    <a:pt x="214007" y="6065548"/>
                  </a:lnTo>
                  <a:lnTo>
                    <a:pt x="214102" y="6065548"/>
                  </a:lnTo>
                  <a:lnTo>
                    <a:pt x="214196" y="6065548"/>
                  </a:lnTo>
                  <a:lnTo>
                    <a:pt x="214290" y="6065548"/>
                  </a:lnTo>
                  <a:lnTo>
                    <a:pt x="214384" y="6065548"/>
                  </a:lnTo>
                  <a:lnTo>
                    <a:pt x="214478" y="6065548"/>
                  </a:lnTo>
                  <a:lnTo>
                    <a:pt x="214572" y="6065548"/>
                  </a:lnTo>
                  <a:lnTo>
                    <a:pt x="214572" y="6060636"/>
                  </a:lnTo>
                  <a:lnTo>
                    <a:pt x="214666" y="6060636"/>
                  </a:lnTo>
                  <a:lnTo>
                    <a:pt x="214761" y="6060636"/>
                  </a:lnTo>
                  <a:lnTo>
                    <a:pt x="214855" y="6060636"/>
                  </a:lnTo>
                  <a:lnTo>
                    <a:pt x="215043" y="6060636"/>
                  </a:lnTo>
                  <a:lnTo>
                    <a:pt x="215231" y="6060636"/>
                  </a:lnTo>
                  <a:lnTo>
                    <a:pt x="215326" y="6060636"/>
                  </a:lnTo>
                  <a:lnTo>
                    <a:pt x="215420" y="6060636"/>
                  </a:lnTo>
                  <a:lnTo>
                    <a:pt x="215514" y="6060636"/>
                  </a:lnTo>
                  <a:lnTo>
                    <a:pt x="215702" y="6060636"/>
                  </a:lnTo>
                  <a:lnTo>
                    <a:pt x="215702" y="6055725"/>
                  </a:lnTo>
                  <a:lnTo>
                    <a:pt x="215796" y="6055725"/>
                  </a:lnTo>
                  <a:lnTo>
                    <a:pt x="215890" y="6055725"/>
                  </a:lnTo>
                  <a:lnTo>
                    <a:pt x="215985" y="6055725"/>
                  </a:lnTo>
                  <a:lnTo>
                    <a:pt x="216079" y="6055725"/>
                  </a:lnTo>
                  <a:lnTo>
                    <a:pt x="216267" y="6055725"/>
                  </a:lnTo>
                  <a:lnTo>
                    <a:pt x="216361" y="6055725"/>
                  </a:lnTo>
                  <a:lnTo>
                    <a:pt x="216455" y="6055725"/>
                  </a:lnTo>
                  <a:lnTo>
                    <a:pt x="216455" y="6050813"/>
                  </a:lnTo>
                  <a:lnTo>
                    <a:pt x="216644" y="6050813"/>
                  </a:lnTo>
                  <a:lnTo>
                    <a:pt x="216738" y="6050813"/>
                  </a:lnTo>
                  <a:lnTo>
                    <a:pt x="216832" y="6050813"/>
                  </a:lnTo>
                  <a:lnTo>
                    <a:pt x="216926" y="6050813"/>
                  </a:lnTo>
                  <a:lnTo>
                    <a:pt x="217020" y="6050813"/>
                  </a:lnTo>
                  <a:lnTo>
                    <a:pt x="217303" y="6050813"/>
                  </a:lnTo>
                  <a:lnTo>
                    <a:pt x="217397" y="6050813"/>
                  </a:lnTo>
                  <a:lnTo>
                    <a:pt x="217585" y="6050813"/>
                  </a:lnTo>
                  <a:lnTo>
                    <a:pt x="217679" y="6050813"/>
                  </a:lnTo>
                  <a:lnTo>
                    <a:pt x="217774" y="6050813"/>
                  </a:lnTo>
                  <a:lnTo>
                    <a:pt x="217868" y="6050813"/>
                  </a:lnTo>
                  <a:lnTo>
                    <a:pt x="217962" y="6050813"/>
                  </a:lnTo>
                  <a:lnTo>
                    <a:pt x="218056" y="6050813"/>
                  </a:lnTo>
                  <a:lnTo>
                    <a:pt x="218150" y="6050813"/>
                  </a:lnTo>
                  <a:lnTo>
                    <a:pt x="218244" y="6050813"/>
                  </a:lnTo>
                  <a:lnTo>
                    <a:pt x="218338" y="6050813"/>
                  </a:lnTo>
                  <a:lnTo>
                    <a:pt x="218527" y="6050813"/>
                  </a:lnTo>
                  <a:lnTo>
                    <a:pt x="218715" y="6050813"/>
                  </a:lnTo>
                  <a:lnTo>
                    <a:pt x="218809" y="6050813"/>
                  </a:lnTo>
                  <a:lnTo>
                    <a:pt x="218903" y="6050813"/>
                  </a:lnTo>
                  <a:lnTo>
                    <a:pt x="218997" y="6050813"/>
                  </a:lnTo>
                  <a:lnTo>
                    <a:pt x="219092" y="6050813"/>
                  </a:lnTo>
                  <a:lnTo>
                    <a:pt x="219280" y="6050813"/>
                  </a:lnTo>
                  <a:lnTo>
                    <a:pt x="219468" y="6050813"/>
                  </a:lnTo>
                  <a:lnTo>
                    <a:pt x="219468" y="6045902"/>
                  </a:lnTo>
                  <a:lnTo>
                    <a:pt x="219562" y="6045902"/>
                  </a:lnTo>
                  <a:lnTo>
                    <a:pt x="219657" y="6045902"/>
                  </a:lnTo>
                  <a:lnTo>
                    <a:pt x="219751" y="6045902"/>
                  </a:lnTo>
                  <a:lnTo>
                    <a:pt x="219845" y="6045902"/>
                  </a:lnTo>
                  <a:lnTo>
                    <a:pt x="219939" y="6045902"/>
                  </a:lnTo>
                  <a:lnTo>
                    <a:pt x="220316" y="6045902"/>
                  </a:lnTo>
                  <a:lnTo>
                    <a:pt x="220410" y="6045902"/>
                  </a:lnTo>
                  <a:lnTo>
                    <a:pt x="220504" y="6045902"/>
                  </a:lnTo>
                  <a:lnTo>
                    <a:pt x="220598" y="6045902"/>
                  </a:lnTo>
                  <a:lnTo>
                    <a:pt x="220692" y="6045902"/>
                  </a:lnTo>
                  <a:lnTo>
                    <a:pt x="220786" y="6040991"/>
                  </a:lnTo>
                  <a:lnTo>
                    <a:pt x="221069" y="6040991"/>
                  </a:lnTo>
                  <a:lnTo>
                    <a:pt x="221163" y="6040991"/>
                  </a:lnTo>
                  <a:lnTo>
                    <a:pt x="221257" y="6040991"/>
                  </a:lnTo>
                  <a:lnTo>
                    <a:pt x="221351" y="6040991"/>
                  </a:lnTo>
                  <a:lnTo>
                    <a:pt x="221445" y="6040991"/>
                  </a:lnTo>
                  <a:lnTo>
                    <a:pt x="221540" y="6040991"/>
                  </a:lnTo>
                  <a:lnTo>
                    <a:pt x="221728" y="6040991"/>
                  </a:lnTo>
                  <a:lnTo>
                    <a:pt x="221822" y="6040991"/>
                  </a:lnTo>
                  <a:lnTo>
                    <a:pt x="221916" y="6040991"/>
                  </a:lnTo>
                  <a:lnTo>
                    <a:pt x="222010" y="6040991"/>
                  </a:lnTo>
                  <a:lnTo>
                    <a:pt x="222199" y="6040991"/>
                  </a:lnTo>
                  <a:lnTo>
                    <a:pt x="222293" y="6040991"/>
                  </a:lnTo>
                  <a:lnTo>
                    <a:pt x="222387" y="6040991"/>
                  </a:lnTo>
                  <a:lnTo>
                    <a:pt x="222481" y="6040991"/>
                  </a:lnTo>
                  <a:lnTo>
                    <a:pt x="222575" y="6040991"/>
                  </a:lnTo>
                  <a:lnTo>
                    <a:pt x="222764" y="6040991"/>
                  </a:lnTo>
                  <a:lnTo>
                    <a:pt x="222858" y="6040991"/>
                  </a:lnTo>
                  <a:lnTo>
                    <a:pt x="223046" y="6040991"/>
                  </a:lnTo>
                  <a:lnTo>
                    <a:pt x="223140" y="6040991"/>
                  </a:lnTo>
                  <a:lnTo>
                    <a:pt x="223328" y="6040991"/>
                  </a:lnTo>
                  <a:lnTo>
                    <a:pt x="223423" y="6040991"/>
                  </a:lnTo>
                  <a:lnTo>
                    <a:pt x="223517" y="6040991"/>
                  </a:lnTo>
                  <a:lnTo>
                    <a:pt x="223611" y="6040991"/>
                  </a:lnTo>
                  <a:lnTo>
                    <a:pt x="223705" y="6040991"/>
                  </a:lnTo>
                  <a:lnTo>
                    <a:pt x="223799" y="6040991"/>
                  </a:lnTo>
                  <a:lnTo>
                    <a:pt x="223893" y="6040991"/>
                  </a:lnTo>
                  <a:lnTo>
                    <a:pt x="223988" y="6040991"/>
                  </a:lnTo>
                  <a:lnTo>
                    <a:pt x="224082" y="6040991"/>
                  </a:lnTo>
                  <a:lnTo>
                    <a:pt x="224176" y="6040991"/>
                  </a:lnTo>
                  <a:lnTo>
                    <a:pt x="224270" y="6040991"/>
                  </a:lnTo>
                  <a:lnTo>
                    <a:pt x="224364" y="6040991"/>
                  </a:lnTo>
                  <a:lnTo>
                    <a:pt x="224458" y="6040991"/>
                  </a:lnTo>
                  <a:lnTo>
                    <a:pt x="224552" y="6040991"/>
                  </a:lnTo>
                  <a:lnTo>
                    <a:pt x="224647" y="6040991"/>
                  </a:lnTo>
                  <a:lnTo>
                    <a:pt x="224835" y="6040991"/>
                  </a:lnTo>
                  <a:lnTo>
                    <a:pt x="224929" y="6040991"/>
                  </a:lnTo>
                  <a:lnTo>
                    <a:pt x="225117" y="6040991"/>
                  </a:lnTo>
                  <a:lnTo>
                    <a:pt x="225212" y="6040991"/>
                  </a:lnTo>
                  <a:lnTo>
                    <a:pt x="225306" y="6040991"/>
                  </a:lnTo>
                  <a:lnTo>
                    <a:pt x="225400" y="6040991"/>
                  </a:lnTo>
                  <a:lnTo>
                    <a:pt x="225494" y="6040991"/>
                  </a:lnTo>
                  <a:lnTo>
                    <a:pt x="225588" y="6040991"/>
                  </a:lnTo>
                  <a:lnTo>
                    <a:pt x="225776" y="6040991"/>
                  </a:lnTo>
                  <a:lnTo>
                    <a:pt x="225871" y="6040991"/>
                  </a:lnTo>
                  <a:lnTo>
                    <a:pt x="226059" y="6040991"/>
                  </a:lnTo>
                  <a:lnTo>
                    <a:pt x="226153" y="6040991"/>
                  </a:lnTo>
                  <a:lnTo>
                    <a:pt x="226247" y="6040991"/>
                  </a:lnTo>
                  <a:lnTo>
                    <a:pt x="226341" y="6040991"/>
                  </a:lnTo>
                  <a:lnTo>
                    <a:pt x="226530" y="6040991"/>
                  </a:lnTo>
                  <a:lnTo>
                    <a:pt x="226624" y="6040991"/>
                  </a:lnTo>
                  <a:lnTo>
                    <a:pt x="226718" y="6036079"/>
                  </a:lnTo>
                  <a:lnTo>
                    <a:pt x="226906" y="6036079"/>
                  </a:lnTo>
                  <a:lnTo>
                    <a:pt x="227000" y="6036079"/>
                  </a:lnTo>
                  <a:lnTo>
                    <a:pt x="227095" y="6036079"/>
                  </a:lnTo>
                  <a:lnTo>
                    <a:pt x="227283" y="6036079"/>
                  </a:lnTo>
                  <a:lnTo>
                    <a:pt x="227377" y="6036079"/>
                  </a:lnTo>
                  <a:lnTo>
                    <a:pt x="227754" y="6036079"/>
                  </a:lnTo>
                  <a:lnTo>
                    <a:pt x="227848" y="6036079"/>
                  </a:lnTo>
                  <a:lnTo>
                    <a:pt x="228130" y="6031168"/>
                  </a:lnTo>
                  <a:lnTo>
                    <a:pt x="228224" y="6031168"/>
                  </a:lnTo>
                  <a:lnTo>
                    <a:pt x="228319" y="6031168"/>
                  </a:lnTo>
                  <a:lnTo>
                    <a:pt x="228413" y="6031168"/>
                  </a:lnTo>
                  <a:lnTo>
                    <a:pt x="228507" y="6031168"/>
                  </a:lnTo>
                  <a:lnTo>
                    <a:pt x="228789" y="6031168"/>
                  </a:lnTo>
                  <a:lnTo>
                    <a:pt x="228883" y="6031168"/>
                  </a:lnTo>
                  <a:lnTo>
                    <a:pt x="229072" y="6031168"/>
                  </a:lnTo>
                  <a:lnTo>
                    <a:pt x="229166" y="6031168"/>
                  </a:lnTo>
                  <a:lnTo>
                    <a:pt x="229354" y="6031168"/>
                  </a:lnTo>
                  <a:lnTo>
                    <a:pt x="229448" y="6031168"/>
                  </a:lnTo>
                  <a:lnTo>
                    <a:pt x="229543" y="6031168"/>
                  </a:lnTo>
                  <a:lnTo>
                    <a:pt x="229637" y="6031168"/>
                  </a:lnTo>
                  <a:lnTo>
                    <a:pt x="229731" y="6031168"/>
                  </a:lnTo>
                  <a:lnTo>
                    <a:pt x="229825" y="6031168"/>
                  </a:lnTo>
                  <a:lnTo>
                    <a:pt x="229919" y="6031168"/>
                  </a:lnTo>
                  <a:lnTo>
                    <a:pt x="230107" y="6031168"/>
                  </a:lnTo>
                  <a:lnTo>
                    <a:pt x="230202" y="6031168"/>
                  </a:lnTo>
                  <a:lnTo>
                    <a:pt x="230296" y="6031168"/>
                  </a:lnTo>
                  <a:lnTo>
                    <a:pt x="230390" y="6031168"/>
                  </a:lnTo>
                  <a:lnTo>
                    <a:pt x="230578" y="6031168"/>
                  </a:lnTo>
                  <a:lnTo>
                    <a:pt x="230672" y="6031168"/>
                  </a:lnTo>
                  <a:lnTo>
                    <a:pt x="230767" y="6031168"/>
                  </a:lnTo>
                  <a:lnTo>
                    <a:pt x="230861" y="6031168"/>
                  </a:lnTo>
                  <a:lnTo>
                    <a:pt x="230955" y="6031168"/>
                  </a:lnTo>
                  <a:lnTo>
                    <a:pt x="231049" y="6031168"/>
                  </a:lnTo>
                  <a:lnTo>
                    <a:pt x="231143" y="6031168"/>
                  </a:lnTo>
                  <a:lnTo>
                    <a:pt x="231237" y="6031168"/>
                  </a:lnTo>
                  <a:lnTo>
                    <a:pt x="231331" y="6031168"/>
                  </a:lnTo>
                  <a:lnTo>
                    <a:pt x="231426" y="6031168"/>
                  </a:lnTo>
                  <a:lnTo>
                    <a:pt x="231520" y="6031168"/>
                  </a:lnTo>
                  <a:lnTo>
                    <a:pt x="231614" y="6031168"/>
                  </a:lnTo>
                  <a:lnTo>
                    <a:pt x="231708" y="6031168"/>
                  </a:lnTo>
                  <a:lnTo>
                    <a:pt x="231802" y="6031168"/>
                  </a:lnTo>
                  <a:lnTo>
                    <a:pt x="231896" y="6031168"/>
                  </a:lnTo>
                  <a:lnTo>
                    <a:pt x="231990" y="6031168"/>
                  </a:lnTo>
                  <a:lnTo>
                    <a:pt x="232085" y="6031168"/>
                  </a:lnTo>
                  <a:lnTo>
                    <a:pt x="232179" y="6031168"/>
                  </a:lnTo>
                  <a:lnTo>
                    <a:pt x="232273" y="6031168"/>
                  </a:lnTo>
                  <a:lnTo>
                    <a:pt x="232367" y="6031168"/>
                  </a:lnTo>
                  <a:lnTo>
                    <a:pt x="232461" y="6031168"/>
                  </a:lnTo>
                  <a:lnTo>
                    <a:pt x="232555" y="6031168"/>
                  </a:lnTo>
                  <a:lnTo>
                    <a:pt x="232650" y="6031168"/>
                  </a:lnTo>
                  <a:lnTo>
                    <a:pt x="233026" y="6031168"/>
                  </a:lnTo>
                  <a:lnTo>
                    <a:pt x="233120" y="6031168"/>
                  </a:lnTo>
                  <a:lnTo>
                    <a:pt x="233214" y="6031168"/>
                  </a:lnTo>
                  <a:lnTo>
                    <a:pt x="233309" y="6031168"/>
                  </a:lnTo>
                  <a:lnTo>
                    <a:pt x="233403" y="6031168"/>
                  </a:lnTo>
                  <a:lnTo>
                    <a:pt x="233497" y="6031168"/>
                  </a:lnTo>
                  <a:lnTo>
                    <a:pt x="233591" y="6031168"/>
                  </a:lnTo>
                  <a:lnTo>
                    <a:pt x="233685" y="6031168"/>
                  </a:lnTo>
                  <a:lnTo>
                    <a:pt x="233779" y="6031168"/>
                  </a:lnTo>
                  <a:lnTo>
                    <a:pt x="233968" y="6031168"/>
                  </a:lnTo>
                  <a:lnTo>
                    <a:pt x="234062" y="6031168"/>
                  </a:lnTo>
                  <a:lnTo>
                    <a:pt x="234344" y="6031168"/>
                  </a:lnTo>
                  <a:lnTo>
                    <a:pt x="234438" y="6031168"/>
                  </a:lnTo>
                  <a:lnTo>
                    <a:pt x="234533" y="6031168"/>
                  </a:lnTo>
                  <a:lnTo>
                    <a:pt x="234627" y="6031168"/>
                  </a:lnTo>
                  <a:lnTo>
                    <a:pt x="234815" y="6031168"/>
                  </a:lnTo>
                  <a:lnTo>
                    <a:pt x="234815" y="6026257"/>
                  </a:lnTo>
                  <a:lnTo>
                    <a:pt x="234909" y="6026257"/>
                  </a:lnTo>
                  <a:lnTo>
                    <a:pt x="235003" y="6026257"/>
                  </a:lnTo>
                  <a:lnTo>
                    <a:pt x="235098" y="6026257"/>
                  </a:lnTo>
                  <a:lnTo>
                    <a:pt x="235286" y="6026257"/>
                  </a:lnTo>
                  <a:lnTo>
                    <a:pt x="235380" y="6026257"/>
                  </a:lnTo>
                  <a:lnTo>
                    <a:pt x="235474" y="6026257"/>
                  </a:lnTo>
                  <a:lnTo>
                    <a:pt x="235568" y="6026257"/>
                  </a:lnTo>
                  <a:lnTo>
                    <a:pt x="235662" y="6026257"/>
                  </a:lnTo>
                  <a:lnTo>
                    <a:pt x="235851" y="6026257"/>
                  </a:lnTo>
                  <a:lnTo>
                    <a:pt x="235945" y="6026257"/>
                  </a:lnTo>
                  <a:lnTo>
                    <a:pt x="236039" y="6026257"/>
                  </a:lnTo>
                  <a:lnTo>
                    <a:pt x="236227" y="6026257"/>
                  </a:lnTo>
                  <a:lnTo>
                    <a:pt x="236416" y="6026257"/>
                  </a:lnTo>
                  <a:lnTo>
                    <a:pt x="236510" y="6026257"/>
                  </a:lnTo>
                  <a:lnTo>
                    <a:pt x="236604" y="6026257"/>
                  </a:lnTo>
                  <a:lnTo>
                    <a:pt x="236698" y="6026257"/>
                  </a:lnTo>
                  <a:lnTo>
                    <a:pt x="236792" y="6026257"/>
                  </a:lnTo>
                  <a:lnTo>
                    <a:pt x="236886" y="6026257"/>
                  </a:lnTo>
                  <a:lnTo>
                    <a:pt x="236981" y="6026257"/>
                  </a:lnTo>
                  <a:lnTo>
                    <a:pt x="237075" y="6026257"/>
                  </a:lnTo>
                  <a:lnTo>
                    <a:pt x="237451" y="6026257"/>
                  </a:lnTo>
                  <a:lnTo>
                    <a:pt x="237545" y="6026257"/>
                  </a:lnTo>
                  <a:lnTo>
                    <a:pt x="237734" y="6026257"/>
                  </a:lnTo>
                  <a:lnTo>
                    <a:pt x="237828" y="6026257"/>
                  </a:lnTo>
                  <a:lnTo>
                    <a:pt x="237922" y="6026257"/>
                  </a:lnTo>
                  <a:lnTo>
                    <a:pt x="238016" y="6026257"/>
                  </a:lnTo>
                  <a:lnTo>
                    <a:pt x="238205" y="6026257"/>
                  </a:lnTo>
                  <a:lnTo>
                    <a:pt x="238299" y="6026257"/>
                  </a:lnTo>
                  <a:lnTo>
                    <a:pt x="238393" y="6026257"/>
                  </a:lnTo>
                  <a:lnTo>
                    <a:pt x="238487" y="6026257"/>
                  </a:lnTo>
                  <a:lnTo>
                    <a:pt x="238675" y="6026257"/>
                  </a:lnTo>
                  <a:lnTo>
                    <a:pt x="238769" y="6026257"/>
                  </a:lnTo>
                  <a:lnTo>
                    <a:pt x="238864" y="6026257"/>
                  </a:lnTo>
                  <a:lnTo>
                    <a:pt x="239052" y="6026257"/>
                  </a:lnTo>
                  <a:lnTo>
                    <a:pt x="239240" y="6026257"/>
                  </a:lnTo>
                  <a:lnTo>
                    <a:pt x="239334" y="6026257"/>
                  </a:lnTo>
                  <a:lnTo>
                    <a:pt x="239523" y="6026257"/>
                  </a:lnTo>
                  <a:lnTo>
                    <a:pt x="239617" y="6026257"/>
                  </a:lnTo>
                  <a:lnTo>
                    <a:pt x="239617" y="6021345"/>
                  </a:lnTo>
                  <a:lnTo>
                    <a:pt x="239711" y="6021345"/>
                  </a:lnTo>
                  <a:lnTo>
                    <a:pt x="239805" y="6021345"/>
                  </a:lnTo>
                  <a:lnTo>
                    <a:pt x="239899" y="6021345"/>
                  </a:lnTo>
                  <a:lnTo>
                    <a:pt x="240088" y="6021345"/>
                  </a:lnTo>
                  <a:lnTo>
                    <a:pt x="240276" y="6021345"/>
                  </a:lnTo>
                  <a:lnTo>
                    <a:pt x="240370" y="6021345"/>
                  </a:lnTo>
                  <a:lnTo>
                    <a:pt x="240464" y="6021345"/>
                  </a:lnTo>
                  <a:lnTo>
                    <a:pt x="240747" y="6021345"/>
                  </a:lnTo>
                  <a:lnTo>
                    <a:pt x="240841" y="6021345"/>
                  </a:lnTo>
                  <a:lnTo>
                    <a:pt x="240935" y="6021345"/>
                  </a:lnTo>
                  <a:lnTo>
                    <a:pt x="241123" y="6021345"/>
                  </a:lnTo>
                  <a:lnTo>
                    <a:pt x="241217" y="6021345"/>
                  </a:lnTo>
                  <a:lnTo>
                    <a:pt x="241312" y="6021345"/>
                  </a:lnTo>
                  <a:lnTo>
                    <a:pt x="241406" y="6021345"/>
                  </a:lnTo>
                  <a:lnTo>
                    <a:pt x="241594" y="6021345"/>
                  </a:lnTo>
                  <a:lnTo>
                    <a:pt x="241782" y="6021345"/>
                  </a:lnTo>
                  <a:lnTo>
                    <a:pt x="241876" y="6021345"/>
                  </a:lnTo>
                  <a:lnTo>
                    <a:pt x="242159" y="6021345"/>
                  </a:lnTo>
                  <a:lnTo>
                    <a:pt x="242253" y="6021345"/>
                  </a:lnTo>
                  <a:lnTo>
                    <a:pt x="242347" y="6021345"/>
                  </a:lnTo>
                  <a:lnTo>
                    <a:pt x="242441" y="6021345"/>
                  </a:lnTo>
                  <a:lnTo>
                    <a:pt x="242630" y="6021345"/>
                  </a:lnTo>
                  <a:lnTo>
                    <a:pt x="242724" y="6021345"/>
                  </a:lnTo>
                  <a:lnTo>
                    <a:pt x="242818" y="6021345"/>
                  </a:lnTo>
                  <a:lnTo>
                    <a:pt x="242912" y="6021345"/>
                  </a:lnTo>
                  <a:lnTo>
                    <a:pt x="243006" y="6021345"/>
                  </a:lnTo>
                  <a:lnTo>
                    <a:pt x="243100" y="6021345"/>
                  </a:lnTo>
                  <a:lnTo>
                    <a:pt x="243195" y="6021345"/>
                  </a:lnTo>
                  <a:lnTo>
                    <a:pt x="243289" y="6021345"/>
                  </a:lnTo>
                  <a:lnTo>
                    <a:pt x="243571" y="6021345"/>
                  </a:lnTo>
                  <a:lnTo>
                    <a:pt x="243665" y="6021345"/>
                  </a:lnTo>
                  <a:lnTo>
                    <a:pt x="243760" y="6021345"/>
                  </a:lnTo>
                  <a:lnTo>
                    <a:pt x="243854" y="6021345"/>
                  </a:lnTo>
                  <a:lnTo>
                    <a:pt x="244136" y="6021345"/>
                  </a:lnTo>
                  <a:lnTo>
                    <a:pt x="244230" y="6021345"/>
                  </a:lnTo>
                  <a:lnTo>
                    <a:pt x="244324" y="6021345"/>
                  </a:lnTo>
                  <a:lnTo>
                    <a:pt x="244419" y="6021345"/>
                  </a:lnTo>
                  <a:lnTo>
                    <a:pt x="244607" y="6021345"/>
                  </a:lnTo>
                  <a:lnTo>
                    <a:pt x="244701" y="6021345"/>
                  </a:lnTo>
                  <a:lnTo>
                    <a:pt x="244795" y="6021345"/>
                  </a:lnTo>
                  <a:lnTo>
                    <a:pt x="244889" y="6021345"/>
                  </a:lnTo>
                  <a:lnTo>
                    <a:pt x="244983" y="6021345"/>
                  </a:lnTo>
                  <a:lnTo>
                    <a:pt x="245078" y="6021345"/>
                  </a:lnTo>
                  <a:lnTo>
                    <a:pt x="245266" y="6021345"/>
                  </a:lnTo>
                  <a:lnTo>
                    <a:pt x="245360" y="6021345"/>
                  </a:lnTo>
                  <a:lnTo>
                    <a:pt x="245454" y="6021345"/>
                  </a:lnTo>
                  <a:lnTo>
                    <a:pt x="245548" y="6021345"/>
                  </a:lnTo>
                  <a:lnTo>
                    <a:pt x="245831" y="6021345"/>
                  </a:lnTo>
                  <a:lnTo>
                    <a:pt x="245925" y="6021345"/>
                  </a:lnTo>
                  <a:lnTo>
                    <a:pt x="246019" y="6021345"/>
                  </a:lnTo>
                  <a:lnTo>
                    <a:pt x="246113" y="6021345"/>
                  </a:lnTo>
                  <a:lnTo>
                    <a:pt x="246207" y="6021345"/>
                  </a:lnTo>
                  <a:lnTo>
                    <a:pt x="246302" y="6021345"/>
                  </a:lnTo>
                  <a:lnTo>
                    <a:pt x="246396" y="6021345"/>
                  </a:lnTo>
                  <a:lnTo>
                    <a:pt x="246867" y="6021345"/>
                  </a:lnTo>
                  <a:lnTo>
                    <a:pt x="246961" y="6021345"/>
                  </a:lnTo>
                  <a:lnTo>
                    <a:pt x="247055" y="6021345"/>
                  </a:lnTo>
                  <a:lnTo>
                    <a:pt x="247149" y="6021345"/>
                  </a:lnTo>
                  <a:lnTo>
                    <a:pt x="247337" y="6021345"/>
                  </a:lnTo>
                  <a:lnTo>
                    <a:pt x="247431" y="6021345"/>
                  </a:lnTo>
                  <a:lnTo>
                    <a:pt x="247526" y="6021345"/>
                  </a:lnTo>
                  <a:lnTo>
                    <a:pt x="247620" y="6021345"/>
                  </a:lnTo>
                  <a:lnTo>
                    <a:pt x="247808" y="6021345"/>
                  </a:lnTo>
                  <a:lnTo>
                    <a:pt x="247902" y="6021345"/>
                  </a:lnTo>
                  <a:lnTo>
                    <a:pt x="247996" y="6021345"/>
                  </a:lnTo>
                  <a:lnTo>
                    <a:pt x="248091" y="6021345"/>
                  </a:lnTo>
                  <a:lnTo>
                    <a:pt x="248185" y="6021345"/>
                  </a:lnTo>
                  <a:lnTo>
                    <a:pt x="248373" y="6021345"/>
                  </a:lnTo>
                  <a:lnTo>
                    <a:pt x="248467" y="6021345"/>
                  </a:lnTo>
                  <a:lnTo>
                    <a:pt x="248561" y="6021345"/>
                  </a:lnTo>
                  <a:lnTo>
                    <a:pt x="248655" y="6021345"/>
                  </a:lnTo>
                  <a:lnTo>
                    <a:pt x="248750" y="6021345"/>
                  </a:lnTo>
                  <a:lnTo>
                    <a:pt x="248844" y="6021345"/>
                  </a:lnTo>
                  <a:lnTo>
                    <a:pt x="248938" y="6021345"/>
                  </a:lnTo>
                  <a:lnTo>
                    <a:pt x="249126" y="6021345"/>
                  </a:lnTo>
                  <a:lnTo>
                    <a:pt x="249220" y="6021345"/>
                  </a:lnTo>
                  <a:lnTo>
                    <a:pt x="249597" y="6021345"/>
                  </a:lnTo>
                  <a:lnTo>
                    <a:pt x="249691" y="6021345"/>
                  </a:lnTo>
                  <a:lnTo>
                    <a:pt x="249879" y="6021345"/>
                  </a:lnTo>
                  <a:lnTo>
                    <a:pt x="249974" y="6021345"/>
                  </a:lnTo>
                  <a:lnTo>
                    <a:pt x="250256" y="6021345"/>
                  </a:lnTo>
                  <a:lnTo>
                    <a:pt x="250350" y="6021345"/>
                  </a:lnTo>
                  <a:lnTo>
                    <a:pt x="250444" y="6021345"/>
                  </a:lnTo>
                  <a:lnTo>
                    <a:pt x="250538" y="6021345"/>
                  </a:lnTo>
                  <a:lnTo>
                    <a:pt x="250633" y="6021345"/>
                  </a:lnTo>
                  <a:lnTo>
                    <a:pt x="251103" y="6021345"/>
                  </a:lnTo>
                  <a:lnTo>
                    <a:pt x="251198" y="6021345"/>
                  </a:lnTo>
                  <a:lnTo>
                    <a:pt x="251292" y="6021345"/>
                  </a:lnTo>
                  <a:lnTo>
                    <a:pt x="251386" y="6021345"/>
                  </a:lnTo>
                  <a:lnTo>
                    <a:pt x="251668" y="6021345"/>
                  </a:lnTo>
                  <a:lnTo>
                    <a:pt x="251857" y="6021345"/>
                  </a:lnTo>
                  <a:lnTo>
                    <a:pt x="251951" y="6021345"/>
                  </a:lnTo>
                  <a:lnTo>
                    <a:pt x="251951" y="6016434"/>
                  </a:lnTo>
                  <a:lnTo>
                    <a:pt x="252045" y="6016434"/>
                  </a:lnTo>
                  <a:lnTo>
                    <a:pt x="252233" y="6016434"/>
                  </a:lnTo>
                  <a:lnTo>
                    <a:pt x="252327" y="6016434"/>
                  </a:lnTo>
                  <a:lnTo>
                    <a:pt x="252422" y="6016434"/>
                  </a:lnTo>
                  <a:lnTo>
                    <a:pt x="252610" y="6016434"/>
                  </a:lnTo>
                  <a:lnTo>
                    <a:pt x="252798" y="6016434"/>
                  </a:lnTo>
                  <a:lnTo>
                    <a:pt x="252892" y="6016434"/>
                  </a:lnTo>
                  <a:lnTo>
                    <a:pt x="252986" y="6016434"/>
                  </a:lnTo>
                  <a:lnTo>
                    <a:pt x="253081" y="6016434"/>
                  </a:lnTo>
                  <a:lnTo>
                    <a:pt x="253175" y="6016434"/>
                  </a:lnTo>
                  <a:lnTo>
                    <a:pt x="253175" y="6011522"/>
                  </a:lnTo>
                  <a:lnTo>
                    <a:pt x="253269" y="6006611"/>
                  </a:lnTo>
                  <a:lnTo>
                    <a:pt x="253457" y="6006611"/>
                  </a:lnTo>
                  <a:lnTo>
                    <a:pt x="253645" y="6006611"/>
                  </a:lnTo>
                  <a:lnTo>
                    <a:pt x="253834" y="6006611"/>
                  </a:lnTo>
                  <a:lnTo>
                    <a:pt x="253928" y="6006611"/>
                  </a:lnTo>
                  <a:lnTo>
                    <a:pt x="254116" y="6006611"/>
                  </a:lnTo>
                  <a:lnTo>
                    <a:pt x="254210" y="6006611"/>
                  </a:lnTo>
                  <a:lnTo>
                    <a:pt x="254305" y="6006611"/>
                  </a:lnTo>
                  <a:lnTo>
                    <a:pt x="254399" y="6006611"/>
                  </a:lnTo>
                  <a:lnTo>
                    <a:pt x="254587" y="6006611"/>
                  </a:lnTo>
                  <a:lnTo>
                    <a:pt x="254775" y="6006611"/>
                  </a:lnTo>
                  <a:lnTo>
                    <a:pt x="254869" y="6006611"/>
                  </a:lnTo>
                  <a:lnTo>
                    <a:pt x="254964" y="6006611"/>
                  </a:lnTo>
                  <a:lnTo>
                    <a:pt x="255058" y="6006611"/>
                  </a:lnTo>
                  <a:lnTo>
                    <a:pt x="255340" y="6006611"/>
                  </a:lnTo>
                  <a:lnTo>
                    <a:pt x="255434" y="6006611"/>
                  </a:lnTo>
                  <a:lnTo>
                    <a:pt x="255717" y="6006611"/>
                  </a:lnTo>
                  <a:lnTo>
                    <a:pt x="255811" y="6006611"/>
                  </a:lnTo>
                  <a:lnTo>
                    <a:pt x="255905" y="6006611"/>
                  </a:lnTo>
                  <a:lnTo>
                    <a:pt x="255999" y="6006611"/>
                  </a:lnTo>
                  <a:lnTo>
                    <a:pt x="256093" y="6006611"/>
                  </a:lnTo>
                  <a:lnTo>
                    <a:pt x="256188" y="6006611"/>
                  </a:lnTo>
                  <a:lnTo>
                    <a:pt x="256282" y="6006611"/>
                  </a:lnTo>
                  <a:lnTo>
                    <a:pt x="256658" y="6006611"/>
                  </a:lnTo>
                  <a:lnTo>
                    <a:pt x="256753" y="6006611"/>
                  </a:lnTo>
                  <a:lnTo>
                    <a:pt x="256847" y="6006611"/>
                  </a:lnTo>
                  <a:lnTo>
                    <a:pt x="256941" y="6006611"/>
                  </a:lnTo>
                  <a:lnTo>
                    <a:pt x="257035" y="6006611"/>
                  </a:lnTo>
                  <a:lnTo>
                    <a:pt x="257223" y="6006611"/>
                  </a:lnTo>
                  <a:lnTo>
                    <a:pt x="257317" y="6006611"/>
                  </a:lnTo>
                  <a:lnTo>
                    <a:pt x="257506" y="6006611"/>
                  </a:lnTo>
                  <a:lnTo>
                    <a:pt x="257600" y="6006611"/>
                  </a:lnTo>
                  <a:lnTo>
                    <a:pt x="257694" y="6006611"/>
                  </a:lnTo>
                  <a:lnTo>
                    <a:pt x="257976" y="6006611"/>
                  </a:lnTo>
                  <a:lnTo>
                    <a:pt x="258071" y="6006611"/>
                  </a:lnTo>
                  <a:lnTo>
                    <a:pt x="258447" y="6006611"/>
                  </a:lnTo>
                  <a:lnTo>
                    <a:pt x="258541" y="6006611"/>
                  </a:lnTo>
                  <a:lnTo>
                    <a:pt x="258636" y="6006611"/>
                  </a:lnTo>
                  <a:lnTo>
                    <a:pt x="259012" y="6006611"/>
                  </a:lnTo>
                  <a:lnTo>
                    <a:pt x="259106" y="6006611"/>
                  </a:lnTo>
                  <a:lnTo>
                    <a:pt x="259200" y="6006611"/>
                  </a:lnTo>
                  <a:lnTo>
                    <a:pt x="259389" y="6006611"/>
                  </a:lnTo>
                  <a:lnTo>
                    <a:pt x="259483" y="6006611"/>
                  </a:lnTo>
                  <a:lnTo>
                    <a:pt x="259765" y="6006611"/>
                  </a:lnTo>
                  <a:lnTo>
                    <a:pt x="259860" y="6006611"/>
                  </a:lnTo>
                  <a:lnTo>
                    <a:pt x="259954" y="6006611"/>
                  </a:lnTo>
                  <a:lnTo>
                    <a:pt x="260048" y="6006611"/>
                  </a:lnTo>
                  <a:lnTo>
                    <a:pt x="260142" y="6006611"/>
                  </a:lnTo>
                  <a:lnTo>
                    <a:pt x="260236" y="6006611"/>
                  </a:lnTo>
                  <a:lnTo>
                    <a:pt x="260424" y="6006611"/>
                  </a:lnTo>
                  <a:lnTo>
                    <a:pt x="260519" y="6006611"/>
                  </a:lnTo>
                  <a:lnTo>
                    <a:pt x="260613" y="6006611"/>
                  </a:lnTo>
                  <a:lnTo>
                    <a:pt x="260707" y="6006611"/>
                  </a:lnTo>
                  <a:lnTo>
                    <a:pt x="260801" y="6006611"/>
                  </a:lnTo>
                  <a:lnTo>
                    <a:pt x="260895" y="6006611"/>
                  </a:lnTo>
                  <a:lnTo>
                    <a:pt x="260989" y="6006611"/>
                  </a:lnTo>
                  <a:lnTo>
                    <a:pt x="261084" y="6006611"/>
                  </a:lnTo>
                  <a:lnTo>
                    <a:pt x="261178" y="6006611"/>
                  </a:lnTo>
                  <a:lnTo>
                    <a:pt x="261272" y="6006611"/>
                  </a:lnTo>
                  <a:lnTo>
                    <a:pt x="261460" y="6006611"/>
                  </a:lnTo>
                  <a:lnTo>
                    <a:pt x="261554" y="6006611"/>
                  </a:lnTo>
                  <a:lnTo>
                    <a:pt x="261648" y="6006611"/>
                  </a:lnTo>
                  <a:lnTo>
                    <a:pt x="261837" y="6006611"/>
                  </a:lnTo>
                  <a:lnTo>
                    <a:pt x="262025" y="6006611"/>
                  </a:lnTo>
                  <a:lnTo>
                    <a:pt x="262119" y="6006611"/>
                  </a:lnTo>
                  <a:lnTo>
                    <a:pt x="262307" y="6006611"/>
                  </a:lnTo>
                  <a:lnTo>
                    <a:pt x="262590" y="6006611"/>
                  </a:lnTo>
                  <a:lnTo>
                    <a:pt x="262684" y="6006611"/>
                  </a:lnTo>
                  <a:lnTo>
                    <a:pt x="262778" y="6006611"/>
                  </a:lnTo>
                  <a:lnTo>
                    <a:pt x="262872" y="6006611"/>
                  </a:lnTo>
                  <a:lnTo>
                    <a:pt x="262967" y="6006611"/>
                  </a:lnTo>
                  <a:lnTo>
                    <a:pt x="263061" y="6006611"/>
                  </a:lnTo>
                  <a:lnTo>
                    <a:pt x="263155" y="6006611"/>
                  </a:lnTo>
                  <a:lnTo>
                    <a:pt x="263249" y="6006611"/>
                  </a:lnTo>
                  <a:lnTo>
                    <a:pt x="263343" y="6006611"/>
                  </a:lnTo>
                  <a:lnTo>
                    <a:pt x="263437" y="6006611"/>
                  </a:lnTo>
                  <a:lnTo>
                    <a:pt x="263531" y="6006611"/>
                  </a:lnTo>
                  <a:lnTo>
                    <a:pt x="263626" y="6001700"/>
                  </a:lnTo>
                  <a:lnTo>
                    <a:pt x="263720" y="6001700"/>
                  </a:lnTo>
                  <a:lnTo>
                    <a:pt x="263814" y="6001700"/>
                  </a:lnTo>
                  <a:lnTo>
                    <a:pt x="263908" y="6001700"/>
                  </a:lnTo>
                  <a:lnTo>
                    <a:pt x="264002" y="6001700"/>
                  </a:lnTo>
                  <a:lnTo>
                    <a:pt x="264191" y="6001700"/>
                  </a:lnTo>
                  <a:lnTo>
                    <a:pt x="264285" y="6001700"/>
                  </a:lnTo>
                  <a:lnTo>
                    <a:pt x="264567" y="6001700"/>
                  </a:lnTo>
                  <a:lnTo>
                    <a:pt x="264755" y="6001700"/>
                  </a:lnTo>
                  <a:lnTo>
                    <a:pt x="264944" y="6001700"/>
                  </a:lnTo>
                  <a:lnTo>
                    <a:pt x="265038" y="6001700"/>
                  </a:lnTo>
                  <a:lnTo>
                    <a:pt x="265132" y="6001700"/>
                  </a:lnTo>
                  <a:lnTo>
                    <a:pt x="265320" y="6001700"/>
                  </a:lnTo>
                  <a:lnTo>
                    <a:pt x="265509" y="6001700"/>
                  </a:lnTo>
                  <a:lnTo>
                    <a:pt x="265791" y="6001700"/>
                  </a:lnTo>
                  <a:lnTo>
                    <a:pt x="265885" y="6001700"/>
                  </a:lnTo>
                  <a:lnTo>
                    <a:pt x="265979" y="6001700"/>
                  </a:lnTo>
                  <a:lnTo>
                    <a:pt x="266074" y="6001700"/>
                  </a:lnTo>
                  <a:lnTo>
                    <a:pt x="266356" y="5996788"/>
                  </a:lnTo>
                  <a:lnTo>
                    <a:pt x="266450" y="5996788"/>
                  </a:lnTo>
                  <a:lnTo>
                    <a:pt x="266544" y="5996788"/>
                  </a:lnTo>
                  <a:lnTo>
                    <a:pt x="266638" y="5996788"/>
                  </a:lnTo>
                  <a:lnTo>
                    <a:pt x="266733" y="5996788"/>
                  </a:lnTo>
                  <a:lnTo>
                    <a:pt x="266827" y="5996788"/>
                  </a:lnTo>
                  <a:lnTo>
                    <a:pt x="267015" y="5996788"/>
                  </a:lnTo>
                  <a:lnTo>
                    <a:pt x="267109" y="5996788"/>
                  </a:lnTo>
                  <a:lnTo>
                    <a:pt x="267298" y="5996788"/>
                  </a:lnTo>
                  <a:lnTo>
                    <a:pt x="267392" y="5996788"/>
                  </a:lnTo>
                  <a:lnTo>
                    <a:pt x="267486" y="5996788"/>
                  </a:lnTo>
                  <a:lnTo>
                    <a:pt x="267580" y="5996788"/>
                  </a:lnTo>
                  <a:lnTo>
                    <a:pt x="267674" y="5996788"/>
                  </a:lnTo>
                  <a:lnTo>
                    <a:pt x="267768" y="5996788"/>
                  </a:lnTo>
                  <a:lnTo>
                    <a:pt x="267957" y="5996788"/>
                  </a:lnTo>
                  <a:lnTo>
                    <a:pt x="268145" y="5996788"/>
                  </a:lnTo>
                  <a:lnTo>
                    <a:pt x="268239" y="5996788"/>
                  </a:lnTo>
                  <a:lnTo>
                    <a:pt x="268427" y="5996788"/>
                  </a:lnTo>
                  <a:lnTo>
                    <a:pt x="268522" y="5996788"/>
                  </a:lnTo>
                  <a:lnTo>
                    <a:pt x="268616" y="5996788"/>
                  </a:lnTo>
                  <a:lnTo>
                    <a:pt x="268992" y="5996788"/>
                  </a:lnTo>
                  <a:lnTo>
                    <a:pt x="269181" y="5996788"/>
                  </a:lnTo>
                  <a:lnTo>
                    <a:pt x="269275" y="5996788"/>
                  </a:lnTo>
                  <a:lnTo>
                    <a:pt x="269463" y="5996788"/>
                  </a:lnTo>
                  <a:lnTo>
                    <a:pt x="269557" y="5996788"/>
                  </a:lnTo>
                  <a:lnTo>
                    <a:pt x="269651" y="5996788"/>
                  </a:lnTo>
                  <a:lnTo>
                    <a:pt x="269746" y="5996788"/>
                  </a:lnTo>
                  <a:lnTo>
                    <a:pt x="269840" y="5996788"/>
                  </a:lnTo>
                  <a:lnTo>
                    <a:pt x="269934" y="5996788"/>
                  </a:lnTo>
                  <a:lnTo>
                    <a:pt x="270216" y="5996788"/>
                  </a:lnTo>
                  <a:lnTo>
                    <a:pt x="270310" y="5996788"/>
                  </a:lnTo>
                  <a:lnTo>
                    <a:pt x="270405" y="5996788"/>
                  </a:lnTo>
                  <a:lnTo>
                    <a:pt x="270499" y="5996788"/>
                  </a:lnTo>
                  <a:lnTo>
                    <a:pt x="270687" y="5996788"/>
                  </a:lnTo>
                  <a:lnTo>
                    <a:pt x="270781" y="5996788"/>
                  </a:lnTo>
                  <a:lnTo>
                    <a:pt x="270875" y="5996788"/>
                  </a:lnTo>
                  <a:lnTo>
                    <a:pt x="270970" y="5996788"/>
                  </a:lnTo>
                  <a:lnTo>
                    <a:pt x="271064" y="5996788"/>
                  </a:lnTo>
                  <a:lnTo>
                    <a:pt x="271252" y="5996788"/>
                  </a:lnTo>
                  <a:lnTo>
                    <a:pt x="271346" y="5996788"/>
                  </a:lnTo>
                  <a:lnTo>
                    <a:pt x="271534" y="5996788"/>
                  </a:lnTo>
                  <a:lnTo>
                    <a:pt x="271629" y="5996788"/>
                  </a:lnTo>
                  <a:lnTo>
                    <a:pt x="271911" y="5996788"/>
                  </a:lnTo>
                  <a:lnTo>
                    <a:pt x="272005" y="5996788"/>
                  </a:lnTo>
                  <a:lnTo>
                    <a:pt x="272099" y="5996788"/>
                  </a:lnTo>
                  <a:lnTo>
                    <a:pt x="272288" y="5996788"/>
                  </a:lnTo>
                  <a:lnTo>
                    <a:pt x="272382" y="5996788"/>
                  </a:lnTo>
                  <a:lnTo>
                    <a:pt x="272476" y="5996788"/>
                  </a:lnTo>
                  <a:lnTo>
                    <a:pt x="272758" y="5996788"/>
                  </a:lnTo>
                  <a:lnTo>
                    <a:pt x="272853" y="5996788"/>
                  </a:lnTo>
                  <a:lnTo>
                    <a:pt x="273229" y="5996788"/>
                  </a:lnTo>
                  <a:lnTo>
                    <a:pt x="273323" y="5996788"/>
                  </a:lnTo>
                  <a:lnTo>
                    <a:pt x="273417" y="5996788"/>
                  </a:lnTo>
                  <a:lnTo>
                    <a:pt x="273700" y="5996788"/>
                  </a:lnTo>
                  <a:lnTo>
                    <a:pt x="273982" y="5996788"/>
                  </a:lnTo>
                  <a:lnTo>
                    <a:pt x="274077" y="5996788"/>
                  </a:lnTo>
                  <a:lnTo>
                    <a:pt x="274359" y="5996788"/>
                  </a:lnTo>
                  <a:lnTo>
                    <a:pt x="274453" y="5996788"/>
                  </a:lnTo>
                  <a:lnTo>
                    <a:pt x="274641" y="5996788"/>
                  </a:lnTo>
                  <a:lnTo>
                    <a:pt x="274830" y="5996788"/>
                  </a:lnTo>
                  <a:lnTo>
                    <a:pt x="274830" y="5991877"/>
                  </a:lnTo>
                  <a:lnTo>
                    <a:pt x="274830" y="5986966"/>
                  </a:lnTo>
                  <a:lnTo>
                    <a:pt x="275018" y="5986966"/>
                  </a:lnTo>
                  <a:lnTo>
                    <a:pt x="275112" y="5986966"/>
                  </a:lnTo>
                  <a:lnTo>
                    <a:pt x="275206" y="5986966"/>
                  </a:lnTo>
                  <a:lnTo>
                    <a:pt x="275395" y="5986966"/>
                  </a:lnTo>
                  <a:lnTo>
                    <a:pt x="275583" y="5986966"/>
                  </a:lnTo>
                  <a:lnTo>
                    <a:pt x="275677" y="5986966"/>
                  </a:lnTo>
                  <a:lnTo>
                    <a:pt x="275960" y="5986966"/>
                  </a:lnTo>
                  <a:lnTo>
                    <a:pt x="276054" y="5986966"/>
                  </a:lnTo>
                  <a:lnTo>
                    <a:pt x="276242" y="5986966"/>
                  </a:lnTo>
                  <a:lnTo>
                    <a:pt x="276336" y="5986966"/>
                  </a:lnTo>
                  <a:lnTo>
                    <a:pt x="276524" y="5982054"/>
                  </a:lnTo>
                  <a:lnTo>
                    <a:pt x="276619" y="5982054"/>
                  </a:lnTo>
                  <a:lnTo>
                    <a:pt x="276713" y="5982054"/>
                  </a:lnTo>
                  <a:lnTo>
                    <a:pt x="276807" y="5982054"/>
                  </a:lnTo>
                  <a:lnTo>
                    <a:pt x="276901" y="5982054"/>
                  </a:lnTo>
                  <a:lnTo>
                    <a:pt x="277184" y="5982054"/>
                  </a:lnTo>
                  <a:lnTo>
                    <a:pt x="277372" y="5982054"/>
                  </a:lnTo>
                  <a:lnTo>
                    <a:pt x="277560" y="5982054"/>
                  </a:lnTo>
                  <a:lnTo>
                    <a:pt x="277654" y="5982054"/>
                  </a:lnTo>
                  <a:lnTo>
                    <a:pt x="277748" y="5982054"/>
                  </a:lnTo>
                  <a:lnTo>
                    <a:pt x="277843" y="5982054"/>
                  </a:lnTo>
                  <a:lnTo>
                    <a:pt x="277937" y="5982054"/>
                  </a:lnTo>
                  <a:lnTo>
                    <a:pt x="278219" y="5982054"/>
                  </a:lnTo>
                  <a:lnTo>
                    <a:pt x="278313" y="5982054"/>
                  </a:lnTo>
                  <a:lnTo>
                    <a:pt x="278596" y="5982054"/>
                  </a:lnTo>
                  <a:lnTo>
                    <a:pt x="278784" y="5982054"/>
                  </a:lnTo>
                  <a:lnTo>
                    <a:pt x="278878" y="5982054"/>
                  </a:lnTo>
                  <a:lnTo>
                    <a:pt x="278972" y="5982054"/>
                  </a:lnTo>
                  <a:lnTo>
                    <a:pt x="279067" y="5982054"/>
                  </a:lnTo>
                  <a:lnTo>
                    <a:pt x="279161" y="5982054"/>
                  </a:lnTo>
                  <a:lnTo>
                    <a:pt x="279349" y="5982054"/>
                  </a:lnTo>
                  <a:lnTo>
                    <a:pt x="279443" y="5982054"/>
                  </a:lnTo>
                  <a:lnTo>
                    <a:pt x="279537" y="5982054"/>
                  </a:lnTo>
                  <a:lnTo>
                    <a:pt x="279632" y="5982054"/>
                  </a:lnTo>
                  <a:lnTo>
                    <a:pt x="279726" y="5982054"/>
                  </a:lnTo>
                  <a:lnTo>
                    <a:pt x="279820" y="5982054"/>
                  </a:lnTo>
                  <a:lnTo>
                    <a:pt x="279914" y="5982054"/>
                  </a:lnTo>
                  <a:lnTo>
                    <a:pt x="280102" y="5982054"/>
                  </a:lnTo>
                  <a:lnTo>
                    <a:pt x="280385" y="5982054"/>
                  </a:lnTo>
                  <a:lnTo>
                    <a:pt x="280573" y="5982054"/>
                  </a:lnTo>
                  <a:lnTo>
                    <a:pt x="280667" y="5982054"/>
                  </a:lnTo>
                  <a:lnTo>
                    <a:pt x="280761" y="5982054"/>
                  </a:lnTo>
                  <a:lnTo>
                    <a:pt x="280855" y="5982054"/>
                  </a:lnTo>
                  <a:lnTo>
                    <a:pt x="280950" y="5982054"/>
                  </a:lnTo>
                  <a:lnTo>
                    <a:pt x="281044" y="5982054"/>
                  </a:lnTo>
                  <a:lnTo>
                    <a:pt x="281138" y="5982054"/>
                  </a:lnTo>
                  <a:lnTo>
                    <a:pt x="281326" y="5982054"/>
                  </a:lnTo>
                  <a:lnTo>
                    <a:pt x="281609" y="5982054"/>
                  </a:lnTo>
                  <a:lnTo>
                    <a:pt x="281703" y="5982054"/>
                  </a:lnTo>
                  <a:lnTo>
                    <a:pt x="282079" y="5982054"/>
                  </a:lnTo>
                  <a:lnTo>
                    <a:pt x="282456" y="5982054"/>
                  </a:lnTo>
                  <a:lnTo>
                    <a:pt x="282550" y="5982054"/>
                  </a:lnTo>
                  <a:lnTo>
                    <a:pt x="282644" y="5982054"/>
                  </a:lnTo>
                  <a:lnTo>
                    <a:pt x="282739" y="5982054"/>
                  </a:lnTo>
                  <a:lnTo>
                    <a:pt x="282833" y="5982054"/>
                  </a:lnTo>
                  <a:lnTo>
                    <a:pt x="282927" y="5982054"/>
                  </a:lnTo>
                  <a:lnTo>
                    <a:pt x="283115" y="5982054"/>
                  </a:lnTo>
                  <a:lnTo>
                    <a:pt x="283209" y="5982054"/>
                  </a:lnTo>
                  <a:lnTo>
                    <a:pt x="283303" y="5982054"/>
                  </a:lnTo>
                  <a:lnTo>
                    <a:pt x="283492" y="5982054"/>
                  </a:lnTo>
                  <a:lnTo>
                    <a:pt x="283586" y="5982054"/>
                  </a:lnTo>
                  <a:lnTo>
                    <a:pt x="283680" y="5982054"/>
                  </a:lnTo>
                  <a:lnTo>
                    <a:pt x="283774" y="5982054"/>
                  </a:lnTo>
                  <a:lnTo>
                    <a:pt x="283868" y="5982054"/>
                  </a:lnTo>
                  <a:lnTo>
                    <a:pt x="283963" y="5982054"/>
                  </a:lnTo>
                  <a:lnTo>
                    <a:pt x="284057" y="5982054"/>
                  </a:lnTo>
                  <a:lnTo>
                    <a:pt x="284245" y="5982054"/>
                  </a:lnTo>
                  <a:lnTo>
                    <a:pt x="284339" y="5982054"/>
                  </a:lnTo>
                  <a:lnTo>
                    <a:pt x="284433" y="5982054"/>
                  </a:lnTo>
                  <a:lnTo>
                    <a:pt x="284527" y="5982054"/>
                  </a:lnTo>
                  <a:lnTo>
                    <a:pt x="284622" y="5982054"/>
                  </a:lnTo>
                  <a:lnTo>
                    <a:pt x="284716" y="5982054"/>
                  </a:lnTo>
                  <a:lnTo>
                    <a:pt x="284810" y="5982054"/>
                  </a:lnTo>
                  <a:lnTo>
                    <a:pt x="284904" y="5982054"/>
                  </a:lnTo>
                  <a:lnTo>
                    <a:pt x="284998" y="5982054"/>
                  </a:lnTo>
                  <a:lnTo>
                    <a:pt x="285092" y="5982054"/>
                  </a:lnTo>
                  <a:lnTo>
                    <a:pt x="285186" y="5982054"/>
                  </a:lnTo>
                  <a:lnTo>
                    <a:pt x="285281" y="5982054"/>
                  </a:lnTo>
                  <a:lnTo>
                    <a:pt x="285375" y="5982054"/>
                  </a:lnTo>
                  <a:lnTo>
                    <a:pt x="285469" y="5982054"/>
                  </a:lnTo>
                  <a:lnTo>
                    <a:pt x="285563" y="5982054"/>
                  </a:lnTo>
                  <a:lnTo>
                    <a:pt x="285751" y="5982054"/>
                  </a:lnTo>
                  <a:lnTo>
                    <a:pt x="285846" y="5982054"/>
                  </a:lnTo>
                  <a:lnTo>
                    <a:pt x="285846" y="5977143"/>
                  </a:lnTo>
                  <a:lnTo>
                    <a:pt x="285940" y="5977143"/>
                  </a:lnTo>
                  <a:lnTo>
                    <a:pt x="286034" y="5977143"/>
                  </a:lnTo>
                  <a:lnTo>
                    <a:pt x="286128" y="5977143"/>
                  </a:lnTo>
                  <a:lnTo>
                    <a:pt x="286222" y="5977143"/>
                  </a:lnTo>
                  <a:lnTo>
                    <a:pt x="286316" y="5977143"/>
                  </a:lnTo>
                  <a:lnTo>
                    <a:pt x="286410" y="5977143"/>
                  </a:lnTo>
                  <a:lnTo>
                    <a:pt x="286505" y="5977143"/>
                  </a:lnTo>
                  <a:lnTo>
                    <a:pt x="286787" y="5977143"/>
                  </a:lnTo>
                  <a:lnTo>
                    <a:pt x="286787" y="5972231"/>
                  </a:lnTo>
                  <a:lnTo>
                    <a:pt x="286881" y="5972231"/>
                  </a:lnTo>
                  <a:lnTo>
                    <a:pt x="286975" y="5972231"/>
                  </a:lnTo>
                  <a:lnTo>
                    <a:pt x="287070" y="5972231"/>
                  </a:lnTo>
                  <a:lnTo>
                    <a:pt x="287164" y="5972231"/>
                  </a:lnTo>
                  <a:lnTo>
                    <a:pt x="287258" y="5972231"/>
                  </a:lnTo>
                  <a:lnTo>
                    <a:pt x="287352" y="5972231"/>
                  </a:lnTo>
                  <a:lnTo>
                    <a:pt x="287446" y="5972231"/>
                  </a:lnTo>
                  <a:lnTo>
                    <a:pt x="287729" y="5972231"/>
                  </a:lnTo>
                  <a:lnTo>
                    <a:pt x="287823" y="5972231"/>
                  </a:lnTo>
                  <a:lnTo>
                    <a:pt x="288105" y="5972231"/>
                  </a:lnTo>
                  <a:lnTo>
                    <a:pt x="288388" y="5972231"/>
                  </a:lnTo>
                  <a:lnTo>
                    <a:pt x="288576" y="5972231"/>
                  </a:lnTo>
                  <a:lnTo>
                    <a:pt x="288670" y="5972231"/>
                  </a:lnTo>
                  <a:lnTo>
                    <a:pt x="288764" y="5972231"/>
                  </a:lnTo>
                  <a:lnTo>
                    <a:pt x="288858" y="5972231"/>
                  </a:lnTo>
                  <a:lnTo>
                    <a:pt x="288953" y="5972231"/>
                  </a:lnTo>
                  <a:lnTo>
                    <a:pt x="289047" y="5972231"/>
                  </a:lnTo>
                  <a:lnTo>
                    <a:pt x="289141" y="5972231"/>
                  </a:lnTo>
                  <a:lnTo>
                    <a:pt x="289235" y="5972231"/>
                  </a:lnTo>
                  <a:lnTo>
                    <a:pt x="289423" y="5972231"/>
                  </a:lnTo>
                  <a:lnTo>
                    <a:pt x="289517" y="5972231"/>
                  </a:lnTo>
                  <a:lnTo>
                    <a:pt x="289612" y="5972231"/>
                  </a:lnTo>
                  <a:lnTo>
                    <a:pt x="289706" y="5972231"/>
                  </a:lnTo>
                  <a:lnTo>
                    <a:pt x="289800" y="5972231"/>
                  </a:lnTo>
                  <a:lnTo>
                    <a:pt x="289894" y="5972231"/>
                  </a:lnTo>
                  <a:lnTo>
                    <a:pt x="290177" y="5972231"/>
                  </a:lnTo>
                  <a:lnTo>
                    <a:pt x="290365" y="5972231"/>
                  </a:lnTo>
                  <a:lnTo>
                    <a:pt x="290553" y="5972231"/>
                  </a:lnTo>
                  <a:lnTo>
                    <a:pt x="290647" y="5972231"/>
                  </a:lnTo>
                  <a:lnTo>
                    <a:pt x="290741" y="5972231"/>
                  </a:lnTo>
                  <a:lnTo>
                    <a:pt x="290836" y="5972231"/>
                  </a:lnTo>
                  <a:lnTo>
                    <a:pt x="290930" y="5972231"/>
                  </a:lnTo>
                  <a:lnTo>
                    <a:pt x="291024" y="5972231"/>
                  </a:lnTo>
                  <a:lnTo>
                    <a:pt x="291118" y="5972231"/>
                  </a:lnTo>
                  <a:lnTo>
                    <a:pt x="291212" y="5972231"/>
                  </a:lnTo>
                  <a:lnTo>
                    <a:pt x="291306" y="5972231"/>
                  </a:lnTo>
                  <a:lnTo>
                    <a:pt x="291495" y="5972231"/>
                  </a:lnTo>
                  <a:lnTo>
                    <a:pt x="291589" y="5972231"/>
                  </a:lnTo>
                  <a:lnTo>
                    <a:pt x="291683" y="5972231"/>
                  </a:lnTo>
                  <a:lnTo>
                    <a:pt x="291871" y="5972231"/>
                  </a:lnTo>
                  <a:lnTo>
                    <a:pt x="291965" y="5972231"/>
                  </a:lnTo>
                  <a:lnTo>
                    <a:pt x="292248" y="5972231"/>
                  </a:lnTo>
                  <a:lnTo>
                    <a:pt x="292436" y="5972231"/>
                  </a:lnTo>
                  <a:lnTo>
                    <a:pt x="292530" y="5972231"/>
                  </a:lnTo>
                  <a:lnTo>
                    <a:pt x="292719" y="5972231"/>
                  </a:lnTo>
                  <a:lnTo>
                    <a:pt x="292813" y="5972231"/>
                  </a:lnTo>
                  <a:lnTo>
                    <a:pt x="292907" y="5972231"/>
                  </a:lnTo>
                  <a:lnTo>
                    <a:pt x="293001" y="5972231"/>
                  </a:lnTo>
                  <a:lnTo>
                    <a:pt x="293095" y="5972231"/>
                  </a:lnTo>
                  <a:lnTo>
                    <a:pt x="293189" y="5972231"/>
                  </a:lnTo>
                  <a:lnTo>
                    <a:pt x="293284" y="5972231"/>
                  </a:lnTo>
                  <a:lnTo>
                    <a:pt x="293378" y="5972231"/>
                  </a:lnTo>
                  <a:lnTo>
                    <a:pt x="293472" y="5972231"/>
                  </a:lnTo>
                  <a:lnTo>
                    <a:pt x="293660" y="5972231"/>
                  </a:lnTo>
                  <a:lnTo>
                    <a:pt x="293848" y="5972231"/>
                  </a:lnTo>
                  <a:lnTo>
                    <a:pt x="294037" y="5972231"/>
                  </a:lnTo>
                  <a:lnTo>
                    <a:pt x="294131" y="5972231"/>
                  </a:lnTo>
                  <a:lnTo>
                    <a:pt x="294413" y="5972231"/>
                  </a:lnTo>
                  <a:lnTo>
                    <a:pt x="294508" y="5972231"/>
                  </a:lnTo>
                  <a:lnTo>
                    <a:pt x="294602" y="5972231"/>
                  </a:lnTo>
                  <a:lnTo>
                    <a:pt x="294696" y="5967320"/>
                  </a:lnTo>
                  <a:lnTo>
                    <a:pt x="294790" y="5967320"/>
                  </a:lnTo>
                  <a:lnTo>
                    <a:pt x="295072" y="5967320"/>
                  </a:lnTo>
                  <a:lnTo>
                    <a:pt x="295167" y="5967320"/>
                  </a:lnTo>
                  <a:lnTo>
                    <a:pt x="295355" y="5967320"/>
                  </a:lnTo>
                  <a:lnTo>
                    <a:pt x="295449" y="5962409"/>
                  </a:lnTo>
                  <a:lnTo>
                    <a:pt x="295543" y="5962409"/>
                  </a:lnTo>
                  <a:lnTo>
                    <a:pt x="295637" y="5962409"/>
                  </a:lnTo>
                  <a:lnTo>
                    <a:pt x="295920" y="5962409"/>
                  </a:lnTo>
                  <a:lnTo>
                    <a:pt x="296202" y="5962409"/>
                  </a:lnTo>
                  <a:lnTo>
                    <a:pt x="296391" y="5962409"/>
                  </a:lnTo>
                  <a:lnTo>
                    <a:pt x="296485" y="5962409"/>
                  </a:lnTo>
                  <a:lnTo>
                    <a:pt x="296579" y="5962409"/>
                  </a:lnTo>
                  <a:lnTo>
                    <a:pt x="296767" y="5962409"/>
                  </a:lnTo>
                  <a:lnTo>
                    <a:pt x="296861" y="5962409"/>
                  </a:lnTo>
                  <a:lnTo>
                    <a:pt x="297144" y="5962409"/>
                  </a:lnTo>
                  <a:lnTo>
                    <a:pt x="297238" y="5962409"/>
                  </a:lnTo>
                  <a:lnTo>
                    <a:pt x="297520" y="5962409"/>
                  </a:lnTo>
                  <a:lnTo>
                    <a:pt x="297615" y="5962409"/>
                  </a:lnTo>
                  <a:lnTo>
                    <a:pt x="297709" y="5962409"/>
                  </a:lnTo>
                  <a:lnTo>
                    <a:pt x="297897" y="5962409"/>
                  </a:lnTo>
                  <a:lnTo>
                    <a:pt x="298085" y="5962409"/>
                  </a:lnTo>
                  <a:lnTo>
                    <a:pt x="298179" y="5962409"/>
                  </a:lnTo>
                  <a:lnTo>
                    <a:pt x="298274" y="5962409"/>
                  </a:lnTo>
                  <a:lnTo>
                    <a:pt x="298462" y="5962409"/>
                  </a:lnTo>
                  <a:lnTo>
                    <a:pt x="298556" y="5962409"/>
                  </a:lnTo>
                  <a:lnTo>
                    <a:pt x="298744" y="5962409"/>
                  </a:lnTo>
                  <a:lnTo>
                    <a:pt x="298839" y="5962409"/>
                  </a:lnTo>
                  <a:lnTo>
                    <a:pt x="299215" y="5962409"/>
                  </a:lnTo>
                  <a:lnTo>
                    <a:pt x="299309" y="5962409"/>
                  </a:lnTo>
                  <a:lnTo>
                    <a:pt x="299498" y="5962409"/>
                  </a:lnTo>
                  <a:lnTo>
                    <a:pt x="299686" y="5962409"/>
                  </a:lnTo>
                  <a:lnTo>
                    <a:pt x="299874" y="5962409"/>
                  </a:lnTo>
                  <a:lnTo>
                    <a:pt x="300063" y="5962409"/>
                  </a:lnTo>
                  <a:lnTo>
                    <a:pt x="300157" y="5962409"/>
                  </a:lnTo>
                  <a:lnTo>
                    <a:pt x="300251" y="5962409"/>
                  </a:lnTo>
                  <a:lnTo>
                    <a:pt x="300345" y="5962409"/>
                  </a:lnTo>
                  <a:lnTo>
                    <a:pt x="300722" y="5962409"/>
                  </a:lnTo>
                  <a:lnTo>
                    <a:pt x="300816" y="5962409"/>
                  </a:lnTo>
                  <a:lnTo>
                    <a:pt x="300910" y="5962409"/>
                  </a:lnTo>
                  <a:lnTo>
                    <a:pt x="301098" y="5962409"/>
                  </a:lnTo>
                  <a:lnTo>
                    <a:pt x="301192" y="5962409"/>
                  </a:lnTo>
                  <a:lnTo>
                    <a:pt x="301287" y="5962409"/>
                  </a:lnTo>
                  <a:lnTo>
                    <a:pt x="301475" y="5962409"/>
                  </a:lnTo>
                  <a:lnTo>
                    <a:pt x="301569" y="5962409"/>
                  </a:lnTo>
                  <a:lnTo>
                    <a:pt x="301757" y="5957497"/>
                  </a:lnTo>
                  <a:lnTo>
                    <a:pt x="301851" y="5957497"/>
                  </a:lnTo>
                  <a:lnTo>
                    <a:pt x="301946" y="5957497"/>
                  </a:lnTo>
                  <a:lnTo>
                    <a:pt x="302040" y="5957497"/>
                  </a:lnTo>
                  <a:lnTo>
                    <a:pt x="302134" y="5957497"/>
                  </a:lnTo>
                  <a:lnTo>
                    <a:pt x="302322" y="5957497"/>
                  </a:lnTo>
                  <a:lnTo>
                    <a:pt x="302416" y="5957497"/>
                  </a:lnTo>
                  <a:lnTo>
                    <a:pt x="302699" y="5957497"/>
                  </a:lnTo>
                  <a:lnTo>
                    <a:pt x="302793" y="5957497"/>
                  </a:lnTo>
                  <a:lnTo>
                    <a:pt x="302981" y="5957497"/>
                  </a:lnTo>
                  <a:lnTo>
                    <a:pt x="303075" y="5957497"/>
                  </a:lnTo>
                  <a:lnTo>
                    <a:pt x="303264" y="5957497"/>
                  </a:lnTo>
                  <a:lnTo>
                    <a:pt x="303358" y="5957497"/>
                  </a:lnTo>
                  <a:lnTo>
                    <a:pt x="303546" y="5957497"/>
                  </a:lnTo>
                  <a:lnTo>
                    <a:pt x="303829" y="5957497"/>
                  </a:lnTo>
                  <a:lnTo>
                    <a:pt x="304017" y="5957497"/>
                  </a:lnTo>
                  <a:lnTo>
                    <a:pt x="304111" y="5957497"/>
                  </a:lnTo>
                  <a:lnTo>
                    <a:pt x="304205" y="5957497"/>
                  </a:lnTo>
                  <a:lnTo>
                    <a:pt x="304299" y="5957497"/>
                  </a:lnTo>
                  <a:lnTo>
                    <a:pt x="304394" y="5957497"/>
                  </a:lnTo>
                  <a:lnTo>
                    <a:pt x="304488" y="5957497"/>
                  </a:lnTo>
                  <a:lnTo>
                    <a:pt x="304582" y="5957497"/>
                  </a:lnTo>
                  <a:lnTo>
                    <a:pt x="304676" y="5957497"/>
                  </a:lnTo>
                  <a:lnTo>
                    <a:pt x="304770" y="5957497"/>
                  </a:lnTo>
                  <a:lnTo>
                    <a:pt x="304864" y="5957497"/>
                  </a:lnTo>
                  <a:lnTo>
                    <a:pt x="305335" y="5957497"/>
                  </a:lnTo>
                  <a:lnTo>
                    <a:pt x="305523" y="5957497"/>
                  </a:lnTo>
                  <a:lnTo>
                    <a:pt x="305618" y="5957497"/>
                  </a:lnTo>
                  <a:lnTo>
                    <a:pt x="305712" y="5957497"/>
                  </a:lnTo>
                  <a:lnTo>
                    <a:pt x="305806" y="5957497"/>
                  </a:lnTo>
                  <a:lnTo>
                    <a:pt x="305900" y="5957497"/>
                  </a:lnTo>
                  <a:lnTo>
                    <a:pt x="305994" y="5957497"/>
                  </a:lnTo>
                  <a:lnTo>
                    <a:pt x="306182" y="5957497"/>
                  </a:lnTo>
                  <a:lnTo>
                    <a:pt x="306277" y="5957497"/>
                  </a:lnTo>
                  <a:lnTo>
                    <a:pt x="306653" y="5957497"/>
                  </a:lnTo>
                  <a:lnTo>
                    <a:pt x="306747" y="5957497"/>
                  </a:lnTo>
                  <a:lnTo>
                    <a:pt x="307030" y="5957497"/>
                  </a:lnTo>
                  <a:lnTo>
                    <a:pt x="307218" y="5957497"/>
                  </a:lnTo>
                  <a:lnTo>
                    <a:pt x="307312" y="5957497"/>
                  </a:lnTo>
                  <a:lnTo>
                    <a:pt x="307501" y="5957497"/>
                  </a:lnTo>
                  <a:lnTo>
                    <a:pt x="307595" y="5957497"/>
                  </a:lnTo>
                  <a:lnTo>
                    <a:pt x="307689" y="5957497"/>
                  </a:lnTo>
                  <a:lnTo>
                    <a:pt x="307877" y="5957497"/>
                  </a:lnTo>
                  <a:lnTo>
                    <a:pt x="307971" y="5957497"/>
                  </a:lnTo>
                  <a:lnTo>
                    <a:pt x="308254" y="5957497"/>
                  </a:lnTo>
                  <a:lnTo>
                    <a:pt x="308348" y="5957497"/>
                  </a:lnTo>
                  <a:lnTo>
                    <a:pt x="308442" y="5957497"/>
                  </a:lnTo>
                  <a:lnTo>
                    <a:pt x="308536" y="5957497"/>
                  </a:lnTo>
                  <a:lnTo>
                    <a:pt x="308630" y="5957497"/>
                  </a:lnTo>
                  <a:lnTo>
                    <a:pt x="308819" y="5957497"/>
                  </a:lnTo>
                  <a:lnTo>
                    <a:pt x="308913" y="5957497"/>
                  </a:lnTo>
                  <a:lnTo>
                    <a:pt x="309101" y="5957497"/>
                  </a:lnTo>
                  <a:lnTo>
                    <a:pt x="309195" y="5957497"/>
                  </a:lnTo>
                  <a:lnTo>
                    <a:pt x="309289" y="5957497"/>
                  </a:lnTo>
                  <a:lnTo>
                    <a:pt x="309384" y="5957497"/>
                  </a:lnTo>
                  <a:lnTo>
                    <a:pt x="309572" y="5957497"/>
                  </a:lnTo>
                  <a:lnTo>
                    <a:pt x="309854" y="5957497"/>
                  </a:lnTo>
                  <a:lnTo>
                    <a:pt x="310043" y="5957497"/>
                  </a:lnTo>
                  <a:lnTo>
                    <a:pt x="310325" y="5957497"/>
                  </a:lnTo>
                  <a:lnTo>
                    <a:pt x="310513" y="5957497"/>
                  </a:lnTo>
                  <a:lnTo>
                    <a:pt x="310702" y="5957497"/>
                  </a:lnTo>
                  <a:lnTo>
                    <a:pt x="310984" y="5957497"/>
                  </a:lnTo>
                  <a:lnTo>
                    <a:pt x="311172" y="5957497"/>
                  </a:lnTo>
                  <a:lnTo>
                    <a:pt x="311361" y="5957497"/>
                  </a:lnTo>
                  <a:lnTo>
                    <a:pt x="311455" y="5957497"/>
                  </a:lnTo>
                  <a:lnTo>
                    <a:pt x="311643" y="5957497"/>
                  </a:lnTo>
                  <a:lnTo>
                    <a:pt x="311926" y="5957497"/>
                  </a:lnTo>
                  <a:lnTo>
                    <a:pt x="312208" y="5957497"/>
                  </a:lnTo>
                  <a:lnTo>
                    <a:pt x="312302" y="5957497"/>
                  </a:lnTo>
                  <a:lnTo>
                    <a:pt x="312396" y="5957497"/>
                  </a:lnTo>
                  <a:lnTo>
                    <a:pt x="312491" y="5957497"/>
                  </a:lnTo>
                  <a:lnTo>
                    <a:pt x="312585" y="5957497"/>
                  </a:lnTo>
                  <a:lnTo>
                    <a:pt x="312679" y="5957497"/>
                  </a:lnTo>
                  <a:lnTo>
                    <a:pt x="312773" y="5957497"/>
                  </a:lnTo>
                  <a:lnTo>
                    <a:pt x="312961" y="5957497"/>
                  </a:lnTo>
                  <a:lnTo>
                    <a:pt x="313056" y="5957497"/>
                  </a:lnTo>
                  <a:lnTo>
                    <a:pt x="313150" y="5957497"/>
                  </a:lnTo>
                  <a:lnTo>
                    <a:pt x="313338" y="5957497"/>
                  </a:lnTo>
                  <a:lnTo>
                    <a:pt x="313432" y="5957497"/>
                  </a:lnTo>
                  <a:lnTo>
                    <a:pt x="313903" y="5957497"/>
                  </a:lnTo>
                  <a:lnTo>
                    <a:pt x="313997" y="5957497"/>
                  </a:lnTo>
                  <a:lnTo>
                    <a:pt x="314091" y="5957497"/>
                  </a:lnTo>
                  <a:lnTo>
                    <a:pt x="314185" y="5957497"/>
                  </a:lnTo>
                  <a:lnTo>
                    <a:pt x="314374" y="5957497"/>
                  </a:lnTo>
                  <a:lnTo>
                    <a:pt x="314562" y="5957497"/>
                  </a:lnTo>
                  <a:lnTo>
                    <a:pt x="314656" y="5957497"/>
                  </a:lnTo>
                  <a:lnTo>
                    <a:pt x="314750" y="5957497"/>
                  </a:lnTo>
                  <a:lnTo>
                    <a:pt x="314844" y="5957497"/>
                  </a:lnTo>
                  <a:lnTo>
                    <a:pt x="314939" y="5957497"/>
                  </a:lnTo>
                  <a:lnTo>
                    <a:pt x="315221" y="5957497"/>
                  </a:lnTo>
                  <a:lnTo>
                    <a:pt x="315315" y="5957497"/>
                  </a:lnTo>
                  <a:lnTo>
                    <a:pt x="315409" y="5957497"/>
                  </a:lnTo>
                  <a:lnTo>
                    <a:pt x="315503" y="5957497"/>
                  </a:lnTo>
                  <a:lnTo>
                    <a:pt x="315598" y="5957497"/>
                  </a:lnTo>
                  <a:lnTo>
                    <a:pt x="315692" y="5957497"/>
                  </a:lnTo>
                  <a:lnTo>
                    <a:pt x="315880" y="5957497"/>
                  </a:lnTo>
                  <a:lnTo>
                    <a:pt x="316068" y="5957497"/>
                  </a:lnTo>
                  <a:lnTo>
                    <a:pt x="316163" y="5957497"/>
                  </a:lnTo>
                  <a:lnTo>
                    <a:pt x="316257" y="5957497"/>
                  </a:lnTo>
                  <a:lnTo>
                    <a:pt x="316539" y="5957497"/>
                  </a:lnTo>
                  <a:lnTo>
                    <a:pt x="316633" y="5957497"/>
                  </a:lnTo>
                  <a:lnTo>
                    <a:pt x="316727" y="5957497"/>
                  </a:lnTo>
                  <a:lnTo>
                    <a:pt x="316822" y="5957497"/>
                  </a:lnTo>
                  <a:lnTo>
                    <a:pt x="316916" y="5957497"/>
                  </a:lnTo>
                  <a:lnTo>
                    <a:pt x="317010" y="5957497"/>
                  </a:lnTo>
                  <a:lnTo>
                    <a:pt x="317292" y="5957497"/>
                  </a:lnTo>
                  <a:lnTo>
                    <a:pt x="317481" y="5957497"/>
                  </a:lnTo>
                  <a:lnTo>
                    <a:pt x="317669" y="5957497"/>
                  </a:lnTo>
                  <a:lnTo>
                    <a:pt x="317857" y="5957497"/>
                  </a:lnTo>
                  <a:lnTo>
                    <a:pt x="318140" y="5957497"/>
                  </a:lnTo>
                  <a:lnTo>
                    <a:pt x="318328" y="5957497"/>
                  </a:lnTo>
                  <a:lnTo>
                    <a:pt x="318422" y="5957497"/>
                  </a:lnTo>
                  <a:lnTo>
                    <a:pt x="318516" y="5957497"/>
                  </a:lnTo>
                  <a:lnTo>
                    <a:pt x="319081" y="5957497"/>
                  </a:lnTo>
                  <a:lnTo>
                    <a:pt x="319270" y="5957497"/>
                  </a:lnTo>
                  <a:lnTo>
                    <a:pt x="319364" y="5957497"/>
                  </a:lnTo>
                  <a:lnTo>
                    <a:pt x="319458" y="5957497"/>
                  </a:lnTo>
                  <a:lnTo>
                    <a:pt x="319552" y="5957497"/>
                  </a:lnTo>
                  <a:lnTo>
                    <a:pt x="319646" y="5957497"/>
                  </a:lnTo>
                  <a:lnTo>
                    <a:pt x="319740" y="5957497"/>
                  </a:lnTo>
                  <a:lnTo>
                    <a:pt x="319834" y="5957497"/>
                  </a:lnTo>
                  <a:lnTo>
                    <a:pt x="320023" y="5957497"/>
                  </a:lnTo>
                  <a:lnTo>
                    <a:pt x="320117" y="5957497"/>
                  </a:lnTo>
                  <a:lnTo>
                    <a:pt x="320211" y="5957497"/>
                  </a:lnTo>
                  <a:lnTo>
                    <a:pt x="320305" y="5957497"/>
                  </a:lnTo>
                  <a:lnTo>
                    <a:pt x="320399" y="5957497"/>
                  </a:lnTo>
                  <a:lnTo>
                    <a:pt x="320682" y="5957497"/>
                  </a:lnTo>
                  <a:lnTo>
                    <a:pt x="320776" y="5957497"/>
                  </a:lnTo>
                  <a:lnTo>
                    <a:pt x="320870" y="5957497"/>
                  </a:lnTo>
                  <a:lnTo>
                    <a:pt x="321058" y="5957497"/>
                  </a:lnTo>
                  <a:lnTo>
                    <a:pt x="321153" y="5957497"/>
                  </a:lnTo>
                  <a:lnTo>
                    <a:pt x="321247" y="5957497"/>
                  </a:lnTo>
                  <a:lnTo>
                    <a:pt x="321341" y="5957497"/>
                  </a:lnTo>
                  <a:lnTo>
                    <a:pt x="321529" y="5957497"/>
                  </a:lnTo>
                  <a:lnTo>
                    <a:pt x="321718" y="5957497"/>
                  </a:lnTo>
                  <a:lnTo>
                    <a:pt x="321812" y="5957497"/>
                  </a:lnTo>
                  <a:lnTo>
                    <a:pt x="321906" y="5957497"/>
                  </a:lnTo>
                  <a:lnTo>
                    <a:pt x="322000" y="5957497"/>
                  </a:lnTo>
                  <a:lnTo>
                    <a:pt x="322282" y="5957497"/>
                  </a:lnTo>
                  <a:lnTo>
                    <a:pt x="322377" y="5957497"/>
                  </a:lnTo>
                  <a:lnTo>
                    <a:pt x="322471" y="5957497"/>
                  </a:lnTo>
                  <a:lnTo>
                    <a:pt x="322471" y="5952586"/>
                  </a:lnTo>
                  <a:lnTo>
                    <a:pt x="322565" y="5952586"/>
                  </a:lnTo>
                  <a:lnTo>
                    <a:pt x="322659" y="5952586"/>
                  </a:lnTo>
                  <a:lnTo>
                    <a:pt x="322753" y="5952586"/>
                  </a:lnTo>
                  <a:lnTo>
                    <a:pt x="322847" y="5952586"/>
                  </a:lnTo>
                  <a:lnTo>
                    <a:pt x="323036" y="5952586"/>
                  </a:lnTo>
                  <a:lnTo>
                    <a:pt x="323130" y="5952586"/>
                  </a:lnTo>
                  <a:lnTo>
                    <a:pt x="323224" y="5952586"/>
                  </a:lnTo>
                  <a:lnTo>
                    <a:pt x="323601" y="5952586"/>
                  </a:lnTo>
                  <a:lnTo>
                    <a:pt x="323695" y="5952586"/>
                  </a:lnTo>
                  <a:lnTo>
                    <a:pt x="323789" y="5952586"/>
                  </a:lnTo>
                  <a:lnTo>
                    <a:pt x="323883" y="5952586"/>
                  </a:lnTo>
                  <a:lnTo>
                    <a:pt x="324071" y="5952586"/>
                  </a:lnTo>
                  <a:lnTo>
                    <a:pt x="324165" y="5952586"/>
                  </a:lnTo>
                  <a:lnTo>
                    <a:pt x="324260" y="5952586"/>
                  </a:lnTo>
                  <a:lnTo>
                    <a:pt x="324448" y="5952586"/>
                  </a:lnTo>
                  <a:lnTo>
                    <a:pt x="324542" y="5952586"/>
                  </a:lnTo>
                  <a:lnTo>
                    <a:pt x="324636" y="5952586"/>
                  </a:lnTo>
                  <a:lnTo>
                    <a:pt x="324730" y="5952586"/>
                  </a:lnTo>
                  <a:lnTo>
                    <a:pt x="324825" y="5952586"/>
                  </a:lnTo>
                  <a:lnTo>
                    <a:pt x="324919" y="5952586"/>
                  </a:lnTo>
                  <a:lnTo>
                    <a:pt x="324919" y="5947675"/>
                  </a:lnTo>
                  <a:lnTo>
                    <a:pt x="325107" y="5947675"/>
                  </a:lnTo>
                  <a:lnTo>
                    <a:pt x="325201" y="5947675"/>
                  </a:lnTo>
                  <a:lnTo>
                    <a:pt x="325295" y="5947675"/>
                  </a:lnTo>
                  <a:lnTo>
                    <a:pt x="325672" y="5947675"/>
                  </a:lnTo>
                  <a:lnTo>
                    <a:pt x="325860" y="5947675"/>
                  </a:lnTo>
                  <a:lnTo>
                    <a:pt x="325954" y="5947675"/>
                  </a:lnTo>
                  <a:lnTo>
                    <a:pt x="326049" y="5947675"/>
                  </a:lnTo>
                  <a:lnTo>
                    <a:pt x="326143" y="5947675"/>
                  </a:lnTo>
                  <a:lnTo>
                    <a:pt x="326143" y="5942763"/>
                  </a:lnTo>
                  <a:lnTo>
                    <a:pt x="326237" y="5942763"/>
                  </a:lnTo>
                  <a:lnTo>
                    <a:pt x="326331" y="5942763"/>
                  </a:lnTo>
                  <a:lnTo>
                    <a:pt x="326425" y="5942763"/>
                  </a:lnTo>
                  <a:lnTo>
                    <a:pt x="326613" y="5942763"/>
                  </a:lnTo>
                  <a:lnTo>
                    <a:pt x="326708" y="5942763"/>
                  </a:lnTo>
                  <a:lnTo>
                    <a:pt x="326990" y="5942763"/>
                  </a:lnTo>
                  <a:lnTo>
                    <a:pt x="327084" y="5942763"/>
                  </a:lnTo>
                  <a:lnTo>
                    <a:pt x="327178" y="5942763"/>
                  </a:lnTo>
                  <a:lnTo>
                    <a:pt x="327273" y="5942763"/>
                  </a:lnTo>
                  <a:lnTo>
                    <a:pt x="327367" y="5942763"/>
                  </a:lnTo>
                  <a:lnTo>
                    <a:pt x="327461" y="5942763"/>
                  </a:lnTo>
                  <a:lnTo>
                    <a:pt x="327649" y="5942763"/>
                  </a:lnTo>
                  <a:lnTo>
                    <a:pt x="327743" y="5942763"/>
                  </a:lnTo>
                  <a:lnTo>
                    <a:pt x="328120" y="5942763"/>
                  </a:lnTo>
                  <a:lnTo>
                    <a:pt x="328308" y="5942763"/>
                  </a:lnTo>
                  <a:lnTo>
                    <a:pt x="328402" y="5942763"/>
                  </a:lnTo>
                  <a:lnTo>
                    <a:pt x="328496" y="5942763"/>
                  </a:lnTo>
                  <a:lnTo>
                    <a:pt x="328685" y="5937852"/>
                  </a:lnTo>
                  <a:lnTo>
                    <a:pt x="328873" y="5937852"/>
                  </a:lnTo>
                  <a:lnTo>
                    <a:pt x="328967" y="5937852"/>
                  </a:lnTo>
                  <a:lnTo>
                    <a:pt x="329250" y="5937852"/>
                  </a:lnTo>
                  <a:lnTo>
                    <a:pt x="329438" y="5937852"/>
                  </a:lnTo>
                  <a:lnTo>
                    <a:pt x="329532" y="5937852"/>
                  </a:lnTo>
                  <a:lnTo>
                    <a:pt x="329626" y="5937852"/>
                  </a:lnTo>
                  <a:lnTo>
                    <a:pt x="329815" y="5937852"/>
                  </a:lnTo>
                  <a:lnTo>
                    <a:pt x="329909" y="5937852"/>
                  </a:lnTo>
                  <a:lnTo>
                    <a:pt x="330097" y="5937852"/>
                  </a:lnTo>
                  <a:lnTo>
                    <a:pt x="330285" y="5932940"/>
                  </a:lnTo>
                  <a:lnTo>
                    <a:pt x="330568" y="5932940"/>
                  </a:lnTo>
                  <a:lnTo>
                    <a:pt x="330756" y="5932940"/>
                  </a:lnTo>
                  <a:lnTo>
                    <a:pt x="330944" y="5932940"/>
                  </a:lnTo>
                  <a:lnTo>
                    <a:pt x="331321" y="5932940"/>
                  </a:lnTo>
                  <a:lnTo>
                    <a:pt x="331415" y="5932940"/>
                  </a:lnTo>
                  <a:lnTo>
                    <a:pt x="331509" y="5932940"/>
                  </a:lnTo>
                  <a:lnTo>
                    <a:pt x="331604" y="5932940"/>
                  </a:lnTo>
                  <a:lnTo>
                    <a:pt x="331698" y="5932940"/>
                  </a:lnTo>
                  <a:lnTo>
                    <a:pt x="331886" y="5932940"/>
                  </a:lnTo>
                  <a:lnTo>
                    <a:pt x="331980" y="5932940"/>
                  </a:lnTo>
                  <a:lnTo>
                    <a:pt x="332074" y="5932940"/>
                  </a:lnTo>
                  <a:lnTo>
                    <a:pt x="332168" y="5932940"/>
                  </a:lnTo>
                  <a:lnTo>
                    <a:pt x="332263" y="5932940"/>
                  </a:lnTo>
                  <a:lnTo>
                    <a:pt x="332357" y="5932940"/>
                  </a:lnTo>
                  <a:lnTo>
                    <a:pt x="332545" y="5932940"/>
                  </a:lnTo>
                  <a:lnTo>
                    <a:pt x="332639" y="5932940"/>
                  </a:lnTo>
                  <a:lnTo>
                    <a:pt x="332733" y="5932940"/>
                  </a:lnTo>
                  <a:lnTo>
                    <a:pt x="333016" y="5932940"/>
                  </a:lnTo>
                  <a:lnTo>
                    <a:pt x="333110" y="5932940"/>
                  </a:lnTo>
                  <a:lnTo>
                    <a:pt x="333298" y="5932940"/>
                  </a:lnTo>
                  <a:lnTo>
                    <a:pt x="333487" y="5932940"/>
                  </a:lnTo>
                  <a:lnTo>
                    <a:pt x="333581" y="5932940"/>
                  </a:lnTo>
                  <a:lnTo>
                    <a:pt x="333675" y="5932940"/>
                  </a:lnTo>
                  <a:lnTo>
                    <a:pt x="333769" y="5932940"/>
                  </a:lnTo>
                  <a:lnTo>
                    <a:pt x="333863" y="5932940"/>
                  </a:lnTo>
                  <a:lnTo>
                    <a:pt x="333957" y="5932940"/>
                  </a:lnTo>
                  <a:lnTo>
                    <a:pt x="334051" y="5932940"/>
                  </a:lnTo>
                  <a:lnTo>
                    <a:pt x="334240" y="5932940"/>
                  </a:lnTo>
                  <a:lnTo>
                    <a:pt x="334428" y="5932940"/>
                  </a:lnTo>
                  <a:lnTo>
                    <a:pt x="334522" y="5932940"/>
                  </a:lnTo>
                  <a:lnTo>
                    <a:pt x="334711" y="5932940"/>
                  </a:lnTo>
                  <a:lnTo>
                    <a:pt x="334899" y="5932940"/>
                  </a:lnTo>
                  <a:lnTo>
                    <a:pt x="335370" y="5932940"/>
                  </a:lnTo>
                  <a:lnTo>
                    <a:pt x="335558" y="5932940"/>
                  </a:lnTo>
                  <a:lnTo>
                    <a:pt x="335746" y="5932940"/>
                  </a:lnTo>
                  <a:lnTo>
                    <a:pt x="335840" y="5932940"/>
                  </a:lnTo>
                  <a:lnTo>
                    <a:pt x="336217" y="5932940"/>
                  </a:lnTo>
                  <a:lnTo>
                    <a:pt x="336311" y="5932940"/>
                  </a:lnTo>
                  <a:lnTo>
                    <a:pt x="336594" y="5932940"/>
                  </a:lnTo>
                  <a:lnTo>
                    <a:pt x="336688" y="5932940"/>
                  </a:lnTo>
                  <a:lnTo>
                    <a:pt x="336970" y="5932940"/>
                  </a:lnTo>
                  <a:lnTo>
                    <a:pt x="337064" y="5932940"/>
                  </a:lnTo>
                  <a:lnTo>
                    <a:pt x="337158" y="5932940"/>
                  </a:lnTo>
                  <a:lnTo>
                    <a:pt x="337253" y="5932940"/>
                  </a:lnTo>
                  <a:lnTo>
                    <a:pt x="337347" y="5932940"/>
                  </a:lnTo>
                  <a:lnTo>
                    <a:pt x="337535" y="5932940"/>
                  </a:lnTo>
                  <a:lnTo>
                    <a:pt x="337629" y="5932940"/>
                  </a:lnTo>
                  <a:lnTo>
                    <a:pt x="337723" y="5932940"/>
                  </a:lnTo>
                  <a:lnTo>
                    <a:pt x="337818" y="5932940"/>
                  </a:lnTo>
                  <a:lnTo>
                    <a:pt x="337912" y="5932940"/>
                  </a:lnTo>
                  <a:lnTo>
                    <a:pt x="338100" y="5932940"/>
                  </a:lnTo>
                  <a:lnTo>
                    <a:pt x="338288" y="5932940"/>
                  </a:lnTo>
                  <a:lnTo>
                    <a:pt x="338382" y="5932940"/>
                  </a:lnTo>
                  <a:lnTo>
                    <a:pt x="338571" y="5932940"/>
                  </a:lnTo>
                  <a:lnTo>
                    <a:pt x="338665" y="5932940"/>
                  </a:lnTo>
                  <a:lnTo>
                    <a:pt x="338759" y="5932940"/>
                  </a:lnTo>
                  <a:lnTo>
                    <a:pt x="339042" y="5932940"/>
                  </a:lnTo>
                  <a:lnTo>
                    <a:pt x="339136" y="5932940"/>
                  </a:lnTo>
                  <a:lnTo>
                    <a:pt x="339230" y="5932940"/>
                  </a:lnTo>
                  <a:lnTo>
                    <a:pt x="339324" y="5932940"/>
                  </a:lnTo>
                  <a:lnTo>
                    <a:pt x="339512" y="5932940"/>
                  </a:lnTo>
                  <a:lnTo>
                    <a:pt x="339701" y="5932940"/>
                  </a:lnTo>
                  <a:lnTo>
                    <a:pt x="339795" y="5932940"/>
                  </a:lnTo>
                  <a:lnTo>
                    <a:pt x="339889" y="5932940"/>
                  </a:lnTo>
                  <a:lnTo>
                    <a:pt x="340077" y="5932940"/>
                  </a:lnTo>
                  <a:lnTo>
                    <a:pt x="340171" y="5932940"/>
                  </a:lnTo>
                  <a:lnTo>
                    <a:pt x="340266" y="5932940"/>
                  </a:lnTo>
                  <a:lnTo>
                    <a:pt x="340454" y="5932940"/>
                  </a:lnTo>
                  <a:lnTo>
                    <a:pt x="340642" y="5932940"/>
                  </a:lnTo>
                  <a:lnTo>
                    <a:pt x="340736" y="5932940"/>
                  </a:lnTo>
                  <a:lnTo>
                    <a:pt x="341019" y="5932940"/>
                  </a:lnTo>
                  <a:lnTo>
                    <a:pt x="341113" y="5932940"/>
                  </a:lnTo>
                  <a:lnTo>
                    <a:pt x="341301" y="5932940"/>
                  </a:lnTo>
                  <a:lnTo>
                    <a:pt x="341395" y="5932940"/>
                  </a:lnTo>
                  <a:lnTo>
                    <a:pt x="341489" y="5932940"/>
                  </a:lnTo>
                  <a:lnTo>
                    <a:pt x="341584" y="5932940"/>
                  </a:lnTo>
                  <a:lnTo>
                    <a:pt x="341678" y="5932940"/>
                  </a:lnTo>
                  <a:lnTo>
                    <a:pt x="341866" y="5932940"/>
                  </a:lnTo>
                  <a:lnTo>
                    <a:pt x="342054" y="5932940"/>
                  </a:lnTo>
                  <a:lnTo>
                    <a:pt x="342149" y="5932940"/>
                  </a:lnTo>
                  <a:lnTo>
                    <a:pt x="342243" y="5932940"/>
                  </a:lnTo>
                  <a:lnTo>
                    <a:pt x="342337" y="5932940"/>
                  </a:lnTo>
                  <a:lnTo>
                    <a:pt x="342619" y="5928029"/>
                  </a:lnTo>
                  <a:lnTo>
                    <a:pt x="342808" y="5928029"/>
                  </a:lnTo>
                  <a:lnTo>
                    <a:pt x="342902" y="5928029"/>
                  </a:lnTo>
                  <a:lnTo>
                    <a:pt x="342996" y="5928029"/>
                  </a:lnTo>
                  <a:lnTo>
                    <a:pt x="343184" y="5928029"/>
                  </a:lnTo>
                  <a:lnTo>
                    <a:pt x="343278" y="5928029"/>
                  </a:lnTo>
                  <a:lnTo>
                    <a:pt x="343373" y="5928029"/>
                  </a:lnTo>
                  <a:lnTo>
                    <a:pt x="343467" y="5928029"/>
                  </a:lnTo>
                  <a:lnTo>
                    <a:pt x="343561" y="5928029"/>
                  </a:lnTo>
                  <a:lnTo>
                    <a:pt x="343655" y="5923118"/>
                  </a:lnTo>
                  <a:lnTo>
                    <a:pt x="343937" y="5923118"/>
                  </a:lnTo>
                  <a:lnTo>
                    <a:pt x="344032" y="5923118"/>
                  </a:lnTo>
                  <a:lnTo>
                    <a:pt x="344220" y="5923118"/>
                  </a:lnTo>
                  <a:lnTo>
                    <a:pt x="344408" y="5923118"/>
                  </a:lnTo>
                  <a:lnTo>
                    <a:pt x="344691" y="5923118"/>
                  </a:lnTo>
                  <a:lnTo>
                    <a:pt x="344879" y="5923118"/>
                  </a:lnTo>
                  <a:lnTo>
                    <a:pt x="344973" y="5923118"/>
                  </a:lnTo>
                  <a:lnTo>
                    <a:pt x="345161" y="5923118"/>
                  </a:lnTo>
                  <a:lnTo>
                    <a:pt x="345256" y="5923118"/>
                  </a:lnTo>
                  <a:lnTo>
                    <a:pt x="345632" y="5923118"/>
                  </a:lnTo>
                  <a:lnTo>
                    <a:pt x="345726" y="5923118"/>
                  </a:lnTo>
                  <a:lnTo>
                    <a:pt x="346009" y="5923118"/>
                  </a:lnTo>
                  <a:lnTo>
                    <a:pt x="346197" y="5923118"/>
                  </a:lnTo>
                  <a:lnTo>
                    <a:pt x="346385" y="5923118"/>
                  </a:lnTo>
                  <a:lnTo>
                    <a:pt x="346480" y="5923118"/>
                  </a:lnTo>
                  <a:lnTo>
                    <a:pt x="346762" y="5923118"/>
                  </a:lnTo>
                  <a:lnTo>
                    <a:pt x="346950" y="5923118"/>
                  </a:lnTo>
                  <a:lnTo>
                    <a:pt x="347044" y="5923118"/>
                  </a:lnTo>
                  <a:lnTo>
                    <a:pt x="347139" y="5923118"/>
                  </a:lnTo>
                  <a:lnTo>
                    <a:pt x="347327" y="5923118"/>
                  </a:lnTo>
                  <a:lnTo>
                    <a:pt x="347515" y="5923118"/>
                  </a:lnTo>
                  <a:lnTo>
                    <a:pt x="347704" y="5923118"/>
                  </a:lnTo>
                  <a:lnTo>
                    <a:pt x="347798" y="5923118"/>
                  </a:lnTo>
                  <a:lnTo>
                    <a:pt x="347986" y="5923118"/>
                  </a:lnTo>
                  <a:lnTo>
                    <a:pt x="348080" y="5923118"/>
                  </a:lnTo>
                  <a:lnTo>
                    <a:pt x="348174" y="5923118"/>
                  </a:lnTo>
                  <a:lnTo>
                    <a:pt x="348268" y="5923118"/>
                  </a:lnTo>
                  <a:lnTo>
                    <a:pt x="348363" y="5923118"/>
                  </a:lnTo>
                  <a:lnTo>
                    <a:pt x="348457" y="5923118"/>
                  </a:lnTo>
                  <a:lnTo>
                    <a:pt x="348551" y="5923118"/>
                  </a:lnTo>
                  <a:lnTo>
                    <a:pt x="348645" y="5923118"/>
                  </a:lnTo>
                  <a:lnTo>
                    <a:pt x="348739" y="5923118"/>
                  </a:lnTo>
                  <a:lnTo>
                    <a:pt x="348833" y="5923118"/>
                  </a:lnTo>
                  <a:lnTo>
                    <a:pt x="348928" y="5923118"/>
                  </a:lnTo>
                  <a:lnTo>
                    <a:pt x="349116" y="5923118"/>
                  </a:lnTo>
                  <a:lnTo>
                    <a:pt x="349210" y="5923118"/>
                  </a:lnTo>
                  <a:lnTo>
                    <a:pt x="349492" y="5923118"/>
                  </a:lnTo>
                  <a:lnTo>
                    <a:pt x="349587" y="5923118"/>
                  </a:lnTo>
                  <a:lnTo>
                    <a:pt x="349681" y="5923118"/>
                  </a:lnTo>
                  <a:lnTo>
                    <a:pt x="349775" y="5923118"/>
                  </a:lnTo>
                  <a:lnTo>
                    <a:pt x="349963" y="5923118"/>
                  </a:lnTo>
                  <a:lnTo>
                    <a:pt x="350151" y="5923118"/>
                  </a:lnTo>
                  <a:lnTo>
                    <a:pt x="350246" y="5923118"/>
                  </a:lnTo>
                  <a:lnTo>
                    <a:pt x="350528" y="5923118"/>
                  </a:lnTo>
                  <a:lnTo>
                    <a:pt x="350622" y="5923118"/>
                  </a:lnTo>
                  <a:lnTo>
                    <a:pt x="350999" y="5923118"/>
                  </a:lnTo>
                  <a:lnTo>
                    <a:pt x="351093" y="5923118"/>
                  </a:lnTo>
                  <a:lnTo>
                    <a:pt x="351375" y="5918206"/>
                  </a:lnTo>
                  <a:lnTo>
                    <a:pt x="351470" y="5918206"/>
                  </a:lnTo>
                  <a:lnTo>
                    <a:pt x="351564" y="5918206"/>
                  </a:lnTo>
                  <a:lnTo>
                    <a:pt x="351658" y="5918206"/>
                  </a:lnTo>
                  <a:lnTo>
                    <a:pt x="351846" y="5918206"/>
                  </a:lnTo>
                  <a:lnTo>
                    <a:pt x="351940" y="5918206"/>
                  </a:lnTo>
                  <a:lnTo>
                    <a:pt x="352035" y="5918206"/>
                  </a:lnTo>
                  <a:lnTo>
                    <a:pt x="352129" y="5918206"/>
                  </a:lnTo>
                  <a:lnTo>
                    <a:pt x="352223" y="5918206"/>
                  </a:lnTo>
                  <a:lnTo>
                    <a:pt x="352505" y="5918206"/>
                  </a:lnTo>
                  <a:lnTo>
                    <a:pt x="352599" y="5918206"/>
                  </a:lnTo>
                  <a:lnTo>
                    <a:pt x="353070" y="5918206"/>
                  </a:lnTo>
                  <a:lnTo>
                    <a:pt x="353353" y="5918206"/>
                  </a:lnTo>
                  <a:lnTo>
                    <a:pt x="353447" y="5918206"/>
                  </a:lnTo>
                  <a:lnTo>
                    <a:pt x="353635" y="5918206"/>
                  </a:lnTo>
                  <a:lnTo>
                    <a:pt x="353823" y="5918206"/>
                  </a:lnTo>
                  <a:lnTo>
                    <a:pt x="353823" y="5913295"/>
                  </a:lnTo>
                  <a:lnTo>
                    <a:pt x="354012" y="5908384"/>
                  </a:lnTo>
                  <a:lnTo>
                    <a:pt x="354106" y="5908384"/>
                  </a:lnTo>
                  <a:lnTo>
                    <a:pt x="354294" y="5908384"/>
                  </a:lnTo>
                  <a:lnTo>
                    <a:pt x="354388" y="5908384"/>
                  </a:lnTo>
                  <a:lnTo>
                    <a:pt x="354482" y="5908384"/>
                  </a:lnTo>
                  <a:lnTo>
                    <a:pt x="354577" y="5908384"/>
                  </a:lnTo>
                  <a:lnTo>
                    <a:pt x="354859" y="5908384"/>
                  </a:lnTo>
                  <a:lnTo>
                    <a:pt x="354953" y="5903472"/>
                  </a:lnTo>
                  <a:lnTo>
                    <a:pt x="355047" y="5903472"/>
                  </a:lnTo>
                  <a:lnTo>
                    <a:pt x="355047" y="5898561"/>
                  </a:lnTo>
                  <a:lnTo>
                    <a:pt x="355330" y="5898561"/>
                  </a:lnTo>
                  <a:lnTo>
                    <a:pt x="355424" y="5898561"/>
                  </a:lnTo>
                  <a:lnTo>
                    <a:pt x="355612" y="5898561"/>
                  </a:lnTo>
                  <a:lnTo>
                    <a:pt x="355706" y="5898561"/>
                  </a:lnTo>
                  <a:lnTo>
                    <a:pt x="355801" y="5898561"/>
                  </a:lnTo>
                  <a:lnTo>
                    <a:pt x="355895" y="5898561"/>
                  </a:lnTo>
                  <a:lnTo>
                    <a:pt x="355989" y="5898561"/>
                  </a:lnTo>
                  <a:lnTo>
                    <a:pt x="356083" y="5898561"/>
                  </a:lnTo>
                  <a:lnTo>
                    <a:pt x="356177" y="5898561"/>
                  </a:lnTo>
                  <a:lnTo>
                    <a:pt x="356271" y="5898561"/>
                  </a:lnTo>
                  <a:lnTo>
                    <a:pt x="356460" y="5898561"/>
                  </a:lnTo>
                  <a:lnTo>
                    <a:pt x="356742" y="5898561"/>
                  </a:lnTo>
                  <a:lnTo>
                    <a:pt x="357307" y="5898561"/>
                  </a:lnTo>
                  <a:lnTo>
                    <a:pt x="357495" y="5893649"/>
                  </a:lnTo>
                  <a:lnTo>
                    <a:pt x="357684" y="5893649"/>
                  </a:lnTo>
                  <a:lnTo>
                    <a:pt x="357778" y="5893649"/>
                  </a:lnTo>
                  <a:lnTo>
                    <a:pt x="357872" y="5893649"/>
                  </a:lnTo>
                  <a:lnTo>
                    <a:pt x="358154" y="5893649"/>
                  </a:lnTo>
                  <a:lnTo>
                    <a:pt x="358343" y="5893649"/>
                  </a:lnTo>
                  <a:lnTo>
                    <a:pt x="358437" y="5893649"/>
                  </a:lnTo>
                  <a:lnTo>
                    <a:pt x="358719" y="5893649"/>
                  </a:lnTo>
                  <a:lnTo>
                    <a:pt x="358813" y="5893649"/>
                  </a:lnTo>
                  <a:lnTo>
                    <a:pt x="359284" y="5893649"/>
                  </a:lnTo>
                  <a:lnTo>
                    <a:pt x="359378" y="5893649"/>
                  </a:lnTo>
                  <a:lnTo>
                    <a:pt x="359755" y="5893649"/>
                  </a:lnTo>
                  <a:lnTo>
                    <a:pt x="359849" y="5893649"/>
                  </a:lnTo>
                  <a:lnTo>
                    <a:pt x="359943" y="5893649"/>
                  </a:lnTo>
                  <a:lnTo>
                    <a:pt x="360132" y="5893649"/>
                  </a:lnTo>
                  <a:lnTo>
                    <a:pt x="360226" y="5893649"/>
                  </a:lnTo>
                  <a:lnTo>
                    <a:pt x="360414" y="5893649"/>
                  </a:lnTo>
                  <a:lnTo>
                    <a:pt x="360508" y="5893649"/>
                  </a:lnTo>
                  <a:lnTo>
                    <a:pt x="360602" y="5893649"/>
                  </a:lnTo>
                  <a:lnTo>
                    <a:pt x="360791" y="5893649"/>
                  </a:lnTo>
                  <a:lnTo>
                    <a:pt x="360885" y="5893649"/>
                  </a:lnTo>
                  <a:lnTo>
                    <a:pt x="361073" y="5888738"/>
                  </a:lnTo>
                  <a:lnTo>
                    <a:pt x="361167" y="5888738"/>
                  </a:lnTo>
                  <a:lnTo>
                    <a:pt x="361356" y="5888738"/>
                  </a:lnTo>
                  <a:lnTo>
                    <a:pt x="361544" y="5888738"/>
                  </a:lnTo>
                  <a:lnTo>
                    <a:pt x="361732" y="5888738"/>
                  </a:lnTo>
                  <a:lnTo>
                    <a:pt x="362203" y="5888738"/>
                  </a:lnTo>
                  <a:lnTo>
                    <a:pt x="362297" y="5888738"/>
                  </a:lnTo>
                  <a:lnTo>
                    <a:pt x="362485" y="5888738"/>
                  </a:lnTo>
                  <a:lnTo>
                    <a:pt x="362674" y="5888738"/>
                  </a:lnTo>
                  <a:lnTo>
                    <a:pt x="363050" y="5888738"/>
                  </a:lnTo>
                  <a:lnTo>
                    <a:pt x="363239" y="5888738"/>
                  </a:lnTo>
                  <a:lnTo>
                    <a:pt x="363615" y="5888738"/>
                  </a:lnTo>
                  <a:lnTo>
                    <a:pt x="363709" y="5888738"/>
                  </a:lnTo>
                  <a:lnTo>
                    <a:pt x="363804" y="5888738"/>
                  </a:lnTo>
                  <a:lnTo>
                    <a:pt x="364274" y="5888738"/>
                  </a:lnTo>
                  <a:lnTo>
                    <a:pt x="364368" y="5888738"/>
                  </a:lnTo>
                  <a:lnTo>
                    <a:pt x="364557" y="5888738"/>
                  </a:lnTo>
                  <a:lnTo>
                    <a:pt x="364651" y="5888738"/>
                  </a:lnTo>
                  <a:lnTo>
                    <a:pt x="364745" y="5888738"/>
                  </a:lnTo>
                  <a:lnTo>
                    <a:pt x="364839" y="5888738"/>
                  </a:lnTo>
                  <a:lnTo>
                    <a:pt x="364933" y="5888738"/>
                  </a:lnTo>
                  <a:lnTo>
                    <a:pt x="365404" y="5888738"/>
                  </a:lnTo>
                  <a:lnTo>
                    <a:pt x="365498" y="5888738"/>
                  </a:lnTo>
                  <a:lnTo>
                    <a:pt x="365592" y="5888738"/>
                  </a:lnTo>
                  <a:lnTo>
                    <a:pt x="365875" y="5888738"/>
                  </a:lnTo>
                  <a:lnTo>
                    <a:pt x="365969" y="5888738"/>
                  </a:lnTo>
                  <a:lnTo>
                    <a:pt x="366063" y="5888738"/>
                  </a:lnTo>
                  <a:lnTo>
                    <a:pt x="366157" y="5888738"/>
                  </a:lnTo>
                  <a:lnTo>
                    <a:pt x="366346" y="5888738"/>
                  </a:lnTo>
                  <a:lnTo>
                    <a:pt x="366440" y="5888738"/>
                  </a:lnTo>
                  <a:lnTo>
                    <a:pt x="366722" y="5888738"/>
                  </a:lnTo>
                  <a:lnTo>
                    <a:pt x="366816" y="5888738"/>
                  </a:lnTo>
                  <a:lnTo>
                    <a:pt x="367005" y="5888738"/>
                  </a:lnTo>
                  <a:lnTo>
                    <a:pt x="367099" y="5883827"/>
                  </a:lnTo>
                  <a:lnTo>
                    <a:pt x="367193" y="5883827"/>
                  </a:lnTo>
                  <a:lnTo>
                    <a:pt x="367287" y="5883827"/>
                  </a:lnTo>
                  <a:lnTo>
                    <a:pt x="367475" y="5883827"/>
                  </a:lnTo>
                  <a:lnTo>
                    <a:pt x="367570" y="5883827"/>
                  </a:lnTo>
                  <a:lnTo>
                    <a:pt x="367664" y="5883827"/>
                  </a:lnTo>
                  <a:lnTo>
                    <a:pt x="367758" y="5883827"/>
                  </a:lnTo>
                  <a:lnTo>
                    <a:pt x="367852" y="5883827"/>
                  </a:lnTo>
                  <a:lnTo>
                    <a:pt x="367946" y="5883827"/>
                  </a:lnTo>
                  <a:lnTo>
                    <a:pt x="368040" y="5878915"/>
                  </a:lnTo>
                  <a:lnTo>
                    <a:pt x="368135" y="5878915"/>
                  </a:lnTo>
                  <a:lnTo>
                    <a:pt x="368323" y="5878915"/>
                  </a:lnTo>
                  <a:lnTo>
                    <a:pt x="368417" y="5878915"/>
                  </a:lnTo>
                  <a:lnTo>
                    <a:pt x="368605" y="5878915"/>
                  </a:lnTo>
                  <a:lnTo>
                    <a:pt x="368888" y="5878915"/>
                  </a:lnTo>
                  <a:lnTo>
                    <a:pt x="368982" y="5878915"/>
                  </a:lnTo>
                  <a:lnTo>
                    <a:pt x="369076" y="5878915"/>
                  </a:lnTo>
                  <a:lnTo>
                    <a:pt x="369264" y="5878915"/>
                  </a:lnTo>
                  <a:lnTo>
                    <a:pt x="369453" y="5878915"/>
                  </a:lnTo>
                  <a:lnTo>
                    <a:pt x="369547" y="5878915"/>
                  </a:lnTo>
                  <a:lnTo>
                    <a:pt x="369641" y="5878915"/>
                  </a:lnTo>
                  <a:lnTo>
                    <a:pt x="369735" y="5878915"/>
                  </a:lnTo>
                  <a:lnTo>
                    <a:pt x="369829" y="5878915"/>
                  </a:lnTo>
                  <a:lnTo>
                    <a:pt x="370018" y="5878915"/>
                  </a:lnTo>
                  <a:lnTo>
                    <a:pt x="370206" y="5878915"/>
                  </a:lnTo>
                  <a:lnTo>
                    <a:pt x="370300" y="5878915"/>
                  </a:lnTo>
                  <a:lnTo>
                    <a:pt x="370583" y="5878915"/>
                  </a:lnTo>
                  <a:lnTo>
                    <a:pt x="370959" y="5878915"/>
                  </a:lnTo>
                  <a:lnTo>
                    <a:pt x="371147" y="5878915"/>
                  </a:lnTo>
                  <a:lnTo>
                    <a:pt x="371242" y="5878915"/>
                  </a:lnTo>
                  <a:lnTo>
                    <a:pt x="371336" y="5878915"/>
                  </a:lnTo>
                  <a:lnTo>
                    <a:pt x="371430" y="5878915"/>
                  </a:lnTo>
                  <a:lnTo>
                    <a:pt x="371712" y="5878915"/>
                  </a:lnTo>
                  <a:lnTo>
                    <a:pt x="371806" y="5878915"/>
                  </a:lnTo>
                  <a:lnTo>
                    <a:pt x="371901" y="5878915"/>
                  </a:lnTo>
                  <a:lnTo>
                    <a:pt x="371995" y="5878915"/>
                  </a:lnTo>
                  <a:lnTo>
                    <a:pt x="372183" y="5878915"/>
                  </a:lnTo>
                  <a:lnTo>
                    <a:pt x="372277" y="5878915"/>
                  </a:lnTo>
                  <a:lnTo>
                    <a:pt x="372371" y="5878915"/>
                  </a:lnTo>
                  <a:lnTo>
                    <a:pt x="372466" y="5878915"/>
                  </a:lnTo>
                  <a:lnTo>
                    <a:pt x="372936" y="5878915"/>
                  </a:lnTo>
                  <a:lnTo>
                    <a:pt x="373030" y="5878915"/>
                  </a:lnTo>
                  <a:lnTo>
                    <a:pt x="373125" y="5878915"/>
                  </a:lnTo>
                  <a:lnTo>
                    <a:pt x="373219" y="5878915"/>
                  </a:lnTo>
                  <a:lnTo>
                    <a:pt x="373313" y="5878915"/>
                  </a:lnTo>
                  <a:lnTo>
                    <a:pt x="373407" y="5878915"/>
                  </a:lnTo>
                  <a:lnTo>
                    <a:pt x="373501" y="5878915"/>
                  </a:lnTo>
                  <a:lnTo>
                    <a:pt x="373784" y="5878915"/>
                  </a:lnTo>
                  <a:lnTo>
                    <a:pt x="374066" y="5878915"/>
                  </a:lnTo>
                  <a:lnTo>
                    <a:pt x="374160" y="5878915"/>
                  </a:lnTo>
                  <a:lnTo>
                    <a:pt x="374254" y="5878915"/>
                  </a:lnTo>
                  <a:lnTo>
                    <a:pt x="374349" y="5878915"/>
                  </a:lnTo>
                  <a:lnTo>
                    <a:pt x="374443" y="5878915"/>
                  </a:lnTo>
                  <a:lnTo>
                    <a:pt x="374725" y="5878915"/>
                  </a:lnTo>
                  <a:lnTo>
                    <a:pt x="374819" y="5878915"/>
                  </a:lnTo>
                  <a:lnTo>
                    <a:pt x="374914" y="5878915"/>
                  </a:lnTo>
                  <a:lnTo>
                    <a:pt x="375290" y="5878915"/>
                  </a:lnTo>
                  <a:lnTo>
                    <a:pt x="375384" y="5878915"/>
                  </a:lnTo>
                  <a:lnTo>
                    <a:pt x="375478" y="5878915"/>
                  </a:lnTo>
                  <a:lnTo>
                    <a:pt x="375573" y="5878915"/>
                  </a:lnTo>
                  <a:lnTo>
                    <a:pt x="375667" y="5878915"/>
                  </a:lnTo>
                  <a:lnTo>
                    <a:pt x="375761" y="5878915"/>
                  </a:lnTo>
                  <a:lnTo>
                    <a:pt x="375855" y="5878915"/>
                  </a:lnTo>
                  <a:lnTo>
                    <a:pt x="376043" y="5878915"/>
                  </a:lnTo>
                  <a:lnTo>
                    <a:pt x="376137" y="5878915"/>
                  </a:lnTo>
                  <a:lnTo>
                    <a:pt x="376326" y="5878915"/>
                  </a:lnTo>
                  <a:lnTo>
                    <a:pt x="376514" y="5878915"/>
                  </a:lnTo>
                  <a:lnTo>
                    <a:pt x="376608" y="5878915"/>
                  </a:lnTo>
                  <a:lnTo>
                    <a:pt x="376702" y="5878915"/>
                  </a:lnTo>
                  <a:lnTo>
                    <a:pt x="376985" y="5878915"/>
                  </a:lnTo>
                  <a:lnTo>
                    <a:pt x="377079" y="5878915"/>
                  </a:lnTo>
                  <a:lnTo>
                    <a:pt x="377361" y="5878915"/>
                  </a:lnTo>
                  <a:lnTo>
                    <a:pt x="377456" y="5878915"/>
                  </a:lnTo>
                  <a:lnTo>
                    <a:pt x="377644" y="5878915"/>
                  </a:lnTo>
                  <a:lnTo>
                    <a:pt x="377832" y="5878915"/>
                  </a:lnTo>
                  <a:lnTo>
                    <a:pt x="378115" y="5878915"/>
                  </a:lnTo>
                  <a:lnTo>
                    <a:pt x="378209" y="5878915"/>
                  </a:lnTo>
                  <a:lnTo>
                    <a:pt x="378397" y="5878915"/>
                  </a:lnTo>
                  <a:lnTo>
                    <a:pt x="378680" y="5878915"/>
                  </a:lnTo>
                  <a:lnTo>
                    <a:pt x="378868" y="5878915"/>
                  </a:lnTo>
                  <a:lnTo>
                    <a:pt x="378962" y="5878915"/>
                  </a:lnTo>
                  <a:lnTo>
                    <a:pt x="379056" y="5878915"/>
                  </a:lnTo>
                  <a:lnTo>
                    <a:pt x="379150" y="5878915"/>
                  </a:lnTo>
                  <a:lnTo>
                    <a:pt x="379245" y="5878915"/>
                  </a:lnTo>
                  <a:lnTo>
                    <a:pt x="379339" y="5878915"/>
                  </a:lnTo>
                  <a:lnTo>
                    <a:pt x="379433" y="5878915"/>
                  </a:lnTo>
                  <a:lnTo>
                    <a:pt x="379904" y="5878915"/>
                  </a:lnTo>
                  <a:lnTo>
                    <a:pt x="379998" y="5878915"/>
                  </a:lnTo>
                  <a:lnTo>
                    <a:pt x="380092" y="5878915"/>
                  </a:lnTo>
                  <a:lnTo>
                    <a:pt x="380186" y="5878915"/>
                  </a:lnTo>
                  <a:lnTo>
                    <a:pt x="380280" y="5878915"/>
                  </a:lnTo>
                  <a:lnTo>
                    <a:pt x="380374" y="5878915"/>
                  </a:lnTo>
                  <a:lnTo>
                    <a:pt x="380468" y="5878915"/>
                  </a:lnTo>
                  <a:lnTo>
                    <a:pt x="380657" y="5878915"/>
                  </a:lnTo>
                  <a:lnTo>
                    <a:pt x="380751" y="5878915"/>
                  </a:lnTo>
                  <a:lnTo>
                    <a:pt x="380845" y="5878915"/>
                  </a:lnTo>
                  <a:lnTo>
                    <a:pt x="380939" y="5878915"/>
                  </a:lnTo>
                  <a:lnTo>
                    <a:pt x="381033" y="5878915"/>
                  </a:lnTo>
                  <a:lnTo>
                    <a:pt x="381128" y="5878915"/>
                  </a:lnTo>
                  <a:lnTo>
                    <a:pt x="381222" y="5878915"/>
                  </a:lnTo>
                  <a:lnTo>
                    <a:pt x="381504" y="5878915"/>
                  </a:lnTo>
                  <a:lnTo>
                    <a:pt x="381598" y="5878915"/>
                  </a:lnTo>
                  <a:lnTo>
                    <a:pt x="381787" y="5878915"/>
                  </a:lnTo>
                  <a:lnTo>
                    <a:pt x="381881" y="5878915"/>
                  </a:lnTo>
                  <a:lnTo>
                    <a:pt x="382163" y="5878915"/>
                  </a:lnTo>
                  <a:lnTo>
                    <a:pt x="382352" y="5878915"/>
                  </a:lnTo>
                  <a:lnTo>
                    <a:pt x="382446" y="5878915"/>
                  </a:lnTo>
                  <a:lnTo>
                    <a:pt x="382634" y="5878915"/>
                  </a:lnTo>
                  <a:lnTo>
                    <a:pt x="382728" y="5878915"/>
                  </a:lnTo>
                  <a:lnTo>
                    <a:pt x="383011" y="5878915"/>
                  </a:lnTo>
                  <a:lnTo>
                    <a:pt x="383199" y="5878915"/>
                  </a:lnTo>
                  <a:lnTo>
                    <a:pt x="383293" y="5878915"/>
                  </a:lnTo>
                  <a:lnTo>
                    <a:pt x="383387" y="5878915"/>
                  </a:lnTo>
                  <a:lnTo>
                    <a:pt x="383764" y="5878915"/>
                  </a:lnTo>
                  <a:lnTo>
                    <a:pt x="383858" y="5878915"/>
                  </a:lnTo>
                  <a:lnTo>
                    <a:pt x="383952" y="5878915"/>
                  </a:lnTo>
                  <a:lnTo>
                    <a:pt x="384046" y="5878915"/>
                  </a:lnTo>
                  <a:lnTo>
                    <a:pt x="384140" y="5878915"/>
                  </a:lnTo>
                  <a:lnTo>
                    <a:pt x="384329" y="5878915"/>
                  </a:lnTo>
                  <a:lnTo>
                    <a:pt x="384423" y="5878915"/>
                  </a:lnTo>
                  <a:lnTo>
                    <a:pt x="384799" y="5878915"/>
                  </a:lnTo>
                  <a:lnTo>
                    <a:pt x="384894" y="5878915"/>
                  </a:lnTo>
                  <a:lnTo>
                    <a:pt x="384988" y="5878915"/>
                  </a:lnTo>
                  <a:lnTo>
                    <a:pt x="385270" y="5878915"/>
                  </a:lnTo>
                  <a:lnTo>
                    <a:pt x="385459" y="5878915"/>
                  </a:lnTo>
                  <a:lnTo>
                    <a:pt x="385647" y="5878915"/>
                  </a:lnTo>
                  <a:lnTo>
                    <a:pt x="385835" y="5878915"/>
                  </a:lnTo>
                  <a:lnTo>
                    <a:pt x="386306" y="5878915"/>
                  </a:lnTo>
                  <a:lnTo>
                    <a:pt x="386400" y="5878915"/>
                  </a:lnTo>
                  <a:lnTo>
                    <a:pt x="386683" y="5878915"/>
                  </a:lnTo>
                  <a:lnTo>
                    <a:pt x="386871" y="5878915"/>
                  </a:lnTo>
                  <a:lnTo>
                    <a:pt x="387059" y="5878915"/>
                  </a:lnTo>
                  <a:lnTo>
                    <a:pt x="387247" y="5878915"/>
                  </a:lnTo>
                  <a:lnTo>
                    <a:pt x="387436" y="5878915"/>
                  </a:lnTo>
                  <a:lnTo>
                    <a:pt x="387718" y="5878915"/>
                  </a:lnTo>
                  <a:lnTo>
                    <a:pt x="387812" y="5878915"/>
                  </a:lnTo>
                  <a:lnTo>
                    <a:pt x="387907" y="5878915"/>
                  </a:lnTo>
                  <a:lnTo>
                    <a:pt x="388095" y="5878915"/>
                  </a:lnTo>
                  <a:lnTo>
                    <a:pt x="388189" y="5878915"/>
                  </a:lnTo>
                  <a:lnTo>
                    <a:pt x="388283" y="5878915"/>
                  </a:lnTo>
                  <a:lnTo>
                    <a:pt x="388471" y="5878915"/>
                  </a:lnTo>
                  <a:lnTo>
                    <a:pt x="388566" y="5878915"/>
                  </a:lnTo>
                  <a:lnTo>
                    <a:pt x="388942" y="5878915"/>
                  </a:lnTo>
                  <a:lnTo>
                    <a:pt x="389130" y="5878915"/>
                  </a:lnTo>
                  <a:lnTo>
                    <a:pt x="389601" y="5878915"/>
                  </a:lnTo>
                  <a:lnTo>
                    <a:pt x="389695" y="5878915"/>
                  </a:lnTo>
                  <a:lnTo>
                    <a:pt x="389884" y="5878915"/>
                  </a:lnTo>
                  <a:lnTo>
                    <a:pt x="390072" y="5878915"/>
                  </a:lnTo>
                  <a:lnTo>
                    <a:pt x="390354" y="5878915"/>
                  </a:lnTo>
                  <a:lnTo>
                    <a:pt x="390449" y="5878915"/>
                  </a:lnTo>
                  <a:lnTo>
                    <a:pt x="390637" y="5878915"/>
                  </a:lnTo>
                  <a:lnTo>
                    <a:pt x="390731" y="5878915"/>
                  </a:lnTo>
                  <a:lnTo>
                    <a:pt x="390825" y="5878915"/>
                  </a:lnTo>
                  <a:lnTo>
                    <a:pt x="391014" y="5878915"/>
                  </a:lnTo>
                  <a:lnTo>
                    <a:pt x="391108" y="5878915"/>
                  </a:lnTo>
                  <a:lnTo>
                    <a:pt x="391202" y="5878915"/>
                  </a:lnTo>
                  <a:lnTo>
                    <a:pt x="391296" y="5878915"/>
                  </a:lnTo>
                  <a:lnTo>
                    <a:pt x="391578" y="5878915"/>
                  </a:lnTo>
                  <a:lnTo>
                    <a:pt x="391861" y="5878915"/>
                  </a:lnTo>
                  <a:lnTo>
                    <a:pt x="391955" y="5878915"/>
                  </a:lnTo>
                  <a:lnTo>
                    <a:pt x="392049" y="5878915"/>
                  </a:lnTo>
                  <a:lnTo>
                    <a:pt x="392238" y="5878915"/>
                  </a:lnTo>
                  <a:lnTo>
                    <a:pt x="392520" y="5878915"/>
                  </a:lnTo>
                  <a:lnTo>
                    <a:pt x="392802" y="5878915"/>
                  </a:lnTo>
                  <a:lnTo>
                    <a:pt x="393085" y="5878915"/>
                  </a:lnTo>
                  <a:lnTo>
                    <a:pt x="393273" y="5878915"/>
                  </a:lnTo>
                  <a:lnTo>
                    <a:pt x="393367" y="5878915"/>
                  </a:lnTo>
                  <a:lnTo>
                    <a:pt x="393461" y="5878915"/>
                  </a:lnTo>
                  <a:lnTo>
                    <a:pt x="393650" y="5878915"/>
                  </a:lnTo>
                  <a:lnTo>
                    <a:pt x="393744" y="5878915"/>
                  </a:lnTo>
                  <a:lnTo>
                    <a:pt x="393838" y="5878915"/>
                  </a:lnTo>
                  <a:lnTo>
                    <a:pt x="394026" y="5878915"/>
                  </a:lnTo>
                  <a:lnTo>
                    <a:pt x="394215" y="5878915"/>
                  </a:lnTo>
                  <a:lnTo>
                    <a:pt x="394685" y="5878915"/>
                  </a:lnTo>
                  <a:lnTo>
                    <a:pt x="394780" y="5878915"/>
                  </a:lnTo>
                  <a:lnTo>
                    <a:pt x="394874" y="5878915"/>
                  </a:lnTo>
                  <a:lnTo>
                    <a:pt x="394968" y="5878915"/>
                  </a:lnTo>
                  <a:lnTo>
                    <a:pt x="395062" y="5878915"/>
                  </a:lnTo>
                  <a:lnTo>
                    <a:pt x="395250" y="5878915"/>
                  </a:lnTo>
                  <a:lnTo>
                    <a:pt x="395345" y="5878915"/>
                  </a:lnTo>
                  <a:lnTo>
                    <a:pt x="395533" y="5878915"/>
                  </a:lnTo>
                  <a:lnTo>
                    <a:pt x="395721" y="5878915"/>
                  </a:lnTo>
                  <a:lnTo>
                    <a:pt x="395815" y="5878915"/>
                  </a:lnTo>
                  <a:lnTo>
                    <a:pt x="395909" y="5878915"/>
                  </a:lnTo>
                  <a:lnTo>
                    <a:pt x="396098" y="5878915"/>
                  </a:lnTo>
                  <a:lnTo>
                    <a:pt x="396192" y="5878915"/>
                  </a:lnTo>
                  <a:lnTo>
                    <a:pt x="396380" y="5878915"/>
                  </a:lnTo>
                  <a:lnTo>
                    <a:pt x="396474" y="5878915"/>
                  </a:lnTo>
                  <a:lnTo>
                    <a:pt x="396569" y="5878915"/>
                  </a:lnTo>
                  <a:lnTo>
                    <a:pt x="396663" y="5878915"/>
                  </a:lnTo>
                  <a:lnTo>
                    <a:pt x="396757" y="5878915"/>
                  </a:lnTo>
                  <a:lnTo>
                    <a:pt x="396851" y="5878915"/>
                  </a:lnTo>
                  <a:lnTo>
                    <a:pt x="396945" y="5878915"/>
                  </a:lnTo>
                  <a:lnTo>
                    <a:pt x="397039" y="5878915"/>
                  </a:lnTo>
                  <a:lnTo>
                    <a:pt x="397039" y="5874004"/>
                  </a:lnTo>
                  <a:lnTo>
                    <a:pt x="397228" y="5874004"/>
                  </a:lnTo>
                  <a:lnTo>
                    <a:pt x="397322" y="5874004"/>
                  </a:lnTo>
                  <a:lnTo>
                    <a:pt x="397416" y="5874004"/>
                  </a:lnTo>
                  <a:lnTo>
                    <a:pt x="397510" y="5874004"/>
                  </a:lnTo>
                  <a:lnTo>
                    <a:pt x="397698" y="5874004"/>
                  </a:lnTo>
                  <a:lnTo>
                    <a:pt x="397792" y="5874004"/>
                  </a:lnTo>
                  <a:lnTo>
                    <a:pt x="398075" y="5874004"/>
                  </a:lnTo>
                  <a:lnTo>
                    <a:pt x="398169" y="5874004"/>
                  </a:lnTo>
                  <a:lnTo>
                    <a:pt x="398263" y="5874004"/>
                  </a:lnTo>
                  <a:lnTo>
                    <a:pt x="398734" y="5874004"/>
                  </a:lnTo>
                  <a:lnTo>
                    <a:pt x="398828" y="5874004"/>
                  </a:lnTo>
                  <a:lnTo>
                    <a:pt x="399016" y="5874004"/>
                  </a:lnTo>
                  <a:lnTo>
                    <a:pt x="399205" y="5874004"/>
                  </a:lnTo>
                  <a:lnTo>
                    <a:pt x="399299" y="5874004"/>
                  </a:lnTo>
                  <a:lnTo>
                    <a:pt x="399393" y="5874004"/>
                  </a:lnTo>
                  <a:lnTo>
                    <a:pt x="399487" y="5874004"/>
                  </a:lnTo>
                  <a:lnTo>
                    <a:pt x="399676" y="5874004"/>
                  </a:lnTo>
                  <a:lnTo>
                    <a:pt x="399770" y="5874004"/>
                  </a:lnTo>
                  <a:lnTo>
                    <a:pt x="399864" y="5874004"/>
                  </a:lnTo>
                  <a:lnTo>
                    <a:pt x="399958" y="5874004"/>
                  </a:lnTo>
                  <a:lnTo>
                    <a:pt x="400052" y="5874004"/>
                  </a:lnTo>
                  <a:lnTo>
                    <a:pt x="400146" y="5874004"/>
                  </a:lnTo>
                  <a:lnTo>
                    <a:pt x="400335" y="5874004"/>
                  </a:lnTo>
                  <a:lnTo>
                    <a:pt x="400335" y="5869093"/>
                  </a:lnTo>
                  <a:lnTo>
                    <a:pt x="400429" y="5869093"/>
                  </a:lnTo>
                  <a:lnTo>
                    <a:pt x="400617" y="5869093"/>
                  </a:lnTo>
                  <a:lnTo>
                    <a:pt x="400617" y="5864181"/>
                  </a:lnTo>
                  <a:lnTo>
                    <a:pt x="400711" y="5864181"/>
                  </a:lnTo>
                  <a:lnTo>
                    <a:pt x="400805" y="5864181"/>
                  </a:lnTo>
                  <a:lnTo>
                    <a:pt x="401088" y="5864181"/>
                  </a:lnTo>
                  <a:lnTo>
                    <a:pt x="401182" y="5864181"/>
                  </a:lnTo>
                  <a:lnTo>
                    <a:pt x="401276" y="5864181"/>
                  </a:lnTo>
                  <a:lnTo>
                    <a:pt x="401559" y="5864181"/>
                  </a:lnTo>
                  <a:lnTo>
                    <a:pt x="401841" y="5864181"/>
                  </a:lnTo>
                  <a:lnTo>
                    <a:pt x="401935" y="5864181"/>
                  </a:lnTo>
                  <a:lnTo>
                    <a:pt x="402218" y="5864181"/>
                  </a:lnTo>
                  <a:lnTo>
                    <a:pt x="402312" y="5864181"/>
                  </a:lnTo>
                  <a:lnTo>
                    <a:pt x="402783" y="5864181"/>
                  </a:lnTo>
                  <a:lnTo>
                    <a:pt x="402877" y="5864181"/>
                  </a:lnTo>
                  <a:lnTo>
                    <a:pt x="403065" y="5864181"/>
                  </a:lnTo>
                  <a:lnTo>
                    <a:pt x="403159" y="5864181"/>
                  </a:lnTo>
                  <a:lnTo>
                    <a:pt x="403253" y="5864181"/>
                  </a:lnTo>
                  <a:lnTo>
                    <a:pt x="403347" y="5864181"/>
                  </a:lnTo>
                  <a:lnTo>
                    <a:pt x="403442" y="5864181"/>
                  </a:lnTo>
                  <a:lnTo>
                    <a:pt x="403536" y="5864181"/>
                  </a:lnTo>
                  <a:lnTo>
                    <a:pt x="403630" y="5864181"/>
                  </a:lnTo>
                  <a:lnTo>
                    <a:pt x="403818" y="5864181"/>
                  </a:lnTo>
                  <a:lnTo>
                    <a:pt x="403912" y="5864181"/>
                  </a:lnTo>
                  <a:lnTo>
                    <a:pt x="403912" y="5859270"/>
                  </a:lnTo>
                  <a:lnTo>
                    <a:pt x="404007" y="5859270"/>
                  </a:lnTo>
                  <a:lnTo>
                    <a:pt x="404101" y="5859270"/>
                  </a:lnTo>
                  <a:lnTo>
                    <a:pt x="404195" y="5859270"/>
                  </a:lnTo>
                  <a:lnTo>
                    <a:pt x="404289" y="5859270"/>
                  </a:lnTo>
                  <a:lnTo>
                    <a:pt x="404383" y="5859270"/>
                  </a:lnTo>
                  <a:lnTo>
                    <a:pt x="404571" y="5859270"/>
                  </a:lnTo>
                  <a:lnTo>
                    <a:pt x="404854" y="5859270"/>
                  </a:lnTo>
                  <a:lnTo>
                    <a:pt x="405231" y="5859270"/>
                  </a:lnTo>
                  <a:lnTo>
                    <a:pt x="405419" y="5859270"/>
                  </a:lnTo>
                  <a:lnTo>
                    <a:pt x="405795" y="5859270"/>
                  </a:lnTo>
                  <a:lnTo>
                    <a:pt x="405890" y="5859270"/>
                  </a:lnTo>
                  <a:lnTo>
                    <a:pt x="406172" y="5859270"/>
                  </a:lnTo>
                  <a:lnTo>
                    <a:pt x="406455" y="5859270"/>
                  </a:lnTo>
                  <a:lnTo>
                    <a:pt x="406549" y="5859270"/>
                  </a:lnTo>
                  <a:lnTo>
                    <a:pt x="406831" y="5859270"/>
                  </a:lnTo>
                  <a:lnTo>
                    <a:pt x="406925" y="5859270"/>
                  </a:lnTo>
                  <a:lnTo>
                    <a:pt x="407019" y="5859270"/>
                  </a:lnTo>
                  <a:lnTo>
                    <a:pt x="407114" y="5859270"/>
                  </a:lnTo>
                  <a:lnTo>
                    <a:pt x="407208" y="5859270"/>
                  </a:lnTo>
                  <a:lnTo>
                    <a:pt x="407302" y="5859270"/>
                  </a:lnTo>
                  <a:lnTo>
                    <a:pt x="407961" y="5859270"/>
                  </a:lnTo>
                  <a:lnTo>
                    <a:pt x="408243" y="5859270"/>
                  </a:lnTo>
                  <a:lnTo>
                    <a:pt x="408432" y="5859270"/>
                  </a:lnTo>
                  <a:lnTo>
                    <a:pt x="408620" y="5859270"/>
                  </a:lnTo>
                  <a:lnTo>
                    <a:pt x="408808" y="5859270"/>
                  </a:lnTo>
                  <a:lnTo>
                    <a:pt x="408902" y="5859270"/>
                  </a:lnTo>
                  <a:lnTo>
                    <a:pt x="409091" y="5859270"/>
                  </a:lnTo>
                  <a:lnTo>
                    <a:pt x="409185" y="5859270"/>
                  </a:lnTo>
                  <a:lnTo>
                    <a:pt x="409279" y="5859270"/>
                  </a:lnTo>
                  <a:lnTo>
                    <a:pt x="409373" y="5859270"/>
                  </a:lnTo>
                  <a:lnTo>
                    <a:pt x="409656" y="5859270"/>
                  </a:lnTo>
                  <a:lnTo>
                    <a:pt x="410032" y="5859270"/>
                  </a:lnTo>
                  <a:lnTo>
                    <a:pt x="410126" y="5859270"/>
                  </a:lnTo>
                  <a:lnTo>
                    <a:pt x="410221" y="5859270"/>
                  </a:lnTo>
                  <a:lnTo>
                    <a:pt x="410315" y="5859270"/>
                  </a:lnTo>
                  <a:lnTo>
                    <a:pt x="410597" y="5859270"/>
                  </a:lnTo>
                  <a:lnTo>
                    <a:pt x="410786" y="5859270"/>
                  </a:lnTo>
                  <a:lnTo>
                    <a:pt x="410880" y="5859270"/>
                  </a:lnTo>
                  <a:lnTo>
                    <a:pt x="411068" y="5859270"/>
                  </a:lnTo>
                  <a:lnTo>
                    <a:pt x="411162" y="5859270"/>
                  </a:lnTo>
                  <a:lnTo>
                    <a:pt x="411256" y="5859270"/>
                  </a:lnTo>
                  <a:lnTo>
                    <a:pt x="411256" y="5854358"/>
                  </a:lnTo>
                  <a:lnTo>
                    <a:pt x="411350" y="5854358"/>
                  </a:lnTo>
                  <a:lnTo>
                    <a:pt x="411539" y="5854358"/>
                  </a:lnTo>
                  <a:lnTo>
                    <a:pt x="411727" y="5854358"/>
                  </a:lnTo>
                  <a:lnTo>
                    <a:pt x="411821" y="5854358"/>
                  </a:lnTo>
                  <a:lnTo>
                    <a:pt x="412009" y="5854358"/>
                  </a:lnTo>
                  <a:lnTo>
                    <a:pt x="412104" y="5854358"/>
                  </a:lnTo>
                  <a:lnTo>
                    <a:pt x="412104" y="5849447"/>
                  </a:lnTo>
                  <a:lnTo>
                    <a:pt x="412386" y="5849447"/>
                  </a:lnTo>
                  <a:lnTo>
                    <a:pt x="412763" y="5849447"/>
                  </a:lnTo>
                  <a:lnTo>
                    <a:pt x="412951" y="5849447"/>
                  </a:lnTo>
                  <a:lnTo>
                    <a:pt x="413139" y="5849447"/>
                  </a:lnTo>
                  <a:lnTo>
                    <a:pt x="413422" y="5849447"/>
                  </a:lnTo>
                  <a:lnTo>
                    <a:pt x="413516" y="5849447"/>
                  </a:lnTo>
                  <a:lnTo>
                    <a:pt x="413610" y="5849447"/>
                  </a:lnTo>
                  <a:lnTo>
                    <a:pt x="413704" y="5849447"/>
                  </a:lnTo>
                  <a:lnTo>
                    <a:pt x="413893" y="5849447"/>
                  </a:lnTo>
                  <a:lnTo>
                    <a:pt x="413987" y="5849447"/>
                  </a:lnTo>
                  <a:lnTo>
                    <a:pt x="414175" y="5849447"/>
                  </a:lnTo>
                  <a:lnTo>
                    <a:pt x="414363" y="5849447"/>
                  </a:lnTo>
                  <a:lnTo>
                    <a:pt x="414740" y="5849447"/>
                  </a:lnTo>
                  <a:lnTo>
                    <a:pt x="414834" y="5849447"/>
                  </a:lnTo>
                  <a:lnTo>
                    <a:pt x="415022" y="5844536"/>
                  </a:lnTo>
                  <a:lnTo>
                    <a:pt x="415117" y="5844536"/>
                  </a:lnTo>
                  <a:lnTo>
                    <a:pt x="415211" y="5839624"/>
                  </a:lnTo>
                  <a:lnTo>
                    <a:pt x="415399" y="5839624"/>
                  </a:lnTo>
                  <a:lnTo>
                    <a:pt x="415776" y="5839624"/>
                  </a:lnTo>
                  <a:lnTo>
                    <a:pt x="416152" y="5839624"/>
                  </a:lnTo>
                  <a:lnTo>
                    <a:pt x="416340" y="5839624"/>
                  </a:lnTo>
                  <a:lnTo>
                    <a:pt x="416435" y="5839624"/>
                  </a:lnTo>
                  <a:lnTo>
                    <a:pt x="416717" y="5839624"/>
                  </a:lnTo>
                  <a:lnTo>
                    <a:pt x="417000" y="5839624"/>
                  </a:lnTo>
                  <a:lnTo>
                    <a:pt x="417282" y="5839624"/>
                  </a:lnTo>
                  <a:lnTo>
                    <a:pt x="417470" y="5839624"/>
                  </a:lnTo>
                  <a:lnTo>
                    <a:pt x="417753" y="5839624"/>
                  </a:lnTo>
                  <a:lnTo>
                    <a:pt x="417847" y="5839624"/>
                  </a:lnTo>
                  <a:lnTo>
                    <a:pt x="417941" y="5839624"/>
                  </a:lnTo>
                  <a:lnTo>
                    <a:pt x="418224" y="5839624"/>
                  </a:lnTo>
                  <a:lnTo>
                    <a:pt x="418412" y="5839624"/>
                  </a:lnTo>
                  <a:lnTo>
                    <a:pt x="418506" y="5839624"/>
                  </a:lnTo>
                  <a:lnTo>
                    <a:pt x="418883" y="5839624"/>
                  </a:lnTo>
                  <a:lnTo>
                    <a:pt x="419071" y="5839624"/>
                  </a:lnTo>
                  <a:lnTo>
                    <a:pt x="419259" y="5839624"/>
                  </a:lnTo>
                  <a:lnTo>
                    <a:pt x="419448" y="5839624"/>
                  </a:lnTo>
                  <a:lnTo>
                    <a:pt x="419636" y="5839624"/>
                  </a:lnTo>
                  <a:lnTo>
                    <a:pt x="419730" y="5839624"/>
                  </a:lnTo>
                  <a:lnTo>
                    <a:pt x="419824" y="5839624"/>
                  </a:lnTo>
                  <a:lnTo>
                    <a:pt x="420107" y="5839624"/>
                  </a:lnTo>
                  <a:lnTo>
                    <a:pt x="420483" y="5839624"/>
                  </a:lnTo>
                  <a:lnTo>
                    <a:pt x="420577" y="5839624"/>
                  </a:lnTo>
                  <a:lnTo>
                    <a:pt x="420954" y="5839624"/>
                  </a:lnTo>
                  <a:lnTo>
                    <a:pt x="421048" y="5839624"/>
                  </a:lnTo>
                  <a:lnTo>
                    <a:pt x="421142" y="5839624"/>
                  </a:lnTo>
                  <a:lnTo>
                    <a:pt x="421425" y="5839624"/>
                  </a:lnTo>
                  <a:lnTo>
                    <a:pt x="421519" y="5839624"/>
                  </a:lnTo>
                  <a:lnTo>
                    <a:pt x="421707" y="5839624"/>
                  </a:lnTo>
                  <a:lnTo>
                    <a:pt x="421895" y="5839624"/>
                  </a:lnTo>
                  <a:lnTo>
                    <a:pt x="422649" y="5839624"/>
                  </a:lnTo>
                  <a:lnTo>
                    <a:pt x="422743" y="5839624"/>
                  </a:lnTo>
                  <a:lnTo>
                    <a:pt x="423025" y="5839624"/>
                  </a:lnTo>
                  <a:lnTo>
                    <a:pt x="423119" y="5839624"/>
                  </a:lnTo>
                  <a:lnTo>
                    <a:pt x="423214" y="5839624"/>
                  </a:lnTo>
                  <a:lnTo>
                    <a:pt x="423308" y="5839624"/>
                  </a:lnTo>
                  <a:lnTo>
                    <a:pt x="423402" y="5839624"/>
                  </a:lnTo>
                  <a:lnTo>
                    <a:pt x="423496" y="5839624"/>
                  </a:lnTo>
                  <a:lnTo>
                    <a:pt x="423684" y="5839624"/>
                  </a:lnTo>
                  <a:lnTo>
                    <a:pt x="423873" y="5839624"/>
                  </a:lnTo>
                  <a:lnTo>
                    <a:pt x="424155" y="5839624"/>
                  </a:lnTo>
                  <a:lnTo>
                    <a:pt x="424249" y="5839624"/>
                  </a:lnTo>
                  <a:lnTo>
                    <a:pt x="424532" y="5839624"/>
                  </a:lnTo>
                  <a:lnTo>
                    <a:pt x="424814" y="5839624"/>
                  </a:lnTo>
                  <a:lnTo>
                    <a:pt x="425002" y="5839624"/>
                  </a:lnTo>
                  <a:lnTo>
                    <a:pt x="425379" y="5839624"/>
                  </a:lnTo>
                  <a:lnTo>
                    <a:pt x="425662" y="5839624"/>
                  </a:lnTo>
                  <a:lnTo>
                    <a:pt x="425756" y="5839624"/>
                  </a:lnTo>
                  <a:lnTo>
                    <a:pt x="425850" y="5839624"/>
                  </a:lnTo>
                  <a:lnTo>
                    <a:pt x="425944" y="5839624"/>
                  </a:lnTo>
                  <a:lnTo>
                    <a:pt x="426226" y="5839624"/>
                  </a:lnTo>
                  <a:lnTo>
                    <a:pt x="426321" y="5839624"/>
                  </a:lnTo>
                  <a:lnTo>
                    <a:pt x="426415" y="5839624"/>
                  </a:lnTo>
                  <a:lnTo>
                    <a:pt x="426509" y="5839624"/>
                  </a:lnTo>
                  <a:lnTo>
                    <a:pt x="426603" y="5839624"/>
                  </a:lnTo>
                  <a:lnTo>
                    <a:pt x="426980" y="5839624"/>
                  </a:lnTo>
                  <a:lnTo>
                    <a:pt x="427074" y="5839624"/>
                  </a:lnTo>
                  <a:lnTo>
                    <a:pt x="427262" y="5839624"/>
                  </a:lnTo>
                  <a:lnTo>
                    <a:pt x="427356" y="5839624"/>
                  </a:lnTo>
                  <a:lnTo>
                    <a:pt x="427545" y="5839624"/>
                  </a:lnTo>
                  <a:lnTo>
                    <a:pt x="427639" y="5839624"/>
                  </a:lnTo>
                  <a:lnTo>
                    <a:pt x="428204" y="5839624"/>
                  </a:lnTo>
                  <a:lnTo>
                    <a:pt x="428674" y="5839624"/>
                  </a:lnTo>
                  <a:lnTo>
                    <a:pt x="428674" y="5834713"/>
                  </a:lnTo>
                  <a:lnTo>
                    <a:pt x="428769" y="5834713"/>
                  </a:lnTo>
                  <a:lnTo>
                    <a:pt x="428957" y="5834713"/>
                  </a:lnTo>
                  <a:lnTo>
                    <a:pt x="429428" y="5834713"/>
                  </a:lnTo>
                  <a:lnTo>
                    <a:pt x="429616" y="5834713"/>
                  </a:lnTo>
                  <a:lnTo>
                    <a:pt x="429710" y="5834713"/>
                  </a:lnTo>
                  <a:lnTo>
                    <a:pt x="429898" y="5834713"/>
                  </a:lnTo>
                  <a:lnTo>
                    <a:pt x="429993" y="5834713"/>
                  </a:lnTo>
                  <a:lnTo>
                    <a:pt x="430181" y="5834713"/>
                  </a:lnTo>
                  <a:lnTo>
                    <a:pt x="430275" y="5834713"/>
                  </a:lnTo>
                  <a:lnTo>
                    <a:pt x="430463" y="5834713"/>
                  </a:lnTo>
                  <a:lnTo>
                    <a:pt x="430557" y="5829802"/>
                  </a:lnTo>
                  <a:lnTo>
                    <a:pt x="430840" y="5829802"/>
                  </a:lnTo>
                  <a:lnTo>
                    <a:pt x="430934" y="5829802"/>
                  </a:lnTo>
                  <a:lnTo>
                    <a:pt x="431122" y="5829802"/>
                  </a:lnTo>
                  <a:lnTo>
                    <a:pt x="431217" y="5829802"/>
                  </a:lnTo>
                  <a:lnTo>
                    <a:pt x="431781" y="5829802"/>
                  </a:lnTo>
                  <a:lnTo>
                    <a:pt x="431876" y="5829802"/>
                  </a:lnTo>
                  <a:lnTo>
                    <a:pt x="432158" y="5829802"/>
                  </a:lnTo>
                  <a:lnTo>
                    <a:pt x="432252" y="5829802"/>
                  </a:lnTo>
                  <a:lnTo>
                    <a:pt x="432346" y="5829802"/>
                  </a:lnTo>
                  <a:lnTo>
                    <a:pt x="432441" y="5829802"/>
                  </a:lnTo>
                  <a:lnTo>
                    <a:pt x="432535" y="5829802"/>
                  </a:lnTo>
                  <a:lnTo>
                    <a:pt x="432629" y="5829802"/>
                  </a:lnTo>
                  <a:lnTo>
                    <a:pt x="432723" y="5829802"/>
                  </a:lnTo>
                  <a:lnTo>
                    <a:pt x="432911" y="5829802"/>
                  </a:lnTo>
                  <a:lnTo>
                    <a:pt x="433005" y="5829802"/>
                  </a:lnTo>
                  <a:lnTo>
                    <a:pt x="433382" y="5829802"/>
                  </a:lnTo>
                  <a:lnTo>
                    <a:pt x="433476" y="5829802"/>
                  </a:lnTo>
                  <a:lnTo>
                    <a:pt x="433664" y="5824890"/>
                  </a:lnTo>
                  <a:lnTo>
                    <a:pt x="433759" y="5824890"/>
                  </a:lnTo>
                  <a:lnTo>
                    <a:pt x="433853" y="5824890"/>
                  </a:lnTo>
                  <a:lnTo>
                    <a:pt x="433947" y="5824890"/>
                  </a:lnTo>
                  <a:lnTo>
                    <a:pt x="434041" y="5824890"/>
                  </a:lnTo>
                  <a:lnTo>
                    <a:pt x="434229" y="5824890"/>
                  </a:lnTo>
                  <a:lnTo>
                    <a:pt x="434324" y="5824890"/>
                  </a:lnTo>
                  <a:lnTo>
                    <a:pt x="434700" y="5824890"/>
                  </a:lnTo>
                  <a:lnTo>
                    <a:pt x="434794" y="5824890"/>
                  </a:lnTo>
                  <a:lnTo>
                    <a:pt x="434888" y="5824890"/>
                  </a:lnTo>
                  <a:lnTo>
                    <a:pt x="434983" y="5824890"/>
                  </a:lnTo>
                  <a:lnTo>
                    <a:pt x="435077" y="5824890"/>
                  </a:lnTo>
                  <a:lnTo>
                    <a:pt x="435171" y="5824890"/>
                  </a:lnTo>
                  <a:lnTo>
                    <a:pt x="435265" y="5824890"/>
                  </a:lnTo>
                  <a:lnTo>
                    <a:pt x="435359" y="5819979"/>
                  </a:lnTo>
                  <a:lnTo>
                    <a:pt x="435736" y="5819979"/>
                  </a:lnTo>
                  <a:lnTo>
                    <a:pt x="436112" y="5819979"/>
                  </a:lnTo>
                  <a:lnTo>
                    <a:pt x="436301" y="5819979"/>
                  </a:lnTo>
                  <a:lnTo>
                    <a:pt x="436395" y="5819979"/>
                  </a:lnTo>
                  <a:lnTo>
                    <a:pt x="436489" y="5819979"/>
                  </a:lnTo>
                  <a:lnTo>
                    <a:pt x="436583" y="5819979"/>
                  </a:lnTo>
                  <a:lnTo>
                    <a:pt x="436677" y="5819979"/>
                  </a:lnTo>
                  <a:lnTo>
                    <a:pt x="436677" y="5815067"/>
                  </a:lnTo>
                  <a:lnTo>
                    <a:pt x="436866" y="5815067"/>
                  </a:lnTo>
                  <a:lnTo>
                    <a:pt x="437054" y="5815067"/>
                  </a:lnTo>
                  <a:lnTo>
                    <a:pt x="437713" y="5815067"/>
                  </a:lnTo>
                  <a:lnTo>
                    <a:pt x="437807" y="5815067"/>
                  </a:lnTo>
                  <a:lnTo>
                    <a:pt x="437901" y="5815067"/>
                  </a:lnTo>
                  <a:lnTo>
                    <a:pt x="438090" y="5815067"/>
                  </a:lnTo>
                  <a:lnTo>
                    <a:pt x="438278" y="5815067"/>
                  </a:lnTo>
                  <a:lnTo>
                    <a:pt x="438372" y="5815067"/>
                  </a:lnTo>
                  <a:lnTo>
                    <a:pt x="438560" y="5810156"/>
                  </a:lnTo>
                  <a:lnTo>
                    <a:pt x="438937" y="5810156"/>
                  </a:lnTo>
                  <a:lnTo>
                    <a:pt x="439031" y="5810156"/>
                  </a:lnTo>
                  <a:lnTo>
                    <a:pt x="439219" y="5810156"/>
                  </a:lnTo>
                  <a:lnTo>
                    <a:pt x="439408" y="5810156"/>
                  </a:lnTo>
                  <a:lnTo>
                    <a:pt x="439596" y="5810156"/>
                  </a:lnTo>
                  <a:lnTo>
                    <a:pt x="439690" y="5810156"/>
                  </a:lnTo>
                  <a:lnTo>
                    <a:pt x="439784" y="5810156"/>
                  </a:lnTo>
                  <a:lnTo>
                    <a:pt x="439879" y="5810156"/>
                  </a:lnTo>
                  <a:lnTo>
                    <a:pt x="439973" y="5810156"/>
                  </a:lnTo>
                  <a:lnTo>
                    <a:pt x="440161" y="5810156"/>
                  </a:lnTo>
                  <a:lnTo>
                    <a:pt x="440443" y="5810156"/>
                  </a:lnTo>
                  <a:lnTo>
                    <a:pt x="440726" y="5810156"/>
                  </a:lnTo>
                  <a:lnTo>
                    <a:pt x="440820" y="5810156"/>
                  </a:lnTo>
                  <a:lnTo>
                    <a:pt x="441008" y="5810156"/>
                  </a:lnTo>
                  <a:lnTo>
                    <a:pt x="441103" y="5810156"/>
                  </a:lnTo>
                  <a:lnTo>
                    <a:pt x="441197" y="5810156"/>
                  </a:lnTo>
                  <a:lnTo>
                    <a:pt x="441385" y="5810156"/>
                  </a:lnTo>
                  <a:lnTo>
                    <a:pt x="441479" y="5810156"/>
                  </a:lnTo>
                  <a:lnTo>
                    <a:pt x="441573" y="5805245"/>
                  </a:lnTo>
                  <a:lnTo>
                    <a:pt x="441667" y="5805245"/>
                  </a:lnTo>
                  <a:lnTo>
                    <a:pt x="441856" y="5805245"/>
                  </a:lnTo>
                  <a:lnTo>
                    <a:pt x="442044" y="5805245"/>
                  </a:lnTo>
                  <a:lnTo>
                    <a:pt x="442232" y="5805245"/>
                  </a:lnTo>
                  <a:lnTo>
                    <a:pt x="442326" y="5805245"/>
                  </a:lnTo>
                  <a:lnTo>
                    <a:pt x="442421" y="5805245"/>
                  </a:lnTo>
                  <a:lnTo>
                    <a:pt x="442703" y="5805245"/>
                  </a:lnTo>
                  <a:lnTo>
                    <a:pt x="442797" y="5805245"/>
                  </a:lnTo>
                  <a:lnTo>
                    <a:pt x="442986" y="5805245"/>
                  </a:lnTo>
                  <a:lnTo>
                    <a:pt x="443080" y="5805245"/>
                  </a:lnTo>
                  <a:lnTo>
                    <a:pt x="443456" y="5805245"/>
                  </a:lnTo>
                  <a:lnTo>
                    <a:pt x="443645" y="5805245"/>
                  </a:lnTo>
                  <a:lnTo>
                    <a:pt x="443833" y="5805245"/>
                  </a:lnTo>
                  <a:lnTo>
                    <a:pt x="443927" y="5805245"/>
                  </a:lnTo>
                  <a:lnTo>
                    <a:pt x="444210" y="5805245"/>
                  </a:lnTo>
                  <a:lnTo>
                    <a:pt x="444398" y="5805245"/>
                  </a:lnTo>
                  <a:lnTo>
                    <a:pt x="444492" y="5805245"/>
                  </a:lnTo>
                  <a:lnTo>
                    <a:pt x="444586" y="5805245"/>
                  </a:lnTo>
                  <a:lnTo>
                    <a:pt x="444680" y="5805245"/>
                  </a:lnTo>
                  <a:lnTo>
                    <a:pt x="444869" y="5805245"/>
                  </a:lnTo>
                  <a:lnTo>
                    <a:pt x="444963" y="5805245"/>
                  </a:lnTo>
                  <a:lnTo>
                    <a:pt x="445057" y="5805245"/>
                  </a:lnTo>
                  <a:lnTo>
                    <a:pt x="445245" y="5805245"/>
                  </a:lnTo>
                  <a:lnTo>
                    <a:pt x="445434" y="5805245"/>
                  </a:lnTo>
                  <a:lnTo>
                    <a:pt x="445528" y="5805245"/>
                  </a:lnTo>
                  <a:lnTo>
                    <a:pt x="445622" y="5805245"/>
                  </a:lnTo>
                  <a:lnTo>
                    <a:pt x="445904" y="5800333"/>
                  </a:lnTo>
                  <a:lnTo>
                    <a:pt x="446281" y="5800333"/>
                  </a:lnTo>
                  <a:lnTo>
                    <a:pt x="446375" y="5800333"/>
                  </a:lnTo>
                  <a:lnTo>
                    <a:pt x="446469" y="5800333"/>
                  </a:lnTo>
                  <a:lnTo>
                    <a:pt x="447034" y="5800333"/>
                  </a:lnTo>
                  <a:lnTo>
                    <a:pt x="447128" y="5800333"/>
                  </a:lnTo>
                  <a:lnTo>
                    <a:pt x="447317" y="5800333"/>
                  </a:lnTo>
                  <a:lnTo>
                    <a:pt x="447976" y="5800333"/>
                  </a:lnTo>
                  <a:lnTo>
                    <a:pt x="448070" y="5800333"/>
                  </a:lnTo>
                  <a:lnTo>
                    <a:pt x="448164" y="5800333"/>
                  </a:lnTo>
                  <a:lnTo>
                    <a:pt x="448352" y="5800333"/>
                  </a:lnTo>
                  <a:lnTo>
                    <a:pt x="448446" y="5800333"/>
                  </a:lnTo>
                  <a:lnTo>
                    <a:pt x="448541" y="5800333"/>
                  </a:lnTo>
                  <a:lnTo>
                    <a:pt x="449200" y="5800333"/>
                  </a:lnTo>
                  <a:lnTo>
                    <a:pt x="449294" y="5800333"/>
                  </a:lnTo>
                  <a:lnTo>
                    <a:pt x="449388" y="5800333"/>
                  </a:lnTo>
                  <a:lnTo>
                    <a:pt x="449482" y="5800333"/>
                  </a:lnTo>
                  <a:lnTo>
                    <a:pt x="449576" y="5800333"/>
                  </a:lnTo>
                  <a:lnTo>
                    <a:pt x="449670" y="5800333"/>
                  </a:lnTo>
                  <a:lnTo>
                    <a:pt x="450329" y="5795422"/>
                  </a:lnTo>
                  <a:lnTo>
                    <a:pt x="450424" y="5790511"/>
                  </a:lnTo>
                  <a:lnTo>
                    <a:pt x="450706" y="5790511"/>
                  </a:lnTo>
                  <a:lnTo>
                    <a:pt x="450800" y="5790511"/>
                  </a:lnTo>
                  <a:lnTo>
                    <a:pt x="451177" y="5790511"/>
                  </a:lnTo>
                  <a:lnTo>
                    <a:pt x="451365" y="5790511"/>
                  </a:lnTo>
                  <a:lnTo>
                    <a:pt x="451459" y="5790511"/>
                  </a:lnTo>
                  <a:lnTo>
                    <a:pt x="451648" y="5790511"/>
                  </a:lnTo>
                  <a:lnTo>
                    <a:pt x="451836" y="5790511"/>
                  </a:lnTo>
                  <a:lnTo>
                    <a:pt x="451930" y="5790511"/>
                  </a:lnTo>
                  <a:lnTo>
                    <a:pt x="452024" y="5790511"/>
                  </a:lnTo>
                  <a:lnTo>
                    <a:pt x="452401" y="5790511"/>
                  </a:lnTo>
                  <a:lnTo>
                    <a:pt x="452495" y="5790511"/>
                  </a:lnTo>
                  <a:lnTo>
                    <a:pt x="452589" y="5790511"/>
                  </a:lnTo>
                  <a:lnTo>
                    <a:pt x="452777" y="5790511"/>
                  </a:lnTo>
                  <a:lnTo>
                    <a:pt x="452966" y="5790511"/>
                  </a:lnTo>
                  <a:lnTo>
                    <a:pt x="453060" y="5790511"/>
                  </a:lnTo>
                  <a:lnTo>
                    <a:pt x="453154" y="5790511"/>
                  </a:lnTo>
                  <a:lnTo>
                    <a:pt x="453342" y="5785599"/>
                  </a:lnTo>
                  <a:lnTo>
                    <a:pt x="453436" y="5785599"/>
                  </a:lnTo>
                  <a:lnTo>
                    <a:pt x="453531" y="5785599"/>
                  </a:lnTo>
                  <a:lnTo>
                    <a:pt x="453625" y="5785599"/>
                  </a:lnTo>
                  <a:lnTo>
                    <a:pt x="453719" y="5785599"/>
                  </a:lnTo>
                  <a:lnTo>
                    <a:pt x="453907" y="5785599"/>
                  </a:lnTo>
                  <a:lnTo>
                    <a:pt x="454001" y="5785599"/>
                  </a:lnTo>
                  <a:lnTo>
                    <a:pt x="454378" y="5785599"/>
                  </a:lnTo>
                  <a:lnTo>
                    <a:pt x="454566" y="5780688"/>
                  </a:lnTo>
                  <a:lnTo>
                    <a:pt x="454660" y="5780688"/>
                  </a:lnTo>
                  <a:lnTo>
                    <a:pt x="454755" y="5780688"/>
                  </a:lnTo>
                  <a:lnTo>
                    <a:pt x="454943" y="5780688"/>
                  </a:lnTo>
                  <a:lnTo>
                    <a:pt x="455037" y="5780688"/>
                  </a:lnTo>
                  <a:lnTo>
                    <a:pt x="455225" y="5780688"/>
                  </a:lnTo>
                  <a:lnTo>
                    <a:pt x="455319" y="5780688"/>
                  </a:lnTo>
                  <a:lnTo>
                    <a:pt x="455696" y="5780688"/>
                  </a:lnTo>
                  <a:lnTo>
                    <a:pt x="455884" y="5780688"/>
                  </a:lnTo>
                  <a:lnTo>
                    <a:pt x="456073" y="5775776"/>
                  </a:lnTo>
                  <a:lnTo>
                    <a:pt x="456167" y="5775776"/>
                  </a:lnTo>
                  <a:lnTo>
                    <a:pt x="456449" y="5775776"/>
                  </a:lnTo>
                  <a:lnTo>
                    <a:pt x="456543" y="5775776"/>
                  </a:lnTo>
                  <a:lnTo>
                    <a:pt x="456543" y="5770865"/>
                  </a:lnTo>
                  <a:lnTo>
                    <a:pt x="456638" y="5770865"/>
                  </a:lnTo>
                  <a:lnTo>
                    <a:pt x="456638" y="5765954"/>
                  </a:lnTo>
                  <a:lnTo>
                    <a:pt x="456826" y="5765954"/>
                  </a:lnTo>
                  <a:lnTo>
                    <a:pt x="456920" y="5765954"/>
                  </a:lnTo>
                  <a:lnTo>
                    <a:pt x="457014" y="5765954"/>
                  </a:lnTo>
                  <a:lnTo>
                    <a:pt x="457108" y="5765954"/>
                  </a:lnTo>
                  <a:lnTo>
                    <a:pt x="457297" y="5765954"/>
                  </a:lnTo>
                  <a:lnTo>
                    <a:pt x="457485" y="5765954"/>
                  </a:lnTo>
                  <a:lnTo>
                    <a:pt x="457673" y="5765954"/>
                  </a:lnTo>
                  <a:lnTo>
                    <a:pt x="457956" y="5765954"/>
                  </a:lnTo>
                  <a:lnTo>
                    <a:pt x="458427" y="5765954"/>
                  </a:lnTo>
                  <a:lnTo>
                    <a:pt x="458709" y="5765954"/>
                  </a:lnTo>
                  <a:lnTo>
                    <a:pt x="458991" y="5765954"/>
                  </a:lnTo>
                  <a:lnTo>
                    <a:pt x="459180" y="5765954"/>
                  </a:lnTo>
                  <a:lnTo>
                    <a:pt x="459462" y="5765954"/>
                  </a:lnTo>
                  <a:lnTo>
                    <a:pt x="459650" y="5765954"/>
                  </a:lnTo>
                  <a:lnTo>
                    <a:pt x="459745" y="5765954"/>
                  </a:lnTo>
                  <a:lnTo>
                    <a:pt x="459839" y="5765954"/>
                  </a:lnTo>
                  <a:lnTo>
                    <a:pt x="459933" y="5765954"/>
                  </a:lnTo>
                  <a:lnTo>
                    <a:pt x="460215" y="5765954"/>
                  </a:lnTo>
                  <a:lnTo>
                    <a:pt x="460310" y="5765954"/>
                  </a:lnTo>
                  <a:lnTo>
                    <a:pt x="460404" y="5765954"/>
                  </a:lnTo>
                  <a:lnTo>
                    <a:pt x="460780" y="5765954"/>
                  </a:lnTo>
                  <a:lnTo>
                    <a:pt x="460874" y="5765954"/>
                  </a:lnTo>
                  <a:lnTo>
                    <a:pt x="460969" y="5765954"/>
                  </a:lnTo>
                  <a:lnTo>
                    <a:pt x="461063" y="5765954"/>
                  </a:lnTo>
                  <a:lnTo>
                    <a:pt x="461439" y="5765954"/>
                  </a:lnTo>
                  <a:lnTo>
                    <a:pt x="461910" y="5765954"/>
                  </a:lnTo>
                  <a:lnTo>
                    <a:pt x="462004" y="5765954"/>
                  </a:lnTo>
                  <a:lnTo>
                    <a:pt x="462098" y="5765954"/>
                  </a:lnTo>
                  <a:lnTo>
                    <a:pt x="462475" y="5765954"/>
                  </a:lnTo>
                  <a:lnTo>
                    <a:pt x="462758" y="5765954"/>
                  </a:lnTo>
                  <a:lnTo>
                    <a:pt x="462852" y="5765954"/>
                  </a:lnTo>
                  <a:lnTo>
                    <a:pt x="463040" y="5765954"/>
                  </a:lnTo>
                  <a:lnTo>
                    <a:pt x="463134" y="5765954"/>
                  </a:lnTo>
                  <a:lnTo>
                    <a:pt x="463417" y="5765954"/>
                  </a:lnTo>
                  <a:lnTo>
                    <a:pt x="463511" y="5765954"/>
                  </a:lnTo>
                  <a:lnTo>
                    <a:pt x="463793" y="5765954"/>
                  </a:lnTo>
                  <a:lnTo>
                    <a:pt x="463981" y="5765954"/>
                  </a:lnTo>
                  <a:lnTo>
                    <a:pt x="464076" y="5765954"/>
                  </a:lnTo>
                  <a:lnTo>
                    <a:pt x="464170" y="5765954"/>
                  </a:lnTo>
                  <a:lnTo>
                    <a:pt x="464829" y="5765954"/>
                  </a:lnTo>
                  <a:lnTo>
                    <a:pt x="464923" y="5765954"/>
                  </a:lnTo>
                  <a:lnTo>
                    <a:pt x="465017" y="5765954"/>
                  </a:lnTo>
                  <a:lnTo>
                    <a:pt x="465205" y="5765954"/>
                  </a:lnTo>
                  <a:lnTo>
                    <a:pt x="465394" y="5765954"/>
                  </a:lnTo>
                  <a:lnTo>
                    <a:pt x="465582" y="5761042"/>
                  </a:lnTo>
                  <a:lnTo>
                    <a:pt x="465676" y="5761042"/>
                  </a:lnTo>
                  <a:lnTo>
                    <a:pt x="465770" y="5761042"/>
                  </a:lnTo>
                  <a:lnTo>
                    <a:pt x="465865" y="5761042"/>
                  </a:lnTo>
                  <a:lnTo>
                    <a:pt x="466241" y="5761042"/>
                  </a:lnTo>
                  <a:lnTo>
                    <a:pt x="466335" y="5761042"/>
                  </a:lnTo>
                  <a:lnTo>
                    <a:pt x="466524" y="5761042"/>
                  </a:lnTo>
                  <a:lnTo>
                    <a:pt x="466712" y="5761042"/>
                  </a:lnTo>
                  <a:lnTo>
                    <a:pt x="466806" y="5761042"/>
                  </a:lnTo>
                  <a:lnTo>
                    <a:pt x="467371" y="5761042"/>
                  </a:lnTo>
                  <a:lnTo>
                    <a:pt x="467559" y="5761042"/>
                  </a:lnTo>
                  <a:lnTo>
                    <a:pt x="467936" y="5761042"/>
                  </a:lnTo>
                  <a:lnTo>
                    <a:pt x="468030" y="5761042"/>
                  </a:lnTo>
                  <a:lnTo>
                    <a:pt x="468312" y="5761042"/>
                  </a:lnTo>
                  <a:lnTo>
                    <a:pt x="468689" y="5761042"/>
                  </a:lnTo>
                  <a:lnTo>
                    <a:pt x="468783" y="5761042"/>
                  </a:lnTo>
                  <a:lnTo>
                    <a:pt x="468877" y="5761042"/>
                  </a:lnTo>
                  <a:lnTo>
                    <a:pt x="469066" y="5761042"/>
                  </a:lnTo>
                  <a:lnTo>
                    <a:pt x="469348" y="5756131"/>
                  </a:lnTo>
                  <a:lnTo>
                    <a:pt x="469442" y="5756131"/>
                  </a:lnTo>
                  <a:lnTo>
                    <a:pt x="469536" y="5756131"/>
                  </a:lnTo>
                  <a:lnTo>
                    <a:pt x="469631" y="5756131"/>
                  </a:lnTo>
                  <a:lnTo>
                    <a:pt x="469725" y="5756131"/>
                  </a:lnTo>
                  <a:lnTo>
                    <a:pt x="470101" y="5756131"/>
                  </a:lnTo>
                  <a:lnTo>
                    <a:pt x="470196" y="5756131"/>
                  </a:lnTo>
                  <a:lnTo>
                    <a:pt x="470290" y="5756131"/>
                  </a:lnTo>
                  <a:lnTo>
                    <a:pt x="470384" y="5756131"/>
                  </a:lnTo>
                  <a:lnTo>
                    <a:pt x="470478" y="5756131"/>
                  </a:lnTo>
                  <a:lnTo>
                    <a:pt x="470760" y="5756131"/>
                  </a:lnTo>
                  <a:lnTo>
                    <a:pt x="470855" y="5756131"/>
                  </a:lnTo>
                  <a:lnTo>
                    <a:pt x="471137" y="5756131"/>
                  </a:lnTo>
                  <a:lnTo>
                    <a:pt x="471325" y="5756131"/>
                  </a:lnTo>
                  <a:lnTo>
                    <a:pt x="471420" y="5756131"/>
                  </a:lnTo>
                  <a:lnTo>
                    <a:pt x="471702" y="5756131"/>
                  </a:lnTo>
                  <a:lnTo>
                    <a:pt x="471796" y="5756131"/>
                  </a:lnTo>
                  <a:lnTo>
                    <a:pt x="471890" y="5756131"/>
                  </a:lnTo>
                  <a:lnTo>
                    <a:pt x="471984" y="5756131"/>
                  </a:lnTo>
                  <a:lnTo>
                    <a:pt x="472079" y="5756131"/>
                  </a:lnTo>
                  <a:lnTo>
                    <a:pt x="472173" y="5756131"/>
                  </a:lnTo>
                  <a:lnTo>
                    <a:pt x="472361" y="5756131"/>
                  </a:lnTo>
                  <a:lnTo>
                    <a:pt x="472643" y="5756131"/>
                  </a:lnTo>
                  <a:lnTo>
                    <a:pt x="472738" y="5756131"/>
                  </a:lnTo>
                  <a:lnTo>
                    <a:pt x="472926" y="5756131"/>
                  </a:lnTo>
                  <a:lnTo>
                    <a:pt x="473020" y="5756131"/>
                  </a:lnTo>
                  <a:lnTo>
                    <a:pt x="473303" y="5756131"/>
                  </a:lnTo>
                  <a:lnTo>
                    <a:pt x="473491" y="5756131"/>
                  </a:lnTo>
                  <a:lnTo>
                    <a:pt x="473679" y="5756131"/>
                  </a:lnTo>
                  <a:lnTo>
                    <a:pt x="473867" y="5756131"/>
                  </a:lnTo>
                  <a:lnTo>
                    <a:pt x="474150" y="5756131"/>
                  </a:lnTo>
                  <a:lnTo>
                    <a:pt x="474432" y="5756131"/>
                  </a:lnTo>
                  <a:lnTo>
                    <a:pt x="474527" y="5756131"/>
                  </a:lnTo>
                  <a:lnTo>
                    <a:pt x="474809" y="5756131"/>
                  </a:lnTo>
                  <a:lnTo>
                    <a:pt x="474903" y="5756131"/>
                  </a:lnTo>
                  <a:lnTo>
                    <a:pt x="474997" y="5756131"/>
                  </a:lnTo>
                  <a:lnTo>
                    <a:pt x="475091" y="5756131"/>
                  </a:lnTo>
                  <a:lnTo>
                    <a:pt x="475186" y="5756131"/>
                  </a:lnTo>
                  <a:lnTo>
                    <a:pt x="475280" y="5756131"/>
                  </a:lnTo>
                  <a:lnTo>
                    <a:pt x="475374" y="5756131"/>
                  </a:lnTo>
                  <a:lnTo>
                    <a:pt x="475562" y="5756131"/>
                  </a:lnTo>
                  <a:lnTo>
                    <a:pt x="475656" y="5756131"/>
                  </a:lnTo>
                  <a:lnTo>
                    <a:pt x="475751" y="5756131"/>
                  </a:lnTo>
                  <a:lnTo>
                    <a:pt x="475845" y="5756131"/>
                  </a:lnTo>
                  <a:lnTo>
                    <a:pt x="476033" y="5756131"/>
                  </a:lnTo>
                  <a:lnTo>
                    <a:pt x="476033" y="5751220"/>
                  </a:lnTo>
                  <a:lnTo>
                    <a:pt x="476410" y="5751220"/>
                  </a:lnTo>
                  <a:lnTo>
                    <a:pt x="476598" y="5746308"/>
                  </a:lnTo>
                  <a:lnTo>
                    <a:pt x="476974" y="5746308"/>
                  </a:lnTo>
                  <a:lnTo>
                    <a:pt x="477069" y="5746308"/>
                  </a:lnTo>
                  <a:lnTo>
                    <a:pt x="477163" y="5746308"/>
                  </a:lnTo>
                  <a:lnTo>
                    <a:pt x="477351" y="5746308"/>
                  </a:lnTo>
                  <a:lnTo>
                    <a:pt x="477539" y="5746308"/>
                  </a:lnTo>
                  <a:lnTo>
                    <a:pt x="477728" y="5746308"/>
                  </a:lnTo>
                  <a:lnTo>
                    <a:pt x="477822" y="5746308"/>
                  </a:lnTo>
                  <a:lnTo>
                    <a:pt x="478198" y="5746308"/>
                  </a:lnTo>
                  <a:lnTo>
                    <a:pt x="478481" y="5746308"/>
                  </a:lnTo>
                  <a:lnTo>
                    <a:pt x="478669" y="5746308"/>
                  </a:lnTo>
                  <a:lnTo>
                    <a:pt x="478763" y="5746308"/>
                  </a:lnTo>
                  <a:lnTo>
                    <a:pt x="479046" y="5746308"/>
                  </a:lnTo>
                  <a:lnTo>
                    <a:pt x="479517" y="5746308"/>
                  </a:lnTo>
                  <a:lnTo>
                    <a:pt x="479799" y="5746308"/>
                  </a:lnTo>
                  <a:lnTo>
                    <a:pt x="479893" y="5746308"/>
                  </a:lnTo>
                  <a:lnTo>
                    <a:pt x="479987" y="5746308"/>
                  </a:lnTo>
                  <a:lnTo>
                    <a:pt x="480458" y="5746308"/>
                  </a:lnTo>
                  <a:lnTo>
                    <a:pt x="480741" y="5746308"/>
                  </a:lnTo>
                  <a:lnTo>
                    <a:pt x="480835" y="5741397"/>
                  </a:lnTo>
                  <a:lnTo>
                    <a:pt x="481494" y="5736485"/>
                  </a:lnTo>
                  <a:lnTo>
                    <a:pt x="481588" y="5736485"/>
                  </a:lnTo>
                  <a:lnTo>
                    <a:pt x="481870" y="5736485"/>
                  </a:lnTo>
                  <a:lnTo>
                    <a:pt x="481965" y="5731574"/>
                  </a:lnTo>
                  <a:lnTo>
                    <a:pt x="482059" y="5731574"/>
                  </a:lnTo>
                  <a:lnTo>
                    <a:pt x="482247" y="5731574"/>
                  </a:lnTo>
                  <a:lnTo>
                    <a:pt x="482718" y="5731574"/>
                  </a:lnTo>
                  <a:lnTo>
                    <a:pt x="482906" y="5731574"/>
                  </a:lnTo>
                  <a:lnTo>
                    <a:pt x="483094" y="5731574"/>
                  </a:lnTo>
                  <a:lnTo>
                    <a:pt x="483377" y="5731574"/>
                  </a:lnTo>
                  <a:lnTo>
                    <a:pt x="483565" y="5731574"/>
                  </a:lnTo>
                  <a:lnTo>
                    <a:pt x="483753" y="5731574"/>
                  </a:lnTo>
                  <a:lnTo>
                    <a:pt x="484036" y="5731574"/>
                  </a:lnTo>
                  <a:lnTo>
                    <a:pt x="484130" y="5731574"/>
                  </a:lnTo>
                  <a:lnTo>
                    <a:pt x="484224" y="5731574"/>
                  </a:lnTo>
                  <a:lnTo>
                    <a:pt x="484318" y="5731574"/>
                  </a:lnTo>
                  <a:lnTo>
                    <a:pt x="484507" y="5731574"/>
                  </a:lnTo>
                  <a:lnTo>
                    <a:pt x="484601" y="5726663"/>
                  </a:lnTo>
                  <a:lnTo>
                    <a:pt x="484977" y="5726663"/>
                  </a:lnTo>
                  <a:lnTo>
                    <a:pt x="485260" y="5726663"/>
                  </a:lnTo>
                  <a:lnTo>
                    <a:pt x="485354" y="5726663"/>
                  </a:lnTo>
                  <a:lnTo>
                    <a:pt x="485825" y="5726663"/>
                  </a:lnTo>
                  <a:lnTo>
                    <a:pt x="485919" y="5726663"/>
                  </a:lnTo>
                  <a:lnTo>
                    <a:pt x="486013" y="5721751"/>
                  </a:lnTo>
                  <a:lnTo>
                    <a:pt x="486201" y="5721751"/>
                  </a:lnTo>
                  <a:lnTo>
                    <a:pt x="486296" y="5721751"/>
                  </a:lnTo>
                  <a:lnTo>
                    <a:pt x="486484" y="5716840"/>
                  </a:lnTo>
                  <a:lnTo>
                    <a:pt x="486766" y="5716840"/>
                  </a:lnTo>
                  <a:lnTo>
                    <a:pt x="486955" y="5716840"/>
                  </a:lnTo>
                  <a:lnTo>
                    <a:pt x="487143" y="5716840"/>
                  </a:lnTo>
                  <a:lnTo>
                    <a:pt x="487331" y="5716840"/>
                  </a:lnTo>
                  <a:lnTo>
                    <a:pt x="487425" y="5716840"/>
                  </a:lnTo>
                  <a:lnTo>
                    <a:pt x="487520" y="5716840"/>
                  </a:lnTo>
                  <a:lnTo>
                    <a:pt x="487614" y="5716840"/>
                  </a:lnTo>
                  <a:lnTo>
                    <a:pt x="487990" y="5716840"/>
                  </a:lnTo>
                  <a:lnTo>
                    <a:pt x="488084" y="5716840"/>
                  </a:lnTo>
                  <a:lnTo>
                    <a:pt x="488649" y="5716840"/>
                  </a:lnTo>
                  <a:lnTo>
                    <a:pt x="489120" y="5716840"/>
                  </a:lnTo>
                  <a:lnTo>
                    <a:pt x="489214" y="5716840"/>
                  </a:lnTo>
                  <a:lnTo>
                    <a:pt x="489403" y="5716840"/>
                  </a:lnTo>
                  <a:lnTo>
                    <a:pt x="489873" y="5716840"/>
                  </a:lnTo>
                  <a:lnTo>
                    <a:pt x="489967" y="5716840"/>
                  </a:lnTo>
                  <a:lnTo>
                    <a:pt x="490156" y="5716840"/>
                  </a:lnTo>
                  <a:lnTo>
                    <a:pt x="490344" y="5716840"/>
                  </a:lnTo>
                  <a:lnTo>
                    <a:pt x="490438" y="5716840"/>
                  </a:lnTo>
                  <a:lnTo>
                    <a:pt x="490532" y="5716840"/>
                  </a:lnTo>
                  <a:lnTo>
                    <a:pt x="490627" y="5716840"/>
                  </a:lnTo>
                  <a:lnTo>
                    <a:pt x="490721" y="5716840"/>
                  </a:lnTo>
                  <a:lnTo>
                    <a:pt x="490815" y="5716840"/>
                  </a:lnTo>
                  <a:lnTo>
                    <a:pt x="490909" y="5716840"/>
                  </a:lnTo>
                  <a:lnTo>
                    <a:pt x="491003" y="5711929"/>
                  </a:lnTo>
                  <a:lnTo>
                    <a:pt x="491097" y="5711929"/>
                  </a:lnTo>
                  <a:lnTo>
                    <a:pt x="491191" y="5711929"/>
                  </a:lnTo>
                  <a:lnTo>
                    <a:pt x="491286" y="5711929"/>
                  </a:lnTo>
                  <a:lnTo>
                    <a:pt x="491474" y="5711929"/>
                  </a:lnTo>
                  <a:lnTo>
                    <a:pt x="491568" y="5711929"/>
                  </a:lnTo>
                  <a:lnTo>
                    <a:pt x="491662" y="5711929"/>
                  </a:lnTo>
                  <a:lnTo>
                    <a:pt x="491756" y="5711929"/>
                  </a:lnTo>
                  <a:lnTo>
                    <a:pt x="491851" y="5711929"/>
                  </a:lnTo>
                  <a:lnTo>
                    <a:pt x="492039" y="5711929"/>
                  </a:lnTo>
                  <a:lnTo>
                    <a:pt x="492321" y="5711929"/>
                  </a:lnTo>
                  <a:lnTo>
                    <a:pt x="492415" y="5711929"/>
                  </a:lnTo>
                  <a:lnTo>
                    <a:pt x="492510" y="5711929"/>
                  </a:lnTo>
                  <a:lnTo>
                    <a:pt x="492604" y="5711929"/>
                  </a:lnTo>
                  <a:lnTo>
                    <a:pt x="492698" y="5711929"/>
                  </a:lnTo>
                  <a:lnTo>
                    <a:pt x="492980" y="5711929"/>
                  </a:lnTo>
                  <a:lnTo>
                    <a:pt x="493169" y="5711929"/>
                  </a:lnTo>
                  <a:lnTo>
                    <a:pt x="493263" y="5711929"/>
                  </a:lnTo>
                  <a:lnTo>
                    <a:pt x="493734" y="5711929"/>
                  </a:lnTo>
                  <a:lnTo>
                    <a:pt x="494393" y="5711929"/>
                  </a:lnTo>
                  <a:lnTo>
                    <a:pt x="494487" y="5711929"/>
                  </a:lnTo>
                  <a:lnTo>
                    <a:pt x="494675" y="5711929"/>
                  </a:lnTo>
                  <a:lnTo>
                    <a:pt x="494958" y="5711929"/>
                  </a:lnTo>
                  <a:lnTo>
                    <a:pt x="495146" y="5711929"/>
                  </a:lnTo>
                  <a:lnTo>
                    <a:pt x="495240" y="5711929"/>
                  </a:lnTo>
                  <a:lnTo>
                    <a:pt x="495334" y="5711929"/>
                  </a:lnTo>
                  <a:lnTo>
                    <a:pt x="495711" y="5711929"/>
                  </a:lnTo>
                  <a:lnTo>
                    <a:pt x="496370" y="5707017"/>
                  </a:lnTo>
                  <a:lnTo>
                    <a:pt x="496558" y="5707017"/>
                  </a:lnTo>
                  <a:lnTo>
                    <a:pt x="496746" y="5707017"/>
                  </a:lnTo>
                  <a:lnTo>
                    <a:pt x="496935" y="5707017"/>
                  </a:lnTo>
                  <a:lnTo>
                    <a:pt x="497217" y="5707017"/>
                  </a:lnTo>
                  <a:lnTo>
                    <a:pt x="497406" y="5707017"/>
                  </a:lnTo>
                  <a:lnTo>
                    <a:pt x="497688" y="5707017"/>
                  </a:lnTo>
                  <a:lnTo>
                    <a:pt x="497782" y="5707017"/>
                  </a:lnTo>
                  <a:lnTo>
                    <a:pt x="497876" y="5707017"/>
                  </a:lnTo>
                  <a:lnTo>
                    <a:pt x="497970" y="5707017"/>
                  </a:lnTo>
                  <a:lnTo>
                    <a:pt x="498441" y="5707017"/>
                  </a:lnTo>
                  <a:lnTo>
                    <a:pt x="498818" y="5707017"/>
                  </a:lnTo>
                  <a:lnTo>
                    <a:pt x="498912" y="5707017"/>
                  </a:lnTo>
                  <a:lnTo>
                    <a:pt x="499100" y="5707017"/>
                  </a:lnTo>
                  <a:lnTo>
                    <a:pt x="499477" y="5707017"/>
                  </a:lnTo>
                  <a:lnTo>
                    <a:pt x="499665" y="5702106"/>
                  </a:lnTo>
                  <a:lnTo>
                    <a:pt x="499853" y="5702106"/>
                  </a:lnTo>
                  <a:lnTo>
                    <a:pt x="500042" y="5702106"/>
                  </a:lnTo>
                  <a:lnTo>
                    <a:pt x="500136" y="5702106"/>
                  </a:lnTo>
                  <a:lnTo>
                    <a:pt x="500230" y="5702106"/>
                  </a:lnTo>
                  <a:lnTo>
                    <a:pt x="500418" y="5702106"/>
                  </a:lnTo>
                  <a:lnTo>
                    <a:pt x="500513" y="5702106"/>
                  </a:lnTo>
                  <a:lnTo>
                    <a:pt x="500607" y="5702106"/>
                  </a:lnTo>
                  <a:lnTo>
                    <a:pt x="500795" y="5702106"/>
                  </a:lnTo>
                  <a:lnTo>
                    <a:pt x="500889" y="5702106"/>
                  </a:lnTo>
                  <a:lnTo>
                    <a:pt x="500983" y="5702106"/>
                  </a:lnTo>
                  <a:lnTo>
                    <a:pt x="501077" y="5697194"/>
                  </a:lnTo>
                  <a:lnTo>
                    <a:pt x="501266" y="5697194"/>
                  </a:lnTo>
                  <a:lnTo>
                    <a:pt x="501360" y="5697194"/>
                  </a:lnTo>
                  <a:lnTo>
                    <a:pt x="501548" y="5697194"/>
                  </a:lnTo>
                  <a:lnTo>
                    <a:pt x="501642" y="5697194"/>
                  </a:lnTo>
                  <a:lnTo>
                    <a:pt x="501737" y="5697194"/>
                  </a:lnTo>
                  <a:lnTo>
                    <a:pt x="501925" y="5697194"/>
                  </a:lnTo>
                  <a:lnTo>
                    <a:pt x="502019" y="5697194"/>
                  </a:lnTo>
                  <a:lnTo>
                    <a:pt x="502396" y="5697194"/>
                  </a:lnTo>
                  <a:lnTo>
                    <a:pt x="502584" y="5697194"/>
                  </a:lnTo>
                  <a:lnTo>
                    <a:pt x="502678" y="5697194"/>
                  </a:lnTo>
                  <a:lnTo>
                    <a:pt x="502866" y="5697194"/>
                  </a:lnTo>
                  <a:lnTo>
                    <a:pt x="502960" y="5697194"/>
                  </a:lnTo>
                  <a:lnTo>
                    <a:pt x="503055" y="5697194"/>
                  </a:lnTo>
                  <a:lnTo>
                    <a:pt x="503149" y="5697194"/>
                  </a:lnTo>
                  <a:lnTo>
                    <a:pt x="503337" y="5697194"/>
                  </a:lnTo>
                  <a:lnTo>
                    <a:pt x="504373" y="5697194"/>
                  </a:lnTo>
                  <a:lnTo>
                    <a:pt x="504467" y="5697194"/>
                  </a:lnTo>
                  <a:lnTo>
                    <a:pt x="504655" y="5697194"/>
                  </a:lnTo>
                  <a:lnTo>
                    <a:pt x="504655" y="5692283"/>
                  </a:lnTo>
                  <a:lnTo>
                    <a:pt x="504938" y="5692283"/>
                  </a:lnTo>
                  <a:lnTo>
                    <a:pt x="505126" y="5692283"/>
                  </a:lnTo>
                  <a:lnTo>
                    <a:pt x="505220" y="5692283"/>
                  </a:lnTo>
                  <a:lnTo>
                    <a:pt x="505408" y="5692283"/>
                  </a:lnTo>
                  <a:lnTo>
                    <a:pt x="505503" y="5692283"/>
                  </a:lnTo>
                  <a:lnTo>
                    <a:pt x="505597" y="5692283"/>
                  </a:lnTo>
                  <a:lnTo>
                    <a:pt x="505691" y="5692283"/>
                  </a:lnTo>
                  <a:lnTo>
                    <a:pt x="505973" y="5692283"/>
                  </a:lnTo>
                  <a:lnTo>
                    <a:pt x="506068" y="5687372"/>
                  </a:lnTo>
                  <a:lnTo>
                    <a:pt x="506538" y="5687372"/>
                  </a:lnTo>
                  <a:lnTo>
                    <a:pt x="506632" y="5687372"/>
                  </a:lnTo>
                  <a:lnTo>
                    <a:pt x="507009" y="5687372"/>
                  </a:lnTo>
                  <a:lnTo>
                    <a:pt x="507480" y="5687372"/>
                  </a:lnTo>
                  <a:lnTo>
                    <a:pt x="507574" y="5682460"/>
                  </a:lnTo>
                  <a:lnTo>
                    <a:pt x="507668" y="5682460"/>
                  </a:lnTo>
                  <a:lnTo>
                    <a:pt x="508045" y="5682460"/>
                  </a:lnTo>
                  <a:lnTo>
                    <a:pt x="508045" y="5677549"/>
                  </a:lnTo>
                  <a:lnTo>
                    <a:pt x="508327" y="5677549"/>
                  </a:lnTo>
                  <a:lnTo>
                    <a:pt x="508421" y="5677549"/>
                  </a:lnTo>
                  <a:lnTo>
                    <a:pt x="508610" y="5677549"/>
                  </a:lnTo>
                  <a:lnTo>
                    <a:pt x="508704" y="5677549"/>
                  </a:lnTo>
                  <a:lnTo>
                    <a:pt x="508798" y="5677549"/>
                  </a:lnTo>
                  <a:lnTo>
                    <a:pt x="509269" y="5677549"/>
                  </a:lnTo>
                  <a:lnTo>
                    <a:pt x="509363" y="5677549"/>
                  </a:lnTo>
                  <a:lnTo>
                    <a:pt x="509551" y="5677549"/>
                  </a:lnTo>
                  <a:lnTo>
                    <a:pt x="509645" y="5672638"/>
                  </a:lnTo>
                  <a:lnTo>
                    <a:pt x="509834" y="5672638"/>
                  </a:lnTo>
                  <a:lnTo>
                    <a:pt x="509928" y="5672638"/>
                  </a:lnTo>
                  <a:lnTo>
                    <a:pt x="510022" y="5672638"/>
                  </a:lnTo>
                  <a:lnTo>
                    <a:pt x="510116" y="5672638"/>
                  </a:lnTo>
                  <a:lnTo>
                    <a:pt x="510210" y="5672638"/>
                  </a:lnTo>
                  <a:lnTo>
                    <a:pt x="510399" y="5672638"/>
                  </a:lnTo>
                  <a:lnTo>
                    <a:pt x="510681" y="5672638"/>
                  </a:lnTo>
                  <a:lnTo>
                    <a:pt x="510963" y="5672638"/>
                  </a:lnTo>
                  <a:lnTo>
                    <a:pt x="511058" y="5672638"/>
                  </a:lnTo>
                  <a:lnTo>
                    <a:pt x="511152" y="5672638"/>
                  </a:lnTo>
                  <a:lnTo>
                    <a:pt x="511905" y="5672638"/>
                  </a:lnTo>
                  <a:lnTo>
                    <a:pt x="512093" y="5672638"/>
                  </a:lnTo>
                  <a:lnTo>
                    <a:pt x="512282" y="5672638"/>
                  </a:lnTo>
                  <a:lnTo>
                    <a:pt x="512752" y="5672638"/>
                  </a:lnTo>
                  <a:lnTo>
                    <a:pt x="512846" y="5672638"/>
                  </a:lnTo>
                  <a:lnTo>
                    <a:pt x="512941" y="5672638"/>
                  </a:lnTo>
                  <a:lnTo>
                    <a:pt x="513129" y="5672638"/>
                  </a:lnTo>
                  <a:lnTo>
                    <a:pt x="513317" y="5672638"/>
                  </a:lnTo>
                  <a:lnTo>
                    <a:pt x="513882" y="5672638"/>
                  </a:lnTo>
                  <a:lnTo>
                    <a:pt x="513976" y="5672638"/>
                  </a:lnTo>
                  <a:lnTo>
                    <a:pt x="514070" y="5672638"/>
                  </a:lnTo>
                  <a:lnTo>
                    <a:pt x="514165" y="5672638"/>
                  </a:lnTo>
                  <a:lnTo>
                    <a:pt x="514259" y="5672638"/>
                  </a:lnTo>
                  <a:lnTo>
                    <a:pt x="514541" y="5672638"/>
                  </a:lnTo>
                  <a:lnTo>
                    <a:pt x="514635" y="5672638"/>
                  </a:lnTo>
                  <a:lnTo>
                    <a:pt x="514824" y="5672638"/>
                  </a:lnTo>
                  <a:lnTo>
                    <a:pt x="514918" y="5672638"/>
                  </a:lnTo>
                  <a:lnTo>
                    <a:pt x="515012" y="5672638"/>
                  </a:lnTo>
                  <a:lnTo>
                    <a:pt x="515106" y="5672638"/>
                  </a:lnTo>
                  <a:lnTo>
                    <a:pt x="515200" y="5672638"/>
                  </a:lnTo>
                  <a:lnTo>
                    <a:pt x="515294" y="5672638"/>
                  </a:lnTo>
                  <a:lnTo>
                    <a:pt x="515671" y="5672638"/>
                  </a:lnTo>
                  <a:lnTo>
                    <a:pt x="515765" y="5672638"/>
                  </a:lnTo>
                  <a:lnTo>
                    <a:pt x="515953" y="5672638"/>
                  </a:lnTo>
                  <a:lnTo>
                    <a:pt x="516048" y="5672638"/>
                  </a:lnTo>
                  <a:lnTo>
                    <a:pt x="516330" y="5672638"/>
                  </a:lnTo>
                  <a:lnTo>
                    <a:pt x="516518" y="5672638"/>
                  </a:lnTo>
                  <a:lnTo>
                    <a:pt x="516707" y="5672638"/>
                  </a:lnTo>
                  <a:lnTo>
                    <a:pt x="516801" y="5672638"/>
                  </a:lnTo>
                  <a:lnTo>
                    <a:pt x="516895" y="5672638"/>
                  </a:lnTo>
                  <a:lnTo>
                    <a:pt x="516989" y="5672638"/>
                  </a:lnTo>
                  <a:lnTo>
                    <a:pt x="517083" y="5672638"/>
                  </a:lnTo>
                  <a:lnTo>
                    <a:pt x="517177" y="5672638"/>
                  </a:lnTo>
                  <a:lnTo>
                    <a:pt x="517460" y="5672638"/>
                  </a:lnTo>
                  <a:lnTo>
                    <a:pt x="517648" y="5672638"/>
                  </a:lnTo>
                  <a:lnTo>
                    <a:pt x="518025" y="5672638"/>
                  </a:lnTo>
                  <a:lnTo>
                    <a:pt x="518307" y="5672638"/>
                  </a:lnTo>
                  <a:lnTo>
                    <a:pt x="518401" y="5672638"/>
                  </a:lnTo>
                  <a:lnTo>
                    <a:pt x="518590" y="5667726"/>
                  </a:lnTo>
                  <a:lnTo>
                    <a:pt x="518684" y="5667726"/>
                  </a:lnTo>
                  <a:lnTo>
                    <a:pt x="518778" y="5667726"/>
                  </a:lnTo>
                  <a:lnTo>
                    <a:pt x="518966" y="5667726"/>
                  </a:lnTo>
                  <a:lnTo>
                    <a:pt x="519061" y="5667726"/>
                  </a:lnTo>
                  <a:lnTo>
                    <a:pt x="519155" y="5667726"/>
                  </a:lnTo>
                  <a:lnTo>
                    <a:pt x="519249" y="5667726"/>
                  </a:lnTo>
                  <a:lnTo>
                    <a:pt x="519343" y="5667726"/>
                  </a:lnTo>
                  <a:lnTo>
                    <a:pt x="519720" y="5662815"/>
                  </a:lnTo>
                  <a:lnTo>
                    <a:pt x="519814" y="5662815"/>
                  </a:lnTo>
                  <a:lnTo>
                    <a:pt x="520190" y="5662815"/>
                  </a:lnTo>
                  <a:lnTo>
                    <a:pt x="520284" y="5662815"/>
                  </a:lnTo>
                  <a:lnTo>
                    <a:pt x="520755" y="5662815"/>
                  </a:lnTo>
                  <a:lnTo>
                    <a:pt x="520849" y="5662815"/>
                  </a:lnTo>
                  <a:lnTo>
                    <a:pt x="520944" y="5662815"/>
                  </a:lnTo>
                  <a:lnTo>
                    <a:pt x="521132" y="5662815"/>
                  </a:lnTo>
                  <a:lnTo>
                    <a:pt x="521226" y="5662815"/>
                  </a:lnTo>
                  <a:lnTo>
                    <a:pt x="521508" y="5662815"/>
                  </a:lnTo>
                  <a:lnTo>
                    <a:pt x="521979" y="5662815"/>
                  </a:lnTo>
                  <a:lnTo>
                    <a:pt x="522168" y="5662815"/>
                  </a:lnTo>
                  <a:lnTo>
                    <a:pt x="522450" y="5662815"/>
                  </a:lnTo>
                  <a:lnTo>
                    <a:pt x="522544" y="5662815"/>
                  </a:lnTo>
                  <a:lnTo>
                    <a:pt x="523203" y="5662815"/>
                  </a:lnTo>
                  <a:lnTo>
                    <a:pt x="523297" y="5662815"/>
                  </a:lnTo>
                  <a:lnTo>
                    <a:pt x="523486" y="5662815"/>
                  </a:lnTo>
                  <a:lnTo>
                    <a:pt x="524051" y="5662815"/>
                  </a:lnTo>
                  <a:lnTo>
                    <a:pt x="524239" y="5662815"/>
                  </a:lnTo>
                  <a:lnTo>
                    <a:pt x="524333" y="5662815"/>
                  </a:lnTo>
                  <a:lnTo>
                    <a:pt x="524521" y="5662815"/>
                  </a:lnTo>
                  <a:lnTo>
                    <a:pt x="524710" y="5662815"/>
                  </a:lnTo>
                  <a:lnTo>
                    <a:pt x="524804" y="5662815"/>
                  </a:lnTo>
                  <a:lnTo>
                    <a:pt x="524898" y="5662815"/>
                  </a:lnTo>
                  <a:lnTo>
                    <a:pt x="524992" y="5662815"/>
                  </a:lnTo>
                  <a:lnTo>
                    <a:pt x="525086" y="5662815"/>
                  </a:lnTo>
                  <a:lnTo>
                    <a:pt x="525180" y="5662815"/>
                  </a:lnTo>
                  <a:lnTo>
                    <a:pt x="525369" y="5662815"/>
                  </a:lnTo>
                  <a:lnTo>
                    <a:pt x="525557" y="5662815"/>
                  </a:lnTo>
                  <a:lnTo>
                    <a:pt x="525839" y="5662815"/>
                  </a:lnTo>
                  <a:lnTo>
                    <a:pt x="525839" y="5657903"/>
                  </a:lnTo>
                  <a:lnTo>
                    <a:pt x="526122" y="5657903"/>
                  </a:lnTo>
                  <a:lnTo>
                    <a:pt x="526216" y="5657903"/>
                  </a:lnTo>
                  <a:lnTo>
                    <a:pt x="526310" y="5657903"/>
                  </a:lnTo>
                  <a:lnTo>
                    <a:pt x="526499" y="5652992"/>
                  </a:lnTo>
                  <a:lnTo>
                    <a:pt x="526969" y="5648081"/>
                  </a:lnTo>
                  <a:lnTo>
                    <a:pt x="527063" y="5648081"/>
                  </a:lnTo>
                  <a:lnTo>
                    <a:pt x="527158" y="5648081"/>
                  </a:lnTo>
                  <a:lnTo>
                    <a:pt x="527440" y="5648081"/>
                  </a:lnTo>
                  <a:lnTo>
                    <a:pt x="527911" y="5648081"/>
                  </a:lnTo>
                  <a:lnTo>
                    <a:pt x="528099" y="5648081"/>
                  </a:lnTo>
                  <a:lnTo>
                    <a:pt x="528287" y="5648081"/>
                  </a:lnTo>
                  <a:lnTo>
                    <a:pt x="528476" y="5648081"/>
                  </a:lnTo>
                  <a:lnTo>
                    <a:pt x="528664" y="5648081"/>
                  </a:lnTo>
                  <a:lnTo>
                    <a:pt x="529041" y="5648081"/>
                  </a:lnTo>
                  <a:lnTo>
                    <a:pt x="529135" y="5648081"/>
                  </a:lnTo>
                  <a:lnTo>
                    <a:pt x="529511" y="5648081"/>
                  </a:lnTo>
                  <a:lnTo>
                    <a:pt x="529888" y="5648081"/>
                  </a:lnTo>
                  <a:lnTo>
                    <a:pt x="530170" y="5648081"/>
                  </a:lnTo>
                  <a:lnTo>
                    <a:pt x="530265" y="5648081"/>
                  </a:lnTo>
                  <a:lnTo>
                    <a:pt x="530453" y="5648081"/>
                  </a:lnTo>
                  <a:lnTo>
                    <a:pt x="530641" y="5648081"/>
                  </a:lnTo>
                  <a:lnTo>
                    <a:pt x="530830" y="5648081"/>
                  </a:lnTo>
                  <a:lnTo>
                    <a:pt x="530924" y="5648081"/>
                  </a:lnTo>
                  <a:lnTo>
                    <a:pt x="531206" y="5648081"/>
                  </a:lnTo>
                  <a:lnTo>
                    <a:pt x="531394" y="5648081"/>
                  </a:lnTo>
                  <a:lnTo>
                    <a:pt x="531489" y="5648081"/>
                  </a:lnTo>
                  <a:lnTo>
                    <a:pt x="531583" y="5648081"/>
                  </a:lnTo>
                  <a:lnTo>
                    <a:pt x="531677" y="5648081"/>
                  </a:lnTo>
                  <a:lnTo>
                    <a:pt x="531771" y="5648081"/>
                  </a:lnTo>
                  <a:lnTo>
                    <a:pt x="532054" y="5648081"/>
                  </a:lnTo>
                  <a:lnTo>
                    <a:pt x="532430" y="5648081"/>
                  </a:lnTo>
                  <a:lnTo>
                    <a:pt x="532524" y="5648081"/>
                  </a:lnTo>
                  <a:lnTo>
                    <a:pt x="532807" y="5643169"/>
                  </a:lnTo>
                  <a:lnTo>
                    <a:pt x="532995" y="5643169"/>
                  </a:lnTo>
                  <a:lnTo>
                    <a:pt x="533560" y="5643169"/>
                  </a:lnTo>
                  <a:lnTo>
                    <a:pt x="533654" y="5643169"/>
                  </a:lnTo>
                  <a:lnTo>
                    <a:pt x="533748" y="5643169"/>
                  </a:lnTo>
                  <a:lnTo>
                    <a:pt x="534031" y="5643169"/>
                  </a:lnTo>
                  <a:lnTo>
                    <a:pt x="534125" y="5643169"/>
                  </a:lnTo>
                  <a:lnTo>
                    <a:pt x="534407" y="5643169"/>
                  </a:lnTo>
                  <a:lnTo>
                    <a:pt x="534596" y="5643169"/>
                  </a:lnTo>
                  <a:lnTo>
                    <a:pt x="534878" y="5643169"/>
                  </a:lnTo>
                  <a:lnTo>
                    <a:pt x="535161" y="5643169"/>
                  </a:lnTo>
                  <a:lnTo>
                    <a:pt x="535537" y="5643169"/>
                  </a:lnTo>
                  <a:lnTo>
                    <a:pt x="535631" y="5643169"/>
                  </a:lnTo>
                  <a:lnTo>
                    <a:pt x="535725" y="5643169"/>
                  </a:lnTo>
                  <a:lnTo>
                    <a:pt x="536008" y="5643169"/>
                  </a:lnTo>
                  <a:lnTo>
                    <a:pt x="536102" y="5643169"/>
                  </a:lnTo>
                  <a:lnTo>
                    <a:pt x="536385" y="5643169"/>
                  </a:lnTo>
                  <a:lnTo>
                    <a:pt x="536479" y="5643169"/>
                  </a:lnTo>
                  <a:lnTo>
                    <a:pt x="536573" y="5643169"/>
                  </a:lnTo>
                  <a:lnTo>
                    <a:pt x="536949" y="5643169"/>
                  </a:lnTo>
                  <a:lnTo>
                    <a:pt x="537044" y="5643169"/>
                  </a:lnTo>
                  <a:lnTo>
                    <a:pt x="537138" y="5643169"/>
                  </a:lnTo>
                  <a:lnTo>
                    <a:pt x="537232" y="5643169"/>
                  </a:lnTo>
                  <a:lnTo>
                    <a:pt x="537326" y="5643169"/>
                  </a:lnTo>
                  <a:lnTo>
                    <a:pt x="537514" y="5643169"/>
                  </a:lnTo>
                  <a:lnTo>
                    <a:pt x="537608" y="5643169"/>
                  </a:lnTo>
                  <a:lnTo>
                    <a:pt x="537891" y="5643169"/>
                  </a:lnTo>
                  <a:lnTo>
                    <a:pt x="537985" y="5638258"/>
                  </a:lnTo>
                  <a:lnTo>
                    <a:pt x="538268" y="5638258"/>
                  </a:lnTo>
                  <a:lnTo>
                    <a:pt x="538550" y="5638258"/>
                  </a:lnTo>
                  <a:lnTo>
                    <a:pt x="538738" y="5638258"/>
                  </a:lnTo>
                  <a:lnTo>
                    <a:pt x="538832" y="5638258"/>
                  </a:lnTo>
                  <a:lnTo>
                    <a:pt x="538927" y="5638258"/>
                  </a:lnTo>
                  <a:lnTo>
                    <a:pt x="539021" y="5638258"/>
                  </a:lnTo>
                  <a:lnTo>
                    <a:pt x="539115" y="5638258"/>
                  </a:lnTo>
                  <a:lnTo>
                    <a:pt x="539586" y="5638258"/>
                  </a:lnTo>
                  <a:lnTo>
                    <a:pt x="539868" y="5638258"/>
                  </a:lnTo>
                  <a:lnTo>
                    <a:pt x="540056" y="5638258"/>
                  </a:lnTo>
                  <a:lnTo>
                    <a:pt x="540245" y="5638258"/>
                  </a:lnTo>
                  <a:lnTo>
                    <a:pt x="540433" y="5638258"/>
                  </a:lnTo>
                  <a:lnTo>
                    <a:pt x="540621" y="5638258"/>
                  </a:lnTo>
                  <a:lnTo>
                    <a:pt x="540716" y="5638258"/>
                  </a:lnTo>
                  <a:lnTo>
                    <a:pt x="540810" y="5638258"/>
                  </a:lnTo>
                  <a:lnTo>
                    <a:pt x="540904" y="5638258"/>
                  </a:lnTo>
                  <a:lnTo>
                    <a:pt x="540998" y="5638258"/>
                  </a:lnTo>
                  <a:lnTo>
                    <a:pt x="541186" y="5638258"/>
                  </a:lnTo>
                  <a:lnTo>
                    <a:pt x="541280" y="5638258"/>
                  </a:lnTo>
                  <a:lnTo>
                    <a:pt x="541469" y="5638258"/>
                  </a:lnTo>
                  <a:lnTo>
                    <a:pt x="541751" y="5638258"/>
                  </a:lnTo>
                  <a:lnTo>
                    <a:pt x="541845" y="5638258"/>
                  </a:lnTo>
                  <a:lnTo>
                    <a:pt x="542599" y="5638258"/>
                  </a:lnTo>
                  <a:lnTo>
                    <a:pt x="542975" y="5638258"/>
                  </a:lnTo>
                  <a:lnTo>
                    <a:pt x="543258" y="5638258"/>
                  </a:lnTo>
                  <a:lnTo>
                    <a:pt x="543446" y="5638258"/>
                  </a:lnTo>
                  <a:lnTo>
                    <a:pt x="543634" y="5638258"/>
                  </a:lnTo>
                  <a:lnTo>
                    <a:pt x="543917" y="5638258"/>
                  </a:lnTo>
                  <a:lnTo>
                    <a:pt x="544011" y="5638258"/>
                  </a:lnTo>
                  <a:lnTo>
                    <a:pt x="544105" y="5638258"/>
                  </a:lnTo>
                  <a:lnTo>
                    <a:pt x="544199" y="5638258"/>
                  </a:lnTo>
                  <a:lnTo>
                    <a:pt x="544387" y="5638258"/>
                  </a:lnTo>
                  <a:lnTo>
                    <a:pt x="544482" y="5638258"/>
                  </a:lnTo>
                  <a:lnTo>
                    <a:pt x="544764" y="5638258"/>
                  </a:lnTo>
                  <a:lnTo>
                    <a:pt x="544952" y="5638258"/>
                  </a:lnTo>
                  <a:lnTo>
                    <a:pt x="545141" y="5638258"/>
                  </a:lnTo>
                  <a:lnTo>
                    <a:pt x="545329" y="5638258"/>
                  </a:lnTo>
                  <a:lnTo>
                    <a:pt x="545517" y="5638258"/>
                  </a:lnTo>
                  <a:lnTo>
                    <a:pt x="545611" y="5638258"/>
                  </a:lnTo>
                  <a:lnTo>
                    <a:pt x="545706" y="5638258"/>
                  </a:lnTo>
                  <a:lnTo>
                    <a:pt x="546082" y="5638258"/>
                  </a:lnTo>
                  <a:lnTo>
                    <a:pt x="546176" y="5638258"/>
                  </a:lnTo>
                  <a:lnTo>
                    <a:pt x="546271" y="5633347"/>
                  </a:lnTo>
                  <a:lnTo>
                    <a:pt x="546365" y="5633347"/>
                  </a:lnTo>
                  <a:lnTo>
                    <a:pt x="546553" y="5633347"/>
                  </a:lnTo>
                  <a:lnTo>
                    <a:pt x="546647" y="5633347"/>
                  </a:lnTo>
                  <a:lnTo>
                    <a:pt x="546741" y="5633347"/>
                  </a:lnTo>
                  <a:lnTo>
                    <a:pt x="546835" y="5633347"/>
                  </a:lnTo>
                  <a:lnTo>
                    <a:pt x="547024" y="5628435"/>
                  </a:lnTo>
                  <a:lnTo>
                    <a:pt x="547212" y="5628435"/>
                  </a:lnTo>
                  <a:lnTo>
                    <a:pt x="547306" y="5628435"/>
                  </a:lnTo>
                  <a:lnTo>
                    <a:pt x="547400" y="5628435"/>
                  </a:lnTo>
                  <a:lnTo>
                    <a:pt x="547494" y="5628435"/>
                  </a:lnTo>
                  <a:lnTo>
                    <a:pt x="547589" y="5628435"/>
                  </a:lnTo>
                  <a:lnTo>
                    <a:pt x="547683" y="5628435"/>
                  </a:lnTo>
                  <a:lnTo>
                    <a:pt x="548059" y="5628435"/>
                  </a:lnTo>
                  <a:lnTo>
                    <a:pt x="548248" y="5628435"/>
                  </a:lnTo>
                  <a:lnTo>
                    <a:pt x="548342" y="5628435"/>
                  </a:lnTo>
                  <a:lnTo>
                    <a:pt x="548530" y="5628435"/>
                  </a:lnTo>
                  <a:lnTo>
                    <a:pt x="548624" y="5628435"/>
                  </a:lnTo>
                  <a:lnTo>
                    <a:pt x="548718" y="5628435"/>
                  </a:lnTo>
                  <a:lnTo>
                    <a:pt x="548907" y="5628435"/>
                  </a:lnTo>
                  <a:lnTo>
                    <a:pt x="549189" y="5628435"/>
                  </a:lnTo>
                  <a:lnTo>
                    <a:pt x="549472" y="5628435"/>
                  </a:lnTo>
                  <a:lnTo>
                    <a:pt x="549660" y="5628435"/>
                  </a:lnTo>
                  <a:lnTo>
                    <a:pt x="550131" y="5628435"/>
                  </a:lnTo>
                  <a:lnTo>
                    <a:pt x="550319" y="5628435"/>
                  </a:lnTo>
                  <a:lnTo>
                    <a:pt x="550507" y="5628435"/>
                  </a:lnTo>
                  <a:lnTo>
                    <a:pt x="550790" y="5628435"/>
                  </a:lnTo>
                  <a:lnTo>
                    <a:pt x="551166" y="5628435"/>
                  </a:lnTo>
                  <a:lnTo>
                    <a:pt x="551543" y="5628435"/>
                  </a:lnTo>
                  <a:lnTo>
                    <a:pt x="551731" y="5628435"/>
                  </a:lnTo>
                  <a:lnTo>
                    <a:pt x="551825" y="5623524"/>
                  </a:lnTo>
                  <a:lnTo>
                    <a:pt x="552014" y="5623524"/>
                  </a:lnTo>
                  <a:lnTo>
                    <a:pt x="552108" y="5623524"/>
                  </a:lnTo>
                  <a:lnTo>
                    <a:pt x="552390" y="5623524"/>
                  </a:lnTo>
                  <a:lnTo>
                    <a:pt x="552767" y="5623524"/>
                  </a:lnTo>
                  <a:lnTo>
                    <a:pt x="552861" y="5623524"/>
                  </a:lnTo>
                  <a:lnTo>
                    <a:pt x="552955" y="5623524"/>
                  </a:lnTo>
                  <a:lnTo>
                    <a:pt x="553049" y="5623524"/>
                  </a:lnTo>
                  <a:lnTo>
                    <a:pt x="553144" y="5623524"/>
                  </a:lnTo>
                  <a:lnTo>
                    <a:pt x="553332" y="5623524"/>
                  </a:lnTo>
                  <a:lnTo>
                    <a:pt x="553520" y="5623524"/>
                  </a:lnTo>
                  <a:lnTo>
                    <a:pt x="553897" y="5623524"/>
                  </a:lnTo>
                  <a:lnTo>
                    <a:pt x="554085" y="5623524"/>
                  </a:lnTo>
                  <a:lnTo>
                    <a:pt x="554462" y="5623524"/>
                  </a:lnTo>
                  <a:lnTo>
                    <a:pt x="554556" y="5623524"/>
                  </a:lnTo>
                  <a:lnTo>
                    <a:pt x="554744" y="5623524"/>
                  </a:lnTo>
                  <a:lnTo>
                    <a:pt x="554838" y="5623524"/>
                  </a:lnTo>
                  <a:lnTo>
                    <a:pt x="555027" y="5623524"/>
                  </a:lnTo>
                  <a:lnTo>
                    <a:pt x="555121" y="5618612"/>
                  </a:lnTo>
                  <a:lnTo>
                    <a:pt x="555403" y="5618612"/>
                  </a:lnTo>
                  <a:lnTo>
                    <a:pt x="555592" y="5618612"/>
                  </a:lnTo>
                  <a:lnTo>
                    <a:pt x="555874" y="5618612"/>
                  </a:lnTo>
                  <a:lnTo>
                    <a:pt x="555968" y="5618612"/>
                  </a:lnTo>
                  <a:lnTo>
                    <a:pt x="556062" y="5618612"/>
                  </a:lnTo>
                  <a:lnTo>
                    <a:pt x="556345" y="5618612"/>
                  </a:lnTo>
                  <a:lnTo>
                    <a:pt x="556439" y="5618612"/>
                  </a:lnTo>
                  <a:lnTo>
                    <a:pt x="556721" y="5618612"/>
                  </a:lnTo>
                  <a:lnTo>
                    <a:pt x="556721" y="5613701"/>
                  </a:lnTo>
                  <a:lnTo>
                    <a:pt x="556816" y="5613701"/>
                  </a:lnTo>
                  <a:lnTo>
                    <a:pt x="556910" y="5613701"/>
                  </a:lnTo>
                  <a:lnTo>
                    <a:pt x="557098" y="5613701"/>
                  </a:lnTo>
                  <a:lnTo>
                    <a:pt x="557286" y="5613701"/>
                  </a:lnTo>
                  <a:lnTo>
                    <a:pt x="557475" y="5613701"/>
                  </a:lnTo>
                  <a:lnTo>
                    <a:pt x="557663" y="5613701"/>
                  </a:lnTo>
                  <a:lnTo>
                    <a:pt x="557757" y="5613701"/>
                  </a:lnTo>
                  <a:lnTo>
                    <a:pt x="557945" y="5613701"/>
                  </a:lnTo>
                  <a:lnTo>
                    <a:pt x="558134" y="5613701"/>
                  </a:lnTo>
                  <a:lnTo>
                    <a:pt x="558416" y="5613701"/>
                  </a:lnTo>
                  <a:lnTo>
                    <a:pt x="558699" y="5613701"/>
                  </a:lnTo>
                  <a:lnTo>
                    <a:pt x="558793" y="5613701"/>
                  </a:lnTo>
                  <a:lnTo>
                    <a:pt x="559358" y="5613701"/>
                  </a:lnTo>
                  <a:lnTo>
                    <a:pt x="559640" y="5613701"/>
                  </a:lnTo>
                  <a:lnTo>
                    <a:pt x="560205" y="5613701"/>
                  </a:lnTo>
                  <a:lnTo>
                    <a:pt x="560393" y="5613701"/>
                  </a:lnTo>
                  <a:lnTo>
                    <a:pt x="560582" y="5608790"/>
                  </a:lnTo>
                  <a:lnTo>
                    <a:pt x="560676" y="5608790"/>
                  </a:lnTo>
                  <a:lnTo>
                    <a:pt x="560770" y="5608790"/>
                  </a:lnTo>
                  <a:lnTo>
                    <a:pt x="561052" y="5608790"/>
                  </a:lnTo>
                  <a:lnTo>
                    <a:pt x="561711" y="5608790"/>
                  </a:lnTo>
                  <a:lnTo>
                    <a:pt x="561806" y="5608790"/>
                  </a:lnTo>
                  <a:lnTo>
                    <a:pt x="562088" y="5608790"/>
                  </a:lnTo>
                  <a:lnTo>
                    <a:pt x="562465" y="5608790"/>
                  </a:lnTo>
                  <a:lnTo>
                    <a:pt x="562841" y="5608790"/>
                  </a:lnTo>
                  <a:lnTo>
                    <a:pt x="562935" y="5608790"/>
                  </a:lnTo>
                  <a:lnTo>
                    <a:pt x="563124" y="5608790"/>
                  </a:lnTo>
                  <a:lnTo>
                    <a:pt x="563218" y="5608790"/>
                  </a:lnTo>
                  <a:lnTo>
                    <a:pt x="563406" y="5608790"/>
                  </a:lnTo>
                  <a:lnTo>
                    <a:pt x="563877" y="5608790"/>
                  </a:lnTo>
                  <a:lnTo>
                    <a:pt x="563971" y="5608790"/>
                  </a:lnTo>
                  <a:lnTo>
                    <a:pt x="564065" y="5608790"/>
                  </a:lnTo>
                  <a:lnTo>
                    <a:pt x="564159" y="5608790"/>
                  </a:lnTo>
                  <a:lnTo>
                    <a:pt x="564442" y="5608790"/>
                  </a:lnTo>
                  <a:lnTo>
                    <a:pt x="564536" y="5608790"/>
                  </a:lnTo>
                  <a:lnTo>
                    <a:pt x="565666" y="5608790"/>
                  </a:lnTo>
                  <a:lnTo>
                    <a:pt x="565760" y="5608790"/>
                  </a:lnTo>
                  <a:lnTo>
                    <a:pt x="565854" y="5608790"/>
                  </a:lnTo>
                  <a:lnTo>
                    <a:pt x="566042" y="5608790"/>
                  </a:lnTo>
                  <a:lnTo>
                    <a:pt x="566042" y="5603878"/>
                  </a:lnTo>
                  <a:lnTo>
                    <a:pt x="566137" y="5603878"/>
                  </a:lnTo>
                  <a:lnTo>
                    <a:pt x="566231" y="5603878"/>
                  </a:lnTo>
                  <a:lnTo>
                    <a:pt x="566325" y="5603878"/>
                  </a:lnTo>
                  <a:lnTo>
                    <a:pt x="566419" y="5603878"/>
                  </a:lnTo>
                  <a:lnTo>
                    <a:pt x="566513" y="5603878"/>
                  </a:lnTo>
                  <a:lnTo>
                    <a:pt x="566607" y="5603878"/>
                  </a:lnTo>
                  <a:lnTo>
                    <a:pt x="566890" y="5603878"/>
                  </a:lnTo>
                  <a:lnTo>
                    <a:pt x="566984" y="5603878"/>
                  </a:lnTo>
                  <a:lnTo>
                    <a:pt x="567078" y="5603878"/>
                  </a:lnTo>
                  <a:lnTo>
                    <a:pt x="567361" y="5598967"/>
                  </a:lnTo>
                  <a:lnTo>
                    <a:pt x="567549" y="5598967"/>
                  </a:lnTo>
                  <a:lnTo>
                    <a:pt x="567643" y="5598967"/>
                  </a:lnTo>
                  <a:lnTo>
                    <a:pt x="567831" y="5598967"/>
                  </a:lnTo>
                  <a:lnTo>
                    <a:pt x="568114" y="5598967"/>
                  </a:lnTo>
                  <a:lnTo>
                    <a:pt x="568208" y="5598967"/>
                  </a:lnTo>
                  <a:lnTo>
                    <a:pt x="568585" y="5594056"/>
                  </a:lnTo>
                  <a:lnTo>
                    <a:pt x="568773" y="5594056"/>
                  </a:lnTo>
                  <a:lnTo>
                    <a:pt x="568867" y="5594056"/>
                  </a:lnTo>
                  <a:lnTo>
                    <a:pt x="569432" y="5594056"/>
                  </a:lnTo>
                  <a:lnTo>
                    <a:pt x="569620" y="5594056"/>
                  </a:lnTo>
                  <a:lnTo>
                    <a:pt x="569714" y="5594056"/>
                  </a:lnTo>
                  <a:lnTo>
                    <a:pt x="569903" y="5594056"/>
                  </a:lnTo>
                  <a:lnTo>
                    <a:pt x="570091" y="5594056"/>
                  </a:lnTo>
                  <a:lnTo>
                    <a:pt x="570279" y="5594056"/>
                  </a:lnTo>
                  <a:lnTo>
                    <a:pt x="570373" y="5594056"/>
                  </a:lnTo>
                  <a:lnTo>
                    <a:pt x="570562" y="5594056"/>
                  </a:lnTo>
                  <a:lnTo>
                    <a:pt x="570750" y="5594056"/>
                  </a:lnTo>
                  <a:lnTo>
                    <a:pt x="571033" y="5594056"/>
                  </a:lnTo>
                  <a:lnTo>
                    <a:pt x="571127" y="5594056"/>
                  </a:lnTo>
                  <a:lnTo>
                    <a:pt x="571127" y="5589144"/>
                  </a:lnTo>
                  <a:lnTo>
                    <a:pt x="571127" y="5584233"/>
                  </a:lnTo>
                  <a:lnTo>
                    <a:pt x="571221" y="5584233"/>
                  </a:lnTo>
                  <a:lnTo>
                    <a:pt x="571503" y="5584233"/>
                  </a:lnTo>
                  <a:lnTo>
                    <a:pt x="571692" y="5584233"/>
                  </a:lnTo>
                  <a:lnTo>
                    <a:pt x="571786" y="5584233"/>
                  </a:lnTo>
                  <a:lnTo>
                    <a:pt x="571786" y="5579321"/>
                  </a:lnTo>
                  <a:lnTo>
                    <a:pt x="572068" y="5579321"/>
                  </a:lnTo>
                  <a:lnTo>
                    <a:pt x="572162" y="5579321"/>
                  </a:lnTo>
                  <a:lnTo>
                    <a:pt x="572633" y="5579321"/>
                  </a:lnTo>
                  <a:lnTo>
                    <a:pt x="572727" y="5579321"/>
                  </a:lnTo>
                  <a:lnTo>
                    <a:pt x="572916" y="5579321"/>
                  </a:lnTo>
                  <a:lnTo>
                    <a:pt x="573104" y="5579321"/>
                  </a:lnTo>
                  <a:lnTo>
                    <a:pt x="573292" y="5579321"/>
                  </a:lnTo>
                  <a:lnTo>
                    <a:pt x="573669" y="5579321"/>
                  </a:lnTo>
                  <a:lnTo>
                    <a:pt x="573763" y="5579321"/>
                  </a:lnTo>
                  <a:lnTo>
                    <a:pt x="573857" y="5579321"/>
                  </a:lnTo>
                  <a:lnTo>
                    <a:pt x="573951" y="5574410"/>
                  </a:lnTo>
                  <a:lnTo>
                    <a:pt x="574328" y="5574410"/>
                  </a:lnTo>
                  <a:lnTo>
                    <a:pt x="574610" y="5574410"/>
                  </a:lnTo>
                  <a:lnTo>
                    <a:pt x="574987" y="5574410"/>
                  </a:lnTo>
                  <a:lnTo>
                    <a:pt x="575081" y="5574410"/>
                  </a:lnTo>
                  <a:lnTo>
                    <a:pt x="575458" y="5574410"/>
                  </a:lnTo>
                  <a:lnTo>
                    <a:pt x="575552" y="5574410"/>
                  </a:lnTo>
                  <a:lnTo>
                    <a:pt x="575928" y="5574410"/>
                  </a:lnTo>
                  <a:lnTo>
                    <a:pt x="576023" y="5574410"/>
                  </a:lnTo>
                  <a:lnTo>
                    <a:pt x="576117" y="5574410"/>
                  </a:lnTo>
                  <a:lnTo>
                    <a:pt x="576211" y="5574410"/>
                  </a:lnTo>
                  <a:lnTo>
                    <a:pt x="576399" y="5574410"/>
                  </a:lnTo>
                  <a:lnTo>
                    <a:pt x="576493" y="5569499"/>
                  </a:lnTo>
                  <a:lnTo>
                    <a:pt x="576588" y="5569499"/>
                  </a:lnTo>
                  <a:lnTo>
                    <a:pt x="576776" y="5569499"/>
                  </a:lnTo>
                  <a:lnTo>
                    <a:pt x="576870" y="5569499"/>
                  </a:lnTo>
                  <a:lnTo>
                    <a:pt x="576964" y="5569499"/>
                  </a:lnTo>
                  <a:lnTo>
                    <a:pt x="577529" y="5569499"/>
                  </a:lnTo>
                  <a:lnTo>
                    <a:pt x="577529" y="5564587"/>
                  </a:lnTo>
                  <a:lnTo>
                    <a:pt x="578094" y="5564587"/>
                  </a:lnTo>
                  <a:lnTo>
                    <a:pt x="578659" y="5564587"/>
                  </a:lnTo>
                  <a:lnTo>
                    <a:pt x="578753" y="5564587"/>
                  </a:lnTo>
                  <a:lnTo>
                    <a:pt x="578847" y="5564587"/>
                  </a:lnTo>
                  <a:lnTo>
                    <a:pt x="579035" y="5564587"/>
                  </a:lnTo>
                  <a:lnTo>
                    <a:pt x="579412" y="5564587"/>
                  </a:lnTo>
                  <a:lnTo>
                    <a:pt x="579600" y="5564587"/>
                  </a:lnTo>
                  <a:lnTo>
                    <a:pt x="579977" y="5564587"/>
                  </a:lnTo>
                  <a:lnTo>
                    <a:pt x="580071" y="5564587"/>
                  </a:lnTo>
                  <a:lnTo>
                    <a:pt x="580165" y="5564587"/>
                  </a:lnTo>
                  <a:lnTo>
                    <a:pt x="580259" y="5564587"/>
                  </a:lnTo>
                  <a:lnTo>
                    <a:pt x="580354" y="5564587"/>
                  </a:lnTo>
                  <a:lnTo>
                    <a:pt x="580448" y="5564587"/>
                  </a:lnTo>
                  <a:lnTo>
                    <a:pt x="580542" y="5564587"/>
                  </a:lnTo>
                  <a:lnTo>
                    <a:pt x="580636" y="5564587"/>
                  </a:lnTo>
                  <a:lnTo>
                    <a:pt x="580824" y="5564587"/>
                  </a:lnTo>
                  <a:lnTo>
                    <a:pt x="581201" y="5564587"/>
                  </a:lnTo>
                  <a:lnTo>
                    <a:pt x="581483" y="5564587"/>
                  </a:lnTo>
                  <a:lnTo>
                    <a:pt x="581860" y="5564587"/>
                  </a:lnTo>
                  <a:lnTo>
                    <a:pt x="582048" y="5564587"/>
                  </a:lnTo>
                  <a:lnTo>
                    <a:pt x="582331" y="5564587"/>
                  </a:lnTo>
                  <a:lnTo>
                    <a:pt x="582425" y="5564587"/>
                  </a:lnTo>
                  <a:lnTo>
                    <a:pt x="582519" y="5564587"/>
                  </a:lnTo>
                  <a:lnTo>
                    <a:pt x="582707" y="5564587"/>
                  </a:lnTo>
                  <a:lnTo>
                    <a:pt x="582802" y="5564587"/>
                  </a:lnTo>
                  <a:lnTo>
                    <a:pt x="582896" y="5564587"/>
                  </a:lnTo>
                  <a:lnTo>
                    <a:pt x="582990" y="5564587"/>
                  </a:lnTo>
                  <a:lnTo>
                    <a:pt x="583178" y="5564587"/>
                  </a:lnTo>
                  <a:lnTo>
                    <a:pt x="583272" y="5564587"/>
                  </a:lnTo>
                  <a:lnTo>
                    <a:pt x="583837" y="5564587"/>
                  </a:lnTo>
                  <a:lnTo>
                    <a:pt x="584308" y="5564587"/>
                  </a:lnTo>
                  <a:lnTo>
                    <a:pt x="584402" y="5564587"/>
                  </a:lnTo>
                  <a:lnTo>
                    <a:pt x="584496" y="5564587"/>
                  </a:lnTo>
                  <a:lnTo>
                    <a:pt x="584590" y="5564587"/>
                  </a:lnTo>
                  <a:lnTo>
                    <a:pt x="584779" y="5564587"/>
                  </a:lnTo>
                  <a:lnTo>
                    <a:pt x="584873" y="5564587"/>
                  </a:lnTo>
                  <a:lnTo>
                    <a:pt x="585155" y="5564587"/>
                  </a:lnTo>
                  <a:lnTo>
                    <a:pt x="585532" y="5564587"/>
                  </a:lnTo>
                  <a:lnTo>
                    <a:pt x="585909" y="5564587"/>
                  </a:lnTo>
                  <a:lnTo>
                    <a:pt x="586097" y="5564587"/>
                  </a:lnTo>
                  <a:lnTo>
                    <a:pt x="586285" y="5564587"/>
                  </a:lnTo>
                  <a:lnTo>
                    <a:pt x="586379" y="5559676"/>
                  </a:lnTo>
                  <a:lnTo>
                    <a:pt x="586568" y="5559676"/>
                  </a:lnTo>
                  <a:lnTo>
                    <a:pt x="586662" y="5559676"/>
                  </a:lnTo>
                  <a:lnTo>
                    <a:pt x="586756" y="5559676"/>
                  </a:lnTo>
                  <a:lnTo>
                    <a:pt x="586850" y="5559676"/>
                  </a:lnTo>
                  <a:lnTo>
                    <a:pt x="587321" y="5554765"/>
                  </a:lnTo>
                  <a:lnTo>
                    <a:pt x="587509" y="5554765"/>
                  </a:lnTo>
                  <a:lnTo>
                    <a:pt x="587886" y="5554765"/>
                  </a:lnTo>
                  <a:lnTo>
                    <a:pt x="588074" y="5554765"/>
                  </a:lnTo>
                  <a:lnTo>
                    <a:pt x="588262" y="5554765"/>
                  </a:lnTo>
                  <a:lnTo>
                    <a:pt x="588451" y="5554765"/>
                  </a:lnTo>
                  <a:lnTo>
                    <a:pt x="588733" y="5549853"/>
                  </a:lnTo>
                  <a:lnTo>
                    <a:pt x="588921" y="5549853"/>
                  </a:lnTo>
                  <a:lnTo>
                    <a:pt x="589016" y="5549853"/>
                  </a:lnTo>
                  <a:lnTo>
                    <a:pt x="589110" y="5549853"/>
                  </a:lnTo>
                  <a:lnTo>
                    <a:pt x="589204" y="5549853"/>
                  </a:lnTo>
                  <a:lnTo>
                    <a:pt x="589298" y="5549853"/>
                  </a:lnTo>
                  <a:lnTo>
                    <a:pt x="589863" y="5549853"/>
                  </a:lnTo>
                  <a:lnTo>
                    <a:pt x="590145" y="5549853"/>
                  </a:lnTo>
                  <a:lnTo>
                    <a:pt x="590428" y="5549853"/>
                  </a:lnTo>
                  <a:lnTo>
                    <a:pt x="590804" y="5549853"/>
                  </a:lnTo>
                  <a:lnTo>
                    <a:pt x="590899" y="5549853"/>
                  </a:lnTo>
                  <a:lnTo>
                    <a:pt x="591087" y="5549853"/>
                  </a:lnTo>
                  <a:lnTo>
                    <a:pt x="591275" y="5549853"/>
                  </a:lnTo>
                  <a:lnTo>
                    <a:pt x="591746" y="5549853"/>
                  </a:lnTo>
                  <a:lnTo>
                    <a:pt x="592028" y="5549853"/>
                  </a:lnTo>
                  <a:lnTo>
                    <a:pt x="592217" y="5549853"/>
                  </a:lnTo>
                  <a:lnTo>
                    <a:pt x="592688" y="5549853"/>
                  </a:lnTo>
                  <a:lnTo>
                    <a:pt x="592782" y="5549853"/>
                  </a:lnTo>
                  <a:lnTo>
                    <a:pt x="592876" y="5549853"/>
                  </a:lnTo>
                  <a:lnTo>
                    <a:pt x="592970" y="5549853"/>
                  </a:lnTo>
                  <a:lnTo>
                    <a:pt x="593064" y="5549853"/>
                  </a:lnTo>
                  <a:lnTo>
                    <a:pt x="593158" y="5549853"/>
                  </a:lnTo>
                  <a:lnTo>
                    <a:pt x="593535" y="5549853"/>
                  </a:lnTo>
                  <a:lnTo>
                    <a:pt x="593629" y="5549853"/>
                  </a:lnTo>
                  <a:lnTo>
                    <a:pt x="593723" y="5549853"/>
                  </a:lnTo>
                  <a:lnTo>
                    <a:pt x="594194" y="5544942"/>
                  </a:lnTo>
                  <a:lnTo>
                    <a:pt x="594571" y="5544942"/>
                  </a:lnTo>
                  <a:lnTo>
                    <a:pt x="594665" y="5544942"/>
                  </a:lnTo>
                  <a:lnTo>
                    <a:pt x="594853" y="5544942"/>
                  </a:lnTo>
                  <a:lnTo>
                    <a:pt x="594947" y="5544942"/>
                  </a:lnTo>
                  <a:lnTo>
                    <a:pt x="595041" y="5544942"/>
                  </a:lnTo>
                  <a:lnTo>
                    <a:pt x="595135" y="5544942"/>
                  </a:lnTo>
                  <a:lnTo>
                    <a:pt x="595230" y="5544942"/>
                  </a:lnTo>
                  <a:lnTo>
                    <a:pt x="595324" y="5544942"/>
                  </a:lnTo>
                  <a:lnTo>
                    <a:pt x="595512" y="5544942"/>
                  </a:lnTo>
                  <a:lnTo>
                    <a:pt x="595700" y="5544942"/>
                  </a:lnTo>
                  <a:lnTo>
                    <a:pt x="595795" y="5544942"/>
                  </a:lnTo>
                  <a:lnTo>
                    <a:pt x="595889" y="5544942"/>
                  </a:lnTo>
                  <a:lnTo>
                    <a:pt x="595983" y="5544942"/>
                  </a:lnTo>
                  <a:lnTo>
                    <a:pt x="596077" y="5544942"/>
                  </a:lnTo>
                  <a:lnTo>
                    <a:pt x="596171" y="5544942"/>
                  </a:lnTo>
                  <a:lnTo>
                    <a:pt x="596265" y="5540030"/>
                  </a:lnTo>
                  <a:lnTo>
                    <a:pt x="596265" y="5535119"/>
                  </a:lnTo>
                  <a:lnTo>
                    <a:pt x="596642" y="5535119"/>
                  </a:lnTo>
                  <a:lnTo>
                    <a:pt x="596924" y="5535119"/>
                  </a:lnTo>
                  <a:lnTo>
                    <a:pt x="597113" y="5535119"/>
                  </a:lnTo>
                  <a:lnTo>
                    <a:pt x="597207" y="5535119"/>
                  </a:lnTo>
                  <a:lnTo>
                    <a:pt x="597395" y="5535119"/>
                  </a:lnTo>
                  <a:lnTo>
                    <a:pt x="597489" y="5535119"/>
                  </a:lnTo>
                  <a:lnTo>
                    <a:pt x="597583" y="5535119"/>
                  </a:lnTo>
                  <a:lnTo>
                    <a:pt x="597678" y="5535119"/>
                  </a:lnTo>
                  <a:lnTo>
                    <a:pt x="597866" y="5535119"/>
                  </a:lnTo>
                  <a:lnTo>
                    <a:pt x="597960" y="5535119"/>
                  </a:lnTo>
                  <a:lnTo>
                    <a:pt x="598243" y="5535119"/>
                  </a:lnTo>
                  <a:lnTo>
                    <a:pt x="598337" y="5535119"/>
                  </a:lnTo>
                  <a:lnTo>
                    <a:pt x="598431" y="5535119"/>
                  </a:lnTo>
                  <a:lnTo>
                    <a:pt x="598525" y="5535119"/>
                  </a:lnTo>
                  <a:lnTo>
                    <a:pt x="598619" y="5535119"/>
                  </a:lnTo>
                  <a:lnTo>
                    <a:pt x="598996" y="5535119"/>
                  </a:lnTo>
                  <a:lnTo>
                    <a:pt x="599090" y="5535119"/>
                  </a:lnTo>
                  <a:lnTo>
                    <a:pt x="599466" y="5535119"/>
                  </a:lnTo>
                  <a:lnTo>
                    <a:pt x="599561" y="5535119"/>
                  </a:lnTo>
                  <a:lnTo>
                    <a:pt x="599655" y="5535119"/>
                  </a:lnTo>
                  <a:lnTo>
                    <a:pt x="599749" y="5535119"/>
                  </a:lnTo>
                  <a:lnTo>
                    <a:pt x="600220" y="5535119"/>
                  </a:lnTo>
                  <a:lnTo>
                    <a:pt x="600502" y="5535119"/>
                  </a:lnTo>
                  <a:lnTo>
                    <a:pt x="600690" y="5535119"/>
                  </a:lnTo>
                  <a:lnTo>
                    <a:pt x="600879" y="5535119"/>
                  </a:lnTo>
                  <a:lnTo>
                    <a:pt x="600973" y="5535119"/>
                  </a:lnTo>
                  <a:lnTo>
                    <a:pt x="601161" y="5535119"/>
                  </a:lnTo>
                  <a:lnTo>
                    <a:pt x="601538" y="5535119"/>
                  </a:lnTo>
                  <a:lnTo>
                    <a:pt x="602574" y="5535119"/>
                  </a:lnTo>
                  <a:lnTo>
                    <a:pt x="602668" y="5535119"/>
                  </a:lnTo>
                  <a:lnTo>
                    <a:pt x="602762" y="5535119"/>
                  </a:lnTo>
                  <a:lnTo>
                    <a:pt x="603138" y="5535119"/>
                  </a:lnTo>
                  <a:lnTo>
                    <a:pt x="603138" y="5530208"/>
                  </a:lnTo>
                  <a:lnTo>
                    <a:pt x="603327" y="5530208"/>
                  </a:lnTo>
                  <a:lnTo>
                    <a:pt x="603421" y="5530208"/>
                  </a:lnTo>
                  <a:lnTo>
                    <a:pt x="603515" y="5530208"/>
                  </a:lnTo>
                  <a:lnTo>
                    <a:pt x="603797" y="5530208"/>
                  </a:lnTo>
                  <a:lnTo>
                    <a:pt x="604551" y="5530208"/>
                  </a:lnTo>
                  <a:lnTo>
                    <a:pt x="604739" y="5530208"/>
                  </a:lnTo>
                  <a:lnTo>
                    <a:pt x="605021" y="5530208"/>
                  </a:lnTo>
                  <a:lnTo>
                    <a:pt x="605116" y="5530208"/>
                  </a:lnTo>
                  <a:lnTo>
                    <a:pt x="605304" y="5530208"/>
                  </a:lnTo>
                  <a:lnTo>
                    <a:pt x="605681" y="5530208"/>
                  </a:lnTo>
                  <a:lnTo>
                    <a:pt x="606151" y="5530208"/>
                  </a:lnTo>
                  <a:lnTo>
                    <a:pt x="606434" y="5530208"/>
                  </a:lnTo>
                  <a:lnTo>
                    <a:pt x="606716" y="5530208"/>
                  </a:lnTo>
                  <a:lnTo>
                    <a:pt x="606810" y="5530208"/>
                  </a:lnTo>
                  <a:lnTo>
                    <a:pt x="606905" y="5530208"/>
                  </a:lnTo>
                  <a:lnTo>
                    <a:pt x="606999" y="5530208"/>
                  </a:lnTo>
                  <a:lnTo>
                    <a:pt x="607187" y="5530208"/>
                  </a:lnTo>
                  <a:lnTo>
                    <a:pt x="607469" y="5530208"/>
                  </a:lnTo>
                  <a:lnTo>
                    <a:pt x="607846" y="5530208"/>
                  </a:lnTo>
                  <a:lnTo>
                    <a:pt x="607846" y="5525296"/>
                  </a:lnTo>
                  <a:lnTo>
                    <a:pt x="608128" y="5525296"/>
                  </a:lnTo>
                  <a:lnTo>
                    <a:pt x="608223" y="5525296"/>
                  </a:lnTo>
                  <a:lnTo>
                    <a:pt x="608411" y="5525296"/>
                  </a:lnTo>
                  <a:lnTo>
                    <a:pt x="608505" y="5525296"/>
                  </a:lnTo>
                  <a:lnTo>
                    <a:pt x="608693" y="5525296"/>
                  </a:lnTo>
                  <a:lnTo>
                    <a:pt x="609070" y="5525296"/>
                  </a:lnTo>
                  <a:lnTo>
                    <a:pt x="609352" y="5525296"/>
                  </a:lnTo>
                  <a:lnTo>
                    <a:pt x="609635" y="5525296"/>
                  </a:lnTo>
                  <a:lnTo>
                    <a:pt x="609917" y="5520385"/>
                  </a:lnTo>
                  <a:lnTo>
                    <a:pt x="610200" y="5520385"/>
                  </a:lnTo>
                  <a:lnTo>
                    <a:pt x="610576" y="5520385"/>
                  </a:lnTo>
                  <a:lnTo>
                    <a:pt x="610859" y="5520385"/>
                  </a:lnTo>
                  <a:lnTo>
                    <a:pt x="610953" y="5520385"/>
                  </a:lnTo>
                  <a:lnTo>
                    <a:pt x="611330" y="5520385"/>
                  </a:lnTo>
                  <a:lnTo>
                    <a:pt x="611424" y="5520385"/>
                  </a:lnTo>
                  <a:lnTo>
                    <a:pt x="611518" y="5520385"/>
                  </a:lnTo>
                  <a:lnTo>
                    <a:pt x="611612" y="5520385"/>
                  </a:lnTo>
                  <a:lnTo>
                    <a:pt x="611706" y="5520385"/>
                  </a:lnTo>
                  <a:lnTo>
                    <a:pt x="611895" y="5520385"/>
                  </a:lnTo>
                  <a:lnTo>
                    <a:pt x="611989" y="5520385"/>
                  </a:lnTo>
                  <a:lnTo>
                    <a:pt x="612177" y="5520385"/>
                  </a:lnTo>
                  <a:lnTo>
                    <a:pt x="612365" y="5520385"/>
                  </a:lnTo>
                  <a:lnTo>
                    <a:pt x="612836" y="5520385"/>
                  </a:lnTo>
                  <a:lnTo>
                    <a:pt x="612930" y="5520385"/>
                  </a:lnTo>
                  <a:lnTo>
                    <a:pt x="613119" y="5520385"/>
                  </a:lnTo>
                  <a:lnTo>
                    <a:pt x="613213" y="5520385"/>
                  </a:lnTo>
                  <a:lnTo>
                    <a:pt x="613307" y="5520385"/>
                  </a:lnTo>
                  <a:lnTo>
                    <a:pt x="613589" y="5520385"/>
                  </a:lnTo>
                  <a:lnTo>
                    <a:pt x="613683" y="5520385"/>
                  </a:lnTo>
                  <a:lnTo>
                    <a:pt x="614060" y="5520385"/>
                  </a:lnTo>
                  <a:lnTo>
                    <a:pt x="614154" y="5520385"/>
                  </a:lnTo>
                  <a:lnTo>
                    <a:pt x="614343" y="5520385"/>
                  </a:lnTo>
                  <a:lnTo>
                    <a:pt x="614719" y="5520385"/>
                  </a:lnTo>
                  <a:lnTo>
                    <a:pt x="614813" y="5520385"/>
                  </a:lnTo>
                  <a:lnTo>
                    <a:pt x="615096" y="5520385"/>
                  </a:lnTo>
                  <a:lnTo>
                    <a:pt x="615190" y="5520385"/>
                  </a:lnTo>
                  <a:lnTo>
                    <a:pt x="615378" y="5520385"/>
                  </a:lnTo>
                  <a:lnTo>
                    <a:pt x="615755" y="5520385"/>
                  </a:lnTo>
                  <a:lnTo>
                    <a:pt x="615943" y="5520385"/>
                  </a:lnTo>
                  <a:lnTo>
                    <a:pt x="616508" y="5520385"/>
                  </a:lnTo>
                  <a:lnTo>
                    <a:pt x="616602" y="5520385"/>
                  </a:lnTo>
                  <a:lnTo>
                    <a:pt x="616790" y="5520385"/>
                  </a:lnTo>
                  <a:lnTo>
                    <a:pt x="617638" y="5520385"/>
                  </a:lnTo>
                  <a:lnTo>
                    <a:pt x="617732" y="5520385"/>
                  </a:lnTo>
                  <a:lnTo>
                    <a:pt x="617920" y="5515474"/>
                  </a:lnTo>
                  <a:lnTo>
                    <a:pt x="618014" y="5515474"/>
                  </a:lnTo>
                  <a:lnTo>
                    <a:pt x="618109" y="5515474"/>
                  </a:lnTo>
                  <a:lnTo>
                    <a:pt x="618485" y="5515474"/>
                  </a:lnTo>
                  <a:lnTo>
                    <a:pt x="618862" y="5515474"/>
                  </a:lnTo>
                  <a:lnTo>
                    <a:pt x="619144" y="5515474"/>
                  </a:lnTo>
                  <a:lnTo>
                    <a:pt x="619238" y="5515474"/>
                  </a:lnTo>
                  <a:lnTo>
                    <a:pt x="620086" y="5505651"/>
                  </a:lnTo>
                  <a:lnTo>
                    <a:pt x="620180" y="5505651"/>
                  </a:lnTo>
                  <a:lnTo>
                    <a:pt x="620651" y="5505651"/>
                  </a:lnTo>
                  <a:lnTo>
                    <a:pt x="620933" y="5505651"/>
                  </a:lnTo>
                  <a:lnTo>
                    <a:pt x="621027" y="5505651"/>
                  </a:lnTo>
                  <a:lnTo>
                    <a:pt x="621121" y="5505651"/>
                  </a:lnTo>
                  <a:lnTo>
                    <a:pt x="621216" y="5505651"/>
                  </a:lnTo>
                  <a:lnTo>
                    <a:pt x="621592" y="5505651"/>
                  </a:lnTo>
                  <a:lnTo>
                    <a:pt x="621781" y="5505651"/>
                  </a:lnTo>
                  <a:lnTo>
                    <a:pt x="621969" y="5505651"/>
                  </a:lnTo>
                  <a:lnTo>
                    <a:pt x="622628" y="5505651"/>
                  </a:lnTo>
                  <a:lnTo>
                    <a:pt x="622722" y="5505651"/>
                  </a:lnTo>
                  <a:lnTo>
                    <a:pt x="623381" y="5500739"/>
                  </a:lnTo>
                  <a:lnTo>
                    <a:pt x="623664" y="5500739"/>
                  </a:lnTo>
                  <a:lnTo>
                    <a:pt x="623758" y="5500739"/>
                  </a:lnTo>
                  <a:lnTo>
                    <a:pt x="624134" y="5500739"/>
                  </a:lnTo>
                  <a:lnTo>
                    <a:pt x="624511" y="5500739"/>
                  </a:lnTo>
                  <a:lnTo>
                    <a:pt x="624605" y="5500739"/>
                  </a:lnTo>
                  <a:lnTo>
                    <a:pt x="624605" y="5495828"/>
                  </a:lnTo>
                  <a:lnTo>
                    <a:pt x="624699" y="5495828"/>
                  </a:lnTo>
                  <a:lnTo>
                    <a:pt x="625358" y="5495828"/>
                  </a:lnTo>
                  <a:lnTo>
                    <a:pt x="625452" y="5495828"/>
                  </a:lnTo>
                  <a:lnTo>
                    <a:pt x="625547" y="5495828"/>
                  </a:lnTo>
                  <a:lnTo>
                    <a:pt x="625735" y="5490917"/>
                  </a:lnTo>
                  <a:lnTo>
                    <a:pt x="625829" y="5490917"/>
                  </a:lnTo>
                  <a:lnTo>
                    <a:pt x="626112" y="5490917"/>
                  </a:lnTo>
                  <a:lnTo>
                    <a:pt x="626206" y="5490917"/>
                  </a:lnTo>
                  <a:lnTo>
                    <a:pt x="626394" y="5490917"/>
                  </a:lnTo>
                  <a:lnTo>
                    <a:pt x="626676" y="5490917"/>
                  </a:lnTo>
                  <a:lnTo>
                    <a:pt x="626959" y="5490917"/>
                  </a:lnTo>
                  <a:lnTo>
                    <a:pt x="627053" y="5490917"/>
                  </a:lnTo>
                  <a:lnTo>
                    <a:pt x="627241" y="5490917"/>
                  </a:lnTo>
                  <a:lnTo>
                    <a:pt x="627900" y="5476183"/>
                  </a:lnTo>
                  <a:lnTo>
                    <a:pt x="627995" y="5476183"/>
                  </a:lnTo>
                  <a:lnTo>
                    <a:pt x="628277" y="5476183"/>
                  </a:lnTo>
                  <a:lnTo>
                    <a:pt x="628371" y="5476183"/>
                  </a:lnTo>
                  <a:lnTo>
                    <a:pt x="628748" y="5476183"/>
                  </a:lnTo>
                  <a:lnTo>
                    <a:pt x="629124" y="5476183"/>
                  </a:lnTo>
                  <a:lnTo>
                    <a:pt x="629219" y="5476183"/>
                  </a:lnTo>
                  <a:lnTo>
                    <a:pt x="629313" y="5476183"/>
                  </a:lnTo>
                  <a:lnTo>
                    <a:pt x="629501" y="5476183"/>
                  </a:lnTo>
                  <a:lnTo>
                    <a:pt x="629783" y="5476183"/>
                  </a:lnTo>
                  <a:lnTo>
                    <a:pt x="629972" y="5476183"/>
                  </a:lnTo>
                  <a:lnTo>
                    <a:pt x="630160" y="5476183"/>
                  </a:lnTo>
                  <a:lnTo>
                    <a:pt x="630443" y="5476183"/>
                  </a:lnTo>
                  <a:lnTo>
                    <a:pt x="630537" y="5476183"/>
                  </a:lnTo>
                  <a:lnTo>
                    <a:pt x="630725" y="5476183"/>
                  </a:lnTo>
                  <a:lnTo>
                    <a:pt x="630819" y="5476183"/>
                  </a:lnTo>
                  <a:lnTo>
                    <a:pt x="631196" y="5476183"/>
                  </a:lnTo>
                  <a:lnTo>
                    <a:pt x="631384" y="5476183"/>
                  </a:lnTo>
                  <a:lnTo>
                    <a:pt x="631667" y="5471271"/>
                  </a:lnTo>
                  <a:lnTo>
                    <a:pt x="631761" y="5471271"/>
                  </a:lnTo>
                  <a:lnTo>
                    <a:pt x="632231" y="5471271"/>
                  </a:lnTo>
                  <a:lnTo>
                    <a:pt x="632514" y="5471271"/>
                  </a:lnTo>
                  <a:lnTo>
                    <a:pt x="633267" y="5471271"/>
                  </a:lnTo>
                  <a:lnTo>
                    <a:pt x="633644" y="5471271"/>
                  </a:lnTo>
                  <a:lnTo>
                    <a:pt x="633738" y="5471271"/>
                  </a:lnTo>
                  <a:lnTo>
                    <a:pt x="633926" y="5471271"/>
                  </a:lnTo>
                  <a:lnTo>
                    <a:pt x="634303" y="5471271"/>
                  </a:lnTo>
                  <a:lnTo>
                    <a:pt x="634585" y="5471271"/>
                  </a:lnTo>
                  <a:lnTo>
                    <a:pt x="634962" y="5471271"/>
                  </a:lnTo>
                  <a:lnTo>
                    <a:pt x="635338" y="5471271"/>
                  </a:lnTo>
                  <a:lnTo>
                    <a:pt x="635527" y="5466360"/>
                  </a:lnTo>
                  <a:lnTo>
                    <a:pt x="636092" y="5466360"/>
                  </a:lnTo>
                  <a:lnTo>
                    <a:pt x="636186" y="5466360"/>
                  </a:lnTo>
                  <a:lnTo>
                    <a:pt x="636280" y="5466360"/>
                  </a:lnTo>
                  <a:lnTo>
                    <a:pt x="636468" y="5466360"/>
                  </a:lnTo>
                  <a:lnTo>
                    <a:pt x="636562" y="5466360"/>
                  </a:lnTo>
                  <a:lnTo>
                    <a:pt x="636751" y="5466360"/>
                  </a:lnTo>
                  <a:lnTo>
                    <a:pt x="636845" y="5466360"/>
                  </a:lnTo>
                  <a:lnTo>
                    <a:pt x="636939" y="5466360"/>
                  </a:lnTo>
                  <a:lnTo>
                    <a:pt x="637598" y="5466360"/>
                  </a:lnTo>
                  <a:lnTo>
                    <a:pt x="637692" y="5466360"/>
                  </a:lnTo>
                  <a:lnTo>
                    <a:pt x="637975" y="5466360"/>
                  </a:lnTo>
                  <a:lnTo>
                    <a:pt x="638351" y="5466360"/>
                  </a:lnTo>
                  <a:lnTo>
                    <a:pt x="638634" y="5466360"/>
                  </a:lnTo>
                  <a:lnTo>
                    <a:pt x="638916" y="5466360"/>
                  </a:lnTo>
                  <a:lnTo>
                    <a:pt x="639199" y="5466360"/>
                  </a:lnTo>
                  <a:lnTo>
                    <a:pt x="639293" y="5466360"/>
                  </a:lnTo>
                  <a:lnTo>
                    <a:pt x="639575" y="5466360"/>
                  </a:lnTo>
                  <a:lnTo>
                    <a:pt x="639952" y="5466360"/>
                  </a:lnTo>
                  <a:lnTo>
                    <a:pt x="640046" y="5466360"/>
                  </a:lnTo>
                  <a:lnTo>
                    <a:pt x="640140" y="5466360"/>
                  </a:lnTo>
                  <a:lnTo>
                    <a:pt x="640423" y="5466360"/>
                  </a:lnTo>
                  <a:lnTo>
                    <a:pt x="640893" y="5466360"/>
                  </a:lnTo>
                  <a:lnTo>
                    <a:pt x="641082" y="5466360"/>
                  </a:lnTo>
                  <a:lnTo>
                    <a:pt x="641647" y="5466360"/>
                  </a:lnTo>
                  <a:lnTo>
                    <a:pt x="641741" y="5466360"/>
                  </a:lnTo>
                  <a:lnTo>
                    <a:pt x="641929" y="5466360"/>
                  </a:lnTo>
                  <a:lnTo>
                    <a:pt x="642117" y="5466360"/>
                  </a:lnTo>
                  <a:lnTo>
                    <a:pt x="642400" y="5466360"/>
                  </a:lnTo>
                  <a:lnTo>
                    <a:pt x="642588" y="5466360"/>
                  </a:lnTo>
                  <a:lnTo>
                    <a:pt x="642871" y="5466360"/>
                  </a:lnTo>
                  <a:lnTo>
                    <a:pt x="642965" y="5466360"/>
                  </a:lnTo>
                  <a:lnTo>
                    <a:pt x="643247" y="5466360"/>
                  </a:lnTo>
                  <a:lnTo>
                    <a:pt x="643530" y="5466360"/>
                  </a:lnTo>
                  <a:lnTo>
                    <a:pt x="643624" y="5466360"/>
                  </a:lnTo>
                  <a:lnTo>
                    <a:pt x="643906" y="5466360"/>
                  </a:lnTo>
                  <a:lnTo>
                    <a:pt x="644095" y="5466360"/>
                  </a:lnTo>
                  <a:lnTo>
                    <a:pt x="644189" y="5466360"/>
                  </a:lnTo>
                  <a:lnTo>
                    <a:pt x="644660" y="5466360"/>
                  </a:lnTo>
                  <a:lnTo>
                    <a:pt x="644754" y="5466360"/>
                  </a:lnTo>
                  <a:lnTo>
                    <a:pt x="644942" y="5466360"/>
                  </a:lnTo>
                  <a:lnTo>
                    <a:pt x="645224" y="5466360"/>
                  </a:lnTo>
                  <a:lnTo>
                    <a:pt x="645319" y="5466360"/>
                  </a:lnTo>
                  <a:lnTo>
                    <a:pt x="645601" y="5466360"/>
                  </a:lnTo>
                  <a:lnTo>
                    <a:pt x="645884" y="5466360"/>
                  </a:lnTo>
                  <a:lnTo>
                    <a:pt x="645978" y="5466360"/>
                  </a:lnTo>
                  <a:lnTo>
                    <a:pt x="646072" y="5466360"/>
                  </a:lnTo>
                  <a:lnTo>
                    <a:pt x="646448" y="5466360"/>
                  </a:lnTo>
                  <a:lnTo>
                    <a:pt x="646637" y="5466360"/>
                  </a:lnTo>
                  <a:lnTo>
                    <a:pt x="646825" y="5466360"/>
                  </a:lnTo>
                  <a:lnTo>
                    <a:pt x="647296" y="5466360"/>
                  </a:lnTo>
                  <a:lnTo>
                    <a:pt x="647484" y="5466360"/>
                  </a:lnTo>
                  <a:lnTo>
                    <a:pt x="647578" y="5466360"/>
                  </a:lnTo>
                  <a:lnTo>
                    <a:pt x="647767" y="5466360"/>
                  </a:lnTo>
                  <a:lnTo>
                    <a:pt x="647955" y="5466360"/>
                  </a:lnTo>
                  <a:lnTo>
                    <a:pt x="648237" y="5466360"/>
                  </a:lnTo>
                  <a:lnTo>
                    <a:pt x="648802" y="5466360"/>
                  </a:lnTo>
                  <a:lnTo>
                    <a:pt x="648896" y="5466360"/>
                  </a:lnTo>
                  <a:lnTo>
                    <a:pt x="648991" y="5466360"/>
                  </a:lnTo>
                  <a:lnTo>
                    <a:pt x="649179" y="5466360"/>
                  </a:lnTo>
                  <a:lnTo>
                    <a:pt x="649273" y="5466360"/>
                  </a:lnTo>
                  <a:lnTo>
                    <a:pt x="649932" y="5466360"/>
                  </a:lnTo>
                  <a:lnTo>
                    <a:pt x="650120" y="5461448"/>
                  </a:lnTo>
                  <a:lnTo>
                    <a:pt x="650591" y="5456537"/>
                  </a:lnTo>
                  <a:lnTo>
                    <a:pt x="650874" y="5456537"/>
                  </a:lnTo>
                  <a:lnTo>
                    <a:pt x="651062" y="5456537"/>
                  </a:lnTo>
                  <a:lnTo>
                    <a:pt x="651156" y="5456537"/>
                  </a:lnTo>
                  <a:lnTo>
                    <a:pt x="651250" y="5451626"/>
                  </a:lnTo>
                  <a:lnTo>
                    <a:pt x="651721" y="5451626"/>
                  </a:lnTo>
                  <a:lnTo>
                    <a:pt x="651815" y="5451626"/>
                  </a:lnTo>
                  <a:lnTo>
                    <a:pt x="651909" y="5451626"/>
                  </a:lnTo>
                  <a:lnTo>
                    <a:pt x="652474" y="5451626"/>
                  </a:lnTo>
                  <a:lnTo>
                    <a:pt x="653133" y="5451626"/>
                  </a:lnTo>
                  <a:lnTo>
                    <a:pt x="653227" y="5451626"/>
                  </a:lnTo>
                  <a:lnTo>
                    <a:pt x="653604" y="5451626"/>
                  </a:lnTo>
                  <a:lnTo>
                    <a:pt x="654075" y="5451626"/>
                  </a:lnTo>
                  <a:lnTo>
                    <a:pt x="654169" y="5451626"/>
                  </a:lnTo>
                  <a:lnTo>
                    <a:pt x="654640" y="5451626"/>
                  </a:lnTo>
                  <a:lnTo>
                    <a:pt x="655110" y="5451626"/>
                  </a:lnTo>
                  <a:lnTo>
                    <a:pt x="655299" y="5451626"/>
                  </a:lnTo>
                  <a:lnTo>
                    <a:pt x="655299" y="5446714"/>
                  </a:lnTo>
                  <a:lnTo>
                    <a:pt x="655393" y="5446714"/>
                  </a:lnTo>
                  <a:lnTo>
                    <a:pt x="655487" y="5446714"/>
                  </a:lnTo>
                  <a:lnTo>
                    <a:pt x="655864" y="5446714"/>
                  </a:lnTo>
                  <a:lnTo>
                    <a:pt x="656240" y="5446714"/>
                  </a:lnTo>
                  <a:lnTo>
                    <a:pt x="656334" y="5446714"/>
                  </a:lnTo>
                  <a:lnTo>
                    <a:pt x="656523" y="5446714"/>
                  </a:lnTo>
                  <a:lnTo>
                    <a:pt x="656711" y="5446714"/>
                  </a:lnTo>
                  <a:lnTo>
                    <a:pt x="656805" y="5446714"/>
                  </a:lnTo>
                  <a:lnTo>
                    <a:pt x="656899" y="5446714"/>
                  </a:lnTo>
                  <a:lnTo>
                    <a:pt x="657182" y="5446714"/>
                  </a:lnTo>
                  <a:lnTo>
                    <a:pt x="657464" y="5441803"/>
                  </a:lnTo>
                  <a:lnTo>
                    <a:pt x="657558" y="5441803"/>
                  </a:lnTo>
                  <a:lnTo>
                    <a:pt x="657841" y="5441803"/>
                  </a:lnTo>
                  <a:lnTo>
                    <a:pt x="657935" y="5441803"/>
                  </a:lnTo>
                  <a:lnTo>
                    <a:pt x="658029" y="5441803"/>
                  </a:lnTo>
                  <a:lnTo>
                    <a:pt x="658217" y="5441803"/>
                  </a:lnTo>
                  <a:lnTo>
                    <a:pt x="658312" y="5441803"/>
                  </a:lnTo>
                  <a:lnTo>
                    <a:pt x="658406" y="5441803"/>
                  </a:lnTo>
                  <a:lnTo>
                    <a:pt x="658500" y="5441803"/>
                  </a:lnTo>
                  <a:lnTo>
                    <a:pt x="658594" y="5441803"/>
                  </a:lnTo>
                  <a:lnTo>
                    <a:pt x="658688" y="5441803"/>
                  </a:lnTo>
                  <a:lnTo>
                    <a:pt x="658877" y="5441803"/>
                  </a:lnTo>
                  <a:lnTo>
                    <a:pt x="658971" y="5441803"/>
                  </a:lnTo>
                  <a:lnTo>
                    <a:pt x="659347" y="5441803"/>
                  </a:lnTo>
                  <a:lnTo>
                    <a:pt x="659536" y="5441803"/>
                  </a:lnTo>
                  <a:lnTo>
                    <a:pt x="659630" y="5441803"/>
                  </a:lnTo>
                  <a:lnTo>
                    <a:pt x="659724" y="5441803"/>
                  </a:lnTo>
                  <a:lnTo>
                    <a:pt x="659818" y="5441803"/>
                  </a:lnTo>
                  <a:lnTo>
                    <a:pt x="660100" y="5441803"/>
                  </a:lnTo>
                  <a:lnTo>
                    <a:pt x="660195" y="5441803"/>
                  </a:lnTo>
                  <a:lnTo>
                    <a:pt x="660289" y="5441803"/>
                  </a:lnTo>
                  <a:lnTo>
                    <a:pt x="660477" y="5441803"/>
                  </a:lnTo>
                  <a:lnTo>
                    <a:pt x="660665" y="5441803"/>
                  </a:lnTo>
                  <a:lnTo>
                    <a:pt x="660760" y="5441803"/>
                  </a:lnTo>
                  <a:lnTo>
                    <a:pt x="660854" y="5441803"/>
                  </a:lnTo>
                  <a:lnTo>
                    <a:pt x="660948" y="5441803"/>
                  </a:lnTo>
                  <a:lnTo>
                    <a:pt x="661042" y="5441803"/>
                  </a:lnTo>
                  <a:lnTo>
                    <a:pt x="661230" y="5441803"/>
                  </a:lnTo>
                  <a:lnTo>
                    <a:pt x="661419" y="5441803"/>
                  </a:lnTo>
                  <a:lnTo>
                    <a:pt x="661701" y="5441803"/>
                  </a:lnTo>
                  <a:lnTo>
                    <a:pt x="661889" y="5441803"/>
                  </a:lnTo>
                  <a:lnTo>
                    <a:pt x="662078" y="5441803"/>
                  </a:lnTo>
                  <a:lnTo>
                    <a:pt x="662172" y="5436892"/>
                  </a:lnTo>
                  <a:lnTo>
                    <a:pt x="662266" y="5436892"/>
                  </a:lnTo>
                  <a:lnTo>
                    <a:pt x="662454" y="5436892"/>
                  </a:lnTo>
                  <a:lnTo>
                    <a:pt x="662548" y="5436892"/>
                  </a:lnTo>
                  <a:lnTo>
                    <a:pt x="662643" y="5436892"/>
                  </a:lnTo>
                  <a:lnTo>
                    <a:pt x="662925" y="5436892"/>
                  </a:lnTo>
                  <a:lnTo>
                    <a:pt x="663113" y="5436892"/>
                  </a:lnTo>
                  <a:lnTo>
                    <a:pt x="663208" y="5436892"/>
                  </a:lnTo>
                  <a:lnTo>
                    <a:pt x="663302" y="5436892"/>
                  </a:lnTo>
                  <a:lnTo>
                    <a:pt x="663867" y="5436892"/>
                  </a:lnTo>
                  <a:lnTo>
                    <a:pt x="664714" y="5436892"/>
                  </a:lnTo>
                  <a:lnTo>
                    <a:pt x="664808" y="5436892"/>
                  </a:lnTo>
                  <a:lnTo>
                    <a:pt x="664902" y="5436892"/>
                  </a:lnTo>
                  <a:lnTo>
                    <a:pt x="665091" y="5436892"/>
                  </a:lnTo>
                  <a:lnTo>
                    <a:pt x="665561" y="5436892"/>
                  </a:lnTo>
                  <a:lnTo>
                    <a:pt x="665655" y="5436892"/>
                  </a:lnTo>
                  <a:lnTo>
                    <a:pt x="665938" y="5436892"/>
                  </a:lnTo>
                  <a:lnTo>
                    <a:pt x="666220" y="5436892"/>
                  </a:lnTo>
                  <a:lnTo>
                    <a:pt x="666503" y="5436892"/>
                  </a:lnTo>
                  <a:lnTo>
                    <a:pt x="666597" y="5436892"/>
                  </a:lnTo>
                  <a:lnTo>
                    <a:pt x="666691" y="5431980"/>
                  </a:lnTo>
                  <a:lnTo>
                    <a:pt x="666879" y="5431980"/>
                  </a:lnTo>
                  <a:lnTo>
                    <a:pt x="667068" y="5431980"/>
                  </a:lnTo>
                  <a:lnTo>
                    <a:pt x="667162" y="5431980"/>
                  </a:lnTo>
                  <a:lnTo>
                    <a:pt x="667256" y="5431980"/>
                  </a:lnTo>
                  <a:lnTo>
                    <a:pt x="667539" y="5431980"/>
                  </a:lnTo>
                  <a:lnTo>
                    <a:pt x="667633" y="5431980"/>
                  </a:lnTo>
                  <a:lnTo>
                    <a:pt x="668009" y="5431980"/>
                  </a:lnTo>
                  <a:lnTo>
                    <a:pt x="668198" y="5431980"/>
                  </a:lnTo>
                  <a:lnTo>
                    <a:pt x="668857" y="5431980"/>
                  </a:lnTo>
                  <a:lnTo>
                    <a:pt x="668951" y="5431980"/>
                  </a:lnTo>
                  <a:lnTo>
                    <a:pt x="669045" y="5431980"/>
                  </a:lnTo>
                  <a:lnTo>
                    <a:pt x="669704" y="5431980"/>
                  </a:lnTo>
                  <a:lnTo>
                    <a:pt x="669798" y="5431980"/>
                  </a:lnTo>
                  <a:lnTo>
                    <a:pt x="669986" y="5431980"/>
                  </a:lnTo>
                  <a:lnTo>
                    <a:pt x="670081" y="5431980"/>
                  </a:lnTo>
                  <a:lnTo>
                    <a:pt x="670363" y="5431980"/>
                  </a:lnTo>
                  <a:lnTo>
                    <a:pt x="670646" y="5431980"/>
                  </a:lnTo>
                  <a:lnTo>
                    <a:pt x="670834" y="5431980"/>
                  </a:lnTo>
                  <a:lnTo>
                    <a:pt x="671022" y="5431980"/>
                  </a:lnTo>
                  <a:lnTo>
                    <a:pt x="671210" y="5431980"/>
                  </a:lnTo>
                  <a:lnTo>
                    <a:pt x="671399" y="5431980"/>
                  </a:lnTo>
                  <a:lnTo>
                    <a:pt x="671587" y="5431980"/>
                  </a:lnTo>
                  <a:lnTo>
                    <a:pt x="672058" y="5431980"/>
                  </a:lnTo>
                  <a:lnTo>
                    <a:pt x="672529" y="5431980"/>
                  </a:lnTo>
                  <a:lnTo>
                    <a:pt x="672623" y="5431980"/>
                  </a:lnTo>
                  <a:lnTo>
                    <a:pt x="672905" y="5431980"/>
                  </a:lnTo>
                  <a:lnTo>
                    <a:pt x="673188" y="5431980"/>
                  </a:lnTo>
                  <a:lnTo>
                    <a:pt x="673376" y="5422157"/>
                  </a:lnTo>
                  <a:lnTo>
                    <a:pt x="673470" y="5422157"/>
                  </a:lnTo>
                  <a:lnTo>
                    <a:pt x="673564" y="5422157"/>
                  </a:lnTo>
                  <a:lnTo>
                    <a:pt x="673658" y="5422157"/>
                  </a:lnTo>
                  <a:lnTo>
                    <a:pt x="673753" y="5422157"/>
                  </a:lnTo>
                  <a:lnTo>
                    <a:pt x="674035" y="5422157"/>
                  </a:lnTo>
                  <a:lnTo>
                    <a:pt x="674129" y="5422157"/>
                  </a:lnTo>
                  <a:lnTo>
                    <a:pt x="674412" y="5422157"/>
                  </a:lnTo>
                  <a:lnTo>
                    <a:pt x="674506" y="5422157"/>
                  </a:lnTo>
                  <a:lnTo>
                    <a:pt x="674600" y="5422157"/>
                  </a:lnTo>
                  <a:lnTo>
                    <a:pt x="674788" y="5422157"/>
                  </a:lnTo>
                  <a:lnTo>
                    <a:pt x="675165" y="5422157"/>
                  </a:lnTo>
                  <a:lnTo>
                    <a:pt x="675259" y="5422157"/>
                  </a:lnTo>
                  <a:lnTo>
                    <a:pt x="675353" y="5422157"/>
                  </a:lnTo>
                  <a:lnTo>
                    <a:pt x="675636" y="5422157"/>
                  </a:lnTo>
                  <a:lnTo>
                    <a:pt x="675824" y="5422157"/>
                  </a:lnTo>
                  <a:lnTo>
                    <a:pt x="676012" y="5422157"/>
                  </a:lnTo>
                  <a:lnTo>
                    <a:pt x="676295" y="5422157"/>
                  </a:lnTo>
                  <a:lnTo>
                    <a:pt x="676389" y="5417246"/>
                  </a:lnTo>
                  <a:lnTo>
                    <a:pt x="676483" y="5417246"/>
                  </a:lnTo>
                  <a:lnTo>
                    <a:pt x="676577" y="5417246"/>
                  </a:lnTo>
                  <a:lnTo>
                    <a:pt x="676860" y="5417246"/>
                  </a:lnTo>
                  <a:lnTo>
                    <a:pt x="677236" y="5417246"/>
                  </a:lnTo>
                  <a:lnTo>
                    <a:pt x="677425" y="5417246"/>
                  </a:lnTo>
                  <a:lnTo>
                    <a:pt x="677519" y="5417246"/>
                  </a:lnTo>
                  <a:lnTo>
                    <a:pt x="677707" y="5417246"/>
                  </a:lnTo>
                  <a:lnTo>
                    <a:pt x="677895" y="5417246"/>
                  </a:lnTo>
                  <a:lnTo>
                    <a:pt x="678084" y="5417246"/>
                  </a:lnTo>
                  <a:lnTo>
                    <a:pt x="678178" y="5417246"/>
                  </a:lnTo>
                  <a:lnTo>
                    <a:pt x="678272" y="5417246"/>
                  </a:lnTo>
                  <a:lnTo>
                    <a:pt x="678366" y="5417246"/>
                  </a:lnTo>
                  <a:lnTo>
                    <a:pt x="678460" y="5417246"/>
                  </a:lnTo>
                  <a:lnTo>
                    <a:pt x="678554" y="5417246"/>
                  </a:lnTo>
                  <a:lnTo>
                    <a:pt x="678648" y="5417246"/>
                  </a:lnTo>
                  <a:lnTo>
                    <a:pt x="679025" y="5417246"/>
                  </a:lnTo>
                  <a:lnTo>
                    <a:pt x="679119" y="5417246"/>
                  </a:lnTo>
                  <a:lnTo>
                    <a:pt x="679213" y="5417246"/>
                  </a:lnTo>
                  <a:lnTo>
                    <a:pt x="679496" y="5417246"/>
                  </a:lnTo>
                  <a:lnTo>
                    <a:pt x="679496" y="5412335"/>
                  </a:lnTo>
                  <a:lnTo>
                    <a:pt x="679590" y="5412335"/>
                  </a:lnTo>
                  <a:lnTo>
                    <a:pt x="679967" y="5412335"/>
                  </a:lnTo>
                  <a:lnTo>
                    <a:pt x="680908" y="5412335"/>
                  </a:lnTo>
                  <a:lnTo>
                    <a:pt x="681002" y="5412335"/>
                  </a:lnTo>
                  <a:lnTo>
                    <a:pt x="681473" y="5412335"/>
                  </a:lnTo>
                  <a:lnTo>
                    <a:pt x="681661" y="5412335"/>
                  </a:lnTo>
                  <a:lnTo>
                    <a:pt x="681756" y="5412335"/>
                  </a:lnTo>
                  <a:lnTo>
                    <a:pt x="682320" y="5412335"/>
                  </a:lnTo>
                  <a:lnTo>
                    <a:pt x="682509" y="5412335"/>
                  </a:lnTo>
                  <a:lnTo>
                    <a:pt x="682791" y="5412335"/>
                  </a:lnTo>
                  <a:lnTo>
                    <a:pt x="682979" y="5412335"/>
                  </a:lnTo>
                  <a:lnTo>
                    <a:pt x="683074" y="5412335"/>
                  </a:lnTo>
                  <a:lnTo>
                    <a:pt x="683262" y="5412335"/>
                  </a:lnTo>
                  <a:lnTo>
                    <a:pt x="683921" y="5412335"/>
                  </a:lnTo>
                  <a:lnTo>
                    <a:pt x="684298" y="5412335"/>
                  </a:lnTo>
                  <a:lnTo>
                    <a:pt x="684580" y="5412335"/>
                  </a:lnTo>
                  <a:lnTo>
                    <a:pt x="684768" y="5412335"/>
                  </a:lnTo>
                  <a:lnTo>
                    <a:pt x="685145" y="5407423"/>
                  </a:lnTo>
                  <a:lnTo>
                    <a:pt x="685427" y="5407423"/>
                  </a:lnTo>
                  <a:lnTo>
                    <a:pt x="685522" y="5407423"/>
                  </a:lnTo>
                  <a:lnTo>
                    <a:pt x="685710" y="5407423"/>
                  </a:lnTo>
                  <a:lnTo>
                    <a:pt x="685992" y="5407423"/>
                  </a:lnTo>
                  <a:lnTo>
                    <a:pt x="686463" y="5407423"/>
                  </a:lnTo>
                  <a:lnTo>
                    <a:pt x="686840" y="5407423"/>
                  </a:lnTo>
                  <a:lnTo>
                    <a:pt x="687405" y="5407423"/>
                  </a:lnTo>
                  <a:lnTo>
                    <a:pt x="687499" y="5407423"/>
                  </a:lnTo>
                  <a:lnTo>
                    <a:pt x="687593" y="5407423"/>
                  </a:lnTo>
                  <a:lnTo>
                    <a:pt x="688534" y="5402512"/>
                  </a:lnTo>
                  <a:lnTo>
                    <a:pt x="688723" y="5402512"/>
                  </a:lnTo>
                  <a:lnTo>
                    <a:pt x="688911" y="5402512"/>
                  </a:lnTo>
                  <a:lnTo>
                    <a:pt x="689005" y="5402512"/>
                  </a:lnTo>
                  <a:lnTo>
                    <a:pt x="689288" y="5402512"/>
                  </a:lnTo>
                  <a:lnTo>
                    <a:pt x="689476" y="5402512"/>
                  </a:lnTo>
                  <a:lnTo>
                    <a:pt x="689947" y="5402512"/>
                  </a:lnTo>
                  <a:lnTo>
                    <a:pt x="690135" y="5402512"/>
                  </a:lnTo>
                  <a:lnTo>
                    <a:pt x="690229" y="5402512"/>
                  </a:lnTo>
                  <a:lnTo>
                    <a:pt x="690418" y="5402512"/>
                  </a:lnTo>
                  <a:lnTo>
                    <a:pt x="690982" y="5397601"/>
                  </a:lnTo>
                  <a:lnTo>
                    <a:pt x="691265" y="5392689"/>
                  </a:lnTo>
                  <a:lnTo>
                    <a:pt x="691359" y="5392689"/>
                  </a:lnTo>
                  <a:lnTo>
                    <a:pt x="691547" y="5392689"/>
                  </a:lnTo>
                  <a:lnTo>
                    <a:pt x="692018" y="5392689"/>
                  </a:lnTo>
                  <a:lnTo>
                    <a:pt x="692395" y="5392689"/>
                  </a:lnTo>
                  <a:lnTo>
                    <a:pt x="692489" y="5392689"/>
                  </a:lnTo>
                  <a:lnTo>
                    <a:pt x="692583" y="5392689"/>
                  </a:lnTo>
                  <a:lnTo>
                    <a:pt x="692771" y="5392689"/>
                  </a:lnTo>
                  <a:lnTo>
                    <a:pt x="692865" y="5392689"/>
                  </a:lnTo>
                  <a:lnTo>
                    <a:pt x="693054" y="5392689"/>
                  </a:lnTo>
                  <a:lnTo>
                    <a:pt x="693148" y="5392689"/>
                  </a:lnTo>
                  <a:lnTo>
                    <a:pt x="693336" y="5392689"/>
                  </a:lnTo>
                  <a:lnTo>
                    <a:pt x="693995" y="5392689"/>
                  </a:lnTo>
                  <a:lnTo>
                    <a:pt x="694089" y="5392689"/>
                  </a:lnTo>
                  <a:lnTo>
                    <a:pt x="694184" y="5392689"/>
                  </a:lnTo>
                  <a:lnTo>
                    <a:pt x="694654" y="5392689"/>
                  </a:lnTo>
                  <a:lnTo>
                    <a:pt x="695031" y="5392689"/>
                  </a:lnTo>
                  <a:lnTo>
                    <a:pt x="695125" y="5392689"/>
                  </a:lnTo>
                  <a:lnTo>
                    <a:pt x="695219" y="5392689"/>
                  </a:lnTo>
                  <a:lnTo>
                    <a:pt x="695878" y="5392689"/>
                  </a:lnTo>
                  <a:lnTo>
                    <a:pt x="696255" y="5392689"/>
                  </a:lnTo>
                  <a:lnTo>
                    <a:pt x="696537" y="5392689"/>
                  </a:lnTo>
                  <a:lnTo>
                    <a:pt x="696726" y="5392689"/>
                  </a:lnTo>
                  <a:lnTo>
                    <a:pt x="697102" y="5392689"/>
                  </a:lnTo>
                  <a:lnTo>
                    <a:pt x="697196" y="5392689"/>
                  </a:lnTo>
                  <a:lnTo>
                    <a:pt x="697479" y="5392689"/>
                  </a:lnTo>
                  <a:lnTo>
                    <a:pt x="697761" y="5392689"/>
                  </a:lnTo>
                  <a:lnTo>
                    <a:pt x="697856" y="5392689"/>
                  </a:lnTo>
                  <a:lnTo>
                    <a:pt x="698044" y="5392689"/>
                  </a:lnTo>
                  <a:lnTo>
                    <a:pt x="698138" y="5392689"/>
                  </a:lnTo>
                  <a:lnTo>
                    <a:pt x="698232" y="5392689"/>
                  </a:lnTo>
                  <a:lnTo>
                    <a:pt x="698326" y="5392689"/>
                  </a:lnTo>
                  <a:lnTo>
                    <a:pt x="698609" y="5392689"/>
                  </a:lnTo>
                  <a:lnTo>
                    <a:pt x="698985" y="5392689"/>
                  </a:lnTo>
                  <a:lnTo>
                    <a:pt x="699644" y="5392689"/>
                  </a:lnTo>
                  <a:lnTo>
                    <a:pt x="700115" y="5392689"/>
                  </a:lnTo>
                  <a:lnTo>
                    <a:pt x="700398" y="5392689"/>
                  </a:lnTo>
                  <a:lnTo>
                    <a:pt x="700398" y="5387778"/>
                  </a:lnTo>
                  <a:lnTo>
                    <a:pt x="700492" y="5387778"/>
                  </a:lnTo>
                  <a:lnTo>
                    <a:pt x="701151" y="5387778"/>
                  </a:lnTo>
                  <a:lnTo>
                    <a:pt x="701433" y="5387778"/>
                  </a:lnTo>
                  <a:lnTo>
                    <a:pt x="701622" y="5387778"/>
                  </a:lnTo>
                  <a:lnTo>
                    <a:pt x="701904" y="5387778"/>
                  </a:lnTo>
                  <a:lnTo>
                    <a:pt x="702375" y="5387778"/>
                  </a:lnTo>
                  <a:lnTo>
                    <a:pt x="702469" y="5387778"/>
                  </a:lnTo>
                  <a:lnTo>
                    <a:pt x="703034" y="5387778"/>
                  </a:lnTo>
                  <a:lnTo>
                    <a:pt x="703316" y="5387778"/>
                  </a:lnTo>
                  <a:lnTo>
                    <a:pt x="703599" y="5387778"/>
                  </a:lnTo>
                  <a:lnTo>
                    <a:pt x="703693" y="5387778"/>
                  </a:lnTo>
                  <a:lnTo>
                    <a:pt x="703975" y="5387778"/>
                  </a:lnTo>
                  <a:lnTo>
                    <a:pt x="704352" y="5387778"/>
                  </a:lnTo>
                  <a:lnTo>
                    <a:pt x="705011" y="5387778"/>
                  </a:lnTo>
                  <a:lnTo>
                    <a:pt x="705482" y="5387778"/>
                  </a:lnTo>
                  <a:lnTo>
                    <a:pt x="705858" y="5387778"/>
                  </a:lnTo>
                  <a:lnTo>
                    <a:pt x="705953" y="5387778"/>
                  </a:lnTo>
                  <a:lnTo>
                    <a:pt x="706235" y="5387778"/>
                  </a:lnTo>
                  <a:lnTo>
                    <a:pt x="707365" y="5387778"/>
                  </a:lnTo>
                  <a:lnTo>
                    <a:pt x="707836" y="5387778"/>
                  </a:lnTo>
                  <a:lnTo>
                    <a:pt x="708024" y="5387778"/>
                  </a:lnTo>
                  <a:lnTo>
                    <a:pt x="708401" y="5387778"/>
                  </a:lnTo>
                  <a:lnTo>
                    <a:pt x="708589" y="5387778"/>
                  </a:lnTo>
                  <a:lnTo>
                    <a:pt x="708683" y="5387778"/>
                  </a:lnTo>
                  <a:lnTo>
                    <a:pt x="709154" y="5387778"/>
                  </a:lnTo>
                  <a:lnTo>
                    <a:pt x="709342" y="5387778"/>
                  </a:lnTo>
                  <a:lnTo>
                    <a:pt x="709436" y="5387778"/>
                  </a:lnTo>
                  <a:lnTo>
                    <a:pt x="709530" y="5387778"/>
                  </a:lnTo>
                  <a:lnTo>
                    <a:pt x="709625" y="5382866"/>
                  </a:lnTo>
                  <a:lnTo>
                    <a:pt x="709719" y="5382866"/>
                  </a:lnTo>
                  <a:lnTo>
                    <a:pt x="710001" y="5382866"/>
                  </a:lnTo>
                  <a:lnTo>
                    <a:pt x="710284" y="5382866"/>
                  </a:lnTo>
                  <a:lnTo>
                    <a:pt x="710378" y="5382866"/>
                  </a:lnTo>
                  <a:lnTo>
                    <a:pt x="710566" y="5382866"/>
                  </a:lnTo>
                  <a:lnTo>
                    <a:pt x="710943" y="5382866"/>
                  </a:lnTo>
                  <a:lnTo>
                    <a:pt x="711225" y="5382866"/>
                  </a:lnTo>
                  <a:lnTo>
                    <a:pt x="711413" y="5382866"/>
                  </a:lnTo>
                  <a:lnTo>
                    <a:pt x="711508" y="5382866"/>
                  </a:lnTo>
                  <a:lnTo>
                    <a:pt x="711602" y="5382866"/>
                  </a:lnTo>
                  <a:lnTo>
                    <a:pt x="711884" y="5382866"/>
                  </a:lnTo>
                  <a:lnTo>
                    <a:pt x="712073" y="5382866"/>
                  </a:lnTo>
                  <a:lnTo>
                    <a:pt x="712167" y="5382866"/>
                  </a:lnTo>
                  <a:lnTo>
                    <a:pt x="712261" y="5382866"/>
                  </a:lnTo>
                  <a:lnTo>
                    <a:pt x="712355" y="5382866"/>
                  </a:lnTo>
                  <a:lnTo>
                    <a:pt x="712637" y="5382866"/>
                  </a:lnTo>
                  <a:lnTo>
                    <a:pt x="712732" y="5382866"/>
                  </a:lnTo>
                  <a:lnTo>
                    <a:pt x="712826" y="5382866"/>
                  </a:lnTo>
                  <a:lnTo>
                    <a:pt x="713108" y="5382866"/>
                  </a:lnTo>
                  <a:lnTo>
                    <a:pt x="713296" y="5382866"/>
                  </a:lnTo>
                  <a:lnTo>
                    <a:pt x="713485" y="5382866"/>
                  </a:lnTo>
                  <a:lnTo>
                    <a:pt x="713579" y="5382866"/>
                  </a:lnTo>
                  <a:lnTo>
                    <a:pt x="713767" y="5382866"/>
                  </a:lnTo>
                  <a:lnTo>
                    <a:pt x="714238" y="5382866"/>
                  </a:lnTo>
                  <a:lnTo>
                    <a:pt x="714520" y="5382866"/>
                  </a:lnTo>
                  <a:lnTo>
                    <a:pt x="714615" y="5382866"/>
                  </a:lnTo>
                  <a:lnTo>
                    <a:pt x="714803" y="5382866"/>
                  </a:lnTo>
                  <a:lnTo>
                    <a:pt x="715180" y="5382866"/>
                  </a:lnTo>
                  <a:lnTo>
                    <a:pt x="715274" y="5382866"/>
                  </a:lnTo>
                  <a:lnTo>
                    <a:pt x="715368" y="5382866"/>
                  </a:lnTo>
                  <a:lnTo>
                    <a:pt x="715462" y="5382866"/>
                  </a:lnTo>
                  <a:lnTo>
                    <a:pt x="715650" y="5382866"/>
                  </a:lnTo>
                  <a:lnTo>
                    <a:pt x="716121" y="5382866"/>
                  </a:lnTo>
                  <a:lnTo>
                    <a:pt x="716215" y="5382866"/>
                  </a:lnTo>
                  <a:lnTo>
                    <a:pt x="716968" y="5377955"/>
                  </a:lnTo>
                  <a:lnTo>
                    <a:pt x="717251" y="5377955"/>
                  </a:lnTo>
                  <a:lnTo>
                    <a:pt x="717439" y="5377955"/>
                  </a:lnTo>
                  <a:lnTo>
                    <a:pt x="717910" y="5377955"/>
                  </a:lnTo>
                  <a:lnTo>
                    <a:pt x="718004" y="5377955"/>
                  </a:lnTo>
                  <a:lnTo>
                    <a:pt x="718475" y="5377955"/>
                  </a:lnTo>
                  <a:lnTo>
                    <a:pt x="718757" y="5377955"/>
                  </a:lnTo>
                  <a:lnTo>
                    <a:pt x="719228" y="5377955"/>
                  </a:lnTo>
                  <a:lnTo>
                    <a:pt x="719322" y="5377955"/>
                  </a:lnTo>
                  <a:lnTo>
                    <a:pt x="719511" y="5377955"/>
                  </a:lnTo>
                  <a:lnTo>
                    <a:pt x="719605" y="5377955"/>
                  </a:lnTo>
                  <a:lnTo>
                    <a:pt x="719699" y="5377955"/>
                  </a:lnTo>
                  <a:lnTo>
                    <a:pt x="720075" y="5377955"/>
                  </a:lnTo>
                  <a:lnTo>
                    <a:pt x="720264" y="5377955"/>
                  </a:lnTo>
                  <a:lnTo>
                    <a:pt x="721017" y="5377955"/>
                  </a:lnTo>
                  <a:lnTo>
                    <a:pt x="721111" y="5377955"/>
                  </a:lnTo>
                  <a:lnTo>
                    <a:pt x="721299" y="5377955"/>
                  </a:lnTo>
                  <a:lnTo>
                    <a:pt x="721394" y="5377955"/>
                  </a:lnTo>
                  <a:lnTo>
                    <a:pt x="721958" y="5377955"/>
                  </a:lnTo>
                  <a:lnTo>
                    <a:pt x="722147" y="5377955"/>
                  </a:lnTo>
                  <a:lnTo>
                    <a:pt x="722523" y="5377955"/>
                  </a:lnTo>
                  <a:lnTo>
                    <a:pt x="722712" y="5377955"/>
                  </a:lnTo>
                  <a:lnTo>
                    <a:pt x="723088" y="5377955"/>
                  </a:lnTo>
                  <a:lnTo>
                    <a:pt x="723371" y="5377955"/>
                  </a:lnTo>
                  <a:lnTo>
                    <a:pt x="723747" y="5377955"/>
                  </a:lnTo>
                  <a:lnTo>
                    <a:pt x="723842" y="5377955"/>
                  </a:lnTo>
                  <a:lnTo>
                    <a:pt x="723936" y="5377955"/>
                  </a:lnTo>
                  <a:lnTo>
                    <a:pt x="724124" y="5377955"/>
                  </a:lnTo>
                  <a:lnTo>
                    <a:pt x="724218" y="5377955"/>
                  </a:lnTo>
                  <a:lnTo>
                    <a:pt x="724595" y="5377955"/>
                  </a:lnTo>
                  <a:lnTo>
                    <a:pt x="724877" y="5377955"/>
                  </a:lnTo>
                  <a:lnTo>
                    <a:pt x="725254" y="5377955"/>
                  </a:lnTo>
                  <a:lnTo>
                    <a:pt x="725630" y="5377955"/>
                  </a:lnTo>
                  <a:lnTo>
                    <a:pt x="725725" y="5377955"/>
                  </a:lnTo>
                  <a:lnTo>
                    <a:pt x="725819" y="5377955"/>
                  </a:lnTo>
                  <a:lnTo>
                    <a:pt x="725913" y="5377955"/>
                  </a:lnTo>
                  <a:lnTo>
                    <a:pt x="726007" y="5377955"/>
                  </a:lnTo>
                  <a:lnTo>
                    <a:pt x="726384" y="5377955"/>
                  </a:lnTo>
                  <a:lnTo>
                    <a:pt x="726478" y="5377955"/>
                  </a:lnTo>
                  <a:lnTo>
                    <a:pt x="727043" y="5377955"/>
                  </a:lnTo>
                  <a:lnTo>
                    <a:pt x="727608" y="5377955"/>
                  </a:lnTo>
                  <a:lnTo>
                    <a:pt x="727796" y="5373044"/>
                  </a:lnTo>
                  <a:lnTo>
                    <a:pt x="727890" y="5373044"/>
                  </a:lnTo>
                  <a:lnTo>
                    <a:pt x="728173" y="5373044"/>
                  </a:lnTo>
                  <a:lnTo>
                    <a:pt x="728361" y="5373044"/>
                  </a:lnTo>
                  <a:lnTo>
                    <a:pt x="728455" y="5373044"/>
                  </a:lnTo>
                  <a:lnTo>
                    <a:pt x="728549" y="5373044"/>
                  </a:lnTo>
                  <a:lnTo>
                    <a:pt x="728737" y="5373044"/>
                  </a:lnTo>
                  <a:lnTo>
                    <a:pt x="728926" y="5373044"/>
                  </a:lnTo>
                  <a:lnTo>
                    <a:pt x="729114" y="5373044"/>
                  </a:lnTo>
                  <a:lnTo>
                    <a:pt x="729208" y="5373044"/>
                  </a:lnTo>
                  <a:lnTo>
                    <a:pt x="729491" y="5373044"/>
                  </a:lnTo>
                  <a:lnTo>
                    <a:pt x="729961" y="5373044"/>
                  </a:lnTo>
                  <a:lnTo>
                    <a:pt x="730056" y="5373044"/>
                  </a:lnTo>
                  <a:lnTo>
                    <a:pt x="730150" y="5373044"/>
                  </a:lnTo>
                  <a:lnTo>
                    <a:pt x="730244" y="5368132"/>
                  </a:lnTo>
                  <a:lnTo>
                    <a:pt x="730338" y="5368132"/>
                  </a:lnTo>
                  <a:lnTo>
                    <a:pt x="730432" y="5368132"/>
                  </a:lnTo>
                  <a:lnTo>
                    <a:pt x="730526" y="5368132"/>
                  </a:lnTo>
                  <a:lnTo>
                    <a:pt x="731468" y="5368132"/>
                  </a:lnTo>
                  <a:lnTo>
                    <a:pt x="731562" y="5368132"/>
                  </a:lnTo>
                  <a:lnTo>
                    <a:pt x="731656" y="5368132"/>
                  </a:lnTo>
                  <a:lnTo>
                    <a:pt x="732221" y="5368132"/>
                  </a:lnTo>
                  <a:lnTo>
                    <a:pt x="732692" y="5368132"/>
                  </a:lnTo>
                  <a:lnTo>
                    <a:pt x="732880" y="5368132"/>
                  </a:lnTo>
                  <a:lnTo>
                    <a:pt x="734010" y="5368132"/>
                  </a:lnTo>
                  <a:lnTo>
                    <a:pt x="734104" y="5368132"/>
                  </a:lnTo>
                  <a:lnTo>
                    <a:pt x="734481" y="5368132"/>
                  </a:lnTo>
                  <a:lnTo>
                    <a:pt x="734951" y="5368132"/>
                  </a:lnTo>
                  <a:lnTo>
                    <a:pt x="735046" y="5368132"/>
                  </a:lnTo>
                  <a:lnTo>
                    <a:pt x="735140" y="5368132"/>
                  </a:lnTo>
                  <a:lnTo>
                    <a:pt x="735234" y="5368132"/>
                  </a:lnTo>
                  <a:lnTo>
                    <a:pt x="735328" y="5368132"/>
                  </a:lnTo>
                  <a:lnTo>
                    <a:pt x="735705" y="5368132"/>
                  </a:lnTo>
                  <a:lnTo>
                    <a:pt x="735799" y="5368132"/>
                  </a:lnTo>
                  <a:lnTo>
                    <a:pt x="735987" y="5368132"/>
                  </a:lnTo>
                  <a:lnTo>
                    <a:pt x="736270" y="5368132"/>
                  </a:lnTo>
                  <a:lnTo>
                    <a:pt x="736458" y="5368132"/>
                  </a:lnTo>
                  <a:lnTo>
                    <a:pt x="736646" y="5368132"/>
                  </a:lnTo>
                  <a:lnTo>
                    <a:pt x="736740" y="5368132"/>
                  </a:lnTo>
                  <a:lnTo>
                    <a:pt x="736929" y="5368132"/>
                  </a:lnTo>
                  <a:lnTo>
                    <a:pt x="737211" y="5363221"/>
                  </a:lnTo>
                  <a:lnTo>
                    <a:pt x="737305" y="5363221"/>
                  </a:lnTo>
                  <a:lnTo>
                    <a:pt x="737494" y="5363221"/>
                  </a:lnTo>
                  <a:lnTo>
                    <a:pt x="737776" y="5363221"/>
                  </a:lnTo>
                  <a:lnTo>
                    <a:pt x="738059" y="5363221"/>
                  </a:lnTo>
                  <a:lnTo>
                    <a:pt x="738153" y="5363221"/>
                  </a:lnTo>
                  <a:lnTo>
                    <a:pt x="738341" y="5363221"/>
                  </a:lnTo>
                  <a:lnTo>
                    <a:pt x="738623" y="5363221"/>
                  </a:lnTo>
                  <a:lnTo>
                    <a:pt x="738812" y="5363221"/>
                  </a:lnTo>
                  <a:lnTo>
                    <a:pt x="739000" y="5358310"/>
                  </a:lnTo>
                  <a:lnTo>
                    <a:pt x="739377" y="5358310"/>
                  </a:lnTo>
                  <a:lnTo>
                    <a:pt x="739471" y="5358310"/>
                  </a:lnTo>
                  <a:lnTo>
                    <a:pt x="739753" y="5358310"/>
                  </a:lnTo>
                  <a:lnTo>
                    <a:pt x="740224" y="5358310"/>
                  </a:lnTo>
                  <a:lnTo>
                    <a:pt x="740318" y="5358310"/>
                  </a:lnTo>
                  <a:lnTo>
                    <a:pt x="740601" y="5358310"/>
                  </a:lnTo>
                  <a:lnTo>
                    <a:pt x="740695" y="5358310"/>
                  </a:lnTo>
                  <a:lnTo>
                    <a:pt x="741260" y="5358310"/>
                  </a:lnTo>
                  <a:lnTo>
                    <a:pt x="741448" y="5358310"/>
                  </a:lnTo>
                  <a:lnTo>
                    <a:pt x="742201" y="5353398"/>
                  </a:lnTo>
                  <a:lnTo>
                    <a:pt x="742390" y="5353398"/>
                  </a:lnTo>
                  <a:lnTo>
                    <a:pt x="742672" y="5353398"/>
                  </a:lnTo>
                  <a:lnTo>
                    <a:pt x="742860" y="5353398"/>
                  </a:lnTo>
                  <a:lnTo>
                    <a:pt x="742954" y="5353398"/>
                  </a:lnTo>
                  <a:lnTo>
                    <a:pt x="743331" y="5353398"/>
                  </a:lnTo>
                  <a:lnTo>
                    <a:pt x="743519" y="5353398"/>
                  </a:lnTo>
                  <a:lnTo>
                    <a:pt x="744178" y="5353398"/>
                  </a:lnTo>
                  <a:lnTo>
                    <a:pt x="744461" y="5353398"/>
                  </a:lnTo>
                  <a:lnTo>
                    <a:pt x="744743" y="5353398"/>
                  </a:lnTo>
                  <a:lnTo>
                    <a:pt x="744932" y="5353398"/>
                  </a:lnTo>
                  <a:lnTo>
                    <a:pt x="745685" y="5353398"/>
                  </a:lnTo>
                  <a:lnTo>
                    <a:pt x="745779" y="5353398"/>
                  </a:lnTo>
                  <a:lnTo>
                    <a:pt x="745873" y="5353398"/>
                  </a:lnTo>
                  <a:lnTo>
                    <a:pt x="746250" y="5353398"/>
                  </a:lnTo>
                  <a:lnTo>
                    <a:pt x="746438" y="5353398"/>
                  </a:lnTo>
                  <a:lnTo>
                    <a:pt x="746532" y="5353398"/>
                  </a:lnTo>
                  <a:lnTo>
                    <a:pt x="746721" y="5353398"/>
                  </a:lnTo>
                  <a:lnTo>
                    <a:pt x="747285" y="5353398"/>
                  </a:lnTo>
                  <a:lnTo>
                    <a:pt x="747474" y="5353398"/>
                  </a:lnTo>
                  <a:lnTo>
                    <a:pt x="747568" y="5353398"/>
                  </a:lnTo>
                  <a:lnTo>
                    <a:pt x="748039" y="5348487"/>
                  </a:lnTo>
                  <a:lnTo>
                    <a:pt x="748604" y="5348487"/>
                  </a:lnTo>
                  <a:lnTo>
                    <a:pt x="748980" y="5348487"/>
                  </a:lnTo>
                  <a:lnTo>
                    <a:pt x="749168" y="5348487"/>
                  </a:lnTo>
                  <a:lnTo>
                    <a:pt x="749263" y="5348487"/>
                  </a:lnTo>
                  <a:lnTo>
                    <a:pt x="750016" y="5348487"/>
                  </a:lnTo>
                  <a:lnTo>
                    <a:pt x="750487" y="5348487"/>
                  </a:lnTo>
                  <a:lnTo>
                    <a:pt x="750581" y="5348487"/>
                  </a:lnTo>
                  <a:lnTo>
                    <a:pt x="750863" y="5348487"/>
                  </a:lnTo>
                  <a:lnTo>
                    <a:pt x="750957" y="5348487"/>
                  </a:lnTo>
                  <a:lnTo>
                    <a:pt x="751522" y="5343575"/>
                  </a:lnTo>
                  <a:lnTo>
                    <a:pt x="751993" y="5343575"/>
                  </a:lnTo>
                  <a:lnTo>
                    <a:pt x="752087" y="5343575"/>
                  </a:lnTo>
                  <a:lnTo>
                    <a:pt x="752370" y="5343575"/>
                  </a:lnTo>
                  <a:lnTo>
                    <a:pt x="752558" y="5343575"/>
                  </a:lnTo>
                  <a:lnTo>
                    <a:pt x="752840" y="5343575"/>
                  </a:lnTo>
                  <a:lnTo>
                    <a:pt x="753311" y="5343575"/>
                  </a:lnTo>
                  <a:lnTo>
                    <a:pt x="753594" y="5343575"/>
                  </a:lnTo>
                  <a:lnTo>
                    <a:pt x="753876" y="5343575"/>
                  </a:lnTo>
                  <a:lnTo>
                    <a:pt x="754064" y="5343575"/>
                  </a:lnTo>
                  <a:lnTo>
                    <a:pt x="754723" y="5343575"/>
                  </a:lnTo>
                  <a:lnTo>
                    <a:pt x="755194" y="5343575"/>
                  </a:lnTo>
                  <a:lnTo>
                    <a:pt x="755288" y="5343575"/>
                  </a:lnTo>
                  <a:lnTo>
                    <a:pt x="755477" y="5343575"/>
                  </a:lnTo>
                  <a:lnTo>
                    <a:pt x="755947" y="5343575"/>
                  </a:lnTo>
                  <a:lnTo>
                    <a:pt x="756324" y="5343575"/>
                  </a:lnTo>
                  <a:lnTo>
                    <a:pt x="756795" y="5343575"/>
                  </a:lnTo>
                  <a:lnTo>
                    <a:pt x="756983" y="5343575"/>
                  </a:lnTo>
                  <a:lnTo>
                    <a:pt x="757548" y="5343575"/>
                  </a:lnTo>
                  <a:lnTo>
                    <a:pt x="757642" y="5343575"/>
                  </a:lnTo>
                  <a:lnTo>
                    <a:pt x="758019" y="5343575"/>
                  </a:lnTo>
                  <a:lnTo>
                    <a:pt x="758207" y="5343575"/>
                  </a:lnTo>
                  <a:lnTo>
                    <a:pt x="758584" y="5338664"/>
                  </a:lnTo>
                  <a:lnTo>
                    <a:pt x="758772" y="5338664"/>
                  </a:lnTo>
                  <a:lnTo>
                    <a:pt x="758866" y="5338664"/>
                  </a:lnTo>
                  <a:lnTo>
                    <a:pt x="759054" y="5338664"/>
                  </a:lnTo>
                  <a:lnTo>
                    <a:pt x="759525" y="5338664"/>
                  </a:lnTo>
                  <a:lnTo>
                    <a:pt x="759619" y="5338664"/>
                  </a:lnTo>
                  <a:lnTo>
                    <a:pt x="759902" y="5338664"/>
                  </a:lnTo>
                  <a:lnTo>
                    <a:pt x="760184" y="5338664"/>
                  </a:lnTo>
                  <a:lnTo>
                    <a:pt x="760467" y="5338664"/>
                  </a:lnTo>
                  <a:lnTo>
                    <a:pt x="760561" y="5338664"/>
                  </a:lnTo>
                  <a:lnTo>
                    <a:pt x="760937" y="5338664"/>
                  </a:lnTo>
                  <a:lnTo>
                    <a:pt x="761032" y="5338664"/>
                  </a:lnTo>
                  <a:lnTo>
                    <a:pt x="761314" y="5338664"/>
                  </a:lnTo>
                  <a:lnTo>
                    <a:pt x="761691" y="5338664"/>
                  </a:lnTo>
                  <a:lnTo>
                    <a:pt x="762161" y="5338664"/>
                  </a:lnTo>
                  <a:lnTo>
                    <a:pt x="762821" y="5338664"/>
                  </a:lnTo>
                  <a:lnTo>
                    <a:pt x="762915" y="5338664"/>
                  </a:lnTo>
                  <a:lnTo>
                    <a:pt x="763009" y="5338664"/>
                  </a:lnTo>
                  <a:lnTo>
                    <a:pt x="763291" y="5338664"/>
                  </a:lnTo>
                  <a:lnTo>
                    <a:pt x="763762" y="5338664"/>
                  </a:lnTo>
                  <a:lnTo>
                    <a:pt x="763950" y="5338664"/>
                  </a:lnTo>
                  <a:lnTo>
                    <a:pt x="764045" y="5338664"/>
                  </a:lnTo>
                  <a:lnTo>
                    <a:pt x="764233" y="5338664"/>
                  </a:lnTo>
                  <a:lnTo>
                    <a:pt x="764327" y="5338664"/>
                  </a:lnTo>
                  <a:lnTo>
                    <a:pt x="764609" y="5338664"/>
                  </a:lnTo>
                  <a:lnTo>
                    <a:pt x="764798" y="5338664"/>
                  </a:lnTo>
                  <a:lnTo>
                    <a:pt x="764892" y="5338664"/>
                  </a:lnTo>
                  <a:lnTo>
                    <a:pt x="764986" y="5338664"/>
                  </a:lnTo>
                  <a:lnTo>
                    <a:pt x="765174" y="5338664"/>
                  </a:lnTo>
                  <a:lnTo>
                    <a:pt x="765739" y="5338664"/>
                  </a:lnTo>
                  <a:lnTo>
                    <a:pt x="766116" y="5338664"/>
                  </a:lnTo>
                  <a:lnTo>
                    <a:pt x="766210" y="5338664"/>
                  </a:lnTo>
                  <a:lnTo>
                    <a:pt x="766492" y="5338664"/>
                  </a:lnTo>
                  <a:lnTo>
                    <a:pt x="766587" y="5338664"/>
                  </a:lnTo>
                  <a:lnTo>
                    <a:pt x="767057" y="5338664"/>
                  </a:lnTo>
                  <a:lnTo>
                    <a:pt x="767811" y="5338664"/>
                  </a:lnTo>
                  <a:lnTo>
                    <a:pt x="768093" y="5338664"/>
                  </a:lnTo>
                  <a:lnTo>
                    <a:pt x="768376" y="5338664"/>
                  </a:lnTo>
                  <a:lnTo>
                    <a:pt x="768470" y="5338664"/>
                  </a:lnTo>
                  <a:lnTo>
                    <a:pt x="768658" y="5338664"/>
                  </a:lnTo>
                  <a:lnTo>
                    <a:pt x="768752" y="5338664"/>
                  </a:lnTo>
                  <a:lnTo>
                    <a:pt x="769129" y="5338664"/>
                  </a:lnTo>
                  <a:lnTo>
                    <a:pt x="769505" y="5338664"/>
                  </a:lnTo>
                  <a:lnTo>
                    <a:pt x="769599" y="5338664"/>
                  </a:lnTo>
                  <a:lnTo>
                    <a:pt x="770635" y="5338664"/>
                  </a:lnTo>
                  <a:lnTo>
                    <a:pt x="770823" y="5338664"/>
                  </a:lnTo>
                  <a:lnTo>
                    <a:pt x="771388" y="5338664"/>
                  </a:lnTo>
                  <a:lnTo>
                    <a:pt x="771671" y="5338664"/>
                  </a:lnTo>
                  <a:lnTo>
                    <a:pt x="772142" y="5338664"/>
                  </a:lnTo>
                  <a:lnTo>
                    <a:pt x="772330" y="5338664"/>
                  </a:lnTo>
                  <a:lnTo>
                    <a:pt x="772707" y="5338664"/>
                  </a:lnTo>
                  <a:lnTo>
                    <a:pt x="772801" y="5338664"/>
                  </a:lnTo>
                  <a:lnTo>
                    <a:pt x="773177" y="5338664"/>
                  </a:lnTo>
                  <a:lnTo>
                    <a:pt x="773271" y="5338664"/>
                  </a:lnTo>
                  <a:lnTo>
                    <a:pt x="773554" y="5338664"/>
                  </a:lnTo>
                  <a:lnTo>
                    <a:pt x="773930" y="5338664"/>
                  </a:lnTo>
                  <a:lnTo>
                    <a:pt x="774119" y="5338664"/>
                  </a:lnTo>
                  <a:lnTo>
                    <a:pt x="774401" y="5338664"/>
                  </a:lnTo>
                  <a:lnTo>
                    <a:pt x="774966" y="5338664"/>
                  </a:lnTo>
                  <a:lnTo>
                    <a:pt x="775060" y="5338664"/>
                  </a:lnTo>
                  <a:lnTo>
                    <a:pt x="775154" y="5338664"/>
                  </a:lnTo>
                  <a:lnTo>
                    <a:pt x="775531" y="5338664"/>
                  </a:lnTo>
                  <a:lnTo>
                    <a:pt x="775625" y="5338664"/>
                  </a:lnTo>
                  <a:lnTo>
                    <a:pt x="776096" y="5333753"/>
                  </a:lnTo>
                  <a:lnTo>
                    <a:pt x="776284" y="5333753"/>
                  </a:lnTo>
                  <a:lnTo>
                    <a:pt x="776473" y="5333753"/>
                  </a:lnTo>
                  <a:lnTo>
                    <a:pt x="776567" y="5333753"/>
                  </a:lnTo>
                  <a:lnTo>
                    <a:pt x="776661" y="5333753"/>
                  </a:lnTo>
                  <a:lnTo>
                    <a:pt x="776849" y="5328841"/>
                  </a:lnTo>
                  <a:lnTo>
                    <a:pt x="777038" y="5328841"/>
                  </a:lnTo>
                  <a:lnTo>
                    <a:pt x="777508" y="5328841"/>
                  </a:lnTo>
                  <a:lnTo>
                    <a:pt x="777697" y="5323930"/>
                  </a:lnTo>
                  <a:lnTo>
                    <a:pt x="777885" y="5323930"/>
                  </a:lnTo>
                  <a:lnTo>
                    <a:pt x="778167" y="5323930"/>
                  </a:lnTo>
                  <a:lnTo>
                    <a:pt x="778261" y="5323930"/>
                  </a:lnTo>
                  <a:lnTo>
                    <a:pt x="778356" y="5323930"/>
                  </a:lnTo>
                  <a:lnTo>
                    <a:pt x="778638" y="5323930"/>
                  </a:lnTo>
                  <a:lnTo>
                    <a:pt x="778826" y="5323930"/>
                  </a:lnTo>
                  <a:lnTo>
                    <a:pt x="779391" y="5323930"/>
                  </a:lnTo>
                  <a:lnTo>
                    <a:pt x="779674" y="5323930"/>
                  </a:lnTo>
                  <a:lnTo>
                    <a:pt x="779768" y="5323930"/>
                  </a:lnTo>
                  <a:lnTo>
                    <a:pt x="780239" y="5323930"/>
                  </a:lnTo>
                  <a:lnTo>
                    <a:pt x="780804" y="5323930"/>
                  </a:lnTo>
                  <a:lnTo>
                    <a:pt x="780898" y="5323930"/>
                  </a:lnTo>
                  <a:lnTo>
                    <a:pt x="781274" y="5323930"/>
                  </a:lnTo>
                  <a:lnTo>
                    <a:pt x="782028" y="5323930"/>
                  </a:lnTo>
                  <a:lnTo>
                    <a:pt x="782404" y="5323930"/>
                  </a:lnTo>
                  <a:lnTo>
                    <a:pt x="782592" y="5323930"/>
                  </a:lnTo>
                  <a:lnTo>
                    <a:pt x="782781" y="5323930"/>
                  </a:lnTo>
                  <a:lnTo>
                    <a:pt x="782875" y="5323930"/>
                  </a:lnTo>
                  <a:lnTo>
                    <a:pt x="783063" y="5323930"/>
                  </a:lnTo>
                  <a:lnTo>
                    <a:pt x="783157" y="5323930"/>
                  </a:lnTo>
                  <a:lnTo>
                    <a:pt x="783628" y="5323930"/>
                  </a:lnTo>
                  <a:lnTo>
                    <a:pt x="783911" y="5323930"/>
                  </a:lnTo>
                  <a:lnTo>
                    <a:pt x="784099" y="5323930"/>
                  </a:lnTo>
                  <a:lnTo>
                    <a:pt x="784193" y="5323930"/>
                  </a:lnTo>
                  <a:lnTo>
                    <a:pt x="784476" y="5319019"/>
                  </a:lnTo>
                  <a:lnTo>
                    <a:pt x="784852" y="5319019"/>
                  </a:lnTo>
                  <a:lnTo>
                    <a:pt x="785229" y="5319019"/>
                  </a:lnTo>
                  <a:lnTo>
                    <a:pt x="785511" y="5319019"/>
                  </a:lnTo>
                  <a:lnTo>
                    <a:pt x="785982" y="5314107"/>
                  </a:lnTo>
                  <a:lnTo>
                    <a:pt x="786076" y="5314107"/>
                  </a:lnTo>
                  <a:lnTo>
                    <a:pt x="786359" y="5314107"/>
                  </a:lnTo>
                  <a:lnTo>
                    <a:pt x="786547" y="5314107"/>
                  </a:lnTo>
                  <a:lnTo>
                    <a:pt x="786829" y="5314107"/>
                  </a:lnTo>
                  <a:lnTo>
                    <a:pt x="787865" y="5314107"/>
                  </a:lnTo>
                  <a:lnTo>
                    <a:pt x="787959" y="5314107"/>
                  </a:lnTo>
                  <a:lnTo>
                    <a:pt x="788242" y="5314107"/>
                  </a:lnTo>
                  <a:lnTo>
                    <a:pt x="788524" y="5314107"/>
                  </a:lnTo>
                  <a:lnTo>
                    <a:pt x="788618" y="5314107"/>
                  </a:lnTo>
                  <a:lnTo>
                    <a:pt x="788712" y="5314107"/>
                  </a:lnTo>
                  <a:lnTo>
                    <a:pt x="788995" y="5314107"/>
                  </a:lnTo>
                  <a:lnTo>
                    <a:pt x="789277" y="5314107"/>
                  </a:lnTo>
                  <a:lnTo>
                    <a:pt x="789371" y="5314107"/>
                  </a:lnTo>
                  <a:lnTo>
                    <a:pt x="789748" y="5314107"/>
                  </a:lnTo>
                  <a:lnTo>
                    <a:pt x="789842" y="5314107"/>
                  </a:lnTo>
                  <a:lnTo>
                    <a:pt x="790219" y="5314107"/>
                  </a:lnTo>
                  <a:lnTo>
                    <a:pt x="790501" y="5314107"/>
                  </a:lnTo>
                  <a:lnTo>
                    <a:pt x="790878" y="5314107"/>
                  </a:lnTo>
                  <a:lnTo>
                    <a:pt x="791066" y="5314107"/>
                  </a:lnTo>
                  <a:lnTo>
                    <a:pt x="791349" y="5314107"/>
                  </a:lnTo>
                  <a:lnTo>
                    <a:pt x="791537" y="5314107"/>
                  </a:lnTo>
                  <a:lnTo>
                    <a:pt x="791631" y="5314107"/>
                  </a:lnTo>
                  <a:lnTo>
                    <a:pt x="791914" y="5314107"/>
                  </a:lnTo>
                  <a:lnTo>
                    <a:pt x="792102" y="5314107"/>
                  </a:lnTo>
                  <a:lnTo>
                    <a:pt x="792290" y="5314107"/>
                  </a:lnTo>
                  <a:lnTo>
                    <a:pt x="792667" y="5314107"/>
                  </a:lnTo>
                  <a:lnTo>
                    <a:pt x="793326" y="5314107"/>
                  </a:lnTo>
                  <a:lnTo>
                    <a:pt x="793420" y="5314107"/>
                  </a:lnTo>
                  <a:lnTo>
                    <a:pt x="793608" y="5314107"/>
                  </a:lnTo>
                  <a:lnTo>
                    <a:pt x="794267" y="5314107"/>
                  </a:lnTo>
                  <a:lnTo>
                    <a:pt x="794738" y="5314107"/>
                  </a:lnTo>
                  <a:lnTo>
                    <a:pt x="794926" y="5314107"/>
                  </a:lnTo>
                  <a:lnTo>
                    <a:pt x="795021" y="5314107"/>
                  </a:lnTo>
                  <a:lnTo>
                    <a:pt x="795209" y="5309196"/>
                  </a:lnTo>
                  <a:lnTo>
                    <a:pt x="795397" y="5309196"/>
                  </a:lnTo>
                  <a:lnTo>
                    <a:pt x="795491" y="5309196"/>
                  </a:lnTo>
                  <a:lnTo>
                    <a:pt x="795491" y="5304284"/>
                  </a:lnTo>
                  <a:lnTo>
                    <a:pt x="796150" y="5304284"/>
                  </a:lnTo>
                  <a:lnTo>
                    <a:pt x="796621" y="5304284"/>
                  </a:lnTo>
                  <a:lnTo>
                    <a:pt x="796904" y="5304284"/>
                  </a:lnTo>
                  <a:lnTo>
                    <a:pt x="796998" y="5304284"/>
                  </a:lnTo>
                  <a:lnTo>
                    <a:pt x="797186" y="5299373"/>
                  </a:lnTo>
                  <a:lnTo>
                    <a:pt x="797751" y="5299373"/>
                  </a:lnTo>
                  <a:lnTo>
                    <a:pt x="797845" y="5299373"/>
                  </a:lnTo>
                  <a:lnTo>
                    <a:pt x="798410" y="5299373"/>
                  </a:lnTo>
                  <a:lnTo>
                    <a:pt x="798504" y="5299373"/>
                  </a:lnTo>
                  <a:lnTo>
                    <a:pt x="798598" y="5299373"/>
                  </a:lnTo>
                  <a:lnTo>
                    <a:pt x="798881" y="5299373"/>
                  </a:lnTo>
                  <a:lnTo>
                    <a:pt x="799163" y="5299373"/>
                  </a:lnTo>
                  <a:lnTo>
                    <a:pt x="799257" y="5299373"/>
                  </a:lnTo>
                  <a:lnTo>
                    <a:pt x="799540" y="5299373"/>
                  </a:lnTo>
                  <a:lnTo>
                    <a:pt x="799916" y="5299373"/>
                  </a:lnTo>
                  <a:lnTo>
                    <a:pt x="800011" y="5299373"/>
                  </a:lnTo>
                  <a:lnTo>
                    <a:pt x="800199" y="5299373"/>
                  </a:lnTo>
                  <a:lnTo>
                    <a:pt x="800481" y="5299373"/>
                  </a:lnTo>
                  <a:lnTo>
                    <a:pt x="800858" y="5299373"/>
                  </a:lnTo>
                  <a:lnTo>
                    <a:pt x="800952" y="5299373"/>
                  </a:lnTo>
                  <a:lnTo>
                    <a:pt x="801423" y="5299373"/>
                  </a:lnTo>
                  <a:lnTo>
                    <a:pt x="801705" y="5299373"/>
                  </a:lnTo>
                  <a:lnTo>
                    <a:pt x="802176" y="5294462"/>
                  </a:lnTo>
                  <a:lnTo>
                    <a:pt x="802270" y="5294462"/>
                  </a:lnTo>
                  <a:lnTo>
                    <a:pt x="802364" y="5294462"/>
                  </a:lnTo>
                  <a:lnTo>
                    <a:pt x="802553" y="5294462"/>
                  </a:lnTo>
                  <a:lnTo>
                    <a:pt x="802929" y="5294462"/>
                  </a:lnTo>
                  <a:lnTo>
                    <a:pt x="803024" y="5294462"/>
                  </a:lnTo>
                  <a:lnTo>
                    <a:pt x="803306" y="5294462"/>
                  </a:lnTo>
                  <a:lnTo>
                    <a:pt x="803494" y="5294462"/>
                  </a:lnTo>
                  <a:lnTo>
                    <a:pt x="803683" y="5294462"/>
                  </a:lnTo>
                  <a:lnTo>
                    <a:pt x="803777" y="5289550"/>
                  </a:lnTo>
                  <a:lnTo>
                    <a:pt x="804153" y="5289550"/>
                  </a:lnTo>
                  <a:lnTo>
                    <a:pt x="804247" y="5289550"/>
                  </a:lnTo>
                  <a:lnTo>
                    <a:pt x="804624" y="5289550"/>
                  </a:lnTo>
                  <a:lnTo>
                    <a:pt x="804812" y="5289550"/>
                  </a:lnTo>
                  <a:lnTo>
                    <a:pt x="805283" y="5289550"/>
                  </a:lnTo>
                  <a:lnTo>
                    <a:pt x="805377" y="5289550"/>
                  </a:lnTo>
                  <a:lnTo>
                    <a:pt x="805471" y="5289550"/>
                  </a:lnTo>
                  <a:lnTo>
                    <a:pt x="805566" y="5289550"/>
                  </a:lnTo>
                  <a:lnTo>
                    <a:pt x="805848" y="5289550"/>
                  </a:lnTo>
                  <a:lnTo>
                    <a:pt x="805942" y="5289550"/>
                  </a:lnTo>
                  <a:lnTo>
                    <a:pt x="806413" y="5289550"/>
                  </a:lnTo>
                  <a:lnTo>
                    <a:pt x="806695" y="5289550"/>
                  </a:lnTo>
                  <a:lnTo>
                    <a:pt x="806978" y="5289550"/>
                  </a:lnTo>
                  <a:lnTo>
                    <a:pt x="807072" y="5289550"/>
                  </a:lnTo>
                  <a:lnTo>
                    <a:pt x="807355" y="5289550"/>
                  </a:lnTo>
                  <a:lnTo>
                    <a:pt x="807543" y="5289550"/>
                  </a:lnTo>
                  <a:lnTo>
                    <a:pt x="807825" y="5289550"/>
                  </a:lnTo>
                  <a:lnTo>
                    <a:pt x="808578" y="5289550"/>
                  </a:lnTo>
                  <a:lnTo>
                    <a:pt x="808767" y="5289550"/>
                  </a:lnTo>
                  <a:lnTo>
                    <a:pt x="809049" y="5289550"/>
                  </a:lnTo>
                  <a:lnTo>
                    <a:pt x="809143" y="5289550"/>
                  </a:lnTo>
                  <a:lnTo>
                    <a:pt x="809614" y="5279728"/>
                  </a:lnTo>
                  <a:lnTo>
                    <a:pt x="809802" y="5279728"/>
                  </a:lnTo>
                  <a:lnTo>
                    <a:pt x="809897" y="5279728"/>
                  </a:lnTo>
                  <a:lnTo>
                    <a:pt x="810273" y="5279728"/>
                  </a:lnTo>
                  <a:lnTo>
                    <a:pt x="810838" y="5279728"/>
                  </a:lnTo>
                  <a:lnTo>
                    <a:pt x="810932" y="5279728"/>
                  </a:lnTo>
                  <a:lnTo>
                    <a:pt x="811026" y="5279728"/>
                  </a:lnTo>
                  <a:lnTo>
                    <a:pt x="811403" y="5279728"/>
                  </a:lnTo>
                  <a:lnTo>
                    <a:pt x="811497" y="5279728"/>
                  </a:lnTo>
                  <a:lnTo>
                    <a:pt x="811686" y="5279728"/>
                  </a:lnTo>
                  <a:lnTo>
                    <a:pt x="812062" y="5279728"/>
                  </a:lnTo>
                  <a:lnTo>
                    <a:pt x="812156" y="5279728"/>
                  </a:lnTo>
                  <a:lnTo>
                    <a:pt x="812439" y="5274816"/>
                  </a:lnTo>
                  <a:lnTo>
                    <a:pt x="812721" y="5274816"/>
                  </a:lnTo>
                  <a:lnTo>
                    <a:pt x="812815" y="5274816"/>
                  </a:lnTo>
                  <a:lnTo>
                    <a:pt x="812910" y="5274816"/>
                  </a:lnTo>
                  <a:lnTo>
                    <a:pt x="813098" y="5274816"/>
                  </a:lnTo>
                  <a:lnTo>
                    <a:pt x="813569" y="5274816"/>
                  </a:lnTo>
                  <a:lnTo>
                    <a:pt x="813663" y="5274816"/>
                  </a:lnTo>
                  <a:lnTo>
                    <a:pt x="813851" y="5274816"/>
                  </a:lnTo>
                  <a:lnTo>
                    <a:pt x="814322" y="5274816"/>
                  </a:lnTo>
                  <a:lnTo>
                    <a:pt x="814793" y="5274816"/>
                  </a:lnTo>
                  <a:lnTo>
                    <a:pt x="815546" y="5274816"/>
                  </a:lnTo>
                  <a:lnTo>
                    <a:pt x="815734" y="5269905"/>
                  </a:lnTo>
                  <a:lnTo>
                    <a:pt x="816017" y="5269905"/>
                  </a:lnTo>
                  <a:lnTo>
                    <a:pt x="816205" y="5269905"/>
                  </a:lnTo>
                  <a:lnTo>
                    <a:pt x="816299" y="5269905"/>
                  </a:lnTo>
                  <a:lnTo>
                    <a:pt x="816393" y="5269905"/>
                  </a:lnTo>
                  <a:lnTo>
                    <a:pt x="816487" y="5264993"/>
                  </a:lnTo>
                  <a:lnTo>
                    <a:pt x="816581" y="5264993"/>
                  </a:lnTo>
                  <a:lnTo>
                    <a:pt x="816958" y="5264993"/>
                  </a:lnTo>
                  <a:lnTo>
                    <a:pt x="817052" y="5264993"/>
                  </a:lnTo>
                  <a:lnTo>
                    <a:pt x="817146" y="5264993"/>
                  </a:lnTo>
                  <a:lnTo>
                    <a:pt x="817617" y="5260082"/>
                  </a:lnTo>
                  <a:lnTo>
                    <a:pt x="817900" y="5260082"/>
                  </a:lnTo>
                  <a:lnTo>
                    <a:pt x="818182" y="5260082"/>
                  </a:lnTo>
                  <a:lnTo>
                    <a:pt x="818464" y="5260082"/>
                  </a:lnTo>
                  <a:lnTo>
                    <a:pt x="818559" y="5260082"/>
                  </a:lnTo>
                  <a:lnTo>
                    <a:pt x="818747" y="5260082"/>
                  </a:lnTo>
                  <a:lnTo>
                    <a:pt x="819312" y="5260082"/>
                  </a:lnTo>
                  <a:lnTo>
                    <a:pt x="819594" y="5260082"/>
                  </a:lnTo>
                  <a:lnTo>
                    <a:pt x="819783" y="5260082"/>
                  </a:lnTo>
                  <a:lnTo>
                    <a:pt x="819971" y="5260082"/>
                  </a:lnTo>
                  <a:lnTo>
                    <a:pt x="820159" y="5260082"/>
                  </a:lnTo>
                  <a:lnTo>
                    <a:pt x="820442" y="5260082"/>
                  </a:lnTo>
                  <a:lnTo>
                    <a:pt x="820724" y="5260082"/>
                  </a:lnTo>
                  <a:lnTo>
                    <a:pt x="820912" y="5260082"/>
                  </a:lnTo>
                  <a:lnTo>
                    <a:pt x="821101" y="5260082"/>
                  </a:lnTo>
                  <a:lnTo>
                    <a:pt x="821477" y="5260082"/>
                  </a:lnTo>
                  <a:lnTo>
                    <a:pt x="822231" y="5260082"/>
                  </a:lnTo>
                  <a:lnTo>
                    <a:pt x="822325" y="5260082"/>
                  </a:lnTo>
                  <a:lnTo>
                    <a:pt x="822795" y="5260082"/>
                  </a:lnTo>
                  <a:lnTo>
                    <a:pt x="822984" y="5260082"/>
                  </a:lnTo>
                  <a:lnTo>
                    <a:pt x="823266" y="5260082"/>
                  </a:lnTo>
                  <a:lnTo>
                    <a:pt x="823455" y="5260082"/>
                  </a:lnTo>
                  <a:lnTo>
                    <a:pt x="824019" y="5260082"/>
                  </a:lnTo>
                  <a:lnTo>
                    <a:pt x="824302" y="5260082"/>
                  </a:lnTo>
                  <a:lnTo>
                    <a:pt x="824490" y="5260082"/>
                  </a:lnTo>
                  <a:lnTo>
                    <a:pt x="824773" y="5260082"/>
                  </a:lnTo>
                  <a:lnTo>
                    <a:pt x="825432" y="5260082"/>
                  </a:lnTo>
                  <a:lnTo>
                    <a:pt x="825526" y="5260082"/>
                  </a:lnTo>
                  <a:lnTo>
                    <a:pt x="825714" y="5260082"/>
                  </a:lnTo>
                  <a:lnTo>
                    <a:pt x="826091" y="5260082"/>
                  </a:lnTo>
                  <a:lnTo>
                    <a:pt x="827032" y="5260082"/>
                  </a:lnTo>
                  <a:lnTo>
                    <a:pt x="827221" y="5260082"/>
                  </a:lnTo>
                  <a:lnTo>
                    <a:pt x="827597" y="5255171"/>
                  </a:lnTo>
                  <a:lnTo>
                    <a:pt x="828162" y="5255171"/>
                  </a:lnTo>
                  <a:lnTo>
                    <a:pt x="828256" y="5255171"/>
                  </a:lnTo>
                  <a:lnTo>
                    <a:pt x="828915" y="5250259"/>
                  </a:lnTo>
                  <a:lnTo>
                    <a:pt x="829010" y="5250259"/>
                  </a:lnTo>
                  <a:lnTo>
                    <a:pt x="829198" y="5250259"/>
                  </a:lnTo>
                  <a:lnTo>
                    <a:pt x="829480" y="5250259"/>
                  </a:lnTo>
                  <a:lnTo>
                    <a:pt x="829857" y="5250259"/>
                  </a:lnTo>
                  <a:lnTo>
                    <a:pt x="831363" y="5250259"/>
                  </a:lnTo>
                  <a:lnTo>
                    <a:pt x="831457" y="5250259"/>
                  </a:lnTo>
                  <a:lnTo>
                    <a:pt x="831552" y="5250259"/>
                  </a:lnTo>
                  <a:lnTo>
                    <a:pt x="831646" y="5250259"/>
                  </a:lnTo>
                  <a:lnTo>
                    <a:pt x="831834" y="5250259"/>
                  </a:lnTo>
                  <a:lnTo>
                    <a:pt x="832211" y="5250259"/>
                  </a:lnTo>
                  <a:lnTo>
                    <a:pt x="832305" y="5250259"/>
                  </a:lnTo>
                  <a:lnTo>
                    <a:pt x="832681" y="5250259"/>
                  </a:lnTo>
                  <a:lnTo>
                    <a:pt x="832776" y="5250259"/>
                  </a:lnTo>
                  <a:lnTo>
                    <a:pt x="832870" y="5250259"/>
                  </a:lnTo>
                  <a:lnTo>
                    <a:pt x="832964" y="5250259"/>
                  </a:lnTo>
                  <a:lnTo>
                    <a:pt x="833717" y="5250259"/>
                  </a:lnTo>
                  <a:lnTo>
                    <a:pt x="834000" y="5250259"/>
                  </a:lnTo>
                  <a:lnTo>
                    <a:pt x="834659" y="5250259"/>
                  </a:lnTo>
                  <a:lnTo>
                    <a:pt x="834753" y="5250259"/>
                  </a:lnTo>
                  <a:lnTo>
                    <a:pt x="834941" y="5250259"/>
                  </a:lnTo>
                  <a:lnTo>
                    <a:pt x="835129" y="5250259"/>
                  </a:lnTo>
                  <a:lnTo>
                    <a:pt x="835506" y="5250259"/>
                  </a:lnTo>
                  <a:lnTo>
                    <a:pt x="835694" y="5250259"/>
                  </a:lnTo>
                  <a:lnTo>
                    <a:pt x="835977" y="5250259"/>
                  </a:lnTo>
                  <a:lnTo>
                    <a:pt x="836071" y="5250259"/>
                  </a:lnTo>
                  <a:lnTo>
                    <a:pt x="836542" y="5250259"/>
                  </a:lnTo>
                  <a:lnTo>
                    <a:pt x="836636" y="5250259"/>
                  </a:lnTo>
                  <a:lnTo>
                    <a:pt x="836730" y="5250259"/>
                  </a:lnTo>
                  <a:lnTo>
                    <a:pt x="837389" y="5245348"/>
                  </a:lnTo>
                  <a:lnTo>
                    <a:pt x="837483" y="5245348"/>
                  </a:lnTo>
                  <a:lnTo>
                    <a:pt x="837577" y="5245348"/>
                  </a:lnTo>
                  <a:lnTo>
                    <a:pt x="837672" y="5245348"/>
                  </a:lnTo>
                  <a:lnTo>
                    <a:pt x="838613" y="5245348"/>
                  </a:lnTo>
                  <a:lnTo>
                    <a:pt x="838896" y="5245348"/>
                  </a:lnTo>
                  <a:lnTo>
                    <a:pt x="839084" y="5245348"/>
                  </a:lnTo>
                  <a:lnTo>
                    <a:pt x="839178" y="5245348"/>
                  </a:lnTo>
                  <a:lnTo>
                    <a:pt x="839272" y="5245348"/>
                  </a:lnTo>
                  <a:lnTo>
                    <a:pt x="839460" y="5245348"/>
                  </a:lnTo>
                  <a:lnTo>
                    <a:pt x="839649" y="5245348"/>
                  </a:lnTo>
                  <a:lnTo>
                    <a:pt x="840308" y="5240437"/>
                  </a:lnTo>
                  <a:lnTo>
                    <a:pt x="841061" y="5240437"/>
                  </a:lnTo>
                  <a:lnTo>
                    <a:pt x="841155" y="5240437"/>
                  </a:lnTo>
                  <a:lnTo>
                    <a:pt x="841343" y="5240437"/>
                  </a:lnTo>
                  <a:lnTo>
                    <a:pt x="841720" y="5240437"/>
                  </a:lnTo>
                  <a:lnTo>
                    <a:pt x="842003" y="5240437"/>
                  </a:lnTo>
                  <a:lnTo>
                    <a:pt x="842097" y="5240437"/>
                  </a:lnTo>
                  <a:lnTo>
                    <a:pt x="842850" y="5240437"/>
                  </a:lnTo>
                  <a:lnTo>
                    <a:pt x="843227" y="5240437"/>
                  </a:lnTo>
                  <a:lnTo>
                    <a:pt x="843791" y="5240437"/>
                  </a:lnTo>
                  <a:lnTo>
                    <a:pt x="843886" y="5240437"/>
                  </a:lnTo>
                  <a:lnTo>
                    <a:pt x="843980" y="5240437"/>
                  </a:lnTo>
                  <a:lnTo>
                    <a:pt x="844262" y="5240437"/>
                  </a:lnTo>
                  <a:lnTo>
                    <a:pt x="844450" y="5235525"/>
                  </a:lnTo>
                  <a:lnTo>
                    <a:pt x="844639" y="5235525"/>
                  </a:lnTo>
                  <a:lnTo>
                    <a:pt x="844733" y="5235525"/>
                  </a:lnTo>
                  <a:lnTo>
                    <a:pt x="844827" y="5235525"/>
                  </a:lnTo>
                  <a:lnTo>
                    <a:pt x="845204" y="5235525"/>
                  </a:lnTo>
                  <a:lnTo>
                    <a:pt x="845298" y="5235525"/>
                  </a:lnTo>
                  <a:lnTo>
                    <a:pt x="845392" y="5235525"/>
                  </a:lnTo>
                  <a:lnTo>
                    <a:pt x="845580" y="5235525"/>
                  </a:lnTo>
                  <a:lnTo>
                    <a:pt x="845674" y="5235525"/>
                  </a:lnTo>
                  <a:lnTo>
                    <a:pt x="845863" y="5235525"/>
                  </a:lnTo>
                  <a:lnTo>
                    <a:pt x="846145" y="5235525"/>
                  </a:lnTo>
                  <a:lnTo>
                    <a:pt x="846239" y="5235525"/>
                  </a:lnTo>
                  <a:lnTo>
                    <a:pt x="846334" y="5235525"/>
                  </a:lnTo>
                  <a:lnTo>
                    <a:pt x="846898" y="5235525"/>
                  </a:lnTo>
                  <a:lnTo>
                    <a:pt x="847369" y="5235525"/>
                  </a:lnTo>
                  <a:lnTo>
                    <a:pt x="848028" y="5235525"/>
                  </a:lnTo>
                  <a:lnTo>
                    <a:pt x="848499" y="5230614"/>
                  </a:lnTo>
                  <a:lnTo>
                    <a:pt x="848781" y="5230614"/>
                  </a:lnTo>
                  <a:lnTo>
                    <a:pt x="849346" y="5230614"/>
                  </a:lnTo>
                  <a:lnTo>
                    <a:pt x="849629" y="5230614"/>
                  </a:lnTo>
                  <a:lnTo>
                    <a:pt x="849723" y="5230614"/>
                  </a:lnTo>
                  <a:lnTo>
                    <a:pt x="849817" y="5230614"/>
                  </a:lnTo>
                  <a:lnTo>
                    <a:pt x="850288" y="5230614"/>
                  </a:lnTo>
                  <a:lnTo>
                    <a:pt x="850759" y="5230614"/>
                  </a:lnTo>
                  <a:lnTo>
                    <a:pt x="851229" y="5230614"/>
                  </a:lnTo>
                  <a:lnTo>
                    <a:pt x="851324" y="5230614"/>
                  </a:lnTo>
                  <a:lnTo>
                    <a:pt x="851606" y="5230614"/>
                  </a:lnTo>
                  <a:lnTo>
                    <a:pt x="851983" y="5230614"/>
                  </a:lnTo>
                  <a:lnTo>
                    <a:pt x="852077" y="5225702"/>
                  </a:lnTo>
                  <a:lnTo>
                    <a:pt x="852171" y="5225702"/>
                  </a:lnTo>
                  <a:lnTo>
                    <a:pt x="852548" y="5225702"/>
                  </a:lnTo>
                  <a:lnTo>
                    <a:pt x="852736" y="5225702"/>
                  </a:lnTo>
                  <a:lnTo>
                    <a:pt x="853018" y="5225702"/>
                  </a:lnTo>
                  <a:lnTo>
                    <a:pt x="853207" y="5220791"/>
                  </a:lnTo>
                  <a:lnTo>
                    <a:pt x="853489" y="5220791"/>
                  </a:lnTo>
                  <a:lnTo>
                    <a:pt x="854242" y="5220791"/>
                  </a:lnTo>
                  <a:lnTo>
                    <a:pt x="854619" y="5220791"/>
                  </a:lnTo>
                  <a:lnTo>
                    <a:pt x="854713" y="5220791"/>
                  </a:lnTo>
                  <a:lnTo>
                    <a:pt x="854807" y="5220791"/>
                  </a:lnTo>
                  <a:lnTo>
                    <a:pt x="855278" y="5220791"/>
                  </a:lnTo>
                  <a:lnTo>
                    <a:pt x="855466" y="5220791"/>
                  </a:lnTo>
                  <a:lnTo>
                    <a:pt x="855655" y="5220791"/>
                  </a:lnTo>
                  <a:lnTo>
                    <a:pt x="855843" y="5220791"/>
                  </a:lnTo>
                  <a:lnTo>
                    <a:pt x="855937" y="5220791"/>
                  </a:lnTo>
                  <a:lnTo>
                    <a:pt x="856220" y="5220791"/>
                  </a:lnTo>
                  <a:lnTo>
                    <a:pt x="856408" y="5220791"/>
                  </a:lnTo>
                  <a:lnTo>
                    <a:pt x="857914" y="5220791"/>
                  </a:lnTo>
                  <a:lnTo>
                    <a:pt x="858197" y="5220791"/>
                  </a:lnTo>
                  <a:lnTo>
                    <a:pt x="858762" y="5220791"/>
                  </a:lnTo>
                  <a:lnTo>
                    <a:pt x="858950" y="5220791"/>
                  </a:lnTo>
                  <a:lnTo>
                    <a:pt x="859327" y="5220791"/>
                  </a:lnTo>
                  <a:lnTo>
                    <a:pt x="859515" y="5220791"/>
                  </a:lnTo>
                  <a:lnTo>
                    <a:pt x="859703" y="5220791"/>
                  </a:lnTo>
                  <a:lnTo>
                    <a:pt x="859891" y="5220791"/>
                  </a:lnTo>
                  <a:lnTo>
                    <a:pt x="860739" y="5220791"/>
                  </a:lnTo>
                  <a:lnTo>
                    <a:pt x="860927" y="5220791"/>
                  </a:lnTo>
                  <a:lnTo>
                    <a:pt x="861021" y="5220791"/>
                  </a:lnTo>
                  <a:lnTo>
                    <a:pt x="861492" y="5220791"/>
                  </a:lnTo>
                  <a:lnTo>
                    <a:pt x="862057" y="5220791"/>
                  </a:lnTo>
                  <a:lnTo>
                    <a:pt x="862151" y="5220791"/>
                  </a:lnTo>
                  <a:lnTo>
                    <a:pt x="862339" y="5220791"/>
                  </a:lnTo>
                  <a:lnTo>
                    <a:pt x="862904" y="5220791"/>
                  </a:lnTo>
                  <a:lnTo>
                    <a:pt x="862998" y="5220791"/>
                  </a:lnTo>
                  <a:lnTo>
                    <a:pt x="863093" y="5220791"/>
                  </a:lnTo>
                  <a:lnTo>
                    <a:pt x="864034" y="5220791"/>
                  </a:lnTo>
                  <a:lnTo>
                    <a:pt x="864222" y="5215880"/>
                  </a:lnTo>
                  <a:lnTo>
                    <a:pt x="864317" y="5215880"/>
                  </a:lnTo>
                  <a:lnTo>
                    <a:pt x="864787" y="5215880"/>
                  </a:lnTo>
                  <a:lnTo>
                    <a:pt x="865070" y="5215880"/>
                  </a:lnTo>
                  <a:lnTo>
                    <a:pt x="866011" y="5215880"/>
                  </a:lnTo>
                  <a:lnTo>
                    <a:pt x="866670" y="5215880"/>
                  </a:lnTo>
                  <a:lnTo>
                    <a:pt x="866953" y="5215880"/>
                  </a:lnTo>
                  <a:lnTo>
                    <a:pt x="866953" y="5210968"/>
                  </a:lnTo>
                  <a:lnTo>
                    <a:pt x="867141" y="5210968"/>
                  </a:lnTo>
                  <a:lnTo>
                    <a:pt x="867518" y="5210968"/>
                  </a:lnTo>
                  <a:lnTo>
                    <a:pt x="867612" y="5210968"/>
                  </a:lnTo>
                  <a:lnTo>
                    <a:pt x="867706" y="5210968"/>
                  </a:lnTo>
                  <a:lnTo>
                    <a:pt x="868177" y="5210968"/>
                  </a:lnTo>
                  <a:lnTo>
                    <a:pt x="868836" y="5210968"/>
                  </a:lnTo>
                  <a:lnTo>
                    <a:pt x="869118" y="5210968"/>
                  </a:lnTo>
                  <a:lnTo>
                    <a:pt x="869401" y="5210968"/>
                  </a:lnTo>
                  <a:lnTo>
                    <a:pt x="869495" y="5210968"/>
                  </a:lnTo>
                  <a:lnTo>
                    <a:pt x="869589" y="5206057"/>
                  </a:lnTo>
                  <a:lnTo>
                    <a:pt x="869777" y="5206057"/>
                  </a:lnTo>
                  <a:lnTo>
                    <a:pt x="870154" y="5206057"/>
                  </a:lnTo>
                  <a:lnTo>
                    <a:pt x="870248" y="5201146"/>
                  </a:lnTo>
                  <a:lnTo>
                    <a:pt x="870342" y="5201146"/>
                  </a:lnTo>
                  <a:lnTo>
                    <a:pt x="870436" y="5201146"/>
                  </a:lnTo>
                  <a:lnTo>
                    <a:pt x="871001" y="5201146"/>
                  </a:lnTo>
                  <a:lnTo>
                    <a:pt x="871284" y="5201146"/>
                  </a:lnTo>
                  <a:lnTo>
                    <a:pt x="871943" y="5201146"/>
                  </a:lnTo>
                  <a:lnTo>
                    <a:pt x="872225" y="5201146"/>
                  </a:lnTo>
                  <a:lnTo>
                    <a:pt x="872414" y="5201146"/>
                  </a:lnTo>
                  <a:lnTo>
                    <a:pt x="872790" y="5201146"/>
                  </a:lnTo>
                  <a:lnTo>
                    <a:pt x="873073" y="5201146"/>
                  </a:lnTo>
                  <a:lnTo>
                    <a:pt x="873167" y="5201146"/>
                  </a:lnTo>
                  <a:lnTo>
                    <a:pt x="873355" y="5201146"/>
                  </a:lnTo>
                  <a:lnTo>
                    <a:pt x="874014" y="5201146"/>
                  </a:lnTo>
                  <a:lnTo>
                    <a:pt x="874108" y="5201146"/>
                  </a:lnTo>
                  <a:lnTo>
                    <a:pt x="875144" y="5201146"/>
                  </a:lnTo>
                  <a:lnTo>
                    <a:pt x="875427" y="5201146"/>
                  </a:lnTo>
                  <a:lnTo>
                    <a:pt x="875709" y="5201146"/>
                  </a:lnTo>
                  <a:lnTo>
                    <a:pt x="875803" y="5201146"/>
                  </a:lnTo>
                  <a:lnTo>
                    <a:pt x="875897" y="5201146"/>
                  </a:lnTo>
                  <a:lnTo>
                    <a:pt x="876651" y="5201146"/>
                  </a:lnTo>
                  <a:lnTo>
                    <a:pt x="876933" y="5201146"/>
                  </a:lnTo>
                  <a:lnTo>
                    <a:pt x="877404" y="5201146"/>
                  </a:lnTo>
                  <a:lnTo>
                    <a:pt x="877592" y="5201146"/>
                  </a:lnTo>
                  <a:lnTo>
                    <a:pt x="878157" y="5201146"/>
                  </a:lnTo>
                  <a:lnTo>
                    <a:pt x="879098" y="5201146"/>
                  </a:lnTo>
                  <a:lnTo>
                    <a:pt x="879287" y="5201146"/>
                  </a:lnTo>
                  <a:lnTo>
                    <a:pt x="879663" y="5201146"/>
                  </a:lnTo>
                  <a:lnTo>
                    <a:pt x="879852" y="5201146"/>
                  </a:lnTo>
                  <a:lnTo>
                    <a:pt x="881076" y="5201146"/>
                  </a:lnTo>
                  <a:lnTo>
                    <a:pt x="881170" y="5201146"/>
                  </a:lnTo>
                  <a:lnTo>
                    <a:pt x="881452" y="5201146"/>
                  </a:lnTo>
                  <a:lnTo>
                    <a:pt x="881641" y="5201146"/>
                  </a:lnTo>
                  <a:lnTo>
                    <a:pt x="881735" y="5201146"/>
                  </a:lnTo>
                  <a:lnTo>
                    <a:pt x="881829" y="5201146"/>
                  </a:lnTo>
                  <a:lnTo>
                    <a:pt x="882770" y="5201146"/>
                  </a:lnTo>
                  <a:lnTo>
                    <a:pt x="883053" y="5201146"/>
                  </a:lnTo>
                  <a:lnTo>
                    <a:pt x="883712" y="5201146"/>
                  </a:lnTo>
                  <a:lnTo>
                    <a:pt x="883806" y="5201146"/>
                  </a:lnTo>
                  <a:lnTo>
                    <a:pt x="883900" y="5201146"/>
                  </a:lnTo>
                  <a:lnTo>
                    <a:pt x="884653" y="5201146"/>
                  </a:lnTo>
                  <a:lnTo>
                    <a:pt x="885501" y="5196234"/>
                  </a:lnTo>
                  <a:lnTo>
                    <a:pt x="885877" y="5196234"/>
                  </a:lnTo>
                  <a:lnTo>
                    <a:pt x="885972" y="5196234"/>
                  </a:lnTo>
                  <a:lnTo>
                    <a:pt x="886254" y="5191323"/>
                  </a:lnTo>
                  <a:lnTo>
                    <a:pt x="886537" y="5191323"/>
                  </a:lnTo>
                  <a:lnTo>
                    <a:pt x="887101" y="5191323"/>
                  </a:lnTo>
                  <a:lnTo>
                    <a:pt x="887572" y="5191323"/>
                  </a:lnTo>
                  <a:lnTo>
                    <a:pt x="887666" y="5191323"/>
                  </a:lnTo>
                  <a:lnTo>
                    <a:pt x="888043" y="5191323"/>
                  </a:lnTo>
                  <a:lnTo>
                    <a:pt x="888514" y="5191323"/>
                  </a:lnTo>
                  <a:lnTo>
                    <a:pt x="888608" y="5191323"/>
                  </a:lnTo>
                  <a:lnTo>
                    <a:pt x="888890" y="5191323"/>
                  </a:lnTo>
                  <a:lnTo>
                    <a:pt x="889079" y="5191323"/>
                  </a:lnTo>
                  <a:lnTo>
                    <a:pt x="889361" y="5191323"/>
                  </a:lnTo>
                  <a:lnTo>
                    <a:pt x="889549" y="5191323"/>
                  </a:lnTo>
                  <a:lnTo>
                    <a:pt x="889644" y="5191323"/>
                  </a:lnTo>
                  <a:lnTo>
                    <a:pt x="889738" y="5191323"/>
                  </a:lnTo>
                  <a:lnTo>
                    <a:pt x="889926" y="5191323"/>
                  </a:lnTo>
                  <a:lnTo>
                    <a:pt x="890773" y="5191323"/>
                  </a:lnTo>
                  <a:lnTo>
                    <a:pt x="891432" y="5191323"/>
                  </a:lnTo>
                  <a:lnTo>
                    <a:pt x="891621" y="5191323"/>
                  </a:lnTo>
                  <a:lnTo>
                    <a:pt x="891809" y="5191323"/>
                  </a:lnTo>
                  <a:lnTo>
                    <a:pt x="892091" y="5191323"/>
                  </a:lnTo>
                  <a:lnTo>
                    <a:pt x="892280" y="5191323"/>
                  </a:lnTo>
                  <a:lnTo>
                    <a:pt x="892280" y="5186411"/>
                  </a:lnTo>
                  <a:lnTo>
                    <a:pt x="892656" y="5186411"/>
                  </a:lnTo>
                  <a:lnTo>
                    <a:pt x="892845" y="5186411"/>
                  </a:lnTo>
                  <a:lnTo>
                    <a:pt x="893033" y="5186411"/>
                  </a:lnTo>
                  <a:lnTo>
                    <a:pt x="893221" y="5186411"/>
                  </a:lnTo>
                  <a:lnTo>
                    <a:pt x="893410" y="5186411"/>
                  </a:lnTo>
                  <a:lnTo>
                    <a:pt x="893692" y="5186411"/>
                  </a:lnTo>
                  <a:lnTo>
                    <a:pt x="894163" y="5186411"/>
                  </a:lnTo>
                  <a:lnTo>
                    <a:pt x="894351" y="5186411"/>
                  </a:lnTo>
                  <a:lnTo>
                    <a:pt x="894445" y="5186411"/>
                  </a:lnTo>
                  <a:lnTo>
                    <a:pt x="894916" y="5186411"/>
                  </a:lnTo>
                  <a:lnTo>
                    <a:pt x="895010" y="5186411"/>
                  </a:lnTo>
                  <a:lnTo>
                    <a:pt x="895104" y="5186411"/>
                  </a:lnTo>
                  <a:lnTo>
                    <a:pt x="895293" y="5186411"/>
                  </a:lnTo>
                  <a:lnTo>
                    <a:pt x="896046" y="5186411"/>
                  </a:lnTo>
                  <a:lnTo>
                    <a:pt x="896893" y="5186411"/>
                  </a:lnTo>
                  <a:lnTo>
                    <a:pt x="897082" y="5186411"/>
                  </a:lnTo>
                  <a:lnTo>
                    <a:pt x="898306" y="5181500"/>
                  </a:lnTo>
                  <a:lnTo>
                    <a:pt x="898400" y="5181500"/>
                  </a:lnTo>
                  <a:lnTo>
                    <a:pt x="898682" y="5181500"/>
                  </a:lnTo>
                  <a:lnTo>
                    <a:pt x="899059" y="5181500"/>
                  </a:lnTo>
                  <a:lnTo>
                    <a:pt x="899341" y="5181500"/>
                  </a:lnTo>
                  <a:lnTo>
                    <a:pt x="899530" y="5181500"/>
                  </a:lnTo>
                  <a:lnTo>
                    <a:pt x="899812" y="5181500"/>
                  </a:lnTo>
                  <a:lnTo>
                    <a:pt x="900283" y="5176589"/>
                  </a:lnTo>
                  <a:lnTo>
                    <a:pt x="900659" y="5171677"/>
                  </a:lnTo>
                  <a:lnTo>
                    <a:pt x="901130" y="5171677"/>
                  </a:lnTo>
                  <a:lnTo>
                    <a:pt x="901224" y="5171677"/>
                  </a:lnTo>
                  <a:lnTo>
                    <a:pt x="901977" y="5171677"/>
                  </a:lnTo>
                  <a:lnTo>
                    <a:pt x="902072" y="5171677"/>
                  </a:lnTo>
                  <a:lnTo>
                    <a:pt x="902637" y="5166766"/>
                  </a:lnTo>
                  <a:lnTo>
                    <a:pt x="903107" y="5161855"/>
                  </a:lnTo>
                  <a:lnTo>
                    <a:pt x="903578" y="5161855"/>
                  </a:lnTo>
                  <a:lnTo>
                    <a:pt x="903672" y="5161855"/>
                  </a:lnTo>
                  <a:lnTo>
                    <a:pt x="903766" y="5161855"/>
                  </a:lnTo>
                  <a:lnTo>
                    <a:pt x="903861" y="5161855"/>
                  </a:lnTo>
                  <a:lnTo>
                    <a:pt x="904143" y="5161855"/>
                  </a:lnTo>
                  <a:lnTo>
                    <a:pt x="904896" y="5161855"/>
                  </a:lnTo>
                  <a:lnTo>
                    <a:pt x="904990" y="5161855"/>
                  </a:lnTo>
                  <a:lnTo>
                    <a:pt x="905273" y="5156943"/>
                  </a:lnTo>
                  <a:lnTo>
                    <a:pt x="905367" y="5156943"/>
                  </a:lnTo>
                  <a:lnTo>
                    <a:pt x="905744" y="5156943"/>
                  </a:lnTo>
                  <a:lnTo>
                    <a:pt x="905838" y="5156943"/>
                  </a:lnTo>
                  <a:lnTo>
                    <a:pt x="905932" y="5156943"/>
                  </a:lnTo>
                  <a:lnTo>
                    <a:pt x="906214" y="5156943"/>
                  </a:lnTo>
                  <a:lnTo>
                    <a:pt x="906497" y="5156943"/>
                  </a:lnTo>
                  <a:lnTo>
                    <a:pt x="906968" y="5152032"/>
                  </a:lnTo>
                  <a:lnTo>
                    <a:pt x="907438" y="5152032"/>
                  </a:lnTo>
                  <a:lnTo>
                    <a:pt x="907532" y="5152032"/>
                  </a:lnTo>
                  <a:lnTo>
                    <a:pt x="907532" y="5147120"/>
                  </a:lnTo>
                  <a:lnTo>
                    <a:pt x="907627" y="5147120"/>
                  </a:lnTo>
                  <a:lnTo>
                    <a:pt x="907815" y="5147120"/>
                  </a:lnTo>
                  <a:lnTo>
                    <a:pt x="908380" y="5147120"/>
                  </a:lnTo>
                  <a:lnTo>
                    <a:pt x="908662" y="5142209"/>
                  </a:lnTo>
                  <a:lnTo>
                    <a:pt x="909133" y="5142209"/>
                  </a:lnTo>
                  <a:lnTo>
                    <a:pt x="909886" y="5142209"/>
                  </a:lnTo>
                  <a:lnTo>
                    <a:pt x="909980" y="5142209"/>
                  </a:lnTo>
                  <a:lnTo>
                    <a:pt x="910357" y="5142209"/>
                  </a:lnTo>
                  <a:lnTo>
                    <a:pt x="910922" y="5142209"/>
                  </a:lnTo>
                  <a:lnTo>
                    <a:pt x="911016" y="5142209"/>
                  </a:lnTo>
                  <a:lnTo>
                    <a:pt x="911487" y="5142209"/>
                  </a:lnTo>
                  <a:lnTo>
                    <a:pt x="911581" y="5142209"/>
                  </a:lnTo>
                  <a:lnTo>
                    <a:pt x="911863" y="5142209"/>
                  </a:lnTo>
                  <a:lnTo>
                    <a:pt x="911958" y="5142209"/>
                  </a:lnTo>
                  <a:lnTo>
                    <a:pt x="912617" y="5142209"/>
                  </a:lnTo>
                  <a:lnTo>
                    <a:pt x="912805" y="5137298"/>
                  </a:lnTo>
                  <a:lnTo>
                    <a:pt x="913087" y="5137298"/>
                  </a:lnTo>
                  <a:lnTo>
                    <a:pt x="913276" y="5137298"/>
                  </a:lnTo>
                  <a:lnTo>
                    <a:pt x="913464" y="5137298"/>
                  </a:lnTo>
                  <a:lnTo>
                    <a:pt x="914029" y="5137298"/>
                  </a:lnTo>
                  <a:lnTo>
                    <a:pt x="914406" y="5137298"/>
                  </a:lnTo>
                  <a:lnTo>
                    <a:pt x="914876" y="5137298"/>
                  </a:lnTo>
                  <a:lnTo>
                    <a:pt x="915159" y="5137298"/>
                  </a:lnTo>
                  <a:lnTo>
                    <a:pt x="915535" y="5132386"/>
                  </a:lnTo>
                  <a:lnTo>
                    <a:pt x="915818" y="5132386"/>
                  </a:lnTo>
                  <a:lnTo>
                    <a:pt x="916665" y="5132386"/>
                  </a:lnTo>
                  <a:lnTo>
                    <a:pt x="916759" y="5132386"/>
                  </a:lnTo>
                  <a:lnTo>
                    <a:pt x="916854" y="5132386"/>
                  </a:lnTo>
                  <a:lnTo>
                    <a:pt x="917513" y="5132386"/>
                  </a:lnTo>
                  <a:lnTo>
                    <a:pt x="917607" y="5132386"/>
                  </a:lnTo>
                  <a:lnTo>
                    <a:pt x="917889" y="5132386"/>
                  </a:lnTo>
                  <a:lnTo>
                    <a:pt x="917983" y="5127475"/>
                  </a:lnTo>
                  <a:lnTo>
                    <a:pt x="918642" y="5127475"/>
                  </a:lnTo>
                  <a:lnTo>
                    <a:pt x="919019" y="5127475"/>
                  </a:lnTo>
                  <a:lnTo>
                    <a:pt x="919584" y="5127475"/>
                  </a:lnTo>
                  <a:lnTo>
                    <a:pt x="919772" y="5127475"/>
                  </a:lnTo>
                  <a:lnTo>
                    <a:pt x="919866" y="5127475"/>
                  </a:lnTo>
                  <a:lnTo>
                    <a:pt x="920055" y="5127475"/>
                  </a:lnTo>
                  <a:lnTo>
                    <a:pt x="921090" y="5127475"/>
                  </a:lnTo>
                  <a:lnTo>
                    <a:pt x="921185" y="5127475"/>
                  </a:lnTo>
                  <a:lnTo>
                    <a:pt x="921655" y="5127475"/>
                  </a:lnTo>
                  <a:lnTo>
                    <a:pt x="921749" y="5127475"/>
                  </a:lnTo>
                  <a:lnTo>
                    <a:pt x="921938" y="5127475"/>
                  </a:lnTo>
                  <a:lnTo>
                    <a:pt x="922032" y="5127475"/>
                  </a:lnTo>
                  <a:lnTo>
                    <a:pt x="922408" y="5127475"/>
                  </a:lnTo>
                  <a:lnTo>
                    <a:pt x="922503" y="5127475"/>
                  </a:lnTo>
                  <a:lnTo>
                    <a:pt x="922597" y="5127475"/>
                  </a:lnTo>
                  <a:lnTo>
                    <a:pt x="922879" y="5127475"/>
                  </a:lnTo>
                  <a:lnTo>
                    <a:pt x="922973" y="5127475"/>
                  </a:lnTo>
                  <a:lnTo>
                    <a:pt x="923068" y="5127475"/>
                  </a:lnTo>
                  <a:lnTo>
                    <a:pt x="923256" y="5127475"/>
                  </a:lnTo>
                  <a:lnTo>
                    <a:pt x="924103" y="5127475"/>
                  </a:lnTo>
                  <a:lnTo>
                    <a:pt x="924197" y="5127475"/>
                  </a:lnTo>
                  <a:lnTo>
                    <a:pt x="924574" y="5127475"/>
                  </a:lnTo>
                  <a:lnTo>
                    <a:pt x="925139" y="5127475"/>
                  </a:lnTo>
                  <a:lnTo>
                    <a:pt x="925516" y="5127475"/>
                  </a:lnTo>
                  <a:lnTo>
                    <a:pt x="925892" y="5127475"/>
                  </a:lnTo>
                  <a:lnTo>
                    <a:pt x="925986" y="5127475"/>
                  </a:lnTo>
                  <a:lnTo>
                    <a:pt x="926269" y="5127475"/>
                  </a:lnTo>
                  <a:lnTo>
                    <a:pt x="926457" y="5127475"/>
                  </a:lnTo>
                  <a:lnTo>
                    <a:pt x="926928" y="5127475"/>
                  </a:lnTo>
                  <a:lnTo>
                    <a:pt x="927210" y="5127475"/>
                  </a:lnTo>
                  <a:lnTo>
                    <a:pt x="927304" y="5127475"/>
                  </a:lnTo>
                  <a:lnTo>
                    <a:pt x="927493" y="5127475"/>
                  </a:lnTo>
                  <a:lnTo>
                    <a:pt x="928152" y="5127475"/>
                  </a:lnTo>
                  <a:lnTo>
                    <a:pt x="928340" y="5127475"/>
                  </a:lnTo>
                  <a:lnTo>
                    <a:pt x="928434" y="5122564"/>
                  </a:lnTo>
                  <a:lnTo>
                    <a:pt x="929187" y="5122564"/>
                  </a:lnTo>
                  <a:lnTo>
                    <a:pt x="929564" y="5122564"/>
                  </a:lnTo>
                  <a:lnTo>
                    <a:pt x="929941" y="5122564"/>
                  </a:lnTo>
                  <a:lnTo>
                    <a:pt x="930035" y="5122564"/>
                  </a:lnTo>
                  <a:lnTo>
                    <a:pt x="930223" y="5122564"/>
                  </a:lnTo>
                  <a:lnTo>
                    <a:pt x="930600" y="5122564"/>
                  </a:lnTo>
                  <a:lnTo>
                    <a:pt x="930694" y="5122564"/>
                  </a:lnTo>
                  <a:lnTo>
                    <a:pt x="930788" y="5122564"/>
                  </a:lnTo>
                  <a:lnTo>
                    <a:pt x="930882" y="5122564"/>
                  </a:lnTo>
                  <a:lnTo>
                    <a:pt x="931259" y="5122564"/>
                  </a:lnTo>
                  <a:lnTo>
                    <a:pt x="932012" y="5122564"/>
                  </a:lnTo>
                  <a:lnTo>
                    <a:pt x="932106" y="5122564"/>
                  </a:lnTo>
                  <a:lnTo>
                    <a:pt x="932200" y="5122564"/>
                  </a:lnTo>
                  <a:lnTo>
                    <a:pt x="932859" y="5122564"/>
                  </a:lnTo>
                  <a:lnTo>
                    <a:pt x="933048" y="5122564"/>
                  </a:lnTo>
                  <a:lnTo>
                    <a:pt x="933236" y="5122564"/>
                  </a:lnTo>
                  <a:lnTo>
                    <a:pt x="933989" y="5122564"/>
                  </a:lnTo>
                  <a:lnTo>
                    <a:pt x="934083" y="5122564"/>
                  </a:lnTo>
                  <a:lnTo>
                    <a:pt x="935213" y="5122564"/>
                  </a:lnTo>
                  <a:lnTo>
                    <a:pt x="935307" y="5122564"/>
                  </a:lnTo>
                  <a:lnTo>
                    <a:pt x="935401" y="5122564"/>
                  </a:lnTo>
                  <a:lnTo>
                    <a:pt x="935872" y="5122564"/>
                  </a:lnTo>
                  <a:lnTo>
                    <a:pt x="935966" y="5122564"/>
                  </a:lnTo>
                  <a:lnTo>
                    <a:pt x="936343" y="5117652"/>
                  </a:lnTo>
                  <a:lnTo>
                    <a:pt x="936531" y="5117652"/>
                  </a:lnTo>
                  <a:lnTo>
                    <a:pt x="937002" y="5117652"/>
                  </a:lnTo>
                  <a:lnTo>
                    <a:pt x="937755" y="5117652"/>
                  </a:lnTo>
                  <a:lnTo>
                    <a:pt x="938414" y="5117652"/>
                  </a:lnTo>
                  <a:lnTo>
                    <a:pt x="938509" y="5117652"/>
                  </a:lnTo>
                  <a:lnTo>
                    <a:pt x="938697" y="5117652"/>
                  </a:lnTo>
                  <a:lnTo>
                    <a:pt x="938885" y="5117652"/>
                  </a:lnTo>
                  <a:lnTo>
                    <a:pt x="939073" y="5117652"/>
                  </a:lnTo>
                  <a:lnTo>
                    <a:pt x="939262" y="5117652"/>
                  </a:lnTo>
                  <a:lnTo>
                    <a:pt x="939450" y="5112741"/>
                  </a:lnTo>
                  <a:lnTo>
                    <a:pt x="939450" y="5107829"/>
                  </a:lnTo>
                  <a:lnTo>
                    <a:pt x="939921" y="5107829"/>
                  </a:lnTo>
                  <a:lnTo>
                    <a:pt x="940297" y="5107829"/>
                  </a:lnTo>
                  <a:lnTo>
                    <a:pt x="940486" y="5107829"/>
                  </a:lnTo>
                  <a:lnTo>
                    <a:pt x="940768" y="5107829"/>
                  </a:lnTo>
                  <a:lnTo>
                    <a:pt x="940956" y="5107829"/>
                  </a:lnTo>
                  <a:lnTo>
                    <a:pt x="941333" y="5107829"/>
                  </a:lnTo>
                  <a:lnTo>
                    <a:pt x="941427" y="5107829"/>
                  </a:lnTo>
                  <a:lnTo>
                    <a:pt x="941521" y="5107829"/>
                  </a:lnTo>
                  <a:lnTo>
                    <a:pt x="942180" y="5107829"/>
                  </a:lnTo>
                  <a:lnTo>
                    <a:pt x="942463" y="5102918"/>
                  </a:lnTo>
                  <a:lnTo>
                    <a:pt x="942934" y="5102918"/>
                  </a:lnTo>
                  <a:lnTo>
                    <a:pt x="943028" y="5102918"/>
                  </a:lnTo>
                  <a:lnTo>
                    <a:pt x="943216" y="5102918"/>
                  </a:lnTo>
                  <a:lnTo>
                    <a:pt x="943969" y="5102918"/>
                  </a:lnTo>
                  <a:lnTo>
                    <a:pt x="944252" y="5102918"/>
                  </a:lnTo>
                  <a:lnTo>
                    <a:pt x="944534" y="5102918"/>
                  </a:lnTo>
                  <a:lnTo>
                    <a:pt x="944723" y="5102918"/>
                  </a:lnTo>
                  <a:lnTo>
                    <a:pt x="944911" y="5102918"/>
                  </a:lnTo>
                  <a:lnTo>
                    <a:pt x="945287" y="5102918"/>
                  </a:lnTo>
                  <a:lnTo>
                    <a:pt x="945476" y="5102918"/>
                  </a:lnTo>
                  <a:lnTo>
                    <a:pt x="945758" y="5102918"/>
                  </a:lnTo>
                  <a:lnTo>
                    <a:pt x="946417" y="5102918"/>
                  </a:lnTo>
                  <a:lnTo>
                    <a:pt x="946982" y="5102918"/>
                  </a:lnTo>
                  <a:lnTo>
                    <a:pt x="947265" y="5102918"/>
                  </a:lnTo>
                  <a:lnTo>
                    <a:pt x="947359" y="5102918"/>
                  </a:lnTo>
                  <a:lnTo>
                    <a:pt x="947641" y="5102918"/>
                  </a:lnTo>
                  <a:lnTo>
                    <a:pt x="947735" y="5102918"/>
                  </a:lnTo>
                  <a:lnTo>
                    <a:pt x="948206" y="5102918"/>
                  </a:lnTo>
                  <a:lnTo>
                    <a:pt x="948489" y="5102918"/>
                  </a:lnTo>
                  <a:lnTo>
                    <a:pt x="948771" y="5102918"/>
                  </a:lnTo>
                  <a:lnTo>
                    <a:pt x="948865" y="5102918"/>
                  </a:lnTo>
                  <a:lnTo>
                    <a:pt x="948959" y="5102918"/>
                  </a:lnTo>
                  <a:lnTo>
                    <a:pt x="949336" y="5102918"/>
                  </a:lnTo>
                  <a:lnTo>
                    <a:pt x="950278" y="5102918"/>
                  </a:lnTo>
                  <a:lnTo>
                    <a:pt x="950372" y="5102918"/>
                  </a:lnTo>
                  <a:lnTo>
                    <a:pt x="950654" y="5098007"/>
                  </a:lnTo>
                  <a:lnTo>
                    <a:pt x="950937" y="5098007"/>
                  </a:lnTo>
                  <a:lnTo>
                    <a:pt x="951313" y="5098007"/>
                  </a:lnTo>
                  <a:lnTo>
                    <a:pt x="951502" y="5098007"/>
                  </a:lnTo>
                  <a:lnTo>
                    <a:pt x="951878" y="5093095"/>
                  </a:lnTo>
                  <a:lnTo>
                    <a:pt x="952349" y="5093095"/>
                  </a:lnTo>
                  <a:lnTo>
                    <a:pt x="952726" y="5088184"/>
                  </a:lnTo>
                  <a:lnTo>
                    <a:pt x="953196" y="5088184"/>
                  </a:lnTo>
                  <a:lnTo>
                    <a:pt x="954044" y="5088184"/>
                  </a:lnTo>
                  <a:lnTo>
                    <a:pt x="954138" y="5088184"/>
                  </a:lnTo>
                  <a:lnTo>
                    <a:pt x="954232" y="5088184"/>
                  </a:lnTo>
                  <a:lnTo>
                    <a:pt x="954609" y="5088184"/>
                  </a:lnTo>
                  <a:lnTo>
                    <a:pt x="955456" y="5088184"/>
                  </a:lnTo>
                  <a:lnTo>
                    <a:pt x="955644" y="5083273"/>
                  </a:lnTo>
                  <a:lnTo>
                    <a:pt x="956209" y="5083273"/>
                  </a:lnTo>
                  <a:lnTo>
                    <a:pt x="957057" y="5083273"/>
                  </a:lnTo>
                  <a:lnTo>
                    <a:pt x="957151" y="5083273"/>
                  </a:lnTo>
                  <a:lnTo>
                    <a:pt x="957339" y="5083273"/>
                  </a:lnTo>
                  <a:lnTo>
                    <a:pt x="957527" y="5083273"/>
                  </a:lnTo>
                  <a:lnTo>
                    <a:pt x="957621" y="5083273"/>
                  </a:lnTo>
                  <a:lnTo>
                    <a:pt x="957998" y="5083273"/>
                  </a:lnTo>
                  <a:lnTo>
                    <a:pt x="958280" y="5083273"/>
                  </a:lnTo>
                  <a:lnTo>
                    <a:pt x="958657" y="5083273"/>
                  </a:lnTo>
                  <a:lnTo>
                    <a:pt x="958940" y="5083273"/>
                  </a:lnTo>
                  <a:lnTo>
                    <a:pt x="959222" y="5083273"/>
                  </a:lnTo>
                  <a:lnTo>
                    <a:pt x="959410" y="5083273"/>
                  </a:lnTo>
                  <a:lnTo>
                    <a:pt x="959599" y="5083273"/>
                  </a:lnTo>
                  <a:lnTo>
                    <a:pt x="960258" y="5083273"/>
                  </a:lnTo>
                  <a:lnTo>
                    <a:pt x="960352" y="5083273"/>
                  </a:lnTo>
                  <a:lnTo>
                    <a:pt x="960540" y="5083273"/>
                  </a:lnTo>
                  <a:lnTo>
                    <a:pt x="960634" y="5083273"/>
                  </a:lnTo>
                  <a:lnTo>
                    <a:pt x="960917" y="5083273"/>
                  </a:lnTo>
                  <a:lnTo>
                    <a:pt x="961105" y="5083273"/>
                  </a:lnTo>
                  <a:lnTo>
                    <a:pt x="961388" y="5073450"/>
                  </a:lnTo>
                  <a:lnTo>
                    <a:pt x="961482" y="5073450"/>
                  </a:lnTo>
                  <a:lnTo>
                    <a:pt x="962047" y="5073450"/>
                  </a:lnTo>
                  <a:lnTo>
                    <a:pt x="962423" y="5073450"/>
                  </a:lnTo>
                  <a:lnTo>
                    <a:pt x="962706" y="5073450"/>
                  </a:lnTo>
                  <a:lnTo>
                    <a:pt x="963647" y="5073450"/>
                  </a:lnTo>
                  <a:lnTo>
                    <a:pt x="963835" y="5073450"/>
                  </a:lnTo>
                  <a:lnTo>
                    <a:pt x="964118" y="5073450"/>
                  </a:lnTo>
                  <a:lnTo>
                    <a:pt x="964683" y="5073450"/>
                  </a:lnTo>
                  <a:lnTo>
                    <a:pt x="964777" y="5073450"/>
                  </a:lnTo>
                  <a:lnTo>
                    <a:pt x="965059" y="5073450"/>
                  </a:lnTo>
                  <a:lnTo>
                    <a:pt x="966095" y="5073450"/>
                  </a:lnTo>
                  <a:lnTo>
                    <a:pt x="966283" y="5073450"/>
                  </a:lnTo>
                  <a:lnTo>
                    <a:pt x="966378" y="5073450"/>
                  </a:lnTo>
                  <a:lnTo>
                    <a:pt x="966472" y="5073450"/>
                  </a:lnTo>
                  <a:lnTo>
                    <a:pt x="967413" y="5073450"/>
                  </a:lnTo>
                  <a:lnTo>
                    <a:pt x="967507" y="5073450"/>
                  </a:lnTo>
                  <a:lnTo>
                    <a:pt x="967884" y="5068538"/>
                  </a:lnTo>
                  <a:lnTo>
                    <a:pt x="968355" y="5068538"/>
                  </a:lnTo>
                  <a:lnTo>
                    <a:pt x="968731" y="5068538"/>
                  </a:lnTo>
                  <a:lnTo>
                    <a:pt x="969108" y="5068538"/>
                  </a:lnTo>
                  <a:lnTo>
                    <a:pt x="969296" y="5068538"/>
                  </a:lnTo>
                  <a:lnTo>
                    <a:pt x="969390" y="5068538"/>
                  </a:lnTo>
                  <a:lnTo>
                    <a:pt x="969485" y="5068538"/>
                  </a:lnTo>
                  <a:lnTo>
                    <a:pt x="969861" y="5068538"/>
                  </a:lnTo>
                  <a:lnTo>
                    <a:pt x="970520" y="5068538"/>
                  </a:lnTo>
                  <a:lnTo>
                    <a:pt x="970614" y="5068538"/>
                  </a:lnTo>
                  <a:lnTo>
                    <a:pt x="970803" y="5068538"/>
                  </a:lnTo>
                  <a:lnTo>
                    <a:pt x="971085" y="5068538"/>
                  </a:lnTo>
                  <a:lnTo>
                    <a:pt x="971179" y="5068538"/>
                  </a:lnTo>
                  <a:lnTo>
                    <a:pt x="971273" y="5068538"/>
                  </a:lnTo>
                  <a:lnTo>
                    <a:pt x="971556" y="5068538"/>
                  </a:lnTo>
                  <a:lnTo>
                    <a:pt x="971838" y="5068538"/>
                  </a:lnTo>
                  <a:lnTo>
                    <a:pt x="971933" y="5068538"/>
                  </a:lnTo>
                  <a:lnTo>
                    <a:pt x="972403" y="5068538"/>
                  </a:lnTo>
                  <a:lnTo>
                    <a:pt x="973251" y="5068538"/>
                  </a:lnTo>
                  <a:lnTo>
                    <a:pt x="973627" y="5068538"/>
                  </a:lnTo>
                  <a:lnTo>
                    <a:pt x="974757" y="5068538"/>
                  </a:lnTo>
                  <a:lnTo>
                    <a:pt x="975981" y="5068538"/>
                  </a:lnTo>
                  <a:lnTo>
                    <a:pt x="976169" y="5068538"/>
                  </a:lnTo>
                  <a:lnTo>
                    <a:pt x="976452" y="5068538"/>
                  </a:lnTo>
                  <a:lnTo>
                    <a:pt x="976923" y="5068538"/>
                  </a:lnTo>
                  <a:lnTo>
                    <a:pt x="977111" y="5068538"/>
                  </a:lnTo>
                  <a:lnTo>
                    <a:pt x="977205" y="5068538"/>
                  </a:lnTo>
                  <a:lnTo>
                    <a:pt x="978147" y="5068538"/>
                  </a:lnTo>
                  <a:lnTo>
                    <a:pt x="978241" y="5068538"/>
                  </a:lnTo>
                  <a:lnTo>
                    <a:pt x="978335" y="5068538"/>
                  </a:lnTo>
                  <a:lnTo>
                    <a:pt x="978806" y="5068538"/>
                  </a:lnTo>
                  <a:lnTo>
                    <a:pt x="979088" y="5063627"/>
                  </a:lnTo>
                  <a:lnTo>
                    <a:pt x="979935" y="5058716"/>
                  </a:lnTo>
                  <a:lnTo>
                    <a:pt x="980312" y="5058716"/>
                  </a:lnTo>
                  <a:lnTo>
                    <a:pt x="980783" y="5058716"/>
                  </a:lnTo>
                  <a:lnTo>
                    <a:pt x="981065" y="5058716"/>
                  </a:lnTo>
                  <a:lnTo>
                    <a:pt x="981442" y="5058716"/>
                  </a:lnTo>
                  <a:lnTo>
                    <a:pt x="981630" y="5058716"/>
                  </a:lnTo>
                  <a:lnTo>
                    <a:pt x="982478" y="5058716"/>
                  </a:lnTo>
                  <a:lnTo>
                    <a:pt x="982572" y="5058716"/>
                  </a:lnTo>
                  <a:lnTo>
                    <a:pt x="982854" y="5058716"/>
                  </a:lnTo>
                  <a:lnTo>
                    <a:pt x="983137" y="5058716"/>
                  </a:lnTo>
                  <a:lnTo>
                    <a:pt x="983984" y="5058716"/>
                  </a:lnTo>
                  <a:lnTo>
                    <a:pt x="984172" y="5058716"/>
                  </a:lnTo>
                  <a:lnTo>
                    <a:pt x="984455" y="5058716"/>
                  </a:lnTo>
                  <a:lnTo>
                    <a:pt x="984737" y="5053804"/>
                  </a:lnTo>
                  <a:lnTo>
                    <a:pt x="985396" y="5053804"/>
                  </a:lnTo>
                  <a:lnTo>
                    <a:pt x="985773" y="5053804"/>
                  </a:lnTo>
                  <a:lnTo>
                    <a:pt x="986055" y="5053804"/>
                  </a:lnTo>
                  <a:lnTo>
                    <a:pt x="986432" y="5053804"/>
                  </a:lnTo>
                  <a:lnTo>
                    <a:pt x="986903" y="5053804"/>
                  </a:lnTo>
                  <a:lnTo>
                    <a:pt x="987279" y="5053804"/>
                  </a:lnTo>
                  <a:lnTo>
                    <a:pt x="987656" y="5053804"/>
                  </a:lnTo>
                  <a:lnTo>
                    <a:pt x="987938" y="5053804"/>
                  </a:lnTo>
                  <a:lnTo>
                    <a:pt x="988597" y="5053804"/>
                  </a:lnTo>
                  <a:lnTo>
                    <a:pt x="988786" y="5053804"/>
                  </a:lnTo>
                  <a:lnTo>
                    <a:pt x="989727" y="5053804"/>
                  </a:lnTo>
                  <a:lnTo>
                    <a:pt x="990010" y="5053804"/>
                  </a:lnTo>
                  <a:lnTo>
                    <a:pt x="990198" y="5053804"/>
                  </a:lnTo>
                  <a:lnTo>
                    <a:pt x="990575" y="5053804"/>
                  </a:lnTo>
                  <a:lnTo>
                    <a:pt x="991140" y="5053804"/>
                  </a:lnTo>
                  <a:lnTo>
                    <a:pt x="991328" y="5053804"/>
                  </a:lnTo>
                  <a:lnTo>
                    <a:pt x="991516" y="5053804"/>
                  </a:lnTo>
                  <a:lnTo>
                    <a:pt x="992646" y="5053804"/>
                  </a:lnTo>
                  <a:lnTo>
                    <a:pt x="992740" y="5053804"/>
                  </a:lnTo>
                  <a:lnTo>
                    <a:pt x="993023" y="5048893"/>
                  </a:lnTo>
                  <a:lnTo>
                    <a:pt x="993211" y="5048893"/>
                  </a:lnTo>
                  <a:lnTo>
                    <a:pt x="993399" y="5043982"/>
                  </a:lnTo>
                  <a:lnTo>
                    <a:pt x="993588" y="5043982"/>
                  </a:lnTo>
                  <a:lnTo>
                    <a:pt x="993776" y="5043982"/>
                  </a:lnTo>
                  <a:lnTo>
                    <a:pt x="993870" y="5043982"/>
                  </a:lnTo>
                  <a:lnTo>
                    <a:pt x="994058" y="5043982"/>
                  </a:lnTo>
                  <a:lnTo>
                    <a:pt x="994247" y="5043982"/>
                  </a:lnTo>
                  <a:lnTo>
                    <a:pt x="994341" y="5043982"/>
                  </a:lnTo>
                  <a:lnTo>
                    <a:pt x="994529" y="5043982"/>
                  </a:lnTo>
                  <a:lnTo>
                    <a:pt x="994623" y="5043982"/>
                  </a:lnTo>
                  <a:lnTo>
                    <a:pt x="994717" y="5043982"/>
                  </a:lnTo>
                  <a:lnTo>
                    <a:pt x="995188" y="5043982"/>
                  </a:lnTo>
                  <a:lnTo>
                    <a:pt x="995376" y="5043982"/>
                  </a:lnTo>
                  <a:lnTo>
                    <a:pt x="995471" y="5039070"/>
                  </a:lnTo>
                  <a:lnTo>
                    <a:pt x="996318" y="5039070"/>
                  </a:lnTo>
                  <a:lnTo>
                    <a:pt x="996695" y="5039070"/>
                  </a:lnTo>
                  <a:lnTo>
                    <a:pt x="997636" y="5039070"/>
                  </a:lnTo>
                  <a:lnTo>
                    <a:pt x="997730" y="5039070"/>
                  </a:lnTo>
                  <a:lnTo>
                    <a:pt x="999048" y="5039070"/>
                  </a:lnTo>
                  <a:lnTo>
                    <a:pt x="999237" y="5039070"/>
                  </a:lnTo>
                  <a:lnTo>
                    <a:pt x="999331" y="5039070"/>
                  </a:lnTo>
                  <a:lnTo>
                    <a:pt x="999802" y="5039070"/>
                  </a:lnTo>
                  <a:lnTo>
                    <a:pt x="999990" y="5039070"/>
                  </a:lnTo>
                  <a:lnTo>
                    <a:pt x="1000178" y="5039070"/>
                  </a:lnTo>
                  <a:lnTo>
                    <a:pt x="1000931" y="5039070"/>
                  </a:lnTo>
                  <a:lnTo>
                    <a:pt x="1001120" y="5039070"/>
                  </a:lnTo>
                  <a:lnTo>
                    <a:pt x="1001214" y="5039070"/>
                  </a:lnTo>
                  <a:lnTo>
                    <a:pt x="1001590" y="5039070"/>
                  </a:lnTo>
                  <a:lnTo>
                    <a:pt x="1001967" y="5039070"/>
                  </a:lnTo>
                  <a:lnTo>
                    <a:pt x="1002532" y="5039070"/>
                  </a:lnTo>
                  <a:lnTo>
                    <a:pt x="1002626" y="5039070"/>
                  </a:lnTo>
                  <a:lnTo>
                    <a:pt x="1002909" y="5039070"/>
                  </a:lnTo>
                  <a:lnTo>
                    <a:pt x="1003285" y="5039070"/>
                  </a:lnTo>
                  <a:lnTo>
                    <a:pt x="1003662" y="5039070"/>
                  </a:lnTo>
                  <a:lnTo>
                    <a:pt x="1003756" y="5039070"/>
                  </a:lnTo>
                  <a:lnTo>
                    <a:pt x="1003850" y="5039070"/>
                  </a:lnTo>
                  <a:lnTo>
                    <a:pt x="1004698" y="5039070"/>
                  </a:lnTo>
                  <a:lnTo>
                    <a:pt x="1005168" y="5034159"/>
                  </a:lnTo>
                  <a:lnTo>
                    <a:pt x="1005262" y="5034159"/>
                  </a:lnTo>
                  <a:lnTo>
                    <a:pt x="1005827" y="5034159"/>
                  </a:lnTo>
                  <a:lnTo>
                    <a:pt x="1005921" y="5034159"/>
                  </a:lnTo>
                  <a:lnTo>
                    <a:pt x="1006675" y="5034159"/>
                  </a:lnTo>
                  <a:lnTo>
                    <a:pt x="1006769" y="5034159"/>
                  </a:lnTo>
                  <a:lnTo>
                    <a:pt x="1006957" y="5034159"/>
                  </a:lnTo>
                  <a:lnTo>
                    <a:pt x="1007428" y="5034159"/>
                  </a:lnTo>
                  <a:lnTo>
                    <a:pt x="1007616" y="5034159"/>
                  </a:lnTo>
                  <a:lnTo>
                    <a:pt x="1008087" y="5034159"/>
                  </a:lnTo>
                  <a:lnTo>
                    <a:pt x="1008464" y="5034159"/>
                  </a:lnTo>
                  <a:lnTo>
                    <a:pt x="1008558" y="5034159"/>
                  </a:lnTo>
                  <a:lnTo>
                    <a:pt x="1008840" y="5034159"/>
                  </a:lnTo>
                  <a:lnTo>
                    <a:pt x="1009217" y="5034159"/>
                  </a:lnTo>
                  <a:lnTo>
                    <a:pt x="1009593" y="5034159"/>
                  </a:lnTo>
                  <a:lnTo>
                    <a:pt x="1010535" y="5034159"/>
                  </a:lnTo>
                  <a:lnTo>
                    <a:pt x="1011100" y="5029247"/>
                  </a:lnTo>
                  <a:lnTo>
                    <a:pt x="1011194" y="5029247"/>
                  </a:lnTo>
                  <a:lnTo>
                    <a:pt x="1011571" y="5029247"/>
                  </a:lnTo>
                  <a:lnTo>
                    <a:pt x="1011947" y="5029247"/>
                  </a:lnTo>
                  <a:lnTo>
                    <a:pt x="1012136" y="5029247"/>
                  </a:lnTo>
                  <a:lnTo>
                    <a:pt x="1012418" y="5029247"/>
                  </a:lnTo>
                  <a:lnTo>
                    <a:pt x="1012606" y="5024336"/>
                  </a:lnTo>
                  <a:lnTo>
                    <a:pt x="1013077" y="5024336"/>
                  </a:lnTo>
                  <a:lnTo>
                    <a:pt x="1013171" y="5024336"/>
                  </a:lnTo>
                  <a:lnTo>
                    <a:pt x="1013548" y="5024336"/>
                  </a:lnTo>
                  <a:lnTo>
                    <a:pt x="1013736" y="5024336"/>
                  </a:lnTo>
                  <a:lnTo>
                    <a:pt x="1014207" y="5024336"/>
                  </a:lnTo>
                  <a:lnTo>
                    <a:pt x="1014301" y="5024336"/>
                  </a:lnTo>
                  <a:lnTo>
                    <a:pt x="1014583" y="5024336"/>
                  </a:lnTo>
                  <a:lnTo>
                    <a:pt x="1014960" y="5024336"/>
                  </a:lnTo>
                  <a:lnTo>
                    <a:pt x="1015431" y="5024336"/>
                  </a:lnTo>
                  <a:lnTo>
                    <a:pt x="1015713" y="5024336"/>
                  </a:lnTo>
                  <a:lnTo>
                    <a:pt x="1015807" y="5024336"/>
                  </a:lnTo>
                  <a:lnTo>
                    <a:pt x="1015996" y="5024336"/>
                  </a:lnTo>
                  <a:lnTo>
                    <a:pt x="1016090" y="5024336"/>
                  </a:lnTo>
                  <a:lnTo>
                    <a:pt x="1016372" y="5024336"/>
                  </a:lnTo>
                  <a:lnTo>
                    <a:pt x="1016843" y="5024336"/>
                  </a:lnTo>
                  <a:lnTo>
                    <a:pt x="1017031" y="5024336"/>
                  </a:lnTo>
                  <a:lnTo>
                    <a:pt x="1017502" y="5024336"/>
                  </a:lnTo>
                  <a:lnTo>
                    <a:pt x="1017973" y="5024336"/>
                  </a:lnTo>
                  <a:lnTo>
                    <a:pt x="1018820" y="5024336"/>
                  </a:lnTo>
                  <a:lnTo>
                    <a:pt x="1019762" y="5024336"/>
                  </a:lnTo>
                  <a:lnTo>
                    <a:pt x="1019856" y="5024336"/>
                  </a:lnTo>
                  <a:lnTo>
                    <a:pt x="1020798" y="5024336"/>
                  </a:lnTo>
                  <a:lnTo>
                    <a:pt x="1021174" y="5019425"/>
                  </a:lnTo>
                  <a:lnTo>
                    <a:pt x="1021362" y="5019425"/>
                  </a:lnTo>
                  <a:lnTo>
                    <a:pt x="1021645" y="5019425"/>
                  </a:lnTo>
                  <a:lnTo>
                    <a:pt x="1022681" y="5019425"/>
                  </a:lnTo>
                  <a:lnTo>
                    <a:pt x="1022775" y="5019425"/>
                  </a:lnTo>
                  <a:lnTo>
                    <a:pt x="1022869" y="5019425"/>
                  </a:lnTo>
                  <a:lnTo>
                    <a:pt x="1023151" y="5019425"/>
                  </a:lnTo>
                  <a:lnTo>
                    <a:pt x="1025317" y="5019425"/>
                  </a:lnTo>
                  <a:lnTo>
                    <a:pt x="1025411" y="5019425"/>
                  </a:lnTo>
                  <a:lnTo>
                    <a:pt x="1025505" y="5019425"/>
                  </a:lnTo>
                  <a:lnTo>
                    <a:pt x="1025599" y="5019425"/>
                  </a:lnTo>
                  <a:lnTo>
                    <a:pt x="1025882" y="5019425"/>
                  </a:lnTo>
                  <a:lnTo>
                    <a:pt x="1025976" y="5019425"/>
                  </a:lnTo>
                  <a:lnTo>
                    <a:pt x="1026729" y="5014513"/>
                  </a:lnTo>
                  <a:lnTo>
                    <a:pt x="1026823" y="5014513"/>
                  </a:lnTo>
                  <a:lnTo>
                    <a:pt x="1026917" y="5014513"/>
                  </a:lnTo>
                  <a:lnTo>
                    <a:pt x="1027012" y="5014513"/>
                  </a:lnTo>
                  <a:lnTo>
                    <a:pt x="1027482" y="5014513"/>
                  </a:lnTo>
                  <a:lnTo>
                    <a:pt x="1028141" y="5014513"/>
                  </a:lnTo>
                  <a:lnTo>
                    <a:pt x="1028518" y="5009602"/>
                  </a:lnTo>
                  <a:lnTo>
                    <a:pt x="1028612" y="5009602"/>
                  </a:lnTo>
                  <a:lnTo>
                    <a:pt x="1029177" y="5009602"/>
                  </a:lnTo>
                  <a:lnTo>
                    <a:pt x="1029460" y="5009602"/>
                  </a:lnTo>
                  <a:lnTo>
                    <a:pt x="1029836" y="5009602"/>
                  </a:lnTo>
                  <a:lnTo>
                    <a:pt x="1030213" y="5009602"/>
                  </a:lnTo>
                  <a:lnTo>
                    <a:pt x="1030684" y="5009602"/>
                  </a:lnTo>
                  <a:lnTo>
                    <a:pt x="1030778" y="5009602"/>
                  </a:lnTo>
                  <a:lnTo>
                    <a:pt x="1031060" y="5009602"/>
                  </a:lnTo>
                  <a:lnTo>
                    <a:pt x="1031343" y="5009602"/>
                  </a:lnTo>
                  <a:lnTo>
                    <a:pt x="1031719" y="4999779"/>
                  </a:lnTo>
                  <a:lnTo>
                    <a:pt x="1032755" y="4994868"/>
                  </a:lnTo>
                  <a:lnTo>
                    <a:pt x="1032943" y="4994868"/>
                  </a:lnTo>
                  <a:lnTo>
                    <a:pt x="1033131" y="4994868"/>
                  </a:lnTo>
                  <a:lnTo>
                    <a:pt x="1033320" y="4994868"/>
                  </a:lnTo>
                  <a:lnTo>
                    <a:pt x="1033602" y="4994868"/>
                  </a:lnTo>
                  <a:lnTo>
                    <a:pt x="1033791" y="4994868"/>
                  </a:lnTo>
                  <a:lnTo>
                    <a:pt x="1033885" y="4994868"/>
                  </a:lnTo>
                  <a:lnTo>
                    <a:pt x="1033979" y="4994868"/>
                  </a:lnTo>
                  <a:lnTo>
                    <a:pt x="1034167" y="4994868"/>
                  </a:lnTo>
                  <a:lnTo>
                    <a:pt x="1034355" y="4994868"/>
                  </a:lnTo>
                  <a:lnTo>
                    <a:pt x="1035015" y="4994868"/>
                  </a:lnTo>
                  <a:lnTo>
                    <a:pt x="1035203" y="4994868"/>
                  </a:lnTo>
                  <a:lnTo>
                    <a:pt x="1035674" y="4994868"/>
                  </a:lnTo>
                  <a:lnTo>
                    <a:pt x="1036050" y="4994868"/>
                  </a:lnTo>
                  <a:lnTo>
                    <a:pt x="1036144" y="4994868"/>
                  </a:lnTo>
                  <a:lnTo>
                    <a:pt x="1036427" y="4994868"/>
                  </a:lnTo>
                  <a:lnTo>
                    <a:pt x="1036709" y="4994868"/>
                  </a:lnTo>
                  <a:lnTo>
                    <a:pt x="1036992" y="4994868"/>
                  </a:lnTo>
                  <a:lnTo>
                    <a:pt x="1037368" y="4994868"/>
                  </a:lnTo>
                  <a:lnTo>
                    <a:pt x="1037933" y="4994868"/>
                  </a:lnTo>
                  <a:lnTo>
                    <a:pt x="1038310" y="4994868"/>
                  </a:lnTo>
                  <a:lnTo>
                    <a:pt x="1039157" y="4994868"/>
                  </a:lnTo>
                  <a:lnTo>
                    <a:pt x="1039251" y="4989956"/>
                  </a:lnTo>
                  <a:lnTo>
                    <a:pt x="1039910" y="4989956"/>
                  </a:lnTo>
                  <a:lnTo>
                    <a:pt x="1040475" y="4989956"/>
                  </a:lnTo>
                  <a:lnTo>
                    <a:pt x="1040758" y="4989956"/>
                  </a:lnTo>
                  <a:lnTo>
                    <a:pt x="1040946" y="4989956"/>
                  </a:lnTo>
                  <a:lnTo>
                    <a:pt x="1041134" y="4989956"/>
                  </a:lnTo>
                  <a:lnTo>
                    <a:pt x="1041323" y="4989956"/>
                  </a:lnTo>
                  <a:lnTo>
                    <a:pt x="1042264" y="4989956"/>
                  </a:lnTo>
                  <a:lnTo>
                    <a:pt x="1042735" y="4989956"/>
                  </a:lnTo>
                  <a:lnTo>
                    <a:pt x="1043959" y="4989956"/>
                  </a:lnTo>
                  <a:lnTo>
                    <a:pt x="1044430" y="4989956"/>
                  </a:lnTo>
                  <a:lnTo>
                    <a:pt x="1045089" y="4989956"/>
                  </a:lnTo>
                  <a:lnTo>
                    <a:pt x="1045277" y="4989956"/>
                  </a:lnTo>
                  <a:lnTo>
                    <a:pt x="1045371" y="4989956"/>
                  </a:lnTo>
                  <a:lnTo>
                    <a:pt x="1046689" y="4985045"/>
                  </a:lnTo>
                  <a:lnTo>
                    <a:pt x="1046784" y="4985045"/>
                  </a:lnTo>
                  <a:lnTo>
                    <a:pt x="1047160" y="4985045"/>
                  </a:lnTo>
                  <a:lnTo>
                    <a:pt x="1047443" y="4985045"/>
                  </a:lnTo>
                  <a:lnTo>
                    <a:pt x="1048572" y="4985045"/>
                  </a:lnTo>
                  <a:lnTo>
                    <a:pt x="1048855" y="4980134"/>
                  </a:lnTo>
                  <a:lnTo>
                    <a:pt x="1049043" y="4980134"/>
                  </a:lnTo>
                  <a:lnTo>
                    <a:pt x="1049514" y="4980134"/>
                  </a:lnTo>
                  <a:lnTo>
                    <a:pt x="1049608" y="4980134"/>
                  </a:lnTo>
                  <a:lnTo>
                    <a:pt x="1049796" y="4980134"/>
                  </a:lnTo>
                  <a:lnTo>
                    <a:pt x="1050455" y="4980134"/>
                  </a:lnTo>
                  <a:lnTo>
                    <a:pt x="1050455" y="4975222"/>
                  </a:lnTo>
                  <a:lnTo>
                    <a:pt x="1050644" y="4975222"/>
                  </a:lnTo>
                  <a:lnTo>
                    <a:pt x="1051020" y="4975222"/>
                  </a:lnTo>
                  <a:lnTo>
                    <a:pt x="1051115" y="4975222"/>
                  </a:lnTo>
                  <a:lnTo>
                    <a:pt x="1051491" y="4975222"/>
                  </a:lnTo>
                  <a:lnTo>
                    <a:pt x="1051679" y="4965400"/>
                  </a:lnTo>
                  <a:lnTo>
                    <a:pt x="1052056" y="4965400"/>
                  </a:lnTo>
                  <a:lnTo>
                    <a:pt x="1052527" y="4965400"/>
                  </a:lnTo>
                  <a:lnTo>
                    <a:pt x="1052903" y="4965400"/>
                  </a:lnTo>
                  <a:lnTo>
                    <a:pt x="1052998" y="4965400"/>
                  </a:lnTo>
                  <a:lnTo>
                    <a:pt x="1053092" y="4965400"/>
                  </a:lnTo>
                  <a:lnTo>
                    <a:pt x="1053374" y="4965400"/>
                  </a:lnTo>
                  <a:lnTo>
                    <a:pt x="1054692" y="4965400"/>
                  </a:lnTo>
                  <a:lnTo>
                    <a:pt x="1055163" y="4965400"/>
                  </a:lnTo>
                  <a:lnTo>
                    <a:pt x="1055257" y="4965400"/>
                  </a:lnTo>
                  <a:lnTo>
                    <a:pt x="1055822" y="4965400"/>
                  </a:lnTo>
                  <a:lnTo>
                    <a:pt x="1056293" y="4965400"/>
                  </a:lnTo>
                  <a:lnTo>
                    <a:pt x="1056387" y="4965400"/>
                  </a:lnTo>
                  <a:lnTo>
                    <a:pt x="1056481" y="4965400"/>
                  </a:lnTo>
                  <a:lnTo>
                    <a:pt x="1057423" y="4965400"/>
                  </a:lnTo>
                  <a:lnTo>
                    <a:pt x="1057893" y="4965400"/>
                  </a:lnTo>
                  <a:lnTo>
                    <a:pt x="1058364" y="4965400"/>
                  </a:lnTo>
                  <a:lnTo>
                    <a:pt x="1058458" y="4965400"/>
                  </a:lnTo>
                  <a:lnTo>
                    <a:pt x="1058929" y="4965400"/>
                  </a:lnTo>
                  <a:lnTo>
                    <a:pt x="1059117" y="4965400"/>
                  </a:lnTo>
                  <a:lnTo>
                    <a:pt x="1059494" y="4965400"/>
                  </a:lnTo>
                  <a:lnTo>
                    <a:pt x="1059871" y="4965400"/>
                  </a:lnTo>
                  <a:lnTo>
                    <a:pt x="1060341" y="4965400"/>
                  </a:lnTo>
                  <a:lnTo>
                    <a:pt x="1060718" y="4965400"/>
                  </a:lnTo>
                  <a:lnTo>
                    <a:pt x="1061001" y="4965400"/>
                  </a:lnTo>
                  <a:lnTo>
                    <a:pt x="1061565" y="4965400"/>
                  </a:lnTo>
                  <a:lnTo>
                    <a:pt x="1061848" y="4965400"/>
                  </a:lnTo>
                  <a:lnTo>
                    <a:pt x="1062507" y="4965400"/>
                  </a:lnTo>
                  <a:lnTo>
                    <a:pt x="1062695" y="4965400"/>
                  </a:lnTo>
                  <a:lnTo>
                    <a:pt x="1062978" y="4965400"/>
                  </a:lnTo>
                  <a:lnTo>
                    <a:pt x="1063072" y="4965400"/>
                  </a:lnTo>
                  <a:lnTo>
                    <a:pt x="1063166" y="4965400"/>
                  </a:lnTo>
                  <a:lnTo>
                    <a:pt x="1063543" y="4965400"/>
                  </a:lnTo>
                  <a:lnTo>
                    <a:pt x="1063637" y="4965400"/>
                  </a:lnTo>
                  <a:lnTo>
                    <a:pt x="1065614" y="4960488"/>
                  </a:lnTo>
                  <a:lnTo>
                    <a:pt x="1066179" y="4960488"/>
                  </a:lnTo>
                  <a:lnTo>
                    <a:pt x="1066367" y="4960488"/>
                  </a:lnTo>
                  <a:lnTo>
                    <a:pt x="1067215" y="4960488"/>
                  </a:lnTo>
                  <a:lnTo>
                    <a:pt x="1067403" y="4960488"/>
                  </a:lnTo>
                  <a:lnTo>
                    <a:pt x="1067497" y="4960488"/>
                  </a:lnTo>
                  <a:lnTo>
                    <a:pt x="1068250" y="4960488"/>
                  </a:lnTo>
                  <a:lnTo>
                    <a:pt x="1069003" y="4960488"/>
                  </a:lnTo>
                  <a:lnTo>
                    <a:pt x="1069286" y="4960488"/>
                  </a:lnTo>
                  <a:lnTo>
                    <a:pt x="1069380" y="4960488"/>
                  </a:lnTo>
                  <a:lnTo>
                    <a:pt x="1069474" y="4960488"/>
                  </a:lnTo>
                  <a:lnTo>
                    <a:pt x="1070039" y="4960488"/>
                  </a:lnTo>
                  <a:lnTo>
                    <a:pt x="1070322" y="4960488"/>
                  </a:lnTo>
                  <a:lnTo>
                    <a:pt x="1070510" y="4960488"/>
                  </a:lnTo>
                  <a:lnTo>
                    <a:pt x="1070604" y="4960488"/>
                  </a:lnTo>
                  <a:lnTo>
                    <a:pt x="1070698" y="4960488"/>
                  </a:lnTo>
                  <a:lnTo>
                    <a:pt x="1071734" y="4960488"/>
                  </a:lnTo>
                  <a:lnTo>
                    <a:pt x="1071922" y="4960488"/>
                  </a:lnTo>
                  <a:lnTo>
                    <a:pt x="1072016" y="4960488"/>
                  </a:lnTo>
                  <a:lnTo>
                    <a:pt x="1072110" y="4960488"/>
                  </a:lnTo>
                  <a:lnTo>
                    <a:pt x="1072205" y="4960488"/>
                  </a:lnTo>
                  <a:lnTo>
                    <a:pt x="1072299" y="4960488"/>
                  </a:lnTo>
                  <a:lnTo>
                    <a:pt x="1072581" y="4960488"/>
                  </a:lnTo>
                  <a:lnTo>
                    <a:pt x="1073146" y="4960488"/>
                  </a:lnTo>
                  <a:lnTo>
                    <a:pt x="1073617" y="4960488"/>
                  </a:lnTo>
                  <a:lnTo>
                    <a:pt x="1073899" y="4960488"/>
                  </a:lnTo>
                  <a:lnTo>
                    <a:pt x="1073994" y="4960488"/>
                  </a:lnTo>
                  <a:lnTo>
                    <a:pt x="1074088" y="4960488"/>
                  </a:lnTo>
                  <a:lnTo>
                    <a:pt x="1074464" y="4950665"/>
                  </a:lnTo>
                  <a:lnTo>
                    <a:pt x="1074841" y="4950665"/>
                  </a:lnTo>
                  <a:lnTo>
                    <a:pt x="1075123" y="4950665"/>
                  </a:lnTo>
                  <a:lnTo>
                    <a:pt x="1075688" y="4950665"/>
                  </a:lnTo>
                  <a:lnTo>
                    <a:pt x="1075877" y="4950665"/>
                  </a:lnTo>
                  <a:lnTo>
                    <a:pt x="1076159" y="4950665"/>
                  </a:lnTo>
                  <a:lnTo>
                    <a:pt x="1076536" y="4950665"/>
                  </a:lnTo>
                  <a:lnTo>
                    <a:pt x="1076724" y="4950665"/>
                  </a:lnTo>
                  <a:lnTo>
                    <a:pt x="1076818" y="4950665"/>
                  </a:lnTo>
                  <a:lnTo>
                    <a:pt x="1077006" y="4950665"/>
                  </a:lnTo>
                  <a:lnTo>
                    <a:pt x="1077477" y="4950665"/>
                  </a:lnTo>
                  <a:lnTo>
                    <a:pt x="1078042" y="4950665"/>
                  </a:lnTo>
                  <a:lnTo>
                    <a:pt x="1078136" y="4950665"/>
                  </a:lnTo>
                  <a:lnTo>
                    <a:pt x="1078230" y="4950665"/>
                  </a:lnTo>
                  <a:lnTo>
                    <a:pt x="1078419" y="4950665"/>
                  </a:lnTo>
                  <a:lnTo>
                    <a:pt x="1078889" y="4950665"/>
                  </a:lnTo>
                  <a:lnTo>
                    <a:pt x="1079172" y="4950665"/>
                  </a:lnTo>
                  <a:lnTo>
                    <a:pt x="1080113" y="4950665"/>
                  </a:lnTo>
                  <a:lnTo>
                    <a:pt x="1080208" y="4950665"/>
                  </a:lnTo>
                  <a:lnTo>
                    <a:pt x="1080302" y="4950665"/>
                  </a:lnTo>
                  <a:lnTo>
                    <a:pt x="1080584" y="4950665"/>
                  </a:lnTo>
                  <a:lnTo>
                    <a:pt x="1080772" y="4950665"/>
                  </a:lnTo>
                  <a:lnTo>
                    <a:pt x="1081337" y="4950665"/>
                  </a:lnTo>
                  <a:lnTo>
                    <a:pt x="1081714" y="4950665"/>
                  </a:lnTo>
                  <a:lnTo>
                    <a:pt x="1081996" y="4950665"/>
                  </a:lnTo>
                  <a:lnTo>
                    <a:pt x="1083315" y="4950665"/>
                  </a:lnTo>
                  <a:lnTo>
                    <a:pt x="1083597" y="4950665"/>
                  </a:lnTo>
                  <a:lnTo>
                    <a:pt x="1083974" y="4950665"/>
                  </a:lnTo>
                  <a:lnTo>
                    <a:pt x="1084068" y="4950665"/>
                  </a:lnTo>
                  <a:lnTo>
                    <a:pt x="1084633" y="4950665"/>
                  </a:lnTo>
                  <a:lnTo>
                    <a:pt x="1085763" y="4950665"/>
                  </a:lnTo>
                  <a:lnTo>
                    <a:pt x="1085951" y="4950665"/>
                  </a:lnTo>
                  <a:lnTo>
                    <a:pt x="1086233" y="4950665"/>
                  </a:lnTo>
                  <a:lnTo>
                    <a:pt x="1087363" y="4950665"/>
                  </a:lnTo>
                  <a:lnTo>
                    <a:pt x="1087457" y="4950665"/>
                  </a:lnTo>
                  <a:lnTo>
                    <a:pt x="1087740" y="4945754"/>
                  </a:lnTo>
                  <a:lnTo>
                    <a:pt x="1088775" y="4940843"/>
                  </a:lnTo>
                  <a:lnTo>
                    <a:pt x="1088964" y="4940843"/>
                  </a:lnTo>
                  <a:lnTo>
                    <a:pt x="1089529" y="4940843"/>
                  </a:lnTo>
                  <a:lnTo>
                    <a:pt x="1089811" y="4935931"/>
                  </a:lnTo>
                  <a:lnTo>
                    <a:pt x="1090753" y="4935931"/>
                  </a:lnTo>
                  <a:lnTo>
                    <a:pt x="1091318" y="4935931"/>
                  </a:lnTo>
                  <a:lnTo>
                    <a:pt x="1091412" y="4935931"/>
                  </a:lnTo>
                  <a:lnTo>
                    <a:pt x="1091788" y="4935931"/>
                  </a:lnTo>
                  <a:lnTo>
                    <a:pt x="1091977" y="4935931"/>
                  </a:lnTo>
                  <a:lnTo>
                    <a:pt x="1092542" y="4935931"/>
                  </a:lnTo>
                  <a:lnTo>
                    <a:pt x="1092730" y="4935931"/>
                  </a:lnTo>
                  <a:lnTo>
                    <a:pt x="1093106" y="4935931"/>
                  </a:lnTo>
                  <a:lnTo>
                    <a:pt x="1093389" y="4935931"/>
                  </a:lnTo>
                  <a:lnTo>
                    <a:pt x="1093671" y="4935931"/>
                  </a:lnTo>
                  <a:lnTo>
                    <a:pt x="1094330" y="4931020"/>
                  </a:lnTo>
                  <a:lnTo>
                    <a:pt x="1095272" y="4931020"/>
                  </a:lnTo>
                  <a:lnTo>
                    <a:pt x="1095460" y="4931020"/>
                  </a:lnTo>
                  <a:lnTo>
                    <a:pt x="1095554" y="4931020"/>
                  </a:lnTo>
                  <a:lnTo>
                    <a:pt x="1095837" y="4931020"/>
                  </a:lnTo>
                  <a:lnTo>
                    <a:pt x="1096213" y="4931020"/>
                  </a:lnTo>
                  <a:lnTo>
                    <a:pt x="1096308" y="4931020"/>
                  </a:lnTo>
                  <a:lnTo>
                    <a:pt x="1096496" y="4931020"/>
                  </a:lnTo>
                  <a:lnTo>
                    <a:pt x="1096590" y="4931020"/>
                  </a:lnTo>
                  <a:lnTo>
                    <a:pt x="1097343" y="4931020"/>
                  </a:lnTo>
                  <a:lnTo>
                    <a:pt x="1097532" y="4931020"/>
                  </a:lnTo>
                  <a:lnTo>
                    <a:pt x="1098096" y="4931020"/>
                  </a:lnTo>
                  <a:lnTo>
                    <a:pt x="1098756" y="4931020"/>
                  </a:lnTo>
                  <a:lnTo>
                    <a:pt x="1099038" y="4931020"/>
                  </a:lnTo>
                  <a:lnTo>
                    <a:pt x="1099509" y="4931020"/>
                  </a:lnTo>
                  <a:lnTo>
                    <a:pt x="1100074" y="4931020"/>
                  </a:lnTo>
                  <a:lnTo>
                    <a:pt x="1100262" y="4931020"/>
                  </a:lnTo>
                  <a:lnTo>
                    <a:pt x="1101015" y="4931020"/>
                  </a:lnTo>
                  <a:lnTo>
                    <a:pt x="1101486" y="4931020"/>
                  </a:lnTo>
                  <a:lnTo>
                    <a:pt x="1101768" y="4931020"/>
                  </a:lnTo>
                  <a:lnTo>
                    <a:pt x="1101957" y="4931020"/>
                  </a:lnTo>
                  <a:lnTo>
                    <a:pt x="1102051" y="4931020"/>
                  </a:lnTo>
                  <a:lnTo>
                    <a:pt x="1102710" y="4931020"/>
                  </a:lnTo>
                  <a:lnTo>
                    <a:pt x="1102898" y="4931020"/>
                  </a:lnTo>
                  <a:lnTo>
                    <a:pt x="1103087" y="4931020"/>
                  </a:lnTo>
                  <a:lnTo>
                    <a:pt x="1103651" y="4931020"/>
                  </a:lnTo>
                  <a:lnTo>
                    <a:pt x="1103746" y="4931020"/>
                  </a:lnTo>
                  <a:lnTo>
                    <a:pt x="1104311" y="4931020"/>
                  </a:lnTo>
                  <a:lnTo>
                    <a:pt x="1104687" y="4931020"/>
                  </a:lnTo>
                  <a:lnTo>
                    <a:pt x="1104875" y="4931020"/>
                  </a:lnTo>
                  <a:lnTo>
                    <a:pt x="1105158" y="4931020"/>
                  </a:lnTo>
                  <a:lnTo>
                    <a:pt x="1105346" y="4931020"/>
                  </a:lnTo>
                  <a:lnTo>
                    <a:pt x="1105629" y="4931020"/>
                  </a:lnTo>
                  <a:lnTo>
                    <a:pt x="1105723" y="4931020"/>
                  </a:lnTo>
                  <a:lnTo>
                    <a:pt x="1105911" y="4931020"/>
                  </a:lnTo>
                  <a:lnTo>
                    <a:pt x="1106194" y="4931020"/>
                  </a:lnTo>
                  <a:lnTo>
                    <a:pt x="1106758" y="4931020"/>
                  </a:lnTo>
                  <a:lnTo>
                    <a:pt x="1106947" y="4931020"/>
                  </a:lnTo>
                  <a:lnTo>
                    <a:pt x="1107135" y="4931020"/>
                  </a:lnTo>
                  <a:lnTo>
                    <a:pt x="1108077" y="4931020"/>
                  </a:lnTo>
                  <a:lnTo>
                    <a:pt x="1109018" y="4931020"/>
                  </a:lnTo>
                  <a:lnTo>
                    <a:pt x="1109395" y="4931020"/>
                  </a:lnTo>
                  <a:lnTo>
                    <a:pt x="1110619" y="4931020"/>
                  </a:lnTo>
                  <a:lnTo>
                    <a:pt x="1111089" y="4926109"/>
                  </a:lnTo>
                  <a:lnTo>
                    <a:pt x="1112502" y="4926109"/>
                  </a:lnTo>
                  <a:lnTo>
                    <a:pt x="1112596" y="4926109"/>
                  </a:lnTo>
                  <a:lnTo>
                    <a:pt x="1113255" y="4926109"/>
                  </a:lnTo>
                  <a:lnTo>
                    <a:pt x="1113914" y="4926109"/>
                  </a:lnTo>
                  <a:lnTo>
                    <a:pt x="1114102" y="4926109"/>
                  </a:lnTo>
                  <a:lnTo>
                    <a:pt x="1114197" y="4926109"/>
                  </a:lnTo>
                  <a:lnTo>
                    <a:pt x="1114385" y="4926109"/>
                  </a:lnTo>
                  <a:lnTo>
                    <a:pt x="1114479" y="4926109"/>
                  </a:lnTo>
                  <a:lnTo>
                    <a:pt x="1115515" y="4921197"/>
                  </a:lnTo>
                  <a:lnTo>
                    <a:pt x="1117021" y="4921197"/>
                  </a:lnTo>
                  <a:lnTo>
                    <a:pt x="1117115" y="4921197"/>
                  </a:lnTo>
                  <a:lnTo>
                    <a:pt x="1117492" y="4921197"/>
                  </a:lnTo>
                  <a:lnTo>
                    <a:pt x="1118151" y="4916286"/>
                  </a:lnTo>
                  <a:lnTo>
                    <a:pt x="1118433" y="4916286"/>
                  </a:lnTo>
                  <a:lnTo>
                    <a:pt x="1118622" y="4916286"/>
                  </a:lnTo>
                  <a:lnTo>
                    <a:pt x="1118622" y="4911374"/>
                  </a:lnTo>
                  <a:lnTo>
                    <a:pt x="1118716" y="4911374"/>
                  </a:lnTo>
                  <a:lnTo>
                    <a:pt x="1119657" y="4911374"/>
                  </a:lnTo>
                  <a:lnTo>
                    <a:pt x="1120034" y="4911374"/>
                  </a:lnTo>
                  <a:lnTo>
                    <a:pt x="1120222" y="4906463"/>
                  </a:lnTo>
                  <a:lnTo>
                    <a:pt x="1120505" y="4906463"/>
                  </a:lnTo>
                  <a:lnTo>
                    <a:pt x="1120975" y="4906463"/>
                  </a:lnTo>
                  <a:lnTo>
                    <a:pt x="1121729" y="4906463"/>
                  </a:lnTo>
                  <a:lnTo>
                    <a:pt x="1122388" y="4906463"/>
                  </a:lnTo>
                  <a:lnTo>
                    <a:pt x="1122670" y="4906463"/>
                  </a:lnTo>
                  <a:lnTo>
                    <a:pt x="1122953" y="4901552"/>
                  </a:lnTo>
                  <a:lnTo>
                    <a:pt x="1123235" y="4901552"/>
                  </a:lnTo>
                  <a:lnTo>
                    <a:pt x="1123518" y="4901552"/>
                  </a:lnTo>
                  <a:lnTo>
                    <a:pt x="1124271" y="4901552"/>
                  </a:lnTo>
                  <a:lnTo>
                    <a:pt x="1124553" y="4901552"/>
                  </a:lnTo>
                  <a:lnTo>
                    <a:pt x="1125024" y="4901552"/>
                  </a:lnTo>
                  <a:lnTo>
                    <a:pt x="1125118" y="4901552"/>
                  </a:lnTo>
                  <a:lnTo>
                    <a:pt x="1125495" y="4901552"/>
                  </a:lnTo>
                  <a:lnTo>
                    <a:pt x="1125966" y="4901552"/>
                  </a:lnTo>
                  <a:lnTo>
                    <a:pt x="1126248" y="4901552"/>
                  </a:lnTo>
                  <a:lnTo>
                    <a:pt x="1126342" y="4901552"/>
                  </a:lnTo>
                  <a:lnTo>
                    <a:pt x="1126625" y="4901552"/>
                  </a:lnTo>
                  <a:lnTo>
                    <a:pt x="1126813" y="4901552"/>
                  </a:lnTo>
                  <a:lnTo>
                    <a:pt x="1127472" y="4901552"/>
                  </a:lnTo>
                  <a:lnTo>
                    <a:pt x="1128131" y="4901552"/>
                  </a:lnTo>
                  <a:lnTo>
                    <a:pt x="1128413" y="4901552"/>
                  </a:lnTo>
                  <a:lnTo>
                    <a:pt x="1128790" y="4901552"/>
                  </a:lnTo>
                  <a:lnTo>
                    <a:pt x="1129355" y="4901552"/>
                  </a:lnTo>
                  <a:lnTo>
                    <a:pt x="1129449" y="4901552"/>
                  </a:lnTo>
                  <a:lnTo>
                    <a:pt x="1129543" y="4901552"/>
                  </a:lnTo>
                  <a:lnTo>
                    <a:pt x="1129920" y="4896640"/>
                  </a:lnTo>
                  <a:lnTo>
                    <a:pt x="1130108" y="4896640"/>
                  </a:lnTo>
                  <a:lnTo>
                    <a:pt x="1131615" y="4896640"/>
                  </a:lnTo>
                  <a:lnTo>
                    <a:pt x="1131803" y="4896640"/>
                  </a:lnTo>
                  <a:lnTo>
                    <a:pt x="1131897" y="4896640"/>
                  </a:lnTo>
                  <a:lnTo>
                    <a:pt x="1131991" y="4896640"/>
                  </a:lnTo>
                  <a:lnTo>
                    <a:pt x="1132462" y="4896640"/>
                  </a:lnTo>
                  <a:lnTo>
                    <a:pt x="1133215" y="4896640"/>
                  </a:lnTo>
                  <a:lnTo>
                    <a:pt x="1133215" y="4891729"/>
                  </a:lnTo>
                  <a:lnTo>
                    <a:pt x="1134628" y="4891729"/>
                  </a:lnTo>
                  <a:lnTo>
                    <a:pt x="1134722" y="4891729"/>
                  </a:lnTo>
                  <a:lnTo>
                    <a:pt x="1135098" y="4891729"/>
                  </a:lnTo>
                  <a:lnTo>
                    <a:pt x="1135192" y="4891729"/>
                  </a:lnTo>
                  <a:lnTo>
                    <a:pt x="1135475" y="4891729"/>
                  </a:lnTo>
                  <a:lnTo>
                    <a:pt x="1135757" y="4891729"/>
                  </a:lnTo>
                  <a:lnTo>
                    <a:pt x="1135946" y="4891729"/>
                  </a:lnTo>
                  <a:lnTo>
                    <a:pt x="1136134" y="4891729"/>
                  </a:lnTo>
                  <a:lnTo>
                    <a:pt x="1136511" y="4891729"/>
                  </a:lnTo>
                  <a:lnTo>
                    <a:pt x="1136511" y="4886818"/>
                  </a:lnTo>
                  <a:lnTo>
                    <a:pt x="1136793" y="4886818"/>
                  </a:lnTo>
                  <a:lnTo>
                    <a:pt x="1137170" y="4886818"/>
                  </a:lnTo>
                  <a:lnTo>
                    <a:pt x="1137264" y="4881906"/>
                  </a:lnTo>
                  <a:lnTo>
                    <a:pt x="1137546" y="4881906"/>
                  </a:lnTo>
                  <a:lnTo>
                    <a:pt x="1138488" y="4881906"/>
                  </a:lnTo>
                  <a:lnTo>
                    <a:pt x="1138676" y="4881906"/>
                  </a:lnTo>
                  <a:lnTo>
                    <a:pt x="1139053" y="4881906"/>
                  </a:lnTo>
                  <a:lnTo>
                    <a:pt x="1139712" y="4881906"/>
                  </a:lnTo>
                  <a:lnTo>
                    <a:pt x="1139994" y="4881906"/>
                  </a:lnTo>
                  <a:lnTo>
                    <a:pt x="1140277" y="4881906"/>
                  </a:lnTo>
                  <a:lnTo>
                    <a:pt x="1140653" y="4881906"/>
                  </a:lnTo>
                  <a:lnTo>
                    <a:pt x="1140842" y="4881906"/>
                  </a:lnTo>
                  <a:lnTo>
                    <a:pt x="1140936" y="4881906"/>
                  </a:lnTo>
                  <a:lnTo>
                    <a:pt x="1141030" y="4872083"/>
                  </a:lnTo>
                  <a:lnTo>
                    <a:pt x="1141406" y="4872083"/>
                  </a:lnTo>
                  <a:lnTo>
                    <a:pt x="1142348" y="4862261"/>
                  </a:lnTo>
                  <a:lnTo>
                    <a:pt x="1142913" y="4862261"/>
                  </a:lnTo>
                  <a:lnTo>
                    <a:pt x="1143384" y="4862261"/>
                  </a:lnTo>
                  <a:lnTo>
                    <a:pt x="1143478" y="4862261"/>
                  </a:lnTo>
                  <a:lnTo>
                    <a:pt x="1143854" y="4862261"/>
                  </a:lnTo>
                  <a:lnTo>
                    <a:pt x="1144231" y="4857349"/>
                  </a:lnTo>
                  <a:lnTo>
                    <a:pt x="1144514" y="4857349"/>
                  </a:lnTo>
                  <a:lnTo>
                    <a:pt x="1144890" y="4857349"/>
                  </a:lnTo>
                  <a:lnTo>
                    <a:pt x="1145455" y="4857349"/>
                  </a:lnTo>
                  <a:lnTo>
                    <a:pt x="1145832" y="4857349"/>
                  </a:lnTo>
                  <a:lnTo>
                    <a:pt x="1146020" y="4857349"/>
                  </a:lnTo>
                  <a:lnTo>
                    <a:pt x="1146491" y="4857349"/>
                  </a:lnTo>
                  <a:lnTo>
                    <a:pt x="1146867" y="4857349"/>
                  </a:lnTo>
                  <a:lnTo>
                    <a:pt x="1147715" y="4857349"/>
                  </a:lnTo>
                  <a:lnTo>
                    <a:pt x="1148185" y="4857349"/>
                  </a:lnTo>
                  <a:lnTo>
                    <a:pt x="1148468" y="4857349"/>
                  </a:lnTo>
                  <a:lnTo>
                    <a:pt x="1148562" y="4857349"/>
                  </a:lnTo>
                  <a:lnTo>
                    <a:pt x="1148845" y="4857349"/>
                  </a:lnTo>
                  <a:lnTo>
                    <a:pt x="1148939" y="4857349"/>
                  </a:lnTo>
                  <a:lnTo>
                    <a:pt x="1149127" y="4857349"/>
                  </a:lnTo>
                  <a:lnTo>
                    <a:pt x="1149315" y="4857349"/>
                  </a:lnTo>
                  <a:lnTo>
                    <a:pt x="1149504" y="4857349"/>
                  </a:lnTo>
                  <a:lnTo>
                    <a:pt x="1149598" y="4857349"/>
                  </a:lnTo>
                  <a:lnTo>
                    <a:pt x="1150257" y="4852438"/>
                  </a:lnTo>
                  <a:lnTo>
                    <a:pt x="1150633" y="4847527"/>
                  </a:lnTo>
                  <a:lnTo>
                    <a:pt x="1150822" y="4847527"/>
                  </a:lnTo>
                  <a:lnTo>
                    <a:pt x="1151292" y="4842615"/>
                  </a:lnTo>
                  <a:lnTo>
                    <a:pt x="1151387" y="4842615"/>
                  </a:lnTo>
                  <a:lnTo>
                    <a:pt x="1151481" y="4842615"/>
                  </a:lnTo>
                  <a:lnTo>
                    <a:pt x="1151669" y="4842615"/>
                  </a:lnTo>
                  <a:lnTo>
                    <a:pt x="1152328" y="4842615"/>
                  </a:lnTo>
                  <a:lnTo>
                    <a:pt x="1152611" y="4842615"/>
                  </a:lnTo>
                  <a:lnTo>
                    <a:pt x="1152705" y="4842615"/>
                  </a:lnTo>
                  <a:lnTo>
                    <a:pt x="1152893" y="4837704"/>
                  </a:lnTo>
                  <a:lnTo>
                    <a:pt x="1153270" y="4837704"/>
                  </a:lnTo>
                  <a:lnTo>
                    <a:pt x="1153458" y="4837704"/>
                  </a:lnTo>
                  <a:lnTo>
                    <a:pt x="1154399" y="4837704"/>
                  </a:lnTo>
                  <a:lnTo>
                    <a:pt x="1156188" y="4832792"/>
                  </a:lnTo>
                  <a:lnTo>
                    <a:pt x="1156377" y="4832792"/>
                  </a:lnTo>
                  <a:lnTo>
                    <a:pt x="1156565" y="4832792"/>
                  </a:lnTo>
                  <a:lnTo>
                    <a:pt x="1156847" y="4832792"/>
                  </a:lnTo>
                  <a:lnTo>
                    <a:pt x="1157412" y="4827881"/>
                  </a:lnTo>
                  <a:lnTo>
                    <a:pt x="1157601" y="4827881"/>
                  </a:lnTo>
                  <a:lnTo>
                    <a:pt x="1157789" y="4827881"/>
                  </a:lnTo>
                  <a:lnTo>
                    <a:pt x="1158071" y="4827881"/>
                  </a:lnTo>
                  <a:lnTo>
                    <a:pt x="1158166" y="4827881"/>
                  </a:lnTo>
                  <a:lnTo>
                    <a:pt x="1158825" y="4827881"/>
                  </a:lnTo>
                  <a:lnTo>
                    <a:pt x="1159013" y="4827881"/>
                  </a:lnTo>
                  <a:lnTo>
                    <a:pt x="1159201" y="4822970"/>
                  </a:lnTo>
                  <a:lnTo>
                    <a:pt x="1159484" y="4822970"/>
                  </a:lnTo>
                  <a:lnTo>
                    <a:pt x="1160237" y="4818058"/>
                  </a:lnTo>
                  <a:lnTo>
                    <a:pt x="1160614" y="4813147"/>
                  </a:lnTo>
                  <a:lnTo>
                    <a:pt x="1160708" y="4813147"/>
                  </a:lnTo>
                  <a:lnTo>
                    <a:pt x="1160802" y="4813147"/>
                  </a:lnTo>
                  <a:lnTo>
                    <a:pt x="1161084" y="4813147"/>
                  </a:lnTo>
                  <a:lnTo>
                    <a:pt x="1161273" y="4808236"/>
                  </a:lnTo>
                  <a:lnTo>
                    <a:pt x="1161555" y="4808236"/>
                  </a:lnTo>
                  <a:lnTo>
                    <a:pt x="1162308" y="4808236"/>
                  </a:lnTo>
                  <a:lnTo>
                    <a:pt x="1162402" y="4808236"/>
                  </a:lnTo>
                  <a:lnTo>
                    <a:pt x="1162497" y="4808236"/>
                  </a:lnTo>
                  <a:lnTo>
                    <a:pt x="1162685" y="4808236"/>
                  </a:lnTo>
                  <a:lnTo>
                    <a:pt x="1163250" y="4808236"/>
                  </a:lnTo>
                  <a:lnTo>
                    <a:pt x="1163626" y="4808236"/>
                  </a:lnTo>
                  <a:lnTo>
                    <a:pt x="1163815" y="4808236"/>
                  </a:lnTo>
                  <a:lnTo>
                    <a:pt x="1164850" y="4808236"/>
                  </a:lnTo>
                  <a:lnTo>
                    <a:pt x="1165509" y="4808236"/>
                  </a:lnTo>
                  <a:lnTo>
                    <a:pt x="1166074" y="4808236"/>
                  </a:lnTo>
                  <a:lnTo>
                    <a:pt x="1166639" y="4808236"/>
                  </a:lnTo>
                  <a:lnTo>
                    <a:pt x="1166828" y="4808236"/>
                  </a:lnTo>
                  <a:lnTo>
                    <a:pt x="1167487" y="4808236"/>
                  </a:lnTo>
                  <a:lnTo>
                    <a:pt x="1167675" y="4808236"/>
                  </a:lnTo>
                  <a:lnTo>
                    <a:pt x="1167769" y="4808236"/>
                  </a:lnTo>
                  <a:lnTo>
                    <a:pt x="1168334" y="4808236"/>
                  </a:lnTo>
                  <a:lnTo>
                    <a:pt x="1168428" y="4808236"/>
                  </a:lnTo>
                  <a:lnTo>
                    <a:pt x="1169464" y="4803324"/>
                  </a:lnTo>
                  <a:lnTo>
                    <a:pt x="1170217" y="4803324"/>
                  </a:lnTo>
                  <a:lnTo>
                    <a:pt x="1170688" y="4803324"/>
                  </a:lnTo>
                  <a:lnTo>
                    <a:pt x="1170876" y="4803324"/>
                  </a:lnTo>
                  <a:lnTo>
                    <a:pt x="1170970" y="4803324"/>
                  </a:lnTo>
                  <a:lnTo>
                    <a:pt x="1171064" y="4803324"/>
                  </a:lnTo>
                  <a:lnTo>
                    <a:pt x="1171912" y="4798413"/>
                  </a:lnTo>
                  <a:lnTo>
                    <a:pt x="1172288" y="4798413"/>
                  </a:lnTo>
                  <a:lnTo>
                    <a:pt x="1172383" y="4798413"/>
                  </a:lnTo>
                  <a:lnTo>
                    <a:pt x="1172477" y="4798413"/>
                  </a:lnTo>
                  <a:lnTo>
                    <a:pt x="1172665" y="4798413"/>
                  </a:lnTo>
                  <a:lnTo>
                    <a:pt x="1173418" y="4793501"/>
                  </a:lnTo>
                  <a:lnTo>
                    <a:pt x="1173983" y="4793501"/>
                  </a:lnTo>
                  <a:lnTo>
                    <a:pt x="1174077" y="4793501"/>
                  </a:lnTo>
                  <a:lnTo>
                    <a:pt x="1174360" y="4793501"/>
                  </a:lnTo>
                  <a:lnTo>
                    <a:pt x="1174736" y="4793501"/>
                  </a:lnTo>
                  <a:lnTo>
                    <a:pt x="1175301" y="4793501"/>
                  </a:lnTo>
                  <a:lnTo>
                    <a:pt x="1175395" y="4788590"/>
                  </a:lnTo>
                  <a:lnTo>
                    <a:pt x="1175584" y="4788590"/>
                  </a:lnTo>
                  <a:lnTo>
                    <a:pt x="1175678" y="4788590"/>
                  </a:lnTo>
                  <a:lnTo>
                    <a:pt x="1175866" y="4788590"/>
                  </a:lnTo>
                  <a:lnTo>
                    <a:pt x="1176054" y="4788590"/>
                  </a:lnTo>
                  <a:lnTo>
                    <a:pt x="1176808" y="4788590"/>
                  </a:lnTo>
                  <a:lnTo>
                    <a:pt x="1177184" y="4788590"/>
                  </a:lnTo>
                  <a:lnTo>
                    <a:pt x="1177278" y="4788590"/>
                  </a:lnTo>
                  <a:lnTo>
                    <a:pt x="1177749" y="4783679"/>
                  </a:lnTo>
                  <a:lnTo>
                    <a:pt x="1178502" y="4778767"/>
                  </a:lnTo>
                  <a:lnTo>
                    <a:pt x="1180480" y="4773856"/>
                  </a:lnTo>
                  <a:lnTo>
                    <a:pt x="1180574" y="4773856"/>
                  </a:lnTo>
                  <a:lnTo>
                    <a:pt x="1181327" y="4768945"/>
                  </a:lnTo>
                  <a:lnTo>
                    <a:pt x="1181421" y="4768945"/>
                  </a:lnTo>
                  <a:lnTo>
                    <a:pt x="1181609" y="4768945"/>
                  </a:lnTo>
                  <a:lnTo>
                    <a:pt x="1182174" y="4768945"/>
                  </a:lnTo>
                  <a:lnTo>
                    <a:pt x="1182269" y="4768945"/>
                  </a:lnTo>
                  <a:lnTo>
                    <a:pt x="1183210" y="4764033"/>
                  </a:lnTo>
                  <a:lnTo>
                    <a:pt x="1183493" y="4764033"/>
                  </a:lnTo>
                  <a:lnTo>
                    <a:pt x="1183681" y="4764033"/>
                  </a:lnTo>
                  <a:lnTo>
                    <a:pt x="1183775" y="4764033"/>
                  </a:lnTo>
                  <a:lnTo>
                    <a:pt x="1184811" y="4764033"/>
                  </a:lnTo>
                  <a:lnTo>
                    <a:pt x="1185281" y="4764033"/>
                  </a:lnTo>
                  <a:lnTo>
                    <a:pt x="1185564" y="4764033"/>
                  </a:lnTo>
                  <a:lnTo>
                    <a:pt x="1185658" y="4764033"/>
                  </a:lnTo>
                  <a:lnTo>
                    <a:pt x="1185846" y="4764033"/>
                  </a:lnTo>
                  <a:lnTo>
                    <a:pt x="1185940" y="4764033"/>
                  </a:lnTo>
                  <a:lnTo>
                    <a:pt x="1186035" y="4764033"/>
                  </a:lnTo>
                  <a:lnTo>
                    <a:pt x="1186505" y="4764033"/>
                  </a:lnTo>
                  <a:lnTo>
                    <a:pt x="1186882" y="4764033"/>
                  </a:lnTo>
                  <a:lnTo>
                    <a:pt x="1187259" y="4764033"/>
                  </a:lnTo>
                  <a:lnTo>
                    <a:pt x="1187353" y="4764033"/>
                  </a:lnTo>
                  <a:lnTo>
                    <a:pt x="1187541" y="4764033"/>
                  </a:lnTo>
                  <a:lnTo>
                    <a:pt x="1187729" y="4764033"/>
                  </a:lnTo>
                  <a:lnTo>
                    <a:pt x="1188106" y="4764033"/>
                  </a:lnTo>
                  <a:lnTo>
                    <a:pt x="1188200" y="4764033"/>
                  </a:lnTo>
                  <a:lnTo>
                    <a:pt x="1188388" y="4764033"/>
                  </a:lnTo>
                  <a:lnTo>
                    <a:pt x="1190742" y="4764033"/>
                  </a:lnTo>
                  <a:lnTo>
                    <a:pt x="1191495" y="4764033"/>
                  </a:lnTo>
                  <a:lnTo>
                    <a:pt x="1191778" y="4764033"/>
                  </a:lnTo>
                  <a:lnTo>
                    <a:pt x="1192060" y="4759122"/>
                  </a:lnTo>
                  <a:lnTo>
                    <a:pt x="1192437" y="4754210"/>
                  </a:lnTo>
                  <a:lnTo>
                    <a:pt x="1192908" y="4754210"/>
                  </a:lnTo>
                  <a:lnTo>
                    <a:pt x="1193002" y="4754210"/>
                  </a:lnTo>
                  <a:lnTo>
                    <a:pt x="1193943" y="4754210"/>
                  </a:lnTo>
                  <a:lnTo>
                    <a:pt x="1194414" y="4754210"/>
                  </a:lnTo>
                  <a:lnTo>
                    <a:pt x="1194508" y="4754210"/>
                  </a:lnTo>
                  <a:lnTo>
                    <a:pt x="1195450" y="4749299"/>
                  </a:lnTo>
                  <a:lnTo>
                    <a:pt x="1195921" y="4749299"/>
                  </a:lnTo>
                  <a:lnTo>
                    <a:pt x="1196486" y="4749299"/>
                  </a:lnTo>
                  <a:lnTo>
                    <a:pt x="1196580" y="4749299"/>
                  </a:lnTo>
                  <a:lnTo>
                    <a:pt x="1197239" y="4749299"/>
                  </a:lnTo>
                  <a:lnTo>
                    <a:pt x="1197521" y="4749299"/>
                  </a:lnTo>
                  <a:lnTo>
                    <a:pt x="1197615" y="4749299"/>
                  </a:lnTo>
                  <a:lnTo>
                    <a:pt x="1198651" y="4749299"/>
                  </a:lnTo>
                  <a:lnTo>
                    <a:pt x="1199028" y="4749299"/>
                  </a:lnTo>
                  <a:lnTo>
                    <a:pt x="1199404" y="4749299"/>
                  </a:lnTo>
                  <a:lnTo>
                    <a:pt x="1199875" y="4749299"/>
                  </a:lnTo>
                  <a:lnTo>
                    <a:pt x="1200063" y="4749299"/>
                  </a:lnTo>
                  <a:lnTo>
                    <a:pt x="1200157" y="4749299"/>
                  </a:lnTo>
                  <a:lnTo>
                    <a:pt x="1200722" y="4749299"/>
                  </a:lnTo>
                  <a:lnTo>
                    <a:pt x="1200817" y="4749299"/>
                  </a:lnTo>
                  <a:lnTo>
                    <a:pt x="1201099" y="4749299"/>
                  </a:lnTo>
                  <a:lnTo>
                    <a:pt x="1201193" y="4749299"/>
                  </a:lnTo>
                  <a:lnTo>
                    <a:pt x="1201287" y="4749299"/>
                  </a:lnTo>
                  <a:lnTo>
                    <a:pt x="1201664" y="4749299"/>
                  </a:lnTo>
                  <a:lnTo>
                    <a:pt x="1201758" y="4749299"/>
                  </a:lnTo>
                  <a:lnTo>
                    <a:pt x="1202700" y="4749299"/>
                  </a:lnTo>
                  <a:lnTo>
                    <a:pt x="1204206" y="4749299"/>
                  </a:lnTo>
                  <a:lnTo>
                    <a:pt x="1204771" y="4749299"/>
                  </a:lnTo>
                  <a:lnTo>
                    <a:pt x="1205053" y="4749299"/>
                  </a:lnTo>
                  <a:lnTo>
                    <a:pt x="1205242" y="4749299"/>
                  </a:lnTo>
                  <a:lnTo>
                    <a:pt x="1205430" y="4749299"/>
                  </a:lnTo>
                  <a:lnTo>
                    <a:pt x="1206466" y="4744388"/>
                  </a:lnTo>
                  <a:lnTo>
                    <a:pt x="1206842" y="4739476"/>
                  </a:lnTo>
                  <a:lnTo>
                    <a:pt x="1206936" y="4739476"/>
                  </a:lnTo>
                  <a:lnTo>
                    <a:pt x="1207219" y="4739476"/>
                  </a:lnTo>
                  <a:lnTo>
                    <a:pt x="1208631" y="4739476"/>
                  </a:lnTo>
                  <a:lnTo>
                    <a:pt x="1209290" y="4739476"/>
                  </a:lnTo>
                  <a:lnTo>
                    <a:pt x="1209667" y="4739476"/>
                  </a:lnTo>
                  <a:lnTo>
                    <a:pt x="1210043" y="4739476"/>
                  </a:lnTo>
                  <a:lnTo>
                    <a:pt x="1211644" y="4739476"/>
                  </a:lnTo>
                  <a:lnTo>
                    <a:pt x="1212680" y="4734565"/>
                  </a:lnTo>
                  <a:lnTo>
                    <a:pt x="1212962" y="4734565"/>
                  </a:lnTo>
                  <a:lnTo>
                    <a:pt x="1213339" y="4734565"/>
                  </a:lnTo>
                  <a:lnTo>
                    <a:pt x="1214563" y="4729654"/>
                  </a:lnTo>
                  <a:lnTo>
                    <a:pt x="1214939" y="4729654"/>
                  </a:lnTo>
                  <a:lnTo>
                    <a:pt x="1215128" y="4724742"/>
                  </a:lnTo>
                  <a:lnTo>
                    <a:pt x="1215316" y="4724742"/>
                  </a:lnTo>
                  <a:lnTo>
                    <a:pt x="1215504" y="4724742"/>
                  </a:lnTo>
                  <a:lnTo>
                    <a:pt x="1215598" y="4724742"/>
                  </a:lnTo>
                  <a:lnTo>
                    <a:pt x="1216352" y="4724742"/>
                  </a:lnTo>
                  <a:lnTo>
                    <a:pt x="1216728" y="4724742"/>
                  </a:lnTo>
                  <a:lnTo>
                    <a:pt x="1217293" y="4724742"/>
                  </a:lnTo>
                  <a:lnTo>
                    <a:pt x="1217576" y="4724742"/>
                  </a:lnTo>
                  <a:lnTo>
                    <a:pt x="1217858" y="4724742"/>
                  </a:lnTo>
                  <a:lnTo>
                    <a:pt x="1218329" y="4724742"/>
                  </a:lnTo>
                  <a:lnTo>
                    <a:pt x="1218705" y="4724742"/>
                  </a:lnTo>
                  <a:lnTo>
                    <a:pt x="1218894" y="4724742"/>
                  </a:lnTo>
                  <a:lnTo>
                    <a:pt x="1219459" y="4724742"/>
                  </a:lnTo>
                  <a:lnTo>
                    <a:pt x="1220118" y="4724742"/>
                  </a:lnTo>
                  <a:lnTo>
                    <a:pt x="1220494" y="4724742"/>
                  </a:lnTo>
                  <a:lnTo>
                    <a:pt x="1220871" y="4724742"/>
                  </a:lnTo>
                  <a:lnTo>
                    <a:pt x="1221812" y="4724742"/>
                  </a:lnTo>
                  <a:lnTo>
                    <a:pt x="1222942" y="4724742"/>
                  </a:lnTo>
                  <a:lnTo>
                    <a:pt x="1223319" y="4719831"/>
                  </a:lnTo>
                  <a:lnTo>
                    <a:pt x="1223790" y="4719831"/>
                  </a:lnTo>
                  <a:lnTo>
                    <a:pt x="1224355" y="4719831"/>
                  </a:lnTo>
                  <a:lnTo>
                    <a:pt x="1224449" y="4719831"/>
                  </a:lnTo>
                  <a:lnTo>
                    <a:pt x="1224543" y="4719831"/>
                  </a:lnTo>
                  <a:lnTo>
                    <a:pt x="1225579" y="4719831"/>
                  </a:lnTo>
                  <a:lnTo>
                    <a:pt x="1225673" y="4719831"/>
                  </a:lnTo>
                  <a:lnTo>
                    <a:pt x="1225861" y="4719831"/>
                  </a:lnTo>
                  <a:lnTo>
                    <a:pt x="1226426" y="4719831"/>
                  </a:lnTo>
                  <a:lnTo>
                    <a:pt x="1228309" y="4719831"/>
                  </a:lnTo>
                  <a:lnTo>
                    <a:pt x="1228497" y="4719831"/>
                  </a:lnTo>
                  <a:lnTo>
                    <a:pt x="1228780" y="4719831"/>
                  </a:lnTo>
                  <a:lnTo>
                    <a:pt x="1228968" y="4719831"/>
                  </a:lnTo>
                  <a:lnTo>
                    <a:pt x="1229533" y="4719831"/>
                  </a:lnTo>
                  <a:lnTo>
                    <a:pt x="1229721" y="4719831"/>
                  </a:lnTo>
                  <a:lnTo>
                    <a:pt x="1230851" y="4719831"/>
                  </a:lnTo>
                  <a:lnTo>
                    <a:pt x="1231039" y="4719831"/>
                  </a:lnTo>
                  <a:lnTo>
                    <a:pt x="1231510" y="4719831"/>
                  </a:lnTo>
                  <a:lnTo>
                    <a:pt x="1232075" y="4719831"/>
                  </a:lnTo>
                  <a:lnTo>
                    <a:pt x="1232734" y="4719831"/>
                  </a:lnTo>
                  <a:lnTo>
                    <a:pt x="1233299" y="4719831"/>
                  </a:lnTo>
                  <a:lnTo>
                    <a:pt x="1234241" y="4719831"/>
                  </a:lnTo>
                  <a:lnTo>
                    <a:pt x="1234617" y="4719831"/>
                  </a:lnTo>
                  <a:lnTo>
                    <a:pt x="1235841" y="4719831"/>
                  </a:lnTo>
                  <a:lnTo>
                    <a:pt x="1236500" y="4719831"/>
                  </a:lnTo>
                  <a:lnTo>
                    <a:pt x="1236594" y="4719831"/>
                  </a:lnTo>
                  <a:lnTo>
                    <a:pt x="1236689" y="4714919"/>
                  </a:lnTo>
                  <a:lnTo>
                    <a:pt x="1236783" y="4714919"/>
                  </a:lnTo>
                  <a:lnTo>
                    <a:pt x="1236971" y="4714919"/>
                  </a:lnTo>
                  <a:lnTo>
                    <a:pt x="1238383" y="4714919"/>
                  </a:lnTo>
                  <a:lnTo>
                    <a:pt x="1239136" y="4714919"/>
                  </a:lnTo>
                  <a:lnTo>
                    <a:pt x="1239796" y="4705097"/>
                  </a:lnTo>
                  <a:lnTo>
                    <a:pt x="1240643" y="4705097"/>
                  </a:lnTo>
                  <a:lnTo>
                    <a:pt x="1241114" y="4705097"/>
                  </a:lnTo>
                  <a:lnTo>
                    <a:pt x="1241584" y="4705097"/>
                  </a:lnTo>
                  <a:lnTo>
                    <a:pt x="1242620" y="4705097"/>
                  </a:lnTo>
                  <a:lnTo>
                    <a:pt x="1243373" y="4695274"/>
                  </a:lnTo>
                  <a:lnTo>
                    <a:pt x="1243656" y="4695274"/>
                  </a:lnTo>
                  <a:lnTo>
                    <a:pt x="1243844" y="4695274"/>
                  </a:lnTo>
                  <a:lnTo>
                    <a:pt x="1244786" y="4685451"/>
                  </a:lnTo>
                  <a:lnTo>
                    <a:pt x="1244880" y="4685451"/>
                  </a:lnTo>
                  <a:lnTo>
                    <a:pt x="1245068" y="4685451"/>
                  </a:lnTo>
                  <a:lnTo>
                    <a:pt x="1245351" y="4685451"/>
                  </a:lnTo>
                  <a:lnTo>
                    <a:pt x="1245445" y="4685451"/>
                  </a:lnTo>
                  <a:lnTo>
                    <a:pt x="1245539" y="4685451"/>
                  </a:lnTo>
                  <a:lnTo>
                    <a:pt x="1245633" y="4685451"/>
                  </a:lnTo>
                  <a:lnTo>
                    <a:pt x="1246292" y="4685451"/>
                  </a:lnTo>
                  <a:lnTo>
                    <a:pt x="1246857" y="4680540"/>
                  </a:lnTo>
                  <a:lnTo>
                    <a:pt x="1247422" y="4680540"/>
                  </a:lnTo>
                  <a:lnTo>
                    <a:pt x="1248081" y="4680540"/>
                  </a:lnTo>
                  <a:lnTo>
                    <a:pt x="1249211" y="4675628"/>
                  </a:lnTo>
                  <a:lnTo>
                    <a:pt x="1249305" y="4675628"/>
                  </a:lnTo>
                  <a:lnTo>
                    <a:pt x="1250058" y="4675628"/>
                  </a:lnTo>
                  <a:lnTo>
                    <a:pt x="1250529" y="4670717"/>
                  </a:lnTo>
                  <a:lnTo>
                    <a:pt x="1250905" y="4670717"/>
                  </a:lnTo>
                  <a:lnTo>
                    <a:pt x="1251847" y="4670717"/>
                  </a:lnTo>
                  <a:lnTo>
                    <a:pt x="1252035" y="4670717"/>
                  </a:lnTo>
                  <a:lnTo>
                    <a:pt x="1252318" y="4670717"/>
                  </a:lnTo>
                  <a:lnTo>
                    <a:pt x="1252506" y="4670717"/>
                  </a:lnTo>
                  <a:lnTo>
                    <a:pt x="1253542" y="4665806"/>
                  </a:lnTo>
                  <a:lnTo>
                    <a:pt x="1254013" y="4665806"/>
                  </a:lnTo>
                  <a:lnTo>
                    <a:pt x="1254295" y="4665806"/>
                  </a:lnTo>
                  <a:lnTo>
                    <a:pt x="1254389" y="4665806"/>
                  </a:lnTo>
                  <a:lnTo>
                    <a:pt x="1254672" y="4665806"/>
                  </a:lnTo>
                  <a:lnTo>
                    <a:pt x="1254860" y="4665806"/>
                  </a:lnTo>
                  <a:lnTo>
                    <a:pt x="1254954" y="4665806"/>
                  </a:lnTo>
                  <a:lnTo>
                    <a:pt x="1255236" y="4665806"/>
                  </a:lnTo>
                  <a:lnTo>
                    <a:pt x="1255519" y="4665806"/>
                  </a:lnTo>
                  <a:lnTo>
                    <a:pt x="1255613" y="4665806"/>
                  </a:lnTo>
                  <a:lnTo>
                    <a:pt x="1255707" y="4665806"/>
                  </a:lnTo>
                  <a:lnTo>
                    <a:pt x="1257120" y="4665806"/>
                  </a:lnTo>
                  <a:lnTo>
                    <a:pt x="1257214" y="4665806"/>
                  </a:lnTo>
                  <a:lnTo>
                    <a:pt x="1257590" y="4665806"/>
                  </a:lnTo>
                  <a:lnTo>
                    <a:pt x="1257779" y="4665806"/>
                  </a:lnTo>
                  <a:lnTo>
                    <a:pt x="1258438" y="4665806"/>
                  </a:lnTo>
                  <a:lnTo>
                    <a:pt x="1258626" y="4665806"/>
                  </a:lnTo>
                  <a:lnTo>
                    <a:pt x="1258908" y="4665806"/>
                  </a:lnTo>
                  <a:lnTo>
                    <a:pt x="1259850" y="4665806"/>
                  </a:lnTo>
                  <a:lnTo>
                    <a:pt x="1260509" y="4665806"/>
                  </a:lnTo>
                  <a:lnTo>
                    <a:pt x="1260980" y="4665806"/>
                  </a:lnTo>
                  <a:lnTo>
                    <a:pt x="1261262" y="4665806"/>
                  </a:lnTo>
                  <a:lnTo>
                    <a:pt x="1262392" y="4660894"/>
                  </a:lnTo>
                  <a:lnTo>
                    <a:pt x="1262486" y="4660894"/>
                  </a:lnTo>
                  <a:lnTo>
                    <a:pt x="1262769" y="4660894"/>
                  </a:lnTo>
                  <a:lnTo>
                    <a:pt x="1262957" y="4660894"/>
                  </a:lnTo>
                  <a:lnTo>
                    <a:pt x="1264181" y="4655983"/>
                  </a:lnTo>
                  <a:lnTo>
                    <a:pt x="1264369" y="4655983"/>
                  </a:lnTo>
                  <a:lnTo>
                    <a:pt x="1264558" y="4655983"/>
                  </a:lnTo>
                  <a:lnTo>
                    <a:pt x="1264840" y="4655983"/>
                  </a:lnTo>
                  <a:lnTo>
                    <a:pt x="1265217" y="4655983"/>
                  </a:lnTo>
                  <a:lnTo>
                    <a:pt x="1266158" y="4651072"/>
                  </a:lnTo>
                  <a:lnTo>
                    <a:pt x="1266723" y="4651072"/>
                  </a:lnTo>
                  <a:lnTo>
                    <a:pt x="1266911" y="4651072"/>
                  </a:lnTo>
                  <a:lnTo>
                    <a:pt x="1267288" y="4651072"/>
                  </a:lnTo>
                  <a:lnTo>
                    <a:pt x="1267947" y="4646160"/>
                  </a:lnTo>
                  <a:lnTo>
                    <a:pt x="1268135" y="4646160"/>
                  </a:lnTo>
                  <a:lnTo>
                    <a:pt x="1268229" y="4646160"/>
                  </a:lnTo>
                  <a:lnTo>
                    <a:pt x="1268606" y="4646160"/>
                  </a:lnTo>
                  <a:lnTo>
                    <a:pt x="1268889" y="4646160"/>
                  </a:lnTo>
                  <a:lnTo>
                    <a:pt x="1269171" y="4646160"/>
                  </a:lnTo>
                  <a:lnTo>
                    <a:pt x="1269265" y="4646160"/>
                  </a:lnTo>
                  <a:lnTo>
                    <a:pt x="1270207" y="4646160"/>
                  </a:lnTo>
                  <a:lnTo>
                    <a:pt x="1270583" y="4646160"/>
                  </a:lnTo>
                  <a:lnTo>
                    <a:pt x="1270866" y="4646160"/>
                  </a:lnTo>
                  <a:lnTo>
                    <a:pt x="1271148" y="4641249"/>
                  </a:lnTo>
                  <a:lnTo>
                    <a:pt x="1272090" y="4641249"/>
                  </a:lnTo>
                  <a:lnTo>
                    <a:pt x="1272560" y="4641249"/>
                  </a:lnTo>
                  <a:lnTo>
                    <a:pt x="1272937" y="4641249"/>
                  </a:lnTo>
                  <a:lnTo>
                    <a:pt x="1273408" y="4636337"/>
                  </a:lnTo>
                  <a:lnTo>
                    <a:pt x="1273879" y="4636337"/>
                  </a:lnTo>
                  <a:lnTo>
                    <a:pt x="1274726" y="4636337"/>
                  </a:lnTo>
                  <a:lnTo>
                    <a:pt x="1275197" y="4636337"/>
                  </a:lnTo>
                  <a:lnTo>
                    <a:pt x="1275573" y="4636337"/>
                  </a:lnTo>
                  <a:lnTo>
                    <a:pt x="1275950" y="4636337"/>
                  </a:lnTo>
                  <a:lnTo>
                    <a:pt x="1276044" y="4636337"/>
                  </a:lnTo>
                  <a:lnTo>
                    <a:pt x="1276421" y="4636337"/>
                  </a:lnTo>
                  <a:lnTo>
                    <a:pt x="1277080" y="4636337"/>
                  </a:lnTo>
                  <a:lnTo>
                    <a:pt x="1277456" y="4636337"/>
                  </a:lnTo>
                  <a:lnTo>
                    <a:pt x="1277645" y="4636337"/>
                  </a:lnTo>
                  <a:lnTo>
                    <a:pt x="1278304" y="4636337"/>
                  </a:lnTo>
                  <a:lnTo>
                    <a:pt x="1279528" y="4636337"/>
                  </a:lnTo>
                  <a:lnTo>
                    <a:pt x="1279999" y="4636337"/>
                  </a:lnTo>
                  <a:lnTo>
                    <a:pt x="1280187" y="4636337"/>
                  </a:lnTo>
                  <a:lnTo>
                    <a:pt x="1280940" y="4631426"/>
                  </a:lnTo>
                  <a:lnTo>
                    <a:pt x="1281128" y="4631426"/>
                  </a:lnTo>
                  <a:lnTo>
                    <a:pt x="1281222" y="4631426"/>
                  </a:lnTo>
                  <a:lnTo>
                    <a:pt x="1281787" y="4631426"/>
                  </a:lnTo>
                  <a:lnTo>
                    <a:pt x="1281976" y="4631426"/>
                  </a:lnTo>
                  <a:lnTo>
                    <a:pt x="1282352" y="4626515"/>
                  </a:lnTo>
                  <a:lnTo>
                    <a:pt x="1282446" y="4626515"/>
                  </a:lnTo>
                  <a:lnTo>
                    <a:pt x="1282541" y="4626515"/>
                  </a:lnTo>
                  <a:lnTo>
                    <a:pt x="1283106" y="4626515"/>
                  </a:lnTo>
                  <a:lnTo>
                    <a:pt x="1283388" y="4621603"/>
                  </a:lnTo>
                  <a:lnTo>
                    <a:pt x="1283953" y="4621603"/>
                  </a:lnTo>
                  <a:lnTo>
                    <a:pt x="1284424" y="4621603"/>
                  </a:lnTo>
                  <a:lnTo>
                    <a:pt x="1285648" y="4621603"/>
                  </a:lnTo>
                  <a:lnTo>
                    <a:pt x="1286683" y="4621603"/>
                  </a:lnTo>
                  <a:lnTo>
                    <a:pt x="1286966" y="4621603"/>
                  </a:lnTo>
                  <a:lnTo>
                    <a:pt x="1287625" y="4621603"/>
                  </a:lnTo>
                  <a:lnTo>
                    <a:pt x="1287719" y="4621603"/>
                  </a:lnTo>
                  <a:lnTo>
                    <a:pt x="1288661" y="4616692"/>
                  </a:lnTo>
                  <a:lnTo>
                    <a:pt x="1288943" y="4616692"/>
                  </a:lnTo>
                  <a:lnTo>
                    <a:pt x="1289508" y="4616692"/>
                  </a:lnTo>
                  <a:lnTo>
                    <a:pt x="1289790" y="4616692"/>
                  </a:lnTo>
                  <a:lnTo>
                    <a:pt x="1291203" y="4606869"/>
                  </a:lnTo>
                  <a:lnTo>
                    <a:pt x="1291391" y="4606869"/>
                  </a:lnTo>
                  <a:lnTo>
                    <a:pt x="1291485" y="4606869"/>
                  </a:lnTo>
                  <a:lnTo>
                    <a:pt x="1291862" y="4606869"/>
                  </a:lnTo>
                  <a:lnTo>
                    <a:pt x="1293462" y="4606869"/>
                  </a:lnTo>
                  <a:lnTo>
                    <a:pt x="1293839" y="4606869"/>
                  </a:lnTo>
                  <a:lnTo>
                    <a:pt x="1294027" y="4606869"/>
                  </a:lnTo>
                  <a:lnTo>
                    <a:pt x="1294215" y="4606869"/>
                  </a:lnTo>
                  <a:lnTo>
                    <a:pt x="1294498" y="4606869"/>
                  </a:lnTo>
                  <a:lnTo>
                    <a:pt x="1294969" y="4606869"/>
                  </a:lnTo>
                  <a:lnTo>
                    <a:pt x="1295534" y="4606869"/>
                  </a:lnTo>
                  <a:lnTo>
                    <a:pt x="1296099" y="4606869"/>
                  </a:lnTo>
                  <a:lnTo>
                    <a:pt x="1296193" y="4606869"/>
                  </a:lnTo>
                  <a:lnTo>
                    <a:pt x="1296381" y="4606869"/>
                  </a:lnTo>
                  <a:lnTo>
                    <a:pt x="1296758" y="4606869"/>
                  </a:lnTo>
                  <a:lnTo>
                    <a:pt x="1296946" y="4606869"/>
                  </a:lnTo>
                  <a:lnTo>
                    <a:pt x="1297793" y="4606869"/>
                  </a:lnTo>
                  <a:lnTo>
                    <a:pt x="1298358" y="4606869"/>
                  </a:lnTo>
                  <a:lnTo>
                    <a:pt x="1299394" y="4601958"/>
                  </a:lnTo>
                  <a:lnTo>
                    <a:pt x="1299865" y="4601958"/>
                  </a:lnTo>
                  <a:lnTo>
                    <a:pt x="1299959" y="4601958"/>
                  </a:lnTo>
                  <a:lnTo>
                    <a:pt x="1300712" y="4601958"/>
                  </a:lnTo>
                  <a:lnTo>
                    <a:pt x="1301465" y="4601958"/>
                  </a:lnTo>
                  <a:lnTo>
                    <a:pt x="1301654" y="4601958"/>
                  </a:lnTo>
                  <a:lnTo>
                    <a:pt x="1302030" y="4601958"/>
                  </a:lnTo>
                  <a:lnTo>
                    <a:pt x="1302124" y="4601958"/>
                  </a:lnTo>
                  <a:lnTo>
                    <a:pt x="1302313" y="4601958"/>
                  </a:lnTo>
                  <a:lnTo>
                    <a:pt x="1302783" y="4601958"/>
                  </a:lnTo>
                  <a:lnTo>
                    <a:pt x="1303537" y="4601958"/>
                  </a:lnTo>
                  <a:lnTo>
                    <a:pt x="1304101" y="4601958"/>
                  </a:lnTo>
                  <a:lnTo>
                    <a:pt x="1304196" y="4601958"/>
                  </a:lnTo>
                  <a:lnTo>
                    <a:pt x="1304478" y="4601958"/>
                  </a:lnTo>
                  <a:lnTo>
                    <a:pt x="1304761" y="4601958"/>
                  </a:lnTo>
                  <a:lnTo>
                    <a:pt x="1305325" y="4601958"/>
                  </a:lnTo>
                  <a:lnTo>
                    <a:pt x="1305514" y="4601958"/>
                  </a:lnTo>
                  <a:lnTo>
                    <a:pt x="1305796" y="4601958"/>
                  </a:lnTo>
                  <a:lnTo>
                    <a:pt x="1305890" y="4601958"/>
                  </a:lnTo>
                  <a:lnTo>
                    <a:pt x="1306173" y="4601958"/>
                  </a:lnTo>
                  <a:lnTo>
                    <a:pt x="1306455" y="4601958"/>
                  </a:lnTo>
                  <a:lnTo>
                    <a:pt x="1306926" y="4601958"/>
                  </a:lnTo>
                  <a:lnTo>
                    <a:pt x="1307114" y="4601958"/>
                  </a:lnTo>
                  <a:lnTo>
                    <a:pt x="1307962" y="4601958"/>
                  </a:lnTo>
                  <a:lnTo>
                    <a:pt x="1308432" y="4601958"/>
                  </a:lnTo>
                  <a:lnTo>
                    <a:pt x="1308715" y="4601958"/>
                  </a:lnTo>
                  <a:lnTo>
                    <a:pt x="1309092" y="4601958"/>
                  </a:lnTo>
                  <a:lnTo>
                    <a:pt x="1309656" y="4597046"/>
                  </a:lnTo>
                  <a:lnTo>
                    <a:pt x="1310692" y="4592135"/>
                  </a:lnTo>
                  <a:lnTo>
                    <a:pt x="1312010" y="4592135"/>
                  </a:lnTo>
                  <a:lnTo>
                    <a:pt x="1312387" y="4592135"/>
                  </a:lnTo>
                  <a:lnTo>
                    <a:pt x="1313705" y="4592135"/>
                  </a:lnTo>
                  <a:lnTo>
                    <a:pt x="1314176" y="4592135"/>
                  </a:lnTo>
                  <a:lnTo>
                    <a:pt x="1314364" y="4592135"/>
                  </a:lnTo>
                  <a:lnTo>
                    <a:pt x="1314458" y="4592135"/>
                  </a:lnTo>
                  <a:lnTo>
                    <a:pt x="1315023" y="4582312"/>
                  </a:lnTo>
                  <a:lnTo>
                    <a:pt x="1315400" y="4582312"/>
                  </a:lnTo>
                  <a:lnTo>
                    <a:pt x="1315682" y="4582312"/>
                  </a:lnTo>
                  <a:lnTo>
                    <a:pt x="1315965" y="4582312"/>
                  </a:lnTo>
                  <a:lnTo>
                    <a:pt x="1317659" y="4572490"/>
                  </a:lnTo>
                  <a:lnTo>
                    <a:pt x="1317754" y="4572490"/>
                  </a:lnTo>
                  <a:lnTo>
                    <a:pt x="1317942" y="4572490"/>
                  </a:lnTo>
                  <a:lnTo>
                    <a:pt x="1318130" y="4572490"/>
                  </a:lnTo>
                  <a:lnTo>
                    <a:pt x="1318318" y="4567578"/>
                  </a:lnTo>
                  <a:lnTo>
                    <a:pt x="1318695" y="4567578"/>
                  </a:lnTo>
                  <a:lnTo>
                    <a:pt x="1318978" y="4567578"/>
                  </a:lnTo>
                  <a:lnTo>
                    <a:pt x="1319542" y="4567578"/>
                  </a:lnTo>
                  <a:lnTo>
                    <a:pt x="1319637" y="4567578"/>
                  </a:lnTo>
                  <a:lnTo>
                    <a:pt x="1319919" y="4562667"/>
                  </a:lnTo>
                  <a:lnTo>
                    <a:pt x="1320107" y="4562667"/>
                  </a:lnTo>
                  <a:lnTo>
                    <a:pt x="1321237" y="4562667"/>
                  </a:lnTo>
                  <a:lnTo>
                    <a:pt x="1321331" y="4562667"/>
                  </a:lnTo>
                  <a:lnTo>
                    <a:pt x="1322085" y="4562667"/>
                  </a:lnTo>
                  <a:lnTo>
                    <a:pt x="1322179" y="4562667"/>
                  </a:lnTo>
                  <a:lnTo>
                    <a:pt x="1322555" y="4562667"/>
                  </a:lnTo>
                  <a:lnTo>
                    <a:pt x="1323214" y="4562667"/>
                  </a:lnTo>
                  <a:lnTo>
                    <a:pt x="1324250" y="4557755"/>
                  </a:lnTo>
                  <a:lnTo>
                    <a:pt x="1324721" y="4557755"/>
                  </a:lnTo>
                  <a:lnTo>
                    <a:pt x="1325380" y="4557755"/>
                  </a:lnTo>
                  <a:lnTo>
                    <a:pt x="1326133" y="4557755"/>
                  </a:lnTo>
                  <a:lnTo>
                    <a:pt x="1326510" y="4557755"/>
                  </a:lnTo>
                  <a:lnTo>
                    <a:pt x="1326980" y="4557755"/>
                  </a:lnTo>
                  <a:lnTo>
                    <a:pt x="1327075" y="4557755"/>
                  </a:lnTo>
                  <a:lnTo>
                    <a:pt x="1327734" y="4552844"/>
                  </a:lnTo>
                  <a:lnTo>
                    <a:pt x="1328863" y="4552844"/>
                  </a:lnTo>
                  <a:lnTo>
                    <a:pt x="1329052" y="4552844"/>
                  </a:lnTo>
                  <a:lnTo>
                    <a:pt x="1329146" y="4552844"/>
                  </a:lnTo>
                  <a:lnTo>
                    <a:pt x="1329334" y="4552844"/>
                  </a:lnTo>
                  <a:lnTo>
                    <a:pt x="1329334" y="4547933"/>
                  </a:lnTo>
                  <a:lnTo>
                    <a:pt x="1329711" y="4547933"/>
                  </a:lnTo>
                  <a:lnTo>
                    <a:pt x="1329805" y="4547933"/>
                  </a:lnTo>
                  <a:lnTo>
                    <a:pt x="1330558" y="4547933"/>
                  </a:lnTo>
                  <a:lnTo>
                    <a:pt x="1331311" y="4547933"/>
                  </a:lnTo>
                  <a:lnTo>
                    <a:pt x="1331594" y="4547933"/>
                  </a:lnTo>
                  <a:lnTo>
                    <a:pt x="1331876" y="4547933"/>
                  </a:lnTo>
                  <a:lnTo>
                    <a:pt x="1332441" y="4543021"/>
                  </a:lnTo>
                  <a:lnTo>
                    <a:pt x="1333006" y="4543021"/>
                  </a:lnTo>
                  <a:lnTo>
                    <a:pt x="1334230" y="4543021"/>
                  </a:lnTo>
                  <a:lnTo>
                    <a:pt x="1334513" y="4543021"/>
                  </a:lnTo>
                  <a:lnTo>
                    <a:pt x="1334607" y="4543021"/>
                  </a:lnTo>
                  <a:lnTo>
                    <a:pt x="1334701" y="4543021"/>
                  </a:lnTo>
                  <a:lnTo>
                    <a:pt x="1334795" y="4543021"/>
                  </a:lnTo>
                  <a:lnTo>
                    <a:pt x="1335831" y="4543021"/>
                  </a:lnTo>
                  <a:lnTo>
                    <a:pt x="1336207" y="4543021"/>
                  </a:lnTo>
                  <a:lnTo>
                    <a:pt x="1336490" y="4543021"/>
                  </a:lnTo>
                  <a:lnTo>
                    <a:pt x="1336678" y="4543021"/>
                  </a:lnTo>
                  <a:lnTo>
                    <a:pt x="1337149" y="4538110"/>
                  </a:lnTo>
                  <a:lnTo>
                    <a:pt x="1338844" y="4538110"/>
                  </a:lnTo>
                  <a:lnTo>
                    <a:pt x="1338938" y="4538110"/>
                  </a:lnTo>
                  <a:lnTo>
                    <a:pt x="1340068" y="4533199"/>
                  </a:lnTo>
                  <a:lnTo>
                    <a:pt x="1340350" y="4533199"/>
                  </a:lnTo>
                  <a:lnTo>
                    <a:pt x="1340915" y="4533199"/>
                  </a:lnTo>
                  <a:lnTo>
                    <a:pt x="1341103" y="4533199"/>
                  </a:lnTo>
                  <a:lnTo>
                    <a:pt x="1342327" y="4533199"/>
                  </a:lnTo>
                  <a:lnTo>
                    <a:pt x="1342516" y="4533199"/>
                  </a:lnTo>
                  <a:lnTo>
                    <a:pt x="1342798" y="4533199"/>
                  </a:lnTo>
                  <a:lnTo>
                    <a:pt x="1343080" y="4533199"/>
                  </a:lnTo>
                  <a:lnTo>
                    <a:pt x="1345434" y="4533199"/>
                  </a:lnTo>
                  <a:lnTo>
                    <a:pt x="1346093" y="4533199"/>
                  </a:lnTo>
                  <a:lnTo>
                    <a:pt x="1346470" y="4533199"/>
                  </a:lnTo>
                  <a:lnTo>
                    <a:pt x="1346564" y="4533199"/>
                  </a:lnTo>
                  <a:lnTo>
                    <a:pt x="1347506" y="4533199"/>
                  </a:lnTo>
                  <a:lnTo>
                    <a:pt x="1348259" y="4533199"/>
                  </a:lnTo>
                  <a:lnTo>
                    <a:pt x="1348541" y="4533199"/>
                  </a:lnTo>
                  <a:lnTo>
                    <a:pt x="1349012" y="4533199"/>
                  </a:lnTo>
                  <a:lnTo>
                    <a:pt x="1349389" y="4533199"/>
                  </a:lnTo>
                  <a:lnTo>
                    <a:pt x="1350613" y="4533199"/>
                  </a:lnTo>
                  <a:lnTo>
                    <a:pt x="1351178" y="4528287"/>
                  </a:lnTo>
                  <a:lnTo>
                    <a:pt x="1351366" y="4528287"/>
                  </a:lnTo>
                  <a:lnTo>
                    <a:pt x="1351837" y="4528287"/>
                  </a:lnTo>
                  <a:lnTo>
                    <a:pt x="1352025" y="4528287"/>
                  </a:lnTo>
                  <a:lnTo>
                    <a:pt x="1352119" y="4528287"/>
                  </a:lnTo>
                  <a:lnTo>
                    <a:pt x="1353061" y="4523376"/>
                  </a:lnTo>
                  <a:lnTo>
                    <a:pt x="1353908" y="4518464"/>
                  </a:lnTo>
                  <a:lnTo>
                    <a:pt x="1354002" y="4518464"/>
                  </a:lnTo>
                  <a:lnTo>
                    <a:pt x="1354473" y="4518464"/>
                  </a:lnTo>
                  <a:lnTo>
                    <a:pt x="1355226" y="4518464"/>
                  </a:lnTo>
                  <a:lnTo>
                    <a:pt x="1355603" y="4518464"/>
                  </a:lnTo>
                  <a:lnTo>
                    <a:pt x="1356073" y="4518464"/>
                  </a:lnTo>
                  <a:lnTo>
                    <a:pt x="1356356" y="4518464"/>
                  </a:lnTo>
                  <a:lnTo>
                    <a:pt x="1357297" y="4518464"/>
                  </a:lnTo>
                  <a:lnTo>
                    <a:pt x="1357768" y="4518464"/>
                  </a:lnTo>
                  <a:lnTo>
                    <a:pt x="1357957" y="4518464"/>
                  </a:lnTo>
                  <a:lnTo>
                    <a:pt x="1358521" y="4518464"/>
                  </a:lnTo>
                  <a:lnTo>
                    <a:pt x="1359369" y="4513553"/>
                  </a:lnTo>
                  <a:lnTo>
                    <a:pt x="1359463" y="4513553"/>
                  </a:lnTo>
                  <a:lnTo>
                    <a:pt x="1360122" y="4508642"/>
                  </a:lnTo>
                  <a:lnTo>
                    <a:pt x="1360404" y="4508642"/>
                  </a:lnTo>
                  <a:lnTo>
                    <a:pt x="1360781" y="4508642"/>
                  </a:lnTo>
                  <a:lnTo>
                    <a:pt x="1360875" y="4508642"/>
                  </a:lnTo>
                  <a:lnTo>
                    <a:pt x="1361158" y="4508642"/>
                  </a:lnTo>
                  <a:lnTo>
                    <a:pt x="1361723" y="4508642"/>
                  </a:lnTo>
                  <a:lnTo>
                    <a:pt x="1361911" y="4503730"/>
                  </a:lnTo>
                  <a:lnTo>
                    <a:pt x="1362382" y="4503730"/>
                  </a:lnTo>
                  <a:lnTo>
                    <a:pt x="1362758" y="4503730"/>
                  </a:lnTo>
                  <a:lnTo>
                    <a:pt x="1362947" y="4503730"/>
                  </a:lnTo>
                  <a:lnTo>
                    <a:pt x="1363135" y="4503730"/>
                  </a:lnTo>
                  <a:lnTo>
                    <a:pt x="1363229" y="4503730"/>
                  </a:lnTo>
                  <a:lnTo>
                    <a:pt x="1363512" y="4503730"/>
                  </a:lnTo>
                  <a:lnTo>
                    <a:pt x="1364359" y="4503730"/>
                  </a:lnTo>
                  <a:lnTo>
                    <a:pt x="1364735" y="4503730"/>
                  </a:lnTo>
                  <a:lnTo>
                    <a:pt x="1365300" y="4503730"/>
                  </a:lnTo>
                  <a:lnTo>
                    <a:pt x="1365771" y="4503730"/>
                  </a:lnTo>
                  <a:lnTo>
                    <a:pt x="1366619" y="4503730"/>
                  </a:lnTo>
                  <a:lnTo>
                    <a:pt x="1366807" y="4503730"/>
                  </a:lnTo>
                  <a:lnTo>
                    <a:pt x="1368031" y="4503730"/>
                  </a:lnTo>
                  <a:lnTo>
                    <a:pt x="1369443" y="4498819"/>
                  </a:lnTo>
                  <a:lnTo>
                    <a:pt x="1370290" y="4498819"/>
                  </a:lnTo>
                  <a:lnTo>
                    <a:pt x="1371985" y="4498819"/>
                  </a:lnTo>
                  <a:lnTo>
                    <a:pt x="1372362" y="4498819"/>
                  </a:lnTo>
                  <a:lnTo>
                    <a:pt x="1372738" y="4498819"/>
                  </a:lnTo>
                  <a:lnTo>
                    <a:pt x="1373492" y="4498819"/>
                  </a:lnTo>
                  <a:lnTo>
                    <a:pt x="1373680" y="4498819"/>
                  </a:lnTo>
                  <a:lnTo>
                    <a:pt x="1374904" y="4493908"/>
                  </a:lnTo>
                  <a:lnTo>
                    <a:pt x="1375563" y="4493908"/>
                  </a:lnTo>
                  <a:lnTo>
                    <a:pt x="1375940" y="4493908"/>
                  </a:lnTo>
                  <a:lnTo>
                    <a:pt x="1376222" y="4493908"/>
                  </a:lnTo>
                  <a:lnTo>
                    <a:pt x="1376410" y="4493908"/>
                  </a:lnTo>
                  <a:lnTo>
                    <a:pt x="1377069" y="4493908"/>
                  </a:lnTo>
                  <a:lnTo>
                    <a:pt x="1377164" y="4493908"/>
                  </a:lnTo>
                  <a:lnTo>
                    <a:pt x="1377258" y="4493908"/>
                  </a:lnTo>
                  <a:lnTo>
                    <a:pt x="1378482" y="4493908"/>
                  </a:lnTo>
                  <a:lnTo>
                    <a:pt x="1378576" y="4488996"/>
                  </a:lnTo>
                  <a:lnTo>
                    <a:pt x="1378764" y="4488996"/>
                  </a:lnTo>
                  <a:lnTo>
                    <a:pt x="1379047" y="4488996"/>
                  </a:lnTo>
                  <a:lnTo>
                    <a:pt x="1379423" y="4488996"/>
                  </a:lnTo>
                  <a:lnTo>
                    <a:pt x="1379612" y="4488996"/>
                  </a:lnTo>
                  <a:lnTo>
                    <a:pt x="1381400" y="4488996"/>
                  </a:lnTo>
                  <a:lnTo>
                    <a:pt x="1381589" y="4488996"/>
                  </a:lnTo>
                  <a:lnTo>
                    <a:pt x="1381683" y="4488996"/>
                  </a:lnTo>
                  <a:lnTo>
                    <a:pt x="1382059" y="4488996"/>
                  </a:lnTo>
                  <a:lnTo>
                    <a:pt x="1382719" y="4488996"/>
                  </a:lnTo>
                  <a:lnTo>
                    <a:pt x="1383566" y="4488996"/>
                  </a:lnTo>
                  <a:lnTo>
                    <a:pt x="1384507" y="4484085"/>
                  </a:lnTo>
                  <a:lnTo>
                    <a:pt x="1384884" y="4484085"/>
                  </a:lnTo>
                  <a:lnTo>
                    <a:pt x="1385449" y="4484085"/>
                  </a:lnTo>
                  <a:lnTo>
                    <a:pt x="1385637" y="4484085"/>
                  </a:lnTo>
                  <a:lnTo>
                    <a:pt x="1385920" y="4479173"/>
                  </a:lnTo>
                  <a:lnTo>
                    <a:pt x="1386014" y="4479173"/>
                  </a:lnTo>
                  <a:lnTo>
                    <a:pt x="1386108" y="4479173"/>
                  </a:lnTo>
                  <a:lnTo>
                    <a:pt x="1386767" y="4479173"/>
                  </a:lnTo>
                  <a:lnTo>
                    <a:pt x="1387144" y="4479173"/>
                  </a:lnTo>
                  <a:lnTo>
                    <a:pt x="1387709" y="4479173"/>
                  </a:lnTo>
                  <a:lnTo>
                    <a:pt x="1387803" y="4479173"/>
                  </a:lnTo>
                  <a:lnTo>
                    <a:pt x="1388368" y="4479173"/>
                  </a:lnTo>
                  <a:lnTo>
                    <a:pt x="1388650" y="4479173"/>
                  </a:lnTo>
                  <a:lnTo>
                    <a:pt x="1388933" y="4479173"/>
                  </a:lnTo>
                  <a:lnTo>
                    <a:pt x="1389403" y="4479173"/>
                  </a:lnTo>
                  <a:lnTo>
                    <a:pt x="1389592" y="4474262"/>
                  </a:lnTo>
                  <a:lnTo>
                    <a:pt x="1390251" y="4469351"/>
                  </a:lnTo>
                  <a:lnTo>
                    <a:pt x="1390439" y="4469351"/>
                  </a:lnTo>
                  <a:lnTo>
                    <a:pt x="1390533" y="4469351"/>
                  </a:lnTo>
                  <a:lnTo>
                    <a:pt x="1390910" y="4469351"/>
                  </a:lnTo>
                  <a:lnTo>
                    <a:pt x="1391945" y="4469351"/>
                  </a:lnTo>
                  <a:lnTo>
                    <a:pt x="1392228" y="4469351"/>
                  </a:lnTo>
                  <a:lnTo>
                    <a:pt x="1392322" y="4469351"/>
                  </a:lnTo>
                  <a:lnTo>
                    <a:pt x="1392699" y="4469351"/>
                  </a:lnTo>
                  <a:lnTo>
                    <a:pt x="1392887" y="4469351"/>
                  </a:lnTo>
                  <a:lnTo>
                    <a:pt x="1392981" y="4469351"/>
                  </a:lnTo>
                  <a:lnTo>
                    <a:pt x="1393358" y="4464439"/>
                  </a:lnTo>
                  <a:lnTo>
                    <a:pt x="1393734" y="4464439"/>
                  </a:lnTo>
                  <a:lnTo>
                    <a:pt x="1394488" y="4464439"/>
                  </a:lnTo>
                  <a:lnTo>
                    <a:pt x="1394582" y="4464439"/>
                  </a:lnTo>
                  <a:lnTo>
                    <a:pt x="1395712" y="4464439"/>
                  </a:lnTo>
                  <a:lnTo>
                    <a:pt x="1396088" y="4464439"/>
                  </a:lnTo>
                  <a:lnTo>
                    <a:pt x="1396747" y="4464439"/>
                  </a:lnTo>
                  <a:lnTo>
                    <a:pt x="1396841" y="4464439"/>
                  </a:lnTo>
                  <a:lnTo>
                    <a:pt x="1398536" y="4464439"/>
                  </a:lnTo>
                  <a:lnTo>
                    <a:pt x="1399383" y="4459528"/>
                  </a:lnTo>
                  <a:lnTo>
                    <a:pt x="1399572" y="4459528"/>
                  </a:lnTo>
                  <a:lnTo>
                    <a:pt x="1400043" y="4459528"/>
                  </a:lnTo>
                  <a:lnTo>
                    <a:pt x="1400419" y="4459528"/>
                  </a:lnTo>
                  <a:lnTo>
                    <a:pt x="1401737" y="4459528"/>
                  </a:lnTo>
                  <a:lnTo>
                    <a:pt x="1402302" y="4459528"/>
                  </a:lnTo>
                  <a:lnTo>
                    <a:pt x="1402396" y="4459528"/>
                  </a:lnTo>
                  <a:lnTo>
                    <a:pt x="1403055" y="4459528"/>
                  </a:lnTo>
                  <a:lnTo>
                    <a:pt x="1403338" y="4454617"/>
                  </a:lnTo>
                  <a:lnTo>
                    <a:pt x="1405221" y="4454617"/>
                  </a:lnTo>
                  <a:lnTo>
                    <a:pt x="1405598" y="4454617"/>
                  </a:lnTo>
                  <a:lnTo>
                    <a:pt x="1405692" y="4454617"/>
                  </a:lnTo>
                  <a:lnTo>
                    <a:pt x="1405786" y="4454617"/>
                  </a:lnTo>
                  <a:lnTo>
                    <a:pt x="1406068" y="4454617"/>
                  </a:lnTo>
                  <a:lnTo>
                    <a:pt x="1407198" y="4454617"/>
                  </a:lnTo>
                  <a:lnTo>
                    <a:pt x="1407481" y="4454617"/>
                  </a:lnTo>
                  <a:lnTo>
                    <a:pt x="1408234" y="4454617"/>
                  </a:lnTo>
                  <a:lnTo>
                    <a:pt x="1408610" y="4454617"/>
                  </a:lnTo>
                  <a:lnTo>
                    <a:pt x="1409269" y="4449705"/>
                  </a:lnTo>
                  <a:lnTo>
                    <a:pt x="1409646" y="4449705"/>
                  </a:lnTo>
                  <a:lnTo>
                    <a:pt x="1410023" y="4449705"/>
                  </a:lnTo>
                  <a:lnTo>
                    <a:pt x="1410493" y="4449705"/>
                  </a:lnTo>
                  <a:lnTo>
                    <a:pt x="1411247" y="4449705"/>
                  </a:lnTo>
                  <a:lnTo>
                    <a:pt x="1412282" y="4439882"/>
                  </a:lnTo>
                  <a:lnTo>
                    <a:pt x="1413036" y="4439882"/>
                  </a:lnTo>
                  <a:lnTo>
                    <a:pt x="1413130" y="4434971"/>
                  </a:lnTo>
                  <a:lnTo>
                    <a:pt x="1413600" y="4430060"/>
                  </a:lnTo>
                  <a:lnTo>
                    <a:pt x="1413789" y="4430060"/>
                  </a:lnTo>
                  <a:lnTo>
                    <a:pt x="1414071" y="4430060"/>
                  </a:lnTo>
                  <a:lnTo>
                    <a:pt x="1414448" y="4430060"/>
                  </a:lnTo>
                  <a:lnTo>
                    <a:pt x="1415389" y="4430060"/>
                  </a:lnTo>
                  <a:lnTo>
                    <a:pt x="1416143" y="4430060"/>
                  </a:lnTo>
                  <a:lnTo>
                    <a:pt x="1416707" y="4425148"/>
                  </a:lnTo>
                  <a:lnTo>
                    <a:pt x="1416896" y="4425148"/>
                  </a:lnTo>
                  <a:lnTo>
                    <a:pt x="1416990" y="4425148"/>
                  </a:lnTo>
                  <a:lnTo>
                    <a:pt x="1418026" y="4425148"/>
                  </a:lnTo>
                  <a:lnTo>
                    <a:pt x="1418308" y="4425148"/>
                  </a:lnTo>
                  <a:lnTo>
                    <a:pt x="1418308" y="4420237"/>
                  </a:lnTo>
                  <a:lnTo>
                    <a:pt x="1418873" y="4420237"/>
                  </a:lnTo>
                  <a:lnTo>
                    <a:pt x="1419155" y="4420237"/>
                  </a:lnTo>
                  <a:lnTo>
                    <a:pt x="1419250" y="4420237"/>
                  </a:lnTo>
                  <a:lnTo>
                    <a:pt x="1419344" y="4420237"/>
                  </a:lnTo>
                  <a:lnTo>
                    <a:pt x="1419532" y="4420237"/>
                  </a:lnTo>
                  <a:lnTo>
                    <a:pt x="1420850" y="4420237"/>
                  </a:lnTo>
                  <a:lnTo>
                    <a:pt x="1421038" y="4420237"/>
                  </a:lnTo>
                  <a:lnTo>
                    <a:pt x="1421603" y="4420237"/>
                  </a:lnTo>
                  <a:lnTo>
                    <a:pt x="1421792" y="4420237"/>
                  </a:lnTo>
                  <a:lnTo>
                    <a:pt x="1422168" y="4420237"/>
                  </a:lnTo>
                  <a:lnTo>
                    <a:pt x="1423110" y="4420237"/>
                  </a:lnTo>
                  <a:lnTo>
                    <a:pt x="1423298" y="4415326"/>
                  </a:lnTo>
                  <a:lnTo>
                    <a:pt x="1424522" y="4415326"/>
                  </a:lnTo>
                  <a:lnTo>
                    <a:pt x="1424899" y="4415326"/>
                  </a:lnTo>
                  <a:lnTo>
                    <a:pt x="1426499" y="4410414"/>
                  </a:lnTo>
                  <a:lnTo>
                    <a:pt x="1428006" y="4405503"/>
                  </a:lnTo>
                  <a:lnTo>
                    <a:pt x="1428665" y="4405503"/>
                  </a:lnTo>
                  <a:lnTo>
                    <a:pt x="1428947" y="4405503"/>
                  </a:lnTo>
                  <a:lnTo>
                    <a:pt x="1429041" y="4405503"/>
                  </a:lnTo>
                  <a:lnTo>
                    <a:pt x="1430265" y="4400591"/>
                  </a:lnTo>
                  <a:lnTo>
                    <a:pt x="1430548" y="4400591"/>
                  </a:lnTo>
                  <a:lnTo>
                    <a:pt x="1430736" y="4395680"/>
                  </a:lnTo>
                  <a:lnTo>
                    <a:pt x="1431678" y="4395680"/>
                  </a:lnTo>
                  <a:lnTo>
                    <a:pt x="1432619" y="4395680"/>
                  </a:lnTo>
                  <a:lnTo>
                    <a:pt x="1433184" y="4395680"/>
                  </a:lnTo>
                  <a:lnTo>
                    <a:pt x="1433278" y="4395680"/>
                  </a:lnTo>
                  <a:lnTo>
                    <a:pt x="1433372" y="4395680"/>
                  </a:lnTo>
                  <a:lnTo>
                    <a:pt x="1433467" y="4395680"/>
                  </a:lnTo>
                  <a:lnTo>
                    <a:pt x="1433843" y="4390769"/>
                  </a:lnTo>
                  <a:lnTo>
                    <a:pt x="1434973" y="4390769"/>
                  </a:lnTo>
                  <a:lnTo>
                    <a:pt x="1435255" y="4390769"/>
                  </a:lnTo>
                  <a:lnTo>
                    <a:pt x="1435444" y="4390769"/>
                  </a:lnTo>
                  <a:lnTo>
                    <a:pt x="1435915" y="4390769"/>
                  </a:lnTo>
                  <a:lnTo>
                    <a:pt x="1436009" y="4390769"/>
                  </a:lnTo>
                  <a:lnTo>
                    <a:pt x="1437327" y="4390769"/>
                  </a:lnTo>
                  <a:lnTo>
                    <a:pt x="1437703" y="4390769"/>
                  </a:lnTo>
                  <a:lnTo>
                    <a:pt x="1438457" y="4390769"/>
                  </a:lnTo>
                  <a:lnTo>
                    <a:pt x="1438645" y="4390769"/>
                  </a:lnTo>
                  <a:lnTo>
                    <a:pt x="1438739" y="4390769"/>
                  </a:lnTo>
                  <a:lnTo>
                    <a:pt x="1439586" y="4390769"/>
                  </a:lnTo>
                  <a:lnTo>
                    <a:pt x="1439775" y="4390769"/>
                  </a:lnTo>
                  <a:lnTo>
                    <a:pt x="1440434" y="4390769"/>
                  </a:lnTo>
                  <a:lnTo>
                    <a:pt x="1440810" y="4390769"/>
                  </a:lnTo>
                  <a:lnTo>
                    <a:pt x="1441846" y="4385857"/>
                  </a:lnTo>
                  <a:lnTo>
                    <a:pt x="1442411" y="4385857"/>
                  </a:lnTo>
                  <a:lnTo>
                    <a:pt x="1442788" y="4385857"/>
                  </a:lnTo>
                  <a:lnTo>
                    <a:pt x="1443823" y="4385857"/>
                  </a:lnTo>
                  <a:lnTo>
                    <a:pt x="1444106" y="4385857"/>
                  </a:lnTo>
                  <a:lnTo>
                    <a:pt x="1444859" y="4380946"/>
                  </a:lnTo>
                  <a:lnTo>
                    <a:pt x="1445612" y="4380946"/>
                  </a:lnTo>
                  <a:lnTo>
                    <a:pt x="1445895" y="4380946"/>
                  </a:lnTo>
                  <a:lnTo>
                    <a:pt x="1446271" y="4380946"/>
                  </a:lnTo>
                  <a:lnTo>
                    <a:pt x="1446836" y="4380946"/>
                  </a:lnTo>
                  <a:lnTo>
                    <a:pt x="1447024" y="4380946"/>
                  </a:lnTo>
                  <a:lnTo>
                    <a:pt x="1447495" y="4376035"/>
                  </a:lnTo>
                  <a:lnTo>
                    <a:pt x="1447684" y="4376035"/>
                  </a:lnTo>
                  <a:lnTo>
                    <a:pt x="1449002" y="4371123"/>
                  </a:lnTo>
                  <a:lnTo>
                    <a:pt x="1449284" y="4371123"/>
                  </a:lnTo>
                  <a:lnTo>
                    <a:pt x="1449661" y="4366212"/>
                  </a:lnTo>
                  <a:lnTo>
                    <a:pt x="1449943" y="4366212"/>
                  </a:lnTo>
                  <a:lnTo>
                    <a:pt x="1450414" y="4366212"/>
                  </a:lnTo>
                  <a:lnTo>
                    <a:pt x="1451167" y="4366212"/>
                  </a:lnTo>
                  <a:lnTo>
                    <a:pt x="1451732" y="4366212"/>
                  </a:lnTo>
                  <a:lnTo>
                    <a:pt x="1451920" y="4366212"/>
                  </a:lnTo>
                  <a:lnTo>
                    <a:pt x="1452203" y="4366212"/>
                  </a:lnTo>
                  <a:lnTo>
                    <a:pt x="1452956" y="4366212"/>
                  </a:lnTo>
                  <a:lnTo>
                    <a:pt x="1453333" y="4366212"/>
                  </a:lnTo>
                  <a:lnTo>
                    <a:pt x="1454274" y="4366212"/>
                  </a:lnTo>
                  <a:lnTo>
                    <a:pt x="1455498" y="4366212"/>
                  </a:lnTo>
                  <a:lnTo>
                    <a:pt x="1456346" y="4366212"/>
                  </a:lnTo>
                  <a:lnTo>
                    <a:pt x="1457852" y="4366212"/>
                  </a:lnTo>
                  <a:lnTo>
                    <a:pt x="1458794" y="4361300"/>
                  </a:lnTo>
                  <a:lnTo>
                    <a:pt x="1458888" y="4361300"/>
                  </a:lnTo>
                  <a:lnTo>
                    <a:pt x="1459264" y="4361300"/>
                  </a:lnTo>
                  <a:lnTo>
                    <a:pt x="1459829" y="4361300"/>
                  </a:lnTo>
                  <a:lnTo>
                    <a:pt x="1460488" y="4361300"/>
                  </a:lnTo>
                  <a:lnTo>
                    <a:pt x="1461901" y="4356389"/>
                  </a:lnTo>
                  <a:lnTo>
                    <a:pt x="1462654" y="4356389"/>
                  </a:lnTo>
                  <a:lnTo>
                    <a:pt x="1462748" y="4356389"/>
                  </a:lnTo>
                  <a:lnTo>
                    <a:pt x="1462936" y="4356389"/>
                  </a:lnTo>
                  <a:lnTo>
                    <a:pt x="1464254" y="4356389"/>
                  </a:lnTo>
                  <a:lnTo>
                    <a:pt x="1464725" y="4356389"/>
                  </a:lnTo>
                  <a:lnTo>
                    <a:pt x="1465008" y="4356389"/>
                  </a:lnTo>
                  <a:lnTo>
                    <a:pt x="1465102" y="4356389"/>
                  </a:lnTo>
                  <a:lnTo>
                    <a:pt x="1465667" y="4356389"/>
                  </a:lnTo>
                  <a:lnTo>
                    <a:pt x="1465761" y="4356389"/>
                  </a:lnTo>
                  <a:lnTo>
                    <a:pt x="1467079" y="4356389"/>
                  </a:lnTo>
                  <a:lnTo>
                    <a:pt x="1467361" y="4356389"/>
                  </a:lnTo>
                  <a:lnTo>
                    <a:pt x="1467456" y="4356389"/>
                  </a:lnTo>
                  <a:lnTo>
                    <a:pt x="1467832" y="4356389"/>
                  </a:lnTo>
                  <a:lnTo>
                    <a:pt x="1468397" y="4356389"/>
                  </a:lnTo>
                  <a:lnTo>
                    <a:pt x="1468679" y="4356389"/>
                  </a:lnTo>
                  <a:lnTo>
                    <a:pt x="1469433" y="4356389"/>
                  </a:lnTo>
                  <a:lnTo>
                    <a:pt x="1469809" y="4356389"/>
                  </a:lnTo>
                  <a:lnTo>
                    <a:pt x="1470280" y="4356389"/>
                  </a:lnTo>
                  <a:lnTo>
                    <a:pt x="1470374" y="4356389"/>
                  </a:lnTo>
                  <a:lnTo>
                    <a:pt x="1471222" y="4351478"/>
                  </a:lnTo>
                  <a:lnTo>
                    <a:pt x="1471316" y="4351478"/>
                  </a:lnTo>
                  <a:lnTo>
                    <a:pt x="1472257" y="4351478"/>
                  </a:lnTo>
                  <a:lnTo>
                    <a:pt x="1473010" y="4351478"/>
                  </a:lnTo>
                  <a:lnTo>
                    <a:pt x="1473387" y="4351478"/>
                  </a:lnTo>
                  <a:lnTo>
                    <a:pt x="1475082" y="4351478"/>
                  </a:lnTo>
                  <a:lnTo>
                    <a:pt x="1475176" y="4351478"/>
                  </a:lnTo>
                  <a:lnTo>
                    <a:pt x="1475835" y="4351478"/>
                  </a:lnTo>
                  <a:lnTo>
                    <a:pt x="1476400" y="4351478"/>
                  </a:lnTo>
                  <a:lnTo>
                    <a:pt x="1476588" y="4351478"/>
                  </a:lnTo>
                  <a:lnTo>
                    <a:pt x="1476871" y="4351478"/>
                  </a:lnTo>
                  <a:lnTo>
                    <a:pt x="1477624" y="4351478"/>
                  </a:lnTo>
                  <a:lnTo>
                    <a:pt x="1477812" y="4351478"/>
                  </a:lnTo>
                  <a:lnTo>
                    <a:pt x="1478283" y="4351478"/>
                  </a:lnTo>
                  <a:lnTo>
                    <a:pt x="1479789" y="4341655"/>
                  </a:lnTo>
                  <a:lnTo>
                    <a:pt x="1479978" y="4336744"/>
                  </a:lnTo>
                  <a:lnTo>
                    <a:pt x="1480354" y="4336744"/>
                  </a:lnTo>
                  <a:lnTo>
                    <a:pt x="1480637" y="4331832"/>
                  </a:lnTo>
                  <a:lnTo>
                    <a:pt x="1480919" y="4331832"/>
                  </a:lnTo>
                  <a:lnTo>
                    <a:pt x="1481861" y="4331832"/>
                  </a:lnTo>
                  <a:lnTo>
                    <a:pt x="1482049" y="4331832"/>
                  </a:lnTo>
                  <a:lnTo>
                    <a:pt x="1482708" y="4331832"/>
                  </a:lnTo>
                  <a:lnTo>
                    <a:pt x="1482802" y="4331832"/>
                  </a:lnTo>
                  <a:lnTo>
                    <a:pt x="1483556" y="4331832"/>
                  </a:lnTo>
                  <a:lnTo>
                    <a:pt x="1483650" y="4331832"/>
                  </a:lnTo>
                  <a:lnTo>
                    <a:pt x="1483932" y="4326921"/>
                  </a:lnTo>
                  <a:lnTo>
                    <a:pt x="1484591" y="4326921"/>
                  </a:lnTo>
                  <a:lnTo>
                    <a:pt x="1484874" y="4326921"/>
                  </a:lnTo>
                  <a:lnTo>
                    <a:pt x="1485156" y="4326921"/>
                  </a:lnTo>
                  <a:lnTo>
                    <a:pt x="1485533" y="4326921"/>
                  </a:lnTo>
                  <a:lnTo>
                    <a:pt x="1485721" y="4326921"/>
                  </a:lnTo>
                  <a:lnTo>
                    <a:pt x="1487604" y="4326921"/>
                  </a:lnTo>
                  <a:lnTo>
                    <a:pt x="1489770" y="4322009"/>
                  </a:lnTo>
                  <a:lnTo>
                    <a:pt x="1490994" y="4322009"/>
                  </a:lnTo>
                  <a:lnTo>
                    <a:pt x="1491747" y="4322009"/>
                  </a:lnTo>
                  <a:lnTo>
                    <a:pt x="1492218" y="4322009"/>
                  </a:lnTo>
                  <a:lnTo>
                    <a:pt x="1492688" y="4322009"/>
                  </a:lnTo>
                  <a:lnTo>
                    <a:pt x="1493536" y="4312187"/>
                  </a:lnTo>
                  <a:lnTo>
                    <a:pt x="1493630" y="4312187"/>
                  </a:lnTo>
                  <a:lnTo>
                    <a:pt x="1493724" y="4312187"/>
                  </a:lnTo>
                  <a:lnTo>
                    <a:pt x="1493818" y="4312187"/>
                  </a:lnTo>
                  <a:lnTo>
                    <a:pt x="1494854" y="4312187"/>
                  </a:lnTo>
                  <a:lnTo>
                    <a:pt x="1495513" y="4312187"/>
                  </a:lnTo>
                  <a:lnTo>
                    <a:pt x="1495984" y="4312187"/>
                  </a:lnTo>
                  <a:lnTo>
                    <a:pt x="1496549" y="4312187"/>
                  </a:lnTo>
                  <a:lnTo>
                    <a:pt x="1496925" y="4312187"/>
                  </a:lnTo>
                  <a:lnTo>
                    <a:pt x="1497019" y="4312187"/>
                  </a:lnTo>
                  <a:lnTo>
                    <a:pt x="1497678" y="4312187"/>
                  </a:lnTo>
                  <a:lnTo>
                    <a:pt x="1498808" y="4312187"/>
                  </a:lnTo>
                  <a:lnTo>
                    <a:pt x="1499091" y="4312187"/>
                  </a:lnTo>
                  <a:lnTo>
                    <a:pt x="1499279" y="4307275"/>
                  </a:lnTo>
                  <a:lnTo>
                    <a:pt x="1499467" y="4307275"/>
                  </a:lnTo>
                  <a:lnTo>
                    <a:pt x="1500126" y="4307275"/>
                  </a:lnTo>
                  <a:lnTo>
                    <a:pt x="1500880" y="4302364"/>
                  </a:lnTo>
                  <a:lnTo>
                    <a:pt x="1501727" y="4302364"/>
                  </a:lnTo>
                  <a:lnTo>
                    <a:pt x="1502104" y="4302364"/>
                  </a:lnTo>
                  <a:lnTo>
                    <a:pt x="1502480" y="4302364"/>
                  </a:lnTo>
                  <a:lnTo>
                    <a:pt x="1503233" y="4302364"/>
                  </a:lnTo>
                  <a:lnTo>
                    <a:pt x="1503610" y="4302364"/>
                  </a:lnTo>
                  <a:lnTo>
                    <a:pt x="1504175" y="4302364"/>
                  </a:lnTo>
                  <a:lnTo>
                    <a:pt x="1504551" y="4302364"/>
                  </a:lnTo>
                  <a:lnTo>
                    <a:pt x="1504646" y="4302364"/>
                  </a:lnTo>
                  <a:lnTo>
                    <a:pt x="1505587" y="4302364"/>
                  </a:lnTo>
                  <a:lnTo>
                    <a:pt x="1506623" y="4302364"/>
                  </a:lnTo>
                  <a:lnTo>
                    <a:pt x="1506717" y="4302364"/>
                  </a:lnTo>
                  <a:lnTo>
                    <a:pt x="1508412" y="4297453"/>
                  </a:lnTo>
                  <a:lnTo>
                    <a:pt x="1508600" y="4297453"/>
                  </a:lnTo>
                  <a:lnTo>
                    <a:pt x="1509918" y="4297453"/>
                  </a:lnTo>
                  <a:lnTo>
                    <a:pt x="1510106" y="4297453"/>
                  </a:lnTo>
                  <a:lnTo>
                    <a:pt x="1510295" y="4297453"/>
                  </a:lnTo>
                  <a:lnTo>
                    <a:pt x="1510577" y="4297453"/>
                  </a:lnTo>
                  <a:lnTo>
                    <a:pt x="1510766" y="4297453"/>
                  </a:lnTo>
                  <a:lnTo>
                    <a:pt x="1511707" y="4297453"/>
                  </a:lnTo>
                  <a:lnTo>
                    <a:pt x="1511895" y="4292541"/>
                  </a:lnTo>
                  <a:lnTo>
                    <a:pt x="1512272" y="4292541"/>
                  </a:lnTo>
                  <a:lnTo>
                    <a:pt x="1512460" y="4292541"/>
                  </a:lnTo>
                  <a:lnTo>
                    <a:pt x="1513025" y="4287630"/>
                  </a:lnTo>
                  <a:lnTo>
                    <a:pt x="1513213" y="4287630"/>
                  </a:lnTo>
                  <a:lnTo>
                    <a:pt x="1513684" y="4287630"/>
                  </a:lnTo>
                  <a:lnTo>
                    <a:pt x="1514061" y="4287630"/>
                  </a:lnTo>
                  <a:lnTo>
                    <a:pt x="1514343" y="4287630"/>
                  </a:lnTo>
                  <a:lnTo>
                    <a:pt x="1514626" y="4287630"/>
                  </a:lnTo>
                  <a:lnTo>
                    <a:pt x="1515002" y="4287630"/>
                  </a:lnTo>
                  <a:lnTo>
                    <a:pt x="1515097" y="4287630"/>
                  </a:lnTo>
                  <a:lnTo>
                    <a:pt x="1515473" y="4287630"/>
                  </a:lnTo>
                  <a:lnTo>
                    <a:pt x="1516038" y="4287630"/>
                  </a:lnTo>
                  <a:lnTo>
                    <a:pt x="1516791" y="4287630"/>
                  </a:lnTo>
                  <a:lnTo>
                    <a:pt x="1518109" y="4287630"/>
                  </a:lnTo>
                  <a:lnTo>
                    <a:pt x="1519804" y="4287630"/>
                  </a:lnTo>
                  <a:lnTo>
                    <a:pt x="1519898" y="4287630"/>
                  </a:lnTo>
                  <a:lnTo>
                    <a:pt x="1520652" y="4287630"/>
                  </a:lnTo>
                  <a:lnTo>
                    <a:pt x="1520840" y="4287630"/>
                  </a:lnTo>
                  <a:lnTo>
                    <a:pt x="1521028" y="4282718"/>
                  </a:lnTo>
                  <a:lnTo>
                    <a:pt x="1521875" y="4282718"/>
                  </a:lnTo>
                  <a:lnTo>
                    <a:pt x="1522252" y="4282718"/>
                  </a:lnTo>
                  <a:lnTo>
                    <a:pt x="1523099" y="4282718"/>
                  </a:lnTo>
                  <a:lnTo>
                    <a:pt x="1524323" y="4277807"/>
                  </a:lnTo>
                  <a:lnTo>
                    <a:pt x="1524512" y="4272896"/>
                  </a:lnTo>
                  <a:lnTo>
                    <a:pt x="1524794" y="4272896"/>
                  </a:lnTo>
                  <a:lnTo>
                    <a:pt x="1525453" y="4267984"/>
                  </a:lnTo>
                  <a:lnTo>
                    <a:pt x="1525736" y="4267984"/>
                  </a:lnTo>
                  <a:lnTo>
                    <a:pt x="1525924" y="4263073"/>
                  </a:lnTo>
                  <a:lnTo>
                    <a:pt x="1526960" y="4263073"/>
                  </a:lnTo>
                  <a:lnTo>
                    <a:pt x="1527148" y="4263073"/>
                  </a:lnTo>
                  <a:lnTo>
                    <a:pt x="1527430" y="4263073"/>
                  </a:lnTo>
                  <a:lnTo>
                    <a:pt x="1527807" y="4263073"/>
                  </a:lnTo>
                  <a:lnTo>
                    <a:pt x="1528278" y="4263073"/>
                  </a:lnTo>
                  <a:lnTo>
                    <a:pt x="1528560" y="4263073"/>
                  </a:lnTo>
                  <a:lnTo>
                    <a:pt x="1528749" y="4263073"/>
                  </a:lnTo>
                  <a:lnTo>
                    <a:pt x="1529219" y="4263073"/>
                  </a:lnTo>
                  <a:lnTo>
                    <a:pt x="1529502" y="4263073"/>
                  </a:lnTo>
                  <a:lnTo>
                    <a:pt x="1529784" y="4263073"/>
                  </a:lnTo>
                  <a:lnTo>
                    <a:pt x="1530161" y="4263073"/>
                  </a:lnTo>
                  <a:lnTo>
                    <a:pt x="1530537" y="4263073"/>
                  </a:lnTo>
                  <a:lnTo>
                    <a:pt x="1531291" y="4263073"/>
                  </a:lnTo>
                  <a:lnTo>
                    <a:pt x="1531573" y="4263073"/>
                  </a:lnTo>
                  <a:lnTo>
                    <a:pt x="1532703" y="4263073"/>
                  </a:lnTo>
                  <a:lnTo>
                    <a:pt x="1533550" y="4258162"/>
                  </a:lnTo>
                  <a:lnTo>
                    <a:pt x="1534492" y="4258162"/>
                  </a:lnTo>
                  <a:lnTo>
                    <a:pt x="1535151" y="4258162"/>
                  </a:lnTo>
                  <a:lnTo>
                    <a:pt x="1535433" y="4258162"/>
                  </a:lnTo>
                  <a:lnTo>
                    <a:pt x="1536657" y="4253250"/>
                  </a:lnTo>
                  <a:lnTo>
                    <a:pt x="1536846" y="4253250"/>
                  </a:lnTo>
                  <a:lnTo>
                    <a:pt x="1537505" y="4253250"/>
                  </a:lnTo>
                  <a:lnTo>
                    <a:pt x="1537599" y="4253250"/>
                  </a:lnTo>
                  <a:lnTo>
                    <a:pt x="1537787" y="4253250"/>
                  </a:lnTo>
                  <a:lnTo>
                    <a:pt x="1538917" y="4253250"/>
                  </a:lnTo>
                  <a:lnTo>
                    <a:pt x="1539294" y="4253250"/>
                  </a:lnTo>
                  <a:lnTo>
                    <a:pt x="1539670" y="4248339"/>
                  </a:lnTo>
                  <a:lnTo>
                    <a:pt x="1540047" y="4248339"/>
                  </a:lnTo>
                  <a:lnTo>
                    <a:pt x="1540894" y="4243427"/>
                  </a:lnTo>
                  <a:lnTo>
                    <a:pt x="1542495" y="4243427"/>
                  </a:lnTo>
                  <a:lnTo>
                    <a:pt x="1542683" y="4243427"/>
                  </a:lnTo>
                  <a:lnTo>
                    <a:pt x="1542966" y="4243427"/>
                  </a:lnTo>
                  <a:lnTo>
                    <a:pt x="1543719" y="4243427"/>
                  </a:lnTo>
                  <a:lnTo>
                    <a:pt x="1544190" y="4243427"/>
                  </a:lnTo>
                  <a:lnTo>
                    <a:pt x="1544660" y="4243427"/>
                  </a:lnTo>
                  <a:lnTo>
                    <a:pt x="1544754" y="4243427"/>
                  </a:lnTo>
                  <a:lnTo>
                    <a:pt x="1546638" y="4243427"/>
                  </a:lnTo>
                  <a:lnTo>
                    <a:pt x="1547014" y="4243427"/>
                  </a:lnTo>
                  <a:lnTo>
                    <a:pt x="1548615" y="4243427"/>
                  </a:lnTo>
                  <a:lnTo>
                    <a:pt x="1549180" y="4243427"/>
                  </a:lnTo>
                  <a:lnTo>
                    <a:pt x="1549556" y="4243427"/>
                  </a:lnTo>
                  <a:lnTo>
                    <a:pt x="1551157" y="4243427"/>
                  </a:lnTo>
                  <a:lnTo>
                    <a:pt x="1552192" y="4243427"/>
                  </a:lnTo>
                  <a:lnTo>
                    <a:pt x="1552852" y="4243427"/>
                  </a:lnTo>
                  <a:lnTo>
                    <a:pt x="1553134" y="4243427"/>
                  </a:lnTo>
                  <a:lnTo>
                    <a:pt x="1554735" y="4243427"/>
                  </a:lnTo>
                  <a:lnTo>
                    <a:pt x="1555111" y="4243427"/>
                  </a:lnTo>
                  <a:lnTo>
                    <a:pt x="1555394" y="4243427"/>
                  </a:lnTo>
                  <a:lnTo>
                    <a:pt x="1555582" y="4243427"/>
                  </a:lnTo>
                  <a:lnTo>
                    <a:pt x="1556053" y="4243427"/>
                  </a:lnTo>
                  <a:lnTo>
                    <a:pt x="1556618" y="4243427"/>
                  </a:lnTo>
                  <a:lnTo>
                    <a:pt x="1556712" y="4243427"/>
                  </a:lnTo>
                  <a:lnTo>
                    <a:pt x="1557088" y="4238516"/>
                  </a:lnTo>
                  <a:lnTo>
                    <a:pt x="1557465" y="4238516"/>
                  </a:lnTo>
                  <a:lnTo>
                    <a:pt x="1558689" y="4238516"/>
                  </a:lnTo>
                  <a:lnTo>
                    <a:pt x="1558783" y="4238516"/>
                  </a:lnTo>
                  <a:lnTo>
                    <a:pt x="1558971" y="4233605"/>
                  </a:lnTo>
                  <a:lnTo>
                    <a:pt x="1559254" y="4233605"/>
                  </a:lnTo>
                  <a:lnTo>
                    <a:pt x="1559631" y="4233605"/>
                  </a:lnTo>
                  <a:lnTo>
                    <a:pt x="1559913" y="4233605"/>
                  </a:lnTo>
                  <a:lnTo>
                    <a:pt x="1560760" y="4233605"/>
                  </a:lnTo>
                  <a:lnTo>
                    <a:pt x="1561514" y="4228693"/>
                  </a:lnTo>
                  <a:lnTo>
                    <a:pt x="1562078" y="4228693"/>
                  </a:lnTo>
                  <a:lnTo>
                    <a:pt x="1562549" y="4228693"/>
                  </a:lnTo>
                  <a:lnTo>
                    <a:pt x="1563114" y="4228693"/>
                  </a:lnTo>
                  <a:lnTo>
                    <a:pt x="1564056" y="4228693"/>
                  </a:lnTo>
                  <a:lnTo>
                    <a:pt x="1564809" y="4228693"/>
                  </a:lnTo>
                  <a:lnTo>
                    <a:pt x="1564997" y="4228693"/>
                  </a:lnTo>
                  <a:lnTo>
                    <a:pt x="1566221" y="4223782"/>
                  </a:lnTo>
                  <a:lnTo>
                    <a:pt x="1567351" y="4218871"/>
                  </a:lnTo>
                  <a:lnTo>
                    <a:pt x="1567445" y="4218871"/>
                  </a:lnTo>
                  <a:lnTo>
                    <a:pt x="1568010" y="4213959"/>
                  </a:lnTo>
                  <a:lnTo>
                    <a:pt x="1568575" y="4213959"/>
                  </a:lnTo>
                  <a:lnTo>
                    <a:pt x="1568952" y="4213959"/>
                  </a:lnTo>
                  <a:lnTo>
                    <a:pt x="1570270" y="4213959"/>
                  </a:lnTo>
                  <a:lnTo>
                    <a:pt x="1570740" y="4213959"/>
                  </a:lnTo>
                  <a:lnTo>
                    <a:pt x="1570929" y="4213959"/>
                  </a:lnTo>
                  <a:lnTo>
                    <a:pt x="1571023" y="4213959"/>
                  </a:lnTo>
                  <a:lnTo>
                    <a:pt x="1571776" y="4213959"/>
                  </a:lnTo>
                  <a:lnTo>
                    <a:pt x="1572059" y="4213959"/>
                  </a:lnTo>
                  <a:lnTo>
                    <a:pt x="1572153" y="4213959"/>
                  </a:lnTo>
                  <a:lnTo>
                    <a:pt x="1572624" y="4213959"/>
                  </a:lnTo>
                  <a:lnTo>
                    <a:pt x="1573753" y="4213959"/>
                  </a:lnTo>
                  <a:lnTo>
                    <a:pt x="1573847" y="4213959"/>
                  </a:lnTo>
                  <a:lnTo>
                    <a:pt x="1575354" y="4209048"/>
                  </a:lnTo>
                  <a:lnTo>
                    <a:pt x="1575731" y="4209048"/>
                  </a:lnTo>
                  <a:lnTo>
                    <a:pt x="1576013" y="4209048"/>
                  </a:lnTo>
                  <a:lnTo>
                    <a:pt x="1576390" y="4209048"/>
                  </a:lnTo>
                  <a:lnTo>
                    <a:pt x="1576484" y="4209048"/>
                  </a:lnTo>
                  <a:lnTo>
                    <a:pt x="1576578" y="4209048"/>
                  </a:lnTo>
                  <a:lnTo>
                    <a:pt x="1578649" y="4209048"/>
                  </a:lnTo>
                  <a:lnTo>
                    <a:pt x="1579591" y="4204136"/>
                  </a:lnTo>
                  <a:lnTo>
                    <a:pt x="1580250" y="4204136"/>
                  </a:lnTo>
                  <a:lnTo>
                    <a:pt x="1580438" y="4204136"/>
                  </a:lnTo>
                  <a:lnTo>
                    <a:pt x="1581286" y="4204136"/>
                  </a:lnTo>
                  <a:lnTo>
                    <a:pt x="1581662" y="4204136"/>
                  </a:lnTo>
                  <a:lnTo>
                    <a:pt x="1581756" y="4204136"/>
                  </a:lnTo>
                  <a:lnTo>
                    <a:pt x="1581945" y="4204136"/>
                  </a:lnTo>
                  <a:lnTo>
                    <a:pt x="1583074" y="4204136"/>
                  </a:lnTo>
                  <a:lnTo>
                    <a:pt x="1583357" y="4204136"/>
                  </a:lnTo>
                  <a:lnTo>
                    <a:pt x="1584487" y="4204136"/>
                  </a:lnTo>
                  <a:lnTo>
                    <a:pt x="1585240" y="4204136"/>
                  </a:lnTo>
                  <a:lnTo>
                    <a:pt x="1585428" y="4204136"/>
                  </a:lnTo>
                  <a:lnTo>
                    <a:pt x="1586181" y="4204136"/>
                  </a:lnTo>
                  <a:lnTo>
                    <a:pt x="1586464" y="4204136"/>
                  </a:lnTo>
                  <a:lnTo>
                    <a:pt x="1586935" y="4204136"/>
                  </a:lnTo>
                  <a:lnTo>
                    <a:pt x="1587029" y="4204136"/>
                  </a:lnTo>
                  <a:lnTo>
                    <a:pt x="1587688" y="4204136"/>
                  </a:lnTo>
                  <a:lnTo>
                    <a:pt x="1587876" y="4199225"/>
                  </a:lnTo>
                  <a:lnTo>
                    <a:pt x="1588535" y="4199225"/>
                  </a:lnTo>
                  <a:lnTo>
                    <a:pt x="1588912" y="4199225"/>
                  </a:lnTo>
                  <a:lnTo>
                    <a:pt x="1590607" y="4194314"/>
                  </a:lnTo>
                  <a:lnTo>
                    <a:pt x="1590701" y="4194314"/>
                  </a:lnTo>
                  <a:lnTo>
                    <a:pt x="1591077" y="4194314"/>
                  </a:lnTo>
                  <a:lnTo>
                    <a:pt x="1591454" y="4194314"/>
                  </a:lnTo>
                  <a:lnTo>
                    <a:pt x="1591642" y="4194314"/>
                  </a:lnTo>
                  <a:lnTo>
                    <a:pt x="1592490" y="4194314"/>
                  </a:lnTo>
                  <a:lnTo>
                    <a:pt x="1592772" y="4194314"/>
                  </a:lnTo>
                  <a:lnTo>
                    <a:pt x="1593243" y="4189402"/>
                  </a:lnTo>
                  <a:lnTo>
                    <a:pt x="1593902" y="4189402"/>
                  </a:lnTo>
                  <a:lnTo>
                    <a:pt x="1594655" y="4189402"/>
                  </a:lnTo>
                  <a:lnTo>
                    <a:pt x="1595408" y="4189402"/>
                  </a:lnTo>
                  <a:lnTo>
                    <a:pt x="1596162" y="4189402"/>
                  </a:lnTo>
                  <a:lnTo>
                    <a:pt x="1597009" y="4189402"/>
                  </a:lnTo>
                  <a:lnTo>
                    <a:pt x="1598704" y="4189402"/>
                  </a:lnTo>
                  <a:lnTo>
                    <a:pt x="1599174" y="4184491"/>
                  </a:lnTo>
                  <a:lnTo>
                    <a:pt x="1599363" y="4184491"/>
                  </a:lnTo>
                  <a:lnTo>
                    <a:pt x="1599645" y="4179580"/>
                  </a:lnTo>
                  <a:lnTo>
                    <a:pt x="1599833" y="4179580"/>
                  </a:lnTo>
                  <a:lnTo>
                    <a:pt x="1600210" y="4179580"/>
                  </a:lnTo>
                  <a:lnTo>
                    <a:pt x="1600775" y="4179580"/>
                  </a:lnTo>
                  <a:lnTo>
                    <a:pt x="1602470" y="4179580"/>
                  </a:lnTo>
                  <a:lnTo>
                    <a:pt x="1603317" y="4179580"/>
                  </a:lnTo>
                  <a:lnTo>
                    <a:pt x="1604164" y="4179580"/>
                  </a:lnTo>
                  <a:lnTo>
                    <a:pt x="1604635" y="4179580"/>
                  </a:lnTo>
                  <a:lnTo>
                    <a:pt x="1605294" y="4179580"/>
                  </a:lnTo>
                  <a:lnTo>
                    <a:pt x="1605388" y="4179580"/>
                  </a:lnTo>
                  <a:lnTo>
                    <a:pt x="1605765" y="4179580"/>
                  </a:lnTo>
                  <a:lnTo>
                    <a:pt x="1606142" y="4169757"/>
                  </a:lnTo>
                  <a:lnTo>
                    <a:pt x="1606424" y="4169757"/>
                  </a:lnTo>
                  <a:lnTo>
                    <a:pt x="1606801" y="4169757"/>
                  </a:lnTo>
                  <a:lnTo>
                    <a:pt x="1607177" y="4169757"/>
                  </a:lnTo>
                  <a:lnTo>
                    <a:pt x="1607554" y="4169757"/>
                  </a:lnTo>
                  <a:lnTo>
                    <a:pt x="1608119" y="4169757"/>
                  </a:lnTo>
                  <a:lnTo>
                    <a:pt x="1608495" y="4169757"/>
                  </a:lnTo>
                  <a:lnTo>
                    <a:pt x="1608778" y="4164845"/>
                  </a:lnTo>
                  <a:lnTo>
                    <a:pt x="1609625" y="4164845"/>
                  </a:lnTo>
                  <a:lnTo>
                    <a:pt x="1610096" y="4164845"/>
                  </a:lnTo>
                  <a:lnTo>
                    <a:pt x="1612638" y="4159934"/>
                  </a:lnTo>
                  <a:lnTo>
                    <a:pt x="1613486" y="4159934"/>
                  </a:lnTo>
                  <a:lnTo>
                    <a:pt x="1614992" y="4159934"/>
                  </a:lnTo>
                  <a:lnTo>
                    <a:pt x="1615180" y="4159934"/>
                  </a:lnTo>
                  <a:lnTo>
                    <a:pt x="1615839" y="4159934"/>
                  </a:lnTo>
                  <a:lnTo>
                    <a:pt x="1615934" y="4155023"/>
                  </a:lnTo>
                  <a:lnTo>
                    <a:pt x="1617157" y="4150111"/>
                  </a:lnTo>
                  <a:lnTo>
                    <a:pt x="1618476" y="4150111"/>
                  </a:lnTo>
                  <a:lnTo>
                    <a:pt x="1618946" y="4150111"/>
                  </a:lnTo>
                  <a:lnTo>
                    <a:pt x="1619417" y="4150111"/>
                  </a:lnTo>
                  <a:lnTo>
                    <a:pt x="1619700" y="4150111"/>
                  </a:lnTo>
                  <a:lnTo>
                    <a:pt x="1620170" y="4150111"/>
                  </a:lnTo>
                  <a:lnTo>
                    <a:pt x="1621018" y="4150111"/>
                  </a:lnTo>
                  <a:lnTo>
                    <a:pt x="1621206" y="4150111"/>
                  </a:lnTo>
                  <a:lnTo>
                    <a:pt x="1621583" y="4150111"/>
                  </a:lnTo>
                  <a:lnTo>
                    <a:pt x="1623372" y="4145200"/>
                  </a:lnTo>
                  <a:lnTo>
                    <a:pt x="1623842" y="4145200"/>
                  </a:lnTo>
                  <a:lnTo>
                    <a:pt x="1624313" y="4145200"/>
                  </a:lnTo>
                  <a:lnTo>
                    <a:pt x="1624501" y="4145200"/>
                  </a:lnTo>
                  <a:lnTo>
                    <a:pt x="1624596" y="4145200"/>
                  </a:lnTo>
                  <a:lnTo>
                    <a:pt x="1625066" y="4140289"/>
                  </a:lnTo>
                  <a:lnTo>
                    <a:pt x="1625820" y="4140289"/>
                  </a:lnTo>
                  <a:lnTo>
                    <a:pt x="1626196" y="4140289"/>
                  </a:lnTo>
                  <a:lnTo>
                    <a:pt x="1626667" y="4140289"/>
                  </a:lnTo>
                  <a:lnTo>
                    <a:pt x="1627703" y="4140289"/>
                  </a:lnTo>
                  <a:lnTo>
                    <a:pt x="1628173" y="4140289"/>
                  </a:lnTo>
                  <a:lnTo>
                    <a:pt x="1628927" y="4135377"/>
                  </a:lnTo>
                  <a:lnTo>
                    <a:pt x="1629209" y="4135377"/>
                  </a:lnTo>
                  <a:lnTo>
                    <a:pt x="1629680" y="4135377"/>
                  </a:lnTo>
                  <a:lnTo>
                    <a:pt x="1629868" y="4135377"/>
                  </a:lnTo>
                  <a:lnTo>
                    <a:pt x="1631374" y="4135377"/>
                  </a:lnTo>
                  <a:lnTo>
                    <a:pt x="1631845" y="4135377"/>
                  </a:lnTo>
                  <a:lnTo>
                    <a:pt x="1632598" y="4135377"/>
                  </a:lnTo>
                  <a:lnTo>
                    <a:pt x="1632975" y="4130466"/>
                  </a:lnTo>
                  <a:lnTo>
                    <a:pt x="1633917" y="4130466"/>
                  </a:lnTo>
                  <a:lnTo>
                    <a:pt x="1634858" y="4130466"/>
                  </a:lnTo>
                  <a:lnTo>
                    <a:pt x="1634858" y="4125554"/>
                  </a:lnTo>
                  <a:lnTo>
                    <a:pt x="1635046" y="4120643"/>
                  </a:lnTo>
                  <a:lnTo>
                    <a:pt x="1635988" y="4120643"/>
                  </a:lnTo>
                  <a:lnTo>
                    <a:pt x="1637589" y="4105909"/>
                  </a:lnTo>
                  <a:lnTo>
                    <a:pt x="1637683" y="4100998"/>
                  </a:lnTo>
                  <a:lnTo>
                    <a:pt x="1637965" y="4100998"/>
                  </a:lnTo>
                  <a:lnTo>
                    <a:pt x="1638153" y="4100998"/>
                  </a:lnTo>
                  <a:lnTo>
                    <a:pt x="1638342" y="4100998"/>
                  </a:lnTo>
                  <a:lnTo>
                    <a:pt x="1639660" y="4100998"/>
                  </a:lnTo>
                  <a:lnTo>
                    <a:pt x="1640696" y="4096086"/>
                  </a:lnTo>
                  <a:lnTo>
                    <a:pt x="1640790" y="4096086"/>
                  </a:lnTo>
                  <a:lnTo>
                    <a:pt x="1641543" y="4096086"/>
                  </a:lnTo>
                  <a:lnTo>
                    <a:pt x="1641825" y="4096086"/>
                  </a:lnTo>
                  <a:lnTo>
                    <a:pt x="1641920" y="4096086"/>
                  </a:lnTo>
                  <a:lnTo>
                    <a:pt x="1642390" y="4096086"/>
                  </a:lnTo>
                  <a:lnTo>
                    <a:pt x="1642955" y="4096086"/>
                  </a:lnTo>
                  <a:lnTo>
                    <a:pt x="1643144" y="4096086"/>
                  </a:lnTo>
                  <a:lnTo>
                    <a:pt x="1647380" y="4091175"/>
                  </a:lnTo>
                  <a:lnTo>
                    <a:pt x="1647851" y="4091175"/>
                  </a:lnTo>
                  <a:lnTo>
                    <a:pt x="1648887" y="4091175"/>
                  </a:lnTo>
                  <a:lnTo>
                    <a:pt x="1649169" y="4081352"/>
                  </a:lnTo>
                  <a:lnTo>
                    <a:pt x="1649263" y="4081352"/>
                  </a:lnTo>
                  <a:lnTo>
                    <a:pt x="1649358" y="4081352"/>
                  </a:lnTo>
                  <a:lnTo>
                    <a:pt x="1650393" y="4081352"/>
                  </a:lnTo>
                  <a:lnTo>
                    <a:pt x="1650582" y="4081352"/>
                  </a:lnTo>
                  <a:lnTo>
                    <a:pt x="1650770" y="4081352"/>
                  </a:lnTo>
                  <a:lnTo>
                    <a:pt x="1651711" y="4076441"/>
                  </a:lnTo>
                  <a:lnTo>
                    <a:pt x="1653971" y="4071529"/>
                  </a:lnTo>
                  <a:lnTo>
                    <a:pt x="1654536" y="4071529"/>
                  </a:lnTo>
                  <a:lnTo>
                    <a:pt x="1655007" y="4071529"/>
                  </a:lnTo>
                  <a:lnTo>
                    <a:pt x="1656042" y="4071529"/>
                  </a:lnTo>
                  <a:lnTo>
                    <a:pt x="1656513" y="4071529"/>
                  </a:lnTo>
                  <a:lnTo>
                    <a:pt x="1657172" y="4071529"/>
                  </a:lnTo>
                  <a:lnTo>
                    <a:pt x="1658867" y="4071529"/>
                  </a:lnTo>
                  <a:lnTo>
                    <a:pt x="1659526" y="4071529"/>
                  </a:lnTo>
                  <a:lnTo>
                    <a:pt x="1660091" y="4071529"/>
                  </a:lnTo>
                  <a:lnTo>
                    <a:pt x="1660750" y="4071529"/>
                  </a:lnTo>
                  <a:lnTo>
                    <a:pt x="1661032" y="4071529"/>
                  </a:lnTo>
                  <a:lnTo>
                    <a:pt x="1661597" y="4071529"/>
                  </a:lnTo>
                  <a:lnTo>
                    <a:pt x="1662068" y="4071529"/>
                  </a:lnTo>
                  <a:lnTo>
                    <a:pt x="1662445" y="4071529"/>
                  </a:lnTo>
                  <a:lnTo>
                    <a:pt x="1662727" y="4071529"/>
                  </a:lnTo>
                  <a:lnTo>
                    <a:pt x="1663010" y="4071529"/>
                  </a:lnTo>
                  <a:lnTo>
                    <a:pt x="1663857" y="4066618"/>
                  </a:lnTo>
                  <a:lnTo>
                    <a:pt x="1664234" y="4066618"/>
                  </a:lnTo>
                  <a:lnTo>
                    <a:pt x="1664799" y="4066618"/>
                  </a:lnTo>
                  <a:lnTo>
                    <a:pt x="1665834" y="4066618"/>
                  </a:lnTo>
                  <a:lnTo>
                    <a:pt x="1666211" y="4066618"/>
                  </a:lnTo>
                  <a:lnTo>
                    <a:pt x="1666682" y="4061707"/>
                  </a:lnTo>
                  <a:lnTo>
                    <a:pt x="1667623" y="4061707"/>
                  </a:lnTo>
                  <a:lnTo>
                    <a:pt x="1668565" y="4061707"/>
                  </a:lnTo>
                  <a:lnTo>
                    <a:pt x="1669035" y="4061707"/>
                  </a:lnTo>
                  <a:lnTo>
                    <a:pt x="1669412" y="4061707"/>
                  </a:lnTo>
                  <a:lnTo>
                    <a:pt x="1669506" y="4061707"/>
                  </a:lnTo>
                  <a:lnTo>
                    <a:pt x="1669883" y="4061707"/>
                  </a:lnTo>
                  <a:lnTo>
                    <a:pt x="1670730" y="4061707"/>
                  </a:lnTo>
                  <a:lnTo>
                    <a:pt x="1671013" y="4061707"/>
                  </a:lnTo>
                  <a:lnTo>
                    <a:pt x="1672142" y="4061707"/>
                  </a:lnTo>
                  <a:lnTo>
                    <a:pt x="1672519" y="4061707"/>
                  </a:lnTo>
                  <a:lnTo>
                    <a:pt x="1672896" y="4061707"/>
                  </a:lnTo>
                  <a:lnTo>
                    <a:pt x="1673649" y="4061707"/>
                  </a:lnTo>
                  <a:lnTo>
                    <a:pt x="1674214" y="4061707"/>
                  </a:lnTo>
                  <a:lnTo>
                    <a:pt x="1674684" y="4056795"/>
                  </a:lnTo>
                  <a:lnTo>
                    <a:pt x="1674967" y="4056795"/>
                  </a:lnTo>
                  <a:lnTo>
                    <a:pt x="1675061" y="4056795"/>
                  </a:lnTo>
                  <a:lnTo>
                    <a:pt x="1675249" y="4056795"/>
                  </a:lnTo>
                  <a:lnTo>
                    <a:pt x="1676379" y="4056795"/>
                  </a:lnTo>
                  <a:lnTo>
                    <a:pt x="1676662" y="4056795"/>
                  </a:lnTo>
                  <a:lnTo>
                    <a:pt x="1677603" y="4051884"/>
                  </a:lnTo>
                  <a:lnTo>
                    <a:pt x="1678639" y="4051884"/>
                  </a:lnTo>
                  <a:lnTo>
                    <a:pt x="1678827" y="4051884"/>
                  </a:lnTo>
                  <a:lnTo>
                    <a:pt x="1679769" y="4046972"/>
                  </a:lnTo>
                  <a:lnTo>
                    <a:pt x="1679957" y="4046972"/>
                  </a:lnTo>
                  <a:lnTo>
                    <a:pt x="1680710" y="4046972"/>
                  </a:lnTo>
                  <a:lnTo>
                    <a:pt x="1682123" y="4042061"/>
                  </a:lnTo>
                  <a:lnTo>
                    <a:pt x="1682687" y="4042061"/>
                  </a:lnTo>
                  <a:lnTo>
                    <a:pt x="1683252" y="4037150"/>
                  </a:lnTo>
                  <a:lnTo>
                    <a:pt x="1683817" y="4037150"/>
                  </a:lnTo>
                  <a:lnTo>
                    <a:pt x="1684382" y="4037150"/>
                  </a:lnTo>
                  <a:lnTo>
                    <a:pt x="1685606" y="4037150"/>
                  </a:lnTo>
                  <a:lnTo>
                    <a:pt x="1686830" y="4032238"/>
                  </a:lnTo>
                  <a:lnTo>
                    <a:pt x="1687018" y="4032238"/>
                  </a:lnTo>
                  <a:lnTo>
                    <a:pt x="1687301" y="4032238"/>
                  </a:lnTo>
                  <a:lnTo>
                    <a:pt x="1687489" y="4032238"/>
                  </a:lnTo>
                  <a:lnTo>
                    <a:pt x="1688054" y="4027327"/>
                  </a:lnTo>
                  <a:lnTo>
                    <a:pt x="1688242" y="4027327"/>
                  </a:lnTo>
                  <a:lnTo>
                    <a:pt x="1688431" y="4027327"/>
                  </a:lnTo>
                  <a:lnTo>
                    <a:pt x="1688713" y="4027327"/>
                  </a:lnTo>
                  <a:lnTo>
                    <a:pt x="1689937" y="4027327"/>
                  </a:lnTo>
                  <a:lnTo>
                    <a:pt x="1691632" y="4027327"/>
                  </a:lnTo>
                  <a:lnTo>
                    <a:pt x="1692291" y="4022416"/>
                  </a:lnTo>
                  <a:lnTo>
                    <a:pt x="1692762" y="4022416"/>
                  </a:lnTo>
                  <a:lnTo>
                    <a:pt x="1693138" y="4022416"/>
                  </a:lnTo>
                  <a:lnTo>
                    <a:pt x="1694456" y="4022416"/>
                  </a:lnTo>
                  <a:lnTo>
                    <a:pt x="1695304" y="4022416"/>
                  </a:lnTo>
                  <a:lnTo>
                    <a:pt x="1695680" y="4022416"/>
                  </a:lnTo>
                  <a:lnTo>
                    <a:pt x="1696339" y="4022416"/>
                  </a:lnTo>
                  <a:lnTo>
                    <a:pt x="1696904" y="4022416"/>
                  </a:lnTo>
                  <a:lnTo>
                    <a:pt x="1697375" y="4022416"/>
                  </a:lnTo>
                  <a:lnTo>
                    <a:pt x="1697658" y="4022416"/>
                  </a:lnTo>
                  <a:lnTo>
                    <a:pt x="1697940" y="4022416"/>
                  </a:lnTo>
                  <a:lnTo>
                    <a:pt x="1698034" y="4022416"/>
                  </a:lnTo>
                  <a:lnTo>
                    <a:pt x="1699352" y="4022416"/>
                  </a:lnTo>
                  <a:lnTo>
                    <a:pt x="1699541" y="4022416"/>
                  </a:lnTo>
                  <a:lnTo>
                    <a:pt x="1700294" y="4017504"/>
                  </a:lnTo>
                  <a:lnTo>
                    <a:pt x="1700482" y="4017504"/>
                  </a:lnTo>
                  <a:lnTo>
                    <a:pt x="1701706" y="4012593"/>
                  </a:lnTo>
                  <a:lnTo>
                    <a:pt x="1702177" y="4012593"/>
                  </a:lnTo>
                  <a:lnTo>
                    <a:pt x="1702742" y="4012593"/>
                  </a:lnTo>
                  <a:lnTo>
                    <a:pt x="1703024" y="4012593"/>
                  </a:lnTo>
                  <a:lnTo>
                    <a:pt x="1704060" y="4012593"/>
                  </a:lnTo>
                  <a:lnTo>
                    <a:pt x="1704719" y="4012593"/>
                  </a:lnTo>
                  <a:lnTo>
                    <a:pt x="1705001" y="4012593"/>
                  </a:lnTo>
                  <a:lnTo>
                    <a:pt x="1705096" y="4012593"/>
                  </a:lnTo>
                  <a:lnTo>
                    <a:pt x="1705190" y="4012593"/>
                  </a:lnTo>
                  <a:lnTo>
                    <a:pt x="1705943" y="4007681"/>
                  </a:lnTo>
                  <a:lnTo>
                    <a:pt x="1706225" y="4007681"/>
                  </a:lnTo>
                  <a:lnTo>
                    <a:pt x="1707261" y="4002770"/>
                  </a:lnTo>
                  <a:lnTo>
                    <a:pt x="1708014" y="4002770"/>
                  </a:lnTo>
                  <a:lnTo>
                    <a:pt x="1709144" y="3997859"/>
                  </a:lnTo>
                  <a:lnTo>
                    <a:pt x="1709427" y="3997859"/>
                  </a:lnTo>
                  <a:lnTo>
                    <a:pt x="1709803" y="3997859"/>
                  </a:lnTo>
                  <a:lnTo>
                    <a:pt x="1709992" y="3997859"/>
                  </a:lnTo>
                  <a:lnTo>
                    <a:pt x="1710462" y="3997859"/>
                  </a:lnTo>
                  <a:lnTo>
                    <a:pt x="1711216" y="3997859"/>
                  </a:lnTo>
                  <a:lnTo>
                    <a:pt x="1712251" y="3992947"/>
                  </a:lnTo>
                  <a:lnTo>
                    <a:pt x="1713193" y="3988036"/>
                  </a:lnTo>
                  <a:lnTo>
                    <a:pt x="1713381" y="3983125"/>
                  </a:lnTo>
                  <a:lnTo>
                    <a:pt x="1714699" y="3983125"/>
                  </a:lnTo>
                  <a:lnTo>
                    <a:pt x="1715358" y="3983125"/>
                  </a:lnTo>
                  <a:lnTo>
                    <a:pt x="1716017" y="3983125"/>
                  </a:lnTo>
                  <a:lnTo>
                    <a:pt x="1716206" y="3983125"/>
                  </a:lnTo>
                  <a:lnTo>
                    <a:pt x="1717430" y="3983125"/>
                  </a:lnTo>
                  <a:lnTo>
                    <a:pt x="1717900" y="3983125"/>
                  </a:lnTo>
                  <a:lnTo>
                    <a:pt x="1719124" y="3983125"/>
                  </a:lnTo>
                  <a:lnTo>
                    <a:pt x="1719878" y="3983125"/>
                  </a:lnTo>
                  <a:lnTo>
                    <a:pt x="1720348" y="3983125"/>
                  </a:lnTo>
                  <a:lnTo>
                    <a:pt x="1721949" y="3983125"/>
                  </a:lnTo>
                  <a:lnTo>
                    <a:pt x="1722137" y="3983125"/>
                  </a:lnTo>
                  <a:lnTo>
                    <a:pt x="1723455" y="3978213"/>
                  </a:lnTo>
                  <a:lnTo>
                    <a:pt x="1724114" y="3978213"/>
                  </a:lnTo>
                  <a:lnTo>
                    <a:pt x="1724397" y="3978213"/>
                  </a:lnTo>
                  <a:lnTo>
                    <a:pt x="1724868" y="3978213"/>
                  </a:lnTo>
                  <a:lnTo>
                    <a:pt x="1725903" y="3978213"/>
                  </a:lnTo>
                  <a:lnTo>
                    <a:pt x="1726562" y="3978213"/>
                  </a:lnTo>
                  <a:lnTo>
                    <a:pt x="1726845" y="3978213"/>
                  </a:lnTo>
                  <a:lnTo>
                    <a:pt x="1727316" y="3973302"/>
                  </a:lnTo>
                  <a:lnTo>
                    <a:pt x="1727504" y="3973302"/>
                  </a:lnTo>
                  <a:lnTo>
                    <a:pt x="1729104" y="3973302"/>
                  </a:lnTo>
                  <a:lnTo>
                    <a:pt x="1729387" y="3973302"/>
                  </a:lnTo>
                  <a:lnTo>
                    <a:pt x="1730328" y="3973302"/>
                  </a:lnTo>
                  <a:lnTo>
                    <a:pt x="1730705" y="3973302"/>
                  </a:lnTo>
                  <a:lnTo>
                    <a:pt x="1730987" y="3973302"/>
                  </a:lnTo>
                  <a:lnTo>
                    <a:pt x="1732965" y="3973302"/>
                  </a:lnTo>
                  <a:lnTo>
                    <a:pt x="1733435" y="3973302"/>
                  </a:lnTo>
                  <a:lnTo>
                    <a:pt x="1733624" y="3973302"/>
                  </a:lnTo>
                  <a:lnTo>
                    <a:pt x="1734283" y="3973302"/>
                  </a:lnTo>
                  <a:lnTo>
                    <a:pt x="1734565" y="3973302"/>
                  </a:lnTo>
                  <a:lnTo>
                    <a:pt x="1734754" y="3973302"/>
                  </a:lnTo>
                  <a:lnTo>
                    <a:pt x="1735224" y="3973302"/>
                  </a:lnTo>
                  <a:lnTo>
                    <a:pt x="1735413" y="3973302"/>
                  </a:lnTo>
                  <a:lnTo>
                    <a:pt x="1735601" y="3973302"/>
                  </a:lnTo>
                  <a:lnTo>
                    <a:pt x="1735789" y="3973302"/>
                  </a:lnTo>
                  <a:lnTo>
                    <a:pt x="1736260" y="3973302"/>
                  </a:lnTo>
                  <a:lnTo>
                    <a:pt x="1736542" y="3973302"/>
                  </a:lnTo>
                  <a:lnTo>
                    <a:pt x="1736731" y="3973302"/>
                  </a:lnTo>
                  <a:lnTo>
                    <a:pt x="1737955" y="3968390"/>
                  </a:lnTo>
                  <a:lnTo>
                    <a:pt x="1738331" y="3968390"/>
                  </a:lnTo>
                  <a:lnTo>
                    <a:pt x="1739273" y="3968390"/>
                  </a:lnTo>
                  <a:lnTo>
                    <a:pt x="1740779" y="3968390"/>
                  </a:lnTo>
                  <a:lnTo>
                    <a:pt x="1740968" y="3968390"/>
                  </a:lnTo>
                  <a:lnTo>
                    <a:pt x="1741062" y="3968390"/>
                  </a:lnTo>
                  <a:lnTo>
                    <a:pt x="1741156" y="3968390"/>
                  </a:lnTo>
                  <a:lnTo>
                    <a:pt x="1741627" y="3968390"/>
                  </a:lnTo>
                  <a:lnTo>
                    <a:pt x="1741815" y="3968390"/>
                  </a:lnTo>
                  <a:lnTo>
                    <a:pt x="1742380" y="3968390"/>
                  </a:lnTo>
                  <a:lnTo>
                    <a:pt x="1743227" y="3968390"/>
                  </a:lnTo>
                  <a:lnTo>
                    <a:pt x="1744263" y="3963479"/>
                  </a:lnTo>
                  <a:lnTo>
                    <a:pt x="1745016" y="3963479"/>
                  </a:lnTo>
                  <a:lnTo>
                    <a:pt x="1745204" y="3958568"/>
                  </a:lnTo>
                  <a:lnTo>
                    <a:pt x="1746617" y="3958568"/>
                  </a:lnTo>
                  <a:lnTo>
                    <a:pt x="1747841" y="3958568"/>
                  </a:lnTo>
                  <a:lnTo>
                    <a:pt x="1747935" y="3958568"/>
                  </a:lnTo>
                  <a:lnTo>
                    <a:pt x="1750665" y="3953656"/>
                  </a:lnTo>
                  <a:lnTo>
                    <a:pt x="1751607" y="3948745"/>
                  </a:lnTo>
                  <a:lnTo>
                    <a:pt x="1751701" y="3943834"/>
                  </a:lnTo>
                  <a:lnTo>
                    <a:pt x="1753678" y="3938922"/>
                  </a:lnTo>
                  <a:lnTo>
                    <a:pt x="1753866" y="3938922"/>
                  </a:lnTo>
                  <a:lnTo>
                    <a:pt x="1754055" y="3938922"/>
                  </a:lnTo>
                  <a:lnTo>
                    <a:pt x="1754149" y="3938922"/>
                  </a:lnTo>
                  <a:lnTo>
                    <a:pt x="1754808" y="3938922"/>
                  </a:lnTo>
                  <a:lnTo>
                    <a:pt x="1756503" y="3938922"/>
                  </a:lnTo>
                  <a:lnTo>
                    <a:pt x="1756974" y="3938922"/>
                  </a:lnTo>
                  <a:lnTo>
                    <a:pt x="1757162" y="3938922"/>
                  </a:lnTo>
                  <a:lnTo>
                    <a:pt x="1758480" y="3938922"/>
                  </a:lnTo>
                  <a:lnTo>
                    <a:pt x="1759139" y="3938922"/>
                  </a:lnTo>
                  <a:lnTo>
                    <a:pt x="1759327" y="3934011"/>
                  </a:lnTo>
                  <a:lnTo>
                    <a:pt x="1759516" y="3934011"/>
                  </a:lnTo>
                  <a:lnTo>
                    <a:pt x="1760175" y="3934011"/>
                  </a:lnTo>
                  <a:lnTo>
                    <a:pt x="1760834" y="3934011"/>
                  </a:lnTo>
                  <a:lnTo>
                    <a:pt x="1761022" y="3934011"/>
                  </a:lnTo>
                  <a:lnTo>
                    <a:pt x="1761305" y="3934011"/>
                  </a:lnTo>
                  <a:lnTo>
                    <a:pt x="1761681" y="3934011"/>
                  </a:lnTo>
                  <a:lnTo>
                    <a:pt x="1763282" y="3929099"/>
                  </a:lnTo>
                  <a:lnTo>
                    <a:pt x="1764129" y="3929099"/>
                  </a:lnTo>
                  <a:lnTo>
                    <a:pt x="1764976" y="3929099"/>
                  </a:lnTo>
                  <a:lnTo>
                    <a:pt x="1765447" y="3929099"/>
                  </a:lnTo>
                  <a:lnTo>
                    <a:pt x="1766295" y="3929099"/>
                  </a:lnTo>
                  <a:lnTo>
                    <a:pt x="1766483" y="3929099"/>
                  </a:lnTo>
                  <a:lnTo>
                    <a:pt x="1767801" y="3924188"/>
                  </a:lnTo>
                  <a:lnTo>
                    <a:pt x="1768083" y="3924188"/>
                  </a:lnTo>
                  <a:lnTo>
                    <a:pt x="1768554" y="3924188"/>
                  </a:lnTo>
                  <a:lnTo>
                    <a:pt x="1769967" y="3919277"/>
                  </a:lnTo>
                  <a:lnTo>
                    <a:pt x="1771002" y="3919277"/>
                  </a:lnTo>
                  <a:lnTo>
                    <a:pt x="1771755" y="3919277"/>
                  </a:lnTo>
                  <a:lnTo>
                    <a:pt x="1771944" y="3919277"/>
                  </a:lnTo>
                  <a:lnTo>
                    <a:pt x="1772226" y="3919277"/>
                  </a:lnTo>
                  <a:lnTo>
                    <a:pt x="1772697" y="3914365"/>
                  </a:lnTo>
                  <a:lnTo>
                    <a:pt x="1772979" y="3914365"/>
                  </a:lnTo>
                  <a:lnTo>
                    <a:pt x="1773356" y="3914365"/>
                  </a:lnTo>
                  <a:lnTo>
                    <a:pt x="1774768" y="3909454"/>
                  </a:lnTo>
                  <a:lnTo>
                    <a:pt x="1774862" y="3909454"/>
                  </a:lnTo>
                  <a:lnTo>
                    <a:pt x="1775616" y="3909454"/>
                  </a:lnTo>
                  <a:lnTo>
                    <a:pt x="1775710" y="3909454"/>
                  </a:lnTo>
                  <a:lnTo>
                    <a:pt x="1776369" y="3909454"/>
                  </a:lnTo>
                  <a:lnTo>
                    <a:pt x="1776651" y="3909454"/>
                  </a:lnTo>
                  <a:lnTo>
                    <a:pt x="1777028" y="3909454"/>
                  </a:lnTo>
                  <a:lnTo>
                    <a:pt x="1777875" y="3909454"/>
                  </a:lnTo>
                  <a:lnTo>
                    <a:pt x="1779005" y="3904543"/>
                  </a:lnTo>
                  <a:lnTo>
                    <a:pt x="1779382" y="3904543"/>
                  </a:lnTo>
                  <a:lnTo>
                    <a:pt x="1780323" y="3904543"/>
                  </a:lnTo>
                  <a:lnTo>
                    <a:pt x="1780512" y="3904543"/>
                  </a:lnTo>
                  <a:lnTo>
                    <a:pt x="1781547" y="3904543"/>
                  </a:lnTo>
                  <a:lnTo>
                    <a:pt x="1782018" y="3904543"/>
                  </a:lnTo>
                  <a:lnTo>
                    <a:pt x="1782865" y="3904543"/>
                  </a:lnTo>
                  <a:lnTo>
                    <a:pt x="1783524" y="3904543"/>
                  </a:lnTo>
                  <a:lnTo>
                    <a:pt x="1783619" y="3904543"/>
                  </a:lnTo>
                  <a:lnTo>
                    <a:pt x="1783807" y="3904543"/>
                  </a:lnTo>
                  <a:lnTo>
                    <a:pt x="1783901" y="3904543"/>
                  </a:lnTo>
                  <a:lnTo>
                    <a:pt x="1786537" y="3899631"/>
                  </a:lnTo>
                  <a:lnTo>
                    <a:pt x="1786726" y="3899631"/>
                  </a:lnTo>
                  <a:lnTo>
                    <a:pt x="1787950" y="3899631"/>
                  </a:lnTo>
                  <a:lnTo>
                    <a:pt x="1788985" y="3899631"/>
                  </a:lnTo>
                  <a:lnTo>
                    <a:pt x="1789362" y="3894720"/>
                  </a:lnTo>
                  <a:lnTo>
                    <a:pt x="1789644" y="3889808"/>
                  </a:lnTo>
                  <a:lnTo>
                    <a:pt x="1790586" y="3889808"/>
                  </a:lnTo>
                  <a:lnTo>
                    <a:pt x="1790774" y="3889808"/>
                  </a:lnTo>
                  <a:lnTo>
                    <a:pt x="1791998" y="3889808"/>
                  </a:lnTo>
                  <a:lnTo>
                    <a:pt x="1793034" y="3889808"/>
                  </a:lnTo>
                  <a:lnTo>
                    <a:pt x="1793410" y="3889808"/>
                  </a:lnTo>
                  <a:lnTo>
                    <a:pt x="1793693" y="3889808"/>
                  </a:lnTo>
                  <a:lnTo>
                    <a:pt x="1794823" y="3889808"/>
                  </a:lnTo>
                  <a:lnTo>
                    <a:pt x="1795105" y="3889808"/>
                  </a:lnTo>
                  <a:lnTo>
                    <a:pt x="1796047" y="3889808"/>
                  </a:lnTo>
                  <a:lnTo>
                    <a:pt x="1796423" y="3889808"/>
                  </a:lnTo>
                  <a:lnTo>
                    <a:pt x="1796894" y="3889808"/>
                  </a:lnTo>
                  <a:lnTo>
                    <a:pt x="1797271" y="3889808"/>
                  </a:lnTo>
                  <a:lnTo>
                    <a:pt x="1797553" y="3889808"/>
                  </a:lnTo>
                  <a:lnTo>
                    <a:pt x="1798024" y="3889808"/>
                  </a:lnTo>
                  <a:lnTo>
                    <a:pt x="1799342" y="3884897"/>
                  </a:lnTo>
                  <a:lnTo>
                    <a:pt x="1799624" y="3884897"/>
                  </a:lnTo>
                  <a:lnTo>
                    <a:pt x="1800378" y="3884897"/>
                  </a:lnTo>
                  <a:lnTo>
                    <a:pt x="1801319" y="3884897"/>
                  </a:lnTo>
                  <a:lnTo>
                    <a:pt x="1801884" y="3884897"/>
                  </a:lnTo>
                  <a:lnTo>
                    <a:pt x="1802072" y="3884897"/>
                  </a:lnTo>
                  <a:lnTo>
                    <a:pt x="1802826" y="3884897"/>
                  </a:lnTo>
                  <a:lnTo>
                    <a:pt x="1803861" y="3884897"/>
                  </a:lnTo>
                  <a:lnTo>
                    <a:pt x="1804050" y="3884897"/>
                  </a:lnTo>
                  <a:lnTo>
                    <a:pt x="1805179" y="3879986"/>
                  </a:lnTo>
                  <a:lnTo>
                    <a:pt x="1805744" y="3879986"/>
                  </a:lnTo>
                  <a:lnTo>
                    <a:pt x="1806498" y="3879986"/>
                  </a:lnTo>
                  <a:lnTo>
                    <a:pt x="1806686" y="3879986"/>
                  </a:lnTo>
                  <a:lnTo>
                    <a:pt x="1806874" y="3879986"/>
                  </a:lnTo>
                  <a:lnTo>
                    <a:pt x="1807251" y="3875074"/>
                  </a:lnTo>
                  <a:lnTo>
                    <a:pt x="1808663" y="3875074"/>
                  </a:lnTo>
                  <a:lnTo>
                    <a:pt x="1808851" y="3875074"/>
                  </a:lnTo>
                  <a:lnTo>
                    <a:pt x="1810452" y="3875074"/>
                  </a:lnTo>
                  <a:lnTo>
                    <a:pt x="1810734" y="3875074"/>
                  </a:lnTo>
                  <a:lnTo>
                    <a:pt x="1811488" y="3875074"/>
                  </a:lnTo>
                  <a:lnTo>
                    <a:pt x="1811582" y="3875074"/>
                  </a:lnTo>
                  <a:lnTo>
                    <a:pt x="1811864" y="3875074"/>
                  </a:lnTo>
                  <a:lnTo>
                    <a:pt x="1814030" y="3870163"/>
                  </a:lnTo>
                  <a:lnTo>
                    <a:pt x="1814783" y="3870163"/>
                  </a:lnTo>
                  <a:lnTo>
                    <a:pt x="1816101" y="3870163"/>
                  </a:lnTo>
                  <a:lnTo>
                    <a:pt x="1816948" y="3870163"/>
                  </a:lnTo>
                  <a:lnTo>
                    <a:pt x="1817513" y="3870163"/>
                  </a:lnTo>
                  <a:lnTo>
                    <a:pt x="1817796" y="3870163"/>
                  </a:lnTo>
                  <a:lnTo>
                    <a:pt x="1818361" y="3870163"/>
                  </a:lnTo>
                  <a:lnTo>
                    <a:pt x="1819114" y="3870163"/>
                  </a:lnTo>
                  <a:lnTo>
                    <a:pt x="1820620" y="3870163"/>
                  </a:lnTo>
                  <a:lnTo>
                    <a:pt x="1821562" y="3870163"/>
                  </a:lnTo>
                  <a:lnTo>
                    <a:pt x="1822127" y="3870163"/>
                  </a:lnTo>
                  <a:lnTo>
                    <a:pt x="1823162" y="3870163"/>
                  </a:lnTo>
                  <a:lnTo>
                    <a:pt x="1823445" y="3870163"/>
                  </a:lnTo>
                  <a:lnTo>
                    <a:pt x="1823822" y="3870163"/>
                  </a:lnTo>
                  <a:lnTo>
                    <a:pt x="1823916" y="3870163"/>
                  </a:lnTo>
                  <a:lnTo>
                    <a:pt x="1824010" y="3870163"/>
                  </a:lnTo>
                  <a:lnTo>
                    <a:pt x="1825140" y="3870163"/>
                  </a:lnTo>
                  <a:lnTo>
                    <a:pt x="1825610" y="3870163"/>
                  </a:lnTo>
                  <a:lnTo>
                    <a:pt x="1827023" y="3870163"/>
                  </a:lnTo>
                  <a:lnTo>
                    <a:pt x="1827305" y="3870163"/>
                  </a:lnTo>
                  <a:lnTo>
                    <a:pt x="1828812" y="3870163"/>
                  </a:lnTo>
                  <a:lnTo>
                    <a:pt x="1829094" y="3870163"/>
                  </a:lnTo>
                  <a:lnTo>
                    <a:pt x="1829941" y="3865252"/>
                  </a:lnTo>
                  <a:lnTo>
                    <a:pt x="1830412" y="3865252"/>
                  </a:lnTo>
                  <a:lnTo>
                    <a:pt x="1830601" y="3865252"/>
                  </a:lnTo>
                  <a:lnTo>
                    <a:pt x="1830789" y="3865252"/>
                  </a:lnTo>
                  <a:lnTo>
                    <a:pt x="1832107" y="3860340"/>
                  </a:lnTo>
                  <a:lnTo>
                    <a:pt x="1832578" y="3860340"/>
                  </a:lnTo>
                  <a:lnTo>
                    <a:pt x="1832860" y="3860340"/>
                  </a:lnTo>
                  <a:lnTo>
                    <a:pt x="1833237" y="3860340"/>
                  </a:lnTo>
                  <a:lnTo>
                    <a:pt x="1833519" y="3860340"/>
                  </a:lnTo>
                  <a:lnTo>
                    <a:pt x="1834178" y="3860340"/>
                  </a:lnTo>
                  <a:lnTo>
                    <a:pt x="1835026" y="3860340"/>
                  </a:lnTo>
                  <a:lnTo>
                    <a:pt x="1835402" y="3860340"/>
                  </a:lnTo>
                  <a:lnTo>
                    <a:pt x="1836344" y="3855429"/>
                  </a:lnTo>
                  <a:lnTo>
                    <a:pt x="1836438" y="3855429"/>
                  </a:lnTo>
                  <a:lnTo>
                    <a:pt x="1836720" y="3850517"/>
                  </a:lnTo>
                  <a:lnTo>
                    <a:pt x="1836815" y="3850517"/>
                  </a:lnTo>
                  <a:lnTo>
                    <a:pt x="1837568" y="3850517"/>
                  </a:lnTo>
                  <a:lnTo>
                    <a:pt x="1838509" y="3845606"/>
                  </a:lnTo>
                  <a:lnTo>
                    <a:pt x="1838698" y="3845606"/>
                  </a:lnTo>
                  <a:lnTo>
                    <a:pt x="1839451" y="3845606"/>
                  </a:lnTo>
                  <a:lnTo>
                    <a:pt x="1839922" y="3845606"/>
                  </a:lnTo>
                  <a:lnTo>
                    <a:pt x="1840204" y="3845606"/>
                  </a:lnTo>
                  <a:lnTo>
                    <a:pt x="1840675" y="3845606"/>
                  </a:lnTo>
                  <a:lnTo>
                    <a:pt x="1840863" y="3840695"/>
                  </a:lnTo>
                  <a:lnTo>
                    <a:pt x="1841805" y="3840695"/>
                  </a:lnTo>
                  <a:lnTo>
                    <a:pt x="1842558" y="3840695"/>
                  </a:lnTo>
                  <a:lnTo>
                    <a:pt x="1842746" y="3840695"/>
                  </a:lnTo>
                  <a:lnTo>
                    <a:pt x="1842934" y="3840695"/>
                  </a:lnTo>
                  <a:lnTo>
                    <a:pt x="1843970" y="3835783"/>
                  </a:lnTo>
                  <a:lnTo>
                    <a:pt x="1845006" y="3835783"/>
                  </a:lnTo>
                  <a:lnTo>
                    <a:pt x="1845477" y="3835783"/>
                  </a:lnTo>
                  <a:lnTo>
                    <a:pt x="1846136" y="3835783"/>
                  </a:lnTo>
                  <a:lnTo>
                    <a:pt x="1846889" y="3835783"/>
                  </a:lnTo>
                  <a:lnTo>
                    <a:pt x="1847454" y="3835783"/>
                  </a:lnTo>
                  <a:lnTo>
                    <a:pt x="1847642" y="3835783"/>
                  </a:lnTo>
                  <a:lnTo>
                    <a:pt x="1847830" y="3835783"/>
                  </a:lnTo>
                  <a:lnTo>
                    <a:pt x="1849337" y="3835783"/>
                  </a:lnTo>
                  <a:lnTo>
                    <a:pt x="1850090" y="3830872"/>
                  </a:lnTo>
                  <a:lnTo>
                    <a:pt x="1851879" y="3830872"/>
                  </a:lnTo>
                  <a:lnTo>
                    <a:pt x="1852820" y="3825961"/>
                  </a:lnTo>
                  <a:lnTo>
                    <a:pt x="1853668" y="3821049"/>
                  </a:lnTo>
                  <a:lnTo>
                    <a:pt x="1853950" y="3821049"/>
                  </a:lnTo>
                  <a:lnTo>
                    <a:pt x="1854515" y="3821049"/>
                  </a:lnTo>
                  <a:lnTo>
                    <a:pt x="1854798" y="3821049"/>
                  </a:lnTo>
                  <a:lnTo>
                    <a:pt x="1856587" y="3821049"/>
                  </a:lnTo>
                  <a:lnTo>
                    <a:pt x="1856869" y="3821049"/>
                  </a:lnTo>
                  <a:lnTo>
                    <a:pt x="1857434" y="3821049"/>
                  </a:lnTo>
                  <a:lnTo>
                    <a:pt x="1858281" y="3821049"/>
                  </a:lnTo>
                  <a:lnTo>
                    <a:pt x="1858752" y="3821049"/>
                  </a:lnTo>
                  <a:lnTo>
                    <a:pt x="1859599" y="3816138"/>
                  </a:lnTo>
                  <a:lnTo>
                    <a:pt x="1860447" y="3816138"/>
                  </a:lnTo>
                  <a:lnTo>
                    <a:pt x="1861200" y="3816138"/>
                  </a:lnTo>
                  <a:lnTo>
                    <a:pt x="1861577" y="3816138"/>
                  </a:lnTo>
                  <a:lnTo>
                    <a:pt x="1862047" y="3816138"/>
                  </a:lnTo>
                  <a:lnTo>
                    <a:pt x="1862424" y="3816138"/>
                  </a:lnTo>
                  <a:lnTo>
                    <a:pt x="1862989" y="3816138"/>
                  </a:lnTo>
                  <a:lnTo>
                    <a:pt x="1863554" y="3816138"/>
                  </a:lnTo>
                  <a:lnTo>
                    <a:pt x="1865060" y="3816138"/>
                  </a:lnTo>
                  <a:lnTo>
                    <a:pt x="1865625" y="3811226"/>
                  </a:lnTo>
                  <a:lnTo>
                    <a:pt x="1865719" y="3811226"/>
                  </a:lnTo>
                  <a:lnTo>
                    <a:pt x="1866284" y="3811226"/>
                  </a:lnTo>
                  <a:lnTo>
                    <a:pt x="1866567" y="3811226"/>
                  </a:lnTo>
                  <a:lnTo>
                    <a:pt x="1866943" y="3811226"/>
                  </a:lnTo>
                  <a:lnTo>
                    <a:pt x="1869203" y="3811226"/>
                  </a:lnTo>
                  <a:lnTo>
                    <a:pt x="1869297" y="3811226"/>
                  </a:lnTo>
                  <a:lnTo>
                    <a:pt x="1869862" y="3811226"/>
                  </a:lnTo>
                  <a:lnTo>
                    <a:pt x="1870898" y="3811226"/>
                  </a:lnTo>
                  <a:lnTo>
                    <a:pt x="1870992" y="3811226"/>
                  </a:lnTo>
                  <a:lnTo>
                    <a:pt x="1871086" y="3806315"/>
                  </a:lnTo>
                  <a:lnTo>
                    <a:pt x="1873628" y="3806315"/>
                  </a:lnTo>
                  <a:lnTo>
                    <a:pt x="1874475" y="3806315"/>
                  </a:lnTo>
                  <a:lnTo>
                    <a:pt x="1874664" y="3806315"/>
                  </a:lnTo>
                  <a:lnTo>
                    <a:pt x="1874852" y="3806315"/>
                  </a:lnTo>
                  <a:lnTo>
                    <a:pt x="1875605" y="3806315"/>
                  </a:lnTo>
                  <a:lnTo>
                    <a:pt x="1875699" y="3806315"/>
                  </a:lnTo>
                  <a:lnTo>
                    <a:pt x="1877112" y="3801404"/>
                  </a:lnTo>
                  <a:lnTo>
                    <a:pt x="1877300" y="3801404"/>
                  </a:lnTo>
                  <a:lnTo>
                    <a:pt x="1878147" y="3796492"/>
                  </a:lnTo>
                  <a:lnTo>
                    <a:pt x="1879089" y="3796492"/>
                  </a:lnTo>
                  <a:lnTo>
                    <a:pt x="1879842" y="3796492"/>
                  </a:lnTo>
                  <a:lnTo>
                    <a:pt x="1880313" y="3796492"/>
                  </a:lnTo>
                  <a:lnTo>
                    <a:pt x="1880595" y="3796492"/>
                  </a:lnTo>
                  <a:lnTo>
                    <a:pt x="1880972" y="3796492"/>
                  </a:lnTo>
                  <a:lnTo>
                    <a:pt x="1881160" y="3796492"/>
                  </a:lnTo>
                  <a:lnTo>
                    <a:pt x="1881349" y="3796492"/>
                  </a:lnTo>
                  <a:lnTo>
                    <a:pt x="1882478" y="3791581"/>
                  </a:lnTo>
                  <a:lnTo>
                    <a:pt x="1883702" y="3791581"/>
                  </a:lnTo>
                  <a:lnTo>
                    <a:pt x="1884361" y="3791581"/>
                  </a:lnTo>
                  <a:lnTo>
                    <a:pt x="1884738" y="3791581"/>
                  </a:lnTo>
                  <a:lnTo>
                    <a:pt x="1885774" y="3786670"/>
                  </a:lnTo>
                  <a:lnTo>
                    <a:pt x="1886339" y="3781758"/>
                  </a:lnTo>
                  <a:lnTo>
                    <a:pt x="1887280" y="3781758"/>
                  </a:lnTo>
                  <a:lnTo>
                    <a:pt x="1887845" y="3781758"/>
                  </a:lnTo>
                  <a:lnTo>
                    <a:pt x="1888033" y="3781758"/>
                  </a:lnTo>
                  <a:lnTo>
                    <a:pt x="1888127" y="3781758"/>
                  </a:lnTo>
                  <a:lnTo>
                    <a:pt x="1889351" y="3781758"/>
                  </a:lnTo>
                  <a:lnTo>
                    <a:pt x="1890011" y="3781758"/>
                  </a:lnTo>
                  <a:lnTo>
                    <a:pt x="1890575" y="3781758"/>
                  </a:lnTo>
                  <a:lnTo>
                    <a:pt x="1890952" y="3781758"/>
                  </a:lnTo>
                  <a:lnTo>
                    <a:pt x="1892835" y="3781758"/>
                  </a:lnTo>
                  <a:lnTo>
                    <a:pt x="1893306" y="3781758"/>
                  </a:lnTo>
                  <a:lnTo>
                    <a:pt x="1894906" y="3781758"/>
                  </a:lnTo>
                  <a:lnTo>
                    <a:pt x="1895377" y="3781758"/>
                  </a:lnTo>
                  <a:lnTo>
                    <a:pt x="1896225" y="3781758"/>
                  </a:lnTo>
                  <a:lnTo>
                    <a:pt x="1898955" y="3781758"/>
                  </a:lnTo>
                  <a:lnTo>
                    <a:pt x="1899708" y="3781758"/>
                  </a:lnTo>
                  <a:lnTo>
                    <a:pt x="1899991" y="3781758"/>
                  </a:lnTo>
                  <a:lnTo>
                    <a:pt x="1901403" y="3781758"/>
                  </a:lnTo>
                  <a:lnTo>
                    <a:pt x="1901968" y="3776847"/>
                  </a:lnTo>
                  <a:lnTo>
                    <a:pt x="1902062" y="3776847"/>
                  </a:lnTo>
                  <a:lnTo>
                    <a:pt x="1902909" y="3776847"/>
                  </a:lnTo>
                  <a:lnTo>
                    <a:pt x="1904228" y="3776847"/>
                  </a:lnTo>
                  <a:lnTo>
                    <a:pt x="1904792" y="3776847"/>
                  </a:lnTo>
                  <a:lnTo>
                    <a:pt x="1905169" y="3776847"/>
                  </a:lnTo>
                  <a:lnTo>
                    <a:pt x="1905357" y="3776847"/>
                  </a:lnTo>
                  <a:lnTo>
                    <a:pt x="1905734" y="3776847"/>
                  </a:lnTo>
                  <a:lnTo>
                    <a:pt x="1906205" y="3776847"/>
                  </a:lnTo>
                  <a:lnTo>
                    <a:pt x="1906675" y="3771935"/>
                  </a:lnTo>
                  <a:lnTo>
                    <a:pt x="1907994" y="3771935"/>
                  </a:lnTo>
                  <a:lnTo>
                    <a:pt x="1908182" y="3771935"/>
                  </a:lnTo>
                  <a:lnTo>
                    <a:pt x="1908653" y="3771935"/>
                  </a:lnTo>
                  <a:lnTo>
                    <a:pt x="1909877" y="3771935"/>
                  </a:lnTo>
                  <a:lnTo>
                    <a:pt x="1910536" y="3771935"/>
                  </a:lnTo>
                  <a:lnTo>
                    <a:pt x="1910912" y="3771935"/>
                  </a:lnTo>
                  <a:lnTo>
                    <a:pt x="1911666" y="3767024"/>
                  </a:lnTo>
                  <a:lnTo>
                    <a:pt x="1911760" y="3767024"/>
                  </a:lnTo>
                  <a:lnTo>
                    <a:pt x="1912325" y="3767024"/>
                  </a:lnTo>
                  <a:lnTo>
                    <a:pt x="1913078" y="3767024"/>
                  </a:lnTo>
                  <a:lnTo>
                    <a:pt x="1915526" y="3752290"/>
                  </a:lnTo>
                  <a:lnTo>
                    <a:pt x="1916185" y="3747379"/>
                  </a:lnTo>
                  <a:lnTo>
                    <a:pt x="1916373" y="3747379"/>
                  </a:lnTo>
                  <a:lnTo>
                    <a:pt x="1916656" y="3747379"/>
                  </a:lnTo>
                  <a:lnTo>
                    <a:pt x="1917691" y="3747379"/>
                  </a:lnTo>
                  <a:lnTo>
                    <a:pt x="1918068" y="3747379"/>
                  </a:lnTo>
                  <a:lnTo>
                    <a:pt x="1918727" y="3747379"/>
                  </a:lnTo>
                  <a:lnTo>
                    <a:pt x="1919292" y="3747379"/>
                  </a:lnTo>
                  <a:lnTo>
                    <a:pt x="1919386" y="3747379"/>
                  </a:lnTo>
                  <a:lnTo>
                    <a:pt x="1919668" y="3742467"/>
                  </a:lnTo>
                  <a:lnTo>
                    <a:pt x="1920516" y="3742467"/>
                  </a:lnTo>
                  <a:lnTo>
                    <a:pt x="1921834" y="3742467"/>
                  </a:lnTo>
                  <a:lnTo>
                    <a:pt x="1922305" y="3742467"/>
                  </a:lnTo>
                  <a:lnTo>
                    <a:pt x="1923246" y="3742467"/>
                  </a:lnTo>
                  <a:lnTo>
                    <a:pt x="1923811" y="3742467"/>
                  </a:lnTo>
                  <a:lnTo>
                    <a:pt x="1924376" y="3742467"/>
                  </a:lnTo>
                  <a:lnTo>
                    <a:pt x="1924753" y="3742467"/>
                  </a:lnTo>
                  <a:lnTo>
                    <a:pt x="1925600" y="3742467"/>
                  </a:lnTo>
                  <a:lnTo>
                    <a:pt x="1926353" y="3742467"/>
                  </a:lnTo>
                  <a:lnTo>
                    <a:pt x="1927012" y="3742467"/>
                  </a:lnTo>
                  <a:lnTo>
                    <a:pt x="1927295" y="3742467"/>
                  </a:lnTo>
                  <a:lnTo>
                    <a:pt x="1927389" y="3742467"/>
                  </a:lnTo>
                  <a:lnTo>
                    <a:pt x="1928236" y="3742467"/>
                  </a:lnTo>
                  <a:lnTo>
                    <a:pt x="1928613" y="3742467"/>
                  </a:lnTo>
                  <a:lnTo>
                    <a:pt x="1929084" y="3742467"/>
                  </a:lnTo>
                  <a:lnTo>
                    <a:pt x="1929837" y="3742467"/>
                  </a:lnTo>
                  <a:lnTo>
                    <a:pt x="1930119" y="3742467"/>
                  </a:lnTo>
                  <a:lnTo>
                    <a:pt x="1931061" y="3742467"/>
                  </a:lnTo>
                  <a:lnTo>
                    <a:pt x="1933697" y="3737556"/>
                  </a:lnTo>
                  <a:lnTo>
                    <a:pt x="1934168" y="3737556"/>
                  </a:lnTo>
                  <a:lnTo>
                    <a:pt x="1934356" y="3732644"/>
                  </a:lnTo>
                  <a:lnTo>
                    <a:pt x="1934733" y="3732644"/>
                  </a:lnTo>
                  <a:lnTo>
                    <a:pt x="1935204" y="3732644"/>
                  </a:lnTo>
                  <a:lnTo>
                    <a:pt x="1935392" y="3732644"/>
                  </a:lnTo>
                  <a:lnTo>
                    <a:pt x="1935674" y="3727733"/>
                  </a:lnTo>
                  <a:lnTo>
                    <a:pt x="1937840" y="3727733"/>
                  </a:lnTo>
                  <a:lnTo>
                    <a:pt x="1938499" y="3727733"/>
                  </a:lnTo>
                  <a:lnTo>
                    <a:pt x="1939158" y="3727733"/>
                  </a:lnTo>
                  <a:lnTo>
                    <a:pt x="1939252" y="3727733"/>
                  </a:lnTo>
                  <a:lnTo>
                    <a:pt x="1939911" y="3727733"/>
                  </a:lnTo>
                  <a:lnTo>
                    <a:pt x="1940382" y="3727733"/>
                  </a:lnTo>
                  <a:lnTo>
                    <a:pt x="1940759" y="3727733"/>
                  </a:lnTo>
                  <a:lnTo>
                    <a:pt x="1941983" y="3722822"/>
                  </a:lnTo>
                  <a:lnTo>
                    <a:pt x="1943112" y="3722822"/>
                  </a:lnTo>
                  <a:lnTo>
                    <a:pt x="1944995" y="3717910"/>
                  </a:lnTo>
                  <a:lnTo>
                    <a:pt x="1945184" y="3717910"/>
                  </a:lnTo>
                  <a:lnTo>
                    <a:pt x="1945278" y="3717910"/>
                  </a:lnTo>
                  <a:lnTo>
                    <a:pt x="1946596" y="3717910"/>
                  </a:lnTo>
                  <a:lnTo>
                    <a:pt x="1947349" y="3717910"/>
                  </a:lnTo>
                  <a:lnTo>
                    <a:pt x="1947914" y="3717910"/>
                  </a:lnTo>
                  <a:lnTo>
                    <a:pt x="1948102" y="3717910"/>
                  </a:lnTo>
                  <a:lnTo>
                    <a:pt x="1948197" y="3717910"/>
                  </a:lnTo>
                  <a:lnTo>
                    <a:pt x="1948385" y="3712999"/>
                  </a:lnTo>
                  <a:lnTo>
                    <a:pt x="1949232" y="3712999"/>
                  </a:lnTo>
                  <a:lnTo>
                    <a:pt x="1949421" y="3712999"/>
                  </a:lnTo>
                  <a:lnTo>
                    <a:pt x="1949985" y="3712999"/>
                  </a:lnTo>
                  <a:lnTo>
                    <a:pt x="1950645" y="3712999"/>
                  </a:lnTo>
                  <a:lnTo>
                    <a:pt x="1951304" y="3712999"/>
                  </a:lnTo>
                  <a:lnTo>
                    <a:pt x="1953093" y="3708088"/>
                  </a:lnTo>
                  <a:lnTo>
                    <a:pt x="1953375" y="3708088"/>
                  </a:lnTo>
                  <a:lnTo>
                    <a:pt x="1953846" y="3708088"/>
                  </a:lnTo>
                  <a:lnTo>
                    <a:pt x="1955070" y="3703176"/>
                  </a:lnTo>
                  <a:lnTo>
                    <a:pt x="1955164" y="3703176"/>
                  </a:lnTo>
                  <a:lnTo>
                    <a:pt x="1955917" y="3703176"/>
                  </a:lnTo>
                  <a:lnTo>
                    <a:pt x="1956105" y="3703176"/>
                  </a:lnTo>
                  <a:lnTo>
                    <a:pt x="1957800" y="3698265"/>
                  </a:lnTo>
                  <a:lnTo>
                    <a:pt x="1958083" y="3698265"/>
                  </a:lnTo>
                  <a:lnTo>
                    <a:pt x="1958271" y="3698265"/>
                  </a:lnTo>
                  <a:lnTo>
                    <a:pt x="1959589" y="3698265"/>
                  </a:lnTo>
                  <a:lnTo>
                    <a:pt x="1959871" y="3698265"/>
                  </a:lnTo>
                  <a:lnTo>
                    <a:pt x="1960719" y="3698265"/>
                  </a:lnTo>
                  <a:lnTo>
                    <a:pt x="1961849" y="3698265"/>
                  </a:lnTo>
                  <a:lnTo>
                    <a:pt x="1962978" y="3693353"/>
                  </a:lnTo>
                  <a:lnTo>
                    <a:pt x="1964956" y="3688442"/>
                  </a:lnTo>
                  <a:lnTo>
                    <a:pt x="1966086" y="3688442"/>
                  </a:lnTo>
                  <a:lnTo>
                    <a:pt x="1966556" y="3688442"/>
                  </a:lnTo>
                  <a:lnTo>
                    <a:pt x="1966650" y="3688442"/>
                  </a:lnTo>
                  <a:lnTo>
                    <a:pt x="1967686" y="3683531"/>
                  </a:lnTo>
                  <a:lnTo>
                    <a:pt x="1968251" y="3683531"/>
                  </a:lnTo>
                  <a:lnTo>
                    <a:pt x="1968722" y="3683531"/>
                  </a:lnTo>
                  <a:lnTo>
                    <a:pt x="1969193" y="3683531"/>
                  </a:lnTo>
                  <a:lnTo>
                    <a:pt x="1969852" y="3683531"/>
                  </a:lnTo>
                  <a:lnTo>
                    <a:pt x="1970417" y="3683531"/>
                  </a:lnTo>
                  <a:lnTo>
                    <a:pt x="1971264" y="3678619"/>
                  </a:lnTo>
                  <a:lnTo>
                    <a:pt x="1971923" y="3678619"/>
                  </a:lnTo>
                  <a:lnTo>
                    <a:pt x="1972394" y="3678619"/>
                  </a:lnTo>
                  <a:lnTo>
                    <a:pt x="1973806" y="3678619"/>
                  </a:lnTo>
                  <a:lnTo>
                    <a:pt x="1974088" y="3673708"/>
                  </a:lnTo>
                  <a:lnTo>
                    <a:pt x="1974465" y="3673708"/>
                  </a:lnTo>
                  <a:lnTo>
                    <a:pt x="1975218" y="3673708"/>
                  </a:lnTo>
                  <a:lnTo>
                    <a:pt x="1975689" y="3673708"/>
                  </a:lnTo>
                  <a:lnTo>
                    <a:pt x="1976442" y="3673708"/>
                  </a:lnTo>
                  <a:lnTo>
                    <a:pt x="1976725" y="3673708"/>
                  </a:lnTo>
                  <a:lnTo>
                    <a:pt x="1977666" y="3673708"/>
                  </a:lnTo>
                  <a:lnTo>
                    <a:pt x="1977855" y="3673708"/>
                  </a:lnTo>
                  <a:lnTo>
                    <a:pt x="1978514" y="3673708"/>
                  </a:lnTo>
                  <a:lnTo>
                    <a:pt x="1979079" y="3673708"/>
                  </a:lnTo>
                  <a:lnTo>
                    <a:pt x="1979361" y="3673708"/>
                  </a:lnTo>
                  <a:lnTo>
                    <a:pt x="1980208" y="3673708"/>
                  </a:lnTo>
                  <a:lnTo>
                    <a:pt x="1981526" y="3668797"/>
                  </a:lnTo>
                  <a:lnTo>
                    <a:pt x="1981809" y="3668797"/>
                  </a:lnTo>
                  <a:lnTo>
                    <a:pt x="1982091" y="3668797"/>
                  </a:lnTo>
                  <a:lnTo>
                    <a:pt x="1982280" y="3663885"/>
                  </a:lnTo>
                  <a:lnTo>
                    <a:pt x="1983504" y="3658974"/>
                  </a:lnTo>
                  <a:lnTo>
                    <a:pt x="1984351" y="3658974"/>
                  </a:lnTo>
                  <a:lnTo>
                    <a:pt x="1984445" y="3658974"/>
                  </a:lnTo>
                  <a:lnTo>
                    <a:pt x="1985387" y="3658974"/>
                  </a:lnTo>
                  <a:lnTo>
                    <a:pt x="1985857" y="3649151"/>
                  </a:lnTo>
                  <a:lnTo>
                    <a:pt x="1986328" y="3649151"/>
                  </a:lnTo>
                  <a:lnTo>
                    <a:pt x="1986422" y="3649151"/>
                  </a:lnTo>
                  <a:lnTo>
                    <a:pt x="1986422" y="3644240"/>
                  </a:lnTo>
                  <a:lnTo>
                    <a:pt x="1987552" y="3644240"/>
                  </a:lnTo>
                  <a:lnTo>
                    <a:pt x="1988682" y="3644240"/>
                  </a:lnTo>
                  <a:lnTo>
                    <a:pt x="1989624" y="3644240"/>
                  </a:lnTo>
                  <a:lnTo>
                    <a:pt x="1989812" y="3644240"/>
                  </a:lnTo>
                  <a:lnTo>
                    <a:pt x="1990659" y="3644240"/>
                  </a:lnTo>
                  <a:lnTo>
                    <a:pt x="1990848" y="3644240"/>
                  </a:lnTo>
                  <a:lnTo>
                    <a:pt x="1993955" y="3639328"/>
                  </a:lnTo>
                  <a:lnTo>
                    <a:pt x="1994331" y="3639328"/>
                  </a:lnTo>
                  <a:lnTo>
                    <a:pt x="1994896" y="3639328"/>
                  </a:lnTo>
                  <a:lnTo>
                    <a:pt x="1995555" y="3639328"/>
                  </a:lnTo>
                  <a:lnTo>
                    <a:pt x="1996214" y="3639328"/>
                  </a:lnTo>
                  <a:lnTo>
                    <a:pt x="1998003" y="3639328"/>
                  </a:lnTo>
                  <a:lnTo>
                    <a:pt x="1998474" y="3639328"/>
                  </a:lnTo>
                  <a:lnTo>
                    <a:pt x="1998662" y="3639328"/>
                  </a:lnTo>
                  <a:lnTo>
                    <a:pt x="1999133" y="3639328"/>
                  </a:lnTo>
                  <a:lnTo>
                    <a:pt x="1999227" y="3639328"/>
                  </a:lnTo>
                  <a:lnTo>
                    <a:pt x="2000074" y="3634417"/>
                  </a:lnTo>
                  <a:lnTo>
                    <a:pt x="2001863" y="3634417"/>
                  </a:lnTo>
                  <a:lnTo>
                    <a:pt x="2002993" y="3634417"/>
                  </a:lnTo>
                  <a:lnTo>
                    <a:pt x="2004500" y="3634417"/>
                  </a:lnTo>
                  <a:lnTo>
                    <a:pt x="2005159" y="3634417"/>
                  </a:lnTo>
                  <a:lnTo>
                    <a:pt x="2005724" y="3634417"/>
                  </a:lnTo>
                  <a:lnTo>
                    <a:pt x="2006665" y="3629506"/>
                  </a:lnTo>
                  <a:lnTo>
                    <a:pt x="2006853" y="3629506"/>
                  </a:lnTo>
                  <a:lnTo>
                    <a:pt x="2007607" y="3629506"/>
                  </a:lnTo>
                  <a:lnTo>
                    <a:pt x="2007701" y="3629506"/>
                  </a:lnTo>
                  <a:lnTo>
                    <a:pt x="2010337" y="3629506"/>
                  </a:lnTo>
                  <a:lnTo>
                    <a:pt x="2010808" y="3624594"/>
                  </a:lnTo>
                  <a:lnTo>
                    <a:pt x="2010996" y="3624594"/>
                  </a:lnTo>
                  <a:lnTo>
                    <a:pt x="2011184" y="3624594"/>
                  </a:lnTo>
                  <a:lnTo>
                    <a:pt x="2011373" y="3624594"/>
                  </a:lnTo>
                  <a:lnTo>
                    <a:pt x="2011843" y="3624594"/>
                  </a:lnTo>
                  <a:lnTo>
                    <a:pt x="2012032" y="3624594"/>
                  </a:lnTo>
                  <a:lnTo>
                    <a:pt x="2012408" y="3624594"/>
                  </a:lnTo>
                  <a:lnTo>
                    <a:pt x="2012879" y="3624594"/>
                  </a:lnTo>
                  <a:lnTo>
                    <a:pt x="2013915" y="3619683"/>
                  </a:lnTo>
                  <a:lnTo>
                    <a:pt x="2015045" y="3609860"/>
                  </a:lnTo>
                  <a:lnTo>
                    <a:pt x="2017398" y="3609860"/>
                  </a:lnTo>
                  <a:lnTo>
                    <a:pt x="2017587" y="3609860"/>
                  </a:lnTo>
                  <a:lnTo>
                    <a:pt x="2018058" y="3609860"/>
                  </a:lnTo>
                  <a:lnTo>
                    <a:pt x="2018717" y="3609860"/>
                  </a:lnTo>
                  <a:lnTo>
                    <a:pt x="2019281" y="3609860"/>
                  </a:lnTo>
                  <a:lnTo>
                    <a:pt x="2019941" y="3609860"/>
                  </a:lnTo>
                  <a:lnTo>
                    <a:pt x="2021824" y="3609860"/>
                  </a:lnTo>
                  <a:lnTo>
                    <a:pt x="2022483" y="3604949"/>
                  </a:lnTo>
                  <a:lnTo>
                    <a:pt x="2022765" y="3604949"/>
                  </a:lnTo>
                  <a:lnTo>
                    <a:pt x="2023612" y="3604949"/>
                  </a:lnTo>
                  <a:lnTo>
                    <a:pt x="2023707" y="3604949"/>
                  </a:lnTo>
                  <a:lnTo>
                    <a:pt x="2024460" y="3604949"/>
                  </a:lnTo>
                  <a:lnTo>
                    <a:pt x="2025966" y="3604949"/>
                  </a:lnTo>
                  <a:lnTo>
                    <a:pt x="2026437" y="3600037"/>
                  </a:lnTo>
                  <a:lnTo>
                    <a:pt x="2027190" y="3600037"/>
                  </a:lnTo>
                  <a:lnTo>
                    <a:pt x="2029073" y="3600037"/>
                  </a:lnTo>
                  <a:lnTo>
                    <a:pt x="2029167" y="3600037"/>
                  </a:lnTo>
                  <a:lnTo>
                    <a:pt x="2030109" y="3600037"/>
                  </a:lnTo>
                  <a:lnTo>
                    <a:pt x="2030862" y="3590215"/>
                  </a:lnTo>
                  <a:lnTo>
                    <a:pt x="2033310" y="3590215"/>
                  </a:lnTo>
                  <a:lnTo>
                    <a:pt x="2034158" y="3590215"/>
                  </a:lnTo>
                  <a:lnTo>
                    <a:pt x="2035005" y="3590215"/>
                  </a:lnTo>
                  <a:lnTo>
                    <a:pt x="2035476" y="3590215"/>
                  </a:lnTo>
                  <a:lnTo>
                    <a:pt x="2035946" y="3590215"/>
                  </a:lnTo>
                  <a:lnTo>
                    <a:pt x="2037359" y="3590215"/>
                  </a:lnTo>
                  <a:lnTo>
                    <a:pt x="2037453" y="3590215"/>
                  </a:lnTo>
                  <a:lnTo>
                    <a:pt x="2038959" y="3590215"/>
                  </a:lnTo>
                  <a:lnTo>
                    <a:pt x="2041501" y="3590215"/>
                  </a:lnTo>
                  <a:lnTo>
                    <a:pt x="2042160" y="3590215"/>
                  </a:lnTo>
                  <a:lnTo>
                    <a:pt x="2042537" y="3590215"/>
                  </a:lnTo>
                  <a:lnTo>
                    <a:pt x="2043290" y="3590215"/>
                  </a:lnTo>
                  <a:lnTo>
                    <a:pt x="2043479" y="3590215"/>
                  </a:lnTo>
                  <a:lnTo>
                    <a:pt x="2043949" y="3590215"/>
                  </a:lnTo>
                  <a:lnTo>
                    <a:pt x="2044326" y="3590215"/>
                  </a:lnTo>
                  <a:lnTo>
                    <a:pt x="2045173" y="3585303"/>
                  </a:lnTo>
                  <a:lnTo>
                    <a:pt x="2045832" y="3585303"/>
                  </a:lnTo>
                  <a:lnTo>
                    <a:pt x="2046021" y="3585303"/>
                  </a:lnTo>
                  <a:lnTo>
                    <a:pt x="2047151" y="3585303"/>
                  </a:lnTo>
                  <a:lnTo>
                    <a:pt x="2047810" y="3585303"/>
                  </a:lnTo>
                  <a:lnTo>
                    <a:pt x="2047998" y="3580392"/>
                  </a:lnTo>
                  <a:lnTo>
                    <a:pt x="2048186" y="3580392"/>
                  </a:lnTo>
                  <a:lnTo>
                    <a:pt x="2048563" y="3580392"/>
                  </a:lnTo>
                  <a:lnTo>
                    <a:pt x="2049504" y="3580392"/>
                  </a:lnTo>
                  <a:lnTo>
                    <a:pt x="2050822" y="3580392"/>
                  </a:lnTo>
                  <a:lnTo>
                    <a:pt x="2051858" y="3580392"/>
                  </a:lnTo>
                  <a:lnTo>
                    <a:pt x="2051952" y="3580392"/>
                  </a:lnTo>
                  <a:lnTo>
                    <a:pt x="2052235" y="3580392"/>
                  </a:lnTo>
                  <a:lnTo>
                    <a:pt x="2056189" y="3575480"/>
                  </a:lnTo>
                  <a:lnTo>
                    <a:pt x="2056754" y="3575480"/>
                  </a:lnTo>
                  <a:lnTo>
                    <a:pt x="2057978" y="3575480"/>
                  </a:lnTo>
                  <a:lnTo>
                    <a:pt x="2058637" y="3575480"/>
                  </a:lnTo>
                  <a:lnTo>
                    <a:pt x="2058920" y="3575480"/>
                  </a:lnTo>
                  <a:lnTo>
                    <a:pt x="2059202" y="3575480"/>
                  </a:lnTo>
                  <a:lnTo>
                    <a:pt x="2059579" y="3575480"/>
                  </a:lnTo>
                  <a:lnTo>
                    <a:pt x="2059861" y="3575480"/>
                  </a:lnTo>
                  <a:lnTo>
                    <a:pt x="2060708" y="3575480"/>
                  </a:lnTo>
                  <a:lnTo>
                    <a:pt x="2060991" y="3575480"/>
                  </a:lnTo>
                  <a:lnTo>
                    <a:pt x="2062309" y="3575480"/>
                  </a:lnTo>
                  <a:lnTo>
                    <a:pt x="2062403" y="3575480"/>
                  </a:lnTo>
                  <a:lnTo>
                    <a:pt x="2062497" y="3575480"/>
                  </a:lnTo>
                  <a:lnTo>
                    <a:pt x="2064098" y="3575480"/>
                  </a:lnTo>
                  <a:lnTo>
                    <a:pt x="2065510" y="3575480"/>
                  </a:lnTo>
                  <a:lnTo>
                    <a:pt x="2066452" y="3575480"/>
                  </a:lnTo>
                  <a:lnTo>
                    <a:pt x="2067017" y="3575480"/>
                  </a:lnTo>
                  <a:lnTo>
                    <a:pt x="2067770" y="3570569"/>
                  </a:lnTo>
                  <a:lnTo>
                    <a:pt x="2068146" y="3570569"/>
                  </a:lnTo>
                  <a:lnTo>
                    <a:pt x="2068523" y="3570569"/>
                  </a:lnTo>
                  <a:lnTo>
                    <a:pt x="2070594" y="3570569"/>
                  </a:lnTo>
                  <a:lnTo>
                    <a:pt x="2071159" y="3570569"/>
                  </a:lnTo>
                  <a:lnTo>
                    <a:pt x="2071724" y="3570569"/>
                  </a:lnTo>
                  <a:lnTo>
                    <a:pt x="2072101" y="3570569"/>
                  </a:lnTo>
                  <a:lnTo>
                    <a:pt x="2072477" y="3570569"/>
                  </a:lnTo>
                  <a:lnTo>
                    <a:pt x="2072666" y="3570569"/>
                  </a:lnTo>
                  <a:lnTo>
                    <a:pt x="2074266" y="3565658"/>
                  </a:lnTo>
                  <a:lnTo>
                    <a:pt x="2075396" y="3565658"/>
                  </a:lnTo>
                  <a:lnTo>
                    <a:pt x="2076244" y="3565658"/>
                  </a:lnTo>
                  <a:lnTo>
                    <a:pt x="2078032" y="3565658"/>
                  </a:lnTo>
                  <a:lnTo>
                    <a:pt x="2079256" y="3560746"/>
                  </a:lnTo>
                  <a:lnTo>
                    <a:pt x="2079633" y="3560746"/>
                  </a:lnTo>
                  <a:lnTo>
                    <a:pt x="2080104" y="3560746"/>
                  </a:lnTo>
                  <a:lnTo>
                    <a:pt x="2080669" y="3560746"/>
                  </a:lnTo>
                  <a:lnTo>
                    <a:pt x="2080857" y="3560746"/>
                  </a:lnTo>
                  <a:lnTo>
                    <a:pt x="2081328" y="3560746"/>
                  </a:lnTo>
                  <a:lnTo>
                    <a:pt x="2082363" y="3560746"/>
                  </a:lnTo>
                  <a:lnTo>
                    <a:pt x="2083305" y="3560746"/>
                  </a:lnTo>
                  <a:lnTo>
                    <a:pt x="2083587" y="3560746"/>
                  </a:lnTo>
                  <a:lnTo>
                    <a:pt x="2086224" y="3560746"/>
                  </a:lnTo>
                  <a:lnTo>
                    <a:pt x="2086318" y="3560746"/>
                  </a:lnTo>
                  <a:lnTo>
                    <a:pt x="2087542" y="3560746"/>
                  </a:lnTo>
                  <a:lnTo>
                    <a:pt x="2088107" y="3555835"/>
                  </a:lnTo>
                  <a:lnTo>
                    <a:pt x="2089237" y="3555835"/>
                  </a:lnTo>
                  <a:lnTo>
                    <a:pt x="2090272" y="3555835"/>
                  </a:lnTo>
                  <a:lnTo>
                    <a:pt x="2091402" y="3555835"/>
                  </a:lnTo>
                  <a:lnTo>
                    <a:pt x="2092344" y="3555835"/>
                  </a:lnTo>
                  <a:lnTo>
                    <a:pt x="2092626" y="3555835"/>
                  </a:lnTo>
                  <a:lnTo>
                    <a:pt x="2093285" y="3555835"/>
                  </a:lnTo>
                  <a:lnTo>
                    <a:pt x="2093379" y="3555835"/>
                  </a:lnTo>
                  <a:lnTo>
                    <a:pt x="2093662" y="3555835"/>
                  </a:lnTo>
                  <a:lnTo>
                    <a:pt x="2094603" y="3555835"/>
                  </a:lnTo>
                  <a:lnTo>
                    <a:pt x="2094792" y="3555835"/>
                  </a:lnTo>
                  <a:lnTo>
                    <a:pt x="2095545" y="3550924"/>
                  </a:lnTo>
                  <a:lnTo>
                    <a:pt x="2096298" y="3550924"/>
                  </a:lnTo>
                  <a:lnTo>
                    <a:pt x="2098181" y="3546012"/>
                  </a:lnTo>
                  <a:lnTo>
                    <a:pt x="2098746" y="3546012"/>
                  </a:lnTo>
                  <a:lnTo>
                    <a:pt x="2100064" y="3546012"/>
                  </a:lnTo>
                  <a:lnTo>
                    <a:pt x="2100629" y="3546012"/>
                  </a:lnTo>
                  <a:lnTo>
                    <a:pt x="2101571" y="3536189"/>
                  </a:lnTo>
                  <a:lnTo>
                    <a:pt x="2102041" y="3536189"/>
                  </a:lnTo>
                  <a:lnTo>
                    <a:pt x="2102512" y="3536189"/>
                  </a:lnTo>
                  <a:lnTo>
                    <a:pt x="2103265" y="3531278"/>
                  </a:lnTo>
                  <a:lnTo>
                    <a:pt x="2103642" y="3531278"/>
                  </a:lnTo>
                  <a:lnTo>
                    <a:pt x="2104018" y="3531278"/>
                  </a:lnTo>
                  <a:lnTo>
                    <a:pt x="2105337" y="3526367"/>
                  </a:lnTo>
                  <a:lnTo>
                    <a:pt x="2106843" y="3521455"/>
                  </a:lnTo>
                  <a:lnTo>
                    <a:pt x="2107785" y="3521455"/>
                  </a:lnTo>
                  <a:lnTo>
                    <a:pt x="2109385" y="3521455"/>
                  </a:lnTo>
                  <a:lnTo>
                    <a:pt x="2110233" y="3521455"/>
                  </a:lnTo>
                  <a:lnTo>
                    <a:pt x="2110421" y="3521455"/>
                  </a:lnTo>
                  <a:lnTo>
                    <a:pt x="2110892" y="3516544"/>
                  </a:lnTo>
                  <a:lnTo>
                    <a:pt x="2111927" y="3511633"/>
                  </a:lnTo>
                  <a:lnTo>
                    <a:pt x="2112869" y="3511633"/>
                  </a:lnTo>
                  <a:lnTo>
                    <a:pt x="2114846" y="3511633"/>
                  </a:lnTo>
                  <a:lnTo>
                    <a:pt x="2115128" y="3506721"/>
                  </a:lnTo>
                  <a:lnTo>
                    <a:pt x="2115976" y="3501810"/>
                  </a:lnTo>
                  <a:lnTo>
                    <a:pt x="2117200" y="3501810"/>
                  </a:lnTo>
                  <a:lnTo>
                    <a:pt x="2117482" y="3501810"/>
                  </a:lnTo>
                  <a:lnTo>
                    <a:pt x="2117953" y="3501810"/>
                  </a:lnTo>
                  <a:lnTo>
                    <a:pt x="2118424" y="3496898"/>
                  </a:lnTo>
                  <a:lnTo>
                    <a:pt x="2118895" y="3496898"/>
                  </a:lnTo>
                  <a:lnTo>
                    <a:pt x="2119930" y="3496898"/>
                  </a:lnTo>
                  <a:lnTo>
                    <a:pt x="2121060" y="3496898"/>
                  </a:lnTo>
                  <a:lnTo>
                    <a:pt x="2122566" y="3496898"/>
                  </a:lnTo>
                  <a:lnTo>
                    <a:pt x="2123226" y="3496898"/>
                  </a:lnTo>
                  <a:lnTo>
                    <a:pt x="2123414" y="3491987"/>
                  </a:lnTo>
                  <a:lnTo>
                    <a:pt x="2124167" y="3491987"/>
                  </a:lnTo>
                  <a:lnTo>
                    <a:pt x="2125391" y="3491987"/>
                  </a:lnTo>
                  <a:lnTo>
                    <a:pt x="2126050" y="3491987"/>
                  </a:lnTo>
                  <a:lnTo>
                    <a:pt x="2126144" y="3491987"/>
                  </a:lnTo>
                  <a:lnTo>
                    <a:pt x="2127086" y="3491987"/>
                  </a:lnTo>
                  <a:lnTo>
                    <a:pt x="2128216" y="3491987"/>
                  </a:lnTo>
                  <a:lnTo>
                    <a:pt x="2128592" y="3491987"/>
                  </a:lnTo>
                  <a:lnTo>
                    <a:pt x="2129628" y="3487076"/>
                  </a:lnTo>
                  <a:lnTo>
                    <a:pt x="2131699" y="3482164"/>
                  </a:lnTo>
                  <a:lnTo>
                    <a:pt x="2132264" y="3477253"/>
                  </a:lnTo>
                  <a:lnTo>
                    <a:pt x="2132358" y="3477253"/>
                  </a:lnTo>
                  <a:lnTo>
                    <a:pt x="2133300" y="3472342"/>
                  </a:lnTo>
                  <a:lnTo>
                    <a:pt x="2133676" y="3472342"/>
                  </a:lnTo>
                  <a:lnTo>
                    <a:pt x="2134618" y="3472342"/>
                  </a:lnTo>
                  <a:lnTo>
                    <a:pt x="2137066" y="3467430"/>
                  </a:lnTo>
                  <a:lnTo>
                    <a:pt x="2137819" y="3467430"/>
                  </a:lnTo>
                  <a:lnTo>
                    <a:pt x="2138102" y="3462519"/>
                  </a:lnTo>
                  <a:lnTo>
                    <a:pt x="2138290" y="3462519"/>
                  </a:lnTo>
                  <a:lnTo>
                    <a:pt x="2138384" y="3462519"/>
                  </a:lnTo>
                  <a:lnTo>
                    <a:pt x="2138478" y="3462519"/>
                  </a:lnTo>
                  <a:lnTo>
                    <a:pt x="2139043" y="3462519"/>
                  </a:lnTo>
                  <a:lnTo>
                    <a:pt x="2141962" y="3462519"/>
                  </a:lnTo>
                  <a:lnTo>
                    <a:pt x="2142150" y="3462519"/>
                  </a:lnTo>
                  <a:lnTo>
                    <a:pt x="2142809" y="3462519"/>
                  </a:lnTo>
                  <a:lnTo>
                    <a:pt x="2144504" y="3462519"/>
                  </a:lnTo>
                  <a:lnTo>
                    <a:pt x="2146010" y="3462519"/>
                  </a:lnTo>
                  <a:lnTo>
                    <a:pt x="2147046" y="3457607"/>
                  </a:lnTo>
                  <a:lnTo>
                    <a:pt x="2147799" y="3457607"/>
                  </a:lnTo>
                  <a:lnTo>
                    <a:pt x="2147988" y="3457607"/>
                  </a:lnTo>
                  <a:lnTo>
                    <a:pt x="2149212" y="3457607"/>
                  </a:lnTo>
                  <a:lnTo>
                    <a:pt x="2152319" y="3452696"/>
                  </a:lnTo>
                  <a:lnTo>
                    <a:pt x="2152978" y="3447785"/>
                  </a:lnTo>
                  <a:lnTo>
                    <a:pt x="2153260" y="3447785"/>
                  </a:lnTo>
                  <a:lnTo>
                    <a:pt x="2153731" y="3447785"/>
                  </a:lnTo>
                  <a:lnTo>
                    <a:pt x="2154013" y="3447785"/>
                  </a:lnTo>
                  <a:lnTo>
                    <a:pt x="2154107" y="3447785"/>
                  </a:lnTo>
                  <a:lnTo>
                    <a:pt x="2154484" y="3442873"/>
                  </a:lnTo>
                  <a:lnTo>
                    <a:pt x="2154955" y="3442873"/>
                  </a:lnTo>
                  <a:lnTo>
                    <a:pt x="2156650" y="3442873"/>
                  </a:lnTo>
                  <a:lnTo>
                    <a:pt x="2158721" y="3437962"/>
                  </a:lnTo>
                  <a:lnTo>
                    <a:pt x="2159380" y="3437962"/>
                  </a:lnTo>
                  <a:lnTo>
                    <a:pt x="2160039" y="3433051"/>
                  </a:lnTo>
                  <a:lnTo>
                    <a:pt x="2160981" y="3433051"/>
                  </a:lnTo>
                  <a:lnTo>
                    <a:pt x="2161263" y="3433051"/>
                  </a:lnTo>
                  <a:lnTo>
                    <a:pt x="2161828" y="3433051"/>
                  </a:lnTo>
                  <a:lnTo>
                    <a:pt x="2162299" y="3433051"/>
                  </a:lnTo>
                  <a:lnTo>
                    <a:pt x="2162864" y="3433051"/>
                  </a:lnTo>
                  <a:lnTo>
                    <a:pt x="2163899" y="3433051"/>
                  </a:lnTo>
                  <a:lnTo>
                    <a:pt x="2165029" y="3433051"/>
                  </a:lnTo>
                  <a:lnTo>
                    <a:pt x="2165406" y="3433051"/>
                  </a:lnTo>
                  <a:lnTo>
                    <a:pt x="2166159" y="3433051"/>
                  </a:lnTo>
                  <a:lnTo>
                    <a:pt x="2167195" y="3433051"/>
                  </a:lnTo>
                  <a:lnTo>
                    <a:pt x="2167948" y="3433051"/>
                  </a:lnTo>
                  <a:lnTo>
                    <a:pt x="2169454" y="3428139"/>
                  </a:lnTo>
                  <a:lnTo>
                    <a:pt x="2170207" y="3423228"/>
                  </a:lnTo>
                  <a:lnTo>
                    <a:pt x="2171526" y="3418316"/>
                  </a:lnTo>
                  <a:lnTo>
                    <a:pt x="2171902" y="3413405"/>
                  </a:lnTo>
                  <a:lnTo>
                    <a:pt x="2172279" y="3413405"/>
                  </a:lnTo>
                  <a:lnTo>
                    <a:pt x="2172561" y="3413405"/>
                  </a:lnTo>
                  <a:lnTo>
                    <a:pt x="2172750" y="3413405"/>
                  </a:lnTo>
                  <a:lnTo>
                    <a:pt x="2174256" y="3413405"/>
                  </a:lnTo>
                  <a:lnTo>
                    <a:pt x="2174633" y="3413405"/>
                  </a:lnTo>
                  <a:lnTo>
                    <a:pt x="2175574" y="3413405"/>
                  </a:lnTo>
                  <a:lnTo>
                    <a:pt x="2176892" y="3413405"/>
                  </a:lnTo>
                  <a:lnTo>
                    <a:pt x="2177081" y="3413405"/>
                  </a:lnTo>
                  <a:lnTo>
                    <a:pt x="2177834" y="3413405"/>
                  </a:lnTo>
                  <a:lnTo>
                    <a:pt x="2179152" y="3413405"/>
                  </a:lnTo>
                  <a:lnTo>
                    <a:pt x="2179246" y="3413405"/>
                  </a:lnTo>
                  <a:lnTo>
                    <a:pt x="2179811" y="3413405"/>
                  </a:lnTo>
                  <a:lnTo>
                    <a:pt x="2180847" y="3413405"/>
                  </a:lnTo>
                  <a:lnTo>
                    <a:pt x="2181129" y="3413405"/>
                  </a:lnTo>
                  <a:lnTo>
                    <a:pt x="2181976" y="3403582"/>
                  </a:lnTo>
                  <a:lnTo>
                    <a:pt x="2182353" y="3403582"/>
                  </a:lnTo>
                  <a:lnTo>
                    <a:pt x="2183106" y="3403582"/>
                  </a:lnTo>
                  <a:lnTo>
                    <a:pt x="2183295" y="3403582"/>
                  </a:lnTo>
                  <a:lnTo>
                    <a:pt x="2184519" y="3403582"/>
                  </a:lnTo>
                  <a:lnTo>
                    <a:pt x="2186119" y="3403582"/>
                  </a:lnTo>
                  <a:lnTo>
                    <a:pt x="2187061" y="3403582"/>
                  </a:lnTo>
                  <a:lnTo>
                    <a:pt x="2187720" y="3403582"/>
                  </a:lnTo>
                  <a:lnTo>
                    <a:pt x="2187908" y="3403582"/>
                  </a:lnTo>
                  <a:lnTo>
                    <a:pt x="2190262" y="3398671"/>
                  </a:lnTo>
                  <a:lnTo>
                    <a:pt x="2191203" y="3393760"/>
                  </a:lnTo>
                  <a:lnTo>
                    <a:pt x="2191862" y="3393760"/>
                  </a:lnTo>
                  <a:lnTo>
                    <a:pt x="2193369" y="3393760"/>
                  </a:lnTo>
                  <a:lnTo>
                    <a:pt x="2194122" y="3393760"/>
                  </a:lnTo>
                  <a:lnTo>
                    <a:pt x="2194499" y="3383937"/>
                  </a:lnTo>
                  <a:lnTo>
                    <a:pt x="2195346" y="3379025"/>
                  </a:lnTo>
                  <a:lnTo>
                    <a:pt x="2196476" y="3379025"/>
                  </a:lnTo>
                  <a:lnTo>
                    <a:pt x="2196570" y="3379025"/>
                  </a:lnTo>
                  <a:lnTo>
                    <a:pt x="2196947" y="3379025"/>
                  </a:lnTo>
                  <a:lnTo>
                    <a:pt x="2197888" y="3374114"/>
                  </a:lnTo>
                  <a:lnTo>
                    <a:pt x="2198924" y="3369203"/>
                  </a:lnTo>
                  <a:lnTo>
                    <a:pt x="2200148" y="3369203"/>
                  </a:lnTo>
                  <a:lnTo>
                    <a:pt x="2201560" y="3359380"/>
                  </a:lnTo>
                  <a:lnTo>
                    <a:pt x="2202313" y="3359380"/>
                  </a:lnTo>
                  <a:lnTo>
                    <a:pt x="2202784" y="3359380"/>
                  </a:lnTo>
                  <a:lnTo>
                    <a:pt x="2205609" y="3354469"/>
                  </a:lnTo>
                  <a:lnTo>
                    <a:pt x="2206079" y="3354469"/>
                  </a:lnTo>
                  <a:lnTo>
                    <a:pt x="2206739" y="3354469"/>
                  </a:lnTo>
                  <a:lnTo>
                    <a:pt x="2209375" y="3354469"/>
                  </a:lnTo>
                  <a:lnTo>
                    <a:pt x="2209751" y="3354469"/>
                  </a:lnTo>
                  <a:lnTo>
                    <a:pt x="2210975" y="3354469"/>
                  </a:lnTo>
                  <a:lnTo>
                    <a:pt x="2211634" y="3354469"/>
                  </a:lnTo>
                  <a:lnTo>
                    <a:pt x="2212199" y="3349557"/>
                  </a:lnTo>
                  <a:lnTo>
                    <a:pt x="2212858" y="3349557"/>
                  </a:lnTo>
                  <a:lnTo>
                    <a:pt x="2213235" y="3349557"/>
                  </a:lnTo>
                  <a:lnTo>
                    <a:pt x="2214647" y="3349557"/>
                  </a:lnTo>
                  <a:lnTo>
                    <a:pt x="2215401" y="3349557"/>
                  </a:lnTo>
                  <a:lnTo>
                    <a:pt x="2215495" y="3349557"/>
                  </a:lnTo>
                  <a:lnTo>
                    <a:pt x="2215589" y="3349557"/>
                  </a:lnTo>
                  <a:lnTo>
                    <a:pt x="2218131" y="3349557"/>
                  </a:lnTo>
                  <a:lnTo>
                    <a:pt x="2218225" y="3349557"/>
                  </a:lnTo>
                  <a:lnTo>
                    <a:pt x="2219261" y="3349557"/>
                  </a:lnTo>
                  <a:lnTo>
                    <a:pt x="2219355" y="3349557"/>
                  </a:lnTo>
                  <a:lnTo>
                    <a:pt x="2219920" y="3334823"/>
                  </a:lnTo>
                  <a:lnTo>
                    <a:pt x="2220391" y="3334823"/>
                  </a:lnTo>
                  <a:lnTo>
                    <a:pt x="2220673" y="3334823"/>
                  </a:lnTo>
                  <a:lnTo>
                    <a:pt x="2221238" y="3334823"/>
                  </a:lnTo>
                  <a:lnTo>
                    <a:pt x="2222085" y="3334823"/>
                  </a:lnTo>
                  <a:lnTo>
                    <a:pt x="2222556" y="3334823"/>
                  </a:lnTo>
                  <a:lnTo>
                    <a:pt x="2223309" y="3334823"/>
                  </a:lnTo>
                  <a:lnTo>
                    <a:pt x="2224722" y="3334823"/>
                  </a:lnTo>
                  <a:lnTo>
                    <a:pt x="2225381" y="3334823"/>
                  </a:lnTo>
                  <a:lnTo>
                    <a:pt x="2226605" y="3329912"/>
                  </a:lnTo>
                  <a:lnTo>
                    <a:pt x="2228111" y="3329912"/>
                  </a:lnTo>
                  <a:lnTo>
                    <a:pt x="2228864" y="3329912"/>
                  </a:lnTo>
                  <a:lnTo>
                    <a:pt x="2229617" y="3329912"/>
                  </a:lnTo>
                  <a:lnTo>
                    <a:pt x="2229712" y="3325000"/>
                  </a:lnTo>
                  <a:lnTo>
                    <a:pt x="2230747" y="3325000"/>
                  </a:lnTo>
                  <a:lnTo>
                    <a:pt x="2231689" y="3325000"/>
                  </a:lnTo>
                  <a:lnTo>
                    <a:pt x="2233007" y="3325000"/>
                  </a:lnTo>
                  <a:lnTo>
                    <a:pt x="2234513" y="3325000"/>
                  </a:lnTo>
                  <a:lnTo>
                    <a:pt x="2235361" y="3325000"/>
                  </a:lnTo>
                  <a:lnTo>
                    <a:pt x="2235455" y="3325000"/>
                  </a:lnTo>
                  <a:lnTo>
                    <a:pt x="2235643" y="3325000"/>
                  </a:lnTo>
                  <a:lnTo>
                    <a:pt x="2235926" y="3325000"/>
                  </a:lnTo>
                  <a:lnTo>
                    <a:pt x="2236020" y="3325000"/>
                  </a:lnTo>
                  <a:lnTo>
                    <a:pt x="2237150" y="3325000"/>
                  </a:lnTo>
                  <a:lnTo>
                    <a:pt x="2238091" y="3325000"/>
                  </a:lnTo>
                  <a:lnTo>
                    <a:pt x="2239974" y="3325000"/>
                  </a:lnTo>
                  <a:lnTo>
                    <a:pt x="2240727" y="3325000"/>
                  </a:lnTo>
                  <a:lnTo>
                    <a:pt x="2242705" y="3315178"/>
                  </a:lnTo>
                  <a:lnTo>
                    <a:pt x="2243646" y="3315178"/>
                  </a:lnTo>
                  <a:lnTo>
                    <a:pt x="2244494" y="3315178"/>
                  </a:lnTo>
                  <a:lnTo>
                    <a:pt x="2246000" y="3315178"/>
                  </a:lnTo>
                  <a:lnTo>
                    <a:pt x="2247036" y="3315178"/>
                  </a:lnTo>
                  <a:lnTo>
                    <a:pt x="2247883" y="3315178"/>
                  </a:lnTo>
                  <a:lnTo>
                    <a:pt x="2248448" y="3310266"/>
                  </a:lnTo>
                  <a:lnTo>
                    <a:pt x="2248825" y="3310266"/>
                  </a:lnTo>
                  <a:lnTo>
                    <a:pt x="2249578" y="3300443"/>
                  </a:lnTo>
                  <a:lnTo>
                    <a:pt x="2250708" y="3295532"/>
                  </a:lnTo>
                  <a:lnTo>
                    <a:pt x="2250802" y="3295532"/>
                  </a:lnTo>
                  <a:lnTo>
                    <a:pt x="2251932" y="3295532"/>
                  </a:lnTo>
                  <a:lnTo>
                    <a:pt x="2252967" y="3295532"/>
                  </a:lnTo>
                  <a:lnTo>
                    <a:pt x="2255698" y="3295532"/>
                  </a:lnTo>
                  <a:lnTo>
                    <a:pt x="2255980" y="3295532"/>
                  </a:lnTo>
                  <a:lnTo>
                    <a:pt x="2257863" y="3295532"/>
                  </a:lnTo>
                  <a:lnTo>
                    <a:pt x="2258051" y="3295532"/>
                  </a:lnTo>
                  <a:lnTo>
                    <a:pt x="2259275" y="3295532"/>
                  </a:lnTo>
                  <a:lnTo>
                    <a:pt x="2259370" y="3295532"/>
                  </a:lnTo>
                  <a:lnTo>
                    <a:pt x="2260594" y="3295532"/>
                  </a:lnTo>
                  <a:lnTo>
                    <a:pt x="2261253" y="3295532"/>
                  </a:lnTo>
                  <a:lnTo>
                    <a:pt x="2261723" y="3295532"/>
                  </a:lnTo>
                  <a:lnTo>
                    <a:pt x="2261818" y="3295532"/>
                  </a:lnTo>
                  <a:lnTo>
                    <a:pt x="2262853" y="3290621"/>
                  </a:lnTo>
                  <a:lnTo>
                    <a:pt x="2265678" y="3290621"/>
                  </a:lnTo>
                  <a:lnTo>
                    <a:pt x="2266054" y="3290621"/>
                  </a:lnTo>
                  <a:lnTo>
                    <a:pt x="2267184" y="3285709"/>
                  </a:lnTo>
                  <a:lnTo>
                    <a:pt x="2268032" y="3285709"/>
                  </a:lnTo>
                  <a:lnTo>
                    <a:pt x="2270009" y="3285709"/>
                  </a:lnTo>
                  <a:lnTo>
                    <a:pt x="2271233" y="3285709"/>
                  </a:lnTo>
                  <a:lnTo>
                    <a:pt x="2271609" y="3285709"/>
                  </a:lnTo>
                  <a:lnTo>
                    <a:pt x="2272268" y="3285709"/>
                  </a:lnTo>
                  <a:lnTo>
                    <a:pt x="2272927" y="3280798"/>
                  </a:lnTo>
                  <a:lnTo>
                    <a:pt x="2273022" y="3280798"/>
                  </a:lnTo>
                  <a:lnTo>
                    <a:pt x="2273304" y="3280798"/>
                  </a:lnTo>
                  <a:lnTo>
                    <a:pt x="2273963" y="3280798"/>
                  </a:lnTo>
                  <a:lnTo>
                    <a:pt x="2274246" y="3280798"/>
                  </a:lnTo>
                  <a:lnTo>
                    <a:pt x="2275470" y="3275887"/>
                  </a:lnTo>
                  <a:lnTo>
                    <a:pt x="2276882" y="3275887"/>
                  </a:lnTo>
                  <a:lnTo>
                    <a:pt x="2277541" y="3275887"/>
                  </a:lnTo>
                  <a:lnTo>
                    <a:pt x="2278577" y="3275887"/>
                  </a:lnTo>
                  <a:lnTo>
                    <a:pt x="2279330" y="3275887"/>
                  </a:lnTo>
                  <a:lnTo>
                    <a:pt x="2283473" y="3270975"/>
                  </a:lnTo>
                  <a:lnTo>
                    <a:pt x="2283943" y="3266064"/>
                  </a:lnTo>
                  <a:lnTo>
                    <a:pt x="2284885" y="3266064"/>
                  </a:lnTo>
                  <a:lnTo>
                    <a:pt x="2284979" y="3266064"/>
                  </a:lnTo>
                  <a:lnTo>
                    <a:pt x="2285167" y="3266064"/>
                  </a:lnTo>
                  <a:lnTo>
                    <a:pt x="2286015" y="3266064"/>
                  </a:lnTo>
                  <a:lnTo>
                    <a:pt x="2288368" y="3261152"/>
                  </a:lnTo>
                  <a:lnTo>
                    <a:pt x="2289404" y="3261152"/>
                  </a:lnTo>
                  <a:lnTo>
                    <a:pt x="2290157" y="3261152"/>
                  </a:lnTo>
                  <a:lnTo>
                    <a:pt x="2291099" y="3261152"/>
                  </a:lnTo>
                  <a:lnTo>
                    <a:pt x="2293264" y="3261152"/>
                  </a:lnTo>
                  <a:lnTo>
                    <a:pt x="2295242" y="3261152"/>
                  </a:lnTo>
                  <a:lnTo>
                    <a:pt x="2295995" y="3261152"/>
                  </a:lnTo>
                  <a:lnTo>
                    <a:pt x="2296277" y="3261152"/>
                  </a:lnTo>
                  <a:lnTo>
                    <a:pt x="2297501" y="3261152"/>
                  </a:lnTo>
                  <a:lnTo>
                    <a:pt x="2299478" y="3251330"/>
                  </a:lnTo>
                  <a:lnTo>
                    <a:pt x="2299761" y="3246418"/>
                  </a:lnTo>
                  <a:lnTo>
                    <a:pt x="2300608" y="3241507"/>
                  </a:lnTo>
                  <a:lnTo>
                    <a:pt x="2302115" y="3231684"/>
                  </a:lnTo>
                  <a:lnTo>
                    <a:pt x="2302209" y="3231684"/>
                  </a:lnTo>
                  <a:lnTo>
                    <a:pt x="2303998" y="3231684"/>
                  </a:lnTo>
                  <a:lnTo>
                    <a:pt x="2304845" y="3231684"/>
                  </a:lnTo>
                  <a:lnTo>
                    <a:pt x="2306163" y="3231684"/>
                  </a:lnTo>
                  <a:lnTo>
                    <a:pt x="2306446" y="3231684"/>
                  </a:lnTo>
                  <a:lnTo>
                    <a:pt x="2309176" y="3226773"/>
                  </a:lnTo>
                  <a:lnTo>
                    <a:pt x="2309553" y="3226773"/>
                  </a:lnTo>
                  <a:lnTo>
                    <a:pt x="2311153" y="3226773"/>
                  </a:lnTo>
                  <a:lnTo>
                    <a:pt x="2312001" y="3226773"/>
                  </a:lnTo>
                  <a:lnTo>
                    <a:pt x="2312095" y="3226773"/>
                  </a:lnTo>
                  <a:lnTo>
                    <a:pt x="2313978" y="3212039"/>
                  </a:lnTo>
                  <a:lnTo>
                    <a:pt x="2314919" y="3212039"/>
                  </a:lnTo>
                  <a:lnTo>
                    <a:pt x="2315578" y="3202216"/>
                  </a:lnTo>
                  <a:lnTo>
                    <a:pt x="2316614" y="3202216"/>
                  </a:lnTo>
                  <a:lnTo>
                    <a:pt x="2317367" y="3202216"/>
                  </a:lnTo>
                  <a:lnTo>
                    <a:pt x="2318780" y="3202216"/>
                  </a:lnTo>
                  <a:lnTo>
                    <a:pt x="2319533" y="3202216"/>
                  </a:lnTo>
                  <a:lnTo>
                    <a:pt x="2320286" y="3202216"/>
                  </a:lnTo>
                  <a:lnTo>
                    <a:pt x="2321039" y="3197305"/>
                  </a:lnTo>
                  <a:lnTo>
                    <a:pt x="2322169" y="3197305"/>
                  </a:lnTo>
                  <a:lnTo>
                    <a:pt x="2323299" y="3197305"/>
                  </a:lnTo>
                  <a:lnTo>
                    <a:pt x="2324429" y="3197305"/>
                  </a:lnTo>
                  <a:lnTo>
                    <a:pt x="2324805" y="3197305"/>
                  </a:lnTo>
                  <a:lnTo>
                    <a:pt x="2325935" y="3197305"/>
                  </a:lnTo>
                  <a:lnTo>
                    <a:pt x="2326029" y="3197305"/>
                  </a:lnTo>
                  <a:lnTo>
                    <a:pt x="2326218" y="3197305"/>
                  </a:lnTo>
                  <a:lnTo>
                    <a:pt x="2326783" y="3197305"/>
                  </a:lnTo>
                  <a:lnTo>
                    <a:pt x="2326971" y="3197305"/>
                  </a:lnTo>
                  <a:lnTo>
                    <a:pt x="2327818" y="3197305"/>
                  </a:lnTo>
                  <a:lnTo>
                    <a:pt x="2328477" y="3197305"/>
                  </a:lnTo>
                  <a:lnTo>
                    <a:pt x="2329607" y="3197305"/>
                  </a:lnTo>
                  <a:lnTo>
                    <a:pt x="2330643" y="3197305"/>
                  </a:lnTo>
                  <a:lnTo>
                    <a:pt x="2330737" y="3197305"/>
                  </a:lnTo>
                  <a:lnTo>
                    <a:pt x="2331302" y="3197305"/>
                  </a:lnTo>
                  <a:lnTo>
                    <a:pt x="2331961" y="3197305"/>
                  </a:lnTo>
                  <a:lnTo>
                    <a:pt x="2332620" y="3197305"/>
                  </a:lnTo>
                  <a:lnTo>
                    <a:pt x="2332714" y="3197305"/>
                  </a:lnTo>
                  <a:lnTo>
                    <a:pt x="2334974" y="3192393"/>
                  </a:lnTo>
                  <a:lnTo>
                    <a:pt x="2335539" y="3192393"/>
                  </a:lnTo>
                  <a:lnTo>
                    <a:pt x="2336480" y="3192393"/>
                  </a:lnTo>
                  <a:lnTo>
                    <a:pt x="2337422" y="3192393"/>
                  </a:lnTo>
                  <a:lnTo>
                    <a:pt x="2338363" y="3192393"/>
                  </a:lnTo>
                  <a:lnTo>
                    <a:pt x="2339211" y="3192393"/>
                  </a:lnTo>
                  <a:lnTo>
                    <a:pt x="2340152" y="3192393"/>
                  </a:lnTo>
                  <a:lnTo>
                    <a:pt x="2342035" y="3192393"/>
                  </a:lnTo>
                  <a:lnTo>
                    <a:pt x="2342129" y="3192393"/>
                  </a:lnTo>
                  <a:lnTo>
                    <a:pt x="2342600" y="3192393"/>
                  </a:lnTo>
                  <a:lnTo>
                    <a:pt x="2343918" y="3192393"/>
                  </a:lnTo>
                  <a:lnTo>
                    <a:pt x="2344671" y="3192393"/>
                  </a:lnTo>
                  <a:lnTo>
                    <a:pt x="2345142" y="3192393"/>
                  </a:lnTo>
                  <a:lnTo>
                    <a:pt x="2345801" y="3192393"/>
                  </a:lnTo>
                  <a:lnTo>
                    <a:pt x="2346649" y="3192393"/>
                  </a:lnTo>
                  <a:lnTo>
                    <a:pt x="2346837" y="3192393"/>
                  </a:lnTo>
                  <a:lnTo>
                    <a:pt x="2346931" y="3192393"/>
                  </a:lnTo>
                  <a:lnTo>
                    <a:pt x="2348438" y="3187482"/>
                  </a:lnTo>
                  <a:lnTo>
                    <a:pt x="2349379" y="3187482"/>
                  </a:lnTo>
                  <a:lnTo>
                    <a:pt x="2349944" y="3187482"/>
                  </a:lnTo>
                  <a:lnTo>
                    <a:pt x="2351168" y="3182570"/>
                  </a:lnTo>
                  <a:lnTo>
                    <a:pt x="2351262" y="3182570"/>
                  </a:lnTo>
                  <a:lnTo>
                    <a:pt x="2352486" y="3182570"/>
                  </a:lnTo>
                  <a:lnTo>
                    <a:pt x="2353333" y="3182570"/>
                  </a:lnTo>
                  <a:lnTo>
                    <a:pt x="2354652" y="3177659"/>
                  </a:lnTo>
                  <a:lnTo>
                    <a:pt x="2354840" y="3172748"/>
                  </a:lnTo>
                  <a:lnTo>
                    <a:pt x="2358983" y="3172748"/>
                  </a:lnTo>
                  <a:lnTo>
                    <a:pt x="2359077" y="3172748"/>
                  </a:lnTo>
                  <a:lnTo>
                    <a:pt x="2360112" y="3172748"/>
                  </a:lnTo>
                  <a:lnTo>
                    <a:pt x="2360489" y="3172748"/>
                  </a:lnTo>
                  <a:lnTo>
                    <a:pt x="2360677" y="3172748"/>
                  </a:lnTo>
                  <a:lnTo>
                    <a:pt x="2361148" y="3167836"/>
                  </a:lnTo>
                  <a:lnTo>
                    <a:pt x="2361525" y="3162925"/>
                  </a:lnTo>
                  <a:lnTo>
                    <a:pt x="2362843" y="3162925"/>
                  </a:lnTo>
                  <a:lnTo>
                    <a:pt x="2364914" y="3148191"/>
                  </a:lnTo>
                  <a:lnTo>
                    <a:pt x="2365667" y="3148191"/>
                  </a:lnTo>
                  <a:lnTo>
                    <a:pt x="2367739" y="3148191"/>
                  </a:lnTo>
                  <a:lnTo>
                    <a:pt x="2368021" y="3148191"/>
                  </a:lnTo>
                  <a:lnTo>
                    <a:pt x="2368869" y="3148191"/>
                  </a:lnTo>
                  <a:lnTo>
                    <a:pt x="2369716" y="3148191"/>
                  </a:lnTo>
                  <a:lnTo>
                    <a:pt x="2370657" y="3148191"/>
                  </a:lnTo>
                  <a:lnTo>
                    <a:pt x="2370940" y="3148191"/>
                  </a:lnTo>
                  <a:lnTo>
                    <a:pt x="2371034" y="3148191"/>
                  </a:lnTo>
                  <a:lnTo>
                    <a:pt x="2371976" y="3138368"/>
                  </a:lnTo>
                  <a:lnTo>
                    <a:pt x="2372729" y="3138368"/>
                  </a:lnTo>
                  <a:lnTo>
                    <a:pt x="2373105" y="3138368"/>
                  </a:lnTo>
                  <a:lnTo>
                    <a:pt x="2373764" y="3123634"/>
                  </a:lnTo>
                  <a:lnTo>
                    <a:pt x="2374141" y="3123634"/>
                  </a:lnTo>
                  <a:lnTo>
                    <a:pt x="2375553" y="3123634"/>
                  </a:lnTo>
                  <a:lnTo>
                    <a:pt x="2377248" y="3123634"/>
                  </a:lnTo>
                  <a:lnTo>
                    <a:pt x="2381108" y="3108900"/>
                  </a:lnTo>
                  <a:lnTo>
                    <a:pt x="2382521" y="3108900"/>
                  </a:lnTo>
                  <a:lnTo>
                    <a:pt x="2384592" y="3108900"/>
                  </a:lnTo>
                  <a:lnTo>
                    <a:pt x="2385439" y="3108900"/>
                  </a:lnTo>
                  <a:lnTo>
                    <a:pt x="2386287" y="3103988"/>
                  </a:lnTo>
                  <a:lnTo>
                    <a:pt x="2387134" y="3099077"/>
                  </a:lnTo>
                  <a:lnTo>
                    <a:pt x="2387793" y="3099077"/>
                  </a:lnTo>
                  <a:lnTo>
                    <a:pt x="2387887" y="3099077"/>
                  </a:lnTo>
                  <a:lnTo>
                    <a:pt x="2387981" y="3099077"/>
                  </a:lnTo>
                  <a:lnTo>
                    <a:pt x="2388829" y="3099077"/>
                  </a:lnTo>
                  <a:lnTo>
                    <a:pt x="2389488" y="3099077"/>
                  </a:lnTo>
                  <a:lnTo>
                    <a:pt x="2390618" y="3099077"/>
                  </a:lnTo>
                  <a:lnTo>
                    <a:pt x="2391842" y="3099077"/>
                  </a:lnTo>
                  <a:lnTo>
                    <a:pt x="2393631" y="3099077"/>
                  </a:lnTo>
                  <a:lnTo>
                    <a:pt x="2394855" y="3099077"/>
                  </a:lnTo>
                  <a:lnTo>
                    <a:pt x="2395231" y="3099077"/>
                  </a:lnTo>
                  <a:lnTo>
                    <a:pt x="2397208" y="3099077"/>
                  </a:lnTo>
                  <a:lnTo>
                    <a:pt x="2397867" y="3099077"/>
                  </a:lnTo>
                  <a:lnTo>
                    <a:pt x="2398432" y="3099077"/>
                  </a:lnTo>
                  <a:lnTo>
                    <a:pt x="2398527" y="3099077"/>
                  </a:lnTo>
                  <a:lnTo>
                    <a:pt x="2398621" y="3099077"/>
                  </a:lnTo>
                  <a:lnTo>
                    <a:pt x="2399562" y="3099077"/>
                  </a:lnTo>
                  <a:lnTo>
                    <a:pt x="2399656" y="3099077"/>
                  </a:lnTo>
                  <a:lnTo>
                    <a:pt x="2400598" y="3094166"/>
                  </a:lnTo>
                  <a:lnTo>
                    <a:pt x="2401163" y="3094166"/>
                  </a:lnTo>
                  <a:lnTo>
                    <a:pt x="2401728" y="3094166"/>
                  </a:lnTo>
                  <a:lnTo>
                    <a:pt x="2403422" y="3089254"/>
                  </a:lnTo>
                  <a:lnTo>
                    <a:pt x="2404270" y="3084343"/>
                  </a:lnTo>
                  <a:lnTo>
                    <a:pt x="2405494" y="3084343"/>
                  </a:lnTo>
                  <a:lnTo>
                    <a:pt x="2406059" y="3084343"/>
                  </a:lnTo>
                  <a:lnTo>
                    <a:pt x="2407471" y="3084343"/>
                  </a:lnTo>
                  <a:lnTo>
                    <a:pt x="2408789" y="3084343"/>
                  </a:lnTo>
                  <a:lnTo>
                    <a:pt x="2409825" y="3084343"/>
                  </a:lnTo>
                  <a:lnTo>
                    <a:pt x="2410578" y="3084343"/>
                  </a:lnTo>
                  <a:lnTo>
                    <a:pt x="2410672" y="3084343"/>
                  </a:lnTo>
                  <a:lnTo>
                    <a:pt x="2410860" y="3084343"/>
                  </a:lnTo>
                  <a:lnTo>
                    <a:pt x="2413685" y="3084343"/>
                  </a:lnTo>
                  <a:lnTo>
                    <a:pt x="2414721" y="3079432"/>
                  </a:lnTo>
                  <a:lnTo>
                    <a:pt x="2415474" y="3079432"/>
                  </a:lnTo>
                  <a:lnTo>
                    <a:pt x="2416792" y="3079432"/>
                  </a:lnTo>
                  <a:lnTo>
                    <a:pt x="2416980" y="3079432"/>
                  </a:lnTo>
                  <a:lnTo>
                    <a:pt x="2418016" y="3074520"/>
                  </a:lnTo>
                  <a:lnTo>
                    <a:pt x="2419052" y="3074520"/>
                  </a:lnTo>
                  <a:lnTo>
                    <a:pt x="2419899" y="3069609"/>
                  </a:lnTo>
                  <a:lnTo>
                    <a:pt x="2419993" y="3069609"/>
                  </a:lnTo>
                  <a:lnTo>
                    <a:pt x="2420558" y="3069609"/>
                  </a:lnTo>
                  <a:lnTo>
                    <a:pt x="2421782" y="3069609"/>
                  </a:lnTo>
                  <a:lnTo>
                    <a:pt x="2423006" y="3069609"/>
                  </a:lnTo>
                  <a:lnTo>
                    <a:pt x="2423853" y="3069609"/>
                  </a:lnTo>
                  <a:lnTo>
                    <a:pt x="2424230" y="3069609"/>
                  </a:lnTo>
                  <a:lnTo>
                    <a:pt x="2425266" y="3069609"/>
                  </a:lnTo>
                  <a:lnTo>
                    <a:pt x="2426207" y="3069609"/>
                  </a:lnTo>
                  <a:lnTo>
                    <a:pt x="2426584" y="3059786"/>
                  </a:lnTo>
                  <a:lnTo>
                    <a:pt x="2427431" y="3059786"/>
                  </a:lnTo>
                  <a:lnTo>
                    <a:pt x="2430632" y="3059786"/>
                  </a:lnTo>
                  <a:lnTo>
                    <a:pt x="2432421" y="3059786"/>
                  </a:lnTo>
                  <a:lnTo>
                    <a:pt x="2432892" y="3059786"/>
                  </a:lnTo>
                  <a:lnTo>
                    <a:pt x="2433175" y="3059786"/>
                  </a:lnTo>
                  <a:lnTo>
                    <a:pt x="2435717" y="3059786"/>
                  </a:lnTo>
                  <a:lnTo>
                    <a:pt x="2435811" y="3059786"/>
                  </a:lnTo>
                  <a:lnTo>
                    <a:pt x="2436564" y="3059786"/>
                  </a:lnTo>
                  <a:lnTo>
                    <a:pt x="2437506" y="3054875"/>
                  </a:lnTo>
                  <a:lnTo>
                    <a:pt x="2437600" y="3054875"/>
                  </a:lnTo>
                  <a:lnTo>
                    <a:pt x="2437788" y="3054875"/>
                  </a:lnTo>
                  <a:lnTo>
                    <a:pt x="2438918" y="3049963"/>
                  </a:lnTo>
                  <a:lnTo>
                    <a:pt x="2439012" y="3049963"/>
                  </a:lnTo>
                  <a:lnTo>
                    <a:pt x="2440424" y="3040141"/>
                  </a:lnTo>
                  <a:lnTo>
                    <a:pt x="2440613" y="3040141"/>
                  </a:lnTo>
                  <a:lnTo>
                    <a:pt x="2443155" y="3035229"/>
                  </a:lnTo>
                  <a:lnTo>
                    <a:pt x="2444190" y="3030318"/>
                  </a:lnTo>
                  <a:lnTo>
                    <a:pt x="2445132" y="3030318"/>
                  </a:lnTo>
                  <a:lnTo>
                    <a:pt x="2446450" y="3025406"/>
                  </a:lnTo>
                  <a:lnTo>
                    <a:pt x="2446732" y="3025406"/>
                  </a:lnTo>
                  <a:lnTo>
                    <a:pt x="2447580" y="3025406"/>
                  </a:lnTo>
                  <a:lnTo>
                    <a:pt x="2448615" y="3025406"/>
                  </a:lnTo>
                  <a:lnTo>
                    <a:pt x="2450404" y="3025406"/>
                  </a:lnTo>
                  <a:lnTo>
                    <a:pt x="2452476" y="3025406"/>
                  </a:lnTo>
                  <a:lnTo>
                    <a:pt x="2453041" y="3015584"/>
                  </a:lnTo>
                  <a:lnTo>
                    <a:pt x="2453794" y="3015584"/>
                  </a:lnTo>
                  <a:lnTo>
                    <a:pt x="2455206" y="3015584"/>
                  </a:lnTo>
                  <a:lnTo>
                    <a:pt x="2455583" y="3015584"/>
                  </a:lnTo>
                  <a:lnTo>
                    <a:pt x="2455959" y="3015584"/>
                  </a:lnTo>
                  <a:lnTo>
                    <a:pt x="2456713" y="3015584"/>
                  </a:lnTo>
                  <a:lnTo>
                    <a:pt x="2457560" y="3015584"/>
                  </a:lnTo>
                  <a:lnTo>
                    <a:pt x="2460102" y="3015584"/>
                  </a:lnTo>
                  <a:lnTo>
                    <a:pt x="2461420" y="3015584"/>
                  </a:lnTo>
                  <a:lnTo>
                    <a:pt x="2461608" y="3015584"/>
                  </a:lnTo>
                  <a:lnTo>
                    <a:pt x="2462927" y="3010672"/>
                  </a:lnTo>
                  <a:lnTo>
                    <a:pt x="2463680" y="3010672"/>
                  </a:lnTo>
                  <a:lnTo>
                    <a:pt x="2464056" y="3010672"/>
                  </a:lnTo>
                  <a:lnTo>
                    <a:pt x="2465563" y="3010672"/>
                  </a:lnTo>
                  <a:lnTo>
                    <a:pt x="2466034" y="3010672"/>
                  </a:lnTo>
                  <a:lnTo>
                    <a:pt x="2466881" y="3010672"/>
                  </a:lnTo>
                  <a:lnTo>
                    <a:pt x="2467634" y="3010672"/>
                  </a:lnTo>
                  <a:lnTo>
                    <a:pt x="2469611" y="3005761"/>
                  </a:lnTo>
                  <a:lnTo>
                    <a:pt x="2469988" y="3005761"/>
                  </a:lnTo>
                  <a:lnTo>
                    <a:pt x="2471024" y="3005761"/>
                  </a:lnTo>
                  <a:lnTo>
                    <a:pt x="2473001" y="3005761"/>
                  </a:lnTo>
                  <a:lnTo>
                    <a:pt x="2474131" y="3005761"/>
                  </a:lnTo>
                  <a:lnTo>
                    <a:pt x="2474601" y="3005761"/>
                  </a:lnTo>
                  <a:lnTo>
                    <a:pt x="2475072" y="3005761"/>
                  </a:lnTo>
                  <a:lnTo>
                    <a:pt x="2476485" y="3005761"/>
                  </a:lnTo>
                  <a:lnTo>
                    <a:pt x="2478368" y="3005761"/>
                  </a:lnTo>
                  <a:lnTo>
                    <a:pt x="2479309" y="2991027"/>
                  </a:lnTo>
                  <a:lnTo>
                    <a:pt x="2479497" y="2991027"/>
                  </a:lnTo>
                  <a:lnTo>
                    <a:pt x="2479592" y="2991027"/>
                  </a:lnTo>
                  <a:lnTo>
                    <a:pt x="2482981" y="2991027"/>
                  </a:lnTo>
                  <a:lnTo>
                    <a:pt x="2485052" y="2991027"/>
                  </a:lnTo>
                  <a:lnTo>
                    <a:pt x="2485523" y="2991027"/>
                  </a:lnTo>
                  <a:lnTo>
                    <a:pt x="2485806" y="2991027"/>
                  </a:lnTo>
                  <a:lnTo>
                    <a:pt x="2487030" y="2991027"/>
                  </a:lnTo>
                  <a:lnTo>
                    <a:pt x="2487877" y="2986115"/>
                  </a:lnTo>
                  <a:lnTo>
                    <a:pt x="2489572" y="2986115"/>
                  </a:lnTo>
                  <a:lnTo>
                    <a:pt x="2489854" y="2986115"/>
                  </a:lnTo>
                  <a:lnTo>
                    <a:pt x="2490702" y="2986115"/>
                  </a:lnTo>
                  <a:lnTo>
                    <a:pt x="2491643" y="2981204"/>
                  </a:lnTo>
                  <a:lnTo>
                    <a:pt x="2492208" y="2981204"/>
                  </a:lnTo>
                  <a:lnTo>
                    <a:pt x="2493620" y="2976293"/>
                  </a:lnTo>
                  <a:lnTo>
                    <a:pt x="2494373" y="2976293"/>
                  </a:lnTo>
                  <a:lnTo>
                    <a:pt x="2495974" y="2976293"/>
                  </a:lnTo>
                  <a:lnTo>
                    <a:pt x="2497104" y="2971381"/>
                  </a:lnTo>
                  <a:lnTo>
                    <a:pt x="2498704" y="2971381"/>
                  </a:lnTo>
                  <a:lnTo>
                    <a:pt x="2499646" y="2971381"/>
                  </a:lnTo>
                  <a:lnTo>
                    <a:pt x="2500211" y="2971381"/>
                  </a:lnTo>
                  <a:lnTo>
                    <a:pt x="2501058" y="2971381"/>
                  </a:lnTo>
                  <a:lnTo>
                    <a:pt x="2502659" y="2971381"/>
                  </a:lnTo>
                  <a:lnTo>
                    <a:pt x="2504542" y="2971381"/>
                  </a:lnTo>
                  <a:lnTo>
                    <a:pt x="2506331" y="2966470"/>
                  </a:lnTo>
                  <a:lnTo>
                    <a:pt x="2507178" y="2966470"/>
                  </a:lnTo>
                  <a:lnTo>
                    <a:pt x="2507555" y="2961559"/>
                  </a:lnTo>
                  <a:lnTo>
                    <a:pt x="2508967" y="2961559"/>
                  </a:lnTo>
                  <a:lnTo>
                    <a:pt x="2509532" y="2961559"/>
                  </a:lnTo>
                  <a:lnTo>
                    <a:pt x="2510473" y="2961559"/>
                  </a:lnTo>
                  <a:lnTo>
                    <a:pt x="2511509" y="2961559"/>
                  </a:lnTo>
                  <a:lnTo>
                    <a:pt x="2512733" y="2956647"/>
                  </a:lnTo>
                  <a:lnTo>
                    <a:pt x="2514616" y="2951736"/>
                  </a:lnTo>
                  <a:lnTo>
                    <a:pt x="2515275" y="2951736"/>
                  </a:lnTo>
                  <a:lnTo>
                    <a:pt x="2515840" y="2941913"/>
                  </a:lnTo>
                  <a:lnTo>
                    <a:pt x="2517817" y="2941913"/>
                  </a:lnTo>
                  <a:lnTo>
                    <a:pt x="2519041" y="2941913"/>
                  </a:lnTo>
                  <a:lnTo>
                    <a:pt x="2520077" y="2941913"/>
                  </a:lnTo>
                  <a:lnTo>
                    <a:pt x="2520359" y="2941913"/>
                  </a:lnTo>
                  <a:lnTo>
                    <a:pt x="2521395" y="2941913"/>
                  </a:lnTo>
                  <a:lnTo>
                    <a:pt x="2522054" y="2941913"/>
                  </a:lnTo>
                  <a:lnTo>
                    <a:pt x="2523937" y="2941913"/>
                  </a:lnTo>
                  <a:lnTo>
                    <a:pt x="2524408" y="2941913"/>
                  </a:lnTo>
                  <a:lnTo>
                    <a:pt x="2526762" y="2937002"/>
                  </a:lnTo>
                  <a:lnTo>
                    <a:pt x="2528080" y="2937002"/>
                  </a:lnTo>
                  <a:lnTo>
                    <a:pt x="2528739" y="2937002"/>
                  </a:lnTo>
                  <a:lnTo>
                    <a:pt x="2530716" y="2937002"/>
                  </a:lnTo>
                  <a:lnTo>
                    <a:pt x="2530810" y="2937002"/>
                  </a:lnTo>
                  <a:lnTo>
                    <a:pt x="2530904" y="2937002"/>
                  </a:lnTo>
                  <a:lnTo>
                    <a:pt x="2531846" y="2937002"/>
                  </a:lnTo>
                  <a:lnTo>
                    <a:pt x="2532788" y="2937002"/>
                  </a:lnTo>
                  <a:lnTo>
                    <a:pt x="2534200" y="2937002"/>
                  </a:lnTo>
                  <a:lnTo>
                    <a:pt x="2534576" y="2937002"/>
                  </a:lnTo>
                  <a:lnTo>
                    <a:pt x="2534576" y="2932090"/>
                  </a:lnTo>
                  <a:lnTo>
                    <a:pt x="2535800" y="2927179"/>
                  </a:lnTo>
                  <a:lnTo>
                    <a:pt x="2537307" y="2927179"/>
                  </a:lnTo>
                  <a:lnTo>
                    <a:pt x="2537872" y="2927179"/>
                  </a:lnTo>
                  <a:lnTo>
                    <a:pt x="2539002" y="2927179"/>
                  </a:lnTo>
                  <a:lnTo>
                    <a:pt x="2540696" y="2927179"/>
                  </a:lnTo>
                  <a:lnTo>
                    <a:pt x="2541732" y="2927179"/>
                  </a:lnTo>
                  <a:lnTo>
                    <a:pt x="2542579" y="2922268"/>
                  </a:lnTo>
                  <a:lnTo>
                    <a:pt x="2542674" y="2922268"/>
                  </a:lnTo>
                  <a:lnTo>
                    <a:pt x="2543050" y="2922268"/>
                  </a:lnTo>
                  <a:lnTo>
                    <a:pt x="2543615" y="2922268"/>
                  </a:lnTo>
                  <a:lnTo>
                    <a:pt x="2544086" y="2922268"/>
                  </a:lnTo>
                  <a:lnTo>
                    <a:pt x="2545781" y="2922268"/>
                  </a:lnTo>
                  <a:lnTo>
                    <a:pt x="2546910" y="2922268"/>
                  </a:lnTo>
                  <a:lnTo>
                    <a:pt x="2547946" y="2922268"/>
                  </a:lnTo>
                  <a:lnTo>
                    <a:pt x="2548982" y="2922268"/>
                  </a:lnTo>
                  <a:lnTo>
                    <a:pt x="2551241" y="2922268"/>
                  </a:lnTo>
                  <a:lnTo>
                    <a:pt x="2551524" y="2922268"/>
                  </a:lnTo>
                  <a:lnTo>
                    <a:pt x="2552089" y="2922268"/>
                  </a:lnTo>
                  <a:lnTo>
                    <a:pt x="2554348" y="2922268"/>
                  </a:lnTo>
                  <a:lnTo>
                    <a:pt x="2555384" y="2922268"/>
                  </a:lnTo>
                  <a:lnTo>
                    <a:pt x="2556890" y="2922268"/>
                  </a:lnTo>
                  <a:lnTo>
                    <a:pt x="2557738" y="2912445"/>
                  </a:lnTo>
                  <a:lnTo>
                    <a:pt x="2558303" y="2907533"/>
                  </a:lnTo>
                  <a:lnTo>
                    <a:pt x="2559433" y="2907533"/>
                  </a:lnTo>
                  <a:lnTo>
                    <a:pt x="2560751" y="2907533"/>
                  </a:lnTo>
                  <a:lnTo>
                    <a:pt x="2561598" y="2902622"/>
                  </a:lnTo>
                  <a:lnTo>
                    <a:pt x="2562163" y="2902622"/>
                  </a:lnTo>
                  <a:lnTo>
                    <a:pt x="2564988" y="2897711"/>
                  </a:lnTo>
                  <a:lnTo>
                    <a:pt x="2565929" y="2897711"/>
                  </a:lnTo>
                  <a:lnTo>
                    <a:pt x="2568471" y="2892799"/>
                  </a:lnTo>
                  <a:lnTo>
                    <a:pt x="2569884" y="2892799"/>
                  </a:lnTo>
                  <a:lnTo>
                    <a:pt x="2570448" y="2892799"/>
                  </a:lnTo>
                  <a:lnTo>
                    <a:pt x="2570731" y="2892799"/>
                  </a:lnTo>
                  <a:lnTo>
                    <a:pt x="2571578" y="2892799"/>
                  </a:lnTo>
                  <a:lnTo>
                    <a:pt x="2572896" y="2892799"/>
                  </a:lnTo>
                  <a:lnTo>
                    <a:pt x="2573838" y="2892799"/>
                  </a:lnTo>
                  <a:lnTo>
                    <a:pt x="2573932" y="2892799"/>
                  </a:lnTo>
                  <a:lnTo>
                    <a:pt x="2575156" y="2892799"/>
                  </a:lnTo>
                  <a:lnTo>
                    <a:pt x="2575250" y="2892799"/>
                  </a:lnTo>
                  <a:lnTo>
                    <a:pt x="2575721" y="2892799"/>
                  </a:lnTo>
                  <a:lnTo>
                    <a:pt x="2576568" y="2892799"/>
                  </a:lnTo>
                  <a:lnTo>
                    <a:pt x="2576662" y="2892799"/>
                  </a:lnTo>
                  <a:lnTo>
                    <a:pt x="2578075" y="2892799"/>
                  </a:lnTo>
                  <a:lnTo>
                    <a:pt x="2579487" y="2892799"/>
                  </a:lnTo>
                  <a:lnTo>
                    <a:pt x="2580805" y="2887888"/>
                  </a:lnTo>
                  <a:lnTo>
                    <a:pt x="2580899" y="2882977"/>
                  </a:lnTo>
                  <a:lnTo>
                    <a:pt x="2582971" y="2882977"/>
                  </a:lnTo>
                  <a:lnTo>
                    <a:pt x="2585136" y="2878065"/>
                  </a:lnTo>
                  <a:lnTo>
                    <a:pt x="2585419" y="2878065"/>
                  </a:lnTo>
                  <a:lnTo>
                    <a:pt x="2585701" y="2878065"/>
                  </a:lnTo>
                  <a:lnTo>
                    <a:pt x="2591539" y="2873154"/>
                  </a:lnTo>
                  <a:lnTo>
                    <a:pt x="2592103" y="2873154"/>
                  </a:lnTo>
                  <a:lnTo>
                    <a:pt x="2593704" y="2868242"/>
                  </a:lnTo>
                  <a:lnTo>
                    <a:pt x="2594551" y="2868242"/>
                  </a:lnTo>
                  <a:lnTo>
                    <a:pt x="2594646" y="2868242"/>
                  </a:lnTo>
                  <a:lnTo>
                    <a:pt x="2596529" y="2868242"/>
                  </a:lnTo>
                  <a:lnTo>
                    <a:pt x="2597753" y="2863331"/>
                  </a:lnTo>
                  <a:lnTo>
                    <a:pt x="2597847" y="2863331"/>
                  </a:lnTo>
                  <a:lnTo>
                    <a:pt x="2599165" y="2863331"/>
                  </a:lnTo>
                  <a:lnTo>
                    <a:pt x="2600012" y="2858420"/>
                  </a:lnTo>
                  <a:lnTo>
                    <a:pt x="2600295" y="2858420"/>
                  </a:lnTo>
                  <a:lnTo>
                    <a:pt x="2601330" y="2858420"/>
                  </a:lnTo>
                  <a:lnTo>
                    <a:pt x="2602743" y="2858420"/>
                  </a:lnTo>
                  <a:lnTo>
                    <a:pt x="2603213" y="2858420"/>
                  </a:lnTo>
                  <a:lnTo>
                    <a:pt x="2604155" y="2858420"/>
                  </a:lnTo>
                  <a:lnTo>
                    <a:pt x="2605850" y="2858420"/>
                  </a:lnTo>
                  <a:lnTo>
                    <a:pt x="2607356" y="2858420"/>
                  </a:lnTo>
                  <a:lnTo>
                    <a:pt x="2608674" y="2858420"/>
                  </a:lnTo>
                  <a:lnTo>
                    <a:pt x="2608957" y="2858420"/>
                  </a:lnTo>
                  <a:lnTo>
                    <a:pt x="2609992" y="2858420"/>
                  </a:lnTo>
                  <a:lnTo>
                    <a:pt x="2610651" y="2858420"/>
                  </a:lnTo>
                  <a:lnTo>
                    <a:pt x="2612440" y="2853508"/>
                  </a:lnTo>
                  <a:lnTo>
                    <a:pt x="2614982" y="2853508"/>
                  </a:lnTo>
                  <a:lnTo>
                    <a:pt x="2616960" y="2853508"/>
                  </a:lnTo>
                  <a:lnTo>
                    <a:pt x="2617807" y="2853508"/>
                  </a:lnTo>
                  <a:lnTo>
                    <a:pt x="2619125" y="2853508"/>
                  </a:lnTo>
                  <a:lnTo>
                    <a:pt x="2619408" y="2853508"/>
                  </a:lnTo>
                  <a:lnTo>
                    <a:pt x="2620349" y="2853508"/>
                  </a:lnTo>
                  <a:lnTo>
                    <a:pt x="2622515" y="2853508"/>
                  </a:lnTo>
                  <a:lnTo>
                    <a:pt x="2623927" y="2853508"/>
                  </a:lnTo>
                  <a:lnTo>
                    <a:pt x="2624021" y="2853508"/>
                  </a:lnTo>
                  <a:lnTo>
                    <a:pt x="2625245" y="2853508"/>
                  </a:lnTo>
                  <a:lnTo>
                    <a:pt x="2625904" y="2853508"/>
                  </a:lnTo>
                  <a:lnTo>
                    <a:pt x="2626375" y="2853508"/>
                  </a:lnTo>
                  <a:lnTo>
                    <a:pt x="2627316" y="2853508"/>
                  </a:lnTo>
                  <a:lnTo>
                    <a:pt x="2628164" y="2853508"/>
                  </a:lnTo>
                  <a:lnTo>
                    <a:pt x="2630423" y="2848597"/>
                  </a:lnTo>
                  <a:lnTo>
                    <a:pt x="2631365" y="2838774"/>
                  </a:lnTo>
                  <a:lnTo>
                    <a:pt x="2632495" y="2833863"/>
                  </a:lnTo>
                  <a:lnTo>
                    <a:pt x="2633813" y="2833863"/>
                  </a:lnTo>
                  <a:lnTo>
                    <a:pt x="2635131" y="2833863"/>
                  </a:lnTo>
                  <a:lnTo>
                    <a:pt x="2636167" y="2833863"/>
                  </a:lnTo>
                  <a:lnTo>
                    <a:pt x="2636732" y="2833863"/>
                  </a:lnTo>
                  <a:lnTo>
                    <a:pt x="2638238" y="2833863"/>
                  </a:lnTo>
                  <a:lnTo>
                    <a:pt x="2638332" y="2833863"/>
                  </a:lnTo>
                  <a:lnTo>
                    <a:pt x="2640215" y="2828951"/>
                  </a:lnTo>
                  <a:lnTo>
                    <a:pt x="2640686" y="2824040"/>
                  </a:lnTo>
                  <a:lnTo>
                    <a:pt x="2642098" y="2824040"/>
                  </a:lnTo>
                  <a:lnTo>
                    <a:pt x="2643981" y="2814217"/>
                  </a:lnTo>
                  <a:lnTo>
                    <a:pt x="2644075" y="2814217"/>
                  </a:lnTo>
                  <a:lnTo>
                    <a:pt x="2645488" y="2814217"/>
                  </a:lnTo>
                  <a:lnTo>
                    <a:pt x="2646618" y="2814217"/>
                  </a:lnTo>
                  <a:lnTo>
                    <a:pt x="2647088" y="2814217"/>
                  </a:lnTo>
                  <a:lnTo>
                    <a:pt x="2649819" y="2809306"/>
                  </a:lnTo>
                  <a:lnTo>
                    <a:pt x="2650572" y="2804395"/>
                  </a:lnTo>
                  <a:lnTo>
                    <a:pt x="2650949" y="2804395"/>
                  </a:lnTo>
                  <a:lnTo>
                    <a:pt x="2651984" y="2804395"/>
                  </a:lnTo>
                  <a:lnTo>
                    <a:pt x="2653585" y="2804395"/>
                  </a:lnTo>
                  <a:lnTo>
                    <a:pt x="2654620" y="2799483"/>
                  </a:lnTo>
                  <a:lnTo>
                    <a:pt x="2655091" y="2799483"/>
                  </a:lnTo>
                  <a:lnTo>
                    <a:pt x="2656127" y="2799483"/>
                  </a:lnTo>
                  <a:lnTo>
                    <a:pt x="2656692" y="2799483"/>
                  </a:lnTo>
                  <a:lnTo>
                    <a:pt x="2657916" y="2799483"/>
                  </a:lnTo>
                  <a:lnTo>
                    <a:pt x="2658951" y="2794572"/>
                  </a:lnTo>
                  <a:lnTo>
                    <a:pt x="2660175" y="2789660"/>
                  </a:lnTo>
                  <a:lnTo>
                    <a:pt x="2661211" y="2789660"/>
                  </a:lnTo>
                  <a:lnTo>
                    <a:pt x="2662718" y="2784749"/>
                  </a:lnTo>
                  <a:lnTo>
                    <a:pt x="2664036" y="2779838"/>
                  </a:lnTo>
                  <a:lnTo>
                    <a:pt x="2666484" y="2779838"/>
                  </a:lnTo>
                  <a:lnTo>
                    <a:pt x="2667049" y="2774926"/>
                  </a:lnTo>
                  <a:lnTo>
                    <a:pt x="2667802" y="2774926"/>
                  </a:lnTo>
                  <a:lnTo>
                    <a:pt x="2668649" y="2774926"/>
                  </a:lnTo>
                  <a:lnTo>
                    <a:pt x="2670156" y="2774926"/>
                  </a:lnTo>
                  <a:lnTo>
                    <a:pt x="2671285" y="2774926"/>
                  </a:lnTo>
                  <a:lnTo>
                    <a:pt x="2672604" y="2774926"/>
                  </a:lnTo>
                  <a:lnTo>
                    <a:pt x="2673168" y="2774926"/>
                  </a:lnTo>
                  <a:lnTo>
                    <a:pt x="2673263" y="2774926"/>
                  </a:lnTo>
                  <a:lnTo>
                    <a:pt x="2676464" y="2774926"/>
                  </a:lnTo>
                  <a:lnTo>
                    <a:pt x="2677594" y="2774926"/>
                  </a:lnTo>
                  <a:lnTo>
                    <a:pt x="2677688" y="2774926"/>
                  </a:lnTo>
                  <a:lnTo>
                    <a:pt x="2680418" y="2770015"/>
                  </a:lnTo>
                  <a:lnTo>
                    <a:pt x="2680512" y="2770015"/>
                  </a:lnTo>
                  <a:lnTo>
                    <a:pt x="2682395" y="2770015"/>
                  </a:lnTo>
                  <a:lnTo>
                    <a:pt x="2684278" y="2770015"/>
                  </a:lnTo>
                  <a:lnTo>
                    <a:pt x="2685408" y="2770015"/>
                  </a:lnTo>
                  <a:lnTo>
                    <a:pt x="2685502" y="2770015"/>
                  </a:lnTo>
                  <a:lnTo>
                    <a:pt x="2687668" y="2770015"/>
                  </a:lnTo>
                  <a:lnTo>
                    <a:pt x="2687762" y="2770015"/>
                  </a:lnTo>
                  <a:lnTo>
                    <a:pt x="2688515" y="2770015"/>
                  </a:lnTo>
                  <a:lnTo>
                    <a:pt x="2690116" y="2770015"/>
                  </a:lnTo>
                  <a:lnTo>
                    <a:pt x="2691057" y="2770015"/>
                  </a:lnTo>
                  <a:lnTo>
                    <a:pt x="2692187" y="2770015"/>
                  </a:lnTo>
                  <a:lnTo>
                    <a:pt x="2693035" y="2770015"/>
                  </a:lnTo>
                  <a:lnTo>
                    <a:pt x="2694447" y="2770015"/>
                  </a:lnTo>
                  <a:lnTo>
                    <a:pt x="2695577" y="2760192"/>
                  </a:lnTo>
                  <a:lnTo>
                    <a:pt x="2696801" y="2760192"/>
                  </a:lnTo>
                  <a:lnTo>
                    <a:pt x="2696989" y="2760192"/>
                  </a:lnTo>
                  <a:lnTo>
                    <a:pt x="2697836" y="2760192"/>
                  </a:lnTo>
                  <a:lnTo>
                    <a:pt x="2699060" y="2760192"/>
                  </a:lnTo>
                  <a:lnTo>
                    <a:pt x="2700661" y="2760192"/>
                  </a:lnTo>
                  <a:lnTo>
                    <a:pt x="2701320" y="2755281"/>
                  </a:lnTo>
                  <a:lnTo>
                    <a:pt x="2702732" y="2755281"/>
                  </a:lnTo>
                  <a:lnTo>
                    <a:pt x="2703015" y="2755281"/>
                  </a:lnTo>
                  <a:lnTo>
                    <a:pt x="2704145" y="2755281"/>
                  </a:lnTo>
                  <a:lnTo>
                    <a:pt x="2706310" y="2755281"/>
                  </a:lnTo>
                  <a:lnTo>
                    <a:pt x="2707346" y="2755281"/>
                  </a:lnTo>
                  <a:lnTo>
                    <a:pt x="2708099" y="2755281"/>
                  </a:lnTo>
                  <a:lnTo>
                    <a:pt x="2710359" y="2755281"/>
                  </a:lnTo>
                  <a:lnTo>
                    <a:pt x="2712053" y="2755281"/>
                  </a:lnTo>
                  <a:lnTo>
                    <a:pt x="2712524" y="2755281"/>
                  </a:lnTo>
                  <a:lnTo>
                    <a:pt x="2712618" y="2755281"/>
                  </a:lnTo>
                  <a:lnTo>
                    <a:pt x="2712995" y="2755281"/>
                  </a:lnTo>
                  <a:lnTo>
                    <a:pt x="2715537" y="2755281"/>
                  </a:lnTo>
                  <a:lnTo>
                    <a:pt x="2717985" y="2755281"/>
                  </a:lnTo>
                  <a:lnTo>
                    <a:pt x="2720339" y="2755281"/>
                  </a:lnTo>
                  <a:lnTo>
                    <a:pt x="2721845" y="2755281"/>
                  </a:lnTo>
                  <a:lnTo>
                    <a:pt x="2722410" y="2755281"/>
                  </a:lnTo>
                  <a:lnTo>
                    <a:pt x="2722881" y="2755281"/>
                  </a:lnTo>
                  <a:lnTo>
                    <a:pt x="2722975" y="2755281"/>
                  </a:lnTo>
                  <a:lnTo>
                    <a:pt x="2724764" y="2755281"/>
                  </a:lnTo>
                  <a:lnTo>
                    <a:pt x="2727494" y="2755281"/>
                  </a:lnTo>
                  <a:lnTo>
                    <a:pt x="2727588" y="2755281"/>
                  </a:lnTo>
                  <a:lnTo>
                    <a:pt x="2727965" y="2755281"/>
                  </a:lnTo>
                  <a:lnTo>
                    <a:pt x="2728153" y="2755281"/>
                  </a:lnTo>
                  <a:lnTo>
                    <a:pt x="2729660" y="2755281"/>
                  </a:lnTo>
                  <a:lnTo>
                    <a:pt x="2730413" y="2755281"/>
                  </a:lnTo>
                  <a:lnTo>
                    <a:pt x="2731355" y="2750369"/>
                  </a:lnTo>
                  <a:lnTo>
                    <a:pt x="2734273" y="2735635"/>
                  </a:lnTo>
                  <a:lnTo>
                    <a:pt x="2736250" y="2735635"/>
                  </a:lnTo>
                  <a:lnTo>
                    <a:pt x="2736815" y="2730724"/>
                  </a:lnTo>
                  <a:lnTo>
                    <a:pt x="2737851" y="2730724"/>
                  </a:lnTo>
                  <a:lnTo>
                    <a:pt x="2740017" y="2725813"/>
                  </a:lnTo>
                  <a:lnTo>
                    <a:pt x="2742464" y="2725813"/>
                  </a:lnTo>
                  <a:lnTo>
                    <a:pt x="2742747" y="2725813"/>
                  </a:lnTo>
                  <a:lnTo>
                    <a:pt x="2743218" y="2725813"/>
                  </a:lnTo>
                  <a:lnTo>
                    <a:pt x="2744536" y="2725813"/>
                  </a:lnTo>
                  <a:lnTo>
                    <a:pt x="2747925" y="2720901"/>
                  </a:lnTo>
                  <a:lnTo>
                    <a:pt x="2748114" y="2720901"/>
                  </a:lnTo>
                  <a:lnTo>
                    <a:pt x="2749338" y="2720901"/>
                  </a:lnTo>
                  <a:lnTo>
                    <a:pt x="2749620" y="2720901"/>
                  </a:lnTo>
                  <a:lnTo>
                    <a:pt x="2750373" y="2720901"/>
                  </a:lnTo>
                  <a:lnTo>
                    <a:pt x="2751221" y="2720901"/>
                  </a:lnTo>
                  <a:lnTo>
                    <a:pt x="2751409" y="2720901"/>
                  </a:lnTo>
                  <a:lnTo>
                    <a:pt x="2752727" y="2720901"/>
                  </a:lnTo>
                  <a:lnTo>
                    <a:pt x="2752821" y="2720901"/>
                  </a:lnTo>
                  <a:lnTo>
                    <a:pt x="2754798" y="2720901"/>
                  </a:lnTo>
                  <a:lnTo>
                    <a:pt x="2755928" y="2720901"/>
                  </a:lnTo>
                  <a:lnTo>
                    <a:pt x="2756399" y="2720901"/>
                  </a:lnTo>
                  <a:lnTo>
                    <a:pt x="2758470" y="2715990"/>
                  </a:lnTo>
                  <a:lnTo>
                    <a:pt x="2758941" y="2715990"/>
                  </a:lnTo>
                  <a:lnTo>
                    <a:pt x="2761107" y="2715990"/>
                  </a:lnTo>
                  <a:lnTo>
                    <a:pt x="2762425" y="2706167"/>
                  </a:lnTo>
                  <a:lnTo>
                    <a:pt x="2764214" y="2706167"/>
                  </a:lnTo>
                  <a:lnTo>
                    <a:pt x="2765249" y="2706167"/>
                  </a:lnTo>
                  <a:lnTo>
                    <a:pt x="2770522" y="2691433"/>
                  </a:lnTo>
                  <a:lnTo>
                    <a:pt x="2771652" y="2686522"/>
                  </a:lnTo>
                  <a:lnTo>
                    <a:pt x="2772781" y="2681610"/>
                  </a:lnTo>
                  <a:lnTo>
                    <a:pt x="2774853" y="2681610"/>
                  </a:lnTo>
                  <a:lnTo>
                    <a:pt x="2774947" y="2681610"/>
                  </a:lnTo>
                  <a:lnTo>
                    <a:pt x="2775135" y="2681610"/>
                  </a:lnTo>
                  <a:lnTo>
                    <a:pt x="2776924" y="2676699"/>
                  </a:lnTo>
                  <a:lnTo>
                    <a:pt x="2777018" y="2676699"/>
                  </a:lnTo>
                  <a:lnTo>
                    <a:pt x="2778713" y="2671787"/>
                  </a:lnTo>
                  <a:lnTo>
                    <a:pt x="2778901" y="2671787"/>
                  </a:lnTo>
                  <a:lnTo>
                    <a:pt x="2780408" y="2671787"/>
                  </a:lnTo>
                  <a:lnTo>
                    <a:pt x="2781538" y="2671787"/>
                  </a:lnTo>
                  <a:lnTo>
                    <a:pt x="2784080" y="2666876"/>
                  </a:lnTo>
                  <a:lnTo>
                    <a:pt x="2785115" y="2666876"/>
                  </a:lnTo>
                  <a:lnTo>
                    <a:pt x="2786339" y="2666876"/>
                  </a:lnTo>
                  <a:lnTo>
                    <a:pt x="2786622" y="2666876"/>
                  </a:lnTo>
                  <a:lnTo>
                    <a:pt x="2787093" y="2666876"/>
                  </a:lnTo>
                  <a:lnTo>
                    <a:pt x="2789070" y="2652142"/>
                  </a:lnTo>
                  <a:lnTo>
                    <a:pt x="2790482" y="2652142"/>
                  </a:lnTo>
                  <a:lnTo>
                    <a:pt x="2792365" y="2652142"/>
                  </a:lnTo>
                  <a:lnTo>
                    <a:pt x="2793683" y="2652142"/>
                  </a:lnTo>
                  <a:lnTo>
                    <a:pt x="2794719" y="2652142"/>
                  </a:lnTo>
                  <a:lnTo>
                    <a:pt x="2796131" y="2652142"/>
                  </a:lnTo>
                  <a:lnTo>
                    <a:pt x="2796508" y="2652142"/>
                  </a:lnTo>
                  <a:lnTo>
                    <a:pt x="2797355" y="2652142"/>
                  </a:lnTo>
                  <a:lnTo>
                    <a:pt x="2799144" y="2652142"/>
                  </a:lnTo>
                  <a:lnTo>
                    <a:pt x="2800839" y="2652142"/>
                  </a:lnTo>
                  <a:lnTo>
                    <a:pt x="2802157" y="2647231"/>
                  </a:lnTo>
                  <a:lnTo>
                    <a:pt x="2802439" y="2647231"/>
                  </a:lnTo>
                  <a:lnTo>
                    <a:pt x="2803946" y="2647231"/>
                  </a:lnTo>
                  <a:lnTo>
                    <a:pt x="2805358" y="2642319"/>
                  </a:lnTo>
                  <a:lnTo>
                    <a:pt x="2805829" y="2642319"/>
                  </a:lnTo>
                  <a:lnTo>
                    <a:pt x="2808465" y="2632496"/>
                  </a:lnTo>
                  <a:lnTo>
                    <a:pt x="2809689" y="2632496"/>
                  </a:lnTo>
                  <a:lnTo>
                    <a:pt x="2811007" y="2632496"/>
                  </a:lnTo>
                  <a:lnTo>
                    <a:pt x="2811855" y="2632496"/>
                  </a:lnTo>
                  <a:lnTo>
                    <a:pt x="2814491" y="2632496"/>
                  </a:lnTo>
                  <a:lnTo>
                    <a:pt x="2814679" y="2632496"/>
                  </a:lnTo>
                  <a:lnTo>
                    <a:pt x="2817127" y="2627585"/>
                  </a:lnTo>
                  <a:lnTo>
                    <a:pt x="2818916" y="2622674"/>
                  </a:lnTo>
                  <a:lnTo>
                    <a:pt x="2820517" y="2622674"/>
                  </a:lnTo>
                  <a:lnTo>
                    <a:pt x="2820893" y="2617762"/>
                  </a:lnTo>
                  <a:lnTo>
                    <a:pt x="2822211" y="2617762"/>
                  </a:lnTo>
                  <a:lnTo>
                    <a:pt x="2823435" y="2617762"/>
                  </a:lnTo>
                  <a:lnTo>
                    <a:pt x="2824565" y="2617762"/>
                  </a:lnTo>
                  <a:lnTo>
                    <a:pt x="2826919" y="2617762"/>
                  </a:lnTo>
                  <a:lnTo>
                    <a:pt x="2827955" y="2612851"/>
                  </a:lnTo>
                  <a:lnTo>
                    <a:pt x="2828143" y="2612851"/>
                  </a:lnTo>
                  <a:lnTo>
                    <a:pt x="2828708" y="2607940"/>
                  </a:lnTo>
                  <a:lnTo>
                    <a:pt x="2830591" y="2607940"/>
                  </a:lnTo>
                  <a:lnTo>
                    <a:pt x="2830685" y="2607940"/>
                  </a:lnTo>
                  <a:lnTo>
                    <a:pt x="2830779" y="2607940"/>
                  </a:lnTo>
                  <a:lnTo>
                    <a:pt x="2833510" y="2607940"/>
                  </a:lnTo>
                  <a:lnTo>
                    <a:pt x="2835204" y="2603028"/>
                  </a:lnTo>
                  <a:lnTo>
                    <a:pt x="2835393" y="2603028"/>
                  </a:lnTo>
                  <a:lnTo>
                    <a:pt x="2835675" y="2603028"/>
                  </a:lnTo>
                  <a:lnTo>
                    <a:pt x="2835863" y="2603028"/>
                  </a:lnTo>
                  <a:lnTo>
                    <a:pt x="2838406" y="2603028"/>
                  </a:lnTo>
                  <a:lnTo>
                    <a:pt x="2838970" y="2603028"/>
                  </a:lnTo>
                  <a:lnTo>
                    <a:pt x="2840383" y="2603028"/>
                  </a:lnTo>
                  <a:lnTo>
                    <a:pt x="2841136" y="2603028"/>
                  </a:lnTo>
                  <a:lnTo>
                    <a:pt x="2842642" y="2603028"/>
                  </a:lnTo>
                  <a:lnTo>
                    <a:pt x="2843490" y="2603028"/>
                  </a:lnTo>
                  <a:lnTo>
                    <a:pt x="2844525" y="2598117"/>
                  </a:lnTo>
                  <a:lnTo>
                    <a:pt x="2845090" y="2598117"/>
                  </a:lnTo>
                  <a:lnTo>
                    <a:pt x="2845185" y="2598117"/>
                  </a:lnTo>
                  <a:lnTo>
                    <a:pt x="2846691" y="2598117"/>
                  </a:lnTo>
                  <a:lnTo>
                    <a:pt x="2848197" y="2598117"/>
                  </a:lnTo>
                  <a:lnTo>
                    <a:pt x="2849704" y="2598117"/>
                  </a:lnTo>
                  <a:lnTo>
                    <a:pt x="2851869" y="2598117"/>
                  </a:lnTo>
                  <a:lnTo>
                    <a:pt x="2853658" y="2598117"/>
                  </a:lnTo>
                  <a:lnTo>
                    <a:pt x="2854035" y="2598117"/>
                  </a:lnTo>
                  <a:lnTo>
                    <a:pt x="2854129" y="2598117"/>
                  </a:lnTo>
                  <a:lnTo>
                    <a:pt x="2854694" y="2598117"/>
                  </a:lnTo>
                  <a:lnTo>
                    <a:pt x="2856294" y="2598117"/>
                  </a:lnTo>
                  <a:lnTo>
                    <a:pt x="2859778" y="2598117"/>
                  </a:lnTo>
                  <a:lnTo>
                    <a:pt x="2860061" y="2598117"/>
                  </a:lnTo>
                  <a:lnTo>
                    <a:pt x="2861285" y="2593205"/>
                  </a:lnTo>
                  <a:lnTo>
                    <a:pt x="2863073" y="2593205"/>
                  </a:lnTo>
                  <a:lnTo>
                    <a:pt x="2864580" y="2593205"/>
                  </a:lnTo>
                  <a:lnTo>
                    <a:pt x="2864862" y="2593205"/>
                  </a:lnTo>
                  <a:lnTo>
                    <a:pt x="2866651" y="2593205"/>
                  </a:lnTo>
                  <a:lnTo>
                    <a:pt x="2867593" y="2593205"/>
                  </a:lnTo>
                  <a:lnTo>
                    <a:pt x="2868911" y="2588294"/>
                  </a:lnTo>
                  <a:lnTo>
                    <a:pt x="2872206" y="2588294"/>
                  </a:lnTo>
                  <a:lnTo>
                    <a:pt x="2872300" y="2588294"/>
                  </a:lnTo>
                  <a:lnTo>
                    <a:pt x="2873148" y="2588294"/>
                  </a:lnTo>
                  <a:lnTo>
                    <a:pt x="2874089" y="2588294"/>
                  </a:lnTo>
                  <a:lnTo>
                    <a:pt x="2875502" y="2588294"/>
                  </a:lnTo>
                  <a:lnTo>
                    <a:pt x="2876349" y="2588294"/>
                  </a:lnTo>
                  <a:lnTo>
                    <a:pt x="2878703" y="2588294"/>
                  </a:lnTo>
                  <a:lnTo>
                    <a:pt x="2880774" y="2588294"/>
                  </a:lnTo>
                  <a:lnTo>
                    <a:pt x="2882469" y="2588294"/>
                  </a:lnTo>
                  <a:lnTo>
                    <a:pt x="2883975" y="2583383"/>
                  </a:lnTo>
                  <a:lnTo>
                    <a:pt x="2884634" y="2583383"/>
                  </a:lnTo>
                  <a:lnTo>
                    <a:pt x="2885482" y="2583383"/>
                  </a:lnTo>
                  <a:lnTo>
                    <a:pt x="2887553" y="2573560"/>
                  </a:lnTo>
                  <a:lnTo>
                    <a:pt x="2889436" y="2573560"/>
                  </a:lnTo>
                  <a:lnTo>
                    <a:pt x="2890848" y="2573560"/>
                  </a:lnTo>
                  <a:lnTo>
                    <a:pt x="2891319" y="2573560"/>
                  </a:lnTo>
                  <a:lnTo>
                    <a:pt x="2891602" y="2573560"/>
                  </a:lnTo>
                  <a:lnTo>
                    <a:pt x="2893108" y="2573560"/>
                  </a:lnTo>
                  <a:lnTo>
                    <a:pt x="2895368" y="2563737"/>
                  </a:lnTo>
                  <a:lnTo>
                    <a:pt x="2896592" y="2563737"/>
                  </a:lnTo>
                  <a:lnTo>
                    <a:pt x="2897721" y="2563737"/>
                  </a:lnTo>
                  <a:lnTo>
                    <a:pt x="2899228" y="2563737"/>
                  </a:lnTo>
                  <a:lnTo>
                    <a:pt x="2900828" y="2563737"/>
                  </a:lnTo>
                  <a:lnTo>
                    <a:pt x="2901017" y="2563737"/>
                  </a:lnTo>
                  <a:lnTo>
                    <a:pt x="2901488" y="2563737"/>
                  </a:lnTo>
                  <a:lnTo>
                    <a:pt x="2901582" y="2563737"/>
                  </a:lnTo>
                  <a:lnTo>
                    <a:pt x="2901676" y="2563737"/>
                  </a:lnTo>
                  <a:lnTo>
                    <a:pt x="2903465" y="2563737"/>
                  </a:lnTo>
                  <a:lnTo>
                    <a:pt x="2904500" y="2563737"/>
                  </a:lnTo>
                  <a:lnTo>
                    <a:pt x="2905913" y="2563737"/>
                  </a:lnTo>
                  <a:lnTo>
                    <a:pt x="2906007" y="2563737"/>
                  </a:lnTo>
                  <a:lnTo>
                    <a:pt x="2907984" y="2563737"/>
                  </a:lnTo>
                  <a:lnTo>
                    <a:pt x="2908926" y="2563737"/>
                  </a:lnTo>
                  <a:lnTo>
                    <a:pt x="2912409" y="2553914"/>
                  </a:lnTo>
                  <a:lnTo>
                    <a:pt x="2913539" y="2549003"/>
                  </a:lnTo>
                  <a:lnTo>
                    <a:pt x="2915610" y="2544092"/>
                  </a:lnTo>
                  <a:lnTo>
                    <a:pt x="2916458" y="2544092"/>
                  </a:lnTo>
                  <a:lnTo>
                    <a:pt x="2917588" y="2534269"/>
                  </a:lnTo>
                  <a:lnTo>
                    <a:pt x="2917964" y="2534269"/>
                  </a:lnTo>
                  <a:lnTo>
                    <a:pt x="2920224" y="2534269"/>
                  </a:lnTo>
                  <a:lnTo>
                    <a:pt x="2920318" y="2534269"/>
                  </a:lnTo>
                  <a:lnTo>
                    <a:pt x="2921824" y="2534269"/>
                  </a:lnTo>
                  <a:lnTo>
                    <a:pt x="2925026" y="2529358"/>
                  </a:lnTo>
                  <a:lnTo>
                    <a:pt x="2926720" y="2529358"/>
                  </a:lnTo>
                  <a:lnTo>
                    <a:pt x="2927850" y="2529358"/>
                  </a:lnTo>
                  <a:lnTo>
                    <a:pt x="2929639" y="2529358"/>
                  </a:lnTo>
                  <a:lnTo>
                    <a:pt x="2930863" y="2529358"/>
                  </a:lnTo>
                  <a:lnTo>
                    <a:pt x="2931522" y="2529358"/>
                  </a:lnTo>
                  <a:lnTo>
                    <a:pt x="2931805" y="2529358"/>
                  </a:lnTo>
                  <a:lnTo>
                    <a:pt x="2933970" y="2524446"/>
                  </a:lnTo>
                  <a:lnTo>
                    <a:pt x="2936136" y="2519535"/>
                  </a:lnTo>
                  <a:lnTo>
                    <a:pt x="2937642" y="2509712"/>
                  </a:lnTo>
                  <a:lnTo>
                    <a:pt x="2938019" y="2509712"/>
                  </a:lnTo>
                  <a:lnTo>
                    <a:pt x="2939525" y="2504801"/>
                  </a:lnTo>
                  <a:lnTo>
                    <a:pt x="2939807" y="2504801"/>
                  </a:lnTo>
                  <a:lnTo>
                    <a:pt x="2941502" y="2494978"/>
                  </a:lnTo>
                  <a:lnTo>
                    <a:pt x="2943385" y="2494978"/>
                  </a:lnTo>
                  <a:lnTo>
                    <a:pt x="2945645" y="2494978"/>
                  </a:lnTo>
                  <a:lnTo>
                    <a:pt x="2947528" y="2494978"/>
                  </a:lnTo>
                  <a:lnTo>
                    <a:pt x="2948469" y="2494978"/>
                  </a:lnTo>
                  <a:lnTo>
                    <a:pt x="2949976" y="2490067"/>
                  </a:lnTo>
                  <a:lnTo>
                    <a:pt x="2951953" y="2490067"/>
                  </a:lnTo>
                  <a:lnTo>
                    <a:pt x="2953742" y="2490067"/>
                  </a:lnTo>
                  <a:lnTo>
                    <a:pt x="2955531" y="2490067"/>
                  </a:lnTo>
                  <a:lnTo>
                    <a:pt x="2955719" y="2490067"/>
                  </a:lnTo>
                  <a:lnTo>
                    <a:pt x="2960333" y="2485155"/>
                  </a:lnTo>
                  <a:lnTo>
                    <a:pt x="2960898" y="2485155"/>
                  </a:lnTo>
                  <a:lnTo>
                    <a:pt x="2961086" y="2485155"/>
                  </a:lnTo>
                  <a:lnTo>
                    <a:pt x="2962498" y="2475332"/>
                  </a:lnTo>
                  <a:lnTo>
                    <a:pt x="2963157" y="2470421"/>
                  </a:lnTo>
                  <a:lnTo>
                    <a:pt x="2965511" y="2470421"/>
                  </a:lnTo>
                  <a:lnTo>
                    <a:pt x="2967394" y="2470421"/>
                  </a:lnTo>
                  <a:lnTo>
                    <a:pt x="2968147" y="2470421"/>
                  </a:lnTo>
                  <a:lnTo>
                    <a:pt x="2969748" y="2465510"/>
                  </a:lnTo>
                  <a:lnTo>
                    <a:pt x="2971537" y="2465510"/>
                  </a:lnTo>
                  <a:lnTo>
                    <a:pt x="2973326" y="2465510"/>
                  </a:lnTo>
                  <a:lnTo>
                    <a:pt x="2975962" y="2465510"/>
                  </a:lnTo>
                  <a:lnTo>
                    <a:pt x="2976339" y="2465510"/>
                  </a:lnTo>
                  <a:lnTo>
                    <a:pt x="2976715" y="2465510"/>
                  </a:lnTo>
                  <a:lnTo>
                    <a:pt x="2977092" y="2465510"/>
                  </a:lnTo>
                  <a:lnTo>
                    <a:pt x="2978316" y="2460598"/>
                  </a:lnTo>
                  <a:lnTo>
                    <a:pt x="2980199" y="2460598"/>
                  </a:lnTo>
                  <a:lnTo>
                    <a:pt x="2981329" y="2455687"/>
                  </a:lnTo>
                  <a:lnTo>
                    <a:pt x="2981423" y="2455687"/>
                  </a:lnTo>
                  <a:lnTo>
                    <a:pt x="2981705" y="2455687"/>
                  </a:lnTo>
                  <a:lnTo>
                    <a:pt x="2983588" y="2455687"/>
                  </a:lnTo>
                  <a:lnTo>
                    <a:pt x="2985189" y="2455687"/>
                  </a:lnTo>
                  <a:lnTo>
                    <a:pt x="2988955" y="2455687"/>
                  </a:lnTo>
                  <a:lnTo>
                    <a:pt x="2989426" y="2455687"/>
                  </a:lnTo>
                  <a:lnTo>
                    <a:pt x="2991497" y="2455687"/>
                  </a:lnTo>
                  <a:lnTo>
                    <a:pt x="2992721" y="2455687"/>
                  </a:lnTo>
                  <a:lnTo>
                    <a:pt x="2993757" y="2455687"/>
                  </a:lnTo>
                  <a:lnTo>
                    <a:pt x="2996487" y="2455687"/>
                  </a:lnTo>
                  <a:lnTo>
                    <a:pt x="2998841" y="2455687"/>
                  </a:lnTo>
                  <a:lnTo>
                    <a:pt x="2999029" y="2455687"/>
                  </a:lnTo>
                  <a:lnTo>
                    <a:pt x="3001289" y="2455687"/>
                  </a:lnTo>
                  <a:lnTo>
                    <a:pt x="3002513" y="2455687"/>
                  </a:lnTo>
                  <a:lnTo>
                    <a:pt x="3004584" y="2450776"/>
                  </a:lnTo>
                  <a:lnTo>
                    <a:pt x="3006844" y="2450776"/>
                  </a:lnTo>
                  <a:lnTo>
                    <a:pt x="3007126" y="2445864"/>
                  </a:lnTo>
                  <a:lnTo>
                    <a:pt x="3007409" y="2445864"/>
                  </a:lnTo>
                  <a:lnTo>
                    <a:pt x="3008162" y="2445864"/>
                  </a:lnTo>
                  <a:lnTo>
                    <a:pt x="3008633" y="2440953"/>
                  </a:lnTo>
                  <a:lnTo>
                    <a:pt x="3008727" y="2440953"/>
                  </a:lnTo>
                  <a:lnTo>
                    <a:pt x="3010233" y="2440953"/>
                  </a:lnTo>
                  <a:lnTo>
                    <a:pt x="3010327" y="2440953"/>
                  </a:lnTo>
                  <a:lnTo>
                    <a:pt x="3011646" y="2436041"/>
                  </a:lnTo>
                  <a:lnTo>
                    <a:pt x="3013058" y="2436041"/>
                  </a:lnTo>
                  <a:lnTo>
                    <a:pt x="3015412" y="2436041"/>
                  </a:lnTo>
                  <a:lnTo>
                    <a:pt x="3015506" y="2436041"/>
                  </a:lnTo>
                  <a:lnTo>
                    <a:pt x="3016541" y="2431130"/>
                  </a:lnTo>
                  <a:lnTo>
                    <a:pt x="3017201" y="2431130"/>
                  </a:lnTo>
                  <a:lnTo>
                    <a:pt x="3018613" y="2431130"/>
                  </a:lnTo>
                  <a:lnTo>
                    <a:pt x="3020872" y="2426219"/>
                  </a:lnTo>
                  <a:lnTo>
                    <a:pt x="3022379" y="2421307"/>
                  </a:lnTo>
                  <a:lnTo>
                    <a:pt x="3022756" y="2421307"/>
                  </a:lnTo>
                  <a:lnTo>
                    <a:pt x="3023603" y="2421307"/>
                  </a:lnTo>
                  <a:lnTo>
                    <a:pt x="3025109" y="2416396"/>
                  </a:lnTo>
                  <a:lnTo>
                    <a:pt x="3026804" y="2416396"/>
                  </a:lnTo>
                  <a:lnTo>
                    <a:pt x="3028781" y="2411485"/>
                  </a:lnTo>
                  <a:lnTo>
                    <a:pt x="3030758" y="2411485"/>
                  </a:lnTo>
                  <a:lnTo>
                    <a:pt x="3032547" y="2406573"/>
                  </a:lnTo>
                  <a:lnTo>
                    <a:pt x="3034525" y="2406573"/>
                  </a:lnTo>
                  <a:lnTo>
                    <a:pt x="3034713" y="2406573"/>
                  </a:lnTo>
                  <a:lnTo>
                    <a:pt x="3034807" y="2406573"/>
                  </a:lnTo>
                  <a:lnTo>
                    <a:pt x="3037161" y="2406573"/>
                  </a:lnTo>
                  <a:lnTo>
                    <a:pt x="3037255" y="2406573"/>
                  </a:lnTo>
                  <a:lnTo>
                    <a:pt x="3038291" y="2396750"/>
                  </a:lnTo>
                  <a:lnTo>
                    <a:pt x="3039609" y="2396750"/>
                  </a:lnTo>
                  <a:lnTo>
                    <a:pt x="3039891" y="2396750"/>
                  </a:lnTo>
                  <a:lnTo>
                    <a:pt x="3041492" y="2396750"/>
                  </a:lnTo>
                  <a:lnTo>
                    <a:pt x="3041680" y="2396750"/>
                  </a:lnTo>
                  <a:lnTo>
                    <a:pt x="3041774" y="2396750"/>
                  </a:lnTo>
                  <a:lnTo>
                    <a:pt x="3045729" y="2391839"/>
                  </a:lnTo>
                  <a:lnTo>
                    <a:pt x="3047800" y="2391839"/>
                  </a:lnTo>
                  <a:lnTo>
                    <a:pt x="3050342" y="2391839"/>
                  </a:lnTo>
                  <a:lnTo>
                    <a:pt x="3050907" y="2386928"/>
                  </a:lnTo>
                  <a:lnTo>
                    <a:pt x="3052225" y="2386928"/>
                  </a:lnTo>
                  <a:lnTo>
                    <a:pt x="3054579" y="2386928"/>
                  </a:lnTo>
                  <a:lnTo>
                    <a:pt x="3057027" y="2386928"/>
                  </a:lnTo>
                  <a:lnTo>
                    <a:pt x="3057780" y="2386928"/>
                  </a:lnTo>
                  <a:lnTo>
                    <a:pt x="3060322" y="2386928"/>
                  </a:lnTo>
                  <a:lnTo>
                    <a:pt x="3060605" y="2386928"/>
                  </a:lnTo>
                  <a:lnTo>
                    <a:pt x="3060887" y="2386928"/>
                  </a:lnTo>
                  <a:lnTo>
                    <a:pt x="3062582" y="2377105"/>
                  </a:lnTo>
                  <a:lnTo>
                    <a:pt x="3064465" y="2377105"/>
                  </a:lnTo>
                  <a:lnTo>
                    <a:pt x="3066442" y="2372194"/>
                  </a:lnTo>
                  <a:lnTo>
                    <a:pt x="3069267" y="2362371"/>
                  </a:lnTo>
                  <a:lnTo>
                    <a:pt x="3069737" y="2362371"/>
                  </a:lnTo>
                  <a:lnTo>
                    <a:pt x="3071903" y="2362371"/>
                  </a:lnTo>
                  <a:lnTo>
                    <a:pt x="3072844" y="2362371"/>
                  </a:lnTo>
                  <a:lnTo>
                    <a:pt x="3074728" y="2362371"/>
                  </a:lnTo>
                  <a:lnTo>
                    <a:pt x="3076140" y="2362371"/>
                  </a:lnTo>
                  <a:lnTo>
                    <a:pt x="3076516" y="2357459"/>
                  </a:lnTo>
                  <a:lnTo>
                    <a:pt x="3078494" y="2352548"/>
                  </a:lnTo>
                  <a:lnTo>
                    <a:pt x="3079812" y="2352548"/>
                  </a:lnTo>
                  <a:lnTo>
                    <a:pt x="3081977" y="2352548"/>
                  </a:lnTo>
                  <a:lnTo>
                    <a:pt x="3083484" y="2352548"/>
                  </a:lnTo>
                  <a:lnTo>
                    <a:pt x="3083766" y="2352548"/>
                  </a:lnTo>
                  <a:lnTo>
                    <a:pt x="3084614" y="2352548"/>
                  </a:lnTo>
                  <a:lnTo>
                    <a:pt x="3084708" y="2352548"/>
                  </a:lnTo>
                  <a:lnTo>
                    <a:pt x="3086120" y="2352548"/>
                  </a:lnTo>
                  <a:lnTo>
                    <a:pt x="3086308" y="2352548"/>
                  </a:lnTo>
                  <a:lnTo>
                    <a:pt x="3089792" y="2352548"/>
                  </a:lnTo>
                  <a:lnTo>
                    <a:pt x="3089886" y="2352548"/>
                  </a:lnTo>
                  <a:lnTo>
                    <a:pt x="3089886" y="2347637"/>
                  </a:lnTo>
                  <a:lnTo>
                    <a:pt x="3091957" y="2347637"/>
                  </a:lnTo>
                  <a:lnTo>
                    <a:pt x="3092052" y="2347637"/>
                  </a:lnTo>
                  <a:lnTo>
                    <a:pt x="3094311" y="2342725"/>
                  </a:lnTo>
                  <a:lnTo>
                    <a:pt x="3095159" y="2342725"/>
                  </a:lnTo>
                  <a:lnTo>
                    <a:pt x="3096759" y="2342725"/>
                  </a:lnTo>
                  <a:lnTo>
                    <a:pt x="3096853" y="2342725"/>
                  </a:lnTo>
                  <a:lnTo>
                    <a:pt x="3097795" y="2342725"/>
                  </a:lnTo>
                  <a:lnTo>
                    <a:pt x="3098548" y="2342725"/>
                  </a:lnTo>
                  <a:lnTo>
                    <a:pt x="3100902" y="2337814"/>
                  </a:lnTo>
                  <a:lnTo>
                    <a:pt x="3103538" y="2337814"/>
                  </a:lnTo>
                  <a:lnTo>
                    <a:pt x="3105421" y="2337814"/>
                  </a:lnTo>
                  <a:lnTo>
                    <a:pt x="3106551" y="2332903"/>
                  </a:lnTo>
                  <a:lnTo>
                    <a:pt x="3108811" y="2323080"/>
                  </a:lnTo>
                  <a:lnTo>
                    <a:pt x="3108905" y="2323080"/>
                  </a:lnTo>
                  <a:lnTo>
                    <a:pt x="3110600" y="2323080"/>
                  </a:lnTo>
                  <a:lnTo>
                    <a:pt x="3112483" y="2318168"/>
                  </a:lnTo>
                  <a:lnTo>
                    <a:pt x="3113142" y="2313257"/>
                  </a:lnTo>
                  <a:lnTo>
                    <a:pt x="3115213" y="2303434"/>
                  </a:lnTo>
                  <a:lnTo>
                    <a:pt x="3116060" y="2303434"/>
                  </a:lnTo>
                  <a:lnTo>
                    <a:pt x="3119167" y="2303434"/>
                  </a:lnTo>
                  <a:lnTo>
                    <a:pt x="3119262" y="2303434"/>
                  </a:lnTo>
                  <a:lnTo>
                    <a:pt x="3119450" y="2303434"/>
                  </a:lnTo>
                  <a:lnTo>
                    <a:pt x="3121050" y="2298523"/>
                  </a:lnTo>
                  <a:lnTo>
                    <a:pt x="3121992" y="2298523"/>
                  </a:lnTo>
                  <a:lnTo>
                    <a:pt x="3123781" y="2298523"/>
                  </a:lnTo>
                  <a:lnTo>
                    <a:pt x="3123875" y="2298523"/>
                  </a:lnTo>
                  <a:lnTo>
                    <a:pt x="3125946" y="2298523"/>
                  </a:lnTo>
                  <a:lnTo>
                    <a:pt x="3126135" y="2298523"/>
                  </a:lnTo>
                  <a:lnTo>
                    <a:pt x="3127829" y="2298523"/>
                  </a:lnTo>
                  <a:lnTo>
                    <a:pt x="3130089" y="2298523"/>
                  </a:lnTo>
                  <a:lnTo>
                    <a:pt x="3131125" y="2298523"/>
                  </a:lnTo>
                  <a:lnTo>
                    <a:pt x="3132631" y="2298523"/>
                  </a:lnTo>
                  <a:lnTo>
                    <a:pt x="3132819" y="2298523"/>
                  </a:lnTo>
                  <a:lnTo>
                    <a:pt x="3132914" y="2298523"/>
                  </a:lnTo>
                  <a:lnTo>
                    <a:pt x="3134608" y="2298523"/>
                  </a:lnTo>
                  <a:lnTo>
                    <a:pt x="3136491" y="2293612"/>
                  </a:lnTo>
                  <a:lnTo>
                    <a:pt x="3138939" y="2293612"/>
                  </a:lnTo>
                  <a:lnTo>
                    <a:pt x="3143553" y="2278877"/>
                  </a:lnTo>
                  <a:lnTo>
                    <a:pt x="3143647" y="2278877"/>
                  </a:lnTo>
                  <a:lnTo>
                    <a:pt x="3144683" y="2273966"/>
                  </a:lnTo>
                  <a:lnTo>
                    <a:pt x="3146189" y="2273966"/>
                  </a:lnTo>
                  <a:lnTo>
                    <a:pt x="3146283" y="2273966"/>
                  </a:lnTo>
                  <a:lnTo>
                    <a:pt x="3146472" y="2273966"/>
                  </a:lnTo>
                  <a:lnTo>
                    <a:pt x="3147413" y="2273966"/>
                  </a:lnTo>
                  <a:lnTo>
                    <a:pt x="3149579" y="2273966"/>
                  </a:lnTo>
                  <a:lnTo>
                    <a:pt x="3152215" y="2273966"/>
                  </a:lnTo>
                  <a:lnTo>
                    <a:pt x="3152309" y="2273966"/>
                  </a:lnTo>
                  <a:lnTo>
                    <a:pt x="3154945" y="2273966"/>
                  </a:lnTo>
                  <a:lnTo>
                    <a:pt x="3155322" y="2273966"/>
                  </a:lnTo>
                  <a:lnTo>
                    <a:pt x="3157111" y="2269055"/>
                  </a:lnTo>
                  <a:lnTo>
                    <a:pt x="3161253" y="2269055"/>
                  </a:lnTo>
                  <a:lnTo>
                    <a:pt x="3161912" y="2269055"/>
                  </a:lnTo>
                  <a:lnTo>
                    <a:pt x="3162477" y="2269055"/>
                  </a:lnTo>
                  <a:lnTo>
                    <a:pt x="3163607" y="2264143"/>
                  </a:lnTo>
                  <a:lnTo>
                    <a:pt x="3163796" y="2264143"/>
                  </a:lnTo>
                  <a:lnTo>
                    <a:pt x="3165490" y="2264143"/>
                  </a:lnTo>
                  <a:lnTo>
                    <a:pt x="3166714" y="2264143"/>
                  </a:lnTo>
                  <a:lnTo>
                    <a:pt x="3168503" y="2264143"/>
                  </a:lnTo>
                  <a:lnTo>
                    <a:pt x="3168597" y="2264143"/>
                  </a:lnTo>
                  <a:lnTo>
                    <a:pt x="3168880" y="2264143"/>
                  </a:lnTo>
                  <a:lnTo>
                    <a:pt x="3171328" y="2259232"/>
                  </a:lnTo>
                  <a:lnTo>
                    <a:pt x="3172175" y="2259232"/>
                  </a:lnTo>
                  <a:lnTo>
                    <a:pt x="3173964" y="2259232"/>
                  </a:lnTo>
                  <a:lnTo>
                    <a:pt x="3174246" y="2254321"/>
                  </a:lnTo>
                  <a:lnTo>
                    <a:pt x="3174905" y="2254321"/>
                  </a:lnTo>
                  <a:lnTo>
                    <a:pt x="3178107" y="2249409"/>
                  </a:lnTo>
                  <a:lnTo>
                    <a:pt x="3179990" y="2249409"/>
                  </a:lnTo>
                  <a:lnTo>
                    <a:pt x="3183285" y="2239586"/>
                  </a:lnTo>
                  <a:lnTo>
                    <a:pt x="3183567" y="2239586"/>
                  </a:lnTo>
                  <a:lnTo>
                    <a:pt x="3186015" y="2234675"/>
                  </a:lnTo>
                  <a:lnTo>
                    <a:pt x="3186204" y="2234675"/>
                  </a:lnTo>
                  <a:lnTo>
                    <a:pt x="3187993" y="2234675"/>
                  </a:lnTo>
                  <a:lnTo>
                    <a:pt x="3189970" y="2224852"/>
                  </a:lnTo>
                  <a:lnTo>
                    <a:pt x="3191665" y="2224852"/>
                  </a:lnTo>
                  <a:lnTo>
                    <a:pt x="3192229" y="2219941"/>
                  </a:lnTo>
                  <a:lnTo>
                    <a:pt x="3194583" y="2219941"/>
                  </a:lnTo>
                  <a:lnTo>
                    <a:pt x="3195713" y="2219941"/>
                  </a:lnTo>
                  <a:lnTo>
                    <a:pt x="3196184" y="2210118"/>
                  </a:lnTo>
                  <a:lnTo>
                    <a:pt x="3196372" y="2210118"/>
                  </a:lnTo>
                  <a:lnTo>
                    <a:pt x="3198632" y="2205207"/>
                  </a:lnTo>
                  <a:lnTo>
                    <a:pt x="3198726" y="2205207"/>
                  </a:lnTo>
                  <a:lnTo>
                    <a:pt x="3200327" y="2205207"/>
                  </a:lnTo>
                  <a:lnTo>
                    <a:pt x="3200421" y="2200295"/>
                  </a:lnTo>
                  <a:lnTo>
                    <a:pt x="3201927" y="2200295"/>
                  </a:lnTo>
                  <a:lnTo>
                    <a:pt x="3202021" y="2200295"/>
                  </a:lnTo>
                  <a:lnTo>
                    <a:pt x="3202398" y="2200295"/>
                  </a:lnTo>
                  <a:lnTo>
                    <a:pt x="3204940" y="2200295"/>
                  </a:lnTo>
                  <a:lnTo>
                    <a:pt x="3205222" y="2200295"/>
                  </a:lnTo>
                  <a:lnTo>
                    <a:pt x="3205787" y="2200295"/>
                  </a:lnTo>
                  <a:lnTo>
                    <a:pt x="3208329" y="2195384"/>
                  </a:lnTo>
                  <a:lnTo>
                    <a:pt x="3209459" y="2195384"/>
                  </a:lnTo>
                  <a:lnTo>
                    <a:pt x="3209648" y="2195384"/>
                  </a:lnTo>
                  <a:lnTo>
                    <a:pt x="3211154" y="2190473"/>
                  </a:lnTo>
                  <a:lnTo>
                    <a:pt x="3212755" y="2190473"/>
                  </a:lnTo>
                  <a:lnTo>
                    <a:pt x="3214920" y="2185561"/>
                  </a:lnTo>
                  <a:lnTo>
                    <a:pt x="3217839" y="2180650"/>
                  </a:lnTo>
                  <a:lnTo>
                    <a:pt x="3219534" y="2180650"/>
                  </a:lnTo>
                  <a:lnTo>
                    <a:pt x="3221605" y="2180650"/>
                  </a:lnTo>
                  <a:lnTo>
                    <a:pt x="3221887" y="2180650"/>
                  </a:lnTo>
                  <a:lnTo>
                    <a:pt x="3222264" y="2180650"/>
                  </a:lnTo>
                  <a:lnTo>
                    <a:pt x="3226689" y="2175739"/>
                  </a:lnTo>
                  <a:lnTo>
                    <a:pt x="3226783" y="2175739"/>
                  </a:lnTo>
                  <a:lnTo>
                    <a:pt x="3229608" y="2170827"/>
                  </a:lnTo>
                  <a:lnTo>
                    <a:pt x="3229890" y="2170827"/>
                  </a:lnTo>
                  <a:lnTo>
                    <a:pt x="3231491" y="2165916"/>
                  </a:lnTo>
                  <a:lnTo>
                    <a:pt x="3233374" y="2165916"/>
                  </a:lnTo>
                  <a:lnTo>
                    <a:pt x="3234975" y="2165916"/>
                  </a:lnTo>
                  <a:lnTo>
                    <a:pt x="3237234" y="2165916"/>
                  </a:lnTo>
                  <a:lnTo>
                    <a:pt x="3237893" y="2161004"/>
                  </a:lnTo>
                  <a:lnTo>
                    <a:pt x="3238270" y="2161004"/>
                  </a:lnTo>
                  <a:lnTo>
                    <a:pt x="3239588" y="2161004"/>
                  </a:lnTo>
                  <a:lnTo>
                    <a:pt x="3240812" y="2161004"/>
                  </a:lnTo>
                  <a:lnTo>
                    <a:pt x="3243448" y="2161004"/>
                  </a:lnTo>
                  <a:lnTo>
                    <a:pt x="3243542" y="2161004"/>
                  </a:lnTo>
                  <a:lnTo>
                    <a:pt x="3245708" y="2151182"/>
                  </a:lnTo>
                  <a:lnTo>
                    <a:pt x="3247026" y="2151182"/>
                  </a:lnTo>
                  <a:lnTo>
                    <a:pt x="3247779" y="2151182"/>
                  </a:lnTo>
                  <a:lnTo>
                    <a:pt x="3247968" y="2151182"/>
                  </a:lnTo>
                  <a:lnTo>
                    <a:pt x="3249003" y="2151182"/>
                  </a:lnTo>
                  <a:lnTo>
                    <a:pt x="3251828" y="2151182"/>
                  </a:lnTo>
                  <a:lnTo>
                    <a:pt x="3255311" y="2146270"/>
                  </a:lnTo>
                  <a:lnTo>
                    <a:pt x="3257383" y="2146270"/>
                  </a:lnTo>
                  <a:lnTo>
                    <a:pt x="3259172" y="2141359"/>
                  </a:lnTo>
                  <a:lnTo>
                    <a:pt x="3261714" y="2126625"/>
                  </a:lnTo>
                  <a:lnTo>
                    <a:pt x="3263032" y="2126625"/>
                  </a:lnTo>
                  <a:lnTo>
                    <a:pt x="3266045" y="2126625"/>
                  </a:lnTo>
                  <a:lnTo>
                    <a:pt x="3267457" y="2121713"/>
                  </a:lnTo>
                  <a:lnTo>
                    <a:pt x="3267551" y="2121713"/>
                  </a:lnTo>
                  <a:lnTo>
                    <a:pt x="3269246" y="2121713"/>
                  </a:lnTo>
                  <a:lnTo>
                    <a:pt x="3269623" y="2121713"/>
                  </a:lnTo>
                  <a:lnTo>
                    <a:pt x="3270470" y="2121713"/>
                  </a:lnTo>
                  <a:lnTo>
                    <a:pt x="3270658" y="2121713"/>
                  </a:lnTo>
                  <a:lnTo>
                    <a:pt x="3270941" y="2121713"/>
                  </a:lnTo>
                  <a:lnTo>
                    <a:pt x="3273200" y="2121713"/>
                  </a:lnTo>
                  <a:lnTo>
                    <a:pt x="3273859" y="2121713"/>
                  </a:lnTo>
                  <a:lnTo>
                    <a:pt x="3275366" y="2121713"/>
                  </a:lnTo>
                  <a:lnTo>
                    <a:pt x="3275554" y="2121713"/>
                  </a:lnTo>
                  <a:lnTo>
                    <a:pt x="3278190" y="2116802"/>
                  </a:lnTo>
                  <a:lnTo>
                    <a:pt x="3278379" y="2116802"/>
                  </a:lnTo>
                  <a:lnTo>
                    <a:pt x="3278944" y="2116802"/>
                  </a:lnTo>
                  <a:lnTo>
                    <a:pt x="3279320" y="2116802"/>
                  </a:lnTo>
                  <a:lnTo>
                    <a:pt x="3281486" y="2111891"/>
                  </a:lnTo>
                  <a:lnTo>
                    <a:pt x="3283369" y="2111891"/>
                  </a:lnTo>
                  <a:lnTo>
                    <a:pt x="3283557" y="2111891"/>
                  </a:lnTo>
                  <a:lnTo>
                    <a:pt x="3284122" y="2111891"/>
                  </a:lnTo>
                  <a:lnTo>
                    <a:pt x="3284499" y="2111891"/>
                  </a:lnTo>
                  <a:lnTo>
                    <a:pt x="3290054" y="2111891"/>
                  </a:lnTo>
                  <a:lnTo>
                    <a:pt x="3292784" y="2111891"/>
                  </a:lnTo>
                  <a:lnTo>
                    <a:pt x="3295232" y="2102068"/>
                  </a:lnTo>
                  <a:lnTo>
                    <a:pt x="3297021" y="2102068"/>
                  </a:lnTo>
                  <a:lnTo>
                    <a:pt x="3299375" y="2102068"/>
                  </a:lnTo>
                  <a:lnTo>
                    <a:pt x="3300034" y="2102068"/>
                  </a:lnTo>
                  <a:lnTo>
                    <a:pt x="3302576" y="2102068"/>
                  </a:lnTo>
                  <a:lnTo>
                    <a:pt x="3304553" y="2102068"/>
                  </a:lnTo>
                  <a:lnTo>
                    <a:pt x="3306154" y="2102068"/>
                  </a:lnTo>
                  <a:lnTo>
                    <a:pt x="3306436" y="2102068"/>
                  </a:lnTo>
                  <a:lnTo>
                    <a:pt x="3308978" y="2102068"/>
                  </a:lnTo>
                  <a:lnTo>
                    <a:pt x="3309166" y="2102068"/>
                  </a:lnTo>
                  <a:lnTo>
                    <a:pt x="3310108" y="2102068"/>
                  </a:lnTo>
                  <a:lnTo>
                    <a:pt x="3312274" y="2092245"/>
                  </a:lnTo>
                  <a:lnTo>
                    <a:pt x="3314439" y="2092245"/>
                  </a:lnTo>
                  <a:lnTo>
                    <a:pt x="3314533" y="2092245"/>
                  </a:lnTo>
                  <a:lnTo>
                    <a:pt x="3314627" y="2092245"/>
                  </a:lnTo>
                  <a:lnTo>
                    <a:pt x="3317169" y="2092245"/>
                  </a:lnTo>
                  <a:lnTo>
                    <a:pt x="3317264" y="2092245"/>
                  </a:lnTo>
                  <a:lnTo>
                    <a:pt x="3318111" y="2092245"/>
                  </a:lnTo>
                  <a:lnTo>
                    <a:pt x="3318205" y="2092245"/>
                  </a:lnTo>
                  <a:lnTo>
                    <a:pt x="3319712" y="2092245"/>
                  </a:lnTo>
                  <a:lnTo>
                    <a:pt x="3322442" y="2082422"/>
                  </a:lnTo>
                  <a:lnTo>
                    <a:pt x="3322630" y="2082422"/>
                  </a:lnTo>
                  <a:lnTo>
                    <a:pt x="3325172" y="2082422"/>
                  </a:lnTo>
                  <a:lnTo>
                    <a:pt x="3326679" y="2082422"/>
                  </a:lnTo>
                  <a:lnTo>
                    <a:pt x="3328844" y="2082422"/>
                  </a:lnTo>
                  <a:lnTo>
                    <a:pt x="3331386" y="2072600"/>
                  </a:lnTo>
                  <a:lnTo>
                    <a:pt x="3333458" y="2067688"/>
                  </a:lnTo>
                  <a:lnTo>
                    <a:pt x="3333834" y="2067688"/>
                  </a:lnTo>
                  <a:lnTo>
                    <a:pt x="3334776" y="2067688"/>
                  </a:lnTo>
                  <a:lnTo>
                    <a:pt x="3337224" y="2067688"/>
                  </a:lnTo>
                  <a:lnTo>
                    <a:pt x="3338730" y="2062777"/>
                  </a:lnTo>
                  <a:lnTo>
                    <a:pt x="3341272" y="2062777"/>
                  </a:lnTo>
                  <a:lnTo>
                    <a:pt x="3341367" y="2062777"/>
                  </a:lnTo>
                  <a:lnTo>
                    <a:pt x="3341461" y="2062777"/>
                  </a:lnTo>
                  <a:lnTo>
                    <a:pt x="3343814" y="2062777"/>
                  </a:lnTo>
                  <a:lnTo>
                    <a:pt x="3344379" y="2062777"/>
                  </a:lnTo>
                  <a:lnTo>
                    <a:pt x="3346357" y="2062777"/>
                  </a:lnTo>
                  <a:lnTo>
                    <a:pt x="3349181" y="2062777"/>
                  </a:lnTo>
                  <a:lnTo>
                    <a:pt x="3349558" y="2062777"/>
                  </a:lnTo>
                  <a:lnTo>
                    <a:pt x="3350311" y="2057866"/>
                  </a:lnTo>
                  <a:lnTo>
                    <a:pt x="3352571" y="2057866"/>
                  </a:lnTo>
                  <a:lnTo>
                    <a:pt x="3352853" y="2057866"/>
                  </a:lnTo>
                  <a:lnTo>
                    <a:pt x="3355960" y="2057866"/>
                  </a:lnTo>
                  <a:lnTo>
                    <a:pt x="3358502" y="2052954"/>
                  </a:lnTo>
                  <a:lnTo>
                    <a:pt x="3358691" y="2052954"/>
                  </a:lnTo>
                  <a:lnTo>
                    <a:pt x="3358785" y="2052954"/>
                  </a:lnTo>
                  <a:lnTo>
                    <a:pt x="3359255" y="2048043"/>
                  </a:lnTo>
                  <a:lnTo>
                    <a:pt x="3359255" y="2043131"/>
                  </a:lnTo>
                  <a:lnTo>
                    <a:pt x="3362457" y="2043131"/>
                  </a:lnTo>
                  <a:lnTo>
                    <a:pt x="3363210" y="2043131"/>
                  </a:lnTo>
                  <a:lnTo>
                    <a:pt x="3363586" y="2043131"/>
                  </a:lnTo>
                  <a:lnTo>
                    <a:pt x="3364434" y="2043131"/>
                  </a:lnTo>
                  <a:lnTo>
                    <a:pt x="3367258" y="2023486"/>
                  </a:lnTo>
                  <a:lnTo>
                    <a:pt x="3368765" y="2023486"/>
                  </a:lnTo>
                  <a:lnTo>
                    <a:pt x="3371307" y="2023486"/>
                  </a:lnTo>
                  <a:lnTo>
                    <a:pt x="3373472" y="2018575"/>
                  </a:lnTo>
                  <a:lnTo>
                    <a:pt x="3373755" y="2018575"/>
                  </a:lnTo>
                  <a:lnTo>
                    <a:pt x="3377239" y="2018575"/>
                  </a:lnTo>
                  <a:lnTo>
                    <a:pt x="3378933" y="2018575"/>
                  </a:lnTo>
                  <a:lnTo>
                    <a:pt x="3381193" y="2013663"/>
                  </a:lnTo>
                  <a:lnTo>
                    <a:pt x="3381758" y="2013663"/>
                  </a:lnTo>
                  <a:lnTo>
                    <a:pt x="3385053" y="2008752"/>
                  </a:lnTo>
                  <a:lnTo>
                    <a:pt x="3388819" y="2003840"/>
                  </a:lnTo>
                  <a:lnTo>
                    <a:pt x="3389761" y="2003840"/>
                  </a:lnTo>
                  <a:lnTo>
                    <a:pt x="3389949" y="2003840"/>
                  </a:lnTo>
                  <a:lnTo>
                    <a:pt x="3390043" y="2003840"/>
                  </a:lnTo>
                  <a:lnTo>
                    <a:pt x="3390232" y="2003840"/>
                  </a:lnTo>
                  <a:lnTo>
                    <a:pt x="3392868" y="2003840"/>
                  </a:lnTo>
                  <a:lnTo>
                    <a:pt x="3393244" y="2003840"/>
                  </a:lnTo>
                  <a:lnTo>
                    <a:pt x="3393621" y="2003840"/>
                  </a:lnTo>
                  <a:lnTo>
                    <a:pt x="3394939" y="2003840"/>
                  </a:lnTo>
                  <a:lnTo>
                    <a:pt x="3397387" y="1994018"/>
                  </a:lnTo>
                  <a:lnTo>
                    <a:pt x="3398046" y="1994018"/>
                  </a:lnTo>
                  <a:lnTo>
                    <a:pt x="3398329" y="1994018"/>
                  </a:lnTo>
                  <a:lnTo>
                    <a:pt x="3398611" y="1994018"/>
                  </a:lnTo>
                  <a:lnTo>
                    <a:pt x="3401153" y="1994018"/>
                  </a:lnTo>
                  <a:lnTo>
                    <a:pt x="3402095" y="1994018"/>
                  </a:lnTo>
                  <a:lnTo>
                    <a:pt x="3403695" y="1994018"/>
                  </a:lnTo>
                  <a:lnTo>
                    <a:pt x="3406426" y="1989106"/>
                  </a:lnTo>
                  <a:lnTo>
                    <a:pt x="3410380" y="1989106"/>
                  </a:lnTo>
                  <a:lnTo>
                    <a:pt x="3413111" y="1979284"/>
                  </a:lnTo>
                  <a:lnTo>
                    <a:pt x="3413864" y="1979284"/>
                  </a:lnTo>
                  <a:lnTo>
                    <a:pt x="3415935" y="1979284"/>
                  </a:lnTo>
                  <a:lnTo>
                    <a:pt x="3416029" y="1979284"/>
                  </a:lnTo>
                  <a:lnTo>
                    <a:pt x="3419325" y="1974372"/>
                  </a:lnTo>
                  <a:lnTo>
                    <a:pt x="3419419" y="1974372"/>
                  </a:lnTo>
                  <a:lnTo>
                    <a:pt x="3421773" y="1974372"/>
                  </a:lnTo>
                  <a:lnTo>
                    <a:pt x="3423091" y="1969461"/>
                  </a:lnTo>
                  <a:lnTo>
                    <a:pt x="3424974" y="1969461"/>
                  </a:lnTo>
                  <a:lnTo>
                    <a:pt x="3426574" y="1964549"/>
                  </a:lnTo>
                  <a:lnTo>
                    <a:pt x="3427045" y="1964549"/>
                  </a:lnTo>
                  <a:lnTo>
                    <a:pt x="3427987" y="1964549"/>
                  </a:lnTo>
                  <a:lnTo>
                    <a:pt x="3429964" y="1964549"/>
                  </a:lnTo>
                  <a:lnTo>
                    <a:pt x="3430058" y="1964549"/>
                  </a:lnTo>
                  <a:lnTo>
                    <a:pt x="3430811" y="1959638"/>
                  </a:lnTo>
                  <a:lnTo>
                    <a:pt x="3431658" y="1959638"/>
                  </a:lnTo>
                  <a:lnTo>
                    <a:pt x="3433730" y="1959638"/>
                  </a:lnTo>
                  <a:lnTo>
                    <a:pt x="3434012" y="1959638"/>
                  </a:lnTo>
                  <a:lnTo>
                    <a:pt x="3435989" y="1954727"/>
                  </a:lnTo>
                  <a:lnTo>
                    <a:pt x="3438532" y="1949815"/>
                  </a:lnTo>
                  <a:lnTo>
                    <a:pt x="3439191" y="1939993"/>
                  </a:lnTo>
                  <a:lnTo>
                    <a:pt x="3439850" y="1939993"/>
                  </a:lnTo>
                  <a:lnTo>
                    <a:pt x="3443522" y="1935081"/>
                  </a:lnTo>
                  <a:lnTo>
                    <a:pt x="3448700" y="1935081"/>
                  </a:lnTo>
                  <a:lnTo>
                    <a:pt x="3451901" y="1930170"/>
                  </a:lnTo>
                  <a:lnTo>
                    <a:pt x="3451995" y="1930170"/>
                  </a:lnTo>
                  <a:lnTo>
                    <a:pt x="3455102" y="1930170"/>
                  </a:lnTo>
                  <a:lnTo>
                    <a:pt x="3456703" y="1925258"/>
                  </a:lnTo>
                  <a:lnTo>
                    <a:pt x="3456797" y="1925258"/>
                  </a:lnTo>
                  <a:lnTo>
                    <a:pt x="3458586" y="1920347"/>
                  </a:lnTo>
                  <a:lnTo>
                    <a:pt x="3459245" y="1915436"/>
                  </a:lnTo>
                  <a:lnTo>
                    <a:pt x="3459716" y="1915436"/>
                  </a:lnTo>
                  <a:lnTo>
                    <a:pt x="3459998" y="1915436"/>
                  </a:lnTo>
                  <a:lnTo>
                    <a:pt x="3462540" y="1915436"/>
                  </a:lnTo>
                  <a:lnTo>
                    <a:pt x="3462729" y="1915436"/>
                  </a:lnTo>
                  <a:lnTo>
                    <a:pt x="3464518" y="1910524"/>
                  </a:lnTo>
                  <a:lnTo>
                    <a:pt x="3465271" y="1905613"/>
                  </a:lnTo>
                  <a:lnTo>
                    <a:pt x="3467248" y="1905613"/>
                  </a:lnTo>
                  <a:lnTo>
                    <a:pt x="3467342" y="1905613"/>
                  </a:lnTo>
                  <a:lnTo>
                    <a:pt x="3469037" y="1905613"/>
                  </a:lnTo>
                  <a:lnTo>
                    <a:pt x="3469131" y="1905613"/>
                  </a:lnTo>
                  <a:lnTo>
                    <a:pt x="3469319" y="1905613"/>
                  </a:lnTo>
                  <a:lnTo>
                    <a:pt x="3469602" y="1905613"/>
                  </a:lnTo>
                  <a:lnTo>
                    <a:pt x="3469884" y="1905613"/>
                  </a:lnTo>
                  <a:lnTo>
                    <a:pt x="3471297" y="1905613"/>
                  </a:lnTo>
                  <a:lnTo>
                    <a:pt x="3474309" y="1905613"/>
                  </a:lnTo>
                  <a:lnTo>
                    <a:pt x="3474404" y="1905613"/>
                  </a:lnTo>
                  <a:lnTo>
                    <a:pt x="3474968" y="1905613"/>
                  </a:lnTo>
                  <a:lnTo>
                    <a:pt x="3475157" y="1905613"/>
                  </a:lnTo>
                  <a:lnTo>
                    <a:pt x="3475251" y="1905613"/>
                  </a:lnTo>
                  <a:lnTo>
                    <a:pt x="3477699" y="1905613"/>
                  </a:lnTo>
                  <a:lnTo>
                    <a:pt x="3479299" y="1905613"/>
                  </a:lnTo>
                  <a:lnTo>
                    <a:pt x="3482501" y="1905613"/>
                  </a:lnTo>
                  <a:lnTo>
                    <a:pt x="3485608" y="1905613"/>
                  </a:lnTo>
                  <a:lnTo>
                    <a:pt x="3486267" y="1905613"/>
                  </a:lnTo>
                  <a:lnTo>
                    <a:pt x="3488432" y="1905613"/>
                  </a:lnTo>
                  <a:lnTo>
                    <a:pt x="3488526" y="1905613"/>
                  </a:lnTo>
                  <a:lnTo>
                    <a:pt x="3491069" y="1905613"/>
                  </a:lnTo>
                  <a:lnTo>
                    <a:pt x="3491351" y="1905613"/>
                  </a:lnTo>
                  <a:lnTo>
                    <a:pt x="3495023" y="1905613"/>
                  </a:lnTo>
                  <a:lnTo>
                    <a:pt x="3497847" y="1900702"/>
                  </a:lnTo>
                  <a:lnTo>
                    <a:pt x="3497942" y="1900702"/>
                  </a:lnTo>
                  <a:lnTo>
                    <a:pt x="3498977" y="1890879"/>
                  </a:lnTo>
                  <a:lnTo>
                    <a:pt x="3500107" y="1881056"/>
                  </a:lnTo>
                  <a:lnTo>
                    <a:pt x="3502273" y="1881056"/>
                  </a:lnTo>
                  <a:lnTo>
                    <a:pt x="3505003" y="1876145"/>
                  </a:lnTo>
                  <a:lnTo>
                    <a:pt x="3506604" y="1876145"/>
                  </a:lnTo>
                  <a:lnTo>
                    <a:pt x="3507733" y="1871233"/>
                  </a:lnTo>
                  <a:lnTo>
                    <a:pt x="3509334" y="1871233"/>
                  </a:lnTo>
                  <a:lnTo>
                    <a:pt x="3509428" y="1871233"/>
                  </a:lnTo>
                  <a:lnTo>
                    <a:pt x="3511782" y="1871233"/>
                  </a:lnTo>
                  <a:lnTo>
                    <a:pt x="3512912" y="1871233"/>
                  </a:lnTo>
                  <a:lnTo>
                    <a:pt x="3513759" y="1871233"/>
                  </a:lnTo>
                  <a:lnTo>
                    <a:pt x="3513948" y="1871233"/>
                  </a:lnTo>
                  <a:lnTo>
                    <a:pt x="3514042" y="1871233"/>
                  </a:lnTo>
                  <a:lnTo>
                    <a:pt x="3514512" y="1871233"/>
                  </a:lnTo>
                  <a:lnTo>
                    <a:pt x="3517619" y="1866322"/>
                  </a:lnTo>
                  <a:lnTo>
                    <a:pt x="3521668" y="1866322"/>
                  </a:lnTo>
                  <a:lnTo>
                    <a:pt x="3522892" y="1866322"/>
                  </a:lnTo>
                  <a:lnTo>
                    <a:pt x="3525717" y="1856499"/>
                  </a:lnTo>
                  <a:lnTo>
                    <a:pt x="3525811" y="1856499"/>
                  </a:lnTo>
                  <a:lnTo>
                    <a:pt x="3528824" y="1856499"/>
                  </a:lnTo>
                  <a:lnTo>
                    <a:pt x="3529294" y="1856499"/>
                  </a:lnTo>
                  <a:lnTo>
                    <a:pt x="3532307" y="1856499"/>
                  </a:lnTo>
                  <a:lnTo>
                    <a:pt x="3533814" y="1856499"/>
                  </a:lnTo>
                  <a:lnTo>
                    <a:pt x="3536732" y="1851588"/>
                  </a:lnTo>
                  <a:lnTo>
                    <a:pt x="3537015" y="1846676"/>
                  </a:lnTo>
                  <a:lnTo>
                    <a:pt x="3537486" y="1846676"/>
                  </a:lnTo>
                  <a:lnTo>
                    <a:pt x="3537580" y="1846676"/>
                  </a:lnTo>
                  <a:lnTo>
                    <a:pt x="3539745" y="1836854"/>
                  </a:lnTo>
                  <a:lnTo>
                    <a:pt x="3540404" y="1836854"/>
                  </a:lnTo>
                  <a:lnTo>
                    <a:pt x="3541346" y="1836854"/>
                  </a:lnTo>
                  <a:lnTo>
                    <a:pt x="3543700" y="1836854"/>
                  </a:lnTo>
                  <a:lnTo>
                    <a:pt x="3543794" y="1836854"/>
                  </a:lnTo>
                  <a:lnTo>
                    <a:pt x="3543888" y="1836854"/>
                  </a:lnTo>
                  <a:lnTo>
                    <a:pt x="3547654" y="1831942"/>
                  </a:lnTo>
                  <a:lnTo>
                    <a:pt x="3548313" y="1831942"/>
                  </a:lnTo>
                  <a:lnTo>
                    <a:pt x="3548596" y="1831942"/>
                  </a:lnTo>
                  <a:lnTo>
                    <a:pt x="3549066" y="1831942"/>
                  </a:lnTo>
                  <a:lnTo>
                    <a:pt x="3551797" y="1831942"/>
                  </a:lnTo>
                  <a:lnTo>
                    <a:pt x="3554245" y="1831942"/>
                  </a:lnTo>
                  <a:lnTo>
                    <a:pt x="3557258" y="1831942"/>
                  </a:lnTo>
                  <a:lnTo>
                    <a:pt x="3558105" y="1831942"/>
                  </a:lnTo>
                  <a:lnTo>
                    <a:pt x="3561306" y="1827031"/>
                  </a:lnTo>
                  <a:lnTo>
                    <a:pt x="3565449" y="1827031"/>
                  </a:lnTo>
                  <a:lnTo>
                    <a:pt x="3566014" y="1827031"/>
                  </a:lnTo>
                  <a:lnTo>
                    <a:pt x="3567897" y="1827031"/>
                  </a:lnTo>
                  <a:lnTo>
                    <a:pt x="3570721" y="1827031"/>
                  </a:lnTo>
                  <a:lnTo>
                    <a:pt x="3570910" y="1827031"/>
                  </a:lnTo>
                  <a:lnTo>
                    <a:pt x="3574017" y="1822120"/>
                  </a:lnTo>
                  <a:lnTo>
                    <a:pt x="3574864" y="1817208"/>
                  </a:lnTo>
                  <a:lnTo>
                    <a:pt x="3580042" y="1817208"/>
                  </a:lnTo>
                  <a:lnTo>
                    <a:pt x="3580136" y="1817208"/>
                  </a:lnTo>
                  <a:lnTo>
                    <a:pt x="3580325" y="1817208"/>
                  </a:lnTo>
                  <a:lnTo>
                    <a:pt x="3580607" y="1817208"/>
                  </a:lnTo>
                  <a:lnTo>
                    <a:pt x="3580701" y="1812297"/>
                  </a:lnTo>
                  <a:lnTo>
                    <a:pt x="3582584" y="1807385"/>
                  </a:lnTo>
                  <a:lnTo>
                    <a:pt x="3582961" y="1807385"/>
                  </a:lnTo>
                  <a:lnTo>
                    <a:pt x="3583244" y="1807385"/>
                  </a:lnTo>
                  <a:lnTo>
                    <a:pt x="3584750" y="1807385"/>
                  </a:lnTo>
                  <a:lnTo>
                    <a:pt x="3585503" y="1807385"/>
                  </a:lnTo>
                  <a:lnTo>
                    <a:pt x="3587763" y="1807385"/>
                  </a:lnTo>
                  <a:lnTo>
                    <a:pt x="3588045" y="1807385"/>
                  </a:lnTo>
                  <a:lnTo>
                    <a:pt x="3589646" y="1807385"/>
                  </a:lnTo>
                  <a:lnTo>
                    <a:pt x="3590870" y="1802474"/>
                  </a:lnTo>
                  <a:lnTo>
                    <a:pt x="3591341" y="1797563"/>
                  </a:lnTo>
                  <a:lnTo>
                    <a:pt x="3596519" y="1782829"/>
                  </a:lnTo>
                  <a:lnTo>
                    <a:pt x="3600003" y="1773006"/>
                  </a:lnTo>
                  <a:lnTo>
                    <a:pt x="3602356" y="1773006"/>
                  </a:lnTo>
                  <a:lnTo>
                    <a:pt x="3605934" y="1768094"/>
                  </a:lnTo>
                  <a:lnTo>
                    <a:pt x="3606028" y="1768094"/>
                  </a:lnTo>
                  <a:lnTo>
                    <a:pt x="3610453" y="1758272"/>
                  </a:lnTo>
                  <a:lnTo>
                    <a:pt x="3611489" y="1758272"/>
                  </a:lnTo>
                  <a:lnTo>
                    <a:pt x="3615255" y="1758272"/>
                  </a:lnTo>
                  <a:lnTo>
                    <a:pt x="3617515" y="1753360"/>
                  </a:lnTo>
                  <a:lnTo>
                    <a:pt x="3621658" y="1748449"/>
                  </a:lnTo>
                  <a:lnTo>
                    <a:pt x="3621846" y="1748449"/>
                  </a:lnTo>
                  <a:lnTo>
                    <a:pt x="3622128" y="1748449"/>
                  </a:lnTo>
                  <a:lnTo>
                    <a:pt x="3622787" y="1748449"/>
                  </a:lnTo>
                  <a:lnTo>
                    <a:pt x="3624859" y="1748449"/>
                  </a:lnTo>
                  <a:lnTo>
                    <a:pt x="3624953" y="1748449"/>
                  </a:lnTo>
                  <a:lnTo>
                    <a:pt x="3626836" y="1748449"/>
                  </a:lnTo>
                  <a:lnTo>
                    <a:pt x="3629190" y="1748449"/>
                  </a:lnTo>
                  <a:lnTo>
                    <a:pt x="3629378" y="1748449"/>
                  </a:lnTo>
                  <a:lnTo>
                    <a:pt x="3632203" y="1748449"/>
                  </a:lnTo>
                  <a:lnTo>
                    <a:pt x="3633332" y="1748449"/>
                  </a:lnTo>
                  <a:lnTo>
                    <a:pt x="3633803" y="1743538"/>
                  </a:lnTo>
                  <a:lnTo>
                    <a:pt x="3636157" y="1743538"/>
                  </a:lnTo>
                  <a:lnTo>
                    <a:pt x="3636251" y="1743538"/>
                  </a:lnTo>
                  <a:lnTo>
                    <a:pt x="3638228" y="1743538"/>
                  </a:lnTo>
                  <a:lnTo>
                    <a:pt x="3642465" y="1743538"/>
                  </a:lnTo>
                  <a:lnTo>
                    <a:pt x="3645478" y="1743538"/>
                  </a:lnTo>
                  <a:lnTo>
                    <a:pt x="3646796" y="1743538"/>
                  </a:lnTo>
                  <a:lnTo>
                    <a:pt x="3649621" y="1743538"/>
                  </a:lnTo>
                  <a:lnTo>
                    <a:pt x="3651692" y="1743538"/>
                  </a:lnTo>
                  <a:lnTo>
                    <a:pt x="3655552" y="1728803"/>
                  </a:lnTo>
                  <a:lnTo>
                    <a:pt x="3655929" y="1728803"/>
                  </a:lnTo>
                  <a:lnTo>
                    <a:pt x="3659789" y="1723892"/>
                  </a:lnTo>
                  <a:lnTo>
                    <a:pt x="3660260" y="1723892"/>
                  </a:lnTo>
                  <a:lnTo>
                    <a:pt x="3660354" y="1723892"/>
                  </a:lnTo>
                  <a:lnTo>
                    <a:pt x="3663555" y="1718981"/>
                  </a:lnTo>
                  <a:lnTo>
                    <a:pt x="3665438" y="1718981"/>
                  </a:lnTo>
                  <a:lnTo>
                    <a:pt x="3665533" y="1718981"/>
                  </a:lnTo>
                  <a:lnTo>
                    <a:pt x="3665627" y="1718981"/>
                  </a:lnTo>
                  <a:lnTo>
                    <a:pt x="3669393" y="1709158"/>
                  </a:lnTo>
                  <a:lnTo>
                    <a:pt x="3669675" y="1704247"/>
                  </a:lnTo>
                  <a:lnTo>
                    <a:pt x="3669864" y="1699335"/>
                  </a:lnTo>
                  <a:lnTo>
                    <a:pt x="3670805" y="1699335"/>
                  </a:lnTo>
                  <a:lnTo>
                    <a:pt x="3674195" y="1689512"/>
                  </a:lnTo>
                  <a:lnTo>
                    <a:pt x="3675230" y="1689512"/>
                  </a:lnTo>
                  <a:lnTo>
                    <a:pt x="3675419" y="1689512"/>
                  </a:lnTo>
                  <a:lnTo>
                    <a:pt x="3675513" y="1689512"/>
                  </a:lnTo>
                  <a:lnTo>
                    <a:pt x="3675607" y="1689512"/>
                  </a:lnTo>
                  <a:lnTo>
                    <a:pt x="3678149" y="1684601"/>
                  </a:lnTo>
                  <a:lnTo>
                    <a:pt x="3678996" y="1684601"/>
                  </a:lnTo>
                  <a:lnTo>
                    <a:pt x="3679467" y="1684601"/>
                  </a:lnTo>
                  <a:lnTo>
                    <a:pt x="3683610" y="1679690"/>
                  </a:lnTo>
                  <a:lnTo>
                    <a:pt x="3689353" y="1669867"/>
                  </a:lnTo>
                  <a:lnTo>
                    <a:pt x="3689541" y="1669867"/>
                  </a:lnTo>
                  <a:lnTo>
                    <a:pt x="3691613" y="1664956"/>
                  </a:lnTo>
                  <a:lnTo>
                    <a:pt x="3694437" y="1664956"/>
                  </a:lnTo>
                  <a:lnTo>
                    <a:pt x="3697921" y="1664956"/>
                  </a:lnTo>
                  <a:lnTo>
                    <a:pt x="3702252" y="1664956"/>
                  </a:lnTo>
                  <a:lnTo>
                    <a:pt x="3702346" y="1664956"/>
                  </a:lnTo>
                  <a:lnTo>
                    <a:pt x="3702440" y="1664956"/>
                  </a:lnTo>
                  <a:lnTo>
                    <a:pt x="3704606" y="1664956"/>
                  </a:lnTo>
                  <a:lnTo>
                    <a:pt x="3707524" y="1660044"/>
                  </a:lnTo>
                  <a:lnTo>
                    <a:pt x="3707713" y="1655133"/>
                  </a:lnTo>
                  <a:lnTo>
                    <a:pt x="3708372" y="1650221"/>
                  </a:lnTo>
                  <a:lnTo>
                    <a:pt x="3710631" y="1650221"/>
                  </a:lnTo>
                  <a:lnTo>
                    <a:pt x="3711950" y="1650221"/>
                  </a:lnTo>
                  <a:lnTo>
                    <a:pt x="3713174" y="1650221"/>
                  </a:lnTo>
                  <a:lnTo>
                    <a:pt x="3713362" y="1650221"/>
                  </a:lnTo>
                  <a:lnTo>
                    <a:pt x="3714868" y="1645310"/>
                  </a:lnTo>
                  <a:lnTo>
                    <a:pt x="3716751" y="1635487"/>
                  </a:lnTo>
                  <a:lnTo>
                    <a:pt x="3718729" y="1635487"/>
                  </a:lnTo>
                  <a:lnTo>
                    <a:pt x="3719293" y="1630576"/>
                  </a:lnTo>
                  <a:lnTo>
                    <a:pt x="3720235" y="1625665"/>
                  </a:lnTo>
                  <a:lnTo>
                    <a:pt x="3720894" y="1625665"/>
                  </a:lnTo>
                  <a:lnTo>
                    <a:pt x="3721082" y="1625665"/>
                  </a:lnTo>
                  <a:lnTo>
                    <a:pt x="3723813" y="1625665"/>
                  </a:lnTo>
                  <a:lnTo>
                    <a:pt x="3725696" y="1620753"/>
                  </a:lnTo>
                  <a:lnTo>
                    <a:pt x="3730027" y="1620753"/>
                  </a:lnTo>
                  <a:lnTo>
                    <a:pt x="3730121" y="1620753"/>
                  </a:lnTo>
                  <a:lnTo>
                    <a:pt x="3735111" y="1615842"/>
                  </a:lnTo>
                  <a:lnTo>
                    <a:pt x="3735770" y="1615842"/>
                  </a:lnTo>
                  <a:lnTo>
                    <a:pt x="3739160" y="1610930"/>
                  </a:lnTo>
                  <a:lnTo>
                    <a:pt x="3743867" y="1606019"/>
                  </a:lnTo>
                  <a:lnTo>
                    <a:pt x="3744055" y="1606019"/>
                  </a:lnTo>
                  <a:lnTo>
                    <a:pt x="3744526" y="1601108"/>
                  </a:lnTo>
                  <a:lnTo>
                    <a:pt x="3748010" y="1601108"/>
                  </a:lnTo>
                  <a:lnTo>
                    <a:pt x="3748104" y="1601108"/>
                  </a:lnTo>
                  <a:lnTo>
                    <a:pt x="3748292" y="1601108"/>
                  </a:lnTo>
                  <a:lnTo>
                    <a:pt x="3752153" y="1596196"/>
                  </a:lnTo>
                  <a:lnTo>
                    <a:pt x="3752906" y="1591285"/>
                  </a:lnTo>
                  <a:lnTo>
                    <a:pt x="3755354" y="1591285"/>
                  </a:lnTo>
                  <a:lnTo>
                    <a:pt x="3755448" y="1591285"/>
                  </a:lnTo>
                  <a:lnTo>
                    <a:pt x="3755730" y="1591285"/>
                  </a:lnTo>
                  <a:lnTo>
                    <a:pt x="3756201" y="1591285"/>
                  </a:lnTo>
                  <a:lnTo>
                    <a:pt x="3756484" y="1586374"/>
                  </a:lnTo>
                  <a:lnTo>
                    <a:pt x="3757802" y="1586374"/>
                  </a:lnTo>
                  <a:lnTo>
                    <a:pt x="3760815" y="1581462"/>
                  </a:lnTo>
                  <a:lnTo>
                    <a:pt x="3761191" y="1581462"/>
                  </a:lnTo>
                  <a:lnTo>
                    <a:pt x="3761285" y="1581462"/>
                  </a:lnTo>
                  <a:lnTo>
                    <a:pt x="3761474" y="1581462"/>
                  </a:lnTo>
                  <a:lnTo>
                    <a:pt x="3763545" y="1581462"/>
                  </a:lnTo>
                  <a:lnTo>
                    <a:pt x="3763639" y="1581462"/>
                  </a:lnTo>
                  <a:lnTo>
                    <a:pt x="3764769" y="1576551"/>
                  </a:lnTo>
                  <a:lnTo>
                    <a:pt x="3768817" y="1576551"/>
                  </a:lnTo>
                  <a:lnTo>
                    <a:pt x="3772584" y="1576551"/>
                  </a:lnTo>
                  <a:lnTo>
                    <a:pt x="3778986" y="1571639"/>
                  </a:lnTo>
                  <a:lnTo>
                    <a:pt x="3779080" y="1571639"/>
                  </a:lnTo>
                  <a:lnTo>
                    <a:pt x="3782093" y="1566728"/>
                  </a:lnTo>
                  <a:lnTo>
                    <a:pt x="3782187" y="1566728"/>
                  </a:lnTo>
                  <a:lnTo>
                    <a:pt x="3785388" y="1561817"/>
                  </a:lnTo>
                  <a:lnTo>
                    <a:pt x="3785765" y="1561817"/>
                  </a:lnTo>
                  <a:lnTo>
                    <a:pt x="3786612" y="1561817"/>
                  </a:lnTo>
                  <a:lnTo>
                    <a:pt x="3789531" y="1551994"/>
                  </a:lnTo>
                  <a:lnTo>
                    <a:pt x="3789813" y="1551994"/>
                  </a:lnTo>
                  <a:lnTo>
                    <a:pt x="3790002" y="1551994"/>
                  </a:lnTo>
                  <a:lnTo>
                    <a:pt x="3790284" y="1551994"/>
                  </a:lnTo>
                  <a:lnTo>
                    <a:pt x="3793015" y="1551994"/>
                  </a:lnTo>
                  <a:lnTo>
                    <a:pt x="3793297" y="1547083"/>
                  </a:lnTo>
                  <a:lnTo>
                    <a:pt x="3794144" y="1547083"/>
                  </a:lnTo>
                  <a:lnTo>
                    <a:pt x="3794803" y="1542171"/>
                  </a:lnTo>
                  <a:lnTo>
                    <a:pt x="3796875" y="1537260"/>
                  </a:lnTo>
                  <a:lnTo>
                    <a:pt x="3797157" y="1537260"/>
                  </a:lnTo>
                  <a:lnTo>
                    <a:pt x="3797251" y="1537260"/>
                  </a:lnTo>
                  <a:lnTo>
                    <a:pt x="3799982" y="1537260"/>
                  </a:lnTo>
                  <a:lnTo>
                    <a:pt x="3800923" y="1537260"/>
                  </a:lnTo>
                  <a:lnTo>
                    <a:pt x="3801206" y="1537260"/>
                  </a:lnTo>
                  <a:lnTo>
                    <a:pt x="3801394" y="1537260"/>
                  </a:lnTo>
                  <a:lnTo>
                    <a:pt x="3802053" y="1537260"/>
                  </a:lnTo>
                  <a:lnTo>
                    <a:pt x="3804219" y="1532348"/>
                  </a:lnTo>
                  <a:lnTo>
                    <a:pt x="3806008" y="1532348"/>
                  </a:lnTo>
                  <a:lnTo>
                    <a:pt x="3810527" y="1532348"/>
                  </a:lnTo>
                  <a:lnTo>
                    <a:pt x="3810621" y="1532348"/>
                  </a:lnTo>
                  <a:lnTo>
                    <a:pt x="3814952" y="1532348"/>
                  </a:lnTo>
                  <a:lnTo>
                    <a:pt x="3820036" y="1527437"/>
                  </a:lnTo>
                  <a:lnTo>
                    <a:pt x="3820130" y="1527437"/>
                  </a:lnTo>
                  <a:lnTo>
                    <a:pt x="3820225" y="1527437"/>
                  </a:lnTo>
                  <a:lnTo>
                    <a:pt x="3822673" y="1527437"/>
                  </a:lnTo>
                  <a:lnTo>
                    <a:pt x="3824650" y="1527437"/>
                  </a:lnTo>
                  <a:lnTo>
                    <a:pt x="3824744" y="1527437"/>
                  </a:lnTo>
                  <a:lnTo>
                    <a:pt x="3825403" y="1527437"/>
                  </a:lnTo>
                  <a:lnTo>
                    <a:pt x="3829075" y="1527437"/>
                  </a:lnTo>
                  <a:lnTo>
                    <a:pt x="3829451" y="1527437"/>
                  </a:lnTo>
                  <a:lnTo>
                    <a:pt x="3832370" y="1527437"/>
                  </a:lnTo>
                  <a:lnTo>
                    <a:pt x="3833029" y="1527437"/>
                  </a:lnTo>
                  <a:lnTo>
                    <a:pt x="3834912" y="1527437"/>
                  </a:lnTo>
                  <a:lnTo>
                    <a:pt x="3835101" y="1527437"/>
                  </a:lnTo>
                  <a:lnTo>
                    <a:pt x="3837643" y="1527437"/>
                  </a:lnTo>
                  <a:lnTo>
                    <a:pt x="3837831" y="1527437"/>
                  </a:lnTo>
                  <a:lnTo>
                    <a:pt x="3837925" y="1527437"/>
                  </a:lnTo>
                  <a:lnTo>
                    <a:pt x="3838961" y="1527437"/>
                  </a:lnTo>
                  <a:lnTo>
                    <a:pt x="3841880" y="1527437"/>
                  </a:lnTo>
                  <a:lnTo>
                    <a:pt x="3841974" y="1527437"/>
                  </a:lnTo>
                  <a:lnTo>
                    <a:pt x="3842915" y="1527437"/>
                  </a:lnTo>
                  <a:lnTo>
                    <a:pt x="3842915" y="1522526"/>
                  </a:lnTo>
                  <a:lnTo>
                    <a:pt x="3844516" y="1522526"/>
                  </a:lnTo>
                  <a:lnTo>
                    <a:pt x="3845175" y="1522526"/>
                  </a:lnTo>
                  <a:lnTo>
                    <a:pt x="3849788" y="1522526"/>
                  </a:lnTo>
                  <a:lnTo>
                    <a:pt x="3849883" y="1522526"/>
                  </a:lnTo>
                  <a:lnTo>
                    <a:pt x="3853743" y="1517614"/>
                  </a:lnTo>
                  <a:lnTo>
                    <a:pt x="3858639" y="1512703"/>
                  </a:lnTo>
                  <a:lnTo>
                    <a:pt x="3860898" y="1502880"/>
                  </a:lnTo>
                  <a:lnTo>
                    <a:pt x="3861463" y="1502880"/>
                  </a:lnTo>
                  <a:lnTo>
                    <a:pt x="3864759" y="1497969"/>
                  </a:lnTo>
                  <a:lnTo>
                    <a:pt x="3865418" y="1497969"/>
                  </a:lnTo>
                  <a:lnTo>
                    <a:pt x="3865512" y="1497969"/>
                  </a:lnTo>
                  <a:lnTo>
                    <a:pt x="3868148" y="1497969"/>
                  </a:lnTo>
                  <a:lnTo>
                    <a:pt x="3869090" y="1493057"/>
                  </a:lnTo>
                  <a:lnTo>
                    <a:pt x="3870690" y="1493057"/>
                  </a:lnTo>
                  <a:lnTo>
                    <a:pt x="3874174" y="1493057"/>
                  </a:lnTo>
                  <a:lnTo>
                    <a:pt x="3874268" y="1493057"/>
                  </a:lnTo>
                  <a:lnTo>
                    <a:pt x="3876998" y="1493057"/>
                  </a:lnTo>
                  <a:lnTo>
                    <a:pt x="3877469" y="1493057"/>
                  </a:lnTo>
                  <a:lnTo>
                    <a:pt x="3877563" y="1493057"/>
                  </a:lnTo>
                  <a:lnTo>
                    <a:pt x="3877657" y="1493057"/>
                  </a:lnTo>
                  <a:lnTo>
                    <a:pt x="3879917" y="1493057"/>
                  </a:lnTo>
                  <a:lnTo>
                    <a:pt x="3880294" y="1493057"/>
                  </a:lnTo>
                  <a:lnTo>
                    <a:pt x="3883024" y="1488146"/>
                  </a:lnTo>
                  <a:lnTo>
                    <a:pt x="3883212" y="1488146"/>
                  </a:lnTo>
                  <a:lnTo>
                    <a:pt x="3883401" y="1488146"/>
                  </a:lnTo>
                  <a:lnTo>
                    <a:pt x="3885754" y="1488146"/>
                  </a:lnTo>
                  <a:lnTo>
                    <a:pt x="3886602" y="1488146"/>
                  </a:lnTo>
                  <a:lnTo>
                    <a:pt x="3887073" y="1488146"/>
                  </a:lnTo>
                  <a:lnTo>
                    <a:pt x="3887826" y="1483235"/>
                  </a:lnTo>
                  <a:lnTo>
                    <a:pt x="3888014" y="1483235"/>
                  </a:lnTo>
                  <a:lnTo>
                    <a:pt x="3889521" y="1483235"/>
                  </a:lnTo>
                  <a:lnTo>
                    <a:pt x="3891404" y="1478323"/>
                  </a:lnTo>
                  <a:lnTo>
                    <a:pt x="3895264" y="1478323"/>
                  </a:lnTo>
                  <a:lnTo>
                    <a:pt x="3898936" y="1468501"/>
                  </a:lnTo>
                  <a:lnTo>
                    <a:pt x="3904020" y="1468501"/>
                  </a:lnTo>
                  <a:lnTo>
                    <a:pt x="3904867" y="1468501"/>
                  </a:lnTo>
                  <a:lnTo>
                    <a:pt x="3904962" y="1468501"/>
                  </a:lnTo>
                  <a:lnTo>
                    <a:pt x="3905150" y="1468501"/>
                  </a:lnTo>
                  <a:lnTo>
                    <a:pt x="3908445" y="1468501"/>
                  </a:lnTo>
                  <a:lnTo>
                    <a:pt x="3910140" y="1468501"/>
                  </a:lnTo>
                  <a:lnTo>
                    <a:pt x="3910422" y="1468501"/>
                  </a:lnTo>
                  <a:lnTo>
                    <a:pt x="3913624" y="1468501"/>
                  </a:lnTo>
                  <a:lnTo>
                    <a:pt x="3913718" y="1468501"/>
                  </a:lnTo>
                  <a:lnTo>
                    <a:pt x="3914848" y="1468501"/>
                  </a:lnTo>
                  <a:lnTo>
                    <a:pt x="3914942" y="1468501"/>
                  </a:lnTo>
                  <a:lnTo>
                    <a:pt x="3917390" y="1468501"/>
                  </a:lnTo>
                  <a:lnTo>
                    <a:pt x="3919084" y="1468501"/>
                  </a:lnTo>
                  <a:lnTo>
                    <a:pt x="3919179" y="1468501"/>
                  </a:lnTo>
                  <a:lnTo>
                    <a:pt x="3922286" y="1468501"/>
                  </a:lnTo>
                  <a:lnTo>
                    <a:pt x="3925863" y="1463589"/>
                  </a:lnTo>
                  <a:lnTo>
                    <a:pt x="3926334" y="1463589"/>
                  </a:lnTo>
                  <a:lnTo>
                    <a:pt x="3926805" y="1463589"/>
                  </a:lnTo>
                  <a:lnTo>
                    <a:pt x="3929441" y="1458678"/>
                  </a:lnTo>
                  <a:lnTo>
                    <a:pt x="3929629" y="1458678"/>
                  </a:lnTo>
                  <a:lnTo>
                    <a:pt x="3929724" y="1458678"/>
                  </a:lnTo>
                  <a:lnTo>
                    <a:pt x="3930100" y="1458678"/>
                  </a:lnTo>
                  <a:lnTo>
                    <a:pt x="3930571" y="1458678"/>
                  </a:lnTo>
                  <a:lnTo>
                    <a:pt x="3934714" y="1453766"/>
                  </a:lnTo>
                  <a:lnTo>
                    <a:pt x="3938856" y="1453766"/>
                  </a:lnTo>
                  <a:lnTo>
                    <a:pt x="3944035" y="1453766"/>
                  </a:lnTo>
                  <a:lnTo>
                    <a:pt x="3945824" y="1443944"/>
                  </a:lnTo>
                  <a:lnTo>
                    <a:pt x="3946200" y="1443944"/>
                  </a:lnTo>
                  <a:lnTo>
                    <a:pt x="3951190" y="1443944"/>
                  </a:lnTo>
                  <a:lnTo>
                    <a:pt x="3954768" y="1439032"/>
                  </a:lnTo>
                  <a:lnTo>
                    <a:pt x="3954956" y="1439032"/>
                  </a:lnTo>
                  <a:lnTo>
                    <a:pt x="3956086" y="1434121"/>
                  </a:lnTo>
                  <a:lnTo>
                    <a:pt x="3957593" y="1434121"/>
                  </a:lnTo>
                  <a:lnTo>
                    <a:pt x="3961076" y="1434121"/>
                  </a:lnTo>
                  <a:lnTo>
                    <a:pt x="3961170" y="1434121"/>
                  </a:lnTo>
                  <a:lnTo>
                    <a:pt x="3963807" y="1434121"/>
                  </a:lnTo>
                  <a:lnTo>
                    <a:pt x="3964372" y="1434121"/>
                  </a:lnTo>
                  <a:lnTo>
                    <a:pt x="3965125" y="1434121"/>
                  </a:lnTo>
                  <a:lnTo>
                    <a:pt x="3966631" y="1429210"/>
                  </a:lnTo>
                  <a:lnTo>
                    <a:pt x="3966725" y="1429210"/>
                  </a:lnTo>
                  <a:lnTo>
                    <a:pt x="3968703" y="1429210"/>
                  </a:lnTo>
                  <a:lnTo>
                    <a:pt x="3968891" y="1429210"/>
                  </a:lnTo>
                  <a:lnTo>
                    <a:pt x="3968985" y="1429210"/>
                  </a:lnTo>
                  <a:lnTo>
                    <a:pt x="3970491" y="1429210"/>
                  </a:lnTo>
                  <a:lnTo>
                    <a:pt x="3970586" y="1429210"/>
                  </a:lnTo>
                  <a:lnTo>
                    <a:pt x="3971433" y="1429210"/>
                  </a:lnTo>
                  <a:lnTo>
                    <a:pt x="3971621" y="1429210"/>
                  </a:lnTo>
                  <a:lnTo>
                    <a:pt x="3971810" y="1424298"/>
                  </a:lnTo>
                  <a:lnTo>
                    <a:pt x="3973787" y="1419387"/>
                  </a:lnTo>
                  <a:lnTo>
                    <a:pt x="3974728" y="1419387"/>
                  </a:lnTo>
                  <a:lnTo>
                    <a:pt x="3979813" y="1419387"/>
                  </a:lnTo>
                  <a:lnTo>
                    <a:pt x="3983202" y="1419387"/>
                  </a:lnTo>
                  <a:lnTo>
                    <a:pt x="3986968" y="1409564"/>
                  </a:lnTo>
                  <a:lnTo>
                    <a:pt x="3987345" y="1409564"/>
                  </a:lnTo>
                  <a:lnTo>
                    <a:pt x="3990169" y="1409564"/>
                  </a:lnTo>
                  <a:lnTo>
                    <a:pt x="3992052" y="1404653"/>
                  </a:lnTo>
                  <a:lnTo>
                    <a:pt x="3992241" y="1404653"/>
                  </a:lnTo>
                  <a:lnTo>
                    <a:pt x="3995818" y="1404653"/>
                  </a:lnTo>
                  <a:lnTo>
                    <a:pt x="3995913" y="1404653"/>
                  </a:lnTo>
                  <a:lnTo>
                    <a:pt x="3996383" y="1404653"/>
                  </a:lnTo>
                  <a:lnTo>
                    <a:pt x="3996666" y="1404653"/>
                  </a:lnTo>
                  <a:lnTo>
                    <a:pt x="3996760" y="1404653"/>
                  </a:lnTo>
                  <a:lnTo>
                    <a:pt x="3999679" y="1404653"/>
                  </a:lnTo>
                  <a:lnTo>
                    <a:pt x="4001185" y="1404653"/>
                  </a:lnTo>
                  <a:lnTo>
                    <a:pt x="4002032" y="1404653"/>
                  </a:lnTo>
                  <a:lnTo>
                    <a:pt x="4002127" y="1404653"/>
                  </a:lnTo>
                  <a:lnTo>
                    <a:pt x="4002221" y="1404653"/>
                  </a:lnTo>
                  <a:lnTo>
                    <a:pt x="4004480" y="1399741"/>
                  </a:lnTo>
                  <a:lnTo>
                    <a:pt x="4004575" y="1399741"/>
                  </a:lnTo>
                  <a:lnTo>
                    <a:pt x="4007023" y="1394830"/>
                  </a:lnTo>
                  <a:lnTo>
                    <a:pt x="4007776" y="1394830"/>
                  </a:lnTo>
                  <a:lnTo>
                    <a:pt x="4008246" y="1394830"/>
                  </a:lnTo>
                  <a:lnTo>
                    <a:pt x="4009188" y="1394830"/>
                  </a:lnTo>
                  <a:lnTo>
                    <a:pt x="4011824" y="1389919"/>
                  </a:lnTo>
                  <a:lnTo>
                    <a:pt x="4017473" y="1385007"/>
                  </a:lnTo>
                  <a:lnTo>
                    <a:pt x="4021428" y="1385007"/>
                  </a:lnTo>
                  <a:lnTo>
                    <a:pt x="4025288" y="1375184"/>
                  </a:lnTo>
                  <a:lnTo>
                    <a:pt x="4026512" y="1370273"/>
                  </a:lnTo>
                  <a:lnTo>
                    <a:pt x="4031502" y="1370273"/>
                  </a:lnTo>
                  <a:lnTo>
                    <a:pt x="4031596" y="1370273"/>
                  </a:lnTo>
                  <a:lnTo>
                    <a:pt x="4032161" y="1370273"/>
                  </a:lnTo>
                  <a:lnTo>
                    <a:pt x="4032444" y="1370273"/>
                  </a:lnTo>
                  <a:lnTo>
                    <a:pt x="4035362" y="1370273"/>
                  </a:lnTo>
                  <a:lnTo>
                    <a:pt x="4035739" y="1370273"/>
                  </a:lnTo>
                  <a:lnTo>
                    <a:pt x="4036398" y="1370273"/>
                  </a:lnTo>
                  <a:lnTo>
                    <a:pt x="4041953" y="1370273"/>
                  </a:lnTo>
                  <a:lnTo>
                    <a:pt x="4042141" y="1370273"/>
                  </a:lnTo>
                  <a:lnTo>
                    <a:pt x="4045531" y="1370273"/>
                  </a:lnTo>
                  <a:lnTo>
                    <a:pt x="4045719" y="1370273"/>
                  </a:lnTo>
                  <a:lnTo>
                    <a:pt x="4046002" y="1370273"/>
                  </a:lnTo>
                  <a:lnTo>
                    <a:pt x="4046755" y="1365362"/>
                  </a:lnTo>
                  <a:lnTo>
                    <a:pt x="4046849" y="1365362"/>
                  </a:lnTo>
                  <a:lnTo>
                    <a:pt x="4049203" y="1360450"/>
                  </a:lnTo>
                  <a:lnTo>
                    <a:pt x="4049862" y="1355539"/>
                  </a:lnTo>
                  <a:lnTo>
                    <a:pt x="4049956" y="1355539"/>
                  </a:lnTo>
                  <a:lnTo>
                    <a:pt x="4050144" y="1355539"/>
                  </a:lnTo>
                  <a:lnTo>
                    <a:pt x="4051933" y="1355539"/>
                  </a:lnTo>
                  <a:lnTo>
                    <a:pt x="4052969" y="1355539"/>
                  </a:lnTo>
                  <a:lnTo>
                    <a:pt x="4053157" y="1355539"/>
                  </a:lnTo>
                  <a:lnTo>
                    <a:pt x="4053628" y="1355539"/>
                  </a:lnTo>
                  <a:lnTo>
                    <a:pt x="4058712" y="1355539"/>
                  </a:lnTo>
                  <a:lnTo>
                    <a:pt x="4062761" y="1355539"/>
                  </a:lnTo>
                  <a:lnTo>
                    <a:pt x="4066997" y="1355539"/>
                  </a:lnTo>
                  <a:lnTo>
                    <a:pt x="4067092" y="1355539"/>
                  </a:lnTo>
                  <a:lnTo>
                    <a:pt x="4067280" y="1355539"/>
                  </a:lnTo>
                  <a:lnTo>
                    <a:pt x="4070575" y="1345716"/>
                  </a:lnTo>
                  <a:lnTo>
                    <a:pt x="4071517" y="1345716"/>
                  </a:lnTo>
                  <a:lnTo>
                    <a:pt x="4074906" y="1345716"/>
                  </a:lnTo>
                  <a:lnTo>
                    <a:pt x="4075095" y="1345716"/>
                  </a:lnTo>
                  <a:lnTo>
                    <a:pt x="4076319" y="1345716"/>
                  </a:lnTo>
                  <a:lnTo>
                    <a:pt x="4078955" y="1345716"/>
                  </a:lnTo>
                  <a:lnTo>
                    <a:pt x="4079426" y="1340805"/>
                  </a:lnTo>
                  <a:lnTo>
                    <a:pt x="4082909" y="1340805"/>
                  </a:lnTo>
                  <a:lnTo>
                    <a:pt x="4083097" y="1340805"/>
                  </a:lnTo>
                  <a:lnTo>
                    <a:pt x="4084227" y="1340805"/>
                  </a:lnTo>
                  <a:lnTo>
                    <a:pt x="4084886" y="1340805"/>
                  </a:lnTo>
                  <a:lnTo>
                    <a:pt x="4084886" y="1335893"/>
                  </a:lnTo>
                  <a:lnTo>
                    <a:pt x="4086958" y="1335893"/>
                  </a:lnTo>
                  <a:lnTo>
                    <a:pt x="4087052" y="1335893"/>
                  </a:lnTo>
                  <a:lnTo>
                    <a:pt x="4087146" y="1335893"/>
                  </a:lnTo>
                  <a:lnTo>
                    <a:pt x="4087146" y="1330982"/>
                  </a:lnTo>
                  <a:lnTo>
                    <a:pt x="4087240" y="1330982"/>
                  </a:lnTo>
                  <a:lnTo>
                    <a:pt x="4090159" y="1330982"/>
                  </a:lnTo>
                  <a:lnTo>
                    <a:pt x="4091571" y="1330982"/>
                  </a:lnTo>
                  <a:lnTo>
                    <a:pt x="4091759" y="1330982"/>
                  </a:lnTo>
                  <a:lnTo>
                    <a:pt x="4092324" y="1330982"/>
                  </a:lnTo>
                  <a:lnTo>
                    <a:pt x="4092419" y="1330982"/>
                  </a:lnTo>
                  <a:lnTo>
                    <a:pt x="4092701" y="1330982"/>
                  </a:lnTo>
                  <a:lnTo>
                    <a:pt x="4095337" y="1321159"/>
                  </a:lnTo>
                  <a:lnTo>
                    <a:pt x="4100045" y="1311337"/>
                  </a:lnTo>
                  <a:lnTo>
                    <a:pt x="4105129" y="1311337"/>
                  </a:lnTo>
                  <a:lnTo>
                    <a:pt x="4109931" y="1311337"/>
                  </a:lnTo>
                  <a:lnTo>
                    <a:pt x="4110025" y="1311337"/>
                  </a:lnTo>
                  <a:lnTo>
                    <a:pt x="4112096" y="1311337"/>
                  </a:lnTo>
                  <a:lnTo>
                    <a:pt x="4115957" y="1306425"/>
                  </a:lnTo>
                  <a:lnTo>
                    <a:pt x="4116051" y="1306425"/>
                  </a:lnTo>
                  <a:lnTo>
                    <a:pt x="4116616" y="1301514"/>
                  </a:lnTo>
                  <a:lnTo>
                    <a:pt x="4116710" y="1301514"/>
                  </a:lnTo>
                  <a:lnTo>
                    <a:pt x="4120288" y="1301514"/>
                  </a:lnTo>
                  <a:lnTo>
                    <a:pt x="4123865" y="1301514"/>
                  </a:lnTo>
                  <a:lnTo>
                    <a:pt x="4124713" y="1301514"/>
                  </a:lnTo>
                  <a:lnTo>
                    <a:pt x="4127443" y="1301514"/>
                  </a:lnTo>
                  <a:lnTo>
                    <a:pt x="4127820" y="1296602"/>
                  </a:lnTo>
                  <a:lnTo>
                    <a:pt x="4129891" y="1286780"/>
                  </a:lnTo>
                  <a:lnTo>
                    <a:pt x="4131868" y="1286780"/>
                  </a:lnTo>
                  <a:lnTo>
                    <a:pt x="4132057" y="1286780"/>
                  </a:lnTo>
                  <a:lnTo>
                    <a:pt x="4132339" y="1286780"/>
                  </a:lnTo>
                  <a:lnTo>
                    <a:pt x="4132433" y="1286780"/>
                  </a:lnTo>
                  <a:lnTo>
                    <a:pt x="4134316" y="1281868"/>
                  </a:lnTo>
                  <a:lnTo>
                    <a:pt x="4134505" y="1281868"/>
                  </a:lnTo>
                  <a:lnTo>
                    <a:pt x="4135069" y="1281868"/>
                  </a:lnTo>
                  <a:lnTo>
                    <a:pt x="4135917" y="1281868"/>
                  </a:lnTo>
                  <a:lnTo>
                    <a:pt x="4136199" y="1281868"/>
                  </a:lnTo>
                  <a:lnTo>
                    <a:pt x="4138741" y="1272046"/>
                  </a:lnTo>
                  <a:lnTo>
                    <a:pt x="4146462" y="1257311"/>
                  </a:lnTo>
                  <a:lnTo>
                    <a:pt x="4147121" y="1257311"/>
                  </a:lnTo>
                  <a:lnTo>
                    <a:pt x="4150699" y="1257311"/>
                  </a:lnTo>
                  <a:lnTo>
                    <a:pt x="4154277" y="1247489"/>
                  </a:lnTo>
                  <a:lnTo>
                    <a:pt x="4154559" y="1247489"/>
                  </a:lnTo>
                  <a:lnTo>
                    <a:pt x="4154653" y="1247489"/>
                  </a:lnTo>
                  <a:lnTo>
                    <a:pt x="4158608" y="1247489"/>
                  </a:lnTo>
                  <a:lnTo>
                    <a:pt x="4159361" y="1247489"/>
                  </a:lnTo>
                  <a:lnTo>
                    <a:pt x="4160491" y="1247489"/>
                  </a:lnTo>
                  <a:lnTo>
                    <a:pt x="4160585" y="1247489"/>
                  </a:lnTo>
                  <a:lnTo>
                    <a:pt x="4164539" y="1247489"/>
                  </a:lnTo>
                  <a:lnTo>
                    <a:pt x="4168305" y="1237666"/>
                  </a:lnTo>
                  <a:lnTo>
                    <a:pt x="4168682" y="1237666"/>
                  </a:lnTo>
                  <a:lnTo>
                    <a:pt x="4169153" y="1237666"/>
                  </a:lnTo>
                  <a:lnTo>
                    <a:pt x="4170188" y="1237666"/>
                  </a:lnTo>
                  <a:lnTo>
                    <a:pt x="4171130" y="1237666"/>
                  </a:lnTo>
                  <a:lnTo>
                    <a:pt x="4173013" y="1232755"/>
                  </a:lnTo>
                  <a:lnTo>
                    <a:pt x="4173389" y="1232755"/>
                  </a:lnTo>
                  <a:lnTo>
                    <a:pt x="4173578" y="1232755"/>
                  </a:lnTo>
                  <a:lnTo>
                    <a:pt x="4176214" y="1227843"/>
                  </a:lnTo>
                  <a:lnTo>
                    <a:pt x="4177344" y="1227843"/>
                  </a:lnTo>
                  <a:lnTo>
                    <a:pt x="4177720" y="1227843"/>
                  </a:lnTo>
                  <a:lnTo>
                    <a:pt x="4177815" y="1222932"/>
                  </a:lnTo>
                  <a:lnTo>
                    <a:pt x="4178756" y="1222932"/>
                  </a:lnTo>
                  <a:lnTo>
                    <a:pt x="4181204" y="1218020"/>
                  </a:lnTo>
                  <a:lnTo>
                    <a:pt x="4181392" y="1218020"/>
                  </a:lnTo>
                  <a:lnTo>
                    <a:pt x="4185723" y="1218020"/>
                  </a:lnTo>
                  <a:lnTo>
                    <a:pt x="4189866" y="1213109"/>
                  </a:lnTo>
                  <a:lnTo>
                    <a:pt x="4190619" y="1213109"/>
                  </a:lnTo>
                  <a:lnTo>
                    <a:pt x="4194385" y="1213109"/>
                  </a:lnTo>
                  <a:lnTo>
                    <a:pt x="4196551" y="1208198"/>
                  </a:lnTo>
                  <a:lnTo>
                    <a:pt x="4200035" y="1208198"/>
                  </a:lnTo>
                  <a:lnTo>
                    <a:pt x="4203895" y="1198375"/>
                  </a:lnTo>
                  <a:lnTo>
                    <a:pt x="4204271" y="1198375"/>
                  </a:lnTo>
                  <a:lnTo>
                    <a:pt x="4204460" y="1193464"/>
                  </a:lnTo>
                  <a:lnTo>
                    <a:pt x="4204554" y="1193464"/>
                  </a:lnTo>
                  <a:lnTo>
                    <a:pt x="4204648" y="1193464"/>
                  </a:lnTo>
                  <a:lnTo>
                    <a:pt x="4207473" y="1193464"/>
                  </a:lnTo>
                  <a:lnTo>
                    <a:pt x="4210015" y="1183641"/>
                  </a:lnTo>
                  <a:lnTo>
                    <a:pt x="4210109" y="1183641"/>
                  </a:lnTo>
                  <a:lnTo>
                    <a:pt x="4210391" y="1183641"/>
                  </a:lnTo>
                  <a:lnTo>
                    <a:pt x="4212368" y="1178729"/>
                  </a:lnTo>
                  <a:lnTo>
                    <a:pt x="4212463" y="1173818"/>
                  </a:lnTo>
                  <a:lnTo>
                    <a:pt x="4214063" y="1168907"/>
                  </a:lnTo>
                  <a:lnTo>
                    <a:pt x="4216511" y="1168907"/>
                  </a:lnTo>
                  <a:lnTo>
                    <a:pt x="4216699" y="1168907"/>
                  </a:lnTo>
                  <a:lnTo>
                    <a:pt x="4217641" y="1168907"/>
                  </a:lnTo>
                  <a:lnTo>
                    <a:pt x="4220560" y="1168907"/>
                  </a:lnTo>
                  <a:lnTo>
                    <a:pt x="4222160" y="1168907"/>
                  </a:lnTo>
                  <a:lnTo>
                    <a:pt x="4222254" y="1168907"/>
                  </a:lnTo>
                  <a:lnTo>
                    <a:pt x="4222349" y="1168907"/>
                  </a:lnTo>
                  <a:lnTo>
                    <a:pt x="4224137" y="1163995"/>
                  </a:lnTo>
                  <a:lnTo>
                    <a:pt x="4228280" y="1163995"/>
                  </a:lnTo>
                  <a:lnTo>
                    <a:pt x="4230352" y="1163995"/>
                  </a:lnTo>
                  <a:lnTo>
                    <a:pt x="4234777" y="1163995"/>
                  </a:lnTo>
                  <a:lnTo>
                    <a:pt x="4235247" y="1159084"/>
                  </a:lnTo>
                  <a:lnTo>
                    <a:pt x="4235812" y="1159084"/>
                  </a:lnTo>
                  <a:lnTo>
                    <a:pt x="4239578" y="1154173"/>
                  </a:lnTo>
                  <a:lnTo>
                    <a:pt x="4239673" y="1154173"/>
                  </a:lnTo>
                  <a:lnTo>
                    <a:pt x="4242403" y="1154173"/>
                  </a:lnTo>
                  <a:lnTo>
                    <a:pt x="4243721" y="1144350"/>
                  </a:lnTo>
                  <a:lnTo>
                    <a:pt x="4245698" y="1144350"/>
                  </a:lnTo>
                  <a:lnTo>
                    <a:pt x="4247958" y="1144350"/>
                  </a:lnTo>
                  <a:lnTo>
                    <a:pt x="4250594" y="1144350"/>
                  </a:lnTo>
                  <a:lnTo>
                    <a:pt x="4250877" y="1144350"/>
                  </a:lnTo>
                  <a:lnTo>
                    <a:pt x="4251253" y="1144350"/>
                  </a:lnTo>
                  <a:lnTo>
                    <a:pt x="4253042" y="1144350"/>
                  </a:lnTo>
                  <a:lnTo>
                    <a:pt x="4253890" y="1144350"/>
                  </a:lnTo>
                  <a:lnTo>
                    <a:pt x="4256714" y="1144350"/>
                  </a:lnTo>
                  <a:lnTo>
                    <a:pt x="4256902" y="1139438"/>
                  </a:lnTo>
                  <a:lnTo>
                    <a:pt x="4257091" y="1139438"/>
                  </a:lnTo>
                  <a:lnTo>
                    <a:pt x="4258974" y="1139438"/>
                  </a:lnTo>
                  <a:lnTo>
                    <a:pt x="4259727" y="1139438"/>
                  </a:lnTo>
                  <a:lnTo>
                    <a:pt x="4259915" y="1139438"/>
                  </a:lnTo>
                  <a:lnTo>
                    <a:pt x="4260763" y="1139438"/>
                  </a:lnTo>
                  <a:lnTo>
                    <a:pt x="4261422" y="1139438"/>
                  </a:lnTo>
                  <a:lnTo>
                    <a:pt x="4263022" y="1134527"/>
                  </a:lnTo>
                  <a:lnTo>
                    <a:pt x="4263399" y="1129616"/>
                  </a:lnTo>
                  <a:lnTo>
                    <a:pt x="4267730" y="1124704"/>
                  </a:lnTo>
                  <a:lnTo>
                    <a:pt x="4271590" y="1124704"/>
                  </a:lnTo>
                  <a:lnTo>
                    <a:pt x="4276109" y="1119793"/>
                  </a:lnTo>
                  <a:lnTo>
                    <a:pt x="4281476" y="1119793"/>
                  </a:lnTo>
                  <a:lnTo>
                    <a:pt x="4281853" y="1119793"/>
                  </a:lnTo>
                  <a:lnTo>
                    <a:pt x="4284489" y="1114882"/>
                  </a:lnTo>
                  <a:lnTo>
                    <a:pt x="4285242" y="1109970"/>
                  </a:lnTo>
                  <a:lnTo>
                    <a:pt x="4285431" y="1109970"/>
                  </a:lnTo>
                  <a:lnTo>
                    <a:pt x="4288161" y="1109970"/>
                  </a:lnTo>
                  <a:lnTo>
                    <a:pt x="4290044" y="1105059"/>
                  </a:lnTo>
                  <a:lnTo>
                    <a:pt x="4290891" y="1105059"/>
                  </a:lnTo>
                  <a:lnTo>
                    <a:pt x="4290986" y="1105059"/>
                  </a:lnTo>
                  <a:lnTo>
                    <a:pt x="4291739" y="1105059"/>
                  </a:lnTo>
                  <a:lnTo>
                    <a:pt x="4294187" y="1100147"/>
                  </a:lnTo>
                  <a:lnTo>
                    <a:pt x="4294281" y="1100147"/>
                  </a:lnTo>
                  <a:lnTo>
                    <a:pt x="4299365" y="1095236"/>
                  </a:lnTo>
                  <a:lnTo>
                    <a:pt x="4299459" y="1095236"/>
                  </a:lnTo>
                  <a:lnTo>
                    <a:pt x="4299648" y="1095236"/>
                  </a:lnTo>
                  <a:lnTo>
                    <a:pt x="4300589" y="1095236"/>
                  </a:lnTo>
                  <a:lnTo>
                    <a:pt x="4301154" y="1095236"/>
                  </a:lnTo>
                  <a:lnTo>
                    <a:pt x="4303790" y="1095236"/>
                  </a:lnTo>
                  <a:lnTo>
                    <a:pt x="4304920" y="1095236"/>
                  </a:lnTo>
                  <a:lnTo>
                    <a:pt x="4305014" y="1095236"/>
                  </a:lnTo>
                  <a:lnTo>
                    <a:pt x="4307180" y="1095236"/>
                  </a:lnTo>
                  <a:lnTo>
                    <a:pt x="4310946" y="1090325"/>
                  </a:lnTo>
                  <a:lnTo>
                    <a:pt x="4312735" y="1090325"/>
                  </a:lnTo>
                  <a:lnTo>
                    <a:pt x="4315465" y="1090325"/>
                  </a:lnTo>
                  <a:lnTo>
                    <a:pt x="4315559" y="1090325"/>
                  </a:lnTo>
                  <a:lnTo>
                    <a:pt x="4319137" y="1085413"/>
                  </a:lnTo>
                  <a:lnTo>
                    <a:pt x="4323186" y="1080502"/>
                  </a:lnTo>
                  <a:lnTo>
                    <a:pt x="4323562" y="1075591"/>
                  </a:lnTo>
                  <a:lnTo>
                    <a:pt x="4323656" y="1075591"/>
                  </a:lnTo>
                  <a:lnTo>
                    <a:pt x="4325257" y="1070679"/>
                  </a:lnTo>
                  <a:lnTo>
                    <a:pt x="4327328" y="1070679"/>
                  </a:lnTo>
                  <a:lnTo>
                    <a:pt x="4330718" y="1070679"/>
                  </a:lnTo>
                  <a:lnTo>
                    <a:pt x="4330906" y="1070679"/>
                  </a:lnTo>
                  <a:lnTo>
                    <a:pt x="4333731" y="1070679"/>
                  </a:lnTo>
                  <a:lnTo>
                    <a:pt x="4334013" y="1070679"/>
                  </a:lnTo>
                  <a:lnTo>
                    <a:pt x="4335896" y="1070679"/>
                  </a:lnTo>
                  <a:lnTo>
                    <a:pt x="4336084" y="1070679"/>
                  </a:lnTo>
                  <a:lnTo>
                    <a:pt x="4339474" y="1070679"/>
                  </a:lnTo>
                  <a:lnTo>
                    <a:pt x="4340039" y="1070679"/>
                  </a:lnTo>
                  <a:lnTo>
                    <a:pt x="4340039" y="1065768"/>
                  </a:lnTo>
                  <a:lnTo>
                    <a:pt x="4342393" y="1065768"/>
                  </a:lnTo>
                  <a:lnTo>
                    <a:pt x="4342863" y="1065768"/>
                  </a:lnTo>
                  <a:lnTo>
                    <a:pt x="4343240" y="1065768"/>
                  </a:lnTo>
                  <a:lnTo>
                    <a:pt x="4343334" y="1065768"/>
                  </a:lnTo>
                  <a:lnTo>
                    <a:pt x="4344276" y="1065768"/>
                  </a:lnTo>
                  <a:lnTo>
                    <a:pt x="4344652" y="1065768"/>
                  </a:lnTo>
                  <a:lnTo>
                    <a:pt x="4344841" y="1060856"/>
                  </a:lnTo>
                  <a:lnTo>
                    <a:pt x="4348418" y="1060856"/>
                  </a:lnTo>
                  <a:lnTo>
                    <a:pt x="4351149" y="1055945"/>
                  </a:lnTo>
                  <a:lnTo>
                    <a:pt x="4355009" y="1051034"/>
                  </a:lnTo>
                  <a:lnTo>
                    <a:pt x="4358116" y="1051034"/>
                  </a:lnTo>
                  <a:lnTo>
                    <a:pt x="4358304" y="1051034"/>
                  </a:lnTo>
                  <a:lnTo>
                    <a:pt x="4359905" y="1046122"/>
                  </a:lnTo>
                  <a:lnTo>
                    <a:pt x="4363671" y="1041211"/>
                  </a:lnTo>
                  <a:lnTo>
                    <a:pt x="4366307" y="1036300"/>
                  </a:lnTo>
                  <a:lnTo>
                    <a:pt x="4366401" y="1036300"/>
                  </a:lnTo>
                  <a:lnTo>
                    <a:pt x="4369414" y="1036300"/>
                  </a:lnTo>
                  <a:lnTo>
                    <a:pt x="4369791" y="1036300"/>
                  </a:lnTo>
                  <a:lnTo>
                    <a:pt x="4370638" y="1036300"/>
                  </a:lnTo>
                  <a:lnTo>
                    <a:pt x="4374781" y="1036300"/>
                  </a:lnTo>
                  <a:lnTo>
                    <a:pt x="4377417" y="1036300"/>
                  </a:lnTo>
                  <a:lnTo>
                    <a:pt x="4378641" y="1036300"/>
                  </a:lnTo>
                  <a:lnTo>
                    <a:pt x="4381372" y="1036300"/>
                  </a:lnTo>
                  <a:lnTo>
                    <a:pt x="4381560" y="1036300"/>
                  </a:lnTo>
                  <a:lnTo>
                    <a:pt x="4381654" y="1036300"/>
                  </a:lnTo>
                  <a:lnTo>
                    <a:pt x="4381748" y="1036300"/>
                  </a:lnTo>
                  <a:lnTo>
                    <a:pt x="4383820" y="1036300"/>
                  </a:lnTo>
                  <a:lnTo>
                    <a:pt x="4384855" y="1031388"/>
                  </a:lnTo>
                  <a:lnTo>
                    <a:pt x="4385420" y="1031388"/>
                  </a:lnTo>
                  <a:lnTo>
                    <a:pt x="4385797" y="1031388"/>
                  </a:lnTo>
                  <a:lnTo>
                    <a:pt x="4386927" y="1031388"/>
                  </a:lnTo>
                  <a:lnTo>
                    <a:pt x="4387397" y="1031388"/>
                  </a:lnTo>
                  <a:lnTo>
                    <a:pt x="4391069" y="1031388"/>
                  </a:lnTo>
                  <a:lnTo>
                    <a:pt x="4392293" y="1026477"/>
                  </a:lnTo>
                  <a:lnTo>
                    <a:pt x="4392387" y="1026477"/>
                  </a:lnTo>
                  <a:lnTo>
                    <a:pt x="4394176" y="1021565"/>
                  </a:lnTo>
                  <a:lnTo>
                    <a:pt x="4397566" y="1021565"/>
                  </a:lnTo>
                  <a:lnTo>
                    <a:pt x="4403027" y="1016654"/>
                  </a:lnTo>
                  <a:lnTo>
                    <a:pt x="4406699" y="1016654"/>
                  </a:lnTo>
                  <a:lnTo>
                    <a:pt x="4407640" y="1016654"/>
                  </a:lnTo>
                  <a:lnTo>
                    <a:pt x="4408111" y="1016654"/>
                  </a:lnTo>
                  <a:lnTo>
                    <a:pt x="4410841" y="1016654"/>
                  </a:lnTo>
                  <a:lnTo>
                    <a:pt x="4411030" y="1016654"/>
                  </a:lnTo>
                  <a:lnTo>
                    <a:pt x="4412913" y="1016654"/>
                  </a:lnTo>
                  <a:lnTo>
                    <a:pt x="4414701" y="1016654"/>
                  </a:lnTo>
                  <a:lnTo>
                    <a:pt x="4418656" y="1016654"/>
                  </a:lnTo>
                  <a:lnTo>
                    <a:pt x="4419127" y="1016654"/>
                  </a:lnTo>
                  <a:lnTo>
                    <a:pt x="4419127" y="1011743"/>
                  </a:lnTo>
                  <a:lnTo>
                    <a:pt x="4422422" y="1001920"/>
                  </a:lnTo>
                  <a:lnTo>
                    <a:pt x="4424399" y="997009"/>
                  </a:lnTo>
                  <a:lnTo>
                    <a:pt x="4426753" y="992097"/>
                  </a:lnTo>
                  <a:lnTo>
                    <a:pt x="4426941" y="992097"/>
                  </a:lnTo>
                  <a:lnTo>
                    <a:pt x="4428448" y="992097"/>
                  </a:lnTo>
                  <a:lnTo>
                    <a:pt x="4428730" y="992097"/>
                  </a:lnTo>
                  <a:lnTo>
                    <a:pt x="4431178" y="987186"/>
                  </a:lnTo>
                  <a:lnTo>
                    <a:pt x="4433155" y="987186"/>
                  </a:lnTo>
                  <a:lnTo>
                    <a:pt x="4433438" y="987186"/>
                  </a:lnTo>
                  <a:lnTo>
                    <a:pt x="4433814" y="987186"/>
                  </a:lnTo>
                  <a:lnTo>
                    <a:pt x="4435886" y="987186"/>
                  </a:lnTo>
                  <a:lnTo>
                    <a:pt x="4436639" y="987186"/>
                  </a:lnTo>
                  <a:lnTo>
                    <a:pt x="4437580" y="987186"/>
                  </a:lnTo>
                  <a:lnTo>
                    <a:pt x="4440123" y="987186"/>
                  </a:lnTo>
                  <a:lnTo>
                    <a:pt x="4442759" y="982274"/>
                  </a:lnTo>
                  <a:lnTo>
                    <a:pt x="4445678" y="982274"/>
                  </a:lnTo>
                  <a:lnTo>
                    <a:pt x="4445960" y="982274"/>
                  </a:lnTo>
                  <a:lnTo>
                    <a:pt x="4447184" y="982274"/>
                  </a:lnTo>
                  <a:lnTo>
                    <a:pt x="4450009" y="982274"/>
                  </a:lnTo>
                  <a:lnTo>
                    <a:pt x="4451515" y="982274"/>
                  </a:lnTo>
                  <a:lnTo>
                    <a:pt x="4454904" y="972452"/>
                  </a:lnTo>
                  <a:lnTo>
                    <a:pt x="4458388" y="972452"/>
                  </a:lnTo>
                  <a:lnTo>
                    <a:pt x="4458671" y="972452"/>
                  </a:lnTo>
                  <a:lnTo>
                    <a:pt x="4460554" y="972452"/>
                  </a:lnTo>
                  <a:lnTo>
                    <a:pt x="4461401" y="972452"/>
                  </a:lnTo>
                  <a:lnTo>
                    <a:pt x="4464602" y="972452"/>
                  </a:lnTo>
                  <a:lnTo>
                    <a:pt x="4464885" y="972452"/>
                  </a:lnTo>
                  <a:lnTo>
                    <a:pt x="4465073" y="972452"/>
                  </a:lnTo>
                  <a:lnTo>
                    <a:pt x="4465261" y="972452"/>
                  </a:lnTo>
                  <a:lnTo>
                    <a:pt x="4467238" y="972452"/>
                  </a:lnTo>
                  <a:lnTo>
                    <a:pt x="4468933" y="967540"/>
                  </a:lnTo>
                  <a:lnTo>
                    <a:pt x="4469027" y="967540"/>
                  </a:lnTo>
                  <a:lnTo>
                    <a:pt x="4469592" y="967540"/>
                  </a:lnTo>
                  <a:lnTo>
                    <a:pt x="4470251" y="962629"/>
                  </a:lnTo>
                  <a:lnTo>
                    <a:pt x="4473358" y="957718"/>
                  </a:lnTo>
                  <a:lnTo>
                    <a:pt x="4473735" y="957718"/>
                  </a:lnTo>
                  <a:lnTo>
                    <a:pt x="4473923" y="957718"/>
                  </a:lnTo>
                  <a:lnTo>
                    <a:pt x="4475053" y="957718"/>
                  </a:lnTo>
                  <a:lnTo>
                    <a:pt x="4477501" y="957718"/>
                  </a:lnTo>
                  <a:lnTo>
                    <a:pt x="4481267" y="947895"/>
                  </a:lnTo>
                  <a:lnTo>
                    <a:pt x="4483809" y="947895"/>
                  </a:lnTo>
                  <a:lnTo>
                    <a:pt x="4487010" y="947895"/>
                  </a:lnTo>
                  <a:lnTo>
                    <a:pt x="4490400" y="947895"/>
                  </a:lnTo>
                  <a:lnTo>
                    <a:pt x="4490682" y="947895"/>
                  </a:lnTo>
                  <a:lnTo>
                    <a:pt x="4491624" y="947895"/>
                  </a:lnTo>
                  <a:lnTo>
                    <a:pt x="4495296" y="947895"/>
                  </a:lnTo>
                  <a:lnTo>
                    <a:pt x="4495861" y="947895"/>
                  </a:lnTo>
                  <a:lnTo>
                    <a:pt x="4501133" y="947895"/>
                  </a:lnTo>
                  <a:lnTo>
                    <a:pt x="4501227" y="942983"/>
                  </a:lnTo>
                  <a:lnTo>
                    <a:pt x="4501604" y="942983"/>
                  </a:lnTo>
                  <a:lnTo>
                    <a:pt x="4501698" y="938072"/>
                  </a:lnTo>
                  <a:lnTo>
                    <a:pt x="4505370" y="933161"/>
                  </a:lnTo>
                  <a:lnTo>
                    <a:pt x="4505653" y="933161"/>
                  </a:lnTo>
                  <a:lnTo>
                    <a:pt x="4507630" y="933161"/>
                  </a:lnTo>
                  <a:lnTo>
                    <a:pt x="4511113" y="933161"/>
                  </a:lnTo>
                  <a:lnTo>
                    <a:pt x="4511772" y="933161"/>
                  </a:lnTo>
                  <a:lnTo>
                    <a:pt x="4511961" y="933161"/>
                  </a:lnTo>
                  <a:lnTo>
                    <a:pt x="4512337" y="933161"/>
                  </a:lnTo>
                  <a:lnTo>
                    <a:pt x="4515821" y="933161"/>
                  </a:lnTo>
                  <a:lnTo>
                    <a:pt x="4517233" y="933161"/>
                  </a:lnTo>
                  <a:lnTo>
                    <a:pt x="4517704" y="928249"/>
                  </a:lnTo>
                  <a:lnTo>
                    <a:pt x="4519775" y="928249"/>
                  </a:lnTo>
                  <a:lnTo>
                    <a:pt x="4524389" y="923338"/>
                  </a:lnTo>
                  <a:lnTo>
                    <a:pt x="4524483" y="923338"/>
                  </a:lnTo>
                  <a:lnTo>
                    <a:pt x="4527590" y="918427"/>
                  </a:lnTo>
                  <a:lnTo>
                    <a:pt x="4527684" y="918427"/>
                  </a:lnTo>
                  <a:lnTo>
                    <a:pt x="4531168" y="918427"/>
                  </a:lnTo>
                  <a:lnTo>
                    <a:pt x="4535499" y="913515"/>
                  </a:lnTo>
                  <a:lnTo>
                    <a:pt x="4537853" y="913515"/>
                  </a:lnTo>
                  <a:lnTo>
                    <a:pt x="4538041" y="913515"/>
                  </a:lnTo>
                  <a:lnTo>
                    <a:pt x="4541148" y="913515"/>
                  </a:lnTo>
                  <a:lnTo>
                    <a:pt x="4543878" y="913515"/>
                  </a:lnTo>
                  <a:lnTo>
                    <a:pt x="4544537" y="913515"/>
                  </a:lnTo>
                  <a:lnTo>
                    <a:pt x="4547362" y="913515"/>
                  </a:lnTo>
                  <a:lnTo>
                    <a:pt x="4548115" y="913515"/>
                  </a:lnTo>
                  <a:lnTo>
                    <a:pt x="4549527" y="913515"/>
                  </a:lnTo>
                  <a:lnTo>
                    <a:pt x="4551693" y="908604"/>
                  </a:lnTo>
                  <a:lnTo>
                    <a:pt x="4551787" y="908604"/>
                  </a:lnTo>
                  <a:lnTo>
                    <a:pt x="4552258" y="908604"/>
                  </a:lnTo>
                  <a:lnTo>
                    <a:pt x="4555459" y="903692"/>
                  </a:lnTo>
                  <a:lnTo>
                    <a:pt x="4557813" y="903692"/>
                  </a:lnTo>
                  <a:lnTo>
                    <a:pt x="4558189" y="903692"/>
                  </a:lnTo>
                  <a:lnTo>
                    <a:pt x="4559225" y="903692"/>
                  </a:lnTo>
                  <a:lnTo>
                    <a:pt x="4559978" y="893870"/>
                  </a:lnTo>
                  <a:lnTo>
                    <a:pt x="4563085" y="893870"/>
                  </a:lnTo>
                  <a:lnTo>
                    <a:pt x="4563368" y="893870"/>
                  </a:lnTo>
                  <a:lnTo>
                    <a:pt x="4567040" y="893870"/>
                  </a:lnTo>
                  <a:lnTo>
                    <a:pt x="4570900" y="893870"/>
                  </a:lnTo>
                  <a:lnTo>
                    <a:pt x="4573442" y="893870"/>
                  </a:lnTo>
                  <a:lnTo>
                    <a:pt x="4575419" y="893870"/>
                  </a:lnTo>
                  <a:lnTo>
                    <a:pt x="4577773" y="888958"/>
                  </a:lnTo>
                  <a:lnTo>
                    <a:pt x="4580692" y="884047"/>
                  </a:lnTo>
                  <a:lnTo>
                    <a:pt x="4581727" y="884047"/>
                  </a:lnTo>
                  <a:lnTo>
                    <a:pt x="4582198" y="884047"/>
                  </a:lnTo>
                  <a:lnTo>
                    <a:pt x="4584929" y="879136"/>
                  </a:lnTo>
                  <a:lnTo>
                    <a:pt x="4586906" y="879136"/>
                  </a:lnTo>
                  <a:lnTo>
                    <a:pt x="4588601" y="879136"/>
                  </a:lnTo>
                  <a:lnTo>
                    <a:pt x="4588695" y="879136"/>
                  </a:lnTo>
                  <a:lnTo>
                    <a:pt x="4592461" y="879136"/>
                  </a:lnTo>
                  <a:lnTo>
                    <a:pt x="4592555" y="879136"/>
                  </a:lnTo>
                  <a:lnTo>
                    <a:pt x="4592649" y="879136"/>
                  </a:lnTo>
                  <a:lnTo>
                    <a:pt x="4594626" y="879136"/>
                  </a:lnTo>
                  <a:lnTo>
                    <a:pt x="4597168" y="874224"/>
                  </a:lnTo>
                  <a:lnTo>
                    <a:pt x="4597263" y="874224"/>
                  </a:lnTo>
                  <a:lnTo>
                    <a:pt x="4598016" y="874224"/>
                  </a:lnTo>
                  <a:lnTo>
                    <a:pt x="4599711" y="874224"/>
                  </a:lnTo>
                  <a:lnTo>
                    <a:pt x="4600275" y="874224"/>
                  </a:lnTo>
                  <a:lnTo>
                    <a:pt x="4600558" y="874224"/>
                  </a:lnTo>
                  <a:lnTo>
                    <a:pt x="4603288" y="869313"/>
                  </a:lnTo>
                  <a:lnTo>
                    <a:pt x="4603382" y="869313"/>
                  </a:lnTo>
                  <a:lnTo>
                    <a:pt x="4605454" y="864401"/>
                  </a:lnTo>
                  <a:lnTo>
                    <a:pt x="4605736" y="864401"/>
                  </a:lnTo>
                  <a:lnTo>
                    <a:pt x="4608373" y="864401"/>
                  </a:lnTo>
                  <a:lnTo>
                    <a:pt x="4611385" y="864401"/>
                  </a:lnTo>
                  <a:lnTo>
                    <a:pt x="4615057" y="864401"/>
                  </a:lnTo>
                  <a:lnTo>
                    <a:pt x="4615716" y="864401"/>
                  </a:lnTo>
                  <a:lnTo>
                    <a:pt x="4616564" y="864401"/>
                  </a:lnTo>
                  <a:lnTo>
                    <a:pt x="4619483" y="864401"/>
                  </a:lnTo>
                  <a:lnTo>
                    <a:pt x="4621554" y="864401"/>
                  </a:lnTo>
                  <a:lnTo>
                    <a:pt x="4622495" y="864401"/>
                  </a:lnTo>
                  <a:lnTo>
                    <a:pt x="4624943" y="864401"/>
                  </a:lnTo>
                  <a:lnTo>
                    <a:pt x="4625508" y="864401"/>
                  </a:lnTo>
                  <a:lnTo>
                    <a:pt x="4626073" y="864401"/>
                  </a:lnTo>
                  <a:lnTo>
                    <a:pt x="4628050" y="864401"/>
                  </a:lnTo>
                  <a:lnTo>
                    <a:pt x="4628145" y="864401"/>
                  </a:lnTo>
                  <a:lnTo>
                    <a:pt x="4628239" y="864401"/>
                  </a:lnTo>
                  <a:lnTo>
                    <a:pt x="4630875" y="864401"/>
                  </a:lnTo>
                  <a:lnTo>
                    <a:pt x="4631816" y="859490"/>
                  </a:lnTo>
                  <a:lnTo>
                    <a:pt x="4633794" y="854579"/>
                  </a:lnTo>
                  <a:lnTo>
                    <a:pt x="4638219" y="844756"/>
                  </a:lnTo>
                  <a:lnTo>
                    <a:pt x="4640667" y="844756"/>
                  </a:lnTo>
                  <a:lnTo>
                    <a:pt x="4643021" y="844756"/>
                  </a:lnTo>
                  <a:lnTo>
                    <a:pt x="4643209" y="844756"/>
                  </a:lnTo>
                  <a:lnTo>
                    <a:pt x="4643868" y="844756"/>
                  </a:lnTo>
                  <a:lnTo>
                    <a:pt x="4647634" y="834933"/>
                  </a:lnTo>
                  <a:lnTo>
                    <a:pt x="4648011" y="834933"/>
                  </a:lnTo>
                  <a:lnTo>
                    <a:pt x="4648764" y="834933"/>
                  </a:lnTo>
                  <a:lnTo>
                    <a:pt x="4649611" y="834933"/>
                  </a:lnTo>
                  <a:lnTo>
                    <a:pt x="4651494" y="834933"/>
                  </a:lnTo>
                  <a:lnTo>
                    <a:pt x="4654225" y="830022"/>
                  </a:lnTo>
                  <a:lnTo>
                    <a:pt x="4656767" y="830022"/>
                  </a:lnTo>
                  <a:lnTo>
                    <a:pt x="4659591" y="830022"/>
                  </a:lnTo>
                  <a:lnTo>
                    <a:pt x="4661757" y="830022"/>
                  </a:lnTo>
                  <a:lnTo>
                    <a:pt x="4661851" y="830022"/>
                  </a:lnTo>
                  <a:lnTo>
                    <a:pt x="4663640" y="830022"/>
                  </a:lnTo>
                  <a:lnTo>
                    <a:pt x="4664299" y="830022"/>
                  </a:lnTo>
                  <a:lnTo>
                    <a:pt x="4664581" y="830022"/>
                  </a:lnTo>
                  <a:lnTo>
                    <a:pt x="4667406" y="830022"/>
                  </a:lnTo>
                  <a:lnTo>
                    <a:pt x="4669195" y="830022"/>
                  </a:lnTo>
                  <a:lnTo>
                    <a:pt x="4670984" y="830022"/>
                  </a:lnTo>
                  <a:lnTo>
                    <a:pt x="4673338" y="825110"/>
                  </a:lnTo>
                  <a:lnTo>
                    <a:pt x="4673432" y="825110"/>
                  </a:lnTo>
                  <a:lnTo>
                    <a:pt x="4673808" y="825110"/>
                  </a:lnTo>
                  <a:lnTo>
                    <a:pt x="4673997" y="825110"/>
                  </a:lnTo>
                  <a:lnTo>
                    <a:pt x="4679457" y="825110"/>
                  </a:lnTo>
                  <a:lnTo>
                    <a:pt x="4680211" y="825110"/>
                  </a:lnTo>
                  <a:lnTo>
                    <a:pt x="4680399" y="825110"/>
                  </a:lnTo>
                  <a:lnTo>
                    <a:pt x="4681623" y="825110"/>
                  </a:lnTo>
                  <a:lnTo>
                    <a:pt x="4685483" y="825110"/>
                  </a:lnTo>
                  <a:lnTo>
                    <a:pt x="4685860" y="825110"/>
                  </a:lnTo>
                  <a:lnTo>
                    <a:pt x="4687366" y="825110"/>
                  </a:lnTo>
                  <a:lnTo>
                    <a:pt x="4690191" y="825110"/>
                  </a:lnTo>
                  <a:lnTo>
                    <a:pt x="4693110" y="825110"/>
                  </a:lnTo>
                  <a:lnTo>
                    <a:pt x="4695746" y="820199"/>
                  </a:lnTo>
                  <a:lnTo>
                    <a:pt x="4699606" y="820199"/>
                  </a:lnTo>
                  <a:lnTo>
                    <a:pt x="4699794" y="820199"/>
                  </a:lnTo>
                  <a:lnTo>
                    <a:pt x="4701960" y="820199"/>
                  </a:lnTo>
                  <a:lnTo>
                    <a:pt x="4703937" y="815288"/>
                  </a:lnTo>
                  <a:lnTo>
                    <a:pt x="4706762" y="815288"/>
                  </a:lnTo>
                  <a:lnTo>
                    <a:pt x="4709398" y="815288"/>
                  </a:lnTo>
                  <a:lnTo>
                    <a:pt x="4709586" y="815288"/>
                  </a:lnTo>
                  <a:lnTo>
                    <a:pt x="4710057" y="815288"/>
                  </a:lnTo>
                  <a:lnTo>
                    <a:pt x="4710339" y="815288"/>
                  </a:lnTo>
                  <a:lnTo>
                    <a:pt x="4710716" y="815288"/>
                  </a:lnTo>
                  <a:lnTo>
                    <a:pt x="4714482" y="815288"/>
                  </a:lnTo>
                  <a:lnTo>
                    <a:pt x="4714859" y="815288"/>
                  </a:lnTo>
                  <a:lnTo>
                    <a:pt x="4716177" y="815288"/>
                  </a:lnTo>
                  <a:lnTo>
                    <a:pt x="4717589" y="815288"/>
                  </a:lnTo>
                  <a:lnTo>
                    <a:pt x="4721355" y="815288"/>
                  </a:lnTo>
                  <a:lnTo>
                    <a:pt x="4722767" y="815288"/>
                  </a:lnTo>
                  <a:lnTo>
                    <a:pt x="4723332" y="805465"/>
                  </a:lnTo>
                  <a:lnTo>
                    <a:pt x="4723897" y="800554"/>
                  </a:lnTo>
                  <a:lnTo>
                    <a:pt x="4725969" y="800554"/>
                  </a:lnTo>
                  <a:lnTo>
                    <a:pt x="4728134" y="800554"/>
                  </a:lnTo>
                  <a:lnTo>
                    <a:pt x="4728228" y="800554"/>
                  </a:lnTo>
                  <a:lnTo>
                    <a:pt x="4730770" y="800554"/>
                  </a:lnTo>
                  <a:lnTo>
                    <a:pt x="4732277" y="800554"/>
                  </a:lnTo>
                  <a:lnTo>
                    <a:pt x="4732371" y="800554"/>
                  </a:lnTo>
                  <a:lnTo>
                    <a:pt x="4732465" y="800554"/>
                  </a:lnTo>
                  <a:lnTo>
                    <a:pt x="4732748" y="800554"/>
                  </a:lnTo>
                  <a:lnTo>
                    <a:pt x="4733595" y="800554"/>
                  </a:lnTo>
                  <a:lnTo>
                    <a:pt x="4736514" y="795642"/>
                  </a:lnTo>
                  <a:lnTo>
                    <a:pt x="4741410" y="795642"/>
                  </a:lnTo>
                  <a:lnTo>
                    <a:pt x="4744140" y="795642"/>
                  </a:lnTo>
                  <a:lnTo>
                    <a:pt x="4746494" y="790731"/>
                  </a:lnTo>
                  <a:lnTo>
                    <a:pt x="4746588" y="790731"/>
                  </a:lnTo>
                  <a:lnTo>
                    <a:pt x="4746682" y="790731"/>
                  </a:lnTo>
                  <a:lnTo>
                    <a:pt x="4749413" y="790731"/>
                  </a:lnTo>
                  <a:lnTo>
                    <a:pt x="4750825" y="790731"/>
                  </a:lnTo>
                  <a:lnTo>
                    <a:pt x="4753932" y="785819"/>
                  </a:lnTo>
                  <a:lnTo>
                    <a:pt x="4756662" y="775997"/>
                  </a:lnTo>
                  <a:lnTo>
                    <a:pt x="4757792" y="775997"/>
                  </a:lnTo>
                  <a:lnTo>
                    <a:pt x="4760146" y="771085"/>
                  </a:lnTo>
                  <a:lnTo>
                    <a:pt x="4762688" y="771085"/>
                  </a:lnTo>
                  <a:lnTo>
                    <a:pt x="4763159" y="766174"/>
                  </a:lnTo>
                  <a:lnTo>
                    <a:pt x="4764853" y="766174"/>
                  </a:lnTo>
                  <a:lnTo>
                    <a:pt x="4766737" y="766174"/>
                  </a:lnTo>
                  <a:lnTo>
                    <a:pt x="4766831" y="766174"/>
                  </a:lnTo>
                  <a:lnTo>
                    <a:pt x="4767113" y="766174"/>
                  </a:lnTo>
                  <a:lnTo>
                    <a:pt x="4767207" y="766174"/>
                  </a:lnTo>
                  <a:lnTo>
                    <a:pt x="4767301" y="766174"/>
                  </a:lnTo>
                  <a:lnTo>
                    <a:pt x="4768525" y="766174"/>
                  </a:lnTo>
                  <a:lnTo>
                    <a:pt x="4769749" y="761263"/>
                  </a:lnTo>
                  <a:lnTo>
                    <a:pt x="4773798" y="756351"/>
                  </a:lnTo>
                  <a:lnTo>
                    <a:pt x="4774175" y="751440"/>
                  </a:lnTo>
                  <a:lnTo>
                    <a:pt x="4776528" y="751440"/>
                  </a:lnTo>
                  <a:lnTo>
                    <a:pt x="4776623" y="751440"/>
                  </a:lnTo>
                  <a:lnTo>
                    <a:pt x="4778976" y="746528"/>
                  </a:lnTo>
                  <a:lnTo>
                    <a:pt x="4780483" y="746528"/>
                  </a:lnTo>
                  <a:lnTo>
                    <a:pt x="4782460" y="741617"/>
                  </a:lnTo>
                  <a:lnTo>
                    <a:pt x="4784437" y="741617"/>
                  </a:lnTo>
                  <a:lnTo>
                    <a:pt x="4785002" y="741617"/>
                  </a:lnTo>
                  <a:lnTo>
                    <a:pt x="4785944" y="741617"/>
                  </a:lnTo>
                  <a:lnTo>
                    <a:pt x="4788297" y="741617"/>
                  </a:lnTo>
                  <a:lnTo>
                    <a:pt x="4788392" y="741617"/>
                  </a:lnTo>
                  <a:lnTo>
                    <a:pt x="4788486" y="741617"/>
                  </a:lnTo>
                  <a:lnTo>
                    <a:pt x="4793005" y="736706"/>
                  </a:lnTo>
                  <a:lnTo>
                    <a:pt x="4794700" y="731794"/>
                  </a:lnTo>
                  <a:lnTo>
                    <a:pt x="4794982" y="731794"/>
                  </a:lnTo>
                  <a:lnTo>
                    <a:pt x="4797995" y="731794"/>
                  </a:lnTo>
                  <a:lnTo>
                    <a:pt x="4798089" y="731794"/>
                  </a:lnTo>
                  <a:lnTo>
                    <a:pt x="4800725" y="726883"/>
                  </a:lnTo>
                  <a:lnTo>
                    <a:pt x="4805527" y="726883"/>
                  </a:lnTo>
                  <a:lnTo>
                    <a:pt x="4807034" y="726883"/>
                  </a:lnTo>
                  <a:lnTo>
                    <a:pt x="4808069" y="726883"/>
                  </a:lnTo>
                  <a:lnTo>
                    <a:pt x="4808540" y="726883"/>
                  </a:lnTo>
                  <a:lnTo>
                    <a:pt x="4810706" y="726883"/>
                  </a:lnTo>
                  <a:lnTo>
                    <a:pt x="4812212" y="726883"/>
                  </a:lnTo>
                  <a:lnTo>
                    <a:pt x="4812306" y="726883"/>
                  </a:lnTo>
                  <a:lnTo>
                    <a:pt x="4812871" y="726883"/>
                  </a:lnTo>
                  <a:lnTo>
                    <a:pt x="4816449" y="726883"/>
                  </a:lnTo>
                  <a:lnTo>
                    <a:pt x="4818238" y="721972"/>
                  </a:lnTo>
                  <a:lnTo>
                    <a:pt x="4818803" y="721972"/>
                  </a:lnTo>
                  <a:lnTo>
                    <a:pt x="4820027" y="721972"/>
                  </a:lnTo>
                  <a:lnTo>
                    <a:pt x="4821533" y="721972"/>
                  </a:lnTo>
                  <a:lnTo>
                    <a:pt x="4822663" y="721972"/>
                  </a:lnTo>
                  <a:lnTo>
                    <a:pt x="4824923" y="721972"/>
                  </a:lnTo>
                  <a:lnTo>
                    <a:pt x="4825017" y="721972"/>
                  </a:lnTo>
                  <a:lnTo>
                    <a:pt x="4831042" y="717060"/>
                  </a:lnTo>
                  <a:lnTo>
                    <a:pt x="4831137" y="717060"/>
                  </a:lnTo>
                  <a:lnTo>
                    <a:pt x="4831231" y="717060"/>
                  </a:lnTo>
                  <a:lnTo>
                    <a:pt x="4833114" y="717060"/>
                  </a:lnTo>
                  <a:lnTo>
                    <a:pt x="4833396" y="717060"/>
                  </a:lnTo>
                  <a:lnTo>
                    <a:pt x="4835562" y="717060"/>
                  </a:lnTo>
                  <a:lnTo>
                    <a:pt x="4836880" y="717060"/>
                  </a:lnTo>
                  <a:lnTo>
                    <a:pt x="4839799" y="717060"/>
                  </a:lnTo>
                  <a:lnTo>
                    <a:pt x="4843000" y="712149"/>
                  </a:lnTo>
                  <a:lnTo>
                    <a:pt x="4843471" y="712149"/>
                  </a:lnTo>
                  <a:lnTo>
                    <a:pt x="4845542" y="707237"/>
                  </a:lnTo>
                  <a:lnTo>
                    <a:pt x="4845542" y="702326"/>
                  </a:lnTo>
                  <a:lnTo>
                    <a:pt x="4848461" y="702326"/>
                  </a:lnTo>
                  <a:lnTo>
                    <a:pt x="4852038" y="702326"/>
                  </a:lnTo>
                  <a:lnTo>
                    <a:pt x="4853357" y="702326"/>
                  </a:lnTo>
                  <a:lnTo>
                    <a:pt x="4854581" y="702326"/>
                  </a:lnTo>
                  <a:lnTo>
                    <a:pt x="4854769" y="702326"/>
                  </a:lnTo>
                  <a:lnTo>
                    <a:pt x="4857028" y="702326"/>
                  </a:lnTo>
                  <a:lnTo>
                    <a:pt x="4857311" y="702326"/>
                  </a:lnTo>
                  <a:lnTo>
                    <a:pt x="4857593" y="702326"/>
                  </a:lnTo>
                  <a:lnTo>
                    <a:pt x="4858252" y="702326"/>
                  </a:lnTo>
                  <a:lnTo>
                    <a:pt x="4860135" y="702326"/>
                  </a:lnTo>
                  <a:lnTo>
                    <a:pt x="4865596" y="702326"/>
                  </a:lnTo>
                  <a:lnTo>
                    <a:pt x="4868515" y="697415"/>
                  </a:lnTo>
                  <a:lnTo>
                    <a:pt x="4870304" y="697415"/>
                  </a:lnTo>
                  <a:lnTo>
                    <a:pt x="4872375" y="697415"/>
                  </a:lnTo>
                  <a:lnTo>
                    <a:pt x="4872846" y="697415"/>
                  </a:lnTo>
                  <a:lnTo>
                    <a:pt x="4873505" y="697415"/>
                  </a:lnTo>
                  <a:lnTo>
                    <a:pt x="4875859" y="697415"/>
                  </a:lnTo>
                  <a:lnTo>
                    <a:pt x="4879907" y="697415"/>
                  </a:lnTo>
                  <a:lnTo>
                    <a:pt x="4882355" y="697415"/>
                  </a:lnTo>
                  <a:lnTo>
                    <a:pt x="4882544" y="697415"/>
                  </a:lnTo>
                  <a:lnTo>
                    <a:pt x="4885180" y="697415"/>
                  </a:lnTo>
                  <a:lnTo>
                    <a:pt x="4886969" y="697415"/>
                  </a:lnTo>
                  <a:lnTo>
                    <a:pt x="4888005" y="697415"/>
                  </a:lnTo>
                  <a:lnTo>
                    <a:pt x="4889888" y="697415"/>
                  </a:lnTo>
                  <a:lnTo>
                    <a:pt x="4890547" y="697415"/>
                  </a:lnTo>
                  <a:lnTo>
                    <a:pt x="4891488" y="697415"/>
                  </a:lnTo>
                  <a:lnTo>
                    <a:pt x="4894972" y="697415"/>
                  </a:lnTo>
                  <a:lnTo>
                    <a:pt x="4895066" y="697415"/>
                  </a:lnTo>
                  <a:lnTo>
                    <a:pt x="4895537" y="697415"/>
                  </a:lnTo>
                  <a:lnTo>
                    <a:pt x="4898926" y="692503"/>
                  </a:lnTo>
                  <a:lnTo>
                    <a:pt x="4900527" y="687592"/>
                  </a:lnTo>
                  <a:lnTo>
                    <a:pt x="4900998" y="687592"/>
                  </a:lnTo>
                  <a:lnTo>
                    <a:pt x="4902881" y="687592"/>
                  </a:lnTo>
                  <a:lnTo>
                    <a:pt x="4904669" y="687592"/>
                  </a:lnTo>
                  <a:lnTo>
                    <a:pt x="4906082" y="687592"/>
                  </a:lnTo>
                  <a:lnTo>
                    <a:pt x="4907400" y="677769"/>
                  </a:lnTo>
                  <a:lnTo>
                    <a:pt x="4909095" y="677769"/>
                  </a:lnTo>
                  <a:lnTo>
                    <a:pt x="4910789" y="677769"/>
                  </a:lnTo>
                  <a:lnTo>
                    <a:pt x="4914367" y="677769"/>
                  </a:lnTo>
                  <a:lnTo>
                    <a:pt x="4914650" y="677769"/>
                  </a:lnTo>
                  <a:lnTo>
                    <a:pt x="4916344" y="677769"/>
                  </a:lnTo>
                  <a:lnTo>
                    <a:pt x="4916721" y="677769"/>
                  </a:lnTo>
                  <a:lnTo>
                    <a:pt x="4919169" y="672858"/>
                  </a:lnTo>
                  <a:lnTo>
                    <a:pt x="4919640" y="672858"/>
                  </a:lnTo>
                  <a:lnTo>
                    <a:pt x="4923312" y="667946"/>
                  </a:lnTo>
                  <a:lnTo>
                    <a:pt x="4925665" y="663035"/>
                  </a:lnTo>
                  <a:lnTo>
                    <a:pt x="4928019" y="663035"/>
                  </a:lnTo>
                  <a:lnTo>
                    <a:pt x="4928961" y="658124"/>
                  </a:lnTo>
                  <a:lnTo>
                    <a:pt x="4929808" y="658124"/>
                  </a:lnTo>
                  <a:lnTo>
                    <a:pt x="4932350" y="653212"/>
                  </a:lnTo>
                  <a:lnTo>
                    <a:pt x="4935551" y="653212"/>
                  </a:lnTo>
                  <a:lnTo>
                    <a:pt x="4935646" y="653212"/>
                  </a:lnTo>
                  <a:lnTo>
                    <a:pt x="4936022" y="653212"/>
                  </a:lnTo>
                  <a:lnTo>
                    <a:pt x="4941671" y="653212"/>
                  </a:lnTo>
                  <a:lnTo>
                    <a:pt x="4941765" y="653212"/>
                  </a:lnTo>
                  <a:lnTo>
                    <a:pt x="4941954" y="653212"/>
                  </a:lnTo>
                  <a:lnTo>
                    <a:pt x="4942236" y="653212"/>
                  </a:lnTo>
                  <a:lnTo>
                    <a:pt x="4945249" y="653212"/>
                  </a:lnTo>
                  <a:lnTo>
                    <a:pt x="4945343" y="653212"/>
                  </a:lnTo>
                  <a:lnTo>
                    <a:pt x="4946379" y="653212"/>
                  </a:lnTo>
                  <a:lnTo>
                    <a:pt x="4947885" y="653212"/>
                  </a:lnTo>
                  <a:lnTo>
                    <a:pt x="4949203" y="653212"/>
                  </a:lnTo>
                  <a:lnTo>
                    <a:pt x="4950616" y="653212"/>
                  </a:lnTo>
                  <a:lnTo>
                    <a:pt x="4951087" y="653212"/>
                  </a:lnTo>
                  <a:lnTo>
                    <a:pt x="4952216" y="653212"/>
                  </a:lnTo>
                  <a:lnTo>
                    <a:pt x="4952310" y="648301"/>
                  </a:lnTo>
                  <a:lnTo>
                    <a:pt x="4954194" y="648301"/>
                  </a:lnTo>
                  <a:lnTo>
                    <a:pt x="4960313" y="643390"/>
                  </a:lnTo>
                  <a:lnTo>
                    <a:pt x="4962385" y="638478"/>
                  </a:lnTo>
                  <a:lnTo>
                    <a:pt x="4962573" y="638478"/>
                  </a:lnTo>
                  <a:lnTo>
                    <a:pt x="4964550" y="638478"/>
                  </a:lnTo>
                  <a:lnTo>
                    <a:pt x="4965115" y="638478"/>
                  </a:lnTo>
                  <a:lnTo>
                    <a:pt x="4968693" y="638478"/>
                  </a:lnTo>
                  <a:lnTo>
                    <a:pt x="4970199" y="633567"/>
                  </a:lnTo>
                  <a:lnTo>
                    <a:pt x="4970294" y="633567"/>
                  </a:lnTo>
                  <a:lnTo>
                    <a:pt x="4971612" y="633567"/>
                  </a:lnTo>
                  <a:lnTo>
                    <a:pt x="4973589" y="633567"/>
                  </a:lnTo>
                  <a:lnTo>
                    <a:pt x="4975943" y="633567"/>
                  </a:lnTo>
                  <a:lnTo>
                    <a:pt x="4976884" y="633567"/>
                  </a:lnTo>
                  <a:lnTo>
                    <a:pt x="4979803" y="633567"/>
                  </a:lnTo>
                  <a:lnTo>
                    <a:pt x="4980085" y="633567"/>
                  </a:lnTo>
                  <a:lnTo>
                    <a:pt x="4983381" y="633567"/>
                  </a:lnTo>
                  <a:lnTo>
                    <a:pt x="4983757" y="633567"/>
                  </a:lnTo>
                  <a:lnTo>
                    <a:pt x="4988371" y="628655"/>
                  </a:lnTo>
                  <a:lnTo>
                    <a:pt x="4990066" y="628655"/>
                  </a:lnTo>
                  <a:lnTo>
                    <a:pt x="4992043" y="628655"/>
                  </a:lnTo>
                  <a:lnTo>
                    <a:pt x="4994867" y="628655"/>
                  </a:lnTo>
                  <a:lnTo>
                    <a:pt x="4997692" y="628655"/>
                  </a:lnTo>
                  <a:lnTo>
                    <a:pt x="4998728" y="628655"/>
                  </a:lnTo>
                  <a:lnTo>
                    <a:pt x="4999857" y="628655"/>
                  </a:lnTo>
                  <a:lnTo>
                    <a:pt x="5001081" y="623744"/>
                  </a:lnTo>
                  <a:lnTo>
                    <a:pt x="5001175" y="623744"/>
                  </a:lnTo>
                  <a:lnTo>
                    <a:pt x="5001364" y="623744"/>
                  </a:lnTo>
                  <a:lnTo>
                    <a:pt x="5003906" y="623744"/>
                  </a:lnTo>
                  <a:lnTo>
                    <a:pt x="5005412" y="623744"/>
                  </a:lnTo>
                  <a:lnTo>
                    <a:pt x="5005977" y="623744"/>
                  </a:lnTo>
                  <a:lnTo>
                    <a:pt x="5008614" y="623744"/>
                  </a:lnTo>
                  <a:lnTo>
                    <a:pt x="5011344" y="618833"/>
                  </a:lnTo>
                  <a:lnTo>
                    <a:pt x="5012568" y="613921"/>
                  </a:lnTo>
                  <a:lnTo>
                    <a:pt x="5013039" y="613921"/>
                  </a:lnTo>
                  <a:lnTo>
                    <a:pt x="5014828" y="613921"/>
                  </a:lnTo>
                  <a:lnTo>
                    <a:pt x="5017840" y="613921"/>
                  </a:lnTo>
                  <a:lnTo>
                    <a:pt x="5018311" y="613921"/>
                  </a:lnTo>
                  <a:lnTo>
                    <a:pt x="5020853" y="613921"/>
                  </a:lnTo>
                  <a:lnTo>
                    <a:pt x="5022925" y="613921"/>
                  </a:lnTo>
                  <a:lnTo>
                    <a:pt x="5024337" y="613921"/>
                  </a:lnTo>
                  <a:lnTo>
                    <a:pt x="5024431" y="613921"/>
                  </a:lnTo>
                  <a:lnTo>
                    <a:pt x="5026502" y="609010"/>
                  </a:lnTo>
                  <a:lnTo>
                    <a:pt x="5027067" y="609010"/>
                  </a:lnTo>
                  <a:lnTo>
                    <a:pt x="5028103" y="609010"/>
                  </a:lnTo>
                  <a:lnTo>
                    <a:pt x="5032811" y="609010"/>
                  </a:lnTo>
                  <a:lnTo>
                    <a:pt x="5034505" y="609010"/>
                  </a:lnTo>
                  <a:lnTo>
                    <a:pt x="5036200" y="609010"/>
                  </a:lnTo>
                  <a:lnTo>
                    <a:pt x="5037236" y="609010"/>
                  </a:lnTo>
                  <a:lnTo>
                    <a:pt x="5039307" y="609010"/>
                  </a:lnTo>
                  <a:lnTo>
                    <a:pt x="5040719" y="609010"/>
                  </a:lnTo>
                  <a:lnTo>
                    <a:pt x="5043262" y="609010"/>
                  </a:lnTo>
                  <a:lnTo>
                    <a:pt x="5046369" y="609010"/>
                  </a:lnTo>
                  <a:lnTo>
                    <a:pt x="5046745" y="609010"/>
                  </a:lnTo>
                  <a:lnTo>
                    <a:pt x="5048628" y="604099"/>
                  </a:lnTo>
                  <a:lnTo>
                    <a:pt x="5055595" y="599187"/>
                  </a:lnTo>
                  <a:lnTo>
                    <a:pt x="5055690" y="599187"/>
                  </a:lnTo>
                  <a:lnTo>
                    <a:pt x="5057290" y="599187"/>
                  </a:lnTo>
                  <a:lnTo>
                    <a:pt x="5059644" y="594276"/>
                  </a:lnTo>
                  <a:lnTo>
                    <a:pt x="5062186" y="594276"/>
                  </a:lnTo>
                  <a:lnTo>
                    <a:pt x="5062469" y="594276"/>
                  </a:lnTo>
                  <a:lnTo>
                    <a:pt x="5062751" y="594276"/>
                  </a:lnTo>
                  <a:lnTo>
                    <a:pt x="5063128" y="594276"/>
                  </a:lnTo>
                  <a:lnTo>
                    <a:pt x="5064728" y="594276"/>
                  </a:lnTo>
                  <a:lnTo>
                    <a:pt x="5065199" y="594276"/>
                  </a:lnTo>
                  <a:lnTo>
                    <a:pt x="5067835" y="594276"/>
                  </a:lnTo>
                  <a:lnTo>
                    <a:pt x="5067929" y="594276"/>
                  </a:lnTo>
                  <a:lnTo>
                    <a:pt x="5068024" y="589364"/>
                  </a:lnTo>
                  <a:lnTo>
                    <a:pt x="5071507" y="589364"/>
                  </a:lnTo>
                  <a:lnTo>
                    <a:pt x="5071601" y="589364"/>
                  </a:lnTo>
                  <a:lnTo>
                    <a:pt x="5072260" y="589364"/>
                  </a:lnTo>
                  <a:lnTo>
                    <a:pt x="5075650" y="584453"/>
                  </a:lnTo>
                  <a:lnTo>
                    <a:pt x="5075838" y="584453"/>
                  </a:lnTo>
                  <a:lnTo>
                    <a:pt x="5077250" y="584453"/>
                  </a:lnTo>
                  <a:lnTo>
                    <a:pt x="5078757" y="579542"/>
                  </a:lnTo>
                  <a:lnTo>
                    <a:pt x="5082335" y="569719"/>
                  </a:lnTo>
                  <a:lnTo>
                    <a:pt x="5083653" y="569719"/>
                  </a:lnTo>
                  <a:lnTo>
                    <a:pt x="5084594" y="569719"/>
                  </a:lnTo>
                  <a:lnTo>
                    <a:pt x="5085536" y="569719"/>
                  </a:lnTo>
                  <a:lnTo>
                    <a:pt x="5088172" y="569719"/>
                  </a:lnTo>
                  <a:lnTo>
                    <a:pt x="5088643" y="569719"/>
                  </a:lnTo>
                  <a:lnTo>
                    <a:pt x="5093068" y="564808"/>
                  </a:lnTo>
                  <a:lnTo>
                    <a:pt x="5094951" y="564808"/>
                  </a:lnTo>
                  <a:lnTo>
                    <a:pt x="5095422" y="554985"/>
                  </a:lnTo>
                  <a:lnTo>
                    <a:pt x="5096740" y="554985"/>
                  </a:lnTo>
                  <a:lnTo>
                    <a:pt x="5099188" y="550073"/>
                  </a:lnTo>
                  <a:lnTo>
                    <a:pt x="5099659" y="545162"/>
                  </a:lnTo>
                  <a:lnTo>
                    <a:pt x="5102295" y="545162"/>
                  </a:lnTo>
                  <a:lnTo>
                    <a:pt x="5102389" y="545162"/>
                  </a:lnTo>
                  <a:lnTo>
                    <a:pt x="5104272" y="545162"/>
                  </a:lnTo>
                  <a:lnTo>
                    <a:pt x="5104931" y="545162"/>
                  </a:lnTo>
                  <a:lnTo>
                    <a:pt x="5106814" y="545162"/>
                  </a:lnTo>
                  <a:lnTo>
                    <a:pt x="5107850" y="545162"/>
                  </a:lnTo>
                  <a:lnTo>
                    <a:pt x="5111804" y="545162"/>
                  </a:lnTo>
                  <a:lnTo>
                    <a:pt x="5112463" y="545162"/>
                  </a:lnTo>
                  <a:lnTo>
                    <a:pt x="5115005" y="545162"/>
                  </a:lnTo>
                  <a:lnTo>
                    <a:pt x="5117359" y="545162"/>
                  </a:lnTo>
                  <a:lnTo>
                    <a:pt x="5117453" y="545162"/>
                  </a:lnTo>
                  <a:lnTo>
                    <a:pt x="5118583" y="540251"/>
                  </a:lnTo>
                  <a:lnTo>
                    <a:pt x="5118772" y="535339"/>
                  </a:lnTo>
                  <a:lnTo>
                    <a:pt x="5119713" y="535339"/>
                  </a:lnTo>
                  <a:lnTo>
                    <a:pt x="5122255" y="535339"/>
                  </a:lnTo>
                  <a:lnTo>
                    <a:pt x="5125268" y="535339"/>
                  </a:lnTo>
                  <a:lnTo>
                    <a:pt x="5127716" y="535339"/>
                  </a:lnTo>
                  <a:lnTo>
                    <a:pt x="5128846" y="535339"/>
                  </a:lnTo>
                  <a:lnTo>
                    <a:pt x="5130541" y="535339"/>
                  </a:lnTo>
                  <a:lnTo>
                    <a:pt x="5131200" y="535339"/>
                  </a:lnTo>
                  <a:lnTo>
                    <a:pt x="5131294" y="535339"/>
                  </a:lnTo>
                  <a:lnTo>
                    <a:pt x="5132989" y="535339"/>
                  </a:lnTo>
                  <a:lnTo>
                    <a:pt x="5135531" y="535339"/>
                  </a:lnTo>
                  <a:lnTo>
                    <a:pt x="5136472" y="535339"/>
                  </a:lnTo>
                  <a:lnTo>
                    <a:pt x="5140521" y="535339"/>
                  </a:lnTo>
                  <a:lnTo>
                    <a:pt x="5142592" y="535339"/>
                  </a:lnTo>
                  <a:lnTo>
                    <a:pt x="5147488" y="535339"/>
                  </a:lnTo>
                  <a:lnTo>
                    <a:pt x="5147676" y="535339"/>
                  </a:lnTo>
                  <a:lnTo>
                    <a:pt x="5150218" y="535339"/>
                  </a:lnTo>
                  <a:lnTo>
                    <a:pt x="5150689" y="535339"/>
                  </a:lnTo>
                  <a:lnTo>
                    <a:pt x="5151442" y="530428"/>
                  </a:lnTo>
                  <a:lnTo>
                    <a:pt x="5152290" y="530428"/>
                  </a:lnTo>
                  <a:lnTo>
                    <a:pt x="5154173" y="530428"/>
                  </a:lnTo>
                  <a:lnTo>
                    <a:pt x="5155020" y="530428"/>
                  </a:lnTo>
                  <a:lnTo>
                    <a:pt x="5156903" y="525517"/>
                  </a:lnTo>
                  <a:lnTo>
                    <a:pt x="5160387" y="525517"/>
                  </a:lnTo>
                  <a:lnTo>
                    <a:pt x="5162741" y="525517"/>
                  </a:lnTo>
                  <a:lnTo>
                    <a:pt x="5164247" y="525517"/>
                  </a:lnTo>
                  <a:lnTo>
                    <a:pt x="5164247" y="520605"/>
                  </a:lnTo>
                  <a:lnTo>
                    <a:pt x="5165377" y="520605"/>
                  </a:lnTo>
                  <a:lnTo>
                    <a:pt x="5166789" y="520605"/>
                  </a:lnTo>
                  <a:lnTo>
                    <a:pt x="5169049" y="520605"/>
                  </a:lnTo>
                  <a:lnTo>
                    <a:pt x="5170461" y="520605"/>
                  </a:lnTo>
                  <a:lnTo>
                    <a:pt x="5172344" y="515694"/>
                  </a:lnTo>
                  <a:lnTo>
                    <a:pt x="5172344" y="510782"/>
                  </a:lnTo>
                  <a:lnTo>
                    <a:pt x="5174133" y="500960"/>
                  </a:lnTo>
                  <a:lnTo>
                    <a:pt x="5174510" y="496048"/>
                  </a:lnTo>
                  <a:lnTo>
                    <a:pt x="5174792" y="496048"/>
                  </a:lnTo>
                  <a:lnTo>
                    <a:pt x="5174980" y="496048"/>
                  </a:lnTo>
                  <a:lnTo>
                    <a:pt x="5178276" y="491137"/>
                  </a:lnTo>
                  <a:lnTo>
                    <a:pt x="5178370" y="491137"/>
                  </a:lnTo>
                  <a:lnTo>
                    <a:pt x="5181477" y="486226"/>
                  </a:lnTo>
                  <a:lnTo>
                    <a:pt x="5181854" y="486226"/>
                  </a:lnTo>
                  <a:lnTo>
                    <a:pt x="5183737" y="486226"/>
                  </a:lnTo>
                  <a:lnTo>
                    <a:pt x="5185620" y="486226"/>
                  </a:lnTo>
                  <a:lnTo>
                    <a:pt x="5186373" y="481314"/>
                  </a:lnTo>
                  <a:lnTo>
                    <a:pt x="5187785" y="481314"/>
                  </a:lnTo>
                  <a:lnTo>
                    <a:pt x="5188256" y="481314"/>
                  </a:lnTo>
                  <a:lnTo>
                    <a:pt x="5191080" y="476403"/>
                  </a:lnTo>
                  <a:lnTo>
                    <a:pt x="5192681" y="476403"/>
                  </a:lnTo>
                  <a:lnTo>
                    <a:pt x="5193340" y="476403"/>
                  </a:lnTo>
                  <a:lnTo>
                    <a:pt x="5194658" y="471491"/>
                  </a:lnTo>
                  <a:lnTo>
                    <a:pt x="5195317" y="471491"/>
                  </a:lnTo>
                  <a:lnTo>
                    <a:pt x="5196918" y="471491"/>
                  </a:lnTo>
                  <a:lnTo>
                    <a:pt x="5197577" y="471491"/>
                  </a:lnTo>
                  <a:lnTo>
                    <a:pt x="5199178" y="471491"/>
                  </a:lnTo>
                  <a:lnTo>
                    <a:pt x="5201531" y="471491"/>
                  </a:lnTo>
                  <a:lnTo>
                    <a:pt x="5204921" y="471491"/>
                  </a:lnTo>
                  <a:lnTo>
                    <a:pt x="5206898" y="471491"/>
                  </a:lnTo>
                  <a:lnTo>
                    <a:pt x="5208216" y="471491"/>
                  </a:lnTo>
                  <a:lnTo>
                    <a:pt x="5208969" y="471491"/>
                  </a:lnTo>
                  <a:lnTo>
                    <a:pt x="5210193" y="471491"/>
                  </a:lnTo>
                  <a:lnTo>
                    <a:pt x="5213300" y="471491"/>
                  </a:lnTo>
                  <a:lnTo>
                    <a:pt x="5214336" y="471491"/>
                  </a:lnTo>
                  <a:lnTo>
                    <a:pt x="5217820" y="471491"/>
                  </a:lnTo>
                  <a:lnTo>
                    <a:pt x="5219420" y="471491"/>
                  </a:lnTo>
                  <a:lnTo>
                    <a:pt x="5221397" y="471491"/>
                  </a:lnTo>
                  <a:lnTo>
                    <a:pt x="5223092" y="471491"/>
                  </a:lnTo>
                  <a:lnTo>
                    <a:pt x="5225352" y="471491"/>
                  </a:lnTo>
                  <a:lnTo>
                    <a:pt x="5225728" y="471491"/>
                  </a:lnTo>
                  <a:lnTo>
                    <a:pt x="5226293" y="471491"/>
                  </a:lnTo>
                  <a:lnTo>
                    <a:pt x="5226576" y="471491"/>
                  </a:lnTo>
                  <a:lnTo>
                    <a:pt x="5227235" y="471491"/>
                  </a:lnTo>
                  <a:lnTo>
                    <a:pt x="5228176" y="471491"/>
                  </a:lnTo>
                  <a:lnTo>
                    <a:pt x="5228647" y="471491"/>
                  </a:lnTo>
                  <a:lnTo>
                    <a:pt x="5228741" y="471491"/>
                  </a:lnTo>
                  <a:lnTo>
                    <a:pt x="5231566" y="466580"/>
                  </a:lnTo>
                  <a:lnTo>
                    <a:pt x="5233449" y="466580"/>
                  </a:lnTo>
                  <a:lnTo>
                    <a:pt x="5238627" y="461669"/>
                  </a:lnTo>
                  <a:lnTo>
                    <a:pt x="5239381" y="456757"/>
                  </a:lnTo>
                  <a:lnTo>
                    <a:pt x="5240510" y="451846"/>
                  </a:lnTo>
                  <a:lnTo>
                    <a:pt x="5243523" y="442023"/>
                  </a:lnTo>
                  <a:lnTo>
                    <a:pt x="5244276" y="442023"/>
                  </a:lnTo>
                  <a:lnTo>
                    <a:pt x="5247007" y="442023"/>
                  </a:lnTo>
                  <a:lnTo>
                    <a:pt x="5248984" y="442023"/>
                  </a:lnTo>
                  <a:lnTo>
                    <a:pt x="5250773" y="437112"/>
                  </a:lnTo>
                  <a:lnTo>
                    <a:pt x="5251432" y="437112"/>
                  </a:lnTo>
                  <a:lnTo>
                    <a:pt x="5252656" y="437112"/>
                  </a:lnTo>
                  <a:lnTo>
                    <a:pt x="5255669" y="432200"/>
                  </a:lnTo>
                  <a:lnTo>
                    <a:pt x="5259247" y="427289"/>
                  </a:lnTo>
                  <a:lnTo>
                    <a:pt x="5261412" y="427289"/>
                  </a:lnTo>
                  <a:lnTo>
                    <a:pt x="5264237" y="427289"/>
                  </a:lnTo>
                  <a:lnTo>
                    <a:pt x="5264331" y="427289"/>
                  </a:lnTo>
                  <a:lnTo>
                    <a:pt x="5265084" y="427289"/>
                  </a:lnTo>
                  <a:lnTo>
                    <a:pt x="5267250" y="427289"/>
                  </a:lnTo>
                  <a:lnTo>
                    <a:pt x="5269133" y="427289"/>
                  </a:lnTo>
                  <a:lnTo>
                    <a:pt x="5269886" y="427289"/>
                  </a:lnTo>
                  <a:lnTo>
                    <a:pt x="5270639" y="422378"/>
                  </a:lnTo>
                  <a:lnTo>
                    <a:pt x="5272240" y="417466"/>
                  </a:lnTo>
                  <a:lnTo>
                    <a:pt x="5272993" y="417466"/>
                  </a:lnTo>
                  <a:lnTo>
                    <a:pt x="5275817" y="412555"/>
                  </a:lnTo>
                  <a:lnTo>
                    <a:pt x="5278077" y="407644"/>
                  </a:lnTo>
                  <a:lnTo>
                    <a:pt x="5278360" y="407644"/>
                  </a:lnTo>
                  <a:lnTo>
                    <a:pt x="5282314" y="407644"/>
                  </a:lnTo>
                  <a:lnTo>
                    <a:pt x="5282502" y="407644"/>
                  </a:lnTo>
                  <a:lnTo>
                    <a:pt x="5282596" y="402732"/>
                  </a:lnTo>
                  <a:lnTo>
                    <a:pt x="5283538" y="402732"/>
                  </a:lnTo>
                  <a:lnTo>
                    <a:pt x="5283632" y="402732"/>
                  </a:lnTo>
                  <a:lnTo>
                    <a:pt x="5284668" y="402732"/>
                  </a:lnTo>
                  <a:lnTo>
                    <a:pt x="5285703" y="402732"/>
                  </a:lnTo>
                  <a:lnTo>
                    <a:pt x="5288057" y="397821"/>
                  </a:lnTo>
                  <a:lnTo>
                    <a:pt x="5289469" y="397821"/>
                  </a:lnTo>
                  <a:lnTo>
                    <a:pt x="5290505" y="397821"/>
                  </a:lnTo>
                  <a:lnTo>
                    <a:pt x="5292765" y="397821"/>
                  </a:lnTo>
                  <a:lnTo>
                    <a:pt x="5295307" y="397821"/>
                  </a:lnTo>
                  <a:lnTo>
                    <a:pt x="5297472" y="392909"/>
                  </a:lnTo>
                  <a:lnTo>
                    <a:pt x="5298885" y="392909"/>
                  </a:lnTo>
                  <a:lnTo>
                    <a:pt x="5300579" y="387998"/>
                  </a:lnTo>
                  <a:lnTo>
                    <a:pt x="5300862" y="387998"/>
                  </a:lnTo>
                  <a:lnTo>
                    <a:pt x="5300956" y="387998"/>
                  </a:lnTo>
                  <a:lnTo>
                    <a:pt x="5301333" y="387998"/>
                  </a:lnTo>
                  <a:lnTo>
                    <a:pt x="5301427" y="387998"/>
                  </a:lnTo>
                  <a:lnTo>
                    <a:pt x="5302839" y="383087"/>
                  </a:lnTo>
                  <a:lnTo>
                    <a:pt x="5304722" y="383087"/>
                  </a:lnTo>
                  <a:lnTo>
                    <a:pt x="5306605" y="383087"/>
                  </a:lnTo>
                  <a:lnTo>
                    <a:pt x="5306888" y="383087"/>
                  </a:lnTo>
                  <a:lnTo>
                    <a:pt x="5309806" y="378175"/>
                  </a:lnTo>
                  <a:lnTo>
                    <a:pt x="5312348" y="378175"/>
                  </a:lnTo>
                  <a:lnTo>
                    <a:pt x="5314232" y="373264"/>
                  </a:lnTo>
                  <a:lnTo>
                    <a:pt x="5316115" y="368353"/>
                  </a:lnTo>
                  <a:lnTo>
                    <a:pt x="5317244" y="368353"/>
                  </a:lnTo>
                  <a:lnTo>
                    <a:pt x="5318374" y="368353"/>
                  </a:lnTo>
                  <a:lnTo>
                    <a:pt x="5323553" y="368353"/>
                  </a:lnTo>
                  <a:lnTo>
                    <a:pt x="5325247" y="368353"/>
                  </a:lnTo>
                  <a:lnTo>
                    <a:pt x="5330049" y="368353"/>
                  </a:lnTo>
                  <a:lnTo>
                    <a:pt x="5330237" y="368353"/>
                  </a:lnTo>
                  <a:lnTo>
                    <a:pt x="5330520" y="363441"/>
                  </a:lnTo>
                  <a:lnTo>
                    <a:pt x="5330991" y="363441"/>
                  </a:lnTo>
                  <a:lnTo>
                    <a:pt x="5332874" y="363441"/>
                  </a:lnTo>
                  <a:lnTo>
                    <a:pt x="5333156" y="363441"/>
                  </a:lnTo>
                  <a:lnTo>
                    <a:pt x="5334286" y="363441"/>
                  </a:lnTo>
                  <a:lnTo>
                    <a:pt x="5337205" y="363441"/>
                  </a:lnTo>
                  <a:lnTo>
                    <a:pt x="5337487" y="363441"/>
                  </a:lnTo>
                  <a:lnTo>
                    <a:pt x="5338052" y="363441"/>
                  </a:lnTo>
                  <a:lnTo>
                    <a:pt x="5340406" y="358530"/>
                  </a:lnTo>
                  <a:lnTo>
                    <a:pt x="5346243" y="348707"/>
                  </a:lnTo>
                  <a:lnTo>
                    <a:pt x="5346714" y="348707"/>
                  </a:lnTo>
                  <a:lnTo>
                    <a:pt x="5346808" y="348707"/>
                  </a:lnTo>
                  <a:lnTo>
                    <a:pt x="5347467" y="348707"/>
                  </a:lnTo>
                  <a:lnTo>
                    <a:pt x="5349256" y="348707"/>
                  </a:lnTo>
                  <a:lnTo>
                    <a:pt x="5351422" y="348707"/>
                  </a:lnTo>
                  <a:lnTo>
                    <a:pt x="5355094" y="348707"/>
                  </a:lnTo>
                  <a:lnTo>
                    <a:pt x="5357447" y="343796"/>
                  </a:lnTo>
                  <a:lnTo>
                    <a:pt x="5358389" y="343796"/>
                  </a:lnTo>
                  <a:lnTo>
                    <a:pt x="5360178" y="343796"/>
                  </a:lnTo>
                  <a:lnTo>
                    <a:pt x="5362249" y="343796"/>
                  </a:lnTo>
                  <a:lnTo>
                    <a:pt x="5364885" y="343796"/>
                  </a:lnTo>
                  <a:lnTo>
                    <a:pt x="5366015" y="343796"/>
                  </a:lnTo>
                  <a:lnTo>
                    <a:pt x="5366109" y="343796"/>
                  </a:lnTo>
                  <a:lnTo>
                    <a:pt x="5367051" y="343796"/>
                  </a:lnTo>
                  <a:lnTo>
                    <a:pt x="5370158" y="338884"/>
                  </a:lnTo>
                  <a:lnTo>
                    <a:pt x="5371570" y="333973"/>
                  </a:lnTo>
                  <a:lnTo>
                    <a:pt x="5373265" y="333973"/>
                  </a:lnTo>
                  <a:lnTo>
                    <a:pt x="5375713" y="329062"/>
                  </a:lnTo>
                  <a:lnTo>
                    <a:pt x="5377596" y="329062"/>
                  </a:lnTo>
                  <a:lnTo>
                    <a:pt x="5377784" y="329062"/>
                  </a:lnTo>
                  <a:lnTo>
                    <a:pt x="5379573" y="329062"/>
                  </a:lnTo>
                  <a:lnTo>
                    <a:pt x="5379856" y="329062"/>
                  </a:lnTo>
                  <a:lnTo>
                    <a:pt x="5385505" y="324150"/>
                  </a:lnTo>
                  <a:lnTo>
                    <a:pt x="5386258" y="324150"/>
                  </a:lnTo>
                  <a:lnTo>
                    <a:pt x="5386540" y="324150"/>
                  </a:lnTo>
                  <a:lnTo>
                    <a:pt x="5389647" y="324150"/>
                  </a:lnTo>
                  <a:lnTo>
                    <a:pt x="5390401" y="324150"/>
                  </a:lnTo>
                  <a:lnTo>
                    <a:pt x="5392472" y="324150"/>
                  </a:lnTo>
                  <a:lnTo>
                    <a:pt x="5392754" y="324150"/>
                  </a:lnTo>
                  <a:lnTo>
                    <a:pt x="5393037" y="324150"/>
                  </a:lnTo>
                  <a:lnTo>
                    <a:pt x="5394449" y="324150"/>
                  </a:lnTo>
                  <a:lnTo>
                    <a:pt x="5397839" y="324150"/>
                  </a:lnTo>
                  <a:lnTo>
                    <a:pt x="5398027" y="324150"/>
                  </a:lnTo>
                  <a:lnTo>
                    <a:pt x="5400098" y="324150"/>
                  </a:lnTo>
                  <a:lnTo>
                    <a:pt x="5402358" y="324150"/>
                  </a:lnTo>
                  <a:lnTo>
                    <a:pt x="5404806" y="324150"/>
                  </a:lnTo>
                  <a:lnTo>
                    <a:pt x="5406124" y="324150"/>
                  </a:lnTo>
                  <a:lnTo>
                    <a:pt x="5406312" y="324150"/>
                  </a:lnTo>
                  <a:lnTo>
                    <a:pt x="5408478" y="319239"/>
                  </a:lnTo>
                  <a:lnTo>
                    <a:pt x="5410455" y="319239"/>
                  </a:lnTo>
                  <a:lnTo>
                    <a:pt x="5412244" y="319239"/>
                  </a:lnTo>
                  <a:lnTo>
                    <a:pt x="5412526" y="319239"/>
                  </a:lnTo>
                  <a:lnTo>
                    <a:pt x="5413185" y="319239"/>
                  </a:lnTo>
                  <a:lnTo>
                    <a:pt x="5413280" y="319239"/>
                  </a:lnTo>
                  <a:lnTo>
                    <a:pt x="5413750" y="319239"/>
                  </a:lnTo>
                  <a:lnTo>
                    <a:pt x="5418081" y="319239"/>
                  </a:lnTo>
                  <a:lnTo>
                    <a:pt x="5418176" y="319239"/>
                  </a:lnTo>
                  <a:lnTo>
                    <a:pt x="5419494" y="319239"/>
                  </a:lnTo>
                  <a:lnTo>
                    <a:pt x="5424578" y="314327"/>
                  </a:lnTo>
                  <a:lnTo>
                    <a:pt x="5427402" y="314327"/>
                  </a:lnTo>
                  <a:lnTo>
                    <a:pt x="5427873" y="314327"/>
                  </a:lnTo>
                  <a:lnTo>
                    <a:pt x="5431828" y="309416"/>
                  </a:lnTo>
                  <a:lnTo>
                    <a:pt x="5431922" y="309416"/>
                  </a:lnTo>
                  <a:lnTo>
                    <a:pt x="5432298" y="309416"/>
                  </a:lnTo>
                  <a:lnTo>
                    <a:pt x="5433899" y="309416"/>
                  </a:lnTo>
                  <a:lnTo>
                    <a:pt x="5437006" y="309416"/>
                  </a:lnTo>
                  <a:lnTo>
                    <a:pt x="5437571" y="309416"/>
                  </a:lnTo>
                  <a:lnTo>
                    <a:pt x="5439831" y="309416"/>
                  </a:lnTo>
                  <a:lnTo>
                    <a:pt x="5440395" y="309416"/>
                  </a:lnTo>
                  <a:lnTo>
                    <a:pt x="5442373" y="304505"/>
                  </a:lnTo>
                  <a:lnTo>
                    <a:pt x="5442561" y="304505"/>
                  </a:lnTo>
                  <a:lnTo>
                    <a:pt x="5443032" y="304505"/>
                  </a:lnTo>
                  <a:lnTo>
                    <a:pt x="5443032" y="299593"/>
                  </a:lnTo>
                  <a:lnTo>
                    <a:pt x="5444444" y="294682"/>
                  </a:lnTo>
                  <a:lnTo>
                    <a:pt x="5446704" y="294682"/>
                  </a:lnTo>
                  <a:lnTo>
                    <a:pt x="5449622" y="294682"/>
                  </a:lnTo>
                  <a:lnTo>
                    <a:pt x="5451035" y="294682"/>
                  </a:lnTo>
                  <a:lnTo>
                    <a:pt x="5453106" y="294682"/>
                  </a:lnTo>
                  <a:lnTo>
                    <a:pt x="5454236" y="294682"/>
                  </a:lnTo>
                  <a:lnTo>
                    <a:pt x="5454330" y="294682"/>
                  </a:lnTo>
                  <a:lnTo>
                    <a:pt x="5454801" y="294682"/>
                  </a:lnTo>
                  <a:lnTo>
                    <a:pt x="5454989" y="294682"/>
                  </a:lnTo>
                  <a:lnTo>
                    <a:pt x="5456872" y="294682"/>
                  </a:lnTo>
                  <a:lnTo>
                    <a:pt x="5456966" y="294682"/>
                  </a:lnTo>
                  <a:lnTo>
                    <a:pt x="5459132" y="294682"/>
                  </a:lnTo>
                  <a:lnTo>
                    <a:pt x="5459226" y="294682"/>
                  </a:lnTo>
                  <a:lnTo>
                    <a:pt x="5462145" y="289771"/>
                  </a:lnTo>
                  <a:lnTo>
                    <a:pt x="5464122" y="289771"/>
                  </a:lnTo>
                  <a:lnTo>
                    <a:pt x="5466005" y="289771"/>
                  </a:lnTo>
                  <a:lnTo>
                    <a:pt x="5468170" y="289771"/>
                  </a:lnTo>
                  <a:lnTo>
                    <a:pt x="5469112" y="289771"/>
                  </a:lnTo>
                  <a:lnTo>
                    <a:pt x="5469771" y="289771"/>
                  </a:lnTo>
                  <a:lnTo>
                    <a:pt x="5473443" y="289771"/>
                  </a:lnTo>
                  <a:lnTo>
                    <a:pt x="5473537" y="289771"/>
                  </a:lnTo>
                  <a:lnTo>
                    <a:pt x="5473631" y="289771"/>
                  </a:lnTo>
                  <a:lnTo>
                    <a:pt x="5479280" y="284859"/>
                  </a:lnTo>
                  <a:lnTo>
                    <a:pt x="5481446" y="284859"/>
                  </a:lnTo>
                  <a:lnTo>
                    <a:pt x="5483329" y="284859"/>
                  </a:lnTo>
                  <a:lnTo>
                    <a:pt x="5484176" y="284859"/>
                  </a:lnTo>
                  <a:lnTo>
                    <a:pt x="5486153" y="279948"/>
                  </a:lnTo>
                  <a:lnTo>
                    <a:pt x="5486248" y="279948"/>
                  </a:lnTo>
                  <a:lnTo>
                    <a:pt x="5486530" y="279948"/>
                  </a:lnTo>
                  <a:lnTo>
                    <a:pt x="5487189" y="279948"/>
                  </a:lnTo>
                  <a:lnTo>
                    <a:pt x="5487754" y="279948"/>
                  </a:lnTo>
                  <a:lnTo>
                    <a:pt x="5489825" y="279948"/>
                  </a:lnTo>
                  <a:lnTo>
                    <a:pt x="5490108" y="279948"/>
                  </a:lnTo>
                  <a:lnTo>
                    <a:pt x="5491991" y="279948"/>
                  </a:lnTo>
                  <a:lnTo>
                    <a:pt x="5492462" y="275036"/>
                  </a:lnTo>
                  <a:lnTo>
                    <a:pt x="5494815" y="275036"/>
                  </a:lnTo>
                  <a:lnTo>
                    <a:pt x="5497734" y="275036"/>
                  </a:lnTo>
                  <a:lnTo>
                    <a:pt x="5497922" y="275036"/>
                  </a:lnTo>
                  <a:lnTo>
                    <a:pt x="5498676" y="275036"/>
                  </a:lnTo>
                  <a:lnTo>
                    <a:pt x="5499241" y="275036"/>
                  </a:lnTo>
                  <a:lnTo>
                    <a:pt x="5499617" y="275036"/>
                  </a:lnTo>
                  <a:lnTo>
                    <a:pt x="5501312" y="275036"/>
                  </a:lnTo>
                  <a:lnTo>
                    <a:pt x="5501971" y="275036"/>
                  </a:lnTo>
                  <a:lnTo>
                    <a:pt x="5503101" y="275036"/>
                  </a:lnTo>
                  <a:lnTo>
                    <a:pt x="5507243" y="275036"/>
                  </a:lnTo>
                  <a:lnTo>
                    <a:pt x="5507526" y="275036"/>
                  </a:lnTo>
                  <a:lnTo>
                    <a:pt x="5507997" y="275036"/>
                  </a:lnTo>
                  <a:lnTo>
                    <a:pt x="5512328" y="275036"/>
                  </a:lnTo>
                  <a:lnTo>
                    <a:pt x="5512893" y="275036"/>
                  </a:lnTo>
                  <a:lnTo>
                    <a:pt x="5514493" y="270125"/>
                  </a:lnTo>
                  <a:lnTo>
                    <a:pt x="5514587" y="270125"/>
                  </a:lnTo>
                  <a:lnTo>
                    <a:pt x="5516188" y="265214"/>
                  </a:lnTo>
                  <a:lnTo>
                    <a:pt x="5518353" y="260302"/>
                  </a:lnTo>
                  <a:lnTo>
                    <a:pt x="5521084" y="260302"/>
                  </a:lnTo>
                  <a:lnTo>
                    <a:pt x="5522967" y="260302"/>
                  </a:lnTo>
                  <a:lnTo>
                    <a:pt x="5526639" y="260302"/>
                  </a:lnTo>
                  <a:lnTo>
                    <a:pt x="5526827" y="260302"/>
                  </a:lnTo>
                  <a:lnTo>
                    <a:pt x="5527015" y="260302"/>
                  </a:lnTo>
                  <a:lnTo>
                    <a:pt x="5529275" y="260302"/>
                  </a:lnTo>
                  <a:lnTo>
                    <a:pt x="5529558" y="260302"/>
                  </a:lnTo>
                  <a:lnTo>
                    <a:pt x="5530311" y="260302"/>
                  </a:lnTo>
                  <a:lnTo>
                    <a:pt x="5533229" y="260302"/>
                  </a:lnTo>
                  <a:lnTo>
                    <a:pt x="5535301" y="260302"/>
                  </a:lnTo>
                  <a:lnTo>
                    <a:pt x="5535677" y="260302"/>
                  </a:lnTo>
                  <a:lnTo>
                    <a:pt x="5538220" y="260302"/>
                  </a:lnTo>
                  <a:lnTo>
                    <a:pt x="5538973" y="260302"/>
                  </a:lnTo>
                  <a:lnTo>
                    <a:pt x="5539632" y="260302"/>
                  </a:lnTo>
                  <a:lnTo>
                    <a:pt x="5541138" y="260302"/>
                  </a:lnTo>
                  <a:lnTo>
                    <a:pt x="5542268" y="260302"/>
                  </a:lnTo>
                  <a:lnTo>
                    <a:pt x="5542645" y="260302"/>
                  </a:lnTo>
                  <a:lnTo>
                    <a:pt x="5543680" y="260302"/>
                  </a:lnTo>
                  <a:lnTo>
                    <a:pt x="5544057" y="260302"/>
                  </a:lnTo>
                  <a:lnTo>
                    <a:pt x="5545187" y="260302"/>
                  </a:lnTo>
                  <a:lnTo>
                    <a:pt x="5548106" y="260302"/>
                  </a:lnTo>
                  <a:lnTo>
                    <a:pt x="5551966" y="260302"/>
                  </a:lnTo>
                  <a:lnTo>
                    <a:pt x="5554131" y="260302"/>
                  </a:lnTo>
                  <a:lnTo>
                    <a:pt x="5554508" y="260302"/>
                  </a:lnTo>
                  <a:lnTo>
                    <a:pt x="5555449" y="260302"/>
                  </a:lnTo>
                  <a:lnTo>
                    <a:pt x="5557427" y="260302"/>
                  </a:lnTo>
                  <a:lnTo>
                    <a:pt x="5557615" y="260302"/>
                  </a:lnTo>
                  <a:lnTo>
                    <a:pt x="5557709" y="260302"/>
                  </a:lnTo>
                  <a:lnTo>
                    <a:pt x="5557992" y="260302"/>
                  </a:lnTo>
                  <a:lnTo>
                    <a:pt x="5559592" y="260302"/>
                  </a:lnTo>
                  <a:lnTo>
                    <a:pt x="5560439" y="250480"/>
                  </a:lnTo>
                  <a:lnTo>
                    <a:pt x="5565147" y="250480"/>
                  </a:lnTo>
                  <a:lnTo>
                    <a:pt x="5568442" y="245568"/>
                  </a:lnTo>
                  <a:lnTo>
                    <a:pt x="5568819" y="245568"/>
                  </a:lnTo>
                  <a:lnTo>
                    <a:pt x="5570325" y="240657"/>
                  </a:lnTo>
                  <a:lnTo>
                    <a:pt x="5571926" y="240657"/>
                  </a:lnTo>
                  <a:lnTo>
                    <a:pt x="5572303" y="240657"/>
                  </a:lnTo>
                  <a:lnTo>
                    <a:pt x="5572397" y="240657"/>
                  </a:lnTo>
                  <a:lnTo>
                    <a:pt x="5573338" y="240657"/>
                  </a:lnTo>
                  <a:lnTo>
                    <a:pt x="5575127" y="240657"/>
                  </a:lnTo>
                  <a:lnTo>
                    <a:pt x="5578611" y="240657"/>
                  </a:lnTo>
                  <a:lnTo>
                    <a:pt x="5579741" y="240657"/>
                  </a:lnTo>
                  <a:lnTo>
                    <a:pt x="5581341" y="240657"/>
                  </a:lnTo>
                  <a:lnTo>
                    <a:pt x="5582848" y="240657"/>
                  </a:lnTo>
                  <a:lnTo>
                    <a:pt x="5583224" y="240657"/>
                  </a:lnTo>
                  <a:lnTo>
                    <a:pt x="5584166" y="240657"/>
                  </a:lnTo>
                  <a:lnTo>
                    <a:pt x="5585013" y="240657"/>
                  </a:lnTo>
                  <a:lnTo>
                    <a:pt x="5585672" y="240657"/>
                  </a:lnTo>
                  <a:lnTo>
                    <a:pt x="5588026" y="240657"/>
                  </a:lnTo>
                  <a:lnTo>
                    <a:pt x="5589062" y="240657"/>
                  </a:lnTo>
                  <a:lnTo>
                    <a:pt x="5589250" y="240657"/>
                  </a:lnTo>
                  <a:lnTo>
                    <a:pt x="5595276" y="230834"/>
                  </a:lnTo>
                  <a:lnTo>
                    <a:pt x="5595558" y="230834"/>
                  </a:lnTo>
                  <a:lnTo>
                    <a:pt x="5596311" y="230834"/>
                  </a:lnTo>
                  <a:lnTo>
                    <a:pt x="5596406" y="230834"/>
                  </a:lnTo>
                  <a:lnTo>
                    <a:pt x="5596594" y="230834"/>
                  </a:lnTo>
                  <a:lnTo>
                    <a:pt x="5596876" y="230834"/>
                  </a:lnTo>
                  <a:lnTo>
                    <a:pt x="5597065" y="230834"/>
                  </a:lnTo>
                  <a:lnTo>
                    <a:pt x="5599983" y="230834"/>
                  </a:lnTo>
                  <a:lnTo>
                    <a:pt x="5602620" y="230834"/>
                  </a:lnTo>
                  <a:lnTo>
                    <a:pt x="5604314" y="230834"/>
                  </a:lnTo>
                  <a:lnTo>
                    <a:pt x="5604597" y="230834"/>
                  </a:lnTo>
                  <a:lnTo>
                    <a:pt x="5606951" y="230834"/>
                  </a:lnTo>
                  <a:lnTo>
                    <a:pt x="5608175" y="230834"/>
                  </a:lnTo>
                  <a:lnTo>
                    <a:pt x="5608645" y="230834"/>
                  </a:lnTo>
                  <a:lnTo>
                    <a:pt x="5609964" y="225923"/>
                  </a:lnTo>
                  <a:lnTo>
                    <a:pt x="5610246" y="225923"/>
                  </a:lnTo>
                  <a:lnTo>
                    <a:pt x="5612694" y="221011"/>
                  </a:lnTo>
                  <a:lnTo>
                    <a:pt x="5615330" y="221011"/>
                  </a:lnTo>
                  <a:lnTo>
                    <a:pt x="5617213" y="211189"/>
                  </a:lnTo>
                  <a:lnTo>
                    <a:pt x="5618249" y="211189"/>
                  </a:lnTo>
                  <a:lnTo>
                    <a:pt x="5620226" y="211189"/>
                  </a:lnTo>
                  <a:lnTo>
                    <a:pt x="5620697" y="211189"/>
                  </a:lnTo>
                  <a:lnTo>
                    <a:pt x="5620791" y="211189"/>
                  </a:lnTo>
                  <a:lnTo>
                    <a:pt x="5620885" y="211189"/>
                  </a:lnTo>
                  <a:lnTo>
                    <a:pt x="5623427" y="211189"/>
                  </a:lnTo>
                  <a:lnTo>
                    <a:pt x="5623616" y="211189"/>
                  </a:lnTo>
                  <a:lnTo>
                    <a:pt x="5624934" y="211189"/>
                  </a:lnTo>
                  <a:lnTo>
                    <a:pt x="5627570" y="206277"/>
                  </a:lnTo>
                  <a:lnTo>
                    <a:pt x="5627758" y="206277"/>
                  </a:lnTo>
                  <a:lnTo>
                    <a:pt x="5630395" y="201366"/>
                  </a:lnTo>
                  <a:lnTo>
                    <a:pt x="5633219" y="191543"/>
                  </a:lnTo>
                  <a:lnTo>
                    <a:pt x="5633972" y="191543"/>
                  </a:lnTo>
                  <a:lnTo>
                    <a:pt x="5634631" y="191543"/>
                  </a:lnTo>
                  <a:lnTo>
                    <a:pt x="5634726" y="191543"/>
                  </a:lnTo>
                  <a:lnTo>
                    <a:pt x="5635290" y="191543"/>
                  </a:lnTo>
                  <a:lnTo>
                    <a:pt x="5635950" y="191543"/>
                  </a:lnTo>
                  <a:lnTo>
                    <a:pt x="5638492" y="191543"/>
                  </a:lnTo>
                  <a:lnTo>
                    <a:pt x="5638680" y="191543"/>
                  </a:lnTo>
                  <a:lnTo>
                    <a:pt x="5639810" y="191543"/>
                  </a:lnTo>
                  <a:lnTo>
                    <a:pt x="5641881" y="191543"/>
                  </a:lnTo>
                  <a:lnTo>
                    <a:pt x="5644047" y="191543"/>
                  </a:lnTo>
                  <a:lnTo>
                    <a:pt x="5644235" y="191543"/>
                  </a:lnTo>
                  <a:lnTo>
                    <a:pt x="5645459" y="191543"/>
                  </a:lnTo>
                  <a:lnTo>
                    <a:pt x="5648378" y="191543"/>
                  </a:lnTo>
                  <a:lnTo>
                    <a:pt x="5648566" y="191543"/>
                  </a:lnTo>
                  <a:lnTo>
                    <a:pt x="5650920" y="191543"/>
                  </a:lnTo>
                  <a:lnTo>
                    <a:pt x="5652238" y="191543"/>
                  </a:lnTo>
                  <a:lnTo>
                    <a:pt x="5653179" y="191543"/>
                  </a:lnTo>
                  <a:lnTo>
                    <a:pt x="5654780" y="191543"/>
                  </a:lnTo>
                  <a:lnTo>
                    <a:pt x="5655816" y="186632"/>
                  </a:lnTo>
                  <a:lnTo>
                    <a:pt x="5657793" y="186632"/>
                  </a:lnTo>
                  <a:lnTo>
                    <a:pt x="5657887" y="186632"/>
                  </a:lnTo>
                  <a:lnTo>
                    <a:pt x="5659393" y="186632"/>
                  </a:lnTo>
                  <a:lnTo>
                    <a:pt x="5659676" y="186632"/>
                  </a:lnTo>
                  <a:lnTo>
                    <a:pt x="5660994" y="186632"/>
                  </a:lnTo>
                  <a:lnTo>
                    <a:pt x="5661088" y="186632"/>
                  </a:lnTo>
                  <a:lnTo>
                    <a:pt x="5663630" y="186632"/>
                  </a:lnTo>
                  <a:lnTo>
                    <a:pt x="5663724" y="186632"/>
                  </a:lnTo>
                  <a:lnTo>
                    <a:pt x="5667020" y="181720"/>
                  </a:lnTo>
                  <a:lnTo>
                    <a:pt x="5667208" y="181720"/>
                  </a:lnTo>
                  <a:lnTo>
                    <a:pt x="5670598" y="176809"/>
                  </a:lnTo>
                  <a:lnTo>
                    <a:pt x="5670692" y="176809"/>
                  </a:lnTo>
                  <a:lnTo>
                    <a:pt x="5672104" y="176809"/>
                  </a:lnTo>
                  <a:lnTo>
                    <a:pt x="5673422" y="171898"/>
                  </a:lnTo>
                  <a:lnTo>
                    <a:pt x="5674269" y="171898"/>
                  </a:lnTo>
                  <a:lnTo>
                    <a:pt x="5677565" y="171898"/>
                  </a:lnTo>
                  <a:lnTo>
                    <a:pt x="5677753" y="171898"/>
                  </a:lnTo>
                  <a:lnTo>
                    <a:pt x="5680295" y="171898"/>
                  </a:lnTo>
                  <a:lnTo>
                    <a:pt x="5682178" y="171898"/>
                  </a:lnTo>
                  <a:lnTo>
                    <a:pt x="5684909" y="171898"/>
                  </a:lnTo>
                  <a:lnTo>
                    <a:pt x="5685191" y="171898"/>
                  </a:lnTo>
                  <a:lnTo>
                    <a:pt x="5685285" y="171898"/>
                  </a:lnTo>
                  <a:lnTo>
                    <a:pt x="5687451" y="171898"/>
                  </a:lnTo>
                  <a:lnTo>
                    <a:pt x="5687733" y="171898"/>
                  </a:lnTo>
                  <a:lnTo>
                    <a:pt x="5687922" y="171898"/>
                  </a:lnTo>
                  <a:lnTo>
                    <a:pt x="5689899" y="171898"/>
                  </a:lnTo>
                  <a:lnTo>
                    <a:pt x="5689993" y="166986"/>
                  </a:lnTo>
                  <a:lnTo>
                    <a:pt x="5691499" y="166986"/>
                  </a:lnTo>
                  <a:lnTo>
                    <a:pt x="5691688" y="166986"/>
                  </a:lnTo>
                  <a:lnTo>
                    <a:pt x="5693947" y="166986"/>
                  </a:lnTo>
                  <a:lnTo>
                    <a:pt x="5695265" y="166986"/>
                  </a:lnTo>
                  <a:lnTo>
                    <a:pt x="5698372" y="162075"/>
                  </a:lnTo>
                  <a:lnTo>
                    <a:pt x="5700915" y="162075"/>
                  </a:lnTo>
                  <a:lnTo>
                    <a:pt x="5703551" y="157163"/>
                  </a:lnTo>
                  <a:lnTo>
                    <a:pt x="5705622" y="157163"/>
                  </a:lnTo>
                  <a:lnTo>
                    <a:pt x="5708635" y="157163"/>
                  </a:lnTo>
                  <a:lnTo>
                    <a:pt x="5710424" y="157163"/>
                  </a:lnTo>
                  <a:lnTo>
                    <a:pt x="5710801" y="157163"/>
                  </a:lnTo>
                  <a:lnTo>
                    <a:pt x="5710895" y="157163"/>
                  </a:lnTo>
                  <a:lnTo>
                    <a:pt x="5713154" y="157163"/>
                  </a:lnTo>
                  <a:lnTo>
                    <a:pt x="5715132" y="157163"/>
                  </a:lnTo>
                  <a:lnTo>
                    <a:pt x="5715320" y="157163"/>
                  </a:lnTo>
                  <a:lnTo>
                    <a:pt x="5715602" y="157163"/>
                  </a:lnTo>
                  <a:lnTo>
                    <a:pt x="5717485" y="157163"/>
                  </a:lnTo>
                  <a:lnTo>
                    <a:pt x="5718427" y="157163"/>
                  </a:lnTo>
                  <a:lnTo>
                    <a:pt x="5721816" y="157163"/>
                  </a:lnTo>
                  <a:lnTo>
                    <a:pt x="5723417" y="157163"/>
                  </a:lnTo>
                  <a:lnTo>
                    <a:pt x="5723888" y="157163"/>
                  </a:lnTo>
                  <a:lnTo>
                    <a:pt x="5724076" y="157163"/>
                  </a:lnTo>
                  <a:lnTo>
                    <a:pt x="5725959" y="157163"/>
                  </a:lnTo>
                  <a:lnTo>
                    <a:pt x="5726806" y="157163"/>
                  </a:lnTo>
                  <a:lnTo>
                    <a:pt x="5726995" y="157163"/>
                  </a:lnTo>
                  <a:lnTo>
                    <a:pt x="5729066" y="157163"/>
                  </a:lnTo>
                  <a:lnTo>
                    <a:pt x="5729725" y="157163"/>
                  </a:lnTo>
                  <a:lnTo>
                    <a:pt x="5731985" y="157163"/>
                  </a:lnTo>
                  <a:lnTo>
                    <a:pt x="5732926" y="157163"/>
                  </a:lnTo>
                  <a:lnTo>
                    <a:pt x="5734339" y="157163"/>
                  </a:lnTo>
                  <a:lnTo>
                    <a:pt x="5736410" y="157163"/>
                  </a:lnTo>
                  <a:lnTo>
                    <a:pt x="5736975" y="157163"/>
                  </a:lnTo>
                  <a:lnTo>
                    <a:pt x="5737163" y="157163"/>
                  </a:lnTo>
                  <a:lnTo>
                    <a:pt x="5741494" y="157163"/>
                  </a:lnTo>
                  <a:lnTo>
                    <a:pt x="5743377" y="157163"/>
                  </a:lnTo>
                  <a:lnTo>
                    <a:pt x="5746296" y="157163"/>
                  </a:lnTo>
                  <a:lnTo>
                    <a:pt x="5746296" y="152252"/>
                  </a:lnTo>
                  <a:lnTo>
                    <a:pt x="5748932" y="152252"/>
                  </a:lnTo>
                  <a:lnTo>
                    <a:pt x="5749026" y="152252"/>
                  </a:lnTo>
                  <a:lnTo>
                    <a:pt x="5749120" y="152252"/>
                  </a:lnTo>
                  <a:lnTo>
                    <a:pt x="5749215" y="152252"/>
                  </a:lnTo>
                  <a:lnTo>
                    <a:pt x="5753075" y="152252"/>
                  </a:lnTo>
                  <a:lnTo>
                    <a:pt x="5755711" y="152252"/>
                  </a:lnTo>
                  <a:lnTo>
                    <a:pt x="5757218" y="152252"/>
                  </a:lnTo>
                  <a:lnTo>
                    <a:pt x="5759760" y="147341"/>
                  </a:lnTo>
                  <a:lnTo>
                    <a:pt x="5759948" y="147341"/>
                  </a:lnTo>
                  <a:lnTo>
                    <a:pt x="5760513" y="147341"/>
                  </a:lnTo>
                  <a:lnTo>
                    <a:pt x="5761549" y="147341"/>
                  </a:lnTo>
                  <a:lnTo>
                    <a:pt x="5762113" y="147341"/>
                  </a:lnTo>
                  <a:lnTo>
                    <a:pt x="5762584" y="147341"/>
                  </a:lnTo>
                  <a:lnTo>
                    <a:pt x="5764656" y="147341"/>
                  </a:lnTo>
                  <a:lnTo>
                    <a:pt x="5766539" y="147341"/>
                  </a:lnTo>
                  <a:lnTo>
                    <a:pt x="5766915" y="147341"/>
                  </a:lnTo>
                  <a:lnTo>
                    <a:pt x="5768987" y="147341"/>
                  </a:lnTo>
                  <a:lnTo>
                    <a:pt x="5770305" y="147341"/>
                  </a:lnTo>
                  <a:lnTo>
                    <a:pt x="5771058" y="147341"/>
                  </a:lnTo>
                  <a:lnTo>
                    <a:pt x="5771529" y="147341"/>
                  </a:lnTo>
                  <a:lnTo>
                    <a:pt x="5771905" y="147341"/>
                  </a:lnTo>
                  <a:lnTo>
                    <a:pt x="5771999" y="147341"/>
                  </a:lnTo>
                  <a:lnTo>
                    <a:pt x="5775106" y="147341"/>
                  </a:lnTo>
                  <a:lnTo>
                    <a:pt x="5778496" y="147341"/>
                  </a:lnTo>
                  <a:lnTo>
                    <a:pt x="5779249" y="147341"/>
                  </a:lnTo>
                  <a:lnTo>
                    <a:pt x="5781132" y="147341"/>
                  </a:lnTo>
                  <a:lnTo>
                    <a:pt x="5782639" y="147341"/>
                  </a:lnTo>
                  <a:lnTo>
                    <a:pt x="5785463" y="147341"/>
                  </a:lnTo>
                  <a:lnTo>
                    <a:pt x="5786122" y="147341"/>
                  </a:lnTo>
                  <a:lnTo>
                    <a:pt x="5786216" y="147341"/>
                  </a:lnTo>
                  <a:lnTo>
                    <a:pt x="5789229" y="147341"/>
                  </a:lnTo>
                  <a:lnTo>
                    <a:pt x="5789323" y="147341"/>
                  </a:lnTo>
                  <a:lnTo>
                    <a:pt x="5789512" y="147341"/>
                  </a:lnTo>
                  <a:lnTo>
                    <a:pt x="5791583" y="147341"/>
                  </a:lnTo>
                  <a:lnTo>
                    <a:pt x="5796385" y="147341"/>
                  </a:lnTo>
                  <a:lnTo>
                    <a:pt x="5797326" y="147341"/>
                  </a:lnTo>
                  <a:lnTo>
                    <a:pt x="5797421" y="147341"/>
                  </a:lnTo>
                  <a:lnTo>
                    <a:pt x="5799586" y="147341"/>
                  </a:lnTo>
                  <a:lnTo>
                    <a:pt x="5800810" y="147341"/>
                  </a:lnTo>
                  <a:lnTo>
                    <a:pt x="5802881" y="147341"/>
                  </a:lnTo>
                  <a:lnTo>
                    <a:pt x="5803823" y="147341"/>
                  </a:lnTo>
                  <a:lnTo>
                    <a:pt x="5805988" y="147341"/>
                  </a:lnTo>
                  <a:lnTo>
                    <a:pt x="5808154" y="147341"/>
                  </a:lnTo>
                  <a:lnTo>
                    <a:pt x="5808248" y="147341"/>
                  </a:lnTo>
                  <a:lnTo>
                    <a:pt x="5808719" y="147341"/>
                  </a:lnTo>
                  <a:lnTo>
                    <a:pt x="5808813" y="147341"/>
                  </a:lnTo>
                  <a:lnTo>
                    <a:pt x="5811449" y="147341"/>
                  </a:lnTo>
                  <a:lnTo>
                    <a:pt x="5811732" y="147341"/>
                  </a:lnTo>
                  <a:lnTo>
                    <a:pt x="5811920" y="147341"/>
                  </a:lnTo>
                  <a:lnTo>
                    <a:pt x="5812297" y="147341"/>
                  </a:lnTo>
                  <a:lnTo>
                    <a:pt x="5815027" y="147341"/>
                  </a:lnTo>
                  <a:lnTo>
                    <a:pt x="5818416" y="147341"/>
                  </a:lnTo>
                  <a:lnTo>
                    <a:pt x="5818699" y="147341"/>
                  </a:lnTo>
                  <a:lnTo>
                    <a:pt x="5821712" y="147341"/>
                  </a:lnTo>
                  <a:lnTo>
                    <a:pt x="5821900" y="147341"/>
                  </a:lnTo>
                  <a:lnTo>
                    <a:pt x="5822277" y="147341"/>
                  </a:lnTo>
                  <a:lnTo>
                    <a:pt x="5822465" y="147341"/>
                  </a:lnTo>
                  <a:lnTo>
                    <a:pt x="5824913" y="142429"/>
                  </a:lnTo>
                  <a:lnTo>
                    <a:pt x="5826231" y="142429"/>
                  </a:lnTo>
                  <a:lnTo>
                    <a:pt x="5827832" y="142429"/>
                  </a:lnTo>
                  <a:lnTo>
                    <a:pt x="5830186" y="142429"/>
                  </a:lnTo>
                  <a:lnTo>
                    <a:pt x="5830750" y="142429"/>
                  </a:lnTo>
                  <a:lnTo>
                    <a:pt x="5833575" y="142429"/>
                  </a:lnTo>
                  <a:lnTo>
                    <a:pt x="5835835" y="142429"/>
                  </a:lnTo>
                  <a:lnTo>
                    <a:pt x="5836305" y="142429"/>
                  </a:lnTo>
                  <a:lnTo>
                    <a:pt x="5837435" y="142429"/>
                  </a:lnTo>
                  <a:lnTo>
                    <a:pt x="5838942" y="137518"/>
                  </a:lnTo>
                  <a:lnTo>
                    <a:pt x="5842237" y="137518"/>
                  </a:lnTo>
                  <a:lnTo>
                    <a:pt x="5842331" y="137518"/>
                  </a:lnTo>
                  <a:lnTo>
                    <a:pt x="5842614" y="137518"/>
                  </a:lnTo>
                  <a:lnTo>
                    <a:pt x="5843555" y="137518"/>
                  </a:lnTo>
                  <a:lnTo>
                    <a:pt x="5844873" y="137518"/>
                  </a:lnTo>
                  <a:lnTo>
                    <a:pt x="5845909" y="137518"/>
                  </a:lnTo>
                  <a:lnTo>
                    <a:pt x="5847604" y="137518"/>
                  </a:lnTo>
                  <a:lnTo>
                    <a:pt x="5849581" y="137518"/>
                  </a:lnTo>
                  <a:lnTo>
                    <a:pt x="5849769" y="137518"/>
                  </a:lnTo>
                  <a:lnTo>
                    <a:pt x="5851746" y="137518"/>
                  </a:lnTo>
                  <a:lnTo>
                    <a:pt x="5854006" y="137518"/>
                  </a:lnTo>
                  <a:lnTo>
                    <a:pt x="5854288" y="137518"/>
                  </a:lnTo>
                  <a:lnTo>
                    <a:pt x="5855512" y="137518"/>
                  </a:lnTo>
                  <a:lnTo>
                    <a:pt x="5855889" y="137518"/>
                  </a:lnTo>
                  <a:lnTo>
                    <a:pt x="5858149" y="137518"/>
                  </a:lnTo>
                  <a:lnTo>
                    <a:pt x="5858243" y="137518"/>
                  </a:lnTo>
                  <a:lnTo>
                    <a:pt x="5860032" y="137518"/>
                  </a:lnTo>
                  <a:lnTo>
                    <a:pt x="5860503" y="137518"/>
                  </a:lnTo>
                  <a:lnTo>
                    <a:pt x="5861350" y="137518"/>
                  </a:lnTo>
                  <a:lnTo>
                    <a:pt x="5863892" y="137518"/>
                  </a:lnTo>
                  <a:lnTo>
                    <a:pt x="5865304" y="137518"/>
                  </a:lnTo>
                  <a:lnTo>
                    <a:pt x="5867752" y="137518"/>
                  </a:lnTo>
                  <a:lnTo>
                    <a:pt x="5870106" y="137518"/>
                  </a:lnTo>
                  <a:lnTo>
                    <a:pt x="5870388" y="137518"/>
                  </a:lnTo>
                  <a:lnTo>
                    <a:pt x="5870483" y="137518"/>
                  </a:lnTo>
                  <a:lnTo>
                    <a:pt x="5874437" y="137518"/>
                  </a:lnTo>
                  <a:lnTo>
                    <a:pt x="5875661" y="137518"/>
                  </a:lnTo>
                  <a:lnTo>
                    <a:pt x="5875943" y="137518"/>
                  </a:lnTo>
                  <a:lnTo>
                    <a:pt x="5876414" y="137518"/>
                  </a:lnTo>
                  <a:lnTo>
                    <a:pt x="5878203" y="137518"/>
                  </a:lnTo>
                  <a:lnTo>
                    <a:pt x="5878297" y="137518"/>
                  </a:lnTo>
                  <a:lnTo>
                    <a:pt x="5879521" y="137518"/>
                  </a:lnTo>
                  <a:lnTo>
                    <a:pt x="5880934" y="137518"/>
                  </a:lnTo>
                  <a:lnTo>
                    <a:pt x="5882440" y="137518"/>
                  </a:lnTo>
                  <a:lnTo>
                    <a:pt x="5886489" y="137518"/>
                  </a:lnTo>
                  <a:lnTo>
                    <a:pt x="5886677" y="137518"/>
                  </a:lnTo>
                  <a:lnTo>
                    <a:pt x="5887524" y="137518"/>
                  </a:lnTo>
                  <a:lnTo>
                    <a:pt x="5889501" y="137518"/>
                  </a:lnTo>
                  <a:lnTo>
                    <a:pt x="5889596" y="137518"/>
                  </a:lnTo>
                  <a:lnTo>
                    <a:pt x="5889972" y="137518"/>
                  </a:lnTo>
                  <a:lnTo>
                    <a:pt x="5890066" y="137518"/>
                  </a:lnTo>
                  <a:lnTo>
                    <a:pt x="5892420" y="137518"/>
                  </a:lnTo>
                  <a:lnTo>
                    <a:pt x="5893738" y="137518"/>
                  </a:lnTo>
                  <a:lnTo>
                    <a:pt x="5894397" y="137518"/>
                  </a:lnTo>
                  <a:lnTo>
                    <a:pt x="5894868" y="132607"/>
                  </a:lnTo>
                  <a:lnTo>
                    <a:pt x="5894962" y="132607"/>
                  </a:lnTo>
                  <a:lnTo>
                    <a:pt x="5896657" y="127695"/>
                  </a:lnTo>
                  <a:lnTo>
                    <a:pt x="5896845" y="127695"/>
                  </a:lnTo>
                  <a:lnTo>
                    <a:pt x="5896939" y="127695"/>
                  </a:lnTo>
                  <a:lnTo>
                    <a:pt x="5897316" y="127695"/>
                  </a:lnTo>
                  <a:lnTo>
                    <a:pt x="5900329" y="127695"/>
                  </a:lnTo>
                  <a:lnTo>
                    <a:pt x="5904095" y="127695"/>
                  </a:lnTo>
                  <a:lnTo>
                    <a:pt x="5905036" y="127695"/>
                  </a:lnTo>
                  <a:lnTo>
                    <a:pt x="5908614" y="127695"/>
                  </a:lnTo>
                  <a:lnTo>
                    <a:pt x="5908991" y="127695"/>
                  </a:lnTo>
                  <a:lnTo>
                    <a:pt x="5909273" y="127695"/>
                  </a:lnTo>
                  <a:lnTo>
                    <a:pt x="5911251" y="122784"/>
                  </a:lnTo>
                  <a:lnTo>
                    <a:pt x="5911345" y="122784"/>
                  </a:lnTo>
                  <a:lnTo>
                    <a:pt x="5913134" y="122784"/>
                  </a:lnTo>
                  <a:lnTo>
                    <a:pt x="5913322" y="122784"/>
                  </a:lnTo>
                  <a:lnTo>
                    <a:pt x="5913981" y="122784"/>
                  </a:lnTo>
                  <a:lnTo>
                    <a:pt x="5915582" y="122784"/>
                  </a:lnTo>
                  <a:lnTo>
                    <a:pt x="5915676" y="122784"/>
                  </a:lnTo>
                  <a:lnTo>
                    <a:pt x="5916900" y="122784"/>
                  </a:lnTo>
                  <a:lnTo>
                    <a:pt x="5917935" y="117872"/>
                  </a:lnTo>
                  <a:lnTo>
                    <a:pt x="5918971" y="117872"/>
                  </a:lnTo>
                  <a:lnTo>
                    <a:pt x="5921419" y="117872"/>
                  </a:lnTo>
                  <a:lnTo>
                    <a:pt x="5921984" y="117872"/>
                  </a:lnTo>
                  <a:lnTo>
                    <a:pt x="5922549" y="117872"/>
                  </a:lnTo>
                  <a:lnTo>
                    <a:pt x="5923679" y="117872"/>
                  </a:lnTo>
                  <a:lnTo>
                    <a:pt x="5925468" y="117872"/>
                  </a:lnTo>
                  <a:lnTo>
                    <a:pt x="5925750" y="117872"/>
                  </a:lnTo>
                  <a:lnTo>
                    <a:pt x="5926503" y="117872"/>
                  </a:lnTo>
                  <a:lnTo>
                    <a:pt x="5926597" y="117872"/>
                  </a:lnTo>
                  <a:lnTo>
                    <a:pt x="5928669" y="117872"/>
                  </a:lnTo>
                  <a:lnTo>
                    <a:pt x="5928857" y="117872"/>
                  </a:lnTo>
                  <a:lnTo>
                    <a:pt x="5930458" y="117872"/>
                  </a:lnTo>
                  <a:lnTo>
                    <a:pt x="5930834" y="117872"/>
                  </a:lnTo>
                  <a:lnTo>
                    <a:pt x="5931117" y="117872"/>
                  </a:lnTo>
                  <a:lnTo>
                    <a:pt x="5932152" y="117872"/>
                  </a:lnTo>
                  <a:lnTo>
                    <a:pt x="5933847" y="117872"/>
                  </a:lnTo>
                  <a:lnTo>
                    <a:pt x="5937331" y="117872"/>
                  </a:lnTo>
                  <a:lnTo>
                    <a:pt x="5940061" y="112961"/>
                  </a:lnTo>
                  <a:lnTo>
                    <a:pt x="5940155" y="112961"/>
                  </a:lnTo>
                  <a:lnTo>
                    <a:pt x="5940249" y="112961"/>
                  </a:lnTo>
                  <a:lnTo>
                    <a:pt x="5942886" y="112961"/>
                  </a:lnTo>
                  <a:lnTo>
                    <a:pt x="5944204" y="112961"/>
                  </a:lnTo>
                  <a:lnTo>
                    <a:pt x="5947123" y="108050"/>
                  </a:lnTo>
                  <a:lnTo>
                    <a:pt x="5947970" y="108050"/>
                  </a:lnTo>
                  <a:lnTo>
                    <a:pt x="5950230" y="108050"/>
                  </a:lnTo>
                  <a:lnTo>
                    <a:pt x="5951548" y="108050"/>
                  </a:lnTo>
                  <a:lnTo>
                    <a:pt x="5953619" y="108050"/>
                  </a:lnTo>
                  <a:lnTo>
                    <a:pt x="5954843" y="103138"/>
                  </a:lnTo>
                  <a:lnTo>
                    <a:pt x="5955596" y="103138"/>
                  </a:lnTo>
                  <a:lnTo>
                    <a:pt x="5958421" y="103138"/>
                  </a:lnTo>
                  <a:lnTo>
                    <a:pt x="5958703" y="103138"/>
                  </a:lnTo>
                  <a:lnTo>
                    <a:pt x="5960492" y="103138"/>
                  </a:lnTo>
                  <a:lnTo>
                    <a:pt x="5960680" y="103138"/>
                  </a:lnTo>
                  <a:lnTo>
                    <a:pt x="5961904" y="103138"/>
                  </a:lnTo>
                  <a:lnTo>
                    <a:pt x="5962752" y="103138"/>
                  </a:lnTo>
                  <a:lnTo>
                    <a:pt x="5964070" y="103138"/>
                  </a:lnTo>
                  <a:lnTo>
                    <a:pt x="5964164" y="103138"/>
                  </a:lnTo>
                  <a:lnTo>
                    <a:pt x="5964352" y="103138"/>
                  </a:lnTo>
                  <a:lnTo>
                    <a:pt x="5968401" y="98227"/>
                  </a:lnTo>
                  <a:lnTo>
                    <a:pt x="5971602" y="93316"/>
                  </a:lnTo>
                  <a:lnTo>
                    <a:pt x="5972261" y="93316"/>
                  </a:lnTo>
                  <a:lnTo>
                    <a:pt x="5973485" y="93316"/>
                  </a:lnTo>
                  <a:lnTo>
                    <a:pt x="5973579" y="93316"/>
                  </a:lnTo>
                  <a:lnTo>
                    <a:pt x="5976592" y="93316"/>
                  </a:lnTo>
                  <a:lnTo>
                    <a:pt x="5976686" y="93316"/>
                  </a:lnTo>
                  <a:lnTo>
                    <a:pt x="5976875" y="93316"/>
                  </a:lnTo>
                  <a:lnTo>
                    <a:pt x="5977063" y="93316"/>
                  </a:lnTo>
                  <a:lnTo>
                    <a:pt x="5979134" y="93316"/>
                  </a:lnTo>
                  <a:lnTo>
                    <a:pt x="5979605" y="93316"/>
                  </a:lnTo>
                  <a:lnTo>
                    <a:pt x="5980264" y="93316"/>
                  </a:lnTo>
                  <a:lnTo>
                    <a:pt x="5981206" y="93316"/>
                  </a:lnTo>
                  <a:lnTo>
                    <a:pt x="5983936" y="88404"/>
                  </a:lnTo>
                  <a:lnTo>
                    <a:pt x="5986007" y="88404"/>
                  </a:lnTo>
                  <a:lnTo>
                    <a:pt x="5987514" y="88404"/>
                  </a:lnTo>
                  <a:lnTo>
                    <a:pt x="5989209" y="88404"/>
                  </a:lnTo>
                  <a:lnTo>
                    <a:pt x="5989303" y="88404"/>
                  </a:lnTo>
                  <a:lnTo>
                    <a:pt x="5989397" y="88404"/>
                  </a:lnTo>
                  <a:lnTo>
                    <a:pt x="5990056" y="88404"/>
                  </a:lnTo>
                  <a:lnTo>
                    <a:pt x="5990527" y="88404"/>
                  </a:lnTo>
                  <a:lnTo>
                    <a:pt x="5994669" y="88404"/>
                  </a:lnTo>
                  <a:lnTo>
                    <a:pt x="5995517" y="78581"/>
                  </a:lnTo>
                  <a:lnTo>
                    <a:pt x="5995611" y="78581"/>
                  </a:lnTo>
                  <a:lnTo>
                    <a:pt x="5997023" y="78581"/>
                  </a:lnTo>
                  <a:lnTo>
                    <a:pt x="5997117" y="78581"/>
                  </a:lnTo>
                  <a:lnTo>
                    <a:pt x="5997211" y="78581"/>
                  </a:lnTo>
                  <a:lnTo>
                    <a:pt x="5998341" y="78581"/>
                  </a:lnTo>
                  <a:lnTo>
                    <a:pt x="6002107" y="78581"/>
                  </a:lnTo>
                  <a:lnTo>
                    <a:pt x="6005120" y="78581"/>
                  </a:lnTo>
                  <a:lnTo>
                    <a:pt x="6005309" y="78581"/>
                  </a:lnTo>
                  <a:lnTo>
                    <a:pt x="6008039" y="73670"/>
                  </a:lnTo>
                  <a:lnTo>
                    <a:pt x="6008321" y="73670"/>
                  </a:lnTo>
                  <a:lnTo>
                    <a:pt x="6011334" y="73670"/>
                  </a:lnTo>
                  <a:lnTo>
                    <a:pt x="6012088" y="73670"/>
                  </a:lnTo>
                  <a:lnTo>
                    <a:pt x="6012558" y="73670"/>
                  </a:lnTo>
                  <a:lnTo>
                    <a:pt x="6012652" y="68759"/>
                  </a:lnTo>
                  <a:lnTo>
                    <a:pt x="6012747" y="68759"/>
                  </a:lnTo>
                  <a:lnTo>
                    <a:pt x="6014441" y="68759"/>
                  </a:lnTo>
                  <a:lnTo>
                    <a:pt x="6014535" y="68759"/>
                  </a:lnTo>
                  <a:lnTo>
                    <a:pt x="6015948" y="68759"/>
                  </a:lnTo>
                  <a:lnTo>
                    <a:pt x="6017360" y="68759"/>
                  </a:lnTo>
                  <a:lnTo>
                    <a:pt x="6019243" y="68759"/>
                  </a:lnTo>
                  <a:lnTo>
                    <a:pt x="6021032" y="63847"/>
                  </a:lnTo>
                  <a:lnTo>
                    <a:pt x="6021879" y="63847"/>
                  </a:lnTo>
                  <a:lnTo>
                    <a:pt x="6022256" y="63847"/>
                  </a:lnTo>
                  <a:lnTo>
                    <a:pt x="6024986" y="63847"/>
                  </a:lnTo>
                  <a:lnTo>
                    <a:pt x="6025928" y="63847"/>
                  </a:lnTo>
                  <a:lnTo>
                    <a:pt x="6027623" y="63847"/>
                  </a:lnTo>
                  <a:lnTo>
                    <a:pt x="6028282" y="63847"/>
                  </a:lnTo>
                  <a:lnTo>
                    <a:pt x="6028564" y="63847"/>
                  </a:lnTo>
                  <a:lnTo>
                    <a:pt x="6028658" y="63847"/>
                  </a:lnTo>
                  <a:lnTo>
                    <a:pt x="6028847" y="63847"/>
                  </a:lnTo>
                  <a:lnTo>
                    <a:pt x="6029694" y="63847"/>
                  </a:lnTo>
                  <a:lnTo>
                    <a:pt x="6033837" y="58936"/>
                  </a:lnTo>
                  <a:lnTo>
                    <a:pt x="6033931" y="58936"/>
                  </a:lnTo>
                  <a:lnTo>
                    <a:pt x="6036379" y="58936"/>
                  </a:lnTo>
                  <a:lnTo>
                    <a:pt x="6036755" y="58936"/>
                  </a:lnTo>
                  <a:lnTo>
                    <a:pt x="6037414" y="58936"/>
                  </a:lnTo>
                  <a:lnTo>
                    <a:pt x="6040239" y="58936"/>
                  </a:lnTo>
                  <a:lnTo>
                    <a:pt x="6040333" y="58936"/>
                  </a:lnTo>
                  <a:lnTo>
                    <a:pt x="6040521" y="58936"/>
                  </a:lnTo>
                  <a:lnTo>
                    <a:pt x="6042593" y="58936"/>
                  </a:lnTo>
                  <a:lnTo>
                    <a:pt x="6043158" y="58936"/>
                  </a:lnTo>
                  <a:lnTo>
                    <a:pt x="6043252" y="58936"/>
                  </a:lnTo>
                  <a:lnTo>
                    <a:pt x="6043534" y="58936"/>
                  </a:lnTo>
                  <a:lnTo>
                    <a:pt x="6044947" y="58936"/>
                  </a:lnTo>
                  <a:lnTo>
                    <a:pt x="6046547" y="58936"/>
                  </a:lnTo>
                  <a:lnTo>
                    <a:pt x="6048619" y="58936"/>
                  </a:lnTo>
                  <a:lnTo>
                    <a:pt x="6049466" y="58936"/>
                  </a:lnTo>
                  <a:lnTo>
                    <a:pt x="6051349" y="58936"/>
                  </a:lnTo>
                  <a:lnTo>
                    <a:pt x="6052385" y="58936"/>
                  </a:lnTo>
                  <a:lnTo>
                    <a:pt x="6053891" y="58936"/>
                  </a:lnTo>
                  <a:lnTo>
                    <a:pt x="6054927" y="58936"/>
                  </a:lnTo>
                  <a:lnTo>
                    <a:pt x="6055492" y="58936"/>
                  </a:lnTo>
                  <a:lnTo>
                    <a:pt x="6057186" y="58936"/>
                  </a:lnTo>
                  <a:lnTo>
                    <a:pt x="6057281" y="58936"/>
                  </a:lnTo>
                  <a:lnTo>
                    <a:pt x="6057563" y="58936"/>
                  </a:lnTo>
                  <a:lnTo>
                    <a:pt x="6058599" y="58936"/>
                  </a:lnTo>
                  <a:lnTo>
                    <a:pt x="6058693" y="58936"/>
                  </a:lnTo>
                  <a:lnTo>
                    <a:pt x="6060105" y="58936"/>
                  </a:lnTo>
                  <a:lnTo>
                    <a:pt x="6060764" y="58936"/>
                  </a:lnTo>
                  <a:lnTo>
                    <a:pt x="6063400" y="58936"/>
                  </a:lnTo>
                  <a:lnTo>
                    <a:pt x="6063683" y="58936"/>
                  </a:lnTo>
                  <a:lnTo>
                    <a:pt x="6066131" y="58936"/>
                  </a:lnTo>
                  <a:lnTo>
                    <a:pt x="6066413" y="58936"/>
                  </a:lnTo>
                  <a:lnTo>
                    <a:pt x="6068861" y="58936"/>
                  </a:lnTo>
                  <a:lnTo>
                    <a:pt x="6068955" y="58936"/>
                  </a:lnTo>
                  <a:lnTo>
                    <a:pt x="6069144" y="58936"/>
                  </a:lnTo>
                  <a:lnTo>
                    <a:pt x="6069803" y="58936"/>
                  </a:lnTo>
                  <a:lnTo>
                    <a:pt x="6071498" y="58936"/>
                  </a:lnTo>
                  <a:lnTo>
                    <a:pt x="6071686" y="58936"/>
                  </a:lnTo>
                  <a:lnTo>
                    <a:pt x="6073381" y="58936"/>
                  </a:lnTo>
                  <a:lnTo>
                    <a:pt x="6074134" y="58936"/>
                  </a:lnTo>
                  <a:lnTo>
                    <a:pt x="6076299" y="58936"/>
                  </a:lnTo>
                  <a:lnTo>
                    <a:pt x="6078088" y="58936"/>
                  </a:lnTo>
                  <a:lnTo>
                    <a:pt x="6079595" y="58936"/>
                  </a:lnTo>
                  <a:lnTo>
                    <a:pt x="6079689" y="58936"/>
                  </a:lnTo>
                  <a:lnTo>
                    <a:pt x="6079783" y="58936"/>
                  </a:lnTo>
                  <a:lnTo>
                    <a:pt x="6080348" y="58936"/>
                  </a:lnTo>
                  <a:lnTo>
                    <a:pt x="6080630" y="58936"/>
                  </a:lnTo>
                  <a:lnTo>
                    <a:pt x="6081760" y="58936"/>
                  </a:lnTo>
                  <a:lnTo>
                    <a:pt x="6083078" y="58936"/>
                  </a:lnTo>
                  <a:lnTo>
                    <a:pt x="6083832" y="58936"/>
                  </a:lnTo>
                  <a:lnTo>
                    <a:pt x="6086844" y="54025"/>
                  </a:lnTo>
                  <a:lnTo>
                    <a:pt x="6087503" y="54025"/>
                  </a:lnTo>
                  <a:lnTo>
                    <a:pt x="6089857" y="54025"/>
                  </a:lnTo>
                  <a:lnTo>
                    <a:pt x="6090516" y="49113"/>
                  </a:lnTo>
                  <a:lnTo>
                    <a:pt x="6091081" y="49113"/>
                  </a:lnTo>
                  <a:lnTo>
                    <a:pt x="6093529" y="49113"/>
                  </a:lnTo>
                  <a:lnTo>
                    <a:pt x="6093812" y="49113"/>
                  </a:lnTo>
                  <a:lnTo>
                    <a:pt x="6095318" y="49113"/>
                  </a:lnTo>
                  <a:lnTo>
                    <a:pt x="6095601" y="49113"/>
                  </a:lnTo>
                  <a:lnTo>
                    <a:pt x="6096636" y="49113"/>
                  </a:lnTo>
                  <a:lnTo>
                    <a:pt x="6097766" y="49113"/>
                  </a:lnTo>
                  <a:lnTo>
                    <a:pt x="6098708" y="49113"/>
                  </a:lnTo>
                  <a:lnTo>
                    <a:pt x="6100026" y="49113"/>
                  </a:lnTo>
                  <a:lnTo>
                    <a:pt x="6100120" y="49113"/>
                  </a:lnTo>
                  <a:lnTo>
                    <a:pt x="6100779" y="49113"/>
                  </a:lnTo>
                  <a:lnTo>
                    <a:pt x="6101815" y="49113"/>
                  </a:lnTo>
                  <a:lnTo>
                    <a:pt x="6102568" y="49113"/>
                  </a:lnTo>
                  <a:lnTo>
                    <a:pt x="6103415" y="49113"/>
                  </a:lnTo>
                  <a:lnTo>
                    <a:pt x="6103509" y="49113"/>
                  </a:lnTo>
                  <a:lnTo>
                    <a:pt x="6105298" y="44202"/>
                  </a:lnTo>
                  <a:lnTo>
                    <a:pt x="6105957" y="44202"/>
                  </a:lnTo>
                  <a:lnTo>
                    <a:pt x="6106146" y="44202"/>
                  </a:lnTo>
                  <a:lnTo>
                    <a:pt x="6106240" y="44202"/>
                  </a:lnTo>
                  <a:lnTo>
                    <a:pt x="6106710" y="44202"/>
                  </a:lnTo>
                  <a:lnTo>
                    <a:pt x="6107181" y="44202"/>
                  </a:lnTo>
                  <a:lnTo>
                    <a:pt x="6108876" y="44202"/>
                  </a:lnTo>
                  <a:lnTo>
                    <a:pt x="6111606" y="44202"/>
                  </a:lnTo>
                  <a:lnTo>
                    <a:pt x="6114243" y="44202"/>
                  </a:lnTo>
                  <a:lnTo>
                    <a:pt x="6114619" y="44202"/>
                  </a:lnTo>
                  <a:lnTo>
                    <a:pt x="6116126" y="44202"/>
                  </a:lnTo>
                  <a:lnTo>
                    <a:pt x="6116596" y="44202"/>
                  </a:lnTo>
                  <a:lnTo>
                    <a:pt x="6116691" y="44202"/>
                  </a:lnTo>
                  <a:lnTo>
                    <a:pt x="6117538" y="44202"/>
                  </a:lnTo>
                  <a:lnTo>
                    <a:pt x="6117915" y="44202"/>
                  </a:lnTo>
                  <a:lnTo>
                    <a:pt x="6118009" y="44202"/>
                  </a:lnTo>
                  <a:lnTo>
                    <a:pt x="6119044" y="44202"/>
                  </a:lnTo>
                  <a:lnTo>
                    <a:pt x="6120457" y="44202"/>
                  </a:lnTo>
                  <a:lnTo>
                    <a:pt x="6121775" y="44202"/>
                  </a:lnTo>
                  <a:lnTo>
                    <a:pt x="6122057" y="44202"/>
                  </a:lnTo>
                  <a:lnTo>
                    <a:pt x="6123564" y="44202"/>
                  </a:lnTo>
                  <a:lnTo>
                    <a:pt x="6123940" y="44202"/>
                  </a:lnTo>
                  <a:lnTo>
                    <a:pt x="6124976" y="44202"/>
                  </a:lnTo>
                  <a:lnTo>
                    <a:pt x="6125918" y="44202"/>
                  </a:lnTo>
                  <a:lnTo>
                    <a:pt x="6126012" y="44202"/>
                  </a:lnTo>
                  <a:lnTo>
                    <a:pt x="6126106" y="44202"/>
                  </a:lnTo>
                  <a:lnTo>
                    <a:pt x="6127142" y="44202"/>
                  </a:lnTo>
                  <a:lnTo>
                    <a:pt x="6127801" y="44202"/>
                  </a:lnTo>
                  <a:lnTo>
                    <a:pt x="6128365" y="44202"/>
                  </a:lnTo>
                  <a:lnTo>
                    <a:pt x="6128742" y="44202"/>
                  </a:lnTo>
                  <a:lnTo>
                    <a:pt x="6131096" y="39290"/>
                  </a:lnTo>
                  <a:lnTo>
                    <a:pt x="6131378" y="39290"/>
                  </a:lnTo>
                  <a:lnTo>
                    <a:pt x="6133920" y="39290"/>
                  </a:lnTo>
                  <a:lnTo>
                    <a:pt x="6134109" y="39290"/>
                  </a:lnTo>
                  <a:lnTo>
                    <a:pt x="6136839" y="34379"/>
                  </a:lnTo>
                  <a:lnTo>
                    <a:pt x="6136933" y="34379"/>
                  </a:lnTo>
                  <a:lnTo>
                    <a:pt x="6137122" y="34379"/>
                  </a:lnTo>
                  <a:lnTo>
                    <a:pt x="6138816" y="34379"/>
                  </a:lnTo>
                  <a:lnTo>
                    <a:pt x="6138911" y="34379"/>
                  </a:lnTo>
                  <a:lnTo>
                    <a:pt x="6139005" y="34379"/>
                  </a:lnTo>
                  <a:lnTo>
                    <a:pt x="6140040" y="34379"/>
                  </a:lnTo>
                  <a:lnTo>
                    <a:pt x="6141076" y="34379"/>
                  </a:lnTo>
                  <a:lnTo>
                    <a:pt x="6142394" y="34379"/>
                  </a:lnTo>
                  <a:lnTo>
                    <a:pt x="6143524" y="34379"/>
                  </a:lnTo>
                  <a:lnTo>
                    <a:pt x="6145313" y="29468"/>
                  </a:lnTo>
                  <a:lnTo>
                    <a:pt x="6147008" y="29468"/>
                  </a:lnTo>
                  <a:lnTo>
                    <a:pt x="6147855" y="29468"/>
                  </a:lnTo>
                  <a:lnTo>
                    <a:pt x="6148420" y="29468"/>
                  </a:lnTo>
                  <a:lnTo>
                    <a:pt x="6148702" y="29468"/>
                  </a:lnTo>
                  <a:lnTo>
                    <a:pt x="6149926" y="29468"/>
                  </a:lnTo>
                  <a:lnTo>
                    <a:pt x="6150962" y="29468"/>
                  </a:lnTo>
                  <a:lnTo>
                    <a:pt x="6151244" y="24556"/>
                  </a:lnTo>
                  <a:lnTo>
                    <a:pt x="6151433" y="24556"/>
                  </a:lnTo>
                  <a:lnTo>
                    <a:pt x="6151904" y="24556"/>
                  </a:lnTo>
                  <a:lnTo>
                    <a:pt x="6153222" y="24556"/>
                  </a:lnTo>
                  <a:lnTo>
                    <a:pt x="6155764" y="24556"/>
                  </a:lnTo>
                  <a:lnTo>
                    <a:pt x="6155952" y="24556"/>
                  </a:lnTo>
                  <a:lnTo>
                    <a:pt x="6157741" y="24556"/>
                  </a:lnTo>
                  <a:lnTo>
                    <a:pt x="6158306" y="24556"/>
                  </a:lnTo>
                  <a:lnTo>
                    <a:pt x="6159718" y="24556"/>
                  </a:lnTo>
                  <a:lnTo>
                    <a:pt x="6159812" y="24556"/>
                  </a:lnTo>
                  <a:lnTo>
                    <a:pt x="6160189" y="19645"/>
                  </a:lnTo>
                  <a:lnTo>
                    <a:pt x="6160283" y="19645"/>
                  </a:lnTo>
                  <a:lnTo>
                    <a:pt x="6161319" y="19645"/>
                  </a:lnTo>
                  <a:lnTo>
                    <a:pt x="6161695" y="19645"/>
                  </a:lnTo>
                  <a:lnTo>
                    <a:pt x="6163484" y="19645"/>
                  </a:lnTo>
                  <a:lnTo>
                    <a:pt x="6165273" y="19645"/>
                  </a:lnTo>
                  <a:lnTo>
                    <a:pt x="6166026" y="19645"/>
                  </a:lnTo>
                  <a:lnTo>
                    <a:pt x="6166968" y="19645"/>
                  </a:lnTo>
                  <a:lnTo>
                    <a:pt x="6167909" y="19645"/>
                  </a:lnTo>
                  <a:lnTo>
                    <a:pt x="6168568" y="19645"/>
                  </a:lnTo>
                  <a:lnTo>
                    <a:pt x="6170263" y="19645"/>
                  </a:lnTo>
                  <a:lnTo>
                    <a:pt x="6170546" y="19645"/>
                  </a:lnTo>
                  <a:lnTo>
                    <a:pt x="6171299" y="19645"/>
                  </a:lnTo>
                  <a:lnTo>
                    <a:pt x="6172335" y="19645"/>
                  </a:lnTo>
                  <a:lnTo>
                    <a:pt x="6172994" y="19645"/>
                  </a:lnTo>
                  <a:lnTo>
                    <a:pt x="6173088" y="19645"/>
                  </a:lnTo>
                  <a:lnTo>
                    <a:pt x="6176101" y="19645"/>
                  </a:lnTo>
                  <a:lnTo>
                    <a:pt x="6177230" y="19645"/>
                  </a:lnTo>
                  <a:lnTo>
                    <a:pt x="6179961" y="19645"/>
                  </a:lnTo>
                  <a:lnTo>
                    <a:pt x="6181750" y="19645"/>
                  </a:lnTo>
                  <a:lnTo>
                    <a:pt x="6181844" y="19645"/>
                  </a:lnTo>
                  <a:lnTo>
                    <a:pt x="6182032" y="19645"/>
                  </a:lnTo>
                  <a:lnTo>
                    <a:pt x="6184009" y="19645"/>
                  </a:lnTo>
                  <a:lnTo>
                    <a:pt x="6185139" y="19645"/>
                  </a:lnTo>
                  <a:lnTo>
                    <a:pt x="6185987" y="19645"/>
                  </a:lnTo>
                  <a:lnTo>
                    <a:pt x="6186457" y="19645"/>
                  </a:lnTo>
                  <a:lnTo>
                    <a:pt x="6188058" y="19645"/>
                  </a:lnTo>
                  <a:lnTo>
                    <a:pt x="6188529" y="19645"/>
                  </a:lnTo>
                  <a:lnTo>
                    <a:pt x="6188905" y="19645"/>
                  </a:lnTo>
                  <a:lnTo>
                    <a:pt x="6189564" y="19645"/>
                  </a:lnTo>
                  <a:lnTo>
                    <a:pt x="6190883" y="19645"/>
                  </a:lnTo>
                  <a:lnTo>
                    <a:pt x="6191636" y="19645"/>
                  </a:lnTo>
                  <a:lnTo>
                    <a:pt x="6192766" y="19645"/>
                  </a:lnTo>
                  <a:lnTo>
                    <a:pt x="6192860" y="19645"/>
                  </a:lnTo>
                  <a:lnTo>
                    <a:pt x="6193142" y="19645"/>
                  </a:lnTo>
                  <a:lnTo>
                    <a:pt x="6194649" y="19645"/>
                  </a:lnTo>
                  <a:lnTo>
                    <a:pt x="6194931" y="19645"/>
                  </a:lnTo>
                  <a:lnTo>
                    <a:pt x="6195590" y="19645"/>
                  </a:lnTo>
                  <a:lnTo>
                    <a:pt x="6197097" y="19645"/>
                  </a:lnTo>
                  <a:lnTo>
                    <a:pt x="6198415" y="19645"/>
                  </a:lnTo>
                  <a:lnTo>
                    <a:pt x="6198980" y="19645"/>
                  </a:lnTo>
                  <a:lnTo>
                    <a:pt x="6200486" y="19645"/>
                  </a:lnTo>
                  <a:lnTo>
                    <a:pt x="6200580" y="19645"/>
                  </a:lnTo>
                  <a:lnTo>
                    <a:pt x="6201145" y="19645"/>
                  </a:lnTo>
                  <a:lnTo>
                    <a:pt x="6202087" y="19645"/>
                  </a:lnTo>
                  <a:lnTo>
                    <a:pt x="6202275" y="19645"/>
                  </a:lnTo>
                  <a:lnTo>
                    <a:pt x="6203311" y="19645"/>
                  </a:lnTo>
                  <a:lnTo>
                    <a:pt x="6203970" y="19645"/>
                  </a:lnTo>
                  <a:lnTo>
                    <a:pt x="6204064" y="19645"/>
                  </a:lnTo>
                  <a:lnTo>
                    <a:pt x="6205100" y="19645"/>
                  </a:lnTo>
                  <a:lnTo>
                    <a:pt x="6205382" y="19645"/>
                  </a:lnTo>
                  <a:lnTo>
                    <a:pt x="6205570" y="19645"/>
                  </a:lnTo>
                  <a:lnTo>
                    <a:pt x="6206794" y="19645"/>
                  </a:lnTo>
                  <a:lnTo>
                    <a:pt x="6207077" y="19645"/>
                  </a:lnTo>
                  <a:lnTo>
                    <a:pt x="6207171" y="19645"/>
                  </a:lnTo>
                  <a:lnTo>
                    <a:pt x="6207924" y="19645"/>
                  </a:lnTo>
                  <a:lnTo>
                    <a:pt x="6208395" y="19645"/>
                  </a:lnTo>
                  <a:lnTo>
                    <a:pt x="6208489" y="19645"/>
                  </a:lnTo>
                  <a:lnTo>
                    <a:pt x="6208583" y="19645"/>
                  </a:lnTo>
                  <a:lnTo>
                    <a:pt x="6210372" y="19645"/>
                  </a:lnTo>
                  <a:lnTo>
                    <a:pt x="6213008" y="19645"/>
                  </a:lnTo>
                  <a:lnTo>
                    <a:pt x="6213950" y="19645"/>
                  </a:lnTo>
                  <a:lnTo>
                    <a:pt x="6214044" y="19645"/>
                  </a:lnTo>
                  <a:lnTo>
                    <a:pt x="6214138" y="19645"/>
                  </a:lnTo>
                  <a:lnTo>
                    <a:pt x="6214609" y="19645"/>
                  </a:lnTo>
                  <a:lnTo>
                    <a:pt x="6215362" y="19645"/>
                  </a:lnTo>
                  <a:lnTo>
                    <a:pt x="6215833" y="19645"/>
                  </a:lnTo>
                  <a:lnTo>
                    <a:pt x="6215927" y="19645"/>
                  </a:lnTo>
                  <a:lnTo>
                    <a:pt x="6217810" y="19645"/>
                  </a:lnTo>
                  <a:lnTo>
                    <a:pt x="6218469" y="19645"/>
                  </a:lnTo>
                  <a:lnTo>
                    <a:pt x="6219317" y="19645"/>
                  </a:lnTo>
                  <a:lnTo>
                    <a:pt x="6219881" y="19645"/>
                  </a:lnTo>
                  <a:lnTo>
                    <a:pt x="6219976" y="19645"/>
                  </a:lnTo>
                  <a:lnTo>
                    <a:pt x="6221200" y="9822"/>
                  </a:lnTo>
                  <a:lnTo>
                    <a:pt x="6221294" y="9822"/>
                  </a:lnTo>
                  <a:lnTo>
                    <a:pt x="6221388" y="9822"/>
                  </a:lnTo>
                  <a:lnTo>
                    <a:pt x="6222047" y="9822"/>
                  </a:lnTo>
                  <a:lnTo>
                    <a:pt x="6222706" y="9822"/>
                  </a:lnTo>
                  <a:lnTo>
                    <a:pt x="6222800" y="9822"/>
                  </a:lnTo>
                  <a:lnTo>
                    <a:pt x="6222894" y="9822"/>
                  </a:lnTo>
                  <a:lnTo>
                    <a:pt x="6224024" y="9822"/>
                  </a:lnTo>
                  <a:lnTo>
                    <a:pt x="6224212" y="9822"/>
                  </a:lnTo>
                  <a:lnTo>
                    <a:pt x="6224966" y="9822"/>
                  </a:lnTo>
                  <a:lnTo>
                    <a:pt x="6226284" y="9822"/>
                  </a:lnTo>
                  <a:lnTo>
                    <a:pt x="6226378" y="9822"/>
                  </a:lnTo>
                  <a:lnTo>
                    <a:pt x="6227414" y="9822"/>
                  </a:lnTo>
                  <a:lnTo>
                    <a:pt x="6227979" y="9822"/>
                  </a:lnTo>
                  <a:lnTo>
                    <a:pt x="6229485" y="9822"/>
                  </a:lnTo>
                  <a:lnTo>
                    <a:pt x="6231086" y="9822"/>
                  </a:lnTo>
                  <a:lnTo>
                    <a:pt x="6231650" y="9822"/>
                  </a:lnTo>
                  <a:lnTo>
                    <a:pt x="6232310" y="9822"/>
                  </a:lnTo>
                  <a:lnTo>
                    <a:pt x="6232874" y="9822"/>
                  </a:lnTo>
                  <a:lnTo>
                    <a:pt x="6233157" y="9822"/>
                  </a:lnTo>
                  <a:lnTo>
                    <a:pt x="6234098" y="9822"/>
                  </a:lnTo>
                  <a:lnTo>
                    <a:pt x="6234757" y="9822"/>
                  </a:lnTo>
                  <a:lnTo>
                    <a:pt x="6235511" y="9822"/>
                  </a:lnTo>
                  <a:lnTo>
                    <a:pt x="6235699" y="9822"/>
                  </a:lnTo>
                  <a:lnTo>
                    <a:pt x="6235981" y="9822"/>
                  </a:lnTo>
                  <a:lnTo>
                    <a:pt x="6236076" y="9822"/>
                  </a:lnTo>
                  <a:lnTo>
                    <a:pt x="6237488" y="9822"/>
                  </a:lnTo>
                  <a:lnTo>
                    <a:pt x="6237582" y="9822"/>
                  </a:lnTo>
                  <a:lnTo>
                    <a:pt x="6237676" y="9822"/>
                  </a:lnTo>
                  <a:lnTo>
                    <a:pt x="6238429" y="9822"/>
                  </a:lnTo>
                  <a:lnTo>
                    <a:pt x="6239183" y="9822"/>
                  </a:lnTo>
                  <a:lnTo>
                    <a:pt x="6239936" y="9822"/>
                  </a:lnTo>
                  <a:lnTo>
                    <a:pt x="6241160" y="9822"/>
                  </a:lnTo>
                  <a:lnTo>
                    <a:pt x="6241536" y="9822"/>
                  </a:lnTo>
                  <a:lnTo>
                    <a:pt x="6242101" y="9822"/>
                  </a:lnTo>
                  <a:lnTo>
                    <a:pt x="6242195" y="9822"/>
                  </a:lnTo>
                  <a:lnTo>
                    <a:pt x="6243325" y="9822"/>
                  </a:lnTo>
                  <a:lnTo>
                    <a:pt x="6243890" y="9822"/>
                  </a:lnTo>
                  <a:lnTo>
                    <a:pt x="6244738" y="9822"/>
                  </a:lnTo>
                  <a:lnTo>
                    <a:pt x="6246244" y="9822"/>
                  </a:lnTo>
                  <a:lnTo>
                    <a:pt x="6247186" y="9822"/>
                  </a:lnTo>
                  <a:lnTo>
                    <a:pt x="6247280" y="9822"/>
                  </a:lnTo>
                  <a:lnTo>
                    <a:pt x="6247374" y="9822"/>
                  </a:lnTo>
                  <a:lnTo>
                    <a:pt x="6247656" y="9822"/>
                  </a:lnTo>
                  <a:lnTo>
                    <a:pt x="6247845" y="9822"/>
                  </a:lnTo>
                  <a:lnTo>
                    <a:pt x="6248786" y="9822"/>
                  </a:lnTo>
                  <a:lnTo>
                    <a:pt x="6250104" y="9822"/>
                  </a:lnTo>
                  <a:lnTo>
                    <a:pt x="6250198" y="9822"/>
                  </a:lnTo>
                  <a:lnTo>
                    <a:pt x="6251422" y="9822"/>
                  </a:lnTo>
                  <a:lnTo>
                    <a:pt x="6251987" y="9822"/>
                  </a:lnTo>
                  <a:lnTo>
                    <a:pt x="6252458" y="9822"/>
                  </a:lnTo>
                  <a:lnTo>
                    <a:pt x="6252741" y="9822"/>
                  </a:lnTo>
                  <a:lnTo>
                    <a:pt x="6253211" y="9822"/>
                  </a:lnTo>
                  <a:lnTo>
                    <a:pt x="6253965" y="9822"/>
                  </a:lnTo>
                  <a:lnTo>
                    <a:pt x="6254059" y="9822"/>
                  </a:lnTo>
                  <a:lnTo>
                    <a:pt x="6255094" y="4911"/>
                  </a:lnTo>
                  <a:lnTo>
                    <a:pt x="6255848" y="4911"/>
                  </a:lnTo>
                  <a:lnTo>
                    <a:pt x="6256601" y="4911"/>
                  </a:lnTo>
                  <a:lnTo>
                    <a:pt x="6256789" y="4911"/>
                  </a:lnTo>
                  <a:lnTo>
                    <a:pt x="6256883" y="4911"/>
                  </a:lnTo>
                  <a:lnTo>
                    <a:pt x="6257260" y="4911"/>
                  </a:lnTo>
                  <a:lnTo>
                    <a:pt x="6257542" y="4911"/>
                  </a:lnTo>
                  <a:lnTo>
                    <a:pt x="6257825" y="4911"/>
                  </a:lnTo>
                  <a:lnTo>
                    <a:pt x="6258013" y="4911"/>
                  </a:lnTo>
                  <a:lnTo>
                    <a:pt x="6258766" y="4911"/>
                  </a:lnTo>
                  <a:lnTo>
                    <a:pt x="6259331" y="4911"/>
                  </a:lnTo>
                  <a:lnTo>
                    <a:pt x="6259425" y="4911"/>
                  </a:lnTo>
                  <a:lnTo>
                    <a:pt x="6259802" y="4911"/>
                  </a:lnTo>
                  <a:lnTo>
                    <a:pt x="6260649" y="4911"/>
                  </a:lnTo>
                  <a:lnTo>
                    <a:pt x="6261685" y="4911"/>
                  </a:lnTo>
                  <a:lnTo>
                    <a:pt x="6262532" y="4911"/>
                  </a:lnTo>
                  <a:lnTo>
                    <a:pt x="6263191" y="4911"/>
                  </a:lnTo>
                  <a:lnTo>
                    <a:pt x="6263850" y="4911"/>
                  </a:lnTo>
                  <a:lnTo>
                    <a:pt x="6264321" y="4911"/>
                  </a:lnTo>
                  <a:lnTo>
                    <a:pt x="6264604" y="4911"/>
                  </a:lnTo>
                  <a:lnTo>
                    <a:pt x="6265263" y="4911"/>
                  </a:lnTo>
                  <a:lnTo>
                    <a:pt x="6266204" y="4911"/>
                  </a:lnTo>
                  <a:lnTo>
                    <a:pt x="6266581" y="4911"/>
                  </a:lnTo>
                  <a:lnTo>
                    <a:pt x="6266675" y="4911"/>
                  </a:lnTo>
                  <a:lnTo>
                    <a:pt x="6267146" y="4911"/>
                  </a:lnTo>
                  <a:lnTo>
                    <a:pt x="6267334" y="4911"/>
                  </a:lnTo>
                  <a:lnTo>
                    <a:pt x="6268464" y="4911"/>
                  </a:lnTo>
                  <a:lnTo>
                    <a:pt x="6268935" y="4911"/>
                  </a:lnTo>
                  <a:lnTo>
                    <a:pt x="6269594" y="4911"/>
                  </a:lnTo>
                  <a:lnTo>
                    <a:pt x="6269876" y="4911"/>
                  </a:lnTo>
                  <a:lnTo>
                    <a:pt x="6270347" y="4911"/>
                  </a:lnTo>
                  <a:lnTo>
                    <a:pt x="6270535" y="4911"/>
                  </a:lnTo>
                  <a:lnTo>
                    <a:pt x="6270912" y="4911"/>
                  </a:lnTo>
                  <a:lnTo>
                    <a:pt x="6271289" y="4911"/>
                  </a:lnTo>
                  <a:lnTo>
                    <a:pt x="6271571" y="4911"/>
                  </a:lnTo>
                  <a:lnTo>
                    <a:pt x="6272136" y="4911"/>
                  </a:lnTo>
                  <a:lnTo>
                    <a:pt x="6272418" y="4911"/>
                  </a:lnTo>
                  <a:lnTo>
                    <a:pt x="6272983" y="4911"/>
                  </a:lnTo>
                  <a:lnTo>
                    <a:pt x="6273642" y="4911"/>
                  </a:lnTo>
                  <a:lnTo>
                    <a:pt x="6274490" y="4911"/>
                  </a:lnTo>
                  <a:lnTo>
                    <a:pt x="6275525" y="4911"/>
                  </a:lnTo>
                  <a:lnTo>
                    <a:pt x="6276373" y="4911"/>
                  </a:lnTo>
                  <a:lnTo>
                    <a:pt x="6276467" y="4911"/>
                  </a:lnTo>
                  <a:lnTo>
                    <a:pt x="6277220" y="4911"/>
                  </a:lnTo>
                  <a:lnTo>
                    <a:pt x="6277503" y="4911"/>
                  </a:lnTo>
                  <a:lnTo>
                    <a:pt x="6277879" y="4911"/>
                  </a:lnTo>
                  <a:lnTo>
                    <a:pt x="6278444" y="4911"/>
                  </a:lnTo>
                  <a:lnTo>
                    <a:pt x="6279009" y="4911"/>
                  </a:lnTo>
                  <a:lnTo>
                    <a:pt x="6279103" y="4911"/>
                  </a:lnTo>
                  <a:lnTo>
                    <a:pt x="6279668" y="4911"/>
                  </a:lnTo>
                  <a:lnTo>
                    <a:pt x="6279762" y="4911"/>
                  </a:lnTo>
                  <a:lnTo>
                    <a:pt x="6280421" y="4911"/>
                  </a:lnTo>
                  <a:lnTo>
                    <a:pt x="6280986" y="4911"/>
                  </a:lnTo>
                  <a:lnTo>
                    <a:pt x="6281551" y="4911"/>
                  </a:lnTo>
                  <a:lnTo>
                    <a:pt x="6281928" y="4911"/>
                  </a:lnTo>
                  <a:lnTo>
                    <a:pt x="6282116" y="4911"/>
                  </a:lnTo>
                  <a:lnTo>
                    <a:pt x="6282493" y="4911"/>
                  </a:lnTo>
                  <a:lnTo>
                    <a:pt x="6282587" y="4911"/>
                  </a:lnTo>
                  <a:lnTo>
                    <a:pt x="6283152" y="4911"/>
                  </a:lnTo>
                  <a:lnTo>
                    <a:pt x="6283528" y="4911"/>
                  </a:lnTo>
                  <a:lnTo>
                    <a:pt x="6283999" y="4911"/>
                  </a:lnTo>
                  <a:lnTo>
                    <a:pt x="6284752" y="4911"/>
                  </a:lnTo>
                  <a:lnTo>
                    <a:pt x="6285129" y="4911"/>
                  </a:lnTo>
                  <a:lnTo>
                    <a:pt x="6285694" y="4911"/>
                  </a:lnTo>
                  <a:lnTo>
                    <a:pt x="6286447" y="4911"/>
                  </a:lnTo>
                  <a:lnTo>
                    <a:pt x="6286635" y="4911"/>
                  </a:lnTo>
                  <a:lnTo>
                    <a:pt x="6286918" y="4911"/>
                  </a:lnTo>
                  <a:lnTo>
                    <a:pt x="6288142" y="4911"/>
                  </a:lnTo>
                  <a:lnTo>
                    <a:pt x="6288236" y="4911"/>
                  </a:lnTo>
                  <a:lnTo>
                    <a:pt x="6288801" y="4911"/>
                  </a:lnTo>
                  <a:lnTo>
                    <a:pt x="6289460" y="4911"/>
                  </a:lnTo>
                  <a:lnTo>
                    <a:pt x="6289931" y="4911"/>
                  </a:lnTo>
                  <a:lnTo>
                    <a:pt x="6290307" y="4911"/>
                  </a:lnTo>
                  <a:lnTo>
                    <a:pt x="6290966" y="4911"/>
                  </a:lnTo>
                  <a:lnTo>
                    <a:pt x="6291531" y="4911"/>
                  </a:lnTo>
                  <a:lnTo>
                    <a:pt x="6291625" y="4911"/>
                  </a:lnTo>
                  <a:lnTo>
                    <a:pt x="6291814" y="4911"/>
                  </a:lnTo>
                  <a:lnTo>
                    <a:pt x="6292379" y="4911"/>
                  </a:lnTo>
                  <a:lnTo>
                    <a:pt x="6292567" y="4911"/>
                  </a:lnTo>
                  <a:lnTo>
                    <a:pt x="6293038" y="4911"/>
                  </a:lnTo>
                  <a:lnTo>
                    <a:pt x="6293697" y="4911"/>
                  </a:lnTo>
                  <a:lnTo>
                    <a:pt x="6294167" y="4911"/>
                  </a:lnTo>
                  <a:lnTo>
                    <a:pt x="6295486" y="4911"/>
                  </a:lnTo>
                  <a:lnTo>
                    <a:pt x="6295580" y="4911"/>
                  </a:lnTo>
                  <a:lnTo>
                    <a:pt x="6296239" y="4911"/>
                  </a:lnTo>
                  <a:lnTo>
                    <a:pt x="6297180" y="4911"/>
                  </a:lnTo>
                  <a:lnTo>
                    <a:pt x="6297651" y="4911"/>
                  </a:lnTo>
                  <a:lnTo>
                    <a:pt x="6298687" y="4911"/>
                  </a:lnTo>
                  <a:lnTo>
                    <a:pt x="6298875" y="4911"/>
                  </a:lnTo>
                  <a:lnTo>
                    <a:pt x="6299722" y="4911"/>
                  </a:lnTo>
                  <a:lnTo>
                    <a:pt x="6299817" y="4911"/>
                  </a:lnTo>
                  <a:lnTo>
                    <a:pt x="6300193" y="4911"/>
                  </a:lnTo>
                  <a:lnTo>
                    <a:pt x="6300664" y="4911"/>
                  </a:lnTo>
                  <a:lnTo>
                    <a:pt x="6300946" y="4911"/>
                  </a:lnTo>
                  <a:lnTo>
                    <a:pt x="6301511" y="4911"/>
                  </a:lnTo>
                  <a:lnTo>
                    <a:pt x="6302265" y="4911"/>
                  </a:lnTo>
                  <a:lnTo>
                    <a:pt x="6302547" y="4911"/>
                  </a:lnTo>
                  <a:lnTo>
                    <a:pt x="6303018" y="4911"/>
                  </a:lnTo>
                  <a:lnTo>
                    <a:pt x="6303583" y="4911"/>
                  </a:lnTo>
                  <a:lnTo>
                    <a:pt x="6303677" y="4911"/>
                  </a:lnTo>
                  <a:lnTo>
                    <a:pt x="6304053" y="4911"/>
                  </a:lnTo>
                  <a:lnTo>
                    <a:pt x="6304524" y="4911"/>
                  </a:lnTo>
                  <a:lnTo>
                    <a:pt x="6304618" y="4911"/>
                  </a:lnTo>
                  <a:lnTo>
                    <a:pt x="6304901" y="4911"/>
                  </a:lnTo>
                  <a:lnTo>
                    <a:pt x="6305372" y="4911"/>
                  </a:lnTo>
                  <a:lnTo>
                    <a:pt x="6305654" y="4911"/>
                  </a:lnTo>
                  <a:lnTo>
                    <a:pt x="6306407" y="4911"/>
                  </a:lnTo>
                  <a:lnTo>
                    <a:pt x="6306501" y="4911"/>
                  </a:lnTo>
                  <a:lnTo>
                    <a:pt x="6306878" y="4911"/>
                  </a:lnTo>
                  <a:lnTo>
                    <a:pt x="6307066" y="4911"/>
                  </a:lnTo>
                  <a:lnTo>
                    <a:pt x="6307349" y="4911"/>
                  </a:lnTo>
                  <a:lnTo>
                    <a:pt x="6307443" y="4911"/>
                  </a:lnTo>
                  <a:lnTo>
                    <a:pt x="6307631" y="4911"/>
                  </a:lnTo>
                  <a:lnTo>
                    <a:pt x="6308008" y="4911"/>
                  </a:lnTo>
                  <a:lnTo>
                    <a:pt x="6308196" y="4911"/>
                  </a:lnTo>
                  <a:lnTo>
                    <a:pt x="6308290" y="4911"/>
                  </a:lnTo>
                  <a:lnTo>
                    <a:pt x="6308479" y="4911"/>
                  </a:lnTo>
                  <a:lnTo>
                    <a:pt x="6308573" y="4911"/>
                  </a:lnTo>
                  <a:lnTo>
                    <a:pt x="6308667" y="4911"/>
                  </a:lnTo>
                  <a:lnTo>
                    <a:pt x="6309138" y="4911"/>
                  </a:lnTo>
                  <a:lnTo>
                    <a:pt x="6309985" y="4911"/>
                  </a:lnTo>
                  <a:lnTo>
                    <a:pt x="6310079" y="4911"/>
                  </a:lnTo>
                  <a:lnTo>
                    <a:pt x="6310268" y="4911"/>
                  </a:lnTo>
                  <a:lnTo>
                    <a:pt x="6310456" y="4911"/>
                  </a:lnTo>
                  <a:lnTo>
                    <a:pt x="6310550" y="4911"/>
                  </a:lnTo>
                  <a:lnTo>
                    <a:pt x="6311021" y="4911"/>
                  </a:lnTo>
                  <a:lnTo>
                    <a:pt x="6311680" y="4911"/>
                  </a:lnTo>
                  <a:lnTo>
                    <a:pt x="6312433" y="4911"/>
                  </a:lnTo>
                  <a:lnTo>
                    <a:pt x="6312527" y="4911"/>
                  </a:lnTo>
                  <a:lnTo>
                    <a:pt x="6312715" y="4911"/>
                  </a:lnTo>
                  <a:lnTo>
                    <a:pt x="6312810" y="4911"/>
                  </a:lnTo>
                  <a:lnTo>
                    <a:pt x="6313186" y="4911"/>
                  </a:lnTo>
                  <a:lnTo>
                    <a:pt x="6313469" y="4911"/>
                  </a:lnTo>
                  <a:lnTo>
                    <a:pt x="6314034" y="4911"/>
                  </a:lnTo>
                  <a:lnTo>
                    <a:pt x="6314316" y="4911"/>
                  </a:lnTo>
                  <a:lnTo>
                    <a:pt x="6314410" y="4911"/>
                  </a:lnTo>
                  <a:lnTo>
                    <a:pt x="6314504" y="4911"/>
                  </a:lnTo>
                  <a:lnTo>
                    <a:pt x="6314975" y="4911"/>
                  </a:lnTo>
                  <a:lnTo>
                    <a:pt x="6315540" y="4911"/>
                  </a:lnTo>
                  <a:lnTo>
                    <a:pt x="6315634" y="4911"/>
                  </a:lnTo>
                  <a:lnTo>
                    <a:pt x="6315728" y="4911"/>
                  </a:lnTo>
                  <a:lnTo>
                    <a:pt x="6316105" y="4911"/>
                  </a:lnTo>
                  <a:lnTo>
                    <a:pt x="6316199" y="4911"/>
                  </a:lnTo>
                  <a:lnTo>
                    <a:pt x="6316387" y="4911"/>
                  </a:lnTo>
                  <a:lnTo>
                    <a:pt x="6317329" y="4911"/>
                  </a:lnTo>
                  <a:lnTo>
                    <a:pt x="6318176" y="4911"/>
                  </a:lnTo>
                  <a:lnTo>
                    <a:pt x="6318365" y="4911"/>
                  </a:lnTo>
                  <a:lnTo>
                    <a:pt x="6318459" y="4911"/>
                  </a:lnTo>
                  <a:lnTo>
                    <a:pt x="6318553" y="4911"/>
                  </a:lnTo>
                  <a:lnTo>
                    <a:pt x="6318647" y="4911"/>
                  </a:lnTo>
                  <a:lnTo>
                    <a:pt x="6319024" y="4911"/>
                  </a:lnTo>
                  <a:lnTo>
                    <a:pt x="6319683" y="4911"/>
                  </a:lnTo>
                  <a:lnTo>
                    <a:pt x="6319777" y="4911"/>
                  </a:lnTo>
                  <a:lnTo>
                    <a:pt x="6320059" y="4911"/>
                  </a:lnTo>
                  <a:lnTo>
                    <a:pt x="6320342" y="4911"/>
                  </a:lnTo>
                  <a:lnTo>
                    <a:pt x="6320624" y="4911"/>
                  </a:lnTo>
                  <a:lnTo>
                    <a:pt x="6320813" y="4911"/>
                  </a:lnTo>
                  <a:lnTo>
                    <a:pt x="6320907" y="4911"/>
                  </a:lnTo>
                  <a:lnTo>
                    <a:pt x="6321472" y="4911"/>
                  </a:lnTo>
                  <a:lnTo>
                    <a:pt x="6321566" y="4911"/>
                  </a:lnTo>
                  <a:lnTo>
                    <a:pt x="6321848" y="4911"/>
                  </a:lnTo>
                  <a:lnTo>
                    <a:pt x="6321942" y="4911"/>
                  </a:lnTo>
                  <a:lnTo>
                    <a:pt x="6322037" y="4911"/>
                  </a:lnTo>
                  <a:lnTo>
                    <a:pt x="6322413" y="4911"/>
                  </a:lnTo>
                  <a:lnTo>
                    <a:pt x="6322696" y="4911"/>
                  </a:lnTo>
                  <a:lnTo>
                    <a:pt x="6322978" y="4911"/>
                  </a:lnTo>
                  <a:lnTo>
                    <a:pt x="6323072" y="4911"/>
                  </a:lnTo>
                  <a:lnTo>
                    <a:pt x="6323355" y="4911"/>
                  </a:lnTo>
                  <a:lnTo>
                    <a:pt x="6323449" y="4911"/>
                  </a:lnTo>
                  <a:lnTo>
                    <a:pt x="6323543" y="4911"/>
                  </a:lnTo>
                  <a:lnTo>
                    <a:pt x="6324108" y="4911"/>
                  </a:lnTo>
                  <a:lnTo>
                    <a:pt x="6324202" y="4911"/>
                  </a:lnTo>
                  <a:lnTo>
                    <a:pt x="6324390" y="4911"/>
                  </a:lnTo>
                  <a:lnTo>
                    <a:pt x="6324861" y="4911"/>
                  </a:lnTo>
                  <a:lnTo>
                    <a:pt x="6325144" y="4911"/>
                  </a:lnTo>
                  <a:lnTo>
                    <a:pt x="6325520" y="4911"/>
                  </a:lnTo>
                  <a:lnTo>
                    <a:pt x="6325614" y="4911"/>
                  </a:lnTo>
                  <a:lnTo>
                    <a:pt x="6325708" y="4911"/>
                  </a:lnTo>
                  <a:lnTo>
                    <a:pt x="6325803" y="4911"/>
                  </a:lnTo>
                  <a:lnTo>
                    <a:pt x="6326085" y="4911"/>
                  </a:lnTo>
                  <a:lnTo>
                    <a:pt x="6326179" y="4911"/>
                  </a:lnTo>
                  <a:lnTo>
                    <a:pt x="6326744" y="4911"/>
                  </a:lnTo>
                  <a:lnTo>
                    <a:pt x="6326838" y="4911"/>
                  </a:lnTo>
                  <a:lnTo>
                    <a:pt x="6327215" y="4911"/>
                  </a:lnTo>
                  <a:lnTo>
                    <a:pt x="6327403" y="4911"/>
                  </a:lnTo>
                  <a:lnTo>
                    <a:pt x="6327592" y="4911"/>
                  </a:lnTo>
                  <a:lnTo>
                    <a:pt x="6327780" y="4911"/>
                  </a:lnTo>
                  <a:lnTo>
                    <a:pt x="6327874" y="4911"/>
                  </a:lnTo>
                  <a:lnTo>
                    <a:pt x="6327968" y="4911"/>
                  </a:lnTo>
                  <a:lnTo>
                    <a:pt x="6328156" y="4911"/>
                  </a:lnTo>
                  <a:lnTo>
                    <a:pt x="6328721" y="4911"/>
                  </a:lnTo>
                  <a:lnTo>
                    <a:pt x="6328815" y="4911"/>
                  </a:lnTo>
                  <a:lnTo>
                    <a:pt x="6328910" y="4911"/>
                  </a:lnTo>
                  <a:lnTo>
                    <a:pt x="6328910" y="0"/>
                  </a:lnTo>
                  <a:lnTo>
                    <a:pt x="6328910" y="0"/>
                  </a:lnTo>
                  <a:lnTo>
                    <a:pt x="6329004" y="0"/>
                  </a:lnTo>
                  <a:lnTo>
                    <a:pt x="6329098" y="0"/>
                  </a:lnTo>
                  <a:lnTo>
                    <a:pt x="6329380" y="0"/>
                  </a:lnTo>
                  <a:lnTo>
                    <a:pt x="6329663" y="0"/>
                  </a:lnTo>
                  <a:lnTo>
                    <a:pt x="6329757" y="0"/>
                  </a:lnTo>
                  <a:lnTo>
                    <a:pt x="6329945" y="0"/>
                  </a:lnTo>
                  <a:lnTo>
                    <a:pt x="6330134" y="0"/>
                  </a:lnTo>
                  <a:lnTo>
                    <a:pt x="6330604" y="0"/>
                  </a:lnTo>
                  <a:lnTo>
                    <a:pt x="6330699" y="0"/>
                  </a:lnTo>
                  <a:lnTo>
                    <a:pt x="6330981" y="0"/>
                  </a:lnTo>
                  <a:lnTo>
                    <a:pt x="6331075" y="0"/>
                  </a:lnTo>
                  <a:lnTo>
                    <a:pt x="6331169" y="0"/>
                  </a:lnTo>
                  <a:lnTo>
                    <a:pt x="6331263" y="0"/>
                  </a:lnTo>
                  <a:lnTo>
                    <a:pt x="6331452" y="0"/>
                  </a:lnTo>
                  <a:lnTo>
                    <a:pt x="6331546" y="0"/>
                  </a:lnTo>
                  <a:lnTo>
                    <a:pt x="6331640" y="0"/>
                  </a:lnTo>
                  <a:lnTo>
                    <a:pt x="6331734" y="0"/>
                  </a:lnTo>
                  <a:lnTo>
                    <a:pt x="6331923" y="0"/>
                  </a:lnTo>
                  <a:lnTo>
                    <a:pt x="6332017" y="0"/>
                  </a:lnTo>
                  <a:lnTo>
                    <a:pt x="6332205" y="0"/>
                  </a:lnTo>
                  <a:lnTo>
                    <a:pt x="6332393" y="0"/>
                  </a:lnTo>
                  <a:lnTo>
                    <a:pt x="6332958" y="0"/>
                  </a:lnTo>
                  <a:lnTo>
                    <a:pt x="6333052" y="0"/>
                  </a:lnTo>
                  <a:lnTo>
                    <a:pt x="6333335" y="0"/>
                  </a:lnTo>
                  <a:lnTo>
                    <a:pt x="6333617" y="0"/>
                  </a:lnTo>
                  <a:lnTo>
                    <a:pt x="6333711" y="0"/>
                  </a:lnTo>
                  <a:lnTo>
                    <a:pt x="6333806" y="0"/>
                  </a:lnTo>
                  <a:lnTo>
                    <a:pt x="6333900" y="0"/>
                  </a:lnTo>
                  <a:lnTo>
                    <a:pt x="6334276" y="0"/>
                  </a:lnTo>
                  <a:lnTo>
                    <a:pt x="6334559" y="0"/>
                  </a:lnTo>
                  <a:lnTo>
                    <a:pt x="6334653" y="0"/>
                  </a:lnTo>
                  <a:lnTo>
                    <a:pt x="6334747" y="0"/>
                  </a:lnTo>
                  <a:lnTo>
                    <a:pt x="6334935" y="0"/>
                  </a:lnTo>
                  <a:lnTo>
                    <a:pt x="6335406" y="0"/>
                  </a:lnTo>
                  <a:lnTo>
                    <a:pt x="6335500" y="0"/>
                  </a:lnTo>
                  <a:lnTo>
                    <a:pt x="6335689" y="0"/>
                  </a:lnTo>
                  <a:lnTo>
                    <a:pt x="6335783" y="0"/>
                  </a:lnTo>
                  <a:lnTo>
                    <a:pt x="6335971" y="0"/>
                  </a:lnTo>
                  <a:lnTo>
                    <a:pt x="6336065" y="0"/>
                  </a:lnTo>
                  <a:lnTo>
                    <a:pt x="6336442" y="0"/>
                  </a:lnTo>
                  <a:lnTo>
                    <a:pt x="6336536" y="0"/>
                  </a:lnTo>
                  <a:lnTo>
                    <a:pt x="6336630" y="0"/>
                  </a:lnTo>
                  <a:lnTo>
                    <a:pt x="6336724" y="0"/>
                  </a:lnTo>
                  <a:lnTo>
                    <a:pt x="6337007" y="0"/>
                  </a:lnTo>
                  <a:lnTo>
                    <a:pt x="6337101" y="0"/>
                  </a:lnTo>
                  <a:lnTo>
                    <a:pt x="6337195" y="0"/>
                  </a:lnTo>
                  <a:lnTo>
                    <a:pt x="6337289" y="0"/>
                  </a:lnTo>
                  <a:lnTo>
                    <a:pt x="6337383" y="0"/>
                  </a:lnTo>
                  <a:lnTo>
                    <a:pt x="6337477" y="0"/>
                  </a:lnTo>
                  <a:lnTo>
                    <a:pt x="6337572" y="0"/>
                  </a:lnTo>
                  <a:lnTo>
                    <a:pt x="6337760" y="0"/>
                  </a:lnTo>
                  <a:lnTo>
                    <a:pt x="6337854" y="0"/>
                  </a:lnTo>
                  <a:lnTo>
                    <a:pt x="6337948" y="0"/>
                  </a:lnTo>
                  <a:lnTo>
                    <a:pt x="6338042" y="0"/>
                  </a:lnTo>
                  <a:lnTo>
                    <a:pt x="6338137" y="0"/>
                  </a:lnTo>
                  <a:lnTo>
                    <a:pt x="6338231" y="0"/>
                  </a:lnTo>
                  <a:lnTo>
                    <a:pt x="6338419" y="0"/>
                  </a:lnTo>
                  <a:lnTo>
                    <a:pt x="6338513" y="0"/>
                  </a:lnTo>
                  <a:lnTo>
                    <a:pt x="6338701" y="0"/>
                  </a:lnTo>
                  <a:lnTo>
                    <a:pt x="6338796" y="0"/>
                  </a:lnTo>
                  <a:lnTo>
                    <a:pt x="6338890" y="0"/>
                  </a:lnTo>
                  <a:lnTo>
                    <a:pt x="6338984" y="0"/>
                  </a:lnTo>
                  <a:lnTo>
                    <a:pt x="6339172" y="0"/>
                  </a:lnTo>
                  <a:lnTo>
                    <a:pt x="6339266" y="0"/>
                  </a:lnTo>
                  <a:lnTo>
                    <a:pt x="6339361" y="0"/>
                  </a:lnTo>
                  <a:lnTo>
                    <a:pt x="6339455" y="0"/>
                  </a:lnTo>
                  <a:lnTo>
                    <a:pt x="6339549" y="0"/>
                  </a:lnTo>
                  <a:lnTo>
                    <a:pt x="6339643" y="0"/>
                  </a:lnTo>
                  <a:lnTo>
                    <a:pt x="6339737" y="0"/>
                  </a:lnTo>
                  <a:lnTo>
                    <a:pt x="6339831" y="0"/>
                  </a:lnTo>
                  <a:lnTo>
                    <a:pt x="6339925" y="0"/>
                  </a:lnTo>
                  <a:lnTo>
                    <a:pt x="6340020" y="0"/>
                  </a:lnTo>
                  <a:lnTo>
                    <a:pt x="6340114" y="0"/>
                  </a:lnTo>
                  <a:lnTo>
                    <a:pt x="6340208" y="0"/>
                  </a:lnTo>
                  <a:lnTo>
                    <a:pt x="6340302" y="0"/>
                  </a:lnTo>
                  <a:lnTo>
                    <a:pt x="6340396" y="0"/>
                  </a:lnTo>
                  <a:lnTo>
                    <a:pt x="6340490" y="0"/>
                  </a:lnTo>
                  <a:lnTo>
                    <a:pt x="6340585" y="0"/>
                  </a:lnTo>
                  <a:lnTo>
                    <a:pt x="6340585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652822" y="69589"/>
              <a:ext cx="6340585" cy="6340585"/>
            </a:xfrm>
            <a:custGeom>
              <a:avLst/>
              <a:pathLst>
                <a:path w="6340585" h="6340585">
                  <a:moveTo>
                    <a:pt x="0" y="6340585"/>
                  </a:moveTo>
                  <a:lnTo>
                    <a:pt x="94" y="6340585"/>
                  </a:lnTo>
                  <a:lnTo>
                    <a:pt x="188" y="6340585"/>
                  </a:lnTo>
                  <a:lnTo>
                    <a:pt x="282" y="6340585"/>
                  </a:lnTo>
                  <a:lnTo>
                    <a:pt x="376" y="6340585"/>
                  </a:lnTo>
                  <a:lnTo>
                    <a:pt x="470" y="6340585"/>
                  </a:lnTo>
                  <a:lnTo>
                    <a:pt x="564" y="6340585"/>
                  </a:lnTo>
                  <a:lnTo>
                    <a:pt x="659" y="6340585"/>
                  </a:lnTo>
                  <a:lnTo>
                    <a:pt x="753" y="6340585"/>
                  </a:lnTo>
                  <a:lnTo>
                    <a:pt x="847" y="6340585"/>
                  </a:lnTo>
                  <a:lnTo>
                    <a:pt x="941" y="6340585"/>
                  </a:lnTo>
                  <a:lnTo>
                    <a:pt x="1035" y="6340585"/>
                  </a:lnTo>
                  <a:lnTo>
                    <a:pt x="1129" y="6340585"/>
                  </a:lnTo>
                  <a:lnTo>
                    <a:pt x="1129" y="6335673"/>
                  </a:lnTo>
                  <a:lnTo>
                    <a:pt x="1223" y="6335673"/>
                  </a:lnTo>
                  <a:lnTo>
                    <a:pt x="1318" y="6335673"/>
                  </a:lnTo>
                  <a:lnTo>
                    <a:pt x="1412" y="6335673"/>
                  </a:lnTo>
                  <a:lnTo>
                    <a:pt x="1506" y="6335673"/>
                  </a:lnTo>
                  <a:lnTo>
                    <a:pt x="1600" y="6335673"/>
                  </a:lnTo>
                  <a:lnTo>
                    <a:pt x="1694" y="6335673"/>
                  </a:lnTo>
                  <a:lnTo>
                    <a:pt x="1694" y="6330762"/>
                  </a:lnTo>
                  <a:lnTo>
                    <a:pt x="1788" y="6330762"/>
                  </a:lnTo>
                  <a:lnTo>
                    <a:pt x="1883" y="6330762"/>
                  </a:lnTo>
                  <a:lnTo>
                    <a:pt x="1977" y="6330762"/>
                  </a:lnTo>
                  <a:lnTo>
                    <a:pt x="2071" y="6330762"/>
                  </a:lnTo>
                  <a:lnTo>
                    <a:pt x="2165" y="6330762"/>
                  </a:lnTo>
                  <a:lnTo>
                    <a:pt x="2259" y="6330762"/>
                  </a:lnTo>
                  <a:lnTo>
                    <a:pt x="2353" y="6330762"/>
                  </a:lnTo>
                  <a:lnTo>
                    <a:pt x="2447" y="6330762"/>
                  </a:lnTo>
                  <a:lnTo>
                    <a:pt x="2542" y="6330762"/>
                  </a:lnTo>
                  <a:lnTo>
                    <a:pt x="2636" y="6330762"/>
                  </a:lnTo>
                  <a:lnTo>
                    <a:pt x="2730" y="6330762"/>
                  </a:lnTo>
                  <a:lnTo>
                    <a:pt x="2730" y="6325850"/>
                  </a:lnTo>
                  <a:lnTo>
                    <a:pt x="2824" y="6325850"/>
                  </a:lnTo>
                  <a:lnTo>
                    <a:pt x="2918" y="6325850"/>
                  </a:lnTo>
                  <a:lnTo>
                    <a:pt x="3012" y="6325850"/>
                  </a:lnTo>
                  <a:lnTo>
                    <a:pt x="3107" y="6325850"/>
                  </a:lnTo>
                  <a:lnTo>
                    <a:pt x="3201" y="6325850"/>
                  </a:lnTo>
                  <a:lnTo>
                    <a:pt x="3295" y="6325850"/>
                  </a:lnTo>
                  <a:lnTo>
                    <a:pt x="3389" y="6325850"/>
                  </a:lnTo>
                  <a:lnTo>
                    <a:pt x="3483" y="6325850"/>
                  </a:lnTo>
                  <a:lnTo>
                    <a:pt x="3577" y="6325850"/>
                  </a:lnTo>
                  <a:lnTo>
                    <a:pt x="3671" y="6325850"/>
                  </a:lnTo>
                  <a:lnTo>
                    <a:pt x="3766" y="6325850"/>
                  </a:lnTo>
                  <a:lnTo>
                    <a:pt x="3860" y="6325850"/>
                  </a:lnTo>
                  <a:lnTo>
                    <a:pt x="3954" y="6325850"/>
                  </a:lnTo>
                  <a:lnTo>
                    <a:pt x="4048" y="6325850"/>
                  </a:lnTo>
                  <a:lnTo>
                    <a:pt x="4142" y="6325850"/>
                  </a:lnTo>
                  <a:lnTo>
                    <a:pt x="4236" y="6325850"/>
                  </a:lnTo>
                  <a:lnTo>
                    <a:pt x="4331" y="6325850"/>
                  </a:lnTo>
                  <a:lnTo>
                    <a:pt x="4425" y="6325850"/>
                  </a:lnTo>
                  <a:lnTo>
                    <a:pt x="4519" y="6325850"/>
                  </a:lnTo>
                  <a:lnTo>
                    <a:pt x="4613" y="6325850"/>
                  </a:lnTo>
                  <a:lnTo>
                    <a:pt x="4707" y="6325850"/>
                  </a:lnTo>
                  <a:lnTo>
                    <a:pt x="4801" y="6325850"/>
                  </a:lnTo>
                  <a:lnTo>
                    <a:pt x="4895" y="6325850"/>
                  </a:lnTo>
                  <a:lnTo>
                    <a:pt x="4990" y="6325850"/>
                  </a:lnTo>
                  <a:lnTo>
                    <a:pt x="5084" y="6325850"/>
                  </a:lnTo>
                  <a:lnTo>
                    <a:pt x="5178" y="6325850"/>
                  </a:lnTo>
                  <a:lnTo>
                    <a:pt x="5272" y="6325850"/>
                  </a:lnTo>
                  <a:lnTo>
                    <a:pt x="5366" y="6325850"/>
                  </a:lnTo>
                  <a:lnTo>
                    <a:pt x="5460" y="6325850"/>
                  </a:lnTo>
                  <a:lnTo>
                    <a:pt x="5554" y="6325850"/>
                  </a:lnTo>
                  <a:lnTo>
                    <a:pt x="5649" y="6325850"/>
                  </a:lnTo>
                  <a:lnTo>
                    <a:pt x="5743" y="6325850"/>
                  </a:lnTo>
                  <a:lnTo>
                    <a:pt x="5837" y="6325850"/>
                  </a:lnTo>
                  <a:lnTo>
                    <a:pt x="5931" y="6325850"/>
                  </a:lnTo>
                  <a:lnTo>
                    <a:pt x="6025" y="6325850"/>
                  </a:lnTo>
                  <a:lnTo>
                    <a:pt x="6119" y="6325850"/>
                  </a:lnTo>
                  <a:lnTo>
                    <a:pt x="6214" y="6325850"/>
                  </a:lnTo>
                  <a:lnTo>
                    <a:pt x="6308" y="6325850"/>
                  </a:lnTo>
                  <a:lnTo>
                    <a:pt x="6402" y="6325850"/>
                  </a:lnTo>
                  <a:lnTo>
                    <a:pt x="6496" y="6325850"/>
                  </a:lnTo>
                  <a:lnTo>
                    <a:pt x="6590" y="6325850"/>
                  </a:lnTo>
                  <a:lnTo>
                    <a:pt x="6684" y="6325850"/>
                  </a:lnTo>
                  <a:lnTo>
                    <a:pt x="6778" y="6325850"/>
                  </a:lnTo>
                  <a:lnTo>
                    <a:pt x="6873" y="6325850"/>
                  </a:lnTo>
                  <a:lnTo>
                    <a:pt x="6967" y="6325850"/>
                  </a:lnTo>
                  <a:lnTo>
                    <a:pt x="7061" y="6325850"/>
                  </a:lnTo>
                  <a:lnTo>
                    <a:pt x="7155" y="6325850"/>
                  </a:lnTo>
                  <a:lnTo>
                    <a:pt x="7249" y="6325850"/>
                  </a:lnTo>
                  <a:lnTo>
                    <a:pt x="7343" y="6325850"/>
                  </a:lnTo>
                  <a:lnTo>
                    <a:pt x="7438" y="6325850"/>
                  </a:lnTo>
                  <a:lnTo>
                    <a:pt x="7532" y="6325850"/>
                  </a:lnTo>
                  <a:lnTo>
                    <a:pt x="7626" y="6325850"/>
                  </a:lnTo>
                  <a:lnTo>
                    <a:pt x="7720" y="6325850"/>
                  </a:lnTo>
                  <a:lnTo>
                    <a:pt x="7814" y="6325850"/>
                  </a:lnTo>
                  <a:lnTo>
                    <a:pt x="7908" y="6325850"/>
                  </a:lnTo>
                  <a:lnTo>
                    <a:pt x="8002" y="6325850"/>
                  </a:lnTo>
                  <a:lnTo>
                    <a:pt x="8097" y="6325850"/>
                  </a:lnTo>
                  <a:lnTo>
                    <a:pt x="8191" y="6325850"/>
                  </a:lnTo>
                  <a:lnTo>
                    <a:pt x="8285" y="6325850"/>
                  </a:lnTo>
                  <a:lnTo>
                    <a:pt x="8379" y="6325850"/>
                  </a:lnTo>
                  <a:lnTo>
                    <a:pt x="8473" y="6325850"/>
                  </a:lnTo>
                  <a:lnTo>
                    <a:pt x="8567" y="6325850"/>
                  </a:lnTo>
                  <a:lnTo>
                    <a:pt x="8662" y="6325850"/>
                  </a:lnTo>
                  <a:lnTo>
                    <a:pt x="8756" y="6325850"/>
                  </a:lnTo>
                  <a:lnTo>
                    <a:pt x="8850" y="6325850"/>
                  </a:lnTo>
                  <a:lnTo>
                    <a:pt x="8944" y="6325850"/>
                  </a:lnTo>
                  <a:lnTo>
                    <a:pt x="9038" y="6325850"/>
                  </a:lnTo>
                  <a:lnTo>
                    <a:pt x="9132" y="6325850"/>
                  </a:lnTo>
                  <a:lnTo>
                    <a:pt x="9226" y="6325850"/>
                  </a:lnTo>
                  <a:lnTo>
                    <a:pt x="9321" y="6325850"/>
                  </a:lnTo>
                  <a:lnTo>
                    <a:pt x="9415" y="6325850"/>
                  </a:lnTo>
                  <a:lnTo>
                    <a:pt x="9509" y="6325850"/>
                  </a:lnTo>
                  <a:lnTo>
                    <a:pt x="9603" y="6325850"/>
                  </a:lnTo>
                  <a:lnTo>
                    <a:pt x="9697" y="6325850"/>
                  </a:lnTo>
                  <a:lnTo>
                    <a:pt x="9791" y="6325850"/>
                  </a:lnTo>
                  <a:lnTo>
                    <a:pt x="9885" y="6325850"/>
                  </a:lnTo>
                  <a:lnTo>
                    <a:pt x="9980" y="6325850"/>
                  </a:lnTo>
                  <a:lnTo>
                    <a:pt x="10074" y="6325850"/>
                  </a:lnTo>
                  <a:lnTo>
                    <a:pt x="10168" y="6325850"/>
                  </a:lnTo>
                  <a:lnTo>
                    <a:pt x="10262" y="6325850"/>
                  </a:lnTo>
                  <a:lnTo>
                    <a:pt x="10356" y="6325850"/>
                  </a:lnTo>
                  <a:lnTo>
                    <a:pt x="10450" y="6325850"/>
                  </a:lnTo>
                  <a:lnTo>
                    <a:pt x="10545" y="6325850"/>
                  </a:lnTo>
                  <a:lnTo>
                    <a:pt x="10639" y="6325850"/>
                  </a:lnTo>
                  <a:lnTo>
                    <a:pt x="10733" y="6325850"/>
                  </a:lnTo>
                  <a:lnTo>
                    <a:pt x="10827" y="6325850"/>
                  </a:lnTo>
                  <a:lnTo>
                    <a:pt x="10921" y="6325850"/>
                  </a:lnTo>
                  <a:lnTo>
                    <a:pt x="11015" y="6325850"/>
                  </a:lnTo>
                  <a:lnTo>
                    <a:pt x="11109" y="6325850"/>
                  </a:lnTo>
                  <a:lnTo>
                    <a:pt x="11204" y="6325850"/>
                  </a:lnTo>
                  <a:lnTo>
                    <a:pt x="11298" y="6325850"/>
                  </a:lnTo>
                  <a:lnTo>
                    <a:pt x="11392" y="6325850"/>
                  </a:lnTo>
                  <a:lnTo>
                    <a:pt x="11392" y="6320939"/>
                  </a:lnTo>
                  <a:lnTo>
                    <a:pt x="11486" y="6320939"/>
                  </a:lnTo>
                  <a:lnTo>
                    <a:pt x="11580" y="6320939"/>
                  </a:lnTo>
                  <a:lnTo>
                    <a:pt x="11674" y="6320939"/>
                  </a:lnTo>
                  <a:lnTo>
                    <a:pt x="11769" y="6320939"/>
                  </a:lnTo>
                  <a:lnTo>
                    <a:pt x="11863" y="6320939"/>
                  </a:lnTo>
                  <a:lnTo>
                    <a:pt x="11957" y="6320939"/>
                  </a:lnTo>
                  <a:lnTo>
                    <a:pt x="12051" y="6320939"/>
                  </a:lnTo>
                  <a:lnTo>
                    <a:pt x="12145" y="6320939"/>
                  </a:lnTo>
                  <a:lnTo>
                    <a:pt x="12239" y="6320939"/>
                  </a:lnTo>
                  <a:lnTo>
                    <a:pt x="12333" y="6320939"/>
                  </a:lnTo>
                  <a:lnTo>
                    <a:pt x="12428" y="6320939"/>
                  </a:lnTo>
                  <a:lnTo>
                    <a:pt x="12522" y="6320939"/>
                  </a:lnTo>
                  <a:lnTo>
                    <a:pt x="12616" y="6320939"/>
                  </a:lnTo>
                  <a:lnTo>
                    <a:pt x="12616" y="6316028"/>
                  </a:lnTo>
                  <a:lnTo>
                    <a:pt x="12710" y="6316028"/>
                  </a:lnTo>
                  <a:lnTo>
                    <a:pt x="12804" y="6316028"/>
                  </a:lnTo>
                  <a:lnTo>
                    <a:pt x="12898" y="6316028"/>
                  </a:lnTo>
                  <a:lnTo>
                    <a:pt x="12993" y="6316028"/>
                  </a:lnTo>
                  <a:lnTo>
                    <a:pt x="13087" y="6316028"/>
                  </a:lnTo>
                  <a:lnTo>
                    <a:pt x="13181" y="6316028"/>
                  </a:lnTo>
                  <a:lnTo>
                    <a:pt x="13275" y="6316028"/>
                  </a:lnTo>
                  <a:lnTo>
                    <a:pt x="13275" y="6311116"/>
                  </a:lnTo>
                  <a:lnTo>
                    <a:pt x="13369" y="6311116"/>
                  </a:lnTo>
                  <a:lnTo>
                    <a:pt x="13463" y="6311116"/>
                  </a:lnTo>
                  <a:lnTo>
                    <a:pt x="13557" y="6311116"/>
                  </a:lnTo>
                  <a:lnTo>
                    <a:pt x="13652" y="6311116"/>
                  </a:lnTo>
                  <a:lnTo>
                    <a:pt x="13746" y="6311116"/>
                  </a:lnTo>
                  <a:lnTo>
                    <a:pt x="13840" y="6311116"/>
                  </a:lnTo>
                  <a:lnTo>
                    <a:pt x="13934" y="6311116"/>
                  </a:lnTo>
                  <a:lnTo>
                    <a:pt x="14028" y="6311116"/>
                  </a:lnTo>
                  <a:lnTo>
                    <a:pt x="14122" y="6311116"/>
                  </a:lnTo>
                  <a:lnTo>
                    <a:pt x="14216" y="6311116"/>
                  </a:lnTo>
                  <a:lnTo>
                    <a:pt x="14311" y="6311116"/>
                  </a:lnTo>
                  <a:lnTo>
                    <a:pt x="14405" y="6311116"/>
                  </a:lnTo>
                  <a:lnTo>
                    <a:pt x="14499" y="6311116"/>
                  </a:lnTo>
                  <a:lnTo>
                    <a:pt x="14593" y="6311116"/>
                  </a:lnTo>
                  <a:lnTo>
                    <a:pt x="14687" y="6311116"/>
                  </a:lnTo>
                  <a:lnTo>
                    <a:pt x="14781" y="6311116"/>
                  </a:lnTo>
                  <a:lnTo>
                    <a:pt x="14876" y="6311116"/>
                  </a:lnTo>
                  <a:lnTo>
                    <a:pt x="14970" y="6311116"/>
                  </a:lnTo>
                  <a:lnTo>
                    <a:pt x="15064" y="6311116"/>
                  </a:lnTo>
                  <a:lnTo>
                    <a:pt x="15158" y="6311116"/>
                  </a:lnTo>
                  <a:lnTo>
                    <a:pt x="15252" y="6311116"/>
                  </a:lnTo>
                  <a:lnTo>
                    <a:pt x="15346" y="6311116"/>
                  </a:lnTo>
                  <a:lnTo>
                    <a:pt x="15440" y="6311116"/>
                  </a:lnTo>
                  <a:lnTo>
                    <a:pt x="15535" y="6311116"/>
                  </a:lnTo>
                  <a:lnTo>
                    <a:pt x="15629" y="6311116"/>
                  </a:lnTo>
                  <a:lnTo>
                    <a:pt x="15723" y="6311116"/>
                  </a:lnTo>
                  <a:lnTo>
                    <a:pt x="15817" y="6311116"/>
                  </a:lnTo>
                  <a:lnTo>
                    <a:pt x="15911" y="6311116"/>
                  </a:lnTo>
                  <a:lnTo>
                    <a:pt x="16005" y="6311116"/>
                  </a:lnTo>
                  <a:lnTo>
                    <a:pt x="16100" y="6311116"/>
                  </a:lnTo>
                  <a:lnTo>
                    <a:pt x="16194" y="6311116"/>
                  </a:lnTo>
                  <a:lnTo>
                    <a:pt x="16288" y="6311116"/>
                  </a:lnTo>
                  <a:lnTo>
                    <a:pt x="16382" y="6311116"/>
                  </a:lnTo>
                  <a:lnTo>
                    <a:pt x="16476" y="6311116"/>
                  </a:lnTo>
                  <a:lnTo>
                    <a:pt x="16570" y="6311116"/>
                  </a:lnTo>
                  <a:lnTo>
                    <a:pt x="16664" y="6311116"/>
                  </a:lnTo>
                  <a:lnTo>
                    <a:pt x="16759" y="6311116"/>
                  </a:lnTo>
                  <a:lnTo>
                    <a:pt x="16853" y="6311116"/>
                  </a:lnTo>
                  <a:lnTo>
                    <a:pt x="16947" y="6311116"/>
                  </a:lnTo>
                  <a:lnTo>
                    <a:pt x="17041" y="6311116"/>
                  </a:lnTo>
                  <a:lnTo>
                    <a:pt x="17135" y="6311116"/>
                  </a:lnTo>
                  <a:lnTo>
                    <a:pt x="17229" y="6311116"/>
                  </a:lnTo>
                  <a:lnTo>
                    <a:pt x="17324" y="6311116"/>
                  </a:lnTo>
                  <a:lnTo>
                    <a:pt x="17418" y="6311116"/>
                  </a:lnTo>
                  <a:lnTo>
                    <a:pt x="17512" y="6311116"/>
                  </a:lnTo>
                  <a:lnTo>
                    <a:pt x="17606" y="6311116"/>
                  </a:lnTo>
                  <a:lnTo>
                    <a:pt x="17700" y="6311116"/>
                  </a:lnTo>
                  <a:lnTo>
                    <a:pt x="17794" y="6311116"/>
                  </a:lnTo>
                  <a:lnTo>
                    <a:pt x="17888" y="6311116"/>
                  </a:lnTo>
                  <a:lnTo>
                    <a:pt x="17888" y="6306205"/>
                  </a:lnTo>
                  <a:lnTo>
                    <a:pt x="17983" y="6306205"/>
                  </a:lnTo>
                  <a:lnTo>
                    <a:pt x="18077" y="6306205"/>
                  </a:lnTo>
                  <a:lnTo>
                    <a:pt x="18171" y="6306205"/>
                  </a:lnTo>
                  <a:lnTo>
                    <a:pt x="18265" y="6306205"/>
                  </a:lnTo>
                  <a:lnTo>
                    <a:pt x="18359" y="6306205"/>
                  </a:lnTo>
                  <a:lnTo>
                    <a:pt x="18453" y="6306205"/>
                  </a:lnTo>
                  <a:lnTo>
                    <a:pt x="18547" y="6306205"/>
                  </a:lnTo>
                  <a:lnTo>
                    <a:pt x="18642" y="6306205"/>
                  </a:lnTo>
                  <a:lnTo>
                    <a:pt x="18736" y="6306205"/>
                  </a:lnTo>
                  <a:lnTo>
                    <a:pt x="18830" y="6306205"/>
                  </a:lnTo>
                  <a:lnTo>
                    <a:pt x="18924" y="6306205"/>
                  </a:lnTo>
                  <a:lnTo>
                    <a:pt x="19018" y="6306205"/>
                  </a:lnTo>
                  <a:lnTo>
                    <a:pt x="19112" y="6306205"/>
                  </a:lnTo>
                  <a:lnTo>
                    <a:pt x="19207" y="6306205"/>
                  </a:lnTo>
                  <a:lnTo>
                    <a:pt x="19301" y="6306205"/>
                  </a:lnTo>
                  <a:lnTo>
                    <a:pt x="19395" y="6306205"/>
                  </a:lnTo>
                  <a:lnTo>
                    <a:pt x="19489" y="6306205"/>
                  </a:lnTo>
                  <a:lnTo>
                    <a:pt x="19583" y="6306205"/>
                  </a:lnTo>
                  <a:lnTo>
                    <a:pt x="19583" y="6301294"/>
                  </a:lnTo>
                  <a:lnTo>
                    <a:pt x="19677" y="6301294"/>
                  </a:lnTo>
                  <a:lnTo>
                    <a:pt x="19771" y="6301294"/>
                  </a:lnTo>
                  <a:lnTo>
                    <a:pt x="19866" y="6301294"/>
                  </a:lnTo>
                  <a:lnTo>
                    <a:pt x="19960" y="6301294"/>
                  </a:lnTo>
                  <a:lnTo>
                    <a:pt x="19960" y="6296382"/>
                  </a:lnTo>
                  <a:lnTo>
                    <a:pt x="20054" y="6296382"/>
                  </a:lnTo>
                  <a:lnTo>
                    <a:pt x="20148" y="6296382"/>
                  </a:lnTo>
                  <a:lnTo>
                    <a:pt x="20242" y="6296382"/>
                  </a:lnTo>
                  <a:lnTo>
                    <a:pt x="20336" y="6296382"/>
                  </a:lnTo>
                  <a:lnTo>
                    <a:pt x="20431" y="6296382"/>
                  </a:lnTo>
                  <a:lnTo>
                    <a:pt x="20525" y="6296382"/>
                  </a:lnTo>
                  <a:lnTo>
                    <a:pt x="20619" y="6296382"/>
                  </a:lnTo>
                  <a:lnTo>
                    <a:pt x="20713" y="6296382"/>
                  </a:lnTo>
                  <a:lnTo>
                    <a:pt x="20807" y="6296382"/>
                  </a:lnTo>
                  <a:lnTo>
                    <a:pt x="20901" y="6296382"/>
                  </a:lnTo>
                  <a:lnTo>
                    <a:pt x="20995" y="6296382"/>
                  </a:lnTo>
                  <a:lnTo>
                    <a:pt x="21090" y="6296382"/>
                  </a:lnTo>
                  <a:lnTo>
                    <a:pt x="21184" y="6296382"/>
                  </a:lnTo>
                  <a:lnTo>
                    <a:pt x="21278" y="6296382"/>
                  </a:lnTo>
                  <a:lnTo>
                    <a:pt x="21372" y="6296382"/>
                  </a:lnTo>
                  <a:lnTo>
                    <a:pt x="21466" y="6296382"/>
                  </a:lnTo>
                  <a:lnTo>
                    <a:pt x="21560" y="6296382"/>
                  </a:lnTo>
                  <a:lnTo>
                    <a:pt x="21655" y="6296382"/>
                  </a:lnTo>
                  <a:lnTo>
                    <a:pt x="21749" y="6296382"/>
                  </a:lnTo>
                  <a:lnTo>
                    <a:pt x="21843" y="6296382"/>
                  </a:lnTo>
                  <a:lnTo>
                    <a:pt x="21937" y="6296382"/>
                  </a:lnTo>
                  <a:lnTo>
                    <a:pt x="22031" y="6296382"/>
                  </a:lnTo>
                  <a:lnTo>
                    <a:pt x="22125" y="6296382"/>
                  </a:lnTo>
                  <a:lnTo>
                    <a:pt x="22219" y="6296382"/>
                  </a:lnTo>
                  <a:lnTo>
                    <a:pt x="22314" y="6296382"/>
                  </a:lnTo>
                  <a:lnTo>
                    <a:pt x="22408" y="6296382"/>
                  </a:lnTo>
                  <a:lnTo>
                    <a:pt x="22502" y="6296382"/>
                  </a:lnTo>
                  <a:lnTo>
                    <a:pt x="22596" y="6296382"/>
                  </a:lnTo>
                  <a:lnTo>
                    <a:pt x="22690" y="6296382"/>
                  </a:lnTo>
                  <a:lnTo>
                    <a:pt x="22784" y="6296382"/>
                  </a:lnTo>
                  <a:lnTo>
                    <a:pt x="22878" y="6296382"/>
                  </a:lnTo>
                  <a:lnTo>
                    <a:pt x="22973" y="6296382"/>
                  </a:lnTo>
                  <a:lnTo>
                    <a:pt x="23067" y="6296382"/>
                  </a:lnTo>
                  <a:lnTo>
                    <a:pt x="23161" y="6296382"/>
                  </a:lnTo>
                  <a:lnTo>
                    <a:pt x="23255" y="6296382"/>
                  </a:lnTo>
                  <a:lnTo>
                    <a:pt x="23349" y="6296382"/>
                  </a:lnTo>
                  <a:lnTo>
                    <a:pt x="23443" y="6296382"/>
                  </a:lnTo>
                  <a:lnTo>
                    <a:pt x="23538" y="6296382"/>
                  </a:lnTo>
                  <a:lnTo>
                    <a:pt x="23538" y="6291471"/>
                  </a:lnTo>
                  <a:lnTo>
                    <a:pt x="23632" y="6291471"/>
                  </a:lnTo>
                  <a:lnTo>
                    <a:pt x="23726" y="6291471"/>
                  </a:lnTo>
                  <a:lnTo>
                    <a:pt x="23820" y="6291471"/>
                  </a:lnTo>
                  <a:lnTo>
                    <a:pt x="23914" y="6291471"/>
                  </a:lnTo>
                  <a:lnTo>
                    <a:pt x="24008" y="6291471"/>
                  </a:lnTo>
                  <a:lnTo>
                    <a:pt x="24102" y="6291471"/>
                  </a:lnTo>
                  <a:lnTo>
                    <a:pt x="24197" y="6291471"/>
                  </a:lnTo>
                  <a:lnTo>
                    <a:pt x="24291" y="6291471"/>
                  </a:lnTo>
                  <a:lnTo>
                    <a:pt x="24385" y="6291471"/>
                  </a:lnTo>
                  <a:lnTo>
                    <a:pt x="24479" y="6291471"/>
                  </a:lnTo>
                  <a:lnTo>
                    <a:pt x="24479" y="6286559"/>
                  </a:lnTo>
                  <a:lnTo>
                    <a:pt x="24479" y="6281648"/>
                  </a:lnTo>
                  <a:lnTo>
                    <a:pt x="24573" y="6281648"/>
                  </a:lnTo>
                  <a:lnTo>
                    <a:pt x="24667" y="6281648"/>
                  </a:lnTo>
                  <a:lnTo>
                    <a:pt x="24762" y="6281648"/>
                  </a:lnTo>
                  <a:lnTo>
                    <a:pt x="24856" y="6281648"/>
                  </a:lnTo>
                  <a:lnTo>
                    <a:pt x="24950" y="6281648"/>
                  </a:lnTo>
                  <a:lnTo>
                    <a:pt x="25044" y="6281648"/>
                  </a:lnTo>
                  <a:lnTo>
                    <a:pt x="25138" y="6281648"/>
                  </a:lnTo>
                  <a:lnTo>
                    <a:pt x="25232" y="6281648"/>
                  </a:lnTo>
                  <a:lnTo>
                    <a:pt x="25326" y="6281648"/>
                  </a:lnTo>
                  <a:lnTo>
                    <a:pt x="25421" y="6281648"/>
                  </a:lnTo>
                  <a:lnTo>
                    <a:pt x="25515" y="6281648"/>
                  </a:lnTo>
                  <a:lnTo>
                    <a:pt x="25609" y="6281648"/>
                  </a:lnTo>
                  <a:lnTo>
                    <a:pt x="25703" y="6281648"/>
                  </a:lnTo>
                  <a:lnTo>
                    <a:pt x="25797" y="6281648"/>
                  </a:lnTo>
                  <a:lnTo>
                    <a:pt x="25891" y="6281648"/>
                  </a:lnTo>
                  <a:lnTo>
                    <a:pt x="25986" y="6281648"/>
                  </a:lnTo>
                  <a:lnTo>
                    <a:pt x="26080" y="6281648"/>
                  </a:lnTo>
                  <a:lnTo>
                    <a:pt x="26174" y="6281648"/>
                  </a:lnTo>
                  <a:lnTo>
                    <a:pt x="26268" y="6281648"/>
                  </a:lnTo>
                  <a:lnTo>
                    <a:pt x="26362" y="6281648"/>
                  </a:lnTo>
                  <a:lnTo>
                    <a:pt x="26456" y="6281648"/>
                  </a:lnTo>
                  <a:lnTo>
                    <a:pt x="26550" y="6281648"/>
                  </a:lnTo>
                  <a:lnTo>
                    <a:pt x="26645" y="6281648"/>
                  </a:lnTo>
                  <a:lnTo>
                    <a:pt x="26739" y="6281648"/>
                  </a:lnTo>
                  <a:lnTo>
                    <a:pt x="26833" y="6281648"/>
                  </a:lnTo>
                  <a:lnTo>
                    <a:pt x="26927" y="6281648"/>
                  </a:lnTo>
                  <a:lnTo>
                    <a:pt x="27021" y="6281648"/>
                  </a:lnTo>
                  <a:lnTo>
                    <a:pt x="27021" y="6276737"/>
                  </a:lnTo>
                  <a:lnTo>
                    <a:pt x="27115" y="6276737"/>
                  </a:lnTo>
                  <a:lnTo>
                    <a:pt x="27209" y="6276737"/>
                  </a:lnTo>
                  <a:lnTo>
                    <a:pt x="27304" y="6276737"/>
                  </a:lnTo>
                  <a:lnTo>
                    <a:pt x="27398" y="6276737"/>
                  </a:lnTo>
                  <a:lnTo>
                    <a:pt x="27492" y="6276737"/>
                  </a:lnTo>
                  <a:lnTo>
                    <a:pt x="27586" y="6276737"/>
                  </a:lnTo>
                  <a:lnTo>
                    <a:pt x="27680" y="6276737"/>
                  </a:lnTo>
                  <a:lnTo>
                    <a:pt x="27774" y="6276737"/>
                  </a:lnTo>
                  <a:lnTo>
                    <a:pt x="27869" y="6276737"/>
                  </a:lnTo>
                  <a:lnTo>
                    <a:pt x="27963" y="6276737"/>
                  </a:lnTo>
                  <a:lnTo>
                    <a:pt x="28057" y="6276737"/>
                  </a:lnTo>
                  <a:lnTo>
                    <a:pt x="28151" y="6276737"/>
                  </a:lnTo>
                  <a:lnTo>
                    <a:pt x="28245" y="6276737"/>
                  </a:lnTo>
                  <a:lnTo>
                    <a:pt x="28339" y="6276737"/>
                  </a:lnTo>
                  <a:lnTo>
                    <a:pt x="28433" y="6276737"/>
                  </a:lnTo>
                  <a:lnTo>
                    <a:pt x="28528" y="6276737"/>
                  </a:lnTo>
                  <a:lnTo>
                    <a:pt x="28622" y="6276737"/>
                  </a:lnTo>
                  <a:lnTo>
                    <a:pt x="28622" y="6271825"/>
                  </a:lnTo>
                  <a:lnTo>
                    <a:pt x="28716" y="6271825"/>
                  </a:lnTo>
                  <a:lnTo>
                    <a:pt x="28716" y="6266914"/>
                  </a:lnTo>
                  <a:lnTo>
                    <a:pt x="28810" y="6266914"/>
                  </a:lnTo>
                  <a:lnTo>
                    <a:pt x="28904" y="6266914"/>
                  </a:lnTo>
                  <a:lnTo>
                    <a:pt x="28998" y="6266914"/>
                  </a:lnTo>
                  <a:lnTo>
                    <a:pt x="29093" y="6266914"/>
                  </a:lnTo>
                  <a:lnTo>
                    <a:pt x="29187" y="6266914"/>
                  </a:lnTo>
                  <a:lnTo>
                    <a:pt x="29281" y="6266914"/>
                  </a:lnTo>
                  <a:lnTo>
                    <a:pt x="29375" y="6266914"/>
                  </a:lnTo>
                  <a:lnTo>
                    <a:pt x="29469" y="6266914"/>
                  </a:lnTo>
                  <a:lnTo>
                    <a:pt x="29563" y="6266914"/>
                  </a:lnTo>
                  <a:lnTo>
                    <a:pt x="29657" y="6266914"/>
                  </a:lnTo>
                  <a:lnTo>
                    <a:pt x="29752" y="6266914"/>
                  </a:lnTo>
                  <a:lnTo>
                    <a:pt x="29846" y="6266914"/>
                  </a:lnTo>
                  <a:lnTo>
                    <a:pt x="29940" y="6266914"/>
                  </a:lnTo>
                  <a:lnTo>
                    <a:pt x="29940" y="6262003"/>
                  </a:lnTo>
                  <a:lnTo>
                    <a:pt x="30034" y="6262003"/>
                  </a:lnTo>
                  <a:lnTo>
                    <a:pt x="30128" y="6262003"/>
                  </a:lnTo>
                  <a:lnTo>
                    <a:pt x="30222" y="6262003"/>
                  </a:lnTo>
                  <a:lnTo>
                    <a:pt x="30317" y="6262003"/>
                  </a:lnTo>
                  <a:lnTo>
                    <a:pt x="30411" y="6262003"/>
                  </a:lnTo>
                  <a:lnTo>
                    <a:pt x="30505" y="6262003"/>
                  </a:lnTo>
                  <a:lnTo>
                    <a:pt x="30599" y="6262003"/>
                  </a:lnTo>
                  <a:lnTo>
                    <a:pt x="30693" y="6262003"/>
                  </a:lnTo>
                  <a:lnTo>
                    <a:pt x="30787" y="6262003"/>
                  </a:lnTo>
                  <a:lnTo>
                    <a:pt x="30881" y="6262003"/>
                  </a:lnTo>
                  <a:lnTo>
                    <a:pt x="30976" y="6262003"/>
                  </a:lnTo>
                  <a:lnTo>
                    <a:pt x="31070" y="6262003"/>
                  </a:lnTo>
                  <a:lnTo>
                    <a:pt x="31164" y="6262003"/>
                  </a:lnTo>
                  <a:lnTo>
                    <a:pt x="31258" y="6262003"/>
                  </a:lnTo>
                  <a:lnTo>
                    <a:pt x="31352" y="6262003"/>
                  </a:lnTo>
                  <a:lnTo>
                    <a:pt x="31446" y="6262003"/>
                  </a:lnTo>
                  <a:lnTo>
                    <a:pt x="31540" y="6262003"/>
                  </a:lnTo>
                  <a:lnTo>
                    <a:pt x="31635" y="6262003"/>
                  </a:lnTo>
                  <a:lnTo>
                    <a:pt x="31729" y="6262003"/>
                  </a:lnTo>
                  <a:lnTo>
                    <a:pt x="31823" y="6262003"/>
                  </a:lnTo>
                  <a:lnTo>
                    <a:pt x="31917" y="6262003"/>
                  </a:lnTo>
                  <a:lnTo>
                    <a:pt x="32011" y="6262003"/>
                  </a:lnTo>
                  <a:lnTo>
                    <a:pt x="32105" y="6262003"/>
                  </a:lnTo>
                  <a:lnTo>
                    <a:pt x="32200" y="6262003"/>
                  </a:lnTo>
                  <a:lnTo>
                    <a:pt x="32294" y="6262003"/>
                  </a:lnTo>
                  <a:lnTo>
                    <a:pt x="32388" y="6262003"/>
                  </a:lnTo>
                  <a:lnTo>
                    <a:pt x="32482" y="6262003"/>
                  </a:lnTo>
                  <a:lnTo>
                    <a:pt x="32576" y="6262003"/>
                  </a:lnTo>
                  <a:lnTo>
                    <a:pt x="32670" y="6262003"/>
                  </a:lnTo>
                  <a:lnTo>
                    <a:pt x="32764" y="6262003"/>
                  </a:lnTo>
                  <a:lnTo>
                    <a:pt x="32859" y="6262003"/>
                  </a:lnTo>
                  <a:lnTo>
                    <a:pt x="32953" y="6262003"/>
                  </a:lnTo>
                  <a:lnTo>
                    <a:pt x="33047" y="6262003"/>
                  </a:lnTo>
                  <a:lnTo>
                    <a:pt x="33141" y="6262003"/>
                  </a:lnTo>
                  <a:lnTo>
                    <a:pt x="33235" y="6262003"/>
                  </a:lnTo>
                  <a:lnTo>
                    <a:pt x="33329" y="6262003"/>
                  </a:lnTo>
                  <a:lnTo>
                    <a:pt x="33424" y="6262003"/>
                  </a:lnTo>
                  <a:lnTo>
                    <a:pt x="33518" y="6262003"/>
                  </a:lnTo>
                  <a:lnTo>
                    <a:pt x="33612" y="6262003"/>
                  </a:lnTo>
                  <a:lnTo>
                    <a:pt x="33706" y="6262003"/>
                  </a:lnTo>
                  <a:lnTo>
                    <a:pt x="33800" y="6262003"/>
                  </a:lnTo>
                  <a:lnTo>
                    <a:pt x="33894" y="6262003"/>
                  </a:lnTo>
                  <a:lnTo>
                    <a:pt x="33988" y="6262003"/>
                  </a:lnTo>
                  <a:lnTo>
                    <a:pt x="34083" y="6262003"/>
                  </a:lnTo>
                  <a:lnTo>
                    <a:pt x="34177" y="6262003"/>
                  </a:lnTo>
                  <a:lnTo>
                    <a:pt x="34271" y="6262003"/>
                  </a:lnTo>
                  <a:lnTo>
                    <a:pt x="34365" y="6262003"/>
                  </a:lnTo>
                  <a:lnTo>
                    <a:pt x="34459" y="6262003"/>
                  </a:lnTo>
                  <a:lnTo>
                    <a:pt x="34553" y="6262003"/>
                  </a:lnTo>
                  <a:lnTo>
                    <a:pt x="34648" y="6262003"/>
                  </a:lnTo>
                  <a:lnTo>
                    <a:pt x="34648" y="6257091"/>
                  </a:lnTo>
                  <a:lnTo>
                    <a:pt x="34742" y="6257091"/>
                  </a:lnTo>
                  <a:lnTo>
                    <a:pt x="34836" y="6257091"/>
                  </a:lnTo>
                  <a:lnTo>
                    <a:pt x="34930" y="6257091"/>
                  </a:lnTo>
                  <a:lnTo>
                    <a:pt x="35024" y="6257091"/>
                  </a:lnTo>
                  <a:lnTo>
                    <a:pt x="35118" y="6257091"/>
                  </a:lnTo>
                  <a:lnTo>
                    <a:pt x="35212" y="6257091"/>
                  </a:lnTo>
                  <a:lnTo>
                    <a:pt x="35307" y="6257091"/>
                  </a:lnTo>
                  <a:lnTo>
                    <a:pt x="35401" y="6257091"/>
                  </a:lnTo>
                  <a:lnTo>
                    <a:pt x="35495" y="6257091"/>
                  </a:lnTo>
                  <a:lnTo>
                    <a:pt x="35589" y="6257091"/>
                  </a:lnTo>
                  <a:lnTo>
                    <a:pt x="35683" y="6257091"/>
                  </a:lnTo>
                  <a:lnTo>
                    <a:pt x="35777" y="6257091"/>
                  </a:lnTo>
                  <a:lnTo>
                    <a:pt x="35871" y="6257091"/>
                  </a:lnTo>
                  <a:lnTo>
                    <a:pt x="35966" y="6257091"/>
                  </a:lnTo>
                  <a:lnTo>
                    <a:pt x="36060" y="6257091"/>
                  </a:lnTo>
                  <a:lnTo>
                    <a:pt x="36154" y="6257091"/>
                  </a:lnTo>
                  <a:lnTo>
                    <a:pt x="36248" y="6257091"/>
                  </a:lnTo>
                  <a:lnTo>
                    <a:pt x="36342" y="6257091"/>
                  </a:lnTo>
                  <a:lnTo>
                    <a:pt x="36436" y="6257091"/>
                  </a:lnTo>
                  <a:lnTo>
                    <a:pt x="36531" y="6257091"/>
                  </a:lnTo>
                  <a:lnTo>
                    <a:pt x="36625" y="6257091"/>
                  </a:lnTo>
                  <a:lnTo>
                    <a:pt x="36719" y="6257091"/>
                  </a:lnTo>
                  <a:lnTo>
                    <a:pt x="36813" y="6257091"/>
                  </a:lnTo>
                  <a:lnTo>
                    <a:pt x="36907" y="6257091"/>
                  </a:lnTo>
                  <a:lnTo>
                    <a:pt x="37001" y="6257091"/>
                  </a:lnTo>
                  <a:lnTo>
                    <a:pt x="37095" y="6257091"/>
                  </a:lnTo>
                  <a:lnTo>
                    <a:pt x="37190" y="6257091"/>
                  </a:lnTo>
                  <a:lnTo>
                    <a:pt x="37284" y="6257091"/>
                  </a:lnTo>
                  <a:lnTo>
                    <a:pt x="37284" y="6252180"/>
                  </a:lnTo>
                  <a:lnTo>
                    <a:pt x="37284" y="6247268"/>
                  </a:lnTo>
                  <a:lnTo>
                    <a:pt x="37378" y="6247268"/>
                  </a:lnTo>
                  <a:lnTo>
                    <a:pt x="37472" y="6247268"/>
                  </a:lnTo>
                  <a:lnTo>
                    <a:pt x="37566" y="6247268"/>
                  </a:lnTo>
                  <a:lnTo>
                    <a:pt x="37660" y="6247268"/>
                  </a:lnTo>
                  <a:lnTo>
                    <a:pt x="37755" y="6247268"/>
                  </a:lnTo>
                  <a:lnTo>
                    <a:pt x="37849" y="6247268"/>
                  </a:lnTo>
                  <a:lnTo>
                    <a:pt x="37943" y="6247268"/>
                  </a:lnTo>
                  <a:lnTo>
                    <a:pt x="38037" y="6247268"/>
                  </a:lnTo>
                  <a:lnTo>
                    <a:pt x="38131" y="6247268"/>
                  </a:lnTo>
                  <a:lnTo>
                    <a:pt x="38225" y="6247268"/>
                  </a:lnTo>
                  <a:lnTo>
                    <a:pt x="38319" y="6247268"/>
                  </a:lnTo>
                  <a:lnTo>
                    <a:pt x="38414" y="6247268"/>
                  </a:lnTo>
                  <a:lnTo>
                    <a:pt x="38508" y="6247268"/>
                  </a:lnTo>
                  <a:lnTo>
                    <a:pt x="38602" y="6247268"/>
                  </a:lnTo>
                  <a:lnTo>
                    <a:pt x="38602" y="6242357"/>
                  </a:lnTo>
                  <a:lnTo>
                    <a:pt x="38696" y="6242357"/>
                  </a:lnTo>
                  <a:lnTo>
                    <a:pt x="38790" y="6242357"/>
                  </a:lnTo>
                  <a:lnTo>
                    <a:pt x="38884" y="6242357"/>
                  </a:lnTo>
                  <a:lnTo>
                    <a:pt x="38979" y="6242357"/>
                  </a:lnTo>
                  <a:lnTo>
                    <a:pt x="39073" y="6242357"/>
                  </a:lnTo>
                  <a:lnTo>
                    <a:pt x="39167" y="6242357"/>
                  </a:lnTo>
                  <a:lnTo>
                    <a:pt x="39261" y="6242357"/>
                  </a:lnTo>
                  <a:lnTo>
                    <a:pt x="39355" y="6242357"/>
                  </a:lnTo>
                  <a:lnTo>
                    <a:pt x="39449" y="6242357"/>
                  </a:lnTo>
                  <a:lnTo>
                    <a:pt x="39543" y="6242357"/>
                  </a:lnTo>
                  <a:lnTo>
                    <a:pt x="39638" y="6242357"/>
                  </a:lnTo>
                  <a:lnTo>
                    <a:pt x="39732" y="6242357"/>
                  </a:lnTo>
                  <a:lnTo>
                    <a:pt x="39826" y="6242357"/>
                  </a:lnTo>
                  <a:lnTo>
                    <a:pt x="39826" y="6237446"/>
                  </a:lnTo>
                  <a:lnTo>
                    <a:pt x="39920" y="6237446"/>
                  </a:lnTo>
                  <a:lnTo>
                    <a:pt x="40014" y="6237446"/>
                  </a:lnTo>
                  <a:lnTo>
                    <a:pt x="40108" y="6237446"/>
                  </a:lnTo>
                  <a:lnTo>
                    <a:pt x="40202" y="6237446"/>
                  </a:lnTo>
                  <a:lnTo>
                    <a:pt x="40297" y="6237446"/>
                  </a:lnTo>
                  <a:lnTo>
                    <a:pt x="40391" y="6237446"/>
                  </a:lnTo>
                  <a:lnTo>
                    <a:pt x="40485" y="6237446"/>
                  </a:lnTo>
                  <a:lnTo>
                    <a:pt x="40579" y="6237446"/>
                  </a:lnTo>
                  <a:lnTo>
                    <a:pt x="40673" y="6237446"/>
                  </a:lnTo>
                  <a:lnTo>
                    <a:pt x="40767" y="6237446"/>
                  </a:lnTo>
                  <a:lnTo>
                    <a:pt x="40862" y="6237446"/>
                  </a:lnTo>
                  <a:lnTo>
                    <a:pt x="40956" y="6237446"/>
                  </a:lnTo>
                  <a:lnTo>
                    <a:pt x="41050" y="6237446"/>
                  </a:lnTo>
                  <a:lnTo>
                    <a:pt x="41144" y="6237446"/>
                  </a:lnTo>
                  <a:lnTo>
                    <a:pt x="41238" y="6237446"/>
                  </a:lnTo>
                  <a:lnTo>
                    <a:pt x="41332" y="6237446"/>
                  </a:lnTo>
                  <a:lnTo>
                    <a:pt x="41426" y="6237446"/>
                  </a:lnTo>
                  <a:lnTo>
                    <a:pt x="41521" y="6237446"/>
                  </a:lnTo>
                  <a:lnTo>
                    <a:pt x="41615" y="6237446"/>
                  </a:lnTo>
                  <a:lnTo>
                    <a:pt x="41709" y="6237446"/>
                  </a:lnTo>
                  <a:lnTo>
                    <a:pt x="41803" y="6237446"/>
                  </a:lnTo>
                  <a:lnTo>
                    <a:pt x="41897" y="6237446"/>
                  </a:lnTo>
                  <a:lnTo>
                    <a:pt x="41991" y="6237446"/>
                  </a:lnTo>
                  <a:lnTo>
                    <a:pt x="42086" y="6237446"/>
                  </a:lnTo>
                  <a:lnTo>
                    <a:pt x="42180" y="6237446"/>
                  </a:lnTo>
                  <a:lnTo>
                    <a:pt x="42274" y="6237446"/>
                  </a:lnTo>
                  <a:lnTo>
                    <a:pt x="42274" y="6232534"/>
                  </a:lnTo>
                  <a:lnTo>
                    <a:pt x="42368" y="6232534"/>
                  </a:lnTo>
                  <a:lnTo>
                    <a:pt x="42462" y="6232534"/>
                  </a:lnTo>
                  <a:lnTo>
                    <a:pt x="42556" y="6232534"/>
                  </a:lnTo>
                  <a:lnTo>
                    <a:pt x="42650" y="6232534"/>
                  </a:lnTo>
                  <a:lnTo>
                    <a:pt x="42745" y="6232534"/>
                  </a:lnTo>
                  <a:lnTo>
                    <a:pt x="42839" y="6232534"/>
                  </a:lnTo>
                  <a:lnTo>
                    <a:pt x="42933" y="6232534"/>
                  </a:lnTo>
                  <a:lnTo>
                    <a:pt x="43027" y="6232534"/>
                  </a:lnTo>
                  <a:lnTo>
                    <a:pt x="43121" y="6232534"/>
                  </a:lnTo>
                  <a:lnTo>
                    <a:pt x="43215" y="6232534"/>
                  </a:lnTo>
                  <a:lnTo>
                    <a:pt x="43310" y="6232534"/>
                  </a:lnTo>
                  <a:lnTo>
                    <a:pt x="43404" y="6232534"/>
                  </a:lnTo>
                  <a:lnTo>
                    <a:pt x="43498" y="6232534"/>
                  </a:lnTo>
                  <a:lnTo>
                    <a:pt x="43592" y="6232534"/>
                  </a:lnTo>
                  <a:lnTo>
                    <a:pt x="43686" y="6232534"/>
                  </a:lnTo>
                  <a:lnTo>
                    <a:pt x="43780" y="6232534"/>
                  </a:lnTo>
                  <a:lnTo>
                    <a:pt x="43874" y="6232534"/>
                  </a:lnTo>
                  <a:lnTo>
                    <a:pt x="43969" y="6232534"/>
                  </a:lnTo>
                  <a:lnTo>
                    <a:pt x="44063" y="6232534"/>
                  </a:lnTo>
                  <a:lnTo>
                    <a:pt x="44157" y="6232534"/>
                  </a:lnTo>
                  <a:lnTo>
                    <a:pt x="44251" y="6232534"/>
                  </a:lnTo>
                  <a:lnTo>
                    <a:pt x="44345" y="6232534"/>
                  </a:lnTo>
                  <a:lnTo>
                    <a:pt x="44439" y="6232534"/>
                  </a:lnTo>
                  <a:lnTo>
                    <a:pt x="44533" y="6232534"/>
                  </a:lnTo>
                  <a:lnTo>
                    <a:pt x="44628" y="6232534"/>
                  </a:lnTo>
                  <a:lnTo>
                    <a:pt x="44722" y="6232534"/>
                  </a:lnTo>
                  <a:lnTo>
                    <a:pt x="44816" y="6232534"/>
                  </a:lnTo>
                  <a:lnTo>
                    <a:pt x="44816" y="6227623"/>
                  </a:lnTo>
                  <a:lnTo>
                    <a:pt x="44910" y="6227623"/>
                  </a:lnTo>
                  <a:lnTo>
                    <a:pt x="45004" y="6227623"/>
                  </a:lnTo>
                  <a:lnTo>
                    <a:pt x="45098" y="6227623"/>
                  </a:lnTo>
                  <a:lnTo>
                    <a:pt x="45193" y="6227623"/>
                  </a:lnTo>
                  <a:lnTo>
                    <a:pt x="45287" y="6227623"/>
                  </a:lnTo>
                  <a:lnTo>
                    <a:pt x="45287" y="6222712"/>
                  </a:lnTo>
                  <a:lnTo>
                    <a:pt x="45381" y="6222712"/>
                  </a:lnTo>
                  <a:lnTo>
                    <a:pt x="45475" y="6222712"/>
                  </a:lnTo>
                  <a:lnTo>
                    <a:pt x="45569" y="6222712"/>
                  </a:lnTo>
                  <a:lnTo>
                    <a:pt x="45663" y="6222712"/>
                  </a:lnTo>
                  <a:lnTo>
                    <a:pt x="45757" y="6222712"/>
                  </a:lnTo>
                  <a:lnTo>
                    <a:pt x="45852" y="6222712"/>
                  </a:lnTo>
                  <a:lnTo>
                    <a:pt x="45946" y="6222712"/>
                  </a:lnTo>
                  <a:lnTo>
                    <a:pt x="46040" y="6222712"/>
                  </a:lnTo>
                  <a:lnTo>
                    <a:pt x="46134" y="6222712"/>
                  </a:lnTo>
                  <a:lnTo>
                    <a:pt x="46228" y="6222712"/>
                  </a:lnTo>
                  <a:lnTo>
                    <a:pt x="46322" y="6222712"/>
                  </a:lnTo>
                  <a:lnTo>
                    <a:pt x="46417" y="6222712"/>
                  </a:lnTo>
                  <a:lnTo>
                    <a:pt x="46511" y="6222712"/>
                  </a:lnTo>
                  <a:lnTo>
                    <a:pt x="46605" y="6222712"/>
                  </a:lnTo>
                  <a:lnTo>
                    <a:pt x="46699" y="6222712"/>
                  </a:lnTo>
                  <a:lnTo>
                    <a:pt x="46793" y="6222712"/>
                  </a:lnTo>
                  <a:lnTo>
                    <a:pt x="46887" y="6222712"/>
                  </a:lnTo>
                  <a:lnTo>
                    <a:pt x="46887" y="6217800"/>
                  </a:lnTo>
                  <a:lnTo>
                    <a:pt x="46981" y="6217800"/>
                  </a:lnTo>
                  <a:lnTo>
                    <a:pt x="46981" y="6212889"/>
                  </a:lnTo>
                  <a:lnTo>
                    <a:pt x="47076" y="6212889"/>
                  </a:lnTo>
                  <a:lnTo>
                    <a:pt x="47076" y="6207977"/>
                  </a:lnTo>
                  <a:lnTo>
                    <a:pt x="47170" y="6207977"/>
                  </a:lnTo>
                  <a:lnTo>
                    <a:pt x="47264" y="6207977"/>
                  </a:lnTo>
                  <a:lnTo>
                    <a:pt x="47358" y="6207977"/>
                  </a:lnTo>
                  <a:lnTo>
                    <a:pt x="47452" y="6207977"/>
                  </a:lnTo>
                  <a:lnTo>
                    <a:pt x="47546" y="6207977"/>
                  </a:lnTo>
                  <a:lnTo>
                    <a:pt x="47641" y="6207977"/>
                  </a:lnTo>
                  <a:lnTo>
                    <a:pt x="47735" y="6207977"/>
                  </a:lnTo>
                  <a:lnTo>
                    <a:pt x="47829" y="6207977"/>
                  </a:lnTo>
                  <a:lnTo>
                    <a:pt x="47923" y="6207977"/>
                  </a:lnTo>
                  <a:lnTo>
                    <a:pt x="48017" y="6207977"/>
                  </a:lnTo>
                  <a:lnTo>
                    <a:pt x="48017" y="6203066"/>
                  </a:lnTo>
                  <a:lnTo>
                    <a:pt x="48111" y="6203066"/>
                  </a:lnTo>
                  <a:lnTo>
                    <a:pt x="48205" y="6203066"/>
                  </a:lnTo>
                  <a:lnTo>
                    <a:pt x="48300" y="6203066"/>
                  </a:lnTo>
                  <a:lnTo>
                    <a:pt x="48394" y="6203066"/>
                  </a:lnTo>
                  <a:lnTo>
                    <a:pt x="48488" y="6203066"/>
                  </a:lnTo>
                  <a:lnTo>
                    <a:pt x="48582" y="6203066"/>
                  </a:lnTo>
                  <a:lnTo>
                    <a:pt x="48676" y="6203066"/>
                  </a:lnTo>
                  <a:lnTo>
                    <a:pt x="48770" y="6203066"/>
                  </a:lnTo>
                  <a:lnTo>
                    <a:pt x="48864" y="6203066"/>
                  </a:lnTo>
                  <a:lnTo>
                    <a:pt x="48959" y="6203066"/>
                  </a:lnTo>
                  <a:lnTo>
                    <a:pt x="49053" y="6203066"/>
                  </a:lnTo>
                  <a:lnTo>
                    <a:pt x="49147" y="6203066"/>
                  </a:lnTo>
                  <a:lnTo>
                    <a:pt x="49241" y="6203066"/>
                  </a:lnTo>
                  <a:lnTo>
                    <a:pt x="49335" y="6203066"/>
                  </a:lnTo>
                  <a:lnTo>
                    <a:pt x="49429" y="6203066"/>
                  </a:lnTo>
                  <a:lnTo>
                    <a:pt x="49524" y="6203066"/>
                  </a:lnTo>
                  <a:lnTo>
                    <a:pt x="49618" y="6203066"/>
                  </a:lnTo>
                  <a:lnTo>
                    <a:pt x="49712" y="6203066"/>
                  </a:lnTo>
                  <a:lnTo>
                    <a:pt x="49806" y="6203066"/>
                  </a:lnTo>
                  <a:lnTo>
                    <a:pt x="49900" y="6203066"/>
                  </a:lnTo>
                  <a:lnTo>
                    <a:pt x="49994" y="6203066"/>
                  </a:lnTo>
                  <a:lnTo>
                    <a:pt x="50088" y="6203066"/>
                  </a:lnTo>
                  <a:lnTo>
                    <a:pt x="50183" y="6203066"/>
                  </a:lnTo>
                  <a:lnTo>
                    <a:pt x="50277" y="6203066"/>
                  </a:lnTo>
                  <a:lnTo>
                    <a:pt x="50371" y="6203066"/>
                  </a:lnTo>
                  <a:lnTo>
                    <a:pt x="50465" y="6203066"/>
                  </a:lnTo>
                  <a:lnTo>
                    <a:pt x="50559" y="6203066"/>
                  </a:lnTo>
                  <a:lnTo>
                    <a:pt x="50653" y="6203066"/>
                  </a:lnTo>
                  <a:lnTo>
                    <a:pt x="50748" y="6203066"/>
                  </a:lnTo>
                  <a:lnTo>
                    <a:pt x="50842" y="6203066"/>
                  </a:lnTo>
                  <a:lnTo>
                    <a:pt x="50936" y="6203066"/>
                  </a:lnTo>
                  <a:lnTo>
                    <a:pt x="51030" y="6203066"/>
                  </a:lnTo>
                  <a:lnTo>
                    <a:pt x="51124" y="6203066"/>
                  </a:lnTo>
                  <a:lnTo>
                    <a:pt x="51218" y="6203066"/>
                  </a:lnTo>
                  <a:lnTo>
                    <a:pt x="51312" y="6203066"/>
                  </a:lnTo>
                  <a:lnTo>
                    <a:pt x="51407" y="6203066"/>
                  </a:lnTo>
                  <a:lnTo>
                    <a:pt x="51501" y="6203066"/>
                  </a:lnTo>
                  <a:lnTo>
                    <a:pt x="51595" y="6203066"/>
                  </a:lnTo>
                  <a:lnTo>
                    <a:pt x="51689" y="6203066"/>
                  </a:lnTo>
                  <a:lnTo>
                    <a:pt x="51783" y="6203066"/>
                  </a:lnTo>
                  <a:lnTo>
                    <a:pt x="51877" y="6203066"/>
                  </a:lnTo>
                  <a:lnTo>
                    <a:pt x="51972" y="6203066"/>
                  </a:lnTo>
                  <a:lnTo>
                    <a:pt x="52066" y="6203066"/>
                  </a:lnTo>
                  <a:lnTo>
                    <a:pt x="52160" y="6203066"/>
                  </a:lnTo>
                  <a:lnTo>
                    <a:pt x="52254" y="6203066"/>
                  </a:lnTo>
                  <a:lnTo>
                    <a:pt x="52348" y="6203066"/>
                  </a:lnTo>
                  <a:lnTo>
                    <a:pt x="52442" y="6203066"/>
                  </a:lnTo>
                  <a:lnTo>
                    <a:pt x="52536" y="6203066"/>
                  </a:lnTo>
                  <a:lnTo>
                    <a:pt x="52631" y="6203066"/>
                  </a:lnTo>
                  <a:lnTo>
                    <a:pt x="52725" y="6203066"/>
                  </a:lnTo>
                  <a:lnTo>
                    <a:pt x="52819" y="6203066"/>
                  </a:lnTo>
                  <a:lnTo>
                    <a:pt x="52913" y="6203066"/>
                  </a:lnTo>
                  <a:lnTo>
                    <a:pt x="53007" y="6203066"/>
                  </a:lnTo>
                  <a:lnTo>
                    <a:pt x="53101" y="6203066"/>
                  </a:lnTo>
                  <a:lnTo>
                    <a:pt x="53195" y="6203066"/>
                  </a:lnTo>
                  <a:lnTo>
                    <a:pt x="53290" y="6203066"/>
                  </a:lnTo>
                  <a:lnTo>
                    <a:pt x="53384" y="6203066"/>
                  </a:lnTo>
                  <a:lnTo>
                    <a:pt x="53478" y="6203066"/>
                  </a:lnTo>
                  <a:lnTo>
                    <a:pt x="53572" y="6203066"/>
                  </a:lnTo>
                  <a:lnTo>
                    <a:pt x="53666" y="6203066"/>
                  </a:lnTo>
                  <a:lnTo>
                    <a:pt x="53760" y="6203066"/>
                  </a:lnTo>
                  <a:lnTo>
                    <a:pt x="53855" y="6203066"/>
                  </a:lnTo>
                  <a:lnTo>
                    <a:pt x="53949" y="6203066"/>
                  </a:lnTo>
                  <a:lnTo>
                    <a:pt x="54043" y="6203066"/>
                  </a:lnTo>
                  <a:lnTo>
                    <a:pt x="54137" y="6203066"/>
                  </a:lnTo>
                  <a:lnTo>
                    <a:pt x="54231" y="6203066"/>
                  </a:lnTo>
                  <a:lnTo>
                    <a:pt x="54325" y="6203066"/>
                  </a:lnTo>
                  <a:lnTo>
                    <a:pt x="54419" y="6203066"/>
                  </a:lnTo>
                  <a:lnTo>
                    <a:pt x="54514" y="6203066"/>
                  </a:lnTo>
                  <a:lnTo>
                    <a:pt x="54608" y="6203066"/>
                  </a:lnTo>
                  <a:lnTo>
                    <a:pt x="54702" y="6203066"/>
                  </a:lnTo>
                  <a:lnTo>
                    <a:pt x="54796" y="6203066"/>
                  </a:lnTo>
                  <a:lnTo>
                    <a:pt x="54890" y="6203066"/>
                  </a:lnTo>
                  <a:lnTo>
                    <a:pt x="54984" y="6203066"/>
                  </a:lnTo>
                  <a:lnTo>
                    <a:pt x="55079" y="6203066"/>
                  </a:lnTo>
                  <a:lnTo>
                    <a:pt x="55173" y="6203066"/>
                  </a:lnTo>
                  <a:lnTo>
                    <a:pt x="55267" y="6203066"/>
                  </a:lnTo>
                  <a:lnTo>
                    <a:pt x="55361" y="6203066"/>
                  </a:lnTo>
                  <a:lnTo>
                    <a:pt x="55455" y="6203066"/>
                  </a:lnTo>
                  <a:lnTo>
                    <a:pt x="55455" y="6198155"/>
                  </a:lnTo>
                  <a:lnTo>
                    <a:pt x="55549" y="6198155"/>
                  </a:lnTo>
                  <a:lnTo>
                    <a:pt x="55643" y="6198155"/>
                  </a:lnTo>
                  <a:lnTo>
                    <a:pt x="55738" y="6198155"/>
                  </a:lnTo>
                  <a:lnTo>
                    <a:pt x="55832" y="6198155"/>
                  </a:lnTo>
                  <a:lnTo>
                    <a:pt x="55926" y="6198155"/>
                  </a:lnTo>
                  <a:lnTo>
                    <a:pt x="56020" y="6198155"/>
                  </a:lnTo>
                  <a:lnTo>
                    <a:pt x="56114" y="6198155"/>
                  </a:lnTo>
                  <a:lnTo>
                    <a:pt x="56208" y="6198155"/>
                  </a:lnTo>
                  <a:lnTo>
                    <a:pt x="56303" y="6198155"/>
                  </a:lnTo>
                  <a:lnTo>
                    <a:pt x="56397" y="6198155"/>
                  </a:lnTo>
                  <a:lnTo>
                    <a:pt x="56397" y="6193243"/>
                  </a:lnTo>
                  <a:lnTo>
                    <a:pt x="56491" y="6193243"/>
                  </a:lnTo>
                  <a:lnTo>
                    <a:pt x="56585" y="6193243"/>
                  </a:lnTo>
                  <a:lnTo>
                    <a:pt x="56679" y="6193243"/>
                  </a:lnTo>
                  <a:lnTo>
                    <a:pt x="56773" y="6193243"/>
                  </a:lnTo>
                  <a:lnTo>
                    <a:pt x="56867" y="6193243"/>
                  </a:lnTo>
                  <a:lnTo>
                    <a:pt x="56962" y="6193243"/>
                  </a:lnTo>
                  <a:lnTo>
                    <a:pt x="57056" y="6193243"/>
                  </a:lnTo>
                  <a:lnTo>
                    <a:pt x="57150" y="6193243"/>
                  </a:lnTo>
                  <a:lnTo>
                    <a:pt x="57244" y="6193243"/>
                  </a:lnTo>
                  <a:lnTo>
                    <a:pt x="57338" y="6193243"/>
                  </a:lnTo>
                  <a:lnTo>
                    <a:pt x="57432" y="6193243"/>
                  </a:lnTo>
                  <a:lnTo>
                    <a:pt x="57526" y="6193243"/>
                  </a:lnTo>
                  <a:lnTo>
                    <a:pt x="57621" y="6193243"/>
                  </a:lnTo>
                  <a:lnTo>
                    <a:pt x="57715" y="6193243"/>
                  </a:lnTo>
                  <a:lnTo>
                    <a:pt x="57809" y="6193243"/>
                  </a:lnTo>
                  <a:lnTo>
                    <a:pt x="57903" y="6193243"/>
                  </a:lnTo>
                  <a:lnTo>
                    <a:pt x="57997" y="6193243"/>
                  </a:lnTo>
                  <a:lnTo>
                    <a:pt x="58091" y="6193243"/>
                  </a:lnTo>
                  <a:lnTo>
                    <a:pt x="58186" y="6193243"/>
                  </a:lnTo>
                  <a:lnTo>
                    <a:pt x="58280" y="6193243"/>
                  </a:lnTo>
                  <a:lnTo>
                    <a:pt x="58374" y="6193243"/>
                  </a:lnTo>
                  <a:lnTo>
                    <a:pt x="58468" y="6193243"/>
                  </a:lnTo>
                  <a:lnTo>
                    <a:pt x="58562" y="6193243"/>
                  </a:lnTo>
                  <a:lnTo>
                    <a:pt x="58656" y="6193243"/>
                  </a:lnTo>
                  <a:lnTo>
                    <a:pt x="58750" y="6193243"/>
                  </a:lnTo>
                  <a:lnTo>
                    <a:pt x="58845" y="6193243"/>
                  </a:lnTo>
                  <a:lnTo>
                    <a:pt x="58939" y="6193243"/>
                  </a:lnTo>
                  <a:lnTo>
                    <a:pt x="59033" y="6193243"/>
                  </a:lnTo>
                  <a:lnTo>
                    <a:pt x="59127" y="6193243"/>
                  </a:lnTo>
                  <a:lnTo>
                    <a:pt x="59221" y="6193243"/>
                  </a:lnTo>
                  <a:lnTo>
                    <a:pt x="59315" y="6193243"/>
                  </a:lnTo>
                  <a:lnTo>
                    <a:pt x="59410" y="6193243"/>
                  </a:lnTo>
                  <a:lnTo>
                    <a:pt x="59504" y="6193243"/>
                  </a:lnTo>
                  <a:lnTo>
                    <a:pt x="59598" y="6193243"/>
                  </a:lnTo>
                  <a:lnTo>
                    <a:pt x="59692" y="6193243"/>
                  </a:lnTo>
                  <a:lnTo>
                    <a:pt x="59786" y="6193243"/>
                  </a:lnTo>
                  <a:lnTo>
                    <a:pt x="59880" y="6193243"/>
                  </a:lnTo>
                  <a:lnTo>
                    <a:pt x="59974" y="6193243"/>
                  </a:lnTo>
                  <a:lnTo>
                    <a:pt x="60069" y="6193243"/>
                  </a:lnTo>
                  <a:lnTo>
                    <a:pt x="60163" y="6193243"/>
                  </a:lnTo>
                  <a:lnTo>
                    <a:pt x="60257" y="6193243"/>
                  </a:lnTo>
                  <a:lnTo>
                    <a:pt x="60351" y="6193243"/>
                  </a:lnTo>
                  <a:lnTo>
                    <a:pt x="60445" y="6193243"/>
                  </a:lnTo>
                  <a:lnTo>
                    <a:pt x="60539" y="6193243"/>
                  </a:lnTo>
                  <a:lnTo>
                    <a:pt x="60634" y="6193243"/>
                  </a:lnTo>
                  <a:lnTo>
                    <a:pt x="60728" y="6193243"/>
                  </a:lnTo>
                  <a:lnTo>
                    <a:pt x="60822" y="6193243"/>
                  </a:lnTo>
                  <a:lnTo>
                    <a:pt x="60916" y="6193243"/>
                  </a:lnTo>
                  <a:lnTo>
                    <a:pt x="61010" y="6193243"/>
                  </a:lnTo>
                  <a:lnTo>
                    <a:pt x="61104" y="6193243"/>
                  </a:lnTo>
                  <a:lnTo>
                    <a:pt x="61198" y="6193243"/>
                  </a:lnTo>
                  <a:lnTo>
                    <a:pt x="61293" y="6193243"/>
                  </a:lnTo>
                  <a:lnTo>
                    <a:pt x="61387" y="6193243"/>
                  </a:lnTo>
                  <a:lnTo>
                    <a:pt x="61481" y="6193243"/>
                  </a:lnTo>
                  <a:lnTo>
                    <a:pt x="61575" y="6193243"/>
                  </a:lnTo>
                  <a:lnTo>
                    <a:pt x="61669" y="6193243"/>
                  </a:lnTo>
                  <a:lnTo>
                    <a:pt x="61763" y="6193243"/>
                  </a:lnTo>
                  <a:lnTo>
                    <a:pt x="61857" y="6193243"/>
                  </a:lnTo>
                  <a:lnTo>
                    <a:pt x="61952" y="6193243"/>
                  </a:lnTo>
                  <a:lnTo>
                    <a:pt x="62046" y="6193243"/>
                  </a:lnTo>
                  <a:lnTo>
                    <a:pt x="62140" y="6193243"/>
                  </a:lnTo>
                  <a:lnTo>
                    <a:pt x="62234" y="6193243"/>
                  </a:lnTo>
                  <a:lnTo>
                    <a:pt x="62328" y="6193243"/>
                  </a:lnTo>
                  <a:lnTo>
                    <a:pt x="62422" y="6193243"/>
                  </a:lnTo>
                  <a:lnTo>
                    <a:pt x="62517" y="6193243"/>
                  </a:lnTo>
                  <a:lnTo>
                    <a:pt x="62611" y="6193243"/>
                  </a:lnTo>
                  <a:lnTo>
                    <a:pt x="62611" y="6188332"/>
                  </a:lnTo>
                  <a:lnTo>
                    <a:pt x="62705" y="6188332"/>
                  </a:lnTo>
                  <a:lnTo>
                    <a:pt x="62705" y="6183421"/>
                  </a:lnTo>
                  <a:lnTo>
                    <a:pt x="62799" y="6183421"/>
                  </a:lnTo>
                  <a:lnTo>
                    <a:pt x="62893" y="6183421"/>
                  </a:lnTo>
                  <a:lnTo>
                    <a:pt x="62987" y="6183421"/>
                  </a:lnTo>
                  <a:lnTo>
                    <a:pt x="63081" y="6183421"/>
                  </a:lnTo>
                  <a:lnTo>
                    <a:pt x="63176" y="6183421"/>
                  </a:lnTo>
                  <a:lnTo>
                    <a:pt x="63270" y="6183421"/>
                  </a:lnTo>
                  <a:lnTo>
                    <a:pt x="63364" y="6183421"/>
                  </a:lnTo>
                  <a:lnTo>
                    <a:pt x="63458" y="6183421"/>
                  </a:lnTo>
                  <a:lnTo>
                    <a:pt x="63552" y="6183421"/>
                  </a:lnTo>
                  <a:lnTo>
                    <a:pt x="63646" y="6183421"/>
                  </a:lnTo>
                  <a:lnTo>
                    <a:pt x="63741" y="6183421"/>
                  </a:lnTo>
                  <a:lnTo>
                    <a:pt x="63835" y="6183421"/>
                  </a:lnTo>
                  <a:lnTo>
                    <a:pt x="63929" y="6183421"/>
                  </a:lnTo>
                  <a:lnTo>
                    <a:pt x="64023" y="6183421"/>
                  </a:lnTo>
                  <a:lnTo>
                    <a:pt x="64117" y="6183421"/>
                  </a:lnTo>
                  <a:lnTo>
                    <a:pt x="64211" y="6183421"/>
                  </a:lnTo>
                  <a:lnTo>
                    <a:pt x="64305" y="6183421"/>
                  </a:lnTo>
                  <a:lnTo>
                    <a:pt x="64400" y="6183421"/>
                  </a:lnTo>
                  <a:lnTo>
                    <a:pt x="64494" y="6183421"/>
                  </a:lnTo>
                  <a:lnTo>
                    <a:pt x="64588" y="6183421"/>
                  </a:lnTo>
                  <a:lnTo>
                    <a:pt x="64682" y="6183421"/>
                  </a:lnTo>
                  <a:lnTo>
                    <a:pt x="64776" y="6183421"/>
                  </a:lnTo>
                  <a:lnTo>
                    <a:pt x="64870" y="6183421"/>
                  </a:lnTo>
                  <a:lnTo>
                    <a:pt x="64965" y="6183421"/>
                  </a:lnTo>
                  <a:lnTo>
                    <a:pt x="65059" y="6183421"/>
                  </a:lnTo>
                  <a:lnTo>
                    <a:pt x="65153" y="6183421"/>
                  </a:lnTo>
                  <a:lnTo>
                    <a:pt x="65247" y="6183421"/>
                  </a:lnTo>
                  <a:lnTo>
                    <a:pt x="65341" y="6183421"/>
                  </a:lnTo>
                  <a:lnTo>
                    <a:pt x="65435" y="6183421"/>
                  </a:lnTo>
                  <a:lnTo>
                    <a:pt x="65529" y="6183421"/>
                  </a:lnTo>
                  <a:lnTo>
                    <a:pt x="65624" y="6183421"/>
                  </a:lnTo>
                  <a:lnTo>
                    <a:pt x="65718" y="6183421"/>
                  </a:lnTo>
                  <a:lnTo>
                    <a:pt x="65812" y="6183421"/>
                  </a:lnTo>
                  <a:lnTo>
                    <a:pt x="65906" y="6183421"/>
                  </a:lnTo>
                  <a:lnTo>
                    <a:pt x="66000" y="6183421"/>
                  </a:lnTo>
                  <a:lnTo>
                    <a:pt x="66094" y="6183421"/>
                  </a:lnTo>
                  <a:lnTo>
                    <a:pt x="66188" y="6183421"/>
                  </a:lnTo>
                  <a:lnTo>
                    <a:pt x="66283" y="6183421"/>
                  </a:lnTo>
                  <a:lnTo>
                    <a:pt x="66377" y="6183421"/>
                  </a:lnTo>
                  <a:lnTo>
                    <a:pt x="66471" y="6183421"/>
                  </a:lnTo>
                  <a:lnTo>
                    <a:pt x="66565" y="6183421"/>
                  </a:lnTo>
                  <a:lnTo>
                    <a:pt x="66659" y="6183421"/>
                  </a:lnTo>
                  <a:lnTo>
                    <a:pt x="66753" y="6183421"/>
                  </a:lnTo>
                  <a:lnTo>
                    <a:pt x="66848" y="6183421"/>
                  </a:lnTo>
                  <a:lnTo>
                    <a:pt x="66942" y="6183421"/>
                  </a:lnTo>
                  <a:lnTo>
                    <a:pt x="67036" y="6183421"/>
                  </a:lnTo>
                  <a:lnTo>
                    <a:pt x="67130" y="6183421"/>
                  </a:lnTo>
                  <a:lnTo>
                    <a:pt x="67224" y="6183421"/>
                  </a:lnTo>
                  <a:lnTo>
                    <a:pt x="67318" y="6183421"/>
                  </a:lnTo>
                  <a:lnTo>
                    <a:pt x="67412" y="6183421"/>
                  </a:lnTo>
                  <a:lnTo>
                    <a:pt x="67507" y="6183421"/>
                  </a:lnTo>
                  <a:lnTo>
                    <a:pt x="67601" y="6183421"/>
                  </a:lnTo>
                  <a:lnTo>
                    <a:pt x="67695" y="6183421"/>
                  </a:lnTo>
                  <a:lnTo>
                    <a:pt x="67789" y="6183421"/>
                  </a:lnTo>
                  <a:lnTo>
                    <a:pt x="67883" y="6183421"/>
                  </a:lnTo>
                  <a:lnTo>
                    <a:pt x="67977" y="6183421"/>
                  </a:lnTo>
                  <a:lnTo>
                    <a:pt x="68072" y="6183421"/>
                  </a:lnTo>
                  <a:lnTo>
                    <a:pt x="68166" y="6183421"/>
                  </a:lnTo>
                  <a:lnTo>
                    <a:pt x="68260" y="6183421"/>
                  </a:lnTo>
                  <a:lnTo>
                    <a:pt x="68354" y="6183421"/>
                  </a:lnTo>
                  <a:lnTo>
                    <a:pt x="68448" y="6183421"/>
                  </a:lnTo>
                  <a:lnTo>
                    <a:pt x="68542" y="6183421"/>
                  </a:lnTo>
                  <a:lnTo>
                    <a:pt x="68636" y="6183421"/>
                  </a:lnTo>
                  <a:lnTo>
                    <a:pt x="68731" y="6183421"/>
                  </a:lnTo>
                  <a:lnTo>
                    <a:pt x="68825" y="6183421"/>
                  </a:lnTo>
                  <a:lnTo>
                    <a:pt x="68919" y="6183421"/>
                  </a:lnTo>
                  <a:lnTo>
                    <a:pt x="69013" y="6183421"/>
                  </a:lnTo>
                  <a:lnTo>
                    <a:pt x="69107" y="6183421"/>
                  </a:lnTo>
                  <a:lnTo>
                    <a:pt x="69201" y="6183421"/>
                  </a:lnTo>
                  <a:lnTo>
                    <a:pt x="69296" y="6183421"/>
                  </a:lnTo>
                  <a:lnTo>
                    <a:pt x="69390" y="6183421"/>
                  </a:lnTo>
                  <a:lnTo>
                    <a:pt x="69484" y="6183421"/>
                  </a:lnTo>
                  <a:lnTo>
                    <a:pt x="69578" y="6183421"/>
                  </a:lnTo>
                  <a:lnTo>
                    <a:pt x="69672" y="6183421"/>
                  </a:lnTo>
                  <a:lnTo>
                    <a:pt x="69766" y="6183421"/>
                  </a:lnTo>
                  <a:lnTo>
                    <a:pt x="69860" y="6183421"/>
                  </a:lnTo>
                  <a:lnTo>
                    <a:pt x="69955" y="6183421"/>
                  </a:lnTo>
                  <a:lnTo>
                    <a:pt x="70049" y="6183421"/>
                  </a:lnTo>
                  <a:lnTo>
                    <a:pt x="70143" y="6183421"/>
                  </a:lnTo>
                  <a:lnTo>
                    <a:pt x="70237" y="6183421"/>
                  </a:lnTo>
                  <a:lnTo>
                    <a:pt x="70331" y="6183421"/>
                  </a:lnTo>
                  <a:lnTo>
                    <a:pt x="70425" y="6183421"/>
                  </a:lnTo>
                  <a:lnTo>
                    <a:pt x="70519" y="6183421"/>
                  </a:lnTo>
                  <a:lnTo>
                    <a:pt x="70614" y="6183421"/>
                  </a:lnTo>
                  <a:lnTo>
                    <a:pt x="70708" y="6183421"/>
                  </a:lnTo>
                  <a:lnTo>
                    <a:pt x="70802" y="6183421"/>
                  </a:lnTo>
                  <a:lnTo>
                    <a:pt x="70896" y="6183421"/>
                  </a:lnTo>
                  <a:lnTo>
                    <a:pt x="70990" y="6183421"/>
                  </a:lnTo>
                  <a:lnTo>
                    <a:pt x="71084" y="6183421"/>
                  </a:lnTo>
                  <a:lnTo>
                    <a:pt x="71084" y="6178509"/>
                  </a:lnTo>
                  <a:lnTo>
                    <a:pt x="71179" y="6178509"/>
                  </a:lnTo>
                  <a:lnTo>
                    <a:pt x="71273" y="6178509"/>
                  </a:lnTo>
                  <a:lnTo>
                    <a:pt x="71367" y="6178509"/>
                  </a:lnTo>
                  <a:lnTo>
                    <a:pt x="71461" y="6178509"/>
                  </a:lnTo>
                  <a:lnTo>
                    <a:pt x="71555" y="6178509"/>
                  </a:lnTo>
                  <a:lnTo>
                    <a:pt x="71649" y="6178509"/>
                  </a:lnTo>
                  <a:lnTo>
                    <a:pt x="71743" y="6178509"/>
                  </a:lnTo>
                  <a:lnTo>
                    <a:pt x="71838" y="6178509"/>
                  </a:lnTo>
                  <a:lnTo>
                    <a:pt x="71932" y="6178509"/>
                  </a:lnTo>
                  <a:lnTo>
                    <a:pt x="72026" y="6178509"/>
                  </a:lnTo>
                  <a:lnTo>
                    <a:pt x="72120" y="6178509"/>
                  </a:lnTo>
                  <a:lnTo>
                    <a:pt x="72214" y="6178509"/>
                  </a:lnTo>
                  <a:lnTo>
                    <a:pt x="72308" y="6178509"/>
                  </a:lnTo>
                  <a:lnTo>
                    <a:pt x="72403" y="6178509"/>
                  </a:lnTo>
                  <a:lnTo>
                    <a:pt x="72497" y="6178509"/>
                  </a:lnTo>
                  <a:lnTo>
                    <a:pt x="72591" y="6178509"/>
                  </a:lnTo>
                  <a:lnTo>
                    <a:pt x="72685" y="6178509"/>
                  </a:lnTo>
                  <a:lnTo>
                    <a:pt x="72779" y="6178509"/>
                  </a:lnTo>
                  <a:lnTo>
                    <a:pt x="72873" y="6178509"/>
                  </a:lnTo>
                  <a:lnTo>
                    <a:pt x="72967" y="6178509"/>
                  </a:lnTo>
                  <a:lnTo>
                    <a:pt x="73062" y="6178509"/>
                  </a:lnTo>
                  <a:lnTo>
                    <a:pt x="73156" y="6178509"/>
                  </a:lnTo>
                  <a:lnTo>
                    <a:pt x="73250" y="6178509"/>
                  </a:lnTo>
                  <a:lnTo>
                    <a:pt x="73344" y="6178509"/>
                  </a:lnTo>
                  <a:lnTo>
                    <a:pt x="73438" y="6178509"/>
                  </a:lnTo>
                  <a:lnTo>
                    <a:pt x="73532" y="6178509"/>
                  </a:lnTo>
                  <a:lnTo>
                    <a:pt x="73627" y="6178509"/>
                  </a:lnTo>
                  <a:lnTo>
                    <a:pt x="73721" y="6178509"/>
                  </a:lnTo>
                  <a:lnTo>
                    <a:pt x="73815" y="6178509"/>
                  </a:lnTo>
                  <a:lnTo>
                    <a:pt x="73909" y="6178509"/>
                  </a:lnTo>
                  <a:lnTo>
                    <a:pt x="74003" y="6178509"/>
                  </a:lnTo>
                  <a:lnTo>
                    <a:pt x="74097" y="6178509"/>
                  </a:lnTo>
                  <a:lnTo>
                    <a:pt x="74191" y="6178509"/>
                  </a:lnTo>
                  <a:lnTo>
                    <a:pt x="74286" y="6178509"/>
                  </a:lnTo>
                  <a:lnTo>
                    <a:pt x="74380" y="6178509"/>
                  </a:lnTo>
                  <a:lnTo>
                    <a:pt x="74474" y="6178509"/>
                  </a:lnTo>
                  <a:lnTo>
                    <a:pt x="74474" y="6173598"/>
                  </a:lnTo>
                  <a:lnTo>
                    <a:pt x="74568" y="6173598"/>
                  </a:lnTo>
                  <a:lnTo>
                    <a:pt x="74662" y="6173598"/>
                  </a:lnTo>
                  <a:lnTo>
                    <a:pt x="74756" y="6173598"/>
                  </a:lnTo>
                  <a:lnTo>
                    <a:pt x="74850" y="6173598"/>
                  </a:lnTo>
                  <a:lnTo>
                    <a:pt x="74945" y="6173598"/>
                  </a:lnTo>
                  <a:lnTo>
                    <a:pt x="75039" y="6173598"/>
                  </a:lnTo>
                  <a:lnTo>
                    <a:pt x="75133" y="6173598"/>
                  </a:lnTo>
                  <a:lnTo>
                    <a:pt x="75227" y="6173598"/>
                  </a:lnTo>
                  <a:lnTo>
                    <a:pt x="75321" y="6173598"/>
                  </a:lnTo>
                  <a:lnTo>
                    <a:pt x="75415" y="6173598"/>
                  </a:lnTo>
                  <a:lnTo>
                    <a:pt x="75510" y="6173598"/>
                  </a:lnTo>
                  <a:lnTo>
                    <a:pt x="75604" y="6173598"/>
                  </a:lnTo>
                  <a:lnTo>
                    <a:pt x="75698" y="6173598"/>
                  </a:lnTo>
                  <a:lnTo>
                    <a:pt x="75792" y="6173598"/>
                  </a:lnTo>
                  <a:lnTo>
                    <a:pt x="75886" y="6173598"/>
                  </a:lnTo>
                  <a:lnTo>
                    <a:pt x="75980" y="6173598"/>
                  </a:lnTo>
                  <a:lnTo>
                    <a:pt x="76074" y="6173598"/>
                  </a:lnTo>
                  <a:lnTo>
                    <a:pt x="76169" y="6173598"/>
                  </a:lnTo>
                  <a:lnTo>
                    <a:pt x="76263" y="6173598"/>
                  </a:lnTo>
                  <a:lnTo>
                    <a:pt x="76357" y="6173598"/>
                  </a:lnTo>
                  <a:lnTo>
                    <a:pt x="76451" y="6173598"/>
                  </a:lnTo>
                  <a:lnTo>
                    <a:pt x="76545" y="6173598"/>
                  </a:lnTo>
                  <a:lnTo>
                    <a:pt x="76639" y="6173598"/>
                  </a:lnTo>
                  <a:lnTo>
                    <a:pt x="76734" y="6173598"/>
                  </a:lnTo>
                  <a:lnTo>
                    <a:pt x="76828" y="6173598"/>
                  </a:lnTo>
                  <a:lnTo>
                    <a:pt x="76922" y="6173598"/>
                  </a:lnTo>
                  <a:lnTo>
                    <a:pt x="77016" y="6173598"/>
                  </a:lnTo>
                  <a:lnTo>
                    <a:pt x="77110" y="6173598"/>
                  </a:lnTo>
                  <a:lnTo>
                    <a:pt x="77204" y="6173598"/>
                  </a:lnTo>
                  <a:lnTo>
                    <a:pt x="77298" y="6173598"/>
                  </a:lnTo>
                  <a:lnTo>
                    <a:pt x="77393" y="6173598"/>
                  </a:lnTo>
                  <a:lnTo>
                    <a:pt x="77487" y="6173598"/>
                  </a:lnTo>
                  <a:lnTo>
                    <a:pt x="77581" y="6173598"/>
                  </a:lnTo>
                  <a:lnTo>
                    <a:pt x="77675" y="6173598"/>
                  </a:lnTo>
                  <a:lnTo>
                    <a:pt x="77769" y="6173598"/>
                  </a:lnTo>
                  <a:lnTo>
                    <a:pt x="77863" y="6173598"/>
                  </a:lnTo>
                  <a:lnTo>
                    <a:pt x="77958" y="6173598"/>
                  </a:lnTo>
                  <a:lnTo>
                    <a:pt x="78052" y="6173598"/>
                  </a:lnTo>
                  <a:lnTo>
                    <a:pt x="78146" y="6173598"/>
                  </a:lnTo>
                  <a:lnTo>
                    <a:pt x="78240" y="6173598"/>
                  </a:lnTo>
                  <a:lnTo>
                    <a:pt x="78334" y="6173598"/>
                  </a:lnTo>
                  <a:lnTo>
                    <a:pt x="78428" y="6173598"/>
                  </a:lnTo>
                  <a:lnTo>
                    <a:pt x="78522" y="6173598"/>
                  </a:lnTo>
                  <a:lnTo>
                    <a:pt x="78617" y="6173598"/>
                  </a:lnTo>
                  <a:lnTo>
                    <a:pt x="78711" y="6173598"/>
                  </a:lnTo>
                  <a:lnTo>
                    <a:pt x="78805" y="6173598"/>
                  </a:lnTo>
                  <a:lnTo>
                    <a:pt x="78805" y="6168686"/>
                  </a:lnTo>
                  <a:lnTo>
                    <a:pt x="78899" y="6168686"/>
                  </a:lnTo>
                  <a:lnTo>
                    <a:pt x="78993" y="6168686"/>
                  </a:lnTo>
                  <a:lnTo>
                    <a:pt x="79087" y="6168686"/>
                  </a:lnTo>
                  <a:lnTo>
                    <a:pt x="79181" y="6168686"/>
                  </a:lnTo>
                  <a:lnTo>
                    <a:pt x="79276" y="6168686"/>
                  </a:lnTo>
                  <a:lnTo>
                    <a:pt x="79370" y="6168686"/>
                  </a:lnTo>
                  <a:lnTo>
                    <a:pt x="79464" y="6168686"/>
                  </a:lnTo>
                  <a:lnTo>
                    <a:pt x="79558" y="6168686"/>
                  </a:lnTo>
                  <a:lnTo>
                    <a:pt x="79652" y="6168686"/>
                  </a:lnTo>
                  <a:lnTo>
                    <a:pt x="79746" y="6168686"/>
                  </a:lnTo>
                  <a:lnTo>
                    <a:pt x="79841" y="6168686"/>
                  </a:lnTo>
                  <a:lnTo>
                    <a:pt x="79935" y="6168686"/>
                  </a:lnTo>
                  <a:lnTo>
                    <a:pt x="80029" y="6168686"/>
                  </a:lnTo>
                  <a:lnTo>
                    <a:pt x="80123" y="6168686"/>
                  </a:lnTo>
                  <a:lnTo>
                    <a:pt x="80217" y="6168686"/>
                  </a:lnTo>
                  <a:lnTo>
                    <a:pt x="80311" y="6168686"/>
                  </a:lnTo>
                  <a:lnTo>
                    <a:pt x="80405" y="6168686"/>
                  </a:lnTo>
                  <a:lnTo>
                    <a:pt x="80500" y="6168686"/>
                  </a:lnTo>
                  <a:lnTo>
                    <a:pt x="80594" y="6168686"/>
                  </a:lnTo>
                  <a:lnTo>
                    <a:pt x="80688" y="6168686"/>
                  </a:lnTo>
                  <a:lnTo>
                    <a:pt x="80782" y="6168686"/>
                  </a:lnTo>
                  <a:lnTo>
                    <a:pt x="80876" y="6168686"/>
                  </a:lnTo>
                  <a:lnTo>
                    <a:pt x="80970" y="6168686"/>
                  </a:lnTo>
                  <a:lnTo>
                    <a:pt x="80970" y="6163775"/>
                  </a:lnTo>
                  <a:lnTo>
                    <a:pt x="81065" y="6163775"/>
                  </a:lnTo>
                  <a:lnTo>
                    <a:pt x="81159" y="6163775"/>
                  </a:lnTo>
                  <a:lnTo>
                    <a:pt x="81253" y="6163775"/>
                  </a:lnTo>
                  <a:lnTo>
                    <a:pt x="81347" y="6163775"/>
                  </a:lnTo>
                  <a:lnTo>
                    <a:pt x="81441" y="6163775"/>
                  </a:lnTo>
                  <a:lnTo>
                    <a:pt x="81535" y="6163775"/>
                  </a:lnTo>
                  <a:lnTo>
                    <a:pt x="81629" y="6163775"/>
                  </a:lnTo>
                  <a:lnTo>
                    <a:pt x="81724" y="6163775"/>
                  </a:lnTo>
                  <a:lnTo>
                    <a:pt x="81818" y="6163775"/>
                  </a:lnTo>
                  <a:lnTo>
                    <a:pt x="81912" y="6163775"/>
                  </a:lnTo>
                  <a:lnTo>
                    <a:pt x="82006" y="6163775"/>
                  </a:lnTo>
                  <a:lnTo>
                    <a:pt x="82100" y="6163775"/>
                  </a:lnTo>
                  <a:lnTo>
                    <a:pt x="82194" y="6163775"/>
                  </a:lnTo>
                  <a:lnTo>
                    <a:pt x="82289" y="6163775"/>
                  </a:lnTo>
                  <a:lnTo>
                    <a:pt x="82383" y="6163775"/>
                  </a:lnTo>
                  <a:lnTo>
                    <a:pt x="82477" y="6163775"/>
                  </a:lnTo>
                  <a:lnTo>
                    <a:pt x="82571" y="6163775"/>
                  </a:lnTo>
                  <a:lnTo>
                    <a:pt x="82665" y="6163775"/>
                  </a:lnTo>
                  <a:lnTo>
                    <a:pt x="82759" y="6163775"/>
                  </a:lnTo>
                  <a:lnTo>
                    <a:pt x="82853" y="6163775"/>
                  </a:lnTo>
                  <a:lnTo>
                    <a:pt x="82948" y="6163775"/>
                  </a:lnTo>
                  <a:lnTo>
                    <a:pt x="83042" y="6163775"/>
                  </a:lnTo>
                  <a:lnTo>
                    <a:pt x="83136" y="6163775"/>
                  </a:lnTo>
                  <a:lnTo>
                    <a:pt x="83230" y="6163775"/>
                  </a:lnTo>
                  <a:lnTo>
                    <a:pt x="83324" y="6163775"/>
                  </a:lnTo>
                  <a:lnTo>
                    <a:pt x="83418" y="6163775"/>
                  </a:lnTo>
                  <a:lnTo>
                    <a:pt x="83512" y="6163775"/>
                  </a:lnTo>
                  <a:lnTo>
                    <a:pt x="83607" y="6163775"/>
                  </a:lnTo>
                  <a:lnTo>
                    <a:pt x="83701" y="6163775"/>
                  </a:lnTo>
                  <a:lnTo>
                    <a:pt x="83795" y="6163775"/>
                  </a:lnTo>
                  <a:lnTo>
                    <a:pt x="83889" y="6163775"/>
                  </a:lnTo>
                  <a:lnTo>
                    <a:pt x="83889" y="6158864"/>
                  </a:lnTo>
                  <a:lnTo>
                    <a:pt x="83983" y="6158864"/>
                  </a:lnTo>
                  <a:lnTo>
                    <a:pt x="84077" y="6158864"/>
                  </a:lnTo>
                  <a:lnTo>
                    <a:pt x="84172" y="6158864"/>
                  </a:lnTo>
                  <a:lnTo>
                    <a:pt x="84266" y="6158864"/>
                  </a:lnTo>
                  <a:lnTo>
                    <a:pt x="84360" y="6158864"/>
                  </a:lnTo>
                  <a:lnTo>
                    <a:pt x="84454" y="6158864"/>
                  </a:lnTo>
                  <a:lnTo>
                    <a:pt x="84548" y="6158864"/>
                  </a:lnTo>
                  <a:lnTo>
                    <a:pt x="84642" y="6158864"/>
                  </a:lnTo>
                  <a:lnTo>
                    <a:pt x="84736" y="6158864"/>
                  </a:lnTo>
                  <a:lnTo>
                    <a:pt x="84831" y="6158864"/>
                  </a:lnTo>
                  <a:lnTo>
                    <a:pt x="84925" y="6158864"/>
                  </a:lnTo>
                  <a:lnTo>
                    <a:pt x="85019" y="6158864"/>
                  </a:lnTo>
                  <a:lnTo>
                    <a:pt x="85113" y="6158864"/>
                  </a:lnTo>
                  <a:lnTo>
                    <a:pt x="85207" y="6158864"/>
                  </a:lnTo>
                  <a:lnTo>
                    <a:pt x="85301" y="6158864"/>
                  </a:lnTo>
                  <a:lnTo>
                    <a:pt x="85301" y="6153952"/>
                  </a:lnTo>
                  <a:lnTo>
                    <a:pt x="85396" y="6153952"/>
                  </a:lnTo>
                  <a:lnTo>
                    <a:pt x="85490" y="6153952"/>
                  </a:lnTo>
                  <a:lnTo>
                    <a:pt x="85584" y="6153952"/>
                  </a:lnTo>
                  <a:lnTo>
                    <a:pt x="85678" y="6153952"/>
                  </a:lnTo>
                  <a:lnTo>
                    <a:pt x="85772" y="6153952"/>
                  </a:lnTo>
                  <a:lnTo>
                    <a:pt x="85866" y="6153952"/>
                  </a:lnTo>
                  <a:lnTo>
                    <a:pt x="85960" y="6153952"/>
                  </a:lnTo>
                  <a:lnTo>
                    <a:pt x="86055" y="6153952"/>
                  </a:lnTo>
                  <a:lnTo>
                    <a:pt x="86149" y="6153952"/>
                  </a:lnTo>
                  <a:lnTo>
                    <a:pt x="86243" y="6153952"/>
                  </a:lnTo>
                  <a:lnTo>
                    <a:pt x="86337" y="6153952"/>
                  </a:lnTo>
                  <a:lnTo>
                    <a:pt x="86431" y="6153952"/>
                  </a:lnTo>
                  <a:lnTo>
                    <a:pt x="86525" y="6153952"/>
                  </a:lnTo>
                  <a:lnTo>
                    <a:pt x="86620" y="6153952"/>
                  </a:lnTo>
                  <a:lnTo>
                    <a:pt x="86714" y="6153952"/>
                  </a:lnTo>
                  <a:lnTo>
                    <a:pt x="86808" y="6153952"/>
                  </a:lnTo>
                  <a:lnTo>
                    <a:pt x="86902" y="6153952"/>
                  </a:lnTo>
                  <a:lnTo>
                    <a:pt x="86996" y="6153952"/>
                  </a:lnTo>
                  <a:lnTo>
                    <a:pt x="87090" y="6153952"/>
                  </a:lnTo>
                  <a:lnTo>
                    <a:pt x="87184" y="6153952"/>
                  </a:lnTo>
                  <a:lnTo>
                    <a:pt x="87279" y="6153952"/>
                  </a:lnTo>
                  <a:lnTo>
                    <a:pt x="87373" y="6153952"/>
                  </a:lnTo>
                  <a:lnTo>
                    <a:pt x="87467" y="6153952"/>
                  </a:lnTo>
                  <a:lnTo>
                    <a:pt x="87561" y="6153952"/>
                  </a:lnTo>
                  <a:lnTo>
                    <a:pt x="87655" y="6153952"/>
                  </a:lnTo>
                  <a:lnTo>
                    <a:pt x="87749" y="6153952"/>
                  </a:lnTo>
                  <a:lnTo>
                    <a:pt x="87843" y="6153952"/>
                  </a:lnTo>
                  <a:lnTo>
                    <a:pt x="87938" y="6153952"/>
                  </a:lnTo>
                  <a:lnTo>
                    <a:pt x="88032" y="6153952"/>
                  </a:lnTo>
                  <a:lnTo>
                    <a:pt x="88126" y="6153952"/>
                  </a:lnTo>
                  <a:lnTo>
                    <a:pt x="88220" y="6153952"/>
                  </a:lnTo>
                  <a:lnTo>
                    <a:pt x="88314" y="6153952"/>
                  </a:lnTo>
                  <a:lnTo>
                    <a:pt x="88408" y="6153952"/>
                  </a:lnTo>
                  <a:lnTo>
                    <a:pt x="88503" y="6153952"/>
                  </a:lnTo>
                  <a:lnTo>
                    <a:pt x="88597" y="6153952"/>
                  </a:lnTo>
                  <a:lnTo>
                    <a:pt x="88691" y="6153952"/>
                  </a:lnTo>
                  <a:lnTo>
                    <a:pt x="88785" y="6153952"/>
                  </a:lnTo>
                  <a:lnTo>
                    <a:pt x="88879" y="6153952"/>
                  </a:lnTo>
                  <a:lnTo>
                    <a:pt x="88973" y="6153952"/>
                  </a:lnTo>
                  <a:lnTo>
                    <a:pt x="89067" y="6153952"/>
                  </a:lnTo>
                  <a:lnTo>
                    <a:pt x="89162" y="6153952"/>
                  </a:lnTo>
                  <a:lnTo>
                    <a:pt x="89256" y="6153952"/>
                  </a:lnTo>
                  <a:lnTo>
                    <a:pt x="89350" y="6153952"/>
                  </a:lnTo>
                  <a:lnTo>
                    <a:pt x="89444" y="6153952"/>
                  </a:lnTo>
                  <a:lnTo>
                    <a:pt x="89538" y="6153952"/>
                  </a:lnTo>
                  <a:lnTo>
                    <a:pt x="89632" y="6153952"/>
                  </a:lnTo>
                  <a:lnTo>
                    <a:pt x="89727" y="6153952"/>
                  </a:lnTo>
                  <a:lnTo>
                    <a:pt x="89821" y="6153952"/>
                  </a:lnTo>
                  <a:lnTo>
                    <a:pt x="89915" y="6153952"/>
                  </a:lnTo>
                  <a:lnTo>
                    <a:pt x="90009" y="6153952"/>
                  </a:lnTo>
                  <a:lnTo>
                    <a:pt x="90103" y="6153952"/>
                  </a:lnTo>
                  <a:lnTo>
                    <a:pt x="90197" y="6153952"/>
                  </a:lnTo>
                  <a:lnTo>
                    <a:pt x="90291" y="6153952"/>
                  </a:lnTo>
                  <a:lnTo>
                    <a:pt x="90386" y="6153952"/>
                  </a:lnTo>
                  <a:lnTo>
                    <a:pt x="90480" y="6153952"/>
                  </a:lnTo>
                  <a:lnTo>
                    <a:pt x="90574" y="6153952"/>
                  </a:lnTo>
                  <a:lnTo>
                    <a:pt x="90668" y="6153952"/>
                  </a:lnTo>
                  <a:lnTo>
                    <a:pt x="90762" y="6153952"/>
                  </a:lnTo>
                  <a:lnTo>
                    <a:pt x="90856" y="6153952"/>
                  </a:lnTo>
                  <a:lnTo>
                    <a:pt x="90951" y="6153952"/>
                  </a:lnTo>
                  <a:lnTo>
                    <a:pt x="91045" y="6153952"/>
                  </a:lnTo>
                  <a:lnTo>
                    <a:pt x="91139" y="6153952"/>
                  </a:lnTo>
                  <a:lnTo>
                    <a:pt x="91233" y="6153952"/>
                  </a:lnTo>
                  <a:lnTo>
                    <a:pt x="91327" y="6153952"/>
                  </a:lnTo>
                  <a:lnTo>
                    <a:pt x="91421" y="6153952"/>
                  </a:lnTo>
                  <a:lnTo>
                    <a:pt x="91421" y="6149041"/>
                  </a:lnTo>
                  <a:lnTo>
                    <a:pt x="91515" y="6149041"/>
                  </a:lnTo>
                  <a:lnTo>
                    <a:pt x="91610" y="6149041"/>
                  </a:lnTo>
                  <a:lnTo>
                    <a:pt x="91704" y="6149041"/>
                  </a:lnTo>
                  <a:lnTo>
                    <a:pt x="91798" y="6149041"/>
                  </a:lnTo>
                  <a:lnTo>
                    <a:pt x="91892" y="6149041"/>
                  </a:lnTo>
                  <a:lnTo>
                    <a:pt x="91986" y="6149041"/>
                  </a:lnTo>
                  <a:lnTo>
                    <a:pt x="92080" y="6149041"/>
                  </a:lnTo>
                  <a:lnTo>
                    <a:pt x="92174" y="6149041"/>
                  </a:lnTo>
                  <a:lnTo>
                    <a:pt x="92269" y="6149041"/>
                  </a:lnTo>
                  <a:lnTo>
                    <a:pt x="92363" y="6149041"/>
                  </a:lnTo>
                  <a:lnTo>
                    <a:pt x="92457" y="6149041"/>
                  </a:lnTo>
                  <a:lnTo>
                    <a:pt x="92551" y="6149041"/>
                  </a:lnTo>
                  <a:lnTo>
                    <a:pt x="92645" y="6149041"/>
                  </a:lnTo>
                  <a:lnTo>
                    <a:pt x="92739" y="6149041"/>
                  </a:lnTo>
                  <a:lnTo>
                    <a:pt x="92834" y="6149041"/>
                  </a:lnTo>
                  <a:lnTo>
                    <a:pt x="92928" y="6149041"/>
                  </a:lnTo>
                  <a:lnTo>
                    <a:pt x="93022" y="6149041"/>
                  </a:lnTo>
                  <a:lnTo>
                    <a:pt x="93116" y="6149041"/>
                  </a:lnTo>
                  <a:lnTo>
                    <a:pt x="93210" y="6149041"/>
                  </a:lnTo>
                  <a:lnTo>
                    <a:pt x="93304" y="6149041"/>
                  </a:lnTo>
                  <a:lnTo>
                    <a:pt x="93398" y="6149041"/>
                  </a:lnTo>
                  <a:lnTo>
                    <a:pt x="93493" y="6149041"/>
                  </a:lnTo>
                  <a:lnTo>
                    <a:pt x="93587" y="6149041"/>
                  </a:lnTo>
                  <a:lnTo>
                    <a:pt x="93681" y="6149041"/>
                  </a:lnTo>
                  <a:lnTo>
                    <a:pt x="93775" y="6149041"/>
                  </a:lnTo>
                  <a:lnTo>
                    <a:pt x="93869" y="6149041"/>
                  </a:lnTo>
                  <a:lnTo>
                    <a:pt x="93963" y="6149041"/>
                  </a:lnTo>
                  <a:lnTo>
                    <a:pt x="94058" y="6149041"/>
                  </a:lnTo>
                  <a:lnTo>
                    <a:pt x="94152" y="6149041"/>
                  </a:lnTo>
                  <a:lnTo>
                    <a:pt x="94246" y="6149041"/>
                  </a:lnTo>
                  <a:lnTo>
                    <a:pt x="94340" y="6149041"/>
                  </a:lnTo>
                  <a:lnTo>
                    <a:pt x="94434" y="6149041"/>
                  </a:lnTo>
                  <a:lnTo>
                    <a:pt x="94528" y="6149041"/>
                  </a:lnTo>
                  <a:lnTo>
                    <a:pt x="94622" y="6149041"/>
                  </a:lnTo>
                  <a:lnTo>
                    <a:pt x="94717" y="6149041"/>
                  </a:lnTo>
                  <a:lnTo>
                    <a:pt x="94811" y="6149041"/>
                  </a:lnTo>
                  <a:lnTo>
                    <a:pt x="94905" y="6149041"/>
                  </a:lnTo>
                  <a:lnTo>
                    <a:pt x="94999" y="6149041"/>
                  </a:lnTo>
                  <a:lnTo>
                    <a:pt x="95093" y="6149041"/>
                  </a:lnTo>
                  <a:lnTo>
                    <a:pt x="95187" y="6149041"/>
                  </a:lnTo>
                  <a:lnTo>
                    <a:pt x="95282" y="6149041"/>
                  </a:lnTo>
                  <a:lnTo>
                    <a:pt x="95376" y="6149041"/>
                  </a:lnTo>
                  <a:lnTo>
                    <a:pt x="95470" y="6149041"/>
                  </a:lnTo>
                  <a:lnTo>
                    <a:pt x="95564" y="6149041"/>
                  </a:lnTo>
                  <a:lnTo>
                    <a:pt x="95658" y="6149041"/>
                  </a:lnTo>
                  <a:lnTo>
                    <a:pt x="95752" y="6149041"/>
                  </a:lnTo>
                  <a:lnTo>
                    <a:pt x="95846" y="6149041"/>
                  </a:lnTo>
                  <a:lnTo>
                    <a:pt x="95941" y="6149041"/>
                  </a:lnTo>
                  <a:lnTo>
                    <a:pt x="96035" y="6149041"/>
                  </a:lnTo>
                  <a:lnTo>
                    <a:pt x="96129" y="6149041"/>
                  </a:lnTo>
                  <a:lnTo>
                    <a:pt x="96223" y="6149041"/>
                  </a:lnTo>
                  <a:lnTo>
                    <a:pt x="96317" y="6149041"/>
                  </a:lnTo>
                  <a:lnTo>
                    <a:pt x="96411" y="6149041"/>
                  </a:lnTo>
                  <a:lnTo>
                    <a:pt x="96505" y="6149041"/>
                  </a:lnTo>
                  <a:lnTo>
                    <a:pt x="96600" y="6149041"/>
                  </a:lnTo>
                  <a:lnTo>
                    <a:pt x="96694" y="6149041"/>
                  </a:lnTo>
                  <a:lnTo>
                    <a:pt x="96788" y="6149041"/>
                  </a:lnTo>
                  <a:lnTo>
                    <a:pt x="96788" y="6144130"/>
                  </a:lnTo>
                  <a:lnTo>
                    <a:pt x="96882" y="6144130"/>
                  </a:lnTo>
                  <a:lnTo>
                    <a:pt x="96882" y="6139218"/>
                  </a:lnTo>
                  <a:lnTo>
                    <a:pt x="96976" y="6139218"/>
                  </a:lnTo>
                  <a:lnTo>
                    <a:pt x="96976" y="6134307"/>
                  </a:lnTo>
                  <a:lnTo>
                    <a:pt x="97070" y="6134307"/>
                  </a:lnTo>
                  <a:lnTo>
                    <a:pt x="97165" y="6134307"/>
                  </a:lnTo>
                  <a:lnTo>
                    <a:pt x="97259" y="6134307"/>
                  </a:lnTo>
                  <a:lnTo>
                    <a:pt x="97353" y="6134307"/>
                  </a:lnTo>
                  <a:lnTo>
                    <a:pt x="97447" y="6134307"/>
                  </a:lnTo>
                  <a:lnTo>
                    <a:pt x="97541" y="6134307"/>
                  </a:lnTo>
                  <a:lnTo>
                    <a:pt x="97635" y="6134307"/>
                  </a:lnTo>
                  <a:lnTo>
                    <a:pt x="97729" y="6134307"/>
                  </a:lnTo>
                  <a:lnTo>
                    <a:pt x="97824" y="6134307"/>
                  </a:lnTo>
                  <a:lnTo>
                    <a:pt x="97918" y="6134307"/>
                  </a:lnTo>
                  <a:lnTo>
                    <a:pt x="98012" y="6134307"/>
                  </a:lnTo>
                  <a:lnTo>
                    <a:pt x="98106" y="6134307"/>
                  </a:lnTo>
                  <a:lnTo>
                    <a:pt x="98200" y="6134307"/>
                  </a:lnTo>
                  <a:lnTo>
                    <a:pt x="98294" y="6134307"/>
                  </a:lnTo>
                  <a:lnTo>
                    <a:pt x="98389" y="6134307"/>
                  </a:lnTo>
                  <a:lnTo>
                    <a:pt x="98483" y="6134307"/>
                  </a:lnTo>
                  <a:lnTo>
                    <a:pt x="98577" y="6134307"/>
                  </a:lnTo>
                  <a:lnTo>
                    <a:pt x="98671" y="6134307"/>
                  </a:lnTo>
                  <a:lnTo>
                    <a:pt x="98765" y="6134307"/>
                  </a:lnTo>
                  <a:lnTo>
                    <a:pt x="98859" y="6134307"/>
                  </a:lnTo>
                  <a:lnTo>
                    <a:pt x="98953" y="6134307"/>
                  </a:lnTo>
                  <a:lnTo>
                    <a:pt x="99048" y="6134307"/>
                  </a:lnTo>
                  <a:lnTo>
                    <a:pt x="99142" y="6134307"/>
                  </a:lnTo>
                  <a:lnTo>
                    <a:pt x="99236" y="6134307"/>
                  </a:lnTo>
                  <a:lnTo>
                    <a:pt x="99330" y="6134307"/>
                  </a:lnTo>
                  <a:lnTo>
                    <a:pt x="99424" y="6134307"/>
                  </a:lnTo>
                  <a:lnTo>
                    <a:pt x="99518" y="6134307"/>
                  </a:lnTo>
                  <a:lnTo>
                    <a:pt x="99613" y="6134307"/>
                  </a:lnTo>
                  <a:lnTo>
                    <a:pt x="99707" y="6134307"/>
                  </a:lnTo>
                  <a:lnTo>
                    <a:pt x="99801" y="6134307"/>
                  </a:lnTo>
                  <a:lnTo>
                    <a:pt x="99895" y="6134307"/>
                  </a:lnTo>
                  <a:lnTo>
                    <a:pt x="99989" y="6134307"/>
                  </a:lnTo>
                  <a:lnTo>
                    <a:pt x="100083" y="6134307"/>
                  </a:lnTo>
                  <a:lnTo>
                    <a:pt x="100177" y="6134307"/>
                  </a:lnTo>
                  <a:lnTo>
                    <a:pt x="100272" y="6134307"/>
                  </a:lnTo>
                  <a:lnTo>
                    <a:pt x="100366" y="6134307"/>
                  </a:lnTo>
                  <a:lnTo>
                    <a:pt x="100366" y="6129395"/>
                  </a:lnTo>
                  <a:lnTo>
                    <a:pt x="100460" y="6129395"/>
                  </a:lnTo>
                  <a:lnTo>
                    <a:pt x="100554" y="6129395"/>
                  </a:lnTo>
                  <a:lnTo>
                    <a:pt x="100648" y="6129395"/>
                  </a:lnTo>
                  <a:lnTo>
                    <a:pt x="100742" y="6129395"/>
                  </a:lnTo>
                  <a:lnTo>
                    <a:pt x="100836" y="6129395"/>
                  </a:lnTo>
                  <a:lnTo>
                    <a:pt x="100931" y="6129395"/>
                  </a:lnTo>
                  <a:lnTo>
                    <a:pt x="101025" y="6129395"/>
                  </a:lnTo>
                  <a:lnTo>
                    <a:pt x="101119" y="6129395"/>
                  </a:lnTo>
                  <a:lnTo>
                    <a:pt x="101213" y="6129395"/>
                  </a:lnTo>
                  <a:lnTo>
                    <a:pt x="101307" y="6129395"/>
                  </a:lnTo>
                  <a:lnTo>
                    <a:pt x="101401" y="6129395"/>
                  </a:lnTo>
                  <a:lnTo>
                    <a:pt x="101496" y="6129395"/>
                  </a:lnTo>
                  <a:lnTo>
                    <a:pt x="101590" y="6129395"/>
                  </a:lnTo>
                  <a:lnTo>
                    <a:pt x="101684" y="6129395"/>
                  </a:lnTo>
                  <a:lnTo>
                    <a:pt x="101778" y="6129395"/>
                  </a:lnTo>
                  <a:lnTo>
                    <a:pt x="101872" y="6129395"/>
                  </a:lnTo>
                  <a:lnTo>
                    <a:pt x="101966" y="6129395"/>
                  </a:lnTo>
                  <a:lnTo>
                    <a:pt x="102060" y="6129395"/>
                  </a:lnTo>
                  <a:lnTo>
                    <a:pt x="102155" y="6129395"/>
                  </a:lnTo>
                  <a:lnTo>
                    <a:pt x="102249" y="6129395"/>
                  </a:lnTo>
                  <a:lnTo>
                    <a:pt x="102343" y="6129395"/>
                  </a:lnTo>
                  <a:lnTo>
                    <a:pt x="102437" y="6129395"/>
                  </a:lnTo>
                  <a:lnTo>
                    <a:pt x="102531" y="6129395"/>
                  </a:lnTo>
                  <a:lnTo>
                    <a:pt x="102625" y="6129395"/>
                  </a:lnTo>
                  <a:lnTo>
                    <a:pt x="102720" y="6129395"/>
                  </a:lnTo>
                  <a:lnTo>
                    <a:pt x="102814" y="6129395"/>
                  </a:lnTo>
                  <a:lnTo>
                    <a:pt x="102908" y="6129395"/>
                  </a:lnTo>
                  <a:lnTo>
                    <a:pt x="103002" y="6129395"/>
                  </a:lnTo>
                  <a:lnTo>
                    <a:pt x="103096" y="6129395"/>
                  </a:lnTo>
                  <a:lnTo>
                    <a:pt x="103190" y="6129395"/>
                  </a:lnTo>
                  <a:lnTo>
                    <a:pt x="103284" y="6129395"/>
                  </a:lnTo>
                  <a:lnTo>
                    <a:pt x="103379" y="6129395"/>
                  </a:lnTo>
                  <a:lnTo>
                    <a:pt x="103473" y="6129395"/>
                  </a:lnTo>
                  <a:lnTo>
                    <a:pt x="103473" y="6124484"/>
                  </a:lnTo>
                  <a:lnTo>
                    <a:pt x="103567" y="6124484"/>
                  </a:lnTo>
                  <a:lnTo>
                    <a:pt x="103661" y="6124484"/>
                  </a:lnTo>
                  <a:lnTo>
                    <a:pt x="103755" y="6124484"/>
                  </a:lnTo>
                  <a:lnTo>
                    <a:pt x="103849" y="6124484"/>
                  </a:lnTo>
                  <a:lnTo>
                    <a:pt x="103944" y="6124484"/>
                  </a:lnTo>
                  <a:lnTo>
                    <a:pt x="104038" y="6124484"/>
                  </a:lnTo>
                  <a:lnTo>
                    <a:pt x="104132" y="6124484"/>
                  </a:lnTo>
                  <a:lnTo>
                    <a:pt x="104226" y="6124484"/>
                  </a:lnTo>
                  <a:lnTo>
                    <a:pt x="104320" y="6124484"/>
                  </a:lnTo>
                  <a:lnTo>
                    <a:pt x="104414" y="6124484"/>
                  </a:lnTo>
                  <a:lnTo>
                    <a:pt x="104508" y="6124484"/>
                  </a:lnTo>
                  <a:lnTo>
                    <a:pt x="104603" y="6124484"/>
                  </a:lnTo>
                  <a:lnTo>
                    <a:pt x="104697" y="6124484"/>
                  </a:lnTo>
                  <a:lnTo>
                    <a:pt x="104791" y="6124484"/>
                  </a:lnTo>
                  <a:lnTo>
                    <a:pt x="104885" y="6124484"/>
                  </a:lnTo>
                  <a:lnTo>
                    <a:pt x="104885" y="6119573"/>
                  </a:lnTo>
                  <a:lnTo>
                    <a:pt x="104979" y="6119573"/>
                  </a:lnTo>
                  <a:lnTo>
                    <a:pt x="105073" y="6119573"/>
                  </a:lnTo>
                  <a:lnTo>
                    <a:pt x="105167" y="6119573"/>
                  </a:lnTo>
                  <a:lnTo>
                    <a:pt x="105262" y="6119573"/>
                  </a:lnTo>
                  <a:lnTo>
                    <a:pt x="105356" y="6119573"/>
                  </a:lnTo>
                  <a:lnTo>
                    <a:pt x="105450" y="6119573"/>
                  </a:lnTo>
                  <a:lnTo>
                    <a:pt x="105544" y="6119573"/>
                  </a:lnTo>
                  <a:lnTo>
                    <a:pt x="105638" y="6119573"/>
                  </a:lnTo>
                  <a:lnTo>
                    <a:pt x="105732" y="6119573"/>
                  </a:lnTo>
                  <a:lnTo>
                    <a:pt x="105827" y="6119573"/>
                  </a:lnTo>
                  <a:lnTo>
                    <a:pt x="105921" y="6119573"/>
                  </a:lnTo>
                  <a:lnTo>
                    <a:pt x="106015" y="6119573"/>
                  </a:lnTo>
                  <a:lnTo>
                    <a:pt x="106015" y="6114661"/>
                  </a:lnTo>
                  <a:lnTo>
                    <a:pt x="106109" y="6114661"/>
                  </a:lnTo>
                  <a:lnTo>
                    <a:pt x="106203" y="6114661"/>
                  </a:lnTo>
                  <a:lnTo>
                    <a:pt x="106297" y="6114661"/>
                  </a:lnTo>
                  <a:lnTo>
                    <a:pt x="106391" y="6114661"/>
                  </a:lnTo>
                  <a:lnTo>
                    <a:pt x="106486" y="6114661"/>
                  </a:lnTo>
                  <a:lnTo>
                    <a:pt x="106580" y="6114661"/>
                  </a:lnTo>
                  <a:lnTo>
                    <a:pt x="106674" y="6114661"/>
                  </a:lnTo>
                  <a:lnTo>
                    <a:pt x="106768" y="6114661"/>
                  </a:lnTo>
                  <a:lnTo>
                    <a:pt x="106862" y="6114661"/>
                  </a:lnTo>
                  <a:lnTo>
                    <a:pt x="106956" y="6114661"/>
                  </a:lnTo>
                  <a:lnTo>
                    <a:pt x="107051" y="6114661"/>
                  </a:lnTo>
                  <a:lnTo>
                    <a:pt x="107145" y="6114661"/>
                  </a:lnTo>
                  <a:lnTo>
                    <a:pt x="107239" y="6114661"/>
                  </a:lnTo>
                  <a:lnTo>
                    <a:pt x="107333" y="6114661"/>
                  </a:lnTo>
                  <a:lnTo>
                    <a:pt x="107427" y="6114661"/>
                  </a:lnTo>
                  <a:lnTo>
                    <a:pt x="107521" y="6114661"/>
                  </a:lnTo>
                  <a:lnTo>
                    <a:pt x="107615" y="6114661"/>
                  </a:lnTo>
                  <a:lnTo>
                    <a:pt x="107710" y="6114661"/>
                  </a:lnTo>
                  <a:lnTo>
                    <a:pt x="107804" y="6114661"/>
                  </a:lnTo>
                  <a:lnTo>
                    <a:pt x="107898" y="6114661"/>
                  </a:lnTo>
                  <a:lnTo>
                    <a:pt x="107992" y="6114661"/>
                  </a:lnTo>
                  <a:lnTo>
                    <a:pt x="108086" y="6114661"/>
                  </a:lnTo>
                  <a:lnTo>
                    <a:pt x="108180" y="6114661"/>
                  </a:lnTo>
                  <a:lnTo>
                    <a:pt x="108275" y="6114661"/>
                  </a:lnTo>
                  <a:lnTo>
                    <a:pt x="108369" y="6114661"/>
                  </a:lnTo>
                  <a:lnTo>
                    <a:pt x="108463" y="6114661"/>
                  </a:lnTo>
                  <a:lnTo>
                    <a:pt x="108463" y="6109750"/>
                  </a:lnTo>
                  <a:lnTo>
                    <a:pt x="108557" y="6109750"/>
                  </a:lnTo>
                  <a:lnTo>
                    <a:pt x="108557" y="6104839"/>
                  </a:lnTo>
                  <a:lnTo>
                    <a:pt x="108651" y="6104839"/>
                  </a:lnTo>
                  <a:lnTo>
                    <a:pt x="108745" y="6104839"/>
                  </a:lnTo>
                  <a:lnTo>
                    <a:pt x="108839" y="6104839"/>
                  </a:lnTo>
                  <a:lnTo>
                    <a:pt x="108934" y="6104839"/>
                  </a:lnTo>
                  <a:lnTo>
                    <a:pt x="109028" y="6104839"/>
                  </a:lnTo>
                  <a:lnTo>
                    <a:pt x="109122" y="6104839"/>
                  </a:lnTo>
                  <a:lnTo>
                    <a:pt x="109216" y="6104839"/>
                  </a:lnTo>
                  <a:lnTo>
                    <a:pt x="109310" y="6104839"/>
                  </a:lnTo>
                  <a:lnTo>
                    <a:pt x="109310" y="6099927"/>
                  </a:lnTo>
                  <a:lnTo>
                    <a:pt x="109404" y="6099927"/>
                  </a:lnTo>
                  <a:lnTo>
                    <a:pt x="109498" y="6099927"/>
                  </a:lnTo>
                  <a:lnTo>
                    <a:pt x="109593" y="6099927"/>
                  </a:lnTo>
                  <a:lnTo>
                    <a:pt x="109687" y="6099927"/>
                  </a:lnTo>
                  <a:lnTo>
                    <a:pt x="109781" y="6099927"/>
                  </a:lnTo>
                  <a:lnTo>
                    <a:pt x="109875" y="6099927"/>
                  </a:lnTo>
                  <a:lnTo>
                    <a:pt x="109969" y="6099927"/>
                  </a:lnTo>
                  <a:lnTo>
                    <a:pt x="110063" y="6099927"/>
                  </a:lnTo>
                  <a:lnTo>
                    <a:pt x="110158" y="6099927"/>
                  </a:lnTo>
                  <a:lnTo>
                    <a:pt x="110252" y="6099927"/>
                  </a:lnTo>
                  <a:lnTo>
                    <a:pt x="110346" y="6099927"/>
                  </a:lnTo>
                  <a:lnTo>
                    <a:pt x="110440" y="6099927"/>
                  </a:lnTo>
                  <a:lnTo>
                    <a:pt x="110534" y="6099927"/>
                  </a:lnTo>
                  <a:lnTo>
                    <a:pt x="110628" y="6099927"/>
                  </a:lnTo>
                  <a:lnTo>
                    <a:pt x="110722" y="6099927"/>
                  </a:lnTo>
                  <a:lnTo>
                    <a:pt x="110817" y="6099927"/>
                  </a:lnTo>
                  <a:lnTo>
                    <a:pt x="110911" y="6099927"/>
                  </a:lnTo>
                  <a:lnTo>
                    <a:pt x="111005" y="6099927"/>
                  </a:lnTo>
                  <a:lnTo>
                    <a:pt x="111099" y="6099927"/>
                  </a:lnTo>
                  <a:lnTo>
                    <a:pt x="111193" y="6099927"/>
                  </a:lnTo>
                  <a:lnTo>
                    <a:pt x="111287" y="6099927"/>
                  </a:lnTo>
                  <a:lnTo>
                    <a:pt x="111382" y="6099927"/>
                  </a:lnTo>
                  <a:lnTo>
                    <a:pt x="111476" y="6099927"/>
                  </a:lnTo>
                  <a:lnTo>
                    <a:pt x="111570" y="6099927"/>
                  </a:lnTo>
                  <a:lnTo>
                    <a:pt x="111664" y="6099927"/>
                  </a:lnTo>
                  <a:lnTo>
                    <a:pt x="111758" y="6099927"/>
                  </a:lnTo>
                  <a:lnTo>
                    <a:pt x="111852" y="6099927"/>
                  </a:lnTo>
                  <a:lnTo>
                    <a:pt x="111946" y="6099927"/>
                  </a:lnTo>
                  <a:lnTo>
                    <a:pt x="112041" y="6099927"/>
                  </a:lnTo>
                  <a:lnTo>
                    <a:pt x="112041" y="6095016"/>
                  </a:lnTo>
                  <a:lnTo>
                    <a:pt x="112135" y="6095016"/>
                  </a:lnTo>
                  <a:lnTo>
                    <a:pt x="112229" y="6095016"/>
                  </a:lnTo>
                  <a:lnTo>
                    <a:pt x="112323" y="6095016"/>
                  </a:lnTo>
                  <a:lnTo>
                    <a:pt x="112417" y="6095016"/>
                  </a:lnTo>
                  <a:lnTo>
                    <a:pt x="112417" y="6090104"/>
                  </a:lnTo>
                  <a:lnTo>
                    <a:pt x="112511" y="6090104"/>
                  </a:lnTo>
                  <a:lnTo>
                    <a:pt x="112606" y="6090104"/>
                  </a:lnTo>
                  <a:lnTo>
                    <a:pt x="112700" y="6090104"/>
                  </a:lnTo>
                  <a:lnTo>
                    <a:pt x="112794" y="6090104"/>
                  </a:lnTo>
                  <a:lnTo>
                    <a:pt x="112888" y="6090104"/>
                  </a:lnTo>
                  <a:lnTo>
                    <a:pt x="112982" y="6090104"/>
                  </a:lnTo>
                  <a:lnTo>
                    <a:pt x="113076" y="6090104"/>
                  </a:lnTo>
                  <a:lnTo>
                    <a:pt x="113170" y="6090104"/>
                  </a:lnTo>
                  <a:lnTo>
                    <a:pt x="113265" y="6090104"/>
                  </a:lnTo>
                  <a:lnTo>
                    <a:pt x="113359" y="6090104"/>
                  </a:lnTo>
                  <a:lnTo>
                    <a:pt x="113453" y="6090104"/>
                  </a:lnTo>
                  <a:lnTo>
                    <a:pt x="113547" y="6090104"/>
                  </a:lnTo>
                  <a:lnTo>
                    <a:pt x="113641" y="6090104"/>
                  </a:lnTo>
                  <a:lnTo>
                    <a:pt x="113641" y="6085193"/>
                  </a:lnTo>
                  <a:lnTo>
                    <a:pt x="113735" y="6085193"/>
                  </a:lnTo>
                  <a:lnTo>
                    <a:pt x="113829" y="6085193"/>
                  </a:lnTo>
                  <a:lnTo>
                    <a:pt x="113924" y="6085193"/>
                  </a:lnTo>
                  <a:lnTo>
                    <a:pt x="114018" y="6085193"/>
                  </a:lnTo>
                  <a:lnTo>
                    <a:pt x="114112" y="6085193"/>
                  </a:lnTo>
                  <a:lnTo>
                    <a:pt x="114206" y="6085193"/>
                  </a:lnTo>
                  <a:lnTo>
                    <a:pt x="114300" y="6085193"/>
                  </a:lnTo>
                  <a:lnTo>
                    <a:pt x="114394" y="6085193"/>
                  </a:lnTo>
                  <a:lnTo>
                    <a:pt x="114489" y="6085193"/>
                  </a:lnTo>
                  <a:lnTo>
                    <a:pt x="114583" y="6085193"/>
                  </a:lnTo>
                  <a:lnTo>
                    <a:pt x="114677" y="6085193"/>
                  </a:lnTo>
                  <a:lnTo>
                    <a:pt x="114771" y="6085193"/>
                  </a:lnTo>
                  <a:lnTo>
                    <a:pt x="114865" y="6085193"/>
                  </a:lnTo>
                  <a:lnTo>
                    <a:pt x="114959" y="6085193"/>
                  </a:lnTo>
                  <a:lnTo>
                    <a:pt x="115053" y="6085193"/>
                  </a:lnTo>
                  <a:lnTo>
                    <a:pt x="115148" y="6085193"/>
                  </a:lnTo>
                  <a:lnTo>
                    <a:pt x="115242" y="6085193"/>
                  </a:lnTo>
                  <a:lnTo>
                    <a:pt x="115336" y="6085193"/>
                  </a:lnTo>
                  <a:lnTo>
                    <a:pt x="115430" y="6085193"/>
                  </a:lnTo>
                  <a:lnTo>
                    <a:pt x="115524" y="6085193"/>
                  </a:lnTo>
                  <a:lnTo>
                    <a:pt x="115618" y="6085193"/>
                  </a:lnTo>
                  <a:lnTo>
                    <a:pt x="115713" y="6085193"/>
                  </a:lnTo>
                  <a:lnTo>
                    <a:pt x="115807" y="6085193"/>
                  </a:lnTo>
                  <a:lnTo>
                    <a:pt x="115901" y="6085193"/>
                  </a:lnTo>
                  <a:lnTo>
                    <a:pt x="115995" y="6085193"/>
                  </a:lnTo>
                  <a:lnTo>
                    <a:pt x="116089" y="6085193"/>
                  </a:lnTo>
                  <a:lnTo>
                    <a:pt x="116089" y="6080282"/>
                  </a:lnTo>
                  <a:lnTo>
                    <a:pt x="116183" y="6080282"/>
                  </a:lnTo>
                  <a:lnTo>
                    <a:pt x="116277" y="6080282"/>
                  </a:lnTo>
                  <a:lnTo>
                    <a:pt x="116372" y="6080282"/>
                  </a:lnTo>
                  <a:lnTo>
                    <a:pt x="116466" y="6080282"/>
                  </a:lnTo>
                  <a:lnTo>
                    <a:pt x="116560" y="6080282"/>
                  </a:lnTo>
                  <a:lnTo>
                    <a:pt x="116654" y="6080282"/>
                  </a:lnTo>
                  <a:lnTo>
                    <a:pt x="116748" y="6080282"/>
                  </a:lnTo>
                  <a:lnTo>
                    <a:pt x="116842" y="6080282"/>
                  </a:lnTo>
                  <a:lnTo>
                    <a:pt x="116937" y="6080282"/>
                  </a:lnTo>
                  <a:lnTo>
                    <a:pt x="117031" y="6080282"/>
                  </a:lnTo>
                  <a:lnTo>
                    <a:pt x="117125" y="6080282"/>
                  </a:lnTo>
                  <a:lnTo>
                    <a:pt x="117219" y="6080282"/>
                  </a:lnTo>
                  <a:lnTo>
                    <a:pt x="117313" y="6080282"/>
                  </a:lnTo>
                  <a:lnTo>
                    <a:pt x="117407" y="6080282"/>
                  </a:lnTo>
                  <a:lnTo>
                    <a:pt x="117501" y="6080282"/>
                  </a:lnTo>
                  <a:lnTo>
                    <a:pt x="117501" y="6075370"/>
                  </a:lnTo>
                  <a:lnTo>
                    <a:pt x="117596" y="6075370"/>
                  </a:lnTo>
                  <a:lnTo>
                    <a:pt x="117690" y="6075370"/>
                  </a:lnTo>
                  <a:lnTo>
                    <a:pt x="117784" y="6075370"/>
                  </a:lnTo>
                  <a:lnTo>
                    <a:pt x="117878" y="6075370"/>
                  </a:lnTo>
                  <a:lnTo>
                    <a:pt x="117972" y="6075370"/>
                  </a:lnTo>
                  <a:lnTo>
                    <a:pt x="118066" y="6075370"/>
                  </a:lnTo>
                  <a:lnTo>
                    <a:pt x="118160" y="6075370"/>
                  </a:lnTo>
                  <a:lnTo>
                    <a:pt x="118255" y="6075370"/>
                  </a:lnTo>
                  <a:lnTo>
                    <a:pt x="118349" y="6075370"/>
                  </a:lnTo>
                  <a:lnTo>
                    <a:pt x="118443" y="6075370"/>
                  </a:lnTo>
                  <a:lnTo>
                    <a:pt x="118537" y="6075370"/>
                  </a:lnTo>
                  <a:lnTo>
                    <a:pt x="118631" y="6075370"/>
                  </a:lnTo>
                  <a:lnTo>
                    <a:pt x="118725" y="6075370"/>
                  </a:lnTo>
                  <a:lnTo>
                    <a:pt x="118820" y="6075370"/>
                  </a:lnTo>
                  <a:lnTo>
                    <a:pt x="118914" y="6075370"/>
                  </a:lnTo>
                  <a:lnTo>
                    <a:pt x="119008" y="6075370"/>
                  </a:lnTo>
                  <a:lnTo>
                    <a:pt x="119102" y="6075370"/>
                  </a:lnTo>
                  <a:lnTo>
                    <a:pt x="119196" y="6075370"/>
                  </a:lnTo>
                  <a:lnTo>
                    <a:pt x="119290" y="6075370"/>
                  </a:lnTo>
                  <a:lnTo>
                    <a:pt x="119384" y="6075370"/>
                  </a:lnTo>
                  <a:lnTo>
                    <a:pt x="119479" y="6075370"/>
                  </a:lnTo>
                  <a:lnTo>
                    <a:pt x="119573" y="6075370"/>
                  </a:lnTo>
                  <a:lnTo>
                    <a:pt x="119667" y="6075370"/>
                  </a:lnTo>
                  <a:lnTo>
                    <a:pt x="119761" y="6075370"/>
                  </a:lnTo>
                  <a:lnTo>
                    <a:pt x="119855" y="6075370"/>
                  </a:lnTo>
                  <a:lnTo>
                    <a:pt x="119949" y="6075370"/>
                  </a:lnTo>
                  <a:lnTo>
                    <a:pt x="120044" y="6075370"/>
                  </a:lnTo>
                  <a:lnTo>
                    <a:pt x="120138" y="6075370"/>
                  </a:lnTo>
                  <a:lnTo>
                    <a:pt x="120232" y="6075370"/>
                  </a:lnTo>
                  <a:lnTo>
                    <a:pt x="120326" y="6075370"/>
                  </a:lnTo>
                  <a:lnTo>
                    <a:pt x="120326" y="6070459"/>
                  </a:lnTo>
                  <a:lnTo>
                    <a:pt x="120420" y="6070459"/>
                  </a:lnTo>
                  <a:lnTo>
                    <a:pt x="120514" y="6070459"/>
                  </a:lnTo>
                  <a:lnTo>
                    <a:pt x="120608" y="6070459"/>
                  </a:lnTo>
                  <a:lnTo>
                    <a:pt x="120703" y="6070459"/>
                  </a:lnTo>
                  <a:lnTo>
                    <a:pt x="120797" y="6070459"/>
                  </a:lnTo>
                  <a:lnTo>
                    <a:pt x="120891" y="6070459"/>
                  </a:lnTo>
                  <a:lnTo>
                    <a:pt x="120985" y="6070459"/>
                  </a:lnTo>
                  <a:lnTo>
                    <a:pt x="121079" y="6070459"/>
                  </a:lnTo>
                  <a:lnTo>
                    <a:pt x="121173" y="6070459"/>
                  </a:lnTo>
                  <a:lnTo>
                    <a:pt x="121268" y="6070459"/>
                  </a:lnTo>
                  <a:lnTo>
                    <a:pt x="121362" y="6070459"/>
                  </a:lnTo>
                  <a:lnTo>
                    <a:pt x="121456" y="6070459"/>
                  </a:lnTo>
                  <a:lnTo>
                    <a:pt x="121550" y="6070459"/>
                  </a:lnTo>
                  <a:lnTo>
                    <a:pt x="121644" y="6070459"/>
                  </a:lnTo>
                  <a:lnTo>
                    <a:pt x="121738" y="6070459"/>
                  </a:lnTo>
                  <a:lnTo>
                    <a:pt x="121832" y="6070459"/>
                  </a:lnTo>
                  <a:lnTo>
                    <a:pt x="121927" y="6070459"/>
                  </a:lnTo>
                  <a:lnTo>
                    <a:pt x="122021" y="6070459"/>
                  </a:lnTo>
                  <a:lnTo>
                    <a:pt x="122115" y="6070459"/>
                  </a:lnTo>
                  <a:lnTo>
                    <a:pt x="122209" y="6070459"/>
                  </a:lnTo>
                  <a:lnTo>
                    <a:pt x="122303" y="6070459"/>
                  </a:lnTo>
                  <a:lnTo>
                    <a:pt x="122397" y="6070459"/>
                  </a:lnTo>
                  <a:lnTo>
                    <a:pt x="122491" y="6070459"/>
                  </a:lnTo>
                  <a:lnTo>
                    <a:pt x="122586" y="6070459"/>
                  </a:lnTo>
                  <a:lnTo>
                    <a:pt x="122680" y="6070459"/>
                  </a:lnTo>
                  <a:lnTo>
                    <a:pt x="122774" y="6070459"/>
                  </a:lnTo>
                  <a:lnTo>
                    <a:pt x="122868" y="6070459"/>
                  </a:lnTo>
                  <a:lnTo>
                    <a:pt x="122962" y="6070459"/>
                  </a:lnTo>
                  <a:lnTo>
                    <a:pt x="123056" y="6070459"/>
                  </a:lnTo>
                  <a:lnTo>
                    <a:pt x="123151" y="6070459"/>
                  </a:lnTo>
                  <a:lnTo>
                    <a:pt x="123245" y="6070459"/>
                  </a:lnTo>
                  <a:lnTo>
                    <a:pt x="123339" y="6070459"/>
                  </a:lnTo>
                  <a:lnTo>
                    <a:pt x="123433" y="6070459"/>
                  </a:lnTo>
                  <a:lnTo>
                    <a:pt x="123527" y="6070459"/>
                  </a:lnTo>
                  <a:lnTo>
                    <a:pt x="123621" y="6070459"/>
                  </a:lnTo>
                  <a:lnTo>
                    <a:pt x="123715" y="6070459"/>
                  </a:lnTo>
                  <a:lnTo>
                    <a:pt x="123810" y="6070459"/>
                  </a:lnTo>
                  <a:lnTo>
                    <a:pt x="123904" y="6070459"/>
                  </a:lnTo>
                  <a:lnTo>
                    <a:pt x="123998" y="6070459"/>
                  </a:lnTo>
                  <a:lnTo>
                    <a:pt x="124092" y="6070459"/>
                  </a:lnTo>
                  <a:lnTo>
                    <a:pt x="124186" y="6070459"/>
                  </a:lnTo>
                  <a:lnTo>
                    <a:pt x="124280" y="6070459"/>
                  </a:lnTo>
                  <a:lnTo>
                    <a:pt x="124375" y="6070459"/>
                  </a:lnTo>
                  <a:lnTo>
                    <a:pt x="124469" y="6070459"/>
                  </a:lnTo>
                  <a:lnTo>
                    <a:pt x="124563" y="6070459"/>
                  </a:lnTo>
                  <a:lnTo>
                    <a:pt x="124657" y="6070459"/>
                  </a:lnTo>
                  <a:lnTo>
                    <a:pt x="124751" y="6070459"/>
                  </a:lnTo>
                  <a:lnTo>
                    <a:pt x="124845" y="6070459"/>
                  </a:lnTo>
                  <a:lnTo>
                    <a:pt x="124939" y="6070459"/>
                  </a:lnTo>
                  <a:lnTo>
                    <a:pt x="125034" y="6070459"/>
                  </a:lnTo>
                  <a:lnTo>
                    <a:pt x="125128" y="6070459"/>
                  </a:lnTo>
                  <a:lnTo>
                    <a:pt x="125222" y="6070459"/>
                  </a:lnTo>
                  <a:lnTo>
                    <a:pt x="125316" y="6070459"/>
                  </a:lnTo>
                  <a:lnTo>
                    <a:pt x="125410" y="6070459"/>
                  </a:lnTo>
                  <a:lnTo>
                    <a:pt x="125504" y="6070459"/>
                  </a:lnTo>
                  <a:lnTo>
                    <a:pt x="125599" y="6070459"/>
                  </a:lnTo>
                  <a:lnTo>
                    <a:pt x="125693" y="6070459"/>
                  </a:lnTo>
                  <a:lnTo>
                    <a:pt x="125787" y="6070459"/>
                  </a:lnTo>
                  <a:lnTo>
                    <a:pt x="125881" y="6070459"/>
                  </a:lnTo>
                  <a:lnTo>
                    <a:pt x="125975" y="6070459"/>
                  </a:lnTo>
                  <a:lnTo>
                    <a:pt x="126069" y="6070459"/>
                  </a:lnTo>
                  <a:lnTo>
                    <a:pt x="126163" y="6070459"/>
                  </a:lnTo>
                  <a:lnTo>
                    <a:pt x="126258" y="6070459"/>
                  </a:lnTo>
                  <a:lnTo>
                    <a:pt x="126352" y="6070459"/>
                  </a:lnTo>
                  <a:lnTo>
                    <a:pt x="126352" y="6065548"/>
                  </a:lnTo>
                  <a:lnTo>
                    <a:pt x="126446" y="6065548"/>
                  </a:lnTo>
                  <a:lnTo>
                    <a:pt x="126540" y="6065548"/>
                  </a:lnTo>
                  <a:lnTo>
                    <a:pt x="126634" y="6065548"/>
                  </a:lnTo>
                  <a:lnTo>
                    <a:pt x="126728" y="6065548"/>
                  </a:lnTo>
                  <a:lnTo>
                    <a:pt x="126822" y="6065548"/>
                  </a:lnTo>
                  <a:lnTo>
                    <a:pt x="126917" y="6065548"/>
                  </a:lnTo>
                  <a:lnTo>
                    <a:pt x="127011" y="6065548"/>
                  </a:lnTo>
                  <a:lnTo>
                    <a:pt x="127105" y="6065548"/>
                  </a:lnTo>
                  <a:lnTo>
                    <a:pt x="127199" y="6065548"/>
                  </a:lnTo>
                  <a:lnTo>
                    <a:pt x="127293" y="6065548"/>
                  </a:lnTo>
                  <a:lnTo>
                    <a:pt x="127387" y="6065548"/>
                  </a:lnTo>
                  <a:lnTo>
                    <a:pt x="127482" y="6065548"/>
                  </a:lnTo>
                  <a:lnTo>
                    <a:pt x="127576" y="6065548"/>
                  </a:lnTo>
                  <a:lnTo>
                    <a:pt x="127670" y="6065548"/>
                  </a:lnTo>
                  <a:lnTo>
                    <a:pt x="127764" y="6065548"/>
                  </a:lnTo>
                  <a:lnTo>
                    <a:pt x="127858" y="6065548"/>
                  </a:lnTo>
                  <a:lnTo>
                    <a:pt x="127858" y="6060636"/>
                  </a:lnTo>
                  <a:lnTo>
                    <a:pt x="127952" y="6060636"/>
                  </a:lnTo>
                  <a:lnTo>
                    <a:pt x="128046" y="6060636"/>
                  </a:lnTo>
                  <a:lnTo>
                    <a:pt x="128141" y="6060636"/>
                  </a:lnTo>
                  <a:lnTo>
                    <a:pt x="128235" y="6060636"/>
                  </a:lnTo>
                  <a:lnTo>
                    <a:pt x="128329" y="6060636"/>
                  </a:lnTo>
                  <a:lnTo>
                    <a:pt x="128329" y="6055725"/>
                  </a:lnTo>
                  <a:lnTo>
                    <a:pt x="128423" y="6055725"/>
                  </a:lnTo>
                  <a:lnTo>
                    <a:pt x="128517" y="6055725"/>
                  </a:lnTo>
                  <a:lnTo>
                    <a:pt x="128611" y="6055725"/>
                  </a:lnTo>
                  <a:lnTo>
                    <a:pt x="128706" y="6055725"/>
                  </a:lnTo>
                  <a:lnTo>
                    <a:pt x="128800" y="6055725"/>
                  </a:lnTo>
                  <a:lnTo>
                    <a:pt x="128894" y="6055725"/>
                  </a:lnTo>
                  <a:lnTo>
                    <a:pt x="128988" y="6055725"/>
                  </a:lnTo>
                  <a:lnTo>
                    <a:pt x="129082" y="6055725"/>
                  </a:lnTo>
                  <a:lnTo>
                    <a:pt x="129176" y="6055725"/>
                  </a:lnTo>
                  <a:lnTo>
                    <a:pt x="129270" y="6055725"/>
                  </a:lnTo>
                  <a:lnTo>
                    <a:pt x="129365" y="6055725"/>
                  </a:lnTo>
                  <a:lnTo>
                    <a:pt x="129459" y="6055725"/>
                  </a:lnTo>
                  <a:lnTo>
                    <a:pt x="129553" y="6055725"/>
                  </a:lnTo>
                  <a:lnTo>
                    <a:pt x="129647" y="6055725"/>
                  </a:lnTo>
                  <a:lnTo>
                    <a:pt x="129741" y="6055725"/>
                  </a:lnTo>
                  <a:lnTo>
                    <a:pt x="129835" y="6055725"/>
                  </a:lnTo>
                  <a:lnTo>
                    <a:pt x="129930" y="6055725"/>
                  </a:lnTo>
                  <a:lnTo>
                    <a:pt x="130024" y="6055725"/>
                  </a:lnTo>
                  <a:lnTo>
                    <a:pt x="130118" y="6055725"/>
                  </a:lnTo>
                  <a:lnTo>
                    <a:pt x="130212" y="6055725"/>
                  </a:lnTo>
                  <a:lnTo>
                    <a:pt x="130306" y="6055725"/>
                  </a:lnTo>
                  <a:lnTo>
                    <a:pt x="130400" y="6055725"/>
                  </a:lnTo>
                  <a:lnTo>
                    <a:pt x="130494" y="6055725"/>
                  </a:lnTo>
                  <a:lnTo>
                    <a:pt x="130589" y="6055725"/>
                  </a:lnTo>
                  <a:lnTo>
                    <a:pt x="130683" y="6055725"/>
                  </a:lnTo>
                  <a:lnTo>
                    <a:pt x="130777" y="6055725"/>
                  </a:lnTo>
                  <a:lnTo>
                    <a:pt x="130871" y="6055725"/>
                  </a:lnTo>
                  <a:lnTo>
                    <a:pt x="130965" y="6055725"/>
                  </a:lnTo>
                  <a:lnTo>
                    <a:pt x="131059" y="6055725"/>
                  </a:lnTo>
                  <a:lnTo>
                    <a:pt x="131153" y="6055725"/>
                  </a:lnTo>
                  <a:lnTo>
                    <a:pt x="131248" y="6055725"/>
                  </a:lnTo>
                  <a:lnTo>
                    <a:pt x="131248" y="6050813"/>
                  </a:lnTo>
                  <a:lnTo>
                    <a:pt x="131342" y="6050813"/>
                  </a:lnTo>
                  <a:lnTo>
                    <a:pt x="131436" y="6050813"/>
                  </a:lnTo>
                  <a:lnTo>
                    <a:pt x="131530" y="6050813"/>
                  </a:lnTo>
                  <a:lnTo>
                    <a:pt x="131624" y="6050813"/>
                  </a:lnTo>
                  <a:lnTo>
                    <a:pt x="131718" y="6050813"/>
                  </a:lnTo>
                  <a:lnTo>
                    <a:pt x="131813" y="6050813"/>
                  </a:lnTo>
                  <a:lnTo>
                    <a:pt x="131907" y="6050813"/>
                  </a:lnTo>
                  <a:lnTo>
                    <a:pt x="132001" y="6050813"/>
                  </a:lnTo>
                  <a:lnTo>
                    <a:pt x="132095" y="6050813"/>
                  </a:lnTo>
                  <a:lnTo>
                    <a:pt x="132189" y="6050813"/>
                  </a:lnTo>
                  <a:lnTo>
                    <a:pt x="132283" y="6050813"/>
                  </a:lnTo>
                  <a:lnTo>
                    <a:pt x="132377" y="6050813"/>
                  </a:lnTo>
                  <a:lnTo>
                    <a:pt x="132472" y="6050813"/>
                  </a:lnTo>
                  <a:lnTo>
                    <a:pt x="132566" y="6050813"/>
                  </a:lnTo>
                  <a:lnTo>
                    <a:pt x="132660" y="6050813"/>
                  </a:lnTo>
                  <a:lnTo>
                    <a:pt x="132754" y="6050813"/>
                  </a:lnTo>
                  <a:lnTo>
                    <a:pt x="132848" y="6050813"/>
                  </a:lnTo>
                  <a:lnTo>
                    <a:pt x="132942" y="6050813"/>
                  </a:lnTo>
                  <a:lnTo>
                    <a:pt x="133037" y="6050813"/>
                  </a:lnTo>
                  <a:lnTo>
                    <a:pt x="133131" y="6050813"/>
                  </a:lnTo>
                  <a:lnTo>
                    <a:pt x="133225" y="6050813"/>
                  </a:lnTo>
                  <a:lnTo>
                    <a:pt x="133319" y="6050813"/>
                  </a:lnTo>
                  <a:lnTo>
                    <a:pt x="133413" y="6050813"/>
                  </a:lnTo>
                  <a:lnTo>
                    <a:pt x="133507" y="6050813"/>
                  </a:lnTo>
                  <a:lnTo>
                    <a:pt x="133601" y="6050813"/>
                  </a:lnTo>
                  <a:lnTo>
                    <a:pt x="133696" y="6050813"/>
                  </a:lnTo>
                  <a:lnTo>
                    <a:pt x="133790" y="6050813"/>
                  </a:lnTo>
                  <a:lnTo>
                    <a:pt x="133884" y="6050813"/>
                  </a:lnTo>
                  <a:lnTo>
                    <a:pt x="133978" y="6050813"/>
                  </a:lnTo>
                  <a:lnTo>
                    <a:pt x="134072" y="6050813"/>
                  </a:lnTo>
                  <a:lnTo>
                    <a:pt x="134166" y="6050813"/>
                  </a:lnTo>
                  <a:lnTo>
                    <a:pt x="134261" y="6050813"/>
                  </a:lnTo>
                  <a:lnTo>
                    <a:pt x="134355" y="6050813"/>
                  </a:lnTo>
                  <a:lnTo>
                    <a:pt x="134449" y="6050813"/>
                  </a:lnTo>
                  <a:lnTo>
                    <a:pt x="134543" y="6050813"/>
                  </a:lnTo>
                  <a:lnTo>
                    <a:pt x="134637" y="6050813"/>
                  </a:lnTo>
                  <a:lnTo>
                    <a:pt x="134731" y="6050813"/>
                  </a:lnTo>
                  <a:lnTo>
                    <a:pt x="134825" y="6050813"/>
                  </a:lnTo>
                  <a:lnTo>
                    <a:pt x="134920" y="6050813"/>
                  </a:lnTo>
                  <a:lnTo>
                    <a:pt x="135014" y="6050813"/>
                  </a:lnTo>
                  <a:lnTo>
                    <a:pt x="135108" y="6050813"/>
                  </a:lnTo>
                  <a:lnTo>
                    <a:pt x="135202" y="6050813"/>
                  </a:lnTo>
                  <a:lnTo>
                    <a:pt x="135296" y="6050813"/>
                  </a:lnTo>
                  <a:lnTo>
                    <a:pt x="135390" y="6050813"/>
                  </a:lnTo>
                  <a:lnTo>
                    <a:pt x="135485" y="6050813"/>
                  </a:lnTo>
                  <a:lnTo>
                    <a:pt x="135579" y="6050813"/>
                  </a:lnTo>
                  <a:lnTo>
                    <a:pt x="135673" y="6050813"/>
                  </a:lnTo>
                  <a:lnTo>
                    <a:pt x="135767" y="6050813"/>
                  </a:lnTo>
                  <a:lnTo>
                    <a:pt x="135861" y="6050813"/>
                  </a:lnTo>
                  <a:lnTo>
                    <a:pt x="135955" y="6050813"/>
                  </a:lnTo>
                  <a:lnTo>
                    <a:pt x="135955" y="6045902"/>
                  </a:lnTo>
                  <a:lnTo>
                    <a:pt x="136049" y="6045902"/>
                  </a:lnTo>
                  <a:lnTo>
                    <a:pt x="136144" y="6045902"/>
                  </a:lnTo>
                  <a:lnTo>
                    <a:pt x="136238" y="6045902"/>
                  </a:lnTo>
                  <a:lnTo>
                    <a:pt x="136332" y="6045902"/>
                  </a:lnTo>
                  <a:lnTo>
                    <a:pt x="136332" y="6040991"/>
                  </a:lnTo>
                  <a:lnTo>
                    <a:pt x="136426" y="6040991"/>
                  </a:lnTo>
                  <a:lnTo>
                    <a:pt x="136520" y="6040991"/>
                  </a:lnTo>
                  <a:lnTo>
                    <a:pt x="136614" y="6040991"/>
                  </a:lnTo>
                  <a:lnTo>
                    <a:pt x="136708" y="6040991"/>
                  </a:lnTo>
                  <a:lnTo>
                    <a:pt x="136803" y="6040991"/>
                  </a:lnTo>
                  <a:lnTo>
                    <a:pt x="136897" y="6040991"/>
                  </a:lnTo>
                  <a:lnTo>
                    <a:pt x="136991" y="6040991"/>
                  </a:lnTo>
                  <a:lnTo>
                    <a:pt x="137085" y="6040991"/>
                  </a:lnTo>
                  <a:lnTo>
                    <a:pt x="137179" y="6040991"/>
                  </a:lnTo>
                  <a:lnTo>
                    <a:pt x="137273" y="6040991"/>
                  </a:lnTo>
                  <a:lnTo>
                    <a:pt x="137368" y="6040991"/>
                  </a:lnTo>
                  <a:lnTo>
                    <a:pt x="137462" y="6040991"/>
                  </a:lnTo>
                  <a:lnTo>
                    <a:pt x="137556" y="6040991"/>
                  </a:lnTo>
                  <a:lnTo>
                    <a:pt x="137650" y="6040991"/>
                  </a:lnTo>
                  <a:lnTo>
                    <a:pt x="137744" y="6040991"/>
                  </a:lnTo>
                  <a:lnTo>
                    <a:pt x="137838" y="6040991"/>
                  </a:lnTo>
                  <a:lnTo>
                    <a:pt x="137932" y="6040991"/>
                  </a:lnTo>
                  <a:lnTo>
                    <a:pt x="138027" y="6040991"/>
                  </a:lnTo>
                  <a:lnTo>
                    <a:pt x="138121" y="6040991"/>
                  </a:lnTo>
                  <a:lnTo>
                    <a:pt x="138121" y="6036079"/>
                  </a:lnTo>
                  <a:lnTo>
                    <a:pt x="138215" y="6036079"/>
                  </a:lnTo>
                  <a:lnTo>
                    <a:pt x="138309" y="6036079"/>
                  </a:lnTo>
                  <a:lnTo>
                    <a:pt x="138403" y="6036079"/>
                  </a:lnTo>
                  <a:lnTo>
                    <a:pt x="138497" y="6036079"/>
                  </a:lnTo>
                  <a:lnTo>
                    <a:pt x="138592" y="6036079"/>
                  </a:lnTo>
                  <a:lnTo>
                    <a:pt x="138686" y="6036079"/>
                  </a:lnTo>
                  <a:lnTo>
                    <a:pt x="138780" y="6036079"/>
                  </a:lnTo>
                  <a:lnTo>
                    <a:pt x="138874" y="6036079"/>
                  </a:lnTo>
                  <a:lnTo>
                    <a:pt x="138968" y="6036079"/>
                  </a:lnTo>
                  <a:lnTo>
                    <a:pt x="139062" y="6036079"/>
                  </a:lnTo>
                  <a:lnTo>
                    <a:pt x="139156" y="6036079"/>
                  </a:lnTo>
                  <a:lnTo>
                    <a:pt x="139251" y="6036079"/>
                  </a:lnTo>
                  <a:lnTo>
                    <a:pt x="139345" y="6036079"/>
                  </a:lnTo>
                  <a:lnTo>
                    <a:pt x="139439" y="6036079"/>
                  </a:lnTo>
                  <a:lnTo>
                    <a:pt x="139533" y="6036079"/>
                  </a:lnTo>
                  <a:lnTo>
                    <a:pt x="139627" y="6036079"/>
                  </a:lnTo>
                  <a:lnTo>
                    <a:pt x="139721" y="6036079"/>
                  </a:lnTo>
                  <a:lnTo>
                    <a:pt x="139816" y="6036079"/>
                  </a:lnTo>
                  <a:lnTo>
                    <a:pt x="139910" y="6036079"/>
                  </a:lnTo>
                  <a:lnTo>
                    <a:pt x="140004" y="6036079"/>
                  </a:lnTo>
                  <a:lnTo>
                    <a:pt x="140098" y="6036079"/>
                  </a:lnTo>
                  <a:lnTo>
                    <a:pt x="140192" y="6036079"/>
                  </a:lnTo>
                  <a:lnTo>
                    <a:pt x="140286" y="6036079"/>
                  </a:lnTo>
                  <a:lnTo>
                    <a:pt x="140380" y="6036079"/>
                  </a:lnTo>
                  <a:lnTo>
                    <a:pt x="140475" y="6036079"/>
                  </a:lnTo>
                  <a:lnTo>
                    <a:pt x="140569" y="6036079"/>
                  </a:lnTo>
                  <a:lnTo>
                    <a:pt x="140663" y="6036079"/>
                  </a:lnTo>
                  <a:lnTo>
                    <a:pt x="140757" y="6036079"/>
                  </a:lnTo>
                  <a:lnTo>
                    <a:pt x="140851" y="6036079"/>
                  </a:lnTo>
                  <a:lnTo>
                    <a:pt x="140945" y="6036079"/>
                  </a:lnTo>
                  <a:lnTo>
                    <a:pt x="141039" y="6036079"/>
                  </a:lnTo>
                  <a:lnTo>
                    <a:pt x="141134" y="6036079"/>
                  </a:lnTo>
                  <a:lnTo>
                    <a:pt x="141228" y="6036079"/>
                  </a:lnTo>
                  <a:lnTo>
                    <a:pt x="141228" y="6031168"/>
                  </a:lnTo>
                  <a:lnTo>
                    <a:pt x="141322" y="6031168"/>
                  </a:lnTo>
                  <a:lnTo>
                    <a:pt x="141416" y="6031168"/>
                  </a:lnTo>
                  <a:lnTo>
                    <a:pt x="141510" y="6031168"/>
                  </a:lnTo>
                  <a:lnTo>
                    <a:pt x="141510" y="6026257"/>
                  </a:lnTo>
                  <a:lnTo>
                    <a:pt x="141604" y="6026257"/>
                  </a:lnTo>
                  <a:lnTo>
                    <a:pt x="141604" y="6021345"/>
                  </a:lnTo>
                  <a:lnTo>
                    <a:pt x="141699" y="6021345"/>
                  </a:lnTo>
                  <a:lnTo>
                    <a:pt x="141793" y="6021345"/>
                  </a:lnTo>
                  <a:lnTo>
                    <a:pt x="141887" y="6021345"/>
                  </a:lnTo>
                  <a:lnTo>
                    <a:pt x="141981" y="6021345"/>
                  </a:lnTo>
                  <a:lnTo>
                    <a:pt x="142075" y="6021345"/>
                  </a:lnTo>
                  <a:lnTo>
                    <a:pt x="142169" y="6021345"/>
                  </a:lnTo>
                  <a:lnTo>
                    <a:pt x="142263" y="6021345"/>
                  </a:lnTo>
                  <a:lnTo>
                    <a:pt x="142358" y="6021345"/>
                  </a:lnTo>
                  <a:lnTo>
                    <a:pt x="142452" y="6021345"/>
                  </a:lnTo>
                  <a:lnTo>
                    <a:pt x="142546" y="6021345"/>
                  </a:lnTo>
                  <a:lnTo>
                    <a:pt x="142640" y="6021345"/>
                  </a:lnTo>
                  <a:lnTo>
                    <a:pt x="142734" y="6021345"/>
                  </a:lnTo>
                  <a:lnTo>
                    <a:pt x="142828" y="6021345"/>
                  </a:lnTo>
                  <a:lnTo>
                    <a:pt x="142923" y="6021345"/>
                  </a:lnTo>
                  <a:lnTo>
                    <a:pt x="143017" y="6021345"/>
                  </a:lnTo>
                  <a:lnTo>
                    <a:pt x="143111" y="6021345"/>
                  </a:lnTo>
                  <a:lnTo>
                    <a:pt x="143205" y="6021345"/>
                  </a:lnTo>
                  <a:lnTo>
                    <a:pt x="143299" y="6021345"/>
                  </a:lnTo>
                  <a:lnTo>
                    <a:pt x="143393" y="6021345"/>
                  </a:lnTo>
                  <a:lnTo>
                    <a:pt x="143487" y="6021345"/>
                  </a:lnTo>
                  <a:lnTo>
                    <a:pt x="143582" y="6021345"/>
                  </a:lnTo>
                  <a:lnTo>
                    <a:pt x="143676" y="6021345"/>
                  </a:lnTo>
                  <a:lnTo>
                    <a:pt x="143770" y="6021345"/>
                  </a:lnTo>
                  <a:lnTo>
                    <a:pt x="143864" y="6021345"/>
                  </a:lnTo>
                  <a:lnTo>
                    <a:pt x="143958" y="6021345"/>
                  </a:lnTo>
                  <a:lnTo>
                    <a:pt x="144052" y="6021345"/>
                  </a:lnTo>
                  <a:lnTo>
                    <a:pt x="144147" y="6021345"/>
                  </a:lnTo>
                  <a:lnTo>
                    <a:pt x="144241" y="6021345"/>
                  </a:lnTo>
                  <a:lnTo>
                    <a:pt x="144335" y="6021345"/>
                  </a:lnTo>
                  <a:lnTo>
                    <a:pt x="144429" y="6021345"/>
                  </a:lnTo>
                  <a:lnTo>
                    <a:pt x="144523" y="6021345"/>
                  </a:lnTo>
                  <a:lnTo>
                    <a:pt x="144617" y="6021345"/>
                  </a:lnTo>
                  <a:lnTo>
                    <a:pt x="144711" y="6021345"/>
                  </a:lnTo>
                  <a:lnTo>
                    <a:pt x="144806" y="6021345"/>
                  </a:lnTo>
                  <a:lnTo>
                    <a:pt x="144900" y="6021345"/>
                  </a:lnTo>
                  <a:lnTo>
                    <a:pt x="144994" y="6021345"/>
                  </a:lnTo>
                  <a:lnTo>
                    <a:pt x="145088" y="6021345"/>
                  </a:lnTo>
                  <a:lnTo>
                    <a:pt x="145182" y="6021345"/>
                  </a:lnTo>
                  <a:lnTo>
                    <a:pt x="145276" y="6021345"/>
                  </a:lnTo>
                  <a:lnTo>
                    <a:pt x="145370" y="6021345"/>
                  </a:lnTo>
                  <a:lnTo>
                    <a:pt x="145465" y="6021345"/>
                  </a:lnTo>
                  <a:lnTo>
                    <a:pt x="145559" y="6021345"/>
                  </a:lnTo>
                  <a:lnTo>
                    <a:pt x="145653" y="6021345"/>
                  </a:lnTo>
                  <a:lnTo>
                    <a:pt x="145747" y="6021345"/>
                  </a:lnTo>
                  <a:lnTo>
                    <a:pt x="145841" y="6021345"/>
                  </a:lnTo>
                  <a:lnTo>
                    <a:pt x="145935" y="6021345"/>
                  </a:lnTo>
                  <a:lnTo>
                    <a:pt x="146030" y="6021345"/>
                  </a:lnTo>
                  <a:lnTo>
                    <a:pt x="146124" y="6021345"/>
                  </a:lnTo>
                  <a:lnTo>
                    <a:pt x="146218" y="6021345"/>
                  </a:lnTo>
                  <a:lnTo>
                    <a:pt x="146312" y="6021345"/>
                  </a:lnTo>
                  <a:lnTo>
                    <a:pt x="146406" y="6021345"/>
                  </a:lnTo>
                  <a:lnTo>
                    <a:pt x="146500" y="6021345"/>
                  </a:lnTo>
                  <a:lnTo>
                    <a:pt x="146594" y="6021345"/>
                  </a:lnTo>
                  <a:lnTo>
                    <a:pt x="146689" y="6021345"/>
                  </a:lnTo>
                  <a:lnTo>
                    <a:pt x="146783" y="6021345"/>
                  </a:lnTo>
                  <a:lnTo>
                    <a:pt x="146877" y="6021345"/>
                  </a:lnTo>
                  <a:lnTo>
                    <a:pt x="146971" y="6021345"/>
                  </a:lnTo>
                  <a:lnTo>
                    <a:pt x="147065" y="6021345"/>
                  </a:lnTo>
                  <a:lnTo>
                    <a:pt x="147159" y="6021345"/>
                  </a:lnTo>
                  <a:lnTo>
                    <a:pt x="147254" y="6021345"/>
                  </a:lnTo>
                  <a:lnTo>
                    <a:pt x="147348" y="6021345"/>
                  </a:lnTo>
                  <a:lnTo>
                    <a:pt x="147442" y="6021345"/>
                  </a:lnTo>
                  <a:lnTo>
                    <a:pt x="147536" y="6021345"/>
                  </a:lnTo>
                  <a:lnTo>
                    <a:pt x="147630" y="6021345"/>
                  </a:lnTo>
                  <a:lnTo>
                    <a:pt x="147724" y="6021345"/>
                  </a:lnTo>
                  <a:lnTo>
                    <a:pt x="147818" y="6021345"/>
                  </a:lnTo>
                  <a:lnTo>
                    <a:pt x="147913" y="6021345"/>
                  </a:lnTo>
                  <a:lnTo>
                    <a:pt x="148007" y="6021345"/>
                  </a:lnTo>
                  <a:lnTo>
                    <a:pt x="148101" y="6021345"/>
                  </a:lnTo>
                  <a:lnTo>
                    <a:pt x="148195" y="6021345"/>
                  </a:lnTo>
                  <a:lnTo>
                    <a:pt x="148289" y="6021345"/>
                  </a:lnTo>
                  <a:lnTo>
                    <a:pt x="148383" y="6021345"/>
                  </a:lnTo>
                  <a:lnTo>
                    <a:pt x="148478" y="6021345"/>
                  </a:lnTo>
                  <a:lnTo>
                    <a:pt x="148572" y="6021345"/>
                  </a:lnTo>
                  <a:lnTo>
                    <a:pt x="148666" y="6021345"/>
                  </a:lnTo>
                  <a:lnTo>
                    <a:pt x="148760" y="6021345"/>
                  </a:lnTo>
                  <a:lnTo>
                    <a:pt x="148854" y="6021345"/>
                  </a:lnTo>
                  <a:lnTo>
                    <a:pt x="148948" y="6021345"/>
                  </a:lnTo>
                  <a:lnTo>
                    <a:pt x="149042" y="6021345"/>
                  </a:lnTo>
                  <a:lnTo>
                    <a:pt x="149137" y="6021345"/>
                  </a:lnTo>
                  <a:lnTo>
                    <a:pt x="149231" y="6021345"/>
                  </a:lnTo>
                  <a:lnTo>
                    <a:pt x="149325" y="6021345"/>
                  </a:lnTo>
                  <a:lnTo>
                    <a:pt x="149325" y="6016434"/>
                  </a:lnTo>
                  <a:lnTo>
                    <a:pt x="149419" y="6016434"/>
                  </a:lnTo>
                  <a:lnTo>
                    <a:pt x="149513" y="6016434"/>
                  </a:lnTo>
                  <a:lnTo>
                    <a:pt x="149607" y="6016434"/>
                  </a:lnTo>
                  <a:lnTo>
                    <a:pt x="149701" y="6016434"/>
                  </a:lnTo>
                  <a:lnTo>
                    <a:pt x="149796" y="6016434"/>
                  </a:lnTo>
                  <a:lnTo>
                    <a:pt x="149890" y="6016434"/>
                  </a:lnTo>
                  <a:lnTo>
                    <a:pt x="149984" y="6016434"/>
                  </a:lnTo>
                  <a:lnTo>
                    <a:pt x="150078" y="6016434"/>
                  </a:lnTo>
                  <a:lnTo>
                    <a:pt x="150172" y="6016434"/>
                  </a:lnTo>
                  <a:lnTo>
                    <a:pt x="150266" y="6016434"/>
                  </a:lnTo>
                  <a:lnTo>
                    <a:pt x="150361" y="6016434"/>
                  </a:lnTo>
                  <a:lnTo>
                    <a:pt x="150455" y="6016434"/>
                  </a:lnTo>
                  <a:lnTo>
                    <a:pt x="150549" y="6016434"/>
                  </a:lnTo>
                  <a:lnTo>
                    <a:pt x="150643" y="6016434"/>
                  </a:lnTo>
                  <a:lnTo>
                    <a:pt x="150737" y="6016434"/>
                  </a:lnTo>
                  <a:lnTo>
                    <a:pt x="150831" y="6016434"/>
                  </a:lnTo>
                  <a:lnTo>
                    <a:pt x="150925" y="6016434"/>
                  </a:lnTo>
                  <a:lnTo>
                    <a:pt x="151020" y="6016434"/>
                  </a:lnTo>
                  <a:lnTo>
                    <a:pt x="151114" y="6016434"/>
                  </a:lnTo>
                  <a:lnTo>
                    <a:pt x="151208" y="6016434"/>
                  </a:lnTo>
                  <a:lnTo>
                    <a:pt x="151302" y="6016434"/>
                  </a:lnTo>
                  <a:lnTo>
                    <a:pt x="151396" y="6016434"/>
                  </a:lnTo>
                  <a:lnTo>
                    <a:pt x="151490" y="6016434"/>
                  </a:lnTo>
                  <a:lnTo>
                    <a:pt x="151585" y="6016434"/>
                  </a:lnTo>
                  <a:lnTo>
                    <a:pt x="151679" y="6016434"/>
                  </a:lnTo>
                  <a:lnTo>
                    <a:pt x="151773" y="6016434"/>
                  </a:lnTo>
                  <a:lnTo>
                    <a:pt x="151867" y="6016434"/>
                  </a:lnTo>
                  <a:lnTo>
                    <a:pt x="151961" y="6016434"/>
                  </a:lnTo>
                  <a:lnTo>
                    <a:pt x="152055" y="6016434"/>
                  </a:lnTo>
                  <a:lnTo>
                    <a:pt x="152149" y="6016434"/>
                  </a:lnTo>
                  <a:lnTo>
                    <a:pt x="152244" y="6016434"/>
                  </a:lnTo>
                  <a:lnTo>
                    <a:pt x="152338" y="6016434"/>
                  </a:lnTo>
                  <a:lnTo>
                    <a:pt x="152432" y="6016434"/>
                  </a:lnTo>
                  <a:lnTo>
                    <a:pt x="152526" y="6016434"/>
                  </a:lnTo>
                  <a:lnTo>
                    <a:pt x="152620" y="6016434"/>
                  </a:lnTo>
                  <a:lnTo>
                    <a:pt x="152714" y="6016434"/>
                  </a:lnTo>
                  <a:lnTo>
                    <a:pt x="152809" y="6016434"/>
                  </a:lnTo>
                  <a:lnTo>
                    <a:pt x="152903" y="6016434"/>
                  </a:lnTo>
                  <a:lnTo>
                    <a:pt x="152997" y="6016434"/>
                  </a:lnTo>
                  <a:lnTo>
                    <a:pt x="153091" y="6016434"/>
                  </a:lnTo>
                  <a:lnTo>
                    <a:pt x="153185" y="6016434"/>
                  </a:lnTo>
                  <a:lnTo>
                    <a:pt x="153279" y="6016434"/>
                  </a:lnTo>
                  <a:lnTo>
                    <a:pt x="153373" y="6016434"/>
                  </a:lnTo>
                  <a:lnTo>
                    <a:pt x="153468" y="6016434"/>
                  </a:lnTo>
                  <a:lnTo>
                    <a:pt x="153562" y="6016434"/>
                  </a:lnTo>
                  <a:lnTo>
                    <a:pt x="153562" y="6011522"/>
                  </a:lnTo>
                  <a:lnTo>
                    <a:pt x="153562" y="6006611"/>
                  </a:lnTo>
                  <a:lnTo>
                    <a:pt x="153656" y="6006611"/>
                  </a:lnTo>
                  <a:lnTo>
                    <a:pt x="153750" y="6006611"/>
                  </a:lnTo>
                  <a:lnTo>
                    <a:pt x="153844" y="6006611"/>
                  </a:lnTo>
                  <a:lnTo>
                    <a:pt x="153938" y="6006611"/>
                  </a:lnTo>
                  <a:lnTo>
                    <a:pt x="154032" y="6006611"/>
                  </a:lnTo>
                  <a:lnTo>
                    <a:pt x="154127" y="6006611"/>
                  </a:lnTo>
                  <a:lnTo>
                    <a:pt x="154221" y="6006611"/>
                  </a:lnTo>
                  <a:lnTo>
                    <a:pt x="154315" y="6006611"/>
                  </a:lnTo>
                  <a:lnTo>
                    <a:pt x="154409" y="6006611"/>
                  </a:lnTo>
                  <a:lnTo>
                    <a:pt x="154503" y="6006611"/>
                  </a:lnTo>
                  <a:lnTo>
                    <a:pt x="154597" y="6006611"/>
                  </a:lnTo>
                  <a:lnTo>
                    <a:pt x="154692" y="6006611"/>
                  </a:lnTo>
                  <a:lnTo>
                    <a:pt x="154786" y="6006611"/>
                  </a:lnTo>
                  <a:lnTo>
                    <a:pt x="154880" y="6006611"/>
                  </a:lnTo>
                  <a:lnTo>
                    <a:pt x="154974" y="6006611"/>
                  </a:lnTo>
                  <a:lnTo>
                    <a:pt x="155068" y="6006611"/>
                  </a:lnTo>
                  <a:lnTo>
                    <a:pt x="155162" y="6006611"/>
                  </a:lnTo>
                  <a:lnTo>
                    <a:pt x="155256" y="6006611"/>
                  </a:lnTo>
                  <a:lnTo>
                    <a:pt x="155351" y="6006611"/>
                  </a:lnTo>
                  <a:lnTo>
                    <a:pt x="155445" y="6006611"/>
                  </a:lnTo>
                  <a:lnTo>
                    <a:pt x="155539" y="6006611"/>
                  </a:lnTo>
                  <a:lnTo>
                    <a:pt x="155633" y="6006611"/>
                  </a:lnTo>
                  <a:lnTo>
                    <a:pt x="155727" y="6006611"/>
                  </a:lnTo>
                  <a:lnTo>
                    <a:pt x="155821" y="6006611"/>
                  </a:lnTo>
                  <a:lnTo>
                    <a:pt x="155916" y="6006611"/>
                  </a:lnTo>
                  <a:lnTo>
                    <a:pt x="156010" y="6006611"/>
                  </a:lnTo>
                  <a:lnTo>
                    <a:pt x="156104" y="6006611"/>
                  </a:lnTo>
                  <a:lnTo>
                    <a:pt x="156198" y="6006611"/>
                  </a:lnTo>
                  <a:lnTo>
                    <a:pt x="156292" y="6006611"/>
                  </a:lnTo>
                  <a:lnTo>
                    <a:pt x="156292" y="6001700"/>
                  </a:lnTo>
                  <a:lnTo>
                    <a:pt x="156386" y="6001700"/>
                  </a:lnTo>
                  <a:lnTo>
                    <a:pt x="156480" y="6001700"/>
                  </a:lnTo>
                  <a:lnTo>
                    <a:pt x="156575" y="6001700"/>
                  </a:lnTo>
                  <a:lnTo>
                    <a:pt x="156669" y="6001700"/>
                  </a:lnTo>
                  <a:lnTo>
                    <a:pt x="156763" y="6001700"/>
                  </a:lnTo>
                  <a:lnTo>
                    <a:pt x="156857" y="6001700"/>
                  </a:lnTo>
                  <a:lnTo>
                    <a:pt x="156951" y="6001700"/>
                  </a:lnTo>
                  <a:lnTo>
                    <a:pt x="157045" y="6001700"/>
                  </a:lnTo>
                  <a:lnTo>
                    <a:pt x="157140" y="6001700"/>
                  </a:lnTo>
                  <a:lnTo>
                    <a:pt x="157234" y="6001700"/>
                  </a:lnTo>
                  <a:lnTo>
                    <a:pt x="157328" y="6001700"/>
                  </a:lnTo>
                  <a:lnTo>
                    <a:pt x="157422" y="6001700"/>
                  </a:lnTo>
                  <a:lnTo>
                    <a:pt x="157516" y="6001700"/>
                  </a:lnTo>
                  <a:lnTo>
                    <a:pt x="157610" y="6001700"/>
                  </a:lnTo>
                  <a:lnTo>
                    <a:pt x="157704" y="6001700"/>
                  </a:lnTo>
                  <a:lnTo>
                    <a:pt x="157799" y="6001700"/>
                  </a:lnTo>
                  <a:lnTo>
                    <a:pt x="157893" y="6001700"/>
                  </a:lnTo>
                  <a:lnTo>
                    <a:pt x="157987" y="6001700"/>
                  </a:lnTo>
                  <a:lnTo>
                    <a:pt x="158081" y="6001700"/>
                  </a:lnTo>
                  <a:lnTo>
                    <a:pt x="158175" y="6001700"/>
                  </a:lnTo>
                  <a:lnTo>
                    <a:pt x="158269" y="6001700"/>
                  </a:lnTo>
                  <a:lnTo>
                    <a:pt x="158363" y="6001700"/>
                  </a:lnTo>
                  <a:lnTo>
                    <a:pt x="158458" y="6001700"/>
                  </a:lnTo>
                  <a:lnTo>
                    <a:pt x="158552" y="6001700"/>
                  </a:lnTo>
                  <a:lnTo>
                    <a:pt x="158646" y="6001700"/>
                  </a:lnTo>
                  <a:lnTo>
                    <a:pt x="158740" y="6001700"/>
                  </a:lnTo>
                  <a:lnTo>
                    <a:pt x="158834" y="6001700"/>
                  </a:lnTo>
                  <a:lnTo>
                    <a:pt x="158928" y="6001700"/>
                  </a:lnTo>
                  <a:lnTo>
                    <a:pt x="159023" y="6001700"/>
                  </a:lnTo>
                  <a:lnTo>
                    <a:pt x="159117" y="6001700"/>
                  </a:lnTo>
                  <a:lnTo>
                    <a:pt x="159211" y="6001700"/>
                  </a:lnTo>
                  <a:lnTo>
                    <a:pt x="159305" y="6001700"/>
                  </a:lnTo>
                  <a:lnTo>
                    <a:pt x="159399" y="6001700"/>
                  </a:lnTo>
                  <a:lnTo>
                    <a:pt x="159493" y="6001700"/>
                  </a:lnTo>
                  <a:lnTo>
                    <a:pt x="159587" y="6001700"/>
                  </a:lnTo>
                  <a:lnTo>
                    <a:pt x="159682" y="6001700"/>
                  </a:lnTo>
                  <a:lnTo>
                    <a:pt x="159776" y="6001700"/>
                  </a:lnTo>
                  <a:lnTo>
                    <a:pt x="159870" y="6001700"/>
                  </a:lnTo>
                  <a:lnTo>
                    <a:pt x="159964" y="6001700"/>
                  </a:lnTo>
                  <a:lnTo>
                    <a:pt x="160058" y="6001700"/>
                  </a:lnTo>
                  <a:lnTo>
                    <a:pt x="160152" y="6001700"/>
                  </a:lnTo>
                  <a:lnTo>
                    <a:pt x="160247" y="6001700"/>
                  </a:lnTo>
                  <a:lnTo>
                    <a:pt x="160341" y="6001700"/>
                  </a:lnTo>
                  <a:lnTo>
                    <a:pt x="160435" y="6001700"/>
                  </a:lnTo>
                  <a:lnTo>
                    <a:pt x="160529" y="6001700"/>
                  </a:lnTo>
                  <a:lnTo>
                    <a:pt x="160623" y="6001700"/>
                  </a:lnTo>
                  <a:lnTo>
                    <a:pt x="160717" y="6001700"/>
                  </a:lnTo>
                  <a:lnTo>
                    <a:pt x="160811" y="6001700"/>
                  </a:lnTo>
                  <a:lnTo>
                    <a:pt x="160906" y="6001700"/>
                  </a:lnTo>
                  <a:lnTo>
                    <a:pt x="161000" y="6001700"/>
                  </a:lnTo>
                  <a:lnTo>
                    <a:pt x="161094" y="6001700"/>
                  </a:lnTo>
                  <a:lnTo>
                    <a:pt x="161188" y="6001700"/>
                  </a:lnTo>
                  <a:lnTo>
                    <a:pt x="161282" y="6001700"/>
                  </a:lnTo>
                  <a:lnTo>
                    <a:pt x="161376" y="6001700"/>
                  </a:lnTo>
                  <a:lnTo>
                    <a:pt x="161471" y="6001700"/>
                  </a:lnTo>
                  <a:lnTo>
                    <a:pt x="161565" y="6001700"/>
                  </a:lnTo>
                  <a:lnTo>
                    <a:pt x="161659" y="6001700"/>
                  </a:lnTo>
                  <a:lnTo>
                    <a:pt x="161753" y="6001700"/>
                  </a:lnTo>
                  <a:lnTo>
                    <a:pt x="161847" y="6001700"/>
                  </a:lnTo>
                  <a:lnTo>
                    <a:pt x="161941" y="6001700"/>
                  </a:lnTo>
                  <a:lnTo>
                    <a:pt x="162035" y="6001700"/>
                  </a:lnTo>
                  <a:lnTo>
                    <a:pt x="162130" y="6001700"/>
                  </a:lnTo>
                  <a:lnTo>
                    <a:pt x="162224" y="6001700"/>
                  </a:lnTo>
                  <a:lnTo>
                    <a:pt x="162318" y="6001700"/>
                  </a:lnTo>
                  <a:lnTo>
                    <a:pt x="162412" y="6001700"/>
                  </a:lnTo>
                  <a:lnTo>
                    <a:pt x="162506" y="6001700"/>
                  </a:lnTo>
                  <a:lnTo>
                    <a:pt x="162600" y="6001700"/>
                  </a:lnTo>
                  <a:lnTo>
                    <a:pt x="162694" y="6001700"/>
                  </a:lnTo>
                  <a:lnTo>
                    <a:pt x="162789" y="6001700"/>
                  </a:lnTo>
                  <a:lnTo>
                    <a:pt x="162883" y="6001700"/>
                  </a:lnTo>
                  <a:lnTo>
                    <a:pt x="162977" y="6001700"/>
                  </a:lnTo>
                  <a:lnTo>
                    <a:pt x="163071" y="6001700"/>
                  </a:lnTo>
                  <a:lnTo>
                    <a:pt x="163165" y="6001700"/>
                  </a:lnTo>
                  <a:lnTo>
                    <a:pt x="163259" y="6001700"/>
                  </a:lnTo>
                  <a:lnTo>
                    <a:pt x="163354" y="6001700"/>
                  </a:lnTo>
                  <a:lnTo>
                    <a:pt x="163448" y="6001700"/>
                  </a:lnTo>
                  <a:lnTo>
                    <a:pt x="163542" y="6001700"/>
                  </a:lnTo>
                  <a:lnTo>
                    <a:pt x="163636" y="6001700"/>
                  </a:lnTo>
                  <a:lnTo>
                    <a:pt x="163730" y="6001700"/>
                  </a:lnTo>
                  <a:lnTo>
                    <a:pt x="163824" y="6001700"/>
                  </a:lnTo>
                  <a:lnTo>
                    <a:pt x="163918" y="6001700"/>
                  </a:lnTo>
                  <a:lnTo>
                    <a:pt x="164013" y="6001700"/>
                  </a:lnTo>
                  <a:lnTo>
                    <a:pt x="164107" y="6001700"/>
                  </a:lnTo>
                  <a:lnTo>
                    <a:pt x="164201" y="6001700"/>
                  </a:lnTo>
                  <a:lnTo>
                    <a:pt x="164295" y="6001700"/>
                  </a:lnTo>
                  <a:lnTo>
                    <a:pt x="164389" y="6001700"/>
                  </a:lnTo>
                  <a:lnTo>
                    <a:pt x="164483" y="6001700"/>
                  </a:lnTo>
                  <a:lnTo>
                    <a:pt x="164578" y="6001700"/>
                  </a:lnTo>
                  <a:lnTo>
                    <a:pt x="164672" y="6001700"/>
                  </a:lnTo>
                  <a:lnTo>
                    <a:pt x="164766" y="6001700"/>
                  </a:lnTo>
                  <a:lnTo>
                    <a:pt x="164860" y="6001700"/>
                  </a:lnTo>
                  <a:lnTo>
                    <a:pt x="164954" y="6001700"/>
                  </a:lnTo>
                  <a:lnTo>
                    <a:pt x="165048" y="6001700"/>
                  </a:lnTo>
                  <a:lnTo>
                    <a:pt x="165142" y="6001700"/>
                  </a:lnTo>
                  <a:lnTo>
                    <a:pt x="165237" y="6001700"/>
                  </a:lnTo>
                  <a:lnTo>
                    <a:pt x="165331" y="6001700"/>
                  </a:lnTo>
                  <a:lnTo>
                    <a:pt x="165425" y="6001700"/>
                  </a:lnTo>
                  <a:lnTo>
                    <a:pt x="165519" y="6001700"/>
                  </a:lnTo>
                  <a:lnTo>
                    <a:pt x="165613" y="6001700"/>
                  </a:lnTo>
                  <a:lnTo>
                    <a:pt x="165613" y="5996788"/>
                  </a:lnTo>
                  <a:lnTo>
                    <a:pt x="165707" y="5996788"/>
                  </a:lnTo>
                  <a:lnTo>
                    <a:pt x="165707" y="5991877"/>
                  </a:lnTo>
                  <a:lnTo>
                    <a:pt x="165802" y="5991877"/>
                  </a:lnTo>
                  <a:lnTo>
                    <a:pt x="165896" y="5991877"/>
                  </a:lnTo>
                  <a:lnTo>
                    <a:pt x="165990" y="5991877"/>
                  </a:lnTo>
                  <a:lnTo>
                    <a:pt x="166084" y="5991877"/>
                  </a:lnTo>
                  <a:lnTo>
                    <a:pt x="166084" y="5986966"/>
                  </a:lnTo>
                  <a:lnTo>
                    <a:pt x="166178" y="5986966"/>
                  </a:lnTo>
                  <a:lnTo>
                    <a:pt x="166272" y="5986966"/>
                  </a:lnTo>
                  <a:lnTo>
                    <a:pt x="166366" y="5986966"/>
                  </a:lnTo>
                  <a:lnTo>
                    <a:pt x="166461" y="5986966"/>
                  </a:lnTo>
                  <a:lnTo>
                    <a:pt x="166555" y="5986966"/>
                  </a:lnTo>
                  <a:lnTo>
                    <a:pt x="166649" y="5986966"/>
                  </a:lnTo>
                  <a:lnTo>
                    <a:pt x="166743" y="5986966"/>
                  </a:lnTo>
                  <a:lnTo>
                    <a:pt x="166837" y="5986966"/>
                  </a:lnTo>
                  <a:lnTo>
                    <a:pt x="166931" y="5986966"/>
                  </a:lnTo>
                  <a:lnTo>
                    <a:pt x="167025" y="5986966"/>
                  </a:lnTo>
                  <a:lnTo>
                    <a:pt x="167120" y="5986966"/>
                  </a:lnTo>
                  <a:lnTo>
                    <a:pt x="167214" y="5986966"/>
                  </a:lnTo>
                  <a:lnTo>
                    <a:pt x="167308" y="5986966"/>
                  </a:lnTo>
                  <a:lnTo>
                    <a:pt x="167402" y="5986966"/>
                  </a:lnTo>
                  <a:lnTo>
                    <a:pt x="167496" y="5986966"/>
                  </a:lnTo>
                  <a:lnTo>
                    <a:pt x="167590" y="5986966"/>
                  </a:lnTo>
                  <a:lnTo>
                    <a:pt x="167685" y="5986966"/>
                  </a:lnTo>
                  <a:lnTo>
                    <a:pt x="167779" y="5986966"/>
                  </a:lnTo>
                  <a:lnTo>
                    <a:pt x="167873" y="5986966"/>
                  </a:lnTo>
                  <a:lnTo>
                    <a:pt x="167967" y="5986966"/>
                  </a:lnTo>
                  <a:lnTo>
                    <a:pt x="168061" y="5986966"/>
                  </a:lnTo>
                  <a:lnTo>
                    <a:pt x="168155" y="5986966"/>
                  </a:lnTo>
                  <a:lnTo>
                    <a:pt x="168249" y="5986966"/>
                  </a:lnTo>
                  <a:lnTo>
                    <a:pt x="168344" y="5986966"/>
                  </a:lnTo>
                  <a:lnTo>
                    <a:pt x="168438" y="5986966"/>
                  </a:lnTo>
                  <a:lnTo>
                    <a:pt x="168532" y="5986966"/>
                  </a:lnTo>
                  <a:lnTo>
                    <a:pt x="168626" y="5986966"/>
                  </a:lnTo>
                  <a:lnTo>
                    <a:pt x="168720" y="5986966"/>
                  </a:lnTo>
                  <a:lnTo>
                    <a:pt x="168814" y="5986966"/>
                  </a:lnTo>
                  <a:lnTo>
                    <a:pt x="168909" y="5986966"/>
                  </a:lnTo>
                  <a:lnTo>
                    <a:pt x="169003" y="5986966"/>
                  </a:lnTo>
                  <a:lnTo>
                    <a:pt x="169097" y="5986966"/>
                  </a:lnTo>
                  <a:lnTo>
                    <a:pt x="169191" y="5986966"/>
                  </a:lnTo>
                  <a:lnTo>
                    <a:pt x="169285" y="5986966"/>
                  </a:lnTo>
                  <a:lnTo>
                    <a:pt x="169379" y="5986966"/>
                  </a:lnTo>
                  <a:lnTo>
                    <a:pt x="169379" y="5982054"/>
                  </a:lnTo>
                  <a:lnTo>
                    <a:pt x="169473" y="5982054"/>
                  </a:lnTo>
                  <a:lnTo>
                    <a:pt x="169568" y="5982054"/>
                  </a:lnTo>
                  <a:lnTo>
                    <a:pt x="169662" y="5982054"/>
                  </a:lnTo>
                  <a:lnTo>
                    <a:pt x="169756" y="5982054"/>
                  </a:lnTo>
                  <a:lnTo>
                    <a:pt x="169850" y="5982054"/>
                  </a:lnTo>
                  <a:lnTo>
                    <a:pt x="169944" y="5982054"/>
                  </a:lnTo>
                  <a:lnTo>
                    <a:pt x="170038" y="5982054"/>
                  </a:lnTo>
                  <a:lnTo>
                    <a:pt x="170133" y="5982054"/>
                  </a:lnTo>
                  <a:lnTo>
                    <a:pt x="170133" y="5977143"/>
                  </a:lnTo>
                  <a:lnTo>
                    <a:pt x="170227" y="5977143"/>
                  </a:lnTo>
                  <a:lnTo>
                    <a:pt x="170321" y="5977143"/>
                  </a:lnTo>
                  <a:lnTo>
                    <a:pt x="170415" y="5977143"/>
                  </a:lnTo>
                  <a:lnTo>
                    <a:pt x="170509" y="5977143"/>
                  </a:lnTo>
                  <a:lnTo>
                    <a:pt x="170603" y="5977143"/>
                  </a:lnTo>
                  <a:lnTo>
                    <a:pt x="170697" y="5977143"/>
                  </a:lnTo>
                  <a:lnTo>
                    <a:pt x="170792" y="5977143"/>
                  </a:lnTo>
                  <a:lnTo>
                    <a:pt x="170886" y="5977143"/>
                  </a:lnTo>
                  <a:lnTo>
                    <a:pt x="170980" y="5977143"/>
                  </a:lnTo>
                  <a:lnTo>
                    <a:pt x="171074" y="5977143"/>
                  </a:lnTo>
                  <a:lnTo>
                    <a:pt x="171168" y="5977143"/>
                  </a:lnTo>
                  <a:lnTo>
                    <a:pt x="171262" y="5977143"/>
                  </a:lnTo>
                  <a:lnTo>
                    <a:pt x="171356" y="5977143"/>
                  </a:lnTo>
                  <a:lnTo>
                    <a:pt x="171451" y="5977143"/>
                  </a:lnTo>
                  <a:lnTo>
                    <a:pt x="171545" y="5977143"/>
                  </a:lnTo>
                  <a:lnTo>
                    <a:pt x="171639" y="5977143"/>
                  </a:lnTo>
                  <a:lnTo>
                    <a:pt x="171733" y="5977143"/>
                  </a:lnTo>
                  <a:lnTo>
                    <a:pt x="171827" y="5977143"/>
                  </a:lnTo>
                  <a:lnTo>
                    <a:pt x="171921" y="5977143"/>
                  </a:lnTo>
                  <a:lnTo>
                    <a:pt x="172016" y="5977143"/>
                  </a:lnTo>
                  <a:lnTo>
                    <a:pt x="172110" y="5977143"/>
                  </a:lnTo>
                  <a:lnTo>
                    <a:pt x="172204" y="5977143"/>
                  </a:lnTo>
                  <a:lnTo>
                    <a:pt x="172298" y="5977143"/>
                  </a:lnTo>
                  <a:lnTo>
                    <a:pt x="172392" y="5977143"/>
                  </a:lnTo>
                  <a:lnTo>
                    <a:pt x="172486" y="5977143"/>
                  </a:lnTo>
                  <a:lnTo>
                    <a:pt x="172580" y="5977143"/>
                  </a:lnTo>
                  <a:lnTo>
                    <a:pt x="172675" y="5977143"/>
                  </a:lnTo>
                  <a:lnTo>
                    <a:pt x="172675" y="5972231"/>
                  </a:lnTo>
                  <a:lnTo>
                    <a:pt x="172769" y="5972231"/>
                  </a:lnTo>
                  <a:lnTo>
                    <a:pt x="172863" y="5972231"/>
                  </a:lnTo>
                  <a:lnTo>
                    <a:pt x="172957" y="5972231"/>
                  </a:lnTo>
                  <a:lnTo>
                    <a:pt x="173051" y="5972231"/>
                  </a:lnTo>
                  <a:lnTo>
                    <a:pt x="173145" y="5972231"/>
                  </a:lnTo>
                  <a:lnTo>
                    <a:pt x="173240" y="5972231"/>
                  </a:lnTo>
                  <a:lnTo>
                    <a:pt x="173334" y="5972231"/>
                  </a:lnTo>
                  <a:lnTo>
                    <a:pt x="173428" y="5972231"/>
                  </a:lnTo>
                  <a:lnTo>
                    <a:pt x="173522" y="5972231"/>
                  </a:lnTo>
                  <a:lnTo>
                    <a:pt x="173616" y="5972231"/>
                  </a:lnTo>
                  <a:lnTo>
                    <a:pt x="173710" y="5972231"/>
                  </a:lnTo>
                  <a:lnTo>
                    <a:pt x="173804" y="5972231"/>
                  </a:lnTo>
                  <a:lnTo>
                    <a:pt x="173899" y="5972231"/>
                  </a:lnTo>
                  <a:lnTo>
                    <a:pt x="173993" y="5972231"/>
                  </a:lnTo>
                  <a:lnTo>
                    <a:pt x="174087" y="5972231"/>
                  </a:lnTo>
                  <a:lnTo>
                    <a:pt x="174181" y="5972231"/>
                  </a:lnTo>
                  <a:lnTo>
                    <a:pt x="174275" y="5972231"/>
                  </a:lnTo>
                  <a:lnTo>
                    <a:pt x="174369" y="5972231"/>
                  </a:lnTo>
                  <a:lnTo>
                    <a:pt x="174464" y="5972231"/>
                  </a:lnTo>
                  <a:lnTo>
                    <a:pt x="174558" y="5972231"/>
                  </a:lnTo>
                  <a:lnTo>
                    <a:pt x="174652" y="5972231"/>
                  </a:lnTo>
                  <a:lnTo>
                    <a:pt x="174746" y="5972231"/>
                  </a:lnTo>
                  <a:lnTo>
                    <a:pt x="174840" y="5972231"/>
                  </a:lnTo>
                  <a:lnTo>
                    <a:pt x="174934" y="5972231"/>
                  </a:lnTo>
                  <a:lnTo>
                    <a:pt x="175028" y="5972231"/>
                  </a:lnTo>
                  <a:lnTo>
                    <a:pt x="175123" y="5972231"/>
                  </a:lnTo>
                  <a:lnTo>
                    <a:pt x="175217" y="5972231"/>
                  </a:lnTo>
                  <a:lnTo>
                    <a:pt x="175311" y="5972231"/>
                  </a:lnTo>
                  <a:lnTo>
                    <a:pt x="175405" y="5972231"/>
                  </a:lnTo>
                  <a:lnTo>
                    <a:pt x="175499" y="5972231"/>
                  </a:lnTo>
                  <a:lnTo>
                    <a:pt x="175593" y="5972231"/>
                  </a:lnTo>
                  <a:lnTo>
                    <a:pt x="175687" y="5972231"/>
                  </a:lnTo>
                  <a:lnTo>
                    <a:pt x="175782" y="5972231"/>
                  </a:lnTo>
                  <a:lnTo>
                    <a:pt x="175876" y="5972231"/>
                  </a:lnTo>
                  <a:lnTo>
                    <a:pt x="175970" y="5972231"/>
                  </a:lnTo>
                  <a:lnTo>
                    <a:pt x="176064" y="5972231"/>
                  </a:lnTo>
                  <a:lnTo>
                    <a:pt x="176158" y="5972231"/>
                  </a:lnTo>
                  <a:lnTo>
                    <a:pt x="176252" y="5972231"/>
                  </a:lnTo>
                  <a:lnTo>
                    <a:pt x="176347" y="5972231"/>
                  </a:lnTo>
                  <a:lnTo>
                    <a:pt x="176347" y="5967320"/>
                  </a:lnTo>
                  <a:lnTo>
                    <a:pt x="176441" y="5967320"/>
                  </a:lnTo>
                  <a:lnTo>
                    <a:pt x="176535" y="5967320"/>
                  </a:lnTo>
                  <a:lnTo>
                    <a:pt x="176629" y="5967320"/>
                  </a:lnTo>
                  <a:lnTo>
                    <a:pt x="176723" y="5967320"/>
                  </a:lnTo>
                  <a:lnTo>
                    <a:pt x="176817" y="5967320"/>
                  </a:lnTo>
                  <a:lnTo>
                    <a:pt x="176911" y="5967320"/>
                  </a:lnTo>
                  <a:lnTo>
                    <a:pt x="177006" y="5967320"/>
                  </a:lnTo>
                  <a:lnTo>
                    <a:pt x="177100" y="5967320"/>
                  </a:lnTo>
                  <a:lnTo>
                    <a:pt x="177194" y="5967320"/>
                  </a:lnTo>
                  <a:lnTo>
                    <a:pt x="177288" y="5967320"/>
                  </a:lnTo>
                  <a:lnTo>
                    <a:pt x="177382" y="5967320"/>
                  </a:lnTo>
                  <a:lnTo>
                    <a:pt x="177476" y="5967320"/>
                  </a:lnTo>
                  <a:lnTo>
                    <a:pt x="177571" y="5967320"/>
                  </a:lnTo>
                  <a:lnTo>
                    <a:pt x="177665" y="5967320"/>
                  </a:lnTo>
                  <a:lnTo>
                    <a:pt x="177759" y="5967320"/>
                  </a:lnTo>
                  <a:lnTo>
                    <a:pt x="177853" y="5967320"/>
                  </a:lnTo>
                  <a:lnTo>
                    <a:pt x="177947" y="5967320"/>
                  </a:lnTo>
                  <a:lnTo>
                    <a:pt x="178041" y="5967320"/>
                  </a:lnTo>
                  <a:lnTo>
                    <a:pt x="178135" y="5967320"/>
                  </a:lnTo>
                  <a:lnTo>
                    <a:pt x="178230" y="5967320"/>
                  </a:lnTo>
                  <a:lnTo>
                    <a:pt x="178324" y="5967320"/>
                  </a:lnTo>
                  <a:lnTo>
                    <a:pt x="178418" y="5967320"/>
                  </a:lnTo>
                  <a:lnTo>
                    <a:pt x="178512" y="5967320"/>
                  </a:lnTo>
                  <a:lnTo>
                    <a:pt x="178606" y="5967320"/>
                  </a:lnTo>
                  <a:lnTo>
                    <a:pt x="178700" y="5967320"/>
                  </a:lnTo>
                  <a:lnTo>
                    <a:pt x="178795" y="5967320"/>
                  </a:lnTo>
                  <a:lnTo>
                    <a:pt x="178795" y="5962409"/>
                  </a:lnTo>
                  <a:lnTo>
                    <a:pt x="178889" y="5962409"/>
                  </a:lnTo>
                  <a:lnTo>
                    <a:pt x="178983" y="5962409"/>
                  </a:lnTo>
                  <a:lnTo>
                    <a:pt x="179077" y="5962409"/>
                  </a:lnTo>
                  <a:lnTo>
                    <a:pt x="179077" y="5957497"/>
                  </a:lnTo>
                  <a:lnTo>
                    <a:pt x="179171" y="5957497"/>
                  </a:lnTo>
                  <a:lnTo>
                    <a:pt x="179265" y="5957497"/>
                  </a:lnTo>
                  <a:lnTo>
                    <a:pt x="179359" y="5957497"/>
                  </a:lnTo>
                  <a:lnTo>
                    <a:pt x="179454" y="5957497"/>
                  </a:lnTo>
                  <a:lnTo>
                    <a:pt x="179548" y="5957497"/>
                  </a:lnTo>
                  <a:lnTo>
                    <a:pt x="179642" y="5957497"/>
                  </a:lnTo>
                  <a:lnTo>
                    <a:pt x="179736" y="5957497"/>
                  </a:lnTo>
                  <a:lnTo>
                    <a:pt x="179830" y="5957497"/>
                  </a:lnTo>
                  <a:lnTo>
                    <a:pt x="179924" y="5957497"/>
                  </a:lnTo>
                  <a:lnTo>
                    <a:pt x="180018" y="5957497"/>
                  </a:lnTo>
                  <a:lnTo>
                    <a:pt x="180113" y="5957497"/>
                  </a:lnTo>
                  <a:lnTo>
                    <a:pt x="180207" y="5957497"/>
                  </a:lnTo>
                  <a:lnTo>
                    <a:pt x="180301" y="5957497"/>
                  </a:lnTo>
                  <a:lnTo>
                    <a:pt x="180395" y="5957497"/>
                  </a:lnTo>
                  <a:lnTo>
                    <a:pt x="180489" y="5957497"/>
                  </a:lnTo>
                  <a:lnTo>
                    <a:pt x="180583" y="5957497"/>
                  </a:lnTo>
                  <a:lnTo>
                    <a:pt x="180678" y="5957497"/>
                  </a:lnTo>
                  <a:lnTo>
                    <a:pt x="180772" y="5957497"/>
                  </a:lnTo>
                  <a:lnTo>
                    <a:pt x="180866" y="5957497"/>
                  </a:lnTo>
                  <a:lnTo>
                    <a:pt x="180960" y="5957497"/>
                  </a:lnTo>
                  <a:lnTo>
                    <a:pt x="180960" y="5952586"/>
                  </a:lnTo>
                  <a:lnTo>
                    <a:pt x="181054" y="5952586"/>
                  </a:lnTo>
                  <a:lnTo>
                    <a:pt x="181148" y="5952586"/>
                  </a:lnTo>
                  <a:lnTo>
                    <a:pt x="181242" y="5952586"/>
                  </a:lnTo>
                  <a:lnTo>
                    <a:pt x="181337" y="5952586"/>
                  </a:lnTo>
                  <a:lnTo>
                    <a:pt x="181337" y="5947675"/>
                  </a:lnTo>
                  <a:lnTo>
                    <a:pt x="181431" y="5947675"/>
                  </a:lnTo>
                  <a:lnTo>
                    <a:pt x="181525" y="5947675"/>
                  </a:lnTo>
                  <a:lnTo>
                    <a:pt x="181619" y="5947675"/>
                  </a:lnTo>
                  <a:lnTo>
                    <a:pt x="181713" y="5947675"/>
                  </a:lnTo>
                  <a:lnTo>
                    <a:pt x="181807" y="5947675"/>
                  </a:lnTo>
                  <a:lnTo>
                    <a:pt x="181902" y="5947675"/>
                  </a:lnTo>
                  <a:lnTo>
                    <a:pt x="181996" y="5947675"/>
                  </a:lnTo>
                  <a:lnTo>
                    <a:pt x="182090" y="5947675"/>
                  </a:lnTo>
                  <a:lnTo>
                    <a:pt x="182184" y="5947675"/>
                  </a:lnTo>
                  <a:lnTo>
                    <a:pt x="182278" y="5947675"/>
                  </a:lnTo>
                  <a:lnTo>
                    <a:pt x="182372" y="5947675"/>
                  </a:lnTo>
                  <a:lnTo>
                    <a:pt x="182466" y="5947675"/>
                  </a:lnTo>
                  <a:lnTo>
                    <a:pt x="182561" y="5947675"/>
                  </a:lnTo>
                  <a:lnTo>
                    <a:pt x="182655" y="5947675"/>
                  </a:lnTo>
                  <a:lnTo>
                    <a:pt x="182749" y="5947675"/>
                  </a:lnTo>
                  <a:lnTo>
                    <a:pt x="182749" y="5942763"/>
                  </a:lnTo>
                  <a:lnTo>
                    <a:pt x="182843" y="5942763"/>
                  </a:lnTo>
                  <a:lnTo>
                    <a:pt x="182937" y="5942763"/>
                  </a:lnTo>
                  <a:lnTo>
                    <a:pt x="183031" y="5942763"/>
                  </a:lnTo>
                  <a:lnTo>
                    <a:pt x="183126" y="5942763"/>
                  </a:lnTo>
                  <a:lnTo>
                    <a:pt x="183220" y="5942763"/>
                  </a:lnTo>
                  <a:lnTo>
                    <a:pt x="183314" y="5942763"/>
                  </a:lnTo>
                  <a:lnTo>
                    <a:pt x="183408" y="5942763"/>
                  </a:lnTo>
                  <a:lnTo>
                    <a:pt x="183502" y="5942763"/>
                  </a:lnTo>
                  <a:lnTo>
                    <a:pt x="183596" y="5942763"/>
                  </a:lnTo>
                  <a:lnTo>
                    <a:pt x="183690" y="5942763"/>
                  </a:lnTo>
                  <a:lnTo>
                    <a:pt x="183785" y="5942763"/>
                  </a:lnTo>
                  <a:lnTo>
                    <a:pt x="183879" y="5942763"/>
                  </a:lnTo>
                  <a:lnTo>
                    <a:pt x="183973" y="5942763"/>
                  </a:lnTo>
                  <a:lnTo>
                    <a:pt x="184067" y="5942763"/>
                  </a:lnTo>
                  <a:lnTo>
                    <a:pt x="184161" y="5942763"/>
                  </a:lnTo>
                  <a:lnTo>
                    <a:pt x="184255" y="5942763"/>
                  </a:lnTo>
                  <a:lnTo>
                    <a:pt x="184349" y="5942763"/>
                  </a:lnTo>
                  <a:lnTo>
                    <a:pt x="184444" y="5942763"/>
                  </a:lnTo>
                  <a:lnTo>
                    <a:pt x="184538" y="5942763"/>
                  </a:lnTo>
                  <a:lnTo>
                    <a:pt x="184632" y="5942763"/>
                  </a:lnTo>
                  <a:lnTo>
                    <a:pt x="184726" y="5942763"/>
                  </a:lnTo>
                  <a:lnTo>
                    <a:pt x="184820" y="5942763"/>
                  </a:lnTo>
                  <a:lnTo>
                    <a:pt x="184914" y="5942763"/>
                  </a:lnTo>
                  <a:lnTo>
                    <a:pt x="185009" y="5942763"/>
                  </a:lnTo>
                  <a:lnTo>
                    <a:pt x="185103" y="5942763"/>
                  </a:lnTo>
                  <a:lnTo>
                    <a:pt x="185197" y="5942763"/>
                  </a:lnTo>
                  <a:lnTo>
                    <a:pt x="185291" y="5942763"/>
                  </a:lnTo>
                  <a:lnTo>
                    <a:pt x="185385" y="5942763"/>
                  </a:lnTo>
                  <a:lnTo>
                    <a:pt x="185479" y="5942763"/>
                  </a:lnTo>
                  <a:lnTo>
                    <a:pt x="185573" y="5942763"/>
                  </a:lnTo>
                  <a:lnTo>
                    <a:pt x="185668" y="5942763"/>
                  </a:lnTo>
                  <a:lnTo>
                    <a:pt x="185762" y="5942763"/>
                  </a:lnTo>
                  <a:lnTo>
                    <a:pt x="185856" y="5942763"/>
                  </a:lnTo>
                  <a:lnTo>
                    <a:pt x="185950" y="5942763"/>
                  </a:lnTo>
                  <a:lnTo>
                    <a:pt x="186044" y="5942763"/>
                  </a:lnTo>
                  <a:lnTo>
                    <a:pt x="186138" y="5942763"/>
                  </a:lnTo>
                  <a:lnTo>
                    <a:pt x="186233" y="5942763"/>
                  </a:lnTo>
                  <a:lnTo>
                    <a:pt x="186327" y="5942763"/>
                  </a:lnTo>
                  <a:lnTo>
                    <a:pt x="186421" y="5942763"/>
                  </a:lnTo>
                  <a:lnTo>
                    <a:pt x="186515" y="5942763"/>
                  </a:lnTo>
                  <a:lnTo>
                    <a:pt x="186609" y="5942763"/>
                  </a:lnTo>
                  <a:lnTo>
                    <a:pt x="186703" y="5942763"/>
                  </a:lnTo>
                  <a:lnTo>
                    <a:pt x="186797" y="5942763"/>
                  </a:lnTo>
                  <a:lnTo>
                    <a:pt x="186797" y="5937852"/>
                  </a:lnTo>
                  <a:lnTo>
                    <a:pt x="186892" y="5937852"/>
                  </a:lnTo>
                  <a:lnTo>
                    <a:pt x="186986" y="5937852"/>
                  </a:lnTo>
                  <a:lnTo>
                    <a:pt x="187080" y="5937852"/>
                  </a:lnTo>
                  <a:lnTo>
                    <a:pt x="187174" y="5937852"/>
                  </a:lnTo>
                  <a:lnTo>
                    <a:pt x="187268" y="5937852"/>
                  </a:lnTo>
                  <a:lnTo>
                    <a:pt x="187362" y="5937852"/>
                  </a:lnTo>
                  <a:lnTo>
                    <a:pt x="187457" y="5937852"/>
                  </a:lnTo>
                  <a:lnTo>
                    <a:pt x="187551" y="5937852"/>
                  </a:lnTo>
                  <a:lnTo>
                    <a:pt x="187645" y="5937852"/>
                  </a:lnTo>
                  <a:lnTo>
                    <a:pt x="187739" y="5937852"/>
                  </a:lnTo>
                  <a:lnTo>
                    <a:pt x="187833" y="5937852"/>
                  </a:lnTo>
                  <a:lnTo>
                    <a:pt x="187927" y="5937852"/>
                  </a:lnTo>
                  <a:lnTo>
                    <a:pt x="188021" y="5937852"/>
                  </a:lnTo>
                  <a:lnTo>
                    <a:pt x="188021" y="5932940"/>
                  </a:lnTo>
                  <a:lnTo>
                    <a:pt x="188116" y="5932940"/>
                  </a:lnTo>
                  <a:lnTo>
                    <a:pt x="188210" y="5932940"/>
                  </a:lnTo>
                  <a:lnTo>
                    <a:pt x="188304" y="5932940"/>
                  </a:lnTo>
                  <a:lnTo>
                    <a:pt x="188398" y="5932940"/>
                  </a:lnTo>
                  <a:lnTo>
                    <a:pt x="188492" y="5932940"/>
                  </a:lnTo>
                  <a:lnTo>
                    <a:pt x="188586" y="5932940"/>
                  </a:lnTo>
                  <a:lnTo>
                    <a:pt x="188680" y="5932940"/>
                  </a:lnTo>
                  <a:lnTo>
                    <a:pt x="188775" y="5932940"/>
                  </a:lnTo>
                  <a:lnTo>
                    <a:pt x="188869" y="5932940"/>
                  </a:lnTo>
                  <a:lnTo>
                    <a:pt x="188963" y="5932940"/>
                  </a:lnTo>
                  <a:lnTo>
                    <a:pt x="189057" y="5932940"/>
                  </a:lnTo>
                  <a:lnTo>
                    <a:pt x="189151" y="5932940"/>
                  </a:lnTo>
                  <a:lnTo>
                    <a:pt x="189245" y="5932940"/>
                  </a:lnTo>
                  <a:lnTo>
                    <a:pt x="189340" y="5932940"/>
                  </a:lnTo>
                  <a:lnTo>
                    <a:pt x="189434" y="5932940"/>
                  </a:lnTo>
                  <a:lnTo>
                    <a:pt x="189528" y="5932940"/>
                  </a:lnTo>
                  <a:lnTo>
                    <a:pt x="189622" y="5932940"/>
                  </a:lnTo>
                  <a:lnTo>
                    <a:pt x="189716" y="5932940"/>
                  </a:lnTo>
                  <a:lnTo>
                    <a:pt x="189810" y="5932940"/>
                  </a:lnTo>
                  <a:lnTo>
                    <a:pt x="189904" y="5932940"/>
                  </a:lnTo>
                  <a:lnTo>
                    <a:pt x="189999" y="5932940"/>
                  </a:lnTo>
                  <a:lnTo>
                    <a:pt x="190093" y="5932940"/>
                  </a:lnTo>
                  <a:lnTo>
                    <a:pt x="190187" y="5932940"/>
                  </a:lnTo>
                  <a:lnTo>
                    <a:pt x="190281" y="5932940"/>
                  </a:lnTo>
                  <a:lnTo>
                    <a:pt x="190375" y="5932940"/>
                  </a:lnTo>
                  <a:lnTo>
                    <a:pt x="190469" y="5932940"/>
                  </a:lnTo>
                  <a:lnTo>
                    <a:pt x="190564" y="5932940"/>
                  </a:lnTo>
                  <a:lnTo>
                    <a:pt x="190658" y="5932940"/>
                  </a:lnTo>
                  <a:lnTo>
                    <a:pt x="190752" y="5932940"/>
                  </a:lnTo>
                  <a:lnTo>
                    <a:pt x="190846" y="5932940"/>
                  </a:lnTo>
                  <a:lnTo>
                    <a:pt x="190940" y="5932940"/>
                  </a:lnTo>
                  <a:lnTo>
                    <a:pt x="191034" y="5932940"/>
                  </a:lnTo>
                  <a:lnTo>
                    <a:pt x="191128" y="5932940"/>
                  </a:lnTo>
                  <a:lnTo>
                    <a:pt x="191223" y="5932940"/>
                  </a:lnTo>
                  <a:lnTo>
                    <a:pt x="191317" y="5932940"/>
                  </a:lnTo>
                  <a:lnTo>
                    <a:pt x="191411" y="5932940"/>
                  </a:lnTo>
                  <a:lnTo>
                    <a:pt x="191505" y="5932940"/>
                  </a:lnTo>
                  <a:lnTo>
                    <a:pt x="191599" y="5932940"/>
                  </a:lnTo>
                  <a:lnTo>
                    <a:pt x="191693" y="5932940"/>
                  </a:lnTo>
                  <a:lnTo>
                    <a:pt x="191788" y="5932940"/>
                  </a:lnTo>
                  <a:lnTo>
                    <a:pt x="191882" y="5932940"/>
                  </a:lnTo>
                  <a:lnTo>
                    <a:pt x="191976" y="5932940"/>
                  </a:lnTo>
                  <a:lnTo>
                    <a:pt x="192070" y="5932940"/>
                  </a:lnTo>
                  <a:lnTo>
                    <a:pt x="192164" y="5932940"/>
                  </a:lnTo>
                  <a:lnTo>
                    <a:pt x="192258" y="5932940"/>
                  </a:lnTo>
                  <a:lnTo>
                    <a:pt x="192352" y="5932940"/>
                  </a:lnTo>
                  <a:lnTo>
                    <a:pt x="192447" y="5932940"/>
                  </a:lnTo>
                  <a:lnTo>
                    <a:pt x="192541" y="5932940"/>
                  </a:lnTo>
                  <a:lnTo>
                    <a:pt x="192635" y="5932940"/>
                  </a:lnTo>
                  <a:lnTo>
                    <a:pt x="192729" y="5932940"/>
                  </a:lnTo>
                  <a:lnTo>
                    <a:pt x="192823" y="5932940"/>
                  </a:lnTo>
                  <a:lnTo>
                    <a:pt x="192917" y="5932940"/>
                  </a:lnTo>
                  <a:lnTo>
                    <a:pt x="193011" y="5932940"/>
                  </a:lnTo>
                  <a:lnTo>
                    <a:pt x="193106" y="5932940"/>
                  </a:lnTo>
                  <a:lnTo>
                    <a:pt x="193200" y="5932940"/>
                  </a:lnTo>
                  <a:lnTo>
                    <a:pt x="193294" y="5932940"/>
                  </a:lnTo>
                  <a:lnTo>
                    <a:pt x="193388" y="5932940"/>
                  </a:lnTo>
                  <a:lnTo>
                    <a:pt x="193482" y="5932940"/>
                  </a:lnTo>
                  <a:lnTo>
                    <a:pt x="193576" y="5932940"/>
                  </a:lnTo>
                  <a:lnTo>
                    <a:pt x="193671" y="5932940"/>
                  </a:lnTo>
                  <a:lnTo>
                    <a:pt x="193765" y="5932940"/>
                  </a:lnTo>
                  <a:lnTo>
                    <a:pt x="193859" y="5932940"/>
                  </a:lnTo>
                  <a:lnTo>
                    <a:pt x="193953" y="5932940"/>
                  </a:lnTo>
                  <a:lnTo>
                    <a:pt x="194047" y="5932940"/>
                  </a:lnTo>
                  <a:lnTo>
                    <a:pt x="194141" y="5932940"/>
                  </a:lnTo>
                  <a:lnTo>
                    <a:pt x="194235" y="5932940"/>
                  </a:lnTo>
                  <a:lnTo>
                    <a:pt x="194330" y="5932940"/>
                  </a:lnTo>
                  <a:lnTo>
                    <a:pt x="194424" y="5932940"/>
                  </a:lnTo>
                  <a:lnTo>
                    <a:pt x="194518" y="5932940"/>
                  </a:lnTo>
                  <a:lnTo>
                    <a:pt x="194612" y="5932940"/>
                  </a:lnTo>
                  <a:lnTo>
                    <a:pt x="194706" y="5932940"/>
                  </a:lnTo>
                  <a:lnTo>
                    <a:pt x="194800" y="5932940"/>
                  </a:lnTo>
                  <a:lnTo>
                    <a:pt x="194800" y="5928029"/>
                  </a:lnTo>
                  <a:lnTo>
                    <a:pt x="194895" y="5928029"/>
                  </a:lnTo>
                  <a:lnTo>
                    <a:pt x="194895" y="5923118"/>
                  </a:lnTo>
                  <a:lnTo>
                    <a:pt x="194989" y="5923118"/>
                  </a:lnTo>
                  <a:lnTo>
                    <a:pt x="195083" y="5923118"/>
                  </a:lnTo>
                  <a:lnTo>
                    <a:pt x="195177" y="5923118"/>
                  </a:lnTo>
                  <a:lnTo>
                    <a:pt x="195271" y="5923118"/>
                  </a:lnTo>
                  <a:lnTo>
                    <a:pt x="195365" y="5923118"/>
                  </a:lnTo>
                  <a:lnTo>
                    <a:pt x="195459" y="5923118"/>
                  </a:lnTo>
                  <a:lnTo>
                    <a:pt x="195554" y="5923118"/>
                  </a:lnTo>
                  <a:lnTo>
                    <a:pt x="195648" y="5923118"/>
                  </a:lnTo>
                  <a:lnTo>
                    <a:pt x="195742" y="5923118"/>
                  </a:lnTo>
                  <a:lnTo>
                    <a:pt x="195836" y="5923118"/>
                  </a:lnTo>
                  <a:lnTo>
                    <a:pt x="195930" y="5923118"/>
                  </a:lnTo>
                  <a:lnTo>
                    <a:pt x="196024" y="5923118"/>
                  </a:lnTo>
                  <a:lnTo>
                    <a:pt x="196119" y="5923118"/>
                  </a:lnTo>
                  <a:lnTo>
                    <a:pt x="196213" y="5923118"/>
                  </a:lnTo>
                  <a:lnTo>
                    <a:pt x="196307" y="5923118"/>
                  </a:lnTo>
                  <a:lnTo>
                    <a:pt x="196401" y="5923118"/>
                  </a:lnTo>
                  <a:lnTo>
                    <a:pt x="196495" y="5923118"/>
                  </a:lnTo>
                  <a:lnTo>
                    <a:pt x="196589" y="5923118"/>
                  </a:lnTo>
                  <a:lnTo>
                    <a:pt x="196683" y="5923118"/>
                  </a:lnTo>
                  <a:lnTo>
                    <a:pt x="196778" y="5923118"/>
                  </a:lnTo>
                  <a:lnTo>
                    <a:pt x="196872" y="5923118"/>
                  </a:lnTo>
                  <a:lnTo>
                    <a:pt x="196966" y="5923118"/>
                  </a:lnTo>
                  <a:lnTo>
                    <a:pt x="197060" y="5923118"/>
                  </a:lnTo>
                  <a:lnTo>
                    <a:pt x="197154" y="5923118"/>
                  </a:lnTo>
                  <a:lnTo>
                    <a:pt x="197248" y="5923118"/>
                  </a:lnTo>
                  <a:lnTo>
                    <a:pt x="197342" y="5923118"/>
                  </a:lnTo>
                  <a:lnTo>
                    <a:pt x="197437" y="5923118"/>
                  </a:lnTo>
                  <a:lnTo>
                    <a:pt x="197531" y="5923118"/>
                  </a:lnTo>
                  <a:lnTo>
                    <a:pt x="197625" y="5923118"/>
                  </a:lnTo>
                  <a:lnTo>
                    <a:pt x="197719" y="5923118"/>
                  </a:lnTo>
                  <a:lnTo>
                    <a:pt x="197813" y="5923118"/>
                  </a:lnTo>
                  <a:lnTo>
                    <a:pt x="197907" y="5923118"/>
                  </a:lnTo>
                  <a:lnTo>
                    <a:pt x="198002" y="5923118"/>
                  </a:lnTo>
                  <a:lnTo>
                    <a:pt x="198096" y="5923118"/>
                  </a:lnTo>
                  <a:lnTo>
                    <a:pt x="198190" y="5923118"/>
                  </a:lnTo>
                  <a:lnTo>
                    <a:pt x="198284" y="5923118"/>
                  </a:lnTo>
                  <a:lnTo>
                    <a:pt x="198378" y="5923118"/>
                  </a:lnTo>
                  <a:lnTo>
                    <a:pt x="198472" y="5923118"/>
                  </a:lnTo>
                  <a:lnTo>
                    <a:pt x="198566" y="5923118"/>
                  </a:lnTo>
                  <a:lnTo>
                    <a:pt x="198661" y="5923118"/>
                  </a:lnTo>
                  <a:lnTo>
                    <a:pt x="198755" y="5923118"/>
                  </a:lnTo>
                  <a:lnTo>
                    <a:pt x="198755" y="5918206"/>
                  </a:lnTo>
                  <a:lnTo>
                    <a:pt x="198849" y="5918206"/>
                  </a:lnTo>
                  <a:lnTo>
                    <a:pt x="198943" y="5918206"/>
                  </a:lnTo>
                  <a:lnTo>
                    <a:pt x="199037" y="5918206"/>
                  </a:lnTo>
                  <a:lnTo>
                    <a:pt x="199131" y="5918206"/>
                  </a:lnTo>
                  <a:lnTo>
                    <a:pt x="199226" y="5918206"/>
                  </a:lnTo>
                  <a:lnTo>
                    <a:pt x="199320" y="5918206"/>
                  </a:lnTo>
                  <a:lnTo>
                    <a:pt x="199414" y="5918206"/>
                  </a:lnTo>
                  <a:lnTo>
                    <a:pt x="199508" y="5918206"/>
                  </a:lnTo>
                  <a:lnTo>
                    <a:pt x="199602" y="5918206"/>
                  </a:lnTo>
                  <a:lnTo>
                    <a:pt x="199696" y="5918206"/>
                  </a:lnTo>
                  <a:lnTo>
                    <a:pt x="199790" y="5918206"/>
                  </a:lnTo>
                  <a:lnTo>
                    <a:pt x="199885" y="5918206"/>
                  </a:lnTo>
                  <a:lnTo>
                    <a:pt x="199979" y="5918206"/>
                  </a:lnTo>
                  <a:lnTo>
                    <a:pt x="200073" y="5918206"/>
                  </a:lnTo>
                  <a:lnTo>
                    <a:pt x="200073" y="5913295"/>
                  </a:lnTo>
                  <a:lnTo>
                    <a:pt x="200167" y="5913295"/>
                  </a:lnTo>
                  <a:lnTo>
                    <a:pt x="200261" y="5913295"/>
                  </a:lnTo>
                  <a:lnTo>
                    <a:pt x="200355" y="5913295"/>
                  </a:lnTo>
                  <a:lnTo>
                    <a:pt x="200450" y="5913295"/>
                  </a:lnTo>
                  <a:lnTo>
                    <a:pt x="200544" y="5913295"/>
                  </a:lnTo>
                  <a:lnTo>
                    <a:pt x="200638" y="5913295"/>
                  </a:lnTo>
                  <a:lnTo>
                    <a:pt x="200638" y="5908384"/>
                  </a:lnTo>
                  <a:lnTo>
                    <a:pt x="200732" y="5908384"/>
                  </a:lnTo>
                  <a:lnTo>
                    <a:pt x="200826" y="5908384"/>
                  </a:lnTo>
                  <a:lnTo>
                    <a:pt x="200920" y="5908384"/>
                  </a:lnTo>
                  <a:lnTo>
                    <a:pt x="201014" y="5908384"/>
                  </a:lnTo>
                  <a:lnTo>
                    <a:pt x="201109" y="5908384"/>
                  </a:lnTo>
                  <a:lnTo>
                    <a:pt x="201203" y="5908384"/>
                  </a:lnTo>
                  <a:lnTo>
                    <a:pt x="201297" y="5908384"/>
                  </a:lnTo>
                  <a:lnTo>
                    <a:pt x="201391" y="5908384"/>
                  </a:lnTo>
                  <a:lnTo>
                    <a:pt x="201485" y="5908384"/>
                  </a:lnTo>
                  <a:lnTo>
                    <a:pt x="201579" y="5908384"/>
                  </a:lnTo>
                  <a:lnTo>
                    <a:pt x="201673" y="5908384"/>
                  </a:lnTo>
                  <a:lnTo>
                    <a:pt x="201768" y="5908384"/>
                  </a:lnTo>
                  <a:lnTo>
                    <a:pt x="201862" y="5908384"/>
                  </a:lnTo>
                  <a:lnTo>
                    <a:pt x="201956" y="5908384"/>
                  </a:lnTo>
                  <a:lnTo>
                    <a:pt x="202050" y="5908384"/>
                  </a:lnTo>
                  <a:lnTo>
                    <a:pt x="202144" y="5908384"/>
                  </a:lnTo>
                  <a:lnTo>
                    <a:pt x="202238" y="5908384"/>
                  </a:lnTo>
                  <a:lnTo>
                    <a:pt x="202333" y="5908384"/>
                  </a:lnTo>
                  <a:lnTo>
                    <a:pt x="202427" y="5908384"/>
                  </a:lnTo>
                  <a:lnTo>
                    <a:pt x="202521" y="5908384"/>
                  </a:lnTo>
                  <a:lnTo>
                    <a:pt x="202615" y="5908384"/>
                  </a:lnTo>
                  <a:lnTo>
                    <a:pt x="202709" y="5908384"/>
                  </a:lnTo>
                  <a:lnTo>
                    <a:pt x="202803" y="5908384"/>
                  </a:lnTo>
                  <a:lnTo>
                    <a:pt x="202897" y="5908384"/>
                  </a:lnTo>
                  <a:lnTo>
                    <a:pt x="202992" y="5908384"/>
                  </a:lnTo>
                  <a:lnTo>
                    <a:pt x="203086" y="5908384"/>
                  </a:lnTo>
                  <a:lnTo>
                    <a:pt x="203180" y="5908384"/>
                  </a:lnTo>
                  <a:lnTo>
                    <a:pt x="203274" y="5908384"/>
                  </a:lnTo>
                  <a:lnTo>
                    <a:pt x="203368" y="5908384"/>
                  </a:lnTo>
                  <a:lnTo>
                    <a:pt x="203462" y="5908384"/>
                  </a:lnTo>
                  <a:lnTo>
                    <a:pt x="203557" y="5908384"/>
                  </a:lnTo>
                  <a:lnTo>
                    <a:pt x="203651" y="5908384"/>
                  </a:lnTo>
                  <a:lnTo>
                    <a:pt x="203745" y="5908384"/>
                  </a:lnTo>
                  <a:lnTo>
                    <a:pt x="203839" y="5908384"/>
                  </a:lnTo>
                  <a:lnTo>
                    <a:pt x="203839" y="5903472"/>
                  </a:lnTo>
                  <a:lnTo>
                    <a:pt x="203933" y="5903472"/>
                  </a:lnTo>
                  <a:lnTo>
                    <a:pt x="204027" y="5903472"/>
                  </a:lnTo>
                  <a:lnTo>
                    <a:pt x="204121" y="5903472"/>
                  </a:lnTo>
                  <a:lnTo>
                    <a:pt x="204216" y="5903472"/>
                  </a:lnTo>
                  <a:lnTo>
                    <a:pt x="204310" y="5903472"/>
                  </a:lnTo>
                  <a:lnTo>
                    <a:pt x="204404" y="5903472"/>
                  </a:lnTo>
                  <a:lnTo>
                    <a:pt x="204498" y="5903472"/>
                  </a:lnTo>
                  <a:lnTo>
                    <a:pt x="204592" y="5903472"/>
                  </a:lnTo>
                  <a:lnTo>
                    <a:pt x="204686" y="5903472"/>
                  </a:lnTo>
                  <a:lnTo>
                    <a:pt x="204781" y="5903472"/>
                  </a:lnTo>
                  <a:lnTo>
                    <a:pt x="204875" y="5903472"/>
                  </a:lnTo>
                  <a:lnTo>
                    <a:pt x="204969" y="5903472"/>
                  </a:lnTo>
                  <a:lnTo>
                    <a:pt x="205063" y="5903472"/>
                  </a:lnTo>
                  <a:lnTo>
                    <a:pt x="205157" y="5903472"/>
                  </a:lnTo>
                  <a:lnTo>
                    <a:pt x="205251" y="5903472"/>
                  </a:lnTo>
                  <a:lnTo>
                    <a:pt x="205251" y="5898561"/>
                  </a:lnTo>
                  <a:lnTo>
                    <a:pt x="205345" y="5898561"/>
                  </a:lnTo>
                  <a:lnTo>
                    <a:pt x="205440" y="5898561"/>
                  </a:lnTo>
                  <a:lnTo>
                    <a:pt x="205534" y="5898561"/>
                  </a:lnTo>
                  <a:lnTo>
                    <a:pt x="205628" y="5898561"/>
                  </a:lnTo>
                  <a:lnTo>
                    <a:pt x="205722" y="5898561"/>
                  </a:lnTo>
                  <a:lnTo>
                    <a:pt x="205816" y="5898561"/>
                  </a:lnTo>
                  <a:lnTo>
                    <a:pt x="205910" y="5898561"/>
                  </a:lnTo>
                  <a:lnTo>
                    <a:pt x="206004" y="5898561"/>
                  </a:lnTo>
                  <a:lnTo>
                    <a:pt x="206099" y="5898561"/>
                  </a:lnTo>
                  <a:lnTo>
                    <a:pt x="206193" y="5898561"/>
                  </a:lnTo>
                  <a:lnTo>
                    <a:pt x="206287" y="5898561"/>
                  </a:lnTo>
                  <a:lnTo>
                    <a:pt x="206381" y="5898561"/>
                  </a:lnTo>
                  <a:lnTo>
                    <a:pt x="206475" y="5898561"/>
                  </a:lnTo>
                  <a:lnTo>
                    <a:pt x="206569" y="5898561"/>
                  </a:lnTo>
                  <a:lnTo>
                    <a:pt x="206664" y="5898561"/>
                  </a:lnTo>
                  <a:lnTo>
                    <a:pt x="206664" y="5893649"/>
                  </a:lnTo>
                  <a:lnTo>
                    <a:pt x="206758" y="5893649"/>
                  </a:lnTo>
                  <a:lnTo>
                    <a:pt x="206852" y="5893649"/>
                  </a:lnTo>
                  <a:lnTo>
                    <a:pt x="206946" y="5893649"/>
                  </a:lnTo>
                  <a:lnTo>
                    <a:pt x="207040" y="5893649"/>
                  </a:lnTo>
                  <a:lnTo>
                    <a:pt x="207134" y="5893649"/>
                  </a:lnTo>
                  <a:lnTo>
                    <a:pt x="207228" y="5893649"/>
                  </a:lnTo>
                  <a:lnTo>
                    <a:pt x="207323" y="5893649"/>
                  </a:lnTo>
                  <a:lnTo>
                    <a:pt x="207417" y="5893649"/>
                  </a:lnTo>
                  <a:lnTo>
                    <a:pt x="207511" y="5893649"/>
                  </a:lnTo>
                  <a:lnTo>
                    <a:pt x="207605" y="5893649"/>
                  </a:lnTo>
                  <a:lnTo>
                    <a:pt x="207699" y="5893649"/>
                  </a:lnTo>
                  <a:lnTo>
                    <a:pt x="207793" y="5893649"/>
                  </a:lnTo>
                  <a:lnTo>
                    <a:pt x="207888" y="5893649"/>
                  </a:lnTo>
                  <a:lnTo>
                    <a:pt x="207982" y="5893649"/>
                  </a:lnTo>
                  <a:lnTo>
                    <a:pt x="208076" y="5893649"/>
                  </a:lnTo>
                  <a:lnTo>
                    <a:pt x="208076" y="5888738"/>
                  </a:lnTo>
                  <a:lnTo>
                    <a:pt x="208170" y="5888738"/>
                  </a:lnTo>
                  <a:lnTo>
                    <a:pt x="208264" y="5888738"/>
                  </a:lnTo>
                  <a:lnTo>
                    <a:pt x="208358" y="5888738"/>
                  </a:lnTo>
                  <a:lnTo>
                    <a:pt x="208452" y="5888738"/>
                  </a:lnTo>
                  <a:lnTo>
                    <a:pt x="208547" y="5888738"/>
                  </a:lnTo>
                  <a:lnTo>
                    <a:pt x="208641" y="5888738"/>
                  </a:lnTo>
                  <a:lnTo>
                    <a:pt x="208735" y="5888738"/>
                  </a:lnTo>
                  <a:lnTo>
                    <a:pt x="208829" y="5888738"/>
                  </a:lnTo>
                  <a:lnTo>
                    <a:pt x="208923" y="5888738"/>
                  </a:lnTo>
                  <a:lnTo>
                    <a:pt x="209017" y="5888738"/>
                  </a:lnTo>
                  <a:lnTo>
                    <a:pt x="209112" y="5888738"/>
                  </a:lnTo>
                  <a:lnTo>
                    <a:pt x="209206" y="5888738"/>
                  </a:lnTo>
                  <a:lnTo>
                    <a:pt x="209300" y="5888738"/>
                  </a:lnTo>
                  <a:lnTo>
                    <a:pt x="209394" y="5888738"/>
                  </a:lnTo>
                  <a:lnTo>
                    <a:pt x="209488" y="5888738"/>
                  </a:lnTo>
                  <a:lnTo>
                    <a:pt x="209582" y="5888738"/>
                  </a:lnTo>
                  <a:lnTo>
                    <a:pt x="209676" y="5888738"/>
                  </a:lnTo>
                  <a:lnTo>
                    <a:pt x="209771" y="5888738"/>
                  </a:lnTo>
                  <a:lnTo>
                    <a:pt x="209865" y="5888738"/>
                  </a:lnTo>
                  <a:lnTo>
                    <a:pt x="209959" y="5888738"/>
                  </a:lnTo>
                  <a:lnTo>
                    <a:pt x="210053" y="5888738"/>
                  </a:lnTo>
                  <a:lnTo>
                    <a:pt x="210147" y="5888738"/>
                  </a:lnTo>
                  <a:lnTo>
                    <a:pt x="210241" y="5888738"/>
                  </a:lnTo>
                  <a:lnTo>
                    <a:pt x="210241" y="5883827"/>
                  </a:lnTo>
                  <a:lnTo>
                    <a:pt x="210335" y="5883827"/>
                  </a:lnTo>
                  <a:lnTo>
                    <a:pt x="210430" y="5883827"/>
                  </a:lnTo>
                  <a:lnTo>
                    <a:pt x="210524" y="5883827"/>
                  </a:lnTo>
                  <a:lnTo>
                    <a:pt x="210618" y="5883827"/>
                  </a:lnTo>
                  <a:lnTo>
                    <a:pt x="210712" y="5883827"/>
                  </a:lnTo>
                  <a:lnTo>
                    <a:pt x="210806" y="5883827"/>
                  </a:lnTo>
                  <a:lnTo>
                    <a:pt x="210900" y="5883827"/>
                  </a:lnTo>
                  <a:lnTo>
                    <a:pt x="210995" y="5883827"/>
                  </a:lnTo>
                  <a:lnTo>
                    <a:pt x="211089" y="5883827"/>
                  </a:lnTo>
                  <a:lnTo>
                    <a:pt x="211183" y="5883827"/>
                  </a:lnTo>
                  <a:lnTo>
                    <a:pt x="211183" y="5878915"/>
                  </a:lnTo>
                  <a:lnTo>
                    <a:pt x="211277" y="5878915"/>
                  </a:lnTo>
                  <a:lnTo>
                    <a:pt x="211371" y="5878915"/>
                  </a:lnTo>
                  <a:lnTo>
                    <a:pt x="211465" y="5878915"/>
                  </a:lnTo>
                  <a:lnTo>
                    <a:pt x="211559" y="5878915"/>
                  </a:lnTo>
                  <a:lnTo>
                    <a:pt x="211654" y="5878915"/>
                  </a:lnTo>
                  <a:lnTo>
                    <a:pt x="211748" y="5878915"/>
                  </a:lnTo>
                  <a:lnTo>
                    <a:pt x="211842" y="5878915"/>
                  </a:lnTo>
                  <a:lnTo>
                    <a:pt x="211936" y="5878915"/>
                  </a:lnTo>
                  <a:lnTo>
                    <a:pt x="212030" y="5878915"/>
                  </a:lnTo>
                  <a:lnTo>
                    <a:pt x="212124" y="5878915"/>
                  </a:lnTo>
                  <a:lnTo>
                    <a:pt x="212219" y="5878915"/>
                  </a:lnTo>
                  <a:lnTo>
                    <a:pt x="212313" y="5878915"/>
                  </a:lnTo>
                  <a:lnTo>
                    <a:pt x="212407" y="5878915"/>
                  </a:lnTo>
                  <a:lnTo>
                    <a:pt x="212501" y="5878915"/>
                  </a:lnTo>
                  <a:lnTo>
                    <a:pt x="212595" y="5878915"/>
                  </a:lnTo>
                  <a:lnTo>
                    <a:pt x="212689" y="5878915"/>
                  </a:lnTo>
                  <a:lnTo>
                    <a:pt x="212783" y="5878915"/>
                  </a:lnTo>
                  <a:lnTo>
                    <a:pt x="212878" y="5878915"/>
                  </a:lnTo>
                  <a:lnTo>
                    <a:pt x="212972" y="5878915"/>
                  </a:lnTo>
                  <a:lnTo>
                    <a:pt x="213066" y="5878915"/>
                  </a:lnTo>
                  <a:lnTo>
                    <a:pt x="213160" y="5878915"/>
                  </a:lnTo>
                  <a:lnTo>
                    <a:pt x="213254" y="5878915"/>
                  </a:lnTo>
                  <a:lnTo>
                    <a:pt x="213348" y="5878915"/>
                  </a:lnTo>
                  <a:lnTo>
                    <a:pt x="213443" y="5878915"/>
                  </a:lnTo>
                  <a:lnTo>
                    <a:pt x="213537" y="5878915"/>
                  </a:lnTo>
                  <a:lnTo>
                    <a:pt x="213631" y="5878915"/>
                  </a:lnTo>
                  <a:lnTo>
                    <a:pt x="213725" y="5878915"/>
                  </a:lnTo>
                  <a:lnTo>
                    <a:pt x="213819" y="5878915"/>
                  </a:lnTo>
                  <a:lnTo>
                    <a:pt x="213913" y="5878915"/>
                  </a:lnTo>
                  <a:lnTo>
                    <a:pt x="214007" y="5878915"/>
                  </a:lnTo>
                  <a:lnTo>
                    <a:pt x="214102" y="5878915"/>
                  </a:lnTo>
                  <a:lnTo>
                    <a:pt x="214196" y="5878915"/>
                  </a:lnTo>
                  <a:lnTo>
                    <a:pt x="214290" y="5878915"/>
                  </a:lnTo>
                  <a:lnTo>
                    <a:pt x="214290" y="5874004"/>
                  </a:lnTo>
                  <a:lnTo>
                    <a:pt x="214384" y="5874004"/>
                  </a:lnTo>
                  <a:lnTo>
                    <a:pt x="214478" y="5874004"/>
                  </a:lnTo>
                  <a:lnTo>
                    <a:pt x="214572" y="5874004"/>
                  </a:lnTo>
                  <a:lnTo>
                    <a:pt x="214666" y="5874004"/>
                  </a:lnTo>
                  <a:lnTo>
                    <a:pt x="214761" y="5874004"/>
                  </a:lnTo>
                  <a:lnTo>
                    <a:pt x="214855" y="5874004"/>
                  </a:lnTo>
                  <a:lnTo>
                    <a:pt x="214949" y="5874004"/>
                  </a:lnTo>
                  <a:lnTo>
                    <a:pt x="215043" y="5874004"/>
                  </a:lnTo>
                  <a:lnTo>
                    <a:pt x="215137" y="5874004"/>
                  </a:lnTo>
                  <a:lnTo>
                    <a:pt x="215231" y="5874004"/>
                  </a:lnTo>
                  <a:lnTo>
                    <a:pt x="215326" y="5874004"/>
                  </a:lnTo>
                  <a:lnTo>
                    <a:pt x="215420" y="5874004"/>
                  </a:lnTo>
                  <a:lnTo>
                    <a:pt x="215514" y="5874004"/>
                  </a:lnTo>
                  <a:lnTo>
                    <a:pt x="215608" y="5874004"/>
                  </a:lnTo>
                  <a:lnTo>
                    <a:pt x="215702" y="5874004"/>
                  </a:lnTo>
                  <a:lnTo>
                    <a:pt x="215796" y="5874004"/>
                  </a:lnTo>
                  <a:lnTo>
                    <a:pt x="215890" y="5874004"/>
                  </a:lnTo>
                  <a:lnTo>
                    <a:pt x="215985" y="5874004"/>
                  </a:lnTo>
                  <a:lnTo>
                    <a:pt x="215985" y="5869093"/>
                  </a:lnTo>
                  <a:lnTo>
                    <a:pt x="216079" y="5869093"/>
                  </a:lnTo>
                  <a:lnTo>
                    <a:pt x="216173" y="5869093"/>
                  </a:lnTo>
                  <a:lnTo>
                    <a:pt x="216267" y="5869093"/>
                  </a:lnTo>
                  <a:lnTo>
                    <a:pt x="216361" y="5869093"/>
                  </a:lnTo>
                  <a:lnTo>
                    <a:pt x="216455" y="5869093"/>
                  </a:lnTo>
                  <a:lnTo>
                    <a:pt x="216550" y="5869093"/>
                  </a:lnTo>
                  <a:lnTo>
                    <a:pt x="216644" y="5869093"/>
                  </a:lnTo>
                  <a:lnTo>
                    <a:pt x="216738" y="5869093"/>
                  </a:lnTo>
                  <a:lnTo>
                    <a:pt x="216832" y="5869093"/>
                  </a:lnTo>
                  <a:lnTo>
                    <a:pt x="216926" y="5869093"/>
                  </a:lnTo>
                  <a:lnTo>
                    <a:pt x="216926" y="5864181"/>
                  </a:lnTo>
                  <a:lnTo>
                    <a:pt x="217020" y="5864181"/>
                  </a:lnTo>
                  <a:lnTo>
                    <a:pt x="217114" y="5864181"/>
                  </a:lnTo>
                  <a:lnTo>
                    <a:pt x="217209" y="5864181"/>
                  </a:lnTo>
                  <a:lnTo>
                    <a:pt x="217303" y="5864181"/>
                  </a:lnTo>
                  <a:lnTo>
                    <a:pt x="217397" y="5864181"/>
                  </a:lnTo>
                  <a:lnTo>
                    <a:pt x="217491" y="5864181"/>
                  </a:lnTo>
                  <a:lnTo>
                    <a:pt x="217585" y="5864181"/>
                  </a:lnTo>
                  <a:lnTo>
                    <a:pt x="217679" y="5864181"/>
                  </a:lnTo>
                  <a:lnTo>
                    <a:pt x="217774" y="5864181"/>
                  </a:lnTo>
                  <a:lnTo>
                    <a:pt x="217868" y="5864181"/>
                  </a:lnTo>
                  <a:lnTo>
                    <a:pt x="217962" y="5864181"/>
                  </a:lnTo>
                  <a:lnTo>
                    <a:pt x="218056" y="5864181"/>
                  </a:lnTo>
                  <a:lnTo>
                    <a:pt x="218150" y="5864181"/>
                  </a:lnTo>
                  <a:lnTo>
                    <a:pt x="218244" y="5864181"/>
                  </a:lnTo>
                  <a:lnTo>
                    <a:pt x="218338" y="5864181"/>
                  </a:lnTo>
                  <a:lnTo>
                    <a:pt x="218433" y="5864181"/>
                  </a:lnTo>
                  <a:lnTo>
                    <a:pt x="218527" y="5864181"/>
                  </a:lnTo>
                  <a:lnTo>
                    <a:pt x="218621" y="5864181"/>
                  </a:lnTo>
                  <a:lnTo>
                    <a:pt x="218715" y="5864181"/>
                  </a:lnTo>
                  <a:lnTo>
                    <a:pt x="218809" y="5864181"/>
                  </a:lnTo>
                  <a:lnTo>
                    <a:pt x="218903" y="5864181"/>
                  </a:lnTo>
                  <a:lnTo>
                    <a:pt x="218997" y="5864181"/>
                  </a:lnTo>
                  <a:lnTo>
                    <a:pt x="219092" y="5864181"/>
                  </a:lnTo>
                  <a:lnTo>
                    <a:pt x="219186" y="5864181"/>
                  </a:lnTo>
                  <a:lnTo>
                    <a:pt x="219280" y="5864181"/>
                  </a:lnTo>
                  <a:lnTo>
                    <a:pt x="219374" y="5864181"/>
                  </a:lnTo>
                  <a:lnTo>
                    <a:pt x="219468" y="5864181"/>
                  </a:lnTo>
                  <a:lnTo>
                    <a:pt x="219562" y="5864181"/>
                  </a:lnTo>
                  <a:lnTo>
                    <a:pt x="219657" y="5864181"/>
                  </a:lnTo>
                  <a:lnTo>
                    <a:pt x="219751" y="5864181"/>
                  </a:lnTo>
                  <a:lnTo>
                    <a:pt x="219845" y="5864181"/>
                  </a:lnTo>
                  <a:lnTo>
                    <a:pt x="219939" y="5864181"/>
                  </a:lnTo>
                  <a:lnTo>
                    <a:pt x="220033" y="5864181"/>
                  </a:lnTo>
                  <a:lnTo>
                    <a:pt x="220127" y="5864181"/>
                  </a:lnTo>
                  <a:lnTo>
                    <a:pt x="220221" y="5864181"/>
                  </a:lnTo>
                  <a:lnTo>
                    <a:pt x="220316" y="5864181"/>
                  </a:lnTo>
                  <a:lnTo>
                    <a:pt x="220410" y="5864181"/>
                  </a:lnTo>
                  <a:lnTo>
                    <a:pt x="220504" y="5864181"/>
                  </a:lnTo>
                  <a:lnTo>
                    <a:pt x="220598" y="5864181"/>
                  </a:lnTo>
                  <a:lnTo>
                    <a:pt x="220692" y="5864181"/>
                  </a:lnTo>
                  <a:lnTo>
                    <a:pt x="220786" y="5864181"/>
                  </a:lnTo>
                  <a:lnTo>
                    <a:pt x="220786" y="5859270"/>
                  </a:lnTo>
                  <a:lnTo>
                    <a:pt x="220881" y="5859270"/>
                  </a:lnTo>
                  <a:lnTo>
                    <a:pt x="220975" y="5859270"/>
                  </a:lnTo>
                  <a:lnTo>
                    <a:pt x="221069" y="5859270"/>
                  </a:lnTo>
                  <a:lnTo>
                    <a:pt x="221163" y="5859270"/>
                  </a:lnTo>
                  <a:lnTo>
                    <a:pt x="221257" y="5859270"/>
                  </a:lnTo>
                  <a:lnTo>
                    <a:pt x="221351" y="5859270"/>
                  </a:lnTo>
                  <a:lnTo>
                    <a:pt x="221445" y="5859270"/>
                  </a:lnTo>
                  <a:lnTo>
                    <a:pt x="221540" y="5859270"/>
                  </a:lnTo>
                  <a:lnTo>
                    <a:pt x="221634" y="5859270"/>
                  </a:lnTo>
                  <a:lnTo>
                    <a:pt x="221728" y="5859270"/>
                  </a:lnTo>
                  <a:lnTo>
                    <a:pt x="221822" y="5859270"/>
                  </a:lnTo>
                  <a:lnTo>
                    <a:pt x="221916" y="5859270"/>
                  </a:lnTo>
                  <a:lnTo>
                    <a:pt x="222010" y="5859270"/>
                  </a:lnTo>
                  <a:lnTo>
                    <a:pt x="222105" y="5859270"/>
                  </a:lnTo>
                  <a:lnTo>
                    <a:pt x="222199" y="5859270"/>
                  </a:lnTo>
                  <a:lnTo>
                    <a:pt x="222293" y="5859270"/>
                  </a:lnTo>
                  <a:lnTo>
                    <a:pt x="222387" y="5859270"/>
                  </a:lnTo>
                  <a:lnTo>
                    <a:pt x="222481" y="5859270"/>
                  </a:lnTo>
                  <a:lnTo>
                    <a:pt x="222575" y="5859270"/>
                  </a:lnTo>
                  <a:lnTo>
                    <a:pt x="222669" y="5859270"/>
                  </a:lnTo>
                  <a:lnTo>
                    <a:pt x="222764" y="5859270"/>
                  </a:lnTo>
                  <a:lnTo>
                    <a:pt x="222858" y="5859270"/>
                  </a:lnTo>
                  <a:lnTo>
                    <a:pt x="222952" y="5859270"/>
                  </a:lnTo>
                  <a:lnTo>
                    <a:pt x="223046" y="5859270"/>
                  </a:lnTo>
                  <a:lnTo>
                    <a:pt x="223140" y="5859270"/>
                  </a:lnTo>
                  <a:lnTo>
                    <a:pt x="223234" y="5859270"/>
                  </a:lnTo>
                  <a:lnTo>
                    <a:pt x="223328" y="5859270"/>
                  </a:lnTo>
                  <a:lnTo>
                    <a:pt x="223423" y="5859270"/>
                  </a:lnTo>
                  <a:lnTo>
                    <a:pt x="223517" y="5859270"/>
                  </a:lnTo>
                  <a:lnTo>
                    <a:pt x="223611" y="5859270"/>
                  </a:lnTo>
                  <a:lnTo>
                    <a:pt x="223705" y="5859270"/>
                  </a:lnTo>
                  <a:lnTo>
                    <a:pt x="223799" y="5859270"/>
                  </a:lnTo>
                  <a:lnTo>
                    <a:pt x="223893" y="5859270"/>
                  </a:lnTo>
                  <a:lnTo>
                    <a:pt x="223988" y="5859270"/>
                  </a:lnTo>
                  <a:lnTo>
                    <a:pt x="224082" y="5859270"/>
                  </a:lnTo>
                  <a:lnTo>
                    <a:pt x="224176" y="5859270"/>
                  </a:lnTo>
                  <a:lnTo>
                    <a:pt x="224270" y="5859270"/>
                  </a:lnTo>
                  <a:lnTo>
                    <a:pt x="224364" y="5859270"/>
                  </a:lnTo>
                  <a:lnTo>
                    <a:pt x="224458" y="5859270"/>
                  </a:lnTo>
                  <a:lnTo>
                    <a:pt x="224552" y="5859270"/>
                  </a:lnTo>
                  <a:lnTo>
                    <a:pt x="224647" y="5859270"/>
                  </a:lnTo>
                  <a:lnTo>
                    <a:pt x="224741" y="5859270"/>
                  </a:lnTo>
                  <a:lnTo>
                    <a:pt x="224835" y="5859270"/>
                  </a:lnTo>
                  <a:lnTo>
                    <a:pt x="224929" y="5859270"/>
                  </a:lnTo>
                  <a:lnTo>
                    <a:pt x="225023" y="5859270"/>
                  </a:lnTo>
                  <a:lnTo>
                    <a:pt x="225117" y="5859270"/>
                  </a:lnTo>
                  <a:lnTo>
                    <a:pt x="225212" y="5859270"/>
                  </a:lnTo>
                  <a:lnTo>
                    <a:pt x="225306" y="5859270"/>
                  </a:lnTo>
                  <a:lnTo>
                    <a:pt x="225400" y="5859270"/>
                  </a:lnTo>
                  <a:lnTo>
                    <a:pt x="225494" y="5859270"/>
                  </a:lnTo>
                  <a:lnTo>
                    <a:pt x="225588" y="5859270"/>
                  </a:lnTo>
                  <a:lnTo>
                    <a:pt x="225682" y="5859270"/>
                  </a:lnTo>
                  <a:lnTo>
                    <a:pt x="225776" y="5859270"/>
                  </a:lnTo>
                  <a:lnTo>
                    <a:pt x="225871" y="5859270"/>
                  </a:lnTo>
                  <a:lnTo>
                    <a:pt x="225965" y="5859270"/>
                  </a:lnTo>
                  <a:lnTo>
                    <a:pt x="226059" y="5859270"/>
                  </a:lnTo>
                  <a:lnTo>
                    <a:pt x="226153" y="5859270"/>
                  </a:lnTo>
                  <a:lnTo>
                    <a:pt x="226247" y="5859270"/>
                  </a:lnTo>
                  <a:lnTo>
                    <a:pt x="226341" y="5859270"/>
                  </a:lnTo>
                  <a:lnTo>
                    <a:pt x="226436" y="5859270"/>
                  </a:lnTo>
                  <a:lnTo>
                    <a:pt x="226530" y="5859270"/>
                  </a:lnTo>
                  <a:lnTo>
                    <a:pt x="226624" y="5859270"/>
                  </a:lnTo>
                  <a:lnTo>
                    <a:pt x="226718" y="5859270"/>
                  </a:lnTo>
                  <a:lnTo>
                    <a:pt x="226812" y="5859270"/>
                  </a:lnTo>
                  <a:lnTo>
                    <a:pt x="226906" y="5859270"/>
                  </a:lnTo>
                  <a:lnTo>
                    <a:pt x="227000" y="5859270"/>
                  </a:lnTo>
                  <a:lnTo>
                    <a:pt x="227000" y="5854358"/>
                  </a:lnTo>
                  <a:lnTo>
                    <a:pt x="227000" y="5849447"/>
                  </a:lnTo>
                  <a:lnTo>
                    <a:pt x="227095" y="5849447"/>
                  </a:lnTo>
                  <a:lnTo>
                    <a:pt x="227189" y="5849447"/>
                  </a:lnTo>
                  <a:lnTo>
                    <a:pt x="227283" y="5849447"/>
                  </a:lnTo>
                  <a:lnTo>
                    <a:pt x="227377" y="5849447"/>
                  </a:lnTo>
                  <a:lnTo>
                    <a:pt x="227471" y="5849447"/>
                  </a:lnTo>
                  <a:lnTo>
                    <a:pt x="227565" y="5849447"/>
                  </a:lnTo>
                  <a:lnTo>
                    <a:pt x="227659" y="5849447"/>
                  </a:lnTo>
                  <a:lnTo>
                    <a:pt x="227754" y="5849447"/>
                  </a:lnTo>
                  <a:lnTo>
                    <a:pt x="227848" y="5849447"/>
                  </a:lnTo>
                  <a:lnTo>
                    <a:pt x="227942" y="5849447"/>
                  </a:lnTo>
                  <a:lnTo>
                    <a:pt x="228036" y="5849447"/>
                  </a:lnTo>
                  <a:lnTo>
                    <a:pt x="228130" y="5849447"/>
                  </a:lnTo>
                  <a:lnTo>
                    <a:pt x="228224" y="5849447"/>
                  </a:lnTo>
                  <a:lnTo>
                    <a:pt x="228319" y="5849447"/>
                  </a:lnTo>
                  <a:lnTo>
                    <a:pt x="228413" y="5849447"/>
                  </a:lnTo>
                  <a:lnTo>
                    <a:pt x="228413" y="5844536"/>
                  </a:lnTo>
                  <a:lnTo>
                    <a:pt x="228507" y="5844536"/>
                  </a:lnTo>
                  <a:lnTo>
                    <a:pt x="228601" y="5844536"/>
                  </a:lnTo>
                  <a:lnTo>
                    <a:pt x="228601" y="5839624"/>
                  </a:lnTo>
                  <a:lnTo>
                    <a:pt x="228601" y="5834713"/>
                  </a:lnTo>
                  <a:lnTo>
                    <a:pt x="228695" y="5834713"/>
                  </a:lnTo>
                  <a:lnTo>
                    <a:pt x="228789" y="5834713"/>
                  </a:lnTo>
                  <a:lnTo>
                    <a:pt x="228883" y="5834713"/>
                  </a:lnTo>
                  <a:lnTo>
                    <a:pt x="228978" y="5834713"/>
                  </a:lnTo>
                  <a:lnTo>
                    <a:pt x="229072" y="5834713"/>
                  </a:lnTo>
                  <a:lnTo>
                    <a:pt x="229166" y="5834713"/>
                  </a:lnTo>
                  <a:lnTo>
                    <a:pt x="229260" y="5834713"/>
                  </a:lnTo>
                  <a:lnTo>
                    <a:pt x="229354" y="5834713"/>
                  </a:lnTo>
                  <a:lnTo>
                    <a:pt x="229448" y="5834713"/>
                  </a:lnTo>
                  <a:lnTo>
                    <a:pt x="229543" y="5834713"/>
                  </a:lnTo>
                  <a:lnTo>
                    <a:pt x="229637" y="5834713"/>
                  </a:lnTo>
                  <a:lnTo>
                    <a:pt x="229731" y="5834713"/>
                  </a:lnTo>
                  <a:lnTo>
                    <a:pt x="229825" y="5834713"/>
                  </a:lnTo>
                  <a:lnTo>
                    <a:pt x="229825" y="5829802"/>
                  </a:lnTo>
                  <a:lnTo>
                    <a:pt x="229919" y="5829802"/>
                  </a:lnTo>
                  <a:lnTo>
                    <a:pt x="230013" y="5829802"/>
                  </a:lnTo>
                  <a:lnTo>
                    <a:pt x="230107" y="5829802"/>
                  </a:lnTo>
                  <a:lnTo>
                    <a:pt x="230107" y="5824890"/>
                  </a:lnTo>
                  <a:lnTo>
                    <a:pt x="230202" y="5824890"/>
                  </a:lnTo>
                  <a:lnTo>
                    <a:pt x="230296" y="5824890"/>
                  </a:lnTo>
                  <a:lnTo>
                    <a:pt x="230390" y="5824890"/>
                  </a:lnTo>
                  <a:lnTo>
                    <a:pt x="230484" y="5824890"/>
                  </a:lnTo>
                  <a:lnTo>
                    <a:pt x="230578" y="5824890"/>
                  </a:lnTo>
                  <a:lnTo>
                    <a:pt x="230578" y="5819979"/>
                  </a:lnTo>
                  <a:lnTo>
                    <a:pt x="230672" y="5819979"/>
                  </a:lnTo>
                  <a:lnTo>
                    <a:pt x="230767" y="5819979"/>
                  </a:lnTo>
                  <a:lnTo>
                    <a:pt x="230861" y="5819979"/>
                  </a:lnTo>
                  <a:lnTo>
                    <a:pt x="230955" y="5819979"/>
                  </a:lnTo>
                  <a:lnTo>
                    <a:pt x="231049" y="5819979"/>
                  </a:lnTo>
                  <a:lnTo>
                    <a:pt x="231143" y="5819979"/>
                  </a:lnTo>
                  <a:lnTo>
                    <a:pt x="231237" y="5819979"/>
                  </a:lnTo>
                  <a:lnTo>
                    <a:pt x="231331" y="5819979"/>
                  </a:lnTo>
                  <a:lnTo>
                    <a:pt x="231426" y="5819979"/>
                  </a:lnTo>
                  <a:lnTo>
                    <a:pt x="231520" y="5819979"/>
                  </a:lnTo>
                  <a:lnTo>
                    <a:pt x="231614" y="5819979"/>
                  </a:lnTo>
                  <a:lnTo>
                    <a:pt x="231708" y="5819979"/>
                  </a:lnTo>
                  <a:lnTo>
                    <a:pt x="231802" y="5819979"/>
                  </a:lnTo>
                  <a:lnTo>
                    <a:pt x="231896" y="5819979"/>
                  </a:lnTo>
                  <a:lnTo>
                    <a:pt x="231990" y="5819979"/>
                  </a:lnTo>
                  <a:lnTo>
                    <a:pt x="232085" y="5819979"/>
                  </a:lnTo>
                  <a:lnTo>
                    <a:pt x="232179" y="5819979"/>
                  </a:lnTo>
                  <a:lnTo>
                    <a:pt x="232273" y="5819979"/>
                  </a:lnTo>
                  <a:lnTo>
                    <a:pt x="232367" y="5819979"/>
                  </a:lnTo>
                  <a:lnTo>
                    <a:pt x="232461" y="5819979"/>
                  </a:lnTo>
                  <a:lnTo>
                    <a:pt x="232555" y="5819979"/>
                  </a:lnTo>
                  <a:lnTo>
                    <a:pt x="232650" y="5819979"/>
                  </a:lnTo>
                  <a:lnTo>
                    <a:pt x="232744" y="5819979"/>
                  </a:lnTo>
                  <a:lnTo>
                    <a:pt x="232838" y="5819979"/>
                  </a:lnTo>
                  <a:lnTo>
                    <a:pt x="232932" y="5819979"/>
                  </a:lnTo>
                  <a:lnTo>
                    <a:pt x="233026" y="5819979"/>
                  </a:lnTo>
                  <a:lnTo>
                    <a:pt x="233120" y="5819979"/>
                  </a:lnTo>
                  <a:lnTo>
                    <a:pt x="233214" y="5819979"/>
                  </a:lnTo>
                  <a:lnTo>
                    <a:pt x="233214" y="5815067"/>
                  </a:lnTo>
                  <a:lnTo>
                    <a:pt x="233309" y="5815067"/>
                  </a:lnTo>
                  <a:lnTo>
                    <a:pt x="233403" y="5815067"/>
                  </a:lnTo>
                  <a:lnTo>
                    <a:pt x="233497" y="5815067"/>
                  </a:lnTo>
                  <a:lnTo>
                    <a:pt x="233591" y="5815067"/>
                  </a:lnTo>
                  <a:lnTo>
                    <a:pt x="233685" y="5815067"/>
                  </a:lnTo>
                  <a:lnTo>
                    <a:pt x="233779" y="5815067"/>
                  </a:lnTo>
                  <a:lnTo>
                    <a:pt x="233874" y="5815067"/>
                  </a:lnTo>
                  <a:lnTo>
                    <a:pt x="233968" y="5815067"/>
                  </a:lnTo>
                  <a:lnTo>
                    <a:pt x="234062" y="5815067"/>
                  </a:lnTo>
                  <a:lnTo>
                    <a:pt x="234156" y="5815067"/>
                  </a:lnTo>
                  <a:lnTo>
                    <a:pt x="234250" y="5815067"/>
                  </a:lnTo>
                  <a:lnTo>
                    <a:pt x="234344" y="5815067"/>
                  </a:lnTo>
                  <a:lnTo>
                    <a:pt x="234438" y="5815067"/>
                  </a:lnTo>
                  <a:lnTo>
                    <a:pt x="234533" y="5815067"/>
                  </a:lnTo>
                  <a:lnTo>
                    <a:pt x="234627" y="5815067"/>
                  </a:lnTo>
                  <a:lnTo>
                    <a:pt x="234721" y="5815067"/>
                  </a:lnTo>
                  <a:lnTo>
                    <a:pt x="234815" y="5815067"/>
                  </a:lnTo>
                  <a:lnTo>
                    <a:pt x="234909" y="5815067"/>
                  </a:lnTo>
                  <a:lnTo>
                    <a:pt x="235003" y="5815067"/>
                  </a:lnTo>
                  <a:lnTo>
                    <a:pt x="235098" y="5815067"/>
                  </a:lnTo>
                  <a:lnTo>
                    <a:pt x="235192" y="5815067"/>
                  </a:lnTo>
                  <a:lnTo>
                    <a:pt x="235286" y="5815067"/>
                  </a:lnTo>
                  <a:lnTo>
                    <a:pt x="235380" y="5815067"/>
                  </a:lnTo>
                  <a:lnTo>
                    <a:pt x="235474" y="5815067"/>
                  </a:lnTo>
                  <a:lnTo>
                    <a:pt x="235568" y="5815067"/>
                  </a:lnTo>
                  <a:lnTo>
                    <a:pt x="235662" y="5815067"/>
                  </a:lnTo>
                  <a:lnTo>
                    <a:pt x="235757" y="5815067"/>
                  </a:lnTo>
                  <a:lnTo>
                    <a:pt x="235851" y="5815067"/>
                  </a:lnTo>
                  <a:lnTo>
                    <a:pt x="235851" y="5810156"/>
                  </a:lnTo>
                  <a:lnTo>
                    <a:pt x="235945" y="5810156"/>
                  </a:lnTo>
                  <a:lnTo>
                    <a:pt x="236039" y="5810156"/>
                  </a:lnTo>
                  <a:lnTo>
                    <a:pt x="236133" y="5810156"/>
                  </a:lnTo>
                  <a:lnTo>
                    <a:pt x="236227" y="5810156"/>
                  </a:lnTo>
                  <a:lnTo>
                    <a:pt x="236321" y="5810156"/>
                  </a:lnTo>
                  <a:lnTo>
                    <a:pt x="236416" y="5810156"/>
                  </a:lnTo>
                  <a:lnTo>
                    <a:pt x="236510" y="5810156"/>
                  </a:lnTo>
                  <a:lnTo>
                    <a:pt x="236604" y="5810156"/>
                  </a:lnTo>
                  <a:lnTo>
                    <a:pt x="236698" y="5810156"/>
                  </a:lnTo>
                  <a:lnTo>
                    <a:pt x="236792" y="5810156"/>
                  </a:lnTo>
                  <a:lnTo>
                    <a:pt x="236886" y="5810156"/>
                  </a:lnTo>
                  <a:lnTo>
                    <a:pt x="236981" y="5810156"/>
                  </a:lnTo>
                  <a:lnTo>
                    <a:pt x="237075" y="5810156"/>
                  </a:lnTo>
                  <a:lnTo>
                    <a:pt x="237169" y="5810156"/>
                  </a:lnTo>
                  <a:lnTo>
                    <a:pt x="237263" y="5810156"/>
                  </a:lnTo>
                  <a:lnTo>
                    <a:pt x="237357" y="5810156"/>
                  </a:lnTo>
                  <a:lnTo>
                    <a:pt x="237451" y="5810156"/>
                  </a:lnTo>
                  <a:lnTo>
                    <a:pt x="237545" y="5810156"/>
                  </a:lnTo>
                  <a:lnTo>
                    <a:pt x="237640" y="5810156"/>
                  </a:lnTo>
                  <a:lnTo>
                    <a:pt x="237734" y="5810156"/>
                  </a:lnTo>
                  <a:lnTo>
                    <a:pt x="237828" y="5810156"/>
                  </a:lnTo>
                  <a:lnTo>
                    <a:pt x="237922" y="5810156"/>
                  </a:lnTo>
                  <a:lnTo>
                    <a:pt x="238016" y="5810156"/>
                  </a:lnTo>
                  <a:lnTo>
                    <a:pt x="238110" y="5810156"/>
                  </a:lnTo>
                  <a:lnTo>
                    <a:pt x="238205" y="5810156"/>
                  </a:lnTo>
                  <a:lnTo>
                    <a:pt x="238299" y="5810156"/>
                  </a:lnTo>
                  <a:lnTo>
                    <a:pt x="238393" y="5810156"/>
                  </a:lnTo>
                  <a:lnTo>
                    <a:pt x="238487" y="5810156"/>
                  </a:lnTo>
                  <a:lnTo>
                    <a:pt x="238581" y="5810156"/>
                  </a:lnTo>
                  <a:lnTo>
                    <a:pt x="238675" y="5810156"/>
                  </a:lnTo>
                  <a:lnTo>
                    <a:pt x="238675" y="5805245"/>
                  </a:lnTo>
                  <a:lnTo>
                    <a:pt x="238769" y="5805245"/>
                  </a:lnTo>
                  <a:lnTo>
                    <a:pt x="238864" y="5805245"/>
                  </a:lnTo>
                  <a:lnTo>
                    <a:pt x="238958" y="5805245"/>
                  </a:lnTo>
                  <a:lnTo>
                    <a:pt x="239052" y="5805245"/>
                  </a:lnTo>
                  <a:lnTo>
                    <a:pt x="239146" y="5805245"/>
                  </a:lnTo>
                  <a:lnTo>
                    <a:pt x="239240" y="5805245"/>
                  </a:lnTo>
                  <a:lnTo>
                    <a:pt x="239334" y="5805245"/>
                  </a:lnTo>
                  <a:lnTo>
                    <a:pt x="239429" y="5805245"/>
                  </a:lnTo>
                  <a:lnTo>
                    <a:pt x="239523" y="5805245"/>
                  </a:lnTo>
                  <a:lnTo>
                    <a:pt x="239617" y="5805245"/>
                  </a:lnTo>
                  <a:lnTo>
                    <a:pt x="239711" y="5805245"/>
                  </a:lnTo>
                  <a:lnTo>
                    <a:pt x="239805" y="5805245"/>
                  </a:lnTo>
                  <a:lnTo>
                    <a:pt x="239899" y="5805245"/>
                  </a:lnTo>
                  <a:lnTo>
                    <a:pt x="239899" y="5800333"/>
                  </a:lnTo>
                  <a:lnTo>
                    <a:pt x="239993" y="5800333"/>
                  </a:lnTo>
                  <a:lnTo>
                    <a:pt x="240088" y="5800333"/>
                  </a:lnTo>
                  <a:lnTo>
                    <a:pt x="240182" y="5800333"/>
                  </a:lnTo>
                  <a:lnTo>
                    <a:pt x="240276" y="5800333"/>
                  </a:lnTo>
                  <a:lnTo>
                    <a:pt x="240370" y="5800333"/>
                  </a:lnTo>
                  <a:lnTo>
                    <a:pt x="240464" y="5800333"/>
                  </a:lnTo>
                  <a:lnTo>
                    <a:pt x="240558" y="5800333"/>
                  </a:lnTo>
                  <a:lnTo>
                    <a:pt x="240652" y="5800333"/>
                  </a:lnTo>
                  <a:lnTo>
                    <a:pt x="240747" y="5800333"/>
                  </a:lnTo>
                  <a:lnTo>
                    <a:pt x="240841" y="5800333"/>
                  </a:lnTo>
                  <a:lnTo>
                    <a:pt x="240935" y="5800333"/>
                  </a:lnTo>
                  <a:lnTo>
                    <a:pt x="241029" y="5800333"/>
                  </a:lnTo>
                  <a:lnTo>
                    <a:pt x="241123" y="5800333"/>
                  </a:lnTo>
                  <a:lnTo>
                    <a:pt x="241217" y="5800333"/>
                  </a:lnTo>
                  <a:lnTo>
                    <a:pt x="241312" y="5800333"/>
                  </a:lnTo>
                  <a:lnTo>
                    <a:pt x="241406" y="5800333"/>
                  </a:lnTo>
                  <a:lnTo>
                    <a:pt x="241500" y="5800333"/>
                  </a:lnTo>
                  <a:lnTo>
                    <a:pt x="241594" y="5800333"/>
                  </a:lnTo>
                  <a:lnTo>
                    <a:pt x="241688" y="5800333"/>
                  </a:lnTo>
                  <a:lnTo>
                    <a:pt x="241782" y="5800333"/>
                  </a:lnTo>
                  <a:lnTo>
                    <a:pt x="241876" y="5800333"/>
                  </a:lnTo>
                  <a:lnTo>
                    <a:pt x="241971" y="5800333"/>
                  </a:lnTo>
                  <a:lnTo>
                    <a:pt x="242065" y="5800333"/>
                  </a:lnTo>
                  <a:lnTo>
                    <a:pt x="242159" y="5800333"/>
                  </a:lnTo>
                  <a:lnTo>
                    <a:pt x="242253" y="5800333"/>
                  </a:lnTo>
                  <a:lnTo>
                    <a:pt x="242347" y="5800333"/>
                  </a:lnTo>
                  <a:lnTo>
                    <a:pt x="242441" y="5800333"/>
                  </a:lnTo>
                  <a:lnTo>
                    <a:pt x="242536" y="5800333"/>
                  </a:lnTo>
                  <a:lnTo>
                    <a:pt x="242630" y="5800333"/>
                  </a:lnTo>
                  <a:lnTo>
                    <a:pt x="242724" y="5800333"/>
                  </a:lnTo>
                  <a:lnTo>
                    <a:pt x="242818" y="5800333"/>
                  </a:lnTo>
                  <a:lnTo>
                    <a:pt x="242912" y="5800333"/>
                  </a:lnTo>
                  <a:lnTo>
                    <a:pt x="243006" y="5800333"/>
                  </a:lnTo>
                  <a:lnTo>
                    <a:pt x="243100" y="5800333"/>
                  </a:lnTo>
                  <a:lnTo>
                    <a:pt x="243195" y="5800333"/>
                  </a:lnTo>
                  <a:lnTo>
                    <a:pt x="243289" y="5800333"/>
                  </a:lnTo>
                  <a:lnTo>
                    <a:pt x="243383" y="5800333"/>
                  </a:lnTo>
                  <a:lnTo>
                    <a:pt x="243477" y="5800333"/>
                  </a:lnTo>
                  <a:lnTo>
                    <a:pt x="243571" y="5800333"/>
                  </a:lnTo>
                  <a:lnTo>
                    <a:pt x="243665" y="5800333"/>
                  </a:lnTo>
                  <a:lnTo>
                    <a:pt x="243760" y="5800333"/>
                  </a:lnTo>
                  <a:lnTo>
                    <a:pt x="243854" y="5800333"/>
                  </a:lnTo>
                  <a:lnTo>
                    <a:pt x="243948" y="5800333"/>
                  </a:lnTo>
                  <a:lnTo>
                    <a:pt x="244042" y="5800333"/>
                  </a:lnTo>
                  <a:lnTo>
                    <a:pt x="244136" y="5800333"/>
                  </a:lnTo>
                  <a:lnTo>
                    <a:pt x="244230" y="5800333"/>
                  </a:lnTo>
                  <a:lnTo>
                    <a:pt x="244324" y="5800333"/>
                  </a:lnTo>
                  <a:lnTo>
                    <a:pt x="244419" y="5800333"/>
                  </a:lnTo>
                  <a:lnTo>
                    <a:pt x="244513" y="5800333"/>
                  </a:lnTo>
                  <a:lnTo>
                    <a:pt x="244607" y="5800333"/>
                  </a:lnTo>
                  <a:lnTo>
                    <a:pt x="244701" y="5800333"/>
                  </a:lnTo>
                  <a:lnTo>
                    <a:pt x="244795" y="5800333"/>
                  </a:lnTo>
                  <a:lnTo>
                    <a:pt x="244889" y="5800333"/>
                  </a:lnTo>
                  <a:lnTo>
                    <a:pt x="244983" y="5800333"/>
                  </a:lnTo>
                  <a:lnTo>
                    <a:pt x="245078" y="5800333"/>
                  </a:lnTo>
                  <a:lnTo>
                    <a:pt x="245172" y="5800333"/>
                  </a:lnTo>
                  <a:lnTo>
                    <a:pt x="245266" y="5800333"/>
                  </a:lnTo>
                  <a:lnTo>
                    <a:pt x="245360" y="5800333"/>
                  </a:lnTo>
                  <a:lnTo>
                    <a:pt x="245454" y="5800333"/>
                  </a:lnTo>
                  <a:lnTo>
                    <a:pt x="245548" y="5800333"/>
                  </a:lnTo>
                  <a:lnTo>
                    <a:pt x="245643" y="5800333"/>
                  </a:lnTo>
                  <a:lnTo>
                    <a:pt x="245737" y="5800333"/>
                  </a:lnTo>
                  <a:lnTo>
                    <a:pt x="245831" y="5800333"/>
                  </a:lnTo>
                  <a:lnTo>
                    <a:pt x="245925" y="5800333"/>
                  </a:lnTo>
                  <a:lnTo>
                    <a:pt x="246019" y="5800333"/>
                  </a:lnTo>
                  <a:lnTo>
                    <a:pt x="246113" y="5800333"/>
                  </a:lnTo>
                  <a:lnTo>
                    <a:pt x="246207" y="5800333"/>
                  </a:lnTo>
                  <a:lnTo>
                    <a:pt x="246302" y="5800333"/>
                  </a:lnTo>
                  <a:lnTo>
                    <a:pt x="246396" y="5800333"/>
                  </a:lnTo>
                  <a:lnTo>
                    <a:pt x="246490" y="5800333"/>
                  </a:lnTo>
                  <a:lnTo>
                    <a:pt x="246584" y="5800333"/>
                  </a:lnTo>
                  <a:lnTo>
                    <a:pt x="246678" y="5800333"/>
                  </a:lnTo>
                  <a:lnTo>
                    <a:pt x="246772" y="5800333"/>
                  </a:lnTo>
                  <a:lnTo>
                    <a:pt x="246867" y="5800333"/>
                  </a:lnTo>
                  <a:lnTo>
                    <a:pt x="246961" y="5800333"/>
                  </a:lnTo>
                  <a:lnTo>
                    <a:pt x="247055" y="5800333"/>
                  </a:lnTo>
                  <a:lnTo>
                    <a:pt x="247055" y="5795422"/>
                  </a:lnTo>
                  <a:lnTo>
                    <a:pt x="247149" y="5795422"/>
                  </a:lnTo>
                  <a:lnTo>
                    <a:pt x="247243" y="5795422"/>
                  </a:lnTo>
                  <a:lnTo>
                    <a:pt x="247337" y="5795422"/>
                  </a:lnTo>
                  <a:lnTo>
                    <a:pt x="247431" y="5795422"/>
                  </a:lnTo>
                  <a:lnTo>
                    <a:pt x="247526" y="5795422"/>
                  </a:lnTo>
                  <a:lnTo>
                    <a:pt x="247620" y="5795422"/>
                  </a:lnTo>
                  <a:lnTo>
                    <a:pt x="247714" y="5795422"/>
                  </a:lnTo>
                  <a:lnTo>
                    <a:pt x="247808" y="5795422"/>
                  </a:lnTo>
                  <a:lnTo>
                    <a:pt x="247902" y="5795422"/>
                  </a:lnTo>
                  <a:lnTo>
                    <a:pt x="247996" y="5795422"/>
                  </a:lnTo>
                  <a:lnTo>
                    <a:pt x="248091" y="5795422"/>
                  </a:lnTo>
                  <a:lnTo>
                    <a:pt x="248185" y="5795422"/>
                  </a:lnTo>
                  <a:lnTo>
                    <a:pt x="248279" y="5795422"/>
                  </a:lnTo>
                  <a:lnTo>
                    <a:pt x="248373" y="5795422"/>
                  </a:lnTo>
                  <a:lnTo>
                    <a:pt x="248467" y="5795422"/>
                  </a:lnTo>
                  <a:lnTo>
                    <a:pt x="248561" y="5795422"/>
                  </a:lnTo>
                  <a:lnTo>
                    <a:pt x="248655" y="5795422"/>
                  </a:lnTo>
                  <a:lnTo>
                    <a:pt x="248750" y="5795422"/>
                  </a:lnTo>
                  <a:lnTo>
                    <a:pt x="248844" y="5795422"/>
                  </a:lnTo>
                  <a:lnTo>
                    <a:pt x="248938" y="5795422"/>
                  </a:lnTo>
                  <a:lnTo>
                    <a:pt x="249032" y="5795422"/>
                  </a:lnTo>
                  <a:lnTo>
                    <a:pt x="249126" y="5795422"/>
                  </a:lnTo>
                  <a:lnTo>
                    <a:pt x="249220" y="5795422"/>
                  </a:lnTo>
                  <a:lnTo>
                    <a:pt x="249220" y="5790511"/>
                  </a:lnTo>
                  <a:lnTo>
                    <a:pt x="249314" y="5790511"/>
                  </a:lnTo>
                  <a:lnTo>
                    <a:pt x="249409" y="5790511"/>
                  </a:lnTo>
                  <a:lnTo>
                    <a:pt x="249503" y="5790511"/>
                  </a:lnTo>
                  <a:lnTo>
                    <a:pt x="249597" y="5790511"/>
                  </a:lnTo>
                  <a:lnTo>
                    <a:pt x="249691" y="5790511"/>
                  </a:lnTo>
                  <a:lnTo>
                    <a:pt x="249785" y="5790511"/>
                  </a:lnTo>
                  <a:lnTo>
                    <a:pt x="249879" y="5790511"/>
                  </a:lnTo>
                  <a:lnTo>
                    <a:pt x="249974" y="5790511"/>
                  </a:lnTo>
                  <a:lnTo>
                    <a:pt x="250068" y="5790511"/>
                  </a:lnTo>
                  <a:lnTo>
                    <a:pt x="250162" y="5790511"/>
                  </a:lnTo>
                  <a:lnTo>
                    <a:pt x="250256" y="5790511"/>
                  </a:lnTo>
                  <a:lnTo>
                    <a:pt x="250350" y="5790511"/>
                  </a:lnTo>
                  <a:lnTo>
                    <a:pt x="250444" y="5790511"/>
                  </a:lnTo>
                  <a:lnTo>
                    <a:pt x="250538" y="5790511"/>
                  </a:lnTo>
                  <a:lnTo>
                    <a:pt x="250633" y="5790511"/>
                  </a:lnTo>
                  <a:lnTo>
                    <a:pt x="250727" y="5790511"/>
                  </a:lnTo>
                  <a:lnTo>
                    <a:pt x="250821" y="5790511"/>
                  </a:lnTo>
                  <a:lnTo>
                    <a:pt x="250915" y="5790511"/>
                  </a:lnTo>
                  <a:lnTo>
                    <a:pt x="251009" y="5790511"/>
                  </a:lnTo>
                  <a:lnTo>
                    <a:pt x="251103" y="5790511"/>
                  </a:lnTo>
                  <a:lnTo>
                    <a:pt x="251198" y="5790511"/>
                  </a:lnTo>
                  <a:lnTo>
                    <a:pt x="251292" y="5790511"/>
                  </a:lnTo>
                  <a:lnTo>
                    <a:pt x="251386" y="5790511"/>
                  </a:lnTo>
                  <a:lnTo>
                    <a:pt x="251480" y="5790511"/>
                  </a:lnTo>
                  <a:lnTo>
                    <a:pt x="251574" y="5790511"/>
                  </a:lnTo>
                  <a:lnTo>
                    <a:pt x="251668" y="5790511"/>
                  </a:lnTo>
                  <a:lnTo>
                    <a:pt x="251762" y="5790511"/>
                  </a:lnTo>
                  <a:lnTo>
                    <a:pt x="251857" y="5790511"/>
                  </a:lnTo>
                  <a:lnTo>
                    <a:pt x="251951" y="5790511"/>
                  </a:lnTo>
                  <a:lnTo>
                    <a:pt x="252045" y="5790511"/>
                  </a:lnTo>
                  <a:lnTo>
                    <a:pt x="252139" y="5790511"/>
                  </a:lnTo>
                  <a:lnTo>
                    <a:pt x="252233" y="5790511"/>
                  </a:lnTo>
                  <a:lnTo>
                    <a:pt x="252327" y="5790511"/>
                  </a:lnTo>
                  <a:lnTo>
                    <a:pt x="252422" y="5790511"/>
                  </a:lnTo>
                  <a:lnTo>
                    <a:pt x="252516" y="5790511"/>
                  </a:lnTo>
                  <a:lnTo>
                    <a:pt x="252610" y="5790511"/>
                  </a:lnTo>
                  <a:lnTo>
                    <a:pt x="252610" y="5785599"/>
                  </a:lnTo>
                  <a:lnTo>
                    <a:pt x="252704" y="5785599"/>
                  </a:lnTo>
                  <a:lnTo>
                    <a:pt x="252798" y="5785599"/>
                  </a:lnTo>
                  <a:lnTo>
                    <a:pt x="252892" y="5785599"/>
                  </a:lnTo>
                  <a:lnTo>
                    <a:pt x="252986" y="5785599"/>
                  </a:lnTo>
                  <a:lnTo>
                    <a:pt x="253081" y="5785599"/>
                  </a:lnTo>
                  <a:lnTo>
                    <a:pt x="253175" y="5785599"/>
                  </a:lnTo>
                  <a:lnTo>
                    <a:pt x="253269" y="5785599"/>
                  </a:lnTo>
                  <a:lnTo>
                    <a:pt x="253363" y="5785599"/>
                  </a:lnTo>
                  <a:lnTo>
                    <a:pt x="253457" y="5785599"/>
                  </a:lnTo>
                  <a:lnTo>
                    <a:pt x="253551" y="5785599"/>
                  </a:lnTo>
                  <a:lnTo>
                    <a:pt x="253645" y="5785599"/>
                  </a:lnTo>
                  <a:lnTo>
                    <a:pt x="253740" y="5785599"/>
                  </a:lnTo>
                  <a:lnTo>
                    <a:pt x="253834" y="5785599"/>
                  </a:lnTo>
                  <a:lnTo>
                    <a:pt x="253928" y="5785599"/>
                  </a:lnTo>
                  <a:lnTo>
                    <a:pt x="254022" y="5785599"/>
                  </a:lnTo>
                  <a:lnTo>
                    <a:pt x="254116" y="5785599"/>
                  </a:lnTo>
                  <a:lnTo>
                    <a:pt x="254210" y="5785599"/>
                  </a:lnTo>
                  <a:lnTo>
                    <a:pt x="254305" y="5785599"/>
                  </a:lnTo>
                  <a:lnTo>
                    <a:pt x="254399" y="5785599"/>
                  </a:lnTo>
                  <a:lnTo>
                    <a:pt x="254493" y="5785599"/>
                  </a:lnTo>
                  <a:lnTo>
                    <a:pt x="254587" y="5785599"/>
                  </a:lnTo>
                  <a:lnTo>
                    <a:pt x="254681" y="5785599"/>
                  </a:lnTo>
                  <a:lnTo>
                    <a:pt x="254775" y="5785599"/>
                  </a:lnTo>
                  <a:lnTo>
                    <a:pt x="254869" y="5785599"/>
                  </a:lnTo>
                  <a:lnTo>
                    <a:pt x="254964" y="5785599"/>
                  </a:lnTo>
                  <a:lnTo>
                    <a:pt x="255058" y="5785599"/>
                  </a:lnTo>
                  <a:lnTo>
                    <a:pt x="255152" y="5785599"/>
                  </a:lnTo>
                  <a:lnTo>
                    <a:pt x="255246" y="5785599"/>
                  </a:lnTo>
                  <a:lnTo>
                    <a:pt x="255340" y="5785599"/>
                  </a:lnTo>
                  <a:lnTo>
                    <a:pt x="255434" y="5785599"/>
                  </a:lnTo>
                  <a:lnTo>
                    <a:pt x="255529" y="5785599"/>
                  </a:lnTo>
                  <a:lnTo>
                    <a:pt x="255623" y="5785599"/>
                  </a:lnTo>
                  <a:lnTo>
                    <a:pt x="255717" y="5785599"/>
                  </a:lnTo>
                  <a:lnTo>
                    <a:pt x="255811" y="5785599"/>
                  </a:lnTo>
                  <a:lnTo>
                    <a:pt x="255905" y="5785599"/>
                  </a:lnTo>
                  <a:lnTo>
                    <a:pt x="255999" y="5785599"/>
                  </a:lnTo>
                  <a:lnTo>
                    <a:pt x="256093" y="5785599"/>
                  </a:lnTo>
                  <a:lnTo>
                    <a:pt x="256188" y="5785599"/>
                  </a:lnTo>
                  <a:lnTo>
                    <a:pt x="256282" y="5785599"/>
                  </a:lnTo>
                  <a:lnTo>
                    <a:pt x="256376" y="5785599"/>
                  </a:lnTo>
                  <a:lnTo>
                    <a:pt x="256470" y="5785599"/>
                  </a:lnTo>
                  <a:lnTo>
                    <a:pt x="256564" y="5785599"/>
                  </a:lnTo>
                  <a:lnTo>
                    <a:pt x="256658" y="5785599"/>
                  </a:lnTo>
                  <a:lnTo>
                    <a:pt x="256753" y="5785599"/>
                  </a:lnTo>
                  <a:lnTo>
                    <a:pt x="256847" y="5785599"/>
                  </a:lnTo>
                  <a:lnTo>
                    <a:pt x="256941" y="5785599"/>
                  </a:lnTo>
                  <a:lnTo>
                    <a:pt x="257035" y="5785599"/>
                  </a:lnTo>
                  <a:lnTo>
                    <a:pt x="257129" y="5785599"/>
                  </a:lnTo>
                  <a:lnTo>
                    <a:pt x="257223" y="5785599"/>
                  </a:lnTo>
                  <a:lnTo>
                    <a:pt x="257317" y="5785599"/>
                  </a:lnTo>
                  <a:lnTo>
                    <a:pt x="257412" y="5785599"/>
                  </a:lnTo>
                  <a:lnTo>
                    <a:pt x="257506" y="5785599"/>
                  </a:lnTo>
                  <a:lnTo>
                    <a:pt x="257600" y="5785599"/>
                  </a:lnTo>
                  <a:lnTo>
                    <a:pt x="257694" y="5785599"/>
                  </a:lnTo>
                  <a:lnTo>
                    <a:pt x="257788" y="5785599"/>
                  </a:lnTo>
                  <a:lnTo>
                    <a:pt x="257882" y="5785599"/>
                  </a:lnTo>
                  <a:lnTo>
                    <a:pt x="257976" y="5785599"/>
                  </a:lnTo>
                  <a:lnTo>
                    <a:pt x="258071" y="5785599"/>
                  </a:lnTo>
                  <a:lnTo>
                    <a:pt x="258165" y="5785599"/>
                  </a:lnTo>
                  <a:lnTo>
                    <a:pt x="258259" y="5785599"/>
                  </a:lnTo>
                  <a:lnTo>
                    <a:pt x="258353" y="5785599"/>
                  </a:lnTo>
                  <a:lnTo>
                    <a:pt x="258447" y="5785599"/>
                  </a:lnTo>
                  <a:lnTo>
                    <a:pt x="258541" y="5785599"/>
                  </a:lnTo>
                  <a:lnTo>
                    <a:pt x="258636" y="5785599"/>
                  </a:lnTo>
                  <a:lnTo>
                    <a:pt x="258730" y="5785599"/>
                  </a:lnTo>
                  <a:lnTo>
                    <a:pt x="258824" y="5785599"/>
                  </a:lnTo>
                  <a:lnTo>
                    <a:pt x="258918" y="5785599"/>
                  </a:lnTo>
                  <a:lnTo>
                    <a:pt x="259012" y="5785599"/>
                  </a:lnTo>
                  <a:lnTo>
                    <a:pt x="259106" y="5785599"/>
                  </a:lnTo>
                  <a:lnTo>
                    <a:pt x="259200" y="5785599"/>
                  </a:lnTo>
                  <a:lnTo>
                    <a:pt x="259295" y="5785599"/>
                  </a:lnTo>
                  <a:lnTo>
                    <a:pt x="259389" y="5785599"/>
                  </a:lnTo>
                  <a:lnTo>
                    <a:pt x="259483" y="5785599"/>
                  </a:lnTo>
                  <a:lnTo>
                    <a:pt x="259577" y="5785599"/>
                  </a:lnTo>
                  <a:lnTo>
                    <a:pt x="259671" y="5785599"/>
                  </a:lnTo>
                  <a:lnTo>
                    <a:pt x="259765" y="5785599"/>
                  </a:lnTo>
                  <a:lnTo>
                    <a:pt x="259860" y="5785599"/>
                  </a:lnTo>
                  <a:lnTo>
                    <a:pt x="259954" y="5785599"/>
                  </a:lnTo>
                  <a:lnTo>
                    <a:pt x="260048" y="5785599"/>
                  </a:lnTo>
                  <a:lnTo>
                    <a:pt x="260142" y="5785599"/>
                  </a:lnTo>
                  <a:lnTo>
                    <a:pt x="260236" y="5785599"/>
                  </a:lnTo>
                  <a:lnTo>
                    <a:pt x="260236" y="5780688"/>
                  </a:lnTo>
                  <a:lnTo>
                    <a:pt x="260330" y="5780688"/>
                  </a:lnTo>
                  <a:lnTo>
                    <a:pt x="260424" y="5780688"/>
                  </a:lnTo>
                  <a:lnTo>
                    <a:pt x="260519" y="5780688"/>
                  </a:lnTo>
                  <a:lnTo>
                    <a:pt x="260613" y="5780688"/>
                  </a:lnTo>
                  <a:lnTo>
                    <a:pt x="260707" y="5780688"/>
                  </a:lnTo>
                  <a:lnTo>
                    <a:pt x="260801" y="5780688"/>
                  </a:lnTo>
                  <a:lnTo>
                    <a:pt x="260895" y="5780688"/>
                  </a:lnTo>
                  <a:lnTo>
                    <a:pt x="260989" y="5780688"/>
                  </a:lnTo>
                  <a:lnTo>
                    <a:pt x="261084" y="5780688"/>
                  </a:lnTo>
                  <a:lnTo>
                    <a:pt x="261178" y="5780688"/>
                  </a:lnTo>
                  <a:lnTo>
                    <a:pt x="261272" y="5780688"/>
                  </a:lnTo>
                  <a:lnTo>
                    <a:pt x="261366" y="5780688"/>
                  </a:lnTo>
                  <a:lnTo>
                    <a:pt x="261460" y="5780688"/>
                  </a:lnTo>
                  <a:lnTo>
                    <a:pt x="261554" y="5780688"/>
                  </a:lnTo>
                  <a:lnTo>
                    <a:pt x="261648" y="5780688"/>
                  </a:lnTo>
                  <a:lnTo>
                    <a:pt x="261743" y="5780688"/>
                  </a:lnTo>
                  <a:lnTo>
                    <a:pt x="261837" y="5780688"/>
                  </a:lnTo>
                  <a:lnTo>
                    <a:pt x="261931" y="5780688"/>
                  </a:lnTo>
                  <a:lnTo>
                    <a:pt x="262025" y="5780688"/>
                  </a:lnTo>
                  <a:lnTo>
                    <a:pt x="262119" y="5780688"/>
                  </a:lnTo>
                  <a:lnTo>
                    <a:pt x="262213" y="5780688"/>
                  </a:lnTo>
                  <a:lnTo>
                    <a:pt x="262307" y="5780688"/>
                  </a:lnTo>
                  <a:lnTo>
                    <a:pt x="262402" y="5780688"/>
                  </a:lnTo>
                  <a:lnTo>
                    <a:pt x="262496" y="5780688"/>
                  </a:lnTo>
                  <a:lnTo>
                    <a:pt x="262590" y="5780688"/>
                  </a:lnTo>
                  <a:lnTo>
                    <a:pt x="262684" y="5780688"/>
                  </a:lnTo>
                  <a:lnTo>
                    <a:pt x="262684" y="5775776"/>
                  </a:lnTo>
                  <a:lnTo>
                    <a:pt x="262778" y="5775776"/>
                  </a:lnTo>
                  <a:lnTo>
                    <a:pt x="262872" y="5775776"/>
                  </a:lnTo>
                  <a:lnTo>
                    <a:pt x="262967" y="5775776"/>
                  </a:lnTo>
                  <a:lnTo>
                    <a:pt x="263061" y="5775776"/>
                  </a:lnTo>
                  <a:lnTo>
                    <a:pt x="263155" y="5775776"/>
                  </a:lnTo>
                  <a:lnTo>
                    <a:pt x="263249" y="5775776"/>
                  </a:lnTo>
                  <a:lnTo>
                    <a:pt x="263343" y="5775776"/>
                  </a:lnTo>
                  <a:lnTo>
                    <a:pt x="263437" y="5775776"/>
                  </a:lnTo>
                  <a:lnTo>
                    <a:pt x="263531" y="5775776"/>
                  </a:lnTo>
                  <a:lnTo>
                    <a:pt x="263626" y="5775776"/>
                  </a:lnTo>
                  <a:lnTo>
                    <a:pt x="263720" y="5775776"/>
                  </a:lnTo>
                  <a:lnTo>
                    <a:pt x="263814" y="5775776"/>
                  </a:lnTo>
                  <a:lnTo>
                    <a:pt x="263908" y="5775776"/>
                  </a:lnTo>
                  <a:lnTo>
                    <a:pt x="264002" y="5775776"/>
                  </a:lnTo>
                  <a:lnTo>
                    <a:pt x="264096" y="5775776"/>
                  </a:lnTo>
                  <a:lnTo>
                    <a:pt x="264191" y="5775776"/>
                  </a:lnTo>
                  <a:lnTo>
                    <a:pt x="264285" y="5775776"/>
                  </a:lnTo>
                  <a:lnTo>
                    <a:pt x="264379" y="5775776"/>
                  </a:lnTo>
                  <a:lnTo>
                    <a:pt x="264473" y="5775776"/>
                  </a:lnTo>
                  <a:lnTo>
                    <a:pt x="264567" y="5775776"/>
                  </a:lnTo>
                  <a:lnTo>
                    <a:pt x="264661" y="5775776"/>
                  </a:lnTo>
                  <a:lnTo>
                    <a:pt x="264755" y="5775776"/>
                  </a:lnTo>
                  <a:lnTo>
                    <a:pt x="264850" y="5775776"/>
                  </a:lnTo>
                  <a:lnTo>
                    <a:pt x="264944" y="5775776"/>
                  </a:lnTo>
                  <a:lnTo>
                    <a:pt x="265038" y="5775776"/>
                  </a:lnTo>
                  <a:lnTo>
                    <a:pt x="265132" y="5775776"/>
                  </a:lnTo>
                  <a:lnTo>
                    <a:pt x="265226" y="5775776"/>
                  </a:lnTo>
                  <a:lnTo>
                    <a:pt x="265320" y="5775776"/>
                  </a:lnTo>
                  <a:lnTo>
                    <a:pt x="265415" y="5775776"/>
                  </a:lnTo>
                  <a:lnTo>
                    <a:pt x="265509" y="5775776"/>
                  </a:lnTo>
                  <a:lnTo>
                    <a:pt x="265603" y="5775776"/>
                  </a:lnTo>
                  <a:lnTo>
                    <a:pt x="265697" y="5775776"/>
                  </a:lnTo>
                  <a:lnTo>
                    <a:pt x="265791" y="5775776"/>
                  </a:lnTo>
                  <a:lnTo>
                    <a:pt x="265885" y="5775776"/>
                  </a:lnTo>
                  <a:lnTo>
                    <a:pt x="265979" y="5775776"/>
                  </a:lnTo>
                  <a:lnTo>
                    <a:pt x="266074" y="5775776"/>
                  </a:lnTo>
                  <a:lnTo>
                    <a:pt x="266168" y="5775776"/>
                  </a:lnTo>
                  <a:lnTo>
                    <a:pt x="266262" y="5775776"/>
                  </a:lnTo>
                  <a:lnTo>
                    <a:pt x="266356" y="5775776"/>
                  </a:lnTo>
                  <a:lnTo>
                    <a:pt x="266450" y="5775776"/>
                  </a:lnTo>
                  <a:lnTo>
                    <a:pt x="266544" y="5775776"/>
                  </a:lnTo>
                  <a:lnTo>
                    <a:pt x="266638" y="5775776"/>
                  </a:lnTo>
                  <a:lnTo>
                    <a:pt x="266733" y="5775776"/>
                  </a:lnTo>
                  <a:lnTo>
                    <a:pt x="266827" y="5775776"/>
                  </a:lnTo>
                  <a:lnTo>
                    <a:pt x="266921" y="5775776"/>
                  </a:lnTo>
                  <a:lnTo>
                    <a:pt x="267015" y="5775776"/>
                  </a:lnTo>
                  <a:lnTo>
                    <a:pt x="267109" y="5775776"/>
                  </a:lnTo>
                  <a:lnTo>
                    <a:pt x="267203" y="5775776"/>
                  </a:lnTo>
                  <a:lnTo>
                    <a:pt x="267298" y="5775776"/>
                  </a:lnTo>
                  <a:lnTo>
                    <a:pt x="267392" y="5775776"/>
                  </a:lnTo>
                  <a:lnTo>
                    <a:pt x="267486" y="5775776"/>
                  </a:lnTo>
                  <a:lnTo>
                    <a:pt x="267580" y="5775776"/>
                  </a:lnTo>
                  <a:lnTo>
                    <a:pt x="267580" y="5770865"/>
                  </a:lnTo>
                  <a:lnTo>
                    <a:pt x="267674" y="5770865"/>
                  </a:lnTo>
                  <a:lnTo>
                    <a:pt x="267768" y="5770865"/>
                  </a:lnTo>
                  <a:lnTo>
                    <a:pt x="267862" y="5770865"/>
                  </a:lnTo>
                  <a:lnTo>
                    <a:pt x="267862" y="5765954"/>
                  </a:lnTo>
                  <a:lnTo>
                    <a:pt x="267957" y="5765954"/>
                  </a:lnTo>
                  <a:lnTo>
                    <a:pt x="268051" y="5765954"/>
                  </a:lnTo>
                  <a:lnTo>
                    <a:pt x="268145" y="5765954"/>
                  </a:lnTo>
                  <a:lnTo>
                    <a:pt x="268239" y="5765954"/>
                  </a:lnTo>
                  <a:lnTo>
                    <a:pt x="268239" y="5761042"/>
                  </a:lnTo>
                  <a:lnTo>
                    <a:pt x="268239" y="5756131"/>
                  </a:lnTo>
                  <a:lnTo>
                    <a:pt x="268333" y="5756131"/>
                  </a:lnTo>
                  <a:lnTo>
                    <a:pt x="268427" y="5756131"/>
                  </a:lnTo>
                  <a:lnTo>
                    <a:pt x="268522" y="5756131"/>
                  </a:lnTo>
                  <a:lnTo>
                    <a:pt x="268616" y="5756131"/>
                  </a:lnTo>
                  <a:lnTo>
                    <a:pt x="268710" y="5756131"/>
                  </a:lnTo>
                  <a:lnTo>
                    <a:pt x="268804" y="5756131"/>
                  </a:lnTo>
                  <a:lnTo>
                    <a:pt x="268898" y="5756131"/>
                  </a:lnTo>
                  <a:lnTo>
                    <a:pt x="268992" y="5756131"/>
                  </a:lnTo>
                  <a:lnTo>
                    <a:pt x="269086" y="5756131"/>
                  </a:lnTo>
                  <a:lnTo>
                    <a:pt x="269181" y="5756131"/>
                  </a:lnTo>
                  <a:lnTo>
                    <a:pt x="269275" y="5756131"/>
                  </a:lnTo>
                  <a:lnTo>
                    <a:pt x="269369" y="5756131"/>
                  </a:lnTo>
                  <a:lnTo>
                    <a:pt x="269463" y="5756131"/>
                  </a:lnTo>
                  <a:lnTo>
                    <a:pt x="269557" y="5756131"/>
                  </a:lnTo>
                  <a:lnTo>
                    <a:pt x="269651" y="5756131"/>
                  </a:lnTo>
                  <a:lnTo>
                    <a:pt x="269746" y="5756131"/>
                  </a:lnTo>
                  <a:lnTo>
                    <a:pt x="269746" y="5751220"/>
                  </a:lnTo>
                  <a:lnTo>
                    <a:pt x="269840" y="5751220"/>
                  </a:lnTo>
                  <a:lnTo>
                    <a:pt x="269934" y="5751220"/>
                  </a:lnTo>
                  <a:lnTo>
                    <a:pt x="270028" y="5751220"/>
                  </a:lnTo>
                  <a:lnTo>
                    <a:pt x="270122" y="5751220"/>
                  </a:lnTo>
                  <a:lnTo>
                    <a:pt x="270216" y="5751220"/>
                  </a:lnTo>
                  <a:lnTo>
                    <a:pt x="270310" y="5751220"/>
                  </a:lnTo>
                  <a:lnTo>
                    <a:pt x="270405" y="5751220"/>
                  </a:lnTo>
                  <a:lnTo>
                    <a:pt x="270499" y="5751220"/>
                  </a:lnTo>
                  <a:lnTo>
                    <a:pt x="270499" y="5746308"/>
                  </a:lnTo>
                  <a:lnTo>
                    <a:pt x="270593" y="5746308"/>
                  </a:lnTo>
                  <a:lnTo>
                    <a:pt x="270687" y="5746308"/>
                  </a:lnTo>
                  <a:lnTo>
                    <a:pt x="270781" y="5746308"/>
                  </a:lnTo>
                  <a:lnTo>
                    <a:pt x="270875" y="5746308"/>
                  </a:lnTo>
                  <a:lnTo>
                    <a:pt x="270970" y="5746308"/>
                  </a:lnTo>
                  <a:lnTo>
                    <a:pt x="271064" y="5746308"/>
                  </a:lnTo>
                  <a:lnTo>
                    <a:pt x="271158" y="5746308"/>
                  </a:lnTo>
                  <a:lnTo>
                    <a:pt x="271252" y="5746308"/>
                  </a:lnTo>
                  <a:lnTo>
                    <a:pt x="271346" y="5746308"/>
                  </a:lnTo>
                  <a:lnTo>
                    <a:pt x="271440" y="5746308"/>
                  </a:lnTo>
                  <a:lnTo>
                    <a:pt x="271534" y="5746308"/>
                  </a:lnTo>
                  <a:lnTo>
                    <a:pt x="271534" y="5741397"/>
                  </a:lnTo>
                  <a:lnTo>
                    <a:pt x="271629" y="5741397"/>
                  </a:lnTo>
                  <a:lnTo>
                    <a:pt x="271723" y="5741397"/>
                  </a:lnTo>
                  <a:lnTo>
                    <a:pt x="271817" y="5741397"/>
                  </a:lnTo>
                  <a:lnTo>
                    <a:pt x="271911" y="5741397"/>
                  </a:lnTo>
                  <a:lnTo>
                    <a:pt x="272005" y="5741397"/>
                  </a:lnTo>
                  <a:lnTo>
                    <a:pt x="272099" y="5741397"/>
                  </a:lnTo>
                  <a:lnTo>
                    <a:pt x="272193" y="5741397"/>
                  </a:lnTo>
                  <a:lnTo>
                    <a:pt x="272288" y="5741397"/>
                  </a:lnTo>
                  <a:lnTo>
                    <a:pt x="272382" y="5741397"/>
                  </a:lnTo>
                  <a:lnTo>
                    <a:pt x="272476" y="5741397"/>
                  </a:lnTo>
                  <a:lnTo>
                    <a:pt x="272570" y="5741397"/>
                  </a:lnTo>
                  <a:lnTo>
                    <a:pt x="272664" y="5741397"/>
                  </a:lnTo>
                  <a:lnTo>
                    <a:pt x="272758" y="5741397"/>
                  </a:lnTo>
                  <a:lnTo>
                    <a:pt x="272853" y="5741397"/>
                  </a:lnTo>
                  <a:lnTo>
                    <a:pt x="272947" y="5741397"/>
                  </a:lnTo>
                  <a:lnTo>
                    <a:pt x="273041" y="5741397"/>
                  </a:lnTo>
                  <a:lnTo>
                    <a:pt x="273135" y="5741397"/>
                  </a:lnTo>
                  <a:lnTo>
                    <a:pt x="273229" y="5741397"/>
                  </a:lnTo>
                  <a:lnTo>
                    <a:pt x="273323" y="5741397"/>
                  </a:lnTo>
                  <a:lnTo>
                    <a:pt x="273417" y="5741397"/>
                  </a:lnTo>
                  <a:lnTo>
                    <a:pt x="273512" y="5741397"/>
                  </a:lnTo>
                  <a:lnTo>
                    <a:pt x="273606" y="5741397"/>
                  </a:lnTo>
                  <a:lnTo>
                    <a:pt x="273700" y="5741397"/>
                  </a:lnTo>
                  <a:lnTo>
                    <a:pt x="273794" y="5741397"/>
                  </a:lnTo>
                  <a:lnTo>
                    <a:pt x="273888" y="5741397"/>
                  </a:lnTo>
                  <a:lnTo>
                    <a:pt x="273982" y="5741397"/>
                  </a:lnTo>
                  <a:lnTo>
                    <a:pt x="274077" y="5741397"/>
                  </a:lnTo>
                  <a:lnTo>
                    <a:pt x="274171" y="5741397"/>
                  </a:lnTo>
                  <a:lnTo>
                    <a:pt x="274265" y="5741397"/>
                  </a:lnTo>
                  <a:lnTo>
                    <a:pt x="274359" y="5741397"/>
                  </a:lnTo>
                  <a:lnTo>
                    <a:pt x="274453" y="5741397"/>
                  </a:lnTo>
                  <a:lnTo>
                    <a:pt x="274547" y="5741397"/>
                  </a:lnTo>
                  <a:lnTo>
                    <a:pt x="274641" y="5741397"/>
                  </a:lnTo>
                  <a:lnTo>
                    <a:pt x="274736" y="5741397"/>
                  </a:lnTo>
                  <a:lnTo>
                    <a:pt x="274830" y="5741397"/>
                  </a:lnTo>
                  <a:lnTo>
                    <a:pt x="274924" y="5741397"/>
                  </a:lnTo>
                  <a:lnTo>
                    <a:pt x="275018" y="5741397"/>
                  </a:lnTo>
                  <a:lnTo>
                    <a:pt x="275112" y="5741397"/>
                  </a:lnTo>
                  <a:lnTo>
                    <a:pt x="275206" y="5741397"/>
                  </a:lnTo>
                  <a:lnTo>
                    <a:pt x="275301" y="5741397"/>
                  </a:lnTo>
                  <a:lnTo>
                    <a:pt x="275395" y="5741397"/>
                  </a:lnTo>
                  <a:lnTo>
                    <a:pt x="275489" y="5741397"/>
                  </a:lnTo>
                  <a:lnTo>
                    <a:pt x="275583" y="5741397"/>
                  </a:lnTo>
                  <a:lnTo>
                    <a:pt x="275677" y="5741397"/>
                  </a:lnTo>
                  <a:lnTo>
                    <a:pt x="275771" y="5741397"/>
                  </a:lnTo>
                  <a:lnTo>
                    <a:pt x="275865" y="5741397"/>
                  </a:lnTo>
                  <a:lnTo>
                    <a:pt x="275960" y="5741397"/>
                  </a:lnTo>
                  <a:lnTo>
                    <a:pt x="276054" y="5741397"/>
                  </a:lnTo>
                  <a:lnTo>
                    <a:pt x="276148" y="5741397"/>
                  </a:lnTo>
                  <a:lnTo>
                    <a:pt x="276242" y="5741397"/>
                  </a:lnTo>
                  <a:lnTo>
                    <a:pt x="276336" y="5741397"/>
                  </a:lnTo>
                  <a:lnTo>
                    <a:pt x="276430" y="5741397"/>
                  </a:lnTo>
                  <a:lnTo>
                    <a:pt x="276524" y="5741397"/>
                  </a:lnTo>
                  <a:lnTo>
                    <a:pt x="276619" y="5741397"/>
                  </a:lnTo>
                  <a:lnTo>
                    <a:pt x="276713" y="5741397"/>
                  </a:lnTo>
                  <a:lnTo>
                    <a:pt x="276807" y="5741397"/>
                  </a:lnTo>
                  <a:lnTo>
                    <a:pt x="276901" y="5741397"/>
                  </a:lnTo>
                  <a:lnTo>
                    <a:pt x="276995" y="5741397"/>
                  </a:lnTo>
                  <a:lnTo>
                    <a:pt x="277089" y="5741397"/>
                  </a:lnTo>
                  <a:lnTo>
                    <a:pt x="277184" y="5741397"/>
                  </a:lnTo>
                  <a:lnTo>
                    <a:pt x="277278" y="5741397"/>
                  </a:lnTo>
                  <a:lnTo>
                    <a:pt x="277372" y="5741397"/>
                  </a:lnTo>
                  <a:lnTo>
                    <a:pt x="277466" y="5741397"/>
                  </a:lnTo>
                  <a:lnTo>
                    <a:pt x="277560" y="5741397"/>
                  </a:lnTo>
                  <a:lnTo>
                    <a:pt x="277654" y="5741397"/>
                  </a:lnTo>
                  <a:lnTo>
                    <a:pt x="277748" y="5741397"/>
                  </a:lnTo>
                  <a:lnTo>
                    <a:pt x="277843" y="5741397"/>
                  </a:lnTo>
                  <a:lnTo>
                    <a:pt x="277937" y="5741397"/>
                  </a:lnTo>
                  <a:lnTo>
                    <a:pt x="278031" y="5741397"/>
                  </a:lnTo>
                  <a:lnTo>
                    <a:pt x="278125" y="5741397"/>
                  </a:lnTo>
                  <a:lnTo>
                    <a:pt x="278219" y="5741397"/>
                  </a:lnTo>
                  <a:lnTo>
                    <a:pt x="278313" y="5741397"/>
                  </a:lnTo>
                  <a:lnTo>
                    <a:pt x="278408" y="5741397"/>
                  </a:lnTo>
                  <a:lnTo>
                    <a:pt x="278502" y="5741397"/>
                  </a:lnTo>
                  <a:lnTo>
                    <a:pt x="278596" y="5741397"/>
                  </a:lnTo>
                  <a:lnTo>
                    <a:pt x="278596" y="5736485"/>
                  </a:lnTo>
                  <a:lnTo>
                    <a:pt x="278690" y="5736485"/>
                  </a:lnTo>
                  <a:lnTo>
                    <a:pt x="278784" y="5736485"/>
                  </a:lnTo>
                  <a:lnTo>
                    <a:pt x="278878" y="5736485"/>
                  </a:lnTo>
                  <a:lnTo>
                    <a:pt x="278972" y="5736485"/>
                  </a:lnTo>
                  <a:lnTo>
                    <a:pt x="279067" y="5736485"/>
                  </a:lnTo>
                  <a:lnTo>
                    <a:pt x="279161" y="5736485"/>
                  </a:lnTo>
                  <a:lnTo>
                    <a:pt x="279255" y="5736485"/>
                  </a:lnTo>
                  <a:lnTo>
                    <a:pt x="279349" y="5736485"/>
                  </a:lnTo>
                  <a:lnTo>
                    <a:pt x="279443" y="5736485"/>
                  </a:lnTo>
                  <a:lnTo>
                    <a:pt x="279443" y="5731574"/>
                  </a:lnTo>
                  <a:lnTo>
                    <a:pt x="279443" y="5726663"/>
                  </a:lnTo>
                  <a:lnTo>
                    <a:pt x="279537" y="5726663"/>
                  </a:lnTo>
                  <a:lnTo>
                    <a:pt x="279632" y="5726663"/>
                  </a:lnTo>
                  <a:lnTo>
                    <a:pt x="279726" y="5726663"/>
                  </a:lnTo>
                  <a:lnTo>
                    <a:pt x="279820" y="5726663"/>
                  </a:lnTo>
                  <a:lnTo>
                    <a:pt x="279914" y="5726663"/>
                  </a:lnTo>
                  <a:lnTo>
                    <a:pt x="280008" y="5726663"/>
                  </a:lnTo>
                  <a:lnTo>
                    <a:pt x="280102" y="5726663"/>
                  </a:lnTo>
                  <a:lnTo>
                    <a:pt x="280196" y="5726663"/>
                  </a:lnTo>
                  <a:lnTo>
                    <a:pt x="280291" y="5726663"/>
                  </a:lnTo>
                  <a:lnTo>
                    <a:pt x="280385" y="5726663"/>
                  </a:lnTo>
                  <a:lnTo>
                    <a:pt x="280479" y="5726663"/>
                  </a:lnTo>
                  <a:lnTo>
                    <a:pt x="280573" y="5726663"/>
                  </a:lnTo>
                  <a:lnTo>
                    <a:pt x="280667" y="5726663"/>
                  </a:lnTo>
                  <a:lnTo>
                    <a:pt x="280761" y="5726663"/>
                  </a:lnTo>
                  <a:lnTo>
                    <a:pt x="280855" y="5726663"/>
                  </a:lnTo>
                  <a:lnTo>
                    <a:pt x="280950" y="5726663"/>
                  </a:lnTo>
                  <a:lnTo>
                    <a:pt x="281044" y="5726663"/>
                  </a:lnTo>
                  <a:lnTo>
                    <a:pt x="281138" y="5726663"/>
                  </a:lnTo>
                  <a:lnTo>
                    <a:pt x="281232" y="5726663"/>
                  </a:lnTo>
                  <a:lnTo>
                    <a:pt x="281326" y="5726663"/>
                  </a:lnTo>
                  <a:lnTo>
                    <a:pt x="281420" y="5726663"/>
                  </a:lnTo>
                  <a:lnTo>
                    <a:pt x="281515" y="5726663"/>
                  </a:lnTo>
                  <a:lnTo>
                    <a:pt x="281609" y="5726663"/>
                  </a:lnTo>
                  <a:lnTo>
                    <a:pt x="281703" y="5726663"/>
                  </a:lnTo>
                  <a:lnTo>
                    <a:pt x="281797" y="5726663"/>
                  </a:lnTo>
                  <a:lnTo>
                    <a:pt x="281891" y="5726663"/>
                  </a:lnTo>
                  <a:lnTo>
                    <a:pt x="281985" y="5726663"/>
                  </a:lnTo>
                  <a:lnTo>
                    <a:pt x="282079" y="5726663"/>
                  </a:lnTo>
                  <a:lnTo>
                    <a:pt x="282174" y="5726663"/>
                  </a:lnTo>
                  <a:lnTo>
                    <a:pt x="282268" y="5726663"/>
                  </a:lnTo>
                  <a:lnTo>
                    <a:pt x="282362" y="5726663"/>
                  </a:lnTo>
                  <a:lnTo>
                    <a:pt x="282456" y="5726663"/>
                  </a:lnTo>
                  <a:lnTo>
                    <a:pt x="282550" y="5726663"/>
                  </a:lnTo>
                  <a:lnTo>
                    <a:pt x="282644" y="5726663"/>
                  </a:lnTo>
                  <a:lnTo>
                    <a:pt x="282739" y="5726663"/>
                  </a:lnTo>
                  <a:lnTo>
                    <a:pt x="282833" y="5726663"/>
                  </a:lnTo>
                  <a:lnTo>
                    <a:pt x="282927" y="5726663"/>
                  </a:lnTo>
                  <a:lnTo>
                    <a:pt x="283021" y="5726663"/>
                  </a:lnTo>
                  <a:lnTo>
                    <a:pt x="283115" y="5726663"/>
                  </a:lnTo>
                  <a:lnTo>
                    <a:pt x="283209" y="5726663"/>
                  </a:lnTo>
                  <a:lnTo>
                    <a:pt x="283303" y="5726663"/>
                  </a:lnTo>
                  <a:lnTo>
                    <a:pt x="283303" y="5721751"/>
                  </a:lnTo>
                  <a:lnTo>
                    <a:pt x="283398" y="5721751"/>
                  </a:lnTo>
                  <a:lnTo>
                    <a:pt x="283492" y="5721751"/>
                  </a:lnTo>
                  <a:lnTo>
                    <a:pt x="283586" y="5721751"/>
                  </a:lnTo>
                  <a:lnTo>
                    <a:pt x="283680" y="5721751"/>
                  </a:lnTo>
                  <a:lnTo>
                    <a:pt x="283774" y="5721751"/>
                  </a:lnTo>
                  <a:lnTo>
                    <a:pt x="283868" y="5721751"/>
                  </a:lnTo>
                  <a:lnTo>
                    <a:pt x="283963" y="5721751"/>
                  </a:lnTo>
                  <a:lnTo>
                    <a:pt x="284057" y="5721751"/>
                  </a:lnTo>
                  <a:lnTo>
                    <a:pt x="284151" y="5721751"/>
                  </a:lnTo>
                  <a:lnTo>
                    <a:pt x="284245" y="5721751"/>
                  </a:lnTo>
                  <a:lnTo>
                    <a:pt x="284245" y="5716840"/>
                  </a:lnTo>
                  <a:lnTo>
                    <a:pt x="284339" y="5716840"/>
                  </a:lnTo>
                  <a:lnTo>
                    <a:pt x="284433" y="5716840"/>
                  </a:lnTo>
                  <a:lnTo>
                    <a:pt x="284527" y="5716840"/>
                  </a:lnTo>
                  <a:lnTo>
                    <a:pt x="284622" y="5716840"/>
                  </a:lnTo>
                  <a:lnTo>
                    <a:pt x="284716" y="5716840"/>
                  </a:lnTo>
                  <a:lnTo>
                    <a:pt x="284810" y="5716840"/>
                  </a:lnTo>
                  <a:lnTo>
                    <a:pt x="284904" y="5716840"/>
                  </a:lnTo>
                  <a:lnTo>
                    <a:pt x="284998" y="5716840"/>
                  </a:lnTo>
                  <a:lnTo>
                    <a:pt x="285092" y="5716840"/>
                  </a:lnTo>
                  <a:lnTo>
                    <a:pt x="285186" y="5716840"/>
                  </a:lnTo>
                  <a:lnTo>
                    <a:pt x="285281" y="5716840"/>
                  </a:lnTo>
                  <a:lnTo>
                    <a:pt x="285375" y="5716840"/>
                  </a:lnTo>
                  <a:lnTo>
                    <a:pt x="285469" y="5716840"/>
                  </a:lnTo>
                  <a:lnTo>
                    <a:pt x="285469" y="5711929"/>
                  </a:lnTo>
                  <a:lnTo>
                    <a:pt x="285563" y="5711929"/>
                  </a:lnTo>
                  <a:lnTo>
                    <a:pt x="285657" y="5711929"/>
                  </a:lnTo>
                  <a:lnTo>
                    <a:pt x="285751" y="5711929"/>
                  </a:lnTo>
                  <a:lnTo>
                    <a:pt x="285846" y="5711929"/>
                  </a:lnTo>
                  <a:lnTo>
                    <a:pt x="285940" y="5711929"/>
                  </a:lnTo>
                  <a:lnTo>
                    <a:pt x="286034" y="5711929"/>
                  </a:lnTo>
                  <a:lnTo>
                    <a:pt x="286128" y="5711929"/>
                  </a:lnTo>
                  <a:lnTo>
                    <a:pt x="286222" y="5711929"/>
                  </a:lnTo>
                  <a:lnTo>
                    <a:pt x="286316" y="5711929"/>
                  </a:lnTo>
                  <a:lnTo>
                    <a:pt x="286410" y="5711929"/>
                  </a:lnTo>
                  <a:lnTo>
                    <a:pt x="286505" y="5711929"/>
                  </a:lnTo>
                  <a:lnTo>
                    <a:pt x="286599" y="5711929"/>
                  </a:lnTo>
                  <a:lnTo>
                    <a:pt x="286693" y="5711929"/>
                  </a:lnTo>
                  <a:lnTo>
                    <a:pt x="286787" y="5711929"/>
                  </a:lnTo>
                  <a:lnTo>
                    <a:pt x="286881" y="5711929"/>
                  </a:lnTo>
                  <a:lnTo>
                    <a:pt x="286881" y="5707017"/>
                  </a:lnTo>
                  <a:lnTo>
                    <a:pt x="286975" y="5707017"/>
                  </a:lnTo>
                  <a:lnTo>
                    <a:pt x="287070" y="5707017"/>
                  </a:lnTo>
                  <a:lnTo>
                    <a:pt x="287164" y="5707017"/>
                  </a:lnTo>
                  <a:lnTo>
                    <a:pt x="287258" y="5707017"/>
                  </a:lnTo>
                  <a:lnTo>
                    <a:pt x="287352" y="5707017"/>
                  </a:lnTo>
                  <a:lnTo>
                    <a:pt x="287446" y="5707017"/>
                  </a:lnTo>
                  <a:lnTo>
                    <a:pt x="287540" y="5707017"/>
                  </a:lnTo>
                  <a:lnTo>
                    <a:pt x="287634" y="5707017"/>
                  </a:lnTo>
                  <a:lnTo>
                    <a:pt x="287729" y="5707017"/>
                  </a:lnTo>
                  <a:lnTo>
                    <a:pt x="287823" y="5707017"/>
                  </a:lnTo>
                  <a:lnTo>
                    <a:pt x="287917" y="5707017"/>
                  </a:lnTo>
                  <a:lnTo>
                    <a:pt x="288011" y="5707017"/>
                  </a:lnTo>
                  <a:lnTo>
                    <a:pt x="288105" y="5707017"/>
                  </a:lnTo>
                  <a:lnTo>
                    <a:pt x="288105" y="5702106"/>
                  </a:lnTo>
                  <a:lnTo>
                    <a:pt x="288199" y="5702106"/>
                  </a:lnTo>
                  <a:lnTo>
                    <a:pt x="288294" y="5702106"/>
                  </a:lnTo>
                  <a:lnTo>
                    <a:pt x="288388" y="5702106"/>
                  </a:lnTo>
                  <a:lnTo>
                    <a:pt x="288482" y="5702106"/>
                  </a:lnTo>
                  <a:lnTo>
                    <a:pt x="288576" y="5702106"/>
                  </a:lnTo>
                  <a:lnTo>
                    <a:pt x="288670" y="5702106"/>
                  </a:lnTo>
                  <a:lnTo>
                    <a:pt x="288764" y="5702106"/>
                  </a:lnTo>
                  <a:lnTo>
                    <a:pt x="288858" y="5702106"/>
                  </a:lnTo>
                  <a:lnTo>
                    <a:pt x="288953" y="5702106"/>
                  </a:lnTo>
                  <a:lnTo>
                    <a:pt x="289047" y="5702106"/>
                  </a:lnTo>
                  <a:lnTo>
                    <a:pt x="289141" y="5702106"/>
                  </a:lnTo>
                  <a:lnTo>
                    <a:pt x="289235" y="5702106"/>
                  </a:lnTo>
                  <a:lnTo>
                    <a:pt x="289329" y="5702106"/>
                  </a:lnTo>
                  <a:lnTo>
                    <a:pt x="289423" y="5702106"/>
                  </a:lnTo>
                  <a:lnTo>
                    <a:pt x="289517" y="5702106"/>
                  </a:lnTo>
                  <a:lnTo>
                    <a:pt x="289517" y="5697194"/>
                  </a:lnTo>
                  <a:lnTo>
                    <a:pt x="289612" y="5697194"/>
                  </a:lnTo>
                  <a:lnTo>
                    <a:pt x="289706" y="5697194"/>
                  </a:lnTo>
                  <a:lnTo>
                    <a:pt x="289800" y="5697194"/>
                  </a:lnTo>
                  <a:lnTo>
                    <a:pt x="289894" y="5697194"/>
                  </a:lnTo>
                  <a:lnTo>
                    <a:pt x="289988" y="5697194"/>
                  </a:lnTo>
                  <a:lnTo>
                    <a:pt x="290082" y="5697194"/>
                  </a:lnTo>
                  <a:lnTo>
                    <a:pt x="290177" y="5697194"/>
                  </a:lnTo>
                  <a:lnTo>
                    <a:pt x="290271" y="5697194"/>
                  </a:lnTo>
                  <a:lnTo>
                    <a:pt x="290365" y="5697194"/>
                  </a:lnTo>
                  <a:lnTo>
                    <a:pt x="290459" y="5697194"/>
                  </a:lnTo>
                  <a:lnTo>
                    <a:pt x="290553" y="5697194"/>
                  </a:lnTo>
                  <a:lnTo>
                    <a:pt x="290647" y="5697194"/>
                  </a:lnTo>
                  <a:lnTo>
                    <a:pt x="290741" y="5697194"/>
                  </a:lnTo>
                  <a:lnTo>
                    <a:pt x="290836" y="5697194"/>
                  </a:lnTo>
                  <a:lnTo>
                    <a:pt x="290930" y="5697194"/>
                  </a:lnTo>
                  <a:lnTo>
                    <a:pt x="291024" y="5697194"/>
                  </a:lnTo>
                  <a:lnTo>
                    <a:pt x="291118" y="5697194"/>
                  </a:lnTo>
                  <a:lnTo>
                    <a:pt x="291212" y="5697194"/>
                  </a:lnTo>
                  <a:lnTo>
                    <a:pt x="291306" y="5697194"/>
                  </a:lnTo>
                  <a:lnTo>
                    <a:pt x="291401" y="5697194"/>
                  </a:lnTo>
                  <a:lnTo>
                    <a:pt x="291495" y="5697194"/>
                  </a:lnTo>
                  <a:lnTo>
                    <a:pt x="291589" y="5697194"/>
                  </a:lnTo>
                  <a:lnTo>
                    <a:pt x="291683" y="5697194"/>
                  </a:lnTo>
                  <a:lnTo>
                    <a:pt x="291777" y="5697194"/>
                  </a:lnTo>
                  <a:lnTo>
                    <a:pt x="291871" y="5697194"/>
                  </a:lnTo>
                  <a:lnTo>
                    <a:pt x="291965" y="5697194"/>
                  </a:lnTo>
                  <a:lnTo>
                    <a:pt x="292060" y="5697194"/>
                  </a:lnTo>
                  <a:lnTo>
                    <a:pt x="292154" y="5697194"/>
                  </a:lnTo>
                  <a:lnTo>
                    <a:pt x="292248" y="5697194"/>
                  </a:lnTo>
                  <a:lnTo>
                    <a:pt x="292342" y="5697194"/>
                  </a:lnTo>
                  <a:lnTo>
                    <a:pt x="292436" y="5697194"/>
                  </a:lnTo>
                  <a:lnTo>
                    <a:pt x="292530" y="5697194"/>
                  </a:lnTo>
                  <a:lnTo>
                    <a:pt x="292625" y="5697194"/>
                  </a:lnTo>
                  <a:lnTo>
                    <a:pt x="292719" y="5697194"/>
                  </a:lnTo>
                  <a:lnTo>
                    <a:pt x="292813" y="5697194"/>
                  </a:lnTo>
                  <a:lnTo>
                    <a:pt x="292907" y="5697194"/>
                  </a:lnTo>
                  <a:lnTo>
                    <a:pt x="293001" y="5697194"/>
                  </a:lnTo>
                  <a:lnTo>
                    <a:pt x="293095" y="5697194"/>
                  </a:lnTo>
                  <a:lnTo>
                    <a:pt x="293189" y="5697194"/>
                  </a:lnTo>
                  <a:lnTo>
                    <a:pt x="293284" y="5697194"/>
                  </a:lnTo>
                  <a:lnTo>
                    <a:pt x="293378" y="5697194"/>
                  </a:lnTo>
                  <a:lnTo>
                    <a:pt x="293378" y="5692283"/>
                  </a:lnTo>
                  <a:lnTo>
                    <a:pt x="293472" y="5692283"/>
                  </a:lnTo>
                  <a:lnTo>
                    <a:pt x="293566" y="5692283"/>
                  </a:lnTo>
                  <a:lnTo>
                    <a:pt x="293660" y="5692283"/>
                  </a:lnTo>
                  <a:lnTo>
                    <a:pt x="293754" y="5692283"/>
                  </a:lnTo>
                  <a:lnTo>
                    <a:pt x="293848" y="5692283"/>
                  </a:lnTo>
                  <a:lnTo>
                    <a:pt x="293848" y="5687372"/>
                  </a:lnTo>
                  <a:lnTo>
                    <a:pt x="293943" y="5687372"/>
                  </a:lnTo>
                  <a:lnTo>
                    <a:pt x="294037" y="5687372"/>
                  </a:lnTo>
                  <a:lnTo>
                    <a:pt x="294131" y="5687372"/>
                  </a:lnTo>
                  <a:lnTo>
                    <a:pt x="294225" y="5687372"/>
                  </a:lnTo>
                  <a:lnTo>
                    <a:pt x="294319" y="5687372"/>
                  </a:lnTo>
                  <a:lnTo>
                    <a:pt x="294413" y="5687372"/>
                  </a:lnTo>
                  <a:lnTo>
                    <a:pt x="294508" y="5687372"/>
                  </a:lnTo>
                  <a:lnTo>
                    <a:pt x="294602" y="5687372"/>
                  </a:lnTo>
                  <a:lnTo>
                    <a:pt x="294696" y="5687372"/>
                  </a:lnTo>
                  <a:lnTo>
                    <a:pt x="294790" y="5687372"/>
                  </a:lnTo>
                  <a:lnTo>
                    <a:pt x="294884" y="5687372"/>
                  </a:lnTo>
                  <a:lnTo>
                    <a:pt x="294978" y="5687372"/>
                  </a:lnTo>
                  <a:lnTo>
                    <a:pt x="295072" y="5687372"/>
                  </a:lnTo>
                  <a:lnTo>
                    <a:pt x="295167" y="5687372"/>
                  </a:lnTo>
                  <a:lnTo>
                    <a:pt x="295261" y="5687372"/>
                  </a:lnTo>
                  <a:lnTo>
                    <a:pt x="295355" y="5687372"/>
                  </a:lnTo>
                  <a:lnTo>
                    <a:pt x="295449" y="5687372"/>
                  </a:lnTo>
                  <a:lnTo>
                    <a:pt x="295543" y="5687372"/>
                  </a:lnTo>
                  <a:lnTo>
                    <a:pt x="295543" y="5682460"/>
                  </a:lnTo>
                  <a:lnTo>
                    <a:pt x="295637" y="5682460"/>
                  </a:lnTo>
                  <a:lnTo>
                    <a:pt x="295732" y="5682460"/>
                  </a:lnTo>
                  <a:lnTo>
                    <a:pt x="295826" y="5682460"/>
                  </a:lnTo>
                  <a:lnTo>
                    <a:pt x="295920" y="5682460"/>
                  </a:lnTo>
                  <a:lnTo>
                    <a:pt x="296014" y="5682460"/>
                  </a:lnTo>
                  <a:lnTo>
                    <a:pt x="296108" y="5682460"/>
                  </a:lnTo>
                  <a:lnTo>
                    <a:pt x="296202" y="5682460"/>
                  </a:lnTo>
                  <a:lnTo>
                    <a:pt x="296296" y="5682460"/>
                  </a:lnTo>
                  <a:lnTo>
                    <a:pt x="296391" y="5682460"/>
                  </a:lnTo>
                  <a:lnTo>
                    <a:pt x="296485" y="5682460"/>
                  </a:lnTo>
                  <a:lnTo>
                    <a:pt x="296579" y="5682460"/>
                  </a:lnTo>
                  <a:lnTo>
                    <a:pt x="296673" y="5682460"/>
                  </a:lnTo>
                  <a:lnTo>
                    <a:pt x="296767" y="5682460"/>
                  </a:lnTo>
                  <a:lnTo>
                    <a:pt x="296861" y="5682460"/>
                  </a:lnTo>
                  <a:lnTo>
                    <a:pt x="296956" y="5682460"/>
                  </a:lnTo>
                  <a:lnTo>
                    <a:pt x="297050" y="5682460"/>
                  </a:lnTo>
                  <a:lnTo>
                    <a:pt x="297144" y="5682460"/>
                  </a:lnTo>
                  <a:lnTo>
                    <a:pt x="297238" y="5682460"/>
                  </a:lnTo>
                  <a:lnTo>
                    <a:pt x="297332" y="5682460"/>
                  </a:lnTo>
                  <a:lnTo>
                    <a:pt x="297426" y="5682460"/>
                  </a:lnTo>
                  <a:lnTo>
                    <a:pt x="297520" y="5682460"/>
                  </a:lnTo>
                  <a:lnTo>
                    <a:pt x="297615" y="5682460"/>
                  </a:lnTo>
                  <a:lnTo>
                    <a:pt x="297709" y="5682460"/>
                  </a:lnTo>
                  <a:lnTo>
                    <a:pt x="297803" y="5682460"/>
                  </a:lnTo>
                  <a:lnTo>
                    <a:pt x="297897" y="5682460"/>
                  </a:lnTo>
                  <a:lnTo>
                    <a:pt x="297991" y="5682460"/>
                  </a:lnTo>
                  <a:lnTo>
                    <a:pt x="298085" y="5682460"/>
                  </a:lnTo>
                  <a:lnTo>
                    <a:pt x="298179" y="5682460"/>
                  </a:lnTo>
                  <a:lnTo>
                    <a:pt x="298274" y="5682460"/>
                  </a:lnTo>
                  <a:lnTo>
                    <a:pt x="298368" y="5682460"/>
                  </a:lnTo>
                  <a:lnTo>
                    <a:pt x="298462" y="5682460"/>
                  </a:lnTo>
                  <a:lnTo>
                    <a:pt x="298556" y="5682460"/>
                  </a:lnTo>
                  <a:lnTo>
                    <a:pt x="298650" y="5682460"/>
                  </a:lnTo>
                  <a:lnTo>
                    <a:pt x="298744" y="5682460"/>
                  </a:lnTo>
                  <a:lnTo>
                    <a:pt x="298839" y="5682460"/>
                  </a:lnTo>
                  <a:lnTo>
                    <a:pt x="298933" y="5682460"/>
                  </a:lnTo>
                  <a:lnTo>
                    <a:pt x="299027" y="5682460"/>
                  </a:lnTo>
                  <a:lnTo>
                    <a:pt x="299121" y="5682460"/>
                  </a:lnTo>
                  <a:lnTo>
                    <a:pt x="299215" y="5682460"/>
                  </a:lnTo>
                  <a:lnTo>
                    <a:pt x="299215" y="5677549"/>
                  </a:lnTo>
                  <a:lnTo>
                    <a:pt x="299309" y="5677549"/>
                  </a:lnTo>
                  <a:lnTo>
                    <a:pt x="299403" y="5677549"/>
                  </a:lnTo>
                  <a:lnTo>
                    <a:pt x="299498" y="5677549"/>
                  </a:lnTo>
                  <a:lnTo>
                    <a:pt x="299592" y="5677549"/>
                  </a:lnTo>
                  <a:lnTo>
                    <a:pt x="299686" y="5677549"/>
                  </a:lnTo>
                  <a:lnTo>
                    <a:pt x="299780" y="5677549"/>
                  </a:lnTo>
                  <a:lnTo>
                    <a:pt x="299874" y="5677549"/>
                  </a:lnTo>
                  <a:lnTo>
                    <a:pt x="299968" y="5677549"/>
                  </a:lnTo>
                  <a:lnTo>
                    <a:pt x="300063" y="5677549"/>
                  </a:lnTo>
                  <a:lnTo>
                    <a:pt x="300157" y="5677549"/>
                  </a:lnTo>
                  <a:lnTo>
                    <a:pt x="300251" y="5677549"/>
                  </a:lnTo>
                  <a:lnTo>
                    <a:pt x="300345" y="5677549"/>
                  </a:lnTo>
                  <a:lnTo>
                    <a:pt x="300439" y="5677549"/>
                  </a:lnTo>
                  <a:lnTo>
                    <a:pt x="300533" y="5677549"/>
                  </a:lnTo>
                  <a:lnTo>
                    <a:pt x="300627" y="5677549"/>
                  </a:lnTo>
                  <a:lnTo>
                    <a:pt x="300722" y="5677549"/>
                  </a:lnTo>
                  <a:lnTo>
                    <a:pt x="300816" y="5677549"/>
                  </a:lnTo>
                  <a:lnTo>
                    <a:pt x="300910" y="5677549"/>
                  </a:lnTo>
                  <a:lnTo>
                    <a:pt x="301004" y="5677549"/>
                  </a:lnTo>
                  <a:lnTo>
                    <a:pt x="301098" y="5677549"/>
                  </a:lnTo>
                  <a:lnTo>
                    <a:pt x="301192" y="5677549"/>
                  </a:lnTo>
                  <a:lnTo>
                    <a:pt x="301287" y="5677549"/>
                  </a:lnTo>
                  <a:lnTo>
                    <a:pt x="301381" y="5677549"/>
                  </a:lnTo>
                  <a:lnTo>
                    <a:pt x="301475" y="5677549"/>
                  </a:lnTo>
                  <a:lnTo>
                    <a:pt x="301475" y="5672638"/>
                  </a:lnTo>
                  <a:lnTo>
                    <a:pt x="301569" y="5672638"/>
                  </a:lnTo>
                  <a:lnTo>
                    <a:pt x="301663" y="5672638"/>
                  </a:lnTo>
                  <a:lnTo>
                    <a:pt x="301757" y="5672638"/>
                  </a:lnTo>
                  <a:lnTo>
                    <a:pt x="301851" y="5672638"/>
                  </a:lnTo>
                  <a:lnTo>
                    <a:pt x="301946" y="5672638"/>
                  </a:lnTo>
                  <a:lnTo>
                    <a:pt x="302040" y="5672638"/>
                  </a:lnTo>
                  <a:lnTo>
                    <a:pt x="302134" y="5672638"/>
                  </a:lnTo>
                  <a:lnTo>
                    <a:pt x="302228" y="5672638"/>
                  </a:lnTo>
                  <a:lnTo>
                    <a:pt x="302322" y="5672638"/>
                  </a:lnTo>
                  <a:lnTo>
                    <a:pt x="302416" y="5672638"/>
                  </a:lnTo>
                  <a:lnTo>
                    <a:pt x="302510" y="5672638"/>
                  </a:lnTo>
                  <a:lnTo>
                    <a:pt x="302605" y="5672638"/>
                  </a:lnTo>
                  <a:lnTo>
                    <a:pt x="302605" y="5667726"/>
                  </a:lnTo>
                  <a:lnTo>
                    <a:pt x="302699" y="5667726"/>
                  </a:lnTo>
                  <a:lnTo>
                    <a:pt x="302793" y="5667726"/>
                  </a:lnTo>
                  <a:lnTo>
                    <a:pt x="302887" y="5667726"/>
                  </a:lnTo>
                  <a:lnTo>
                    <a:pt x="302981" y="5667726"/>
                  </a:lnTo>
                  <a:lnTo>
                    <a:pt x="303075" y="5667726"/>
                  </a:lnTo>
                  <a:lnTo>
                    <a:pt x="303075" y="5662815"/>
                  </a:lnTo>
                  <a:lnTo>
                    <a:pt x="303170" y="5662815"/>
                  </a:lnTo>
                  <a:lnTo>
                    <a:pt x="303264" y="5662815"/>
                  </a:lnTo>
                  <a:lnTo>
                    <a:pt x="303358" y="5662815"/>
                  </a:lnTo>
                  <a:lnTo>
                    <a:pt x="303452" y="5662815"/>
                  </a:lnTo>
                  <a:lnTo>
                    <a:pt x="303546" y="5662815"/>
                  </a:lnTo>
                  <a:lnTo>
                    <a:pt x="303640" y="5662815"/>
                  </a:lnTo>
                  <a:lnTo>
                    <a:pt x="303734" y="5662815"/>
                  </a:lnTo>
                  <a:lnTo>
                    <a:pt x="303829" y="5662815"/>
                  </a:lnTo>
                  <a:lnTo>
                    <a:pt x="303923" y="5662815"/>
                  </a:lnTo>
                  <a:lnTo>
                    <a:pt x="304017" y="5662815"/>
                  </a:lnTo>
                  <a:lnTo>
                    <a:pt x="304111" y="5662815"/>
                  </a:lnTo>
                  <a:lnTo>
                    <a:pt x="304205" y="5662815"/>
                  </a:lnTo>
                  <a:lnTo>
                    <a:pt x="304299" y="5662815"/>
                  </a:lnTo>
                  <a:lnTo>
                    <a:pt x="304394" y="5662815"/>
                  </a:lnTo>
                  <a:lnTo>
                    <a:pt x="304394" y="5657903"/>
                  </a:lnTo>
                  <a:lnTo>
                    <a:pt x="304488" y="5657903"/>
                  </a:lnTo>
                  <a:lnTo>
                    <a:pt x="304582" y="5657903"/>
                  </a:lnTo>
                  <a:lnTo>
                    <a:pt x="304676" y="5657903"/>
                  </a:lnTo>
                  <a:lnTo>
                    <a:pt x="304770" y="5657903"/>
                  </a:lnTo>
                  <a:lnTo>
                    <a:pt x="304864" y="5657903"/>
                  </a:lnTo>
                  <a:lnTo>
                    <a:pt x="304958" y="5657903"/>
                  </a:lnTo>
                  <a:lnTo>
                    <a:pt x="305053" y="5657903"/>
                  </a:lnTo>
                  <a:lnTo>
                    <a:pt x="305147" y="5657903"/>
                  </a:lnTo>
                  <a:lnTo>
                    <a:pt x="305241" y="5657903"/>
                  </a:lnTo>
                  <a:lnTo>
                    <a:pt x="305241" y="5652992"/>
                  </a:lnTo>
                  <a:lnTo>
                    <a:pt x="305335" y="5652992"/>
                  </a:lnTo>
                  <a:lnTo>
                    <a:pt x="305429" y="5652992"/>
                  </a:lnTo>
                  <a:lnTo>
                    <a:pt x="305523" y="5652992"/>
                  </a:lnTo>
                  <a:lnTo>
                    <a:pt x="305618" y="5652992"/>
                  </a:lnTo>
                  <a:lnTo>
                    <a:pt x="305712" y="5652992"/>
                  </a:lnTo>
                  <a:lnTo>
                    <a:pt x="305806" y="5652992"/>
                  </a:lnTo>
                  <a:lnTo>
                    <a:pt x="305900" y="5652992"/>
                  </a:lnTo>
                  <a:lnTo>
                    <a:pt x="305994" y="5652992"/>
                  </a:lnTo>
                  <a:lnTo>
                    <a:pt x="306088" y="5652992"/>
                  </a:lnTo>
                  <a:lnTo>
                    <a:pt x="306182" y="5652992"/>
                  </a:lnTo>
                  <a:lnTo>
                    <a:pt x="306277" y="5652992"/>
                  </a:lnTo>
                  <a:lnTo>
                    <a:pt x="306371" y="5652992"/>
                  </a:lnTo>
                  <a:lnTo>
                    <a:pt x="306465" y="5652992"/>
                  </a:lnTo>
                  <a:lnTo>
                    <a:pt x="306559" y="5652992"/>
                  </a:lnTo>
                  <a:lnTo>
                    <a:pt x="306653" y="5652992"/>
                  </a:lnTo>
                  <a:lnTo>
                    <a:pt x="306747" y="5652992"/>
                  </a:lnTo>
                  <a:lnTo>
                    <a:pt x="306841" y="5652992"/>
                  </a:lnTo>
                  <a:lnTo>
                    <a:pt x="306936" y="5652992"/>
                  </a:lnTo>
                  <a:lnTo>
                    <a:pt x="306936" y="5648081"/>
                  </a:lnTo>
                  <a:lnTo>
                    <a:pt x="307030" y="5648081"/>
                  </a:lnTo>
                  <a:lnTo>
                    <a:pt x="307124" y="5648081"/>
                  </a:lnTo>
                  <a:lnTo>
                    <a:pt x="307218" y="5648081"/>
                  </a:lnTo>
                  <a:lnTo>
                    <a:pt x="307312" y="5648081"/>
                  </a:lnTo>
                  <a:lnTo>
                    <a:pt x="307406" y="5648081"/>
                  </a:lnTo>
                  <a:lnTo>
                    <a:pt x="307501" y="5648081"/>
                  </a:lnTo>
                  <a:lnTo>
                    <a:pt x="307595" y="5648081"/>
                  </a:lnTo>
                  <a:lnTo>
                    <a:pt x="307689" y="5648081"/>
                  </a:lnTo>
                  <a:lnTo>
                    <a:pt x="307783" y="5648081"/>
                  </a:lnTo>
                  <a:lnTo>
                    <a:pt x="307877" y="5648081"/>
                  </a:lnTo>
                  <a:lnTo>
                    <a:pt x="307971" y="5648081"/>
                  </a:lnTo>
                  <a:lnTo>
                    <a:pt x="308065" y="5648081"/>
                  </a:lnTo>
                  <a:lnTo>
                    <a:pt x="308160" y="5648081"/>
                  </a:lnTo>
                  <a:lnTo>
                    <a:pt x="308254" y="5648081"/>
                  </a:lnTo>
                  <a:lnTo>
                    <a:pt x="308348" y="5648081"/>
                  </a:lnTo>
                  <a:lnTo>
                    <a:pt x="308442" y="5648081"/>
                  </a:lnTo>
                  <a:lnTo>
                    <a:pt x="308536" y="5648081"/>
                  </a:lnTo>
                  <a:lnTo>
                    <a:pt x="308536" y="5643169"/>
                  </a:lnTo>
                  <a:lnTo>
                    <a:pt x="308630" y="5643169"/>
                  </a:lnTo>
                  <a:lnTo>
                    <a:pt x="308725" y="5643169"/>
                  </a:lnTo>
                  <a:lnTo>
                    <a:pt x="308819" y="5643169"/>
                  </a:lnTo>
                  <a:lnTo>
                    <a:pt x="308913" y="5643169"/>
                  </a:lnTo>
                  <a:lnTo>
                    <a:pt x="309007" y="5643169"/>
                  </a:lnTo>
                  <a:lnTo>
                    <a:pt x="309101" y="5643169"/>
                  </a:lnTo>
                  <a:lnTo>
                    <a:pt x="309195" y="5643169"/>
                  </a:lnTo>
                  <a:lnTo>
                    <a:pt x="309289" y="5643169"/>
                  </a:lnTo>
                  <a:lnTo>
                    <a:pt x="309384" y="5643169"/>
                  </a:lnTo>
                  <a:lnTo>
                    <a:pt x="309478" y="5643169"/>
                  </a:lnTo>
                  <a:lnTo>
                    <a:pt x="309572" y="5643169"/>
                  </a:lnTo>
                  <a:lnTo>
                    <a:pt x="309666" y="5643169"/>
                  </a:lnTo>
                  <a:lnTo>
                    <a:pt x="309760" y="5643169"/>
                  </a:lnTo>
                  <a:lnTo>
                    <a:pt x="309854" y="5643169"/>
                  </a:lnTo>
                  <a:lnTo>
                    <a:pt x="309949" y="5643169"/>
                  </a:lnTo>
                  <a:lnTo>
                    <a:pt x="310043" y="5643169"/>
                  </a:lnTo>
                  <a:lnTo>
                    <a:pt x="310137" y="5643169"/>
                  </a:lnTo>
                  <a:lnTo>
                    <a:pt x="310231" y="5643169"/>
                  </a:lnTo>
                  <a:lnTo>
                    <a:pt x="310231" y="5638258"/>
                  </a:lnTo>
                  <a:lnTo>
                    <a:pt x="310325" y="5638258"/>
                  </a:lnTo>
                  <a:lnTo>
                    <a:pt x="310419" y="5638258"/>
                  </a:lnTo>
                  <a:lnTo>
                    <a:pt x="310513" y="5638258"/>
                  </a:lnTo>
                  <a:lnTo>
                    <a:pt x="310608" y="5638258"/>
                  </a:lnTo>
                  <a:lnTo>
                    <a:pt x="310702" y="5638258"/>
                  </a:lnTo>
                  <a:lnTo>
                    <a:pt x="310796" y="5638258"/>
                  </a:lnTo>
                  <a:lnTo>
                    <a:pt x="310890" y="5638258"/>
                  </a:lnTo>
                  <a:lnTo>
                    <a:pt x="310984" y="5638258"/>
                  </a:lnTo>
                  <a:lnTo>
                    <a:pt x="311078" y="5638258"/>
                  </a:lnTo>
                  <a:lnTo>
                    <a:pt x="311172" y="5638258"/>
                  </a:lnTo>
                  <a:lnTo>
                    <a:pt x="311267" y="5638258"/>
                  </a:lnTo>
                  <a:lnTo>
                    <a:pt x="311361" y="5638258"/>
                  </a:lnTo>
                  <a:lnTo>
                    <a:pt x="311455" y="5638258"/>
                  </a:lnTo>
                  <a:lnTo>
                    <a:pt x="311549" y="5638258"/>
                  </a:lnTo>
                  <a:lnTo>
                    <a:pt x="311643" y="5638258"/>
                  </a:lnTo>
                  <a:lnTo>
                    <a:pt x="311737" y="5638258"/>
                  </a:lnTo>
                  <a:lnTo>
                    <a:pt x="311832" y="5638258"/>
                  </a:lnTo>
                  <a:lnTo>
                    <a:pt x="311926" y="5638258"/>
                  </a:lnTo>
                  <a:lnTo>
                    <a:pt x="312020" y="5638258"/>
                  </a:lnTo>
                  <a:lnTo>
                    <a:pt x="312114" y="5638258"/>
                  </a:lnTo>
                  <a:lnTo>
                    <a:pt x="312208" y="5638258"/>
                  </a:lnTo>
                  <a:lnTo>
                    <a:pt x="312302" y="5638258"/>
                  </a:lnTo>
                  <a:lnTo>
                    <a:pt x="312396" y="5638258"/>
                  </a:lnTo>
                  <a:lnTo>
                    <a:pt x="312491" y="5638258"/>
                  </a:lnTo>
                  <a:lnTo>
                    <a:pt x="312585" y="5638258"/>
                  </a:lnTo>
                  <a:lnTo>
                    <a:pt x="312679" y="5638258"/>
                  </a:lnTo>
                  <a:lnTo>
                    <a:pt x="312773" y="5638258"/>
                  </a:lnTo>
                  <a:lnTo>
                    <a:pt x="312867" y="5638258"/>
                  </a:lnTo>
                  <a:lnTo>
                    <a:pt x="312961" y="5638258"/>
                  </a:lnTo>
                  <a:lnTo>
                    <a:pt x="313056" y="5638258"/>
                  </a:lnTo>
                  <a:lnTo>
                    <a:pt x="313150" y="5638258"/>
                  </a:lnTo>
                  <a:lnTo>
                    <a:pt x="313244" y="5638258"/>
                  </a:lnTo>
                  <a:lnTo>
                    <a:pt x="313338" y="5638258"/>
                  </a:lnTo>
                  <a:lnTo>
                    <a:pt x="313432" y="5638258"/>
                  </a:lnTo>
                  <a:lnTo>
                    <a:pt x="313526" y="5638258"/>
                  </a:lnTo>
                  <a:lnTo>
                    <a:pt x="313620" y="5638258"/>
                  </a:lnTo>
                  <a:lnTo>
                    <a:pt x="313715" y="5638258"/>
                  </a:lnTo>
                  <a:lnTo>
                    <a:pt x="313809" y="5638258"/>
                  </a:lnTo>
                  <a:lnTo>
                    <a:pt x="313903" y="5638258"/>
                  </a:lnTo>
                  <a:lnTo>
                    <a:pt x="313997" y="5638258"/>
                  </a:lnTo>
                  <a:lnTo>
                    <a:pt x="314091" y="5638258"/>
                  </a:lnTo>
                  <a:lnTo>
                    <a:pt x="314185" y="5638258"/>
                  </a:lnTo>
                  <a:lnTo>
                    <a:pt x="314280" y="5638258"/>
                  </a:lnTo>
                  <a:lnTo>
                    <a:pt x="314374" y="5638258"/>
                  </a:lnTo>
                  <a:lnTo>
                    <a:pt x="314374" y="5633347"/>
                  </a:lnTo>
                  <a:lnTo>
                    <a:pt x="314468" y="5633347"/>
                  </a:lnTo>
                  <a:lnTo>
                    <a:pt x="314562" y="5633347"/>
                  </a:lnTo>
                  <a:lnTo>
                    <a:pt x="314656" y="5633347"/>
                  </a:lnTo>
                  <a:lnTo>
                    <a:pt x="314750" y="5633347"/>
                  </a:lnTo>
                  <a:lnTo>
                    <a:pt x="314844" y="5633347"/>
                  </a:lnTo>
                  <a:lnTo>
                    <a:pt x="314939" y="5633347"/>
                  </a:lnTo>
                  <a:lnTo>
                    <a:pt x="315033" y="5633347"/>
                  </a:lnTo>
                  <a:lnTo>
                    <a:pt x="315127" y="5633347"/>
                  </a:lnTo>
                  <a:lnTo>
                    <a:pt x="315221" y="5633347"/>
                  </a:lnTo>
                  <a:lnTo>
                    <a:pt x="315315" y="5633347"/>
                  </a:lnTo>
                  <a:lnTo>
                    <a:pt x="315409" y="5633347"/>
                  </a:lnTo>
                  <a:lnTo>
                    <a:pt x="315503" y="5633347"/>
                  </a:lnTo>
                  <a:lnTo>
                    <a:pt x="315598" y="5633347"/>
                  </a:lnTo>
                  <a:lnTo>
                    <a:pt x="315692" y="5633347"/>
                  </a:lnTo>
                  <a:lnTo>
                    <a:pt x="315786" y="5633347"/>
                  </a:lnTo>
                  <a:lnTo>
                    <a:pt x="315880" y="5633347"/>
                  </a:lnTo>
                  <a:lnTo>
                    <a:pt x="315974" y="5633347"/>
                  </a:lnTo>
                  <a:lnTo>
                    <a:pt x="316068" y="5633347"/>
                  </a:lnTo>
                  <a:lnTo>
                    <a:pt x="316163" y="5633347"/>
                  </a:lnTo>
                  <a:lnTo>
                    <a:pt x="316257" y="5633347"/>
                  </a:lnTo>
                  <a:lnTo>
                    <a:pt x="316351" y="5633347"/>
                  </a:lnTo>
                  <a:lnTo>
                    <a:pt x="316445" y="5633347"/>
                  </a:lnTo>
                  <a:lnTo>
                    <a:pt x="316445" y="5628435"/>
                  </a:lnTo>
                  <a:lnTo>
                    <a:pt x="316539" y="5628435"/>
                  </a:lnTo>
                  <a:lnTo>
                    <a:pt x="316633" y="5628435"/>
                  </a:lnTo>
                  <a:lnTo>
                    <a:pt x="316727" y="5628435"/>
                  </a:lnTo>
                  <a:lnTo>
                    <a:pt x="316822" y="5628435"/>
                  </a:lnTo>
                  <a:lnTo>
                    <a:pt x="316916" y="5628435"/>
                  </a:lnTo>
                  <a:lnTo>
                    <a:pt x="317010" y="5628435"/>
                  </a:lnTo>
                  <a:lnTo>
                    <a:pt x="317104" y="5628435"/>
                  </a:lnTo>
                  <a:lnTo>
                    <a:pt x="317198" y="5628435"/>
                  </a:lnTo>
                  <a:lnTo>
                    <a:pt x="317292" y="5628435"/>
                  </a:lnTo>
                  <a:lnTo>
                    <a:pt x="317387" y="5628435"/>
                  </a:lnTo>
                  <a:lnTo>
                    <a:pt x="317481" y="5628435"/>
                  </a:lnTo>
                  <a:lnTo>
                    <a:pt x="317481" y="5623524"/>
                  </a:lnTo>
                  <a:lnTo>
                    <a:pt x="317575" y="5623524"/>
                  </a:lnTo>
                  <a:lnTo>
                    <a:pt x="317669" y="5623524"/>
                  </a:lnTo>
                  <a:lnTo>
                    <a:pt x="317669" y="5618612"/>
                  </a:lnTo>
                  <a:lnTo>
                    <a:pt x="317763" y="5618612"/>
                  </a:lnTo>
                  <a:lnTo>
                    <a:pt x="317857" y="5618612"/>
                  </a:lnTo>
                  <a:lnTo>
                    <a:pt x="317951" y="5618612"/>
                  </a:lnTo>
                  <a:lnTo>
                    <a:pt x="318046" y="5618612"/>
                  </a:lnTo>
                  <a:lnTo>
                    <a:pt x="318140" y="5618612"/>
                  </a:lnTo>
                  <a:lnTo>
                    <a:pt x="318234" y="5618612"/>
                  </a:lnTo>
                  <a:lnTo>
                    <a:pt x="318328" y="5618612"/>
                  </a:lnTo>
                  <a:lnTo>
                    <a:pt x="318422" y="5618612"/>
                  </a:lnTo>
                  <a:lnTo>
                    <a:pt x="318516" y="5618612"/>
                  </a:lnTo>
                  <a:lnTo>
                    <a:pt x="318611" y="5618612"/>
                  </a:lnTo>
                  <a:lnTo>
                    <a:pt x="318705" y="5618612"/>
                  </a:lnTo>
                  <a:lnTo>
                    <a:pt x="318799" y="5618612"/>
                  </a:lnTo>
                  <a:lnTo>
                    <a:pt x="318893" y="5618612"/>
                  </a:lnTo>
                  <a:lnTo>
                    <a:pt x="318987" y="5618612"/>
                  </a:lnTo>
                  <a:lnTo>
                    <a:pt x="319081" y="5618612"/>
                  </a:lnTo>
                  <a:lnTo>
                    <a:pt x="319175" y="5618612"/>
                  </a:lnTo>
                  <a:lnTo>
                    <a:pt x="319270" y="5618612"/>
                  </a:lnTo>
                  <a:lnTo>
                    <a:pt x="319364" y="5618612"/>
                  </a:lnTo>
                  <a:lnTo>
                    <a:pt x="319458" y="5618612"/>
                  </a:lnTo>
                  <a:lnTo>
                    <a:pt x="319552" y="5618612"/>
                  </a:lnTo>
                  <a:lnTo>
                    <a:pt x="319646" y="5618612"/>
                  </a:lnTo>
                  <a:lnTo>
                    <a:pt x="319740" y="5618612"/>
                  </a:lnTo>
                  <a:lnTo>
                    <a:pt x="319834" y="5618612"/>
                  </a:lnTo>
                  <a:lnTo>
                    <a:pt x="319929" y="5618612"/>
                  </a:lnTo>
                  <a:lnTo>
                    <a:pt x="319929" y="5613701"/>
                  </a:lnTo>
                  <a:lnTo>
                    <a:pt x="320023" y="5613701"/>
                  </a:lnTo>
                  <a:lnTo>
                    <a:pt x="320117" y="5613701"/>
                  </a:lnTo>
                  <a:lnTo>
                    <a:pt x="320211" y="5613701"/>
                  </a:lnTo>
                  <a:lnTo>
                    <a:pt x="320305" y="5613701"/>
                  </a:lnTo>
                  <a:lnTo>
                    <a:pt x="320305" y="5608790"/>
                  </a:lnTo>
                  <a:lnTo>
                    <a:pt x="320399" y="5608790"/>
                  </a:lnTo>
                  <a:lnTo>
                    <a:pt x="320494" y="5608790"/>
                  </a:lnTo>
                  <a:lnTo>
                    <a:pt x="320588" y="5608790"/>
                  </a:lnTo>
                  <a:lnTo>
                    <a:pt x="320682" y="5608790"/>
                  </a:lnTo>
                  <a:lnTo>
                    <a:pt x="320776" y="5608790"/>
                  </a:lnTo>
                  <a:lnTo>
                    <a:pt x="320870" y="5608790"/>
                  </a:lnTo>
                  <a:lnTo>
                    <a:pt x="320964" y="5608790"/>
                  </a:lnTo>
                  <a:lnTo>
                    <a:pt x="321058" y="5608790"/>
                  </a:lnTo>
                  <a:lnTo>
                    <a:pt x="321153" y="5608790"/>
                  </a:lnTo>
                  <a:lnTo>
                    <a:pt x="321247" y="5608790"/>
                  </a:lnTo>
                  <a:lnTo>
                    <a:pt x="321341" y="5608790"/>
                  </a:lnTo>
                  <a:lnTo>
                    <a:pt x="321435" y="5608790"/>
                  </a:lnTo>
                  <a:lnTo>
                    <a:pt x="321529" y="5608790"/>
                  </a:lnTo>
                  <a:lnTo>
                    <a:pt x="321623" y="5608790"/>
                  </a:lnTo>
                  <a:lnTo>
                    <a:pt x="321718" y="5608790"/>
                  </a:lnTo>
                  <a:lnTo>
                    <a:pt x="321812" y="5608790"/>
                  </a:lnTo>
                  <a:lnTo>
                    <a:pt x="321906" y="5608790"/>
                  </a:lnTo>
                  <a:lnTo>
                    <a:pt x="322000" y="5608790"/>
                  </a:lnTo>
                  <a:lnTo>
                    <a:pt x="322000" y="5603878"/>
                  </a:lnTo>
                  <a:lnTo>
                    <a:pt x="322094" y="5603878"/>
                  </a:lnTo>
                  <a:lnTo>
                    <a:pt x="322188" y="5603878"/>
                  </a:lnTo>
                  <a:lnTo>
                    <a:pt x="322282" y="5603878"/>
                  </a:lnTo>
                  <a:lnTo>
                    <a:pt x="322377" y="5603878"/>
                  </a:lnTo>
                  <a:lnTo>
                    <a:pt x="322471" y="5603878"/>
                  </a:lnTo>
                  <a:lnTo>
                    <a:pt x="322471" y="5598967"/>
                  </a:lnTo>
                  <a:lnTo>
                    <a:pt x="322565" y="5598967"/>
                  </a:lnTo>
                  <a:lnTo>
                    <a:pt x="322659" y="5598967"/>
                  </a:lnTo>
                  <a:lnTo>
                    <a:pt x="322753" y="5598967"/>
                  </a:lnTo>
                  <a:lnTo>
                    <a:pt x="322847" y="5598967"/>
                  </a:lnTo>
                  <a:lnTo>
                    <a:pt x="322942" y="5598967"/>
                  </a:lnTo>
                  <a:lnTo>
                    <a:pt x="323036" y="5598967"/>
                  </a:lnTo>
                  <a:lnTo>
                    <a:pt x="323130" y="5598967"/>
                  </a:lnTo>
                  <a:lnTo>
                    <a:pt x="323224" y="5598967"/>
                  </a:lnTo>
                  <a:lnTo>
                    <a:pt x="323318" y="5598967"/>
                  </a:lnTo>
                  <a:lnTo>
                    <a:pt x="323412" y="5598967"/>
                  </a:lnTo>
                  <a:lnTo>
                    <a:pt x="323506" y="5598967"/>
                  </a:lnTo>
                  <a:lnTo>
                    <a:pt x="323601" y="5598967"/>
                  </a:lnTo>
                  <a:lnTo>
                    <a:pt x="323695" y="5598967"/>
                  </a:lnTo>
                  <a:lnTo>
                    <a:pt x="323789" y="5598967"/>
                  </a:lnTo>
                  <a:lnTo>
                    <a:pt x="323883" y="5598967"/>
                  </a:lnTo>
                  <a:lnTo>
                    <a:pt x="323977" y="5598967"/>
                  </a:lnTo>
                  <a:lnTo>
                    <a:pt x="324071" y="5598967"/>
                  </a:lnTo>
                  <a:lnTo>
                    <a:pt x="324165" y="5598967"/>
                  </a:lnTo>
                  <a:lnTo>
                    <a:pt x="324260" y="5598967"/>
                  </a:lnTo>
                  <a:lnTo>
                    <a:pt x="324354" y="5598967"/>
                  </a:lnTo>
                  <a:lnTo>
                    <a:pt x="324448" y="5598967"/>
                  </a:lnTo>
                  <a:lnTo>
                    <a:pt x="324542" y="5598967"/>
                  </a:lnTo>
                  <a:lnTo>
                    <a:pt x="324636" y="5598967"/>
                  </a:lnTo>
                  <a:lnTo>
                    <a:pt x="324636" y="5594056"/>
                  </a:lnTo>
                  <a:lnTo>
                    <a:pt x="324730" y="5594056"/>
                  </a:lnTo>
                  <a:lnTo>
                    <a:pt x="324825" y="5594056"/>
                  </a:lnTo>
                  <a:lnTo>
                    <a:pt x="324919" y="5594056"/>
                  </a:lnTo>
                  <a:lnTo>
                    <a:pt x="325013" y="5594056"/>
                  </a:lnTo>
                  <a:lnTo>
                    <a:pt x="325107" y="5594056"/>
                  </a:lnTo>
                  <a:lnTo>
                    <a:pt x="325201" y="5594056"/>
                  </a:lnTo>
                  <a:lnTo>
                    <a:pt x="325295" y="5594056"/>
                  </a:lnTo>
                  <a:lnTo>
                    <a:pt x="325389" y="5594056"/>
                  </a:lnTo>
                  <a:lnTo>
                    <a:pt x="325484" y="5594056"/>
                  </a:lnTo>
                  <a:lnTo>
                    <a:pt x="325578" y="5594056"/>
                  </a:lnTo>
                  <a:lnTo>
                    <a:pt x="325672" y="5594056"/>
                  </a:lnTo>
                  <a:lnTo>
                    <a:pt x="325766" y="5594056"/>
                  </a:lnTo>
                  <a:lnTo>
                    <a:pt x="325860" y="5594056"/>
                  </a:lnTo>
                  <a:lnTo>
                    <a:pt x="325954" y="5594056"/>
                  </a:lnTo>
                  <a:lnTo>
                    <a:pt x="326049" y="5594056"/>
                  </a:lnTo>
                  <a:lnTo>
                    <a:pt x="326143" y="5594056"/>
                  </a:lnTo>
                  <a:lnTo>
                    <a:pt x="326237" y="5594056"/>
                  </a:lnTo>
                  <a:lnTo>
                    <a:pt x="326331" y="5594056"/>
                  </a:lnTo>
                  <a:lnTo>
                    <a:pt x="326425" y="5594056"/>
                  </a:lnTo>
                  <a:lnTo>
                    <a:pt x="326519" y="5594056"/>
                  </a:lnTo>
                  <a:lnTo>
                    <a:pt x="326613" y="5594056"/>
                  </a:lnTo>
                  <a:lnTo>
                    <a:pt x="326708" y="5594056"/>
                  </a:lnTo>
                  <a:lnTo>
                    <a:pt x="326802" y="5594056"/>
                  </a:lnTo>
                  <a:lnTo>
                    <a:pt x="326896" y="5594056"/>
                  </a:lnTo>
                  <a:lnTo>
                    <a:pt x="326990" y="5594056"/>
                  </a:lnTo>
                  <a:lnTo>
                    <a:pt x="327084" y="5594056"/>
                  </a:lnTo>
                  <a:lnTo>
                    <a:pt x="327178" y="5594056"/>
                  </a:lnTo>
                  <a:lnTo>
                    <a:pt x="327273" y="5594056"/>
                  </a:lnTo>
                  <a:lnTo>
                    <a:pt x="327367" y="5594056"/>
                  </a:lnTo>
                  <a:lnTo>
                    <a:pt x="327461" y="5594056"/>
                  </a:lnTo>
                  <a:lnTo>
                    <a:pt x="327555" y="5594056"/>
                  </a:lnTo>
                  <a:lnTo>
                    <a:pt x="327649" y="5594056"/>
                  </a:lnTo>
                  <a:lnTo>
                    <a:pt x="327743" y="5594056"/>
                  </a:lnTo>
                  <a:lnTo>
                    <a:pt x="327837" y="5594056"/>
                  </a:lnTo>
                  <a:lnTo>
                    <a:pt x="327932" y="5594056"/>
                  </a:lnTo>
                  <a:lnTo>
                    <a:pt x="328026" y="5594056"/>
                  </a:lnTo>
                  <a:lnTo>
                    <a:pt x="328120" y="5594056"/>
                  </a:lnTo>
                  <a:lnTo>
                    <a:pt x="328214" y="5594056"/>
                  </a:lnTo>
                  <a:lnTo>
                    <a:pt x="328308" y="5594056"/>
                  </a:lnTo>
                  <a:lnTo>
                    <a:pt x="328402" y="5594056"/>
                  </a:lnTo>
                  <a:lnTo>
                    <a:pt x="328496" y="5594056"/>
                  </a:lnTo>
                  <a:lnTo>
                    <a:pt x="328591" y="5594056"/>
                  </a:lnTo>
                  <a:lnTo>
                    <a:pt x="328685" y="5594056"/>
                  </a:lnTo>
                  <a:lnTo>
                    <a:pt x="328779" y="5594056"/>
                  </a:lnTo>
                  <a:lnTo>
                    <a:pt x="328873" y="5594056"/>
                  </a:lnTo>
                  <a:lnTo>
                    <a:pt x="328967" y="5594056"/>
                  </a:lnTo>
                  <a:lnTo>
                    <a:pt x="329061" y="5594056"/>
                  </a:lnTo>
                  <a:lnTo>
                    <a:pt x="329156" y="5594056"/>
                  </a:lnTo>
                  <a:lnTo>
                    <a:pt x="329250" y="5594056"/>
                  </a:lnTo>
                  <a:lnTo>
                    <a:pt x="329344" y="5594056"/>
                  </a:lnTo>
                  <a:lnTo>
                    <a:pt x="329438" y="5594056"/>
                  </a:lnTo>
                  <a:lnTo>
                    <a:pt x="329532" y="5594056"/>
                  </a:lnTo>
                  <a:lnTo>
                    <a:pt x="329626" y="5594056"/>
                  </a:lnTo>
                  <a:lnTo>
                    <a:pt x="329720" y="5594056"/>
                  </a:lnTo>
                  <a:lnTo>
                    <a:pt x="329815" y="5594056"/>
                  </a:lnTo>
                  <a:lnTo>
                    <a:pt x="329909" y="5594056"/>
                  </a:lnTo>
                  <a:lnTo>
                    <a:pt x="330003" y="5594056"/>
                  </a:lnTo>
                  <a:lnTo>
                    <a:pt x="330097" y="5594056"/>
                  </a:lnTo>
                  <a:lnTo>
                    <a:pt x="330191" y="5594056"/>
                  </a:lnTo>
                  <a:lnTo>
                    <a:pt x="330285" y="5594056"/>
                  </a:lnTo>
                  <a:lnTo>
                    <a:pt x="330380" y="5594056"/>
                  </a:lnTo>
                  <a:lnTo>
                    <a:pt x="330474" y="5594056"/>
                  </a:lnTo>
                  <a:lnTo>
                    <a:pt x="330568" y="5594056"/>
                  </a:lnTo>
                  <a:lnTo>
                    <a:pt x="330662" y="5594056"/>
                  </a:lnTo>
                  <a:lnTo>
                    <a:pt x="330756" y="5594056"/>
                  </a:lnTo>
                  <a:lnTo>
                    <a:pt x="330850" y="5594056"/>
                  </a:lnTo>
                  <a:lnTo>
                    <a:pt x="330944" y="5594056"/>
                  </a:lnTo>
                  <a:lnTo>
                    <a:pt x="331039" y="5594056"/>
                  </a:lnTo>
                  <a:lnTo>
                    <a:pt x="331133" y="5594056"/>
                  </a:lnTo>
                  <a:lnTo>
                    <a:pt x="331227" y="5594056"/>
                  </a:lnTo>
                  <a:lnTo>
                    <a:pt x="331321" y="5594056"/>
                  </a:lnTo>
                  <a:lnTo>
                    <a:pt x="331415" y="5594056"/>
                  </a:lnTo>
                  <a:lnTo>
                    <a:pt x="331509" y="5594056"/>
                  </a:lnTo>
                  <a:lnTo>
                    <a:pt x="331604" y="5594056"/>
                  </a:lnTo>
                  <a:lnTo>
                    <a:pt x="331698" y="5594056"/>
                  </a:lnTo>
                  <a:lnTo>
                    <a:pt x="331792" y="5594056"/>
                  </a:lnTo>
                  <a:lnTo>
                    <a:pt x="331792" y="5589144"/>
                  </a:lnTo>
                  <a:lnTo>
                    <a:pt x="331886" y="5589144"/>
                  </a:lnTo>
                  <a:lnTo>
                    <a:pt x="331980" y="5589144"/>
                  </a:lnTo>
                  <a:lnTo>
                    <a:pt x="332074" y="5589144"/>
                  </a:lnTo>
                  <a:lnTo>
                    <a:pt x="332168" y="5589144"/>
                  </a:lnTo>
                  <a:lnTo>
                    <a:pt x="332263" y="5589144"/>
                  </a:lnTo>
                  <a:lnTo>
                    <a:pt x="332357" y="5589144"/>
                  </a:lnTo>
                  <a:lnTo>
                    <a:pt x="332451" y="5589144"/>
                  </a:lnTo>
                  <a:lnTo>
                    <a:pt x="332545" y="5589144"/>
                  </a:lnTo>
                  <a:lnTo>
                    <a:pt x="332639" y="5589144"/>
                  </a:lnTo>
                  <a:lnTo>
                    <a:pt x="332733" y="5589144"/>
                  </a:lnTo>
                  <a:lnTo>
                    <a:pt x="332827" y="5589144"/>
                  </a:lnTo>
                  <a:lnTo>
                    <a:pt x="332922" y="5589144"/>
                  </a:lnTo>
                  <a:lnTo>
                    <a:pt x="333016" y="5589144"/>
                  </a:lnTo>
                  <a:lnTo>
                    <a:pt x="333110" y="5589144"/>
                  </a:lnTo>
                  <a:lnTo>
                    <a:pt x="333204" y="5589144"/>
                  </a:lnTo>
                  <a:lnTo>
                    <a:pt x="333298" y="5589144"/>
                  </a:lnTo>
                  <a:lnTo>
                    <a:pt x="333392" y="5589144"/>
                  </a:lnTo>
                  <a:lnTo>
                    <a:pt x="333392" y="5584233"/>
                  </a:lnTo>
                  <a:lnTo>
                    <a:pt x="333487" y="5584233"/>
                  </a:lnTo>
                  <a:lnTo>
                    <a:pt x="333581" y="5584233"/>
                  </a:lnTo>
                  <a:lnTo>
                    <a:pt x="333675" y="5584233"/>
                  </a:lnTo>
                  <a:lnTo>
                    <a:pt x="333769" y="5584233"/>
                  </a:lnTo>
                  <a:lnTo>
                    <a:pt x="333863" y="5584233"/>
                  </a:lnTo>
                  <a:lnTo>
                    <a:pt x="333957" y="5584233"/>
                  </a:lnTo>
                  <a:lnTo>
                    <a:pt x="334051" y="5584233"/>
                  </a:lnTo>
                  <a:lnTo>
                    <a:pt x="334146" y="5584233"/>
                  </a:lnTo>
                  <a:lnTo>
                    <a:pt x="334146" y="5579321"/>
                  </a:lnTo>
                  <a:lnTo>
                    <a:pt x="334240" y="5579321"/>
                  </a:lnTo>
                  <a:lnTo>
                    <a:pt x="334334" y="5579321"/>
                  </a:lnTo>
                  <a:lnTo>
                    <a:pt x="334428" y="5579321"/>
                  </a:lnTo>
                  <a:lnTo>
                    <a:pt x="334522" y="5579321"/>
                  </a:lnTo>
                  <a:lnTo>
                    <a:pt x="334616" y="5579321"/>
                  </a:lnTo>
                  <a:lnTo>
                    <a:pt x="334711" y="5579321"/>
                  </a:lnTo>
                  <a:lnTo>
                    <a:pt x="334805" y="5579321"/>
                  </a:lnTo>
                  <a:lnTo>
                    <a:pt x="334899" y="5579321"/>
                  </a:lnTo>
                  <a:lnTo>
                    <a:pt x="334993" y="5579321"/>
                  </a:lnTo>
                  <a:lnTo>
                    <a:pt x="335087" y="5579321"/>
                  </a:lnTo>
                  <a:lnTo>
                    <a:pt x="335181" y="5579321"/>
                  </a:lnTo>
                  <a:lnTo>
                    <a:pt x="335275" y="5579321"/>
                  </a:lnTo>
                  <a:lnTo>
                    <a:pt x="335370" y="5579321"/>
                  </a:lnTo>
                  <a:lnTo>
                    <a:pt x="335464" y="5579321"/>
                  </a:lnTo>
                  <a:lnTo>
                    <a:pt x="335558" y="5579321"/>
                  </a:lnTo>
                  <a:lnTo>
                    <a:pt x="335652" y="5579321"/>
                  </a:lnTo>
                  <a:lnTo>
                    <a:pt x="335746" y="5579321"/>
                  </a:lnTo>
                  <a:lnTo>
                    <a:pt x="335840" y="5579321"/>
                  </a:lnTo>
                  <a:lnTo>
                    <a:pt x="335935" y="5579321"/>
                  </a:lnTo>
                  <a:lnTo>
                    <a:pt x="336029" y="5579321"/>
                  </a:lnTo>
                  <a:lnTo>
                    <a:pt x="336123" y="5579321"/>
                  </a:lnTo>
                  <a:lnTo>
                    <a:pt x="336123" y="5574410"/>
                  </a:lnTo>
                  <a:lnTo>
                    <a:pt x="336217" y="5574410"/>
                  </a:lnTo>
                  <a:lnTo>
                    <a:pt x="336311" y="5574410"/>
                  </a:lnTo>
                  <a:lnTo>
                    <a:pt x="336405" y="5574410"/>
                  </a:lnTo>
                  <a:lnTo>
                    <a:pt x="336499" y="5574410"/>
                  </a:lnTo>
                  <a:lnTo>
                    <a:pt x="336594" y="5574410"/>
                  </a:lnTo>
                  <a:lnTo>
                    <a:pt x="336688" y="5574410"/>
                  </a:lnTo>
                  <a:lnTo>
                    <a:pt x="336782" y="5574410"/>
                  </a:lnTo>
                  <a:lnTo>
                    <a:pt x="336876" y="5574410"/>
                  </a:lnTo>
                  <a:lnTo>
                    <a:pt x="336970" y="5574410"/>
                  </a:lnTo>
                  <a:lnTo>
                    <a:pt x="337064" y="5574410"/>
                  </a:lnTo>
                  <a:lnTo>
                    <a:pt x="337158" y="5574410"/>
                  </a:lnTo>
                  <a:lnTo>
                    <a:pt x="337253" y="5574410"/>
                  </a:lnTo>
                  <a:lnTo>
                    <a:pt x="337347" y="5574410"/>
                  </a:lnTo>
                  <a:lnTo>
                    <a:pt x="337347" y="5569499"/>
                  </a:lnTo>
                  <a:lnTo>
                    <a:pt x="337441" y="5569499"/>
                  </a:lnTo>
                  <a:lnTo>
                    <a:pt x="337535" y="5569499"/>
                  </a:lnTo>
                  <a:lnTo>
                    <a:pt x="337629" y="5569499"/>
                  </a:lnTo>
                  <a:lnTo>
                    <a:pt x="337723" y="5569499"/>
                  </a:lnTo>
                  <a:lnTo>
                    <a:pt x="337818" y="5569499"/>
                  </a:lnTo>
                  <a:lnTo>
                    <a:pt x="337912" y="5569499"/>
                  </a:lnTo>
                  <a:lnTo>
                    <a:pt x="338006" y="5569499"/>
                  </a:lnTo>
                  <a:lnTo>
                    <a:pt x="338100" y="5569499"/>
                  </a:lnTo>
                  <a:lnTo>
                    <a:pt x="338194" y="5569499"/>
                  </a:lnTo>
                  <a:lnTo>
                    <a:pt x="338288" y="5569499"/>
                  </a:lnTo>
                  <a:lnTo>
                    <a:pt x="338382" y="5569499"/>
                  </a:lnTo>
                  <a:lnTo>
                    <a:pt x="338477" y="5569499"/>
                  </a:lnTo>
                  <a:lnTo>
                    <a:pt x="338571" y="5569499"/>
                  </a:lnTo>
                  <a:lnTo>
                    <a:pt x="338665" y="5569499"/>
                  </a:lnTo>
                  <a:lnTo>
                    <a:pt x="338759" y="5569499"/>
                  </a:lnTo>
                  <a:lnTo>
                    <a:pt x="338853" y="5569499"/>
                  </a:lnTo>
                  <a:lnTo>
                    <a:pt x="338947" y="5569499"/>
                  </a:lnTo>
                  <a:lnTo>
                    <a:pt x="339042" y="5569499"/>
                  </a:lnTo>
                  <a:lnTo>
                    <a:pt x="339136" y="5569499"/>
                  </a:lnTo>
                  <a:lnTo>
                    <a:pt x="339230" y="5569499"/>
                  </a:lnTo>
                  <a:lnTo>
                    <a:pt x="339324" y="5569499"/>
                  </a:lnTo>
                  <a:lnTo>
                    <a:pt x="339418" y="5569499"/>
                  </a:lnTo>
                  <a:lnTo>
                    <a:pt x="339512" y="5569499"/>
                  </a:lnTo>
                  <a:lnTo>
                    <a:pt x="339606" y="5569499"/>
                  </a:lnTo>
                  <a:lnTo>
                    <a:pt x="339701" y="5569499"/>
                  </a:lnTo>
                  <a:lnTo>
                    <a:pt x="339795" y="5569499"/>
                  </a:lnTo>
                  <a:lnTo>
                    <a:pt x="339889" y="5569499"/>
                  </a:lnTo>
                  <a:lnTo>
                    <a:pt x="339983" y="5569499"/>
                  </a:lnTo>
                  <a:lnTo>
                    <a:pt x="340077" y="5569499"/>
                  </a:lnTo>
                  <a:lnTo>
                    <a:pt x="340171" y="5569499"/>
                  </a:lnTo>
                  <a:lnTo>
                    <a:pt x="340266" y="5569499"/>
                  </a:lnTo>
                  <a:lnTo>
                    <a:pt x="340360" y="5569499"/>
                  </a:lnTo>
                  <a:lnTo>
                    <a:pt x="340454" y="5569499"/>
                  </a:lnTo>
                  <a:lnTo>
                    <a:pt x="340548" y="5569499"/>
                  </a:lnTo>
                  <a:lnTo>
                    <a:pt x="340642" y="5569499"/>
                  </a:lnTo>
                  <a:lnTo>
                    <a:pt x="340736" y="5569499"/>
                  </a:lnTo>
                  <a:lnTo>
                    <a:pt x="340830" y="5569499"/>
                  </a:lnTo>
                  <a:lnTo>
                    <a:pt x="340925" y="5569499"/>
                  </a:lnTo>
                  <a:lnTo>
                    <a:pt x="341019" y="5569499"/>
                  </a:lnTo>
                  <a:lnTo>
                    <a:pt x="341113" y="5569499"/>
                  </a:lnTo>
                  <a:lnTo>
                    <a:pt x="341207" y="5569499"/>
                  </a:lnTo>
                  <a:lnTo>
                    <a:pt x="341301" y="5569499"/>
                  </a:lnTo>
                  <a:lnTo>
                    <a:pt x="341301" y="5564587"/>
                  </a:lnTo>
                  <a:lnTo>
                    <a:pt x="341395" y="5564587"/>
                  </a:lnTo>
                  <a:lnTo>
                    <a:pt x="341489" y="5564587"/>
                  </a:lnTo>
                  <a:lnTo>
                    <a:pt x="341489" y="5559676"/>
                  </a:lnTo>
                  <a:lnTo>
                    <a:pt x="341584" y="5559676"/>
                  </a:lnTo>
                  <a:lnTo>
                    <a:pt x="341678" y="5559676"/>
                  </a:lnTo>
                  <a:lnTo>
                    <a:pt x="341772" y="5559676"/>
                  </a:lnTo>
                  <a:lnTo>
                    <a:pt x="341866" y="5559676"/>
                  </a:lnTo>
                  <a:lnTo>
                    <a:pt x="341960" y="5559676"/>
                  </a:lnTo>
                  <a:lnTo>
                    <a:pt x="342054" y="5559676"/>
                  </a:lnTo>
                  <a:lnTo>
                    <a:pt x="342149" y="5559676"/>
                  </a:lnTo>
                  <a:lnTo>
                    <a:pt x="342243" y="5559676"/>
                  </a:lnTo>
                  <a:lnTo>
                    <a:pt x="342337" y="5559676"/>
                  </a:lnTo>
                  <a:lnTo>
                    <a:pt x="342431" y="5559676"/>
                  </a:lnTo>
                  <a:lnTo>
                    <a:pt x="342525" y="5559676"/>
                  </a:lnTo>
                  <a:lnTo>
                    <a:pt x="342619" y="5559676"/>
                  </a:lnTo>
                  <a:lnTo>
                    <a:pt x="342713" y="5559676"/>
                  </a:lnTo>
                  <a:lnTo>
                    <a:pt x="342808" y="5559676"/>
                  </a:lnTo>
                  <a:lnTo>
                    <a:pt x="342902" y="5559676"/>
                  </a:lnTo>
                  <a:lnTo>
                    <a:pt x="342996" y="5559676"/>
                  </a:lnTo>
                  <a:lnTo>
                    <a:pt x="343090" y="5559676"/>
                  </a:lnTo>
                  <a:lnTo>
                    <a:pt x="343184" y="5559676"/>
                  </a:lnTo>
                  <a:lnTo>
                    <a:pt x="343278" y="5559676"/>
                  </a:lnTo>
                  <a:lnTo>
                    <a:pt x="343373" y="5559676"/>
                  </a:lnTo>
                  <a:lnTo>
                    <a:pt x="343467" y="5559676"/>
                  </a:lnTo>
                  <a:lnTo>
                    <a:pt x="343561" y="5559676"/>
                  </a:lnTo>
                  <a:lnTo>
                    <a:pt x="343655" y="5559676"/>
                  </a:lnTo>
                  <a:lnTo>
                    <a:pt x="343749" y="5559676"/>
                  </a:lnTo>
                  <a:lnTo>
                    <a:pt x="343843" y="5559676"/>
                  </a:lnTo>
                  <a:lnTo>
                    <a:pt x="343937" y="5559676"/>
                  </a:lnTo>
                  <a:lnTo>
                    <a:pt x="344032" y="5559676"/>
                  </a:lnTo>
                  <a:lnTo>
                    <a:pt x="344032" y="5554765"/>
                  </a:lnTo>
                  <a:lnTo>
                    <a:pt x="344126" y="5554765"/>
                  </a:lnTo>
                  <a:lnTo>
                    <a:pt x="344220" y="5554765"/>
                  </a:lnTo>
                  <a:lnTo>
                    <a:pt x="344314" y="5554765"/>
                  </a:lnTo>
                  <a:lnTo>
                    <a:pt x="344408" y="5554765"/>
                  </a:lnTo>
                  <a:lnTo>
                    <a:pt x="344502" y="5554765"/>
                  </a:lnTo>
                  <a:lnTo>
                    <a:pt x="344597" y="5554765"/>
                  </a:lnTo>
                  <a:lnTo>
                    <a:pt x="344691" y="5554765"/>
                  </a:lnTo>
                  <a:lnTo>
                    <a:pt x="344785" y="5554765"/>
                  </a:lnTo>
                  <a:lnTo>
                    <a:pt x="344879" y="5554765"/>
                  </a:lnTo>
                  <a:lnTo>
                    <a:pt x="344973" y="5554765"/>
                  </a:lnTo>
                  <a:lnTo>
                    <a:pt x="345067" y="5554765"/>
                  </a:lnTo>
                  <a:lnTo>
                    <a:pt x="345161" y="5554765"/>
                  </a:lnTo>
                  <a:lnTo>
                    <a:pt x="345256" y="5554765"/>
                  </a:lnTo>
                  <a:lnTo>
                    <a:pt x="345350" y="5554765"/>
                  </a:lnTo>
                  <a:lnTo>
                    <a:pt x="345444" y="5554765"/>
                  </a:lnTo>
                  <a:lnTo>
                    <a:pt x="345538" y="5554765"/>
                  </a:lnTo>
                  <a:lnTo>
                    <a:pt x="345632" y="5554765"/>
                  </a:lnTo>
                  <a:lnTo>
                    <a:pt x="345632" y="5549853"/>
                  </a:lnTo>
                  <a:lnTo>
                    <a:pt x="345726" y="5549853"/>
                  </a:lnTo>
                  <a:lnTo>
                    <a:pt x="345820" y="5549853"/>
                  </a:lnTo>
                  <a:lnTo>
                    <a:pt x="345915" y="5549853"/>
                  </a:lnTo>
                  <a:lnTo>
                    <a:pt x="346009" y="5549853"/>
                  </a:lnTo>
                  <a:lnTo>
                    <a:pt x="346103" y="5549853"/>
                  </a:lnTo>
                  <a:lnTo>
                    <a:pt x="346197" y="5549853"/>
                  </a:lnTo>
                  <a:lnTo>
                    <a:pt x="346291" y="5549853"/>
                  </a:lnTo>
                  <a:lnTo>
                    <a:pt x="346385" y="5549853"/>
                  </a:lnTo>
                  <a:lnTo>
                    <a:pt x="346480" y="5549853"/>
                  </a:lnTo>
                  <a:lnTo>
                    <a:pt x="346480" y="5544942"/>
                  </a:lnTo>
                  <a:lnTo>
                    <a:pt x="346574" y="5544942"/>
                  </a:lnTo>
                  <a:lnTo>
                    <a:pt x="346668" y="5544942"/>
                  </a:lnTo>
                  <a:lnTo>
                    <a:pt x="346762" y="5544942"/>
                  </a:lnTo>
                  <a:lnTo>
                    <a:pt x="346856" y="5544942"/>
                  </a:lnTo>
                  <a:lnTo>
                    <a:pt x="346950" y="5544942"/>
                  </a:lnTo>
                  <a:lnTo>
                    <a:pt x="347044" y="5544942"/>
                  </a:lnTo>
                  <a:lnTo>
                    <a:pt x="347139" y="5544942"/>
                  </a:lnTo>
                  <a:lnTo>
                    <a:pt x="347233" y="5544942"/>
                  </a:lnTo>
                  <a:lnTo>
                    <a:pt x="347327" y="5544942"/>
                  </a:lnTo>
                  <a:lnTo>
                    <a:pt x="347421" y="5544942"/>
                  </a:lnTo>
                  <a:lnTo>
                    <a:pt x="347515" y="5544942"/>
                  </a:lnTo>
                  <a:lnTo>
                    <a:pt x="347515" y="5540030"/>
                  </a:lnTo>
                  <a:lnTo>
                    <a:pt x="347609" y="5540030"/>
                  </a:lnTo>
                  <a:lnTo>
                    <a:pt x="347704" y="5540030"/>
                  </a:lnTo>
                  <a:lnTo>
                    <a:pt x="347798" y="5540030"/>
                  </a:lnTo>
                  <a:lnTo>
                    <a:pt x="347892" y="5540030"/>
                  </a:lnTo>
                  <a:lnTo>
                    <a:pt x="347986" y="5540030"/>
                  </a:lnTo>
                  <a:lnTo>
                    <a:pt x="348080" y="5540030"/>
                  </a:lnTo>
                  <a:lnTo>
                    <a:pt x="348174" y="5540030"/>
                  </a:lnTo>
                  <a:lnTo>
                    <a:pt x="348268" y="5540030"/>
                  </a:lnTo>
                  <a:lnTo>
                    <a:pt x="348363" y="5540030"/>
                  </a:lnTo>
                  <a:lnTo>
                    <a:pt x="348457" y="5540030"/>
                  </a:lnTo>
                  <a:lnTo>
                    <a:pt x="348551" y="5540030"/>
                  </a:lnTo>
                  <a:lnTo>
                    <a:pt x="348645" y="5540030"/>
                  </a:lnTo>
                  <a:lnTo>
                    <a:pt x="348739" y="5540030"/>
                  </a:lnTo>
                  <a:lnTo>
                    <a:pt x="348833" y="5540030"/>
                  </a:lnTo>
                  <a:lnTo>
                    <a:pt x="348928" y="5540030"/>
                  </a:lnTo>
                  <a:lnTo>
                    <a:pt x="349022" y="5540030"/>
                  </a:lnTo>
                  <a:lnTo>
                    <a:pt x="349116" y="5540030"/>
                  </a:lnTo>
                  <a:lnTo>
                    <a:pt x="349210" y="5540030"/>
                  </a:lnTo>
                  <a:lnTo>
                    <a:pt x="349304" y="5540030"/>
                  </a:lnTo>
                  <a:lnTo>
                    <a:pt x="349398" y="5540030"/>
                  </a:lnTo>
                  <a:lnTo>
                    <a:pt x="349492" y="5540030"/>
                  </a:lnTo>
                  <a:lnTo>
                    <a:pt x="349587" y="5540030"/>
                  </a:lnTo>
                  <a:lnTo>
                    <a:pt x="349681" y="5540030"/>
                  </a:lnTo>
                  <a:lnTo>
                    <a:pt x="349775" y="5540030"/>
                  </a:lnTo>
                  <a:lnTo>
                    <a:pt x="349869" y="5540030"/>
                  </a:lnTo>
                  <a:lnTo>
                    <a:pt x="349963" y="5540030"/>
                  </a:lnTo>
                  <a:lnTo>
                    <a:pt x="350057" y="5540030"/>
                  </a:lnTo>
                  <a:lnTo>
                    <a:pt x="350151" y="5540030"/>
                  </a:lnTo>
                  <a:lnTo>
                    <a:pt x="350246" y="5540030"/>
                  </a:lnTo>
                  <a:lnTo>
                    <a:pt x="350340" y="5540030"/>
                  </a:lnTo>
                  <a:lnTo>
                    <a:pt x="350434" y="5540030"/>
                  </a:lnTo>
                  <a:lnTo>
                    <a:pt x="350528" y="5540030"/>
                  </a:lnTo>
                  <a:lnTo>
                    <a:pt x="350622" y="5540030"/>
                  </a:lnTo>
                  <a:lnTo>
                    <a:pt x="350716" y="5540030"/>
                  </a:lnTo>
                  <a:lnTo>
                    <a:pt x="350811" y="5540030"/>
                  </a:lnTo>
                  <a:lnTo>
                    <a:pt x="350905" y="5540030"/>
                  </a:lnTo>
                  <a:lnTo>
                    <a:pt x="350999" y="5540030"/>
                  </a:lnTo>
                  <a:lnTo>
                    <a:pt x="351093" y="5540030"/>
                  </a:lnTo>
                  <a:lnTo>
                    <a:pt x="351187" y="5540030"/>
                  </a:lnTo>
                  <a:lnTo>
                    <a:pt x="351281" y="5540030"/>
                  </a:lnTo>
                  <a:lnTo>
                    <a:pt x="351375" y="5540030"/>
                  </a:lnTo>
                  <a:lnTo>
                    <a:pt x="351470" y="5540030"/>
                  </a:lnTo>
                  <a:lnTo>
                    <a:pt x="351564" y="5540030"/>
                  </a:lnTo>
                  <a:lnTo>
                    <a:pt x="351658" y="5540030"/>
                  </a:lnTo>
                  <a:lnTo>
                    <a:pt x="351752" y="5540030"/>
                  </a:lnTo>
                  <a:lnTo>
                    <a:pt x="351846" y="5540030"/>
                  </a:lnTo>
                  <a:lnTo>
                    <a:pt x="351846" y="5535119"/>
                  </a:lnTo>
                  <a:lnTo>
                    <a:pt x="351940" y="5535119"/>
                  </a:lnTo>
                  <a:lnTo>
                    <a:pt x="352035" y="5535119"/>
                  </a:lnTo>
                  <a:lnTo>
                    <a:pt x="352129" y="5535119"/>
                  </a:lnTo>
                  <a:lnTo>
                    <a:pt x="352223" y="5535119"/>
                  </a:lnTo>
                  <a:lnTo>
                    <a:pt x="352317" y="5535119"/>
                  </a:lnTo>
                  <a:lnTo>
                    <a:pt x="352411" y="5535119"/>
                  </a:lnTo>
                  <a:lnTo>
                    <a:pt x="352505" y="5535119"/>
                  </a:lnTo>
                  <a:lnTo>
                    <a:pt x="352599" y="5535119"/>
                  </a:lnTo>
                  <a:lnTo>
                    <a:pt x="352694" y="5535119"/>
                  </a:lnTo>
                  <a:lnTo>
                    <a:pt x="352788" y="5535119"/>
                  </a:lnTo>
                  <a:lnTo>
                    <a:pt x="352882" y="5535119"/>
                  </a:lnTo>
                  <a:lnTo>
                    <a:pt x="352976" y="5535119"/>
                  </a:lnTo>
                  <a:lnTo>
                    <a:pt x="353070" y="5535119"/>
                  </a:lnTo>
                  <a:lnTo>
                    <a:pt x="353164" y="5535119"/>
                  </a:lnTo>
                  <a:lnTo>
                    <a:pt x="353259" y="5535119"/>
                  </a:lnTo>
                  <a:lnTo>
                    <a:pt x="353259" y="5530208"/>
                  </a:lnTo>
                  <a:lnTo>
                    <a:pt x="353353" y="5530208"/>
                  </a:lnTo>
                  <a:lnTo>
                    <a:pt x="353447" y="5530208"/>
                  </a:lnTo>
                  <a:lnTo>
                    <a:pt x="353541" y="5530208"/>
                  </a:lnTo>
                  <a:lnTo>
                    <a:pt x="353635" y="5530208"/>
                  </a:lnTo>
                  <a:lnTo>
                    <a:pt x="353729" y="5530208"/>
                  </a:lnTo>
                  <a:lnTo>
                    <a:pt x="353823" y="5530208"/>
                  </a:lnTo>
                  <a:lnTo>
                    <a:pt x="353918" y="5530208"/>
                  </a:lnTo>
                  <a:lnTo>
                    <a:pt x="354012" y="5530208"/>
                  </a:lnTo>
                  <a:lnTo>
                    <a:pt x="354106" y="5530208"/>
                  </a:lnTo>
                  <a:lnTo>
                    <a:pt x="354200" y="5530208"/>
                  </a:lnTo>
                  <a:lnTo>
                    <a:pt x="354294" y="5530208"/>
                  </a:lnTo>
                  <a:lnTo>
                    <a:pt x="354388" y="5530208"/>
                  </a:lnTo>
                  <a:lnTo>
                    <a:pt x="354482" y="5530208"/>
                  </a:lnTo>
                  <a:lnTo>
                    <a:pt x="354577" y="5530208"/>
                  </a:lnTo>
                  <a:lnTo>
                    <a:pt x="354671" y="5530208"/>
                  </a:lnTo>
                  <a:lnTo>
                    <a:pt x="354765" y="5530208"/>
                  </a:lnTo>
                  <a:lnTo>
                    <a:pt x="354859" y="5530208"/>
                  </a:lnTo>
                  <a:lnTo>
                    <a:pt x="354953" y="5530208"/>
                  </a:lnTo>
                  <a:lnTo>
                    <a:pt x="355047" y="5530208"/>
                  </a:lnTo>
                  <a:lnTo>
                    <a:pt x="355142" y="5530208"/>
                  </a:lnTo>
                  <a:lnTo>
                    <a:pt x="355236" y="5530208"/>
                  </a:lnTo>
                  <a:lnTo>
                    <a:pt x="355330" y="5530208"/>
                  </a:lnTo>
                  <a:lnTo>
                    <a:pt x="355424" y="5530208"/>
                  </a:lnTo>
                  <a:lnTo>
                    <a:pt x="355518" y="5530208"/>
                  </a:lnTo>
                  <a:lnTo>
                    <a:pt x="355612" y="5530208"/>
                  </a:lnTo>
                  <a:lnTo>
                    <a:pt x="355706" y="5530208"/>
                  </a:lnTo>
                  <a:lnTo>
                    <a:pt x="355801" y="5530208"/>
                  </a:lnTo>
                  <a:lnTo>
                    <a:pt x="355895" y="5530208"/>
                  </a:lnTo>
                  <a:lnTo>
                    <a:pt x="355989" y="5530208"/>
                  </a:lnTo>
                  <a:lnTo>
                    <a:pt x="356083" y="5530208"/>
                  </a:lnTo>
                  <a:lnTo>
                    <a:pt x="356177" y="5530208"/>
                  </a:lnTo>
                  <a:lnTo>
                    <a:pt x="356271" y="5530208"/>
                  </a:lnTo>
                  <a:lnTo>
                    <a:pt x="356366" y="5530208"/>
                  </a:lnTo>
                  <a:lnTo>
                    <a:pt x="356460" y="5530208"/>
                  </a:lnTo>
                  <a:lnTo>
                    <a:pt x="356554" y="5530208"/>
                  </a:lnTo>
                  <a:lnTo>
                    <a:pt x="356648" y="5530208"/>
                  </a:lnTo>
                  <a:lnTo>
                    <a:pt x="356742" y="5530208"/>
                  </a:lnTo>
                  <a:lnTo>
                    <a:pt x="356836" y="5530208"/>
                  </a:lnTo>
                  <a:lnTo>
                    <a:pt x="356930" y="5530208"/>
                  </a:lnTo>
                  <a:lnTo>
                    <a:pt x="357025" y="5530208"/>
                  </a:lnTo>
                  <a:lnTo>
                    <a:pt x="357119" y="5530208"/>
                  </a:lnTo>
                  <a:lnTo>
                    <a:pt x="357213" y="5530208"/>
                  </a:lnTo>
                  <a:lnTo>
                    <a:pt x="357307" y="5530208"/>
                  </a:lnTo>
                  <a:lnTo>
                    <a:pt x="357401" y="5530208"/>
                  </a:lnTo>
                  <a:lnTo>
                    <a:pt x="357495" y="5530208"/>
                  </a:lnTo>
                  <a:lnTo>
                    <a:pt x="357590" y="5530208"/>
                  </a:lnTo>
                  <a:lnTo>
                    <a:pt x="357684" y="5530208"/>
                  </a:lnTo>
                  <a:lnTo>
                    <a:pt x="357778" y="5530208"/>
                  </a:lnTo>
                  <a:lnTo>
                    <a:pt x="357872" y="5530208"/>
                  </a:lnTo>
                  <a:lnTo>
                    <a:pt x="357966" y="5530208"/>
                  </a:lnTo>
                  <a:lnTo>
                    <a:pt x="358060" y="5530208"/>
                  </a:lnTo>
                  <a:lnTo>
                    <a:pt x="358154" y="5530208"/>
                  </a:lnTo>
                  <a:lnTo>
                    <a:pt x="358249" y="5530208"/>
                  </a:lnTo>
                  <a:lnTo>
                    <a:pt x="358343" y="5530208"/>
                  </a:lnTo>
                  <a:lnTo>
                    <a:pt x="358437" y="5530208"/>
                  </a:lnTo>
                  <a:lnTo>
                    <a:pt x="358531" y="5530208"/>
                  </a:lnTo>
                  <a:lnTo>
                    <a:pt x="358625" y="5530208"/>
                  </a:lnTo>
                  <a:lnTo>
                    <a:pt x="358719" y="5530208"/>
                  </a:lnTo>
                  <a:lnTo>
                    <a:pt x="358813" y="5530208"/>
                  </a:lnTo>
                  <a:lnTo>
                    <a:pt x="358908" y="5530208"/>
                  </a:lnTo>
                  <a:lnTo>
                    <a:pt x="359002" y="5530208"/>
                  </a:lnTo>
                  <a:lnTo>
                    <a:pt x="359096" y="5530208"/>
                  </a:lnTo>
                  <a:lnTo>
                    <a:pt x="359096" y="5525296"/>
                  </a:lnTo>
                  <a:lnTo>
                    <a:pt x="359190" y="5525296"/>
                  </a:lnTo>
                  <a:lnTo>
                    <a:pt x="359284" y="5525296"/>
                  </a:lnTo>
                  <a:lnTo>
                    <a:pt x="359378" y="5525296"/>
                  </a:lnTo>
                  <a:lnTo>
                    <a:pt x="359473" y="5525296"/>
                  </a:lnTo>
                  <a:lnTo>
                    <a:pt x="359567" y="5525296"/>
                  </a:lnTo>
                  <a:lnTo>
                    <a:pt x="359661" y="5525296"/>
                  </a:lnTo>
                  <a:lnTo>
                    <a:pt x="359755" y="5525296"/>
                  </a:lnTo>
                  <a:lnTo>
                    <a:pt x="359849" y="5525296"/>
                  </a:lnTo>
                  <a:lnTo>
                    <a:pt x="359943" y="5525296"/>
                  </a:lnTo>
                  <a:lnTo>
                    <a:pt x="360037" y="5525296"/>
                  </a:lnTo>
                  <a:lnTo>
                    <a:pt x="360132" y="5525296"/>
                  </a:lnTo>
                  <a:lnTo>
                    <a:pt x="360226" y="5525296"/>
                  </a:lnTo>
                  <a:lnTo>
                    <a:pt x="360320" y="5525296"/>
                  </a:lnTo>
                  <a:lnTo>
                    <a:pt x="360414" y="5525296"/>
                  </a:lnTo>
                  <a:lnTo>
                    <a:pt x="360508" y="5525296"/>
                  </a:lnTo>
                  <a:lnTo>
                    <a:pt x="360602" y="5525296"/>
                  </a:lnTo>
                  <a:lnTo>
                    <a:pt x="360697" y="5525296"/>
                  </a:lnTo>
                  <a:lnTo>
                    <a:pt x="360791" y="5525296"/>
                  </a:lnTo>
                  <a:lnTo>
                    <a:pt x="360885" y="5525296"/>
                  </a:lnTo>
                  <a:lnTo>
                    <a:pt x="360979" y="5525296"/>
                  </a:lnTo>
                  <a:lnTo>
                    <a:pt x="361073" y="5525296"/>
                  </a:lnTo>
                  <a:lnTo>
                    <a:pt x="361167" y="5525296"/>
                  </a:lnTo>
                  <a:lnTo>
                    <a:pt x="361167" y="5520385"/>
                  </a:lnTo>
                  <a:lnTo>
                    <a:pt x="361261" y="5520385"/>
                  </a:lnTo>
                  <a:lnTo>
                    <a:pt x="361356" y="5520385"/>
                  </a:lnTo>
                  <a:lnTo>
                    <a:pt x="361450" y="5520385"/>
                  </a:lnTo>
                  <a:lnTo>
                    <a:pt x="361544" y="5520385"/>
                  </a:lnTo>
                  <a:lnTo>
                    <a:pt x="361544" y="5515474"/>
                  </a:lnTo>
                  <a:lnTo>
                    <a:pt x="361638" y="5515474"/>
                  </a:lnTo>
                  <a:lnTo>
                    <a:pt x="361732" y="5515474"/>
                  </a:lnTo>
                  <a:lnTo>
                    <a:pt x="361826" y="5515474"/>
                  </a:lnTo>
                  <a:lnTo>
                    <a:pt x="361921" y="5515474"/>
                  </a:lnTo>
                  <a:lnTo>
                    <a:pt x="362015" y="5515474"/>
                  </a:lnTo>
                  <a:lnTo>
                    <a:pt x="362109" y="5515474"/>
                  </a:lnTo>
                  <a:lnTo>
                    <a:pt x="362203" y="5515474"/>
                  </a:lnTo>
                  <a:lnTo>
                    <a:pt x="362297" y="5515474"/>
                  </a:lnTo>
                  <a:lnTo>
                    <a:pt x="362391" y="5515474"/>
                  </a:lnTo>
                  <a:lnTo>
                    <a:pt x="362485" y="5515474"/>
                  </a:lnTo>
                  <a:lnTo>
                    <a:pt x="362580" y="5515474"/>
                  </a:lnTo>
                  <a:lnTo>
                    <a:pt x="362674" y="5515474"/>
                  </a:lnTo>
                  <a:lnTo>
                    <a:pt x="362768" y="5515474"/>
                  </a:lnTo>
                  <a:lnTo>
                    <a:pt x="362862" y="5515474"/>
                  </a:lnTo>
                  <a:lnTo>
                    <a:pt x="362956" y="5515474"/>
                  </a:lnTo>
                  <a:lnTo>
                    <a:pt x="363050" y="5515474"/>
                  </a:lnTo>
                  <a:lnTo>
                    <a:pt x="363144" y="5515474"/>
                  </a:lnTo>
                  <a:lnTo>
                    <a:pt x="363239" y="5515474"/>
                  </a:lnTo>
                  <a:lnTo>
                    <a:pt x="363333" y="5515474"/>
                  </a:lnTo>
                  <a:lnTo>
                    <a:pt x="363427" y="5515474"/>
                  </a:lnTo>
                  <a:lnTo>
                    <a:pt x="363521" y="5515474"/>
                  </a:lnTo>
                  <a:lnTo>
                    <a:pt x="363615" y="5515474"/>
                  </a:lnTo>
                  <a:lnTo>
                    <a:pt x="363709" y="5515474"/>
                  </a:lnTo>
                  <a:lnTo>
                    <a:pt x="363804" y="5515474"/>
                  </a:lnTo>
                  <a:lnTo>
                    <a:pt x="363898" y="5515474"/>
                  </a:lnTo>
                  <a:lnTo>
                    <a:pt x="363992" y="5515474"/>
                  </a:lnTo>
                  <a:lnTo>
                    <a:pt x="364086" y="5515474"/>
                  </a:lnTo>
                  <a:lnTo>
                    <a:pt x="364180" y="5515474"/>
                  </a:lnTo>
                  <a:lnTo>
                    <a:pt x="364274" y="5515474"/>
                  </a:lnTo>
                  <a:lnTo>
                    <a:pt x="364368" y="5515474"/>
                  </a:lnTo>
                  <a:lnTo>
                    <a:pt x="364463" y="5515474"/>
                  </a:lnTo>
                  <a:lnTo>
                    <a:pt x="364557" y="5515474"/>
                  </a:lnTo>
                  <a:lnTo>
                    <a:pt x="364651" y="5515474"/>
                  </a:lnTo>
                  <a:lnTo>
                    <a:pt x="364745" y="5515474"/>
                  </a:lnTo>
                  <a:lnTo>
                    <a:pt x="364839" y="5515474"/>
                  </a:lnTo>
                  <a:lnTo>
                    <a:pt x="364933" y="5515474"/>
                  </a:lnTo>
                  <a:lnTo>
                    <a:pt x="365028" y="5515474"/>
                  </a:lnTo>
                  <a:lnTo>
                    <a:pt x="365122" y="5515474"/>
                  </a:lnTo>
                  <a:lnTo>
                    <a:pt x="365216" y="5515474"/>
                  </a:lnTo>
                  <a:lnTo>
                    <a:pt x="365310" y="5515474"/>
                  </a:lnTo>
                  <a:lnTo>
                    <a:pt x="365404" y="5515474"/>
                  </a:lnTo>
                  <a:lnTo>
                    <a:pt x="365498" y="5515474"/>
                  </a:lnTo>
                  <a:lnTo>
                    <a:pt x="365592" y="5515474"/>
                  </a:lnTo>
                  <a:lnTo>
                    <a:pt x="365687" y="5515474"/>
                  </a:lnTo>
                  <a:lnTo>
                    <a:pt x="365781" y="5515474"/>
                  </a:lnTo>
                  <a:lnTo>
                    <a:pt x="365875" y="5515474"/>
                  </a:lnTo>
                  <a:lnTo>
                    <a:pt x="365969" y="5515474"/>
                  </a:lnTo>
                  <a:lnTo>
                    <a:pt x="366063" y="5515474"/>
                  </a:lnTo>
                  <a:lnTo>
                    <a:pt x="366157" y="5515474"/>
                  </a:lnTo>
                  <a:lnTo>
                    <a:pt x="366157" y="5510562"/>
                  </a:lnTo>
                  <a:lnTo>
                    <a:pt x="366252" y="5510562"/>
                  </a:lnTo>
                  <a:lnTo>
                    <a:pt x="366346" y="5510562"/>
                  </a:lnTo>
                  <a:lnTo>
                    <a:pt x="366440" y="5510562"/>
                  </a:lnTo>
                  <a:lnTo>
                    <a:pt x="366440" y="5505651"/>
                  </a:lnTo>
                  <a:lnTo>
                    <a:pt x="366534" y="5505651"/>
                  </a:lnTo>
                  <a:lnTo>
                    <a:pt x="366628" y="5505651"/>
                  </a:lnTo>
                  <a:lnTo>
                    <a:pt x="366722" y="5505651"/>
                  </a:lnTo>
                  <a:lnTo>
                    <a:pt x="366816" y="5505651"/>
                  </a:lnTo>
                  <a:lnTo>
                    <a:pt x="366911" y="5505651"/>
                  </a:lnTo>
                  <a:lnTo>
                    <a:pt x="367005" y="5505651"/>
                  </a:lnTo>
                  <a:lnTo>
                    <a:pt x="367099" y="5505651"/>
                  </a:lnTo>
                  <a:lnTo>
                    <a:pt x="367193" y="5505651"/>
                  </a:lnTo>
                  <a:lnTo>
                    <a:pt x="367287" y="5505651"/>
                  </a:lnTo>
                  <a:lnTo>
                    <a:pt x="367381" y="5505651"/>
                  </a:lnTo>
                  <a:lnTo>
                    <a:pt x="367475" y="5505651"/>
                  </a:lnTo>
                  <a:lnTo>
                    <a:pt x="367570" y="5505651"/>
                  </a:lnTo>
                  <a:lnTo>
                    <a:pt x="367664" y="5505651"/>
                  </a:lnTo>
                  <a:lnTo>
                    <a:pt x="367758" y="5505651"/>
                  </a:lnTo>
                  <a:lnTo>
                    <a:pt x="367852" y="5505651"/>
                  </a:lnTo>
                  <a:lnTo>
                    <a:pt x="367946" y="5505651"/>
                  </a:lnTo>
                  <a:lnTo>
                    <a:pt x="368040" y="5505651"/>
                  </a:lnTo>
                  <a:lnTo>
                    <a:pt x="368135" y="5505651"/>
                  </a:lnTo>
                  <a:lnTo>
                    <a:pt x="368229" y="5505651"/>
                  </a:lnTo>
                  <a:lnTo>
                    <a:pt x="368323" y="5505651"/>
                  </a:lnTo>
                  <a:lnTo>
                    <a:pt x="368417" y="5505651"/>
                  </a:lnTo>
                  <a:lnTo>
                    <a:pt x="368511" y="5505651"/>
                  </a:lnTo>
                  <a:lnTo>
                    <a:pt x="368605" y="5505651"/>
                  </a:lnTo>
                  <a:lnTo>
                    <a:pt x="368699" y="5505651"/>
                  </a:lnTo>
                  <a:lnTo>
                    <a:pt x="368794" y="5505651"/>
                  </a:lnTo>
                  <a:lnTo>
                    <a:pt x="368888" y="5505651"/>
                  </a:lnTo>
                  <a:lnTo>
                    <a:pt x="368982" y="5505651"/>
                  </a:lnTo>
                  <a:lnTo>
                    <a:pt x="369076" y="5505651"/>
                  </a:lnTo>
                  <a:lnTo>
                    <a:pt x="369170" y="5505651"/>
                  </a:lnTo>
                  <a:lnTo>
                    <a:pt x="369264" y="5505651"/>
                  </a:lnTo>
                  <a:lnTo>
                    <a:pt x="369359" y="5505651"/>
                  </a:lnTo>
                  <a:lnTo>
                    <a:pt x="369453" y="5505651"/>
                  </a:lnTo>
                  <a:lnTo>
                    <a:pt x="369547" y="5505651"/>
                  </a:lnTo>
                  <a:lnTo>
                    <a:pt x="369641" y="5505651"/>
                  </a:lnTo>
                  <a:lnTo>
                    <a:pt x="369735" y="5505651"/>
                  </a:lnTo>
                  <a:lnTo>
                    <a:pt x="369829" y="5505651"/>
                  </a:lnTo>
                  <a:lnTo>
                    <a:pt x="369923" y="5505651"/>
                  </a:lnTo>
                  <a:lnTo>
                    <a:pt x="370018" y="5505651"/>
                  </a:lnTo>
                  <a:lnTo>
                    <a:pt x="370112" y="5505651"/>
                  </a:lnTo>
                  <a:lnTo>
                    <a:pt x="370206" y="5505651"/>
                  </a:lnTo>
                  <a:lnTo>
                    <a:pt x="370300" y="5505651"/>
                  </a:lnTo>
                  <a:lnTo>
                    <a:pt x="370394" y="5505651"/>
                  </a:lnTo>
                  <a:lnTo>
                    <a:pt x="370488" y="5505651"/>
                  </a:lnTo>
                  <a:lnTo>
                    <a:pt x="370583" y="5505651"/>
                  </a:lnTo>
                  <a:lnTo>
                    <a:pt x="370677" y="5505651"/>
                  </a:lnTo>
                  <a:lnTo>
                    <a:pt x="370771" y="5505651"/>
                  </a:lnTo>
                  <a:lnTo>
                    <a:pt x="370865" y="5505651"/>
                  </a:lnTo>
                  <a:lnTo>
                    <a:pt x="370959" y="5505651"/>
                  </a:lnTo>
                  <a:lnTo>
                    <a:pt x="371053" y="5505651"/>
                  </a:lnTo>
                  <a:lnTo>
                    <a:pt x="371147" y="5505651"/>
                  </a:lnTo>
                  <a:lnTo>
                    <a:pt x="371242" y="5505651"/>
                  </a:lnTo>
                  <a:lnTo>
                    <a:pt x="371336" y="5505651"/>
                  </a:lnTo>
                  <a:lnTo>
                    <a:pt x="371430" y="5505651"/>
                  </a:lnTo>
                  <a:lnTo>
                    <a:pt x="371524" y="5505651"/>
                  </a:lnTo>
                  <a:lnTo>
                    <a:pt x="371618" y="5505651"/>
                  </a:lnTo>
                  <a:lnTo>
                    <a:pt x="371712" y="5505651"/>
                  </a:lnTo>
                  <a:lnTo>
                    <a:pt x="371806" y="5505651"/>
                  </a:lnTo>
                  <a:lnTo>
                    <a:pt x="371901" y="5505651"/>
                  </a:lnTo>
                  <a:lnTo>
                    <a:pt x="371995" y="5505651"/>
                  </a:lnTo>
                  <a:lnTo>
                    <a:pt x="372089" y="5505651"/>
                  </a:lnTo>
                  <a:lnTo>
                    <a:pt x="372183" y="5505651"/>
                  </a:lnTo>
                  <a:lnTo>
                    <a:pt x="372277" y="5505651"/>
                  </a:lnTo>
                  <a:lnTo>
                    <a:pt x="372371" y="5505651"/>
                  </a:lnTo>
                  <a:lnTo>
                    <a:pt x="372466" y="5505651"/>
                  </a:lnTo>
                  <a:lnTo>
                    <a:pt x="372560" y="5505651"/>
                  </a:lnTo>
                  <a:lnTo>
                    <a:pt x="372654" y="5505651"/>
                  </a:lnTo>
                  <a:lnTo>
                    <a:pt x="372748" y="5505651"/>
                  </a:lnTo>
                  <a:lnTo>
                    <a:pt x="372842" y="5505651"/>
                  </a:lnTo>
                  <a:lnTo>
                    <a:pt x="372936" y="5505651"/>
                  </a:lnTo>
                  <a:lnTo>
                    <a:pt x="373030" y="5505651"/>
                  </a:lnTo>
                  <a:lnTo>
                    <a:pt x="373125" y="5505651"/>
                  </a:lnTo>
                  <a:lnTo>
                    <a:pt x="373219" y="5505651"/>
                  </a:lnTo>
                  <a:lnTo>
                    <a:pt x="373313" y="5505651"/>
                  </a:lnTo>
                  <a:lnTo>
                    <a:pt x="373407" y="5505651"/>
                  </a:lnTo>
                  <a:lnTo>
                    <a:pt x="373501" y="5505651"/>
                  </a:lnTo>
                  <a:lnTo>
                    <a:pt x="373595" y="5505651"/>
                  </a:lnTo>
                  <a:lnTo>
                    <a:pt x="373595" y="5500739"/>
                  </a:lnTo>
                  <a:lnTo>
                    <a:pt x="373690" y="5500739"/>
                  </a:lnTo>
                  <a:lnTo>
                    <a:pt x="373784" y="5500739"/>
                  </a:lnTo>
                  <a:lnTo>
                    <a:pt x="373784" y="5495828"/>
                  </a:lnTo>
                  <a:lnTo>
                    <a:pt x="373878" y="5495828"/>
                  </a:lnTo>
                  <a:lnTo>
                    <a:pt x="373972" y="5495828"/>
                  </a:lnTo>
                  <a:lnTo>
                    <a:pt x="374066" y="5495828"/>
                  </a:lnTo>
                  <a:lnTo>
                    <a:pt x="374160" y="5495828"/>
                  </a:lnTo>
                  <a:lnTo>
                    <a:pt x="374254" y="5495828"/>
                  </a:lnTo>
                  <a:lnTo>
                    <a:pt x="374349" y="5495828"/>
                  </a:lnTo>
                  <a:lnTo>
                    <a:pt x="374443" y="5495828"/>
                  </a:lnTo>
                  <a:lnTo>
                    <a:pt x="374537" y="5495828"/>
                  </a:lnTo>
                  <a:lnTo>
                    <a:pt x="374631" y="5495828"/>
                  </a:lnTo>
                  <a:lnTo>
                    <a:pt x="374725" y="5495828"/>
                  </a:lnTo>
                  <a:lnTo>
                    <a:pt x="374819" y="5495828"/>
                  </a:lnTo>
                  <a:lnTo>
                    <a:pt x="374914" y="5495828"/>
                  </a:lnTo>
                  <a:lnTo>
                    <a:pt x="375008" y="5495828"/>
                  </a:lnTo>
                  <a:lnTo>
                    <a:pt x="375102" y="5495828"/>
                  </a:lnTo>
                  <a:lnTo>
                    <a:pt x="375196" y="5495828"/>
                  </a:lnTo>
                  <a:lnTo>
                    <a:pt x="375290" y="5495828"/>
                  </a:lnTo>
                  <a:lnTo>
                    <a:pt x="375384" y="5495828"/>
                  </a:lnTo>
                  <a:lnTo>
                    <a:pt x="375478" y="5495828"/>
                  </a:lnTo>
                  <a:lnTo>
                    <a:pt x="375573" y="5495828"/>
                  </a:lnTo>
                  <a:lnTo>
                    <a:pt x="375667" y="5495828"/>
                  </a:lnTo>
                  <a:lnTo>
                    <a:pt x="375761" y="5495828"/>
                  </a:lnTo>
                  <a:lnTo>
                    <a:pt x="375855" y="5495828"/>
                  </a:lnTo>
                  <a:lnTo>
                    <a:pt x="375949" y="5495828"/>
                  </a:lnTo>
                  <a:lnTo>
                    <a:pt x="376043" y="5495828"/>
                  </a:lnTo>
                  <a:lnTo>
                    <a:pt x="376137" y="5495828"/>
                  </a:lnTo>
                  <a:lnTo>
                    <a:pt x="376232" y="5495828"/>
                  </a:lnTo>
                  <a:lnTo>
                    <a:pt x="376326" y="5495828"/>
                  </a:lnTo>
                  <a:lnTo>
                    <a:pt x="376420" y="5495828"/>
                  </a:lnTo>
                  <a:lnTo>
                    <a:pt x="376514" y="5495828"/>
                  </a:lnTo>
                  <a:lnTo>
                    <a:pt x="376608" y="5495828"/>
                  </a:lnTo>
                  <a:lnTo>
                    <a:pt x="376702" y="5495828"/>
                  </a:lnTo>
                  <a:lnTo>
                    <a:pt x="376797" y="5495828"/>
                  </a:lnTo>
                  <a:lnTo>
                    <a:pt x="376891" y="5495828"/>
                  </a:lnTo>
                  <a:lnTo>
                    <a:pt x="376985" y="5495828"/>
                  </a:lnTo>
                  <a:lnTo>
                    <a:pt x="377079" y="5495828"/>
                  </a:lnTo>
                  <a:lnTo>
                    <a:pt x="377173" y="5495828"/>
                  </a:lnTo>
                  <a:lnTo>
                    <a:pt x="377267" y="5495828"/>
                  </a:lnTo>
                  <a:lnTo>
                    <a:pt x="377361" y="5495828"/>
                  </a:lnTo>
                  <a:lnTo>
                    <a:pt x="377456" y="5495828"/>
                  </a:lnTo>
                  <a:lnTo>
                    <a:pt x="377550" y="5495828"/>
                  </a:lnTo>
                  <a:lnTo>
                    <a:pt x="377644" y="5495828"/>
                  </a:lnTo>
                  <a:lnTo>
                    <a:pt x="377738" y="5495828"/>
                  </a:lnTo>
                  <a:lnTo>
                    <a:pt x="377832" y="5495828"/>
                  </a:lnTo>
                  <a:lnTo>
                    <a:pt x="377926" y="5495828"/>
                  </a:lnTo>
                  <a:lnTo>
                    <a:pt x="378021" y="5495828"/>
                  </a:lnTo>
                  <a:lnTo>
                    <a:pt x="378115" y="5495828"/>
                  </a:lnTo>
                  <a:lnTo>
                    <a:pt x="378209" y="5495828"/>
                  </a:lnTo>
                  <a:lnTo>
                    <a:pt x="378303" y="5495828"/>
                  </a:lnTo>
                  <a:lnTo>
                    <a:pt x="378397" y="5495828"/>
                  </a:lnTo>
                  <a:lnTo>
                    <a:pt x="378491" y="5495828"/>
                  </a:lnTo>
                  <a:lnTo>
                    <a:pt x="378585" y="5495828"/>
                  </a:lnTo>
                  <a:lnTo>
                    <a:pt x="378680" y="5495828"/>
                  </a:lnTo>
                  <a:lnTo>
                    <a:pt x="378774" y="5495828"/>
                  </a:lnTo>
                  <a:lnTo>
                    <a:pt x="378868" y="5495828"/>
                  </a:lnTo>
                  <a:lnTo>
                    <a:pt x="378962" y="5495828"/>
                  </a:lnTo>
                  <a:lnTo>
                    <a:pt x="379056" y="5495828"/>
                  </a:lnTo>
                  <a:lnTo>
                    <a:pt x="379150" y="5495828"/>
                  </a:lnTo>
                  <a:lnTo>
                    <a:pt x="379245" y="5495828"/>
                  </a:lnTo>
                  <a:lnTo>
                    <a:pt x="379339" y="5495828"/>
                  </a:lnTo>
                  <a:lnTo>
                    <a:pt x="379433" y="5495828"/>
                  </a:lnTo>
                  <a:lnTo>
                    <a:pt x="379527" y="5495828"/>
                  </a:lnTo>
                  <a:lnTo>
                    <a:pt x="379621" y="5495828"/>
                  </a:lnTo>
                  <a:lnTo>
                    <a:pt x="379715" y="5495828"/>
                  </a:lnTo>
                  <a:lnTo>
                    <a:pt x="379809" y="5495828"/>
                  </a:lnTo>
                  <a:lnTo>
                    <a:pt x="379904" y="5495828"/>
                  </a:lnTo>
                  <a:lnTo>
                    <a:pt x="379998" y="5495828"/>
                  </a:lnTo>
                  <a:lnTo>
                    <a:pt x="380092" y="5495828"/>
                  </a:lnTo>
                  <a:lnTo>
                    <a:pt x="380186" y="5495828"/>
                  </a:lnTo>
                  <a:lnTo>
                    <a:pt x="380280" y="5495828"/>
                  </a:lnTo>
                  <a:lnTo>
                    <a:pt x="380374" y="5495828"/>
                  </a:lnTo>
                  <a:lnTo>
                    <a:pt x="380468" y="5495828"/>
                  </a:lnTo>
                  <a:lnTo>
                    <a:pt x="380563" y="5495828"/>
                  </a:lnTo>
                  <a:lnTo>
                    <a:pt x="380657" y="5495828"/>
                  </a:lnTo>
                  <a:lnTo>
                    <a:pt x="380751" y="5495828"/>
                  </a:lnTo>
                  <a:lnTo>
                    <a:pt x="380845" y="5495828"/>
                  </a:lnTo>
                  <a:lnTo>
                    <a:pt x="380939" y="5495828"/>
                  </a:lnTo>
                  <a:lnTo>
                    <a:pt x="381033" y="5495828"/>
                  </a:lnTo>
                  <a:lnTo>
                    <a:pt x="381128" y="5495828"/>
                  </a:lnTo>
                  <a:lnTo>
                    <a:pt x="381222" y="5495828"/>
                  </a:lnTo>
                  <a:lnTo>
                    <a:pt x="381316" y="5495828"/>
                  </a:lnTo>
                  <a:lnTo>
                    <a:pt x="381410" y="5495828"/>
                  </a:lnTo>
                  <a:lnTo>
                    <a:pt x="381504" y="5495828"/>
                  </a:lnTo>
                  <a:lnTo>
                    <a:pt x="381598" y="5495828"/>
                  </a:lnTo>
                  <a:lnTo>
                    <a:pt x="381692" y="5495828"/>
                  </a:lnTo>
                  <a:lnTo>
                    <a:pt x="381787" y="5495828"/>
                  </a:lnTo>
                  <a:lnTo>
                    <a:pt x="381881" y="5495828"/>
                  </a:lnTo>
                  <a:lnTo>
                    <a:pt x="381975" y="5495828"/>
                  </a:lnTo>
                  <a:lnTo>
                    <a:pt x="382069" y="5495828"/>
                  </a:lnTo>
                  <a:lnTo>
                    <a:pt x="382163" y="5495828"/>
                  </a:lnTo>
                  <a:lnTo>
                    <a:pt x="382257" y="5495828"/>
                  </a:lnTo>
                  <a:lnTo>
                    <a:pt x="382352" y="5495828"/>
                  </a:lnTo>
                  <a:lnTo>
                    <a:pt x="382446" y="5495828"/>
                  </a:lnTo>
                  <a:lnTo>
                    <a:pt x="382540" y="5495828"/>
                  </a:lnTo>
                  <a:lnTo>
                    <a:pt x="382634" y="5495828"/>
                  </a:lnTo>
                  <a:lnTo>
                    <a:pt x="382728" y="5495828"/>
                  </a:lnTo>
                  <a:lnTo>
                    <a:pt x="382822" y="5495828"/>
                  </a:lnTo>
                  <a:lnTo>
                    <a:pt x="382916" y="5495828"/>
                  </a:lnTo>
                  <a:lnTo>
                    <a:pt x="383011" y="5495828"/>
                  </a:lnTo>
                  <a:lnTo>
                    <a:pt x="383105" y="5495828"/>
                  </a:lnTo>
                  <a:lnTo>
                    <a:pt x="383199" y="5495828"/>
                  </a:lnTo>
                  <a:lnTo>
                    <a:pt x="383293" y="5495828"/>
                  </a:lnTo>
                  <a:lnTo>
                    <a:pt x="383387" y="5495828"/>
                  </a:lnTo>
                  <a:lnTo>
                    <a:pt x="383481" y="5495828"/>
                  </a:lnTo>
                  <a:lnTo>
                    <a:pt x="383576" y="5495828"/>
                  </a:lnTo>
                  <a:lnTo>
                    <a:pt x="383670" y="5495828"/>
                  </a:lnTo>
                  <a:lnTo>
                    <a:pt x="383764" y="5495828"/>
                  </a:lnTo>
                  <a:lnTo>
                    <a:pt x="383858" y="5495828"/>
                  </a:lnTo>
                  <a:lnTo>
                    <a:pt x="383952" y="5495828"/>
                  </a:lnTo>
                  <a:lnTo>
                    <a:pt x="384046" y="5495828"/>
                  </a:lnTo>
                  <a:lnTo>
                    <a:pt x="384140" y="5495828"/>
                  </a:lnTo>
                  <a:lnTo>
                    <a:pt x="384235" y="5495828"/>
                  </a:lnTo>
                  <a:lnTo>
                    <a:pt x="384329" y="5495828"/>
                  </a:lnTo>
                  <a:lnTo>
                    <a:pt x="384423" y="5495828"/>
                  </a:lnTo>
                  <a:lnTo>
                    <a:pt x="384517" y="5495828"/>
                  </a:lnTo>
                  <a:lnTo>
                    <a:pt x="384611" y="5495828"/>
                  </a:lnTo>
                  <a:lnTo>
                    <a:pt x="384705" y="5495828"/>
                  </a:lnTo>
                  <a:lnTo>
                    <a:pt x="384799" y="5495828"/>
                  </a:lnTo>
                  <a:lnTo>
                    <a:pt x="384894" y="5495828"/>
                  </a:lnTo>
                  <a:lnTo>
                    <a:pt x="384988" y="5495828"/>
                  </a:lnTo>
                  <a:lnTo>
                    <a:pt x="385082" y="5495828"/>
                  </a:lnTo>
                  <a:lnTo>
                    <a:pt x="385176" y="5495828"/>
                  </a:lnTo>
                  <a:lnTo>
                    <a:pt x="385270" y="5495828"/>
                  </a:lnTo>
                  <a:lnTo>
                    <a:pt x="385364" y="5495828"/>
                  </a:lnTo>
                  <a:lnTo>
                    <a:pt x="385459" y="5495828"/>
                  </a:lnTo>
                  <a:lnTo>
                    <a:pt x="385553" y="5495828"/>
                  </a:lnTo>
                  <a:lnTo>
                    <a:pt x="385553" y="5490917"/>
                  </a:lnTo>
                  <a:lnTo>
                    <a:pt x="385647" y="5490917"/>
                  </a:lnTo>
                  <a:lnTo>
                    <a:pt x="385741" y="5490917"/>
                  </a:lnTo>
                  <a:lnTo>
                    <a:pt x="385835" y="5490917"/>
                  </a:lnTo>
                  <a:lnTo>
                    <a:pt x="385929" y="5490917"/>
                  </a:lnTo>
                  <a:lnTo>
                    <a:pt x="386023" y="5490917"/>
                  </a:lnTo>
                  <a:lnTo>
                    <a:pt x="386118" y="5490917"/>
                  </a:lnTo>
                  <a:lnTo>
                    <a:pt x="386212" y="5490917"/>
                  </a:lnTo>
                  <a:lnTo>
                    <a:pt x="386306" y="5490917"/>
                  </a:lnTo>
                  <a:lnTo>
                    <a:pt x="386400" y="5490917"/>
                  </a:lnTo>
                  <a:lnTo>
                    <a:pt x="386494" y="5490917"/>
                  </a:lnTo>
                  <a:lnTo>
                    <a:pt x="386588" y="5490917"/>
                  </a:lnTo>
                  <a:lnTo>
                    <a:pt x="386683" y="5490917"/>
                  </a:lnTo>
                  <a:lnTo>
                    <a:pt x="386777" y="5490917"/>
                  </a:lnTo>
                  <a:lnTo>
                    <a:pt x="386871" y="5490917"/>
                  </a:lnTo>
                  <a:lnTo>
                    <a:pt x="386965" y="5490917"/>
                  </a:lnTo>
                  <a:lnTo>
                    <a:pt x="387059" y="5490917"/>
                  </a:lnTo>
                  <a:lnTo>
                    <a:pt x="387153" y="5490917"/>
                  </a:lnTo>
                  <a:lnTo>
                    <a:pt x="387247" y="5490917"/>
                  </a:lnTo>
                  <a:lnTo>
                    <a:pt x="387342" y="5490917"/>
                  </a:lnTo>
                  <a:lnTo>
                    <a:pt x="387436" y="5490917"/>
                  </a:lnTo>
                  <a:lnTo>
                    <a:pt x="387530" y="5490917"/>
                  </a:lnTo>
                  <a:lnTo>
                    <a:pt x="387624" y="5490917"/>
                  </a:lnTo>
                  <a:lnTo>
                    <a:pt x="387718" y="5490917"/>
                  </a:lnTo>
                  <a:lnTo>
                    <a:pt x="387812" y="5490917"/>
                  </a:lnTo>
                  <a:lnTo>
                    <a:pt x="387907" y="5490917"/>
                  </a:lnTo>
                  <a:lnTo>
                    <a:pt x="388001" y="5490917"/>
                  </a:lnTo>
                  <a:lnTo>
                    <a:pt x="388095" y="5490917"/>
                  </a:lnTo>
                  <a:lnTo>
                    <a:pt x="388189" y="5490917"/>
                  </a:lnTo>
                  <a:lnTo>
                    <a:pt x="388283" y="5490917"/>
                  </a:lnTo>
                  <a:lnTo>
                    <a:pt x="388377" y="5490917"/>
                  </a:lnTo>
                  <a:lnTo>
                    <a:pt x="388471" y="5490917"/>
                  </a:lnTo>
                  <a:lnTo>
                    <a:pt x="388566" y="5490917"/>
                  </a:lnTo>
                  <a:lnTo>
                    <a:pt x="388660" y="5490917"/>
                  </a:lnTo>
                  <a:lnTo>
                    <a:pt x="388754" y="5490917"/>
                  </a:lnTo>
                  <a:lnTo>
                    <a:pt x="388848" y="5490917"/>
                  </a:lnTo>
                  <a:lnTo>
                    <a:pt x="388942" y="5490917"/>
                  </a:lnTo>
                  <a:lnTo>
                    <a:pt x="389036" y="5490917"/>
                  </a:lnTo>
                  <a:lnTo>
                    <a:pt x="389130" y="5490917"/>
                  </a:lnTo>
                  <a:lnTo>
                    <a:pt x="389225" y="5490917"/>
                  </a:lnTo>
                  <a:lnTo>
                    <a:pt x="389225" y="5486005"/>
                  </a:lnTo>
                  <a:lnTo>
                    <a:pt x="389319" y="5486005"/>
                  </a:lnTo>
                  <a:lnTo>
                    <a:pt x="389413" y="5486005"/>
                  </a:lnTo>
                  <a:lnTo>
                    <a:pt x="389507" y="5486005"/>
                  </a:lnTo>
                  <a:lnTo>
                    <a:pt x="389601" y="5486005"/>
                  </a:lnTo>
                  <a:lnTo>
                    <a:pt x="389695" y="5486005"/>
                  </a:lnTo>
                  <a:lnTo>
                    <a:pt x="389790" y="5486005"/>
                  </a:lnTo>
                  <a:lnTo>
                    <a:pt x="389884" y="5486005"/>
                  </a:lnTo>
                  <a:lnTo>
                    <a:pt x="389978" y="5486005"/>
                  </a:lnTo>
                  <a:lnTo>
                    <a:pt x="390072" y="5486005"/>
                  </a:lnTo>
                  <a:lnTo>
                    <a:pt x="390072" y="5481094"/>
                  </a:lnTo>
                  <a:lnTo>
                    <a:pt x="390166" y="5481094"/>
                  </a:lnTo>
                  <a:lnTo>
                    <a:pt x="390260" y="5481094"/>
                  </a:lnTo>
                  <a:lnTo>
                    <a:pt x="390354" y="5481094"/>
                  </a:lnTo>
                  <a:lnTo>
                    <a:pt x="390449" y="5481094"/>
                  </a:lnTo>
                  <a:lnTo>
                    <a:pt x="390543" y="5481094"/>
                  </a:lnTo>
                  <a:lnTo>
                    <a:pt x="390637" y="5481094"/>
                  </a:lnTo>
                  <a:lnTo>
                    <a:pt x="390731" y="5481094"/>
                  </a:lnTo>
                  <a:lnTo>
                    <a:pt x="390825" y="5481094"/>
                  </a:lnTo>
                  <a:lnTo>
                    <a:pt x="390919" y="5481094"/>
                  </a:lnTo>
                  <a:lnTo>
                    <a:pt x="391014" y="5481094"/>
                  </a:lnTo>
                  <a:lnTo>
                    <a:pt x="391108" y="5481094"/>
                  </a:lnTo>
                  <a:lnTo>
                    <a:pt x="391108" y="5476183"/>
                  </a:lnTo>
                  <a:lnTo>
                    <a:pt x="391202" y="5476183"/>
                  </a:lnTo>
                  <a:lnTo>
                    <a:pt x="391296" y="5476183"/>
                  </a:lnTo>
                  <a:lnTo>
                    <a:pt x="391390" y="5476183"/>
                  </a:lnTo>
                  <a:lnTo>
                    <a:pt x="391484" y="5476183"/>
                  </a:lnTo>
                  <a:lnTo>
                    <a:pt x="391578" y="5476183"/>
                  </a:lnTo>
                  <a:lnTo>
                    <a:pt x="391673" y="5476183"/>
                  </a:lnTo>
                  <a:lnTo>
                    <a:pt x="391767" y="5476183"/>
                  </a:lnTo>
                  <a:lnTo>
                    <a:pt x="391861" y="5476183"/>
                  </a:lnTo>
                  <a:lnTo>
                    <a:pt x="391955" y="5476183"/>
                  </a:lnTo>
                  <a:lnTo>
                    <a:pt x="392049" y="5476183"/>
                  </a:lnTo>
                  <a:lnTo>
                    <a:pt x="392143" y="5476183"/>
                  </a:lnTo>
                  <a:lnTo>
                    <a:pt x="392238" y="5476183"/>
                  </a:lnTo>
                  <a:lnTo>
                    <a:pt x="392332" y="5476183"/>
                  </a:lnTo>
                  <a:lnTo>
                    <a:pt x="392426" y="5476183"/>
                  </a:lnTo>
                  <a:lnTo>
                    <a:pt x="392520" y="5476183"/>
                  </a:lnTo>
                  <a:lnTo>
                    <a:pt x="392614" y="5476183"/>
                  </a:lnTo>
                  <a:lnTo>
                    <a:pt x="392708" y="5476183"/>
                  </a:lnTo>
                  <a:lnTo>
                    <a:pt x="392802" y="5476183"/>
                  </a:lnTo>
                  <a:lnTo>
                    <a:pt x="392897" y="5476183"/>
                  </a:lnTo>
                  <a:lnTo>
                    <a:pt x="392991" y="5476183"/>
                  </a:lnTo>
                  <a:lnTo>
                    <a:pt x="393085" y="5476183"/>
                  </a:lnTo>
                  <a:lnTo>
                    <a:pt x="393179" y="5476183"/>
                  </a:lnTo>
                  <a:lnTo>
                    <a:pt x="393273" y="5476183"/>
                  </a:lnTo>
                  <a:lnTo>
                    <a:pt x="393367" y="5476183"/>
                  </a:lnTo>
                  <a:lnTo>
                    <a:pt x="393461" y="5476183"/>
                  </a:lnTo>
                  <a:lnTo>
                    <a:pt x="393461" y="5471271"/>
                  </a:lnTo>
                  <a:lnTo>
                    <a:pt x="393556" y="5471271"/>
                  </a:lnTo>
                  <a:lnTo>
                    <a:pt x="393650" y="5471271"/>
                  </a:lnTo>
                  <a:lnTo>
                    <a:pt x="393744" y="5471271"/>
                  </a:lnTo>
                  <a:lnTo>
                    <a:pt x="393838" y="5471271"/>
                  </a:lnTo>
                  <a:lnTo>
                    <a:pt x="393932" y="5471271"/>
                  </a:lnTo>
                  <a:lnTo>
                    <a:pt x="393932" y="5466360"/>
                  </a:lnTo>
                  <a:lnTo>
                    <a:pt x="394026" y="5466360"/>
                  </a:lnTo>
                  <a:lnTo>
                    <a:pt x="394121" y="5466360"/>
                  </a:lnTo>
                  <a:lnTo>
                    <a:pt x="394215" y="5466360"/>
                  </a:lnTo>
                  <a:lnTo>
                    <a:pt x="394309" y="5466360"/>
                  </a:lnTo>
                  <a:lnTo>
                    <a:pt x="394403" y="5466360"/>
                  </a:lnTo>
                  <a:lnTo>
                    <a:pt x="394497" y="5466360"/>
                  </a:lnTo>
                  <a:lnTo>
                    <a:pt x="394591" y="5466360"/>
                  </a:lnTo>
                  <a:lnTo>
                    <a:pt x="394685" y="5466360"/>
                  </a:lnTo>
                  <a:lnTo>
                    <a:pt x="394780" y="5466360"/>
                  </a:lnTo>
                  <a:lnTo>
                    <a:pt x="394874" y="5466360"/>
                  </a:lnTo>
                  <a:lnTo>
                    <a:pt x="394968" y="5466360"/>
                  </a:lnTo>
                  <a:lnTo>
                    <a:pt x="395062" y="5466360"/>
                  </a:lnTo>
                  <a:lnTo>
                    <a:pt x="395156" y="5466360"/>
                  </a:lnTo>
                  <a:lnTo>
                    <a:pt x="395250" y="5466360"/>
                  </a:lnTo>
                  <a:lnTo>
                    <a:pt x="395250" y="5461448"/>
                  </a:lnTo>
                  <a:lnTo>
                    <a:pt x="395345" y="5461448"/>
                  </a:lnTo>
                  <a:lnTo>
                    <a:pt x="395439" y="5461448"/>
                  </a:lnTo>
                  <a:lnTo>
                    <a:pt x="395533" y="5461448"/>
                  </a:lnTo>
                  <a:lnTo>
                    <a:pt x="395627" y="5461448"/>
                  </a:lnTo>
                  <a:lnTo>
                    <a:pt x="395721" y="5461448"/>
                  </a:lnTo>
                  <a:lnTo>
                    <a:pt x="395815" y="5461448"/>
                  </a:lnTo>
                  <a:lnTo>
                    <a:pt x="395909" y="5461448"/>
                  </a:lnTo>
                  <a:lnTo>
                    <a:pt x="396004" y="5461448"/>
                  </a:lnTo>
                  <a:lnTo>
                    <a:pt x="396098" y="5461448"/>
                  </a:lnTo>
                  <a:lnTo>
                    <a:pt x="396192" y="5461448"/>
                  </a:lnTo>
                  <a:lnTo>
                    <a:pt x="396286" y="5461448"/>
                  </a:lnTo>
                  <a:lnTo>
                    <a:pt x="396380" y="5461448"/>
                  </a:lnTo>
                  <a:lnTo>
                    <a:pt x="396474" y="5461448"/>
                  </a:lnTo>
                  <a:lnTo>
                    <a:pt x="396569" y="5461448"/>
                  </a:lnTo>
                  <a:lnTo>
                    <a:pt x="396663" y="5461448"/>
                  </a:lnTo>
                  <a:lnTo>
                    <a:pt x="396757" y="5461448"/>
                  </a:lnTo>
                  <a:lnTo>
                    <a:pt x="396851" y="5461448"/>
                  </a:lnTo>
                  <a:lnTo>
                    <a:pt x="396945" y="5461448"/>
                  </a:lnTo>
                  <a:lnTo>
                    <a:pt x="397039" y="5461448"/>
                  </a:lnTo>
                  <a:lnTo>
                    <a:pt x="397133" y="5461448"/>
                  </a:lnTo>
                  <a:lnTo>
                    <a:pt x="397228" y="5461448"/>
                  </a:lnTo>
                  <a:lnTo>
                    <a:pt x="397322" y="5461448"/>
                  </a:lnTo>
                  <a:lnTo>
                    <a:pt x="397416" y="5461448"/>
                  </a:lnTo>
                  <a:lnTo>
                    <a:pt x="397510" y="5461448"/>
                  </a:lnTo>
                  <a:lnTo>
                    <a:pt x="397604" y="5461448"/>
                  </a:lnTo>
                  <a:lnTo>
                    <a:pt x="397698" y="5461448"/>
                  </a:lnTo>
                  <a:lnTo>
                    <a:pt x="397792" y="5461448"/>
                  </a:lnTo>
                  <a:lnTo>
                    <a:pt x="397887" y="5461448"/>
                  </a:lnTo>
                  <a:lnTo>
                    <a:pt x="397981" y="5461448"/>
                  </a:lnTo>
                  <a:lnTo>
                    <a:pt x="398075" y="5461448"/>
                  </a:lnTo>
                  <a:lnTo>
                    <a:pt x="398169" y="5461448"/>
                  </a:lnTo>
                  <a:lnTo>
                    <a:pt x="398263" y="5461448"/>
                  </a:lnTo>
                  <a:lnTo>
                    <a:pt x="398357" y="5461448"/>
                  </a:lnTo>
                  <a:lnTo>
                    <a:pt x="398452" y="5461448"/>
                  </a:lnTo>
                  <a:lnTo>
                    <a:pt x="398546" y="5461448"/>
                  </a:lnTo>
                  <a:lnTo>
                    <a:pt x="398640" y="5461448"/>
                  </a:lnTo>
                  <a:lnTo>
                    <a:pt x="398734" y="5461448"/>
                  </a:lnTo>
                  <a:lnTo>
                    <a:pt x="398828" y="5461448"/>
                  </a:lnTo>
                  <a:lnTo>
                    <a:pt x="398922" y="5461448"/>
                  </a:lnTo>
                  <a:lnTo>
                    <a:pt x="399016" y="5461448"/>
                  </a:lnTo>
                  <a:lnTo>
                    <a:pt x="399111" y="5461448"/>
                  </a:lnTo>
                  <a:lnTo>
                    <a:pt x="399111" y="5456537"/>
                  </a:lnTo>
                  <a:lnTo>
                    <a:pt x="399111" y="5451626"/>
                  </a:lnTo>
                  <a:lnTo>
                    <a:pt x="399205" y="5451626"/>
                  </a:lnTo>
                  <a:lnTo>
                    <a:pt x="399299" y="5451626"/>
                  </a:lnTo>
                  <a:lnTo>
                    <a:pt x="399393" y="5451626"/>
                  </a:lnTo>
                  <a:lnTo>
                    <a:pt x="399487" y="5451626"/>
                  </a:lnTo>
                  <a:lnTo>
                    <a:pt x="399581" y="5451626"/>
                  </a:lnTo>
                  <a:lnTo>
                    <a:pt x="399676" y="5451626"/>
                  </a:lnTo>
                  <a:lnTo>
                    <a:pt x="399770" y="5451626"/>
                  </a:lnTo>
                  <a:lnTo>
                    <a:pt x="399864" y="5451626"/>
                  </a:lnTo>
                  <a:lnTo>
                    <a:pt x="399958" y="5451626"/>
                  </a:lnTo>
                  <a:lnTo>
                    <a:pt x="399958" y="5446714"/>
                  </a:lnTo>
                  <a:lnTo>
                    <a:pt x="400052" y="5446714"/>
                  </a:lnTo>
                  <a:lnTo>
                    <a:pt x="400146" y="5446714"/>
                  </a:lnTo>
                  <a:lnTo>
                    <a:pt x="400240" y="5446714"/>
                  </a:lnTo>
                  <a:lnTo>
                    <a:pt x="400335" y="5446714"/>
                  </a:lnTo>
                  <a:lnTo>
                    <a:pt x="400429" y="5446714"/>
                  </a:lnTo>
                  <a:lnTo>
                    <a:pt x="400523" y="5446714"/>
                  </a:lnTo>
                  <a:lnTo>
                    <a:pt x="400617" y="5446714"/>
                  </a:lnTo>
                  <a:lnTo>
                    <a:pt x="400711" y="5446714"/>
                  </a:lnTo>
                  <a:lnTo>
                    <a:pt x="400805" y="5446714"/>
                  </a:lnTo>
                  <a:lnTo>
                    <a:pt x="400900" y="5446714"/>
                  </a:lnTo>
                  <a:lnTo>
                    <a:pt x="400994" y="5446714"/>
                  </a:lnTo>
                  <a:lnTo>
                    <a:pt x="401088" y="5446714"/>
                  </a:lnTo>
                  <a:lnTo>
                    <a:pt x="401182" y="5446714"/>
                  </a:lnTo>
                  <a:lnTo>
                    <a:pt x="401276" y="5446714"/>
                  </a:lnTo>
                  <a:lnTo>
                    <a:pt x="401370" y="5446714"/>
                  </a:lnTo>
                  <a:lnTo>
                    <a:pt x="401370" y="5441803"/>
                  </a:lnTo>
                  <a:lnTo>
                    <a:pt x="401464" y="5441803"/>
                  </a:lnTo>
                  <a:lnTo>
                    <a:pt x="401559" y="5441803"/>
                  </a:lnTo>
                  <a:lnTo>
                    <a:pt x="401653" y="5441803"/>
                  </a:lnTo>
                  <a:lnTo>
                    <a:pt x="401747" y="5441803"/>
                  </a:lnTo>
                  <a:lnTo>
                    <a:pt x="401841" y="5441803"/>
                  </a:lnTo>
                  <a:lnTo>
                    <a:pt x="401935" y="5441803"/>
                  </a:lnTo>
                  <a:lnTo>
                    <a:pt x="401935" y="5436892"/>
                  </a:lnTo>
                  <a:lnTo>
                    <a:pt x="402029" y="5436892"/>
                  </a:lnTo>
                  <a:lnTo>
                    <a:pt x="402123" y="5436892"/>
                  </a:lnTo>
                  <a:lnTo>
                    <a:pt x="402218" y="5436892"/>
                  </a:lnTo>
                  <a:lnTo>
                    <a:pt x="402312" y="5436892"/>
                  </a:lnTo>
                  <a:lnTo>
                    <a:pt x="402406" y="5436892"/>
                  </a:lnTo>
                  <a:lnTo>
                    <a:pt x="402500" y="5436892"/>
                  </a:lnTo>
                  <a:lnTo>
                    <a:pt x="402594" y="5436892"/>
                  </a:lnTo>
                  <a:lnTo>
                    <a:pt x="402688" y="5436892"/>
                  </a:lnTo>
                  <a:lnTo>
                    <a:pt x="402783" y="5436892"/>
                  </a:lnTo>
                  <a:lnTo>
                    <a:pt x="402877" y="5436892"/>
                  </a:lnTo>
                  <a:lnTo>
                    <a:pt x="402971" y="5436892"/>
                  </a:lnTo>
                  <a:lnTo>
                    <a:pt x="403065" y="5436892"/>
                  </a:lnTo>
                  <a:lnTo>
                    <a:pt x="403159" y="5436892"/>
                  </a:lnTo>
                  <a:lnTo>
                    <a:pt x="403253" y="5436892"/>
                  </a:lnTo>
                  <a:lnTo>
                    <a:pt x="403347" y="5436892"/>
                  </a:lnTo>
                  <a:lnTo>
                    <a:pt x="403442" y="5436892"/>
                  </a:lnTo>
                  <a:lnTo>
                    <a:pt x="403536" y="5436892"/>
                  </a:lnTo>
                  <a:lnTo>
                    <a:pt x="403630" y="5436892"/>
                  </a:lnTo>
                  <a:lnTo>
                    <a:pt x="403724" y="5436892"/>
                  </a:lnTo>
                  <a:lnTo>
                    <a:pt x="403818" y="5436892"/>
                  </a:lnTo>
                  <a:lnTo>
                    <a:pt x="403912" y="5436892"/>
                  </a:lnTo>
                  <a:lnTo>
                    <a:pt x="404007" y="5436892"/>
                  </a:lnTo>
                  <a:lnTo>
                    <a:pt x="404101" y="5436892"/>
                  </a:lnTo>
                  <a:lnTo>
                    <a:pt x="404195" y="5436892"/>
                  </a:lnTo>
                  <a:lnTo>
                    <a:pt x="404289" y="5436892"/>
                  </a:lnTo>
                  <a:lnTo>
                    <a:pt x="404383" y="5436892"/>
                  </a:lnTo>
                  <a:lnTo>
                    <a:pt x="404477" y="5436892"/>
                  </a:lnTo>
                  <a:lnTo>
                    <a:pt x="404571" y="5436892"/>
                  </a:lnTo>
                  <a:lnTo>
                    <a:pt x="404666" y="5436892"/>
                  </a:lnTo>
                  <a:lnTo>
                    <a:pt x="404760" y="5436892"/>
                  </a:lnTo>
                  <a:lnTo>
                    <a:pt x="404854" y="5436892"/>
                  </a:lnTo>
                  <a:lnTo>
                    <a:pt x="404948" y="5436892"/>
                  </a:lnTo>
                  <a:lnTo>
                    <a:pt x="405042" y="5436892"/>
                  </a:lnTo>
                  <a:lnTo>
                    <a:pt x="405136" y="5436892"/>
                  </a:lnTo>
                  <a:lnTo>
                    <a:pt x="405231" y="5436892"/>
                  </a:lnTo>
                  <a:lnTo>
                    <a:pt x="405325" y="5436892"/>
                  </a:lnTo>
                  <a:lnTo>
                    <a:pt x="405419" y="5436892"/>
                  </a:lnTo>
                  <a:lnTo>
                    <a:pt x="405513" y="5436892"/>
                  </a:lnTo>
                  <a:lnTo>
                    <a:pt x="405607" y="5436892"/>
                  </a:lnTo>
                  <a:lnTo>
                    <a:pt x="405701" y="5436892"/>
                  </a:lnTo>
                  <a:lnTo>
                    <a:pt x="405795" y="5436892"/>
                  </a:lnTo>
                  <a:lnTo>
                    <a:pt x="405890" y="5436892"/>
                  </a:lnTo>
                  <a:lnTo>
                    <a:pt x="405984" y="5436892"/>
                  </a:lnTo>
                  <a:lnTo>
                    <a:pt x="406078" y="5436892"/>
                  </a:lnTo>
                  <a:lnTo>
                    <a:pt x="406172" y="5436892"/>
                  </a:lnTo>
                  <a:lnTo>
                    <a:pt x="406266" y="5436892"/>
                  </a:lnTo>
                  <a:lnTo>
                    <a:pt x="406360" y="5436892"/>
                  </a:lnTo>
                  <a:lnTo>
                    <a:pt x="406360" y="5431980"/>
                  </a:lnTo>
                  <a:lnTo>
                    <a:pt x="406455" y="5431980"/>
                  </a:lnTo>
                  <a:lnTo>
                    <a:pt x="406549" y="5431980"/>
                  </a:lnTo>
                  <a:lnTo>
                    <a:pt x="406643" y="5431980"/>
                  </a:lnTo>
                  <a:lnTo>
                    <a:pt x="406737" y="5431980"/>
                  </a:lnTo>
                  <a:lnTo>
                    <a:pt x="406831" y="5431980"/>
                  </a:lnTo>
                  <a:lnTo>
                    <a:pt x="406925" y="5431980"/>
                  </a:lnTo>
                  <a:lnTo>
                    <a:pt x="407019" y="5431980"/>
                  </a:lnTo>
                  <a:lnTo>
                    <a:pt x="407114" y="5431980"/>
                  </a:lnTo>
                  <a:lnTo>
                    <a:pt x="407208" y="5431980"/>
                  </a:lnTo>
                  <a:lnTo>
                    <a:pt x="407302" y="5431980"/>
                  </a:lnTo>
                  <a:lnTo>
                    <a:pt x="407396" y="5431980"/>
                  </a:lnTo>
                  <a:lnTo>
                    <a:pt x="407490" y="5431980"/>
                  </a:lnTo>
                  <a:lnTo>
                    <a:pt x="407584" y="5431980"/>
                  </a:lnTo>
                  <a:lnTo>
                    <a:pt x="407678" y="5431980"/>
                  </a:lnTo>
                  <a:lnTo>
                    <a:pt x="407773" y="5431980"/>
                  </a:lnTo>
                  <a:lnTo>
                    <a:pt x="407867" y="5431980"/>
                  </a:lnTo>
                  <a:lnTo>
                    <a:pt x="407961" y="5431980"/>
                  </a:lnTo>
                  <a:lnTo>
                    <a:pt x="407961" y="5427069"/>
                  </a:lnTo>
                  <a:lnTo>
                    <a:pt x="408055" y="5427069"/>
                  </a:lnTo>
                  <a:lnTo>
                    <a:pt x="408149" y="5427069"/>
                  </a:lnTo>
                  <a:lnTo>
                    <a:pt x="408243" y="5427069"/>
                  </a:lnTo>
                  <a:lnTo>
                    <a:pt x="408338" y="5427069"/>
                  </a:lnTo>
                  <a:lnTo>
                    <a:pt x="408432" y="5427069"/>
                  </a:lnTo>
                  <a:lnTo>
                    <a:pt x="408526" y="5427069"/>
                  </a:lnTo>
                  <a:lnTo>
                    <a:pt x="408526" y="5422157"/>
                  </a:lnTo>
                  <a:lnTo>
                    <a:pt x="408620" y="5422157"/>
                  </a:lnTo>
                  <a:lnTo>
                    <a:pt x="408714" y="5422157"/>
                  </a:lnTo>
                  <a:lnTo>
                    <a:pt x="408808" y="5422157"/>
                  </a:lnTo>
                  <a:lnTo>
                    <a:pt x="408902" y="5422157"/>
                  </a:lnTo>
                  <a:lnTo>
                    <a:pt x="408997" y="5422157"/>
                  </a:lnTo>
                  <a:lnTo>
                    <a:pt x="409091" y="5422157"/>
                  </a:lnTo>
                  <a:lnTo>
                    <a:pt x="409091" y="5417246"/>
                  </a:lnTo>
                  <a:lnTo>
                    <a:pt x="409185" y="5417246"/>
                  </a:lnTo>
                  <a:lnTo>
                    <a:pt x="409279" y="5417246"/>
                  </a:lnTo>
                  <a:lnTo>
                    <a:pt x="409373" y="5417246"/>
                  </a:lnTo>
                  <a:lnTo>
                    <a:pt x="409467" y="5417246"/>
                  </a:lnTo>
                  <a:lnTo>
                    <a:pt x="409562" y="5417246"/>
                  </a:lnTo>
                  <a:lnTo>
                    <a:pt x="409656" y="5417246"/>
                  </a:lnTo>
                  <a:lnTo>
                    <a:pt x="409750" y="5417246"/>
                  </a:lnTo>
                  <a:lnTo>
                    <a:pt x="409844" y="5417246"/>
                  </a:lnTo>
                  <a:lnTo>
                    <a:pt x="409938" y="5417246"/>
                  </a:lnTo>
                  <a:lnTo>
                    <a:pt x="410032" y="5417246"/>
                  </a:lnTo>
                  <a:lnTo>
                    <a:pt x="410126" y="5417246"/>
                  </a:lnTo>
                  <a:lnTo>
                    <a:pt x="410221" y="5417246"/>
                  </a:lnTo>
                  <a:lnTo>
                    <a:pt x="410315" y="5417246"/>
                  </a:lnTo>
                  <a:lnTo>
                    <a:pt x="410409" y="5417246"/>
                  </a:lnTo>
                  <a:lnTo>
                    <a:pt x="410503" y="5417246"/>
                  </a:lnTo>
                  <a:lnTo>
                    <a:pt x="410597" y="5417246"/>
                  </a:lnTo>
                  <a:lnTo>
                    <a:pt x="410597" y="5412335"/>
                  </a:lnTo>
                  <a:lnTo>
                    <a:pt x="410691" y="5412335"/>
                  </a:lnTo>
                  <a:lnTo>
                    <a:pt x="410786" y="5412335"/>
                  </a:lnTo>
                  <a:lnTo>
                    <a:pt x="410880" y="5412335"/>
                  </a:lnTo>
                  <a:lnTo>
                    <a:pt x="410974" y="5412335"/>
                  </a:lnTo>
                  <a:lnTo>
                    <a:pt x="411068" y="5412335"/>
                  </a:lnTo>
                  <a:lnTo>
                    <a:pt x="411162" y="5412335"/>
                  </a:lnTo>
                  <a:lnTo>
                    <a:pt x="411256" y="5412335"/>
                  </a:lnTo>
                  <a:lnTo>
                    <a:pt x="411350" y="5412335"/>
                  </a:lnTo>
                  <a:lnTo>
                    <a:pt x="411445" y="5412335"/>
                  </a:lnTo>
                  <a:lnTo>
                    <a:pt x="411539" y="5412335"/>
                  </a:lnTo>
                  <a:lnTo>
                    <a:pt x="411633" y="5412335"/>
                  </a:lnTo>
                  <a:lnTo>
                    <a:pt x="411727" y="5412335"/>
                  </a:lnTo>
                  <a:lnTo>
                    <a:pt x="411821" y="5412335"/>
                  </a:lnTo>
                  <a:lnTo>
                    <a:pt x="411915" y="5412335"/>
                  </a:lnTo>
                  <a:lnTo>
                    <a:pt x="412009" y="5412335"/>
                  </a:lnTo>
                  <a:lnTo>
                    <a:pt x="412104" y="5412335"/>
                  </a:lnTo>
                  <a:lnTo>
                    <a:pt x="412198" y="5412335"/>
                  </a:lnTo>
                  <a:lnTo>
                    <a:pt x="412292" y="5412335"/>
                  </a:lnTo>
                  <a:lnTo>
                    <a:pt x="412386" y="5412335"/>
                  </a:lnTo>
                  <a:lnTo>
                    <a:pt x="412480" y="5412335"/>
                  </a:lnTo>
                  <a:lnTo>
                    <a:pt x="412574" y="5412335"/>
                  </a:lnTo>
                  <a:lnTo>
                    <a:pt x="412669" y="5412335"/>
                  </a:lnTo>
                  <a:lnTo>
                    <a:pt x="412763" y="5412335"/>
                  </a:lnTo>
                  <a:lnTo>
                    <a:pt x="412857" y="5412335"/>
                  </a:lnTo>
                  <a:lnTo>
                    <a:pt x="412951" y="5412335"/>
                  </a:lnTo>
                  <a:lnTo>
                    <a:pt x="413045" y="5412335"/>
                  </a:lnTo>
                  <a:lnTo>
                    <a:pt x="413139" y="5412335"/>
                  </a:lnTo>
                  <a:lnTo>
                    <a:pt x="413233" y="5412335"/>
                  </a:lnTo>
                  <a:lnTo>
                    <a:pt x="413328" y="5412335"/>
                  </a:lnTo>
                  <a:lnTo>
                    <a:pt x="413422" y="5412335"/>
                  </a:lnTo>
                  <a:lnTo>
                    <a:pt x="413516" y="5412335"/>
                  </a:lnTo>
                  <a:lnTo>
                    <a:pt x="413610" y="5412335"/>
                  </a:lnTo>
                  <a:lnTo>
                    <a:pt x="413704" y="5412335"/>
                  </a:lnTo>
                  <a:lnTo>
                    <a:pt x="413704" y="5407423"/>
                  </a:lnTo>
                  <a:lnTo>
                    <a:pt x="413798" y="5407423"/>
                  </a:lnTo>
                  <a:lnTo>
                    <a:pt x="413893" y="5407423"/>
                  </a:lnTo>
                  <a:lnTo>
                    <a:pt x="413987" y="5407423"/>
                  </a:lnTo>
                  <a:lnTo>
                    <a:pt x="414081" y="5407423"/>
                  </a:lnTo>
                  <a:lnTo>
                    <a:pt x="414175" y="5407423"/>
                  </a:lnTo>
                  <a:lnTo>
                    <a:pt x="414269" y="5407423"/>
                  </a:lnTo>
                  <a:lnTo>
                    <a:pt x="414363" y="5407423"/>
                  </a:lnTo>
                  <a:lnTo>
                    <a:pt x="414457" y="5407423"/>
                  </a:lnTo>
                  <a:lnTo>
                    <a:pt x="414552" y="5407423"/>
                  </a:lnTo>
                  <a:lnTo>
                    <a:pt x="414646" y="5407423"/>
                  </a:lnTo>
                  <a:lnTo>
                    <a:pt x="414740" y="5407423"/>
                  </a:lnTo>
                  <a:lnTo>
                    <a:pt x="414834" y="5407423"/>
                  </a:lnTo>
                  <a:lnTo>
                    <a:pt x="414928" y="5407423"/>
                  </a:lnTo>
                  <a:lnTo>
                    <a:pt x="415022" y="5407423"/>
                  </a:lnTo>
                  <a:lnTo>
                    <a:pt x="415117" y="5407423"/>
                  </a:lnTo>
                  <a:lnTo>
                    <a:pt x="415211" y="5407423"/>
                  </a:lnTo>
                  <a:lnTo>
                    <a:pt x="415305" y="5407423"/>
                  </a:lnTo>
                  <a:lnTo>
                    <a:pt x="415399" y="5407423"/>
                  </a:lnTo>
                  <a:lnTo>
                    <a:pt x="415493" y="5407423"/>
                  </a:lnTo>
                  <a:lnTo>
                    <a:pt x="415587" y="5407423"/>
                  </a:lnTo>
                  <a:lnTo>
                    <a:pt x="415681" y="5407423"/>
                  </a:lnTo>
                  <a:lnTo>
                    <a:pt x="415776" y="5407423"/>
                  </a:lnTo>
                  <a:lnTo>
                    <a:pt x="415870" y="5407423"/>
                  </a:lnTo>
                  <a:lnTo>
                    <a:pt x="415964" y="5407423"/>
                  </a:lnTo>
                  <a:lnTo>
                    <a:pt x="416058" y="5407423"/>
                  </a:lnTo>
                  <a:lnTo>
                    <a:pt x="416152" y="5407423"/>
                  </a:lnTo>
                  <a:lnTo>
                    <a:pt x="416246" y="5407423"/>
                  </a:lnTo>
                  <a:lnTo>
                    <a:pt x="416340" y="5407423"/>
                  </a:lnTo>
                  <a:lnTo>
                    <a:pt x="416435" y="5407423"/>
                  </a:lnTo>
                  <a:lnTo>
                    <a:pt x="416529" y="5407423"/>
                  </a:lnTo>
                  <a:lnTo>
                    <a:pt x="416623" y="5407423"/>
                  </a:lnTo>
                  <a:lnTo>
                    <a:pt x="416717" y="5407423"/>
                  </a:lnTo>
                  <a:lnTo>
                    <a:pt x="416717" y="5402512"/>
                  </a:lnTo>
                  <a:lnTo>
                    <a:pt x="416811" y="5402512"/>
                  </a:lnTo>
                  <a:lnTo>
                    <a:pt x="416905" y="5402512"/>
                  </a:lnTo>
                  <a:lnTo>
                    <a:pt x="417000" y="5402512"/>
                  </a:lnTo>
                  <a:lnTo>
                    <a:pt x="417094" y="5402512"/>
                  </a:lnTo>
                  <a:lnTo>
                    <a:pt x="417188" y="5402512"/>
                  </a:lnTo>
                  <a:lnTo>
                    <a:pt x="417282" y="5402512"/>
                  </a:lnTo>
                  <a:lnTo>
                    <a:pt x="417376" y="5402512"/>
                  </a:lnTo>
                  <a:lnTo>
                    <a:pt x="417470" y="5402512"/>
                  </a:lnTo>
                  <a:lnTo>
                    <a:pt x="417564" y="5402512"/>
                  </a:lnTo>
                  <a:lnTo>
                    <a:pt x="417659" y="5402512"/>
                  </a:lnTo>
                  <a:lnTo>
                    <a:pt x="417753" y="5402512"/>
                  </a:lnTo>
                  <a:lnTo>
                    <a:pt x="417847" y="5402512"/>
                  </a:lnTo>
                  <a:lnTo>
                    <a:pt x="417941" y="5402512"/>
                  </a:lnTo>
                  <a:lnTo>
                    <a:pt x="418035" y="5402512"/>
                  </a:lnTo>
                  <a:lnTo>
                    <a:pt x="418129" y="5402512"/>
                  </a:lnTo>
                  <a:lnTo>
                    <a:pt x="418224" y="5402512"/>
                  </a:lnTo>
                  <a:lnTo>
                    <a:pt x="418318" y="5402512"/>
                  </a:lnTo>
                  <a:lnTo>
                    <a:pt x="418412" y="5402512"/>
                  </a:lnTo>
                  <a:lnTo>
                    <a:pt x="418506" y="5402512"/>
                  </a:lnTo>
                  <a:lnTo>
                    <a:pt x="418600" y="5402512"/>
                  </a:lnTo>
                  <a:lnTo>
                    <a:pt x="418694" y="5402512"/>
                  </a:lnTo>
                  <a:lnTo>
                    <a:pt x="418788" y="5402512"/>
                  </a:lnTo>
                  <a:lnTo>
                    <a:pt x="418883" y="5402512"/>
                  </a:lnTo>
                  <a:lnTo>
                    <a:pt x="418977" y="5402512"/>
                  </a:lnTo>
                  <a:lnTo>
                    <a:pt x="419071" y="5402512"/>
                  </a:lnTo>
                  <a:lnTo>
                    <a:pt x="419165" y="5402512"/>
                  </a:lnTo>
                  <a:lnTo>
                    <a:pt x="419259" y="5402512"/>
                  </a:lnTo>
                  <a:lnTo>
                    <a:pt x="419353" y="5402512"/>
                  </a:lnTo>
                  <a:lnTo>
                    <a:pt x="419448" y="5402512"/>
                  </a:lnTo>
                  <a:lnTo>
                    <a:pt x="419448" y="5397601"/>
                  </a:lnTo>
                  <a:lnTo>
                    <a:pt x="419542" y="5397601"/>
                  </a:lnTo>
                  <a:lnTo>
                    <a:pt x="419636" y="5397601"/>
                  </a:lnTo>
                  <a:lnTo>
                    <a:pt x="419730" y="5397601"/>
                  </a:lnTo>
                  <a:lnTo>
                    <a:pt x="419824" y="5397601"/>
                  </a:lnTo>
                  <a:lnTo>
                    <a:pt x="419918" y="5397601"/>
                  </a:lnTo>
                  <a:lnTo>
                    <a:pt x="420012" y="5397601"/>
                  </a:lnTo>
                  <a:lnTo>
                    <a:pt x="420107" y="5397601"/>
                  </a:lnTo>
                  <a:lnTo>
                    <a:pt x="420201" y="5397601"/>
                  </a:lnTo>
                  <a:lnTo>
                    <a:pt x="420295" y="5397601"/>
                  </a:lnTo>
                  <a:lnTo>
                    <a:pt x="420389" y="5397601"/>
                  </a:lnTo>
                  <a:lnTo>
                    <a:pt x="420483" y="5397601"/>
                  </a:lnTo>
                  <a:lnTo>
                    <a:pt x="420577" y="5397601"/>
                  </a:lnTo>
                  <a:lnTo>
                    <a:pt x="420671" y="5397601"/>
                  </a:lnTo>
                  <a:lnTo>
                    <a:pt x="420766" y="5397601"/>
                  </a:lnTo>
                  <a:lnTo>
                    <a:pt x="420860" y="5397601"/>
                  </a:lnTo>
                  <a:lnTo>
                    <a:pt x="420954" y="5397601"/>
                  </a:lnTo>
                  <a:lnTo>
                    <a:pt x="421048" y="5397601"/>
                  </a:lnTo>
                  <a:lnTo>
                    <a:pt x="421142" y="5397601"/>
                  </a:lnTo>
                  <a:lnTo>
                    <a:pt x="421236" y="5397601"/>
                  </a:lnTo>
                  <a:lnTo>
                    <a:pt x="421236" y="5392689"/>
                  </a:lnTo>
                  <a:lnTo>
                    <a:pt x="421331" y="5392689"/>
                  </a:lnTo>
                  <a:lnTo>
                    <a:pt x="421425" y="5392689"/>
                  </a:lnTo>
                  <a:lnTo>
                    <a:pt x="421519" y="5392689"/>
                  </a:lnTo>
                  <a:lnTo>
                    <a:pt x="421613" y="5392689"/>
                  </a:lnTo>
                  <a:lnTo>
                    <a:pt x="421707" y="5392689"/>
                  </a:lnTo>
                  <a:lnTo>
                    <a:pt x="421801" y="5392689"/>
                  </a:lnTo>
                  <a:lnTo>
                    <a:pt x="421801" y="5387778"/>
                  </a:lnTo>
                  <a:lnTo>
                    <a:pt x="421895" y="5387778"/>
                  </a:lnTo>
                  <a:lnTo>
                    <a:pt x="421990" y="5387778"/>
                  </a:lnTo>
                  <a:lnTo>
                    <a:pt x="422084" y="5387778"/>
                  </a:lnTo>
                  <a:lnTo>
                    <a:pt x="422084" y="5382866"/>
                  </a:lnTo>
                  <a:lnTo>
                    <a:pt x="422178" y="5382866"/>
                  </a:lnTo>
                  <a:lnTo>
                    <a:pt x="422272" y="5382866"/>
                  </a:lnTo>
                  <a:lnTo>
                    <a:pt x="422366" y="5382866"/>
                  </a:lnTo>
                  <a:lnTo>
                    <a:pt x="422460" y="5382866"/>
                  </a:lnTo>
                  <a:lnTo>
                    <a:pt x="422555" y="5382866"/>
                  </a:lnTo>
                  <a:lnTo>
                    <a:pt x="422649" y="5382866"/>
                  </a:lnTo>
                  <a:lnTo>
                    <a:pt x="422743" y="5382866"/>
                  </a:lnTo>
                  <a:lnTo>
                    <a:pt x="422837" y="5382866"/>
                  </a:lnTo>
                  <a:lnTo>
                    <a:pt x="422931" y="5382866"/>
                  </a:lnTo>
                  <a:lnTo>
                    <a:pt x="423025" y="5382866"/>
                  </a:lnTo>
                  <a:lnTo>
                    <a:pt x="423119" y="5382866"/>
                  </a:lnTo>
                  <a:lnTo>
                    <a:pt x="423214" y="5382866"/>
                  </a:lnTo>
                  <a:lnTo>
                    <a:pt x="423308" y="5382866"/>
                  </a:lnTo>
                  <a:lnTo>
                    <a:pt x="423402" y="5382866"/>
                  </a:lnTo>
                  <a:lnTo>
                    <a:pt x="423496" y="5382866"/>
                  </a:lnTo>
                  <a:lnTo>
                    <a:pt x="423590" y="5382866"/>
                  </a:lnTo>
                  <a:lnTo>
                    <a:pt x="423684" y="5382866"/>
                  </a:lnTo>
                  <a:lnTo>
                    <a:pt x="423779" y="5382866"/>
                  </a:lnTo>
                  <a:lnTo>
                    <a:pt x="423873" y="5382866"/>
                  </a:lnTo>
                  <a:lnTo>
                    <a:pt x="423967" y="5382866"/>
                  </a:lnTo>
                  <a:lnTo>
                    <a:pt x="424061" y="5382866"/>
                  </a:lnTo>
                  <a:lnTo>
                    <a:pt x="424155" y="5382866"/>
                  </a:lnTo>
                  <a:lnTo>
                    <a:pt x="424249" y="5382866"/>
                  </a:lnTo>
                  <a:lnTo>
                    <a:pt x="424343" y="5382866"/>
                  </a:lnTo>
                  <a:lnTo>
                    <a:pt x="424438" y="5382866"/>
                  </a:lnTo>
                  <a:lnTo>
                    <a:pt x="424532" y="5382866"/>
                  </a:lnTo>
                  <a:lnTo>
                    <a:pt x="424626" y="5382866"/>
                  </a:lnTo>
                  <a:lnTo>
                    <a:pt x="424720" y="5382866"/>
                  </a:lnTo>
                  <a:lnTo>
                    <a:pt x="424814" y="5382866"/>
                  </a:lnTo>
                  <a:lnTo>
                    <a:pt x="424908" y="5382866"/>
                  </a:lnTo>
                  <a:lnTo>
                    <a:pt x="425002" y="5382866"/>
                  </a:lnTo>
                  <a:lnTo>
                    <a:pt x="425097" y="5382866"/>
                  </a:lnTo>
                  <a:lnTo>
                    <a:pt x="425191" y="5382866"/>
                  </a:lnTo>
                  <a:lnTo>
                    <a:pt x="425285" y="5382866"/>
                  </a:lnTo>
                  <a:lnTo>
                    <a:pt x="425379" y="5382866"/>
                  </a:lnTo>
                  <a:lnTo>
                    <a:pt x="425473" y="5382866"/>
                  </a:lnTo>
                  <a:lnTo>
                    <a:pt x="425567" y="5382866"/>
                  </a:lnTo>
                  <a:lnTo>
                    <a:pt x="425662" y="5382866"/>
                  </a:lnTo>
                  <a:lnTo>
                    <a:pt x="425756" y="5382866"/>
                  </a:lnTo>
                  <a:lnTo>
                    <a:pt x="425850" y="5382866"/>
                  </a:lnTo>
                  <a:lnTo>
                    <a:pt x="425944" y="5382866"/>
                  </a:lnTo>
                  <a:lnTo>
                    <a:pt x="426038" y="5382866"/>
                  </a:lnTo>
                  <a:lnTo>
                    <a:pt x="426132" y="5382866"/>
                  </a:lnTo>
                  <a:lnTo>
                    <a:pt x="426226" y="5382866"/>
                  </a:lnTo>
                  <a:lnTo>
                    <a:pt x="426321" y="5382866"/>
                  </a:lnTo>
                  <a:lnTo>
                    <a:pt x="426415" y="5382866"/>
                  </a:lnTo>
                  <a:lnTo>
                    <a:pt x="426509" y="5382866"/>
                  </a:lnTo>
                  <a:lnTo>
                    <a:pt x="426603" y="5382866"/>
                  </a:lnTo>
                  <a:lnTo>
                    <a:pt x="426697" y="5382866"/>
                  </a:lnTo>
                  <a:lnTo>
                    <a:pt x="426791" y="5382866"/>
                  </a:lnTo>
                  <a:lnTo>
                    <a:pt x="426886" y="5382866"/>
                  </a:lnTo>
                  <a:lnTo>
                    <a:pt x="426980" y="5382866"/>
                  </a:lnTo>
                  <a:lnTo>
                    <a:pt x="427074" y="5382866"/>
                  </a:lnTo>
                  <a:lnTo>
                    <a:pt x="427168" y="5382866"/>
                  </a:lnTo>
                  <a:lnTo>
                    <a:pt x="427262" y="5382866"/>
                  </a:lnTo>
                  <a:lnTo>
                    <a:pt x="427356" y="5382866"/>
                  </a:lnTo>
                  <a:lnTo>
                    <a:pt x="427450" y="5382866"/>
                  </a:lnTo>
                  <a:lnTo>
                    <a:pt x="427545" y="5382866"/>
                  </a:lnTo>
                  <a:lnTo>
                    <a:pt x="427639" y="5382866"/>
                  </a:lnTo>
                  <a:lnTo>
                    <a:pt x="427733" y="5382866"/>
                  </a:lnTo>
                  <a:lnTo>
                    <a:pt x="427827" y="5382866"/>
                  </a:lnTo>
                  <a:lnTo>
                    <a:pt x="427921" y="5382866"/>
                  </a:lnTo>
                  <a:lnTo>
                    <a:pt x="428015" y="5382866"/>
                  </a:lnTo>
                  <a:lnTo>
                    <a:pt x="428110" y="5382866"/>
                  </a:lnTo>
                  <a:lnTo>
                    <a:pt x="428204" y="5382866"/>
                  </a:lnTo>
                  <a:lnTo>
                    <a:pt x="428298" y="5382866"/>
                  </a:lnTo>
                  <a:lnTo>
                    <a:pt x="428392" y="5382866"/>
                  </a:lnTo>
                  <a:lnTo>
                    <a:pt x="428486" y="5382866"/>
                  </a:lnTo>
                  <a:lnTo>
                    <a:pt x="428580" y="5382866"/>
                  </a:lnTo>
                  <a:lnTo>
                    <a:pt x="428674" y="5382866"/>
                  </a:lnTo>
                  <a:lnTo>
                    <a:pt x="428769" y="5382866"/>
                  </a:lnTo>
                  <a:lnTo>
                    <a:pt x="428863" y="5382866"/>
                  </a:lnTo>
                  <a:lnTo>
                    <a:pt x="428957" y="5382866"/>
                  </a:lnTo>
                  <a:lnTo>
                    <a:pt x="429051" y="5382866"/>
                  </a:lnTo>
                  <a:lnTo>
                    <a:pt x="429145" y="5382866"/>
                  </a:lnTo>
                  <a:lnTo>
                    <a:pt x="429239" y="5382866"/>
                  </a:lnTo>
                  <a:lnTo>
                    <a:pt x="429333" y="5382866"/>
                  </a:lnTo>
                  <a:lnTo>
                    <a:pt x="429428" y="5382866"/>
                  </a:lnTo>
                  <a:lnTo>
                    <a:pt x="429522" y="5382866"/>
                  </a:lnTo>
                  <a:lnTo>
                    <a:pt x="429616" y="5382866"/>
                  </a:lnTo>
                  <a:lnTo>
                    <a:pt x="429710" y="5382866"/>
                  </a:lnTo>
                  <a:lnTo>
                    <a:pt x="429804" y="5382866"/>
                  </a:lnTo>
                  <a:lnTo>
                    <a:pt x="429898" y="5382866"/>
                  </a:lnTo>
                  <a:lnTo>
                    <a:pt x="429993" y="5382866"/>
                  </a:lnTo>
                  <a:lnTo>
                    <a:pt x="429993" y="5377955"/>
                  </a:lnTo>
                  <a:lnTo>
                    <a:pt x="430087" y="5377955"/>
                  </a:lnTo>
                  <a:lnTo>
                    <a:pt x="430181" y="5377955"/>
                  </a:lnTo>
                  <a:lnTo>
                    <a:pt x="430275" y="5377955"/>
                  </a:lnTo>
                  <a:lnTo>
                    <a:pt x="430369" y="5377955"/>
                  </a:lnTo>
                  <a:lnTo>
                    <a:pt x="430463" y="5377955"/>
                  </a:lnTo>
                  <a:lnTo>
                    <a:pt x="430557" y="5377955"/>
                  </a:lnTo>
                  <a:lnTo>
                    <a:pt x="430652" y="5377955"/>
                  </a:lnTo>
                  <a:lnTo>
                    <a:pt x="430746" y="5377955"/>
                  </a:lnTo>
                  <a:lnTo>
                    <a:pt x="430840" y="5377955"/>
                  </a:lnTo>
                  <a:lnTo>
                    <a:pt x="430934" y="5377955"/>
                  </a:lnTo>
                  <a:lnTo>
                    <a:pt x="431028" y="5377955"/>
                  </a:lnTo>
                  <a:lnTo>
                    <a:pt x="431122" y="5377955"/>
                  </a:lnTo>
                  <a:lnTo>
                    <a:pt x="431217" y="5377955"/>
                  </a:lnTo>
                  <a:lnTo>
                    <a:pt x="431311" y="5377955"/>
                  </a:lnTo>
                  <a:lnTo>
                    <a:pt x="431405" y="5377955"/>
                  </a:lnTo>
                  <a:lnTo>
                    <a:pt x="431499" y="5377955"/>
                  </a:lnTo>
                  <a:lnTo>
                    <a:pt x="431593" y="5377955"/>
                  </a:lnTo>
                  <a:lnTo>
                    <a:pt x="431687" y="5377955"/>
                  </a:lnTo>
                  <a:lnTo>
                    <a:pt x="431781" y="5377955"/>
                  </a:lnTo>
                  <a:lnTo>
                    <a:pt x="431876" y="5377955"/>
                  </a:lnTo>
                  <a:lnTo>
                    <a:pt x="431970" y="5377955"/>
                  </a:lnTo>
                  <a:lnTo>
                    <a:pt x="432064" y="5377955"/>
                  </a:lnTo>
                  <a:lnTo>
                    <a:pt x="432158" y="5377955"/>
                  </a:lnTo>
                  <a:lnTo>
                    <a:pt x="432252" y="5377955"/>
                  </a:lnTo>
                  <a:lnTo>
                    <a:pt x="432346" y="5377955"/>
                  </a:lnTo>
                  <a:lnTo>
                    <a:pt x="432441" y="5377955"/>
                  </a:lnTo>
                  <a:lnTo>
                    <a:pt x="432535" y="5377955"/>
                  </a:lnTo>
                  <a:lnTo>
                    <a:pt x="432629" y="5377955"/>
                  </a:lnTo>
                  <a:lnTo>
                    <a:pt x="432723" y="5377955"/>
                  </a:lnTo>
                  <a:lnTo>
                    <a:pt x="432817" y="5377955"/>
                  </a:lnTo>
                  <a:lnTo>
                    <a:pt x="432911" y="5377955"/>
                  </a:lnTo>
                  <a:lnTo>
                    <a:pt x="433005" y="5377955"/>
                  </a:lnTo>
                  <a:lnTo>
                    <a:pt x="433100" y="5377955"/>
                  </a:lnTo>
                  <a:lnTo>
                    <a:pt x="433194" y="5377955"/>
                  </a:lnTo>
                  <a:lnTo>
                    <a:pt x="433288" y="5377955"/>
                  </a:lnTo>
                  <a:lnTo>
                    <a:pt x="433382" y="5377955"/>
                  </a:lnTo>
                  <a:lnTo>
                    <a:pt x="433476" y="5377955"/>
                  </a:lnTo>
                  <a:lnTo>
                    <a:pt x="433570" y="5377955"/>
                  </a:lnTo>
                  <a:lnTo>
                    <a:pt x="433664" y="5377955"/>
                  </a:lnTo>
                  <a:lnTo>
                    <a:pt x="433759" y="5377955"/>
                  </a:lnTo>
                  <a:lnTo>
                    <a:pt x="433853" y="5377955"/>
                  </a:lnTo>
                  <a:lnTo>
                    <a:pt x="433947" y="5377955"/>
                  </a:lnTo>
                  <a:lnTo>
                    <a:pt x="434041" y="5377955"/>
                  </a:lnTo>
                  <a:lnTo>
                    <a:pt x="434135" y="5377955"/>
                  </a:lnTo>
                  <a:lnTo>
                    <a:pt x="434229" y="5377955"/>
                  </a:lnTo>
                  <a:lnTo>
                    <a:pt x="434324" y="5377955"/>
                  </a:lnTo>
                  <a:lnTo>
                    <a:pt x="434418" y="5377955"/>
                  </a:lnTo>
                  <a:lnTo>
                    <a:pt x="434418" y="5373044"/>
                  </a:lnTo>
                  <a:lnTo>
                    <a:pt x="434512" y="5373044"/>
                  </a:lnTo>
                  <a:lnTo>
                    <a:pt x="434606" y="5373044"/>
                  </a:lnTo>
                  <a:lnTo>
                    <a:pt x="434700" y="5373044"/>
                  </a:lnTo>
                  <a:lnTo>
                    <a:pt x="434700" y="5368132"/>
                  </a:lnTo>
                  <a:lnTo>
                    <a:pt x="434794" y="5368132"/>
                  </a:lnTo>
                  <a:lnTo>
                    <a:pt x="434888" y="5368132"/>
                  </a:lnTo>
                  <a:lnTo>
                    <a:pt x="434983" y="5368132"/>
                  </a:lnTo>
                  <a:lnTo>
                    <a:pt x="435077" y="5368132"/>
                  </a:lnTo>
                  <a:lnTo>
                    <a:pt x="435171" y="5368132"/>
                  </a:lnTo>
                  <a:lnTo>
                    <a:pt x="435265" y="5368132"/>
                  </a:lnTo>
                  <a:lnTo>
                    <a:pt x="435359" y="5368132"/>
                  </a:lnTo>
                  <a:lnTo>
                    <a:pt x="435453" y="5368132"/>
                  </a:lnTo>
                  <a:lnTo>
                    <a:pt x="435548" y="5368132"/>
                  </a:lnTo>
                  <a:lnTo>
                    <a:pt x="435642" y="5368132"/>
                  </a:lnTo>
                  <a:lnTo>
                    <a:pt x="435736" y="5368132"/>
                  </a:lnTo>
                  <a:lnTo>
                    <a:pt x="435830" y="5368132"/>
                  </a:lnTo>
                  <a:lnTo>
                    <a:pt x="435924" y="5368132"/>
                  </a:lnTo>
                  <a:lnTo>
                    <a:pt x="436018" y="5368132"/>
                  </a:lnTo>
                  <a:lnTo>
                    <a:pt x="436112" y="5368132"/>
                  </a:lnTo>
                  <a:lnTo>
                    <a:pt x="436207" y="5368132"/>
                  </a:lnTo>
                  <a:lnTo>
                    <a:pt x="436301" y="5368132"/>
                  </a:lnTo>
                  <a:lnTo>
                    <a:pt x="436395" y="5368132"/>
                  </a:lnTo>
                  <a:lnTo>
                    <a:pt x="436489" y="5368132"/>
                  </a:lnTo>
                  <a:lnTo>
                    <a:pt x="436583" y="5368132"/>
                  </a:lnTo>
                  <a:lnTo>
                    <a:pt x="436677" y="5368132"/>
                  </a:lnTo>
                  <a:lnTo>
                    <a:pt x="436772" y="5368132"/>
                  </a:lnTo>
                  <a:lnTo>
                    <a:pt x="436866" y="5368132"/>
                  </a:lnTo>
                  <a:lnTo>
                    <a:pt x="436960" y="5368132"/>
                  </a:lnTo>
                  <a:lnTo>
                    <a:pt x="437054" y="5368132"/>
                  </a:lnTo>
                  <a:lnTo>
                    <a:pt x="437148" y="5368132"/>
                  </a:lnTo>
                  <a:lnTo>
                    <a:pt x="437242" y="5368132"/>
                  </a:lnTo>
                  <a:lnTo>
                    <a:pt x="437336" y="5368132"/>
                  </a:lnTo>
                  <a:lnTo>
                    <a:pt x="437431" y="5368132"/>
                  </a:lnTo>
                  <a:lnTo>
                    <a:pt x="437525" y="5368132"/>
                  </a:lnTo>
                  <a:lnTo>
                    <a:pt x="437619" y="5368132"/>
                  </a:lnTo>
                  <a:lnTo>
                    <a:pt x="437713" y="5368132"/>
                  </a:lnTo>
                  <a:lnTo>
                    <a:pt x="437807" y="5368132"/>
                  </a:lnTo>
                  <a:lnTo>
                    <a:pt x="437901" y="5368132"/>
                  </a:lnTo>
                  <a:lnTo>
                    <a:pt x="437995" y="5368132"/>
                  </a:lnTo>
                  <a:lnTo>
                    <a:pt x="438090" y="5368132"/>
                  </a:lnTo>
                  <a:lnTo>
                    <a:pt x="438184" y="5368132"/>
                  </a:lnTo>
                  <a:lnTo>
                    <a:pt x="438278" y="5368132"/>
                  </a:lnTo>
                  <a:lnTo>
                    <a:pt x="438372" y="5368132"/>
                  </a:lnTo>
                  <a:lnTo>
                    <a:pt x="438466" y="5368132"/>
                  </a:lnTo>
                  <a:lnTo>
                    <a:pt x="438560" y="5368132"/>
                  </a:lnTo>
                  <a:lnTo>
                    <a:pt x="438655" y="5368132"/>
                  </a:lnTo>
                  <a:lnTo>
                    <a:pt x="438749" y="5368132"/>
                  </a:lnTo>
                  <a:lnTo>
                    <a:pt x="438843" y="5368132"/>
                  </a:lnTo>
                  <a:lnTo>
                    <a:pt x="438937" y="5368132"/>
                  </a:lnTo>
                  <a:lnTo>
                    <a:pt x="439031" y="5368132"/>
                  </a:lnTo>
                  <a:lnTo>
                    <a:pt x="439125" y="5368132"/>
                  </a:lnTo>
                  <a:lnTo>
                    <a:pt x="439219" y="5368132"/>
                  </a:lnTo>
                  <a:lnTo>
                    <a:pt x="439314" y="5368132"/>
                  </a:lnTo>
                  <a:lnTo>
                    <a:pt x="439408" y="5368132"/>
                  </a:lnTo>
                  <a:lnTo>
                    <a:pt x="439502" y="5368132"/>
                  </a:lnTo>
                  <a:lnTo>
                    <a:pt x="439596" y="5368132"/>
                  </a:lnTo>
                  <a:lnTo>
                    <a:pt x="439690" y="5368132"/>
                  </a:lnTo>
                  <a:lnTo>
                    <a:pt x="439784" y="5368132"/>
                  </a:lnTo>
                  <a:lnTo>
                    <a:pt x="439879" y="5368132"/>
                  </a:lnTo>
                  <a:lnTo>
                    <a:pt x="439973" y="5368132"/>
                  </a:lnTo>
                  <a:lnTo>
                    <a:pt x="440067" y="5368132"/>
                  </a:lnTo>
                  <a:lnTo>
                    <a:pt x="440161" y="5368132"/>
                  </a:lnTo>
                  <a:lnTo>
                    <a:pt x="440255" y="5368132"/>
                  </a:lnTo>
                  <a:lnTo>
                    <a:pt x="440349" y="5368132"/>
                  </a:lnTo>
                  <a:lnTo>
                    <a:pt x="440443" y="5368132"/>
                  </a:lnTo>
                  <a:lnTo>
                    <a:pt x="440538" y="5368132"/>
                  </a:lnTo>
                  <a:lnTo>
                    <a:pt x="440632" y="5368132"/>
                  </a:lnTo>
                  <a:lnTo>
                    <a:pt x="440632" y="5363221"/>
                  </a:lnTo>
                  <a:lnTo>
                    <a:pt x="440726" y="5363221"/>
                  </a:lnTo>
                  <a:lnTo>
                    <a:pt x="440820" y="5363221"/>
                  </a:lnTo>
                  <a:lnTo>
                    <a:pt x="440914" y="5363221"/>
                  </a:lnTo>
                  <a:lnTo>
                    <a:pt x="440914" y="5358310"/>
                  </a:lnTo>
                  <a:lnTo>
                    <a:pt x="441008" y="5358310"/>
                  </a:lnTo>
                  <a:lnTo>
                    <a:pt x="441103" y="5358310"/>
                  </a:lnTo>
                  <a:lnTo>
                    <a:pt x="441197" y="5358310"/>
                  </a:lnTo>
                  <a:lnTo>
                    <a:pt x="441291" y="5358310"/>
                  </a:lnTo>
                  <a:lnTo>
                    <a:pt x="441385" y="5358310"/>
                  </a:lnTo>
                  <a:lnTo>
                    <a:pt x="441479" y="5358310"/>
                  </a:lnTo>
                  <a:lnTo>
                    <a:pt x="441573" y="5358310"/>
                  </a:lnTo>
                  <a:lnTo>
                    <a:pt x="441667" y="5358310"/>
                  </a:lnTo>
                  <a:lnTo>
                    <a:pt x="441762" y="5358310"/>
                  </a:lnTo>
                  <a:lnTo>
                    <a:pt x="441856" y="5358310"/>
                  </a:lnTo>
                  <a:lnTo>
                    <a:pt x="441950" y="5358310"/>
                  </a:lnTo>
                  <a:lnTo>
                    <a:pt x="442044" y="5358310"/>
                  </a:lnTo>
                  <a:lnTo>
                    <a:pt x="442138" y="5358310"/>
                  </a:lnTo>
                  <a:lnTo>
                    <a:pt x="442232" y="5358310"/>
                  </a:lnTo>
                  <a:lnTo>
                    <a:pt x="442326" y="5358310"/>
                  </a:lnTo>
                  <a:lnTo>
                    <a:pt x="442421" y="5358310"/>
                  </a:lnTo>
                  <a:lnTo>
                    <a:pt x="442515" y="5358310"/>
                  </a:lnTo>
                  <a:lnTo>
                    <a:pt x="442609" y="5358310"/>
                  </a:lnTo>
                  <a:lnTo>
                    <a:pt x="442703" y="5358310"/>
                  </a:lnTo>
                  <a:lnTo>
                    <a:pt x="442797" y="5358310"/>
                  </a:lnTo>
                  <a:lnTo>
                    <a:pt x="442891" y="5358310"/>
                  </a:lnTo>
                  <a:lnTo>
                    <a:pt x="442986" y="5358310"/>
                  </a:lnTo>
                  <a:lnTo>
                    <a:pt x="443080" y="5358310"/>
                  </a:lnTo>
                  <a:lnTo>
                    <a:pt x="443174" y="5358310"/>
                  </a:lnTo>
                  <a:lnTo>
                    <a:pt x="443268" y="5358310"/>
                  </a:lnTo>
                  <a:lnTo>
                    <a:pt x="443362" y="5358310"/>
                  </a:lnTo>
                  <a:lnTo>
                    <a:pt x="443456" y="5358310"/>
                  </a:lnTo>
                  <a:lnTo>
                    <a:pt x="443550" y="5358310"/>
                  </a:lnTo>
                  <a:lnTo>
                    <a:pt x="443645" y="5358310"/>
                  </a:lnTo>
                  <a:lnTo>
                    <a:pt x="443739" y="5358310"/>
                  </a:lnTo>
                  <a:lnTo>
                    <a:pt x="443833" y="5358310"/>
                  </a:lnTo>
                  <a:lnTo>
                    <a:pt x="443927" y="5358310"/>
                  </a:lnTo>
                  <a:lnTo>
                    <a:pt x="444021" y="5358310"/>
                  </a:lnTo>
                  <a:lnTo>
                    <a:pt x="444115" y="5358310"/>
                  </a:lnTo>
                  <a:lnTo>
                    <a:pt x="444210" y="5358310"/>
                  </a:lnTo>
                  <a:lnTo>
                    <a:pt x="444304" y="5358310"/>
                  </a:lnTo>
                  <a:lnTo>
                    <a:pt x="444398" y="5358310"/>
                  </a:lnTo>
                  <a:lnTo>
                    <a:pt x="444492" y="5358310"/>
                  </a:lnTo>
                  <a:lnTo>
                    <a:pt x="444586" y="5358310"/>
                  </a:lnTo>
                  <a:lnTo>
                    <a:pt x="444680" y="5358310"/>
                  </a:lnTo>
                  <a:lnTo>
                    <a:pt x="444774" y="5358310"/>
                  </a:lnTo>
                  <a:lnTo>
                    <a:pt x="444869" y="5358310"/>
                  </a:lnTo>
                  <a:lnTo>
                    <a:pt x="444963" y="5358310"/>
                  </a:lnTo>
                  <a:lnTo>
                    <a:pt x="445057" y="5358310"/>
                  </a:lnTo>
                  <a:lnTo>
                    <a:pt x="445151" y="5358310"/>
                  </a:lnTo>
                  <a:lnTo>
                    <a:pt x="445245" y="5358310"/>
                  </a:lnTo>
                  <a:lnTo>
                    <a:pt x="445245" y="5353398"/>
                  </a:lnTo>
                  <a:lnTo>
                    <a:pt x="445339" y="5353398"/>
                  </a:lnTo>
                  <a:lnTo>
                    <a:pt x="445434" y="5353398"/>
                  </a:lnTo>
                  <a:lnTo>
                    <a:pt x="445528" y="5353398"/>
                  </a:lnTo>
                  <a:lnTo>
                    <a:pt x="445622" y="5353398"/>
                  </a:lnTo>
                  <a:lnTo>
                    <a:pt x="445716" y="5353398"/>
                  </a:lnTo>
                  <a:lnTo>
                    <a:pt x="445810" y="5353398"/>
                  </a:lnTo>
                  <a:lnTo>
                    <a:pt x="445904" y="5353398"/>
                  </a:lnTo>
                  <a:lnTo>
                    <a:pt x="445998" y="5353398"/>
                  </a:lnTo>
                  <a:lnTo>
                    <a:pt x="446093" y="5353398"/>
                  </a:lnTo>
                  <a:lnTo>
                    <a:pt x="446187" y="5353398"/>
                  </a:lnTo>
                  <a:lnTo>
                    <a:pt x="446281" y="5353398"/>
                  </a:lnTo>
                  <a:lnTo>
                    <a:pt x="446375" y="5353398"/>
                  </a:lnTo>
                  <a:lnTo>
                    <a:pt x="446469" y="5353398"/>
                  </a:lnTo>
                  <a:lnTo>
                    <a:pt x="446563" y="5353398"/>
                  </a:lnTo>
                  <a:lnTo>
                    <a:pt x="446657" y="5353398"/>
                  </a:lnTo>
                  <a:lnTo>
                    <a:pt x="446752" y="5353398"/>
                  </a:lnTo>
                  <a:lnTo>
                    <a:pt x="446752" y="5348487"/>
                  </a:lnTo>
                  <a:lnTo>
                    <a:pt x="446846" y="5348487"/>
                  </a:lnTo>
                  <a:lnTo>
                    <a:pt x="446940" y="5348487"/>
                  </a:lnTo>
                  <a:lnTo>
                    <a:pt x="447034" y="5348487"/>
                  </a:lnTo>
                  <a:lnTo>
                    <a:pt x="447128" y="5348487"/>
                  </a:lnTo>
                  <a:lnTo>
                    <a:pt x="447222" y="5348487"/>
                  </a:lnTo>
                  <a:lnTo>
                    <a:pt x="447317" y="5348487"/>
                  </a:lnTo>
                  <a:lnTo>
                    <a:pt x="447411" y="5348487"/>
                  </a:lnTo>
                  <a:lnTo>
                    <a:pt x="447505" y="5348487"/>
                  </a:lnTo>
                  <a:lnTo>
                    <a:pt x="447599" y="5348487"/>
                  </a:lnTo>
                  <a:lnTo>
                    <a:pt x="447599" y="5343575"/>
                  </a:lnTo>
                  <a:lnTo>
                    <a:pt x="447693" y="5343575"/>
                  </a:lnTo>
                  <a:lnTo>
                    <a:pt x="447787" y="5343575"/>
                  </a:lnTo>
                  <a:lnTo>
                    <a:pt x="447881" y="5343575"/>
                  </a:lnTo>
                  <a:lnTo>
                    <a:pt x="447976" y="5343575"/>
                  </a:lnTo>
                  <a:lnTo>
                    <a:pt x="448070" y="5343575"/>
                  </a:lnTo>
                  <a:lnTo>
                    <a:pt x="448164" y="5343575"/>
                  </a:lnTo>
                  <a:lnTo>
                    <a:pt x="448258" y="5343575"/>
                  </a:lnTo>
                  <a:lnTo>
                    <a:pt x="448352" y="5343575"/>
                  </a:lnTo>
                  <a:lnTo>
                    <a:pt x="448446" y="5343575"/>
                  </a:lnTo>
                  <a:lnTo>
                    <a:pt x="448541" y="5343575"/>
                  </a:lnTo>
                  <a:lnTo>
                    <a:pt x="448635" y="5343575"/>
                  </a:lnTo>
                  <a:lnTo>
                    <a:pt x="448729" y="5343575"/>
                  </a:lnTo>
                  <a:lnTo>
                    <a:pt x="448823" y="5343575"/>
                  </a:lnTo>
                  <a:lnTo>
                    <a:pt x="448917" y="5343575"/>
                  </a:lnTo>
                  <a:lnTo>
                    <a:pt x="449011" y="5343575"/>
                  </a:lnTo>
                  <a:lnTo>
                    <a:pt x="449105" y="5343575"/>
                  </a:lnTo>
                  <a:lnTo>
                    <a:pt x="449200" y="5343575"/>
                  </a:lnTo>
                  <a:lnTo>
                    <a:pt x="449294" y="5343575"/>
                  </a:lnTo>
                  <a:lnTo>
                    <a:pt x="449388" y="5343575"/>
                  </a:lnTo>
                  <a:lnTo>
                    <a:pt x="449482" y="5343575"/>
                  </a:lnTo>
                  <a:lnTo>
                    <a:pt x="449576" y="5343575"/>
                  </a:lnTo>
                  <a:lnTo>
                    <a:pt x="449670" y="5343575"/>
                  </a:lnTo>
                  <a:lnTo>
                    <a:pt x="449765" y="5343575"/>
                  </a:lnTo>
                  <a:lnTo>
                    <a:pt x="449859" y="5343575"/>
                  </a:lnTo>
                  <a:lnTo>
                    <a:pt x="449953" y="5343575"/>
                  </a:lnTo>
                  <a:lnTo>
                    <a:pt x="450047" y="5343575"/>
                  </a:lnTo>
                  <a:lnTo>
                    <a:pt x="450141" y="5343575"/>
                  </a:lnTo>
                  <a:lnTo>
                    <a:pt x="450235" y="5343575"/>
                  </a:lnTo>
                  <a:lnTo>
                    <a:pt x="450329" y="5343575"/>
                  </a:lnTo>
                  <a:lnTo>
                    <a:pt x="450424" y="5343575"/>
                  </a:lnTo>
                  <a:lnTo>
                    <a:pt x="450518" y="5343575"/>
                  </a:lnTo>
                  <a:lnTo>
                    <a:pt x="450612" y="5343575"/>
                  </a:lnTo>
                  <a:lnTo>
                    <a:pt x="450706" y="5343575"/>
                  </a:lnTo>
                  <a:lnTo>
                    <a:pt x="450800" y="5343575"/>
                  </a:lnTo>
                  <a:lnTo>
                    <a:pt x="450894" y="5343575"/>
                  </a:lnTo>
                  <a:lnTo>
                    <a:pt x="450988" y="5343575"/>
                  </a:lnTo>
                  <a:lnTo>
                    <a:pt x="451083" y="5343575"/>
                  </a:lnTo>
                  <a:lnTo>
                    <a:pt x="451177" y="5343575"/>
                  </a:lnTo>
                  <a:lnTo>
                    <a:pt x="451271" y="5343575"/>
                  </a:lnTo>
                  <a:lnTo>
                    <a:pt x="451365" y="5343575"/>
                  </a:lnTo>
                  <a:lnTo>
                    <a:pt x="451459" y="5343575"/>
                  </a:lnTo>
                  <a:lnTo>
                    <a:pt x="451553" y="5343575"/>
                  </a:lnTo>
                  <a:lnTo>
                    <a:pt x="451648" y="5343575"/>
                  </a:lnTo>
                  <a:lnTo>
                    <a:pt x="451742" y="5343575"/>
                  </a:lnTo>
                  <a:lnTo>
                    <a:pt x="451836" y="5343575"/>
                  </a:lnTo>
                  <a:lnTo>
                    <a:pt x="451930" y="5343575"/>
                  </a:lnTo>
                  <a:lnTo>
                    <a:pt x="452024" y="5343575"/>
                  </a:lnTo>
                  <a:lnTo>
                    <a:pt x="452118" y="5343575"/>
                  </a:lnTo>
                  <a:lnTo>
                    <a:pt x="452118" y="5338664"/>
                  </a:lnTo>
                  <a:lnTo>
                    <a:pt x="452212" y="5338664"/>
                  </a:lnTo>
                  <a:lnTo>
                    <a:pt x="452307" y="5338664"/>
                  </a:lnTo>
                  <a:lnTo>
                    <a:pt x="452401" y="5338664"/>
                  </a:lnTo>
                  <a:lnTo>
                    <a:pt x="452495" y="5338664"/>
                  </a:lnTo>
                  <a:lnTo>
                    <a:pt x="452589" y="5338664"/>
                  </a:lnTo>
                  <a:lnTo>
                    <a:pt x="452683" y="5338664"/>
                  </a:lnTo>
                  <a:lnTo>
                    <a:pt x="452777" y="5338664"/>
                  </a:lnTo>
                  <a:lnTo>
                    <a:pt x="452872" y="5338664"/>
                  </a:lnTo>
                  <a:lnTo>
                    <a:pt x="452872" y="5333753"/>
                  </a:lnTo>
                  <a:lnTo>
                    <a:pt x="452966" y="5333753"/>
                  </a:lnTo>
                  <a:lnTo>
                    <a:pt x="453060" y="5333753"/>
                  </a:lnTo>
                  <a:lnTo>
                    <a:pt x="453154" y="5333753"/>
                  </a:lnTo>
                  <a:lnTo>
                    <a:pt x="453248" y="5333753"/>
                  </a:lnTo>
                  <a:lnTo>
                    <a:pt x="453342" y="5333753"/>
                  </a:lnTo>
                  <a:lnTo>
                    <a:pt x="453436" y="5333753"/>
                  </a:lnTo>
                  <a:lnTo>
                    <a:pt x="453436" y="5328841"/>
                  </a:lnTo>
                  <a:lnTo>
                    <a:pt x="453531" y="5328841"/>
                  </a:lnTo>
                  <a:lnTo>
                    <a:pt x="453625" y="5328841"/>
                  </a:lnTo>
                  <a:lnTo>
                    <a:pt x="453719" y="5328841"/>
                  </a:lnTo>
                  <a:lnTo>
                    <a:pt x="453813" y="5328841"/>
                  </a:lnTo>
                  <a:lnTo>
                    <a:pt x="453907" y="5328841"/>
                  </a:lnTo>
                  <a:lnTo>
                    <a:pt x="454001" y="5328841"/>
                  </a:lnTo>
                  <a:lnTo>
                    <a:pt x="454096" y="5328841"/>
                  </a:lnTo>
                  <a:lnTo>
                    <a:pt x="454190" y="5328841"/>
                  </a:lnTo>
                  <a:lnTo>
                    <a:pt x="454284" y="5328841"/>
                  </a:lnTo>
                  <a:lnTo>
                    <a:pt x="454378" y="5328841"/>
                  </a:lnTo>
                  <a:lnTo>
                    <a:pt x="454472" y="5328841"/>
                  </a:lnTo>
                  <a:lnTo>
                    <a:pt x="454566" y="5328841"/>
                  </a:lnTo>
                  <a:lnTo>
                    <a:pt x="454660" y="5328841"/>
                  </a:lnTo>
                  <a:lnTo>
                    <a:pt x="454755" y="5328841"/>
                  </a:lnTo>
                  <a:lnTo>
                    <a:pt x="454849" y="5328841"/>
                  </a:lnTo>
                  <a:lnTo>
                    <a:pt x="454943" y="5328841"/>
                  </a:lnTo>
                  <a:lnTo>
                    <a:pt x="455037" y="5328841"/>
                  </a:lnTo>
                  <a:lnTo>
                    <a:pt x="455131" y="5328841"/>
                  </a:lnTo>
                  <a:lnTo>
                    <a:pt x="455225" y="5328841"/>
                  </a:lnTo>
                  <a:lnTo>
                    <a:pt x="455319" y="5328841"/>
                  </a:lnTo>
                  <a:lnTo>
                    <a:pt x="455414" y="5328841"/>
                  </a:lnTo>
                  <a:lnTo>
                    <a:pt x="455508" y="5328841"/>
                  </a:lnTo>
                  <a:lnTo>
                    <a:pt x="455602" y="5328841"/>
                  </a:lnTo>
                  <a:lnTo>
                    <a:pt x="455696" y="5328841"/>
                  </a:lnTo>
                  <a:lnTo>
                    <a:pt x="455790" y="5328841"/>
                  </a:lnTo>
                  <a:lnTo>
                    <a:pt x="455884" y="5328841"/>
                  </a:lnTo>
                  <a:lnTo>
                    <a:pt x="455979" y="5328841"/>
                  </a:lnTo>
                  <a:lnTo>
                    <a:pt x="456073" y="5328841"/>
                  </a:lnTo>
                  <a:lnTo>
                    <a:pt x="456167" y="5328841"/>
                  </a:lnTo>
                  <a:lnTo>
                    <a:pt x="456261" y="5328841"/>
                  </a:lnTo>
                  <a:lnTo>
                    <a:pt x="456355" y="5328841"/>
                  </a:lnTo>
                  <a:lnTo>
                    <a:pt x="456449" y="5328841"/>
                  </a:lnTo>
                  <a:lnTo>
                    <a:pt x="456449" y="5323930"/>
                  </a:lnTo>
                  <a:lnTo>
                    <a:pt x="456543" y="5323930"/>
                  </a:lnTo>
                  <a:lnTo>
                    <a:pt x="456638" y="5323930"/>
                  </a:lnTo>
                  <a:lnTo>
                    <a:pt x="456732" y="5323930"/>
                  </a:lnTo>
                  <a:lnTo>
                    <a:pt x="456826" y="5323930"/>
                  </a:lnTo>
                  <a:lnTo>
                    <a:pt x="456920" y="5323930"/>
                  </a:lnTo>
                  <a:lnTo>
                    <a:pt x="457014" y="5323930"/>
                  </a:lnTo>
                  <a:lnTo>
                    <a:pt x="457108" y="5323930"/>
                  </a:lnTo>
                  <a:lnTo>
                    <a:pt x="457203" y="5323930"/>
                  </a:lnTo>
                  <a:lnTo>
                    <a:pt x="457297" y="5323930"/>
                  </a:lnTo>
                  <a:lnTo>
                    <a:pt x="457391" y="5323930"/>
                  </a:lnTo>
                  <a:lnTo>
                    <a:pt x="457485" y="5323930"/>
                  </a:lnTo>
                  <a:lnTo>
                    <a:pt x="457579" y="5323930"/>
                  </a:lnTo>
                  <a:lnTo>
                    <a:pt x="457673" y="5323930"/>
                  </a:lnTo>
                  <a:lnTo>
                    <a:pt x="457767" y="5323930"/>
                  </a:lnTo>
                  <a:lnTo>
                    <a:pt x="457862" y="5323930"/>
                  </a:lnTo>
                  <a:lnTo>
                    <a:pt x="457956" y="5323930"/>
                  </a:lnTo>
                  <a:lnTo>
                    <a:pt x="458050" y="5323930"/>
                  </a:lnTo>
                  <a:lnTo>
                    <a:pt x="458144" y="5323930"/>
                  </a:lnTo>
                  <a:lnTo>
                    <a:pt x="458238" y="5323930"/>
                  </a:lnTo>
                  <a:lnTo>
                    <a:pt x="458332" y="5323930"/>
                  </a:lnTo>
                  <a:lnTo>
                    <a:pt x="458427" y="5323930"/>
                  </a:lnTo>
                  <a:lnTo>
                    <a:pt x="458521" y="5323930"/>
                  </a:lnTo>
                  <a:lnTo>
                    <a:pt x="458615" y="5323930"/>
                  </a:lnTo>
                  <a:lnTo>
                    <a:pt x="458709" y="5323930"/>
                  </a:lnTo>
                  <a:lnTo>
                    <a:pt x="458803" y="5323930"/>
                  </a:lnTo>
                  <a:lnTo>
                    <a:pt x="458897" y="5323930"/>
                  </a:lnTo>
                  <a:lnTo>
                    <a:pt x="458991" y="5323930"/>
                  </a:lnTo>
                  <a:lnTo>
                    <a:pt x="459086" y="5323930"/>
                  </a:lnTo>
                  <a:lnTo>
                    <a:pt x="459180" y="5323930"/>
                  </a:lnTo>
                  <a:lnTo>
                    <a:pt x="459274" y="5323930"/>
                  </a:lnTo>
                  <a:lnTo>
                    <a:pt x="459368" y="5323930"/>
                  </a:lnTo>
                  <a:lnTo>
                    <a:pt x="459462" y="5323930"/>
                  </a:lnTo>
                  <a:lnTo>
                    <a:pt x="459556" y="5323930"/>
                  </a:lnTo>
                  <a:lnTo>
                    <a:pt x="459556" y="5319019"/>
                  </a:lnTo>
                  <a:lnTo>
                    <a:pt x="459650" y="5319019"/>
                  </a:lnTo>
                  <a:lnTo>
                    <a:pt x="459745" y="5319019"/>
                  </a:lnTo>
                  <a:lnTo>
                    <a:pt x="459839" y="5319019"/>
                  </a:lnTo>
                  <a:lnTo>
                    <a:pt x="459933" y="5319019"/>
                  </a:lnTo>
                  <a:lnTo>
                    <a:pt x="460027" y="5319019"/>
                  </a:lnTo>
                  <a:lnTo>
                    <a:pt x="460121" y="5319019"/>
                  </a:lnTo>
                  <a:lnTo>
                    <a:pt x="460121" y="5314107"/>
                  </a:lnTo>
                  <a:lnTo>
                    <a:pt x="460215" y="5314107"/>
                  </a:lnTo>
                  <a:lnTo>
                    <a:pt x="460310" y="5314107"/>
                  </a:lnTo>
                  <a:lnTo>
                    <a:pt x="460404" y="5314107"/>
                  </a:lnTo>
                  <a:lnTo>
                    <a:pt x="460498" y="5314107"/>
                  </a:lnTo>
                  <a:lnTo>
                    <a:pt x="460592" y="5314107"/>
                  </a:lnTo>
                  <a:lnTo>
                    <a:pt x="460686" y="5314107"/>
                  </a:lnTo>
                  <a:lnTo>
                    <a:pt x="460780" y="5314107"/>
                  </a:lnTo>
                  <a:lnTo>
                    <a:pt x="460874" y="5314107"/>
                  </a:lnTo>
                  <a:lnTo>
                    <a:pt x="460969" y="5314107"/>
                  </a:lnTo>
                  <a:lnTo>
                    <a:pt x="461063" y="5314107"/>
                  </a:lnTo>
                  <a:lnTo>
                    <a:pt x="461157" y="5314107"/>
                  </a:lnTo>
                  <a:lnTo>
                    <a:pt x="461251" y="5314107"/>
                  </a:lnTo>
                  <a:lnTo>
                    <a:pt x="461345" y="5314107"/>
                  </a:lnTo>
                  <a:lnTo>
                    <a:pt x="461439" y="5314107"/>
                  </a:lnTo>
                  <a:lnTo>
                    <a:pt x="461534" y="5314107"/>
                  </a:lnTo>
                  <a:lnTo>
                    <a:pt x="461628" y="5314107"/>
                  </a:lnTo>
                  <a:lnTo>
                    <a:pt x="461722" y="5314107"/>
                  </a:lnTo>
                  <a:lnTo>
                    <a:pt x="461816" y="5314107"/>
                  </a:lnTo>
                  <a:lnTo>
                    <a:pt x="461910" y="5314107"/>
                  </a:lnTo>
                  <a:lnTo>
                    <a:pt x="462004" y="5314107"/>
                  </a:lnTo>
                  <a:lnTo>
                    <a:pt x="462098" y="5314107"/>
                  </a:lnTo>
                  <a:lnTo>
                    <a:pt x="462193" y="5314107"/>
                  </a:lnTo>
                  <a:lnTo>
                    <a:pt x="462287" y="5314107"/>
                  </a:lnTo>
                  <a:lnTo>
                    <a:pt x="462381" y="5314107"/>
                  </a:lnTo>
                  <a:lnTo>
                    <a:pt x="462475" y="5314107"/>
                  </a:lnTo>
                  <a:lnTo>
                    <a:pt x="462569" y="5314107"/>
                  </a:lnTo>
                  <a:lnTo>
                    <a:pt x="462663" y="5314107"/>
                  </a:lnTo>
                  <a:lnTo>
                    <a:pt x="462758" y="5314107"/>
                  </a:lnTo>
                  <a:lnTo>
                    <a:pt x="462852" y="5314107"/>
                  </a:lnTo>
                  <a:lnTo>
                    <a:pt x="462852" y="5309196"/>
                  </a:lnTo>
                  <a:lnTo>
                    <a:pt x="462946" y="5309196"/>
                  </a:lnTo>
                  <a:lnTo>
                    <a:pt x="463040" y="5309196"/>
                  </a:lnTo>
                  <a:lnTo>
                    <a:pt x="463134" y="5309196"/>
                  </a:lnTo>
                  <a:lnTo>
                    <a:pt x="463134" y="5304284"/>
                  </a:lnTo>
                  <a:lnTo>
                    <a:pt x="463228" y="5304284"/>
                  </a:lnTo>
                  <a:lnTo>
                    <a:pt x="463228" y="5299373"/>
                  </a:lnTo>
                  <a:lnTo>
                    <a:pt x="463322" y="5299373"/>
                  </a:lnTo>
                  <a:lnTo>
                    <a:pt x="463417" y="5299373"/>
                  </a:lnTo>
                  <a:lnTo>
                    <a:pt x="463511" y="5299373"/>
                  </a:lnTo>
                  <a:lnTo>
                    <a:pt x="463605" y="5299373"/>
                  </a:lnTo>
                  <a:lnTo>
                    <a:pt x="463699" y="5299373"/>
                  </a:lnTo>
                  <a:lnTo>
                    <a:pt x="463793" y="5299373"/>
                  </a:lnTo>
                  <a:lnTo>
                    <a:pt x="463887" y="5299373"/>
                  </a:lnTo>
                  <a:lnTo>
                    <a:pt x="463981" y="5299373"/>
                  </a:lnTo>
                  <a:lnTo>
                    <a:pt x="464076" y="5299373"/>
                  </a:lnTo>
                  <a:lnTo>
                    <a:pt x="464170" y="5299373"/>
                  </a:lnTo>
                  <a:lnTo>
                    <a:pt x="464264" y="5299373"/>
                  </a:lnTo>
                  <a:lnTo>
                    <a:pt x="464358" y="5299373"/>
                  </a:lnTo>
                  <a:lnTo>
                    <a:pt x="464452" y="5299373"/>
                  </a:lnTo>
                  <a:lnTo>
                    <a:pt x="464546" y="5299373"/>
                  </a:lnTo>
                  <a:lnTo>
                    <a:pt x="464641" y="5299373"/>
                  </a:lnTo>
                  <a:lnTo>
                    <a:pt x="464735" y="5299373"/>
                  </a:lnTo>
                  <a:lnTo>
                    <a:pt x="464829" y="5299373"/>
                  </a:lnTo>
                  <a:lnTo>
                    <a:pt x="464923" y="5299373"/>
                  </a:lnTo>
                  <a:lnTo>
                    <a:pt x="465017" y="5299373"/>
                  </a:lnTo>
                  <a:lnTo>
                    <a:pt x="465111" y="5299373"/>
                  </a:lnTo>
                  <a:lnTo>
                    <a:pt x="465205" y="5299373"/>
                  </a:lnTo>
                  <a:lnTo>
                    <a:pt x="465300" y="5299373"/>
                  </a:lnTo>
                  <a:lnTo>
                    <a:pt x="465394" y="5299373"/>
                  </a:lnTo>
                  <a:lnTo>
                    <a:pt x="465488" y="5299373"/>
                  </a:lnTo>
                  <a:lnTo>
                    <a:pt x="465582" y="5299373"/>
                  </a:lnTo>
                  <a:lnTo>
                    <a:pt x="465676" y="5299373"/>
                  </a:lnTo>
                  <a:lnTo>
                    <a:pt x="465770" y="5299373"/>
                  </a:lnTo>
                  <a:lnTo>
                    <a:pt x="465865" y="5299373"/>
                  </a:lnTo>
                  <a:lnTo>
                    <a:pt x="465959" y="5299373"/>
                  </a:lnTo>
                  <a:lnTo>
                    <a:pt x="466053" y="5299373"/>
                  </a:lnTo>
                  <a:lnTo>
                    <a:pt x="466147" y="5299373"/>
                  </a:lnTo>
                  <a:lnTo>
                    <a:pt x="466241" y="5299373"/>
                  </a:lnTo>
                  <a:lnTo>
                    <a:pt x="466335" y="5299373"/>
                  </a:lnTo>
                  <a:lnTo>
                    <a:pt x="466429" y="5299373"/>
                  </a:lnTo>
                  <a:lnTo>
                    <a:pt x="466524" y="5299373"/>
                  </a:lnTo>
                  <a:lnTo>
                    <a:pt x="466618" y="5299373"/>
                  </a:lnTo>
                  <a:lnTo>
                    <a:pt x="466712" y="5299373"/>
                  </a:lnTo>
                  <a:lnTo>
                    <a:pt x="466806" y="5299373"/>
                  </a:lnTo>
                  <a:lnTo>
                    <a:pt x="466900" y="5299373"/>
                  </a:lnTo>
                  <a:lnTo>
                    <a:pt x="466994" y="5299373"/>
                  </a:lnTo>
                  <a:lnTo>
                    <a:pt x="467089" y="5299373"/>
                  </a:lnTo>
                  <a:lnTo>
                    <a:pt x="467183" y="5299373"/>
                  </a:lnTo>
                  <a:lnTo>
                    <a:pt x="467277" y="5299373"/>
                  </a:lnTo>
                  <a:lnTo>
                    <a:pt x="467371" y="5299373"/>
                  </a:lnTo>
                  <a:lnTo>
                    <a:pt x="467465" y="5299373"/>
                  </a:lnTo>
                  <a:lnTo>
                    <a:pt x="467559" y="5299373"/>
                  </a:lnTo>
                  <a:lnTo>
                    <a:pt x="467653" y="5299373"/>
                  </a:lnTo>
                  <a:lnTo>
                    <a:pt x="467748" y="5299373"/>
                  </a:lnTo>
                  <a:lnTo>
                    <a:pt x="467842" y="5299373"/>
                  </a:lnTo>
                  <a:lnTo>
                    <a:pt x="467936" y="5299373"/>
                  </a:lnTo>
                  <a:lnTo>
                    <a:pt x="468030" y="5299373"/>
                  </a:lnTo>
                  <a:lnTo>
                    <a:pt x="468124" y="5299373"/>
                  </a:lnTo>
                  <a:lnTo>
                    <a:pt x="468218" y="5299373"/>
                  </a:lnTo>
                  <a:lnTo>
                    <a:pt x="468218" y="5294462"/>
                  </a:lnTo>
                  <a:lnTo>
                    <a:pt x="468218" y="5289550"/>
                  </a:lnTo>
                  <a:lnTo>
                    <a:pt x="468312" y="5289550"/>
                  </a:lnTo>
                  <a:lnTo>
                    <a:pt x="468407" y="5289550"/>
                  </a:lnTo>
                  <a:lnTo>
                    <a:pt x="468501" y="5289550"/>
                  </a:lnTo>
                  <a:lnTo>
                    <a:pt x="468595" y="5289550"/>
                  </a:lnTo>
                  <a:lnTo>
                    <a:pt x="468689" y="5289550"/>
                  </a:lnTo>
                  <a:lnTo>
                    <a:pt x="468783" y="5289550"/>
                  </a:lnTo>
                  <a:lnTo>
                    <a:pt x="468877" y="5289550"/>
                  </a:lnTo>
                  <a:lnTo>
                    <a:pt x="468972" y="5289550"/>
                  </a:lnTo>
                  <a:lnTo>
                    <a:pt x="469066" y="5289550"/>
                  </a:lnTo>
                  <a:lnTo>
                    <a:pt x="469160" y="5289550"/>
                  </a:lnTo>
                  <a:lnTo>
                    <a:pt x="469254" y="5289550"/>
                  </a:lnTo>
                  <a:lnTo>
                    <a:pt x="469348" y="5289550"/>
                  </a:lnTo>
                  <a:lnTo>
                    <a:pt x="469442" y="5289550"/>
                  </a:lnTo>
                  <a:lnTo>
                    <a:pt x="469536" y="5289550"/>
                  </a:lnTo>
                  <a:lnTo>
                    <a:pt x="469631" y="5289550"/>
                  </a:lnTo>
                  <a:lnTo>
                    <a:pt x="469725" y="5289550"/>
                  </a:lnTo>
                  <a:lnTo>
                    <a:pt x="469819" y="5289550"/>
                  </a:lnTo>
                  <a:lnTo>
                    <a:pt x="469913" y="5289550"/>
                  </a:lnTo>
                  <a:lnTo>
                    <a:pt x="470007" y="5289550"/>
                  </a:lnTo>
                  <a:lnTo>
                    <a:pt x="470007" y="5284639"/>
                  </a:lnTo>
                  <a:lnTo>
                    <a:pt x="470101" y="5284639"/>
                  </a:lnTo>
                  <a:lnTo>
                    <a:pt x="470196" y="5284639"/>
                  </a:lnTo>
                  <a:lnTo>
                    <a:pt x="470290" y="5284639"/>
                  </a:lnTo>
                  <a:lnTo>
                    <a:pt x="470384" y="5284639"/>
                  </a:lnTo>
                  <a:lnTo>
                    <a:pt x="470478" y="5284639"/>
                  </a:lnTo>
                  <a:lnTo>
                    <a:pt x="470572" y="5284639"/>
                  </a:lnTo>
                  <a:lnTo>
                    <a:pt x="470666" y="5284639"/>
                  </a:lnTo>
                  <a:lnTo>
                    <a:pt x="470760" y="5284639"/>
                  </a:lnTo>
                  <a:lnTo>
                    <a:pt x="470855" y="5284639"/>
                  </a:lnTo>
                  <a:lnTo>
                    <a:pt x="470855" y="5279728"/>
                  </a:lnTo>
                  <a:lnTo>
                    <a:pt x="470949" y="5279728"/>
                  </a:lnTo>
                  <a:lnTo>
                    <a:pt x="471043" y="5279728"/>
                  </a:lnTo>
                  <a:lnTo>
                    <a:pt x="471137" y="5279728"/>
                  </a:lnTo>
                  <a:lnTo>
                    <a:pt x="471231" y="5279728"/>
                  </a:lnTo>
                  <a:lnTo>
                    <a:pt x="471325" y="5279728"/>
                  </a:lnTo>
                  <a:lnTo>
                    <a:pt x="471420" y="5279728"/>
                  </a:lnTo>
                  <a:lnTo>
                    <a:pt x="471514" y="5279728"/>
                  </a:lnTo>
                  <a:lnTo>
                    <a:pt x="471608" y="5279728"/>
                  </a:lnTo>
                  <a:lnTo>
                    <a:pt x="471702" y="5279728"/>
                  </a:lnTo>
                  <a:lnTo>
                    <a:pt x="471796" y="5279728"/>
                  </a:lnTo>
                  <a:lnTo>
                    <a:pt x="471890" y="5279728"/>
                  </a:lnTo>
                  <a:lnTo>
                    <a:pt x="471890" y="5274816"/>
                  </a:lnTo>
                  <a:lnTo>
                    <a:pt x="471984" y="5274816"/>
                  </a:lnTo>
                  <a:lnTo>
                    <a:pt x="472079" y="5274816"/>
                  </a:lnTo>
                  <a:lnTo>
                    <a:pt x="472173" y="5274816"/>
                  </a:lnTo>
                  <a:lnTo>
                    <a:pt x="472267" y="5274816"/>
                  </a:lnTo>
                  <a:lnTo>
                    <a:pt x="472361" y="5274816"/>
                  </a:lnTo>
                  <a:lnTo>
                    <a:pt x="472455" y="5274816"/>
                  </a:lnTo>
                  <a:lnTo>
                    <a:pt x="472549" y="5274816"/>
                  </a:lnTo>
                  <a:lnTo>
                    <a:pt x="472643" y="5274816"/>
                  </a:lnTo>
                  <a:lnTo>
                    <a:pt x="472738" y="5274816"/>
                  </a:lnTo>
                  <a:lnTo>
                    <a:pt x="472832" y="5274816"/>
                  </a:lnTo>
                  <a:lnTo>
                    <a:pt x="472926" y="5274816"/>
                  </a:lnTo>
                  <a:lnTo>
                    <a:pt x="473020" y="5274816"/>
                  </a:lnTo>
                  <a:lnTo>
                    <a:pt x="473114" y="5274816"/>
                  </a:lnTo>
                  <a:lnTo>
                    <a:pt x="473208" y="5274816"/>
                  </a:lnTo>
                  <a:lnTo>
                    <a:pt x="473303" y="5274816"/>
                  </a:lnTo>
                  <a:lnTo>
                    <a:pt x="473397" y="5274816"/>
                  </a:lnTo>
                  <a:lnTo>
                    <a:pt x="473491" y="5274816"/>
                  </a:lnTo>
                  <a:lnTo>
                    <a:pt x="473585" y="5274816"/>
                  </a:lnTo>
                  <a:lnTo>
                    <a:pt x="473679" y="5274816"/>
                  </a:lnTo>
                  <a:lnTo>
                    <a:pt x="473773" y="5274816"/>
                  </a:lnTo>
                  <a:lnTo>
                    <a:pt x="473867" y="5274816"/>
                  </a:lnTo>
                  <a:lnTo>
                    <a:pt x="473962" y="5274816"/>
                  </a:lnTo>
                  <a:lnTo>
                    <a:pt x="474056" y="5274816"/>
                  </a:lnTo>
                  <a:lnTo>
                    <a:pt x="474056" y="5269905"/>
                  </a:lnTo>
                  <a:lnTo>
                    <a:pt x="474056" y="5264993"/>
                  </a:lnTo>
                  <a:lnTo>
                    <a:pt x="474150" y="5264993"/>
                  </a:lnTo>
                  <a:lnTo>
                    <a:pt x="474244" y="5264993"/>
                  </a:lnTo>
                  <a:lnTo>
                    <a:pt x="474338" y="5264993"/>
                  </a:lnTo>
                  <a:lnTo>
                    <a:pt x="474432" y="5264993"/>
                  </a:lnTo>
                  <a:lnTo>
                    <a:pt x="474527" y="5264993"/>
                  </a:lnTo>
                  <a:lnTo>
                    <a:pt x="474621" y="5264993"/>
                  </a:lnTo>
                  <a:lnTo>
                    <a:pt x="474715" y="5264993"/>
                  </a:lnTo>
                  <a:lnTo>
                    <a:pt x="474809" y="5264993"/>
                  </a:lnTo>
                  <a:lnTo>
                    <a:pt x="474903" y="5264993"/>
                  </a:lnTo>
                  <a:lnTo>
                    <a:pt x="474997" y="5264993"/>
                  </a:lnTo>
                  <a:lnTo>
                    <a:pt x="475091" y="5264993"/>
                  </a:lnTo>
                  <a:lnTo>
                    <a:pt x="475186" y="5264993"/>
                  </a:lnTo>
                  <a:lnTo>
                    <a:pt x="475280" y="5264993"/>
                  </a:lnTo>
                  <a:lnTo>
                    <a:pt x="475374" y="5264993"/>
                  </a:lnTo>
                  <a:lnTo>
                    <a:pt x="475468" y="5264993"/>
                  </a:lnTo>
                  <a:lnTo>
                    <a:pt x="475562" y="5264993"/>
                  </a:lnTo>
                  <a:lnTo>
                    <a:pt x="475656" y="5264993"/>
                  </a:lnTo>
                  <a:lnTo>
                    <a:pt x="475751" y="5264993"/>
                  </a:lnTo>
                  <a:lnTo>
                    <a:pt x="475845" y="5264993"/>
                  </a:lnTo>
                  <a:lnTo>
                    <a:pt x="475939" y="5264993"/>
                  </a:lnTo>
                  <a:lnTo>
                    <a:pt x="476033" y="5264993"/>
                  </a:lnTo>
                  <a:lnTo>
                    <a:pt x="476127" y="5264993"/>
                  </a:lnTo>
                  <a:lnTo>
                    <a:pt x="476221" y="5264993"/>
                  </a:lnTo>
                  <a:lnTo>
                    <a:pt x="476315" y="5264993"/>
                  </a:lnTo>
                  <a:lnTo>
                    <a:pt x="476410" y="5264993"/>
                  </a:lnTo>
                  <a:lnTo>
                    <a:pt x="476504" y="5264993"/>
                  </a:lnTo>
                  <a:lnTo>
                    <a:pt x="476504" y="5260082"/>
                  </a:lnTo>
                  <a:lnTo>
                    <a:pt x="476598" y="5260082"/>
                  </a:lnTo>
                  <a:lnTo>
                    <a:pt x="476692" y="5260082"/>
                  </a:lnTo>
                  <a:lnTo>
                    <a:pt x="476786" y="5260082"/>
                  </a:lnTo>
                  <a:lnTo>
                    <a:pt x="476880" y="5260082"/>
                  </a:lnTo>
                  <a:lnTo>
                    <a:pt x="476974" y="5260082"/>
                  </a:lnTo>
                  <a:lnTo>
                    <a:pt x="477069" y="5260082"/>
                  </a:lnTo>
                  <a:lnTo>
                    <a:pt x="477163" y="5260082"/>
                  </a:lnTo>
                  <a:lnTo>
                    <a:pt x="477257" y="5260082"/>
                  </a:lnTo>
                  <a:lnTo>
                    <a:pt x="477351" y="5260082"/>
                  </a:lnTo>
                  <a:lnTo>
                    <a:pt x="477445" y="5260082"/>
                  </a:lnTo>
                  <a:lnTo>
                    <a:pt x="477539" y="5260082"/>
                  </a:lnTo>
                  <a:lnTo>
                    <a:pt x="477634" y="5260082"/>
                  </a:lnTo>
                  <a:lnTo>
                    <a:pt x="477728" y="5260082"/>
                  </a:lnTo>
                  <a:lnTo>
                    <a:pt x="477822" y="5260082"/>
                  </a:lnTo>
                  <a:lnTo>
                    <a:pt x="477916" y="5260082"/>
                  </a:lnTo>
                  <a:lnTo>
                    <a:pt x="478010" y="5260082"/>
                  </a:lnTo>
                  <a:lnTo>
                    <a:pt x="478104" y="5260082"/>
                  </a:lnTo>
                  <a:lnTo>
                    <a:pt x="478198" y="5260082"/>
                  </a:lnTo>
                  <a:lnTo>
                    <a:pt x="478293" y="5260082"/>
                  </a:lnTo>
                  <a:lnTo>
                    <a:pt x="478387" y="5260082"/>
                  </a:lnTo>
                  <a:lnTo>
                    <a:pt x="478481" y="5260082"/>
                  </a:lnTo>
                  <a:lnTo>
                    <a:pt x="478575" y="5260082"/>
                  </a:lnTo>
                  <a:lnTo>
                    <a:pt x="478669" y="5260082"/>
                  </a:lnTo>
                  <a:lnTo>
                    <a:pt x="478763" y="5260082"/>
                  </a:lnTo>
                  <a:lnTo>
                    <a:pt x="478858" y="5260082"/>
                  </a:lnTo>
                  <a:lnTo>
                    <a:pt x="478952" y="5260082"/>
                  </a:lnTo>
                  <a:lnTo>
                    <a:pt x="479046" y="5260082"/>
                  </a:lnTo>
                  <a:lnTo>
                    <a:pt x="479140" y="5260082"/>
                  </a:lnTo>
                  <a:lnTo>
                    <a:pt x="479234" y="5260082"/>
                  </a:lnTo>
                  <a:lnTo>
                    <a:pt x="479328" y="5260082"/>
                  </a:lnTo>
                  <a:lnTo>
                    <a:pt x="479422" y="5260082"/>
                  </a:lnTo>
                  <a:lnTo>
                    <a:pt x="479517" y="5260082"/>
                  </a:lnTo>
                  <a:lnTo>
                    <a:pt x="479611" y="5260082"/>
                  </a:lnTo>
                  <a:lnTo>
                    <a:pt x="479705" y="5260082"/>
                  </a:lnTo>
                  <a:lnTo>
                    <a:pt x="479799" y="5260082"/>
                  </a:lnTo>
                  <a:lnTo>
                    <a:pt x="479893" y="5260082"/>
                  </a:lnTo>
                  <a:lnTo>
                    <a:pt x="479987" y="5260082"/>
                  </a:lnTo>
                  <a:lnTo>
                    <a:pt x="480082" y="5260082"/>
                  </a:lnTo>
                  <a:lnTo>
                    <a:pt x="480176" y="5260082"/>
                  </a:lnTo>
                  <a:lnTo>
                    <a:pt x="480270" y="5260082"/>
                  </a:lnTo>
                  <a:lnTo>
                    <a:pt x="480270" y="5255171"/>
                  </a:lnTo>
                  <a:lnTo>
                    <a:pt x="480270" y="5250259"/>
                  </a:lnTo>
                  <a:lnTo>
                    <a:pt x="480364" y="5250259"/>
                  </a:lnTo>
                  <a:lnTo>
                    <a:pt x="480458" y="5250259"/>
                  </a:lnTo>
                  <a:lnTo>
                    <a:pt x="480552" y="5250259"/>
                  </a:lnTo>
                  <a:lnTo>
                    <a:pt x="480646" y="5250259"/>
                  </a:lnTo>
                  <a:lnTo>
                    <a:pt x="480741" y="5250259"/>
                  </a:lnTo>
                  <a:lnTo>
                    <a:pt x="480835" y="5250259"/>
                  </a:lnTo>
                  <a:lnTo>
                    <a:pt x="480929" y="5250259"/>
                  </a:lnTo>
                  <a:lnTo>
                    <a:pt x="481023" y="5250259"/>
                  </a:lnTo>
                  <a:lnTo>
                    <a:pt x="481117" y="5250259"/>
                  </a:lnTo>
                  <a:lnTo>
                    <a:pt x="481211" y="5250259"/>
                  </a:lnTo>
                  <a:lnTo>
                    <a:pt x="481305" y="5250259"/>
                  </a:lnTo>
                  <a:lnTo>
                    <a:pt x="481400" y="5250259"/>
                  </a:lnTo>
                  <a:lnTo>
                    <a:pt x="481494" y="5250259"/>
                  </a:lnTo>
                  <a:lnTo>
                    <a:pt x="481588" y="5250259"/>
                  </a:lnTo>
                  <a:lnTo>
                    <a:pt x="481682" y="5250259"/>
                  </a:lnTo>
                  <a:lnTo>
                    <a:pt x="481776" y="5250259"/>
                  </a:lnTo>
                  <a:lnTo>
                    <a:pt x="481870" y="5250259"/>
                  </a:lnTo>
                  <a:lnTo>
                    <a:pt x="481965" y="5250259"/>
                  </a:lnTo>
                  <a:lnTo>
                    <a:pt x="482059" y="5250259"/>
                  </a:lnTo>
                  <a:lnTo>
                    <a:pt x="482153" y="5250259"/>
                  </a:lnTo>
                  <a:lnTo>
                    <a:pt x="482247" y="5250259"/>
                  </a:lnTo>
                  <a:lnTo>
                    <a:pt x="482341" y="5250259"/>
                  </a:lnTo>
                  <a:lnTo>
                    <a:pt x="482435" y="5250259"/>
                  </a:lnTo>
                  <a:lnTo>
                    <a:pt x="482529" y="5250259"/>
                  </a:lnTo>
                  <a:lnTo>
                    <a:pt x="482624" y="5250259"/>
                  </a:lnTo>
                  <a:lnTo>
                    <a:pt x="482718" y="5250259"/>
                  </a:lnTo>
                  <a:lnTo>
                    <a:pt x="482812" y="5250259"/>
                  </a:lnTo>
                  <a:lnTo>
                    <a:pt x="482906" y="5250259"/>
                  </a:lnTo>
                  <a:lnTo>
                    <a:pt x="483000" y="5250259"/>
                  </a:lnTo>
                  <a:lnTo>
                    <a:pt x="483094" y="5250259"/>
                  </a:lnTo>
                  <a:lnTo>
                    <a:pt x="483189" y="5250259"/>
                  </a:lnTo>
                  <a:lnTo>
                    <a:pt x="483283" y="5250259"/>
                  </a:lnTo>
                  <a:lnTo>
                    <a:pt x="483377" y="5250259"/>
                  </a:lnTo>
                  <a:lnTo>
                    <a:pt x="483471" y="5250259"/>
                  </a:lnTo>
                  <a:lnTo>
                    <a:pt x="483565" y="5250259"/>
                  </a:lnTo>
                  <a:lnTo>
                    <a:pt x="483659" y="5250259"/>
                  </a:lnTo>
                  <a:lnTo>
                    <a:pt x="483753" y="5250259"/>
                  </a:lnTo>
                  <a:lnTo>
                    <a:pt x="483848" y="5250259"/>
                  </a:lnTo>
                  <a:lnTo>
                    <a:pt x="483942" y="5250259"/>
                  </a:lnTo>
                  <a:lnTo>
                    <a:pt x="484036" y="5250259"/>
                  </a:lnTo>
                  <a:lnTo>
                    <a:pt x="484130" y="5250259"/>
                  </a:lnTo>
                  <a:lnTo>
                    <a:pt x="484224" y="5250259"/>
                  </a:lnTo>
                  <a:lnTo>
                    <a:pt x="484318" y="5250259"/>
                  </a:lnTo>
                  <a:lnTo>
                    <a:pt x="484413" y="5250259"/>
                  </a:lnTo>
                  <a:lnTo>
                    <a:pt x="484507" y="5250259"/>
                  </a:lnTo>
                  <a:lnTo>
                    <a:pt x="484601" y="5250259"/>
                  </a:lnTo>
                  <a:lnTo>
                    <a:pt x="484695" y="5250259"/>
                  </a:lnTo>
                  <a:lnTo>
                    <a:pt x="484789" y="5250259"/>
                  </a:lnTo>
                  <a:lnTo>
                    <a:pt x="484883" y="5250259"/>
                  </a:lnTo>
                  <a:lnTo>
                    <a:pt x="484977" y="5250259"/>
                  </a:lnTo>
                  <a:lnTo>
                    <a:pt x="485072" y="5250259"/>
                  </a:lnTo>
                  <a:lnTo>
                    <a:pt x="485166" y="5250259"/>
                  </a:lnTo>
                  <a:lnTo>
                    <a:pt x="485260" y="5250259"/>
                  </a:lnTo>
                  <a:lnTo>
                    <a:pt x="485354" y="5250259"/>
                  </a:lnTo>
                  <a:lnTo>
                    <a:pt x="485448" y="5250259"/>
                  </a:lnTo>
                  <a:lnTo>
                    <a:pt x="485542" y="5250259"/>
                  </a:lnTo>
                  <a:lnTo>
                    <a:pt x="485636" y="5250259"/>
                  </a:lnTo>
                  <a:lnTo>
                    <a:pt x="485731" y="5250259"/>
                  </a:lnTo>
                  <a:lnTo>
                    <a:pt x="485825" y="5250259"/>
                  </a:lnTo>
                  <a:lnTo>
                    <a:pt x="485919" y="5250259"/>
                  </a:lnTo>
                  <a:lnTo>
                    <a:pt x="486013" y="5250259"/>
                  </a:lnTo>
                  <a:lnTo>
                    <a:pt x="486107" y="5250259"/>
                  </a:lnTo>
                  <a:lnTo>
                    <a:pt x="486201" y="5250259"/>
                  </a:lnTo>
                  <a:lnTo>
                    <a:pt x="486296" y="5250259"/>
                  </a:lnTo>
                  <a:lnTo>
                    <a:pt x="486390" y="5250259"/>
                  </a:lnTo>
                  <a:lnTo>
                    <a:pt x="486484" y="5250259"/>
                  </a:lnTo>
                  <a:lnTo>
                    <a:pt x="486578" y="5250259"/>
                  </a:lnTo>
                  <a:lnTo>
                    <a:pt x="486672" y="5250259"/>
                  </a:lnTo>
                  <a:lnTo>
                    <a:pt x="486766" y="5250259"/>
                  </a:lnTo>
                  <a:lnTo>
                    <a:pt x="486860" y="5250259"/>
                  </a:lnTo>
                  <a:lnTo>
                    <a:pt x="486955" y="5250259"/>
                  </a:lnTo>
                  <a:lnTo>
                    <a:pt x="487049" y="5250259"/>
                  </a:lnTo>
                  <a:lnTo>
                    <a:pt x="487143" y="5250259"/>
                  </a:lnTo>
                  <a:lnTo>
                    <a:pt x="487237" y="5250259"/>
                  </a:lnTo>
                  <a:lnTo>
                    <a:pt x="487331" y="5250259"/>
                  </a:lnTo>
                  <a:lnTo>
                    <a:pt x="487425" y="5250259"/>
                  </a:lnTo>
                  <a:lnTo>
                    <a:pt x="487520" y="5250259"/>
                  </a:lnTo>
                  <a:lnTo>
                    <a:pt x="487614" y="5250259"/>
                  </a:lnTo>
                  <a:lnTo>
                    <a:pt x="487708" y="5250259"/>
                  </a:lnTo>
                  <a:lnTo>
                    <a:pt x="487802" y="5250259"/>
                  </a:lnTo>
                  <a:lnTo>
                    <a:pt x="487896" y="5250259"/>
                  </a:lnTo>
                  <a:lnTo>
                    <a:pt x="487990" y="5250259"/>
                  </a:lnTo>
                  <a:lnTo>
                    <a:pt x="488084" y="5250259"/>
                  </a:lnTo>
                  <a:lnTo>
                    <a:pt x="488179" y="5250259"/>
                  </a:lnTo>
                  <a:lnTo>
                    <a:pt x="488273" y="5250259"/>
                  </a:lnTo>
                  <a:lnTo>
                    <a:pt x="488367" y="5250259"/>
                  </a:lnTo>
                  <a:lnTo>
                    <a:pt x="488461" y="5250259"/>
                  </a:lnTo>
                  <a:lnTo>
                    <a:pt x="488555" y="5250259"/>
                  </a:lnTo>
                  <a:lnTo>
                    <a:pt x="488649" y="5250259"/>
                  </a:lnTo>
                  <a:lnTo>
                    <a:pt x="488744" y="5250259"/>
                  </a:lnTo>
                  <a:lnTo>
                    <a:pt x="488838" y="5250259"/>
                  </a:lnTo>
                  <a:lnTo>
                    <a:pt x="488932" y="5250259"/>
                  </a:lnTo>
                  <a:lnTo>
                    <a:pt x="489026" y="5250259"/>
                  </a:lnTo>
                  <a:lnTo>
                    <a:pt x="489120" y="5250259"/>
                  </a:lnTo>
                  <a:lnTo>
                    <a:pt x="489214" y="5250259"/>
                  </a:lnTo>
                  <a:lnTo>
                    <a:pt x="489308" y="5250259"/>
                  </a:lnTo>
                  <a:lnTo>
                    <a:pt x="489403" y="5250259"/>
                  </a:lnTo>
                  <a:lnTo>
                    <a:pt x="489497" y="5250259"/>
                  </a:lnTo>
                  <a:lnTo>
                    <a:pt x="489591" y="5250259"/>
                  </a:lnTo>
                  <a:lnTo>
                    <a:pt x="489685" y="5250259"/>
                  </a:lnTo>
                  <a:lnTo>
                    <a:pt x="489779" y="5250259"/>
                  </a:lnTo>
                  <a:lnTo>
                    <a:pt x="489873" y="5250259"/>
                  </a:lnTo>
                  <a:lnTo>
                    <a:pt x="489967" y="5250259"/>
                  </a:lnTo>
                  <a:lnTo>
                    <a:pt x="490062" y="5250259"/>
                  </a:lnTo>
                  <a:lnTo>
                    <a:pt x="490156" y="5250259"/>
                  </a:lnTo>
                  <a:lnTo>
                    <a:pt x="490250" y="5250259"/>
                  </a:lnTo>
                  <a:lnTo>
                    <a:pt x="490250" y="5245348"/>
                  </a:lnTo>
                  <a:lnTo>
                    <a:pt x="490344" y="5245348"/>
                  </a:lnTo>
                  <a:lnTo>
                    <a:pt x="490438" y="5245348"/>
                  </a:lnTo>
                  <a:lnTo>
                    <a:pt x="490532" y="5245348"/>
                  </a:lnTo>
                  <a:lnTo>
                    <a:pt x="490627" y="5245348"/>
                  </a:lnTo>
                  <a:lnTo>
                    <a:pt x="490721" y="5245348"/>
                  </a:lnTo>
                  <a:lnTo>
                    <a:pt x="490815" y="5245348"/>
                  </a:lnTo>
                  <a:lnTo>
                    <a:pt x="490909" y="5245348"/>
                  </a:lnTo>
                  <a:lnTo>
                    <a:pt x="491003" y="5245348"/>
                  </a:lnTo>
                  <a:lnTo>
                    <a:pt x="491097" y="5245348"/>
                  </a:lnTo>
                  <a:lnTo>
                    <a:pt x="491191" y="5245348"/>
                  </a:lnTo>
                  <a:lnTo>
                    <a:pt x="491286" y="5245348"/>
                  </a:lnTo>
                  <a:lnTo>
                    <a:pt x="491380" y="5245348"/>
                  </a:lnTo>
                  <a:lnTo>
                    <a:pt x="491474" y="5245348"/>
                  </a:lnTo>
                  <a:lnTo>
                    <a:pt x="491568" y="5245348"/>
                  </a:lnTo>
                  <a:lnTo>
                    <a:pt x="491662" y="5245348"/>
                  </a:lnTo>
                  <a:lnTo>
                    <a:pt x="491756" y="5245348"/>
                  </a:lnTo>
                  <a:lnTo>
                    <a:pt x="491851" y="5245348"/>
                  </a:lnTo>
                  <a:lnTo>
                    <a:pt x="491945" y="5245348"/>
                  </a:lnTo>
                  <a:lnTo>
                    <a:pt x="492039" y="5245348"/>
                  </a:lnTo>
                  <a:lnTo>
                    <a:pt x="492133" y="5245348"/>
                  </a:lnTo>
                  <a:lnTo>
                    <a:pt x="492227" y="5245348"/>
                  </a:lnTo>
                  <a:lnTo>
                    <a:pt x="492321" y="5245348"/>
                  </a:lnTo>
                  <a:lnTo>
                    <a:pt x="492415" y="5245348"/>
                  </a:lnTo>
                  <a:lnTo>
                    <a:pt x="492510" y="5245348"/>
                  </a:lnTo>
                  <a:lnTo>
                    <a:pt x="492604" y="5245348"/>
                  </a:lnTo>
                  <a:lnTo>
                    <a:pt x="492698" y="5245348"/>
                  </a:lnTo>
                  <a:lnTo>
                    <a:pt x="492792" y="5245348"/>
                  </a:lnTo>
                  <a:lnTo>
                    <a:pt x="492886" y="5245348"/>
                  </a:lnTo>
                  <a:lnTo>
                    <a:pt x="492980" y="5245348"/>
                  </a:lnTo>
                  <a:lnTo>
                    <a:pt x="493075" y="5245348"/>
                  </a:lnTo>
                  <a:lnTo>
                    <a:pt x="493169" y="5245348"/>
                  </a:lnTo>
                  <a:lnTo>
                    <a:pt x="493263" y="5245348"/>
                  </a:lnTo>
                  <a:lnTo>
                    <a:pt x="493357" y="5245348"/>
                  </a:lnTo>
                  <a:lnTo>
                    <a:pt x="493451" y="5245348"/>
                  </a:lnTo>
                  <a:lnTo>
                    <a:pt x="493545" y="5245348"/>
                  </a:lnTo>
                  <a:lnTo>
                    <a:pt x="493639" y="5245348"/>
                  </a:lnTo>
                  <a:lnTo>
                    <a:pt x="493734" y="5245348"/>
                  </a:lnTo>
                  <a:lnTo>
                    <a:pt x="493828" y="5245348"/>
                  </a:lnTo>
                  <a:lnTo>
                    <a:pt x="493828" y="5240437"/>
                  </a:lnTo>
                  <a:lnTo>
                    <a:pt x="493922" y="5240437"/>
                  </a:lnTo>
                  <a:lnTo>
                    <a:pt x="494016" y="5240437"/>
                  </a:lnTo>
                  <a:lnTo>
                    <a:pt x="494110" y="5240437"/>
                  </a:lnTo>
                  <a:lnTo>
                    <a:pt x="494204" y="5240437"/>
                  </a:lnTo>
                  <a:lnTo>
                    <a:pt x="494298" y="5240437"/>
                  </a:lnTo>
                  <a:lnTo>
                    <a:pt x="494393" y="5240437"/>
                  </a:lnTo>
                  <a:lnTo>
                    <a:pt x="494487" y="5240437"/>
                  </a:lnTo>
                  <a:lnTo>
                    <a:pt x="494581" y="5240437"/>
                  </a:lnTo>
                  <a:lnTo>
                    <a:pt x="494675" y="5240437"/>
                  </a:lnTo>
                  <a:lnTo>
                    <a:pt x="494769" y="5240437"/>
                  </a:lnTo>
                  <a:lnTo>
                    <a:pt x="494863" y="5240437"/>
                  </a:lnTo>
                  <a:lnTo>
                    <a:pt x="494958" y="5240437"/>
                  </a:lnTo>
                  <a:lnTo>
                    <a:pt x="495052" y="5240437"/>
                  </a:lnTo>
                  <a:lnTo>
                    <a:pt x="495146" y="5240437"/>
                  </a:lnTo>
                  <a:lnTo>
                    <a:pt x="495240" y="5240437"/>
                  </a:lnTo>
                  <a:lnTo>
                    <a:pt x="495334" y="5240437"/>
                  </a:lnTo>
                  <a:lnTo>
                    <a:pt x="495428" y="5240437"/>
                  </a:lnTo>
                  <a:lnTo>
                    <a:pt x="495522" y="5240437"/>
                  </a:lnTo>
                  <a:lnTo>
                    <a:pt x="495617" y="5240437"/>
                  </a:lnTo>
                  <a:lnTo>
                    <a:pt x="495711" y="5240437"/>
                  </a:lnTo>
                  <a:lnTo>
                    <a:pt x="495805" y="5240437"/>
                  </a:lnTo>
                  <a:lnTo>
                    <a:pt x="495899" y="5240437"/>
                  </a:lnTo>
                  <a:lnTo>
                    <a:pt x="495993" y="5240437"/>
                  </a:lnTo>
                  <a:lnTo>
                    <a:pt x="495993" y="5235525"/>
                  </a:lnTo>
                  <a:lnTo>
                    <a:pt x="496087" y="5235525"/>
                  </a:lnTo>
                  <a:lnTo>
                    <a:pt x="496182" y="5235525"/>
                  </a:lnTo>
                  <a:lnTo>
                    <a:pt x="496276" y="5235525"/>
                  </a:lnTo>
                  <a:lnTo>
                    <a:pt x="496370" y="5235525"/>
                  </a:lnTo>
                  <a:lnTo>
                    <a:pt x="496464" y="5235525"/>
                  </a:lnTo>
                  <a:lnTo>
                    <a:pt x="496558" y="5235525"/>
                  </a:lnTo>
                  <a:lnTo>
                    <a:pt x="496652" y="5235525"/>
                  </a:lnTo>
                  <a:lnTo>
                    <a:pt x="496746" y="5235525"/>
                  </a:lnTo>
                  <a:lnTo>
                    <a:pt x="496841" y="5235525"/>
                  </a:lnTo>
                  <a:lnTo>
                    <a:pt x="496935" y="5235525"/>
                  </a:lnTo>
                  <a:lnTo>
                    <a:pt x="496935" y="5230614"/>
                  </a:lnTo>
                  <a:lnTo>
                    <a:pt x="497029" y="5230614"/>
                  </a:lnTo>
                  <a:lnTo>
                    <a:pt x="497123" y="5230614"/>
                  </a:lnTo>
                  <a:lnTo>
                    <a:pt x="497217" y="5230614"/>
                  </a:lnTo>
                  <a:lnTo>
                    <a:pt x="497311" y="5230614"/>
                  </a:lnTo>
                  <a:lnTo>
                    <a:pt x="497406" y="5230614"/>
                  </a:lnTo>
                  <a:lnTo>
                    <a:pt x="497500" y="5230614"/>
                  </a:lnTo>
                  <a:lnTo>
                    <a:pt x="497594" y="5230614"/>
                  </a:lnTo>
                  <a:lnTo>
                    <a:pt x="497688" y="5230614"/>
                  </a:lnTo>
                  <a:lnTo>
                    <a:pt x="497782" y="5230614"/>
                  </a:lnTo>
                  <a:lnTo>
                    <a:pt x="497876" y="5230614"/>
                  </a:lnTo>
                  <a:lnTo>
                    <a:pt x="497970" y="5230614"/>
                  </a:lnTo>
                  <a:lnTo>
                    <a:pt x="498065" y="5230614"/>
                  </a:lnTo>
                  <a:lnTo>
                    <a:pt x="498065" y="5225702"/>
                  </a:lnTo>
                  <a:lnTo>
                    <a:pt x="498159" y="5225702"/>
                  </a:lnTo>
                  <a:lnTo>
                    <a:pt x="498253" y="5225702"/>
                  </a:lnTo>
                  <a:lnTo>
                    <a:pt x="498347" y="5225702"/>
                  </a:lnTo>
                  <a:lnTo>
                    <a:pt x="498441" y="5225702"/>
                  </a:lnTo>
                  <a:lnTo>
                    <a:pt x="498535" y="5225702"/>
                  </a:lnTo>
                  <a:lnTo>
                    <a:pt x="498629" y="5225702"/>
                  </a:lnTo>
                  <a:lnTo>
                    <a:pt x="498724" y="5225702"/>
                  </a:lnTo>
                  <a:lnTo>
                    <a:pt x="498818" y="5225702"/>
                  </a:lnTo>
                  <a:lnTo>
                    <a:pt x="498912" y="5225702"/>
                  </a:lnTo>
                  <a:lnTo>
                    <a:pt x="499006" y="5225702"/>
                  </a:lnTo>
                  <a:lnTo>
                    <a:pt x="499100" y="5225702"/>
                  </a:lnTo>
                  <a:lnTo>
                    <a:pt x="499194" y="5225702"/>
                  </a:lnTo>
                  <a:lnTo>
                    <a:pt x="499289" y="5225702"/>
                  </a:lnTo>
                  <a:lnTo>
                    <a:pt x="499383" y="5225702"/>
                  </a:lnTo>
                  <a:lnTo>
                    <a:pt x="499477" y="5225702"/>
                  </a:lnTo>
                  <a:lnTo>
                    <a:pt x="499571" y="5225702"/>
                  </a:lnTo>
                  <a:lnTo>
                    <a:pt x="499665" y="5225702"/>
                  </a:lnTo>
                  <a:lnTo>
                    <a:pt x="499759" y="5225702"/>
                  </a:lnTo>
                  <a:lnTo>
                    <a:pt x="499853" y="5225702"/>
                  </a:lnTo>
                  <a:lnTo>
                    <a:pt x="499948" y="5225702"/>
                  </a:lnTo>
                  <a:lnTo>
                    <a:pt x="500042" y="5225702"/>
                  </a:lnTo>
                  <a:lnTo>
                    <a:pt x="500136" y="5225702"/>
                  </a:lnTo>
                  <a:lnTo>
                    <a:pt x="500230" y="5225702"/>
                  </a:lnTo>
                  <a:lnTo>
                    <a:pt x="500324" y="5225702"/>
                  </a:lnTo>
                  <a:lnTo>
                    <a:pt x="500418" y="5225702"/>
                  </a:lnTo>
                  <a:lnTo>
                    <a:pt x="500513" y="5225702"/>
                  </a:lnTo>
                  <a:lnTo>
                    <a:pt x="500607" y="5225702"/>
                  </a:lnTo>
                  <a:lnTo>
                    <a:pt x="500701" y="5225702"/>
                  </a:lnTo>
                  <a:lnTo>
                    <a:pt x="500795" y="5225702"/>
                  </a:lnTo>
                  <a:lnTo>
                    <a:pt x="500889" y="5225702"/>
                  </a:lnTo>
                  <a:lnTo>
                    <a:pt x="500983" y="5225702"/>
                  </a:lnTo>
                  <a:lnTo>
                    <a:pt x="501077" y="5225702"/>
                  </a:lnTo>
                  <a:lnTo>
                    <a:pt x="501172" y="5225702"/>
                  </a:lnTo>
                  <a:lnTo>
                    <a:pt x="501266" y="5225702"/>
                  </a:lnTo>
                  <a:lnTo>
                    <a:pt x="501360" y="5225702"/>
                  </a:lnTo>
                  <a:lnTo>
                    <a:pt x="501454" y="5225702"/>
                  </a:lnTo>
                  <a:lnTo>
                    <a:pt x="501548" y="5225702"/>
                  </a:lnTo>
                  <a:lnTo>
                    <a:pt x="501642" y="5225702"/>
                  </a:lnTo>
                  <a:lnTo>
                    <a:pt x="501737" y="5225702"/>
                  </a:lnTo>
                  <a:lnTo>
                    <a:pt x="501831" y="5225702"/>
                  </a:lnTo>
                  <a:lnTo>
                    <a:pt x="501831" y="5220791"/>
                  </a:lnTo>
                  <a:lnTo>
                    <a:pt x="501925" y="5220791"/>
                  </a:lnTo>
                  <a:lnTo>
                    <a:pt x="502019" y="5220791"/>
                  </a:lnTo>
                  <a:lnTo>
                    <a:pt x="502113" y="5220791"/>
                  </a:lnTo>
                  <a:lnTo>
                    <a:pt x="502207" y="5220791"/>
                  </a:lnTo>
                  <a:lnTo>
                    <a:pt x="502301" y="5220791"/>
                  </a:lnTo>
                  <a:lnTo>
                    <a:pt x="502396" y="5220791"/>
                  </a:lnTo>
                  <a:lnTo>
                    <a:pt x="502490" y="5220791"/>
                  </a:lnTo>
                  <a:lnTo>
                    <a:pt x="502584" y="5220791"/>
                  </a:lnTo>
                  <a:lnTo>
                    <a:pt x="502678" y="5220791"/>
                  </a:lnTo>
                  <a:lnTo>
                    <a:pt x="502772" y="5220791"/>
                  </a:lnTo>
                  <a:lnTo>
                    <a:pt x="502866" y="5220791"/>
                  </a:lnTo>
                  <a:lnTo>
                    <a:pt x="502960" y="5220791"/>
                  </a:lnTo>
                  <a:lnTo>
                    <a:pt x="503055" y="5220791"/>
                  </a:lnTo>
                  <a:lnTo>
                    <a:pt x="503149" y="5220791"/>
                  </a:lnTo>
                  <a:lnTo>
                    <a:pt x="503243" y="5220791"/>
                  </a:lnTo>
                  <a:lnTo>
                    <a:pt x="503337" y="5220791"/>
                  </a:lnTo>
                  <a:lnTo>
                    <a:pt x="503431" y="5220791"/>
                  </a:lnTo>
                  <a:lnTo>
                    <a:pt x="503525" y="5220791"/>
                  </a:lnTo>
                  <a:lnTo>
                    <a:pt x="503620" y="5220791"/>
                  </a:lnTo>
                  <a:lnTo>
                    <a:pt x="503714" y="5220791"/>
                  </a:lnTo>
                  <a:lnTo>
                    <a:pt x="503808" y="5220791"/>
                  </a:lnTo>
                  <a:lnTo>
                    <a:pt x="503902" y="5220791"/>
                  </a:lnTo>
                  <a:lnTo>
                    <a:pt x="503996" y="5220791"/>
                  </a:lnTo>
                  <a:lnTo>
                    <a:pt x="504090" y="5220791"/>
                  </a:lnTo>
                  <a:lnTo>
                    <a:pt x="504184" y="5220791"/>
                  </a:lnTo>
                  <a:lnTo>
                    <a:pt x="504279" y="5220791"/>
                  </a:lnTo>
                  <a:lnTo>
                    <a:pt x="504373" y="5220791"/>
                  </a:lnTo>
                  <a:lnTo>
                    <a:pt x="504467" y="5220791"/>
                  </a:lnTo>
                  <a:lnTo>
                    <a:pt x="504561" y="5220791"/>
                  </a:lnTo>
                  <a:lnTo>
                    <a:pt x="504655" y="5220791"/>
                  </a:lnTo>
                  <a:lnTo>
                    <a:pt x="504749" y="5220791"/>
                  </a:lnTo>
                  <a:lnTo>
                    <a:pt x="504844" y="5220791"/>
                  </a:lnTo>
                  <a:lnTo>
                    <a:pt x="504938" y="5220791"/>
                  </a:lnTo>
                  <a:lnTo>
                    <a:pt x="505032" y="5220791"/>
                  </a:lnTo>
                  <a:lnTo>
                    <a:pt x="505126" y="5220791"/>
                  </a:lnTo>
                  <a:lnTo>
                    <a:pt x="505220" y="5220791"/>
                  </a:lnTo>
                  <a:lnTo>
                    <a:pt x="505314" y="5220791"/>
                  </a:lnTo>
                  <a:lnTo>
                    <a:pt x="505408" y="5220791"/>
                  </a:lnTo>
                  <a:lnTo>
                    <a:pt x="505503" y="5220791"/>
                  </a:lnTo>
                  <a:lnTo>
                    <a:pt x="505597" y="5220791"/>
                  </a:lnTo>
                  <a:lnTo>
                    <a:pt x="505691" y="5220791"/>
                  </a:lnTo>
                  <a:lnTo>
                    <a:pt x="505785" y="5220791"/>
                  </a:lnTo>
                  <a:lnTo>
                    <a:pt x="505879" y="5220791"/>
                  </a:lnTo>
                  <a:lnTo>
                    <a:pt x="505879" y="5215880"/>
                  </a:lnTo>
                  <a:lnTo>
                    <a:pt x="505973" y="5215880"/>
                  </a:lnTo>
                  <a:lnTo>
                    <a:pt x="506068" y="5215880"/>
                  </a:lnTo>
                  <a:lnTo>
                    <a:pt x="506162" y="5215880"/>
                  </a:lnTo>
                  <a:lnTo>
                    <a:pt x="506256" y="5215880"/>
                  </a:lnTo>
                  <a:lnTo>
                    <a:pt x="506350" y="5215880"/>
                  </a:lnTo>
                  <a:lnTo>
                    <a:pt x="506444" y="5215880"/>
                  </a:lnTo>
                  <a:lnTo>
                    <a:pt x="506538" y="5215880"/>
                  </a:lnTo>
                  <a:lnTo>
                    <a:pt x="506632" y="5215880"/>
                  </a:lnTo>
                  <a:lnTo>
                    <a:pt x="506727" y="5215880"/>
                  </a:lnTo>
                  <a:lnTo>
                    <a:pt x="506821" y="5215880"/>
                  </a:lnTo>
                  <a:lnTo>
                    <a:pt x="506915" y="5215880"/>
                  </a:lnTo>
                  <a:lnTo>
                    <a:pt x="507009" y="5215880"/>
                  </a:lnTo>
                  <a:lnTo>
                    <a:pt x="507103" y="5215880"/>
                  </a:lnTo>
                  <a:lnTo>
                    <a:pt x="507197" y="5215880"/>
                  </a:lnTo>
                  <a:lnTo>
                    <a:pt x="507291" y="5215880"/>
                  </a:lnTo>
                  <a:lnTo>
                    <a:pt x="507386" y="5215880"/>
                  </a:lnTo>
                  <a:lnTo>
                    <a:pt x="507480" y="5215880"/>
                  </a:lnTo>
                  <a:lnTo>
                    <a:pt x="507574" y="5215880"/>
                  </a:lnTo>
                  <a:lnTo>
                    <a:pt x="507668" y="5215880"/>
                  </a:lnTo>
                  <a:lnTo>
                    <a:pt x="507762" y="5215880"/>
                  </a:lnTo>
                  <a:lnTo>
                    <a:pt x="507856" y="5215880"/>
                  </a:lnTo>
                  <a:lnTo>
                    <a:pt x="507951" y="5215880"/>
                  </a:lnTo>
                  <a:lnTo>
                    <a:pt x="508045" y="5215880"/>
                  </a:lnTo>
                  <a:lnTo>
                    <a:pt x="508139" y="5215880"/>
                  </a:lnTo>
                  <a:lnTo>
                    <a:pt x="508233" y="5215880"/>
                  </a:lnTo>
                  <a:lnTo>
                    <a:pt x="508327" y="5215880"/>
                  </a:lnTo>
                  <a:lnTo>
                    <a:pt x="508421" y="5215880"/>
                  </a:lnTo>
                  <a:lnTo>
                    <a:pt x="508515" y="5215880"/>
                  </a:lnTo>
                  <a:lnTo>
                    <a:pt x="508515" y="5210968"/>
                  </a:lnTo>
                  <a:lnTo>
                    <a:pt x="508610" y="5210968"/>
                  </a:lnTo>
                  <a:lnTo>
                    <a:pt x="508704" y="5210968"/>
                  </a:lnTo>
                  <a:lnTo>
                    <a:pt x="508798" y="5210968"/>
                  </a:lnTo>
                  <a:lnTo>
                    <a:pt x="508892" y="5210968"/>
                  </a:lnTo>
                  <a:lnTo>
                    <a:pt x="508986" y="5210968"/>
                  </a:lnTo>
                  <a:lnTo>
                    <a:pt x="509080" y="5210968"/>
                  </a:lnTo>
                  <a:lnTo>
                    <a:pt x="509175" y="5210968"/>
                  </a:lnTo>
                  <a:lnTo>
                    <a:pt x="509269" y="5210968"/>
                  </a:lnTo>
                  <a:lnTo>
                    <a:pt x="509363" y="5210968"/>
                  </a:lnTo>
                  <a:lnTo>
                    <a:pt x="509457" y="5210968"/>
                  </a:lnTo>
                  <a:lnTo>
                    <a:pt x="509551" y="5210968"/>
                  </a:lnTo>
                  <a:lnTo>
                    <a:pt x="509645" y="5210968"/>
                  </a:lnTo>
                  <a:lnTo>
                    <a:pt x="509739" y="5210968"/>
                  </a:lnTo>
                  <a:lnTo>
                    <a:pt x="509834" y="5210968"/>
                  </a:lnTo>
                  <a:lnTo>
                    <a:pt x="509928" y="5210968"/>
                  </a:lnTo>
                  <a:lnTo>
                    <a:pt x="510022" y="5210968"/>
                  </a:lnTo>
                  <a:lnTo>
                    <a:pt x="510116" y="5210968"/>
                  </a:lnTo>
                  <a:lnTo>
                    <a:pt x="510210" y="5210968"/>
                  </a:lnTo>
                  <a:lnTo>
                    <a:pt x="510304" y="5210968"/>
                  </a:lnTo>
                  <a:lnTo>
                    <a:pt x="510399" y="5210968"/>
                  </a:lnTo>
                  <a:lnTo>
                    <a:pt x="510493" y="5210968"/>
                  </a:lnTo>
                  <a:lnTo>
                    <a:pt x="510587" y="5210968"/>
                  </a:lnTo>
                  <a:lnTo>
                    <a:pt x="510681" y="5210968"/>
                  </a:lnTo>
                  <a:lnTo>
                    <a:pt x="510775" y="5210968"/>
                  </a:lnTo>
                  <a:lnTo>
                    <a:pt x="510869" y="5210968"/>
                  </a:lnTo>
                  <a:lnTo>
                    <a:pt x="510963" y="5210968"/>
                  </a:lnTo>
                  <a:lnTo>
                    <a:pt x="511058" y="5210968"/>
                  </a:lnTo>
                  <a:lnTo>
                    <a:pt x="511152" y="5210968"/>
                  </a:lnTo>
                  <a:lnTo>
                    <a:pt x="511246" y="5210968"/>
                  </a:lnTo>
                  <a:lnTo>
                    <a:pt x="511340" y="5210968"/>
                  </a:lnTo>
                  <a:lnTo>
                    <a:pt x="511434" y="5210968"/>
                  </a:lnTo>
                  <a:lnTo>
                    <a:pt x="511528" y="5210968"/>
                  </a:lnTo>
                  <a:lnTo>
                    <a:pt x="511622" y="5210968"/>
                  </a:lnTo>
                  <a:lnTo>
                    <a:pt x="511717" y="5210968"/>
                  </a:lnTo>
                  <a:lnTo>
                    <a:pt x="511811" y="5210968"/>
                  </a:lnTo>
                  <a:lnTo>
                    <a:pt x="511905" y="5210968"/>
                  </a:lnTo>
                  <a:lnTo>
                    <a:pt x="511999" y="5210968"/>
                  </a:lnTo>
                  <a:lnTo>
                    <a:pt x="511999" y="5206057"/>
                  </a:lnTo>
                  <a:lnTo>
                    <a:pt x="512093" y="5206057"/>
                  </a:lnTo>
                  <a:lnTo>
                    <a:pt x="512187" y="5206057"/>
                  </a:lnTo>
                  <a:lnTo>
                    <a:pt x="512282" y="5206057"/>
                  </a:lnTo>
                  <a:lnTo>
                    <a:pt x="512376" y="5206057"/>
                  </a:lnTo>
                  <a:lnTo>
                    <a:pt x="512470" y="5206057"/>
                  </a:lnTo>
                  <a:lnTo>
                    <a:pt x="512564" y="5206057"/>
                  </a:lnTo>
                  <a:lnTo>
                    <a:pt x="512658" y="5206057"/>
                  </a:lnTo>
                  <a:lnTo>
                    <a:pt x="512752" y="5206057"/>
                  </a:lnTo>
                  <a:lnTo>
                    <a:pt x="512846" y="5206057"/>
                  </a:lnTo>
                  <a:lnTo>
                    <a:pt x="512941" y="5206057"/>
                  </a:lnTo>
                  <a:lnTo>
                    <a:pt x="513035" y="5206057"/>
                  </a:lnTo>
                  <a:lnTo>
                    <a:pt x="513129" y="5206057"/>
                  </a:lnTo>
                  <a:lnTo>
                    <a:pt x="513223" y="5206057"/>
                  </a:lnTo>
                  <a:lnTo>
                    <a:pt x="513317" y="5206057"/>
                  </a:lnTo>
                  <a:lnTo>
                    <a:pt x="513317" y="5201146"/>
                  </a:lnTo>
                  <a:lnTo>
                    <a:pt x="513411" y="5201146"/>
                  </a:lnTo>
                  <a:lnTo>
                    <a:pt x="513506" y="5201146"/>
                  </a:lnTo>
                  <a:lnTo>
                    <a:pt x="513506" y="5196234"/>
                  </a:lnTo>
                  <a:lnTo>
                    <a:pt x="513600" y="5196234"/>
                  </a:lnTo>
                  <a:lnTo>
                    <a:pt x="513694" y="5196234"/>
                  </a:lnTo>
                  <a:lnTo>
                    <a:pt x="513788" y="5196234"/>
                  </a:lnTo>
                  <a:lnTo>
                    <a:pt x="513882" y="5196234"/>
                  </a:lnTo>
                  <a:lnTo>
                    <a:pt x="513976" y="5196234"/>
                  </a:lnTo>
                  <a:lnTo>
                    <a:pt x="514070" y="5196234"/>
                  </a:lnTo>
                  <a:lnTo>
                    <a:pt x="514070" y="5191323"/>
                  </a:lnTo>
                  <a:lnTo>
                    <a:pt x="514165" y="5191323"/>
                  </a:lnTo>
                  <a:lnTo>
                    <a:pt x="514259" y="5191323"/>
                  </a:lnTo>
                  <a:lnTo>
                    <a:pt x="514353" y="5191323"/>
                  </a:lnTo>
                  <a:lnTo>
                    <a:pt x="514447" y="5191323"/>
                  </a:lnTo>
                  <a:lnTo>
                    <a:pt x="514541" y="5191323"/>
                  </a:lnTo>
                  <a:lnTo>
                    <a:pt x="514635" y="5191323"/>
                  </a:lnTo>
                  <a:lnTo>
                    <a:pt x="514730" y="5191323"/>
                  </a:lnTo>
                  <a:lnTo>
                    <a:pt x="514824" y="5191323"/>
                  </a:lnTo>
                  <a:lnTo>
                    <a:pt x="514918" y="5191323"/>
                  </a:lnTo>
                  <a:lnTo>
                    <a:pt x="515012" y="5191323"/>
                  </a:lnTo>
                  <a:lnTo>
                    <a:pt x="515106" y="5191323"/>
                  </a:lnTo>
                  <a:lnTo>
                    <a:pt x="515200" y="5191323"/>
                  </a:lnTo>
                  <a:lnTo>
                    <a:pt x="515294" y="5191323"/>
                  </a:lnTo>
                  <a:lnTo>
                    <a:pt x="515389" y="5191323"/>
                  </a:lnTo>
                  <a:lnTo>
                    <a:pt x="515483" y="5191323"/>
                  </a:lnTo>
                  <a:lnTo>
                    <a:pt x="515577" y="5191323"/>
                  </a:lnTo>
                  <a:lnTo>
                    <a:pt x="515671" y="5191323"/>
                  </a:lnTo>
                  <a:lnTo>
                    <a:pt x="515765" y="5191323"/>
                  </a:lnTo>
                  <a:lnTo>
                    <a:pt x="515859" y="5191323"/>
                  </a:lnTo>
                  <a:lnTo>
                    <a:pt x="515953" y="5191323"/>
                  </a:lnTo>
                  <a:lnTo>
                    <a:pt x="516048" y="5191323"/>
                  </a:lnTo>
                  <a:lnTo>
                    <a:pt x="516142" y="5191323"/>
                  </a:lnTo>
                  <a:lnTo>
                    <a:pt x="516236" y="5191323"/>
                  </a:lnTo>
                  <a:lnTo>
                    <a:pt x="516330" y="5191323"/>
                  </a:lnTo>
                  <a:lnTo>
                    <a:pt x="516424" y="5191323"/>
                  </a:lnTo>
                  <a:lnTo>
                    <a:pt x="516518" y="5191323"/>
                  </a:lnTo>
                  <a:lnTo>
                    <a:pt x="516613" y="5191323"/>
                  </a:lnTo>
                  <a:lnTo>
                    <a:pt x="516707" y="5191323"/>
                  </a:lnTo>
                  <a:lnTo>
                    <a:pt x="516801" y="5191323"/>
                  </a:lnTo>
                  <a:lnTo>
                    <a:pt x="516895" y="5191323"/>
                  </a:lnTo>
                  <a:lnTo>
                    <a:pt x="516989" y="5191323"/>
                  </a:lnTo>
                  <a:lnTo>
                    <a:pt x="516989" y="5186411"/>
                  </a:lnTo>
                  <a:lnTo>
                    <a:pt x="517083" y="5186411"/>
                  </a:lnTo>
                  <a:lnTo>
                    <a:pt x="517177" y="5186411"/>
                  </a:lnTo>
                  <a:lnTo>
                    <a:pt x="517272" y="5186411"/>
                  </a:lnTo>
                  <a:lnTo>
                    <a:pt x="517366" y="5186411"/>
                  </a:lnTo>
                  <a:lnTo>
                    <a:pt x="517460" y="5186411"/>
                  </a:lnTo>
                  <a:lnTo>
                    <a:pt x="517554" y="5186411"/>
                  </a:lnTo>
                  <a:lnTo>
                    <a:pt x="517648" y="5186411"/>
                  </a:lnTo>
                  <a:lnTo>
                    <a:pt x="517742" y="5186411"/>
                  </a:lnTo>
                  <a:lnTo>
                    <a:pt x="517837" y="5186411"/>
                  </a:lnTo>
                  <a:lnTo>
                    <a:pt x="517931" y="5186411"/>
                  </a:lnTo>
                  <a:lnTo>
                    <a:pt x="518025" y="5186411"/>
                  </a:lnTo>
                  <a:lnTo>
                    <a:pt x="518119" y="5186411"/>
                  </a:lnTo>
                  <a:lnTo>
                    <a:pt x="518213" y="5186411"/>
                  </a:lnTo>
                  <a:lnTo>
                    <a:pt x="518307" y="5186411"/>
                  </a:lnTo>
                  <a:lnTo>
                    <a:pt x="518401" y="5186411"/>
                  </a:lnTo>
                  <a:lnTo>
                    <a:pt x="518496" y="5186411"/>
                  </a:lnTo>
                  <a:lnTo>
                    <a:pt x="518590" y="5186411"/>
                  </a:lnTo>
                  <a:lnTo>
                    <a:pt x="518684" y="5186411"/>
                  </a:lnTo>
                  <a:lnTo>
                    <a:pt x="518778" y="5186411"/>
                  </a:lnTo>
                  <a:lnTo>
                    <a:pt x="518872" y="5186411"/>
                  </a:lnTo>
                  <a:lnTo>
                    <a:pt x="518966" y="5186411"/>
                  </a:lnTo>
                  <a:lnTo>
                    <a:pt x="519061" y="5186411"/>
                  </a:lnTo>
                  <a:lnTo>
                    <a:pt x="519155" y="5186411"/>
                  </a:lnTo>
                  <a:lnTo>
                    <a:pt x="519249" y="5186411"/>
                  </a:lnTo>
                  <a:lnTo>
                    <a:pt x="519343" y="5186411"/>
                  </a:lnTo>
                  <a:lnTo>
                    <a:pt x="519437" y="5186411"/>
                  </a:lnTo>
                  <a:lnTo>
                    <a:pt x="519531" y="5186411"/>
                  </a:lnTo>
                  <a:lnTo>
                    <a:pt x="519625" y="5186411"/>
                  </a:lnTo>
                  <a:lnTo>
                    <a:pt x="519720" y="5186411"/>
                  </a:lnTo>
                  <a:lnTo>
                    <a:pt x="519814" y="5186411"/>
                  </a:lnTo>
                  <a:lnTo>
                    <a:pt x="519908" y="5186411"/>
                  </a:lnTo>
                  <a:lnTo>
                    <a:pt x="520002" y="5186411"/>
                  </a:lnTo>
                  <a:lnTo>
                    <a:pt x="520096" y="5186411"/>
                  </a:lnTo>
                  <a:lnTo>
                    <a:pt x="520190" y="5186411"/>
                  </a:lnTo>
                  <a:lnTo>
                    <a:pt x="520284" y="5186411"/>
                  </a:lnTo>
                  <a:lnTo>
                    <a:pt x="520379" y="5186411"/>
                  </a:lnTo>
                  <a:lnTo>
                    <a:pt x="520473" y="5186411"/>
                  </a:lnTo>
                  <a:lnTo>
                    <a:pt x="520567" y="5186411"/>
                  </a:lnTo>
                  <a:lnTo>
                    <a:pt x="520661" y="5186411"/>
                  </a:lnTo>
                  <a:lnTo>
                    <a:pt x="520755" y="5186411"/>
                  </a:lnTo>
                  <a:lnTo>
                    <a:pt x="520849" y="5186411"/>
                  </a:lnTo>
                  <a:lnTo>
                    <a:pt x="520944" y="5186411"/>
                  </a:lnTo>
                  <a:lnTo>
                    <a:pt x="521038" y="5186411"/>
                  </a:lnTo>
                  <a:lnTo>
                    <a:pt x="521132" y="5186411"/>
                  </a:lnTo>
                  <a:lnTo>
                    <a:pt x="521226" y="5186411"/>
                  </a:lnTo>
                  <a:lnTo>
                    <a:pt x="521320" y="5186411"/>
                  </a:lnTo>
                  <a:lnTo>
                    <a:pt x="521414" y="5186411"/>
                  </a:lnTo>
                  <a:lnTo>
                    <a:pt x="521508" y="5186411"/>
                  </a:lnTo>
                  <a:lnTo>
                    <a:pt x="521603" y="5186411"/>
                  </a:lnTo>
                  <a:lnTo>
                    <a:pt x="521697" y="5186411"/>
                  </a:lnTo>
                  <a:lnTo>
                    <a:pt x="521791" y="5186411"/>
                  </a:lnTo>
                  <a:lnTo>
                    <a:pt x="521885" y="5186411"/>
                  </a:lnTo>
                  <a:lnTo>
                    <a:pt x="521979" y="5186411"/>
                  </a:lnTo>
                  <a:lnTo>
                    <a:pt x="522073" y="5186411"/>
                  </a:lnTo>
                  <a:lnTo>
                    <a:pt x="522168" y="5186411"/>
                  </a:lnTo>
                  <a:lnTo>
                    <a:pt x="522262" y="5186411"/>
                  </a:lnTo>
                  <a:lnTo>
                    <a:pt x="522356" y="5186411"/>
                  </a:lnTo>
                  <a:lnTo>
                    <a:pt x="522450" y="5186411"/>
                  </a:lnTo>
                  <a:lnTo>
                    <a:pt x="522544" y="5186411"/>
                  </a:lnTo>
                  <a:lnTo>
                    <a:pt x="522638" y="5186411"/>
                  </a:lnTo>
                  <a:lnTo>
                    <a:pt x="522732" y="5186411"/>
                  </a:lnTo>
                  <a:lnTo>
                    <a:pt x="522827" y="5186411"/>
                  </a:lnTo>
                  <a:lnTo>
                    <a:pt x="522921" y="5186411"/>
                  </a:lnTo>
                  <a:lnTo>
                    <a:pt x="523015" y="5186411"/>
                  </a:lnTo>
                  <a:lnTo>
                    <a:pt x="523015" y="5181500"/>
                  </a:lnTo>
                  <a:lnTo>
                    <a:pt x="523109" y="5181500"/>
                  </a:lnTo>
                  <a:lnTo>
                    <a:pt x="523203" y="5181500"/>
                  </a:lnTo>
                  <a:lnTo>
                    <a:pt x="523297" y="5181500"/>
                  </a:lnTo>
                  <a:lnTo>
                    <a:pt x="523392" y="5181500"/>
                  </a:lnTo>
                  <a:lnTo>
                    <a:pt x="523486" y="5181500"/>
                  </a:lnTo>
                  <a:lnTo>
                    <a:pt x="523580" y="5181500"/>
                  </a:lnTo>
                  <a:lnTo>
                    <a:pt x="523580" y="5176589"/>
                  </a:lnTo>
                  <a:lnTo>
                    <a:pt x="523674" y="5176589"/>
                  </a:lnTo>
                  <a:lnTo>
                    <a:pt x="523768" y="5176589"/>
                  </a:lnTo>
                  <a:lnTo>
                    <a:pt x="523862" y="5176589"/>
                  </a:lnTo>
                  <a:lnTo>
                    <a:pt x="523956" y="5176589"/>
                  </a:lnTo>
                  <a:lnTo>
                    <a:pt x="524051" y="5176589"/>
                  </a:lnTo>
                  <a:lnTo>
                    <a:pt x="524145" y="5176589"/>
                  </a:lnTo>
                  <a:lnTo>
                    <a:pt x="524239" y="5176589"/>
                  </a:lnTo>
                  <a:lnTo>
                    <a:pt x="524333" y="5176589"/>
                  </a:lnTo>
                  <a:lnTo>
                    <a:pt x="524427" y="5176589"/>
                  </a:lnTo>
                  <a:lnTo>
                    <a:pt x="524521" y="5176589"/>
                  </a:lnTo>
                  <a:lnTo>
                    <a:pt x="524615" y="5176589"/>
                  </a:lnTo>
                  <a:lnTo>
                    <a:pt x="524710" y="5176589"/>
                  </a:lnTo>
                  <a:lnTo>
                    <a:pt x="524804" y="5176589"/>
                  </a:lnTo>
                  <a:lnTo>
                    <a:pt x="524898" y="5176589"/>
                  </a:lnTo>
                  <a:lnTo>
                    <a:pt x="524992" y="5176589"/>
                  </a:lnTo>
                  <a:lnTo>
                    <a:pt x="525086" y="5176589"/>
                  </a:lnTo>
                  <a:lnTo>
                    <a:pt x="525180" y="5176589"/>
                  </a:lnTo>
                  <a:lnTo>
                    <a:pt x="525275" y="5176589"/>
                  </a:lnTo>
                  <a:lnTo>
                    <a:pt x="525369" y="5176589"/>
                  </a:lnTo>
                  <a:lnTo>
                    <a:pt x="525463" y="5176589"/>
                  </a:lnTo>
                  <a:lnTo>
                    <a:pt x="525557" y="5176589"/>
                  </a:lnTo>
                  <a:lnTo>
                    <a:pt x="525651" y="5176589"/>
                  </a:lnTo>
                  <a:lnTo>
                    <a:pt x="525745" y="5176589"/>
                  </a:lnTo>
                  <a:lnTo>
                    <a:pt x="525839" y="5176589"/>
                  </a:lnTo>
                  <a:lnTo>
                    <a:pt x="525934" y="5176589"/>
                  </a:lnTo>
                  <a:lnTo>
                    <a:pt x="526028" y="5176589"/>
                  </a:lnTo>
                  <a:lnTo>
                    <a:pt x="526122" y="5176589"/>
                  </a:lnTo>
                  <a:lnTo>
                    <a:pt x="526216" y="5176589"/>
                  </a:lnTo>
                  <a:lnTo>
                    <a:pt x="526310" y="5176589"/>
                  </a:lnTo>
                  <a:lnTo>
                    <a:pt x="526404" y="5176589"/>
                  </a:lnTo>
                  <a:lnTo>
                    <a:pt x="526499" y="5176589"/>
                  </a:lnTo>
                  <a:lnTo>
                    <a:pt x="526593" y="5176589"/>
                  </a:lnTo>
                  <a:lnTo>
                    <a:pt x="526687" y="5176589"/>
                  </a:lnTo>
                  <a:lnTo>
                    <a:pt x="526781" y="5176589"/>
                  </a:lnTo>
                  <a:lnTo>
                    <a:pt x="526875" y="5176589"/>
                  </a:lnTo>
                  <a:lnTo>
                    <a:pt x="526969" y="5176589"/>
                  </a:lnTo>
                  <a:lnTo>
                    <a:pt x="527063" y="5176589"/>
                  </a:lnTo>
                  <a:lnTo>
                    <a:pt x="527158" y="5176589"/>
                  </a:lnTo>
                  <a:lnTo>
                    <a:pt x="527252" y="5176589"/>
                  </a:lnTo>
                  <a:lnTo>
                    <a:pt x="527346" y="5176589"/>
                  </a:lnTo>
                  <a:lnTo>
                    <a:pt x="527440" y="5176589"/>
                  </a:lnTo>
                  <a:lnTo>
                    <a:pt x="527534" y="5176589"/>
                  </a:lnTo>
                  <a:lnTo>
                    <a:pt x="527628" y="5176589"/>
                  </a:lnTo>
                  <a:lnTo>
                    <a:pt x="527723" y="5176589"/>
                  </a:lnTo>
                  <a:lnTo>
                    <a:pt x="527817" y="5176589"/>
                  </a:lnTo>
                  <a:lnTo>
                    <a:pt x="527911" y="5176589"/>
                  </a:lnTo>
                  <a:lnTo>
                    <a:pt x="528005" y="5176589"/>
                  </a:lnTo>
                  <a:lnTo>
                    <a:pt x="528005" y="5171677"/>
                  </a:lnTo>
                  <a:lnTo>
                    <a:pt x="528099" y="5171677"/>
                  </a:lnTo>
                  <a:lnTo>
                    <a:pt x="528193" y="5171677"/>
                  </a:lnTo>
                  <a:lnTo>
                    <a:pt x="528287" y="5171677"/>
                  </a:lnTo>
                  <a:lnTo>
                    <a:pt x="528382" y="5171677"/>
                  </a:lnTo>
                  <a:lnTo>
                    <a:pt x="528476" y="5171677"/>
                  </a:lnTo>
                  <a:lnTo>
                    <a:pt x="528570" y="5171677"/>
                  </a:lnTo>
                  <a:lnTo>
                    <a:pt x="528664" y="5171677"/>
                  </a:lnTo>
                  <a:lnTo>
                    <a:pt x="528758" y="5171677"/>
                  </a:lnTo>
                  <a:lnTo>
                    <a:pt x="528852" y="5171677"/>
                  </a:lnTo>
                  <a:lnTo>
                    <a:pt x="528946" y="5171677"/>
                  </a:lnTo>
                  <a:lnTo>
                    <a:pt x="529041" y="5171677"/>
                  </a:lnTo>
                  <a:lnTo>
                    <a:pt x="529135" y="5171677"/>
                  </a:lnTo>
                  <a:lnTo>
                    <a:pt x="529229" y="5171677"/>
                  </a:lnTo>
                  <a:lnTo>
                    <a:pt x="529323" y="5171677"/>
                  </a:lnTo>
                  <a:lnTo>
                    <a:pt x="529417" y="5171677"/>
                  </a:lnTo>
                  <a:lnTo>
                    <a:pt x="529511" y="5171677"/>
                  </a:lnTo>
                  <a:lnTo>
                    <a:pt x="529606" y="5171677"/>
                  </a:lnTo>
                  <a:lnTo>
                    <a:pt x="529700" y="5171677"/>
                  </a:lnTo>
                  <a:lnTo>
                    <a:pt x="529794" y="5171677"/>
                  </a:lnTo>
                  <a:lnTo>
                    <a:pt x="529888" y="5171677"/>
                  </a:lnTo>
                  <a:lnTo>
                    <a:pt x="529888" y="5166766"/>
                  </a:lnTo>
                  <a:lnTo>
                    <a:pt x="529982" y="5166766"/>
                  </a:lnTo>
                  <a:lnTo>
                    <a:pt x="530076" y="5166766"/>
                  </a:lnTo>
                  <a:lnTo>
                    <a:pt x="530170" y="5166766"/>
                  </a:lnTo>
                  <a:lnTo>
                    <a:pt x="530265" y="5166766"/>
                  </a:lnTo>
                  <a:lnTo>
                    <a:pt x="530359" y="5166766"/>
                  </a:lnTo>
                  <a:lnTo>
                    <a:pt x="530453" y="5166766"/>
                  </a:lnTo>
                  <a:lnTo>
                    <a:pt x="530547" y="5166766"/>
                  </a:lnTo>
                  <a:lnTo>
                    <a:pt x="530641" y="5166766"/>
                  </a:lnTo>
                  <a:lnTo>
                    <a:pt x="530735" y="5166766"/>
                  </a:lnTo>
                  <a:lnTo>
                    <a:pt x="530830" y="5166766"/>
                  </a:lnTo>
                  <a:lnTo>
                    <a:pt x="530924" y="5166766"/>
                  </a:lnTo>
                  <a:lnTo>
                    <a:pt x="531018" y="5166766"/>
                  </a:lnTo>
                  <a:lnTo>
                    <a:pt x="531112" y="5166766"/>
                  </a:lnTo>
                  <a:lnTo>
                    <a:pt x="531206" y="5166766"/>
                  </a:lnTo>
                  <a:lnTo>
                    <a:pt x="531300" y="5166766"/>
                  </a:lnTo>
                  <a:lnTo>
                    <a:pt x="531394" y="5166766"/>
                  </a:lnTo>
                  <a:lnTo>
                    <a:pt x="531489" y="5166766"/>
                  </a:lnTo>
                  <a:lnTo>
                    <a:pt x="531489" y="5161855"/>
                  </a:lnTo>
                  <a:lnTo>
                    <a:pt x="531583" y="5161855"/>
                  </a:lnTo>
                  <a:lnTo>
                    <a:pt x="531677" y="5161855"/>
                  </a:lnTo>
                  <a:lnTo>
                    <a:pt x="531771" y="5161855"/>
                  </a:lnTo>
                  <a:lnTo>
                    <a:pt x="531865" y="5161855"/>
                  </a:lnTo>
                  <a:lnTo>
                    <a:pt x="531959" y="5161855"/>
                  </a:lnTo>
                  <a:lnTo>
                    <a:pt x="532054" y="5161855"/>
                  </a:lnTo>
                  <a:lnTo>
                    <a:pt x="532148" y="5161855"/>
                  </a:lnTo>
                  <a:lnTo>
                    <a:pt x="532242" y="5161855"/>
                  </a:lnTo>
                  <a:lnTo>
                    <a:pt x="532336" y="5161855"/>
                  </a:lnTo>
                  <a:lnTo>
                    <a:pt x="532430" y="5161855"/>
                  </a:lnTo>
                  <a:lnTo>
                    <a:pt x="532524" y="5161855"/>
                  </a:lnTo>
                  <a:lnTo>
                    <a:pt x="532618" y="5161855"/>
                  </a:lnTo>
                  <a:lnTo>
                    <a:pt x="532713" y="5161855"/>
                  </a:lnTo>
                  <a:lnTo>
                    <a:pt x="532807" y="5161855"/>
                  </a:lnTo>
                  <a:lnTo>
                    <a:pt x="532901" y="5161855"/>
                  </a:lnTo>
                  <a:lnTo>
                    <a:pt x="532995" y="5161855"/>
                  </a:lnTo>
                  <a:lnTo>
                    <a:pt x="533089" y="5161855"/>
                  </a:lnTo>
                  <a:lnTo>
                    <a:pt x="533089" y="5156943"/>
                  </a:lnTo>
                  <a:lnTo>
                    <a:pt x="533183" y="5156943"/>
                  </a:lnTo>
                  <a:lnTo>
                    <a:pt x="533277" y="5156943"/>
                  </a:lnTo>
                  <a:lnTo>
                    <a:pt x="533372" y="5156943"/>
                  </a:lnTo>
                  <a:lnTo>
                    <a:pt x="533466" y="5156943"/>
                  </a:lnTo>
                  <a:lnTo>
                    <a:pt x="533560" y="5156943"/>
                  </a:lnTo>
                  <a:lnTo>
                    <a:pt x="533654" y="5156943"/>
                  </a:lnTo>
                  <a:lnTo>
                    <a:pt x="533748" y="5156943"/>
                  </a:lnTo>
                  <a:lnTo>
                    <a:pt x="533842" y="5156943"/>
                  </a:lnTo>
                  <a:lnTo>
                    <a:pt x="533937" y="5156943"/>
                  </a:lnTo>
                  <a:lnTo>
                    <a:pt x="534031" y="5156943"/>
                  </a:lnTo>
                  <a:lnTo>
                    <a:pt x="534125" y="5156943"/>
                  </a:lnTo>
                  <a:lnTo>
                    <a:pt x="534219" y="5156943"/>
                  </a:lnTo>
                  <a:lnTo>
                    <a:pt x="534313" y="5156943"/>
                  </a:lnTo>
                  <a:lnTo>
                    <a:pt x="534407" y="5156943"/>
                  </a:lnTo>
                  <a:lnTo>
                    <a:pt x="534501" y="5156943"/>
                  </a:lnTo>
                  <a:lnTo>
                    <a:pt x="534596" y="5156943"/>
                  </a:lnTo>
                  <a:lnTo>
                    <a:pt x="534690" y="5156943"/>
                  </a:lnTo>
                  <a:lnTo>
                    <a:pt x="534784" y="5156943"/>
                  </a:lnTo>
                  <a:lnTo>
                    <a:pt x="534878" y="5156943"/>
                  </a:lnTo>
                  <a:lnTo>
                    <a:pt x="534972" y="5156943"/>
                  </a:lnTo>
                  <a:lnTo>
                    <a:pt x="535066" y="5156943"/>
                  </a:lnTo>
                  <a:lnTo>
                    <a:pt x="535161" y="5156943"/>
                  </a:lnTo>
                  <a:lnTo>
                    <a:pt x="535255" y="5156943"/>
                  </a:lnTo>
                  <a:lnTo>
                    <a:pt x="535349" y="5156943"/>
                  </a:lnTo>
                  <a:lnTo>
                    <a:pt x="535443" y="5156943"/>
                  </a:lnTo>
                  <a:lnTo>
                    <a:pt x="535537" y="5156943"/>
                  </a:lnTo>
                  <a:lnTo>
                    <a:pt x="535631" y="5156943"/>
                  </a:lnTo>
                  <a:lnTo>
                    <a:pt x="535725" y="5156943"/>
                  </a:lnTo>
                  <a:lnTo>
                    <a:pt x="535820" y="5156943"/>
                  </a:lnTo>
                  <a:lnTo>
                    <a:pt x="535914" y="5156943"/>
                  </a:lnTo>
                  <a:lnTo>
                    <a:pt x="536008" y="5156943"/>
                  </a:lnTo>
                  <a:lnTo>
                    <a:pt x="536102" y="5156943"/>
                  </a:lnTo>
                  <a:lnTo>
                    <a:pt x="536196" y="5156943"/>
                  </a:lnTo>
                  <a:lnTo>
                    <a:pt x="536290" y="5156943"/>
                  </a:lnTo>
                  <a:lnTo>
                    <a:pt x="536385" y="5156943"/>
                  </a:lnTo>
                  <a:lnTo>
                    <a:pt x="536479" y="5156943"/>
                  </a:lnTo>
                  <a:lnTo>
                    <a:pt x="536573" y="5156943"/>
                  </a:lnTo>
                  <a:lnTo>
                    <a:pt x="536667" y="5156943"/>
                  </a:lnTo>
                  <a:lnTo>
                    <a:pt x="536761" y="5156943"/>
                  </a:lnTo>
                  <a:lnTo>
                    <a:pt x="536855" y="5156943"/>
                  </a:lnTo>
                  <a:lnTo>
                    <a:pt x="536949" y="5156943"/>
                  </a:lnTo>
                  <a:lnTo>
                    <a:pt x="537044" y="5156943"/>
                  </a:lnTo>
                  <a:lnTo>
                    <a:pt x="537138" y="5156943"/>
                  </a:lnTo>
                  <a:lnTo>
                    <a:pt x="537232" y="5156943"/>
                  </a:lnTo>
                  <a:lnTo>
                    <a:pt x="537326" y="5156943"/>
                  </a:lnTo>
                  <a:lnTo>
                    <a:pt x="537420" y="5156943"/>
                  </a:lnTo>
                  <a:lnTo>
                    <a:pt x="537514" y="5156943"/>
                  </a:lnTo>
                  <a:lnTo>
                    <a:pt x="537608" y="5156943"/>
                  </a:lnTo>
                  <a:lnTo>
                    <a:pt x="537703" y="5156943"/>
                  </a:lnTo>
                  <a:lnTo>
                    <a:pt x="537797" y="5156943"/>
                  </a:lnTo>
                  <a:lnTo>
                    <a:pt x="537891" y="5156943"/>
                  </a:lnTo>
                  <a:lnTo>
                    <a:pt x="537985" y="5156943"/>
                  </a:lnTo>
                  <a:lnTo>
                    <a:pt x="538079" y="5156943"/>
                  </a:lnTo>
                  <a:lnTo>
                    <a:pt x="538173" y="5156943"/>
                  </a:lnTo>
                  <a:lnTo>
                    <a:pt x="538268" y="5156943"/>
                  </a:lnTo>
                  <a:lnTo>
                    <a:pt x="538362" y="5156943"/>
                  </a:lnTo>
                  <a:lnTo>
                    <a:pt x="538456" y="5156943"/>
                  </a:lnTo>
                  <a:lnTo>
                    <a:pt x="538550" y="5156943"/>
                  </a:lnTo>
                  <a:lnTo>
                    <a:pt x="538644" y="5156943"/>
                  </a:lnTo>
                  <a:lnTo>
                    <a:pt x="538738" y="5156943"/>
                  </a:lnTo>
                  <a:lnTo>
                    <a:pt x="538832" y="5156943"/>
                  </a:lnTo>
                  <a:lnTo>
                    <a:pt x="538927" y="5156943"/>
                  </a:lnTo>
                  <a:lnTo>
                    <a:pt x="538927" y="5152032"/>
                  </a:lnTo>
                  <a:lnTo>
                    <a:pt x="539021" y="5152032"/>
                  </a:lnTo>
                  <a:lnTo>
                    <a:pt x="539021" y="5147120"/>
                  </a:lnTo>
                  <a:lnTo>
                    <a:pt x="539115" y="5147120"/>
                  </a:lnTo>
                  <a:lnTo>
                    <a:pt x="539209" y="5147120"/>
                  </a:lnTo>
                  <a:lnTo>
                    <a:pt x="539303" y="5147120"/>
                  </a:lnTo>
                  <a:lnTo>
                    <a:pt x="539397" y="5147120"/>
                  </a:lnTo>
                  <a:lnTo>
                    <a:pt x="539492" y="5147120"/>
                  </a:lnTo>
                  <a:lnTo>
                    <a:pt x="539586" y="5147120"/>
                  </a:lnTo>
                  <a:lnTo>
                    <a:pt x="539680" y="5147120"/>
                  </a:lnTo>
                  <a:lnTo>
                    <a:pt x="539774" y="5147120"/>
                  </a:lnTo>
                  <a:lnTo>
                    <a:pt x="539868" y="5147120"/>
                  </a:lnTo>
                  <a:lnTo>
                    <a:pt x="539962" y="5147120"/>
                  </a:lnTo>
                  <a:lnTo>
                    <a:pt x="540056" y="5147120"/>
                  </a:lnTo>
                  <a:lnTo>
                    <a:pt x="540151" y="5147120"/>
                  </a:lnTo>
                  <a:lnTo>
                    <a:pt x="540245" y="5147120"/>
                  </a:lnTo>
                  <a:lnTo>
                    <a:pt x="540339" y="5147120"/>
                  </a:lnTo>
                  <a:lnTo>
                    <a:pt x="540433" y="5147120"/>
                  </a:lnTo>
                  <a:lnTo>
                    <a:pt x="540527" y="5147120"/>
                  </a:lnTo>
                  <a:lnTo>
                    <a:pt x="540621" y="5147120"/>
                  </a:lnTo>
                  <a:lnTo>
                    <a:pt x="540716" y="5147120"/>
                  </a:lnTo>
                  <a:lnTo>
                    <a:pt x="540810" y="5147120"/>
                  </a:lnTo>
                  <a:lnTo>
                    <a:pt x="540904" y="5147120"/>
                  </a:lnTo>
                  <a:lnTo>
                    <a:pt x="540998" y="5147120"/>
                  </a:lnTo>
                  <a:lnTo>
                    <a:pt x="541092" y="5147120"/>
                  </a:lnTo>
                  <a:lnTo>
                    <a:pt x="541186" y="5147120"/>
                  </a:lnTo>
                  <a:lnTo>
                    <a:pt x="541280" y="5147120"/>
                  </a:lnTo>
                  <a:lnTo>
                    <a:pt x="541375" y="5147120"/>
                  </a:lnTo>
                  <a:lnTo>
                    <a:pt x="541469" y="5147120"/>
                  </a:lnTo>
                  <a:lnTo>
                    <a:pt x="541563" y="5147120"/>
                  </a:lnTo>
                  <a:lnTo>
                    <a:pt x="541657" y="5147120"/>
                  </a:lnTo>
                  <a:lnTo>
                    <a:pt x="541751" y="5147120"/>
                  </a:lnTo>
                  <a:lnTo>
                    <a:pt x="541845" y="5147120"/>
                  </a:lnTo>
                  <a:lnTo>
                    <a:pt x="541940" y="5147120"/>
                  </a:lnTo>
                  <a:lnTo>
                    <a:pt x="542034" y="5147120"/>
                  </a:lnTo>
                  <a:lnTo>
                    <a:pt x="542128" y="5147120"/>
                  </a:lnTo>
                  <a:lnTo>
                    <a:pt x="542222" y="5147120"/>
                  </a:lnTo>
                  <a:lnTo>
                    <a:pt x="542316" y="5147120"/>
                  </a:lnTo>
                  <a:lnTo>
                    <a:pt x="542410" y="5147120"/>
                  </a:lnTo>
                  <a:lnTo>
                    <a:pt x="542504" y="5147120"/>
                  </a:lnTo>
                  <a:lnTo>
                    <a:pt x="542599" y="5147120"/>
                  </a:lnTo>
                  <a:lnTo>
                    <a:pt x="542693" y="5147120"/>
                  </a:lnTo>
                  <a:lnTo>
                    <a:pt x="542787" y="5147120"/>
                  </a:lnTo>
                  <a:lnTo>
                    <a:pt x="542881" y="5147120"/>
                  </a:lnTo>
                  <a:lnTo>
                    <a:pt x="542975" y="5147120"/>
                  </a:lnTo>
                  <a:lnTo>
                    <a:pt x="543069" y="5147120"/>
                  </a:lnTo>
                  <a:lnTo>
                    <a:pt x="543163" y="5147120"/>
                  </a:lnTo>
                  <a:lnTo>
                    <a:pt x="543258" y="5147120"/>
                  </a:lnTo>
                  <a:lnTo>
                    <a:pt x="543352" y="5147120"/>
                  </a:lnTo>
                  <a:lnTo>
                    <a:pt x="543352" y="5142209"/>
                  </a:lnTo>
                  <a:lnTo>
                    <a:pt x="543446" y="5142209"/>
                  </a:lnTo>
                  <a:lnTo>
                    <a:pt x="543540" y="5142209"/>
                  </a:lnTo>
                  <a:lnTo>
                    <a:pt x="543634" y="5142209"/>
                  </a:lnTo>
                  <a:lnTo>
                    <a:pt x="543728" y="5142209"/>
                  </a:lnTo>
                  <a:lnTo>
                    <a:pt x="543823" y="5142209"/>
                  </a:lnTo>
                  <a:lnTo>
                    <a:pt x="543823" y="5137298"/>
                  </a:lnTo>
                  <a:lnTo>
                    <a:pt x="543917" y="5137298"/>
                  </a:lnTo>
                  <a:lnTo>
                    <a:pt x="544011" y="5137298"/>
                  </a:lnTo>
                  <a:lnTo>
                    <a:pt x="544105" y="5137298"/>
                  </a:lnTo>
                  <a:lnTo>
                    <a:pt x="544199" y="5137298"/>
                  </a:lnTo>
                  <a:lnTo>
                    <a:pt x="544293" y="5137298"/>
                  </a:lnTo>
                  <a:lnTo>
                    <a:pt x="544387" y="5137298"/>
                  </a:lnTo>
                  <a:lnTo>
                    <a:pt x="544482" y="5137298"/>
                  </a:lnTo>
                  <a:lnTo>
                    <a:pt x="544576" y="5137298"/>
                  </a:lnTo>
                  <a:lnTo>
                    <a:pt x="544670" y="5137298"/>
                  </a:lnTo>
                  <a:lnTo>
                    <a:pt x="544764" y="5137298"/>
                  </a:lnTo>
                  <a:lnTo>
                    <a:pt x="544858" y="5137298"/>
                  </a:lnTo>
                  <a:lnTo>
                    <a:pt x="544952" y="5137298"/>
                  </a:lnTo>
                  <a:lnTo>
                    <a:pt x="545047" y="5137298"/>
                  </a:lnTo>
                  <a:lnTo>
                    <a:pt x="545141" y="5137298"/>
                  </a:lnTo>
                  <a:lnTo>
                    <a:pt x="545235" y="5137298"/>
                  </a:lnTo>
                  <a:lnTo>
                    <a:pt x="545329" y="5137298"/>
                  </a:lnTo>
                  <a:lnTo>
                    <a:pt x="545423" y="5137298"/>
                  </a:lnTo>
                  <a:lnTo>
                    <a:pt x="545517" y="5137298"/>
                  </a:lnTo>
                  <a:lnTo>
                    <a:pt x="545611" y="5137298"/>
                  </a:lnTo>
                  <a:lnTo>
                    <a:pt x="545706" y="5137298"/>
                  </a:lnTo>
                  <a:lnTo>
                    <a:pt x="545800" y="5137298"/>
                  </a:lnTo>
                  <a:lnTo>
                    <a:pt x="545894" y="5137298"/>
                  </a:lnTo>
                  <a:lnTo>
                    <a:pt x="545988" y="5137298"/>
                  </a:lnTo>
                  <a:lnTo>
                    <a:pt x="546082" y="5137298"/>
                  </a:lnTo>
                  <a:lnTo>
                    <a:pt x="546176" y="5137298"/>
                  </a:lnTo>
                  <a:lnTo>
                    <a:pt x="546271" y="5137298"/>
                  </a:lnTo>
                  <a:lnTo>
                    <a:pt x="546365" y="5137298"/>
                  </a:lnTo>
                  <a:lnTo>
                    <a:pt x="546459" y="5137298"/>
                  </a:lnTo>
                  <a:lnTo>
                    <a:pt x="546553" y="5137298"/>
                  </a:lnTo>
                  <a:lnTo>
                    <a:pt x="546647" y="5137298"/>
                  </a:lnTo>
                  <a:lnTo>
                    <a:pt x="546741" y="5137298"/>
                  </a:lnTo>
                  <a:lnTo>
                    <a:pt x="546835" y="5137298"/>
                  </a:lnTo>
                  <a:lnTo>
                    <a:pt x="546930" y="5137298"/>
                  </a:lnTo>
                  <a:lnTo>
                    <a:pt x="547024" y="5137298"/>
                  </a:lnTo>
                  <a:lnTo>
                    <a:pt x="547118" y="5137298"/>
                  </a:lnTo>
                  <a:lnTo>
                    <a:pt x="547212" y="5137298"/>
                  </a:lnTo>
                  <a:lnTo>
                    <a:pt x="547306" y="5137298"/>
                  </a:lnTo>
                  <a:lnTo>
                    <a:pt x="547400" y="5137298"/>
                  </a:lnTo>
                  <a:lnTo>
                    <a:pt x="547494" y="5137298"/>
                  </a:lnTo>
                  <a:lnTo>
                    <a:pt x="547589" y="5137298"/>
                  </a:lnTo>
                  <a:lnTo>
                    <a:pt x="547683" y="5137298"/>
                  </a:lnTo>
                  <a:lnTo>
                    <a:pt x="547777" y="5137298"/>
                  </a:lnTo>
                  <a:lnTo>
                    <a:pt x="547871" y="5137298"/>
                  </a:lnTo>
                  <a:lnTo>
                    <a:pt x="547965" y="5137298"/>
                  </a:lnTo>
                  <a:lnTo>
                    <a:pt x="548059" y="5137298"/>
                  </a:lnTo>
                  <a:lnTo>
                    <a:pt x="548154" y="5137298"/>
                  </a:lnTo>
                  <a:lnTo>
                    <a:pt x="548248" y="5137298"/>
                  </a:lnTo>
                  <a:lnTo>
                    <a:pt x="548342" y="5137298"/>
                  </a:lnTo>
                  <a:lnTo>
                    <a:pt x="548436" y="5137298"/>
                  </a:lnTo>
                  <a:lnTo>
                    <a:pt x="548530" y="5137298"/>
                  </a:lnTo>
                  <a:lnTo>
                    <a:pt x="548624" y="5137298"/>
                  </a:lnTo>
                  <a:lnTo>
                    <a:pt x="548718" y="5137298"/>
                  </a:lnTo>
                  <a:lnTo>
                    <a:pt x="548813" y="5137298"/>
                  </a:lnTo>
                  <a:lnTo>
                    <a:pt x="548907" y="5137298"/>
                  </a:lnTo>
                  <a:lnTo>
                    <a:pt x="549001" y="5137298"/>
                  </a:lnTo>
                  <a:lnTo>
                    <a:pt x="549095" y="5137298"/>
                  </a:lnTo>
                  <a:lnTo>
                    <a:pt x="549189" y="5137298"/>
                  </a:lnTo>
                  <a:lnTo>
                    <a:pt x="549283" y="5137298"/>
                  </a:lnTo>
                  <a:lnTo>
                    <a:pt x="549378" y="5137298"/>
                  </a:lnTo>
                  <a:lnTo>
                    <a:pt x="549472" y="5137298"/>
                  </a:lnTo>
                  <a:lnTo>
                    <a:pt x="549566" y="5137298"/>
                  </a:lnTo>
                  <a:lnTo>
                    <a:pt x="549660" y="5137298"/>
                  </a:lnTo>
                  <a:lnTo>
                    <a:pt x="549754" y="5137298"/>
                  </a:lnTo>
                  <a:lnTo>
                    <a:pt x="549848" y="5137298"/>
                  </a:lnTo>
                  <a:lnTo>
                    <a:pt x="549942" y="5137298"/>
                  </a:lnTo>
                  <a:lnTo>
                    <a:pt x="550037" y="5137298"/>
                  </a:lnTo>
                  <a:lnTo>
                    <a:pt x="550131" y="5137298"/>
                  </a:lnTo>
                  <a:lnTo>
                    <a:pt x="550225" y="5137298"/>
                  </a:lnTo>
                  <a:lnTo>
                    <a:pt x="550319" y="5137298"/>
                  </a:lnTo>
                  <a:lnTo>
                    <a:pt x="550413" y="5137298"/>
                  </a:lnTo>
                  <a:lnTo>
                    <a:pt x="550507" y="5137298"/>
                  </a:lnTo>
                  <a:lnTo>
                    <a:pt x="550602" y="5137298"/>
                  </a:lnTo>
                  <a:lnTo>
                    <a:pt x="550696" y="5137298"/>
                  </a:lnTo>
                  <a:lnTo>
                    <a:pt x="550790" y="5137298"/>
                  </a:lnTo>
                  <a:lnTo>
                    <a:pt x="550884" y="5137298"/>
                  </a:lnTo>
                  <a:lnTo>
                    <a:pt x="550978" y="5137298"/>
                  </a:lnTo>
                  <a:lnTo>
                    <a:pt x="551072" y="5137298"/>
                  </a:lnTo>
                  <a:lnTo>
                    <a:pt x="551166" y="5137298"/>
                  </a:lnTo>
                  <a:lnTo>
                    <a:pt x="551166" y="5132386"/>
                  </a:lnTo>
                  <a:lnTo>
                    <a:pt x="551261" y="5132386"/>
                  </a:lnTo>
                  <a:lnTo>
                    <a:pt x="551355" y="5132386"/>
                  </a:lnTo>
                  <a:lnTo>
                    <a:pt x="551449" y="5132386"/>
                  </a:lnTo>
                  <a:lnTo>
                    <a:pt x="551543" y="5132386"/>
                  </a:lnTo>
                  <a:lnTo>
                    <a:pt x="551637" y="5132386"/>
                  </a:lnTo>
                  <a:lnTo>
                    <a:pt x="551731" y="5132386"/>
                  </a:lnTo>
                  <a:lnTo>
                    <a:pt x="551825" y="5132386"/>
                  </a:lnTo>
                  <a:lnTo>
                    <a:pt x="551920" y="5132386"/>
                  </a:lnTo>
                  <a:lnTo>
                    <a:pt x="552014" y="5132386"/>
                  </a:lnTo>
                  <a:lnTo>
                    <a:pt x="552108" y="5132386"/>
                  </a:lnTo>
                  <a:lnTo>
                    <a:pt x="552202" y="5132386"/>
                  </a:lnTo>
                  <a:lnTo>
                    <a:pt x="552296" y="5132386"/>
                  </a:lnTo>
                  <a:lnTo>
                    <a:pt x="552390" y="5132386"/>
                  </a:lnTo>
                  <a:lnTo>
                    <a:pt x="552485" y="5132386"/>
                  </a:lnTo>
                  <a:lnTo>
                    <a:pt x="552579" y="5132386"/>
                  </a:lnTo>
                  <a:lnTo>
                    <a:pt x="552673" y="5132386"/>
                  </a:lnTo>
                  <a:lnTo>
                    <a:pt x="552767" y="5132386"/>
                  </a:lnTo>
                  <a:lnTo>
                    <a:pt x="552861" y="5132386"/>
                  </a:lnTo>
                  <a:lnTo>
                    <a:pt x="552861" y="5127475"/>
                  </a:lnTo>
                  <a:lnTo>
                    <a:pt x="552955" y="5127475"/>
                  </a:lnTo>
                  <a:lnTo>
                    <a:pt x="553049" y="5127475"/>
                  </a:lnTo>
                  <a:lnTo>
                    <a:pt x="553144" y="5127475"/>
                  </a:lnTo>
                  <a:lnTo>
                    <a:pt x="553238" y="5127475"/>
                  </a:lnTo>
                  <a:lnTo>
                    <a:pt x="553332" y="5127475"/>
                  </a:lnTo>
                  <a:lnTo>
                    <a:pt x="553426" y="5127475"/>
                  </a:lnTo>
                  <a:lnTo>
                    <a:pt x="553520" y="5127475"/>
                  </a:lnTo>
                  <a:lnTo>
                    <a:pt x="553614" y="5127475"/>
                  </a:lnTo>
                  <a:lnTo>
                    <a:pt x="553709" y="5127475"/>
                  </a:lnTo>
                  <a:lnTo>
                    <a:pt x="553803" y="5127475"/>
                  </a:lnTo>
                  <a:lnTo>
                    <a:pt x="553897" y="5127475"/>
                  </a:lnTo>
                  <a:lnTo>
                    <a:pt x="553991" y="5127475"/>
                  </a:lnTo>
                  <a:lnTo>
                    <a:pt x="554085" y="5127475"/>
                  </a:lnTo>
                  <a:lnTo>
                    <a:pt x="554179" y="5127475"/>
                  </a:lnTo>
                  <a:lnTo>
                    <a:pt x="554273" y="5127475"/>
                  </a:lnTo>
                  <a:lnTo>
                    <a:pt x="554368" y="5127475"/>
                  </a:lnTo>
                  <a:lnTo>
                    <a:pt x="554462" y="5127475"/>
                  </a:lnTo>
                  <a:lnTo>
                    <a:pt x="554462" y="5122564"/>
                  </a:lnTo>
                  <a:lnTo>
                    <a:pt x="554556" y="5122564"/>
                  </a:lnTo>
                  <a:lnTo>
                    <a:pt x="554650" y="5122564"/>
                  </a:lnTo>
                  <a:lnTo>
                    <a:pt x="554744" y="5122564"/>
                  </a:lnTo>
                  <a:lnTo>
                    <a:pt x="554838" y="5122564"/>
                  </a:lnTo>
                  <a:lnTo>
                    <a:pt x="554933" y="5122564"/>
                  </a:lnTo>
                  <a:lnTo>
                    <a:pt x="555027" y="5122564"/>
                  </a:lnTo>
                  <a:lnTo>
                    <a:pt x="555121" y="5122564"/>
                  </a:lnTo>
                  <a:lnTo>
                    <a:pt x="555215" y="5122564"/>
                  </a:lnTo>
                  <a:lnTo>
                    <a:pt x="555309" y="5122564"/>
                  </a:lnTo>
                  <a:lnTo>
                    <a:pt x="555403" y="5122564"/>
                  </a:lnTo>
                  <a:lnTo>
                    <a:pt x="555497" y="5122564"/>
                  </a:lnTo>
                  <a:lnTo>
                    <a:pt x="555592" y="5122564"/>
                  </a:lnTo>
                  <a:lnTo>
                    <a:pt x="555686" y="5122564"/>
                  </a:lnTo>
                  <a:lnTo>
                    <a:pt x="555780" y="5122564"/>
                  </a:lnTo>
                  <a:lnTo>
                    <a:pt x="555874" y="5122564"/>
                  </a:lnTo>
                  <a:lnTo>
                    <a:pt x="555968" y="5122564"/>
                  </a:lnTo>
                  <a:lnTo>
                    <a:pt x="556062" y="5122564"/>
                  </a:lnTo>
                  <a:lnTo>
                    <a:pt x="556156" y="5122564"/>
                  </a:lnTo>
                  <a:lnTo>
                    <a:pt x="556251" y="5122564"/>
                  </a:lnTo>
                  <a:lnTo>
                    <a:pt x="556251" y="5117652"/>
                  </a:lnTo>
                  <a:lnTo>
                    <a:pt x="556251" y="5112741"/>
                  </a:lnTo>
                  <a:lnTo>
                    <a:pt x="556345" y="5112741"/>
                  </a:lnTo>
                  <a:lnTo>
                    <a:pt x="556439" y="5112741"/>
                  </a:lnTo>
                  <a:lnTo>
                    <a:pt x="556533" y="5112741"/>
                  </a:lnTo>
                  <a:lnTo>
                    <a:pt x="556627" y="5112741"/>
                  </a:lnTo>
                  <a:lnTo>
                    <a:pt x="556721" y="5112741"/>
                  </a:lnTo>
                  <a:lnTo>
                    <a:pt x="556816" y="5112741"/>
                  </a:lnTo>
                  <a:lnTo>
                    <a:pt x="556910" y="5112741"/>
                  </a:lnTo>
                  <a:lnTo>
                    <a:pt x="557004" y="5112741"/>
                  </a:lnTo>
                  <a:lnTo>
                    <a:pt x="557098" y="5112741"/>
                  </a:lnTo>
                  <a:lnTo>
                    <a:pt x="557192" y="5112741"/>
                  </a:lnTo>
                  <a:lnTo>
                    <a:pt x="557286" y="5112741"/>
                  </a:lnTo>
                  <a:lnTo>
                    <a:pt x="557286" y="5107829"/>
                  </a:lnTo>
                  <a:lnTo>
                    <a:pt x="557380" y="5107829"/>
                  </a:lnTo>
                  <a:lnTo>
                    <a:pt x="557475" y="5107829"/>
                  </a:lnTo>
                  <a:lnTo>
                    <a:pt x="557569" y="5107829"/>
                  </a:lnTo>
                  <a:lnTo>
                    <a:pt x="557663" y="5107829"/>
                  </a:lnTo>
                  <a:lnTo>
                    <a:pt x="557757" y="5107829"/>
                  </a:lnTo>
                  <a:lnTo>
                    <a:pt x="557851" y="5107829"/>
                  </a:lnTo>
                  <a:lnTo>
                    <a:pt x="557945" y="5107829"/>
                  </a:lnTo>
                  <a:lnTo>
                    <a:pt x="558040" y="5107829"/>
                  </a:lnTo>
                  <a:lnTo>
                    <a:pt x="558134" y="5107829"/>
                  </a:lnTo>
                  <a:lnTo>
                    <a:pt x="558228" y="5107829"/>
                  </a:lnTo>
                  <a:lnTo>
                    <a:pt x="558322" y="5107829"/>
                  </a:lnTo>
                  <a:lnTo>
                    <a:pt x="558416" y="5107829"/>
                  </a:lnTo>
                  <a:lnTo>
                    <a:pt x="558510" y="5107829"/>
                  </a:lnTo>
                  <a:lnTo>
                    <a:pt x="558604" y="5107829"/>
                  </a:lnTo>
                  <a:lnTo>
                    <a:pt x="558699" y="5107829"/>
                  </a:lnTo>
                  <a:lnTo>
                    <a:pt x="558793" y="5107829"/>
                  </a:lnTo>
                  <a:lnTo>
                    <a:pt x="558887" y="5107829"/>
                  </a:lnTo>
                  <a:lnTo>
                    <a:pt x="558981" y="5107829"/>
                  </a:lnTo>
                  <a:lnTo>
                    <a:pt x="559075" y="5107829"/>
                  </a:lnTo>
                  <a:lnTo>
                    <a:pt x="559169" y="5107829"/>
                  </a:lnTo>
                  <a:lnTo>
                    <a:pt x="559264" y="5107829"/>
                  </a:lnTo>
                  <a:lnTo>
                    <a:pt x="559358" y="5107829"/>
                  </a:lnTo>
                  <a:lnTo>
                    <a:pt x="559452" y="5107829"/>
                  </a:lnTo>
                  <a:lnTo>
                    <a:pt x="559546" y="5107829"/>
                  </a:lnTo>
                  <a:lnTo>
                    <a:pt x="559640" y="5107829"/>
                  </a:lnTo>
                  <a:lnTo>
                    <a:pt x="559734" y="5107829"/>
                  </a:lnTo>
                  <a:lnTo>
                    <a:pt x="559828" y="5107829"/>
                  </a:lnTo>
                  <a:lnTo>
                    <a:pt x="559923" y="5107829"/>
                  </a:lnTo>
                  <a:lnTo>
                    <a:pt x="560017" y="5107829"/>
                  </a:lnTo>
                  <a:lnTo>
                    <a:pt x="560111" y="5107829"/>
                  </a:lnTo>
                  <a:lnTo>
                    <a:pt x="560205" y="5107829"/>
                  </a:lnTo>
                  <a:lnTo>
                    <a:pt x="560299" y="5107829"/>
                  </a:lnTo>
                  <a:lnTo>
                    <a:pt x="560393" y="5107829"/>
                  </a:lnTo>
                  <a:lnTo>
                    <a:pt x="560487" y="5107829"/>
                  </a:lnTo>
                  <a:lnTo>
                    <a:pt x="560582" y="5107829"/>
                  </a:lnTo>
                  <a:lnTo>
                    <a:pt x="560676" y="5107829"/>
                  </a:lnTo>
                  <a:lnTo>
                    <a:pt x="560770" y="5107829"/>
                  </a:lnTo>
                  <a:lnTo>
                    <a:pt x="560864" y="5107829"/>
                  </a:lnTo>
                  <a:lnTo>
                    <a:pt x="560958" y="5107829"/>
                  </a:lnTo>
                  <a:lnTo>
                    <a:pt x="561052" y="5107829"/>
                  </a:lnTo>
                  <a:lnTo>
                    <a:pt x="561147" y="5107829"/>
                  </a:lnTo>
                  <a:lnTo>
                    <a:pt x="561241" y="5107829"/>
                  </a:lnTo>
                  <a:lnTo>
                    <a:pt x="561335" y="5107829"/>
                  </a:lnTo>
                  <a:lnTo>
                    <a:pt x="561429" y="5107829"/>
                  </a:lnTo>
                  <a:lnTo>
                    <a:pt x="561523" y="5107829"/>
                  </a:lnTo>
                  <a:lnTo>
                    <a:pt x="561617" y="5107829"/>
                  </a:lnTo>
                  <a:lnTo>
                    <a:pt x="561711" y="5107829"/>
                  </a:lnTo>
                  <a:lnTo>
                    <a:pt x="561806" y="5107829"/>
                  </a:lnTo>
                  <a:lnTo>
                    <a:pt x="561900" y="5107829"/>
                  </a:lnTo>
                  <a:lnTo>
                    <a:pt x="561994" y="5107829"/>
                  </a:lnTo>
                  <a:lnTo>
                    <a:pt x="562088" y="5107829"/>
                  </a:lnTo>
                  <a:lnTo>
                    <a:pt x="562182" y="5107829"/>
                  </a:lnTo>
                  <a:lnTo>
                    <a:pt x="562276" y="5107829"/>
                  </a:lnTo>
                  <a:lnTo>
                    <a:pt x="562371" y="5107829"/>
                  </a:lnTo>
                  <a:lnTo>
                    <a:pt x="562465" y="5107829"/>
                  </a:lnTo>
                  <a:lnTo>
                    <a:pt x="562559" y="5107829"/>
                  </a:lnTo>
                  <a:lnTo>
                    <a:pt x="562653" y="5107829"/>
                  </a:lnTo>
                  <a:lnTo>
                    <a:pt x="562747" y="5107829"/>
                  </a:lnTo>
                  <a:lnTo>
                    <a:pt x="562841" y="5107829"/>
                  </a:lnTo>
                  <a:lnTo>
                    <a:pt x="562935" y="5107829"/>
                  </a:lnTo>
                  <a:lnTo>
                    <a:pt x="563030" y="5107829"/>
                  </a:lnTo>
                  <a:lnTo>
                    <a:pt x="563124" y="5107829"/>
                  </a:lnTo>
                  <a:lnTo>
                    <a:pt x="563218" y="5107829"/>
                  </a:lnTo>
                  <a:lnTo>
                    <a:pt x="563312" y="5107829"/>
                  </a:lnTo>
                  <a:lnTo>
                    <a:pt x="563406" y="5107829"/>
                  </a:lnTo>
                  <a:lnTo>
                    <a:pt x="563500" y="5107829"/>
                  </a:lnTo>
                  <a:lnTo>
                    <a:pt x="563595" y="5107829"/>
                  </a:lnTo>
                  <a:lnTo>
                    <a:pt x="563689" y="5107829"/>
                  </a:lnTo>
                  <a:lnTo>
                    <a:pt x="563783" y="5107829"/>
                  </a:lnTo>
                  <a:lnTo>
                    <a:pt x="563877" y="5107829"/>
                  </a:lnTo>
                  <a:lnTo>
                    <a:pt x="563971" y="5107829"/>
                  </a:lnTo>
                  <a:lnTo>
                    <a:pt x="564065" y="5107829"/>
                  </a:lnTo>
                  <a:lnTo>
                    <a:pt x="564159" y="5107829"/>
                  </a:lnTo>
                  <a:lnTo>
                    <a:pt x="564254" y="5107829"/>
                  </a:lnTo>
                  <a:lnTo>
                    <a:pt x="564348" y="5107829"/>
                  </a:lnTo>
                  <a:lnTo>
                    <a:pt x="564442" y="5107829"/>
                  </a:lnTo>
                  <a:lnTo>
                    <a:pt x="564536" y="5107829"/>
                  </a:lnTo>
                  <a:lnTo>
                    <a:pt x="564630" y="5107829"/>
                  </a:lnTo>
                  <a:lnTo>
                    <a:pt x="564724" y="5107829"/>
                  </a:lnTo>
                  <a:lnTo>
                    <a:pt x="564818" y="5107829"/>
                  </a:lnTo>
                  <a:lnTo>
                    <a:pt x="564913" y="5107829"/>
                  </a:lnTo>
                  <a:lnTo>
                    <a:pt x="565007" y="5107829"/>
                  </a:lnTo>
                  <a:lnTo>
                    <a:pt x="565101" y="5107829"/>
                  </a:lnTo>
                  <a:lnTo>
                    <a:pt x="565195" y="5107829"/>
                  </a:lnTo>
                  <a:lnTo>
                    <a:pt x="565289" y="5107829"/>
                  </a:lnTo>
                  <a:lnTo>
                    <a:pt x="565383" y="5107829"/>
                  </a:lnTo>
                  <a:lnTo>
                    <a:pt x="565478" y="5107829"/>
                  </a:lnTo>
                  <a:lnTo>
                    <a:pt x="565572" y="5107829"/>
                  </a:lnTo>
                  <a:lnTo>
                    <a:pt x="565666" y="5107829"/>
                  </a:lnTo>
                  <a:lnTo>
                    <a:pt x="565760" y="5107829"/>
                  </a:lnTo>
                  <a:lnTo>
                    <a:pt x="565854" y="5107829"/>
                  </a:lnTo>
                  <a:lnTo>
                    <a:pt x="565948" y="5107829"/>
                  </a:lnTo>
                  <a:lnTo>
                    <a:pt x="566042" y="5107829"/>
                  </a:lnTo>
                  <a:lnTo>
                    <a:pt x="566137" y="5107829"/>
                  </a:lnTo>
                  <a:lnTo>
                    <a:pt x="566231" y="5107829"/>
                  </a:lnTo>
                  <a:lnTo>
                    <a:pt x="566325" y="5107829"/>
                  </a:lnTo>
                  <a:lnTo>
                    <a:pt x="566419" y="5107829"/>
                  </a:lnTo>
                  <a:lnTo>
                    <a:pt x="566513" y="5107829"/>
                  </a:lnTo>
                  <a:lnTo>
                    <a:pt x="566607" y="5107829"/>
                  </a:lnTo>
                  <a:lnTo>
                    <a:pt x="566702" y="5107829"/>
                  </a:lnTo>
                  <a:lnTo>
                    <a:pt x="566796" y="5107829"/>
                  </a:lnTo>
                  <a:lnTo>
                    <a:pt x="566890" y="5107829"/>
                  </a:lnTo>
                  <a:lnTo>
                    <a:pt x="566984" y="5107829"/>
                  </a:lnTo>
                  <a:lnTo>
                    <a:pt x="567078" y="5107829"/>
                  </a:lnTo>
                  <a:lnTo>
                    <a:pt x="567172" y="5107829"/>
                  </a:lnTo>
                  <a:lnTo>
                    <a:pt x="567266" y="5107829"/>
                  </a:lnTo>
                  <a:lnTo>
                    <a:pt x="567361" y="5107829"/>
                  </a:lnTo>
                  <a:lnTo>
                    <a:pt x="567455" y="5107829"/>
                  </a:lnTo>
                  <a:lnTo>
                    <a:pt x="567549" y="5107829"/>
                  </a:lnTo>
                  <a:lnTo>
                    <a:pt x="567643" y="5107829"/>
                  </a:lnTo>
                  <a:lnTo>
                    <a:pt x="567737" y="5107829"/>
                  </a:lnTo>
                  <a:lnTo>
                    <a:pt x="567831" y="5107829"/>
                  </a:lnTo>
                  <a:lnTo>
                    <a:pt x="567926" y="5107829"/>
                  </a:lnTo>
                  <a:lnTo>
                    <a:pt x="568020" y="5107829"/>
                  </a:lnTo>
                  <a:lnTo>
                    <a:pt x="568114" y="5107829"/>
                  </a:lnTo>
                  <a:lnTo>
                    <a:pt x="568208" y="5107829"/>
                  </a:lnTo>
                  <a:lnTo>
                    <a:pt x="568302" y="5107829"/>
                  </a:lnTo>
                  <a:lnTo>
                    <a:pt x="568302" y="5102918"/>
                  </a:lnTo>
                  <a:lnTo>
                    <a:pt x="568396" y="5102918"/>
                  </a:lnTo>
                  <a:lnTo>
                    <a:pt x="568490" y="5102918"/>
                  </a:lnTo>
                  <a:lnTo>
                    <a:pt x="568585" y="5102918"/>
                  </a:lnTo>
                  <a:lnTo>
                    <a:pt x="568679" y="5102918"/>
                  </a:lnTo>
                  <a:lnTo>
                    <a:pt x="568773" y="5102918"/>
                  </a:lnTo>
                  <a:lnTo>
                    <a:pt x="568867" y="5102918"/>
                  </a:lnTo>
                  <a:lnTo>
                    <a:pt x="568961" y="5102918"/>
                  </a:lnTo>
                  <a:lnTo>
                    <a:pt x="569055" y="5102918"/>
                  </a:lnTo>
                  <a:lnTo>
                    <a:pt x="569149" y="5102918"/>
                  </a:lnTo>
                  <a:lnTo>
                    <a:pt x="569244" y="5102918"/>
                  </a:lnTo>
                  <a:lnTo>
                    <a:pt x="569338" y="5102918"/>
                  </a:lnTo>
                  <a:lnTo>
                    <a:pt x="569432" y="5102918"/>
                  </a:lnTo>
                  <a:lnTo>
                    <a:pt x="569526" y="5102918"/>
                  </a:lnTo>
                  <a:lnTo>
                    <a:pt x="569620" y="5102918"/>
                  </a:lnTo>
                  <a:lnTo>
                    <a:pt x="569714" y="5102918"/>
                  </a:lnTo>
                  <a:lnTo>
                    <a:pt x="569809" y="5102918"/>
                  </a:lnTo>
                  <a:lnTo>
                    <a:pt x="569903" y="5102918"/>
                  </a:lnTo>
                  <a:lnTo>
                    <a:pt x="569903" y="5098007"/>
                  </a:lnTo>
                  <a:lnTo>
                    <a:pt x="569997" y="5098007"/>
                  </a:lnTo>
                  <a:lnTo>
                    <a:pt x="570091" y="5098007"/>
                  </a:lnTo>
                  <a:lnTo>
                    <a:pt x="570185" y="5098007"/>
                  </a:lnTo>
                  <a:lnTo>
                    <a:pt x="570279" y="5098007"/>
                  </a:lnTo>
                  <a:lnTo>
                    <a:pt x="570373" y="5098007"/>
                  </a:lnTo>
                  <a:lnTo>
                    <a:pt x="570468" y="5098007"/>
                  </a:lnTo>
                  <a:lnTo>
                    <a:pt x="570562" y="5098007"/>
                  </a:lnTo>
                  <a:lnTo>
                    <a:pt x="570656" y="5098007"/>
                  </a:lnTo>
                  <a:lnTo>
                    <a:pt x="570750" y="5098007"/>
                  </a:lnTo>
                  <a:lnTo>
                    <a:pt x="570844" y="5098007"/>
                  </a:lnTo>
                  <a:lnTo>
                    <a:pt x="570938" y="5098007"/>
                  </a:lnTo>
                  <a:lnTo>
                    <a:pt x="571033" y="5098007"/>
                  </a:lnTo>
                  <a:lnTo>
                    <a:pt x="571127" y="5098007"/>
                  </a:lnTo>
                  <a:lnTo>
                    <a:pt x="571221" y="5098007"/>
                  </a:lnTo>
                  <a:lnTo>
                    <a:pt x="571315" y="5098007"/>
                  </a:lnTo>
                  <a:lnTo>
                    <a:pt x="571409" y="5098007"/>
                  </a:lnTo>
                  <a:lnTo>
                    <a:pt x="571503" y="5098007"/>
                  </a:lnTo>
                  <a:lnTo>
                    <a:pt x="571597" y="5098007"/>
                  </a:lnTo>
                  <a:lnTo>
                    <a:pt x="571692" y="5098007"/>
                  </a:lnTo>
                  <a:lnTo>
                    <a:pt x="571692" y="5093095"/>
                  </a:lnTo>
                  <a:lnTo>
                    <a:pt x="571786" y="5093095"/>
                  </a:lnTo>
                  <a:lnTo>
                    <a:pt x="571880" y="5093095"/>
                  </a:lnTo>
                  <a:lnTo>
                    <a:pt x="571974" y="5093095"/>
                  </a:lnTo>
                  <a:lnTo>
                    <a:pt x="572068" y="5093095"/>
                  </a:lnTo>
                  <a:lnTo>
                    <a:pt x="572162" y="5093095"/>
                  </a:lnTo>
                  <a:lnTo>
                    <a:pt x="572257" y="5093095"/>
                  </a:lnTo>
                  <a:lnTo>
                    <a:pt x="572351" y="5093095"/>
                  </a:lnTo>
                  <a:lnTo>
                    <a:pt x="572445" y="5093095"/>
                  </a:lnTo>
                  <a:lnTo>
                    <a:pt x="572539" y="5093095"/>
                  </a:lnTo>
                  <a:lnTo>
                    <a:pt x="572633" y="5093095"/>
                  </a:lnTo>
                  <a:lnTo>
                    <a:pt x="572727" y="5093095"/>
                  </a:lnTo>
                  <a:lnTo>
                    <a:pt x="572821" y="5093095"/>
                  </a:lnTo>
                  <a:lnTo>
                    <a:pt x="572916" y="5093095"/>
                  </a:lnTo>
                  <a:lnTo>
                    <a:pt x="572916" y="5088184"/>
                  </a:lnTo>
                  <a:lnTo>
                    <a:pt x="573010" y="5088184"/>
                  </a:lnTo>
                  <a:lnTo>
                    <a:pt x="573104" y="5088184"/>
                  </a:lnTo>
                  <a:lnTo>
                    <a:pt x="573198" y="5088184"/>
                  </a:lnTo>
                  <a:lnTo>
                    <a:pt x="573292" y="5088184"/>
                  </a:lnTo>
                  <a:lnTo>
                    <a:pt x="573386" y="5088184"/>
                  </a:lnTo>
                  <a:lnTo>
                    <a:pt x="573480" y="5088184"/>
                  </a:lnTo>
                  <a:lnTo>
                    <a:pt x="573575" y="5088184"/>
                  </a:lnTo>
                  <a:lnTo>
                    <a:pt x="573669" y="5088184"/>
                  </a:lnTo>
                  <a:lnTo>
                    <a:pt x="573763" y="5088184"/>
                  </a:lnTo>
                  <a:lnTo>
                    <a:pt x="573857" y="5088184"/>
                  </a:lnTo>
                  <a:lnTo>
                    <a:pt x="573951" y="5088184"/>
                  </a:lnTo>
                  <a:lnTo>
                    <a:pt x="574045" y="5088184"/>
                  </a:lnTo>
                  <a:lnTo>
                    <a:pt x="574140" y="5088184"/>
                  </a:lnTo>
                  <a:lnTo>
                    <a:pt x="574234" y="5088184"/>
                  </a:lnTo>
                  <a:lnTo>
                    <a:pt x="574328" y="5088184"/>
                  </a:lnTo>
                  <a:lnTo>
                    <a:pt x="574422" y="5088184"/>
                  </a:lnTo>
                  <a:lnTo>
                    <a:pt x="574516" y="5088184"/>
                  </a:lnTo>
                  <a:lnTo>
                    <a:pt x="574610" y="5088184"/>
                  </a:lnTo>
                  <a:lnTo>
                    <a:pt x="574704" y="5088184"/>
                  </a:lnTo>
                  <a:lnTo>
                    <a:pt x="574799" y="5088184"/>
                  </a:lnTo>
                  <a:lnTo>
                    <a:pt x="574893" y="5088184"/>
                  </a:lnTo>
                  <a:lnTo>
                    <a:pt x="574987" y="5088184"/>
                  </a:lnTo>
                  <a:lnTo>
                    <a:pt x="575081" y="5088184"/>
                  </a:lnTo>
                  <a:lnTo>
                    <a:pt x="575175" y="5088184"/>
                  </a:lnTo>
                  <a:lnTo>
                    <a:pt x="575269" y="5088184"/>
                  </a:lnTo>
                  <a:lnTo>
                    <a:pt x="575364" y="5088184"/>
                  </a:lnTo>
                  <a:lnTo>
                    <a:pt x="575458" y="5088184"/>
                  </a:lnTo>
                  <a:lnTo>
                    <a:pt x="575552" y="5088184"/>
                  </a:lnTo>
                  <a:lnTo>
                    <a:pt x="575552" y="5083273"/>
                  </a:lnTo>
                  <a:lnTo>
                    <a:pt x="575646" y="5083273"/>
                  </a:lnTo>
                  <a:lnTo>
                    <a:pt x="575740" y="5083273"/>
                  </a:lnTo>
                  <a:lnTo>
                    <a:pt x="575834" y="5083273"/>
                  </a:lnTo>
                  <a:lnTo>
                    <a:pt x="575928" y="5083273"/>
                  </a:lnTo>
                  <a:lnTo>
                    <a:pt x="576023" y="5083273"/>
                  </a:lnTo>
                  <a:lnTo>
                    <a:pt x="576117" y="5083273"/>
                  </a:lnTo>
                  <a:lnTo>
                    <a:pt x="576211" y="5083273"/>
                  </a:lnTo>
                  <a:lnTo>
                    <a:pt x="576305" y="5083273"/>
                  </a:lnTo>
                  <a:lnTo>
                    <a:pt x="576399" y="5083273"/>
                  </a:lnTo>
                  <a:lnTo>
                    <a:pt x="576493" y="5083273"/>
                  </a:lnTo>
                  <a:lnTo>
                    <a:pt x="576588" y="5083273"/>
                  </a:lnTo>
                  <a:lnTo>
                    <a:pt x="576682" y="5083273"/>
                  </a:lnTo>
                  <a:lnTo>
                    <a:pt x="576776" y="5083273"/>
                  </a:lnTo>
                  <a:lnTo>
                    <a:pt x="576870" y="5083273"/>
                  </a:lnTo>
                  <a:lnTo>
                    <a:pt x="576964" y="5083273"/>
                  </a:lnTo>
                  <a:lnTo>
                    <a:pt x="577058" y="5083273"/>
                  </a:lnTo>
                  <a:lnTo>
                    <a:pt x="577152" y="5083273"/>
                  </a:lnTo>
                  <a:lnTo>
                    <a:pt x="577247" y="5083273"/>
                  </a:lnTo>
                  <a:lnTo>
                    <a:pt x="577341" y="5083273"/>
                  </a:lnTo>
                  <a:lnTo>
                    <a:pt x="577435" y="5083273"/>
                  </a:lnTo>
                  <a:lnTo>
                    <a:pt x="577529" y="5083273"/>
                  </a:lnTo>
                  <a:lnTo>
                    <a:pt x="577623" y="5083273"/>
                  </a:lnTo>
                  <a:lnTo>
                    <a:pt x="577717" y="5083273"/>
                  </a:lnTo>
                  <a:lnTo>
                    <a:pt x="577811" y="5083273"/>
                  </a:lnTo>
                  <a:lnTo>
                    <a:pt x="577906" y="5083273"/>
                  </a:lnTo>
                  <a:lnTo>
                    <a:pt x="578000" y="5083273"/>
                  </a:lnTo>
                  <a:lnTo>
                    <a:pt x="578094" y="5083273"/>
                  </a:lnTo>
                  <a:lnTo>
                    <a:pt x="578188" y="5083273"/>
                  </a:lnTo>
                  <a:lnTo>
                    <a:pt x="578282" y="5083273"/>
                  </a:lnTo>
                  <a:lnTo>
                    <a:pt x="578376" y="5083273"/>
                  </a:lnTo>
                  <a:lnTo>
                    <a:pt x="578471" y="5083273"/>
                  </a:lnTo>
                  <a:lnTo>
                    <a:pt x="578565" y="5083273"/>
                  </a:lnTo>
                  <a:lnTo>
                    <a:pt x="578659" y="5083273"/>
                  </a:lnTo>
                  <a:lnTo>
                    <a:pt x="578753" y="5083273"/>
                  </a:lnTo>
                  <a:lnTo>
                    <a:pt x="578847" y="5083273"/>
                  </a:lnTo>
                  <a:lnTo>
                    <a:pt x="578941" y="5083273"/>
                  </a:lnTo>
                  <a:lnTo>
                    <a:pt x="579035" y="5083273"/>
                  </a:lnTo>
                  <a:lnTo>
                    <a:pt x="579130" y="5083273"/>
                  </a:lnTo>
                  <a:lnTo>
                    <a:pt x="579224" y="5083273"/>
                  </a:lnTo>
                  <a:lnTo>
                    <a:pt x="579318" y="5083273"/>
                  </a:lnTo>
                  <a:lnTo>
                    <a:pt x="579412" y="5083273"/>
                  </a:lnTo>
                  <a:lnTo>
                    <a:pt x="579506" y="5083273"/>
                  </a:lnTo>
                  <a:lnTo>
                    <a:pt x="579600" y="5083273"/>
                  </a:lnTo>
                  <a:lnTo>
                    <a:pt x="579695" y="5083273"/>
                  </a:lnTo>
                  <a:lnTo>
                    <a:pt x="579789" y="5083273"/>
                  </a:lnTo>
                  <a:lnTo>
                    <a:pt x="579883" y="5083273"/>
                  </a:lnTo>
                  <a:lnTo>
                    <a:pt x="579977" y="5083273"/>
                  </a:lnTo>
                  <a:lnTo>
                    <a:pt x="580071" y="5083273"/>
                  </a:lnTo>
                  <a:lnTo>
                    <a:pt x="580165" y="5083273"/>
                  </a:lnTo>
                  <a:lnTo>
                    <a:pt x="580259" y="5083273"/>
                  </a:lnTo>
                  <a:lnTo>
                    <a:pt x="580354" y="5083273"/>
                  </a:lnTo>
                  <a:lnTo>
                    <a:pt x="580448" y="5083273"/>
                  </a:lnTo>
                  <a:lnTo>
                    <a:pt x="580542" y="5083273"/>
                  </a:lnTo>
                  <a:lnTo>
                    <a:pt x="580636" y="5083273"/>
                  </a:lnTo>
                  <a:lnTo>
                    <a:pt x="580636" y="5078361"/>
                  </a:lnTo>
                  <a:lnTo>
                    <a:pt x="580730" y="5078361"/>
                  </a:lnTo>
                  <a:lnTo>
                    <a:pt x="580824" y="5078361"/>
                  </a:lnTo>
                  <a:lnTo>
                    <a:pt x="580919" y="5078361"/>
                  </a:lnTo>
                  <a:lnTo>
                    <a:pt x="581013" y="5078361"/>
                  </a:lnTo>
                  <a:lnTo>
                    <a:pt x="581107" y="5078361"/>
                  </a:lnTo>
                  <a:lnTo>
                    <a:pt x="581201" y="5078361"/>
                  </a:lnTo>
                  <a:lnTo>
                    <a:pt x="581295" y="5078361"/>
                  </a:lnTo>
                  <a:lnTo>
                    <a:pt x="581389" y="5078361"/>
                  </a:lnTo>
                  <a:lnTo>
                    <a:pt x="581483" y="5078361"/>
                  </a:lnTo>
                  <a:lnTo>
                    <a:pt x="581578" y="5078361"/>
                  </a:lnTo>
                  <a:lnTo>
                    <a:pt x="581672" y="5078361"/>
                  </a:lnTo>
                  <a:lnTo>
                    <a:pt x="581766" y="5078361"/>
                  </a:lnTo>
                  <a:lnTo>
                    <a:pt x="581860" y="5078361"/>
                  </a:lnTo>
                  <a:lnTo>
                    <a:pt x="581954" y="5078361"/>
                  </a:lnTo>
                  <a:lnTo>
                    <a:pt x="582048" y="5078361"/>
                  </a:lnTo>
                  <a:lnTo>
                    <a:pt x="582142" y="5078361"/>
                  </a:lnTo>
                  <a:lnTo>
                    <a:pt x="582237" y="5078361"/>
                  </a:lnTo>
                  <a:lnTo>
                    <a:pt x="582331" y="5078361"/>
                  </a:lnTo>
                  <a:lnTo>
                    <a:pt x="582425" y="5078361"/>
                  </a:lnTo>
                  <a:lnTo>
                    <a:pt x="582519" y="5078361"/>
                  </a:lnTo>
                  <a:lnTo>
                    <a:pt x="582613" y="5078361"/>
                  </a:lnTo>
                  <a:lnTo>
                    <a:pt x="582707" y="5078361"/>
                  </a:lnTo>
                  <a:lnTo>
                    <a:pt x="582802" y="5078361"/>
                  </a:lnTo>
                  <a:lnTo>
                    <a:pt x="582896" y="5078361"/>
                  </a:lnTo>
                  <a:lnTo>
                    <a:pt x="582990" y="5078361"/>
                  </a:lnTo>
                  <a:lnTo>
                    <a:pt x="583084" y="5078361"/>
                  </a:lnTo>
                  <a:lnTo>
                    <a:pt x="583178" y="5078361"/>
                  </a:lnTo>
                  <a:lnTo>
                    <a:pt x="583272" y="5078361"/>
                  </a:lnTo>
                  <a:lnTo>
                    <a:pt x="583366" y="5078361"/>
                  </a:lnTo>
                  <a:lnTo>
                    <a:pt x="583461" y="5078361"/>
                  </a:lnTo>
                  <a:lnTo>
                    <a:pt x="583555" y="5078361"/>
                  </a:lnTo>
                  <a:lnTo>
                    <a:pt x="583649" y="5078361"/>
                  </a:lnTo>
                  <a:lnTo>
                    <a:pt x="583743" y="5078361"/>
                  </a:lnTo>
                  <a:lnTo>
                    <a:pt x="583837" y="5078361"/>
                  </a:lnTo>
                  <a:lnTo>
                    <a:pt x="583931" y="5078361"/>
                  </a:lnTo>
                  <a:lnTo>
                    <a:pt x="584026" y="5078361"/>
                  </a:lnTo>
                  <a:lnTo>
                    <a:pt x="584120" y="5078361"/>
                  </a:lnTo>
                  <a:lnTo>
                    <a:pt x="584214" y="5078361"/>
                  </a:lnTo>
                  <a:lnTo>
                    <a:pt x="584308" y="5078361"/>
                  </a:lnTo>
                  <a:lnTo>
                    <a:pt x="584402" y="5078361"/>
                  </a:lnTo>
                  <a:lnTo>
                    <a:pt x="584496" y="5078361"/>
                  </a:lnTo>
                  <a:lnTo>
                    <a:pt x="584590" y="5078361"/>
                  </a:lnTo>
                  <a:lnTo>
                    <a:pt x="584685" y="5078361"/>
                  </a:lnTo>
                  <a:lnTo>
                    <a:pt x="584779" y="5078361"/>
                  </a:lnTo>
                  <a:lnTo>
                    <a:pt x="584873" y="5078361"/>
                  </a:lnTo>
                  <a:lnTo>
                    <a:pt x="584967" y="5078361"/>
                  </a:lnTo>
                  <a:lnTo>
                    <a:pt x="585061" y="5078361"/>
                  </a:lnTo>
                  <a:lnTo>
                    <a:pt x="585155" y="5078361"/>
                  </a:lnTo>
                  <a:lnTo>
                    <a:pt x="585250" y="5078361"/>
                  </a:lnTo>
                  <a:lnTo>
                    <a:pt x="585344" y="5078361"/>
                  </a:lnTo>
                  <a:lnTo>
                    <a:pt x="585438" y="5078361"/>
                  </a:lnTo>
                  <a:lnTo>
                    <a:pt x="585532" y="5078361"/>
                  </a:lnTo>
                  <a:lnTo>
                    <a:pt x="585626" y="5078361"/>
                  </a:lnTo>
                  <a:lnTo>
                    <a:pt x="585720" y="5078361"/>
                  </a:lnTo>
                  <a:lnTo>
                    <a:pt x="585814" y="5078361"/>
                  </a:lnTo>
                  <a:lnTo>
                    <a:pt x="585909" y="5078361"/>
                  </a:lnTo>
                  <a:lnTo>
                    <a:pt x="586003" y="5078361"/>
                  </a:lnTo>
                  <a:lnTo>
                    <a:pt x="586097" y="5078361"/>
                  </a:lnTo>
                  <a:lnTo>
                    <a:pt x="586191" y="5078361"/>
                  </a:lnTo>
                  <a:lnTo>
                    <a:pt x="586285" y="5078361"/>
                  </a:lnTo>
                  <a:lnTo>
                    <a:pt x="586379" y="5078361"/>
                  </a:lnTo>
                  <a:lnTo>
                    <a:pt x="586473" y="5078361"/>
                  </a:lnTo>
                  <a:lnTo>
                    <a:pt x="586568" y="5078361"/>
                  </a:lnTo>
                  <a:lnTo>
                    <a:pt x="586662" y="5078361"/>
                  </a:lnTo>
                  <a:lnTo>
                    <a:pt x="586756" y="5078361"/>
                  </a:lnTo>
                  <a:lnTo>
                    <a:pt x="586850" y="5078361"/>
                  </a:lnTo>
                  <a:lnTo>
                    <a:pt x="586944" y="5078361"/>
                  </a:lnTo>
                  <a:lnTo>
                    <a:pt x="587038" y="5078361"/>
                  </a:lnTo>
                  <a:lnTo>
                    <a:pt x="587133" y="5078361"/>
                  </a:lnTo>
                  <a:lnTo>
                    <a:pt x="587227" y="5078361"/>
                  </a:lnTo>
                  <a:lnTo>
                    <a:pt x="587321" y="5078361"/>
                  </a:lnTo>
                  <a:lnTo>
                    <a:pt x="587415" y="5078361"/>
                  </a:lnTo>
                  <a:lnTo>
                    <a:pt x="587509" y="5078361"/>
                  </a:lnTo>
                  <a:lnTo>
                    <a:pt x="587603" y="5078361"/>
                  </a:lnTo>
                  <a:lnTo>
                    <a:pt x="587697" y="5078361"/>
                  </a:lnTo>
                  <a:lnTo>
                    <a:pt x="587792" y="5078361"/>
                  </a:lnTo>
                  <a:lnTo>
                    <a:pt x="587886" y="5078361"/>
                  </a:lnTo>
                  <a:lnTo>
                    <a:pt x="587980" y="5078361"/>
                  </a:lnTo>
                  <a:lnTo>
                    <a:pt x="588074" y="5078361"/>
                  </a:lnTo>
                  <a:lnTo>
                    <a:pt x="588168" y="5078361"/>
                  </a:lnTo>
                  <a:lnTo>
                    <a:pt x="588262" y="5078361"/>
                  </a:lnTo>
                  <a:lnTo>
                    <a:pt x="588357" y="5078361"/>
                  </a:lnTo>
                  <a:lnTo>
                    <a:pt x="588451" y="5078361"/>
                  </a:lnTo>
                  <a:lnTo>
                    <a:pt x="588545" y="5078361"/>
                  </a:lnTo>
                  <a:lnTo>
                    <a:pt x="588639" y="5078361"/>
                  </a:lnTo>
                  <a:lnTo>
                    <a:pt x="588733" y="5078361"/>
                  </a:lnTo>
                  <a:lnTo>
                    <a:pt x="588827" y="5078361"/>
                  </a:lnTo>
                  <a:lnTo>
                    <a:pt x="588921" y="5078361"/>
                  </a:lnTo>
                  <a:lnTo>
                    <a:pt x="589016" y="5078361"/>
                  </a:lnTo>
                  <a:lnTo>
                    <a:pt x="589110" y="5078361"/>
                  </a:lnTo>
                  <a:lnTo>
                    <a:pt x="589204" y="5078361"/>
                  </a:lnTo>
                  <a:lnTo>
                    <a:pt x="589298" y="5078361"/>
                  </a:lnTo>
                  <a:lnTo>
                    <a:pt x="589392" y="5078361"/>
                  </a:lnTo>
                  <a:lnTo>
                    <a:pt x="589392" y="5073450"/>
                  </a:lnTo>
                  <a:lnTo>
                    <a:pt x="589486" y="5073450"/>
                  </a:lnTo>
                  <a:lnTo>
                    <a:pt x="589581" y="5073450"/>
                  </a:lnTo>
                  <a:lnTo>
                    <a:pt x="589675" y="5073450"/>
                  </a:lnTo>
                  <a:lnTo>
                    <a:pt x="589769" y="5073450"/>
                  </a:lnTo>
                  <a:lnTo>
                    <a:pt x="589863" y="5073450"/>
                  </a:lnTo>
                  <a:lnTo>
                    <a:pt x="589863" y="5068538"/>
                  </a:lnTo>
                  <a:lnTo>
                    <a:pt x="589957" y="5068538"/>
                  </a:lnTo>
                  <a:lnTo>
                    <a:pt x="590051" y="5068538"/>
                  </a:lnTo>
                  <a:lnTo>
                    <a:pt x="590145" y="5068538"/>
                  </a:lnTo>
                  <a:lnTo>
                    <a:pt x="590240" y="5068538"/>
                  </a:lnTo>
                  <a:lnTo>
                    <a:pt x="590334" y="5068538"/>
                  </a:lnTo>
                  <a:lnTo>
                    <a:pt x="590428" y="5068538"/>
                  </a:lnTo>
                  <a:lnTo>
                    <a:pt x="590522" y="5068538"/>
                  </a:lnTo>
                  <a:lnTo>
                    <a:pt x="590616" y="5068538"/>
                  </a:lnTo>
                  <a:lnTo>
                    <a:pt x="590710" y="5068538"/>
                  </a:lnTo>
                  <a:lnTo>
                    <a:pt x="590710" y="5063627"/>
                  </a:lnTo>
                  <a:lnTo>
                    <a:pt x="590804" y="5063627"/>
                  </a:lnTo>
                  <a:lnTo>
                    <a:pt x="590899" y="5063627"/>
                  </a:lnTo>
                  <a:lnTo>
                    <a:pt x="590993" y="5063627"/>
                  </a:lnTo>
                  <a:lnTo>
                    <a:pt x="591087" y="5063627"/>
                  </a:lnTo>
                  <a:lnTo>
                    <a:pt x="591087" y="5058716"/>
                  </a:lnTo>
                  <a:lnTo>
                    <a:pt x="591181" y="5058716"/>
                  </a:lnTo>
                  <a:lnTo>
                    <a:pt x="591275" y="5058716"/>
                  </a:lnTo>
                  <a:lnTo>
                    <a:pt x="591369" y="5058716"/>
                  </a:lnTo>
                  <a:lnTo>
                    <a:pt x="591464" y="5058716"/>
                  </a:lnTo>
                  <a:lnTo>
                    <a:pt x="591558" y="5058716"/>
                  </a:lnTo>
                  <a:lnTo>
                    <a:pt x="591652" y="5058716"/>
                  </a:lnTo>
                  <a:lnTo>
                    <a:pt x="591746" y="5058716"/>
                  </a:lnTo>
                  <a:lnTo>
                    <a:pt x="591840" y="5058716"/>
                  </a:lnTo>
                  <a:lnTo>
                    <a:pt x="591934" y="5058716"/>
                  </a:lnTo>
                  <a:lnTo>
                    <a:pt x="592028" y="5058716"/>
                  </a:lnTo>
                  <a:lnTo>
                    <a:pt x="592123" y="5058716"/>
                  </a:lnTo>
                  <a:lnTo>
                    <a:pt x="592217" y="5058716"/>
                  </a:lnTo>
                  <a:lnTo>
                    <a:pt x="592311" y="5058716"/>
                  </a:lnTo>
                  <a:lnTo>
                    <a:pt x="592405" y="5058716"/>
                  </a:lnTo>
                  <a:lnTo>
                    <a:pt x="592499" y="5058716"/>
                  </a:lnTo>
                  <a:lnTo>
                    <a:pt x="592593" y="5058716"/>
                  </a:lnTo>
                  <a:lnTo>
                    <a:pt x="592688" y="5058716"/>
                  </a:lnTo>
                  <a:lnTo>
                    <a:pt x="592782" y="5058716"/>
                  </a:lnTo>
                  <a:lnTo>
                    <a:pt x="592876" y="5058716"/>
                  </a:lnTo>
                  <a:lnTo>
                    <a:pt x="592970" y="5058716"/>
                  </a:lnTo>
                  <a:lnTo>
                    <a:pt x="593064" y="5058716"/>
                  </a:lnTo>
                  <a:lnTo>
                    <a:pt x="593158" y="5058716"/>
                  </a:lnTo>
                  <a:lnTo>
                    <a:pt x="593252" y="5058716"/>
                  </a:lnTo>
                  <a:lnTo>
                    <a:pt x="593347" y="5058716"/>
                  </a:lnTo>
                  <a:lnTo>
                    <a:pt x="593441" y="5058716"/>
                  </a:lnTo>
                  <a:lnTo>
                    <a:pt x="593535" y="5058716"/>
                  </a:lnTo>
                  <a:lnTo>
                    <a:pt x="593629" y="5058716"/>
                  </a:lnTo>
                  <a:lnTo>
                    <a:pt x="593723" y="5058716"/>
                  </a:lnTo>
                  <a:lnTo>
                    <a:pt x="593817" y="5058716"/>
                  </a:lnTo>
                  <a:lnTo>
                    <a:pt x="593912" y="5058716"/>
                  </a:lnTo>
                  <a:lnTo>
                    <a:pt x="594006" y="5058716"/>
                  </a:lnTo>
                  <a:lnTo>
                    <a:pt x="594100" y="5058716"/>
                  </a:lnTo>
                  <a:lnTo>
                    <a:pt x="594194" y="5058716"/>
                  </a:lnTo>
                  <a:lnTo>
                    <a:pt x="594288" y="5058716"/>
                  </a:lnTo>
                  <a:lnTo>
                    <a:pt x="594382" y="5058716"/>
                  </a:lnTo>
                  <a:lnTo>
                    <a:pt x="594476" y="5058716"/>
                  </a:lnTo>
                  <a:lnTo>
                    <a:pt x="594571" y="5058716"/>
                  </a:lnTo>
                  <a:lnTo>
                    <a:pt x="594665" y="5058716"/>
                  </a:lnTo>
                  <a:lnTo>
                    <a:pt x="594759" y="5058716"/>
                  </a:lnTo>
                  <a:lnTo>
                    <a:pt x="594853" y="5058716"/>
                  </a:lnTo>
                  <a:lnTo>
                    <a:pt x="594947" y="5058716"/>
                  </a:lnTo>
                  <a:lnTo>
                    <a:pt x="594947" y="5053804"/>
                  </a:lnTo>
                  <a:lnTo>
                    <a:pt x="595041" y="5053804"/>
                  </a:lnTo>
                  <a:lnTo>
                    <a:pt x="595135" y="5053804"/>
                  </a:lnTo>
                  <a:lnTo>
                    <a:pt x="595230" y="5053804"/>
                  </a:lnTo>
                  <a:lnTo>
                    <a:pt x="595324" y="5053804"/>
                  </a:lnTo>
                  <a:lnTo>
                    <a:pt x="595418" y="5053804"/>
                  </a:lnTo>
                  <a:lnTo>
                    <a:pt x="595512" y="5053804"/>
                  </a:lnTo>
                  <a:lnTo>
                    <a:pt x="595606" y="5053804"/>
                  </a:lnTo>
                  <a:lnTo>
                    <a:pt x="595700" y="5053804"/>
                  </a:lnTo>
                  <a:lnTo>
                    <a:pt x="595795" y="5053804"/>
                  </a:lnTo>
                  <a:lnTo>
                    <a:pt x="595889" y="5053804"/>
                  </a:lnTo>
                  <a:lnTo>
                    <a:pt x="595983" y="5053804"/>
                  </a:lnTo>
                  <a:lnTo>
                    <a:pt x="596077" y="5053804"/>
                  </a:lnTo>
                  <a:lnTo>
                    <a:pt x="596171" y="5053804"/>
                  </a:lnTo>
                  <a:lnTo>
                    <a:pt x="596265" y="5053804"/>
                  </a:lnTo>
                  <a:lnTo>
                    <a:pt x="596359" y="5053804"/>
                  </a:lnTo>
                  <a:lnTo>
                    <a:pt x="596454" y="5053804"/>
                  </a:lnTo>
                  <a:lnTo>
                    <a:pt x="596548" y="5053804"/>
                  </a:lnTo>
                  <a:lnTo>
                    <a:pt x="596642" y="5053804"/>
                  </a:lnTo>
                  <a:lnTo>
                    <a:pt x="596736" y="5053804"/>
                  </a:lnTo>
                  <a:lnTo>
                    <a:pt x="596830" y="5053804"/>
                  </a:lnTo>
                  <a:lnTo>
                    <a:pt x="596924" y="5053804"/>
                  </a:lnTo>
                  <a:lnTo>
                    <a:pt x="597019" y="5053804"/>
                  </a:lnTo>
                  <a:lnTo>
                    <a:pt x="597113" y="5053804"/>
                  </a:lnTo>
                  <a:lnTo>
                    <a:pt x="597207" y="5053804"/>
                  </a:lnTo>
                  <a:lnTo>
                    <a:pt x="597301" y="5053804"/>
                  </a:lnTo>
                  <a:lnTo>
                    <a:pt x="597395" y="5053804"/>
                  </a:lnTo>
                  <a:lnTo>
                    <a:pt x="597489" y="5053804"/>
                  </a:lnTo>
                  <a:lnTo>
                    <a:pt x="597583" y="5053804"/>
                  </a:lnTo>
                  <a:lnTo>
                    <a:pt x="597583" y="5048893"/>
                  </a:lnTo>
                  <a:lnTo>
                    <a:pt x="597678" y="5048893"/>
                  </a:lnTo>
                  <a:lnTo>
                    <a:pt x="597772" y="5048893"/>
                  </a:lnTo>
                  <a:lnTo>
                    <a:pt x="597866" y="5048893"/>
                  </a:lnTo>
                  <a:lnTo>
                    <a:pt x="597960" y="5048893"/>
                  </a:lnTo>
                  <a:lnTo>
                    <a:pt x="598054" y="5048893"/>
                  </a:lnTo>
                  <a:lnTo>
                    <a:pt x="598148" y="5048893"/>
                  </a:lnTo>
                  <a:lnTo>
                    <a:pt x="598243" y="5048893"/>
                  </a:lnTo>
                  <a:lnTo>
                    <a:pt x="598337" y="5048893"/>
                  </a:lnTo>
                  <a:lnTo>
                    <a:pt x="598431" y="5048893"/>
                  </a:lnTo>
                  <a:lnTo>
                    <a:pt x="598525" y="5048893"/>
                  </a:lnTo>
                  <a:lnTo>
                    <a:pt x="598619" y="5048893"/>
                  </a:lnTo>
                  <a:lnTo>
                    <a:pt x="598713" y="5048893"/>
                  </a:lnTo>
                  <a:lnTo>
                    <a:pt x="598807" y="5048893"/>
                  </a:lnTo>
                  <a:lnTo>
                    <a:pt x="598902" y="5048893"/>
                  </a:lnTo>
                  <a:lnTo>
                    <a:pt x="598996" y="5048893"/>
                  </a:lnTo>
                  <a:lnTo>
                    <a:pt x="599090" y="5048893"/>
                  </a:lnTo>
                  <a:lnTo>
                    <a:pt x="599184" y="5048893"/>
                  </a:lnTo>
                  <a:lnTo>
                    <a:pt x="599278" y="5048893"/>
                  </a:lnTo>
                  <a:lnTo>
                    <a:pt x="599372" y="5048893"/>
                  </a:lnTo>
                  <a:lnTo>
                    <a:pt x="599466" y="5048893"/>
                  </a:lnTo>
                  <a:lnTo>
                    <a:pt x="599561" y="5048893"/>
                  </a:lnTo>
                  <a:lnTo>
                    <a:pt x="599655" y="5048893"/>
                  </a:lnTo>
                  <a:lnTo>
                    <a:pt x="599749" y="5048893"/>
                  </a:lnTo>
                  <a:lnTo>
                    <a:pt x="599843" y="5048893"/>
                  </a:lnTo>
                  <a:lnTo>
                    <a:pt x="599937" y="5048893"/>
                  </a:lnTo>
                  <a:lnTo>
                    <a:pt x="600031" y="5048893"/>
                  </a:lnTo>
                  <a:lnTo>
                    <a:pt x="600126" y="5048893"/>
                  </a:lnTo>
                  <a:lnTo>
                    <a:pt x="600220" y="5048893"/>
                  </a:lnTo>
                  <a:lnTo>
                    <a:pt x="600314" y="5048893"/>
                  </a:lnTo>
                  <a:lnTo>
                    <a:pt x="600408" y="5048893"/>
                  </a:lnTo>
                  <a:lnTo>
                    <a:pt x="600502" y="5048893"/>
                  </a:lnTo>
                  <a:lnTo>
                    <a:pt x="600596" y="5048893"/>
                  </a:lnTo>
                  <a:lnTo>
                    <a:pt x="600690" y="5048893"/>
                  </a:lnTo>
                  <a:lnTo>
                    <a:pt x="600785" y="5048893"/>
                  </a:lnTo>
                  <a:lnTo>
                    <a:pt x="600879" y="5048893"/>
                  </a:lnTo>
                  <a:lnTo>
                    <a:pt x="600973" y="5048893"/>
                  </a:lnTo>
                  <a:lnTo>
                    <a:pt x="601067" y="5048893"/>
                  </a:lnTo>
                  <a:lnTo>
                    <a:pt x="601161" y="5048893"/>
                  </a:lnTo>
                  <a:lnTo>
                    <a:pt x="601255" y="5048893"/>
                  </a:lnTo>
                  <a:lnTo>
                    <a:pt x="601350" y="5048893"/>
                  </a:lnTo>
                  <a:lnTo>
                    <a:pt x="601444" y="5048893"/>
                  </a:lnTo>
                  <a:lnTo>
                    <a:pt x="601538" y="5048893"/>
                  </a:lnTo>
                  <a:lnTo>
                    <a:pt x="601632" y="5048893"/>
                  </a:lnTo>
                  <a:lnTo>
                    <a:pt x="601726" y="5048893"/>
                  </a:lnTo>
                  <a:lnTo>
                    <a:pt x="601726" y="5043982"/>
                  </a:lnTo>
                  <a:lnTo>
                    <a:pt x="601820" y="5043982"/>
                  </a:lnTo>
                  <a:lnTo>
                    <a:pt x="601914" y="5043982"/>
                  </a:lnTo>
                  <a:lnTo>
                    <a:pt x="602009" y="5043982"/>
                  </a:lnTo>
                  <a:lnTo>
                    <a:pt x="602103" y="5043982"/>
                  </a:lnTo>
                  <a:lnTo>
                    <a:pt x="602197" y="5043982"/>
                  </a:lnTo>
                  <a:lnTo>
                    <a:pt x="602291" y="5043982"/>
                  </a:lnTo>
                  <a:lnTo>
                    <a:pt x="602385" y="5043982"/>
                  </a:lnTo>
                  <a:lnTo>
                    <a:pt x="602479" y="5043982"/>
                  </a:lnTo>
                  <a:lnTo>
                    <a:pt x="602574" y="5043982"/>
                  </a:lnTo>
                  <a:lnTo>
                    <a:pt x="602668" y="5043982"/>
                  </a:lnTo>
                  <a:lnTo>
                    <a:pt x="602762" y="5043982"/>
                  </a:lnTo>
                  <a:lnTo>
                    <a:pt x="602856" y="5043982"/>
                  </a:lnTo>
                  <a:lnTo>
                    <a:pt x="602950" y="5043982"/>
                  </a:lnTo>
                  <a:lnTo>
                    <a:pt x="603044" y="5043982"/>
                  </a:lnTo>
                  <a:lnTo>
                    <a:pt x="603138" y="5043982"/>
                  </a:lnTo>
                  <a:lnTo>
                    <a:pt x="603233" y="5043982"/>
                  </a:lnTo>
                  <a:lnTo>
                    <a:pt x="603327" y="5043982"/>
                  </a:lnTo>
                  <a:lnTo>
                    <a:pt x="603421" y="5043982"/>
                  </a:lnTo>
                  <a:lnTo>
                    <a:pt x="603515" y="5043982"/>
                  </a:lnTo>
                  <a:lnTo>
                    <a:pt x="603609" y="5043982"/>
                  </a:lnTo>
                  <a:lnTo>
                    <a:pt x="603703" y="5043982"/>
                  </a:lnTo>
                  <a:lnTo>
                    <a:pt x="603797" y="5043982"/>
                  </a:lnTo>
                  <a:lnTo>
                    <a:pt x="603892" y="5043982"/>
                  </a:lnTo>
                  <a:lnTo>
                    <a:pt x="603892" y="5039070"/>
                  </a:lnTo>
                  <a:lnTo>
                    <a:pt x="603986" y="5039070"/>
                  </a:lnTo>
                  <a:lnTo>
                    <a:pt x="604080" y="5039070"/>
                  </a:lnTo>
                  <a:lnTo>
                    <a:pt x="604174" y="5039070"/>
                  </a:lnTo>
                  <a:lnTo>
                    <a:pt x="604268" y="5039070"/>
                  </a:lnTo>
                  <a:lnTo>
                    <a:pt x="604362" y="5039070"/>
                  </a:lnTo>
                  <a:lnTo>
                    <a:pt x="604457" y="5039070"/>
                  </a:lnTo>
                  <a:lnTo>
                    <a:pt x="604551" y="5039070"/>
                  </a:lnTo>
                  <a:lnTo>
                    <a:pt x="604645" y="5039070"/>
                  </a:lnTo>
                  <a:lnTo>
                    <a:pt x="604739" y="5039070"/>
                  </a:lnTo>
                  <a:lnTo>
                    <a:pt x="604833" y="5039070"/>
                  </a:lnTo>
                  <a:lnTo>
                    <a:pt x="604927" y="5039070"/>
                  </a:lnTo>
                  <a:lnTo>
                    <a:pt x="604927" y="5034159"/>
                  </a:lnTo>
                  <a:lnTo>
                    <a:pt x="605021" y="5034159"/>
                  </a:lnTo>
                  <a:lnTo>
                    <a:pt x="605116" y="5034159"/>
                  </a:lnTo>
                  <a:lnTo>
                    <a:pt x="605210" y="5034159"/>
                  </a:lnTo>
                  <a:lnTo>
                    <a:pt x="605304" y="5034159"/>
                  </a:lnTo>
                  <a:lnTo>
                    <a:pt x="605398" y="5034159"/>
                  </a:lnTo>
                  <a:lnTo>
                    <a:pt x="605492" y="5034159"/>
                  </a:lnTo>
                  <a:lnTo>
                    <a:pt x="605586" y="5034159"/>
                  </a:lnTo>
                  <a:lnTo>
                    <a:pt x="605681" y="5034159"/>
                  </a:lnTo>
                  <a:lnTo>
                    <a:pt x="605775" y="5034159"/>
                  </a:lnTo>
                  <a:lnTo>
                    <a:pt x="605869" y="5034159"/>
                  </a:lnTo>
                  <a:lnTo>
                    <a:pt x="605963" y="5034159"/>
                  </a:lnTo>
                  <a:lnTo>
                    <a:pt x="606057" y="5034159"/>
                  </a:lnTo>
                  <a:lnTo>
                    <a:pt x="606151" y="5034159"/>
                  </a:lnTo>
                  <a:lnTo>
                    <a:pt x="606245" y="5034159"/>
                  </a:lnTo>
                  <a:lnTo>
                    <a:pt x="606340" y="5034159"/>
                  </a:lnTo>
                  <a:lnTo>
                    <a:pt x="606434" y="5034159"/>
                  </a:lnTo>
                  <a:lnTo>
                    <a:pt x="606528" y="5034159"/>
                  </a:lnTo>
                  <a:lnTo>
                    <a:pt x="606622" y="5034159"/>
                  </a:lnTo>
                  <a:lnTo>
                    <a:pt x="606716" y="5034159"/>
                  </a:lnTo>
                  <a:lnTo>
                    <a:pt x="606810" y="5034159"/>
                  </a:lnTo>
                  <a:lnTo>
                    <a:pt x="606905" y="5034159"/>
                  </a:lnTo>
                  <a:lnTo>
                    <a:pt x="606999" y="5034159"/>
                  </a:lnTo>
                  <a:lnTo>
                    <a:pt x="607093" y="5034159"/>
                  </a:lnTo>
                  <a:lnTo>
                    <a:pt x="607093" y="5029247"/>
                  </a:lnTo>
                  <a:lnTo>
                    <a:pt x="607187" y="5029247"/>
                  </a:lnTo>
                  <a:lnTo>
                    <a:pt x="607281" y="5029247"/>
                  </a:lnTo>
                  <a:lnTo>
                    <a:pt x="607375" y="5029247"/>
                  </a:lnTo>
                  <a:lnTo>
                    <a:pt x="607469" y="5029247"/>
                  </a:lnTo>
                  <a:lnTo>
                    <a:pt x="607564" y="5029247"/>
                  </a:lnTo>
                  <a:lnTo>
                    <a:pt x="607658" y="5029247"/>
                  </a:lnTo>
                  <a:lnTo>
                    <a:pt x="607752" y="5029247"/>
                  </a:lnTo>
                  <a:lnTo>
                    <a:pt x="607846" y="5029247"/>
                  </a:lnTo>
                  <a:lnTo>
                    <a:pt x="607940" y="5029247"/>
                  </a:lnTo>
                  <a:lnTo>
                    <a:pt x="608034" y="5029247"/>
                  </a:lnTo>
                  <a:lnTo>
                    <a:pt x="608128" y="5029247"/>
                  </a:lnTo>
                  <a:lnTo>
                    <a:pt x="608223" y="5029247"/>
                  </a:lnTo>
                  <a:lnTo>
                    <a:pt x="608317" y="5029247"/>
                  </a:lnTo>
                  <a:lnTo>
                    <a:pt x="608411" y="5029247"/>
                  </a:lnTo>
                  <a:lnTo>
                    <a:pt x="608505" y="5029247"/>
                  </a:lnTo>
                  <a:lnTo>
                    <a:pt x="608599" y="5029247"/>
                  </a:lnTo>
                  <a:lnTo>
                    <a:pt x="608693" y="5029247"/>
                  </a:lnTo>
                  <a:lnTo>
                    <a:pt x="608788" y="5029247"/>
                  </a:lnTo>
                  <a:lnTo>
                    <a:pt x="608882" y="5029247"/>
                  </a:lnTo>
                  <a:lnTo>
                    <a:pt x="608976" y="5029247"/>
                  </a:lnTo>
                  <a:lnTo>
                    <a:pt x="609070" y="5029247"/>
                  </a:lnTo>
                  <a:lnTo>
                    <a:pt x="609164" y="5029247"/>
                  </a:lnTo>
                  <a:lnTo>
                    <a:pt x="609258" y="5029247"/>
                  </a:lnTo>
                  <a:lnTo>
                    <a:pt x="609352" y="5029247"/>
                  </a:lnTo>
                  <a:lnTo>
                    <a:pt x="609447" y="5029247"/>
                  </a:lnTo>
                  <a:lnTo>
                    <a:pt x="609541" y="5029247"/>
                  </a:lnTo>
                  <a:lnTo>
                    <a:pt x="609635" y="5029247"/>
                  </a:lnTo>
                  <a:lnTo>
                    <a:pt x="609729" y="5029247"/>
                  </a:lnTo>
                  <a:lnTo>
                    <a:pt x="609823" y="5029247"/>
                  </a:lnTo>
                  <a:lnTo>
                    <a:pt x="609917" y="5029247"/>
                  </a:lnTo>
                  <a:lnTo>
                    <a:pt x="610012" y="5029247"/>
                  </a:lnTo>
                  <a:lnTo>
                    <a:pt x="610106" y="5029247"/>
                  </a:lnTo>
                  <a:lnTo>
                    <a:pt x="610200" y="5029247"/>
                  </a:lnTo>
                  <a:lnTo>
                    <a:pt x="610200" y="5024336"/>
                  </a:lnTo>
                  <a:lnTo>
                    <a:pt x="610294" y="5024336"/>
                  </a:lnTo>
                  <a:lnTo>
                    <a:pt x="610388" y="5024336"/>
                  </a:lnTo>
                  <a:lnTo>
                    <a:pt x="610482" y="5024336"/>
                  </a:lnTo>
                  <a:lnTo>
                    <a:pt x="610576" y="5024336"/>
                  </a:lnTo>
                  <a:lnTo>
                    <a:pt x="610671" y="5024336"/>
                  </a:lnTo>
                  <a:lnTo>
                    <a:pt x="610765" y="5024336"/>
                  </a:lnTo>
                  <a:lnTo>
                    <a:pt x="610859" y="5024336"/>
                  </a:lnTo>
                  <a:lnTo>
                    <a:pt x="610953" y="5024336"/>
                  </a:lnTo>
                  <a:lnTo>
                    <a:pt x="611047" y="5024336"/>
                  </a:lnTo>
                  <a:lnTo>
                    <a:pt x="611141" y="5024336"/>
                  </a:lnTo>
                  <a:lnTo>
                    <a:pt x="611236" y="5024336"/>
                  </a:lnTo>
                  <a:lnTo>
                    <a:pt x="611330" y="5024336"/>
                  </a:lnTo>
                  <a:lnTo>
                    <a:pt x="611424" y="5024336"/>
                  </a:lnTo>
                  <a:lnTo>
                    <a:pt x="611518" y="5024336"/>
                  </a:lnTo>
                  <a:lnTo>
                    <a:pt x="611612" y="5024336"/>
                  </a:lnTo>
                  <a:lnTo>
                    <a:pt x="611706" y="5024336"/>
                  </a:lnTo>
                  <a:lnTo>
                    <a:pt x="611800" y="5024336"/>
                  </a:lnTo>
                  <a:lnTo>
                    <a:pt x="611895" y="5024336"/>
                  </a:lnTo>
                  <a:lnTo>
                    <a:pt x="611989" y="5024336"/>
                  </a:lnTo>
                  <a:lnTo>
                    <a:pt x="612083" y="5024336"/>
                  </a:lnTo>
                  <a:lnTo>
                    <a:pt x="612177" y="5024336"/>
                  </a:lnTo>
                  <a:lnTo>
                    <a:pt x="612271" y="5024336"/>
                  </a:lnTo>
                  <a:lnTo>
                    <a:pt x="612365" y="5024336"/>
                  </a:lnTo>
                  <a:lnTo>
                    <a:pt x="612459" y="5024336"/>
                  </a:lnTo>
                  <a:lnTo>
                    <a:pt x="612554" y="5024336"/>
                  </a:lnTo>
                  <a:lnTo>
                    <a:pt x="612648" y="5024336"/>
                  </a:lnTo>
                  <a:lnTo>
                    <a:pt x="612742" y="5024336"/>
                  </a:lnTo>
                  <a:lnTo>
                    <a:pt x="612836" y="5024336"/>
                  </a:lnTo>
                  <a:lnTo>
                    <a:pt x="612930" y="5024336"/>
                  </a:lnTo>
                  <a:lnTo>
                    <a:pt x="613024" y="5024336"/>
                  </a:lnTo>
                  <a:lnTo>
                    <a:pt x="613119" y="5024336"/>
                  </a:lnTo>
                  <a:lnTo>
                    <a:pt x="613213" y="5024336"/>
                  </a:lnTo>
                  <a:lnTo>
                    <a:pt x="613307" y="5024336"/>
                  </a:lnTo>
                  <a:lnTo>
                    <a:pt x="613401" y="5024336"/>
                  </a:lnTo>
                  <a:lnTo>
                    <a:pt x="613495" y="5024336"/>
                  </a:lnTo>
                  <a:lnTo>
                    <a:pt x="613589" y="5024336"/>
                  </a:lnTo>
                  <a:lnTo>
                    <a:pt x="613683" y="5024336"/>
                  </a:lnTo>
                  <a:lnTo>
                    <a:pt x="613778" y="5024336"/>
                  </a:lnTo>
                  <a:lnTo>
                    <a:pt x="613872" y="5024336"/>
                  </a:lnTo>
                  <a:lnTo>
                    <a:pt x="613966" y="5024336"/>
                  </a:lnTo>
                  <a:lnTo>
                    <a:pt x="614060" y="5024336"/>
                  </a:lnTo>
                  <a:lnTo>
                    <a:pt x="614154" y="5024336"/>
                  </a:lnTo>
                  <a:lnTo>
                    <a:pt x="614248" y="5024336"/>
                  </a:lnTo>
                  <a:lnTo>
                    <a:pt x="614343" y="5024336"/>
                  </a:lnTo>
                  <a:lnTo>
                    <a:pt x="614437" y="5024336"/>
                  </a:lnTo>
                  <a:lnTo>
                    <a:pt x="614531" y="5024336"/>
                  </a:lnTo>
                  <a:lnTo>
                    <a:pt x="614625" y="5024336"/>
                  </a:lnTo>
                  <a:lnTo>
                    <a:pt x="614719" y="5024336"/>
                  </a:lnTo>
                  <a:lnTo>
                    <a:pt x="614813" y="5024336"/>
                  </a:lnTo>
                  <a:lnTo>
                    <a:pt x="614907" y="5024336"/>
                  </a:lnTo>
                  <a:lnTo>
                    <a:pt x="615002" y="5024336"/>
                  </a:lnTo>
                  <a:lnTo>
                    <a:pt x="615096" y="5024336"/>
                  </a:lnTo>
                  <a:lnTo>
                    <a:pt x="615190" y="5024336"/>
                  </a:lnTo>
                  <a:lnTo>
                    <a:pt x="615284" y="5024336"/>
                  </a:lnTo>
                  <a:lnTo>
                    <a:pt x="615378" y="5024336"/>
                  </a:lnTo>
                  <a:lnTo>
                    <a:pt x="615472" y="5024336"/>
                  </a:lnTo>
                  <a:lnTo>
                    <a:pt x="615567" y="5024336"/>
                  </a:lnTo>
                  <a:lnTo>
                    <a:pt x="615567" y="5019425"/>
                  </a:lnTo>
                  <a:lnTo>
                    <a:pt x="615661" y="5019425"/>
                  </a:lnTo>
                  <a:lnTo>
                    <a:pt x="615755" y="5019425"/>
                  </a:lnTo>
                  <a:lnTo>
                    <a:pt x="615849" y="5019425"/>
                  </a:lnTo>
                  <a:lnTo>
                    <a:pt x="615943" y="5019425"/>
                  </a:lnTo>
                  <a:lnTo>
                    <a:pt x="616037" y="5019425"/>
                  </a:lnTo>
                  <a:lnTo>
                    <a:pt x="616131" y="5019425"/>
                  </a:lnTo>
                  <a:lnTo>
                    <a:pt x="616226" y="5019425"/>
                  </a:lnTo>
                  <a:lnTo>
                    <a:pt x="616320" y="5019425"/>
                  </a:lnTo>
                  <a:lnTo>
                    <a:pt x="616414" y="5019425"/>
                  </a:lnTo>
                  <a:lnTo>
                    <a:pt x="616508" y="5019425"/>
                  </a:lnTo>
                  <a:lnTo>
                    <a:pt x="616602" y="5019425"/>
                  </a:lnTo>
                  <a:lnTo>
                    <a:pt x="616696" y="5019425"/>
                  </a:lnTo>
                  <a:lnTo>
                    <a:pt x="616790" y="5019425"/>
                  </a:lnTo>
                  <a:lnTo>
                    <a:pt x="616885" y="5019425"/>
                  </a:lnTo>
                  <a:lnTo>
                    <a:pt x="616979" y="5019425"/>
                  </a:lnTo>
                  <a:lnTo>
                    <a:pt x="617073" y="5019425"/>
                  </a:lnTo>
                  <a:lnTo>
                    <a:pt x="617167" y="5019425"/>
                  </a:lnTo>
                  <a:lnTo>
                    <a:pt x="617167" y="5014513"/>
                  </a:lnTo>
                  <a:lnTo>
                    <a:pt x="617261" y="5014513"/>
                  </a:lnTo>
                  <a:lnTo>
                    <a:pt x="617355" y="5014513"/>
                  </a:lnTo>
                  <a:lnTo>
                    <a:pt x="617450" y="5014513"/>
                  </a:lnTo>
                  <a:lnTo>
                    <a:pt x="617544" y="5014513"/>
                  </a:lnTo>
                  <a:lnTo>
                    <a:pt x="617638" y="5014513"/>
                  </a:lnTo>
                  <a:lnTo>
                    <a:pt x="617732" y="5014513"/>
                  </a:lnTo>
                  <a:lnTo>
                    <a:pt x="617826" y="5014513"/>
                  </a:lnTo>
                  <a:lnTo>
                    <a:pt x="617920" y="5014513"/>
                  </a:lnTo>
                  <a:lnTo>
                    <a:pt x="618014" y="5014513"/>
                  </a:lnTo>
                  <a:lnTo>
                    <a:pt x="618109" y="5014513"/>
                  </a:lnTo>
                  <a:lnTo>
                    <a:pt x="618203" y="5014513"/>
                  </a:lnTo>
                  <a:lnTo>
                    <a:pt x="618297" y="5014513"/>
                  </a:lnTo>
                  <a:lnTo>
                    <a:pt x="618391" y="5014513"/>
                  </a:lnTo>
                  <a:lnTo>
                    <a:pt x="618485" y="5014513"/>
                  </a:lnTo>
                  <a:lnTo>
                    <a:pt x="618579" y="5014513"/>
                  </a:lnTo>
                  <a:lnTo>
                    <a:pt x="618674" y="5014513"/>
                  </a:lnTo>
                  <a:lnTo>
                    <a:pt x="618768" y="5014513"/>
                  </a:lnTo>
                  <a:lnTo>
                    <a:pt x="618862" y="5014513"/>
                  </a:lnTo>
                  <a:lnTo>
                    <a:pt x="618956" y="5014513"/>
                  </a:lnTo>
                  <a:lnTo>
                    <a:pt x="619050" y="5014513"/>
                  </a:lnTo>
                  <a:lnTo>
                    <a:pt x="619144" y="5014513"/>
                  </a:lnTo>
                  <a:lnTo>
                    <a:pt x="619238" y="5014513"/>
                  </a:lnTo>
                  <a:lnTo>
                    <a:pt x="619333" y="5014513"/>
                  </a:lnTo>
                  <a:lnTo>
                    <a:pt x="619427" y="5014513"/>
                  </a:lnTo>
                  <a:lnTo>
                    <a:pt x="619521" y="5014513"/>
                  </a:lnTo>
                  <a:lnTo>
                    <a:pt x="619521" y="5009602"/>
                  </a:lnTo>
                  <a:lnTo>
                    <a:pt x="619615" y="5009602"/>
                  </a:lnTo>
                  <a:lnTo>
                    <a:pt x="619709" y="5009602"/>
                  </a:lnTo>
                  <a:lnTo>
                    <a:pt x="619803" y="5009602"/>
                  </a:lnTo>
                  <a:lnTo>
                    <a:pt x="619898" y="5009602"/>
                  </a:lnTo>
                  <a:lnTo>
                    <a:pt x="619992" y="5009602"/>
                  </a:lnTo>
                  <a:lnTo>
                    <a:pt x="620086" y="5009602"/>
                  </a:lnTo>
                  <a:lnTo>
                    <a:pt x="620180" y="5009602"/>
                  </a:lnTo>
                  <a:lnTo>
                    <a:pt x="620274" y="5009602"/>
                  </a:lnTo>
                  <a:lnTo>
                    <a:pt x="620368" y="5009602"/>
                  </a:lnTo>
                  <a:lnTo>
                    <a:pt x="620462" y="5009602"/>
                  </a:lnTo>
                  <a:lnTo>
                    <a:pt x="620557" y="5009602"/>
                  </a:lnTo>
                  <a:lnTo>
                    <a:pt x="620651" y="5009602"/>
                  </a:lnTo>
                  <a:lnTo>
                    <a:pt x="620745" y="5009602"/>
                  </a:lnTo>
                  <a:lnTo>
                    <a:pt x="620839" y="5009602"/>
                  </a:lnTo>
                  <a:lnTo>
                    <a:pt x="620933" y="5009602"/>
                  </a:lnTo>
                  <a:lnTo>
                    <a:pt x="621027" y="5009602"/>
                  </a:lnTo>
                  <a:lnTo>
                    <a:pt x="621121" y="5009602"/>
                  </a:lnTo>
                  <a:lnTo>
                    <a:pt x="621121" y="5004691"/>
                  </a:lnTo>
                  <a:lnTo>
                    <a:pt x="621216" y="5004691"/>
                  </a:lnTo>
                  <a:lnTo>
                    <a:pt x="621310" y="5004691"/>
                  </a:lnTo>
                  <a:lnTo>
                    <a:pt x="621404" y="5004691"/>
                  </a:lnTo>
                  <a:lnTo>
                    <a:pt x="621498" y="5004691"/>
                  </a:lnTo>
                  <a:lnTo>
                    <a:pt x="621592" y="5004691"/>
                  </a:lnTo>
                  <a:lnTo>
                    <a:pt x="621686" y="5004691"/>
                  </a:lnTo>
                  <a:lnTo>
                    <a:pt x="621781" y="5004691"/>
                  </a:lnTo>
                  <a:lnTo>
                    <a:pt x="621875" y="5004691"/>
                  </a:lnTo>
                  <a:lnTo>
                    <a:pt x="621875" y="4999779"/>
                  </a:lnTo>
                  <a:lnTo>
                    <a:pt x="621969" y="4999779"/>
                  </a:lnTo>
                  <a:lnTo>
                    <a:pt x="622063" y="4999779"/>
                  </a:lnTo>
                  <a:lnTo>
                    <a:pt x="622157" y="4999779"/>
                  </a:lnTo>
                  <a:lnTo>
                    <a:pt x="622251" y="4999779"/>
                  </a:lnTo>
                  <a:lnTo>
                    <a:pt x="622345" y="4999779"/>
                  </a:lnTo>
                  <a:lnTo>
                    <a:pt x="622440" y="4999779"/>
                  </a:lnTo>
                  <a:lnTo>
                    <a:pt x="622534" y="4999779"/>
                  </a:lnTo>
                  <a:lnTo>
                    <a:pt x="622628" y="4999779"/>
                  </a:lnTo>
                  <a:lnTo>
                    <a:pt x="622722" y="4999779"/>
                  </a:lnTo>
                  <a:lnTo>
                    <a:pt x="622816" y="4999779"/>
                  </a:lnTo>
                  <a:lnTo>
                    <a:pt x="622910" y="4999779"/>
                  </a:lnTo>
                  <a:lnTo>
                    <a:pt x="623005" y="4999779"/>
                  </a:lnTo>
                  <a:lnTo>
                    <a:pt x="623099" y="4999779"/>
                  </a:lnTo>
                  <a:lnTo>
                    <a:pt x="623193" y="4999779"/>
                  </a:lnTo>
                  <a:lnTo>
                    <a:pt x="623287" y="4999779"/>
                  </a:lnTo>
                  <a:lnTo>
                    <a:pt x="623381" y="4999779"/>
                  </a:lnTo>
                  <a:lnTo>
                    <a:pt x="623475" y="4999779"/>
                  </a:lnTo>
                  <a:lnTo>
                    <a:pt x="623569" y="4999779"/>
                  </a:lnTo>
                  <a:lnTo>
                    <a:pt x="623664" y="4999779"/>
                  </a:lnTo>
                  <a:lnTo>
                    <a:pt x="623664" y="4994868"/>
                  </a:lnTo>
                  <a:lnTo>
                    <a:pt x="623758" y="4994868"/>
                  </a:lnTo>
                  <a:lnTo>
                    <a:pt x="623852" y="4994868"/>
                  </a:lnTo>
                  <a:lnTo>
                    <a:pt x="623946" y="4994868"/>
                  </a:lnTo>
                  <a:lnTo>
                    <a:pt x="624040" y="4994868"/>
                  </a:lnTo>
                  <a:lnTo>
                    <a:pt x="624134" y="4994868"/>
                  </a:lnTo>
                  <a:lnTo>
                    <a:pt x="624229" y="4994868"/>
                  </a:lnTo>
                  <a:lnTo>
                    <a:pt x="624323" y="4994868"/>
                  </a:lnTo>
                  <a:lnTo>
                    <a:pt x="624417" y="4994868"/>
                  </a:lnTo>
                  <a:lnTo>
                    <a:pt x="624511" y="4994868"/>
                  </a:lnTo>
                  <a:lnTo>
                    <a:pt x="624605" y="4994868"/>
                  </a:lnTo>
                  <a:lnTo>
                    <a:pt x="624699" y="4994868"/>
                  </a:lnTo>
                  <a:lnTo>
                    <a:pt x="624793" y="4994868"/>
                  </a:lnTo>
                  <a:lnTo>
                    <a:pt x="624888" y="4994868"/>
                  </a:lnTo>
                  <a:lnTo>
                    <a:pt x="624982" y="4994868"/>
                  </a:lnTo>
                  <a:lnTo>
                    <a:pt x="625076" y="4994868"/>
                  </a:lnTo>
                  <a:lnTo>
                    <a:pt x="625170" y="4994868"/>
                  </a:lnTo>
                  <a:lnTo>
                    <a:pt x="625264" y="4994868"/>
                  </a:lnTo>
                  <a:lnTo>
                    <a:pt x="625358" y="4994868"/>
                  </a:lnTo>
                  <a:lnTo>
                    <a:pt x="625452" y="4994868"/>
                  </a:lnTo>
                  <a:lnTo>
                    <a:pt x="625547" y="4994868"/>
                  </a:lnTo>
                  <a:lnTo>
                    <a:pt x="625641" y="4994868"/>
                  </a:lnTo>
                  <a:lnTo>
                    <a:pt x="625641" y="4989956"/>
                  </a:lnTo>
                  <a:lnTo>
                    <a:pt x="625735" y="4989956"/>
                  </a:lnTo>
                  <a:lnTo>
                    <a:pt x="625829" y="4989956"/>
                  </a:lnTo>
                  <a:lnTo>
                    <a:pt x="625829" y="4985045"/>
                  </a:lnTo>
                  <a:lnTo>
                    <a:pt x="625923" y="4985045"/>
                  </a:lnTo>
                  <a:lnTo>
                    <a:pt x="626017" y="4985045"/>
                  </a:lnTo>
                  <a:lnTo>
                    <a:pt x="626112" y="4985045"/>
                  </a:lnTo>
                  <a:lnTo>
                    <a:pt x="626206" y="4985045"/>
                  </a:lnTo>
                  <a:lnTo>
                    <a:pt x="626300" y="4985045"/>
                  </a:lnTo>
                  <a:lnTo>
                    <a:pt x="626394" y="4985045"/>
                  </a:lnTo>
                  <a:lnTo>
                    <a:pt x="626488" y="4985045"/>
                  </a:lnTo>
                  <a:lnTo>
                    <a:pt x="626582" y="4985045"/>
                  </a:lnTo>
                  <a:lnTo>
                    <a:pt x="626676" y="4985045"/>
                  </a:lnTo>
                  <a:lnTo>
                    <a:pt x="626771" y="4985045"/>
                  </a:lnTo>
                  <a:lnTo>
                    <a:pt x="626865" y="4985045"/>
                  </a:lnTo>
                  <a:lnTo>
                    <a:pt x="626959" y="4985045"/>
                  </a:lnTo>
                  <a:lnTo>
                    <a:pt x="627053" y="4985045"/>
                  </a:lnTo>
                  <a:lnTo>
                    <a:pt x="627053" y="4980134"/>
                  </a:lnTo>
                  <a:lnTo>
                    <a:pt x="627147" y="4980134"/>
                  </a:lnTo>
                  <a:lnTo>
                    <a:pt x="627241" y="4980134"/>
                  </a:lnTo>
                  <a:lnTo>
                    <a:pt x="627336" y="4980134"/>
                  </a:lnTo>
                  <a:lnTo>
                    <a:pt x="627430" y="4980134"/>
                  </a:lnTo>
                  <a:lnTo>
                    <a:pt x="627524" y="4980134"/>
                  </a:lnTo>
                  <a:lnTo>
                    <a:pt x="627618" y="4980134"/>
                  </a:lnTo>
                  <a:lnTo>
                    <a:pt x="627712" y="4980134"/>
                  </a:lnTo>
                  <a:lnTo>
                    <a:pt x="627806" y="4980134"/>
                  </a:lnTo>
                  <a:lnTo>
                    <a:pt x="627900" y="4980134"/>
                  </a:lnTo>
                  <a:lnTo>
                    <a:pt x="627995" y="4980134"/>
                  </a:lnTo>
                  <a:lnTo>
                    <a:pt x="628089" y="4980134"/>
                  </a:lnTo>
                  <a:lnTo>
                    <a:pt x="628183" y="4980134"/>
                  </a:lnTo>
                  <a:lnTo>
                    <a:pt x="628277" y="4980134"/>
                  </a:lnTo>
                  <a:lnTo>
                    <a:pt x="628371" y="4980134"/>
                  </a:lnTo>
                  <a:lnTo>
                    <a:pt x="628465" y="4980134"/>
                  </a:lnTo>
                  <a:lnTo>
                    <a:pt x="628560" y="4980134"/>
                  </a:lnTo>
                  <a:lnTo>
                    <a:pt x="628654" y="4980134"/>
                  </a:lnTo>
                  <a:lnTo>
                    <a:pt x="628748" y="4980134"/>
                  </a:lnTo>
                  <a:lnTo>
                    <a:pt x="628842" y="4980134"/>
                  </a:lnTo>
                  <a:lnTo>
                    <a:pt x="628936" y="4980134"/>
                  </a:lnTo>
                  <a:lnTo>
                    <a:pt x="629030" y="4980134"/>
                  </a:lnTo>
                  <a:lnTo>
                    <a:pt x="629124" y="4980134"/>
                  </a:lnTo>
                  <a:lnTo>
                    <a:pt x="629219" y="4980134"/>
                  </a:lnTo>
                  <a:lnTo>
                    <a:pt x="629313" y="4980134"/>
                  </a:lnTo>
                  <a:lnTo>
                    <a:pt x="629407" y="4980134"/>
                  </a:lnTo>
                  <a:lnTo>
                    <a:pt x="629501" y="4980134"/>
                  </a:lnTo>
                  <a:lnTo>
                    <a:pt x="629595" y="4980134"/>
                  </a:lnTo>
                  <a:lnTo>
                    <a:pt x="629689" y="4980134"/>
                  </a:lnTo>
                  <a:lnTo>
                    <a:pt x="629783" y="4980134"/>
                  </a:lnTo>
                  <a:lnTo>
                    <a:pt x="629878" y="4980134"/>
                  </a:lnTo>
                  <a:lnTo>
                    <a:pt x="629972" y="4980134"/>
                  </a:lnTo>
                  <a:lnTo>
                    <a:pt x="630066" y="4980134"/>
                  </a:lnTo>
                  <a:lnTo>
                    <a:pt x="630160" y="4980134"/>
                  </a:lnTo>
                  <a:lnTo>
                    <a:pt x="630254" y="4980134"/>
                  </a:lnTo>
                  <a:lnTo>
                    <a:pt x="630348" y="4980134"/>
                  </a:lnTo>
                  <a:lnTo>
                    <a:pt x="630443" y="4980134"/>
                  </a:lnTo>
                  <a:lnTo>
                    <a:pt x="630537" y="4980134"/>
                  </a:lnTo>
                  <a:lnTo>
                    <a:pt x="630537" y="4975222"/>
                  </a:lnTo>
                  <a:lnTo>
                    <a:pt x="630631" y="4975222"/>
                  </a:lnTo>
                  <a:lnTo>
                    <a:pt x="630725" y="4975222"/>
                  </a:lnTo>
                  <a:lnTo>
                    <a:pt x="630819" y="4975222"/>
                  </a:lnTo>
                  <a:lnTo>
                    <a:pt x="630913" y="4975222"/>
                  </a:lnTo>
                  <a:lnTo>
                    <a:pt x="631007" y="4975222"/>
                  </a:lnTo>
                  <a:lnTo>
                    <a:pt x="631102" y="4975222"/>
                  </a:lnTo>
                  <a:lnTo>
                    <a:pt x="631196" y="4975222"/>
                  </a:lnTo>
                  <a:lnTo>
                    <a:pt x="631290" y="4975222"/>
                  </a:lnTo>
                  <a:lnTo>
                    <a:pt x="631384" y="4975222"/>
                  </a:lnTo>
                  <a:lnTo>
                    <a:pt x="631478" y="4975222"/>
                  </a:lnTo>
                  <a:lnTo>
                    <a:pt x="631572" y="4975222"/>
                  </a:lnTo>
                  <a:lnTo>
                    <a:pt x="631667" y="4975222"/>
                  </a:lnTo>
                  <a:lnTo>
                    <a:pt x="631761" y="4975222"/>
                  </a:lnTo>
                  <a:lnTo>
                    <a:pt x="631855" y="4975222"/>
                  </a:lnTo>
                  <a:lnTo>
                    <a:pt x="631949" y="4975222"/>
                  </a:lnTo>
                  <a:lnTo>
                    <a:pt x="632043" y="4975222"/>
                  </a:lnTo>
                  <a:lnTo>
                    <a:pt x="632137" y="4975222"/>
                  </a:lnTo>
                  <a:lnTo>
                    <a:pt x="632231" y="4975222"/>
                  </a:lnTo>
                  <a:lnTo>
                    <a:pt x="632326" y="4975222"/>
                  </a:lnTo>
                  <a:lnTo>
                    <a:pt x="632420" y="4975222"/>
                  </a:lnTo>
                  <a:lnTo>
                    <a:pt x="632514" y="4975222"/>
                  </a:lnTo>
                  <a:lnTo>
                    <a:pt x="632608" y="4975222"/>
                  </a:lnTo>
                  <a:lnTo>
                    <a:pt x="632702" y="4975222"/>
                  </a:lnTo>
                  <a:lnTo>
                    <a:pt x="632702" y="4970311"/>
                  </a:lnTo>
                  <a:lnTo>
                    <a:pt x="632796" y="4970311"/>
                  </a:lnTo>
                  <a:lnTo>
                    <a:pt x="632891" y="4970311"/>
                  </a:lnTo>
                  <a:lnTo>
                    <a:pt x="632985" y="4970311"/>
                  </a:lnTo>
                  <a:lnTo>
                    <a:pt x="633079" y="4970311"/>
                  </a:lnTo>
                  <a:lnTo>
                    <a:pt x="633173" y="4970311"/>
                  </a:lnTo>
                  <a:lnTo>
                    <a:pt x="633267" y="4970311"/>
                  </a:lnTo>
                  <a:lnTo>
                    <a:pt x="633361" y="4970311"/>
                  </a:lnTo>
                  <a:lnTo>
                    <a:pt x="633455" y="4970311"/>
                  </a:lnTo>
                  <a:lnTo>
                    <a:pt x="633550" y="4970311"/>
                  </a:lnTo>
                  <a:lnTo>
                    <a:pt x="633644" y="4970311"/>
                  </a:lnTo>
                  <a:lnTo>
                    <a:pt x="633738" y="4970311"/>
                  </a:lnTo>
                  <a:lnTo>
                    <a:pt x="633832" y="4970311"/>
                  </a:lnTo>
                  <a:lnTo>
                    <a:pt x="633926" y="4970311"/>
                  </a:lnTo>
                  <a:lnTo>
                    <a:pt x="633926" y="4965400"/>
                  </a:lnTo>
                  <a:lnTo>
                    <a:pt x="634020" y="4965400"/>
                  </a:lnTo>
                  <a:lnTo>
                    <a:pt x="634114" y="4965400"/>
                  </a:lnTo>
                  <a:lnTo>
                    <a:pt x="634209" y="4965400"/>
                  </a:lnTo>
                  <a:lnTo>
                    <a:pt x="634303" y="4965400"/>
                  </a:lnTo>
                  <a:lnTo>
                    <a:pt x="634397" y="4965400"/>
                  </a:lnTo>
                  <a:lnTo>
                    <a:pt x="634491" y="4965400"/>
                  </a:lnTo>
                  <a:lnTo>
                    <a:pt x="634585" y="4965400"/>
                  </a:lnTo>
                  <a:lnTo>
                    <a:pt x="634679" y="4965400"/>
                  </a:lnTo>
                  <a:lnTo>
                    <a:pt x="634774" y="4965400"/>
                  </a:lnTo>
                  <a:lnTo>
                    <a:pt x="634868" y="4965400"/>
                  </a:lnTo>
                  <a:lnTo>
                    <a:pt x="634962" y="4965400"/>
                  </a:lnTo>
                  <a:lnTo>
                    <a:pt x="635056" y="4965400"/>
                  </a:lnTo>
                  <a:lnTo>
                    <a:pt x="635150" y="4965400"/>
                  </a:lnTo>
                  <a:lnTo>
                    <a:pt x="635244" y="4965400"/>
                  </a:lnTo>
                  <a:lnTo>
                    <a:pt x="635338" y="4965400"/>
                  </a:lnTo>
                  <a:lnTo>
                    <a:pt x="635433" y="4965400"/>
                  </a:lnTo>
                  <a:lnTo>
                    <a:pt x="635527" y="4965400"/>
                  </a:lnTo>
                  <a:lnTo>
                    <a:pt x="635621" y="4965400"/>
                  </a:lnTo>
                  <a:lnTo>
                    <a:pt x="635715" y="4965400"/>
                  </a:lnTo>
                  <a:lnTo>
                    <a:pt x="635809" y="4965400"/>
                  </a:lnTo>
                  <a:lnTo>
                    <a:pt x="635903" y="4965400"/>
                  </a:lnTo>
                  <a:lnTo>
                    <a:pt x="635998" y="4965400"/>
                  </a:lnTo>
                  <a:lnTo>
                    <a:pt x="636092" y="4965400"/>
                  </a:lnTo>
                  <a:lnTo>
                    <a:pt x="636186" y="4965400"/>
                  </a:lnTo>
                  <a:lnTo>
                    <a:pt x="636280" y="4965400"/>
                  </a:lnTo>
                  <a:lnTo>
                    <a:pt x="636374" y="4965400"/>
                  </a:lnTo>
                  <a:lnTo>
                    <a:pt x="636468" y="4965400"/>
                  </a:lnTo>
                  <a:lnTo>
                    <a:pt x="636562" y="4965400"/>
                  </a:lnTo>
                  <a:lnTo>
                    <a:pt x="636657" y="4965400"/>
                  </a:lnTo>
                  <a:lnTo>
                    <a:pt x="636751" y="4965400"/>
                  </a:lnTo>
                  <a:lnTo>
                    <a:pt x="636845" y="4965400"/>
                  </a:lnTo>
                  <a:lnTo>
                    <a:pt x="636939" y="4965400"/>
                  </a:lnTo>
                  <a:lnTo>
                    <a:pt x="637033" y="4965400"/>
                  </a:lnTo>
                  <a:lnTo>
                    <a:pt x="637127" y="4965400"/>
                  </a:lnTo>
                  <a:lnTo>
                    <a:pt x="637222" y="4965400"/>
                  </a:lnTo>
                  <a:lnTo>
                    <a:pt x="637316" y="4965400"/>
                  </a:lnTo>
                  <a:lnTo>
                    <a:pt x="637410" y="4965400"/>
                  </a:lnTo>
                  <a:lnTo>
                    <a:pt x="637410" y="4960488"/>
                  </a:lnTo>
                  <a:lnTo>
                    <a:pt x="637504" y="4960488"/>
                  </a:lnTo>
                  <a:lnTo>
                    <a:pt x="637598" y="4960488"/>
                  </a:lnTo>
                  <a:lnTo>
                    <a:pt x="637692" y="4960488"/>
                  </a:lnTo>
                  <a:lnTo>
                    <a:pt x="637786" y="4960488"/>
                  </a:lnTo>
                  <a:lnTo>
                    <a:pt x="637881" y="4960488"/>
                  </a:lnTo>
                  <a:lnTo>
                    <a:pt x="637975" y="4960488"/>
                  </a:lnTo>
                  <a:lnTo>
                    <a:pt x="638069" y="4960488"/>
                  </a:lnTo>
                  <a:lnTo>
                    <a:pt x="638163" y="4960488"/>
                  </a:lnTo>
                  <a:lnTo>
                    <a:pt x="638257" y="4960488"/>
                  </a:lnTo>
                  <a:lnTo>
                    <a:pt x="638351" y="4960488"/>
                  </a:lnTo>
                  <a:lnTo>
                    <a:pt x="638445" y="4960488"/>
                  </a:lnTo>
                  <a:lnTo>
                    <a:pt x="638540" y="4960488"/>
                  </a:lnTo>
                  <a:lnTo>
                    <a:pt x="638634" y="4960488"/>
                  </a:lnTo>
                  <a:lnTo>
                    <a:pt x="638728" y="4960488"/>
                  </a:lnTo>
                  <a:lnTo>
                    <a:pt x="638822" y="4960488"/>
                  </a:lnTo>
                  <a:lnTo>
                    <a:pt x="638916" y="4960488"/>
                  </a:lnTo>
                  <a:lnTo>
                    <a:pt x="639010" y="4960488"/>
                  </a:lnTo>
                  <a:lnTo>
                    <a:pt x="639105" y="4960488"/>
                  </a:lnTo>
                  <a:lnTo>
                    <a:pt x="639199" y="4960488"/>
                  </a:lnTo>
                  <a:lnTo>
                    <a:pt x="639293" y="4960488"/>
                  </a:lnTo>
                  <a:lnTo>
                    <a:pt x="639387" y="4960488"/>
                  </a:lnTo>
                  <a:lnTo>
                    <a:pt x="639481" y="4960488"/>
                  </a:lnTo>
                  <a:lnTo>
                    <a:pt x="639575" y="4960488"/>
                  </a:lnTo>
                  <a:lnTo>
                    <a:pt x="639669" y="4960488"/>
                  </a:lnTo>
                  <a:lnTo>
                    <a:pt x="639764" y="4960488"/>
                  </a:lnTo>
                  <a:lnTo>
                    <a:pt x="639858" y="4960488"/>
                  </a:lnTo>
                  <a:lnTo>
                    <a:pt x="639952" y="4960488"/>
                  </a:lnTo>
                  <a:lnTo>
                    <a:pt x="640046" y="4960488"/>
                  </a:lnTo>
                  <a:lnTo>
                    <a:pt x="640140" y="4960488"/>
                  </a:lnTo>
                  <a:lnTo>
                    <a:pt x="640234" y="4960488"/>
                  </a:lnTo>
                  <a:lnTo>
                    <a:pt x="640329" y="4960488"/>
                  </a:lnTo>
                  <a:lnTo>
                    <a:pt x="640423" y="4960488"/>
                  </a:lnTo>
                  <a:lnTo>
                    <a:pt x="640517" y="4960488"/>
                  </a:lnTo>
                  <a:lnTo>
                    <a:pt x="640611" y="4960488"/>
                  </a:lnTo>
                  <a:lnTo>
                    <a:pt x="640705" y="4960488"/>
                  </a:lnTo>
                  <a:lnTo>
                    <a:pt x="640799" y="4960488"/>
                  </a:lnTo>
                  <a:lnTo>
                    <a:pt x="640893" y="4960488"/>
                  </a:lnTo>
                  <a:lnTo>
                    <a:pt x="640988" y="4960488"/>
                  </a:lnTo>
                  <a:lnTo>
                    <a:pt x="641082" y="4960488"/>
                  </a:lnTo>
                  <a:lnTo>
                    <a:pt x="641176" y="4960488"/>
                  </a:lnTo>
                  <a:lnTo>
                    <a:pt x="641270" y="4960488"/>
                  </a:lnTo>
                  <a:lnTo>
                    <a:pt x="641364" y="4960488"/>
                  </a:lnTo>
                  <a:lnTo>
                    <a:pt x="641458" y="4960488"/>
                  </a:lnTo>
                  <a:lnTo>
                    <a:pt x="641553" y="4960488"/>
                  </a:lnTo>
                  <a:lnTo>
                    <a:pt x="641647" y="4960488"/>
                  </a:lnTo>
                  <a:lnTo>
                    <a:pt x="641741" y="4960488"/>
                  </a:lnTo>
                  <a:lnTo>
                    <a:pt x="641835" y="4960488"/>
                  </a:lnTo>
                  <a:lnTo>
                    <a:pt x="641929" y="4960488"/>
                  </a:lnTo>
                  <a:lnTo>
                    <a:pt x="642023" y="4960488"/>
                  </a:lnTo>
                  <a:lnTo>
                    <a:pt x="642117" y="4960488"/>
                  </a:lnTo>
                  <a:lnTo>
                    <a:pt x="642212" y="4960488"/>
                  </a:lnTo>
                  <a:lnTo>
                    <a:pt x="642306" y="4960488"/>
                  </a:lnTo>
                  <a:lnTo>
                    <a:pt x="642400" y="4960488"/>
                  </a:lnTo>
                  <a:lnTo>
                    <a:pt x="642494" y="4960488"/>
                  </a:lnTo>
                  <a:lnTo>
                    <a:pt x="642588" y="4960488"/>
                  </a:lnTo>
                  <a:lnTo>
                    <a:pt x="642682" y="4960488"/>
                  </a:lnTo>
                  <a:lnTo>
                    <a:pt x="642776" y="4960488"/>
                  </a:lnTo>
                  <a:lnTo>
                    <a:pt x="642871" y="4960488"/>
                  </a:lnTo>
                  <a:lnTo>
                    <a:pt x="642965" y="4960488"/>
                  </a:lnTo>
                  <a:lnTo>
                    <a:pt x="643059" y="4960488"/>
                  </a:lnTo>
                  <a:lnTo>
                    <a:pt x="643153" y="4960488"/>
                  </a:lnTo>
                  <a:lnTo>
                    <a:pt x="643247" y="4960488"/>
                  </a:lnTo>
                  <a:lnTo>
                    <a:pt x="643341" y="4960488"/>
                  </a:lnTo>
                  <a:lnTo>
                    <a:pt x="643436" y="4960488"/>
                  </a:lnTo>
                  <a:lnTo>
                    <a:pt x="643530" y="4960488"/>
                  </a:lnTo>
                  <a:lnTo>
                    <a:pt x="643624" y="4960488"/>
                  </a:lnTo>
                  <a:lnTo>
                    <a:pt x="643718" y="4960488"/>
                  </a:lnTo>
                  <a:lnTo>
                    <a:pt x="643812" y="4960488"/>
                  </a:lnTo>
                  <a:lnTo>
                    <a:pt x="643906" y="4960488"/>
                  </a:lnTo>
                  <a:lnTo>
                    <a:pt x="644000" y="4960488"/>
                  </a:lnTo>
                  <a:lnTo>
                    <a:pt x="644095" y="4960488"/>
                  </a:lnTo>
                  <a:lnTo>
                    <a:pt x="644189" y="4960488"/>
                  </a:lnTo>
                  <a:lnTo>
                    <a:pt x="644283" y="4960488"/>
                  </a:lnTo>
                  <a:lnTo>
                    <a:pt x="644377" y="4960488"/>
                  </a:lnTo>
                  <a:lnTo>
                    <a:pt x="644471" y="4960488"/>
                  </a:lnTo>
                  <a:lnTo>
                    <a:pt x="644565" y="4960488"/>
                  </a:lnTo>
                  <a:lnTo>
                    <a:pt x="644660" y="4960488"/>
                  </a:lnTo>
                  <a:lnTo>
                    <a:pt x="644754" y="4960488"/>
                  </a:lnTo>
                  <a:lnTo>
                    <a:pt x="644848" y="4960488"/>
                  </a:lnTo>
                  <a:lnTo>
                    <a:pt x="644942" y="4960488"/>
                  </a:lnTo>
                  <a:lnTo>
                    <a:pt x="645036" y="4960488"/>
                  </a:lnTo>
                  <a:lnTo>
                    <a:pt x="645130" y="4960488"/>
                  </a:lnTo>
                  <a:lnTo>
                    <a:pt x="645224" y="4960488"/>
                  </a:lnTo>
                  <a:lnTo>
                    <a:pt x="645319" y="4960488"/>
                  </a:lnTo>
                  <a:lnTo>
                    <a:pt x="645413" y="4960488"/>
                  </a:lnTo>
                  <a:lnTo>
                    <a:pt x="645507" y="4960488"/>
                  </a:lnTo>
                  <a:lnTo>
                    <a:pt x="645601" y="4960488"/>
                  </a:lnTo>
                  <a:lnTo>
                    <a:pt x="645695" y="4960488"/>
                  </a:lnTo>
                  <a:lnTo>
                    <a:pt x="645789" y="4960488"/>
                  </a:lnTo>
                  <a:lnTo>
                    <a:pt x="645884" y="4960488"/>
                  </a:lnTo>
                  <a:lnTo>
                    <a:pt x="645978" y="4960488"/>
                  </a:lnTo>
                  <a:lnTo>
                    <a:pt x="646072" y="4960488"/>
                  </a:lnTo>
                  <a:lnTo>
                    <a:pt x="646166" y="4960488"/>
                  </a:lnTo>
                  <a:lnTo>
                    <a:pt x="646260" y="4960488"/>
                  </a:lnTo>
                  <a:lnTo>
                    <a:pt x="646354" y="4960488"/>
                  </a:lnTo>
                  <a:lnTo>
                    <a:pt x="646448" y="4960488"/>
                  </a:lnTo>
                  <a:lnTo>
                    <a:pt x="646543" y="4960488"/>
                  </a:lnTo>
                  <a:lnTo>
                    <a:pt x="646637" y="4960488"/>
                  </a:lnTo>
                  <a:lnTo>
                    <a:pt x="646731" y="4960488"/>
                  </a:lnTo>
                  <a:lnTo>
                    <a:pt x="646825" y="4960488"/>
                  </a:lnTo>
                  <a:lnTo>
                    <a:pt x="646919" y="4960488"/>
                  </a:lnTo>
                  <a:lnTo>
                    <a:pt x="647013" y="4960488"/>
                  </a:lnTo>
                  <a:lnTo>
                    <a:pt x="647107" y="4960488"/>
                  </a:lnTo>
                  <a:lnTo>
                    <a:pt x="647202" y="4960488"/>
                  </a:lnTo>
                  <a:lnTo>
                    <a:pt x="647296" y="4960488"/>
                  </a:lnTo>
                  <a:lnTo>
                    <a:pt x="647390" y="4960488"/>
                  </a:lnTo>
                  <a:lnTo>
                    <a:pt x="647484" y="4960488"/>
                  </a:lnTo>
                  <a:lnTo>
                    <a:pt x="647578" y="4960488"/>
                  </a:lnTo>
                  <a:lnTo>
                    <a:pt x="647672" y="4960488"/>
                  </a:lnTo>
                  <a:lnTo>
                    <a:pt x="647767" y="4960488"/>
                  </a:lnTo>
                  <a:lnTo>
                    <a:pt x="647861" y="4960488"/>
                  </a:lnTo>
                  <a:lnTo>
                    <a:pt x="647955" y="4960488"/>
                  </a:lnTo>
                  <a:lnTo>
                    <a:pt x="648049" y="4960488"/>
                  </a:lnTo>
                  <a:lnTo>
                    <a:pt x="648143" y="4960488"/>
                  </a:lnTo>
                  <a:lnTo>
                    <a:pt x="648237" y="4960488"/>
                  </a:lnTo>
                  <a:lnTo>
                    <a:pt x="648237" y="4955577"/>
                  </a:lnTo>
                  <a:lnTo>
                    <a:pt x="648331" y="4955577"/>
                  </a:lnTo>
                  <a:lnTo>
                    <a:pt x="648426" y="4955577"/>
                  </a:lnTo>
                  <a:lnTo>
                    <a:pt x="648520" y="4955577"/>
                  </a:lnTo>
                  <a:lnTo>
                    <a:pt x="648614" y="4955577"/>
                  </a:lnTo>
                  <a:lnTo>
                    <a:pt x="648708" y="4955577"/>
                  </a:lnTo>
                  <a:lnTo>
                    <a:pt x="648802" y="4955577"/>
                  </a:lnTo>
                  <a:lnTo>
                    <a:pt x="648896" y="4955577"/>
                  </a:lnTo>
                  <a:lnTo>
                    <a:pt x="648991" y="4955577"/>
                  </a:lnTo>
                  <a:lnTo>
                    <a:pt x="648991" y="4950665"/>
                  </a:lnTo>
                  <a:lnTo>
                    <a:pt x="649085" y="4950665"/>
                  </a:lnTo>
                  <a:lnTo>
                    <a:pt x="649179" y="4950665"/>
                  </a:lnTo>
                  <a:lnTo>
                    <a:pt x="649273" y="4950665"/>
                  </a:lnTo>
                  <a:lnTo>
                    <a:pt x="649367" y="4950665"/>
                  </a:lnTo>
                  <a:lnTo>
                    <a:pt x="649461" y="4950665"/>
                  </a:lnTo>
                  <a:lnTo>
                    <a:pt x="649555" y="4950665"/>
                  </a:lnTo>
                  <a:lnTo>
                    <a:pt x="649650" y="4950665"/>
                  </a:lnTo>
                  <a:lnTo>
                    <a:pt x="649744" y="4950665"/>
                  </a:lnTo>
                  <a:lnTo>
                    <a:pt x="649838" y="4950665"/>
                  </a:lnTo>
                  <a:lnTo>
                    <a:pt x="649932" y="4950665"/>
                  </a:lnTo>
                  <a:lnTo>
                    <a:pt x="650026" y="4950665"/>
                  </a:lnTo>
                  <a:lnTo>
                    <a:pt x="650120" y="4950665"/>
                  </a:lnTo>
                  <a:lnTo>
                    <a:pt x="650215" y="4950665"/>
                  </a:lnTo>
                  <a:lnTo>
                    <a:pt x="650309" y="4950665"/>
                  </a:lnTo>
                  <a:lnTo>
                    <a:pt x="650403" y="4950665"/>
                  </a:lnTo>
                  <a:lnTo>
                    <a:pt x="650497" y="4950665"/>
                  </a:lnTo>
                  <a:lnTo>
                    <a:pt x="650591" y="4950665"/>
                  </a:lnTo>
                  <a:lnTo>
                    <a:pt x="650685" y="4950665"/>
                  </a:lnTo>
                  <a:lnTo>
                    <a:pt x="650779" y="4950665"/>
                  </a:lnTo>
                  <a:lnTo>
                    <a:pt x="650874" y="4950665"/>
                  </a:lnTo>
                  <a:lnTo>
                    <a:pt x="650968" y="4950665"/>
                  </a:lnTo>
                  <a:lnTo>
                    <a:pt x="651062" y="4950665"/>
                  </a:lnTo>
                  <a:lnTo>
                    <a:pt x="651156" y="4950665"/>
                  </a:lnTo>
                  <a:lnTo>
                    <a:pt x="651250" y="4950665"/>
                  </a:lnTo>
                  <a:lnTo>
                    <a:pt x="651344" y="4950665"/>
                  </a:lnTo>
                  <a:lnTo>
                    <a:pt x="651438" y="4950665"/>
                  </a:lnTo>
                  <a:lnTo>
                    <a:pt x="651533" y="4950665"/>
                  </a:lnTo>
                  <a:lnTo>
                    <a:pt x="651627" y="4950665"/>
                  </a:lnTo>
                  <a:lnTo>
                    <a:pt x="651721" y="4950665"/>
                  </a:lnTo>
                  <a:lnTo>
                    <a:pt x="651815" y="4950665"/>
                  </a:lnTo>
                  <a:lnTo>
                    <a:pt x="651909" y="4950665"/>
                  </a:lnTo>
                  <a:lnTo>
                    <a:pt x="652003" y="4950665"/>
                  </a:lnTo>
                  <a:lnTo>
                    <a:pt x="652098" y="4950665"/>
                  </a:lnTo>
                  <a:lnTo>
                    <a:pt x="652192" y="4950665"/>
                  </a:lnTo>
                  <a:lnTo>
                    <a:pt x="652286" y="4950665"/>
                  </a:lnTo>
                  <a:lnTo>
                    <a:pt x="652380" y="4950665"/>
                  </a:lnTo>
                  <a:lnTo>
                    <a:pt x="652474" y="4950665"/>
                  </a:lnTo>
                  <a:lnTo>
                    <a:pt x="652568" y="4950665"/>
                  </a:lnTo>
                  <a:lnTo>
                    <a:pt x="652662" y="4950665"/>
                  </a:lnTo>
                  <a:lnTo>
                    <a:pt x="652662" y="4945754"/>
                  </a:lnTo>
                  <a:lnTo>
                    <a:pt x="652757" y="4945754"/>
                  </a:lnTo>
                  <a:lnTo>
                    <a:pt x="652851" y="4945754"/>
                  </a:lnTo>
                  <a:lnTo>
                    <a:pt x="652945" y="4945754"/>
                  </a:lnTo>
                  <a:lnTo>
                    <a:pt x="653039" y="4945754"/>
                  </a:lnTo>
                  <a:lnTo>
                    <a:pt x="653133" y="4945754"/>
                  </a:lnTo>
                  <a:lnTo>
                    <a:pt x="653227" y="4945754"/>
                  </a:lnTo>
                  <a:lnTo>
                    <a:pt x="653322" y="4945754"/>
                  </a:lnTo>
                  <a:lnTo>
                    <a:pt x="653416" y="4945754"/>
                  </a:lnTo>
                  <a:lnTo>
                    <a:pt x="653510" y="4945754"/>
                  </a:lnTo>
                  <a:lnTo>
                    <a:pt x="653604" y="4945754"/>
                  </a:lnTo>
                  <a:lnTo>
                    <a:pt x="653604" y="4940843"/>
                  </a:lnTo>
                  <a:lnTo>
                    <a:pt x="653698" y="4940843"/>
                  </a:lnTo>
                  <a:lnTo>
                    <a:pt x="653792" y="4940843"/>
                  </a:lnTo>
                  <a:lnTo>
                    <a:pt x="653886" y="4940843"/>
                  </a:lnTo>
                  <a:lnTo>
                    <a:pt x="653981" y="4940843"/>
                  </a:lnTo>
                  <a:lnTo>
                    <a:pt x="654075" y="4940843"/>
                  </a:lnTo>
                  <a:lnTo>
                    <a:pt x="654169" y="4940843"/>
                  </a:lnTo>
                  <a:lnTo>
                    <a:pt x="654263" y="4940843"/>
                  </a:lnTo>
                  <a:lnTo>
                    <a:pt x="654357" y="4940843"/>
                  </a:lnTo>
                  <a:lnTo>
                    <a:pt x="654451" y="4940843"/>
                  </a:lnTo>
                  <a:lnTo>
                    <a:pt x="654546" y="4940843"/>
                  </a:lnTo>
                  <a:lnTo>
                    <a:pt x="654640" y="4940843"/>
                  </a:lnTo>
                  <a:lnTo>
                    <a:pt x="654734" y="4940843"/>
                  </a:lnTo>
                  <a:lnTo>
                    <a:pt x="654828" y="4940843"/>
                  </a:lnTo>
                  <a:lnTo>
                    <a:pt x="654922" y="4940843"/>
                  </a:lnTo>
                  <a:lnTo>
                    <a:pt x="655016" y="4940843"/>
                  </a:lnTo>
                  <a:lnTo>
                    <a:pt x="655110" y="4940843"/>
                  </a:lnTo>
                  <a:lnTo>
                    <a:pt x="655110" y="4935931"/>
                  </a:lnTo>
                  <a:lnTo>
                    <a:pt x="655205" y="4935931"/>
                  </a:lnTo>
                  <a:lnTo>
                    <a:pt x="655299" y="4935931"/>
                  </a:lnTo>
                  <a:lnTo>
                    <a:pt x="655393" y="4935931"/>
                  </a:lnTo>
                  <a:lnTo>
                    <a:pt x="655487" y="4935931"/>
                  </a:lnTo>
                  <a:lnTo>
                    <a:pt x="655581" y="4935931"/>
                  </a:lnTo>
                  <a:lnTo>
                    <a:pt x="655675" y="4935931"/>
                  </a:lnTo>
                  <a:lnTo>
                    <a:pt x="655769" y="4935931"/>
                  </a:lnTo>
                  <a:lnTo>
                    <a:pt x="655864" y="4935931"/>
                  </a:lnTo>
                  <a:lnTo>
                    <a:pt x="655958" y="4935931"/>
                  </a:lnTo>
                  <a:lnTo>
                    <a:pt x="656052" y="4935931"/>
                  </a:lnTo>
                  <a:lnTo>
                    <a:pt x="656146" y="4935931"/>
                  </a:lnTo>
                  <a:lnTo>
                    <a:pt x="656240" y="4935931"/>
                  </a:lnTo>
                  <a:lnTo>
                    <a:pt x="656334" y="4935931"/>
                  </a:lnTo>
                  <a:lnTo>
                    <a:pt x="656429" y="4935931"/>
                  </a:lnTo>
                  <a:lnTo>
                    <a:pt x="656523" y="4935931"/>
                  </a:lnTo>
                  <a:lnTo>
                    <a:pt x="656617" y="4935931"/>
                  </a:lnTo>
                  <a:lnTo>
                    <a:pt x="656711" y="4935931"/>
                  </a:lnTo>
                  <a:lnTo>
                    <a:pt x="656805" y="4935931"/>
                  </a:lnTo>
                  <a:lnTo>
                    <a:pt x="656899" y="4935931"/>
                  </a:lnTo>
                  <a:lnTo>
                    <a:pt x="656993" y="4935931"/>
                  </a:lnTo>
                  <a:lnTo>
                    <a:pt x="657088" y="4935931"/>
                  </a:lnTo>
                  <a:lnTo>
                    <a:pt x="657182" y="4935931"/>
                  </a:lnTo>
                  <a:lnTo>
                    <a:pt x="657276" y="4935931"/>
                  </a:lnTo>
                  <a:lnTo>
                    <a:pt x="657370" y="4935931"/>
                  </a:lnTo>
                  <a:lnTo>
                    <a:pt x="657464" y="4935931"/>
                  </a:lnTo>
                  <a:lnTo>
                    <a:pt x="657558" y="4935931"/>
                  </a:lnTo>
                  <a:lnTo>
                    <a:pt x="657653" y="4935931"/>
                  </a:lnTo>
                  <a:lnTo>
                    <a:pt x="657747" y="4935931"/>
                  </a:lnTo>
                  <a:lnTo>
                    <a:pt x="657841" y="4935931"/>
                  </a:lnTo>
                  <a:lnTo>
                    <a:pt x="657935" y="4935931"/>
                  </a:lnTo>
                  <a:lnTo>
                    <a:pt x="658029" y="4935931"/>
                  </a:lnTo>
                  <a:lnTo>
                    <a:pt x="658123" y="4935931"/>
                  </a:lnTo>
                  <a:lnTo>
                    <a:pt x="658217" y="4935931"/>
                  </a:lnTo>
                  <a:lnTo>
                    <a:pt x="658312" y="4935931"/>
                  </a:lnTo>
                  <a:lnTo>
                    <a:pt x="658406" y="4935931"/>
                  </a:lnTo>
                  <a:lnTo>
                    <a:pt x="658500" y="4935931"/>
                  </a:lnTo>
                  <a:lnTo>
                    <a:pt x="658594" y="4935931"/>
                  </a:lnTo>
                  <a:lnTo>
                    <a:pt x="658688" y="4935931"/>
                  </a:lnTo>
                  <a:lnTo>
                    <a:pt x="658782" y="4935931"/>
                  </a:lnTo>
                  <a:lnTo>
                    <a:pt x="658877" y="4935931"/>
                  </a:lnTo>
                  <a:lnTo>
                    <a:pt x="658971" y="4935931"/>
                  </a:lnTo>
                  <a:lnTo>
                    <a:pt x="659065" y="4935931"/>
                  </a:lnTo>
                  <a:lnTo>
                    <a:pt x="659159" y="4935931"/>
                  </a:lnTo>
                  <a:lnTo>
                    <a:pt x="659253" y="4935931"/>
                  </a:lnTo>
                  <a:lnTo>
                    <a:pt x="659253" y="4931020"/>
                  </a:lnTo>
                  <a:lnTo>
                    <a:pt x="659347" y="4931020"/>
                  </a:lnTo>
                  <a:lnTo>
                    <a:pt x="659441" y="4931020"/>
                  </a:lnTo>
                  <a:lnTo>
                    <a:pt x="659536" y="4931020"/>
                  </a:lnTo>
                  <a:lnTo>
                    <a:pt x="659630" y="4931020"/>
                  </a:lnTo>
                  <a:lnTo>
                    <a:pt x="659724" y="4931020"/>
                  </a:lnTo>
                  <a:lnTo>
                    <a:pt x="659818" y="4931020"/>
                  </a:lnTo>
                  <a:lnTo>
                    <a:pt x="659912" y="4931020"/>
                  </a:lnTo>
                  <a:lnTo>
                    <a:pt x="660006" y="4931020"/>
                  </a:lnTo>
                  <a:lnTo>
                    <a:pt x="660100" y="4931020"/>
                  </a:lnTo>
                  <a:lnTo>
                    <a:pt x="660195" y="4931020"/>
                  </a:lnTo>
                  <a:lnTo>
                    <a:pt x="660289" y="4931020"/>
                  </a:lnTo>
                  <a:lnTo>
                    <a:pt x="660383" y="4931020"/>
                  </a:lnTo>
                  <a:lnTo>
                    <a:pt x="660477" y="4931020"/>
                  </a:lnTo>
                  <a:lnTo>
                    <a:pt x="660571" y="4931020"/>
                  </a:lnTo>
                  <a:lnTo>
                    <a:pt x="660571" y="4926109"/>
                  </a:lnTo>
                  <a:lnTo>
                    <a:pt x="660571" y="4921197"/>
                  </a:lnTo>
                  <a:lnTo>
                    <a:pt x="660665" y="4921197"/>
                  </a:lnTo>
                  <a:lnTo>
                    <a:pt x="660760" y="4921197"/>
                  </a:lnTo>
                  <a:lnTo>
                    <a:pt x="660854" y="4921197"/>
                  </a:lnTo>
                  <a:lnTo>
                    <a:pt x="660948" y="4921197"/>
                  </a:lnTo>
                  <a:lnTo>
                    <a:pt x="660948" y="4916286"/>
                  </a:lnTo>
                  <a:lnTo>
                    <a:pt x="661042" y="4916286"/>
                  </a:lnTo>
                  <a:lnTo>
                    <a:pt x="661136" y="4916286"/>
                  </a:lnTo>
                  <a:lnTo>
                    <a:pt x="661230" y="4916286"/>
                  </a:lnTo>
                  <a:lnTo>
                    <a:pt x="661324" y="4916286"/>
                  </a:lnTo>
                  <a:lnTo>
                    <a:pt x="661419" y="4916286"/>
                  </a:lnTo>
                  <a:lnTo>
                    <a:pt x="661513" y="4916286"/>
                  </a:lnTo>
                  <a:lnTo>
                    <a:pt x="661607" y="4916286"/>
                  </a:lnTo>
                  <a:lnTo>
                    <a:pt x="661701" y="4916286"/>
                  </a:lnTo>
                  <a:lnTo>
                    <a:pt x="661795" y="4916286"/>
                  </a:lnTo>
                  <a:lnTo>
                    <a:pt x="661889" y="4916286"/>
                  </a:lnTo>
                  <a:lnTo>
                    <a:pt x="661984" y="4916286"/>
                  </a:lnTo>
                  <a:lnTo>
                    <a:pt x="662078" y="4916286"/>
                  </a:lnTo>
                  <a:lnTo>
                    <a:pt x="662172" y="4916286"/>
                  </a:lnTo>
                  <a:lnTo>
                    <a:pt x="662266" y="4916286"/>
                  </a:lnTo>
                  <a:lnTo>
                    <a:pt x="662360" y="4916286"/>
                  </a:lnTo>
                  <a:lnTo>
                    <a:pt x="662454" y="4916286"/>
                  </a:lnTo>
                  <a:lnTo>
                    <a:pt x="662548" y="4916286"/>
                  </a:lnTo>
                  <a:lnTo>
                    <a:pt x="662643" y="4916286"/>
                  </a:lnTo>
                  <a:lnTo>
                    <a:pt x="662737" y="4916286"/>
                  </a:lnTo>
                  <a:lnTo>
                    <a:pt x="662831" y="4916286"/>
                  </a:lnTo>
                  <a:lnTo>
                    <a:pt x="662925" y="4916286"/>
                  </a:lnTo>
                  <a:lnTo>
                    <a:pt x="663019" y="4916286"/>
                  </a:lnTo>
                  <a:lnTo>
                    <a:pt x="663113" y="4916286"/>
                  </a:lnTo>
                  <a:lnTo>
                    <a:pt x="663208" y="4916286"/>
                  </a:lnTo>
                  <a:lnTo>
                    <a:pt x="663302" y="4916286"/>
                  </a:lnTo>
                  <a:lnTo>
                    <a:pt x="663396" y="4916286"/>
                  </a:lnTo>
                  <a:lnTo>
                    <a:pt x="663490" y="4916286"/>
                  </a:lnTo>
                  <a:lnTo>
                    <a:pt x="663584" y="4916286"/>
                  </a:lnTo>
                  <a:lnTo>
                    <a:pt x="663678" y="4916286"/>
                  </a:lnTo>
                  <a:lnTo>
                    <a:pt x="663772" y="4916286"/>
                  </a:lnTo>
                  <a:lnTo>
                    <a:pt x="663867" y="4916286"/>
                  </a:lnTo>
                  <a:lnTo>
                    <a:pt x="663961" y="4916286"/>
                  </a:lnTo>
                  <a:lnTo>
                    <a:pt x="664055" y="4916286"/>
                  </a:lnTo>
                  <a:lnTo>
                    <a:pt x="664149" y="4916286"/>
                  </a:lnTo>
                  <a:lnTo>
                    <a:pt x="664243" y="4916286"/>
                  </a:lnTo>
                  <a:lnTo>
                    <a:pt x="664337" y="4916286"/>
                  </a:lnTo>
                  <a:lnTo>
                    <a:pt x="664431" y="4916286"/>
                  </a:lnTo>
                  <a:lnTo>
                    <a:pt x="664526" y="4916286"/>
                  </a:lnTo>
                  <a:lnTo>
                    <a:pt x="664620" y="4916286"/>
                  </a:lnTo>
                  <a:lnTo>
                    <a:pt x="664714" y="4916286"/>
                  </a:lnTo>
                  <a:lnTo>
                    <a:pt x="664808" y="4916286"/>
                  </a:lnTo>
                  <a:lnTo>
                    <a:pt x="664902" y="4916286"/>
                  </a:lnTo>
                  <a:lnTo>
                    <a:pt x="664996" y="4916286"/>
                  </a:lnTo>
                  <a:lnTo>
                    <a:pt x="665091" y="4916286"/>
                  </a:lnTo>
                  <a:lnTo>
                    <a:pt x="665185" y="4916286"/>
                  </a:lnTo>
                  <a:lnTo>
                    <a:pt x="665279" y="4916286"/>
                  </a:lnTo>
                  <a:lnTo>
                    <a:pt x="665373" y="4916286"/>
                  </a:lnTo>
                  <a:lnTo>
                    <a:pt x="665467" y="4916286"/>
                  </a:lnTo>
                  <a:lnTo>
                    <a:pt x="665561" y="4916286"/>
                  </a:lnTo>
                  <a:lnTo>
                    <a:pt x="665655" y="4916286"/>
                  </a:lnTo>
                  <a:lnTo>
                    <a:pt x="665750" y="4916286"/>
                  </a:lnTo>
                  <a:lnTo>
                    <a:pt x="665844" y="4916286"/>
                  </a:lnTo>
                  <a:lnTo>
                    <a:pt x="665938" y="4916286"/>
                  </a:lnTo>
                  <a:lnTo>
                    <a:pt x="666032" y="4916286"/>
                  </a:lnTo>
                  <a:lnTo>
                    <a:pt x="666126" y="4916286"/>
                  </a:lnTo>
                  <a:lnTo>
                    <a:pt x="666220" y="4916286"/>
                  </a:lnTo>
                  <a:lnTo>
                    <a:pt x="666315" y="4916286"/>
                  </a:lnTo>
                  <a:lnTo>
                    <a:pt x="666409" y="4916286"/>
                  </a:lnTo>
                  <a:lnTo>
                    <a:pt x="666503" y="4916286"/>
                  </a:lnTo>
                  <a:lnTo>
                    <a:pt x="666597" y="4916286"/>
                  </a:lnTo>
                  <a:lnTo>
                    <a:pt x="666691" y="4916286"/>
                  </a:lnTo>
                  <a:lnTo>
                    <a:pt x="666785" y="4916286"/>
                  </a:lnTo>
                  <a:lnTo>
                    <a:pt x="666879" y="4916286"/>
                  </a:lnTo>
                  <a:lnTo>
                    <a:pt x="666974" y="4916286"/>
                  </a:lnTo>
                  <a:lnTo>
                    <a:pt x="667068" y="4916286"/>
                  </a:lnTo>
                  <a:lnTo>
                    <a:pt x="667162" y="4916286"/>
                  </a:lnTo>
                  <a:lnTo>
                    <a:pt x="667256" y="4916286"/>
                  </a:lnTo>
                  <a:lnTo>
                    <a:pt x="667350" y="4916286"/>
                  </a:lnTo>
                  <a:lnTo>
                    <a:pt x="667444" y="4916286"/>
                  </a:lnTo>
                  <a:lnTo>
                    <a:pt x="667539" y="4916286"/>
                  </a:lnTo>
                  <a:lnTo>
                    <a:pt x="667633" y="4916286"/>
                  </a:lnTo>
                  <a:lnTo>
                    <a:pt x="667727" y="4916286"/>
                  </a:lnTo>
                  <a:lnTo>
                    <a:pt x="667821" y="4916286"/>
                  </a:lnTo>
                  <a:lnTo>
                    <a:pt x="667915" y="4916286"/>
                  </a:lnTo>
                  <a:lnTo>
                    <a:pt x="668009" y="4916286"/>
                  </a:lnTo>
                  <a:lnTo>
                    <a:pt x="668103" y="4916286"/>
                  </a:lnTo>
                  <a:lnTo>
                    <a:pt x="668198" y="4916286"/>
                  </a:lnTo>
                  <a:lnTo>
                    <a:pt x="668198" y="4911374"/>
                  </a:lnTo>
                  <a:lnTo>
                    <a:pt x="668292" y="4911374"/>
                  </a:lnTo>
                  <a:lnTo>
                    <a:pt x="668386" y="4911374"/>
                  </a:lnTo>
                  <a:lnTo>
                    <a:pt x="668480" y="4911374"/>
                  </a:lnTo>
                  <a:lnTo>
                    <a:pt x="668574" y="4911374"/>
                  </a:lnTo>
                  <a:lnTo>
                    <a:pt x="668668" y="4911374"/>
                  </a:lnTo>
                  <a:lnTo>
                    <a:pt x="668762" y="4911374"/>
                  </a:lnTo>
                  <a:lnTo>
                    <a:pt x="668857" y="4911374"/>
                  </a:lnTo>
                  <a:lnTo>
                    <a:pt x="668951" y="4911374"/>
                  </a:lnTo>
                  <a:lnTo>
                    <a:pt x="669045" y="4911374"/>
                  </a:lnTo>
                  <a:lnTo>
                    <a:pt x="669139" y="4911374"/>
                  </a:lnTo>
                  <a:lnTo>
                    <a:pt x="669233" y="4911374"/>
                  </a:lnTo>
                  <a:lnTo>
                    <a:pt x="669327" y="4911374"/>
                  </a:lnTo>
                  <a:lnTo>
                    <a:pt x="669422" y="4911374"/>
                  </a:lnTo>
                  <a:lnTo>
                    <a:pt x="669516" y="4911374"/>
                  </a:lnTo>
                  <a:lnTo>
                    <a:pt x="669610" y="4911374"/>
                  </a:lnTo>
                  <a:lnTo>
                    <a:pt x="669704" y="4911374"/>
                  </a:lnTo>
                  <a:lnTo>
                    <a:pt x="669798" y="4911374"/>
                  </a:lnTo>
                  <a:lnTo>
                    <a:pt x="669892" y="4911374"/>
                  </a:lnTo>
                  <a:lnTo>
                    <a:pt x="669986" y="4911374"/>
                  </a:lnTo>
                  <a:lnTo>
                    <a:pt x="670081" y="4911374"/>
                  </a:lnTo>
                  <a:lnTo>
                    <a:pt x="670175" y="4911374"/>
                  </a:lnTo>
                  <a:lnTo>
                    <a:pt x="670175" y="4906463"/>
                  </a:lnTo>
                  <a:lnTo>
                    <a:pt x="670269" y="4906463"/>
                  </a:lnTo>
                  <a:lnTo>
                    <a:pt x="670363" y="4906463"/>
                  </a:lnTo>
                  <a:lnTo>
                    <a:pt x="670457" y="4906463"/>
                  </a:lnTo>
                  <a:lnTo>
                    <a:pt x="670551" y="4906463"/>
                  </a:lnTo>
                  <a:lnTo>
                    <a:pt x="670646" y="4906463"/>
                  </a:lnTo>
                  <a:lnTo>
                    <a:pt x="670740" y="4906463"/>
                  </a:lnTo>
                  <a:lnTo>
                    <a:pt x="670740" y="4901552"/>
                  </a:lnTo>
                  <a:lnTo>
                    <a:pt x="670834" y="4901552"/>
                  </a:lnTo>
                  <a:lnTo>
                    <a:pt x="670928" y="4901552"/>
                  </a:lnTo>
                  <a:lnTo>
                    <a:pt x="671022" y="4901552"/>
                  </a:lnTo>
                  <a:lnTo>
                    <a:pt x="671116" y="4901552"/>
                  </a:lnTo>
                  <a:lnTo>
                    <a:pt x="671210" y="4901552"/>
                  </a:lnTo>
                  <a:lnTo>
                    <a:pt x="671305" y="4901552"/>
                  </a:lnTo>
                  <a:lnTo>
                    <a:pt x="671399" y="4901552"/>
                  </a:lnTo>
                  <a:lnTo>
                    <a:pt x="671493" y="4901552"/>
                  </a:lnTo>
                  <a:lnTo>
                    <a:pt x="671587" y="4901552"/>
                  </a:lnTo>
                  <a:lnTo>
                    <a:pt x="671681" y="4901552"/>
                  </a:lnTo>
                  <a:lnTo>
                    <a:pt x="671775" y="4901552"/>
                  </a:lnTo>
                  <a:lnTo>
                    <a:pt x="671870" y="4901552"/>
                  </a:lnTo>
                  <a:lnTo>
                    <a:pt x="671964" y="4901552"/>
                  </a:lnTo>
                  <a:lnTo>
                    <a:pt x="672058" y="4901552"/>
                  </a:lnTo>
                  <a:lnTo>
                    <a:pt x="672152" y="4901552"/>
                  </a:lnTo>
                  <a:lnTo>
                    <a:pt x="672246" y="4901552"/>
                  </a:lnTo>
                  <a:lnTo>
                    <a:pt x="672340" y="4901552"/>
                  </a:lnTo>
                  <a:lnTo>
                    <a:pt x="672434" y="4901552"/>
                  </a:lnTo>
                  <a:lnTo>
                    <a:pt x="672529" y="4901552"/>
                  </a:lnTo>
                  <a:lnTo>
                    <a:pt x="672623" y="4901552"/>
                  </a:lnTo>
                  <a:lnTo>
                    <a:pt x="672717" y="4901552"/>
                  </a:lnTo>
                  <a:lnTo>
                    <a:pt x="672811" y="4901552"/>
                  </a:lnTo>
                  <a:lnTo>
                    <a:pt x="672905" y="4901552"/>
                  </a:lnTo>
                  <a:lnTo>
                    <a:pt x="672999" y="4901552"/>
                  </a:lnTo>
                  <a:lnTo>
                    <a:pt x="673093" y="4901552"/>
                  </a:lnTo>
                  <a:lnTo>
                    <a:pt x="673188" y="4901552"/>
                  </a:lnTo>
                  <a:lnTo>
                    <a:pt x="673282" y="4901552"/>
                  </a:lnTo>
                  <a:lnTo>
                    <a:pt x="673376" y="4901552"/>
                  </a:lnTo>
                  <a:lnTo>
                    <a:pt x="673470" y="4901552"/>
                  </a:lnTo>
                  <a:lnTo>
                    <a:pt x="673564" y="4901552"/>
                  </a:lnTo>
                  <a:lnTo>
                    <a:pt x="673658" y="4901552"/>
                  </a:lnTo>
                  <a:lnTo>
                    <a:pt x="673753" y="4901552"/>
                  </a:lnTo>
                  <a:lnTo>
                    <a:pt x="673847" y="4901552"/>
                  </a:lnTo>
                  <a:lnTo>
                    <a:pt x="673941" y="4901552"/>
                  </a:lnTo>
                  <a:lnTo>
                    <a:pt x="674035" y="4901552"/>
                  </a:lnTo>
                  <a:lnTo>
                    <a:pt x="674129" y="4901552"/>
                  </a:lnTo>
                  <a:lnTo>
                    <a:pt x="674223" y="4901552"/>
                  </a:lnTo>
                  <a:lnTo>
                    <a:pt x="674223" y="4896640"/>
                  </a:lnTo>
                  <a:lnTo>
                    <a:pt x="674317" y="4896640"/>
                  </a:lnTo>
                  <a:lnTo>
                    <a:pt x="674412" y="4896640"/>
                  </a:lnTo>
                  <a:lnTo>
                    <a:pt x="674506" y="4896640"/>
                  </a:lnTo>
                  <a:lnTo>
                    <a:pt x="674600" y="4896640"/>
                  </a:lnTo>
                  <a:lnTo>
                    <a:pt x="674694" y="4896640"/>
                  </a:lnTo>
                  <a:lnTo>
                    <a:pt x="674788" y="4896640"/>
                  </a:lnTo>
                  <a:lnTo>
                    <a:pt x="674882" y="4896640"/>
                  </a:lnTo>
                  <a:lnTo>
                    <a:pt x="674977" y="4896640"/>
                  </a:lnTo>
                  <a:lnTo>
                    <a:pt x="675071" y="4896640"/>
                  </a:lnTo>
                  <a:lnTo>
                    <a:pt x="675165" y="4896640"/>
                  </a:lnTo>
                  <a:lnTo>
                    <a:pt x="675259" y="4896640"/>
                  </a:lnTo>
                  <a:lnTo>
                    <a:pt x="675353" y="4896640"/>
                  </a:lnTo>
                  <a:lnTo>
                    <a:pt x="675447" y="4896640"/>
                  </a:lnTo>
                  <a:lnTo>
                    <a:pt x="675541" y="4896640"/>
                  </a:lnTo>
                  <a:lnTo>
                    <a:pt x="675636" y="4896640"/>
                  </a:lnTo>
                  <a:lnTo>
                    <a:pt x="675730" y="4896640"/>
                  </a:lnTo>
                  <a:lnTo>
                    <a:pt x="675824" y="4896640"/>
                  </a:lnTo>
                  <a:lnTo>
                    <a:pt x="675918" y="4896640"/>
                  </a:lnTo>
                  <a:lnTo>
                    <a:pt x="676012" y="4896640"/>
                  </a:lnTo>
                  <a:lnTo>
                    <a:pt x="676106" y="4896640"/>
                  </a:lnTo>
                  <a:lnTo>
                    <a:pt x="676201" y="4896640"/>
                  </a:lnTo>
                  <a:lnTo>
                    <a:pt x="676295" y="4896640"/>
                  </a:lnTo>
                  <a:lnTo>
                    <a:pt x="676389" y="4896640"/>
                  </a:lnTo>
                  <a:lnTo>
                    <a:pt x="676483" y="4896640"/>
                  </a:lnTo>
                  <a:lnTo>
                    <a:pt x="676577" y="4896640"/>
                  </a:lnTo>
                  <a:lnTo>
                    <a:pt x="676671" y="4896640"/>
                  </a:lnTo>
                  <a:lnTo>
                    <a:pt x="676765" y="4896640"/>
                  </a:lnTo>
                  <a:lnTo>
                    <a:pt x="676860" y="4896640"/>
                  </a:lnTo>
                  <a:lnTo>
                    <a:pt x="676954" y="4896640"/>
                  </a:lnTo>
                  <a:lnTo>
                    <a:pt x="677048" y="4896640"/>
                  </a:lnTo>
                  <a:lnTo>
                    <a:pt x="677142" y="4896640"/>
                  </a:lnTo>
                  <a:lnTo>
                    <a:pt x="677236" y="4896640"/>
                  </a:lnTo>
                  <a:lnTo>
                    <a:pt x="677330" y="4896640"/>
                  </a:lnTo>
                  <a:lnTo>
                    <a:pt x="677425" y="4896640"/>
                  </a:lnTo>
                  <a:lnTo>
                    <a:pt x="677519" y="4896640"/>
                  </a:lnTo>
                  <a:lnTo>
                    <a:pt x="677613" y="4896640"/>
                  </a:lnTo>
                  <a:lnTo>
                    <a:pt x="677707" y="4896640"/>
                  </a:lnTo>
                  <a:lnTo>
                    <a:pt x="677801" y="4896640"/>
                  </a:lnTo>
                  <a:lnTo>
                    <a:pt x="677895" y="4896640"/>
                  </a:lnTo>
                  <a:lnTo>
                    <a:pt x="677989" y="4896640"/>
                  </a:lnTo>
                  <a:lnTo>
                    <a:pt x="678084" y="4896640"/>
                  </a:lnTo>
                  <a:lnTo>
                    <a:pt x="678178" y="4896640"/>
                  </a:lnTo>
                  <a:lnTo>
                    <a:pt x="678272" y="4896640"/>
                  </a:lnTo>
                  <a:lnTo>
                    <a:pt x="678366" y="4896640"/>
                  </a:lnTo>
                  <a:lnTo>
                    <a:pt x="678460" y="4896640"/>
                  </a:lnTo>
                  <a:lnTo>
                    <a:pt x="678554" y="4896640"/>
                  </a:lnTo>
                  <a:lnTo>
                    <a:pt x="678648" y="4896640"/>
                  </a:lnTo>
                  <a:lnTo>
                    <a:pt x="678743" y="4896640"/>
                  </a:lnTo>
                  <a:lnTo>
                    <a:pt x="678837" y="4896640"/>
                  </a:lnTo>
                  <a:lnTo>
                    <a:pt x="678931" y="4896640"/>
                  </a:lnTo>
                  <a:lnTo>
                    <a:pt x="679025" y="4896640"/>
                  </a:lnTo>
                  <a:lnTo>
                    <a:pt x="679119" y="4896640"/>
                  </a:lnTo>
                  <a:lnTo>
                    <a:pt x="679213" y="4896640"/>
                  </a:lnTo>
                  <a:lnTo>
                    <a:pt x="679308" y="4896640"/>
                  </a:lnTo>
                  <a:lnTo>
                    <a:pt x="679402" y="4896640"/>
                  </a:lnTo>
                  <a:lnTo>
                    <a:pt x="679496" y="4896640"/>
                  </a:lnTo>
                  <a:lnTo>
                    <a:pt x="679590" y="4896640"/>
                  </a:lnTo>
                  <a:lnTo>
                    <a:pt x="679684" y="4896640"/>
                  </a:lnTo>
                  <a:lnTo>
                    <a:pt x="679778" y="4896640"/>
                  </a:lnTo>
                  <a:lnTo>
                    <a:pt x="679872" y="4896640"/>
                  </a:lnTo>
                  <a:lnTo>
                    <a:pt x="679967" y="4896640"/>
                  </a:lnTo>
                  <a:lnTo>
                    <a:pt x="680061" y="4896640"/>
                  </a:lnTo>
                  <a:lnTo>
                    <a:pt x="680155" y="4896640"/>
                  </a:lnTo>
                  <a:lnTo>
                    <a:pt x="680249" y="4896640"/>
                  </a:lnTo>
                  <a:lnTo>
                    <a:pt x="680343" y="4896640"/>
                  </a:lnTo>
                  <a:lnTo>
                    <a:pt x="680437" y="4896640"/>
                  </a:lnTo>
                  <a:lnTo>
                    <a:pt x="680532" y="4896640"/>
                  </a:lnTo>
                  <a:lnTo>
                    <a:pt x="680532" y="4891729"/>
                  </a:lnTo>
                  <a:lnTo>
                    <a:pt x="680626" y="4891729"/>
                  </a:lnTo>
                  <a:lnTo>
                    <a:pt x="680720" y="4891729"/>
                  </a:lnTo>
                  <a:lnTo>
                    <a:pt x="680814" y="4891729"/>
                  </a:lnTo>
                  <a:lnTo>
                    <a:pt x="680908" y="4891729"/>
                  </a:lnTo>
                  <a:lnTo>
                    <a:pt x="681002" y="4891729"/>
                  </a:lnTo>
                  <a:lnTo>
                    <a:pt x="681096" y="4891729"/>
                  </a:lnTo>
                  <a:lnTo>
                    <a:pt x="681191" y="4891729"/>
                  </a:lnTo>
                  <a:lnTo>
                    <a:pt x="681285" y="4891729"/>
                  </a:lnTo>
                  <a:lnTo>
                    <a:pt x="681379" y="4891729"/>
                  </a:lnTo>
                  <a:lnTo>
                    <a:pt x="681473" y="4891729"/>
                  </a:lnTo>
                  <a:lnTo>
                    <a:pt x="681567" y="4891729"/>
                  </a:lnTo>
                  <a:lnTo>
                    <a:pt x="681661" y="4891729"/>
                  </a:lnTo>
                  <a:lnTo>
                    <a:pt x="681756" y="4891729"/>
                  </a:lnTo>
                  <a:lnTo>
                    <a:pt x="681850" y="4891729"/>
                  </a:lnTo>
                  <a:lnTo>
                    <a:pt x="681944" y="4891729"/>
                  </a:lnTo>
                  <a:lnTo>
                    <a:pt x="682038" y="4891729"/>
                  </a:lnTo>
                  <a:lnTo>
                    <a:pt x="682132" y="4891729"/>
                  </a:lnTo>
                  <a:lnTo>
                    <a:pt x="682226" y="4891729"/>
                  </a:lnTo>
                  <a:lnTo>
                    <a:pt x="682320" y="4891729"/>
                  </a:lnTo>
                  <a:lnTo>
                    <a:pt x="682415" y="4891729"/>
                  </a:lnTo>
                  <a:lnTo>
                    <a:pt x="682509" y="4891729"/>
                  </a:lnTo>
                  <a:lnTo>
                    <a:pt x="682603" y="4891729"/>
                  </a:lnTo>
                  <a:lnTo>
                    <a:pt x="682697" y="4891729"/>
                  </a:lnTo>
                  <a:lnTo>
                    <a:pt x="682791" y="4891729"/>
                  </a:lnTo>
                  <a:lnTo>
                    <a:pt x="682885" y="4891729"/>
                  </a:lnTo>
                  <a:lnTo>
                    <a:pt x="682979" y="4891729"/>
                  </a:lnTo>
                  <a:lnTo>
                    <a:pt x="683074" y="4891729"/>
                  </a:lnTo>
                  <a:lnTo>
                    <a:pt x="683168" y="4891729"/>
                  </a:lnTo>
                  <a:lnTo>
                    <a:pt x="683262" y="4891729"/>
                  </a:lnTo>
                  <a:lnTo>
                    <a:pt x="683356" y="4891729"/>
                  </a:lnTo>
                  <a:lnTo>
                    <a:pt x="683450" y="4891729"/>
                  </a:lnTo>
                  <a:lnTo>
                    <a:pt x="683544" y="4891729"/>
                  </a:lnTo>
                  <a:lnTo>
                    <a:pt x="683639" y="4891729"/>
                  </a:lnTo>
                  <a:lnTo>
                    <a:pt x="683733" y="4891729"/>
                  </a:lnTo>
                  <a:lnTo>
                    <a:pt x="683827" y="4891729"/>
                  </a:lnTo>
                  <a:lnTo>
                    <a:pt x="683921" y="4891729"/>
                  </a:lnTo>
                  <a:lnTo>
                    <a:pt x="684015" y="4891729"/>
                  </a:lnTo>
                  <a:lnTo>
                    <a:pt x="684109" y="4891729"/>
                  </a:lnTo>
                  <a:lnTo>
                    <a:pt x="684203" y="4891729"/>
                  </a:lnTo>
                  <a:lnTo>
                    <a:pt x="684203" y="4886818"/>
                  </a:lnTo>
                  <a:lnTo>
                    <a:pt x="684298" y="4886818"/>
                  </a:lnTo>
                  <a:lnTo>
                    <a:pt x="684392" y="4886818"/>
                  </a:lnTo>
                  <a:lnTo>
                    <a:pt x="684486" y="4886818"/>
                  </a:lnTo>
                  <a:lnTo>
                    <a:pt x="684580" y="4886818"/>
                  </a:lnTo>
                  <a:lnTo>
                    <a:pt x="684674" y="4886818"/>
                  </a:lnTo>
                  <a:lnTo>
                    <a:pt x="684768" y="4886818"/>
                  </a:lnTo>
                  <a:lnTo>
                    <a:pt x="684863" y="4886818"/>
                  </a:lnTo>
                  <a:lnTo>
                    <a:pt x="684957" y="4886818"/>
                  </a:lnTo>
                  <a:lnTo>
                    <a:pt x="685051" y="4886818"/>
                  </a:lnTo>
                  <a:lnTo>
                    <a:pt x="685145" y="4886818"/>
                  </a:lnTo>
                  <a:lnTo>
                    <a:pt x="685239" y="4886818"/>
                  </a:lnTo>
                  <a:lnTo>
                    <a:pt x="685333" y="4886818"/>
                  </a:lnTo>
                  <a:lnTo>
                    <a:pt x="685427" y="4886818"/>
                  </a:lnTo>
                  <a:lnTo>
                    <a:pt x="685522" y="4886818"/>
                  </a:lnTo>
                  <a:lnTo>
                    <a:pt x="685616" y="4886818"/>
                  </a:lnTo>
                  <a:lnTo>
                    <a:pt x="685710" y="4886818"/>
                  </a:lnTo>
                  <a:lnTo>
                    <a:pt x="685804" y="4886818"/>
                  </a:lnTo>
                  <a:lnTo>
                    <a:pt x="685898" y="4886818"/>
                  </a:lnTo>
                  <a:lnTo>
                    <a:pt x="685992" y="4886818"/>
                  </a:lnTo>
                  <a:lnTo>
                    <a:pt x="686087" y="4886818"/>
                  </a:lnTo>
                  <a:lnTo>
                    <a:pt x="686181" y="4886818"/>
                  </a:lnTo>
                  <a:lnTo>
                    <a:pt x="686275" y="4886818"/>
                  </a:lnTo>
                  <a:lnTo>
                    <a:pt x="686369" y="4886818"/>
                  </a:lnTo>
                  <a:lnTo>
                    <a:pt x="686369" y="4881906"/>
                  </a:lnTo>
                  <a:lnTo>
                    <a:pt x="686463" y="4881906"/>
                  </a:lnTo>
                  <a:lnTo>
                    <a:pt x="686557" y="4881906"/>
                  </a:lnTo>
                  <a:lnTo>
                    <a:pt x="686651" y="4881906"/>
                  </a:lnTo>
                  <a:lnTo>
                    <a:pt x="686746" y="4881906"/>
                  </a:lnTo>
                  <a:lnTo>
                    <a:pt x="686840" y="4881906"/>
                  </a:lnTo>
                  <a:lnTo>
                    <a:pt x="686934" y="4881906"/>
                  </a:lnTo>
                  <a:lnTo>
                    <a:pt x="687028" y="4881906"/>
                  </a:lnTo>
                  <a:lnTo>
                    <a:pt x="687122" y="4881906"/>
                  </a:lnTo>
                  <a:lnTo>
                    <a:pt x="687216" y="4881906"/>
                  </a:lnTo>
                  <a:lnTo>
                    <a:pt x="687310" y="4881906"/>
                  </a:lnTo>
                  <a:lnTo>
                    <a:pt x="687405" y="4881906"/>
                  </a:lnTo>
                  <a:lnTo>
                    <a:pt x="687405" y="4876995"/>
                  </a:lnTo>
                  <a:lnTo>
                    <a:pt x="687405" y="4872083"/>
                  </a:lnTo>
                  <a:lnTo>
                    <a:pt x="687499" y="4872083"/>
                  </a:lnTo>
                  <a:lnTo>
                    <a:pt x="687593" y="4872083"/>
                  </a:lnTo>
                  <a:lnTo>
                    <a:pt x="687687" y="4872083"/>
                  </a:lnTo>
                  <a:lnTo>
                    <a:pt x="687781" y="4872083"/>
                  </a:lnTo>
                  <a:lnTo>
                    <a:pt x="687875" y="4872083"/>
                  </a:lnTo>
                  <a:lnTo>
                    <a:pt x="687970" y="4872083"/>
                  </a:lnTo>
                  <a:lnTo>
                    <a:pt x="688064" y="4872083"/>
                  </a:lnTo>
                  <a:lnTo>
                    <a:pt x="688158" y="4872083"/>
                  </a:lnTo>
                  <a:lnTo>
                    <a:pt x="688252" y="4872083"/>
                  </a:lnTo>
                  <a:lnTo>
                    <a:pt x="688346" y="4872083"/>
                  </a:lnTo>
                  <a:lnTo>
                    <a:pt x="688440" y="4872083"/>
                  </a:lnTo>
                  <a:lnTo>
                    <a:pt x="688534" y="4872083"/>
                  </a:lnTo>
                  <a:lnTo>
                    <a:pt x="688629" y="4872083"/>
                  </a:lnTo>
                  <a:lnTo>
                    <a:pt x="688723" y="4872083"/>
                  </a:lnTo>
                  <a:lnTo>
                    <a:pt x="688817" y="4872083"/>
                  </a:lnTo>
                  <a:lnTo>
                    <a:pt x="688911" y="4872083"/>
                  </a:lnTo>
                  <a:lnTo>
                    <a:pt x="689005" y="4872083"/>
                  </a:lnTo>
                  <a:lnTo>
                    <a:pt x="689099" y="4872083"/>
                  </a:lnTo>
                  <a:lnTo>
                    <a:pt x="689194" y="4872083"/>
                  </a:lnTo>
                  <a:lnTo>
                    <a:pt x="689288" y="4872083"/>
                  </a:lnTo>
                  <a:lnTo>
                    <a:pt x="689382" y="4872083"/>
                  </a:lnTo>
                  <a:lnTo>
                    <a:pt x="689476" y="4872083"/>
                  </a:lnTo>
                  <a:lnTo>
                    <a:pt x="689570" y="4872083"/>
                  </a:lnTo>
                  <a:lnTo>
                    <a:pt x="689664" y="4872083"/>
                  </a:lnTo>
                  <a:lnTo>
                    <a:pt x="689664" y="4867172"/>
                  </a:lnTo>
                  <a:lnTo>
                    <a:pt x="689758" y="4867172"/>
                  </a:lnTo>
                  <a:lnTo>
                    <a:pt x="689853" y="4867172"/>
                  </a:lnTo>
                  <a:lnTo>
                    <a:pt x="689947" y="4867172"/>
                  </a:lnTo>
                  <a:lnTo>
                    <a:pt x="690041" y="4867172"/>
                  </a:lnTo>
                  <a:lnTo>
                    <a:pt x="690135" y="4867172"/>
                  </a:lnTo>
                  <a:lnTo>
                    <a:pt x="690229" y="4867172"/>
                  </a:lnTo>
                  <a:lnTo>
                    <a:pt x="690323" y="4867172"/>
                  </a:lnTo>
                  <a:lnTo>
                    <a:pt x="690418" y="4867172"/>
                  </a:lnTo>
                  <a:lnTo>
                    <a:pt x="690512" y="4867172"/>
                  </a:lnTo>
                  <a:lnTo>
                    <a:pt x="690606" y="4867172"/>
                  </a:lnTo>
                  <a:lnTo>
                    <a:pt x="690700" y="4867172"/>
                  </a:lnTo>
                  <a:lnTo>
                    <a:pt x="690794" y="4867172"/>
                  </a:lnTo>
                  <a:lnTo>
                    <a:pt x="690888" y="4867172"/>
                  </a:lnTo>
                  <a:lnTo>
                    <a:pt x="690982" y="4867172"/>
                  </a:lnTo>
                  <a:lnTo>
                    <a:pt x="691077" y="4867172"/>
                  </a:lnTo>
                  <a:lnTo>
                    <a:pt x="691171" y="4867172"/>
                  </a:lnTo>
                  <a:lnTo>
                    <a:pt x="691265" y="4867172"/>
                  </a:lnTo>
                  <a:lnTo>
                    <a:pt x="691359" y="4867172"/>
                  </a:lnTo>
                  <a:lnTo>
                    <a:pt x="691453" y="4867172"/>
                  </a:lnTo>
                  <a:lnTo>
                    <a:pt x="691547" y="4867172"/>
                  </a:lnTo>
                  <a:lnTo>
                    <a:pt x="691641" y="4867172"/>
                  </a:lnTo>
                  <a:lnTo>
                    <a:pt x="691736" y="4867172"/>
                  </a:lnTo>
                  <a:lnTo>
                    <a:pt x="691830" y="4867172"/>
                  </a:lnTo>
                  <a:lnTo>
                    <a:pt x="691924" y="4867172"/>
                  </a:lnTo>
                  <a:lnTo>
                    <a:pt x="692018" y="4867172"/>
                  </a:lnTo>
                  <a:lnTo>
                    <a:pt x="692112" y="4867172"/>
                  </a:lnTo>
                  <a:lnTo>
                    <a:pt x="692206" y="4867172"/>
                  </a:lnTo>
                  <a:lnTo>
                    <a:pt x="692301" y="4867172"/>
                  </a:lnTo>
                  <a:lnTo>
                    <a:pt x="692395" y="4867172"/>
                  </a:lnTo>
                  <a:lnTo>
                    <a:pt x="692395" y="4862261"/>
                  </a:lnTo>
                  <a:lnTo>
                    <a:pt x="692489" y="4862261"/>
                  </a:lnTo>
                  <a:lnTo>
                    <a:pt x="692583" y="4862261"/>
                  </a:lnTo>
                  <a:lnTo>
                    <a:pt x="692677" y="4862261"/>
                  </a:lnTo>
                  <a:lnTo>
                    <a:pt x="692771" y="4862261"/>
                  </a:lnTo>
                  <a:lnTo>
                    <a:pt x="692865" y="4862261"/>
                  </a:lnTo>
                  <a:lnTo>
                    <a:pt x="692960" y="4862261"/>
                  </a:lnTo>
                  <a:lnTo>
                    <a:pt x="693054" y="4862261"/>
                  </a:lnTo>
                  <a:lnTo>
                    <a:pt x="693148" y="4862261"/>
                  </a:lnTo>
                  <a:lnTo>
                    <a:pt x="693242" y="4862261"/>
                  </a:lnTo>
                  <a:lnTo>
                    <a:pt x="693336" y="4862261"/>
                  </a:lnTo>
                  <a:lnTo>
                    <a:pt x="693336" y="4857349"/>
                  </a:lnTo>
                  <a:lnTo>
                    <a:pt x="693430" y="4857349"/>
                  </a:lnTo>
                  <a:lnTo>
                    <a:pt x="693525" y="4857349"/>
                  </a:lnTo>
                  <a:lnTo>
                    <a:pt x="693619" y="4857349"/>
                  </a:lnTo>
                  <a:lnTo>
                    <a:pt x="693713" y="4857349"/>
                  </a:lnTo>
                  <a:lnTo>
                    <a:pt x="693807" y="4857349"/>
                  </a:lnTo>
                  <a:lnTo>
                    <a:pt x="693901" y="4857349"/>
                  </a:lnTo>
                  <a:lnTo>
                    <a:pt x="693995" y="4857349"/>
                  </a:lnTo>
                  <a:lnTo>
                    <a:pt x="694089" y="4857349"/>
                  </a:lnTo>
                  <a:lnTo>
                    <a:pt x="694184" y="4857349"/>
                  </a:lnTo>
                  <a:lnTo>
                    <a:pt x="694184" y="4852438"/>
                  </a:lnTo>
                  <a:lnTo>
                    <a:pt x="694184" y="4847527"/>
                  </a:lnTo>
                  <a:lnTo>
                    <a:pt x="694278" y="4847527"/>
                  </a:lnTo>
                  <a:lnTo>
                    <a:pt x="694372" y="4847527"/>
                  </a:lnTo>
                  <a:lnTo>
                    <a:pt x="694466" y="4847527"/>
                  </a:lnTo>
                  <a:lnTo>
                    <a:pt x="694560" y="4847527"/>
                  </a:lnTo>
                  <a:lnTo>
                    <a:pt x="694654" y="4847527"/>
                  </a:lnTo>
                  <a:lnTo>
                    <a:pt x="694749" y="4847527"/>
                  </a:lnTo>
                  <a:lnTo>
                    <a:pt x="694843" y="4847527"/>
                  </a:lnTo>
                  <a:lnTo>
                    <a:pt x="694937" y="4847527"/>
                  </a:lnTo>
                  <a:lnTo>
                    <a:pt x="695031" y="4847527"/>
                  </a:lnTo>
                  <a:lnTo>
                    <a:pt x="695125" y="4847527"/>
                  </a:lnTo>
                  <a:lnTo>
                    <a:pt x="695125" y="4842615"/>
                  </a:lnTo>
                  <a:lnTo>
                    <a:pt x="695219" y="4842615"/>
                  </a:lnTo>
                  <a:lnTo>
                    <a:pt x="695313" y="4842615"/>
                  </a:lnTo>
                  <a:lnTo>
                    <a:pt x="695408" y="4842615"/>
                  </a:lnTo>
                  <a:lnTo>
                    <a:pt x="695502" y="4842615"/>
                  </a:lnTo>
                  <a:lnTo>
                    <a:pt x="695596" y="4842615"/>
                  </a:lnTo>
                  <a:lnTo>
                    <a:pt x="695690" y="4842615"/>
                  </a:lnTo>
                  <a:lnTo>
                    <a:pt x="695784" y="4842615"/>
                  </a:lnTo>
                  <a:lnTo>
                    <a:pt x="695878" y="4842615"/>
                  </a:lnTo>
                  <a:lnTo>
                    <a:pt x="695972" y="4842615"/>
                  </a:lnTo>
                  <a:lnTo>
                    <a:pt x="696067" y="4842615"/>
                  </a:lnTo>
                  <a:lnTo>
                    <a:pt x="696161" y="4842615"/>
                  </a:lnTo>
                  <a:lnTo>
                    <a:pt x="696255" y="4842615"/>
                  </a:lnTo>
                  <a:lnTo>
                    <a:pt x="696349" y="4842615"/>
                  </a:lnTo>
                  <a:lnTo>
                    <a:pt x="696443" y="4842615"/>
                  </a:lnTo>
                  <a:lnTo>
                    <a:pt x="696537" y="4842615"/>
                  </a:lnTo>
                  <a:lnTo>
                    <a:pt x="696632" y="4842615"/>
                  </a:lnTo>
                  <a:lnTo>
                    <a:pt x="696726" y="4842615"/>
                  </a:lnTo>
                  <a:lnTo>
                    <a:pt x="696820" y="4842615"/>
                  </a:lnTo>
                  <a:lnTo>
                    <a:pt x="696914" y="4842615"/>
                  </a:lnTo>
                  <a:lnTo>
                    <a:pt x="697008" y="4842615"/>
                  </a:lnTo>
                  <a:lnTo>
                    <a:pt x="697008" y="4837704"/>
                  </a:lnTo>
                  <a:lnTo>
                    <a:pt x="697102" y="4837704"/>
                  </a:lnTo>
                  <a:lnTo>
                    <a:pt x="697196" y="4837704"/>
                  </a:lnTo>
                  <a:lnTo>
                    <a:pt x="697291" y="4837704"/>
                  </a:lnTo>
                  <a:lnTo>
                    <a:pt x="697385" y="4837704"/>
                  </a:lnTo>
                  <a:lnTo>
                    <a:pt x="697479" y="4837704"/>
                  </a:lnTo>
                  <a:lnTo>
                    <a:pt x="697573" y="4837704"/>
                  </a:lnTo>
                  <a:lnTo>
                    <a:pt x="697667" y="4837704"/>
                  </a:lnTo>
                  <a:lnTo>
                    <a:pt x="697667" y="4832792"/>
                  </a:lnTo>
                  <a:lnTo>
                    <a:pt x="697761" y="4832792"/>
                  </a:lnTo>
                  <a:lnTo>
                    <a:pt x="697856" y="4832792"/>
                  </a:lnTo>
                  <a:lnTo>
                    <a:pt x="697950" y="4832792"/>
                  </a:lnTo>
                  <a:lnTo>
                    <a:pt x="698044" y="4832792"/>
                  </a:lnTo>
                  <a:lnTo>
                    <a:pt x="698138" y="4832792"/>
                  </a:lnTo>
                  <a:lnTo>
                    <a:pt x="698232" y="4832792"/>
                  </a:lnTo>
                  <a:lnTo>
                    <a:pt x="698326" y="4832792"/>
                  </a:lnTo>
                  <a:lnTo>
                    <a:pt x="698420" y="4832792"/>
                  </a:lnTo>
                  <a:lnTo>
                    <a:pt x="698515" y="4832792"/>
                  </a:lnTo>
                  <a:lnTo>
                    <a:pt x="698609" y="4832792"/>
                  </a:lnTo>
                  <a:lnTo>
                    <a:pt x="698703" y="4832792"/>
                  </a:lnTo>
                  <a:lnTo>
                    <a:pt x="698797" y="4832792"/>
                  </a:lnTo>
                  <a:lnTo>
                    <a:pt x="698891" y="4832792"/>
                  </a:lnTo>
                  <a:lnTo>
                    <a:pt x="698985" y="4832792"/>
                  </a:lnTo>
                  <a:lnTo>
                    <a:pt x="699080" y="4832792"/>
                  </a:lnTo>
                  <a:lnTo>
                    <a:pt x="699174" y="4832792"/>
                  </a:lnTo>
                  <a:lnTo>
                    <a:pt x="699268" y="4832792"/>
                  </a:lnTo>
                  <a:lnTo>
                    <a:pt x="699362" y="4832792"/>
                  </a:lnTo>
                  <a:lnTo>
                    <a:pt x="699456" y="4832792"/>
                  </a:lnTo>
                  <a:lnTo>
                    <a:pt x="699456" y="4827881"/>
                  </a:lnTo>
                  <a:lnTo>
                    <a:pt x="699550" y="4827881"/>
                  </a:lnTo>
                  <a:lnTo>
                    <a:pt x="699644" y="4827881"/>
                  </a:lnTo>
                  <a:lnTo>
                    <a:pt x="699739" y="4827881"/>
                  </a:lnTo>
                  <a:lnTo>
                    <a:pt x="699833" y="4827881"/>
                  </a:lnTo>
                  <a:lnTo>
                    <a:pt x="699927" y="4827881"/>
                  </a:lnTo>
                  <a:lnTo>
                    <a:pt x="700021" y="4827881"/>
                  </a:lnTo>
                  <a:lnTo>
                    <a:pt x="700115" y="4827881"/>
                  </a:lnTo>
                  <a:lnTo>
                    <a:pt x="700209" y="4827881"/>
                  </a:lnTo>
                  <a:lnTo>
                    <a:pt x="700303" y="4827881"/>
                  </a:lnTo>
                  <a:lnTo>
                    <a:pt x="700398" y="4827881"/>
                  </a:lnTo>
                  <a:lnTo>
                    <a:pt x="700492" y="4827881"/>
                  </a:lnTo>
                  <a:lnTo>
                    <a:pt x="700586" y="4827881"/>
                  </a:lnTo>
                  <a:lnTo>
                    <a:pt x="700680" y="4827881"/>
                  </a:lnTo>
                  <a:lnTo>
                    <a:pt x="700774" y="4827881"/>
                  </a:lnTo>
                  <a:lnTo>
                    <a:pt x="700868" y="4827881"/>
                  </a:lnTo>
                  <a:lnTo>
                    <a:pt x="700963" y="4827881"/>
                  </a:lnTo>
                  <a:lnTo>
                    <a:pt x="701057" y="4827881"/>
                  </a:lnTo>
                  <a:lnTo>
                    <a:pt x="701151" y="4827881"/>
                  </a:lnTo>
                  <a:lnTo>
                    <a:pt x="701245" y="4827881"/>
                  </a:lnTo>
                  <a:lnTo>
                    <a:pt x="701339" y="4827881"/>
                  </a:lnTo>
                  <a:lnTo>
                    <a:pt x="701433" y="4827881"/>
                  </a:lnTo>
                  <a:lnTo>
                    <a:pt x="701527" y="4827881"/>
                  </a:lnTo>
                  <a:lnTo>
                    <a:pt x="701622" y="4827881"/>
                  </a:lnTo>
                  <a:lnTo>
                    <a:pt x="701716" y="4827881"/>
                  </a:lnTo>
                  <a:lnTo>
                    <a:pt x="701810" y="4827881"/>
                  </a:lnTo>
                  <a:lnTo>
                    <a:pt x="701904" y="4827881"/>
                  </a:lnTo>
                  <a:lnTo>
                    <a:pt x="701998" y="4827881"/>
                  </a:lnTo>
                  <a:lnTo>
                    <a:pt x="702092" y="4827881"/>
                  </a:lnTo>
                  <a:lnTo>
                    <a:pt x="702187" y="4827881"/>
                  </a:lnTo>
                  <a:lnTo>
                    <a:pt x="702281" y="4827881"/>
                  </a:lnTo>
                  <a:lnTo>
                    <a:pt x="702375" y="4827881"/>
                  </a:lnTo>
                  <a:lnTo>
                    <a:pt x="702469" y="4827881"/>
                  </a:lnTo>
                  <a:lnTo>
                    <a:pt x="702563" y="4827881"/>
                  </a:lnTo>
                  <a:lnTo>
                    <a:pt x="702657" y="4827881"/>
                  </a:lnTo>
                  <a:lnTo>
                    <a:pt x="702751" y="4827881"/>
                  </a:lnTo>
                  <a:lnTo>
                    <a:pt x="702846" y="4827881"/>
                  </a:lnTo>
                  <a:lnTo>
                    <a:pt x="702940" y="4827881"/>
                  </a:lnTo>
                  <a:lnTo>
                    <a:pt x="702940" y="4822970"/>
                  </a:lnTo>
                  <a:lnTo>
                    <a:pt x="703034" y="4822970"/>
                  </a:lnTo>
                  <a:lnTo>
                    <a:pt x="703128" y="4822970"/>
                  </a:lnTo>
                  <a:lnTo>
                    <a:pt x="703222" y="4822970"/>
                  </a:lnTo>
                  <a:lnTo>
                    <a:pt x="703316" y="4822970"/>
                  </a:lnTo>
                  <a:lnTo>
                    <a:pt x="703411" y="4822970"/>
                  </a:lnTo>
                  <a:lnTo>
                    <a:pt x="703505" y="4822970"/>
                  </a:lnTo>
                  <a:lnTo>
                    <a:pt x="703599" y="4822970"/>
                  </a:lnTo>
                  <a:lnTo>
                    <a:pt x="703693" y="4822970"/>
                  </a:lnTo>
                  <a:lnTo>
                    <a:pt x="703787" y="4822970"/>
                  </a:lnTo>
                  <a:lnTo>
                    <a:pt x="703881" y="4822970"/>
                  </a:lnTo>
                  <a:lnTo>
                    <a:pt x="703975" y="4822970"/>
                  </a:lnTo>
                  <a:lnTo>
                    <a:pt x="704070" y="4822970"/>
                  </a:lnTo>
                  <a:lnTo>
                    <a:pt x="704164" y="4822970"/>
                  </a:lnTo>
                  <a:lnTo>
                    <a:pt x="704258" y="4822970"/>
                  </a:lnTo>
                  <a:lnTo>
                    <a:pt x="704352" y="4822970"/>
                  </a:lnTo>
                  <a:lnTo>
                    <a:pt x="704446" y="4822970"/>
                  </a:lnTo>
                  <a:lnTo>
                    <a:pt x="704540" y="4822970"/>
                  </a:lnTo>
                  <a:lnTo>
                    <a:pt x="704634" y="4822970"/>
                  </a:lnTo>
                  <a:lnTo>
                    <a:pt x="704729" y="4822970"/>
                  </a:lnTo>
                  <a:lnTo>
                    <a:pt x="704823" y="4822970"/>
                  </a:lnTo>
                  <a:lnTo>
                    <a:pt x="704917" y="4822970"/>
                  </a:lnTo>
                  <a:lnTo>
                    <a:pt x="705011" y="4822970"/>
                  </a:lnTo>
                  <a:lnTo>
                    <a:pt x="705105" y="4822970"/>
                  </a:lnTo>
                  <a:lnTo>
                    <a:pt x="705199" y="4822970"/>
                  </a:lnTo>
                  <a:lnTo>
                    <a:pt x="705294" y="4822970"/>
                  </a:lnTo>
                  <a:lnTo>
                    <a:pt x="705388" y="4822970"/>
                  </a:lnTo>
                  <a:lnTo>
                    <a:pt x="705482" y="4822970"/>
                  </a:lnTo>
                  <a:lnTo>
                    <a:pt x="705576" y="4822970"/>
                  </a:lnTo>
                  <a:lnTo>
                    <a:pt x="705670" y="4822970"/>
                  </a:lnTo>
                  <a:lnTo>
                    <a:pt x="705764" y="4822970"/>
                  </a:lnTo>
                  <a:lnTo>
                    <a:pt x="705764" y="4818058"/>
                  </a:lnTo>
                  <a:lnTo>
                    <a:pt x="705858" y="4818058"/>
                  </a:lnTo>
                  <a:lnTo>
                    <a:pt x="705953" y="4818058"/>
                  </a:lnTo>
                  <a:lnTo>
                    <a:pt x="706047" y="4818058"/>
                  </a:lnTo>
                  <a:lnTo>
                    <a:pt x="706141" y="4818058"/>
                  </a:lnTo>
                  <a:lnTo>
                    <a:pt x="706235" y="4818058"/>
                  </a:lnTo>
                  <a:lnTo>
                    <a:pt x="706329" y="4818058"/>
                  </a:lnTo>
                  <a:lnTo>
                    <a:pt x="706423" y="4818058"/>
                  </a:lnTo>
                  <a:lnTo>
                    <a:pt x="706518" y="4818058"/>
                  </a:lnTo>
                  <a:lnTo>
                    <a:pt x="706612" y="4818058"/>
                  </a:lnTo>
                  <a:lnTo>
                    <a:pt x="706706" y="4818058"/>
                  </a:lnTo>
                  <a:lnTo>
                    <a:pt x="706800" y="4818058"/>
                  </a:lnTo>
                  <a:lnTo>
                    <a:pt x="706894" y="4818058"/>
                  </a:lnTo>
                  <a:lnTo>
                    <a:pt x="706988" y="4818058"/>
                  </a:lnTo>
                  <a:lnTo>
                    <a:pt x="707082" y="4818058"/>
                  </a:lnTo>
                  <a:lnTo>
                    <a:pt x="707177" y="4818058"/>
                  </a:lnTo>
                  <a:lnTo>
                    <a:pt x="707271" y="4818058"/>
                  </a:lnTo>
                  <a:lnTo>
                    <a:pt x="707365" y="4818058"/>
                  </a:lnTo>
                  <a:lnTo>
                    <a:pt x="707459" y="4818058"/>
                  </a:lnTo>
                  <a:lnTo>
                    <a:pt x="707553" y="4818058"/>
                  </a:lnTo>
                  <a:lnTo>
                    <a:pt x="707647" y="4818058"/>
                  </a:lnTo>
                  <a:lnTo>
                    <a:pt x="707742" y="4818058"/>
                  </a:lnTo>
                  <a:lnTo>
                    <a:pt x="707836" y="4818058"/>
                  </a:lnTo>
                  <a:lnTo>
                    <a:pt x="707930" y="4818058"/>
                  </a:lnTo>
                  <a:lnTo>
                    <a:pt x="708024" y="4818058"/>
                  </a:lnTo>
                  <a:lnTo>
                    <a:pt x="708118" y="4818058"/>
                  </a:lnTo>
                  <a:lnTo>
                    <a:pt x="708212" y="4818058"/>
                  </a:lnTo>
                  <a:lnTo>
                    <a:pt x="708306" y="4818058"/>
                  </a:lnTo>
                  <a:lnTo>
                    <a:pt x="708401" y="4818058"/>
                  </a:lnTo>
                  <a:lnTo>
                    <a:pt x="708495" y="4818058"/>
                  </a:lnTo>
                  <a:lnTo>
                    <a:pt x="708589" y="4818058"/>
                  </a:lnTo>
                  <a:lnTo>
                    <a:pt x="708683" y="4818058"/>
                  </a:lnTo>
                  <a:lnTo>
                    <a:pt x="708777" y="4818058"/>
                  </a:lnTo>
                  <a:lnTo>
                    <a:pt x="708871" y="4818058"/>
                  </a:lnTo>
                  <a:lnTo>
                    <a:pt x="708965" y="4818058"/>
                  </a:lnTo>
                  <a:lnTo>
                    <a:pt x="709060" y="4818058"/>
                  </a:lnTo>
                  <a:lnTo>
                    <a:pt x="709154" y="4818058"/>
                  </a:lnTo>
                  <a:lnTo>
                    <a:pt x="709248" y="4818058"/>
                  </a:lnTo>
                  <a:lnTo>
                    <a:pt x="709342" y="4818058"/>
                  </a:lnTo>
                  <a:lnTo>
                    <a:pt x="709436" y="4818058"/>
                  </a:lnTo>
                  <a:lnTo>
                    <a:pt x="709530" y="4818058"/>
                  </a:lnTo>
                  <a:lnTo>
                    <a:pt x="709625" y="4818058"/>
                  </a:lnTo>
                  <a:lnTo>
                    <a:pt x="709719" y="4818058"/>
                  </a:lnTo>
                  <a:lnTo>
                    <a:pt x="709813" y="4818058"/>
                  </a:lnTo>
                  <a:lnTo>
                    <a:pt x="709907" y="4818058"/>
                  </a:lnTo>
                  <a:lnTo>
                    <a:pt x="710001" y="4818058"/>
                  </a:lnTo>
                  <a:lnTo>
                    <a:pt x="710095" y="4818058"/>
                  </a:lnTo>
                  <a:lnTo>
                    <a:pt x="710189" y="4818058"/>
                  </a:lnTo>
                  <a:lnTo>
                    <a:pt x="710284" y="4818058"/>
                  </a:lnTo>
                  <a:lnTo>
                    <a:pt x="710378" y="4818058"/>
                  </a:lnTo>
                  <a:lnTo>
                    <a:pt x="710472" y="4818058"/>
                  </a:lnTo>
                  <a:lnTo>
                    <a:pt x="710566" y="4818058"/>
                  </a:lnTo>
                  <a:lnTo>
                    <a:pt x="710660" y="4818058"/>
                  </a:lnTo>
                  <a:lnTo>
                    <a:pt x="710754" y="4818058"/>
                  </a:lnTo>
                  <a:lnTo>
                    <a:pt x="710849" y="4818058"/>
                  </a:lnTo>
                  <a:lnTo>
                    <a:pt x="710943" y="4818058"/>
                  </a:lnTo>
                  <a:lnTo>
                    <a:pt x="711037" y="4818058"/>
                  </a:lnTo>
                  <a:lnTo>
                    <a:pt x="711131" y="4818058"/>
                  </a:lnTo>
                  <a:lnTo>
                    <a:pt x="711225" y="4818058"/>
                  </a:lnTo>
                  <a:lnTo>
                    <a:pt x="711319" y="4818058"/>
                  </a:lnTo>
                  <a:lnTo>
                    <a:pt x="711413" y="4818058"/>
                  </a:lnTo>
                  <a:lnTo>
                    <a:pt x="711508" y="4818058"/>
                  </a:lnTo>
                  <a:lnTo>
                    <a:pt x="711602" y="4818058"/>
                  </a:lnTo>
                  <a:lnTo>
                    <a:pt x="711696" y="4818058"/>
                  </a:lnTo>
                  <a:lnTo>
                    <a:pt x="711790" y="4818058"/>
                  </a:lnTo>
                  <a:lnTo>
                    <a:pt x="711884" y="4818058"/>
                  </a:lnTo>
                  <a:lnTo>
                    <a:pt x="711978" y="4818058"/>
                  </a:lnTo>
                  <a:lnTo>
                    <a:pt x="712073" y="4818058"/>
                  </a:lnTo>
                  <a:lnTo>
                    <a:pt x="712167" y="4818058"/>
                  </a:lnTo>
                  <a:lnTo>
                    <a:pt x="712261" y="4818058"/>
                  </a:lnTo>
                  <a:lnTo>
                    <a:pt x="712355" y="4818058"/>
                  </a:lnTo>
                  <a:lnTo>
                    <a:pt x="712449" y="4818058"/>
                  </a:lnTo>
                  <a:lnTo>
                    <a:pt x="712543" y="4818058"/>
                  </a:lnTo>
                  <a:lnTo>
                    <a:pt x="712637" y="4818058"/>
                  </a:lnTo>
                  <a:lnTo>
                    <a:pt x="712732" y="4818058"/>
                  </a:lnTo>
                  <a:lnTo>
                    <a:pt x="712826" y="4818058"/>
                  </a:lnTo>
                  <a:lnTo>
                    <a:pt x="712920" y="4818058"/>
                  </a:lnTo>
                  <a:lnTo>
                    <a:pt x="713014" y="4818058"/>
                  </a:lnTo>
                  <a:lnTo>
                    <a:pt x="713014" y="4813147"/>
                  </a:lnTo>
                  <a:lnTo>
                    <a:pt x="713108" y="4813147"/>
                  </a:lnTo>
                  <a:lnTo>
                    <a:pt x="713202" y="4813147"/>
                  </a:lnTo>
                  <a:lnTo>
                    <a:pt x="713296" y="4813147"/>
                  </a:lnTo>
                  <a:lnTo>
                    <a:pt x="713391" y="4813147"/>
                  </a:lnTo>
                  <a:lnTo>
                    <a:pt x="713485" y="4813147"/>
                  </a:lnTo>
                  <a:lnTo>
                    <a:pt x="713579" y="4813147"/>
                  </a:lnTo>
                  <a:lnTo>
                    <a:pt x="713673" y="4813147"/>
                  </a:lnTo>
                  <a:lnTo>
                    <a:pt x="713767" y="4813147"/>
                  </a:lnTo>
                  <a:lnTo>
                    <a:pt x="713861" y="4813147"/>
                  </a:lnTo>
                  <a:lnTo>
                    <a:pt x="713956" y="4813147"/>
                  </a:lnTo>
                  <a:lnTo>
                    <a:pt x="714050" y="4813147"/>
                  </a:lnTo>
                  <a:lnTo>
                    <a:pt x="714144" y="4813147"/>
                  </a:lnTo>
                  <a:lnTo>
                    <a:pt x="714238" y="4813147"/>
                  </a:lnTo>
                  <a:lnTo>
                    <a:pt x="714332" y="4813147"/>
                  </a:lnTo>
                  <a:lnTo>
                    <a:pt x="714426" y="4813147"/>
                  </a:lnTo>
                  <a:lnTo>
                    <a:pt x="714520" y="4813147"/>
                  </a:lnTo>
                  <a:lnTo>
                    <a:pt x="714520" y="4808236"/>
                  </a:lnTo>
                  <a:lnTo>
                    <a:pt x="714615" y="4808236"/>
                  </a:lnTo>
                  <a:lnTo>
                    <a:pt x="714709" y="4808236"/>
                  </a:lnTo>
                  <a:lnTo>
                    <a:pt x="714803" y="4808236"/>
                  </a:lnTo>
                  <a:lnTo>
                    <a:pt x="714897" y="4808236"/>
                  </a:lnTo>
                  <a:lnTo>
                    <a:pt x="714991" y="4808236"/>
                  </a:lnTo>
                  <a:lnTo>
                    <a:pt x="715085" y="4808236"/>
                  </a:lnTo>
                  <a:lnTo>
                    <a:pt x="715180" y="4808236"/>
                  </a:lnTo>
                  <a:lnTo>
                    <a:pt x="715274" y="4808236"/>
                  </a:lnTo>
                  <a:lnTo>
                    <a:pt x="715368" y="4808236"/>
                  </a:lnTo>
                  <a:lnTo>
                    <a:pt x="715462" y="4808236"/>
                  </a:lnTo>
                  <a:lnTo>
                    <a:pt x="715556" y="4808236"/>
                  </a:lnTo>
                  <a:lnTo>
                    <a:pt x="715650" y="4808236"/>
                  </a:lnTo>
                  <a:lnTo>
                    <a:pt x="715744" y="4808236"/>
                  </a:lnTo>
                  <a:lnTo>
                    <a:pt x="715839" y="4808236"/>
                  </a:lnTo>
                  <a:lnTo>
                    <a:pt x="715933" y="4808236"/>
                  </a:lnTo>
                  <a:lnTo>
                    <a:pt x="716027" y="4808236"/>
                  </a:lnTo>
                  <a:lnTo>
                    <a:pt x="716121" y="4808236"/>
                  </a:lnTo>
                  <a:lnTo>
                    <a:pt x="716215" y="4808236"/>
                  </a:lnTo>
                  <a:lnTo>
                    <a:pt x="716309" y="4808236"/>
                  </a:lnTo>
                  <a:lnTo>
                    <a:pt x="716404" y="4808236"/>
                  </a:lnTo>
                  <a:lnTo>
                    <a:pt x="716498" y="4808236"/>
                  </a:lnTo>
                  <a:lnTo>
                    <a:pt x="716592" y="4808236"/>
                  </a:lnTo>
                  <a:lnTo>
                    <a:pt x="716686" y="4808236"/>
                  </a:lnTo>
                  <a:lnTo>
                    <a:pt x="716780" y="4808236"/>
                  </a:lnTo>
                  <a:lnTo>
                    <a:pt x="716874" y="4808236"/>
                  </a:lnTo>
                  <a:lnTo>
                    <a:pt x="716968" y="4808236"/>
                  </a:lnTo>
                  <a:lnTo>
                    <a:pt x="717063" y="4808236"/>
                  </a:lnTo>
                  <a:lnTo>
                    <a:pt x="717157" y="4808236"/>
                  </a:lnTo>
                  <a:lnTo>
                    <a:pt x="717251" y="4808236"/>
                  </a:lnTo>
                  <a:lnTo>
                    <a:pt x="717345" y="4808236"/>
                  </a:lnTo>
                  <a:lnTo>
                    <a:pt x="717439" y="4808236"/>
                  </a:lnTo>
                  <a:lnTo>
                    <a:pt x="717533" y="4808236"/>
                  </a:lnTo>
                  <a:lnTo>
                    <a:pt x="717627" y="4808236"/>
                  </a:lnTo>
                  <a:lnTo>
                    <a:pt x="717722" y="4808236"/>
                  </a:lnTo>
                  <a:lnTo>
                    <a:pt x="717816" y="4808236"/>
                  </a:lnTo>
                  <a:lnTo>
                    <a:pt x="717910" y="4808236"/>
                  </a:lnTo>
                  <a:lnTo>
                    <a:pt x="718004" y="4808236"/>
                  </a:lnTo>
                  <a:lnTo>
                    <a:pt x="718004" y="4803324"/>
                  </a:lnTo>
                  <a:lnTo>
                    <a:pt x="718098" y="4803324"/>
                  </a:lnTo>
                  <a:lnTo>
                    <a:pt x="718192" y="4803324"/>
                  </a:lnTo>
                  <a:lnTo>
                    <a:pt x="718287" y="4803324"/>
                  </a:lnTo>
                  <a:lnTo>
                    <a:pt x="718381" y="4803324"/>
                  </a:lnTo>
                  <a:lnTo>
                    <a:pt x="718475" y="4803324"/>
                  </a:lnTo>
                  <a:lnTo>
                    <a:pt x="718569" y="4803324"/>
                  </a:lnTo>
                  <a:lnTo>
                    <a:pt x="718663" y="4803324"/>
                  </a:lnTo>
                  <a:lnTo>
                    <a:pt x="718757" y="4803324"/>
                  </a:lnTo>
                  <a:lnTo>
                    <a:pt x="718851" y="4803324"/>
                  </a:lnTo>
                  <a:lnTo>
                    <a:pt x="718946" y="4803324"/>
                  </a:lnTo>
                  <a:lnTo>
                    <a:pt x="719040" y="4803324"/>
                  </a:lnTo>
                  <a:lnTo>
                    <a:pt x="719134" y="4803324"/>
                  </a:lnTo>
                  <a:lnTo>
                    <a:pt x="719228" y="4803324"/>
                  </a:lnTo>
                  <a:lnTo>
                    <a:pt x="719322" y="4803324"/>
                  </a:lnTo>
                  <a:lnTo>
                    <a:pt x="719416" y="4803324"/>
                  </a:lnTo>
                  <a:lnTo>
                    <a:pt x="719511" y="4803324"/>
                  </a:lnTo>
                  <a:lnTo>
                    <a:pt x="719605" y="4803324"/>
                  </a:lnTo>
                  <a:lnTo>
                    <a:pt x="719699" y="4803324"/>
                  </a:lnTo>
                  <a:lnTo>
                    <a:pt x="719793" y="4803324"/>
                  </a:lnTo>
                  <a:lnTo>
                    <a:pt x="719887" y="4803324"/>
                  </a:lnTo>
                  <a:lnTo>
                    <a:pt x="719981" y="4803324"/>
                  </a:lnTo>
                  <a:lnTo>
                    <a:pt x="720075" y="4803324"/>
                  </a:lnTo>
                  <a:lnTo>
                    <a:pt x="720170" y="4803324"/>
                  </a:lnTo>
                  <a:lnTo>
                    <a:pt x="720264" y="4803324"/>
                  </a:lnTo>
                  <a:lnTo>
                    <a:pt x="720358" y="4803324"/>
                  </a:lnTo>
                  <a:lnTo>
                    <a:pt x="720452" y="4803324"/>
                  </a:lnTo>
                  <a:lnTo>
                    <a:pt x="720546" y="4803324"/>
                  </a:lnTo>
                  <a:lnTo>
                    <a:pt x="720546" y="4798413"/>
                  </a:lnTo>
                  <a:lnTo>
                    <a:pt x="720640" y="4798413"/>
                  </a:lnTo>
                  <a:lnTo>
                    <a:pt x="720735" y="4798413"/>
                  </a:lnTo>
                  <a:lnTo>
                    <a:pt x="720829" y="4798413"/>
                  </a:lnTo>
                  <a:lnTo>
                    <a:pt x="720923" y="4798413"/>
                  </a:lnTo>
                  <a:lnTo>
                    <a:pt x="721017" y="4798413"/>
                  </a:lnTo>
                  <a:lnTo>
                    <a:pt x="721111" y="4798413"/>
                  </a:lnTo>
                  <a:lnTo>
                    <a:pt x="721205" y="4798413"/>
                  </a:lnTo>
                  <a:lnTo>
                    <a:pt x="721299" y="4798413"/>
                  </a:lnTo>
                  <a:lnTo>
                    <a:pt x="721394" y="4798413"/>
                  </a:lnTo>
                  <a:lnTo>
                    <a:pt x="721488" y="4798413"/>
                  </a:lnTo>
                  <a:lnTo>
                    <a:pt x="721582" y="4798413"/>
                  </a:lnTo>
                  <a:lnTo>
                    <a:pt x="721676" y="4798413"/>
                  </a:lnTo>
                  <a:lnTo>
                    <a:pt x="721770" y="4798413"/>
                  </a:lnTo>
                  <a:lnTo>
                    <a:pt x="721864" y="4798413"/>
                  </a:lnTo>
                  <a:lnTo>
                    <a:pt x="721958" y="4798413"/>
                  </a:lnTo>
                  <a:lnTo>
                    <a:pt x="722053" y="4798413"/>
                  </a:lnTo>
                  <a:lnTo>
                    <a:pt x="722147" y="4798413"/>
                  </a:lnTo>
                  <a:lnTo>
                    <a:pt x="722147" y="4793501"/>
                  </a:lnTo>
                  <a:lnTo>
                    <a:pt x="722241" y="4793501"/>
                  </a:lnTo>
                  <a:lnTo>
                    <a:pt x="722335" y="4793501"/>
                  </a:lnTo>
                  <a:lnTo>
                    <a:pt x="722429" y="4793501"/>
                  </a:lnTo>
                  <a:lnTo>
                    <a:pt x="722523" y="4793501"/>
                  </a:lnTo>
                  <a:lnTo>
                    <a:pt x="722618" y="4793501"/>
                  </a:lnTo>
                  <a:lnTo>
                    <a:pt x="722712" y="4793501"/>
                  </a:lnTo>
                  <a:lnTo>
                    <a:pt x="722806" y="4793501"/>
                  </a:lnTo>
                  <a:lnTo>
                    <a:pt x="722900" y="4793501"/>
                  </a:lnTo>
                  <a:lnTo>
                    <a:pt x="722994" y="4793501"/>
                  </a:lnTo>
                  <a:lnTo>
                    <a:pt x="723088" y="4793501"/>
                  </a:lnTo>
                  <a:lnTo>
                    <a:pt x="723182" y="4793501"/>
                  </a:lnTo>
                  <a:lnTo>
                    <a:pt x="723277" y="4793501"/>
                  </a:lnTo>
                  <a:lnTo>
                    <a:pt x="723371" y="4793501"/>
                  </a:lnTo>
                  <a:lnTo>
                    <a:pt x="723465" y="4793501"/>
                  </a:lnTo>
                  <a:lnTo>
                    <a:pt x="723559" y="4793501"/>
                  </a:lnTo>
                  <a:lnTo>
                    <a:pt x="723653" y="4793501"/>
                  </a:lnTo>
                  <a:lnTo>
                    <a:pt x="723747" y="4793501"/>
                  </a:lnTo>
                  <a:lnTo>
                    <a:pt x="723842" y="4793501"/>
                  </a:lnTo>
                  <a:lnTo>
                    <a:pt x="723936" y="4793501"/>
                  </a:lnTo>
                  <a:lnTo>
                    <a:pt x="724030" y="4793501"/>
                  </a:lnTo>
                  <a:lnTo>
                    <a:pt x="724124" y="4793501"/>
                  </a:lnTo>
                  <a:lnTo>
                    <a:pt x="724218" y="4793501"/>
                  </a:lnTo>
                  <a:lnTo>
                    <a:pt x="724312" y="4793501"/>
                  </a:lnTo>
                  <a:lnTo>
                    <a:pt x="724406" y="4793501"/>
                  </a:lnTo>
                  <a:lnTo>
                    <a:pt x="724501" y="4793501"/>
                  </a:lnTo>
                  <a:lnTo>
                    <a:pt x="724595" y="4793501"/>
                  </a:lnTo>
                  <a:lnTo>
                    <a:pt x="724689" y="4793501"/>
                  </a:lnTo>
                  <a:lnTo>
                    <a:pt x="724783" y="4793501"/>
                  </a:lnTo>
                  <a:lnTo>
                    <a:pt x="724877" y="4793501"/>
                  </a:lnTo>
                  <a:lnTo>
                    <a:pt x="724971" y="4793501"/>
                  </a:lnTo>
                  <a:lnTo>
                    <a:pt x="725066" y="4793501"/>
                  </a:lnTo>
                  <a:lnTo>
                    <a:pt x="725160" y="4793501"/>
                  </a:lnTo>
                  <a:lnTo>
                    <a:pt x="725254" y="4793501"/>
                  </a:lnTo>
                  <a:lnTo>
                    <a:pt x="725348" y="4793501"/>
                  </a:lnTo>
                  <a:lnTo>
                    <a:pt x="725442" y="4793501"/>
                  </a:lnTo>
                  <a:lnTo>
                    <a:pt x="725536" y="4793501"/>
                  </a:lnTo>
                  <a:lnTo>
                    <a:pt x="725630" y="4793501"/>
                  </a:lnTo>
                  <a:lnTo>
                    <a:pt x="725725" y="4793501"/>
                  </a:lnTo>
                  <a:lnTo>
                    <a:pt x="725819" y="4793501"/>
                  </a:lnTo>
                  <a:lnTo>
                    <a:pt x="725913" y="4793501"/>
                  </a:lnTo>
                  <a:lnTo>
                    <a:pt x="726007" y="4793501"/>
                  </a:lnTo>
                  <a:lnTo>
                    <a:pt x="726101" y="4793501"/>
                  </a:lnTo>
                  <a:lnTo>
                    <a:pt x="726195" y="4793501"/>
                  </a:lnTo>
                  <a:lnTo>
                    <a:pt x="726289" y="4793501"/>
                  </a:lnTo>
                  <a:lnTo>
                    <a:pt x="726384" y="4793501"/>
                  </a:lnTo>
                  <a:lnTo>
                    <a:pt x="726478" y="4793501"/>
                  </a:lnTo>
                  <a:lnTo>
                    <a:pt x="726572" y="4793501"/>
                  </a:lnTo>
                  <a:lnTo>
                    <a:pt x="726666" y="4793501"/>
                  </a:lnTo>
                  <a:lnTo>
                    <a:pt x="726760" y="4793501"/>
                  </a:lnTo>
                  <a:lnTo>
                    <a:pt x="726854" y="4793501"/>
                  </a:lnTo>
                  <a:lnTo>
                    <a:pt x="726949" y="4793501"/>
                  </a:lnTo>
                  <a:lnTo>
                    <a:pt x="727043" y="4793501"/>
                  </a:lnTo>
                  <a:lnTo>
                    <a:pt x="727137" y="4793501"/>
                  </a:lnTo>
                  <a:lnTo>
                    <a:pt x="727231" y="4793501"/>
                  </a:lnTo>
                  <a:lnTo>
                    <a:pt x="727325" y="4793501"/>
                  </a:lnTo>
                  <a:lnTo>
                    <a:pt x="727419" y="4793501"/>
                  </a:lnTo>
                  <a:lnTo>
                    <a:pt x="727513" y="4793501"/>
                  </a:lnTo>
                  <a:lnTo>
                    <a:pt x="727608" y="4793501"/>
                  </a:lnTo>
                  <a:lnTo>
                    <a:pt x="727702" y="4793501"/>
                  </a:lnTo>
                  <a:lnTo>
                    <a:pt x="727796" y="4793501"/>
                  </a:lnTo>
                  <a:lnTo>
                    <a:pt x="727890" y="4793501"/>
                  </a:lnTo>
                  <a:lnTo>
                    <a:pt x="727984" y="4793501"/>
                  </a:lnTo>
                  <a:lnTo>
                    <a:pt x="728078" y="4793501"/>
                  </a:lnTo>
                  <a:lnTo>
                    <a:pt x="728173" y="4793501"/>
                  </a:lnTo>
                  <a:lnTo>
                    <a:pt x="728267" y="4793501"/>
                  </a:lnTo>
                  <a:lnTo>
                    <a:pt x="728361" y="4793501"/>
                  </a:lnTo>
                  <a:lnTo>
                    <a:pt x="728361" y="4788590"/>
                  </a:lnTo>
                  <a:lnTo>
                    <a:pt x="728455" y="4788590"/>
                  </a:lnTo>
                  <a:lnTo>
                    <a:pt x="728549" y="4788590"/>
                  </a:lnTo>
                  <a:lnTo>
                    <a:pt x="728643" y="4788590"/>
                  </a:lnTo>
                  <a:lnTo>
                    <a:pt x="728737" y="4788590"/>
                  </a:lnTo>
                  <a:lnTo>
                    <a:pt x="728832" y="4788590"/>
                  </a:lnTo>
                  <a:lnTo>
                    <a:pt x="728926" y="4788590"/>
                  </a:lnTo>
                  <a:lnTo>
                    <a:pt x="729020" y="4788590"/>
                  </a:lnTo>
                  <a:lnTo>
                    <a:pt x="729114" y="4788590"/>
                  </a:lnTo>
                  <a:lnTo>
                    <a:pt x="729208" y="4788590"/>
                  </a:lnTo>
                  <a:lnTo>
                    <a:pt x="729302" y="4788590"/>
                  </a:lnTo>
                  <a:lnTo>
                    <a:pt x="729397" y="4788590"/>
                  </a:lnTo>
                  <a:lnTo>
                    <a:pt x="729491" y="4788590"/>
                  </a:lnTo>
                  <a:lnTo>
                    <a:pt x="729585" y="4788590"/>
                  </a:lnTo>
                  <a:lnTo>
                    <a:pt x="729679" y="4788590"/>
                  </a:lnTo>
                  <a:lnTo>
                    <a:pt x="729773" y="4788590"/>
                  </a:lnTo>
                  <a:lnTo>
                    <a:pt x="729867" y="4788590"/>
                  </a:lnTo>
                  <a:lnTo>
                    <a:pt x="729961" y="4788590"/>
                  </a:lnTo>
                  <a:lnTo>
                    <a:pt x="730056" y="4788590"/>
                  </a:lnTo>
                  <a:lnTo>
                    <a:pt x="730150" y="4788590"/>
                  </a:lnTo>
                  <a:lnTo>
                    <a:pt x="730244" y="4788590"/>
                  </a:lnTo>
                  <a:lnTo>
                    <a:pt x="730338" y="4788590"/>
                  </a:lnTo>
                  <a:lnTo>
                    <a:pt x="730432" y="4788590"/>
                  </a:lnTo>
                  <a:lnTo>
                    <a:pt x="730526" y="4788590"/>
                  </a:lnTo>
                  <a:lnTo>
                    <a:pt x="730620" y="4788590"/>
                  </a:lnTo>
                  <a:lnTo>
                    <a:pt x="730715" y="4788590"/>
                  </a:lnTo>
                  <a:lnTo>
                    <a:pt x="730809" y="4788590"/>
                  </a:lnTo>
                  <a:lnTo>
                    <a:pt x="730903" y="4788590"/>
                  </a:lnTo>
                  <a:lnTo>
                    <a:pt x="730997" y="4788590"/>
                  </a:lnTo>
                  <a:lnTo>
                    <a:pt x="731091" y="4788590"/>
                  </a:lnTo>
                  <a:lnTo>
                    <a:pt x="731185" y="4788590"/>
                  </a:lnTo>
                  <a:lnTo>
                    <a:pt x="731280" y="4788590"/>
                  </a:lnTo>
                  <a:lnTo>
                    <a:pt x="731374" y="4788590"/>
                  </a:lnTo>
                  <a:lnTo>
                    <a:pt x="731468" y="4788590"/>
                  </a:lnTo>
                  <a:lnTo>
                    <a:pt x="731562" y="4788590"/>
                  </a:lnTo>
                  <a:lnTo>
                    <a:pt x="731656" y="4788590"/>
                  </a:lnTo>
                  <a:lnTo>
                    <a:pt x="731750" y="4788590"/>
                  </a:lnTo>
                  <a:lnTo>
                    <a:pt x="731844" y="4788590"/>
                  </a:lnTo>
                  <a:lnTo>
                    <a:pt x="731939" y="4788590"/>
                  </a:lnTo>
                  <a:lnTo>
                    <a:pt x="731939" y="4783679"/>
                  </a:lnTo>
                  <a:lnTo>
                    <a:pt x="732033" y="4783679"/>
                  </a:lnTo>
                  <a:lnTo>
                    <a:pt x="732127" y="4783679"/>
                  </a:lnTo>
                  <a:lnTo>
                    <a:pt x="732221" y="4783679"/>
                  </a:lnTo>
                  <a:lnTo>
                    <a:pt x="732315" y="4783679"/>
                  </a:lnTo>
                  <a:lnTo>
                    <a:pt x="732409" y="4783679"/>
                  </a:lnTo>
                  <a:lnTo>
                    <a:pt x="732504" y="4783679"/>
                  </a:lnTo>
                  <a:lnTo>
                    <a:pt x="732598" y="4783679"/>
                  </a:lnTo>
                  <a:lnTo>
                    <a:pt x="732692" y="4783679"/>
                  </a:lnTo>
                  <a:lnTo>
                    <a:pt x="732786" y="4783679"/>
                  </a:lnTo>
                  <a:lnTo>
                    <a:pt x="732880" y="4783679"/>
                  </a:lnTo>
                  <a:lnTo>
                    <a:pt x="732974" y="4783679"/>
                  </a:lnTo>
                  <a:lnTo>
                    <a:pt x="733068" y="4783679"/>
                  </a:lnTo>
                  <a:lnTo>
                    <a:pt x="733163" y="4783679"/>
                  </a:lnTo>
                  <a:lnTo>
                    <a:pt x="733257" y="4783679"/>
                  </a:lnTo>
                  <a:lnTo>
                    <a:pt x="733351" y="4783679"/>
                  </a:lnTo>
                  <a:lnTo>
                    <a:pt x="733445" y="4783679"/>
                  </a:lnTo>
                  <a:lnTo>
                    <a:pt x="733539" y="4783679"/>
                  </a:lnTo>
                  <a:lnTo>
                    <a:pt x="733633" y="4783679"/>
                  </a:lnTo>
                  <a:lnTo>
                    <a:pt x="733728" y="4783679"/>
                  </a:lnTo>
                  <a:lnTo>
                    <a:pt x="733822" y="4783679"/>
                  </a:lnTo>
                  <a:lnTo>
                    <a:pt x="733916" y="4783679"/>
                  </a:lnTo>
                  <a:lnTo>
                    <a:pt x="734010" y="4783679"/>
                  </a:lnTo>
                  <a:lnTo>
                    <a:pt x="734104" y="4783679"/>
                  </a:lnTo>
                  <a:lnTo>
                    <a:pt x="734198" y="4783679"/>
                  </a:lnTo>
                  <a:lnTo>
                    <a:pt x="734292" y="4783679"/>
                  </a:lnTo>
                  <a:lnTo>
                    <a:pt x="734387" y="4783679"/>
                  </a:lnTo>
                  <a:lnTo>
                    <a:pt x="734481" y="4783679"/>
                  </a:lnTo>
                  <a:lnTo>
                    <a:pt x="734575" y="4783679"/>
                  </a:lnTo>
                  <a:lnTo>
                    <a:pt x="734669" y="4783679"/>
                  </a:lnTo>
                  <a:lnTo>
                    <a:pt x="734763" y="4783679"/>
                  </a:lnTo>
                  <a:lnTo>
                    <a:pt x="734857" y="4783679"/>
                  </a:lnTo>
                  <a:lnTo>
                    <a:pt x="734951" y="4783679"/>
                  </a:lnTo>
                  <a:lnTo>
                    <a:pt x="735046" y="4783679"/>
                  </a:lnTo>
                  <a:lnTo>
                    <a:pt x="735140" y="4783679"/>
                  </a:lnTo>
                  <a:lnTo>
                    <a:pt x="735234" y="4783679"/>
                  </a:lnTo>
                  <a:lnTo>
                    <a:pt x="735328" y="4783679"/>
                  </a:lnTo>
                  <a:lnTo>
                    <a:pt x="735422" y="4783679"/>
                  </a:lnTo>
                  <a:lnTo>
                    <a:pt x="735516" y="4783679"/>
                  </a:lnTo>
                  <a:lnTo>
                    <a:pt x="735611" y="4783679"/>
                  </a:lnTo>
                  <a:lnTo>
                    <a:pt x="735705" y="4783679"/>
                  </a:lnTo>
                  <a:lnTo>
                    <a:pt x="735799" y="4783679"/>
                  </a:lnTo>
                  <a:lnTo>
                    <a:pt x="735893" y="4783679"/>
                  </a:lnTo>
                  <a:lnTo>
                    <a:pt x="735987" y="4783679"/>
                  </a:lnTo>
                  <a:lnTo>
                    <a:pt x="736081" y="4783679"/>
                  </a:lnTo>
                  <a:lnTo>
                    <a:pt x="736175" y="4783679"/>
                  </a:lnTo>
                  <a:lnTo>
                    <a:pt x="736270" y="4783679"/>
                  </a:lnTo>
                  <a:lnTo>
                    <a:pt x="736364" y="4783679"/>
                  </a:lnTo>
                  <a:lnTo>
                    <a:pt x="736458" y="4783679"/>
                  </a:lnTo>
                  <a:lnTo>
                    <a:pt x="736552" y="4783679"/>
                  </a:lnTo>
                  <a:lnTo>
                    <a:pt x="736646" y="4783679"/>
                  </a:lnTo>
                  <a:lnTo>
                    <a:pt x="736740" y="4783679"/>
                  </a:lnTo>
                  <a:lnTo>
                    <a:pt x="736740" y="4778767"/>
                  </a:lnTo>
                  <a:lnTo>
                    <a:pt x="736835" y="4778767"/>
                  </a:lnTo>
                  <a:lnTo>
                    <a:pt x="736929" y="4778767"/>
                  </a:lnTo>
                  <a:lnTo>
                    <a:pt x="737023" y="4778767"/>
                  </a:lnTo>
                  <a:lnTo>
                    <a:pt x="737023" y="4773856"/>
                  </a:lnTo>
                  <a:lnTo>
                    <a:pt x="737117" y="4773856"/>
                  </a:lnTo>
                  <a:lnTo>
                    <a:pt x="737211" y="4773856"/>
                  </a:lnTo>
                  <a:lnTo>
                    <a:pt x="737305" y="4773856"/>
                  </a:lnTo>
                  <a:lnTo>
                    <a:pt x="737399" y="4773856"/>
                  </a:lnTo>
                  <a:lnTo>
                    <a:pt x="737494" y="4773856"/>
                  </a:lnTo>
                  <a:lnTo>
                    <a:pt x="737588" y="4773856"/>
                  </a:lnTo>
                  <a:lnTo>
                    <a:pt x="737682" y="4773856"/>
                  </a:lnTo>
                  <a:lnTo>
                    <a:pt x="737776" y="4773856"/>
                  </a:lnTo>
                  <a:lnTo>
                    <a:pt x="737870" y="4773856"/>
                  </a:lnTo>
                  <a:lnTo>
                    <a:pt x="737964" y="4773856"/>
                  </a:lnTo>
                  <a:lnTo>
                    <a:pt x="738059" y="4773856"/>
                  </a:lnTo>
                  <a:lnTo>
                    <a:pt x="738153" y="4773856"/>
                  </a:lnTo>
                  <a:lnTo>
                    <a:pt x="738247" y="4773856"/>
                  </a:lnTo>
                  <a:lnTo>
                    <a:pt x="738341" y="4773856"/>
                  </a:lnTo>
                  <a:lnTo>
                    <a:pt x="738435" y="4773856"/>
                  </a:lnTo>
                  <a:lnTo>
                    <a:pt x="738529" y="4773856"/>
                  </a:lnTo>
                  <a:lnTo>
                    <a:pt x="738623" y="4773856"/>
                  </a:lnTo>
                  <a:lnTo>
                    <a:pt x="738718" y="4773856"/>
                  </a:lnTo>
                  <a:lnTo>
                    <a:pt x="738812" y="4773856"/>
                  </a:lnTo>
                  <a:lnTo>
                    <a:pt x="738906" y="4773856"/>
                  </a:lnTo>
                  <a:lnTo>
                    <a:pt x="739000" y="4773856"/>
                  </a:lnTo>
                  <a:lnTo>
                    <a:pt x="739094" y="4773856"/>
                  </a:lnTo>
                  <a:lnTo>
                    <a:pt x="739188" y="4773856"/>
                  </a:lnTo>
                  <a:lnTo>
                    <a:pt x="739282" y="4773856"/>
                  </a:lnTo>
                  <a:lnTo>
                    <a:pt x="739377" y="4773856"/>
                  </a:lnTo>
                  <a:lnTo>
                    <a:pt x="739471" y="4773856"/>
                  </a:lnTo>
                  <a:lnTo>
                    <a:pt x="739565" y="4773856"/>
                  </a:lnTo>
                  <a:lnTo>
                    <a:pt x="739659" y="4773856"/>
                  </a:lnTo>
                  <a:lnTo>
                    <a:pt x="739753" y="4773856"/>
                  </a:lnTo>
                  <a:lnTo>
                    <a:pt x="739847" y="4773856"/>
                  </a:lnTo>
                  <a:lnTo>
                    <a:pt x="739942" y="4773856"/>
                  </a:lnTo>
                  <a:lnTo>
                    <a:pt x="740036" y="4773856"/>
                  </a:lnTo>
                  <a:lnTo>
                    <a:pt x="740130" y="4773856"/>
                  </a:lnTo>
                  <a:lnTo>
                    <a:pt x="740224" y="4773856"/>
                  </a:lnTo>
                  <a:lnTo>
                    <a:pt x="740318" y="4773856"/>
                  </a:lnTo>
                  <a:lnTo>
                    <a:pt x="740412" y="4773856"/>
                  </a:lnTo>
                  <a:lnTo>
                    <a:pt x="740506" y="4773856"/>
                  </a:lnTo>
                  <a:lnTo>
                    <a:pt x="740601" y="4773856"/>
                  </a:lnTo>
                  <a:lnTo>
                    <a:pt x="740695" y="4773856"/>
                  </a:lnTo>
                  <a:lnTo>
                    <a:pt x="740789" y="4773856"/>
                  </a:lnTo>
                  <a:lnTo>
                    <a:pt x="740883" y="4773856"/>
                  </a:lnTo>
                  <a:lnTo>
                    <a:pt x="740977" y="4773856"/>
                  </a:lnTo>
                  <a:lnTo>
                    <a:pt x="741071" y="4773856"/>
                  </a:lnTo>
                  <a:lnTo>
                    <a:pt x="741166" y="4773856"/>
                  </a:lnTo>
                  <a:lnTo>
                    <a:pt x="741260" y="4773856"/>
                  </a:lnTo>
                  <a:lnTo>
                    <a:pt x="741354" y="4773856"/>
                  </a:lnTo>
                  <a:lnTo>
                    <a:pt x="741448" y="4773856"/>
                  </a:lnTo>
                  <a:lnTo>
                    <a:pt x="741542" y="4773856"/>
                  </a:lnTo>
                  <a:lnTo>
                    <a:pt x="741636" y="4773856"/>
                  </a:lnTo>
                  <a:lnTo>
                    <a:pt x="741730" y="4773856"/>
                  </a:lnTo>
                  <a:lnTo>
                    <a:pt x="741825" y="4773856"/>
                  </a:lnTo>
                  <a:lnTo>
                    <a:pt x="741919" y="4773856"/>
                  </a:lnTo>
                  <a:lnTo>
                    <a:pt x="742013" y="4773856"/>
                  </a:lnTo>
                  <a:lnTo>
                    <a:pt x="742107" y="4773856"/>
                  </a:lnTo>
                  <a:lnTo>
                    <a:pt x="742201" y="4773856"/>
                  </a:lnTo>
                  <a:lnTo>
                    <a:pt x="742295" y="4773856"/>
                  </a:lnTo>
                  <a:lnTo>
                    <a:pt x="742390" y="4773856"/>
                  </a:lnTo>
                  <a:lnTo>
                    <a:pt x="742484" y="4773856"/>
                  </a:lnTo>
                  <a:lnTo>
                    <a:pt x="742578" y="4773856"/>
                  </a:lnTo>
                  <a:lnTo>
                    <a:pt x="742672" y="4773856"/>
                  </a:lnTo>
                  <a:lnTo>
                    <a:pt x="742766" y="4773856"/>
                  </a:lnTo>
                  <a:lnTo>
                    <a:pt x="742860" y="4773856"/>
                  </a:lnTo>
                  <a:lnTo>
                    <a:pt x="742954" y="4773856"/>
                  </a:lnTo>
                  <a:lnTo>
                    <a:pt x="743049" y="4773856"/>
                  </a:lnTo>
                  <a:lnTo>
                    <a:pt x="743143" y="4773856"/>
                  </a:lnTo>
                  <a:lnTo>
                    <a:pt x="743237" y="4773856"/>
                  </a:lnTo>
                  <a:lnTo>
                    <a:pt x="743331" y="4773856"/>
                  </a:lnTo>
                  <a:lnTo>
                    <a:pt x="743425" y="4773856"/>
                  </a:lnTo>
                  <a:lnTo>
                    <a:pt x="743519" y="4773856"/>
                  </a:lnTo>
                  <a:lnTo>
                    <a:pt x="743613" y="4773856"/>
                  </a:lnTo>
                  <a:lnTo>
                    <a:pt x="743708" y="4773856"/>
                  </a:lnTo>
                  <a:lnTo>
                    <a:pt x="743802" y="4773856"/>
                  </a:lnTo>
                  <a:lnTo>
                    <a:pt x="743802" y="4768945"/>
                  </a:lnTo>
                  <a:lnTo>
                    <a:pt x="743896" y="4768945"/>
                  </a:lnTo>
                  <a:lnTo>
                    <a:pt x="743990" y="4768945"/>
                  </a:lnTo>
                  <a:lnTo>
                    <a:pt x="744084" y="4768945"/>
                  </a:lnTo>
                  <a:lnTo>
                    <a:pt x="744178" y="4768945"/>
                  </a:lnTo>
                  <a:lnTo>
                    <a:pt x="744273" y="4768945"/>
                  </a:lnTo>
                  <a:lnTo>
                    <a:pt x="744367" y="4768945"/>
                  </a:lnTo>
                  <a:lnTo>
                    <a:pt x="744461" y="4768945"/>
                  </a:lnTo>
                  <a:lnTo>
                    <a:pt x="744555" y="4768945"/>
                  </a:lnTo>
                  <a:lnTo>
                    <a:pt x="744649" y="4768945"/>
                  </a:lnTo>
                  <a:lnTo>
                    <a:pt x="744743" y="4768945"/>
                  </a:lnTo>
                  <a:lnTo>
                    <a:pt x="744837" y="4768945"/>
                  </a:lnTo>
                  <a:lnTo>
                    <a:pt x="744932" y="4768945"/>
                  </a:lnTo>
                  <a:lnTo>
                    <a:pt x="745026" y="4768945"/>
                  </a:lnTo>
                  <a:lnTo>
                    <a:pt x="745120" y="4768945"/>
                  </a:lnTo>
                  <a:lnTo>
                    <a:pt x="745214" y="4768945"/>
                  </a:lnTo>
                  <a:lnTo>
                    <a:pt x="745308" y="4768945"/>
                  </a:lnTo>
                  <a:lnTo>
                    <a:pt x="745402" y="4768945"/>
                  </a:lnTo>
                  <a:lnTo>
                    <a:pt x="745497" y="4768945"/>
                  </a:lnTo>
                  <a:lnTo>
                    <a:pt x="745591" y="4768945"/>
                  </a:lnTo>
                  <a:lnTo>
                    <a:pt x="745685" y="4768945"/>
                  </a:lnTo>
                  <a:lnTo>
                    <a:pt x="745779" y="4768945"/>
                  </a:lnTo>
                  <a:lnTo>
                    <a:pt x="745873" y="4768945"/>
                  </a:lnTo>
                  <a:lnTo>
                    <a:pt x="745967" y="4768945"/>
                  </a:lnTo>
                  <a:lnTo>
                    <a:pt x="746061" y="4768945"/>
                  </a:lnTo>
                  <a:lnTo>
                    <a:pt x="746156" y="4768945"/>
                  </a:lnTo>
                  <a:lnTo>
                    <a:pt x="746250" y="4768945"/>
                  </a:lnTo>
                  <a:lnTo>
                    <a:pt x="746344" y="4768945"/>
                  </a:lnTo>
                  <a:lnTo>
                    <a:pt x="746438" y="4768945"/>
                  </a:lnTo>
                  <a:lnTo>
                    <a:pt x="746532" y="4768945"/>
                  </a:lnTo>
                  <a:lnTo>
                    <a:pt x="746626" y="4768945"/>
                  </a:lnTo>
                  <a:lnTo>
                    <a:pt x="746721" y="4768945"/>
                  </a:lnTo>
                  <a:lnTo>
                    <a:pt x="746815" y="4768945"/>
                  </a:lnTo>
                  <a:lnTo>
                    <a:pt x="746909" y="4768945"/>
                  </a:lnTo>
                  <a:lnTo>
                    <a:pt x="746909" y="4764033"/>
                  </a:lnTo>
                  <a:lnTo>
                    <a:pt x="747003" y="4764033"/>
                  </a:lnTo>
                  <a:lnTo>
                    <a:pt x="747097" y="4764033"/>
                  </a:lnTo>
                  <a:lnTo>
                    <a:pt x="747191" y="4764033"/>
                  </a:lnTo>
                  <a:lnTo>
                    <a:pt x="747285" y="4764033"/>
                  </a:lnTo>
                  <a:lnTo>
                    <a:pt x="747380" y="4764033"/>
                  </a:lnTo>
                  <a:lnTo>
                    <a:pt x="747474" y="4764033"/>
                  </a:lnTo>
                  <a:lnTo>
                    <a:pt x="747568" y="4764033"/>
                  </a:lnTo>
                  <a:lnTo>
                    <a:pt x="747662" y="4764033"/>
                  </a:lnTo>
                  <a:lnTo>
                    <a:pt x="747756" y="4764033"/>
                  </a:lnTo>
                  <a:lnTo>
                    <a:pt x="747850" y="4764033"/>
                  </a:lnTo>
                  <a:lnTo>
                    <a:pt x="747944" y="4764033"/>
                  </a:lnTo>
                  <a:lnTo>
                    <a:pt x="748039" y="4764033"/>
                  </a:lnTo>
                  <a:lnTo>
                    <a:pt x="748133" y="4764033"/>
                  </a:lnTo>
                  <a:lnTo>
                    <a:pt x="748227" y="4764033"/>
                  </a:lnTo>
                  <a:lnTo>
                    <a:pt x="748227" y="4759122"/>
                  </a:lnTo>
                  <a:lnTo>
                    <a:pt x="748321" y="4759122"/>
                  </a:lnTo>
                  <a:lnTo>
                    <a:pt x="748415" y="4759122"/>
                  </a:lnTo>
                  <a:lnTo>
                    <a:pt x="748509" y="4759122"/>
                  </a:lnTo>
                  <a:lnTo>
                    <a:pt x="748604" y="4759122"/>
                  </a:lnTo>
                  <a:lnTo>
                    <a:pt x="748698" y="4759122"/>
                  </a:lnTo>
                  <a:lnTo>
                    <a:pt x="748792" y="4759122"/>
                  </a:lnTo>
                  <a:lnTo>
                    <a:pt x="748886" y="4759122"/>
                  </a:lnTo>
                  <a:lnTo>
                    <a:pt x="748980" y="4759122"/>
                  </a:lnTo>
                  <a:lnTo>
                    <a:pt x="749074" y="4759122"/>
                  </a:lnTo>
                  <a:lnTo>
                    <a:pt x="749168" y="4759122"/>
                  </a:lnTo>
                  <a:lnTo>
                    <a:pt x="749263" y="4759122"/>
                  </a:lnTo>
                  <a:lnTo>
                    <a:pt x="749357" y="4759122"/>
                  </a:lnTo>
                  <a:lnTo>
                    <a:pt x="749451" y="4759122"/>
                  </a:lnTo>
                  <a:lnTo>
                    <a:pt x="749545" y="4759122"/>
                  </a:lnTo>
                  <a:lnTo>
                    <a:pt x="749639" y="4759122"/>
                  </a:lnTo>
                  <a:lnTo>
                    <a:pt x="749733" y="4759122"/>
                  </a:lnTo>
                  <a:lnTo>
                    <a:pt x="749828" y="4759122"/>
                  </a:lnTo>
                  <a:lnTo>
                    <a:pt x="749922" y="4759122"/>
                  </a:lnTo>
                  <a:lnTo>
                    <a:pt x="750016" y="4759122"/>
                  </a:lnTo>
                  <a:lnTo>
                    <a:pt x="750110" y="4759122"/>
                  </a:lnTo>
                  <a:lnTo>
                    <a:pt x="750204" y="4759122"/>
                  </a:lnTo>
                  <a:lnTo>
                    <a:pt x="750298" y="4759122"/>
                  </a:lnTo>
                  <a:lnTo>
                    <a:pt x="750392" y="4759122"/>
                  </a:lnTo>
                  <a:lnTo>
                    <a:pt x="750487" y="4759122"/>
                  </a:lnTo>
                  <a:lnTo>
                    <a:pt x="750581" y="4759122"/>
                  </a:lnTo>
                  <a:lnTo>
                    <a:pt x="750675" y="4759122"/>
                  </a:lnTo>
                  <a:lnTo>
                    <a:pt x="750769" y="4759122"/>
                  </a:lnTo>
                  <a:lnTo>
                    <a:pt x="750863" y="4759122"/>
                  </a:lnTo>
                  <a:lnTo>
                    <a:pt x="750957" y="4759122"/>
                  </a:lnTo>
                  <a:lnTo>
                    <a:pt x="751052" y="4759122"/>
                  </a:lnTo>
                  <a:lnTo>
                    <a:pt x="751146" y="4759122"/>
                  </a:lnTo>
                  <a:lnTo>
                    <a:pt x="751240" y="4759122"/>
                  </a:lnTo>
                  <a:lnTo>
                    <a:pt x="751334" y="4759122"/>
                  </a:lnTo>
                  <a:lnTo>
                    <a:pt x="751428" y="4759122"/>
                  </a:lnTo>
                  <a:lnTo>
                    <a:pt x="751522" y="4759122"/>
                  </a:lnTo>
                  <a:lnTo>
                    <a:pt x="751616" y="4759122"/>
                  </a:lnTo>
                  <a:lnTo>
                    <a:pt x="751711" y="4759122"/>
                  </a:lnTo>
                  <a:lnTo>
                    <a:pt x="751805" y="4759122"/>
                  </a:lnTo>
                  <a:lnTo>
                    <a:pt x="751899" y="4759122"/>
                  </a:lnTo>
                  <a:lnTo>
                    <a:pt x="751993" y="4759122"/>
                  </a:lnTo>
                  <a:lnTo>
                    <a:pt x="752087" y="4759122"/>
                  </a:lnTo>
                  <a:lnTo>
                    <a:pt x="752181" y="4759122"/>
                  </a:lnTo>
                  <a:lnTo>
                    <a:pt x="752275" y="4759122"/>
                  </a:lnTo>
                  <a:lnTo>
                    <a:pt x="752370" y="4759122"/>
                  </a:lnTo>
                  <a:lnTo>
                    <a:pt x="752464" y="4759122"/>
                  </a:lnTo>
                  <a:lnTo>
                    <a:pt x="752558" y="4759122"/>
                  </a:lnTo>
                  <a:lnTo>
                    <a:pt x="752652" y="4759122"/>
                  </a:lnTo>
                  <a:lnTo>
                    <a:pt x="752746" y="4759122"/>
                  </a:lnTo>
                  <a:lnTo>
                    <a:pt x="752840" y="4759122"/>
                  </a:lnTo>
                  <a:lnTo>
                    <a:pt x="752935" y="4759122"/>
                  </a:lnTo>
                  <a:lnTo>
                    <a:pt x="753029" y="4759122"/>
                  </a:lnTo>
                  <a:lnTo>
                    <a:pt x="753123" y="4759122"/>
                  </a:lnTo>
                  <a:lnTo>
                    <a:pt x="753217" y="4759122"/>
                  </a:lnTo>
                  <a:lnTo>
                    <a:pt x="753311" y="4759122"/>
                  </a:lnTo>
                  <a:lnTo>
                    <a:pt x="753405" y="4759122"/>
                  </a:lnTo>
                  <a:lnTo>
                    <a:pt x="753499" y="4759122"/>
                  </a:lnTo>
                  <a:lnTo>
                    <a:pt x="753594" y="4759122"/>
                  </a:lnTo>
                  <a:lnTo>
                    <a:pt x="753688" y="4759122"/>
                  </a:lnTo>
                  <a:lnTo>
                    <a:pt x="753782" y="4759122"/>
                  </a:lnTo>
                  <a:lnTo>
                    <a:pt x="753876" y="4759122"/>
                  </a:lnTo>
                  <a:lnTo>
                    <a:pt x="753970" y="4759122"/>
                  </a:lnTo>
                  <a:lnTo>
                    <a:pt x="754064" y="4759122"/>
                  </a:lnTo>
                  <a:lnTo>
                    <a:pt x="754159" y="4759122"/>
                  </a:lnTo>
                  <a:lnTo>
                    <a:pt x="754253" y="4759122"/>
                  </a:lnTo>
                  <a:lnTo>
                    <a:pt x="754347" y="4759122"/>
                  </a:lnTo>
                  <a:lnTo>
                    <a:pt x="754441" y="4759122"/>
                  </a:lnTo>
                  <a:lnTo>
                    <a:pt x="754535" y="4759122"/>
                  </a:lnTo>
                  <a:lnTo>
                    <a:pt x="754629" y="4759122"/>
                  </a:lnTo>
                  <a:lnTo>
                    <a:pt x="754723" y="4759122"/>
                  </a:lnTo>
                  <a:lnTo>
                    <a:pt x="754818" y="4759122"/>
                  </a:lnTo>
                  <a:lnTo>
                    <a:pt x="754818" y="4754210"/>
                  </a:lnTo>
                  <a:lnTo>
                    <a:pt x="754912" y="4754210"/>
                  </a:lnTo>
                  <a:lnTo>
                    <a:pt x="755006" y="4754210"/>
                  </a:lnTo>
                  <a:lnTo>
                    <a:pt x="755100" y="4754210"/>
                  </a:lnTo>
                  <a:lnTo>
                    <a:pt x="755194" y="4754210"/>
                  </a:lnTo>
                  <a:lnTo>
                    <a:pt x="755288" y="4754210"/>
                  </a:lnTo>
                  <a:lnTo>
                    <a:pt x="755383" y="4754210"/>
                  </a:lnTo>
                  <a:lnTo>
                    <a:pt x="755477" y="4754210"/>
                  </a:lnTo>
                  <a:lnTo>
                    <a:pt x="755571" y="4754210"/>
                  </a:lnTo>
                  <a:lnTo>
                    <a:pt x="755665" y="4754210"/>
                  </a:lnTo>
                  <a:lnTo>
                    <a:pt x="755759" y="4754210"/>
                  </a:lnTo>
                  <a:lnTo>
                    <a:pt x="755853" y="4754210"/>
                  </a:lnTo>
                  <a:lnTo>
                    <a:pt x="755947" y="4754210"/>
                  </a:lnTo>
                  <a:lnTo>
                    <a:pt x="756042" y="4754210"/>
                  </a:lnTo>
                  <a:lnTo>
                    <a:pt x="756136" y="4754210"/>
                  </a:lnTo>
                  <a:lnTo>
                    <a:pt x="756230" y="4754210"/>
                  </a:lnTo>
                  <a:lnTo>
                    <a:pt x="756324" y="4754210"/>
                  </a:lnTo>
                  <a:lnTo>
                    <a:pt x="756418" y="4754210"/>
                  </a:lnTo>
                  <a:lnTo>
                    <a:pt x="756512" y="4754210"/>
                  </a:lnTo>
                  <a:lnTo>
                    <a:pt x="756606" y="4754210"/>
                  </a:lnTo>
                  <a:lnTo>
                    <a:pt x="756701" y="4754210"/>
                  </a:lnTo>
                  <a:lnTo>
                    <a:pt x="756795" y="4754210"/>
                  </a:lnTo>
                  <a:lnTo>
                    <a:pt x="756889" y="4754210"/>
                  </a:lnTo>
                  <a:lnTo>
                    <a:pt x="756983" y="4754210"/>
                  </a:lnTo>
                  <a:lnTo>
                    <a:pt x="757077" y="4754210"/>
                  </a:lnTo>
                  <a:lnTo>
                    <a:pt x="757171" y="4754210"/>
                  </a:lnTo>
                  <a:lnTo>
                    <a:pt x="757266" y="4754210"/>
                  </a:lnTo>
                  <a:lnTo>
                    <a:pt x="757360" y="4754210"/>
                  </a:lnTo>
                  <a:lnTo>
                    <a:pt x="757454" y="4754210"/>
                  </a:lnTo>
                  <a:lnTo>
                    <a:pt x="757548" y="4754210"/>
                  </a:lnTo>
                  <a:lnTo>
                    <a:pt x="757642" y="4754210"/>
                  </a:lnTo>
                  <a:lnTo>
                    <a:pt x="757736" y="4754210"/>
                  </a:lnTo>
                  <a:lnTo>
                    <a:pt x="757830" y="4754210"/>
                  </a:lnTo>
                  <a:lnTo>
                    <a:pt x="757925" y="4754210"/>
                  </a:lnTo>
                  <a:lnTo>
                    <a:pt x="757925" y="4749299"/>
                  </a:lnTo>
                  <a:lnTo>
                    <a:pt x="758019" y="4749299"/>
                  </a:lnTo>
                  <a:lnTo>
                    <a:pt x="758113" y="4749299"/>
                  </a:lnTo>
                  <a:lnTo>
                    <a:pt x="758207" y="4749299"/>
                  </a:lnTo>
                  <a:lnTo>
                    <a:pt x="758301" y="4749299"/>
                  </a:lnTo>
                  <a:lnTo>
                    <a:pt x="758395" y="4749299"/>
                  </a:lnTo>
                  <a:lnTo>
                    <a:pt x="758490" y="4749299"/>
                  </a:lnTo>
                  <a:lnTo>
                    <a:pt x="758584" y="4749299"/>
                  </a:lnTo>
                  <a:lnTo>
                    <a:pt x="758678" y="4749299"/>
                  </a:lnTo>
                  <a:lnTo>
                    <a:pt x="758772" y="4749299"/>
                  </a:lnTo>
                  <a:lnTo>
                    <a:pt x="758866" y="4749299"/>
                  </a:lnTo>
                  <a:lnTo>
                    <a:pt x="758960" y="4749299"/>
                  </a:lnTo>
                  <a:lnTo>
                    <a:pt x="758960" y="4744388"/>
                  </a:lnTo>
                  <a:lnTo>
                    <a:pt x="759054" y="4744388"/>
                  </a:lnTo>
                  <a:lnTo>
                    <a:pt x="759054" y="4739476"/>
                  </a:lnTo>
                  <a:lnTo>
                    <a:pt x="759149" y="4739476"/>
                  </a:lnTo>
                  <a:lnTo>
                    <a:pt x="759243" y="4739476"/>
                  </a:lnTo>
                  <a:lnTo>
                    <a:pt x="759337" y="4739476"/>
                  </a:lnTo>
                  <a:lnTo>
                    <a:pt x="759431" y="4739476"/>
                  </a:lnTo>
                  <a:lnTo>
                    <a:pt x="759525" y="4739476"/>
                  </a:lnTo>
                  <a:lnTo>
                    <a:pt x="759619" y="4739476"/>
                  </a:lnTo>
                  <a:lnTo>
                    <a:pt x="759714" y="4739476"/>
                  </a:lnTo>
                  <a:lnTo>
                    <a:pt x="759808" y="4739476"/>
                  </a:lnTo>
                  <a:lnTo>
                    <a:pt x="759902" y="4739476"/>
                  </a:lnTo>
                  <a:lnTo>
                    <a:pt x="759996" y="4739476"/>
                  </a:lnTo>
                  <a:lnTo>
                    <a:pt x="760090" y="4739476"/>
                  </a:lnTo>
                  <a:lnTo>
                    <a:pt x="760184" y="4739476"/>
                  </a:lnTo>
                  <a:lnTo>
                    <a:pt x="760278" y="4739476"/>
                  </a:lnTo>
                  <a:lnTo>
                    <a:pt x="760373" y="4739476"/>
                  </a:lnTo>
                  <a:lnTo>
                    <a:pt x="760467" y="4739476"/>
                  </a:lnTo>
                  <a:lnTo>
                    <a:pt x="760561" y="4739476"/>
                  </a:lnTo>
                  <a:lnTo>
                    <a:pt x="760655" y="4739476"/>
                  </a:lnTo>
                  <a:lnTo>
                    <a:pt x="760749" y="4739476"/>
                  </a:lnTo>
                  <a:lnTo>
                    <a:pt x="760843" y="4739476"/>
                  </a:lnTo>
                  <a:lnTo>
                    <a:pt x="760937" y="4739476"/>
                  </a:lnTo>
                  <a:lnTo>
                    <a:pt x="761032" y="4739476"/>
                  </a:lnTo>
                  <a:lnTo>
                    <a:pt x="761126" y="4739476"/>
                  </a:lnTo>
                  <a:lnTo>
                    <a:pt x="761220" y="4739476"/>
                  </a:lnTo>
                  <a:lnTo>
                    <a:pt x="761314" y="4739476"/>
                  </a:lnTo>
                  <a:lnTo>
                    <a:pt x="761408" y="4739476"/>
                  </a:lnTo>
                  <a:lnTo>
                    <a:pt x="761502" y="4739476"/>
                  </a:lnTo>
                  <a:lnTo>
                    <a:pt x="761597" y="4739476"/>
                  </a:lnTo>
                  <a:lnTo>
                    <a:pt x="761691" y="4739476"/>
                  </a:lnTo>
                  <a:lnTo>
                    <a:pt x="761785" y="4739476"/>
                  </a:lnTo>
                  <a:lnTo>
                    <a:pt x="761879" y="4739476"/>
                  </a:lnTo>
                  <a:lnTo>
                    <a:pt x="761973" y="4739476"/>
                  </a:lnTo>
                  <a:lnTo>
                    <a:pt x="762067" y="4739476"/>
                  </a:lnTo>
                  <a:lnTo>
                    <a:pt x="762161" y="4739476"/>
                  </a:lnTo>
                  <a:lnTo>
                    <a:pt x="762256" y="4739476"/>
                  </a:lnTo>
                  <a:lnTo>
                    <a:pt x="762350" y="4739476"/>
                  </a:lnTo>
                  <a:lnTo>
                    <a:pt x="762444" y="4739476"/>
                  </a:lnTo>
                  <a:lnTo>
                    <a:pt x="762538" y="4739476"/>
                  </a:lnTo>
                  <a:lnTo>
                    <a:pt x="762632" y="4739476"/>
                  </a:lnTo>
                  <a:lnTo>
                    <a:pt x="762726" y="4739476"/>
                  </a:lnTo>
                  <a:lnTo>
                    <a:pt x="762821" y="4739476"/>
                  </a:lnTo>
                  <a:lnTo>
                    <a:pt x="762915" y="4739476"/>
                  </a:lnTo>
                  <a:lnTo>
                    <a:pt x="763009" y="4739476"/>
                  </a:lnTo>
                  <a:lnTo>
                    <a:pt x="763103" y="4739476"/>
                  </a:lnTo>
                  <a:lnTo>
                    <a:pt x="763197" y="4739476"/>
                  </a:lnTo>
                  <a:lnTo>
                    <a:pt x="763291" y="4739476"/>
                  </a:lnTo>
                  <a:lnTo>
                    <a:pt x="763385" y="4739476"/>
                  </a:lnTo>
                  <a:lnTo>
                    <a:pt x="763480" y="4739476"/>
                  </a:lnTo>
                  <a:lnTo>
                    <a:pt x="763574" y="4739476"/>
                  </a:lnTo>
                  <a:lnTo>
                    <a:pt x="763668" y="4739476"/>
                  </a:lnTo>
                  <a:lnTo>
                    <a:pt x="763762" y="4739476"/>
                  </a:lnTo>
                  <a:lnTo>
                    <a:pt x="763856" y="4739476"/>
                  </a:lnTo>
                  <a:lnTo>
                    <a:pt x="763950" y="4739476"/>
                  </a:lnTo>
                  <a:lnTo>
                    <a:pt x="764045" y="4739476"/>
                  </a:lnTo>
                  <a:lnTo>
                    <a:pt x="764139" y="4739476"/>
                  </a:lnTo>
                  <a:lnTo>
                    <a:pt x="764233" y="4739476"/>
                  </a:lnTo>
                  <a:lnTo>
                    <a:pt x="764327" y="4739476"/>
                  </a:lnTo>
                  <a:lnTo>
                    <a:pt x="764421" y="4739476"/>
                  </a:lnTo>
                  <a:lnTo>
                    <a:pt x="764515" y="4739476"/>
                  </a:lnTo>
                  <a:lnTo>
                    <a:pt x="764609" y="4739476"/>
                  </a:lnTo>
                  <a:lnTo>
                    <a:pt x="764704" y="4739476"/>
                  </a:lnTo>
                  <a:lnTo>
                    <a:pt x="764798" y="4739476"/>
                  </a:lnTo>
                  <a:lnTo>
                    <a:pt x="764798" y="4734565"/>
                  </a:lnTo>
                  <a:lnTo>
                    <a:pt x="764892" y="4734565"/>
                  </a:lnTo>
                  <a:lnTo>
                    <a:pt x="764986" y="4734565"/>
                  </a:lnTo>
                  <a:lnTo>
                    <a:pt x="765080" y="4734565"/>
                  </a:lnTo>
                  <a:lnTo>
                    <a:pt x="765174" y="4734565"/>
                  </a:lnTo>
                  <a:lnTo>
                    <a:pt x="765268" y="4734565"/>
                  </a:lnTo>
                  <a:lnTo>
                    <a:pt x="765363" y="4734565"/>
                  </a:lnTo>
                  <a:lnTo>
                    <a:pt x="765457" y="4734565"/>
                  </a:lnTo>
                  <a:lnTo>
                    <a:pt x="765551" y="4734565"/>
                  </a:lnTo>
                  <a:lnTo>
                    <a:pt x="765645" y="4734565"/>
                  </a:lnTo>
                  <a:lnTo>
                    <a:pt x="765739" y="4734565"/>
                  </a:lnTo>
                  <a:lnTo>
                    <a:pt x="765833" y="4734565"/>
                  </a:lnTo>
                  <a:lnTo>
                    <a:pt x="765928" y="4734565"/>
                  </a:lnTo>
                  <a:lnTo>
                    <a:pt x="766022" y="4734565"/>
                  </a:lnTo>
                  <a:lnTo>
                    <a:pt x="766116" y="4734565"/>
                  </a:lnTo>
                  <a:lnTo>
                    <a:pt x="766210" y="4734565"/>
                  </a:lnTo>
                  <a:lnTo>
                    <a:pt x="766304" y="4734565"/>
                  </a:lnTo>
                  <a:lnTo>
                    <a:pt x="766398" y="4734565"/>
                  </a:lnTo>
                  <a:lnTo>
                    <a:pt x="766492" y="4734565"/>
                  </a:lnTo>
                  <a:lnTo>
                    <a:pt x="766587" y="4734565"/>
                  </a:lnTo>
                  <a:lnTo>
                    <a:pt x="766681" y="4734565"/>
                  </a:lnTo>
                  <a:lnTo>
                    <a:pt x="766775" y="4734565"/>
                  </a:lnTo>
                  <a:lnTo>
                    <a:pt x="766775" y="4729654"/>
                  </a:lnTo>
                  <a:lnTo>
                    <a:pt x="766869" y="4729654"/>
                  </a:lnTo>
                  <a:lnTo>
                    <a:pt x="766963" y="4729654"/>
                  </a:lnTo>
                  <a:lnTo>
                    <a:pt x="767057" y="4729654"/>
                  </a:lnTo>
                  <a:lnTo>
                    <a:pt x="767152" y="4729654"/>
                  </a:lnTo>
                  <a:lnTo>
                    <a:pt x="767246" y="4729654"/>
                  </a:lnTo>
                  <a:lnTo>
                    <a:pt x="767340" y="4729654"/>
                  </a:lnTo>
                  <a:lnTo>
                    <a:pt x="767434" y="4729654"/>
                  </a:lnTo>
                  <a:lnTo>
                    <a:pt x="767528" y="4729654"/>
                  </a:lnTo>
                  <a:lnTo>
                    <a:pt x="767622" y="4729654"/>
                  </a:lnTo>
                  <a:lnTo>
                    <a:pt x="767716" y="4729654"/>
                  </a:lnTo>
                  <a:lnTo>
                    <a:pt x="767811" y="4729654"/>
                  </a:lnTo>
                  <a:lnTo>
                    <a:pt x="767905" y="4729654"/>
                  </a:lnTo>
                  <a:lnTo>
                    <a:pt x="767999" y="4729654"/>
                  </a:lnTo>
                  <a:lnTo>
                    <a:pt x="768093" y="4729654"/>
                  </a:lnTo>
                  <a:lnTo>
                    <a:pt x="768187" y="4729654"/>
                  </a:lnTo>
                  <a:lnTo>
                    <a:pt x="768281" y="4729654"/>
                  </a:lnTo>
                  <a:lnTo>
                    <a:pt x="768376" y="4729654"/>
                  </a:lnTo>
                  <a:lnTo>
                    <a:pt x="768470" y="4729654"/>
                  </a:lnTo>
                  <a:lnTo>
                    <a:pt x="768564" y="4729654"/>
                  </a:lnTo>
                  <a:lnTo>
                    <a:pt x="768658" y="4729654"/>
                  </a:lnTo>
                  <a:lnTo>
                    <a:pt x="768752" y="4729654"/>
                  </a:lnTo>
                  <a:lnTo>
                    <a:pt x="768846" y="4729654"/>
                  </a:lnTo>
                  <a:lnTo>
                    <a:pt x="768940" y="4729654"/>
                  </a:lnTo>
                  <a:lnTo>
                    <a:pt x="769035" y="4729654"/>
                  </a:lnTo>
                  <a:lnTo>
                    <a:pt x="769129" y="4729654"/>
                  </a:lnTo>
                  <a:lnTo>
                    <a:pt x="769223" y="4729654"/>
                  </a:lnTo>
                  <a:lnTo>
                    <a:pt x="769317" y="4729654"/>
                  </a:lnTo>
                  <a:lnTo>
                    <a:pt x="769317" y="4724742"/>
                  </a:lnTo>
                  <a:lnTo>
                    <a:pt x="769411" y="4724742"/>
                  </a:lnTo>
                  <a:lnTo>
                    <a:pt x="769505" y="4724742"/>
                  </a:lnTo>
                  <a:lnTo>
                    <a:pt x="769599" y="4724742"/>
                  </a:lnTo>
                  <a:lnTo>
                    <a:pt x="769694" y="4724742"/>
                  </a:lnTo>
                  <a:lnTo>
                    <a:pt x="769788" y="4724742"/>
                  </a:lnTo>
                  <a:lnTo>
                    <a:pt x="769882" y="4724742"/>
                  </a:lnTo>
                  <a:lnTo>
                    <a:pt x="769976" y="4724742"/>
                  </a:lnTo>
                  <a:lnTo>
                    <a:pt x="770070" y="4724742"/>
                  </a:lnTo>
                  <a:lnTo>
                    <a:pt x="770164" y="4724742"/>
                  </a:lnTo>
                  <a:lnTo>
                    <a:pt x="770259" y="4724742"/>
                  </a:lnTo>
                  <a:lnTo>
                    <a:pt x="770353" y="4724742"/>
                  </a:lnTo>
                  <a:lnTo>
                    <a:pt x="770447" y="4724742"/>
                  </a:lnTo>
                  <a:lnTo>
                    <a:pt x="770541" y="4724742"/>
                  </a:lnTo>
                  <a:lnTo>
                    <a:pt x="770635" y="4724742"/>
                  </a:lnTo>
                  <a:lnTo>
                    <a:pt x="770729" y="4724742"/>
                  </a:lnTo>
                  <a:lnTo>
                    <a:pt x="770823" y="4724742"/>
                  </a:lnTo>
                  <a:lnTo>
                    <a:pt x="770918" y="4724742"/>
                  </a:lnTo>
                  <a:lnTo>
                    <a:pt x="771012" y="4724742"/>
                  </a:lnTo>
                  <a:lnTo>
                    <a:pt x="771106" y="4724742"/>
                  </a:lnTo>
                  <a:lnTo>
                    <a:pt x="771200" y="4724742"/>
                  </a:lnTo>
                  <a:lnTo>
                    <a:pt x="771294" y="4724742"/>
                  </a:lnTo>
                  <a:lnTo>
                    <a:pt x="771388" y="4724742"/>
                  </a:lnTo>
                  <a:lnTo>
                    <a:pt x="771483" y="4724742"/>
                  </a:lnTo>
                  <a:lnTo>
                    <a:pt x="771577" y="4724742"/>
                  </a:lnTo>
                  <a:lnTo>
                    <a:pt x="771671" y="4724742"/>
                  </a:lnTo>
                  <a:lnTo>
                    <a:pt x="771765" y="4724742"/>
                  </a:lnTo>
                  <a:lnTo>
                    <a:pt x="771859" y="4724742"/>
                  </a:lnTo>
                  <a:lnTo>
                    <a:pt x="771953" y="4724742"/>
                  </a:lnTo>
                  <a:lnTo>
                    <a:pt x="772047" y="4724742"/>
                  </a:lnTo>
                  <a:lnTo>
                    <a:pt x="772142" y="4724742"/>
                  </a:lnTo>
                  <a:lnTo>
                    <a:pt x="772236" y="4724742"/>
                  </a:lnTo>
                  <a:lnTo>
                    <a:pt x="772330" y="4724742"/>
                  </a:lnTo>
                  <a:lnTo>
                    <a:pt x="772424" y="4724742"/>
                  </a:lnTo>
                  <a:lnTo>
                    <a:pt x="772518" y="4724742"/>
                  </a:lnTo>
                  <a:lnTo>
                    <a:pt x="772612" y="4724742"/>
                  </a:lnTo>
                  <a:lnTo>
                    <a:pt x="772707" y="4724742"/>
                  </a:lnTo>
                  <a:lnTo>
                    <a:pt x="772707" y="4719831"/>
                  </a:lnTo>
                  <a:lnTo>
                    <a:pt x="772801" y="4719831"/>
                  </a:lnTo>
                  <a:lnTo>
                    <a:pt x="772895" y="4719831"/>
                  </a:lnTo>
                  <a:lnTo>
                    <a:pt x="772989" y="4719831"/>
                  </a:lnTo>
                  <a:lnTo>
                    <a:pt x="772989" y="4714919"/>
                  </a:lnTo>
                  <a:lnTo>
                    <a:pt x="773083" y="4714919"/>
                  </a:lnTo>
                  <a:lnTo>
                    <a:pt x="773177" y="4714919"/>
                  </a:lnTo>
                  <a:lnTo>
                    <a:pt x="773271" y="4714919"/>
                  </a:lnTo>
                  <a:lnTo>
                    <a:pt x="773366" y="4714919"/>
                  </a:lnTo>
                  <a:lnTo>
                    <a:pt x="773460" y="4714919"/>
                  </a:lnTo>
                  <a:lnTo>
                    <a:pt x="773554" y="4714919"/>
                  </a:lnTo>
                  <a:lnTo>
                    <a:pt x="773648" y="4714919"/>
                  </a:lnTo>
                  <a:lnTo>
                    <a:pt x="773742" y="4714919"/>
                  </a:lnTo>
                  <a:lnTo>
                    <a:pt x="773836" y="4714919"/>
                  </a:lnTo>
                  <a:lnTo>
                    <a:pt x="773930" y="4714919"/>
                  </a:lnTo>
                  <a:lnTo>
                    <a:pt x="774025" y="4714919"/>
                  </a:lnTo>
                  <a:lnTo>
                    <a:pt x="774119" y="4714919"/>
                  </a:lnTo>
                  <a:lnTo>
                    <a:pt x="774213" y="4714919"/>
                  </a:lnTo>
                  <a:lnTo>
                    <a:pt x="774307" y="4714919"/>
                  </a:lnTo>
                  <a:lnTo>
                    <a:pt x="774401" y="4714919"/>
                  </a:lnTo>
                  <a:lnTo>
                    <a:pt x="774495" y="4714919"/>
                  </a:lnTo>
                  <a:lnTo>
                    <a:pt x="774590" y="4714919"/>
                  </a:lnTo>
                  <a:lnTo>
                    <a:pt x="774684" y="4714919"/>
                  </a:lnTo>
                  <a:lnTo>
                    <a:pt x="774778" y="4714919"/>
                  </a:lnTo>
                  <a:lnTo>
                    <a:pt x="774872" y="4714919"/>
                  </a:lnTo>
                  <a:lnTo>
                    <a:pt x="774966" y="4714919"/>
                  </a:lnTo>
                  <a:lnTo>
                    <a:pt x="775060" y="4714919"/>
                  </a:lnTo>
                  <a:lnTo>
                    <a:pt x="775154" y="4714919"/>
                  </a:lnTo>
                  <a:lnTo>
                    <a:pt x="775249" y="4714919"/>
                  </a:lnTo>
                  <a:lnTo>
                    <a:pt x="775343" y="4714919"/>
                  </a:lnTo>
                  <a:lnTo>
                    <a:pt x="775437" y="4714919"/>
                  </a:lnTo>
                  <a:lnTo>
                    <a:pt x="775531" y="4714919"/>
                  </a:lnTo>
                  <a:lnTo>
                    <a:pt x="775625" y="4714919"/>
                  </a:lnTo>
                  <a:lnTo>
                    <a:pt x="775719" y="4714919"/>
                  </a:lnTo>
                  <a:lnTo>
                    <a:pt x="775814" y="4714919"/>
                  </a:lnTo>
                  <a:lnTo>
                    <a:pt x="775908" y="4714919"/>
                  </a:lnTo>
                  <a:lnTo>
                    <a:pt x="776002" y="4714919"/>
                  </a:lnTo>
                  <a:lnTo>
                    <a:pt x="776096" y="4714919"/>
                  </a:lnTo>
                  <a:lnTo>
                    <a:pt x="776190" y="4714919"/>
                  </a:lnTo>
                  <a:lnTo>
                    <a:pt x="776284" y="4714919"/>
                  </a:lnTo>
                  <a:lnTo>
                    <a:pt x="776378" y="4714919"/>
                  </a:lnTo>
                  <a:lnTo>
                    <a:pt x="776473" y="4714919"/>
                  </a:lnTo>
                  <a:lnTo>
                    <a:pt x="776567" y="4714919"/>
                  </a:lnTo>
                  <a:lnTo>
                    <a:pt x="776661" y="4714919"/>
                  </a:lnTo>
                  <a:lnTo>
                    <a:pt x="776661" y="4710008"/>
                  </a:lnTo>
                  <a:lnTo>
                    <a:pt x="776755" y="4710008"/>
                  </a:lnTo>
                  <a:lnTo>
                    <a:pt x="776849" y="4710008"/>
                  </a:lnTo>
                  <a:lnTo>
                    <a:pt x="776943" y="4710008"/>
                  </a:lnTo>
                  <a:lnTo>
                    <a:pt x="777038" y="4710008"/>
                  </a:lnTo>
                  <a:lnTo>
                    <a:pt x="777132" y="4710008"/>
                  </a:lnTo>
                  <a:lnTo>
                    <a:pt x="777226" y="4710008"/>
                  </a:lnTo>
                  <a:lnTo>
                    <a:pt x="777320" y="4710008"/>
                  </a:lnTo>
                  <a:lnTo>
                    <a:pt x="777414" y="4710008"/>
                  </a:lnTo>
                  <a:lnTo>
                    <a:pt x="777508" y="4710008"/>
                  </a:lnTo>
                  <a:lnTo>
                    <a:pt x="777602" y="4710008"/>
                  </a:lnTo>
                  <a:lnTo>
                    <a:pt x="777697" y="4710008"/>
                  </a:lnTo>
                  <a:lnTo>
                    <a:pt x="777791" y="4710008"/>
                  </a:lnTo>
                  <a:lnTo>
                    <a:pt x="777885" y="4710008"/>
                  </a:lnTo>
                  <a:lnTo>
                    <a:pt x="777979" y="4710008"/>
                  </a:lnTo>
                  <a:lnTo>
                    <a:pt x="778073" y="4710008"/>
                  </a:lnTo>
                  <a:lnTo>
                    <a:pt x="778167" y="4710008"/>
                  </a:lnTo>
                  <a:lnTo>
                    <a:pt x="778261" y="4710008"/>
                  </a:lnTo>
                  <a:lnTo>
                    <a:pt x="778356" y="4710008"/>
                  </a:lnTo>
                  <a:lnTo>
                    <a:pt x="778356" y="4705097"/>
                  </a:lnTo>
                  <a:lnTo>
                    <a:pt x="778450" y="4705097"/>
                  </a:lnTo>
                  <a:lnTo>
                    <a:pt x="778544" y="4705097"/>
                  </a:lnTo>
                  <a:lnTo>
                    <a:pt x="778638" y="4705097"/>
                  </a:lnTo>
                  <a:lnTo>
                    <a:pt x="778732" y="4705097"/>
                  </a:lnTo>
                  <a:lnTo>
                    <a:pt x="778826" y="4705097"/>
                  </a:lnTo>
                  <a:lnTo>
                    <a:pt x="778921" y="4705097"/>
                  </a:lnTo>
                  <a:lnTo>
                    <a:pt x="779015" y="4705097"/>
                  </a:lnTo>
                  <a:lnTo>
                    <a:pt x="779109" y="4705097"/>
                  </a:lnTo>
                  <a:lnTo>
                    <a:pt x="779203" y="4705097"/>
                  </a:lnTo>
                  <a:lnTo>
                    <a:pt x="779297" y="4705097"/>
                  </a:lnTo>
                  <a:lnTo>
                    <a:pt x="779391" y="4705097"/>
                  </a:lnTo>
                  <a:lnTo>
                    <a:pt x="779485" y="4705097"/>
                  </a:lnTo>
                  <a:lnTo>
                    <a:pt x="779580" y="4705097"/>
                  </a:lnTo>
                  <a:lnTo>
                    <a:pt x="779674" y="4705097"/>
                  </a:lnTo>
                  <a:lnTo>
                    <a:pt x="779768" y="4705097"/>
                  </a:lnTo>
                  <a:lnTo>
                    <a:pt x="779862" y="4705097"/>
                  </a:lnTo>
                  <a:lnTo>
                    <a:pt x="779956" y="4705097"/>
                  </a:lnTo>
                  <a:lnTo>
                    <a:pt x="780050" y="4705097"/>
                  </a:lnTo>
                  <a:lnTo>
                    <a:pt x="780145" y="4705097"/>
                  </a:lnTo>
                  <a:lnTo>
                    <a:pt x="780239" y="4705097"/>
                  </a:lnTo>
                  <a:lnTo>
                    <a:pt x="780333" y="4705097"/>
                  </a:lnTo>
                  <a:lnTo>
                    <a:pt x="780427" y="4705097"/>
                  </a:lnTo>
                  <a:lnTo>
                    <a:pt x="780521" y="4705097"/>
                  </a:lnTo>
                  <a:lnTo>
                    <a:pt x="780615" y="4705097"/>
                  </a:lnTo>
                  <a:lnTo>
                    <a:pt x="780709" y="4705097"/>
                  </a:lnTo>
                  <a:lnTo>
                    <a:pt x="780804" y="4705097"/>
                  </a:lnTo>
                  <a:lnTo>
                    <a:pt x="780898" y="4705097"/>
                  </a:lnTo>
                  <a:lnTo>
                    <a:pt x="780992" y="4705097"/>
                  </a:lnTo>
                  <a:lnTo>
                    <a:pt x="781086" y="4705097"/>
                  </a:lnTo>
                  <a:lnTo>
                    <a:pt x="781180" y="4705097"/>
                  </a:lnTo>
                  <a:lnTo>
                    <a:pt x="781274" y="4705097"/>
                  </a:lnTo>
                  <a:lnTo>
                    <a:pt x="781369" y="4705097"/>
                  </a:lnTo>
                  <a:lnTo>
                    <a:pt x="781463" y="4705097"/>
                  </a:lnTo>
                  <a:lnTo>
                    <a:pt x="781557" y="4705097"/>
                  </a:lnTo>
                  <a:lnTo>
                    <a:pt x="781651" y="4705097"/>
                  </a:lnTo>
                  <a:lnTo>
                    <a:pt x="781745" y="4705097"/>
                  </a:lnTo>
                  <a:lnTo>
                    <a:pt x="781839" y="4705097"/>
                  </a:lnTo>
                  <a:lnTo>
                    <a:pt x="781933" y="4705097"/>
                  </a:lnTo>
                  <a:lnTo>
                    <a:pt x="782028" y="4705097"/>
                  </a:lnTo>
                  <a:lnTo>
                    <a:pt x="782122" y="4705097"/>
                  </a:lnTo>
                  <a:lnTo>
                    <a:pt x="782122" y="4700185"/>
                  </a:lnTo>
                  <a:lnTo>
                    <a:pt x="782216" y="4700185"/>
                  </a:lnTo>
                  <a:lnTo>
                    <a:pt x="782310" y="4700185"/>
                  </a:lnTo>
                  <a:lnTo>
                    <a:pt x="782404" y="4700185"/>
                  </a:lnTo>
                  <a:lnTo>
                    <a:pt x="782498" y="4700185"/>
                  </a:lnTo>
                  <a:lnTo>
                    <a:pt x="782592" y="4700185"/>
                  </a:lnTo>
                  <a:lnTo>
                    <a:pt x="782687" y="4700185"/>
                  </a:lnTo>
                  <a:lnTo>
                    <a:pt x="782781" y="4700185"/>
                  </a:lnTo>
                  <a:lnTo>
                    <a:pt x="782781" y="4695274"/>
                  </a:lnTo>
                  <a:lnTo>
                    <a:pt x="782875" y="4695274"/>
                  </a:lnTo>
                  <a:lnTo>
                    <a:pt x="782969" y="4695274"/>
                  </a:lnTo>
                  <a:lnTo>
                    <a:pt x="783063" y="4695274"/>
                  </a:lnTo>
                  <a:lnTo>
                    <a:pt x="783157" y="4695274"/>
                  </a:lnTo>
                  <a:lnTo>
                    <a:pt x="783252" y="4695274"/>
                  </a:lnTo>
                  <a:lnTo>
                    <a:pt x="783346" y="4695274"/>
                  </a:lnTo>
                  <a:lnTo>
                    <a:pt x="783440" y="4695274"/>
                  </a:lnTo>
                  <a:lnTo>
                    <a:pt x="783534" y="4695274"/>
                  </a:lnTo>
                  <a:lnTo>
                    <a:pt x="783628" y="4695274"/>
                  </a:lnTo>
                  <a:lnTo>
                    <a:pt x="783722" y="4695274"/>
                  </a:lnTo>
                  <a:lnTo>
                    <a:pt x="783816" y="4695274"/>
                  </a:lnTo>
                  <a:lnTo>
                    <a:pt x="783911" y="4695274"/>
                  </a:lnTo>
                  <a:lnTo>
                    <a:pt x="784005" y="4695274"/>
                  </a:lnTo>
                  <a:lnTo>
                    <a:pt x="784099" y="4695274"/>
                  </a:lnTo>
                  <a:lnTo>
                    <a:pt x="784193" y="4695274"/>
                  </a:lnTo>
                  <a:lnTo>
                    <a:pt x="784287" y="4695274"/>
                  </a:lnTo>
                  <a:lnTo>
                    <a:pt x="784381" y="4695274"/>
                  </a:lnTo>
                  <a:lnTo>
                    <a:pt x="784476" y="4695274"/>
                  </a:lnTo>
                  <a:lnTo>
                    <a:pt x="784570" y="4695274"/>
                  </a:lnTo>
                  <a:lnTo>
                    <a:pt x="784664" y="4695274"/>
                  </a:lnTo>
                  <a:lnTo>
                    <a:pt x="784758" y="4695274"/>
                  </a:lnTo>
                  <a:lnTo>
                    <a:pt x="784852" y="4695274"/>
                  </a:lnTo>
                  <a:lnTo>
                    <a:pt x="784946" y="4695274"/>
                  </a:lnTo>
                  <a:lnTo>
                    <a:pt x="785040" y="4695274"/>
                  </a:lnTo>
                  <a:lnTo>
                    <a:pt x="785135" y="4695274"/>
                  </a:lnTo>
                  <a:lnTo>
                    <a:pt x="785229" y="4695274"/>
                  </a:lnTo>
                  <a:lnTo>
                    <a:pt x="785323" y="4695274"/>
                  </a:lnTo>
                  <a:lnTo>
                    <a:pt x="785417" y="4695274"/>
                  </a:lnTo>
                  <a:lnTo>
                    <a:pt x="785511" y="4695274"/>
                  </a:lnTo>
                  <a:lnTo>
                    <a:pt x="785605" y="4695274"/>
                  </a:lnTo>
                  <a:lnTo>
                    <a:pt x="785700" y="4695274"/>
                  </a:lnTo>
                  <a:lnTo>
                    <a:pt x="785794" y="4695274"/>
                  </a:lnTo>
                  <a:lnTo>
                    <a:pt x="785888" y="4695274"/>
                  </a:lnTo>
                  <a:lnTo>
                    <a:pt x="785982" y="4695274"/>
                  </a:lnTo>
                  <a:lnTo>
                    <a:pt x="786076" y="4695274"/>
                  </a:lnTo>
                  <a:lnTo>
                    <a:pt x="786170" y="4695274"/>
                  </a:lnTo>
                  <a:lnTo>
                    <a:pt x="786264" y="4695274"/>
                  </a:lnTo>
                  <a:lnTo>
                    <a:pt x="786359" y="4695274"/>
                  </a:lnTo>
                  <a:lnTo>
                    <a:pt x="786453" y="4695274"/>
                  </a:lnTo>
                  <a:lnTo>
                    <a:pt x="786547" y="4695274"/>
                  </a:lnTo>
                  <a:lnTo>
                    <a:pt x="786641" y="4695274"/>
                  </a:lnTo>
                  <a:lnTo>
                    <a:pt x="786735" y="4695274"/>
                  </a:lnTo>
                  <a:lnTo>
                    <a:pt x="786829" y="4695274"/>
                  </a:lnTo>
                  <a:lnTo>
                    <a:pt x="786923" y="4695274"/>
                  </a:lnTo>
                  <a:lnTo>
                    <a:pt x="787018" y="4695274"/>
                  </a:lnTo>
                  <a:lnTo>
                    <a:pt x="787112" y="4695274"/>
                  </a:lnTo>
                  <a:lnTo>
                    <a:pt x="787206" y="4695274"/>
                  </a:lnTo>
                  <a:lnTo>
                    <a:pt x="787300" y="4695274"/>
                  </a:lnTo>
                  <a:lnTo>
                    <a:pt x="787394" y="4695274"/>
                  </a:lnTo>
                  <a:lnTo>
                    <a:pt x="787488" y="4695274"/>
                  </a:lnTo>
                  <a:lnTo>
                    <a:pt x="787583" y="4695274"/>
                  </a:lnTo>
                  <a:lnTo>
                    <a:pt x="787677" y="4695274"/>
                  </a:lnTo>
                  <a:lnTo>
                    <a:pt x="787771" y="4695274"/>
                  </a:lnTo>
                  <a:lnTo>
                    <a:pt x="787865" y="4695274"/>
                  </a:lnTo>
                  <a:lnTo>
                    <a:pt x="787959" y="4695274"/>
                  </a:lnTo>
                  <a:lnTo>
                    <a:pt x="788053" y="4695274"/>
                  </a:lnTo>
                  <a:lnTo>
                    <a:pt x="788147" y="4695274"/>
                  </a:lnTo>
                  <a:lnTo>
                    <a:pt x="788242" y="4695274"/>
                  </a:lnTo>
                  <a:lnTo>
                    <a:pt x="788336" y="4695274"/>
                  </a:lnTo>
                  <a:lnTo>
                    <a:pt x="788430" y="4695274"/>
                  </a:lnTo>
                  <a:lnTo>
                    <a:pt x="788524" y="4695274"/>
                  </a:lnTo>
                  <a:lnTo>
                    <a:pt x="788524" y="4690363"/>
                  </a:lnTo>
                  <a:lnTo>
                    <a:pt x="788618" y="4690363"/>
                  </a:lnTo>
                  <a:lnTo>
                    <a:pt x="788712" y="4690363"/>
                  </a:lnTo>
                  <a:lnTo>
                    <a:pt x="788807" y="4690363"/>
                  </a:lnTo>
                  <a:lnTo>
                    <a:pt x="788901" y="4690363"/>
                  </a:lnTo>
                  <a:lnTo>
                    <a:pt x="788995" y="4690363"/>
                  </a:lnTo>
                  <a:lnTo>
                    <a:pt x="789089" y="4690363"/>
                  </a:lnTo>
                  <a:lnTo>
                    <a:pt x="789183" y="4690363"/>
                  </a:lnTo>
                  <a:lnTo>
                    <a:pt x="789277" y="4690363"/>
                  </a:lnTo>
                  <a:lnTo>
                    <a:pt x="789371" y="4690363"/>
                  </a:lnTo>
                  <a:lnTo>
                    <a:pt x="789466" y="4690363"/>
                  </a:lnTo>
                  <a:lnTo>
                    <a:pt x="789560" y="4690363"/>
                  </a:lnTo>
                  <a:lnTo>
                    <a:pt x="789654" y="4690363"/>
                  </a:lnTo>
                  <a:lnTo>
                    <a:pt x="789748" y="4690363"/>
                  </a:lnTo>
                  <a:lnTo>
                    <a:pt x="789842" y="4690363"/>
                  </a:lnTo>
                  <a:lnTo>
                    <a:pt x="789936" y="4690363"/>
                  </a:lnTo>
                  <a:lnTo>
                    <a:pt x="790031" y="4690363"/>
                  </a:lnTo>
                  <a:lnTo>
                    <a:pt x="790125" y="4690363"/>
                  </a:lnTo>
                  <a:lnTo>
                    <a:pt x="790219" y="4690363"/>
                  </a:lnTo>
                  <a:lnTo>
                    <a:pt x="790313" y="4690363"/>
                  </a:lnTo>
                  <a:lnTo>
                    <a:pt x="790407" y="4690363"/>
                  </a:lnTo>
                  <a:lnTo>
                    <a:pt x="790501" y="4690363"/>
                  </a:lnTo>
                  <a:lnTo>
                    <a:pt x="790595" y="4690363"/>
                  </a:lnTo>
                  <a:lnTo>
                    <a:pt x="790690" y="4690363"/>
                  </a:lnTo>
                  <a:lnTo>
                    <a:pt x="790784" y="4690363"/>
                  </a:lnTo>
                  <a:lnTo>
                    <a:pt x="790878" y="4690363"/>
                  </a:lnTo>
                  <a:lnTo>
                    <a:pt x="790972" y="4690363"/>
                  </a:lnTo>
                  <a:lnTo>
                    <a:pt x="791066" y="4690363"/>
                  </a:lnTo>
                  <a:lnTo>
                    <a:pt x="791160" y="4690363"/>
                  </a:lnTo>
                  <a:lnTo>
                    <a:pt x="791254" y="4690363"/>
                  </a:lnTo>
                  <a:lnTo>
                    <a:pt x="791349" y="4690363"/>
                  </a:lnTo>
                  <a:lnTo>
                    <a:pt x="791443" y="4690363"/>
                  </a:lnTo>
                  <a:lnTo>
                    <a:pt x="791537" y="4690363"/>
                  </a:lnTo>
                  <a:lnTo>
                    <a:pt x="791631" y="4690363"/>
                  </a:lnTo>
                  <a:lnTo>
                    <a:pt x="791725" y="4690363"/>
                  </a:lnTo>
                  <a:lnTo>
                    <a:pt x="791819" y="4690363"/>
                  </a:lnTo>
                  <a:lnTo>
                    <a:pt x="791914" y="4690363"/>
                  </a:lnTo>
                  <a:lnTo>
                    <a:pt x="792008" y="4690363"/>
                  </a:lnTo>
                  <a:lnTo>
                    <a:pt x="792102" y="4690363"/>
                  </a:lnTo>
                  <a:lnTo>
                    <a:pt x="792196" y="4690363"/>
                  </a:lnTo>
                  <a:lnTo>
                    <a:pt x="792290" y="4690363"/>
                  </a:lnTo>
                  <a:lnTo>
                    <a:pt x="792384" y="4690363"/>
                  </a:lnTo>
                  <a:lnTo>
                    <a:pt x="792478" y="4690363"/>
                  </a:lnTo>
                  <a:lnTo>
                    <a:pt x="792573" y="4690363"/>
                  </a:lnTo>
                  <a:lnTo>
                    <a:pt x="792667" y="4690363"/>
                  </a:lnTo>
                  <a:lnTo>
                    <a:pt x="792761" y="4690363"/>
                  </a:lnTo>
                  <a:lnTo>
                    <a:pt x="792855" y="4690363"/>
                  </a:lnTo>
                  <a:lnTo>
                    <a:pt x="792949" y="4690363"/>
                  </a:lnTo>
                  <a:lnTo>
                    <a:pt x="793043" y="4690363"/>
                  </a:lnTo>
                  <a:lnTo>
                    <a:pt x="793138" y="4690363"/>
                  </a:lnTo>
                  <a:lnTo>
                    <a:pt x="793232" y="4690363"/>
                  </a:lnTo>
                  <a:lnTo>
                    <a:pt x="793326" y="4690363"/>
                  </a:lnTo>
                  <a:lnTo>
                    <a:pt x="793420" y="4690363"/>
                  </a:lnTo>
                  <a:lnTo>
                    <a:pt x="793514" y="4690363"/>
                  </a:lnTo>
                  <a:lnTo>
                    <a:pt x="793608" y="4690363"/>
                  </a:lnTo>
                  <a:lnTo>
                    <a:pt x="793702" y="4690363"/>
                  </a:lnTo>
                  <a:lnTo>
                    <a:pt x="793797" y="4690363"/>
                  </a:lnTo>
                  <a:lnTo>
                    <a:pt x="793891" y="4690363"/>
                  </a:lnTo>
                  <a:lnTo>
                    <a:pt x="793985" y="4690363"/>
                  </a:lnTo>
                  <a:lnTo>
                    <a:pt x="794079" y="4690363"/>
                  </a:lnTo>
                  <a:lnTo>
                    <a:pt x="794173" y="4690363"/>
                  </a:lnTo>
                  <a:lnTo>
                    <a:pt x="794267" y="4690363"/>
                  </a:lnTo>
                  <a:lnTo>
                    <a:pt x="794362" y="4690363"/>
                  </a:lnTo>
                  <a:lnTo>
                    <a:pt x="794456" y="4690363"/>
                  </a:lnTo>
                  <a:lnTo>
                    <a:pt x="794456" y="4685451"/>
                  </a:lnTo>
                  <a:lnTo>
                    <a:pt x="794550" y="4685451"/>
                  </a:lnTo>
                  <a:lnTo>
                    <a:pt x="794644" y="4685451"/>
                  </a:lnTo>
                  <a:lnTo>
                    <a:pt x="794738" y="4685451"/>
                  </a:lnTo>
                  <a:lnTo>
                    <a:pt x="794832" y="4685451"/>
                  </a:lnTo>
                  <a:lnTo>
                    <a:pt x="794926" y="4685451"/>
                  </a:lnTo>
                  <a:lnTo>
                    <a:pt x="795021" y="4685451"/>
                  </a:lnTo>
                  <a:lnTo>
                    <a:pt x="795115" y="4685451"/>
                  </a:lnTo>
                  <a:lnTo>
                    <a:pt x="795209" y="4685451"/>
                  </a:lnTo>
                  <a:lnTo>
                    <a:pt x="795303" y="4685451"/>
                  </a:lnTo>
                  <a:lnTo>
                    <a:pt x="795397" y="4685451"/>
                  </a:lnTo>
                  <a:lnTo>
                    <a:pt x="795491" y="4685451"/>
                  </a:lnTo>
                  <a:lnTo>
                    <a:pt x="795585" y="4685451"/>
                  </a:lnTo>
                  <a:lnTo>
                    <a:pt x="795585" y="4680540"/>
                  </a:lnTo>
                  <a:lnTo>
                    <a:pt x="795680" y="4680540"/>
                  </a:lnTo>
                  <a:lnTo>
                    <a:pt x="795774" y="4680540"/>
                  </a:lnTo>
                  <a:lnTo>
                    <a:pt x="795868" y="4680540"/>
                  </a:lnTo>
                  <a:lnTo>
                    <a:pt x="795962" y="4680540"/>
                  </a:lnTo>
                  <a:lnTo>
                    <a:pt x="796056" y="4680540"/>
                  </a:lnTo>
                  <a:lnTo>
                    <a:pt x="796150" y="4680540"/>
                  </a:lnTo>
                  <a:lnTo>
                    <a:pt x="796245" y="4680540"/>
                  </a:lnTo>
                  <a:lnTo>
                    <a:pt x="796339" y="4680540"/>
                  </a:lnTo>
                  <a:lnTo>
                    <a:pt x="796433" y="4680540"/>
                  </a:lnTo>
                  <a:lnTo>
                    <a:pt x="796527" y="4680540"/>
                  </a:lnTo>
                  <a:lnTo>
                    <a:pt x="796621" y="4680540"/>
                  </a:lnTo>
                  <a:lnTo>
                    <a:pt x="796715" y="4680540"/>
                  </a:lnTo>
                  <a:lnTo>
                    <a:pt x="796809" y="4680540"/>
                  </a:lnTo>
                  <a:lnTo>
                    <a:pt x="796904" y="4680540"/>
                  </a:lnTo>
                  <a:lnTo>
                    <a:pt x="796998" y="4680540"/>
                  </a:lnTo>
                  <a:lnTo>
                    <a:pt x="797092" y="4680540"/>
                  </a:lnTo>
                  <a:lnTo>
                    <a:pt x="797186" y="4680540"/>
                  </a:lnTo>
                  <a:lnTo>
                    <a:pt x="797280" y="4680540"/>
                  </a:lnTo>
                  <a:lnTo>
                    <a:pt x="797374" y="4680540"/>
                  </a:lnTo>
                  <a:lnTo>
                    <a:pt x="797469" y="4680540"/>
                  </a:lnTo>
                  <a:lnTo>
                    <a:pt x="797563" y="4680540"/>
                  </a:lnTo>
                  <a:lnTo>
                    <a:pt x="797657" y="4680540"/>
                  </a:lnTo>
                  <a:lnTo>
                    <a:pt x="797751" y="4680540"/>
                  </a:lnTo>
                  <a:lnTo>
                    <a:pt x="797845" y="4680540"/>
                  </a:lnTo>
                  <a:lnTo>
                    <a:pt x="797939" y="4680540"/>
                  </a:lnTo>
                  <a:lnTo>
                    <a:pt x="798033" y="4680540"/>
                  </a:lnTo>
                  <a:lnTo>
                    <a:pt x="798128" y="4680540"/>
                  </a:lnTo>
                  <a:lnTo>
                    <a:pt x="798222" y="4680540"/>
                  </a:lnTo>
                  <a:lnTo>
                    <a:pt x="798316" y="4680540"/>
                  </a:lnTo>
                  <a:lnTo>
                    <a:pt x="798410" y="4680540"/>
                  </a:lnTo>
                  <a:lnTo>
                    <a:pt x="798504" y="4680540"/>
                  </a:lnTo>
                  <a:lnTo>
                    <a:pt x="798598" y="4680540"/>
                  </a:lnTo>
                  <a:lnTo>
                    <a:pt x="798693" y="4680540"/>
                  </a:lnTo>
                  <a:lnTo>
                    <a:pt x="798787" y="4680540"/>
                  </a:lnTo>
                  <a:lnTo>
                    <a:pt x="798881" y="4680540"/>
                  </a:lnTo>
                  <a:lnTo>
                    <a:pt x="798975" y="4680540"/>
                  </a:lnTo>
                  <a:lnTo>
                    <a:pt x="799069" y="4680540"/>
                  </a:lnTo>
                  <a:lnTo>
                    <a:pt x="799163" y="4680540"/>
                  </a:lnTo>
                  <a:lnTo>
                    <a:pt x="799257" y="4680540"/>
                  </a:lnTo>
                  <a:lnTo>
                    <a:pt x="799352" y="4680540"/>
                  </a:lnTo>
                  <a:lnTo>
                    <a:pt x="799446" y="4680540"/>
                  </a:lnTo>
                  <a:lnTo>
                    <a:pt x="799540" y="4680540"/>
                  </a:lnTo>
                  <a:lnTo>
                    <a:pt x="799634" y="4680540"/>
                  </a:lnTo>
                  <a:lnTo>
                    <a:pt x="799728" y="4680540"/>
                  </a:lnTo>
                  <a:lnTo>
                    <a:pt x="799822" y="4680540"/>
                  </a:lnTo>
                  <a:lnTo>
                    <a:pt x="799916" y="4680540"/>
                  </a:lnTo>
                  <a:lnTo>
                    <a:pt x="800011" y="4680540"/>
                  </a:lnTo>
                  <a:lnTo>
                    <a:pt x="800105" y="4680540"/>
                  </a:lnTo>
                  <a:lnTo>
                    <a:pt x="800199" y="4680540"/>
                  </a:lnTo>
                  <a:lnTo>
                    <a:pt x="800293" y="4680540"/>
                  </a:lnTo>
                  <a:lnTo>
                    <a:pt x="800387" y="4680540"/>
                  </a:lnTo>
                  <a:lnTo>
                    <a:pt x="800481" y="4680540"/>
                  </a:lnTo>
                  <a:lnTo>
                    <a:pt x="800576" y="4680540"/>
                  </a:lnTo>
                  <a:lnTo>
                    <a:pt x="800670" y="4680540"/>
                  </a:lnTo>
                  <a:lnTo>
                    <a:pt x="800764" y="4680540"/>
                  </a:lnTo>
                  <a:lnTo>
                    <a:pt x="800858" y="4680540"/>
                  </a:lnTo>
                  <a:lnTo>
                    <a:pt x="800952" y="4680540"/>
                  </a:lnTo>
                  <a:lnTo>
                    <a:pt x="800952" y="4675628"/>
                  </a:lnTo>
                  <a:lnTo>
                    <a:pt x="801046" y="4675628"/>
                  </a:lnTo>
                  <a:lnTo>
                    <a:pt x="801140" y="4675628"/>
                  </a:lnTo>
                  <a:lnTo>
                    <a:pt x="801235" y="4675628"/>
                  </a:lnTo>
                  <a:lnTo>
                    <a:pt x="801329" y="4675628"/>
                  </a:lnTo>
                  <a:lnTo>
                    <a:pt x="801423" y="4675628"/>
                  </a:lnTo>
                  <a:lnTo>
                    <a:pt x="801517" y="4675628"/>
                  </a:lnTo>
                  <a:lnTo>
                    <a:pt x="801611" y="4675628"/>
                  </a:lnTo>
                  <a:lnTo>
                    <a:pt x="801611" y="4670717"/>
                  </a:lnTo>
                  <a:lnTo>
                    <a:pt x="801705" y="4670717"/>
                  </a:lnTo>
                  <a:lnTo>
                    <a:pt x="801800" y="4670717"/>
                  </a:lnTo>
                  <a:lnTo>
                    <a:pt x="801894" y="4670717"/>
                  </a:lnTo>
                  <a:lnTo>
                    <a:pt x="801988" y="4670717"/>
                  </a:lnTo>
                  <a:lnTo>
                    <a:pt x="802082" y="4670717"/>
                  </a:lnTo>
                  <a:lnTo>
                    <a:pt x="802176" y="4670717"/>
                  </a:lnTo>
                  <a:lnTo>
                    <a:pt x="802270" y="4670717"/>
                  </a:lnTo>
                  <a:lnTo>
                    <a:pt x="802364" y="4670717"/>
                  </a:lnTo>
                  <a:lnTo>
                    <a:pt x="802459" y="4670717"/>
                  </a:lnTo>
                  <a:lnTo>
                    <a:pt x="802553" y="4670717"/>
                  </a:lnTo>
                  <a:lnTo>
                    <a:pt x="802647" y="4670717"/>
                  </a:lnTo>
                  <a:lnTo>
                    <a:pt x="802741" y="4670717"/>
                  </a:lnTo>
                  <a:lnTo>
                    <a:pt x="802835" y="4670717"/>
                  </a:lnTo>
                  <a:lnTo>
                    <a:pt x="802929" y="4670717"/>
                  </a:lnTo>
                  <a:lnTo>
                    <a:pt x="803024" y="4670717"/>
                  </a:lnTo>
                  <a:lnTo>
                    <a:pt x="803118" y="4670717"/>
                  </a:lnTo>
                  <a:lnTo>
                    <a:pt x="803212" y="4670717"/>
                  </a:lnTo>
                  <a:lnTo>
                    <a:pt x="803306" y="4670717"/>
                  </a:lnTo>
                  <a:lnTo>
                    <a:pt x="803400" y="4670717"/>
                  </a:lnTo>
                  <a:lnTo>
                    <a:pt x="803494" y="4670717"/>
                  </a:lnTo>
                  <a:lnTo>
                    <a:pt x="803588" y="4670717"/>
                  </a:lnTo>
                  <a:lnTo>
                    <a:pt x="803683" y="4670717"/>
                  </a:lnTo>
                  <a:lnTo>
                    <a:pt x="803777" y="4670717"/>
                  </a:lnTo>
                  <a:lnTo>
                    <a:pt x="803871" y="4670717"/>
                  </a:lnTo>
                  <a:lnTo>
                    <a:pt x="803965" y="4670717"/>
                  </a:lnTo>
                  <a:lnTo>
                    <a:pt x="804059" y="4670717"/>
                  </a:lnTo>
                  <a:lnTo>
                    <a:pt x="804059" y="4665806"/>
                  </a:lnTo>
                  <a:lnTo>
                    <a:pt x="804153" y="4665806"/>
                  </a:lnTo>
                  <a:lnTo>
                    <a:pt x="804247" y="4665806"/>
                  </a:lnTo>
                  <a:lnTo>
                    <a:pt x="804342" y="4665806"/>
                  </a:lnTo>
                  <a:lnTo>
                    <a:pt x="804436" y="4665806"/>
                  </a:lnTo>
                  <a:lnTo>
                    <a:pt x="804530" y="4665806"/>
                  </a:lnTo>
                  <a:lnTo>
                    <a:pt x="804624" y="4665806"/>
                  </a:lnTo>
                  <a:lnTo>
                    <a:pt x="804718" y="4665806"/>
                  </a:lnTo>
                  <a:lnTo>
                    <a:pt x="804812" y="4665806"/>
                  </a:lnTo>
                  <a:lnTo>
                    <a:pt x="804907" y="4665806"/>
                  </a:lnTo>
                  <a:lnTo>
                    <a:pt x="805001" y="4665806"/>
                  </a:lnTo>
                  <a:lnTo>
                    <a:pt x="805095" y="4665806"/>
                  </a:lnTo>
                  <a:lnTo>
                    <a:pt x="805189" y="4665806"/>
                  </a:lnTo>
                  <a:lnTo>
                    <a:pt x="805283" y="4665806"/>
                  </a:lnTo>
                  <a:lnTo>
                    <a:pt x="805377" y="4665806"/>
                  </a:lnTo>
                  <a:lnTo>
                    <a:pt x="805471" y="4665806"/>
                  </a:lnTo>
                  <a:lnTo>
                    <a:pt x="805566" y="4665806"/>
                  </a:lnTo>
                  <a:lnTo>
                    <a:pt x="805660" y="4665806"/>
                  </a:lnTo>
                  <a:lnTo>
                    <a:pt x="805754" y="4665806"/>
                  </a:lnTo>
                  <a:lnTo>
                    <a:pt x="805848" y="4665806"/>
                  </a:lnTo>
                  <a:lnTo>
                    <a:pt x="805942" y="4665806"/>
                  </a:lnTo>
                  <a:lnTo>
                    <a:pt x="806036" y="4665806"/>
                  </a:lnTo>
                  <a:lnTo>
                    <a:pt x="806131" y="4665806"/>
                  </a:lnTo>
                  <a:lnTo>
                    <a:pt x="806225" y="4665806"/>
                  </a:lnTo>
                  <a:lnTo>
                    <a:pt x="806319" y="4665806"/>
                  </a:lnTo>
                  <a:lnTo>
                    <a:pt x="806413" y="4665806"/>
                  </a:lnTo>
                  <a:lnTo>
                    <a:pt x="806507" y="4665806"/>
                  </a:lnTo>
                  <a:lnTo>
                    <a:pt x="806601" y="4665806"/>
                  </a:lnTo>
                  <a:lnTo>
                    <a:pt x="806695" y="4665806"/>
                  </a:lnTo>
                  <a:lnTo>
                    <a:pt x="806790" y="4665806"/>
                  </a:lnTo>
                  <a:lnTo>
                    <a:pt x="806884" y="4665806"/>
                  </a:lnTo>
                  <a:lnTo>
                    <a:pt x="806978" y="4665806"/>
                  </a:lnTo>
                  <a:lnTo>
                    <a:pt x="807072" y="4665806"/>
                  </a:lnTo>
                  <a:lnTo>
                    <a:pt x="807166" y="4665806"/>
                  </a:lnTo>
                  <a:lnTo>
                    <a:pt x="807166" y="4660894"/>
                  </a:lnTo>
                  <a:lnTo>
                    <a:pt x="807260" y="4660894"/>
                  </a:lnTo>
                  <a:lnTo>
                    <a:pt x="807355" y="4660894"/>
                  </a:lnTo>
                  <a:lnTo>
                    <a:pt x="807449" y="4660894"/>
                  </a:lnTo>
                  <a:lnTo>
                    <a:pt x="807543" y="4660894"/>
                  </a:lnTo>
                  <a:lnTo>
                    <a:pt x="807637" y="4660894"/>
                  </a:lnTo>
                  <a:lnTo>
                    <a:pt x="807731" y="4660894"/>
                  </a:lnTo>
                  <a:lnTo>
                    <a:pt x="807825" y="4660894"/>
                  </a:lnTo>
                  <a:lnTo>
                    <a:pt x="807919" y="4660894"/>
                  </a:lnTo>
                  <a:lnTo>
                    <a:pt x="808014" y="4660894"/>
                  </a:lnTo>
                  <a:lnTo>
                    <a:pt x="808108" y="4660894"/>
                  </a:lnTo>
                  <a:lnTo>
                    <a:pt x="808202" y="4660894"/>
                  </a:lnTo>
                  <a:lnTo>
                    <a:pt x="808296" y="4660894"/>
                  </a:lnTo>
                  <a:lnTo>
                    <a:pt x="808390" y="4660894"/>
                  </a:lnTo>
                  <a:lnTo>
                    <a:pt x="808484" y="4660894"/>
                  </a:lnTo>
                  <a:lnTo>
                    <a:pt x="808578" y="4660894"/>
                  </a:lnTo>
                  <a:lnTo>
                    <a:pt x="808673" y="4660894"/>
                  </a:lnTo>
                  <a:lnTo>
                    <a:pt x="808767" y="4660894"/>
                  </a:lnTo>
                  <a:lnTo>
                    <a:pt x="808861" y="4660894"/>
                  </a:lnTo>
                  <a:lnTo>
                    <a:pt x="808955" y="4660894"/>
                  </a:lnTo>
                  <a:lnTo>
                    <a:pt x="809049" y="4660894"/>
                  </a:lnTo>
                  <a:lnTo>
                    <a:pt x="809143" y="4660894"/>
                  </a:lnTo>
                  <a:lnTo>
                    <a:pt x="809238" y="4660894"/>
                  </a:lnTo>
                  <a:lnTo>
                    <a:pt x="809332" y="4660894"/>
                  </a:lnTo>
                  <a:lnTo>
                    <a:pt x="809426" y="4660894"/>
                  </a:lnTo>
                  <a:lnTo>
                    <a:pt x="809520" y="4660894"/>
                  </a:lnTo>
                  <a:lnTo>
                    <a:pt x="809614" y="4660894"/>
                  </a:lnTo>
                  <a:lnTo>
                    <a:pt x="809708" y="4660894"/>
                  </a:lnTo>
                  <a:lnTo>
                    <a:pt x="809802" y="4660894"/>
                  </a:lnTo>
                  <a:lnTo>
                    <a:pt x="809897" y="4660894"/>
                  </a:lnTo>
                  <a:lnTo>
                    <a:pt x="809991" y="4660894"/>
                  </a:lnTo>
                  <a:lnTo>
                    <a:pt x="810085" y="4660894"/>
                  </a:lnTo>
                  <a:lnTo>
                    <a:pt x="810179" y="4660894"/>
                  </a:lnTo>
                  <a:lnTo>
                    <a:pt x="810273" y="4660894"/>
                  </a:lnTo>
                  <a:lnTo>
                    <a:pt x="810367" y="4660894"/>
                  </a:lnTo>
                  <a:lnTo>
                    <a:pt x="810462" y="4660894"/>
                  </a:lnTo>
                  <a:lnTo>
                    <a:pt x="810556" y="4660894"/>
                  </a:lnTo>
                  <a:lnTo>
                    <a:pt x="810650" y="4660894"/>
                  </a:lnTo>
                  <a:lnTo>
                    <a:pt x="810744" y="4660894"/>
                  </a:lnTo>
                  <a:lnTo>
                    <a:pt x="810838" y="4660894"/>
                  </a:lnTo>
                  <a:lnTo>
                    <a:pt x="810932" y="4660894"/>
                  </a:lnTo>
                  <a:lnTo>
                    <a:pt x="810932" y="4655983"/>
                  </a:lnTo>
                  <a:lnTo>
                    <a:pt x="811026" y="4655983"/>
                  </a:lnTo>
                  <a:lnTo>
                    <a:pt x="811121" y="4655983"/>
                  </a:lnTo>
                  <a:lnTo>
                    <a:pt x="811215" y="4655983"/>
                  </a:lnTo>
                  <a:lnTo>
                    <a:pt x="811309" y="4655983"/>
                  </a:lnTo>
                  <a:lnTo>
                    <a:pt x="811403" y="4655983"/>
                  </a:lnTo>
                  <a:lnTo>
                    <a:pt x="811497" y="4655983"/>
                  </a:lnTo>
                  <a:lnTo>
                    <a:pt x="811591" y="4655983"/>
                  </a:lnTo>
                  <a:lnTo>
                    <a:pt x="811686" y="4655983"/>
                  </a:lnTo>
                  <a:lnTo>
                    <a:pt x="811780" y="4655983"/>
                  </a:lnTo>
                  <a:lnTo>
                    <a:pt x="811874" y="4655983"/>
                  </a:lnTo>
                  <a:lnTo>
                    <a:pt x="811968" y="4655983"/>
                  </a:lnTo>
                  <a:lnTo>
                    <a:pt x="812062" y="4655983"/>
                  </a:lnTo>
                  <a:lnTo>
                    <a:pt x="812156" y="4655983"/>
                  </a:lnTo>
                  <a:lnTo>
                    <a:pt x="812250" y="4655983"/>
                  </a:lnTo>
                  <a:lnTo>
                    <a:pt x="812345" y="4655983"/>
                  </a:lnTo>
                  <a:lnTo>
                    <a:pt x="812439" y="4655983"/>
                  </a:lnTo>
                  <a:lnTo>
                    <a:pt x="812533" y="4655983"/>
                  </a:lnTo>
                  <a:lnTo>
                    <a:pt x="812627" y="4655983"/>
                  </a:lnTo>
                  <a:lnTo>
                    <a:pt x="812721" y="4655983"/>
                  </a:lnTo>
                  <a:lnTo>
                    <a:pt x="812815" y="4655983"/>
                  </a:lnTo>
                  <a:lnTo>
                    <a:pt x="812910" y="4655983"/>
                  </a:lnTo>
                  <a:lnTo>
                    <a:pt x="813004" y="4655983"/>
                  </a:lnTo>
                  <a:lnTo>
                    <a:pt x="813098" y="4655983"/>
                  </a:lnTo>
                  <a:lnTo>
                    <a:pt x="813192" y="4655983"/>
                  </a:lnTo>
                  <a:lnTo>
                    <a:pt x="813286" y="4655983"/>
                  </a:lnTo>
                  <a:lnTo>
                    <a:pt x="813380" y="4655983"/>
                  </a:lnTo>
                  <a:lnTo>
                    <a:pt x="813474" y="4655983"/>
                  </a:lnTo>
                  <a:lnTo>
                    <a:pt x="813569" y="4655983"/>
                  </a:lnTo>
                  <a:lnTo>
                    <a:pt x="813663" y="4655983"/>
                  </a:lnTo>
                  <a:lnTo>
                    <a:pt x="813757" y="4655983"/>
                  </a:lnTo>
                  <a:lnTo>
                    <a:pt x="813851" y="4655983"/>
                  </a:lnTo>
                  <a:lnTo>
                    <a:pt x="813945" y="4655983"/>
                  </a:lnTo>
                  <a:lnTo>
                    <a:pt x="814039" y="4655983"/>
                  </a:lnTo>
                  <a:lnTo>
                    <a:pt x="814133" y="4655983"/>
                  </a:lnTo>
                  <a:lnTo>
                    <a:pt x="814228" y="4655983"/>
                  </a:lnTo>
                  <a:lnTo>
                    <a:pt x="814322" y="4655983"/>
                  </a:lnTo>
                  <a:lnTo>
                    <a:pt x="814416" y="4655983"/>
                  </a:lnTo>
                  <a:lnTo>
                    <a:pt x="814510" y="4655983"/>
                  </a:lnTo>
                  <a:lnTo>
                    <a:pt x="814604" y="4655983"/>
                  </a:lnTo>
                  <a:lnTo>
                    <a:pt x="814698" y="4655983"/>
                  </a:lnTo>
                  <a:lnTo>
                    <a:pt x="814793" y="4655983"/>
                  </a:lnTo>
                  <a:lnTo>
                    <a:pt x="814887" y="4655983"/>
                  </a:lnTo>
                  <a:lnTo>
                    <a:pt x="814981" y="4655983"/>
                  </a:lnTo>
                  <a:lnTo>
                    <a:pt x="815075" y="4655983"/>
                  </a:lnTo>
                  <a:lnTo>
                    <a:pt x="815169" y="4655983"/>
                  </a:lnTo>
                  <a:lnTo>
                    <a:pt x="815169" y="4651072"/>
                  </a:lnTo>
                  <a:lnTo>
                    <a:pt x="815263" y="4651072"/>
                  </a:lnTo>
                  <a:lnTo>
                    <a:pt x="815357" y="4651072"/>
                  </a:lnTo>
                  <a:lnTo>
                    <a:pt x="815452" y="4651072"/>
                  </a:lnTo>
                  <a:lnTo>
                    <a:pt x="815546" y="4651072"/>
                  </a:lnTo>
                  <a:lnTo>
                    <a:pt x="815640" y="4651072"/>
                  </a:lnTo>
                  <a:lnTo>
                    <a:pt x="815734" y="4651072"/>
                  </a:lnTo>
                  <a:lnTo>
                    <a:pt x="815828" y="4651072"/>
                  </a:lnTo>
                  <a:lnTo>
                    <a:pt x="815922" y="4651072"/>
                  </a:lnTo>
                  <a:lnTo>
                    <a:pt x="816017" y="4651072"/>
                  </a:lnTo>
                  <a:lnTo>
                    <a:pt x="816111" y="4651072"/>
                  </a:lnTo>
                  <a:lnTo>
                    <a:pt x="816205" y="4651072"/>
                  </a:lnTo>
                  <a:lnTo>
                    <a:pt x="816299" y="4651072"/>
                  </a:lnTo>
                  <a:lnTo>
                    <a:pt x="816393" y="4651072"/>
                  </a:lnTo>
                  <a:lnTo>
                    <a:pt x="816487" y="4651072"/>
                  </a:lnTo>
                  <a:lnTo>
                    <a:pt x="816581" y="4651072"/>
                  </a:lnTo>
                  <a:lnTo>
                    <a:pt x="816676" y="4651072"/>
                  </a:lnTo>
                  <a:lnTo>
                    <a:pt x="816770" y="4651072"/>
                  </a:lnTo>
                  <a:lnTo>
                    <a:pt x="816864" y="4651072"/>
                  </a:lnTo>
                  <a:lnTo>
                    <a:pt x="816958" y="4651072"/>
                  </a:lnTo>
                  <a:lnTo>
                    <a:pt x="817052" y="4651072"/>
                  </a:lnTo>
                  <a:lnTo>
                    <a:pt x="817146" y="4651072"/>
                  </a:lnTo>
                  <a:lnTo>
                    <a:pt x="817241" y="4651072"/>
                  </a:lnTo>
                  <a:lnTo>
                    <a:pt x="817335" y="4651072"/>
                  </a:lnTo>
                  <a:lnTo>
                    <a:pt x="817429" y="4651072"/>
                  </a:lnTo>
                  <a:lnTo>
                    <a:pt x="817523" y="4651072"/>
                  </a:lnTo>
                  <a:lnTo>
                    <a:pt x="817617" y="4651072"/>
                  </a:lnTo>
                  <a:lnTo>
                    <a:pt x="817711" y="4651072"/>
                  </a:lnTo>
                  <a:lnTo>
                    <a:pt x="817711" y="4646160"/>
                  </a:lnTo>
                  <a:lnTo>
                    <a:pt x="817805" y="4646160"/>
                  </a:lnTo>
                  <a:lnTo>
                    <a:pt x="817900" y="4646160"/>
                  </a:lnTo>
                  <a:lnTo>
                    <a:pt x="817994" y="4646160"/>
                  </a:lnTo>
                  <a:lnTo>
                    <a:pt x="818088" y="4646160"/>
                  </a:lnTo>
                  <a:lnTo>
                    <a:pt x="818182" y="4646160"/>
                  </a:lnTo>
                  <a:lnTo>
                    <a:pt x="818276" y="4646160"/>
                  </a:lnTo>
                  <a:lnTo>
                    <a:pt x="818276" y="4641249"/>
                  </a:lnTo>
                  <a:lnTo>
                    <a:pt x="818370" y="4641249"/>
                  </a:lnTo>
                  <a:lnTo>
                    <a:pt x="818464" y="4641249"/>
                  </a:lnTo>
                  <a:lnTo>
                    <a:pt x="818559" y="4641249"/>
                  </a:lnTo>
                  <a:lnTo>
                    <a:pt x="818653" y="4641249"/>
                  </a:lnTo>
                  <a:lnTo>
                    <a:pt x="818747" y="4641249"/>
                  </a:lnTo>
                  <a:lnTo>
                    <a:pt x="818841" y="4641249"/>
                  </a:lnTo>
                  <a:lnTo>
                    <a:pt x="818935" y="4641249"/>
                  </a:lnTo>
                  <a:lnTo>
                    <a:pt x="818935" y="4636337"/>
                  </a:lnTo>
                  <a:lnTo>
                    <a:pt x="819029" y="4636337"/>
                  </a:lnTo>
                  <a:lnTo>
                    <a:pt x="819124" y="4636337"/>
                  </a:lnTo>
                  <a:lnTo>
                    <a:pt x="819218" y="4636337"/>
                  </a:lnTo>
                  <a:lnTo>
                    <a:pt x="819312" y="4636337"/>
                  </a:lnTo>
                  <a:lnTo>
                    <a:pt x="819406" y="4636337"/>
                  </a:lnTo>
                  <a:lnTo>
                    <a:pt x="819500" y="4636337"/>
                  </a:lnTo>
                  <a:lnTo>
                    <a:pt x="819594" y="4636337"/>
                  </a:lnTo>
                  <a:lnTo>
                    <a:pt x="819688" y="4636337"/>
                  </a:lnTo>
                  <a:lnTo>
                    <a:pt x="819783" y="4636337"/>
                  </a:lnTo>
                  <a:lnTo>
                    <a:pt x="819877" y="4636337"/>
                  </a:lnTo>
                  <a:lnTo>
                    <a:pt x="819971" y="4636337"/>
                  </a:lnTo>
                  <a:lnTo>
                    <a:pt x="820065" y="4636337"/>
                  </a:lnTo>
                  <a:lnTo>
                    <a:pt x="820159" y="4636337"/>
                  </a:lnTo>
                  <a:lnTo>
                    <a:pt x="820253" y="4636337"/>
                  </a:lnTo>
                  <a:lnTo>
                    <a:pt x="820348" y="4636337"/>
                  </a:lnTo>
                  <a:lnTo>
                    <a:pt x="820442" y="4636337"/>
                  </a:lnTo>
                  <a:lnTo>
                    <a:pt x="820536" y="4636337"/>
                  </a:lnTo>
                  <a:lnTo>
                    <a:pt x="820630" y="4636337"/>
                  </a:lnTo>
                  <a:lnTo>
                    <a:pt x="820724" y="4636337"/>
                  </a:lnTo>
                  <a:lnTo>
                    <a:pt x="820818" y="4636337"/>
                  </a:lnTo>
                  <a:lnTo>
                    <a:pt x="820912" y="4636337"/>
                  </a:lnTo>
                  <a:lnTo>
                    <a:pt x="821007" y="4636337"/>
                  </a:lnTo>
                  <a:lnTo>
                    <a:pt x="821101" y="4636337"/>
                  </a:lnTo>
                  <a:lnTo>
                    <a:pt x="821195" y="4636337"/>
                  </a:lnTo>
                  <a:lnTo>
                    <a:pt x="821289" y="4636337"/>
                  </a:lnTo>
                  <a:lnTo>
                    <a:pt x="821383" y="4636337"/>
                  </a:lnTo>
                  <a:lnTo>
                    <a:pt x="821477" y="4636337"/>
                  </a:lnTo>
                  <a:lnTo>
                    <a:pt x="821572" y="4636337"/>
                  </a:lnTo>
                  <a:lnTo>
                    <a:pt x="821666" y="4636337"/>
                  </a:lnTo>
                  <a:lnTo>
                    <a:pt x="821760" y="4636337"/>
                  </a:lnTo>
                  <a:lnTo>
                    <a:pt x="821854" y="4636337"/>
                  </a:lnTo>
                  <a:lnTo>
                    <a:pt x="821948" y="4636337"/>
                  </a:lnTo>
                  <a:lnTo>
                    <a:pt x="822042" y="4636337"/>
                  </a:lnTo>
                  <a:lnTo>
                    <a:pt x="822136" y="4636337"/>
                  </a:lnTo>
                  <a:lnTo>
                    <a:pt x="822231" y="4636337"/>
                  </a:lnTo>
                  <a:lnTo>
                    <a:pt x="822325" y="4636337"/>
                  </a:lnTo>
                  <a:lnTo>
                    <a:pt x="822419" y="4636337"/>
                  </a:lnTo>
                  <a:lnTo>
                    <a:pt x="822513" y="4636337"/>
                  </a:lnTo>
                  <a:lnTo>
                    <a:pt x="822607" y="4636337"/>
                  </a:lnTo>
                  <a:lnTo>
                    <a:pt x="822701" y="4636337"/>
                  </a:lnTo>
                  <a:lnTo>
                    <a:pt x="822795" y="4636337"/>
                  </a:lnTo>
                  <a:lnTo>
                    <a:pt x="822890" y="4636337"/>
                  </a:lnTo>
                  <a:lnTo>
                    <a:pt x="822984" y="4636337"/>
                  </a:lnTo>
                  <a:lnTo>
                    <a:pt x="823078" y="4636337"/>
                  </a:lnTo>
                  <a:lnTo>
                    <a:pt x="823172" y="4636337"/>
                  </a:lnTo>
                  <a:lnTo>
                    <a:pt x="823266" y="4636337"/>
                  </a:lnTo>
                  <a:lnTo>
                    <a:pt x="823360" y="4636337"/>
                  </a:lnTo>
                  <a:lnTo>
                    <a:pt x="823360" y="4631426"/>
                  </a:lnTo>
                  <a:lnTo>
                    <a:pt x="823455" y="4631426"/>
                  </a:lnTo>
                  <a:lnTo>
                    <a:pt x="823549" y="4631426"/>
                  </a:lnTo>
                  <a:lnTo>
                    <a:pt x="823643" y="4631426"/>
                  </a:lnTo>
                  <a:lnTo>
                    <a:pt x="823737" y="4631426"/>
                  </a:lnTo>
                  <a:lnTo>
                    <a:pt x="823831" y="4631426"/>
                  </a:lnTo>
                  <a:lnTo>
                    <a:pt x="823925" y="4631426"/>
                  </a:lnTo>
                  <a:lnTo>
                    <a:pt x="824019" y="4631426"/>
                  </a:lnTo>
                  <a:lnTo>
                    <a:pt x="824114" y="4631426"/>
                  </a:lnTo>
                  <a:lnTo>
                    <a:pt x="824208" y="4631426"/>
                  </a:lnTo>
                  <a:lnTo>
                    <a:pt x="824302" y="4631426"/>
                  </a:lnTo>
                  <a:lnTo>
                    <a:pt x="824396" y="4631426"/>
                  </a:lnTo>
                  <a:lnTo>
                    <a:pt x="824490" y="4631426"/>
                  </a:lnTo>
                  <a:lnTo>
                    <a:pt x="824584" y="4631426"/>
                  </a:lnTo>
                  <a:lnTo>
                    <a:pt x="824679" y="4631426"/>
                  </a:lnTo>
                  <a:lnTo>
                    <a:pt x="824773" y="4631426"/>
                  </a:lnTo>
                  <a:lnTo>
                    <a:pt x="824867" y="4631426"/>
                  </a:lnTo>
                  <a:lnTo>
                    <a:pt x="824961" y="4631426"/>
                  </a:lnTo>
                  <a:lnTo>
                    <a:pt x="825055" y="4631426"/>
                  </a:lnTo>
                  <a:lnTo>
                    <a:pt x="825149" y="4631426"/>
                  </a:lnTo>
                  <a:lnTo>
                    <a:pt x="825243" y="4631426"/>
                  </a:lnTo>
                  <a:lnTo>
                    <a:pt x="825338" y="4631426"/>
                  </a:lnTo>
                  <a:lnTo>
                    <a:pt x="825432" y="4631426"/>
                  </a:lnTo>
                  <a:lnTo>
                    <a:pt x="825526" y="4631426"/>
                  </a:lnTo>
                  <a:lnTo>
                    <a:pt x="825620" y="4631426"/>
                  </a:lnTo>
                  <a:lnTo>
                    <a:pt x="825714" y="4631426"/>
                  </a:lnTo>
                  <a:lnTo>
                    <a:pt x="825808" y="4631426"/>
                  </a:lnTo>
                  <a:lnTo>
                    <a:pt x="825903" y="4631426"/>
                  </a:lnTo>
                  <a:lnTo>
                    <a:pt x="825997" y="4631426"/>
                  </a:lnTo>
                  <a:lnTo>
                    <a:pt x="826091" y="4631426"/>
                  </a:lnTo>
                  <a:lnTo>
                    <a:pt x="826185" y="4631426"/>
                  </a:lnTo>
                  <a:lnTo>
                    <a:pt x="826279" y="4631426"/>
                  </a:lnTo>
                  <a:lnTo>
                    <a:pt x="826373" y="4631426"/>
                  </a:lnTo>
                  <a:lnTo>
                    <a:pt x="826467" y="4631426"/>
                  </a:lnTo>
                  <a:lnTo>
                    <a:pt x="826562" y="4631426"/>
                  </a:lnTo>
                  <a:lnTo>
                    <a:pt x="826656" y="4631426"/>
                  </a:lnTo>
                  <a:lnTo>
                    <a:pt x="826750" y="4631426"/>
                  </a:lnTo>
                  <a:lnTo>
                    <a:pt x="826844" y="4631426"/>
                  </a:lnTo>
                  <a:lnTo>
                    <a:pt x="826938" y="4631426"/>
                  </a:lnTo>
                  <a:lnTo>
                    <a:pt x="827032" y="4631426"/>
                  </a:lnTo>
                  <a:lnTo>
                    <a:pt x="827126" y="4631426"/>
                  </a:lnTo>
                  <a:lnTo>
                    <a:pt x="827221" y="4631426"/>
                  </a:lnTo>
                  <a:lnTo>
                    <a:pt x="827315" y="4631426"/>
                  </a:lnTo>
                  <a:lnTo>
                    <a:pt x="827409" y="4631426"/>
                  </a:lnTo>
                  <a:lnTo>
                    <a:pt x="827503" y="4631426"/>
                  </a:lnTo>
                  <a:lnTo>
                    <a:pt x="827597" y="4631426"/>
                  </a:lnTo>
                  <a:lnTo>
                    <a:pt x="827691" y="4631426"/>
                  </a:lnTo>
                  <a:lnTo>
                    <a:pt x="827786" y="4631426"/>
                  </a:lnTo>
                  <a:lnTo>
                    <a:pt x="827880" y="4631426"/>
                  </a:lnTo>
                  <a:lnTo>
                    <a:pt x="827974" y="4631426"/>
                  </a:lnTo>
                  <a:lnTo>
                    <a:pt x="828068" y="4631426"/>
                  </a:lnTo>
                  <a:lnTo>
                    <a:pt x="828162" y="4631426"/>
                  </a:lnTo>
                  <a:lnTo>
                    <a:pt x="828256" y="4631426"/>
                  </a:lnTo>
                  <a:lnTo>
                    <a:pt x="828350" y="4631426"/>
                  </a:lnTo>
                  <a:lnTo>
                    <a:pt x="828445" y="4631426"/>
                  </a:lnTo>
                  <a:lnTo>
                    <a:pt x="828539" y="4631426"/>
                  </a:lnTo>
                  <a:lnTo>
                    <a:pt x="828633" y="4631426"/>
                  </a:lnTo>
                  <a:lnTo>
                    <a:pt x="828727" y="4631426"/>
                  </a:lnTo>
                  <a:lnTo>
                    <a:pt x="828821" y="4631426"/>
                  </a:lnTo>
                  <a:lnTo>
                    <a:pt x="828915" y="4631426"/>
                  </a:lnTo>
                  <a:lnTo>
                    <a:pt x="829010" y="4631426"/>
                  </a:lnTo>
                  <a:lnTo>
                    <a:pt x="829104" y="4631426"/>
                  </a:lnTo>
                  <a:lnTo>
                    <a:pt x="829198" y="4631426"/>
                  </a:lnTo>
                  <a:lnTo>
                    <a:pt x="829292" y="4631426"/>
                  </a:lnTo>
                  <a:lnTo>
                    <a:pt x="829386" y="4631426"/>
                  </a:lnTo>
                  <a:lnTo>
                    <a:pt x="829480" y="4631426"/>
                  </a:lnTo>
                  <a:lnTo>
                    <a:pt x="829574" y="4631426"/>
                  </a:lnTo>
                  <a:lnTo>
                    <a:pt x="829669" y="4631426"/>
                  </a:lnTo>
                  <a:lnTo>
                    <a:pt x="829763" y="4631426"/>
                  </a:lnTo>
                  <a:lnTo>
                    <a:pt x="829857" y="4631426"/>
                  </a:lnTo>
                  <a:lnTo>
                    <a:pt x="829951" y="4631426"/>
                  </a:lnTo>
                  <a:lnTo>
                    <a:pt x="830045" y="4631426"/>
                  </a:lnTo>
                  <a:lnTo>
                    <a:pt x="830139" y="4631426"/>
                  </a:lnTo>
                  <a:lnTo>
                    <a:pt x="830234" y="4631426"/>
                  </a:lnTo>
                  <a:lnTo>
                    <a:pt x="830328" y="4631426"/>
                  </a:lnTo>
                  <a:lnTo>
                    <a:pt x="830422" y="4631426"/>
                  </a:lnTo>
                  <a:lnTo>
                    <a:pt x="830516" y="4631426"/>
                  </a:lnTo>
                  <a:lnTo>
                    <a:pt x="830610" y="4631426"/>
                  </a:lnTo>
                  <a:lnTo>
                    <a:pt x="830704" y="4631426"/>
                  </a:lnTo>
                  <a:lnTo>
                    <a:pt x="830798" y="4631426"/>
                  </a:lnTo>
                  <a:lnTo>
                    <a:pt x="830798" y="4626515"/>
                  </a:lnTo>
                  <a:lnTo>
                    <a:pt x="830893" y="4626515"/>
                  </a:lnTo>
                  <a:lnTo>
                    <a:pt x="830987" y="4626515"/>
                  </a:lnTo>
                  <a:lnTo>
                    <a:pt x="831081" y="4626515"/>
                  </a:lnTo>
                  <a:lnTo>
                    <a:pt x="831175" y="4626515"/>
                  </a:lnTo>
                  <a:lnTo>
                    <a:pt x="831269" y="4626515"/>
                  </a:lnTo>
                  <a:lnTo>
                    <a:pt x="831363" y="4626515"/>
                  </a:lnTo>
                  <a:lnTo>
                    <a:pt x="831457" y="4626515"/>
                  </a:lnTo>
                  <a:lnTo>
                    <a:pt x="831552" y="4626515"/>
                  </a:lnTo>
                  <a:lnTo>
                    <a:pt x="831646" y="4626515"/>
                  </a:lnTo>
                  <a:lnTo>
                    <a:pt x="831740" y="4626515"/>
                  </a:lnTo>
                  <a:lnTo>
                    <a:pt x="831834" y="4626515"/>
                  </a:lnTo>
                  <a:lnTo>
                    <a:pt x="831928" y="4626515"/>
                  </a:lnTo>
                  <a:lnTo>
                    <a:pt x="831928" y="4621603"/>
                  </a:lnTo>
                  <a:lnTo>
                    <a:pt x="832022" y="4621603"/>
                  </a:lnTo>
                  <a:lnTo>
                    <a:pt x="832117" y="4621603"/>
                  </a:lnTo>
                  <a:lnTo>
                    <a:pt x="832211" y="4621603"/>
                  </a:lnTo>
                  <a:lnTo>
                    <a:pt x="832305" y="4621603"/>
                  </a:lnTo>
                  <a:lnTo>
                    <a:pt x="832399" y="4621603"/>
                  </a:lnTo>
                  <a:lnTo>
                    <a:pt x="832493" y="4621603"/>
                  </a:lnTo>
                  <a:lnTo>
                    <a:pt x="832587" y="4621603"/>
                  </a:lnTo>
                  <a:lnTo>
                    <a:pt x="832681" y="4621603"/>
                  </a:lnTo>
                  <a:lnTo>
                    <a:pt x="832776" y="4621603"/>
                  </a:lnTo>
                  <a:lnTo>
                    <a:pt x="832870" y="4621603"/>
                  </a:lnTo>
                  <a:lnTo>
                    <a:pt x="832964" y="4621603"/>
                  </a:lnTo>
                  <a:lnTo>
                    <a:pt x="833058" y="4621603"/>
                  </a:lnTo>
                  <a:lnTo>
                    <a:pt x="833152" y="4621603"/>
                  </a:lnTo>
                  <a:lnTo>
                    <a:pt x="833246" y="4621603"/>
                  </a:lnTo>
                  <a:lnTo>
                    <a:pt x="833341" y="4621603"/>
                  </a:lnTo>
                  <a:lnTo>
                    <a:pt x="833435" y="4621603"/>
                  </a:lnTo>
                  <a:lnTo>
                    <a:pt x="833529" y="4621603"/>
                  </a:lnTo>
                  <a:lnTo>
                    <a:pt x="833623" y="4621603"/>
                  </a:lnTo>
                  <a:lnTo>
                    <a:pt x="833717" y="4621603"/>
                  </a:lnTo>
                  <a:lnTo>
                    <a:pt x="833811" y="4621603"/>
                  </a:lnTo>
                  <a:lnTo>
                    <a:pt x="833905" y="4621603"/>
                  </a:lnTo>
                  <a:lnTo>
                    <a:pt x="834000" y="4621603"/>
                  </a:lnTo>
                  <a:lnTo>
                    <a:pt x="834094" y="4621603"/>
                  </a:lnTo>
                  <a:lnTo>
                    <a:pt x="834188" y="4621603"/>
                  </a:lnTo>
                  <a:lnTo>
                    <a:pt x="834282" y="4621603"/>
                  </a:lnTo>
                  <a:lnTo>
                    <a:pt x="834376" y="4621603"/>
                  </a:lnTo>
                  <a:lnTo>
                    <a:pt x="834470" y="4621603"/>
                  </a:lnTo>
                  <a:lnTo>
                    <a:pt x="834565" y="4621603"/>
                  </a:lnTo>
                  <a:lnTo>
                    <a:pt x="834659" y="4621603"/>
                  </a:lnTo>
                  <a:lnTo>
                    <a:pt x="834659" y="4616692"/>
                  </a:lnTo>
                  <a:lnTo>
                    <a:pt x="834753" y="4616692"/>
                  </a:lnTo>
                  <a:lnTo>
                    <a:pt x="834847" y="4616692"/>
                  </a:lnTo>
                  <a:lnTo>
                    <a:pt x="834941" y="4616692"/>
                  </a:lnTo>
                  <a:lnTo>
                    <a:pt x="835035" y="4616692"/>
                  </a:lnTo>
                  <a:lnTo>
                    <a:pt x="835129" y="4616692"/>
                  </a:lnTo>
                  <a:lnTo>
                    <a:pt x="835224" y="4616692"/>
                  </a:lnTo>
                  <a:lnTo>
                    <a:pt x="835318" y="4616692"/>
                  </a:lnTo>
                  <a:lnTo>
                    <a:pt x="835412" y="4616692"/>
                  </a:lnTo>
                  <a:lnTo>
                    <a:pt x="835506" y="4616692"/>
                  </a:lnTo>
                  <a:lnTo>
                    <a:pt x="835600" y="4616692"/>
                  </a:lnTo>
                  <a:lnTo>
                    <a:pt x="835694" y="4616692"/>
                  </a:lnTo>
                  <a:lnTo>
                    <a:pt x="835788" y="4616692"/>
                  </a:lnTo>
                  <a:lnTo>
                    <a:pt x="835883" y="4616692"/>
                  </a:lnTo>
                  <a:lnTo>
                    <a:pt x="835977" y="4616692"/>
                  </a:lnTo>
                  <a:lnTo>
                    <a:pt x="836071" y="4616692"/>
                  </a:lnTo>
                  <a:lnTo>
                    <a:pt x="836165" y="4616692"/>
                  </a:lnTo>
                  <a:lnTo>
                    <a:pt x="836259" y="4616692"/>
                  </a:lnTo>
                  <a:lnTo>
                    <a:pt x="836353" y="4616692"/>
                  </a:lnTo>
                  <a:lnTo>
                    <a:pt x="836448" y="4616692"/>
                  </a:lnTo>
                  <a:lnTo>
                    <a:pt x="836542" y="4616692"/>
                  </a:lnTo>
                  <a:lnTo>
                    <a:pt x="836636" y="4616692"/>
                  </a:lnTo>
                  <a:lnTo>
                    <a:pt x="836730" y="4616692"/>
                  </a:lnTo>
                  <a:lnTo>
                    <a:pt x="836824" y="4616692"/>
                  </a:lnTo>
                  <a:lnTo>
                    <a:pt x="836918" y="4616692"/>
                  </a:lnTo>
                  <a:lnTo>
                    <a:pt x="837012" y="4616692"/>
                  </a:lnTo>
                  <a:lnTo>
                    <a:pt x="837107" y="4616692"/>
                  </a:lnTo>
                  <a:lnTo>
                    <a:pt x="837201" y="4616692"/>
                  </a:lnTo>
                  <a:lnTo>
                    <a:pt x="837295" y="4616692"/>
                  </a:lnTo>
                  <a:lnTo>
                    <a:pt x="837389" y="4616692"/>
                  </a:lnTo>
                  <a:lnTo>
                    <a:pt x="837483" y="4616692"/>
                  </a:lnTo>
                  <a:lnTo>
                    <a:pt x="837577" y="4616692"/>
                  </a:lnTo>
                  <a:lnTo>
                    <a:pt x="837672" y="4616692"/>
                  </a:lnTo>
                  <a:lnTo>
                    <a:pt x="837766" y="4616692"/>
                  </a:lnTo>
                  <a:lnTo>
                    <a:pt x="837860" y="4616692"/>
                  </a:lnTo>
                  <a:lnTo>
                    <a:pt x="837954" y="4616692"/>
                  </a:lnTo>
                  <a:lnTo>
                    <a:pt x="838048" y="4616692"/>
                  </a:lnTo>
                  <a:lnTo>
                    <a:pt x="838142" y="4616692"/>
                  </a:lnTo>
                  <a:lnTo>
                    <a:pt x="838236" y="4616692"/>
                  </a:lnTo>
                  <a:lnTo>
                    <a:pt x="838331" y="4616692"/>
                  </a:lnTo>
                  <a:lnTo>
                    <a:pt x="838425" y="4616692"/>
                  </a:lnTo>
                  <a:lnTo>
                    <a:pt x="838519" y="4616692"/>
                  </a:lnTo>
                  <a:lnTo>
                    <a:pt x="838613" y="4616692"/>
                  </a:lnTo>
                  <a:lnTo>
                    <a:pt x="838707" y="4616692"/>
                  </a:lnTo>
                  <a:lnTo>
                    <a:pt x="838801" y="4616692"/>
                  </a:lnTo>
                  <a:lnTo>
                    <a:pt x="838896" y="4616692"/>
                  </a:lnTo>
                  <a:lnTo>
                    <a:pt x="838990" y="4616692"/>
                  </a:lnTo>
                  <a:lnTo>
                    <a:pt x="839084" y="4616692"/>
                  </a:lnTo>
                  <a:lnTo>
                    <a:pt x="839178" y="4616692"/>
                  </a:lnTo>
                  <a:lnTo>
                    <a:pt x="839272" y="4616692"/>
                  </a:lnTo>
                  <a:lnTo>
                    <a:pt x="839366" y="4616692"/>
                  </a:lnTo>
                  <a:lnTo>
                    <a:pt x="839460" y="4616692"/>
                  </a:lnTo>
                  <a:lnTo>
                    <a:pt x="839555" y="4616692"/>
                  </a:lnTo>
                  <a:lnTo>
                    <a:pt x="839649" y="4616692"/>
                  </a:lnTo>
                  <a:lnTo>
                    <a:pt x="839743" y="4616692"/>
                  </a:lnTo>
                  <a:lnTo>
                    <a:pt x="839837" y="4616692"/>
                  </a:lnTo>
                  <a:lnTo>
                    <a:pt x="839931" y="4616692"/>
                  </a:lnTo>
                  <a:lnTo>
                    <a:pt x="840025" y="4616692"/>
                  </a:lnTo>
                  <a:lnTo>
                    <a:pt x="840119" y="4616692"/>
                  </a:lnTo>
                  <a:lnTo>
                    <a:pt x="840214" y="4616692"/>
                  </a:lnTo>
                  <a:lnTo>
                    <a:pt x="840308" y="4616692"/>
                  </a:lnTo>
                  <a:lnTo>
                    <a:pt x="840402" y="4616692"/>
                  </a:lnTo>
                  <a:lnTo>
                    <a:pt x="840496" y="4616692"/>
                  </a:lnTo>
                  <a:lnTo>
                    <a:pt x="840590" y="4616692"/>
                  </a:lnTo>
                  <a:lnTo>
                    <a:pt x="840684" y="4616692"/>
                  </a:lnTo>
                  <a:lnTo>
                    <a:pt x="840779" y="4616692"/>
                  </a:lnTo>
                  <a:lnTo>
                    <a:pt x="840873" y="4616692"/>
                  </a:lnTo>
                  <a:lnTo>
                    <a:pt x="840967" y="4616692"/>
                  </a:lnTo>
                  <a:lnTo>
                    <a:pt x="841061" y="4616692"/>
                  </a:lnTo>
                  <a:lnTo>
                    <a:pt x="841155" y="4616692"/>
                  </a:lnTo>
                  <a:lnTo>
                    <a:pt x="841249" y="4616692"/>
                  </a:lnTo>
                  <a:lnTo>
                    <a:pt x="841343" y="4616692"/>
                  </a:lnTo>
                  <a:lnTo>
                    <a:pt x="841438" y="4616692"/>
                  </a:lnTo>
                  <a:lnTo>
                    <a:pt x="841532" y="4616692"/>
                  </a:lnTo>
                  <a:lnTo>
                    <a:pt x="841626" y="4616692"/>
                  </a:lnTo>
                  <a:lnTo>
                    <a:pt x="841720" y="4616692"/>
                  </a:lnTo>
                  <a:lnTo>
                    <a:pt x="841814" y="4616692"/>
                  </a:lnTo>
                  <a:lnTo>
                    <a:pt x="841908" y="4616692"/>
                  </a:lnTo>
                  <a:lnTo>
                    <a:pt x="842003" y="4616692"/>
                  </a:lnTo>
                  <a:lnTo>
                    <a:pt x="842097" y="4616692"/>
                  </a:lnTo>
                  <a:lnTo>
                    <a:pt x="842191" y="4616692"/>
                  </a:lnTo>
                  <a:lnTo>
                    <a:pt x="842285" y="4616692"/>
                  </a:lnTo>
                  <a:lnTo>
                    <a:pt x="842379" y="4616692"/>
                  </a:lnTo>
                  <a:lnTo>
                    <a:pt x="842379" y="4611781"/>
                  </a:lnTo>
                  <a:lnTo>
                    <a:pt x="842473" y="4611781"/>
                  </a:lnTo>
                  <a:lnTo>
                    <a:pt x="842567" y="4611781"/>
                  </a:lnTo>
                  <a:lnTo>
                    <a:pt x="842662" y="4611781"/>
                  </a:lnTo>
                  <a:lnTo>
                    <a:pt x="842756" y="4611781"/>
                  </a:lnTo>
                  <a:lnTo>
                    <a:pt x="842850" y="4611781"/>
                  </a:lnTo>
                  <a:lnTo>
                    <a:pt x="842944" y="4611781"/>
                  </a:lnTo>
                  <a:lnTo>
                    <a:pt x="843038" y="4611781"/>
                  </a:lnTo>
                  <a:lnTo>
                    <a:pt x="843132" y="4611781"/>
                  </a:lnTo>
                  <a:lnTo>
                    <a:pt x="843227" y="4611781"/>
                  </a:lnTo>
                  <a:lnTo>
                    <a:pt x="843321" y="4611781"/>
                  </a:lnTo>
                  <a:lnTo>
                    <a:pt x="843415" y="4611781"/>
                  </a:lnTo>
                  <a:lnTo>
                    <a:pt x="843509" y="4611781"/>
                  </a:lnTo>
                  <a:lnTo>
                    <a:pt x="843603" y="4611781"/>
                  </a:lnTo>
                  <a:lnTo>
                    <a:pt x="843697" y="4611781"/>
                  </a:lnTo>
                  <a:lnTo>
                    <a:pt x="843791" y="4611781"/>
                  </a:lnTo>
                  <a:lnTo>
                    <a:pt x="843886" y="4611781"/>
                  </a:lnTo>
                  <a:lnTo>
                    <a:pt x="843980" y="4611781"/>
                  </a:lnTo>
                  <a:lnTo>
                    <a:pt x="844074" y="4611781"/>
                  </a:lnTo>
                  <a:lnTo>
                    <a:pt x="844168" y="4611781"/>
                  </a:lnTo>
                  <a:lnTo>
                    <a:pt x="844262" y="4611781"/>
                  </a:lnTo>
                  <a:lnTo>
                    <a:pt x="844356" y="4611781"/>
                  </a:lnTo>
                  <a:lnTo>
                    <a:pt x="844450" y="4611781"/>
                  </a:lnTo>
                  <a:lnTo>
                    <a:pt x="844545" y="4611781"/>
                  </a:lnTo>
                  <a:lnTo>
                    <a:pt x="844639" y="4611781"/>
                  </a:lnTo>
                  <a:lnTo>
                    <a:pt x="844733" y="4611781"/>
                  </a:lnTo>
                  <a:lnTo>
                    <a:pt x="844827" y="4611781"/>
                  </a:lnTo>
                  <a:lnTo>
                    <a:pt x="844921" y="4611781"/>
                  </a:lnTo>
                  <a:lnTo>
                    <a:pt x="845015" y="4611781"/>
                  </a:lnTo>
                  <a:lnTo>
                    <a:pt x="845110" y="4611781"/>
                  </a:lnTo>
                  <a:lnTo>
                    <a:pt x="845204" y="4611781"/>
                  </a:lnTo>
                  <a:lnTo>
                    <a:pt x="845298" y="4611781"/>
                  </a:lnTo>
                  <a:lnTo>
                    <a:pt x="845392" y="4611781"/>
                  </a:lnTo>
                  <a:lnTo>
                    <a:pt x="845486" y="4611781"/>
                  </a:lnTo>
                  <a:lnTo>
                    <a:pt x="845580" y="4611781"/>
                  </a:lnTo>
                  <a:lnTo>
                    <a:pt x="845674" y="4611781"/>
                  </a:lnTo>
                  <a:lnTo>
                    <a:pt x="845769" y="4611781"/>
                  </a:lnTo>
                  <a:lnTo>
                    <a:pt x="845863" y="4611781"/>
                  </a:lnTo>
                  <a:lnTo>
                    <a:pt x="845957" y="4611781"/>
                  </a:lnTo>
                  <a:lnTo>
                    <a:pt x="846051" y="4611781"/>
                  </a:lnTo>
                  <a:lnTo>
                    <a:pt x="846145" y="4611781"/>
                  </a:lnTo>
                  <a:lnTo>
                    <a:pt x="846239" y="4611781"/>
                  </a:lnTo>
                  <a:lnTo>
                    <a:pt x="846334" y="4611781"/>
                  </a:lnTo>
                  <a:lnTo>
                    <a:pt x="846428" y="4611781"/>
                  </a:lnTo>
                  <a:lnTo>
                    <a:pt x="846428" y="4606869"/>
                  </a:lnTo>
                  <a:lnTo>
                    <a:pt x="846522" y="4606869"/>
                  </a:lnTo>
                  <a:lnTo>
                    <a:pt x="846616" y="4606869"/>
                  </a:lnTo>
                  <a:lnTo>
                    <a:pt x="846710" y="4606869"/>
                  </a:lnTo>
                  <a:lnTo>
                    <a:pt x="846804" y="4606869"/>
                  </a:lnTo>
                  <a:lnTo>
                    <a:pt x="846898" y="4606869"/>
                  </a:lnTo>
                  <a:lnTo>
                    <a:pt x="846993" y="4606869"/>
                  </a:lnTo>
                  <a:lnTo>
                    <a:pt x="847087" y="4606869"/>
                  </a:lnTo>
                  <a:lnTo>
                    <a:pt x="847181" y="4606869"/>
                  </a:lnTo>
                  <a:lnTo>
                    <a:pt x="847275" y="4606869"/>
                  </a:lnTo>
                  <a:lnTo>
                    <a:pt x="847369" y="4606869"/>
                  </a:lnTo>
                  <a:lnTo>
                    <a:pt x="847463" y="4606869"/>
                  </a:lnTo>
                  <a:lnTo>
                    <a:pt x="847558" y="4606869"/>
                  </a:lnTo>
                  <a:lnTo>
                    <a:pt x="847652" y="4606869"/>
                  </a:lnTo>
                  <a:lnTo>
                    <a:pt x="847746" y="4606869"/>
                  </a:lnTo>
                  <a:lnTo>
                    <a:pt x="847840" y="4606869"/>
                  </a:lnTo>
                  <a:lnTo>
                    <a:pt x="847934" y="4606869"/>
                  </a:lnTo>
                  <a:lnTo>
                    <a:pt x="848028" y="4606869"/>
                  </a:lnTo>
                  <a:lnTo>
                    <a:pt x="848122" y="4606869"/>
                  </a:lnTo>
                  <a:lnTo>
                    <a:pt x="848217" y="4606869"/>
                  </a:lnTo>
                  <a:lnTo>
                    <a:pt x="848311" y="4606869"/>
                  </a:lnTo>
                  <a:lnTo>
                    <a:pt x="848405" y="4606869"/>
                  </a:lnTo>
                  <a:lnTo>
                    <a:pt x="848499" y="4606869"/>
                  </a:lnTo>
                  <a:lnTo>
                    <a:pt x="848593" y="4606869"/>
                  </a:lnTo>
                  <a:lnTo>
                    <a:pt x="848687" y="4606869"/>
                  </a:lnTo>
                  <a:lnTo>
                    <a:pt x="848781" y="4606869"/>
                  </a:lnTo>
                  <a:lnTo>
                    <a:pt x="848876" y="4606869"/>
                  </a:lnTo>
                  <a:lnTo>
                    <a:pt x="848970" y="4606869"/>
                  </a:lnTo>
                  <a:lnTo>
                    <a:pt x="849064" y="4606869"/>
                  </a:lnTo>
                  <a:lnTo>
                    <a:pt x="849158" y="4606869"/>
                  </a:lnTo>
                  <a:lnTo>
                    <a:pt x="849252" y="4606869"/>
                  </a:lnTo>
                  <a:lnTo>
                    <a:pt x="849346" y="4606869"/>
                  </a:lnTo>
                  <a:lnTo>
                    <a:pt x="849441" y="4606869"/>
                  </a:lnTo>
                  <a:lnTo>
                    <a:pt x="849535" y="4606869"/>
                  </a:lnTo>
                  <a:lnTo>
                    <a:pt x="849629" y="4606869"/>
                  </a:lnTo>
                  <a:lnTo>
                    <a:pt x="849723" y="4606869"/>
                  </a:lnTo>
                  <a:lnTo>
                    <a:pt x="849817" y="4606869"/>
                  </a:lnTo>
                  <a:lnTo>
                    <a:pt x="849911" y="4606869"/>
                  </a:lnTo>
                  <a:lnTo>
                    <a:pt x="850005" y="4606869"/>
                  </a:lnTo>
                  <a:lnTo>
                    <a:pt x="850100" y="4606869"/>
                  </a:lnTo>
                  <a:lnTo>
                    <a:pt x="850194" y="4606869"/>
                  </a:lnTo>
                  <a:lnTo>
                    <a:pt x="850288" y="4606869"/>
                  </a:lnTo>
                  <a:lnTo>
                    <a:pt x="850382" y="4606869"/>
                  </a:lnTo>
                  <a:lnTo>
                    <a:pt x="850476" y="4606869"/>
                  </a:lnTo>
                  <a:lnTo>
                    <a:pt x="850570" y="4606869"/>
                  </a:lnTo>
                  <a:lnTo>
                    <a:pt x="850665" y="4606869"/>
                  </a:lnTo>
                  <a:lnTo>
                    <a:pt x="850759" y="4606869"/>
                  </a:lnTo>
                  <a:lnTo>
                    <a:pt x="850759" y="4601958"/>
                  </a:lnTo>
                  <a:lnTo>
                    <a:pt x="850853" y="4601958"/>
                  </a:lnTo>
                  <a:lnTo>
                    <a:pt x="850947" y="4601958"/>
                  </a:lnTo>
                  <a:lnTo>
                    <a:pt x="851041" y="4601958"/>
                  </a:lnTo>
                  <a:lnTo>
                    <a:pt x="851135" y="4601958"/>
                  </a:lnTo>
                  <a:lnTo>
                    <a:pt x="851229" y="4601958"/>
                  </a:lnTo>
                  <a:lnTo>
                    <a:pt x="851324" y="4601958"/>
                  </a:lnTo>
                  <a:lnTo>
                    <a:pt x="851418" y="4601958"/>
                  </a:lnTo>
                  <a:lnTo>
                    <a:pt x="851512" y="4601958"/>
                  </a:lnTo>
                  <a:lnTo>
                    <a:pt x="851606" y="4601958"/>
                  </a:lnTo>
                  <a:lnTo>
                    <a:pt x="851700" y="4601958"/>
                  </a:lnTo>
                  <a:lnTo>
                    <a:pt x="851794" y="4601958"/>
                  </a:lnTo>
                  <a:lnTo>
                    <a:pt x="851889" y="4601958"/>
                  </a:lnTo>
                  <a:lnTo>
                    <a:pt x="851983" y="4601958"/>
                  </a:lnTo>
                  <a:lnTo>
                    <a:pt x="852077" y="4601958"/>
                  </a:lnTo>
                  <a:lnTo>
                    <a:pt x="852171" y="4601958"/>
                  </a:lnTo>
                  <a:lnTo>
                    <a:pt x="852265" y="4601958"/>
                  </a:lnTo>
                  <a:lnTo>
                    <a:pt x="852359" y="4601958"/>
                  </a:lnTo>
                  <a:lnTo>
                    <a:pt x="852453" y="4601958"/>
                  </a:lnTo>
                  <a:lnTo>
                    <a:pt x="852548" y="4601958"/>
                  </a:lnTo>
                  <a:lnTo>
                    <a:pt x="852642" y="4601958"/>
                  </a:lnTo>
                  <a:lnTo>
                    <a:pt x="852736" y="4601958"/>
                  </a:lnTo>
                  <a:lnTo>
                    <a:pt x="852830" y="4601958"/>
                  </a:lnTo>
                  <a:lnTo>
                    <a:pt x="852924" y="4601958"/>
                  </a:lnTo>
                  <a:lnTo>
                    <a:pt x="853018" y="4601958"/>
                  </a:lnTo>
                  <a:lnTo>
                    <a:pt x="853112" y="4601958"/>
                  </a:lnTo>
                  <a:lnTo>
                    <a:pt x="853207" y="4601958"/>
                  </a:lnTo>
                  <a:lnTo>
                    <a:pt x="853301" y="4601958"/>
                  </a:lnTo>
                  <a:lnTo>
                    <a:pt x="853395" y="4601958"/>
                  </a:lnTo>
                  <a:lnTo>
                    <a:pt x="853489" y="4601958"/>
                  </a:lnTo>
                  <a:lnTo>
                    <a:pt x="853583" y="4601958"/>
                  </a:lnTo>
                  <a:lnTo>
                    <a:pt x="853677" y="4601958"/>
                  </a:lnTo>
                  <a:lnTo>
                    <a:pt x="853772" y="4601958"/>
                  </a:lnTo>
                  <a:lnTo>
                    <a:pt x="853866" y="4601958"/>
                  </a:lnTo>
                  <a:lnTo>
                    <a:pt x="853960" y="4601958"/>
                  </a:lnTo>
                  <a:lnTo>
                    <a:pt x="854054" y="4601958"/>
                  </a:lnTo>
                  <a:lnTo>
                    <a:pt x="854148" y="4601958"/>
                  </a:lnTo>
                  <a:lnTo>
                    <a:pt x="854242" y="4601958"/>
                  </a:lnTo>
                  <a:lnTo>
                    <a:pt x="854336" y="4601958"/>
                  </a:lnTo>
                  <a:lnTo>
                    <a:pt x="854431" y="4601958"/>
                  </a:lnTo>
                  <a:lnTo>
                    <a:pt x="854525" y="4601958"/>
                  </a:lnTo>
                  <a:lnTo>
                    <a:pt x="854619" y="4601958"/>
                  </a:lnTo>
                  <a:lnTo>
                    <a:pt x="854713" y="4601958"/>
                  </a:lnTo>
                  <a:lnTo>
                    <a:pt x="854807" y="4601958"/>
                  </a:lnTo>
                  <a:lnTo>
                    <a:pt x="854901" y="4601958"/>
                  </a:lnTo>
                  <a:lnTo>
                    <a:pt x="854996" y="4601958"/>
                  </a:lnTo>
                  <a:lnTo>
                    <a:pt x="855090" y="4601958"/>
                  </a:lnTo>
                  <a:lnTo>
                    <a:pt x="855184" y="4601958"/>
                  </a:lnTo>
                  <a:lnTo>
                    <a:pt x="855278" y="4601958"/>
                  </a:lnTo>
                  <a:lnTo>
                    <a:pt x="855372" y="4601958"/>
                  </a:lnTo>
                  <a:lnTo>
                    <a:pt x="855466" y="4601958"/>
                  </a:lnTo>
                  <a:lnTo>
                    <a:pt x="855560" y="4601958"/>
                  </a:lnTo>
                  <a:lnTo>
                    <a:pt x="855655" y="4601958"/>
                  </a:lnTo>
                  <a:lnTo>
                    <a:pt x="855749" y="4601958"/>
                  </a:lnTo>
                  <a:lnTo>
                    <a:pt x="855843" y="4601958"/>
                  </a:lnTo>
                  <a:lnTo>
                    <a:pt x="855937" y="4601958"/>
                  </a:lnTo>
                  <a:lnTo>
                    <a:pt x="855937" y="4597046"/>
                  </a:lnTo>
                  <a:lnTo>
                    <a:pt x="856031" y="4597046"/>
                  </a:lnTo>
                  <a:lnTo>
                    <a:pt x="856125" y="4597046"/>
                  </a:lnTo>
                  <a:lnTo>
                    <a:pt x="856220" y="4597046"/>
                  </a:lnTo>
                  <a:lnTo>
                    <a:pt x="856220" y="4592135"/>
                  </a:lnTo>
                  <a:lnTo>
                    <a:pt x="856314" y="4592135"/>
                  </a:lnTo>
                  <a:lnTo>
                    <a:pt x="856408" y="4592135"/>
                  </a:lnTo>
                  <a:lnTo>
                    <a:pt x="856502" y="4592135"/>
                  </a:lnTo>
                  <a:lnTo>
                    <a:pt x="856596" y="4592135"/>
                  </a:lnTo>
                  <a:lnTo>
                    <a:pt x="856690" y="4592135"/>
                  </a:lnTo>
                  <a:lnTo>
                    <a:pt x="856690" y="4587224"/>
                  </a:lnTo>
                  <a:lnTo>
                    <a:pt x="856784" y="4587224"/>
                  </a:lnTo>
                  <a:lnTo>
                    <a:pt x="856879" y="4587224"/>
                  </a:lnTo>
                  <a:lnTo>
                    <a:pt x="856973" y="4587224"/>
                  </a:lnTo>
                  <a:lnTo>
                    <a:pt x="857067" y="4587224"/>
                  </a:lnTo>
                  <a:lnTo>
                    <a:pt x="857067" y="4582312"/>
                  </a:lnTo>
                  <a:lnTo>
                    <a:pt x="857161" y="4582312"/>
                  </a:lnTo>
                  <a:lnTo>
                    <a:pt x="857255" y="4582312"/>
                  </a:lnTo>
                  <a:lnTo>
                    <a:pt x="857349" y="4582312"/>
                  </a:lnTo>
                  <a:lnTo>
                    <a:pt x="857443" y="4582312"/>
                  </a:lnTo>
                  <a:lnTo>
                    <a:pt x="857538" y="4582312"/>
                  </a:lnTo>
                  <a:lnTo>
                    <a:pt x="857632" y="4582312"/>
                  </a:lnTo>
                  <a:lnTo>
                    <a:pt x="857726" y="4582312"/>
                  </a:lnTo>
                  <a:lnTo>
                    <a:pt x="857820" y="4582312"/>
                  </a:lnTo>
                  <a:lnTo>
                    <a:pt x="857914" y="4582312"/>
                  </a:lnTo>
                  <a:lnTo>
                    <a:pt x="858008" y="4582312"/>
                  </a:lnTo>
                  <a:lnTo>
                    <a:pt x="858103" y="4582312"/>
                  </a:lnTo>
                  <a:lnTo>
                    <a:pt x="858197" y="4582312"/>
                  </a:lnTo>
                  <a:lnTo>
                    <a:pt x="858291" y="4582312"/>
                  </a:lnTo>
                  <a:lnTo>
                    <a:pt x="858385" y="4582312"/>
                  </a:lnTo>
                  <a:lnTo>
                    <a:pt x="858479" y="4582312"/>
                  </a:lnTo>
                  <a:lnTo>
                    <a:pt x="858573" y="4582312"/>
                  </a:lnTo>
                  <a:lnTo>
                    <a:pt x="858667" y="4582312"/>
                  </a:lnTo>
                  <a:lnTo>
                    <a:pt x="858762" y="4582312"/>
                  </a:lnTo>
                  <a:lnTo>
                    <a:pt x="858856" y="4582312"/>
                  </a:lnTo>
                  <a:lnTo>
                    <a:pt x="858950" y="4582312"/>
                  </a:lnTo>
                  <a:lnTo>
                    <a:pt x="859044" y="4582312"/>
                  </a:lnTo>
                  <a:lnTo>
                    <a:pt x="859138" y="4582312"/>
                  </a:lnTo>
                  <a:lnTo>
                    <a:pt x="859232" y="4582312"/>
                  </a:lnTo>
                  <a:lnTo>
                    <a:pt x="859327" y="4582312"/>
                  </a:lnTo>
                  <a:lnTo>
                    <a:pt x="859421" y="4582312"/>
                  </a:lnTo>
                  <a:lnTo>
                    <a:pt x="859515" y="4582312"/>
                  </a:lnTo>
                  <a:lnTo>
                    <a:pt x="859609" y="4582312"/>
                  </a:lnTo>
                  <a:lnTo>
                    <a:pt x="859703" y="4582312"/>
                  </a:lnTo>
                  <a:lnTo>
                    <a:pt x="859703" y="4577401"/>
                  </a:lnTo>
                  <a:lnTo>
                    <a:pt x="859797" y="4577401"/>
                  </a:lnTo>
                  <a:lnTo>
                    <a:pt x="859891" y="4577401"/>
                  </a:lnTo>
                  <a:lnTo>
                    <a:pt x="859986" y="4577401"/>
                  </a:lnTo>
                  <a:lnTo>
                    <a:pt x="860080" y="4577401"/>
                  </a:lnTo>
                  <a:lnTo>
                    <a:pt x="860174" y="4577401"/>
                  </a:lnTo>
                  <a:lnTo>
                    <a:pt x="860268" y="4577401"/>
                  </a:lnTo>
                  <a:lnTo>
                    <a:pt x="860362" y="4577401"/>
                  </a:lnTo>
                  <a:lnTo>
                    <a:pt x="860456" y="4577401"/>
                  </a:lnTo>
                  <a:lnTo>
                    <a:pt x="860551" y="4577401"/>
                  </a:lnTo>
                  <a:lnTo>
                    <a:pt x="860645" y="4577401"/>
                  </a:lnTo>
                  <a:lnTo>
                    <a:pt x="860739" y="4577401"/>
                  </a:lnTo>
                  <a:lnTo>
                    <a:pt x="860833" y="4577401"/>
                  </a:lnTo>
                  <a:lnTo>
                    <a:pt x="860927" y="4577401"/>
                  </a:lnTo>
                  <a:lnTo>
                    <a:pt x="861021" y="4577401"/>
                  </a:lnTo>
                  <a:lnTo>
                    <a:pt x="861115" y="4577401"/>
                  </a:lnTo>
                  <a:lnTo>
                    <a:pt x="861210" y="4577401"/>
                  </a:lnTo>
                  <a:lnTo>
                    <a:pt x="861304" y="4577401"/>
                  </a:lnTo>
                  <a:lnTo>
                    <a:pt x="861398" y="4577401"/>
                  </a:lnTo>
                  <a:lnTo>
                    <a:pt x="861492" y="4577401"/>
                  </a:lnTo>
                  <a:lnTo>
                    <a:pt x="861586" y="4577401"/>
                  </a:lnTo>
                  <a:lnTo>
                    <a:pt x="861680" y="4577401"/>
                  </a:lnTo>
                  <a:lnTo>
                    <a:pt x="861774" y="4577401"/>
                  </a:lnTo>
                  <a:lnTo>
                    <a:pt x="861869" y="4577401"/>
                  </a:lnTo>
                  <a:lnTo>
                    <a:pt x="861963" y="4577401"/>
                  </a:lnTo>
                  <a:lnTo>
                    <a:pt x="862057" y="4577401"/>
                  </a:lnTo>
                  <a:lnTo>
                    <a:pt x="862151" y="4577401"/>
                  </a:lnTo>
                  <a:lnTo>
                    <a:pt x="862245" y="4577401"/>
                  </a:lnTo>
                  <a:lnTo>
                    <a:pt x="862339" y="4577401"/>
                  </a:lnTo>
                  <a:lnTo>
                    <a:pt x="862434" y="4577401"/>
                  </a:lnTo>
                  <a:lnTo>
                    <a:pt x="862528" y="4577401"/>
                  </a:lnTo>
                  <a:lnTo>
                    <a:pt x="862622" y="4577401"/>
                  </a:lnTo>
                  <a:lnTo>
                    <a:pt x="862716" y="4577401"/>
                  </a:lnTo>
                  <a:lnTo>
                    <a:pt x="862810" y="4577401"/>
                  </a:lnTo>
                  <a:lnTo>
                    <a:pt x="862904" y="4577401"/>
                  </a:lnTo>
                  <a:lnTo>
                    <a:pt x="862998" y="4577401"/>
                  </a:lnTo>
                  <a:lnTo>
                    <a:pt x="863093" y="4577401"/>
                  </a:lnTo>
                  <a:lnTo>
                    <a:pt x="863187" y="4577401"/>
                  </a:lnTo>
                  <a:lnTo>
                    <a:pt x="863281" y="4577401"/>
                  </a:lnTo>
                  <a:lnTo>
                    <a:pt x="863281" y="4572490"/>
                  </a:lnTo>
                  <a:lnTo>
                    <a:pt x="863375" y="4572490"/>
                  </a:lnTo>
                  <a:lnTo>
                    <a:pt x="863469" y="4572490"/>
                  </a:lnTo>
                  <a:lnTo>
                    <a:pt x="863563" y="4572490"/>
                  </a:lnTo>
                  <a:lnTo>
                    <a:pt x="863658" y="4572490"/>
                  </a:lnTo>
                  <a:lnTo>
                    <a:pt x="863752" y="4572490"/>
                  </a:lnTo>
                  <a:lnTo>
                    <a:pt x="863846" y="4572490"/>
                  </a:lnTo>
                  <a:lnTo>
                    <a:pt x="863940" y="4572490"/>
                  </a:lnTo>
                  <a:lnTo>
                    <a:pt x="864034" y="4572490"/>
                  </a:lnTo>
                  <a:lnTo>
                    <a:pt x="864128" y="4572490"/>
                  </a:lnTo>
                  <a:lnTo>
                    <a:pt x="864222" y="4572490"/>
                  </a:lnTo>
                  <a:lnTo>
                    <a:pt x="864317" y="4572490"/>
                  </a:lnTo>
                  <a:lnTo>
                    <a:pt x="864411" y="4572490"/>
                  </a:lnTo>
                  <a:lnTo>
                    <a:pt x="864505" y="4572490"/>
                  </a:lnTo>
                  <a:lnTo>
                    <a:pt x="864599" y="4572490"/>
                  </a:lnTo>
                  <a:lnTo>
                    <a:pt x="864693" y="4572490"/>
                  </a:lnTo>
                  <a:lnTo>
                    <a:pt x="864787" y="4572490"/>
                  </a:lnTo>
                  <a:lnTo>
                    <a:pt x="864882" y="4572490"/>
                  </a:lnTo>
                  <a:lnTo>
                    <a:pt x="864976" y="4572490"/>
                  </a:lnTo>
                  <a:lnTo>
                    <a:pt x="865070" y="4572490"/>
                  </a:lnTo>
                  <a:lnTo>
                    <a:pt x="865164" y="4572490"/>
                  </a:lnTo>
                  <a:lnTo>
                    <a:pt x="865258" y="4572490"/>
                  </a:lnTo>
                  <a:lnTo>
                    <a:pt x="865352" y="4572490"/>
                  </a:lnTo>
                  <a:lnTo>
                    <a:pt x="865446" y="4572490"/>
                  </a:lnTo>
                  <a:lnTo>
                    <a:pt x="865541" y="4572490"/>
                  </a:lnTo>
                  <a:lnTo>
                    <a:pt x="865635" y="4572490"/>
                  </a:lnTo>
                  <a:lnTo>
                    <a:pt x="865729" y="4572490"/>
                  </a:lnTo>
                  <a:lnTo>
                    <a:pt x="865823" y="4572490"/>
                  </a:lnTo>
                  <a:lnTo>
                    <a:pt x="865917" y="4572490"/>
                  </a:lnTo>
                  <a:lnTo>
                    <a:pt x="866011" y="4572490"/>
                  </a:lnTo>
                  <a:lnTo>
                    <a:pt x="866105" y="4572490"/>
                  </a:lnTo>
                  <a:lnTo>
                    <a:pt x="866200" y="4572490"/>
                  </a:lnTo>
                  <a:lnTo>
                    <a:pt x="866294" y="4572490"/>
                  </a:lnTo>
                  <a:lnTo>
                    <a:pt x="866388" y="4572490"/>
                  </a:lnTo>
                  <a:lnTo>
                    <a:pt x="866482" y="4572490"/>
                  </a:lnTo>
                  <a:lnTo>
                    <a:pt x="866576" y="4572490"/>
                  </a:lnTo>
                  <a:lnTo>
                    <a:pt x="866670" y="4572490"/>
                  </a:lnTo>
                  <a:lnTo>
                    <a:pt x="866765" y="4572490"/>
                  </a:lnTo>
                  <a:lnTo>
                    <a:pt x="866859" y="4572490"/>
                  </a:lnTo>
                  <a:lnTo>
                    <a:pt x="866953" y="4572490"/>
                  </a:lnTo>
                  <a:lnTo>
                    <a:pt x="867047" y="4572490"/>
                  </a:lnTo>
                  <a:lnTo>
                    <a:pt x="867141" y="4572490"/>
                  </a:lnTo>
                  <a:lnTo>
                    <a:pt x="867235" y="4572490"/>
                  </a:lnTo>
                  <a:lnTo>
                    <a:pt x="867329" y="4572490"/>
                  </a:lnTo>
                  <a:lnTo>
                    <a:pt x="867424" y="4572490"/>
                  </a:lnTo>
                  <a:lnTo>
                    <a:pt x="867518" y="4572490"/>
                  </a:lnTo>
                  <a:lnTo>
                    <a:pt x="867612" y="4572490"/>
                  </a:lnTo>
                  <a:lnTo>
                    <a:pt x="867706" y="4572490"/>
                  </a:lnTo>
                  <a:lnTo>
                    <a:pt x="867800" y="4572490"/>
                  </a:lnTo>
                  <a:lnTo>
                    <a:pt x="867894" y="4572490"/>
                  </a:lnTo>
                  <a:lnTo>
                    <a:pt x="867989" y="4572490"/>
                  </a:lnTo>
                  <a:lnTo>
                    <a:pt x="868083" y="4572490"/>
                  </a:lnTo>
                  <a:lnTo>
                    <a:pt x="868177" y="4572490"/>
                  </a:lnTo>
                  <a:lnTo>
                    <a:pt x="868271" y="4572490"/>
                  </a:lnTo>
                  <a:lnTo>
                    <a:pt x="868365" y="4572490"/>
                  </a:lnTo>
                  <a:lnTo>
                    <a:pt x="868459" y="4572490"/>
                  </a:lnTo>
                  <a:lnTo>
                    <a:pt x="868553" y="4572490"/>
                  </a:lnTo>
                  <a:lnTo>
                    <a:pt x="868648" y="4572490"/>
                  </a:lnTo>
                  <a:lnTo>
                    <a:pt x="868742" y="4572490"/>
                  </a:lnTo>
                  <a:lnTo>
                    <a:pt x="868836" y="4572490"/>
                  </a:lnTo>
                  <a:lnTo>
                    <a:pt x="868930" y="4572490"/>
                  </a:lnTo>
                  <a:lnTo>
                    <a:pt x="869024" y="4572490"/>
                  </a:lnTo>
                  <a:lnTo>
                    <a:pt x="869118" y="4572490"/>
                  </a:lnTo>
                  <a:lnTo>
                    <a:pt x="869213" y="4572490"/>
                  </a:lnTo>
                  <a:lnTo>
                    <a:pt x="869307" y="4572490"/>
                  </a:lnTo>
                  <a:lnTo>
                    <a:pt x="869401" y="4572490"/>
                  </a:lnTo>
                  <a:lnTo>
                    <a:pt x="869495" y="4572490"/>
                  </a:lnTo>
                  <a:lnTo>
                    <a:pt x="869589" y="4572490"/>
                  </a:lnTo>
                  <a:lnTo>
                    <a:pt x="869683" y="4572490"/>
                  </a:lnTo>
                  <a:lnTo>
                    <a:pt x="869777" y="4572490"/>
                  </a:lnTo>
                  <a:lnTo>
                    <a:pt x="869872" y="4572490"/>
                  </a:lnTo>
                  <a:lnTo>
                    <a:pt x="869966" y="4572490"/>
                  </a:lnTo>
                  <a:lnTo>
                    <a:pt x="870060" y="4572490"/>
                  </a:lnTo>
                  <a:lnTo>
                    <a:pt x="870154" y="4572490"/>
                  </a:lnTo>
                  <a:lnTo>
                    <a:pt x="870248" y="4572490"/>
                  </a:lnTo>
                  <a:lnTo>
                    <a:pt x="870342" y="4572490"/>
                  </a:lnTo>
                  <a:lnTo>
                    <a:pt x="870436" y="4572490"/>
                  </a:lnTo>
                  <a:lnTo>
                    <a:pt x="870531" y="4572490"/>
                  </a:lnTo>
                  <a:lnTo>
                    <a:pt x="870531" y="4567578"/>
                  </a:lnTo>
                  <a:lnTo>
                    <a:pt x="870625" y="4567578"/>
                  </a:lnTo>
                  <a:lnTo>
                    <a:pt x="870719" y="4567578"/>
                  </a:lnTo>
                  <a:lnTo>
                    <a:pt x="870813" y="4567578"/>
                  </a:lnTo>
                  <a:lnTo>
                    <a:pt x="870907" y="4567578"/>
                  </a:lnTo>
                  <a:lnTo>
                    <a:pt x="871001" y="4567578"/>
                  </a:lnTo>
                  <a:lnTo>
                    <a:pt x="871096" y="4567578"/>
                  </a:lnTo>
                  <a:lnTo>
                    <a:pt x="871190" y="4567578"/>
                  </a:lnTo>
                  <a:lnTo>
                    <a:pt x="871284" y="4567578"/>
                  </a:lnTo>
                  <a:lnTo>
                    <a:pt x="871378" y="4567578"/>
                  </a:lnTo>
                  <a:lnTo>
                    <a:pt x="871472" y="4567578"/>
                  </a:lnTo>
                  <a:lnTo>
                    <a:pt x="871566" y="4567578"/>
                  </a:lnTo>
                  <a:lnTo>
                    <a:pt x="871660" y="4567578"/>
                  </a:lnTo>
                  <a:lnTo>
                    <a:pt x="871755" y="4567578"/>
                  </a:lnTo>
                  <a:lnTo>
                    <a:pt x="871849" y="4567578"/>
                  </a:lnTo>
                  <a:lnTo>
                    <a:pt x="871943" y="4567578"/>
                  </a:lnTo>
                  <a:lnTo>
                    <a:pt x="872037" y="4567578"/>
                  </a:lnTo>
                  <a:lnTo>
                    <a:pt x="872131" y="4567578"/>
                  </a:lnTo>
                  <a:lnTo>
                    <a:pt x="872225" y="4567578"/>
                  </a:lnTo>
                  <a:lnTo>
                    <a:pt x="872320" y="4567578"/>
                  </a:lnTo>
                  <a:lnTo>
                    <a:pt x="872414" y="4567578"/>
                  </a:lnTo>
                  <a:lnTo>
                    <a:pt x="872508" y="4567578"/>
                  </a:lnTo>
                  <a:lnTo>
                    <a:pt x="872602" y="4567578"/>
                  </a:lnTo>
                  <a:lnTo>
                    <a:pt x="872696" y="4567578"/>
                  </a:lnTo>
                  <a:lnTo>
                    <a:pt x="872790" y="4567578"/>
                  </a:lnTo>
                  <a:lnTo>
                    <a:pt x="872884" y="4567578"/>
                  </a:lnTo>
                  <a:lnTo>
                    <a:pt x="872979" y="4567578"/>
                  </a:lnTo>
                  <a:lnTo>
                    <a:pt x="873073" y="4567578"/>
                  </a:lnTo>
                  <a:lnTo>
                    <a:pt x="873167" y="4567578"/>
                  </a:lnTo>
                  <a:lnTo>
                    <a:pt x="873261" y="4567578"/>
                  </a:lnTo>
                  <a:lnTo>
                    <a:pt x="873355" y="4567578"/>
                  </a:lnTo>
                  <a:lnTo>
                    <a:pt x="873449" y="4567578"/>
                  </a:lnTo>
                  <a:lnTo>
                    <a:pt x="873544" y="4567578"/>
                  </a:lnTo>
                  <a:lnTo>
                    <a:pt x="873638" y="4567578"/>
                  </a:lnTo>
                  <a:lnTo>
                    <a:pt x="873732" y="4567578"/>
                  </a:lnTo>
                  <a:lnTo>
                    <a:pt x="873826" y="4567578"/>
                  </a:lnTo>
                  <a:lnTo>
                    <a:pt x="873920" y="4567578"/>
                  </a:lnTo>
                  <a:lnTo>
                    <a:pt x="874014" y="4567578"/>
                  </a:lnTo>
                  <a:lnTo>
                    <a:pt x="874108" y="4567578"/>
                  </a:lnTo>
                  <a:lnTo>
                    <a:pt x="874203" y="4567578"/>
                  </a:lnTo>
                  <a:lnTo>
                    <a:pt x="874297" y="4567578"/>
                  </a:lnTo>
                  <a:lnTo>
                    <a:pt x="874391" y="4567578"/>
                  </a:lnTo>
                  <a:lnTo>
                    <a:pt x="874485" y="4567578"/>
                  </a:lnTo>
                  <a:lnTo>
                    <a:pt x="874579" y="4567578"/>
                  </a:lnTo>
                  <a:lnTo>
                    <a:pt x="874673" y="4567578"/>
                  </a:lnTo>
                  <a:lnTo>
                    <a:pt x="874767" y="4567578"/>
                  </a:lnTo>
                  <a:lnTo>
                    <a:pt x="874862" y="4567578"/>
                  </a:lnTo>
                  <a:lnTo>
                    <a:pt x="874956" y="4567578"/>
                  </a:lnTo>
                  <a:lnTo>
                    <a:pt x="875050" y="4567578"/>
                  </a:lnTo>
                  <a:lnTo>
                    <a:pt x="875144" y="4567578"/>
                  </a:lnTo>
                  <a:lnTo>
                    <a:pt x="875238" y="4567578"/>
                  </a:lnTo>
                  <a:lnTo>
                    <a:pt x="875332" y="4567578"/>
                  </a:lnTo>
                  <a:lnTo>
                    <a:pt x="875427" y="4567578"/>
                  </a:lnTo>
                  <a:lnTo>
                    <a:pt x="875521" y="4567578"/>
                  </a:lnTo>
                  <a:lnTo>
                    <a:pt x="875615" y="4567578"/>
                  </a:lnTo>
                  <a:lnTo>
                    <a:pt x="875709" y="4567578"/>
                  </a:lnTo>
                  <a:lnTo>
                    <a:pt x="875803" y="4567578"/>
                  </a:lnTo>
                  <a:lnTo>
                    <a:pt x="875897" y="4567578"/>
                  </a:lnTo>
                  <a:lnTo>
                    <a:pt x="875991" y="4567578"/>
                  </a:lnTo>
                  <a:lnTo>
                    <a:pt x="875991" y="4562667"/>
                  </a:lnTo>
                  <a:lnTo>
                    <a:pt x="876086" y="4562667"/>
                  </a:lnTo>
                  <a:lnTo>
                    <a:pt x="876180" y="4562667"/>
                  </a:lnTo>
                  <a:lnTo>
                    <a:pt x="876180" y="4557755"/>
                  </a:lnTo>
                  <a:lnTo>
                    <a:pt x="876274" y="4557755"/>
                  </a:lnTo>
                  <a:lnTo>
                    <a:pt x="876368" y="4557755"/>
                  </a:lnTo>
                  <a:lnTo>
                    <a:pt x="876462" y="4557755"/>
                  </a:lnTo>
                  <a:lnTo>
                    <a:pt x="876462" y="4552844"/>
                  </a:lnTo>
                  <a:lnTo>
                    <a:pt x="876556" y="4552844"/>
                  </a:lnTo>
                  <a:lnTo>
                    <a:pt x="876651" y="4552844"/>
                  </a:lnTo>
                  <a:lnTo>
                    <a:pt x="876745" y="4552844"/>
                  </a:lnTo>
                  <a:lnTo>
                    <a:pt x="876839" y="4552844"/>
                  </a:lnTo>
                  <a:lnTo>
                    <a:pt x="876839" y="4547933"/>
                  </a:lnTo>
                  <a:lnTo>
                    <a:pt x="876933" y="4547933"/>
                  </a:lnTo>
                  <a:lnTo>
                    <a:pt x="877027" y="4547933"/>
                  </a:lnTo>
                  <a:lnTo>
                    <a:pt x="877121" y="4547933"/>
                  </a:lnTo>
                  <a:lnTo>
                    <a:pt x="877121" y="4543021"/>
                  </a:lnTo>
                  <a:lnTo>
                    <a:pt x="877215" y="4543021"/>
                  </a:lnTo>
                  <a:lnTo>
                    <a:pt x="877310" y="4543021"/>
                  </a:lnTo>
                  <a:lnTo>
                    <a:pt x="877404" y="4543021"/>
                  </a:lnTo>
                  <a:lnTo>
                    <a:pt x="877498" y="4543021"/>
                  </a:lnTo>
                  <a:lnTo>
                    <a:pt x="877592" y="4543021"/>
                  </a:lnTo>
                  <a:lnTo>
                    <a:pt x="877686" y="4543021"/>
                  </a:lnTo>
                  <a:lnTo>
                    <a:pt x="877780" y="4543021"/>
                  </a:lnTo>
                  <a:lnTo>
                    <a:pt x="877875" y="4543021"/>
                  </a:lnTo>
                  <a:lnTo>
                    <a:pt x="877969" y="4543021"/>
                  </a:lnTo>
                  <a:lnTo>
                    <a:pt x="878063" y="4543021"/>
                  </a:lnTo>
                  <a:lnTo>
                    <a:pt x="878157" y="4543021"/>
                  </a:lnTo>
                  <a:lnTo>
                    <a:pt x="878251" y="4543021"/>
                  </a:lnTo>
                  <a:lnTo>
                    <a:pt x="878345" y="4543021"/>
                  </a:lnTo>
                  <a:lnTo>
                    <a:pt x="878439" y="4543021"/>
                  </a:lnTo>
                  <a:lnTo>
                    <a:pt x="878534" y="4543021"/>
                  </a:lnTo>
                  <a:lnTo>
                    <a:pt x="878628" y="4543021"/>
                  </a:lnTo>
                  <a:lnTo>
                    <a:pt x="878722" y="4543021"/>
                  </a:lnTo>
                  <a:lnTo>
                    <a:pt x="878816" y="4543021"/>
                  </a:lnTo>
                  <a:lnTo>
                    <a:pt x="878910" y="4543021"/>
                  </a:lnTo>
                  <a:lnTo>
                    <a:pt x="879004" y="4543021"/>
                  </a:lnTo>
                  <a:lnTo>
                    <a:pt x="879098" y="4543021"/>
                  </a:lnTo>
                  <a:lnTo>
                    <a:pt x="879193" y="4543021"/>
                  </a:lnTo>
                  <a:lnTo>
                    <a:pt x="879193" y="4538110"/>
                  </a:lnTo>
                  <a:lnTo>
                    <a:pt x="879287" y="4538110"/>
                  </a:lnTo>
                  <a:lnTo>
                    <a:pt x="879381" y="4538110"/>
                  </a:lnTo>
                  <a:lnTo>
                    <a:pt x="879475" y="4538110"/>
                  </a:lnTo>
                  <a:lnTo>
                    <a:pt x="879569" y="4538110"/>
                  </a:lnTo>
                  <a:lnTo>
                    <a:pt x="879663" y="4538110"/>
                  </a:lnTo>
                  <a:lnTo>
                    <a:pt x="879758" y="4538110"/>
                  </a:lnTo>
                  <a:lnTo>
                    <a:pt x="879852" y="4538110"/>
                  </a:lnTo>
                  <a:lnTo>
                    <a:pt x="879946" y="4538110"/>
                  </a:lnTo>
                  <a:lnTo>
                    <a:pt x="880040" y="4538110"/>
                  </a:lnTo>
                  <a:lnTo>
                    <a:pt x="880134" y="4538110"/>
                  </a:lnTo>
                  <a:lnTo>
                    <a:pt x="880228" y="4538110"/>
                  </a:lnTo>
                  <a:lnTo>
                    <a:pt x="880322" y="4538110"/>
                  </a:lnTo>
                  <a:lnTo>
                    <a:pt x="880322" y="4533199"/>
                  </a:lnTo>
                  <a:lnTo>
                    <a:pt x="880417" y="4533199"/>
                  </a:lnTo>
                  <a:lnTo>
                    <a:pt x="880511" y="4533199"/>
                  </a:lnTo>
                  <a:lnTo>
                    <a:pt x="880605" y="4533199"/>
                  </a:lnTo>
                  <a:lnTo>
                    <a:pt x="880699" y="4533199"/>
                  </a:lnTo>
                  <a:lnTo>
                    <a:pt x="880793" y="4533199"/>
                  </a:lnTo>
                  <a:lnTo>
                    <a:pt x="880887" y="4533199"/>
                  </a:lnTo>
                  <a:lnTo>
                    <a:pt x="880982" y="4533199"/>
                  </a:lnTo>
                  <a:lnTo>
                    <a:pt x="881076" y="4533199"/>
                  </a:lnTo>
                  <a:lnTo>
                    <a:pt x="881170" y="4533199"/>
                  </a:lnTo>
                  <a:lnTo>
                    <a:pt x="881264" y="4533199"/>
                  </a:lnTo>
                  <a:lnTo>
                    <a:pt x="881358" y="4533199"/>
                  </a:lnTo>
                  <a:lnTo>
                    <a:pt x="881452" y="4533199"/>
                  </a:lnTo>
                  <a:lnTo>
                    <a:pt x="881546" y="4533199"/>
                  </a:lnTo>
                  <a:lnTo>
                    <a:pt x="881641" y="4533199"/>
                  </a:lnTo>
                  <a:lnTo>
                    <a:pt x="881735" y="4533199"/>
                  </a:lnTo>
                  <a:lnTo>
                    <a:pt x="881829" y="4533199"/>
                  </a:lnTo>
                  <a:lnTo>
                    <a:pt x="881923" y="4533199"/>
                  </a:lnTo>
                  <a:lnTo>
                    <a:pt x="882017" y="4533199"/>
                  </a:lnTo>
                  <a:lnTo>
                    <a:pt x="882111" y="4533199"/>
                  </a:lnTo>
                  <a:lnTo>
                    <a:pt x="882206" y="4533199"/>
                  </a:lnTo>
                  <a:lnTo>
                    <a:pt x="882300" y="4533199"/>
                  </a:lnTo>
                  <a:lnTo>
                    <a:pt x="882394" y="4533199"/>
                  </a:lnTo>
                  <a:lnTo>
                    <a:pt x="882488" y="4533199"/>
                  </a:lnTo>
                  <a:lnTo>
                    <a:pt x="882582" y="4533199"/>
                  </a:lnTo>
                  <a:lnTo>
                    <a:pt x="882676" y="4533199"/>
                  </a:lnTo>
                  <a:lnTo>
                    <a:pt x="882770" y="4533199"/>
                  </a:lnTo>
                  <a:lnTo>
                    <a:pt x="882865" y="4533199"/>
                  </a:lnTo>
                  <a:lnTo>
                    <a:pt x="882959" y="4533199"/>
                  </a:lnTo>
                  <a:lnTo>
                    <a:pt x="883053" y="4533199"/>
                  </a:lnTo>
                  <a:lnTo>
                    <a:pt x="883147" y="4533199"/>
                  </a:lnTo>
                  <a:lnTo>
                    <a:pt x="883241" y="4533199"/>
                  </a:lnTo>
                  <a:lnTo>
                    <a:pt x="883335" y="4533199"/>
                  </a:lnTo>
                  <a:lnTo>
                    <a:pt x="883429" y="4533199"/>
                  </a:lnTo>
                  <a:lnTo>
                    <a:pt x="883524" y="4533199"/>
                  </a:lnTo>
                  <a:lnTo>
                    <a:pt x="883618" y="4533199"/>
                  </a:lnTo>
                  <a:lnTo>
                    <a:pt x="883712" y="4533199"/>
                  </a:lnTo>
                  <a:lnTo>
                    <a:pt x="883806" y="4533199"/>
                  </a:lnTo>
                  <a:lnTo>
                    <a:pt x="883900" y="4533199"/>
                  </a:lnTo>
                  <a:lnTo>
                    <a:pt x="883994" y="4533199"/>
                  </a:lnTo>
                  <a:lnTo>
                    <a:pt x="884089" y="4533199"/>
                  </a:lnTo>
                  <a:lnTo>
                    <a:pt x="884183" y="4533199"/>
                  </a:lnTo>
                  <a:lnTo>
                    <a:pt x="884277" y="4533199"/>
                  </a:lnTo>
                  <a:lnTo>
                    <a:pt x="884371" y="4533199"/>
                  </a:lnTo>
                  <a:lnTo>
                    <a:pt x="884465" y="4533199"/>
                  </a:lnTo>
                  <a:lnTo>
                    <a:pt x="884559" y="4533199"/>
                  </a:lnTo>
                  <a:lnTo>
                    <a:pt x="884653" y="4533199"/>
                  </a:lnTo>
                  <a:lnTo>
                    <a:pt x="884748" y="4533199"/>
                  </a:lnTo>
                  <a:lnTo>
                    <a:pt x="884842" y="4533199"/>
                  </a:lnTo>
                  <a:lnTo>
                    <a:pt x="884936" y="4533199"/>
                  </a:lnTo>
                  <a:lnTo>
                    <a:pt x="885030" y="4533199"/>
                  </a:lnTo>
                  <a:lnTo>
                    <a:pt x="885124" y="4533199"/>
                  </a:lnTo>
                  <a:lnTo>
                    <a:pt x="885218" y="4533199"/>
                  </a:lnTo>
                  <a:lnTo>
                    <a:pt x="885313" y="4533199"/>
                  </a:lnTo>
                  <a:lnTo>
                    <a:pt x="885407" y="4533199"/>
                  </a:lnTo>
                  <a:lnTo>
                    <a:pt x="885501" y="4533199"/>
                  </a:lnTo>
                  <a:lnTo>
                    <a:pt x="885595" y="4533199"/>
                  </a:lnTo>
                  <a:lnTo>
                    <a:pt x="885689" y="4533199"/>
                  </a:lnTo>
                  <a:lnTo>
                    <a:pt x="885783" y="4533199"/>
                  </a:lnTo>
                  <a:lnTo>
                    <a:pt x="885877" y="4533199"/>
                  </a:lnTo>
                  <a:lnTo>
                    <a:pt x="885972" y="4533199"/>
                  </a:lnTo>
                  <a:lnTo>
                    <a:pt x="886066" y="4533199"/>
                  </a:lnTo>
                  <a:lnTo>
                    <a:pt x="886160" y="4533199"/>
                  </a:lnTo>
                  <a:lnTo>
                    <a:pt x="886254" y="4533199"/>
                  </a:lnTo>
                  <a:lnTo>
                    <a:pt x="886348" y="4533199"/>
                  </a:lnTo>
                  <a:lnTo>
                    <a:pt x="886442" y="4533199"/>
                  </a:lnTo>
                  <a:lnTo>
                    <a:pt x="886537" y="4533199"/>
                  </a:lnTo>
                  <a:lnTo>
                    <a:pt x="886631" y="4533199"/>
                  </a:lnTo>
                  <a:lnTo>
                    <a:pt x="886725" y="4533199"/>
                  </a:lnTo>
                  <a:lnTo>
                    <a:pt x="886819" y="4533199"/>
                  </a:lnTo>
                  <a:lnTo>
                    <a:pt x="886913" y="4533199"/>
                  </a:lnTo>
                  <a:lnTo>
                    <a:pt x="887007" y="4533199"/>
                  </a:lnTo>
                  <a:lnTo>
                    <a:pt x="887101" y="4533199"/>
                  </a:lnTo>
                  <a:lnTo>
                    <a:pt x="887196" y="4533199"/>
                  </a:lnTo>
                  <a:lnTo>
                    <a:pt x="887290" y="4533199"/>
                  </a:lnTo>
                  <a:lnTo>
                    <a:pt x="887384" y="4533199"/>
                  </a:lnTo>
                  <a:lnTo>
                    <a:pt x="887478" y="4533199"/>
                  </a:lnTo>
                  <a:lnTo>
                    <a:pt x="887572" y="4533199"/>
                  </a:lnTo>
                  <a:lnTo>
                    <a:pt x="887666" y="4533199"/>
                  </a:lnTo>
                  <a:lnTo>
                    <a:pt x="887760" y="4533199"/>
                  </a:lnTo>
                  <a:lnTo>
                    <a:pt x="887855" y="4533199"/>
                  </a:lnTo>
                  <a:lnTo>
                    <a:pt x="887949" y="4533199"/>
                  </a:lnTo>
                  <a:lnTo>
                    <a:pt x="888043" y="4533199"/>
                  </a:lnTo>
                  <a:lnTo>
                    <a:pt x="888137" y="4533199"/>
                  </a:lnTo>
                  <a:lnTo>
                    <a:pt x="888231" y="4533199"/>
                  </a:lnTo>
                  <a:lnTo>
                    <a:pt x="888325" y="4533199"/>
                  </a:lnTo>
                  <a:lnTo>
                    <a:pt x="888420" y="4533199"/>
                  </a:lnTo>
                  <a:lnTo>
                    <a:pt x="888514" y="4533199"/>
                  </a:lnTo>
                  <a:lnTo>
                    <a:pt x="888608" y="4533199"/>
                  </a:lnTo>
                  <a:lnTo>
                    <a:pt x="888702" y="4533199"/>
                  </a:lnTo>
                  <a:lnTo>
                    <a:pt x="888796" y="4533199"/>
                  </a:lnTo>
                  <a:lnTo>
                    <a:pt x="888890" y="4533199"/>
                  </a:lnTo>
                  <a:lnTo>
                    <a:pt x="888984" y="4533199"/>
                  </a:lnTo>
                  <a:lnTo>
                    <a:pt x="889079" y="4533199"/>
                  </a:lnTo>
                  <a:lnTo>
                    <a:pt x="889173" y="4533199"/>
                  </a:lnTo>
                  <a:lnTo>
                    <a:pt x="889267" y="4533199"/>
                  </a:lnTo>
                  <a:lnTo>
                    <a:pt x="889361" y="4533199"/>
                  </a:lnTo>
                  <a:lnTo>
                    <a:pt x="889455" y="4533199"/>
                  </a:lnTo>
                  <a:lnTo>
                    <a:pt x="889549" y="4533199"/>
                  </a:lnTo>
                  <a:lnTo>
                    <a:pt x="889644" y="4533199"/>
                  </a:lnTo>
                  <a:lnTo>
                    <a:pt x="889738" y="4533199"/>
                  </a:lnTo>
                  <a:lnTo>
                    <a:pt x="889832" y="4533199"/>
                  </a:lnTo>
                  <a:lnTo>
                    <a:pt x="889926" y="4533199"/>
                  </a:lnTo>
                  <a:lnTo>
                    <a:pt x="890020" y="4533199"/>
                  </a:lnTo>
                  <a:lnTo>
                    <a:pt x="890114" y="4533199"/>
                  </a:lnTo>
                  <a:lnTo>
                    <a:pt x="890208" y="4533199"/>
                  </a:lnTo>
                  <a:lnTo>
                    <a:pt x="890303" y="4533199"/>
                  </a:lnTo>
                  <a:lnTo>
                    <a:pt x="890397" y="4533199"/>
                  </a:lnTo>
                  <a:lnTo>
                    <a:pt x="890491" y="4533199"/>
                  </a:lnTo>
                  <a:lnTo>
                    <a:pt x="890585" y="4533199"/>
                  </a:lnTo>
                  <a:lnTo>
                    <a:pt x="890679" y="4533199"/>
                  </a:lnTo>
                  <a:lnTo>
                    <a:pt x="890773" y="4533199"/>
                  </a:lnTo>
                  <a:lnTo>
                    <a:pt x="890868" y="4533199"/>
                  </a:lnTo>
                  <a:lnTo>
                    <a:pt x="890962" y="4533199"/>
                  </a:lnTo>
                  <a:lnTo>
                    <a:pt x="890962" y="4528287"/>
                  </a:lnTo>
                  <a:lnTo>
                    <a:pt x="891056" y="4528287"/>
                  </a:lnTo>
                  <a:lnTo>
                    <a:pt x="891150" y="4528287"/>
                  </a:lnTo>
                  <a:lnTo>
                    <a:pt x="891244" y="4528287"/>
                  </a:lnTo>
                  <a:lnTo>
                    <a:pt x="891338" y="4528287"/>
                  </a:lnTo>
                  <a:lnTo>
                    <a:pt x="891432" y="4528287"/>
                  </a:lnTo>
                  <a:lnTo>
                    <a:pt x="891527" y="4528287"/>
                  </a:lnTo>
                  <a:lnTo>
                    <a:pt x="891621" y="4528287"/>
                  </a:lnTo>
                  <a:lnTo>
                    <a:pt x="891715" y="4528287"/>
                  </a:lnTo>
                  <a:lnTo>
                    <a:pt x="891809" y="4528287"/>
                  </a:lnTo>
                  <a:lnTo>
                    <a:pt x="891903" y="4528287"/>
                  </a:lnTo>
                  <a:lnTo>
                    <a:pt x="891997" y="4528287"/>
                  </a:lnTo>
                  <a:lnTo>
                    <a:pt x="892091" y="4528287"/>
                  </a:lnTo>
                  <a:lnTo>
                    <a:pt x="892186" y="4528287"/>
                  </a:lnTo>
                  <a:lnTo>
                    <a:pt x="892280" y="4528287"/>
                  </a:lnTo>
                  <a:lnTo>
                    <a:pt x="892374" y="4528287"/>
                  </a:lnTo>
                  <a:lnTo>
                    <a:pt x="892468" y="4528287"/>
                  </a:lnTo>
                  <a:lnTo>
                    <a:pt x="892562" y="4528287"/>
                  </a:lnTo>
                  <a:lnTo>
                    <a:pt x="892656" y="4528287"/>
                  </a:lnTo>
                  <a:lnTo>
                    <a:pt x="892751" y="4528287"/>
                  </a:lnTo>
                  <a:lnTo>
                    <a:pt x="892845" y="4528287"/>
                  </a:lnTo>
                  <a:lnTo>
                    <a:pt x="892939" y="4528287"/>
                  </a:lnTo>
                  <a:lnTo>
                    <a:pt x="893033" y="4528287"/>
                  </a:lnTo>
                  <a:lnTo>
                    <a:pt x="893127" y="4528287"/>
                  </a:lnTo>
                  <a:lnTo>
                    <a:pt x="893221" y="4528287"/>
                  </a:lnTo>
                  <a:lnTo>
                    <a:pt x="893315" y="4528287"/>
                  </a:lnTo>
                  <a:lnTo>
                    <a:pt x="893315" y="4523376"/>
                  </a:lnTo>
                  <a:lnTo>
                    <a:pt x="893410" y="4523376"/>
                  </a:lnTo>
                  <a:lnTo>
                    <a:pt x="893504" y="4523376"/>
                  </a:lnTo>
                  <a:lnTo>
                    <a:pt x="893598" y="4523376"/>
                  </a:lnTo>
                  <a:lnTo>
                    <a:pt x="893692" y="4523376"/>
                  </a:lnTo>
                  <a:lnTo>
                    <a:pt x="893786" y="4523376"/>
                  </a:lnTo>
                  <a:lnTo>
                    <a:pt x="893880" y="4523376"/>
                  </a:lnTo>
                  <a:lnTo>
                    <a:pt x="893975" y="4523376"/>
                  </a:lnTo>
                  <a:lnTo>
                    <a:pt x="894069" y="4523376"/>
                  </a:lnTo>
                  <a:lnTo>
                    <a:pt x="894163" y="4523376"/>
                  </a:lnTo>
                  <a:lnTo>
                    <a:pt x="894257" y="4523376"/>
                  </a:lnTo>
                  <a:lnTo>
                    <a:pt x="894351" y="4523376"/>
                  </a:lnTo>
                  <a:lnTo>
                    <a:pt x="894445" y="4523376"/>
                  </a:lnTo>
                  <a:lnTo>
                    <a:pt x="894539" y="4523376"/>
                  </a:lnTo>
                  <a:lnTo>
                    <a:pt x="894634" y="4523376"/>
                  </a:lnTo>
                  <a:lnTo>
                    <a:pt x="894728" y="4523376"/>
                  </a:lnTo>
                  <a:lnTo>
                    <a:pt x="894822" y="4523376"/>
                  </a:lnTo>
                  <a:lnTo>
                    <a:pt x="894916" y="4523376"/>
                  </a:lnTo>
                  <a:lnTo>
                    <a:pt x="895010" y="4523376"/>
                  </a:lnTo>
                  <a:lnTo>
                    <a:pt x="895104" y="4523376"/>
                  </a:lnTo>
                  <a:lnTo>
                    <a:pt x="895199" y="4523376"/>
                  </a:lnTo>
                  <a:lnTo>
                    <a:pt x="895293" y="4523376"/>
                  </a:lnTo>
                  <a:lnTo>
                    <a:pt x="895387" y="4523376"/>
                  </a:lnTo>
                  <a:lnTo>
                    <a:pt x="895481" y="4523376"/>
                  </a:lnTo>
                  <a:lnTo>
                    <a:pt x="895575" y="4523376"/>
                  </a:lnTo>
                  <a:lnTo>
                    <a:pt x="895669" y="4523376"/>
                  </a:lnTo>
                  <a:lnTo>
                    <a:pt x="895763" y="4523376"/>
                  </a:lnTo>
                  <a:lnTo>
                    <a:pt x="895858" y="4523376"/>
                  </a:lnTo>
                  <a:lnTo>
                    <a:pt x="895952" y="4523376"/>
                  </a:lnTo>
                  <a:lnTo>
                    <a:pt x="896046" y="4523376"/>
                  </a:lnTo>
                  <a:lnTo>
                    <a:pt x="896140" y="4523376"/>
                  </a:lnTo>
                  <a:lnTo>
                    <a:pt x="896234" y="4523376"/>
                  </a:lnTo>
                  <a:lnTo>
                    <a:pt x="896328" y="4523376"/>
                  </a:lnTo>
                  <a:lnTo>
                    <a:pt x="896422" y="4523376"/>
                  </a:lnTo>
                  <a:lnTo>
                    <a:pt x="896422" y="4518464"/>
                  </a:lnTo>
                  <a:lnTo>
                    <a:pt x="896517" y="4518464"/>
                  </a:lnTo>
                  <a:lnTo>
                    <a:pt x="896611" y="4518464"/>
                  </a:lnTo>
                  <a:lnTo>
                    <a:pt x="896705" y="4518464"/>
                  </a:lnTo>
                  <a:lnTo>
                    <a:pt x="896799" y="4518464"/>
                  </a:lnTo>
                  <a:lnTo>
                    <a:pt x="896893" y="4518464"/>
                  </a:lnTo>
                  <a:lnTo>
                    <a:pt x="896893" y="4513553"/>
                  </a:lnTo>
                  <a:lnTo>
                    <a:pt x="896987" y="4513553"/>
                  </a:lnTo>
                  <a:lnTo>
                    <a:pt x="897082" y="4513553"/>
                  </a:lnTo>
                  <a:lnTo>
                    <a:pt x="897176" y="4513553"/>
                  </a:lnTo>
                  <a:lnTo>
                    <a:pt x="897270" y="4513553"/>
                  </a:lnTo>
                  <a:lnTo>
                    <a:pt x="897364" y="4513553"/>
                  </a:lnTo>
                  <a:lnTo>
                    <a:pt x="897458" y="4513553"/>
                  </a:lnTo>
                  <a:lnTo>
                    <a:pt x="897552" y="4513553"/>
                  </a:lnTo>
                  <a:lnTo>
                    <a:pt x="897646" y="4513553"/>
                  </a:lnTo>
                  <a:lnTo>
                    <a:pt x="897741" y="4513553"/>
                  </a:lnTo>
                  <a:lnTo>
                    <a:pt x="897741" y="4508642"/>
                  </a:lnTo>
                  <a:lnTo>
                    <a:pt x="897835" y="4508642"/>
                  </a:lnTo>
                  <a:lnTo>
                    <a:pt x="897929" y="4508642"/>
                  </a:lnTo>
                  <a:lnTo>
                    <a:pt x="898023" y="4508642"/>
                  </a:lnTo>
                  <a:lnTo>
                    <a:pt x="898117" y="4508642"/>
                  </a:lnTo>
                  <a:lnTo>
                    <a:pt x="898211" y="4508642"/>
                  </a:lnTo>
                  <a:lnTo>
                    <a:pt x="898306" y="4508642"/>
                  </a:lnTo>
                  <a:lnTo>
                    <a:pt x="898400" y="4508642"/>
                  </a:lnTo>
                  <a:lnTo>
                    <a:pt x="898494" y="4508642"/>
                  </a:lnTo>
                  <a:lnTo>
                    <a:pt x="898588" y="4508642"/>
                  </a:lnTo>
                  <a:lnTo>
                    <a:pt x="898682" y="4508642"/>
                  </a:lnTo>
                  <a:lnTo>
                    <a:pt x="898776" y="4508642"/>
                  </a:lnTo>
                  <a:lnTo>
                    <a:pt x="898870" y="4508642"/>
                  </a:lnTo>
                  <a:lnTo>
                    <a:pt x="898965" y="4508642"/>
                  </a:lnTo>
                  <a:lnTo>
                    <a:pt x="899059" y="4508642"/>
                  </a:lnTo>
                  <a:lnTo>
                    <a:pt x="899059" y="4503730"/>
                  </a:lnTo>
                  <a:lnTo>
                    <a:pt x="899153" y="4503730"/>
                  </a:lnTo>
                  <a:lnTo>
                    <a:pt x="899247" y="4503730"/>
                  </a:lnTo>
                  <a:lnTo>
                    <a:pt x="899341" y="4503730"/>
                  </a:lnTo>
                  <a:lnTo>
                    <a:pt x="899435" y="4503730"/>
                  </a:lnTo>
                  <a:lnTo>
                    <a:pt x="899530" y="4503730"/>
                  </a:lnTo>
                  <a:lnTo>
                    <a:pt x="899624" y="4503730"/>
                  </a:lnTo>
                  <a:lnTo>
                    <a:pt x="899718" y="4503730"/>
                  </a:lnTo>
                  <a:lnTo>
                    <a:pt x="899812" y="4503730"/>
                  </a:lnTo>
                  <a:lnTo>
                    <a:pt x="899906" y="4503730"/>
                  </a:lnTo>
                  <a:lnTo>
                    <a:pt x="900000" y="4503730"/>
                  </a:lnTo>
                  <a:lnTo>
                    <a:pt x="900094" y="4503730"/>
                  </a:lnTo>
                  <a:lnTo>
                    <a:pt x="900189" y="4503730"/>
                  </a:lnTo>
                  <a:lnTo>
                    <a:pt x="900283" y="4503730"/>
                  </a:lnTo>
                  <a:lnTo>
                    <a:pt x="900377" y="4503730"/>
                  </a:lnTo>
                  <a:lnTo>
                    <a:pt x="900471" y="4503730"/>
                  </a:lnTo>
                  <a:lnTo>
                    <a:pt x="900471" y="4498819"/>
                  </a:lnTo>
                  <a:lnTo>
                    <a:pt x="900565" y="4498819"/>
                  </a:lnTo>
                  <a:lnTo>
                    <a:pt x="900659" y="4498819"/>
                  </a:lnTo>
                  <a:lnTo>
                    <a:pt x="900753" y="4498819"/>
                  </a:lnTo>
                  <a:lnTo>
                    <a:pt x="900848" y="4498819"/>
                  </a:lnTo>
                  <a:lnTo>
                    <a:pt x="900942" y="4498819"/>
                  </a:lnTo>
                  <a:lnTo>
                    <a:pt x="901036" y="4498819"/>
                  </a:lnTo>
                  <a:lnTo>
                    <a:pt x="901130" y="4498819"/>
                  </a:lnTo>
                  <a:lnTo>
                    <a:pt x="901224" y="4498819"/>
                  </a:lnTo>
                  <a:lnTo>
                    <a:pt x="901318" y="4498819"/>
                  </a:lnTo>
                  <a:lnTo>
                    <a:pt x="901413" y="4498819"/>
                  </a:lnTo>
                  <a:lnTo>
                    <a:pt x="901507" y="4498819"/>
                  </a:lnTo>
                  <a:lnTo>
                    <a:pt x="901601" y="4498819"/>
                  </a:lnTo>
                  <a:lnTo>
                    <a:pt x="901695" y="4498819"/>
                  </a:lnTo>
                  <a:lnTo>
                    <a:pt x="901789" y="4498819"/>
                  </a:lnTo>
                  <a:lnTo>
                    <a:pt x="901883" y="4498819"/>
                  </a:lnTo>
                  <a:lnTo>
                    <a:pt x="901883" y="4493908"/>
                  </a:lnTo>
                  <a:lnTo>
                    <a:pt x="901977" y="4493908"/>
                  </a:lnTo>
                  <a:lnTo>
                    <a:pt x="902072" y="4493908"/>
                  </a:lnTo>
                  <a:lnTo>
                    <a:pt x="902166" y="4493908"/>
                  </a:lnTo>
                  <a:lnTo>
                    <a:pt x="902260" y="4493908"/>
                  </a:lnTo>
                  <a:lnTo>
                    <a:pt x="902354" y="4493908"/>
                  </a:lnTo>
                  <a:lnTo>
                    <a:pt x="902448" y="4493908"/>
                  </a:lnTo>
                  <a:lnTo>
                    <a:pt x="902448" y="4488996"/>
                  </a:lnTo>
                  <a:lnTo>
                    <a:pt x="902542" y="4488996"/>
                  </a:lnTo>
                  <a:lnTo>
                    <a:pt x="902637" y="4488996"/>
                  </a:lnTo>
                  <a:lnTo>
                    <a:pt x="902731" y="4488996"/>
                  </a:lnTo>
                  <a:lnTo>
                    <a:pt x="902825" y="4488996"/>
                  </a:lnTo>
                  <a:lnTo>
                    <a:pt x="902919" y="4488996"/>
                  </a:lnTo>
                  <a:lnTo>
                    <a:pt x="903013" y="4488996"/>
                  </a:lnTo>
                  <a:lnTo>
                    <a:pt x="903107" y="4488996"/>
                  </a:lnTo>
                  <a:lnTo>
                    <a:pt x="903201" y="4488996"/>
                  </a:lnTo>
                  <a:lnTo>
                    <a:pt x="903296" y="4488996"/>
                  </a:lnTo>
                  <a:lnTo>
                    <a:pt x="903390" y="4488996"/>
                  </a:lnTo>
                  <a:lnTo>
                    <a:pt x="903484" y="4488996"/>
                  </a:lnTo>
                  <a:lnTo>
                    <a:pt x="903578" y="4488996"/>
                  </a:lnTo>
                  <a:lnTo>
                    <a:pt x="903672" y="4488996"/>
                  </a:lnTo>
                  <a:lnTo>
                    <a:pt x="903766" y="4488996"/>
                  </a:lnTo>
                  <a:lnTo>
                    <a:pt x="903861" y="4488996"/>
                  </a:lnTo>
                  <a:lnTo>
                    <a:pt x="903955" y="4488996"/>
                  </a:lnTo>
                  <a:lnTo>
                    <a:pt x="904049" y="4488996"/>
                  </a:lnTo>
                  <a:lnTo>
                    <a:pt x="904143" y="4488996"/>
                  </a:lnTo>
                  <a:lnTo>
                    <a:pt x="904237" y="4488996"/>
                  </a:lnTo>
                  <a:lnTo>
                    <a:pt x="904331" y="4488996"/>
                  </a:lnTo>
                  <a:lnTo>
                    <a:pt x="904425" y="4488996"/>
                  </a:lnTo>
                  <a:lnTo>
                    <a:pt x="904520" y="4488996"/>
                  </a:lnTo>
                  <a:lnTo>
                    <a:pt x="904614" y="4488996"/>
                  </a:lnTo>
                  <a:lnTo>
                    <a:pt x="904708" y="4488996"/>
                  </a:lnTo>
                  <a:lnTo>
                    <a:pt x="904802" y="4488996"/>
                  </a:lnTo>
                  <a:lnTo>
                    <a:pt x="904896" y="4488996"/>
                  </a:lnTo>
                  <a:lnTo>
                    <a:pt x="904990" y="4488996"/>
                  </a:lnTo>
                  <a:lnTo>
                    <a:pt x="905084" y="4488996"/>
                  </a:lnTo>
                  <a:lnTo>
                    <a:pt x="905084" y="4484085"/>
                  </a:lnTo>
                  <a:lnTo>
                    <a:pt x="905179" y="4484085"/>
                  </a:lnTo>
                  <a:lnTo>
                    <a:pt x="905273" y="4484085"/>
                  </a:lnTo>
                  <a:lnTo>
                    <a:pt x="905367" y="4484085"/>
                  </a:lnTo>
                  <a:lnTo>
                    <a:pt x="905461" y="4484085"/>
                  </a:lnTo>
                  <a:lnTo>
                    <a:pt x="905555" y="4484085"/>
                  </a:lnTo>
                  <a:lnTo>
                    <a:pt x="905649" y="4484085"/>
                  </a:lnTo>
                  <a:lnTo>
                    <a:pt x="905744" y="4484085"/>
                  </a:lnTo>
                  <a:lnTo>
                    <a:pt x="905838" y="4484085"/>
                  </a:lnTo>
                  <a:lnTo>
                    <a:pt x="905932" y="4484085"/>
                  </a:lnTo>
                  <a:lnTo>
                    <a:pt x="906026" y="4484085"/>
                  </a:lnTo>
                  <a:lnTo>
                    <a:pt x="906120" y="4484085"/>
                  </a:lnTo>
                  <a:lnTo>
                    <a:pt x="906214" y="4484085"/>
                  </a:lnTo>
                  <a:lnTo>
                    <a:pt x="906308" y="4484085"/>
                  </a:lnTo>
                  <a:lnTo>
                    <a:pt x="906403" y="4484085"/>
                  </a:lnTo>
                  <a:lnTo>
                    <a:pt x="906497" y="4484085"/>
                  </a:lnTo>
                  <a:lnTo>
                    <a:pt x="906591" y="4484085"/>
                  </a:lnTo>
                  <a:lnTo>
                    <a:pt x="906685" y="4484085"/>
                  </a:lnTo>
                  <a:lnTo>
                    <a:pt x="906779" y="4484085"/>
                  </a:lnTo>
                  <a:lnTo>
                    <a:pt x="906873" y="4484085"/>
                  </a:lnTo>
                  <a:lnTo>
                    <a:pt x="906968" y="4484085"/>
                  </a:lnTo>
                  <a:lnTo>
                    <a:pt x="907062" y="4484085"/>
                  </a:lnTo>
                  <a:lnTo>
                    <a:pt x="907156" y="4484085"/>
                  </a:lnTo>
                  <a:lnTo>
                    <a:pt x="907250" y="4484085"/>
                  </a:lnTo>
                  <a:lnTo>
                    <a:pt x="907344" y="4484085"/>
                  </a:lnTo>
                  <a:lnTo>
                    <a:pt x="907438" y="4484085"/>
                  </a:lnTo>
                  <a:lnTo>
                    <a:pt x="907532" y="4484085"/>
                  </a:lnTo>
                  <a:lnTo>
                    <a:pt x="907627" y="4484085"/>
                  </a:lnTo>
                  <a:lnTo>
                    <a:pt x="907721" y="4484085"/>
                  </a:lnTo>
                  <a:lnTo>
                    <a:pt x="907815" y="4484085"/>
                  </a:lnTo>
                  <a:lnTo>
                    <a:pt x="907909" y="4484085"/>
                  </a:lnTo>
                  <a:lnTo>
                    <a:pt x="908003" y="4484085"/>
                  </a:lnTo>
                  <a:lnTo>
                    <a:pt x="908097" y="4484085"/>
                  </a:lnTo>
                  <a:lnTo>
                    <a:pt x="908192" y="4484085"/>
                  </a:lnTo>
                  <a:lnTo>
                    <a:pt x="908286" y="4484085"/>
                  </a:lnTo>
                  <a:lnTo>
                    <a:pt x="908380" y="4484085"/>
                  </a:lnTo>
                  <a:lnTo>
                    <a:pt x="908474" y="4484085"/>
                  </a:lnTo>
                  <a:lnTo>
                    <a:pt x="908568" y="4484085"/>
                  </a:lnTo>
                  <a:lnTo>
                    <a:pt x="908662" y="4484085"/>
                  </a:lnTo>
                  <a:lnTo>
                    <a:pt x="908756" y="4484085"/>
                  </a:lnTo>
                  <a:lnTo>
                    <a:pt x="908851" y="4484085"/>
                  </a:lnTo>
                  <a:lnTo>
                    <a:pt x="908945" y="4484085"/>
                  </a:lnTo>
                  <a:lnTo>
                    <a:pt x="909039" y="4484085"/>
                  </a:lnTo>
                  <a:lnTo>
                    <a:pt x="909133" y="4484085"/>
                  </a:lnTo>
                  <a:lnTo>
                    <a:pt x="909227" y="4484085"/>
                  </a:lnTo>
                  <a:lnTo>
                    <a:pt x="909321" y="4484085"/>
                  </a:lnTo>
                  <a:lnTo>
                    <a:pt x="909415" y="4484085"/>
                  </a:lnTo>
                  <a:lnTo>
                    <a:pt x="909510" y="4484085"/>
                  </a:lnTo>
                  <a:lnTo>
                    <a:pt x="909604" y="4484085"/>
                  </a:lnTo>
                  <a:lnTo>
                    <a:pt x="909698" y="4484085"/>
                  </a:lnTo>
                  <a:lnTo>
                    <a:pt x="909792" y="4484085"/>
                  </a:lnTo>
                  <a:lnTo>
                    <a:pt x="909886" y="4484085"/>
                  </a:lnTo>
                  <a:lnTo>
                    <a:pt x="909980" y="4484085"/>
                  </a:lnTo>
                  <a:lnTo>
                    <a:pt x="910075" y="4484085"/>
                  </a:lnTo>
                  <a:lnTo>
                    <a:pt x="910169" y="4484085"/>
                  </a:lnTo>
                  <a:lnTo>
                    <a:pt x="910263" y="4484085"/>
                  </a:lnTo>
                  <a:lnTo>
                    <a:pt x="910357" y="4484085"/>
                  </a:lnTo>
                  <a:lnTo>
                    <a:pt x="910451" y="4484085"/>
                  </a:lnTo>
                  <a:lnTo>
                    <a:pt x="910545" y="4484085"/>
                  </a:lnTo>
                  <a:lnTo>
                    <a:pt x="910639" y="4484085"/>
                  </a:lnTo>
                  <a:lnTo>
                    <a:pt x="910734" y="4484085"/>
                  </a:lnTo>
                  <a:lnTo>
                    <a:pt x="910828" y="4484085"/>
                  </a:lnTo>
                  <a:lnTo>
                    <a:pt x="910828" y="4479173"/>
                  </a:lnTo>
                  <a:lnTo>
                    <a:pt x="910922" y="4479173"/>
                  </a:lnTo>
                  <a:lnTo>
                    <a:pt x="911016" y="4479173"/>
                  </a:lnTo>
                  <a:lnTo>
                    <a:pt x="911110" y="4479173"/>
                  </a:lnTo>
                  <a:lnTo>
                    <a:pt x="911204" y="4479173"/>
                  </a:lnTo>
                  <a:lnTo>
                    <a:pt x="911299" y="4479173"/>
                  </a:lnTo>
                  <a:lnTo>
                    <a:pt x="911393" y="4479173"/>
                  </a:lnTo>
                  <a:lnTo>
                    <a:pt x="911487" y="4479173"/>
                  </a:lnTo>
                  <a:lnTo>
                    <a:pt x="911581" y="4479173"/>
                  </a:lnTo>
                  <a:lnTo>
                    <a:pt x="911675" y="4479173"/>
                  </a:lnTo>
                  <a:lnTo>
                    <a:pt x="911675" y="4474262"/>
                  </a:lnTo>
                  <a:lnTo>
                    <a:pt x="911769" y="4474262"/>
                  </a:lnTo>
                  <a:lnTo>
                    <a:pt x="911863" y="4474262"/>
                  </a:lnTo>
                  <a:lnTo>
                    <a:pt x="911958" y="4474262"/>
                  </a:lnTo>
                  <a:lnTo>
                    <a:pt x="912052" y="4474262"/>
                  </a:lnTo>
                  <a:lnTo>
                    <a:pt x="912146" y="4474262"/>
                  </a:lnTo>
                  <a:lnTo>
                    <a:pt x="912240" y="4474262"/>
                  </a:lnTo>
                  <a:lnTo>
                    <a:pt x="912334" y="4474262"/>
                  </a:lnTo>
                  <a:lnTo>
                    <a:pt x="912428" y="4474262"/>
                  </a:lnTo>
                  <a:lnTo>
                    <a:pt x="912523" y="4474262"/>
                  </a:lnTo>
                  <a:lnTo>
                    <a:pt x="912617" y="4474262"/>
                  </a:lnTo>
                  <a:lnTo>
                    <a:pt x="912711" y="4474262"/>
                  </a:lnTo>
                  <a:lnTo>
                    <a:pt x="912805" y="4474262"/>
                  </a:lnTo>
                  <a:lnTo>
                    <a:pt x="912899" y="4474262"/>
                  </a:lnTo>
                  <a:lnTo>
                    <a:pt x="912993" y="4474262"/>
                  </a:lnTo>
                  <a:lnTo>
                    <a:pt x="913087" y="4474262"/>
                  </a:lnTo>
                  <a:lnTo>
                    <a:pt x="913182" y="4474262"/>
                  </a:lnTo>
                  <a:lnTo>
                    <a:pt x="913276" y="4474262"/>
                  </a:lnTo>
                  <a:lnTo>
                    <a:pt x="913370" y="4474262"/>
                  </a:lnTo>
                  <a:lnTo>
                    <a:pt x="913464" y="4474262"/>
                  </a:lnTo>
                  <a:lnTo>
                    <a:pt x="913558" y="4474262"/>
                  </a:lnTo>
                  <a:lnTo>
                    <a:pt x="913652" y="4474262"/>
                  </a:lnTo>
                  <a:lnTo>
                    <a:pt x="913746" y="4474262"/>
                  </a:lnTo>
                  <a:lnTo>
                    <a:pt x="913841" y="4474262"/>
                  </a:lnTo>
                  <a:lnTo>
                    <a:pt x="913935" y="4474262"/>
                  </a:lnTo>
                  <a:lnTo>
                    <a:pt x="914029" y="4474262"/>
                  </a:lnTo>
                  <a:lnTo>
                    <a:pt x="914123" y="4474262"/>
                  </a:lnTo>
                  <a:lnTo>
                    <a:pt x="914217" y="4474262"/>
                  </a:lnTo>
                  <a:lnTo>
                    <a:pt x="914311" y="4474262"/>
                  </a:lnTo>
                  <a:lnTo>
                    <a:pt x="914311" y="4469351"/>
                  </a:lnTo>
                  <a:lnTo>
                    <a:pt x="914406" y="4469351"/>
                  </a:lnTo>
                  <a:lnTo>
                    <a:pt x="914500" y="4469351"/>
                  </a:lnTo>
                  <a:lnTo>
                    <a:pt x="914594" y="4469351"/>
                  </a:lnTo>
                  <a:lnTo>
                    <a:pt x="914688" y="4469351"/>
                  </a:lnTo>
                  <a:lnTo>
                    <a:pt x="914782" y="4469351"/>
                  </a:lnTo>
                  <a:lnTo>
                    <a:pt x="914876" y="4469351"/>
                  </a:lnTo>
                  <a:lnTo>
                    <a:pt x="914970" y="4469351"/>
                  </a:lnTo>
                  <a:lnTo>
                    <a:pt x="915065" y="4469351"/>
                  </a:lnTo>
                  <a:lnTo>
                    <a:pt x="915159" y="4469351"/>
                  </a:lnTo>
                  <a:lnTo>
                    <a:pt x="915253" y="4469351"/>
                  </a:lnTo>
                  <a:lnTo>
                    <a:pt x="915347" y="4469351"/>
                  </a:lnTo>
                  <a:lnTo>
                    <a:pt x="915441" y="4469351"/>
                  </a:lnTo>
                  <a:lnTo>
                    <a:pt x="915535" y="4469351"/>
                  </a:lnTo>
                  <a:lnTo>
                    <a:pt x="915630" y="4469351"/>
                  </a:lnTo>
                  <a:lnTo>
                    <a:pt x="915724" y="4469351"/>
                  </a:lnTo>
                  <a:lnTo>
                    <a:pt x="915818" y="4469351"/>
                  </a:lnTo>
                  <a:lnTo>
                    <a:pt x="915912" y="4469351"/>
                  </a:lnTo>
                  <a:lnTo>
                    <a:pt x="916006" y="4469351"/>
                  </a:lnTo>
                  <a:lnTo>
                    <a:pt x="916100" y="4469351"/>
                  </a:lnTo>
                  <a:lnTo>
                    <a:pt x="916194" y="4469351"/>
                  </a:lnTo>
                  <a:lnTo>
                    <a:pt x="916289" y="4469351"/>
                  </a:lnTo>
                  <a:lnTo>
                    <a:pt x="916383" y="4469351"/>
                  </a:lnTo>
                  <a:lnTo>
                    <a:pt x="916477" y="4469351"/>
                  </a:lnTo>
                  <a:lnTo>
                    <a:pt x="916571" y="4469351"/>
                  </a:lnTo>
                  <a:lnTo>
                    <a:pt x="916665" y="4469351"/>
                  </a:lnTo>
                  <a:lnTo>
                    <a:pt x="916759" y="4469351"/>
                  </a:lnTo>
                  <a:lnTo>
                    <a:pt x="916854" y="4469351"/>
                  </a:lnTo>
                  <a:lnTo>
                    <a:pt x="916948" y="4469351"/>
                  </a:lnTo>
                  <a:lnTo>
                    <a:pt x="917042" y="4469351"/>
                  </a:lnTo>
                  <a:lnTo>
                    <a:pt x="917136" y="4469351"/>
                  </a:lnTo>
                  <a:lnTo>
                    <a:pt x="917230" y="4469351"/>
                  </a:lnTo>
                  <a:lnTo>
                    <a:pt x="917324" y="4469351"/>
                  </a:lnTo>
                  <a:lnTo>
                    <a:pt x="917418" y="4469351"/>
                  </a:lnTo>
                  <a:lnTo>
                    <a:pt x="917513" y="4469351"/>
                  </a:lnTo>
                  <a:lnTo>
                    <a:pt x="917607" y="4469351"/>
                  </a:lnTo>
                  <a:lnTo>
                    <a:pt x="917701" y="4469351"/>
                  </a:lnTo>
                  <a:lnTo>
                    <a:pt x="917795" y="4469351"/>
                  </a:lnTo>
                  <a:lnTo>
                    <a:pt x="917889" y="4469351"/>
                  </a:lnTo>
                  <a:lnTo>
                    <a:pt x="917983" y="4469351"/>
                  </a:lnTo>
                  <a:lnTo>
                    <a:pt x="918077" y="4469351"/>
                  </a:lnTo>
                  <a:lnTo>
                    <a:pt x="918172" y="4469351"/>
                  </a:lnTo>
                  <a:lnTo>
                    <a:pt x="918266" y="4469351"/>
                  </a:lnTo>
                  <a:lnTo>
                    <a:pt x="918360" y="4469351"/>
                  </a:lnTo>
                  <a:lnTo>
                    <a:pt x="918454" y="4469351"/>
                  </a:lnTo>
                  <a:lnTo>
                    <a:pt x="918548" y="4469351"/>
                  </a:lnTo>
                  <a:lnTo>
                    <a:pt x="918642" y="4469351"/>
                  </a:lnTo>
                  <a:lnTo>
                    <a:pt x="918737" y="4469351"/>
                  </a:lnTo>
                  <a:lnTo>
                    <a:pt x="918831" y="4469351"/>
                  </a:lnTo>
                  <a:lnTo>
                    <a:pt x="918925" y="4469351"/>
                  </a:lnTo>
                  <a:lnTo>
                    <a:pt x="919019" y="4469351"/>
                  </a:lnTo>
                  <a:lnTo>
                    <a:pt x="919113" y="4469351"/>
                  </a:lnTo>
                  <a:lnTo>
                    <a:pt x="919207" y="4469351"/>
                  </a:lnTo>
                  <a:lnTo>
                    <a:pt x="919301" y="4469351"/>
                  </a:lnTo>
                  <a:lnTo>
                    <a:pt x="919396" y="4469351"/>
                  </a:lnTo>
                  <a:lnTo>
                    <a:pt x="919490" y="4469351"/>
                  </a:lnTo>
                  <a:lnTo>
                    <a:pt x="919584" y="4469351"/>
                  </a:lnTo>
                  <a:lnTo>
                    <a:pt x="919678" y="4469351"/>
                  </a:lnTo>
                  <a:lnTo>
                    <a:pt x="919772" y="4469351"/>
                  </a:lnTo>
                  <a:lnTo>
                    <a:pt x="919866" y="4469351"/>
                  </a:lnTo>
                  <a:lnTo>
                    <a:pt x="919961" y="4469351"/>
                  </a:lnTo>
                  <a:lnTo>
                    <a:pt x="920055" y="4469351"/>
                  </a:lnTo>
                  <a:lnTo>
                    <a:pt x="920149" y="4469351"/>
                  </a:lnTo>
                  <a:lnTo>
                    <a:pt x="920243" y="4469351"/>
                  </a:lnTo>
                  <a:lnTo>
                    <a:pt x="920337" y="4469351"/>
                  </a:lnTo>
                  <a:lnTo>
                    <a:pt x="920431" y="4469351"/>
                  </a:lnTo>
                  <a:lnTo>
                    <a:pt x="920525" y="4469351"/>
                  </a:lnTo>
                  <a:lnTo>
                    <a:pt x="920620" y="4469351"/>
                  </a:lnTo>
                  <a:lnTo>
                    <a:pt x="920714" y="4469351"/>
                  </a:lnTo>
                  <a:lnTo>
                    <a:pt x="920808" y="4469351"/>
                  </a:lnTo>
                  <a:lnTo>
                    <a:pt x="920902" y="4469351"/>
                  </a:lnTo>
                  <a:lnTo>
                    <a:pt x="920996" y="4469351"/>
                  </a:lnTo>
                  <a:lnTo>
                    <a:pt x="921090" y="4469351"/>
                  </a:lnTo>
                  <a:lnTo>
                    <a:pt x="921090" y="4464439"/>
                  </a:lnTo>
                  <a:lnTo>
                    <a:pt x="921185" y="4464439"/>
                  </a:lnTo>
                  <a:lnTo>
                    <a:pt x="921279" y="4464439"/>
                  </a:lnTo>
                  <a:lnTo>
                    <a:pt x="921373" y="4464439"/>
                  </a:lnTo>
                  <a:lnTo>
                    <a:pt x="921467" y="4464439"/>
                  </a:lnTo>
                  <a:lnTo>
                    <a:pt x="921561" y="4464439"/>
                  </a:lnTo>
                  <a:lnTo>
                    <a:pt x="921655" y="4464439"/>
                  </a:lnTo>
                  <a:lnTo>
                    <a:pt x="921749" y="4464439"/>
                  </a:lnTo>
                  <a:lnTo>
                    <a:pt x="921844" y="4464439"/>
                  </a:lnTo>
                  <a:lnTo>
                    <a:pt x="921938" y="4464439"/>
                  </a:lnTo>
                  <a:lnTo>
                    <a:pt x="922032" y="4464439"/>
                  </a:lnTo>
                  <a:lnTo>
                    <a:pt x="922126" y="4464439"/>
                  </a:lnTo>
                  <a:lnTo>
                    <a:pt x="922220" y="4464439"/>
                  </a:lnTo>
                  <a:lnTo>
                    <a:pt x="922314" y="4464439"/>
                  </a:lnTo>
                  <a:lnTo>
                    <a:pt x="922408" y="4464439"/>
                  </a:lnTo>
                  <a:lnTo>
                    <a:pt x="922503" y="4464439"/>
                  </a:lnTo>
                  <a:lnTo>
                    <a:pt x="922597" y="4464439"/>
                  </a:lnTo>
                  <a:lnTo>
                    <a:pt x="922691" y="4464439"/>
                  </a:lnTo>
                  <a:lnTo>
                    <a:pt x="922691" y="4459528"/>
                  </a:lnTo>
                  <a:lnTo>
                    <a:pt x="922785" y="4459528"/>
                  </a:lnTo>
                  <a:lnTo>
                    <a:pt x="922879" y="4459528"/>
                  </a:lnTo>
                  <a:lnTo>
                    <a:pt x="922973" y="4459528"/>
                  </a:lnTo>
                  <a:lnTo>
                    <a:pt x="923068" y="4459528"/>
                  </a:lnTo>
                  <a:lnTo>
                    <a:pt x="923162" y="4459528"/>
                  </a:lnTo>
                  <a:lnTo>
                    <a:pt x="923256" y="4459528"/>
                  </a:lnTo>
                  <a:lnTo>
                    <a:pt x="923350" y="4459528"/>
                  </a:lnTo>
                  <a:lnTo>
                    <a:pt x="923444" y="4459528"/>
                  </a:lnTo>
                  <a:lnTo>
                    <a:pt x="923538" y="4459528"/>
                  </a:lnTo>
                  <a:lnTo>
                    <a:pt x="923632" y="4459528"/>
                  </a:lnTo>
                  <a:lnTo>
                    <a:pt x="923727" y="4459528"/>
                  </a:lnTo>
                  <a:lnTo>
                    <a:pt x="923821" y="4459528"/>
                  </a:lnTo>
                  <a:lnTo>
                    <a:pt x="923915" y="4459528"/>
                  </a:lnTo>
                  <a:lnTo>
                    <a:pt x="924009" y="4459528"/>
                  </a:lnTo>
                  <a:lnTo>
                    <a:pt x="924009" y="4454617"/>
                  </a:lnTo>
                  <a:lnTo>
                    <a:pt x="924103" y="4454617"/>
                  </a:lnTo>
                  <a:lnTo>
                    <a:pt x="924197" y="4454617"/>
                  </a:lnTo>
                  <a:lnTo>
                    <a:pt x="924292" y="4454617"/>
                  </a:lnTo>
                  <a:lnTo>
                    <a:pt x="924386" y="4454617"/>
                  </a:lnTo>
                  <a:lnTo>
                    <a:pt x="924480" y="4454617"/>
                  </a:lnTo>
                  <a:lnTo>
                    <a:pt x="924574" y="4454617"/>
                  </a:lnTo>
                  <a:lnTo>
                    <a:pt x="924574" y="4449705"/>
                  </a:lnTo>
                  <a:lnTo>
                    <a:pt x="924668" y="4449705"/>
                  </a:lnTo>
                  <a:lnTo>
                    <a:pt x="924762" y="4449705"/>
                  </a:lnTo>
                  <a:lnTo>
                    <a:pt x="924856" y="4449705"/>
                  </a:lnTo>
                  <a:lnTo>
                    <a:pt x="924951" y="4449705"/>
                  </a:lnTo>
                  <a:lnTo>
                    <a:pt x="925045" y="4449705"/>
                  </a:lnTo>
                  <a:lnTo>
                    <a:pt x="925139" y="4449705"/>
                  </a:lnTo>
                  <a:lnTo>
                    <a:pt x="925233" y="4449705"/>
                  </a:lnTo>
                  <a:lnTo>
                    <a:pt x="925327" y="4449705"/>
                  </a:lnTo>
                  <a:lnTo>
                    <a:pt x="925421" y="4449705"/>
                  </a:lnTo>
                  <a:lnTo>
                    <a:pt x="925516" y="4449705"/>
                  </a:lnTo>
                  <a:lnTo>
                    <a:pt x="925610" y="4449705"/>
                  </a:lnTo>
                  <a:lnTo>
                    <a:pt x="925704" y="4449705"/>
                  </a:lnTo>
                  <a:lnTo>
                    <a:pt x="925798" y="4449705"/>
                  </a:lnTo>
                  <a:lnTo>
                    <a:pt x="925892" y="4449705"/>
                  </a:lnTo>
                  <a:lnTo>
                    <a:pt x="925986" y="4449705"/>
                  </a:lnTo>
                  <a:lnTo>
                    <a:pt x="926080" y="4449705"/>
                  </a:lnTo>
                  <a:lnTo>
                    <a:pt x="926175" y="4449705"/>
                  </a:lnTo>
                  <a:lnTo>
                    <a:pt x="926269" y="4449705"/>
                  </a:lnTo>
                  <a:lnTo>
                    <a:pt x="926363" y="4449705"/>
                  </a:lnTo>
                  <a:lnTo>
                    <a:pt x="926457" y="4449705"/>
                  </a:lnTo>
                  <a:lnTo>
                    <a:pt x="926551" y="4449705"/>
                  </a:lnTo>
                  <a:lnTo>
                    <a:pt x="926645" y="4449705"/>
                  </a:lnTo>
                  <a:lnTo>
                    <a:pt x="926739" y="4449705"/>
                  </a:lnTo>
                  <a:lnTo>
                    <a:pt x="926834" y="4449705"/>
                  </a:lnTo>
                  <a:lnTo>
                    <a:pt x="926928" y="4449705"/>
                  </a:lnTo>
                  <a:lnTo>
                    <a:pt x="927022" y="4449705"/>
                  </a:lnTo>
                  <a:lnTo>
                    <a:pt x="927116" y="4449705"/>
                  </a:lnTo>
                  <a:lnTo>
                    <a:pt x="927210" y="4449705"/>
                  </a:lnTo>
                  <a:lnTo>
                    <a:pt x="927304" y="4449705"/>
                  </a:lnTo>
                  <a:lnTo>
                    <a:pt x="927399" y="4449705"/>
                  </a:lnTo>
                  <a:lnTo>
                    <a:pt x="927493" y="4449705"/>
                  </a:lnTo>
                  <a:lnTo>
                    <a:pt x="927587" y="4449705"/>
                  </a:lnTo>
                  <a:lnTo>
                    <a:pt x="927681" y="4449705"/>
                  </a:lnTo>
                  <a:lnTo>
                    <a:pt x="927775" y="4449705"/>
                  </a:lnTo>
                  <a:lnTo>
                    <a:pt x="927869" y="4449705"/>
                  </a:lnTo>
                  <a:lnTo>
                    <a:pt x="927963" y="4449705"/>
                  </a:lnTo>
                  <a:lnTo>
                    <a:pt x="928058" y="4449705"/>
                  </a:lnTo>
                  <a:lnTo>
                    <a:pt x="928152" y="4449705"/>
                  </a:lnTo>
                  <a:lnTo>
                    <a:pt x="928246" y="4449705"/>
                  </a:lnTo>
                  <a:lnTo>
                    <a:pt x="928340" y="4449705"/>
                  </a:lnTo>
                  <a:lnTo>
                    <a:pt x="928434" y="4449705"/>
                  </a:lnTo>
                  <a:lnTo>
                    <a:pt x="928528" y="4449705"/>
                  </a:lnTo>
                  <a:lnTo>
                    <a:pt x="928623" y="4449705"/>
                  </a:lnTo>
                  <a:lnTo>
                    <a:pt x="928717" y="4449705"/>
                  </a:lnTo>
                  <a:lnTo>
                    <a:pt x="928811" y="4449705"/>
                  </a:lnTo>
                  <a:lnTo>
                    <a:pt x="928905" y="4449705"/>
                  </a:lnTo>
                  <a:lnTo>
                    <a:pt x="928999" y="4449705"/>
                  </a:lnTo>
                  <a:lnTo>
                    <a:pt x="929093" y="4449705"/>
                  </a:lnTo>
                  <a:lnTo>
                    <a:pt x="929187" y="4449705"/>
                  </a:lnTo>
                  <a:lnTo>
                    <a:pt x="929282" y="4449705"/>
                  </a:lnTo>
                  <a:lnTo>
                    <a:pt x="929376" y="4449705"/>
                  </a:lnTo>
                  <a:lnTo>
                    <a:pt x="929470" y="4449705"/>
                  </a:lnTo>
                  <a:lnTo>
                    <a:pt x="929564" y="4449705"/>
                  </a:lnTo>
                  <a:lnTo>
                    <a:pt x="929658" y="4449705"/>
                  </a:lnTo>
                  <a:lnTo>
                    <a:pt x="929752" y="4449705"/>
                  </a:lnTo>
                  <a:lnTo>
                    <a:pt x="929752" y="4444794"/>
                  </a:lnTo>
                  <a:lnTo>
                    <a:pt x="929847" y="4444794"/>
                  </a:lnTo>
                  <a:lnTo>
                    <a:pt x="929941" y="4444794"/>
                  </a:lnTo>
                  <a:lnTo>
                    <a:pt x="930035" y="4444794"/>
                  </a:lnTo>
                  <a:lnTo>
                    <a:pt x="930129" y="4444794"/>
                  </a:lnTo>
                  <a:lnTo>
                    <a:pt x="930223" y="4444794"/>
                  </a:lnTo>
                  <a:lnTo>
                    <a:pt x="930223" y="4439882"/>
                  </a:lnTo>
                  <a:lnTo>
                    <a:pt x="930317" y="4439882"/>
                  </a:lnTo>
                  <a:lnTo>
                    <a:pt x="930411" y="4439882"/>
                  </a:lnTo>
                  <a:lnTo>
                    <a:pt x="930506" y="4439882"/>
                  </a:lnTo>
                  <a:lnTo>
                    <a:pt x="930600" y="4439882"/>
                  </a:lnTo>
                  <a:lnTo>
                    <a:pt x="930694" y="4439882"/>
                  </a:lnTo>
                  <a:lnTo>
                    <a:pt x="930788" y="4439882"/>
                  </a:lnTo>
                  <a:lnTo>
                    <a:pt x="930882" y="4439882"/>
                  </a:lnTo>
                  <a:lnTo>
                    <a:pt x="930976" y="4439882"/>
                  </a:lnTo>
                  <a:lnTo>
                    <a:pt x="931070" y="4439882"/>
                  </a:lnTo>
                  <a:lnTo>
                    <a:pt x="931165" y="4439882"/>
                  </a:lnTo>
                  <a:lnTo>
                    <a:pt x="931259" y="4439882"/>
                  </a:lnTo>
                  <a:lnTo>
                    <a:pt x="931353" y="4439882"/>
                  </a:lnTo>
                  <a:lnTo>
                    <a:pt x="931447" y="4439882"/>
                  </a:lnTo>
                  <a:lnTo>
                    <a:pt x="931541" y="4439882"/>
                  </a:lnTo>
                  <a:lnTo>
                    <a:pt x="931635" y="4439882"/>
                  </a:lnTo>
                  <a:lnTo>
                    <a:pt x="931730" y="4439882"/>
                  </a:lnTo>
                  <a:lnTo>
                    <a:pt x="931824" y="4439882"/>
                  </a:lnTo>
                  <a:lnTo>
                    <a:pt x="931918" y="4439882"/>
                  </a:lnTo>
                  <a:lnTo>
                    <a:pt x="932012" y="4439882"/>
                  </a:lnTo>
                  <a:lnTo>
                    <a:pt x="932106" y="4439882"/>
                  </a:lnTo>
                  <a:lnTo>
                    <a:pt x="932200" y="4439882"/>
                  </a:lnTo>
                  <a:lnTo>
                    <a:pt x="932294" y="4439882"/>
                  </a:lnTo>
                  <a:lnTo>
                    <a:pt x="932389" y="4439882"/>
                  </a:lnTo>
                  <a:lnTo>
                    <a:pt x="932483" y="4439882"/>
                  </a:lnTo>
                  <a:lnTo>
                    <a:pt x="932577" y="4439882"/>
                  </a:lnTo>
                  <a:lnTo>
                    <a:pt x="932671" y="4439882"/>
                  </a:lnTo>
                  <a:lnTo>
                    <a:pt x="932671" y="4434971"/>
                  </a:lnTo>
                  <a:lnTo>
                    <a:pt x="932765" y="4434971"/>
                  </a:lnTo>
                  <a:lnTo>
                    <a:pt x="932859" y="4434971"/>
                  </a:lnTo>
                  <a:lnTo>
                    <a:pt x="932954" y="4434971"/>
                  </a:lnTo>
                  <a:lnTo>
                    <a:pt x="933048" y="4434971"/>
                  </a:lnTo>
                  <a:lnTo>
                    <a:pt x="933142" y="4434971"/>
                  </a:lnTo>
                  <a:lnTo>
                    <a:pt x="933236" y="4434971"/>
                  </a:lnTo>
                  <a:lnTo>
                    <a:pt x="933330" y="4434971"/>
                  </a:lnTo>
                  <a:lnTo>
                    <a:pt x="933424" y="4434971"/>
                  </a:lnTo>
                  <a:lnTo>
                    <a:pt x="933424" y="4430060"/>
                  </a:lnTo>
                  <a:lnTo>
                    <a:pt x="933518" y="4430060"/>
                  </a:lnTo>
                  <a:lnTo>
                    <a:pt x="933613" y="4430060"/>
                  </a:lnTo>
                  <a:lnTo>
                    <a:pt x="933707" y="4430060"/>
                  </a:lnTo>
                  <a:lnTo>
                    <a:pt x="933801" y="4430060"/>
                  </a:lnTo>
                  <a:lnTo>
                    <a:pt x="933895" y="4430060"/>
                  </a:lnTo>
                  <a:lnTo>
                    <a:pt x="933989" y="4430060"/>
                  </a:lnTo>
                  <a:lnTo>
                    <a:pt x="934083" y="4430060"/>
                  </a:lnTo>
                  <a:lnTo>
                    <a:pt x="934178" y="4430060"/>
                  </a:lnTo>
                  <a:lnTo>
                    <a:pt x="934272" y="4430060"/>
                  </a:lnTo>
                  <a:lnTo>
                    <a:pt x="934366" y="4430060"/>
                  </a:lnTo>
                  <a:lnTo>
                    <a:pt x="934460" y="4430060"/>
                  </a:lnTo>
                  <a:lnTo>
                    <a:pt x="934554" y="4430060"/>
                  </a:lnTo>
                  <a:lnTo>
                    <a:pt x="934648" y="4430060"/>
                  </a:lnTo>
                  <a:lnTo>
                    <a:pt x="934742" y="4430060"/>
                  </a:lnTo>
                  <a:lnTo>
                    <a:pt x="934742" y="4425148"/>
                  </a:lnTo>
                  <a:lnTo>
                    <a:pt x="934837" y="4425148"/>
                  </a:lnTo>
                  <a:lnTo>
                    <a:pt x="934931" y="4425148"/>
                  </a:lnTo>
                  <a:lnTo>
                    <a:pt x="935025" y="4425148"/>
                  </a:lnTo>
                  <a:lnTo>
                    <a:pt x="935119" y="4425148"/>
                  </a:lnTo>
                  <a:lnTo>
                    <a:pt x="935119" y="4420237"/>
                  </a:lnTo>
                  <a:lnTo>
                    <a:pt x="935213" y="4420237"/>
                  </a:lnTo>
                  <a:lnTo>
                    <a:pt x="935213" y="4415326"/>
                  </a:lnTo>
                  <a:lnTo>
                    <a:pt x="935307" y="4415326"/>
                  </a:lnTo>
                  <a:lnTo>
                    <a:pt x="935401" y="4415326"/>
                  </a:lnTo>
                  <a:lnTo>
                    <a:pt x="935496" y="4415326"/>
                  </a:lnTo>
                  <a:lnTo>
                    <a:pt x="935590" y="4415326"/>
                  </a:lnTo>
                  <a:lnTo>
                    <a:pt x="935684" y="4415326"/>
                  </a:lnTo>
                  <a:lnTo>
                    <a:pt x="935778" y="4415326"/>
                  </a:lnTo>
                  <a:lnTo>
                    <a:pt x="935872" y="4415326"/>
                  </a:lnTo>
                  <a:lnTo>
                    <a:pt x="935966" y="4415326"/>
                  </a:lnTo>
                  <a:lnTo>
                    <a:pt x="936061" y="4415326"/>
                  </a:lnTo>
                  <a:lnTo>
                    <a:pt x="936155" y="4415326"/>
                  </a:lnTo>
                  <a:lnTo>
                    <a:pt x="936249" y="4415326"/>
                  </a:lnTo>
                  <a:lnTo>
                    <a:pt x="936343" y="4415326"/>
                  </a:lnTo>
                  <a:lnTo>
                    <a:pt x="936437" y="4415326"/>
                  </a:lnTo>
                  <a:lnTo>
                    <a:pt x="936531" y="4415326"/>
                  </a:lnTo>
                  <a:lnTo>
                    <a:pt x="936625" y="4415326"/>
                  </a:lnTo>
                  <a:lnTo>
                    <a:pt x="936720" y="4415326"/>
                  </a:lnTo>
                  <a:lnTo>
                    <a:pt x="936814" y="4415326"/>
                  </a:lnTo>
                  <a:lnTo>
                    <a:pt x="936908" y="4415326"/>
                  </a:lnTo>
                  <a:lnTo>
                    <a:pt x="937002" y="4415326"/>
                  </a:lnTo>
                  <a:lnTo>
                    <a:pt x="937096" y="4415326"/>
                  </a:lnTo>
                  <a:lnTo>
                    <a:pt x="937190" y="4415326"/>
                  </a:lnTo>
                  <a:lnTo>
                    <a:pt x="937285" y="4415326"/>
                  </a:lnTo>
                  <a:lnTo>
                    <a:pt x="937379" y="4415326"/>
                  </a:lnTo>
                  <a:lnTo>
                    <a:pt x="937473" y="4415326"/>
                  </a:lnTo>
                  <a:lnTo>
                    <a:pt x="937567" y="4415326"/>
                  </a:lnTo>
                  <a:lnTo>
                    <a:pt x="937661" y="4415326"/>
                  </a:lnTo>
                  <a:lnTo>
                    <a:pt x="937755" y="4415326"/>
                  </a:lnTo>
                  <a:lnTo>
                    <a:pt x="937849" y="4415326"/>
                  </a:lnTo>
                  <a:lnTo>
                    <a:pt x="937849" y="4410414"/>
                  </a:lnTo>
                  <a:lnTo>
                    <a:pt x="937944" y="4410414"/>
                  </a:lnTo>
                  <a:lnTo>
                    <a:pt x="938038" y="4410414"/>
                  </a:lnTo>
                  <a:lnTo>
                    <a:pt x="938132" y="4410414"/>
                  </a:lnTo>
                  <a:lnTo>
                    <a:pt x="938226" y="4410414"/>
                  </a:lnTo>
                  <a:lnTo>
                    <a:pt x="938320" y="4410414"/>
                  </a:lnTo>
                  <a:lnTo>
                    <a:pt x="938414" y="4410414"/>
                  </a:lnTo>
                  <a:lnTo>
                    <a:pt x="938509" y="4410414"/>
                  </a:lnTo>
                  <a:lnTo>
                    <a:pt x="938509" y="4405503"/>
                  </a:lnTo>
                  <a:lnTo>
                    <a:pt x="938603" y="4405503"/>
                  </a:lnTo>
                  <a:lnTo>
                    <a:pt x="938697" y="4405503"/>
                  </a:lnTo>
                  <a:lnTo>
                    <a:pt x="938791" y="4405503"/>
                  </a:lnTo>
                  <a:lnTo>
                    <a:pt x="938885" y="4405503"/>
                  </a:lnTo>
                  <a:lnTo>
                    <a:pt x="938979" y="4405503"/>
                  </a:lnTo>
                  <a:lnTo>
                    <a:pt x="939073" y="4405503"/>
                  </a:lnTo>
                  <a:lnTo>
                    <a:pt x="939168" y="4405503"/>
                  </a:lnTo>
                  <a:lnTo>
                    <a:pt x="939262" y="4405503"/>
                  </a:lnTo>
                  <a:lnTo>
                    <a:pt x="939356" y="4405503"/>
                  </a:lnTo>
                  <a:lnTo>
                    <a:pt x="939450" y="4405503"/>
                  </a:lnTo>
                  <a:lnTo>
                    <a:pt x="939544" y="4405503"/>
                  </a:lnTo>
                  <a:lnTo>
                    <a:pt x="939638" y="4405503"/>
                  </a:lnTo>
                  <a:lnTo>
                    <a:pt x="939638" y="4400591"/>
                  </a:lnTo>
                  <a:lnTo>
                    <a:pt x="939732" y="4400591"/>
                  </a:lnTo>
                  <a:lnTo>
                    <a:pt x="939827" y="4400591"/>
                  </a:lnTo>
                  <a:lnTo>
                    <a:pt x="939921" y="4400591"/>
                  </a:lnTo>
                  <a:lnTo>
                    <a:pt x="940015" y="4400591"/>
                  </a:lnTo>
                  <a:lnTo>
                    <a:pt x="940109" y="4400591"/>
                  </a:lnTo>
                  <a:lnTo>
                    <a:pt x="940203" y="4400591"/>
                  </a:lnTo>
                  <a:lnTo>
                    <a:pt x="940297" y="4400591"/>
                  </a:lnTo>
                  <a:lnTo>
                    <a:pt x="940392" y="4400591"/>
                  </a:lnTo>
                  <a:lnTo>
                    <a:pt x="940486" y="4400591"/>
                  </a:lnTo>
                  <a:lnTo>
                    <a:pt x="940580" y="4400591"/>
                  </a:lnTo>
                  <a:lnTo>
                    <a:pt x="940674" y="4400591"/>
                  </a:lnTo>
                  <a:lnTo>
                    <a:pt x="940768" y="4400591"/>
                  </a:lnTo>
                  <a:lnTo>
                    <a:pt x="940862" y="4400591"/>
                  </a:lnTo>
                  <a:lnTo>
                    <a:pt x="940956" y="4400591"/>
                  </a:lnTo>
                  <a:lnTo>
                    <a:pt x="941051" y="4400591"/>
                  </a:lnTo>
                  <a:lnTo>
                    <a:pt x="941145" y="4400591"/>
                  </a:lnTo>
                  <a:lnTo>
                    <a:pt x="941239" y="4400591"/>
                  </a:lnTo>
                  <a:lnTo>
                    <a:pt x="941333" y="4400591"/>
                  </a:lnTo>
                  <a:lnTo>
                    <a:pt x="941427" y="4400591"/>
                  </a:lnTo>
                  <a:lnTo>
                    <a:pt x="941521" y="4400591"/>
                  </a:lnTo>
                  <a:lnTo>
                    <a:pt x="941616" y="4400591"/>
                  </a:lnTo>
                  <a:lnTo>
                    <a:pt x="941710" y="4400591"/>
                  </a:lnTo>
                  <a:lnTo>
                    <a:pt x="941804" y="4400591"/>
                  </a:lnTo>
                  <a:lnTo>
                    <a:pt x="941898" y="4400591"/>
                  </a:lnTo>
                  <a:lnTo>
                    <a:pt x="941992" y="4400591"/>
                  </a:lnTo>
                  <a:lnTo>
                    <a:pt x="942086" y="4400591"/>
                  </a:lnTo>
                  <a:lnTo>
                    <a:pt x="942180" y="4400591"/>
                  </a:lnTo>
                  <a:lnTo>
                    <a:pt x="942275" y="4400591"/>
                  </a:lnTo>
                  <a:lnTo>
                    <a:pt x="942369" y="4400591"/>
                  </a:lnTo>
                  <a:lnTo>
                    <a:pt x="942463" y="4400591"/>
                  </a:lnTo>
                  <a:lnTo>
                    <a:pt x="942557" y="4400591"/>
                  </a:lnTo>
                  <a:lnTo>
                    <a:pt x="942651" y="4400591"/>
                  </a:lnTo>
                  <a:lnTo>
                    <a:pt x="942745" y="4400591"/>
                  </a:lnTo>
                  <a:lnTo>
                    <a:pt x="942840" y="4400591"/>
                  </a:lnTo>
                  <a:lnTo>
                    <a:pt x="942934" y="4400591"/>
                  </a:lnTo>
                  <a:lnTo>
                    <a:pt x="943028" y="4400591"/>
                  </a:lnTo>
                  <a:lnTo>
                    <a:pt x="943122" y="4400591"/>
                  </a:lnTo>
                  <a:lnTo>
                    <a:pt x="943216" y="4400591"/>
                  </a:lnTo>
                  <a:lnTo>
                    <a:pt x="943310" y="4400591"/>
                  </a:lnTo>
                  <a:lnTo>
                    <a:pt x="943404" y="4400591"/>
                  </a:lnTo>
                  <a:lnTo>
                    <a:pt x="943499" y="4400591"/>
                  </a:lnTo>
                  <a:lnTo>
                    <a:pt x="943593" y="4400591"/>
                  </a:lnTo>
                  <a:lnTo>
                    <a:pt x="943593" y="4395680"/>
                  </a:lnTo>
                  <a:lnTo>
                    <a:pt x="943687" y="4395680"/>
                  </a:lnTo>
                  <a:lnTo>
                    <a:pt x="943781" y="4395680"/>
                  </a:lnTo>
                  <a:lnTo>
                    <a:pt x="943875" y="4395680"/>
                  </a:lnTo>
                  <a:lnTo>
                    <a:pt x="943969" y="4395680"/>
                  </a:lnTo>
                  <a:lnTo>
                    <a:pt x="944063" y="4395680"/>
                  </a:lnTo>
                  <a:lnTo>
                    <a:pt x="944158" y="4395680"/>
                  </a:lnTo>
                  <a:lnTo>
                    <a:pt x="944158" y="4390769"/>
                  </a:lnTo>
                  <a:lnTo>
                    <a:pt x="944158" y="4385857"/>
                  </a:lnTo>
                  <a:lnTo>
                    <a:pt x="944252" y="4385857"/>
                  </a:lnTo>
                  <a:lnTo>
                    <a:pt x="944346" y="4385857"/>
                  </a:lnTo>
                  <a:lnTo>
                    <a:pt x="944440" y="4385857"/>
                  </a:lnTo>
                  <a:lnTo>
                    <a:pt x="944534" y="4385857"/>
                  </a:lnTo>
                  <a:lnTo>
                    <a:pt x="944628" y="4385857"/>
                  </a:lnTo>
                  <a:lnTo>
                    <a:pt x="944723" y="4385857"/>
                  </a:lnTo>
                  <a:lnTo>
                    <a:pt x="944817" y="4385857"/>
                  </a:lnTo>
                  <a:lnTo>
                    <a:pt x="944911" y="4385857"/>
                  </a:lnTo>
                  <a:lnTo>
                    <a:pt x="945005" y="4385857"/>
                  </a:lnTo>
                  <a:lnTo>
                    <a:pt x="945099" y="4385857"/>
                  </a:lnTo>
                  <a:lnTo>
                    <a:pt x="945193" y="4385857"/>
                  </a:lnTo>
                  <a:lnTo>
                    <a:pt x="945287" y="4385857"/>
                  </a:lnTo>
                  <a:lnTo>
                    <a:pt x="945382" y="4385857"/>
                  </a:lnTo>
                  <a:lnTo>
                    <a:pt x="945476" y="4385857"/>
                  </a:lnTo>
                  <a:lnTo>
                    <a:pt x="945476" y="4380946"/>
                  </a:lnTo>
                  <a:lnTo>
                    <a:pt x="945570" y="4380946"/>
                  </a:lnTo>
                  <a:lnTo>
                    <a:pt x="945664" y="4380946"/>
                  </a:lnTo>
                  <a:lnTo>
                    <a:pt x="945758" y="4380946"/>
                  </a:lnTo>
                  <a:lnTo>
                    <a:pt x="945852" y="4380946"/>
                  </a:lnTo>
                  <a:lnTo>
                    <a:pt x="945947" y="4380946"/>
                  </a:lnTo>
                  <a:lnTo>
                    <a:pt x="946041" y="4380946"/>
                  </a:lnTo>
                  <a:lnTo>
                    <a:pt x="946135" y="4380946"/>
                  </a:lnTo>
                  <a:lnTo>
                    <a:pt x="946229" y="4380946"/>
                  </a:lnTo>
                  <a:lnTo>
                    <a:pt x="946323" y="4380946"/>
                  </a:lnTo>
                  <a:lnTo>
                    <a:pt x="946417" y="4380946"/>
                  </a:lnTo>
                  <a:lnTo>
                    <a:pt x="946511" y="4380946"/>
                  </a:lnTo>
                  <a:lnTo>
                    <a:pt x="946606" y="4380946"/>
                  </a:lnTo>
                  <a:lnTo>
                    <a:pt x="946700" y="4380946"/>
                  </a:lnTo>
                  <a:lnTo>
                    <a:pt x="946794" y="4380946"/>
                  </a:lnTo>
                  <a:lnTo>
                    <a:pt x="946888" y="4380946"/>
                  </a:lnTo>
                  <a:lnTo>
                    <a:pt x="946982" y="4380946"/>
                  </a:lnTo>
                  <a:lnTo>
                    <a:pt x="947076" y="4380946"/>
                  </a:lnTo>
                  <a:lnTo>
                    <a:pt x="947171" y="4380946"/>
                  </a:lnTo>
                  <a:lnTo>
                    <a:pt x="947265" y="4380946"/>
                  </a:lnTo>
                  <a:lnTo>
                    <a:pt x="947359" y="4380946"/>
                  </a:lnTo>
                  <a:lnTo>
                    <a:pt x="947453" y="4380946"/>
                  </a:lnTo>
                  <a:lnTo>
                    <a:pt x="947547" y="4380946"/>
                  </a:lnTo>
                  <a:lnTo>
                    <a:pt x="947641" y="4380946"/>
                  </a:lnTo>
                  <a:lnTo>
                    <a:pt x="947735" y="4380946"/>
                  </a:lnTo>
                  <a:lnTo>
                    <a:pt x="947830" y="4380946"/>
                  </a:lnTo>
                  <a:lnTo>
                    <a:pt x="947924" y="4380946"/>
                  </a:lnTo>
                  <a:lnTo>
                    <a:pt x="948018" y="4380946"/>
                  </a:lnTo>
                  <a:lnTo>
                    <a:pt x="948112" y="4380946"/>
                  </a:lnTo>
                  <a:lnTo>
                    <a:pt x="948206" y="4380946"/>
                  </a:lnTo>
                  <a:lnTo>
                    <a:pt x="948300" y="4380946"/>
                  </a:lnTo>
                  <a:lnTo>
                    <a:pt x="948395" y="4380946"/>
                  </a:lnTo>
                  <a:lnTo>
                    <a:pt x="948489" y="4380946"/>
                  </a:lnTo>
                  <a:lnTo>
                    <a:pt x="948583" y="4380946"/>
                  </a:lnTo>
                  <a:lnTo>
                    <a:pt x="948677" y="4380946"/>
                  </a:lnTo>
                  <a:lnTo>
                    <a:pt x="948677" y="4376035"/>
                  </a:lnTo>
                  <a:lnTo>
                    <a:pt x="948771" y="4376035"/>
                  </a:lnTo>
                  <a:lnTo>
                    <a:pt x="948865" y="4376035"/>
                  </a:lnTo>
                  <a:lnTo>
                    <a:pt x="948959" y="4376035"/>
                  </a:lnTo>
                  <a:lnTo>
                    <a:pt x="948959" y="4371123"/>
                  </a:lnTo>
                  <a:lnTo>
                    <a:pt x="949054" y="4371123"/>
                  </a:lnTo>
                  <a:lnTo>
                    <a:pt x="949148" y="4371123"/>
                  </a:lnTo>
                  <a:lnTo>
                    <a:pt x="949242" y="4371123"/>
                  </a:lnTo>
                  <a:lnTo>
                    <a:pt x="949336" y="4371123"/>
                  </a:lnTo>
                  <a:lnTo>
                    <a:pt x="949430" y="4371123"/>
                  </a:lnTo>
                  <a:lnTo>
                    <a:pt x="949524" y="4371123"/>
                  </a:lnTo>
                  <a:lnTo>
                    <a:pt x="949618" y="4371123"/>
                  </a:lnTo>
                  <a:lnTo>
                    <a:pt x="949713" y="4371123"/>
                  </a:lnTo>
                  <a:lnTo>
                    <a:pt x="949807" y="4371123"/>
                  </a:lnTo>
                  <a:lnTo>
                    <a:pt x="949901" y="4371123"/>
                  </a:lnTo>
                  <a:lnTo>
                    <a:pt x="949995" y="4371123"/>
                  </a:lnTo>
                  <a:lnTo>
                    <a:pt x="950089" y="4371123"/>
                  </a:lnTo>
                  <a:lnTo>
                    <a:pt x="950183" y="4371123"/>
                  </a:lnTo>
                  <a:lnTo>
                    <a:pt x="950278" y="4371123"/>
                  </a:lnTo>
                  <a:lnTo>
                    <a:pt x="950372" y="4371123"/>
                  </a:lnTo>
                  <a:lnTo>
                    <a:pt x="950466" y="4371123"/>
                  </a:lnTo>
                  <a:lnTo>
                    <a:pt x="950560" y="4371123"/>
                  </a:lnTo>
                  <a:lnTo>
                    <a:pt x="950654" y="4371123"/>
                  </a:lnTo>
                  <a:lnTo>
                    <a:pt x="950748" y="4371123"/>
                  </a:lnTo>
                  <a:lnTo>
                    <a:pt x="950842" y="4371123"/>
                  </a:lnTo>
                  <a:lnTo>
                    <a:pt x="950937" y="4371123"/>
                  </a:lnTo>
                  <a:lnTo>
                    <a:pt x="951031" y="4371123"/>
                  </a:lnTo>
                  <a:lnTo>
                    <a:pt x="951125" y="4371123"/>
                  </a:lnTo>
                  <a:lnTo>
                    <a:pt x="951219" y="4371123"/>
                  </a:lnTo>
                  <a:lnTo>
                    <a:pt x="951313" y="4371123"/>
                  </a:lnTo>
                  <a:lnTo>
                    <a:pt x="951407" y="4371123"/>
                  </a:lnTo>
                  <a:lnTo>
                    <a:pt x="951502" y="4371123"/>
                  </a:lnTo>
                  <a:lnTo>
                    <a:pt x="951596" y="4371123"/>
                  </a:lnTo>
                  <a:lnTo>
                    <a:pt x="951690" y="4371123"/>
                  </a:lnTo>
                  <a:lnTo>
                    <a:pt x="951784" y="4371123"/>
                  </a:lnTo>
                  <a:lnTo>
                    <a:pt x="951878" y="4371123"/>
                  </a:lnTo>
                  <a:lnTo>
                    <a:pt x="951972" y="4371123"/>
                  </a:lnTo>
                  <a:lnTo>
                    <a:pt x="952066" y="4371123"/>
                  </a:lnTo>
                  <a:lnTo>
                    <a:pt x="952161" y="4371123"/>
                  </a:lnTo>
                  <a:lnTo>
                    <a:pt x="952255" y="4371123"/>
                  </a:lnTo>
                  <a:lnTo>
                    <a:pt x="952349" y="4371123"/>
                  </a:lnTo>
                  <a:lnTo>
                    <a:pt x="952443" y="4371123"/>
                  </a:lnTo>
                  <a:lnTo>
                    <a:pt x="952537" y="4371123"/>
                  </a:lnTo>
                  <a:lnTo>
                    <a:pt x="952631" y="4371123"/>
                  </a:lnTo>
                  <a:lnTo>
                    <a:pt x="952726" y="4371123"/>
                  </a:lnTo>
                  <a:lnTo>
                    <a:pt x="952820" y="4371123"/>
                  </a:lnTo>
                  <a:lnTo>
                    <a:pt x="952914" y="4371123"/>
                  </a:lnTo>
                  <a:lnTo>
                    <a:pt x="953008" y="4371123"/>
                  </a:lnTo>
                  <a:lnTo>
                    <a:pt x="953102" y="4371123"/>
                  </a:lnTo>
                  <a:lnTo>
                    <a:pt x="953196" y="4371123"/>
                  </a:lnTo>
                  <a:lnTo>
                    <a:pt x="953290" y="4371123"/>
                  </a:lnTo>
                  <a:lnTo>
                    <a:pt x="953385" y="4371123"/>
                  </a:lnTo>
                  <a:lnTo>
                    <a:pt x="953479" y="4371123"/>
                  </a:lnTo>
                  <a:lnTo>
                    <a:pt x="953573" y="4371123"/>
                  </a:lnTo>
                  <a:lnTo>
                    <a:pt x="953667" y="4371123"/>
                  </a:lnTo>
                  <a:lnTo>
                    <a:pt x="953761" y="4371123"/>
                  </a:lnTo>
                  <a:lnTo>
                    <a:pt x="953855" y="4371123"/>
                  </a:lnTo>
                  <a:lnTo>
                    <a:pt x="953949" y="4371123"/>
                  </a:lnTo>
                  <a:lnTo>
                    <a:pt x="954044" y="4371123"/>
                  </a:lnTo>
                  <a:lnTo>
                    <a:pt x="954138" y="4371123"/>
                  </a:lnTo>
                  <a:lnTo>
                    <a:pt x="954232" y="4371123"/>
                  </a:lnTo>
                  <a:lnTo>
                    <a:pt x="954326" y="4371123"/>
                  </a:lnTo>
                  <a:lnTo>
                    <a:pt x="954420" y="4371123"/>
                  </a:lnTo>
                  <a:lnTo>
                    <a:pt x="954514" y="4371123"/>
                  </a:lnTo>
                  <a:lnTo>
                    <a:pt x="954609" y="4371123"/>
                  </a:lnTo>
                  <a:lnTo>
                    <a:pt x="954703" y="4371123"/>
                  </a:lnTo>
                  <a:lnTo>
                    <a:pt x="954797" y="4371123"/>
                  </a:lnTo>
                  <a:lnTo>
                    <a:pt x="954797" y="4366212"/>
                  </a:lnTo>
                  <a:lnTo>
                    <a:pt x="954891" y="4366212"/>
                  </a:lnTo>
                  <a:lnTo>
                    <a:pt x="954985" y="4366212"/>
                  </a:lnTo>
                  <a:lnTo>
                    <a:pt x="955079" y="4366212"/>
                  </a:lnTo>
                  <a:lnTo>
                    <a:pt x="955173" y="4366212"/>
                  </a:lnTo>
                  <a:lnTo>
                    <a:pt x="955268" y="4366212"/>
                  </a:lnTo>
                  <a:lnTo>
                    <a:pt x="955362" y="4366212"/>
                  </a:lnTo>
                  <a:lnTo>
                    <a:pt x="955456" y="4366212"/>
                  </a:lnTo>
                  <a:lnTo>
                    <a:pt x="955550" y="4366212"/>
                  </a:lnTo>
                  <a:lnTo>
                    <a:pt x="955644" y="4366212"/>
                  </a:lnTo>
                  <a:lnTo>
                    <a:pt x="955738" y="4366212"/>
                  </a:lnTo>
                  <a:lnTo>
                    <a:pt x="955833" y="4366212"/>
                  </a:lnTo>
                  <a:lnTo>
                    <a:pt x="955927" y="4366212"/>
                  </a:lnTo>
                  <a:lnTo>
                    <a:pt x="956021" y="4366212"/>
                  </a:lnTo>
                  <a:lnTo>
                    <a:pt x="956115" y="4366212"/>
                  </a:lnTo>
                  <a:lnTo>
                    <a:pt x="956209" y="4366212"/>
                  </a:lnTo>
                  <a:lnTo>
                    <a:pt x="956303" y="4366212"/>
                  </a:lnTo>
                  <a:lnTo>
                    <a:pt x="956397" y="4366212"/>
                  </a:lnTo>
                  <a:lnTo>
                    <a:pt x="956492" y="4366212"/>
                  </a:lnTo>
                  <a:lnTo>
                    <a:pt x="956586" y="4366212"/>
                  </a:lnTo>
                  <a:lnTo>
                    <a:pt x="956680" y="4366212"/>
                  </a:lnTo>
                  <a:lnTo>
                    <a:pt x="956774" y="4366212"/>
                  </a:lnTo>
                  <a:lnTo>
                    <a:pt x="956868" y="4366212"/>
                  </a:lnTo>
                  <a:lnTo>
                    <a:pt x="956962" y="4366212"/>
                  </a:lnTo>
                  <a:lnTo>
                    <a:pt x="957057" y="4366212"/>
                  </a:lnTo>
                  <a:lnTo>
                    <a:pt x="957151" y="4366212"/>
                  </a:lnTo>
                  <a:lnTo>
                    <a:pt x="957245" y="4366212"/>
                  </a:lnTo>
                  <a:lnTo>
                    <a:pt x="957339" y="4366212"/>
                  </a:lnTo>
                  <a:lnTo>
                    <a:pt x="957433" y="4366212"/>
                  </a:lnTo>
                  <a:lnTo>
                    <a:pt x="957527" y="4366212"/>
                  </a:lnTo>
                  <a:lnTo>
                    <a:pt x="957621" y="4366212"/>
                  </a:lnTo>
                  <a:lnTo>
                    <a:pt x="957716" y="4366212"/>
                  </a:lnTo>
                  <a:lnTo>
                    <a:pt x="957810" y="4366212"/>
                  </a:lnTo>
                  <a:lnTo>
                    <a:pt x="957904" y="4366212"/>
                  </a:lnTo>
                  <a:lnTo>
                    <a:pt x="957998" y="4366212"/>
                  </a:lnTo>
                  <a:lnTo>
                    <a:pt x="958092" y="4366212"/>
                  </a:lnTo>
                  <a:lnTo>
                    <a:pt x="958186" y="4366212"/>
                  </a:lnTo>
                  <a:lnTo>
                    <a:pt x="958280" y="4366212"/>
                  </a:lnTo>
                  <a:lnTo>
                    <a:pt x="958375" y="4366212"/>
                  </a:lnTo>
                  <a:lnTo>
                    <a:pt x="958469" y="4366212"/>
                  </a:lnTo>
                  <a:lnTo>
                    <a:pt x="958563" y="4366212"/>
                  </a:lnTo>
                  <a:lnTo>
                    <a:pt x="958657" y="4366212"/>
                  </a:lnTo>
                  <a:lnTo>
                    <a:pt x="958751" y="4366212"/>
                  </a:lnTo>
                  <a:lnTo>
                    <a:pt x="958845" y="4366212"/>
                  </a:lnTo>
                  <a:lnTo>
                    <a:pt x="958940" y="4366212"/>
                  </a:lnTo>
                  <a:lnTo>
                    <a:pt x="959034" y="4366212"/>
                  </a:lnTo>
                  <a:lnTo>
                    <a:pt x="959128" y="4366212"/>
                  </a:lnTo>
                  <a:lnTo>
                    <a:pt x="959222" y="4366212"/>
                  </a:lnTo>
                  <a:lnTo>
                    <a:pt x="959316" y="4366212"/>
                  </a:lnTo>
                  <a:lnTo>
                    <a:pt x="959410" y="4366212"/>
                  </a:lnTo>
                  <a:lnTo>
                    <a:pt x="959504" y="4366212"/>
                  </a:lnTo>
                  <a:lnTo>
                    <a:pt x="959599" y="4366212"/>
                  </a:lnTo>
                  <a:lnTo>
                    <a:pt x="959693" y="4366212"/>
                  </a:lnTo>
                  <a:lnTo>
                    <a:pt x="959787" y="4366212"/>
                  </a:lnTo>
                  <a:lnTo>
                    <a:pt x="959881" y="4366212"/>
                  </a:lnTo>
                  <a:lnTo>
                    <a:pt x="959975" y="4366212"/>
                  </a:lnTo>
                  <a:lnTo>
                    <a:pt x="960069" y="4366212"/>
                  </a:lnTo>
                  <a:lnTo>
                    <a:pt x="960164" y="4366212"/>
                  </a:lnTo>
                  <a:lnTo>
                    <a:pt x="960258" y="4366212"/>
                  </a:lnTo>
                  <a:lnTo>
                    <a:pt x="960352" y="4366212"/>
                  </a:lnTo>
                  <a:lnTo>
                    <a:pt x="960446" y="4366212"/>
                  </a:lnTo>
                  <a:lnTo>
                    <a:pt x="960540" y="4366212"/>
                  </a:lnTo>
                  <a:lnTo>
                    <a:pt x="960634" y="4366212"/>
                  </a:lnTo>
                  <a:lnTo>
                    <a:pt x="960728" y="4366212"/>
                  </a:lnTo>
                  <a:lnTo>
                    <a:pt x="960823" y="4366212"/>
                  </a:lnTo>
                  <a:lnTo>
                    <a:pt x="960823" y="4361300"/>
                  </a:lnTo>
                  <a:lnTo>
                    <a:pt x="960917" y="4361300"/>
                  </a:lnTo>
                  <a:lnTo>
                    <a:pt x="961011" y="4361300"/>
                  </a:lnTo>
                  <a:lnTo>
                    <a:pt x="961105" y="4361300"/>
                  </a:lnTo>
                  <a:lnTo>
                    <a:pt x="961199" y="4361300"/>
                  </a:lnTo>
                  <a:lnTo>
                    <a:pt x="961293" y="4361300"/>
                  </a:lnTo>
                  <a:lnTo>
                    <a:pt x="961388" y="4361300"/>
                  </a:lnTo>
                  <a:lnTo>
                    <a:pt x="961482" y="4361300"/>
                  </a:lnTo>
                  <a:lnTo>
                    <a:pt x="961576" y="4361300"/>
                  </a:lnTo>
                  <a:lnTo>
                    <a:pt x="961670" y="4361300"/>
                  </a:lnTo>
                  <a:lnTo>
                    <a:pt x="961764" y="4361300"/>
                  </a:lnTo>
                  <a:lnTo>
                    <a:pt x="961858" y="4361300"/>
                  </a:lnTo>
                  <a:lnTo>
                    <a:pt x="961952" y="4361300"/>
                  </a:lnTo>
                  <a:lnTo>
                    <a:pt x="962047" y="4361300"/>
                  </a:lnTo>
                  <a:lnTo>
                    <a:pt x="962141" y="4361300"/>
                  </a:lnTo>
                  <a:lnTo>
                    <a:pt x="962235" y="4361300"/>
                  </a:lnTo>
                  <a:lnTo>
                    <a:pt x="962329" y="4361300"/>
                  </a:lnTo>
                  <a:lnTo>
                    <a:pt x="962423" y="4361300"/>
                  </a:lnTo>
                  <a:lnTo>
                    <a:pt x="962517" y="4361300"/>
                  </a:lnTo>
                  <a:lnTo>
                    <a:pt x="962611" y="4361300"/>
                  </a:lnTo>
                  <a:lnTo>
                    <a:pt x="962706" y="4361300"/>
                  </a:lnTo>
                  <a:lnTo>
                    <a:pt x="962800" y="4361300"/>
                  </a:lnTo>
                  <a:lnTo>
                    <a:pt x="962894" y="4361300"/>
                  </a:lnTo>
                  <a:lnTo>
                    <a:pt x="962988" y="4361300"/>
                  </a:lnTo>
                  <a:lnTo>
                    <a:pt x="963082" y="4361300"/>
                  </a:lnTo>
                  <a:lnTo>
                    <a:pt x="963176" y="4361300"/>
                  </a:lnTo>
                  <a:lnTo>
                    <a:pt x="963271" y="4361300"/>
                  </a:lnTo>
                  <a:lnTo>
                    <a:pt x="963365" y="4361300"/>
                  </a:lnTo>
                  <a:lnTo>
                    <a:pt x="963459" y="4361300"/>
                  </a:lnTo>
                  <a:lnTo>
                    <a:pt x="963553" y="4361300"/>
                  </a:lnTo>
                  <a:lnTo>
                    <a:pt x="963647" y="4361300"/>
                  </a:lnTo>
                  <a:lnTo>
                    <a:pt x="963741" y="4361300"/>
                  </a:lnTo>
                  <a:lnTo>
                    <a:pt x="963835" y="4361300"/>
                  </a:lnTo>
                  <a:lnTo>
                    <a:pt x="963930" y="4361300"/>
                  </a:lnTo>
                  <a:lnTo>
                    <a:pt x="964024" y="4361300"/>
                  </a:lnTo>
                  <a:lnTo>
                    <a:pt x="964118" y="4361300"/>
                  </a:lnTo>
                  <a:lnTo>
                    <a:pt x="964118" y="4356389"/>
                  </a:lnTo>
                  <a:lnTo>
                    <a:pt x="964212" y="4356389"/>
                  </a:lnTo>
                  <a:lnTo>
                    <a:pt x="964306" y="4356389"/>
                  </a:lnTo>
                  <a:lnTo>
                    <a:pt x="964400" y="4356389"/>
                  </a:lnTo>
                  <a:lnTo>
                    <a:pt x="964495" y="4356389"/>
                  </a:lnTo>
                  <a:lnTo>
                    <a:pt x="964589" y="4356389"/>
                  </a:lnTo>
                  <a:lnTo>
                    <a:pt x="964683" y="4356389"/>
                  </a:lnTo>
                  <a:lnTo>
                    <a:pt x="964777" y="4356389"/>
                  </a:lnTo>
                  <a:lnTo>
                    <a:pt x="964871" y="4356389"/>
                  </a:lnTo>
                  <a:lnTo>
                    <a:pt x="964965" y="4356389"/>
                  </a:lnTo>
                  <a:lnTo>
                    <a:pt x="965059" y="4356389"/>
                  </a:lnTo>
                  <a:lnTo>
                    <a:pt x="965154" y="4356389"/>
                  </a:lnTo>
                  <a:lnTo>
                    <a:pt x="965154" y="4351478"/>
                  </a:lnTo>
                  <a:lnTo>
                    <a:pt x="965248" y="4351478"/>
                  </a:lnTo>
                  <a:lnTo>
                    <a:pt x="965342" y="4351478"/>
                  </a:lnTo>
                  <a:lnTo>
                    <a:pt x="965436" y="4351478"/>
                  </a:lnTo>
                  <a:lnTo>
                    <a:pt x="965530" y="4351478"/>
                  </a:lnTo>
                  <a:lnTo>
                    <a:pt x="965624" y="4351478"/>
                  </a:lnTo>
                  <a:lnTo>
                    <a:pt x="965719" y="4351478"/>
                  </a:lnTo>
                  <a:lnTo>
                    <a:pt x="965813" y="4351478"/>
                  </a:lnTo>
                  <a:lnTo>
                    <a:pt x="965907" y="4351478"/>
                  </a:lnTo>
                  <a:lnTo>
                    <a:pt x="966001" y="4351478"/>
                  </a:lnTo>
                  <a:lnTo>
                    <a:pt x="966095" y="4351478"/>
                  </a:lnTo>
                  <a:lnTo>
                    <a:pt x="966095" y="4346566"/>
                  </a:lnTo>
                  <a:lnTo>
                    <a:pt x="966189" y="4346566"/>
                  </a:lnTo>
                  <a:lnTo>
                    <a:pt x="966283" y="4346566"/>
                  </a:lnTo>
                  <a:lnTo>
                    <a:pt x="966378" y="4346566"/>
                  </a:lnTo>
                  <a:lnTo>
                    <a:pt x="966472" y="4346566"/>
                  </a:lnTo>
                  <a:lnTo>
                    <a:pt x="966472" y="4341655"/>
                  </a:lnTo>
                  <a:lnTo>
                    <a:pt x="966566" y="4341655"/>
                  </a:lnTo>
                  <a:lnTo>
                    <a:pt x="966660" y="4341655"/>
                  </a:lnTo>
                  <a:lnTo>
                    <a:pt x="966754" y="4341655"/>
                  </a:lnTo>
                  <a:lnTo>
                    <a:pt x="966848" y="4341655"/>
                  </a:lnTo>
                  <a:lnTo>
                    <a:pt x="966942" y="4341655"/>
                  </a:lnTo>
                  <a:lnTo>
                    <a:pt x="967037" y="4341655"/>
                  </a:lnTo>
                  <a:lnTo>
                    <a:pt x="967131" y="4341655"/>
                  </a:lnTo>
                  <a:lnTo>
                    <a:pt x="967225" y="4341655"/>
                  </a:lnTo>
                  <a:lnTo>
                    <a:pt x="967319" y="4341655"/>
                  </a:lnTo>
                  <a:lnTo>
                    <a:pt x="967319" y="4336744"/>
                  </a:lnTo>
                  <a:lnTo>
                    <a:pt x="967413" y="4336744"/>
                  </a:lnTo>
                  <a:lnTo>
                    <a:pt x="967507" y="4336744"/>
                  </a:lnTo>
                  <a:lnTo>
                    <a:pt x="967602" y="4336744"/>
                  </a:lnTo>
                  <a:lnTo>
                    <a:pt x="967696" y="4336744"/>
                  </a:lnTo>
                  <a:lnTo>
                    <a:pt x="967790" y="4336744"/>
                  </a:lnTo>
                  <a:lnTo>
                    <a:pt x="967884" y="4336744"/>
                  </a:lnTo>
                  <a:lnTo>
                    <a:pt x="967978" y="4336744"/>
                  </a:lnTo>
                  <a:lnTo>
                    <a:pt x="968072" y="4336744"/>
                  </a:lnTo>
                  <a:lnTo>
                    <a:pt x="968166" y="4336744"/>
                  </a:lnTo>
                  <a:lnTo>
                    <a:pt x="968261" y="4336744"/>
                  </a:lnTo>
                  <a:lnTo>
                    <a:pt x="968355" y="4336744"/>
                  </a:lnTo>
                  <a:lnTo>
                    <a:pt x="968449" y="4336744"/>
                  </a:lnTo>
                  <a:lnTo>
                    <a:pt x="968543" y="4336744"/>
                  </a:lnTo>
                  <a:lnTo>
                    <a:pt x="968637" y="4336744"/>
                  </a:lnTo>
                  <a:lnTo>
                    <a:pt x="968731" y="4336744"/>
                  </a:lnTo>
                  <a:lnTo>
                    <a:pt x="968826" y="4336744"/>
                  </a:lnTo>
                  <a:lnTo>
                    <a:pt x="968920" y="4336744"/>
                  </a:lnTo>
                  <a:lnTo>
                    <a:pt x="969014" y="4336744"/>
                  </a:lnTo>
                  <a:lnTo>
                    <a:pt x="969108" y="4336744"/>
                  </a:lnTo>
                  <a:lnTo>
                    <a:pt x="969202" y="4336744"/>
                  </a:lnTo>
                  <a:lnTo>
                    <a:pt x="969296" y="4336744"/>
                  </a:lnTo>
                  <a:lnTo>
                    <a:pt x="969390" y="4336744"/>
                  </a:lnTo>
                  <a:lnTo>
                    <a:pt x="969485" y="4336744"/>
                  </a:lnTo>
                  <a:lnTo>
                    <a:pt x="969579" y="4336744"/>
                  </a:lnTo>
                  <a:lnTo>
                    <a:pt x="969579" y="4331832"/>
                  </a:lnTo>
                  <a:lnTo>
                    <a:pt x="969673" y="4331832"/>
                  </a:lnTo>
                  <a:lnTo>
                    <a:pt x="969767" y="4331832"/>
                  </a:lnTo>
                  <a:lnTo>
                    <a:pt x="969861" y="4331832"/>
                  </a:lnTo>
                  <a:lnTo>
                    <a:pt x="969955" y="4331832"/>
                  </a:lnTo>
                  <a:lnTo>
                    <a:pt x="970050" y="4331832"/>
                  </a:lnTo>
                  <a:lnTo>
                    <a:pt x="970144" y="4331832"/>
                  </a:lnTo>
                  <a:lnTo>
                    <a:pt x="970238" y="4331832"/>
                  </a:lnTo>
                  <a:lnTo>
                    <a:pt x="970332" y="4331832"/>
                  </a:lnTo>
                  <a:lnTo>
                    <a:pt x="970426" y="4331832"/>
                  </a:lnTo>
                  <a:lnTo>
                    <a:pt x="970520" y="4331832"/>
                  </a:lnTo>
                  <a:lnTo>
                    <a:pt x="970614" y="4331832"/>
                  </a:lnTo>
                  <a:lnTo>
                    <a:pt x="970709" y="4331832"/>
                  </a:lnTo>
                  <a:lnTo>
                    <a:pt x="970803" y="4331832"/>
                  </a:lnTo>
                  <a:lnTo>
                    <a:pt x="970897" y="4331832"/>
                  </a:lnTo>
                  <a:lnTo>
                    <a:pt x="970991" y="4331832"/>
                  </a:lnTo>
                  <a:lnTo>
                    <a:pt x="971085" y="4331832"/>
                  </a:lnTo>
                  <a:lnTo>
                    <a:pt x="971085" y="4326921"/>
                  </a:lnTo>
                  <a:lnTo>
                    <a:pt x="971179" y="4326921"/>
                  </a:lnTo>
                  <a:lnTo>
                    <a:pt x="971273" y="4326921"/>
                  </a:lnTo>
                  <a:lnTo>
                    <a:pt x="971368" y="4326921"/>
                  </a:lnTo>
                  <a:lnTo>
                    <a:pt x="971462" y="4326921"/>
                  </a:lnTo>
                  <a:lnTo>
                    <a:pt x="971556" y="4326921"/>
                  </a:lnTo>
                  <a:lnTo>
                    <a:pt x="971650" y="4326921"/>
                  </a:lnTo>
                  <a:lnTo>
                    <a:pt x="971744" y="4326921"/>
                  </a:lnTo>
                  <a:lnTo>
                    <a:pt x="971838" y="4326921"/>
                  </a:lnTo>
                  <a:lnTo>
                    <a:pt x="971933" y="4326921"/>
                  </a:lnTo>
                  <a:lnTo>
                    <a:pt x="972027" y="4326921"/>
                  </a:lnTo>
                  <a:lnTo>
                    <a:pt x="972121" y="4326921"/>
                  </a:lnTo>
                  <a:lnTo>
                    <a:pt x="972215" y="4326921"/>
                  </a:lnTo>
                  <a:lnTo>
                    <a:pt x="972309" y="4326921"/>
                  </a:lnTo>
                  <a:lnTo>
                    <a:pt x="972403" y="4326921"/>
                  </a:lnTo>
                  <a:lnTo>
                    <a:pt x="972497" y="4326921"/>
                  </a:lnTo>
                  <a:lnTo>
                    <a:pt x="972592" y="4326921"/>
                  </a:lnTo>
                  <a:lnTo>
                    <a:pt x="972686" y="4326921"/>
                  </a:lnTo>
                  <a:lnTo>
                    <a:pt x="972780" y="4326921"/>
                  </a:lnTo>
                  <a:lnTo>
                    <a:pt x="972874" y="4326921"/>
                  </a:lnTo>
                  <a:lnTo>
                    <a:pt x="972968" y="4326921"/>
                  </a:lnTo>
                  <a:lnTo>
                    <a:pt x="973062" y="4326921"/>
                  </a:lnTo>
                  <a:lnTo>
                    <a:pt x="973157" y="4326921"/>
                  </a:lnTo>
                  <a:lnTo>
                    <a:pt x="973251" y="4326921"/>
                  </a:lnTo>
                  <a:lnTo>
                    <a:pt x="973345" y="4326921"/>
                  </a:lnTo>
                  <a:lnTo>
                    <a:pt x="973439" y="4326921"/>
                  </a:lnTo>
                  <a:lnTo>
                    <a:pt x="973533" y="4326921"/>
                  </a:lnTo>
                  <a:lnTo>
                    <a:pt x="973627" y="4326921"/>
                  </a:lnTo>
                  <a:lnTo>
                    <a:pt x="973721" y="4326921"/>
                  </a:lnTo>
                  <a:lnTo>
                    <a:pt x="973816" y="4326921"/>
                  </a:lnTo>
                  <a:lnTo>
                    <a:pt x="973910" y="4326921"/>
                  </a:lnTo>
                  <a:lnTo>
                    <a:pt x="974004" y="4326921"/>
                  </a:lnTo>
                  <a:lnTo>
                    <a:pt x="974098" y="4326921"/>
                  </a:lnTo>
                  <a:lnTo>
                    <a:pt x="974192" y="4326921"/>
                  </a:lnTo>
                  <a:lnTo>
                    <a:pt x="974286" y="4326921"/>
                  </a:lnTo>
                  <a:lnTo>
                    <a:pt x="974381" y="4326921"/>
                  </a:lnTo>
                  <a:lnTo>
                    <a:pt x="974475" y="4326921"/>
                  </a:lnTo>
                  <a:lnTo>
                    <a:pt x="974569" y="4326921"/>
                  </a:lnTo>
                  <a:lnTo>
                    <a:pt x="974663" y="4326921"/>
                  </a:lnTo>
                  <a:lnTo>
                    <a:pt x="974757" y="4326921"/>
                  </a:lnTo>
                  <a:lnTo>
                    <a:pt x="974851" y="4326921"/>
                  </a:lnTo>
                  <a:lnTo>
                    <a:pt x="974945" y="4326921"/>
                  </a:lnTo>
                  <a:lnTo>
                    <a:pt x="975040" y="4326921"/>
                  </a:lnTo>
                  <a:lnTo>
                    <a:pt x="975134" y="4326921"/>
                  </a:lnTo>
                  <a:lnTo>
                    <a:pt x="975228" y="4326921"/>
                  </a:lnTo>
                  <a:lnTo>
                    <a:pt x="975322" y="4326921"/>
                  </a:lnTo>
                  <a:lnTo>
                    <a:pt x="975416" y="4326921"/>
                  </a:lnTo>
                  <a:lnTo>
                    <a:pt x="975510" y="4326921"/>
                  </a:lnTo>
                  <a:lnTo>
                    <a:pt x="975510" y="4322009"/>
                  </a:lnTo>
                  <a:lnTo>
                    <a:pt x="975604" y="4322009"/>
                  </a:lnTo>
                  <a:lnTo>
                    <a:pt x="975699" y="4322009"/>
                  </a:lnTo>
                  <a:lnTo>
                    <a:pt x="975793" y="4322009"/>
                  </a:lnTo>
                  <a:lnTo>
                    <a:pt x="975887" y="4322009"/>
                  </a:lnTo>
                  <a:lnTo>
                    <a:pt x="975981" y="4322009"/>
                  </a:lnTo>
                  <a:lnTo>
                    <a:pt x="976075" y="4322009"/>
                  </a:lnTo>
                  <a:lnTo>
                    <a:pt x="976169" y="4322009"/>
                  </a:lnTo>
                  <a:lnTo>
                    <a:pt x="976264" y="4322009"/>
                  </a:lnTo>
                  <a:lnTo>
                    <a:pt x="976358" y="4322009"/>
                  </a:lnTo>
                  <a:lnTo>
                    <a:pt x="976452" y="4322009"/>
                  </a:lnTo>
                  <a:lnTo>
                    <a:pt x="976546" y="4322009"/>
                  </a:lnTo>
                  <a:lnTo>
                    <a:pt x="976640" y="4322009"/>
                  </a:lnTo>
                  <a:lnTo>
                    <a:pt x="976734" y="4322009"/>
                  </a:lnTo>
                  <a:lnTo>
                    <a:pt x="976828" y="4322009"/>
                  </a:lnTo>
                  <a:lnTo>
                    <a:pt x="976828" y="4317098"/>
                  </a:lnTo>
                  <a:lnTo>
                    <a:pt x="976923" y="4317098"/>
                  </a:lnTo>
                  <a:lnTo>
                    <a:pt x="977017" y="4317098"/>
                  </a:lnTo>
                  <a:lnTo>
                    <a:pt x="977111" y="4317098"/>
                  </a:lnTo>
                  <a:lnTo>
                    <a:pt x="977205" y="4317098"/>
                  </a:lnTo>
                  <a:lnTo>
                    <a:pt x="977299" y="4317098"/>
                  </a:lnTo>
                  <a:lnTo>
                    <a:pt x="977393" y="4317098"/>
                  </a:lnTo>
                  <a:lnTo>
                    <a:pt x="977488" y="4317098"/>
                  </a:lnTo>
                  <a:lnTo>
                    <a:pt x="977582" y="4317098"/>
                  </a:lnTo>
                  <a:lnTo>
                    <a:pt x="977676" y="4317098"/>
                  </a:lnTo>
                  <a:lnTo>
                    <a:pt x="977770" y="4317098"/>
                  </a:lnTo>
                  <a:lnTo>
                    <a:pt x="977864" y="4317098"/>
                  </a:lnTo>
                  <a:lnTo>
                    <a:pt x="977958" y="4317098"/>
                  </a:lnTo>
                  <a:lnTo>
                    <a:pt x="978052" y="4317098"/>
                  </a:lnTo>
                  <a:lnTo>
                    <a:pt x="978147" y="4317098"/>
                  </a:lnTo>
                  <a:lnTo>
                    <a:pt x="978241" y="4317098"/>
                  </a:lnTo>
                  <a:lnTo>
                    <a:pt x="978335" y="4317098"/>
                  </a:lnTo>
                  <a:lnTo>
                    <a:pt x="978429" y="4317098"/>
                  </a:lnTo>
                  <a:lnTo>
                    <a:pt x="978523" y="4317098"/>
                  </a:lnTo>
                  <a:lnTo>
                    <a:pt x="978617" y="4317098"/>
                  </a:lnTo>
                  <a:lnTo>
                    <a:pt x="978712" y="4317098"/>
                  </a:lnTo>
                  <a:lnTo>
                    <a:pt x="978806" y="4317098"/>
                  </a:lnTo>
                  <a:lnTo>
                    <a:pt x="978900" y="4317098"/>
                  </a:lnTo>
                  <a:lnTo>
                    <a:pt x="978994" y="4317098"/>
                  </a:lnTo>
                  <a:lnTo>
                    <a:pt x="979088" y="4317098"/>
                  </a:lnTo>
                  <a:lnTo>
                    <a:pt x="979182" y="4317098"/>
                  </a:lnTo>
                  <a:lnTo>
                    <a:pt x="979276" y="4317098"/>
                  </a:lnTo>
                  <a:lnTo>
                    <a:pt x="979371" y="4317098"/>
                  </a:lnTo>
                  <a:lnTo>
                    <a:pt x="979465" y="4317098"/>
                  </a:lnTo>
                  <a:lnTo>
                    <a:pt x="979559" y="4317098"/>
                  </a:lnTo>
                  <a:lnTo>
                    <a:pt x="979653" y="4317098"/>
                  </a:lnTo>
                  <a:lnTo>
                    <a:pt x="979747" y="4317098"/>
                  </a:lnTo>
                  <a:lnTo>
                    <a:pt x="979841" y="4317098"/>
                  </a:lnTo>
                  <a:lnTo>
                    <a:pt x="979935" y="4317098"/>
                  </a:lnTo>
                  <a:lnTo>
                    <a:pt x="980030" y="4317098"/>
                  </a:lnTo>
                  <a:lnTo>
                    <a:pt x="980124" y="4317098"/>
                  </a:lnTo>
                  <a:lnTo>
                    <a:pt x="980218" y="4317098"/>
                  </a:lnTo>
                  <a:lnTo>
                    <a:pt x="980312" y="4317098"/>
                  </a:lnTo>
                  <a:lnTo>
                    <a:pt x="980406" y="4317098"/>
                  </a:lnTo>
                  <a:lnTo>
                    <a:pt x="980500" y="4317098"/>
                  </a:lnTo>
                  <a:lnTo>
                    <a:pt x="980595" y="4317098"/>
                  </a:lnTo>
                  <a:lnTo>
                    <a:pt x="980689" y="4317098"/>
                  </a:lnTo>
                  <a:lnTo>
                    <a:pt x="980783" y="4317098"/>
                  </a:lnTo>
                  <a:lnTo>
                    <a:pt x="980877" y="4317098"/>
                  </a:lnTo>
                  <a:lnTo>
                    <a:pt x="980971" y="4317098"/>
                  </a:lnTo>
                  <a:lnTo>
                    <a:pt x="981065" y="4317098"/>
                  </a:lnTo>
                  <a:lnTo>
                    <a:pt x="981159" y="4317098"/>
                  </a:lnTo>
                  <a:lnTo>
                    <a:pt x="981254" y="4317098"/>
                  </a:lnTo>
                  <a:lnTo>
                    <a:pt x="981348" y="4317098"/>
                  </a:lnTo>
                  <a:lnTo>
                    <a:pt x="981442" y="4317098"/>
                  </a:lnTo>
                  <a:lnTo>
                    <a:pt x="981536" y="4317098"/>
                  </a:lnTo>
                  <a:lnTo>
                    <a:pt x="981630" y="4317098"/>
                  </a:lnTo>
                  <a:lnTo>
                    <a:pt x="981724" y="4317098"/>
                  </a:lnTo>
                  <a:lnTo>
                    <a:pt x="981819" y="4317098"/>
                  </a:lnTo>
                  <a:lnTo>
                    <a:pt x="981913" y="4317098"/>
                  </a:lnTo>
                  <a:lnTo>
                    <a:pt x="982007" y="4317098"/>
                  </a:lnTo>
                  <a:lnTo>
                    <a:pt x="982101" y="4317098"/>
                  </a:lnTo>
                  <a:lnTo>
                    <a:pt x="982195" y="4317098"/>
                  </a:lnTo>
                  <a:lnTo>
                    <a:pt x="982289" y="4317098"/>
                  </a:lnTo>
                  <a:lnTo>
                    <a:pt x="982383" y="4317098"/>
                  </a:lnTo>
                  <a:lnTo>
                    <a:pt x="982478" y="4317098"/>
                  </a:lnTo>
                  <a:lnTo>
                    <a:pt x="982572" y="4317098"/>
                  </a:lnTo>
                  <a:lnTo>
                    <a:pt x="982666" y="4317098"/>
                  </a:lnTo>
                  <a:lnTo>
                    <a:pt x="982760" y="4317098"/>
                  </a:lnTo>
                  <a:lnTo>
                    <a:pt x="982854" y="4317098"/>
                  </a:lnTo>
                  <a:lnTo>
                    <a:pt x="982948" y="4317098"/>
                  </a:lnTo>
                  <a:lnTo>
                    <a:pt x="983043" y="4317098"/>
                  </a:lnTo>
                  <a:lnTo>
                    <a:pt x="983137" y="4317098"/>
                  </a:lnTo>
                  <a:lnTo>
                    <a:pt x="983231" y="4317098"/>
                  </a:lnTo>
                  <a:lnTo>
                    <a:pt x="983325" y="4317098"/>
                  </a:lnTo>
                  <a:lnTo>
                    <a:pt x="983419" y="4317098"/>
                  </a:lnTo>
                  <a:lnTo>
                    <a:pt x="983513" y="4317098"/>
                  </a:lnTo>
                  <a:lnTo>
                    <a:pt x="983607" y="4317098"/>
                  </a:lnTo>
                  <a:lnTo>
                    <a:pt x="983702" y="4317098"/>
                  </a:lnTo>
                  <a:lnTo>
                    <a:pt x="983796" y="4317098"/>
                  </a:lnTo>
                  <a:lnTo>
                    <a:pt x="983890" y="4317098"/>
                  </a:lnTo>
                  <a:lnTo>
                    <a:pt x="983984" y="4317098"/>
                  </a:lnTo>
                  <a:lnTo>
                    <a:pt x="984078" y="4317098"/>
                  </a:lnTo>
                  <a:lnTo>
                    <a:pt x="984172" y="4317098"/>
                  </a:lnTo>
                  <a:lnTo>
                    <a:pt x="984266" y="4317098"/>
                  </a:lnTo>
                  <a:lnTo>
                    <a:pt x="984361" y="4317098"/>
                  </a:lnTo>
                  <a:lnTo>
                    <a:pt x="984455" y="4317098"/>
                  </a:lnTo>
                  <a:lnTo>
                    <a:pt x="984549" y="4317098"/>
                  </a:lnTo>
                  <a:lnTo>
                    <a:pt x="984643" y="4317098"/>
                  </a:lnTo>
                  <a:lnTo>
                    <a:pt x="984737" y="4317098"/>
                  </a:lnTo>
                  <a:lnTo>
                    <a:pt x="984831" y="4317098"/>
                  </a:lnTo>
                  <a:lnTo>
                    <a:pt x="984926" y="4317098"/>
                  </a:lnTo>
                  <a:lnTo>
                    <a:pt x="985020" y="4317098"/>
                  </a:lnTo>
                  <a:lnTo>
                    <a:pt x="985114" y="4317098"/>
                  </a:lnTo>
                  <a:lnTo>
                    <a:pt x="985208" y="4317098"/>
                  </a:lnTo>
                  <a:lnTo>
                    <a:pt x="985302" y="4317098"/>
                  </a:lnTo>
                  <a:lnTo>
                    <a:pt x="985396" y="4317098"/>
                  </a:lnTo>
                  <a:lnTo>
                    <a:pt x="985490" y="4317098"/>
                  </a:lnTo>
                  <a:lnTo>
                    <a:pt x="985585" y="4317098"/>
                  </a:lnTo>
                  <a:lnTo>
                    <a:pt x="985679" y="4317098"/>
                  </a:lnTo>
                  <a:lnTo>
                    <a:pt x="985773" y="4317098"/>
                  </a:lnTo>
                  <a:lnTo>
                    <a:pt x="985867" y="4317098"/>
                  </a:lnTo>
                  <a:lnTo>
                    <a:pt x="985961" y="4317098"/>
                  </a:lnTo>
                  <a:lnTo>
                    <a:pt x="986055" y="4317098"/>
                  </a:lnTo>
                  <a:lnTo>
                    <a:pt x="986150" y="4317098"/>
                  </a:lnTo>
                  <a:lnTo>
                    <a:pt x="986244" y="4317098"/>
                  </a:lnTo>
                  <a:lnTo>
                    <a:pt x="986338" y="4317098"/>
                  </a:lnTo>
                  <a:lnTo>
                    <a:pt x="986432" y="4317098"/>
                  </a:lnTo>
                  <a:lnTo>
                    <a:pt x="986526" y="4317098"/>
                  </a:lnTo>
                  <a:lnTo>
                    <a:pt x="986620" y="4317098"/>
                  </a:lnTo>
                  <a:lnTo>
                    <a:pt x="986714" y="4317098"/>
                  </a:lnTo>
                  <a:lnTo>
                    <a:pt x="986809" y="4317098"/>
                  </a:lnTo>
                  <a:lnTo>
                    <a:pt x="986903" y="4317098"/>
                  </a:lnTo>
                  <a:lnTo>
                    <a:pt x="986997" y="4317098"/>
                  </a:lnTo>
                  <a:lnTo>
                    <a:pt x="987091" y="4317098"/>
                  </a:lnTo>
                  <a:lnTo>
                    <a:pt x="987185" y="4317098"/>
                  </a:lnTo>
                  <a:lnTo>
                    <a:pt x="987279" y="4317098"/>
                  </a:lnTo>
                  <a:lnTo>
                    <a:pt x="987374" y="4317098"/>
                  </a:lnTo>
                  <a:lnTo>
                    <a:pt x="987468" y="4317098"/>
                  </a:lnTo>
                  <a:lnTo>
                    <a:pt x="987562" y="4317098"/>
                  </a:lnTo>
                  <a:lnTo>
                    <a:pt x="987656" y="4317098"/>
                  </a:lnTo>
                  <a:lnTo>
                    <a:pt x="987750" y="4317098"/>
                  </a:lnTo>
                  <a:lnTo>
                    <a:pt x="987844" y="4317098"/>
                  </a:lnTo>
                  <a:lnTo>
                    <a:pt x="987938" y="4317098"/>
                  </a:lnTo>
                  <a:lnTo>
                    <a:pt x="988033" y="4317098"/>
                  </a:lnTo>
                  <a:lnTo>
                    <a:pt x="988127" y="4317098"/>
                  </a:lnTo>
                  <a:lnTo>
                    <a:pt x="988127" y="4312187"/>
                  </a:lnTo>
                  <a:lnTo>
                    <a:pt x="988221" y="4312187"/>
                  </a:lnTo>
                  <a:lnTo>
                    <a:pt x="988315" y="4312187"/>
                  </a:lnTo>
                  <a:lnTo>
                    <a:pt x="988409" y="4312187"/>
                  </a:lnTo>
                  <a:lnTo>
                    <a:pt x="988503" y="4312187"/>
                  </a:lnTo>
                  <a:lnTo>
                    <a:pt x="988597" y="4312187"/>
                  </a:lnTo>
                  <a:lnTo>
                    <a:pt x="988692" y="4312187"/>
                  </a:lnTo>
                  <a:lnTo>
                    <a:pt x="988786" y="4312187"/>
                  </a:lnTo>
                  <a:lnTo>
                    <a:pt x="988880" y="4312187"/>
                  </a:lnTo>
                  <a:lnTo>
                    <a:pt x="988974" y="4312187"/>
                  </a:lnTo>
                  <a:lnTo>
                    <a:pt x="989068" y="4312187"/>
                  </a:lnTo>
                  <a:lnTo>
                    <a:pt x="989162" y="4312187"/>
                  </a:lnTo>
                  <a:lnTo>
                    <a:pt x="989257" y="4312187"/>
                  </a:lnTo>
                  <a:lnTo>
                    <a:pt x="989351" y="4312187"/>
                  </a:lnTo>
                  <a:lnTo>
                    <a:pt x="989445" y="4312187"/>
                  </a:lnTo>
                  <a:lnTo>
                    <a:pt x="989539" y="4312187"/>
                  </a:lnTo>
                  <a:lnTo>
                    <a:pt x="989633" y="4312187"/>
                  </a:lnTo>
                  <a:lnTo>
                    <a:pt x="989727" y="4312187"/>
                  </a:lnTo>
                  <a:lnTo>
                    <a:pt x="989821" y="4312187"/>
                  </a:lnTo>
                  <a:lnTo>
                    <a:pt x="989916" y="4312187"/>
                  </a:lnTo>
                  <a:lnTo>
                    <a:pt x="990010" y="4312187"/>
                  </a:lnTo>
                  <a:lnTo>
                    <a:pt x="990104" y="4312187"/>
                  </a:lnTo>
                  <a:lnTo>
                    <a:pt x="990198" y="4312187"/>
                  </a:lnTo>
                  <a:lnTo>
                    <a:pt x="990198" y="4307275"/>
                  </a:lnTo>
                  <a:lnTo>
                    <a:pt x="990292" y="4307275"/>
                  </a:lnTo>
                  <a:lnTo>
                    <a:pt x="990386" y="4307275"/>
                  </a:lnTo>
                  <a:lnTo>
                    <a:pt x="990481" y="4307275"/>
                  </a:lnTo>
                  <a:lnTo>
                    <a:pt x="990575" y="4307275"/>
                  </a:lnTo>
                  <a:lnTo>
                    <a:pt x="990669" y="4307275"/>
                  </a:lnTo>
                  <a:lnTo>
                    <a:pt x="990763" y="4307275"/>
                  </a:lnTo>
                  <a:lnTo>
                    <a:pt x="990857" y="4307275"/>
                  </a:lnTo>
                  <a:lnTo>
                    <a:pt x="990857" y="4302364"/>
                  </a:lnTo>
                  <a:lnTo>
                    <a:pt x="990951" y="4302364"/>
                  </a:lnTo>
                  <a:lnTo>
                    <a:pt x="991045" y="4302364"/>
                  </a:lnTo>
                  <a:lnTo>
                    <a:pt x="991140" y="4302364"/>
                  </a:lnTo>
                  <a:lnTo>
                    <a:pt x="991234" y="4302364"/>
                  </a:lnTo>
                  <a:lnTo>
                    <a:pt x="991328" y="4302364"/>
                  </a:lnTo>
                  <a:lnTo>
                    <a:pt x="991422" y="4302364"/>
                  </a:lnTo>
                  <a:lnTo>
                    <a:pt x="991516" y="4302364"/>
                  </a:lnTo>
                  <a:lnTo>
                    <a:pt x="991610" y="4302364"/>
                  </a:lnTo>
                  <a:lnTo>
                    <a:pt x="991705" y="4302364"/>
                  </a:lnTo>
                  <a:lnTo>
                    <a:pt x="991799" y="4302364"/>
                  </a:lnTo>
                  <a:lnTo>
                    <a:pt x="991893" y="4302364"/>
                  </a:lnTo>
                  <a:lnTo>
                    <a:pt x="991987" y="4302364"/>
                  </a:lnTo>
                  <a:lnTo>
                    <a:pt x="992081" y="4302364"/>
                  </a:lnTo>
                  <a:lnTo>
                    <a:pt x="992175" y="4302364"/>
                  </a:lnTo>
                  <a:lnTo>
                    <a:pt x="992269" y="4302364"/>
                  </a:lnTo>
                  <a:lnTo>
                    <a:pt x="992364" y="4302364"/>
                  </a:lnTo>
                  <a:lnTo>
                    <a:pt x="992458" y="4302364"/>
                  </a:lnTo>
                  <a:lnTo>
                    <a:pt x="992552" y="4302364"/>
                  </a:lnTo>
                  <a:lnTo>
                    <a:pt x="992646" y="4302364"/>
                  </a:lnTo>
                  <a:lnTo>
                    <a:pt x="992740" y="4302364"/>
                  </a:lnTo>
                  <a:lnTo>
                    <a:pt x="992834" y="4302364"/>
                  </a:lnTo>
                  <a:lnTo>
                    <a:pt x="992928" y="4302364"/>
                  </a:lnTo>
                  <a:lnTo>
                    <a:pt x="993023" y="4302364"/>
                  </a:lnTo>
                  <a:lnTo>
                    <a:pt x="993117" y="4302364"/>
                  </a:lnTo>
                  <a:lnTo>
                    <a:pt x="993211" y="4302364"/>
                  </a:lnTo>
                  <a:lnTo>
                    <a:pt x="993305" y="4302364"/>
                  </a:lnTo>
                  <a:lnTo>
                    <a:pt x="993399" y="4302364"/>
                  </a:lnTo>
                  <a:lnTo>
                    <a:pt x="993493" y="4302364"/>
                  </a:lnTo>
                  <a:lnTo>
                    <a:pt x="993588" y="4302364"/>
                  </a:lnTo>
                  <a:lnTo>
                    <a:pt x="993682" y="4302364"/>
                  </a:lnTo>
                  <a:lnTo>
                    <a:pt x="993776" y="4302364"/>
                  </a:lnTo>
                  <a:lnTo>
                    <a:pt x="993870" y="4302364"/>
                  </a:lnTo>
                  <a:lnTo>
                    <a:pt x="993964" y="4302364"/>
                  </a:lnTo>
                  <a:lnTo>
                    <a:pt x="994058" y="4302364"/>
                  </a:lnTo>
                  <a:lnTo>
                    <a:pt x="994152" y="4302364"/>
                  </a:lnTo>
                  <a:lnTo>
                    <a:pt x="994247" y="4302364"/>
                  </a:lnTo>
                  <a:lnTo>
                    <a:pt x="994341" y="4302364"/>
                  </a:lnTo>
                  <a:lnTo>
                    <a:pt x="994435" y="4302364"/>
                  </a:lnTo>
                  <a:lnTo>
                    <a:pt x="994529" y="4302364"/>
                  </a:lnTo>
                  <a:lnTo>
                    <a:pt x="994623" y="4302364"/>
                  </a:lnTo>
                  <a:lnTo>
                    <a:pt x="994717" y="4302364"/>
                  </a:lnTo>
                  <a:lnTo>
                    <a:pt x="994812" y="4302364"/>
                  </a:lnTo>
                  <a:lnTo>
                    <a:pt x="994906" y="4302364"/>
                  </a:lnTo>
                  <a:lnTo>
                    <a:pt x="995000" y="4302364"/>
                  </a:lnTo>
                  <a:lnTo>
                    <a:pt x="995094" y="4302364"/>
                  </a:lnTo>
                  <a:lnTo>
                    <a:pt x="995094" y="4297453"/>
                  </a:lnTo>
                  <a:lnTo>
                    <a:pt x="995188" y="4297453"/>
                  </a:lnTo>
                  <a:lnTo>
                    <a:pt x="995282" y="4297453"/>
                  </a:lnTo>
                  <a:lnTo>
                    <a:pt x="995376" y="4297453"/>
                  </a:lnTo>
                  <a:lnTo>
                    <a:pt x="995471" y="4297453"/>
                  </a:lnTo>
                  <a:lnTo>
                    <a:pt x="995565" y="4297453"/>
                  </a:lnTo>
                  <a:lnTo>
                    <a:pt x="995659" y="4297453"/>
                  </a:lnTo>
                  <a:lnTo>
                    <a:pt x="995753" y="4297453"/>
                  </a:lnTo>
                  <a:lnTo>
                    <a:pt x="995847" y="4297453"/>
                  </a:lnTo>
                  <a:lnTo>
                    <a:pt x="995941" y="4297453"/>
                  </a:lnTo>
                  <a:lnTo>
                    <a:pt x="996036" y="4297453"/>
                  </a:lnTo>
                  <a:lnTo>
                    <a:pt x="996130" y="4297453"/>
                  </a:lnTo>
                  <a:lnTo>
                    <a:pt x="996224" y="4297453"/>
                  </a:lnTo>
                  <a:lnTo>
                    <a:pt x="996318" y="4297453"/>
                  </a:lnTo>
                  <a:lnTo>
                    <a:pt x="996412" y="4297453"/>
                  </a:lnTo>
                  <a:lnTo>
                    <a:pt x="996506" y="4297453"/>
                  </a:lnTo>
                  <a:lnTo>
                    <a:pt x="996600" y="4297453"/>
                  </a:lnTo>
                  <a:lnTo>
                    <a:pt x="996695" y="4297453"/>
                  </a:lnTo>
                  <a:lnTo>
                    <a:pt x="996789" y="4297453"/>
                  </a:lnTo>
                  <a:lnTo>
                    <a:pt x="996883" y="4297453"/>
                  </a:lnTo>
                  <a:lnTo>
                    <a:pt x="996977" y="4297453"/>
                  </a:lnTo>
                  <a:lnTo>
                    <a:pt x="997071" y="4297453"/>
                  </a:lnTo>
                  <a:lnTo>
                    <a:pt x="997165" y="4297453"/>
                  </a:lnTo>
                  <a:lnTo>
                    <a:pt x="997259" y="4297453"/>
                  </a:lnTo>
                  <a:lnTo>
                    <a:pt x="997354" y="4297453"/>
                  </a:lnTo>
                  <a:lnTo>
                    <a:pt x="997448" y="4297453"/>
                  </a:lnTo>
                  <a:lnTo>
                    <a:pt x="997542" y="4297453"/>
                  </a:lnTo>
                  <a:lnTo>
                    <a:pt x="997636" y="4297453"/>
                  </a:lnTo>
                  <a:lnTo>
                    <a:pt x="997730" y="4297453"/>
                  </a:lnTo>
                  <a:lnTo>
                    <a:pt x="997824" y="4297453"/>
                  </a:lnTo>
                  <a:lnTo>
                    <a:pt x="997919" y="4297453"/>
                  </a:lnTo>
                  <a:lnTo>
                    <a:pt x="998013" y="4297453"/>
                  </a:lnTo>
                  <a:lnTo>
                    <a:pt x="998107" y="4297453"/>
                  </a:lnTo>
                  <a:lnTo>
                    <a:pt x="998201" y="4297453"/>
                  </a:lnTo>
                  <a:lnTo>
                    <a:pt x="998295" y="4297453"/>
                  </a:lnTo>
                  <a:lnTo>
                    <a:pt x="998389" y="4297453"/>
                  </a:lnTo>
                  <a:lnTo>
                    <a:pt x="998483" y="4297453"/>
                  </a:lnTo>
                  <a:lnTo>
                    <a:pt x="998578" y="4297453"/>
                  </a:lnTo>
                  <a:lnTo>
                    <a:pt x="998672" y="4297453"/>
                  </a:lnTo>
                  <a:lnTo>
                    <a:pt x="998766" y="4297453"/>
                  </a:lnTo>
                  <a:lnTo>
                    <a:pt x="998860" y="4297453"/>
                  </a:lnTo>
                  <a:lnTo>
                    <a:pt x="998954" y="4297453"/>
                  </a:lnTo>
                  <a:lnTo>
                    <a:pt x="999048" y="4297453"/>
                  </a:lnTo>
                  <a:lnTo>
                    <a:pt x="999143" y="4297453"/>
                  </a:lnTo>
                  <a:lnTo>
                    <a:pt x="999237" y="4297453"/>
                  </a:lnTo>
                  <a:lnTo>
                    <a:pt x="999331" y="4297453"/>
                  </a:lnTo>
                  <a:lnTo>
                    <a:pt x="999425" y="4297453"/>
                  </a:lnTo>
                  <a:lnTo>
                    <a:pt x="999519" y="4297453"/>
                  </a:lnTo>
                  <a:lnTo>
                    <a:pt x="999613" y="4297453"/>
                  </a:lnTo>
                  <a:lnTo>
                    <a:pt x="999707" y="4297453"/>
                  </a:lnTo>
                  <a:lnTo>
                    <a:pt x="999802" y="4297453"/>
                  </a:lnTo>
                  <a:lnTo>
                    <a:pt x="999896" y="4297453"/>
                  </a:lnTo>
                  <a:lnTo>
                    <a:pt x="999990" y="4297453"/>
                  </a:lnTo>
                  <a:lnTo>
                    <a:pt x="1000084" y="4297453"/>
                  </a:lnTo>
                  <a:lnTo>
                    <a:pt x="1000178" y="4297453"/>
                  </a:lnTo>
                  <a:lnTo>
                    <a:pt x="1000272" y="4297453"/>
                  </a:lnTo>
                  <a:lnTo>
                    <a:pt x="1000367" y="4297453"/>
                  </a:lnTo>
                  <a:lnTo>
                    <a:pt x="1000461" y="4297453"/>
                  </a:lnTo>
                  <a:lnTo>
                    <a:pt x="1000555" y="4297453"/>
                  </a:lnTo>
                  <a:lnTo>
                    <a:pt x="1000649" y="4297453"/>
                  </a:lnTo>
                  <a:lnTo>
                    <a:pt x="1000743" y="4297453"/>
                  </a:lnTo>
                  <a:lnTo>
                    <a:pt x="1000837" y="4297453"/>
                  </a:lnTo>
                  <a:lnTo>
                    <a:pt x="1000931" y="4297453"/>
                  </a:lnTo>
                  <a:lnTo>
                    <a:pt x="1001026" y="4297453"/>
                  </a:lnTo>
                  <a:lnTo>
                    <a:pt x="1001120" y="4297453"/>
                  </a:lnTo>
                  <a:lnTo>
                    <a:pt x="1001214" y="4297453"/>
                  </a:lnTo>
                  <a:lnTo>
                    <a:pt x="1001308" y="4297453"/>
                  </a:lnTo>
                  <a:lnTo>
                    <a:pt x="1001402" y="4297453"/>
                  </a:lnTo>
                  <a:lnTo>
                    <a:pt x="1001496" y="4297453"/>
                  </a:lnTo>
                  <a:lnTo>
                    <a:pt x="1001590" y="4297453"/>
                  </a:lnTo>
                  <a:lnTo>
                    <a:pt x="1001685" y="4297453"/>
                  </a:lnTo>
                  <a:lnTo>
                    <a:pt x="1001779" y="4297453"/>
                  </a:lnTo>
                  <a:lnTo>
                    <a:pt x="1001873" y="4297453"/>
                  </a:lnTo>
                  <a:lnTo>
                    <a:pt x="1001967" y="4297453"/>
                  </a:lnTo>
                  <a:lnTo>
                    <a:pt x="1002061" y="4297453"/>
                  </a:lnTo>
                  <a:lnTo>
                    <a:pt x="1002155" y="4297453"/>
                  </a:lnTo>
                  <a:lnTo>
                    <a:pt x="1002250" y="4297453"/>
                  </a:lnTo>
                  <a:lnTo>
                    <a:pt x="1002344" y="4297453"/>
                  </a:lnTo>
                  <a:lnTo>
                    <a:pt x="1002438" y="4297453"/>
                  </a:lnTo>
                  <a:lnTo>
                    <a:pt x="1002532" y="4297453"/>
                  </a:lnTo>
                  <a:lnTo>
                    <a:pt x="1002626" y="4297453"/>
                  </a:lnTo>
                  <a:lnTo>
                    <a:pt x="1002720" y="4297453"/>
                  </a:lnTo>
                  <a:lnTo>
                    <a:pt x="1002814" y="4297453"/>
                  </a:lnTo>
                  <a:lnTo>
                    <a:pt x="1002909" y="4297453"/>
                  </a:lnTo>
                  <a:lnTo>
                    <a:pt x="1003003" y="4297453"/>
                  </a:lnTo>
                  <a:lnTo>
                    <a:pt x="1003097" y="4297453"/>
                  </a:lnTo>
                  <a:lnTo>
                    <a:pt x="1003191" y="4297453"/>
                  </a:lnTo>
                  <a:lnTo>
                    <a:pt x="1003285" y="4297453"/>
                  </a:lnTo>
                  <a:lnTo>
                    <a:pt x="1003379" y="4297453"/>
                  </a:lnTo>
                  <a:lnTo>
                    <a:pt x="1003474" y="4297453"/>
                  </a:lnTo>
                  <a:lnTo>
                    <a:pt x="1003568" y="4297453"/>
                  </a:lnTo>
                  <a:lnTo>
                    <a:pt x="1003662" y="4297453"/>
                  </a:lnTo>
                  <a:lnTo>
                    <a:pt x="1003756" y="4297453"/>
                  </a:lnTo>
                  <a:lnTo>
                    <a:pt x="1003850" y="4297453"/>
                  </a:lnTo>
                  <a:lnTo>
                    <a:pt x="1003944" y="4297453"/>
                  </a:lnTo>
                  <a:lnTo>
                    <a:pt x="1004038" y="4297453"/>
                  </a:lnTo>
                  <a:lnTo>
                    <a:pt x="1004133" y="4297453"/>
                  </a:lnTo>
                  <a:lnTo>
                    <a:pt x="1004133" y="4292541"/>
                  </a:lnTo>
                  <a:lnTo>
                    <a:pt x="1004227" y="4292541"/>
                  </a:lnTo>
                  <a:lnTo>
                    <a:pt x="1004321" y="4292541"/>
                  </a:lnTo>
                  <a:lnTo>
                    <a:pt x="1004415" y="4292541"/>
                  </a:lnTo>
                  <a:lnTo>
                    <a:pt x="1004415" y="4287630"/>
                  </a:lnTo>
                  <a:lnTo>
                    <a:pt x="1004509" y="4287630"/>
                  </a:lnTo>
                  <a:lnTo>
                    <a:pt x="1004509" y="4282718"/>
                  </a:lnTo>
                  <a:lnTo>
                    <a:pt x="1004603" y="4282718"/>
                  </a:lnTo>
                  <a:lnTo>
                    <a:pt x="1004698" y="4282718"/>
                  </a:lnTo>
                  <a:lnTo>
                    <a:pt x="1004792" y="4282718"/>
                  </a:lnTo>
                  <a:lnTo>
                    <a:pt x="1004886" y="4282718"/>
                  </a:lnTo>
                  <a:lnTo>
                    <a:pt x="1004980" y="4282718"/>
                  </a:lnTo>
                  <a:lnTo>
                    <a:pt x="1005074" y="4282718"/>
                  </a:lnTo>
                  <a:lnTo>
                    <a:pt x="1005168" y="4282718"/>
                  </a:lnTo>
                  <a:lnTo>
                    <a:pt x="1005262" y="4282718"/>
                  </a:lnTo>
                  <a:lnTo>
                    <a:pt x="1005357" y="4282718"/>
                  </a:lnTo>
                  <a:lnTo>
                    <a:pt x="1005451" y="4282718"/>
                  </a:lnTo>
                  <a:lnTo>
                    <a:pt x="1005545" y="4282718"/>
                  </a:lnTo>
                  <a:lnTo>
                    <a:pt x="1005639" y="4282718"/>
                  </a:lnTo>
                  <a:lnTo>
                    <a:pt x="1005733" y="4282718"/>
                  </a:lnTo>
                  <a:lnTo>
                    <a:pt x="1005827" y="4282718"/>
                  </a:lnTo>
                  <a:lnTo>
                    <a:pt x="1005921" y="4282718"/>
                  </a:lnTo>
                  <a:lnTo>
                    <a:pt x="1006016" y="4282718"/>
                  </a:lnTo>
                  <a:lnTo>
                    <a:pt x="1006110" y="4282718"/>
                  </a:lnTo>
                  <a:lnTo>
                    <a:pt x="1006110" y="4277807"/>
                  </a:lnTo>
                  <a:lnTo>
                    <a:pt x="1006204" y="4277807"/>
                  </a:lnTo>
                  <a:lnTo>
                    <a:pt x="1006298" y="4277807"/>
                  </a:lnTo>
                  <a:lnTo>
                    <a:pt x="1006392" y="4277807"/>
                  </a:lnTo>
                  <a:lnTo>
                    <a:pt x="1006486" y="4277807"/>
                  </a:lnTo>
                  <a:lnTo>
                    <a:pt x="1006581" y="4277807"/>
                  </a:lnTo>
                  <a:lnTo>
                    <a:pt x="1006675" y="4277807"/>
                  </a:lnTo>
                  <a:lnTo>
                    <a:pt x="1006769" y="4277807"/>
                  </a:lnTo>
                  <a:lnTo>
                    <a:pt x="1006863" y="4277807"/>
                  </a:lnTo>
                  <a:lnTo>
                    <a:pt x="1006957" y="4277807"/>
                  </a:lnTo>
                  <a:lnTo>
                    <a:pt x="1007051" y="4277807"/>
                  </a:lnTo>
                  <a:lnTo>
                    <a:pt x="1007145" y="4277807"/>
                  </a:lnTo>
                  <a:lnTo>
                    <a:pt x="1007240" y="4277807"/>
                  </a:lnTo>
                  <a:lnTo>
                    <a:pt x="1007334" y="4277807"/>
                  </a:lnTo>
                  <a:lnTo>
                    <a:pt x="1007428" y="4277807"/>
                  </a:lnTo>
                  <a:lnTo>
                    <a:pt x="1007522" y="4277807"/>
                  </a:lnTo>
                  <a:lnTo>
                    <a:pt x="1007616" y="4277807"/>
                  </a:lnTo>
                  <a:lnTo>
                    <a:pt x="1007710" y="4277807"/>
                  </a:lnTo>
                  <a:lnTo>
                    <a:pt x="1007805" y="4277807"/>
                  </a:lnTo>
                  <a:lnTo>
                    <a:pt x="1007899" y="4277807"/>
                  </a:lnTo>
                  <a:lnTo>
                    <a:pt x="1007993" y="4277807"/>
                  </a:lnTo>
                  <a:lnTo>
                    <a:pt x="1008087" y="4277807"/>
                  </a:lnTo>
                  <a:lnTo>
                    <a:pt x="1008181" y="4277807"/>
                  </a:lnTo>
                  <a:lnTo>
                    <a:pt x="1008275" y="4277807"/>
                  </a:lnTo>
                  <a:lnTo>
                    <a:pt x="1008369" y="4277807"/>
                  </a:lnTo>
                  <a:lnTo>
                    <a:pt x="1008464" y="4277807"/>
                  </a:lnTo>
                  <a:lnTo>
                    <a:pt x="1008558" y="4277807"/>
                  </a:lnTo>
                  <a:lnTo>
                    <a:pt x="1008652" y="4277807"/>
                  </a:lnTo>
                  <a:lnTo>
                    <a:pt x="1008746" y="4277807"/>
                  </a:lnTo>
                  <a:lnTo>
                    <a:pt x="1008746" y="4272896"/>
                  </a:lnTo>
                  <a:lnTo>
                    <a:pt x="1008840" y="4272896"/>
                  </a:lnTo>
                  <a:lnTo>
                    <a:pt x="1008934" y="4272896"/>
                  </a:lnTo>
                  <a:lnTo>
                    <a:pt x="1009029" y="4272896"/>
                  </a:lnTo>
                  <a:lnTo>
                    <a:pt x="1009123" y="4272896"/>
                  </a:lnTo>
                  <a:lnTo>
                    <a:pt x="1009217" y="4272896"/>
                  </a:lnTo>
                  <a:lnTo>
                    <a:pt x="1009311" y="4272896"/>
                  </a:lnTo>
                  <a:lnTo>
                    <a:pt x="1009405" y="4272896"/>
                  </a:lnTo>
                  <a:lnTo>
                    <a:pt x="1009499" y="4272896"/>
                  </a:lnTo>
                  <a:lnTo>
                    <a:pt x="1009593" y="4272896"/>
                  </a:lnTo>
                  <a:lnTo>
                    <a:pt x="1009688" y="4272896"/>
                  </a:lnTo>
                  <a:lnTo>
                    <a:pt x="1009782" y="4272896"/>
                  </a:lnTo>
                  <a:lnTo>
                    <a:pt x="1009876" y="4272896"/>
                  </a:lnTo>
                  <a:lnTo>
                    <a:pt x="1009970" y="4272896"/>
                  </a:lnTo>
                  <a:lnTo>
                    <a:pt x="1010064" y="4272896"/>
                  </a:lnTo>
                  <a:lnTo>
                    <a:pt x="1010158" y="4272896"/>
                  </a:lnTo>
                  <a:lnTo>
                    <a:pt x="1010252" y="4272896"/>
                  </a:lnTo>
                  <a:lnTo>
                    <a:pt x="1010347" y="4272896"/>
                  </a:lnTo>
                  <a:lnTo>
                    <a:pt x="1010441" y="4272896"/>
                  </a:lnTo>
                  <a:lnTo>
                    <a:pt x="1010535" y="4272896"/>
                  </a:lnTo>
                  <a:lnTo>
                    <a:pt x="1010629" y="4272896"/>
                  </a:lnTo>
                  <a:lnTo>
                    <a:pt x="1010723" y="4272896"/>
                  </a:lnTo>
                  <a:lnTo>
                    <a:pt x="1010817" y="4272896"/>
                  </a:lnTo>
                  <a:lnTo>
                    <a:pt x="1010912" y="4272896"/>
                  </a:lnTo>
                  <a:lnTo>
                    <a:pt x="1011006" y="4272896"/>
                  </a:lnTo>
                  <a:lnTo>
                    <a:pt x="1011100" y="4272896"/>
                  </a:lnTo>
                  <a:lnTo>
                    <a:pt x="1011194" y="4272896"/>
                  </a:lnTo>
                  <a:lnTo>
                    <a:pt x="1011288" y="4272896"/>
                  </a:lnTo>
                  <a:lnTo>
                    <a:pt x="1011382" y="4272896"/>
                  </a:lnTo>
                  <a:lnTo>
                    <a:pt x="1011476" y="4272896"/>
                  </a:lnTo>
                  <a:lnTo>
                    <a:pt x="1011571" y="4272896"/>
                  </a:lnTo>
                  <a:lnTo>
                    <a:pt x="1011665" y="4272896"/>
                  </a:lnTo>
                  <a:lnTo>
                    <a:pt x="1011759" y="4272896"/>
                  </a:lnTo>
                  <a:lnTo>
                    <a:pt x="1011853" y="4272896"/>
                  </a:lnTo>
                  <a:lnTo>
                    <a:pt x="1011947" y="4272896"/>
                  </a:lnTo>
                  <a:lnTo>
                    <a:pt x="1012041" y="4272896"/>
                  </a:lnTo>
                  <a:lnTo>
                    <a:pt x="1012136" y="4272896"/>
                  </a:lnTo>
                  <a:lnTo>
                    <a:pt x="1012230" y="4272896"/>
                  </a:lnTo>
                  <a:lnTo>
                    <a:pt x="1012324" y="4272896"/>
                  </a:lnTo>
                  <a:lnTo>
                    <a:pt x="1012418" y="4272896"/>
                  </a:lnTo>
                  <a:lnTo>
                    <a:pt x="1012512" y="4272896"/>
                  </a:lnTo>
                  <a:lnTo>
                    <a:pt x="1012606" y="4272896"/>
                  </a:lnTo>
                  <a:lnTo>
                    <a:pt x="1012700" y="4272896"/>
                  </a:lnTo>
                  <a:lnTo>
                    <a:pt x="1012795" y="4272896"/>
                  </a:lnTo>
                  <a:lnTo>
                    <a:pt x="1012889" y="4272896"/>
                  </a:lnTo>
                  <a:lnTo>
                    <a:pt x="1012983" y="4272896"/>
                  </a:lnTo>
                  <a:lnTo>
                    <a:pt x="1012983" y="4267984"/>
                  </a:lnTo>
                  <a:lnTo>
                    <a:pt x="1013077" y="4267984"/>
                  </a:lnTo>
                  <a:lnTo>
                    <a:pt x="1013077" y="4263073"/>
                  </a:lnTo>
                  <a:lnTo>
                    <a:pt x="1013171" y="4263073"/>
                  </a:lnTo>
                  <a:lnTo>
                    <a:pt x="1013265" y="4263073"/>
                  </a:lnTo>
                  <a:lnTo>
                    <a:pt x="1013360" y="4263073"/>
                  </a:lnTo>
                  <a:lnTo>
                    <a:pt x="1013454" y="4263073"/>
                  </a:lnTo>
                  <a:lnTo>
                    <a:pt x="1013548" y="4263073"/>
                  </a:lnTo>
                  <a:lnTo>
                    <a:pt x="1013642" y="4263073"/>
                  </a:lnTo>
                  <a:lnTo>
                    <a:pt x="1013736" y="4263073"/>
                  </a:lnTo>
                  <a:lnTo>
                    <a:pt x="1013830" y="4263073"/>
                  </a:lnTo>
                  <a:lnTo>
                    <a:pt x="1013924" y="4263073"/>
                  </a:lnTo>
                  <a:lnTo>
                    <a:pt x="1014019" y="4263073"/>
                  </a:lnTo>
                  <a:lnTo>
                    <a:pt x="1014113" y="4263073"/>
                  </a:lnTo>
                  <a:lnTo>
                    <a:pt x="1014207" y="4263073"/>
                  </a:lnTo>
                  <a:lnTo>
                    <a:pt x="1014301" y="4263073"/>
                  </a:lnTo>
                  <a:lnTo>
                    <a:pt x="1014395" y="4263073"/>
                  </a:lnTo>
                  <a:lnTo>
                    <a:pt x="1014489" y="4263073"/>
                  </a:lnTo>
                  <a:lnTo>
                    <a:pt x="1014583" y="4263073"/>
                  </a:lnTo>
                  <a:lnTo>
                    <a:pt x="1014678" y="4263073"/>
                  </a:lnTo>
                  <a:lnTo>
                    <a:pt x="1014772" y="4263073"/>
                  </a:lnTo>
                  <a:lnTo>
                    <a:pt x="1014866" y="4263073"/>
                  </a:lnTo>
                  <a:lnTo>
                    <a:pt x="1014960" y="4263073"/>
                  </a:lnTo>
                  <a:lnTo>
                    <a:pt x="1015054" y="4263073"/>
                  </a:lnTo>
                  <a:lnTo>
                    <a:pt x="1015148" y="4263073"/>
                  </a:lnTo>
                  <a:lnTo>
                    <a:pt x="1015243" y="4263073"/>
                  </a:lnTo>
                  <a:lnTo>
                    <a:pt x="1015337" y="4263073"/>
                  </a:lnTo>
                  <a:lnTo>
                    <a:pt x="1015431" y="4263073"/>
                  </a:lnTo>
                  <a:lnTo>
                    <a:pt x="1015525" y="4263073"/>
                  </a:lnTo>
                  <a:lnTo>
                    <a:pt x="1015619" y="4263073"/>
                  </a:lnTo>
                  <a:lnTo>
                    <a:pt x="1015713" y="4263073"/>
                  </a:lnTo>
                  <a:lnTo>
                    <a:pt x="1015807" y="4263073"/>
                  </a:lnTo>
                  <a:lnTo>
                    <a:pt x="1015902" y="4263073"/>
                  </a:lnTo>
                  <a:lnTo>
                    <a:pt x="1015996" y="4263073"/>
                  </a:lnTo>
                  <a:lnTo>
                    <a:pt x="1016090" y="4263073"/>
                  </a:lnTo>
                  <a:lnTo>
                    <a:pt x="1016184" y="4263073"/>
                  </a:lnTo>
                  <a:lnTo>
                    <a:pt x="1016278" y="4263073"/>
                  </a:lnTo>
                  <a:lnTo>
                    <a:pt x="1016372" y="4263073"/>
                  </a:lnTo>
                  <a:lnTo>
                    <a:pt x="1016467" y="4263073"/>
                  </a:lnTo>
                  <a:lnTo>
                    <a:pt x="1016561" y="4263073"/>
                  </a:lnTo>
                  <a:lnTo>
                    <a:pt x="1016655" y="4263073"/>
                  </a:lnTo>
                  <a:lnTo>
                    <a:pt x="1016655" y="4258162"/>
                  </a:lnTo>
                  <a:lnTo>
                    <a:pt x="1016749" y="4258162"/>
                  </a:lnTo>
                  <a:lnTo>
                    <a:pt x="1016843" y="4258162"/>
                  </a:lnTo>
                  <a:lnTo>
                    <a:pt x="1016937" y="4258162"/>
                  </a:lnTo>
                  <a:lnTo>
                    <a:pt x="1017031" y="4258162"/>
                  </a:lnTo>
                  <a:lnTo>
                    <a:pt x="1017126" y="4258162"/>
                  </a:lnTo>
                  <a:lnTo>
                    <a:pt x="1017220" y="4258162"/>
                  </a:lnTo>
                  <a:lnTo>
                    <a:pt x="1017314" y="4258162"/>
                  </a:lnTo>
                  <a:lnTo>
                    <a:pt x="1017408" y="4258162"/>
                  </a:lnTo>
                  <a:lnTo>
                    <a:pt x="1017502" y="4258162"/>
                  </a:lnTo>
                  <a:lnTo>
                    <a:pt x="1017596" y="4258162"/>
                  </a:lnTo>
                  <a:lnTo>
                    <a:pt x="1017691" y="4258162"/>
                  </a:lnTo>
                  <a:lnTo>
                    <a:pt x="1017785" y="4258162"/>
                  </a:lnTo>
                  <a:lnTo>
                    <a:pt x="1017879" y="4258162"/>
                  </a:lnTo>
                  <a:lnTo>
                    <a:pt x="1017973" y="4258162"/>
                  </a:lnTo>
                  <a:lnTo>
                    <a:pt x="1018067" y="4258162"/>
                  </a:lnTo>
                  <a:lnTo>
                    <a:pt x="1018161" y="4258162"/>
                  </a:lnTo>
                  <a:lnTo>
                    <a:pt x="1018255" y="4258162"/>
                  </a:lnTo>
                  <a:lnTo>
                    <a:pt x="1018350" y="4258162"/>
                  </a:lnTo>
                  <a:lnTo>
                    <a:pt x="1018444" y="4258162"/>
                  </a:lnTo>
                  <a:lnTo>
                    <a:pt x="1018538" y="4258162"/>
                  </a:lnTo>
                  <a:lnTo>
                    <a:pt x="1018632" y="4258162"/>
                  </a:lnTo>
                  <a:lnTo>
                    <a:pt x="1018726" y="4258162"/>
                  </a:lnTo>
                  <a:lnTo>
                    <a:pt x="1018820" y="4258162"/>
                  </a:lnTo>
                  <a:lnTo>
                    <a:pt x="1018914" y="4258162"/>
                  </a:lnTo>
                  <a:lnTo>
                    <a:pt x="1019009" y="4258162"/>
                  </a:lnTo>
                  <a:lnTo>
                    <a:pt x="1019103" y="4258162"/>
                  </a:lnTo>
                  <a:lnTo>
                    <a:pt x="1019197" y="4258162"/>
                  </a:lnTo>
                  <a:lnTo>
                    <a:pt x="1019291" y="4258162"/>
                  </a:lnTo>
                  <a:lnTo>
                    <a:pt x="1019385" y="4258162"/>
                  </a:lnTo>
                  <a:lnTo>
                    <a:pt x="1019479" y="4258162"/>
                  </a:lnTo>
                  <a:lnTo>
                    <a:pt x="1019574" y="4258162"/>
                  </a:lnTo>
                  <a:lnTo>
                    <a:pt x="1019668" y="4258162"/>
                  </a:lnTo>
                  <a:lnTo>
                    <a:pt x="1019762" y="4258162"/>
                  </a:lnTo>
                  <a:lnTo>
                    <a:pt x="1019856" y="4258162"/>
                  </a:lnTo>
                  <a:lnTo>
                    <a:pt x="1019950" y="4258162"/>
                  </a:lnTo>
                  <a:lnTo>
                    <a:pt x="1020044" y="4258162"/>
                  </a:lnTo>
                  <a:lnTo>
                    <a:pt x="1020138" y="4258162"/>
                  </a:lnTo>
                  <a:lnTo>
                    <a:pt x="1020233" y="4258162"/>
                  </a:lnTo>
                  <a:lnTo>
                    <a:pt x="1020327" y="4258162"/>
                  </a:lnTo>
                  <a:lnTo>
                    <a:pt x="1020421" y="4258162"/>
                  </a:lnTo>
                  <a:lnTo>
                    <a:pt x="1020515" y="4258162"/>
                  </a:lnTo>
                  <a:lnTo>
                    <a:pt x="1020609" y="4258162"/>
                  </a:lnTo>
                  <a:lnTo>
                    <a:pt x="1020703" y="4258162"/>
                  </a:lnTo>
                  <a:lnTo>
                    <a:pt x="1020798" y="4258162"/>
                  </a:lnTo>
                  <a:lnTo>
                    <a:pt x="1020892" y="4258162"/>
                  </a:lnTo>
                  <a:lnTo>
                    <a:pt x="1020986" y="4258162"/>
                  </a:lnTo>
                  <a:lnTo>
                    <a:pt x="1021080" y="4258162"/>
                  </a:lnTo>
                  <a:lnTo>
                    <a:pt x="1021174" y="4258162"/>
                  </a:lnTo>
                  <a:lnTo>
                    <a:pt x="1021268" y="4258162"/>
                  </a:lnTo>
                  <a:lnTo>
                    <a:pt x="1021362" y="4258162"/>
                  </a:lnTo>
                  <a:lnTo>
                    <a:pt x="1021457" y="4258162"/>
                  </a:lnTo>
                  <a:lnTo>
                    <a:pt x="1021551" y="4258162"/>
                  </a:lnTo>
                  <a:lnTo>
                    <a:pt x="1021645" y="4258162"/>
                  </a:lnTo>
                  <a:lnTo>
                    <a:pt x="1021645" y="4253250"/>
                  </a:lnTo>
                  <a:lnTo>
                    <a:pt x="1021739" y="4253250"/>
                  </a:lnTo>
                  <a:lnTo>
                    <a:pt x="1021833" y="4253250"/>
                  </a:lnTo>
                  <a:lnTo>
                    <a:pt x="1021927" y="4253250"/>
                  </a:lnTo>
                  <a:lnTo>
                    <a:pt x="1022022" y="4253250"/>
                  </a:lnTo>
                  <a:lnTo>
                    <a:pt x="1022116" y="4253250"/>
                  </a:lnTo>
                  <a:lnTo>
                    <a:pt x="1022210" y="4253250"/>
                  </a:lnTo>
                  <a:lnTo>
                    <a:pt x="1022304" y="4253250"/>
                  </a:lnTo>
                  <a:lnTo>
                    <a:pt x="1022398" y="4253250"/>
                  </a:lnTo>
                  <a:lnTo>
                    <a:pt x="1022492" y="4253250"/>
                  </a:lnTo>
                  <a:lnTo>
                    <a:pt x="1022586" y="4253250"/>
                  </a:lnTo>
                  <a:lnTo>
                    <a:pt x="1022681" y="4253250"/>
                  </a:lnTo>
                  <a:lnTo>
                    <a:pt x="1022775" y="4253250"/>
                  </a:lnTo>
                  <a:lnTo>
                    <a:pt x="1022869" y="4253250"/>
                  </a:lnTo>
                  <a:lnTo>
                    <a:pt x="1022963" y="4253250"/>
                  </a:lnTo>
                  <a:lnTo>
                    <a:pt x="1023057" y="4253250"/>
                  </a:lnTo>
                  <a:lnTo>
                    <a:pt x="1023151" y="4253250"/>
                  </a:lnTo>
                  <a:lnTo>
                    <a:pt x="1023151" y="4248339"/>
                  </a:lnTo>
                  <a:lnTo>
                    <a:pt x="1023245" y="4248339"/>
                  </a:lnTo>
                  <a:lnTo>
                    <a:pt x="1023340" y="4248339"/>
                  </a:lnTo>
                  <a:lnTo>
                    <a:pt x="1023434" y="4248339"/>
                  </a:lnTo>
                  <a:lnTo>
                    <a:pt x="1023528" y="4248339"/>
                  </a:lnTo>
                  <a:lnTo>
                    <a:pt x="1023622" y="4248339"/>
                  </a:lnTo>
                  <a:lnTo>
                    <a:pt x="1023716" y="4248339"/>
                  </a:lnTo>
                  <a:lnTo>
                    <a:pt x="1023810" y="4248339"/>
                  </a:lnTo>
                  <a:lnTo>
                    <a:pt x="1023905" y="4248339"/>
                  </a:lnTo>
                  <a:lnTo>
                    <a:pt x="1023999" y="4248339"/>
                  </a:lnTo>
                  <a:lnTo>
                    <a:pt x="1024093" y="4248339"/>
                  </a:lnTo>
                  <a:lnTo>
                    <a:pt x="1024187" y="4248339"/>
                  </a:lnTo>
                  <a:lnTo>
                    <a:pt x="1024281" y="4248339"/>
                  </a:lnTo>
                  <a:lnTo>
                    <a:pt x="1024375" y="4248339"/>
                  </a:lnTo>
                  <a:lnTo>
                    <a:pt x="1024469" y="4248339"/>
                  </a:lnTo>
                  <a:lnTo>
                    <a:pt x="1024564" y="4248339"/>
                  </a:lnTo>
                  <a:lnTo>
                    <a:pt x="1024658" y="4248339"/>
                  </a:lnTo>
                  <a:lnTo>
                    <a:pt x="1024658" y="4243427"/>
                  </a:lnTo>
                  <a:lnTo>
                    <a:pt x="1024752" y="4243427"/>
                  </a:lnTo>
                  <a:lnTo>
                    <a:pt x="1024846" y="4243427"/>
                  </a:lnTo>
                  <a:lnTo>
                    <a:pt x="1024940" y="4243427"/>
                  </a:lnTo>
                  <a:lnTo>
                    <a:pt x="1025034" y="4243427"/>
                  </a:lnTo>
                  <a:lnTo>
                    <a:pt x="1025034" y="4238516"/>
                  </a:lnTo>
                  <a:lnTo>
                    <a:pt x="1025129" y="4238516"/>
                  </a:lnTo>
                  <a:lnTo>
                    <a:pt x="1025223" y="4238516"/>
                  </a:lnTo>
                  <a:lnTo>
                    <a:pt x="1025317" y="4238516"/>
                  </a:lnTo>
                  <a:lnTo>
                    <a:pt x="1025411" y="4238516"/>
                  </a:lnTo>
                  <a:lnTo>
                    <a:pt x="1025505" y="4238516"/>
                  </a:lnTo>
                  <a:lnTo>
                    <a:pt x="1025599" y="4238516"/>
                  </a:lnTo>
                  <a:lnTo>
                    <a:pt x="1025693" y="4238516"/>
                  </a:lnTo>
                  <a:lnTo>
                    <a:pt x="1025788" y="4238516"/>
                  </a:lnTo>
                  <a:lnTo>
                    <a:pt x="1025882" y="4238516"/>
                  </a:lnTo>
                  <a:lnTo>
                    <a:pt x="1025976" y="4238516"/>
                  </a:lnTo>
                  <a:lnTo>
                    <a:pt x="1026070" y="4238516"/>
                  </a:lnTo>
                  <a:lnTo>
                    <a:pt x="1026164" y="4238516"/>
                  </a:lnTo>
                  <a:lnTo>
                    <a:pt x="1026164" y="4233605"/>
                  </a:lnTo>
                  <a:lnTo>
                    <a:pt x="1026258" y="4233605"/>
                  </a:lnTo>
                  <a:lnTo>
                    <a:pt x="1026353" y="4233605"/>
                  </a:lnTo>
                  <a:lnTo>
                    <a:pt x="1026447" y="4233605"/>
                  </a:lnTo>
                  <a:lnTo>
                    <a:pt x="1026541" y="4233605"/>
                  </a:lnTo>
                  <a:lnTo>
                    <a:pt x="1026635" y="4233605"/>
                  </a:lnTo>
                  <a:lnTo>
                    <a:pt x="1026729" y="4233605"/>
                  </a:lnTo>
                  <a:lnTo>
                    <a:pt x="1026729" y="4228693"/>
                  </a:lnTo>
                  <a:lnTo>
                    <a:pt x="1026823" y="4228693"/>
                  </a:lnTo>
                  <a:lnTo>
                    <a:pt x="1026917" y="4228693"/>
                  </a:lnTo>
                  <a:lnTo>
                    <a:pt x="1027012" y="4228693"/>
                  </a:lnTo>
                  <a:lnTo>
                    <a:pt x="1027106" y="4228693"/>
                  </a:lnTo>
                  <a:lnTo>
                    <a:pt x="1027200" y="4228693"/>
                  </a:lnTo>
                  <a:lnTo>
                    <a:pt x="1027294" y="4228693"/>
                  </a:lnTo>
                  <a:lnTo>
                    <a:pt x="1027388" y="4228693"/>
                  </a:lnTo>
                  <a:lnTo>
                    <a:pt x="1027482" y="4228693"/>
                  </a:lnTo>
                  <a:lnTo>
                    <a:pt x="1027576" y="4228693"/>
                  </a:lnTo>
                  <a:lnTo>
                    <a:pt x="1027671" y="4228693"/>
                  </a:lnTo>
                  <a:lnTo>
                    <a:pt x="1027765" y="4228693"/>
                  </a:lnTo>
                  <a:lnTo>
                    <a:pt x="1027859" y="4228693"/>
                  </a:lnTo>
                  <a:lnTo>
                    <a:pt x="1027953" y="4228693"/>
                  </a:lnTo>
                  <a:lnTo>
                    <a:pt x="1028047" y="4228693"/>
                  </a:lnTo>
                  <a:lnTo>
                    <a:pt x="1028141" y="4228693"/>
                  </a:lnTo>
                  <a:lnTo>
                    <a:pt x="1028236" y="4228693"/>
                  </a:lnTo>
                  <a:lnTo>
                    <a:pt x="1028330" y="4228693"/>
                  </a:lnTo>
                  <a:lnTo>
                    <a:pt x="1028424" y="4228693"/>
                  </a:lnTo>
                  <a:lnTo>
                    <a:pt x="1028518" y="4228693"/>
                  </a:lnTo>
                  <a:lnTo>
                    <a:pt x="1028612" y="4228693"/>
                  </a:lnTo>
                  <a:lnTo>
                    <a:pt x="1028706" y="4228693"/>
                  </a:lnTo>
                  <a:lnTo>
                    <a:pt x="1028800" y="4228693"/>
                  </a:lnTo>
                  <a:lnTo>
                    <a:pt x="1028800" y="4223782"/>
                  </a:lnTo>
                  <a:lnTo>
                    <a:pt x="1028895" y="4223782"/>
                  </a:lnTo>
                  <a:lnTo>
                    <a:pt x="1028989" y="4223782"/>
                  </a:lnTo>
                  <a:lnTo>
                    <a:pt x="1029083" y="4223782"/>
                  </a:lnTo>
                  <a:lnTo>
                    <a:pt x="1029177" y="4223782"/>
                  </a:lnTo>
                  <a:lnTo>
                    <a:pt x="1029271" y="4223782"/>
                  </a:lnTo>
                  <a:lnTo>
                    <a:pt x="1029365" y="4223782"/>
                  </a:lnTo>
                  <a:lnTo>
                    <a:pt x="1029460" y="4223782"/>
                  </a:lnTo>
                  <a:lnTo>
                    <a:pt x="1029554" y="4223782"/>
                  </a:lnTo>
                  <a:lnTo>
                    <a:pt x="1029648" y="4223782"/>
                  </a:lnTo>
                  <a:lnTo>
                    <a:pt x="1029742" y="4223782"/>
                  </a:lnTo>
                  <a:lnTo>
                    <a:pt x="1029836" y="4223782"/>
                  </a:lnTo>
                  <a:lnTo>
                    <a:pt x="1029930" y="4223782"/>
                  </a:lnTo>
                  <a:lnTo>
                    <a:pt x="1030024" y="4223782"/>
                  </a:lnTo>
                  <a:lnTo>
                    <a:pt x="1030119" y="4223782"/>
                  </a:lnTo>
                  <a:lnTo>
                    <a:pt x="1030213" y="4223782"/>
                  </a:lnTo>
                  <a:lnTo>
                    <a:pt x="1030307" y="4223782"/>
                  </a:lnTo>
                  <a:lnTo>
                    <a:pt x="1030401" y="4223782"/>
                  </a:lnTo>
                  <a:lnTo>
                    <a:pt x="1030495" y="4223782"/>
                  </a:lnTo>
                  <a:lnTo>
                    <a:pt x="1030589" y="4223782"/>
                  </a:lnTo>
                  <a:lnTo>
                    <a:pt x="1030684" y="4223782"/>
                  </a:lnTo>
                  <a:lnTo>
                    <a:pt x="1030778" y="4223782"/>
                  </a:lnTo>
                  <a:lnTo>
                    <a:pt x="1030872" y="4223782"/>
                  </a:lnTo>
                  <a:lnTo>
                    <a:pt x="1030966" y="4223782"/>
                  </a:lnTo>
                  <a:lnTo>
                    <a:pt x="1031060" y="4223782"/>
                  </a:lnTo>
                  <a:lnTo>
                    <a:pt x="1031154" y="4223782"/>
                  </a:lnTo>
                  <a:lnTo>
                    <a:pt x="1031248" y="4223782"/>
                  </a:lnTo>
                  <a:lnTo>
                    <a:pt x="1031343" y="4223782"/>
                  </a:lnTo>
                  <a:lnTo>
                    <a:pt x="1031437" y="4223782"/>
                  </a:lnTo>
                  <a:lnTo>
                    <a:pt x="1031531" y="4223782"/>
                  </a:lnTo>
                  <a:lnTo>
                    <a:pt x="1031531" y="4218871"/>
                  </a:lnTo>
                  <a:lnTo>
                    <a:pt x="1031625" y="4218871"/>
                  </a:lnTo>
                  <a:lnTo>
                    <a:pt x="1031719" y="4218871"/>
                  </a:lnTo>
                  <a:lnTo>
                    <a:pt x="1031813" y="4218871"/>
                  </a:lnTo>
                  <a:lnTo>
                    <a:pt x="1031907" y="4218871"/>
                  </a:lnTo>
                  <a:lnTo>
                    <a:pt x="1032002" y="4218871"/>
                  </a:lnTo>
                  <a:lnTo>
                    <a:pt x="1032096" y="4218871"/>
                  </a:lnTo>
                  <a:lnTo>
                    <a:pt x="1032190" y="4218871"/>
                  </a:lnTo>
                  <a:lnTo>
                    <a:pt x="1032284" y="4218871"/>
                  </a:lnTo>
                  <a:lnTo>
                    <a:pt x="1032378" y="4218871"/>
                  </a:lnTo>
                  <a:lnTo>
                    <a:pt x="1032472" y="4218871"/>
                  </a:lnTo>
                  <a:lnTo>
                    <a:pt x="1032567" y="4218871"/>
                  </a:lnTo>
                  <a:lnTo>
                    <a:pt x="1032661" y="4218871"/>
                  </a:lnTo>
                  <a:lnTo>
                    <a:pt x="1032755" y="4218871"/>
                  </a:lnTo>
                  <a:lnTo>
                    <a:pt x="1032849" y="4218871"/>
                  </a:lnTo>
                  <a:lnTo>
                    <a:pt x="1032943" y="4218871"/>
                  </a:lnTo>
                  <a:lnTo>
                    <a:pt x="1033037" y="4218871"/>
                  </a:lnTo>
                  <a:lnTo>
                    <a:pt x="1033131" y="4218871"/>
                  </a:lnTo>
                  <a:lnTo>
                    <a:pt x="1033226" y="4218871"/>
                  </a:lnTo>
                  <a:lnTo>
                    <a:pt x="1033320" y="4218871"/>
                  </a:lnTo>
                  <a:lnTo>
                    <a:pt x="1033414" y="4218871"/>
                  </a:lnTo>
                  <a:lnTo>
                    <a:pt x="1033508" y="4218871"/>
                  </a:lnTo>
                  <a:lnTo>
                    <a:pt x="1033602" y="4218871"/>
                  </a:lnTo>
                  <a:lnTo>
                    <a:pt x="1033696" y="4218871"/>
                  </a:lnTo>
                  <a:lnTo>
                    <a:pt x="1033791" y="4218871"/>
                  </a:lnTo>
                  <a:lnTo>
                    <a:pt x="1033885" y="4218871"/>
                  </a:lnTo>
                  <a:lnTo>
                    <a:pt x="1033979" y="4218871"/>
                  </a:lnTo>
                  <a:lnTo>
                    <a:pt x="1034073" y="4218871"/>
                  </a:lnTo>
                  <a:lnTo>
                    <a:pt x="1034167" y="4218871"/>
                  </a:lnTo>
                  <a:lnTo>
                    <a:pt x="1034261" y="4218871"/>
                  </a:lnTo>
                  <a:lnTo>
                    <a:pt x="1034355" y="4218871"/>
                  </a:lnTo>
                  <a:lnTo>
                    <a:pt x="1034450" y="4218871"/>
                  </a:lnTo>
                  <a:lnTo>
                    <a:pt x="1034544" y="4218871"/>
                  </a:lnTo>
                  <a:lnTo>
                    <a:pt x="1034638" y="4218871"/>
                  </a:lnTo>
                  <a:lnTo>
                    <a:pt x="1034732" y="4218871"/>
                  </a:lnTo>
                  <a:lnTo>
                    <a:pt x="1034826" y="4218871"/>
                  </a:lnTo>
                  <a:lnTo>
                    <a:pt x="1034920" y="4218871"/>
                  </a:lnTo>
                  <a:lnTo>
                    <a:pt x="1035015" y="4218871"/>
                  </a:lnTo>
                  <a:lnTo>
                    <a:pt x="1035109" y="4218871"/>
                  </a:lnTo>
                  <a:lnTo>
                    <a:pt x="1035203" y="4218871"/>
                  </a:lnTo>
                  <a:lnTo>
                    <a:pt x="1035297" y="4218871"/>
                  </a:lnTo>
                  <a:lnTo>
                    <a:pt x="1035391" y="4218871"/>
                  </a:lnTo>
                  <a:lnTo>
                    <a:pt x="1035485" y="4218871"/>
                  </a:lnTo>
                  <a:lnTo>
                    <a:pt x="1035579" y="4218871"/>
                  </a:lnTo>
                  <a:lnTo>
                    <a:pt x="1035579" y="4213959"/>
                  </a:lnTo>
                  <a:lnTo>
                    <a:pt x="1035674" y="4213959"/>
                  </a:lnTo>
                  <a:lnTo>
                    <a:pt x="1035768" y="4213959"/>
                  </a:lnTo>
                  <a:lnTo>
                    <a:pt x="1035862" y="4213959"/>
                  </a:lnTo>
                  <a:lnTo>
                    <a:pt x="1035956" y="4213959"/>
                  </a:lnTo>
                  <a:lnTo>
                    <a:pt x="1036050" y="4213959"/>
                  </a:lnTo>
                  <a:lnTo>
                    <a:pt x="1036144" y="4213959"/>
                  </a:lnTo>
                  <a:lnTo>
                    <a:pt x="1036238" y="4213959"/>
                  </a:lnTo>
                  <a:lnTo>
                    <a:pt x="1036333" y="4213959"/>
                  </a:lnTo>
                  <a:lnTo>
                    <a:pt x="1036427" y="4213959"/>
                  </a:lnTo>
                  <a:lnTo>
                    <a:pt x="1036521" y="4213959"/>
                  </a:lnTo>
                  <a:lnTo>
                    <a:pt x="1036615" y="4213959"/>
                  </a:lnTo>
                  <a:lnTo>
                    <a:pt x="1036709" y="4213959"/>
                  </a:lnTo>
                  <a:lnTo>
                    <a:pt x="1036803" y="4213959"/>
                  </a:lnTo>
                  <a:lnTo>
                    <a:pt x="1036898" y="4213959"/>
                  </a:lnTo>
                  <a:lnTo>
                    <a:pt x="1036992" y="4213959"/>
                  </a:lnTo>
                  <a:lnTo>
                    <a:pt x="1037086" y="4213959"/>
                  </a:lnTo>
                  <a:lnTo>
                    <a:pt x="1037086" y="4209048"/>
                  </a:lnTo>
                  <a:lnTo>
                    <a:pt x="1037086" y="4204136"/>
                  </a:lnTo>
                  <a:lnTo>
                    <a:pt x="1037086" y="4199225"/>
                  </a:lnTo>
                  <a:lnTo>
                    <a:pt x="1037180" y="4199225"/>
                  </a:lnTo>
                  <a:lnTo>
                    <a:pt x="1037274" y="4199225"/>
                  </a:lnTo>
                  <a:lnTo>
                    <a:pt x="1037368" y="4199225"/>
                  </a:lnTo>
                  <a:lnTo>
                    <a:pt x="1037462" y="4199225"/>
                  </a:lnTo>
                  <a:lnTo>
                    <a:pt x="1037557" y="4199225"/>
                  </a:lnTo>
                  <a:lnTo>
                    <a:pt x="1037651" y="4199225"/>
                  </a:lnTo>
                  <a:lnTo>
                    <a:pt x="1037745" y="4199225"/>
                  </a:lnTo>
                  <a:lnTo>
                    <a:pt x="1037839" y="4199225"/>
                  </a:lnTo>
                  <a:lnTo>
                    <a:pt x="1037933" y="4199225"/>
                  </a:lnTo>
                  <a:lnTo>
                    <a:pt x="1038027" y="4199225"/>
                  </a:lnTo>
                  <a:lnTo>
                    <a:pt x="1038122" y="4199225"/>
                  </a:lnTo>
                  <a:lnTo>
                    <a:pt x="1038216" y="4199225"/>
                  </a:lnTo>
                  <a:lnTo>
                    <a:pt x="1038310" y="4199225"/>
                  </a:lnTo>
                  <a:lnTo>
                    <a:pt x="1038404" y="4199225"/>
                  </a:lnTo>
                  <a:lnTo>
                    <a:pt x="1038498" y="4199225"/>
                  </a:lnTo>
                  <a:lnTo>
                    <a:pt x="1038592" y="4199225"/>
                  </a:lnTo>
                  <a:lnTo>
                    <a:pt x="1038686" y="4199225"/>
                  </a:lnTo>
                  <a:lnTo>
                    <a:pt x="1038781" y="4199225"/>
                  </a:lnTo>
                  <a:lnTo>
                    <a:pt x="1038875" y="4199225"/>
                  </a:lnTo>
                  <a:lnTo>
                    <a:pt x="1038969" y="4199225"/>
                  </a:lnTo>
                  <a:lnTo>
                    <a:pt x="1039063" y="4199225"/>
                  </a:lnTo>
                  <a:lnTo>
                    <a:pt x="1039157" y="4199225"/>
                  </a:lnTo>
                  <a:lnTo>
                    <a:pt x="1039251" y="4199225"/>
                  </a:lnTo>
                  <a:lnTo>
                    <a:pt x="1039346" y="4199225"/>
                  </a:lnTo>
                  <a:lnTo>
                    <a:pt x="1039440" y="4199225"/>
                  </a:lnTo>
                  <a:lnTo>
                    <a:pt x="1039534" y="4199225"/>
                  </a:lnTo>
                  <a:lnTo>
                    <a:pt x="1039628" y="4199225"/>
                  </a:lnTo>
                  <a:lnTo>
                    <a:pt x="1039722" y="4199225"/>
                  </a:lnTo>
                  <a:lnTo>
                    <a:pt x="1039816" y="4199225"/>
                  </a:lnTo>
                  <a:lnTo>
                    <a:pt x="1039910" y="4199225"/>
                  </a:lnTo>
                  <a:lnTo>
                    <a:pt x="1040005" y="4199225"/>
                  </a:lnTo>
                  <a:lnTo>
                    <a:pt x="1040099" y="4199225"/>
                  </a:lnTo>
                  <a:lnTo>
                    <a:pt x="1040193" y="4199225"/>
                  </a:lnTo>
                  <a:lnTo>
                    <a:pt x="1040287" y="4199225"/>
                  </a:lnTo>
                  <a:lnTo>
                    <a:pt x="1040381" y="4199225"/>
                  </a:lnTo>
                  <a:lnTo>
                    <a:pt x="1040475" y="4199225"/>
                  </a:lnTo>
                  <a:lnTo>
                    <a:pt x="1040569" y="4199225"/>
                  </a:lnTo>
                  <a:lnTo>
                    <a:pt x="1040664" y="4199225"/>
                  </a:lnTo>
                  <a:lnTo>
                    <a:pt x="1040758" y="4199225"/>
                  </a:lnTo>
                  <a:lnTo>
                    <a:pt x="1040852" y="4199225"/>
                  </a:lnTo>
                  <a:lnTo>
                    <a:pt x="1040946" y="4199225"/>
                  </a:lnTo>
                  <a:lnTo>
                    <a:pt x="1041040" y="4199225"/>
                  </a:lnTo>
                  <a:lnTo>
                    <a:pt x="1041134" y="4199225"/>
                  </a:lnTo>
                  <a:lnTo>
                    <a:pt x="1041229" y="4199225"/>
                  </a:lnTo>
                  <a:lnTo>
                    <a:pt x="1041323" y="4199225"/>
                  </a:lnTo>
                  <a:lnTo>
                    <a:pt x="1041417" y="4199225"/>
                  </a:lnTo>
                  <a:lnTo>
                    <a:pt x="1041511" y="4199225"/>
                  </a:lnTo>
                  <a:lnTo>
                    <a:pt x="1041605" y="4199225"/>
                  </a:lnTo>
                  <a:lnTo>
                    <a:pt x="1041605" y="4194314"/>
                  </a:lnTo>
                  <a:lnTo>
                    <a:pt x="1041699" y="4194314"/>
                  </a:lnTo>
                  <a:lnTo>
                    <a:pt x="1041793" y="4194314"/>
                  </a:lnTo>
                  <a:lnTo>
                    <a:pt x="1041888" y="4194314"/>
                  </a:lnTo>
                  <a:lnTo>
                    <a:pt x="1041982" y="4194314"/>
                  </a:lnTo>
                  <a:lnTo>
                    <a:pt x="1042076" y="4194314"/>
                  </a:lnTo>
                  <a:lnTo>
                    <a:pt x="1042170" y="4194314"/>
                  </a:lnTo>
                  <a:lnTo>
                    <a:pt x="1042264" y="4194314"/>
                  </a:lnTo>
                  <a:lnTo>
                    <a:pt x="1042358" y="4194314"/>
                  </a:lnTo>
                  <a:lnTo>
                    <a:pt x="1042453" y="4194314"/>
                  </a:lnTo>
                  <a:lnTo>
                    <a:pt x="1042547" y="4194314"/>
                  </a:lnTo>
                  <a:lnTo>
                    <a:pt x="1042641" y="4194314"/>
                  </a:lnTo>
                  <a:lnTo>
                    <a:pt x="1042735" y="4194314"/>
                  </a:lnTo>
                  <a:lnTo>
                    <a:pt x="1042829" y="4194314"/>
                  </a:lnTo>
                  <a:lnTo>
                    <a:pt x="1042923" y="4194314"/>
                  </a:lnTo>
                  <a:lnTo>
                    <a:pt x="1043017" y="4194314"/>
                  </a:lnTo>
                  <a:lnTo>
                    <a:pt x="1043112" y="4194314"/>
                  </a:lnTo>
                  <a:lnTo>
                    <a:pt x="1043206" y="4194314"/>
                  </a:lnTo>
                  <a:lnTo>
                    <a:pt x="1043300" y="4194314"/>
                  </a:lnTo>
                  <a:lnTo>
                    <a:pt x="1043394" y="4194314"/>
                  </a:lnTo>
                  <a:lnTo>
                    <a:pt x="1043488" y="4194314"/>
                  </a:lnTo>
                  <a:lnTo>
                    <a:pt x="1043582" y="4194314"/>
                  </a:lnTo>
                  <a:lnTo>
                    <a:pt x="1043677" y="4194314"/>
                  </a:lnTo>
                  <a:lnTo>
                    <a:pt x="1043771" y="4194314"/>
                  </a:lnTo>
                  <a:lnTo>
                    <a:pt x="1043865" y="4194314"/>
                  </a:lnTo>
                  <a:lnTo>
                    <a:pt x="1043959" y="4194314"/>
                  </a:lnTo>
                  <a:lnTo>
                    <a:pt x="1044053" y="4194314"/>
                  </a:lnTo>
                  <a:lnTo>
                    <a:pt x="1044147" y="4194314"/>
                  </a:lnTo>
                  <a:lnTo>
                    <a:pt x="1044241" y="4194314"/>
                  </a:lnTo>
                  <a:lnTo>
                    <a:pt x="1044336" y="4194314"/>
                  </a:lnTo>
                  <a:lnTo>
                    <a:pt x="1044430" y="4194314"/>
                  </a:lnTo>
                  <a:lnTo>
                    <a:pt x="1044524" y="4194314"/>
                  </a:lnTo>
                  <a:lnTo>
                    <a:pt x="1044618" y="4194314"/>
                  </a:lnTo>
                  <a:lnTo>
                    <a:pt x="1044712" y="4194314"/>
                  </a:lnTo>
                  <a:lnTo>
                    <a:pt x="1044806" y="4194314"/>
                  </a:lnTo>
                  <a:lnTo>
                    <a:pt x="1044900" y="4194314"/>
                  </a:lnTo>
                  <a:lnTo>
                    <a:pt x="1044995" y="4194314"/>
                  </a:lnTo>
                  <a:lnTo>
                    <a:pt x="1045089" y="4194314"/>
                  </a:lnTo>
                  <a:lnTo>
                    <a:pt x="1045183" y="4194314"/>
                  </a:lnTo>
                  <a:lnTo>
                    <a:pt x="1045277" y="4194314"/>
                  </a:lnTo>
                  <a:lnTo>
                    <a:pt x="1045371" y="4194314"/>
                  </a:lnTo>
                  <a:lnTo>
                    <a:pt x="1045465" y="4194314"/>
                  </a:lnTo>
                  <a:lnTo>
                    <a:pt x="1045560" y="4194314"/>
                  </a:lnTo>
                  <a:lnTo>
                    <a:pt x="1045654" y="4194314"/>
                  </a:lnTo>
                  <a:lnTo>
                    <a:pt x="1045748" y="4194314"/>
                  </a:lnTo>
                  <a:lnTo>
                    <a:pt x="1045842" y="4194314"/>
                  </a:lnTo>
                  <a:lnTo>
                    <a:pt x="1045936" y="4194314"/>
                  </a:lnTo>
                  <a:lnTo>
                    <a:pt x="1046030" y="4194314"/>
                  </a:lnTo>
                  <a:lnTo>
                    <a:pt x="1046124" y="4194314"/>
                  </a:lnTo>
                  <a:lnTo>
                    <a:pt x="1046219" y="4194314"/>
                  </a:lnTo>
                  <a:lnTo>
                    <a:pt x="1046313" y="4194314"/>
                  </a:lnTo>
                  <a:lnTo>
                    <a:pt x="1046407" y="4194314"/>
                  </a:lnTo>
                  <a:lnTo>
                    <a:pt x="1046501" y="4194314"/>
                  </a:lnTo>
                  <a:lnTo>
                    <a:pt x="1046595" y="4194314"/>
                  </a:lnTo>
                  <a:lnTo>
                    <a:pt x="1046689" y="4194314"/>
                  </a:lnTo>
                  <a:lnTo>
                    <a:pt x="1046784" y="4194314"/>
                  </a:lnTo>
                  <a:lnTo>
                    <a:pt x="1046878" y="4194314"/>
                  </a:lnTo>
                  <a:lnTo>
                    <a:pt x="1046972" y="4194314"/>
                  </a:lnTo>
                  <a:lnTo>
                    <a:pt x="1047066" y="4194314"/>
                  </a:lnTo>
                  <a:lnTo>
                    <a:pt x="1047160" y="4194314"/>
                  </a:lnTo>
                  <a:lnTo>
                    <a:pt x="1047254" y="4194314"/>
                  </a:lnTo>
                  <a:lnTo>
                    <a:pt x="1047348" y="4194314"/>
                  </a:lnTo>
                  <a:lnTo>
                    <a:pt x="1047443" y="4194314"/>
                  </a:lnTo>
                  <a:lnTo>
                    <a:pt x="1047537" y="4194314"/>
                  </a:lnTo>
                  <a:lnTo>
                    <a:pt x="1047631" y="4194314"/>
                  </a:lnTo>
                  <a:lnTo>
                    <a:pt x="1047725" y="4194314"/>
                  </a:lnTo>
                  <a:lnTo>
                    <a:pt x="1047819" y="4194314"/>
                  </a:lnTo>
                  <a:lnTo>
                    <a:pt x="1047913" y="4194314"/>
                  </a:lnTo>
                  <a:lnTo>
                    <a:pt x="1048008" y="4194314"/>
                  </a:lnTo>
                  <a:lnTo>
                    <a:pt x="1048102" y="4194314"/>
                  </a:lnTo>
                  <a:lnTo>
                    <a:pt x="1048196" y="4194314"/>
                  </a:lnTo>
                  <a:lnTo>
                    <a:pt x="1048290" y="4194314"/>
                  </a:lnTo>
                  <a:lnTo>
                    <a:pt x="1048384" y="4194314"/>
                  </a:lnTo>
                  <a:lnTo>
                    <a:pt x="1048478" y="4194314"/>
                  </a:lnTo>
                  <a:lnTo>
                    <a:pt x="1048572" y="4194314"/>
                  </a:lnTo>
                  <a:lnTo>
                    <a:pt x="1048667" y="4194314"/>
                  </a:lnTo>
                  <a:lnTo>
                    <a:pt x="1048761" y="4194314"/>
                  </a:lnTo>
                  <a:lnTo>
                    <a:pt x="1048761" y="4189402"/>
                  </a:lnTo>
                  <a:lnTo>
                    <a:pt x="1048855" y="4189402"/>
                  </a:lnTo>
                  <a:lnTo>
                    <a:pt x="1048949" y="4189402"/>
                  </a:lnTo>
                  <a:lnTo>
                    <a:pt x="1049043" y="4189402"/>
                  </a:lnTo>
                  <a:lnTo>
                    <a:pt x="1049137" y="4189402"/>
                  </a:lnTo>
                  <a:lnTo>
                    <a:pt x="1049231" y="4189402"/>
                  </a:lnTo>
                  <a:lnTo>
                    <a:pt x="1049326" y="4189402"/>
                  </a:lnTo>
                  <a:lnTo>
                    <a:pt x="1049420" y="4189402"/>
                  </a:lnTo>
                  <a:lnTo>
                    <a:pt x="1049514" y="4189402"/>
                  </a:lnTo>
                  <a:lnTo>
                    <a:pt x="1049608" y="4189402"/>
                  </a:lnTo>
                  <a:lnTo>
                    <a:pt x="1049608" y="4184491"/>
                  </a:lnTo>
                  <a:lnTo>
                    <a:pt x="1049702" y="4184491"/>
                  </a:lnTo>
                  <a:lnTo>
                    <a:pt x="1049796" y="4184491"/>
                  </a:lnTo>
                  <a:lnTo>
                    <a:pt x="1049891" y="4184491"/>
                  </a:lnTo>
                  <a:lnTo>
                    <a:pt x="1049985" y="4184491"/>
                  </a:lnTo>
                  <a:lnTo>
                    <a:pt x="1050079" y="4184491"/>
                  </a:lnTo>
                  <a:lnTo>
                    <a:pt x="1050173" y="4184491"/>
                  </a:lnTo>
                  <a:lnTo>
                    <a:pt x="1050267" y="4184491"/>
                  </a:lnTo>
                  <a:lnTo>
                    <a:pt x="1050361" y="4184491"/>
                  </a:lnTo>
                  <a:lnTo>
                    <a:pt x="1050361" y="4179580"/>
                  </a:lnTo>
                  <a:lnTo>
                    <a:pt x="1050455" y="4179580"/>
                  </a:lnTo>
                  <a:lnTo>
                    <a:pt x="1050455" y="4174668"/>
                  </a:lnTo>
                  <a:lnTo>
                    <a:pt x="1050550" y="4174668"/>
                  </a:lnTo>
                  <a:lnTo>
                    <a:pt x="1050644" y="4174668"/>
                  </a:lnTo>
                  <a:lnTo>
                    <a:pt x="1050738" y="4174668"/>
                  </a:lnTo>
                  <a:lnTo>
                    <a:pt x="1050738" y="4169757"/>
                  </a:lnTo>
                  <a:lnTo>
                    <a:pt x="1050832" y="4169757"/>
                  </a:lnTo>
                  <a:lnTo>
                    <a:pt x="1050926" y="4169757"/>
                  </a:lnTo>
                  <a:lnTo>
                    <a:pt x="1051020" y="4169757"/>
                  </a:lnTo>
                  <a:lnTo>
                    <a:pt x="1051115" y="4169757"/>
                  </a:lnTo>
                  <a:lnTo>
                    <a:pt x="1051209" y="4169757"/>
                  </a:lnTo>
                  <a:lnTo>
                    <a:pt x="1051303" y="4169757"/>
                  </a:lnTo>
                  <a:lnTo>
                    <a:pt x="1051397" y="4169757"/>
                  </a:lnTo>
                  <a:lnTo>
                    <a:pt x="1051491" y="4169757"/>
                  </a:lnTo>
                  <a:lnTo>
                    <a:pt x="1051585" y="4169757"/>
                  </a:lnTo>
                  <a:lnTo>
                    <a:pt x="1051679" y="4169757"/>
                  </a:lnTo>
                  <a:lnTo>
                    <a:pt x="1051774" y="4169757"/>
                  </a:lnTo>
                  <a:lnTo>
                    <a:pt x="1051868" y="4169757"/>
                  </a:lnTo>
                  <a:lnTo>
                    <a:pt x="1051962" y="4169757"/>
                  </a:lnTo>
                  <a:lnTo>
                    <a:pt x="1052056" y="4169757"/>
                  </a:lnTo>
                  <a:lnTo>
                    <a:pt x="1052150" y="4169757"/>
                  </a:lnTo>
                  <a:lnTo>
                    <a:pt x="1052150" y="4164845"/>
                  </a:lnTo>
                  <a:lnTo>
                    <a:pt x="1052244" y="4164845"/>
                  </a:lnTo>
                  <a:lnTo>
                    <a:pt x="1052339" y="4164845"/>
                  </a:lnTo>
                  <a:lnTo>
                    <a:pt x="1052433" y="4164845"/>
                  </a:lnTo>
                  <a:lnTo>
                    <a:pt x="1052527" y="4164845"/>
                  </a:lnTo>
                  <a:lnTo>
                    <a:pt x="1052621" y="4164845"/>
                  </a:lnTo>
                  <a:lnTo>
                    <a:pt x="1052715" y="4164845"/>
                  </a:lnTo>
                  <a:lnTo>
                    <a:pt x="1052809" y="4164845"/>
                  </a:lnTo>
                  <a:lnTo>
                    <a:pt x="1052903" y="4164845"/>
                  </a:lnTo>
                  <a:lnTo>
                    <a:pt x="1052998" y="4164845"/>
                  </a:lnTo>
                  <a:lnTo>
                    <a:pt x="1053092" y="4164845"/>
                  </a:lnTo>
                  <a:lnTo>
                    <a:pt x="1053186" y="4164845"/>
                  </a:lnTo>
                  <a:lnTo>
                    <a:pt x="1053280" y="4164845"/>
                  </a:lnTo>
                  <a:lnTo>
                    <a:pt x="1053374" y="4164845"/>
                  </a:lnTo>
                  <a:lnTo>
                    <a:pt x="1053468" y="4164845"/>
                  </a:lnTo>
                  <a:lnTo>
                    <a:pt x="1053562" y="4164845"/>
                  </a:lnTo>
                  <a:lnTo>
                    <a:pt x="1053657" y="4164845"/>
                  </a:lnTo>
                  <a:lnTo>
                    <a:pt x="1053751" y="4164845"/>
                  </a:lnTo>
                  <a:lnTo>
                    <a:pt x="1053845" y="4164845"/>
                  </a:lnTo>
                  <a:lnTo>
                    <a:pt x="1053939" y="4164845"/>
                  </a:lnTo>
                  <a:lnTo>
                    <a:pt x="1054033" y="4164845"/>
                  </a:lnTo>
                  <a:lnTo>
                    <a:pt x="1054127" y="4164845"/>
                  </a:lnTo>
                  <a:lnTo>
                    <a:pt x="1054222" y="4164845"/>
                  </a:lnTo>
                  <a:lnTo>
                    <a:pt x="1054316" y="4164845"/>
                  </a:lnTo>
                  <a:lnTo>
                    <a:pt x="1054410" y="4164845"/>
                  </a:lnTo>
                  <a:lnTo>
                    <a:pt x="1054504" y="4164845"/>
                  </a:lnTo>
                  <a:lnTo>
                    <a:pt x="1054598" y="4164845"/>
                  </a:lnTo>
                  <a:lnTo>
                    <a:pt x="1054692" y="4164845"/>
                  </a:lnTo>
                  <a:lnTo>
                    <a:pt x="1054786" y="4164845"/>
                  </a:lnTo>
                  <a:lnTo>
                    <a:pt x="1054881" y="4164845"/>
                  </a:lnTo>
                  <a:lnTo>
                    <a:pt x="1054975" y="4164845"/>
                  </a:lnTo>
                  <a:lnTo>
                    <a:pt x="1054975" y="4159934"/>
                  </a:lnTo>
                  <a:lnTo>
                    <a:pt x="1055069" y="4159934"/>
                  </a:lnTo>
                  <a:lnTo>
                    <a:pt x="1055163" y="4159934"/>
                  </a:lnTo>
                  <a:lnTo>
                    <a:pt x="1055257" y="4159934"/>
                  </a:lnTo>
                  <a:lnTo>
                    <a:pt x="1055351" y="4159934"/>
                  </a:lnTo>
                  <a:lnTo>
                    <a:pt x="1055446" y="4159934"/>
                  </a:lnTo>
                  <a:lnTo>
                    <a:pt x="1055540" y="4159934"/>
                  </a:lnTo>
                  <a:lnTo>
                    <a:pt x="1055634" y="4159934"/>
                  </a:lnTo>
                  <a:lnTo>
                    <a:pt x="1055728" y="4159934"/>
                  </a:lnTo>
                  <a:lnTo>
                    <a:pt x="1055822" y="4159934"/>
                  </a:lnTo>
                  <a:lnTo>
                    <a:pt x="1055916" y="4159934"/>
                  </a:lnTo>
                  <a:lnTo>
                    <a:pt x="1056010" y="4159934"/>
                  </a:lnTo>
                  <a:lnTo>
                    <a:pt x="1056010" y="4155023"/>
                  </a:lnTo>
                  <a:lnTo>
                    <a:pt x="1056105" y="4155023"/>
                  </a:lnTo>
                  <a:lnTo>
                    <a:pt x="1056105" y="4150111"/>
                  </a:lnTo>
                  <a:lnTo>
                    <a:pt x="1056199" y="4150111"/>
                  </a:lnTo>
                  <a:lnTo>
                    <a:pt x="1056293" y="4150111"/>
                  </a:lnTo>
                  <a:lnTo>
                    <a:pt x="1056387" y="4150111"/>
                  </a:lnTo>
                  <a:lnTo>
                    <a:pt x="1056481" y="4150111"/>
                  </a:lnTo>
                  <a:lnTo>
                    <a:pt x="1056575" y="4150111"/>
                  </a:lnTo>
                  <a:lnTo>
                    <a:pt x="1056670" y="4150111"/>
                  </a:lnTo>
                  <a:lnTo>
                    <a:pt x="1056764" y="4150111"/>
                  </a:lnTo>
                  <a:lnTo>
                    <a:pt x="1056858" y="4150111"/>
                  </a:lnTo>
                  <a:lnTo>
                    <a:pt x="1056952" y="4150111"/>
                  </a:lnTo>
                  <a:lnTo>
                    <a:pt x="1057046" y="4150111"/>
                  </a:lnTo>
                  <a:lnTo>
                    <a:pt x="1057140" y="4150111"/>
                  </a:lnTo>
                  <a:lnTo>
                    <a:pt x="1057234" y="4150111"/>
                  </a:lnTo>
                  <a:lnTo>
                    <a:pt x="1057329" y="4150111"/>
                  </a:lnTo>
                  <a:lnTo>
                    <a:pt x="1057423" y="4150111"/>
                  </a:lnTo>
                  <a:lnTo>
                    <a:pt x="1057517" y="4150111"/>
                  </a:lnTo>
                  <a:lnTo>
                    <a:pt x="1057611" y="4150111"/>
                  </a:lnTo>
                  <a:lnTo>
                    <a:pt x="1057705" y="4150111"/>
                  </a:lnTo>
                  <a:lnTo>
                    <a:pt x="1057799" y="4150111"/>
                  </a:lnTo>
                  <a:lnTo>
                    <a:pt x="1057893" y="4150111"/>
                  </a:lnTo>
                  <a:lnTo>
                    <a:pt x="1057988" y="4150111"/>
                  </a:lnTo>
                  <a:lnTo>
                    <a:pt x="1058082" y="4150111"/>
                  </a:lnTo>
                  <a:lnTo>
                    <a:pt x="1058176" y="4150111"/>
                  </a:lnTo>
                  <a:lnTo>
                    <a:pt x="1058176" y="4145200"/>
                  </a:lnTo>
                  <a:lnTo>
                    <a:pt x="1058270" y="4145200"/>
                  </a:lnTo>
                  <a:lnTo>
                    <a:pt x="1058364" y="4145200"/>
                  </a:lnTo>
                  <a:lnTo>
                    <a:pt x="1058458" y="4145200"/>
                  </a:lnTo>
                  <a:lnTo>
                    <a:pt x="1058553" y="4145200"/>
                  </a:lnTo>
                  <a:lnTo>
                    <a:pt x="1058647" y="4145200"/>
                  </a:lnTo>
                  <a:lnTo>
                    <a:pt x="1058741" y="4145200"/>
                  </a:lnTo>
                  <a:lnTo>
                    <a:pt x="1058835" y="4145200"/>
                  </a:lnTo>
                  <a:lnTo>
                    <a:pt x="1058929" y="4145200"/>
                  </a:lnTo>
                  <a:lnTo>
                    <a:pt x="1059023" y="4145200"/>
                  </a:lnTo>
                  <a:lnTo>
                    <a:pt x="1059117" y="4145200"/>
                  </a:lnTo>
                  <a:lnTo>
                    <a:pt x="1059212" y="4145200"/>
                  </a:lnTo>
                  <a:lnTo>
                    <a:pt x="1059306" y="4145200"/>
                  </a:lnTo>
                  <a:lnTo>
                    <a:pt x="1059400" y="4145200"/>
                  </a:lnTo>
                  <a:lnTo>
                    <a:pt x="1059494" y="4145200"/>
                  </a:lnTo>
                  <a:lnTo>
                    <a:pt x="1059588" y="4145200"/>
                  </a:lnTo>
                  <a:lnTo>
                    <a:pt x="1059682" y="4145200"/>
                  </a:lnTo>
                  <a:lnTo>
                    <a:pt x="1059777" y="4145200"/>
                  </a:lnTo>
                  <a:lnTo>
                    <a:pt x="1059871" y="4145200"/>
                  </a:lnTo>
                  <a:lnTo>
                    <a:pt x="1059965" y="4145200"/>
                  </a:lnTo>
                  <a:lnTo>
                    <a:pt x="1060059" y="4145200"/>
                  </a:lnTo>
                  <a:lnTo>
                    <a:pt x="1060153" y="4145200"/>
                  </a:lnTo>
                  <a:lnTo>
                    <a:pt x="1060247" y="4145200"/>
                  </a:lnTo>
                  <a:lnTo>
                    <a:pt x="1060341" y="4145200"/>
                  </a:lnTo>
                  <a:lnTo>
                    <a:pt x="1060436" y="4145200"/>
                  </a:lnTo>
                  <a:lnTo>
                    <a:pt x="1060530" y="4145200"/>
                  </a:lnTo>
                  <a:lnTo>
                    <a:pt x="1060624" y="4145200"/>
                  </a:lnTo>
                  <a:lnTo>
                    <a:pt x="1060718" y="4145200"/>
                  </a:lnTo>
                  <a:lnTo>
                    <a:pt x="1060812" y="4145200"/>
                  </a:lnTo>
                  <a:lnTo>
                    <a:pt x="1060906" y="4145200"/>
                  </a:lnTo>
                  <a:lnTo>
                    <a:pt x="1061001" y="4145200"/>
                  </a:lnTo>
                  <a:lnTo>
                    <a:pt x="1061095" y="4145200"/>
                  </a:lnTo>
                  <a:lnTo>
                    <a:pt x="1061189" y="4145200"/>
                  </a:lnTo>
                  <a:lnTo>
                    <a:pt x="1061283" y="4145200"/>
                  </a:lnTo>
                  <a:lnTo>
                    <a:pt x="1061377" y="4145200"/>
                  </a:lnTo>
                  <a:lnTo>
                    <a:pt x="1061471" y="4145200"/>
                  </a:lnTo>
                  <a:lnTo>
                    <a:pt x="1061565" y="4145200"/>
                  </a:lnTo>
                  <a:lnTo>
                    <a:pt x="1061660" y="4145200"/>
                  </a:lnTo>
                  <a:lnTo>
                    <a:pt x="1061754" y="4145200"/>
                  </a:lnTo>
                  <a:lnTo>
                    <a:pt x="1061848" y="4145200"/>
                  </a:lnTo>
                  <a:lnTo>
                    <a:pt x="1061848" y="4140289"/>
                  </a:lnTo>
                  <a:lnTo>
                    <a:pt x="1061942" y="4140289"/>
                  </a:lnTo>
                  <a:lnTo>
                    <a:pt x="1062036" y="4140289"/>
                  </a:lnTo>
                  <a:lnTo>
                    <a:pt x="1062130" y="4140289"/>
                  </a:lnTo>
                  <a:lnTo>
                    <a:pt x="1062224" y="4140289"/>
                  </a:lnTo>
                  <a:lnTo>
                    <a:pt x="1062319" y="4140289"/>
                  </a:lnTo>
                  <a:lnTo>
                    <a:pt x="1062413" y="4140289"/>
                  </a:lnTo>
                  <a:lnTo>
                    <a:pt x="1062507" y="4140289"/>
                  </a:lnTo>
                  <a:lnTo>
                    <a:pt x="1062601" y="4140289"/>
                  </a:lnTo>
                  <a:lnTo>
                    <a:pt x="1062695" y="4140289"/>
                  </a:lnTo>
                  <a:lnTo>
                    <a:pt x="1062789" y="4140289"/>
                  </a:lnTo>
                  <a:lnTo>
                    <a:pt x="1062884" y="4140289"/>
                  </a:lnTo>
                  <a:lnTo>
                    <a:pt x="1062978" y="4140289"/>
                  </a:lnTo>
                  <a:lnTo>
                    <a:pt x="1063072" y="4140289"/>
                  </a:lnTo>
                  <a:lnTo>
                    <a:pt x="1063166" y="4140289"/>
                  </a:lnTo>
                  <a:lnTo>
                    <a:pt x="1063260" y="4140289"/>
                  </a:lnTo>
                  <a:lnTo>
                    <a:pt x="1063354" y="4140289"/>
                  </a:lnTo>
                  <a:lnTo>
                    <a:pt x="1063448" y="4140289"/>
                  </a:lnTo>
                  <a:lnTo>
                    <a:pt x="1063543" y="4140289"/>
                  </a:lnTo>
                  <a:lnTo>
                    <a:pt x="1063637" y="4140289"/>
                  </a:lnTo>
                  <a:lnTo>
                    <a:pt x="1063731" y="4140289"/>
                  </a:lnTo>
                  <a:lnTo>
                    <a:pt x="1063825" y="4140289"/>
                  </a:lnTo>
                  <a:lnTo>
                    <a:pt x="1063919" y="4140289"/>
                  </a:lnTo>
                  <a:lnTo>
                    <a:pt x="1064013" y="4140289"/>
                  </a:lnTo>
                  <a:lnTo>
                    <a:pt x="1064108" y="4140289"/>
                  </a:lnTo>
                  <a:lnTo>
                    <a:pt x="1064202" y="4140289"/>
                  </a:lnTo>
                  <a:lnTo>
                    <a:pt x="1064296" y="4140289"/>
                  </a:lnTo>
                  <a:lnTo>
                    <a:pt x="1064390" y="4140289"/>
                  </a:lnTo>
                  <a:lnTo>
                    <a:pt x="1064484" y="4140289"/>
                  </a:lnTo>
                  <a:lnTo>
                    <a:pt x="1064578" y="4140289"/>
                  </a:lnTo>
                  <a:lnTo>
                    <a:pt x="1064672" y="4140289"/>
                  </a:lnTo>
                  <a:lnTo>
                    <a:pt x="1064767" y="4140289"/>
                  </a:lnTo>
                  <a:lnTo>
                    <a:pt x="1064861" y="4140289"/>
                  </a:lnTo>
                  <a:lnTo>
                    <a:pt x="1064955" y="4140289"/>
                  </a:lnTo>
                  <a:lnTo>
                    <a:pt x="1065049" y="4140289"/>
                  </a:lnTo>
                  <a:lnTo>
                    <a:pt x="1065143" y="4140289"/>
                  </a:lnTo>
                  <a:lnTo>
                    <a:pt x="1065237" y="4140289"/>
                  </a:lnTo>
                  <a:lnTo>
                    <a:pt x="1065332" y="4140289"/>
                  </a:lnTo>
                  <a:lnTo>
                    <a:pt x="1065426" y="4140289"/>
                  </a:lnTo>
                  <a:lnTo>
                    <a:pt x="1065520" y="4140289"/>
                  </a:lnTo>
                  <a:lnTo>
                    <a:pt x="1065614" y="4140289"/>
                  </a:lnTo>
                  <a:lnTo>
                    <a:pt x="1065708" y="4140289"/>
                  </a:lnTo>
                  <a:lnTo>
                    <a:pt x="1065802" y="4140289"/>
                  </a:lnTo>
                  <a:lnTo>
                    <a:pt x="1065896" y="4140289"/>
                  </a:lnTo>
                  <a:lnTo>
                    <a:pt x="1065896" y="4135377"/>
                  </a:lnTo>
                  <a:lnTo>
                    <a:pt x="1065991" y="4135377"/>
                  </a:lnTo>
                  <a:lnTo>
                    <a:pt x="1066085" y="4135377"/>
                  </a:lnTo>
                  <a:lnTo>
                    <a:pt x="1066179" y="4135377"/>
                  </a:lnTo>
                  <a:lnTo>
                    <a:pt x="1066273" y="4135377"/>
                  </a:lnTo>
                  <a:lnTo>
                    <a:pt x="1066367" y="4135377"/>
                  </a:lnTo>
                  <a:lnTo>
                    <a:pt x="1066461" y="4135377"/>
                  </a:lnTo>
                  <a:lnTo>
                    <a:pt x="1066555" y="4135377"/>
                  </a:lnTo>
                  <a:lnTo>
                    <a:pt x="1066650" y="4135377"/>
                  </a:lnTo>
                  <a:lnTo>
                    <a:pt x="1066744" y="4135377"/>
                  </a:lnTo>
                  <a:lnTo>
                    <a:pt x="1066838" y="4135377"/>
                  </a:lnTo>
                  <a:lnTo>
                    <a:pt x="1066932" y="4135377"/>
                  </a:lnTo>
                  <a:lnTo>
                    <a:pt x="1067026" y="4135377"/>
                  </a:lnTo>
                  <a:lnTo>
                    <a:pt x="1067120" y="4135377"/>
                  </a:lnTo>
                  <a:lnTo>
                    <a:pt x="1067215" y="4135377"/>
                  </a:lnTo>
                  <a:lnTo>
                    <a:pt x="1067309" y="4135377"/>
                  </a:lnTo>
                  <a:lnTo>
                    <a:pt x="1067403" y="4135377"/>
                  </a:lnTo>
                  <a:lnTo>
                    <a:pt x="1067497" y="4135377"/>
                  </a:lnTo>
                  <a:lnTo>
                    <a:pt x="1067591" y="4135377"/>
                  </a:lnTo>
                  <a:lnTo>
                    <a:pt x="1067685" y="4135377"/>
                  </a:lnTo>
                  <a:lnTo>
                    <a:pt x="1067779" y="4135377"/>
                  </a:lnTo>
                  <a:lnTo>
                    <a:pt x="1067874" y="4135377"/>
                  </a:lnTo>
                  <a:lnTo>
                    <a:pt x="1067968" y="4135377"/>
                  </a:lnTo>
                  <a:lnTo>
                    <a:pt x="1068062" y="4135377"/>
                  </a:lnTo>
                  <a:lnTo>
                    <a:pt x="1068156" y="4135377"/>
                  </a:lnTo>
                  <a:lnTo>
                    <a:pt x="1068156" y="4130466"/>
                  </a:lnTo>
                  <a:lnTo>
                    <a:pt x="1068250" y="4130466"/>
                  </a:lnTo>
                  <a:lnTo>
                    <a:pt x="1068344" y="4130466"/>
                  </a:lnTo>
                  <a:lnTo>
                    <a:pt x="1068439" y="4130466"/>
                  </a:lnTo>
                  <a:lnTo>
                    <a:pt x="1068533" y="4130466"/>
                  </a:lnTo>
                  <a:lnTo>
                    <a:pt x="1068627" y="4130466"/>
                  </a:lnTo>
                  <a:lnTo>
                    <a:pt x="1068721" y="4130466"/>
                  </a:lnTo>
                  <a:lnTo>
                    <a:pt x="1068815" y="4130466"/>
                  </a:lnTo>
                  <a:lnTo>
                    <a:pt x="1068909" y="4130466"/>
                  </a:lnTo>
                  <a:lnTo>
                    <a:pt x="1069003" y="4130466"/>
                  </a:lnTo>
                  <a:lnTo>
                    <a:pt x="1069098" y="4130466"/>
                  </a:lnTo>
                  <a:lnTo>
                    <a:pt x="1069192" y="4130466"/>
                  </a:lnTo>
                  <a:lnTo>
                    <a:pt x="1069286" y="4130466"/>
                  </a:lnTo>
                  <a:lnTo>
                    <a:pt x="1069380" y="4130466"/>
                  </a:lnTo>
                  <a:lnTo>
                    <a:pt x="1069474" y="4130466"/>
                  </a:lnTo>
                  <a:lnTo>
                    <a:pt x="1069568" y="4130466"/>
                  </a:lnTo>
                  <a:lnTo>
                    <a:pt x="1069663" y="4130466"/>
                  </a:lnTo>
                  <a:lnTo>
                    <a:pt x="1069757" y="4130466"/>
                  </a:lnTo>
                  <a:lnTo>
                    <a:pt x="1069851" y="4130466"/>
                  </a:lnTo>
                  <a:lnTo>
                    <a:pt x="1069945" y="4130466"/>
                  </a:lnTo>
                  <a:lnTo>
                    <a:pt x="1070039" y="4130466"/>
                  </a:lnTo>
                  <a:lnTo>
                    <a:pt x="1070133" y="4130466"/>
                  </a:lnTo>
                  <a:lnTo>
                    <a:pt x="1070227" y="4130466"/>
                  </a:lnTo>
                  <a:lnTo>
                    <a:pt x="1070322" y="4130466"/>
                  </a:lnTo>
                  <a:lnTo>
                    <a:pt x="1070416" y="4130466"/>
                  </a:lnTo>
                  <a:lnTo>
                    <a:pt x="1070510" y="4130466"/>
                  </a:lnTo>
                  <a:lnTo>
                    <a:pt x="1070604" y="4130466"/>
                  </a:lnTo>
                  <a:lnTo>
                    <a:pt x="1070698" y="4130466"/>
                  </a:lnTo>
                  <a:lnTo>
                    <a:pt x="1070792" y="4130466"/>
                  </a:lnTo>
                  <a:lnTo>
                    <a:pt x="1070886" y="4130466"/>
                  </a:lnTo>
                  <a:lnTo>
                    <a:pt x="1070981" y="4130466"/>
                  </a:lnTo>
                  <a:lnTo>
                    <a:pt x="1071075" y="4130466"/>
                  </a:lnTo>
                  <a:lnTo>
                    <a:pt x="1071169" y="4130466"/>
                  </a:lnTo>
                  <a:lnTo>
                    <a:pt x="1071263" y="4130466"/>
                  </a:lnTo>
                  <a:lnTo>
                    <a:pt x="1071357" y="4130466"/>
                  </a:lnTo>
                  <a:lnTo>
                    <a:pt x="1071451" y="4130466"/>
                  </a:lnTo>
                  <a:lnTo>
                    <a:pt x="1071546" y="4130466"/>
                  </a:lnTo>
                  <a:lnTo>
                    <a:pt x="1071640" y="4130466"/>
                  </a:lnTo>
                  <a:lnTo>
                    <a:pt x="1071734" y="4130466"/>
                  </a:lnTo>
                  <a:lnTo>
                    <a:pt x="1071828" y="4130466"/>
                  </a:lnTo>
                  <a:lnTo>
                    <a:pt x="1071922" y="4130466"/>
                  </a:lnTo>
                  <a:lnTo>
                    <a:pt x="1072016" y="4130466"/>
                  </a:lnTo>
                  <a:lnTo>
                    <a:pt x="1072110" y="4130466"/>
                  </a:lnTo>
                  <a:lnTo>
                    <a:pt x="1072205" y="4130466"/>
                  </a:lnTo>
                  <a:lnTo>
                    <a:pt x="1072299" y="4130466"/>
                  </a:lnTo>
                  <a:lnTo>
                    <a:pt x="1072393" y="4130466"/>
                  </a:lnTo>
                  <a:lnTo>
                    <a:pt x="1072487" y="4130466"/>
                  </a:lnTo>
                  <a:lnTo>
                    <a:pt x="1072581" y="4130466"/>
                  </a:lnTo>
                  <a:lnTo>
                    <a:pt x="1072675" y="4130466"/>
                  </a:lnTo>
                  <a:lnTo>
                    <a:pt x="1072770" y="4130466"/>
                  </a:lnTo>
                  <a:lnTo>
                    <a:pt x="1072864" y="4130466"/>
                  </a:lnTo>
                  <a:lnTo>
                    <a:pt x="1072864" y="4125554"/>
                  </a:lnTo>
                  <a:lnTo>
                    <a:pt x="1072958" y="4125554"/>
                  </a:lnTo>
                  <a:lnTo>
                    <a:pt x="1073052" y="4125554"/>
                  </a:lnTo>
                  <a:lnTo>
                    <a:pt x="1073146" y="4125554"/>
                  </a:lnTo>
                  <a:lnTo>
                    <a:pt x="1073240" y="4125554"/>
                  </a:lnTo>
                  <a:lnTo>
                    <a:pt x="1073334" y="4125554"/>
                  </a:lnTo>
                  <a:lnTo>
                    <a:pt x="1073429" y="4125554"/>
                  </a:lnTo>
                  <a:lnTo>
                    <a:pt x="1073429" y="4120643"/>
                  </a:lnTo>
                  <a:lnTo>
                    <a:pt x="1073523" y="4120643"/>
                  </a:lnTo>
                  <a:lnTo>
                    <a:pt x="1073617" y="4120643"/>
                  </a:lnTo>
                  <a:lnTo>
                    <a:pt x="1073711" y="4120643"/>
                  </a:lnTo>
                  <a:lnTo>
                    <a:pt x="1073805" y="4120643"/>
                  </a:lnTo>
                  <a:lnTo>
                    <a:pt x="1073899" y="4120643"/>
                  </a:lnTo>
                  <a:lnTo>
                    <a:pt x="1073994" y="4120643"/>
                  </a:lnTo>
                  <a:lnTo>
                    <a:pt x="1074088" y="4120643"/>
                  </a:lnTo>
                  <a:lnTo>
                    <a:pt x="1074182" y="4120643"/>
                  </a:lnTo>
                  <a:lnTo>
                    <a:pt x="1074276" y="4120643"/>
                  </a:lnTo>
                  <a:lnTo>
                    <a:pt x="1074370" y="4120643"/>
                  </a:lnTo>
                  <a:lnTo>
                    <a:pt x="1074464" y="4120643"/>
                  </a:lnTo>
                  <a:lnTo>
                    <a:pt x="1074558" y="4120643"/>
                  </a:lnTo>
                  <a:lnTo>
                    <a:pt x="1074558" y="4115732"/>
                  </a:lnTo>
                  <a:lnTo>
                    <a:pt x="1074653" y="4115732"/>
                  </a:lnTo>
                  <a:lnTo>
                    <a:pt x="1074747" y="4115732"/>
                  </a:lnTo>
                  <a:lnTo>
                    <a:pt x="1074841" y="4115732"/>
                  </a:lnTo>
                  <a:lnTo>
                    <a:pt x="1074935" y="4115732"/>
                  </a:lnTo>
                  <a:lnTo>
                    <a:pt x="1075029" y="4115732"/>
                  </a:lnTo>
                  <a:lnTo>
                    <a:pt x="1075123" y="4115732"/>
                  </a:lnTo>
                  <a:lnTo>
                    <a:pt x="1075217" y="4115732"/>
                  </a:lnTo>
                  <a:lnTo>
                    <a:pt x="1075312" y="4115732"/>
                  </a:lnTo>
                  <a:lnTo>
                    <a:pt x="1075406" y="4115732"/>
                  </a:lnTo>
                  <a:lnTo>
                    <a:pt x="1075500" y="4115732"/>
                  </a:lnTo>
                  <a:lnTo>
                    <a:pt x="1075594" y="4115732"/>
                  </a:lnTo>
                  <a:lnTo>
                    <a:pt x="1075688" y="4115732"/>
                  </a:lnTo>
                  <a:lnTo>
                    <a:pt x="1075782" y="4115732"/>
                  </a:lnTo>
                  <a:lnTo>
                    <a:pt x="1075877" y="4115732"/>
                  </a:lnTo>
                  <a:lnTo>
                    <a:pt x="1075971" y="4115732"/>
                  </a:lnTo>
                  <a:lnTo>
                    <a:pt x="1076065" y="4115732"/>
                  </a:lnTo>
                  <a:lnTo>
                    <a:pt x="1076159" y="4115732"/>
                  </a:lnTo>
                  <a:lnTo>
                    <a:pt x="1076253" y="4115732"/>
                  </a:lnTo>
                  <a:lnTo>
                    <a:pt x="1076347" y="4115732"/>
                  </a:lnTo>
                  <a:lnTo>
                    <a:pt x="1076441" y="4115732"/>
                  </a:lnTo>
                  <a:lnTo>
                    <a:pt x="1076536" y="4115732"/>
                  </a:lnTo>
                  <a:lnTo>
                    <a:pt x="1076630" y="4115732"/>
                  </a:lnTo>
                  <a:lnTo>
                    <a:pt x="1076724" y="4115732"/>
                  </a:lnTo>
                  <a:lnTo>
                    <a:pt x="1076818" y="4115732"/>
                  </a:lnTo>
                  <a:lnTo>
                    <a:pt x="1076912" y="4115732"/>
                  </a:lnTo>
                  <a:lnTo>
                    <a:pt x="1077006" y="4115732"/>
                  </a:lnTo>
                  <a:lnTo>
                    <a:pt x="1077101" y="4115732"/>
                  </a:lnTo>
                  <a:lnTo>
                    <a:pt x="1077195" y="4115732"/>
                  </a:lnTo>
                  <a:lnTo>
                    <a:pt x="1077289" y="4115732"/>
                  </a:lnTo>
                  <a:lnTo>
                    <a:pt x="1077383" y="4115732"/>
                  </a:lnTo>
                  <a:lnTo>
                    <a:pt x="1077477" y="4115732"/>
                  </a:lnTo>
                  <a:lnTo>
                    <a:pt x="1077571" y="4115732"/>
                  </a:lnTo>
                  <a:lnTo>
                    <a:pt x="1077665" y="4115732"/>
                  </a:lnTo>
                  <a:lnTo>
                    <a:pt x="1077760" y="4115732"/>
                  </a:lnTo>
                  <a:lnTo>
                    <a:pt x="1077854" y="4115732"/>
                  </a:lnTo>
                  <a:lnTo>
                    <a:pt x="1077948" y="4115732"/>
                  </a:lnTo>
                  <a:lnTo>
                    <a:pt x="1078042" y="4115732"/>
                  </a:lnTo>
                  <a:lnTo>
                    <a:pt x="1078136" y="4115732"/>
                  </a:lnTo>
                  <a:lnTo>
                    <a:pt x="1078230" y="4115732"/>
                  </a:lnTo>
                  <a:lnTo>
                    <a:pt x="1078325" y="4115732"/>
                  </a:lnTo>
                  <a:lnTo>
                    <a:pt x="1078419" y="4115732"/>
                  </a:lnTo>
                  <a:lnTo>
                    <a:pt x="1078513" y="4115732"/>
                  </a:lnTo>
                  <a:lnTo>
                    <a:pt x="1078607" y="4115732"/>
                  </a:lnTo>
                  <a:lnTo>
                    <a:pt x="1078701" y="4115732"/>
                  </a:lnTo>
                  <a:lnTo>
                    <a:pt x="1078795" y="4115732"/>
                  </a:lnTo>
                  <a:lnTo>
                    <a:pt x="1078889" y="4115732"/>
                  </a:lnTo>
                  <a:lnTo>
                    <a:pt x="1078984" y="4115732"/>
                  </a:lnTo>
                  <a:lnTo>
                    <a:pt x="1079078" y="4115732"/>
                  </a:lnTo>
                  <a:lnTo>
                    <a:pt x="1079172" y="4115732"/>
                  </a:lnTo>
                  <a:lnTo>
                    <a:pt x="1079266" y="4115732"/>
                  </a:lnTo>
                  <a:lnTo>
                    <a:pt x="1079360" y="4115732"/>
                  </a:lnTo>
                  <a:lnTo>
                    <a:pt x="1079454" y="4115732"/>
                  </a:lnTo>
                  <a:lnTo>
                    <a:pt x="1079548" y="4115732"/>
                  </a:lnTo>
                  <a:lnTo>
                    <a:pt x="1079643" y="4115732"/>
                  </a:lnTo>
                  <a:lnTo>
                    <a:pt x="1079643" y="4110820"/>
                  </a:lnTo>
                  <a:lnTo>
                    <a:pt x="1079737" y="4110820"/>
                  </a:lnTo>
                  <a:lnTo>
                    <a:pt x="1079831" y="4110820"/>
                  </a:lnTo>
                  <a:lnTo>
                    <a:pt x="1079925" y="4110820"/>
                  </a:lnTo>
                  <a:lnTo>
                    <a:pt x="1080019" y="4110820"/>
                  </a:lnTo>
                  <a:lnTo>
                    <a:pt x="1080113" y="4110820"/>
                  </a:lnTo>
                  <a:lnTo>
                    <a:pt x="1080208" y="4110820"/>
                  </a:lnTo>
                  <a:lnTo>
                    <a:pt x="1080302" y="4110820"/>
                  </a:lnTo>
                  <a:lnTo>
                    <a:pt x="1080396" y="4110820"/>
                  </a:lnTo>
                  <a:lnTo>
                    <a:pt x="1080490" y="4110820"/>
                  </a:lnTo>
                  <a:lnTo>
                    <a:pt x="1080584" y="4110820"/>
                  </a:lnTo>
                  <a:lnTo>
                    <a:pt x="1080678" y="4110820"/>
                  </a:lnTo>
                  <a:lnTo>
                    <a:pt x="1080772" y="4110820"/>
                  </a:lnTo>
                  <a:lnTo>
                    <a:pt x="1080867" y="4110820"/>
                  </a:lnTo>
                  <a:lnTo>
                    <a:pt x="1080961" y="4110820"/>
                  </a:lnTo>
                  <a:lnTo>
                    <a:pt x="1081055" y="4110820"/>
                  </a:lnTo>
                  <a:lnTo>
                    <a:pt x="1081149" y="4110820"/>
                  </a:lnTo>
                  <a:lnTo>
                    <a:pt x="1081243" y="4110820"/>
                  </a:lnTo>
                  <a:lnTo>
                    <a:pt x="1081337" y="4110820"/>
                  </a:lnTo>
                  <a:lnTo>
                    <a:pt x="1081432" y="4110820"/>
                  </a:lnTo>
                  <a:lnTo>
                    <a:pt x="1081526" y="4110820"/>
                  </a:lnTo>
                  <a:lnTo>
                    <a:pt x="1081620" y="4110820"/>
                  </a:lnTo>
                  <a:lnTo>
                    <a:pt x="1081714" y="4110820"/>
                  </a:lnTo>
                  <a:lnTo>
                    <a:pt x="1081714" y="4105909"/>
                  </a:lnTo>
                  <a:lnTo>
                    <a:pt x="1081808" y="4105909"/>
                  </a:lnTo>
                  <a:lnTo>
                    <a:pt x="1081902" y="4105909"/>
                  </a:lnTo>
                  <a:lnTo>
                    <a:pt x="1081996" y="4105909"/>
                  </a:lnTo>
                  <a:lnTo>
                    <a:pt x="1082091" y="4105909"/>
                  </a:lnTo>
                  <a:lnTo>
                    <a:pt x="1082185" y="4105909"/>
                  </a:lnTo>
                  <a:lnTo>
                    <a:pt x="1082279" y="4105909"/>
                  </a:lnTo>
                  <a:lnTo>
                    <a:pt x="1082373" y="4105909"/>
                  </a:lnTo>
                  <a:lnTo>
                    <a:pt x="1082467" y="4105909"/>
                  </a:lnTo>
                  <a:lnTo>
                    <a:pt x="1082561" y="4105909"/>
                  </a:lnTo>
                  <a:lnTo>
                    <a:pt x="1082656" y="4105909"/>
                  </a:lnTo>
                  <a:lnTo>
                    <a:pt x="1082750" y="4105909"/>
                  </a:lnTo>
                  <a:lnTo>
                    <a:pt x="1082844" y="4105909"/>
                  </a:lnTo>
                  <a:lnTo>
                    <a:pt x="1082938" y="4105909"/>
                  </a:lnTo>
                  <a:lnTo>
                    <a:pt x="1083032" y="4105909"/>
                  </a:lnTo>
                  <a:lnTo>
                    <a:pt x="1083126" y="4105909"/>
                  </a:lnTo>
                  <a:lnTo>
                    <a:pt x="1083220" y="4105909"/>
                  </a:lnTo>
                  <a:lnTo>
                    <a:pt x="1083315" y="4105909"/>
                  </a:lnTo>
                  <a:lnTo>
                    <a:pt x="1083409" y="4105909"/>
                  </a:lnTo>
                  <a:lnTo>
                    <a:pt x="1083503" y="4105909"/>
                  </a:lnTo>
                  <a:lnTo>
                    <a:pt x="1083503" y="4100998"/>
                  </a:lnTo>
                  <a:lnTo>
                    <a:pt x="1083597" y="4100998"/>
                  </a:lnTo>
                  <a:lnTo>
                    <a:pt x="1083691" y="4100998"/>
                  </a:lnTo>
                  <a:lnTo>
                    <a:pt x="1083785" y="4100998"/>
                  </a:lnTo>
                  <a:lnTo>
                    <a:pt x="1083880" y="4100998"/>
                  </a:lnTo>
                  <a:lnTo>
                    <a:pt x="1083974" y="4100998"/>
                  </a:lnTo>
                  <a:lnTo>
                    <a:pt x="1084068" y="4100998"/>
                  </a:lnTo>
                  <a:lnTo>
                    <a:pt x="1084162" y="4100998"/>
                  </a:lnTo>
                  <a:lnTo>
                    <a:pt x="1084256" y="4100998"/>
                  </a:lnTo>
                  <a:lnTo>
                    <a:pt x="1084350" y="4100998"/>
                  </a:lnTo>
                  <a:lnTo>
                    <a:pt x="1084444" y="4100998"/>
                  </a:lnTo>
                  <a:lnTo>
                    <a:pt x="1084539" y="4100998"/>
                  </a:lnTo>
                  <a:lnTo>
                    <a:pt x="1084633" y="4100998"/>
                  </a:lnTo>
                  <a:lnTo>
                    <a:pt x="1084727" y="4100998"/>
                  </a:lnTo>
                  <a:lnTo>
                    <a:pt x="1084821" y="4100998"/>
                  </a:lnTo>
                  <a:lnTo>
                    <a:pt x="1084915" y="4100998"/>
                  </a:lnTo>
                  <a:lnTo>
                    <a:pt x="1085009" y="4100998"/>
                  </a:lnTo>
                  <a:lnTo>
                    <a:pt x="1085103" y="4100998"/>
                  </a:lnTo>
                  <a:lnTo>
                    <a:pt x="1085103" y="4096086"/>
                  </a:lnTo>
                  <a:lnTo>
                    <a:pt x="1085198" y="4096086"/>
                  </a:lnTo>
                  <a:lnTo>
                    <a:pt x="1085292" y="4096086"/>
                  </a:lnTo>
                  <a:lnTo>
                    <a:pt x="1085386" y="4096086"/>
                  </a:lnTo>
                  <a:lnTo>
                    <a:pt x="1085480" y="4096086"/>
                  </a:lnTo>
                  <a:lnTo>
                    <a:pt x="1085480" y="4091175"/>
                  </a:lnTo>
                  <a:lnTo>
                    <a:pt x="1085574" y="4091175"/>
                  </a:lnTo>
                  <a:lnTo>
                    <a:pt x="1085668" y="4091175"/>
                  </a:lnTo>
                  <a:lnTo>
                    <a:pt x="1085763" y="4091175"/>
                  </a:lnTo>
                  <a:lnTo>
                    <a:pt x="1085857" y="4091175"/>
                  </a:lnTo>
                  <a:lnTo>
                    <a:pt x="1085951" y="4091175"/>
                  </a:lnTo>
                  <a:lnTo>
                    <a:pt x="1086045" y="4091175"/>
                  </a:lnTo>
                  <a:lnTo>
                    <a:pt x="1086139" y="4091175"/>
                  </a:lnTo>
                  <a:lnTo>
                    <a:pt x="1086233" y="4091175"/>
                  </a:lnTo>
                  <a:lnTo>
                    <a:pt x="1086327" y="4091175"/>
                  </a:lnTo>
                  <a:lnTo>
                    <a:pt x="1086422" y="4091175"/>
                  </a:lnTo>
                  <a:lnTo>
                    <a:pt x="1086516" y="4091175"/>
                  </a:lnTo>
                  <a:lnTo>
                    <a:pt x="1086610" y="4091175"/>
                  </a:lnTo>
                  <a:lnTo>
                    <a:pt x="1086704" y="4091175"/>
                  </a:lnTo>
                  <a:lnTo>
                    <a:pt x="1086798" y="4091175"/>
                  </a:lnTo>
                  <a:lnTo>
                    <a:pt x="1086892" y="4091175"/>
                  </a:lnTo>
                  <a:lnTo>
                    <a:pt x="1086987" y="4091175"/>
                  </a:lnTo>
                  <a:lnTo>
                    <a:pt x="1087081" y="4091175"/>
                  </a:lnTo>
                  <a:lnTo>
                    <a:pt x="1087175" y="4091175"/>
                  </a:lnTo>
                  <a:lnTo>
                    <a:pt x="1087269" y="4091175"/>
                  </a:lnTo>
                  <a:lnTo>
                    <a:pt x="1087363" y="4091175"/>
                  </a:lnTo>
                  <a:lnTo>
                    <a:pt x="1087457" y="4091175"/>
                  </a:lnTo>
                  <a:lnTo>
                    <a:pt x="1087551" y="4091175"/>
                  </a:lnTo>
                  <a:lnTo>
                    <a:pt x="1087551" y="4086263"/>
                  </a:lnTo>
                  <a:lnTo>
                    <a:pt x="1087646" y="4086263"/>
                  </a:lnTo>
                  <a:lnTo>
                    <a:pt x="1087740" y="4086263"/>
                  </a:lnTo>
                  <a:lnTo>
                    <a:pt x="1087834" y="4086263"/>
                  </a:lnTo>
                  <a:lnTo>
                    <a:pt x="1087928" y="4086263"/>
                  </a:lnTo>
                  <a:lnTo>
                    <a:pt x="1088022" y="4086263"/>
                  </a:lnTo>
                  <a:lnTo>
                    <a:pt x="1088116" y="4086263"/>
                  </a:lnTo>
                  <a:lnTo>
                    <a:pt x="1088211" y="4086263"/>
                  </a:lnTo>
                  <a:lnTo>
                    <a:pt x="1088305" y="4086263"/>
                  </a:lnTo>
                  <a:lnTo>
                    <a:pt x="1088399" y="4086263"/>
                  </a:lnTo>
                  <a:lnTo>
                    <a:pt x="1088493" y="4086263"/>
                  </a:lnTo>
                  <a:lnTo>
                    <a:pt x="1088587" y="4086263"/>
                  </a:lnTo>
                  <a:lnTo>
                    <a:pt x="1088681" y="4086263"/>
                  </a:lnTo>
                  <a:lnTo>
                    <a:pt x="1088775" y="4086263"/>
                  </a:lnTo>
                  <a:lnTo>
                    <a:pt x="1088870" y="4086263"/>
                  </a:lnTo>
                  <a:lnTo>
                    <a:pt x="1088964" y="4086263"/>
                  </a:lnTo>
                  <a:lnTo>
                    <a:pt x="1089058" y="4086263"/>
                  </a:lnTo>
                  <a:lnTo>
                    <a:pt x="1089152" y="4086263"/>
                  </a:lnTo>
                  <a:lnTo>
                    <a:pt x="1089246" y="4086263"/>
                  </a:lnTo>
                  <a:lnTo>
                    <a:pt x="1089340" y="4086263"/>
                  </a:lnTo>
                  <a:lnTo>
                    <a:pt x="1089434" y="4086263"/>
                  </a:lnTo>
                  <a:lnTo>
                    <a:pt x="1089529" y="4086263"/>
                  </a:lnTo>
                  <a:lnTo>
                    <a:pt x="1089623" y="4086263"/>
                  </a:lnTo>
                  <a:lnTo>
                    <a:pt x="1089717" y="4086263"/>
                  </a:lnTo>
                  <a:lnTo>
                    <a:pt x="1089811" y="4086263"/>
                  </a:lnTo>
                  <a:lnTo>
                    <a:pt x="1089905" y="4086263"/>
                  </a:lnTo>
                  <a:lnTo>
                    <a:pt x="1089999" y="4086263"/>
                  </a:lnTo>
                  <a:lnTo>
                    <a:pt x="1090094" y="4086263"/>
                  </a:lnTo>
                  <a:lnTo>
                    <a:pt x="1090094" y="4081352"/>
                  </a:lnTo>
                  <a:lnTo>
                    <a:pt x="1090188" y="4081352"/>
                  </a:lnTo>
                  <a:lnTo>
                    <a:pt x="1090282" y="4081352"/>
                  </a:lnTo>
                  <a:lnTo>
                    <a:pt x="1090376" y="4081352"/>
                  </a:lnTo>
                  <a:lnTo>
                    <a:pt x="1090470" y="4081352"/>
                  </a:lnTo>
                  <a:lnTo>
                    <a:pt x="1090564" y="4081352"/>
                  </a:lnTo>
                  <a:lnTo>
                    <a:pt x="1090564" y="4076441"/>
                  </a:lnTo>
                  <a:lnTo>
                    <a:pt x="1090658" y="4076441"/>
                  </a:lnTo>
                  <a:lnTo>
                    <a:pt x="1090753" y="4076441"/>
                  </a:lnTo>
                  <a:lnTo>
                    <a:pt x="1090847" y="4076441"/>
                  </a:lnTo>
                  <a:lnTo>
                    <a:pt x="1090941" y="4076441"/>
                  </a:lnTo>
                  <a:lnTo>
                    <a:pt x="1091035" y="4076441"/>
                  </a:lnTo>
                  <a:lnTo>
                    <a:pt x="1091129" y="4076441"/>
                  </a:lnTo>
                  <a:lnTo>
                    <a:pt x="1091223" y="4076441"/>
                  </a:lnTo>
                  <a:lnTo>
                    <a:pt x="1091318" y="4076441"/>
                  </a:lnTo>
                  <a:lnTo>
                    <a:pt x="1091412" y="4076441"/>
                  </a:lnTo>
                  <a:lnTo>
                    <a:pt x="1091506" y="4076441"/>
                  </a:lnTo>
                  <a:lnTo>
                    <a:pt x="1091600" y="4076441"/>
                  </a:lnTo>
                  <a:lnTo>
                    <a:pt x="1091694" y="4076441"/>
                  </a:lnTo>
                  <a:lnTo>
                    <a:pt x="1091788" y="4076441"/>
                  </a:lnTo>
                  <a:lnTo>
                    <a:pt x="1091882" y="4076441"/>
                  </a:lnTo>
                  <a:lnTo>
                    <a:pt x="1091977" y="4076441"/>
                  </a:lnTo>
                  <a:lnTo>
                    <a:pt x="1092071" y="4076441"/>
                  </a:lnTo>
                  <a:lnTo>
                    <a:pt x="1092165" y="4076441"/>
                  </a:lnTo>
                  <a:lnTo>
                    <a:pt x="1092259" y="4076441"/>
                  </a:lnTo>
                  <a:lnTo>
                    <a:pt x="1092353" y="4076441"/>
                  </a:lnTo>
                  <a:lnTo>
                    <a:pt x="1092447" y="4076441"/>
                  </a:lnTo>
                  <a:lnTo>
                    <a:pt x="1092447" y="4071529"/>
                  </a:lnTo>
                  <a:lnTo>
                    <a:pt x="1092542" y="4071529"/>
                  </a:lnTo>
                  <a:lnTo>
                    <a:pt x="1092636" y="4071529"/>
                  </a:lnTo>
                  <a:lnTo>
                    <a:pt x="1092730" y="4071529"/>
                  </a:lnTo>
                  <a:lnTo>
                    <a:pt x="1092824" y="4071529"/>
                  </a:lnTo>
                  <a:lnTo>
                    <a:pt x="1092918" y="4071529"/>
                  </a:lnTo>
                  <a:lnTo>
                    <a:pt x="1093012" y="4071529"/>
                  </a:lnTo>
                  <a:lnTo>
                    <a:pt x="1093106" y="4071529"/>
                  </a:lnTo>
                  <a:lnTo>
                    <a:pt x="1093201" y="4071529"/>
                  </a:lnTo>
                  <a:lnTo>
                    <a:pt x="1093295" y="4071529"/>
                  </a:lnTo>
                  <a:lnTo>
                    <a:pt x="1093389" y="4071529"/>
                  </a:lnTo>
                  <a:lnTo>
                    <a:pt x="1093483" y="4071529"/>
                  </a:lnTo>
                  <a:lnTo>
                    <a:pt x="1093577" y="4071529"/>
                  </a:lnTo>
                  <a:lnTo>
                    <a:pt x="1093671" y="4071529"/>
                  </a:lnTo>
                  <a:lnTo>
                    <a:pt x="1093765" y="4071529"/>
                  </a:lnTo>
                  <a:lnTo>
                    <a:pt x="1093860" y="4071529"/>
                  </a:lnTo>
                  <a:lnTo>
                    <a:pt x="1093954" y="4071529"/>
                  </a:lnTo>
                  <a:lnTo>
                    <a:pt x="1094048" y="4071529"/>
                  </a:lnTo>
                  <a:lnTo>
                    <a:pt x="1094142" y="4071529"/>
                  </a:lnTo>
                  <a:lnTo>
                    <a:pt x="1094236" y="4071529"/>
                  </a:lnTo>
                  <a:lnTo>
                    <a:pt x="1094330" y="4071529"/>
                  </a:lnTo>
                  <a:lnTo>
                    <a:pt x="1094425" y="4071529"/>
                  </a:lnTo>
                  <a:lnTo>
                    <a:pt x="1094519" y="4071529"/>
                  </a:lnTo>
                  <a:lnTo>
                    <a:pt x="1094613" y="4071529"/>
                  </a:lnTo>
                  <a:lnTo>
                    <a:pt x="1094707" y="4071529"/>
                  </a:lnTo>
                  <a:lnTo>
                    <a:pt x="1094801" y="4071529"/>
                  </a:lnTo>
                  <a:lnTo>
                    <a:pt x="1094895" y="4071529"/>
                  </a:lnTo>
                  <a:lnTo>
                    <a:pt x="1094989" y="4071529"/>
                  </a:lnTo>
                  <a:lnTo>
                    <a:pt x="1095084" y="4071529"/>
                  </a:lnTo>
                  <a:lnTo>
                    <a:pt x="1095178" y="4071529"/>
                  </a:lnTo>
                  <a:lnTo>
                    <a:pt x="1095272" y="4071529"/>
                  </a:lnTo>
                  <a:lnTo>
                    <a:pt x="1095366" y="4071529"/>
                  </a:lnTo>
                  <a:lnTo>
                    <a:pt x="1095460" y="4071529"/>
                  </a:lnTo>
                  <a:lnTo>
                    <a:pt x="1095554" y="4071529"/>
                  </a:lnTo>
                  <a:lnTo>
                    <a:pt x="1095649" y="4071529"/>
                  </a:lnTo>
                  <a:lnTo>
                    <a:pt x="1095743" y="4071529"/>
                  </a:lnTo>
                  <a:lnTo>
                    <a:pt x="1095837" y="4071529"/>
                  </a:lnTo>
                  <a:lnTo>
                    <a:pt x="1095931" y="4071529"/>
                  </a:lnTo>
                  <a:lnTo>
                    <a:pt x="1096025" y="4071529"/>
                  </a:lnTo>
                  <a:lnTo>
                    <a:pt x="1096119" y="4071529"/>
                  </a:lnTo>
                  <a:lnTo>
                    <a:pt x="1096213" y="4071529"/>
                  </a:lnTo>
                  <a:lnTo>
                    <a:pt x="1096213" y="4066618"/>
                  </a:lnTo>
                  <a:lnTo>
                    <a:pt x="1096308" y="4066618"/>
                  </a:lnTo>
                  <a:lnTo>
                    <a:pt x="1096402" y="4066618"/>
                  </a:lnTo>
                  <a:lnTo>
                    <a:pt x="1096496" y="4066618"/>
                  </a:lnTo>
                  <a:lnTo>
                    <a:pt x="1096590" y="4066618"/>
                  </a:lnTo>
                  <a:lnTo>
                    <a:pt x="1096684" y="4066618"/>
                  </a:lnTo>
                  <a:lnTo>
                    <a:pt x="1096778" y="4066618"/>
                  </a:lnTo>
                  <a:lnTo>
                    <a:pt x="1096873" y="4066618"/>
                  </a:lnTo>
                  <a:lnTo>
                    <a:pt x="1096967" y="4066618"/>
                  </a:lnTo>
                  <a:lnTo>
                    <a:pt x="1096967" y="4061707"/>
                  </a:lnTo>
                  <a:lnTo>
                    <a:pt x="1097061" y="4061707"/>
                  </a:lnTo>
                  <a:lnTo>
                    <a:pt x="1097155" y="4061707"/>
                  </a:lnTo>
                  <a:lnTo>
                    <a:pt x="1097249" y="4061707"/>
                  </a:lnTo>
                  <a:lnTo>
                    <a:pt x="1097343" y="4061707"/>
                  </a:lnTo>
                  <a:lnTo>
                    <a:pt x="1097437" y="4061707"/>
                  </a:lnTo>
                  <a:lnTo>
                    <a:pt x="1097532" y="4061707"/>
                  </a:lnTo>
                  <a:lnTo>
                    <a:pt x="1097626" y="4061707"/>
                  </a:lnTo>
                  <a:lnTo>
                    <a:pt x="1097720" y="4061707"/>
                  </a:lnTo>
                  <a:lnTo>
                    <a:pt x="1097814" y="4061707"/>
                  </a:lnTo>
                  <a:lnTo>
                    <a:pt x="1097908" y="4061707"/>
                  </a:lnTo>
                  <a:lnTo>
                    <a:pt x="1098002" y="4061707"/>
                  </a:lnTo>
                  <a:lnTo>
                    <a:pt x="1098096" y="4061707"/>
                  </a:lnTo>
                  <a:lnTo>
                    <a:pt x="1098191" y="4061707"/>
                  </a:lnTo>
                  <a:lnTo>
                    <a:pt x="1098285" y="4061707"/>
                  </a:lnTo>
                  <a:lnTo>
                    <a:pt x="1098379" y="4061707"/>
                  </a:lnTo>
                  <a:lnTo>
                    <a:pt x="1098473" y="4061707"/>
                  </a:lnTo>
                  <a:lnTo>
                    <a:pt x="1098567" y="4061707"/>
                  </a:lnTo>
                  <a:lnTo>
                    <a:pt x="1098661" y="4061707"/>
                  </a:lnTo>
                  <a:lnTo>
                    <a:pt x="1098756" y="4061707"/>
                  </a:lnTo>
                  <a:lnTo>
                    <a:pt x="1098850" y="4061707"/>
                  </a:lnTo>
                  <a:lnTo>
                    <a:pt x="1098944" y="4061707"/>
                  </a:lnTo>
                  <a:lnTo>
                    <a:pt x="1099038" y="4061707"/>
                  </a:lnTo>
                  <a:lnTo>
                    <a:pt x="1099132" y="4061707"/>
                  </a:lnTo>
                  <a:lnTo>
                    <a:pt x="1099226" y="4061707"/>
                  </a:lnTo>
                  <a:lnTo>
                    <a:pt x="1099320" y="4061707"/>
                  </a:lnTo>
                  <a:lnTo>
                    <a:pt x="1099415" y="4061707"/>
                  </a:lnTo>
                  <a:lnTo>
                    <a:pt x="1099509" y="4061707"/>
                  </a:lnTo>
                  <a:lnTo>
                    <a:pt x="1099603" y="4061707"/>
                  </a:lnTo>
                  <a:lnTo>
                    <a:pt x="1099697" y="4061707"/>
                  </a:lnTo>
                  <a:lnTo>
                    <a:pt x="1099791" y="4061707"/>
                  </a:lnTo>
                  <a:lnTo>
                    <a:pt x="1099885" y="4061707"/>
                  </a:lnTo>
                  <a:lnTo>
                    <a:pt x="1099980" y="4061707"/>
                  </a:lnTo>
                  <a:lnTo>
                    <a:pt x="1100074" y="4061707"/>
                  </a:lnTo>
                  <a:lnTo>
                    <a:pt x="1100168" y="4061707"/>
                  </a:lnTo>
                  <a:lnTo>
                    <a:pt x="1100262" y="4061707"/>
                  </a:lnTo>
                  <a:lnTo>
                    <a:pt x="1100356" y="4061707"/>
                  </a:lnTo>
                  <a:lnTo>
                    <a:pt x="1100450" y="4061707"/>
                  </a:lnTo>
                  <a:lnTo>
                    <a:pt x="1100544" y="4061707"/>
                  </a:lnTo>
                  <a:lnTo>
                    <a:pt x="1100639" y="4061707"/>
                  </a:lnTo>
                  <a:lnTo>
                    <a:pt x="1100733" y="4061707"/>
                  </a:lnTo>
                  <a:lnTo>
                    <a:pt x="1100827" y="4061707"/>
                  </a:lnTo>
                  <a:lnTo>
                    <a:pt x="1100921" y="4061707"/>
                  </a:lnTo>
                  <a:lnTo>
                    <a:pt x="1101015" y="4061707"/>
                  </a:lnTo>
                  <a:lnTo>
                    <a:pt x="1101109" y="4061707"/>
                  </a:lnTo>
                  <a:lnTo>
                    <a:pt x="1101204" y="4061707"/>
                  </a:lnTo>
                  <a:lnTo>
                    <a:pt x="1101298" y="4061707"/>
                  </a:lnTo>
                  <a:lnTo>
                    <a:pt x="1101392" y="4061707"/>
                  </a:lnTo>
                  <a:lnTo>
                    <a:pt x="1101486" y="4061707"/>
                  </a:lnTo>
                  <a:lnTo>
                    <a:pt x="1101580" y="4061707"/>
                  </a:lnTo>
                  <a:lnTo>
                    <a:pt x="1101674" y="4061707"/>
                  </a:lnTo>
                  <a:lnTo>
                    <a:pt x="1101768" y="4061707"/>
                  </a:lnTo>
                  <a:lnTo>
                    <a:pt x="1101863" y="4061707"/>
                  </a:lnTo>
                  <a:lnTo>
                    <a:pt x="1101957" y="4061707"/>
                  </a:lnTo>
                  <a:lnTo>
                    <a:pt x="1102051" y="4061707"/>
                  </a:lnTo>
                  <a:lnTo>
                    <a:pt x="1102145" y="4061707"/>
                  </a:lnTo>
                  <a:lnTo>
                    <a:pt x="1102239" y="4061707"/>
                  </a:lnTo>
                  <a:lnTo>
                    <a:pt x="1102333" y="4061707"/>
                  </a:lnTo>
                  <a:lnTo>
                    <a:pt x="1102427" y="4061707"/>
                  </a:lnTo>
                  <a:lnTo>
                    <a:pt x="1102522" y="4061707"/>
                  </a:lnTo>
                  <a:lnTo>
                    <a:pt x="1102616" y="4061707"/>
                  </a:lnTo>
                  <a:lnTo>
                    <a:pt x="1102710" y="4061707"/>
                  </a:lnTo>
                  <a:lnTo>
                    <a:pt x="1102804" y="4061707"/>
                  </a:lnTo>
                  <a:lnTo>
                    <a:pt x="1102898" y="4061707"/>
                  </a:lnTo>
                  <a:lnTo>
                    <a:pt x="1102992" y="4061707"/>
                  </a:lnTo>
                  <a:lnTo>
                    <a:pt x="1103087" y="4061707"/>
                  </a:lnTo>
                  <a:lnTo>
                    <a:pt x="1103181" y="4061707"/>
                  </a:lnTo>
                  <a:lnTo>
                    <a:pt x="1103275" y="4061707"/>
                  </a:lnTo>
                  <a:lnTo>
                    <a:pt x="1103369" y="4061707"/>
                  </a:lnTo>
                  <a:lnTo>
                    <a:pt x="1103463" y="4061707"/>
                  </a:lnTo>
                  <a:lnTo>
                    <a:pt x="1103557" y="4061707"/>
                  </a:lnTo>
                  <a:lnTo>
                    <a:pt x="1103651" y="4061707"/>
                  </a:lnTo>
                  <a:lnTo>
                    <a:pt x="1103746" y="4061707"/>
                  </a:lnTo>
                  <a:lnTo>
                    <a:pt x="1103840" y="4061707"/>
                  </a:lnTo>
                  <a:lnTo>
                    <a:pt x="1103840" y="4056795"/>
                  </a:lnTo>
                  <a:lnTo>
                    <a:pt x="1103934" y="4056795"/>
                  </a:lnTo>
                  <a:lnTo>
                    <a:pt x="1104028" y="4056795"/>
                  </a:lnTo>
                  <a:lnTo>
                    <a:pt x="1104122" y="4056795"/>
                  </a:lnTo>
                  <a:lnTo>
                    <a:pt x="1104216" y="4056795"/>
                  </a:lnTo>
                  <a:lnTo>
                    <a:pt x="1104311" y="4056795"/>
                  </a:lnTo>
                  <a:lnTo>
                    <a:pt x="1104405" y="4056795"/>
                  </a:lnTo>
                  <a:lnTo>
                    <a:pt x="1104499" y="4056795"/>
                  </a:lnTo>
                  <a:lnTo>
                    <a:pt x="1104593" y="4056795"/>
                  </a:lnTo>
                  <a:lnTo>
                    <a:pt x="1104687" y="4056795"/>
                  </a:lnTo>
                  <a:lnTo>
                    <a:pt x="1104781" y="4056795"/>
                  </a:lnTo>
                  <a:lnTo>
                    <a:pt x="1104875" y="4056795"/>
                  </a:lnTo>
                  <a:lnTo>
                    <a:pt x="1104970" y="4056795"/>
                  </a:lnTo>
                  <a:lnTo>
                    <a:pt x="1105064" y="4056795"/>
                  </a:lnTo>
                  <a:lnTo>
                    <a:pt x="1105158" y="4056795"/>
                  </a:lnTo>
                  <a:lnTo>
                    <a:pt x="1105252" y="4056795"/>
                  </a:lnTo>
                  <a:lnTo>
                    <a:pt x="1105346" y="4056795"/>
                  </a:lnTo>
                  <a:lnTo>
                    <a:pt x="1105440" y="4056795"/>
                  </a:lnTo>
                  <a:lnTo>
                    <a:pt x="1105535" y="4056795"/>
                  </a:lnTo>
                  <a:lnTo>
                    <a:pt x="1105629" y="4056795"/>
                  </a:lnTo>
                  <a:lnTo>
                    <a:pt x="1105723" y="4056795"/>
                  </a:lnTo>
                  <a:lnTo>
                    <a:pt x="1105817" y="4056795"/>
                  </a:lnTo>
                  <a:lnTo>
                    <a:pt x="1105911" y="4056795"/>
                  </a:lnTo>
                  <a:lnTo>
                    <a:pt x="1105911" y="4051884"/>
                  </a:lnTo>
                  <a:lnTo>
                    <a:pt x="1106005" y="4051884"/>
                  </a:lnTo>
                  <a:lnTo>
                    <a:pt x="1106099" y="4051884"/>
                  </a:lnTo>
                  <a:lnTo>
                    <a:pt x="1106194" y="4051884"/>
                  </a:lnTo>
                  <a:lnTo>
                    <a:pt x="1106288" y="4051884"/>
                  </a:lnTo>
                  <a:lnTo>
                    <a:pt x="1106382" y="4051884"/>
                  </a:lnTo>
                  <a:lnTo>
                    <a:pt x="1106476" y="4051884"/>
                  </a:lnTo>
                  <a:lnTo>
                    <a:pt x="1106570" y="4051884"/>
                  </a:lnTo>
                  <a:lnTo>
                    <a:pt x="1106570" y="4046972"/>
                  </a:lnTo>
                  <a:lnTo>
                    <a:pt x="1106664" y="4046972"/>
                  </a:lnTo>
                  <a:lnTo>
                    <a:pt x="1106758" y="4046972"/>
                  </a:lnTo>
                  <a:lnTo>
                    <a:pt x="1106853" y="4046972"/>
                  </a:lnTo>
                  <a:lnTo>
                    <a:pt x="1106947" y="4046972"/>
                  </a:lnTo>
                  <a:lnTo>
                    <a:pt x="1107041" y="4046972"/>
                  </a:lnTo>
                  <a:lnTo>
                    <a:pt x="1107135" y="4046972"/>
                  </a:lnTo>
                  <a:lnTo>
                    <a:pt x="1107229" y="4046972"/>
                  </a:lnTo>
                  <a:lnTo>
                    <a:pt x="1107323" y="4046972"/>
                  </a:lnTo>
                  <a:lnTo>
                    <a:pt x="1107418" y="4046972"/>
                  </a:lnTo>
                  <a:lnTo>
                    <a:pt x="1107512" y="4046972"/>
                  </a:lnTo>
                  <a:lnTo>
                    <a:pt x="1107606" y="4046972"/>
                  </a:lnTo>
                  <a:lnTo>
                    <a:pt x="1107700" y="4046972"/>
                  </a:lnTo>
                  <a:lnTo>
                    <a:pt x="1107794" y="4046972"/>
                  </a:lnTo>
                  <a:lnTo>
                    <a:pt x="1107888" y="4046972"/>
                  </a:lnTo>
                  <a:lnTo>
                    <a:pt x="1107982" y="4046972"/>
                  </a:lnTo>
                  <a:lnTo>
                    <a:pt x="1108077" y="4046972"/>
                  </a:lnTo>
                  <a:lnTo>
                    <a:pt x="1108171" y="4046972"/>
                  </a:lnTo>
                  <a:lnTo>
                    <a:pt x="1108265" y="4046972"/>
                  </a:lnTo>
                  <a:lnTo>
                    <a:pt x="1108359" y="4046972"/>
                  </a:lnTo>
                  <a:lnTo>
                    <a:pt x="1108453" y="4046972"/>
                  </a:lnTo>
                  <a:lnTo>
                    <a:pt x="1108547" y="4046972"/>
                  </a:lnTo>
                  <a:lnTo>
                    <a:pt x="1108642" y="4046972"/>
                  </a:lnTo>
                  <a:lnTo>
                    <a:pt x="1108736" y="4046972"/>
                  </a:lnTo>
                  <a:lnTo>
                    <a:pt x="1108830" y="4046972"/>
                  </a:lnTo>
                  <a:lnTo>
                    <a:pt x="1108924" y="4046972"/>
                  </a:lnTo>
                  <a:lnTo>
                    <a:pt x="1109018" y="4046972"/>
                  </a:lnTo>
                  <a:lnTo>
                    <a:pt x="1109112" y="4046972"/>
                  </a:lnTo>
                  <a:lnTo>
                    <a:pt x="1109206" y="4046972"/>
                  </a:lnTo>
                  <a:lnTo>
                    <a:pt x="1109301" y="4046972"/>
                  </a:lnTo>
                  <a:lnTo>
                    <a:pt x="1109395" y="4046972"/>
                  </a:lnTo>
                  <a:lnTo>
                    <a:pt x="1109489" y="4046972"/>
                  </a:lnTo>
                  <a:lnTo>
                    <a:pt x="1109583" y="4046972"/>
                  </a:lnTo>
                  <a:lnTo>
                    <a:pt x="1109677" y="4046972"/>
                  </a:lnTo>
                  <a:lnTo>
                    <a:pt x="1109771" y="4046972"/>
                  </a:lnTo>
                  <a:lnTo>
                    <a:pt x="1109866" y="4046972"/>
                  </a:lnTo>
                  <a:lnTo>
                    <a:pt x="1109960" y="4046972"/>
                  </a:lnTo>
                  <a:lnTo>
                    <a:pt x="1110054" y="4046972"/>
                  </a:lnTo>
                  <a:lnTo>
                    <a:pt x="1110148" y="4046972"/>
                  </a:lnTo>
                  <a:lnTo>
                    <a:pt x="1110242" y="4046972"/>
                  </a:lnTo>
                  <a:lnTo>
                    <a:pt x="1110336" y="4046972"/>
                  </a:lnTo>
                  <a:lnTo>
                    <a:pt x="1110430" y="4046972"/>
                  </a:lnTo>
                  <a:lnTo>
                    <a:pt x="1110525" y="4046972"/>
                  </a:lnTo>
                  <a:lnTo>
                    <a:pt x="1110619" y="4046972"/>
                  </a:lnTo>
                  <a:lnTo>
                    <a:pt x="1110713" y="4046972"/>
                  </a:lnTo>
                  <a:lnTo>
                    <a:pt x="1110807" y="4046972"/>
                  </a:lnTo>
                  <a:lnTo>
                    <a:pt x="1110901" y="4046972"/>
                  </a:lnTo>
                  <a:lnTo>
                    <a:pt x="1110995" y="4046972"/>
                  </a:lnTo>
                  <a:lnTo>
                    <a:pt x="1111089" y="4046972"/>
                  </a:lnTo>
                  <a:lnTo>
                    <a:pt x="1111184" y="4046972"/>
                  </a:lnTo>
                  <a:lnTo>
                    <a:pt x="1111278" y="4046972"/>
                  </a:lnTo>
                  <a:lnTo>
                    <a:pt x="1111372" y="4046972"/>
                  </a:lnTo>
                  <a:lnTo>
                    <a:pt x="1111466" y="4046972"/>
                  </a:lnTo>
                  <a:lnTo>
                    <a:pt x="1111560" y="4046972"/>
                  </a:lnTo>
                  <a:lnTo>
                    <a:pt x="1111654" y="4046972"/>
                  </a:lnTo>
                  <a:lnTo>
                    <a:pt x="1111749" y="4046972"/>
                  </a:lnTo>
                  <a:lnTo>
                    <a:pt x="1111843" y="4046972"/>
                  </a:lnTo>
                  <a:lnTo>
                    <a:pt x="1111937" y="4046972"/>
                  </a:lnTo>
                  <a:lnTo>
                    <a:pt x="1112031" y="4046972"/>
                  </a:lnTo>
                  <a:lnTo>
                    <a:pt x="1112125" y="4046972"/>
                  </a:lnTo>
                  <a:lnTo>
                    <a:pt x="1112125" y="4042061"/>
                  </a:lnTo>
                  <a:lnTo>
                    <a:pt x="1112219" y="4042061"/>
                  </a:lnTo>
                  <a:lnTo>
                    <a:pt x="1112219" y="4037150"/>
                  </a:lnTo>
                  <a:lnTo>
                    <a:pt x="1112313" y="4037150"/>
                  </a:lnTo>
                  <a:lnTo>
                    <a:pt x="1112408" y="4037150"/>
                  </a:lnTo>
                  <a:lnTo>
                    <a:pt x="1112502" y="4037150"/>
                  </a:lnTo>
                  <a:lnTo>
                    <a:pt x="1112596" y="4037150"/>
                  </a:lnTo>
                  <a:lnTo>
                    <a:pt x="1112690" y="4037150"/>
                  </a:lnTo>
                  <a:lnTo>
                    <a:pt x="1112784" y="4037150"/>
                  </a:lnTo>
                  <a:lnTo>
                    <a:pt x="1112878" y="4037150"/>
                  </a:lnTo>
                  <a:lnTo>
                    <a:pt x="1112973" y="4037150"/>
                  </a:lnTo>
                  <a:lnTo>
                    <a:pt x="1113067" y="4037150"/>
                  </a:lnTo>
                  <a:lnTo>
                    <a:pt x="1113161" y="4037150"/>
                  </a:lnTo>
                  <a:lnTo>
                    <a:pt x="1113255" y="4037150"/>
                  </a:lnTo>
                  <a:lnTo>
                    <a:pt x="1113349" y="4037150"/>
                  </a:lnTo>
                  <a:lnTo>
                    <a:pt x="1113443" y="4037150"/>
                  </a:lnTo>
                  <a:lnTo>
                    <a:pt x="1113537" y="4037150"/>
                  </a:lnTo>
                  <a:lnTo>
                    <a:pt x="1113632" y="4037150"/>
                  </a:lnTo>
                  <a:lnTo>
                    <a:pt x="1113726" y="4037150"/>
                  </a:lnTo>
                  <a:lnTo>
                    <a:pt x="1113820" y="4037150"/>
                  </a:lnTo>
                  <a:lnTo>
                    <a:pt x="1113914" y="4037150"/>
                  </a:lnTo>
                  <a:lnTo>
                    <a:pt x="1114008" y="4037150"/>
                  </a:lnTo>
                  <a:lnTo>
                    <a:pt x="1114102" y="4037150"/>
                  </a:lnTo>
                  <a:lnTo>
                    <a:pt x="1114197" y="4037150"/>
                  </a:lnTo>
                  <a:lnTo>
                    <a:pt x="1114291" y="4037150"/>
                  </a:lnTo>
                  <a:lnTo>
                    <a:pt x="1114385" y="4037150"/>
                  </a:lnTo>
                  <a:lnTo>
                    <a:pt x="1114479" y="4037150"/>
                  </a:lnTo>
                  <a:lnTo>
                    <a:pt x="1114573" y="4037150"/>
                  </a:lnTo>
                  <a:lnTo>
                    <a:pt x="1114667" y="4037150"/>
                  </a:lnTo>
                  <a:lnTo>
                    <a:pt x="1114761" y="4037150"/>
                  </a:lnTo>
                  <a:lnTo>
                    <a:pt x="1114856" y="4037150"/>
                  </a:lnTo>
                  <a:lnTo>
                    <a:pt x="1114950" y="4037150"/>
                  </a:lnTo>
                  <a:lnTo>
                    <a:pt x="1115044" y="4037150"/>
                  </a:lnTo>
                  <a:lnTo>
                    <a:pt x="1115138" y="4037150"/>
                  </a:lnTo>
                  <a:lnTo>
                    <a:pt x="1115232" y="4037150"/>
                  </a:lnTo>
                  <a:lnTo>
                    <a:pt x="1115326" y="4037150"/>
                  </a:lnTo>
                  <a:lnTo>
                    <a:pt x="1115420" y="4037150"/>
                  </a:lnTo>
                  <a:lnTo>
                    <a:pt x="1115515" y="4037150"/>
                  </a:lnTo>
                  <a:lnTo>
                    <a:pt x="1115609" y="4037150"/>
                  </a:lnTo>
                  <a:lnTo>
                    <a:pt x="1115703" y="4037150"/>
                  </a:lnTo>
                  <a:lnTo>
                    <a:pt x="1115797" y="4037150"/>
                  </a:lnTo>
                  <a:lnTo>
                    <a:pt x="1115891" y="4037150"/>
                  </a:lnTo>
                  <a:lnTo>
                    <a:pt x="1115985" y="4037150"/>
                  </a:lnTo>
                  <a:lnTo>
                    <a:pt x="1116080" y="4037150"/>
                  </a:lnTo>
                  <a:lnTo>
                    <a:pt x="1116174" y="4037150"/>
                  </a:lnTo>
                  <a:lnTo>
                    <a:pt x="1116268" y="4037150"/>
                  </a:lnTo>
                  <a:lnTo>
                    <a:pt x="1116362" y="4037150"/>
                  </a:lnTo>
                  <a:lnTo>
                    <a:pt x="1116456" y="4037150"/>
                  </a:lnTo>
                  <a:lnTo>
                    <a:pt x="1116550" y="4037150"/>
                  </a:lnTo>
                  <a:lnTo>
                    <a:pt x="1116644" y="4037150"/>
                  </a:lnTo>
                  <a:lnTo>
                    <a:pt x="1116739" y="4037150"/>
                  </a:lnTo>
                  <a:lnTo>
                    <a:pt x="1116833" y="4037150"/>
                  </a:lnTo>
                  <a:lnTo>
                    <a:pt x="1116927" y="4037150"/>
                  </a:lnTo>
                  <a:lnTo>
                    <a:pt x="1117021" y="4037150"/>
                  </a:lnTo>
                  <a:lnTo>
                    <a:pt x="1117115" y="4037150"/>
                  </a:lnTo>
                  <a:lnTo>
                    <a:pt x="1117209" y="4037150"/>
                  </a:lnTo>
                  <a:lnTo>
                    <a:pt x="1117304" y="4037150"/>
                  </a:lnTo>
                  <a:lnTo>
                    <a:pt x="1117398" y="4037150"/>
                  </a:lnTo>
                  <a:lnTo>
                    <a:pt x="1117492" y="4037150"/>
                  </a:lnTo>
                  <a:lnTo>
                    <a:pt x="1117586" y="4037150"/>
                  </a:lnTo>
                  <a:lnTo>
                    <a:pt x="1117680" y="4037150"/>
                  </a:lnTo>
                  <a:lnTo>
                    <a:pt x="1117774" y="4037150"/>
                  </a:lnTo>
                  <a:lnTo>
                    <a:pt x="1117868" y="4037150"/>
                  </a:lnTo>
                  <a:lnTo>
                    <a:pt x="1117963" y="4037150"/>
                  </a:lnTo>
                  <a:lnTo>
                    <a:pt x="1118057" y="4037150"/>
                  </a:lnTo>
                  <a:lnTo>
                    <a:pt x="1118151" y="4037150"/>
                  </a:lnTo>
                  <a:lnTo>
                    <a:pt x="1118245" y="4037150"/>
                  </a:lnTo>
                  <a:lnTo>
                    <a:pt x="1118339" y="4037150"/>
                  </a:lnTo>
                  <a:lnTo>
                    <a:pt x="1118433" y="4037150"/>
                  </a:lnTo>
                  <a:lnTo>
                    <a:pt x="1118528" y="4037150"/>
                  </a:lnTo>
                  <a:lnTo>
                    <a:pt x="1118622" y="4037150"/>
                  </a:lnTo>
                  <a:lnTo>
                    <a:pt x="1118716" y="4037150"/>
                  </a:lnTo>
                  <a:lnTo>
                    <a:pt x="1118810" y="4037150"/>
                  </a:lnTo>
                  <a:lnTo>
                    <a:pt x="1118904" y="4037150"/>
                  </a:lnTo>
                  <a:lnTo>
                    <a:pt x="1118998" y="4037150"/>
                  </a:lnTo>
                  <a:lnTo>
                    <a:pt x="1119092" y="4037150"/>
                  </a:lnTo>
                  <a:lnTo>
                    <a:pt x="1119187" y="4037150"/>
                  </a:lnTo>
                  <a:lnTo>
                    <a:pt x="1119281" y="4037150"/>
                  </a:lnTo>
                  <a:lnTo>
                    <a:pt x="1119375" y="4037150"/>
                  </a:lnTo>
                  <a:lnTo>
                    <a:pt x="1119469" y="4037150"/>
                  </a:lnTo>
                  <a:lnTo>
                    <a:pt x="1119563" y="4037150"/>
                  </a:lnTo>
                  <a:lnTo>
                    <a:pt x="1119657" y="4037150"/>
                  </a:lnTo>
                  <a:lnTo>
                    <a:pt x="1119751" y="4037150"/>
                  </a:lnTo>
                  <a:lnTo>
                    <a:pt x="1119846" y="4037150"/>
                  </a:lnTo>
                  <a:lnTo>
                    <a:pt x="1119940" y="4037150"/>
                  </a:lnTo>
                  <a:lnTo>
                    <a:pt x="1120034" y="4037150"/>
                  </a:lnTo>
                  <a:lnTo>
                    <a:pt x="1120128" y="4037150"/>
                  </a:lnTo>
                  <a:lnTo>
                    <a:pt x="1120222" y="4037150"/>
                  </a:lnTo>
                  <a:lnTo>
                    <a:pt x="1120316" y="4037150"/>
                  </a:lnTo>
                  <a:lnTo>
                    <a:pt x="1120411" y="4037150"/>
                  </a:lnTo>
                  <a:lnTo>
                    <a:pt x="1120505" y="4037150"/>
                  </a:lnTo>
                  <a:lnTo>
                    <a:pt x="1120599" y="4037150"/>
                  </a:lnTo>
                  <a:lnTo>
                    <a:pt x="1120693" y="4037150"/>
                  </a:lnTo>
                  <a:lnTo>
                    <a:pt x="1120787" y="4037150"/>
                  </a:lnTo>
                  <a:lnTo>
                    <a:pt x="1120881" y="4037150"/>
                  </a:lnTo>
                  <a:lnTo>
                    <a:pt x="1120975" y="4037150"/>
                  </a:lnTo>
                  <a:lnTo>
                    <a:pt x="1121070" y="4037150"/>
                  </a:lnTo>
                  <a:lnTo>
                    <a:pt x="1121164" y="4037150"/>
                  </a:lnTo>
                  <a:lnTo>
                    <a:pt x="1121258" y="4037150"/>
                  </a:lnTo>
                  <a:lnTo>
                    <a:pt x="1121352" y="4037150"/>
                  </a:lnTo>
                  <a:lnTo>
                    <a:pt x="1121352" y="4032238"/>
                  </a:lnTo>
                  <a:lnTo>
                    <a:pt x="1121446" y="4032238"/>
                  </a:lnTo>
                  <a:lnTo>
                    <a:pt x="1121540" y="4032238"/>
                  </a:lnTo>
                  <a:lnTo>
                    <a:pt x="1121635" y="4032238"/>
                  </a:lnTo>
                  <a:lnTo>
                    <a:pt x="1121729" y="4032238"/>
                  </a:lnTo>
                  <a:lnTo>
                    <a:pt x="1121823" y="4032238"/>
                  </a:lnTo>
                  <a:lnTo>
                    <a:pt x="1121917" y="4032238"/>
                  </a:lnTo>
                  <a:lnTo>
                    <a:pt x="1122011" y="4032238"/>
                  </a:lnTo>
                  <a:lnTo>
                    <a:pt x="1122105" y="4032238"/>
                  </a:lnTo>
                  <a:lnTo>
                    <a:pt x="1122199" y="4032238"/>
                  </a:lnTo>
                  <a:lnTo>
                    <a:pt x="1122294" y="4032238"/>
                  </a:lnTo>
                  <a:lnTo>
                    <a:pt x="1122388" y="4032238"/>
                  </a:lnTo>
                  <a:lnTo>
                    <a:pt x="1122482" y="4032238"/>
                  </a:lnTo>
                  <a:lnTo>
                    <a:pt x="1122576" y="4032238"/>
                  </a:lnTo>
                  <a:lnTo>
                    <a:pt x="1122670" y="4032238"/>
                  </a:lnTo>
                  <a:lnTo>
                    <a:pt x="1122764" y="4032238"/>
                  </a:lnTo>
                  <a:lnTo>
                    <a:pt x="1122764" y="4027327"/>
                  </a:lnTo>
                  <a:lnTo>
                    <a:pt x="1122859" y="4027327"/>
                  </a:lnTo>
                  <a:lnTo>
                    <a:pt x="1122953" y="4027327"/>
                  </a:lnTo>
                  <a:lnTo>
                    <a:pt x="1123047" y="4027327"/>
                  </a:lnTo>
                  <a:lnTo>
                    <a:pt x="1123141" y="4027327"/>
                  </a:lnTo>
                  <a:lnTo>
                    <a:pt x="1123235" y="4027327"/>
                  </a:lnTo>
                  <a:lnTo>
                    <a:pt x="1123329" y="4027327"/>
                  </a:lnTo>
                  <a:lnTo>
                    <a:pt x="1123423" y="4027327"/>
                  </a:lnTo>
                  <a:lnTo>
                    <a:pt x="1123518" y="4027327"/>
                  </a:lnTo>
                  <a:lnTo>
                    <a:pt x="1123612" y="4027327"/>
                  </a:lnTo>
                  <a:lnTo>
                    <a:pt x="1123706" y="4027327"/>
                  </a:lnTo>
                  <a:lnTo>
                    <a:pt x="1123800" y="4027327"/>
                  </a:lnTo>
                  <a:lnTo>
                    <a:pt x="1123894" y="4027327"/>
                  </a:lnTo>
                  <a:lnTo>
                    <a:pt x="1123988" y="4027327"/>
                  </a:lnTo>
                  <a:lnTo>
                    <a:pt x="1124082" y="4027327"/>
                  </a:lnTo>
                  <a:lnTo>
                    <a:pt x="1124177" y="4027327"/>
                  </a:lnTo>
                  <a:lnTo>
                    <a:pt x="1124271" y="4027327"/>
                  </a:lnTo>
                  <a:lnTo>
                    <a:pt x="1124365" y="4027327"/>
                  </a:lnTo>
                  <a:lnTo>
                    <a:pt x="1124459" y="4027327"/>
                  </a:lnTo>
                  <a:lnTo>
                    <a:pt x="1124553" y="4027327"/>
                  </a:lnTo>
                  <a:lnTo>
                    <a:pt x="1124647" y="4027327"/>
                  </a:lnTo>
                  <a:lnTo>
                    <a:pt x="1124742" y="4027327"/>
                  </a:lnTo>
                  <a:lnTo>
                    <a:pt x="1124836" y="4027327"/>
                  </a:lnTo>
                  <a:lnTo>
                    <a:pt x="1124930" y="4027327"/>
                  </a:lnTo>
                  <a:lnTo>
                    <a:pt x="1125024" y="4027327"/>
                  </a:lnTo>
                  <a:lnTo>
                    <a:pt x="1125118" y="4027327"/>
                  </a:lnTo>
                  <a:lnTo>
                    <a:pt x="1125118" y="4022416"/>
                  </a:lnTo>
                  <a:lnTo>
                    <a:pt x="1125212" y="4022416"/>
                  </a:lnTo>
                  <a:lnTo>
                    <a:pt x="1125306" y="4022416"/>
                  </a:lnTo>
                  <a:lnTo>
                    <a:pt x="1125401" y="4022416"/>
                  </a:lnTo>
                  <a:lnTo>
                    <a:pt x="1125495" y="4022416"/>
                  </a:lnTo>
                  <a:lnTo>
                    <a:pt x="1125589" y="4022416"/>
                  </a:lnTo>
                  <a:lnTo>
                    <a:pt x="1125683" y="4022416"/>
                  </a:lnTo>
                  <a:lnTo>
                    <a:pt x="1125777" y="4022416"/>
                  </a:lnTo>
                  <a:lnTo>
                    <a:pt x="1125871" y="4022416"/>
                  </a:lnTo>
                  <a:lnTo>
                    <a:pt x="1125966" y="4022416"/>
                  </a:lnTo>
                  <a:lnTo>
                    <a:pt x="1126060" y="4022416"/>
                  </a:lnTo>
                  <a:lnTo>
                    <a:pt x="1126060" y="4017504"/>
                  </a:lnTo>
                  <a:lnTo>
                    <a:pt x="1126154" y="4017504"/>
                  </a:lnTo>
                  <a:lnTo>
                    <a:pt x="1126248" y="4017504"/>
                  </a:lnTo>
                  <a:lnTo>
                    <a:pt x="1126342" y="4017504"/>
                  </a:lnTo>
                  <a:lnTo>
                    <a:pt x="1126436" y="4017504"/>
                  </a:lnTo>
                  <a:lnTo>
                    <a:pt x="1126530" y="4017504"/>
                  </a:lnTo>
                  <a:lnTo>
                    <a:pt x="1126625" y="4017504"/>
                  </a:lnTo>
                  <a:lnTo>
                    <a:pt x="1126719" y="4017504"/>
                  </a:lnTo>
                  <a:lnTo>
                    <a:pt x="1126813" y="4017504"/>
                  </a:lnTo>
                  <a:lnTo>
                    <a:pt x="1126907" y="4017504"/>
                  </a:lnTo>
                  <a:lnTo>
                    <a:pt x="1127001" y="4017504"/>
                  </a:lnTo>
                  <a:lnTo>
                    <a:pt x="1127095" y="4017504"/>
                  </a:lnTo>
                  <a:lnTo>
                    <a:pt x="1127190" y="4017504"/>
                  </a:lnTo>
                  <a:lnTo>
                    <a:pt x="1127284" y="4017504"/>
                  </a:lnTo>
                  <a:lnTo>
                    <a:pt x="1127378" y="4017504"/>
                  </a:lnTo>
                  <a:lnTo>
                    <a:pt x="1127472" y="4017504"/>
                  </a:lnTo>
                  <a:lnTo>
                    <a:pt x="1127566" y="4017504"/>
                  </a:lnTo>
                  <a:lnTo>
                    <a:pt x="1127660" y="4017504"/>
                  </a:lnTo>
                  <a:lnTo>
                    <a:pt x="1127754" y="4017504"/>
                  </a:lnTo>
                  <a:lnTo>
                    <a:pt x="1127849" y="4017504"/>
                  </a:lnTo>
                  <a:lnTo>
                    <a:pt x="1127943" y="4017504"/>
                  </a:lnTo>
                  <a:lnTo>
                    <a:pt x="1128037" y="4017504"/>
                  </a:lnTo>
                  <a:lnTo>
                    <a:pt x="1128131" y="4017504"/>
                  </a:lnTo>
                  <a:lnTo>
                    <a:pt x="1128225" y="4017504"/>
                  </a:lnTo>
                  <a:lnTo>
                    <a:pt x="1128319" y="4017504"/>
                  </a:lnTo>
                  <a:lnTo>
                    <a:pt x="1128413" y="4017504"/>
                  </a:lnTo>
                  <a:lnTo>
                    <a:pt x="1128508" y="4017504"/>
                  </a:lnTo>
                  <a:lnTo>
                    <a:pt x="1128602" y="4017504"/>
                  </a:lnTo>
                  <a:lnTo>
                    <a:pt x="1128696" y="4017504"/>
                  </a:lnTo>
                  <a:lnTo>
                    <a:pt x="1128790" y="4017504"/>
                  </a:lnTo>
                  <a:lnTo>
                    <a:pt x="1128884" y="4017504"/>
                  </a:lnTo>
                  <a:lnTo>
                    <a:pt x="1128978" y="4017504"/>
                  </a:lnTo>
                  <a:lnTo>
                    <a:pt x="1129073" y="4017504"/>
                  </a:lnTo>
                  <a:lnTo>
                    <a:pt x="1129073" y="4012593"/>
                  </a:lnTo>
                  <a:lnTo>
                    <a:pt x="1129167" y="4012593"/>
                  </a:lnTo>
                  <a:lnTo>
                    <a:pt x="1129261" y="4012593"/>
                  </a:lnTo>
                  <a:lnTo>
                    <a:pt x="1129355" y="4012593"/>
                  </a:lnTo>
                  <a:lnTo>
                    <a:pt x="1129449" y="4012593"/>
                  </a:lnTo>
                  <a:lnTo>
                    <a:pt x="1129543" y="4012593"/>
                  </a:lnTo>
                  <a:lnTo>
                    <a:pt x="1129543" y="4007681"/>
                  </a:lnTo>
                  <a:lnTo>
                    <a:pt x="1129637" y="4007681"/>
                  </a:lnTo>
                  <a:lnTo>
                    <a:pt x="1129732" y="4007681"/>
                  </a:lnTo>
                  <a:lnTo>
                    <a:pt x="1129826" y="4007681"/>
                  </a:lnTo>
                  <a:lnTo>
                    <a:pt x="1129920" y="4007681"/>
                  </a:lnTo>
                  <a:lnTo>
                    <a:pt x="1130014" y="4007681"/>
                  </a:lnTo>
                  <a:lnTo>
                    <a:pt x="1130108" y="4007681"/>
                  </a:lnTo>
                  <a:lnTo>
                    <a:pt x="1130202" y="4007681"/>
                  </a:lnTo>
                  <a:lnTo>
                    <a:pt x="1130297" y="4007681"/>
                  </a:lnTo>
                  <a:lnTo>
                    <a:pt x="1130391" y="4007681"/>
                  </a:lnTo>
                  <a:lnTo>
                    <a:pt x="1130485" y="4007681"/>
                  </a:lnTo>
                  <a:lnTo>
                    <a:pt x="1130579" y="4007681"/>
                  </a:lnTo>
                  <a:lnTo>
                    <a:pt x="1130673" y="4007681"/>
                  </a:lnTo>
                  <a:lnTo>
                    <a:pt x="1130767" y="4007681"/>
                  </a:lnTo>
                  <a:lnTo>
                    <a:pt x="1130861" y="4007681"/>
                  </a:lnTo>
                  <a:lnTo>
                    <a:pt x="1130956" y="4007681"/>
                  </a:lnTo>
                  <a:lnTo>
                    <a:pt x="1131050" y="4007681"/>
                  </a:lnTo>
                  <a:lnTo>
                    <a:pt x="1131144" y="4007681"/>
                  </a:lnTo>
                  <a:lnTo>
                    <a:pt x="1131238" y="4007681"/>
                  </a:lnTo>
                  <a:lnTo>
                    <a:pt x="1131332" y="4007681"/>
                  </a:lnTo>
                  <a:lnTo>
                    <a:pt x="1131332" y="4002770"/>
                  </a:lnTo>
                  <a:lnTo>
                    <a:pt x="1131426" y="4002770"/>
                  </a:lnTo>
                  <a:lnTo>
                    <a:pt x="1131521" y="4002770"/>
                  </a:lnTo>
                  <a:lnTo>
                    <a:pt x="1131615" y="4002770"/>
                  </a:lnTo>
                  <a:lnTo>
                    <a:pt x="1131709" y="4002770"/>
                  </a:lnTo>
                  <a:lnTo>
                    <a:pt x="1131803" y="4002770"/>
                  </a:lnTo>
                  <a:lnTo>
                    <a:pt x="1131897" y="4002770"/>
                  </a:lnTo>
                  <a:lnTo>
                    <a:pt x="1131991" y="4002770"/>
                  </a:lnTo>
                  <a:lnTo>
                    <a:pt x="1132085" y="4002770"/>
                  </a:lnTo>
                  <a:lnTo>
                    <a:pt x="1132180" y="4002770"/>
                  </a:lnTo>
                  <a:lnTo>
                    <a:pt x="1132274" y="4002770"/>
                  </a:lnTo>
                  <a:lnTo>
                    <a:pt x="1132368" y="4002770"/>
                  </a:lnTo>
                  <a:lnTo>
                    <a:pt x="1132462" y="4002770"/>
                  </a:lnTo>
                  <a:lnTo>
                    <a:pt x="1132556" y="4002770"/>
                  </a:lnTo>
                  <a:lnTo>
                    <a:pt x="1132650" y="4002770"/>
                  </a:lnTo>
                  <a:lnTo>
                    <a:pt x="1132744" y="4002770"/>
                  </a:lnTo>
                  <a:lnTo>
                    <a:pt x="1132839" y="4002770"/>
                  </a:lnTo>
                  <a:lnTo>
                    <a:pt x="1132933" y="4002770"/>
                  </a:lnTo>
                  <a:lnTo>
                    <a:pt x="1133027" y="4002770"/>
                  </a:lnTo>
                  <a:lnTo>
                    <a:pt x="1133121" y="4002770"/>
                  </a:lnTo>
                  <a:lnTo>
                    <a:pt x="1133215" y="4002770"/>
                  </a:lnTo>
                  <a:lnTo>
                    <a:pt x="1133309" y="4002770"/>
                  </a:lnTo>
                  <a:lnTo>
                    <a:pt x="1133404" y="4002770"/>
                  </a:lnTo>
                  <a:lnTo>
                    <a:pt x="1133498" y="4002770"/>
                  </a:lnTo>
                  <a:lnTo>
                    <a:pt x="1133592" y="4002770"/>
                  </a:lnTo>
                  <a:lnTo>
                    <a:pt x="1133686" y="4002770"/>
                  </a:lnTo>
                  <a:lnTo>
                    <a:pt x="1133780" y="4002770"/>
                  </a:lnTo>
                  <a:lnTo>
                    <a:pt x="1133874" y="4002770"/>
                  </a:lnTo>
                  <a:lnTo>
                    <a:pt x="1133968" y="4002770"/>
                  </a:lnTo>
                  <a:lnTo>
                    <a:pt x="1134063" y="4002770"/>
                  </a:lnTo>
                  <a:lnTo>
                    <a:pt x="1134157" y="4002770"/>
                  </a:lnTo>
                  <a:lnTo>
                    <a:pt x="1134251" y="4002770"/>
                  </a:lnTo>
                  <a:lnTo>
                    <a:pt x="1134345" y="4002770"/>
                  </a:lnTo>
                  <a:lnTo>
                    <a:pt x="1134439" y="4002770"/>
                  </a:lnTo>
                  <a:lnTo>
                    <a:pt x="1134533" y="4002770"/>
                  </a:lnTo>
                  <a:lnTo>
                    <a:pt x="1134628" y="4002770"/>
                  </a:lnTo>
                  <a:lnTo>
                    <a:pt x="1134722" y="4002770"/>
                  </a:lnTo>
                  <a:lnTo>
                    <a:pt x="1134816" y="4002770"/>
                  </a:lnTo>
                  <a:lnTo>
                    <a:pt x="1134910" y="4002770"/>
                  </a:lnTo>
                  <a:lnTo>
                    <a:pt x="1135004" y="4002770"/>
                  </a:lnTo>
                  <a:lnTo>
                    <a:pt x="1135098" y="4002770"/>
                  </a:lnTo>
                  <a:lnTo>
                    <a:pt x="1135192" y="4002770"/>
                  </a:lnTo>
                  <a:lnTo>
                    <a:pt x="1135287" y="4002770"/>
                  </a:lnTo>
                  <a:lnTo>
                    <a:pt x="1135381" y="4002770"/>
                  </a:lnTo>
                  <a:lnTo>
                    <a:pt x="1135475" y="4002770"/>
                  </a:lnTo>
                  <a:lnTo>
                    <a:pt x="1135569" y="4002770"/>
                  </a:lnTo>
                  <a:lnTo>
                    <a:pt x="1135663" y="4002770"/>
                  </a:lnTo>
                  <a:lnTo>
                    <a:pt x="1135757" y="4002770"/>
                  </a:lnTo>
                  <a:lnTo>
                    <a:pt x="1135852" y="4002770"/>
                  </a:lnTo>
                  <a:lnTo>
                    <a:pt x="1135946" y="4002770"/>
                  </a:lnTo>
                  <a:lnTo>
                    <a:pt x="1136040" y="4002770"/>
                  </a:lnTo>
                  <a:lnTo>
                    <a:pt x="1136134" y="4002770"/>
                  </a:lnTo>
                  <a:lnTo>
                    <a:pt x="1136228" y="4002770"/>
                  </a:lnTo>
                  <a:lnTo>
                    <a:pt x="1136322" y="4002770"/>
                  </a:lnTo>
                  <a:lnTo>
                    <a:pt x="1136416" y="4002770"/>
                  </a:lnTo>
                  <a:lnTo>
                    <a:pt x="1136511" y="4002770"/>
                  </a:lnTo>
                  <a:lnTo>
                    <a:pt x="1136605" y="4002770"/>
                  </a:lnTo>
                  <a:lnTo>
                    <a:pt x="1136605" y="3997859"/>
                  </a:lnTo>
                  <a:lnTo>
                    <a:pt x="1136699" y="3997859"/>
                  </a:lnTo>
                  <a:lnTo>
                    <a:pt x="1136793" y="3997859"/>
                  </a:lnTo>
                  <a:lnTo>
                    <a:pt x="1136887" y="3997859"/>
                  </a:lnTo>
                  <a:lnTo>
                    <a:pt x="1136981" y="3997859"/>
                  </a:lnTo>
                  <a:lnTo>
                    <a:pt x="1137075" y="3997859"/>
                  </a:lnTo>
                  <a:lnTo>
                    <a:pt x="1137170" y="3997859"/>
                  </a:lnTo>
                  <a:lnTo>
                    <a:pt x="1137264" y="3997859"/>
                  </a:lnTo>
                  <a:lnTo>
                    <a:pt x="1137358" y="3997859"/>
                  </a:lnTo>
                  <a:lnTo>
                    <a:pt x="1137452" y="3997859"/>
                  </a:lnTo>
                  <a:lnTo>
                    <a:pt x="1137546" y="3997859"/>
                  </a:lnTo>
                  <a:lnTo>
                    <a:pt x="1137640" y="3997859"/>
                  </a:lnTo>
                  <a:lnTo>
                    <a:pt x="1137735" y="3997859"/>
                  </a:lnTo>
                  <a:lnTo>
                    <a:pt x="1137829" y="3997859"/>
                  </a:lnTo>
                  <a:lnTo>
                    <a:pt x="1137923" y="3997859"/>
                  </a:lnTo>
                  <a:lnTo>
                    <a:pt x="1138017" y="3997859"/>
                  </a:lnTo>
                  <a:lnTo>
                    <a:pt x="1138111" y="3997859"/>
                  </a:lnTo>
                  <a:lnTo>
                    <a:pt x="1138205" y="3997859"/>
                  </a:lnTo>
                  <a:lnTo>
                    <a:pt x="1138299" y="3997859"/>
                  </a:lnTo>
                  <a:lnTo>
                    <a:pt x="1138394" y="3997859"/>
                  </a:lnTo>
                  <a:lnTo>
                    <a:pt x="1138488" y="3997859"/>
                  </a:lnTo>
                  <a:lnTo>
                    <a:pt x="1138582" y="3997859"/>
                  </a:lnTo>
                  <a:lnTo>
                    <a:pt x="1138676" y="3997859"/>
                  </a:lnTo>
                  <a:lnTo>
                    <a:pt x="1138770" y="3997859"/>
                  </a:lnTo>
                  <a:lnTo>
                    <a:pt x="1138864" y="3997859"/>
                  </a:lnTo>
                  <a:lnTo>
                    <a:pt x="1138959" y="3997859"/>
                  </a:lnTo>
                  <a:lnTo>
                    <a:pt x="1139053" y="3997859"/>
                  </a:lnTo>
                  <a:lnTo>
                    <a:pt x="1139147" y="3997859"/>
                  </a:lnTo>
                  <a:lnTo>
                    <a:pt x="1139241" y="3997859"/>
                  </a:lnTo>
                  <a:lnTo>
                    <a:pt x="1139335" y="3997859"/>
                  </a:lnTo>
                  <a:lnTo>
                    <a:pt x="1139429" y="3997859"/>
                  </a:lnTo>
                  <a:lnTo>
                    <a:pt x="1139523" y="3997859"/>
                  </a:lnTo>
                  <a:lnTo>
                    <a:pt x="1139618" y="3997859"/>
                  </a:lnTo>
                  <a:lnTo>
                    <a:pt x="1139712" y="3997859"/>
                  </a:lnTo>
                  <a:lnTo>
                    <a:pt x="1139806" y="3997859"/>
                  </a:lnTo>
                  <a:lnTo>
                    <a:pt x="1139900" y="3997859"/>
                  </a:lnTo>
                  <a:lnTo>
                    <a:pt x="1139900" y="3992947"/>
                  </a:lnTo>
                  <a:lnTo>
                    <a:pt x="1139994" y="3992947"/>
                  </a:lnTo>
                  <a:lnTo>
                    <a:pt x="1140088" y="3992947"/>
                  </a:lnTo>
                  <a:lnTo>
                    <a:pt x="1140183" y="3992947"/>
                  </a:lnTo>
                  <a:lnTo>
                    <a:pt x="1140277" y="3992947"/>
                  </a:lnTo>
                  <a:lnTo>
                    <a:pt x="1140371" y="3992947"/>
                  </a:lnTo>
                  <a:lnTo>
                    <a:pt x="1140465" y="3992947"/>
                  </a:lnTo>
                  <a:lnTo>
                    <a:pt x="1140559" y="3992947"/>
                  </a:lnTo>
                  <a:lnTo>
                    <a:pt x="1140653" y="3992947"/>
                  </a:lnTo>
                  <a:lnTo>
                    <a:pt x="1140747" y="3992947"/>
                  </a:lnTo>
                  <a:lnTo>
                    <a:pt x="1140842" y="3992947"/>
                  </a:lnTo>
                  <a:lnTo>
                    <a:pt x="1140936" y="3992947"/>
                  </a:lnTo>
                  <a:lnTo>
                    <a:pt x="1141030" y="3992947"/>
                  </a:lnTo>
                  <a:lnTo>
                    <a:pt x="1141124" y="3992947"/>
                  </a:lnTo>
                  <a:lnTo>
                    <a:pt x="1141218" y="3992947"/>
                  </a:lnTo>
                  <a:lnTo>
                    <a:pt x="1141312" y="3992947"/>
                  </a:lnTo>
                  <a:lnTo>
                    <a:pt x="1141406" y="3992947"/>
                  </a:lnTo>
                  <a:lnTo>
                    <a:pt x="1141501" y="3992947"/>
                  </a:lnTo>
                  <a:lnTo>
                    <a:pt x="1141595" y="3992947"/>
                  </a:lnTo>
                  <a:lnTo>
                    <a:pt x="1141689" y="3992947"/>
                  </a:lnTo>
                  <a:lnTo>
                    <a:pt x="1141783" y="3992947"/>
                  </a:lnTo>
                  <a:lnTo>
                    <a:pt x="1141877" y="3992947"/>
                  </a:lnTo>
                  <a:lnTo>
                    <a:pt x="1141971" y="3992947"/>
                  </a:lnTo>
                  <a:lnTo>
                    <a:pt x="1142066" y="3992947"/>
                  </a:lnTo>
                  <a:lnTo>
                    <a:pt x="1142160" y="3992947"/>
                  </a:lnTo>
                  <a:lnTo>
                    <a:pt x="1142254" y="3992947"/>
                  </a:lnTo>
                  <a:lnTo>
                    <a:pt x="1142348" y="3992947"/>
                  </a:lnTo>
                  <a:lnTo>
                    <a:pt x="1142442" y="3992947"/>
                  </a:lnTo>
                  <a:lnTo>
                    <a:pt x="1142536" y="3992947"/>
                  </a:lnTo>
                  <a:lnTo>
                    <a:pt x="1142630" y="3992947"/>
                  </a:lnTo>
                  <a:lnTo>
                    <a:pt x="1142725" y="3992947"/>
                  </a:lnTo>
                  <a:lnTo>
                    <a:pt x="1142819" y="3992947"/>
                  </a:lnTo>
                  <a:lnTo>
                    <a:pt x="1142913" y="3992947"/>
                  </a:lnTo>
                  <a:lnTo>
                    <a:pt x="1143007" y="3992947"/>
                  </a:lnTo>
                  <a:lnTo>
                    <a:pt x="1143101" y="3992947"/>
                  </a:lnTo>
                  <a:lnTo>
                    <a:pt x="1143195" y="3992947"/>
                  </a:lnTo>
                  <a:lnTo>
                    <a:pt x="1143290" y="3992947"/>
                  </a:lnTo>
                  <a:lnTo>
                    <a:pt x="1143384" y="3992947"/>
                  </a:lnTo>
                  <a:lnTo>
                    <a:pt x="1143478" y="3992947"/>
                  </a:lnTo>
                  <a:lnTo>
                    <a:pt x="1143572" y="3992947"/>
                  </a:lnTo>
                  <a:lnTo>
                    <a:pt x="1143666" y="3992947"/>
                  </a:lnTo>
                  <a:lnTo>
                    <a:pt x="1143760" y="3992947"/>
                  </a:lnTo>
                  <a:lnTo>
                    <a:pt x="1143854" y="3992947"/>
                  </a:lnTo>
                  <a:lnTo>
                    <a:pt x="1143949" y="3992947"/>
                  </a:lnTo>
                  <a:lnTo>
                    <a:pt x="1143949" y="3988036"/>
                  </a:lnTo>
                  <a:lnTo>
                    <a:pt x="1144043" y="3988036"/>
                  </a:lnTo>
                  <a:lnTo>
                    <a:pt x="1144137" y="3988036"/>
                  </a:lnTo>
                  <a:lnTo>
                    <a:pt x="1144231" y="3988036"/>
                  </a:lnTo>
                  <a:lnTo>
                    <a:pt x="1144325" y="3988036"/>
                  </a:lnTo>
                  <a:lnTo>
                    <a:pt x="1144419" y="3988036"/>
                  </a:lnTo>
                  <a:lnTo>
                    <a:pt x="1144514" y="3988036"/>
                  </a:lnTo>
                  <a:lnTo>
                    <a:pt x="1144608" y="3988036"/>
                  </a:lnTo>
                  <a:lnTo>
                    <a:pt x="1144702" y="3988036"/>
                  </a:lnTo>
                  <a:lnTo>
                    <a:pt x="1144796" y="3988036"/>
                  </a:lnTo>
                  <a:lnTo>
                    <a:pt x="1144890" y="3988036"/>
                  </a:lnTo>
                  <a:lnTo>
                    <a:pt x="1144984" y="3988036"/>
                  </a:lnTo>
                  <a:lnTo>
                    <a:pt x="1145078" y="3988036"/>
                  </a:lnTo>
                  <a:lnTo>
                    <a:pt x="1145173" y="3988036"/>
                  </a:lnTo>
                  <a:lnTo>
                    <a:pt x="1145267" y="3988036"/>
                  </a:lnTo>
                  <a:lnTo>
                    <a:pt x="1145361" y="3988036"/>
                  </a:lnTo>
                  <a:lnTo>
                    <a:pt x="1145361" y="3983125"/>
                  </a:lnTo>
                  <a:lnTo>
                    <a:pt x="1145455" y="3983125"/>
                  </a:lnTo>
                  <a:lnTo>
                    <a:pt x="1145549" y="3983125"/>
                  </a:lnTo>
                  <a:lnTo>
                    <a:pt x="1145643" y="3983125"/>
                  </a:lnTo>
                  <a:lnTo>
                    <a:pt x="1145737" y="3983125"/>
                  </a:lnTo>
                  <a:lnTo>
                    <a:pt x="1145832" y="3983125"/>
                  </a:lnTo>
                  <a:lnTo>
                    <a:pt x="1145926" y="3983125"/>
                  </a:lnTo>
                  <a:lnTo>
                    <a:pt x="1146020" y="3983125"/>
                  </a:lnTo>
                  <a:lnTo>
                    <a:pt x="1146114" y="3983125"/>
                  </a:lnTo>
                  <a:lnTo>
                    <a:pt x="1146208" y="3983125"/>
                  </a:lnTo>
                  <a:lnTo>
                    <a:pt x="1146302" y="3983125"/>
                  </a:lnTo>
                  <a:lnTo>
                    <a:pt x="1146397" y="3983125"/>
                  </a:lnTo>
                  <a:lnTo>
                    <a:pt x="1146491" y="3983125"/>
                  </a:lnTo>
                  <a:lnTo>
                    <a:pt x="1146585" y="3983125"/>
                  </a:lnTo>
                  <a:lnTo>
                    <a:pt x="1146585" y="3978213"/>
                  </a:lnTo>
                  <a:lnTo>
                    <a:pt x="1146679" y="3978213"/>
                  </a:lnTo>
                  <a:lnTo>
                    <a:pt x="1146773" y="3978213"/>
                  </a:lnTo>
                  <a:lnTo>
                    <a:pt x="1146867" y="3978213"/>
                  </a:lnTo>
                  <a:lnTo>
                    <a:pt x="1146961" y="3978213"/>
                  </a:lnTo>
                  <a:lnTo>
                    <a:pt x="1147056" y="3978213"/>
                  </a:lnTo>
                  <a:lnTo>
                    <a:pt x="1147150" y="3978213"/>
                  </a:lnTo>
                  <a:lnTo>
                    <a:pt x="1147244" y="3978213"/>
                  </a:lnTo>
                  <a:lnTo>
                    <a:pt x="1147338" y="3978213"/>
                  </a:lnTo>
                  <a:lnTo>
                    <a:pt x="1147432" y="3978213"/>
                  </a:lnTo>
                  <a:lnTo>
                    <a:pt x="1147526" y="3978213"/>
                  </a:lnTo>
                  <a:lnTo>
                    <a:pt x="1147621" y="3978213"/>
                  </a:lnTo>
                  <a:lnTo>
                    <a:pt x="1147715" y="3978213"/>
                  </a:lnTo>
                  <a:lnTo>
                    <a:pt x="1147809" y="3978213"/>
                  </a:lnTo>
                  <a:lnTo>
                    <a:pt x="1147903" y="3978213"/>
                  </a:lnTo>
                  <a:lnTo>
                    <a:pt x="1147997" y="3978213"/>
                  </a:lnTo>
                  <a:lnTo>
                    <a:pt x="1148091" y="3978213"/>
                  </a:lnTo>
                  <a:lnTo>
                    <a:pt x="1148185" y="3978213"/>
                  </a:lnTo>
                  <a:lnTo>
                    <a:pt x="1148280" y="3978213"/>
                  </a:lnTo>
                  <a:lnTo>
                    <a:pt x="1148374" y="3978213"/>
                  </a:lnTo>
                  <a:lnTo>
                    <a:pt x="1148468" y="3978213"/>
                  </a:lnTo>
                  <a:lnTo>
                    <a:pt x="1148562" y="3978213"/>
                  </a:lnTo>
                  <a:lnTo>
                    <a:pt x="1148656" y="3978213"/>
                  </a:lnTo>
                  <a:lnTo>
                    <a:pt x="1148750" y="3978213"/>
                  </a:lnTo>
                  <a:lnTo>
                    <a:pt x="1148845" y="3978213"/>
                  </a:lnTo>
                  <a:lnTo>
                    <a:pt x="1148939" y="3978213"/>
                  </a:lnTo>
                  <a:lnTo>
                    <a:pt x="1149033" y="3978213"/>
                  </a:lnTo>
                  <a:lnTo>
                    <a:pt x="1149127" y="3978213"/>
                  </a:lnTo>
                  <a:lnTo>
                    <a:pt x="1149221" y="3978213"/>
                  </a:lnTo>
                  <a:lnTo>
                    <a:pt x="1149315" y="3978213"/>
                  </a:lnTo>
                  <a:lnTo>
                    <a:pt x="1149409" y="3978213"/>
                  </a:lnTo>
                  <a:lnTo>
                    <a:pt x="1149504" y="3978213"/>
                  </a:lnTo>
                  <a:lnTo>
                    <a:pt x="1149598" y="3978213"/>
                  </a:lnTo>
                  <a:lnTo>
                    <a:pt x="1149692" y="3978213"/>
                  </a:lnTo>
                  <a:lnTo>
                    <a:pt x="1149786" y="3978213"/>
                  </a:lnTo>
                  <a:lnTo>
                    <a:pt x="1149880" y="3978213"/>
                  </a:lnTo>
                  <a:lnTo>
                    <a:pt x="1149974" y="3978213"/>
                  </a:lnTo>
                  <a:lnTo>
                    <a:pt x="1150068" y="3978213"/>
                  </a:lnTo>
                  <a:lnTo>
                    <a:pt x="1150163" y="3978213"/>
                  </a:lnTo>
                  <a:lnTo>
                    <a:pt x="1150257" y="3978213"/>
                  </a:lnTo>
                  <a:lnTo>
                    <a:pt x="1150351" y="3978213"/>
                  </a:lnTo>
                  <a:lnTo>
                    <a:pt x="1150445" y="3978213"/>
                  </a:lnTo>
                  <a:lnTo>
                    <a:pt x="1150539" y="3978213"/>
                  </a:lnTo>
                  <a:lnTo>
                    <a:pt x="1150633" y="3978213"/>
                  </a:lnTo>
                  <a:lnTo>
                    <a:pt x="1150728" y="3978213"/>
                  </a:lnTo>
                  <a:lnTo>
                    <a:pt x="1150822" y="3978213"/>
                  </a:lnTo>
                  <a:lnTo>
                    <a:pt x="1150916" y="3978213"/>
                  </a:lnTo>
                  <a:lnTo>
                    <a:pt x="1151010" y="3978213"/>
                  </a:lnTo>
                  <a:lnTo>
                    <a:pt x="1151104" y="3978213"/>
                  </a:lnTo>
                  <a:lnTo>
                    <a:pt x="1151198" y="3978213"/>
                  </a:lnTo>
                  <a:lnTo>
                    <a:pt x="1151292" y="3978213"/>
                  </a:lnTo>
                  <a:lnTo>
                    <a:pt x="1151387" y="3978213"/>
                  </a:lnTo>
                  <a:lnTo>
                    <a:pt x="1151387" y="3973302"/>
                  </a:lnTo>
                  <a:lnTo>
                    <a:pt x="1151481" y="3973302"/>
                  </a:lnTo>
                  <a:lnTo>
                    <a:pt x="1151575" y="3973302"/>
                  </a:lnTo>
                  <a:lnTo>
                    <a:pt x="1151669" y="3973302"/>
                  </a:lnTo>
                  <a:lnTo>
                    <a:pt x="1151763" y="3973302"/>
                  </a:lnTo>
                  <a:lnTo>
                    <a:pt x="1151857" y="3973302"/>
                  </a:lnTo>
                  <a:lnTo>
                    <a:pt x="1151952" y="3973302"/>
                  </a:lnTo>
                  <a:lnTo>
                    <a:pt x="1152046" y="3973302"/>
                  </a:lnTo>
                  <a:lnTo>
                    <a:pt x="1152140" y="3973302"/>
                  </a:lnTo>
                  <a:lnTo>
                    <a:pt x="1152234" y="3973302"/>
                  </a:lnTo>
                  <a:lnTo>
                    <a:pt x="1152328" y="3973302"/>
                  </a:lnTo>
                  <a:lnTo>
                    <a:pt x="1152422" y="3973302"/>
                  </a:lnTo>
                  <a:lnTo>
                    <a:pt x="1152516" y="3973302"/>
                  </a:lnTo>
                  <a:lnTo>
                    <a:pt x="1152611" y="3973302"/>
                  </a:lnTo>
                  <a:lnTo>
                    <a:pt x="1152705" y="3973302"/>
                  </a:lnTo>
                  <a:lnTo>
                    <a:pt x="1152799" y="3973302"/>
                  </a:lnTo>
                  <a:lnTo>
                    <a:pt x="1152893" y="3973302"/>
                  </a:lnTo>
                  <a:lnTo>
                    <a:pt x="1152987" y="3973302"/>
                  </a:lnTo>
                  <a:lnTo>
                    <a:pt x="1153081" y="3973302"/>
                  </a:lnTo>
                  <a:lnTo>
                    <a:pt x="1153176" y="3973302"/>
                  </a:lnTo>
                  <a:lnTo>
                    <a:pt x="1153270" y="3973302"/>
                  </a:lnTo>
                  <a:lnTo>
                    <a:pt x="1153364" y="3973302"/>
                  </a:lnTo>
                  <a:lnTo>
                    <a:pt x="1153458" y="3973302"/>
                  </a:lnTo>
                  <a:lnTo>
                    <a:pt x="1153552" y="3973302"/>
                  </a:lnTo>
                  <a:lnTo>
                    <a:pt x="1153646" y="3973302"/>
                  </a:lnTo>
                  <a:lnTo>
                    <a:pt x="1153740" y="3973302"/>
                  </a:lnTo>
                  <a:lnTo>
                    <a:pt x="1153835" y="3973302"/>
                  </a:lnTo>
                  <a:lnTo>
                    <a:pt x="1153929" y="3973302"/>
                  </a:lnTo>
                  <a:lnTo>
                    <a:pt x="1154023" y="3973302"/>
                  </a:lnTo>
                  <a:lnTo>
                    <a:pt x="1154117" y="3973302"/>
                  </a:lnTo>
                  <a:lnTo>
                    <a:pt x="1154211" y="3973302"/>
                  </a:lnTo>
                  <a:lnTo>
                    <a:pt x="1154211" y="3968390"/>
                  </a:lnTo>
                  <a:lnTo>
                    <a:pt x="1154305" y="3968390"/>
                  </a:lnTo>
                  <a:lnTo>
                    <a:pt x="1154399" y="3968390"/>
                  </a:lnTo>
                  <a:lnTo>
                    <a:pt x="1154494" y="3968390"/>
                  </a:lnTo>
                  <a:lnTo>
                    <a:pt x="1154588" y="3968390"/>
                  </a:lnTo>
                  <a:lnTo>
                    <a:pt x="1154682" y="3968390"/>
                  </a:lnTo>
                  <a:lnTo>
                    <a:pt x="1154776" y="3968390"/>
                  </a:lnTo>
                  <a:lnTo>
                    <a:pt x="1154870" y="3968390"/>
                  </a:lnTo>
                  <a:lnTo>
                    <a:pt x="1154964" y="3968390"/>
                  </a:lnTo>
                  <a:lnTo>
                    <a:pt x="1155059" y="3968390"/>
                  </a:lnTo>
                  <a:lnTo>
                    <a:pt x="1155153" y="3968390"/>
                  </a:lnTo>
                  <a:lnTo>
                    <a:pt x="1155247" y="3968390"/>
                  </a:lnTo>
                  <a:lnTo>
                    <a:pt x="1155341" y="3968390"/>
                  </a:lnTo>
                  <a:lnTo>
                    <a:pt x="1155435" y="3968390"/>
                  </a:lnTo>
                  <a:lnTo>
                    <a:pt x="1155529" y="3968390"/>
                  </a:lnTo>
                  <a:lnTo>
                    <a:pt x="1155623" y="3968390"/>
                  </a:lnTo>
                  <a:lnTo>
                    <a:pt x="1155718" y="3968390"/>
                  </a:lnTo>
                  <a:lnTo>
                    <a:pt x="1155812" y="3968390"/>
                  </a:lnTo>
                  <a:lnTo>
                    <a:pt x="1155906" y="3968390"/>
                  </a:lnTo>
                  <a:lnTo>
                    <a:pt x="1156000" y="3968390"/>
                  </a:lnTo>
                  <a:lnTo>
                    <a:pt x="1156094" y="3968390"/>
                  </a:lnTo>
                  <a:lnTo>
                    <a:pt x="1156188" y="3968390"/>
                  </a:lnTo>
                  <a:lnTo>
                    <a:pt x="1156283" y="3968390"/>
                  </a:lnTo>
                  <a:lnTo>
                    <a:pt x="1156377" y="3968390"/>
                  </a:lnTo>
                  <a:lnTo>
                    <a:pt x="1156471" y="3968390"/>
                  </a:lnTo>
                  <a:lnTo>
                    <a:pt x="1156471" y="3963479"/>
                  </a:lnTo>
                  <a:lnTo>
                    <a:pt x="1156565" y="3963479"/>
                  </a:lnTo>
                  <a:lnTo>
                    <a:pt x="1156659" y="3963479"/>
                  </a:lnTo>
                  <a:lnTo>
                    <a:pt x="1156753" y="3963479"/>
                  </a:lnTo>
                  <a:lnTo>
                    <a:pt x="1156847" y="3963479"/>
                  </a:lnTo>
                  <a:lnTo>
                    <a:pt x="1156942" y="3963479"/>
                  </a:lnTo>
                  <a:lnTo>
                    <a:pt x="1157036" y="3963479"/>
                  </a:lnTo>
                  <a:lnTo>
                    <a:pt x="1157130" y="3963479"/>
                  </a:lnTo>
                  <a:lnTo>
                    <a:pt x="1157224" y="3963479"/>
                  </a:lnTo>
                  <a:lnTo>
                    <a:pt x="1157318" y="3963479"/>
                  </a:lnTo>
                  <a:lnTo>
                    <a:pt x="1157412" y="3963479"/>
                  </a:lnTo>
                  <a:lnTo>
                    <a:pt x="1157507" y="3963479"/>
                  </a:lnTo>
                  <a:lnTo>
                    <a:pt x="1157601" y="3963479"/>
                  </a:lnTo>
                  <a:lnTo>
                    <a:pt x="1157695" y="3963479"/>
                  </a:lnTo>
                  <a:lnTo>
                    <a:pt x="1157789" y="3963479"/>
                  </a:lnTo>
                  <a:lnTo>
                    <a:pt x="1157789" y="3958568"/>
                  </a:lnTo>
                  <a:lnTo>
                    <a:pt x="1157883" y="3958568"/>
                  </a:lnTo>
                  <a:lnTo>
                    <a:pt x="1157977" y="3958568"/>
                  </a:lnTo>
                  <a:lnTo>
                    <a:pt x="1158071" y="3958568"/>
                  </a:lnTo>
                  <a:lnTo>
                    <a:pt x="1158166" y="3958568"/>
                  </a:lnTo>
                  <a:lnTo>
                    <a:pt x="1158260" y="3958568"/>
                  </a:lnTo>
                  <a:lnTo>
                    <a:pt x="1158354" y="3958568"/>
                  </a:lnTo>
                  <a:lnTo>
                    <a:pt x="1158354" y="3953656"/>
                  </a:lnTo>
                  <a:lnTo>
                    <a:pt x="1158448" y="3953656"/>
                  </a:lnTo>
                  <a:lnTo>
                    <a:pt x="1158542" y="3953656"/>
                  </a:lnTo>
                  <a:lnTo>
                    <a:pt x="1158636" y="3953656"/>
                  </a:lnTo>
                  <a:lnTo>
                    <a:pt x="1158730" y="3953656"/>
                  </a:lnTo>
                  <a:lnTo>
                    <a:pt x="1158825" y="3953656"/>
                  </a:lnTo>
                  <a:lnTo>
                    <a:pt x="1158919" y="3953656"/>
                  </a:lnTo>
                  <a:lnTo>
                    <a:pt x="1159013" y="3953656"/>
                  </a:lnTo>
                  <a:lnTo>
                    <a:pt x="1159107" y="3953656"/>
                  </a:lnTo>
                  <a:lnTo>
                    <a:pt x="1159201" y="3953656"/>
                  </a:lnTo>
                  <a:lnTo>
                    <a:pt x="1159295" y="3953656"/>
                  </a:lnTo>
                  <a:lnTo>
                    <a:pt x="1159390" y="3953656"/>
                  </a:lnTo>
                  <a:lnTo>
                    <a:pt x="1159484" y="3953656"/>
                  </a:lnTo>
                  <a:lnTo>
                    <a:pt x="1159578" y="3953656"/>
                  </a:lnTo>
                  <a:lnTo>
                    <a:pt x="1159672" y="3953656"/>
                  </a:lnTo>
                  <a:lnTo>
                    <a:pt x="1159766" y="3953656"/>
                  </a:lnTo>
                  <a:lnTo>
                    <a:pt x="1159860" y="3953656"/>
                  </a:lnTo>
                  <a:lnTo>
                    <a:pt x="1159954" y="3953656"/>
                  </a:lnTo>
                  <a:lnTo>
                    <a:pt x="1160049" y="3953656"/>
                  </a:lnTo>
                  <a:lnTo>
                    <a:pt x="1160143" y="3953656"/>
                  </a:lnTo>
                  <a:lnTo>
                    <a:pt x="1160237" y="3953656"/>
                  </a:lnTo>
                  <a:lnTo>
                    <a:pt x="1160331" y="3953656"/>
                  </a:lnTo>
                  <a:lnTo>
                    <a:pt x="1160425" y="3953656"/>
                  </a:lnTo>
                  <a:lnTo>
                    <a:pt x="1160519" y="3953656"/>
                  </a:lnTo>
                  <a:lnTo>
                    <a:pt x="1160614" y="3953656"/>
                  </a:lnTo>
                  <a:lnTo>
                    <a:pt x="1160708" y="3953656"/>
                  </a:lnTo>
                  <a:lnTo>
                    <a:pt x="1160802" y="3953656"/>
                  </a:lnTo>
                  <a:lnTo>
                    <a:pt x="1160896" y="3953656"/>
                  </a:lnTo>
                  <a:lnTo>
                    <a:pt x="1160990" y="3953656"/>
                  </a:lnTo>
                  <a:lnTo>
                    <a:pt x="1161084" y="3953656"/>
                  </a:lnTo>
                  <a:lnTo>
                    <a:pt x="1161178" y="3953656"/>
                  </a:lnTo>
                  <a:lnTo>
                    <a:pt x="1161273" y="3953656"/>
                  </a:lnTo>
                  <a:lnTo>
                    <a:pt x="1161367" y="3953656"/>
                  </a:lnTo>
                  <a:lnTo>
                    <a:pt x="1161461" y="3953656"/>
                  </a:lnTo>
                  <a:lnTo>
                    <a:pt x="1161555" y="3953656"/>
                  </a:lnTo>
                  <a:lnTo>
                    <a:pt x="1161649" y="3953656"/>
                  </a:lnTo>
                  <a:lnTo>
                    <a:pt x="1161743" y="3953656"/>
                  </a:lnTo>
                  <a:lnTo>
                    <a:pt x="1161838" y="3953656"/>
                  </a:lnTo>
                  <a:lnTo>
                    <a:pt x="1161932" y="3953656"/>
                  </a:lnTo>
                  <a:lnTo>
                    <a:pt x="1162026" y="3953656"/>
                  </a:lnTo>
                  <a:lnTo>
                    <a:pt x="1162120" y="3953656"/>
                  </a:lnTo>
                  <a:lnTo>
                    <a:pt x="1162214" y="3953656"/>
                  </a:lnTo>
                  <a:lnTo>
                    <a:pt x="1162308" y="3953656"/>
                  </a:lnTo>
                  <a:lnTo>
                    <a:pt x="1162402" y="3953656"/>
                  </a:lnTo>
                  <a:lnTo>
                    <a:pt x="1162497" y="3953656"/>
                  </a:lnTo>
                  <a:lnTo>
                    <a:pt x="1162591" y="3953656"/>
                  </a:lnTo>
                  <a:lnTo>
                    <a:pt x="1162685" y="3953656"/>
                  </a:lnTo>
                  <a:lnTo>
                    <a:pt x="1162779" y="3953656"/>
                  </a:lnTo>
                  <a:lnTo>
                    <a:pt x="1162873" y="3953656"/>
                  </a:lnTo>
                  <a:lnTo>
                    <a:pt x="1162967" y="3953656"/>
                  </a:lnTo>
                  <a:lnTo>
                    <a:pt x="1163061" y="3953656"/>
                  </a:lnTo>
                  <a:lnTo>
                    <a:pt x="1163156" y="3953656"/>
                  </a:lnTo>
                  <a:lnTo>
                    <a:pt x="1163250" y="3953656"/>
                  </a:lnTo>
                  <a:lnTo>
                    <a:pt x="1163344" y="3953656"/>
                  </a:lnTo>
                  <a:lnTo>
                    <a:pt x="1163438" y="3953656"/>
                  </a:lnTo>
                  <a:lnTo>
                    <a:pt x="1163532" y="3953656"/>
                  </a:lnTo>
                  <a:lnTo>
                    <a:pt x="1163626" y="3953656"/>
                  </a:lnTo>
                  <a:lnTo>
                    <a:pt x="1163721" y="3953656"/>
                  </a:lnTo>
                  <a:lnTo>
                    <a:pt x="1163815" y="3953656"/>
                  </a:lnTo>
                  <a:lnTo>
                    <a:pt x="1163909" y="3953656"/>
                  </a:lnTo>
                  <a:lnTo>
                    <a:pt x="1164003" y="3953656"/>
                  </a:lnTo>
                  <a:lnTo>
                    <a:pt x="1164097" y="3953656"/>
                  </a:lnTo>
                  <a:lnTo>
                    <a:pt x="1164191" y="3953656"/>
                  </a:lnTo>
                  <a:lnTo>
                    <a:pt x="1164285" y="3953656"/>
                  </a:lnTo>
                  <a:lnTo>
                    <a:pt x="1164380" y="3953656"/>
                  </a:lnTo>
                  <a:lnTo>
                    <a:pt x="1164474" y="3953656"/>
                  </a:lnTo>
                  <a:lnTo>
                    <a:pt x="1164568" y="3953656"/>
                  </a:lnTo>
                  <a:lnTo>
                    <a:pt x="1164662" y="3953656"/>
                  </a:lnTo>
                  <a:lnTo>
                    <a:pt x="1164756" y="3953656"/>
                  </a:lnTo>
                  <a:lnTo>
                    <a:pt x="1164850" y="3953656"/>
                  </a:lnTo>
                  <a:lnTo>
                    <a:pt x="1164945" y="3953656"/>
                  </a:lnTo>
                  <a:lnTo>
                    <a:pt x="1165039" y="3953656"/>
                  </a:lnTo>
                  <a:lnTo>
                    <a:pt x="1165133" y="3953656"/>
                  </a:lnTo>
                  <a:lnTo>
                    <a:pt x="1165227" y="3953656"/>
                  </a:lnTo>
                  <a:lnTo>
                    <a:pt x="1165321" y="3953656"/>
                  </a:lnTo>
                  <a:lnTo>
                    <a:pt x="1165415" y="3953656"/>
                  </a:lnTo>
                  <a:lnTo>
                    <a:pt x="1165415" y="3948745"/>
                  </a:lnTo>
                  <a:lnTo>
                    <a:pt x="1165509" y="3948745"/>
                  </a:lnTo>
                  <a:lnTo>
                    <a:pt x="1165604" y="3948745"/>
                  </a:lnTo>
                  <a:lnTo>
                    <a:pt x="1165698" y="3948745"/>
                  </a:lnTo>
                  <a:lnTo>
                    <a:pt x="1165792" y="3948745"/>
                  </a:lnTo>
                  <a:lnTo>
                    <a:pt x="1165886" y="3948745"/>
                  </a:lnTo>
                  <a:lnTo>
                    <a:pt x="1165886" y="3943834"/>
                  </a:lnTo>
                  <a:lnTo>
                    <a:pt x="1165980" y="3943834"/>
                  </a:lnTo>
                  <a:lnTo>
                    <a:pt x="1166074" y="3943834"/>
                  </a:lnTo>
                  <a:lnTo>
                    <a:pt x="1166169" y="3943834"/>
                  </a:lnTo>
                  <a:lnTo>
                    <a:pt x="1166263" y="3943834"/>
                  </a:lnTo>
                  <a:lnTo>
                    <a:pt x="1166357" y="3943834"/>
                  </a:lnTo>
                  <a:lnTo>
                    <a:pt x="1166451" y="3943834"/>
                  </a:lnTo>
                  <a:lnTo>
                    <a:pt x="1166545" y="3943834"/>
                  </a:lnTo>
                  <a:lnTo>
                    <a:pt x="1166639" y="3943834"/>
                  </a:lnTo>
                  <a:lnTo>
                    <a:pt x="1166733" y="3943834"/>
                  </a:lnTo>
                  <a:lnTo>
                    <a:pt x="1166828" y="3943834"/>
                  </a:lnTo>
                  <a:lnTo>
                    <a:pt x="1166922" y="3943834"/>
                  </a:lnTo>
                  <a:lnTo>
                    <a:pt x="1167016" y="3943834"/>
                  </a:lnTo>
                  <a:lnTo>
                    <a:pt x="1167016" y="3938922"/>
                  </a:lnTo>
                  <a:lnTo>
                    <a:pt x="1167110" y="3938922"/>
                  </a:lnTo>
                  <a:lnTo>
                    <a:pt x="1167204" y="3938922"/>
                  </a:lnTo>
                  <a:lnTo>
                    <a:pt x="1167298" y="3938922"/>
                  </a:lnTo>
                  <a:lnTo>
                    <a:pt x="1167392" y="3938922"/>
                  </a:lnTo>
                  <a:lnTo>
                    <a:pt x="1167487" y="3938922"/>
                  </a:lnTo>
                  <a:lnTo>
                    <a:pt x="1167581" y="3938922"/>
                  </a:lnTo>
                  <a:lnTo>
                    <a:pt x="1167675" y="3938922"/>
                  </a:lnTo>
                  <a:lnTo>
                    <a:pt x="1167769" y="3938922"/>
                  </a:lnTo>
                  <a:lnTo>
                    <a:pt x="1167863" y="3938922"/>
                  </a:lnTo>
                  <a:lnTo>
                    <a:pt x="1167957" y="3938922"/>
                  </a:lnTo>
                  <a:lnTo>
                    <a:pt x="1168052" y="3938922"/>
                  </a:lnTo>
                  <a:lnTo>
                    <a:pt x="1168146" y="3938922"/>
                  </a:lnTo>
                  <a:lnTo>
                    <a:pt x="1168240" y="3938922"/>
                  </a:lnTo>
                  <a:lnTo>
                    <a:pt x="1168334" y="3938922"/>
                  </a:lnTo>
                  <a:lnTo>
                    <a:pt x="1168428" y="3938922"/>
                  </a:lnTo>
                  <a:lnTo>
                    <a:pt x="1168522" y="3938922"/>
                  </a:lnTo>
                  <a:lnTo>
                    <a:pt x="1168616" y="3938922"/>
                  </a:lnTo>
                  <a:lnTo>
                    <a:pt x="1168711" y="3938922"/>
                  </a:lnTo>
                  <a:lnTo>
                    <a:pt x="1168805" y="3938922"/>
                  </a:lnTo>
                  <a:lnTo>
                    <a:pt x="1168899" y="3938922"/>
                  </a:lnTo>
                  <a:lnTo>
                    <a:pt x="1168993" y="3938922"/>
                  </a:lnTo>
                  <a:lnTo>
                    <a:pt x="1169087" y="3938922"/>
                  </a:lnTo>
                  <a:lnTo>
                    <a:pt x="1169181" y="3938922"/>
                  </a:lnTo>
                  <a:lnTo>
                    <a:pt x="1169276" y="3938922"/>
                  </a:lnTo>
                  <a:lnTo>
                    <a:pt x="1169276" y="3934011"/>
                  </a:lnTo>
                  <a:lnTo>
                    <a:pt x="1169370" y="3934011"/>
                  </a:lnTo>
                  <a:lnTo>
                    <a:pt x="1169464" y="3934011"/>
                  </a:lnTo>
                  <a:lnTo>
                    <a:pt x="1169558" y="3934011"/>
                  </a:lnTo>
                  <a:lnTo>
                    <a:pt x="1169652" y="3934011"/>
                  </a:lnTo>
                  <a:lnTo>
                    <a:pt x="1169746" y="3934011"/>
                  </a:lnTo>
                  <a:lnTo>
                    <a:pt x="1169840" y="3934011"/>
                  </a:lnTo>
                  <a:lnTo>
                    <a:pt x="1169935" y="3934011"/>
                  </a:lnTo>
                  <a:lnTo>
                    <a:pt x="1170029" y="3934011"/>
                  </a:lnTo>
                  <a:lnTo>
                    <a:pt x="1170123" y="3934011"/>
                  </a:lnTo>
                  <a:lnTo>
                    <a:pt x="1170217" y="3934011"/>
                  </a:lnTo>
                  <a:lnTo>
                    <a:pt x="1170311" y="3934011"/>
                  </a:lnTo>
                  <a:lnTo>
                    <a:pt x="1170405" y="3934011"/>
                  </a:lnTo>
                  <a:lnTo>
                    <a:pt x="1170500" y="3934011"/>
                  </a:lnTo>
                  <a:lnTo>
                    <a:pt x="1170594" y="3934011"/>
                  </a:lnTo>
                  <a:lnTo>
                    <a:pt x="1170688" y="3934011"/>
                  </a:lnTo>
                  <a:lnTo>
                    <a:pt x="1170782" y="3934011"/>
                  </a:lnTo>
                  <a:lnTo>
                    <a:pt x="1170876" y="3934011"/>
                  </a:lnTo>
                  <a:lnTo>
                    <a:pt x="1170970" y="3934011"/>
                  </a:lnTo>
                  <a:lnTo>
                    <a:pt x="1171064" y="3934011"/>
                  </a:lnTo>
                  <a:lnTo>
                    <a:pt x="1171159" y="3934011"/>
                  </a:lnTo>
                  <a:lnTo>
                    <a:pt x="1171253" y="3934011"/>
                  </a:lnTo>
                  <a:lnTo>
                    <a:pt x="1171347" y="3934011"/>
                  </a:lnTo>
                  <a:lnTo>
                    <a:pt x="1171441" y="3934011"/>
                  </a:lnTo>
                  <a:lnTo>
                    <a:pt x="1171535" y="3934011"/>
                  </a:lnTo>
                  <a:lnTo>
                    <a:pt x="1171629" y="3934011"/>
                  </a:lnTo>
                  <a:lnTo>
                    <a:pt x="1171723" y="3934011"/>
                  </a:lnTo>
                  <a:lnTo>
                    <a:pt x="1171818" y="3934011"/>
                  </a:lnTo>
                  <a:lnTo>
                    <a:pt x="1171912" y="3934011"/>
                  </a:lnTo>
                  <a:lnTo>
                    <a:pt x="1171912" y="3929099"/>
                  </a:lnTo>
                  <a:lnTo>
                    <a:pt x="1172006" y="3929099"/>
                  </a:lnTo>
                  <a:lnTo>
                    <a:pt x="1172100" y="3929099"/>
                  </a:lnTo>
                  <a:lnTo>
                    <a:pt x="1172194" y="3929099"/>
                  </a:lnTo>
                  <a:lnTo>
                    <a:pt x="1172288" y="3929099"/>
                  </a:lnTo>
                  <a:lnTo>
                    <a:pt x="1172383" y="3929099"/>
                  </a:lnTo>
                  <a:lnTo>
                    <a:pt x="1172477" y="3929099"/>
                  </a:lnTo>
                  <a:lnTo>
                    <a:pt x="1172571" y="3929099"/>
                  </a:lnTo>
                  <a:lnTo>
                    <a:pt x="1172665" y="3929099"/>
                  </a:lnTo>
                  <a:lnTo>
                    <a:pt x="1172759" y="3929099"/>
                  </a:lnTo>
                  <a:lnTo>
                    <a:pt x="1172853" y="3929099"/>
                  </a:lnTo>
                  <a:lnTo>
                    <a:pt x="1172947" y="3929099"/>
                  </a:lnTo>
                  <a:lnTo>
                    <a:pt x="1173042" y="3929099"/>
                  </a:lnTo>
                  <a:lnTo>
                    <a:pt x="1173136" y="3929099"/>
                  </a:lnTo>
                  <a:lnTo>
                    <a:pt x="1173230" y="3929099"/>
                  </a:lnTo>
                  <a:lnTo>
                    <a:pt x="1173324" y="3929099"/>
                  </a:lnTo>
                  <a:lnTo>
                    <a:pt x="1173418" y="3929099"/>
                  </a:lnTo>
                  <a:lnTo>
                    <a:pt x="1173512" y="3929099"/>
                  </a:lnTo>
                  <a:lnTo>
                    <a:pt x="1173607" y="3929099"/>
                  </a:lnTo>
                  <a:lnTo>
                    <a:pt x="1173701" y="3929099"/>
                  </a:lnTo>
                  <a:lnTo>
                    <a:pt x="1173795" y="3929099"/>
                  </a:lnTo>
                  <a:lnTo>
                    <a:pt x="1173889" y="3929099"/>
                  </a:lnTo>
                  <a:lnTo>
                    <a:pt x="1173889" y="3924188"/>
                  </a:lnTo>
                  <a:lnTo>
                    <a:pt x="1173983" y="3924188"/>
                  </a:lnTo>
                  <a:lnTo>
                    <a:pt x="1174077" y="3924188"/>
                  </a:lnTo>
                  <a:lnTo>
                    <a:pt x="1174171" y="3924188"/>
                  </a:lnTo>
                  <a:lnTo>
                    <a:pt x="1174171" y="3919277"/>
                  </a:lnTo>
                  <a:lnTo>
                    <a:pt x="1174266" y="3919277"/>
                  </a:lnTo>
                  <a:lnTo>
                    <a:pt x="1174360" y="3919277"/>
                  </a:lnTo>
                  <a:lnTo>
                    <a:pt x="1174454" y="3919277"/>
                  </a:lnTo>
                  <a:lnTo>
                    <a:pt x="1174548" y="3919277"/>
                  </a:lnTo>
                  <a:lnTo>
                    <a:pt x="1174642" y="3919277"/>
                  </a:lnTo>
                  <a:lnTo>
                    <a:pt x="1174736" y="3919277"/>
                  </a:lnTo>
                  <a:lnTo>
                    <a:pt x="1174736" y="3914365"/>
                  </a:lnTo>
                  <a:lnTo>
                    <a:pt x="1174831" y="3914365"/>
                  </a:lnTo>
                  <a:lnTo>
                    <a:pt x="1174925" y="3914365"/>
                  </a:lnTo>
                  <a:lnTo>
                    <a:pt x="1175019" y="3914365"/>
                  </a:lnTo>
                  <a:lnTo>
                    <a:pt x="1175113" y="3914365"/>
                  </a:lnTo>
                  <a:lnTo>
                    <a:pt x="1175207" y="3914365"/>
                  </a:lnTo>
                  <a:lnTo>
                    <a:pt x="1175301" y="3914365"/>
                  </a:lnTo>
                  <a:lnTo>
                    <a:pt x="1175395" y="3914365"/>
                  </a:lnTo>
                  <a:lnTo>
                    <a:pt x="1175490" y="3914365"/>
                  </a:lnTo>
                  <a:lnTo>
                    <a:pt x="1175584" y="3914365"/>
                  </a:lnTo>
                  <a:lnTo>
                    <a:pt x="1175678" y="3914365"/>
                  </a:lnTo>
                  <a:lnTo>
                    <a:pt x="1175772" y="3914365"/>
                  </a:lnTo>
                  <a:lnTo>
                    <a:pt x="1175866" y="3914365"/>
                  </a:lnTo>
                  <a:lnTo>
                    <a:pt x="1175960" y="3914365"/>
                  </a:lnTo>
                  <a:lnTo>
                    <a:pt x="1176054" y="3914365"/>
                  </a:lnTo>
                  <a:lnTo>
                    <a:pt x="1176149" y="3914365"/>
                  </a:lnTo>
                  <a:lnTo>
                    <a:pt x="1176243" y="3914365"/>
                  </a:lnTo>
                  <a:lnTo>
                    <a:pt x="1176337" y="3914365"/>
                  </a:lnTo>
                  <a:lnTo>
                    <a:pt x="1176431" y="3914365"/>
                  </a:lnTo>
                  <a:lnTo>
                    <a:pt x="1176525" y="3914365"/>
                  </a:lnTo>
                  <a:lnTo>
                    <a:pt x="1176619" y="3914365"/>
                  </a:lnTo>
                  <a:lnTo>
                    <a:pt x="1176714" y="3914365"/>
                  </a:lnTo>
                  <a:lnTo>
                    <a:pt x="1176808" y="3914365"/>
                  </a:lnTo>
                  <a:lnTo>
                    <a:pt x="1176902" y="3914365"/>
                  </a:lnTo>
                  <a:lnTo>
                    <a:pt x="1176996" y="3914365"/>
                  </a:lnTo>
                  <a:lnTo>
                    <a:pt x="1177090" y="3914365"/>
                  </a:lnTo>
                  <a:lnTo>
                    <a:pt x="1177184" y="3914365"/>
                  </a:lnTo>
                  <a:lnTo>
                    <a:pt x="1177278" y="3914365"/>
                  </a:lnTo>
                  <a:lnTo>
                    <a:pt x="1177373" y="3914365"/>
                  </a:lnTo>
                  <a:lnTo>
                    <a:pt x="1177467" y="3914365"/>
                  </a:lnTo>
                  <a:lnTo>
                    <a:pt x="1177561" y="3914365"/>
                  </a:lnTo>
                  <a:lnTo>
                    <a:pt x="1177655" y="3914365"/>
                  </a:lnTo>
                  <a:lnTo>
                    <a:pt x="1177655" y="3909454"/>
                  </a:lnTo>
                  <a:lnTo>
                    <a:pt x="1177749" y="3909454"/>
                  </a:lnTo>
                  <a:lnTo>
                    <a:pt x="1177843" y="3909454"/>
                  </a:lnTo>
                  <a:lnTo>
                    <a:pt x="1177938" y="3909454"/>
                  </a:lnTo>
                  <a:lnTo>
                    <a:pt x="1178032" y="3909454"/>
                  </a:lnTo>
                  <a:lnTo>
                    <a:pt x="1178126" y="3909454"/>
                  </a:lnTo>
                  <a:lnTo>
                    <a:pt x="1178220" y="3909454"/>
                  </a:lnTo>
                  <a:lnTo>
                    <a:pt x="1178314" y="3909454"/>
                  </a:lnTo>
                  <a:lnTo>
                    <a:pt x="1178408" y="3909454"/>
                  </a:lnTo>
                  <a:lnTo>
                    <a:pt x="1178502" y="3909454"/>
                  </a:lnTo>
                  <a:lnTo>
                    <a:pt x="1178597" y="3909454"/>
                  </a:lnTo>
                  <a:lnTo>
                    <a:pt x="1178691" y="3909454"/>
                  </a:lnTo>
                  <a:lnTo>
                    <a:pt x="1178785" y="3909454"/>
                  </a:lnTo>
                  <a:lnTo>
                    <a:pt x="1178879" y="3909454"/>
                  </a:lnTo>
                  <a:lnTo>
                    <a:pt x="1178973" y="3909454"/>
                  </a:lnTo>
                  <a:lnTo>
                    <a:pt x="1179067" y="3909454"/>
                  </a:lnTo>
                  <a:lnTo>
                    <a:pt x="1179162" y="3909454"/>
                  </a:lnTo>
                  <a:lnTo>
                    <a:pt x="1179256" y="3909454"/>
                  </a:lnTo>
                  <a:lnTo>
                    <a:pt x="1179350" y="3909454"/>
                  </a:lnTo>
                  <a:lnTo>
                    <a:pt x="1179444" y="3909454"/>
                  </a:lnTo>
                  <a:lnTo>
                    <a:pt x="1179538" y="3909454"/>
                  </a:lnTo>
                  <a:lnTo>
                    <a:pt x="1179632" y="3909454"/>
                  </a:lnTo>
                  <a:lnTo>
                    <a:pt x="1179726" y="3909454"/>
                  </a:lnTo>
                  <a:lnTo>
                    <a:pt x="1179821" y="3909454"/>
                  </a:lnTo>
                  <a:lnTo>
                    <a:pt x="1179915" y="3909454"/>
                  </a:lnTo>
                  <a:lnTo>
                    <a:pt x="1180009" y="3909454"/>
                  </a:lnTo>
                  <a:lnTo>
                    <a:pt x="1180103" y="3909454"/>
                  </a:lnTo>
                  <a:lnTo>
                    <a:pt x="1180197" y="3909454"/>
                  </a:lnTo>
                  <a:lnTo>
                    <a:pt x="1180291" y="3909454"/>
                  </a:lnTo>
                  <a:lnTo>
                    <a:pt x="1180385" y="3909454"/>
                  </a:lnTo>
                  <a:lnTo>
                    <a:pt x="1180480" y="3909454"/>
                  </a:lnTo>
                  <a:lnTo>
                    <a:pt x="1180574" y="3909454"/>
                  </a:lnTo>
                  <a:lnTo>
                    <a:pt x="1180668" y="3909454"/>
                  </a:lnTo>
                  <a:lnTo>
                    <a:pt x="1180762" y="3909454"/>
                  </a:lnTo>
                  <a:lnTo>
                    <a:pt x="1180856" y="3909454"/>
                  </a:lnTo>
                  <a:lnTo>
                    <a:pt x="1180950" y="3909454"/>
                  </a:lnTo>
                  <a:lnTo>
                    <a:pt x="1181045" y="3909454"/>
                  </a:lnTo>
                  <a:lnTo>
                    <a:pt x="1181139" y="3909454"/>
                  </a:lnTo>
                  <a:lnTo>
                    <a:pt x="1181233" y="3909454"/>
                  </a:lnTo>
                  <a:lnTo>
                    <a:pt x="1181327" y="3909454"/>
                  </a:lnTo>
                  <a:lnTo>
                    <a:pt x="1181421" y="3909454"/>
                  </a:lnTo>
                  <a:lnTo>
                    <a:pt x="1181515" y="3909454"/>
                  </a:lnTo>
                  <a:lnTo>
                    <a:pt x="1181609" y="3909454"/>
                  </a:lnTo>
                  <a:lnTo>
                    <a:pt x="1181704" y="3909454"/>
                  </a:lnTo>
                  <a:lnTo>
                    <a:pt x="1181798" y="3909454"/>
                  </a:lnTo>
                  <a:lnTo>
                    <a:pt x="1181892" y="3909454"/>
                  </a:lnTo>
                  <a:lnTo>
                    <a:pt x="1181986" y="3909454"/>
                  </a:lnTo>
                  <a:lnTo>
                    <a:pt x="1182080" y="3909454"/>
                  </a:lnTo>
                  <a:lnTo>
                    <a:pt x="1182174" y="3909454"/>
                  </a:lnTo>
                  <a:lnTo>
                    <a:pt x="1182269" y="3909454"/>
                  </a:lnTo>
                  <a:lnTo>
                    <a:pt x="1182363" y="3909454"/>
                  </a:lnTo>
                  <a:lnTo>
                    <a:pt x="1182457" y="3909454"/>
                  </a:lnTo>
                  <a:lnTo>
                    <a:pt x="1182551" y="3909454"/>
                  </a:lnTo>
                  <a:lnTo>
                    <a:pt x="1182645" y="3909454"/>
                  </a:lnTo>
                  <a:lnTo>
                    <a:pt x="1182739" y="3909454"/>
                  </a:lnTo>
                  <a:lnTo>
                    <a:pt x="1182833" y="3909454"/>
                  </a:lnTo>
                  <a:lnTo>
                    <a:pt x="1182928" y="3909454"/>
                  </a:lnTo>
                  <a:lnTo>
                    <a:pt x="1183022" y="3909454"/>
                  </a:lnTo>
                  <a:lnTo>
                    <a:pt x="1183116" y="3909454"/>
                  </a:lnTo>
                  <a:lnTo>
                    <a:pt x="1183210" y="3909454"/>
                  </a:lnTo>
                  <a:lnTo>
                    <a:pt x="1183304" y="3909454"/>
                  </a:lnTo>
                  <a:lnTo>
                    <a:pt x="1183398" y="3909454"/>
                  </a:lnTo>
                  <a:lnTo>
                    <a:pt x="1183493" y="3909454"/>
                  </a:lnTo>
                  <a:lnTo>
                    <a:pt x="1183587" y="3909454"/>
                  </a:lnTo>
                  <a:lnTo>
                    <a:pt x="1183681" y="3909454"/>
                  </a:lnTo>
                  <a:lnTo>
                    <a:pt x="1183775" y="3909454"/>
                  </a:lnTo>
                  <a:lnTo>
                    <a:pt x="1183869" y="3909454"/>
                  </a:lnTo>
                  <a:lnTo>
                    <a:pt x="1183963" y="3909454"/>
                  </a:lnTo>
                  <a:lnTo>
                    <a:pt x="1184057" y="3909454"/>
                  </a:lnTo>
                  <a:lnTo>
                    <a:pt x="1184152" y="3909454"/>
                  </a:lnTo>
                  <a:lnTo>
                    <a:pt x="1184246" y="3909454"/>
                  </a:lnTo>
                  <a:lnTo>
                    <a:pt x="1184340" y="3909454"/>
                  </a:lnTo>
                  <a:lnTo>
                    <a:pt x="1184434" y="3909454"/>
                  </a:lnTo>
                  <a:lnTo>
                    <a:pt x="1184528" y="3909454"/>
                  </a:lnTo>
                  <a:lnTo>
                    <a:pt x="1184622" y="3909454"/>
                  </a:lnTo>
                  <a:lnTo>
                    <a:pt x="1184716" y="3909454"/>
                  </a:lnTo>
                  <a:lnTo>
                    <a:pt x="1184811" y="3909454"/>
                  </a:lnTo>
                  <a:lnTo>
                    <a:pt x="1184905" y="3909454"/>
                  </a:lnTo>
                  <a:lnTo>
                    <a:pt x="1184999" y="3909454"/>
                  </a:lnTo>
                  <a:lnTo>
                    <a:pt x="1185093" y="3909454"/>
                  </a:lnTo>
                  <a:lnTo>
                    <a:pt x="1185187" y="3909454"/>
                  </a:lnTo>
                  <a:lnTo>
                    <a:pt x="1185281" y="3909454"/>
                  </a:lnTo>
                  <a:lnTo>
                    <a:pt x="1185376" y="3909454"/>
                  </a:lnTo>
                  <a:lnTo>
                    <a:pt x="1185470" y="3909454"/>
                  </a:lnTo>
                  <a:lnTo>
                    <a:pt x="1185564" y="3909454"/>
                  </a:lnTo>
                  <a:lnTo>
                    <a:pt x="1185658" y="3909454"/>
                  </a:lnTo>
                  <a:lnTo>
                    <a:pt x="1185658" y="3904543"/>
                  </a:lnTo>
                  <a:lnTo>
                    <a:pt x="1185752" y="3904543"/>
                  </a:lnTo>
                  <a:lnTo>
                    <a:pt x="1185846" y="3904543"/>
                  </a:lnTo>
                  <a:lnTo>
                    <a:pt x="1185940" y="3904543"/>
                  </a:lnTo>
                  <a:lnTo>
                    <a:pt x="1186035" y="3904543"/>
                  </a:lnTo>
                  <a:lnTo>
                    <a:pt x="1186129" y="3904543"/>
                  </a:lnTo>
                  <a:lnTo>
                    <a:pt x="1186223" y="3904543"/>
                  </a:lnTo>
                  <a:lnTo>
                    <a:pt x="1186317" y="3904543"/>
                  </a:lnTo>
                  <a:lnTo>
                    <a:pt x="1186411" y="3904543"/>
                  </a:lnTo>
                  <a:lnTo>
                    <a:pt x="1186505" y="3904543"/>
                  </a:lnTo>
                  <a:lnTo>
                    <a:pt x="1186600" y="3904543"/>
                  </a:lnTo>
                  <a:lnTo>
                    <a:pt x="1186694" y="3904543"/>
                  </a:lnTo>
                  <a:lnTo>
                    <a:pt x="1186788" y="3904543"/>
                  </a:lnTo>
                  <a:lnTo>
                    <a:pt x="1186882" y="3904543"/>
                  </a:lnTo>
                  <a:lnTo>
                    <a:pt x="1186976" y="3904543"/>
                  </a:lnTo>
                  <a:lnTo>
                    <a:pt x="1187070" y="3904543"/>
                  </a:lnTo>
                  <a:lnTo>
                    <a:pt x="1187070" y="3899631"/>
                  </a:lnTo>
                  <a:lnTo>
                    <a:pt x="1187164" y="3899631"/>
                  </a:lnTo>
                  <a:lnTo>
                    <a:pt x="1187259" y="3899631"/>
                  </a:lnTo>
                  <a:lnTo>
                    <a:pt x="1187353" y="3899631"/>
                  </a:lnTo>
                  <a:lnTo>
                    <a:pt x="1187447" y="3899631"/>
                  </a:lnTo>
                  <a:lnTo>
                    <a:pt x="1187541" y="3899631"/>
                  </a:lnTo>
                  <a:lnTo>
                    <a:pt x="1187635" y="3899631"/>
                  </a:lnTo>
                  <a:lnTo>
                    <a:pt x="1187729" y="3899631"/>
                  </a:lnTo>
                  <a:lnTo>
                    <a:pt x="1187824" y="3899631"/>
                  </a:lnTo>
                  <a:lnTo>
                    <a:pt x="1187918" y="3899631"/>
                  </a:lnTo>
                  <a:lnTo>
                    <a:pt x="1188012" y="3899631"/>
                  </a:lnTo>
                  <a:lnTo>
                    <a:pt x="1188106" y="3899631"/>
                  </a:lnTo>
                  <a:lnTo>
                    <a:pt x="1188200" y="3899631"/>
                  </a:lnTo>
                  <a:lnTo>
                    <a:pt x="1188294" y="3899631"/>
                  </a:lnTo>
                  <a:lnTo>
                    <a:pt x="1188388" y="3899631"/>
                  </a:lnTo>
                  <a:lnTo>
                    <a:pt x="1188483" y="3899631"/>
                  </a:lnTo>
                  <a:lnTo>
                    <a:pt x="1188577" y="3899631"/>
                  </a:lnTo>
                  <a:lnTo>
                    <a:pt x="1188577" y="3894720"/>
                  </a:lnTo>
                  <a:lnTo>
                    <a:pt x="1188671" y="3894720"/>
                  </a:lnTo>
                  <a:lnTo>
                    <a:pt x="1188765" y="3894720"/>
                  </a:lnTo>
                  <a:lnTo>
                    <a:pt x="1188859" y="3894720"/>
                  </a:lnTo>
                  <a:lnTo>
                    <a:pt x="1188953" y="3894720"/>
                  </a:lnTo>
                  <a:lnTo>
                    <a:pt x="1189047" y="3894720"/>
                  </a:lnTo>
                  <a:lnTo>
                    <a:pt x="1189142" y="3894720"/>
                  </a:lnTo>
                  <a:lnTo>
                    <a:pt x="1189236" y="3894720"/>
                  </a:lnTo>
                  <a:lnTo>
                    <a:pt x="1189330" y="3894720"/>
                  </a:lnTo>
                  <a:lnTo>
                    <a:pt x="1189424" y="3894720"/>
                  </a:lnTo>
                  <a:lnTo>
                    <a:pt x="1189518" y="3894720"/>
                  </a:lnTo>
                  <a:lnTo>
                    <a:pt x="1189612" y="3894720"/>
                  </a:lnTo>
                  <a:lnTo>
                    <a:pt x="1189707" y="3894720"/>
                  </a:lnTo>
                  <a:lnTo>
                    <a:pt x="1189801" y="3894720"/>
                  </a:lnTo>
                  <a:lnTo>
                    <a:pt x="1189895" y="3894720"/>
                  </a:lnTo>
                  <a:lnTo>
                    <a:pt x="1189989" y="3894720"/>
                  </a:lnTo>
                  <a:lnTo>
                    <a:pt x="1190083" y="3894720"/>
                  </a:lnTo>
                  <a:lnTo>
                    <a:pt x="1190177" y="3894720"/>
                  </a:lnTo>
                  <a:lnTo>
                    <a:pt x="1190271" y="3894720"/>
                  </a:lnTo>
                  <a:lnTo>
                    <a:pt x="1190366" y="3894720"/>
                  </a:lnTo>
                  <a:lnTo>
                    <a:pt x="1190460" y="3894720"/>
                  </a:lnTo>
                  <a:lnTo>
                    <a:pt x="1190554" y="3894720"/>
                  </a:lnTo>
                  <a:lnTo>
                    <a:pt x="1190554" y="3889808"/>
                  </a:lnTo>
                  <a:lnTo>
                    <a:pt x="1190554" y="3884897"/>
                  </a:lnTo>
                  <a:lnTo>
                    <a:pt x="1190648" y="3884897"/>
                  </a:lnTo>
                  <a:lnTo>
                    <a:pt x="1190742" y="3884897"/>
                  </a:lnTo>
                  <a:lnTo>
                    <a:pt x="1190836" y="3884897"/>
                  </a:lnTo>
                  <a:lnTo>
                    <a:pt x="1190931" y="3884897"/>
                  </a:lnTo>
                  <a:lnTo>
                    <a:pt x="1191025" y="3884897"/>
                  </a:lnTo>
                  <a:lnTo>
                    <a:pt x="1191119" y="3884897"/>
                  </a:lnTo>
                  <a:lnTo>
                    <a:pt x="1191213" y="3884897"/>
                  </a:lnTo>
                  <a:lnTo>
                    <a:pt x="1191307" y="3884897"/>
                  </a:lnTo>
                  <a:lnTo>
                    <a:pt x="1191401" y="3884897"/>
                  </a:lnTo>
                  <a:lnTo>
                    <a:pt x="1191495" y="3884897"/>
                  </a:lnTo>
                  <a:lnTo>
                    <a:pt x="1191590" y="3884897"/>
                  </a:lnTo>
                  <a:lnTo>
                    <a:pt x="1191684" y="3884897"/>
                  </a:lnTo>
                  <a:lnTo>
                    <a:pt x="1191778" y="3884897"/>
                  </a:lnTo>
                  <a:lnTo>
                    <a:pt x="1191872" y="3884897"/>
                  </a:lnTo>
                  <a:lnTo>
                    <a:pt x="1191966" y="3884897"/>
                  </a:lnTo>
                  <a:lnTo>
                    <a:pt x="1192060" y="3884897"/>
                  </a:lnTo>
                  <a:lnTo>
                    <a:pt x="1192155" y="3884897"/>
                  </a:lnTo>
                  <a:lnTo>
                    <a:pt x="1192249" y="3884897"/>
                  </a:lnTo>
                  <a:lnTo>
                    <a:pt x="1192343" y="3884897"/>
                  </a:lnTo>
                  <a:lnTo>
                    <a:pt x="1192437" y="3884897"/>
                  </a:lnTo>
                  <a:lnTo>
                    <a:pt x="1192531" y="3884897"/>
                  </a:lnTo>
                  <a:lnTo>
                    <a:pt x="1192625" y="3884897"/>
                  </a:lnTo>
                  <a:lnTo>
                    <a:pt x="1192625" y="3879986"/>
                  </a:lnTo>
                  <a:lnTo>
                    <a:pt x="1192719" y="3879986"/>
                  </a:lnTo>
                  <a:lnTo>
                    <a:pt x="1192814" y="3879986"/>
                  </a:lnTo>
                  <a:lnTo>
                    <a:pt x="1192908" y="3879986"/>
                  </a:lnTo>
                  <a:lnTo>
                    <a:pt x="1193002" y="3879986"/>
                  </a:lnTo>
                  <a:lnTo>
                    <a:pt x="1193096" y="3879986"/>
                  </a:lnTo>
                  <a:lnTo>
                    <a:pt x="1193190" y="3879986"/>
                  </a:lnTo>
                  <a:lnTo>
                    <a:pt x="1193284" y="3879986"/>
                  </a:lnTo>
                  <a:lnTo>
                    <a:pt x="1193378" y="3879986"/>
                  </a:lnTo>
                  <a:lnTo>
                    <a:pt x="1193473" y="3879986"/>
                  </a:lnTo>
                  <a:lnTo>
                    <a:pt x="1193567" y="3879986"/>
                  </a:lnTo>
                  <a:lnTo>
                    <a:pt x="1193661" y="3879986"/>
                  </a:lnTo>
                  <a:lnTo>
                    <a:pt x="1193755" y="3879986"/>
                  </a:lnTo>
                  <a:lnTo>
                    <a:pt x="1193849" y="3879986"/>
                  </a:lnTo>
                  <a:lnTo>
                    <a:pt x="1193943" y="3879986"/>
                  </a:lnTo>
                  <a:lnTo>
                    <a:pt x="1194038" y="3879986"/>
                  </a:lnTo>
                  <a:lnTo>
                    <a:pt x="1194132" y="3879986"/>
                  </a:lnTo>
                  <a:lnTo>
                    <a:pt x="1194226" y="3879986"/>
                  </a:lnTo>
                  <a:lnTo>
                    <a:pt x="1194320" y="3879986"/>
                  </a:lnTo>
                  <a:lnTo>
                    <a:pt x="1194414" y="3879986"/>
                  </a:lnTo>
                  <a:lnTo>
                    <a:pt x="1194508" y="3879986"/>
                  </a:lnTo>
                  <a:lnTo>
                    <a:pt x="1194602" y="3879986"/>
                  </a:lnTo>
                  <a:lnTo>
                    <a:pt x="1194697" y="3879986"/>
                  </a:lnTo>
                  <a:lnTo>
                    <a:pt x="1194791" y="3879986"/>
                  </a:lnTo>
                  <a:lnTo>
                    <a:pt x="1194885" y="3879986"/>
                  </a:lnTo>
                  <a:lnTo>
                    <a:pt x="1194979" y="3879986"/>
                  </a:lnTo>
                  <a:lnTo>
                    <a:pt x="1195073" y="3879986"/>
                  </a:lnTo>
                  <a:lnTo>
                    <a:pt x="1195167" y="3879986"/>
                  </a:lnTo>
                  <a:lnTo>
                    <a:pt x="1195262" y="3879986"/>
                  </a:lnTo>
                  <a:lnTo>
                    <a:pt x="1195356" y="3879986"/>
                  </a:lnTo>
                  <a:lnTo>
                    <a:pt x="1195450" y="3879986"/>
                  </a:lnTo>
                  <a:lnTo>
                    <a:pt x="1195544" y="3879986"/>
                  </a:lnTo>
                  <a:lnTo>
                    <a:pt x="1195638" y="3879986"/>
                  </a:lnTo>
                  <a:lnTo>
                    <a:pt x="1195732" y="3879986"/>
                  </a:lnTo>
                  <a:lnTo>
                    <a:pt x="1195826" y="3879986"/>
                  </a:lnTo>
                  <a:lnTo>
                    <a:pt x="1195921" y="3879986"/>
                  </a:lnTo>
                  <a:lnTo>
                    <a:pt x="1196015" y="3879986"/>
                  </a:lnTo>
                  <a:lnTo>
                    <a:pt x="1196109" y="3879986"/>
                  </a:lnTo>
                  <a:lnTo>
                    <a:pt x="1196203" y="3879986"/>
                  </a:lnTo>
                  <a:lnTo>
                    <a:pt x="1196297" y="3879986"/>
                  </a:lnTo>
                  <a:lnTo>
                    <a:pt x="1196391" y="3879986"/>
                  </a:lnTo>
                  <a:lnTo>
                    <a:pt x="1196486" y="3879986"/>
                  </a:lnTo>
                  <a:lnTo>
                    <a:pt x="1196486" y="3875074"/>
                  </a:lnTo>
                  <a:lnTo>
                    <a:pt x="1196580" y="3875074"/>
                  </a:lnTo>
                  <a:lnTo>
                    <a:pt x="1196674" y="3875074"/>
                  </a:lnTo>
                  <a:lnTo>
                    <a:pt x="1196768" y="3875074"/>
                  </a:lnTo>
                  <a:lnTo>
                    <a:pt x="1196862" y="3875074"/>
                  </a:lnTo>
                  <a:lnTo>
                    <a:pt x="1196862" y="3870163"/>
                  </a:lnTo>
                  <a:lnTo>
                    <a:pt x="1196956" y="3870163"/>
                  </a:lnTo>
                  <a:lnTo>
                    <a:pt x="1197050" y="3870163"/>
                  </a:lnTo>
                  <a:lnTo>
                    <a:pt x="1197050" y="3865252"/>
                  </a:lnTo>
                  <a:lnTo>
                    <a:pt x="1197145" y="3865252"/>
                  </a:lnTo>
                  <a:lnTo>
                    <a:pt x="1197239" y="3865252"/>
                  </a:lnTo>
                  <a:lnTo>
                    <a:pt x="1197333" y="3865252"/>
                  </a:lnTo>
                  <a:lnTo>
                    <a:pt x="1197427" y="3865252"/>
                  </a:lnTo>
                  <a:lnTo>
                    <a:pt x="1197521" y="3865252"/>
                  </a:lnTo>
                  <a:lnTo>
                    <a:pt x="1197615" y="3865252"/>
                  </a:lnTo>
                  <a:lnTo>
                    <a:pt x="1197709" y="3865252"/>
                  </a:lnTo>
                  <a:lnTo>
                    <a:pt x="1197804" y="3865252"/>
                  </a:lnTo>
                  <a:lnTo>
                    <a:pt x="1197898" y="3865252"/>
                  </a:lnTo>
                  <a:lnTo>
                    <a:pt x="1197992" y="3865252"/>
                  </a:lnTo>
                  <a:lnTo>
                    <a:pt x="1198086" y="3865252"/>
                  </a:lnTo>
                  <a:lnTo>
                    <a:pt x="1198180" y="3865252"/>
                  </a:lnTo>
                  <a:lnTo>
                    <a:pt x="1198274" y="3865252"/>
                  </a:lnTo>
                  <a:lnTo>
                    <a:pt x="1198369" y="3865252"/>
                  </a:lnTo>
                  <a:lnTo>
                    <a:pt x="1198463" y="3865252"/>
                  </a:lnTo>
                  <a:lnTo>
                    <a:pt x="1198557" y="3865252"/>
                  </a:lnTo>
                  <a:lnTo>
                    <a:pt x="1198651" y="3865252"/>
                  </a:lnTo>
                  <a:lnTo>
                    <a:pt x="1198745" y="3865252"/>
                  </a:lnTo>
                  <a:lnTo>
                    <a:pt x="1198839" y="3865252"/>
                  </a:lnTo>
                  <a:lnTo>
                    <a:pt x="1198933" y="3865252"/>
                  </a:lnTo>
                  <a:lnTo>
                    <a:pt x="1199028" y="3865252"/>
                  </a:lnTo>
                  <a:lnTo>
                    <a:pt x="1199122" y="3865252"/>
                  </a:lnTo>
                  <a:lnTo>
                    <a:pt x="1199216" y="3865252"/>
                  </a:lnTo>
                  <a:lnTo>
                    <a:pt x="1199310" y="3865252"/>
                  </a:lnTo>
                  <a:lnTo>
                    <a:pt x="1199404" y="3865252"/>
                  </a:lnTo>
                  <a:lnTo>
                    <a:pt x="1199498" y="3865252"/>
                  </a:lnTo>
                  <a:lnTo>
                    <a:pt x="1199593" y="3865252"/>
                  </a:lnTo>
                  <a:lnTo>
                    <a:pt x="1199687" y="3865252"/>
                  </a:lnTo>
                  <a:lnTo>
                    <a:pt x="1199781" y="3865252"/>
                  </a:lnTo>
                  <a:lnTo>
                    <a:pt x="1199875" y="3865252"/>
                  </a:lnTo>
                  <a:lnTo>
                    <a:pt x="1199969" y="3865252"/>
                  </a:lnTo>
                  <a:lnTo>
                    <a:pt x="1200063" y="3865252"/>
                  </a:lnTo>
                  <a:lnTo>
                    <a:pt x="1200157" y="3865252"/>
                  </a:lnTo>
                  <a:lnTo>
                    <a:pt x="1200252" y="3865252"/>
                  </a:lnTo>
                  <a:lnTo>
                    <a:pt x="1200346" y="3865252"/>
                  </a:lnTo>
                  <a:lnTo>
                    <a:pt x="1200440" y="3865252"/>
                  </a:lnTo>
                  <a:lnTo>
                    <a:pt x="1200534" y="3865252"/>
                  </a:lnTo>
                  <a:lnTo>
                    <a:pt x="1200628" y="3865252"/>
                  </a:lnTo>
                  <a:lnTo>
                    <a:pt x="1200722" y="3865252"/>
                  </a:lnTo>
                  <a:lnTo>
                    <a:pt x="1200817" y="3865252"/>
                  </a:lnTo>
                  <a:lnTo>
                    <a:pt x="1200911" y="3865252"/>
                  </a:lnTo>
                  <a:lnTo>
                    <a:pt x="1201005" y="3865252"/>
                  </a:lnTo>
                  <a:lnTo>
                    <a:pt x="1201099" y="3865252"/>
                  </a:lnTo>
                  <a:lnTo>
                    <a:pt x="1201193" y="3865252"/>
                  </a:lnTo>
                  <a:lnTo>
                    <a:pt x="1201287" y="3865252"/>
                  </a:lnTo>
                  <a:lnTo>
                    <a:pt x="1201381" y="3865252"/>
                  </a:lnTo>
                  <a:lnTo>
                    <a:pt x="1201476" y="3865252"/>
                  </a:lnTo>
                  <a:lnTo>
                    <a:pt x="1201570" y="3865252"/>
                  </a:lnTo>
                  <a:lnTo>
                    <a:pt x="1201664" y="3865252"/>
                  </a:lnTo>
                  <a:lnTo>
                    <a:pt x="1201758" y="3865252"/>
                  </a:lnTo>
                  <a:lnTo>
                    <a:pt x="1201852" y="3865252"/>
                  </a:lnTo>
                  <a:lnTo>
                    <a:pt x="1201946" y="3865252"/>
                  </a:lnTo>
                  <a:lnTo>
                    <a:pt x="1202040" y="3865252"/>
                  </a:lnTo>
                  <a:lnTo>
                    <a:pt x="1202135" y="3865252"/>
                  </a:lnTo>
                  <a:lnTo>
                    <a:pt x="1202229" y="3865252"/>
                  </a:lnTo>
                  <a:lnTo>
                    <a:pt x="1202323" y="3865252"/>
                  </a:lnTo>
                  <a:lnTo>
                    <a:pt x="1202417" y="3865252"/>
                  </a:lnTo>
                  <a:lnTo>
                    <a:pt x="1202511" y="3865252"/>
                  </a:lnTo>
                  <a:lnTo>
                    <a:pt x="1202605" y="3865252"/>
                  </a:lnTo>
                  <a:lnTo>
                    <a:pt x="1202700" y="3865252"/>
                  </a:lnTo>
                  <a:lnTo>
                    <a:pt x="1202794" y="3865252"/>
                  </a:lnTo>
                  <a:lnTo>
                    <a:pt x="1202888" y="3865252"/>
                  </a:lnTo>
                  <a:lnTo>
                    <a:pt x="1202982" y="3865252"/>
                  </a:lnTo>
                  <a:lnTo>
                    <a:pt x="1203076" y="3865252"/>
                  </a:lnTo>
                  <a:lnTo>
                    <a:pt x="1203170" y="3865252"/>
                  </a:lnTo>
                  <a:lnTo>
                    <a:pt x="1203264" y="3865252"/>
                  </a:lnTo>
                  <a:lnTo>
                    <a:pt x="1203359" y="3865252"/>
                  </a:lnTo>
                  <a:lnTo>
                    <a:pt x="1203453" y="3865252"/>
                  </a:lnTo>
                  <a:lnTo>
                    <a:pt x="1203453" y="3860340"/>
                  </a:lnTo>
                  <a:lnTo>
                    <a:pt x="1203547" y="3860340"/>
                  </a:lnTo>
                  <a:lnTo>
                    <a:pt x="1203641" y="3860340"/>
                  </a:lnTo>
                  <a:lnTo>
                    <a:pt x="1203735" y="3860340"/>
                  </a:lnTo>
                  <a:lnTo>
                    <a:pt x="1203829" y="3860340"/>
                  </a:lnTo>
                  <a:lnTo>
                    <a:pt x="1203924" y="3860340"/>
                  </a:lnTo>
                  <a:lnTo>
                    <a:pt x="1204018" y="3860340"/>
                  </a:lnTo>
                  <a:lnTo>
                    <a:pt x="1204112" y="3860340"/>
                  </a:lnTo>
                  <a:lnTo>
                    <a:pt x="1204206" y="3860340"/>
                  </a:lnTo>
                  <a:lnTo>
                    <a:pt x="1204300" y="3860340"/>
                  </a:lnTo>
                  <a:lnTo>
                    <a:pt x="1204394" y="3860340"/>
                  </a:lnTo>
                  <a:lnTo>
                    <a:pt x="1204488" y="3860340"/>
                  </a:lnTo>
                  <a:lnTo>
                    <a:pt x="1204583" y="3860340"/>
                  </a:lnTo>
                  <a:lnTo>
                    <a:pt x="1204677" y="3860340"/>
                  </a:lnTo>
                  <a:lnTo>
                    <a:pt x="1204771" y="3860340"/>
                  </a:lnTo>
                  <a:lnTo>
                    <a:pt x="1204865" y="3860340"/>
                  </a:lnTo>
                  <a:lnTo>
                    <a:pt x="1204959" y="3860340"/>
                  </a:lnTo>
                  <a:lnTo>
                    <a:pt x="1205053" y="3860340"/>
                  </a:lnTo>
                  <a:lnTo>
                    <a:pt x="1205148" y="3860340"/>
                  </a:lnTo>
                  <a:lnTo>
                    <a:pt x="1205242" y="3860340"/>
                  </a:lnTo>
                  <a:lnTo>
                    <a:pt x="1205336" y="3860340"/>
                  </a:lnTo>
                  <a:lnTo>
                    <a:pt x="1205430" y="3860340"/>
                  </a:lnTo>
                  <a:lnTo>
                    <a:pt x="1205524" y="3860340"/>
                  </a:lnTo>
                  <a:lnTo>
                    <a:pt x="1205618" y="3860340"/>
                  </a:lnTo>
                  <a:lnTo>
                    <a:pt x="1205712" y="3860340"/>
                  </a:lnTo>
                  <a:lnTo>
                    <a:pt x="1205807" y="3860340"/>
                  </a:lnTo>
                  <a:lnTo>
                    <a:pt x="1205901" y="3860340"/>
                  </a:lnTo>
                  <a:lnTo>
                    <a:pt x="1205995" y="3860340"/>
                  </a:lnTo>
                  <a:lnTo>
                    <a:pt x="1206089" y="3860340"/>
                  </a:lnTo>
                  <a:lnTo>
                    <a:pt x="1206183" y="3860340"/>
                  </a:lnTo>
                  <a:lnTo>
                    <a:pt x="1206277" y="3860340"/>
                  </a:lnTo>
                  <a:lnTo>
                    <a:pt x="1206371" y="3860340"/>
                  </a:lnTo>
                  <a:lnTo>
                    <a:pt x="1206466" y="3860340"/>
                  </a:lnTo>
                  <a:lnTo>
                    <a:pt x="1206560" y="3860340"/>
                  </a:lnTo>
                  <a:lnTo>
                    <a:pt x="1206654" y="3860340"/>
                  </a:lnTo>
                  <a:lnTo>
                    <a:pt x="1206748" y="3860340"/>
                  </a:lnTo>
                  <a:lnTo>
                    <a:pt x="1206842" y="3860340"/>
                  </a:lnTo>
                  <a:lnTo>
                    <a:pt x="1206936" y="3860340"/>
                  </a:lnTo>
                  <a:lnTo>
                    <a:pt x="1207031" y="3860340"/>
                  </a:lnTo>
                  <a:lnTo>
                    <a:pt x="1207125" y="3860340"/>
                  </a:lnTo>
                  <a:lnTo>
                    <a:pt x="1207219" y="3860340"/>
                  </a:lnTo>
                  <a:lnTo>
                    <a:pt x="1207313" y="3860340"/>
                  </a:lnTo>
                  <a:lnTo>
                    <a:pt x="1207407" y="3860340"/>
                  </a:lnTo>
                  <a:lnTo>
                    <a:pt x="1207501" y="3860340"/>
                  </a:lnTo>
                  <a:lnTo>
                    <a:pt x="1207595" y="3860340"/>
                  </a:lnTo>
                  <a:lnTo>
                    <a:pt x="1207690" y="3860340"/>
                  </a:lnTo>
                  <a:lnTo>
                    <a:pt x="1207784" y="3860340"/>
                  </a:lnTo>
                  <a:lnTo>
                    <a:pt x="1207878" y="3860340"/>
                  </a:lnTo>
                  <a:lnTo>
                    <a:pt x="1207972" y="3860340"/>
                  </a:lnTo>
                  <a:lnTo>
                    <a:pt x="1208066" y="3860340"/>
                  </a:lnTo>
                  <a:lnTo>
                    <a:pt x="1208160" y="3860340"/>
                  </a:lnTo>
                  <a:lnTo>
                    <a:pt x="1208255" y="3860340"/>
                  </a:lnTo>
                  <a:lnTo>
                    <a:pt x="1208349" y="3860340"/>
                  </a:lnTo>
                  <a:lnTo>
                    <a:pt x="1208443" y="3860340"/>
                  </a:lnTo>
                  <a:lnTo>
                    <a:pt x="1208537" y="3860340"/>
                  </a:lnTo>
                  <a:lnTo>
                    <a:pt x="1208631" y="3860340"/>
                  </a:lnTo>
                  <a:lnTo>
                    <a:pt x="1208725" y="3860340"/>
                  </a:lnTo>
                  <a:lnTo>
                    <a:pt x="1208819" y="3860340"/>
                  </a:lnTo>
                  <a:lnTo>
                    <a:pt x="1208914" y="3860340"/>
                  </a:lnTo>
                  <a:lnTo>
                    <a:pt x="1209008" y="3860340"/>
                  </a:lnTo>
                  <a:lnTo>
                    <a:pt x="1209102" y="3860340"/>
                  </a:lnTo>
                  <a:lnTo>
                    <a:pt x="1209196" y="3860340"/>
                  </a:lnTo>
                  <a:lnTo>
                    <a:pt x="1209290" y="3860340"/>
                  </a:lnTo>
                  <a:lnTo>
                    <a:pt x="1209384" y="3860340"/>
                  </a:lnTo>
                  <a:lnTo>
                    <a:pt x="1209479" y="3860340"/>
                  </a:lnTo>
                  <a:lnTo>
                    <a:pt x="1209573" y="3860340"/>
                  </a:lnTo>
                  <a:lnTo>
                    <a:pt x="1209667" y="3860340"/>
                  </a:lnTo>
                  <a:lnTo>
                    <a:pt x="1209761" y="3860340"/>
                  </a:lnTo>
                  <a:lnTo>
                    <a:pt x="1209855" y="3860340"/>
                  </a:lnTo>
                  <a:lnTo>
                    <a:pt x="1209949" y="3860340"/>
                  </a:lnTo>
                  <a:lnTo>
                    <a:pt x="1210043" y="3860340"/>
                  </a:lnTo>
                  <a:lnTo>
                    <a:pt x="1210138" y="3860340"/>
                  </a:lnTo>
                  <a:lnTo>
                    <a:pt x="1210232" y="3860340"/>
                  </a:lnTo>
                  <a:lnTo>
                    <a:pt x="1210326" y="3860340"/>
                  </a:lnTo>
                  <a:lnTo>
                    <a:pt x="1210420" y="3860340"/>
                  </a:lnTo>
                  <a:lnTo>
                    <a:pt x="1210514" y="3860340"/>
                  </a:lnTo>
                  <a:lnTo>
                    <a:pt x="1210608" y="3860340"/>
                  </a:lnTo>
                  <a:lnTo>
                    <a:pt x="1210702" y="3860340"/>
                  </a:lnTo>
                  <a:lnTo>
                    <a:pt x="1210797" y="3860340"/>
                  </a:lnTo>
                  <a:lnTo>
                    <a:pt x="1210891" y="3860340"/>
                  </a:lnTo>
                  <a:lnTo>
                    <a:pt x="1210985" y="3860340"/>
                  </a:lnTo>
                  <a:lnTo>
                    <a:pt x="1211079" y="3860340"/>
                  </a:lnTo>
                  <a:lnTo>
                    <a:pt x="1211173" y="3860340"/>
                  </a:lnTo>
                  <a:lnTo>
                    <a:pt x="1211267" y="3860340"/>
                  </a:lnTo>
                  <a:lnTo>
                    <a:pt x="1211362" y="3860340"/>
                  </a:lnTo>
                  <a:lnTo>
                    <a:pt x="1211456" y="3860340"/>
                  </a:lnTo>
                  <a:lnTo>
                    <a:pt x="1211550" y="3860340"/>
                  </a:lnTo>
                  <a:lnTo>
                    <a:pt x="1211644" y="3860340"/>
                  </a:lnTo>
                  <a:lnTo>
                    <a:pt x="1211738" y="3860340"/>
                  </a:lnTo>
                  <a:lnTo>
                    <a:pt x="1211738" y="3855429"/>
                  </a:lnTo>
                  <a:lnTo>
                    <a:pt x="1211832" y="3855429"/>
                  </a:lnTo>
                  <a:lnTo>
                    <a:pt x="1211832" y="3850517"/>
                  </a:lnTo>
                  <a:lnTo>
                    <a:pt x="1211926" y="3850517"/>
                  </a:lnTo>
                  <a:lnTo>
                    <a:pt x="1212021" y="3850517"/>
                  </a:lnTo>
                  <a:lnTo>
                    <a:pt x="1212115" y="3850517"/>
                  </a:lnTo>
                  <a:lnTo>
                    <a:pt x="1212209" y="3850517"/>
                  </a:lnTo>
                  <a:lnTo>
                    <a:pt x="1212303" y="3850517"/>
                  </a:lnTo>
                  <a:lnTo>
                    <a:pt x="1212397" y="3850517"/>
                  </a:lnTo>
                  <a:lnTo>
                    <a:pt x="1212491" y="3850517"/>
                  </a:lnTo>
                  <a:lnTo>
                    <a:pt x="1212586" y="3850517"/>
                  </a:lnTo>
                  <a:lnTo>
                    <a:pt x="1212680" y="3850517"/>
                  </a:lnTo>
                  <a:lnTo>
                    <a:pt x="1212774" y="3850517"/>
                  </a:lnTo>
                  <a:lnTo>
                    <a:pt x="1212868" y="3850517"/>
                  </a:lnTo>
                  <a:lnTo>
                    <a:pt x="1212962" y="3850517"/>
                  </a:lnTo>
                  <a:lnTo>
                    <a:pt x="1213056" y="3850517"/>
                  </a:lnTo>
                  <a:lnTo>
                    <a:pt x="1213150" y="3850517"/>
                  </a:lnTo>
                  <a:lnTo>
                    <a:pt x="1213245" y="3850517"/>
                  </a:lnTo>
                  <a:lnTo>
                    <a:pt x="1213339" y="3850517"/>
                  </a:lnTo>
                  <a:lnTo>
                    <a:pt x="1213339" y="3845606"/>
                  </a:lnTo>
                  <a:lnTo>
                    <a:pt x="1213433" y="3845606"/>
                  </a:lnTo>
                  <a:lnTo>
                    <a:pt x="1213433" y="3840695"/>
                  </a:lnTo>
                  <a:lnTo>
                    <a:pt x="1213527" y="3840695"/>
                  </a:lnTo>
                  <a:lnTo>
                    <a:pt x="1213621" y="3840695"/>
                  </a:lnTo>
                  <a:lnTo>
                    <a:pt x="1213715" y="3840695"/>
                  </a:lnTo>
                  <a:lnTo>
                    <a:pt x="1213810" y="3840695"/>
                  </a:lnTo>
                  <a:lnTo>
                    <a:pt x="1213904" y="3840695"/>
                  </a:lnTo>
                  <a:lnTo>
                    <a:pt x="1213998" y="3840695"/>
                  </a:lnTo>
                  <a:lnTo>
                    <a:pt x="1214092" y="3840695"/>
                  </a:lnTo>
                  <a:lnTo>
                    <a:pt x="1214186" y="3840695"/>
                  </a:lnTo>
                  <a:lnTo>
                    <a:pt x="1214280" y="3840695"/>
                  </a:lnTo>
                  <a:lnTo>
                    <a:pt x="1214374" y="3840695"/>
                  </a:lnTo>
                  <a:lnTo>
                    <a:pt x="1214469" y="3840695"/>
                  </a:lnTo>
                  <a:lnTo>
                    <a:pt x="1214563" y="3840695"/>
                  </a:lnTo>
                  <a:lnTo>
                    <a:pt x="1214657" y="3840695"/>
                  </a:lnTo>
                  <a:lnTo>
                    <a:pt x="1214751" y="3840695"/>
                  </a:lnTo>
                  <a:lnTo>
                    <a:pt x="1214845" y="3840695"/>
                  </a:lnTo>
                  <a:lnTo>
                    <a:pt x="1214939" y="3840695"/>
                  </a:lnTo>
                  <a:lnTo>
                    <a:pt x="1215033" y="3840695"/>
                  </a:lnTo>
                  <a:lnTo>
                    <a:pt x="1215128" y="3840695"/>
                  </a:lnTo>
                  <a:lnTo>
                    <a:pt x="1215222" y="3840695"/>
                  </a:lnTo>
                  <a:lnTo>
                    <a:pt x="1215316" y="3840695"/>
                  </a:lnTo>
                  <a:lnTo>
                    <a:pt x="1215410" y="3840695"/>
                  </a:lnTo>
                  <a:lnTo>
                    <a:pt x="1215504" y="3840695"/>
                  </a:lnTo>
                  <a:lnTo>
                    <a:pt x="1215598" y="3840695"/>
                  </a:lnTo>
                  <a:lnTo>
                    <a:pt x="1215693" y="3840695"/>
                  </a:lnTo>
                  <a:lnTo>
                    <a:pt x="1215787" y="3840695"/>
                  </a:lnTo>
                  <a:lnTo>
                    <a:pt x="1215787" y="3835783"/>
                  </a:lnTo>
                  <a:lnTo>
                    <a:pt x="1215881" y="3835783"/>
                  </a:lnTo>
                  <a:lnTo>
                    <a:pt x="1215975" y="3835783"/>
                  </a:lnTo>
                  <a:lnTo>
                    <a:pt x="1216069" y="3835783"/>
                  </a:lnTo>
                  <a:lnTo>
                    <a:pt x="1216163" y="3835783"/>
                  </a:lnTo>
                  <a:lnTo>
                    <a:pt x="1216257" y="3835783"/>
                  </a:lnTo>
                  <a:lnTo>
                    <a:pt x="1216352" y="3835783"/>
                  </a:lnTo>
                  <a:lnTo>
                    <a:pt x="1216446" y="3835783"/>
                  </a:lnTo>
                  <a:lnTo>
                    <a:pt x="1216540" y="3835783"/>
                  </a:lnTo>
                  <a:lnTo>
                    <a:pt x="1216634" y="3835783"/>
                  </a:lnTo>
                  <a:lnTo>
                    <a:pt x="1216728" y="3835783"/>
                  </a:lnTo>
                  <a:lnTo>
                    <a:pt x="1216822" y="3835783"/>
                  </a:lnTo>
                  <a:lnTo>
                    <a:pt x="1216917" y="3835783"/>
                  </a:lnTo>
                  <a:lnTo>
                    <a:pt x="1217011" y="3835783"/>
                  </a:lnTo>
                  <a:lnTo>
                    <a:pt x="1217105" y="3835783"/>
                  </a:lnTo>
                  <a:lnTo>
                    <a:pt x="1217199" y="3835783"/>
                  </a:lnTo>
                  <a:lnTo>
                    <a:pt x="1217293" y="3835783"/>
                  </a:lnTo>
                  <a:lnTo>
                    <a:pt x="1217387" y="3835783"/>
                  </a:lnTo>
                  <a:lnTo>
                    <a:pt x="1217481" y="3835783"/>
                  </a:lnTo>
                  <a:lnTo>
                    <a:pt x="1217576" y="3835783"/>
                  </a:lnTo>
                  <a:lnTo>
                    <a:pt x="1217670" y="3835783"/>
                  </a:lnTo>
                  <a:lnTo>
                    <a:pt x="1217764" y="3835783"/>
                  </a:lnTo>
                  <a:lnTo>
                    <a:pt x="1217858" y="3835783"/>
                  </a:lnTo>
                  <a:lnTo>
                    <a:pt x="1217952" y="3835783"/>
                  </a:lnTo>
                  <a:lnTo>
                    <a:pt x="1218046" y="3835783"/>
                  </a:lnTo>
                  <a:lnTo>
                    <a:pt x="1218141" y="3835783"/>
                  </a:lnTo>
                  <a:lnTo>
                    <a:pt x="1218235" y="3835783"/>
                  </a:lnTo>
                  <a:lnTo>
                    <a:pt x="1218329" y="3835783"/>
                  </a:lnTo>
                  <a:lnTo>
                    <a:pt x="1218423" y="3835783"/>
                  </a:lnTo>
                  <a:lnTo>
                    <a:pt x="1218517" y="3835783"/>
                  </a:lnTo>
                  <a:lnTo>
                    <a:pt x="1218611" y="3835783"/>
                  </a:lnTo>
                  <a:lnTo>
                    <a:pt x="1218705" y="3835783"/>
                  </a:lnTo>
                  <a:lnTo>
                    <a:pt x="1218800" y="3835783"/>
                  </a:lnTo>
                  <a:lnTo>
                    <a:pt x="1218894" y="3835783"/>
                  </a:lnTo>
                  <a:lnTo>
                    <a:pt x="1218988" y="3835783"/>
                  </a:lnTo>
                  <a:lnTo>
                    <a:pt x="1219082" y="3835783"/>
                  </a:lnTo>
                  <a:lnTo>
                    <a:pt x="1219176" y="3835783"/>
                  </a:lnTo>
                  <a:lnTo>
                    <a:pt x="1219270" y="3835783"/>
                  </a:lnTo>
                  <a:lnTo>
                    <a:pt x="1219365" y="3835783"/>
                  </a:lnTo>
                  <a:lnTo>
                    <a:pt x="1219459" y="3835783"/>
                  </a:lnTo>
                  <a:lnTo>
                    <a:pt x="1219553" y="3835783"/>
                  </a:lnTo>
                  <a:lnTo>
                    <a:pt x="1219647" y="3835783"/>
                  </a:lnTo>
                  <a:lnTo>
                    <a:pt x="1219741" y="3835783"/>
                  </a:lnTo>
                  <a:lnTo>
                    <a:pt x="1219835" y="3835783"/>
                  </a:lnTo>
                  <a:lnTo>
                    <a:pt x="1219929" y="3835783"/>
                  </a:lnTo>
                  <a:lnTo>
                    <a:pt x="1220024" y="3835783"/>
                  </a:lnTo>
                  <a:lnTo>
                    <a:pt x="1220118" y="3835783"/>
                  </a:lnTo>
                  <a:lnTo>
                    <a:pt x="1220212" y="3835783"/>
                  </a:lnTo>
                  <a:lnTo>
                    <a:pt x="1220306" y="3835783"/>
                  </a:lnTo>
                  <a:lnTo>
                    <a:pt x="1220400" y="3835783"/>
                  </a:lnTo>
                  <a:lnTo>
                    <a:pt x="1220494" y="3835783"/>
                  </a:lnTo>
                  <a:lnTo>
                    <a:pt x="1220588" y="3835783"/>
                  </a:lnTo>
                  <a:lnTo>
                    <a:pt x="1220683" y="3835783"/>
                  </a:lnTo>
                  <a:lnTo>
                    <a:pt x="1220777" y="3835783"/>
                  </a:lnTo>
                  <a:lnTo>
                    <a:pt x="1220871" y="3835783"/>
                  </a:lnTo>
                  <a:lnTo>
                    <a:pt x="1220965" y="3835783"/>
                  </a:lnTo>
                  <a:lnTo>
                    <a:pt x="1221059" y="3835783"/>
                  </a:lnTo>
                  <a:lnTo>
                    <a:pt x="1221153" y="3835783"/>
                  </a:lnTo>
                  <a:lnTo>
                    <a:pt x="1221248" y="3835783"/>
                  </a:lnTo>
                  <a:lnTo>
                    <a:pt x="1221342" y="3835783"/>
                  </a:lnTo>
                  <a:lnTo>
                    <a:pt x="1221436" y="3835783"/>
                  </a:lnTo>
                  <a:lnTo>
                    <a:pt x="1221530" y="3835783"/>
                  </a:lnTo>
                  <a:lnTo>
                    <a:pt x="1221624" y="3835783"/>
                  </a:lnTo>
                  <a:lnTo>
                    <a:pt x="1221718" y="3835783"/>
                  </a:lnTo>
                  <a:lnTo>
                    <a:pt x="1221812" y="3835783"/>
                  </a:lnTo>
                  <a:lnTo>
                    <a:pt x="1221907" y="3835783"/>
                  </a:lnTo>
                  <a:lnTo>
                    <a:pt x="1222001" y="3835783"/>
                  </a:lnTo>
                  <a:lnTo>
                    <a:pt x="1222095" y="3835783"/>
                  </a:lnTo>
                  <a:lnTo>
                    <a:pt x="1222189" y="3835783"/>
                  </a:lnTo>
                  <a:lnTo>
                    <a:pt x="1222283" y="3835783"/>
                  </a:lnTo>
                  <a:lnTo>
                    <a:pt x="1222377" y="3835783"/>
                  </a:lnTo>
                  <a:lnTo>
                    <a:pt x="1222472" y="3835783"/>
                  </a:lnTo>
                  <a:lnTo>
                    <a:pt x="1222566" y="3835783"/>
                  </a:lnTo>
                  <a:lnTo>
                    <a:pt x="1222660" y="3835783"/>
                  </a:lnTo>
                  <a:lnTo>
                    <a:pt x="1222754" y="3835783"/>
                  </a:lnTo>
                  <a:lnTo>
                    <a:pt x="1222848" y="3835783"/>
                  </a:lnTo>
                  <a:lnTo>
                    <a:pt x="1222942" y="3835783"/>
                  </a:lnTo>
                  <a:lnTo>
                    <a:pt x="1223036" y="3835783"/>
                  </a:lnTo>
                  <a:lnTo>
                    <a:pt x="1223131" y="3835783"/>
                  </a:lnTo>
                  <a:lnTo>
                    <a:pt x="1223225" y="3835783"/>
                  </a:lnTo>
                  <a:lnTo>
                    <a:pt x="1223319" y="3835783"/>
                  </a:lnTo>
                  <a:lnTo>
                    <a:pt x="1223413" y="3835783"/>
                  </a:lnTo>
                  <a:lnTo>
                    <a:pt x="1223507" y="3835783"/>
                  </a:lnTo>
                  <a:lnTo>
                    <a:pt x="1223601" y="3835783"/>
                  </a:lnTo>
                  <a:lnTo>
                    <a:pt x="1223696" y="3835783"/>
                  </a:lnTo>
                  <a:lnTo>
                    <a:pt x="1223790" y="3835783"/>
                  </a:lnTo>
                  <a:lnTo>
                    <a:pt x="1223884" y="3835783"/>
                  </a:lnTo>
                  <a:lnTo>
                    <a:pt x="1223978" y="3835783"/>
                  </a:lnTo>
                  <a:lnTo>
                    <a:pt x="1224072" y="3835783"/>
                  </a:lnTo>
                  <a:lnTo>
                    <a:pt x="1224166" y="3835783"/>
                  </a:lnTo>
                  <a:lnTo>
                    <a:pt x="1224260" y="3835783"/>
                  </a:lnTo>
                  <a:lnTo>
                    <a:pt x="1224355" y="3835783"/>
                  </a:lnTo>
                  <a:lnTo>
                    <a:pt x="1224449" y="3835783"/>
                  </a:lnTo>
                  <a:lnTo>
                    <a:pt x="1224543" y="3835783"/>
                  </a:lnTo>
                  <a:lnTo>
                    <a:pt x="1224637" y="3835783"/>
                  </a:lnTo>
                  <a:lnTo>
                    <a:pt x="1224731" y="3835783"/>
                  </a:lnTo>
                  <a:lnTo>
                    <a:pt x="1224825" y="3835783"/>
                  </a:lnTo>
                  <a:lnTo>
                    <a:pt x="1224919" y="3835783"/>
                  </a:lnTo>
                  <a:lnTo>
                    <a:pt x="1225014" y="3835783"/>
                  </a:lnTo>
                  <a:lnTo>
                    <a:pt x="1225108" y="3835783"/>
                  </a:lnTo>
                  <a:lnTo>
                    <a:pt x="1225202" y="3835783"/>
                  </a:lnTo>
                  <a:lnTo>
                    <a:pt x="1225296" y="3835783"/>
                  </a:lnTo>
                  <a:lnTo>
                    <a:pt x="1225390" y="3835783"/>
                  </a:lnTo>
                  <a:lnTo>
                    <a:pt x="1225484" y="3835783"/>
                  </a:lnTo>
                  <a:lnTo>
                    <a:pt x="1225579" y="3835783"/>
                  </a:lnTo>
                  <a:lnTo>
                    <a:pt x="1225673" y="3835783"/>
                  </a:lnTo>
                  <a:lnTo>
                    <a:pt x="1225767" y="3835783"/>
                  </a:lnTo>
                  <a:lnTo>
                    <a:pt x="1225861" y="3835783"/>
                  </a:lnTo>
                  <a:lnTo>
                    <a:pt x="1225955" y="3835783"/>
                  </a:lnTo>
                  <a:lnTo>
                    <a:pt x="1226049" y="3835783"/>
                  </a:lnTo>
                  <a:lnTo>
                    <a:pt x="1226143" y="3835783"/>
                  </a:lnTo>
                  <a:lnTo>
                    <a:pt x="1226238" y="3835783"/>
                  </a:lnTo>
                  <a:lnTo>
                    <a:pt x="1226332" y="3835783"/>
                  </a:lnTo>
                  <a:lnTo>
                    <a:pt x="1226426" y="3835783"/>
                  </a:lnTo>
                  <a:lnTo>
                    <a:pt x="1226520" y="3835783"/>
                  </a:lnTo>
                  <a:lnTo>
                    <a:pt x="1226614" y="3835783"/>
                  </a:lnTo>
                  <a:lnTo>
                    <a:pt x="1226708" y="3835783"/>
                  </a:lnTo>
                  <a:lnTo>
                    <a:pt x="1226803" y="3835783"/>
                  </a:lnTo>
                  <a:lnTo>
                    <a:pt x="1226897" y="3835783"/>
                  </a:lnTo>
                  <a:lnTo>
                    <a:pt x="1226991" y="3835783"/>
                  </a:lnTo>
                  <a:lnTo>
                    <a:pt x="1227085" y="3835783"/>
                  </a:lnTo>
                  <a:lnTo>
                    <a:pt x="1227179" y="3835783"/>
                  </a:lnTo>
                  <a:lnTo>
                    <a:pt x="1227273" y="3835783"/>
                  </a:lnTo>
                  <a:lnTo>
                    <a:pt x="1227367" y="3835783"/>
                  </a:lnTo>
                  <a:lnTo>
                    <a:pt x="1227462" y="3835783"/>
                  </a:lnTo>
                  <a:lnTo>
                    <a:pt x="1227556" y="3835783"/>
                  </a:lnTo>
                  <a:lnTo>
                    <a:pt x="1227650" y="3835783"/>
                  </a:lnTo>
                  <a:lnTo>
                    <a:pt x="1227744" y="3835783"/>
                  </a:lnTo>
                  <a:lnTo>
                    <a:pt x="1227838" y="3835783"/>
                  </a:lnTo>
                  <a:lnTo>
                    <a:pt x="1227932" y="3835783"/>
                  </a:lnTo>
                  <a:lnTo>
                    <a:pt x="1228027" y="3835783"/>
                  </a:lnTo>
                  <a:lnTo>
                    <a:pt x="1228121" y="3835783"/>
                  </a:lnTo>
                  <a:lnTo>
                    <a:pt x="1228215" y="3835783"/>
                  </a:lnTo>
                  <a:lnTo>
                    <a:pt x="1228215" y="3830872"/>
                  </a:lnTo>
                  <a:lnTo>
                    <a:pt x="1228309" y="3830872"/>
                  </a:lnTo>
                  <a:lnTo>
                    <a:pt x="1228403" y="3830872"/>
                  </a:lnTo>
                  <a:lnTo>
                    <a:pt x="1228497" y="3830872"/>
                  </a:lnTo>
                  <a:lnTo>
                    <a:pt x="1228591" y="3830872"/>
                  </a:lnTo>
                  <a:lnTo>
                    <a:pt x="1228686" y="3830872"/>
                  </a:lnTo>
                  <a:lnTo>
                    <a:pt x="1228686" y="3825961"/>
                  </a:lnTo>
                  <a:lnTo>
                    <a:pt x="1228780" y="3825961"/>
                  </a:lnTo>
                  <a:lnTo>
                    <a:pt x="1228874" y="3825961"/>
                  </a:lnTo>
                  <a:lnTo>
                    <a:pt x="1228968" y="3825961"/>
                  </a:lnTo>
                  <a:lnTo>
                    <a:pt x="1229062" y="3825961"/>
                  </a:lnTo>
                  <a:lnTo>
                    <a:pt x="1229156" y="3825961"/>
                  </a:lnTo>
                  <a:lnTo>
                    <a:pt x="1229250" y="3825961"/>
                  </a:lnTo>
                  <a:lnTo>
                    <a:pt x="1229345" y="3825961"/>
                  </a:lnTo>
                  <a:lnTo>
                    <a:pt x="1229439" y="3825961"/>
                  </a:lnTo>
                  <a:lnTo>
                    <a:pt x="1229533" y="3825961"/>
                  </a:lnTo>
                  <a:lnTo>
                    <a:pt x="1229627" y="3825961"/>
                  </a:lnTo>
                  <a:lnTo>
                    <a:pt x="1229721" y="3825961"/>
                  </a:lnTo>
                  <a:lnTo>
                    <a:pt x="1229815" y="3825961"/>
                  </a:lnTo>
                  <a:lnTo>
                    <a:pt x="1229910" y="3825961"/>
                  </a:lnTo>
                  <a:lnTo>
                    <a:pt x="1230004" y="3825961"/>
                  </a:lnTo>
                  <a:lnTo>
                    <a:pt x="1230098" y="3825961"/>
                  </a:lnTo>
                  <a:lnTo>
                    <a:pt x="1230192" y="3825961"/>
                  </a:lnTo>
                  <a:lnTo>
                    <a:pt x="1230286" y="3825961"/>
                  </a:lnTo>
                  <a:lnTo>
                    <a:pt x="1230380" y="3825961"/>
                  </a:lnTo>
                  <a:lnTo>
                    <a:pt x="1230474" y="3825961"/>
                  </a:lnTo>
                  <a:lnTo>
                    <a:pt x="1230569" y="3825961"/>
                  </a:lnTo>
                  <a:lnTo>
                    <a:pt x="1230663" y="3825961"/>
                  </a:lnTo>
                  <a:lnTo>
                    <a:pt x="1230757" y="3825961"/>
                  </a:lnTo>
                  <a:lnTo>
                    <a:pt x="1230851" y="3825961"/>
                  </a:lnTo>
                  <a:lnTo>
                    <a:pt x="1230945" y="3825961"/>
                  </a:lnTo>
                  <a:lnTo>
                    <a:pt x="1231039" y="3825961"/>
                  </a:lnTo>
                  <a:lnTo>
                    <a:pt x="1231134" y="3825961"/>
                  </a:lnTo>
                  <a:lnTo>
                    <a:pt x="1231228" y="3825961"/>
                  </a:lnTo>
                  <a:lnTo>
                    <a:pt x="1231322" y="3825961"/>
                  </a:lnTo>
                  <a:lnTo>
                    <a:pt x="1231416" y="3825961"/>
                  </a:lnTo>
                  <a:lnTo>
                    <a:pt x="1231510" y="3825961"/>
                  </a:lnTo>
                  <a:lnTo>
                    <a:pt x="1231604" y="3825961"/>
                  </a:lnTo>
                  <a:lnTo>
                    <a:pt x="1231698" y="3825961"/>
                  </a:lnTo>
                  <a:lnTo>
                    <a:pt x="1231793" y="3825961"/>
                  </a:lnTo>
                  <a:lnTo>
                    <a:pt x="1231887" y="3825961"/>
                  </a:lnTo>
                  <a:lnTo>
                    <a:pt x="1231981" y="3825961"/>
                  </a:lnTo>
                  <a:lnTo>
                    <a:pt x="1232075" y="3825961"/>
                  </a:lnTo>
                  <a:lnTo>
                    <a:pt x="1232169" y="3825961"/>
                  </a:lnTo>
                  <a:lnTo>
                    <a:pt x="1232263" y="3825961"/>
                  </a:lnTo>
                  <a:lnTo>
                    <a:pt x="1232358" y="3825961"/>
                  </a:lnTo>
                  <a:lnTo>
                    <a:pt x="1232452" y="3825961"/>
                  </a:lnTo>
                  <a:lnTo>
                    <a:pt x="1232546" y="3825961"/>
                  </a:lnTo>
                  <a:lnTo>
                    <a:pt x="1232640" y="3825961"/>
                  </a:lnTo>
                  <a:lnTo>
                    <a:pt x="1232734" y="3825961"/>
                  </a:lnTo>
                  <a:lnTo>
                    <a:pt x="1232828" y="3825961"/>
                  </a:lnTo>
                  <a:lnTo>
                    <a:pt x="1232922" y="3825961"/>
                  </a:lnTo>
                  <a:lnTo>
                    <a:pt x="1233017" y="3825961"/>
                  </a:lnTo>
                  <a:lnTo>
                    <a:pt x="1233111" y="3825961"/>
                  </a:lnTo>
                  <a:lnTo>
                    <a:pt x="1233205" y="3825961"/>
                  </a:lnTo>
                  <a:lnTo>
                    <a:pt x="1233299" y="3825961"/>
                  </a:lnTo>
                  <a:lnTo>
                    <a:pt x="1233393" y="3825961"/>
                  </a:lnTo>
                  <a:lnTo>
                    <a:pt x="1233487" y="3825961"/>
                  </a:lnTo>
                  <a:lnTo>
                    <a:pt x="1233581" y="3825961"/>
                  </a:lnTo>
                  <a:lnTo>
                    <a:pt x="1233676" y="3825961"/>
                  </a:lnTo>
                  <a:lnTo>
                    <a:pt x="1233770" y="3825961"/>
                  </a:lnTo>
                  <a:lnTo>
                    <a:pt x="1233864" y="3825961"/>
                  </a:lnTo>
                  <a:lnTo>
                    <a:pt x="1233958" y="3825961"/>
                  </a:lnTo>
                  <a:lnTo>
                    <a:pt x="1234052" y="3825961"/>
                  </a:lnTo>
                  <a:lnTo>
                    <a:pt x="1234146" y="3825961"/>
                  </a:lnTo>
                  <a:lnTo>
                    <a:pt x="1234241" y="3825961"/>
                  </a:lnTo>
                  <a:lnTo>
                    <a:pt x="1234335" y="3825961"/>
                  </a:lnTo>
                  <a:lnTo>
                    <a:pt x="1234429" y="3825961"/>
                  </a:lnTo>
                  <a:lnTo>
                    <a:pt x="1234523" y="3825961"/>
                  </a:lnTo>
                  <a:lnTo>
                    <a:pt x="1234617" y="3825961"/>
                  </a:lnTo>
                  <a:lnTo>
                    <a:pt x="1234711" y="3825961"/>
                  </a:lnTo>
                  <a:lnTo>
                    <a:pt x="1234805" y="3825961"/>
                  </a:lnTo>
                  <a:lnTo>
                    <a:pt x="1234900" y="3825961"/>
                  </a:lnTo>
                  <a:lnTo>
                    <a:pt x="1234994" y="3825961"/>
                  </a:lnTo>
                  <a:lnTo>
                    <a:pt x="1235088" y="3825961"/>
                  </a:lnTo>
                  <a:lnTo>
                    <a:pt x="1235182" y="3825961"/>
                  </a:lnTo>
                  <a:lnTo>
                    <a:pt x="1235276" y="3825961"/>
                  </a:lnTo>
                  <a:lnTo>
                    <a:pt x="1235370" y="3825961"/>
                  </a:lnTo>
                  <a:lnTo>
                    <a:pt x="1235465" y="3825961"/>
                  </a:lnTo>
                  <a:lnTo>
                    <a:pt x="1235559" y="3825961"/>
                  </a:lnTo>
                  <a:lnTo>
                    <a:pt x="1235653" y="3825961"/>
                  </a:lnTo>
                  <a:lnTo>
                    <a:pt x="1235747" y="3825961"/>
                  </a:lnTo>
                  <a:lnTo>
                    <a:pt x="1235841" y="3825961"/>
                  </a:lnTo>
                  <a:lnTo>
                    <a:pt x="1235935" y="3825961"/>
                  </a:lnTo>
                  <a:lnTo>
                    <a:pt x="1236029" y="3825961"/>
                  </a:lnTo>
                  <a:lnTo>
                    <a:pt x="1236124" y="3825961"/>
                  </a:lnTo>
                  <a:lnTo>
                    <a:pt x="1236218" y="3825961"/>
                  </a:lnTo>
                  <a:lnTo>
                    <a:pt x="1236312" y="3825961"/>
                  </a:lnTo>
                  <a:lnTo>
                    <a:pt x="1236406" y="3825961"/>
                  </a:lnTo>
                  <a:lnTo>
                    <a:pt x="1236500" y="3825961"/>
                  </a:lnTo>
                  <a:lnTo>
                    <a:pt x="1236594" y="3825961"/>
                  </a:lnTo>
                  <a:lnTo>
                    <a:pt x="1236689" y="3825961"/>
                  </a:lnTo>
                  <a:lnTo>
                    <a:pt x="1236783" y="3825961"/>
                  </a:lnTo>
                  <a:lnTo>
                    <a:pt x="1236877" y="3825961"/>
                  </a:lnTo>
                  <a:lnTo>
                    <a:pt x="1236971" y="3825961"/>
                  </a:lnTo>
                  <a:lnTo>
                    <a:pt x="1237065" y="3825961"/>
                  </a:lnTo>
                  <a:lnTo>
                    <a:pt x="1237159" y="3825961"/>
                  </a:lnTo>
                  <a:lnTo>
                    <a:pt x="1237253" y="3825961"/>
                  </a:lnTo>
                  <a:lnTo>
                    <a:pt x="1237348" y="3825961"/>
                  </a:lnTo>
                  <a:lnTo>
                    <a:pt x="1237442" y="3825961"/>
                  </a:lnTo>
                  <a:lnTo>
                    <a:pt x="1237442" y="3821049"/>
                  </a:lnTo>
                  <a:lnTo>
                    <a:pt x="1237442" y="3816138"/>
                  </a:lnTo>
                  <a:lnTo>
                    <a:pt x="1237536" y="3816138"/>
                  </a:lnTo>
                  <a:lnTo>
                    <a:pt x="1237630" y="3816138"/>
                  </a:lnTo>
                  <a:lnTo>
                    <a:pt x="1237724" y="3816138"/>
                  </a:lnTo>
                  <a:lnTo>
                    <a:pt x="1237818" y="3816138"/>
                  </a:lnTo>
                  <a:lnTo>
                    <a:pt x="1237912" y="3816138"/>
                  </a:lnTo>
                  <a:lnTo>
                    <a:pt x="1238007" y="3816138"/>
                  </a:lnTo>
                  <a:lnTo>
                    <a:pt x="1238101" y="3816138"/>
                  </a:lnTo>
                  <a:lnTo>
                    <a:pt x="1238195" y="3816138"/>
                  </a:lnTo>
                  <a:lnTo>
                    <a:pt x="1238289" y="3816138"/>
                  </a:lnTo>
                  <a:lnTo>
                    <a:pt x="1238383" y="3816138"/>
                  </a:lnTo>
                  <a:lnTo>
                    <a:pt x="1238477" y="3816138"/>
                  </a:lnTo>
                  <a:lnTo>
                    <a:pt x="1238572" y="3816138"/>
                  </a:lnTo>
                  <a:lnTo>
                    <a:pt x="1238666" y="3816138"/>
                  </a:lnTo>
                  <a:lnTo>
                    <a:pt x="1238760" y="3816138"/>
                  </a:lnTo>
                  <a:lnTo>
                    <a:pt x="1238854" y="3816138"/>
                  </a:lnTo>
                  <a:lnTo>
                    <a:pt x="1238948" y="3816138"/>
                  </a:lnTo>
                  <a:lnTo>
                    <a:pt x="1239042" y="3816138"/>
                  </a:lnTo>
                  <a:lnTo>
                    <a:pt x="1239136" y="3816138"/>
                  </a:lnTo>
                  <a:lnTo>
                    <a:pt x="1239231" y="3816138"/>
                  </a:lnTo>
                  <a:lnTo>
                    <a:pt x="1239325" y="3816138"/>
                  </a:lnTo>
                  <a:lnTo>
                    <a:pt x="1239419" y="3816138"/>
                  </a:lnTo>
                  <a:lnTo>
                    <a:pt x="1239513" y="3816138"/>
                  </a:lnTo>
                  <a:lnTo>
                    <a:pt x="1239607" y="3816138"/>
                  </a:lnTo>
                  <a:lnTo>
                    <a:pt x="1239701" y="3816138"/>
                  </a:lnTo>
                  <a:lnTo>
                    <a:pt x="1239796" y="3816138"/>
                  </a:lnTo>
                  <a:lnTo>
                    <a:pt x="1239890" y="3816138"/>
                  </a:lnTo>
                  <a:lnTo>
                    <a:pt x="1239984" y="3816138"/>
                  </a:lnTo>
                  <a:lnTo>
                    <a:pt x="1240078" y="3816138"/>
                  </a:lnTo>
                  <a:lnTo>
                    <a:pt x="1240172" y="3816138"/>
                  </a:lnTo>
                  <a:lnTo>
                    <a:pt x="1240266" y="3816138"/>
                  </a:lnTo>
                  <a:lnTo>
                    <a:pt x="1240360" y="3816138"/>
                  </a:lnTo>
                  <a:lnTo>
                    <a:pt x="1240455" y="3816138"/>
                  </a:lnTo>
                  <a:lnTo>
                    <a:pt x="1240549" y="3816138"/>
                  </a:lnTo>
                  <a:lnTo>
                    <a:pt x="1240643" y="3816138"/>
                  </a:lnTo>
                  <a:lnTo>
                    <a:pt x="1240737" y="3816138"/>
                  </a:lnTo>
                  <a:lnTo>
                    <a:pt x="1240831" y="3816138"/>
                  </a:lnTo>
                  <a:lnTo>
                    <a:pt x="1240925" y="3816138"/>
                  </a:lnTo>
                  <a:lnTo>
                    <a:pt x="1241020" y="3816138"/>
                  </a:lnTo>
                  <a:lnTo>
                    <a:pt x="1241114" y="3816138"/>
                  </a:lnTo>
                  <a:lnTo>
                    <a:pt x="1241208" y="3816138"/>
                  </a:lnTo>
                  <a:lnTo>
                    <a:pt x="1241302" y="3816138"/>
                  </a:lnTo>
                  <a:lnTo>
                    <a:pt x="1241396" y="3816138"/>
                  </a:lnTo>
                  <a:lnTo>
                    <a:pt x="1241490" y="3816138"/>
                  </a:lnTo>
                  <a:lnTo>
                    <a:pt x="1241584" y="3816138"/>
                  </a:lnTo>
                  <a:lnTo>
                    <a:pt x="1241679" y="3816138"/>
                  </a:lnTo>
                  <a:lnTo>
                    <a:pt x="1241773" y="3816138"/>
                  </a:lnTo>
                  <a:lnTo>
                    <a:pt x="1241773" y="3811226"/>
                  </a:lnTo>
                  <a:lnTo>
                    <a:pt x="1241773" y="3806315"/>
                  </a:lnTo>
                  <a:lnTo>
                    <a:pt x="1241867" y="3806315"/>
                  </a:lnTo>
                  <a:lnTo>
                    <a:pt x="1241961" y="3806315"/>
                  </a:lnTo>
                  <a:lnTo>
                    <a:pt x="1242055" y="3806315"/>
                  </a:lnTo>
                  <a:lnTo>
                    <a:pt x="1242149" y="3806315"/>
                  </a:lnTo>
                  <a:lnTo>
                    <a:pt x="1242243" y="3806315"/>
                  </a:lnTo>
                  <a:lnTo>
                    <a:pt x="1242338" y="3806315"/>
                  </a:lnTo>
                  <a:lnTo>
                    <a:pt x="1242432" y="3806315"/>
                  </a:lnTo>
                  <a:lnTo>
                    <a:pt x="1242526" y="3806315"/>
                  </a:lnTo>
                  <a:lnTo>
                    <a:pt x="1242620" y="3806315"/>
                  </a:lnTo>
                  <a:lnTo>
                    <a:pt x="1242714" y="3806315"/>
                  </a:lnTo>
                  <a:lnTo>
                    <a:pt x="1242808" y="3806315"/>
                  </a:lnTo>
                  <a:lnTo>
                    <a:pt x="1242903" y="3806315"/>
                  </a:lnTo>
                  <a:lnTo>
                    <a:pt x="1242997" y="3806315"/>
                  </a:lnTo>
                  <a:lnTo>
                    <a:pt x="1243091" y="3806315"/>
                  </a:lnTo>
                  <a:lnTo>
                    <a:pt x="1243185" y="3806315"/>
                  </a:lnTo>
                  <a:lnTo>
                    <a:pt x="1243279" y="3806315"/>
                  </a:lnTo>
                  <a:lnTo>
                    <a:pt x="1243373" y="3806315"/>
                  </a:lnTo>
                  <a:lnTo>
                    <a:pt x="1243467" y="3806315"/>
                  </a:lnTo>
                  <a:lnTo>
                    <a:pt x="1243562" y="3806315"/>
                  </a:lnTo>
                  <a:lnTo>
                    <a:pt x="1243656" y="3806315"/>
                  </a:lnTo>
                  <a:lnTo>
                    <a:pt x="1243750" y="3806315"/>
                  </a:lnTo>
                  <a:lnTo>
                    <a:pt x="1243844" y="3806315"/>
                  </a:lnTo>
                  <a:lnTo>
                    <a:pt x="1243938" y="3806315"/>
                  </a:lnTo>
                  <a:lnTo>
                    <a:pt x="1244032" y="3806315"/>
                  </a:lnTo>
                  <a:lnTo>
                    <a:pt x="1244127" y="3806315"/>
                  </a:lnTo>
                  <a:lnTo>
                    <a:pt x="1244221" y="3806315"/>
                  </a:lnTo>
                  <a:lnTo>
                    <a:pt x="1244315" y="3806315"/>
                  </a:lnTo>
                  <a:lnTo>
                    <a:pt x="1244409" y="3806315"/>
                  </a:lnTo>
                  <a:lnTo>
                    <a:pt x="1244503" y="3806315"/>
                  </a:lnTo>
                  <a:lnTo>
                    <a:pt x="1244597" y="3806315"/>
                  </a:lnTo>
                  <a:lnTo>
                    <a:pt x="1244691" y="3806315"/>
                  </a:lnTo>
                  <a:lnTo>
                    <a:pt x="1244786" y="3806315"/>
                  </a:lnTo>
                  <a:lnTo>
                    <a:pt x="1244880" y="3806315"/>
                  </a:lnTo>
                  <a:lnTo>
                    <a:pt x="1244974" y="3806315"/>
                  </a:lnTo>
                  <a:lnTo>
                    <a:pt x="1245068" y="3806315"/>
                  </a:lnTo>
                  <a:lnTo>
                    <a:pt x="1245162" y="3806315"/>
                  </a:lnTo>
                  <a:lnTo>
                    <a:pt x="1245256" y="3806315"/>
                  </a:lnTo>
                  <a:lnTo>
                    <a:pt x="1245351" y="3806315"/>
                  </a:lnTo>
                  <a:lnTo>
                    <a:pt x="1245445" y="3806315"/>
                  </a:lnTo>
                  <a:lnTo>
                    <a:pt x="1245539" y="3806315"/>
                  </a:lnTo>
                  <a:lnTo>
                    <a:pt x="1245539" y="3801404"/>
                  </a:lnTo>
                  <a:lnTo>
                    <a:pt x="1245633" y="3801404"/>
                  </a:lnTo>
                  <a:lnTo>
                    <a:pt x="1245727" y="3801404"/>
                  </a:lnTo>
                  <a:lnTo>
                    <a:pt x="1245821" y="3801404"/>
                  </a:lnTo>
                  <a:lnTo>
                    <a:pt x="1245915" y="3801404"/>
                  </a:lnTo>
                  <a:lnTo>
                    <a:pt x="1246010" y="3801404"/>
                  </a:lnTo>
                  <a:lnTo>
                    <a:pt x="1246104" y="3801404"/>
                  </a:lnTo>
                  <a:lnTo>
                    <a:pt x="1246198" y="3801404"/>
                  </a:lnTo>
                  <a:lnTo>
                    <a:pt x="1246292" y="3801404"/>
                  </a:lnTo>
                  <a:lnTo>
                    <a:pt x="1246386" y="3801404"/>
                  </a:lnTo>
                  <a:lnTo>
                    <a:pt x="1246480" y="3801404"/>
                  </a:lnTo>
                  <a:lnTo>
                    <a:pt x="1246574" y="3801404"/>
                  </a:lnTo>
                  <a:lnTo>
                    <a:pt x="1246669" y="3801404"/>
                  </a:lnTo>
                  <a:lnTo>
                    <a:pt x="1246763" y="3801404"/>
                  </a:lnTo>
                  <a:lnTo>
                    <a:pt x="1246857" y="3801404"/>
                  </a:lnTo>
                  <a:lnTo>
                    <a:pt x="1246951" y="3801404"/>
                  </a:lnTo>
                  <a:lnTo>
                    <a:pt x="1247045" y="3801404"/>
                  </a:lnTo>
                  <a:lnTo>
                    <a:pt x="1247139" y="3801404"/>
                  </a:lnTo>
                  <a:lnTo>
                    <a:pt x="1247234" y="3801404"/>
                  </a:lnTo>
                  <a:lnTo>
                    <a:pt x="1247328" y="3801404"/>
                  </a:lnTo>
                  <a:lnTo>
                    <a:pt x="1247422" y="3801404"/>
                  </a:lnTo>
                  <a:lnTo>
                    <a:pt x="1247516" y="3801404"/>
                  </a:lnTo>
                  <a:lnTo>
                    <a:pt x="1247610" y="3801404"/>
                  </a:lnTo>
                  <a:lnTo>
                    <a:pt x="1247704" y="3801404"/>
                  </a:lnTo>
                  <a:lnTo>
                    <a:pt x="1247798" y="3801404"/>
                  </a:lnTo>
                  <a:lnTo>
                    <a:pt x="1247893" y="3801404"/>
                  </a:lnTo>
                  <a:lnTo>
                    <a:pt x="1247987" y="3801404"/>
                  </a:lnTo>
                  <a:lnTo>
                    <a:pt x="1248081" y="3801404"/>
                  </a:lnTo>
                  <a:lnTo>
                    <a:pt x="1248175" y="3801404"/>
                  </a:lnTo>
                  <a:lnTo>
                    <a:pt x="1248269" y="3801404"/>
                  </a:lnTo>
                  <a:lnTo>
                    <a:pt x="1248363" y="3801404"/>
                  </a:lnTo>
                  <a:lnTo>
                    <a:pt x="1248458" y="3801404"/>
                  </a:lnTo>
                  <a:lnTo>
                    <a:pt x="1248552" y="3801404"/>
                  </a:lnTo>
                  <a:lnTo>
                    <a:pt x="1248646" y="3801404"/>
                  </a:lnTo>
                  <a:lnTo>
                    <a:pt x="1248740" y="3801404"/>
                  </a:lnTo>
                  <a:lnTo>
                    <a:pt x="1248834" y="3801404"/>
                  </a:lnTo>
                  <a:lnTo>
                    <a:pt x="1248928" y="3801404"/>
                  </a:lnTo>
                  <a:lnTo>
                    <a:pt x="1249022" y="3801404"/>
                  </a:lnTo>
                  <a:lnTo>
                    <a:pt x="1249117" y="3801404"/>
                  </a:lnTo>
                  <a:lnTo>
                    <a:pt x="1249211" y="3801404"/>
                  </a:lnTo>
                  <a:lnTo>
                    <a:pt x="1249305" y="3801404"/>
                  </a:lnTo>
                  <a:lnTo>
                    <a:pt x="1249399" y="3801404"/>
                  </a:lnTo>
                  <a:lnTo>
                    <a:pt x="1249493" y="3801404"/>
                  </a:lnTo>
                  <a:lnTo>
                    <a:pt x="1249587" y="3801404"/>
                  </a:lnTo>
                  <a:lnTo>
                    <a:pt x="1249682" y="3801404"/>
                  </a:lnTo>
                  <a:lnTo>
                    <a:pt x="1249776" y="3801404"/>
                  </a:lnTo>
                  <a:lnTo>
                    <a:pt x="1249870" y="3801404"/>
                  </a:lnTo>
                  <a:lnTo>
                    <a:pt x="1249964" y="3801404"/>
                  </a:lnTo>
                  <a:lnTo>
                    <a:pt x="1250058" y="3801404"/>
                  </a:lnTo>
                  <a:lnTo>
                    <a:pt x="1250152" y="3801404"/>
                  </a:lnTo>
                  <a:lnTo>
                    <a:pt x="1250246" y="3801404"/>
                  </a:lnTo>
                  <a:lnTo>
                    <a:pt x="1250341" y="3801404"/>
                  </a:lnTo>
                  <a:lnTo>
                    <a:pt x="1250435" y="3801404"/>
                  </a:lnTo>
                  <a:lnTo>
                    <a:pt x="1250529" y="3801404"/>
                  </a:lnTo>
                  <a:lnTo>
                    <a:pt x="1250623" y="3801404"/>
                  </a:lnTo>
                  <a:lnTo>
                    <a:pt x="1250717" y="3801404"/>
                  </a:lnTo>
                  <a:lnTo>
                    <a:pt x="1250811" y="3801404"/>
                  </a:lnTo>
                  <a:lnTo>
                    <a:pt x="1250905" y="3801404"/>
                  </a:lnTo>
                  <a:lnTo>
                    <a:pt x="1251000" y="3801404"/>
                  </a:lnTo>
                  <a:lnTo>
                    <a:pt x="1251094" y="3801404"/>
                  </a:lnTo>
                  <a:lnTo>
                    <a:pt x="1251188" y="3801404"/>
                  </a:lnTo>
                  <a:lnTo>
                    <a:pt x="1251282" y="3801404"/>
                  </a:lnTo>
                  <a:lnTo>
                    <a:pt x="1251376" y="3801404"/>
                  </a:lnTo>
                  <a:lnTo>
                    <a:pt x="1251470" y="3801404"/>
                  </a:lnTo>
                  <a:lnTo>
                    <a:pt x="1251565" y="3801404"/>
                  </a:lnTo>
                  <a:lnTo>
                    <a:pt x="1251659" y="3801404"/>
                  </a:lnTo>
                  <a:lnTo>
                    <a:pt x="1251753" y="3801404"/>
                  </a:lnTo>
                  <a:lnTo>
                    <a:pt x="1251847" y="3801404"/>
                  </a:lnTo>
                  <a:lnTo>
                    <a:pt x="1251941" y="3801404"/>
                  </a:lnTo>
                  <a:lnTo>
                    <a:pt x="1252035" y="3801404"/>
                  </a:lnTo>
                  <a:lnTo>
                    <a:pt x="1252129" y="3801404"/>
                  </a:lnTo>
                  <a:lnTo>
                    <a:pt x="1252224" y="3801404"/>
                  </a:lnTo>
                  <a:lnTo>
                    <a:pt x="1252318" y="3801404"/>
                  </a:lnTo>
                  <a:lnTo>
                    <a:pt x="1252412" y="3801404"/>
                  </a:lnTo>
                  <a:lnTo>
                    <a:pt x="1252506" y="3801404"/>
                  </a:lnTo>
                  <a:lnTo>
                    <a:pt x="1252600" y="3801404"/>
                  </a:lnTo>
                  <a:lnTo>
                    <a:pt x="1252694" y="3801404"/>
                  </a:lnTo>
                  <a:lnTo>
                    <a:pt x="1252789" y="3801404"/>
                  </a:lnTo>
                  <a:lnTo>
                    <a:pt x="1252883" y="3801404"/>
                  </a:lnTo>
                  <a:lnTo>
                    <a:pt x="1252977" y="3801404"/>
                  </a:lnTo>
                  <a:lnTo>
                    <a:pt x="1253071" y="3801404"/>
                  </a:lnTo>
                  <a:lnTo>
                    <a:pt x="1253165" y="3801404"/>
                  </a:lnTo>
                  <a:lnTo>
                    <a:pt x="1253259" y="3801404"/>
                  </a:lnTo>
                  <a:lnTo>
                    <a:pt x="1253353" y="3801404"/>
                  </a:lnTo>
                  <a:lnTo>
                    <a:pt x="1253448" y="3801404"/>
                  </a:lnTo>
                  <a:lnTo>
                    <a:pt x="1253542" y="3801404"/>
                  </a:lnTo>
                  <a:lnTo>
                    <a:pt x="1253636" y="3801404"/>
                  </a:lnTo>
                  <a:lnTo>
                    <a:pt x="1253730" y="3801404"/>
                  </a:lnTo>
                  <a:lnTo>
                    <a:pt x="1253824" y="3801404"/>
                  </a:lnTo>
                  <a:lnTo>
                    <a:pt x="1253918" y="3801404"/>
                  </a:lnTo>
                  <a:lnTo>
                    <a:pt x="1254013" y="3801404"/>
                  </a:lnTo>
                  <a:lnTo>
                    <a:pt x="1254107" y="3801404"/>
                  </a:lnTo>
                  <a:lnTo>
                    <a:pt x="1254201" y="3801404"/>
                  </a:lnTo>
                  <a:lnTo>
                    <a:pt x="1254295" y="3801404"/>
                  </a:lnTo>
                  <a:lnTo>
                    <a:pt x="1254389" y="3801404"/>
                  </a:lnTo>
                  <a:lnTo>
                    <a:pt x="1254389" y="3796492"/>
                  </a:lnTo>
                  <a:lnTo>
                    <a:pt x="1254483" y="3796492"/>
                  </a:lnTo>
                  <a:lnTo>
                    <a:pt x="1254577" y="3796492"/>
                  </a:lnTo>
                  <a:lnTo>
                    <a:pt x="1254672" y="3796492"/>
                  </a:lnTo>
                  <a:lnTo>
                    <a:pt x="1254766" y="3796492"/>
                  </a:lnTo>
                  <a:lnTo>
                    <a:pt x="1254860" y="3796492"/>
                  </a:lnTo>
                  <a:lnTo>
                    <a:pt x="1254954" y="3796492"/>
                  </a:lnTo>
                  <a:lnTo>
                    <a:pt x="1255048" y="3796492"/>
                  </a:lnTo>
                  <a:lnTo>
                    <a:pt x="1255142" y="3796492"/>
                  </a:lnTo>
                  <a:lnTo>
                    <a:pt x="1255236" y="3796492"/>
                  </a:lnTo>
                  <a:lnTo>
                    <a:pt x="1255331" y="3796492"/>
                  </a:lnTo>
                  <a:lnTo>
                    <a:pt x="1255425" y="3796492"/>
                  </a:lnTo>
                  <a:lnTo>
                    <a:pt x="1255519" y="3796492"/>
                  </a:lnTo>
                  <a:lnTo>
                    <a:pt x="1255613" y="3796492"/>
                  </a:lnTo>
                  <a:lnTo>
                    <a:pt x="1255707" y="3796492"/>
                  </a:lnTo>
                  <a:lnTo>
                    <a:pt x="1255801" y="3796492"/>
                  </a:lnTo>
                  <a:lnTo>
                    <a:pt x="1255801" y="3791581"/>
                  </a:lnTo>
                  <a:lnTo>
                    <a:pt x="1255896" y="3791581"/>
                  </a:lnTo>
                  <a:lnTo>
                    <a:pt x="1255990" y="3791581"/>
                  </a:lnTo>
                  <a:lnTo>
                    <a:pt x="1256084" y="3791581"/>
                  </a:lnTo>
                  <a:lnTo>
                    <a:pt x="1256178" y="3791581"/>
                  </a:lnTo>
                  <a:lnTo>
                    <a:pt x="1256272" y="3791581"/>
                  </a:lnTo>
                  <a:lnTo>
                    <a:pt x="1256366" y="3791581"/>
                  </a:lnTo>
                  <a:lnTo>
                    <a:pt x="1256460" y="3791581"/>
                  </a:lnTo>
                  <a:lnTo>
                    <a:pt x="1256555" y="3791581"/>
                  </a:lnTo>
                  <a:lnTo>
                    <a:pt x="1256649" y="3791581"/>
                  </a:lnTo>
                  <a:lnTo>
                    <a:pt x="1256743" y="3791581"/>
                  </a:lnTo>
                  <a:lnTo>
                    <a:pt x="1256837" y="3791581"/>
                  </a:lnTo>
                  <a:lnTo>
                    <a:pt x="1256931" y="3791581"/>
                  </a:lnTo>
                  <a:lnTo>
                    <a:pt x="1257025" y="3791581"/>
                  </a:lnTo>
                  <a:lnTo>
                    <a:pt x="1257120" y="3791581"/>
                  </a:lnTo>
                  <a:lnTo>
                    <a:pt x="1257214" y="3791581"/>
                  </a:lnTo>
                  <a:lnTo>
                    <a:pt x="1257308" y="3791581"/>
                  </a:lnTo>
                  <a:lnTo>
                    <a:pt x="1257402" y="3791581"/>
                  </a:lnTo>
                  <a:lnTo>
                    <a:pt x="1257496" y="3791581"/>
                  </a:lnTo>
                  <a:lnTo>
                    <a:pt x="1257590" y="3791581"/>
                  </a:lnTo>
                  <a:lnTo>
                    <a:pt x="1257684" y="3791581"/>
                  </a:lnTo>
                  <a:lnTo>
                    <a:pt x="1257779" y="3791581"/>
                  </a:lnTo>
                  <a:lnTo>
                    <a:pt x="1257873" y="3791581"/>
                  </a:lnTo>
                  <a:lnTo>
                    <a:pt x="1257967" y="3791581"/>
                  </a:lnTo>
                  <a:lnTo>
                    <a:pt x="1258061" y="3791581"/>
                  </a:lnTo>
                  <a:lnTo>
                    <a:pt x="1258155" y="3791581"/>
                  </a:lnTo>
                  <a:lnTo>
                    <a:pt x="1258249" y="3791581"/>
                  </a:lnTo>
                  <a:lnTo>
                    <a:pt x="1258344" y="3791581"/>
                  </a:lnTo>
                  <a:lnTo>
                    <a:pt x="1258438" y="3791581"/>
                  </a:lnTo>
                  <a:lnTo>
                    <a:pt x="1258532" y="3791581"/>
                  </a:lnTo>
                  <a:lnTo>
                    <a:pt x="1258626" y="3791581"/>
                  </a:lnTo>
                  <a:lnTo>
                    <a:pt x="1258720" y="3791581"/>
                  </a:lnTo>
                  <a:lnTo>
                    <a:pt x="1258814" y="3791581"/>
                  </a:lnTo>
                  <a:lnTo>
                    <a:pt x="1258908" y="3791581"/>
                  </a:lnTo>
                  <a:lnTo>
                    <a:pt x="1259003" y="3791581"/>
                  </a:lnTo>
                  <a:lnTo>
                    <a:pt x="1259097" y="3791581"/>
                  </a:lnTo>
                  <a:lnTo>
                    <a:pt x="1259191" y="3791581"/>
                  </a:lnTo>
                  <a:lnTo>
                    <a:pt x="1259285" y="3791581"/>
                  </a:lnTo>
                  <a:lnTo>
                    <a:pt x="1259379" y="3791581"/>
                  </a:lnTo>
                  <a:lnTo>
                    <a:pt x="1259473" y="3791581"/>
                  </a:lnTo>
                  <a:lnTo>
                    <a:pt x="1259473" y="3786670"/>
                  </a:lnTo>
                  <a:lnTo>
                    <a:pt x="1259567" y="3786670"/>
                  </a:lnTo>
                  <a:lnTo>
                    <a:pt x="1259662" y="3786670"/>
                  </a:lnTo>
                  <a:lnTo>
                    <a:pt x="1259756" y="3786670"/>
                  </a:lnTo>
                  <a:lnTo>
                    <a:pt x="1259850" y="3786670"/>
                  </a:lnTo>
                  <a:lnTo>
                    <a:pt x="1259944" y="3786670"/>
                  </a:lnTo>
                  <a:lnTo>
                    <a:pt x="1260038" y="3786670"/>
                  </a:lnTo>
                  <a:lnTo>
                    <a:pt x="1260132" y="3786670"/>
                  </a:lnTo>
                  <a:lnTo>
                    <a:pt x="1260227" y="3786670"/>
                  </a:lnTo>
                  <a:lnTo>
                    <a:pt x="1260321" y="3786670"/>
                  </a:lnTo>
                  <a:lnTo>
                    <a:pt x="1260415" y="3786670"/>
                  </a:lnTo>
                  <a:lnTo>
                    <a:pt x="1260509" y="3786670"/>
                  </a:lnTo>
                  <a:lnTo>
                    <a:pt x="1260603" y="3786670"/>
                  </a:lnTo>
                  <a:lnTo>
                    <a:pt x="1260697" y="3786670"/>
                  </a:lnTo>
                  <a:lnTo>
                    <a:pt x="1260791" y="3786670"/>
                  </a:lnTo>
                  <a:lnTo>
                    <a:pt x="1260886" y="3786670"/>
                  </a:lnTo>
                  <a:lnTo>
                    <a:pt x="1260980" y="3786670"/>
                  </a:lnTo>
                  <a:lnTo>
                    <a:pt x="1261074" y="3786670"/>
                  </a:lnTo>
                  <a:lnTo>
                    <a:pt x="1261074" y="3781758"/>
                  </a:lnTo>
                  <a:lnTo>
                    <a:pt x="1261168" y="3781758"/>
                  </a:lnTo>
                  <a:lnTo>
                    <a:pt x="1261262" y="3781758"/>
                  </a:lnTo>
                  <a:lnTo>
                    <a:pt x="1261356" y="3781758"/>
                  </a:lnTo>
                  <a:lnTo>
                    <a:pt x="1261451" y="3781758"/>
                  </a:lnTo>
                  <a:lnTo>
                    <a:pt x="1261545" y="3781758"/>
                  </a:lnTo>
                  <a:lnTo>
                    <a:pt x="1261639" y="3781758"/>
                  </a:lnTo>
                  <a:lnTo>
                    <a:pt x="1261733" y="3781758"/>
                  </a:lnTo>
                  <a:lnTo>
                    <a:pt x="1261827" y="3781758"/>
                  </a:lnTo>
                  <a:lnTo>
                    <a:pt x="1261921" y="3781758"/>
                  </a:lnTo>
                  <a:lnTo>
                    <a:pt x="1262015" y="3781758"/>
                  </a:lnTo>
                  <a:lnTo>
                    <a:pt x="1262110" y="3781758"/>
                  </a:lnTo>
                  <a:lnTo>
                    <a:pt x="1262204" y="3781758"/>
                  </a:lnTo>
                  <a:lnTo>
                    <a:pt x="1262298" y="3781758"/>
                  </a:lnTo>
                  <a:lnTo>
                    <a:pt x="1262392" y="3781758"/>
                  </a:lnTo>
                  <a:lnTo>
                    <a:pt x="1262486" y="3781758"/>
                  </a:lnTo>
                  <a:lnTo>
                    <a:pt x="1262580" y="3781758"/>
                  </a:lnTo>
                  <a:lnTo>
                    <a:pt x="1262675" y="3781758"/>
                  </a:lnTo>
                  <a:lnTo>
                    <a:pt x="1262769" y="3781758"/>
                  </a:lnTo>
                  <a:lnTo>
                    <a:pt x="1262863" y="3781758"/>
                  </a:lnTo>
                  <a:lnTo>
                    <a:pt x="1262957" y="3781758"/>
                  </a:lnTo>
                  <a:lnTo>
                    <a:pt x="1263051" y="3781758"/>
                  </a:lnTo>
                  <a:lnTo>
                    <a:pt x="1263145" y="3781758"/>
                  </a:lnTo>
                  <a:lnTo>
                    <a:pt x="1263239" y="3781758"/>
                  </a:lnTo>
                  <a:lnTo>
                    <a:pt x="1263239" y="3776847"/>
                  </a:lnTo>
                  <a:lnTo>
                    <a:pt x="1263334" y="3776847"/>
                  </a:lnTo>
                  <a:lnTo>
                    <a:pt x="1263428" y="3776847"/>
                  </a:lnTo>
                  <a:lnTo>
                    <a:pt x="1263522" y="3776847"/>
                  </a:lnTo>
                  <a:lnTo>
                    <a:pt x="1263616" y="3776847"/>
                  </a:lnTo>
                  <a:lnTo>
                    <a:pt x="1263710" y="3776847"/>
                  </a:lnTo>
                  <a:lnTo>
                    <a:pt x="1263804" y="3776847"/>
                  </a:lnTo>
                  <a:lnTo>
                    <a:pt x="1263898" y="3776847"/>
                  </a:lnTo>
                  <a:lnTo>
                    <a:pt x="1263993" y="3776847"/>
                  </a:lnTo>
                  <a:lnTo>
                    <a:pt x="1264087" y="3776847"/>
                  </a:lnTo>
                  <a:lnTo>
                    <a:pt x="1264181" y="3776847"/>
                  </a:lnTo>
                  <a:lnTo>
                    <a:pt x="1264275" y="3776847"/>
                  </a:lnTo>
                  <a:lnTo>
                    <a:pt x="1264369" y="3776847"/>
                  </a:lnTo>
                  <a:lnTo>
                    <a:pt x="1264463" y="3776847"/>
                  </a:lnTo>
                  <a:lnTo>
                    <a:pt x="1264558" y="3776847"/>
                  </a:lnTo>
                  <a:lnTo>
                    <a:pt x="1264652" y="3776847"/>
                  </a:lnTo>
                  <a:lnTo>
                    <a:pt x="1264746" y="3776847"/>
                  </a:lnTo>
                  <a:lnTo>
                    <a:pt x="1264840" y="3776847"/>
                  </a:lnTo>
                  <a:lnTo>
                    <a:pt x="1264934" y="3776847"/>
                  </a:lnTo>
                  <a:lnTo>
                    <a:pt x="1265028" y="3776847"/>
                  </a:lnTo>
                  <a:lnTo>
                    <a:pt x="1265122" y="3776847"/>
                  </a:lnTo>
                  <a:lnTo>
                    <a:pt x="1265217" y="3776847"/>
                  </a:lnTo>
                  <a:lnTo>
                    <a:pt x="1265311" y="3776847"/>
                  </a:lnTo>
                  <a:lnTo>
                    <a:pt x="1265405" y="3776847"/>
                  </a:lnTo>
                  <a:lnTo>
                    <a:pt x="1265499" y="3776847"/>
                  </a:lnTo>
                  <a:lnTo>
                    <a:pt x="1265593" y="3776847"/>
                  </a:lnTo>
                  <a:lnTo>
                    <a:pt x="1265687" y="3776847"/>
                  </a:lnTo>
                  <a:lnTo>
                    <a:pt x="1265782" y="3776847"/>
                  </a:lnTo>
                  <a:lnTo>
                    <a:pt x="1265876" y="3776847"/>
                  </a:lnTo>
                  <a:lnTo>
                    <a:pt x="1265970" y="3776847"/>
                  </a:lnTo>
                  <a:lnTo>
                    <a:pt x="1266064" y="3776847"/>
                  </a:lnTo>
                  <a:lnTo>
                    <a:pt x="1266064" y="3771935"/>
                  </a:lnTo>
                  <a:lnTo>
                    <a:pt x="1266158" y="3771935"/>
                  </a:lnTo>
                  <a:lnTo>
                    <a:pt x="1266252" y="3771935"/>
                  </a:lnTo>
                  <a:lnTo>
                    <a:pt x="1266346" y="3771935"/>
                  </a:lnTo>
                  <a:lnTo>
                    <a:pt x="1266441" y="3771935"/>
                  </a:lnTo>
                  <a:lnTo>
                    <a:pt x="1266535" y="3771935"/>
                  </a:lnTo>
                  <a:lnTo>
                    <a:pt x="1266629" y="3771935"/>
                  </a:lnTo>
                  <a:lnTo>
                    <a:pt x="1266723" y="3771935"/>
                  </a:lnTo>
                  <a:lnTo>
                    <a:pt x="1266817" y="3771935"/>
                  </a:lnTo>
                  <a:lnTo>
                    <a:pt x="1266911" y="3771935"/>
                  </a:lnTo>
                  <a:lnTo>
                    <a:pt x="1267006" y="3771935"/>
                  </a:lnTo>
                  <a:lnTo>
                    <a:pt x="1267100" y="3771935"/>
                  </a:lnTo>
                  <a:lnTo>
                    <a:pt x="1267194" y="3771935"/>
                  </a:lnTo>
                  <a:lnTo>
                    <a:pt x="1267288" y="3771935"/>
                  </a:lnTo>
                  <a:lnTo>
                    <a:pt x="1267382" y="3771935"/>
                  </a:lnTo>
                  <a:lnTo>
                    <a:pt x="1267476" y="3771935"/>
                  </a:lnTo>
                  <a:lnTo>
                    <a:pt x="1267570" y="3771935"/>
                  </a:lnTo>
                  <a:lnTo>
                    <a:pt x="1267665" y="3771935"/>
                  </a:lnTo>
                  <a:lnTo>
                    <a:pt x="1267759" y="3771935"/>
                  </a:lnTo>
                  <a:lnTo>
                    <a:pt x="1267853" y="3771935"/>
                  </a:lnTo>
                  <a:lnTo>
                    <a:pt x="1267947" y="3771935"/>
                  </a:lnTo>
                  <a:lnTo>
                    <a:pt x="1268041" y="3771935"/>
                  </a:lnTo>
                  <a:lnTo>
                    <a:pt x="1268135" y="3771935"/>
                  </a:lnTo>
                  <a:lnTo>
                    <a:pt x="1268229" y="3771935"/>
                  </a:lnTo>
                  <a:lnTo>
                    <a:pt x="1268229" y="3767024"/>
                  </a:lnTo>
                  <a:lnTo>
                    <a:pt x="1268324" y="3767024"/>
                  </a:lnTo>
                  <a:lnTo>
                    <a:pt x="1268418" y="3767024"/>
                  </a:lnTo>
                  <a:lnTo>
                    <a:pt x="1268512" y="3767024"/>
                  </a:lnTo>
                  <a:lnTo>
                    <a:pt x="1268606" y="3767024"/>
                  </a:lnTo>
                  <a:lnTo>
                    <a:pt x="1268700" y="3767024"/>
                  </a:lnTo>
                  <a:lnTo>
                    <a:pt x="1268794" y="3767024"/>
                  </a:lnTo>
                  <a:lnTo>
                    <a:pt x="1268889" y="3767024"/>
                  </a:lnTo>
                  <a:lnTo>
                    <a:pt x="1268983" y="3767024"/>
                  </a:lnTo>
                  <a:lnTo>
                    <a:pt x="1269077" y="3767024"/>
                  </a:lnTo>
                  <a:lnTo>
                    <a:pt x="1269171" y="3767024"/>
                  </a:lnTo>
                  <a:lnTo>
                    <a:pt x="1269265" y="3767024"/>
                  </a:lnTo>
                  <a:lnTo>
                    <a:pt x="1269359" y="3767024"/>
                  </a:lnTo>
                  <a:lnTo>
                    <a:pt x="1269453" y="3767024"/>
                  </a:lnTo>
                  <a:lnTo>
                    <a:pt x="1269548" y="3767024"/>
                  </a:lnTo>
                  <a:lnTo>
                    <a:pt x="1269642" y="3767024"/>
                  </a:lnTo>
                  <a:lnTo>
                    <a:pt x="1269736" y="3767024"/>
                  </a:lnTo>
                  <a:lnTo>
                    <a:pt x="1269830" y="3767024"/>
                  </a:lnTo>
                  <a:lnTo>
                    <a:pt x="1269924" y="3767024"/>
                  </a:lnTo>
                  <a:lnTo>
                    <a:pt x="1270018" y="3767024"/>
                  </a:lnTo>
                  <a:lnTo>
                    <a:pt x="1270113" y="3767024"/>
                  </a:lnTo>
                  <a:lnTo>
                    <a:pt x="1270207" y="3767024"/>
                  </a:lnTo>
                  <a:lnTo>
                    <a:pt x="1270301" y="3767024"/>
                  </a:lnTo>
                  <a:lnTo>
                    <a:pt x="1270395" y="3767024"/>
                  </a:lnTo>
                  <a:lnTo>
                    <a:pt x="1270489" y="3767024"/>
                  </a:lnTo>
                  <a:lnTo>
                    <a:pt x="1270583" y="3767024"/>
                  </a:lnTo>
                  <a:lnTo>
                    <a:pt x="1270677" y="3767024"/>
                  </a:lnTo>
                  <a:lnTo>
                    <a:pt x="1270772" y="3767024"/>
                  </a:lnTo>
                  <a:lnTo>
                    <a:pt x="1270866" y="3767024"/>
                  </a:lnTo>
                  <a:lnTo>
                    <a:pt x="1270960" y="3767024"/>
                  </a:lnTo>
                  <a:lnTo>
                    <a:pt x="1271054" y="3767024"/>
                  </a:lnTo>
                  <a:lnTo>
                    <a:pt x="1271148" y="3767024"/>
                  </a:lnTo>
                  <a:lnTo>
                    <a:pt x="1271242" y="3767024"/>
                  </a:lnTo>
                  <a:lnTo>
                    <a:pt x="1271337" y="3767024"/>
                  </a:lnTo>
                  <a:lnTo>
                    <a:pt x="1271431" y="3767024"/>
                  </a:lnTo>
                  <a:lnTo>
                    <a:pt x="1271525" y="3767024"/>
                  </a:lnTo>
                  <a:lnTo>
                    <a:pt x="1271619" y="3767024"/>
                  </a:lnTo>
                  <a:lnTo>
                    <a:pt x="1271713" y="3767024"/>
                  </a:lnTo>
                  <a:lnTo>
                    <a:pt x="1271807" y="3767024"/>
                  </a:lnTo>
                  <a:lnTo>
                    <a:pt x="1271901" y="3767024"/>
                  </a:lnTo>
                  <a:lnTo>
                    <a:pt x="1271996" y="3767024"/>
                  </a:lnTo>
                  <a:lnTo>
                    <a:pt x="1272090" y="3767024"/>
                  </a:lnTo>
                  <a:lnTo>
                    <a:pt x="1272184" y="3767024"/>
                  </a:lnTo>
                  <a:lnTo>
                    <a:pt x="1272278" y="3767024"/>
                  </a:lnTo>
                  <a:lnTo>
                    <a:pt x="1272372" y="3767024"/>
                  </a:lnTo>
                  <a:lnTo>
                    <a:pt x="1272466" y="3767024"/>
                  </a:lnTo>
                  <a:lnTo>
                    <a:pt x="1272560" y="3767024"/>
                  </a:lnTo>
                  <a:lnTo>
                    <a:pt x="1272655" y="3767024"/>
                  </a:lnTo>
                  <a:lnTo>
                    <a:pt x="1272749" y="3767024"/>
                  </a:lnTo>
                  <a:lnTo>
                    <a:pt x="1272843" y="3767024"/>
                  </a:lnTo>
                  <a:lnTo>
                    <a:pt x="1272937" y="3767024"/>
                  </a:lnTo>
                  <a:lnTo>
                    <a:pt x="1273031" y="3767024"/>
                  </a:lnTo>
                  <a:lnTo>
                    <a:pt x="1273125" y="3767024"/>
                  </a:lnTo>
                  <a:lnTo>
                    <a:pt x="1273220" y="3767024"/>
                  </a:lnTo>
                  <a:lnTo>
                    <a:pt x="1273314" y="3767024"/>
                  </a:lnTo>
                  <a:lnTo>
                    <a:pt x="1273408" y="3767024"/>
                  </a:lnTo>
                  <a:lnTo>
                    <a:pt x="1273502" y="3767024"/>
                  </a:lnTo>
                  <a:lnTo>
                    <a:pt x="1273596" y="3767024"/>
                  </a:lnTo>
                  <a:lnTo>
                    <a:pt x="1273690" y="3767024"/>
                  </a:lnTo>
                  <a:lnTo>
                    <a:pt x="1273784" y="3767024"/>
                  </a:lnTo>
                  <a:lnTo>
                    <a:pt x="1273879" y="3767024"/>
                  </a:lnTo>
                  <a:lnTo>
                    <a:pt x="1273973" y="3767024"/>
                  </a:lnTo>
                  <a:lnTo>
                    <a:pt x="1274067" y="3767024"/>
                  </a:lnTo>
                  <a:lnTo>
                    <a:pt x="1274161" y="3767024"/>
                  </a:lnTo>
                  <a:lnTo>
                    <a:pt x="1274255" y="3767024"/>
                  </a:lnTo>
                  <a:lnTo>
                    <a:pt x="1274349" y="3767024"/>
                  </a:lnTo>
                  <a:lnTo>
                    <a:pt x="1274444" y="3767024"/>
                  </a:lnTo>
                  <a:lnTo>
                    <a:pt x="1274538" y="3767024"/>
                  </a:lnTo>
                  <a:lnTo>
                    <a:pt x="1274632" y="3767024"/>
                  </a:lnTo>
                  <a:lnTo>
                    <a:pt x="1274726" y="3767024"/>
                  </a:lnTo>
                  <a:lnTo>
                    <a:pt x="1274820" y="3767024"/>
                  </a:lnTo>
                  <a:lnTo>
                    <a:pt x="1274914" y="3767024"/>
                  </a:lnTo>
                  <a:lnTo>
                    <a:pt x="1275008" y="3767024"/>
                  </a:lnTo>
                  <a:lnTo>
                    <a:pt x="1275103" y="3767024"/>
                  </a:lnTo>
                  <a:lnTo>
                    <a:pt x="1275197" y="3767024"/>
                  </a:lnTo>
                  <a:lnTo>
                    <a:pt x="1275291" y="3767024"/>
                  </a:lnTo>
                  <a:lnTo>
                    <a:pt x="1275385" y="3767024"/>
                  </a:lnTo>
                  <a:lnTo>
                    <a:pt x="1275479" y="3767024"/>
                  </a:lnTo>
                  <a:lnTo>
                    <a:pt x="1275573" y="3767024"/>
                  </a:lnTo>
                  <a:lnTo>
                    <a:pt x="1275668" y="3767024"/>
                  </a:lnTo>
                  <a:lnTo>
                    <a:pt x="1275762" y="3767024"/>
                  </a:lnTo>
                  <a:lnTo>
                    <a:pt x="1275856" y="3767024"/>
                  </a:lnTo>
                  <a:lnTo>
                    <a:pt x="1275950" y="3767024"/>
                  </a:lnTo>
                  <a:lnTo>
                    <a:pt x="1276044" y="3767024"/>
                  </a:lnTo>
                  <a:lnTo>
                    <a:pt x="1276138" y="3767024"/>
                  </a:lnTo>
                  <a:lnTo>
                    <a:pt x="1276232" y="3767024"/>
                  </a:lnTo>
                  <a:lnTo>
                    <a:pt x="1276327" y="3767024"/>
                  </a:lnTo>
                  <a:lnTo>
                    <a:pt x="1276421" y="3767024"/>
                  </a:lnTo>
                  <a:lnTo>
                    <a:pt x="1276515" y="3767024"/>
                  </a:lnTo>
                  <a:lnTo>
                    <a:pt x="1276609" y="3767024"/>
                  </a:lnTo>
                  <a:lnTo>
                    <a:pt x="1276703" y="3767024"/>
                  </a:lnTo>
                  <a:lnTo>
                    <a:pt x="1276797" y="3767024"/>
                  </a:lnTo>
                  <a:lnTo>
                    <a:pt x="1276891" y="3767024"/>
                  </a:lnTo>
                  <a:lnTo>
                    <a:pt x="1276986" y="3767024"/>
                  </a:lnTo>
                  <a:lnTo>
                    <a:pt x="1277080" y="3767024"/>
                  </a:lnTo>
                  <a:lnTo>
                    <a:pt x="1277174" y="3767024"/>
                  </a:lnTo>
                  <a:lnTo>
                    <a:pt x="1277268" y="3767024"/>
                  </a:lnTo>
                  <a:lnTo>
                    <a:pt x="1277362" y="3767024"/>
                  </a:lnTo>
                  <a:lnTo>
                    <a:pt x="1277456" y="3767024"/>
                  </a:lnTo>
                  <a:lnTo>
                    <a:pt x="1277551" y="3767024"/>
                  </a:lnTo>
                  <a:lnTo>
                    <a:pt x="1277645" y="3767024"/>
                  </a:lnTo>
                  <a:lnTo>
                    <a:pt x="1277739" y="3767024"/>
                  </a:lnTo>
                  <a:lnTo>
                    <a:pt x="1277833" y="3767024"/>
                  </a:lnTo>
                  <a:lnTo>
                    <a:pt x="1277927" y="3767024"/>
                  </a:lnTo>
                  <a:lnTo>
                    <a:pt x="1278021" y="3767024"/>
                  </a:lnTo>
                  <a:lnTo>
                    <a:pt x="1278021" y="3762113"/>
                  </a:lnTo>
                  <a:lnTo>
                    <a:pt x="1278115" y="3762113"/>
                  </a:lnTo>
                  <a:lnTo>
                    <a:pt x="1278210" y="3762113"/>
                  </a:lnTo>
                  <a:lnTo>
                    <a:pt x="1278304" y="3762113"/>
                  </a:lnTo>
                  <a:lnTo>
                    <a:pt x="1278398" y="3762113"/>
                  </a:lnTo>
                  <a:lnTo>
                    <a:pt x="1278492" y="3762113"/>
                  </a:lnTo>
                  <a:lnTo>
                    <a:pt x="1278586" y="3762113"/>
                  </a:lnTo>
                  <a:lnTo>
                    <a:pt x="1278680" y="3762113"/>
                  </a:lnTo>
                  <a:lnTo>
                    <a:pt x="1278775" y="3762113"/>
                  </a:lnTo>
                  <a:lnTo>
                    <a:pt x="1278869" y="3762113"/>
                  </a:lnTo>
                  <a:lnTo>
                    <a:pt x="1278963" y="3762113"/>
                  </a:lnTo>
                  <a:lnTo>
                    <a:pt x="1279057" y="3762113"/>
                  </a:lnTo>
                  <a:lnTo>
                    <a:pt x="1279151" y="3762113"/>
                  </a:lnTo>
                  <a:lnTo>
                    <a:pt x="1279245" y="3762113"/>
                  </a:lnTo>
                  <a:lnTo>
                    <a:pt x="1279339" y="3762113"/>
                  </a:lnTo>
                  <a:lnTo>
                    <a:pt x="1279434" y="3762113"/>
                  </a:lnTo>
                  <a:lnTo>
                    <a:pt x="1279528" y="3762113"/>
                  </a:lnTo>
                  <a:lnTo>
                    <a:pt x="1279622" y="3762113"/>
                  </a:lnTo>
                  <a:lnTo>
                    <a:pt x="1279716" y="3762113"/>
                  </a:lnTo>
                  <a:lnTo>
                    <a:pt x="1279810" y="3762113"/>
                  </a:lnTo>
                  <a:lnTo>
                    <a:pt x="1279904" y="3762113"/>
                  </a:lnTo>
                  <a:lnTo>
                    <a:pt x="1279999" y="3762113"/>
                  </a:lnTo>
                  <a:lnTo>
                    <a:pt x="1280093" y="3762113"/>
                  </a:lnTo>
                  <a:lnTo>
                    <a:pt x="1280187" y="3762113"/>
                  </a:lnTo>
                  <a:lnTo>
                    <a:pt x="1280281" y="3762113"/>
                  </a:lnTo>
                  <a:lnTo>
                    <a:pt x="1280375" y="3762113"/>
                  </a:lnTo>
                  <a:lnTo>
                    <a:pt x="1280469" y="3762113"/>
                  </a:lnTo>
                  <a:lnTo>
                    <a:pt x="1280563" y="3762113"/>
                  </a:lnTo>
                  <a:lnTo>
                    <a:pt x="1280658" y="3762113"/>
                  </a:lnTo>
                  <a:lnTo>
                    <a:pt x="1280658" y="3757201"/>
                  </a:lnTo>
                  <a:lnTo>
                    <a:pt x="1280752" y="3757201"/>
                  </a:lnTo>
                  <a:lnTo>
                    <a:pt x="1280846" y="3757201"/>
                  </a:lnTo>
                  <a:lnTo>
                    <a:pt x="1280940" y="3757201"/>
                  </a:lnTo>
                  <a:lnTo>
                    <a:pt x="1281034" y="3757201"/>
                  </a:lnTo>
                  <a:lnTo>
                    <a:pt x="1281128" y="3757201"/>
                  </a:lnTo>
                  <a:lnTo>
                    <a:pt x="1281222" y="3757201"/>
                  </a:lnTo>
                  <a:lnTo>
                    <a:pt x="1281317" y="3757201"/>
                  </a:lnTo>
                  <a:lnTo>
                    <a:pt x="1281411" y="3757201"/>
                  </a:lnTo>
                  <a:lnTo>
                    <a:pt x="1281505" y="3757201"/>
                  </a:lnTo>
                  <a:lnTo>
                    <a:pt x="1281599" y="3757201"/>
                  </a:lnTo>
                  <a:lnTo>
                    <a:pt x="1281693" y="3757201"/>
                  </a:lnTo>
                  <a:lnTo>
                    <a:pt x="1281787" y="3757201"/>
                  </a:lnTo>
                  <a:lnTo>
                    <a:pt x="1281882" y="3757201"/>
                  </a:lnTo>
                  <a:lnTo>
                    <a:pt x="1281976" y="3757201"/>
                  </a:lnTo>
                  <a:lnTo>
                    <a:pt x="1282070" y="3757201"/>
                  </a:lnTo>
                  <a:lnTo>
                    <a:pt x="1282164" y="3757201"/>
                  </a:lnTo>
                  <a:lnTo>
                    <a:pt x="1282258" y="3757201"/>
                  </a:lnTo>
                  <a:lnTo>
                    <a:pt x="1282258" y="3752290"/>
                  </a:lnTo>
                  <a:lnTo>
                    <a:pt x="1282352" y="3752290"/>
                  </a:lnTo>
                  <a:lnTo>
                    <a:pt x="1282446" y="3752290"/>
                  </a:lnTo>
                  <a:lnTo>
                    <a:pt x="1282541" y="3752290"/>
                  </a:lnTo>
                  <a:lnTo>
                    <a:pt x="1282635" y="3752290"/>
                  </a:lnTo>
                  <a:lnTo>
                    <a:pt x="1282729" y="3752290"/>
                  </a:lnTo>
                  <a:lnTo>
                    <a:pt x="1282823" y="3752290"/>
                  </a:lnTo>
                  <a:lnTo>
                    <a:pt x="1282917" y="3752290"/>
                  </a:lnTo>
                  <a:lnTo>
                    <a:pt x="1283011" y="3752290"/>
                  </a:lnTo>
                  <a:lnTo>
                    <a:pt x="1283106" y="3752290"/>
                  </a:lnTo>
                  <a:lnTo>
                    <a:pt x="1283200" y="3752290"/>
                  </a:lnTo>
                  <a:lnTo>
                    <a:pt x="1283294" y="3752290"/>
                  </a:lnTo>
                  <a:lnTo>
                    <a:pt x="1283388" y="3752290"/>
                  </a:lnTo>
                  <a:lnTo>
                    <a:pt x="1283482" y="3752290"/>
                  </a:lnTo>
                  <a:lnTo>
                    <a:pt x="1283576" y="3752290"/>
                  </a:lnTo>
                  <a:lnTo>
                    <a:pt x="1283670" y="3752290"/>
                  </a:lnTo>
                  <a:lnTo>
                    <a:pt x="1283765" y="3752290"/>
                  </a:lnTo>
                  <a:lnTo>
                    <a:pt x="1283859" y="3752290"/>
                  </a:lnTo>
                  <a:lnTo>
                    <a:pt x="1283953" y="3752290"/>
                  </a:lnTo>
                  <a:lnTo>
                    <a:pt x="1284047" y="3752290"/>
                  </a:lnTo>
                  <a:lnTo>
                    <a:pt x="1284141" y="3752290"/>
                  </a:lnTo>
                  <a:lnTo>
                    <a:pt x="1284235" y="3752290"/>
                  </a:lnTo>
                  <a:lnTo>
                    <a:pt x="1284330" y="3752290"/>
                  </a:lnTo>
                  <a:lnTo>
                    <a:pt x="1284424" y="3752290"/>
                  </a:lnTo>
                  <a:lnTo>
                    <a:pt x="1284518" y="3752290"/>
                  </a:lnTo>
                  <a:lnTo>
                    <a:pt x="1284612" y="3752290"/>
                  </a:lnTo>
                  <a:lnTo>
                    <a:pt x="1284706" y="3752290"/>
                  </a:lnTo>
                  <a:lnTo>
                    <a:pt x="1284800" y="3752290"/>
                  </a:lnTo>
                  <a:lnTo>
                    <a:pt x="1284894" y="3752290"/>
                  </a:lnTo>
                  <a:lnTo>
                    <a:pt x="1284989" y="3752290"/>
                  </a:lnTo>
                  <a:lnTo>
                    <a:pt x="1285083" y="3752290"/>
                  </a:lnTo>
                  <a:lnTo>
                    <a:pt x="1285177" y="3752290"/>
                  </a:lnTo>
                  <a:lnTo>
                    <a:pt x="1285271" y="3752290"/>
                  </a:lnTo>
                  <a:lnTo>
                    <a:pt x="1285365" y="3752290"/>
                  </a:lnTo>
                  <a:lnTo>
                    <a:pt x="1285459" y="3752290"/>
                  </a:lnTo>
                  <a:lnTo>
                    <a:pt x="1285553" y="3752290"/>
                  </a:lnTo>
                  <a:lnTo>
                    <a:pt x="1285648" y="3752290"/>
                  </a:lnTo>
                  <a:lnTo>
                    <a:pt x="1285742" y="3752290"/>
                  </a:lnTo>
                  <a:lnTo>
                    <a:pt x="1285836" y="3752290"/>
                  </a:lnTo>
                  <a:lnTo>
                    <a:pt x="1285930" y="3752290"/>
                  </a:lnTo>
                  <a:lnTo>
                    <a:pt x="1286024" y="3752290"/>
                  </a:lnTo>
                  <a:lnTo>
                    <a:pt x="1286118" y="3752290"/>
                  </a:lnTo>
                  <a:lnTo>
                    <a:pt x="1286213" y="3752290"/>
                  </a:lnTo>
                  <a:lnTo>
                    <a:pt x="1286307" y="3752290"/>
                  </a:lnTo>
                  <a:lnTo>
                    <a:pt x="1286401" y="3752290"/>
                  </a:lnTo>
                  <a:lnTo>
                    <a:pt x="1286495" y="3752290"/>
                  </a:lnTo>
                  <a:lnTo>
                    <a:pt x="1286589" y="3752290"/>
                  </a:lnTo>
                  <a:lnTo>
                    <a:pt x="1286683" y="3752290"/>
                  </a:lnTo>
                  <a:lnTo>
                    <a:pt x="1286777" y="3752290"/>
                  </a:lnTo>
                  <a:lnTo>
                    <a:pt x="1286872" y="3752290"/>
                  </a:lnTo>
                  <a:lnTo>
                    <a:pt x="1286966" y="3752290"/>
                  </a:lnTo>
                  <a:lnTo>
                    <a:pt x="1287060" y="3752290"/>
                  </a:lnTo>
                  <a:lnTo>
                    <a:pt x="1287154" y="3752290"/>
                  </a:lnTo>
                  <a:lnTo>
                    <a:pt x="1287248" y="3752290"/>
                  </a:lnTo>
                  <a:lnTo>
                    <a:pt x="1287342" y="3752290"/>
                  </a:lnTo>
                  <a:lnTo>
                    <a:pt x="1287437" y="3752290"/>
                  </a:lnTo>
                  <a:lnTo>
                    <a:pt x="1287531" y="3752290"/>
                  </a:lnTo>
                  <a:lnTo>
                    <a:pt x="1287625" y="3752290"/>
                  </a:lnTo>
                  <a:lnTo>
                    <a:pt x="1287719" y="3752290"/>
                  </a:lnTo>
                  <a:lnTo>
                    <a:pt x="1287813" y="3752290"/>
                  </a:lnTo>
                  <a:lnTo>
                    <a:pt x="1287907" y="3752290"/>
                  </a:lnTo>
                  <a:lnTo>
                    <a:pt x="1288001" y="3752290"/>
                  </a:lnTo>
                  <a:lnTo>
                    <a:pt x="1288096" y="3752290"/>
                  </a:lnTo>
                  <a:lnTo>
                    <a:pt x="1288190" y="3752290"/>
                  </a:lnTo>
                  <a:lnTo>
                    <a:pt x="1288284" y="3752290"/>
                  </a:lnTo>
                  <a:lnTo>
                    <a:pt x="1288378" y="3752290"/>
                  </a:lnTo>
                  <a:lnTo>
                    <a:pt x="1288472" y="3752290"/>
                  </a:lnTo>
                  <a:lnTo>
                    <a:pt x="1288566" y="3752290"/>
                  </a:lnTo>
                  <a:lnTo>
                    <a:pt x="1288661" y="3752290"/>
                  </a:lnTo>
                  <a:lnTo>
                    <a:pt x="1288755" y="3752290"/>
                  </a:lnTo>
                  <a:lnTo>
                    <a:pt x="1288849" y="3752290"/>
                  </a:lnTo>
                  <a:lnTo>
                    <a:pt x="1288943" y="3752290"/>
                  </a:lnTo>
                  <a:lnTo>
                    <a:pt x="1289037" y="3752290"/>
                  </a:lnTo>
                  <a:lnTo>
                    <a:pt x="1289131" y="3752290"/>
                  </a:lnTo>
                  <a:lnTo>
                    <a:pt x="1289225" y="3752290"/>
                  </a:lnTo>
                  <a:lnTo>
                    <a:pt x="1289320" y="3752290"/>
                  </a:lnTo>
                  <a:lnTo>
                    <a:pt x="1289414" y="3752290"/>
                  </a:lnTo>
                  <a:lnTo>
                    <a:pt x="1289508" y="3752290"/>
                  </a:lnTo>
                  <a:lnTo>
                    <a:pt x="1289602" y="3752290"/>
                  </a:lnTo>
                  <a:lnTo>
                    <a:pt x="1289696" y="3752290"/>
                  </a:lnTo>
                  <a:lnTo>
                    <a:pt x="1289790" y="3752290"/>
                  </a:lnTo>
                  <a:lnTo>
                    <a:pt x="1289884" y="3752290"/>
                  </a:lnTo>
                  <a:lnTo>
                    <a:pt x="1289979" y="3752290"/>
                  </a:lnTo>
                  <a:lnTo>
                    <a:pt x="1290073" y="3752290"/>
                  </a:lnTo>
                  <a:lnTo>
                    <a:pt x="1290167" y="3752290"/>
                  </a:lnTo>
                  <a:lnTo>
                    <a:pt x="1290261" y="3752290"/>
                  </a:lnTo>
                  <a:lnTo>
                    <a:pt x="1290355" y="3752290"/>
                  </a:lnTo>
                  <a:lnTo>
                    <a:pt x="1290449" y="3752290"/>
                  </a:lnTo>
                  <a:lnTo>
                    <a:pt x="1290544" y="3752290"/>
                  </a:lnTo>
                  <a:lnTo>
                    <a:pt x="1290638" y="3752290"/>
                  </a:lnTo>
                  <a:lnTo>
                    <a:pt x="1290732" y="3752290"/>
                  </a:lnTo>
                  <a:lnTo>
                    <a:pt x="1290826" y="3752290"/>
                  </a:lnTo>
                  <a:lnTo>
                    <a:pt x="1290920" y="3752290"/>
                  </a:lnTo>
                  <a:lnTo>
                    <a:pt x="1291014" y="3752290"/>
                  </a:lnTo>
                  <a:lnTo>
                    <a:pt x="1291108" y="3752290"/>
                  </a:lnTo>
                  <a:lnTo>
                    <a:pt x="1291203" y="3752290"/>
                  </a:lnTo>
                  <a:lnTo>
                    <a:pt x="1291297" y="3752290"/>
                  </a:lnTo>
                  <a:lnTo>
                    <a:pt x="1291391" y="3752290"/>
                  </a:lnTo>
                  <a:lnTo>
                    <a:pt x="1291485" y="3752290"/>
                  </a:lnTo>
                  <a:lnTo>
                    <a:pt x="1291579" y="3752290"/>
                  </a:lnTo>
                  <a:lnTo>
                    <a:pt x="1291673" y="3752290"/>
                  </a:lnTo>
                  <a:lnTo>
                    <a:pt x="1291768" y="3752290"/>
                  </a:lnTo>
                  <a:lnTo>
                    <a:pt x="1291862" y="3752290"/>
                  </a:lnTo>
                  <a:lnTo>
                    <a:pt x="1291956" y="3752290"/>
                  </a:lnTo>
                  <a:lnTo>
                    <a:pt x="1292050" y="3752290"/>
                  </a:lnTo>
                  <a:lnTo>
                    <a:pt x="1292144" y="3752290"/>
                  </a:lnTo>
                  <a:lnTo>
                    <a:pt x="1292238" y="3752290"/>
                  </a:lnTo>
                  <a:lnTo>
                    <a:pt x="1292332" y="3752290"/>
                  </a:lnTo>
                  <a:lnTo>
                    <a:pt x="1292427" y="3752290"/>
                  </a:lnTo>
                  <a:lnTo>
                    <a:pt x="1292521" y="3752290"/>
                  </a:lnTo>
                  <a:lnTo>
                    <a:pt x="1292615" y="3752290"/>
                  </a:lnTo>
                  <a:lnTo>
                    <a:pt x="1292709" y="3752290"/>
                  </a:lnTo>
                  <a:lnTo>
                    <a:pt x="1292803" y="3752290"/>
                  </a:lnTo>
                  <a:lnTo>
                    <a:pt x="1292897" y="3752290"/>
                  </a:lnTo>
                  <a:lnTo>
                    <a:pt x="1292992" y="3752290"/>
                  </a:lnTo>
                  <a:lnTo>
                    <a:pt x="1293086" y="3752290"/>
                  </a:lnTo>
                  <a:lnTo>
                    <a:pt x="1293180" y="3752290"/>
                  </a:lnTo>
                  <a:lnTo>
                    <a:pt x="1293274" y="3752290"/>
                  </a:lnTo>
                  <a:lnTo>
                    <a:pt x="1293368" y="3752290"/>
                  </a:lnTo>
                  <a:lnTo>
                    <a:pt x="1293462" y="3752290"/>
                  </a:lnTo>
                  <a:lnTo>
                    <a:pt x="1293556" y="3752290"/>
                  </a:lnTo>
                  <a:lnTo>
                    <a:pt x="1293651" y="3752290"/>
                  </a:lnTo>
                  <a:lnTo>
                    <a:pt x="1293745" y="3752290"/>
                  </a:lnTo>
                  <a:lnTo>
                    <a:pt x="1293839" y="3752290"/>
                  </a:lnTo>
                  <a:lnTo>
                    <a:pt x="1293933" y="3752290"/>
                  </a:lnTo>
                  <a:lnTo>
                    <a:pt x="1294027" y="3752290"/>
                  </a:lnTo>
                  <a:lnTo>
                    <a:pt x="1294121" y="3752290"/>
                  </a:lnTo>
                  <a:lnTo>
                    <a:pt x="1294215" y="3752290"/>
                  </a:lnTo>
                  <a:lnTo>
                    <a:pt x="1294310" y="3752290"/>
                  </a:lnTo>
                  <a:lnTo>
                    <a:pt x="1294404" y="3752290"/>
                  </a:lnTo>
                  <a:lnTo>
                    <a:pt x="1294404" y="3747379"/>
                  </a:lnTo>
                  <a:lnTo>
                    <a:pt x="1294498" y="3747379"/>
                  </a:lnTo>
                  <a:lnTo>
                    <a:pt x="1294592" y="3747379"/>
                  </a:lnTo>
                  <a:lnTo>
                    <a:pt x="1294686" y="3747379"/>
                  </a:lnTo>
                  <a:lnTo>
                    <a:pt x="1294780" y="3747379"/>
                  </a:lnTo>
                  <a:lnTo>
                    <a:pt x="1294875" y="3747379"/>
                  </a:lnTo>
                  <a:lnTo>
                    <a:pt x="1294969" y="3747379"/>
                  </a:lnTo>
                  <a:lnTo>
                    <a:pt x="1295063" y="3747379"/>
                  </a:lnTo>
                  <a:lnTo>
                    <a:pt x="1295157" y="3747379"/>
                  </a:lnTo>
                  <a:lnTo>
                    <a:pt x="1295251" y="3747379"/>
                  </a:lnTo>
                  <a:lnTo>
                    <a:pt x="1295345" y="3747379"/>
                  </a:lnTo>
                  <a:lnTo>
                    <a:pt x="1295345" y="3742467"/>
                  </a:lnTo>
                  <a:lnTo>
                    <a:pt x="1295439" y="3742467"/>
                  </a:lnTo>
                  <a:lnTo>
                    <a:pt x="1295534" y="3742467"/>
                  </a:lnTo>
                  <a:lnTo>
                    <a:pt x="1295628" y="3742467"/>
                  </a:lnTo>
                  <a:lnTo>
                    <a:pt x="1295722" y="3742467"/>
                  </a:lnTo>
                  <a:lnTo>
                    <a:pt x="1295816" y="3742467"/>
                  </a:lnTo>
                  <a:lnTo>
                    <a:pt x="1295910" y="3742467"/>
                  </a:lnTo>
                  <a:lnTo>
                    <a:pt x="1296004" y="3742467"/>
                  </a:lnTo>
                  <a:lnTo>
                    <a:pt x="1296099" y="3742467"/>
                  </a:lnTo>
                  <a:lnTo>
                    <a:pt x="1296193" y="3742467"/>
                  </a:lnTo>
                  <a:lnTo>
                    <a:pt x="1296287" y="3742467"/>
                  </a:lnTo>
                  <a:lnTo>
                    <a:pt x="1296381" y="3742467"/>
                  </a:lnTo>
                  <a:lnTo>
                    <a:pt x="1296475" y="3742467"/>
                  </a:lnTo>
                  <a:lnTo>
                    <a:pt x="1296569" y="3742467"/>
                  </a:lnTo>
                  <a:lnTo>
                    <a:pt x="1296663" y="3742467"/>
                  </a:lnTo>
                  <a:lnTo>
                    <a:pt x="1296758" y="3742467"/>
                  </a:lnTo>
                  <a:lnTo>
                    <a:pt x="1296852" y="3742467"/>
                  </a:lnTo>
                  <a:lnTo>
                    <a:pt x="1296946" y="3742467"/>
                  </a:lnTo>
                  <a:lnTo>
                    <a:pt x="1297040" y="3742467"/>
                  </a:lnTo>
                  <a:lnTo>
                    <a:pt x="1297134" y="3742467"/>
                  </a:lnTo>
                  <a:lnTo>
                    <a:pt x="1297228" y="3742467"/>
                  </a:lnTo>
                  <a:lnTo>
                    <a:pt x="1297323" y="3742467"/>
                  </a:lnTo>
                  <a:lnTo>
                    <a:pt x="1297417" y="3742467"/>
                  </a:lnTo>
                  <a:lnTo>
                    <a:pt x="1297511" y="3742467"/>
                  </a:lnTo>
                  <a:lnTo>
                    <a:pt x="1297605" y="3742467"/>
                  </a:lnTo>
                  <a:lnTo>
                    <a:pt x="1297699" y="3742467"/>
                  </a:lnTo>
                  <a:lnTo>
                    <a:pt x="1297793" y="3742467"/>
                  </a:lnTo>
                  <a:lnTo>
                    <a:pt x="1297887" y="3742467"/>
                  </a:lnTo>
                  <a:lnTo>
                    <a:pt x="1297982" y="3742467"/>
                  </a:lnTo>
                  <a:lnTo>
                    <a:pt x="1297982" y="3737556"/>
                  </a:lnTo>
                  <a:lnTo>
                    <a:pt x="1298076" y="3737556"/>
                  </a:lnTo>
                  <a:lnTo>
                    <a:pt x="1298170" y="3737556"/>
                  </a:lnTo>
                  <a:lnTo>
                    <a:pt x="1298264" y="3737556"/>
                  </a:lnTo>
                  <a:lnTo>
                    <a:pt x="1298358" y="3737556"/>
                  </a:lnTo>
                  <a:lnTo>
                    <a:pt x="1298452" y="3737556"/>
                  </a:lnTo>
                  <a:lnTo>
                    <a:pt x="1298546" y="3737556"/>
                  </a:lnTo>
                  <a:lnTo>
                    <a:pt x="1298641" y="3737556"/>
                  </a:lnTo>
                  <a:lnTo>
                    <a:pt x="1298735" y="3737556"/>
                  </a:lnTo>
                  <a:lnTo>
                    <a:pt x="1298829" y="3737556"/>
                  </a:lnTo>
                  <a:lnTo>
                    <a:pt x="1298923" y="3737556"/>
                  </a:lnTo>
                  <a:lnTo>
                    <a:pt x="1299017" y="3737556"/>
                  </a:lnTo>
                  <a:lnTo>
                    <a:pt x="1299111" y="3737556"/>
                  </a:lnTo>
                  <a:lnTo>
                    <a:pt x="1299206" y="3737556"/>
                  </a:lnTo>
                  <a:lnTo>
                    <a:pt x="1299300" y="3737556"/>
                  </a:lnTo>
                  <a:lnTo>
                    <a:pt x="1299394" y="3737556"/>
                  </a:lnTo>
                  <a:lnTo>
                    <a:pt x="1299488" y="3737556"/>
                  </a:lnTo>
                  <a:lnTo>
                    <a:pt x="1299582" y="3737556"/>
                  </a:lnTo>
                  <a:lnTo>
                    <a:pt x="1299676" y="3737556"/>
                  </a:lnTo>
                  <a:lnTo>
                    <a:pt x="1299770" y="3737556"/>
                  </a:lnTo>
                  <a:lnTo>
                    <a:pt x="1299865" y="3737556"/>
                  </a:lnTo>
                  <a:lnTo>
                    <a:pt x="1299959" y="3737556"/>
                  </a:lnTo>
                  <a:lnTo>
                    <a:pt x="1300053" y="3737556"/>
                  </a:lnTo>
                  <a:lnTo>
                    <a:pt x="1300147" y="3737556"/>
                  </a:lnTo>
                  <a:lnTo>
                    <a:pt x="1300147" y="3732644"/>
                  </a:lnTo>
                  <a:lnTo>
                    <a:pt x="1300241" y="3732644"/>
                  </a:lnTo>
                  <a:lnTo>
                    <a:pt x="1300335" y="3732644"/>
                  </a:lnTo>
                  <a:lnTo>
                    <a:pt x="1300430" y="3732644"/>
                  </a:lnTo>
                  <a:lnTo>
                    <a:pt x="1300524" y="3732644"/>
                  </a:lnTo>
                  <a:lnTo>
                    <a:pt x="1300618" y="3732644"/>
                  </a:lnTo>
                  <a:lnTo>
                    <a:pt x="1300618" y="3727733"/>
                  </a:lnTo>
                  <a:lnTo>
                    <a:pt x="1300712" y="3727733"/>
                  </a:lnTo>
                  <a:lnTo>
                    <a:pt x="1300806" y="3727733"/>
                  </a:lnTo>
                  <a:lnTo>
                    <a:pt x="1300900" y="3727733"/>
                  </a:lnTo>
                  <a:lnTo>
                    <a:pt x="1300994" y="3727733"/>
                  </a:lnTo>
                  <a:lnTo>
                    <a:pt x="1301089" y="3727733"/>
                  </a:lnTo>
                  <a:lnTo>
                    <a:pt x="1301183" y="3727733"/>
                  </a:lnTo>
                  <a:lnTo>
                    <a:pt x="1301277" y="3727733"/>
                  </a:lnTo>
                  <a:lnTo>
                    <a:pt x="1301371" y="3727733"/>
                  </a:lnTo>
                  <a:lnTo>
                    <a:pt x="1301465" y="3727733"/>
                  </a:lnTo>
                  <a:lnTo>
                    <a:pt x="1301465" y="3722822"/>
                  </a:lnTo>
                  <a:lnTo>
                    <a:pt x="1301559" y="3722822"/>
                  </a:lnTo>
                  <a:lnTo>
                    <a:pt x="1301654" y="3722822"/>
                  </a:lnTo>
                  <a:lnTo>
                    <a:pt x="1301748" y="3722822"/>
                  </a:lnTo>
                  <a:lnTo>
                    <a:pt x="1301842" y="3722822"/>
                  </a:lnTo>
                  <a:lnTo>
                    <a:pt x="1301936" y="3722822"/>
                  </a:lnTo>
                  <a:lnTo>
                    <a:pt x="1302030" y="3722822"/>
                  </a:lnTo>
                  <a:lnTo>
                    <a:pt x="1302124" y="3722822"/>
                  </a:lnTo>
                  <a:lnTo>
                    <a:pt x="1302218" y="3722822"/>
                  </a:lnTo>
                  <a:lnTo>
                    <a:pt x="1302313" y="3722822"/>
                  </a:lnTo>
                  <a:lnTo>
                    <a:pt x="1302407" y="3722822"/>
                  </a:lnTo>
                  <a:lnTo>
                    <a:pt x="1302501" y="3722822"/>
                  </a:lnTo>
                  <a:lnTo>
                    <a:pt x="1302595" y="3722822"/>
                  </a:lnTo>
                  <a:lnTo>
                    <a:pt x="1302689" y="3722822"/>
                  </a:lnTo>
                  <a:lnTo>
                    <a:pt x="1302783" y="3722822"/>
                  </a:lnTo>
                  <a:lnTo>
                    <a:pt x="1302877" y="3722822"/>
                  </a:lnTo>
                  <a:lnTo>
                    <a:pt x="1302972" y="3722822"/>
                  </a:lnTo>
                  <a:lnTo>
                    <a:pt x="1303066" y="3722822"/>
                  </a:lnTo>
                  <a:lnTo>
                    <a:pt x="1303160" y="3722822"/>
                  </a:lnTo>
                  <a:lnTo>
                    <a:pt x="1303254" y="3722822"/>
                  </a:lnTo>
                  <a:lnTo>
                    <a:pt x="1303348" y="3722822"/>
                  </a:lnTo>
                  <a:lnTo>
                    <a:pt x="1303442" y="3722822"/>
                  </a:lnTo>
                  <a:lnTo>
                    <a:pt x="1303537" y="3722822"/>
                  </a:lnTo>
                  <a:lnTo>
                    <a:pt x="1303631" y="3722822"/>
                  </a:lnTo>
                  <a:lnTo>
                    <a:pt x="1303725" y="3722822"/>
                  </a:lnTo>
                  <a:lnTo>
                    <a:pt x="1303819" y="3722822"/>
                  </a:lnTo>
                  <a:lnTo>
                    <a:pt x="1303913" y="3722822"/>
                  </a:lnTo>
                  <a:lnTo>
                    <a:pt x="1304007" y="3722822"/>
                  </a:lnTo>
                  <a:lnTo>
                    <a:pt x="1304101" y="3722822"/>
                  </a:lnTo>
                  <a:lnTo>
                    <a:pt x="1304196" y="3722822"/>
                  </a:lnTo>
                  <a:lnTo>
                    <a:pt x="1304290" y="3722822"/>
                  </a:lnTo>
                  <a:lnTo>
                    <a:pt x="1304384" y="3722822"/>
                  </a:lnTo>
                  <a:lnTo>
                    <a:pt x="1304478" y="3722822"/>
                  </a:lnTo>
                  <a:lnTo>
                    <a:pt x="1304572" y="3722822"/>
                  </a:lnTo>
                  <a:lnTo>
                    <a:pt x="1304666" y="3722822"/>
                  </a:lnTo>
                  <a:lnTo>
                    <a:pt x="1304761" y="3722822"/>
                  </a:lnTo>
                  <a:lnTo>
                    <a:pt x="1304855" y="3722822"/>
                  </a:lnTo>
                  <a:lnTo>
                    <a:pt x="1304949" y="3722822"/>
                  </a:lnTo>
                  <a:lnTo>
                    <a:pt x="1305043" y="3722822"/>
                  </a:lnTo>
                  <a:lnTo>
                    <a:pt x="1305137" y="3722822"/>
                  </a:lnTo>
                  <a:lnTo>
                    <a:pt x="1305231" y="3722822"/>
                  </a:lnTo>
                  <a:lnTo>
                    <a:pt x="1305325" y="3722822"/>
                  </a:lnTo>
                  <a:lnTo>
                    <a:pt x="1305420" y="3722822"/>
                  </a:lnTo>
                  <a:lnTo>
                    <a:pt x="1305514" y="3722822"/>
                  </a:lnTo>
                  <a:lnTo>
                    <a:pt x="1305608" y="3722822"/>
                  </a:lnTo>
                  <a:lnTo>
                    <a:pt x="1305702" y="3722822"/>
                  </a:lnTo>
                  <a:lnTo>
                    <a:pt x="1305796" y="3722822"/>
                  </a:lnTo>
                  <a:lnTo>
                    <a:pt x="1305890" y="3722822"/>
                  </a:lnTo>
                  <a:lnTo>
                    <a:pt x="1305985" y="3722822"/>
                  </a:lnTo>
                  <a:lnTo>
                    <a:pt x="1305985" y="3717910"/>
                  </a:lnTo>
                  <a:lnTo>
                    <a:pt x="1306079" y="3717910"/>
                  </a:lnTo>
                  <a:lnTo>
                    <a:pt x="1306173" y="3717910"/>
                  </a:lnTo>
                  <a:lnTo>
                    <a:pt x="1306267" y="3717910"/>
                  </a:lnTo>
                  <a:lnTo>
                    <a:pt x="1306361" y="3717910"/>
                  </a:lnTo>
                  <a:lnTo>
                    <a:pt x="1306455" y="3717910"/>
                  </a:lnTo>
                  <a:lnTo>
                    <a:pt x="1306549" y="3717910"/>
                  </a:lnTo>
                  <a:lnTo>
                    <a:pt x="1306644" y="3717910"/>
                  </a:lnTo>
                  <a:lnTo>
                    <a:pt x="1306644" y="3712999"/>
                  </a:lnTo>
                  <a:lnTo>
                    <a:pt x="1306738" y="3712999"/>
                  </a:lnTo>
                  <a:lnTo>
                    <a:pt x="1306832" y="3712999"/>
                  </a:lnTo>
                  <a:lnTo>
                    <a:pt x="1306926" y="3712999"/>
                  </a:lnTo>
                  <a:lnTo>
                    <a:pt x="1307020" y="3712999"/>
                  </a:lnTo>
                  <a:lnTo>
                    <a:pt x="1307114" y="3712999"/>
                  </a:lnTo>
                  <a:lnTo>
                    <a:pt x="1307208" y="3712999"/>
                  </a:lnTo>
                  <a:lnTo>
                    <a:pt x="1307303" y="3712999"/>
                  </a:lnTo>
                  <a:lnTo>
                    <a:pt x="1307397" y="3712999"/>
                  </a:lnTo>
                  <a:lnTo>
                    <a:pt x="1307491" y="3712999"/>
                  </a:lnTo>
                  <a:lnTo>
                    <a:pt x="1307585" y="3712999"/>
                  </a:lnTo>
                  <a:lnTo>
                    <a:pt x="1307679" y="3712999"/>
                  </a:lnTo>
                  <a:lnTo>
                    <a:pt x="1307773" y="3712999"/>
                  </a:lnTo>
                  <a:lnTo>
                    <a:pt x="1307868" y="3712999"/>
                  </a:lnTo>
                  <a:lnTo>
                    <a:pt x="1307962" y="3712999"/>
                  </a:lnTo>
                  <a:lnTo>
                    <a:pt x="1308056" y="3712999"/>
                  </a:lnTo>
                  <a:lnTo>
                    <a:pt x="1308150" y="3712999"/>
                  </a:lnTo>
                  <a:lnTo>
                    <a:pt x="1308244" y="3712999"/>
                  </a:lnTo>
                  <a:lnTo>
                    <a:pt x="1308338" y="3712999"/>
                  </a:lnTo>
                  <a:lnTo>
                    <a:pt x="1308432" y="3712999"/>
                  </a:lnTo>
                  <a:lnTo>
                    <a:pt x="1308527" y="3712999"/>
                  </a:lnTo>
                  <a:lnTo>
                    <a:pt x="1308621" y="3712999"/>
                  </a:lnTo>
                  <a:lnTo>
                    <a:pt x="1308715" y="3712999"/>
                  </a:lnTo>
                  <a:lnTo>
                    <a:pt x="1308809" y="3712999"/>
                  </a:lnTo>
                  <a:lnTo>
                    <a:pt x="1308903" y="3712999"/>
                  </a:lnTo>
                  <a:lnTo>
                    <a:pt x="1308997" y="3712999"/>
                  </a:lnTo>
                  <a:lnTo>
                    <a:pt x="1309092" y="3712999"/>
                  </a:lnTo>
                  <a:lnTo>
                    <a:pt x="1309186" y="3712999"/>
                  </a:lnTo>
                  <a:lnTo>
                    <a:pt x="1309280" y="3712999"/>
                  </a:lnTo>
                  <a:lnTo>
                    <a:pt x="1309374" y="3712999"/>
                  </a:lnTo>
                  <a:lnTo>
                    <a:pt x="1309468" y="3712999"/>
                  </a:lnTo>
                  <a:lnTo>
                    <a:pt x="1309562" y="3712999"/>
                  </a:lnTo>
                  <a:lnTo>
                    <a:pt x="1309656" y="3712999"/>
                  </a:lnTo>
                  <a:lnTo>
                    <a:pt x="1309751" y="3712999"/>
                  </a:lnTo>
                  <a:lnTo>
                    <a:pt x="1309845" y="3712999"/>
                  </a:lnTo>
                  <a:lnTo>
                    <a:pt x="1309939" y="3712999"/>
                  </a:lnTo>
                  <a:lnTo>
                    <a:pt x="1310033" y="3712999"/>
                  </a:lnTo>
                  <a:lnTo>
                    <a:pt x="1310127" y="3712999"/>
                  </a:lnTo>
                  <a:lnTo>
                    <a:pt x="1310221" y="3712999"/>
                  </a:lnTo>
                  <a:lnTo>
                    <a:pt x="1310316" y="3712999"/>
                  </a:lnTo>
                  <a:lnTo>
                    <a:pt x="1310410" y="3712999"/>
                  </a:lnTo>
                  <a:lnTo>
                    <a:pt x="1310504" y="3712999"/>
                  </a:lnTo>
                  <a:lnTo>
                    <a:pt x="1310598" y="3712999"/>
                  </a:lnTo>
                  <a:lnTo>
                    <a:pt x="1310692" y="3712999"/>
                  </a:lnTo>
                  <a:lnTo>
                    <a:pt x="1310786" y="3712999"/>
                  </a:lnTo>
                  <a:lnTo>
                    <a:pt x="1310880" y="3712999"/>
                  </a:lnTo>
                  <a:lnTo>
                    <a:pt x="1310975" y="3712999"/>
                  </a:lnTo>
                  <a:lnTo>
                    <a:pt x="1311069" y="3712999"/>
                  </a:lnTo>
                  <a:lnTo>
                    <a:pt x="1311163" y="3712999"/>
                  </a:lnTo>
                  <a:lnTo>
                    <a:pt x="1311257" y="3712999"/>
                  </a:lnTo>
                  <a:lnTo>
                    <a:pt x="1311351" y="3712999"/>
                  </a:lnTo>
                  <a:lnTo>
                    <a:pt x="1311445" y="3712999"/>
                  </a:lnTo>
                  <a:lnTo>
                    <a:pt x="1311445" y="3708088"/>
                  </a:lnTo>
                  <a:lnTo>
                    <a:pt x="1311539" y="3708088"/>
                  </a:lnTo>
                  <a:lnTo>
                    <a:pt x="1311634" y="3708088"/>
                  </a:lnTo>
                  <a:lnTo>
                    <a:pt x="1311728" y="3708088"/>
                  </a:lnTo>
                  <a:lnTo>
                    <a:pt x="1311822" y="3708088"/>
                  </a:lnTo>
                  <a:lnTo>
                    <a:pt x="1311916" y="3708088"/>
                  </a:lnTo>
                  <a:lnTo>
                    <a:pt x="1312010" y="3708088"/>
                  </a:lnTo>
                  <a:lnTo>
                    <a:pt x="1312104" y="3708088"/>
                  </a:lnTo>
                  <a:lnTo>
                    <a:pt x="1312199" y="3708088"/>
                  </a:lnTo>
                  <a:lnTo>
                    <a:pt x="1312293" y="3708088"/>
                  </a:lnTo>
                  <a:lnTo>
                    <a:pt x="1312387" y="3708088"/>
                  </a:lnTo>
                  <a:lnTo>
                    <a:pt x="1312481" y="3708088"/>
                  </a:lnTo>
                  <a:lnTo>
                    <a:pt x="1312575" y="3708088"/>
                  </a:lnTo>
                  <a:lnTo>
                    <a:pt x="1312669" y="3708088"/>
                  </a:lnTo>
                  <a:lnTo>
                    <a:pt x="1312669" y="3703176"/>
                  </a:lnTo>
                  <a:lnTo>
                    <a:pt x="1312763" y="3703176"/>
                  </a:lnTo>
                  <a:lnTo>
                    <a:pt x="1312858" y="3703176"/>
                  </a:lnTo>
                  <a:lnTo>
                    <a:pt x="1312952" y="3703176"/>
                  </a:lnTo>
                  <a:lnTo>
                    <a:pt x="1313046" y="3703176"/>
                  </a:lnTo>
                  <a:lnTo>
                    <a:pt x="1313046" y="3698265"/>
                  </a:lnTo>
                  <a:lnTo>
                    <a:pt x="1313140" y="3698265"/>
                  </a:lnTo>
                  <a:lnTo>
                    <a:pt x="1313234" y="3698265"/>
                  </a:lnTo>
                  <a:lnTo>
                    <a:pt x="1313328" y="3698265"/>
                  </a:lnTo>
                  <a:lnTo>
                    <a:pt x="1313423" y="3698265"/>
                  </a:lnTo>
                  <a:lnTo>
                    <a:pt x="1313517" y="3698265"/>
                  </a:lnTo>
                  <a:lnTo>
                    <a:pt x="1313517" y="3693353"/>
                  </a:lnTo>
                  <a:lnTo>
                    <a:pt x="1313611" y="3693353"/>
                  </a:lnTo>
                  <a:lnTo>
                    <a:pt x="1313705" y="3693353"/>
                  </a:lnTo>
                  <a:lnTo>
                    <a:pt x="1313799" y="3693353"/>
                  </a:lnTo>
                  <a:lnTo>
                    <a:pt x="1313893" y="3693353"/>
                  </a:lnTo>
                  <a:lnTo>
                    <a:pt x="1313987" y="3693353"/>
                  </a:lnTo>
                  <a:lnTo>
                    <a:pt x="1314082" y="3693353"/>
                  </a:lnTo>
                  <a:lnTo>
                    <a:pt x="1314176" y="3693353"/>
                  </a:lnTo>
                  <a:lnTo>
                    <a:pt x="1314270" y="3693353"/>
                  </a:lnTo>
                  <a:lnTo>
                    <a:pt x="1314364" y="3693353"/>
                  </a:lnTo>
                  <a:lnTo>
                    <a:pt x="1314458" y="3693353"/>
                  </a:lnTo>
                  <a:lnTo>
                    <a:pt x="1314552" y="3693353"/>
                  </a:lnTo>
                  <a:lnTo>
                    <a:pt x="1314647" y="3693353"/>
                  </a:lnTo>
                  <a:lnTo>
                    <a:pt x="1314741" y="3693353"/>
                  </a:lnTo>
                  <a:lnTo>
                    <a:pt x="1314835" y="3693353"/>
                  </a:lnTo>
                  <a:lnTo>
                    <a:pt x="1314929" y="3693353"/>
                  </a:lnTo>
                  <a:lnTo>
                    <a:pt x="1315023" y="3693353"/>
                  </a:lnTo>
                  <a:lnTo>
                    <a:pt x="1315117" y="3693353"/>
                  </a:lnTo>
                  <a:lnTo>
                    <a:pt x="1315211" y="3693353"/>
                  </a:lnTo>
                  <a:lnTo>
                    <a:pt x="1315306" y="3693353"/>
                  </a:lnTo>
                  <a:lnTo>
                    <a:pt x="1315400" y="3693353"/>
                  </a:lnTo>
                  <a:lnTo>
                    <a:pt x="1315494" y="3693353"/>
                  </a:lnTo>
                  <a:lnTo>
                    <a:pt x="1315588" y="3693353"/>
                  </a:lnTo>
                  <a:lnTo>
                    <a:pt x="1315682" y="3693353"/>
                  </a:lnTo>
                  <a:lnTo>
                    <a:pt x="1315776" y="3693353"/>
                  </a:lnTo>
                  <a:lnTo>
                    <a:pt x="1315870" y="3693353"/>
                  </a:lnTo>
                  <a:lnTo>
                    <a:pt x="1315965" y="3693353"/>
                  </a:lnTo>
                  <a:lnTo>
                    <a:pt x="1316059" y="3693353"/>
                  </a:lnTo>
                  <a:lnTo>
                    <a:pt x="1316153" y="3693353"/>
                  </a:lnTo>
                  <a:lnTo>
                    <a:pt x="1316247" y="3693353"/>
                  </a:lnTo>
                  <a:lnTo>
                    <a:pt x="1316341" y="3693353"/>
                  </a:lnTo>
                  <a:lnTo>
                    <a:pt x="1316435" y="3693353"/>
                  </a:lnTo>
                  <a:lnTo>
                    <a:pt x="1316530" y="3693353"/>
                  </a:lnTo>
                  <a:lnTo>
                    <a:pt x="1316624" y="3693353"/>
                  </a:lnTo>
                  <a:lnTo>
                    <a:pt x="1316718" y="3693353"/>
                  </a:lnTo>
                  <a:lnTo>
                    <a:pt x="1316812" y="3693353"/>
                  </a:lnTo>
                  <a:lnTo>
                    <a:pt x="1316906" y="3693353"/>
                  </a:lnTo>
                  <a:lnTo>
                    <a:pt x="1317000" y="3693353"/>
                  </a:lnTo>
                  <a:lnTo>
                    <a:pt x="1317094" y="3693353"/>
                  </a:lnTo>
                  <a:lnTo>
                    <a:pt x="1317189" y="3693353"/>
                  </a:lnTo>
                  <a:lnTo>
                    <a:pt x="1317283" y="3693353"/>
                  </a:lnTo>
                  <a:lnTo>
                    <a:pt x="1317377" y="3693353"/>
                  </a:lnTo>
                  <a:lnTo>
                    <a:pt x="1317471" y="3693353"/>
                  </a:lnTo>
                  <a:lnTo>
                    <a:pt x="1317565" y="3693353"/>
                  </a:lnTo>
                  <a:lnTo>
                    <a:pt x="1317659" y="3693353"/>
                  </a:lnTo>
                  <a:lnTo>
                    <a:pt x="1317754" y="3693353"/>
                  </a:lnTo>
                  <a:lnTo>
                    <a:pt x="1317848" y="3693353"/>
                  </a:lnTo>
                  <a:lnTo>
                    <a:pt x="1317942" y="3693353"/>
                  </a:lnTo>
                  <a:lnTo>
                    <a:pt x="1318036" y="3693353"/>
                  </a:lnTo>
                  <a:lnTo>
                    <a:pt x="1318130" y="3693353"/>
                  </a:lnTo>
                  <a:lnTo>
                    <a:pt x="1318224" y="3693353"/>
                  </a:lnTo>
                  <a:lnTo>
                    <a:pt x="1318318" y="3693353"/>
                  </a:lnTo>
                  <a:lnTo>
                    <a:pt x="1318413" y="3693353"/>
                  </a:lnTo>
                  <a:lnTo>
                    <a:pt x="1318507" y="3693353"/>
                  </a:lnTo>
                  <a:lnTo>
                    <a:pt x="1318601" y="3693353"/>
                  </a:lnTo>
                  <a:lnTo>
                    <a:pt x="1318695" y="3693353"/>
                  </a:lnTo>
                  <a:lnTo>
                    <a:pt x="1318789" y="3693353"/>
                  </a:lnTo>
                  <a:lnTo>
                    <a:pt x="1318883" y="3693353"/>
                  </a:lnTo>
                  <a:lnTo>
                    <a:pt x="1318978" y="3693353"/>
                  </a:lnTo>
                  <a:lnTo>
                    <a:pt x="1319072" y="3693353"/>
                  </a:lnTo>
                  <a:lnTo>
                    <a:pt x="1319166" y="3693353"/>
                  </a:lnTo>
                  <a:lnTo>
                    <a:pt x="1319260" y="3693353"/>
                  </a:lnTo>
                  <a:lnTo>
                    <a:pt x="1319354" y="3693353"/>
                  </a:lnTo>
                  <a:lnTo>
                    <a:pt x="1319448" y="3693353"/>
                  </a:lnTo>
                  <a:lnTo>
                    <a:pt x="1319542" y="3693353"/>
                  </a:lnTo>
                  <a:lnTo>
                    <a:pt x="1319637" y="3693353"/>
                  </a:lnTo>
                  <a:lnTo>
                    <a:pt x="1319731" y="3693353"/>
                  </a:lnTo>
                  <a:lnTo>
                    <a:pt x="1319825" y="3693353"/>
                  </a:lnTo>
                  <a:lnTo>
                    <a:pt x="1319919" y="3693353"/>
                  </a:lnTo>
                  <a:lnTo>
                    <a:pt x="1320013" y="3693353"/>
                  </a:lnTo>
                  <a:lnTo>
                    <a:pt x="1320107" y="3693353"/>
                  </a:lnTo>
                  <a:lnTo>
                    <a:pt x="1320201" y="3693353"/>
                  </a:lnTo>
                  <a:lnTo>
                    <a:pt x="1320296" y="3693353"/>
                  </a:lnTo>
                  <a:lnTo>
                    <a:pt x="1320390" y="3693353"/>
                  </a:lnTo>
                  <a:lnTo>
                    <a:pt x="1320484" y="3693353"/>
                  </a:lnTo>
                  <a:lnTo>
                    <a:pt x="1320578" y="3693353"/>
                  </a:lnTo>
                  <a:lnTo>
                    <a:pt x="1320672" y="3693353"/>
                  </a:lnTo>
                  <a:lnTo>
                    <a:pt x="1320766" y="3693353"/>
                  </a:lnTo>
                  <a:lnTo>
                    <a:pt x="1320861" y="3693353"/>
                  </a:lnTo>
                  <a:lnTo>
                    <a:pt x="1320955" y="3693353"/>
                  </a:lnTo>
                  <a:lnTo>
                    <a:pt x="1321049" y="3693353"/>
                  </a:lnTo>
                  <a:lnTo>
                    <a:pt x="1321143" y="3693353"/>
                  </a:lnTo>
                  <a:lnTo>
                    <a:pt x="1321237" y="3693353"/>
                  </a:lnTo>
                  <a:lnTo>
                    <a:pt x="1321331" y="3693353"/>
                  </a:lnTo>
                  <a:lnTo>
                    <a:pt x="1321425" y="3693353"/>
                  </a:lnTo>
                  <a:lnTo>
                    <a:pt x="1321520" y="3693353"/>
                  </a:lnTo>
                  <a:lnTo>
                    <a:pt x="1321614" y="3693353"/>
                  </a:lnTo>
                  <a:lnTo>
                    <a:pt x="1321708" y="3693353"/>
                  </a:lnTo>
                  <a:lnTo>
                    <a:pt x="1321802" y="3693353"/>
                  </a:lnTo>
                  <a:lnTo>
                    <a:pt x="1321896" y="3693353"/>
                  </a:lnTo>
                  <a:lnTo>
                    <a:pt x="1321990" y="3693353"/>
                  </a:lnTo>
                  <a:lnTo>
                    <a:pt x="1322085" y="3693353"/>
                  </a:lnTo>
                  <a:lnTo>
                    <a:pt x="1322179" y="3693353"/>
                  </a:lnTo>
                  <a:lnTo>
                    <a:pt x="1322273" y="3693353"/>
                  </a:lnTo>
                  <a:lnTo>
                    <a:pt x="1322367" y="3693353"/>
                  </a:lnTo>
                  <a:lnTo>
                    <a:pt x="1322461" y="3693353"/>
                  </a:lnTo>
                  <a:lnTo>
                    <a:pt x="1322461" y="3688442"/>
                  </a:lnTo>
                  <a:lnTo>
                    <a:pt x="1322555" y="3688442"/>
                  </a:lnTo>
                  <a:lnTo>
                    <a:pt x="1322649" y="3688442"/>
                  </a:lnTo>
                  <a:lnTo>
                    <a:pt x="1322744" y="3688442"/>
                  </a:lnTo>
                  <a:lnTo>
                    <a:pt x="1322838" y="3688442"/>
                  </a:lnTo>
                  <a:lnTo>
                    <a:pt x="1322932" y="3688442"/>
                  </a:lnTo>
                  <a:lnTo>
                    <a:pt x="1323026" y="3688442"/>
                  </a:lnTo>
                  <a:lnTo>
                    <a:pt x="1323120" y="3688442"/>
                  </a:lnTo>
                  <a:lnTo>
                    <a:pt x="1323214" y="3688442"/>
                  </a:lnTo>
                  <a:lnTo>
                    <a:pt x="1323309" y="3688442"/>
                  </a:lnTo>
                  <a:lnTo>
                    <a:pt x="1323403" y="3688442"/>
                  </a:lnTo>
                  <a:lnTo>
                    <a:pt x="1323497" y="3688442"/>
                  </a:lnTo>
                  <a:lnTo>
                    <a:pt x="1323591" y="3688442"/>
                  </a:lnTo>
                  <a:lnTo>
                    <a:pt x="1323685" y="3688442"/>
                  </a:lnTo>
                  <a:lnTo>
                    <a:pt x="1323779" y="3688442"/>
                  </a:lnTo>
                  <a:lnTo>
                    <a:pt x="1323873" y="3688442"/>
                  </a:lnTo>
                  <a:lnTo>
                    <a:pt x="1323968" y="3688442"/>
                  </a:lnTo>
                  <a:lnTo>
                    <a:pt x="1324062" y="3688442"/>
                  </a:lnTo>
                  <a:lnTo>
                    <a:pt x="1324156" y="3688442"/>
                  </a:lnTo>
                  <a:lnTo>
                    <a:pt x="1324250" y="3688442"/>
                  </a:lnTo>
                  <a:lnTo>
                    <a:pt x="1324344" y="3688442"/>
                  </a:lnTo>
                  <a:lnTo>
                    <a:pt x="1324438" y="3688442"/>
                  </a:lnTo>
                  <a:lnTo>
                    <a:pt x="1324532" y="3688442"/>
                  </a:lnTo>
                  <a:lnTo>
                    <a:pt x="1324627" y="3688442"/>
                  </a:lnTo>
                  <a:lnTo>
                    <a:pt x="1324721" y="3688442"/>
                  </a:lnTo>
                  <a:lnTo>
                    <a:pt x="1324815" y="3688442"/>
                  </a:lnTo>
                  <a:lnTo>
                    <a:pt x="1324909" y="3688442"/>
                  </a:lnTo>
                  <a:lnTo>
                    <a:pt x="1325003" y="3688442"/>
                  </a:lnTo>
                  <a:lnTo>
                    <a:pt x="1325097" y="3688442"/>
                  </a:lnTo>
                  <a:lnTo>
                    <a:pt x="1325192" y="3688442"/>
                  </a:lnTo>
                  <a:lnTo>
                    <a:pt x="1325286" y="3688442"/>
                  </a:lnTo>
                  <a:lnTo>
                    <a:pt x="1325380" y="3688442"/>
                  </a:lnTo>
                  <a:lnTo>
                    <a:pt x="1325474" y="3688442"/>
                  </a:lnTo>
                  <a:lnTo>
                    <a:pt x="1325568" y="3688442"/>
                  </a:lnTo>
                  <a:lnTo>
                    <a:pt x="1325662" y="3688442"/>
                  </a:lnTo>
                  <a:lnTo>
                    <a:pt x="1325756" y="3688442"/>
                  </a:lnTo>
                  <a:lnTo>
                    <a:pt x="1325851" y="3688442"/>
                  </a:lnTo>
                  <a:lnTo>
                    <a:pt x="1325851" y="3683531"/>
                  </a:lnTo>
                  <a:lnTo>
                    <a:pt x="1325945" y="3683531"/>
                  </a:lnTo>
                  <a:lnTo>
                    <a:pt x="1326039" y="3683531"/>
                  </a:lnTo>
                  <a:lnTo>
                    <a:pt x="1326133" y="3683531"/>
                  </a:lnTo>
                  <a:lnTo>
                    <a:pt x="1326227" y="3683531"/>
                  </a:lnTo>
                  <a:lnTo>
                    <a:pt x="1326321" y="3683531"/>
                  </a:lnTo>
                  <a:lnTo>
                    <a:pt x="1326416" y="3683531"/>
                  </a:lnTo>
                  <a:lnTo>
                    <a:pt x="1326510" y="3683531"/>
                  </a:lnTo>
                  <a:lnTo>
                    <a:pt x="1326604" y="3683531"/>
                  </a:lnTo>
                  <a:lnTo>
                    <a:pt x="1326698" y="3683531"/>
                  </a:lnTo>
                  <a:lnTo>
                    <a:pt x="1326792" y="3683531"/>
                  </a:lnTo>
                  <a:lnTo>
                    <a:pt x="1326886" y="3683531"/>
                  </a:lnTo>
                  <a:lnTo>
                    <a:pt x="1326980" y="3683531"/>
                  </a:lnTo>
                  <a:lnTo>
                    <a:pt x="1327075" y="3683531"/>
                  </a:lnTo>
                  <a:lnTo>
                    <a:pt x="1327075" y="3678619"/>
                  </a:lnTo>
                  <a:lnTo>
                    <a:pt x="1327169" y="3678619"/>
                  </a:lnTo>
                  <a:lnTo>
                    <a:pt x="1327263" y="3678619"/>
                  </a:lnTo>
                  <a:lnTo>
                    <a:pt x="1327357" y="3678619"/>
                  </a:lnTo>
                  <a:lnTo>
                    <a:pt x="1327451" y="3678619"/>
                  </a:lnTo>
                  <a:lnTo>
                    <a:pt x="1327545" y="3678619"/>
                  </a:lnTo>
                  <a:lnTo>
                    <a:pt x="1327640" y="3678619"/>
                  </a:lnTo>
                  <a:lnTo>
                    <a:pt x="1327734" y="3678619"/>
                  </a:lnTo>
                  <a:lnTo>
                    <a:pt x="1327828" y="3678619"/>
                  </a:lnTo>
                  <a:lnTo>
                    <a:pt x="1327922" y="3678619"/>
                  </a:lnTo>
                  <a:lnTo>
                    <a:pt x="1328016" y="3678619"/>
                  </a:lnTo>
                  <a:lnTo>
                    <a:pt x="1328110" y="3678619"/>
                  </a:lnTo>
                  <a:lnTo>
                    <a:pt x="1328204" y="3678619"/>
                  </a:lnTo>
                  <a:lnTo>
                    <a:pt x="1328299" y="3678619"/>
                  </a:lnTo>
                  <a:lnTo>
                    <a:pt x="1328393" y="3678619"/>
                  </a:lnTo>
                  <a:lnTo>
                    <a:pt x="1328487" y="3678619"/>
                  </a:lnTo>
                  <a:lnTo>
                    <a:pt x="1328581" y="3678619"/>
                  </a:lnTo>
                  <a:lnTo>
                    <a:pt x="1328675" y="3678619"/>
                  </a:lnTo>
                  <a:lnTo>
                    <a:pt x="1328769" y="3678619"/>
                  </a:lnTo>
                  <a:lnTo>
                    <a:pt x="1328863" y="3678619"/>
                  </a:lnTo>
                  <a:lnTo>
                    <a:pt x="1328958" y="3678619"/>
                  </a:lnTo>
                  <a:lnTo>
                    <a:pt x="1329052" y="3678619"/>
                  </a:lnTo>
                  <a:lnTo>
                    <a:pt x="1329146" y="3678619"/>
                  </a:lnTo>
                  <a:lnTo>
                    <a:pt x="1329240" y="3678619"/>
                  </a:lnTo>
                  <a:lnTo>
                    <a:pt x="1329334" y="3678619"/>
                  </a:lnTo>
                  <a:lnTo>
                    <a:pt x="1329428" y="3678619"/>
                  </a:lnTo>
                  <a:lnTo>
                    <a:pt x="1329523" y="3678619"/>
                  </a:lnTo>
                  <a:lnTo>
                    <a:pt x="1329617" y="3678619"/>
                  </a:lnTo>
                  <a:lnTo>
                    <a:pt x="1329711" y="3678619"/>
                  </a:lnTo>
                  <a:lnTo>
                    <a:pt x="1329805" y="3678619"/>
                  </a:lnTo>
                  <a:lnTo>
                    <a:pt x="1329899" y="3678619"/>
                  </a:lnTo>
                  <a:lnTo>
                    <a:pt x="1329993" y="3678619"/>
                  </a:lnTo>
                  <a:lnTo>
                    <a:pt x="1330087" y="3678619"/>
                  </a:lnTo>
                  <a:lnTo>
                    <a:pt x="1330182" y="3678619"/>
                  </a:lnTo>
                  <a:lnTo>
                    <a:pt x="1330276" y="3678619"/>
                  </a:lnTo>
                  <a:lnTo>
                    <a:pt x="1330276" y="3673708"/>
                  </a:lnTo>
                  <a:lnTo>
                    <a:pt x="1330370" y="3673708"/>
                  </a:lnTo>
                  <a:lnTo>
                    <a:pt x="1330464" y="3673708"/>
                  </a:lnTo>
                  <a:lnTo>
                    <a:pt x="1330558" y="3673708"/>
                  </a:lnTo>
                  <a:lnTo>
                    <a:pt x="1330652" y="3673708"/>
                  </a:lnTo>
                  <a:lnTo>
                    <a:pt x="1330747" y="3673708"/>
                  </a:lnTo>
                  <a:lnTo>
                    <a:pt x="1330841" y="3673708"/>
                  </a:lnTo>
                  <a:lnTo>
                    <a:pt x="1330935" y="3673708"/>
                  </a:lnTo>
                  <a:lnTo>
                    <a:pt x="1331029" y="3673708"/>
                  </a:lnTo>
                  <a:lnTo>
                    <a:pt x="1331123" y="3673708"/>
                  </a:lnTo>
                  <a:lnTo>
                    <a:pt x="1331217" y="3673708"/>
                  </a:lnTo>
                  <a:lnTo>
                    <a:pt x="1331311" y="3673708"/>
                  </a:lnTo>
                  <a:lnTo>
                    <a:pt x="1331406" y="3673708"/>
                  </a:lnTo>
                  <a:lnTo>
                    <a:pt x="1331500" y="3673708"/>
                  </a:lnTo>
                  <a:lnTo>
                    <a:pt x="1331594" y="3673708"/>
                  </a:lnTo>
                  <a:lnTo>
                    <a:pt x="1331594" y="3668797"/>
                  </a:lnTo>
                  <a:lnTo>
                    <a:pt x="1331688" y="3668797"/>
                  </a:lnTo>
                  <a:lnTo>
                    <a:pt x="1331782" y="3668797"/>
                  </a:lnTo>
                  <a:lnTo>
                    <a:pt x="1331876" y="3668797"/>
                  </a:lnTo>
                  <a:lnTo>
                    <a:pt x="1331971" y="3668797"/>
                  </a:lnTo>
                  <a:lnTo>
                    <a:pt x="1331971" y="3663885"/>
                  </a:lnTo>
                  <a:lnTo>
                    <a:pt x="1332065" y="3663885"/>
                  </a:lnTo>
                  <a:lnTo>
                    <a:pt x="1332159" y="3663885"/>
                  </a:lnTo>
                  <a:lnTo>
                    <a:pt x="1332253" y="3663885"/>
                  </a:lnTo>
                  <a:lnTo>
                    <a:pt x="1332347" y="3663885"/>
                  </a:lnTo>
                  <a:lnTo>
                    <a:pt x="1332347" y="3658974"/>
                  </a:lnTo>
                  <a:lnTo>
                    <a:pt x="1332441" y="3658974"/>
                  </a:lnTo>
                  <a:lnTo>
                    <a:pt x="1332535" y="3658974"/>
                  </a:lnTo>
                  <a:lnTo>
                    <a:pt x="1332630" y="3658974"/>
                  </a:lnTo>
                  <a:lnTo>
                    <a:pt x="1332724" y="3658974"/>
                  </a:lnTo>
                  <a:lnTo>
                    <a:pt x="1332818" y="3658974"/>
                  </a:lnTo>
                  <a:lnTo>
                    <a:pt x="1332912" y="3658974"/>
                  </a:lnTo>
                  <a:lnTo>
                    <a:pt x="1333006" y="3658974"/>
                  </a:lnTo>
                  <a:lnTo>
                    <a:pt x="1333100" y="3658974"/>
                  </a:lnTo>
                  <a:lnTo>
                    <a:pt x="1333194" y="3658974"/>
                  </a:lnTo>
                  <a:lnTo>
                    <a:pt x="1333289" y="3658974"/>
                  </a:lnTo>
                  <a:lnTo>
                    <a:pt x="1333383" y="3658974"/>
                  </a:lnTo>
                  <a:lnTo>
                    <a:pt x="1333477" y="3658974"/>
                  </a:lnTo>
                  <a:lnTo>
                    <a:pt x="1333571" y="3658974"/>
                  </a:lnTo>
                  <a:lnTo>
                    <a:pt x="1333665" y="3658974"/>
                  </a:lnTo>
                  <a:lnTo>
                    <a:pt x="1333759" y="3658974"/>
                  </a:lnTo>
                  <a:lnTo>
                    <a:pt x="1333854" y="3658974"/>
                  </a:lnTo>
                  <a:lnTo>
                    <a:pt x="1333948" y="3658974"/>
                  </a:lnTo>
                  <a:lnTo>
                    <a:pt x="1334042" y="3658974"/>
                  </a:lnTo>
                  <a:lnTo>
                    <a:pt x="1334136" y="3658974"/>
                  </a:lnTo>
                  <a:lnTo>
                    <a:pt x="1334230" y="3658974"/>
                  </a:lnTo>
                  <a:lnTo>
                    <a:pt x="1334324" y="3658974"/>
                  </a:lnTo>
                  <a:lnTo>
                    <a:pt x="1334418" y="3658974"/>
                  </a:lnTo>
                  <a:lnTo>
                    <a:pt x="1334513" y="3658974"/>
                  </a:lnTo>
                  <a:lnTo>
                    <a:pt x="1334607" y="3658974"/>
                  </a:lnTo>
                  <a:lnTo>
                    <a:pt x="1334701" y="3658974"/>
                  </a:lnTo>
                  <a:lnTo>
                    <a:pt x="1334795" y="3658974"/>
                  </a:lnTo>
                  <a:lnTo>
                    <a:pt x="1334889" y="3658974"/>
                  </a:lnTo>
                  <a:lnTo>
                    <a:pt x="1334983" y="3658974"/>
                  </a:lnTo>
                  <a:lnTo>
                    <a:pt x="1335078" y="3658974"/>
                  </a:lnTo>
                  <a:lnTo>
                    <a:pt x="1335172" y="3658974"/>
                  </a:lnTo>
                  <a:lnTo>
                    <a:pt x="1335266" y="3658974"/>
                  </a:lnTo>
                  <a:lnTo>
                    <a:pt x="1335360" y="3658974"/>
                  </a:lnTo>
                  <a:lnTo>
                    <a:pt x="1335454" y="3658974"/>
                  </a:lnTo>
                  <a:lnTo>
                    <a:pt x="1335548" y="3658974"/>
                  </a:lnTo>
                  <a:lnTo>
                    <a:pt x="1335642" y="3658974"/>
                  </a:lnTo>
                  <a:lnTo>
                    <a:pt x="1335737" y="3658974"/>
                  </a:lnTo>
                  <a:lnTo>
                    <a:pt x="1335831" y="3658974"/>
                  </a:lnTo>
                  <a:lnTo>
                    <a:pt x="1335925" y="3658974"/>
                  </a:lnTo>
                  <a:lnTo>
                    <a:pt x="1336019" y="3658974"/>
                  </a:lnTo>
                  <a:lnTo>
                    <a:pt x="1336113" y="3658974"/>
                  </a:lnTo>
                  <a:lnTo>
                    <a:pt x="1336207" y="3658974"/>
                  </a:lnTo>
                  <a:lnTo>
                    <a:pt x="1336302" y="3658974"/>
                  </a:lnTo>
                  <a:lnTo>
                    <a:pt x="1336396" y="3658974"/>
                  </a:lnTo>
                  <a:lnTo>
                    <a:pt x="1336490" y="3658974"/>
                  </a:lnTo>
                  <a:lnTo>
                    <a:pt x="1336584" y="3658974"/>
                  </a:lnTo>
                  <a:lnTo>
                    <a:pt x="1336678" y="3658974"/>
                  </a:lnTo>
                  <a:lnTo>
                    <a:pt x="1336772" y="3658974"/>
                  </a:lnTo>
                  <a:lnTo>
                    <a:pt x="1336866" y="3658974"/>
                  </a:lnTo>
                  <a:lnTo>
                    <a:pt x="1336961" y="3658974"/>
                  </a:lnTo>
                  <a:lnTo>
                    <a:pt x="1337055" y="3658974"/>
                  </a:lnTo>
                  <a:lnTo>
                    <a:pt x="1337055" y="3654062"/>
                  </a:lnTo>
                  <a:lnTo>
                    <a:pt x="1337149" y="3654062"/>
                  </a:lnTo>
                  <a:lnTo>
                    <a:pt x="1337149" y="3649151"/>
                  </a:lnTo>
                  <a:lnTo>
                    <a:pt x="1337243" y="3649151"/>
                  </a:lnTo>
                  <a:lnTo>
                    <a:pt x="1337337" y="3649151"/>
                  </a:lnTo>
                  <a:lnTo>
                    <a:pt x="1337431" y="3649151"/>
                  </a:lnTo>
                  <a:lnTo>
                    <a:pt x="1337525" y="3649151"/>
                  </a:lnTo>
                  <a:lnTo>
                    <a:pt x="1337620" y="3649151"/>
                  </a:lnTo>
                  <a:lnTo>
                    <a:pt x="1337714" y="3649151"/>
                  </a:lnTo>
                  <a:lnTo>
                    <a:pt x="1337808" y="3649151"/>
                  </a:lnTo>
                  <a:lnTo>
                    <a:pt x="1337902" y="3649151"/>
                  </a:lnTo>
                  <a:lnTo>
                    <a:pt x="1337996" y="3649151"/>
                  </a:lnTo>
                  <a:lnTo>
                    <a:pt x="1338090" y="3649151"/>
                  </a:lnTo>
                  <a:lnTo>
                    <a:pt x="1338185" y="3649151"/>
                  </a:lnTo>
                  <a:lnTo>
                    <a:pt x="1338279" y="3649151"/>
                  </a:lnTo>
                  <a:lnTo>
                    <a:pt x="1338373" y="3649151"/>
                  </a:lnTo>
                  <a:lnTo>
                    <a:pt x="1338467" y="3649151"/>
                  </a:lnTo>
                  <a:lnTo>
                    <a:pt x="1338561" y="3649151"/>
                  </a:lnTo>
                  <a:lnTo>
                    <a:pt x="1338655" y="3649151"/>
                  </a:lnTo>
                  <a:lnTo>
                    <a:pt x="1338749" y="3649151"/>
                  </a:lnTo>
                  <a:lnTo>
                    <a:pt x="1338844" y="3649151"/>
                  </a:lnTo>
                  <a:lnTo>
                    <a:pt x="1338938" y="3649151"/>
                  </a:lnTo>
                  <a:lnTo>
                    <a:pt x="1338938" y="3644240"/>
                  </a:lnTo>
                  <a:lnTo>
                    <a:pt x="1339032" y="3644240"/>
                  </a:lnTo>
                  <a:lnTo>
                    <a:pt x="1339126" y="3644240"/>
                  </a:lnTo>
                  <a:lnTo>
                    <a:pt x="1339220" y="3644240"/>
                  </a:lnTo>
                  <a:lnTo>
                    <a:pt x="1339314" y="3644240"/>
                  </a:lnTo>
                  <a:lnTo>
                    <a:pt x="1339409" y="3644240"/>
                  </a:lnTo>
                  <a:lnTo>
                    <a:pt x="1339503" y="3644240"/>
                  </a:lnTo>
                  <a:lnTo>
                    <a:pt x="1339597" y="3644240"/>
                  </a:lnTo>
                  <a:lnTo>
                    <a:pt x="1339691" y="3644240"/>
                  </a:lnTo>
                  <a:lnTo>
                    <a:pt x="1339785" y="3644240"/>
                  </a:lnTo>
                  <a:lnTo>
                    <a:pt x="1339879" y="3644240"/>
                  </a:lnTo>
                  <a:lnTo>
                    <a:pt x="1339973" y="3644240"/>
                  </a:lnTo>
                  <a:lnTo>
                    <a:pt x="1340068" y="3644240"/>
                  </a:lnTo>
                  <a:lnTo>
                    <a:pt x="1340162" y="3644240"/>
                  </a:lnTo>
                  <a:lnTo>
                    <a:pt x="1340256" y="3644240"/>
                  </a:lnTo>
                  <a:lnTo>
                    <a:pt x="1340350" y="3644240"/>
                  </a:lnTo>
                  <a:lnTo>
                    <a:pt x="1340444" y="3644240"/>
                  </a:lnTo>
                  <a:lnTo>
                    <a:pt x="1340538" y="3644240"/>
                  </a:lnTo>
                  <a:lnTo>
                    <a:pt x="1340633" y="3644240"/>
                  </a:lnTo>
                  <a:lnTo>
                    <a:pt x="1340727" y="3644240"/>
                  </a:lnTo>
                  <a:lnTo>
                    <a:pt x="1340821" y="3644240"/>
                  </a:lnTo>
                  <a:lnTo>
                    <a:pt x="1340915" y="3644240"/>
                  </a:lnTo>
                  <a:lnTo>
                    <a:pt x="1341009" y="3644240"/>
                  </a:lnTo>
                  <a:lnTo>
                    <a:pt x="1341103" y="3644240"/>
                  </a:lnTo>
                  <a:lnTo>
                    <a:pt x="1341197" y="3644240"/>
                  </a:lnTo>
                  <a:lnTo>
                    <a:pt x="1341292" y="3644240"/>
                  </a:lnTo>
                  <a:lnTo>
                    <a:pt x="1341292" y="3639328"/>
                  </a:lnTo>
                  <a:lnTo>
                    <a:pt x="1341386" y="3639328"/>
                  </a:lnTo>
                  <a:lnTo>
                    <a:pt x="1341480" y="3639328"/>
                  </a:lnTo>
                  <a:lnTo>
                    <a:pt x="1341574" y="3639328"/>
                  </a:lnTo>
                  <a:lnTo>
                    <a:pt x="1341668" y="3639328"/>
                  </a:lnTo>
                  <a:lnTo>
                    <a:pt x="1341762" y="3639328"/>
                  </a:lnTo>
                  <a:lnTo>
                    <a:pt x="1341856" y="3639328"/>
                  </a:lnTo>
                  <a:lnTo>
                    <a:pt x="1341951" y="3639328"/>
                  </a:lnTo>
                  <a:lnTo>
                    <a:pt x="1342045" y="3639328"/>
                  </a:lnTo>
                  <a:lnTo>
                    <a:pt x="1342139" y="3639328"/>
                  </a:lnTo>
                  <a:lnTo>
                    <a:pt x="1342233" y="3639328"/>
                  </a:lnTo>
                  <a:lnTo>
                    <a:pt x="1342233" y="3634417"/>
                  </a:lnTo>
                  <a:lnTo>
                    <a:pt x="1342327" y="3634417"/>
                  </a:lnTo>
                  <a:lnTo>
                    <a:pt x="1342421" y="3634417"/>
                  </a:lnTo>
                  <a:lnTo>
                    <a:pt x="1342516" y="3634417"/>
                  </a:lnTo>
                  <a:lnTo>
                    <a:pt x="1342610" y="3634417"/>
                  </a:lnTo>
                  <a:lnTo>
                    <a:pt x="1342704" y="3634417"/>
                  </a:lnTo>
                  <a:lnTo>
                    <a:pt x="1342798" y="3634417"/>
                  </a:lnTo>
                  <a:lnTo>
                    <a:pt x="1342892" y="3634417"/>
                  </a:lnTo>
                  <a:lnTo>
                    <a:pt x="1342986" y="3634417"/>
                  </a:lnTo>
                  <a:lnTo>
                    <a:pt x="1343080" y="3634417"/>
                  </a:lnTo>
                  <a:lnTo>
                    <a:pt x="1343175" y="3634417"/>
                  </a:lnTo>
                  <a:lnTo>
                    <a:pt x="1343269" y="3634417"/>
                  </a:lnTo>
                  <a:lnTo>
                    <a:pt x="1343363" y="3634417"/>
                  </a:lnTo>
                  <a:lnTo>
                    <a:pt x="1343457" y="3634417"/>
                  </a:lnTo>
                  <a:lnTo>
                    <a:pt x="1343551" y="3634417"/>
                  </a:lnTo>
                  <a:lnTo>
                    <a:pt x="1343645" y="3634417"/>
                  </a:lnTo>
                  <a:lnTo>
                    <a:pt x="1343740" y="3634417"/>
                  </a:lnTo>
                  <a:lnTo>
                    <a:pt x="1343834" y="3634417"/>
                  </a:lnTo>
                  <a:lnTo>
                    <a:pt x="1343928" y="3634417"/>
                  </a:lnTo>
                  <a:lnTo>
                    <a:pt x="1344022" y="3634417"/>
                  </a:lnTo>
                  <a:lnTo>
                    <a:pt x="1344116" y="3634417"/>
                  </a:lnTo>
                  <a:lnTo>
                    <a:pt x="1344210" y="3634417"/>
                  </a:lnTo>
                  <a:lnTo>
                    <a:pt x="1344304" y="3634417"/>
                  </a:lnTo>
                  <a:lnTo>
                    <a:pt x="1344399" y="3634417"/>
                  </a:lnTo>
                  <a:lnTo>
                    <a:pt x="1344493" y="3634417"/>
                  </a:lnTo>
                  <a:lnTo>
                    <a:pt x="1344587" y="3634417"/>
                  </a:lnTo>
                  <a:lnTo>
                    <a:pt x="1344681" y="3634417"/>
                  </a:lnTo>
                  <a:lnTo>
                    <a:pt x="1344775" y="3634417"/>
                  </a:lnTo>
                  <a:lnTo>
                    <a:pt x="1344869" y="3634417"/>
                  </a:lnTo>
                  <a:lnTo>
                    <a:pt x="1344964" y="3634417"/>
                  </a:lnTo>
                  <a:lnTo>
                    <a:pt x="1345058" y="3634417"/>
                  </a:lnTo>
                  <a:lnTo>
                    <a:pt x="1345152" y="3634417"/>
                  </a:lnTo>
                  <a:lnTo>
                    <a:pt x="1345246" y="3634417"/>
                  </a:lnTo>
                  <a:lnTo>
                    <a:pt x="1345340" y="3634417"/>
                  </a:lnTo>
                  <a:lnTo>
                    <a:pt x="1345434" y="3634417"/>
                  </a:lnTo>
                  <a:lnTo>
                    <a:pt x="1345528" y="3634417"/>
                  </a:lnTo>
                  <a:lnTo>
                    <a:pt x="1345623" y="3634417"/>
                  </a:lnTo>
                  <a:lnTo>
                    <a:pt x="1345717" y="3634417"/>
                  </a:lnTo>
                  <a:lnTo>
                    <a:pt x="1345811" y="3634417"/>
                  </a:lnTo>
                  <a:lnTo>
                    <a:pt x="1345905" y="3634417"/>
                  </a:lnTo>
                  <a:lnTo>
                    <a:pt x="1345999" y="3634417"/>
                  </a:lnTo>
                  <a:lnTo>
                    <a:pt x="1345999" y="3629506"/>
                  </a:lnTo>
                  <a:lnTo>
                    <a:pt x="1346093" y="3629506"/>
                  </a:lnTo>
                  <a:lnTo>
                    <a:pt x="1346187" y="3629506"/>
                  </a:lnTo>
                  <a:lnTo>
                    <a:pt x="1346282" y="3629506"/>
                  </a:lnTo>
                  <a:lnTo>
                    <a:pt x="1346376" y="3629506"/>
                  </a:lnTo>
                  <a:lnTo>
                    <a:pt x="1346470" y="3629506"/>
                  </a:lnTo>
                  <a:lnTo>
                    <a:pt x="1346564" y="3629506"/>
                  </a:lnTo>
                  <a:lnTo>
                    <a:pt x="1346658" y="3629506"/>
                  </a:lnTo>
                  <a:lnTo>
                    <a:pt x="1346752" y="3629506"/>
                  </a:lnTo>
                  <a:lnTo>
                    <a:pt x="1346847" y="3629506"/>
                  </a:lnTo>
                  <a:lnTo>
                    <a:pt x="1346941" y="3629506"/>
                  </a:lnTo>
                  <a:lnTo>
                    <a:pt x="1347035" y="3629506"/>
                  </a:lnTo>
                  <a:lnTo>
                    <a:pt x="1347129" y="3629506"/>
                  </a:lnTo>
                  <a:lnTo>
                    <a:pt x="1347223" y="3629506"/>
                  </a:lnTo>
                  <a:lnTo>
                    <a:pt x="1347317" y="3629506"/>
                  </a:lnTo>
                  <a:lnTo>
                    <a:pt x="1347411" y="3629506"/>
                  </a:lnTo>
                  <a:lnTo>
                    <a:pt x="1347506" y="3629506"/>
                  </a:lnTo>
                  <a:lnTo>
                    <a:pt x="1347600" y="3629506"/>
                  </a:lnTo>
                  <a:lnTo>
                    <a:pt x="1347694" y="3629506"/>
                  </a:lnTo>
                  <a:lnTo>
                    <a:pt x="1347788" y="3629506"/>
                  </a:lnTo>
                  <a:lnTo>
                    <a:pt x="1347882" y="3629506"/>
                  </a:lnTo>
                  <a:lnTo>
                    <a:pt x="1347976" y="3629506"/>
                  </a:lnTo>
                  <a:lnTo>
                    <a:pt x="1348071" y="3629506"/>
                  </a:lnTo>
                  <a:lnTo>
                    <a:pt x="1348165" y="3629506"/>
                  </a:lnTo>
                  <a:lnTo>
                    <a:pt x="1348259" y="3629506"/>
                  </a:lnTo>
                  <a:lnTo>
                    <a:pt x="1348353" y="3629506"/>
                  </a:lnTo>
                  <a:lnTo>
                    <a:pt x="1348447" y="3629506"/>
                  </a:lnTo>
                  <a:lnTo>
                    <a:pt x="1348541" y="3629506"/>
                  </a:lnTo>
                  <a:lnTo>
                    <a:pt x="1348635" y="3629506"/>
                  </a:lnTo>
                  <a:lnTo>
                    <a:pt x="1348730" y="3629506"/>
                  </a:lnTo>
                  <a:lnTo>
                    <a:pt x="1348730" y="3624594"/>
                  </a:lnTo>
                  <a:lnTo>
                    <a:pt x="1348824" y="3624594"/>
                  </a:lnTo>
                  <a:lnTo>
                    <a:pt x="1348918" y="3624594"/>
                  </a:lnTo>
                  <a:lnTo>
                    <a:pt x="1349012" y="3624594"/>
                  </a:lnTo>
                  <a:lnTo>
                    <a:pt x="1349106" y="3624594"/>
                  </a:lnTo>
                  <a:lnTo>
                    <a:pt x="1349200" y="3624594"/>
                  </a:lnTo>
                  <a:lnTo>
                    <a:pt x="1349295" y="3624594"/>
                  </a:lnTo>
                  <a:lnTo>
                    <a:pt x="1349389" y="3624594"/>
                  </a:lnTo>
                  <a:lnTo>
                    <a:pt x="1349483" y="3624594"/>
                  </a:lnTo>
                  <a:lnTo>
                    <a:pt x="1349577" y="3624594"/>
                  </a:lnTo>
                  <a:lnTo>
                    <a:pt x="1349671" y="3624594"/>
                  </a:lnTo>
                  <a:lnTo>
                    <a:pt x="1349765" y="3624594"/>
                  </a:lnTo>
                  <a:lnTo>
                    <a:pt x="1349859" y="3624594"/>
                  </a:lnTo>
                  <a:lnTo>
                    <a:pt x="1349954" y="3624594"/>
                  </a:lnTo>
                  <a:lnTo>
                    <a:pt x="1350048" y="3624594"/>
                  </a:lnTo>
                  <a:lnTo>
                    <a:pt x="1350142" y="3624594"/>
                  </a:lnTo>
                  <a:lnTo>
                    <a:pt x="1350236" y="3624594"/>
                  </a:lnTo>
                  <a:lnTo>
                    <a:pt x="1350236" y="3619683"/>
                  </a:lnTo>
                  <a:lnTo>
                    <a:pt x="1350330" y="3619683"/>
                  </a:lnTo>
                  <a:lnTo>
                    <a:pt x="1350424" y="3619683"/>
                  </a:lnTo>
                  <a:lnTo>
                    <a:pt x="1350518" y="3619683"/>
                  </a:lnTo>
                  <a:lnTo>
                    <a:pt x="1350613" y="3619683"/>
                  </a:lnTo>
                  <a:lnTo>
                    <a:pt x="1350707" y="3619683"/>
                  </a:lnTo>
                  <a:lnTo>
                    <a:pt x="1350801" y="3619683"/>
                  </a:lnTo>
                  <a:lnTo>
                    <a:pt x="1350895" y="3619683"/>
                  </a:lnTo>
                  <a:lnTo>
                    <a:pt x="1350989" y="3619683"/>
                  </a:lnTo>
                  <a:lnTo>
                    <a:pt x="1351083" y="3619683"/>
                  </a:lnTo>
                  <a:lnTo>
                    <a:pt x="1351178" y="3619683"/>
                  </a:lnTo>
                  <a:lnTo>
                    <a:pt x="1351272" y="3619683"/>
                  </a:lnTo>
                  <a:lnTo>
                    <a:pt x="1351366" y="3619683"/>
                  </a:lnTo>
                  <a:lnTo>
                    <a:pt x="1351460" y="3619683"/>
                  </a:lnTo>
                  <a:lnTo>
                    <a:pt x="1351554" y="3619683"/>
                  </a:lnTo>
                  <a:lnTo>
                    <a:pt x="1351648" y="3619683"/>
                  </a:lnTo>
                  <a:lnTo>
                    <a:pt x="1351742" y="3619683"/>
                  </a:lnTo>
                  <a:lnTo>
                    <a:pt x="1351837" y="3619683"/>
                  </a:lnTo>
                  <a:lnTo>
                    <a:pt x="1351931" y="3619683"/>
                  </a:lnTo>
                  <a:lnTo>
                    <a:pt x="1352025" y="3619683"/>
                  </a:lnTo>
                  <a:lnTo>
                    <a:pt x="1352119" y="3619683"/>
                  </a:lnTo>
                  <a:lnTo>
                    <a:pt x="1352213" y="3619683"/>
                  </a:lnTo>
                  <a:lnTo>
                    <a:pt x="1352307" y="3619683"/>
                  </a:lnTo>
                  <a:lnTo>
                    <a:pt x="1352402" y="3619683"/>
                  </a:lnTo>
                  <a:lnTo>
                    <a:pt x="1352402" y="3614771"/>
                  </a:lnTo>
                  <a:lnTo>
                    <a:pt x="1352496" y="3614771"/>
                  </a:lnTo>
                  <a:lnTo>
                    <a:pt x="1352590" y="3614771"/>
                  </a:lnTo>
                  <a:lnTo>
                    <a:pt x="1352684" y="3614771"/>
                  </a:lnTo>
                  <a:lnTo>
                    <a:pt x="1352778" y="3614771"/>
                  </a:lnTo>
                  <a:lnTo>
                    <a:pt x="1352872" y="3614771"/>
                  </a:lnTo>
                  <a:lnTo>
                    <a:pt x="1352966" y="3614771"/>
                  </a:lnTo>
                  <a:lnTo>
                    <a:pt x="1353061" y="3614771"/>
                  </a:lnTo>
                  <a:lnTo>
                    <a:pt x="1353155" y="3614771"/>
                  </a:lnTo>
                  <a:lnTo>
                    <a:pt x="1353249" y="3614771"/>
                  </a:lnTo>
                  <a:lnTo>
                    <a:pt x="1353343" y="3614771"/>
                  </a:lnTo>
                  <a:lnTo>
                    <a:pt x="1353437" y="3614771"/>
                  </a:lnTo>
                  <a:lnTo>
                    <a:pt x="1353531" y="3614771"/>
                  </a:lnTo>
                  <a:lnTo>
                    <a:pt x="1353626" y="3614771"/>
                  </a:lnTo>
                  <a:lnTo>
                    <a:pt x="1353720" y="3614771"/>
                  </a:lnTo>
                  <a:lnTo>
                    <a:pt x="1353814" y="3614771"/>
                  </a:lnTo>
                  <a:lnTo>
                    <a:pt x="1353908" y="3614771"/>
                  </a:lnTo>
                  <a:lnTo>
                    <a:pt x="1354002" y="3614771"/>
                  </a:lnTo>
                  <a:lnTo>
                    <a:pt x="1354096" y="3614771"/>
                  </a:lnTo>
                  <a:lnTo>
                    <a:pt x="1354190" y="3614771"/>
                  </a:lnTo>
                  <a:lnTo>
                    <a:pt x="1354285" y="3614771"/>
                  </a:lnTo>
                  <a:lnTo>
                    <a:pt x="1354379" y="3614771"/>
                  </a:lnTo>
                  <a:lnTo>
                    <a:pt x="1354473" y="3614771"/>
                  </a:lnTo>
                  <a:lnTo>
                    <a:pt x="1354567" y="3614771"/>
                  </a:lnTo>
                  <a:lnTo>
                    <a:pt x="1354661" y="3614771"/>
                  </a:lnTo>
                  <a:lnTo>
                    <a:pt x="1354755" y="3614771"/>
                  </a:lnTo>
                  <a:lnTo>
                    <a:pt x="1354850" y="3614771"/>
                  </a:lnTo>
                  <a:lnTo>
                    <a:pt x="1354944" y="3614771"/>
                  </a:lnTo>
                  <a:lnTo>
                    <a:pt x="1354944" y="3609860"/>
                  </a:lnTo>
                  <a:lnTo>
                    <a:pt x="1355038" y="3609860"/>
                  </a:lnTo>
                  <a:lnTo>
                    <a:pt x="1355132" y="3609860"/>
                  </a:lnTo>
                  <a:lnTo>
                    <a:pt x="1355226" y="3609860"/>
                  </a:lnTo>
                  <a:lnTo>
                    <a:pt x="1355320" y="3609860"/>
                  </a:lnTo>
                  <a:lnTo>
                    <a:pt x="1355414" y="3609860"/>
                  </a:lnTo>
                  <a:lnTo>
                    <a:pt x="1355509" y="3609860"/>
                  </a:lnTo>
                  <a:lnTo>
                    <a:pt x="1355603" y="3609860"/>
                  </a:lnTo>
                  <a:lnTo>
                    <a:pt x="1355697" y="3609860"/>
                  </a:lnTo>
                  <a:lnTo>
                    <a:pt x="1355791" y="3609860"/>
                  </a:lnTo>
                  <a:lnTo>
                    <a:pt x="1355885" y="3609860"/>
                  </a:lnTo>
                  <a:lnTo>
                    <a:pt x="1355979" y="3609860"/>
                  </a:lnTo>
                  <a:lnTo>
                    <a:pt x="1356073" y="3609860"/>
                  </a:lnTo>
                  <a:lnTo>
                    <a:pt x="1356168" y="3609860"/>
                  </a:lnTo>
                  <a:lnTo>
                    <a:pt x="1356262" y="3609860"/>
                  </a:lnTo>
                  <a:lnTo>
                    <a:pt x="1356356" y="3609860"/>
                  </a:lnTo>
                  <a:lnTo>
                    <a:pt x="1356450" y="3609860"/>
                  </a:lnTo>
                  <a:lnTo>
                    <a:pt x="1356544" y="3609860"/>
                  </a:lnTo>
                  <a:lnTo>
                    <a:pt x="1356638" y="3609860"/>
                  </a:lnTo>
                  <a:lnTo>
                    <a:pt x="1356733" y="3609860"/>
                  </a:lnTo>
                  <a:lnTo>
                    <a:pt x="1356827" y="3609860"/>
                  </a:lnTo>
                  <a:lnTo>
                    <a:pt x="1356921" y="3609860"/>
                  </a:lnTo>
                  <a:lnTo>
                    <a:pt x="1357015" y="3609860"/>
                  </a:lnTo>
                  <a:lnTo>
                    <a:pt x="1357109" y="3609860"/>
                  </a:lnTo>
                  <a:lnTo>
                    <a:pt x="1357203" y="3609860"/>
                  </a:lnTo>
                  <a:lnTo>
                    <a:pt x="1357297" y="3609860"/>
                  </a:lnTo>
                  <a:lnTo>
                    <a:pt x="1357392" y="3609860"/>
                  </a:lnTo>
                  <a:lnTo>
                    <a:pt x="1357486" y="3609860"/>
                  </a:lnTo>
                  <a:lnTo>
                    <a:pt x="1357580" y="3609860"/>
                  </a:lnTo>
                  <a:lnTo>
                    <a:pt x="1357674" y="3609860"/>
                  </a:lnTo>
                  <a:lnTo>
                    <a:pt x="1357768" y="3609860"/>
                  </a:lnTo>
                  <a:lnTo>
                    <a:pt x="1357862" y="3609860"/>
                  </a:lnTo>
                  <a:lnTo>
                    <a:pt x="1357957" y="3609860"/>
                  </a:lnTo>
                  <a:lnTo>
                    <a:pt x="1358051" y="3609860"/>
                  </a:lnTo>
                  <a:lnTo>
                    <a:pt x="1358145" y="3609860"/>
                  </a:lnTo>
                  <a:lnTo>
                    <a:pt x="1358239" y="3609860"/>
                  </a:lnTo>
                  <a:lnTo>
                    <a:pt x="1358333" y="3609860"/>
                  </a:lnTo>
                  <a:lnTo>
                    <a:pt x="1358427" y="3609860"/>
                  </a:lnTo>
                  <a:lnTo>
                    <a:pt x="1358521" y="3609860"/>
                  </a:lnTo>
                  <a:lnTo>
                    <a:pt x="1358616" y="3609860"/>
                  </a:lnTo>
                  <a:lnTo>
                    <a:pt x="1358710" y="3609860"/>
                  </a:lnTo>
                  <a:lnTo>
                    <a:pt x="1358804" y="3609860"/>
                  </a:lnTo>
                  <a:lnTo>
                    <a:pt x="1358898" y="3609860"/>
                  </a:lnTo>
                  <a:lnTo>
                    <a:pt x="1358992" y="3609860"/>
                  </a:lnTo>
                  <a:lnTo>
                    <a:pt x="1359086" y="3609860"/>
                  </a:lnTo>
                  <a:lnTo>
                    <a:pt x="1359181" y="3609860"/>
                  </a:lnTo>
                  <a:lnTo>
                    <a:pt x="1359275" y="3609860"/>
                  </a:lnTo>
                  <a:lnTo>
                    <a:pt x="1359369" y="3609860"/>
                  </a:lnTo>
                  <a:lnTo>
                    <a:pt x="1359463" y="3609860"/>
                  </a:lnTo>
                  <a:lnTo>
                    <a:pt x="1359557" y="3609860"/>
                  </a:lnTo>
                  <a:lnTo>
                    <a:pt x="1359651" y="3609860"/>
                  </a:lnTo>
                  <a:lnTo>
                    <a:pt x="1359745" y="3609860"/>
                  </a:lnTo>
                  <a:lnTo>
                    <a:pt x="1359840" y="3609860"/>
                  </a:lnTo>
                  <a:lnTo>
                    <a:pt x="1359934" y="3609860"/>
                  </a:lnTo>
                  <a:lnTo>
                    <a:pt x="1360028" y="3609860"/>
                  </a:lnTo>
                  <a:lnTo>
                    <a:pt x="1360122" y="3609860"/>
                  </a:lnTo>
                  <a:lnTo>
                    <a:pt x="1360216" y="3609860"/>
                  </a:lnTo>
                  <a:lnTo>
                    <a:pt x="1360310" y="3609860"/>
                  </a:lnTo>
                  <a:lnTo>
                    <a:pt x="1360404" y="3609860"/>
                  </a:lnTo>
                  <a:lnTo>
                    <a:pt x="1360404" y="3604949"/>
                  </a:lnTo>
                  <a:lnTo>
                    <a:pt x="1360499" y="3604949"/>
                  </a:lnTo>
                  <a:lnTo>
                    <a:pt x="1360593" y="3604949"/>
                  </a:lnTo>
                  <a:lnTo>
                    <a:pt x="1360687" y="3604949"/>
                  </a:lnTo>
                  <a:lnTo>
                    <a:pt x="1360781" y="3604949"/>
                  </a:lnTo>
                  <a:lnTo>
                    <a:pt x="1360875" y="3604949"/>
                  </a:lnTo>
                  <a:lnTo>
                    <a:pt x="1360969" y="3604949"/>
                  </a:lnTo>
                  <a:lnTo>
                    <a:pt x="1361064" y="3604949"/>
                  </a:lnTo>
                  <a:lnTo>
                    <a:pt x="1361158" y="3604949"/>
                  </a:lnTo>
                  <a:lnTo>
                    <a:pt x="1361252" y="3604949"/>
                  </a:lnTo>
                  <a:lnTo>
                    <a:pt x="1361346" y="3604949"/>
                  </a:lnTo>
                  <a:lnTo>
                    <a:pt x="1361440" y="3604949"/>
                  </a:lnTo>
                  <a:lnTo>
                    <a:pt x="1361534" y="3604949"/>
                  </a:lnTo>
                  <a:lnTo>
                    <a:pt x="1361628" y="3604949"/>
                  </a:lnTo>
                  <a:lnTo>
                    <a:pt x="1361723" y="3604949"/>
                  </a:lnTo>
                  <a:lnTo>
                    <a:pt x="1361817" y="3604949"/>
                  </a:lnTo>
                  <a:lnTo>
                    <a:pt x="1361911" y="3604949"/>
                  </a:lnTo>
                  <a:lnTo>
                    <a:pt x="1362005" y="3604949"/>
                  </a:lnTo>
                  <a:lnTo>
                    <a:pt x="1362099" y="3604949"/>
                  </a:lnTo>
                  <a:lnTo>
                    <a:pt x="1362193" y="3604949"/>
                  </a:lnTo>
                  <a:lnTo>
                    <a:pt x="1362288" y="3604949"/>
                  </a:lnTo>
                  <a:lnTo>
                    <a:pt x="1362382" y="3604949"/>
                  </a:lnTo>
                  <a:lnTo>
                    <a:pt x="1362476" y="3604949"/>
                  </a:lnTo>
                  <a:lnTo>
                    <a:pt x="1362570" y="3604949"/>
                  </a:lnTo>
                  <a:lnTo>
                    <a:pt x="1362664" y="3604949"/>
                  </a:lnTo>
                  <a:lnTo>
                    <a:pt x="1362758" y="3604949"/>
                  </a:lnTo>
                  <a:lnTo>
                    <a:pt x="1362852" y="3604949"/>
                  </a:lnTo>
                  <a:lnTo>
                    <a:pt x="1362947" y="3604949"/>
                  </a:lnTo>
                  <a:lnTo>
                    <a:pt x="1363041" y="3604949"/>
                  </a:lnTo>
                  <a:lnTo>
                    <a:pt x="1363135" y="3604949"/>
                  </a:lnTo>
                  <a:lnTo>
                    <a:pt x="1363229" y="3604949"/>
                  </a:lnTo>
                  <a:lnTo>
                    <a:pt x="1363323" y="3604949"/>
                  </a:lnTo>
                  <a:lnTo>
                    <a:pt x="1363417" y="3604949"/>
                  </a:lnTo>
                  <a:lnTo>
                    <a:pt x="1363512" y="3604949"/>
                  </a:lnTo>
                  <a:lnTo>
                    <a:pt x="1363606" y="3604949"/>
                  </a:lnTo>
                  <a:lnTo>
                    <a:pt x="1363700" y="3604949"/>
                  </a:lnTo>
                  <a:lnTo>
                    <a:pt x="1363794" y="3604949"/>
                  </a:lnTo>
                  <a:lnTo>
                    <a:pt x="1363888" y="3604949"/>
                  </a:lnTo>
                  <a:lnTo>
                    <a:pt x="1363982" y="3604949"/>
                  </a:lnTo>
                  <a:lnTo>
                    <a:pt x="1364076" y="3604949"/>
                  </a:lnTo>
                  <a:lnTo>
                    <a:pt x="1364171" y="3604949"/>
                  </a:lnTo>
                  <a:lnTo>
                    <a:pt x="1364265" y="3604949"/>
                  </a:lnTo>
                  <a:lnTo>
                    <a:pt x="1364359" y="3604949"/>
                  </a:lnTo>
                  <a:lnTo>
                    <a:pt x="1364453" y="3604949"/>
                  </a:lnTo>
                  <a:lnTo>
                    <a:pt x="1364547" y="3604949"/>
                  </a:lnTo>
                  <a:lnTo>
                    <a:pt x="1364547" y="3600037"/>
                  </a:lnTo>
                  <a:lnTo>
                    <a:pt x="1364641" y="3600037"/>
                  </a:lnTo>
                  <a:lnTo>
                    <a:pt x="1364735" y="3600037"/>
                  </a:lnTo>
                  <a:lnTo>
                    <a:pt x="1364830" y="3600037"/>
                  </a:lnTo>
                  <a:lnTo>
                    <a:pt x="1364924" y="3600037"/>
                  </a:lnTo>
                  <a:lnTo>
                    <a:pt x="1365018" y="3600037"/>
                  </a:lnTo>
                  <a:lnTo>
                    <a:pt x="1365112" y="3600037"/>
                  </a:lnTo>
                  <a:lnTo>
                    <a:pt x="1365112" y="3595126"/>
                  </a:lnTo>
                  <a:lnTo>
                    <a:pt x="1365206" y="3595126"/>
                  </a:lnTo>
                  <a:lnTo>
                    <a:pt x="1365300" y="3595126"/>
                  </a:lnTo>
                  <a:lnTo>
                    <a:pt x="1365395" y="3595126"/>
                  </a:lnTo>
                  <a:lnTo>
                    <a:pt x="1365489" y="3595126"/>
                  </a:lnTo>
                  <a:lnTo>
                    <a:pt x="1365583" y="3595126"/>
                  </a:lnTo>
                  <a:lnTo>
                    <a:pt x="1365677" y="3595126"/>
                  </a:lnTo>
                  <a:lnTo>
                    <a:pt x="1365771" y="3595126"/>
                  </a:lnTo>
                  <a:lnTo>
                    <a:pt x="1365865" y="3595126"/>
                  </a:lnTo>
                  <a:lnTo>
                    <a:pt x="1365959" y="3595126"/>
                  </a:lnTo>
                  <a:lnTo>
                    <a:pt x="1366054" y="3595126"/>
                  </a:lnTo>
                  <a:lnTo>
                    <a:pt x="1366054" y="3590215"/>
                  </a:lnTo>
                  <a:lnTo>
                    <a:pt x="1366148" y="3590215"/>
                  </a:lnTo>
                  <a:lnTo>
                    <a:pt x="1366242" y="3590215"/>
                  </a:lnTo>
                  <a:lnTo>
                    <a:pt x="1366336" y="3590215"/>
                  </a:lnTo>
                  <a:lnTo>
                    <a:pt x="1366430" y="3590215"/>
                  </a:lnTo>
                  <a:lnTo>
                    <a:pt x="1366524" y="3590215"/>
                  </a:lnTo>
                  <a:lnTo>
                    <a:pt x="1366619" y="3590215"/>
                  </a:lnTo>
                  <a:lnTo>
                    <a:pt x="1366713" y="3590215"/>
                  </a:lnTo>
                  <a:lnTo>
                    <a:pt x="1366807" y="3590215"/>
                  </a:lnTo>
                  <a:lnTo>
                    <a:pt x="1366901" y="3590215"/>
                  </a:lnTo>
                  <a:lnTo>
                    <a:pt x="1366995" y="3590215"/>
                  </a:lnTo>
                  <a:lnTo>
                    <a:pt x="1367089" y="3590215"/>
                  </a:lnTo>
                  <a:lnTo>
                    <a:pt x="1367183" y="3590215"/>
                  </a:lnTo>
                  <a:lnTo>
                    <a:pt x="1367278" y="3590215"/>
                  </a:lnTo>
                  <a:lnTo>
                    <a:pt x="1367372" y="3590215"/>
                  </a:lnTo>
                  <a:lnTo>
                    <a:pt x="1367466" y="3590215"/>
                  </a:lnTo>
                  <a:lnTo>
                    <a:pt x="1367560" y="3590215"/>
                  </a:lnTo>
                  <a:lnTo>
                    <a:pt x="1367654" y="3590215"/>
                  </a:lnTo>
                  <a:lnTo>
                    <a:pt x="1367748" y="3590215"/>
                  </a:lnTo>
                  <a:lnTo>
                    <a:pt x="1367843" y="3590215"/>
                  </a:lnTo>
                  <a:lnTo>
                    <a:pt x="1367937" y="3590215"/>
                  </a:lnTo>
                  <a:lnTo>
                    <a:pt x="1368031" y="3590215"/>
                  </a:lnTo>
                  <a:lnTo>
                    <a:pt x="1368125" y="3590215"/>
                  </a:lnTo>
                  <a:lnTo>
                    <a:pt x="1368219" y="3590215"/>
                  </a:lnTo>
                  <a:lnTo>
                    <a:pt x="1368313" y="3590215"/>
                  </a:lnTo>
                  <a:lnTo>
                    <a:pt x="1368407" y="3590215"/>
                  </a:lnTo>
                  <a:lnTo>
                    <a:pt x="1368502" y="3590215"/>
                  </a:lnTo>
                  <a:lnTo>
                    <a:pt x="1368596" y="3590215"/>
                  </a:lnTo>
                  <a:lnTo>
                    <a:pt x="1368690" y="3590215"/>
                  </a:lnTo>
                  <a:lnTo>
                    <a:pt x="1368784" y="3590215"/>
                  </a:lnTo>
                  <a:lnTo>
                    <a:pt x="1368878" y="3590215"/>
                  </a:lnTo>
                  <a:lnTo>
                    <a:pt x="1368972" y="3590215"/>
                  </a:lnTo>
                  <a:lnTo>
                    <a:pt x="1369066" y="3590215"/>
                  </a:lnTo>
                  <a:lnTo>
                    <a:pt x="1369161" y="3590215"/>
                  </a:lnTo>
                  <a:lnTo>
                    <a:pt x="1369255" y="3590215"/>
                  </a:lnTo>
                  <a:lnTo>
                    <a:pt x="1369349" y="3590215"/>
                  </a:lnTo>
                  <a:lnTo>
                    <a:pt x="1369443" y="3590215"/>
                  </a:lnTo>
                  <a:lnTo>
                    <a:pt x="1369537" y="3590215"/>
                  </a:lnTo>
                  <a:lnTo>
                    <a:pt x="1369631" y="3590215"/>
                  </a:lnTo>
                  <a:lnTo>
                    <a:pt x="1369726" y="3590215"/>
                  </a:lnTo>
                  <a:lnTo>
                    <a:pt x="1369820" y="3590215"/>
                  </a:lnTo>
                  <a:lnTo>
                    <a:pt x="1369914" y="3590215"/>
                  </a:lnTo>
                  <a:lnTo>
                    <a:pt x="1370008" y="3590215"/>
                  </a:lnTo>
                  <a:lnTo>
                    <a:pt x="1370102" y="3590215"/>
                  </a:lnTo>
                  <a:lnTo>
                    <a:pt x="1370196" y="3590215"/>
                  </a:lnTo>
                  <a:lnTo>
                    <a:pt x="1370290" y="3590215"/>
                  </a:lnTo>
                  <a:lnTo>
                    <a:pt x="1370385" y="3590215"/>
                  </a:lnTo>
                  <a:lnTo>
                    <a:pt x="1370479" y="3590215"/>
                  </a:lnTo>
                  <a:lnTo>
                    <a:pt x="1370573" y="3590215"/>
                  </a:lnTo>
                  <a:lnTo>
                    <a:pt x="1370667" y="3590215"/>
                  </a:lnTo>
                  <a:lnTo>
                    <a:pt x="1370761" y="3590215"/>
                  </a:lnTo>
                  <a:lnTo>
                    <a:pt x="1370855" y="3590215"/>
                  </a:lnTo>
                  <a:lnTo>
                    <a:pt x="1370950" y="3590215"/>
                  </a:lnTo>
                  <a:lnTo>
                    <a:pt x="1371044" y="3590215"/>
                  </a:lnTo>
                  <a:lnTo>
                    <a:pt x="1371138" y="3590215"/>
                  </a:lnTo>
                  <a:lnTo>
                    <a:pt x="1371232" y="3590215"/>
                  </a:lnTo>
                  <a:lnTo>
                    <a:pt x="1371326" y="3590215"/>
                  </a:lnTo>
                  <a:lnTo>
                    <a:pt x="1371420" y="3590215"/>
                  </a:lnTo>
                  <a:lnTo>
                    <a:pt x="1371514" y="3590215"/>
                  </a:lnTo>
                  <a:lnTo>
                    <a:pt x="1371609" y="3590215"/>
                  </a:lnTo>
                  <a:lnTo>
                    <a:pt x="1371703" y="3590215"/>
                  </a:lnTo>
                  <a:lnTo>
                    <a:pt x="1371797" y="3590215"/>
                  </a:lnTo>
                  <a:lnTo>
                    <a:pt x="1371891" y="3590215"/>
                  </a:lnTo>
                  <a:lnTo>
                    <a:pt x="1371985" y="3590215"/>
                  </a:lnTo>
                  <a:lnTo>
                    <a:pt x="1371985" y="3585303"/>
                  </a:lnTo>
                  <a:lnTo>
                    <a:pt x="1372079" y="3585303"/>
                  </a:lnTo>
                  <a:lnTo>
                    <a:pt x="1372174" y="3585303"/>
                  </a:lnTo>
                  <a:lnTo>
                    <a:pt x="1372268" y="3585303"/>
                  </a:lnTo>
                  <a:lnTo>
                    <a:pt x="1372362" y="3585303"/>
                  </a:lnTo>
                  <a:lnTo>
                    <a:pt x="1372456" y="3585303"/>
                  </a:lnTo>
                  <a:lnTo>
                    <a:pt x="1372550" y="3585303"/>
                  </a:lnTo>
                  <a:lnTo>
                    <a:pt x="1372644" y="3585303"/>
                  </a:lnTo>
                  <a:lnTo>
                    <a:pt x="1372738" y="3585303"/>
                  </a:lnTo>
                  <a:lnTo>
                    <a:pt x="1372833" y="3585303"/>
                  </a:lnTo>
                  <a:lnTo>
                    <a:pt x="1372927" y="3585303"/>
                  </a:lnTo>
                  <a:lnTo>
                    <a:pt x="1373021" y="3585303"/>
                  </a:lnTo>
                  <a:lnTo>
                    <a:pt x="1373115" y="3585303"/>
                  </a:lnTo>
                  <a:lnTo>
                    <a:pt x="1373209" y="3585303"/>
                  </a:lnTo>
                  <a:lnTo>
                    <a:pt x="1373303" y="3585303"/>
                  </a:lnTo>
                  <a:lnTo>
                    <a:pt x="1373397" y="3585303"/>
                  </a:lnTo>
                  <a:lnTo>
                    <a:pt x="1373492" y="3585303"/>
                  </a:lnTo>
                  <a:lnTo>
                    <a:pt x="1373586" y="3585303"/>
                  </a:lnTo>
                  <a:lnTo>
                    <a:pt x="1373680" y="3585303"/>
                  </a:lnTo>
                  <a:lnTo>
                    <a:pt x="1373774" y="3585303"/>
                  </a:lnTo>
                  <a:lnTo>
                    <a:pt x="1373868" y="3585303"/>
                  </a:lnTo>
                  <a:lnTo>
                    <a:pt x="1373962" y="3585303"/>
                  </a:lnTo>
                  <a:lnTo>
                    <a:pt x="1374057" y="3585303"/>
                  </a:lnTo>
                  <a:lnTo>
                    <a:pt x="1374151" y="3585303"/>
                  </a:lnTo>
                  <a:lnTo>
                    <a:pt x="1374245" y="3585303"/>
                  </a:lnTo>
                  <a:lnTo>
                    <a:pt x="1374339" y="3585303"/>
                  </a:lnTo>
                  <a:lnTo>
                    <a:pt x="1374433" y="3585303"/>
                  </a:lnTo>
                  <a:lnTo>
                    <a:pt x="1374527" y="3585303"/>
                  </a:lnTo>
                  <a:lnTo>
                    <a:pt x="1374621" y="3585303"/>
                  </a:lnTo>
                  <a:lnTo>
                    <a:pt x="1374716" y="3585303"/>
                  </a:lnTo>
                  <a:lnTo>
                    <a:pt x="1374810" y="3585303"/>
                  </a:lnTo>
                  <a:lnTo>
                    <a:pt x="1374904" y="3585303"/>
                  </a:lnTo>
                  <a:lnTo>
                    <a:pt x="1374998" y="3585303"/>
                  </a:lnTo>
                  <a:lnTo>
                    <a:pt x="1375092" y="3585303"/>
                  </a:lnTo>
                  <a:lnTo>
                    <a:pt x="1375186" y="3585303"/>
                  </a:lnTo>
                  <a:lnTo>
                    <a:pt x="1375281" y="3585303"/>
                  </a:lnTo>
                  <a:lnTo>
                    <a:pt x="1375375" y="3585303"/>
                  </a:lnTo>
                  <a:lnTo>
                    <a:pt x="1375469" y="3585303"/>
                  </a:lnTo>
                  <a:lnTo>
                    <a:pt x="1375563" y="3585303"/>
                  </a:lnTo>
                  <a:lnTo>
                    <a:pt x="1375563" y="3580392"/>
                  </a:lnTo>
                  <a:lnTo>
                    <a:pt x="1375657" y="3580392"/>
                  </a:lnTo>
                  <a:lnTo>
                    <a:pt x="1375751" y="3580392"/>
                  </a:lnTo>
                  <a:lnTo>
                    <a:pt x="1375845" y="3580392"/>
                  </a:lnTo>
                  <a:lnTo>
                    <a:pt x="1375940" y="3580392"/>
                  </a:lnTo>
                  <a:lnTo>
                    <a:pt x="1376034" y="3580392"/>
                  </a:lnTo>
                  <a:lnTo>
                    <a:pt x="1376128" y="3580392"/>
                  </a:lnTo>
                  <a:lnTo>
                    <a:pt x="1376222" y="3580392"/>
                  </a:lnTo>
                  <a:lnTo>
                    <a:pt x="1376316" y="3580392"/>
                  </a:lnTo>
                  <a:lnTo>
                    <a:pt x="1376410" y="3580392"/>
                  </a:lnTo>
                  <a:lnTo>
                    <a:pt x="1376505" y="3580392"/>
                  </a:lnTo>
                  <a:lnTo>
                    <a:pt x="1376599" y="3580392"/>
                  </a:lnTo>
                  <a:lnTo>
                    <a:pt x="1376693" y="3580392"/>
                  </a:lnTo>
                  <a:lnTo>
                    <a:pt x="1376787" y="3580392"/>
                  </a:lnTo>
                  <a:lnTo>
                    <a:pt x="1376881" y="3580392"/>
                  </a:lnTo>
                  <a:lnTo>
                    <a:pt x="1376975" y="3580392"/>
                  </a:lnTo>
                  <a:lnTo>
                    <a:pt x="1377069" y="3580392"/>
                  </a:lnTo>
                  <a:lnTo>
                    <a:pt x="1377164" y="3580392"/>
                  </a:lnTo>
                  <a:lnTo>
                    <a:pt x="1377258" y="3580392"/>
                  </a:lnTo>
                  <a:lnTo>
                    <a:pt x="1377352" y="3580392"/>
                  </a:lnTo>
                  <a:lnTo>
                    <a:pt x="1377446" y="3580392"/>
                  </a:lnTo>
                  <a:lnTo>
                    <a:pt x="1377540" y="3580392"/>
                  </a:lnTo>
                  <a:lnTo>
                    <a:pt x="1377634" y="3580392"/>
                  </a:lnTo>
                  <a:lnTo>
                    <a:pt x="1377728" y="3580392"/>
                  </a:lnTo>
                  <a:lnTo>
                    <a:pt x="1377823" y="3580392"/>
                  </a:lnTo>
                  <a:lnTo>
                    <a:pt x="1377917" y="3580392"/>
                  </a:lnTo>
                  <a:lnTo>
                    <a:pt x="1378011" y="3580392"/>
                  </a:lnTo>
                  <a:lnTo>
                    <a:pt x="1378105" y="3580392"/>
                  </a:lnTo>
                  <a:lnTo>
                    <a:pt x="1378199" y="3580392"/>
                  </a:lnTo>
                  <a:lnTo>
                    <a:pt x="1378293" y="3580392"/>
                  </a:lnTo>
                  <a:lnTo>
                    <a:pt x="1378388" y="3580392"/>
                  </a:lnTo>
                  <a:lnTo>
                    <a:pt x="1378482" y="3580392"/>
                  </a:lnTo>
                  <a:lnTo>
                    <a:pt x="1378576" y="3580392"/>
                  </a:lnTo>
                  <a:lnTo>
                    <a:pt x="1378670" y="3580392"/>
                  </a:lnTo>
                  <a:lnTo>
                    <a:pt x="1378764" y="3580392"/>
                  </a:lnTo>
                  <a:lnTo>
                    <a:pt x="1378858" y="3580392"/>
                  </a:lnTo>
                  <a:lnTo>
                    <a:pt x="1378952" y="3580392"/>
                  </a:lnTo>
                  <a:lnTo>
                    <a:pt x="1379047" y="3580392"/>
                  </a:lnTo>
                  <a:lnTo>
                    <a:pt x="1379141" y="3580392"/>
                  </a:lnTo>
                  <a:lnTo>
                    <a:pt x="1379235" y="3580392"/>
                  </a:lnTo>
                  <a:lnTo>
                    <a:pt x="1379329" y="3580392"/>
                  </a:lnTo>
                  <a:lnTo>
                    <a:pt x="1379423" y="3580392"/>
                  </a:lnTo>
                  <a:lnTo>
                    <a:pt x="1379517" y="3580392"/>
                  </a:lnTo>
                  <a:lnTo>
                    <a:pt x="1379612" y="3580392"/>
                  </a:lnTo>
                  <a:lnTo>
                    <a:pt x="1379706" y="3580392"/>
                  </a:lnTo>
                  <a:lnTo>
                    <a:pt x="1379800" y="3580392"/>
                  </a:lnTo>
                  <a:lnTo>
                    <a:pt x="1379894" y="3580392"/>
                  </a:lnTo>
                  <a:lnTo>
                    <a:pt x="1379988" y="3580392"/>
                  </a:lnTo>
                  <a:lnTo>
                    <a:pt x="1380082" y="3580392"/>
                  </a:lnTo>
                  <a:lnTo>
                    <a:pt x="1380176" y="3580392"/>
                  </a:lnTo>
                  <a:lnTo>
                    <a:pt x="1380271" y="3580392"/>
                  </a:lnTo>
                  <a:lnTo>
                    <a:pt x="1380365" y="3580392"/>
                  </a:lnTo>
                  <a:lnTo>
                    <a:pt x="1380459" y="3580392"/>
                  </a:lnTo>
                  <a:lnTo>
                    <a:pt x="1380553" y="3580392"/>
                  </a:lnTo>
                  <a:lnTo>
                    <a:pt x="1380647" y="3580392"/>
                  </a:lnTo>
                  <a:lnTo>
                    <a:pt x="1380741" y="3580392"/>
                  </a:lnTo>
                  <a:lnTo>
                    <a:pt x="1380836" y="3580392"/>
                  </a:lnTo>
                  <a:lnTo>
                    <a:pt x="1380930" y="3580392"/>
                  </a:lnTo>
                  <a:lnTo>
                    <a:pt x="1381024" y="3580392"/>
                  </a:lnTo>
                  <a:lnTo>
                    <a:pt x="1381118" y="3580392"/>
                  </a:lnTo>
                  <a:lnTo>
                    <a:pt x="1381212" y="3580392"/>
                  </a:lnTo>
                  <a:lnTo>
                    <a:pt x="1381306" y="3580392"/>
                  </a:lnTo>
                  <a:lnTo>
                    <a:pt x="1381400" y="3580392"/>
                  </a:lnTo>
                  <a:lnTo>
                    <a:pt x="1381495" y="3580392"/>
                  </a:lnTo>
                  <a:lnTo>
                    <a:pt x="1381589" y="3580392"/>
                  </a:lnTo>
                  <a:lnTo>
                    <a:pt x="1381683" y="3580392"/>
                  </a:lnTo>
                  <a:lnTo>
                    <a:pt x="1381777" y="3580392"/>
                  </a:lnTo>
                  <a:lnTo>
                    <a:pt x="1381871" y="3580392"/>
                  </a:lnTo>
                  <a:lnTo>
                    <a:pt x="1381965" y="3580392"/>
                  </a:lnTo>
                  <a:lnTo>
                    <a:pt x="1382059" y="3580392"/>
                  </a:lnTo>
                  <a:lnTo>
                    <a:pt x="1382154" y="3580392"/>
                  </a:lnTo>
                  <a:lnTo>
                    <a:pt x="1382248" y="3580392"/>
                  </a:lnTo>
                  <a:lnTo>
                    <a:pt x="1382342" y="3580392"/>
                  </a:lnTo>
                  <a:lnTo>
                    <a:pt x="1382436" y="3580392"/>
                  </a:lnTo>
                  <a:lnTo>
                    <a:pt x="1382530" y="3580392"/>
                  </a:lnTo>
                  <a:lnTo>
                    <a:pt x="1382624" y="3580392"/>
                  </a:lnTo>
                  <a:lnTo>
                    <a:pt x="1382719" y="3580392"/>
                  </a:lnTo>
                  <a:lnTo>
                    <a:pt x="1382813" y="3580392"/>
                  </a:lnTo>
                  <a:lnTo>
                    <a:pt x="1382907" y="3580392"/>
                  </a:lnTo>
                  <a:lnTo>
                    <a:pt x="1383001" y="3580392"/>
                  </a:lnTo>
                  <a:lnTo>
                    <a:pt x="1383095" y="3580392"/>
                  </a:lnTo>
                  <a:lnTo>
                    <a:pt x="1383189" y="3580392"/>
                  </a:lnTo>
                  <a:lnTo>
                    <a:pt x="1383283" y="3580392"/>
                  </a:lnTo>
                  <a:lnTo>
                    <a:pt x="1383378" y="3580392"/>
                  </a:lnTo>
                  <a:lnTo>
                    <a:pt x="1383472" y="3580392"/>
                  </a:lnTo>
                  <a:lnTo>
                    <a:pt x="1383566" y="3580392"/>
                  </a:lnTo>
                  <a:lnTo>
                    <a:pt x="1383660" y="3580392"/>
                  </a:lnTo>
                  <a:lnTo>
                    <a:pt x="1383754" y="3580392"/>
                  </a:lnTo>
                  <a:lnTo>
                    <a:pt x="1383848" y="3580392"/>
                  </a:lnTo>
                  <a:lnTo>
                    <a:pt x="1383943" y="3580392"/>
                  </a:lnTo>
                  <a:lnTo>
                    <a:pt x="1384037" y="3580392"/>
                  </a:lnTo>
                  <a:lnTo>
                    <a:pt x="1384131" y="3580392"/>
                  </a:lnTo>
                  <a:lnTo>
                    <a:pt x="1384225" y="3580392"/>
                  </a:lnTo>
                  <a:lnTo>
                    <a:pt x="1384319" y="3580392"/>
                  </a:lnTo>
                  <a:lnTo>
                    <a:pt x="1384413" y="3580392"/>
                  </a:lnTo>
                  <a:lnTo>
                    <a:pt x="1384507" y="3580392"/>
                  </a:lnTo>
                  <a:lnTo>
                    <a:pt x="1384602" y="3580392"/>
                  </a:lnTo>
                  <a:lnTo>
                    <a:pt x="1384696" y="3580392"/>
                  </a:lnTo>
                  <a:lnTo>
                    <a:pt x="1384790" y="3580392"/>
                  </a:lnTo>
                  <a:lnTo>
                    <a:pt x="1384884" y="3580392"/>
                  </a:lnTo>
                  <a:lnTo>
                    <a:pt x="1384978" y="3580392"/>
                  </a:lnTo>
                  <a:lnTo>
                    <a:pt x="1385072" y="3580392"/>
                  </a:lnTo>
                  <a:lnTo>
                    <a:pt x="1385167" y="3580392"/>
                  </a:lnTo>
                  <a:lnTo>
                    <a:pt x="1385261" y="3580392"/>
                  </a:lnTo>
                  <a:lnTo>
                    <a:pt x="1385355" y="3580392"/>
                  </a:lnTo>
                  <a:lnTo>
                    <a:pt x="1385449" y="3580392"/>
                  </a:lnTo>
                  <a:lnTo>
                    <a:pt x="1385543" y="3580392"/>
                  </a:lnTo>
                  <a:lnTo>
                    <a:pt x="1385637" y="3580392"/>
                  </a:lnTo>
                  <a:lnTo>
                    <a:pt x="1385731" y="3580392"/>
                  </a:lnTo>
                  <a:lnTo>
                    <a:pt x="1385826" y="3580392"/>
                  </a:lnTo>
                  <a:lnTo>
                    <a:pt x="1385920" y="3580392"/>
                  </a:lnTo>
                  <a:lnTo>
                    <a:pt x="1386014" y="3580392"/>
                  </a:lnTo>
                  <a:lnTo>
                    <a:pt x="1386108" y="3580392"/>
                  </a:lnTo>
                  <a:lnTo>
                    <a:pt x="1386202" y="3580392"/>
                  </a:lnTo>
                  <a:lnTo>
                    <a:pt x="1386296" y="3580392"/>
                  </a:lnTo>
                  <a:lnTo>
                    <a:pt x="1386390" y="3580392"/>
                  </a:lnTo>
                  <a:lnTo>
                    <a:pt x="1386485" y="3580392"/>
                  </a:lnTo>
                  <a:lnTo>
                    <a:pt x="1386579" y="3580392"/>
                  </a:lnTo>
                  <a:lnTo>
                    <a:pt x="1386673" y="3580392"/>
                  </a:lnTo>
                  <a:lnTo>
                    <a:pt x="1386767" y="3580392"/>
                  </a:lnTo>
                  <a:lnTo>
                    <a:pt x="1386861" y="3580392"/>
                  </a:lnTo>
                  <a:lnTo>
                    <a:pt x="1386955" y="3580392"/>
                  </a:lnTo>
                  <a:lnTo>
                    <a:pt x="1387050" y="3580392"/>
                  </a:lnTo>
                  <a:lnTo>
                    <a:pt x="1387144" y="3580392"/>
                  </a:lnTo>
                  <a:lnTo>
                    <a:pt x="1387238" y="3580392"/>
                  </a:lnTo>
                  <a:lnTo>
                    <a:pt x="1387332" y="3580392"/>
                  </a:lnTo>
                  <a:lnTo>
                    <a:pt x="1387332" y="3575480"/>
                  </a:lnTo>
                  <a:lnTo>
                    <a:pt x="1387426" y="3575480"/>
                  </a:lnTo>
                  <a:lnTo>
                    <a:pt x="1387520" y="3575480"/>
                  </a:lnTo>
                  <a:lnTo>
                    <a:pt x="1387614" y="3575480"/>
                  </a:lnTo>
                  <a:lnTo>
                    <a:pt x="1387709" y="3575480"/>
                  </a:lnTo>
                  <a:lnTo>
                    <a:pt x="1387803" y="3575480"/>
                  </a:lnTo>
                  <a:lnTo>
                    <a:pt x="1387897" y="3575480"/>
                  </a:lnTo>
                  <a:lnTo>
                    <a:pt x="1387991" y="3575480"/>
                  </a:lnTo>
                  <a:lnTo>
                    <a:pt x="1388085" y="3575480"/>
                  </a:lnTo>
                  <a:lnTo>
                    <a:pt x="1388179" y="3575480"/>
                  </a:lnTo>
                  <a:lnTo>
                    <a:pt x="1388274" y="3575480"/>
                  </a:lnTo>
                  <a:lnTo>
                    <a:pt x="1388368" y="3575480"/>
                  </a:lnTo>
                  <a:lnTo>
                    <a:pt x="1388462" y="3575480"/>
                  </a:lnTo>
                  <a:lnTo>
                    <a:pt x="1388556" y="3575480"/>
                  </a:lnTo>
                  <a:lnTo>
                    <a:pt x="1388650" y="3575480"/>
                  </a:lnTo>
                  <a:lnTo>
                    <a:pt x="1388744" y="3575480"/>
                  </a:lnTo>
                  <a:lnTo>
                    <a:pt x="1388744" y="3570569"/>
                  </a:lnTo>
                  <a:lnTo>
                    <a:pt x="1388838" y="3570569"/>
                  </a:lnTo>
                  <a:lnTo>
                    <a:pt x="1388933" y="3570569"/>
                  </a:lnTo>
                  <a:lnTo>
                    <a:pt x="1389027" y="3570569"/>
                  </a:lnTo>
                  <a:lnTo>
                    <a:pt x="1389121" y="3570569"/>
                  </a:lnTo>
                  <a:lnTo>
                    <a:pt x="1389215" y="3570569"/>
                  </a:lnTo>
                  <a:lnTo>
                    <a:pt x="1389309" y="3570569"/>
                  </a:lnTo>
                  <a:lnTo>
                    <a:pt x="1389403" y="3570569"/>
                  </a:lnTo>
                  <a:lnTo>
                    <a:pt x="1389498" y="3570569"/>
                  </a:lnTo>
                  <a:lnTo>
                    <a:pt x="1389592" y="3570569"/>
                  </a:lnTo>
                  <a:lnTo>
                    <a:pt x="1389686" y="3570569"/>
                  </a:lnTo>
                  <a:lnTo>
                    <a:pt x="1389780" y="3570569"/>
                  </a:lnTo>
                  <a:lnTo>
                    <a:pt x="1389874" y="3570569"/>
                  </a:lnTo>
                  <a:lnTo>
                    <a:pt x="1389968" y="3570569"/>
                  </a:lnTo>
                  <a:lnTo>
                    <a:pt x="1390062" y="3570569"/>
                  </a:lnTo>
                  <a:lnTo>
                    <a:pt x="1390157" y="3570569"/>
                  </a:lnTo>
                  <a:lnTo>
                    <a:pt x="1390251" y="3570569"/>
                  </a:lnTo>
                  <a:lnTo>
                    <a:pt x="1390345" y="3570569"/>
                  </a:lnTo>
                  <a:lnTo>
                    <a:pt x="1390439" y="3570569"/>
                  </a:lnTo>
                  <a:lnTo>
                    <a:pt x="1390533" y="3570569"/>
                  </a:lnTo>
                  <a:lnTo>
                    <a:pt x="1390627" y="3570569"/>
                  </a:lnTo>
                  <a:lnTo>
                    <a:pt x="1390721" y="3570569"/>
                  </a:lnTo>
                  <a:lnTo>
                    <a:pt x="1390816" y="3570569"/>
                  </a:lnTo>
                  <a:lnTo>
                    <a:pt x="1390910" y="3570569"/>
                  </a:lnTo>
                  <a:lnTo>
                    <a:pt x="1391004" y="3570569"/>
                  </a:lnTo>
                  <a:lnTo>
                    <a:pt x="1391098" y="3570569"/>
                  </a:lnTo>
                  <a:lnTo>
                    <a:pt x="1391192" y="3570569"/>
                  </a:lnTo>
                  <a:lnTo>
                    <a:pt x="1391286" y="3570569"/>
                  </a:lnTo>
                  <a:lnTo>
                    <a:pt x="1391381" y="3570569"/>
                  </a:lnTo>
                  <a:lnTo>
                    <a:pt x="1391475" y="3570569"/>
                  </a:lnTo>
                  <a:lnTo>
                    <a:pt x="1391569" y="3570569"/>
                  </a:lnTo>
                  <a:lnTo>
                    <a:pt x="1391569" y="3565658"/>
                  </a:lnTo>
                  <a:lnTo>
                    <a:pt x="1391663" y="3565658"/>
                  </a:lnTo>
                  <a:lnTo>
                    <a:pt x="1391757" y="3565658"/>
                  </a:lnTo>
                  <a:lnTo>
                    <a:pt x="1391851" y="3565658"/>
                  </a:lnTo>
                  <a:lnTo>
                    <a:pt x="1391945" y="3565658"/>
                  </a:lnTo>
                  <a:lnTo>
                    <a:pt x="1392040" y="3565658"/>
                  </a:lnTo>
                  <a:lnTo>
                    <a:pt x="1392134" y="3565658"/>
                  </a:lnTo>
                  <a:lnTo>
                    <a:pt x="1392228" y="3565658"/>
                  </a:lnTo>
                  <a:lnTo>
                    <a:pt x="1392322" y="3565658"/>
                  </a:lnTo>
                  <a:lnTo>
                    <a:pt x="1392416" y="3565658"/>
                  </a:lnTo>
                  <a:lnTo>
                    <a:pt x="1392510" y="3565658"/>
                  </a:lnTo>
                  <a:lnTo>
                    <a:pt x="1392605" y="3565658"/>
                  </a:lnTo>
                  <a:lnTo>
                    <a:pt x="1392699" y="3565658"/>
                  </a:lnTo>
                  <a:lnTo>
                    <a:pt x="1392793" y="3565658"/>
                  </a:lnTo>
                  <a:lnTo>
                    <a:pt x="1392887" y="3565658"/>
                  </a:lnTo>
                  <a:lnTo>
                    <a:pt x="1392981" y="3565658"/>
                  </a:lnTo>
                  <a:lnTo>
                    <a:pt x="1393075" y="3565658"/>
                  </a:lnTo>
                  <a:lnTo>
                    <a:pt x="1393169" y="3565658"/>
                  </a:lnTo>
                  <a:lnTo>
                    <a:pt x="1393264" y="3565658"/>
                  </a:lnTo>
                  <a:lnTo>
                    <a:pt x="1393358" y="3565658"/>
                  </a:lnTo>
                  <a:lnTo>
                    <a:pt x="1393452" y="3565658"/>
                  </a:lnTo>
                  <a:lnTo>
                    <a:pt x="1393546" y="3565658"/>
                  </a:lnTo>
                  <a:lnTo>
                    <a:pt x="1393640" y="3565658"/>
                  </a:lnTo>
                  <a:lnTo>
                    <a:pt x="1393734" y="3565658"/>
                  </a:lnTo>
                  <a:lnTo>
                    <a:pt x="1393829" y="3565658"/>
                  </a:lnTo>
                  <a:lnTo>
                    <a:pt x="1393923" y="3565658"/>
                  </a:lnTo>
                  <a:lnTo>
                    <a:pt x="1394017" y="3565658"/>
                  </a:lnTo>
                  <a:lnTo>
                    <a:pt x="1394111" y="3565658"/>
                  </a:lnTo>
                  <a:lnTo>
                    <a:pt x="1394205" y="3565658"/>
                  </a:lnTo>
                  <a:lnTo>
                    <a:pt x="1394299" y="3565658"/>
                  </a:lnTo>
                  <a:lnTo>
                    <a:pt x="1394393" y="3565658"/>
                  </a:lnTo>
                  <a:lnTo>
                    <a:pt x="1394488" y="3565658"/>
                  </a:lnTo>
                  <a:lnTo>
                    <a:pt x="1394582" y="3565658"/>
                  </a:lnTo>
                  <a:lnTo>
                    <a:pt x="1394676" y="3565658"/>
                  </a:lnTo>
                  <a:lnTo>
                    <a:pt x="1394770" y="3565658"/>
                  </a:lnTo>
                  <a:lnTo>
                    <a:pt x="1394864" y="3565658"/>
                  </a:lnTo>
                  <a:lnTo>
                    <a:pt x="1394958" y="3565658"/>
                  </a:lnTo>
                  <a:lnTo>
                    <a:pt x="1395052" y="3565658"/>
                  </a:lnTo>
                  <a:lnTo>
                    <a:pt x="1395052" y="3560746"/>
                  </a:lnTo>
                  <a:lnTo>
                    <a:pt x="1395147" y="3560746"/>
                  </a:lnTo>
                  <a:lnTo>
                    <a:pt x="1395241" y="3560746"/>
                  </a:lnTo>
                  <a:lnTo>
                    <a:pt x="1395335" y="3560746"/>
                  </a:lnTo>
                  <a:lnTo>
                    <a:pt x="1395429" y="3560746"/>
                  </a:lnTo>
                  <a:lnTo>
                    <a:pt x="1395523" y="3560746"/>
                  </a:lnTo>
                  <a:lnTo>
                    <a:pt x="1395617" y="3560746"/>
                  </a:lnTo>
                  <a:lnTo>
                    <a:pt x="1395712" y="3560746"/>
                  </a:lnTo>
                  <a:lnTo>
                    <a:pt x="1395806" y="3560746"/>
                  </a:lnTo>
                  <a:lnTo>
                    <a:pt x="1395900" y="3560746"/>
                  </a:lnTo>
                  <a:lnTo>
                    <a:pt x="1395994" y="3560746"/>
                  </a:lnTo>
                  <a:lnTo>
                    <a:pt x="1396088" y="3560746"/>
                  </a:lnTo>
                  <a:lnTo>
                    <a:pt x="1396182" y="3560746"/>
                  </a:lnTo>
                  <a:lnTo>
                    <a:pt x="1396276" y="3560746"/>
                  </a:lnTo>
                  <a:lnTo>
                    <a:pt x="1396371" y="3560746"/>
                  </a:lnTo>
                  <a:lnTo>
                    <a:pt x="1396465" y="3560746"/>
                  </a:lnTo>
                  <a:lnTo>
                    <a:pt x="1396559" y="3560746"/>
                  </a:lnTo>
                  <a:lnTo>
                    <a:pt x="1396653" y="3560746"/>
                  </a:lnTo>
                  <a:lnTo>
                    <a:pt x="1396747" y="3560746"/>
                  </a:lnTo>
                  <a:lnTo>
                    <a:pt x="1396841" y="3560746"/>
                  </a:lnTo>
                  <a:lnTo>
                    <a:pt x="1396936" y="3560746"/>
                  </a:lnTo>
                  <a:lnTo>
                    <a:pt x="1397030" y="3560746"/>
                  </a:lnTo>
                  <a:lnTo>
                    <a:pt x="1397124" y="3560746"/>
                  </a:lnTo>
                  <a:lnTo>
                    <a:pt x="1397218" y="3560746"/>
                  </a:lnTo>
                  <a:lnTo>
                    <a:pt x="1397312" y="3560746"/>
                  </a:lnTo>
                  <a:lnTo>
                    <a:pt x="1397406" y="3560746"/>
                  </a:lnTo>
                  <a:lnTo>
                    <a:pt x="1397500" y="3560746"/>
                  </a:lnTo>
                  <a:lnTo>
                    <a:pt x="1397595" y="3560746"/>
                  </a:lnTo>
                  <a:lnTo>
                    <a:pt x="1397689" y="3560746"/>
                  </a:lnTo>
                  <a:lnTo>
                    <a:pt x="1397783" y="3560746"/>
                  </a:lnTo>
                  <a:lnTo>
                    <a:pt x="1397877" y="3560746"/>
                  </a:lnTo>
                  <a:lnTo>
                    <a:pt x="1397971" y="3560746"/>
                  </a:lnTo>
                  <a:lnTo>
                    <a:pt x="1398065" y="3560746"/>
                  </a:lnTo>
                  <a:lnTo>
                    <a:pt x="1398065" y="3555835"/>
                  </a:lnTo>
                  <a:lnTo>
                    <a:pt x="1398160" y="3555835"/>
                  </a:lnTo>
                  <a:lnTo>
                    <a:pt x="1398254" y="3555835"/>
                  </a:lnTo>
                  <a:lnTo>
                    <a:pt x="1398348" y="3555835"/>
                  </a:lnTo>
                  <a:lnTo>
                    <a:pt x="1398442" y="3555835"/>
                  </a:lnTo>
                  <a:lnTo>
                    <a:pt x="1398536" y="3555835"/>
                  </a:lnTo>
                  <a:lnTo>
                    <a:pt x="1398630" y="3555835"/>
                  </a:lnTo>
                  <a:lnTo>
                    <a:pt x="1398724" y="3555835"/>
                  </a:lnTo>
                  <a:lnTo>
                    <a:pt x="1398819" y="3555835"/>
                  </a:lnTo>
                  <a:lnTo>
                    <a:pt x="1398913" y="3555835"/>
                  </a:lnTo>
                  <a:lnTo>
                    <a:pt x="1399007" y="3555835"/>
                  </a:lnTo>
                  <a:lnTo>
                    <a:pt x="1399101" y="3555835"/>
                  </a:lnTo>
                  <a:lnTo>
                    <a:pt x="1399195" y="3555835"/>
                  </a:lnTo>
                  <a:lnTo>
                    <a:pt x="1399289" y="3555835"/>
                  </a:lnTo>
                  <a:lnTo>
                    <a:pt x="1399383" y="3555835"/>
                  </a:lnTo>
                  <a:lnTo>
                    <a:pt x="1399478" y="3555835"/>
                  </a:lnTo>
                  <a:lnTo>
                    <a:pt x="1399572" y="3555835"/>
                  </a:lnTo>
                  <a:lnTo>
                    <a:pt x="1399666" y="3555835"/>
                  </a:lnTo>
                  <a:lnTo>
                    <a:pt x="1399760" y="3555835"/>
                  </a:lnTo>
                  <a:lnTo>
                    <a:pt x="1399854" y="3555835"/>
                  </a:lnTo>
                  <a:lnTo>
                    <a:pt x="1399948" y="3555835"/>
                  </a:lnTo>
                  <a:lnTo>
                    <a:pt x="1400043" y="3555835"/>
                  </a:lnTo>
                  <a:lnTo>
                    <a:pt x="1400137" y="3555835"/>
                  </a:lnTo>
                  <a:lnTo>
                    <a:pt x="1400231" y="3555835"/>
                  </a:lnTo>
                  <a:lnTo>
                    <a:pt x="1400325" y="3555835"/>
                  </a:lnTo>
                  <a:lnTo>
                    <a:pt x="1400419" y="3555835"/>
                  </a:lnTo>
                  <a:lnTo>
                    <a:pt x="1400513" y="3555835"/>
                  </a:lnTo>
                  <a:lnTo>
                    <a:pt x="1400607" y="3555835"/>
                  </a:lnTo>
                  <a:lnTo>
                    <a:pt x="1400702" y="3555835"/>
                  </a:lnTo>
                  <a:lnTo>
                    <a:pt x="1400796" y="3555835"/>
                  </a:lnTo>
                  <a:lnTo>
                    <a:pt x="1400890" y="3555835"/>
                  </a:lnTo>
                  <a:lnTo>
                    <a:pt x="1400984" y="3555835"/>
                  </a:lnTo>
                  <a:lnTo>
                    <a:pt x="1401078" y="3555835"/>
                  </a:lnTo>
                  <a:lnTo>
                    <a:pt x="1401172" y="3555835"/>
                  </a:lnTo>
                  <a:lnTo>
                    <a:pt x="1401267" y="3555835"/>
                  </a:lnTo>
                  <a:lnTo>
                    <a:pt x="1401361" y="3555835"/>
                  </a:lnTo>
                  <a:lnTo>
                    <a:pt x="1401455" y="3555835"/>
                  </a:lnTo>
                  <a:lnTo>
                    <a:pt x="1401549" y="3555835"/>
                  </a:lnTo>
                  <a:lnTo>
                    <a:pt x="1401643" y="3555835"/>
                  </a:lnTo>
                  <a:lnTo>
                    <a:pt x="1401737" y="3555835"/>
                  </a:lnTo>
                  <a:lnTo>
                    <a:pt x="1401831" y="3555835"/>
                  </a:lnTo>
                  <a:lnTo>
                    <a:pt x="1401926" y="3555835"/>
                  </a:lnTo>
                  <a:lnTo>
                    <a:pt x="1402020" y="3555835"/>
                  </a:lnTo>
                  <a:lnTo>
                    <a:pt x="1402114" y="3555835"/>
                  </a:lnTo>
                  <a:lnTo>
                    <a:pt x="1402208" y="3555835"/>
                  </a:lnTo>
                  <a:lnTo>
                    <a:pt x="1402302" y="3555835"/>
                  </a:lnTo>
                  <a:lnTo>
                    <a:pt x="1402396" y="3555835"/>
                  </a:lnTo>
                  <a:lnTo>
                    <a:pt x="1402491" y="3555835"/>
                  </a:lnTo>
                  <a:lnTo>
                    <a:pt x="1402585" y="3555835"/>
                  </a:lnTo>
                  <a:lnTo>
                    <a:pt x="1402679" y="3555835"/>
                  </a:lnTo>
                  <a:lnTo>
                    <a:pt x="1402773" y="3555835"/>
                  </a:lnTo>
                  <a:lnTo>
                    <a:pt x="1402867" y="3555835"/>
                  </a:lnTo>
                  <a:lnTo>
                    <a:pt x="1402961" y="3555835"/>
                  </a:lnTo>
                  <a:lnTo>
                    <a:pt x="1403055" y="3555835"/>
                  </a:lnTo>
                  <a:lnTo>
                    <a:pt x="1403150" y="3555835"/>
                  </a:lnTo>
                  <a:lnTo>
                    <a:pt x="1403244" y="3555835"/>
                  </a:lnTo>
                  <a:lnTo>
                    <a:pt x="1403338" y="3555835"/>
                  </a:lnTo>
                  <a:lnTo>
                    <a:pt x="1403432" y="3555835"/>
                  </a:lnTo>
                  <a:lnTo>
                    <a:pt x="1403526" y="3555835"/>
                  </a:lnTo>
                  <a:lnTo>
                    <a:pt x="1403620" y="3555835"/>
                  </a:lnTo>
                  <a:lnTo>
                    <a:pt x="1403620" y="3550924"/>
                  </a:lnTo>
                  <a:lnTo>
                    <a:pt x="1403714" y="3550924"/>
                  </a:lnTo>
                  <a:lnTo>
                    <a:pt x="1403809" y="3550924"/>
                  </a:lnTo>
                  <a:lnTo>
                    <a:pt x="1403903" y="3550924"/>
                  </a:lnTo>
                  <a:lnTo>
                    <a:pt x="1403997" y="3550924"/>
                  </a:lnTo>
                  <a:lnTo>
                    <a:pt x="1404091" y="3550924"/>
                  </a:lnTo>
                  <a:lnTo>
                    <a:pt x="1404185" y="3550924"/>
                  </a:lnTo>
                  <a:lnTo>
                    <a:pt x="1404279" y="3550924"/>
                  </a:lnTo>
                  <a:lnTo>
                    <a:pt x="1404374" y="3550924"/>
                  </a:lnTo>
                  <a:lnTo>
                    <a:pt x="1404468" y="3550924"/>
                  </a:lnTo>
                  <a:lnTo>
                    <a:pt x="1404562" y="3550924"/>
                  </a:lnTo>
                  <a:lnTo>
                    <a:pt x="1404656" y="3550924"/>
                  </a:lnTo>
                  <a:lnTo>
                    <a:pt x="1404750" y="3550924"/>
                  </a:lnTo>
                  <a:lnTo>
                    <a:pt x="1404844" y="3550924"/>
                  </a:lnTo>
                  <a:lnTo>
                    <a:pt x="1404938" y="3550924"/>
                  </a:lnTo>
                  <a:lnTo>
                    <a:pt x="1405033" y="3550924"/>
                  </a:lnTo>
                  <a:lnTo>
                    <a:pt x="1405033" y="3546012"/>
                  </a:lnTo>
                  <a:lnTo>
                    <a:pt x="1405127" y="3546012"/>
                  </a:lnTo>
                  <a:lnTo>
                    <a:pt x="1405221" y="3546012"/>
                  </a:lnTo>
                  <a:lnTo>
                    <a:pt x="1405315" y="3546012"/>
                  </a:lnTo>
                  <a:lnTo>
                    <a:pt x="1405409" y="3546012"/>
                  </a:lnTo>
                  <a:lnTo>
                    <a:pt x="1405503" y="3546012"/>
                  </a:lnTo>
                  <a:lnTo>
                    <a:pt x="1405598" y="3546012"/>
                  </a:lnTo>
                  <a:lnTo>
                    <a:pt x="1405692" y="3546012"/>
                  </a:lnTo>
                  <a:lnTo>
                    <a:pt x="1405786" y="3546012"/>
                  </a:lnTo>
                  <a:lnTo>
                    <a:pt x="1405880" y="3546012"/>
                  </a:lnTo>
                  <a:lnTo>
                    <a:pt x="1405974" y="3546012"/>
                  </a:lnTo>
                  <a:lnTo>
                    <a:pt x="1406068" y="3546012"/>
                  </a:lnTo>
                  <a:lnTo>
                    <a:pt x="1406162" y="3546012"/>
                  </a:lnTo>
                  <a:lnTo>
                    <a:pt x="1406257" y="3546012"/>
                  </a:lnTo>
                  <a:lnTo>
                    <a:pt x="1406351" y="3546012"/>
                  </a:lnTo>
                  <a:lnTo>
                    <a:pt x="1406445" y="3546012"/>
                  </a:lnTo>
                  <a:lnTo>
                    <a:pt x="1406539" y="3546012"/>
                  </a:lnTo>
                  <a:lnTo>
                    <a:pt x="1406633" y="3546012"/>
                  </a:lnTo>
                  <a:lnTo>
                    <a:pt x="1406727" y="3546012"/>
                  </a:lnTo>
                  <a:lnTo>
                    <a:pt x="1406822" y="3546012"/>
                  </a:lnTo>
                  <a:lnTo>
                    <a:pt x="1406916" y="3546012"/>
                  </a:lnTo>
                  <a:lnTo>
                    <a:pt x="1407010" y="3546012"/>
                  </a:lnTo>
                  <a:lnTo>
                    <a:pt x="1407104" y="3546012"/>
                  </a:lnTo>
                  <a:lnTo>
                    <a:pt x="1407198" y="3546012"/>
                  </a:lnTo>
                  <a:lnTo>
                    <a:pt x="1407292" y="3546012"/>
                  </a:lnTo>
                  <a:lnTo>
                    <a:pt x="1407386" y="3546012"/>
                  </a:lnTo>
                  <a:lnTo>
                    <a:pt x="1407481" y="3546012"/>
                  </a:lnTo>
                  <a:lnTo>
                    <a:pt x="1407575" y="3546012"/>
                  </a:lnTo>
                  <a:lnTo>
                    <a:pt x="1407669" y="3546012"/>
                  </a:lnTo>
                  <a:lnTo>
                    <a:pt x="1407763" y="3546012"/>
                  </a:lnTo>
                  <a:lnTo>
                    <a:pt x="1407857" y="3546012"/>
                  </a:lnTo>
                  <a:lnTo>
                    <a:pt x="1407857" y="3541101"/>
                  </a:lnTo>
                  <a:lnTo>
                    <a:pt x="1407951" y="3541101"/>
                  </a:lnTo>
                  <a:lnTo>
                    <a:pt x="1408045" y="3541101"/>
                  </a:lnTo>
                  <a:lnTo>
                    <a:pt x="1408140" y="3541101"/>
                  </a:lnTo>
                  <a:lnTo>
                    <a:pt x="1408234" y="3541101"/>
                  </a:lnTo>
                  <a:lnTo>
                    <a:pt x="1408328" y="3541101"/>
                  </a:lnTo>
                  <a:lnTo>
                    <a:pt x="1408422" y="3541101"/>
                  </a:lnTo>
                  <a:lnTo>
                    <a:pt x="1408516" y="3541101"/>
                  </a:lnTo>
                  <a:lnTo>
                    <a:pt x="1408610" y="3541101"/>
                  </a:lnTo>
                  <a:lnTo>
                    <a:pt x="1408610" y="3536189"/>
                  </a:lnTo>
                  <a:lnTo>
                    <a:pt x="1408705" y="3536189"/>
                  </a:lnTo>
                  <a:lnTo>
                    <a:pt x="1408799" y="3536189"/>
                  </a:lnTo>
                  <a:lnTo>
                    <a:pt x="1408893" y="3536189"/>
                  </a:lnTo>
                  <a:lnTo>
                    <a:pt x="1408987" y="3536189"/>
                  </a:lnTo>
                  <a:lnTo>
                    <a:pt x="1409081" y="3536189"/>
                  </a:lnTo>
                  <a:lnTo>
                    <a:pt x="1409175" y="3536189"/>
                  </a:lnTo>
                  <a:lnTo>
                    <a:pt x="1409269" y="3536189"/>
                  </a:lnTo>
                  <a:lnTo>
                    <a:pt x="1409364" y="3536189"/>
                  </a:lnTo>
                  <a:lnTo>
                    <a:pt x="1409458" y="3536189"/>
                  </a:lnTo>
                  <a:lnTo>
                    <a:pt x="1409552" y="3536189"/>
                  </a:lnTo>
                  <a:lnTo>
                    <a:pt x="1409646" y="3536189"/>
                  </a:lnTo>
                  <a:lnTo>
                    <a:pt x="1409740" y="3536189"/>
                  </a:lnTo>
                  <a:lnTo>
                    <a:pt x="1409834" y="3536189"/>
                  </a:lnTo>
                  <a:lnTo>
                    <a:pt x="1409834" y="3531278"/>
                  </a:lnTo>
                  <a:lnTo>
                    <a:pt x="1409929" y="3531278"/>
                  </a:lnTo>
                  <a:lnTo>
                    <a:pt x="1410023" y="3531278"/>
                  </a:lnTo>
                  <a:lnTo>
                    <a:pt x="1410117" y="3531278"/>
                  </a:lnTo>
                  <a:lnTo>
                    <a:pt x="1410211" y="3531278"/>
                  </a:lnTo>
                  <a:lnTo>
                    <a:pt x="1410305" y="3531278"/>
                  </a:lnTo>
                  <a:lnTo>
                    <a:pt x="1410399" y="3531278"/>
                  </a:lnTo>
                  <a:lnTo>
                    <a:pt x="1410493" y="3531278"/>
                  </a:lnTo>
                  <a:lnTo>
                    <a:pt x="1410588" y="3531278"/>
                  </a:lnTo>
                  <a:lnTo>
                    <a:pt x="1410682" y="3531278"/>
                  </a:lnTo>
                  <a:lnTo>
                    <a:pt x="1410776" y="3531278"/>
                  </a:lnTo>
                  <a:lnTo>
                    <a:pt x="1410870" y="3531278"/>
                  </a:lnTo>
                  <a:lnTo>
                    <a:pt x="1410964" y="3531278"/>
                  </a:lnTo>
                  <a:lnTo>
                    <a:pt x="1411058" y="3531278"/>
                  </a:lnTo>
                  <a:lnTo>
                    <a:pt x="1411153" y="3531278"/>
                  </a:lnTo>
                  <a:lnTo>
                    <a:pt x="1411247" y="3531278"/>
                  </a:lnTo>
                  <a:lnTo>
                    <a:pt x="1411341" y="3531278"/>
                  </a:lnTo>
                  <a:lnTo>
                    <a:pt x="1411435" y="3531278"/>
                  </a:lnTo>
                  <a:lnTo>
                    <a:pt x="1411529" y="3531278"/>
                  </a:lnTo>
                  <a:lnTo>
                    <a:pt x="1411623" y="3531278"/>
                  </a:lnTo>
                  <a:lnTo>
                    <a:pt x="1411717" y="3531278"/>
                  </a:lnTo>
                  <a:lnTo>
                    <a:pt x="1411812" y="3531278"/>
                  </a:lnTo>
                  <a:lnTo>
                    <a:pt x="1411906" y="3531278"/>
                  </a:lnTo>
                  <a:lnTo>
                    <a:pt x="1412000" y="3531278"/>
                  </a:lnTo>
                  <a:lnTo>
                    <a:pt x="1412094" y="3531278"/>
                  </a:lnTo>
                  <a:lnTo>
                    <a:pt x="1412188" y="3531278"/>
                  </a:lnTo>
                  <a:lnTo>
                    <a:pt x="1412282" y="3531278"/>
                  </a:lnTo>
                  <a:lnTo>
                    <a:pt x="1412376" y="3531278"/>
                  </a:lnTo>
                  <a:lnTo>
                    <a:pt x="1412471" y="3531278"/>
                  </a:lnTo>
                  <a:lnTo>
                    <a:pt x="1412565" y="3531278"/>
                  </a:lnTo>
                  <a:lnTo>
                    <a:pt x="1412659" y="3531278"/>
                  </a:lnTo>
                  <a:lnTo>
                    <a:pt x="1412753" y="3531278"/>
                  </a:lnTo>
                  <a:lnTo>
                    <a:pt x="1412847" y="3531278"/>
                  </a:lnTo>
                  <a:lnTo>
                    <a:pt x="1412941" y="3531278"/>
                  </a:lnTo>
                  <a:lnTo>
                    <a:pt x="1413036" y="3531278"/>
                  </a:lnTo>
                  <a:lnTo>
                    <a:pt x="1413130" y="3531278"/>
                  </a:lnTo>
                  <a:lnTo>
                    <a:pt x="1413224" y="3531278"/>
                  </a:lnTo>
                  <a:lnTo>
                    <a:pt x="1413318" y="3531278"/>
                  </a:lnTo>
                  <a:lnTo>
                    <a:pt x="1413412" y="3531278"/>
                  </a:lnTo>
                  <a:lnTo>
                    <a:pt x="1413506" y="3531278"/>
                  </a:lnTo>
                  <a:lnTo>
                    <a:pt x="1413600" y="3531278"/>
                  </a:lnTo>
                  <a:lnTo>
                    <a:pt x="1413695" y="3531278"/>
                  </a:lnTo>
                  <a:lnTo>
                    <a:pt x="1413789" y="3531278"/>
                  </a:lnTo>
                  <a:lnTo>
                    <a:pt x="1413883" y="3531278"/>
                  </a:lnTo>
                  <a:lnTo>
                    <a:pt x="1413977" y="3531278"/>
                  </a:lnTo>
                  <a:lnTo>
                    <a:pt x="1414071" y="3531278"/>
                  </a:lnTo>
                  <a:lnTo>
                    <a:pt x="1414165" y="3531278"/>
                  </a:lnTo>
                  <a:lnTo>
                    <a:pt x="1414260" y="3531278"/>
                  </a:lnTo>
                  <a:lnTo>
                    <a:pt x="1414354" y="3531278"/>
                  </a:lnTo>
                  <a:lnTo>
                    <a:pt x="1414448" y="3531278"/>
                  </a:lnTo>
                  <a:lnTo>
                    <a:pt x="1414542" y="3531278"/>
                  </a:lnTo>
                  <a:lnTo>
                    <a:pt x="1414636" y="3531278"/>
                  </a:lnTo>
                  <a:lnTo>
                    <a:pt x="1414730" y="3531278"/>
                  </a:lnTo>
                  <a:lnTo>
                    <a:pt x="1414824" y="3531278"/>
                  </a:lnTo>
                  <a:lnTo>
                    <a:pt x="1414919" y="3531278"/>
                  </a:lnTo>
                  <a:lnTo>
                    <a:pt x="1415013" y="3531278"/>
                  </a:lnTo>
                  <a:lnTo>
                    <a:pt x="1415107" y="3531278"/>
                  </a:lnTo>
                  <a:lnTo>
                    <a:pt x="1415201" y="3531278"/>
                  </a:lnTo>
                  <a:lnTo>
                    <a:pt x="1415295" y="3531278"/>
                  </a:lnTo>
                  <a:lnTo>
                    <a:pt x="1415389" y="3531278"/>
                  </a:lnTo>
                  <a:lnTo>
                    <a:pt x="1415484" y="3531278"/>
                  </a:lnTo>
                  <a:lnTo>
                    <a:pt x="1415578" y="3531278"/>
                  </a:lnTo>
                  <a:lnTo>
                    <a:pt x="1415672" y="3531278"/>
                  </a:lnTo>
                  <a:lnTo>
                    <a:pt x="1415766" y="3531278"/>
                  </a:lnTo>
                  <a:lnTo>
                    <a:pt x="1415860" y="3531278"/>
                  </a:lnTo>
                  <a:lnTo>
                    <a:pt x="1415954" y="3531278"/>
                  </a:lnTo>
                  <a:lnTo>
                    <a:pt x="1416048" y="3531278"/>
                  </a:lnTo>
                  <a:lnTo>
                    <a:pt x="1416143" y="3531278"/>
                  </a:lnTo>
                  <a:lnTo>
                    <a:pt x="1416237" y="3531278"/>
                  </a:lnTo>
                  <a:lnTo>
                    <a:pt x="1416331" y="3531278"/>
                  </a:lnTo>
                  <a:lnTo>
                    <a:pt x="1416425" y="3531278"/>
                  </a:lnTo>
                  <a:lnTo>
                    <a:pt x="1416519" y="3531278"/>
                  </a:lnTo>
                  <a:lnTo>
                    <a:pt x="1416613" y="3531278"/>
                  </a:lnTo>
                  <a:lnTo>
                    <a:pt x="1416707" y="3531278"/>
                  </a:lnTo>
                  <a:lnTo>
                    <a:pt x="1416802" y="3531278"/>
                  </a:lnTo>
                  <a:lnTo>
                    <a:pt x="1416802" y="3526367"/>
                  </a:lnTo>
                  <a:lnTo>
                    <a:pt x="1416896" y="3526367"/>
                  </a:lnTo>
                  <a:lnTo>
                    <a:pt x="1416990" y="3526367"/>
                  </a:lnTo>
                  <a:lnTo>
                    <a:pt x="1417084" y="3526367"/>
                  </a:lnTo>
                  <a:lnTo>
                    <a:pt x="1417178" y="3526367"/>
                  </a:lnTo>
                  <a:lnTo>
                    <a:pt x="1417272" y="3526367"/>
                  </a:lnTo>
                  <a:lnTo>
                    <a:pt x="1417367" y="3526367"/>
                  </a:lnTo>
                  <a:lnTo>
                    <a:pt x="1417461" y="3526367"/>
                  </a:lnTo>
                  <a:lnTo>
                    <a:pt x="1417555" y="3526367"/>
                  </a:lnTo>
                  <a:lnTo>
                    <a:pt x="1417649" y="3526367"/>
                  </a:lnTo>
                  <a:lnTo>
                    <a:pt x="1417743" y="3526367"/>
                  </a:lnTo>
                  <a:lnTo>
                    <a:pt x="1417837" y="3526367"/>
                  </a:lnTo>
                  <a:lnTo>
                    <a:pt x="1417931" y="3526367"/>
                  </a:lnTo>
                  <a:lnTo>
                    <a:pt x="1418026" y="3526367"/>
                  </a:lnTo>
                  <a:lnTo>
                    <a:pt x="1418120" y="3526367"/>
                  </a:lnTo>
                  <a:lnTo>
                    <a:pt x="1418214" y="3526367"/>
                  </a:lnTo>
                  <a:lnTo>
                    <a:pt x="1418308" y="3526367"/>
                  </a:lnTo>
                  <a:lnTo>
                    <a:pt x="1418402" y="3526367"/>
                  </a:lnTo>
                  <a:lnTo>
                    <a:pt x="1418496" y="3526367"/>
                  </a:lnTo>
                  <a:lnTo>
                    <a:pt x="1418591" y="3526367"/>
                  </a:lnTo>
                  <a:lnTo>
                    <a:pt x="1418685" y="3526367"/>
                  </a:lnTo>
                  <a:lnTo>
                    <a:pt x="1418779" y="3526367"/>
                  </a:lnTo>
                  <a:lnTo>
                    <a:pt x="1418873" y="3526367"/>
                  </a:lnTo>
                  <a:lnTo>
                    <a:pt x="1418967" y="3526367"/>
                  </a:lnTo>
                  <a:lnTo>
                    <a:pt x="1419061" y="3526367"/>
                  </a:lnTo>
                  <a:lnTo>
                    <a:pt x="1419155" y="3526367"/>
                  </a:lnTo>
                  <a:lnTo>
                    <a:pt x="1419250" y="3526367"/>
                  </a:lnTo>
                  <a:lnTo>
                    <a:pt x="1419344" y="3526367"/>
                  </a:lnTo>
                  <a:lnTo>
                    <a:pt x="1419438" y="3526367"/>
                  </a:lnTo>
                  <a:lnTo>
                    <a:pt x="1419532" y="3526367"/>
                  </a:lnTo>
                  <a:lnTo>
                    <a:pt x="1419626" y="3526367"/>
                  </a:lnTo>
                  <a:lnTo>
                    <a:pt x="1419720" y="3526367"/>
                  </a:lnTo>
                  <a:lnTo>
                    <a:pt x="1419815" y="3526367"/>
                  </a:lnTo>
                  <a:lnTo>
                    <a:pt x="1419909" y="3526367"/>
                  </a:lnTo>
                  <a:lnTo>
                    <a:pt x="1420003" y="3526367"/>
                  </a:lnTo>
                  <a:lnTo>
                    <a:pt x="1420097" y="3526367"/>
                  </a:lnTo>
                  <a:lnTo>
                    <a:pt x="1420191" y="3526367"/>
                  </a:lnTo>
                  <a:lnTo>
                    <a:pt x="1420285" y="3526367"/>
                  </a:lnTo>
                  <a:lnTo>
                    <a:pt x="1420379" y="3526367"/>
                  </a:lnTo>
                  <a:lnTo>
                    <a:pt x="1420474" y="3526367"/>
                  </a:lnTo>
                  <a:lnTo>
                    <a:pt x="1420568" y="3526367"/>
                  </a:lnTo>
                  <a:lnTo>
                    <a:pt x="1420662" y="3526367"/>
                  </a:lnTo>
                  <a:lnTo>
                    <a:pt x="1420662" y="3521455"/>
                  </a:lnTo>
                  <a:lnTo>
                    <a:pt x="1420756" y="3521455"/>
                  </a:lnTo>
                  <a:lnTo>
                    <a:pt x="1420850" y="3521455"/>
                  </a:lnTo>
                  <a:lnTo>
                    <a:pt x="1420944" y="3521455"/>
                  </a:lnTo>
                  <a:lnTo>
                    <a:pt x="1421038" y="3521455"/>
                  </a:lnTo>
                  <a:lnTo>
                    <a:pt x="1421133" y="3521455"/>
                  </a:lnTo>
                  <a:lnTo>
                    <a:pt x="1421227" y="3521455"/>
                  </a:lnTo>
                  <a:lnTo>
                    <a:pt x="1421321" y="3521455"/>
                  </a:lnTo>
                  <a:lnTo>
                    <a:pt x="1421415" y="3521455"/>
                  </a:lnTo>
                  <a:lnTo>
                    <a:pt x="1421509" y="3521455"/>
                  </a:lnTo>
                  <a:lnTo>
                    <a:pt x="1421603" y="3521455"/>
                  </a:lnTo>
                  <a:lnTo>
                    <a:pt x="1421698" y="3521455"/>
                  </a:lnTo>
                  <a:lnTo>
                    <a:pt x="1421792" y="3521455"/>
                  </a:lnTo>
                  <a:lnTo>
                    <a:pt x="1421886" y="3521455"/>
                  </a:lnTo>
                  <a:lnTo>
                    <a:pt x="1421980" y="3521455"/>
                  </a:lnTo>
                  <a:lnTo>
                    <a:pt x="1422074" y="3521455"/>
                  </a:lnTo>
                  <a:lnTo>
                    <a:pt x="1422168" y="3521455"/>
                  </a:lnTo>
                  <a:lnTo>
                    <a:pt x="1422262" y="3521455"/>
                  </a:lnTo>
                  <a:lnTo>
                    <a:pt x="1422357" y="3521455"/>
                  </a:lnTo>
                  <a:lnTo>
                    <a:pt x="1422357" y="3516544"/>
                  </a:lnTo>
                  <a:lnTo>
                    <a:pt x="1422451" y="3516544"/>
                  </a:lnTo>
                  <a:lnTo>
                    <a:pt x="1422545" y="3516544"/>
                  </a:lnTo>
                  <a:lnTo>
                    <a:pt x="1422639" y="3516544"/>
                  </a:lnTo>
                  <a:lnTo>
                    <a:pt x="1422733" y="3516544"/>
                  </a:lnTo>
                  <a:lnTo>
                    <a:pt x="1422827" y="3516544"/>
                  </a:lnTo>
                  <a:lnTo>
                    <a:pt x="1422922" y="3516544"/>
                  </a:lnTo>
                  <a:lnTo>
                    <a:pt x="1423016" y="3516544"/>
                  </a:lnTo>
                  <a:lnTo>
                    <a:pt x="1423110" y="3516544"/>
                  </a:lnTo>
                  <a:lnTo>
                    <a:pt x="1423204" y="3516544"/>
                  </a:lnTo>
                  <a:lnTo>
                    <a:pt x="1423298" y="3516544"/>
                  </a:lnTo>
                  <a:lnTo>
                    <a:pt x="1423392" y="3516544"/>
                  </a:lnTo>
                  <a:lnTo>
                    <a:pt x="1423486" y="3516544"/>
                  </a:lnTo>
                  <a:lnTo>
                    <a:pt x="1423581" y="3516544"/>
                  </a:lnTo>
                  <a:lnTo>
                    <a:pt x="1423675" y="3516544"/>
                  </a:lnTo>
                  <a:lnTo>
                    <a:pt x="1423675" y="3511633"/>
                  </a:lnTo>
                  <a:lnTo>
                    <a:pt x="1423769" y="3511633"/>
                  </a:lnTo>
                  <a:lnTo>
                    <a:pt x="1423863" y="3511633"/>
                  </a:lnTo>
                  <a:lnTo>
                    <a:pt x="1423957" y="3511633"/>
                  </a:lnTo>
                  <a:lnTo>
                    <a:pt x="1424051" y="3511633"/>
                  </a:lnTo>
                  <a:lnTo>
                    <a:pt x="1424146" y="3511633"/>
                  </a:lnTo>
                  <a:lnTo>
                    <a:pt x="1424240" y="3511633"/>
                  </a:lnTo>
                  <a:lnTo>
                    <a:pt x="1424334" y="3511633"/>
                  </a:lnTo>
                  <a:lnTo>
                    <a:pt x="1424428" y="3511633"/>
                  </a:lnTo>
                  <a:lnTo>
                    <a:pt x="1424522" y="3511633"/>
                  </a:lnTo>
                  <a:lnTo>
                    <a:pt x="1424616" y="3511633"/>
                  </a:lnTo>
                  <a:lnTo>
                    <a:pt x="1424710" y="3511633"/>
                  </a:lnTo>
                  <a:lnTo>
                    <a:pt x="1424805" y="3511633"/>
                  </a:lnTo>
                  <a:lnTo>
                    <a:pt x="1424899" y="3511633"/>
                  </a:lnTo>
                  <a:lnTo>
                    <a:pt x="1424993" y="3511633"/>
                  </a:lnTo>
                  <a:lnTo>
                    <a:pt x="1425087" y="3511633"/>
                  </a:lnTo>
                  <a:lnTo>
                    <a:pt x="1425181" y="3511633"/>
                  </a:lnTo>
                  <a:lnTo>
                    <a:pt x="1425275" y="3511633"/>
                  </a:lnTo>
                  <a:lnTo>
                    <a:pt x="1425369" y="3511633"/>
                  </a:lnTo>
                  <a:lnTo>
                    <a:pt x="1425464" y="3511633"/>
                  </a:lnTo>
                  <a:lnTo>
                    <a:pt x="1425558" y="3511633"/>
                  </a:lnTo>
                  <a:lnTo>
                    <a:pt x="1425652" y="3511633"/>
                  </a:lnTo>
                  <a:lnTo>
                    <a:pt x="1425746" y="3511633"/>
                  </a:lnTo>
                  <a:lnTo>
                    <a:pt x="1425840" y="3511633"/>
                  </a:lnTo>
                  <a:lnTo>
                    <a:pt x="1425934" y="3511633"/>
                  </a:lnTo>
                  <a:lnTo>
                    <a:pt x="1426029" y="3511633"/>
                  </a:lnTo>
                  <a:lnTo>
                    <a:pt x="1426123" y="3511633"/>
                  </a:lnTo>
                  <a:lnTo>
                    <a:pt x="1426217" y="3511633"/>
                  </a:lnTo>
                  <a:lnTo>
                    <a:pt x="1426311" y="3511633"/>
                  </a:lnTo>
                  <a:lnTo>
                    <a:pt x="1426405" y="3511633"/>
                  </a:lnTo>
                  <a:lnTo>
                    <a:pt x="1426499" y="3511633"/>
                  </a:lnTo>
                  <a:lnTo>
                    <a:pt x="1426593" y="3511633"/>
                  </a:lnTo>
                  <a:lnTo>
                    <a:pt x="1426688" y="3511633"/>
                  </a:lnTo>
                  <a:lnTo>
                    <a:pt x="1426782" y="3511633"/>
                  </a:lnTo>
                  <a:lnTo>
                    <a:pt x="1426876" y="3511633"/>
                  </a:lnTo>
                  <a:lnTo>
                    <a:pt x="1426970" y="3511633"/>
                  </a:lnTo>
                  <a:lnTo>
                    <a:pt x="1427064" y="3511633"/>
                  </a:lnTo>
                  <a:lnTo>
                    <a:pt x="1427158" y="3511633"/>
                  </a:lnTo>
                  <a:lnTo>
                    <a:pt x="1427253" y="3511633"/>
                  </a:lnTo>
                  <a:lnTo>
                    <a:pt x="1427347" y="3511633"/>
                  </a:lnTo>
                  <a:lnTo>
                    <a:pt x="1427441" y="3511633"/>
                  </a:lnTo>
                  <a:lnTo>
                    <a:pt x="1427535" y="3511633"/>
                  </a:lnTo>
                  <a:lnTo>
                    <a:pt x="1427629" y="3511633"/>
                  </a:lnTo>
                  <a:lnTo>
                    <a:pt x="1427723" y="3511633"/>
                  </a:lnTo>
                  <a:lnTo>
                    <a:pt x="1427817" y="3511633"/>
                  </a:lnTo>
                  <a:lnTo>
                    <a:pt x="1427912" y="3511633"/>
                  </a:lnTo>
                  <a:lnTo>
                    <a:pt x="1428006" y="3511633"/>
                  </a:lnTo>
                  <a:lnTo>
                    <a:pt x="1428100" y="3511633"/>
                  </a:lnTo>
                  <a:lnTo>
                    <a:pt x="1428194" y="3511633"/>
                  </a:lnTo>
                  <a:lnTo>
                    <a:pt x="1428288" y="3511633"/>
                  </a:lnTo>
                  <a:lnTo>
                    <a:pt x="1428382" y="3511633"/>
                  </a:lnTo>
                  <a:lnTo>
                    <a:pt x="1428477" y="3511633"/>
                  </a:lnTo>
                  <a:lnTo>
                    <a:pt x="1428571" y="3511633"/>
                  </a:lnTo>
                  <a:lnTo>
                    <a:pt x="1428665" y="3511633"/>
                  </a:lnTo>
                  <a:lnTo>
                    <a:pt x="1428759" y="3511633"/>
                  </a:lnTo>
                  <a:lnTo>
                    <a:pt x="1428853" y="3511633"/>
                  </a:lnTo>
                  <a:lnTo>
                    <a:pt x="1428947" y="3511633"/>
                  </a:lnTo>
                  <a:lnTo>
                    <a:pt x="1429041" y="3511633"/>
                  </a:lnTo>
                  <a:lnTo>
                    <a:pt x="1429136" y="3511633"/>
                  </a:lnTo>
                  <a:lnTo>
                    <a:pt x="1429230" y="3511633"/>
                  </a:lnTo>
                  <a:lnTo>
                    <a:pt x="1429324" y="3511633"/>
                  </a:lnTo>
                  <a:lnTo>
                    <a:pt x="1429418" y="3511633"/>
                  </a:lnTo>
                  <a:lnTo>
                    <a:pt x="1429512" y="3511633"/>
                  </a:lnTo>
                  <a:lnTo>
                    <a:pt x="1429606" y="3511633"/>
                  </a:lnTo>
                  <a:lnTo>
                    <a:pt x="1429700" y="3511633"/>
                  </a:lnTo>
                  <a:lnTo>
                    <a:pt x="1429795" y="3511633"/>
                  </a:lnTo>
                  <a:lnTo>
                    <a:pt x="1429889" y="3511633"/>
                  </a:lnTo>
                  <a:lnTo>
                    <a:pt x="1429983" y="3511633"/>
                  </a:lnTo>
                  <a:lnTo>
                    <a:pt x="1430077" y="3511633"/>
                  </a:lnTo>
                  <a:lnTo>
                    <a:pt x="1430171" y="3511633"/>
                  </a:lnTo>
                  <a:lnTo>
                    <a:pt x="1430265" y="3511633"/>
                  </a:lnTo>
                  <a:lnTo>
                    <a:pt x="1430360" y="3511633"/>
                  </a:lnTo>
                  <a:lnTo>
                    <a:pt x="1430454" y="3511633"/>
                  </a:lnTo>
                  <a:lnTo>
                    <a:pt x="1430548" y="3511633"/>
                  </a:lnTo>
                  <a:lnTo>
                    <a:pt x="1430642" y="3511633"/>
                  </a:lnTo>
                  <a:lnTo>
                    <a:pt x="1430642" y="3506721"/>
                  </a:lnTo>
                  <a:lnTo>
                    <a:pt x="1430736" y="3506721"/>
                  </a:lnTo>
                  <a:lnTo>
                    <a:pt x="1430830" y="3506721"/>
                  </a:lnTo>
                  <a:lnTo>
                    <a:pt x="1430924" y="3506721"/>
                  </a:lnTo>
                  <a:lnTo>
                    <a:pt x="1431019" y="3506721"/>
                  </a:lnTo>
                  <a:lnTo>
                    <a:pt x="1431113" y="3506721"/>
                  </a:lnTo>
                  <a:lnTo>
                    <a:pt x="1431207" y="3506721"/>
                  </a:lnTo>
                  <a:lnTo>
                    <a:pt x="1431301" y="3506721"/>
                  </a:lnTo>
                  <a:lnTo>
                    <a:pt x="1431395" y="3506721"/>
                  </a:lnTo>
                  <a:lnTo>
                    <a:pt x="1431489" y="3506721"/>
                  </a:lnTo>
                  <a:lnTo>
                    <a:pt x="1431489" y="3501810"/>
                  </a:lnTo>
                  <a:lnTo>
                    <a:pt x="1431584" y="3501810"/>
                  </a:lnTo>
                  <a:lnTo>
                    <a:pt x="1431678" y="3501810"/>
                  </a:lnTo>
                  <a:lnTo>
                    <a:pt x="1431772" y="3501810"/>
                  </a:lnTo>
                  <a:lnTo>
                    <a:pt x="1431866" y="3501810"/>
                  </a:lnTo>
                  <a:lnTo>
                    <a:pt x="1431960" y="3501810"/>
                  </a:lnTo>
                  <a:lnTo>
                    <a:pt x="1432054" y="3501810"/>
                  </a:lnTo>
                  <a:lnTo>
                    <a:pt x="1432148" y="3501810"/>
                  </a:lnTo>
                  <a:lnTo>
                    <a:pt x="1432243" y="3501810"/>
                  </a:lnTo>
                  <a:lnTo>
                    <a:pt x="1432337" y="3501810"/>
                  </a:lnTo>
                  <a:lnTo>
                    <a:pt x="1432431" y="3501810"/>
                  </a:lnTo>
                  <a:lnTo>
                    <a:pt x="1432525" y="3501810"/>
                  </a:lnTo>
                  <a:lnTo>
                    <a:pt x="1432619" y="3501810"/>
                  </a:lnTo>
                  <a:lnTo>
                    <a:pt x="1432713" y="3501810"/>
                  </a:lnTo>
                  <a:lnTo>
                    <a:pt x="1432808" y="3501810"/>
                  </a:lnTo>
                  <a:lnTo>
                    <a:pt x="1432902" y="3501810"/>
                  </a:lnTo>
                  <a:lnTo>
                    <a:pt x="1432996" y="3501810"/>
                  </a:lnTo>
                  <a:lnTo>
                    <a:pt x="1433090" y="3501810"/>
                  </a:lnTo>
                  <a:lnTo>
                    <a:pt x="1433090" y="3496898"/>
                  </a:lnTo>
                  <a:lnTo>
                    <a:pt x="1433184" y="3496898"/>
                  </a:lnTo>
                  <a:lnTo>
                    <a:pt x="1433278" y="3496898"/>
                  </a:lnTo>
                  <a:lnTo>
                    <a:pt x="1433372" y="3496898"/>
                  </a:lnTo>
                  <a:lnTo>
                    <a:pt x="1433467" y="3496898"/>
                  </a:lnTo>
                  <a:lnTo>
                    <a:pt x="1433561" y="3496898"/>
                  </a:lnTo>
                  <a:lnTo>
                    <a:pt x="1433655" y="3496898"/>
                  </a:lnTo>
                  <a:lnTo>
                    <a:pt x="1433749" y="3496898"/>
                  </a:lnTo>
                  <a:lnTo>
                    <a:pt x="1433843" y="3496898"/>
                  </a:lnTo>
                  <a:lnTo>
                    <a:pt x="1433937" y="3496898"/>
                  </a:lnTo>
                  <a:lnTo>
                    <a:pt x="1434031" y="3496898"/>
                  </a:lnTo>
                  <a:lnTo>
                    <a:pt x="1434126" y="3496898"/>
                  </a:lnTo>
                  <a:lnTo>
                    <a:pt x="1434220" y="3496898"/>
                  </a:lnTo>
                  <a:lnTo>
                    <a:pt x="1434314" y="3496898"/>
                  </a:lnTo>
                  <a:lnTo>
                    <a:pt x="1434408" y="3496898"/>
                  </a:lnTo>
                  <a:lnTo>
                    <a:pt x="1434502" y="3496898"/>
                  </a:lnTo>
                  <a:lnTo>
                    <a:pt x="1434596" y="3496898"/>
                  </a:lnTo>
                  <a:lnTo>
                    <a:pt x="1434691" y="3496898"/>
                  </a:lnTo>
                  <a:lnTo>
                    <a:pt x="1434785" y="3496898"/>
                  </a:lnTo>
                  <a:lnTo>
                    <a:pt x="1434879" y="3496898"/>
                  </a:lnTo>
                  <a:lnTo>
                    <a:pt x="1434973" y="3496898"/>
                  </a:lnTo>
                  <a:lnTo>
                    <a:pt x="1435067" y="3496898"/>
                  </a:lnTo>
                  <a:lnTo>
                    <a:pt x="1435161" y="3496898"/>
                  </a:lnTo>
                  <a:lnTo>
                    <a:pt x="1435255" y="3496898"/>
                  </a:lnTo>
                  <a:lnTo>
                    <a:pt x="1435350" y="3496898"/>
                  </a:lnTo>
                  <a:lnTo>
                    <a:pt x="1435444" y="3496898"/>
                  </a:lnTo>
                  <a:lnTo>
                    <a:pt x="1435538" y="3496898"/>
                  </a:lnTo>
                  <a:lnTo>
                    <a:pt x="1435632" y="3496898"/>
                  </a:lnTo>
                  <a:lnTo>
                    <a:pt x="1435726" y="3496898"/>
                  </a:lnTo>
                  <a:lnTo>
                    <a:pt x="1435820" y="3496898"/>
                  </a:lnTo>
                  <a:lnTo>
                    <a:pt x="1435915" y="3496898"/>
                  </a:lnTo>
                  <a:lnTo>
                    <a:pt x="1436009" y="3496898"/>
                  </a:lnTo>
                  <a:lnTo>
                    <a:pt x="1436103" y="3496898"/>
                  </a:lnTo>
                  <a:lnTo>
                    <a:pt x="1436197" y="3496898"/>
                  </a:lnTo>
                  <a:lnTo>
                    <a:pt x="1436291" y="3496898"/>
                  </a:lnTo>
                  <a:lnTo>
                    <a:pt x="1436385" y="3496898"/>
                  </a:lnTo>
                  <a:lnTo>
                    <a:pt x="1436479" y="3496898"/>
                  </a:lnTo>
                  <a:lnTo>
                    <a:pt x="1436574" y="3496898"/>
                  </a:lnTo>
                  <a:lnTo>
                    <a:pt x="1436668" y="3496898"/>
                  </a:lnTo>
                  <a:lnTo>
                    <a:pt x="1436762" y="3496898"/>
                  </a:lnTo>
                  <a:lnTo>
                    <a:pt x="1436856" y="3496898"/>
                  </a:lnTo>
                  <a:lnTo>
                    <a:pt x="1436950" y="3496898"/>
                  </a:lnTo>
                  <a:lnTo>
                    <a:pt x="1437044" y="3496898"/>
                  </a:lnTo>
                  <a:lnTo>
                    <a:pt x="1437139" y="3496898"/>
                  </a:lnTo>
                  <a:lnTo>
                    <a:pt x="1437233" y="3496898"/>
                  </a:lnTo>
                  <a:lnTo>
                    <a:pt x="1437327" y="3496898"/>
                  </a:lnTo>
                  <a:lnTo>
                    <a:pt x="1437421" y="3496898"/>
                  </a:lnTo>
                  <a:lnTo>
                    <a:pt x="1437515" y="3496898"/>
                  </a:lnTo>
                  <a:lnTo>
                    <a:pt x="1437609" y="3496898"/>
                  </a:lnTo>
                  <a:lnTo>
                    <a:pt x="1437703" y="3496898"/>
                  </a:lnTo>
                  <a:lnTo>
                    <a:pt x="1437703" y="3491987"/>
                  </a:lnTo>
                  <a:lnTo>
                    <a:pt x="1437798" y="3491987"/>
                  </a:lnTo>
                  <a:lnTo>
                    <a:pt x="1437892" y="3491987"/>
                  </a:lnTo>
                  <a:lnTo>
                    <a:pt x="1437986" y="3491987"/>
                  </a:lnTo>
                  <a:lnTo>
                    <a:pt x="1438080" y="3491987"/>
                  </a:lnTo>
                  <a:lnTo>
                    <a:pt x="1438174" y="3491987"/>
                  </a:lnTo>
                  <a:lnTo>
                    <a:pt x="1438268" y="3491987"/>
                  </a:lnTo>
                  <a:lnTo>
                    <a:pt x="1438362" y="3491987"/>
                  </a:lnTo>
                  <a:lnTo>
                    <a:pt x="1438457" y="3491987"/>
                  </a:lnTo>
                  <a:lnTo>
                    <a:pt x="1438551" y="3491987"/>
                  </a:lnTo>
                  <a:lnTo>
                    <a:pt x="1438645" y="3491987"/>
                  </a:lnTo>
                  <a:lnTo>
                    <a:pt x="1438739" y="3491987"/>
                  </a:lnTo>
                  <a:lnTo>
                    <a:pt x="1438833" y="3491987"/>
                  </a:lnTo>
                  <a:lnTo>
                    <a:pt x="1438927" y="3491987"/>
                  </a:lnTo>
                  <a:lnTo>
                    <a:pt x="1439022" y="3491987"/>
                  </a:lnTo>
                  <a:lnTo>
                    <a:pt x="1439116" y="3491987"/>
                  </a:lnTo>
                  <a:lnTo>
                    <a:pt x="1439210" y="3491987"/>
                  </a:lnTo>
                  <a:lnTo>
                    <a:pt x="1439304" y="3491987"/>
                  </a:lnTo>
                  <a:lnTo>
                    <a:pt x="1439398" y="3491987"/>
                  </a:lnTo>
                  <a:lnTo>
                    <a:pt x="1439492" y="3491987"/>
                  </a:lnTo>
                  <a:lnTo>
                    <a:pt x="1439586" y="3491987"/>
                  </a:lnTo>
                  <a:lnTo>
                    <a:pt x="1439681" y="3491987"/>
                  </a:lnTo>
                  <a:lnTo>
                    <a:pt x="1439775" y="3491987"/>
                  </a:lnTo>
                  <a:lnTo>
                    <a:pt x="1439869" y="3491987"/>
                  </a:lnTo>
                  <a:lnTo>
                    <a:pt x="1439963" y="3491987"/>
                  </a:lnTo>
                  <a:lnTo>
                    <a:pt x="1440057" y="3491987"/>
                  </a:lnTo>
                  <a:lnTo>
                    <a:pt x="1440151" y="3491987"/>
                  </a:lnTo>
                  <a:lnTo>
                    <a:pt x="1440246" y="3491987"/>
                  </a:lnTo>
                  <a:lnTo>
                    <a:pt x="1440340" y="3491987"/>
                  </a:lnTo>
                  <a:lnTo>
                    <a:pt x="1440434" y="3491987"/>
                  </a:lnTo>
                  <a:lnTo>
                    <a:pt x="1440528" y="3491987"/>
                  </a:lnTo>
                  <a:lnTo>
                    <a:pt x="1440622" y="3491987"/>
                  </a:lnTo>
                  <a:lnTo>
                    <a:pt x="1440716" y="3491987"/>
                  </a:lnTo>
                  <a:lnTo>
                    <a:pt x="1440810" y="3491987"/>
                  </a:lnTo>
                  <a:lnTo>
                    <a:pt x="1440905" y="3491987"/>
                  </a:lnTo>
                  <a:lnTo>
                    <a:pt x="1440999" y="3491987"/>
                  </a:lnTo>
                  <a:lnTo>
                    <a:pt x="1441093" y="3491987"/>
                  </a:lnTo>
                  <a:lnTo>
                    <a:pt x="1441187" y="3491987"/>
                  </a:lnTo>
                  <a:lnTo>
                    <a:pt x="1441281" y="3491987"/>
                  </a:lnTo>
                  <a:lnTo>
                    <a:pt x="1441375" y="3491987"/>
                  </a:lnTo>
                  <a:lnTo>
                    <a:pt x="1441470" y="3491987"/>
                  </a:lnTo>
                  <a:lnTo>
                    <a:pt x="1441564" y="3491987"/>
                  </a:lnTo>
                  <a:lnTo>
                    <a:pt x="1441658" y="3491987"/>
                  </a:lnTo>
                  <a:lnTo>
                    <a:pt x="1441752" y="3491987"/>
                  </a:lnTo>
                  <a:lnTo>
                    <a:pt x="1441846" y="3491987"/>
                  </a:lnTo>
                  <a:lnTo>
                    <a:pt x="1441940" y="3491987"/>
                  </a:lnTo>
                  <a:lnTo>
                    <a:pt x="1442034" y="3491987"/>
                  </a:lnTo>
                  <a:lnTo>
                    <a:pt x="1442129" y="3491987"/>
                  </a:lnTo>
                  <a:lnTo>
                    <a:pt x="1442223" y="3491987"/>
                  </a:lnTo>
                  <a:lnTo>
                    <a:pt x="1442317" y="3491987"/>
                  </a:lnTo>
                  <a:lnTo>
                    <a:pt x="1442411" y="3491987"/>
                  </a:lnTo>
                  <a:lnTo>
                    <a:pt x="1442505" y="3491987"/>
                  </a:lnTo>
                  <a:lnTo>
                    <a:pt x="1442599" y="3491987"/>
                  </a:lnTo>
                  <a:lnTo>
                    <a:pt x="1442693" y="3491987"/>
                  </a:lnTo>
                  <a:lnTo>
                    <a:pt x="1442788" y="3491987"/>
                  </a:lnTo>
                  <a:lnTo>
                    <a:pt x="1442882" y="3491987"/>
                  </a:lnTo>
                  <a:lnTo>
                    <a:pt x="1442976" y="3491987"/>
                  </a:lnTo>
                  <a:lnTo>
                    <a:pt x="1442976" y="3487076"/>
                  </a:lnTo>
                  <a:lnTo>
                    <a:pt x="1443070" y="3487076"/>
                  </a:lnTo>
                  <a:lnTo>
                    <a:pt x="1443164" y="3487076"/>
                  </a:lnTo>
                  <a:lnTo>
                    <a:pt x="1443258" y="3487076"/>
                  </a:lnTo>
                  <a:lnTo>
                    <a:pt x="1443353" y="3487076"/>
                  </a:lnTo>
                  <a:lnTo>
                    <a:pt x="1443447" y="3487076"/>
                  </a:lnTo>
                  <a:lnTo>
                    <a:pt x="1443541" y="3487076"/>
                  </a:lnTo>
                  <a:lnTo>
                    <a:pt x="1443635" y="3487076"/>
                  </a:lnTo>
                  <a:lnTo>
                    <a:pt x="1443729" y="3487076"/>
                  </a:lnTo>
                  <a:lnTo>
                    <a:pt x="1443823" y="3487076"/>
                  </a:lnTo>
                  <a:lnTo>
                    <a:pt x="1443917" y="3487076"/>
                  </a:lnTo>
                  <a:lnTo>
                    <a:pt x="1444012" y="3487076"/>
                  </a:lnTo>
                  <a:lnTo>
                    <a:pt x="1444106" y="3487076"/>
                  </a:lnTo>
                  <a:lnTo>
                    <a:pt x="1444200" y="3487076"/>
                  </a:lnTo>
                  <a:lnTo>
                    <a:pt x="1444294" y="3487076"/>
                  </a:lnTo>
                  <a:lnTo>
                    <a:pt x="1444388" y="3487076"/>
                  </a:lnTo>
                  <a:lnTo>
                    <a:pt x="1444482" y="3487076"/>
                  </a:lnTo>
                  <a:lnTo>
                    <a:pt x="1444577" y="3487076"/>
                  </a:lnTo>
                  <a:lnTo>
                    <a:pt x="1444671" y="3487076"/>
                  </a:lnTo>
                  <a:lnTo>
                    <a:pt x="1444765" y="3487076"/>
                  </a:lnTo>
                  <a:lnTo>
                    <a:pt x="1444859" y="3487076"/>
                  </a:lnTo>
                  <a:lnTo>
                    <a:pt x="1444953" y="3487076"/>
                  </a:lnTo>
                  <a:lnTo>
                    <a:pt x="1445047" y="3487076"/>
                  </a:lnTo>
                  <a:lnTo>
                    <a:pt x="1445141" y="3487076"/>
                  </a:lnTo>
                  <a:lnTo>
                    <a:pt x="1445236" y="3487076"/>
                  </a:lnTo>
                  <a:lnTo>
                    <a:pt x="1445236" y="3482164"/>
                  </a:lnTo>
                  <a:lnTo>
                    <a:pt x="1445330" y="3482164"/>
                  </a:lnTo>
                  <a:lnTo>
                    <a:pt x="1445424" y="3482164"/>
                  </a:lnTo>
                  <a:lnTo>
                    <a:pt x="1445518" y="3482164"/>
                  </a:lnTo>
                  <a:lnTo>
                    <a:pt x="1445612" y="3482164"/>
                  </a:lnTo>
                  <a:lnTo>
                    <a:pt x="1445706" y="3482164"/>
                  </a:lnTo>
                  <a:lnTo>
                    <a:pt x="1445801" y="3482164"/>
                  </a:lnTo>
                  <a:lnTo>
                    <a:pt x="1445895" y="3482164"/>
                  </a:lnTo>
                  <a:lnTo>
                    <a:pt x="1445989" y="3482164"/>
                  </a:lnTo>
                  <a:lnTo>
                    <a:pt x="1446083" y="3482164"/>
                  </a:lnTo>
                  <a:lnTo>
                    <a:pt x="1446177" y="3482164"/>
                  </a:lnTo>
                  <a:lnTo>
                    <a:pt x="1446271" y="3482164"/>
                  </a:lnTo>
                  <a:lnTo>
                    <a:pt x="1446365" y="3482164"/>
                  </a:lnTo>
                  <a:lnTo>
                    <a:pt x="1446460" y="3482164"/>
                  </a:lnTo>
                  <a:lnTo>
                    <a:pt x="1446554" y="3482164"/>
                  </a:lnTo>
                  <a:lnTo>
                    <a:pt x="1446648" y="3482164"/>
                  </a:lnTo>
                  <a:lnTo>
                    <a:pt x="1446742" y="3482164"/>
                  </a:lnTo>
                  <a:lnTo>
                    <a:pt x="1446836" y="3482164"/>
                  </a:lnTo>
                  <a:lnTo>
                    <a:pt x="1446930" y="3482164"/>
                  </a:lnTo>
                  <a:lnTo>
                    <a:pt x="1447024" y="3482164"/>
                  </a:lnTo>
                  <a:lnTo>
                    <a:pt x="1447119" y="3482164"/>
                  </a:lnTo>
                  <a:lnTo>
                    <a:pt x="1447213" y="3482164"/>
                  </a:lnTo>
                  <a:lnTo>
                    <a:pt x="1447307" y="3482164"/>
                  </a:lnTo>
                  <a:lnTo>
                    <a:pt x="1447401" y="3482164"/>
                  </a:lnTo>
                  <a:lnTo>
                    <a:pt x="1447495" y="3482164"/>
                  </a:lnTo>
                  <a:lnTo>
                    <a:pt x="1447589" y="3482164"/>
                  </a:lnTo>
                  <a:lnTo>
                    <a:pt x="1447684" y="3482164"/>
                  </a:lnTo>
                  <a:lnTo>
                    <a:pt x="1447778" y="3482164"/>
                  </a:lnTo>
                  <a:lnTo>
                    <a:pt x="1447872" y="3482164"/>
                  </a:lnTo>
                  <a:lnTo>
                    <a:pt x="1447966" y="3482164"/>
                  </a:lnTo>
                  <a:lnTo>
                    <a:pt x="1448060" y="3482164"/>
                  </a:lnTo>
                  <a:lnTo>
                    <a:pt x="1448154" y="3482164"/>
                  </a:lnTo>
                  <a:lnTo>
                    <a:pt x="1448248" y="3482164"/>
                  </a:lnTo>
                  <a:lnTo>
                    <a:pt x="1448343" y="3482164"/>
                  </a:lnTo>
                  <a:lnTo>
                    <a:pt x="1448437" y="3482164"/>
                  </a:lnTo>
                  <a:lnTo>
                    <a:pt x="1448531" y="3482164"/>
                  </a:lnTo>
                  <a:lnTo>
                    <a:pt x="1448625" y="3482164"/>
                  </a:lnTo>
                  <a:lnTo>
                    <a:pt x="1448719" y="3482164"/>
                  </a:lnTo>
                  <a:lnTo>
                    <a:pt x="1448813" y="3482164"/>
                  </a:lnTo>
                  <a:lnTo>
                    <a:pt x="1448908" y="3482164"/>
                  </a:lnTo>
                  <a:lnTo>
                    <a:pt x="1449002" y="3482164"/>
                  </a:lnTo>
                  <a:lnTo>
                    <a:pt x="1449096" y="3482164"/>
                  </a:lnTo>
                  <a:lnTo>
                    <a:pt x="1449190" y="3482164"/>
                  </a:lnTo>
                  <a:lnTo>
                    <a:pt x="1449284" y="3482164"/>
                  </a:lnTo>
                  <a:lnTo>
                    <a:pt x="1449378" y="3482164"/>
                  </a:lnTo>
                  <a:lnTo>
                    <a:pt x="1449472" y="3482164"/>
                  </a:lnTo>
                  <a:lnTo>
                    <a:pt x="1449567" y="3482164"/>
                  </a:lnTo>
                  <a:lnTo>
                    <a:pt x="1449661" y="3482164"/>
                  </a:lnTo>
                  <a:lnTo>
                    <a:pt x="1449755" y="3482164"/>
                  </a:lnTo>
                  <a:lnTo>
                    <a:pt x="1449849" y="3482164"/>
                  </a:lnTo>
                  <a:lnTo>
                    <a:pt x="1449943" y="3482164"/>
                  </a:lnTo>
                  <a:lnTo>
                    <a:pt x="1450037" y="3482164"/>
                  </a:lnTo>
                  <a:lnTo>
                    <a:pt x="1450132" y="3482164"/>
                  </a:lnTo>
                  <a:lnTo>
                    <a:pt x="1450226" y="3482164"/>
                  </a:lnTo>
                  <a:lnTo>
                    <a:pt x="1450320" y="3482164"/>
                  </a:lnTo>
                  <a:lnTo>
                    <a:pt x="1450414" y="3482164"/>
                  </a:lnTo>
                  <a:lnTo>
                    <a:pt x="1450508" y="3482164"/>
                  </a:lnTo>
                  <a:lnTo>
                    <a:pt x="1450602" y="3482164"/>
                  </a:lnTo>
                  <a:lnTo>
                    <a:pt x="1450696" y="3482164"/>
                  </a:lnTo>
                  <a:lnTo>
                    <a:pt x="1450696" y="3477253"/>
                  </a:lnTo>
                  <a:lnTo>
                    <a:pt x="1450791" y="3477253"/>
                  </a:lnTo>
                  <a:lnTo>
                    <a:pt x="1450885" y="3477253"/>
                  </a:lnTo>
                  <a:lnTo>
                    <a:pt x="1450979" y="3477253"/>
                  </a:lnTo>
                  <a:lnTo>
                    <a:pt x="1451073" y="3477253"/>
                  </a:lnTo>
                  <a:lnTo>
                    <a:pt x="1451167" y="3477253"/>
                  </a:lnTo>
                  <a:lnTo>
                    <a:pt x="1451261" y="3477253"/>
                  </a:lnTo>
                  <a:lnTo>
                    <a:pt x="1451355" y="3477253"/>
                  </a:lnTo>
                  <a:lnTo>
                    <a:pt x="1451450" y="3477253"/>
                  </a:lnTo>
                  <a:lnTo>
                    <a:pt x="1451544" y="3477253"/>
                  </a:lnTo>
                  <a:lnTo>
                    <a:pt x="1451638" y="3477253"/>
                  </a:lnTo>
                  <a:lnTo>
                    <a:pt x="1451732" y="3477253"/>
                  </a:lnTo>
                  <a:lnTo>
                    <a:pt x="1451826" y="3477253"/>
                  </a:lnTo>
                  <a:lnTo>
                    <a:pt x="1451920" y="3477253"/>
                  </a:lnTo>
                  <a:lnTo>
                    <a:pt x="1452015" y="3477253"/>
                  </a:lnTo>
                  <a:lnTo>
                    <a:pt x="1452109" y="3477253"/>
                  </a:lnTo>
                  <a:lnTo>
                    <a:pt x="1452203" y="3477253"/>
                  </a:lnTo>
                  <a:lnTo>
                    <a:pt x="1452297" y="3477253"/>
                  </a:lnTo>
                  <a:lnTo>
                    <a:pt x="1452391" y="3477253"/>
                  </a:lnTo>
                  <a:lnTo>
                    <a:pt x="1452485" y="3477253"/>
                  </a:lnTo>
                  <a:lnTo>
                    <a:pt x="1452579" y="3477253"/>
                  </a:lnTo>
                  <a:lnTo>
                    <a:pt x="1452674" y="3477253"/>
                  </a:lnTo>
                  <a:lnTo>
                    <a:pt x="1452768" y="3477253"/>
                  </a:lnTo>
                  <a:lnTo>
                    <a:pt x="1452862" y="3477253"/>
                  </a:lnTo>
                  <a:lnTo>
                    <a:pt x="1452956" y="3477253"/>
                  </a:lnTo>
                  <a:lnTo>
                    <a:pt x="1453050" y="3477253"/>
                  </a:lnTo>
                  <a:lnTo>
                    <a:pt x="1453144" y="3477253"/>
                  </a:lnTo>
                  <a:lnTo>
                    <a:pt x="1453239" y="3477253"/>
                  </a:lnTo>
                  <a:lnTo>
                    <a:pt x="1453333" y="3477253"/>
                  </a:lnTo>
                  <a:lnTo>
                    <a:pt x="1453427" y="3477253"/>
                  </a:lnTo>
                  <a:lnTo>
                    <a:pt x="1453521" y="3477253"/>
                  </a:lnTo>
                  <a:lnTo>
                    <a:pt x="1453615" y="3477253"/>
                  </a:lnTo>
                  <a:lnTo>
                    <a:pt x="1453709" y="3477253"/>
                  </a:lnTo>
                  <a:lnTo>
                    <a:pt x="1453803" y="3477253"/>
                  </a:lnTo>
                  <a:lnTo>
                    <a:pt x="1453898" y="3477253"/>
                  </a:lnTo>
                  <a:lnTo>
                    <a:pt x="1453992" y="3477253"/>
                  </a:lnTo>
                  <a:lnTo>
                    <a:pt x="1454086" y="3477253"/>
                  </a:lnTo>
                  <a:lnTo>
                    <a:pt x="1454180" y="3477253"/>
                  </a:lnTo>
                  <a:lnTo>
                    <a:pt x="1454274" y="3477253"/>
                  </a:lnTo>
                  <a:lnTo>
                    <a:pt x="1454368" y="3477253"/>
                  </a:lnTo>
                  <a:lnTo>
                    <a:pt x="1454463" y="3477253"/>
                  </a:lnTo>
                  <a:lnTo>
                    <a:pt x="1454557" y="3477253"/>
                  </a:lnTo>
                  <a:lnTo>
                    <a:pt x="1454651" y="3477253"/>
                  </a:lnTo>
                  <a:lnTo>
                    <a:pt x="1454745" y="3477253"/>
                  </a:lnTo>
                  <a:lnTo>
                    <a:pt x="1454839" y="3477253"/>
                  </a:lnTo>
                  <a:lnTo>
                    <a:pt x="1454933" y="3477253"/>
                  </a:lnTo>
                  <a:lnTo>
                    <a:pt x="1455027" y="3477253"/>
                  </a:lnTo>
                  <a:lnTo>
                    <a:pt x="1455122" y="3477253"/>
                  </a:lnTo>
                  <a:lnTo>
                    <a:pt x="1455216" y="3477253"/>
                  </a:lnTo>
                  <a:lnTo>
                    <a:pt x="1455310" y="3477253"/>
                  </a:lnTo>
                  <a:lnTo>
                    <a:pt x="1455404" y="3477253"/>
                  </a:lnTo>
                  <a:lnTo>
                    <a:pt x="1455498" y="3477253"/>
                  </a:lnTo>
                  <a:lnTo>
                    <a:pt x="1455592" y="3477253"/>
                  </a:lnTo>
                  <a:lnTo>
                    <a:pt x="1455686" y="3477253"/>
                  </a:lnTo>
                  <a:lnTo>
                    <a:pt x="1455781" y="3477253"/>
                  </a:lnTo>
                  <a:lnTo>
                    <a:pt x="1455875" y="3477253"/>
                  </a:lnTo>
                  <a:lnTo>
                    <a:pt x="1455969" y="3477253"/>
                  </a:lnTo>
                  <a:lnTo>
                    <a:pt x="1456063" y="3477253"/>
                  </a:lnTo>
                  <a:lnTo>
                    <a:pt x="1456157" y="3477253"/>
                  </a:lnTo>
                  <a:lnTo>
                    <a:pt x="1456251" y="3477253"/>
                  </a:lnTo>
                  <a:lnTo>
                    <a:pt x="1456346" y="3477253"/>
                  </a:lnTo>
                  <a:lnTo>
                    <a:pt x="1456440" y="3477253"/>
                  </a:lnTo>
                  <a:lnTo>
                    <a:pt x="1456534" y="3477253"/>
                  </a:lnTo>
                  <a:lnTo>
                    <a:pt x="1456628" y="3477253"/>
                  </a:lnTo>
                  <a:lnTo>
                    <a:pt x="1456722" y="3477253"/>
                  </a:lnTo>
                  <a:lnTo>
                    <a:pt x="1456816" y="3477253"/>
                  </a:lnTo>
                  <a:lnTo>
                    <a:pt x="1456910" y="3477253"/>
                  </a:lnTo>
                  <a:lnTo>
                    <a:pt x="1457005" y="3477253"/>
                  </a:lnTo>
                  <a:lnTo>
                    <a:pt x="1457099" y="3477253"/>
                  </a:lnTo>
                  <a:lnTo>
                    <a:pt x="1457193" y="3477253"/>
                  </a:lnTo>
                  <a:lnTo>
                    <a:pt x="1457287" y="3477253"/>
                  </a:lnTo>
                  <a:lnTo>
                    <a:pt x="1457381" y="3477253"/>
                  </a:lnTo>
                  <a:lnTo>
                    <a:pt x="1457475" y="3477253"/>
                  </a:lnTo>
                  <a:lnTo>
                    <a:pt x="1457570" y="3477253"/>
                  </a:lnTo>
                  <a:lnTo>
                    <a:pt x="1457664" y="3477253"/>
                  </a:lnTo>
                  <a:lnTo>
                    <a:pt x="1457758" y="3477253"/>
                  </a:lnTo>
                  <a:lnTo>
                    <a:pt x="1457852" y="3477253"/>
                  </a:lnTo>
                  <a:lnTo>
                    <a:pt x="1457946" y="3477253"/>
                  </a:lnTo>
                  <a:lnTo>
                    <a:pt x="1458040" y="3477253"/>
                  </a:lnTo>
                  <a:lnTo>
                    <a:pt x="1458134" y="3477253"/>
                  </a:lnTo>
                  <a:lnTo>
                    <a:pt x="1458229" y="3477253"/>
                  </a:lnTo>
                  <a:lnTo>
                    <a:pt x="1458323" y="3477253"/>
                  </a:lnTo>
                  <a:lnTo>
                    <a:pt x="1458417" y="3477253"/>
                  </a:lnTo>
                  <a:lnTo>
                    <a:pt x="1458511" y="3477253"/>
                  </a:lnTo>
                  <a:lnTo>
                    <a:pt x="1458605" y="3477253"/>
                  </a:lnTo>
                  <a:lnTo>
                    <a:pt x="1458699" y="3477253"/>
                  </a:lnTo>
                  <a:lnTo>
                    <a:pt x="1458794" y="3477253"/>
                  </a:lnTo>
                  <a:lnTo>
                    <a:pt x="1458888" y="3477253"/>
                  </a:lnTo>
                  <a:lnTo>
                    <a:pt x="1458982" y="3477253"/>
                  </a:lnTo>
                  <a:lnTo>
                    <a:pt x="1459076" y="3477253"/>
                  </a:lnTo>
                  <a:lnTo>
                    <a:pt x="1459170" y="3477253"/>
                  </a:lnTo>
                  <a:lnTo>
                    <a:pt x="1459264" y="3477253"/>
                  </a:lnTo>
                  <a:lnTo>
                    <a:pt x="1459358" y="3477253"/>
                  </a:lnTo>
                  <a:lnTo>
                    <a:pt x="1459453" y="3477253"/>
                  </a:lnTo>
                  <a:lnTo>
                    <a:pt x="1459547" y="3477253"/>
                  </a:lnTo>
                  <a:lnTo>
                    <a:pt x="1459641" y="3477253"/>
                  </a:lnTo>
                  <a:lnTo>
                    <a:pt x="1459735" y="3477253"/>
                  </a:lnTo>
                  <a:lnTo>
                    <a:pt x="1459829" y="3477253"/>
                  </a:lnTo>
                  <a:lnTo>
                    <a:pt x="1459923" y="3477253"/>
                  </a:lnTo>
                  <a:lnTo>
                    <a:pt x="1460017" y="3477253"/>
                  </a:lnTo>
                  <a:lnTo>
                    <a:pt x="1460112" y="3477253"/>
                  </a:lnTo>
                  <a:lnTo>
                    <a:pt x="1460206" y="3477253"/>
                  </a:lnTo>
                  <a:lnTo>
                    <a:pt x="1460300" y="3477253"/>
                  </a:lnTo>
                  <a:lnTo>
                    <a:pt x="1460394" y="3477253"/>
                  </a:lnTo>
                  <a:lnTo>
                    <a:pt x="1460488" y="3477253"/>
                  </a:lnTo>
                  <a:lnTo>
                    <a:pt x="1460582" y="3477253"/>
                  </a:lnTo>
                  <a:lnTo>
                    <a:pt x="1460677" y="3477253"/>
                  </a:lnTo>
                  <a:lnTo>
                    <a:pt x="1460771" y="3477253"/>
                  </a:lnTo>
                  <a:lnTo>
                    <a:pt x="1460865" y="3477253"/>
                  </a:lnTo>
                  <a:lnTo>
                    <a:pt x="1460959" y="3477253"/>
                  </a:lnTo>
                  <a:lnTo>
                    <a:pt x="1461053" y="3477253"/>
                  </a:lnTo>
                  <a:lnTo>
                    <a:pt x="1461147" y="3477253"/>
                  </a:lnTo>
                  <a:lnTo>
                    <a:pt x="1461241" y="3477253"/>
                  </a:lnTo>
                  <a:lnTo>
                    <a:pt x="1461336" y="3477253"/>
                  </a:lnTo>
                  <a:lnTo>
                    <a:pt x="1461430" y="3477253"/>
                  </a:lnTo>
                  <a:lnTo>
                    <a:pt x="1461524" y="3477253"/>
                  </a:lnTo>
                  <a:lnTo>
                    <a:pt x="1461618" y="3477253"/>
                  </a:lnTo>
                  <a:lnTo>
                    <a:pt x="1461618" y="3472342"/>
                  </a:lnTo>
                  <a:lnTo>
                    <a:pt x="1461712" y="3472342"/>
                  </a:lnTo>
                  <a:lnTo>
                    <a:pt x="1461806" y="3472342"/>
                  </a:lnTo>
                  <a:lnTo>
                    <a:pt x="1461901" y="3472342"/>
                  </a:lnTo>
                  <a:lnTo>
                    <a:pt x="1461995" y="3472342"/>
                  </a:lnTo>
                  <a:lnTo>
                    <a:pt x="1462089" y="3472342"/>
                  </a:lnTo>
                  <a:lnTo>
                    <a:pt x="1462183" y="3472342"/>
                  </a:lnTo>
                  <a:lnTo>
                    <a:pt x="1462277" y="3472342"/>
                  </a:lnTo>
                  <a:lnTo>
                    <a:pt x="1462371" y="3472342"/>
                  </a:lnTo>
                  <a:lnTo>
                    <a:pt x="1462465" y="3472342"/>
                  </a:lnTo>
                  <a:lnTo>
                    <a:pt x="1462560" y="3472342"/>
                  </a:lnTo>
                  <a:lnTo>
                    <a:pt x="1462654" y="3472342"/>
                  </a:lnTo>
                  <a:lnTo>
                    <a:pt x="1462748" y="3472342"/>
                  </a:lnTo>
                  <a:lnTo>
                    <a:pt x="1462748" y="3467430"/>
                  </a:lnTo>
                  <a:lnTo>
                    <a:pt x="1462842" y="3467430"/>
                  </a:lnTo>
                  <a:lnTo>
                    <a:pt x="1462936" y="3467430"/>
                  </a:lnTo>
                  <a:lnTo>
                    <a:pt x="1463030" y="3467430"/>
                  </a:lnTo>
                  <a:lnTo>
                    <a:pt x="1463125" y="3467430"/>
                  </a:lnTo>
                  <a:lnTo>
                    <a:pt x="1463219" y="3467430"/>
                  </a:lnTo>
                  <a:lnTo>
                    <a:pt x="1463313" y="3467430"/>
                  </a:lnTo>
                  <a:lnTo>
                    <a:pt x="1463407" y="3467430"/>
                  </a:lnTo>
                  <a:lnTo>
                    <a:pt x="1463501" y="3467430"/>
                  </a:lnTo>
                  <a:lnTo>
                    <a:pt x="1463595" y="3467430"/>
                  </a:lnTo>
                  <a:lnTo>
                    <a:pt x="1463689" y="3467430"/>
                  </a:lnTo>
                  <a:lnTo>
                    <a:pt x="1463784" y="3467430"/>
                  </a:lnTo>
                  <a:lnTo>
                    <a:pt x="1463878" y="3467430"/>
                  </a:lnTo>
                  <a:lnTo>
                    <a:pt x="1463972" y="3467430"/>
                  </a:lnTo>
                  <a:lnTo>
                    <a:pt x="1464066" y="3467430"/>
                  </a:lnTo>
                  <a:lnTo>
                    <a:pt x="1464160" y="3467430"/>
                  </a:lnTo>
                  <a:lnTo>
                    <a:pt x="1464254" y="3467430"/>
                  </a:lnTo>
                  <a:lnTo>
                    <a:pt x="1464348" y="3467430"/>
                  </a:lnTo>
                  <a:lnTo>
                    <a:pt x="1464443" y="3467430"/>
                  </a:lnTo>
                  <a:lnTo>
                    <a:pt x="1464537" y="3467430"/>
                  </a:lnTo>
                  <a:lnTo>
                    <a:pt x="1464631" y="3467430"/>
                  </a:lnTo>
                  <a:lnTo>
                    <a:pt x="1464725" y="3467430"/>
                  </a:lnTo>
                  <a:lnTo>
                    <a:pt x="1464819" y="3467430"/>
                  </a:lnTo>
                  <a:lnTo>
                    <a:pt x="1464913" y="3467430"/>
                  </a:lnTo>
                  <a:lnTo>
                    <a:pt x="1465008" y="3467430"/>
                  </a:lnTo>
                  <a:lnTo>
                    <a:pt x="1465102" y="3467430"/>
                  </a:lnTo>
                  <a:lnTo>
                    <a:pt x="1465196" y="3467430"/>
                  </a:lnTo>
                  <a:lnTo>
                    <a:pt x="1465290" y="3467430"/>
                  </a:lnTo>
                  <a:lnTo>
                    <a:pt x="1465384" y="3467430"/>
                  </a:lnTo>
                  <a:lnTo>
                    <a:pt x="1465478" y="3467430"/>
                  </a:lnTo>
                  <a:lnTo>
                    <a:pt x="1465572" y="3467430"/>
                  </a:lnTo>
                  <a:lnTo>
                    <a:pt x="1465667" y="3467430"/>
                  </a:lnTo>
                  <a:lnTo>
                    <a:pt x="1465761" y="3467430"/>
                  </a:lnTo>
                  <a:lnTo>
                    <a:pt x="1465855" y="3467430"/>
                  </a:lnTo>
                  <a:lnTo>
                    <a:pt x="1465949" y="3467430"/>
                  </a:lnTo>
                  <a:lnTo>
                    <a:pt x="1466043" y="3467430"/>
                  </a:lnTo>
                  <a:lnTo>
                    <a:pt x="1466137" y="3467430"/>
                  </a:lnTo>
                  <a:lnTo>
                    <a:pt x="1466232" y="3467430"/>
                  </a:lnTo>
                  <a:lnTo>
                    <a:pt x="1466326" y="3467430"/>
                  </a:lnTo>
                  <a:lnTo>
                    <a:pt x="1466420" y="3467430"/>
                  </a:lnTo>
                  <a:lnTo>
                    <a:pt x="1466514" y="3467430"/>
                  </a:lnTo>
                  <a:lnTo>
                    <a:pt x="1466514" y="3462519"/>
                  </a:lnTo>
                  <a:lnTo>
                    <a:pt x="1466608" y="3462519"/>
                  </a:lnTo>
                  <a:lnTo>
                    <a:pt x="1466702" y="3462519"/>
                  </a:lnTo>
                  <a:lnTo>
                    <a:pt x="1466796" y="3462519"/>
                  </a:lnTo>
                  <a:lnTo>
                    <a:pt x="1466891" y="3462519"/>
                  </a:lnTo>
                  <a:lnTo>
                    <a:pt x="1466985" y="3462519"/>
                  </a:lnTo>
                  <a:lnTo>
                    <a:pt x="1467079" y="3462519"/>
                  </a:lnTo>
                  <a:lnTo>
                    <a:pt x="1467173" y="3462519"/>
                  </a:lnTo>
                  <a:lnTo>
                    <a:pt x="1467267" y="3462519"/>
                  </a:lnTo>
                  <a:lnTo>
                    <a:pt x="1467361" y="3462519"/>
                  </a:lnTo>
                  <a:lnTo>
                    <a:pt x="1467456" y="3462519"/>
                  </a:lnTo>
                  <a:lnTo>
                    <a:pt x="1467550" y="3462519"/>
                  </a:lnTo>
                  <a:lnTo>
                    <a:pt x="1467644" y="3462519"/>
                  </a:lnTo>
                  <a:lnTo>
                    <a:pt x="1467738" y="3462519"/>
                  </a:lnTo>
                  <a:lnTo>
                    <a:pt x="1467832" y="3462519"/>
                  </a:lnTo>
                  <a:lnTo>
                    <a:pt x="1467926" y="3462519"/>
                  </a:lnTo>
                  <a:lnTo>
                    <a:pt x="1468020" y="3462519"/>
                  </a:lnTo>
                  <a:lnTo>
                    <a:pt x="1468115" y="3462519"/>
                  </a:lnTo>
                  <a:lnTo>
                    <a:pt x="1468209" y="3462519"/>
                  </a:lnTo>
                  <a:lnTo>
                    <a:pt x="1468303" y="3462519"/>
                  </a:lnTo>
                  <a:lnTo>
                    <a:pt x="1468397" y="3462519"/>
                  </a:lnTo>
                  <a:lnTo>
                    <a:pt x="1468491" y="3462519"/>
                  </a:lnTo>
                  <a:lnTo>
                    <a:pt x="1468585" y="3462519"/>
                  </a:lnTo>
                  <a:lnTo>
                    <a:pt x="1468679" y="3462519"/>
                  </a:lnTo>
                  <a:lnTo>
                    <a:pt x="1468774" y="3462519"/>
                  </a:lnTo>
                  <a:lnTo>
                    <a:pt x="1468868" y="3462519"/>
                  </a:lnTo>
                  <a:lnTo>
                    <a:pt x="1468962" y="3462519"/>
                  </a:lnTo>
                  <a:lnTo>
                    <a:pt x="1469056" y="3462519"/>
                  </a:lnTo>
                  <a:lnTo>
                    <a:pt x="1469150" y="3462519"/>
                  </a:lnTo>
                  <a:lnTo>
                    <a:pt x="1469244" y="3462519"/>
                  </a:lnTo>
                  <a:lnTo>
                    <a:pt x="1469339" y="3462519"/>
                  </a:lnTo>
                  <a:lnTo>
                    <a:pt x="1469433" y="3462519"/>
                  </a:lnTo>
                  <a:lnTo>
                    <a:pt x="1469527" y="3462519"/>
                  </a:lnTo>
                  <a:lnTo>
                    <a:pt x="1469621" y="3462519"/>
                  </a:lnTo>
                  <a:lnTo>
                    <a:pt x="1469715" y="3462519"/>
                  </a:lnTo>
                  <a:lnTo>
                    <a:pt x="1469809" y="3462519"/>
                  </a:lnTo>
                  <a:lnTo>
                    <a:pt x="1469903" y="3462519"/>
                  </a:lnTo>
                  <a:lnTo>
                    <a:pt x="1469998" y="3462519"/>
                  </a:lnTo>
                  <a:lnTo>
                    <a:pt x="1470092" y="3462519"/>
                  </a:lnTo>
                  <a:lnTo>
                    <a:pt x="1470186" y="3462519"/>
                  </a:lnTo>
                  <a:lnTo>
                    <a:pt x="1470280" y="3462519"/>
                  </a:lnTo>
                  <a:lnTo>
                    <a:pt x="1470374" y="3462519"/>
                  </a:lnTo>
                  <a:lnTo>
                    <a:pt x="1470468" y="3462519"/>
                  </a:lnTo>
                  <a:lnTo>
                    <a:pt x="1470563" y="3462519"/>
                  </a:lnTo>
                  <a:lnTo>
                    <a:pt x="1470657" y="3462519"/>
                  </a:lnTo>
                  <a:lnTo>
                    <a:pt x="1470751" y="3462519"/>
                  </a:lnTo>
                  <a:lnTo>
                    <a:pt x="1470845" y="3462519"/>
                  </a:lnTo>
                  <a:lnTo>
                    <a:pt x="1470939" y="3462519"/>
                  </a:lnTo>
                  <a:lnTo>
                    <a:pt x="1471033" y="3462519"/>
                  </a:lnTo>
                  <a:lnTo>
                    <a:pt x="1471127" y="3462519"/>
                  </a:lnTo>
                  <a:lnTo>
                    <a:pt x="1471222" y="3462519"/>
                  </a:lnTo>
                  <a:lnTo>
                    <a:pt x="1471316" y="3462519"/>
                  </a:lnTo>
                  <a:lnTo>
                    <a:pt x="1471410" y="3462519"/>
                  </a:lnTo>
                  <a:lnTo>
                    <a:pt x="1471410" y="3457607"/>
                  </a:lnTo>
                  <a:lnTo>
                    <a:pt x="1471504" y="3457607"/>
                  </a:lnTo>
                  <a:lnTo>
                    <a:pt x="1471598" y="3457607"/>
                  </a:lnTo>
                  <a:lnTo>
                    <a:pt x="1471598" y="3452696"/>
                  </a:lnTo>
                  <a:lnTo>
                    <a:pt x="1471692" y="3452696"/>
                  </a:lnTo>
                  <a:lnTo>
                    <a:pt x="1471787" y="3452696"/>
                  </a:lnTo>
                  <a:lnTo>
                    <a:pt x="1471881" y="3452696"/>
                  </a:lnTo>
                  <a:lnTo>
                    <a:pt x="1471975" y="3452696"/>
                  </a:lnTo>
                  <a:lnTo>
                    <a:pt x="1472069" y="3452696"/>
                  </a:lnTo>
                  <a:lnTo>
                    <a:pt x="1472163" y="3452696"/>
                  </a:lnTo>
                  <a:lnTo>
                    <a:pt x="1472257" y="3452696"/>
                  </a:lnTo>
                  <a:lnTo>
                    <a:pt x="1472257" y="3447785"/>
                  </a:lnTo>
                  <a:lnTo>
                    <a:pt x="1472351" y="3447785"/>
                  </a:lnTo>
                  <a:lnTo>
                    <a:pt x="1472446" y="3447785"/>
                  </a:lnTo>
                  <a:lnTo>
                    <a:pt x="1472540" y="3447785"/>
                  </a:lnTo>
                  <a:lnTo>
                    <a:pt x="1472634" y="3447785"/>
                  </a:lnTo>
                  <a:lnTo>
                    <a:pt x="1472728" y="3447785"/>
                  </a:lnTo>
                  <a:lnTo>
                    <a:pt x="1472822" y="3447785"/>
                  </a:lnTo>
                  <a:lnTo>
                    <a:pt x="1472916" y="3447785"/>
                  </a:lnTo>
                  <a:lnTo>
                    <a:pt x="1473010" y="3447785"/>
                  </a:lnTo>
                  <a:lnTo>
                    <a:pt x="1473105" y="3447785"/>
                  </a:lnTo>
                  <a:lnTo>
                    <a:pt x="1473199" y="3447785"/>
                  </a:lnTo>
                  <a:lnTo>
                    <a:pt x="1473293" y="3447785"/>
                  </a:lnTo>
                  <a:lnTo>
                    <a:pt x="1473387" y="3447785"/>
                  </a:lnTo>
                  <a:lnTo>
                    <a:pt x="1473481" y="3447785"/>
                  </a:lnTo>
                  <a:lnTo>
                    <a:pt x="1473575" y="3447785"/>
                  </a:lnTo>
                  <a:lnTo>
                    <a:pt x="1473670" y="3447785"/>
                  </a:lnTo>
                  <a:lnTo>
                    <a:pt x="1473764" y="3447785"/>
                  </a:lnTo>
                  <a:lnTo>
                    <a:pt x="1473764" y="3442873"/>
                  </a:lnTo>
                  <a:lnTo>
                    <a:pt x="1473858" y="3442873"/>
                  </a:lnTo>
                  <a:lnTo>
                    <a:pt x="1473952" y="3442873"/>
                  </a:lnTo>
                  <a:lnTo>
                    <a:pt x="1474046" y="3442873"/>
                  </a:lnTo>
                  <a:lnTo>
                    <a:pt x="1474140" y="3442873"/>
                  </a:lnTo>
                  <a:lnTo>
                    <a:pt x="1474140" y="3437962"/>
                  </a:lnTo>
                  <a:lnTo>
                    <a:pt x="1474234" y="3437962"/>
                  </a:lnTo>
                  <a:lnTo>
                    <a:pt x="1474329" y="3437962"/>
                  </a:lnTo>
                  <a:lnTo>
                    <a:pt x="1474329" y="3433051"/>
                  </a:lnTo>
                  <a:lnTo>
                    <a:pt x="1474423" y="3433051"/>
                  </a:lnTo>
                  <a:lnTo>
                    <a:pt x="1474517" y="3433051"/>
                  </a:lnTo>
                  <a:lnTo>
                    <a:pt x="1474611" y="3433051"/>
                  </a:lnTo>
                  <a:lnTo>
                    <a:pt x="1474705" y="3433051"/>
                  </a:lnTo>
                  <a:lnTo>
                    <a:pt x="1474799" y="3433051"/>
                  </a:lnTo>
                  <a:lnTo>
                    <a:pt x="1474894" y="3433051"/>
                  </a:lnTo>
                  <a:lnTo>
                    <a:pt x="1474988" y="3433051"/>
                  </a:lnTo>
                  <a:lnTo>
                    <a:pt x="1475082" y="3433051"/>
                  </a:lnTo>
                  <a:lnTo>
                    <a:pt x="1475176" y="3433051"/>
                  </a:lnTo>
                  <a:lnTo>
                    <a:pt x="1475270" y="3433051"/>
                  </a:lnTo>
                  <a:lnTo>
                    <a:pt x="1475364" y="3433051"/>
                  </a:lnTo>
                  <a:lnTo>
                    <a:pt x="1475458" y="3433051"/>
                  </a:lnTo>
                  <a:lnTo>
                    <a:pt x="1475553" y="3433051"/>
                  </a:lnTo>
                  <a:lnTo>
                    <a:pt x="1475647" y="3433051"/>
                  </a:lnTo>
                  <a:lnTo>
                    <a:pt x="1475741" y="3433051"/>
                  </a:lnTo>
                  <a:lnTo>
                    <a:pt x="1475835" y="3433051"/>
                  </a:lnTo>
                  <a:lnTo>
                    <a:pt x="1475929" y="3433051"/>
                  </a:lnTo>
                  <a:lnTo>
                    <a:pt x="1476023" y="3433051"/>
                  </a:lnTo>
                  <a:lnTo>
                    <a:pt x="1476118" y="3433051"/>
                  </a:lnTo>
                  <a:lnTo>
                    <a:pt x="1476212" y="3433051"/>
                  </a:lnTo>
                  <a:lnTo>
                    <a:pt x="1476306" y="3433051"/>
                  </a:lnTo>
                  <a:lnTo>
                    <a:pt x="1476400" y="3433051"/>
                  </a:lnTo>
                  <a:lnTo>
                    <a:pt x="1476494" y="3433051"/>
                  </a:lnTo>
                  <a:lnTo>
                    <a:pt x="1476588" y="3433051"/>
                  </a:lnTo>
                  <a:lnTo>
                    <a:pt x="1476682" y="3433051"/>
                  </a:lnTo>
                  <a:lnTo>
                    <a:pt x="1476777" y="3433051"/>
                  </a:lnTo>
                  <a:lnTo>
                    <a:pt x="1476871" y="3433051"/>
                  </a:lnTo>
                  <a:lnTo>
                    <a:pt x="1476965" y="3433051"/>
                  </a:lnTo>
                  <a:lnTo>
                    <a:pt x="1477059" y="3433051"/>
                  </a:lnTo>
                  <a:lnTo>
                    <a:pt x="1477153" y="3433051"/>
                  </a:lnTo>
                  <a:lnTo>
                    <a:pt x="1477247" y="3433051"/>
                  </a:lnTo>
                  <a:lnTo>
                    <a:pt x="1477341" y="3433051"/>
                  </a:lnTo>
                  <a:lnTo>
                    <a:pt x="1477341" y="3428139"/>
                  </a:lnTo>
                  <a:lnTo>
                    <a:pt x="1477436" y="3428139"/>
                  </a:lnTo>
                  <a:lnTo>
                    <a:pt x="1477530" y="3428139"/>
                  </a:lnTo>
                  <a:lnTo>
                    <a:pt x="1477624" y="3428139"/>
                  </a:lnTo>
                  <a:lnTo>
                    <a:pt x="1477718" y="3428139"/>
                  </a:lnTo>
                  <a:lnTo>
                    <a:pt x="1477812" y="3428139"/>
                  </a:lnTo>
                  <a:lnTo>
                    <a:pt x="1477906" y="3428139"/>
                  </a:lnTo>
                  <a:lnTo>
                    <a:pt x="1478001" y="3428139"/>
                  </a:lnTo>
                  <a:lnTo>
                    <a:pt x="1478095" y="3428139"/>
                  </a:lnTo>
                  <a:lnTo>
                    <a:pt x="1478189" y="3428139"/>
                  </a:lnTo>
                  <a:lnTo>
                    <a:pt x="1478283" y="3428139"/>
                  </a:lnTo>
                  <a:lnTo>
                    <a:pt x="1478377" y="3428139"/>
                  </a:lnTo>
                  <a:lnTo>
                    <a:pt x="1478471" y="3428139"/>
                  </a:lnTo>
                  <a:lnTo>
                    <a:pt x="1478565" y="3428139"/>
                  </a:lnTo>
                  <a:lnTo>
                    <a:pt x="1478660" y="3428139"/>
                  </a:lnTo>
                  <a:lnTo>
                    <a:pt x="1478754" y="3428139"/>
                  </a:lnTo>
                  <a:lnTo>
                    <a:pt x="1478848" y="3428139"/>
                  </a:lnTo>
                  <a:lnTo>
                    <a:pt x="1478942" y="3428139"/>
                  </a:lnTo>
                  <a:lnTo>
                    <a:pt x="1479036" y="3428139"/>
                  </a:lnTo>
                  <a:lnTo>
                    <a:pt x="1479130" y="3428139"/>
                  </a:lnTo>
                  <a:lnTo>
                    <a:pt x="1479225" y="3428139"/>
                  </a:lnTo>
                  <a:lnTo>
                    <a:pt x="1479319" y="3428139"/>
                  </a:lnTo>
                  <a:lnTo>
                    <a:pt x="1479413" y="3428139"/>
                  </a:lnTo>
                  <a:lnTo>
                    <a:pt x="1479507" y="3428139"/>
                  </a:lnTo>
                  <a:lnTo>
                    <a:pt x="1479601" y="3428139"/>
                  </a:lnTo>
                  <a:lnTo>
                    <a:pt x="1479695" y="3428139"/>
                  </a:lnTo>
                  <a:lnTo>
                    <a:pt x="1479789" y="3428139"/>
                  </a:lnTo>
                  <a:lnTo>
                    <a:pt x="1479789" y="3423228"/>
                  </a:lnTo>
                  <a:lnTo>
                    <a:pt x="1479884" y="3423228"/>
                  </a:lnTo>
                  <a:lnTo>
                    <a:pt x="1479978" y="3423228"/>
                  </a:lnTo>
                  <a:lnTo>
                    <a:pt x="1480072" y="3423228"/>
                  </a:lnTo>
                  <a:lnTo>
                    <a:pt x="1480166" y="3423228"/>
                  </a:lnTo>
                  <a:lnTo>
                    <a:pt x="1480260" y="3423228"/>
                  </a:lnTo>
                  <a:lnTo>
                    <a:pt x="1480354" y="3423228"/>
                  </a:lnTo>
                  <a:lnTo>
                    <a:pt x="1480449" y="3423228"/>
                  </a:lnTo>
                  <a:lnTo>
                    <a:pt x="1480543" y="3423228"/>
                  </a:lnTo>
                  <a:lnTo>
                    <a:pt x="1480637" y="3423228"/>
                  </a:lnTo>
                  <a:lnTo>
                    <a:pt x="1480731" y="3423228"/>
                  </a:lnTo>
                  <a:lnTo>
                    <a:pt x="1480825" y="3423228"/>
                  </a:lnTo>
                  <a:lnTo>
                    <a:pt x="1480919" y="3423228"/>
                  </a:lnTo>
                  <a:lnTo>
                    <a:pt x="1480919" y="3418316"/>
                  </a:lnTo>
                  <a:lnTo>
                    <a:pt x="1481013" y="3418316"/>
                  </a:lnTo>
                  <a:lnTo>
                    <a:pt x="1481108" y="3418316"/>
                  </a:lnTo>
                  <a:lnTo>
                    <a:pt x="1481202" y="3418316"/>
                  </a:lnTo>
                  <a:lnTo>
                    <a:pt x="1481296" y="3418316"/>
                  </a:lnTo>
                  <a:lnTo>
                    <a:pt x="1481390" y="3418316"/>
                  </a:lnTo>
                  <a:lnTo>
                    <a:pt x="1481484" y="3418316"/>
                  </a:lnTo>
                  <a:lnTo>
                    <a:pt x="1481578" y="3418316"/>
                  </a:lnTo>
                  <a:lnTo>
                    <a:pt x="1481672" y="3418316"/>
                  </a:lnTo>
                  <a:lnTo>
                    <a:pt x="1481767" y="3418316"/>
                  </a:lnTo>
                  <a:lnTo>
                    <a:pt x="1481861" y="3418316"/>
                  </a:lnTo>
                  <a:lnTo>
                    <a:pt x="1481955" y="3418316"/>
                  </a:lnTo>
                  <a:lnTo>
                    <a:pt x="1482049" y="3418316"/>
                  </a:lnTo>
                  <a:lnTo>
                    <a:pt x="1482143" y="3418316"/>
                  </a:lnTo>
                  <a:lnTo>
                    <a:pt x="1482237" y="3418316"/>
                  </a:lnTo>
                  <a:lnTo>
                    <a:pt x="1482332" y="3418316"/>
                  </a:lnTo>
                  <a:lnTo>
                    <a:pt x="1482426" y="3418316"/>
                  </a:lnTo>
                  <a:lnTo>
                    <a:pt x="1482426" y="3413405"/>
                  </a:lnTo>
                  <a:lnTo>
                    <a:pt x="1482520" y="3413405"/>
                  </a:lnTo>
                  <a:lnTo>
                    <a:pt x="1482614" y="3413405"/>
                  </a:lnTo>
                  <a:lnTo>
                    <a:pt x="1482708" y="3413405"/>
                  </a:lnTo>
                  <a:lnTo>
                    <a:pt x="1482802" y="3413405"/>
                  </a:lnTo>
                  <a:lnTo>
                    <a:pt x="1482896" y="3413405"/>
                  </a:lnTo>
                  <a:lnTo>
                    <a:pt x="1482991" y="3413405"/>
                  </a:lnTo>
                  <a:lnTo>
                    <a:pt x="1483085" y="3413405"/>
                  </a:lnTo>
                  <a:lnTo>
                    <a:pt x="1483179" y="3413405"/>
                  </a:lnTo>
                  <a:lnTo>
                    <a:pt x="1483273" y="3413405"/>
                  </a:lnTo>
                  <a:lnTo>
                    <a:pt x="1483367" y="3413405"/>
                  </a:lnTo>
                  <a:lnTo>
                    <a:pt x="1483461" y="3413405"/>
                  </a:lnTo>
                  <a:lnTo>
                    <a:pt x="1483556" y="3413405"/>
                  </a:lnTo>
                  <a:lnTo>
                    <a:pt x="1483650" y="3413405"/>
                  </a:lnTo>
                  <a:lnTo>
                    <a:pt x="1483744" y="3413405"/>
                  </a:lnTo>
                  <a:lnTo>
                    <a:pt x="1483838" y="3413405"/>
                  </a:lnTo>
                  <a:lnTo>
                    <a:pt x="1483932" y="3413405"/>
                  </a:lnTo>
                  <a:lnTo>
                    <a:pt x="1484026" y="3413405"/>
                  </a:lnTo>
                  <a:lnTo>
                    <a:pt x="1484120" y="3413405"/>
                  </a:lnTo>
                  <a:lnTo>
                    <a:pt x="1484215" y="3413405"/>
                  </a:lnTo>
                  <a:lnTo>
                    <a:pt x="1484309" y="3413405"/>
                  </a:lnTo>
                  <a:lnTo>
                    <a:pt x="1484403" y="3413405"/>
                  </a:lnTo>
                  <a:lnTo>
                    <a:pt x="1484497" y="3413405"/>
                  </a:lnTo>
                  <a:lnTo>
                    <a:pt x="1484591" y="3413405"/>
                  </a:lnTo>
                  <a:lnTo>
                    <a:pt x="1484685" y="3413405"/>
                  </a:lnTo>
                  <a:lnTo>
                    <a:pt x="1484780" y="3413405"/>
                  </a:lnTo>
                  <a:lnTo>
                    <a:pt x="1484874" y="3413405"/>
                  </a:lnTo>
                  <a:lnTo>
                    <a:pt x="1484968" y="3413405"/>
                  </a:lnTo>
                  <a:lnTo>
                    <a:pt x="1485062" y="3413405"/>
                  </a:lnTo>
                  <a:lnTo>
                    <a:pt x="1485156" y="3413405"/>
                  </a:lnTo>
                  <a:lnTo>
                    <a:pt x="1485250" y="3413405"/>
                  </a:lnTo>
                  <a:lnTo>
                    <a:pt x="1485344" y="3413405"/>
                  </a:lnTo>
                  <a:lnTo>
                    <a:pt x="1485439" y="3413405"/>
                  </a:lnTo>
                  <a:lnTo>
                    <a:pt x="1485533" y="3413405"/>
                  </a:lnTo>
                  <a:lnTo>
                    <a:pt x="1485627" y="3413405"/>
                  </a:lnTo>
                  <a:lnTo>
                    <a:pt x="1485721" y="3413405"/>
                  </a:lnTo>
                  <a:lnTo>
                    <a:pt x="1485815" y="3413405"/>
                  </a:lnTo>
                  <a:lnTo>
                    <a:pt x="1485909" y="3413405"/>
                  </a:lnTo>
                  <a:lnTo>
                    <a:pt x="1486003" y="3413405"/>
                  </a:lnTo>
                  <a:lnTo>
                    <a:pt x="1486098" y="3413405"/>
                  </a:lnTo>
                  <a:lnTo>
                    <a:pt x="1486192" y="3413405"/>
                  </a:lnTo>
                  <a:lnTo>
                    <a:pt x="1486286" y="3413405"/>
                  </a:lnTo>
                  <a:lnTo>
                    <a:pt x="1486380" y="3413405"/>
                  </a:lnTo>
                  <a:lnTo>
                    <a:pt x="1486474" y="3413405"/>
                  </a:lnTo>
                  <a:lnTo>
                    <a:pt x="1486568" y="3413405"/>
                  </a:lnTo>
                  <a:lnTo>
                    <a:pt x="1486663" y="3413405"/>
                  </a:lnTo>
                  <a:lnTo>
                    <a:pt x="1486757" y="3413405"/>
                  </a:lnTo>
                  <a:lnTo>
                    <a:pt x="1486851" y="3413405"/>
                  </a:lnTo>
                  <a:lnTo>
                    <a:pt x="1486945" y="3413405"/>
                  </a:lnTo>
                  <a:lnTo>
                    <a:pt x="1487039" y="3413405"/>
                  </a:lnTo>
                  <a:lnTo>
                    <a:pt x="1487133" y="3413405"/>
                  </a:lnTo>
                  <a:lnTo>
                    <a:pt x="1487227" y="3413405"/>
                  </a:lnTo>
                  <a:lnTo>
                    <a:pt x="1487322" y="3413405"/>
                  </a:lnTo>
                  <a:lnTo>
                    <a:pt x="1487416" y="3413405"/>
                  </a:lnTo>
                  <a:lnTo>
                    <a:pt x="1487510" y="3413405"/>
                  </a:lnTo>
                  <a:lnTo>
                    <a:pt x="1487604" y="3413405"/>
                  </a:lnTo>
                  <a:lnTo>
                    <a:pt x="1487698" y="3413405"/>
                  </a:lnTo>
                  <a:lnTo>
                    <a:pt x="1487792" y="3413405"/>
                  </a:lnTo>
                  <a:lnTo>
                    <a:pt x="1487887" y="3413405"/>
                  </a:lnTo>
                  <a:lnTo>
                    <a:pt x="1487981" y="3413405"/>
                  </a:lnTo>
                  <a:lnTo>
                    <a:pt x="1488075" y="3413405"/>
                  </a:lnTo>
                  <a:lnTo>
                    <a:pt x="1488169" y="3413405"/>
                  </a:lnTo>
                  <a:lnTo>
                    <a:pt x="1488169" y="3408494"/>
                  </a:lnTo>
                  <a:lnTo>
                    <a:pt x="1488263" y="3408494"/>
                  </a:lnTo>
                  <a:lnTo>
                    <a:pt x="1488357" y="3408494"/>
                  </a:lnTo>
                  <a:lnTo>
                    <a:pt x="1488357" y="3403582"/>
                  </a:lnTo>
                  <a:lnTo>
                    <a:pt x="1488451" y="3403582"/>
                  </a:lnTo>
                  <a:lnTo>
                    <a:pt x="1488546" y="3403582"/>
                  </a:lnTo>
                  <a:lnTo>
                    <a:pt x="1488640" y="3403582"/>
                  </a:lnTo>
                  <a:lnTo>
                    <a:pt x="1488734" y="3403582"/>
                  </a:lnTo>
                  <a:lnTo>
                    <a:pt x="1488828" y="3403582"/>
                  </a:lnTo>
                  <a:lnTo>
                    <a:pt x="1488922" y="3403582"/>
                  </a:lnTo>
                  <a:lnTo>
                    <a:pt x="1489016" y="3403582"/>
                  </a:lnTo>
                  <a:lnTo>
                    <a:pt x="1489111" y="3403582"/>
                  </a:lnTo>
                  <a:lnTo>
                    <a:pt x="1489205" y="3403582"/>
                  </a:lnTo>
                  <a:lnTo>
                    <a:pt x="1489299" y="3403582"/>
                  </a:lnTo>
                  <a:lnTo>
                    <a:pt x="1489393" y="3403582"/>
                  </a:lnTo>
                  <a:lnTo>
                    <a:pt x="1489487" y="3403582"/>
                  </a:lnTo>
                  <a:lnTo>
                    <a:pt x="1489581" y="3403582"/>
                  </a:lnTo>
                  <a:lnTo>
                    <a:pt x="1489675" y="3403582"/>
                  </a:lnTo>
                  <a:lnTo>
                    <a:pt x="1489770" y="3403582"/>
                  </a:lnTo>
                  <a:lnTo>
                    <a:pt x="1489864" y="3403582"/>
                  </a:lnTo>
                  <a:lnTo>
                    <a:pt x="1489958" y="3403582"/>
                  </a:lnTo>
                  <a:lnTo>
                    <a:pt x="1490052" y="3403582"/>
                  </a:lnTo>
                  <a:lnTo>
                    <a:pt x="1490146" y="3403582"/>
                  </a:lnTo>
                  <a:lnTo>
                    <a:pt x="1490240" y="3403582"/>
                  </a:lnTo>
                  <a:lnTo>
                    <a:pt x="1490335" y="3403582"/>
                  </a:lnTo>
                  <a:lnTo>
                    <a:pt x="1490429" y="3403582"/>
                  </a:lnTo>
                  <a:lnTo>
                    <a:pt x="1490523" y="3403582"/>
                  </a:lnTo>
                  <a:lnTo>
                    <a:pt x="1490617" y="3403582"/>
                  </a:lnTo>
                  <a:lnTo>
                    <a:pt x="1490711" y="3403582"/>
                  </a:lnTo>
                  <a:lnTo>
                    <a:pt x="1490805" y="3403582"/>
                  </a:lnTo>
                  <a:lnTo>
                    <a:pt x="1490899" y="3403582"/>
                  </a:lnTo>
                  <a:lnTo>
                    <a:pt x="1490994" y="3403582"/>
                  </a:lnTo>
                  <a:lnTo>
                    <a:pt x="1491088" y="3403582"/>
                  </a:lnTo>
                  <a:lnTo>
                    <a:pt x="1491182" y="3403582"/>
                  </a:lnTo>
                  <a:lnTo>
                    <a:pt x="1491276" y="3403582"/>
                  </a:lnTo>
                  <a:lnTo>
                    <a:pt x="1491370" y="3403582"/>
                  </a:lnTo>
                  <a:lnTo>
                    <a:pt x="1491464" y="3403582"/>
                  </a:lnTo>
                  <a:lnTo>
                    <a:pt x="1491558" y="3403582"/>
                  </a:lnTo>
                  <a:lnTo>
                    <a:pt x="1491653" y="3403582"/>
                  </a:lnTo>
                  <a:lnTo>
                    <a:pt x="1491747" y="3403582"/>
                  </a:lnTo>
                  <a:lnTo>
                    <a:pt x="1491841" y="3403582"/>
                  </a:lnTo>
                  <a:lnTo>
                    <a:pt x="1491935" y="3403582"/>
                  </a:lnTo>
                  <a:lnTo>
                    <a:pt x="1492029" y="3403582"/>
                  </a:lnTo>
                  <a:lnTo>
                    <a:pt x="1492123" y="3403582"/>
                  </a:lnTo>
                  <a:lnTo>
                    <a:pt x="1492218" y="3403582"/>
                  </a:lnTo>
                  <a:lnTo>
                    <a:pt x="1492312" y="3403582"/>
                  </a:lnTo>
                  <a:lnTo>
                    <a:pt x="1492406" y="3403582"/>
                  </a:lnTo>
                  <a:lnTo>
                    <a:pt x="1492500" y="3403582"/>
                  </a:lnTo>
                  <a:lnTo>
                    <a:pt x="1492594" y="3403582"/>
                  </a:lnTo>
                  <a:lnTo>
                    <a:pt x="1492594" y="3398671"/>
                  </a:lnTo>
                  <a:lnTo>
                    <a:pt x="1492688" y="3398671"/>
                  </a:lnTo>
                  <a:lnTo>
                    <a:pt x="1492782" y="3398671"/>
                  </a:lnTo>
                  <a:lnTo>
                    <a:pt x="1492877" y="3398671"/>
                  </a:lnTo>
                  <a:lnTo>
                    <a:pt x="1492971" y="3398671"/>
                  </a:lnTo>
                  <a:lnTo>
                    <a:pt x="1493065" y="3398671"/>
                  </a:lnTo>
                  <a:lnTo>
                    <a:pt x="1493159" y="3398671"/>
                  </a:lnTo>
                  <a:lnTo>
                    <a:pt x="1493253" y="3398671"/>
                  </a:lnTo>
                  <a:lnTo>
                    <a:pt x="1493347" y="3398671"/>
                  </a:lnTo>
                  <a:lnTo>
                    <a:pt x="1493442" y="3398671"/>
                  </a:lnTo>
                  <a:lnTo>
                    <a:pt x="1493536" y="3398671"/>
                  </a:lnTo>
                  <a:lnTo>
                    <a:pt x="1493630" y="3398671"/>
                  </a:lnTo>
                  <a:lnTo>
                    <a:pt x="1493724" y="3398671"/>
                  </a:lnTo>
                  <a:lnTo>
                    <a:pt x="1493818" y="3398671"/>
                  </a:lnTo>
                  <a:lnTo>
                    <a:pt x="1493912" y="3398671"/>
                  </a:lnTo>
                  <a:lnTo>
                    <a:pt x="1494006" y="3398671"/>
                  </a:lnTo>
                  <a:lnTo>
                    <a:pt x="1494101" y="3398671"/>
                  </a:lnTo>
                  <a:lnTo>
                    <a:pt x="1494195" y="3398671"/>
                  </a:lnTo>
                  <a:lnTo>
                    <a:pt x="1494195" y="3393760"/>
                  </a:lnTo>
                  <a:lnTo>
                    <a:pt x="1494289" y="3393760"/>
                  </a:lnTo>
                  <a:lnTo>
                    <a:pt x="1494383" y="3393760"/>
                  </a:lnTo>
                  <a:lnTo>
                    <a:pt x="1494477" y="3393760"/>
                  </a:lnTo>
                  <a:lnTo>
                    <a:pt x="1494571" y="3393760"/>
                  </a:lnTo>
                  <a:lnTo>
                    <a:pt x="1494666" y="3393760"/>
                  </a:lnTo>
                  <a:lnTo>
                    <a:pt x="1494760" y="3393760"/>
                  </a:lnTo>
                  <a:lnTo>
                    <a:pt x="1494854" y="3393760"/>
                  </a:lnTo>
                  <a:lnTo>
                    <a:pt x="1494948" y="3393760"/>
                  </a:lnTo>
                  <a:lnTo>
                    <a:pt x="1495042" y="3393760"/>
                  </a:lnTo>
                  <a:lnTo>
                    <a:pt x="1495136" y="3393760"/>
                  </a:lnTo>
                  <a:lnTo>
                    <a:pt x="1495230" y="3393760"/>
                  </a:lnTo>
                  <a:lnTo>
                    <a:pt x="1495325" y="3393760"/>
                  </a:lnTo>
                  <a:lnTo>
                    <a:pt x="1495419" y="3393760"/>
                  </a:lnTo>
                  <a:lnTo>
                    <a:pt x="1495513" y="3393760"/>
                  </a:lnTo>
                  <a:lnTo>
                    <a:pt x="1495607" y="3393760"/>
                  </a:lnTo>
                  <a:lnTo>
                    <a:pt x="1495701" y="3393760"/>
                  </a:lnTo>
                  <a:lnTo>
                    <a:pt x="1495795" y="3393760"/>
                  </a:lnTo>
                  <a:lnTo>
                    <a:pt x="1495889" y="3393760"/>
                  </a:lnTo>
                  <a:lnTo>
                    <a:pt x="1495984" y="3393760"/>
                  </a:lnTo>
                  <a:lnTo>
                    <a:pt x="1496078" y="3393760"/>
                  </a:lnTo>
                  <a:lnTo>
                    <a:pt x="1496172" y="3393760"/>
                  </a:lnTo>
                  <a:lnTo>
                    <a:pt x="1496266" y="3393760"/>
                  </a:lnTo>
                  <a:lnTo>
                    <a:pt x="1496360" y="3393760"/>
                  </a:lnTo>
                  <a:lnTo>
                    <a:pt x="1496454" y="3393760"/>
                  </a:lnTo>
                  <a:lnTo>
                    <a:pt x="1496549" y="3393760"/>
                  </a:lnTo>
                  <a:lnTo>
                    <a:pt x="1496643" y="3393760"/>
                  </a:lnTo>
                  <a:lnTo>
                    <a:pt x="1496737" y="3393760"/>
                  </a:lnTo>
                  <a:lnTo>
                    <a:pt x="1496831" y="3393760"/>
                  </a:lnTo>
                  <a:lnTo>
                    <a:pt x="1496925" y="3393760"/>
                  </a:lnTo>
                  <a:lnTo>
                    <a:pt x="1497019" y="3393760"/>
                  </a:lnTo>
                  <a:lnTo>
                    <a:pt x="1497113" y="3393760"/>
                  </a:lnTo>
                  <a:lnTo>
                    <a:pt x="1497208" y="3393760"/>
                  </a:lnTo>
                  <a:lnTo>
                    <a:pt x="1497302" y="3393760"/>
                  </a:lnTo>
                  <a:lnTo>
                    <a:pt x="1497396" y="3393760"/>
                  </a:lnTo>
                  <a:lnTo>
                    <a:pt x="1497490" y="3393760"/>
                  </a:lnTo>
                  <a:lnTo>
                    <a:pt x="1497584" y="3393760"/>
                  </a:lnTo>
                  <a:lnTo>
                    <a:pt x="1497678" y="3393760"/>
                  </a:lnTo>
                  <a:lnTo>
                    <a:pt x="1497773" y="3393760"/>
                  </a:lnTo>
                  <a:lnTo>
                    <a:pt x="1497867" y="3393760"/>
                  </a:lnTo>
                  <a:lnTo>
                    <a:pt x="1497961" y="3393760"/>
                  </a:lnTo>
                  <a:lnTo>
                    <a:pt x="1498055" y="3393760"/>
                  </a:lnTo>
                  <a:lnTo>
                    <a:pt x="1498149" y="3393760"/>
                  </a:lnTo>
                  <a:lnTo>
                    <a:pt x="1498243" y="3393760"/>
                  </a:lnTo>
                  <a:lnTo>
                    <a:pt x="1498337" y="3393760"/>
                  </a:lnTo>
                  <a:lnTo>
                    <a:pt x="1498432" y="3393760"/>
                  </a:lnTo>
                  <a:lnTo>
                    <a:pt x="1498526" y="3393760"/>
                  </a:lnTo>
                  <a:lnTo>
                    <a:pt x="1498620" y="3393760"/>
                  </a:lnTo>
                  <a:lnTo>
                    <a:pt x="1498714" y="3393760"/>
                  </a:lnTo>
                  <a:lnTo>
                    <a:pt x="1498808" y="3393760"/>
                  </a:lnTo>
                  <a:lnTo>
                    <a:pt x="1498902" y="3393760"/>
                  </a:lnTo>
                  <a:lnTo>
                    <a:pt x="1498997" y="3393760"/>
                  </a:lnTo>
                  <a:lnTo>
                    <a:pt x="1499091" y="3393760"/>
                  </a:lnTo>
                  <a:lnTo>
                    <a:pt x="1499185" y="3393760"/>
                  </a:lnTo>
                  <a:lnTo>
                    <a:pt x="1499279" y="3393760"/>
                  </a:lnTo>
                  <a:lnTo>
                    <a:pt x="1499373" y="3393760"/>
                  </a:lnTo>
                  <a:lnTo>
                    <a:pt x="1499467" y="3393760"/>
                  </a:lnTo>
                  <a:lnTo>
                    <a:pt x="1499561" y="3393760"/>
                  </a:lnTo>
                  <a:lnTo>
                    <a:pt x="1499656" y="3393760"/>
                  </a:lnTo>
                  <a:lnTo>
                    <a:pt x="1499750" y="3393760"/>
                  </a:lnTo>
                  <a:lnTo>
                    <a:pt x="1499844" y="3393760"/>
                  </a:lnTo>
                  <a:lnTo>
                    <a:pt x="1499938" y="3393760"/>
                  </a:lnTo>
                  <a:lnTo>
                    <a:pt x="1500032" y="3393760"/>
                  </a:lnTo>
                  <a:lnTo>
                    <a:pt x="1500126" y="3393760"/>
                  </a:lnTo>
                  <a:lnTo>
                    <a:pt x="1500220" y="3393760"/>
                  </a:lnTo>
                  <a:lnTo>
                    <a:pt x="1500315" y="3393760"/>
                  </a:lnTo>
                  <a:lnTo>
                    <a:pt x="1500409" y="3393760"/>
                  </a:lnTo>
                  <a:lnTo>
                    <a:pt x="1500503" y="3393760"/>
                  </a:lnTo>
                  <a:lnTo>
                    <a:pt x="1500597" y="3393760"/>
                  </a:lnTo>
                  <a:lnTo>
                    <a:pt x="1500691" y="3393760"/>
                  </a:lnTo>
                  <a:lnTo>
                    <a:pt x="1500785" y="3393760"/>
                  </a:lnTo>
                  <a:lnTo>
                    <a:pt x="1500880" y="3393760"/>
                  </a:lnTo>
                  <a:lnTo>
                    <a:pt x="1500974" y="3393760"/>
                  </a:lnTo>
                  <a:lnTo>
                    <a:pt x="1501068" y="3393760"/>
                  </a:lnTo>
                  <a:lnTo>
                    <a:pt x="1501162" y="3393760"/>
                  </a:lnTo>
                  <a:lnTo>
                    <a:pt x="1501256" y="3393760"/>
                  </a:lnTo>
                  <a:lnTo>
                    <a:pt x="1501350" y="3393760"/>
                  </a:lnTo>
                  <a:lnTo>
                    <a:pt x="1501444" y="3393760"/>
                  </a:lnTo>
                  <a:lnTo>
                    <a:pt x="1501539" y="3393760"/>
                  </a:lnTo>
                  <a:lnTo>
                    <a:pt x="1501633" y="3393760"/>
                  </a:lnTo>
                  <a:lnTo>
                    <a:pt x="1501727" y="3393760"/>
                  </a:lnTo>
                  <a:lnTo>
                    <a:pt x="1501821" y="3393760"/>
                  </a:lnTo>
                  <a:lnTo>
                    <a:pt x="1501915" y="3393760"/>
                  </a:lnTo>
                  <a:lnTo>
                    <a:pt x="1502009" y="3393760"/>
                  </a:lnTo>
                  <a:lnTo>
                    <a:pt x="1502104" y="3393760"/>
                  </a:lnTo>
                  <a:lnTo>
                    <a:pt x="1502198" y="3393760"/>
                  </a:lnTo>
                  <a:lnTo>
                    <a:pt x="1502292" y="3393760"/>
                  </a:lnTo>
                  <a:lnTo>
                    <a:pt x="1502386" y="3393760"/>
                  </a:lnTo>
                  <a:lnTo>
                    <a:pt x="1502480" y="3393760"/>
                  </a:lnTo>
                  <a:lnTo>
                    <a:pt x="1502574" y="3393760"/>
                  </a:lnTo>
                  <a:lnTo>
                    <a:pt x="1502668" y="3393760"/>
                  </a:lnTo>
                  <a:lnTo>
                    <a:pt x="1502763" y="3393760"/>
                  </a:lnTo>
                  <a:lnTo>
                    <a:pt x="1502857" y="3393760"/>
                  </a:lnTo>
                  <a:lnTo>
                    <a:pt x="1502951" y="3393760"/>
                  </a:lnTo>
                  <a:lnTo>
                    <a:pt x="1503045" y="3393760"/>
                  </a:lnTo>
                  <a:lnTo>
                    <a:pt x="1503139" y="3393760"/>
                  </a:lnTo>
                  <a:lnTo>
                    <a:pt x="1503233" y="3393760"/>
                  </a:lnTo>
                  <a:lnTo>
                    <a:pt x="1503328" y="3393760"/>
                  </a:lnTo>
                  <a:lnTo>
                    <a:pt x="1503422" y="3393760"/>
                  </a:lnTo>
                  <a:lnTo>
                    <a:pt x="1503516" y="3393760"/>
                  </a:lnTo>
                  <a:lnTo>
                    <a:pt x="1503610" y="3393760"/>
                  </a:lnTo>
                  <a:lnTo>
                    <a:pt x="1503704" y="3393760"/>
                  </a:lnTo>
                  <a:lnTo>
                    <a:pt x="1503798" y="3393760"/>
                  </a:lnTo>
                  <a:lnTo>
                    <a:pt x="1503892" y="3393760"/>
                  </a:lnTo>
                  <a:lnTo>
                    <a:pt x="1503987" y="3393760"/>
                  </a:lnTo>
                  <a:lnTo>
                    <a:pt x="1504081" y="3393760"/>
                  </a:lnTo>
                  <a:lnTo>
                    <a:pt x="1504175" y="3393760"/>
                  </a:lnTo>
                  <a:lnTo>
                    <a:pt x="1504269" y="3393760"/>
                  </a:lnTo>
                  <a:lnTo>
                    <a:pt x="1504363" y="3393760"/>
                  </a:lnTo>
                  <a:lnTo>
                    <a:pt x="1504457" y="3393760"/>
                  </a:lnTo>
                  <a:lnTo>
                    <a:pt x="1504551" y="3393760"/>
                  </a:lnTo>
                  <a:lnTo>
                    <a:pt x="1504646" y="3393760"/>
                  </a:lnTo>
                  <a:lnTo>
                    <a:pt x="1504740" y="3393760"/>
                  </a:lnTo>
                  <a:lnTo>
                    <a:pt x="1504834" y="3393760"/>
                  </a:lnTo>
                  <a:lnTo>
                    <a:pt x="1504928" y="3393760"/>
                  </a:lnTo>
                  <a:lnTo>
                    <a:pt x="1505022" y="3393760"/>
                  </a:lnTo>
                  <a:lnTo>
                    <a:pt x="1505116" y="3393760"/>
                  </a:lnTo>
                  <a:lnTo>
                    <a:pt x="1505211" y="3393760"/>
                  </a:lnTo>
                  <a:lnTo>
                    <a:pt x="1505305" y="3393760"/>
                  </a:lnTo>
                  <a:lnTo>
                    <a:pt x="1505399" y="3393760"/>
                  </a:lnTo>
                  <a:lnTo>
                    <a:pt x="1505493" y="3393760"/>
                  </a:lnTo>
                  <a:lnTo>
                    <a:pt x="1505587" y="3393760"/>
                  </a:lnTo>
                  <a:lnTo>
                    <a:pt x="1505681" y="3393760"/>
                  </a:lnTo>
                  <a:lnTo>
                    <a:pt x="1505775" y="3393760"/>
                  </a:lnTo>
                  <a:lnTo>
                    <a:pt x="1505870" y="3393760"/>
                  </a:lnTo>
                  <a:lnTo>
                    <a:pt x="1505964" y="3393760"/>
                  </a:lnTo>
                  <a:lnTo>
                    <a:pt x="1505964" y="3388848"/>
                  </a:lnTo>
                  <a:lnTo>
                    <a:pt x="1506058" y="3388848"/>
                  </a:lnTo>
                  <a:lnTo>
                    <a:pt x="1506152" y="3388848"/>
                  </a:lnTo>
                  <a:lnTo>
                    <a:pt x="1506246" y="3388848"/>
                  </a:lnTo>
                  <a:lnTo>
                    <a:pt x="1506340" y="3388848"/>
                  </a:lnTo>
                  <a:lnTo>
                    <a:pt x="1506435" y="3388848"/>
                  </a:lnTo>
                  <a:lnTo>
                    <a:pt x="1506529" y="3388848"/>
                  </a:lnTo>
                  <a:lnTo>
                    <a:pt x="1506623" y="3388848"/>
                  </a:lnTo>
                  <a:lnTo>
                    <a:pt x="1506717" y="3388848"/>
                  </a:lnTo>
                  <a:lnTo>
                    <a:pt x="1506811" y="3388848"/>
                  </a:lnTo>
                  <a:lnTo>
                    <a:pt x="1506905" y="3388848"/>
                  </a:lnTo>
                  <a:lnTo>
                    <a:pt x="1506999" y="3388848"/>
                  </a:lnTo>
                  <a:lnTo>
                    <a:pt x="1507094" y="3388848"/>
                  </a:lnTo>
                  <a:lnTo>
                    <a:pt x="1507188" y="3388848"/>
                  </a:lnTo>
                  <a:lnTo>
                    <a:pt x="1507282" y="3388848"/>
                  </a:lnTo>
                  <a:lnTo>
                    <a:pt x="1507376" y="3388848"/>
                  </a:lnTo>
                  <a:lnTo>
                    <a:pt x="1507470" y="3388848"/>
                  </a:lnTo>
                  <a:lnTo>
                    <a:pt x="1507564" y="3388848"/>
                  </a:lnTo>
                  <a:lnTo>
                    <a:pt x="1507659" y="3388848"/>
                  </a:lnTo>
                  <a:lnTo>
                    <a:pt x="1507753" y="3388848"/>
                  </a:lnTo>
                  <a:lnTo>
                    <a:pt x="1507847" y="3388848"/>
                  </a:lnTo>
                  <a:lnTo>
                    <a:pt x="1507941" y="3388848"/>
                  </a:lnTo>
                  <a:lnTo>
                    <a:pt x="1508035" y="3388848"/>
                  </a:lnTo>
                  <a:lnTo>
                    <a:pt x="1508129" y="3388848"/>
                  </a:lnTo>
                  <a:lnTo>
                    <a:pt x="1508223" y="3388848"/>
                  </a:lnTo>
                  <a:lnTo>
                    <a:pt x="1508223" y="3383937"/>
                  </a:lnTo>
                  <a:lnTo>
                    <a:pt x="1508318" y="3383937"/>
                  </a:lnTo>
                  <a:lnTo>
                    <a:pt x="1508412" y="3383937"/>
                  </a:lnTo>
                  <a:lnTo>
                    <a:pt x="1508506" y="3383937"/>
                  </a:lnTo>
                  <a:lnTo>
                    <a:pt x="1508600" y="3383937"/>
                  </a:lnTo>
                  <a:lnTo>
                    <a:pt x="1508694" y="3383937"/>
                  </a:lnTo>
                  <a:lnTo>
                    <a:pt x="1508788" y="3383937"/>
                  </a:lnTo>
                  <a:lnTo>
                    <a:pt x="1508882" y="3383937"/>
                  </a:lnTo>
                  <a:lnTo>
                    <a:pt x="1508977" y="3383937"/>
                  </a:lnTo>
                  <a:lnTo>
                    <a:pt x="1509071" y="3383937"/>
                  </a:lnTo>
                  <a:lnTo>
                    <a:pt x="1509165" y="3383937"/>
                  </a:lnTo>
                  <a:lnTo>
                    <a:pt x="1509259" y="3383937"/>
                  </a:lnTo>
                  <a:lnTo>
                    <a:pt x="1509353" y="3383937"/>
                  </a:lnTo>
                  <a:lnTo>
                    <a:pt x="1509447" y="3383937"/>
                  </a:lnTo>
                  <a:lnTo>
                    <a:pt x="1509542" y="3383937"/>
                  </a:lnTo>
                  <a:lnTo>
                    <a:pt x="1509636" y="3383937"/>
                  </a:lnTo>
                  <a:lnTo>
                    <a:pt x="1509730" y="3383937"/>
                  </a:lnTo>
                  <a:lnTo>
                    <a:pt x="1509730" y="3379025"/>
                  </a:lnTo>
                  <a:lnTo>
                    <a:pt x="1509824" y="3379025"/>
                  </a:lnTo>
                  <a:lnTo>
                    <a:pt x="1509918" y="3379025"/>
                  </a:lnTo>
                  <a:lnTo>
                    <a:pt x="1510012" y="3379025"/>
                  </a:lnTo>
                  <a:lnTo>
                    <a:pt x="1510106" y="3379025"/>
                  </a:lnTo>
                  <a:lnTo>
                    <a:pt x="1510201" y="3379025"/>
                  </a:lnTo>
                  <a:lnTo>
                    <a:pt x="1510295" y="3379025"/>
                  </a:lnTo>
                  <a:lnTo>
                    <a:pt x="1510389" y="3379025"/>
                  </a:lnTo>
                  <a:lnTo>
                    <a:pt x="1510483" y="3379025"/>
                  </a:lnTo>
                  <a:lnTo>
                    <a:pt x="1510577" y="3379025"/>
                  </a:lnTo>
                  <a:lnTo>
                    <a:pt x="1510671" y="3379025"/>
                  </a:lnTo>
                  <a:lnTo>
                    <a:pt x="1510766" y="3379025"/>
                  </a:lnTo>
                  <a:lnTo>
                    <a:pt x="1510860" y="3379025"/>
                  </a:lnTo>
                  <a:lnTo>
                    <a:pt x="1510954" y="3379025"/>
                  </a:lnTo>
                  <a:lnTo>
                    <a:pt x="1511048" y="3379025"/>
                  </a:lnTo>
                  <a:lnTo>
                    <a:pt x="1511142" y="3379025"/>
                  </a:lnTo>
                  <a:lnTo>
                    <a:pt x="1511236" y="3379025"/>
                  </a:lnTo>
                  <a:lnTo>
                    <a:pt x="1511330" y="3379025"/>
                  </a:lnTo>
                  <a:lnTo>
                    <a:pt x="1511425" y="3379025"/>
                  </a:lnTo>
                  <a:lnTo>
                    <a:pt x="1511519" y="3379025"/>
                  </a:lnTo>
                  <a:lnTo>
                    <a:pt x="1511613" y="3379025"/>
                  </a:lnTo>
                  <a:lnTo>
                    <a:pt x="1511613" y="3374114"/>
                  </a:lnTo>
                  <a:lnTo>
                    <a:pt x="1511707" y="3374114"/>
                  </a:lnTo>
                  <a:lnTo>
                    <a:pt x="1511801" y="3374114"/>
                  </a:lnTo>
                  <a:lnTo>
                    <a:pt x="1511895" y="3374114"/>
                  </a:lnTo>
                  <a:lnTo>
                    <a:pt x="1511990" y="3374114"/>
                  </a:lnTo>
                  <a:lnTo>
                    <a:pt x="1512084" y="3374114"/>
                  </a:lnTo>
                  <a:lnTo>
                    <a:pt x="1512178" y="3374114"/>
                  </a:lnTo>
                  <a:lnTo>
                    <a:pt x="1512272" y="3374114"/>
                  </a:lnTo>
                  <a:lnTo>
                    <a:pt x="1512366" y="3374114"/>
                  </a:lnTo>
                  <a:lnTo>
                    <a:pt x="1512460" y="3374114"/>
                  </a:lnTo>
                  <a:lnTo>
                    <a:pt x="1512554" y="3374114"/>
                  </a:lnTo>
                  <a:lnTo>
                    <a:pt x="1512649" y="3374114"/>
                  </a:lnTo>
                  <a:lnTo>
                    <a:pt x="1512743" y="3374114"/>
                  </a:lnTo>
                  <a:lnTo>
                    <a:pt x="1512837" y="3374114"/>
                  </a:lnTo>
                  <a:lnTo>
                    <a:pt x="1512931" y="3374114"/>
                  </a:lnTo>
                  <a:lnTo>
                    <a:pt x="1513025" y="3374114"/>
                  </a:lnTo>
                  <a:lnTo>
                    <a:pt x="1513119" y="3374114"/>
                  </a:lnTo>
                  <a:lnTo>
                    <a:pt x="1513213" y="3374114"/>
                  </a:lnTo>
                  <a:lnTo>
                    <a:pt x="1513308" y="3374114"/>
                  </a:lnTo>
                  <a:lnTo>
                    <a:pt x="1513402" y="3374114"/>
                  </a:lnTo>
                  <a:lnTo>
                    <a:pt x="1513496" y="3374114"/>
                  </a:lnTo>
                  <a:lnTo>
                    <a:pt x="1513590" y="3374114"/>
                  </a:lnTo>
                  <a:lnTo>
                    <a:pt x="1513684" y="3374114"/>
                  </a:lnTo>
                  <a:lnTo>
                    <a:pt x="1513778" y="3374114"/>
                  </a:lnTo>
                  <a:lnTo>
                    <a:pt x="1513873" y="3374114"/>
                  </a:lnTo>
                  <a:lnTo>
                    <a:pt x="1513967" y="3374114"/>
                  </a:lnTo>
                  <a:lnTo>
                    <a:pt x="1514061" y="3374114"/>
                  </a:lnTo>
                  <a:lnTo>
                    <a:pt x="1514155" y="3374114"/>
                  </a:lnTo>
                  <a:lnTo>
                    <a:pt x="1514249" y="3374114"/>
                  </a:lnTo>
                  <a:lnTo>
                    <a:pt x="1514343" y="3374114"/>
                  </a:lnTo>
                  <a:lnTo>
                    <a:pt x="1514437" y="3374114"/>
                  </a:lnTo>
                  <a:lnTo>
                    <a:pt x="1514532" y="3374114"/>
                  </a:lnTo>
                  <a:lnTo>
                    <a:pt x="1514626" y="3374114"/>
                  </a:lnTo>
                  <a:lnTo>
                    <a:pt x="1514720" y="3374114"/>
                  </a:lnTo>
                  <a:lnTo>
                    <a:pt x="1514814" y="3374114"/>
                  </a:lnTo>
                  <a:lnTo>
                    <a:pt x="1514908" y="3374114"/>
                  </a:lnTo>
                  <a:lnTo>
                    <a:pt x="1515002" y="3374114"/>
                  </a:lnTo>
                  <a:lnTo>
                    <a:pt x="1515097" y="3374114"/>
                  </a:lnTo>
                  <a:lnTo>
                    <a:pt x="1515191" y="3374114"/>
                  </a:lnTo>
                  <a:lnTo>
                    <a:pt x="1515285" y="3374114"/>
                  </a:lnTo>
                  <a:lnTo>
                    <a:pt x="1515379" y="3374114"/>
                  </a:lnTo>
                  <a:lnTo>
                    <a:pt x="1515473" y="3374114"/>
                  </a:lnTo>
                  <a:lnTo>
                    <a:pt x="1515567" y="3374114"/>
                  </a:lnTo>
                  <a:lnTo>
                    <a:pt x="1515661" y="3374114"/>
                  </a:lnTo>
                  <a:lnTo>
                    <a:pt x="1515756" y="3374114"/>
                  </a:lnTo>
                  <a:lnTo>
                    <a:pt x="1515850" y="3374114"/>
                  </a:lnTo>
                  <a:lnTo>
                    <a:pt x="1515944" y="3374114"/>
                  </a:lnTo>
                  <a:lnTo>
                    <a:pt x="1516038" y="3374114"/>
                  </a:lnTo>
                  <a:lnTo>
                    <a:pt x="1516132" y="3374114"/>
                  </a:lnTo>
                  <a:lnTo>
                    <a:pt x="1516226" y="3374114"/>
                  </a:lnTo>
                  <a:lnTo>
                    <a:pt x="1516321" y="3374114"/>
                  </a:lnTo>
                  <a:lnTo>
                    <a:pt x="1516415" y="3374114"/>
                  </a:lnTo>
                  <a:lnTo>
                    <a:pt x="1516509" y="3374114"/>
                  </a:lnTo>
                  <a:lnTo>
                    <a:pt x="1516603" y="3374114"/>
                  </a:lnTo>
                  <a:lnTo>
                    <a:pt x="1516697" y="3374114"/>
                  </a:lnTo>
                  <a:lnTo>
                    <a:pt x="1516791" y="3374114"/>
                  </a:lnTo>
                  <a:lnTo>
                    <a:pt x="1516885" y="3374114"/>
                  </a:lnTo>
                  <a:lnTo>
                    <a:pt x="1516980" y="3374114"/>
                  </a:lnTo>
                  <a:lnTo>
                    <a:pt x="1517074" y="3374114"/>
                  </a:lnTo>
                  <a:lnTo>
                    <a:pt x="1517168" y="3374114"/>
                  </a:lnTo>
                  <a:lnTo>
                    <a:pt x="1517262" y="3374114"/>
                  </a:lnTo>
                  <a:lnTo>
                    <a:pt x="1517356" y="3374114"/>
                  </a:lnTo>
                  <a:lnTo>
                    <a:pt x="1517450" y="3374114"/>
                  </a:lnTo>
                  <a:lnTo>
                    <a:pt x="1517544" y="3374114"/>
                  </a:lnTo>
                  <a:lnTo>
                    <a:pt x="1517639" y="3374114"/>
                  </a:lnTo>
                  <a:lnTo>
                    <a:pt x="1517733" y="3374114"/>
                  </a:lnTo>
                  <a:lnTo>
                    <a:pt x="1517827" y="3374114"/>
                  </a:lnTo>
                  <a:lnTo>
                    <a:pt x="1517921" y="3374114"/>
                  </a:lnTo>
                  <a:lnTo>
                    <a:pt x="1518015" y="3374114"/>
                  </a:lnTo>
                  <a:lnTo>
                    <a:pt x="1518109" y="3374114"/>
                  </a:lnTo>
                  <a:lnTo>
                    <a:pt x="1518204" y="3374114"/>
                  </a:lnTo>
                  <a:lnTo>
                    <a:pt x="1518298" y="3374114"/>
                  </a:lnTo>
                  <a:lnTo>
                    <a:pt x="1518392" y="3374114"/>
                  </a:lnTo>
                  <a:lnTo>
                    <a:pt x="1518486" y="3374114"/>
                  </a:lnTo>
                  <a:lnTo>
                    <a:pt x="1518580" y="3374114"/>
                  </a:lnTo>
                  <a:lnTo>
                    <a:pt x="1518674" y="3374114"/>
                  </a:lnTo>
                  <a:lnTo>
                    <a:pt x="1518768" y="3374114"/>
                  </a:lnTo>
                  <a:lnTo>
                    <a:pt x="1518863" y="3374114"/>
                  </a:lnTo>
                  <a:lnTo>
                    <a:pt x="1518957" y="3374114"/>
                  </a:lnTo>
                  <a:lnTo>
                    <a:pt x="1519051" y="3374114"/>
                  </a:lnTo>
                  <a:lnTo>
                    <a:pt x="1519145" y="3374114"/>
                  </a:lnTo>
                  <a:lnTo>
                    <a:pt x="1519239" y="3374114"/>
                  </a:lnTo>
                  <a:lnTo>
                    <a:pt x="1519333" y="3374114"/>
                  </a:lnTo>
                  <a:lnTo>
                    <a:pt x="1519428" y="3374114"/>
                  </a:lnTo>
                  <a:lnTo>
                    <a:pt x="1519522" y="3374114"/>
                  </a:lnTo>
                  <a:lnTo>
                    <a:pt x="1519616" y="3374114"/>
                  </a:lnTo>
                  <a:lnTo>
                    <a:pt x="1519710" y="3374114"/>
                  </a:lnTo>
                  <a:lnTo>
                    <a:pt x="1519804" y="3374114"/>
                  </a:lnTo>
                  <a:lnTo>
                    <a:pt x="1519898" y="3374114"/>
                  </a:lnTo>
                  <a:lnTo>
                    <a:pt x="1519992" y="3374114"/>
                  </a:lnTo>
                  <a:lnTo>
                    <a:pt x="1520087" y="3374114"/>
                  </a:lnTo>
                  <a:lnTo>
                    <a:pt x="1520181" y="3374114"/>
                  </a:lnTo>
                  <a:lnTo>
                    <a:pt x="1520275" y="3374114"/>
                  </a:lnTo>
                  <a:lnTo>
                    <a:pt x="1520369" y="3374114"/>
                  </a:lnTo>
                  <a:lnTo>
                    <a:pt x="1520463" y="3374114"/>
                  </a:lnTo>
                  <a:lnTo>
                    <a:pt x="1520557" y="3374114"/>
                  </a:lnTo>
                  <a:lnTo>
                    <a:pt x="1520652" y="3374114"/>
                  </a:lnTo>
                  <a:lnTo>
                    <a:pt x="1520746" y="3374114"/>
                  </a:lnTo>
                  <a:lnTo>
                    <a:pt x="1520840" y="3374114"/>
                  </a:lnTo>
                  <a:lnTo>
                    <a:pt x="1520934" y="3374114"/>
                  </a:lnTo>
                  <a:lnTo>
                    <a:pt x="1521028" y="3374114"/>
                  </a:lnTo>
                  <a:lnTo>
                    <a:pt x="1521122" y="3374114"/>
                  </a:lnTo>
                  <a:lnTo>
                    <a:pt x="1521122" y="3369203"/>
                  </a:lnTo>
                  <a:lnTo>
                    <a:pt x="1521216" y="3369203"/>
                  </a:lnTo>
                  <a:lnTo>
                    <a:pt x="1521311" y="3369203"/>
                  </a:lnTo>
                  <a:lnTo>
                    <a:pt x="1521405" y="3369203"/>
                  </a:lnTo>
                  <a:lnTo>
                    <a:pt x="1521499" y="3369203"/>
                  </a:lnTo>
                  <a:lnTo>
                    <a:pt x="1521593" y="3369203"/>
                  </a:lnTo>
                  <a:lnTo>
                    <a:pt x="1521687" y="3369203"/>
                  </a:lnTo>
                  <a:lnTo>
                    <a:pt x="1521781" y="3369203"/>
                  </a:lnTo>
                  <a:lnTo>
                    <a:pt x="1521875" y="3369203"/>
                  </a:lnTo>
                  <a:lnTo>
                    <a:pt x="1521970" y="3369203"/>
                  </a:lnTo>
                  <a:lnTo>
                    <a:pt x="1522064" y="3369203"/>
                  </a:lnTo>
                  <a:lnTo>
                    <a:pt x="1522158" y="3369203"/>
                  </a:lnTo>
                  <a:lnTo>
                    <a:pt x="1522252" y="3369203"/>
                  </a:lnTo>
                  <a:lnTo>
                    <a:pt x="1522346" y="3369203"/>
                  </a:lnTo>
                  <a:lnTo>
                    <a:pt x="1522440" y="3369203"/>
                  </a:lnTo>
                  <a:lnTo>
                    <a:pt x="1522440" y="3364291"/>
                  </a:lnTo>
                  <a:lnTo>
                    <a:pt x="1522535" y="3364291"/>
                  </a:lnTo>
                  <a:lnTo>
                    <a:pt x="1522629" y="3364291"/>
                  </a:lnTo>
                  <a:lnTo>
                    <a:pt x="1522723" y="3364291"/>
                  </a:lnTo>
                  <a:lnTo>
                    <a:pt x="1522817" y="3364291"/>
                  </a:lnTo>
                  <a:lnTo>
                    <a:pt x="1522911" y="3364291"/>
                  </a:lnTo>
                  <a:lnTo>
                    <a:pt x="1523005" y="3364291"/>
                  </a:lnTo>
                  <a:lnTo>
                    <a:pt x="1523099" y="3364291"/>
                  </a:lnTo>
                  <a:lnTo>
                    <a:pt x="1523194" y="3364291"/>
                  </a:lnTo>
                  <a:lnTo>
                    <a:pt x="1523288" y="3364291"/>
                  </a:lnTo>
                  <a:lnTo>
                    <a:pt x="1523382" y="3364291"/>
                  </a:lnTo>
                  <a:lnTo>
                    <a:pt x="1523476" y="3364291"/>
                  </a:lnTo>
                  <a:lnTo>
                    <a:pt x="1523570" y="3364291"/>
                  </a:lnTo>
                  <a:lnTo>
                    <a:pt x="1523664" y="3364291"/>
                  </a:lnTo>
                  <a:lnTo>
                    <a:pt x="1523759" y="3364291"/>
                  </a:lnTo>
                  <a:lnTo>
                    <a:pt x="1523853" y="3364291"/>
                  </a:lnTo>
                  <a:lnTo>
                    <a:pt x="1523947" y="3364291"/>
                  </a:lnTo>
                  <a:lnTo>
                    <a:pt x="1524041" y="3364291"/>
                  </a:lnTo>
                  <a:lnTo>
                    <a:pt x="1524135" y="3364291"/>
                  </a:lnTo>
                  <a:lnTo>
                    <a:pt x="1524229" y="3364291"/>
                  </a:lnTo>
                  <a:lnTo>
                    <a:pt x="1524323" y="3364291"/>
                  </a:lnTo>
                  <a:lnTo>
                    <a:pt x="1524418" y="3364291"/>
                  </a:lnTo>
                  <a:lnTo>
                    <a:pt x="1524512" y="3364291"/>
                  </a:lnTo>
                  <a:lnTo>
                    <a:pt x="1524606" y="3364291"/>
                  </a:lnTo>
                  <a:lnTo>
                    <a:pt x="1524700" y="3364291"/>
                  </a:lnTo>
                  <a:lnTo>
                    <a:pt x="1524794" y="3364291"/>
                  </a:lnTo>
                  <a:lnTo>
                    <a:pt x="1524888" y="3364291"/>
                  </a:lnTo>
                  <a:lnTo>
                    <a:pt x="1524983" y="3364291"/>
                  </a:lnTo>
                  <a:lnTo>
                    <a:pt x="1525077" y="3364291"/>
                  </a:lnTo>
                  <a:lnTo>
                    <a:pt x="1525171" y="3364291"/>
                  </a:lnTo>
                  <a:lnTo>
                    <a:pt x="1525265" y="3364291"/>
                  </a:lnTo>
                  <a:lnTo>
                    <a:pt x="1525359" y="3364291"/>
                  </a:lnTo>
                  <a:lnTo>
                    <a:pt x="1525453" y="3364291"/>
                  </a:lnTo>
                  <a:lnTo>
                    <a:pt x="1525547" y="3364291"/>
                  </a:lnTo>
                  <a:lnTo>
                    <a:pt x="1525642" y="3364291"/>
                  </a:lnTo>
                  <a:lnTo>
                    <a:pt x="1525736" y="3364291"/>
                  </a:lnTo>
                  <a:lnTo>
                    <a:pt x="1525830" y="3364291"/>
                  </a:lnTo>
                  <a:lnTo>
                    <a:pt x="1525924" y="3364291"/>
                  </a:lnTo>
                  <a:lnTo>
                    <a:pt x="1526018" y="3364291"/>
                  </a:lnTo>
                  <a:lnTo>
                    <a:pt x="1526112" y="3364291"/>
                  </a:lnTo>
                  <a:lnTo>
                    <a:pt x="1526206" y="3364291"/>
                  </a:lnTo>
                  <a:lnTo>
                    <a:pt x="1526301" y="3364291"/>
                  </a:lnTo>
                  <a:lnTo>
                    <a:pt x="1526395" y="3364291"/>
                  </a:lnTo>
                  <a:lnTo>
                    <a:pt x="1526489" y="3364291"/>
                  </a:lnTo>
                  <a:lnTo>
                    <a:pt x="1526583" y="3364291"/>
                  </a:lnTo>
                  <a:lnTo>
                    <a:pt x="1526677" y="3364291"/>
                  </a:lnTo>
                  <a:lnTo>
                    <a:pt x="1526771" y="3364291"/>
                  </a:lnTo>
                  <a:lnTo>
                    <a:pt x="1526866" y="3364291"/>
                  </a:lnTo>
                  <a:lnTo>
                    <a:pt x="1526960" y="3364291"/>
                  </a:lnTo>
                  <a:lnTo>
                    <a:pt x="1527054" y="3364291"/>
                  </a:lnTo>
                  <a:lnTo>
                    <a:pt x="1527148" y="3364291"/>
                  </a:lnTo>
                  <a:lnTo>
                    <a:pt x="1527242" y="3364291"/>
                  </a:lnTo>
                  <a:lnTo>
                    <a:pt x="1527336" y="3364291"/>
                  </a:lnTo>
                  <a:lnTo>
                    <a:pt x="1527336" y="3359380"/>
                  </a:lnTo>
                  <a:lnTo>
                    <a:pt x="1527430" y="3359380"/>
                  </a:lnTo>
                  <a:lnTo>
                    <a:pt x="1527525" y="3359380"/>
                  </a:lnTo>
                  <a:lnTo>
                    <a:pt x="1527619" y="3359380"/>
                  </a:lnTo>
                  <a:lnTo>
                    <a:pt x="1527713" y="3359380"/>
                  </a:lnTo>
                  <a:lnTo>
                    <a:pt x="1527807" y="3359380"/>
                  </a:lnTo>
                  <a:lnTo>
                    <a:pt x="1527901" y="3359380"/>
                  </a:lnTo>
                  <a:lnTo>
                    <a:pt x="1527995" y="3359380"/>
                  </a:lnTo>
                  <a:lnTo>
                    <a:pt x="1528090" y="3359380"/>
                  </a:lnTo>
                  <a:lnTo>
                    <a:pt x="1528184" y="3359380"/>
                  </a:lnTo>
                  <a:lnTo>
                    <a:pt x="1528278" y="3359380"/>
                  </a:lnTo>
                  <a:lnTo>
                    <a:pt x="1528372" y="3359380"/>
                  </a:lnTo>
                  <a:lnTo>
                    <a:pt x="1528466" y="3359380"/>
                  </a:lnTo>
                  <a:lnTo>
                    <a:pt x="1528560" y="3359380"/>
                  </a:lnTo>
                  <a:lnTo>
                    <a:pt x="1528654" y="3359380"/>
                  </a:lnTo>
                  <a:lnTo>
                    <a:pt x="1528749" y="3359380"/>
                  </a:lnTo>
                  <a:lnTo>
                    <a:pt x="1528843" y="3359380"/>
                  </a:lnTo>
                  <a:lnTo>
                    <a:pt x="1528937" y="3359380"/>
                  </a:lnTo>
                  <a:lnTo>
                    <a:pt x="1529031" y="3359380"/>
                  </a:lnTo>
                  <a:lnTo>
                    <a:pt x="1529125" y="3359380"/>
                  </a:lnTo>
                  <a:lnTo>
                    <a:pt x="1529219" y="3359380"/>
                  </a:lnTo>
                  <a:lnTo>
                    <a:pt x="1529314" y="3359380"/>
                  </a:lnTo>
                  <a:lnTo>
                    <a:pt x="1529408" y="3359380"/>
                  </a:lnTo>
                  <a:lnTo>
                    <a:pt x="1529502" y="3359380"/>
                  </a:lnTo>
                  <a:lnTo>
                    <a:pt x="1529596" y="3359380"/>
                  </a:lnTo>
                  <a:lnTo>
                    <a:pt x="1529690" y="3359380"/>
                  </a:lnTo>
                  <a:lnTo>
                    <a:pt x="1529784" y="3359380"/>
                  </a:lnTo>
                  <a:lnTo>
                    <a:pt x="1529878" y="3359380"/>
                  </a:lnTo>
                  <a:lnTo>
                    <a:pt x="1529973" y="3359380"/>
                  </a:lnTo>
                  <a:lnTo>
                    <a:pt x="1530067" y="3359380"/>
                  </a:lnTo>
                  <a:lnTo>
                    <a:pt x="1530161" y="3359380"/>
                  </a:lnTo>
                  <a:lnTo>
                    <a:pt x="1530255" y="3359380"/>
                  </a:lnTo>
                  <a:lnTo>
                    <a:pt x="1530349" y="3359380"/>
                  </a:lnTo>
                  <a:lnTo>
                    <a:pt x="1530443" y="3359380"/>
                  </a:lnTo>
                  <a:lnTo>
                    <a:pt x="1530537" y="3359380"/>
                  </a:lnTo>
                  <a:lnTo>
                    <a:pt x="1530632" y="3359380"/>
                  </a:lnTo>
                  <a:lnTo>
                    <a:pt x="1530726" y="3359380"/>
                  </a:lnTo>
                  <a:lnTo>
                    <a:pt x="1530820" y="3359380"/>
                  </a:lnTo>
                  <a:lnTo>
                    <a:pt x="1530914" y="3359380"/>
                  </a:lnTo>
                  <a:lnTo>
                    <a:pt x="1531008" y="3359380"/>
                  </a:lnTo>
                  <a:lnTo>
                    <a:pt x="1531102" y="3359380"/>
                  </a:lnTo>
                  <a:lnTo>
                    <a:pt x="1531197" y="3359380"/>
                  </a:lnTo>
                  <a:lnTo>
                    <a:pt x="1531291" y="3359380"/>
                  </a:lnTo>
                  <a:lnTo>
                    <a:pt x="1531385" y="3359380"/>
                  </a:lnTo>
                  <a:lnTo>
                    <a:pt x="1531479" y="3359380"/>
                  </a:lnTo>
                  <a:lnTo>
                    <a:pt x="1531573" y="3359380"/>
                  </a:lnTo>
                  <a:lnTo>
                    <a:pt x="1531667" y="3359380"/>
                  </a:lnTo>
                  <a:lnTo>
                    <a:pt x="1531761" y="3359380"/>
                  </a:lnTo>
                  <a:lnTo>
                    <a:pt x="1531856" y="3359380"/>
                  </a:lnTo>
                  <a:lnTo>
                    <a:pt x="1531950" y="3359380"/>
                  </a:lnTo>
                  <a:lnTo>
                    <a:pt x="1532044" y="3359380"/>
                  </a:lnTo>
                  <a:lnTo>
                    <a:pt x="1532138" y="3359380"/>
                  </a:lnTo>
                  <a:lnTo>
                    <a:pt x="1532232" y="3359380"/>
                  </a:lnTo>
                  <a:lnTo>
                    <a:pt x="1532326" y="3359380"/>
                  </a:lnTo>
                  <a:lnTo>
                    <a:pt x="1532421" y="3359380"/>
                  </a:lnTo>
                  <a:lnTo>
                    <a:pt x="1532515" y="3359380"/>
                  </a:lnTo>
                  <a:lnTo>
                    <a:pt x="1532609" y="3359380"/>
                  </a:lnTo>
                  <a:lnTo>
                    <a:pt x="1532703" y="3359380"/>
                  </a:lnTo>
                  <a:lnTo>
                    <a:pt x="1532797" y="3359380"/>
                  </a:lnTo>
                  <a:lnTo>
                    <a:pt x="1532891" y="3359380"/>
                  </a:lnTo>
                  <a:lnTo>
                    <a:pt x="1532985" y="3359380"/>
                  </a:lnTo>
                  <a:lnTo>
                    <a:pt x="1533080" y="3359380"/>
                  </a:lnTo>
                  <a:lnTo>
                    <a:pt x="1533174" y="3359380"/>
                  </a:lnTo>
                  <a:lnTo>
                    <a:pt x="1533268" y="3359380"/>
                  </a:lnTo>
                  <a:lnTo>
                    <a:pt x="1533362" y="3359380"/>
                  </a:lnTo>
                  <a:lnTo>
                    <a:pt x="1533456" y="3359380"/>
                  </a:lnTo>
                  <a:lnTo>
                    <a:pt x="1533550" y="3359380"/>
                  </a:lnTo>
                  <a:lnTo>
                    <a:pt x="1533645" y="3359380"/>
                  </a:lnTo>
                  <a:lnTo>
                    <a:pt x="1533739" y="3359380"/>
                  </a:lnTo>
                  <a:lnTo>
                    <a:pt x="1533833" y="3359380"/>
                  </a:lnTo>
                  <a:lnTo>
                    <a:pt x="1533927" y="3359380"/>
                  </a:lnTo>
                  <a:lnTo>
                    <a:pt x="1534021" y="3359380"/>
                  </a:lnTo>
                  <a:lnTo>
                    <a:pt x="1534115" y="3359380"/>
                  </a:lnTo>
                  <a:lnTo>
                    <a:pt x="1534209" y="3359380"/>
                  </a:lnTo>
                  <a:lnTo>
                    <a:pt x="1534304" y="3359380"/>
                  </a:lnTo>
                  <a:lnTo>
                    <a:pt x="1534398" y="3359380"/>
                  </a:lnTo>
                  <a:lnTo>
                    <a:pt x="1534492" y="3359380"/>
                  </a:lnTo>
                  <a:lnTo>
                    <a:pt x="1534586" y="3359380"/>
                  </a:lnTo>
                  <a:lnTo>
                    <a:pt x="1534680" y="3359380"/>
                  </a:lnTo>
                  <a:lnTo>
                    <a:pt x="1534774" y="3359380"/>
                  </a:lnTo>
                  <a:lnTo>
                    <a:pt x="1534868" y="3359380"/>
                  </a:lnTo>
                  <a:lnTo>
                    <a:pt x="1534963" y="3359380"/>
                  </a:lnTo>
                  <a:lnTo>
                    <a:pt x="1535057" y="3359380"/>
                  </a:lnTo>
                  <a:lnTo>
                    <a:pt x="1535151" y="3359380"/>
                  </a:lnTo>
                  <a:lnTo>
                    <a:pt x="1535245" y="3359380"/>
                  </a:lnTo>
                  <a:lnTo>
                    <a:pt x="1535339" y="3359380"/>
                  </a:lnTo>
                  <a:lnTo>
                    <a:pt x="1535433" y="3359380"/>
                  </a:lnTo>
                  <a:lnTo>
                    <a:pt x="1535528" y="3359380"/>
                  </a:lnTo>
                  <a:lnTo>
                    <a:pt x="1535622" y="3359380"/>
                  </a:lnTo>
                  <a:lnTo>
                    <a:pt x="1535716" y="3359380"/>
                  </a:lnTo>
                  <a:lnTo>
                    <a:pt x="1535810" y="3359380"/>
                  </a:lnTo>
                  <a:lnTo>
                    <a:pt x="1535904" y="3359380"/>
                  </a:lnTo>
                  <a:lnTo>
                    <a:pt x="1535998" y="3359380"/>
                  </a:lnTo>
                  <a:lnTo>
                    <a:pt x="1536092" y="3359380"/>
                  </a:lnTo>
                  <a:lnTo>
                    <a:pt x="1536187" y="3359380"/>
                  </a:lnTo>
                  <a:lnTo>
                    <a:pt x="1536281" y="3359380"/>
                  </a:lnTo>
                  <a:lnTo>
                    <a:pt x="1536375" y="3359380"/>
                  </a:lnTo>
                  <a:lnTo>
                    <a:pt x="1536469" y="3359380"/>
                  </a:lnTo>
                  <a:lnTo>
                    <a:pt x="1536563" y="3359380"/>
                  </a:lnTo>
                  <a:lnTo>
                    <a:pt x="1536657" y="3359380"/>
                  </a:lnTo>
                  <a:lnTo>
                    <a:pt x="1536752" y="3359380"/>
                  </a:lnTo>
                  <a:lnTo>
                    <a:pt x="1536846" y="3359380"/>
                  </a:lnTo>
                  <a:lnTo>
                    <a:pt x="1536940" y="3359380"/>
                  </a:lnTo>
                  <a:lnTo>
                    <a:pt x="1537034" y="3359380"/>
                  </a:lnTo>
                  <a:lnTo>
                    <a:pt x="1537128" y="3359380"/>
                  </a:lnTo>
                  <a:lnTo>
                    <a:pt x="1537222" y="3359380"/>
                  </a:lnTo>
                  <a:lnTo>
                    <a:pt x="1537316" y="3359380"/>
                  </a:lnTo>
                  <a:lnTo>
                    <a:pt x="1537411" y="3359380"/>
                  </a:lnTo>
                  <a:lnTo>
                    <a:pt x="1537505" y="3359380"/>
                  </a:lnTo>
                  <a:lnTo>
                    <a:pt x="1537599" y="3359380"/>
                  </a:lnTo>
                  <a:lnTo>
                    <a:pt x="1537693" y="3359380"/>
                  </a:lnTo>
                  <a:lnTo>
                    <a:pt x="1537787" y="3359380"/>
                  </a:lnTo>
                  <a:lnTo>
                    <a:pt x="1537881" y="3359380"/>
                  </a:lnTo>
                  <a:lnTo>
                    <a:pt x="1537976" y="3359380"/>
                  </a:lnTo>
                  <a:lnTo>
                    <a:pt x="1538070" y="3359380"/>
                  </a:lnTo>
                  <a:lnTo>
                    <a:pt x="1538164" y="3359380"/>
                  </a:lnTo>
                  <a:lnTo>
                    <a:pt x="1538258" y="3359380"/>
                  </a:lnTo>
                  <a:lnTo>
                    <a:pt x="1538352" y="3359380"/>
                  </a:lnTo>
                  <a:lnTo>
                    <a:pt x="1538446" y="3359380"/>
                  </a:lnTo>
                  <a:lnTo>
                    <a:pt x="1538540" y="3359380"/>
                  </a:lnTo>
                  <a:lnTo>
                    <a:pt x="1538635" y="3359380"/>
                  </a:lnTo>
                  <a:lnTo>
                    <a:pt x="1538729" y="3359380"/>
                  </a:lnTo>
                  <a:lnTo>
                    <a:pt x="1538823" y="3359380"/>
                  </a:lnTo>
                  <a:lnTo>
                    <a:pt x="1538917" y="3359380"/>
                  </a:lnTo>
                  <a:lnTo>
                    <a:pt x="1539011" y="3359380"/>
                  </a:lnTo>
                  <a:lnTo>
                    <a:pt x="1539105" y="3359380"/>
                  </a:lnTo>
                  <a:lnTo>
                    <a:pt x="1539199" y="3359380"/>
                  </a:lnTo>
                  <a:lnTo>
                    <a:pt x="1539294" y="3359380"/>
                  </a:lnTo>
                  <a:lnTo>
                    <a:pt x="1539388" y="3359380"/>
                  </a:lnTo>
                  <a:lnTo>
                    <a:pt x="1539482" y="3359380"/>
                  </a:lnTo>
                  <a:lnTo>
                    <a:pt x="1539576" y="3359380"/>
                  </a:lnTo>
                  <a:lnTo>
                    <a:pt x="1539670" y="3359380"/>
                  </a:lnTo>
                  <a:lnTo>
                    <a:pt x="1539764" y="3359380"/>
                  </a:lnTo>
                  <a:lnTo>
                    <a:pt x="1539859" y="3359380"/>
                  </a:lnTo>
                  <a:lnTo>
                    <a:pt x="1539953" y="3359380"/>
                  </a:lnTo>
                  <a:lnTo>
                    <a:pt x="1540047" y="3359380"/>
                  </a:lnTo>
                  <a:lnTo>
                    <a:pt x="1540141" y="3359380"/>
                  </a:lnTo>
                  <a:lnTo>
                    <a:pt x="1540235" y="3359380"/>
                  </a:lnTo>
                  <a:lnTo>
                    <a:pt x="1540329" y="3359380"/>
                  </a:lnTo>
                  <a:lnTo>
                    <a:pt x="1540423" y="3359380"/>
                  </a:lnTo>
                  <a:lnTo>
                    <a:pt x="1540518" y="3359380"/>
                  </a:lnTo>
                  <a:lnTo>
                    <a:pt x="1540612" y="3359380"/>
                  </a:lnTo>
                  <a:lnTo>
                    <a:pt x="1540706" y="3359380"/>
                  </a:lnTo>
                  <a:lnTo>
                    <a:pt x="1540800" y="3359380"/>
                  </a:lnTo>
                  <a:lnTo>
                    <a:pt x="1540894" y="3359380"/>
                  </a:lnTo>
                  <a:lnTo>
                    <a:pt x="1540988" y="3359380"/>
                  </a:lnTo>
                  <a:lnTo>
                    <a:pt x="1541083" y="3359380"/>
                  </a:lnTo>
                  <a:lnTo>
                    <a:pt x="1541177" y="3359380"/>
                  </a:lnTo>
                  <a:lnTo>
                    <a:pt x="1541271" y="3359380"/>
                  </a:lnTo>
                  <a:lnTo>
                    <a:pt x="1541365" y="3359380"/>
                  </a:lnTo>
                  <a:lnTo>
                    <a:pt x="1541459" y="3359380"/>
                  </a:lnTo>
                  <a:lnTo>
                    <a:pt x="1541553" y="3359380"/>
                  </a:lnTo>
                  <a:lnTo>
                    <a:pt x="1541647" y="3359380"/>
                  </a:lnTo>
                  <a:lnTo>
                    <a:pt x="1541742" y="3359380"/>
                  </a:lnTo>
                  <a:lnTo>
                    <a:pt x="1541836" y="3359380"/>
                  </a:lnTo>
                  <a:lnTo>
                    <a:pt x="1541930" y="3359380"/>
                  </a:lnTo>
                  <a:lnTo>
                    <a:pt x="1542024" y="3359380"/>
                  </a:lnTo>
                  <a:lnTo>
                    <a:pt x="1542118" y="3359380"/>
                  </a:lnTo>
                  <a:lnTo>
                    <a:pt x="1542212" y="3359380"/>
                  </a:lnTo>
                  <a:lnTo>
                    <a:pt x="1542307" y="3359380"/>
                  </a:lnTo>
                  <a:lnTo>
                    <a:pt x="1542401" y="3359380"/>
                  </a:lnTo>
                  <a:lnTo>
                    <a:pt x="1542495" y="3359380"/>
                  </a:lnTo>
                  <a:lnTo>
                    <a:pt x="1542589" y="3359380"/>
                  </a:lnTo>
                  <a:lnTo>
                    <a:pt x="1542683" y="3359380"/>
                  </a:lnTo>
                  <a:lnTo>
                    <a:pt x="1542777" y="3359380"/>
                  </a:lnTo>
                  <a:lnTo>
                    <a:pt x="1542871" y="3359380"/>
                  </a:lnTo>
                  <a:lnTo>
                    <a:pt x="1542966" y="3359380"/>
                  </a:lnTo>
                  <a:lnTo>
                    <a:pt x="1543060" y="3359380"/>
                  </a:lnTo>
                  <a:lnTo>
                    <a:pt x="1543154" y="3359380"/>
                  </a:lnTo>
                  <a:lnTo>
                    <a:pt x="1543248" y="3359380"/>
                  </a:lnTo>
                  <a:lnTo>
                    <a:pt x="1543248" y="3354469"/>
                  </a:lnTo>
                  <a:lnTo>
                    <a:pt x="1543342" y="3354469"/>
                  </a:lnTo>
                  <a:lnTo>
                    <a:pt x="1543436" y="3354469"/>
                  </a:lnTo>
                  <a:lnTo>
                    <a:pt x="1543436" y="3349557"/>
                  </a:lnTo>
                  <a:lnTo>
                    <a:pt x="1543530" y="3349557"/>
                  </a:lnTo>
                  <a:lnTo>
                    <a:pt x="1543625" y="3349557"/>
                  </a:lnTo>
                  <a:lnTo>
                    <a:pt x="1543719" y="3349557"/>
                  </a:lnTo>
                  <a:lnTo>
                    <a:pt x="1543813" y="3349557"/>
                  </a:lnTo>
                  <a:lnTo>
                    <a:pt x="1543907" y="3349557"/>
                  </a:lnTo>
                  <a:lnTo>
                    <a:pt x="1544001" y="3349557"/>
                  </a:lnTo>
                  <a:lnTo>
                    <a:pt x="1544095" y="3349557"/>
                  </a:lnTo>
                  <a:lnTo>
                    <a:pt x="1544190" y="3349557"/>
                  </a:lnTo>
                  <a:lnTo>
                    <a:pt x="1544284" y="3349557"/>
                  </a:lnTo>
                  <a:lnTo>
                    <a:pt x="1544378" y="3349557"/>
                  </a:lnTo>
                  <a:lnTo>
                    <a:pt x="1544472" y="3349557"/>
                  </a:lnTo>
                  <a:lnTo>
                    <a:pt x="1544566" y="3349557"/>
                  </a:lnTo>
                  <a:lnTo>
                    <a:pt x="1544660" y="3349557"/>
                  </a:lnTo>
                  <a:lnTo>
                    <a:pt x="1544754" y="3349557"/>
                  </a:lnTo>
                  <a:lnTo>
                    <a:pt x="1544849" y="3349557"/>
                  </a:lnTo>
                  <a:lnTo>
                    <a:pt x="1544943" y="3349557"/>
                  </a:lnTo>
                  <a:lnTo>
                    <a:pt x="1545037" y="3349557"/>
                  </a:lnTo>
                  <a:lnTo>
                    <a:pt x="1545131" y="3349557"/>
                  </a:lnTo>
                  <a:lnTo>
                    <a:pt x="1545225" y="3349557"/>
                  </a:lnTo>
                  <a:lnTo>
                    <a:pt x="1545319" y="3349557"/>
                  </a:lnTo>
                  <a:lnTo>
                    <a:pt x="1545414" y="3349557"/>
                  </a:lnTo>
                  <a:lnTo>
                    <a:pt x="1545508" y="3349557"/>
                  </a:lnTo>
                  <a:lnTo>
                    <a:pt x="1545602" y="3349557"/>
                  </a:lnTo>
                  <a:lnTo>
                    <a:pt x="1545696" y="3349557"/>
                  </a:lnTo>
                  <a:lnTo>
                    <a:pt x="1545790" y="3349557"/>
                  </a:lnTo>
                  <a:lnTo>
                    <a:pt x="1545884" y="3349557"/>
                  </a:lnTo>
                  <a:lnTo>
                    <a:pt x="1545978" y="3349557"/>
                  </a:lnTo>
                  <a:lnTo>
                    <a:pt x="1546073" y="3349557"/>
                  </a:lnTo>
                  <a:lnTo>
                    <a:pt x="1546167" y="3349557"/>
                  </a:lnTo>
                  <a:lnTo>
                    <a:pt x="1546261" y="3349557"/>
                  </a:lnTo>
                  <a:lnTo>
                    <a:pt x="1546355" y="3349557"/>
                  </a:lnTo>
                  <a:lnTo>
                    <a:pt x="1546449" y="3349557"/>
                  </a:lnTo>
                  <a:lnTo>
                    <a:pt x="1546543" y="3349557"/>
                  </a:lnTo>
                  <a:lnTo>
                    <a:pt x="1546638" y="3349557"/>
                  </a:lnTo>
                  <a:lnTo>
                    <a:pt x="1546732" y="3349557"/>
                  </a:lnTo>
                  <a:lnTo>
                    <a:pt x="1546826" y="3349557"/>
                  </a:lnTo>
                  <a:lnTo>
                    <a:pt x="1546920" y="3349557"/>
                  </a:lnTo>
                  <a:lnTo>
                    <a:pt x="1547014" y="3349557"/>
                  </a:lnTo>
                  <a:lnTo>
                    <a:pt x="1547108" y="3349557"/>
                  </a:lnTo>
                  <a:lnTo>
                    <a:pt x="1547202" y="3349557"/>
                  </a:lnTo>
                  <a:lnTo>
                    <a:pt x="1547297" y="3349557"/>
                  </a:lnTo>
                  <a:lnTo>
                    <a:pt x="1547391" y="3349557"/>
                  </a:lnTo>
                  <a:lnTo>
                    <a:pt x="1547485" y="3349557"/>
                  </a:lnTo>
                  <a:lnTo>
                    <a:pt x="1547579" y="3349557"/>
                  </a:lnTo>
                  <a:lnTo>
                    <a:pt x="1547673" y="3349557"/>
                  </a:lnTo>
                  <a:lnTo>
                    <a:pt x="1547767" y="3349557"/>
                  </a:lnTo>
                  <a:lnTo>
                    <a:pt x="1547861" y="3349557"/>
                  </a:lnTo>
                  <a:lnTo>
                    <a:pt x="1547956" y="3349557"/>
                  </a:lnTo>
                  <a:lnTo>
                    <a:pt x="1548050" y="3349557"/>
                  </a:lnTo>
                  <a:lnTo>
                    <a:pt x="1548144" y="3349557"/>
                  </a:lnTo>
                  <a:lnTo>
                    <a:pt x="1548238" y="3349557"/>
                  </a:lnTo>
                  <a:lnTo>
                    <a:pt x="1548332" y="3349557"/>
                  </a:lnTo>
                  <a:lnTo>
                    <a:pt x="1548426" y="3349557"/>
                  </a:lnTo>
                  <a:lnTo>
                    <a:pt x="1548521" y="3349557"/>
                  </a:lnTo>
                  <a:lnTo>
                    <a:pt x="1548615" y="3349557"/>
                  </a:lnTo>
                  <a:lnTo>
                    <a:pt x="1548709" y="3349557"/>
                  </a:lnTo>
                  <a:lnTo>
                    <a:pt x="1548803" y="3349557"/>
                  </a:lnTo>
                  <a:lnTo>
                    <a:pt x="1548897" y="3349557"/>
                  </a:lnTo>
                  <a:lnTo>
                    <a:pt x="1548991" y="3349557"/>
                  </a:lnTo>
                  <a:lnTo>
                    <a:pt x="1548991" y="3344646"/>
                  </a:lnTo>
                  <a:lnTo>
                    <a:pt x="1549085" y="3344646"/>
                  </a:lnTo>
                  <a:lnTo>
                    <a:pt x="1549180" y="3344646"/>
                  </a:lnTo>
                  <a:lnTo>
                    <a:pt x="1549274" y="3344646"/>
                  </a:lnTo>
                  <a:lnTo>
                    <a:pt x="1549368" y="3344646"/>
                  </a:lnTo>
                  <a:lnTo>
                    <a:pt x="1549462" y="3344646"/>
                  </a:lnTo>
                  <a:lnTo>
                    <a:pt x="1549556" y="3344646"/>
                  </a:lnTo>
                  <a:lnTo>
                    <a:pt x="1549650" y="3344646"/>
                  </a:lnTo>
                  <a:lnTo>
                    <a:pt x="1549745" y="3344646"/>
                  </a:lnTo>
                  <a:lnTo>
                    <a:pt x="1549839" y="3344646"/>
                  </a:lnTo>
                  <a:lnTo>
                    <a:pt x="1549933" y="3344646"/>
                  </a:lnTo>
                  <a:lnTo>
                    <a:pt x="1550027" y="3344646"/>
                  </a:lnTo>
                  <a:lnTo>
                    <a:pt x="1550121" y="3344646"/>
                  </a:lnTo>
                  <a:lnTo>
                    <a:pt x="1550215" y="3344646"/>
                  </a:lnTo>
                  <a:lnTo>
                    <a:pt x="1550309" y="3344646"/>
                  </a:lnTo>
                  <a:lnTo>
                    <a:pt x="1550404" y="3344646"/>
                  </a:lnTo>
                  <a:lnTo>
                    <a:pt x="1550498" y="3344646"/>
                  </a:lnTo>
                  <a:lnTo>
                    <a:pt x="1550592" y="3344646"/>
                  </a:lnTo>
                  <a:lnTo>
                    <a:pt x="1550686" y="3344646"/>
                  </a:lnTo>
                  <a:lnTo>
                    <a:pt x="1550780" y="3344646"/>
                  </a:lnTo>
                  <a:lnTo>
                    <a:pt x="1550874" y="3344646"/>
                  </a:lnTo>
                  <a:lnTo>
                    <a:pt x="1550969" y="3344646"/>
                  </a:lnTo>
                  <a:lnTo>
                    <a:pt x="1551063" y="3344646"/>
                  </a:lnTo>
                  <a:lnTo>
                    <a:pt x="1551157" y="3344646"/>
                  </a:lnTo>
                  <a:lnTo>
                    <a:pt x="1551251" y="3344646"/>
                  </a:lnTo>
                  <a:lnTo>
                    <a:pt x="1551345" y="3344646"/>
                  </a:lnTo>
                  <a:lnTo>
                    <a:pt x="1551439" y="3344646"/>
                  </a:lnTo>
                  <a:lnTo>
                    <a:pt x="1551533" y="3344646"/>
                  </a:lnTo>
                  <a:lnTo>
                    <a:pt x="1551533" y="3339734"/>
                  </a:lnTo>
                  <a:lnTo>
                    <a:pt x="1551628" y="3339734"/>
                  </a:lnTo>
                  <a:lnTo>
                    <a:pt x="1551722" y="3339734"/>
                  </a:lnTo>
                  <a:lnTo>
                    <a:pt x="1551816" y="3339734"/>
                  </a:lnTo>
                  <a:lnTo>
                    <a:pt x="1551910" y="3339734"/>
                  </a:lnTo>
                  <a:lnTo>
                    <a:pt x="1552004" y="3339734"/>
                  </a:lnTo>
                  <a:lnTo>
                    <a:pt x="1552098" y="3339734"/>
                  </a:lnTo>
                  <a:lnTo>
                    <a:pt x="1552192" y="3339734"/>
                  </a:lnTo>
                  <a:lnTo>
                    <a:pt x="1552287" y="3339734"/>
                  </a:lnTo>
                  <a:lnTo>
                    <a:pt x="1552381" y="3339734"/>
                  </a:lnTo>
                  <a:lnTo>
                    <a:pt x="1552475" y="3339734"/>
                  </a:lnTo>
                  <a:lnTo>
                    <a:pt x="1552569" y="3339734"/>
                  </a:lnTo>
                  <a:lnTo>
                    <a:pt x="1552663" y="3339734"/>
                  </a:lnTo>
                  <a:lnTo>
                    <a:pt x="1552757" y="3339734"/>
                  </a:lnTo>
                  <a:lnTo>
                    <a:pt x="1552852" y="3339734"/>
                  </a:lnTo>
                  <a:lnTo>
                    <a:pt x="1552946" y="3339734"/>
                  </a:lnTo>
                  <a:lnTo>
                    <a:pt x="1553040" y="3339734"/>
                  </a:lnTo>
                  <a:lnTo>
                    <a:pt x="1553134" y="3339734"/>
                  </a:lnTo>
                  <a:lnTo>
                    <a:pt x="1553228" y="3339734"/>
                  </a:lnTo>
                  <a:lnTo>
                    <a:pt x="1553322" y="3339734"/>
                  </a:lnTo>
                  <a:lnTo>
                    <a:pt x="1553416" y="3339734"/>
                  </a:lnTo>
                  <a:lnTo>
                    <a:pt x="1553511" y="3339734"/>
                  </a:lnTo>
                  <a:lnTo>
                    <a:pt x="1553605" y="3339734"/>
                  </a:lnTo>
                  <a:lnTo>
                    <a:pt x="1553699" y="3339734"/>
                  </a:lnTo>
                  <a:lnTo>
                    <a:pt x="1553793" y="3339734"/>
                  </a:lnTo>
                  <a:lnTo>
                    <a:pt x="1553887" y="3339734"/>
                  </a:lnTo>
                  <a:lnTo>
                    <a:pt x="1553981" y="3339734"/>
                  </a:lnTo>
                  <a:lnTo>
                    <a:pt x="1554076" y="3339734"/>
                  </a:lnTo>
                  <a:lnTo>
                    <a:pt x="1554170" y="3339734"/>
                  </a:lnTo>
                  <a:lnTo>
                    <a:pt x="1554264" y="3339734"/>
                  </a:lnTo>
                  <a:lnTo>
                    <a:pt x="1554358" y="3339734"/>
                  </a:lnTo>
                  <a:lnTo>
                    <a:pt x="1554452" y="3339734"/>
                  </a:lnTo>
                  <a:lnTo>
                    <a:pt x="1554546" y="3339734"/>
                  </a:lnTo>
                  <a:lnTo>
                    <a:pt x="1554640" y="3339734"/>
                  </a:lnTo>
                  <a:lnTo>
                    <a:pt x="1554735" y="3339734"/>
                  </a:lnTo>
                  <a:lnTo>
                    <a:pt x="1554829" y="3339734"/>
                  </a:lnTo>
                  <a:lnTo>
                    <a:pt x="1554923" y="3339734"/>
                  </a:lnTo>
                  <a:lnTo>
                    <a:pt x="1555017" y="3339734"/>
                  </a:lnTo>
                  <a:lnTo>
                    <a:pt x="1555111" y="3339734"/>
                  </a:lnTo>
                  <a:lnTo>
                    <a:pt x="1555205" y="3339734"/>
                  </a:lnTo>
                  <a:lnTo>
                    <a:pt x="1555300" y="3339734"/>
                  </a:lnTo>
                  <a:lnTo>
                    <a:pt x="1555394" y="3339734"/>
                  </a:lnTo>
                  <a:lnTo>
                    <a:pt x="1555488" y="3339734"/>
                  </a:lnTo>
                  <a:lnTo>
                    <a:pt x="1555582" y="3339734"/>
                  </a:lnTo>
                  <a:lnTo>
                    <a:pt x="1555676" y="3339734"/>
                  </a:lnTo>
                  <a:lnTo>
                    <a:pt x="1555770" y="3339734"/>
                  </a:lnTo>
                  <a:lnTo>
                    <a:pt x="1555864" y="3339734"/>
                  </a:lnTo>
                  <a:lnTo>
                    <a:pt x="1555959" y="3339734"/>
                  </a:lnTo>
                  <a:lnTo>
                    <a:pt x="1556053" y="3339734"/>
                  </a:lnTo>
                  <a:lnTo>
                    <a:pt x="1556147" y="3339734"/>
                  </a:lnTo>
                  <a:lnTo>
                    <a:pt x="1556241" y="3339734"/>
                  </a:lnTo>
                  <a:lnTo>
                    <a:pt x="1556335" y="3339734"/>
                  </a:lnTo>
                  <a:lnTo>
                    <a:pt x="1556429" y="3339734"/>
                  </a:lnTo>
                  <a:lnTo>
                    <a:pt x="1556523" y="3339734"/>
                  </a:lnTo>
                  <a:lnTo>
                    <a:pt x="1556618" y="3339734"/>
                  </a:lnTo>
                  <a:lnTo>
                    <a:pt x="1556712" y="3339734"/>
                  </a:lnTo>
                  <a:lnTo>
                    <a:pt x="1556806" y="3339734"/>
                  </a:lnTo>
                  <a:lnTo>
                    <a:pt x="1556900" y="3339734"/>
                  </a:lnTo>
                  <a:lnTo>
                    <a:pt x="1556994" y="3339734"/>
                  </a:lnTo>
                  <a:lnTo>
                    <a:pt x="1557088" y="3339734"/>
                  </a:lnTo>
                  <a:lnTo>
                    <a:pt x="1557183" y="3339734"/>
                  </a:lnTo>
                  <a:lnTo>
                    <a:pt x="1557277" y="3339734"/>
                  </a:lnTo>
                  <a:lnTo>
                    <a:pt x="1557371" y="3339734"/>
                  </a:lnTo>
                  <a:lnTo>
                    <a:pt x="1557465" y="3339734"/>
                  </a:lnTo>
                  <a:lnTo>
                    <a:pt x="1557559" y="3339734"/>
                  </a:lnTo>
                  <a:lnTo>
                    <a:pt x="1557653" y="3339734"/>
                  </a:lnTo>
                  <a:lnTo>
                    <a:pt x="1557653" y="3334823"/>
                  </a:lnTo>
                  <a:lnTo>
                    <a:pt x="1557747" y="3334823"/>
                  </a:lnTo>
                  <a:lnTo>
                    <a:pt x="1557842" y="3334823"/>
                  </a:lnTo>
                  <a:lnTo>
                    <a:pt x="1557936" y="3334823"/>
                  </a:lnTo>
                  <a:lnTo>
                    <a:pt x="1558030" y="3334823"/>
                  </a:lnTo>
                  <a:lnTo>
                    <a:pt x="1558124" y="3334823"/>
                  </a:lnTo>
                  <a:lnTo>
                    <a:pt x="1558218" y="3334823"/>
                  </a:lnTo>
                  <a:lnTo>
                    <a:pt x="1558312" y="3334823"/>
                  </a:lnTo>
                  <a:lnTo>
                    <a:pt x="1558407" y="3334823"/>
                  </a:lnTo>
                  <a:lnTo>
                    <a:pt x="1558501" y="3334823"/>
                  </a:lnTo>
                  <a:lnTo>
                    <a:pt x="1558595" y="3334823"/>
                  </a:lnTo>
                  <a:lnTo>
                    <a:pt x="1558689" y="3334823"/>
                  </a:lnTo>
                  <a:lnTo>
                    <a:pt x="1558783" y="3334823"/>
                  </a:lnTo>
                  <a:lnTo>
                    <a:pt x="1558877" y="3334823"/>
                  </a:lnTo>
                  <a:lnTo>
                    <a:pt x="1558971" y="3334823"/>
                  </a:lnTo>
                  <a:lnTo>
                    <a:pt x="1559066" y="3334823"/>
                  </a:lnTo>
                  <a:lnTo>
                    <a:pt x="1559160" y="3334823"/>
                  </a:lnTo>
                  <a:lnTo>
                    <a:pt x="1559254" y="3334823"/>
                  </a:lnTo>
                  <a:lnTo>
                    <a:pt x="1559348" y="3334823"/>
                  </a:lnTo>
                  <a:lnTo>
                    <a:pt x="1559442" y="3334823"/>
                  </a:lnTo>
                  <a:lnTo>
                    <a:pt x="1559442" y="3329912"/>
                  </a:lnTo>
                  <a:lnTo>
                    <a:pt x="1559536" y="3329912"/>
                  </a:lnTo>
                  <a:lnTo>
                    <a:pt x="1559536" y="3325000"/>
                  </a:lnTo>
                  <a:lnTo>
                    <a:pt x="1559631" y="3325000"/>
                  </a:lnTo>
                  <a:lnTo>
                    <a:pt x="1559725" y="3325000"/>
                  </a:lnTo>
                  <a:lnTo>
                    <a:pt x="1559819" y="3325000"/>
                  </a:lnTo>
                  <a:lnTo>
                    <a:pt x="1559913" y="3325000"/>
                  </a:lnTo>
                  <a:lnTo>
                    <a:pt x="1560007" y="3325000"/>
                  </a:lnTo>
                  <a:lnTo>
                    <a:pt x="1560101" y="3325000"/>
                  </a:lnTo>
                  <a:lnTo>
                    <a:pt x="1560195" y="3325000"/>
                  </a:lnTo>
                  <a:lnTo>
                    <a:pt x="1560290" y="3325000"/>
                  </a:lnTo>
                  <a:lnTo>
                    <a:pt x="1560384" y="3325000"/>
                  </a:lnTo>
                  <a:lnTo>
                    <a:pt x="1560478" y="3325000"/>
                  </a:lnTo>
                  <a:lnTo>
                    <a:pt x="1560572" y="3325000"/>
                  </a:lnTo>
                  <a:lnTo>
                    <a:pt x="1560666" y="3325000"/>
                  </a:lnTo>
                  <a:lnTo>
                    <a:pt x="1560760" y="3325000"/>
                  </a:lnTo>
                  <a:lnTo>
                    <a:pt x="1560854" y="3325000"/>
                  </a:lnTo>
                  <a:lnTo>
                    <a:pt x="1560949" y="3325000"/>
                  </a:lnTo>
                  <a:lnTo>
                    <a:pt x="1561043" y="3325000"/>
                  </a:lnTo>
                  <a:lnTo>
                    <a:pt x="1561137" y="3325000"/>
                  </a:lnTo>
                  <a:lnTo>
                    <a:pt x="1561231" y="3325000"/>
                  </a:lnTo>
                  <a:lnTo>
                    <a:pt x="1561325" y="3325000"/>
                  </a:lnTo>
                  <a:lnTo>
                    <a:pt x="1561419" y="3325000"/>
                  </a:lnTo>
                  <a:lnTo>
                    <a:pt x="1561514" y="3325000"/>
                  </a:lnTo>
                  <a:lnTo>
                    <a:pt x="1561608" y="3325000"/>
                  </a:lnTo>
                  <a:lnTo>
                    <a:pt x="1561608" y="3320089"/>
                  </a:lnTo>
                  <a:lnTo>
                    <a:pt x="1561702" y="3320089"/>
                  </a:lnTo>
                  <a:lnTo>
                    <a:pt x="1561796" y="3320089"/>
                  </a:lnTo>
                  <a:lnTo>
                    <a:pt x="1561890" y="3320089"/>
                  </a:lnTo>
                  <a:lnTo>
                    <a:pt x="1561984" y="3320089"/>
                  </a:lnTo>
                  <a:lnTo>
                    <a:pt x="1562078" y="3320089"/>
                  </a:lnTo>
                  <a:lnTo>
                    <a:pt x="1562173" y="3320089"/>
                  </a:lnTo>
                  <a:lnTo>
                    <a:pt x="1562267" y="3320089"/>
                  </a:lnTo>
                  <a:lnTo>
                    <a:pt x="1562361" y="3320089"/>
                  </a:lnTo>
                  <a:lnTo>
                    <a:pt x="1562455" y="3320089"/>
                  </a:lnTo>
                  <a:lnTo>
                    <a:pt x="1562549" y="3320089"/>
                  </a:lnTo>
                  <a:lnTo>
                    <a:pt x="1562643" y="3320089"/>
                  </a:lnTo>
                  <a:lnTo>
                    <a:pt x="1562738" y="3320089"/>
                  </a:lnTo>
                  <a:lnTo>
                    <a:pt x="1562832" y="3320089"/>
                  </a:lnTo>
                  <a:lnTo>
                    <a:pt x="1562832" y="3315178"/>
                  </a:lnTo>
                  <a:lnTo>
                    <a:pt x="1562926" y="3315178"/>
                  </a:lnTo>
                  <a:lnTo>
                    <a:pt x="1563020" y="3315178"/>
                  </a:lnTo>
                  <a:lnTo>
                    <a:pt x="1563114" y="3315178"/>
                  </a:lnTo>
                  <a:lnTo>
                    <a:pt x="1563208" y="3315178"/>
                  </a:lnTo>
                  <a:lnTo>
                    <a:pt x="1563302" y="3315178"/>
                  </a:lnTo>
                  <a:lnTo>
                    <a:pt x="1563397" y="3315178"/>
                  </a:lnTo>
                  <a:lnTo>
                    <a:pt x="1563491" y="3315178"/>
                  </a:lnTo>
                  <a:lnTo>
                    <a:pt x="1563585" y="3315178"/>
                  </a:lnTo>
                  <a:lnTo>
                    <a:pt x="1563679" y="3315178"/>
                  </a:lnTo>
                  <a:lnTo>
                    <a:pt x="1563773" y="3315178"/>
                  </a:lnTo>
                  <a:lnTo>
                    <a:pt x="1563867" y="3315178"/>
                  </a:lnTo>
                  <a:lnTo>
                    <a:pt x="1563962" y="3315178"/>
                  </a:lnTo>
                  <a:lnTo>
                    <a:pt x="1564056" y="3315178"/>
                  </a:lnTo>
                  <a:lnTo>
                    <a:pt x="1564150" y="3315178"/>
                  </a:lnTo>
                  <a:lnTo>
                    <a:pt x="1564244" y="3315178"/>
                  </a:lnTo>
                  <a:lnTo>
                    <a:pt x="1564338" y="3315178"/>
                  </a:lnTo>
                  <a:lnTo>
                    <a:pt x="1564432" y="3315178"/>
                  </a:lnTo>
                  <a:lnTo>
                    <a:pt x="1564526" y="3315178"/>
                  </a:lnTo>
                  <a:lnTo>
                    <a:pt x="1564621" y="3315178"/>
                  </a:lnTo>
                  <a:lnTo>
                    <a:pt x="1564715" y="3315178"/>
                  </a:lnTo>
                  <a:lnTo>
                    <a:pt x="1564809" y="3315178"/>
                  </a:lnTo>
                  <a:lnTo>
                    <a:pt x="1564903" y="3315178"/>
                  </a:lnTo>
                  <a:lnTo>
                    <a:pt x="1564997" y="3315178"/>
                  </a:lnTo>
                  <a:lnTo>
                    <a:pt x="1565091" y="3315178"/>
                  </a:lnTo>
                  <a:lnTo>
                    <a:pt x="1565185" y="3315178"/>
                  </a:lnTo>
                  <a:lnTo>
                    <a:pt x="1565280" y="3315178"/>
                  </a:lnTo>
                  <a:lnTo>
                    <a:pt x="1565374" y="3315178"/>
                  </a:lnTo>
                  <a:lnTo>
                    <a:pt x="1565468" y="3315178"/>
                  </a:lnTo>
                  <a:lnTo>
                    <a:pt x="1565562" y="3315178"/>
                  </a:lnTo>
                  <a:lnTo>
                    <a:pt x="1565656" y="3315178"/>
                  </a:lnTo>
                  <a:lnTo>
                    <a:pt x="1565750" y="3315178"/>
                  </a:lnTo>
                  <a:lnTo>
                    <a:pt x="1565845" y="3315178"/>
                  </a:lnTo>
                  <a:lnTo>
                    <a:pt x="1565939" y="3315178"/>
                  </a:lnTo>
                  <a:lnTo>
                    <a:pt x="1566033" y="3315178"/>
                  </a:lnTo>
                  <a:lnTo>
                    <a:pt x="1566127" y="3315178"/>
                  </a:lnTo>
                  <a:lnTo>
                    <a:pt x="1566221" y="3315178"/>
                  </a:lnTo>
                  <a:lnTo>
                    <a:pt x="1566315" y="3315178"/>
                  </a:lnTo>
                  <a:lnTo>
                    <a:pt x="1566409" y="3315178"/>
                  </a:lnTo>
                  <a:lnTo>
                    <a:pt x="1566504" y="3315178"/>
                  </a:lnTo>
                  <a:lnTo>
                    <a:pt x="1566598" y="3315178"/>
                  </a:lnTo>
                  <a:lnTo>
                    <a:pt x="1566692" y="3315178"/>
                  </a:lnTo>
                  <a:lnTo>
                    <a:pt x="1566786" y="3315178"/>
                  </a:lnTo>
                  <a:lnTo>
                    <a:pt x="1566880" y="3315178"/>
                  </a:lnTo>
                  <a:lnTo>
                    <a:pt x="1566974" y="3315178"/>
                  </a:lnTo>
                  <a:lnTo>
                    <a:pt x="1567069" y="3315178"/>
                  </a:lnTo>
                  <a:lnTo>
                    <a:pt x="1567163" y="3315178"/>
                  </a:lnTo>
                  <a:lnTo>
                    <a:pt x="1567257" y="3315178"/>
                  </a:lnTo>
                  <a:lnTo>
                    <a:pt x="1567351" y="3315178"/>
                  </a:lnTo>
                  <a:lnTo>
                    <a:pt x="1567445" y="3315178"/>
                  </a:lnTo>
                  <a:lnTo>
                    <a:pt x="1567539" y="3315178"/>
                  </a:lnTo>
                  <a:lnTo>
                    <a:pt x="1567633" y="3315178"/>
                  </a:lnTo>
                  <a:lnTo>
                    <a:pt x="1567728" y="3315178"/>
                  </a:lnTo>
                  <a:lnTo>
                    <a:pt x="1567822" y="3315178"/>
                  </a:lnTo>
                  <a:lnTo>
                    <a:pt x="1567916" y="3315178"/>
                  </a:lnTo>
                  <a:lnTo>
                    <a:pt x="1568010" y="3315178"/>
                  </a:lnTo>
                  <a:lnTo>
                    <a:pt x="1568104" y="3315178"/>
                  </a:lnTo>
                  <a:lnTo>
                    <a:pt x="1568198" y="3315178"/>
                  </a:lnTo>
                  <a:lnTo>
                    <a:pt x="1568198" y="3310266"/>
                  </a:lnTo>
                  <a:lnTo>
                    <a:pt x="1568293" y="3310266"/>
                  </a:lnTo>
                  <a:lnTo>
                    <a:pt x="1568387" y="3310266"/>
                  </a:lnTo>
                  <a:lnTo>
                    <a:pt x="1568481" y="3310266"/>
                  </a:lnTo>
                  <a:lnTo>
                    <a:pt x="1568481" y="3305355"/>
                  </a:lnTo>
                  <a:lnTo>
                    <a:pt x="1568575" y="3305355"/>
                  </a:lnTo>
                  <a:lnTo>
                    <a:pt x="1568669" y="3305355"/>
                  </a:lnTo>
                  <a:lnTo>
                    <a:pt x="1568763" y="3305355"/>
                  </a:lnTo>
                  <a:lnTo>
                    <a:pt x="1568857" y="3305355"/>
                  </a:lnTo>
                  <a:lnTo>
                    <a:pt x="1568952" y="3305355"/>
                  </a:lnTo>
                  <a:lnTo>
                    <a:pt x="1569046" y="3305355"/>
                  </a:lnTo>
                  <a:lnTo>
                    <a:pt x="1569140" y="3305355"/>
                  </a:lnTo>
                  <a:lnTo>
                    <a:pt x="1569234" y="3305355"/>
                  </a:lnTo>
                  <a:lnTo>
                    <a:pt x="1569328" y="3305355"/>
                  </a:lnTo>
                  <a:lnTo>
                    <a:pt x="1569328" y="3300443"/>
                  </a:lnTo>
                  <a:lnTo>
                    <a:pt x="1569422" y="3300443"/>
                  </a:lnTo>
                  <a:lnTo>
                    <a:pt x="1569516" y="3300443"/>
                  </a:lnTo>
                  <a:lnTo>
                    <a:pt x="1569611" y="3300443"/>
                  </a:lnTo>
                  <a:lnTo>
                    <a:pt x="1569705" y="3300443"/>
                  </a:lnTo>
                  <a:lnTo>
                    <a:pt x="1569799" y="3300443"/>
                  </a:lnTo>
                  <a:lnTo>
                    <a:pt x="1569893" y="3300443"/>
                  </a:lnTo>
                  <a:lnTo>
                    <a:pt x="1569987" y="3300443"/>
                  </a:lnTo>
                  <a:lnTo>
                    <a:pt x="1570081" y="3300443"/>
                  </a:lnTo>
                  <a:lnTo>
                    <a:pt x="1570176" y="3300443"/>
                  </a:lnTo>
                  <a:lnTo>
                    <a:pt x="1570270" y="3300443"/>
                  </a:lnTo>
                  <a:lnTo>
                    <a:pt x="1570364" y="3300443"/>
                  </a:lnTo>
                  <a:lnTo>
                    <a:pt x="1570458" y="3300443"/>
                  </a:lnTo>
                  <a:lnTo>
                    <a:pt x="1570552" y="3300443"/>
                  </a:lnTo>
                  <a:lnTo>
                    <a:pt x="1570646" y="3300443"/>
                  </a:lnTo>
                  <a:lnTo>
                    <a:pt x="1570740" y="3300443"/>
                  </a:lnTo>
                  <a:lnTo>
                    <a:pt x="1570835" y="3300443"/>
                  </a:lnTo>
                  <a:lnTo>
                    <a:pt x="1570929" y="3300443"/>
                  </a:lnTo>
                  <a:lnTo>
                    <a:pt x="1571023" y="3300443"/>
                  </a:lnTo>
                  <a:lnTo>
                    <a:pt x="1571117" y="3300443"/>
                  </a:lnTo>
                  <a:lnTo>
                    <a:pt x="1571211" y="3300443"/>
                  </a:lnTo>
                  <a:lnTo>
                    <a:pt x="1571305" y="3300443"/>
                  </a:lnTo>
                  <a:lnTo>
                    <a:pt x="1571400" y="3300443"/>
                  </a:lnTo>
                  <a:lnTo>
                    <a:pt x="1571494" y="3300443"/>
                  </a:lnTo>
                  <a:lnTo>
                    <a:pt x="1571588" y="3300443"/>
                  </a:lnTo>
                  <a:lnTo>
                    <a:pt x="1571682" y="3300443"/>
                  </a:lnTo>
                  <a:lnTo>
                    <a:pt x="1571776" y="3300443"/>
                  </a:lnTo>
                  <a:lnTo>
                    <a:pt x="1571870" y="3300443"/>
                  </a:lnTo>
                  <a:lnTo>
                    <a:pt x="1571964" y="3300443"/>
                  </a:lnTo>
                  <a:lnTo>
                    <a:pt x="1572059" y="3300443"/>
                  </a:lnTo>
                  <a:lnTo>
                    <a:pt x="1572153" y="3300443"/>
                  </a:lnTo>
                  <a:lnTo>
                    <a:pt x="1572247" y="3300443"/>
                  </a:lnTo>
                  <a:lnTo>
                    <a:pt x="1572341" y="3300443"/>
                  </a:lnTo>
                  <a:lnTo>
                    <a:pt x="1572435" y="3300443"/>
                  </a:lnTo>
                  <a:lnTo>
                    <a:pt x="1572529" y="3300443"/>
                  </a:lnTo>
                  <a:lnTo>
                    <a:pt x="1572624" y="3300443"/>
                  </a:lnTo>
                  <a:lnTo>
                    <a:pt x="1572718" y="3300443"/>
                  </a:lnTo>
                  <a:lnTo>
                    <a:pt x="1572812" y="3300443"/>
                  </a:lnTo>
                  <a:lnTo>
                    <a:pt x="1572906" y="3300443"/>
                  </a:lnTo>
                  <a:lnTo>
                    <a:pt x="1573000" y="3300443"/>
                  </a:lnTo>
                  <a:lnTo>
                    <a:pt x="1573094" y="3300443"/>
                  </a:lnTo>
                  <a:lnTo>
                    <a:pt x="1573188" y="3300443"/>
                  </a:lnTo>
                  <a:lnTo>
                    <a:pt x="1573283" y="3300443"/>
                  </a:lnTo>
                  <a:lnTo>
                    <a:pt x="1573377" y="3300443"/>
                  </a:lnTo>
                  <a:lnTo>
                    <a:pt x="1573471" y="3300443"/>
                  </a:lnTo>
                  <a:lnTo>
                    <a:pt x="1573565" y="3300443"/>
                  </a:lnTo>
                  <a:lnTo>
                    <a:pt x="1573659" y="3300443"/>
                  </a:lnTo>
                  <a:lnTo>
                    <a:pt x="1573753" y="3300443"/>
                  </a:lnTo>
                  <a:lnTo>
                    <a:pt x="1573847" y="3300443"/>
                  </a:lnTo>
                  <a:lnTo>
                    <a:pt x="1573942" y="3300443"/>
                  </a:lnTo>
                  <a:lnTo>
                    <a:pt x="1574036" y="3300443"/>
                  </a:lnTo>
                  <a:lnTo>
                    <a:pt x="1574130" y="3300443"/>
                  </a:lnTo>
                  <a:lnTo>
                    <a:pt x="1574224" y="3300443"/>
                  </a:lnTo>
                  <a:lnTo>
                    <a:pt x="1574318" y="3300443"/>
                  </a:lnTo>
                  <a:lnTo>
                    <a:pt x="1574412" y="3300443"/>
                  </a:lnTo>
                  <a:lnTo>
                    <a:pt x="1574507" y="3300443"/>
                  </a:lnTo>
                  <a:lnTo>
                    <a:pt x="1574601" y="3300443"/>
                  </a:lnTo>
                  <a:lnTo>
                    <a:pt x="1574695" y="3300443"/>
                  </a:lnTo>
                  <a:lnTo>
                    <a:pt x="1574789" y="3300443"/>
                  </a:lnTo>
                  <a:lnTo>
                    <a:pt x="1574883" y="3300443"/>
                  </a:lnTo>
                  <a:lnTo>
                    <a:pt x="1574977" y="3300443"/>
                  </a:lnTo>
                  <a:lnTo>
                    <a:pt x="1575071" y="3300443"/>
                  </a:lnTo>
                  <a:lnTo>
                    <a:pt x="1575166" y="3300443"/>
                  </a:lnTo>
                  <a:lnTo>
                    <a:pt x="1575260" y="3300443"/>
                  </a:lnTo>
                  <a:lnTo>
                    <a:pt x="1575354" y="3300443"/>
                  </a:lnTo>
                  <a:lnTo>
                    <a:pt x="1575448" y="3300443"/>
                  </a:lnTo>
                  <a:lnTo>
                    <a:pt x="1575542" y="3300443"/>
                  </a:lnTo>
                  <a:lnTo>
                    <a:pt x="1575636" y="3300443"/>
                  </a:lnTo>
                  <a:lnTo>
                    <a:pt x="1575731" y="3300443"/>
                  </a:lnTo>
                  <a:lnTo>
                    <a:pt x="1575825" y="3300443"/>
                  </a:lnTo>
                  <a:lnTo>
                    <a:pt x="1575919" y="3300443"/>
                  </a:lnTo>
                  <a:lnTo>
                    <a:pt x="1576013" y="3300443"/>
                  </a:lnTo>
                  <a:lnTo>
                    <a:pt x="1576107" y="3300443"/>
                  </a:lnTo>
                  <a:lnTo>
                    <a:pt x="1576201" y="3300443"/>
                  </a:lnTo>
                  <a:lnTo>
                    <a:pt x="1576295" y="3300443"/>
                  </a:lnTo>
                  <a:lnTo>
                    <a:pt x="1576390" y="3300443"/>
                  </a:lnTo>
                  <a:lnTo>
                    <a:pt x="1576484" y="3300443"/>
                  </a:lnTo>
                  <a:lnTo>
                    <a:pt x="1576578" y="3300443"/>
                  </a:lnTo>
                  <a:lnTo>
                    <a:pt x="1576672" y="3300443"/>
                  </a:lnTo>
                  <a:lnTo>
                    <a:pt x="1576766" y="3300443"/>
                  </a:lnTo>
                  <a:lnTo>
                    <a:pt x="1576860" y="3300443"/>
                  </a:lnTo>
                  <a:lnTo>
                    <a:pt x="1576955" y="3300443"/>
                  </a:lnTo>
                  <a:lnTo>
                    <a:pt x="1577049" y="3300443"/>
                  </a:lnTo>
                  <a:lnTo>
                    <a:pt x="1577143" y="3300443"/>
                  </a:lnTo>
                  <a:lnTo>
                    <a:pt x="1577237" y="3300443"/>
                  </a:lnTo>
                  <a:lnTo>
                    <a:pt x="1577331" y="3300443"/>
                  </a:lnTo>
                  <a:lnTo>
                    <a:pt x="1577425" y="3300443"/>
                  </a:lnTo>
                  <a:lnTo>
                    <a:pt x="1577519" y="3300443"/>
                  </a:lnTo>
                  <a:lnTo>
                    <a:pt x="1577614" y="3300443"/>
                  </a:lnTo>
                  <a:lnTo>
                    <a:pt x="1577708" y="3300443"/>
                  </a:lnTo>
                  <a:lnTo>
                    <a:pt x="1577802" y="3300443"/>
                  </a:lnTo>
                  <a:lnTo>
                    <a:pt x="1577896" y="3300443"/>
                  </a:lnTo>
                  <a:lnTo>
                    <a:pt x="1577990" y="3300443"/>
                  </a:lnTo>
                  <a:lnTo>
                    <a:pt x="1578084" y="3300443"/>
                  </a:lnTo>
                  <a:lnTo>
                    <a:pt x="1578178" y="3300443"/>
                  </a:lnTo>
                  <a:lnTo>
                    <a:pt x="1578273" y="3300443"/>
                  </a:lnTo>
                  <a:lnTo>
                    <a:pt x="1578367" y="3300443"/>
                  </a:lnTo>
                  <a:lnTo>
                    <a:pt x="1578461" y="3300443"/>
                  </a:lnTo>
                  <a:lnTo>
                    <a:pt x="1578555" y="3300443"/>
                  </a:lnTo>
                  <a:lnTo>
                    <a:pt x="1578649" y="3300443"/>
                  </a:lnTo>
                  <a:lnTo>
                    <a:pt x="1578743" y="3300443"/>
                  </a:lnTo>
                  <a:lnTo>
                    <a:pt x="1578838" y="3300443"/>
                  </a:lnTo>
                  <a:lnTo>
                    <a:pt x="1578932" y="3300443"/>
                  </a:lnTo>
                  <a:lnTo>
                    <a:pt x="1579026" y="3300443"/>
                  </a:lnTo>
                  <a:lnTo>
                    <a:pt x="1579120" y="3300443"/>
                  </a:lnTo>
                  <a:lnTo>
                    <a:pt x="1579214" y="3300443"/>
                  </a:lnTo>
                  <a:lnTo>
                    <a:pt x="1579308" y="3300443"/>
                  </a:lnTo>
                  <a:lnTo>
                    <a:pt x="1579402" y="3300443"/>
                  </a:lnTo>
                  <a:lnTo>
                    <a:pt x="1579497" y="3300443"/>
                  </a:lnTo>
                  <a:lnTo>
                    <a:pt x="1579591" y="3300443"/>
                  </a:lnTo>
                  <a:lnTo>
                    <a:pt x="1579685" y="3300443"/>
                  </a:lnTo>
                  <a:lnTo>
                    <a:pt x="1579779" y="3300443"/>
                  </a:lnTo>
                  <a:lnTo>
                    <a:pt x="1579873" y="3300443"/>
                  </a:lnTo>
                  <a:lnTo>
                    <a:pt x="1579967" y="3300443"/>
                  </a:lnTo>
                  <a:lnTo>
                    <a:pt x="1580062" y="3300443"/>
                  </a:lnTo>
                  <a:lnTo>
                    <a:pt x="1580156" y="3300443"/>
                  </a:lnTo>
                  <a:lnTo>
                    <a:pt x="1580250" y="3300443"/>
                  </a:lnTo>
                  <a:lnTo>
                    <a:pt x="1580344" y="3300443"/>
                  </a:lnTo>
                  <a:lnTo>
                    <a:pt x="1580438" y="3300443"/>
                  </a:lnTo>
                  <a:lnTo>
                    <a:pt x="1580532" y="3300443"/>
                  </a:lnTo>
                  <a:lnTo>
                    <a:pt x="1580626" y="3300443"/>
                  </a:lnTo>
                  <a:lnTo>
                    <a:pt x="1580721" y="3300443"/>
                  </a:lnTo>
                  <a:lnTo>
                    <a:pt x="1580815" y="3300443"/>
                  </a:lnTo>
                  <a:lnTo>
                    <a:pt x="1580909" y="3300443"/>
                  </a:lnTo>
                  <a:lnTo>
                    <a:pt x="1581003" y="3300443"/>
                  </a:lnTo>
                  <a:lnTo>
                    <a:pt x="1581097" y="3300443"/>
                  </a:lnTo>
                  <a:lnTo>
                    <a:pt x="1581191" y="3300443"/>
                  </a:lnTo>
                  <a:lnTo>
                    <a:pt x="1581286" y="3300443"/>
                  </a:lnTo>
                  <a:lnTo>
                    <a:pt x="1581380" y="3300443"/>
                  </a:lnTo>
                  <a:lnTo>
                    <a:pt x="1581474" y="3300443"/>
                  </a:lnTo>
                  <a:lnTo>
                    <a:pt x="1581568" y="3300443"/>
                  </a:lnTo>
                  <a:lnTo>
                    <a:pt x="1581662" y="3300443"/>
                  </a:lnTo>
                  <a:lnTo>
                    <a:pt x="1581756" y="3300443"/>
                  </a:lnTo>
                  <a:lnTo>
                    <a:pt x="1581850" y="3300443"/>
                  </a:lnTo>
                  <a:lnTo>
                    <a:pt x="1581945" y="3300443"/>
                  </a:lnTo>
                  <a:lnTo>
                    <a:pt x="1582039" y="3300443"/>
                  </a:lnTo>
                  <a:lnTo>
                    <a:pt x="1582133" y="3300443"/>
                  </a:lnTo>
                  <a:lnTo>
                    <a:pt x="1582227" y="3300443"/>
                  </a:lnTo>
                  <a:lnTo>
                    <a:pt x="1582321" y="3300443"/>
                  </a:lnTo>
                  <a:lnTo>
                    <a:pt x="1582415" y="3300443"/>
                  </a:lnTo>
                  <a:lnTo>
                    <a:pt x="1582509" y="3300443"/>
                  </a:lnTo>
                  <a:lnTo>
                    <a:pt x="1582604" y="3300443"/>
                  </a:lnTo>
                  <a:lnTo>
                    <a:pt x="1582698" y="3300443"/>
                  </a:lnTo>
                  <a:lnTo>
                    <a:pt x="1582792" y="3300443"/>
                  </a:lnTo>
                  <a:lnTo>
                    <a:pt x="1582886" y="3300443"/>
                  </a:lnTo>
                  <a:lnTo>
                    <a:pt x="1582980" y="3300443"/>
                  </a:lnTo>
                  <a:lnTo>
                    <a:pt x="1582980" y="3295532"/>
                  </a:lnTo>
                  <a:lnTo>
                    <a:pt x="1583074" y="3295532"/>
                  </a:lnTo>
                  <a:lnTo>
                    <a:pt x="1583169" y="3295532"/>
                  </a:lnTo>
                  <a:lnTo>
                    <a:pt x="1583263" y="3295532"/>
                  </a:lnTo>
                  <a:lnTo>
                    <a:pt x="1583357" y="3295532"/>
                  </a:lnTo>
                  <a:lnTo>
                    <a:pt x="1583451" y="3295532"/>
                  </a:lnTo>
                  <a:lnTo>
                    <a:pt x="1583545" y="3295532"/>
                  </a:lnTo>
                  <a:lnTo>
                    <a:pt x="1583639" y="3295532"/>
                  </a:lnTo>
                  <a:lnTo>
                    <a:pt x="1583733" y="3295532"/>
                  </a:lnTo>
                  <a:lnTo>
                    <a:pt x="1583828" y="3295532"/>
                  </a:lnTo>
                  <a:lnTo>
                    <a:pt x="1583922" y="3295532"/>
                  </a:lnTo>
                  <a:lnTo>
                    <a:pt x="1584016" y="3295532"/>
                  </a:lnTo>
                  <a:lnTo>
                    <a:pt x="1584110" y="3295532"/>
                  </a:lnTo>
                  <a:lnTo>
                    <a:pt x="1584204" y="3295532"/>
                  </a:lnTo>
                  <a:lnTo>
                    <a:pt x="1584298" y="3295532"/>
                  </a:lnTo>
                  <a:lnTo>
                    <a:pt x="1584393" y="3295532"/>
                  </a:lnTo>
                  <a:lnTo>
                    <a:pt x="1584487" y="3295532"/>
                  </a:lnTo>
                  <a:lnTo>
                    <a:pt x="1584581" y="3295532"/>
                  </a:lnTo>
                  <a:lnTo>
                    <a:pt x="1584675" y="3295532"/>
                  </a:lnTo>
                  <a:lnTo>
                    <a:pt x="1584675" y="3290621"/>
                  </a:lnTo>
                  <a:lnTo>
                    <a:pt x="1584769" y="3290621"/>
                  </a:lnTo>
                  <a:lnTo>
                    <a:pt x="1584863" y="3290621"/>
                  </a:lnTo>
                  <a:lnTo>
                    <a:pt x="1584957" y="3290621"/>
                  </a:lnTo>
                  <a:lnTo>
                    <a:pt x="1585052" y="3290621"/>
                  </a:lnTo>
                  <a:lnTo>
                    <a:pt x="1585146" y="3290621"/>
                  </a:lnTo>
                  <a:lnTo>
                    <a:pt x="1585240" y="3290621"/>
                  </a:lnTo>
                  <a:lnTo>
                    <a:pt x="1585334" y="3290621"/>
                  </a:lnTo>
                  <a:lnTo>
                    <a:pt x="1585428" y="3290621"/>
                  </a:lnTo>
                  <a:lnTo>
                    <a:pt x="1585522" y="3290621"/>
                  </a:lnTo>
                  <a:lnTo>
                    <a:pt x="1585617" y="3290621"/>
                  </a:lnTo>
                  <a:lnTo>
                    <a:pt x="1585711" y="3290621"/>
                  </a:lnTo>
                  <a:lnTo>
                    <a:pt x="1585805" y="3290621"/>
                  </a:lnTo>
                  <a:lnTo>
                    <a:pt x="1585899" y="3290621"/>
                  </a:lnTo>
                  <a:lnTo>
                    <a:pt x="1585993" y="3290621"/>
                  </a:lnTo>
                  <a:lnTo>
                    <a:pt x="1586087" y="3290621"/>
                  </a:lnTo>
                  <a:lnTo>
                    <a:pt x="1586181" y="3290621"/>
                  </a:lnTo>
                  <a:lnTo>
                    <a:pt x="1586276" y="3290621"/>
                  </a:lnTo>
                  <a:lnTo>
                    <a:pt x="1586370" y="3290621"/>
                  </a:lnTo>
                  <a:lnTo>
                    <a:pt x="1586464" y="3290621"/>
                  </a:lnTo>
                  <a:lnTo>
                    <a:pt x="1586558" y="3290621"/>
                  </a:lnTo>
                  <a:lnTo>
                    <a:pt x="1586652" y="3290621"/>
                  </a:lnTo>
                  <a:lnTo>
                    <a:pt x="1586746" y="3290621"/>
                  </a:lnTo>
                  <a:lnTo>
                    <a:pt x="1586840" y="3290621"/>
                  </a:lnTo>
                  <a:lnTo>
                    <a:pt x="1586935" y="3290621"/>
                  </a:lnTo>
                  <a:lnTo>
                    <a:pt x="1587029" y="3290621"/>
                  </a:lnTo>
                  <a:lnTo>
                    <a:pt x="1587123" y="3290621"/>
                  </a:lnTo>
                  <a:lnTo>
                    <a:pt x="1587217" y="3290621"/>
                  </a:lnTo>
                  <a:lnTo>
                    <a:pt x="1587311" y="3290621"/>
                  </a:lnTo>
                  <a:lnTo>
                    <a:pt x="1587405" y="3290621"/>
                  </a:lnTo>
                  <a:lnTo>
                    <a:pt x="1587500" y="3290621"/>
                  </a:lnTo>
                  <a:lnTo>
                    <a:pt x="1587594" y="3290621"/>
                  </a:lnTo>
                  <a:lnTo>
                    <a:pt x="1587688" y="3290621"/>
                  </a:lnTo>
                  <a:lnTo>
                    <a:pt x="1587782" y="3290621"/>
                  </a:lnTo>
                  <a:lnTo>
                    <a:pt x="1587876" y="3290621"/>
                  </a:lnTo>
                  <a:lnTo>
                    <a:pt x="1587970" y="3290621"/>
                  </a:lnTo>
                  <a:lnTo>
                    <a:pt x="1588064" y="3290621"/>
                  </a:lnTo>
                  <a:lnTo>
                    <a:pt x="1588159" y="3290621"/>
                  </a:lnTo>
                  <a:lnTo>
                    <a:pt x="1588253" y="3290621"/>
                  </a:lnTo>
                  <a:lnTo>
                    <a:pt x="1588347" y="3290621"/>
                  </a:lnTo>
                  <a:lnTo>
                    <a:pt x="1588441" y="3290621"/>
                  </a:lnTo>
                  <a:lnTo>
                    <a:pt x="1588535" y="3290621"/>
                  </a:lnTo>
                  <a:lnTo>
                    <a:pt x="1588629" y="3290621"/>
                  </a:lnTo>
                  <a:lnTo>
                    <a:pt x="1588724" y="3290621"/>
                  </a:lnTo>
                  <a:lnTo>
                    <a:pt x="1588818" y="3290621"/>
                  </a:lnTo>
                  <a:lnTo>
                    <a:pt x="1588912" y="3290621"/>
                  </a:lnTo>
                  <a:lnTo>
                    <a:pt x="1589006" y="3290621"/>
                  </a:lnTo>
                  <a:lnTo>
                    <a:pt x="1589100" y="3290621"/>
                  </a:lnTo>
                  <a:lnTo>
                    <a:pt x="1589194" y="3290621"/>
                  </a:lnTo>
                  <a:lnTo>
                    <a:pt x="1589288" y="3290621"/>
                  </a:lnTo>
                  <a:lnTo>
                    <a:pt x="1589383" y="3290621"/>
                  </a:lnTo>
                  <a:lnTo>
                    <a:pt x="1589477" y="3290621"/>
                  </a:lnTo>
                  <a:lnTo>
                    <a:pt x="1589571" y="3290621"/>
                  </a:lnTo>
                  <a:lnTo>
                    <a:pt x="1589665" y="3290621"/>
                  </a:lnTo>
                  <a:lnTo>
                    <a:pt x="1589759" y="3290621"/>
                  </a:lnTo>
                  <a:lnTo>
                    <a:pt x="1589853" y="3290621"/>
                  </a:lnTo>
                  <a:lnTo>
                    <a:pt x="1589948" y="3290621"/>
                  </a:lnTo>
                  <a:lnTo>
                    <a:pt x="1590042" y="3290621"/>
                  </a:lnTo>
                  <a:lnTo>
                    <a:pt x="1590042" y="3285709"/>
                  </a:lnTo>
                  <a:lnTo>
                    <a:pt x="1590136" y="3285709"/>
                  </a:lnTo>
                  <a:lnTo>
                    <a:pt x="1590230" y="3285709"/>
                  </a:lnTo>
                  <a:lnTo>
                    <a:pt x="1590324" y="3285709"/>
                  </a:lnTo>
                  <a:lnTo>
                    <a:pt x="1590418" y="3285709"/>
                  </a:lnTo>
                  <a:lnTo>
                    <a:pt x="1590512" y="3285709"/>
                  </a:lnTo>
                  <a:lnTo>
                    <a:pt x="1590607" y="3285709"/>
                  </a:lnTo>
                  <a:lnTo>
                    <a:pt x="1590701" y="3285709"/>
                  </a:lnTo>
                  <a:lnTo>
                    <a:pt x="1590795" y="3285709"/>
                  </a:lnTo>
                  <a:lnTo>
                    <a:pt x="1590889" y="3285709"/>
                  </a:lnTo>
                  <a:lnTo>
                    <a:pt x="1590983" y="3285709"/>
                  </a:lnTo>
                  <a:lnTo>
                    <a:pt x="1591077" y="3285709"/>
                  </a:lnTo>
                  <a:lnTo>
                    <a:pt x="1591077" y="3280798"/>
                  </a:lnTo>
                  <a:lnTo>
                    <a:pt x="1591171" y="3280798"/>
                  </a:lnTo>
                  <a:lnTo>
                    <a:pt x="1591266" y="3280798"/>
                  </a:lnTo>
                  <a:lnTo>
                    <a:pt x="1591360" y="3280798"/>
                  </a:lnTo>
                  <a:lnTo>
                    <a:pt x="1591454" y="3280798"/>
                  </a:lnTo>
                  <a:lnTo>
                    <a:pt x="1591548" y="3280798"/>
                  </a:lnTo>
                  <a:lnTo>
                    <a:pt x="1591642" y="3280798"/>
                  </a:lnTo>
                  <a:lnTo>
                    <a:pt x="1591736" y="3280798"/>
                  </a:lnTo>
                  <a:lnTo>
                    <a:pt x="1591831" y="3280798"/>
                  </a:lnTo>
                  <a:lnTo>
                    <a:pt x="1591925" y="3280798"/>
                  </a:lnTo>
                  <a:lnTo>
                    <a:pt x="1592019" y="3280798"/>
                  </a:lnTo>
                  <a:lnTo>
                    <a:pt x="1592113" y="3280798"/>
                  </a:lnTo>
                  <a:lnTo>
                    <a:pt x="1592207" y="3280798"/>
                  </a:lnTo>
                  <a:lnTo>
                    <a:pt x="1592301" y="3280798"/>
                  </a:lnTo>
                  <a:lnTo>
                    <a:pt x="1592395" y="3280798"/>
                  </a:lnTo>
                  <a:lnTo>
                    <a:pt x="1592490" y="3280798"/>
                  </a:lnTo>
                  <a:lnTo>
                    <a:pt x="1592584" y="3280798"/>
                  </a:lnTo>
                  <a:lnTo>
                    <a:pt x="1592678" y="3280798"/>
                  </a:lnTo>
                  <a:lnTo>
                    <a:pt x="1592772" y="3280798"/>
                  </a:lnTo>
                  <a:lnTo>
                    <a:pt x="1592866" y="3280798"/>
                  </a:lnTo>
                  <a:lnTo>
                    <a:pt x="1592960" y="3280798"/>
                  </a:lnTo>
                  <a:lnTo>
                    <a:pt x="1593055" y="3280798"/>
                  </a:lnTo>
                  <a:lnTo>
                    <a:pt x="1593149" y="3280798"/>
                  </a:lnTo>
                  <a:lnTo>
                    <a:pt x="1593243" y="3280798"/>
                  </a:lnTo>
                  <a:lnTo>
                    <a:pt x="1593337" y="3280798"/>
                  </a:lnTo>
                  <a:lnTo>
                    <a:pt x="1593431" y="3280798"/>
                  </a:lnTo>
                  <a:lnTo>
                    <a:pt x="1593525" y="3280798"/>
                  </a:lnTo>
                  <a:lnTo>
                    <a:pt x="1593619" y="3280798"/>
                  </a:lnTo>
                  <a:lnTo>
                    <a:pt x="1593714" y="3280798"/>
                  </a:lnTo>
                  <a:lnTo>
                    <a:pt x="1593808" y="3280798"/>
                  </a:lnTo>
                  <a:lnTo>
                    <a:pt x="1593902" y="3280798"/>
                  </a:lnTo>
                  <a:lnTo>
                    <a:pt x="1593996" y="3280798"/>
                  </a:lnTo>
                  <a:lnTo>
                    <a:pt x="1594090" y="3280798"/>
                  </a:lnTo>
                  <a:lnTo>
                    <a:pt x="1594184" y="3280798"/>
                  </a:lnTo>
                  <a:lnTo>
                    <a:pt x="1594279" y="3280798"/>
                  </a:lnTo>
                  <a:lnTo>
                    <a:pt x="1594373" y="3280798"/>
                  </a:lnTo>
                  <a:lnTo>
                    <a:pt x="1594467" y="3280798"/>
                  </a:lnTo>
                  <a:lnTo>
                    <a:pt x="1594561" y="3280798"/>
                  </a:lnTo>
                  <a:lnTo>
                    <a:pt x="1594655" y="3280798"/>
                  </a:lnTo>
                  <a:lnTo>
                    <a:pt x="1594749" y="3280798"/>
                  </a:lnTo>
                  <a:lnTo>
                    <a:pt x="1594843" y="3280798"/>
                  </a:lnTo>
                  <a:lnTo>
                    <a:pt x="1594938" y="3280798"/>
                  </a:lnTo>
                  <a:lnTo>
                    <a:pt x="1595032" y="3280798"/>
                  </a:lnTo>
                  <a:lnTo>
                    <a:pt x="1595032" y="3275887"/>
                  </a:lnTo>
                  <a:lnTo>
                    <a:pt x="1595126" y="3275887"/>
                  </a:lnTo>
                  <a:lnTo>
                    <a:pt x="1595220" y="3275887"/>
                  </a:lnTo>
                  <a:lnTo>
                    <a:pt x="1595314" y="3275887"/>
                  </a:lnTo>
                  <a:lnTo>
                    <a:pt x="1595408" y="3275887"/>
                  </a:lnTo>
                  <a:lnTo>
                    <a:pt x="1595408" y="3270975"/>
                  </a:lnTo>
                  <a:lnTo>
                    <a:pt x="1595502" y="3270975"/>
                  </a:lnTo>
                  <a:lnTo>
                    <a:pt x="1595597" y="3270975"/>
                  </a:lnTo>
                  <a:lnTo>
                    <a:pt x="1595691" y="3270975"/>
                  </a:lnTo>
                  <a:lnTo>
                    <a:pt x="1595785" y="3270975"/>
                  </a:lnTo>
                  <a:lnTo>
                    <a:pt x="1595879" y="3270975"/>
                  </a:lnTo>
                  <a:lnTo>
                    <a:pt x="1595973" y="3270975"/>
                  </a:lnTo>
                  <a:lnTo>
                    <a:pt x="1596067" y="3270975"/>
                  </a:lnTo>
                  <a:lnTo>
                    <a:pt x="1596162" y="3270975"/>
                  </a:lnTo>
                  <a:lnTo>
                    <a:pt x="1596256" y="3270975"/>
                  </a:lnTo>
                  <a:lnTo>
                    <a:pt x="1596350" y="3270975"/>
                  </a:lnTo>
                  <a:lnTo>
                    <a:pt x="1596444" y="3270975"/>
                  </a:lnTo>
                  <a:lnTo>
                    <a:pt x="1596538" y="3270975"/>
                  </a:lnTo>
                  <a:lnTo>
                    <a:pt x="1596632" y="3270975"/>
                  </a:lnTo>
                  <a:lnTo>
                    <a:pt x="1596726" y="3270975"/>
                  </a:lnTo>
                  <a:lnTo>
                    <a:pt x="1596821" y="3270975"/>
                  </a:lnTo>
                  <a:lnTo>
                    <a:pt x="1596915" y="3270975"/>
                  </a:lnTo>
                  <a:lnTo>
                    <a:pt x="1597009" y="3270975"/>
                  </a:lnTo>
                  <a:lnTo>
                    <a:pt x="1597103" y="3270975"/>
                  </a:lnTo>
                  <a:lnTo>
                    <a:pt x="1597197" y="3270975"/>
                  </a:lnTo>
                  <a:lnTo>
                    <a:pt x="1597197" y="3266064"/>
                  </a:lnTo>
                  <a:lnTo>
                    <a:pt x="1597291" y="3266064"/>
                  </a:lnTo>
                  <a:lnTo>
                    <a:pt x="1597386" y="3266064"/>
                  </a:lnTo>
                  <a:lnTo>
                    <a:pt x="1597480" y="3266064"/>
                  </a:lnTo>
                  <a:lnTo>
                    <a:pt x="1597574" y="3266064"/>
                  </a:lnTo>
                  <a:lnTo>
                    <a:pt x="1597668" y="3266064"/>
                  </a:lnTo>
                  <a:lnTo>
                    <a:pt x="1597762" y="3266064"/>
                  </a:lnTo>
                  <a:lnTo>
                    <a:pt x="1597856" y="3266064"/>
                  </a:lnTo>
                  <a:lnTo>
                    <a:pt x="1597950" y="3266064"/>
                  </a:lnTo>
                  <a:lnTo>
                    <a:pt x="1598045" y="3266064"/>
                  </a:lnTo>
                  <a:lnTo>
                    <a:pt x="1598139" y="3266064"/>
                  </a:lnTo>
                  <a:lnTo>
                    <a:pt x="1598233" y="3266064"/>
                  </a:lnTo>
                  <a:lnTo>
                    <a:pt x="1598233" y="3261152"/>
                  </a:lnTo>
                  <a:lnTo>
                    <a:pt x="1598327" y="3261152"/>
                  </a:lnTo>
                  <a:lnTo>
                    <a:pt x="1598421" y="3261152"/>
                  </a:lnTo>
                  <a:lnTo>
                    <a:pt x="1598515" y="3261152"/>
                  </a:lnTo>
                  <a:lnTo>
                    <a:pt x="1598610" y="3261152"/>
                  </a:lnTo>
                  <a:lnTo>
                    <a:pt x="1598704" y="3261152"/>
                  </a:lnTo>
                  <a:lnTo>
                    <a:pt x="1598798" y="3261152"/>
                  </a:lnTo>
                  <a:lnTo>
                    <a:pt x="1598892" y="3261152"/>
                  </a:lnTo>
                  <a:lnTo>
                    <a:pt x="1598986" y="3261152"/>
                  </a:lnTo>
                  <a:lnTo>
                    <a:pt x="1599080" y="3261152"/>
                  </a:lnTo>
                  <a:lnTo>
                    <a:pt x="1599174" y="3261152"/>
                  </a:lnTo>
                  <a:lnTo>
                    <a:pt x="1599269" y="3261152"/>
                  </a:lnTo>
                  <a:lnTo>
                    <a:pt x="1599363" y="3261152"/>
                  </a:lnTo>
                  <a:lnTo>
                    <a:pt x="1599457" y="3261152"/>
                  </a:lnTo>
                  <a:lnTo>
                    <a:pt x="1599551" y="3261152"/>
                  </a:lnTo>
                  <a:lnTo>
                    <a:pt x="1599645" y="3261152"/>
                  </a:lnTo>
                  <a:lnTo>
                    <a:pt x="1599739" y="3261152"/>
                  </a:lnTo>
                  <a:lnTo>
                    <a:pt x="1599833" y="3261152"/>
                  </a:lnTo>
                  <a:lnTo>
                    <a:pt x="1599928" y="3261152"/>
                  </a:lnTo>
                  <a:lnTo>
                    <a:pt x="1600022" y="3261152"/>
                  </a:lnTo>
                  <a:lnTo>
                    <a:pt x="1600116" y="3261152"/>
                  </a:lnTo>
                  <a:lnTo>
                    <a:pt x="1600210" y="3261152"/>
                  </a:lnTo>
                  <a:lnTo>
                    <a:pt x="1600304" y="3261152"/>
                  </a:lnTo>
                  <a:lnTo>
                    <a:pt x="1600398" y="3261152"/>
                  </a:lnTo>
                  <a:lnTo>
                    <a:pt x="1600493" y="3261152"/>
                  </a:lnTo>
                  <a:lnTo>
                    <a:pt x="1600587" y="3261152"/>
                  </a:lnTo>
                  <a:lnTo>
                    <a:pt x="1600681" y="3261152"/>
                  </a:lnTo>
                  <a:lnTo>
                    <a:pt x="1600775" y="3261152"/>
                  </a:lnTo>
                  <a:lnTo>
                    <a:pt x="1600869" y="3261152"/>
                  </a:lnTo>
                  <a:lnTo>
                    <a:pt x="1600963" y="3261152"/>
                  </a:lnTo>
                  <a:lnTo>
                    <a:pt x="1601057" y="3261152"/>
                  </a:lnTo>
                  <a:lnTo>
                    <a:pt x="1601152" y="3261152"/>
                  </a:lnTo>
                  <a:lnTo>
                    <a:pt x="1601246" y="3261152"/>
                  </a:lnTo>
                  <a:lnTo>
                    <a:pt x="1601340" y="3261152"/>
                  </a:lnTo>
                  <a:lnTo>
                    <a:pt x="1601434" y="3261152"/>
                  </a:lnTo>
                  <a:lnTo>
                    <a:pt x="1601528" y="3261152"/>
                  </a:lnTo>
                  <a:lnTo>
                    <a:pt x="1601622" y="3261152"/>
                  </a:lnTo>
                  <a:lnTo>
                    <a:pt x="1601717" y="3261152"/>
                  </a:lnTo>
                  <a:lnTo>
                    <a:pt x="1601811" y="3261152"/>
                  </a:lnTo>
                  <a:lnTo>
                    <a:pt x="1601905" y="3261152"/>
                  </a:lnTo>
                  <a:lnTo>
                    <a:pt x="1601999" y="3261152"/>
                  </a:lnTo>
                  <a:lnTo>
                    <a:pt x="1602093" y="3261152"/>
                  </a:lnTo>
                  <a:lnTo>
                    <a:pt x="1602187" y="3261152"/>
                  </a:lnTo>
                  <a:lnTo>
                    <a:pt x="1602281" y="3261152"/>
                  </a:lnTo>
                  <a:lnTo>
                    <a:pt x="1602376" y="3261152"/>
                  </a:lnTo>
                  <a:lnTo>
                    <a:pt x="1602470" y="3261152"/>
                  </a:lnTo>
                  <a:lnTo>
                    <a:pt x="1602564" y="3261152"/>
                  </a:lnTo>
                  <a:lnTo>
                    <a:pt x="1602658" y="3261152"/>
                  </a:lnTo>
                  <a:lnTo>
                    <a:pt x="1602752" y="3261152"/>
                  </a:lnTo>
                  <a:lnTo>
                    <a:pt x="1602846" y="3261152"/>
                  </a:lnTo>
                  <a:lnTo>
                    <a:pt x="1602941" y="3261152"/>
                  </a:lnTo>
                  <a:lnTo>
                    <a:pt x="1603035" y="3261152"/>
                  </a:lnTo>
                  <a:lnTo>
                    <a:pt x="1603129" y="3261152"/>
                  </a:lnTo>
                  <a:lnTo>
                    <a:pt x="1603223" y="3261152"/>
                  </a:lnTo>
                  <a:lnTo>
                    <a:pt x="1603317" y="3261152"/>
                  </a:lnTo>
                  <a:lnTo>
                    <a:pt x="1603411" y="3261152"/>
                  </a:lnTo>
                  <a:lnTo>
                    <a:pt x="1603505" y="3261152"/>
                  </a:lnTo>
                  <a:lnTo>
                    <a:pt x="1603600" y="3261152"/>
                  </a:lnTo>
                  <a:lnTo>
                    <a:pt x="1603694" y="3261152"/>
                  </a:lnTo>
                  <a:lnTo>
                    <a:pt x="1603788" y="3261152"/>
                  </a:lnTo>
                  <a:lnTo>
                    <a:pt x="1603882" y="3261152"/>
                  </a:lnTo>
                  <a:lnTo>
                    <a:pt x="1603976" y="3261152"/>
                  </a:lnTo>
                  <a:lnTo>
                    <a:pt x="1604070" y="3261152"/>
                  </a:lnTo>
                  <a:lnTo>
                    <a:pt x="1604164" y="3261152"/>
                  </a:lnTo>
                  <a:lnTo>
                    <a:pt x="1604259" y="3261152"/>
                  </a:lnTo>
                  <a:lnTo>
                    <a:pt x="1604353" y="3261152"/>
                  </a:lnTo>
                  <a:lnTo>
                    <a:pt x="1604447" y="3261152"/>
                  </a:lnTo>
                  <a:lnTo>
                    <a:pt x="1604541" y="3261152"/>
                  </a:lnTo>
                  <a:lnTo>
                    <a:pt x="1604635" y="3261152"/>
                  </a:lnTo>
                  <a:lnTo>
                    <a:pt x="1604729" y="3261152"/>
                  </a:lnTo>
                  <a:lnTo>
                    <a:pt x="1604824" y="3261152"/>
                  </a:lnTo>
                  <a:lnTo>
                    <a:pt x="1604918" y="3261152"/>
                  </a:lnTo>
                  <a:lnTo>
                    <a:pt x="1605012" y="3261152"/>
                  </a:lnTo>
                  <a:lnTo>
                    <a:pt x="1605106" y="3261152"/>
                  </a:lnTo>
                  <a:lnTo>
                    <a:pt x="1605200" y="3261152"/>
                  </a:lnTo>
                  <a:lnTo>
                    <a:pt x="1605294" y="3261152"/>
                  </a:lnTo>
                  <a:lnTo>
                    <a:pt x="1605388" y="3261152"/>
                  </a:lnTo>
                  <a:lnTo>
                    <a:pt x="1605483" y="3261152"/>
                  </a:lnTo>
                  <a:lnTo>
                    <a:pt x="1605577" y="3261152"/>
                  </a:lnTo>
                  <a:lnTo>
                    <a:pt x="1605671" y="3261152"/>
                  </a:lnTo>
                  <a:lnTo>
                    <a:pt x="1605765" y="3261152"/>
                  </a:lnTo>
                  <a:lnTo>
                    <a:pt x="1605859" y="3261152"/>
                  </a:lnTo>
                  <a:lnTo>
                    <a:pt x="1605953" y="3261152"/>
                  </a:lnTo>
                  <a:lnTo>
                    <a:pt x="1606048" y="3261152"/>
                  </a:lnTo>
                  <a:lnTo>
                    <a:pt x="1606142" y="3261152"/>
                  </a:lnTo>
                  <a:lnTo>
                    <a:pt x="1606236" y="3261152"/>
                  </a:lnTo>
                  <a:lnTo>
                    <a:pt x="1606330" y="3261152"/>
                  </a:lnTo>
                  <a:lnTo>
                    <a:pt x="1606424" y="3261152"/>
                  </a:lnTo>
                  <a:lnTo>
                    <a:pt x="1606518" y="3261152"/>
                  </a:lnTo>
                  <a:lnTo>
                    <a:pt x="1606612" y="3261152"/>
                  </a:lnTo>
                  <a:lnTo>
                    <a:pt x="1606707" y="3261152"/>
                  </a:lnTo>
                  <a:lnTo>
                    <a:pt x="1606801" y="3261152"/>
                  </a:lnTo>
                  <a:lnTo>
                    <a:pt x="1606895" y="3261152"/>
                  </a:lnTo>
                  <a:lnTo>
                    <a:pt x="1606989" y="3261152"/>
                  </a:lnTo>
                  <a:lnTo>
                    <a:pt x="1607083" y="3261152"/>
                  </a:lnTo>
                  <a:lnTo>
                    <a:pt x="1607177" y="3261152"/>
                  </a:lnTo>
                  <a:lnTo>
                    <a:pt x="1607272" y="3261152"/>
                  </a:lnTo>
                  <a:lnTo>
                    <a:pt x="1607366" y="3261152"/>
                  </a:lnTo>
                  <a:lnTo>
                    <a:pt x="1607460" y="3261152"/>
                  </a:lnTo>
                  <a:lnTo>
                    <a:pt x="1607554" y="3261152"/>
                  </a:lnTo>
                  <a:lnTo>
                    <a:pt x="1607648" y="3261152"/>
                  </a:lnTo>
                  <a:lnTo>
                    <a:pt x="1607742" y="3261152"/>
                  </a:lnTo>
                  <a:lnTo>
                    <a:pt x="1607836" y="3261152"/>
                  </a:lnTo>
                  <a:lnTo>
                    <a:pt x="1607931" y="3261152"/>
                  </a:lnTo>
                  <a:lnTo>
                    <a:pt x="1608025" y="3261152"/>
                  </a:lnTo>
                  <a:lnTo>
                    <a:pt x="1608119" y="3261152"/>
                  </a:lnTo>
                  <a:lnTo>
                    <a:pt x="1608213" y="3261152"/>
                  </a:lnTo>
                  <a:lnTo>
                    <a:pt x="1608307" y="3261152"/>
                  </a:lnTo>
                  <a:lnTo>
                    <a:pt x="1608401" y="3261152"/>
                  </a:lnTo>
                  <a:lnTo>
                    <a:pt x="1608495" y="3261152"/>
                  </a:lnTo>
                  <a:lnTo>
                    <a:pt x="1608590" y="3261152"/>
                  </a:lnTo>
                  <a:lnTo>
                    <a:pt x="1608684" y="3261152"/>
                  </a:lnTo>
                  <a:lnTo>
                    <a:pt x="1608778" y="3261152"/>
                  </a:lnTo>
                  <a:lnTo>
                    <a:pt x="1608872" y="3261152"/>
                  </a:lnTo>
                  <a:lnTo>
                    <a:pt x="1608966" y="3261152"/>
                  </a:lnTo>
                  <a:lnTo>
                    <a:pt x="1609060" y="3261152"/>
                  </a:lnTo>
                  <a:lnTo>
                    <a:pt x="1609155" y="3261152"/>
                  </a:lnTo>
                  <a:lnTo>
                    <a:pt x="1609249" y="3261152"/>
                  </a:lnTo>
                  <a:lnTo>
                    <a:pt x="1609343" y="3261152"/>
                  </a:lnTo>
                  <a:lnTo>
                    <a:pt x="1609437" y="3261152"/>
                  </a:lnTo>
                  <a:lnTo>
                    <a:pt x="1609531" y="3261152"/>
                  </a:lnTo>
                  <a:lnTo>
                    <a:pt x="1609625" y="3261152"/>
                  </a:lnTo>
                  <a:lnTo>
                    <a:pt x="1609719" y="3261152"/>
                  </a:lnTo>
                  <a:lnTo>
                    <a:pt x="1609814" y="3261152"/>
                  </a:lnTo>
                  <a:lnTo>
                    <a:pt x="1609908" y="3261152"/>
                  </a:lnTo>
                  <a:lnTo>
                    <a:pt x="1610002" y="3261152"/>
                  </a:lnTo>
                  <a:lnTo>
                    <a:pt x="1610096" y="3261152"/>
                  </a:lnTo>
                  <a:lnTo>
                    <a:pt x="1610190" y="3261152"/>
                  </a:lnTo>
                  <a:lnTo>
                    <a:pt x="1610284" y="3261152"/>
                  </a:lnTo>
                  <a:lnTo>
                    <a:pt x="1610379" y="3261152"/>
                  </a:lnTo>
                  <a:lnTo>
                    <a:pt x="1610473" y="3261152"/>
                  </a:lnTo>
                  <a:lnTo>
                    <a:pt x="1610567" y="3261152"/>
                  </a:lnTo>
                  <a:lnTo>
                    <a:pt x="1610661" y="3261152"/>
                  </a:lnTo>
                  <a:lnTo>
                    <a:pt x="1610755" y="3261152"/>
                  </a:lnTo>
                  <a:lnTo>
                    <a:pt x="1610849" y="3261152"/>
                  </a:lnTo>
                  <a:lnTo>
                    <a:pt x="1610943" y="3261152"/>
                  </a:lnTo>
                  <a:lnTo>
                    <a:pt x="1611038" y="3261152"/>
                  </a:lnTo>
                  <a:lnTo>
                    <a:pt x="1611132" y="3261152"/>
                  </a:lnTo>
                  <a:lnTo>
                    <a:pt x="1611226" y="3261152"/>
                  </a:lnTo>
                  <a:lnTo>
                    <a:pt x="1611320" y="3261152"/>
                  </a:lnTo>
                  <a:lnTo>
                    <a:pt x="1611414" y="3261152"/>
                  </a:lnTo>
                  <a:lnTo>
                    <a:pt x="1611508" y="3261152"/>
                  </a:lnTo>
                  <a:lnTo>
                    <a:pt x="1611603" y="3261152"/>
                  </a:lnTo>
                  <a:lnTo>
                    <a:pt x="1611697" y="3261152"/>
                  </a:lnTo>
                  <a:lnTo>
                    <a:pt x="1611791" y="3261152"/>
                  </a:lnTo>
                  <a:lnTo>
                    <a:pt x="1611885" y="3261152"/>
                  </a:lnTo>
                  <a:lnTo>
                    <a:pt x="1611979" y="3261152"/>
                  </a:lnTo>
                  <a:lnTo>
                    <a:pt x="1612073" y="3261152"/>
                  </a:lnTo>
                  <a:lnTo>
                    <a:pt x="1612167" y="3261152"/>
                  </a:lnTo>
                  <a:lnTo>
                    <a:pt x="1612262" y="3261152"/>
                  </a:lnTo>
                  <a:lnTo>
                    <a:pt x="1612356" y="3261152"/>
                  </a:lnTo>
                  <a:lnTo>
                    <a:pt x="1612450" y="3261152"/>
                  </a:lnTo>
                  <a:lnTo>
                    <a:pt x="1612544" y="3261152"/>
                  </a:lnTo>
                  <a:lnTo>
                    <a:pt x="1612638" y="3261152"/>
                  </a:lnTo>
                  <a:lnTo>
                    <a:pt x="1612732" y="3261152"/>
                  </a:lnTo>
                  <a:lnTo>
                    <a:pt x="1612826" y="3261152"/>
                  </a:lnTo>
                  <a:lnTo>
                    <a:pt x="1612921" y="3261152"/>
                  </a:lnTo>
                  <a:lnTo>
                    <a:pt x="1613015" y="3261152"/>
                  </a:lnTo>
                  <a:lnTo>
                    <a:pt x="1613109" y="3261152"/>
                  </a:lnTo>
                  <a:lnTo>
                    <a:pt x="1613203" y="3261152"/>
                  </a:lnTo>
                  <a:lnTo>
                    <a:pt x="1613297" y="3261152"/>
                  </a:lnTo>
                  <a:lnTo>
                    <a:pt x="1613391" y="3261152"/>
                  </a:lnTo>
                  <a:lnTo>
                    <a:pt x="1613486" y="3261152"/>
                  </a:lnTo>
                  <a:lnTo>
                    <a:pt x="1613580" y="3261152"/>
                  </a:lnTo>
                  <a:lnTo>
                    <a:pt x="1613674" y="3261152"/>
                  </a:lnTo>
                  <a:lnTo>
                    <a:pt x="1613768" y="3261152"/>
                  </a:lnTo>
                  <a:lnTo>
                    <a:pt x="1613862" y="3261152"/>
                  </a:lnTo>
                  <a:lnTo>
                    <a:pt x="1613956" y="3261152"/>
                  </a:lnTo>
                  <a:lnTo>
                    <a:pt x="1614050" y="3261152"/>
                  </a:lnTo>
                  <a:lnTo>
                    <a:pt x="1614145" y="3261152"/>
                  </a:lnTo>
                  <a:lnTo>
                    <a:pt x="1614239" y="3261152"/>
                  </a:lnTo>
                  <a:lnTo>
                    <a:pt x="1614333" y="3261152"/>
                  </a:lnTo>
                  <a:lnTo>
                    <a:pt x="1614427" y="3261152"/>
                  </a:lnTo>
                  <a:lnTo>
                    <a:pt x="1614521" y="3261152"/>
                  </a:lnTo>
                  <a:lnTo>
                    <a:pt x="1614615" y="3261152"/>
                  </a:lnTo>
                  <a:lnTo>
                    <a:pt x="1614710" y="3261152"/>
                  </a:lnTo>
                  <a:lnTo>
                    <a:pt x="1614710" y="3256241"/>
                  </a:lnTo>
                  <a:lnTo>
                    <a:pt x="1614804" y="3256241"/>
                  </a:lnTo>
                  <a:lnTo>
                    <a:pt x="1614898" y="3256241"/>
                  </a:lnTo>
                  <a:lnTo>
                    <a:pt x="1614992" y="3256241"/>
                  </a:lnTo>
                  <a:lnTo>
                    <a:pt x="1615086" y="3256241"/>
                  </a:lnTo>
                  <a:lnTo>
                    <a:pt x="1615180" y="3256241"/>
                  </a:lnTo>
                  <a:lnTo>
                    <a:pt x="1615274" y="3256241"/>
                  </a:lnTo>
                  <a:lnTo>
                    <a:pt x="1615369" y="3256241"/>
                  </a:lnTo>
                  <a:lnTo>
                    <a:pt x="1615463" y="3256241"/>
                  </a:lnTo>
                  <a:lnTo>
                    <a:pt x="1615557" y="3256241"/>
                  </a:lnTo>
                  <a:lnTo>
                    <a:pt x="1615651" y="3256241"/>
                  </a:lnTo>
                  <a:lnTo>
                    <a:pt x="1615745" y="3256241"/>
                  </a:lnTo>
                  <a:lnTo>
                    <a:pt x="1615839" y="3256241"/>
                  </a:lnTo>
                  <a:lnTo>
                    <a:pt x="1615934" y="3256241"/>
                  </a:lnTo>
                  <a:lnTo>
                    <a:pt x="1616028" y="3256241"/>
                  </a:lnTo>
                  <a:lnTo>
                    <a:pt x="1616122" y="3256241"/>
                  </a:lnTo>
                  <a:lnTo>
                    <a:pt x="1616216" y="3256241"/>
                  </a:lnTo>
                  <a:lnTo>
                    <a:pt x="1616310" y="3256241"/>
                  </a:lnTo>
                  <a:lnTo>
                    <a:pt x="1616404" y="3256241"/>
                  </a:lnTo>
                  <a:lnTo>
                    <a:pt x="1616498" y="3256241"/>
                  </a:lnTo>
                  <a:lnTo>
                    <a:pt x="1616593" y="3256241"/>
                  </a:lnTo>
                  <a:lnTo>
                    <a:pt x="1616687" y="3256241"/>
                  </a:lnTo>
                  <a:lnTo>
                    <a:pt x="1616781" y="3256241"/>
                  </a:lnTo>
                  <a:lnTo>
                    <a:pt x="1616875" y="3256241"/>
                  </a:lnTo>
                  <a:lnTo>
                    <a:pt x="1616969" y="3256241"/>
                  </a:lnTo>
                  <a:lnTo>
                    <a:pt x="1617063" y="3256241"/>
                  </a:lnTo>
                  <a:lnTo>
                    <a:pt x="1617157" y="3256241"/>
                  </a:lnTo>
                  <a:lnTo>
                    <a:pt x="1617252" y="3256241"/>
                  </a:lnTo>
                  <a:lnTo>
                    <a:pt x="1617346" y="3256241"/>
                  </a:lnTo>
                  <a:lnTo>
                    <a:pt x="1617440" y="3256241"/>
                  </a:lnTo>
                  <a:lnTo>
                    <a:pt x="1617534" y="3256241"/>
                  </a:lnTo>
                  <a:lnTo>
                    <a:pt x="1617628" y="3256241"/>
                  </a:lnTo>
                  <a:lnTo>
                    <a:pt x="1617722" y="3256241"/>
                  </a:lnTo>
                  <a:lnTo>
                    <a:pt x="1617817" y="3256241"/>
                  </a:lnTo>
                  <a:lnTo>
                    <a:pt x="1617911" y="3256241"/>
                  </a:lnTo>
                  <a:lnTo>
                    <a:pt x="1618005" y="3256241"/>
                  </a:lnTo>
                  <a:lnTo>
                    <a:pt x="1618099" y="3256241"/>
                  </a:lnTo>
                  <a:lnTo>
                    <a:pt x="1618193" y="3256241"/>
                  </a:lnTo>
                  <a:lnTo>
                    <a:pt x="1618287" y="3256241"/>
                  </a:lnTo>
                  <a:lnTo>
                    <a:pt x="1618381" y="3256241"/>
                  </a:lnTo>
                  <a:lnTo>
                    <a:pt x="1618476" y="3256241"/>
                  </a:lnTo>
                  <a:lnTo>
                    <a:pt x="1618570" y="3256241"/>
                  </a:lnTo>
                  <a:lnTo>
                    <a:pt x="1618664" y="3256241"/>
                  </a:lnTo>
                  <a:lnTo>
                    <a:pt x="1618758" y="3256241"/>
                  </a:lnTo>
                  <a:lnTo>
                    <a:pt x="1618852" y="3256241"/>
                  </a:lnTo>
                  <a:lnTo>
                    <a:pt x="1618946" y="3256241"/>
                  </a:lnTo>
                  <a:lnTo>
                    <a:pt x="1619041" y="3256241"/>
                  </a:lnTo>
                  <a:lnTo>
                    <a:pt x="1619135" y="3256241"/>
                  </a:lnTo>
                  <a:lnTo>
                    <a:pt x="1619229" y="3256241"/>
                  </a:lnTo>
                  <a:lnTo>
                    <a:pt x="1619323" y="3256241"/>
                  </a:lnTo>
                  <a:lnTo>
                    <a:pt x="1619417" y="3256241"/>
                  </a:lnTo>
                  <a:lnTo>
                    <a:pt x="1619511" y="3256241"/>
                  </a:lnTo>
                  <a:lnTo>
                    <a:pt x="1619605" y="3256241"/>
                  </a:lnTo>
                  <a:lnTo>
                    <a:pt x="1619700" y="3256241"/>
                  </a:lnTo>
                  <a:lnTo>
                    <a:pt x="1619794" y="3256241"/>
                  </a:lnTo>
                  <a:lnTo>
                    <a:pt x="1619888" y="3256241"/>
                  </a:lnTo>
                  <a:lnTo>
                    <a:pt x="1619982" y="3256241"/>
                  </a:lnTo>
                  <a:lnTo>
                    <a:pt x="1620076" y="3256241"/>
                  </a:lnTo>
                  <a:lnTo>
                    <a:pt x="1620170" y="3256241"/>
                  </a:lnTo>
                  <a:lnTo>
                    <a:pt x="1620265" y="3256241"/>
                  </a:lnTo>
                  <a:lnTo>
                    <a:pt x="1620359" y="3256241"/>
                  </a:lnTo>
                  <a:lnTo>
                    <a:pt x="1620453" y="3256241"/>
                  </a:lnTo>
                  <a:lnTo>
                    <a:pt x="1620547" y="3256241"/>
                  </a:lnTo>
                  <a:lnTo>
                    <a:pt x="1620641" y="3256241"/>
                  </a:lnTo>
                  <a:lnTo>
                    <a:pt x="1620735" y="3256241"/>
                  </a:lnTo>
                  <a:lnTo>
                    <a:pt x="1620829" y="3256241"/>
                  </a:lnTo>
                  <a:lnTo>
                    <a:pt x="1620924" y="3256241"/>
                  </a:lnTo>
                  <a:lnTo>
                    <a:pt x="1621018" y="3256241"/>
                  </a:lnTo>
                  <a:lnTo>
                    <a:pt x="1621112" y="3256241"/>
                  </a:lnTo>
                  <a:lnTo>
                    <a:pt x="1621206" y="3256241"/>
                  </a:lnTo>
                  <a:lnTo>
                    <a:pt x="1621300" y="3256241"/>
                  </a:lnTo>
                  <a:lnTo>
                    <a:pt x="1621394" y="3256241"/>
                  </a:lnTo>
                  <a:lnTo>
                    <a:pt x="1621489" y="3256241"/>
                  </a:lnTo>
                  <a:lnTo>
                    <a:pt x="1621583" y="3256241"/>
                  </a:lnTo>
                  <a:lnTo>
                    <a:pt x="1621677" y="3256241"/>
                  </a:lnTo>
                  <a:lnTo>
                    <a:pt x="1621771" y="3256241"/>
                  </a:lnTo>
                  <a:lnTo>
                    <a:pt x="1621865" y="3256241"/>
                  </a:lnTo>
                  <a:lnTo>
                    <a:pt x="1621959" y="3256241"/>
                  </a:lnTo>
                  <a:lnTo>
                    <a:pt x="1622053" y="3256241"/>
                  </a:lnTo>
                  <a:lnTo>
                    <a:pt x="1622148" y="3256241"/>
                  </a:lnTo>
                  <a:lnTo>
                    <a:pt x="1622242" y="3256241"/>
                  </a:lnTo>
                  <a:lnTo>
                    <a:pt x="1622336" y="3256241"/>
                  </a:lnTo>
                  <a:lnTo>
                    <a:pt x="1622430" y="3256241"/>
                  </a:lnTo>
                  <a:lnTo>
                    <a:pt x="1622524" y="3256241"/>
                  </a:lnTo>
                  <a:lnTo>
                    <a:pt x="1622618" y="3256241"/>
                  </a:lnTo>
                  <a:lnTo>
                    <a:pt x="1622712" y="3256241"/>
                  </a:lnTo>
                  <a:lnTo>
                    <a:pt x="1622807" y="3256241"/>
                  </a:lnTo>
                  <a:lnTo>
                    <a:pt x="1622901" y="3256241"/>
                  </a:lnTo>
                  <a:lnTo>
                    <a:pt x="1622995" y="3256241"/>
                  </a:lnTo>
                  <a:lnTo>
                    <a:pt x="1623089" y="3256241"/>
                  </a:lnTo>
                  <a:lnTo>
                    <a:pt x="1623183" y="3256241"/>
                  </a:lnTo>
                  <a:lnTo>
                    <a:pt x="1623183" y="3251330"/>
                  </a:lnTo>
                  <a:lnTo>
                    <a:pt x="1623277" y="3251330"/>
                  </a:lnTo>
                  <a:lnTo>
                    <a:pt x="1623372" y="3251330"/>
                  </a:lnTo>
                  <a:lnTo>
                    <a:pt x="1623466" y="3251330"/>
                  </a:lnTo>
                  <a:lnTo>
                    <a:pt x="1623560" y="3251330"/>
                  </a:lnTo>
                  <a:lnTo>
                    <a:pt x="1623654" y="3251330"/>
                  </a:lnTo>
                  <a:lnTo>
                    <a:pt x="1623748" y="3251330"/>
                  </a:lnTo>
                  <a:lnTo>
                    <a:pt x="1623842" y="3251330"/>
                  </a:lnTo>
                  <a:lnTo>
                    <a:pt x="1623936" y="3251330"/>
                  </a:lnTo>
                  <a:lnTo>
                    <a:pt x="1624031" y="3251330"/>
                  </a:lnTo>
                  <a:lnTo>
                    <a:pt x="1624125" y="3251330"/>
                  </a:lnTo>
                  <a:lnTo>
                    <a:pt x="1624219" y="3251330"/>
                  </a:lnTo>
                  <a:lnTo>
                    <a:pt x="1624313" y="3251330"/>
                  </a:lnTo>
                  <a:lnTo>
                    <a:pt x="1624407" y="3251330"/>
                  </a:lnTo>
                  <a:lnTo>
                    <a:pt x="1624407" y="3246418"/>
                  </a:lnTo>
                  <a:lnTo>
                    <a:pt x="1624501" y="3246418"/>
                  </a:lnTo>
                  <a:lnTo>
                    <a:pt x="1624596" y="3246418"/>
                  </a:lnTo>
                  <a:lnTo>
                    <a:pt x="1624690" y="3246418"/>
                  </a:lnTo>
                  <a:lnTo>
                    <a:pt x="1624784" y="3246418"/>
                  </a:lnTo>
                  <a:lnTo>
                    <a:pt x="1624878" y="3246418"/>
                  </a:lnTo>
                  <a:lnTo>
                    <a:pt x="1624972" y="3246418"/>
                  </a:lnTo>
                  <a:lnTo>
                    <a:pt x="1625066" y="3246418"/>
                  </a:lnTo>
                  <a:lnTo>
                    <a:pt x="1625160" y="3246418"/>
                  </a:lnTo>
                  <a:lnTo>
                    <a:pt x="1625255" y="3246418"/>
                  </a:lnTo>
                  <a:lnTo>
                    <a:pt x="1625349" y="3246418"/>
                  </a:lnTo>
                  <a:lnTo>
                    <a:pt x="1625443" y="3246418"/>
                  </a:lnTo>
                  <a:lnTo>
                    <a:pt x="1625537" y="3246418"/>
                  </a:lnTo>
                  <a:lnTo>
                    <a:pt x="1625631" y="3246418"/>
                  </a:lnTo>
                  <a:lnTo>
                    <a:pt x="1625725" y="3246418"/>
                  </a:lnTo>
                  <a:lnTo>
                    <a:pt x="1625820" y="3246418"/>
                  </a:lnTo>
                  <a:lnTo>
                    <a:pt x="1625914" y="3246418"/>
                  </a:lnTo>
                  <a:lnTo>
                    <a:pt x="1626008" y="3246418"/>
                  </a:lnTo>
                  <a:lnTo>
                    <a:pt x="1626102" y="3246418"/>
                  </a:lnTo>
                  <a:lnTo>
                    <a:pt x="1626196" y="3246418"/>
                  </a:lnTo>
                  <a:lnTo>
                    <a:pt x="1626290" y="3246418"/>
                  </a:lnTo>
                  <a:lnTo>
                    <a:pt x="1626384" y="3246418"/>
                  </a:lnTo>
                  <a:lnTo>
                    <a:pt x="1626479" y="3246418"/>
                  </a:lnTo>
                  <a:lnTo>
                    <a:pt x="1626573" y="3246418"/>
                  </a:lnTo>
                  <a:lnTo>
                    <a:pt x="1626667" y="3246418"/>
                  </a:lnTo>
                  <a:lnTo>
                    <a:pt x="1626761" y="3246418"/>
                  </a:lnTo>
                  <a:lnTo>
                    <a:pt x="1626855" y="3246418"/>
                  </a:lnTo>
                  <a:lnTo>
                    <a:pt x="1626949" y="3246418"/>
                  </a:lnTo>
                  <a:lnTo>
                    <a:pt x="1627043" y="3246418"/>
                  </a:lnTo>
                  <a:lnTo>
                    <a:pt x="1627138" y="3246418"/>
                  </a:lnTo>
                  <a:lnTo>
                    <a:pt x="1627138" y="3241507"/>
                  </a:lnTo>
                  <a:lnTo>
                    <a:pt x="1627232" y="3241507"/>
                  </a:lnTo>
                  <a:lnTo>
                    <a:pt x="1627326" y="3241507"/>
                  </a:lnTo>
                  <a:lnTo>
                    <a:pt x="1627420" y="3241507"/>
                  </a:lnTo>
                  <a:lnTo>
                    <a:pt x="1627514" y="3241507"/>
                  </a:lnTo>
                  <a:lnTo>
                    <a:pt x="1627608" y="3241507"/>
                  </a:lnTo>
                  <a:lnTo>
                    <a:pt x="1627703" y="3241507"/>
                  </a:lnTo>
                  <a:lnTo>
                    <a:pt x="1627797" y="3241507"/>
                  </a:lnTo>
                  <a:lnTo>
                    <a:pt x="1627891" y="3241507"/>
                  </a:lnTo>
                  <a:lnTo>
                    <a:pt x="1627985" y="3241507"/>
                  </a:lnTo>
                  <a:lnTo>
                    <a:pt x="1628079" y="3241507"/>
                  </a:lnTo>
                  <a:lnTo>
                    <a:pt x="1628173" y="3241507"/>
                  </a:lnTo>
                  <a:lnTo>
                    <a:pt x="1628267" y="3241507"/>
                  </a:lnTo>
                  <a:lnTo>
                    <a:pt x="1628362" y="3241507"/>
                  </a:lnTo>
                  <a:lnTo>
                    <a:pt x="1628456" y="3241507"/>
                  </a:lnTo>
                  <a:lnTo>
                    <a:pt x="1628550" y="3241507"/>
                  </a:lnTo>
                  <a:lnTo>
                    <a:pt x="1628644" y="3241507"/>
                  </a:lnTo>
                  <a:lnTo>
                    <a:pt x="1628738" y="3241507"/>
                  </a:lnTo>
                  <a:lnTo>
                    <a:pt x="1628832" y="3241507"/>
                  </a:lnTo>
                  <a:lnTo>
                    <a:pt x="1628927" y="3241507"/>
                  </a:lnTo>
                  <a:lnTo>
                    <a:pt x="1629021" y="3241507"/>
                  </a:lnTo>
                  <a:lnTo>
                    <a:pt x="1629115" y="3241507"/>
                  </a:lnTo>
                  <a:lnTo>
                    <a:pt x="1629209" y="3241507"/>
                  </a:lnTo>
                  <a:lnTo>
                    <a:pt x="1629303" y="3241507"/>
                  </a:lnTo>
                  <a:lnTo>
                    <a:pt x="1629397" y="3241507"/>
                  </a:lnTo>
                  <a:lnTo>
                    <a:pt x="1629491" y="3241507"/>
                  </a:lnTo>
                  <a:lnTo>
                    <a:pt x="1629586" y="3241507"/>
                  </a:lnTo>
                  <a:lnTo>
                    <a:pt x="1629680" y="3241507"/>
                  </a:lnTo>
                  <a:lnTo>
                    <a:pt x="1629774" y="3241507"/>
                  </a:lnTo>
                  <a:lnTo>
                    <a:pt x="1629868" y="3241507"/>
                  </a:lnTo>
                  <a:lnTo>
                    <a:pt x="1629962" y="3241507"/>
                  </a:lnTo>
                  <a:lnTo>
                    <a:pt x="1630056" y="3241507"/>
                  </a:lnTo>
                  <a:lnTo>
                    <a:pt x="1630151" y="3241507"/>
                  </a:lnTo>
                  <a:lnTo>
                    <a:pt x="1630245" y="3241507"/>
                  </a:lnTo>
                  <a:lnTo>
                    <a:pt x="1630339" y="3241507"/>
                  </a:lnTo>
                  <a:lnTo>
                    <a:pt x="1630433" y="3241507"/>
                  </a:lnTo>
                  <a:lnTo>
                    <a:pt x="1630527" y="3241507"/>
                  </a:lnTo>
                  <a:lnTo>
                    <a:pt x="1630621" y="3241507"/>
                  </a:lnTo>
                  <a:lnTo>
                    <a:pt x="1630715" y="3241507"/>
                  </a:lnTo>
                  <a:lnTo>
                    <a:pt x="1630810" y="3241507"/>
                  </a:lnTo>
                  <a:lnTo>
                    <a:pt x="1630904" y="3241507"/>
                  </a:lnTo>
                  <a:lnTo>
                    <a:pt x="1630998" y="3241507"/>
                  </a:lnTo>
                  <a:lnTo>
                    <a:pt x="1631092" y="3241507"/>
                  </a:lnTo>
                  <a:lnTo>
                    <a:pt x="1631186" y="3241507"/>
                  </a:lnTo>
                  <a:lnTo>
                    <a:pt x="1631280" y="3241507"/>
                  </a:lnTo>
                  <a:lnTo>
                    <a:pt x="1631374" y="3241507"/>
                  </a:lnTo>
                  <a:lnTo>
                    <a:pt x="1631469" y="3241507"/>
                  </a:lnTo>
                  <a:lnTo>
                    <a:pt x="1631563" y="3241507"/>
                  </a:lnTo>
                  <a:lnTo>
                    <a:pt x="1631657" y="3241507"/>
                  </a:lnTo>
                  <a:lnTo>
                    <a:pt x="1631751" y="3241507"/>
                  </a:lnTo>
                  <a:lnTo>
                    <a:pt x="1631845" y="3241507"/>
                  </a:lnTo>
                  <a:lnTo>
                    <a:pt x="1631939" y="3241507"/>
                  </a:lnTo>
                  <a:lnTo>
                    <a:pt x="1632034" y="3241507"/>
                  </a:lnTo>
                  <a:lnTo>
                    <a:pt x="1632128" y="3241507"/>
                  </a:lnTo>
                  <a:lnTo>
                    <a:pt x="1632222" y="3241507"/>
                  </a:lnTo>
                  <a:lnTo>
                    <a:pt x="1632316" y="3241507"/>
                  </a:lnTo>
                  <a:lnTo>
                    <a:pt x="1632410" y="3241507"/>
                  </a:lnTo>
                  <a:lnTo>
                    <a:pt x="1632504" y="3241507"/>
                  </a:lnTo>
                  <a:lnTo>
                    <a:pt x="1632598" y="3241507"/>
                  </a:lnTo>
                  <a:lnTo>
                    <a:pt x="1632693" y="3241507"/>
                  </a:lnTo>
                  <a:lnTo>
                    <a:pt x="1632787" y="3241507"/>
                  </a:lnTo>
                  <a:lnTo>
                    <a:pt x="1632881" y="3241507"/>
                  </a:lnTo>
                  <a:lnTo>
                    <a:pt x="1632975" y="3241507"/>
                  </a:lnTo>
                  <a:lnTo>
                    <a:pt x="1633069" y="3241507"/>
                  </a:lnTo>
                  <a:lnTo>
                    <a:pt x="1633163" y="3241507"/>
                  </a:lnTo>
                  <a:lnTo>
                    <a:pt x="1633258" y="3241507"/>
                  </a:lnTo>
                  <a:lnTo>
                    <a:pt x="1633352" y="3241507"/>
                  </a:lnTo>
                  <a:lnTo>
                    <a:pt x="1633446" y="3241507"/>
                  </a:lnTo>
                  <a:lnTo>
                    <a:pt x="1633540" y="3241507"/>
                  </a:lnTo>
                  <a:lnTo>
                    <a:pt x="1633634" y="3241507"/>
                  </a:lnTo>
                  <a:lnTo>
                    <a:pt x="1633728" y="3241507"/>
                  </a:lnTo>
                  <a:lnTo>
                    <a:pt x="1633822" y="3241507"/>
                  </a:lnTo>
                  <a:lnTo>
                    <a:pt x="1633917" y="3241507"/>
                  </a:lnTo>
                  <a:lnTo>
                    <a:pt x="1634011" y="3241507"/>
                  </a:lnTo>
                  <a:lnTo>
                    <a:pt x="1634105" y="3241507"/>
                  </a:lnTo>
                  <a:lnTo>
                    <a:pt x="1634199" y="3241507"/>
                  </a:lnTo>
                  <a:lnTo>
                    <a:pt x="1634293" y="3241507"/>
                  </a:lnTo>
                  <a:lnTo>
                    <a:pt x="1634387" y="3241507"/>
                  </a:lnTo>
                  <a:lnTo>
                    <a:pt x="1634482" y="3241507"/>
                  </a:lnTo>
                  <a:lnTo>
                    <a:pt x="1634576" y="3241507"/>
                  </a:lnTo>
                  <a:lnTo>
                    <a:pt x="1634670" y="3241507"/>
                  </a:lnTo>
                  <a:lnTo>
                    <a:pt x="1634764" y="3241507"/>
                  </a:lnTo>
                  <a:lnTo>
                    <a:pt x="1634858" y="3241507"/>
                  </a:lnTo>
                  <a:lnTo>
                    <a:pt x="1634952" y="3241507"/>
                  </a:lnTo>
                  <a:lnTo>
                    <a:pt x="1635046" y="3241507"/>
                  </a:lnTo>
                  <a:lnTo>
                    <a:pt x="1635141" y="3241507"/>
                  </a:lnTo>
                  <a:lnTo>
                    <a:pt x="1635235" y="3241507"/>
                  </a:lnTo>
                  <a:lnTo>
                    <a:pt x="1635329" y="3241507"/>
                  </a:lnTo>
                  <a:lnTo>
                    <a:pt x="1635423" y="3241507"/>
                  </a:lnTo>
                  <a:lnTo>
                    <a:pt x="1635517" y="3241507"/>
                  </a:lnTo>
                  <a:lnTo>
                    <a:pt x="1635611" y="3241507"/>
                  </a:lnTo>
                  <a:lnTo>
                    <a:pt x="1635705" y="3241507"/>
                  </a:lnTo>
                  <a:lnTo>
                    <a:pt x="1635800" y="3241507"/>
                  </a:lnTo>
                  <a:lnTo>
                    <a:pt x="1635894" y="3241507"/>
                  </a:lnTo>
                  <a:lnTo>
                    <a:pt x="1635988" y="3241507"/>
                  </a:lnTo>
                  <a:lnTo>
                    <a:pt x="1636082" y="3241507"/>
                  </a:lnTo>
                  <a:lnTo>
                    <a:pt x="1636176" y="3241507"/>
                  </a:lnTo>
                  <a:lnTo>
                    <a:pt x="1636270" y="3241507"/>
                  </a:lnTo>
                  <a:lnTo>
                    <a:pt x="1636365" y="3241507"/>
                  </a:lnTo>
                  <a:lnTo>
                    <a:pt x="1636459" y="3241507"/>
                  </a:lnTo>
                  <a:lnTo>
                    <a:pt x="1636553" y="3241507"/>
                  </a:lnTo>
                  <a:lnTo>
                    <a:pt x="1636647" y="3241507"/>
                  </a:lnTo>
                  <a:lnTo>
                    <a:pt x="1636741" y="3241507"/>
                  </a:lnTo>
                  <a:lnTo>
                    <a:pt x="1636835" y="3241507"/>
                  </a:lnTo>
                  <a:lnTo>
                    <a:pt x="1636929" y="3241507"/>
                  </a:lnTo>
                  <a:lnTo>
                    <a:pt x="1636929" y="3236596"/>
                  </a:lnTo>
                  <a:lnTo>
                    <a:pt x="1636929" y="3231684"/>
                  </a:lnTo>
                  <a:lnTo>
                    <a:pt x="1637024" y="3231684"/>
                  </a:lnTo>
                  <a:lnTo>
                    <a:pt x="1637118" y="3231684"/>
                  </a:lnTo>
                  <a:lnTo>
                    <a:pt x="1637212" y="3231684"/>
                  </a:lnTo>
                  <a:lnTo>
                    <a:pt x="1637306" y="3231684"/>
                  </a:lnTo>
                  <a:lnTo>
                    <a:pt x="1637400" y="3231684"/>
                  </a:lnTo>
                  <a:lnTo>
                    <a:pt x="1637494" y="3231684"/>
                  </a:lnTo>
                  <a:lnTo>
                    <a:pt x="1637589" y="3231684"/>
                  </a:lnTo>
                  <a:lnTo>
                    <a:pt x="1637683" y="3231684"/>
                  </a:lnTo>
                  <a:lnTo>
                    <a:pt x="1637777" y="3231684"/>
                  </a:lnTo>
                  <a:lnTo>
                    <a:pt x="1637871" y="3231684"/>
                  </a:lnTo>
                  <a:lnTo>
                    <a:pt x="1637965" y="3231684"/>
                  </a:lnTo>
                  <a:lnTo>
                    <a:pt x="1638059" y="3231684"/>
                  </a:lnTo>
                  <a:lnTo>
                    <a:pt x="1638153" y="3231684"/>
                  </a:lnTo>
                  <a:lnTo>
                    <a:pt x="1638248" y="3231684"/>
                  </a:lnTo>
                  <a:lnTo>
                    <a:pt x="1638342" y="3231684"/>
                  </a:lnTo>
                  <a:lnTo>
                    <a:pt x="1638436" y="3231684"/>
                  </a:lnTo>
                  <a:lnTo>
                    <a:pt x="1638530" y="3231684"/>
                  </a:lnTo>
                  <a:lnTo>
                    <a:pt x="1638624" y="3231684"/>
                  </a:lnTo>
                  <a:lnTo>
                    <a:pt x="1638718" y="3231684"/>
                  </a:lnTo>
                  <a:lnTo>
                    <a:pt x="1638813" y="3231684"/>
                  </a:lnTo>
                  <a:lnTo>
                    <a:pt x="1638907" y="3231684"/>
                  </a:lnTo>
                  <a:lnTo>
                    <a:pt x="1639001" y="3231684"/>
                  </a:lnTo>
                  <a:lnTo>
                    <a:pt x="1639095" y="3231684"/>
                  </a:lnTo>
                  <a:lnTo>
                    <a:pt x="1639189" y="3231684"/>
                  </a:lnTo>
                  <a:lnTo>
                    <a:pt x="1639283" y="3231684"/>
                  </a:lnTo>
                  <a:lnTo>
                    <a:pt x="1639377" y="3231684"/>
                  </a:lnTo>
                  <a:lnTo>
                    <a:pt x="1639472" y="3231684"/>
                  </a:lnTo>
                  <a:lnTo>
                    <a:pt x="1639566" y="3231684"/>
                  </a:lnTo>
                  <a:lnTo>
                    <a:pt x="1639660" y="3231684"/>
                  </a:lnTo>
                  <a:lnTo>
                    <a:pt x="1639754" y="3231684"/>
                  </a:lnTo>
                  <a:lnTo>
                    <a:pt x="1639848" y="3231684"/>
                  </a:lnTo>
                  <a:lnTo>
                    <a:pt x="1639942" y="3231684"/>
                  </a:lnTo>
                  <a:lnTo>
                    <a:pt x="1640036" y="3231684"/>
                  </a:lnTo>
                  <a:lnTo>
                    <a:pt x="1640131" y="3231684"/>
                  </a:lnTo>
                  <a:lnTo>
                    <a:pt x="1640225" y="3231684"/>
                  </a:lnTo>
                  <a:lnTo>
                    <a:pt x="1640225" y="3226773"/>
                  </a:lnTo>
                  <a:lnTo>
                    <a:pt x="1640319" y="3226773"/>
                  </a:lnTo>
                  <a:lnTo>
                    <a:pt x="1640413" y="3226773"/>
                  </a:lnTo>
                  <a:lnTo>
                    <a:pt x="1640507" y="3226773"/>
                  </a:lnTo>
                  <a:lnTo>
                    <a:pt x="1640601" y="3226773"/>
                  </a:lnTo>
                  <a:lnTo>
                    <a:pt x="1640696" y="3226773"/>
                  </a:lnTo>
                  <a:lnTo>
                    <a:pt x="1640696" y="3221861"/>
                  </a:lnTo>
                  <a:lnTo>
                    <a:pt x="1640790" y="3221861"/>
                  </a:lnTo>
                  <a:lnTo>
                    <a:pt x="1640884" y="3221861"/>
                  </a:lnTo>
                  <a:lnTo>
                    <a:pt x="1640978" y="3221861"/>
                  </a:lnTo>
                  <a:lnTo>
                    <a:pt x="1641072" y="3221861"/>
                  </a:lnTo>
                  <a:lnTo>
                    <a:pt x="1641166" y="3221861"/>
                  </a:lnTo>
                  <a:lnTo>
                    <a:pt x="1641260" y="3221861"/>
                  </a:lnTo>
                  <a:lnTo>
                    <a:pt x="1641355" y="3221861"/>
                  </a:lnTo>
                  <a:lnTo>
                    <a:pt x="1641449" y="3221861"/>
                  </a:lnTo>
                  <a:lnTo>
                    <a:pt x="1641543" y="3221861"/>
                  </a:lnTo>
                  <a:lnTo>
                    <a:pt x="1641637" y="3221861"/>
                  </a:lnTo>
                  <a:lnTo>
                    <a:pt x="1641731" y="3221861"/>
                  </a:lnTo>
                  <a:lnTo>
                    <a:pt x="1641825" y="3221861"/>
                  </a:lnTo>
                  <a:lnTo>
                    <a:pt x="1641920" y="3221861"/>
                  </a:lnTo>
                  <a:lnTo>
                    <a:pt x="1642014" y="3221861"/>
                  </a:lnTo>
                  <a:lnTo>
                    <a:pt x="1642108" y="3221861"/>
                  </a:lnTo>
                  <a:lnTo>
                    <a:pt x="1642202" y="3221861"/>
                  </a:lnTo>
                  <a:lnTo>
                    <a:pt x="1642296" y="3221861"/>
                  </a:lnTo>
                  <a:lnTo>
                    <a:pt x="1642390" y="3221861"/>
                  </a:lnTo>
                  <a:lnTo>
                    <a:pt x="1642484" y="3221861"/>
                  </a:lnTo>
                  <a:lnTo>
                    <a:pt x="1642484" y="3216950"/>
                  </a:lnTo>
                  <a:lnTo>
                    <a:pt x="1642579" y="3216950"/>
                  </a:lnTo>
                  <a:lnTo>
                    <a:pt x="1642673" y="3216950"/>
                  </a:lnTo>
                  <a:lnTo>
                    <a:pt x="1642767" y="3216950"/>
                  </a:lnTo>
                  <a:lnTo>
                    <a:pt x="1642861" y="3216950"/>
                  </a:lnTo>
                  <a:lnTo>
                    <a:pt x="1642955" y="3216950"/>
                  </a:lnTo>
                  <a:lnTo>
                    <a:pt x="1643049" y="3216950"/>
                  </a:lnTo>
                  <a:lnTo>
                    <a:pt x="1643049" y="3212039"/>
                  </a:lnTo>
                  <a:lnTo>
                    <a:pt x="1643144" y="3212039"/>
                  </a:lnTo>
                  <a:lnTo>
                    <a:pt x="1643238" y="3212039"/>
                  </a:lnTo>
                  <a:lnTo>
                    <a:pt x="1643332" y="3212039"/>
                  </a:lnTo>
                  <a:lnTo>
                    <a:pt x="1643426" y="3212039"/>
                  </a:lnTo>
                  <a:lnTo>
                    <a:pt x="1643520" y="3212039"/>
                  </a:lnTo>
                  <a:lnTo>
                    <a:pt x="1643614" y="3212039"/>
                  </a:lnTo>
                  <a:lnTo>
                    <a:pt x="1643708" y="3212039"/>
                  </a:lnTo>
                  <a:lnTo>
                    <a:pt x="1643803" y="3212039"/>
                  </a:lnTo>
                  <a:lnTo>
                    <a:pt x="1643897" y="3212039"/>
                  </a:lnTo>
                  <a:lnTo>
                    <a:pt x="1643991" y="3212039"/>
                  </a:lnTo>
                  <a:lnTo>
                    <a:pt x="1644085" y="3212039"/>
                  </a:lnTo>
                  <a:lnTo>
                    <a:pt x="1644179" y="3212039"/>
                  </a:lnTo>
                  <a:lnTo>
                    <a:pt x="1644179" y="3207127"/>
                  </a:lnTo>
                  <a:lnTo>
                    <a:pt x="1644273" y="3207127"/>
                  </a:lnTo>
                  <a:lnTo>
                    <a:pt x="1644367" y="3207127"/>
                  </a:lnTo>
                  <a:lnTo>
                    <a:pt x="1644462" y="3207127"/>
                  </a:lnTo>
                  <a:lnTo>
                    <a:pt x="1644556" y="3207127"/>
                  </a:lnTo>
                  <a:lnTo>
                    <a:pt x="1644650" y="3207127"/>
                  </a:lnTo>
                  <a:lnTo>
                    <a:pt x="1644744" y="3207127"/>
                  </a:lnTo>
                  <a:lnTo>
                    <a:pt x="1644838" y="3207127"/>
                  </a:lnTo>
                  <a:lnTo>
                    <a:pt x="1644932" y="3207127"/>
                  </a:lnTo>
                  <a:lnTo>
                    <a:pt x="1645027" y="3207127"/>
                  </a:lnTo>
                  <a:lnTo>
                    <a:pt x="1645121" y="3207127"/>
                  </a:lnTo>
                  <a:lnTo>
                    <a:pt x="1645215" y="3207127"/>
                  </a:lnTo>
                  <a:lnTo>
                    <a:pt x="1645309" y="3207127"/>
                  </a:lnTo>
                  <a:lnTo>
                    <a:pt x="1645403" y="3207127"/>
                  </a:lnTo>
                  <a:lnTo>
                    <a:pt x="1645497" y="3207127"/>
                  </a:lnTo>
                  <a:lnTo>
                    <a:pt x="1645591" y="3207127"/>
                  </a:lnTo>
                  <a:lnTo>
                    <a:pt x="1645686" y="3207127"/>
                  </a:lnTo>
                  <a:lnTo>
                    <a:pt x="1645780" y="3207127"/>
                  </a:lnTo>
                  <a:lnTo>
                    <a:pt x="1645874" y="3207127"/>
                  </a:lnTo>
                  <a:lnTo>
                    <a:pt x="1645968" y="3207127"/>
                  </a:lnTo>
                  <a:lnTo>
                    <a:pt x="1645968" y="3202216"/>
                  </a:lnTo>
                  <a:lnTo>
                    <a:pt x="1646062" y="3202216"/>
                  </a:lnTo>
                  <a:lnTo>
                    <a:pt x="1646156" y="3202216"/>
                  </a:lnTo>
                  <a:lnTo>
                    <a:pt x="1646251" y="3202216"/>
                  </a:lnTo>
                  <a:lnTo>
                    <a:pt x="1646345" y="3202216"/>
                  </a:lnTo>
                  <a:lnTo>
                    <a:pt x="1646439" y="3202216"/>
                  </a:lnTo>
                  <a:lnTo>
                    <a:pt x="1646533" y="3202216"/>
                  </a:lnTo>
                  <a:lnTo>
                    <a:pt x="1646627" y="3202216"/>
                  </a:lnTo>
                  <a:lnTo>
                    <a:pt x="1646721" y="3202216"/>
                  </a:lnTo>
                  <a:lnTo>
                    <a:pt x="1646815" y="3202216"/>
                  </a:lnTo>
                  <a:lnTo>
                    <a:pt x="1646815" y="3197305"/>
                  </a:lnTo>
                  <a:lnTo>
                    <a:pt x="1646910" y="3197305"/>
                  </a:lnTo>
                  <a:lnTo>
                    <a:pt x="1646910" y="3192393"/>
                  </a:lnTo>
                  <a:lnTo>
                    <a:pt x="1646910" y="3187482"/>
                  </a:lnTo>
                  <a:lnTo>
                    <a:pt x="1647004" y="3187482"/>
                  </a:lnTo>
                  <a:lnTo>
                    <a:pt x="1647098" y="3187482"/>
                  </a:lnTo>
                  <a:lnTo>
                    <a:pt x="1647192" y="3187482"/>
                  </a:lnTo>
                  <a:lnTo>
                    <a:pt x="1647286" y="3187482"/>
                  </a:lnTo>
                  <a:lnTo>
                    <a:pt x="1647380" y="3187482"/>
                  </a:lnTo>
                  <a:lnTo>
                    <a:pt x="1647475" y="3187482"/>
                  </a:lnTo>
                  <a:lnTo>
                    <a:pt x="1647569" y="3187482"/>
                  </a:lnTo>
                  <a:lnTo>
                    <a:pt x="1647663" y="3187482"/>
                  </a:lnTo>
                  <a:lnTo>
                    <a:pt x="1647757" y="3187482"/>
                  </a:lnTo>
                  <a:lnTo>
                    <a:pt x="1647851" y="3187482"/>
                  </a:lnTo>
                  <a:lnTo>
                    <a:pt x="1647945" y="3187482"/>
                  </a:lnTo>
                  <a:lnTo>
                    <a:pt x="1648039" y="3187482"/>
                  </a:lnTo>
                  <a:lnTo>
                    <a:pt x="1648134" y="3187482"/>
                  </a:lnTo>
                  <a:lnTo>
                    <a:pt x="1648228" y="3187482"/>
                  </a:lnTo>
                  <a:lnTo>
                    <a:pt x="1648322" y="3187482"/>
                  </a:lnTo>
                  <a:lnTo>
                    <a:pt x="1648416" y="3187482"/>
                  </a:lnTo>
                  <a:lnTo>
                    <a:pt x="1648510" y="3187482"/>
                  </a:lnTo>
                  <a:lnTo>
                    <a:pt x="1648604" y="3187482"/>
                  </a:lnTo>
                  <a:lnTo>
                    <a:pt x="1648698" y="3187482"/>
                  </a:lnTo>
                  <a:lnTo>
                    <a:pt x="1648793" y="3187482"/>
                  </a:lnTo>
                  <a:lnTo>
                    <a:pt x="1648887" y="3187482"/>
                  </a:lnTo>
                  <a:lnTo>
                    <a:pt x="1648981" y="3187482"/>
                  </a:lnTo>
                  <a:lnTo>
                    <a:pt x="1649075" y="3187482"/>
                  </a:lnTo>
                  <a:lnTo>
                    <a:pt x="1649169" y="3187482"/>
                  </a:lnTo>
                  <a:lnTo>
                    <a:pt x="1649263" y="3187482"/>
                  </a:lnTo>
                  <a:lnTo>
                    <a:pt x="1649358" y="3187482"/>
                  </a:lnTo>
                  <a:lnTo>
                    <a:pt x="1649452" y="3187482"/>
                  </a:lnTo>
                  <a:lnTo>
                    <a:pt x="1649546" y="3187482"/>
                  </a:lnTo>
                  <a:lnTo>
                    <a:pt x="1649640" y="3187482"/>
                  </a:lnTo>
                  <a:lnTo>
                    <a:pt x="1649734" y="3187482"/>
                  </a:lnTo>
                  <a:lnTo>
                    <a:pt x="1649828" y="3187482"/>
                  </a:lnTo>
                  <a:lnTo>
                    <a:pt x="1649922" y="3187482"/>
                  </a:lnTo>
                  <a:lnTo>
                    <a:pt x="1650017" y="3187482"/>
                  </a:lnTo>
                  <a:lnTo>
                    <a:pt x="1650111" y="3187482"/>
                  </a:lnTo>
                  <a:lnTo>
                    <a:pt x="1650205" y="3187482"/>
                  </a:lnTo>
                  <a:lnTo>
                    <a:pt x="1650299" y="3187482"/>
                  </a:lnTo>
                  <a:lnTo>
                    <a:pt x="1650393" y="3187482"/>
                  </a:lnTo>
                  <a:lnTo>
                    <a:pt x="1650487" y="3187482"/>
                  </a:lnTo>
                  <a:lnTo>
                    <a:pt x="1650582" y="3187482"/>
                  </a:lnTo>
                  <a:lnTo>
                    <a:pt x="1650582" y="3182570"/>
                  </a:lnTo>
                  <a:lnTo>
                    <a:pt x="1650676" y="3182570"/>
                  </a:lnTo>
                  <a:lnTo>
                    <a:pt x="1650770" y="3182570"/>
                  </a:lnTo>
                  <a:lnTo>
                    <a:pt x="1650864" y="3182570"/>
                  </a:lnTo>
                  <a:lnTo>
                    <a:pt x="1650958" y="3182570"/>
                  </a:lnTo>
                  <a:lnTo>
                    <a:pt x="1651052" y="3182570"/>
                  </a:lnTo>
                  <a:lnTo>
                    <a:pt x="1651146" y="3182570"/>
                  </a:lnTo>
                  <a:lnTo>
                    <a:pt x="1651241" y="3182570"/>
                  </a:lnTo>
                  <a:lnTo>
                    <a:pt x="1651335" y="3182570"/>
                  </a:lnTo>
                  <a:lnTo>
                    <a:pt x="1651429" y="3182570"/>
                  </a:lnTo>
                  <a:lnTo>
                    <a:pt x="1651523" y="3182570"/>
                  </a:lnTo>
                  <a:lnTo>
                    <a:pt x="1651617" y="3182570"/>
                  </a:lnTo>
                  <a:lnTo>
                    <a:pt x="1651711" y="3182570"/>
                  </a:lnTo>
                  <a:lnTo>
                    <a:pt x="1651806" y="3182570"/>
                  </a:lnTo>
                  <a:lnTo>
                    <a:pt x="1651900" y="3182570"/>
                  </a:lnTo>
                  <a:lnTo>
                    <a:pt x="1651994" y="3182570"/>
                  </a:lnTo>
                  <a:lnTo>
                    <a:pt x="1652088" y="3182570"/>
                  </a:lnTo>
                  <a:lnTo>
                    <a:pt x="1652182" y="3182570"/>
                  </a:lnTo>
                  <a:lnTo>
                    <a:pt x="1652276" y="3182570"/>
                  </a:lnTo>
                  <a:lnTo>
                    <a:pt x="1652370" y="3182570"/>
                  </a:lnTo>
                  <a:lnTo>
                    <a:pt x="1652465" y="3182570"/>
                  </a:lnTo>
                  <a:lnTo>
                    <a:pt x="1652559" y="3182570"/>
                  </a:lnTo>
                  <a:lnTo>
                    <a:pt x="1652653" y="3182570"/>
                  </a:lnTo>
                  <a:lnTo>
                    <a:pt x="1652747" y="3182570"/>
                  </a:lnTo>
                  <a:lnTo>
                    <a:pt x="1652841" y="3182570"/>
                  </a:lnTo>
                  <a:lnTo>
                    <a:pt x="1652935" y="3182570"/>
                  </a:lnTo>
                  <a:lnTo>
                    <a:pt x="1653029" y="3182570"/>
                  </a:lnTo>
                  <a:lnTo>
                    <a:pt x="1653124" y="3182570"/>
                  </a:lnTo>
                  <a:lnTo>
                    <a:pt x="1653218" y="3182570"/>
                  </a:lnTo>
                  <a:lnTo>
                    <a:pt x="1653312" y="3182570"/>
                  </a:lnTo>
                  <a:lnTo>
                    <a:pt x="1653406" y="3182570"/>
                  </a:lnTo>
                  <a:lnTo>
                    <a:pt x="1653500" y="3182570"/>
                  </a:lnTo>
                  <a:lnTo>
                    <a:pt x="1653594" y="3182570"/>
                  </a:lnTo>
                  <a:lnTo>
                    <a:pt x="1653689" y="3182570"/>
                  </a:lnTo>
                  <a:lnTo>
                    <a:pt x="1653783" y="3182570"/>
                  </a:lnTo>
                  <a:lnTo>
                    <a:pt x="1653877" y="3182570"/>
                  </a:lnTo>
                  <a:lnTo>
                    <a:pt x="1653971" y="3182570"/>
                  </a:lnTo>
                  <a:lnTo>
                    <a:pt x="1654065" y="3182570"/>
                  </a:lnTo>
                  <a:lnTo>
                    <a:pt x="1654159" y="3182570"/>
                  </a:lnTo>
                  <a:lnTo>
                    <a:pt x="1654253" y="3182570"/>
                  </a:lnTo>
                  <a:lnTo>
                    <a:pt x="1654348" y="3182570"/>
                  </a:lnTo>
                  <a:lnTo>
                    <a:pt x="1654442" y="3182570"/>
                  </a:lnTo>
                  <a:lnTo>
                    <a:pt x="1654536" y="3182570"/>
                  </a:lnTo>
                  <a:lnTo>
                    <a:pt x="1654630" y="3182570"/>
                  </a:lnTo>
                  <a:lnTo>
                    <a:pt x="1654724" y="3182570"/>
                  </a:lnTo>
                  <a:lnTo>
                    <a:pt x="1654818" y="3182570"/>
                  </a:lnTo>
                  <a:lnTo>
                    <a:pt x="1654913" y="3182570"/>
                  </a:lnTo>
                  <a:lnTo>
                    <a:pt x="1655007" y="3182570"/>
                  </a:lnTo>
                  <a:lnTo>
                    <a:pt x="1655101" y="3182570"/>
                  </a:lnTo>
                  <a:lnTo>
                    <a:pt x="1655195" y="3182570"/>
                  </a:lnTo>
                  <a:lnTo>
                    <a:pt x="1655289" y="3182570"/>
                  </a:lnTo>
                  <a:lnTo>
                    <a:pt x="1655383" y="3182570"/>
                  </a:lnTo>
                  <a:lnTo>
                    <a:pt x="1655477" y="3182570"/>
                  </a:lnTo>
                  <a:lnTo>
                    <a:pt x="1655572" y="3182570"/>
                  </a:lnTo>
                  <a:lnTo>
                    <a:pt x="1655666" y="3182570"/>
                  </a:lnTo>
                  <a:lnTo>
                    <a:pt x="1655760" y="3182570"/>
                  </a:lnTo>
                  <a:lnTo>
                    <a:pt x="1655854" y="3182570"/>
                  </a:lnTo>
                  <a:lnTo>
                    <a:pt x="1655948" y="3182570"/>
                  </a:lnTo>
                  <a:lnTo>
                    <a:pt x="1656042" y="3182570"/>
                  </a:lnTo>
                  <a:lnTo>
                    <a:pt x="1656137" y="3182570"/>
                  </a:lnTo>
                  <a:lnTo>
                    <a:pt x="1656231" y="3182570"/>
                  </a:lnTo>
                  <a:lnTo>
                    <a:pt x="1656325" y="3182570"/>
                  </a:lnTo>
                  <a:lnTo>
                    <a:pt x="1656419" y="3182570"/>
                  </a:lnTo>
                  <a:lnTo>
                    <a:pt x="1656513" y="3182570"/>
                  </a:lnTo>
                  <a:lnTo>
                    <a:pt x="1656607" y="3182570"/>
                  </a:lnTo>
                  <a:lnTo>
                    <a:pt x="1656701" y="3182570"/>
                  </a:lnTo>
                  <a:lnTo>
                    <a:pt x="1656796" y="3182570"/>
                  </a:lnTo>
                  <a:lnTo>
                    <a:pt x="1656890" y="3182570"/>
                  </a:lnTo>
                  <a:lnTo>
                    <a:pt x="1656984" y="3182570"/>
                  </a:lnTo>
                  <a:lnTo>
                    <a:pt x="1657078" y="3182570"/>
                  </a:lnTo>
                  <a:lnTo>
                    <a:pt x="1657172" y="3182570"/>
                  </a:lnTo>
                  <a:lnTo>
                    <a:pt x="1657266" y="3182570"/>
                  </a:lnTo>
                  <a:lnTo>
                    <a:pt x="1657360" y="3182570"/>
                  </a:lnTo>
                  <a:lnTo>
                    <a:pt x="1657455" y="3182570"/>
                  </a:lnTo>
                  <a:lnTo>
                    <a:pt x="1657549" y="3182570"/>
                  </a:lnTo>
                  <a:lnTo>
                    <a:pt x="1657643" y="3182570"/>
                  </a:lnTo>
                  <a:lnTo>
                    <a:pt x="1657737" y="3182570"/>
                  </a:lnTo>
                  <a:lnTo>
                    <a:pt x="1657831" y="3182570"/>
                  </a:lnTo>
                  <a:lnTo>
                    <a:pt x="1657925" y="3182570"/>
                  </a:lnTo>
                  <a:lnTo>
                    <a:pt x="1658020" y="3182570"/>
                  </a:lnTo>
                  <a:lnTo>
                    <a:pt x="1658114" y="3182570"/>
                  </a:lnTo>
                  <a:lnTo>
                    <a:pt x="1658208" y="3182570"/>
                  </a:lnTo>
                  <a:lnTo>
                    <a:pt x="1658302" y="3182570"/>
                  </a:lnTo>
                  <a:lnTo>
                    <a:pt x="1658396" y="3182570"/>
                  </a:lnTo>
                  <a:lnTo>
                    <a:pt x="1658490" y="3182570"/>
                  </a:lnTo>
                  <a:lnTo>
                    <a:pt x="1658584" y="3182570"/>
                  </a:lnTo>
                  <a:lnTo>
                    <a:pt x="1658584" y="3177659"/>
                  </a:lnTo>
                  <a:lnTo>
                    <a:pt x="1658679" y="3177659"/>
                  </a:lnTo>
                  <a:lnTo>
                    <a:pt x="1658773" y="3177659"/>
                  </a:lnTo>
                  <a:lnTo>
                    <a:pt x="1658867" y="3177659"/>
                  </a:lnTo>
                  <a:lnTo>
                    <a:pt x="1658961" y="3177659"/>
                  </a:lnTo>
                  <a:lnTo>
                    <a:pt x="1659055" y="3177659"/>
                  </a:lnTo>
                  <a:lnTo>
                    <a:pt x="1659149" y="3177659"/>
                  </a:lnTo>
                  <a:lnTo>
                    <a:pt x="1659244" y="3177659"/>
                  </a:lnTo>
                  <a:lnTo>
                    <a:pt x="1659338" y="3177659"/>
                  </a:lnTo>
                  <a:lnTo>
                    <a:pt x="1659338" y="3172748"/>
                  </a:lnTo>
                  <a:lnTo>
                    <a:pt x="1659432" y="3172748"/>
                  </a:lnTo>
                  <a:lnTo>
                    <a:pt x="1659526" y="3172748"/>
                  </a:lnTo>
                  <a:lnTo>
                    <a:pt x="1659620" y="3172748"/>
                  </a:lnTo>
                  <a:lnTo>
                    <a:pt x="1659620" y="3167836"/>
                  </a:lnTo>
                  <a:lnTo>
                    <a:pt x="1659714" y="3167836"/>
                  </a:lnTo>
                  <a:lnTo>
                    <a:pt x="1659808" y="3167836"/>
                  </a:lnTo>
                  <a:lnTo>
                    <a:pt x="1659903" y="3167836"/>
                  </a:lnTo>
                  <a:lnTo>
                    <a:pt x="1659997" y="3167836"/>
                  </a:lnTo>
                  <a:lnTo>
                    <a:pt x="1660091" y="3167836"/>
                  </a:lnTo>
                  <a:lnTo>
                    <a:pt x="1660185" y="3167836"/>
                  </a:lnTo>
                  <a:lnTo>
                    <a:pt x="1660279" y="3167836"/>
                  </a:lnTo>
                  <a:lnTo>
                    <a:pt x="1660373" y="3167836"/>
                  </a:lnTo>
                  <a:lnTo>
                    <a:pt x="1660468" y="3167836"/>
                  </a:lnTo>
                  <a:lnTo>
                    <a:pt x="1660562" y="3167836"/>
                  </a:lnTo>
                  <a:lnTo>
                    <a:pt x="1660656" y="3167836"/>
                  </a:lnTo>
                  <a:lnTo>
                    <a:pt x="1660750" y="3167836"/>
                  </a:lnTo>
                  <a:lnTo>
                    <a:pt x="1660844" y="3167836"/>
                  </a:lnTo>
                  <a:lnTo>
                    <a:pt x="1660938" y="3167836"/>
                  </a:lnTo>
                  <a:lnTo>
                    <a:pt x="1661032" y="3167836"/>
                  </a:lnTo>
                  <a:lnTo>
                    <a:pt x="1661127" y="3167836"/>
                  </a:lnTo>
                  <a:lnTo>
                    <a:pt x="1661221" y="3167836"/>
                  </a:lnTo>
                  <a:lnTo>
                    <a:pt x="1661315" y="3167836"/>
                  </a:lnTo>
                  <a:lnTo>
                    <a:pt x="1661409" y="3167836"/>
                  </a:lnTo>
                  <a:lnTo>
                    <a:pt x="1661503" y="3167836"/>
                  </a:lnTo>
                  <a:lnTo>
                    <a:pt x="1661597" y="3167836"/>
                  </a:lnTo>
                  <a:lnTo>
                    <a:pt x="1661691" y="3167836"/>
                  </a:lnTo>
                  <a:lnTo>
                    <a:pt x="1661786" y="3167836"/>
                  </a:lnTo>
                  <a:lnTo>
                    <a:pt x="1661880" y="3167836"/>
                  </a:lnTo>
                  <a:lnTo>
                    <a:pt x="1661974" y="3167836"/>
                  </a:lnTo>
                  <a:lnTo>
                    <a:pt x="1662068" y="3167836"/>
                  </a:lnTo>
                  <a:lnTo>
                    <a:pt x="1662162" y="3167836"/>
                  </a:lnTo>
                  <a:lnTo>
                    <a:pt x="1662256" y="3167836"/>
                  </a:lnTo>
                  <a:lnTo>
                    <a:pt x="1662351" y="3167836"/>
                  </a:lnTo>
                  <a:lnTo>
                    <a:pt x="1662445" y="3167836"/>
                  </a:lnTo>
                  <a:lnTo>
                    <a:pt x="1662539" y="3167836"/>
                  </a:lnTo>
                  <a:lnTo>
                    <a:pt x="1662633" y="3167836"/>
                  </a:lnTo>
                  <a:lnTo>
                    <a:pt x="1662727" y="3167836"/>
                  </a:lnTo>
                  <a:lnTo>
                    <a:pt x="1662821" y="3167836"/>
                  </a:lnTo>
                  <a:lnTo>
                    <a:pt x="1662915" y="3167836"/>
                  </a:lnTo>
                  <a:lnTo>
                    <a:pt x="1663010" y="3167836"/>
                  </a:lnTo>
                  <a:lnTo>
                    <a:pt x="1663104" y="3167836"/>
                  </a:lnTo>
                  <a:lnTo>
                    <a:pt x="1663198" y="3167836"/>
                  </a:lnTo>
                  <a:lnTo>
                    <a:pt x="1663292" y="3167836"/>
                  </a:lnTo>
                  <a:lnTo>
                    <a:pt x="1663292" y="3162925"/>
                  </a:lnTo>
                  <a:lnTo>
                    <a:pt x="1663386" y="3162925"/>
                  </a:lnTo>
                  <a:lnTo>
                    <a:pt x="1663480" y="3162925"/>
                  </a:lnTo>
                  <a:lnTo>
                    <a:pt x="1663575" y="3162925"/>
                  </a:lnTo>
                  <a:lnTo>
                    <a:pt x="1663669" y="3162925"/>
                  </a:lnTo>
                  <a:lnTo>
                    <a:pt x="1663763" y="3162925"/>
                  </a:lnTo>
                  <a:lnTo>
                    <a:pt x="1663857" y="3162925"/>
                  </a:lnTo>
                  <a:lnTo>
                    <a:pt x="1663951" y="3162925"/>
                  </a:lnTo>
                  <a:lnTo>
                    <a:pt x="1664045" y="3162925"/>
                  </a:lnTo>
                  <a:lnTo>
                    <a:pt x="1664139" y="3162925"/>
                  </a:lnTo>
                  <a:lnTo>
                    <a:pt x="1664234" y="3162925"/>
                  </a:lnTo>
                  <a:lnTo>
                    <a:pt x="1664328" y="3162925"/>
                  </a:lnTo>
                  <a:lnTo>
                    <a:pt x="1664422" y="3162925"/>
                  </a:lnTo>
                  <a:lnTo>
                    <a:pt x="1664516" y="3162925"/>
                  </a:lnTo>
                  <a:lnTo>
                    <a:pt x="1664610" y="3162925"/>
                  </a:lnTo>
                  <a:lnTo>
                    <a:pt x="1664704" y="3162925"/>
                  </a:lnTo>
                  <a:lnTo>
                    <a:pt x="1664799" y="3162925"/>
                  </a:lnTo>
                  <a:lnTo>
                    <a:pt x="1664893" y="3162925"/>
                  </a:lnTo>
                  <a:lnTo>
                    <a:pt x="1664987" y="3162925"/>
                  </a:lnTo>
                  <a:lnTo>
                    <a:pt x="1665081" y="3162925"/>
                  </a:lnTo>
                  <a:lnTo>
                    <a:pt x="1665175" y="3162925"/>
                  </a:lnTo>
                  <a:lnTo>
                    <a:pt x="1665269" y="3162925"/>
                  </a:lnTo>
                  <a:lnTo>
                    <a:pt x="1665363" y="3162925"/>
                  </a:lnTo>
                  <a:lnTo>
                    <a:pt x="1665458" y="3162925"/>
                  </a:lnTo>
                  <a:lnTo>
                    <a:pt x="1665552" y="3162925"/>
                  </a:lnTo>
                  <a:lnTo>
                    <a:pt x="1665646" y="3162925"/>
                  </a:lnTo>
                  <a:lnTo>
                    <a:pt x="1665740" y="3162925"/>
                  </a:lnTo>
                  <a:lnTo>
                    <a:pt x="1665834" y="3162925"/>
                  </a:lnTo>
                  <a:lnTo>
                    <a:pt x="1665928" y="3162925"/>
                  </a:lnTo>
                  <a:lnTo>
                    <a:pt x="1666022" y="3162925"/>
                  </a:lnTo>
                  <a:lnTo>
                    <a:pt x="1666117" y="3162925"/>
                  </a:lnTo>
                  <a:lnTo>
                    <a:pt x="1666211" y="3162925"/>
                  </a:lnTo>
                  <a:lnTo>
                    <a:pt x="1666305" y="3162925"/>
                  </a:lnTo>
                  <a:lnTo>
                    <a:pt x="1666399" y="3162925"/>
                  </a:lnTo>
                  <a:lnTo>
                    <a:pt x="1666493" y="3162925"/>
                  </a:lnTo>
                  <a:lnTo>
                    <a:pt x="1666587" y="3162925"/>
                  </a:lnTo>
                  <a:lnTo>
                    <a:pt x="1666682" y="3162925"/>
                  </a:lnTo>
                  <a:lnTo>
                    <a:pt x="1666776" y="3162925"/>
                  </a:lnTo>
                  <a:lnTo>
                    <a:pt x="1666870" y="3162925"/>
                  </a:lnTo>
                  <a:lnTo>
                    <a:pt x="1666964" y="3162925"/>
                  </a:lnTo>
                  <a:lnTo>
                    <a:pt x="1667058" y="3162925"/>
                  </a:lnTo>
                  <a:lnTo>
                    <a:pt x="1667152" y="3162925"/>
                  </a:lnTo>
                  <a:lnTo>
                    <a:pt x="1667246" y="3162925"/>
                  </a:lnTo>
                  <a:lnTo>
                    <a:pt x="1667341" y="3162925"/>
                  </a:lnTo>
                  <a:lnTo>
                    <a:pt x="1667435" y="3162925"/>
                  </a:lnTo>
                  <a:lnTo>
                    <a:pt x="1667529" y="3162925"/>
                  </a:lnTo>
                  <a:lnTo>
                    <a:pt x="1667623" y="3162925"/>
                  </a:lnTo>
                  <a:lnTo>
                    <a:pt x="1667623" y="3158014"/>
                  </a:lnTo>
                  <a:lnTo>
                    <a:pt x="1667717" y="3158014"/>
                  </a:lnTo>
                  <a:lnTo>
                    <a:pt x="1667811" y="3158014"/>
                  </a:lnTo>
                  <a:lnTo>
                    <a:pt x="1667906" y="3158014"/>
                  </a:lnTo>
                  <a:lnTo>
                    <a:pt x="1668000" y="3158014"/>
                  </a:lnTo>
                  <a:lnTo>
                    <a:pt x="1668094" y="3158014"/>
                  </a:lnTo>
                  <a:lnTo>
                    <a:pt x="1668188" y="3158014"/>
                  </a:lnTo>
                  <a:lnTo>
                    <a:pt x="1668282" y="3158014"/>
                  </a:lnTo>
                  <a:lnTo>
                    <a:pt x="1668282" y="3153102"/>
                  </a:lnTo>
                  <a:lnTo>
                    <a:pt x="1668376" y="3153102"/>
                  </a:lnTo>
                  <a:lnTo>
                    <a:pt x="1668470" y="3153102"/>
                  </a:lnTo>
                  <a:lnTo>
                    <a:pt x="1668565" y="3153102"/>
                  </a:lnTo>
                  <a:lnTo>
                    <a:pt x="1668659" y="3153102"/>
                  </a:lnTo>
                  <a:lnTo>
                    <a:pt x="1668753" y="3153102"/>
                  </a:lnTo>
                  <a:lnTo>
                    <a:pt x="1668847" y="3153102"/>
                  </a:lnTo>
                  <a:lnTo>
                    <a:pt x="1668941" y="3153102"/>
                  </a:lnTo>
                  <a:lnTo>
                    <a:pt x="1669035" y="3153102"/>
                  </a:lnTo>
                  <a:lnTo>
                    <a:pt x="1669130" y="3153102"/>
                  </a:lnTo>
                  <a:lnTo>
                    <a:pt x="1669224" y="3153102"/>
                  </a:lnTo>
                  <a:lnTo>
                    <a:pt x="1669318" y="3153102"/>
                  </a:lnTo>
                  <a:lnTo>
                    <a:pt x="1669412" y="3153102"/>
                  </a:lnTo>
                  <a:lnTo>
                    <a:pt x="1669506" y="3153102"/>
                  </a:lnTo>
                  <a:lnTo>
                    <a:pt x="1669600" y="3153102"/>
                  </a:lnTo>
                  <a:lnTo>
                    <a:pt x="1669600" y="3148191"/>
                  </a:lnTo>
                  <a:lnTo>
                    <a:pt x="1669694" y="3148191"/>
                  </a:lnTo>
                  <a:lnTo>
                    <a:pt x="1669789" y="3148191"/>
                  </a:lnTo>
                  <a:lnTo>
                    <a:pt x="1669883" y="3148191"/>
                  </a:lnTo>
                  <a:lnTo>
                    <a:pt x="1669977" y="3148191"/>
                  </a:lnTo>
                  <a:lnTo>
                    <a:pt x="1670071" y="3148191"/>
                  </a:lnTo>
                  <a:lnTo>
                    <a:pt x="1670165" y="3148191"/>
                  </a:lnTo>
                  <a:lnTo>
                    <a:pt x="1670165" y="3143279"/>
                  </a:lnTo>
                  <a:lnTo>
                    <a:pt x="1670259" y="3143279"/>
                  </a:lnTo>
                  <a:lnTo>
                    <a:pt x="1670353" y="3143279"/>
                  </a:lnTo>
                  <a:lnTo>
                    <a:pt x="1670448" y="3143279"/>
                  </a:lnTo>
                  <a:lnTo>
                    <a:pt x="1670542" y="3143279"/>
                  </a:lnTo>
                  <a:lnTo>
                    <a:pt x="1670636" y="3143279"/>
                  </a:lnTo>
                  <a:lnTo>
                    <a:pt x="1670730" y="3143279"/>
                  </a:lnTo>
                  <a:lnTo>
                    <a:pt x="1670824" y="3143279"/>
                  </a:lnTo>
                  <a:lnTo>
                    <a:pt x="1670918" y="3143279"/>
                  </a:lnTo>
                  <a:lnTo>
                    <a:pt x="1671013" y="3143279"/>
                  </a:lnTo>
                  <a:lnTo>
                    <a:pt x="1671107" y="3143279"/>
                  </a:lnTo>
                  <a:lnTo>
                    <a:pt x="1671201" y="3143279"/>
                  </a:lnTo>
                  <a:lnTo>
                    <a:pt x="1671295" y="3143279"/>
                  </a:lnTo>
                  <a:lnTo>
                    <a:pt x="1671389" y="3143279"/>
                  </a:lnTo>
                  <a:lnTo>
                    <a:pt x="1671483" y="3143279"/>
                  </a:lnTo>
                  <a:lnTo>
                    <a:pt x="1671577" y="3143279"/>
                  </a:lnTo>
                  <a:lnTo>
                    <a:pt x="1671672" y="3143279"/>
                  </a:lnTo>
                  <a:lnTo>
                    <a:pt x="1671672" y="3138368"/>
                  </a:lnTo>
                  <a:lnTo>
                    <a:pt x="1671766" y="3138368"/>
                  </a:lnTo>
                  <a:lnTo>
                    <a:pt x="1671860" y="3138368"/>
                  </a:lnTo>
                  <a:lnTo>
                    <a:pt x="1671954" y="3138368"/>
                  </a:lnTo>
                  <a:lnTo>
                    <a:pt x="1672048" y="3138368"/>
                  </a:lnTo>
                  <a:lnTo>
                    <a:pt x="1672142" y="3138368"/>
                  </a:lnTo>
                  <a:lnTo>
                    <a:pt x="1672237" y="3138368"/>
                  </a:lnTo>
                  <a:lnTo>
                    <a:pt x="1672331" y="3138368"/>
                  </a:lnTo>
                  <a:lnTo>
                    <a:pt x="1672425" y="3138368"/>
                  </a:lnTo>
                  <a:lnTo>
                    <a:pt x="1672519" y="3138368"/>
                  </a:lnTo>
                  <a:lnTo>
                    <a:pt x="1672613" y="3138368"/>
                  </a:lnTo>
                  <a:lnTo>
                    <a:pt x="1672707" y="3138368"/>
                  </a:lnTo>
                  <a:lnTo>
                    <a:pt x="1672801" y="3138368"/>
                  </a:lnTo>
                  <a:lnTo>
                    <a:pt x="1672896" y="3138368"/>
                  </a:lnTo>
                  <a:lnTo>
                    <a:pt x="1672990" y="3138368"/>
                  </a:lnTo>
                  <a:lnTo>
                    <a:pt x="1673084" y="3138368"/>
                  </a:lnTo>
                  <a:lnTo>
                    <a:pt x="1673178" y="3138368"/>
                  </a:lnTo>
                  <a:lnTo>
                    <a:pt x="1673272" y="3138368"/>
                  </a:lnTo>
                  <a:lnTo>
                    <a:pt x="1673366" y="3138368"/>
                  </a:lnTo>
                  <a:lnTo>
                    <a:pt x="1673461" y="3138368"/>
                  </a:lnTo>
                  <a:lnTo>
                    <a:pt x="1673555" y="3138368"/>
                  </a:lnTo>
                  <a:lnTo>
                    <a:pt x="1673649" y="3138368"/>
                  </a:lnTo>
                  <a:lnTo>
                    <a:pt x="1673743" y="3138368"/>
                  </a:lnTo>
                  <a:lnTo>
                    <a:pt x="1673837" y="3138368"/>
                  </a:lnTo>
                  <a:lnTo>
                    <a:pt x="1673931" y="3138368"/>
                  </a:lnTo>
                  <a:lnTo>
                    <a:pt x="1674025" y="3138368"/>
                  </a:lnTo>
                  <a:lnTo>
                    <a:pt x="1674120" y="3138368"/>
                  </a:lnTo>
                  <a:lnTo>
                    <a:pt x="1674214" y="3138368"/>
                  </a:lnTo>
                  <a:lnTo>
                    <a:pt x="1674308" y="3138368"/>
                  </a:lnTo>
                  <a:lnTo>
                    <a:pt x="1674402" y="3138368"/>
                  </a:lnTo>
                  <a:lnTo>
                    <a:pt x="1674496" y="3138368"/>
                  </a:lnTo>
                  <a:lnTo>
                    <a:pt x="1674590" y="3138368"/>
                  </a:lnTo>
                  <a:lnTo>
                    <a:pt x="1674684" y="3138368"/>
                  </a:lnTo>
                  <a:lnTo>
                    <a:pt x="1674779" y="3138368"/>
                  </a:lnTo>
                  <a:lnTo>
                    <a:pt x="1674873" y="3138368"/>
                  </a:lnTo>
                  <a:lnTo>
                    <a:pt x="1674967" y="3138368"/>
                  </a:lnTo>
                  <a:lnTo>
                    <a:pt x="1675061" y="3138368"/>
                  </a:lnTo>
                  <a:lnTo>
                    <a:pt x="1675155" y="3138368"/>
                  </a:lnTo>
                  <a:lnTo>
                    <a:pt x="1675249" y="3138368"/>
                  </a:lnTo>
                  <a:lnTo>
                    <a:pt x="1675344" y="3138368"/>
                  </a:lnTo>
                  <a:lnTo>
                    <a:pt x="1675438" y="3138368"/>
                  </a:lnTo>
                  <a:lnTo>
                    <a:pt x="1675532" y="3138368"/>
                  </a:lnTo>
                  <a:lnTo>
                    <a:pt x="1675626" y="3138368"/>
                  </a:lnTo>
                  <a:lnTo>
                    <a:pt x="1675720" y="3138368"/>
                  </a:lnTo>
                  <a:lnTo>
                    <a:pt x="1675814" y="3138368"/>
                  </a:lnTo>
                  <a:lnTo>
                    <a:pt x="1675908" y="3138368"/>
                  </a:lnTo>
                  <a:lnTo>
                    <a:pt x="1676003" y="3138368"/>
                  </a:lnTo>
                  <a:lnTo>
                    <a:pt x="1676097" y="3138368"/>
                  </a:lnTo>
                  <a:lnTo>
                    <a:pt x="1676191" y="3138368"/>
                  </a:lnTo>
                  <a:lnTo>
                    <a:pt x="1676285" y="3138368"/>
                  </a:lnTo>
                  <a:lnTo>
                    <a:pt x="1676379" y="3138368"/>
                  </a:lnTo>
                  <a:lnTo>
                    <a:pt x="1676473" y="3138368"/>
                  </a:lnTo>
                  <a:lnTo>
                    <a:pt x="1676568" y="3138368"/>
                  </a:lnTo>
                  <a:lnTo>
                    <a:pt x="1676662" y="3138368"/>
                  </a:lnTo>
                  <a:lnTo>
                    <a:pt x="1676756" y="3138368"/>
                  </a:lnTo>
                  <a:lnTo>
                    <a:pt x="1676756" y="3133457"/>
                  </a:lnTo>
                  <a:lnTo>
                    <a:pt x="1676850" y="3133457"/>
                  </a:lnTo>
                  <a:lnTo>
                    <a:pt x="1676944" y="3133457"/>
                  </a:lnTo>
                  <a:lnTo>
                    <a:pt x="1677038" y="3133457"/>
                  </a:lnTo>
                  <a:lnTo>
                    <a:pt x="1677132" y="3133457"/>
                  </a:lnTo>
                  <a:lnTo>
                    <a:pt x="1677227" y="3133457"/>
                  </a:lnTo>
                  <a:lnTo>
                    <a:pt x="1677321" y="3133457"/>
                  </a:lnTo>
                  <a:lnTo>
                    <a:pt x="1677415" y="3133457"/>
                  </a:lnTo>
                  <a:lnTo>
                    <a:pt x="1677509" y="3133457"/>
                  </a:lnTo>
                  <a:lnTo>
                    <a:pt x="1677603" y="3133457"/>
                  </a:lnTo>
                  <a:lnTo>
                    <a:pt x="1677697" y="3133457"/>
                  </a:lnTo>
                  <a:lnTo>
                    <a:pt x="1677792" y="3133457"/>
                  </a:lnTo>
                  <a:lnTo>
                    <a:pt x="1677886" y="3133457"/>
                  </a:lnTo>
                  <a:lnTo>
                    <a:pt x="1677980" y="3133457"/>
                  </a:lnTo>
                  <a:lnTo>
                    <a:pt x="1678074" y="3133457"/>
                  </a:lnTo>
                  <a:lnTo>
                    <a:pt x="1678168" y="3133457"/>
                  </a:lnTo>
                  <a:lnTo>
                    <a:pt x="1678262" y="3133457"/>
                  </a:lnTo>
                  <a:lnTo>
                    <a:pt x="1678356" y="3133457"/>
                  </a:lnTo>
                  <a:lnTo>
                    <a:pt x="1678451" y="3133457"/>
                  </a:lnTo>
                  <a:lnTo>
                    <a:pt x="1678545" y="3133457"/>
                  </a:lnTo>
                  <a:lnTo>
                    <a:pt x="1678639" y="3133457"/>
                  </a:lnTo>
                  <a:lnTo>
                    <a:pt x="1678733" y="3133457"/>
                  </a:lnTo>
                  <a:lnTo>
                    <a:pt x="1678827" y="3133457"/>
                  </a:lnTo>
                  <a:lnTo>
                    <a:pt x="1678921" y="3133457"/>
                  </a:lnTo>
                  <a:lnTo>
                    <a:pt x="1679015" y="3133457"/>
                  </a:lnTo>
                  <a:lnTo>
                    <a:pt x="1679110" y="3133457"/>
                  </a:lnTo>
                  <a:lnTo>
                    <a:pt x="1679204" y="3133457"/>
                  </a:lnTo>
                  <a:lnTo>
                    <a:pt x="1679298" y="3133457"/>
                  </a:lnTo>
                  <a:lnTo>
                    <a:pt x="1679392" y="3133457"/>
                  </a:lnTo>
                  <a:lnTo>
                    <a:pt x="1679486" y="3133457"/>
                  </a:lnTo>
                  <a:lnTo>
                    <a:pt x="1679580" y="3133457"/>
                  </a:lnTo>
                  <a:lnTo>
                    <a:pt x="1679675" y="3133457"/>
                  </a:lnTo>
                  <a:lnTo>
                    <a:pt x="1679769" y="3133457"/>
                  </a:lnTo>
                  <a:lnTo>
                    <a:pt x="1679863" y="3133457"/>
                  </a:lnTo>
                  <a:lnTo>
                    <a:pt x="1679957" y="3133457"/>
                  </a:lnTo>
                  <a:lnTo>
                    <a:pt x="1680051" y="3133457"/>
                  </a:lnTo>
                  <a:lnTo>
                    <a:pt x="1680145" y="3133457"/>
                  </a:lnTo>
                  <a:lnTo>
                    <a:pt x="1680239" y="3133457"/>
                  </a:lnTo>
                  <a:lnTo>
                    <a:pt x="1680334" y="3133457"/>
                  </a:lnTo>
                  <a:lnTo>
                    <a:pt x="1680428" y="3133457"/>
                  </a:lnTo>
                  <a:lnTo>
                    <a:pt x="1680522" y="3133457"/>
                  </a:lnTo>
                  <a:lnTo>
                    <a:pt x="1680616" y="3133457"/>
                  </a:lnTo>
                  <a:lnTo>
                    <a:pt x="1680710" y="3133457"/>
                  </a:lnTo>
                  <a:lnTo>
                    <a:pt x="1680804" y="3133457"/>
                  </a:lnTo>
                  <a:lnTo>
                    <a:pt x="1680899" y="3133457"/>
                  </a:lnTo>
                  <a:lnTo>
                    <a:pt x="1680993" y="3133457"/>
                  </a:lnTo>
                  <a:lnTo>
                    <a:pt x="1681087" y="3133457"/>
                  </a:lnTo>
                  <a:lnTo>
                    <a:pt x="1681181" y="3133457"/>
                  </a:lnTo>
                  <a:lnTo>
                    <a:pt x="1681181" y="3128545"/>
                  </a:lnTo>
                  <a:lnTo>
                    <a:pt x="1681275" y="3128545"/>
                  </a:lnTo>
                  <a:lnTo>
                    <a:pt x="1681369" y="3128545"/>
                  </a:lnTo>
                  <a:lnTo>
                    <a:pt x="1681463" y="3128545"/>
                  </a:lnTo>
                  <a:lnTo>
                    <a:pt x="1681558" y="3128545"/>
                  </a:lnTo>
                  <a:lnTo>
                    <a:pt x="1681652" y="3128545"/>
                  </a:lnTo>
                  <a:lnTo>
                    <a:pt x="1681746" y="3128545"/>
                  </a:lnTo>
                  <a:lnTo>
                    <a:pt x="1681840" y="3128545"/>
                  </a:lnTo>
                  <a:lnTo>
                    <a:pt x="1681934" y="3128545"/>
                  </a:lnTo>
                  <a:lnTo>
                    <a:pt x="1682028" y="3128545"/>
                  </a:lnTo>
                  <a:lnTo>
                    <a:pt x="1682123" y="3128545"/>
                  </a:lnTo>
                  <a:lnTo>
                    <a:pt x="1682217" y="3128545"/>
                  </a:lnTo>
                  <a:lnTo>
                    <a:pt x="1682311" y="3128545"/>
                  </a:lnTo>
                  <a:lnTo>
                    <a:pt x="1682405" y="3128545"/>
                  </a:lnTo>
                  <a:lnTo>
                    <a:pt x="1682499" y="3128545"/>
                  </a:lnTo>
                  <a:lnTo>
                    <a:pt x="1682593" y="3128545"/>
                  </a:lnTo>
                  <a:lnTo>
                    <a:pt x="1682687" y="3128545"/>
                  </a:lnTo>
                  <a:lnTo>
                    <a:pt x="1682782" y="3128545"/>
                  </a:lnTo>
                  <a:lnTo>
                    <a:pt x="1682876" y="3128545"/>
                  </a:lnTo>
                  <a:lnTo>
                    <a:pt x="1682970" y="3128545"/>
                  </a:lnTo>
                  <a:lnTo>
                    <a:pt x="1683064" y="3128545"/>
                  </a:lnTo>
                  <a:lnTo>
                    <a:pt x="1683158" y="3128545"/>
                  </a:lnTo>
                  <a:lnTo>
                    <a:pt x="1683252" y="3128545"/>
                  </a:lnTo>
                  <a:lnTo>
                    <a:pt x="1683346" y="3128545"/>
                  </a:lnTo>
                  <a:lnTo>
                    <a:pt x="1683441" y="3128545"/>
                  </a:lnTo>
                  <a:lnTo>
                    <a:pt x="1683535" y="3128545"/>
                  </a:lnTo>
                  <a:lnTo>
                    <a:pt x="1683629" y="3128545"/>
                  </a:lnTo>
                  <a:lnTo>
                    <a:pt x="1683723" y="3128545"/>
                  </a:lnTo>
                  <a:lnTo>
                    <a:pt x="1683817" y="3128545"/>
                  </a:lnTo>
                  <a:lnTo>
                    <a:pt x="1683911" y="3128545"/>
                  </a:lnTo>
                  <a:lnTo>
                    <a:pt x="1684006" y="3128545"/>
                  </a:lnTo>
                  <a:lnTo>
                    <a:pt x="1684100" y="3128545"/>
                  </a:lnTo>
                  <a:lnTo>
                    <a:pt x="1684194" y="3128545"/>
                  </a:lnTo>
                  <a:lnTo>
                    <a:pt x="1684288" y="3128545"/>
                  </a:lnTo>
                  <a:lnTo>
                    <a:pt x="1684382" y="3128545"/>
                  </a:lnTo>
                  <a:lnTo>
                    <a:pt x="1684476" y="3128545"/>
                  </a:lnTo>
                  <a:lnTo>
                    <a:pt x="1684570" y="3128545"/>
                  </a:lnTo>
                  <a:lnTo>
                    <a:pt x="1684665" y="3128545"/>
                  </a:lnTo>
                  <a:lnTo>
                    <a:pt x="1684759" y="3128545"/>
                  </a:lnTo>
                  <a:lnTo>
                    <a:pt x="1684853" y="3128545"/>
                  </a:lnTo>
                  <a:lnTo>
                    <a:pt x="1684947" y="3128545"/>
                  </a:lnTo>
                  <a:lnTo>
                    <a:pt x="1685041" y="3128545"/>
                  </a:lnTo>
                  <a:lnTo>
                    <a:pt x="1685135" y="3128545"/>
                  </a:lnTo>
                  <a:lnTo>
                    <a:pt x="1685230" y="3128545"/>
                  </a:lnTo>
                  <a:lnTo>
                    <a:pt x="1685324" y="3128545"/>
                  </a:lnTo>
                  <a:lnTo>
                    <a:pt x="1685418" y="3128545"/>
                  </a:lnTo>
                  <a:lnTo>
                    <a:pt x="1685512" y="3128545"/>
                  </a:lnTo>
                  <a:lnTo>
                    <a:pt x="1685606" y="3128545"/>
                  </a:lnTo>
                  <a:lnTo>
                    <a:pt x="1685606" y="3123634"/>
                  </a:lnTo>
                  <a:lnTo>
                    <a:pt x="1685700" y="3123634"/>
                  </a:lnTo>
                  <a:lnTo>
                    <a:pt x="1685794" y="3123634"/>
                  </a:lnTo>
                  <a:lnTo>
                    <a:pt x="1685794" y="3118723"/>
                  </a:lnTo>
                  <a:lnTo>
                    <a:pt x="1685889" y="3118723"/>
                  </a:lnTo>
                  <a:lnTo>
                    <a:pt x="1685983" y="3118723"/>
                  </a:lnTo>
                  <a:lnTo>
                    <a:pt x="1686077" y="3118723"/>
                  </a:lnTo>
                  <a:lnTo>
                    <a:pt x="1686171" y="3118723"/>
                  </a:lnTo>
                  <a:lnTo>
                    <a:pt x="1686265" y="3118723"/>
                  </a:lnTo>
                  <a:lnTo>
                    <a:pt x="1686359" y="3118723"/>
                  </a:lnTo>
                  <a:lnTo>
                    <a:pt x="1686454" y="3118723"/>
                  </a:lnTo>
                  <a:lnTo>
                    <a:pt x="1686548" y="3118723"/>
                  </a:lnTo>
                  <a:lnTo>
                    <a:pt x="1686642" y="3118723"/>
                  </a:lnTo>
                  <a:lnTo>
                    <a:pt x="1686736" y="3118723"/>
                  </a:lnTo>
                  <a:lnTo>
                    <a:pt x="1686830" y="3118723"/>
                  </a:lnTo>
                  <a:lnTo>
                    <a:pt x="1686924" y="3118723"/>
                  </a:lnTo>
                  <a:lnTo>
                    <a:pt x="1687018" y="3118723"/>
                  </a:lnTo>
                  <a:lnTo>
                    <a:pt x="1687113" y="3118723"/>
                  </a:lnTo>
                  <a:lnTo>
                    <a:pt x="1687207" y="3118723"/>
                  </a:lnTo>
                  <a:lnTo>
                    <a:pt x="1687301" y="3118723"/>
                  </a:lnTo>
                  <a:lnTo>
                    <a:pt x="1687395" y="3118723"/>
                  </a:lnTo>
                  <a:lnTo>
                    <a:pt x="1687489" y="3118723"/>
                  </a:lnTo>
                  <a:lnTo>
                    <a:pt x="1687583" y="3118723"/>
                  </a:lnTo>
                  <a:lnTo>
                    <a:pt x="1687677" y="3118723"/>
                  </a:lnTo>
                  <a:lnTo>
                    <a:pt x="1687772" y="3118723"/>
                  </a:lnTo>
                  <a:lnTo>
                    <a:pt x="1687866" y="3118723"/>
                  </a:lnTo>
                  <a:lnTo>
                    <a:pt x="1687960" y="3118723"/>
                  </a:lnTo>
                  <a:lnTo>
                    <a:pt x="1688054" y="3118723"/>
                  </a:lnTo>
                  <a:lnTo>
                    <a:pt x="1688148" y="3118723"/>
                  </a:lnTo>
                  <a:lnTo>
                    <a:pt x="1688242" y="3118723"/>
                  </a:lnTo>
                  <a:lnTo>
                    <a:pt x="1688337" y="3118723"/>
                  </a:lnTo>
                  <a:lnTo>
                    <a:pt x="1688431" y="3118723"/>
                  </a:lnTo>
                  <a:lnTo>
                    <a:pt x="1688525" y="3118723"/>
                  </a:lnTo>
                  <a:lnTo>
                    <a:pt x="1688619" y="3118723"/>
                  </a:lnTo>
                  <a:lnTo>
                    <a:pt x="1688713" y="3118723"/>
                  </a:lnTo>
                  <a:lnTo>
                    <a:pt x="1688807" y="3118723"/>
                  </a:lnTo>
                  <a:lnTo>
                    <a:pt x="1688901" y="3118723"/>
                  </a:lnTo>
                  <a:lnTo>
                    <a:pt x="1688996" y="3118723"/>
                  </a:lnTo>
                  <a:lnTo>
                    <a:pt x="1689090" y="3118723"/>
                  </a:lnTo>
                  <a:lnTo>
                    <a:pt x="1689184" y="3118723"/>
                  </a:lnTo>
                  <a:lnTo>
                    <a:pt x="1689278" y="3118723"/>
                  </a:lnTo>
                  <a:lnTo>
                    <a:pt x="1689372" y="3118723"/>
                  </a:lnTo>
                  <a:lnTo>
                    <a:pt x="1689466" y="3118723"/>
                  </a:lnTo>
                  <a:lnTo>
                    <a:pt x="1689561" y="3118723"/>
                  </a:lnTo>
                  <a:lnTo>
                    <a:pt x="1689655" y="3118723"/>
                  </a:lnTo>
                  <a:lnTo>
                    <a:pt x="1689749" y="3118723"/>
                  </a:lnTo>
                  <a:lnTo>
                    <a:pt x="1689843" y="3118723"/>
                  </a:lnTo>
                  <a:lnTo>
                    <a:pt x="1689937" y="3118723"/>
                  </a:lnTo>
                  <a:lnTo>
                    <a:pt x="1690031" y="3118723"/>
                  </a:lnTo>
                  <a:lnTo>
                    <a:pt x="1690125" y="3118723"/>
                  </a:lnTo>
                  <a:lnTo>
                    <a:pt x="1690220" y="3118723"/>
                  </a:lnTo>
                  <a:lnTo>
                    <a:pt x="1690314" y="3118723"/>
                  </a:lnTo>
                  <a:lnTo>
                    <a:pt x="1690408" y="3118723"/>
                  </a:lnTo>
                  <a:lnTo>
                    <a:pt x="1690502" y="3118723"/>
                  </a:lnTo>
                  <a:lnTo>
                    <a:pt x="1690596" y="3118723"/>
                  </a:lnTo>
                  <a:lnTo>
                    <a:pt x="1690690" y="3118723"/>
                  </a:lnTo>
                  <a:lnTo>
                    <a:pt x="1690785" y="3118723"/>
                  </a:lnTo>
                  <a:lnTo>
                    <a:pt x="1690879" y="3118723"/>
                  </a:lnTo>
                  <a:lnTo>
                    <a:pt x="1690973" y="3118723"/>
                  </a:lnTo>
                  <a:lnTo>
                    <a:pt x="1691067" y="3118723"/>
                  </a:lnTo>
                  <a:lnTo>
                    <a:pt x="1691161" y="3118723"/>
                  </a:lnTo>
                  <a:lnTo>
                    <a:pt x="1691255" y="3118723"/>
                  </a:lnTo>
                  <a:lnTo>
                    <a:pt x="1691349" y="3118723"/>
                  </a:lnTo>
                  <a:lnTo>
                    <a:pt x="1691444" y="3118723"/>
                  </a:lnTo>
                  <a:lnTo>
                    <a:pt x="1691538" y="3118723"/>
                  </a:lnTo>
                  <a:lnTo>
                    <a:pt x="1691632" y="3118723"/>
                  </a:lnTo>
                  <a:lnTo>
                    <a:pt x="1691726" y="3118723"/>
                  </a:lnTo>
                  <a:lnTo>
                    <a:pt x="1691820" y="3118723"/>
                  </a:lnTo>
                  <a:lnTo>
                    <a:pt x="1691914" y="3118723"/>
                  </a:lnTo>
                  <a:lnTo>
                    <a:pt x="1692008" y="3118723"/>
                  </a:lnTo>
                  <a:lnTo>
                    <a:pt x="1692103" y="3118723"/>
                  </a:lnTo>
                  <a:lnTo>
                    <a:pt x="1692197" y="3118723"/>
                  </a:lnTo>
                  <a:lnTo>
                    <a:pt x="1692291" y="3118723"/>
                  </a:lnTo>
                  <a:lnTo>
                    <a:pt x="1692385" y="3118723"/>
                  </a:lnTo>
                  <a:lnTo>
                    <a:pt x="1692479" y="3118723"/>
                  </a:lnTo>
                  <a:lnTo>
                    <a:pt x="1692573" y="3118723"/>
                  </a:lnTo>
                  <a:lnTo>
                    <a:pt x="1692668" y="3118723"/>
                  </a:lnTo>
                  <a:lnTo>
                    <a:pt x="1692762" y="3118723"/>
                  </a:lnTo>
                  <a:lnTo>
                    <a:pt x="1692762" y="3113811"/>
                  </a:lnTo>
                  <a:lnTo>
                    <a:pt x="1692856" y="3113811"/>
                  </a:lnTo>
                  <a:lnTo>
                    <a:pt x="1692950" y="3113811"/>
                  </a:lnTo>
                  <a:lnTo>
                    <a:pt x="1693044" y="3113811"/>
                  </a:lnTo>
                  <a:lnTo>
                    <a:pt x="1693138" y="3113811"/>
                  </a:lnTo>
                  <a:lnTo>
                    <a:pt x="1693232" y="3113811"/>
                  </a:lnTo>
                  <a:lnTo>
                    <a:pt x="1693327" y="3113811"/>
                  </a:lnTo>
                  <a:lnTo>
                    <a:pt x="1693421" y="3113811"/>
                  </a:lnTo>
                  <a:lnTo>
                    <a:pt x="1693515" y="3113811"/>
                  </a:lnTo>
                  <a:lnTo>
                    <a:pt x="1693609" y="3113811"/>
                  </a:lnTo>
                  <a:lnTo>
                    <a:pt x="1693703" y="3113811"/>
                  </a:lnTo>
                  <a:lnTo>
                    <a:pt x="1693797" y="3113811"/>
                  </a:lnTo>
                  <a:lnTo>
                    <a:pt x="1693892" y="3113811"/>
                  </a:lnTo>
                  <a:lnTo>
                    <a:pt x="1693986" y="3113811"/>
                  </a:lnTo>
                  <a:lnTo>
                    <a:pt x="1694080" y="3113811"/>
                  </a:lnTo>
                  <a:lnTo>
                    <a:pt x="1694174" y="3113811"/>
                  </a:lnTo>
                  <a:lnTo>
                    <a:pt x="1694268" y="3113811"/>
                  </a:lnTo>
                  <a:lnTo>
                    <a:pt x="1694362" y="3113811"/>
                  </a:lnTo>
                  <a:lnTo>
                    <a:pt x="1694456" y="3113811"/>
                  </a:lnTo>
                  <a:lnTo>
                    <a:pt x="1694551" y="3113811"/>
                  </a:lnTo>
                  <a:lnTo>
                    <a:pt x="1694645" y="3113811"/>
                  </a:lnTo>
                  <a:lnTo>
                    <a:pt x="1694739" y="3113811"/>
                  </a:lnTo>
                  <a:lnTo>
                    <a:pt x="1694833" y="3113811"/>
                  </a:lnTo>
                  <a:lnTo>
                    <a:pt x="1694927" y="3113811"/>
                  </a:lnTo>
                  <a:lnTo>
                    <a:pt x="1695021" y="3113811"/>
                  </a:lnTo>
                  <a:lnTo>
                    <a:pt x="1695116" y="3113811"/>
                  </a:lnTo>
                  <a:lnTo>
                    <a:pt x="1695116" y="3108900"/>
                  </a:lnTo>
                  <a:lnTo>
                    <a:pt x="1695210" y="3108900"/>
                  </a:lnTo>
                  <a:lnTo>
                    <a:pt x="1695304" y="3108900"/>
                  </a:lnTo>
                  <a:lnTo>
                    <a:pt x="1695398" y="3108900"/>
                  </a:lnTo>
                  <a:lnTo>
                    <a:pt x="1695492" y="3108900"/>
                  </a:lnTo>
                  <a:lnTo>
                    <a:pt x="1695586" y="3108900"/>
                  </a:lnTo>
                  <a:lnTo>
                    <a:pt x="1695680" y="3108900"/>
                  </a:lnTo>
                  <a:lnTo>
                    <a:pt x="1695775" y="3108900"/>
                  </a:lnTo>
                  <a:lnTo>
                    <a:pt x="1695775" y="3103988"/>
                  </a:lnTo>
                  <a:lnTo>
                    <a:pt x="1695869" y="3103988"/>
                  </a:lnTo>
                  <a:lnTo>
                    <a:pt x="1695963" y="3103988"/>
                  </a:lnTo>
                  <a:lnTo>
                    <a:pt x="1696057" y="3103988"/>
                  </a:lnTo>
                  <a:lnTo>
                    <a:pt x="1696151" y="3103988"/>
                  </a:lnTo>
                  <a:lnTo>
                    <a:pt x="1696245" y="3103988"/>
                  </a:lnTo>
                  <a:lnTo>
                    <a:pt x="1696339" y="3103988"/>
                  </a:lnTo>
                  <a:lnTo>
                    <a:pt x="1696434" y="3103988"/>
                  </a:lnTo>
                  <a:lnTo>
                    <a:pt x="1696528" y="3103988"/>
                  </a:lnTo>
                  <a:lnTo>
                    <a:pt x="1696622" y="3103988"/>
                  </a:lnTo>
                  <a:lnTo>
                    <a:pt x="1696716" y="3103988"/>
                  </a:lnTo>
                  <a:lnTo>
                    <a:pt x="1696810" y="3103988"/>
                  </a:lnTo>
                  <a:lnTo>
                    <a:pt x="1696904" y="3103988"/>
                  </a:lnTo>
                  <a:lnTo>
                    <a:pt x="1696999" y="3103988"/>
                  </a:lnTo>
                  <a:lnTo>
                    <a:pt x="1697093" y="3103988"/>
                  </a:lnTo>
                  <a:lnTo>
                    <a:pt x="1697187" y="3103988"/>
                  </a:lnTo>
                  <a:lnTo>
                    <a:pt x="1697281" y="3103988"/>
                  </a:lnTo>
                  <a:lnTo>
                    <a:pt x="1697375" y="3103988"/>
                  </a:lnTo>
                  <a:lnTo>
                    <a:pt x="1697469" y="3103988"/>
                  </a:lnTo>
                  <a:lnTo>
                    <a:pt x="1697563" y="3103988"/>
                  </a:lnTo>
                  <a:lnTo>
                    <a:pt x="1697658" y="3103988"/>
                  </a:lnTo>
                  <a:lnTo>
                    <a:pt x="1697752" y="3103988"/>
                  </a:lnTo>
                  <a:lnTo>
                    <a:pt x="1697846" y="3103988"/>
                  </a:lnTo>
                  <a:lnTo>
                    <a:pt x="1697940" y="3103988"/>
                  </a:lnTo>
                  <a:lnTo>
                    <a:pt x="1698034" y="3103988"/>
                  </a:lnTo>
                  <a:lnTo>
                    <a:pt x="1698128" y="3103988"/>
                  </a:lnTo>
                  <a:lnTo>
                    <a:pt x="1698223" y="3103988"/>
                  </a:lnTo>
                  <a:lnTo>
                    <a:pt x="1698317" y="3103988"/>
                  </a:lnTo>
                  <a:lnTo>
                    <a:pt x="1698411" y="3103988"/>
                  </a:lnTo>
                  <a:lnTo>
                    <a:pt x="1698505" y="3103988"/>
                  </a:lnTo>
                  <a:lnTo>
                    <a:pt x="1698599" y="3103988"/>
                  </a:lnTo>
                  <a:lnTo>
                    <a:pt x="1698693" y="3103988"/>
                  </a:lnTo>
                  <a:lnTo>
                    <a:pt x="1698787" y="3103988"/>
                  </a:lnTo>
                  <a:lnTo>
                    <a:pt x="1698882" y="3103988"/>
                  </a:lnTo>
                  <a:lnTo>
                    <a:pt x="1698882" y="3099077"/>
                  </a:lnTo>
                  <a:lnTo>
                    <a:pt x="1698976" y="3099077"/>
                  </a:lnTo>
                  <a:lnTo>
                    <a:pt x="1699070" y="3099077"/>
                  </a:lnTo>
                  <a:lnTo>
                    <a:pt x="1699164" y="3099077"/>
                  </a:lnTo>
                  <a:lnTo>
                    <a:pt x="1699258" y="3099077"/>
                  </a:lnTo>
                  <a:lnTo>
                    <a:pt x="1699352" y="3099077"/>
                  </a:lnTo>
                  <a:lnTo>
                    <a:pt x="1699447" y="3099077"/>
                  </a:lnTo>
                  <a:lnTo>
                    <a:pt x="1699541" y="3099077"/>
                  </a:lnTo>
                  <a:lnTo>
                    <a:pt x="1699635" y="3099077"/>
                  </a:lnTo>
                  <a:lnTo>
                    <a:pt x="1699729" y="3099077"/>
                  </a:lnTo>
                  <a:lnTo>
                    <a:pt x="1699823" y="3099077"/>
                  </a:lnTo>
                  <a:lnTo>
                    <a:pt x="1699917" y="3099077"/>
                  </a:lnTo>
                  <a:lnTo>
                    <a:pt x="1700011" y="3099077"/>
                  </a:lnTo>
                  <a:lnTo>
                    <a:pt x="1700106" y="3099077"/>
                  </a:lnTo>
                  <a:lnTo>
                    <a:pt x="1700200" y="3099077"/>
                  </a:lnTo>
                  <a:lnTo>
                    <a:pt x="1700294" y="3099077"/>
                  </a:lnTo>
                  <a:lnTo>
                    <a:pt x="1700388" y="3099077"/>
                  </a:lnTo>
                  <a:lnTo>
                    <a:pt x="1700482" y="3099077"/>
                  </a:lnTo>
                  <a:lnTo>
                    <a:pt x="1700576" y="3099077"/>
                  </a:lnTo>
                  <a:lnTo>
                    <a:pt x="1700670" y="3099077"/>
                  </a:lnTo>
                  <a:lnTo>
                    <a:pt x="1700765" y="3099077"/>
                  </a:lnTo>
                  <a:lnTo>
                    <a:pt x="1700765" y="3094166"/>
                  </a:lnTo>
                  <a:lnTo>
                    <a:pt x="1700859" y="3094166"/>
                  </a:lnTo>
                  <a:lnTo>
                    <a:pt x="1700953" y="3094166"/>
                  </a:lnTo>
                  <a:lnTo>
                    <a:pt x="1701047" y="3094166"/>
                  </a:lnTo>
                  <a:lnTo>
                    <a:pt x="1701141" y="3094166"/>
                  </a:lnTo>
                  <a:lnTo>
                    <a:pt x="1701235" y="3094166"/>
                  </a:lnTo>
                  <a:lnTo>
                    <a:pt x="1701330" y="3094166"/>
                  </a:lnTo>
                  <a:lnTo>
                    <a:pt x="1701424" y="3094166"/>
                  </a:lnTo>
                  <a:lnTo>
                    <a:pt x="1701518" y="3094166"/>
                  </a:lnTo>
                  <a:lnTo>
                    <a:pt x="1701612" y="3094166"/>
                  </a:lnTo>
                  <a:lnTo>
                    <a:pt x="1701706" y="3094166"/>
                  </a:lnTo>
                  <a:lnTo>
                    <a:pt x="1701800" y="3094166"/>
                  </a:lnTo>
                  <a:lnTo>
                    <a:pt x="1701894" y="3094166"/>
                  </a:lnTo>
                  <a:lnTo>
                    <a:pt x="1701989" y="3094166"/>
                  </a:lnTo>
                  <a:lnTo>
                    <a:pt x="1702083" y="3094166"/>
                  </a:lnTo>
                  <a:lnTo>
                    <a:pt x="1702177" y="3094166"/>
                  </a:lnTo>
                  <a:lnTo>
                    <a:pt x="1702271" y="3094166"/>
                  </a:lnTo>
                  <a:lnTo>
                    <a:pt x="1702365" y="3094166"/>
                  </a:lnTo>
                  <a:lnTo>
                    <a:pt x="1702459" y="3094166"/>
                  </a:lnTo>
                  <a:lnTo>
                    <a:pt x="1702554" y="3094166"/>
                  </a:lnTo>
                  <a:lnTo>
                    <a:pt x="1702648" y="3094166"/>
                  </a:lnTo>
                  <a:lnTo>
                    <a:pt x="1702742" y="3094166"/>
                  </a:lnTo>
                  <a:lnTo>
                    <a:pt x="1702836" y="3094166"/>
                  </a:lnTo>
                  <a:lnTo>
                    <a:pt x="1702930" y="3094166"/>
                  </a:lnTo>
                  <a:lnTo>
                    <a:pt x="1703024" y="3094166"/>
                  </a:lnTo>
                  <a:lnTo>
                    <a:pt x="1703118" y="3094166"/>
                  </a:lnTo>
                  <a:lnTo>
                    <a:pt x="1703213" y="3094166"/>
                  </a:lnTo>
                  <a:lnTo>
                    <a:pt x="1703307" y="3094166"/>
                  </a:lnTo>
                  <a:lnTo>
                    <a:pt x="1703401" y="3094166"/>
                  </a:lnTo>
                  <a:lnTo>
                    <a:pt x="1703401" y="3089254"/>
                  </a:lnTo>
                  <a:lnTo>
                    <a:pt x="1703495" y="3089254"/>
                  </a:lnTo>
                  <a:lnTo>
                    <a:pt x="1703589" y="3089254"/>
                  </a:lnTo>
                  <a:lnTo>
                    <a:pt x="1703589" y="3084343"/>
                  </a:lnTo>
                  <a:lnTo>
                    <a:pt x="1703683" y="3084343"/>
                  </a:lnTo>
                  <a:lnTo>
                    <a:pt x="1703778" y="3084343"/>
                  </a:lnTo>
                  <a:lnTo>
                    <a:pt x="1703872" y="3084343"/>
                  </a:lnTo>
                  <a:lnTo>
                    <a:pt x="1703966" y="3084343"/>
                  </a:lnTo>
                  <a:lnTo>
                    <a:pt x="1704060" y="3084343"/>
                  </a:lnTo>
                  <a:lnTo>
                    <a:pt x="1704060" y="3079432"/>
                  </a:lnTo>
                  <a:lnTo>
                    <a:pt x="1704154" y="3079432"/>
                  </a:lnTo>
                  <a:lnTo>
                    <a:pt x="1704248" y="3079432"/>
                  </a:lnTo>
                  <a:lnTo>
                    <a:pt x="1704342" y="3079432"/>
                  </a:lnTo>
                  <a:lnTo>
                    <a:pt x="1704437" y="3079432"/>
                  </a:lnTo>
                  <a:lnTo>
                    <a:pt x="1704531" y="3079432"/>
                  </a:lnTo>
                  <a:lnTo>
                    <a:pt x="1704625" y="3079432"/>
                  </a:lnTo>
                  <a:lnTo>
                    <a:pt x="1704719" y="3079432"/>
                  </a:lnTo>
                  <a:lnTo>
                    <a:pt x="1704813" y="3079432"/>
                  </a:lnTo>
                  <a:lnTo>
                    <a:pt x="1704907" y="3079432"/>
                  </a:lnTo>
                  <a:lnTo>
                    <a:pt x="1705001" y="3079432"/>
                  </a:lnTo>
                  <a:lnTo>
                    <a:pt x="1705001" y="3074520"/>
                  </a:lnTo>
                  <a:lnTo>
                    <a:pt x="1705096" y="3074520"/>
                  </a:lnTo>
                  <a:lnTo>
                    <a:pt x="1705190" y="3074520"/>
                  </a:lnTo>
                  <a:lnTo>
                    <a:pt x="1705284" y="3074520"/>
                  </a:lnTo>
                  <a:lnTo>
                    <a:pt x="1705378" y="3074520"/>
                  </a:lnTo>
                  <a:lnTo>
                    <a:pt x="1705472" y="3074520"/>
                  </a:lnTo>
                  <a:lnTo>
                    <a:pt x="1705566" y="3074520"/>
                  </a:lnTo>
                  <a:lnTo>
                    <a:pt x="1705661" y="3074520"/>
                  </a:lnTo>
                  <a:lnTo>
                    <a:pt x="1705755" y="3074520"/>
                  </a:lnTo>
                  <a:lnTo>
                    <a:pt x="1705849" y="3074520"/>
                  </a:lnTo>
                  <a:lnTo>
                    <a:pt x="1705943" y="3074520"/>
                  </a:lnTo>
                  <a:lnTo>
                    <a:pt x="1706037" y="3074520"/>
                  </a:lnTo>
                  <a:lnTo>
                    <a:pt x="1706131" y="3074520"/>
                  </a:lnTo>
                  <a:lnTo>
                    <a:pt x="1706225" y="3074520"/>
                  </a:lnTo>
                  <a:lnTo>
                    <a:pt x="1706320" y="3074520"/>
                  </a:lnTo>
                  <a:lnTo>
                    <a:pt x="1706414" y="3074520"/>
                  </a:lnTo>
                  <a:lnTo>
                    <a:pt x="1706508" y="3074520"/>
                  </a:lnTo>
                  <a:lnTo>
                    <a:pt x="1706602" y="3074520"/>
                  </a:lnTo>
                  <a:lnTo>
                    <a:pt x="1706696" y="3074520"/>
                  </a:lnTo>
                  <a:lnTo>
                    <a:pt x="1706790" y="3074520"/>
                  </a:lnTo>
                  <a:lnTo>
                    <a:pt x="1706885" y="3074520"/>
                  </a:lnTo>
                  <a:lnTo>
                    <a:pt x="1706979" y="3074520"/>
                  </a:lnTo>
                  <a:lnTo>
                    <a:pt x="1707073" y="3074520"/>
                  </a:lnTo>
                  <a:lnTo>
                    <a:pt x="1707167" y="3074520"/>
                  </a:lnTo>
                  <a:lnTo>
                    <a:pt x="1707261" y="3074520"/>
                  </a:lnTo>
                  <a:lnTo>
                    <a:pt x="1707355" y="3074520"/>
                  </a:lnTo>
                  <a:lnTo>
                    <a:pt x="1707449" y="3074520"/>
                  </a:lnTo>
                  <a:lnTo>
                    <a:pt x="1707544" y="3074520"/>
                  </a:lnTo>
                  <a:lnTo>
                    <a:pt x="1707638" y="3074520"/>
                  </a:lnTo>
                  <a:lnTo>
                    <a:pt x="1707732" y="3074520"/>
                  </a:lnTo>
                  <a:lnTo>
                    <a:pt x="1707826" y="3074520"/>
                  </a:lnTo>
                  <a:lnTo>
                    <a:pt x="1707920" y="3074520"/>
                  </a:lnTo>
                  <a:lnTo>
                    <a:pt x="1708014" y="3074520"/>
                  </a:lnTo>
                  <a:lnTo>
                    <a:pt x="1708109" y="3074520"/>
                  </a:lnTo>
                  <a:lnTo>
                    <a:pt x="1708203" y="3074520"/>
                  </a:lnTo>
                  <a:lnTo>
                    <a:pt x="1708297" y="3074520"/>
                  </a:lnTo>
                  <a:lnTo>
                    <a:pt x="1708391" y="3074520"/>
                  </a:lnTo>
                  <a:lnTo>
                    <a:pt x="1708485" y="3074520"/>
                  </a:lnTo>
                  <a:lnTo>
                    <a:pt x="1708579" y="3074520"/>
                  </a:lnTo>
                  <a:lnTo>
                    <a:pt x="1708673" y="3074520"/>
                  </a:lnTo>
                  <a:lnTo>
                    <a:pt x="1708673" y="3069609"/>
                  </a:lnTo>
                  <a:lnTo>
                    <a:pt x="1708768" y="3069609"/>
                  </a:lnTo>
                  <a:lnTo>
                    <a:pt x="1708862" y="3069609"/>
                  </a:lnTo>
                  <a:lnTo>
                    <a:pt x="1708956" y="3069609"/>
                  </a:lnTo>
                  <a:lnTo>
                    <a:pt x="1709050" y="3069609"/>
                  </a:lnTo>
                  <a:lnTo>
                    <a:pt x="1709144" y="3069609"/>
                  </a:lnTo>
                  <a:lnTo>
                    <a:pt x="1709238" y="3069609"/>
                  </a:lnTo>
                  <a:lnTo>
                    <a:pt x="1709332" y="3069609"/>
                  </a:lnTo>
                  <a:lnTo>
                    <a:pt x="1709427" y="3069609"/>
                  </a:lnTo>
                  <a:lnTo>
                    <a:pt x="1709521" y="3069609"/>
                  </a:lnTo>
                  <a:lnTo>
                    <a:pt x="1709615" y="3069609"/>
                  </a:lnTo>
                  <a:lnTo>
                    <a:pt x="1709709" y="3069609"/>
                  </a:lnTo>
                  <a:lnTo>
                    <a:pt x="1709803" y="3069609"/>
                  </a:lnTo>
                  <a:lnTo>
                    <a:pt x="1709897" y="3069609"/>
                  </a:lnTo>
                  <a:lnTo>
                    <a:pt x="1709992" y="3069609"/>
                  </a:lnTo>
                  <a:lnTo>
                    <a:pt x="1710086" y="3069609"/>
                  </a:lnTo>
                  <a:lnTo>
                    <a:pt x="1710180" y="3069609"/>
                  </a:lnTo>
                  <a:lnTo>
                    <a:pt x="1710274" y="3069609"/>
                  </a:lnTo>
                  <a:lnTo>
                    <a:pt x="1710368" y="3069609"/>
                  </a:lnTo>
                  <a:lnTo>
                    <a:pt x="1710462" y="3069609"/>
                  </a:lnTo>
                  <a:lnTo>
                    <a:pt x="1710556" y="3069609"/>
                  </a:lnTo>
                  <a:lnTo>
                    <a:pt x="1710651" y="3069609"/>
                  </a:lnTo>
                  <a:lnTo>
                    <a:pt x="1710745" y="3069609"/>
                  </a:lnTo>
                  <a:lnTo>
                    <a:pt x="1710839" y="3069609"/>
                  </a:lnTo>
                  <a:lnTo>
                    <a:pt x="1710933" y="3069609"/>
                  </a:lnTo>
                  <a:lnTo>
                    <a:pt x="1711027" y="3069609"/>
                  </a:lnTo>
                  <a:lnTo>
                    <a:pt x="1711121" y="3069609"/>
                  </a:lnTo>
                  <a:lnTo>
                    <a:pt x="1711216" y="3069609"/>
                  </a:lnTo>
                  <a:lnTo>
                    <a:pt x="1711310" y="3069609"/>
                  </a:lnTo>
                  <a:lnTo>
                    <a:pt x="1711404" y="3069609"/>
                  </a:lnTo>
                  <a:lnTo>
                    <a:pt x="1711498" y="3069609"/>
                  </a:lnTo>
                  <a:lnTo>
                    <a:pt x="1711592" y="3069609"/>
                  </a:lnTo>
                  <a:lnTo>
                    <a:pt x="1711686" y="3069609"/>
                  </a:lnTo>
                  <a:lnTo>
                    <a:pt x="1711780" y="3069609"/>
                  </a:lnTo>
                  <a:lnTo>
                    <a:pt x="1711875" y="3069609"/>
                  </a:lnTo>
                  <a:lnTo>
                    <a:pt x="1711969" y="3069609"/>
                  </a:lnTo>
                  <a:lnTo>
                    <a:pt x="1712063" y="3069609"/>
                  </a:lnTo>
                  <a:lnTo>
                    <a:pt x="1712157" y="3069609"/>
                  </a:lnTo>
                  <a:lnTo>
                    <a:pt x="1712251" y="3069609"/>
                  </a:lnTo>
                  <a:lnTo>
                    <a:pt x="1712345" y="3069609"/>
                  </a:lnTo>
                  <a:lnTo>
                    <a:pt x="1712440" y="3069609"/>
                  </a:lnTo>
                  <a:lnTo>
                    <a:pt x="1712534" y="3069609"/>
                  </a:lnTo>
                  <a:lnTo>
                    <a:pt x="1712628" y="3069609"/>
                  </a:lnTo>
                  <a:lnTo>
                    <a:pt x="1712722" y="3069609"/>
                  </a:lnTo>
                  <a:lnTo>
                    <a:pt x="1712816" y="3069609"/>
                  </a:lnTo>
                  <a:lnTo>
                    <a:pt x="1712910" y="3069609"/>
                  </a:lnTo>
                  <a:lnTo>
                    <a:pt x="1713004" y="3069609"/>
                  </a:lnTo>
                  <a:lnTo>
                    <a:pt x="1713099" y="3069609"/>
                  </a:lnTo>
                  <a:lnTo>
                    <a:pt x="1713193" y="3069609"/>
                  </a:lnTo>
                  <a:lnTo>
                    <a:pt x="1713287" y="3069609"/>
                  </a:lnTo>
                  <a:lnTo>
                    <a:pt x="1713381" y="3069609"/>
                  </a:lnTo>
                  <a:lnTo>
                    <a:pt x="1713475" y="3069609"/>
                  </a:lnTo>
                  <a:lnTo>
                    <a:pt x="1713569" y="3069609"/>
                  </a:lnTo>
                  <a:lnTo>
                    <a:pt x="1713663" y="3069609"/>
                  </a:lnTo>
                  <a:lnTo>
                    <a:pt x="1713758" y="3069609"/>
                  </a:lnTo>
                  <a:lnTo>
                    <a:pt x="1713852" y="3069609"/>
                  </a:lnTo>
                  <a:lnTo>
                    <a:pt x="1713946" y="3069609"/>
                  </a:lnTo>
                  <a:lnTo>
                    <a:pt x="1714040" y="3069609"/>
                  </a:lnTo>
                  <a:lnTo>
                    <a:pt x="1714134" y="3069609"/>
                  </a:lnTo>
                  <a:lnTo>
                    <a:pt x="1714228" y="3069609"/>
                  </a:lnTo>
                  <a:lnTo>
                    <a:pt x="1714323" y="3069609"/>
                  </a:lnTo>
                  <a:lnTo>
                    <a:pt x="1714417" y="3069609"/>
                  </a:lnTo>
                  <a:lnTo>
                    <a:pt x="1714511" y="3069609"/>
                  </a:lnTo>
                  <a:lnTo>
                    <a:pt x="1714605" y="3069609"/>
                  </a:lnTo>
                  <a:lnTo>
                    <a:pt x="1714699" y="3069609"/>
                  </a:lnTo>
                  <a:lnTo>
                    <a:pt x="1714793" y="3069609"/>
                  </a:lnTo>
                  <a:lnTo>
                    <a:pt x="1714887" y="3069609"/>
                  </a:lnTo>
                  <a:lnTo>
                    <a:pt x="1714982" y="3069609"/>
                  </a:lnTo>
                  <a:lnTo>
                    <a:pt x="1715076" y="3069609"/>
                  </a:lnTo>
                  <a:lnTo>
                    <a:pt x="1715170" y="3069609"/>
                  </a:lnTo>
                  <a:lnTo>
                    <a:pt x="1715264" y="3069609"/>
                  </a:lnTo>
                  <a:lnTo>
                    <a:pt x="1715358" y="3069609"/>
                  </a:lnTo>
                  <a:lnTo>
                    <a:pt x="1715452" y="3069609"/>
                  </a:lnTo>
                  <a:lnTo>
                    <a:pt x="1715547" y="3069609"/>
                  </a:lnTo>
                  <a:lnTo>
                    <a:pt x="1715547" y="3064697"/>
                  </a:lnTo>
                  <a:lnTo>
                    <a:pt x="1715641" y="3064697"/>
                  </a:lnTo>
                  <a:lnTo>
                    <a:pt x="1715735" y="3064697"/>
                  </a:lnTo>
                  <a:lnTo>
                    <a:pt x="1715829" y="3064697"/>
                  </a:lnTo>
                  <a:lnTo>
                    <a:pt x="1715923" y="3064697"/>
                  </a:lnTo>
                  <a:lnTo>
                    <a:pt x="1716017" y="3064697"/>
                  </a:lnTo>
                  <a:lnTo>
                    <a:pt x="1716111" y="3064697"/>
                  </a:lnTo>
                  <a:lnTo>
                    <a:pt x="1716206" y="3064697"/>
                  </a:lnTo>
                  <a:lnTo>
                    <a:pt x="1716300" y="3064697"/>
                  </a:lnTo>
                  <a:lnTo>
                    <a:pt x="1716394" y="3064697"/>
                  </a:lnTo>
                  <a:lnTo>
                    <a:pt x="1716488" y="3064697"/>
                  </a:lnTo>
                  <a:lnTo>
                    <a:pt x="1716582" y="3064697"/>
                  </a:lnTo>
                  <a:lnTo>
                    <a:pt x="1716676" y="3064697"/>
                  </a:lnTo>
                  <a:lnTo>
                    <a:pt x="1716771" y="3064697"/>
                  </a:lnTo>
                  <a:lnTo>
                    <a:pt x="1716865" y="3064697"/>
                  </a:lnTo>
                  <a:lnTo>
                    <a:pt x="1716959" y="3064697"/>
                  </a:lnTo>
                  <a:lnTo>
                    <a:pt x="1717053" y="3064697"/>
                  </a:lnTo>
                  <a:lnTo>
                    <a:pt x="1717147" y="3064697"/>
                  </a:lnTo>
                  <a:lnTo>
                    <a:pt x="1717241" y="3064697"/>
                  </a:lnTo>
                  <a:lnTo>
                    <a:pt x="1717335" y="3064697"/>
                  </a:lnTo>
                  <a:lnTo>
                    <a:pt x="1717430" y="3064697"/>
                  </a:lnTo>
                  <a:lnTo>
                    <a:pt x="1717524" y="3064697"/>
                  </a:lnTo>
                  <a:lnTo>
                    <a:pt x="1717524" y="3059786"/>
                  </a:lnTo>
                  <a:lnTo>
                    <a:pt x="1717618" y="3059786"/>
                  </a:lnTo>
                  <a:lnTo>
                    <a:pt x="1717712" y="3059786"/>
                  </a:lnTo>
                  <a:lnTo>
                    <a:pt x="1717806" y="3059786"/>
                  </a:lnTo>
                  <a:lnTo>
                    <a:pt x="1717900" y="3059786"/>
                  </a:lnTo>
                  <a:lnTo>
                    <a:pt x="1717994" y="3059786"/>
                  </a:lnTo>
                  <a:lnTo>
                    <a:pt x="1718089" y="3059786"/>
                  </a:lnTo>
                  <a:lnTo>
                    <a:pt x="1718183" y="3059786"/>
                  </a:lnTo>
                  <a:lnTo>
                    <a:pt x="1718277" y="3059786"/>
                  </a:lnTo>
                  <a:lnTo>
                    <a:pt x="1718371" y="3059786"/>
                  </a:lnTo>
                  <a:lnTo>
                    <a:pt x="1718465" y="3059786"/>
                  </a:lnTo>
                  <a:lnTo>
                    <a:pt x="1718559" y="3059786"/>
                  </a:lnTo>
                  <a:lnTo>
                    <a:pt x="1718654" y="3059786"/>
                  </a:lnTo>
                  <a:lnTo>
                    <a:pt x="1718748" y="3059786"/>
                  </a:lnTo>
                  <a:lnTo>
                    <a:pt x="1718842" y="3059786"/>
                  </a:lnTo>
                  <a:lnTo>
                    <a:pt x="1718936" y="3059786"/>
                  </a:lnTo>
                  <a:lnTo>
                    <a:pt x="1719030" y="3059786"/>
                  </a:lnTo>
                  <a:lnTo>
                    <a:pt x="1719124" y="3059786"/>
                  </a:lnTo>
                  <a:lnTo>
                    <a:pt x="1719124" y="3054875"/>
                  </a:lnTo>
                  <a:lnTo>
                    <a:pt x="1719218" y="3054875"/>
                  </a:lnTo>
                  <a:lnTo>
                    <a:pt x="1719313" y="3054875"/>
                  </a:lnTo>
                  <a:lnTo>
                    <a:pt x="1719407" y="3054875"/>
                  </a:lnTo>
                  <a:lnTo>
                    <a:pt x="1719501" y="3054875"/>
                  </a:lnTo>
                  <a:lnTo>
                    <a:pt x="1719595" y="3054875"/>
                  </a:lnTo>
                  <a:lnTo>
                    <a:pt x="1719689" y="3054875"/>
                  </a:lnTo>
                  <a:lnTo>
                    <a:pt x="1719783" y="3054875"/>
                  </a:lnTo>
                  <a:lnTo>
                    <a:pt x="1719878" y="3054875"/>
                  </a:lnTo>
                  <a:lnTo>
                    <a:pt x="1719972" y="3054875"/>
                  </a:lnTo>
                  <a:lnTo>
                    <a:pt x="1720066" y="3054875"/>
                  </a:lnTo>
                  <a:lnTo>
                    <a:pt x="1720160" y="3054875"/>
                  </a:lnTo>
                  <a:lnTo>
                    <a:pt x="1720254" y="3054875"/>
                  </a:lnTo>
                  <a:lnTo>
                    <a:pt x="1720348" y="3054875"/>
                  </a:lnTo>
                  <a:lnTo>
                    <a:pt x="1720442" y="3054875"/>
                  </a:lnTo>
                  <a:lnTo>
                    <a:pt x="1720537" y="3054875"/>
                  </a:lnTo>
                  <a:lnTo>
                    <a:pt x="1720631" y="3054875"/>
                  </a:lnTo>
                  <a:lnTo>
                    <a:pt x="1720725" y="3054875"/>
                  </a:lnTo>
                  <a:lnTo>
                    <a:pt x="1720819" y="3054875"/>
                  </a:lnTo>
                  <a:lnTo>
                    <a:pt x="1720913" y="3054875"/>
                  </a:lnTo>
                  <a:lnTo>
                    <a:pt x="1721007" y="3054875"/>
                  </a:lnTo>
                  <a:lnTo>
                    <a:pt x="1721102" y="3054875"/>
                  </a:lnTo>
                  <a:lnTo>
                    <a:pt x="1721196" y="3054875"/>
                  </a:lnTo>
                  <a:lnTo>
                    <a:pt x="1721290" y="3054875"/>
                  </a:lnTo>
                  <a:lnTo>
                    <a:pt x="1721384" y="3054875"/>
                  </a:lnTo>
                  <a:lnTo>
                    <a:pt x="1721478" y="3054875"/>
                  </a:lnTo>
                  <a:lnTo>
                    <a:pt x="1721572" y="3054875"/>
                  </a:lnTo>
                  <a:lnTo>
                    <a:pt x="1721666" y="3054875"/>
                  </a:lnTo>
                  <a:lnTo>
                    <a:pt x="1721761" y="3054875"/>
                  </a:lnTo>
                  <a:lnTo>
                    <a:pt x="1721855" y="3054875"/>
                  </a:lnTo>
                  <a:lnTo>
                    <a:pt x="1721855" y="3049963"/>
                  </a:lnTo>
                  <a:lnTo>
                    <a:pt x="1721949" y="3049963"/>
                  </a:lnTo>
                  <a:lnTo>
                    <a:pt x="1722043" y="3049963"/>
                  </a:lnTo>
                  <a:lnTo>
                    <a:pt x="1722137" y="3049963"/>
                  </a:lnTo>
                  <a:lnTo>
                    <a:pt x="1722231" y="3049963"/>
                  </a:lnTo>
                  <a:lnTo>
                    <a:pt x="1722325" y="3049963"/>
                  </a:lnTo>
                  <a:lnTo>
                    <a:pt x="1722420" y="3049963"/>
                  </a:lnTo>
                  <a:lnTo>
                    <a:pt x="1722514" y="3049963"/>
                  </a:lnTo>
                  <a:lnTo>
                    <a:pt x="1722608" y="3049963"/>
                  </a:lnTo>
                  <a:lnTo>
                    <a:pt x="1722702" y="3049963"/>
                  </a:lnTo>
                  <a:lnTo>
                    <a:pt x="1722796" y="3049963"/>
                  </a:lnTo>
                  <a:lnTo>
                    <a:pt x="1722890" y="3049963"/>
                  </a:lnTo>
                  <a:lnTo>
                    <a:pt x="1722985" y="3049963"/>
                  </a:lnTo>
                  <a:lnTo>
                    <a:pt x="1723079" y="3049963"/>
                  </a:lnTo>
                  <a:lnTo>
                    <a:pt x="1723173" y="3049963"/>
                  </a:lnTo>
                  <a:lnTo>
                    <a:pt x="1723267" y="3049963"/>
                  </a:lnTo>
                  <a:lnTo>
                    <a:pt x="1723361" y="3049963"/>
                  </a:lnTo>
                  <a:lnTo>
                    <a:pt x="1723455" y="3049963"/>
                  </a:lnTo>
                  <a:lnTo>
                    <a:pt x="1723549" y="3049963"/>
                  </a:lnTo>
                  <a:lnTo>
                    <a:pt x="1723644" y="3049963"/>
                  </a:lnTo>
                  <a:lnTo>
                    <a:pt x="1723738" y="3049963"/>
                  </a:lnTo>
                  <a:lnTo>
                    <a:pt x="1723832" y="3049963"/>
                  </a:lnTo>
                  <a:lnTo>
                    <a:pt x="1723926" y="3049963"/>
                  </a:lnTo>
                  <a:lnTo>
                    <a:pt x="1724020" y="3049963"/>
                  </a:lnTo>
                  <a:lnTo>
                    <a:pt x="1724114" y="3049963"/>
                  </a:lnTo>
                  <a:lnTo>
                    <a:pt x="1724209" y="3049963"/>
                  </a:lnTo>
                  <a:lnTo>
                    <a:pt x="1724303" y="3049963"/>
                  </a:lnTo>
                  <a:lnTo>
                    <a:pt x="1724397" y="3049963"/>
                  </a:lnTo>
                  <a:lnTo>
                    <a:pt x="1724491" y="3049963"/>
                  </a:lnTo>
                  <a:lnTo>
                    <a:pt x="1724585" y="3049963"/>
                  </a:lnTo>
                  <a:lnTo>
                    <a:pt x="1724679" y="3049963"/>
                  </a:lnTo>
                  <a:lnTo>
                    <a:pt x="1724773" y="3049963"/>
                  </a:lnTo>
                  <a:lnTo>
                    <a:pt x="1724868" y="3049963"/>
                  </a:lnTo>
                  <a:lnTo>
                    <a:pt x="1724962" y="3049963"/>
                  </a:lnTo>
                  <a:lnTo>
                    <a:pt x="1725056" y="3049963"/>
                  </a:lnTo>
                  <a:lnTo>
                    <a:pt x="1725150" y="3049963"/>
                  </a:lnTo>
                  <a:lnTo>
                    <a:pt x="1725244" y="3049963"/>
                  </a:lnTo>
                  <a:lnTo>
                    <a:pt x="1725338" y="3049963"/>
                  </a:lnTo>
                  <a:lnTo>
                    <a:pt x="1725433" y="3049963"/>
                  </a:lnTo>
                  <a:lnTo>
                    <a:pt x="1725433" y="3045052"/>
                  </a:lnTo>
                  <a:lnTo>
                    <a:pt x="1725527" y="3045052"/>
                  </a:lnTo>
                  <a:lnTo>
                    <a:pt x="1725621" y="3045052"/>
                  </a:lnTo>
                  <a:lnTo>
                    <a:pt x="1725715" y="3045052"/>
                  </a:lnTo>
                  <a:lnTo>
                    <a:pt x="1725809" y="3045052"/>
                  </a:lnTo>
                  <a:lnTo>
                    <a:pt x="1725903" y="3045052"/>
                  </a:lnTo>
                  <a:lnTo>
                    <a:pt x="1725997" y="3045052"/>
                  </a:lnTo>
                  <a:lnTo>
                    <a:pt x="1726092" y="3045052"/>
                  </a:lnTo>
                  <a:lnTo>
                    <a:pt x="1726186" y="3045052"/>
                  </a:lnTo>
                  <a:lnTo>
                    <a:pt x="1726280" y="3045052"/>
                  </a:lnTo>
                  <a:lnTo>
                    <a:pt x="1726374" y="3045052"/>
                  </a:lnTo>
                  <a:lnTo>
                    <a:pt x="1726468" y="3045052"/>
                  </a:lnTo>
                  <a:lnTo>
                    <a:pt x="1726562" y="3045052"/>
                  </a:lnTo>
                  <a:lnTo>
                    <a:pt x="1726656" y="3045052"/>
                  </a:lnTo>
                  <a:lnTo>
                    <a:pt x="1726751" y="3045052"/>
                  </a:lnTo>
                  <a:lnTo>
                    <a:pt x="1726845" y="3045052"/>
                  </a:lnTo>
                  <a:lnTo>
                    <a:pt x="1726939" y="3045052"/>
                  </a:lnTo>
                  <a:lnTo>
                    <a:pt x="1727033" y="3045052"/>
                  </a:lnTo>
                  <a:lnTo>
                    <a:pt x="1727127" y="3045052"/>
                  </a:lnTo>
                  <a:lnTo>
                    <a:pt x="1727221" y="3045052"/>
                  </a:lnTo>
                  <a:lnTo>
                    <a:pt x="1727316" y="3045052"/>
                  </a:lnTo>
                  <a:lnTo>
                    <a:pt x="1727410" y="3045052"/>
                  </a:lnTo>
                  <a:lnTo>
                    <a:pt x="1727504" y="3045052"/>
                  </a:lnTo>
                  <a:lnTo>
                    <a:pt x="1727598" y="3045052"/>
                  </a:lnTo>
                  <a:lnTo>
                    <a:pt x="1727692" y="3045052"/>
                  </a:lnTo>
                  <a:lnTo>
                    <a:pt x="1727786" y="3045052"/>
                  </a:lnTo>
                  <a:lnTo>
                    <a:pt x="1727880" y="3045052"/>
                  </a:lnTo>
                  <a:lnTo>
                    <a:pt x="1727975" y="3045052"/>
                  </a:lnTo>
                  <a:lnTo>
                    <a:pt x="1728069" y="3045052"/>
                  </a:lnTo>
                  <a:lnTo>
                    <a:pt x="1728163" y="3045052"/>
                  </a:lnTo>
                  <a:lnTo>
                    <a:pt x="1728257" y="3045052"/>
                  </a:lnTo>
                  <a:lnTo>
                    <a:pt x="1728351" y="3045052"/>
                  </a:lnTo>
                  <a:lnTo>
                    <a:pt x="1728445" y="3045052"/>
                  </a:lnTo>
                  <a:lnTo>
                    <a:pt x="1728540" y="3045052"/>
                  </a:lnTo>
                  <a:lnTo>
                    <a:pt x="1728634" y="3045052"/>
                  </a:lnTo>
                  <a:lnTo>
                    <a:pt x="1728728" y="3045052"/>
                  </a:lnTo>
                  <a:lnTo>
                    <a:pt x="1728822" y="3045052"/>
                  </a:lnTo>
                  <a:lnTo>
                    <a:pt x="1728916" y="3045052"/>
                  </a:lnTo>
                  <a:lnTo>
                    <a:pt x="1729010" y="3045052"/>
                  </a:lnTo>
                  <a:lnTo>
                    <a:pt x="1729104" y="3045052"/>
                  </a:lnTo>
                  <a:lnTo>
                    <a:pt x="1729199" y="3045052"/>
                  </a:lnTo>
                  <a:lnTo>
                    <a:pt x="1729293" y="3045052"/>
                  </a:lnTo>
                  <a:lnTo>
                    <a:pt x="1729387" y="3045052"/>
                  </a:lnTo>
                  <a:lnTo>
                    <a:pt x="1729481" y="3045052"/>
                  </a:lnTo>
                  <a:lnTo>
                    <a:pt x="1729575" y="3045052"/>
                  </a:lnTo>
                  <a:lnTo>
                    <a:pt x="1729669" y="3045052"/>
                  </a:lnTo>
                  <a:lnTo>
                    <a:pt x="1729764" y="3045052"/>
                  </a:lnTo>
                  <a:lnTo>
                    <a:pt x="1729858" y="3045052"/>
                  </a:lnTo>
                  <a:lnTo>
                    <a:pt x="1729952" y="3045052"/>
                  </a:lnTo>
                  <a:lnTo>
                    <a:pt x="1730046" y="3045052"/>
                  </a:lnTo>
                  <a:lnTo>
                    <a:pt x="1730140" y="3045052"/>
                  </a:lnTo>
                  <a:lnTo>
                    <a:pt x="1730234" y="3045052"/>
                  </a:lnTo>
                  <a:lnTo>
                    <a:pt x="1730328" y="3045052"/>
                  </a:lnTo>
                  <a:lnTo>
                    <a:pt x="1730423" y="3045052"/>
                  </a:lnTo>
                  <a:lnTo>
                    <a:pt x="1730517" y="3045052"/>
                  </a:lnTo>
                  <a:lnTo>
                    <a:pt x="1730611" y="3045052"/>
                  </a:lnTo>
                  <a:lnTo>
                    <a:pt x="1730705" y="3045052"/>
                  </a:lnTo>
                  <a:lnTo>
                    <a:pt x="1730799" y="3045052"/>
                  </a:lnTo>
                  <a:lnTo>
                    <a:pt x="1730893" y="3045052"/>
                  </a:lnTo>
                  <a:lnTo>
                    <a:pt x="1730987" y="3045052"/>
                  </a:lnTo>
                  <a:lnTo>
                    <a:pt x="1730987" y="3040141"/>
                  </a:lnTo>
                  <a:lnTo>
                    <a:pt x="1731082" y="3040141"/>
                  </a:lnTo>
                  <a:lnTo>
                    <a:pt x="1731176" y="3040141"/>
                  </a:lnTo>
                  <a:lnTo>
                    <a:pt x="1731270" y="3040141"/>
                  </a:lnTo>
                  <a:lnTo>
                    <a:pt x="1731364" y="3040141"/>
                  </a:lnTo>
                  <a:lnTo>
                    <a:pt x="1731458" y="3040141"/>
                  </a:lnTo>
                  <a:lnTo>
                    <a:pt x="1731552" y="3040141"/>
                  </a:lnTo>
                  <a:lnTo>
                    <a:pt x="1731647" y="3040141"/>
                  </a:lnTo>
                  <a:lnTo>
                    <a:pt x="1731741" y="3040141"/>
                  </a:lnTo>
                  <a:lnTo>
                    <a:pt x="1731741" y="3035229"/>
                  </a:lnTo>
                  <a:lnTo>
                    <a:pt x="1731835" y="3035229"/>
                  </a:lnTo>
                  <a:lnTo>
                    <a:pt x="1731929" y="3035229"/>
                  </a:lnTo>
                  <a:lnTo>
                    <a:pt x="1732023" y="3035229"/>
                  </a:lnTo>
                  <a:lnTo>
                    <a:pt x="1732117" y="3035229"/>
                  </a:lnTo>
                  <a:lnTo>
                    <a:pt x="1732211" y="3035229"/>
                  </a:lnTo>
                  <a:lnTo>
                    <a:pt x="1732211" y="3030318"/>
                  </a:lnTo>
                  <a:lnTo>
                    <a:pt x="1732306" y="3030318"/>
                  </a:lnTo>
                  <a:lnTo>
                    <a:pt x="1732400" y="3030318"/>
                  </a:lnTo>
                  <a:lnTo>
                    <a:pt x="1732494" y="3030318"/>
                  </a:lnTo>
                  <a:lnTo>
                    <a:pt x="1732588" y="3030318"/>
                  </a:lnTo>
                  <a:lnTo>
                    <a:pt x="1732682" y="3030318"/>
                  </a:lnTo>
                  <a:lnTo>
                    <a:pt x="1732776" y="3030318"/>
                  </a:lnTo>
                  <a:lnTo>
                    <a:pt x="1732871" y="3030318"/>
                  </a:lnTo>
                  <a:lnTo>
                    <a:pt x="1732965" y="3030318"/>
                  </a:lnTo>
                  <a:lnTo>
                    <a:pt x="1733059" y="3030318"/>
                  </a:lnTo>
                  <a:lnTo>
                    <a:pt x="1733153" y="3030318"/>
                  </a:lnTo>
                  <a:lnTo>
                    <a:pt x="1733247" y="3030318"/>
                  </a:lnTo>
                  <a:lnTo>
                    <a:pt x="1733341" y="3030318"/>
                  </a:lnTo>
                  <a:lnTo>
                    <a:pt x="1733435" y="3030318"/>
                  </a:lnTo>
                  <a:lnTo>
                    <a:pt x="1733530" y="3030318"/>
                  </a:lnTo>
                  <a:lnTo>
                    <a:pt x="1733624" y="3030318"/>
                  </a:lnTo>
                  <a:lnTo>
                    <a:pt x="1733718" y="3030318"/>
                  </a:lnTo>
                  <a:lnTo>
                    <a:pt x="1733812" y="3030318"/>
                  </a:lnTo>
                  <a:lnTo>
                    <a:pt x="1733906" y="3030318"/>
                  </a:lnTo>
                  <a:lnTo>
                    <a:pt x="1734000" y="3030318"/>
                  </a:lnTo>
                  <a:lnTo>
                    <a:pt x="1734095" y="3030318"/>
                  </a:lnTo>
                  <a:lnTo>
                    <a:pt x="1734189" y="3030318"/>
                  </a:lnTo>
                  <a:lnTo>
                    <a:pt x="1734283" y="3030318"/>
                  </a:lnTo>
                  <a:lnTo>
                    <a:pt x="1734377" y="3030318"/>
                  </a:lnTo>
                  <a:lnTo>
                    <a:pt x="1734377" y="3025406"/>
                  </a:lnTo>
                  <a:lnTo>
                    <a:pt x="1734471" y="3025406"/>
                  </a:lnTo>
                  <a:lnTo>
                    <a:pt x="1734565" y="3025406"/>
                  </a:lnTo>
                  <a:lnTo>
                    <a:pt x="1734659" y="3025406"/>
                  </a:lnTo>
                  <a:lnTo>
                    <a:pt x="1734754" y="3025406"/>
                  </a:lnTo>
                  <a:lnTo>
                    <a:pt x="1734848" y="3025406"/>
                  </a:lnTo>
                  <a:lnTo>
                    <a:pt x="1734942" y="3025406"/>
                  </a:lnTo>
                  <a:lnTo>
                    <a:pt x="1735036" y="3025406"/>
                  </a:lnTo>
                  <a:lnTo>
                    <a:pt x="1735130" y="3025406"/>
                  </a:lnTo>
                  <a:lnTo>
                    <a:pt x="1735224" y="3025406"/>
                  </a:lnTo>
                  <a:lnTo>
                    <a:pt x="1735318" y="3025406"/>
                  </a:lnTo>
                  <a:lnTo>
                    <a:pt x="1735413" y="3025406"/>
                  </a:lnTo>
                  <a:lnTo>
                    <a:pt x="1735507" y="3025406"/>
                  </a:lnTo>
                  <a:lnTo>
                    <a:pt x="1735601" y="3025406"/>
                  </a:lnTo>
                  <a:lnTo>
                    <a:pt x="1735695" y="3025406"/>
                  </a:lnTo>
                  <a:lnTo>
                    <a:pt x="1735789" y="3025406"/>
                  </a:lnTo>
                  <a:lnTo>
                    <a:pt x="1735883" y="3025406"/>
                  </a:lnTo>
                  <a:lnTo>
                    <a:pt x="1735978" y="3025406"/>
                  </a:lnTo>
                  <a:lnTo>
                    <a:pt x="1736072" y="3025406"/>
                  </a:lnTo>
                  <a:lnTo>
                    <a:pt x="1736166" y="3025406"/>
                  </a:lnTo>
                  <a:lnTo>
                    <a:pt x="1736260" y="3025406"/>
                  </a:lnTo>
                  <a:lnTo>
                    <a:pt x="1736354" y="3025406"/>
                  </a:lnTo>
                  <a:lnTo>
                    <a:pt x="1736448" y="3025406"/>
                  </a:lnTo>
                  <a:lnTo>
                    <a:pt x="1736542" y="3025406"/>
                  </a:lnTo>
                  <a:lnTo>
                    <a:pt x="1736637" y="3025406"/>
                  </a:lnTo>
                  <a:lnTo>
                    <a:pt x="1736731" y="3025406"/>
                  </a:lnTo>
                  <a:lnTo>
                    <a:pt x="1736825" y="3025406"/>
                  </a:lnTo>
                  <a:lnTo>
                    <a:pt x="1736919" y="3025406"/>
                  </a:lnTo>
                  <a:lnTo>
                    <a:pt x="1737013" y="3025406"/>
                  </a:lnTo>
                  <a:lnTo>
                    <a:pt x="1737107" y="3025406"/>
                  </a:lnTo>
                  <a:lnTo>
                    <a:pt x="1737202" y="3025406"/>
                  </a:lnTo>
                  <a:lnTo>
                    <a:pt x="1737296" y="3025406"/>
                  </a:lnTo>
                  <a:lnTo>
                    <a:pt x="1737390" y="3025406"/>
                  </a:lnTo>
                  <a:lnTo>
                    <a:pt x="1737484" y="3025406"/>
                  </a:lnTo>
                  <a:lnTo>
                    <a:pt x="1737578" y="3025406"/>
                  </a:lnTo>
                  <a:lnTo>
                    <a:pt x="1737578" y="3020495"/>
                  </a:lnTo>
                  <a:lnTo>
                    <a:pt x="1737672" y="3020495"/>
                  </a:lnTo>
                  <a:lnTo>
                    <a:pt x="1737766" y="3020495"/>
                  </a:lnTo>
                  <a:lnTo>
                    <a:pt x="1737861" y="3020495"/>
                  </a:lnTo>
                  <a:lnTo>
                    <a:pt x="1737955" y="3020495"/>
                  </a:lnTo>
                  <a:lnTo>
                    <a:pt x="1738049" y="3020495"/>
                  </a:lnTo>
                  <a:lnTo>
                    <a:pt x="1738049" y="3015584"/>
                  </a:lnTo>
                  <a:lnTo>
                    <a:pt x="1738143" y="3015584"/>
                  </a:lnTo>
                  <a:lnTo>
                    <a:pt x="1738237" y="3015584"/>
                  </a:lnTo>
                  <a:lnTo>
                    <a:pt x="1738331" y="3015584"/>
                  </a:lnTo>
                  <a:lnTo>
                    <a:pt x="1738426" y="3015584"/>
                  </a:lnTo>
                  <a:lnTo>
                    <a:pt x="1738520" y="3015584"/>
                  </a:lnTo>
                  <a:lnTo>
                    <a:pt x="1738520" y="3010672"/>
                  </a:lnTo>
                  <a:lnTo>
                    <a:pt x="1738614" y="3010672"/>
                  </a:lnTo>
                  <a:lnTo>
                    <a:pt x="1738708" y="3010672"/>
                  </a:lnTo>
                  <a:lnTo>
                    <a:pt x="1738802" y="3010672"/>
                  </a:lnTo>
                  <a:lnTo>
                    <a:pt x="1738896" y="3010672"/>
                  </a:lnTo>
                  <a:lnTo>
                    <a:pt x="1738990" y="3010672"/>
                  </a:lnTo>
                  <a:lnTo>
                    <a:pt x="1739085" y="3010672"/>
                  </a:lnTo>
                  <a:lnTo>
                    <a:pt x="1739179" y="3010672"/>
                  </a:lnTo>
                  <a:lnTo>
                    <a:pt x="1739273" y="3010672"/>
                  </a:lnTo>
                  <a:lnTo>
                    <a:pt x="1739367" y="3010672"/>
                  </a:lnTo>
                  <a:lnTo>
                    <a:pt x="1739461" y="3010672"/>
                  </a:lnTo>
                  <a:lnTo>
                    <a:pt x="1739555" y="3010672"/>
                  </a:lnTo>
                  <a:lnTo>
                    <a:pt x="1739649" y="3010672"/>
                  </a:lnTo>
                  <a:lnTo>
                    <a:pt x="1739744" y="3010672"/>
                  </a:lnTo>
                  <a:lnTo>
                    <a:pt x="1739838" y="3010672"/>
                  </a:lnTo>
                  <a:lnTo>
                    <a:pt x="1739932" y="3010672"/>
                  </a:lnTo>
                  <a:lnTo>
                    <a:pt x="1740026" y="3010672"/>
                  </a:lnTo>
                  <a:lnTo>
                    <a:pt x="1740120" y="3010672"/>
                  </a:lnTo>
                  <a:lnTo>
                    <a:pt x="1740214" y="3010672"/>
                  </a:lnTo>
                  <a:lnTo>
                    <a:pt x="1740309" y="3010672"/>
                  </a:lnTo>
                  <a:lnTo>
                    <a:pt x="1740403" y="3010672"/>
                  </a:lnTo>
                  <a:lnTo>
                    <a:pt x="1740497" y="3010672"/>
                  </a:lnTo>
                  <a:lnTo>
                    <a:pt x="1740591" y="3010672"/>
                  </a:lnTo>
                  <a:lnTo>
                    <a:pt x="1740685" y="3010672"/>
                  </a:lnTo>
                  <a:lnTo>
                    <a:pt x="1740779" y="3010672"/>
                  </a:lnTo>
                  <a:lnTo>
                    <a:pt x="1740873" y="3010672"/>
                  </a:lnTo>
                  <a:lnTo>
                    <a:pt x="1740968" y="3010672"/>
                  </a:lnTo>
                  <a:lnTo>
                    <a:pt x="1741062" y="3010672"/>
                  </a:lnTo>
                  <a:lnTo>
                    <a:pt x="1741156" y="3010672"/>
                  </a:lnTo>
                  <a:lnTo>
                    <a:pt x="1741250" y="3010672"/>
                  </a:lnTo>
                  <a:lnTo>
                    <a:pt x="1741344" y="3010672"/>
                  </a:lnTo>
                  <a:lnTo>
                    <a:pt x="1741438" y="3010672"/>
                  </a:lnTo>
                  <a:lnTo>
                    <a:pt x="1741533" y="3010672"/>
                  </a:lnTo>
                  <a:lnTo>
                    <a:pt x="1741627" y="3010672"/>
                  </a:lnTo>
                  <a:lnTo>
                    <a:pt x="1741721" y="3010672"/>
                  </a:lnTo>
                  <a:lnTo>
                    <a:pt x="1741815" y="3010672"/>
                  </a:lnTo>
                  <a:lnTo>
                    <a:pt x="1741909" y="3010672"/>
                  </a:lnTo>
                  <a:lnTo>
                    <a:pt x="1742003" y="3010672"/>
                  </a:lnTo>
                  <a:lnTo>
                    <a:pt x="1742097" y="3010672"/>
                  </a:lnTo>
                  <a:lnTo>
                    <a:pt x="1742192" y="3010672"/>
                  </a:lnTo>
                  <a:lnTo>
                    <a:pt x="1742286" y="3010672"/>
                  </a:lnTo>
                  <a:lnTo>
                    <a:pt x="1742380" y="3010672"/>
                  </a:lnTo>
                  <a:lnTo>
                    <a:pt x="1742474" y="3010672"/>
                  </a:lnTo>
                  <a:lnTo>
                    <a:pt x="1742568" y="3010672"/>
                  </a:lnTo>
                  <a:lnTo>
                    <a:pt x="1742662" y="3010672"/>
                  </a:lnTo>
                  <a:lnTo>
                    <a:pt x="1742757" y="3010672"/>
                  </a:lnTo>
                  <a:lnTo>
                    <a:pt x="1742851" y="3010672"/>
                  </a:lnTo>
                  <a:lnTo>
                    <a:pt x="1742945" y="3010672"/>
                  </a:lnTo>
                  <a:lnTo>
                    <a:pt x="1743039" y="3010672"/>
                  </a:lnTo>
                  <a:lnTo>
                    <a:pt x="1743133" y="3010672"/>
                  </a:lnTo>
                  <a:lnTo>
                    <a:pt x="1743227" y="3010672"/>
                  </a:lnTo>
                  <a:lnTo>
                    <a:pt x="1743321" y="3010672"/>
                  </a:lnTo>
                  <a:lnTo>
                    <a:pt x="1743416" y="3010672"/>
                  </a:lnTo>
                  <a:lnTo>
                    <a:pt x="1743510" y="3010672"/>
                  </a:lnTo>
                  <a:lnTo>
                    <a:pt x="1743604" y="3010672"/>
                  </a:lnTo>
                  <a:lnTo>
                    <a:pt x="1743698" y="3010672"/>
                  </a:lnTo>
                  <a:lnTo>
                    <a:pt x="1743792" y="3010672"/>
                  </a:lnTo>
                  <a:lnTo>
                    <a:pt x="1743886" y="3010672"/>
                  </a:lnTo>
                  <a:lnTo>
                    <a:pt x="1743980" y="3010672"/>
                  </a:lnTo>
                  <a:lnTo>
                    <a:pt x="1744075" y="3010672"/>
                  </a:lnTo>
                  <a:lnTo>
                    <a:pt x="1744169" y="3010672"/>
                  </a:lnTo>
                  <a:lnTo>
                    <a:pt x="1744263" y="3010672"/>
                  </a:lnTo>
                  <a:lnTo>
                    <a:pt x="1744357" y="3010672"/>
                  </a:lnTo>
                  <a:lnTo>
                    <a:pt x="1744451" y="3010672"/>
                  </a:lnTo>
                  <a:lnTo>
                    <a:pt x="1744545" y="3010672"/>
                  </a:lnTo>
                  <a:lnTo>
                    <a:pt x="1744640" y="3010672"/>
                  </a:lnTo>
                  <a:lnTo>
                    <a:pt x="1744734" y="3010672"/>
                  </a:lnTo>
                  <a:lnTo>
                    <a:pt x="1744828" y="3010672"/>
                  </a:lnTo>
                  <a:lnTo>
                    <a:pt x="1744922" y="3010672"/>
                  </a:lnTo>
                  <a:lnTo>
                    <a:pt x="1745016" y="3010672"/>
                  </a:lnTo>
                  <a:lnTo>
                    <a:pt x="1745110" y="3010672"/>
                  </a:lnTo>
                  <a:lnTo>
                    <a:pt x="1745204" y="3010672"/>
                  </a:lnTo>
                  <a:lnTo>
                    <a:pt x="1745299" y="3010672"/>
                  </a:lnTo>
                  <a:lnTo>
                    <a:pt x="1745393" y="3010672"/>
                  </a:lnTo>
                  <a:lnTo>
                    <a:pt x="1745487" y="3010672"/>
                  </a:lnTo>
                  <a:lnTo>
                    <a:pt x="1745581" y="3010672"/>
                  </a:lnTo>
                  <a:lnTo>
                    <a:pt x="1745675" y="3010672"/>
                  </a:lnTo>
                  <a:lnTo>
                    <a:pt x="1745769" y="3010672"/>
                  </a:lnTo>
                  <a:lnTo>
                    <a:pt x="1745864" y="3010672"/>
                  </a:lnTo>
                  <a:lnTo>
                    <a:pt x="1745958" y="3010672"/>
                  </a:lnTo>
                  <a:lnTo>
                    <a:pt x="1746052" y="3010672"/>
                  </a:lnTo>
                  <a:lnTo>
                    <a:pt x="1746146" y="3010672"/>
                  </a:lnTo>
                  <a:lnTo>
                    <a:pt x="1746240" y="3010672"/>
                  </a:lnTo>
                  <a:lnTo>
                    <a:pt x="1746334" y="3010672"/>
                  </a:lnTo>
                  <a:lnTo>
                    <a:pt x="1746428" y="3010672"/>
                  </a:lnTo>
                  <a:lnTo>
                    <a:pt x="1746428" y="3005761"/>
                  </a:lnTo>
                  <a:lnTo>
                    <a:pt x="1746523" y="3005761"/>
                  </a:lnTo>
                  <a:lnTo>
                    <a:pt x="1746617" y="3005761"/>
                  </a:lnTo>
                  <a:lnTo>
                    <a:pt x="1746711" y="3005761"/>
                  </a:lnTo>
                  <a:lnTo>
                    <a:pt x="1746711" y="3000850"/>
                  </a:lnTo>
                  <a:lnTo>
                    <a:pt x="1746805" y="3000850"/>
                  </a:lnTo>
                  <a:lnTo>
                    <a:pt x="1746899" y="3000850"/>
                  </a:lnTo>
                  <a:lnTo>
                    <a:pt x="1746993" y="3000850"/>
                  </a:lnTo>
                  <a:lnTo>
                    <a:pt x="1747088" y="3000850"/>
                  </a:lnTo>
                  <a:lnTo>
                    <a:pt x="1747182" y="3000850"/>
                  </a:lnTo>
                  <a:lnTo>
                    <a:pt x="1747276" y="3000850"/>
                  </a:lnTo>
                  <a:lnTo>
                    <a:pt x="1747370" y="3000850"/>
                  </a:lnTo>
                  <a:lnTo>
                    <a:pt x="1747464" y="3000850"/>
                  </a:lnTo>
                  <a:lnTo>
                    <a:pt x="1747558" y="3000850"/>
                  </a:lnTo>
                  <a:lnTo>
                    <a:pt x="1747652" y="3000850"/>
                  </a:lnTo>
                  <a:lnTo>
                    <a:pt x="1747747" y="3000850"/>
                  </a:lnTo>
                  <a:lnTo>
                    <a:pt x="1747841" y="3000850"/>
                  </a:lnTo>
                  <a:lnTo>
                    <a:pt x="1747935" y="3000850"/>
                  </a:lnTo>
                  <a:lnTo>
                    <a:pt x="1748029" y="3000850"/>
                  </a:lnTo>
                  <a:lnTo>
                    <a:pt x="1748123" y="3000850"/>
                  </a:lnTo>
                  <a:lnTo>
                    <a:pt x="1748217" y="3000850"/>
                  </a:lnTo>
                  <a:lnTo>
                    <a:pt x="1748311" y="3000850"/>
                  </a:lnTo>
                  <a:lnTo>
                    <a:pt x="1748406" y="3000850"/>
                  </a:lnTo>
                  <a:lnTo>
                    <a:pt x="1748500" y="3000850"/>
                  </a:lnTo>
                  <a:lnTo>
                    <a:pt x="1748594" y="3000850"/>
                  </a:lnTo>
                  <a:lnTo>
                    <a:pt x="1748594" y="2995938"/>
                  </a:lnTo>
                  <a:lnTo>
                    <a:pt x="1748688" y="2995938"/>
                  </a:lnTo>
                  <a:lnTo>
                    <a:pt x="1748782" y="2995938"/>
                  </a:lnTo>
                  <a:lnTo>
                    <a:pt x="1748876" y="2995938"/>
                  </a:lnTo>
                  <a:lnTo>
                    <a:pt x="1748971" y="2995938"/>
                  </a:lnTo>
                  <a:lnTo>
                    <a:pt x="1749065" y="2995938"/>
                  </a:lnTo>
                  <a:lnTo>
                    <a:pt x="1749159" y="2995938"/>
                  </a:lnTo>
                  <a:lnTo>
                    <a:pt x="1749253" y="2995938"/>
                  </a:lnTo>
                  <a:lnTo>
                    <a:pt x="1749347" y="2995938"/>
                  </a:lnTo>
                  <a:lnTo>
                    <a:pt x="1749441" y="2995938"/>
                  </a:lnTo>
                  <a:lnTo>
                    <a:pt x="1749535" y="2995938"/>
                  </a:lnTo>
                  <a:lnTo>
                    <a:pt x="1749630" y="2995938"/>
                  </a:lnTo>
                  <a:lnTo>
                    <a:pt x="1749724" y="2995938"/>
                  </a:lnTo>
                  <a:lnTo>
                    <a:pt x="1749818" y="2995938"/>
                  </a:lnTo>
                  <a:lnTo>
                    <a:pt x="1749912" y="2995938"/>
                  </a:lnTo>
                  <a:lnTo>
                    <a:pt x="1750006" y="2995938"/>
                  </a:lnTo>
                  <a:lnTo>
                    <a:pt x="1750100" y="2995938"/>
                  </a:lnTo>
                  <a:lnTo>
                    <a:pt x="1750100" y="2991027"/>
                  </a:lnTo>
                  <a:lnTo>
                    <a:pt x="1750195" y="2991027"/>
                  </a:lnTo>
                  <a:lnTo>
                    <a:pt x="1750289" y="2991027"/>
                  </a:lnTo>
                  <a:lnTo>
                    <a:pt x="1750383" y="2991027"/>
                  </a:lnTo>
                  <a:lnTo>
                    <a:pt x="1750477" y="2991027"/>
                  </a:lnTo>
                  <a:lnTo>
                    <a:pt x="1750571" y="2991027"/>
                  </a:lnTo>
                  <a:lnTo>
                    <a:pt x="1750665" y="2991027"/>
                  </a:lnTo>
                  <a:lnTo>
                    <a:pt x="1750759" y="2991027"/>
                  </a:lnTo>
                  <a:lnTo>
                    <a:pt x="1750854" y="2991027"/>
                  </a:lnTo>
                  <a:lnTo>
                    <a:pt x="1750948" y="2991027"/>
                  </a:lnTo>
                  <a:lnTo>
                    <a:pt x="1751042" y="2991027"/>
                  </a:lnTo>
                  <a:lnTo>
                    <a:pt x="1751136" y="2991027"/>
                  </a:lnTo>
                  <a:lnTo>
                    <a:pt x="1751230" y="2991027"/>
                  </a:lnTo>
                  <a:lnTo>
                    <a:pt x="1751324" y="2991027"/>
                  </a:lnTo>
                  <a:lnTo>
                    <a:pt x="1751419" y="2991027"/>
                  </a:lnTo>
                  <a:lnTo>
                    <a:pt x="1751513" y="2991027"/>
                  </a:lnTo>
                  <a:lnTo>
                    <a:pt x="1751607" y="2991027"/>
                  </a:lnTo>
                  <a:lnTo>
                    <a:pt x="1751701" y="2991027"/>
                  </a:lnTo>
                  <a:lnTo>
                    <a:pt x="1751795" y="2991027"/>
                  </a:lnTo>
                  <a:lnTo>
                    <a:pt x="1751889" y="2991027"/>
                  </a:lnTo>
                  <a:lnTo>
                    <a:pt x="1751983" y="2991027"/>
                  </a:lnTo>
                  <a:lnTo>
                    <a:pt x="1752078" y="2991027"/>
                  </a:lnTo>
                  <a:lnTo>
                    <a:pt x="1752172" y="2991027"/>
                  </a:lnTo>
                  <a:lnTo>
                    <a:pt x="1752266" y="2991027"/>
                  </a:lnTo>
                  <a:lnTo>
                    <a:pt x="1752360" y="2991027"/>
                  </a:lnTo>
                  <a:lnTo>
                    <a:pt x="1752454" y="2991027"/>
                  </a:lnTo>
                  <a:lnTo>
                    <a:pt x="1752548" y="2991027"/>
                  </a:lnTo>
                  <a:lnTo>
                    <a:pt x="1752642" y="2991027"/>
                  </a:lnTo>
                  <a:lnTo>
                    <a:pt x="1752737" y="2991027"/>
                  </a:lnTo>
                  <a:lnTo>
                    <a:pt x="1752831" y="2991027"/>
                  </a:lnTo>
                  <a:lnTo>
                    <a:pt x="1752925" y="2991027"/>
                  </a:lnTo>
                  <a:lnTo>
                    <a:pt x="1753019" y="2991027"/>
                  </a:lnTo>
                  <a:lnTo>
                    <a:pt x="1753113" y="2991027"/>
                  </a:lnTo>
                  <a:lnTo>
                    <a:pt x="1753207" y="2991027"/>
                  </a:lnTo>
                  <a:lnTo>
                    <a:pt x="1753302" y="2991027"/>
                  </a:lnTo>
                  <a:lnTo>
                    <a:pt x="1753396" y="2991027"/>
                  </a:lnTo>
                  <a:lnTo>
                    <a:pt x="1753490" y="2991027"/>
                  </a:lnTo>
                  <a:lnTo>
                    <a:pt x="1753584" y="2991027"/>
                  </a:lnTo>
                  <a:lnTo>
                    <a:pt x="1753678" y="2991027"/>
                  </a:lnTo>
                  <a:lnTo>
                    <a:pt x="1753772" y="2991027"/>
                  </a:lnTo>
                  <a:lnTo>
                    <a:pt x="1753866" y="2991027"/>
                  </a:lnTo>
                  <a:lnTo>
                    <a:pt x="1753961" y="2991027"/>
                  </a:lnTo>
                  <a:lnTo>
                    <a:pt x="1754055" y="2991027"/>
                  </a:lnTo>
                  <a:lnTo>
                    <a:pt x="1754149" y="2991027"/>
                  </a:lnTo>
                  <a:lnTo>
                    <a:pt x="1754243" y="2991027"/>
                  </a:lnTo>
                  <a:lnTo>
                    <a:pt x="1754337" y="2991027"/>
                  </a:lnTo>
                  <a:lnTo>
                    <a:pt x="1754431" y="2991027"/>
                  </a:lnTo>
                  <a:lnTo>
                    <a:pt x="1754526" y="2991027"/>
                  </a:lnTo>
                  <a:lnTo>
                    <a:pt x="1754620" y="2991027"/>
                  </a:lnTo>
                  <a:lnTo>
                    <a:pt x="1754714" y="2991027"/>
                  </a:lnTo>
                  <a:lnTo>
                    <a:pt x="1754808" y="2991027"/>
                  </a:lnTo>
                  <a:lnTo>
                    <a:pt x="1754902" y="2991027"/>
                  </a:lnTo>
                  <a:lnTo>
                    <a:pt x="1754996" y="2991027"/>
                  </a:lnTo>
                  <a:lnTo>
                    <a:pt x="1755090" y="2991027"/>
                  </a:lnTo>
                  <a:lnTo>
                    <a:pt x="1755185" y="2991027"/>
                  </a:lnTo>
                  <a:lnTo>
                    <a:pt x="1755279" y="2991027"/>
                  </a:lnTo>
                  <a:lnTo>
                    <a:pt x="1755373" y="2991027"/>
                  </a:lnTo>
                  <a:lnTo>
                    <a:pt x="1755467" y="2991027"/>
                  </a:lnTo>
                  <a:lnTo>
                    <a:pt x="1755561" y="2991027"/>
                  </a:lnTo>
                  <a:lnTo>
                    <a:pt x="1755655" y="2991027"/>
                  </a:lnTo>
                  <a:lnTo>
                    <a:pt x="1755750" y="2991027"/>
                  </a:lnTo>
                  <a:lnTo>
                    <a:pt x="1755844" y="2991027"/>
                  </a:lnTo>
                  <a:lnTo>
                    <a:pt x="1755938" y="2991027"/>
                  </a:lnTo>
                  <a:lnTo>
                    <a:pt x="1756032" y="2991027"/>
                  </a:lnTo>
                  <a:lnTo>
                    <a:pt x="1756126" y="2991027"/>
                  </a:lnTo>
                  <a:lnTo>
                    <a:pt x="1756220" y="2991027"/>
                  </a:lnTo>
                  <a:lnTo>
                    <a:pt x="1756314" y="2991027"/>
                  </a:lnTo>
                  <a:lnTo>
                    <a:pt x="1756409" y="2991027"/>
                  </a:lnTo>
                  <a:lnTo>
                    <a:pt x="1756503" y="2991027"/>
                  </a:lnTo>
                  <a:lnTo>
                    <a:pt x="1756597" y="2991027"/>
                  </a:lnTo>
                  <a:lnTo>
                    <a:pt x="1756691" y="2991027"/>
                  </a:lnTo>
                  <a:lnTo>
                    <a:pt x="1756785" y="2991027"/>
                  </a:lnTo>
                  <a:lnTo>
                    <a:pt x="1756785" y="2986115"/>
                  </a:lnTo>
                  <a:lnTo>
                    <a:pt x="1756879" y="2986115"/>
                  </a:lnTo>
                  <a:lnTo>
                    <a:pt x="1756974" y="2986115"/>
                  </a:lnTo>
                  <a:lnTo>
                    <a:pt x="1757068" y="2986115"/>
                  </a:lnTo>
                  <a:lnTo>
                    <a:pt x="1757162" y="2986115"/>
                  </a:lnTo>
                  <a:lnTo>
                    <a:pt x="1757256" y="2986115"/>
                  </a:lnTo>
                  <a:lnTo>
                    <a:pt x="1757350" y="2986115"/>
                  </a:lnTo>
                  <a:lnTo>
                    <a:pt x="1757444" y="2986115"/>
                  </a:lnTo>
                  <a:lnTo>
                    <a:pt x="1757538" y="2986115"/>
                  </a:lnTo>
                  <a:lnTo>
                    <a:pt x="1757633" y="2986115"/>
                  </a:lnTo>
                  <a:lnTo>
                    <a:pt x="1757727" y="2986115"/>
                  </a:lnTo>
                  <a:lnTo>
                    <a:pt x="1757821" y="2986115"/>
                  </a:lnTo>
                  <a:lnTo>
                    <a:pt x="1757915" y="2986115"/>
                  </a:lnTo>
                  <a:lnTo>
                    <a:pt x="1758009" y="2986115"/>
                  </a:lnTo>
                  <a:lnTo>
                    <a:pt x="1758103" y="2986115"/>
                  </a:lnTo>
                  <a:lnTo>
                    <a:pt x="1758197" y="2986115"/>
                  </a:lnTo>
                  <a:lnTo>
                    <a:pt x="1758292" y="2986115"/>
                  </a:lnTo>
                  <a:lnTo>
                    <a:pt x="1758386" y="2986115"/>
                  </a:lnTo>
                  <a:lnTo>
                    <a:pt x="1758480" y="2986115"/>
                  </a:lnTo>
                  <a:lnTo>
                    <a:pt x="1758574" y="2986115"/>
                  </a:lnTo>
                  <a:lnTo>
                    <a:pt x="1758668" y="2986115"/>
                  </a:lnTo>
                  <a:lnTo>
                    <a:pt x="1758762" y="2986115"/>
                  </a:lnTo>
                  <a:lnTo>
                    <a:pt x="1758857" y="2986115"/>
                  </a:lnTo>
                  <a:lnTo>
                    <a:pt x="1758951" y="2986115"/>
                  </a:lnTo>
                  <a:lnTo>
                    <a:pt x="1759045" y="2986115"/>
                  </a:lnTo>
                  <a:lnTo>
                    <a:pt x="1759139" y="2986115"/>
                  </a:lnTo>
                  <a:lnTo>
                    <a:pt x="1759233" y="2986115"/>
                  </a:lnTo>
                  <a:lnTo>
                    <a:pt x="1759327" y="2986115"/>
                  </a:lnTo>
                  <a:lnTo>
                    <a:pt x="1759421" y="2986115"/>
                  </a:lnTo>
                  <a:lnTo>
                    <a:pt x="1759516" y="2986115"/>
                  </a:lnTo>
                  <a:lnTo>
                    <a:pt x="1759610" y="2986115"/>
                  </a:lnTo>
                  <a:lnTo>
                    <a:pt x="1759704" y="2986115"/>
                  </a:lnTo>
                  <a:lnTo>
                    <a:pt x="1759798" y="2986115"/>
                  </a:lnTo>
                  <a:lnTo>
                    <a:pt x="1759892" y="2986115"/>
                  </a:lnTo>
                  <a:lnTo>
                    <a:pt x="1759892" y="2981204"/>
                  </a:lnTo>
                  <a:lnTo>
                    <a:pt x="1759986" y="2981204"/>
                  </a:lnTo>
                  <a:lnTo>
                    <a:pt x="1760081" y="2981204"/>
                  </a:lnTo>
                  <a:lnTo>
                    <a:pt x="1760175" y="2981204"/>
                  </a:lnTo>
                  <a:lnTo>
                    <a:pt x="1760269" y="2981204"/>
                  </a:lnTo>
                  <a:lnTo>
                    <a:pt x="1760363" y="2981204"/>
                  </a:lnTo>
                  <a:lnTo>
                    <a:pt x="1760457" y="2981204"/>
                  </a:lnTo>
                  <a:lnTo>
                    <a:pt x="1760551" y="2981204"/>
                  </a:lnTo>
                  <a:lnTo>
                    <a:pt x="1760645" y="2981204"/>
                  </a:lnTo>
                  <a:lnTo>
                    <a:pt x="1760740" y="2981204"/>
                  </a:lnTo>
                  <a:lnTo>
                    <a:pt x="1760834" y="2981204"/>
                  </a:lnTo>
                  <a:lnTo>
                    <a:pt x="1760928" y="2981204"/>
                  </a:lnTo>
                  <a:lnTo>
                    <a:pt x="1761022" y="2981204"/>
                  </a:lnTo>
                  <a:lnTo>
                    <a:pt x="1761116" y="2981204"/>
                  </a:lnTo>
                  <a:lnTo>
                    <a:pt x="1761210" y="2981204"/>
                  </a:lnTo>
                  <a:lnTo>
                    <a:pt x="1761305" y="2981204"/>
                  </a:lnTo>
                  <a:lnTo>
                    <a:pt x="1761399" y="2981204"/>
                  </a:lnTo>
                  <a:lnTo>
                    <a:pt x="1761493" y="2981204"/>
                  </a:lnTo>
                  <a:lnTo>
                    <a:pt x="1761587" y="2981204"/>
                  </a:lnTo>
                  <a:lnTo>
                    <a:pt x="1761681" y="2981204"/>
                  </a:lnTo>
                  <a:lnTo>
                    <a:pt x="1761775" y="2981204"/>
                  </a:lnTo>
                  <a:lnTo>
                    <a:pt x="1761869" y="2981204"/>
                  </a:lnTo>
                  <a:lnTo>
                    <a:pt x="1761964" y="2981204"/>
                  </a:lnTo>
                  <a:lnTo>
                    <a:pt x="1762058" y="2981204"/>
                  </a:lnTo>
                  <a:lnTo>
                    <a:pt x="1762152" y="2981204"/>
                  </a:lnTo>
                  <a:lnTo>
                    <a:pt x="1762246" y="2981204"/>
                  </a:lnTo>
                  <a:lnTo>
                    <a:pt x="1762340" y="2981204"/>
                  </a:lnTo>
                  <a:lnTo>
                    <a:pt x="1762434" y="2981204"/>
                  </a:lnTo>
                  <a:lnTo>
                    <a:pt x="1762528" y="2981204"/>
                  </a:lnTo>
                  <a:lnTo>
                    <a:pt x="1762623" y="2981204"/>
                  </a:lnTo>
                  <a:lnTo>
                    <a:pt x="1762717" y="2981204"/>
                  </a:lnTo>
                  <a:lnTo>
                    <a:pt x="1762811" y="2981204"/>
                  </a:lnTo>
                  <a:lnTo>
                    <a:pt x="1762905" y="2981204"/>
                  </a:lnTo>
                  <a:lnTo>
                    <a:pt x="1762999" y="2981204"/>
                  </a:lnTo>
                  <a:lnTo>
                    <a:pt x="1763093" y="2981204"/>
                  </a:lnTo>
                  <a:lnTo>
                    <a:pt x="1763188" y="2981204"/>
                  </a:lnTo>
                  <a:lnTo>
                    <a:pt x="1763282" y="2981204"/>
                  </a:lnTo>
                  <a:lnTo>
                    <a:pt x="1763376" y="2981204"/>
                  </a:lnTo>
                  <a:lnTo>
                    <a:pt x="1763470" y="2981204"/>
                  </a:lnTo>
                  <a:lnTo>
                    <a:pt x="1763564" y="2981204"/>
                  </a:lnTo>
                  <a:lnTo>
                    <a:pt x="1763658" y="2981204"/>
                  </a:lnTo>
                  <a:lnTo>
                    <a:pt x="1763752" y="2981204"/>
                  </a:lnTo>
                  <a:lnTo>
                    <a:pt x="1763847" y="2981204"/>
                  </a:lnTo>
                  <a:lnTo>
                    <a:pt x="1763941" y="2981204"/>
                  </a:lnTo>
                  <a:lnTo>
                    <a:pt x="1764035" y="2981204"/>
                  </a:lnTo>
                  <a:lnTo>
                    <a:pt x="1764129" y="2981204"/>
                  </a:lnTo>
                  <a:lnTo>
                    <a:pt x="1764223" y="2981204"/>
                  </a:lnTo>
                  <a:lnTo>
                    <a:pt x="1764317" y="2981204"/>
                  </a:lnTo>
                  <a:lnTo>
                    <a:pt x="1764412" y="2981204"/>
                  </a:lnTo>
                  <a:lnTo>
                    <a:pt x="1764506" y="2981204"/>
                  </a:lnTo>
                  <a:lnTo>
                    <a:pt x="1764600" y="2981204"/>
                  </a:lnTo>
                  <a:lnTo>
                    <a:pt x="1764694" y="2981204"/>
                  </a:lnTo>
                  <a:lnTo>
                    <a:pt x="1764788" y="2981204"/>
                  </a:lnTo>
                  <a:lnTo>
                    <a:pt x="1764882" y="2981204"/>
                  </a:lnTo>
                  <a:lnTo>
                    <a:pt x="1764976" y="2981204"/>
                  </a:lnTo>
                  <a:lnTo>
                    <a:pt x="1765071" y="2981204"/>
                  </a:lnTo>
                  <a:lnTo>
                    <a:pt x="1765165" y="2981204"/>
                  </a:lnTo>
                  <a:lnTo>
                    <a:pt x="1765259" y="2981204"/>
                  </a:lnTo>
                  <a:lnTo>
                    <a:pt x="1765353" y="2981204"/>
                  </a:lnTo>
                  <a:lnTo>
                    <a:pt x="1765447" y="2981204"/>
                  </a:lnTo>
                  <a:lnTo>
                    <a:pt x="1765541" y="2981204"/>
                  </a:lnTo>
                  <a:lnTo>
                    <a:pt x="1765636" y="2981204"/>
                  </a:lnTo>
                  <a:lnTo>
                    <a:pt x="1765730" y="2981204"/>
                  </a:lnTo>
                  <a:lnTo>
                    <a:pt x="1765824" y="2981204"/>
                  </a:lnTo>
                  <a:lnTo>
                    <a:pt x="1765918" y="2981204"/>
                  </a:lnTo>
                  <a:lnTo>
                    <a:pt x="1766012" y="2981204"/>
                  </a:lnTo>
                  <a:lnTo>
                    <a:pt x="1766106" y="2981204"/>
                  </a:lnTo>
                  <a:lnTo>
                    <a:pt x="1766200" y="2981204"/>
                  </a:lnTo>
                  <a:lnTo>
                    <a:pt x="1766295" y="2981204"/>
                  </a:lnTo>
                  <a:lnTo>
                    <a:pt x="1766389" y="2981204"/>
                  </a:lnTo>
                  <a:lnTo>
                    <a:pt x="1766483" y="2981204"/>
                  </a:lnTo>
                  <a:lnTo>
                    <a:pt x="1766577" y="2981204"/>
                  </a:lnTo>
                  <a:lnTo>
                    <a:pt x="1766671" y="2981204"/>
                  </a:lnTo>
                  <a:lnTo>
                    <a:pt x="1766765" y="2981204"/>
                  </a:lnTo>
                  <a:lnTo>
                    <a:pt x="1766859" y="2981204"/>
                  </a:lnTo>
                  <a:lnTo>
                    <a:pt x="1766954" y="2981204"/>
                  </a:lnTo>
                  <a:lnTo>
                    <a:pt x="1767048" y="2981204"/>
                  </a:lnTo>
                  <a:lnTo>
                    <a:pt x="1767142" y="2981204"/>
                  </a:lnTo>
                  <a:lnTo>
                    <a:pt x="1767236" y="2981204"/>
                  </a:lnTo>
                  <a:lnTo>
                    <a:pt x="1767330" y="2981204"/>
                  </a:lnTo>
                  <a:lnTo>
                    <a:pt x="1767424" y="2981204"/>
                  </a:lnTo>
                  <a:lnTo>
                    <a:pt x="1767519" y="2981204"/>
                  </a:lnTo>
                  <a:lnTo>
                    <a:pt x="1767613" y="2981204"/>
                  </a:lnTo>
                  <a:lnTo>
                    <a:pt x="1767707" y="2981204"/>
                  </a:lnTo>
                  <a:lnTo>
                    <a:pt x="1767801" y="2981204"/>
                  </a:lnTo>
                  <a:lnTo>
                    <a:pt x="1767895" y="2981204"/>
                  </a:lnTo>
                  <a:lnTo>
                    <a:pt x="1767989" y="2981204"/>
                  </a:lnTo>
                  <a:lnTo>
                    <a:pt x="1768083" y="2981204"/>
                  </a:lnTo>
                  <a:lnTo>
                    <a:pt x="1768178" y="2981204"/>
                  </a:lnTo>
                  <a:lnTo>
                    <a:pt x="1768272" y="2981204"/>
                  </a:lnTo>
                  <a:lnTo>
                    <a:pt x="1768366" y="2981204"/>
                  </a:lnTo>
                  <a:lnTo>
                    <a:pt x="1768460" y="2981204"/>
                  </a:lnTo>
                  <a:lnTo>
                    <a:pt x="1768554" y="2981204"/>
                  </a:lnTo>
                  <a:lnTo>
                    <a:pt x="1768648" y="2981204"/>
                  </a:lnTo>
                  <a:lnTo>
                    <a:pt x="1768743" y="2981204"/>
                  </a:lnTo>
                  <a:lnTo>
                    <a:pt x="1768837" y="2981204"/>
                  </a:lnTo>
                  <a:lnTo>
                    <a:pt x="1768931" y="2981204"/>
                  </a:lnTo>
                  <a:lnTo>
                    <a:pt x="1769025" y="2981204"/>
                  </a:lnTo>
                  <a:lnTo>
                    <a:pt x="1769119" y="2981204"/>
                  </a:lnTo>
                  <a:lnTo>
                    <a:pt x="1769213" y="2981204"/>
                  </a:lnTo>
                  <a:lnTo>
                    <a:pt x="1769307" y="2981204"/>
                  </a:lnTo>
                  <a:lnTo>
                    <a:pt x="1769402" y="2981204"/>
                  </a:lnTo>
                  <a:lnTo>
                    <a:pt x="1769496" y="2981204"/>
                  </a:lnTo>
                  <a:lnTo>
                    <a:pt x="1769590" y="2981204"/>
                  </a:lnTo>
                  <a:lnTo>
                    <a:pt x="1769684" y="2981204"/>
                  </a:lnTo>
                  <a:lnTo>
                    <a:pt x="1769778" y="2981204"/>
                  </a:lnTo>
                  <a:lnTo>
                    <a:pt x="1769872" y="2981204"/>
                  </a:lnTo>
                  <a:lnTo>
                    <a:pt x="1769967" y="2981204"/>
                  </a:lnTo>
                  <a:lnTo>
                    <a:pt x="1770061" y="2981204"/>
                  </a:lnTo>
                  <a:lnTo>
                    <a:pt x="1770155" y="2981204"/>
                  </a:lnTo>
                  <a:lnTo>
                    <a:pt x="1770249" y="2981204"/>
                  </a:lnTo>
                  <a:lnTo>
                    <a:pt x="1770343" y="2981204"/>
                  </a:lnTo>
                  <a:lnTo>
                    <a:pt x="1770437" y="2981204"/>
                  </a:lnTo>
                  <a:lnTo>
                    <a:pt x="1770531" y="2981204"/>
                  </a:lnTo>
                  <a:lnTo>
                    <a:pt x="1770626" y="2981204"/>
                  </a:lnTo>
                  <a:lnTo>
                    <a:pt x="1770720" y="2981204"/>
                  </a:lnTo>
                  <a:lnTo>
                    <a:pt x="1770814" y="2981204"/>
                  </a:lnTo>
                  <a:lnTo>
                    <a:pt x="1770908" y="2981204"/>
                  </a:lnTo>
                  <a:lnTo>
                    <a:pt x="1771002" y="2981204"/>
                  </a:lnTo>
                  <a:lnTo>
                    <a:pt x="1771096" y="2981204"/>
                  </a:lnTo>
                  <a:lnTo>
                    <a:pt x="1771190" y="2981204"/>
                  </a:lnTo>
                  <a:lnTo>
                    <a:pt x="1771285" y="2981204"/>
                  </a:lnTo>
                  <a:lnTo>
                    <a:pt x="1771379" y="2981204"/>
                  </a:lnTo>
                  <a:lnTo>
                    <a:pt x="1771473" y="2981204"/>
                  </a:lnTo>
                  <a:lnTo>
                    <a:pt x="1771567" y="2981204"/>
                  </a:lnTo>
                  <a:lnTo>
                    <a:pt x="1771661" y="2981204"/>
                  </a:lnTo>
                  <a:lnTo>
                    <a:pt x="1771755" y="2981204"/>
                  </a:lnTo>
                  <a:lnTo>
                    <a:pt x="1771850" y="2981204"/>
                  </a:lnTo>
                  <a:lnTo>
                    <a:pt x="1771944" y="2981204"/>
                  </a:lnTo>
                  <a:lnTo>
                    <a:pt x="1772038" y="2981204"/>
                  </a:lnTo>
                  <a:lnTo>
                    <a:pt x="1772132" y="2981204"/>
                  </a:lnTo>
                  <a:lnTo>
                    <a:pt x="1772226" y="2981204"/>
                  </a:lnTo>
                  <a:lnTo>
                    <a:pt x="1772320" y="2981204"/>
                  </a:lnTo>
                  <a:lnTo>
                    <a:pt x="1772414" y="2981204"/>
                  </a:lnTo>
                  <a:lnTo>
                    <a:pt x="1772509" y="2981204"/>
                  </a:lnTo>
                  <a:lnTo>
                    <a:pt x="1772603" y="2981204"/>
                  </a:lnTo>
                  <a:lnTo>
                    <a:pt x="1772697" y="2981204"/>
                  </a:lnTo>
                  <a:lnTo>
                    <a:pt x="1772791" y="2981204"/>
                  </a:lnTo>
                  <a:lnTo>
                    <a:pt x="1772885" y="2981204"/>
                  </a:lnTo>
                  <a:lnTo>
                    <a:pt x="1772979" y="2981204"/>
                  </a:lnTo>
                  <a:lnTo>
                    <a:pt x="1773074" y="2981204"/>
                  </a:lnTo>
                  <a:lnTo>
                    <a:pt x="1773168" y="2981204"/>
                  </a:lnTo>
                  <a:lnTo>
                    <a:pt x="1773262" y="2981204"/>
                  </a:lnTo>
                  <a:lnTo>
                    <a:pt x="1773356" y="2981204"/>
                  </a:lnTo>
                  <a:lnTo>
                    <a:pt x="1773450" y="2981204"/>
                  </a:lnTo>
                  <a:lnTo>
                    <a:pt x="1773544" y="2981204"/>
                  </a:lnTo>
                  <a:lnTo>
                    <a:pt x="1773638" y="2981204"/>
                  </a:lnTo>
                  <a:lnTo>
                    <a:pt x="1773733" y="2981204"/>
                  </a:lnTo>
                  <a:lnTo>
                    <a:pt x="1773827" y="2981204"/>
                  </a:lnTo>
                  <a:lnTo>
                    <a:pt x="1773921" y="2981204"/>
                  </a:lnTo>
                  <a:lnTo>
                    <a:pt x="1774015" y="2981204"/>
                  </a:lnTo>
                  <a:lnTo>
                    <a:pt x="1774109" y="2981204"/>
                  </a:lnTo>
                  <a:lnTo>
                    <a:pt x="1774203" y="2981204"/>
                  </a:lnTo>
                  <a:lnTo>
                    <a:pt x="1774298" y="2981204"/>
                  </a:lnTo>
                  <a:lnTo>
                    <a:pt x="1774392" y="2981204"/>
                  </a:lnTo>
                  <a:lnTo>
                    <a:pt x="1774486" y="2981204"/>
                  </a:lnTo>
                  <a:lnTo>
                    <a:pt x="1774580" y="2981204"/>
                  </a:lnTo>
                  <a:lnTo>
                    <a:pt x="1774674" y="2981204"/>
                  </a:lnTo>
                  <a:lnTo>
                    <a:pt x="1774768" y="2981204"/>
                  </a:lnTo>
                  <a:lnTo>
                    <a:pt x="1774862" y="2981204"/>
                  </a:lnTo>
                  <a:lnTo>
                    <a:pt x="1774957" y="2981204"/>
                  </a:lnTo>
                  <a:lnTo>
                    <a:pt x="1775051" y="2981204"/>
                  </a:lnTo>
                  <a:lnTo>
                    <a:pt x="1775145" y="2981204"/>
                  </a:lnTo>
                  <a:lnTo>
                    <a:pt x="1775239" y="2981204"/>
                  </a:lnTo>
                  <a:lnTo>
                    <a:pt x="1775333" y="2981204"/>
                  </a:lnTo>
                  <a:lnTo>
                    <a:pt x="1775427" y="2981204"/>
                  </a:lnTo>
                  <a:lnTo>
                    <a:pt x="1775521" y="2981204"/>
                  </a:lnTo>
                  <a:lnTo>
                    <a:pt x="1775616" y="2981204"/>
                  </a:lnTo>
                  <a:lnTo>
                    <a:pt x="1775710" y="2981204"/>
                  </a:lnTo>
                  <a:lnTo>
                    <a:pt x="1775804" y="2981204"/>
                  </a:lnTo>
                  <a:lnTo>
                    <a:pt x="1775898" y="2981204"/>
                  </a:lnTo>
                  <a:lnTo>
                    <a:pt x="1775992" y="2981204"/>
                  </a:lnTo>
                  <a:lnTo>
                    <a:pt x="1776086" y="2981204"/>
                  </a:lnTo>
                  <a:lnTo>
                    <a:pt x="1776181" y="2981204"/>
                  </a:lnTo>
                  <a:lnTo>
                    <a:pt x="1776275" y="2981204"/>
                  </a:lnTo>
                  <a:lnTo>
                    <a:pt x="1776369" y="2981204"/>
                  </a:lnTo>
                  <a:lnTo>
                    <a:pt x="1776463" y="2981204"/>
                  </a:lnTo>
                  <a:lnTo>
                    <a:pt x="1776557" y="2981204"/>
                  </a:lnTo>
                  <a:lnTo>
                    <a:pt x="1776651" y="2981204"/>
                  </a:lnTo>
                  <a:lnTo>
                    <a:pt x="1776745" y="2981204"/>
                  </a:lnTo>
                  <a:lnTo>
                    <a:pt x="1776840" y="2981204"/>
                  </a:lnTo>
                  <a:lnTo>
                    <a:pt x="1776934" y="2981204"/>
                  </a:lnTo>
                  <a:lnTo>
                    <a:pt x="1777028" y="2981204"/>
                  </a:lnTo>
                  <a:lnTo>
                    <a:pt x="1777122" y="2981204"/>
                  </a:lnTo>
                  <a:lnTo>
                    <a:pt x="1777216" y="2981204"/>
                  </a:lnTo>
                  <a:lnTo>
                    <a:pt x="1777310" y="2981204"/>
                  </a:lnTo>
                  <a:lnTo>
                    <a:pt x="1777405" y="2981204"/>
                  </a:lnTo>
                  <a:lnTo>
                    <a:pt x="1777499" y="2981204"/>
                  </a:lnTo>
                  <a:lnTo>
                    <a:pt x="1777593" y="2981204"/>
                  </a:lnTo>
                  <a:lnTo>
                    <a:pt x="1777687" y="2981204"/>
                  </a:lnTo>
                  <a:lnTo>
                    <a:pt x="1777781" y="2981204"/>
                  </a:lnTo>
                  <a:lnTo>
                    <a:pt x="1777875" y="2981204"/>
                  </a:lnTo>
                  <a:lnTo>
                    <a:pt x="1777969" y="2981204"/>
                  </a:lnTo>
                  <a:lnTo>
                    <a:pt x="1778064" y="2981204"/>
                  </a:lnTo>
                  <a:lnTo>
                    <a:pt x="1778158" y="2981204"/>
                  </a:lnTo>
                  <a:lnTo>
                    <a:pt x="1778252" y="2981204"/>
                  </a:lnTo>
                  <a:lnTo>
                    <a:pt x="1778346" y="2981204"/>
                  </a:lnTo>
                  <a:lnTo>
                    <a:pt x="1778440" y="2981204"/>
                  </a:lnTo>
                  <a:lnTo>
                    <a:pt x="1778534" y="2981204"/>
                  </a:lnTo>
                  <a:lnTo>
                    <a:pt x="1778629" y="2981204"/>
                  </a:lnTo>
                  <a:lnTo>
                    <a:pt x="1778723" y="2981204"/>
                  </a:lnTo>
                  <a:lnTo>
                    <a:pt x="1778817" y="2981204"/>
                  </a:lnTo>
                  <a:lnTo>
                    <a:pt x="1778911" y="2981204"/>
                  </a:lnTo>
                  <a:lnTo>
                    <a:pt x="1779005" y="2981204"/>
                  </a:lnTo>
                  <a:lnTo>
                    <a:pt x="1779099" y="2981204"/>
                  </a:lnTo>
                  <a:lnTo>
                    <a:pt x="1779193" y="2981204"/>
                  </a:lnTo>
                  <a:lnTo>
                    <a:pt x="1779288" y="2981204"/>
                  </a:lnTo>
                  <a:lnTo>
                    <a:pt x="1779382" y="2981204"/>
                  </a:lnTo>
                  <a:lnTo>
                    <a:pt x="1779476" y="2981204"/>
                  </a:lnTo>
                  <a:lnTo>
                    <a:pt x="1779570" y="2981204"/>
                  </a:lnTo>
                  <a:lnTo>
                    <a:pt x="1779664" y="2981204"/>
                  </a:lnTo>
                  <a:lnTo>
                    <a:pt x="1779758" y="2981204"/>
                  </a:lnTo>
                  <a:lnTo>
                    <a:pt x="1779852" y="2981204"/>
                  </a:lnTo>
                  <a:lnTo>
                    <a:pt x="1779947" y="2981204"/>
                  </a:lnTo>
                  <a:lnTo>
                    <a:pt x="1780041" y="2981204"/>
                  </a:lnTo>
                  <a:lnTo>
                    <a:pt x="1780135" y="2981204"/>
                  </a:lnTo>
                  <a:lnTo>
                    <a:pt x="1780229" y="2981204"/>
                  </a:lnTo>
                  <a:lnTo>
                    <a:pt x="1780323" y="2981204"/>
                  </a:lnTo>
                  <a:lnTo>
                    <a:pt x="1780417" y="2981204"/>
                  </a:lnTo>
                  <a:lnTo>
                    <a:pt x="1780512" y="2981204"/>
                  </a:lnTo>
                  <a:lnTo>
                    <a:pt x="1780606" y="2981204"/>
                  </a:lnTo>
                  <a:lnTo>
                    <a:pt x="1780700" y="2981204"/>
                  </a:lnTo>
                  <a:lnTo>
                    <a:pt x="1780794" y="2981204"/>
                  </a:lnTo>
                  <a:lnTo>
                    <a:pt x="1780888" y="2981204"/>
                  </a:lnTo>
                  <a:lnTo>
                    <a:pt x="1780982" y="2981204"/>
                  </a:lnTo>
                  <a:lnTo>
                    <a:pt x="1781076" y="2981204"/>
                  </a:lnTo>
                  <a:lnTo>
                    <a:pt x="1781171" y="2981204"/>
                  </a:lnTo>
                  <a:lnTo>
                    <a:pt x="1781265" y="2981204"/>
                  </a:lnTo>
                  <a:lnTo>
                    <a:pt x="1781359" y="2981204"/>
                  </a:lnTo>
                  <a:lnTo>
                    <a:pt x="1781453" y="2981204"/>
                  </a:lnTo>
                  <a:lnTo>
                    <a:pt x="1781547" y="2981204"/>
                  </a:lnTo>
                  <a:lnTo>
                    <a:pt x="1781641" y="2981204"/>
                  </a:lnTo>
                  <a:lnTo>
                    <a:pt x="1781736" y="2981204"/>
                  </a:lnTo>
                  <a:lnTo>
                    <a:pt x="1781830" y="2981204"/>
                  </a:lnTo>
                  <a:lnTo>
                    <a:pt x="1781924" y="2981204"/>
                  </a:lnTo>
                  <a:lnTo>
                    <a:pt x="1782018" y="2981204"/>
                  </a:lnTo>
                  <a:lnTo>
                    <a:pt x="1782112" y="2981204"/>
                  </a:lnTo>
                  <a:lnTo>
                    <a:pt x="1782206" y="2981204"/>
                  </a:lnTo>
                  <a:lnTo>
                    <a:pt x="1782300" y="2981204"/>
                  </a:lnTo>
                  <a:lnTo>
                    <a:pt x="1782395" y="2981204"/>
                  </a:lnTo>
                  <a:lnTo>
                    <a:pt x="1782489" y="2981204"/>
                  </a:lnTo>
                  <a:lnTo>
                    <a:pt x="1782583" y="2981204"/>
                  </a:lnTo>
                  <a:lnTo>
                    <a:pt x="1782677" y="2981204"/>
                  </a:lnTo>
                  <a:lnTo>
                    <a:pt x="1782771" y="2981204"/>
                  </a:lnTo>
                  <a:lnTo>
                    <a:pt x="1782865" y="2981204"/>
                  </a:lnTo>
                  <a:lnTo>
                    <a:pt x="1782960" y="2981204"/>
                  </a:lnTo>
                  <a:lnTo>
                    <a:pt x="1783054" y="2981204"/>
                  </a:lnTo>
                  <a:lnTo>
                    <a:pt x="1783148" y="2981204"/>
                  </a:lnTo>
                  <a:lnTo>
                    <a:pt x="1783242" y="2981204"/>
                  </a:lnTo>
                  <a:lnTo>
                    <a:pt x="1783336" y="2981204"/>
                  </a:lnTo>
                  <a:lnTo>
                    <a:pt x="1783430" y="2981204"/>
                  </a:lnTo>
                  <a:lnTo>
                    <a:pt x="1783524" y="2981204"/>
                  </a:lnTo>
                  <a:lnTo>
                    <a:pt x="1783619" y="2981204"/>
                  </a:lnTo>
                  <a:lnTo>
                    <a:pt x="1783713" y="2981204"/>
                  </a:lnTo>
                  <a:lnTo>
                    <a:pt x="1783807" y="2981204"/>
                  </a:lnTo>
                  <a:lnTo>
                    <a:pt x="1783901" y="2981204"/>
                  </a:lnTo>
                  <a:lnTo>
                    <a:pt x="1783995" y="2981204"/>
                  </a:lnTo>
                  <a:lnTo>
                    <a:pt x="1783995" y="2976293"/>
                  </a:lnTo>
                  <a:lnTo>
                    <a:pt x="1784089" y="2976293"/>
                  </a:lnTo>
                  <a:lnTo>
                    <a:pt x="1784183" y="2976293"/>
                  </a:lnTo>
                  <a:lnTo>
                    <a:pt x="1784278" y="2976293"/>
                  </a:lnTo>
                  <a:lnTo>
                    <a:pt x="1784372" y="2976293"/>
                  </a:lnTo>
                  <a:lnTo>
                    <a:pt x="1784466" y="2976293"/>
                  </a:lnTo>
                  <a:lnTo>
                    <a:pt x="1784560" y="2976293"/>
                  </a:lnTo>
                  <a:lnTo>
                    <a:pt x="1784654" y="2976293"/>
                  </a:lnTo>
                  <a:lnTo>
                    <a:pt x="1784748" y="2976293"/>
                  </a:lnTo>
                  <a:lnTo>
                    <a:pt x="1784843" y="2976293"/>
                  </a:lnTo>
                  <a:lnTo>
                    <a:pt x="1784937" y="2976293"/>
                  </a:lnTo>
                  <a:lnTo>
                    <a:pt x="1785031" y="2976293"/>
                  </a:lnTo>
                  <a:lnTo>
                    <a:pt x="1785125" y="2976293"/>
                  </a:lnTo>
                  <a:lnTo>
                    <a:pt x="1785219" y="2976293"/>
                  </a:lnTo>
                  <a:lnTo>
                    <a:pt x="1785313" y="2976293"/>
                  </a:lnTo>
                  <a:lnTo>
                    <a:pt x="1785407" y="2976293"/>
                  </a:lnTo>
                  <a:lnTo>
                    <a:pt x="1785502" y="2976293"/>
                  </a:lnTo>
                  <a:lnTo>
                    <a:pt x="1785596" y="2976293"/>
                  </a:lnTo>
                  <a:lnTo>
                    <a:pt x="1785690" y="2976293"/>
                  </a:lnTo>
                  <a:lnTo>
                    <a:pt x="1785784" y="2976293"/>
                  </a:lnTo>
                  <a:lnTo>
                    <a:pt x="1785878" y="2976293"/>
                  </a:lnTo>
                  <a:lnTo>
                    <a:pt x="1785972" y="2976293"/>
                  </a:lnTo>
                  <a:lnTo>
                    <a:pt x="1786067" y="2976293"/>
                  </a:lnTo>
                  <a:lnTo>
                    <a:pt x="1786161" y="2976293"/>
                  </a:lnTo>
                  <a:lnTo>
                    <a:pt x="1786255" y="2976293"/>
                  </a:lnTo>
                  <a:lnTo>
                    <a:pt x="1786349" y="2976293"/>
                  </a:lnTo>
                  <a:lnTo>
                    <a:pt x="1786443" y="2976293"/>
                  </a:lnTo>
                  <a:lnTo>
                    <a:pt x="1786537" y="2976293"/>
                  </a:lnTo>
                  <a:lnTo>
                    <a:pt x="1786631" y="2976293"/>
                  </a:lnTo>
                  <a:lnTo>
                    <a:pt x="1786726" y="2976293"/>
                  </a:lnTo>
                  <a:lnTo>
                    <a:pt x="1786820" y="2976293"/>
                  </a:lnTo>
                  <a:lnTo>
                    <a:pt x="1786914" y="2976293"/>
                  </a:lnTo>
                  <a:lnTo>
                    <a:pt x="1787008" y="2976293"/>
                  </a:lnTo>
                  <a:lnTo>
                    <a:pt x="1787102" y="2976293"/>
                  </a:lnTo>
                  <a:lnTo>
                    <a:pt x="1787196" y="2976293"/>
                  </a:lnTo>
                  <a:lnTo>
                    <a:pt x="1787291" y="2976293"/>
                  </a:lnTo>
                  <a:lnTo>
                    <a:pt x="1787385" y="2976293"/>
                  </a:lnTo>
                  <a:lnTo>
                    <a:pt x="1787479" y="2976293"/>
                  </a:lnTo>
                  <a:lnTo>
                    <a:pt x="1787573" y="2976293"/>
                  </a:lnTo>
                  <a:lnTo>
                    <a:pt x="1787667" y="2976293"/>
                  </a:lnTo>
                  <a:lnTo>
                    <a:pt x="1787761" y="2976293"/>
                  </a:lnTo>
                  <a:lnTo>
                    <a:pt x="1787855" y="2976293"/>
                  </a:lnTo>
                  <a:lnTo>
                    <a:pt x="1787950" y="2976293"/>
                  </a:lnTo>
                  <a:lnTo>
                    <a:pt x="1788044" y="2976293"/>
                  </a:lnTo>
                  <a:lnTo>
                    <a:pt x="1788138" y="2976293"/>
                  </a:lnTo>
                  <a:lnTo>
                    <a:pt x="1788232" y="2976293"/>
                  </a:lnTo>
                  <a:lnTo>
                    <a:pt x="1788326" y="2976293"/>
                  </a:lnTo>
                  <a:lnTo>
                    <a:pt x="1788420" y="2976293"/>
                  </a:lnTo>
                  <a:lnTo>
                    <a:pt x="1788514" y="2976293"/>
                  </a:lnTo>
                  <a:lnTo>
                    <a:pt x="1788609" y="2976293"/>
                  </a:lnTo>
                  <a:lnTo>
                    <a:pt x="1788703" y="2976293"/>
                  </a:lnTo>
                  <a:lnTo>
                    <a:pt x="1788797" y="2976293"/>
                  </a:lnTo>
                  <a:lnTo>
                    <a:pt x="1788891" y="2976293"/>
                  </a:lnTo>
                  <a:lnTo>
                    <a:pt x="1788985" y="2976293"/>
                  </a:lnTo>
                  <a:lnTo>
                    <a:pt x="1789079" y="2976293"/>
                  </a:lnTo>
                  <a:lnTo>
                    <a:pt x="1789174" y="2976293"/>
                  </a:lnTo>
                  <a:lnTo>
                    <a:pt x="1789268" y="2976293"/>
                  </a:lnTo>
                  <a:lnTo>
                    <a:pt x="1789362" y="2976293"/>
                  </a:lnTo>
                  <a:lnTo>
                    <a:pt x="1789456" y="2976293"/>
                  </a:lnTo>
                  <a:lnTo>
                    <a:pt x="1789550" y="2976293"/>
                  </a:lnTo>
                  <a:lnTo>
                    <a:pt x="1789644" y="2976293"/>
                  </a:lnTo>
                  <a:lnTo>
                    <a:pt x="1789738" y="2976293"/>
                  </a:lnTo>
                  <a:lnTo>
                    <a:pt x="1789833" y="2976293"/>
                  </a:lnTo>
                  <a:lnTo>
                    <a:pt x="1789927" y="2976293"/>
                  </a:lnTo>
                  <a:lnTo>
                    <a:pt x="1790021" y="2976293"/>
                  </a:lnTo>
                  <a:lnTo>
                    <a:pt x="1790115" y="2976293"/>
                  </a:lnTo>
                  <a:lnTo>
                    <a:pt x="1790209" y="2976293"/>
                  </a:lnTo>
                  <a:lnTo>
                    <a:pt x="1790303" y="2976293"/>
                  </a:lnTo>
                  <a:lnTo>
                    <a:pt x="1790398" y="2976293"/>
                  </a:lnTo>
                  <a:lnTo>
                    <a:pt x="1790492" y="2976293"/>
                  </a:lnTo>
                  <a:lnTo>
                    <a:pt x="1790586" y="2976293"/>
                  </a:lnTo>
                  <a:lnTo>
                    <a:pt x="1790680" y="2976293"/>
                  </a:lnTo>
                  <a:lnTo>
                    <a:pt x="1790774" y="2976293"/>
                  </a:lnTo>
                  <a:lnTo>
                    <a:pt x="1790868" y="2976293"/>
                  </a:lnTo>
                  <a:lnTo>
                    <a:pt x="1790962" y="2976293"/>
                  </a:lnTo>
                  <a:lnTo>
                    <a:pt x="1791057" y="2976293"/>
                  </a:lnTo>
                  <a:lnTo>
                    <a:pt x="1791057" y="2971381"/>
                  </a:lnTo>
                  <a:lnTo>
                    <a:pt x="1791151" y="2971381"/>
                  </a:lnTo>
                  <a:lnTo>
                    <a:pt x="1791245" y="2971381"/>
                  </a:lnTo>
                  <a:lnTo>
                    <a:pt x="1791339" y="2971381"/>
                  </a:lnTo>
                  <a:lnTo>
                    <a:pt x="1791433" y="2971381"/>
                  </a:lnTo>
                  <a:lnTo>
                    <a:pt x="1791527" y="2971381"/>
                  </a:lnTo>
                  <a:lnTo>
                    <a:pt x="1791622" y="2971381"/>
                  </a:lnTo>
                  <a:lnTo>
                    <a:pt x="1791716" y="2971381"/>
                  </a:lnTo>
                  <a:lnTo>
                    <a:pt x="1791810" y="2971381"/>
                  </a:lnTo>
                  <a:lnTo>
                    <a:pt x="1791904" y="2971381"/>
                  </a:lnTo>
                  <a:lnTo>
                    <a:pt x="1791998" y="2971381"/>
                  </a:lnTo>
                  <a:lnTo>
                    <a:pt x="1792092" y="2971381"/>
                  </a:lnTo>
                  <a:lnTo>
                    <a:pt x="1792186" y="2971381"/>
                  </a:lnTo>
                  <a:lnTo>
                    <a:pt x="1792281" y="2971381"/>
                  </a:lnTo>
                  <a:lnTo>
                    <a:pt x="1792375" y="2971381"/>
                  </a:lnTo>
                  <a:lnTo>
                    <a:pt x="1792469" y="2971381"/>
                  </a:lnTo>
                  <a:lnTo>
                    <a:pt x="1792563" y="2971381"/>
                  </a:lnTo>
                  <a:lnTo>
                    <a:pt x="1792657" y="2971381"/>
                  </a:lnTo>
                  <a:lnTo>
                    <a:pt x="1792751" y="2971381"/>
                  </a:lnTo>
                  <a:lnTo>
                    <a:pt x="1792845" y="2971381"/>
                  </a:lnTo>
                  <a:lnTo>
                    <a:pt x="1792940" y="2971381"/>
                  </a:lnTo>
                  <a:lnTo>
                    <a:pt x="1792940" y="2966470"/>
                  </a:lnTo>
                  <a:lnTo>
                    <a:pt x="1793034" y="2966470"/>
                  </a:lnTo>
                  <a:lnTo>
                    <a:pt x="1793128" y="2966470"/>
                  </a:lnTo>
                  <a:lnTo>
                    <a:pt x="1793222" y="2966470"/>
                  </a:lnTo>
                  <a:lnTo>
                    <a:pt x="1793316" y="2966470"/>
                  </a:lnTo>
                  <a:lnTo>
                    <a:pt x="1793410" y="2966470"/>
                  </a:lnTo>
                  <a:lnTo>
                    <a:pt x="1793505" y="2966470"/>
                  </a:lnTo>
                  <a:lnTo>
                    <a:pt x="1793599" y="2966470"/>
                  </a:lnTo>
                  <a:lnTo>
                    <a:pt x="1793693" y="2966470"/>
                  </a:lnTo>
                  <a:lnTo>
                    <a:pt x="1793787" y="2966470"/>
                  </a:lnTo>
                  <a:lnTo>
                    <a:pt x="1793881" y="2966470"/>
                  </a:lnTo>
                  <a:lnTo>
                    <a:pt x="1793975" y="2966470"/>
                  </a:lnTo>
                  <a:lnTo>
                    <a:pt x="1794069" y="2966470"/>
                  </a:lnTo>
                  <a:lnTo>
                    <a:pt x="1794164" y="2966470"/>
                  </a:lnTo>
                  <a:lnTo>
                    <a:pt x="1794258" y="2966470"/>
                  </a:lnTo>
                  <a:lnTo>
                    <a:pt x="1794352" y="2966470"/>
                  </a:lnTo>
                  <a:lnTo>
                    <a:pt x="1794446" y="2966470"/>
                  </a:lnTo>
                  <a:lnTo>
                    <a:pt x="1794540" y="2966470"/>
                  </a:lnTo>
                  <a:lnTo>
                    <a:pt x="1794634" y="2966470"/>
                  </a:lnTo>
                  <a:lnTo>
                    <a:pt x="1794729" y="2966470"/>
                  </a:lnTo>
                  <a:lnTo>
                    <a:pt x="1794823" y="2966470"/>
                  </a:lnTo>
                  <a:lnTo>
                    <a:pt x="1794917" y="2966470"/>
                  </a:lnTo>
                  <a:lnTo>
                    <a:pt x="1795011" y="2966470"/>
                  </a:lnTo>
                  <a:lnTo>
                    <a:pt x="1795105" y="2966470"/>
                  </a:lnTo>
                  <a:lnTo>
                    <a:pt x="1795199" y="2966470"/>
                  </a:lnTo>
                  <a:lnTo>
                    <a:pt x="1795293" y="2966470"/>
                  </a:lnTo>
                  <a:lnTo>
                    <a:pt x="1795388" y="2966470"/>
                  </a:lnTo>
                  <a:lnTo>
                    <a:pt x="1795482" y="2966470"/>
                  </a:lnTo>
                  <a:lnTo>
                    <a:pt x="1795576" y="2966470"/>
                  </a:lnTo>
                  <a:lnTo>
                    <a:pt x="1795670" y="2966470"/>
                  </a:lnTo>
                  <a:lnTo>
                    <a:pt x="1795764" y="2966470"/>
                  </a:lnTo>
                  <a:lnTo>
                    <a:pt x="1795858" y="2966470"/>
                  </a:lnTo>
                  <a:lnTo>
                    <a:pt x="1795953" y="2966470"/>
                  </a:lnTo>
                  <a:lnTo>
                    <a:pt x="1796047" y="2966470"/>
                  </a:lnTo>
                  <a:lnTo>
                    <a:pt x="1796141" y="2966470"/>
                  </a:lnTo>
                  <a:lnTo>
                    <a:pt x="1796235" y="2966470"/>
                  </a:lnTo>
                  <a:lnTo>
                    <a:pt x="1796329" y="2966470"/>
                  </a:lnTo>
                  <a:lnTo>
                    <a:pt x="1796423" y="2966470"/>
                  </a:lnTo>
                  <a:lnTo>
                    <a:pt x="1796517" y="2966470"/>
                  </a:lnTo>
                  <a:lnTo>
                    <a:pt x="1796612" y="2966470"/>
                  </a:lnTo>
                  <a:lnTo>
                    <a:pt x="1796706" y="2966470"/>
                  </a:lnTo>
                  <a:lnTo>
                    <a:pt x="1796800" y="2966470"/>
                  </a:lnTo>
                  <a:lnTo>
                    <a:pt x="1796894" y="2966470"/>
                  </a:lnTo>
                  <a:lnTo>
                    <a:pt x="1796988" y="2966470"/>
                  </a:lnTo>
                  <a:lnTo>
                    <a:pt x="1797082" y="2966470"/>
                  </a:lnTo>
                  <a:lnTo>
                    <a:pt x="1797176" y="2966470"/>
                  </a:lnTo>
                  <a:lnTo>
                    <a:pt x="1797271" y="2966470"/>
                  </a:lnTo>
                  <a:lnTo>
                    <a:pt x="1797365" y="2966470"/>
                  </a:lnTo>
                  <a:lnTo>
                    <a:pt x="1797459" y="2966470"/>
                  </a:lnTo>
                  <a:lnTo>
                    <a:pt x="1797553" y="2966470"/>
                  </a:lnTo>
                  <a:lnTo>
                    <a:pt x="1797647" y="2966470"/>
                  </a:lnTo>
                  <a:lnTo>
                    <a:pt x="1797741" y="2966470"/>
                  </a:lnTo>
                  <a:lnTo>
                    <a:pt x="1797836" y="2966470"/>
                  </a:lnTo>
                  <a:lnTo>
                    <a:pt x="1797930" y="2966470"/>
                  </a:lnTo>
                  <a:lnTo>
                    <a:pt x="1798024" y="2966470"/>
                  </a:lnTo>
                  <a:lnTo>
                    <a:pt x="1798118" y="2966470"/>
                  </a:lnTo>
                  <a:lnTo>
                    <a:pt x="1798212" y="2966470"/>
                  </a:lnTo>
                  <a:lnTo>
                    <a:pt x="1798306" y="2966470"/>
                  </a:lnTo>
                  <a:lnTo>
                    <a:pt x="1798400" y="2966470"/>
                  </a:lnTo>
                  <a:lnTo>
                    <a:pt x="1798495" y="2966470"/>
                  </a:lnTo>
                  <a:lnTo>
                    <a:pt x="1798589" y="2966470"/>
                  </a:lnTo>
                  <a:lnTo>
                    <a:pt x="1798683" y="2966470"/>
                  </a:lnTo>
                  <a:lnTo>
                    <a:pt x="1798777" y="2966470"/>
                  </a:lnTo>
                  <a:lnTo>
                    <a:pt x="1798871" y="2966470"/>
                  </a:lnTo>
                  <a:lnTo>
                    <a:pt x="1798965" y="2966470"/>
                  </a:lnTo>
                  <a:lnTo>
                    <a:pt x="1799060" y="2966470"/>
                  </a:lnTo>
                  <a:lnTo>
                    <a:pt x="1799154" y="2966470"/>
                  </a:lnTo>
                  <a:lnTo>
                    <a:pt x="1799248" y="2966470"/>
                  </a:lnTo>
                  <a:lnTo>
                    <a:pt x="1799342" y="2966470"/>
                  </a:lnTo>
                  <a:lnTo>
                    <a:pt x="1799436" y="2966470"/>
                  </a:lnTo>
                  <a:lnTo>
                    <a:pt x="1799530" y="2966470"/>
                  </a:lnTo>
                  <a:lnTo>
                    <a:pt x="1799624" y="2966470"/>
                  </a:lnTo>
                  <a:lnTo>
                    <a:pt x="1799719" y="2966470"/>
                  </a:lnTo>
                  <a:lnTo>
                    <a:pt x="1799719" y="2961559"/>
                  </a:lnTo>
                  <a:lnTo>
                    <a:pt x="1799813" y="2961559"/>
                  </a:lnTo>
                  <a:lnTo>
                    <a:pt x="1799907" y="2961559"/>
                  </a:lnTo>
                  <a:lnTo>
                    <a:pt x="1800001" y="2961559"/>
                  </a:lnTo>
                  <a:lnTo>
                    <a:pt x="1800095" y="2961559"/>
                  </a:lnTo>
                  <a:lnTo>
                    <a:pt x="1800189" y="2961559"/>
                  </a:lnTo>
                  <a:lnTo>
                    <a:pt x="1800284" y="2961559"/>
                  </a:lnTo>
                  <a:lnTo>
                    <a:pt x="1800378" y="2961559"/>
                  </a:lnTo>
                  <a:lnTo>
                    <a:pt x="1800472" y="2961559"/>
                  </a:lnTo>
                  <a:lnTo>
                    <a:pt x="1800566" y="2961559"/>
                  </a:lnTo>
                  <a:lnTo>
                    <a:pt x="1800660" y="2961559"/>
                  </a:lnTo>
                  <a:lnTo>
                    <a:pt x="1800754" y="2961559"/>
                  </a:lnTo>
                  <a:lnTo>
                    <a:pt x="1800848" y="2961559"/>
                  </a:lnTo>
                  <a:lnTo>
                    <a:pt x="1800848" y="2956647"/>
                  </a:lnTo>
                  <a:lnTo>
                    <a:pt x="1800943" y="2956647"/>
                  </a:lnTo>
                  <a:lnTo>
                    <a:pt x="1801037" y="2956647"/>
                  </a:lnTo>
                  <a:lnTo>
                    <a:pt x="1801131" y="2956647"/>
                  </a:lnTo>
                  <a:lnTo>
                    <a:pt x="1801225" y="2956647"/>
                  </a:lnTo>
                  <a:lnTo>
                    <a:pt x="1801319" y="2956647"/>
                  </a:lnTo>
                  <a:lnTo>
                    <a:pt x="1801413" y="2956647"/>
                  </a:lnTo>
                  <a:lnTo>
                    <a:pt x="1801507" y="2956647"/>
                  </a:lnTo>
                  <a:lnTo>
                    <a:pt x="1801602" y="2956647"/>
                  </a:lnTo>
                  <a:lnTo>
                    <a:pt x="1801696" y="2956647"/>
                  </a:lnTo>
                  <a:lnTo>
                    <a:pt x="1801696" y="2951736"/>
                  </a:lnTo>
                  <a:lnTo>
                    <a:pt x="1801790" y="2951736"/>
                  </a:lnTo>
                  <a:lnTo>
                    <a:pt x="1801884" y="2951736"/>
                  </a:lnTo>
                  <a:lnTo>
                    <a:pt x="1801978" y="2951736"/>
                  </a:lnTo>
                  <a:lnTo>
                    <a:pt x="1802072" y="2951736"/>
                  </a:lnTo>
                  <a:lnTo>
                    <a:pt x="1802167" y="2951736"/>
                  </a:lnTo>
                  <a:lnTo>
                    <a:pt x="1802261" y="2951736"/>
                  </a:lnTo>
                  <a:lnTo>
                    <a:pt x="1802355" y="2951736"/>
                  </a:lnTo>
                  <a:lnTo>
                    <a:pt x="1802449" y="2951736"/>
                  </a:lnTo>
                  <a:lnTo>
                    <a:pt x="1802543" y="2951736"/>
                  </a:lnTo>
                  <a:lnTo>
                    <a:pt x="1802637" y="2951736"/>
                  </a:lnTo>
                  <a:lnTo>
                    <a:pt x="1802731" y="2951736"/>
                  </a:lnTo>
                  <a:lnTo>
                    <a:pt x="1802826" y="2951736"/>
                  </a:lnTo>
                  <a:lnTo>
                    <a:pt x="1802920" y="2951736"/>
                  </a:lnTo>
                  <a:lnTo>
                    <a:pt x="1803014" y="2951736"/>
                  </a:lnTo>
                  <a:lnTo>
                    <a:pt x="1803108" y="2951736"/>
                  </a:lnTo>
                  <a:lnTo>
                    <a:pt x="1803202" y="2951736"/>
                  </a:lnTo>
                  <a:lnTo>
                    <a:pt x="1803296" y="2951736"/>
                  </a:lnTo>
                  <a:lnTo>
                    <a:pt x="1803391" y="2951736"/>
                  </a:lnTo>
                  <a:lnTo>
                    <a:pt x="1803485" y="2951736"/>
                  </a:lnTo>
                  <a:lnTo>
                    <a:pt x="1803579" y="2951736"/>
                  </a:lnTo>
                  <a:lnTo>
                    <a:pt x="1803673" y="2951736"/>
                  </a:lnTo>
                  <a:lnTo>
                    <a:pt x="1803767" y="2951736"/>
                  </a:lnTo>
                  <a:lnTo>
                    <a:pt x="1803861" y="2951736"/>
                  </a:lnTo>
                  <a:lnTo>
                    <a:pt x="1803955" y="2951736"/>
                  </a:lnTo>
                  <a:lnTo>
                    <a:pt x="1804050" y="2951736"/>
                  </a:lnTo>
                  <a:lnTo>
                    <a:pt x="1804144" y="2951736"/>
                  </a:lnTo>
                  <a:lnTo>
                    <a:pt x="1804238" y="2951736"/>
                  </a:lnTo>
                  <a:lnTo>
                    <a:pt x="1804332" y="2951736"/>
                  </a:lnTo>
                  <a:lnTo>
                    <a:pt x="1804426" y="2951736"/>
                  </a:lnTo>
                  <a:lnTo>
                    <a:pt x="1804520" y="2951736"/>
                  </a:lnTo>
                  <a:lnTo>
                    <a:pt x="1804520" y="2946824"/>
                  </a:lnTo>
                  <a:lnTo>
                    <a:pt x="1804615" y="2946824"/>
                  </a:lnTo>
                  <a:lnTo>
                    <a:pt x="1804615" y="2941913"/>
                  </a:lnTo>
                  <a:lnTo>
                    <a:pt x="1804709" y="2941913"/>
                  </a:lnTo>
                  <a:lnTo>
                    <a:pt x="1804803" y="2941913"/>
                  </a:lnTo>
                  <a:lnTo>
                    <a:pt x="1804897" y="2941913"/>
                  </a:lnTo>
                  <a:lnTo>
                    <a:pt x="1804991" y="2941913"/>
                  </a:lnTo>
                  <a:lnTo>
                    <a:pt x="1805085" y="2941913"/>
                  </a:lnTo>
                  <a:lnTo>
                    <a:pt x="1805179" y="2941913"/>
                  </a:lnTo>
                  <a:lnTo>
                    <a:pt x="1805274" y="2941913"/>
                  </a:lnTo>
                  <a:lnTo>
                    <a:pt x="1805368" y="2941913"/>
                  </a:lnTo>
                  <a:lnTo>
                    <a:pt x="1805462" y="2941913"/>
                  </a:lnTo>
                  <a:lnTo>
                    <a:pt x="1805556" y="2941913"/>
                  </a:lnTo>
                  <a:lnTo>
                    <a:pt x="1805650" y="2941913"/>
                  </a:lnTo>
                  <a:lnTo>
                    <a:pt x="1805744" y="2941913"/>
                  </a:lnTo>
                  <a:lnTo>
                    <a:pt x="1805838" y="2941913"/>
                  </a:lnTo>
                  <a:lnTo>
                    <a:pt x="1805933" y="2941913"/>
                  </a:lnTo>
                  <a:lnTo>
                    <a:pt x="1806027" y="2941913"/>
                  </a:lnTo>
                  <a:lnTo>
                    <a:pt x="1806121" y="2941913"/>
                  </a:lnTo>
                  <a:lnTo>
                    <a:pt x="1806215" y="2941913"/>
                  </a:lnTo>
                  <a:lnTo>
                    <a:pt x="1806309" y="2941913"/>
                  </a:lnTo>
                  <a:lnTo>
                    <a:pt x="1806403" y="2941913"/>
                  </a:lnTo>
                  <a:lnTo>
                    <a:pt x="1806498" y="2941913"/>
                  </a:lnTo>
                  <a:lnTo>
                    <a:pt x="1806592" y="2941913"/>
                  </a:lnTo>
                  <a:lnTo>
                    <a:pt x="1806686" y="2941913"/>
                  </a:lnTo>
                  <a:lnTo>
                    <a:pt x="1806780" y="2941913"/>
                  </a:lnTo>
                  <a:lnTo>
                    <a:pt x="1806874" y="2941913"/>
                  </a:lnTo>
                  <a:lnTo>
                    <a:pt x="1806968" y="2941913"/>
                  </a:lnTo>
                  <a:lnTo>
                    <a:pt x="1807062" y="2941913"/>
                  </a:lnTo>
                  <a:lnTo>
                    <a:pt x="1807157" y="2941913"/>
                  </a:lnTo>
                  <a:lnTo>
                    <a:pt x="1807251" y="2941913"/>
                  </a:lnTo>
                  <a:lnTo>
                    <a:pt x="1807345" y="2941913"/>
                  </a:lnTo>
                  <a:lnTo>
                    <a:pt x="1807439" y="2941913"/>
                  </a:lnTo>
                  <a:lnTo>
                    <a:pt x="1807533" y="2941913"/>
                  </a:lnTo>
                  <a:lnTo>
                    <a:pt x="1807627" y="2941913"/>
                  </a:lnTo>
                  <a:lnTo>
                    <a:pt x="1807722" y="2941913"/>
                  </a:lnTo>
                  <a:lnTo>
                    <a:pt x="1807816" y="2941913"/>
                  </a:lnTo>
                  <a:lnTo>
                    <a:pt x="1807910" y="2941913"/>
                  </a:lnTo>
                  <a:lnTo>
                    <a:pt x="1808004" y="2941913"/>
                  </a:lnTo>
                  <a:lnTo>
                    <a:pt x="1808098" y="2941913"/>
                  </a:lnTo>
                  <a:lnTo>
                    <a:pt x="1808192" y="2941913"/>
                  </a:lnTo>
                  <a:lnTo>
                    <a:pt x="1808286" y="2941913"/>
                  </a:lnTo>
                  <a:lnTo>
                    <a:pt x="1808381" y="2941913"/>
                  </a:lnTo>
                  <a:lnTo>
                    <a:pt x="1808475" y="2941913"/>
                  </a:lnTo>
                  <a:lnTo>
                    <a:pt x="1808569" y="2941913"/>
                  </a:lnTo>
                  <a:lnTo>
                    <a:pt x="1808663" y="2941913"/>
                  </a:lnTo>
                  <a:lnTo>
                    <a:pt x="1808757" y="2941913"/>
                  </a:lnTo>
                  <a:lnTo>
                    <a:pt x="1808851" y="2941913"/>
                  </a:lnTo>
                  <a:lnTo>
                    <a:pt x="1808946" y="2941913"/>
                  </a:lnTo>
                  <a:lnTo>
                    <a:pt x="1809040" y="2941913"/>
                  </a:lnTo>
                  <a:lnTo>
                    <a:pt x="1809134" y="2941913"/>
                  </a:lnTo>
                  <a:lnTo>
                    <a:pt x="1809228" y="2941913"/>
                  </a:lnTo>
                  <a:lnTo>
                    <a:pt x="1809322" y="2941913"/>
                  </a:lnTo>
                  <a:lnTo>
                    <a:pt x="1809416" y="2941913"/>
                  </a:lnTo>
                  <a:lnTo>
                    <a:pt x="1809510" y="2941913"/>
                  </a:lnTo>
                  <a:lnTo>
                    <a:pt x="1809605" y="2941913"/>
                  </a:lnTo>
                  <a:lnTo>
                    <a:pt x="1809699" y="2941913"/>
                  </a:lnTo>
                  <a:lnTo>
                    <a:pt x="1809793" y="2941913"/>
                  </a:lnTo>
                  <a:lnTo>
                    <a:pt x="1809887" y="2941913"/>
                  </a:lnTo>
                  <a:lnTo>
                    <a:pt x="1809981" y="2941913"/>
                  </a:lnTo>
                  <a:lnTo>
                    <a:pt x="1810075" y="2941913"/>
                  </a:lnTo>
                  <a:lnTo>
                    <a:pt x="1810169" y="2941913"/>
                  </a:lnTo>
                  <a:lnTo>
                    <a:pt x="1810264" y="2941913"/>
                  </a:lnTo>
                  <a:lnTo>
                    <a:pt x="1810358" y="2941913"/>
                  </a:lnTo>
                  <a:lnTo>
                    <a:pt x="1810452" y="2941913"/>
                  </a:lnTo>
                  <a:lnTo>
                    <a:pt x="1810546" y="2941913"/>
                  </a:lnTo>
                  <a:lnTo>
                    <a:pt x="1810640" y="2941913"/>
                  </a:lnTo>
                  <a:lnTo>
                    <a:pt x="1810734" y="2941913"/>
                  </a:lnTo>
                  <a:lnTo>
                    <a:pt x="1810829" y="2941913"/>
                  </a:lnTo>
                  <a:lnTo>
                    <a:pt x="1810923" y="2941913"/>
                  </a:lnTo>
                  <a:lnTo>
                    <a:pt x="1811017" y="2941913"/>
                  </a:lnTo>
                  <a:lnTo>
                    <a:pt x="1811111" y="2941913"/>
                  </a:lnTo>
                  <a:lnTo>
                    <a:pt x="1811205" y="2941913"/>
                  </a:lnTo>
                  <a:lnTo>
                    <a:pt x="1811299" y="2941913"/>
                  </a:lnTo>
                  <a:lnTo>
                    <a:pt x="1811393" y="2941913"/>
                  </a:lnTo>
                  <a:lnTo>
                    <a:pt x="1811488" y="2941913"/>
                  </a:lnTo>
                  <a:lnTo>
                    <a:pt x="1811582" y="2941913"/>
                  </a:lnTo>
                  <a:lnTo>
                    <a:pt x="1811676" y="2941913"/>
                  </a:lnTo>
                  <a:lnTo>
                    <a:pt x="1811770" y="2941913"/>
                  </a:lnTo>
                  <a:lnTo>
                    <a:pt x="1811864" y="2941913"/>
                  </a:lnTo>
                  <a:lnTo>
                    <a:pt x="1811958" y="2941913"/>
                  </a:lnTo>
                  <a:lnTo>
                    <a:pt x="1812053" y="2941913"/>
                  </a:lnTo>
                  <a:lnTo>
                    <a:pt x="1812147" y="2941913"/>
                  </a:lnTo>
                  <a:lnTo>
                    <a:pt x="1812241" y="2941913"/>
                  </a:lnTo>
                  <a:lnTo>
                    <a:pt x="1812335" y="2941913"/>
                  </a:lnTo>
                  <a:lnTo>
                    <a:pt x="1812429" y="2941913"/>
                  </a:lnTo>
                  <a:lnTo>
                    <a:pt x="1812523" y="2941913"/>
                  </a:lnTo>
                  <a:lnTo>
                    <a:pt x="1812617" y="2941913"/>
                  </a:lnTo>
                  <a:lnTo>
                    <a:pt x="1812712" y="2941913"/>
                  </a:lnTo>
                  <a:lnTo>
                    <a:pt x="1812806" y="2941913"/>
                  </a:lnTo>
                  <a:lnTo>
                    <a:pt x="1812900" y="2941913"/>
                  </a:lnTo>
                  <a:lnTo>
                    <a:pt x="1812900" y="2937002"/>
                  </a:lnTo>
                  <a:lnTo>
                    <a:pt x="1812994" y="2937002"/>
                  </a:lnTo>
                  <a:lnTo>
                    <a:pt x="1813088" y="2937002"/>
                  </a:lnTo>
                  <a:lnTo>
                    <a:pt x="1813182" y="2937002"/>
                  </a:lnTo>
                  <a:lnTo>
                    <a:pt x="1813277" y="2937002"/>
                  </a:lnTo>
                  <a:lnTo>
                    <a:pt x="1813371" y="2937002"/>
                  </a:lnTo>
                  <a:lnTo>
                    <a:pt x="1813371" y="2932090"/>
                  </a:lnTo>
                  <a:lnTo>
                    <a:pt x="1813465" y="2932090"/>
                  </a:lnTo>
                  <a:lnTo>
                    <a:pt x="1813559" y="2932090"/>
                  </a:lnTo>
                  <a:lnTo>
                    <a:pt x="1813653" y="2932090"/>
                  </a:lnTo>
                  <a:lnTo>
                    <a:pt x="1813747" y="2932090"/>
                  </a:lnTo>
                  <a:lnTo>
                    <a:pt x="1813841" y="2932090"/>
                  </a:lnTo>
                  <a:lnTo>
                    <a:pt x="1813936" y="2932090"/>
                  </a:lnTo>
                  <a:lnTo>
                    <a:pt x="1814030" y="2932090"/>
                  </a:lnTo>
                  <a:lnTo>
                    <a:pt x="1814124" y="2932090"/>
                  </a:lnTo>
                  <a:lnTo>
                    <a:pt x="1814218" y="2932090"/>
                  </a:lnTo>
                  <a:lnTo>
                    <a:pt x="1814312" y="2932090"/>
                  </a:lnTo>
                  <a:lnTo>
                    <a:pt x="1814406" y="2932090"/>
                  </a:lnTo>
                  <a:lnTo>
                    <a:pt x="1814500" y="2932090"/>
                  </a:lnTo>
                  <a:lnTo>
                    <a:pt x="1814595" y="2932090"/>
                  </a:lnTo>
                  <a:lnTo>
                    <a:pt x="1814689" y="2932090"/>
                  </a:lnTo>
                  <a:lnTo>
                    <a:pt x="1814783" y="2932090"/>
                  </a:lnTo>
                  <a:lnTo>
                    <a:pt x="1814877" y="2932090"/>
                  </a:lnTo>
                  <a:lnTo>
                    <a:pt x="1814971" y="2932090"/>
                  </a:lnTo>
                  <a:lnTo>
                    <a:pt x="1815065" y="2932090"/>
                  </a:lnTo>
                  <a:lnTo>
                    <a:pt x="1815160" y="2932090"/>
                  </a:lnTo>
                  <a:lnTo>
                    <a:pt x="1815254" y="2932090"/>
                  </a:lnTo>
                  <a:lnTo>
                    <a:pt x="1815348" y="2932090"/>
                  </a:lnTo>
                  <a:lnTo>
                    <a:pt x="1815442" y="2932090"/>
                  </a:lnTo>
                  <a:lnTo>
                    <a:pt x="1815536" y="2932090"/>
                  </a:lnTo>
                  <a:lnTo>
                    <a:pt x="1815630" y="2932090"/>
                  </a:lnTo>
                  <a:lnTo>
                    <a:pt x="1815724" y="2932090"/>
                  </a:lnTo>
                  <a:lnTo>
                    <a:pt x="1815819" y="2932090"/>
                  </a:lnTo>
                  <a:lnTo>
                    <a:pt x="1815913" y="2932090"/>
                  </a:lnTo>
                  <a:lnTo>
                    <a:pt x="1816007" y="2932090"/>
                  </a:lnTo>
                  <a:lnTo>
                    <a:pt x="1816101" y="2932090"/>
                  </a:lnTo>
                  <a:lnTo>
                    <a:pt x="1816195" y="2932090"/>
                  </a:lnTo>
                  <a:lnTo>
                    <a:pt x="1816289" y="2932090"/>
                  </a:lnTo>
                  <a:lnTo>
                    <a:pt x="1816384" y="2932090"/>
                  </a:lnTo>
                  <a:lnTo>
                    <a:pt x="1816478" y="2932090"/>
                  </a:lnTo>
                  <a:lnTo>
                    <a:pt x="1816572" y="2932090"/>
                  </a:lnTo>
                  <a:lnTo>
                    <a:pt x="1816666" y="2932090"/>
                  </a:lnTo>
                  <a:lnTo>
                    <a:pt x="1816760" y="2932090"/>
                  </a:lnTo>
                  <a:lnTo>
                    <a:pt x="1816854" y="2932090"/>
                  </a:lnTo>
                  <a:lnTo>
                    <a:pt x="1816948" y="2932090"/>
                  </a:lnTo>
                  <a:lnTo>
                    <a:pt x="1817043" y="2932090"/>
                  </a:lnTo>
                  <a:lnTo>
                    <a:pt x="1817137" y="2932090"/>
                  </a:lnTo>
                  <a:lnTo>
                    <a:pt x="1817231" y="2932090"/>
                  </a:lnTo>
                  <a:lnTo>
                    <a:pt x="1817325" y="2932090"/>
                  </a:lnTo>
                  <a:lnTo>
                    <a:pt x="1817419" y="2932090"/>
                  </a:lnTo>
                  <a:lnTo>
                    <a:pt x="1817513" y="2932090"/>
                  </a:lnTo>
                  <a:lnTo>
                    <a:pt x="1817608" y="2932090"/>
                  </a:lnTo>
                  <a:lnTo>
                    <a:pt x="1817702" y="2932090"/>
                  </a:lnTo>
                  <a:lnTo>
                    <a:pt x="1817796" y="2932090"/>
                  </a:lnTo>
                  <a:lnTo>
                    <a:pt x="1817890" y="2932090"/>
                  </a:lnTo>
                  <a:lnTo>
                    <a:pt x="1817984" y="2932090"/>
                  </a:lnTo>
                  <a:lnTo>
                    <a:pt x="1818078" y="2932090"/>
                  </a:lnTo>
                  <a:lnTo>
                    <a:pt x="1818172" y="2932090"/>
                  </a:lnTo>
                  <a:lnTo>
                    <a:pt x="1818267" y="2932090"/>
                  </a:lnTo>
                  <a:lnTo>
                    <a:pt x="1818361" y="2932090"/>
                  </a:lnTo>
                  <a:lnTo>
                    <a:pt x="1818455" y="2932090"/>
                  </a:lnTo>
                  <a:lnTo>
                    <a:pt x="1818549" y="2932090"/>
                  </a:lnTo>
                  <a:lnTo>
                    <a:pt x="1818643" y="2932090"/>
                  </a:lnTo>
                  <a:lnTo>
                    <a:pt x="1818737" y="2932090"/>
                  </a:lnTo>
                  <a:lnTo>
                    <a:pt x="1818831" y="2932090"/>
                  </a:lnTo>
                  <a:lnTo>
                    <a:pt x="1818926" y="2932090"/>
                  </a:lnTo>
                  <a:lnTo>
                    <a:pt x="1819020" y="2932090"/>
                  </a:lnTo>
                  <a:lnTo>
                    <a:pt x="1819114" y="2932090"/>
                  </a:lnTo>
                  <a:lnTo>
                    <a:pt x="1819208" y="2932090"/>
                  </a:lnTo>
                  <a:lnTo>
                    <a:pt x="1819302" y="2932090"/>
                  </a:lnTo>
                  <a:lnTo>
                    <a:pt x="1819396" y="2932090"/>
                  </a:lnTo>
                  <a:lnTo>
                    <a:pt x="1819491" y="2932090"/>
                  </a:lnTo>
                  <a:lnTo>
                    <a:pt x="1819585" y="2932090"/>
                  </a:lnTo>
                  <a:lnTo>
                    <a:pt x="1819679" y="2932090"/>
                  </a:lnTo>
                  <a:lnTo>
                    <a:pt x="1819773" y="2932090"/>
                  </a:lnTo>
                  <a:lnTo>
                    <a:pt x="1819867" y="2932090"/>
                  </a:lnTo>
                  <a:lnTo>
                    <a:pt x="1819961" y="2932090"/>
                  </a:lnTo>
                  <a:lnTo>
                    <a:pt x="1820055" y="2932090"/>
                  </a:lnTo>
                  <a:lnTo>
                    <a:pt x="1820150" y="2932090"/>
                  </a:lnTo>
                  <a:lnTo>
                    <a:pt x="1820244" y="2932090"/>
                  </a:lnTo>
                  <a:lnTo>
                    <a:pt x="1820338" y="2932090"/>
                  </a:lnTo>
                  <a:lnTo>
                    <a:pt x="1820432" y="2932090"/>
                  </a:lnTo>
                  <a:lnTo>
                    <a:pt x="1820526" y="2932090"/>
                  </a:lnTo>
                  <a:lnTo>
                    <a:pt x="1820620" y="2932090"/>
                  </a:lnTo>
                  <a:lnTo>
                    <a:pt x="1820715" y="2932090"/>
                  </a:lnTo>
                  <a:lnTo>
                    <a:pt x="1820809" y="2932090"/>
                  </a:lnTo>
                  <a:lnTo>
                    <a:pt x="1820809" y="2927179"/>
                  </a:lnTo>
                  <a:lnTo>
                    <a:pt x="1820809" y="2922268"/>
                  </a:lnTo>
                  <a:lnTo>
                    <a:pt x="1820903" y="2922268"/>
                  </a:lnTo>
                  <a:lnTo>
                    <a:pt x="1820997" y="2922268"/>
                  </a:lnTo>
                  <a:lnTo>
                    <a:pt x="1821091" y="2922268"/>
                  </a:lnTo>
                  <a:lnTo>
                    <a:pt x="1821185" y="2922268"/>
                  </a:lnTo>
                  <a:lnTo>
                    <a:pt x="1821279" y="2922268"/>
                  </a:lnTo>
                  <a:lnTo>
                    <a:pt x="1821374" y="2922268"/>
                  </a:lnTo>
                  <a:lnTo>
                    <a:pt x="1821468" y="2922268"/>
                  </a:lnTo>
                  <a:lnTo>
                    <a:pt x="1821562" y="2922268"/>
                  </a:lnTo>
                  <a:lnTo>
                    <a:pt x="1821656" y="2922268"/>
                  </a:lnTo>
                  <a:lnTo>
                    <a:pt x="1821750" y="2922268"/>
                  </a:lnTo>
                  <a:lnTo>
                    <a:pt x="1821844" y="2922268"/>
                  </a:lnTo>
                  <a:lnTo>
                    <a:pt x="1821939" y="2922268"/>
                  </a:lnTo>
                  <a:lnTo>
                    <a:pt x="1822033" y="2922268"/>
                  </a:lnTo>
                  <a:lnTo>
                    <a:pt x="1822127" y="2922268"/>
                  </a:lnTo>
                  <a:lnTo>
                    <a:pt x="1822221" y="2922268"/>
                  </a:lnTo>
                  <a:lnTo>
                    <a:pt x="1822315" y="2922268"/>
                  </a:lnTo>
                  <a:lnTo>
                    <a:pt x="1822409" y="2922268"/>
                  </a:lnTo>
                  <a:lnTo>
                    <a:pt x="1822503" y="2922268"/>
                  </a:lnTo>
                  <a:lnTo>
                    <a:pt x="1822598" y="2922268"/>
                  </a:lnTo>
                  <a:lnTo>
                    <a:pt x="1822692" y="2922268"/>
                  </a:lnTo>
                  <a:lnTo>
                    <a:pt x="1822786" y="2922268"/>
                  </a:lnTo>
                  <a:lnTo>
                    <a:pt x="1822880" y="2922268"/>
                  </a:lnTo>
                  <a:lnTo>
                    <a:pt x="1822974" y="2922268"/>
                  </a:lnTo>
                  <a:lnTo>
                    <a:pt x="1823068" y="2922268"/>
                  </a:lnTo>
                  <a:lnTo>
                    <a:pt x="1823162" y="2922268"/>
                  </a:lnTo>
                  <a:lnTo>
                    <a:pt x="1823257" y="2922268"/>
                  </a:lnTo>
                  <a:lnTo>
                    <a:pt x="1823351" y="2922268"/>
                  </a:lnTo>
                  <a:lnTo>
                    <a:pt x="1823445" y="2922268"/>
                  </a:lnTo>
                  <a:lnTo>
                    <a:pt x="1823539" y="2922268"/>
                  </a:lnTo>
                  <a:lnTo>
                    <a:pt x="1823633" y="2922268"/>
                  </a:lnTo>
                  <a:lnTo>
                    <a:pt x="1823727" y="2922268"/>
                  </a:lnTo>
                  <a:lnTo>
                    <a:pt x="1823822" y="2922268"/>
                  </a:lnTo>
                  <a:lnTo>
                    <a:pt x="1823916" y="2922268"/>
                  </a:lnTo>
                  <a:lnTo>
                    <a:pt x="1824010" y="2922268"/>
                  </a:lnTo>
                  <a:lnTo>
                    <a:pt x="1824104" y="2922268"/>
                  </a:lnTo>
                  <a:lnTo>
                    <a:pt x="1824198" y="2922268"/>
                  </a:lnTo>
                  <a:lnTo>
                    <a:pt x="1824292" y="2922268"/>
                  </a:lnTo>
                  <a:lnTo>
                    <a:pt x="1824386" y="2922268"/>
                  </a:lnTo>
                  <a:lnTo>
                    <a:pt x="1824481" y="2922268"/>
                  </a:lnTo>
                  <a:lnTo>
                    <a:pt x="1824575" y="2922268"/>
                  </a:lnTo>
                  <a:lnTo>
                    <a:pt x="1824669" y="2922268"/>
                  </a:lnTo>
                  <a:lnTo>
                    <a:pt x="1824763" y="2922268"/>
                  </a:lnTo>
                  <a:lnTo>
                    <a:pt x="1824857" y="2922268"/>
                  </a:lnTo>
                  <a:lnTo>
                    <a:pt x="1824951" y="2922268"/>
                  </a:lnTo>
                  <a:lnTo>
                    <a:pt x="1824951" y="2917356"/>
                  </a:lnTo>
                  <a:lnTo>
                    <a:pt x="1825046" y="2917356"/>
                  </a:lnTo>
                  <a:lnTo>
                    <a:pt x="1825140" y="2917356"/>
                  </a:lnTo>
                  <a:lnTo>
                    <a:pt x="1825234" y="2917356"/>
                  </a:lnTo>
                  <a:lnTo>
                    <a:pt x="1825328" y="2917356"/>
                  </a:lnTo>
                  <a:lnTo>
                    <a:pt x="1825422" y="2917356"/>
                  </a:lnTo>
                  <a:lnTo>
                    <a:pt x="1825516" y="2917356"/>
                  </a:lnTo>
                  <a:lnTo>
                    <a:pt x="1825610" y="2917356"/>
                  </a:lnTo>
                  <a:lnTo>
                    <a:pt x="1825610" y="2912445"/>
                  </a:lnTo>
                  <a:lnTo>
                    <a:pt x="1825705" y="2912445"/>
                  </a:lnTo>
                  <a:lnTo>
                    <a:pt x="1825799" y="2912445"/>
                  </a:lnTo>
                  <a:lnTo>
                    <a:pt x="1825893" y="2912445"/>
                  </a:lnTo>
                  <a:lnTo>
                    <a:pt x="1825987" y="2912445"/>
                  </a:lnTo>
                  <a:lnTo>
                    <a:pt x="1826081" y="2912445"/>
                  </a:lnTo>
                  <a:lnTo>
                    <a:pt x="1826175" y="2912445"/>
                  </a:lnTo>
                  <a:lnTo>
                    <a:pt x="1826270" y="2912445"/>
                  </a:lnTo>
                  <a:lnTo>
                    <a:pt x="1826364" y="2912445"/>
                  </a:lnTo>
                  <a:lnTo>
                    <a:pt x="1826364" y="2907533"/>
                  </a:lnTo>
                  <a:lnTo>
                    <a:pt x="1826458" y="2907533"/>
                  </a:lnTo>
                  <a:lnTo>
                    <a:pt x="1826552" y="2907533"/>
                  </a:lnTo>
                  <a:lnTo>
                    <a:pt x="1826646" y="2907533"/>
                  </a:lnTo>
                  <a:lnTo>
                    <a:pt x="1826740" y="2907533"/>
                  </a:lnTo>
                  <a:lnTo>
                    <a:pt x="1826834" y="2907533"/>
                  </a:lnTo>
                  <a:lnTo>
                    <a:pt x="1826929" y="2907533"/>
                  </a:lnTo>
                  <a:lnTo>
                    <a:pt x="1827023" y="2907533"/>
                  </a:lnTo>
                  <a:lnTo>
                    <a:pt x="1827117" y="2907533"/>
                  </a:lnTo>
                  <a:lnTo>
                    <a:pt x="1827211" y="2907533"/>
                  </a:lnTo>
                  <a:lnTo>
                    <a:pt x="1827305" y="2907533"/>
                  </a:lnTo>
                  <a:lnTo>
                    <a:pt x="1827399" y="2907533"/>
                  </a:lnTo>
                  <a:lnTo>
                    <a:pt x="1827493" y="2907533"/>
                  </a:lnTo>
                  <a:lnTo>
                    <a:pt x="1827588" y="2907533"/>
                  </a:lnTo>
                  <a:lnTo>
                    <a:pt x="1827682" y="2907533"/>
                  </a:lnTo>
                  <a:lnTo>
                    <a:pt x="1827776" y="2907533"/>
                  </a:lnTo>
                  <a:lnTo>
                    <a:pt x="1827870" y="2907533"/>
                  </a:lnTo>
                  <a:lnTo>
                    <a:pt x="1827964" y="2907533"/>
                  </a:lnTo>
                  <a:lnTo>
                    <a:pt x="1828058" y="2907533"/>
                  </a:lnTo>
                  <a:lnTo>
                    <a:pt x="1828153" y="2907533"/>
                  </a:lnTo>
                  <a:lnTo>
                    <a:pt x="1828247" y="2907533"/>
                  </a:lnTo>
                  <a:lnTo>
                    <a:pt x="1828341" y="2907533"/>
                  </a:lnTo>
                  <a:lnTo>
                    <a:pt x="1828435" y="2907533"/>
                  </a:lnTo>
                  <a:lnTo>
                    <a:pt x="1828529" y="2907533"/>
                  </a:lnTo>
                  <a:lnTo>
                    <a:pt x="1828623" y="2907533"/>
                  </a:lnTo>
                  <a:lnTo>
                    <a:pt x="1828717" y="2907533"/>
                  </a:lnTo>
                  <a:lnTo>
                    <a:pt x="1828812" y="2907533"/>
                  </a:lnTo>
                  <a:lnTo>
                    <a:pt x="1828906" y="2907533"/>
                  </a:lnTo>
                  <a:lnTo>
                    <a:pt x="1829000" y="2907533"/>
                  </a:lnTo>
                  <a:lnTo>
                    <a:pt x="1829094" y="2907533"/>
                  </a:lnTo>
                  <a:lnTo>
                    <a:pt x="1829188" y="2907533"/>
                  </a:lnTo>
                  <a:lnTo>
                    <a:pt x="1829282" y="2907533"/>
                  </a:lnTo>
                  <a:lnTo>
                    <a:pt x="1829377" y="2907533"/>
                  </a:lnTo>
                  <a:lnTo>
                    <a:pt x="1829471" y="2907533"/>
                  </a:lnTo>
                  <a:lnTo>
                    <a:pt x="1829565" y="2907533"/>
                  </a:lnTo>
                  <a:lnTo>
                    <a:pt x="1829659" y="2907533"/>
                  </a:lnTo>
                  <a:lnTo>
                    <a:pt x="1829753" y="2907533"/>
                  </a:lnTo>
                  <a:lnTo>
                    <a:pt x="1829847" y="2907533"/>
                  </a:lnTo>
                  <a:lnTo>
                    <a:pt x="1829941" y="2907533"/>
                  </a:lnTo>
                  <a:lnTo>
                    <a:pt x="1830036" y="2907533"/>
                  </a:lnTo>
                  <a:lnTo>
                    <a:pt x="1830130" y="2907533"/>
                  </a:lnTo>
                  <a:lnTo>
                    <a:pt x="1830224" y="2907533"/>
                  </a:lnTo>
                  <a:lnTo>
                    <a:pt x="1830318" y="2907533"/>
                  </a:lnTo>
                  <a:lnTo>
                    <a:pt x="1830412" y="2907533"/>
                  </a:lnTo>
                  <a:lnTo>
                    <a:pt x="1830506" y="2907533"/>
                  </a:lnTo>
                  <a:lnTo>
                    <a:pt x="1830601" y="2907533"/>
                  </a:lnTo>
                  <a:lnTo>
                    <a:pt x="1830695" y="2907533"/>
                  </a:lnTo>
                  <a:lnTo>
                    <a:pt x="1830789" y="2907533"/>
                  </a:lnTo>
                  <a:lnTo>
                    <a:pt x="1830883" y="2907533"/>
                  </a:lnTo>
                  <a:lnTo>
                    <a:pt x="1830977" y="2907533"/>
                  </a:lnTo>
                  <a:lnTo>
                    <a:pt x="1831071" y="2907533"/>
                  </a:lnTo>
                  <a:lnTo>
                    <a:pt x="1831165" y="2907533"/>
                  </a:lnTo>
                  <a:lnTo>
                    <a:pt x="1831260" y="2907533"/>
                  </a:lnTo>
                  <a:lnTo>
                    <a:pt x="1831354" y="2907533"/>
                  </a:lnTo>
                  <a:lnTo>
                    <a:pt x="1831448" y="2907533"/>
                  </a:lnTo>
                  <a:lnTo>
                    <a:pt x="1831542" y="2907533"/>
                  </a:lnTo>
                  <a:lnTo>
                    <a:pt x="1831636" y="2907533"/>
                  </a:lnTo>
                  <a:lnTo>
                    <a:pt x="1831730" y="2907533"/>
                  </a:lnTo>
                  <a:lnTo>
                    <a:pt x="1831824" y="2907533"/>
                  </a:lnTo>
                  <a:lnTo>
                    <a:pt x="1831824" y="2902622"/>
                  </a:lnTo>
                  <a:lnTo>
                    <a:pt x="1831919" y="2902622"/>
                  </a:lnTo>
                  <a:lnTo>
                    <a:pt x="1832013" y="2902622"/>
                  </a:lnTo>
                  <a:lnTo>
                    <a:pt x="1832107" y="2902622"/>
                  </a:lnTo>
                  <a:lnTo>
                    <a:pt x="1832201" y="2902622"/>
                  </a:lnTo>
                  <a:lnTo>
                    <a:pt x="1832295" y="2902622"/>
                  </a:lnTo>
                  <a:lnTo>
                    <a:pt x="1832389" y="2902622"/>
                  </a:lnTo>
                  <a:lnTo>
                    <a:pt x="1832484" y="2902622"/>
                  </a:lnTo>
                  <a:lnTo>
                    <a:pt x="1832578" y="2902622"/>
                  </a:lnTo>
                  <a:lnTo>
                    <a:pt x="1832672" y="2902622"/>
                  </a:lnTo>
                  <a:lnTo>
                    <a:pt x="1832766" y="2902622"/>
                  </a:lnTo>
                  <a:lnTo>
                    <a:pt x="1832860" y="2902622"/>
                  </a:lnTo>
                  <a:lnTo>
                    <a:pt x="1832954" y="2902622"/>
                  </a:lnTo>
                  <a:lnTo>
                    <a:pt x="1833048" y="2902622"/>
                  </a:lnTo>
                  <a:lnTo>
                    <a:pt x="1833143" y="2902622"/>
                  </a:lnTo>
                  <a:lnTo>
                    <a:pt x="1833237" y="2902622"/>
                  </a:lnTo>
                  <a:lnTo>
                    <a:pt x="1833331" y="2902622"/>
                  </a:lnTo>
                  <a:lnTo>
                    <a:pt x="1833425" y="2902622"/>
                  </a:lnTo>
                  <a:lnTo>
                    <a:pt x="1833519" y="2902622"/>
                  </a:lnTo>
                  <a:lnTo>
                    <a:pt x="1833613" y="2902622"/>
                  </a:lnTo>
                  <a:lnTo>
                    <a:pt x="1833708" y="2902622"/>
                  </a:lnTo>
                  <a:lnTo>
                    <a:pt x="1833802" y="2902622"/>
                  </a:lnTo>
                  <a:lnTo>
                    <a:pt x="1833896" y="2902622"/>
                  </a:lnTo>
                  <a:lnTo>
                    <a:pt x="1833990" y="2902622"/>
                  </a:lnTo>
                  <a:lnTo>
                    <a:pt x="1834084" y="2902622"/>
                  </a:lnTo>
                  <a:lnTo>
                    <a:pt x="1834178" y="2902622"/>
                  </a:lnTo>
                  <a:lnTo>
                    <a:pt x="1834272" y="2902622"/>
                  </a:lnTo>
                  <a:lnTo>
                    <a:pt x="1834367" y="2902622"/>
                  </a:lnTo>
                  <a:lnTo>
                    <a:pt x="1834461" y="2902622"/>
                  </a:lnTo>
                  <a:lnTo>
                    <a:pt x="1834555" y="2902622"/>
                  </a:lnTo>
                  <a:lnTo>
                    <a:pt x="1834649" y="2902622"/>
                  </a:lnTo>
                  <a:lnTo>
                    <a:pt x="1834743" y="2902622"/>
                  </a:lnTo>
                  <a:lnTo>
                    <a:pt x="1834837" y="2902622"/>
                  </a:lnTo>
                  <a:lnTo>
                    <a:pt x="1834932" y="2902622"/>
                  </a:lnTo>
                  <a:lnTo>
                    <a:pt x="1835026" y="2902622"/>
                  </a:lnTo>
                  <a:lnTo>
                    <a:pt x="1835120" y="2902622"/>
                  </a:lnTo>
                  <a:lnTo>
                    <a:pt x="1835214" y="2902622"/>
                  </a:lnTo>
                  <a:lnTo>
                    <a:pt x="1835308" y="2902622"/>
                  </a:lnTo>
                  <a:lnTo>
                    <a:pt x="1835402" y="2902622"/>
                  </a:lnTo>
                  <a:lnTo>
                    <a:pt x="1835496" y="2902622"/>
                  </a:lnTo>
                  <a:lnTo>
                    <a:pt x="1835591" y="2902622"/>
                  </a:lnTo>
                  <a:lnTo>
                    <a:pt x="1835685" y="2902622"/>
                  </a:lnTo>
                  <a:lnTo>
                    <a:pt x="1835779" y="2902622"/>
                  </a:lnTo>
                  <a:lnTo>
                    <a:pt x="1835873" y="2902622"/>
                  </a:lnTo>
                  <a:lnTo>
                    <a:pt x="1835967" y="2902622"/>
                  </a:lnTo>
                  <a:lnTo>
                    <a:pt x="1836061" y="2902622"/>
                  </a:lnTo>
                  <a:lnTo>
                    <a:pt x="1836155" y="2902622"/>
                  </a:lnTo>
                  <a:lnTo>
                    <a:pt x="1836250" y="2902622"/>
                  </a:lnTo>
                  <a:lnTo>
                    <a:pt x="1836344" y="2902622"/>
                  </a:lnTo>
                  <a:lnTo>
                    <a:pt x="1836438" y="2902622"/>
                  </a:lnTo>
                  <a:lnTo>
                    <a:pt x="1836532" y="2902622"/>
                  </a:lnTo>
                  <a:lnTo>
                    <a:pt x="1836626" y="2902622"/>
                  </a:lnTo>
                  <a:lnTo>
                    <a:pt x="1836720" y="2902622"/>
                  </a:lnTo>
                  <a:lnTo>
                    <a:pt x="1836815" y="2902622"/>
                  </a:lnTo>
                  <a:lnTo>
                    <a:pt x="1836909" y="2902622"/>
                  </a:lnTo>
                  <a:lnTo>
                    <a:pt x="1837003" y="2902622"/>
                  </a:lnTo>
                  <a:lnTo>
                    <a:pt x="1837097" y="2902622"/>
                  </a:lnTo>
                  <a:lnTo>
                    <a:pt x="1837191" y="2902622"/>
                  </a:lnTo>
                  <a:lnTo>
                    <a:pt x="1837285" y="2902622"/>
                  </a:lnTo>
                  <a:lnTo>
                    <a:pt x="1837379" y="2902622"/>
                  </a:lnTo>
                  <a:lnTo>
                    <a:pt x="1837379" y="2897711"/>
                  </a:lnTo>
                  <a:lnTo>
                    <a:pt x="1837474" y="2897711"/>
                  </a:lnTo>
                  <a:lnTo>
                    <a:pt x="1837568" y="2897711"/>
                  </a:lnTo>
                  <a:lnTo>
                    <a:pt x="1837662" y="2897711"/>
                  </a:lnTo>
                  <a:lnTo>
                    <a:pt x="1837756" y="2897711"/>
                  </a:lnTo>
                  <a:lnTo>
                    <a:pt x="1837850" y="2897711"/>
                  </a:lnTo>
                  <a:lnTo>
                    <a:pt x="1837944" y="2897711"/>
                  </a:lnTo>
                  <a:lnTo>
                    <a:pt x="1838039" y="2897711"/>
                  </a:lnTo>
                  <a:lnTo>
                    <a:pt x="1838133" y="2897711"/>
                  </a:lnTo>
                  <a:lnTo>
                    <a:pt x="1838227" y="2897711"/>
                  </a:lnTo>
                  <a:lnTo>
                    <a:pt x="1838321" y="2897711"/>
                  </a:lnTo>
                  <a:lnTo>
                    <a:pt x="1838415" y="2897711"/>
                  </a:lnTo>
                  <a:lnTo>
                    <a:pt x="1838509" y="2897711"/>
                  </a:lnTo>
                  <a:lnTo>
                    <a:pt x="1838603" y="2897711"/>
                  </a:lnTo>
                  <a:lnTo>
                    <a:pt x="1838698" y="2897711"/>
                  </a:lnTo>
                  <a:lnTo>
                    <a:pt x="1838792" y="2897711"/>
                  </a:lnTo>
                  <a:lnTo>
                    <a:pt x="1838886" y="2897711"/>
                  </a:lnTo>
                  <a:lnTo>
                    <a:pt x="1838980" y="2897711"/>
                  </a:lnTo>
                  <a:lnTo>
                    <a:pt x="1839074" y="2897711"/>
                  </a:lnTo>
                  <a:lnTo>
                    <a:pt x="1839168" y="2897711"/>
                  </a:lnTo>
                  <a:lnTo>
                    <a:pt x="1839263" y="2897711"/>
                  </a:lnTo>
                  <a:lnTo>
                    <a:pt x="1839357" y="2897711"/>
                  </a:lnTo>
                  <a:lnTo>
                    <a:pt x="1839451" y="2897711"/>
                  </a:lnTo>
                  <a:lnTo>
                    <a:pt x="1839545" y="2897711"/>
                  </a:lnTo>
                  <a:lnTo>
                    <a:pt x="1839639" y="2897711"/>
                  </a:lnTo>
                  <a:lnTo>
                    <a:pt x="1839733" y="2897711"/>
                  </a:lnTo>
                  <a:lnTo>
                    <a:pt x="1839827" y="2897711"/>
                  </a:lnTo>
                  <a:lnTo>
                    <a:pt x="1839922" y="2897711"/>
                  </a:lnTo>
                  <a:lnTo>
                    <a:pt x="1840016" y="2897711"/>
                  </a:lnTo>
                  <a:lnTo>
                    <a:pt x="1840110" y="2897711"/>
                  </a:lnTo>
                  <a:lnTo>
                    <a:pt x="1840204" y="2897711"/>
                  </a:lnTo>
                  <a:lnTo>
                    <a:pt x="1840298" y="2897711"/>
                  </a:lnTo>
                  <a:lnTo>
                    <a:pt x="1840392" y="2897711"/>
                  </a:lnTo>
                  <a:lnTo>
                    <a:pt x="1840486" y="2897711"/>
                  </a:lnTo>
                  <a:lnTo>
                    <a:pt x="1840581" y="2897711"/>
                  </a:lnTo>
                  <a:lnTo>
                    <a:pt x="1840675" y="2897711"/>
                  </a:lnTo>
                  <a:lnTo>
                    <a:pt x="1840769" y="2897711"/>
                  </a:lnTo>
                  <a:lnTo>
                    <a:pt x="1840863" y="2897711"/>
                  </a:lnTo>
                  <a:lnTo>
                    <a:pt x="1840957" y="2897711"/>
                  </a:lnTo>
                  <a:lnTo>
                    <a:pt x="1841051" y="2897711"/>
                  </a:lnTo>
                  <a:lnTo>
                    <a:pt x="1841146" y="2897711"/>
                  </a:lnTo>
                  <a:lnTo>
                    <a:pt x="1841240" y="2897711"/>
                  </a:lnTo>
                  <a:lnTo>
                    <a:pt x="1841334" y="2897711"/>
                  </a:lnTo>
                  <a:lnTo>
                    <a:pt x="1841428" y="2897711"/>
                  </a:lnTo>
                  <a:lnTo>
                    <a:pt x="1841522" y="2897711"/>
                  </a:lnTo>
                  <a:lnTo>
                    <a:pt x="1841616" y="2897711"/>
                  </a:lnTo>
                  <a:lnTo>
                    <a:pt x="1841710" y="2897711"/>
                  </a:lnTo>
                  <a:lnTo>
                    <a:pt x="1841805" y="2897711"/>
                  </a:lnTo>
                  <a:lnTo>
                    <a:pt x="1841899" y="2897711"/>
                  </a:lnTo>
                  <a:lnTo>
                    <a:pt x="1841993" y="2897711"/>
                  </a:lnTo>
                  <a:lnTo>
                    <a:pt x="1842087" y="2897711"/>
                  </a:lnTo>
                  <a:lnTo>
                    <a:pt x="1842181" y="2897711"/>
                  </a:lnTo>
                  <a:lnTo>
                    <a:pt x="1842275" y="2897711"/>
                  </a:lnTo>
                  <a:lnTo>
                    <a:pt x="1842370" y="2897711"/>
                  </a:lnTo>
                  <a:lnTo>
                    <a:pt x="1842370" y="2892799"/>
                  </a:lnTo>
                  <a:lnTo>
                    <a:pt x="1842464" y="2892799"/>
                  </a:lnTo>
                  <a:lnTo>
                    <a:pt x="1842558" y="2892799"/>
                  </a:lnTo>
                  <a:lnTo>
                    <a:pt x="1842652" y="2892799"/>
                  </a:lnTo>
                  <a:lnTo>
                    <a:pt x="1842746" y="2892799"/>
                  </a:lnTo>
                  <a:lnTo>
                    <a:pt x="1842840" y="2892799"/>
                  </a:lnTo>
                  <a:lnTo>
                    <a:pt x="1842934" y="2892799"/>
                  </a:lnTo>
                  <a:lnTo>
                    <a:pt x="1843029" y="2892799"/>
                  </a:lnTo>
                  <a:lnTo>
                    <a:pt x="1843123" y="2892799"/>
                  </a:lnTo>
                  <a:lnTo>
                    <a:pt x="1843217" y="2892799"/>
                  </a:lnTo>
                  <a:lnTo>
                    <a:pt x="1843311" y="2892799"/>
                  </a:lnTo>
                  <a:lnTo>
                    <a:pt x="1843405" y="2892799"/>
                  </a:lnTo>
                  <a:lnTo>
                    <a:pt x="1843499" y="2892799"/>
                  </a:lnTo>
                  <a:lnTo>
                    <a:pt x="1843594" y="2892799"/>
                  </a:lnTo>
                  <a:lnTo>
                    <a:pt x="1843688" y="2892799"/>
                  </a:lnTo>
                  <a:lnTo>
                    <a:pt x="1843782" y="2892799"/>
                  </a:lnTo>
                  <a:lnTo>
                    <a:pt x="1843876" y="2892799"/>
                  </a:lnTo>
                  <a:lnTo>
                    <a:pt x="1843970" y="2892799"/>
                  </a:lnTo>
                  <a:lnTo>
                    <a:pt x="1844064" y="2892799"/>
                  </a:lnTo>
                  <a:lnTo>
                    <a:pt x="1844158" y="2892799"/>
                  </a:lnTo>
                  <a:lnTo>
                    <a:pt x="1844253" y="2892799"/>
                  </a:lnTo>
                  <a:lnTo>
                    <a:pt x="1844347" y="2892799"/>
                  </a:lnTo>
                  <a:lnTo>
                    <a:pt x="1844441" y="2892799"/>
                  </a:lnTo>
                  <a:lnTo>
                    <a:pt x="1844535" y="2892799"/>
                  </a:lnTo>
                  <a:lnTo>
                    <a:pt x="1844629" y="2892799"/>
                  </a:lnTo>
                  <a:lnTo>
                    <a:pt x="1844723" y="2892799"/>
                  </a:lnTo>
                  <a:lnTo>
                    <a:pt x="1844817" y="2892799"/>
                  </a:lnTo>
                  <a:lnTo>
                    <a:pt x="1844912" y="2892799"/>
                  </a:lnTo>
                  <a:lnTo>
                    <a:pt x="1845006" y="2892799"/>
                  </a:lnTo>
                  <a:lnTo>
                    <a:pt x="1845100" y="2892799"/>
                  </a:lnTo>
                  <a:lnTo>
                    <a:pt x="1845194" y="2892799"/>
                  </a:lnTo>
                  <a:lnTo>
                    <a:pt x="1845288" y="2892799"/>
                  </a:lnTo>
                  <a:lnTo>
                    <a:pt x="1845382" y="2892799"/>
                  </a:lnTo>
                  <a:lnTo>
                    <a:pt x="1845477" y="2892799"/>
                  </a:lnTo>
                  <a:lnTo>
                    <a:pt x="1845571" y="2892799"/>
                  </a:lnTo>
                  <a:lnTo>
                    <a:pt x="1845665" y="2892799"/>
                  </a:lnTo>
                  <a:lnTo>
                    <a:pt x="1845759" y="2892799"/>
                  </a:lnTo>
                  <a:lnTo>
                    <a:pt x="1845853" y="2892799"/>
                  </a:lnTo>
                  <a:lnTo>
                    <a:pt x="1845947" y="2892799"/>
                  </a:lnTo>
                  <a:lnTo>
                    <a:pt x="1846041" y="2892799"/>
                  </a:lnTo>
                  <a:lnTo>
                    <a:pt x="1846136" y="2892799"/>
                  </a:lnTo>
                  <a:lnTo>
                    <a:pt x="1846230" y="2892799"/>
                  </a:lnTo>
                  <a:lnTo>
                    <a:pt x="1846324" y="2892799"/>
                  </a:lnTo>
                  <a:lnTo>
                    <a:pt x="1846418" y="2892799"/>
                  </a:lnTo>
                  <a:lnTo>
                    <a:pt x="1846512" y="2892799"/>
                  </a:lnTo>
                  <a:lnTo>
                    <a:pt x="1846606" y="2892799"/>
                  </a:lnTo>
                  <a:lnTo>
                    <a:pt x="1846701" y="2892799"/>
                  </a:lnTo>
                  <a:lnTo>
                    <a:pt x="1846795" y="2892799"/>
                  </a:lnTo>
                  <a:lnTo>
                    <a:pt x="1846889" y="2892799"/>
                  </a:lnTo>
                  <a:lnTo>
                    <a:pt x="1846983" y="2892799"/>
                  </a:lnTo>
                  <a:lnTo>
                    <a:pt x="1847077" y="2892799"/>
                  </a:lnTo>
                  <a:lnTo>
                    <a:pt x="1847171" y="2892799"/>
                  </a:lnTo>
                  <a:lnTo>
                    <a:pt x="1847265" y="2892799"/>
                  </a:lnTo>
                  <a:lnTo>
                    <a:pt x="1847360" y="2892799"/>
                  </a:lnTo>
                  <a:lnTo>
                    <a:pt x="1847454" y="2892799"/>
                  </a:lnTo>
                  <a:lnTo>
                    <a:pt x="1847548" y="2892799"/>
                  </a:lnTo>
                  <a:lnTo>
                    <a:pt x="1847642" y="2892799"/>
                  </a:lnTo>
                  <a:lnTo>
                    <a:pt x="1847736" y="2892799"/>
                  </a:lnTo>
                  <a:lnTo>
                    <a:pt x="1847830" y="2892799"/>
                  </a:lnTo>
                  <a:lnTo>
                    <a:pt x="1847925" y="2892799"/>
                  </a:lnTo>
                  <a:lnTo>
                    <a:pt x="1847925" y="2887888"/>
                  </a:lnTo>
                  <a:lnTo>
                    <a:pt x="1848019" y="2887888"/>
                  </a:lnTo>
                  <a:lnTo>
                    <a:pt x="1848113" y="2887888"/>
                  </a:lnTo>
                  <a:lnTo>
                    <a:pt x="1848207" y="2887888"/>
                  </a:lnTo>
                  <a:lnTo>
                    <a:pt x="1848301" y="2887888"/>
                  </a:lnTo>
                  <a:lnTo>
                    <a:pt x="1848395" y="2887888"/>
                  </a:lnTo>
                  <a:lnTo>
                    <a:pt x="1848489" y="2887888"/>
                  </a:lnTo>
                  <a:lnTo>
                    <a:pt x="1848584" y="2887888"/>
                  </a:lnTo>
                  <a:lnTo>
                    <a:pt x="1848678" y="2887888"/>
                  </a:lnTo>
                  <a:lnTo>
                    <a:pt x="1848772" y="2887888"/>
                  </a:lnTo>
                  <a:lnTo>
                    <a:pt x="1848866" y="2887888"/>
                  </a:lnTo>
                  <a:lnTo>
                    <a:pt x="1848960" y="2887888"/>
                  </a:lnTo>
                  <a:lnTo>
                    <a:pt x="1849054" y="2887888"/>
                  </a:lnTo>
                  <a:lnTo>
                    <a:pt x="1849148" y="2887888"/>
                  </a:lnTo>
                  <a:lnTo>
                    <a:pt x="1849243" y="2887888"/>
                  </a:lnTo>
                  <a:lnTo>
                    <a:pt x="1849337" y="2887888"/>
                  </a:lnTo>
                  <a:lnTo>
                    <a:pt x="1849431" y="2887888"/>
                  </a:lnTo>
                  <a:lnTo>
                    <a:pt x="1849525" y="2887888"/>
                  </a:lnTo>
                  <a:lnTo>
                    <a:pt x="1849619" y="2887888"/>
                  </a:lnTo>
                  <a:lnTo>
                    <a:pt x="1849713" y="2887888"/>
                  </a:lnTo>
                  <a:lnTo>
                    <a:pt x="1849808" y="2887888"/>
                  </a:lnTo>
                  <a:lnTo>
                    <a:pt x="1849902" y="2887888"/>
                  </a:lnTo>
                  <a:lnTo>
                    <a:pt x="1849996" y="2887888"/>
                  </a:lnTo>
                  <a:lnTo>
                    <a:pt x="1850090" y="2887888"/>
                  </a:lnTo>
                  <a:lnTo>
                    <a:pt x="1850184" y="2887888"/>
                  </a:lnTo>
                  <a:lnTo>
                    <a:pt x="1850278" y="2887888"/>
                  </a:lnTo>
                  <a:lnTo>
                    <a:pt x="1850372" y="2887888"/>
                  </a:lnTo>
                  <a:lnTo>
                    <a:pt x="1850467" y="2887888"/>
                  </a:lnTo>
                  <a:lnTo>
                    <a:pt x="1850561" y="2887888"/>
                  </a:lnTo>
                  <a:lnTo>
                    <a:pt x="1850655" y="2887888"/>
                  </a:lnTo>
                  <a:lnTo>
                    <a:pt x="1850749" y="2887888"/>
                  </a:lnTo>
                  <a:lnTo>
                    <a:pt x="1850843" y="2887888"/>
                  </a:lnTo>
                  <a:lnTo>
                    <a:pt x="1850937" y="2887888"/>
                  </a:lnTo>
                  <a:lnTo>
                    <a:pt x="1851032" y="2887888"/>
                  </a:lnTo>
                  <a:lnTo>
                    <a:pt x="1851126" y="2887888"/>
                  </a:lnTo>
                  <a:lnTo>
                    <a:pt x="1851220" y="2887888"/>
                  </a:lnTo>
                  <a:lnTo>
                    <a:pt x="1851314" y="2887888"/>
                  </a:lnTo>
                  <a:lnTo>
                    <a:pt x="1851408" y="2887888"/>
                  </a:lnTo>
                  <a:lnTo>
                    <a:pt x="1851502" y="2887888"/>
                  </a:lnTo>
                  <a:lnTo>
                    <a:pt x="1851596" y="2887888"/>
                  </a:lnTo>
                  <a:lnTo>
                    <a:pt x="1851691" y="2887888"/>
                  </a:lnTo>
                  <a:lnTo>
                    <a:pt x="1851785" y="2887888"/>
                  </a:lnTo>
                  <a:lnTo>
                    <a:pt x="1851879" y="2887888"/>
                  </a:lnTo>
                  <a:lnTo>
                    <a:pt x="1851973" y="2887888"/>
                  </a:lnTo>
                  <a:lnTo>
                    <a:pt x="1852067" y="2887888"/>
                  </a:lnTo>
                  <a:lnTo>
                    <a:pt x="1852161" y="2887888"/>
                  </a:lnTo>
                  <a:lnTo>
                    <a:pt x="1852256" y="2887888"/>
                  </a:lnTo>
                  <a:lnTo>
                    <a:pt x="1852350" y="2887888"/>
                  </a:lnTo>
                  <a:lnTo>
                    <a:pt x="1852444" y="2887888"/>
                  </a:lnTo>
                  <a:lnTo>
                    <a:pt x="1852538" y="2887888"/>
                  </a:lnTo>
                  <a:lnTo>
                    <a:pt x="1852632" y="2887888"/>
                  </a:lnTo>
                  <a:lnTo>
                    <a:pt x="1852726" y="2887888"/>
                  </a:lnTo>
                  <a:lnTo>
                    <a:pt x="1852820" y="2887888"/>
                  </a:lnTo>
                  <a:lnTo>
                    <a:pt x="1852915" y="2887888"/>
                  </a:lnTo>
                  <a:lnTo>
                    <a:pt x="1853009" y="2887888"/>
                  </a:lnTo>
                  <a:lnTo>
                    <a:pt x="1853103" y="2887888"/>
                  </a:lnTo>
                  <a:lnTo>
                    <a:pt x="1853197" y="2887888"/>
                  </a:lnTo>
                  <a:lnTo>
                    <a:pt x="1853291" y="2887888"/>
                  </a:lnTo>
                  <a:lnTo>
                    <a:pt x="1853385" y="2887888"/>
                  </a:lnTo>
                  <a:lnTo>
                    <a:pt x="1853479" y="2887888"/>
                  </a:lnTo>
                  <a:lnTo>
                    <a:pt x="1853574" y="2887888"/>
                  </a:lnTo>
                  <a:lnTo>
                    <a:pt x="1853668" y="2887888"/>
                  </a:lnTo>
                  <a:lnTo>
                    <a:pt x="1853762" y="2887888"/>
                  </a:lnTo>
                  <a:lnTo>
                    <a:pt x="1853856" y="2887888"/>
                  </a:lnTo>
                  <a:lnTo>
                    <a:pt x="1853950" y="2887888"/>
                  </a:lnTo>
                  <a:lnTo>
                    <a:pt x="1854044" y="2887888"/>
                  </a:lnTo>
                  <a:lnTo>
                    <a:pt x="1854139" y="2887888"/>
                  </a:lnTo>
                  <a:lnTo>
                    <a:pt x="1854233" y="2887888"/>
                  </a:lnTo>
                  <a:lnTo>
                    <a:pt x="1854327" y="2887888"/>
                  </a:lnTo>
                  <a:lnTo>
                    <a:pt x="1854421" y="2887888"/>
                  </a:lnTo>
                  <a:lnTo>
                    <a:pt x="1854515" y="2887888"/>
                  </a:lnTo>
                  <a:lnTo>
                    <a:pt x="1854609" y="2887888"/>
                  </a:lnTo>
                  <a:lnTo>
                    <a:pt x="1854703" y="2887888"/>
                  </a:lnTo>
                  <a:lnTo>
                    <a:pt x="1854798" y="2887888"/>
                  </a:lnTo>
                  <a:lnTo>
                    <a:pt x="1854798" y="2882977"/>
                  </a:lnTo>
                  <a:lnTo>
                    <a:pt x="1854892" y="2882977"/>
                  </a:lnTo>
                  <a:lnTo>
                    <a:pt x="1854986" y="2882977"/>
                  </a:lnTo>
                  <a:lnTo>
                    <a:pt x="1855080" y="2882977"/>
                  </a:lnTo>
                  <a:lnTo>
                    <a:pt x="1855174" y="2882977"/>
                  </a:lnTo>
                  <a:lnTo>
                    <a:pt x="1855268" y="2882977"/>
                  </a:lnTo>
                  <a:lnTo>
                    <a:pt x="1855363" y="2882977"/>
                  </a:lnTo>
                  <a:lnTo>
                    <a:pt x="1855457" y="2882977"/>
                  </a:lnTo>
                  <a:lnTo>
                    <a:pt x="1855551" y="2882977"/>
                  </a:lnTo>
                  <a:lnTo>
                    <a:pt x="1855645" y="2882977"/>
                  </a:lnTo>
                  <a:lnTo>
                    <a:pt x="1855739" y="2882977"/>
                  </a:lnTo>
                  <a:lnTo>
                    <a:pt x="1855833" y="2882977"/>
                  </a:lnTo>
                  <a:lnTo>
                    <a:pt x="1855927" y="2882977"/>
                  </a:lnTo>
                  <a:lnTo>
                    <a:pt x="1856022" y="2882977"/>
                  </a:lnTo>
                  <a:lnTo>
                    <a:pt x="1856116" y="2882977"/>
                  </a:lnTo>
                  <a:lnTo>
                    <a:pt x="1856210" y="2882977"/>
                  </a:lnTo>
                  <a:lnTo>
                    <a:pt x="1856304" y="2882977"/>
                  </a:lnTo>
                  <a:lnTo>
                    <a:pt x="1856398" y="2882977"/>
                  </a:lnTo>
                  <a:lnTo>
                    <a:pt x="1856492" y="2882977"/>
                  </a:lnTo>
                  <a:lnTo>
                    <a:pt x="1856587" y="2882977"/>
                  </a:lnTo>
                  <a:lnTo>
                    <a:pt x="1856681" y="2882977"/>
                  </a:lnTo>
                  <a:lnTo>
                    <a:pt x="1856775" y="2882977"/>
                  </a:lnTo>
                  <a:lnTo>
                    <a:pt x="1856869" y="2882977"/>
                  </a:lnTo>
                  <a:lnTo>
                    <a:pt x="1856963" y="2882977"/>
                  </a:lnTo>
                  <a:lnTo>
                    <a:pt x="1857057" y="2882977"/>
                  </a:lnTo>
                  <a:lnTo>
                    <a:pt x="1857151" y="2882977"/>
                  </a:lnTo>
                  <a:lnTo>
                    <a:pt x="1857246" y="2882977"/>
                  </a:lnTo>
                  <a:lnTo>
                    <a:pt x="1857340" y="2882977"/>
                  </a:lnTo>
                  <a:lnTo>
                    <a:pt x="1857434" y="2882977"/>
                  </a:lnTo>
                  <a:lnTo>
                    <a:pt x="1857528" y="2882977"/>
                  </a:lnTo>
                  <a:lnTo>
                    <a:pt x="1857622" y="2882977"/>
                  </a:lnTo>
                  <a:lnTo>
                    <a:pt x="1857716" y="2882977"/>
                  </a:lnTo>
                  <a:lnTo>
                    <a:pt x="1857810" y="2882977"/>
                  </a:lnTo>
                  <a:lnTo>
                    <a:pt x="1857905" y="2882977"/>
                  </a:lnTo>
                  <a:lnTo>
                    <a:pt x="1857999" y="2882977"/>
                  </a:lnTo>
                  <a:lnTo>
                    <a:pt x="1858093" y="2882977"/>
                  </a:lnTo>
                  <a:lnTo>
                    <a:pt x="1858187" y="2882977"/>
                  </a:lnTo>
                  <a:lnTo>
                    <a:pt x="1858281" y="2882977"/>
                  </a:lnTo>
                  <a:lnTo>
                    <a:pt x="1858375" y="2882977"/>
                  </a:lnTo>
                  <a:lnTo>
                    <a:pt x="1858470" y="2882977"/>
                  </a:lnTo>
                  <a:lnTo>
                    <a:pt x="1858564" y="2882977"/>
                  </a:lnTo>
                  <a:lnTo>
                    <a:pt x="1858658" y="2882977"/>
                  </a:lnTo>
                  <a:lnTo>
                    <a:pt x="1858752" y="2882977"/>
                  </a:lnTo>
                  <a:lnTo>
                    <a:pt x="1858846" y="2882977"/>
                  </a:lnTo>
                  <a:lnTo>
                    <a:pt x="1858940" y="2882977"/>
                  </a:lnTo>
                  <a:lnTo>
                    <a:pt x="1859034" y="2882977"/>
                  </a:lnTo>
                  <a:lnTo>
                    <a:pt x="1859129" y="2882977"/>
                  </a:lnTo>
                  <a:lnTo>
                    <a:pt x="1859223" y="2882977"/>
                  </a:lnTo>
                  <a:lnTo>
                    <a:pt x="1859317" y="2882977"/>
                  </a:lnTo>
                  <a:lnTo>
                    <a:pt x="1859411" y="2882977"/>
                  </a:lnTo>
                  <a:lnTo>
                    <a:pt x="1859505" y="2882977"/>
                  </a:lnTo>
                  <a:lnTo>
                    <a:pt x="1859599" y="2882977"/>
                  </a:lnTo>
                  <a:lnTo>
                    <a:pt x="1859694" y="2882977"/>
                  </a:lnTo>
                  <a:lnTo>
                    <a:pt x="1859788" y="2882977"/>
                  </a:lnTo>
                  <a:lnTo>
                    <a:pt x="1859882" y="2882977"/>
                  </a:lnTo>
                  <a:lnTo>
                    <a:pt x="1859976" y="2882977"/>
                  </a:lnTo>
                  <a:lnTo>
                    <a:pt x="1860070" y="2882977"/>
                  </a:lnTo>
                  <a:lnTo>
                    <a:pt x="1860164" y="2882977"/>
                  </a:lnTo>
                  <a:lnTo>
                    <a:pt x="1860258" y="2882977"/>
                  </a:lnTo>
                  <a:lnTo>
                    <a:pt x="1860353" y="2882977"/>
                  </a:lnTo>
                  <a:lnTo>
                    <a:pt x="1860447" y="2882977"/>
                  </a:lnTo>
                  <a:lnTo>
                    <a:pt x="1860541" y="2882977"/>
                  </a:lnTo>
                  <a:lnTo>
                    <a:pt x="1860635" y="2882977"/>
                  </a:lnTo>
                  <a:lnTo>
                    <a:pt x="1860729" y="2882977"/>
                  </a:lnTo>
                  <a:lnTo>
                    <a:pt x="1860823" y="2882977"/>
                  </a:lnTo>
                  <a:lnTo>
                    <a:pt x="1860918" y="2882977"/>
                  </a:lnTo>
                  <a:lnTo>
                    <a:pt x="1861012" y="2882977"/>
                  </a:lnTo>
                  <a:lnTo>
                    <a:pt x="1861106" y="2882977"/>
                  </a:lnTo>
                  <a:lnTo>
                    <a:pt x="1861200" y="2882977"/>
                  </a:lnTo>
                  <a:lnTo>
                    <a:pt x="1861294" y="2882977"/>
                  </a:lnTo>
                  <a:lnTo>
                    <a:pt x="1861388" y="2882977"/>
                  </a:lnTo>
                  <a:lnTo>
                    <a:pt x="1861482" y="2882977"/>
                  </a:lnTo>
                  <a:lnTo>
                    <a:pt x="1861577" y="2882977"/>
                  </a:lnTo>
                  <a:lnTo>
                    <a:pt x="1861671" y="2882977"/>
                  </a:lnTo>
                  <a:lnTo>
                    <a:pt x="1861765" y="2882977"/>
                  </a:lnTo>
                  <a:lnTo>
                    <a:pt x="1861859" y="2882977"/>
                  </a:lnTo>
                  <a:lnTo>
                    <a:pt x="1861953" y="2882977"/>
                  </a:lnTo>
                  <a:lnTo>
                    <a:pt x="1862047" y="2882977"/>
                  </a:lnTo>
                  <a:lnTo>
                    <a:pt x="1862141" y="2882977"/>
                  </a:lnTo>
                  <a:lnTo>
                    <a:pt x="1862236" y="2882977"/>
                  </a:lnTo>
                  <a:lnTo>
                    <a:pt x="1862330" y="2882977"/>
                  </a:lnTo>
                  <a:lnTo>
                    <a:pt x="1862424" y="2882977"/>
                  </a:lnTo>
                  <a:lnTo>
                    <a:pt x="1862518" y="2882977"/>
                  </a:lnTo>
                  <a:lnTo>
                    <a:pt x="1862612" y="2882977"/>
                  </a:lnTo>
                  <a:lnTo>
                    <a:pt x="1862706" y="2882977"/>
                  </a:lnTo>
                  <a:lnTo>
                    <a:pt x="1862706" y="2878065"/>
                  </a:lnTo>
                  <a:lnTo>
                    <a:pt x="1862801" y="2878065"/>
                  </a:lnTo>
                  <a:lnTo>
                    <a:pt x="1862895" y="2878065"/>
                  </a:lnTo>
                  <a:lnTo>
                    <a:pt x="1862989" y="2878065"/>
                  </a:lnTo>
                  <a:lnTo>
                    <a:pt x="1863083" y="2878065"/>
                  </a:lnTo>
                  <a:lnTo>
                    <a:pt x="1863177" y="2878065"/>
                  </a:lnTo>
                  <a:lnTo>
                    <a:pt x="1863271" y="2878065"/>
                  </a:lnTo>
                  <a:lnTo>
                    <a:pt x="1863365" y="2878065"/>
                  </a:lnTo>
                  <a:lnTo>
                    <a:pt x="1863460" y="2878065"/>
                  </a:lnTo>
                  <a:lnTo>
                    <a:pt x="1863554" y="2878065"/>
                  </a:lnTo>
                  <a:lnTo>
                    <a:pt x="1863648" y="2878065"/>
                  </a:lnTo>
                  <a:lnTo>
                    <a:pt x="1863742" y="2878065"/>
                  </a:lnTo>
                  <a:lnTo>
                    <a:pt x="1863836" y="2878065"/>
                  </a:lnTo>
                  <a:lnTo>
                    <a:pt x="1863930" y="2878065"/>
                  </a:lnTo>
                  <a:lnTo>
                    <a:pt x="1864025" y="2878065"/>
                  </a:lnTo>
                  <a:lnTo>
                    <a:pt x="1864119" y="2878065"/>
                  </a:lnTo>
                  <a:lnTo>
                    <a:pt x="1864213" y="2878065"/>
                  </a:lnTo>
                  <a:lnTo>
                    <a:pt x="1864307" y="2878065"/>
                  </a:lnTo>
                  <a:lnTo>
                    <a:pt x="1864401" y="2878065"/>
                  </a:lnTo>
                  <a:lnTo>
                    <a:pt x="1864495" y="2878065"/>
                  </a:lnTo>
                  <a:lnTo>
                    <a:pt x="1864589" y="2878065"/>
                  </a:lnTo>
                  <a:lnTo>
                    <a:pt x="1864684" y="2878065"/>
                  </a:lnTo>
                  <a:lnTo>
                    <a:pt x="1864778" y="2878065"/>
                  </a:lnTo>
                  <a:lnTo>
                    <a:pt x="1864872" y="2878065"/>
                  </a:lnTo>
                  <a:lnTo>
                    <a:pt x="1864966" y="2878065"/>
                  </a:lnTo>
                  <a:lnTo>
                    <a:pt x="1865060" y="2878065"/>
                  </a:lnTo>
                  <a:lnTo>
                    <a:pt x="1865154" y="2878065"/>
                  </a:lnTo>
                  <a:lnTo>
                    <a:pt x="1865249" y="2878065"/>
                  </a:lnTo>
                  <a:lnTo>
                    <a:pt x="1865343" y="2878065"/>
                  </a:lnTo>
                  <a:lnTo>
                    <a:pt x="1865437" y="2878065"/>
                  </a:lnTo>
                  <a:lnTo>
                    <a:pt x="1865531" y="2878065"/>
                  </a:lnTo>
                  <a:lnTo>
                    <a:pt x="1865625" y="2878065"/>
                  </a:lnTo>
                  <a:lnTo>
                    <a:pt x="1865719" y="2878065"/>
                  </a:lnTo>
                  <a:lnTo>
                    <a:pt x="1865813" y="2878065"/>
                  </a:lnTo>
                  <a:lnTo>
                    <a:pt x="1865908" y="2878065"/>
                  </a:lnTo>
                  <a:lnTo>
                    <a:pt x="1866002" y="2878065"/>
                  </a:lnTo>
                  <a:lnTo>
                    <a:pt x="1866096" y="2878065"/>
                  </a:lnTo>
                  <a:lnTo>
                    <a:pt x="1866190" y="2878065"/>
                  </a:lnTo>
                  <a:lnTo>
                    <a:pt x="1866284" y="2878065"/>
                  </a:lnTo>
                  <a:lnTo>
                    <a:pt x="1866378" y="2878065"/>
                  </a:lnTo>
                  <a:lnTo>
                    <a:pt x="1866472" y="2878065"/>
                  </a:lnTo>
                  <a:lnTo>
                    <a:pt x="1866567" y="2878065"/>
                  </a:lnTo>
                  <a:lnTo>
                    <a:pt x="1866661" y="2878065"/>
                  </a:lnTo>
                  <a:lnTo>
                    <a:pt x="1866755" y="2878065"/>
                  </a:lnTo>
                  <a:lnTo>
                    <a:pt x="1866849" y="2878065"/>
                  </a:lnTo>
                  <a:lnTo>
                    <a:pt x="1866943" y="2878065"/>
                  </a:lnTo>
                  <a:lnTo>
                    <a:pt x="1867037" y="2878065"/>
                  </a:lnTo>
                  <a:lnTo>
                    <a:pt x="1867132" y="2878065"/>
                  </a:lnTo>
                  <a:lnTo>
                    <a:pt x="1867226" y="2878065"/>
                  </a:lnTo>
                  <a:lnTo>
                    <a:pt x="1867320" y="2878065"/>
                  </a:lnTo>
                  <a:lnTo>
                    <a:pt x="1867414" y="2878065"/>
                  </a:lnTo>
                  <a:lnTo>
                    <a:pt x="1867508" y="2878065"/>
                  </a:lnTo>
                  <a:lnTo>
                    <a:pt x="1867602" y="2878065"/>
                  </a:lnTo>
                  <a:lnTo>
                    <a:pt x="1867696" y="2878065"/>
                  </a:lnTo>
                  <a:lnTo>
                    <a:pt x="1867791" y="2878065"/>
                  </a:lnTo>
                  <a:lnTo>
                    <a:pt x="1867885" y="2878065"/>
                  </a:lnTo>
                  <a:lnTo>
                    <a:pt x="1867979" y="2878065"/>
                  </a:lnTo>
                  <a:lnTo>
                    <a:pt x="1868073" y="2878065"/>
                  </a:lnTo>
                  <a:lnTo>
                    <a:pt x="1868167" y="2878065"/>
                  </a:lnTo>
                  <a:lnTo>
                    <a:pt x="1868261" y="2878065"/>
                  </a:lnTo>
                  <a:lnTo>
                    <a:pt x="1868356" y="2878065"/>
                  </a:lnTo>
                  <a:lnTo>
                    <a:pt x="1868450" y="2878065"/>
                  </a:lnTo>
                  <a:lnTo>
                    <a:pt x="1868544" y="2878065"/>
                  </a:lnTo>
                  <a:lnTo>
                    <a:pt x="1868638" y="2878065"/>
                  </a:lnTo>
                  <a:lnTo>
                    <a:pt x="1868732" y="2878065"/>
                  </a:lnTo>
                  <a:lnTo>
                    <a:pt x="1868826" y="2878065"/>
                  </a:lnTo>
                  <a:lnTo>
                    <a:pt x="1868920" y="2878065"/>
                  </a:lnTo>
                  <a:lnTo>
                    <a:pt x="1869015" y="2878065"/>
                  </a:lnTo>
                  <a:lnTo>
                    <a:pt x="1869109" y="2878065"/>
                  </a:lnTo>
                  <a:lnTo>
                    <a:pt x="1869203" y="2878065"/>
                  </a:lnTo>
                  <a:lnTo>
                    <a:pt x="1869297" y="2878065"/>
                  </a:lnTo>
                  <a:lnTo>
                    <a:pt x="1869391" y="2878065"/>
                  </a:lnTo>
                  <a:lnTo>
                    <a:pt x="1869485" y="2878065"/>
                  </a:lnTo>
                  <a:lnTo>
                    <a:pt x="1869580" y="2878065"/>
                  </a:lnTo>
                  <a:lnTo>
                    <a:pt x="1869674" y="2878065"/>
                  </a:lnTo>
                  <a:lnTo>
                    <a:pt x="1869768" y="2878065"/>
                  </a:lnTo>
                  <a:lnTo>
                    <a:pt x="1869862" y="2878065"/>
                  </a:lnTo>
                  <a:lnTo>
                    <a:pt x="1869956" y="2878065"/>
                  </a:lnTo>
                  <a:lnTo>
                    <a:pt x="1870050" y="2878065"/>
                  </a:lnTo>
                  <a:lnTo>
                    <a:pt x="1870144" y="2878065"/>
                  </a:lnTo>
                  <a:lnTo>
                    <a:pt x="1870239" y="2878065"/>
                  </a:lnTo>
                  <a:lnTo>
                    <a:pt x="1870333" y="2878065"/>
                  </a:lnTo>
                  <a:lnTo>
                    <a:pt x="1870427" y="2878065"/>
                  </a:lnTo>
                  <a:lnTo>
                    <a:pt x="1870521" y="2878065"/>
                  </a:lnTo>
                  <a:lnTo>
                    <a:pt x="1870615" y="2878065"/>
                  </a:lnTo>
                  <a:lnTo>
                    <a:pt x="1870709" y="2878065"/>
                  </a:lnTo>
                  <a:lnTo>
                    <a:pt x="1870803" y="2878065"/>
                  </a:lnTo>
                  <a:lnTo>
                    <a:pt x="1870898" y="2878065"/>
                  </a:lnTo>
                  <a:lnTo>
                    <a:pt x="1870992" y="2878065"/>
                  </a:lnTo>
                  <a:lnTo>
                    <a:pt x="1871086" y="2878065"/>
                  </a:lnTo>
                  <a:lnTo>
                    <a:pt x="1871180" y="2878065"/>
                  </a:lnTo>
                  <a:lnTo>
                    <a:pt x="1871274" y="2878065"/>
                  </a:lnTo>
                  <a:lnTo>
                    <a:pt x="1871368" y="2878065"/>
                  </a:lnTo>
                  <a:lnTo>
                    <a:pt x="1871463" y="2878065"/>
                  </a:lnTo>
                  <a:lnTo>
                    <a:pt x="1871557" y="2878065"/>
                  </a:lnTo>
                  <a:lnTo>
                    <a:pt x="1871651" y="2878065"/>
                  </a:lnTo>
                  <a:lnTo>
                    <a:pt x="1871745" y="2878065"/>
                  </a:lnTo>
                  <a:lnTo>
                    <a:pt x="1871839" y="2878065"/>
                  </a:lnTo>
                  <a:lnTo>
                    <a:pt x="1871933" y="2878065"/>
                  </a:lnTo>
                  <a:lnTo>
                    <a:pt x="1872027" y="2878065"/>
                  </a:lnTo>
                  <a:lnTo>
                    <a:pt x="1872122" y="2878065"/>
                  </a:lnTo>
                  <a:lnTo>
                    <a:pt x="1872216" y="2878065"/>
                  </a:lnTo>
                  <a:lnTo>
                    <a:pt x="1872310" y="2878065"/>
                  </a:lnTo>
                  <a:lnTo>
                    <a:pt x="1872404" y="2878065"/>
                  </a:lnTo>
                  <a:lnTo>
                    <a:pt x="1872498" y="2878065"/>
                  </a:lnTo>
                  <a:lnTo>
                    <a:pt x="1872592" y="2878065"/>
                  </a:lnTo>
                  <a:lnTo>
                    <a:pt x="1872687" y="2878065"/>
                  </a:lnTo>
                  <a:lnTo>
                    <a:pt x="1872781" y="2878065"/>
                  </a:lnTo>
                  <a:lnTo>
                    <a:pt x="1872875" y="2878065"/>
                  </a:lnTo>
                  <a:lnTo>
                    <a:pt x="1872969" y="2878065"/>
                  </a:lnTo>
                  <a:lnTo>
                    <a:pt x="1873063" y="2878065"/>
                  </a:lnTo>
                  <a:lnTo>
                    <a:pt x="1873157" y="2878065"/>
                  </a:lnTo>
                  <a:lnTo>
                    <a:pt x="1873251" y="2878065"/>
                  </a:lnTo>
                  <a:lnTo>
                    <a:pt x="1873346" y="2878065"/>
                  </a:lnTo>
                  <a:lnTo>
                    <a:pt x="1873440" y="2878065"/>
                  </a:lnTo>
                  <a:lnTo>
                    <a:pt x="1873534" y="2878065"/>
                  </a:lnTo>
                  <a:lnTo>
                    <a:pt x="1873628" y="2878065"/>
                  </a:lnTo>
                  <a:lnTo>
                    <a:pt x="1873722" y="2878065"/>
                  </a:lnTo>
                  <a:lnTo>
                    <a:pt x="1873816" y="2878065"/>
                  </a:lnTo>
                  <a:lnTo>
                    <a:pt x="1873911" y="2878065"/>
                  </a:lnTo>
                  <a:lnTo>
                    <a:pt x="1874005" y="2878065"/>
                  </a:lnTo>
                  <a:lnTo>
                    <a:pt x="1874099" y="2878065"/>
                  </a:lnTo>
                  <a:lnTo>
                    <a:pt x="1874193" y="2878065"/>
                  </a:lnTo>
                  <a:lnTo>
                    <a:pt x="1874287" y="2878065"/>
                  </a:lnTo>
                  <a:lnTo>
                    <a:pt x="1874381" y="2878065"/>
                  </a:lnTo>
                  <a:lnTo>
                    <a:pt x="1874475" y="2878065"/>
                  </a:lnTo>
                  <a:lnTo>
                    <a:pt x="1874570" y="2878065"/>
                  </a:lnTo>
                  <a:lnTo>
                    <a:pt x="1874664" y="2878065"/>
                  </a:lnTo>
                  <a:lnTo>
                    <a:pt x="1874758" y="2878065"/>
                  </a:lnTo>
                  <a:lnTo>
                    <a:pt x="1874852" y="2878065"/>
                  </a:lnTo>
                  <a:lnTo>
                    <a:pt x="1874946" y="2878065"/>
                  </a:lnTo>
                  <a:lnTo>
                    <a:pt x="1875040" y="2878065"/>
                  </a:lnTo>
                  <a:lnTo>
                    <a:pt x="1875134" y="2878065"/>
                  </a:lnTo>
                  <a:lnTo>
                    <a:pt x="1875229" y="2878065"/>
                  </a:lnTo>
                  <a:lnTo>
                    <a:pt x="1875323" y="2878065"/>
                  </a:lnTo>
                  <a:lnTo>
                    <a:pt x="1875417" y="2878065"/>
                  </a:lnTo>
                  <a:lnTo>
                    <a:pt x="1875511" y="2878065"/>
                  </a:lnTo>
                  <a:lnTo>
                    <a:pt x="1875605" y="2878065"/>
                  </a:lnTo>
                  <a:lnTo>
                    <a:pt x="1875699" y="2878065"/>
                  </a:lnTo>
                  <a:lnTo>
                    <a:pt x="1875794" y="2878065"/>
                  </a:lnTo>
                  <a:lnTo>
                    <a:pt x="1875888" y="2878065"/>
                  </a:lnTo>
                  <a:lnTo>
                    <a:pt x="1875982" y="2878065"/>
                  </a:lnTo>
                  <a:lnTo>
                    <a:pt x="1876076" y="2878065"/>
                  </a:lnTo>
                  <a:lnTo>
                    <a:pt x="1876170" y="2878065"/>
                  </a:lnTo>
                  <a:lnTo>
                    <a:pt x="1876264" y="2878065"/>
                  </a:lnTo>
                  <a:lnTo>
                    <a:pt x="1876358" y="2878065"/>
                  </a:lnTo>
                  <a:lnTo>
                    <a:pt x="1876453" y="2878065"/>
                  </a:lnTo>
                  <a:lnTo>
                    <a:pt x="1876547" y="2878065"/>
                  </a:lnTo>
                  <a:lnTo>
                    <a:pt x="1876641" y="2878065"/>
                  </a:lnTo>
                  <a:lnTo>
                    <a:pt x="1876735" y="2878065"/>
                  </a:lnTo>
                  <a:lnTo>
                    <a:pt x="1876829" y="2878065"/>
                  </a:lnTo>
                  <a:lnTo>
                    <a:pt x="1876923" y="2878065"/>
                  </a:lnTo>
                  <a:lnTo>
                    <a:pt x="1877018" y="2878065"/>
                  </a:lnTo>
                  <a:lnTo>
                    <a:pt x="1877112" y="2878065"/>
                  </a:lnTo>
                  <a:lnTo>
                    <a:pt x="1877206" y="2878065"/>
                  </a:lnTo>
                  <a:lnTo>
                    <a:pt x="1877300" y="2878065"/>
                  </a:lnTo>
                  <a:lnTo>
                    <a:pt x="1877394" y="2878065"/>
                  </a:lnTo>
                  <a:lnTo>
                    <a:pt x="1877488" y="2878065"/>
                  </a:lnTo>
                  <a:lnTo>
                    <a:pt x="1877582" y="2878065"/>
                  </a:lnTo>
                  <a:lnTo>
                    <a:pt x="1877677" y="2878065"/>
                  </a:lnTo>
                  <a:lnTo>
                    <a:pt x="1877771" y="2878065"/>
                  </a:lnTo>
                  <a:lnTo>
                    <a:pt x="1877865" y="2878065"/>
                  </a:lnTo>
                  <a:lnTo>
                    <a:pt x="1877865" y="2873154"/>
                  </a:lnTo>
                  <a:lnTo>
                    <a:pt x="1877959" y="2873154"/>
                  </a:lnTo>
                  <a:lnTo>
                    <a:pt x="1878053" y="2873154"/>
                  </a:lnTo>
                  <a:lnTo>
                    <a:pt x="1878147" y="2873154"/>
                  </a:lnTo>
                  <a:lnTo>
                    <a:pt x="1878242" y="2873154"/>
                  </a:lnTo>
                  <a:lnTo>
                    <a:pt x="1878336" y="2873154"/>
                  </a:lnTo>
                  <a:lnTo>
                    <a:pt x="1878430" y="2873154"/>
                  </a:lnTo>
                  <a:lnTo>
                    <a:pt x="1878524" y="2873154"/>
                  </a:lnTo>
                  <a:lnTo>
                    <a:pt x="1878618" y="2873154"/>
                  </a:lnTo>
                  <a:lnTo>
                    <a:pt x="1878712" y="2873154"/>
                  </a:lnTo>
                  <a:lnTo>
                    <a:pt x="1878806" y="2873154"/>
                  </a:lnTo>
                  <a:lnTo>
                    <a:pt x="1878901" y="2873154"/>
                  </a:lnTo>
                  <a:lnTo>
                    <a:pt x="1878901" y="2868242"/>
                  </a:lnTo>
                  <a:lnTo>
                    <a:pt x="1878995" y="2868242"/>
                  </a:lnTo>
                  <a:lnTo>
                    <a:pt x="1879089" y="2868242"/>
                  </a:lnTo>
                  <a:lnTo>
                    <a:pt x="1879183" y="2868242"/>
                  </a:lnTo>
                  <a:lnTo>
                    <a:pt x="1879277" y="2868242"/>
                  </a:lnTo>
                  <a:lnTo>
                    <a:pt x="1879371" y="2868242"/>
                  </a:lnTo>
                  <a:lnTo>
                    <a:pt x="1879465" y="2868242"/>
                  </a:lnTo>
                  <a:lnTo>
                    <a:pt x="1879560" y="2868242"/>
                  </a:lnTo>
                  <a:lnTo>
                    <a:pt x="1879654" y="2868242"/>
                  </a:lnTo>
                  <a:lnTo>
                    <a:pt x="1879748" y="2868242"/>
                  </a:lnTo>
                  <a:lnTo>
                    <a:pt x="1879842" y="2868242"/>
                  </a:lnTo>
                  <a:lnTo>
                    <a:pt x="1879936" y="2868242"/>
                  </a:lnTo>
                  <a:lnTo>
                    <a:pt x="1880030" y="2868242"/>
                  </a:lnTo>
                  <a:lnTo>
                    <a:pt x="1880125" y="2868242"/>
                  </a:lnTo>
                  <a:lnTo>
                    <a:pt x="1880219" y="2868242"/>
                  </a:lnTo>
                  <a:lnTo>
                    <a:pt x="1880313" y="2868242"/>
                  </a:lnTo>
                  <a:lnTo>
                    <a:pt x="1880407" y="2868242"/>
                  </a:lnTo>
                  <a:lnTo>
                    <a:pt x="1880501" y="2868242"/>
                  </a:lnTo>
                  <a:lnTo>
                    <a:pt x="1880595" y="2868242"/>
                  </a:lnTo>
                  <a:lnTo>
                    <a:pt x="1880689" y="2868242"/>
                  </a:lnTo>
                  <a:lnTo>
                    <a:pt x="1880784" y="2868242"/>
                  </a:lnTo>
                  <a:lnTo>
                    <a:pt x="1880878" y="2868242"/>
                  </a:lnTo>
                  <a:lnTo>
                    <a:pt x="1880972" y="2868242"/>
                  </a:lnTo>
                  <a:lnTo>
                    <a:pt x="1880972" y="2863331"/>
                  </a:lnTo>
                  <a:lnTo>
                    <a:pt x="1881066" y="2863331"/>
                  </a:lnTo>
                  <a:lnTo>
                    <a:pt x="1881160" y="2863331"/>
                  </a:lnTo>
                  <a:lnTo>
                    <a:pt x="1881254" y="2863331"/>
                  </a:lnTo>
                  <a:lnTo>
                    <a:pt x="1881349" y="2863331"/>
                  </a:lnTo>
                  <a:lnTo>
                    <a:pt x="1881443" y="2863331"/>
                  </a:lnTo>
                  <a:lnTo>
                    <a:pt x="1881537" y="2863331"/>
                  </a:lnTo>
                  <a:lnTo>
                    <a:pt x="1881631" y="2863331"/>
                  </a:lnTo>
                  <a:lnTo>
                    <a:pt x="1881725" y="2863331"/>
                  </a:lnTo>
                  <a:lnTo>
                    <a:pt x="1881819" y="2863331"/>
                  </a:lnTo>
                  <a:lnTo>
                    <a:pt x="1881913" y="2863331"/>
                  </a:lnTo>
                  <a:lnTo>
                    <a:pt x="1882008" y="2863331"/>
                  </a:lnTo>
                  <a:lnTo>
                    <a:pt x="1882102" y="2863331"/>
                  </a:lnTo>
                  <a:lnTo>
                    <a:pt x="1882196" y="2863331"/>
                  </a:lnTo>
                  <a:lnTo>
                    <a:pt x="1882290" y="2863331"/>
                  </a:lnTo>
                  <a:lnTo>
                    <a:pt x="1882384" y="2863331"/>
                  </a:lnTo>
                  <a:lnTo>
                    <a:pt x="1882478" y="2863331"/>
                  </a:lnTo>
                  <a:lnTo>
                    <a:pt x="1882573" y="2863331"/>
                  </a:lnTo>
                  <a:lnTo>
                    <a:pt x="1882667" y="2863331"/>
                  </a:lnTo>
                  <a:lnTo>
                    <a:pt x="1882761" y="2863331"/>
                  </a:lnTo>
                  <a:lnTo>
                    <a:pt x="1882855" y="2863331"/>
                  </a:lnTo>
                  <a:lnTo>
                    <a:pt x="1882855" y="2858420"/>
                  </a:lnTo>
                  <a:lnTo>
                    <a:pt x="1882949" y="2858420"/>
                  </a:lnTo>
                  <a:lnTo>
                    <a:pt x="1883043" y="2858420"/>
                  </a:lnTo>
                  <a:lnTo>
                    <a:pt x="1883137" y="2858420"/>
                  </a:lnTo>
                  <a:lnTo>
                    <a:pt x="1883232" y="2858420"/>
                  </a:lnTo>
                  <a:lnTo>
                    <a:pt x="1883326" y="2858420"/>
                  </a:lnTo>
                  <a:lnTo>
                    <a:pt x="1883420" y="2858420"/>
                  </a:lnTo>
                  <a:lnTo>
                    <a:pt x="1883514" y="2858420"/>
                  </a:lnTo>
                  <a:lnTo>
                    <a:pt x="1883608" y="2858420"/>
                  </a:lnTo>
                  <a:lnTo>
                    <a:pt x="1883702" y="2858420"/>
                  </a:lnTo>
                  <a:lnTo>
                    <a:pt x="1883796" y="2858420"/>
                  </a:lnTo>
                  <a:lnTo>
                    <a:pt x="1883891" y="2858420"/>
                  </a:lnTo>
                  <a:lnTo>
                    <a:pt x="1883985" y="2858420"/>
                  </a:lnTo>
                  <a:lnTo>
                    <a:pt x="1884079" y="2858420"/>
                  </a:lnTo>
                  <a:lnTo>
                    <a:pt x="1884173" y="2858420"/>
                  </a:lnTo>
                  <a:lnTo>
                    <a:pt x="1884267" y="2858420"/>
                  </a:lnTo>
                  <a:lnTo>
                    <a:pt x="1884361" y="2858420"/>
                  </a:lnTo>
                  <a:lnTo>
                    <a:pt x="1884456" y="2858420"/>
                  </a:lnTo>
                  <a:lnTo>
                    <a:pt x="1884550" y="2858420"/>
                  </a:lnTo>
                  <a:lnTo>
                    <a:pt x="1884644" y="2858420"/>
                  </a:lnTo>
                  <a:lnTo>
                    <a:pt x="1884738" y="2858420"/>
                  </a:lnTo>
                  <a:lnTo>
                    <a:pt x="1884832" y="2858420"/>
                  </a:lnTo>
                  <a:lnTo>
                    <a:pt x="1884926" y="2858420"/>
                  </a:lnTo>
                  <a:lnTo>
                    <a:pt x="1885020" y="2858420"/>
                  </a:lnTo>
                  <a:lnTo>
                    <a:pt x="1885115" y="2858420"/>
                  </a:lnTo>
                  <a:lnTo>
                    <a:pt x="1885209" y="2858420"/>
                  </a:lnTo>
                  <a:lnTo>
                    <a:pt x="1885303" y="2858420"/>
                  </a:lnTo>
                  <a:lnTo>
                    <a:pt x="1885397" y="2858420"/>
                  </a:lnTo>
                  <a:lnTo>
                    <a:pt x="1885491" y="2858420"/>
                  </a:lnTo>
                  <a:lnTo>
                    <a:pt x="1885585" y="2858420"/>
                  </a:lnTo>
                  <a:lnTo>
                    <a:pt x="1885680" y="2858420"/>
                  </a:lnTo>
                  <a:lnTo>
                    <a:pt x="1885774" y="2858420"/>
                  </a:lnTo>
                  <a:lnTo>
                    <a:pt x="1885868" y="2858420"/>
                  </a:lnTo>
                  <a:lnTo>
                    <a:pt x="1885962" y="2858420"/>
                  </a:lnTo>
                  <a:lnTo>
                    <a:pt x="1886056" y="2858420"/>
                  </a:lnTo>
                  <a:lnTo>
                    <a:pt x="1886150" y="2858420"/>
                  </a:lnTo>
                  <a:lnTo>
                    <a:pt x="1886244" y="2858420"/>
                  </a:lnTo>
                  <a:lnTo>
                    <a:pt x="1886339" y="2858420"/>
                  </a:lnTo>
                  <a:lnTo>
                    <a:pt x="1886433" y="2858420"/>
                  </a:lnTo>
                  <a:lnTo>
                    <a:pt x="1886527" y="2858420"/>
                  </a:lnTo>
                  <a:lnTo>
                    <a:pt x="1886621" y="2858420"/>
                  </a:lnTo>
                  <a:lnTo>
                    <a:pt x="1886715" y="2858420"/>
                  </a:lnTo>
                  <a:lnTo>
                    <a:pt x="1886809" y="2858420"/>
                  </a:lnTo>
                  <a:lnTo>
                    <a:pt x="1886904" y="2858420"/>
                  </a:lnTo>
                  <a:lnTo>
                    <a:pt x="1886998" y="2858420"/>
                  </a:lnTo>
                  <a:lnTo>
                    <a:pt x="1887092" y="2858420"/>
                  </a:lnTo>
                  <a:lnTo>
                    <a:pt x="1887186" y="2858420"/>
                  </a:lnTo>
                  <a:lnTo>
                    <a:pt x="1887280" y="2858420"/>
                  </a:lnTo>
                  <a:lnTo>
                    <a:pt x="1887374" y="2858420"/>
                  </a:lnTo>
                  <a:lnTo>
                    <a:pt x="1887468" y="2858420"/>
                  </a:lnTo>
                  <a:lnTo>
                    <a:pt x="1887563" y="2858420"/>
                  </a:lnTo>
                  <a:lnTo>
                    <a:pt x="1887657" y="2858420"/>
                  </a:lnTo>
                  <a:lnTo>
                    <a:pt x="1887751" y="2858420"/>
                  </a:lnTo>
                  <a:lnTo>
                    <a:pt x="1887845" y="2858420"/>
                  </a:lnTo>
                  <a:lnTo>
                    <a:pt x="1887939" y="2858420"/>
                  </a:lnTo>
                  <a:lnTo>
                    <a:pt x="1888033" y="2858420"/>
                  </a:lnTo>
                  <a:lnTo>
                    <a:pt x="1888127" y="2858420"/>
                  </a:lnTo>
                  <a:lnTo>
                    <a:pt x="1888222" y="2858420"/>
                  </a:lnTo>
                  <a:lnTo>
                    <a:pt x="1888316" y="2858420"/>
                  </a:lnTo>
                  <a:lnTo>
                    <a:pt x="1888410" y="2858420"/>
                  </a:lnTo>
                  <a:lnTo>
                    <a:pt x="1888504" y="2858420"/>
                  </a:lnTo>
                  <a:lnTo>
                    <a:pt x="1888598" y="2858420"/>
                  </a:lnTo>
                  <a:lnTo>
                    <a:pt x="1888692" y="2858420"/>
                  </a:lnTo>
                  <a:lnTo>
                    <a:pt x="1888787" y="2858420"/>
                  </a:lnTo>
                  <a:lnTo>
                    <a:pt x="1888881" y="2858420"/>
                  </a:lnTo>
                  <a:lnTo>
                    <a:pt x="1888975" y="2858420"/>
                  </a:lnTo>
                  <a:lnTo>
                    <a:pt x="1889069" y="2858420"/>
                  </a:lnTo>
                  <a:lnTo>
                    <a:pt x="1889163" y="2858420"/>
                  </a:lnTo>
                  <a:lnTo>
                    <a:pt x="1889257" y="2858420"/>
                  </a:lnTo>
                  <a:lnTo>
                    <a:pt x="1889351" y="2858420"/>
                  </a:lnTo>
                  <a:lnTo>
                    <a:pt x="1889446" y="2858420"/>
                  </a:lnTo>
                  <a:lnTo>
                    <a:pt x="1889540" y="2858420"/>
                  </a:lnTo>
                  <a:lnTo>
                    <a:pt x="1889634" y="2858420"/>
                  </a:lnTo>
                  <a:lnTo>
                    <a:pt x="1889728" y="2858420"/>
                  </a:lnTo>
                  <a:lnTo>
                    <a:pt x="1889822" y="2858420"/>
                  </a:lnTo>
                  <a:lnTo>
                    <a:pt x="1889916" y="2858420"/>
                  </a:lnTo>
                  <a:lnTo>
                    <a:pt x="1890011" y="2858420"/>
                  </a:lnTo>
                  <a:lnTo>
                    <a:pt x="1890105" y="2858420"/>
                  </a:lnTo>
                  <a:lnTo>
                    <a:pt x="1890199" y="2858420"/>
                  </a:lnTo>
                  <a:lnTo>
                    <a:pt x="1890293" y="2858420"/>
                  </a:lnTo>
                  <a:lnTo>
                    <a:pt x="1890387" y="2858420"/>
                  </a:lnTo>
                  <a:lnTo>
                    <a:pt x="1890481" y="2858420"/>
                  </a:lnTo>
                  <a:lnTo>
                    <a:pt x="1890575" y="2858420"/>
                  </a:lnTo>
                  <a:lnTo>
                    <a:pt x="1890670" y="2858420"/>
                  </a:lnTo>
                  <a:lnTo>
                    <a:pt x="1890764" y="2858420"/>
                  </a:lnTo>
                  <a:lnTo>
                    <a:pt x="1890858" y="2858420"/>
                  </a:lnTo>
                  <a:lnTo>
                    <a:pt x="1890952" y="2858420"/>
                  </a:lnTo>
                  <a:lnTo>
                    <a:pt x="1891046" y="2858420"/>
                  </a:lnTo>
                  <a:lnTo>
                    <a:pt x="1891140" y="2858420"/>
                  </a:lnTo>
                  <a:lnTo>
                    <a:pt x="1891235" y="2858420"/>
                  </a:lnTo>
                  <a:lnTo>
                    <a:pt x="1891329" y="2858420"/>
                  </a:lnTo>
                  <a:lnTo>
                    <a:pt x="1891423" y="2858420"/>
                  </a:lnTo>
                  <a:lnTo>
                    <a:pt x="1891517" y="2858420"/>
                  </a:lnTo>
                  <a:lnTo>
                    <a:pt x="1891611" y="2858420"/>
                  </a:lnTo>
                  <a:lnTo>
                    <a:pt x="1891705" y="2858420"/>
                  </a:lnTo>
                  <a:lnTo>
                    <a:pt x="1891799" y="2858420"/>
                  </a:lnTo>
                  <a:lnTo>
                    <a:pt x="1891894" y="2858420"/>
                  </a:lnTo>
                  <a:lnTo>
                    <a:pt x="1891988" y="2858420"/>
                  </a:lnTo>
                  <a:lnTo>
                    <a:pt x="1892082" y="2858420"/>
                  </a:lnTo>
                  <a:lnTo>
                    <a:pt x="1892176" y="2858420"/>
                  </a:lnTo>
                  <a:lnTo>
                    <a:pt x="1892270" y="2858420"/>
                  </a:lnTo>
                  <a:lnTo>
                    <a:pt x="1892364" y="2858420"/>
                  </a:lnTo>
                  <a:lnTo>
                    <a:pt x="1892459" y="2858420"/>
                  </a:lnTo>
                  <a:lnTo>
                    <a:pt x="1892553" y="2858420"/>
                  </a:lnTo>
                  <a:lnTo>
                    <a:pt x="1892647" y="2858420"/>
                  </a:lnTo>
                  <a:lnTo>
                    <a:pt x="1892741" y="2858420"/>
                  </a:lnTo>
                  <a:lnTo>
                    <a:pt x="1892835" y="2858420"/>
                  </a:lnTo>
                  <a:lnTo>
                    <a:pt x="1892929" y="2858420"/>
                  </a:lnTo>
                  <a:lnTo>
                    <a:pt x="1893023" y="2858420"/>
                  </a:lnTo>
                  <a:lnTo>
                    <a:pt x="1893118" y="2858420"/>
                  </a:lnTo>
                  <a:lnTo>
                    <a:pt x="1893212" y="2858420"/>
                  </a:lnTo>
                  <a:lnTo>
                    <a:pt x="1893306" y="2858420"/>
                  </a:lnTo>
                  <a:lnTo>
                    <a:pt x="1893400" y="2858420"/>
                  </a:lnTo>
                  <a:lnTo>
                    <a:pt x="1893494" y="2858420"/>
                  </a:lnTo>
                  <a:lnTo>
                    <a:pt x="1893588" y="2858420"/>
                  </a:lnTo>
                  <a:lnTo>
                    <a:pt x="1893682" y="2858420"/>
                  </a:lnTo>
                  <a:lnTo>
                    <a:pt x="1893777" y="2858420"/>
                  </a:lnTo>
                  <a:lnTo>
                    <a:pt x="1893871" y="2858420"/>
                  </a:lnTo>
                  <a:lnTo>
                    <a:pt x="1893965" y="2858420"/>
                  </a:lnTo>
                  <a:lnTo>
                    <a:pt x="1894059" y="2858420"/>
                  </a:lnTo>
                  <a:lnTo>
                    <a:pt x="1894153" y="2858420"/>
                  </a:lnTo>
                  <a:lnTo>
                    <a:pt x="1894247" y="2858420"/>
                  </a:lnTo>
                  <a:lnTo>
                    <a:pt x="1894342" y="2858420"/>
                  </a:lnTo>
                  <a:lnTo>
                    <a:pt x="1894436" y="2858420"/>
                  </a:lnTo>
                  <a:lnTo>
                    <a:pt x="1894436" y="2853508"/>
                  </a:lnTo>
                  <a:lnTo>
                    <a:pt x="1894530" y="2853508"/>
                  </a:lnTo>
                  <a:lnTo>
                    <a:pt x="1894624" y="2853508"/>
                  </a:lnTo>
                  <a:lnTo>
                    <a:pt x="1894718" y="2853508"/>
                  </a:lnTo>
                  <a:lnTo>
                    <a:pt x="1894812" y="2853508"/>
                  </a:lnTo>
                  <a:lnTo>
                    <a:pt x="1894906" y="2853508"/>
                  </a:lnTo>
                  <a:lnTo>
                    <a:pt x="1895001" y="2853508"/>
                  </a:lnTo>
                  <a:lnTo>
                    <a:pt x="1895095" y="2853508"/>
                  </a:lnTo>
                  <a:lnTo>
                    <a:pt x="1895189" y="2853508"/>
                  </a:lnTo>
                  <a:lnTo>
                    <a:pt x="1895283" y="2853508"/>
                  </a:lnTo>
                  <a:lnTo>
                    <a:pt x="1895377" y="2853508"/>
                  </a:lnTo>
                  <a:lnTo>
                    <a:pt x="1895471" y="2853508"/>
                  </a:lnTo>
                  <a:lnTo>
                    <a:pt x="1895566" y="2853508"/>
                  </a:lnTo>
                  <a:lnTo>
                    <a:pt x="1895660" y="2853508"/>
                  </a:lnTo>
                  <a:lnTo>
                    <a:pt x="1895754" y="2853508"/>
                  </a:lnTo>
                  <a:lnTo>
                    <a:pt x="1895848" y="2853508"/>
                  </a:lnTo>
                  <a:lnTo>
                    <a:pt x="1895942" y="2853508"/>
                  </a:lnTo>
                  <a:lnTo>
                    <a:pt x="1896036" y="2853508"/>
                  </a:lnTo>
                  <a:lnTo>
                    <a:pt x="1896130" y="2853508"/>
                  </a:lnTo>
                  <a:lnTo>
                    <a:pt x="1896225" y="2853508"/>
                  </a:lnTo>
                  <a:lnTo>
                    <a:pt x="1896319" y="2853508"/>
                  </a:lnTo>
                  <a:lnTo>
                    <a:pt x="1896413" y="2853508"/>
                  </a:lnTo>
                  <a:lnTo>
                    <a:pt x="1896507" y="2853508"/>
                  </a:lnTo>
                  <a:lnTo>
                    <a:pt x="1896601" y="2853508"/>
                  </a:lnTo>
                  <a:lnTo>
                    <a:pt x="1896601" y="2848597"/>
                  </a:lnTo>
                  <a:lnTo>
                    <a:pt x="1896695" y="2848597"/>
                  </a:lnTo>
                  <a:lnTo>
                    <a:pt x="1896790" y="2848597"/>
                  </a:lnTo>
                  <a:lnTo>
                    <a:pt x="1896884" y="2848597"/>
                  </a:lnTo>
                  <a:lnTo>
                    <a:pt x="1896978" y="2848597"/>
                  </a:lnTo>
                  <a:lnTo>
                    <a:pt x="1897072" y="2848597"/>
                  </a:lnTo>
                  <a:lnTo>
                    <a:pt x="1897166" y="2848597"/>
                  </a:lnTo>
                  <a:lnTo>
                    <a:pt x="1897260" y="2848597"/>
                  </a:lnTo>
                  <a:lnTo>
                    <a:pt x="1897354" y="2848597"/>
                  </a:lnTo>
                  <a:lnTo>
                    <a:pt x="1897449" y="2848597"/>
                  </a:lnTo>
                  <a:lnTo>
                    <a:pt x="1897543" y="2848597"/>
                  </a:lnTo>
                  <a:lnTo>
                    <a:pt x="1897637" y="2848597"/>
                  </a:lnTo>
                  <a:lnTo>
                    <a:pt x="1897731" y="2848597"/>
                  </a:lnTo>
                  <a:lnTo>
                    <a:pt x="1897825" y="2848597"/>
                  </a:lnTo>
                  <a:lnTo>
                    <a:pt x="1897919" y="2848597"/>
                  </a:lnTo>
                  <a:lnTo>
                    <a:pt x="1898013" y="2848597"/>
                  </a:lnTo>
                  <a:lnTo>
                    <a:pt x="1898108" y="2848597"/>
                  </a:lnTo>
                  <a:lnTo>
                    <a:pt x="1898202" y="2848597"/>
                  </a:lnTo>
                  <a:lnTo>
                    <a:pt x="1898296" y="2848597"/>
                  </a:lnTo>
                  <a:lnTo>
                    <a:pt x="1898390" y="2848597"/>
                  </a:lnTo>
                  <a:lnTo>
                    <a:pt x="1898484" y="2848597"/>
                  </a:lnTo>
                  <a:lnTo>
                    <a:pt x="1898578" y="2848597"/>
                  </a:lnTo>
                  <a:lnTo>
                    <a:pt x="1898673" y="2848597"/>
                  </a:lnTo>
                  <a:lnTo>
                    <a:pt x="1898767" y="2848597"/>
                  </a:lnTo>
                  <a:lnTo>
                    <a:pt x="1898861" y="2848597"/>
                  </a:lnTo>
                  <a:lnTo>
                    <a:pt x="1898955" y="2848597"/>
                  </a:lnTo>
                  <a:lnTo>
                    <a:pt x="1899049" y="2848597"/>
                  </a:lnTo>
                  <a:lnTo>
                    <a:pt x="1899143" y="2848597"/>
                  </a:lnTo>
                  <a:lnTo>
                    <a:pt x="1899237" y="2848597"/>
                  </a:lnTo>
                  <a:lnTo>
                    <a:pt x="1899332" y="2848597"/>
                  </a:lnTo>
                  <a:lnTo>
                    <a:pt x="1899426" y="2848597"/>
                  </a:lnTo>
                  <a:lnTo>
                    <a:pt x="1899520" y="2848597"/>
                  </a:lnTo>
                  <a:lnTo>
                    <a:pt x="1899614" y="2848597"/>
                  </a:lnTo>
                  <a:lnTo>
                    <a:pt x="1899708" y="2848597"/>
                  </a:lnTo>
                  <a:lnTo>
                    <a:pt x="1899802" y="2848597"/>
                  </a:lnTo>
                  <a:lnTo>
                    <a:pt x="1899897" y="2848597"/>
                  </a:lnTo>
                  <a:lnTo>
                    <a:pt x="1899991" y="2848597"/>
                  </a:lnTo>
                  <a:lnTo>
                    <a:pt x="1900085" y="2848597"/>
                  </a:lnTo>
                  <a:lnTo>
                    <a:pt x="1900179" y="2848597"/>
                  </a:lnTo>
                  <a:lnTo>
                    <a:pt x="1900273" y="2848597"/>
                  </a:lnTo>
                  <a:lnTo>
                    <a:pt x="1900367" y="2848597"/>
                  </a:lnTo>
                  <a:lnTo>
                    <a:pt x="1900461" y="2848597"/>
                  </a:lnTo>
                  <a:lnTo>
                    <a:pt x="1900556" y="2848597"/>
                  </a:lnTo>
                  <a:lnTo>
                    <a:pt x="1900650" y="2848597"/>
                  </a:lnTo>
                  <a:lnTo>
                    <a:pt x="1900744" y="2848597"/>
                  </a:lnTo>
                  <a:lnTo>
                    <a:pt x="1900838" y="2848597"/>
                  </a:lnTo>
                  <a:lnTo>
                    <a:pt x="1900932" y="2848597"/>
                  </a:lnTo>
                  <a:lnTo>
                    <a:pt x="1901026" y="2848597"/>
                  </a:lnTo>
                  <a:lnTo>
                    <a:pt x="1901121" y="2848597"/>
                  </a:lnTo>
                  <a:lnTo>
                    <a:pt x="1901215" y="2848597"/>
                  </a:lnTo>
                  <a:lnTo>
                    <a:pt x="1901309" y="2848597"/>
                  </a:lnTo>
                  <a:lnTo>
                    <a:pt x="1901403" y="2848597"/>
                  </a:lnTo>
                  <a:lnTo>
                    <a:pt x="1901497" y="2848597"/>
                  </a:lnTo>
                  <a:lnTo>
                    <a:pt x="1901591" y="2848597"/>
                  </a:lnTo>
                  <a:lnTo>
                    <a:pt x="1901685" y="2848597"/>
                  </a:lnTo>
                  <a:lnTo>
                    <a:pt x="1901780" y="2848597"/>
                  </a:lnTo>
                  <a:lnTo>
                    <a:pt x="1901874" y="2848597"/>
                  </a:lnTo>
                  <a:lnTo>
                    <a:pt x="1901968" y="2848597"/>
                  </a:lnTo>
                  <a:lnTo>
                    <a:pt x="1902062" y="2848597"/>
                  </a:lnTo>
                  <a:lnTo>
                    <a:pt x="1902156" y="2848597"/>
                  </a:lnTo>
                  <a:lnTo>
                    <a:pt x="1902250" y="2848597"/>
                  </a:lnTo>
                  <a:lnTo>
                    <a:pt x="1902344" y="2848597"/>
                  </a:lnTo>
                  <a:lnTo>
                    <a:pt x="1902439" y="2848597"/>
                  </a:lnTo>
                  <a:lnTo>
                    <a:pt x="1902533" y="2848597"/>
                  </a:lnTo>
                  <a:lnTo>
                    <a:pt x="1902627" y="2848597"/>
                  </a:lnTo>
                  <a:lnTo>
                    <a:pt x="1902721" y="2848597"/>
                  </a:lnTo>
                  <a:lnTo>
                    <a:pt x="1902815" y="2848597"/>
                  </a:lnTo>
                  <a:lnTo>
                    <a:pt x="1902909" y="2848597"/>
                  </a:lnTo>
                  <a:lnTo>
                    <a:pt x="1903004" y="2848597"/>
                  </a:lnTo>
                  <a:lnTo>
                    <a:pt x="1903098" y="2848597"/>
                  </a:lnTo>
                  <a:lnTo>
                    <a:pt x="1903192" y="2848597"/>
                  </a:lnTo>
                  <a:lnTo>
                    <a:pt x="1903286" y="2848597"/>
                  </a:lnTo>
                  <a:lnTo>
                    <a:pt x="1903380" y="2848597"/>
                  </a:lnTo>
                  <a:lnTo>
                    <a:pt x="1903474" y="2848597"/>
                  </a:lnTo>
                  <a:lnTo>
                    <a:pt x="1903568" y="2848597"/>
                  </a:lnTo>
                  <a:lnTo>
                    <a:pt x="1903663" y="2848597"/>
                  </a:lnTo>
                  <a:lnTo>
                    <a:pt x="1903757" y="2848597"/>
                  </a:lnTo>
                  <a:lnTo>
                    <a:pt x="1903851" y="2848597"/>
                  </a:lnTo>
                  <a:lnTo>
                    <a:pt x="1903945" y="2848597"/>
                  </a:lnTo>
                  <a:lnTo>
                    <a:pt x="1904039" y="2848597"/>
                  </a:lnTo>
                  <a:lnTo>
                    <a:pt x="1904133" y="2848597"/>
                  </a:lnTo>
                  <a:lnTo>
                    <a:pt x="1904228" y="2848597"/>
                  </a:lnTo>
                  <a:lnTo>
                    <a:pt x="1904322" y="2848597"/>
                  </a:lnTo>
                  <a:lnTo>
                    <a:pt x="1904416" y="2848597"/>
                  </a:lnTo>
                  <a:lnTo>
                    <a:pt x="1904510" y="2848597"/>
                  </a:lnTo>
                  <a:lnTo>
                    <a:pt x="1904604" y="2848597"/>
                  </a:lnTo>
                  <a:lnTo>
                    <a:pt x="1904698" y="2848597"/>
                  </a:lnTo>
                  <a:lnTo>
                    <a:pt x="1904792" y="2848597"/>
                  </a:lnTo>
                  <a:lnTo>
                    <a:pt x="1904887" y="2848597"/>
                  </a:lnTo>
                  <a:lnTo>
                    <a:pt x="1904981" y="2848597"/>
                  </a:lnTo>
                  <a:lnTo>
                    <a:pt x="1905075" y="2848597"/>
                  </a:lnTo>
                  <a:lnTo>
                    <a:pt x="1905169" y="2848597"/>
                  </a:lnTo>
                  <a:lnTo>
                    <a:pt x="1905263" y="2848597"/>
                  </a:lnTo>
                  <a:lnTo>
                    <a:pt x="1905357" y="2848597"/>
                  </a:lnTo>
                  <a:lnTo>
                    <a:pt x="1905452" y="2848597"/>
                  </a:lnTo>
                  <a:lnTo>
                    <a:pt x="1905546" y="2848597"/>
                  </a:lnTo>
                  <a:lnTo>
                    <a:pt x="1905640" y="2848597"/>
                  </a:lnTo>
                  <a:lnTo>
                    <a:pt x="1905734" y="2848597"/>
                  </a:lnTo>
                  <a:lnTo>
                    <a:pt x="1905828" y="2848597"/>
                  </a:lnTo>
                  <a:lnTo>
                    <a:pt x="1905922" y="2848597"/>
                  </a:lnTo>
                  <a:lnTo>
                    <a:pt x="1906016" y="2848597"/>
                  </a:lnTo>
                  <a:lnTo>
                    <a:pt x="1906111" y="2848597"/>
                  </a:lnTo>
                  <a:lnTo>
                    <a:pt x="1906205" y="2848597"/>
                  </a:lnTo>
                  <a:lnTo>
                    <a:pt x="1906299" y="2848597"/>
                  </a:lnTo>
                  <a:lnTo>
                    <a:pt x="1906393" y="2848597"/>
                  </a:lnTo>
                  <a:lnTo>
                    <a:pt x="1906487" y="2848597"/>
                  </a:lnTo>
                  <a:lnTo>
                    <a:pt x="1906581" y="2848597"/>
                  </a:lnTo>
                  <a:lnTo>
                    <a:pt x="1906675" y="2848597"/>
                  </a:lnTo>
                  <a:lnTo>
                    <a:pt x="1906770" y="2848597"/>
                  </a:lnTo>
                  <a:lnTo>
                    <a:pt x="1906864" y="2848597"/>
                  </a:lnTo>
                  <a:lnTo>
                    <a:pt x="1906958" y="2848597"/>
                  </a:lnTo>
                  <a:lnTo>
                    <a:pt x="1907052" y="2848597"/>
                  </a:lnTo>
                  <a:lnTo>
                    <a:pt x="1907146" y="2848597"/>
                  </a:lnTo>
                  <a:lnTo>
                    <a:pt x="1907146" y="2843686"/>
                  </a:lnTo>
                  <a:lnTo>
                    <a:pt x="1907240" y="2843686"/>
                  </a:lnTo>
                  <a:lnTo>
                    <a:pt x="1907335" y="2843686"/>
                  </a:lnTo>
                  <a:lnTo>
                    <a:pt x="1907429" y="2843686"/>
                  </a:lnTo>
                  <a:lnTo>
                    <a:pt x="1907523" y="2843686"/>
                  </a:lnTo>
                  <a:lnTo>
                    <a:pt x="1907617" y="2843686"/>
                  </a:lnTo>
                  <a:lnTo>
                    <a:pt x="1907711" y="2843686"/>
                  </a:lnTo>
                  <a:lnTo>
                    <a:pt x="1907805" y="2843686"/>
                  </a:lnTo>
                  <a:lnTo>
                    <a:pt x="1907899" y="2843686"/>
                  </a:lnTo>
                  <a:lnTo>
                    <a:pt x="1907994" y="2843686"/>
                  </a:lnTo>
                  <a:lnTo>
                    <a:pt x="1908088" y="2843686"/>
                  </a:lnTo>
                  <a:lnTo>
                    <a:pt x="1908182" y="2843686"/>
                  </a:lnTo>
                  <a:lnTo>
                    <a:pt x="1908276" y="2843686"/>
                  </a:lnTo>
                  <a:lnTo>
                    <a:pt x="1908370" y="2843686"/>
                  </a:lnTo>
                  <a:lnTo>
                    <a:pt x="1908464" y="2843686"/>
                  </a:lnTo>
                  <a:lnTo>
                    <a:pt x="1908559" y="2843686"/>
                  </a:lnTo>
                  <a:lnTo>
                    <a:pt x="1908653" y="2843686"/>
                  </a:lnTo>
                  <a:lnTo>
                    <a:pt x="1908747" y="2843686"/>
                  </a:lnTo>
                  <a:lnTo>
                    <a:pt x="1908841" y="2843686"/>
                  </a:lnTo>
                  <a:lnTo>
                    <a:pt x="1908935" y="2843686"/>
                  </a:lnTo>
                  <a:lnTo>
                    <a:pt x="1909029" y="2843686"/>
                  </a:lnTo>
                  <a:lnTo>
                    <a:pt x="1909123" y="2843686"/>
                  </a:lnTo>
                  <a:lnTo>
                    <a:pt x="1909218" y="2843686"/>
                  </a:lnTo>
                  <a:lnTo>
                    <a:pt x="1909312" y="2843686"/>
                  </a:lnTo>
                  <a:lnTo>
                    <a:pt x="1909406" y="2843686"/>
                  </a:lnTo>
                  <a:lnTo>
                    <a:pt x="1909500" y="2843686"/>
                  </a:lnTo>
                  <a:lnTo>
                    <a:pt x="1909594" y="2843686"/>
                  </a:lnTo>
                  <a:lnTo>
                    <a:pt x="1909688" y="2843686"/>
                  </a:lnTo>
                  <a:lnTo>
                    <a:pt x="1909783" y="2843686"/>
                  </a:lnTo>
                  <a:lnTo>
                    <a:pt x="1909877" y="2843686"/>
                  </a:lnTo>
                  <a:lnTo>
                    <a:pt x="1909971" y="2843686"/>
                  </a:lnTo>
                  <a:lnTo>
                    <a:pt x="1910065" y="2843686"/>
                  </a:lnTo>
                  <a:lnTo>
                    <a:pt x="1910159" y="2843686"/>
                  </a:lnTo>
                  <a:lnTo>
                    <a:pt x="1910253" y="2843686"/>
                  </a:lnTo>
                  <a:lnTo>
                    <a:pt x="1910347" y="2843686"/>
                  </a:lnTo>
                  <a:lnTo>
                    <a:pt x="1910442" y="2843686"/>
                  </a:lnTo>
                  <a:lnTo>
                    <a:pt x="1910536" y="2843686"/>
                  </a:lnTo>
                  <a:lnTo>
                    <a:pt x="1910630" y="2843686"/>
                  </a:lnTo>
                  <a:lnTo>
                    <a:pt x="1910724" y="2843686"/>
                  </a:lnTo>
                  <a:lnTo>
                    <a:pt x="1910818" y="2843686"/>
                  </a:lnTo>
                  <a:lnTo>
                    <a:pt x="1910912" y="2843686"/>
                  </a:lnTo>
                  <a:lnTo>
                    <a:pt x="1911006" y="2843686"/>
                  </a:lnTo>
                  <a:lnTo>
                    <a:pt x="1911101" y="2843686"/>
                  </a:lnTo>
                  <a:lnTo>
                    <a:pt x="1911195" y="2843686"/>
                  </a:lnTo>
                  <a:lnTo>
                    <a:pt x="1911289" y="2843686"/>
                  </a:lnTo>
                  <a:lnTo>
                    <a:pt x="1911383" y="2843686"/>
                  </a:lnTo>
                  <a:lnTo>
                    <a:pt x="1911477" y="2843686"/>
                  </a:lnTo>
                  <a:lnTo>
                    <a:pt x="1911571" y="2843686"/>
                  </a:lnTo>
                  <a:lnTo>
                    <a:pt x="1911666" y="2843686"/>
                  </a:lnTo>
                  <a:lnTo>
                    <a:pt x="1911760" y="2843686"/>
                  </a:lnTo>
                  <a:lnTo>
                    <a:pt x="1911854" y="2843686"/>
                  </a:lnTo>
                  <a:lnTo>
                    <a:pt x="1911948" y="2843686"/>
                  </a:lnTo>
                  <a:lnTo>
                    <a:pt x="1912042" y="2843686"/>
                  </a:lnTo>
                  <a:lnTo>
                    <a:pt x="1912136" y="2843686"/>
                  </a:lnTo>
                  <a:lnTo>
                    <a:pt x="1912230" y="2843686"/>
                  </a:lnTo>
                  <a:lnTo>
                    <a:pt x="1912325" y="2843686"/>
                  </a:lnTo>
                  <a:lnTo>
                    <a:pt x="1912419" y="2843686"/>
                  </a:lnTo>
                  <a:lnTo>
                    <a:pt x="1912513" y="2843686"/>
                  </a:lnTo>
                  <a:lnTo>
                    <a:pt x="1912607" y="2843686"/>
                  </a:lnTo>
                  <a:lnTo>
                    <a:pt x="1912701" y="2843686"/>
                  </a:lnTo>
                  <a:lnTo>
                    <a:pt x="1912795" y="2843686"/>
                  </a:lnTo>
                  <a:lnTo>
                    <a:pt x="1912890" y="2843686"/>
                  </a:lnTo>
                  <a:lnTo>
                    <a:pt x="1912984" y="2843686"/>
                  </a:lnTo>
                  <a:lnTo>
                    <a:pt x="1913078" y="2843686"/>
                  </a:lnTo>
                  <a:lnTo>
                    <a:pt x="1913172" y="2843686"/>
                  </a:lnTo>
                  <a:lnTo>
                    <a:pt x="1913266" y="2843686"/>
                  </a:lnTo>
                  <a:lnTo>
                    <a:pt x="1913360" y="2843686"/>
                  </a:lnTo>
                  <a:lnTo>
                    <a:pt x="1913454" y="2843686"/>
                  </a:lnTo>
                  <a:lnTo>
                    <a:pt x="1913549" y="2843686"/>
                  </a:lnTo>
                  <a:lnTo>
                    <a:pt x="1913643" y="2843686"/>
                  </a:lnTo>
                  <a:lnTo>
                    <a:pt x="1913737" y="2843686"/>
                  </a:lnTo>
                  <a:lnTo>
                    <a:pt x="1913831" y="2843686"/>
                  </a:lnTo>
                  <a:lnTo>
                    <a:pt x="1913925" y="2843686"/>
                  </a:lnTo>
                  <a:lnTo>
                    <a:pt x="1914019" y="2843686"/>
                  </a:lnTo>
                  <a:lnTo>
                    <a:pt x="1914114" y="2843686"/>
                  </a:lnTo>
                  <a:lnTo>
                    <a:pt x="1914208" y="2843686"/>
                  </a:lnTo>
                  <a:lnTo>
                    <a:pt x="1914302" y="2843686"/>
                  </a:lnTo>
                  <a:lnTo>
                    <a:pt x="1914396" y="2843686"/>
                  </a:lnTo>
                  <a:lnTo>
                    <a:pt x="1914490" y="2843686"/>
                  </a:lnTo>
                  <a:lnTo>
                    <a:pt x="1914584" y="2843686"/>
                  </a:lnTo>
                  <a:lnTo>
                    <a:pt x="1914678" y="2843686"/>
                  </a:lnTo>
                  <a:lnTo>
                    <a:pt x="1914773" y="2843686"/>
                  </a:lnTo>
                  <a:lnTo>
                    <a:pt x="1914867" y="2843686"/>
                  </a:lnTo>
                  <a:lnTo>
                    <a:pt x="1914961" y="2843686"/>
                  </a:lnTo>
                  <a:lnTo>
                    <a:pt x="1915055" y="2843686"/>
                  </a:lnTo>
                  <a:lnTo>
                    <a:pt x="1915149" y="2843686"/>
                  </a:lnTo>
                  <a:lnTo>
                    <a:pt x="1915243" y="2843686"/>
                  </a:lnTo>
                  <a:lnTo>
                    <a:pt x="1915337" y="2843686"/>
                  </a:lnTo>
                  <a:lnTo>
                    <a:pt x="1915432" y="2843686"/>
                  </a:lnTo>
                  <a:lnTo>
                    <a:pt x="1915526" y="2843686"/>
                  </a:lnTo>
                  <a:lnTo>
                    <a:pt x="1915620" y="2843686"/>
                  </a:lnTo>
                  <a:lnTo>
                    <a:pt x="1915714" y="2843686"/>
                  </a:lnTo>
                  <a:lnTo>
                    <a:pt x="1915808" y="2843686"/>
                  </a:lnTo>
                  <a:lnTo>
                    <a:pt x="1915902" y="2843686"/>
                  </a:lnTo>
                  <a:lnTo>
                    <a:pt x="1915997" y="2843686"/>
                  </a:lnTo>
                  <a:lnTo>
                    <a:pt x="1916091" y="2843686"/>
                  </a:lnTo>
                  <a:lnTo>
                    <a:pt x="1916185" y="2843686"/>
                  </a:lnTo>
                  <a:lnTo>
                    <a:pt x="1916279" y="2843686"/>
                  </a:lnTo>
                  <a:lnTo>
                    <a:pt x="1916373" y="2843686"/>
                  </a:lnTo>
                  <a:lnTo>
                    <a:pt x="1916467" y="2843686"/>
                  </a:lnTo>
                  <a:lnTo>
                    <a:pt x="1916561" y="2843686"/>
                  </a:lnTo>
                  <a:lnTo>
                    <a:pt x="1916656" y="2843686"/>
                  </a:lnTo>
                  <a:lnTo>
                    <a:pt x="1916750" y="2843686"/>
                  </a:lnTo>
                  <a:lnTo>
                    <a:pt x="1916844" y="2843686"/>
                  </a:lnTo>
                  <a:lnTo>
                    <a:pt x="1916938" y="2843686"/>
                  </a:lnTo>
                  <a:lnTo>
                    <a:pt x="1917032" y="2843686"/>
                  </a:lnTo>
                  <a:lnTo>
                    <a:pt x="1917126" y="2843686"/>
                  </a:lnTo>
                  <a:lnTo>
                    <a:pt x="1917221" y="2843686"/>
                  </a:lnTo>
                  <a:lnTo>
                    <a:pt x="1917315" y="2843686"/>
                  </a:lnTo>
                  <a:lnTo>
                    <a:pt x="1917409" y="2843686"/>
                  </a:lnTo>
                  <a:lnTo>
                    <a:pt x="1917503" y="2843686"/>
                  </a:lnTo>
                  <a:lnTo>
                    <a:pt x="1917597" y="2843686"/>
                  </a:lnTo>
                  <a:lnTo>
                    <a:pt x="1917691" y="2843686"/>
                  </a:lnTo>
                  <a:lnTo>
                    <a:pt x="1917785" y="2843686"/>
                  </a:lnTo>
                  <a:lnTo>
                    <a:pt x="1917880" y="2843686"/>
                  </a:lnTo>
                  <a:lnTo>
                    <a:pt x="1917974" y="2843686"/>
                  </a:lnTo>
                  <a:lnTo>
                    <a:pt x="1918068" y="2843686"/>
                  </a:lnTo>
                  <a:lnTo>
                    <a:pt x="1918162" y="2843686"/>
                  </a:lnTo>
                  <a:lnTo>
                    <a:pt x="1918256" y="2843686"/>
                  </a:lnTo>
                  <a:lnTo>
                    <a:pt x="1918350" y="2843686"/>
                  </a:lnTo>
                  <a:lnTo>
                    <a:pt x="1918445" y="2843686"/>
                  </a:lnTo>
                  <a:lnTo>
                    <a:pt x="1918539" y="2843686"/>
                  </a:lnTo>
                  <a:lnTo>
                    <a:pt x="1918633" y="2843686"/>
                  </a:lnTo>
                  <a:lnTo>
                    <a:pt x="1918727" y="2843686"/>
                  </a:lnTo>
                  <a:lnTo>
                    <a:pt x="1918821" y="2843686"/>
                  </a:lnTo>
                  <a:lnTo>
                    <a:pt x="1918915" y="2843686"/>
                  </a:lnTo>
                  <a:lnTo>
                    <a:pt x="1919009" y="2843686"/>
                  </a:lnTo>
                  <a:lnTo>
                    <a:pt x="1919104" y="2843686"/>
                  </a:lnTo>
                  <a:lnTo>
                    <a:pt x="1919198" y="2843686"/>
                  </a:lnTo>
                  <a:lnTo>
                    <a:pt x="1919292" y="2843686"/>
                  </a:lnTo>
                  <a:lnTo>
                    <a:pt x="1919386" y="2843686"/>
                  </a:lnTo>
                  <a:lnTo>
                    <a:pt x="1919480" y="2843686"/>
                  </a:lnTo>
                  <a:lnTo>
                    <a:pt x="1919574" y="2843686"/>
                  </a:lnTo>
                  <a:lnTo>
                    <a:pt x="1919668" y="2843686"/>
                  </a:lnTo>
                  <a:lnTo>
                    <a:pt x="1919763" y="2843686"/>
                  </a:lnTo>
                  <a:lnTo>
                    <a:pt x="1919857" y="2843686"/>
                  </a:lnTo>
                  <a:lnTo>
                    <a:pt x="1919951" y="2843686"/>
                  </a:lnTo>
                  <a:lnTo>
                    <a:pt x="1920045" y="2843686"/>
                  </a:lnTo>
                  <a:lnTo>
                    <a:pt x="1920139" y="2843686"/>
                  </a:lnTo>
                  <a:lnTo>
                    <a:pt x="1920233" y="2843686"/>
                  </a:lnTo>
                  <a:lnTo>
                    <a:pt x="1920328" y="2843686"/>
                  </a:lnTo>
                  <a:lnTo>
                    <a:pt x="1920422" y="2843686"/>
                  </a:lnTo>
                  <a:lnTo>
                    <a:pt x="1920516" y="2843686"/>
                  </a:lnTo>
                  <a:lnTo>
                    <a:pt x="1920610" y="2843686"/>
                  </a:lnTo>
                  <a:lnTo>
                    <a:pt x="1920704" y="2843686"/>
                  </a:lnTo>
                  <a:lnTo>
                    <a:pt x="1920798" y="2843686"/>
                  </a:lnTo>
                  <a:lnTo>
                    <a:pt x="1920892" y="2843686"/>
                  </a:lnTo>
                  <a:lnTo>
                    <a:pt x="1920987" y="2843686"/>
                  </a:lnTo>
                  <a:lnTo>
                    <a:pt x="1921081" y="2843686"/>
                  </a:lnTo>
                  <a:lnTo>
                    <a:pt x="1921175" y="2843686"/>
                  </a:lnTo>
                  <a:lnTo>
                    <a:pt x="1921269" y="2843686"/>
                  </a:lnTo>
                  <a:lnTo>
                    <a:pt x="1921269" y="2838774"/>
                  </a:lnTo>
                  <a:lnTo>
                    <a:pt x="1921363" y="2838774"/>
                  </a:lnTo>
                  <a:lnTo>
                    <a:pt x="1921457" y="2838774"/>
                  </a:lnTo>
                  <a:lnTo>
                    <a:pt x="1921552" y="2838774"/>
                  </a:lnTo>
                  <a:lnTo>
                    <a:pt x="1921646" y="2838774"/>
                  </a:lnTo>
                  <a:lnTo>
                    <a:pt x="1921740" y="2838774"/>
                  </a:lnTo>
                  <a:lnTo>
                    <a:pt x="1921834" y="2838774"/>
                  </a:lnTo>
                  <a:lnTo>
                    <a:pt x="1921928" y="2838774"/>
                  </a:lnTo>
                  <a:lnTo>
                    <a:pt x="1922022" y="2838774"/>
                  </a:lnTo>
                  <a:lnTo>
                    <a:pt x="1922116" y="2838774"/>
                  </a:lnTo>
                  <a:lnTo>
                    <a:pt x="1922211" y="2838774"/>
                  </a:lnTo>
                  <a:lnTo>
                    <a:pt x="1922305" y="2838774"/>
                  </a:lnTo>
                  <a:lnTo>
                    <a:pt x="1922399" y="2838774"/>
                  </a:lnTo>
                  <a:lnTo>
                    <a:pt x="1922493" y="2838774"/>
                  </a:lnTo>
                  <a:lnTo>
                    <a:pt x="1922493" y="2833863"/>
                  </a:lnTo>
                  <a:lnTo>
                    <a:pt x="1922587" y="2833863"/>
                  </a:lnTo>
                  <a:lnTo>
                    <a:pt x="1922681" y="2833863"/>
                  </a:lnTo>
                  <a:lnTo>
                    <a:pt x="1922776" y="2833863"/>
                  </a:lnTo>
                  <a:lnTo>
                    <a:pt x="1922870" y="2833863"/>
                  </a:lnTo>
                  <a:lnTo>
                    <a:pt x="1922964" y="2833863"/>
                  </a:lnTo>
                  <a:lnTo>
                    <a:pt x="1923058" y="2833863"/>
                  </a:lnTo>
                  <a:lnTo>
                    <a:pt x="1923152" y="2833863"/>
                  </a:lnTo>
                  <a:lnTo>
                    <a:pt x="1923246" y="2833863"/>
                  </a:lnTo>
                  <a:lnTo>
                    <a:pt x="1923340" y="2833863"/>
                  </a:lnTo>
                  <a:lnTo>
                    <a:pt x="1923435" y="2833863"/>
                  </a:lnTo>
                  <a:lnTo>
                    <a:pt x="1923529" y="2833863"/>
                  </a:lnTo>
                  <a:lnTo>
                    <a:pt x="1923623" y="2833863"/>
                  </a:lnTo>
                  <a:lnTo>
                    <a:pt x="1923717" y="2833863"/>
                  </a:lnTo>
                  <a:lnTo>
                    <a:pt x="1923811" y="2833863"/>
                  </a:lnTo>
                  <a:lnTo>
                    <a:pt x="1923905" y="2833863"/>
                  </a:lnTo>
                  <a:lnTo>
                    <a:pt x="1923999" y="2833863"/>
                  </a:lnTo>
                  <a:lnTo>
                    <a:pt x="1924094" y="2833863"/>
                  </a:lnTo>
                  <a:lnTo>
                    <a:pt x="1924188" y="2833863"/>
                  </a:lnTo>
                  <a:lnTo>
                    <a:pt x="1924282" y="2833863"/>
                  </a:lnTo>
                  <a:lnTo>
                    <a:pt x="1924376" y="2833863"/>
                  </a:lnTo>
                  <a:lnTo>
                    <a:pt x="1924470" y="2833863"/>
                  </a:lnTo>
                  <a:lnTo>
                    <a:pt x="1924564" y="2833863"/>
                  </a:lnTo>
                  <a:lnTo>
                    <a:pt x="1924659" y="2833863"/>
                  </a:lnTo>
                  <a:lnTo>
                    <a:pt x="1924753" y="2833863"/>
                  </a:lnTo>
                  <a:lnTo>
                    <a:pt x="1924847" y="2833863"/>
                  </a:lnTo>
                  <a:lnTo>
                    <a:pt x="1924941" y="2833863"/>
                  </a:lnTo>
                  <a:lnTo>
                    <a:pt x="1925035" y="2833863"/>
                  </a:lnTo>
                  <a:lnTo>
                    <a:pt x="1925129" y="2833863"/>
                  </a:lnTo>
                  <a:lnTo>
                    <a:pt x="1925223" y="2833863"/>
                  </a:lnTo>
                  <a:lnTo>
                    <a:pt x="1925223" y="2828951"/>
                  </a:lnTo>
                  <a:lnTo>
                    <a:pt x="1925318" y="2828951"/>
                  </a:lnTo>
                  <a:lnTo>
                    <a:pt x="1925412" y="2828951"/>
                  </a:lnTo>
                  <a:lnTo>
                    <a:pt x="1925506" y="2828951"/>
                  </a:lnTo>
                  <a:lnTo>
                    <a:pt x="1925600" y="2828951"/>
                  </a:lnTo>
                  <a:lnTo>
                    <a:pt x="1925694" y="2828951"/>
                  </a:lnTo>
                  <a:lnTo>
                    <a:pt x="1925788" y="2828951"/>
                  </a:lnTo>
                  <a:lnTo>
                    <a:pt x="1925883" y="2828951"/>
                  </a:lnTo>
                  <a:lnTo>
                    <a:pt x="1925883" y="2824040"/>
                  </a:lnTo>
                  <a:lnTo>
                    <a:pt x="1925977" y="2824040"/>
                  </a:lnTo>
                  <a:lnTo>
                    <a:pt x="1926071" y="2824040"/>
                  </a:lnTo>
                  <a:lnTo>
                    <a:pt x="1926165" y="2824040"/>
                  </a:lnTo>
                  <a:lnTo>
                    <a:pt x="1926259" y="2824040"/>
                  </a:lnTo>
                  <a:lnTo>
                    <a:pt x="1926353" y="2824040"/>
                  </a:lnTo>
                  <a:lnTo>
                    <a:pt x="1926447" y="2824040"/>
                  </a:lnTo>
                  <a:lnTo>
                    <a:pt x="1926542" y="2824040"/>
                  </a:lnTo>
                  <a:lnTo>
                    <a:pt x="1926636" y="2824040"/>
                  </a:lnTo>
                  <a:lnTo>
                    <a:pt x="1926730" y="2824040"/>
                  </a:lnTo>
                  <a:lnTo>
                    <a:pt x="1926824" y="2824040"/>
                  </a:lnTo>
                  <a:lnTo>
                    <a:pt x="1926918" y="2824040"/>
                  </a:lnTo>
                  <a:lnTo>
                    <a:pt x="1927012" y="2824040"/>
                  </a:lnTo>
                  <a:lnTo>
                    <a:pt x="1927107" y="2824040"/>
                  </a:lnTo>
                  <a:lnTo>
                    <a:pt x="1927201" y="2824040"/>
                  </a:lnTo>
                  <a:lnTo>
                    <a:pt x="1927295" y="2824040"/>
                  </a:lnTo>
                  <a:lnTo>
                    <a:pt x="1927389" y="2824040"/>
                  </a:lnTo>
                  <a:lnTo>
                    <a:pt x="1927483" y="2824040"/>
                  </a:lnTo>
                  <a:lnTo>
                    <a:pt x="1927577" y="2824040"/>
                  </a:lnTo>
                  <a:lnTo>
                    <a:pt x="1927671" y="2824040"/>
                  </a:lnTo>
                  <a:lnTo>
                    <a:pt x="1927766" y="2824040"/>
                  </a:lnTo>
                  <a:lnTo>
                    <a:pt x="1927860" y="2824040"/>
                  </a:lnTo>
                  <a:lnTo>
                    <a:pt x="1927954" y="2824040"/>
                  </a:lnTo>
                  <a:lnTo>
                    <a:pt x="1928048" y="2824040"/>
                  </a:lnTo>
                  <a:lnTo>
                    <a:pt x="1928142" y="2824040"/>
                  </a:lnTo>
                  <a:lnTo>
                    <a:pt x="1928236" y="2824040"/>
                  </a:lnTo>
                  <a:lnTo>
                    <a:pt x="1928330" y="2824040"/>
                  </a:lnTo>
                  <a:lnTo>
                    <a:pt x="1928425" y="2824040"/>
                  </a:lnTo>
                  <a:lnTo>
                    <a:pt x="1928519" y="2824040"/>
                  </a:lnTo>
                  <a:lnTo>
                    <a:pt x="1928613" y="2824040"/>
                  </a:lnTo>
                  <a:lnTo>
                    <a:pt x="1928707" y="2824040"/>
                  </a:lnTo>
                  <a:lnTo>
                    <a:pt x="1928801" y="2824040"/>
                  </a:lnTo>
                  <a:lnTo>
                    <a:pt x="1928895" y="2824040"/>
                  </a:lnTo>
                  <a:lnTo>
                    <a:pt x="1928990" y="2824040"/>
                  </a:lnTo>
                  <a:lnTo>
                    <a:pt x="1929084" y="2824040"/>
                  </a:lnTo>
                  <a:lnTo>
                    <a:pt x="1929178" y="2824040"/>
                  </a:lnTo>
                  <a:lnTo>
                    <a:pt x="1929272" y="2824040"/>
                  </a:lnTo>
                  <a:lnTo>
                    <a:pt x="1929366" y="2824040"/>
                  </a:lnTo>
                  <a:lnTo>
                    <a:pt x="1929460" y="2824040"/>
                  </a:lnTo>
                  <a:lnTo>
                    <a:pt x="1929554" y="2824040"/>
                  </a:lnTo>
                  <a:lnTo>
                    <a:pt x="1929649" y="2824040"/>
                  </a:lnTo>
                  <a:lnTo>
                    <a:pt x="1929743" y="2824040"/>
                  </a:lnTo>
                  <a:lnTo>
                    <a:pt x="1929837" y="2824040"/>
                  </a:lnTo>
                  <a:lnTo>
                    <a:pt x="1929931" y="2824040"/>
                  </a:lnTo>
                  <a:lnTo>
                    <a:pt x="1930025" y="2824040"/>
                  </a:lnTo>
                  <a:lnTo>
                    <a:pt x="1930119" y="2824040"/>
                  </a:lnTo>
                  <a:lnTo>
                    <a:pt x="1930214" y="2824040"/>
                  </a:lnTo>
                  <a:lnTo>
                    <a:pt x="1930308" y="2824040"/>
                  </a:lnTo>
                  <a:lnTo>
                    <a:pt x="1930402" y="2824040"/>
                  </a:lnTo>
                  <a:lnTo>
                    <a:pt x="1930496" y="2824040"/>
                  </a:lnTo>
                  <a:lnTo>
                    <a:pt x="1930590" y="2824040"/>
                  </a:lnTo>
                  <a:lnTo>
                    <a:pt x="1930684" y="2824040"/>
                  </a:lnTo>
                  <a:lnTo>
                    <a:pt x="1930778" y="2824040"/>
                  </a:lnTo>
                  <a:lnTo>
                    <a:pt x="1930873" y="2824040"/>
                  </a:lnTo>
                  <a:lnTo>
                    <a:pt x="1930967" y="2824040"/>
                  </a:lnTo>
                  <a:lnTo>
                    <a:pt x="1931061" y="2824040"/>
                  </a:lnTo>
                  <a:lnTo>
                    <a:pt x="1931155" y="2824040"/>
                  </a:lnTo>
                  <a:lnTo>
                    <a:pt x="1931249" y="2824040"/>
                  </a:lnTo>
                  <a:lnTo>
                    <a:pt x="1931343" y="2824040"/>
                  </a:lnTo>
                  <a:lnTo>
                    <a:pt x="1931438" y="2824040"/>
                  </a:lnTo>
                  <a:lnTo>
                    <a:pt x="1931532" y="2824040"/>
                  </a:lnTo>
                  <a:lnTo>
                    <a:pt x="1931626" y="2824040"/>
                  </a:lnTo>
                  <a:lnTo>
                    <a:pt x="1931720" y="2824040"/>
                  </a:lnTo>
                  <a:lnTo>
                    <a:pt x="1931814" y="2824040"/>
                  </a:lnTo>
                  <a:lnTo>
                    <a:pt x="1931908" y="2824040"/>
                  </a:lnTo>
                  <a:lnTo>
                    <a:pt x="1932002" y="2824040"/>
                  </a:lnTo>
                  <a:lnTo>
                    <a:pt x="1932097" y="2824040"/>
                  </a:lnTo>
                  <a:lnTo>
                    <a:pt x="1932097" y="2819129"/>
                  </a:lnTo>
                  <a:lnTo>
                    <a:pt x="1932191" y="2819129"/>
                  </a:lnTo>
                  <a:lnTo>
                    <a:pt x="1932285" y="2819129"/>
                  </a:lnTo>
                  <a:lnTo>
                    <a:pt x="1932379" y="2819129"/>
                  </a:lnTo>
                  <a:lnTo>
                    <a:pt x="1932473" y="2819129"/>
                  </a:lnTo>
                  <a:lnTo>
                    <a:pt x="1932567" y="2819129"/>
                  </a:lnTo>
                  <a:lnTo>
                    <a:pt x="1932661" y="2819129"/>
                  </a:lnTo>
                  <a:lnTo>
                    <a:pt x="1932756" y="2819129"/>
                  </a:lnTo>
                  <a:lnTo>
                    <a:pt x="1932850" y="2819129"/>
                  </a:lnTo>
                  <a:lnTo>
                    <a:pt x="1932944" y="2819129"/>
                  </a:lnTo>
                  <a:lnTo>
                    <a:pt x="1933038" y="2819129"/>
                  </a:lnTo>
                  <a:lnTo>
                    <a:pt x="1933132" y="2819129"/>
                  </a:lnTo>
                  <a:lnTo>
                    <a:pt x="1933226" y="2819129"/>
                  </a:lnTo>
                  <a:lnTo>
                    <a:pt x="1933321" y="2819129"/>
                  </a:lnTo>
                  <a:lnTo>
                    <a:pt x="1933415" y="2819129"/>
                  </a:lnTo>
                  <a:lnTo>
                    <a:pt x="1933509" y="2819129"/>
                  </a:lnTo>
                  <a:lnTo>
                    <a:pt x="1933603" y="2819129"/>
                  </a:lnTo>
                  <a:lnTo>
                    <a:pt x="1933697" y="2819129"/>
                  </a:lnTo>
                  <a:lnTo>
                    <a:pt x="1933791" y="2819129"/>
                  </a:lnTo>
                  <a:lnTo>
                    <a:pt x="1933885" y="2819129"/>
                  </a:lnTo>
                  <a:lnTo>
                    <a:pt x="1933980" y="2819129"/>
                  </a:lnTo>
                  <a:lnTo>
                    <a:pt x="1934074" y="2819129"/>
                  </a:lnTo>
                  <a:lnTo>
                    <a:pt x="1934168" y="2819129"/>
                  </a:lnTo>
                  <a:lnTo>
                    <a:pt x="1934262" y="2819129"/>
                  </a:lnTo>
                  <a:lnTo>
                    <a:pt x="1934356" y="2819129"/>
                  </a:lnTo>
                  <a:lnTo>
                    <a:pt x="1934450" y="2819129"/>
                  </a:lnTo>
                  <a:lnTo>
                    <a:pt x="1934545" y="2819129"/>
                  </a:lnTo>
                  <a:lnTo>
                    <a:pt x="1934639" y="2819129"/>
                  </a:lnTo>
                  <a:lnTo>
                    <a:pt x="1934733" y="2819129"/>
                  </a:lnTo>
                  <a:lnTo>
                    <a:pt x="1934827" y="2819129"/>
                  </a:lnTo>
                  <a:lnTo>
                    <a:pt x="1934921" y="2819129"/>
                  </a:lnTo>
                  <a:lnTo>
                    <a:pt x="1935015" y="2819129"/>
                  </a:lnTo>
                  <a:lnTo>
                    <a:pt x="1935109" y="2819129"/>
                  </a:lnTo>
                  <a:lnTo>
                    <a:pt x="1935204" y="2819129"/>
                  </a:lnTo>
                  <a:lnTo>
                    <a:pt x="1935298" y="2819129"/>
                  </a:lnTo>
                  <a:lnTo>
                    <a:pt x="1935392" y="2819129"/>
                  </a:lnTo>
                  <a:lnTo>
                    <a:pt x="1935486" y="2819129"/>
                  </a:lnTo>
                  <a:lnTo>
                    <a:pt x="1935580" y="2819129"/>
                  </a:lnTo>
                  <a:lnTo>
                    <a:pt x="1935674" y="2819129"/>
                  </a:lnTo>
                  <a:lnTo>
                    <a:pt x="1935769" y="2819129"/>
                  </a:lnTo>
                  <a:lnTo>
                    <a:pt x="1935863" y="2819129"/>
                  </a:lnTo>
                  <a:lnTo>
                    <a:pt x="1935863" y="2814217"/>
                  </a:lnTo>
                  <a:lnTo>
                    <a:pt x="1935957" y="2814217"/>
                  </a:lnTo>
                  <a:lnTo>
                    <a:pt x="1936051" y="2814217"/>
                  </a:lnTo>
                  <a:lnTo>
                    <a:pt x="1936145" y="2814217"/>
                  </a:lnTo>
                  <a:lnTo>
                    <a:pt x="1936239" y="2814217"/>
                  </a:lnTo>
                  <a:lnTo>
                    <a:pt x="1936333" y="2814217"/>
                  </a:lnTo>
                  <a:lnTo>
                    <a:pt x="1936428" y="2814217"/>
                  </a:lnTo>
                  <a:lnTo>
                    <a:pt x="1936522" y="2814217"/>
                  </a:lnTo>
                  <a:lnTo>
                    <a:pt x="1936616" y="2814217"/>
                  </a:lnTo>
                  <a:lnTo>
                    <a:pt x="1936710" y="2814217"/>
                  </a:lnTo>
                  <a:lnTo>
                    <a:pt x="1936804" y="2814217"/>
                  </a:lnTo>
                  <a:lnTo>
                    <a:pt x="1936898" y="2814217"/>
                  </a:lnTo>
                  <a:lnTo>
                    <a:pt x="1936898" y="2809306"/>
                  </a:lnTo>
                  <a:lnTo>
                    <a:pt x="1936992" y="2809306"/>
                  </a:lnTo>
                  <a:lnTo>
                    <a:pt x="1937087" y="2809306"/>
                  </a:lnTo>
                  <a:lnTo>
                    <a:pt x="1937181" y="2809306"/>
                  </a:lnTo>
                  <a:lnTo>
                    <a:pt x="1937275" y="2809306"/>
                  </a:lnTo>
                  <a:lnTo>
                    <a:pt x="1937369" y="2809306"/>
                  </a:lnTo>
                  <a:lnTo>
                    <a:pt x="1937463" y="2809306"/>
                  </a:lnTo>
                  <a:lnTo>
                    <a:pt x="1937557" y="2809306"/>
                  </a:lnTo>
                  <a:lnTo>
                    <a:pt x="1937652" y="2809306"/>
                  </a:lnTo>
                  <a:lnTo>
                    <a:pt x="1937746" y="2809306"/>
                  </a:lnTo>
                  <a:lnTo>
                    <a:pt x="1937840" y="2809306"/>
                  </a:lnTo>
                  <a:lnTo>
                    <a:pt x="1937934" y="2809306"/>
                  </a:lnTo>
                  <a:lnTo>
                    <a:pt x="1938028" y="2809306"/>
                  </a:lnTo>
                  <a:lnTo>
                    <a:pt x="1938122" y="2809306"/>
                  </a:lnTo>
                  <a:lnTo>
                    <a:pt x="1938216" y="2809306"/>
                  </a:lnTo>
                  <a:lnTo>
                    <a:pt x="1938216" y="2804395"/>
                  </a:lnTo>
                  <a:lnTo>
                    <a:pt x="1938311" y="2804395"/>
                  </a:lnTo>
                  <a:lnTo>
                    <a:pt x="1938405" y="2804395"/>
                  </a:lnTo>
                  <a:lnTo>
                    <a:pt x="1938499" y="2804395"/>
                  </a:lnTo>
                  <a:lnTo>
                    <a:pt x="1938593" y="2804395"/>
                  </a:lnTo>
                  <a:lnTo>
                    <a:pt x="1938687" y="2804395"/>
                  </a:lnTo>
                  <a:lnTo>
                    <a:pt x="1938781" y="2804395"/>
                  </a:lnTo>
                  <a:lnTo>
                    <a:pt x="1938876" y="2804395"/>
                  </a:lnTo>
                  <a:lnTo>
                    <a:pt x="1938970" y="2804395"/>
                  </a:lnTo>
                  <a:lnTo>
                    <a:pt x="1939064" y="2804395"/>
                  </a:lnTo>
                  <a:lnTo>
                    <a:pt x="1939158" y="2804395"/>
                  </a:lnTo>
                  <a:lnTo>
                    <a:pt x="1939252" y="2804395"/>
                  </a:lnTo>
                  <a:lnTo>
                    <a:pt x="1939346" y="2804395"/>
                  </a:lnTo>
                  <a:lnTo>
                    <a:pt x="1939440" y="2804395"/>
                  </a:lnTo>
                  <a:lnTo>
                    <a:pt x="1939535" y="2804395"/>
                  </a:lnTo>
                  <a:lnTo>
                    <a:pt x="1939629" y="2804395"/>
                  </a:lnTo>
                  <a:lnTo>
                    <a:pt x="1939723" y="2804395"/>
                  </a:lnTo>
                  <a:lnTo>
                    <a:pt x="1939817" y="2804395"/>
                  </a:lnTo>
                  <a:lnTo>
                    <a:pt x="1939911" y="2804395"/>
                  </a:lnTo>
                  <a:lnTo>
                    <a:pt x="1940005" y="2804395"/>
                  </a:lnTo>
                  <a:lnTo>
                    <a:pt x="1940100" y="2804395"/>
                  </a:lnTo>
                  <a:lnTo>
                    <a:pt x="1940194" y="2804395"/>
                  </a:lnTo>
                  <a:lnTo>
                    <a:pt x="1940288" y="2804395"/>
                  </a:lnTo>
                  <a:lnTo>
                    <a:pt x="1940382" y="2804395"/>
                  </a:lnTo>
                  <a:lnTo>
                    <a:pt x="1940476" y="2804395"/>
                  </a:lnTo>
                  <a:lnTo>
                    <a:pt x="1940570" y="2804395"/>
                  </a:lnTo>
                  <a:lnTo>
                    <a:pt x="1940664" y="2804395"/>
                  </a:lnTo>
                  <a:lnTo>
                    <a:pt x="1940759" y="2804395"/>
                  </a:lnTo>
                  <a:lnTo>
                    <a:pt x="1940853" y="2804395"/>
                  </a:lnTo>
                  <a:lnTo>
                    <a:pt x="1940947" y="2804395"/>
                  </a:lnTo>
                  <a:lnTo>
                    <a:pt x="1941041" y="2804395"/>
                  </a:lnTo>
                  <a:lnTo>
                    <a:pt x="1941135" y="2804395"/>
                  </a:lnTo>
                  <a:lnTo>
                    <a:pt x="1941229" y="2804395"/>
                  </a:lnTo>
                  <a:lnTo>
                    <a:pt x="1941323" y="2804395"/>
                  </a:lnTo>
                  <a:lnTo>
                    <a:pt x="1941418" y="2804395"/>
                  </a:lnTo>
                  <a:lnTo>
                    <a:pt x="1941512" y="2804395"/>
                  </a:lnTo>
                  <a:lnTo>
                    <a:pt x="1941606" y="2804395"/>
                  </a:lnTo>
                  <a:lnTo>
                    <a:pt x="1941700" y="2804395"/>
                  </a:lnTo>
                  <a:lnTo>
                    <a:pt x="1941700" y="2799483"/>
                  </a:lnTo>
                  <a:lnTo>
                    <a:pt x="1941794" y="2799483"/>
                  </a:lnTo>
                  <a:lnTo>
                    <a:pt x="1941888" y="2799483"/>
                  </a:lnTo>
                  <a:lnTo>
                    <a:pt x="1941983" y="2799483"/>
                  </a:lnTo>
                  <a:lnTo>
                    <a:pt x="1942077" y="2799483"/>
                  </a:lnTo>
                  <a:lnTo>
                    <a:pt x="1942171" y="2799483"/>
                  </a:lnTo>
                  <a:lnTo>
                    <a:pt x="1942265" y="2799483"/>
                  </a:lnTo>
                  <a:lnTo>
                    <a:pt x="1942359" y="2799483"/>
                  </a:lnTo>
                  <a:lnTo>
                    <a:pt x="1942453" y="2799483"/>
                  </a:lnTo>
                  <a:lnTo>
                    <a:pt x="1942547" y="2799483"/>
                  </a:lnTo>
                  <a:lnTo>
                    <a:pt x="1942642" y="2799483"/>
                  </a:lnTo>
                  <a:lnTo>
                    <a:pt x="1942736" y="2799483"/>
                  </a:lnTo>
                  <a:lnTo>
                    <a:pt x="1942830" y="2799483"/>
                  </a:lnTo>
                  <a:lnTo>
                    <a:pt x="1942924" y="2799483"/>
                  </a:lnTo>
                  <a:lnTo>
                    <a:pt x="1943018" y="2799483"/>
                  </a:lnTo>
                  <a:lnTo>
                    <a:pt x="1943112" y="2799483"/>
                  </a:lnTo>
                  <a:lnTo>
                    <a:pt x="1943207" y="2799483"/>
                  </a:lnTo>
                  <a:lnTo>
                    <a:pt x="1943301" y="2799483"/>
                  </a:lnTo>
                  <a:lnTo>
                    <a:pt x="1943395" y="2799483"/>
                  </a:lnTo>
                  <a:lnTo>
                    <a:pt x="1943489" y="2799483"/>
                  </a:lnTo>
                  <a:lnTo>
                    <a:pt x="1943583" y="2799483"/>
                  </a:lnTo>
                  <a:lnTo>
                    <a:pt x="1943677" y="2799483"/>
                  </a:lnTo>
                  <a:lnTo>
                    <a:pt x="1943771" y="2799483"/>
                  </a:lnTo>
                  <a:lnTo>
                    <a:pt x="1943866" y="2799483"/>
                  </a:lnTo>
                  <a:lnTo>
                    <a:pt x="1943960" y="2799483"/>
                  </a:lnTo>
                  <a:lnTo>
                    <a:pt x="1944054" y="2799483"/>
                  </a:lnTo>
                  <a:lnTo>
                    <a:pt x="1944148" y="2799483"/>
                  </a:lnTo>
                  <a:lnTo>
                    <a:pt x="1944242" y="2799483"/>
                  </a:lnTo>
                  <a:lnTo>
                    <a:pt x="1944336" y="2799483"/>
                  </a:lnTo>
                  <a:lnTo>
                    <a:pt x="1944431" y="2799483"/>
                  </a:lnTo>
                  <a:lnTo>
                    <a:pt x="1944525" y="2799483"/>
                  </a:lnTo>
                  <a:lnTo>
                    <a:pt x="1944619" y="2799483"/>
                  </a:lnTo>
                  <a:lnTo>
                    <a:pt x="1944713" y="2799483"/>
                  </a:lnTo>
                  <a:lnTo>
                    <a:pt x="1944807" y="2799483"/>
                  </a:lnTo>
                  <a:lnTo>
                    <a:pt x="1944901" y="2799483"/>
                  </a:lnTo>
                  <a:lnTo>
                    <a:pt x="1944995" y="2799483"/>
                  </a:lnTo>
                  <a:lnTo>
                    <a:pt x="1945090" y="2799483"/>
                  </a:lnTo>
                  <a:lnTo>
                    <a:pt x="1945184" y="2799483"/>
                  </a:lnTo>
                  <a:lnTo>
                    <a:pt x="1945278" y="2799483"/>
                  </a:lnTo>
                  <a:lnTo>
                    <a:pt x="1945372" y="2799483"/>
                  </a:lnTo>
                  <a:lnTo>
                    <a:pt x="1945466" y="2799483"/>
                  </a:lnTo>
                  <a:lnTo>
                    <a:pt x="1945560" y="2799483"/>
                  </a:lnTo>
                  <a:lnTo>
                    <a:pt x="1945654" y="2799483"/>
                  </a:lnTo>
                  <a:lnTo>
                    <a:pt x="1945749" y="2799483"/>
                  </a:lnTo>
                  <a:lnTo>
                    <a:pt x="1945843" y="2799483"/>
                  </a:lnTo>
                  <a:lnTo>
                    <a:pt x="1945937" y="2799483"/>
                  </a:lnTo>
                  <a:lnTo>
                    <a:pt x="1946031" y="2799483"/>
                  </a:lnTo>
                  <a:lnTo>
                    <a:pt x="1946125" y="2799483"/>
                  </a:lnTo>
                  <a:lnTo>
                    <a:pt x="1946219" y="2799483"/>
                  </a:lnTo>
                  <a:lnTo>
                    <a:pt x="1946314" y="2799483"/>
                  </a:lnTo>
                  <a:lnTo>
                    <a:pt x="1946408" y="2799483"/>
                  </a:lnTo>
                  <a:lnTo>
                    <a:pt x="1946502" y="2799483"/>
                  </a:lnTo>
                  <a:lnTo>
                    <a:pt x="1946596" y="2799483"/>
                  </a:lnTo>
                  <a:lnTo>
                    <a:pt x="1946690" y="2799483"/>
                  </a:lnTo>
                  <a:lnTo>
                    <a:pt x="1946784" y="2799483"/>
                  </a:lnTo>
                  <a:lnTo>
                    <a:pt x="1946878" y="2799483"/>
                  </a:lnTo>
                  <a:lnTo>
                    <a:pt x="1946973" y="2799483"/>
                  </a:lnTo>
                  <a:lnTo>
                    <a:pt x="1947067" y="2799483"/>
                  </a:lnTo>
                  <a:lnTo>
                    <a:pt x="1947161" y="2799483"/>
                  </a:lnTo>
                  <a:lnTo>
                    <a:pt x="1947255" y="2799483"/>
                  </a:lnTo>
                  <a:lnTo>
                    <a:pt x="1947349" y="2799483"/>
                  </a:lnTo>
                  <a:lnTo>
                    <a:pt x="1947443" y="2799483"/>
                  </a:lnTo>
                  <a:lnTo>
                    <a:pt x="1947538" y="2799483"/>
                  </a:lnTo>
                  <a:lnTo>
                    <a:pt x="1947632" y="2799483"/>
                  </a:lnTo>
                  <a:lnTo>
                    <a:pt x="1947726" y="2799483"/>
                  </a:lnTo>
                  <a:lnTo>
                    <a:pt x="1947820" y="2799483"/>
                  </a:lnTo>
                  <a:lnTo>
                    <a:pt x="1947914" y="2799483"/>
                  </a:lnTo>
                  <a:lnTo>
                    <a:pt x="1948008" y="2799483"/>
                  </a:lnTo>
                  <a:lnTo>
                    <a:pt x="1948102" y="2799483"/>
                  </a:lnTo>
                  <a:lnTo>
                    <a:pt x="1948197" y="2799483"/>
                  </a:lnTo>
                  <a:lnTo>
                    <a:pt x="1948291" y="2799483"/>
                  </a:lnTo>
                  <a:lnTo>
                    <a:pt x="1948385" y="2799483"/>
                  </a:lnTo>
                  <a:lnTo>
                    <a:pt x="1948479" y="2799483"/>
                  </a:lnTo>
                  <a:lnTo>
                    <a:pt x="1948573" y="2799483"/>
                  </a:lnTo>
                  <a:lnTo>
                    <a:pt x="1948667" y="2799483"/>
                  </a:lnTo>
                  <a:lnTo>
                    <a:pt x="1948762" y="2799483"/>
                  </a:lnTo>
                  <a:lnTo>
                    <a:pt x="1948856" y="2799483"/>
                  </a:lnTo>
                  <a:lnTo>
                    <a:pt x="1948950" y="2799483"/>
                  </a:lnTo>
                  <a:lnTo>
                    <a:pt x="1949044" y="2799483"/>
                  </a:lnTo>
                  <a:lnTo>
                    <a:pt x="1949138" y="2799483"/>
                  </a:lnTo>
                  <a:lnTo>
                    <a:pt x="1949232" y="2799483"/>
                  </a:lnTo>
                  <a:lnTo>
                    <a:pt x="1949326" y="2799483"/>
                  </a:lnTo>
                  <a:lnTo>
                    <a:pt x="1949421" y="2799483"/>
                  </a:lnTo>
                  <a:lnTo>
                    <a:pt x="1949515" y="2799483"/>
                  </a:lnTo>
                  <a:lnTo>
                    <a:pt x="1949609" y="2799483"/>
                  </a:lnTo>
                  <a:lnTo>
                    <a:pt x="1949703" y="2799483"/>
                  </a:lnTo>
                  <a:lnTo>
                    <a:pt x="1949797" y="2799483"/>
                  </a:lnTo>
                  <a:lnTo>
                    <a:pt x="1949891" y="2799483"/>
                  </a:lnTo>
                  <a:lnTo>
                    <a:pt x="1949985" y="2799483"/>
                  </a:lnTo>
                  <a:lnTo>
                    <a:pt x="1950080" y="2799483"/>
                  </a:lnTo>
                  <a:lnTo>
                    <a:pt x="1950174" y="2799483"/>
                  </a:lnTo>
                  <a:lnTo>
                    <a:pt x="1950268" y="2799483"/>
                  </a:lnTo>
                  <a:lnTo>
                    <a:pt x="1950362" y="2799483"/>
                  </a:lnTo>
                  <a:lnTo>
                    <a:pt x="1950456" y="2799483"/>
                  </a:lnTo>
                  <a:lnTo>
                    <a:pt x="1950550" y="2799483"/>
                  </a:lnTo>
                  <a:lnTo>
                    <a:pt x="1950645" y="2799483"/>
                  </a:lnTo>
                  <a:lnTo>
                    <a:pt x="1950739" y="2799483"/>
                  </a:lnTo>
                  <a:lnTo>
                    <a:pt x="1950833" y="2799483"/>
                  </a:lnTo>
                  <a:lnTo>
                    <a:pt x="1950927" y="2799483"/>
                  </a:lnTo>
                  <a:lnTo>
                    <a:pt x="1951021" y="2799483"/>
                  </a:lnTo>
                  <a:lnTo>
                    <a:pt x="1951115" y="2799483"/>
                  </a:lnTo>
                  <a:lnTo>
                    <a:pt x="1951209" y="2799483"/>
                  </a:lnTo>
                  <a:lnTo>
                    <a:pt x="1951304" y="2799483"/>
                  </a:lnTo>
                  <a:lnTo>
                    <a:pt x="1951398" y="2799483"/>
                  </a:lnTo>
                  <a:lnTo>
                    <a:pt x="1951492" y="2799483"/>
                  </a:lnTo>
                  <a:lnTo>
                    <a:pt x="1951586" y="2799483"/>
                  </a:lnTo>
                  <a:lnTo>
                    <a:pt x="1951680" y="2799483"/>
                  </a:lnTo>
                  <a:lnTo>
                    <a:pt x="1951774" y="2799483"/>
                  </a:lnTo>
                  <a:lnTo>
                    <a:pt x="1951869" y="2799483"/>
                  </a:lnTo>
                  <a:lnTo>
                    <a:pt x="1951963" y="2799483"/>
                  </a:lnTo>
                  <a:lnTo>
                    <a:pt x="1952057" y="2799483"/>
                  </a:lnTo>
                  <a:lnTo>
                    <a:pt x="1952151" y="2799483"/>
                  </a:lnTo>
                  <a:lnTo>
                    <a:pt x="1952245" y="2799483"/>
                  </a:lnTo>
                  <a:lnTo>
                    <a:pt x="1952339" y="2799483"/>
                  </a:lnTo>
                  <a:lnTo>
                    <a:pt x="1952433" y="2799483"/>
                  </a:lnTo>
                  <a:lnTo>
                    <a:pt x="1952528" y="2799483"/>
                  </a:lnTo>
                  <a:lnTo>
                    <a:pt x="1952622" y="2799483"/>
                  </a:lnTo>
                  <a:lnTo>
                    <a:pt x="1952716" y="2799483"/>
                  </a:lnTo>
                  <a:lnTo>
                    <a:pt x="1952810" y="2799483"/>
                  </a:lnTo>
                  <a:lnTo>
                    <a:pt x="1952904" y="2799483"/>
                  </a:lnTo>
                  <a:lnTo>
                    <a:pt x="1952998" y="2799483"/>
                  </a:lnTo>
                  <a:lnTo>
                    <a:pt x="1953093" y="2799483"/>
                  </a:lnTo>
                  <a:lnTo>
                    <a:pt x="1953187" y="2799483"/>
                  </a:lnTo>
                  <a:lnTo>
                    <a:pt x="1953281" y="2799483"/>
                  </a:lnTo>
                  <a:lnTo>
                    <a:pt x="1953375" y="2799483"/>
                  </a:lnTo>
                  <a:lnTo>
                    <a:pt x="1953469" y="2799483"/>
                  </a:lnTo>
                  <a:lnTo>
                    <a:pt x="1953563" y="2799483"/>
                  </a:lnTo>
                  <a:lnTo>
                    <a:pt x="1953657" y="2799483"/>
                  </a:lnTo>
                  <a:lnTo>
                    <a:pt x="1953752" y="2799483"/>
                  </a:lnTo>
                  <a:lnTo>
                    <a:pt x="1953846" y="2799483"/>
                  </a:lnTo>
                  <a:lnTo>
                    <a:pt x="1953940" y="2799483"/>
                  </a:lnTo>
                  <a:lnTo>
                    <a:pt x="1953940" y="2794572"/>
                  </a:lnTo>
                  <a:lnTo>
                    <a:pt x="1954034" y="2794572"/>
                  </a:lnTo>
                  <a:lnTo>
                    <a:pt x="1954128" y="2794572"/>
                  </a:lnTo>
                  <a:lnTo>
                    <a:pt x="1954222" y="2794572"/>
                  </a:lnTo>
                  <a:lnTo>
                    <a:pt x="1954316" y="2794572"/>
                  </a:lnTo>
                  <a:lnTo>
                    <a:pt x="1954411" y="2794572"/>
                  </a:lnTo>
                  <a:lnTo>
                    <a:pt x="1954505" y="2794572"/>
                  </a:lnTo>
                  <a:lnTo>
                    <a:pt x="1954599" y="2794572"/>
                  </a:lnTo>
                  <a:lnTo>
                    <a:pt x="1954693" y="2794572"/>
                  </a:lnTo>
                  <a:lnTo>
                    <a:pt x="1954787" y="2794572"/>
                  </a:lnTo>
                  <a:lnTo>
                    <a:pt x="1954881" y="2794572"/>
                  </a:lnTo>
                  <a:lnTo>
                    <a:pt x="1954976" y="2794572"/>
                  </a:lnTo>
                  <a:lnTo>
                    <a:pt x="1955070" y="2794572"/>
                  </a:lnTo>
                  <a:lnTo>
                    <a:pt x="1955164" y="2794572"/>
                  </a:lnTo>
                  <a:lnTo>
                    <a:pt x="1955258" y="2794572"/>
                  </a:lnTo>
                  <a:lnTo>
                    <a:pt x="1955352" y="2794572"/>
                  </a:lnTo>
                  <a:lnTo>
                    <a:pt x="1955446" y="2794572"/>
                  </a:lnTo>
                  <a:lnTo>
                    <a:pt x="1955540" y="2794572"/>
                  </a:lnTo>
                  <a:lnTo>
                    <a:pt x="1955635" y="2794572"/>
                  </a:lnTo>
                  <a:lnTo>
                    <a:pt x="1955729" y="2794572"/>
                  </a:lnTo>
                  <a:lnTo>
                    <a:pt x="1955823" y="2794572"/>
                  </a:lnTo>
                  <a:lnTo>
                    <a:pt x="1955917" y="2794572"/>
                  </a:lnTo>
                  <a:lnTo>
                    <a:pt x="1956011" y="2794572"/>
                  </a:lnTo>
                  <a:lnTo>
                    <a:pt x="1956105" y="2794572"/>
                  </a:lnTo>
                  <a:lnTo>
                    <a:pt x="1956200" y="2794572"/>
                  </a:lnTo>
                  <a:lnTo>
                    <a:pt x="1956294" y="2794572"/>
                  </a:lnTo>
                  <a:lnTo>
                    <a:pt x="1956388" y="2794572"/>
                  </a:lnTo>
                  <a:lnTo>
                    <a:pt x="1956482" y="2794572"/>
                  </a:lnTo>
                  <a:lnTo>
                    <a:pt x="1956576" y="2794572"/>
                  </a:lnTo>
                  <a:lnTo>
                    <a:pt x="1956670" y="2794572"/>
                  </a:lnTo>
                  <a:lnTo>
                    <a:pt x="1956670" y="2789660"/>
                  </a:lnTo>
                  <a:lnTo>
                    <a:pt x="1956764" y="2789660"/>
                  </a:lnTo>
                  <a:lnTo>
                    <a:pt x="1956859" y="2789660"/>
                  </a:lnTo>
                  <a:lnTo>
                    <a:pt x="1956953" y="2789660"/>
                  </a:lnTo>
                  <a:lnTo>
                    <a:pt x="1957047" y="2789660"/>
                  </a:lnTo>
                  <a:lnTo>
                    <a:pt x="1957141" y="2789660"/>
                  </a:lnTo>
                  <a:lnTo>
                    <a:pt x="1957235" y="2789660"/>
                  </a:lnTo>
                  <a:lnTo>
                    <a:pt x="1957329" y="2789660"/>
                  </a:lnTo>
                  <a:lnTo>
                    <a:pt x="1957424" y="2789660"/>
                  </a:lnTo>
                  <a:lnTo>
                    <a:pt x="1957518" y="2789660"/>
                  </a:lnTo>
                  <a:lnTo>
                    <a:pt x="1957612" y="2789660"/>
                  </a:lnTo>
                  <a:lnTo>
                    <a:pt x="1957706" y="2789660"/>
                  </a:lnTo>
                  <a:lnTo>
                    <a:pt x="1957800" y="2789660"/>
                  </a:lnTo>
                  <a:lnTo>
                    <a:pt x="1957894" y="2789660"/>
                  </a:lnTo>
                  <a:lnTo>
                    <a:pt x="1957988" y="2789660"/>
                  </a:lnTo>
                  <a:lnTo>
                    <a:pt x="1958083" y="2789660"/>
                  </a:lnTo>
                  <a:lnTo>
                    <a:pt x="1958177" y="2789660"/>
                  </a:lnTo>
                  <a:lnTo>
                    <a:pt x="1958271" y="2789660"/>
                  </a:lnTo>
                  <a:lnTo>
                    <a:pt x="1958365" y="2789660"/>
                  </a:lnTo>
                  <a:lnTo>
                    <a:pt x="1958459" y="2789660"/>
                  </a:lnTo>
                  <a:lnTo>
                    <a:pt x="1958553" y="2789660"/>
                  </a:lnTo>
                  <a:lnTo>
                    <a:pt x="1958647" y="2789660"/>
                  </a:lnTo>
                  <a:lnTo>
                    <a:pt x="1958742" y="2789660"/>
                  </a:lnTo>
                  <a:lnTo>
                    <a:pt x="1958836" y="2789660"/>
                  </a:lnTo>
                  <a:lnTo>
                    <a:pt x="1958930" y="2789660"/>
                  </a:lnTo>
                  <a:lnTo>
                    <a:pt x="1959024" y="2789660"/>
                  </a:lnTo>
                  <a:lnTo>
                    <a:pt x="1959118" y="2789660"/>
                  </a:lnTo>
                  <a:lnTo>
                    <a:pt x="1959212" y="2789660"/>
                  </a:lnTo>
                  <a:lnTo>
                    <a:pt x="1959307" y="2789660"/>
                  </a:lnTo>
                  <a:lnTo>
                    <a:pt x="1959401" y="2789660"/>
                  </a:lnTo>
                  <a:lnTo>
                    <a:pt x="1959495" y="2789660"/>
                  </a:lnTo>
                  <a:lnTo>
                    <a:pt x="1959589" y="2789660"/>
                  </a:lnTo>
                  <a:lnTo>
                    <a:pt x="1959683" y="2789660"/>
                  </a:lnTo>
                  <a:lnTo>
                    <a:pt x="1959777" y="2789660"/>
                  </a:lnTo>
                  <a:lnTo>
                    <a:pt x="1959871" y="2789660"/>
                  </a:lnTo>
                  <a:lnTo>
                    <a:pt x="1959966" y="2789660"/>
                  </a:lnTo>
                  <a:lnTo>
                    <a:pt x="1960060" y="2789660"/>
                  </a:lnTo>
                  <a:lnTo>
                    <a:pt x="1960154" y="2789660"/>
                  </a:lnTo>
                  <a:lnTo>
                    <a:pt x="1960248" y="2789660"/>
                  </a:lnTo>
                  <a:lnTo>
                    <a:pt x="1960342" y="2789660"/>
                  </a:lnTo>
                  <a:lnTo>
                    <a:pt x="1960342" y="2784749"/>
                  </a:lnTo>
                  <a:lnTo>
                    <a:pt x="1960436" y="2784749"/>
                  </a:lnTo>
                  <a:lnTo>
                    <a:pt x="1960531" y="2784749"/>
                  </a:lnTo>
                  <a:lnTo>
                    <a:pt x="1960625" y="2784749"/>
                  </a:lnTo>
                  <a:lnTo>
                    <a:pt x="1960719" y="2784749"/>
                  </a:lnTo>
                  <a:lnTo>
                    <a:pt x="1960813" y="2784749"/>
                  </a:lnTo>
                  <a:lnTo>
                    <a:pt x="1960907" y="2784749"/>
                  </a:lnTo>
                  <a:lnTo>
                    <a:pt x="1961001" y="2784749"/>
                  </a:lnTo>
                  <a:lnTo>
                    <a:pt x="1961095" y="2784749"/>
                  </a:lnTo>
                  <a:lnTo>
                    <a:pt x="1961190" y="2784749"/>
                  </a:lnTo>
                  <a:lnTo>
                    <a:pt x="1961284" y="2784749"/>
                  </a:lnTo>
                  <a:lnTo>
                    <a:pt x="1961378" y="2784749"/>
                  </a:lnTo>
                  <a:lnTo>
                    <a:pt x="1961472" y="2784749"/>
                  </a:lnTo>
                  <a:lnTo>
                    <a:pt x="1961566" y="2784749"/>
                  </a:lnTo>
                  <a:lnTo>
                    <a:pt x="1961660" y="2784749"/>
                  </a:lnTo>
                  <a:lnTo>
                    <a:pt x="1961755" y="2784749"/>
                  </a:lnTo>
                  <a:lnTo>
                    <a:pt x="1961849" y="2784749"/>
                  </a:lnTo>
                  <a:lnTo>
                    <a:pt x="1961943" y="2784749"/>
                  </a:lnTo>
                  <a:lnTo>
                    <a:pt x="1962037" y="2784749"/>
                  </a:lnTo>
                  <a:lnTo>
                    <a:pt x="1962131" y="2784749"/>
                  </a:lnTo>
                  <a:lnTo>
                    <a:pt x="1962225" y="2784749"/>
                  </a:lnTo>
                  <a:lnTo>
                    <a:pt x="1962319" y="2784749"/>
                  </a:lnTo>
                  <a:lnTo>
                    <a:pt x="1962414" y="2784749"/>
                  </a:lnTo>
                  <a:lnTo>
                    <a:pt x="1962508" y="2784749"/>
                  </a:lnTo>
                  <a:lnTo>
                    <a:pt x="1962602" y="2784749"/>
                  </a:lnTo>
                  <a:lnTo>
                    <a:pt x="1962696" y="2784749"/>
                  </a:lnTo>
                  <a:lnTo>
                    <a:pt x="1962790" y="2784749"/>
                  </a:lnTo>
                  <a:lnTo>
                    <a:pt x="1962884" y="2784749"/>
                  </a:lnTo>
                  <a:lnTo>
                    <a:pt x="1962978" y="2784749"/>
                  </a:lnTo>
                  <a:lnTo>
                    <a:pt x="1963073" y="2784749"/>
                  </a:lnTo>
                  <a:lnTo>
                    <a:pt x="1963167" y="2784749"/>
                  </a:lnTo>
                  <a:lnTo>
                    <a:pt x="1963261" y="2784749"/>
                  </a:lnTo>
                  <a:lnTo>
                    <a:pt x="1963355" y="2784749"/>
                  </a:lnTo>
                  <a:lnTo>
                    <a:pt x="1963449" y="2784749"/>
                  </a:lnTo>
                  <a:lnTo>
                    <a:pt x="1963543" y="2784749"/>
                  </a:lnTo>
                  <a:lnTo>
                    <a:pt x="1963638" y="2784749"/>
                  </a:lnTo>
                  <a:lnTo>
                    <a:pt x="1963732" y="2784749"/>
                  </a:lnTo>
                  <a:lnTo>
                    <a:pt x="1963826" y="2784749"/>
                  </a:lnTo>
                  <a:lnTo>
                    <a:pt x="1963920" y="2784749"/>
                  </a:lnTo>
                  <a:lnTo>
                    <a:pt x="1964014" y="2784749"/>
                  </a:lnTo>
                  <a:lnTo>
                    <a:pt x="1964108" y="2784749"/>
                  </a:lnTo>
                  <a:lnTo>
                    <a:pt x="1964202" y="2784749"/>
                  </a:lnTo>
                  <a:lnTo>
                    <a:pt x="1964297" y="2784749"/>
                  </a:lnTo>
                  <a:lnTo>
                    <a:pt x="1964391" y="2784749"/>
                  </a:lnTo>
                  <a:lnTo>
                    <a:pt x="1964485" y="2784749"/>
                  </a:lnTo>
                  <a:lnTo>
                    <a:pt x="1964579" y="2784749"/>
                  </a:lnTo>
                  <a:lnTo>
                    <a:pt x="1964673" y="2784749"/>
                  </a:lnTo>
                  <a:lnTo>
                    <a:pt x="1964767" y="2784749"/>
                  </a:lnTo>
                  <a:lnTo>
                    <a:pt x="1964862" y="2784749"/>
                  </a:lnTo>
                  <a:lnTo>
                    <a:pt x="1964956" y="2784749"/>
                  </a:lnTo>
                  <a:lnTo>
                    <a:pt x="1965050" y="2784749"/>
                  </a:lnTo>
                  <a:lnTo>
                    <a:pt x="1965144" y="2784749"/>
                  </a:lnTo>
                  <a:lnTo>
                    <a:pt x="1965238" y="2784749"/>
                  </a:lnTo>
                  <a:lnTo>
                    <a:pt x="1965332" y="2784749"/>
                  </a:lnTo>
                  <a:lnTo>
                    <a:pt x="1965426" y="2784749"/>
                  </a:lnTo>
                  <a:lnTo>
                    <a:pt x="1965426" y="2779838"/>
                  </a:lnTo>
                  <a:lnTo>
                    <a:pt x="1965521" y="2779838"/>
                  </a:lnTo>
                  <a:lnTo>
                    <a:pt x="1965615" y="2779838"/>
                  </a:lnTo>
                  <a:lnTo>
                    <a:pt x="1965709" y="2779838"/>
                  </a:lnTo>
                  <a:lnTo>
                    <a:pt x="1965803" y="2779838"/>
                  </a:lnTo>
                  <a:lnTo>
                    <a:pt x="1965897" y="2779838"/>
                  </a:lnTo>
                  <a:lnTo>
                    <a:pt x="1965991" y="2779838"/>
                  </a:lnTo>
                  <a:lnTo>
                    <a:pt x="1966086" y="2779838"/>
                  </a:lnTo>
                  <a:lnTo>
                    <a:pt x="1966180" y="2779838"/>
                  </a:lnTo>
                  <a:lnTo>
                    <a:pt x="1966274" y="2779838"/>
                  </a:lnTo>
                  <a:lnTo>
                    <a:pt x="1966368" y="2779838"/>
                  </a:lnTo>
                  <a:lnTo>
                    <a:pt x="1966462" y="2779838"/>
                  </a:lnTo>
                  <a:lnTo>
                    <a:pt x="1966556" y="2779838"/>
                  </a:lnTo>
                  <a:lnTo>
                    <a:pt x="1966650" y="2779838"/>
                  </a:lnTo>
                  <a:lnTo>
                    <a:pt x="1966745" y="2779838"/>
                  </a:lnTo>
                  <a:lnTo>
                    <a:pt x="1966839" y="2779838"/>
                  </a:lnTo>
                  <a:lnTo>
                    <a:pt x="1966933" y="2779838"/>
                  </a:lnTo>
                  <a:lnTo>
                    <a:pt x="1967027" y="2779838"/>
                  </a:lnTo>
                  <a:lnTo>
                    <a:pt x="1967121" y="2779838"/>
                  </a:lnTo>
                  <a:lnTo>
                    <a:pt x="1967215" y="2779838"/>
                  </a:lnTo>
                  <a:lnTo>
                    <a:pt x="1967309" y="2779838"/>
                  </a:lnTo>
                  <a:lnTo>
                    <a:pt x="1967404" y="2779838"/>
                  </a:lnTo>
                  <a:lnTo>
                    <a:pt x="1967498" y="2779838"/>
                  </a:lnTo>
                  <a:lnTo>
                    <a:pt x="1967592" y="2779838"/>
                  </a:lnTo>
                  <a:lnTo>
                    <a:pt x="1967592" y="2774926"/>
                  </a:lnTo>
                  <a:lnTo>
                    <a:pt x="1967686" y="2774926"/>
                  </a:lnTo>
                  <a:lnTo>
                    <a:pt x="1967780" y="2774926"/>
                  </a:lnTo>
                  <a:lnTo>
                    <a:pt x="1967874" y="2774926"/>
                  </a:lnTo>
                  <a:lnTo>
                    <a:pt x="1967969" y="2774926"/>
                  </a:lnTo>
                  <a:lnTo>
                    <a:pt x="1968063" y="2774926"/>
                  </a:lnTo>
                  <a:lnTo>
                    <a:pt x="1968157" y="2774926"/>
                  </a:lnTo>
                  <a:lnTo>
                    <a:pt x="1968251" y="2774926"/>
                  </a:lnTo>
                  <a:lnTo>
                    <a:pt x="1968345" y="2774926"/>
                  </a:lnTo>
                  <a:lnTo>
                    <a:pt x="1968439" y="2774926"/>
                  </a:lnTo>
                  <a:lnTo>
                    <a:pt x="1968533" y="2774926"/>
                  </a:lnTo>
                  <a:lnTo>
                    <a:pt x="1968628" y="2774926"/>
                  </a:lnTo>
                  <a:lnTo>
                    <a:pt x="1968722" y="2774926"/>
                  </a:lnTo>
                  <a:lnTo>
                    <a:pt x="1968816" y="2774926"/>
                  </a:lnTo>
                  <a:lnTo>
                    <a:pt x="1968910" y="2774926"/>
                  </a:lnTo>
                  <a:lnTo>
                    <a:pt x="1969004" y="2774926"/>
                  </a:lnTo>
                  <a:lnTo>
                    <a:pt x="1969098" y="2774926"/>
                  </a:lnTo>
                  <a:lnTo>
                    <a:pt x="1969193" y="2774926"/>
                  </a:lnTo>
                  <a:lnTo>
                    <a:pt x="1969287" y="2774926"/>
                  </a:lnTo>
                  <a:lnTo>
                    <a:pt x="1969381" y="2774926"/>
                  </a:lnTo>
                  <a:lnTo>
                    <a:pt x="1969475" y="2774926"/>
                  </a:lnTo>
                  <a:lnTo>
                    <a:pt x="1969569" y="2774926"/>
                  </a:lnTo>
                  <a:lnTo>
                    <a:pt x="1969663" y="2774926"/>
                  </a:lnTo>
                  <a:lnTo>
                    <a:pt x="1969663" y="2770015"/>
                  </a:lnTo>
                  <a:lnTo>
                    <a:pt x="1969757" y="2770015"/>
                  </a:lnTo>
                  <a:lnTo>
                    <a:pt x="1969852" y="2770015"/>
                  </a:lnTo>
                  <a:lnTo>
                    <a:pt x="1969946" y="2770015"/>
                  </a:lnTo>
                  <a:lnTo>
                    <a:pt x="1970040" y="2770015"/>
                  </a:lnTo>
                  <a:lnTo>
                    <a:pt x="1970134" y="2770015"/>
                  </a:lnTo>
                  <a:lnTo>
                    <a:pt x="1970228" y="2770015"/>
                  </a:lnTo>
                  <a:lnTo>
                    <a:pt x="1970322" y="2770015"/>
                  </a:lnTo>
                  <a:lnTo>
                    <a:pt x="1970417" y="2770015"/>
                  </a:lnTo>
                  <a:lnTo>
                    <a:pt x="1970511" y="2770015"/>
                  </a:lnTo>
                  <a:lnTo>
                    <a:pt x="1970605" y="2770015"/>
                  </a:lnTo>
                  <a:lnTo>
                    <a:pt x="1970699" y="2770015"/>
                  </a:lnTo>
                  <a:lnTo>
                    <a:pt x="1970793" y="2770015"/>
                  </a:lnTo>
                  <a:lnTo>
                    <a:pt x="1970887" y="2770015"/>
                  </a:lnTo>
                  <a:lnTo>
                    <a:pt x="1970981" y="2770015"/>
                  </a:lnTo>
                  <a:lnTo>
                    <a:pt x="1971076" y="2770015"/>
                  </a:lnTo>
                  <a:lnTo>
                    <a:pt x="1971076" y="2765104"/>
                  </a:lnTo>
                  <a:lnTo>
                    <a:pt x="1971170" y="2765104"/>
                  </a:lnTo>
                  <a:lnTo>
                    <a:pt x="1971264" y="2765104"/>
                  </a:lnTo>
                  <a:lnTo>
                    <a:pt x="1971358" y="2765104"/>
                  </a:lnTo>
                  <a:lnTo>
                    <a:pt x="1971452" y="2765104"/>
                  </a:lnTo>
                  <a:lnTo>
                    <a:pt x="1971546" y="2765104"/>
                  </a:lnTo>
                  <a:lnTo>
                    <a:pt x="1971640" y="2765104"/>
                  </a:lnTo>
                  <a:lnTo>
                    <a:pt x="1971735" y="2765104"/>
                  </a:lnTo>
                  <a:lnTo>
                    <a:pt x="1971829" y="2765104"/>
                  </a:lnTo>
                  <a:lnTo>
                    <a:pt x="1971829" y="2760192"/>
                  </a:lnTo>
                  <a:lnTo>
                    <a:pt x="1971923" y="2760192"/>
                  </a:lnTo>
                  <a:lnTo>
                    <a:pt x="1972017" y="2760192"/>
                  </a:lnTo>
                  <a:lnTo>
                    <a:pt x="1972111" y="2760192"/>
                  </a:lnTo>
                  <a:lnTo>
                    <a:pt x="1972205" y="2760192"/>
                  </a:lnTo>
                  <a:lnTo>
                    <a:pt x="1972300" y="2760192"/>
                  </a:lnTo>
                  <a:lnTo>
                    <a:pt x="1972394" y="2760192"/>
                  </a:lnTo>
                  <a:lnTo>
                    <a:pt x="1972488" y="2760192"/>
                  </a:lnTo>
                  <a:lnTo>
                    <a:pt x="1972582" y="2760192"/>
                  </a:lnTo>
                  <a:lnTo>
                    <a:pt x="1972676" y="2760192"/>
                  </a:lnTo>
                  <a:lnTo>
                    <a:pt x="1972770" y="2760192"/>
                  </a:lnTo>
                  <a:lnTo>
                    <a:pt x="1972864" y="2760192"/>
                  </a:lnTo>
                  <a:lnTo>
                    <a:pt x="1972959" y="2760192"/>
                  </a:lnTo>
                  <a:lnTo>
                    <a:pt x="1972959" y="2755281"/>
                  </a:lnTo>
                  <a:lnTo>
                    <a:pt x="1973053" y="2755281"/>
                  </a:lnTo>
                  <a:lnTo>
                    <a:pt x="1973147" y="2755281"/>
                  </a:lnTo>
                  <a:lnTo>
                    <a:pt x="1973241" y="2755281"/>
                  </a:lnTo>
                  <a:lnTo>
                    <a:pt x="1973335" y="2755281"/>
                  </a:lnTo>
                  <a:lnTo>
                    <a:pt x="1973429" y="2755281"/>
                  </a:lnTo>
                  <a:lnTo>
                    <a:pt x="1973524" y="2755281"/>
                  </a:lnTo>
                  <a:lnTo>
                    <a:pt x="1973618" y="2755281"/>
                  </a:lnTo>
                  <a:lnTo>
                    <a:pt x="1973712" y="2755281"/>
                  </a:lnTo>
                  <a:lnTo>
                    <a:pt x="1973806" y="2755281"/>
                  </a:lnTo>
                  <a:lnTo>
                    <a:pt x="1973900" y="2755281"/>
                  </a:lnTo>
                  <a:lnTo>
                    <a:pt x="1973994" y="2755281"/>
                  </a:lnTo>
                  <a:lnTo>
                    <a:pt x="1974088" y="2755281"/>
                  </a:lnTo>
                  <a:lnTo>
                    <a:pt x="1974183" y="2755281"/>
                  </a:lnTo>
                  <a:lnTo>
                    <a:pt x="1974277" y="2755281"/>
                  </a:lnTo>
                  <a:lnTo>
                    <a:pt x="1974371" y="2755281"/>
                  </a:lnTo>
                  <a:lnTo>
                    <a:pt x="1974465" y="2755281"/>
                  </a:lnTo>
                  <a:lnTo>
                    <a:pt x="1974559" y="2755281"/>
                  </a:lnTo>
                  <a:lnTo>
                    <a:pt x="1974653" y="2755281"/>
                  </a:lnTo>
                  <a:lnTo>
                    <a:pt x="1974748" y="2755281"/>
                  </a:lnTo>
                  <a:lnTo>
                    <a:pt x="1974842" y="2755281"/>
                  </a:lnTo>
                  <a:lnTo>
                    <a:pt x="1974936" y="2755281"/>
                  </a:lnTo>
                  <a:lnTo>
                    <a:pt x="1975030" y="2755281"/>
                  </a:lnTo>
                  <a:lnTo>
                    <a:pt x="1975124" y="2755281"/>
                  </a:lnTo>
                  <a:lnTo>
                    <a:pt x="1975218" y="2755281"/>
                  </a:lnTo>
                  <a:lnTo>
                    <a:pt x="1975312" y="2755281"/>
                  </a:lnTo>
                  <a:lnTo>
                    <a:pt x="1975407" y="2755281"/>
                  </a:lnTo>
                  <a:lnTo>
                    <a:pt x="1975501" y="2755281"/>
                  </a:lnTo>
                  <a:lnTo>
                    <a:pt x="1975595" y="2755281"/>
                  </a:lnTo>
                  <a:lnTo>
                    <a:pt x="1975689" y="2755281"/>
                  </a:lnTo>
                  <a:lnTo>
                    <a:pt x="1975783" y="2755281"/>
                  </a:lnTo>
                  <a:lnTo>
                    <a:pt x="1975877" y="2755281"/>
                  </a:lnTo>
                  <a:lnTo>
                    <a:pt x="1975971" y="2755281"/>
                  </a:lnTo>
                  <a:lnTo>
                    <a:pt x="1976066" y="2755281"/>
                  </a:lnTo>
                  <a:lnTo>
                    <a:pt x="1976160" y="2755281"/>
                  </a:lnTo>
                  <a:lnTo>
                    <a:pt x="1976160" y="2750369"/>
                  </a:lnTo>
                  <a:lnTo>
                    <a:pt x="1976254" y="2750369"/>
                  </a:lnTo>
                  <a:lnTo>
                    <a:pt x="1976348" y="2750369"/>
                  </a:lnTo>
                  <a:lnTo>
                    <a:pt x="1976442" y="2750369"/>
                  </a:lnTo>
                  <a:lnTo>
                    <a:pt x="1976536" y="2750369"/>
                  </a:lnTo>
                  <a:lnTo>
                    <a:pt x="1976631" y="2750369"/>
                  </a:lnTo>
                  <a:lnTo>
                    <a:pt x="1976725" y="2750369"/>
                  </a:lnTo>
                  <a:lnTo>
                    <a:pt x="1976819" y="2750369"/>
                  </a:lnTo>
                  <a:lnTo>
                    <a:pt x="1976913" y="2750369"/>
                  </a:lnTo>
                  <a:lnTo>
                    <a:pt x="1977007" y="2750369"/>
                  </a:lnTo>
                  <a:lnTo>
                    <a:pt x="1977101" y="2750369"/>
                  </a:lnTo>
                  <a:lnTo>
                    <a:pt x="1977195" y="2750369"/>
                  </a:lnTo>
                  <a:lnTo>
                    <a:pt x="1977290" y="2750369"/>
                  </a:lnTo>
                  <a:lnTo>
                    <a:pt x="1977384" y="2750369"/>
                  </a:lnTo>
                  <a:lnTo>
                    <a:pt x="1977478" y="2750369"/>
                  </a:lnTo>
                  <a:lnTo>
                    <a:pt x="1977572" y="2750369"/>
                  </a:lnTo>
                  <a:lnTo>
                    <a:pt x="1977666" y="2750369"/>
                  </a:lnTo>
                  <a:lnTo>
                    <a:pt x="1977760" y="2750369"/>
                  </a:lnTo>
                  <a:lnTo>
                    <a:pt x="1977855" y="2750369"/>
                  </a:lnTo>
                  <a:lnTo>
                    <a:pt x="1977949" y="2750369"/>
                  </a:lnTo>
                  <a:lnTo>
                    <a:pt x="1978043" y="2750369"/>
                  </a:lnTo>
                  <a:lnTo>
                    <a:pt x="1978137" y="2750369"/>
                  </a:lnTo>
                  <a:lnTo>
                    <a:pt x="1978231" y="2750369"/>
                  </a:lnTo>
                  <a:lnTo>
                    <a:pt x="1978325" y="2750369"/>
                  </a:lnTo>
                  <a:lnTo>
                    <a:pt x="1978419" y="2750369"/>
                  </a:lnTo>
                  <a:lnTo>
                    <a:pt x="1978514" y="2750369"/>
                  </a:lnTo>
                  <a:lnTo>
                    <a:pt x="1978608" y="2750369"/>
                  </a:lnTo>
                  <a:lnTo>
                    <a:pt x="1978702" y="2750369"/>
                  </a:lnTo>
                  <a:lnTo>
                    <a:pt x="1978796" y="2750369"/>
                  </a:lnTo>
                  <a:lnTo>
                    <a:pt x="1978890" y="2750369"/>
                  </a:lnTo>
                  <a:lnTo>
                    <a:pt x="1978984" y="2750369"/>
                  </a:lnTo>
                  <a:lnTo>
                    <a:pt x="1979079" y="2750369"/>
                  </a:lnTo>
                  <a:lnTo>
                    <a:pt x="1979173" y="2750369"/>
                  </a:lnTo>
                  <a:lnTo>
                    <a:pt x="1979267" y="2750369"/>
                  </a:lnTo>
                  <a:lnTo>
                    <a:pt x="1979361" y="2750369"/>
                  </a:lnTo>
                  <a:lnTo>
                    <a:pt x="1979455" y="2750369"/>
                  </a:lnTo>
                  <a:lnTo>
                    <a:pt x="1979549" y="2750369"/>
                  </a:lnTo>
                  <a:lnTo>
                    <a:pt x="1979643" y="2750369"/>
                  </a:lnTo>
                  <a:lnTo>
                    <a:pt x="1979738" y="2750369"/>
                  </a:lnTo>
                  <a:lnTo>
                    <a:pt x="1979832" y="2750369"/>
                  </a:lnTo>
                  <a:lnTo>
                    <a:pt x="1979926" y="2750369"/>
                  </a:lnTo>
                  <a:lnTo>
                    <a:pt x="1980020" y="2750369"/>
                  </a:lnTo>
                  <a:lnTo>
                    <a:pt x="1980114" y="2750369"/>
                  </a:lnTo>
                  <a:lnTo>
                    <a:pt x="1980208" y="2750369"/>
                  </a:lnTo>
                  <a:lnTo>
                    <a:pt x="1980302" y="2750369"/>
                  </a:lnTo>
                  <a:lnTo>
                    <a:pt x="1980397" y="2750369"/>
                  </a:lnTo>
                  <a:lnTo>
                    <a:pt x="1980491" y="2750369"/>
                  </a:lnTo>
                  <a:lnTo>
                    <a:pt x="1980585" y="2750369"/>
                  </a:lnTo>
                  <a:lnTo>
                    <a:pt x="1980679" y="2750369"/>
                  </a:lnTo>
                  <a:lnTo>
                    <a:pt x="1980773" y="2750369"/>
                  </a:lnTo>
                  <a:lnTo>
                    <a:pt x="1980867" y="2750369"/>
                  </a:lnTo>
                  <a:lnTo>
                    <a:pt x="1980962" y="2750369"/>
                  </a:lnTo>
                  <a:lnTo>
                    <a:pt x="1981056" y="2750369"/>
                  </a:lnTo>
                  <a:lnTo>
                    <a:pt x="1981150" y="2750369"/>
                  </a:lnTo>
                  <a:lnTo>
                    <a:pt x="1981244" y="2750369"/>
                  </a:lnTo>
                  <a:lnTo>
                    <a:pt x="1981338" y="2750369"/>
                  </a:lnTo>
                  <a:lnTo>
                    <a:pt x="1981338" y="2745458"/>
                  </a:lnTo>
                  <a:lnTo>
                    <a:pt x="1981432" y="2745458"/>
                  </a:lnTo>
                  <a:lnTo>
                    <a:pt x="1981526" y="2745458"/>
                  </a:lnTo>
                  <a:lnTo>
                    <a:pt x="1981621" y="2745458"/>
                  </a:lnTo>
                  <a:lnTo>
                    <a:pt x="1981715" y="2745458"/>
                  </a:lnTo>
                  <a:lnTo>
                    <a:pt x="1981809" y="2745458"/>
                  </a:lnTo>
                  <a:lnTo>
                    <a:pt x="1981903" y="2745458"/>
                  </a:lnTo>
                  <a:lnTo>
                    <a:pt x="1981997" y="2745458"/>
                  </a:lnTo>
                  <a:lnTo>
                    <a:pt x="1982091" y="2745458"/>
                  </a:lnTo>
                  <a:lnTo>
                    <a:pt x="1982186" y="2745458"/>
                  </a:lnTo>
                  <a:lnTo>
                    <a:pt x="1982280" y="2745458"/>
                  </a:lnTo>
                  <a:lnTo>
                    <a:pt x="1982374" y="2745458"/>
                  </a:lnTo>
                  <a:lnTo>
                    <a:pt x="1982468" y="2745458"/>
                  </a:lnTo>
                  <a:lnTo>
                    <a:pt x="1982562" y="2745458"/>
                  </a:lnTo>
                  <a:lnTo>
                    <a:pt x="1982656" y="2745458"/>
                  </a:lnTo>
                  <a:lnTo>
                    <a:pt x="1982750" y="2745458"/>
                  </a:lnTo>
                  <a:lnTo>
                    <a:pt x="1982845" y="2745458"/>
                  </a:lnTo>
                  <a:lnTo>
                    <a:pt x="1982939" y="2745458"/>
                  </a:lnTo>
                  <a:lnTo>
                    <a:pt x="1983033" y="2745458"/>
                  </a:lnTo>
                  <a:lnTo>
                    <a:pt x="1983127" y="2745458"/>
                  </a:lnTo>
                  <a:lnTo>
                    <a:pt x="1983221" y="2745458"/>
                  </a:lnTo>
                  <a:lnTo>
                    <a:pt x="1983315" y="2745458"/>
                  </a:lnTo>
                  <a:lnTo>
                    <a:pt x="1983410" y="2745458"/>
                  </a:lnTo>
                  <a:lnTo>
                    <a:pt x="1983504" y="2745458"/>
                  </a:lnTo>
                  <a:lnTo>
                    <a:pt x="1983598" y="2745458"/>
                  </a:lnTo>
                  <a:lnTo>
                    <a:pt x="1983692" y="2745458"/>
                  </a:lnTo>
                  <a:lnTo>
                    <a:pt x="1983786" y="2745458"/>
                  </a:lnTo>
                  <a:lnTo>
                    <a:pt x="1983880" y="2745458"/>
                  </a:lnTo>
                  <a:lnTo>
                    <a:pt x="1983974" y="2745458"/>
                  </a:lnTo>
                  <a:lnTo>
                    <a:pt x="1984069" y="2745458"/>
                  </a:lnTo>
                  <a:lnTo>
                    <a:pt x="1984163" y="2745458"/>
                  </a:lnTo>
                  <a:lnTo>
                    <a:pt x="1984257" y="2745458"/>
                  </a:lnTo>
                  <a:lnTo>
                    <a:pt x="1984351" y="2745458"/>
                  </a:lnTo>
                  <a:lnTo>
                    <a:pt x="1984445" y="2745458"/>
                  </a:lnTo>
                  <a:lnTo>
                    <a:pt x="1984539" y="2745458"/>
                  </a:lnTo>
                  <a:lnTo>
                    <a:pt x="1984633" y="2745458"/>
                  </a:lnTo>
                  <a:lnTo>
                    <a:pt x="1984728" y="2745458"/>
                  </a:lnTo>
                  <a:lnTo>
                    <a:pt x="1984822" y="2745458"/>
                  </a:lnTo>
                  <a:lnTo>
                    <a:pt x="1984916" y="2745458"/>
                  </a:lnTo>
                  <a:lnTo>
                    <a:pt x="1985010" y="2745458"/>
                  </a:lnTo>
                  <a:lnTo>
                    <a:pt x="1985104" y="2745458"/>
                  </a:lnTo>
                  <a:lnTo>
                    <a:pt x="1985198" y="2745458"/>
                  </a:lnTo>
                  <a:lnTo>
                    <a:pt x="1985293" y="2745458"/>
                  </a:lnTo>
                  <a:lnTo>
                    <a:pt x="1985387" y="2745458"/>
                  </a:lnTo>
                  <a:lnTo>
                    <a:pt x="1985481" y="2745458"/>
                  </a:lnTo>
                  <a:lnTo>
                    <a:pt x="1985575" y="2745458"/>
                  </a:lnTo>
                  <a:lnTo>
                    <a:pt x="1985669" y="2745458"/>
                  </a:lnTo>
                  <a:lnTo>
                    <a:pt x="1985763" y="2745458"/>
                  </a:lnTo>
                  <a:lnTo>
                    <a:pt x="1985857" y="2745458"/>
                  </a:lnTo>
                  <a:lnTo>
                    <a:pt x="1985952" y="2745458"/>
                  </a:lnTo>
                  <a:lnTo>
                    <a:pt x="1986046" y="2745458"/>
                  </a:lnTo>
                  <a:lnTo>
                    <a:pt x="1986046" y="2740547"/>
                  </a:lnTo>
                  <a:lnTo>
                    <a:pt x="1986140" y="2740547"/>
                  </a:lnTo>
                  <a:lnTo>
                    <a:pt x="1986234" y="2740547"/>
                  </a:lnTo>
                  <a:lnTo>
                    <a:pt x="1986328" y="2740547"/>
                  </a:lnTo>
                  <a:lnTo>
                    <a:pt x="1986422" y="2740547"/>
                  </a:lnTo>
                  <a:lnTo>
                    <a:pt x="1986517" y="2740547"/>
                  </a:lnTo>
                  <a:lnTo>
                    <a:pt x="1986611" y="2740547"/>
                  </a:lnTo>
                  <a:lnTo>
                    <a:pt x="1986705" y="2740547"/>
                  </a:lnTo>
                  <a:lnTo>
                    <a:pt x="1986705" y="2735635"/>
                  </a:lnTo>
                  <a:lnTo>
                    <a:pt x="1986799" y="2735635"/>
                  </a:lnTo>
                  <a:lnTo>
                    <a:pt x="1986893" y="2735635"/>
                  </a:lnTo>
                  <a:lnTo>
                    <a:pt x="1986987" y="2735635"/>
                  </a:lnTo>
                  <a:lnTo>
                    <a:pt x="1987081" y="2735635"/>
                  </a:lnTo>
                  <a:lnTo>
                    <a:pt x="1987176" y="2735635"/>
                  </a:lnTo>
                  <a:lnTo>
                    <a:pt x="1987270" y="2735635"/>
                  </a:lnTo>
                  <a:lnTo>
                    <a:pt x="1987364" y="2735635"/>
                  </a:lnTo>
                  <a:lnTo>
                    <a:pt x="1987458" y="2735635"/>
                  </a:lnTo>
                  <a:lnTo>
                    <a:pt x="1987552" y="2735635"/>
                  </a:lnTo>
                  <a:lnTo>
                    <a:pt x="1987646" y="2735635"/>
                  </a:lnTo>
                  <a:lnTo>
                    <a:pt x="1987741" y="2735635"/>
                  </a:lnTo>
                  <a:lnTo>
                    <a:pt x="1987835" y="2735635"/>
                  </a:lnTo>
                  <a:lnTo>
                    <a:pt x="1987929" y="2735635"/>
                  </a:lnTo>
                  <a:lnTo>
                    <a:pt x="1988023" y="2735635"/>
                  </a:lnTo>
                  <a:lnTo>
                    <a:pt x="1988117" y="2735635"/>
                  </a:lnTo>
                  <a:lnTo>
                    <a:pt x="1988211" y="2735635"/>
                  </a:lnTo>
                  <a:lnTo>
                    <a:pt x="1988305" y="2735635"/>
                  </a:lnTo>
                  <a:lnTo>
                    <a:pt x="1988400" y="2735635"/>
                  </a:lnTo>
                  <a:lnTo>
                    <a:pt x="1988494" y="2735635"/>
                  </a:lnTo>
                  <a:lnTo>
                    <a:pt x="1988588" y="2735635"/>
                  </a:lnTo>
                  <a:lnTo>
                    <a:pt x="1988682" y="2735635"/>
                  </a:lnTo>
                  <a:lnTo>
                    <a:pt x="1988776" y="2735635"/>
                  </a:lnTo>
                  <a:lnTo>
                    <a:pt x="1988870" y="2735635"/>
                  </a:lnTo>
                  <a:lnTo>
                    <a:pt x="1988964" y="2735635"/>
                  </a:lnTo>
                  <a:lnTo>
                    <a:pt x="1989059" y="2735635"/>
                  </a:lnTo>
                  <a:lnTo>
                    <a:pt x="1989153" y="2735635"/>
                  </a:lnTo>
                  <a:lnTo>
                    <a:pt x="1989247" y="2735635"/>
                  </a:lnTo>
                  <a:lnTo>
                    <a:pt x="1989341" y="2735635"/>
                  </a:lnTo>
                  <a:lnTo>
                    <a:pt x="1989435" y="2735635"/>
                  </a:lnTo>
                  <a:lnTo>
                    <a:pt x="1989529" y="2735635"/>
                  </a:lnTo>
                  <a:lnTo>
                    <a:pt x="1989624" y="2735635"/>
                  </a:lnTo>
                  <a:lnTo>
                    <a:pt x="1989718" y="2735635"/>
                  </a:lnTo>
                  <a:lnTo>
                    <a:pt x="1989812" y="2735635"/>
                  </a:lnTo>
                  <a:lnTo>
                    <a:pt x="1989906" y="2735635"/>
                  </a:lnTo>
                  <a:lnTo>
                    <a:pt x="1990000" y="2735635"/>
                  </a:lnTo>
                  <a:lnTo>
                    <a:pt x="1990094" y="2735635"/>
                  </a:lnTo>
                  <a:lnTo>
                    <a:pt x="1990188" y="2735635"/>
                  </a:lnTo>
                  <a:lnTo>
                    <a:pt x="1990283" y="2735635"/>
                  </a:lnTo>
                  <a:lnTo>
                    <a:pt x="1990377" y="2735635"/>
                  </a:lnTo>
                  <a:lnTo>
                    <a:pt x="1990471" y="2735635"/>
                  </a:lnTo>
                  <a:lnTo>
                    <a:pt x="1990565" y="2735635"/>
                  </a:lnTo>
                  <a:lnTo>
                    <a:pt x="1990659" y="2735635"/>
                  </a:lnTo>
                  <a:lnTo>
                    <a:pt x="1990753" y="2735635"/>
                  </a:lnTo>
                  <a:lnTo>
                    <a:pt x="1990848" y="2735635"/>
                  </a:lnTo>
                  <a:lnTo>
                    <a:pt x="1990942" y="2735635"/>
                  </a:lnTo>
                  <a:lnTo>
                    <a:pt x="1991036" y="2735635"/>
                  </a:lnTo>
                  <a:lnTo>
                    <a:pt x="1991130" y="2735635"/>
                  </a:lnTo>
                  <a:lnTo>
                    <a:pt x="1991224" y="2735635"/>
                  </a:lnTo>
                  <a:lnTo>
                    <a:pt x="1991318" y="2735635"/>
                  </a:lnTo>
                  <a:lnTo>
                    <a:pt x="1991412" y="2735635"/>
                  </a:lnTo>
                  <a:lnTo>
                    <a:pt x="1991507" y="2735635"/>
                  </a:lnTo>
                  <a:lnTo>
                    <a:pt x="1991601" y="2735635"/>
                  </a:lnTo>
                  <a:lnTo>
                    <a:pt x="1991695" y="2735635"/>
                  </a:lnTo>
                  <a:lnTo>
                    <a:pt x="1991789" y="2735635"/>
                  </a:lnTo>
                  <a:lnTo>
                    <a:pt x="1991883" y="2735635"/>
                  </a:lnTo>
                  <a:lnTo>
                    <a:pt x="1991977" y="2735635"/>
                  </a:lnTo>
                  <a:lnTo>
                    <a:pt x="1992072" y="2735635"/>
                  </a:lnTo>
                  <a:lnTo>
                    <a:pt x="1992166" y="2735635"/>
                  </a:lnTo>
                  <a:lnTo>
                    <a:pt x="1992260" y="2735635"/>
                  </a:lnTo>
                  <a:lnTo>
                    <a:pt x="1992354" y="2735635"/>
                  </a:lnTo>
                  <a:lnTo>
                    <a:pt x="1992448" y="2735635"/>
                  </a:lnTo>
                  <a:lnTo>
                    <a:pt x="1992542" y="2735635"/>
                  </a:lnTo>
                  <a:lnTo>
                    <a:pt x="1992636" y="2735635"/>
                  </a:lnTo>
                  <a:lnTo>
                    <a:pt x="1992731" y="2735635"/>
                  </a:lnTo>
                  <a:lnTo>
                    <a:pt x="1992825" y="2735635"/>
                  </a:lnTo>
                  <a:lnTo>
                    <a:pt x="1992919" y="2735635"/>
                  </a:lnTo>
                  <a:lnTo>
                    <a:pt x="1993013" y="2735635"/>
                  </a:lnTo>
                  <a:lnTo>
                    <a:pt x="1993107" y="2735635"/>
                  </a:lnTo>
                  <a:lnTo>
                    <a:pt x="1993201" y="2735635"/>
                  </a:lnTo>
                  <a:lnTo>
                    <a:pt x="1993295" y="2735635"/>
                  </a:lnTo>
                  <a:lnTo>
                    <a:pt x="1993390" y="2735635"/>
                  </a:lnTo>
                  <a:lnTo>
                    <a:pt x="1993484" y="2735635"/>
                  </a:lnTo>
                  <a:lnTo>
                    <a:pt x="1993578" y="2735635"/>
                  </a:lnTo>
                  <a:lnTo>
                    <a:pt x="1993672" y="2735635"/>
                  </a:lnTo>
                  <a:lnTo>
                    <a:pt x="1993766" y="2735635"/>
                  </a:lnTo>
                  <a:lnTo>
                    <a:pt x="1993860" y="2735635"/>
                  </a:lnTo>
                  <a:lnTo>
                    <a:pt x="1993955" y="2735635"/>
                  </a:lnTo>
                  <a:lnTo>
                    <a:pt x="1994049" y="2735635"/>
                  </a:lnTo>
                  <a:lnTo>
                    <a:pt x="1994143" y="2735635"/>
                  </a:lnTo>
                  <a:lnTo>
                    <a:pt x="1994237" y="2735635"/>
                  </a:lnTo>
                  <a:lnTo>
                    <a:pt x="1994331" y="2735635"/>
                  </a:lnTo>
                  <a:lnTo>
                    <a:pt x="1994425" y="2735635"/>
                  </a:lnTo>
                  <a:lnTo>
                    <a:pt x="1994519" y="2735635"/>
                  </a:lnTo>
                  <a:lnTo>
                    <a:pt x="1994614" y="2735635"/>
                  </a:lnTo>
                  <a:lnTo>
                    <a:pt x="1994708" y="2735635"/>
                  </a:lnTo>
                  <a:lnTo>
                    <a:pt x="1994802" y="2735635"/>
                  </a:lnTo>
                  <a:lnTo>
                    <a:pt x="1994896" y="2735635"/>
                  </a:lnTo>
                  <a:lnTo>
                    <a:pt x="1994990" y="2735635"/>
                  </a:lnTo>
                  <a:lnTo>
                    <a:pt x="1995084" y="2735635"/>
                  </a:lnTo>
                  <a:lnTo>
                    <a:pt x="1995179" y="2735635"/>
                  </a:lnTo>
                  <a:lnTo>
                    <a:pt x="1995273" y="2735635"/>
                  </a:lnTo>
                  <a:lnTo>
                    <a:pt x="1995367" y="2735635"/>
                  </a:lnTo>
                  <a:lnTo>
                    <a:pt x="1995461" y="2735635"/>
                  </a:lnTo>
                  <a:lnTo>
                    <a:pt x="1995555" y="2735635"/>
                  </a:lnTo>
                  <a:lnTo>
                    <a:pt x="1995649" y="2735635"/>
                  </a:lnTo>
                  <a:lnTo>
                    <a:pt x="1995743" y="2735635"/>
                  </a:lnTo>
                  <a:lnTo>
                    <a:pt x="1995838" y="2735635"/>
                  </a:lnTo>
                  <a:lnTo>
                    <a:pt x="1995932" y="2735635"/>
                  </a:lnTo>
                  <a:lnTo>
                    <a:pt x="1996026" y="2735635"/>
                  </a:lnTo>
                  <a:lnTo>
                    <a:pt x="1996120" y="2735635"/>
                  </a:lnTo>
                  <a:lnTo>
                    <a:pt x="1996214" y="2735635"/>
                  </a:lnTo>
                  <a:lnTo>
                    <a:pt x="1996308" y="2735635"/>
                  </a:lnTo>
                  <a:lnTo>
                    <a:pt x="1996403" y="2735635"/>
                  </a:lnTo>
                  <a:lnTo>
                    <a:pt x="1996497" y="2735635"/>
                  </a:lnTo>
                  <a:lnTo>
                    <a:pt x="1996591" y="2735635"/>
                  </a:lnTo>
                  <a:lnTo>
                    <a:pt x="1996685" y="2735635"/>
                  </a:lnTo>
                  <a:lnTo>
                    <a:pt x="1996779" y="2735635"/>
                  </a:lnTo>
                  <a:lnTo>
                    <a:pt x="1996873" y="2735635"/>
                  </a:lnTo>
                  <a:lnTo>
                    <a:pt x="1996967" y="2735635"/>
                  </a:lnTo>
                  <a:lnTo>
                    <a:pt x="1997062" y="2735635"/>
                  </a:lnTo>
                  <a:lnTo>
                    <a:pt x="1997156" y="2735635"/>
                  </a:lnTo>
                  <a:lnTo>
                    <a:pt x="1997250" y="2735635"/>
                  </a:lnTo>
                  <a:lnTo>
                    <a:pt x="1997344" y="2735635"/>
                  </a:lnTo>
                  <a:lnTo>
                    <a:pt x="1997438" y="2735635"/>
                  </a:lnTo>
                  <a:lnTo>
                    <a:pt x="1997532" y="2735635"/>
                  </a:lnTo>
                  <a:lnTo>
                    <a:pt x="1997626" y="2735635"/>
                  </a:lnTo>
                  <a:lnTo>
                    <a:pt x="1997721" y="2735635"/>
                  </a:lnTo>
                  <a:lnTo>
                    <a:pt x="1997815" y="2735635"/>
                  </a:lnTo>
                  <a:lnTo>
                    <a:pt x="1997909" y="2735635"/>
                  </a:lnTo>
                  <a:lnTo>
                    <a:pt x="1998003" y="2735635"/>
                  </a:lnTo>
                  <a:lnTo>
                    <a:pt x="1998097" y="2735635"/>
                  </a:lnTo>
                  <a:lnTo>
                    <a:pt x="1998191" y="2735635"/>
                  </a:lnTo>
                  <a:lnTo>
                    <a:pt x="1998286" y="2735635"/>
                  </a:lnTo>
                  <a:lnTo>
                    <a:pt x="1998380" y="2735635"/>
                  </a:lnTo>
                  <a:lnTo>
                    <a:pt x="1998474" y="2735635"/>
                  </a:lnTo>
                  <a:lnTo>
                    <a:pt x="1998568" y="2735635"/>
                  </a:lnTo>
                  <a:lnTo>
                    <a:pt x="1998662" y="2735635"/>
                  </a:lnTo>
                  <a:lnTo>
                    <a:pt x="1998756" y="2735635"/>
                  </a:lnTo>
                  <a:lnTo>
                    <a:pt x="1998850" y="2735635"/>
                  </a:lnTo>
                  <a:lnTo>
                    <a:pt x="1998945" y="2735635"/>
                  </a:lnTo>
                  <a:lnTo>
                    <a:pt x="1999039" y="2735635"/>
                  </a:lnTo>
                  <a:lnTo>
                    <a:pt x="1999133" y="2735635"/>
                  </a:lnTo>
                  <a:lnTo>
                    <a:pt x="1999227" y="2735635"/>
                  </a:lnTo>
                  <a:lnTo>
                    <a:pt x="1999321" y="2735635"/>
                  </a:lnTo>
                  <a:lnTo>
                    <a:pt x="1999415" y="2735635"/>
                  </a:lnTo>
                  <a:lnTo>
                    <a:pt x="1999510" y="2735635"/>
                  </a:lnTo>
                  <a:lnTo>
                    <a:pt x="1999604" y="2735635"/>
                  </a:lnTo>
                  <a:lnTo>
                    <a:pt x="1999698" y="2735635"/>
                  </a:lnTo>
                  <a:lnTo>
                    <a:pt x="1999792" y="2735635"/>
                  </a:lnTo>
                  <a:lnTo>
                    <a:pt x="1999792" y="2730724"/>
                  </a:lnTo>
                  <a:lnTo>
                    <a:pt x="1999886" y="2730724"/>
                  </a:lnTo>
                  <a:lnTo>
                    <a:pt x="1999980" y="2730724"/>
                  </a:lnTo>
                  <a:lnTo>
                    <a:pt x="2000074" y="2730724"/>
                  </a:lnTo>
                  <a:lnTo>
                    <a:pt x="2000169" y="2730724"/>
                  </a:lnTo>
                  <a:lnTo>
                    <a:pt x="2000263" y="2730724"/>
                  </a:lnTo>
                  <a:lnTo>
                    <a:pt x="2000357" y="2730724"/>
                  </a:lnTo>
                  <a:lnTo>
                    <a:pt x="2000451" y="2730724"/>
                  </a:lnTo>
                  <a:lnTo>
                    <a:pt x="2000545" y="2730724"/>
                  </a:lnTo>
                  <a:lnTo>
                    <a:pt x="2000639" y="2730724"/>
                  </a:lnTo>
                  <a:lnTo>
                    <a:pt x="2000734" y="2730724"/>
                  </a:lnTo>
                  <a:lnTo>
                    <a:pt x="2000828" y="2730724"/>
                  </a:lnTo>
                  <a:lnTo>
                    <a:pt x="2000922" y="2730724"/>
                  </a:lnTo>
                  <a:lnTo>
                    <a:pt x="2001016" y="2730724"/>
                  </a:lnTo>
                  <a:lnTo>
                    <a:pt x="2001110" y="2730724"/>
                  </a:lnTo>
                  <a:lnTo>
                    <a:pt x="2001204" y="2730724"/>
                  </a:lnTo>
                  <a:lnTo>
                    <a:pt x="2001298" y="2730724"/>
                  </a:lnTo>
                  <a:lnTo>
                    <a:pt x="2001393" y="2730724"/>
                  </a:lnTo>
                  <a:lnTo>
                    <a:pt x="2001487" y="2730724"/>
                  </a:lnTo>
                  <a:lnTo>
                    <a:pt x="2001581" y="2730724"/>
                  </a:lnTo>
                  <a:lnTo>
                    <a:pt x="2001675" y="2730724"/>
                  </a:lnTo>
                  <a:lnTo>
                    <a:pt x="2001769" y="2730724"/>
                  </a:lnTo>
                  <a:lnTo>
                    <a:pt x="2001863" y="2730724"/>
                  </a:lnTo>
                  <a:lnTo>
                    <a:pt x="2001957" y="2730724"/>
                  </a:lnTo>
                  <a:lnTo>
                    <a:pt x="2002052" y="2730724"/>
                  </a:lnTo>
                  <a:lnTo>
                    <a:pt x="2002146" y="2730724"/>
                  </a:lnTo>
                  <a:lnTo>
                    <a:pt x="2002240" y="2730724"/>
                  </a:lnTo>
                  <a:lnTo>
                    <a:pt x="2002334" y="2730724"/>
                  </a:lnTo>
                  <a:lnTo>
                    <a:pt x="2002428" y="2730724"/>
                  </a:lnTo>
                  <a:lnTo>
                    <a:pt x="2002522" y="2730724"/>
                  </a:lnTo>
                  <a:lnTo>
                    <a:pt x="2002617" y="2730724"/>
                  </a:lnTo>
                  <a:lnTo>
                    <a:pt x="2002711" y="2730724"/>
                  </a:lnTo>
                  <a:lnTo>
                    <a:pt x="2002805" y="2730724"/>
                  </a:lnTo>
                  <a:lnTo>
                    <a:pt x="2002899" y="2730724"/>
                  </a:lnTo>
                  <a:lnTo>
                    <a:pt x="2002993" y="2730724"/>
                  </a:lnTo>
                  <a:lnTo>
                    <a:pt x="2003087" y="2730724"/>
                  </a:lnTo>
                  <a:lnTo>
                    <a:pt x="2003181" y="2730724"/>
                  </a:lnTo>
                  <a:lnTo>
                    <a:pt x="2003276" y="2730724"/>
                  </a:lnTo>
                  <a:lnTo>
                    <a:pt x="2003370" y="2730724"/>
                  </a:lnTo>
                  <a:lnTo>
                    <a:pt x="2003464" y="2730724"/>
                  </a:lnTo>
                  <a:lnTo>
                    <a:pt x="2003558" y="2730724"/>
                  </a:lnTo>
                  <a:lnTo>
                    <a:pt x="2003652" y="2730724"/>
                  </a:lnTo>
                  <a:lnTo>
                    <a:pt x="2003746" y="2730724"/>
                  </a:lnTo>
                  <a:lnTo>
                    <a:pt x="2003841" y="2730724"/>
                  </a:lnTo>
                  <a:lnTo>
                    <a:pt x="2003935" y="2730724"/>
                  </a:lnTo>
                  <a:lnTo>
                    <a:pt x="2004029" y="2730724"/>
                  </a:lnTo>
                  <a:lnTo>
                    <a:pt x="2004123" y="2730724"/>
                  </a:lnTo>
                  <a:lnTo>
                    <a:pt x="2004217" y="2730724"/>
                  </a:lnTo>
                  <a:lnTo>
                    <a:pt x="2004311" y="2730724"/>
                  </a:lnTo>
                  <a:lnTo>
                    <a:pt x="2004405" y="2730724"/>
                  </a:lnTo>
                  <a:lnTo>
                    <a:pt x="2004500" y="2730724"/>
                  </a:lnTo>
                  <a:lnTo>
                    <a:pt x="2004594" y="2730724"/>
                  </a:lnTo>
                  <a:lnTo>
                    <a:pt x="2004688" y="2730724"/>
                  </a:lnTo>
                  <a:lnTo>
                    <a:pt x="2004782" y="2730724"/>
                  </a:lnTo>
                  <a:lnTo>
                    <a:pt x="2004876" y="2730724"/>
                  </a:lnTo>
                  <a:lnTo>
                    <a:pt x="2004970" y="2730724"/>
                  </a:lnTo>
                  <a:lnTo>
                    <a:pt x="2005065" y="2730724"/>
                  </a:lnTo>
                  <a:lnTo>
                    <a:pt x="2005065" y="2725813"/>
                  </a:lnTo>
                  <a:lnTo>
                    <a:pt x="2005159" y="2725813"/>
                  </a:lnTo>
                  <a:lnTo>
                    <a:pt x="2005253" y="2725813"/>
                  </a:lnTo>
                  <a:lnTo>
                    <a:pt x="2005347" y="2725813"/>
                  </a:lnTo>
                  <a:lnTo>
                    <a:pt x="2005441" y="2725813"/>
                  </a:lnTo>
                  <a:lnTo>
                    <a:pt x="2005535" y="2725813"/>
                  </a:lnTo>
                  <a:lnTo>
                    <a:pt x="2005629" y="2725813"/>
                  </a:lnTo>
                  <a:lnTo>
                    <a:pt x="2005724" y="2725813"/>
                  </a:lnTo>
                  <a:lnTo>
                    <a:pt x="2005818" y="2725813"/>
                  </a:lnTo>
                  <a:lnTo>
                    <a:pt x="2005912" y="2725813"/>
                  </a:lnTo>
                  <a:lnTo>
                    <a:pt x="2006006" y="2725813"/>
                  </a:lnTo>
                  <a:lnTo>
                    <a:pt x="2006100" y="2725813"/>
                  </a:lnTo>
                  <a:lnTo>
                    <a:pt x="2006194" y="2725813"/>
                  </a:lnTo>
                  <a:lnTo>
                    <a:pt x="2006288" y="2725813"/>
                  </a:lnTo>
                  <a:lnTo>
                    <a:pt x="2006383" y="2725813"/>
                  </a:lnTo>
                  <a:lnTo>
                    <a:pt x="2006477" y="2725813"/>
                  </a:lnTo>
                  <a:lnTo>
                    <a:pt x="2006571" y="2725813"/>
                  </a:lnTo>
                  <a:lnTo>
                    <a:pt x="2006665" y="2725813"/>
                  </a:lnTo>
                  <a:lnTo>
                    <a:pt x="2006759" y="2725813"/>
                  </a:lnTo>
                  <a:lnTo>
                    <a:pt x="2006853" y="2725813"/>
                  </a:lnTo>
                  <a:lnTo>
                    <a:pt x="2006948" y="2725813"/>
                  </a:lnTo>
                  <a:lnTo>
                    <a:pt x="2007042" y="2725813"/>
                  </a:lnTo>
                  <a:lnTo>
                    <a:pt x="2007136" y="2725813"/>
                  </a:lnTo>
                  <a:lnTo>
                    <a:pt x="2007230" y="2725813"/>
                  </a:lnTo>
                  <a:lnTo>
                    <a:pt x="2007324" y="2725813"/>
                  </a:lnTo>
                  <a:lnTo>
                    <a:pt x="2007418" y="2725813"/>
                  </a:lnTo>
                  <a:lnTo>
                    <a:pt x="2007512" y="2725813"/>
                  </a:lnTo>
                  <a:lnTo>
                    <a:pt x="2007607" y="2725813"/>
                  </a:lnTo>
                  <a:lnTo>
                    <a:pt x="2007701" y="2725813"/>
                  </a:lnTo>
                  <a:lnTo>
                    <a:pt x="2007795" y="2725813"/>
                  </a:lnTo>
                  <a:lnTo>
                    <a:pt x="2007889" y="2725813"/>
                  </a:lnTo>
                  <a:lnTo>
                    <a:pt x="2007983" y="2725813"/>
                  </a:lnTo>
                  <a:lnTo>
                    <a:pt x="2008077" y="2725813"/>
                  </a:lnTo>
                  <a:lnTo>
                    <a:pt x="2008172" y="2725813"/>
                  </a:lnTo>
                  <a:lnTo>
                    <a:pt x="2008266" y="2725813"/>
                  </a:lnTo>
                  <a:lnTo>
                    <a:pt x="2008360" y="2725813"/>
                  </a:lnTo>
                  <a:lnTo>
                    <a:pt x="2008454" y="2725813"/>
                  </a:lnTo>
                  <a:lnTo>
                    <a:pt x="2008548" y="2725813"/>
                  </a:lnTo>
                  <a:lnTo>
                    <a:pt x="2008642" y="2725813"/>
                  </a:lnTo>
                  <a:lnTo>
                    <a:pt x="2008736" y="2725813"/>
                  </a:lnTo>
                  <a:lnTo>
                    <a:pt x="2008831" y="2725813"/>
                  </a:lnTo>
                  <a:lnTo>
                    <a:pt x="2008925" y="2725813"/>
                  </a:lnTo>
                  <a:lnTo>
                    <a:pt x="2009019" y="2725813"/>
                  </a:lnTo>
                  <a:lnTo>
                    <a:pt x="2009113" y="2725813"/>
                  </a:lnTo>
                  <a:lnTo>
                    <a:pt x="2009207" y="2725813"/>
                  </a:lnTo>
                  <a:lnTo>
                    <a:pt x="2009301" y="2725813"/>
                  </a:lnTo>
                  <a:lnTo>
                    <a:pt x="2009396" y="2725813"/>
                  </a:lnTo>
                  <a:lnTo>
                    <a:pt x="2009490" y="2725813"/>
                  </a:lnTo>
                  <a:lnTo>
                    <a:pt x="2009584" y="2725813"/>
                  </a:lnTo>
                  <a:lnTo>
                    <a:pt x="2009678" y="2725813"/>
                  </a:lnTo>
                  <a:lnTo>
                    <a:pt x="2009772" y="2725813"/>
                  </a:lnTo>
                  <a:lnTo>
                    <a:pt x="2009866" y="2725813"/>
                  </a:lnTo>
                  <a:lnTo>
                    <a:pt x="2009960" y="2725813"/>
                  </a:lnTo>
                  <a:lnTo>
                    <a:pt x="2010055" y="2725813"/>
                  </a:lnTo>
                  <a:lnTo>
                    <a:pt x="2010149" y="2725813"/>
                  </a:lnTo>
                  <a:lnTo>
                    <a:pt x="2010243" y="2725813"/>
                  </a:lnTo>
                  <a:lnTo>
                    <a:pt x="2010337" y="2725813"/>
                  </a:lnTo>
                  <a:lnTo>
                    <a:pt x="2010431" y="2725813"/>
                  </a:lnTo>
                  <a:lnTo>
                    <a:pt x="2010525" y="2725813"/>
                  </a:lnTo>
                  <a:lnTo>
                    <a:pt x="2010619" y="2725813"/>
                  </a:lnTo>
                  <a:lnTo>
                    <a:pt x="2010714" y="2725813"/>
                  </a:lnTo>
                  <a:lnTo>
                    <a:pt x="2010808" y="2725813"/>
                  </a:lnTo>
                  <a:lnTo>
                    <a:pt x="2010902" y="2725813"/>
                  </a:lnTo>
                  <a:lnTo>
                    <a:pt x="2010996" y="2725813"/>
                  </a:lnTo>
                  <a:lnTo>
                    <a:pt x="2011090" y="2725813"/>
                  </a:lnTo>
                  <a:lnTo>
                    <a:pt x="2011184" y="2725813"/>
                  </a:lnTo>
                  <a:lnTo>
                    <a:pt x="2011279" y="2725813"/>
                  </a:lnTo>
                  <a:lnTo>
                    <a:pt x="2011373" y="2725813"/>
                  </a:lnTo>
                  <a:lnTo>
                    <a:pt x="2011467" y="2725813"/>
                  </a:lnTo>
                  <a:lnTo>
                    <a:pt x="2011561" y="2725813"/>
                  </a:lnTo>
                  <a:lnTo>
                    <a:pt x="2011655" y="2725813"/>
                  </a:lnTo>
                  <a:lnTo>
                    <a:pt x="2011749" y="2725813"/>
                  </a:lnTo>
                  <a:lnTo>
                    <a:pt x="2011843" y="2725813"/>
                  </a:lnTo>
                  <a:lnTo>
                    <a:pt x="2011938" y="2725813"/>
                  </a:lnTo>
                  <a:lnTo>
                    <a:pt x="2012032" y="2725813"/>
                  </a:lnTo>
                  <a:lnTo>
                    <a:pt x="2012126" y="2725813"/>
                  </a:lnTo>
                  <a:lnTo>
                    <a:pt x="2012220" y="2725813"/>
                  </a:lnTo>
                  <a:lnTo>
                    <a:pt x="2012314" y="2725813"/>
                  </a:lnTo>
                  <a:lnTo>
                    <a:pt x="2012408" y="2725813"/>
                  </a:lnTo>
                  <a:lnTo>
                    <a:pt x="2012503" y="2725813"/>
                  </a:lnTo>
                  <a:lnTo>
                    <a:pt x="2012597" y="2725813"/>
                  </a:lnTo>
                  <a:lnTo>
                    <a:pt x="2012691" y="2725813"/>
                  </a:lnTo>
                  <a:lnTo>
                    <a:pt x="2012785" y="2725813"/>
                  </a:lnTo>
                  <a:lnTo>
                    <a:pt x="2012879" y="2725813"/>
                  </a:lnTo>
                  <a:lnTo>
                    <a:pt x="2012973" y="2725813"/>
                  </a:lnTo>
                  <a:lnTo>
                    <a:pt x="2013067" y="2725813"/>
                  </a:lnTo>
                  <a:lnTo>
                    <a:pt x="2013162" y="2725813"/>
                  </a:lnTo>
                  <a:lnTo>
                    <a:pt x="2013256" y="2725813"/>
                  </a:lnTo>
                  <a:lnTo>
                    <a:pt x="2013350" y="2725813"/>
                  </a:lnTo>
                  <a:lnTo>
                    <a:pt x="2013444" y="2725813"/>
                  </a:lnTo>
                  <a:lnTo>
                    <a:pt x="2013538" y="2725813"/>
                  </a:lnTo>
                  <a:lnTo>
                    <a:pt x="2013632" y="2725813"/>
                  </a:lnTo>
                  <a:lnTo>
                    <a:pt x="2013727" y="2725813"/>
                  </a:lnTo>
                  <a:lnTo>
                    <a:pt x="2013821" y="2725813"/>
                  </a:lnTo>
                  <a:lnTo>
                    <a:pt x="2013915" y="2725813"/>
                  </a:lnTo>
                  <a:lnTo>
                    <a:pt x="2014009" y="2725813"/>
                  </a:lnTo>
                  <a:lnTo>
                    <a:pt x="2014103" y="2725813"/>
                  </a:lnTo>
                  <a:lnTo>
                    <a:pt x="2014197" y="2725813"/>
                  </a:lnTo>
                  <a:lnTo>
                    <a:pt x="2014291" y="2725813"/>
                  </a:lnTo>
                  <a:lnTo>
                    <a:pt x="2014386" y="2725813"/>
                  </a:lnTo>
                  <a:lnTo>
                    <a:pt x="2014480" y="2725813"/>
                  </a:lnTo>
                  <a:lnTo>
                    <a:pt x="2014574" y="2725813"/>
                  </a:lnTo>
                  <a:lnTo>
                    <a:pt x="2014668" y="2725813"/>
                  </a:lnTo>
                  <a:lnTo>
                    <a:pt x="2014762" y="2725813"/>
                  </a:lnTo>
                  <a:lnTo>
                    <a:pt x="2014856" y="2725813"/>
                  </a:lnTo>
                  <a:lnTo>
                    <a:pt x="2014950" y="2725813"/>
                  </a:lnTo>
                  <a:lnTo>
                    <a:pt x="2015045" y="2725813"/>
                  </a:lnTo>
                  <a:lnTo>
                    <a:pt x="2015139" y="2725813"/>
                  </a:lnTo>
                  <a:lnTo>
                    <a:pt x="2015233" y="2725813"/>
                  </a:lnTo>
                  <a:lnTo>
                    <a:pt x="2015327" y="2725813"/>
                  </a:lnTo>
                  <a:lnTo>
                    <a:pt x="2015421" y="2725813"/>
                  </a:lnTo>
                  <a:lnTo>
                    <a:pt x="2015515" y="2725813"/>
                  </a:lnTo>
                  <a:lnTo>
                    <a:pt x="2015610" y="2725813"/>
                  </a:lnTo>
                  <a:lnTo>
                    <a:pt x="2015704" y="2725813"/>
                  </a:lnTo>
                  <a:lnTo>
                    <a:pt x="2015798" y="2725813"/>
                  </a:lnTo>
                  <a:lnTo>
                    <a:pt x="2015892" y="2725813"/>
                  </a:lnTo>
                  <a:lnTo>
                    <a:pt x="2015986" y="2725813"/>
                  </a:lnTo>
                  <a:lnTo>
                    <a:pt x="2016080" y="2725813"/>
                  </a:lnTo>
                  <a:lnTo>
                    <a:pt x="2016174" y="2725813"/>
                  </a:lnTo>
                  <a:lnTo>
                    <a:pt x="2016269" y="2725813"/>
                  </a:lnTo>
                  <a:lnTo>
                    <a:pt x="2016363" y="2725813"/>
                  </a:lnTo>
                  <a:lnTo>
                    <a:pt x="2016457" y="2725813"/>
                  </a:lnTo>
                  <a:lnTo>
                    <a:pt x="2016551" y="2725813"/>
                  </a:lnTo>
                  <a:lnTo>
                    <a:pt x="2016645" y="2725813"/>
                  </a:lnTo>
                  <a:lnTo>
                    <a:pt x="2016739" y="2725813"/>
                  </a:lnTo>
                  <a:lnTo>
                    <a:pt x="2016834" y="2725813"/>
                  </a:lnTo>
                  <a:lnTo>
                    <a:pt x="2016928" y="2725813"/>
                  </a:lnTo>
                  <a:lnTo>
                    <a:pt x="2017022" y="2725813"/>
                  </a:lnTo>
                  <a:lnTo>
                    <a:pt x="2017116" y="2725813"/>
                  </a:lnTo>
                  <a:lnTo>
                    <a:pt x="2017210" y="2725813"/>
                  </a:lnTo>
                  <a:lnTo>
                    <a:pt x="2017304" y="2725813"/>
                  </a:lnTo>
                  <a:lnTo>
                    <a:pt x="2017398" y="2725813"/>
                  </a:lnTo>
                  <a:lnTo>
                    <a:pt x="2017493" y="2725813"/>
                  </a:lnTo>
                  <a:lnTo>
                    <a:pt x="2017587" y="2725813"/>
                  </a:lnTo>
                  <a:lnTo>
                    <a:pt x="2017681" y="2725813"/>
                  </a:lnTo>
                  <a:lnTo>
                    <a:pt x="2017681" y="2720901"/>
                  </a:lnTo>
                  <a:lnTo>
                    <a:pt x="2017775" y="2720901"/>
                  </a:lnTo>
                  <a:lnTo>
                    <a:pt x="2017869" y="2720901"/>
                  </a:lnTo>
                  <a:lnTo>
                    <a:pt x="2017963" y="2720901"/>
                  </a:lnTo>
                  <a:lnTo>
                    <a:pt x="2018058" y="2720901"/>
                  </a:lnTo>
                  <a:lnTo>
                    <a:pt x="2018152" y="2720901"/>
                  </a:lnTo>
                  <a:lnTo>
                    <a:pt x="2018246" y="2720901"/>
                  </a:lnTo>
                  <a:lnTo>
                    <a:pt x="2018340" y="2720901"/>
                  </a:lnTo>
                  <a:lnTo>
                    <a:pt x="2018434" y="2720901"/>
                  </a:lnTo>
                  <a:lnTo>
                    <a:pt x="2018528" y="2720901"/>
                  </a:lnTo>
                  <a:lnTo>
                    <a:pt x="2018622" y="2720901"/>
                  </a:lnTo>
                  <a:lnTo>
                    <a:pt x="2018717" y="2720901"/>
                  </a:lnTo>
                  <a:lnTo>
                    <a:pt x="2018811" y="2720901"/>
                  </a:lnTo>
                  <a:lnTo>
                    <a:pt x="2018905" y="2720901"/>
                  </a:lnTo>
                  <a:lnTo>
                    <a:pt x="2018999" y="2720901"/>
                  </a:lnTo>
                  <a:lnTo>
                    <a:pt x="2019093" y="2720901"/>
                  </a:lnTo>
                  <a:lnTo>
                    <a:pt x="2019187" y="2720901"/>
                  </a:lnTo>
                  <a:lnTo>
                    <a:pt x="2019281" y="2720901"/>
                  </a:lnTo>
                  <a:lnTo>
                    <a:pt x="2019376" y="2720901"/>
                  </a:lnTo>
                  <a:lnTo>
                    <a:pt x="2019470" y="2720901"/>
                  </a:lnTo>
                  <a:lnTo>
                    <a:pt x="2019564" y="2720901"/>
                  </a:lnTo>
                  <a:lnTo>
                    <a:pt x="2019658" y="2720901"/>
                  </a:lnTo>
                  <a:lnTo>
                    <a:pt x="2019752" y="2720901"/>
                  </a:lnTo>
                  <a:lnTo>
                    <a:pt x="2019846" y="2720901"/>
                  </a:lnTo>
                  <a:lnTo>
                    <a:pt x="2019941" y="2720901"/>
                  </a:lnTo>
                  <a:lnTo>
                    <a:pt x="2020035" y="2720901"/>
                  </a:lnTo>
                  <a:lnTo>
                    <a:pt x="2020129" y="2720901"/>
                  </a:lnTo>
                  <a:lnTo>
                    <a:pt x="2020223" y="2720901"/>
                  </a:lnTo>
                  <a:lnTo>
                    <a:pt x="2020317" y="2720901"/>
                  </a:lnTo>
                  <a:lnTo>
                    <a:pt x="2020411" y="2720901"/>
                  </a:lnTo>
                  <a:lnTo>
                    <a:pt x="2020505" y="2720901"/>
                  </a:lnTo>
                  <a:lnTo>
                    <a:pt x="2020600" y="2720901"/>
                  </a:lnTo>
                  <a:lnTo>
                    <a:pt x="2020694" y="2720901"/>
                  </a:lnTo>
                  <a:lnTo>
                    <a:pt x="2020788" y="2720901"/>
                  </a:lnTo>
                  <a:lnTo>
                    <a:pt x="2020882" y="2720901"/>
                  </a:lnTo>
                  <a:lnTo>
                    <a:pt x="2020976" y="2720901"/>
                  </a:lnTo>
                  <a:lnTo>
                    <a:pt x="2021070" y="2720901"/>
                  </a:lnTo>
                  <a:lnTo>
                    <a:pt x="2021165" y="2720901"/>
                  </a:lnTo>
                  <a:lnTo>
                    <a:pt x="2021259" y="2720901"/>
                  </a:lnTo>
                  <a:lnTo>
                    <a:pt x="2021353" y="2720901"/>
                  </a:lnTo>
                  <a:lnTo>
                    <a:pt x="2021447" y="2720901"/>
                  </a:lnTo>
                  <a:lnTo>
                    <a:pt x="2021541" y="2720901"/>
                  </a:lnTo>
                  <a:lnTo>
                    <a:pt x="2021635" y="2720901"/>
                  </a:lnTo>
                  <a:lnTo>
                    <a:pt x="2021729" y="2720901"/>
                  </a:lnTo>
                  <a:lnTo>
                    <a:pt x="2021824" y="2720901"/>
                  </a:lnTo>
                  <a:lnTo>
                    <a:pt x="2021918" y="2720901"/>
                  </a:lnTo>
                  <a:lnTo>
                    <a:pt x="2022012" y="2720901"/>
                  </a:lnTo>
                  <a:lnTo>
                    <a:pt x="2022106" y="2720901"/>
                  </a:lnTo>
                  <a:lnTo>
                    <a:pt x="2022200" y="2720901"/>
                  </a:lnTo>
                  <a:lnTo>
                    <a:pt x="2022294" y="2720901"/>
                  </a:lnTo>
                  <a:lnTo>
                    <a:pt x="2022389" y="2720901"/>
                  </a:lnTo>
                  <a:lnTo>
                    <a:pt x="2022483" y="2720901"/>
                  </a:lnTo>
                  <a:lnTo>
                    <a:pt x="2022577" y="2720901"/>
                  </a:lnTo>
                  <a:lnTo>
                    <a:pt x="2022671" y="2720901"/>
                  </a:lnTo>
                  <a:lnTo>
                    <a:pt x="2022765" y="2720901"/>
                  </a:lnTo>
                  <a:lnTo>
                    <a:pt x="2022859" y="2720901"/>
                  </a:lnTo>
                  <a:lnTo>
                    <a:pt x="2022953" y="2720901"/>
                  </a:lnTo>
                  <a:lnTo>
                    <a:pt x="2023048" y="2720901"/>
                  </a:lnTo>
                  <a:lnTo>
                    <a:pt x="2023142" y="2720901"/>
                  </a:lnTo>
                  <a:lnTo>
                    <a:pt x="2023236" y="2720901"/>
                  </a:lnTo>
                  <a:lnTo>
                    <a:pt x="2023330" y="2720901"/>
                  </a:lnTo>
                  <a:lnTo>
                    <a:pt x="2023424" y="2720901"/>
                  </a:lnTo>
                  <a:lnTo>
                    <a:pt x="2023518" y="2720901"/>
                  </a:lnTo>
                  <a:lnTo>
                    <a:pt x="2023612" y="2720901"/>
                  </a:lnTo>
                  <a:lnTo>
                    <a:pt x="2023707" y="2720901"/>
                  </a:lnTo>
                  <a:lnTo>
                    <a:pt x="2023801" y="2720901"/>
                  </a:lnTo>
                  <a:lnTo>
                    <a:pt x="2023895" y="2720901"/>
                  </a:lnTo>
                  <a:lnTo>
                    <a:pt x="2023989" y="2720901"/>
                  </a:lnTo>
                  <a:lnTo>
                    <a:pt x="2024083" y="2720901"/>
                  </a:lnTo>
                  <a:lnTo>
                    <a:pt x="2024177" y="2720901"/>
                  </a:lnTo>
                  <a:lnTo>
                    <a:pt x="2024272" y="2720901"/>
                  </a:lnTo>
                  <a:lnTo>
                    <a:pt x="2024366" y="2720901"/>
                  </a:lnTo>
                  <a:lnTo>
                    <a:pt x="2024460" y="2720901"/>
                  </a:lnTo>
                  <a:lnTo>
                    <a:pt x="2024554" y="2720901"/>
                  </a:lnTo>
                  <a:lnTo>
                    <a:pt x="2024648" y="2720901"/>
                  </a:lnTo>
                  <a:lnTo>
                    <a:pt x="2024742" y="2720901"/>
                  </a:lnTo>
                  <a:lnTo>
                    <a:pt x="2024836" y="2720901"/>
                  </a:lnTo>
                  <a:lnTo>
                    <a:pt x="2024931" y="2720901"/>
                  </a:lnTo>
                  <a:lnTo>
                    <a:pt x="2025025" y="2720901"/>
                  </a:lnTo>
                  <a:lnTo>
                    <a:pt x="2025119" y="2720901"/>
                  </a:lnTo>
                  <a:lnTo>
                    <a:pt x="2025213" y="2720901"/>
                  </a:lnTo>
                  <a:lnTo>
                    <a:pt x="2025307" y="2720901"/>
                  </a:lnTo>
                  <a:lnTo>
                    <a:pt x="2025401" y="2720901"/>
                  </a:lnTo>
                  <a:lnTo>
                    <a:pt x="2025496" y="2720901"/>
                  </a:lnTo>
                  <a:lnTo>
                    <a:pt x="2025590" y="2720901"/>
                  </a:lnTo>
                  <a:lnTo>
                    <a:pt x="2025684" y="2720901"/>
                  </a:lnTo>
                  <a:lnTo>
                    <a:pt x="2025778" y="2720901"/>
                  </a:lnTo>
                  <a:lnTo>
                    <a:pt x="2025872" y="2720901"/>
                  </a:lnTo>
                  <a:lnTo>
                    <a:pt x="2025966" y="2720901"/>
                  </a:lnTo>
                  <a:lnTo>
                    <a:pt x="2026060" y="2720901"/>
                  </a:lnTo>
                  <a:lnTo>
                    <a:pt x="2026155" y="2720901"/>
                  </a:lnTo>
                  <a:lnTo>
                    <a:pt x="2026249" y="2720901"/>
                  </a:lnTo>
                  <a:lnTo>
                    <a:pt x="2026343" y="2720901"/>
                  </a:lnTo>
                  <a:lnTo>
                    <a:pt x="2026437" y="2720901"/>
                  </a:lnTo>
                  <a:lnTo>
                    <a:pt x="2026531" y="2720901"/>
                  </a:lnTo>
                  <a:lnTo>
                    <a:pt x="2026625" y="2720901"/>
                  </a:lnTo>
                  <a:lnTo>
                    <a:pt x="2026720" y="2720901"/>
                  </a:lnTo>
                  <a:lnTo>
                    <a:pt x="2026814" y="2720901"/>
                  </a:lnTo>
                  <a:lnTo>
                    <a:pt x="2026908" y="2720901"/>
                  </a:lnTo>
                  <a:lnTo>
                    <a:pt x="2027002" y="2720901"/>
                  </a:lnTo>
                  <a:lnTo>
                    <a:pt x="2027096" y="2720901"/>
                  </a:lnTo>
                  <a:lnTo>
                    <a:pt x="2027190" y="2720901"/>
                  </a:lnTo>
                  <a:lnTo>
                    <a:pt x="2027284" y="2720901"/>
                  </a:lnTo>
                  <a:lnTo>
                    <a:pt x="2027379" y="2720901"/>
                  </a:lnTo>
                  <a:lnTo>
                    <a:pt x="2027473" y="2720901"/>
                  </a:lnTo>
                  <a:lnTo>
                    <a:pt x="2027567" y="2720901"/>
                  </a:lnTo>
                  <a:lnTo>
                    <a:pt x="2027661" y="2720901"/>
                  </a:lnTo>
                  <a:lnTo>
                    <a:pt x="2027755" y="2720901"/>
                  </a:lnTo>
                  <a:lnTo>
                    <a:pt x="2027849" y="2720901"/>
                  </a:lnTo>
                  <a:lnTo>
                    <a:pt x="2027849" y="2715990"/>
                  </a:lnTo>
                  <a:lnTo>
                    <a:pt x="2027944" y="2715990"/>
                  </a:lnTo>
                  <a:lnTo>
                    <a:pt x="2028038" y="2715990"/>
                  </a:lnTo>
                  <a:lnTo>
                    <a:pt x="2028132" y="2715990"/>
                  </a:lnTo>
                  <a:lnTo>
                    <a:pt x="2028226" y="2715990"/>
                  </a:lnTo>
                  <a:lnTo>
                    <a:pt x="2028320" y="2715990"/>
                  </a:lnTo>
                  <a:lnTo>
                    <a:pt x="2028414" y="2715990"/>
                  </a:lnTo>
                  <a:lnTo>
                    <a:pt x="2028508" y="2715990"/>
                  </a:lnTo>
                  <a:lnTo>
                    <a:pt x="2028603" y="2715990"/>
                  </a:lnTo>
                  <a:lnTo>
                    <a:pt x="2028697" y="2715990"/>
                  </a:lnTo>
                  <a:lnTo>
                    <a:pt x="2028791" y="2715990"/>
                  </a:lnTo>
                  <a:lnTo>
                    <a:pt x="2028885" y="2715990"/>
                  </a:lnTo>
                  <a:lnTo>
                    <a:pt x="2028979" y="2715990"/>
                  </a:lnTo>
                  <a:lnTo>
                    <a:pt x="2029073" y="2715990"/>
                  </a:lnTo>
                  <a:lnTo>
                    <a:pt x="2029167" y="2715990"/>
                  </a:lnTo>
                  <a:lnTo>
                    <a:pt x="2029262" y="2715990"/>
                  </a:lnTo>
                  <a:lnTo>
                    <a:pt x="2029356" y="2715990"/>
                  </a:lnTo>
                  <a:lnTo>
                    <a:pt x="2029450" y="2715990"/>
                  </a:lnTo>
                  <a:lnTo>
                    <a:pt x="2029544" y="2715990"/>
                  </a:lnTo>
                  <a:lnTo>
                    <a:pt x="2029638" y="2715990"/>
                  </a:lnTo>
                  <a:lnTo>
                    <a:pt x="2029732" y="2715990"/>
                  </a:lnTo>
                  <a:lnTo>
                    <a:pt x="2029827" y="2715990"/>
                  </a:lnTo>
                  <a:lnTo>
                    <a:pt x="2029921" y="2715990"/>
                  </a:lnTo>
                  <a:lnTo>
                    <a:pt x="2030015" y="2715990"/>
                  </a:lnTo>
                  <a:lnTo>
                    <a:pt x="2030109" y="2715990"/>
                  </a:lnTo>
                  <a:lnTo>
                    <a:pt x="2030203" y="2715990"/>
                  </a:lnTo>
                  <a:lnTo>
                    <a:pt x="2030297" y="2715990"/>
                  </a:lnTo>
                  <a:lnTo>
                    <a:pt x="2030391" y="2715990"/>
                  </a:lnTo>
                  <a:lnTo>
                    <a:pt x="2030486" y="2715990"/>
                  </a:lnTo>
                  <a:lnTo>
                    <a:pt x="2030580" y="2715990"/>
                  </a:lnTo>
                  <a:lnTo>
                    <a:pt x="2030674" y="2715990"/>
                  </a:lnTo>
                  <a:lnTo>
                    <a:pt x="2030768" y="2715990"/>
                  </a:lnTo>
                  <a:lnTo>
                    <a:pt x="2030862" y="2715990"/>
                  </a:lnTo>
                  <a:lnTo>
                    <a:pt x="2030956" y="2715990"/>
                  </a:lnTo>
                  <a:lnTo>
                    <a:pt x="2031051" y="2715990"/>
                  </a:lnTo>
                  <a:lnTo>
                    <a:pt x="2031145" y="2715990"/>
                  </a:lnTo>
                  <a:lnTo>
                    <a:pt x="2031239" y="2715990"/>
                  </a:lnTo>
                  <a:lnTo>
                    <a:pt x="2031333" y="2715990"/>
                  </a:lnTo>
                  <a:lnTo>
                    <a:pt x="2031427" y="2715990"/>
                  </a:lnTo>
                  <a:lnTo>
                    <a:pt x="2031521" y="2715990"/>
                  </a:lnTo>
                  <a:lnTo>
                    <a:pt x="2031615" y="2715990"/>
                  </a:lnTo>
                  <a:lnTo>
                    <a:pt x="2031710" y="2715990"/>
                  </a:lnTo>
                  <a:lnTo>
                    <a:pt x="2031804" y="2715990"/>
                  </a:lnTo>
                  <a:lnTo>
                    <a:pt x="2031898" y="2715990"/>
                  </a:lnTo>
                  <a:lnTo>
                    <a:pt x="2031992" y="2715990"/>
                  </a:lnTo>
                  <a:lnTo>
                    <a:pt x="2032086" y="2715990"/>
                  </a:lnTo>
                  <a:lnTo>
                    <a:pt x="2032180" y="2715990"/>
                  </a:lnTo>
                  <a:lnTo>
                    <a:pt x="2032275" y="2715990"/>
                  </a:lnTo>
                  <a:lnTo>
                    <a:pt x="2032369" y="2715990"/>
                  </a:lnTo>
                  <a:lnTo>
                    <a:pt x="2032463" y="2715990"/>
                  </a:lnTo>
                  <a:lnTo>
                    <a:pt x="2032557" y="2715990"/>
                  </a:lnTo>
                  <a:lnTo>
                    <a:pt x="2032651" y="2715990"/>
                  </a:lnTo>
                  <a:lnTo>
                    <a:pt x="2032745" y="2715990"/>
                  </a:lnTo>
                  <a:lnTo>
                    <a:pt x="2032839" y="2715990"/>
                  </a:lnTo>
                  <a:lnTo>
                    <a:pt x="2032934" y="2715990"/>
                  </a:lnTo>
                  <a:lnTo>
                    <a:pt x="2033028" y="2715990"/>
                  </a:lnTo>
                  <a:lnTo>
                    <a:pt x="2033122" y="2715990"/>
                  </a:lnTo>
                  <a:lnTo>
                    <a:pt x="2033216" y="2715990"/>
                  </a:lnTo>
                  <a:lnTo>
                    <a:pt x="2033310" y="2715990"/>
                  </a:lnTo>
                  <a:lnTo>
                    <a:pt x="2033404" y="2715990"/>
                  </a:lnTo>
                  <a:lnTo>
                    <a:pt x="2033498" y="2715990"/>
                  </a:lnTo>
                  <a:lnTo>
                    <a:pt x="2033593" y="2715990"/>
                  </a:lnTo>
                  <a:lnTo>
                    <a:pt x="2033687" y="2715990"/>
                  </a:lnTo>
                  <a:lnTo>
                    <a:pt x="2033781" y="2715990"/>
                  </a:lnTo>
                  <a:lnTo>
                    <a:pt x="2033875" y="2715990"/>
                  </a:lnTo>
                  <a:lnTo>
                    <a:pt x="2033969" y="2715990"/>
                  </a:lnTo>
                  <a:lnTo>
                    <a:pt x="2034063" y="2715990"/>
                  </a:lnTo>
                  <a:lnTo>
                    <a:pt x="2034158" y="2715990"/>
                  </a:lnTo>
                  <a:lnTo>
                    <a:pt x="2034252" y="2715990"/>
                  </a:lnTo>
                  <a:lnTo>
                    <a:pt x="2034346" y="2715990"/>
                  </a:lnTo>
                  <a:lnTo>
                    <a:pt x="2034440" y="2715990"/>
                  </a:lnTo>
                  <a:lnTo>
                    <a:pt x="2034534" y="2715990"/>
                  </a:lnTo>
                  <a:lnTo>
                    <a:pt x="2034628" y="2715990"/>
                  </a:lnTo>
                  <a:lnTo>
                    <a:pt x="2034722" y="2715990"/>
                  </a:lnTo>
                  <a:lnTo>
                    <a:pt x="2034817" y="2715990"/>
                  </a:lnTo>
                  <a:lnTo>
                    <a:pt x="2034911" y="2715990"/>
                  </a:lnTo>
                  <a:lnTo>
                    <a:pt x="2035005" y="2715990"/>
                  </a:lnTo>
                  <a:lnTo>
                    <a:pt x="2035099" y="2715990"/>
                  </a:lnTo>
                  <a:lnTo>
                    <a:pt x="2035193" y="2715990"/>
                  </a:lnTo>
                  <a:lnTo>
                    <a:pt x="2035287" y="2715990"/>
                  </a:lnTo>
                  <a:lnTo>
                    <a:pt x="2035382" y="2715990"/>
                  </a:lnTo>
                  <a:lnTo>
                    <a:pt x="2035476" y="2715990"/>
                  </a:lnTo>
                  <a:lnTo>
                    <a:pt x="2035570" y="2715990"/>
                  </a:lnTo>
                  <a:lnTo>
                    <a:pt x="2035664" y="2715990"/>
                  </a:lnTo>
                  <a:lnTo>
                    <a:pt x="2035758" y="2715990"/>
                  </a:lnTo>
                  <a:lnTo>
                    <a:pt x="2035852" y="2715990"/>
                  </a:lnTo>
                  <a:lnTo>
                    <a:pt x="2035946" y="2715990"/>
                  </a:lnTo>
                  <a:lnTo>
                    <a:pt x="2036041" y="2715990"/>
                  </a:lnTo>
                  <a:lnTo>
                    <a:pt x="2036135" y="2715990"/>
                  </a:lnTo>
                  <a:lnTo>
                    <a:pt x="2036229" y="2715990"/>
                  </a:lnTo>
                  <a:lnTo>
                    <a:pt x="2036323" y="2715990"/>
                  </a:lnTo>
                  <a:lnTo>
                    <a:pt x="2036417" y="2715990"/>
                  </a:lnTo>
                  <a:lnTo>
                    <a:pt x="2036511" y="2715990"/>
                  </a:lnTo>
                  <a:lnTo>
                    <a:pt x="2036606" y="2715990"/>
                  </a:lnTo>
                  <a:lnTo>
                    <a:pt x="2036700" y="2715990"/>
                  </a:lnTo>
                  <a:lnTo>
                    <a:pt x="2036794" y="2715990"/>
                  </a:lnTo>
                  <a:lnTo>
                    <a:pt x="2036888" y="2715990"/>
                  </a:lnTo>
                  <a:lnTo>
                    <a:pt x="2036982" y="2715990"/>
                  </a:lnTo>
                  <a:lnTo>
                    <a:pt x="2037076" y="2715990"/>
                  </a:lnTo>
                  <a:lnTo>
                    <a:pt x="2037170" y="2715990"/>
                  </a:lnTo>
                  <a:lnTo>
                    <a:pt x="2037265" y="2715990"/>
                  </a:lnTo>
                  <a:lnTo>
                    <a:pt x="2037359" y="2715990"/>
                  </a:lnTo>
                  <a:lnTo>
                    <a:pt x="2037453" y="2715990"/>
                  </a:lnTo>
                  <a:lnTo>
                    <a:pt x="2037547" y="2715990"/>
                  </a:lnTo>
                  <a:lnTo>
                    <a:pt x="2037641" y="2715990"/>
                  </a:lnTo>
                  <a:lnTo>
                    <a:pt x="2037735" y="2715990"/>
                  </a:lnTo>
                  <a:lnTo>
                    <a:pt x="2037829" y="2715990"/>
                  </a:lnTo>
                  <a:lnTo>
                    <a:pt x="2037924" y="2715990"/>
                  </a:lnTo>
                  <a:lnTo>
                    <a:pt x="2038018" y="2715990"/>
                  </a:lnTo>
                  <a:lnTo>
                    <a:pt x="2038112" y="2715990"/>
                  </a:lnTo>
                  <a:lnTo>
                    <a:pt x="2038206" y="2715990"/>
                  </a:lnTo>
                  <a:lnTo>
                    <a:pt x="2038300" y="2715990"/>
                  </a:lnTo>
                  <a:lnTo>
                    <a:pt x="2038394" y="2715990"/>
                  </a:lnTo>
                  <a:lnTo>
                    <a:pt x="2038489" y="2715990"/>
                  </a:lnTo>
                  <a:lnTo>
                    <a:pt x="2038583" y="2715990"/>
                  </a:lnTo>
                  <a:lnTo>
                    <a:pt x="2038677" y="2715990"/>
                  </a:lnTo>
                  <a:lnTo>
                    <a:pt x="2038771" y="2715990"/>
                  </a:lnTo>
                  <a:lnTo>
                    <a:pt x="2038865" y="2715990"/>
                  </a:lnTo>
                  <a:lnTo>
                    <a:pt x="2038959" y="2715990"/>
                  </a:lnTo>
                  <a:lnTo>
                    <a:pt x="2039053" y="2715990"/>
                  </a:lnTo>
                  <a:lnTo>
                    <a:pt x="2039148" y="2715990"/>
                  </a:lnTo>
                  <a:lnTo>
                    <a:pt x="2039242" y="2715990"/>
                  </a:lnTo>
                  <a:lnTo>
                    <a:pt x="2039336" y="2715990"/>
                  </a:lnTo>
                  <a:lnTo>
                    <a:pt x="2039430" y="2715990"/>
                  </a:lnTo>
                  <a:lnTo>
                    <a:pt x="2039524" y="2715990"/>
                  </a:lnTo>
                  <a:lnTo>
                    <a:pt x="2039618" y="2715990"/>
                  </a:lnTo>
                  <a:lnTo>
                    <a:pt x="2039713" y="2715990"/>
                  </a:lnTo>
                  <a:lnTo>
                    <a:pt x="2039807" y="2715990"/>
                  </a:lnTo>
                  <a:lnTo>
                    <a:pt x="2039901" y="2715990"/>
                  </a:lnTo>
                  <a:lnTo>
                    <a:pt x="2039995" y="2715990"/>
                  </a:lnTo>
                  <a:lnTo>
                    <a:pt x="2040089" y="2715990"/>
                  </a:lnTo>
                  <a:lnTo>
                    <a:pt x="2040183" y="2715990"/>
                  </a:lnTo>
                  <a:lnTo>
                    <a:pt x="2040277" y="2715990"/>
                  </a:lnTo>
                  <a:lnTo>
                    <a:pt x="2040372" y="2715990"/>
                  </a:lnTo>
                  <a:lnTo>
                    <a:pt x="2040466" y="2715990"/>
                  </a:lnTo>
                  <a:lnTo>
                    <a:pt x="2040560" y="2715990"/>
                  </a:lnTo>
                  <a:lnTo>
                    <a:pt x="2040654" y="2715990"/>
                  </a:lnTo>
                  <a:lnTo>
                    <a:pt x="2040748" y="2715990"/>
                  </a:lnTo>
                  <a:lnTo>
                    <a:pt x="2040842" y="2715990"/>
                  </a:lnTo>
                  <a:lnTo>
                    <a:pt x="2040937" y="2715990"/>
                  </a:lnTo>
                  <a:lnTo>
                    <a:pt x="2041031" y="2715990"/>
                  </a:lnTo>
                  <a:lnTo>
                    <a:pt x="2041125" y="2715990"/>
                  </a:lnTo>
                  <a:lnTo>
                    <a:pt x="2041219" y="2715990"/>
                  </a:lnTo>
                  <a:lnTo>
                    <a:pt x="2041313" y="2715990"/>
                  </a:lnTo>
                  <a:lnTo>
                    <a:pt x="2041407" y="2715990"/>
                  </a:lnTo>
                  <a:lnTo>
                    <a:pt x="2041501" y="2715990"/>
                  </a:lnTo>
                  <a:lnTo>
                    <a:pt x="2041596" y="2715990"/>
                  </a:lnTo>
                  <a:lnTo>
                    <a:pt x="2041690" y="2715990"/>
                  </a:lnTo>
                  <a:lnTo>
                    <a:pt x="2041784" y="2715990"/>
                  </a:lnTo>
                  <a:lnTo>
                    <a:pt x="2041878" y="2715990"/>
                  </a:lnTo>
                  <a:lnTo>
                    <a:pt x="2041972" y="2715990"/>
                  </a:lnTo>
                  <a:lnTo>
                    <a:pt x="2042066" y="2715990"/>
                  </a:lnTo>
                  <a:lnTo>
                    <a:pt x="2042066" y="2711078"/>
                  </a:lnTo>
                  <a:lnTo>
                    <a:pt x="2042160" y="2711078"/>
                  </a:lnTo>
                  <a:lnTo>
                    <a:pt x="2042255" y="2711078"/>
                  </a:lnTo>
                  <a:lnTo>
                    <a:pt x="2042349" y="2711078"/>
                  </a:lnTo>
                  <a:lnTo>
                    <a:pt x="2042443" y="2711078"/>
                  </a:lnTo>
                  <a:lnTo>
                    <a:pt x="2042537" y="2711078"/>
                  </a:lnTo>
                  <a:lnTo>
                    <a:pt x="2042537" y="2706167"/>
                  </a:lnTo>
                  <a:lnTo>
                    <a:pt x="2042631" y="2706167"/>
                  </a:lnTo>
                  <a:lnTo>
                    <a:pt x="2042725" y="2706167"/>
                  </a:lnTo>
                  <a:lnTo>
                    <a:pt x="2042820" y="2706167"/>
                  </a:lnTo>
                  <a:lnTo>
                    <a:pt x="2042914" y="2706167"/>
                  </a:lnTo>
                  <a:lnTo>
                    <a:pt x="2043008" y="2706167"/>
                  </a:lnTo>
                  <a:lnTo>
                    <a:pt x="2043102" y="2706167"/>
                  </a:lnTo>
                  <a:lnTo>
                    <a:pt x="2043196" y="2706167"/>
                  </a:lnTo>
                  <a:lnTo>
                    <a:pt x="2043290" y="2706167"/>
                  </a:lnTo>
                  <a:lnTo>
                    <a:pt x="2043384" y="2706167"/>
                  </a:lnTo>
                  <a:lnTo>
                    <a:pt x="2043479" y="2706167"/>
                  </a:lnTo>
                  <a:lnTo>
                    <a:pt x="2043573" y="2706167"/>
                  </a:lnTo>
                  <a:lnTo>
                    <a:pt x="2043667" y="2706167"/>
                  </a:lnTo>
                  <a:lnTo>
                    <a:pt x="2043761" y="2706167"/>
                  </a:lnTo>
                  <a:lnTo>
                    <a:pt x="2043855" y="2706167"/>
                  </a:lnTo>
                  <a:lnTo>
                    <a:pt x="2043949" y="2706167"/>
                  </a:lnTo>
                  <a:lnTo>
                    <a:pt x="2044044" y="2706167"/>
                  </a:lnTo>
                  <a:lnTo>
                    <a:pt x="2044138" y="2706167"/>
                  </a:lnTo>
                  <a:lnTo>
                    <a:pt x="2044232" y="2706167"/>
                  </a:lnTo>
                  <a:lnTo>
                    <a:pt x="2044326" y="2706167"/>
                  </a:lnTo>
                  <a:lnTo>
                    <a:pt x="2044420" y="2706167"/>
                  </a:lnTo>
                  <a:lnTo>
                    <a:pt x="2044514" y="2706167"/>
                  </a:lnTo>
                  <a:lnTo>
                    <a:pt x="2044608" y="2706167"/>
                  </a:lnTo>
                  <a:lnTo>
                    <a:pt x="2044703" y="2706167"/>
                  </a:lnTo>
                  <a:lnTo>
                    <a:pt x="2044797" y="2706167"/>
                  </a:lnTo>
                  <a:lnTo>
                    <a:pt x="2044891" y="2706167"/>
                  </a:lnTo>
                  <a:lnTo>
                    <a:pt x="2044985" y="2706167"/>
                  </a:lnTo>
                  <a:lnTo>
                    <a:pt x="2045079" y="2706167"/>
                  </a:lnTo>
                  <a:lnTo>
                    <a:pt x="2045173" y="2706167"/>
                  </a:lnTo>
                  <a:lnTo>
                    <a:pt x="2045268" y="2706167"/>
                  </a:lnTo>
                  <a:lnTo>
                    <a:pt x="2045362" y="2706167"/>
                  </a:lnTo>
                  <a:lnTo>
                    <a:pt x="2045456" y="2706167"/>
                  </a:lnTo>
                  <a:lnTo>
                    <a:pt x="2045550" y="2706167"/>
                  </a:lnTo>
                  <a:lnTo>
                    <a:pt x="2045644" y="2706167"/>
                  </a:lnTo>
                  <a:lnTo>
                    <a:pt x="2045738" y="2706167"/>
                  </a:lnTo>
                  <a:lnTo>
                    <a:pt x="2045832" y="2706167"/>
                  </a:lnTo>
                  <a:lnTo>
                    <a:pt x="2045927" y="2706167"/>
                  </a:lnTo>
                  <a:lnTo>
                    <a:pt x="2046021" y="2706167"/>
                  </a:lnTo>
                  <a:lnTo>
                    <a:pt x="2046115" y="2706167"/>
                  </a:lnTo>
                  <a:lnTo>
                    <a:pt x="2046209" y="2706167"/>
                  </a:lnTo>
                  <a:lnTo>
                    <a:pt x="2046303" y="2706167"/>
                  </a:lnTo>
                  <a:lnTo>
                    <a:pt x="2046397" y="2706167"/>
                  </a:lnTo>
                  <a:lnTo>
                    <a:pt x="2046491" y="2706167"/>
                  </a:lnTo>
                  <a:lnTo>
                    <a:pt x="2046586" y="2706167"/>
                  </a:lnTo>
                  <a:lnTo>
                    <a:pt x="2046680" y="2706167"/>
                  </a:lnTo>
                  <a:lnTo>
                    <a:pt x="2046680" y="2701256"/>
                  </a:lnTo>
                  <a:lnTo>
                    <a:pt x="2046774" y="2701256"/>
                  </a:lnTo>
                  <a:lnTo>
                    <a:pt x="2046868" y="2701256"/>
                  </a:lnTo>
                  <a:lnTo>
                    <a:pt x="2046962" y="2701256"/>
                  </a:lnTo>
                  <a:lnTo>
                    <a:pt x="2047056" y="2701256"/>
                  </a:lnTo>
                  <a:lnTo>
                    <a:pt x="2047151" y="2701256"/>
                  </a:lnTo>
                  <a:lnTo>
                    <a:pt x="2047245" y="2701256"/>
                  </a:lnTo>
                  <a:lnTo>
                    <a:pt x="2047339" y="2701256"/>
                  </a:lnTo>
                  <a:lnTo>
                    <a:pt x="2047433" y="2701256"/>
                  </a:lnTo>
                  <a:lnTo>
                    <a:pt x="2047527" y="2701256"/>
                  </a:lnTo>
                  <a:lnTo>
                    <a:pt x="2047621" y="2701256"/>
                  </a:lnTo>
                  <a:lnTo>
                    <a:pt x="2047715" y="2701256"/>
                  </a:lnTo>
                  <a:lnTo>
                    <a:pt x="2047810" y="2701256"/>
                  </a:lnTo>
                  <a:lnTo>
                    <a:pt x="2047904" y="2701256"/>
                  </a:lnTo>
                  <a:lnTo>
                    <a:pt x="2047998" y="2701256"/>
                  </a:lnTo>
                  <a:lnTo>
                    <a:pt x="2048092" y="2701256"/>
                  </a:lnTo>
                  <a:lnTo>
                    <a:pt x="2048186" y="2701256"/>
                  </a:lnTo>
                  <a:lnTo>
                    <a:pt x="2048280" y="2701256"/>
                  </a:lnTo>
                  <a:lnTo>
                    <a:pt x="2048375" y="2701256"/>
                  </a:lnTo>
                  <a:lnTo>
                    <a:pt x="2048469" y="2701256"/>
                  </a:lnTo>
                  <a:lnTo>
                    <a:pt x="2048563" y="2701256"/>
                  </a:lnTo>
                  <a:lnTo>
                    <a:pt x="2048657" y="2701256"/>
                  </a:lnTo>
                  <a:lnTo>
                    <a:pt x="2048751" y="2701256"/>
                  </a:lnTo>
                  <a:lnTo>
                    <a:pt x="2048845" y="2701256"/>
                  </a:lnTo>
                  <a:lnTo>
                    <a:pt x="2048939" y="2701256"/>
                  </a:lnTo>
                  <a:lnTo>
                    <a:pt x="2049034" y="2701256"/>
                  </a:lnTo>
                  <a:lnTo>
                    <a:pt x="2049128" y="2701256"/>
                  </a:lnTo>
                  <a:lnTo>
                    <a:pt x="2049222" y="2701256"/>
                  </a:lnTo>
                  <a:lnTo>
                    <a:pt x="2049316" y="2701256"/>
                  </a:lnTo>
                  <a:lnTo>
                    <a:pt x="2049410" y="2701256"/>
                  </a:lnTo>
                  <a:lnTo>
                    <a:pt x="2049504" y="2701256"/>
                  </a:lnTo>
                  <a:lnTo>
                    <a:pt x="2049599" y="2701256"/>
                  </a:lnTo>
                  <a:lnTo>
                    <a:pt x="2049693" y="2701256"/>
                  </a:lnTo>
                  <a:lnTo>
                    <a:pt x="2049787" y="2701256"/>
                  </a:lnTo>
                  <a:lnTo>
                    <a:pt x="2049881" y="2701256"/>
                  </a:lnTo>
                  <a:lnTo>
                    <a:pt x="2049881" y="2696344"/>
                  </a:lnTo>
                  <a:lnTo>
                    <a:pt x="2049975" y="2696344"/>
                  </a:lnTo>
                  <a:lnTo>
                    <a:pt x="2050069" y="2696344"/>
                  </a:lnTo>
                  <a:lnTo>
                    <a:pt x="2050163" y="2696344"/>
                  </a:lnTo>
                  <a:lnTo>
                    <a:pt x="2050258" y="2696344"/>
                  </a:lnTo>
                  <a:lnTo>
                    <a:pt x="2050352" y="2696344"/>
                  </a:lnTo>
                  <a:lnTo>
                    <a:pt x="2050446" y="2696344"/>
                  </a:lnTo>
                  <a:lnTo>
                    <a:pt x="2050540" y="2696344"/>
                  </a:lnTo>
                  <a:lnTo>
                    <a:pt x="2050634" y="2696344"/>
                  </a:lnTo>
                  <a:lnTo>
                    <a:pt x="2050728" y="2696344"/>
                  </a:lnTo>
                  <a:lnTo>
                    <a:pt x="2050822" y="2696344"/>
                  </a:lnTo>
                  <a:lnTo>
                    <a:pt x="2050917" y="2696344"/>
                  </a:lnTo>
                  <a:lnTo>
                    <a:pt x="2051011" y="2696344"/>
                  </a:lnTo>
                  <a:lnTo>
                    <a:pt x="2051105" y="2696344"/>
                  </a:lnTo>
                  <a:lnTo>
                    <a:pt x="2051105" y="2691433"/>
                  </a:lnTo>
                  <a:lnTo>
                    <a:pt x="2051199" y="2691433"/>
                  </a:lnTo>
                  <a:lnTo>
                    <a:pt x="2051293" y="2691433"/>
                  </a:lnTo>
                  <a:lnTo>
                    <a:pt x="2051387" y="2691433"/>
                  </a:lnTo>
                  <a:lnTo>
                    <a:pt x="2051482" y="2691433"/>
                  </a:lnTo>
                  <a:lnTo>
                    <a:pt x="2051576" y="2691433"/>
                  </a:lnTo>
                  <a:lnTo>
                    <a:pt x="2051670" y="2691433"/>
                  </a:lnTo>
                  <a:lnTo>
                    <a:pt x="2051764" y="2691433"/>
                  </a:lnTo>
                  <a:lnTo>
                    <a:pt x="2051858" y="2691433"/>
                  </a:lnTo>
                  <a:lnTo>
                    <a:pt x="2051858" y="2686522"/>
                  </a:lnTo>
                  <a:lnTo>
                    <a:pt x="2051952" y="2686522"/>
                  </a:lnTo>
                  <a:lnTo>
                    <a:pt x="2052046" y="2686522"/>
                  </a:lnTo>
                  <a:lnTo>
                    <a:pt x="2052141" y="2686522"/>
                  </a:lnTo>
                  <a:lnTo>
                    <a:pt x="2052235" y="2686522"/>
                  </a:lnTo>
                  <a:lnTo>
                    <a:pt x="2052329" y="2686522"/>
                  </a:lnTo>
                  <a:lnTo>
                    <a:pt x="2052423" y="2686522"/>
                  </a:lnTo>
                  <a:lnTo>
                    <a:pt x="2052517" y="2686522"/>
                  </a:lnTo>
                  <a:lnTo>
                    <a:pt x="2052611" y="2686522"/>
                  </a:lnTo>
                  <a:lnTo>
                    <a:pt x="2052706" y="2686522"/>
                  </a:lnTo>
                  <a:lnTo>
                    <a:pt x="2052800" y="2686522"/>
                  </a:lnTo>
                  <a:lnTo>
                    <a:pt x="2052894" y="2686522"/>
                  </a:lnTo>
                  <a:lnTo>
                    <a:pt x="2052988" y="2686522"/>
                  </a:lnTo>
                  <a:lnTo>
                    <a:pt x="2053082" y="2686522"/>
                  </a:lnTo>
                  <a:lnTo>
                    <a:pt x="2053176" y="2686522"/>
                  </a:lnTo>
                  <a:lnTo>
                    <a:pt x="2053270" y="2686522"/>
                  </a:lnTo>
                  <a:lnTo>
                    <a:pt x="2053365" y="2686522"/>
                  </a:lnTo>
                  <a:lnTo>
                    <a:pt x="2053459" y="2686522"/>
                  </a:lnTo>
                  <a:lnTo>
                    <a:pt x="2053553" y="2686522"/>
                  </a:lnTo>
                  <a:lnTo>
                    <a:pt x="2053647" y="2686522"/>
                  </a:lnTo>
                  <a:lnTo>
                    <a:pt x="2053741" y="2686522"/>
                  </a:lnTo>
                  <a:lnTo>
                    <a:pt x="2053835" y="2686522"/>
                  </a:lnTo>
                  <a:lnTo>
                    <a:pt x="2053930" y="2686522"/>
                  </a:lnTo>
                  <a:lnTo>
                    <a:pt x="2054024" y="2686522"/>
                  </a:lnTo>
                  <a:lnTo>
                    <a:pt x="2054118" y="2686522"/>
                  </a:lnTo>
                  <a:lnTo>
                    <a:pt x="2054212" y="2686522"/>
                  </a:lnTo>
                  <a:lnTo>
                    <a:pt x="2054306" y="2686522"/>
                  </a:lnTo>
                  <a:lnTo>
                    <a:pt x="2054400" y="2686522"/>
                  </a:lnTo>
                  <a:lnTo>
                    <a:pt x="2054494" y="2686522"/>
                  </a:lnTo>
                  <a:lnTo>
                    <a:pt x="2054589" y="2686522"/>
                  </a:lnTo>
                  <a:lnTo>
                    <a:pt x="2054683" y="2686522"/>
                  </a:lnTo>
                  <a:lnTo>
                    <a:pt x="2054777" y="2686522"/>
                  </a:lnTo>
                  <a:lnTo>
                    <a:pt x="2054871" y="2686522"/>
                  </a:lnTo>
                  <a:lnTo>
                    <a:pt x="2054965" y="2686522"/>
                  </a:lnTo>
                  <a:lnTo>
                    <a:pt x="2055059" y="2686522"/>
                  </a:lnTo>
                  <a:lnTo>
                    <a:pt x="2055153" y="2686522"/>
                  </a:lnTo>
                  <a:lnTo>
                    <a:pt x="2055248" y="2686522"/>
                  </a:lnTo>
                  <a:lnTo>
                    <a:pt x="2055342" y="2686522"/>
                  </a:lnTo>
                  <a:lnTo>
                    <a:pt x="2055436" y="2686522"/>
                  </a:lnTo>
                  <a:lnTo>
                    <a:pt x="2055530" y="2686522"/>
                  </a:lnTo>
                  <a:lnTo>
                    <a:pt x="2055624" y="2686522"/>
                  </a:lnTo>
                  <a:lnTo>
                    <a:pt x="2055718" y="2686522"/>
                  </a:lnTo>
                  <a:lnTo>
                    <a:pt x="2055813" y="2686522"/>
                  </a:lnTo>
                  <a:lnTo>
                    <a:pt x="2055907" y="2686522"/>
                  </a:lnTo>
                  <a:lnTo>
                    <a:pt x="2056001" y="2686522"/>
                  </a:lnTo>
                  <a:lnTo>
                    <a:pt x="2056001" y="2681610"/>
                  </a:lnTo>
                  <a:lnTo>
                    <a:pt x="2056095" y="2681610"/>
                  </a:lnTo>
                  <a:lnTo>
                    <a:pt x="2056189" y="2681610"/>
                  </a:lnTo>
                  <a:lnTo>
                    <a:pt x="2056283" y="2681610"/>
                  </a:lnTo>
                  <a:lnTo>
                    <a:pt x="2056377" y="2681610"/>
                  </a:lnTo>
                  <a:lnTo>
                    <a:pt x="2056472" y="2681610"/>
                  </a:lnTo>
                  <a:lnTo>
                    <a:pt x="2056566" y="2681610"/>
                  </a:lnTo>
                  <a:lnTo>
                    <a:pt x="2056660" y="2681610"/>
                  </a:lnTo>
                  <a:lnTo>
                    <a:pt x="2056660" y="2676699"/>
                  </a:lnTo>
                  <a:lnTo>
                    <a:pt x="2056754" y="2676699"/>
                  </a:lnTo>
                  <a:lnTo>
                    <a:pt x="2056848" y="2676699"/>
                  </a:lnTo>
                  <a:lnTo>
                    <a:pt x="2056942" y="2676699"/>
                  </a:lnTo>
                  <a:lnTo>
                    <a:pt x="2057037" y="2676699"/>
                  </a:lnTo>
                  <a:lnTo>
                    <a:pt x="2057131" y="2676699"/>
                  </a:lnTo>
                  <a:lnTo>
                    <a:pt x="2057225" y="2676699"/>
                  </a:lnTo>
                  <a:lnTo>
                    <a:pt x="2057319" y="2676699"/>
                  </a:lnTo>
                  <a:lnTo>
                    <a:pt x="2057413" y="2676699"/>
                  </a:lnTo>
                  <a:lnTo>
                    <a:pt x="2057507" y="2676699"/>
                  </a:lnTo>
                  <a:lnTo>
                    <a:pt x="2057601" y="2676699"/>
                  </a:lnTo>
                  <a:lnTo>
                    <a:pt x="2057601" y="2671787"/>
                  </a:lnTo>
                  <a:lnTo>
                    <a:pt x="2057696" y="2671787"/>
                  </a:lnTo>
                  <a:lnTo>
                    <a:pt x="2057790" y="2671787"/>
                  </a:lnTo>
                  <a:lnTo>
                    <a:pt x="2057884" y="2671787"/>
                  </a:lnTo>
                  <a:lnTo>
                    <a:pt x="2057978" y="2671787"/>
                  </a:lnTo>
                  <a:lnTo>
                    <a:pt x="2058072" y="2671787"/>
                  </a:lnTo>
                  <a:lnTo>
                    <a:pt x="2058072" y="2666876"/>
                  </a:lnTo>
                  <a:lnTo>
                    <a:pt x="2058166" y="2666876"/>
                  </a:lnTo>
                  <a:lnTo>
                    <a:pt x="2058261" y="2666876"/>
                  </a:lnTo>
                  <a:lnTo>
                    <a:pt x="2058355" y="2666876"/>
                  </a:lnTo>
                  <a:lnTo>
                    <a:pt x="2058449" y="2666876"/>
                  </a:lnTo>
                  <a:lnTo>
                    <a:pt x="2058543" y="2666876"/>
                  </a:lnTo>
                  <a:lnTo>
                    <a:pt x="2058637" y="2666876"/>
                  </a:lnTo>
                  <a:lnTo>
                    <a:pt x="2058731" y="2666876"/>
                  </a:lnTo>
                  <a:lnTo>
                    <a:pt x="2058825" y="2666876"/>
                  </a:lnTo>
                  <a:lnTo>
                    <a:pt x="2058920" y="2666876"/>
                  </a:lnTo>
                  <a:lnTo>
                    <a:pt x="2059014" y="2666876"/>
                  </a:lnTo>
                  <a:lnTo>
                    <a:pt x="2059108" y="2666876"/>
                  </a:lnTo>
                  <a:lnTo>
                    <a:pt x="2059202" y="2666876"/>
                  </a:lnTo>
                  <a:lnTo>
                    <a:pt x="2059296" y="2666876"/>
                  </a:lnTo>
                  <a:lnTo>
                    <a:pt x="2059390" y="2666876"/>
                  </a:lnTo>
                  <a:lnTo>
                    <a:pt x="2059484" y="2666876"/>
                  </a:lnTo>
                  <a:lnTo>
                    <a:pt x="2059579" y="2666876"/>
                  </a:lnTo>
                  <a:lnTo>
                    <a:pt x="2059673" y="2666876"/>
                  </a:lnTo>
                  <a:lnTo>
                    <a:pt x="2059767" y="2666876"/>
                  </a:lnTo>
                  <a:lnTo>
                    <a:pt x="2059861" y="2666876"/>
                  </a:lnTo>
                  <a:lnTo>
                    <a:pt x="2059955" y="2666876"/>
                  </a:lnTo>
                  <a:lnTo>
                    <a:pt x="2060049" y="2666876"/>
                  </a:lnTo>
                  <a:lnTo>
                    <a:pt x="2060144" y="2666876"/>
                  </a:lnTo>
                  <a:lnTo>
                    <a:pt x="2060238" y="2666876"/>
                  </a:lnTo>
                  <a:lnTo>
                    <a:pt x="2060332" y="2666876"/>
                  </a:lnTo>
                  <a:lnTo>
                    <a:pt x="2060426" y="2666876"/>
                  </a:lnTo>
                  <a:lnTo>
                    <a:pt x="2060520" y="2666876"/>
                  </a:lnTo>
                  <a:lnTo>
                    <a:pt x="2060614" y="2666876"/>
                  </a:lnTo>
                  <a:lnTo>
                    <a:pt x="2060708" y="2666876"/>
                  </a:lnTo>
                  <a:lnTo>
                    <a:pt x="2060803" y="2666876"/>
                  </a:lnTo>
                  <a:lnTo>
                    <a:pt x="2060897" y="2666876"/>
                  </a:lnTo>
                  <a:lnTo>
                    <a:pt x="2060991" y="2666876"/>
                  </a:lnTo>
                  <a:lnTo>
                    <a:pt x="2061085" y="2666876"/>
                  </a:lnTo>
                  <a:lnTo>
                    <a:pt x="2061179" y="2666876"/>
                  </a:lnTo>
                  <a:lnTo>
                    <a:pt x="2061273" y="2666876"/>
                  </a:lnTo>
                  <a:lnTo>
                    <a:pt x="2061368" y="2666876"/>
                  </a:lnTo>
                  <a:lnTo>
                    <a:pt x="2061462" y="2666876"/>
                  </a:lnTo>
                  <a:lnTo>
                    <a:pt x="2061556" y="2666876"/>
                  </a:lnTo>
                  <a:lnTo>
                    <a:pt x="2061650" y="2666876"/>
                  </a:lnTo>
                  <a:lnTo>
                    <a:pt x="2061744" y="2666876"/>
                  </a:lnTo>
                  <a:lnTo>
                    <a:pt x="2061838" y="2666876"/>
                  </a:lnTo>
                  <a:lnTo>
                    <a:pt x="2061932" y="2666876"/>
                  </a:lnTo>
                  <a:lnTo>
                    <a:pt x="2062027" y="2666876"/>
                  </a:lnTo>
                  <a:lnTo>
                    <a:pt x="2062121" y="2666876"/>
                  </a:lnTo>
                  <a:lnTo>
                    <a:pt x="2062215" y="2666876"/>
                  </a:lnTo>
                  <a:lnTo>
                    <a:pt x="2062309" y="2666876"/>
                  </a:lnTo>
                  <a:lnTo>
                    <a:pt x="2062403" y="2666876"/>
                  </a:lnTo>
                  <a:lnTo>
                    <a:pt x="2062497" y="2666876"/>
                  </a:lnTo>
                  <a:lnTo>
                    <a:pt x="2062592" y="2666876"/>
                  </a:lnTo>
                  <a:lnTo>
                    <a:pt x="2062592" y="2661965"/>
                  </a:lnTo>
                  <a:lnTo>
                    <a:pt x="2062686" y="2661965"/>
                  </a:lnTo>
                  <a:lnTo>
                    <a:pt x="2062780" y="2661965"/>
                  </a:lnTo>
                  <a:lnTo>
                    <a:pt x="2062874" y="2661965"/>
                  </a:lnTo>
                  <a:lnTo>
                    <a:pt x="2062968" y="2661965"/>
                  </a:lnTo>
                  <a:lnTo>
                    <a:pt x="2063062" y="2661965"/>
                  </a:lnTo>
                  <a:lnTo>
                    <a:pt x="2063156" y="2661965"/>
                  </a:lnTo>
                  <a:lnTo>
                    <a:pt x="2063251" y="2661965"/>
                  </a:lnTo>
                  <a:lnTo>
                    <a:pt x="2063345" y="2661965"/>
                  </a:lnTo>
                  <a:lnTo>
                    <a:pt x="2063439" y="2661965"/>
                  </a:lnTo>
                  <a:lnTo>
                    <a:pt x="2063439" y="2657053"/>
                  </a:lnTo>
                  <a:lnTo>
                    <a:pt x="2063533" y="2657053"/>
                  </a:lnTo>
                  <a:lnTo>
                    <a:pt x="2063627" y="2657053"/>
                  </a:lnTo>
                  <a:lnTo>
                    <a:pt x="2063721" y="2657053"/>
                  </a:lnTo>
                  <a:lnTo>
                    <a:pt x="2063815" y="2657053"/>
                  </a:lnTo>
                  <a:lnTo>
                    <a:pt x="2063910" y="2657053"/>
                  </a:lnTo>
                  <a:lnTo>
                    <a:pt x="2064004" y="2657053"/>
                  </a:lnTo>
                  <a:lnTo>
                    <a:pt x="2064098" y="2657053"/>
                  </a:lnTo>
                  <a:lnTo>
                    <a:pt x="2064192" y="2657053"/>
                  </a:lnTo>
                  <a:lnTo>
                    <a:pt x="2064286" y="2657053"/>
                  </a:lnTo>
                  <a:lnTo>
                    <a:pt x="2064380" y="2657053"/>
                  </a:lnTo>
                  <a:lnTo>
                    <a:pt x="2064475" y="2657053"/>
                  </a:lnTo>
                  <a:lnTo>
                    <a:pt x="2064569" y="2657053"/>
                  </a:lnTo>
                  <a:lnTo>
                    <a:pt x="2064663" y="2657053"/>
                  </a:lnTo>
                  <a:lnTo>
                    <a:pt x="2064757" y="2657053"/>
                  </a:lnTo>
                  <a:lnTo>
                    <a:pt x="2064851" y="2657053"/>
                  </a:lnTo>
                  <a:lnTo>
                    <a:pt x="2064851" y="2652142"/>
                  </a:lnTo>
                  <a:lnTo>
                    <a:pt x="2064945" y="2652142"/>
                  </a:lnTo>
                  <a:lnTo>
                    <a:pt x="2065039" y="2652142"/>
                  </a:lnTo>
                  <a:lnTo>
                    <a:pt x="2065134" y="2652142"/>
                  </a:lnTo>
                  <a:lnTo>
                    <a:pt x="2065228" y="2652142"/>
                  </a:lnTo>
                  <a:lnTo>
                    <a:pt x="2065322" y="2652142"/>
                  </a:lnTo>
                  <a:lnTo>
                    <a:pt x="2065416" y="2652142"/>
                  </a:lnTo>
                  <a:lnTo>
                    <a:pt x="2065510" y="2652142"/>
                  </a:lnTo>
                  <a:lnTo>
                    <a:pt x="2065604" y="2652142"/>
                  </a:lnTo>
                  <a:lnTo>
                    <a:pt x="2065699" y="2652142"/>
                  </a:lnTo>
                  <a:lnTo>
                    <a:pt x="2065793" y="2652142"/>
                  </a:lnTo>
                  <a:lnTo>
                    <a:pt x="2065887" y="2652142"/>
                  </a:lnTo>
                  <a:lnTo>
                    <a:pt x="2065981" y="2652142"/>
                  </a:lnTo>
                  <a:lnTo>
                    <a:pt x="2066075" y="2652142"/>
                  </a:lnTo>
                  <a:lnTo>
                    <a:pt x="2066169" y="2652142"/>
                  </a:lnTo>
                  <a:lnTo>
                    <a:pt x="2066263" y="2652142"/>
                  </a:lnTo>
                  <a:lnTo>
                    <a:pt x="2066358" y="2652142"/>
                  </a:lnTo>
                  <a:lnTo>
                    <a:pt x="2066452" y="2652142"/>
                  </a:lnTo>
                  <a:lnTo>
                    <a:pt x="2066546" y="2652142"/>
                  </a:lnTo>
                  <a:lnTo>
                    <a:pt x="2066640" y="2652142"/>
                  </a:lnTo>
                  <a:lnTo>
                    <a:pt x="2066734" y="2652142"/>
                  </a:lnTo>
                  <a:lnTo>
                    <a:pt x="2066828" y="2652142"/>
                  </a:lnTo>
                  <a:lnTo>
                    <a:pt x="2066923" y="2652142"/>
                  </a:lnTo>
                  <a:lnTo>
                    <a:pt x="2067017" y="2652142"/>
                  </a:lnTo>
                  <a:lnTo>
                    <a:pt x="2067017" y="2647231"/>
                  </a:lnTo>
                  <a:lnTo>
                    <a:pt x="2067111" y="2647231"/>
                  </a:lnTo>
                  <a:lnTo>
                    <a:pt x="2067205" y="2647231"/>
                  </a:lnTo>
                  <a:lnTo>
                    <a:pt x="2067299" y="2647231"/>
                  </a:lnTo>
                  <a:lnTo>
                    <a:pt x="2067393" y="2647231"/>
                  </a:lnTo>
                  <a:lnTo>
                    <a:pt x="2067487" y="2647231"/>
                  </a:lnTo>
                  <a:lnTo>
                    <a:pt x="2067582" y="2647231"/>
                  </a:lnTo>
                  <a:lnTo>
                    <a:pt x="2067676" y="2647231"/>
                  </a:lnTo>
                  <a:lnTo>
                    <a:pt x="2067770" y="2647231"/>
                  </a:lnTo>
                  <a:lnTo>
                    <a:pt x="2067770" y="2642319"/>
                  </a:lnTo>
                  <a:lnTo>
                    <a:pt x="2067864" y="2642319"/>
                  </a:lnTo>
                  <a:lnTo>
                    <a:pt x="2067958" y="2642319"/>
                  </a:lnTo>
                  <a:lnTo>
                    <a:pt x="2068052" y="2642319"/>
                  </a:lnTo>
                  <a:lnTo>
                    <a:pt x="2068146" y="2642319"/>
                  </a:lnTo>
                  <a:lnTo>
                    <a:pt x="2068241" y="2642319"/>
                  </a:lnTo>
                  <a:lnTo>
                    <a:pt x="2068335" y="2642319"/>
                  </a:lnTo>
                  <a:lnTo>
                    <a:pt x="2068429" y="2642319"/>
                  </a:lnTo>
                  <a:lnTo>
                    <a:pt x="2068523" y="2642319"/>
                  </a:lnTo>
                  <a:lnTo>
                    <a:pt x="2068617" y="2642319"/>
                  </a:lnTo>
                  <a:lnTo>
                    <a:pt x="2068711" y="2642319"/>
                  </a:lnTo>
                  <a:lnTo>
                    <a:pt x="2068806" y="2642319"/>
                  </a:lnTo>
                  <a:lnTo>
                    <a:pt x="2068900" y="2642319"/>
                  </a:lnTo>
                  <a:lnTo>
                    <a:pt x="2068994" y="2642319"/>
                  </a:lnTo>
                  <a:lnTo>
                    <a:pt x="2069088" y="2642319"/>
                  </a:lnTo>
                  <a:lnTo>
                    <a:pt x="2069182" y="2642319"/>
                  </a:lnTo>
                  <a:lnTo>
                    <a:pt x="2069276" y="2642319"/>
                  </a:lnTo>
                  <a:lnTo>
                    <a:pt x="2069370" y="2642319"/>
                  </a:lnTo>
                  <a:lnTo>
                    <a:pt x="2069465" y="2642319"/>
                  </a:lnTo>
                  <a:lnTo>
                    <a:pt x="2069559" y="2642319"/>
                  </a:lnTo>
                  <a:lnTo>
                    <a:pt x="2069653" y="2642319"/>
                  </a:lnTo>
                  <a:lnTo>
                    <a:pt x="2069747" y="2642319"/>
                  </a:lnTo>
                  <a:lnTo>
                    <a:pt x="2069841" y="2642319"/>
                  </a:lnTo>
                  <a:lnTo>
                    <a:pt x="2069935" y="2642319"/>
                  </a:lnTo>
                  <a:lnTo>
                    <a:pt x="2070030" y="2642319"/>
                  </a:lnTo>
                  <a:lnTo>
                    <a:pt x="2070124" y="2642319"/>
                  </a:lnTo>
                  <a:lnTo>
                    <a:pt x="2070218" y="2642319"/>
                  </a:lnTo>
                  <a:lnTo>
                    <a:pt x="2070312" y="2642319"/>
                  </a:lnTo>
                  <a:lnTo>
                    <a:pt x="2070406" y="2642319"/>
                  </a:lnTo>
                  <a:lnTo>
                    <a:pt x="2070500" y="2642319"/>
                  </a:lnTo>
                  <a:lnTo>
                    <a:pt x="2070594" y="2642319"/>
                  </a:lnTo>
                  <a:lnTo>
                    <a:pt x="2070689" y="2642319"/>
                  </a:lnTo>
                  <a:lnTo>
                    <a:pt x="2070783" y="2642319"/>
                  </a:lnTo>
                  <a:lnTo>
                    <a:pt x="2070877" y="2642319"/>
                  </a:lnTo>
                  <a:lnTo>
                    <a:pt x="2070971" y="2642319"/>
                  </a:lnTo>
                  <a:lnTo>
                    <a:pt x="2071065" y="2642319"/>
                  </a:lnTo>
                  <a:lnTo>
                    <a:pt x="2071159" y="2642319"/>
                  </a:lnTo>
                  <a:lnTo>
                    <a:pt x="2071254" y="2642319"/>
                  </a:lnTo>
                  <a:lnTo>
                    <a:pt x="2071348" y="2642319"/>
                  </a:lnTo>
                  <a:lnTo>
                    <a:pt x="2071442" y="2642319"/>
                  </a:lnTo>
                  <a:lnTo>
                    <a:pt x="2071536" y="2642319"/>
                  </a:lnTo>
                  <a:lnTo>
                    <a:pt x="2071630" y="2642319"/>
                  </a:lnTo>
                  <a:lnTo>
                    <a:pt x="2071724" y="2642319"/>
                  </a:lnTo>
                  <a:lnTo>
                    <a:pt x="2071818" y="2642319"/>
                  </a:lnTo>
                  <a:lnTo>
                    <a:pt x="2071913" y="2642319"/>
                  </a:lnTo>
                  <a:lnTo>
                    <a:pt x="2072007" y="2642319"/>
                  </a:lnTo>
                  <a:lnTo>
                    <a:pt x="2072101" y="2642319"/>
                  </a:lnTo>
                  <a:lnTo>
                    <a:pt x="2072195" y="2642319"/>
                  </a:lnTo>
                  <a:lnTo>
                    <a:pt x="2072289" y="2642319"/>
                  </a:lnTo>
                  <a:lnTo>
                    <a:pt x="2072383" y="2642319"/>
                  </a:lnTo>
                  <a:lnTo>
                    <a:pt x="2072477" y="2642319"/>
                  </a:lnTo>
                  <a:lnTo>
                    <a:pt x="2072572" y="2642319"/>
                  </a:lnTo>
                  <a:lnTo>
                    <a:pt x="2072666" y="2642319"/>
                  </a:lnTo>
                  <a:lnTo>
                    <a:pt x="2072760" y="2642319"/>
                  </a:lnTo>
                  <a:lnTo>
                    <a:pt x="2072854" y="2642319"/>
                  </a:lnTo>
                  <a:lnTo>
                    <a:pt x="2072948" y="2642319"/>
                  </a:lnTo>
                  <a:lnTo>
                    <a:pt x="2073042" y="2642319"/>
                  </a:lnTo>
                  <a:lnTo>
                    <a:pt x="2073137" y="2642319"/>
                  </a:lnTo>
                  <a:lnTo>
                    <a:pt x="2073231" y="2642319"/>
                  </a:lnTo>
                  <a:lnTo>
                    <a:pt x="2073325" y="2642319"/>
                  </a:lnTo>
                  <a:lnTo>
                    <a:pt x="2073419" y="2642319"/>
                  </a:lnTo>
                  <a:lnTo>
                    <a:pt x="2073513" y="2642319"/>
                  </a:lnTo>
                  <a:lnTo>
                    <a:pt x="2073607" y="2642319"/>
                  </a:lnTo>
                  <a:lnTo>
                    <a:pt x="2073701" y="2642319"/>
                  </a:lnTo>
                  <a:lnTo>
                    <a:pt x="2073796" y="2642319"/>
                  </a:lnTo>
                  <a:lnTo>
                    <a:pt x="2073890" y="2642319"/>
                  </a:lnTo>
                  <a:lnTo>
                    <a:pt x="2073984" y="2642319"/>
                  </a:lnTo>
                  <a:lnTo>
                    <a:pt x="2074078" y="2642319"/>
                  </a:lnTo>
                  <a:lnTo>
                    <a:pt x="2074172" y="2642319"/>
                  </a:lnTo>
                  <a:lnTo>
                    <a:pt x="2074266" y="2642319"/>
                  </a:lnTo>
                  <a:lnTo>
                    <a:pt x="2074361" y="2642319"/>
                  </a:lnTo>
                  <a:lnTo>
                    <a:pt x="2074455" y="2642319"/>
                  </a:lnTo>
                  <a:lnTo>
                    <a:pt x="2074549" y="2642319"/>
                  </a:lnTo>
                  <a:lnTo>
                    <a:pt x="2074643" y="2642319"/>
                  </a:lnTo>
                  <a:lnTo>
                    <a:pt x="2074737" y="2642319"/>
                  </a:lnTo>
                  <a:lnTo>
                    <a:pt x="2074831" y="2642319"/>
                  </a:lnTo>
                  <a:lnTo>
                    <a:pt x="2074925" y="2642319"/>
                  </a:lnTo>
                  <a:lnTo>
                    <a:pt x="2075020" y="2642319"/>
                  </a:lnTo>
                  <a:lnTo>
                    <a:pt x="2075114" y="2642319"/>
                  </a:lnTo>
                  <a:lnTo>
                    <a:pt x="2075208" y="2642319"/>
                  </a:lnTo>
                  <a:lnTo>
                    <a:pt x="2075302" y="2642319"/>
                  </a:lnTo>
                  <a:lnTo>
                    <a:pt x="2075396" y="2642319"/>
                  </a:lnTo>
                  <a:lnTo>
                    <a:pt x="2075490" y="2642319"/>
                  </a:lnTo>
                  <a:lnTo>
                    <a:pt x="2075585" y="2642319"/>
                  </a:lnTo>
                  <a:lnTo>
                    <a:pt x="2075679" y="2642319"/>
                  </a:lnTo>
                  <a:lnTo>
                    <a:pt x="2075773" y="2642319"/>
                  </a:lnTo>
                  <a:lnTo>
                    <a:pt x="2075867" y="2642319"/>
                  </a:lnTo>
                  <a:lnTo>
                    <a:pt x="2075961" y="2642319"/>
                  </a:lnTo>
                  <a:lnTo>
                    <a:pt x="2076055" y="2642319"/>
                  </a:lnTo>
                  <a:lnTo>
                    <a:pt x="2076149" y="2642319"/>
                  </a:lnTo>
                  <a:lnTo>
                    <a:pt x="2076244" y="2642319"/>
                  </a:lnTo>
                  <a:lnTo>
                    <a:pt x="2076338" y="2642319"/>
                  </a:lnTo>
                  <a:lnTo>
                    <a:pt x="2076432" y="2642319"/>
                  </a:lnTo>
                  <a:lnTo>
                    <a:pt x="2076526" y="2642319"/>
                  </a:lnTo>
                  <a:lnTo>
                    <a:pt x="2076620" y="2642319"/>
                  </a:lnTo>
                  <a:lnTo>
                    <a:pt x="2076714" y="2642319"/>
                  </a:lnTo>
                  <a:lnTo>
                    <a:pt x="2076808" y="2642319"/>
                  </a:lnTo>
                  <a:lnTo>
                    <a:pt x="2076903" y="2642319"/>
                  </a:lnTo>
                  <a:lnTo>
                    <a:pt x="2076997" y="2642319"/>
                  </a:lnTo>
                  <a:lnTo>
                    <a:pt x="2077091" y="2642319"/>
                  </a:lnTo>
                  <a:lnTo>
                    <a:pt x="2077185" y="2642319"/>
                  </a:lnTo>
                  <a:lnTo>
                    <a:pt x="2077279" y="2642319"/>
                  </a:lnTo>
                  <a:lnTo>
                    <a:pt x="2077373" y="2642319"/>
                  </a:lnTo>
                  <a:lnTo>
                    <a:pt x="2077373" y="2637408"/>
                  </a:lnTo>
                  <a:lnTo>
                    <a:pt x="2077468" y="2637408"/>
                  </a:lnTo>
                  <a:lnTo>
                    <a:pt x="2077562" y="2637408"/>
                  </a:lnTo>
                  <a:lnTo>
                    <a:pt x="2077656" y="2637408"/>
                  </a:lnTo>
                  <a:lnTo>
                    <a:pt x="2077750" y="2637408"/>
                  </a:lnTo>
                  <a:lnTo>
                    <a:pt x="2077844" y="2637408"/>
                  </a:lnTo>
                  <a:lnTo>
                    <a:pt x="2077938" y="2637408"/>
                  </a:lnTo>
                  <a:lnTo>
                    <a:pt x="2078032" y="2637408"/>
                  </a:lnTo>
                  <a:lnTo>
                    <a:pt x="2078127" y="2637408"/>
                  </a:lnTo>
                  <a:lnTo>
                    <a:pt x="2078221" y="2637408"/>
                  </a:lnTo>
                  <a:lnTo>
                    <a:pt x="2078315" y="2637408"/>
                  </a:lnTo>
                  <a:lnTo>
                    <a:pt x="2078409" y="2637408"/>
                  </a:lnTo>
                  <a:lnTo>
                    <a:pt x="2078409" y="2632496"/>
                  </a:lnTo>
                  <a:lnTo>
                    <a:pt x="2078503" y="2632496"/>
                  </a:lnTo>
                  <a:lnTo>
                    <a:pt x="2078597" y="2632496"/>
                  </a:lnTo>
                  <a:lnTo>
                    <a:pt x="2078692" y="2632496"/>
                  </a:lnTo>
                  <a:lnTo>
                    <a:pt x="2078786" y="2632496"/>
                  </a:lnTo>
                  <a:lnTo>
                    <a:pt x="2078880" y="2632496"/>
                  </a:lnTo>
                  <a:lnTo>
                    <a:pt x="2078974" y="2632496"/>
                  </a:lnTo>
                  <a:lnTo>
                    <a:pt x="2079068" y="2632496"/>
                  </a:lnTo>
                  <a:lnTo>
                    <a:pt x="2079162" y="2632496"/>
                  </a:lnTo>
                  <a:lnTo>
                    <a:pt x="2079256" y="2632496"/>
                  </a:lnTo>
                  <a:lnTo>
                    <a:pt x="2079351" y="2632496"/>
                  </a:lnTo>
                  <a:lnTo>
                    <a:pt x="2079445" y="2632496"/>
                  </a:lnTo>
                  <a:lnTo>
                    <a:pt x="2079539" y="2632496"/>
                  </a:lnTo>
                  <a:lnTo>
                    <a:pt x="2079633" y="2632496"/>
                  </a:lnTo>
                  <a:lnTo>
                    <a:pt x="2079727" y="2632496"/>
                  </a:lnTo>
                  <a:lnTo>
                    <a:pt x="2079821" y="2632496"/>
                  </a:lnTo>
                  <a:lnTo>
                    <a:pt x="2079916" y="2632496"/>
                  </a:lnTo>
                  <a:lnTo>
                    <a:pt x="2080010" y="2632496"/>
                  </a:lnTo>
                  <a:lnTo>
                    <a:pt x="2080104" y="2632496"/>
                  </a:lnTo>
                  <a:lnTo>
                    <a:pt x="2080198" y="2632496"/>
                  </a:lnTo>
                  <a:lnTo>
                    <a:pt x="2080292" y="2632496"/>
                  </a:lnTo>
                  <a:lnTo>
                    <a:pt x="2080386" y="2632496"/>
                  </a:lnTo>
                  <a:lnTo>
                    <a:pt x="2080480" y="2632496"/>
                  </a:lnTo>
                  <a:lnTo>
                    <a:pt x="2080575" y="2632496"/>
                  </a:lnTo>
                  <a:lnTo>
                    <a:pt x="2080669" y="2632496"/>
                  </a:lnTo>
                  <a:lnTo>
                    <a:pt x="2080763" y="2632496"/>
                  </a:lnTo>
                  <a:lnTo>
                    <a:pt x="2080857" y="2632496"/>
                  </a:lnTo>
                  <a:lnTo>
                    <a:pt x="2080951" y="2632496"/>
                  </a:lnTo>
                  <a:lnTo>
                    <a:pt x="2081045" y="2632496"/>
                  </a:lnTo>
                  <a:lnTo>
                    <a:pt x="2081139" y="2632496"/>
                  </a:lnTo>
                  <a:lnTo>
                    <a:pt x="2081234" y="2632496"/>
                  </a:lnTo>
                  <a:lnTo>
                    <a:pt x="2081328" y="2632496"/>
                  </a:lnTo>
                  <a:lnTo>
                    <a:pt x="2081422" y="2632496"/>
                  </a:lnTo>
                  <a:lnTo>
                    <a:pt x="2081516" y="2632496"/>
                  </a:lnTo>
                  <a:lnTo>
                    <a:pt x="2081610" y="2632496"/>
                  </a:lnTo>
                  <a:lnTo>
                    <a:pt x="2081704" y="2632496"/>
                  </a:lnTo>
                  <a:lnTo>
                    <a:pt x="2081799" y="2632496"/>
                  </a:lnTo>
                  <a:lnTo>
                    <a:pt x="2081893" y="2632496"/>
                  </a:lnTo>
                  <a:lnTo>
                    <a:pt x="2081987" y="2632496"/>
                  </a:lnTo>
                  <a:lnTo>
                    <a:pt x="2082081" y="2632496"/>
                  </a:lnTo>
                  <a:lnTo>
                    <a:pt x="2082175" y="2632496"/>
                  </a:lnTo>
                  <a:lnTo>
                    <a:pt x="2082269" y="2632496"/>
                  </a:lnTo>
                  <a:lnTo>
                    <a:pt x="2082363" y="2632496"/>
                  </a:lnTo>
                  <a:lnTo>
                    <a:pt x="2082458" y="2632496"/>
                  </a:lnTo>
                  <a:lnTo>
                    <a:pt x="2082552" y="2632496"/>
                  </a:lnTo>
                  <a:lnTo>
                    <a:pt x="2082646" y="2632496"/>
                  </a:lnTo>
                  <a:lnTo>
                    <a:pt x="2082740" y="2632496"/>
                  </a:lnTo>
                  <a:lnTo>
                    <a:pt x="2082834" y="2632496"/>
                  </a:lnTo>
                  <a:lnTo>
                    <a:pt x="2082928" y="2632496"/>
                  </a:lnTo>
                  <a:lnTo>
                    <a:pt x="2083023" y="2632496"/>
                  </a:lnTo>
                  <a:lnTo>
                    <a:pt x="2083117" y="2632496"/>
                  </a:lnTo>
                  <a:lnTo>
                    <a:pt x="2083211" y="2632496"/>
                  </a:lnTo>
                  <a:lnTo>
                    <a:pt x="2083305" y="2632496"/>
                  </a:lnTo>
                  <a:lnTo>
                    <a:pt x="2083399" y="2632496"/>
                  </a:lnTo>
                  <a:lnTo>
                    <a:pt x="2083493" y="2632496"/>
                  </a:lnTo>
                  <a:lnTo>
                    <a:pt x="2083587" y="2632496"/>
                  </a:lnTo>
                  <a:lnTo>
                    <a:pt x="2083682" y="2632496"/>
                  </a:lnTo>
                  <a:lnTo>
                    <a:pt x="2083776" y="2632496"/>
                  </a:lnTo>
                  <a:lnTo>
                    <a:pt x="2083870" y="2632496"/>
                  </a:lnTo>
                  <a:lnTo>
                    <a:pt x="2083964" y="2632496"/>
                  </a:lnTo>
                  <a:lnTo>
                    <a:pt x="2083964" y="2627585"/>
                  </a:lnTo>
                  <a:lnTo>
                    <a:pt x="2084058" y="2627585"/>
                  </a:lnTo>
                  <a:lnTo>
                    <a:pt x="2084152" y="2627585"/>
                  </a:lnTo>
                  <a:lnTo>
                    <a:pt x="2084247" y="2627585"/>
                  </a:lnTo>
                  <a:lnTo>
                    <a:pt x="2084341" y="2627585"/>
                  </a:lnTo>
                  <a:lnTo>
                    <a:pt x="2084435" y="2627585"/>
                  </a:lnTo>
                  <a:lnTo>
                    <a:pt x="2084529" y="2627585"/>
                  </a:lnTo>
                  <a:lnTo>
                    <a:pt x="2084623" y="2627585"/>
                  </a:lnTo>
                  <a:lnTo>
                    <a:pt x="2084717" y="2627585"/>
                  </a:lnTo>
                  <a:lnTo>
                    <a:pt x="2084811" y="2627585"/>
                  </a:lnTo>
                  <a:lnTo>
                    <a:pt x="2084906" y="2627585"/>
                  </a:lnTo>
                  <a:lnTo>
                    <a:pt x="2085000" y="2627585"/>
                  </a:lnTo>
                  <a:lnTo>
                    <a:pt x="2085094" y="2627585"/>
                  </a:lnTo>
                  <a:lnTo>
                    <a:pt x="2085188" y="2627585"/>
                  </a:lnTo>
                  <a:lnTo>
                    <a:pt x="2085282" y="2627585"/>
                  </a:lnTo>
                  <a:lnTo>
                    <a:pt x="2085376" y="2627585"/>
                  </a:lnTo>
                  <a:lnTo>
                    <a:pt x="2085470" y="2627585"/>
                  </a:lnTo>
                  <a:lnTo>
                    <a:pt x="2085565" y="2627585"/>
                  </a:lnTo>
                  <a:lnTo>
                    <a:pt x="2085659" y="2627585"/>
                  </a:lnTo>
                  <a:lnTo>
                    <a:pt x="2085753" y="2627585"/>
                  </a:lnTo>
                  <a:lnTo>
                    <a:pt x="2085847" y="2627585"/>
                  </a:lnTo>
                  <a:lnTo>
                    <a:pt x="2085941" y="2627585"/>
                  </a:lnTo>
                  <a:lnTo>
                    <a:pt x="2086035" y="2627585"/>
                  </a:lnTo>
                  <a:lnTo>
                    <a:pt x="2086130" y="2627585"/>
                  </a:lnTo>
                  <a:lnTo>
                    <a:pt x="2086224" y="2627585"/>
                  </a:lnTo>
                  <a:lnTo>
                    <a:pt x="2086318" y="2627585"/>
                  </a:lnTo>
                  <a:lnTo>
                    <a:pt x="2086412" y="2627585"/>
                  </a:lnTo>
                  <a:lnTo>
                    <a:pt x="2086506" y="2627585"/>
                  </a:lnTo>
                  <a:lnTo>
                    <a:pt x="2086600" y="2627585"/>
                  </a:lnTo>
                  <a:lnTo>
                    <a:pt x="2086694" y="2627585"/>
                  </a:lnTo>
                  <a:lnTo>
                    <a:pt x="2086789" y="2627585"/>
                  </a:lnTo>
                  <a:lnTo>
                    <a:pt x="2086883" y="2627585"/>
                  </a:lnTo>
                  <a:lnTo>
                    <a:pt x="2086977" y="2627585"/>
                  </a:lnTo>
                  <a:lnTo>
                    <a:pt x="2087071" y="2627585"/>
                  </a:lnTo>
                  <a:lnTo>
                    <a:pt x="2087165" y="2627585"/>
                  </a:lnTo>
                  <a:lnTo>
                    <a:pt x="2087259" y="2627585"/>
                  </a:lnTo>
                  <a:lnTo>
                    <a:pt x="2087354" y="2627585"/>
                  </a:lnTo>
                  <a:lnTo>
                    <a:pt x="2087448" y="2627585"/>
                  </a:lnTo>
                  <a:lnTo>
                    <a:pt x="2087542" y="2627585"/>
                  </a:lnTo>
                  <a:lnTo>
                    <a:pt x="2087636" y="2627585"/>
                  </a:lnTo>
                  <a:lnTo>
                    <a:pt x="2087730" y="2627585"/>
                  </a:lnTo>
                  <a:lnTo>
                    <a:pt x="2087824" y="2627585"/>
                  </a:lnTo>
                  <a:lnTo>
                    <a:pt x="2087824" y="2622674"/>
                  </a:lnTo>
                  <a:lnTo>
                    <a:pt x="2087918" y="2622674"/>
                  </a:lnTo>
                  <a:lnTo>
                    <a:pt x="2088013" y="2622674"/>
                  </a:lnTo>
                  <a:lnTo>
                    <a:pt x="2088107" y="2622674"/>
                  </a:lnTo>
                  <a:lnTo>
                    <a:pt x="2088201" y="2622674"/>
                  </a:lnTo>
                  <a:lnTo>
                    <a:pt x="2088295" y="2622674"/>
                  </a:lnTo>
                  <a:lnTo>
                    <a:pt x="2088389" y="2622674"/>
                  </a:lnTo>
                  <a:lnTo>
                    <a:pt x="2088483" y="2622674"/>
                  </a:lnTo>
                  <a:lnTo>
                    <a:pt x="2088578" y="2622674"/>
                  </a:lnTo>
                  <a:lnTo>
                    <a:pt x="2088672" y="2622674"/>
                  </a:lnTo>
                  <a:lnTo>
                    <a:pt x="2088766" y="2622674"/>
                  </a:lnTo>
                  <a:lnTo>
                    <a:pt x="2088860" y="2622674"/>
                  </a:lnTo>
                  <a:lnTo>
                    <a:pt x="2088954" y="2622674"/>
                  </a:lnTo>
                  <a:lnTo>
                    <a:pt x="2089048" y="2622674"/>
                  </a:lnTo>
                  <a:lnTo>
                    <a:pt x="2089142" y="2622674"/>
                  </a:lnTo>
                  <a:lnTo>
                    <a:pt x="2089237" y="2622674"/>
                  </a:lnTo>
                  <a:lnTo>
                    <a:pt x="2089331" y="2622674"/>
                  </a:lnTo>
                  <a:lnTo>
                    <a:pt x="2089425" y="2622674"/>
                  </a:lnTo>
                  <a:lnTo>
                    <a:pt x="2089519" y="2622674"/>
                  </a:lnTo>
                  <a:lnTo>
                    <a:pt x="2089613" y="2622674"/>
                  </a:lnTo>
                  <a:lnTo>
                    <a:pt x="2089707" y="2622674"/>
                  </a:lnTo>
                  <a:lnTo>
                    <a:pt x="2089801" y="2622674"/>
                  </a:lnTo>
                  <a:lnTo>
                    <a:pt x="2089896" y="2622674"/>
                  </a:lnTo>
                  <a:lnTo>
                    <a:pt x="2089990" y="2622674"/>
                  </a:lnTo>
                  <a:lnTo>
                    <a:pt x="2090084" y="2622674"/>
                  </a:lnTo>
                  <a:lnTo>
                    <a:pt x="2090178" y="2622674"/>
                  </a:lnTo>
                  <a:lnTo>
                    <a:pt x="2090272" y="2622674"/>
                  </a:lnTo>
                  <a:lnTo>
                    <a:pt x="2090366" y="2622674"/>
                  </a:lnTo>
                  <a:lnTo>
                    <a:pt x="2090461" y="2622674"/>
                  </a:lnTo>
                  <a:lnTo>
                    <a:pt x="2090555" y="2622674"/>
                  </a:lnTo>
                  <a:lnTo>
                    <a:pt x="2090649" y="2622674"/>
                  </a:lnTo>
                  <a:lnTo>
                    <a:pt x="2090743" y="2622674"/>
                  </a:lnTo>
                  <a:lnTo>
                    <a:pt x="2090837" y="2622674"/>
                  </a:lnTo>
                  <a:lnTo>
                    <a:pt x="2090931" y="2622674"/>
                  </a:lnTo>
                  <a:lnTo>
                    <a:pt x="2091025" y="2622674"/>
                  </a:lnTo>
                  <a:lnTo>
                    <a:pt x="2091120" y="2622674"/>
                  </a:lnTo>
                  <a:lnTo>
                    <a:pt x="2091214" y="2622674"/>
                  </a:lnTo>
                  <a:lnTo>
                    <a:pt x="2091308" y="2622674"/>
                  </a:lnTo>
                  <a:lnTo>
                    <a:pt x="2091402" y="2622674"/>
                  </a:lnTo>
                  <a:lnTo>
                    <a:pt x="2091496" y="2622674"/>
                  </a:lnTo>
                  <a:lnTo>
                    <a:pt x="2091590" y="2622674"/>
                  </a:lnTo>
                  <a:lnTo>
                    <a:pt x="2091685" y="2622674"/>
                  </a:lnTo>
                  <a:lnTo>
                    <a:pt x="2091779" y="2622674"/>
                  </a:lnTo>
                  <a:lnTo>
                    <a:pt x="2091873" y="2622674"/>
                  </a:lnTo>
                  <a:lnTo>
                    <a:pt x="2091967" y="2622674"/>
                  </a:lnTo>
                  <a:lnTo>
                    <a:pt x="2092061" y="2622674"/>
                  </a:lnTo>
                  <a:lnTo>
                    <a:pt x="2092155" y="2622674"/>
                  </a:lnTo>
                  <a:lnTo>
                    <a:pt x="2092249" y="2622674"/>
                  </a:lnTo>
                  <a:lnTo>
                    <a:pt x="2092344" y="2622674"/>
                  </a:lnTo>
                  <a:lnTo>
                    <a:pt x="2092438" y="2622674"/>
                  </a:lnTo>
                  <a:lnTo>
                    <a:pt x="2092532" y="2622674"/>
                  </a:lnTo>
                  <a:lnTo>
                    <a:pt x="2092626" y="2622674"/>
                  </a:lnTo>
                  <a:lnTo>
                    <a:pt x="2092720" y="2622674"/>
                  </a:lnTo>
                  <a:lnTo>
                    <a:pt x="2092814" y="2622674"/>
                  </a:lnTo>
                  <a:lnTo>
                    <a:pt x="2092909" y="2622674"/>
                  </a:lnTo>
                  <a:lnTo>
                    <a:pt x="2093003" y="2622674"/>
                  </a:lnTo>
                  <a:lnTo>
                    <a:pt x="2093097" y="2622674"/>
                  </a:lnTo>
                  <a:lnTo>
                    <a:pt x="2093191" y="2622674"/>
                  </a:lnTo>
                  <a:lnTo>
                    <a:pt x="2093285" y="2622674"/>
                  </a:lnTo>
                  <a:lnTo>
                    <a:pt x="2093379" y="2622674"/>
                  </a:lnTo>
                  <a:lnTo>
                    <a:pt x="2093473" y="2622674"/>
                  </a:lnTo>
                  <a:lnTo>
                    <a:pt x="2093568" y="2622674"/>
                  </a:lnTo>
                  <a:lnTo>
                    <a:pt x="2093662" y="2622674"/>
                  </a:lnTo>
                  <a:lnTo>
                    <a:pt x="2093756" y="2622674"/>
                  </a:lnTo>
                  <a:lnTo>
                    <a:pt x="2093850" y="2622674"/>
                  </a:lnTo>
                  <a:lnTo>
                    <a:pt x="2093944" y="2622674"/>
                  </a:lnTo>
                  <a:lnTo>
                    <a:pt x="2094038" y="2622674"/>
                  </a:lnTo>
                  <a:lnTo>
                    <a:pt x="2094132" y="2622674"/>
                  </a:lnTo>
                  <a:lnTo>
                    <a:pt x="2094227" y="2622674"/>
                  </a:lnTo>
                  <a:lnTo>
                    <a:pt x="2094321" y="2622674"/>
                  </a:lnTo>
                  <a:lnTo>
                    <a:pt x="2094415" y="2622674"/>
                  </a:lnTo>
                  <a:lnTo>
                    <a:pt x="2094509" y="2622674"/>
                  </a:lnTo>
                  <a:lnTo>
                    <a:pt x="2094603" y="2622674"/>
                  </a:lnTo>
                  <a:lnTo>
                    <a:pt x="2094697" y="2622674"/>
                  </a:lnTo>
                  <a:lnTo>
                    <a:pt x="2094792" y="2622674"/>
                  </a:lnTo>
                  <a:lnTo>
                    <a:pt x="2094886" y="2622674"/>
                  </a:lnTo>
                  <a:lnTo>
                    <a:pt x="2094980" y="2622674"/>
                  </a:lnTo>
                  <a:lnTo>
                    <a:pt x="2095074" y="2622674"/>
                  </a:lnTo>
                  <a:lnTo>
                    <a:pt x="2095168" y="2622674"/>
                  </a:lnTo>
                  <a:lnTo>
                    <a:pt x="2095262" y="2622674"/>
                  </a:lnTo>
                  <a:lnTo>
                    <a:pt x="2095356" y="2622674"/>
                  </a:lnTo>
                  <a:lnTo>
                    <a:pt x="2095451" y="2622674"/>
                  </a:lnTo>
                  <a:lnTo>
                    <a:pt x="2095545" y="2622674"/>
                  </a:lnTo>
                  <a:lnTo>
                    <a:pt x="2095639" y="2622674"/>
                  </a:lnTo>
                  <a:lnTo>
                    <a:pt x="2095733" y="2622674"/>
                  </a:lnTo>
                  <a:lnTo>
                    <a:pt x="2095827" y="2622674"/>
                  </a:lnTo>
                  <a:lnTo>
                    <a:pt x="2095921" y="2622674"/>
                  </a:lnTo>
                  <a:lnTo>
                    <a:pt x="2096016" y="2622674"/>
                  </a:lnTo>
                  <a:lnTo>
                    <a:pt x="2096110" y="2622674"/>
                  </a:lnTo>
                  <a:lnTo>
                    <a:pt x="2096204" y="2622674"/>
                  </a:lnTo>
                  <a:lnTo>
                    <a:pt x="2096298" y="2622674"/>
                  </a:lnTo>
                  <a:lnTo>
                    <a:pt x="2096392" y="2622674"/>
                  </a:lnTo>
                  <a:lnTo>
                    <a:pt x="2096486" y="2622674"/>
                  </a:lnTo>
                  <a:lnTo>
                    <a:pt x="2096580" y="2622674"/>
                  </a:lnTo>
                  <a:lnTo>
                    <a:pt x="2096675" y="2622674"/>
                  </a:lnTo>
                  <a:lnTo>
                    <a:pt x="2096769" y="2622674"/>
                  </a:lnTo>
                  <a:lnTo>
                    <a:pt x="2096863" y="2622674"/>
                  </a:lnTo>
                  <a:lnTo>
                    <a:pt x="2096957" y="2622674"/>
                  </a:lnTo>
                  <a:lnTo>
                    <a:pt x="2097051" y="2622674"/>
                  </a:lnTo>
                  <a:lnTo>
                    <a:pt x="2097145" y="2622674"/>
                  </a:lnTo>
                  <a:lnTo>
                    <a:pt x="2097240" y="2622674"/>
                  </a:lnTo>
                  <a:lnTo>
                    <a:pt x="2097334" y="2622674"/>
                  </a:lnTo>
                  <a:lnTo>
                    <a:pt x="2097428" y="2622674"/>
                  </a:lnTo>
                  <a:lnTo>
                    <a:pt x="2097522" y="2622674"/>
                  </a:lnTo>
                  <a:lnTo>
                    <a:pt x="2097616" y="2622674"/>
                  </a:lnTo>
                  <a:lnTo>
                    <a:pt x="2097710" y="2622674"/>
                  </a:lnTo>
                  <a:lnTo>
                    <a:pt x="2097804" y="2622674"/>
                  </a:lnTo>
                  <a:lnTo>
                    <a:pt x="2097899" y="2622674"/>
                  </a:lnTo>
                  <a:lnTo>
                    <a:pt x="2097993" y="2622674"/>
                  </a:lnTo>
                  <a:lnTo>
                    <a:pt x="2098087" y="2622674"/>
                  </a:lnTo>
                  <a:lnTo>
                    <a:pt x="2098181" y="2622674"/>
                  </a:lnTo>
                  <a:lnTo>
                    <a:pt x="2098275" y="2622674"/>
                  </a:lnTo>
                  <a:lnTo>
                    <a:pt x="2098369" y="2622674"/>
                  </a:lnTo>
                  <a:lnTo>
                    <a:pt x="2098463" y="2622674"/>
                  </a:lnTo>
                  <a:lnTo>
                    <a:pt x="2098558" y="2622674"/>
                  </a:lnTo>
                  <a:lnTo>
                    <a:pt x="2098652" y="2622674"/>
                  </a:lnTo>
                  <a:lnTo>
                    <a:pt x="2098746" y="2622674"/>
                  </a:lnTo>
                  <a:lnTo>
                    <a:pt x="2098840" y="2622674"/>
                  </a:lnTo>
                  <a:lnTo>
                    <a:pt x="2098934" y="2622674"/>
                  </a:lnTo>
                  <a:lnTo>
                    <a:pt x="2099028" y="2622674"/>
                  </a:lnTo>
                  <a:lnTo>
                    <a:pt x="2099123" y="2622674"/>
                  </a:lnTo>
                  <a:lnTo>
                    <a:pt x="2099217" y="2622674"/>
                  </a:lnTo>
                  <a:lnTo>
                    <a:pt x="2099311" y="2622674"/>
                  </a:lnTo>
                  <a:lnTo>
                    <a:pt x="2099405" y="2622674"/>
                  </a:lnTo>
                  <a:lnTo>
                    <a:pt x="2099499" y="2622674"/>
                  </a:lnTo>
                  <a:lnTo>
                    <a:pt x="2099593" y="2622674"/>
                  </a:lnTo>
                  <a:lnTo>
                    <a:pt x="2099687" y="2622674"/>
                  </a:lnTo>
                  <a:lnTo>
                    <a:pt x="2099782" y="2622674"/>
                  </a:lnTo>
                  <a:lnTo>
                    <a:pt x="2099876" y="2622674"/>
                  </a:lnTo>
                  <a:lnTo>
                    <a:pt x="2099970" y="2622674"/>
                  </a:lnTo>
                  <a:lnTo>
                    <a:pt x="2099970" y="2617762"/>
                  </a:lnTo>
                  <a:lnTo>
                    <a:pt x="2100064" y="2617762"/>
                  </a:lnTo>
                  <a:lnTo>
                    <a:pt x="2100158" y="2617762"/>
                  </a:lnTo>
                  <a:lnTo>
                    <a:pt x="2100252" y="2617762"/>
                  </a:lnTo>
                  <a:lnTo>
                    <a:pt x="2100347" y="2617762"/>
                  </a:lnTo>
                  <a:lnTo>
                    <a:pt x="2100441" y="2617762"/>
                  </a:lnTo>
                  <a:lnTo>
                    <a:pt x="2100535" y="2617762"/>
                  </a:lnTo>
                  <a:lnTo>
                    <a:pt x="2100629" y="2617762"/>
                  </a:lnTo>
                  <a:lnTo>
                    <a:pt x="2100723" y="2617762"/>
                  </a:lnTo>
                  <a:lnTo>
                    <a:pt x="2100817" y="2617762"/>
                  </a:lnTo>
                  <a:lnTo>
                    <a:pt x="2100911" y="2617762"/>
                  </a:lnTo>
                  <a:lnTo>
                    <a:pt x="2101006" y="2617762"/>
                  </a:lnTo>
                  <a:lnTo>
                    <a:pt x="2101100" y="2617762"/>
                  </a:lnTo>
                  <a:lnTo>
                    <a:pt x="2101194" y="2617762"/>
                  </a:lnTo>
                  <a:lnTo>
                    <a:pt x="2101288" y="2617762"/>
                  </a:lnTo>
                  <a:lnTo>
                    <a:pt x="2101382" y="2617762"/>
                  </a:lnTo>
                  <a:lnTo>
                    <a:pt x="2101476" y="2617762"/>
                  </a:lnTo>
                  <a:lnTo>
                    <a:pt x="2101571" y="2617762"/>
                  </a:lnTo>
                  <a:lnTo>
                    <a:pt x="2101665" y="2617762"/>
                  </a:lnTo>
                  <a:lnTo>
                    <a:pt x="2101759" y="2617762"/>
                  </a:lnTo>
                  <a:lnTo>
                    <a:pt x="2101853" y="2617762"/>
                  </a:lnTo>
                  <a:lnTo>
                    <a:pt x="2101947" y="2617762"/>
                  </a:lnTo>
                  <a:lnTo>
                    <a:pt x="2102041" y="2617762"/>
                  </a:lnTo>
                  <a:lnTo>
                    <a:pt x="2102135" y="2617762"/>
                  </a:lnTo>
                  <a:lnTo>
                    <a:pt x="2102230" y="2617762"/>
                  </a:lnTo>
                  <a:lnTo>
                    <a:pt x="2102324" y="2617762"/>
                  </a:lnTo>
                  <a:lnTo>
                    <a:pt x="2102418" y="2617762"/>
                  </a:lnTo>
                  <a:lnTo>
                    <a:pt x="2102512" y="2617762"/>
                  </a:lnTo>
                  <a:lnTo>
                    <a:pt x="2102606" y="2617762"/>
                  </a:lnTo>
                  <a:lnTo>
                    <a:pt x="2102700" y="2617762"/>
                  </a:lnTo>
                  <a:lnTo>
                    <a:pt x="2102794" y="2617762"/>
                  </a:lnTo>
                  <a:lnTo>
                    <a:pt x="2102889" y="2617762"/>
                  </a:lnTo>
                  <a:lnTo>
                    <a:pt x="2102983" y="2617762"/>
                  </a:lnTo>
                  <a:lnTo>
                    <a:pt x="2103077" y="2617762"/>
                  </a:lnTo>
                  <a:lnTo>
                    <a:pt x="2103171" y="2617762"/>
                  </a:lnTo>
                  <a:lnTo>
                    <a:pt x="2103265" y="2617762"/>
                  </a:lnTo>
                  <a:lnTo>
                    <a:pt x="2103359" y="2617762"/>
                  </a:lnTo>
                  <a:lnTo>
                    <a:pt x="2103454" y="2617762"/>
                  </a:lnTo>
                  <a:lnTo>
                    <a:pt x="2103548" y="2617762"/>
                  </a:lnTo>
                  <a:lnTo>
                    <a:pt x="2103642" y="2617762"/>
                  </a:lnTo>
                  <a:lnTo>
                    <a:pt x="2103736" y="2617762"/>
                  </a:lnTo>
                  <a:lnTo>
                    <a:pt x="2103830" y="2617762"/>
                  </a:lnTo>
                  <a:lnTo>
                    <a:pt x="2103924" y="2617762"/>
                  </a:lnTo>
                  <a:lnTo>
                    <a:pt x="2104018" y="2617762"/>
                  </a:lnTo>
                  <a:lnTo>
                    <a:pt x="2104113" y="2617762"/>
                  </a:lnTo>
                  <a:lnTo>
                    <a:pt x="2104207" y="2617762"/>
                  </a:lnTo>
                  <a:lnTo>
                    <a:pt x="2104301" y="2617762"/>
                  </a:lnTo>
                  <a:lnTo>
                    <a:pt x="2104395" y="2617762"/>
                  </a:lnTo>
                  <a:lnTo>
                    <a:pt x="2104489" y="2617762"/>
                  </a:lnTo>
                  <a:lnTo>
                    <a:pt x="2104583" y="2617762"/>
                  </a:lnTo>
                  <a:lnTo>
                    <a:pt x="2104678" y="2617762"/>
                  </a:lnTo>
                  <a:lnTo>
                    <a:pt x="2104772" y="2617762"/>
                  </a:lnTo>
                  <a:lnTo>
                    <a:pt x="2104866" y="2617762"/>
                  </a:lnTo>
                  <a:lnTo>
                    <a:pt x="2104960" y="2617762"/>
                  </a:lnTo>
                  <a:lnTo>
                    <a:pt x="2105054" y="2617762"/>
                  </a:lnTo>
                  <a:lnTo>
                    <a:pt x="2105148" y="2617762"/>
                  </a:lnTo>
                  <a:lnTo>
                    <a:pt x="2105242" y="2617762"/>
                  </a:lnTo>
                  <a:lnTo>
                    <a:pt x="2105337" y="2617762"/>
                  </a:lnTo>
                  <a:lnTo>
                    <a:pt x="2105431" y="2617762"/>
                  </a:lnTo>
                  <a:lnTo>
                    <a:pt x="2105525" y="2617762"/>
                  </a:lnTo>
                  <a:lnTo>
                    <a:pt x="2105619" y="2617762"/>
                  </a:lnTo>
                  <a:lnTo>
                    <a:pt x="2105713" y="2617762"/>
                  </a:lnTo>
                  <a:lnTo>
                    <a:pt x="2105807" y="2617762"/>
                  </a:lnTo>
                  <a:lnTo>
                    <a:pt x="2105902" y="2617762"/>
                  </a:lnTo>
                  <a:lnTo>
                    <a:pt x="2105996" y="2617762"/>
                  </a:lnTo>
                  <a:lnTo>
                    <a:pt x="2106090" y="2617762"/>
                  </a:lnTo>
                  <a:lnTo>
                    <a:pt x="2106184" y="2617762"/>
                  </a:lnTo>
                  <a:lnTo>
                    <a:pt x="2106278" y="2617762"/>
                  </a:lnTo>
                  <a:lnTo>
                    <a:pt x="2106372" y="2617762"/>
                  </a:lnTo>
                  <a:lnTo>
                    <a:pt x="2106466" y="2617762"/>
                  </a:lnTo>
                  <a:lnTo>
                    <a:pt x="2106561" y="2617762"/>
                  </a:lnTo>
                  <a:lnTo>
                    <a:pt x="2106655" y="2617762"/>
                  </a:lnTo>
                  <a:lnTo>
                    <a:pt x="2106749" y="2617762"/>
                  </a:lnTo>
                  <a:lnTo>
                    <a:pt x="2106843" y="2617762"/>
                  </a:lnTo>
                  <a:lnTo>
                    <a:pt x="2106937" y="2617762"/>
                  </a:lnTo>
                  <a:lnTo>
                    <a:pt x="2107031" y="2617762"/>
                  </a:lnTo>
                  <a:lnTo>
                    <a:pt x="2107125" y="2617762"/>
                  </a:lnTo>
                  <a:lnTo>
                    <a:pt x="2107125" y="2612851"/>
                  </a:lnTo>
                  <a:lnTo>
                    <a:pt x="2107220" y="2612851"/>
                  </a:lnTo>
                  <a:lnTo>
                    <a:pt x="2107314" y="2612851"/>
                  </a:lnTo>
                  <a:lnTo>
                    <a:pt x="2107408" y="2612851"/>
                  </a:lnTo>
                  <a:lnTo>
                    <a:pt x="2107502" y="2612851"/>
                  </a:lnTo>
                  <a:lnTo>
                    <a:pt x="2107596" y="2612851"/>
                  </a:lnTo>
                  <a:lnTo>
                    <a:pt x="2107690" y="2612851"/>
                  </a:lnTo>
                  <a:lnTo>
                    <a:pt x="2107785" y="2612851"/>
                  </a:lnTo>
                  <a:lnTo>
                    <a:pt x="2107879" y="2612851"/>
                  </a:lnTo>
                  <a:lnTo>
                    <a:pt x="2107973" y="2612851"/>
                  </a:lnTo>
                  <a:lnTo>
                    <a:pt x="2108067" y="2612851"/>
                  </a:lnTo>
                  <a:lnTo>
                    <a:pt x="2108161" y="2612851"/>
                  </a:lnTo>
                  <a:lnTo>
                    <a:pt x="2108255" y="2612851"/>
                  </a:lnTo>
                  <a:lnTo>
                    <a:pt x="2108349" y="2612851"/>
                  </a:lnTo>
                  <a:lnTo>
                    <a:pt x="2108444" y="2612851"/>
                  </a:lnTo>
                  <a:lnTo>
                    <a:pt x="2108538" y="2612851"/>
                  </a:lnTo>
                  <a:lnTo>
                    <a:pt x="2108632" y="2612851"/>
                  </a:lnTo>
                  <a:lnTo>
                    <a:pt x="2108726" y="2612851"/>
                  </a:lnTo>
                  <a:lnTo>
                    <a:pt x="2108820" y="2612851"/>
                  </a:lnTo>
                  <a:lnTo>
                    <a:pt x="2108914" y="2612851"/>
                  </a:lnTo>
                  <a:lnTo>
                    <a:pt x="2109009" y="2612851"/>
                  </a:lnTo>
                  <a:lnTo>
                    <a:pt x="2109103" y="2612851"/>
                  </a:lnTo>
                  <a:lnTo>
                    <a:pt x="2109197" y="2612851"/>
                  </a:lnTo>
                  <a:lnTo>
                    <a:pt x="2109291" y="2612851"/>
                  </a:lnTo>
                  <a:lnTo>
                    <a:pt x="2109385" y="2612851"/>
                  </a:lnTo>
                  <a:lnTo>
                    <a:pt x="2109479" y="2612851"/>
                  </a:lnTo>
                  <a:lnTo>
                    <a:pt x="2109573" y="2612851"/>
                  </a:lnTo>
                  <a:lnTo>
                    <a:pt x="2109668" y="2612851"/>
                  </a:lnTo>
                  <a:lnTo>
                    <a:pt x="2109762" y="2612851"/>
                  </a:lnTo>
                  <a:lnTo>
                    <a:pt x="2109856" y="2612851"/>
                  </a:lnTo>
                  <a:lnTo>
                    <a:pt x="2109950" y="2612851"/>
                  </a:lnTo>
                  <a:lnTo>
                    <a:pt x="2110044" y="2612851"/>
                  </a:lnTo>
                  <a:lnTo>
                    <a:pt x="2110138" y="2612851"/>
                  </a:lnTo>
                  <a:lnTo>
                    <a:pt x="2110233" y="2612851"/>
                  </a:lnTo>
                  <a:lnTo>
                    <a:pt x="2110327" y="2612851"/>
                  </a:lnTo>
                  <a:lnTo>
                    <a:pt x="2110421" y="2612851"/>
                  </a:lnTo>
                  <a:lnTo>
                    <a:pt x="2110515" y="2612851"/>
                  </a:lnTo>
                  <a:lnTo>
                    <a:pt x="2110609" y="2612851"/>
                  </a:lnTo>
                  <a:lnTo>
                    <a:pt x="2110703" y="2612851"/>
                  </a:lnTo>
                  <a:lnTo>
                    <a:pt x="2110797" y="2612851"/>
                  </a:lnTo>
                  <a:lnTo>
                    <a:pt x="2110892" y="2612851"/>
                  </a:lnTo>
                  <a:lnTo>
                    <a:pt x="2110986" y="2612851"/>
                  </a:lnTo>
                  <a:lnTo>
                    <a:pt x="2111080" y="2612851"/>
                  </a:lnTo>
                  <a:lnTo>
                    <a:pt x="2111174" y="2612851"/>
                  </a:lnTo>
                  <a:lnTo>
                    <a:pt x="2111268" y="2612851"/>
                  </a:lnTo>
                  <a:lnTo>
                    <a:pt x="2111362" y="2612851"/>
                  </a:lnTo>
                  <a:lnTo>
                    <a:pt x="2111456" y="2612851"/>
                  </a:lnTo>
                  <a:lnTo>
                    <a:pt x="2111551" y="2612851"/>
                  </a:lnTo>
                  <a:lnTo>
                    <a:pt x="2111645" y="2612851"/>
                  </a:lnTo>
                  <a:lnTo>
                    <a:pt x="2111739" y="2612851"/>
                  </a:lnTo>
                  <a:lnTo>
                    <a:pt x="2111833" y="2612851"/>
                  </a:lnTo>
                  <a:lnTo>
                    <a:pt x="2111927" y="2612851"/>
                  </a:lnTo>
                  <a:lnTo>
                    <a:pt x="2112021" y="2612851"/>
                  </a:lnTo>
                  <a:lnTo>
                    <a:pt x="2112116" y="2612851"/>
                  </a:lnTo>
                  <a:lnTo>
                    <a:pt x="2112210" y="2612851"/>
                  </a:lnTo>
                  <a:lnTo>
                    <a:pt x="2112304" y="2612851"/>
                  </a:lnTo>
                  <a:lnTo>
                    <a:pt x="2112398" y="2612851"/>
                  </a:lnTo>
                  <a:lnTo>
                    <a:pt x="2112492" y="2612851"/>
                  </a:lnTo>
                  <a:lnTo>
                    <a:pt x="2112586" y="2612851"/>
                  </a:lnTo>
                  <a:lnTo>
                    <a:pt x="2112680" y="2612851"/>
                  </a:lnTo>
                  <a:lnTo>
                    <a:pt x="2112775" y="2612851"/>
                  </a:lnTo>
                  <a:lnTo>
                    <a:pt x="2112869" y="2612851"/>
                  </a:lnTo>
                  <a:lnTo>
                    <a:pt x="2112963" y="2612851"/>
                  </a:lnTo>
                  <a:lnTo>
                    <a:pt x="2113057" y="2612851"/>
                  </a:lnTo>
                  <a:lnTo>
                    <a:pt x="2113151" y="2612851"/>
                  </a:lnTo>
                  <a:lnTo>
                    <a:pt x="2113245" y="2612851"/>
                  </a:lnTo>
                  <a:lnTo>
                    <a:pt x="2113340" y="2612851"/>
                  </a:lnTo>
                  <a:lnTo>
                    <a:pt x="2113434" y="2612851"/>
                  </a:lnTo>
                  <a:lnTo>
                    <a:pt x="2113528" y="2612851"/>
                  </a:lnTo>
                  <a:lnTo>
                    <a:pt x="2113622" y="2612851"/>
                  </a:lnTo>
                  <a:lnTo>
                    <a:pt x="2113716" y="2612851"/>
                  </a:lnTo>
                  <a:lnTo>
                    <a:pt x="2113810" y="2612851"/>
                  </a:lnTo>
                  <a:lnTo>
                    <a:pt x="2113904" y="2612851"/>
                  </a:lnTo>
                  <a:lnTo>
                    <a:pt x="2113999" y="2612851"/>
                  </a:lnTo>
                  <a:lnTo>
                    <a:pt x="2114093" y="2612851"/>
                  </a:lnTo>
                  <a:lnTo>
                    <a:pt x="2114187" y="2612851"/>
                  </a:lnTo>
                  <a:lnTo>
                    <a:pt x="2114281" y="2612851"/>
                  </a:lnTo>
                  <a:lnTo>
                    <a:pt x="2114281" y="2607940"/>
                  </a:lnTo>
                  <a:lnTo>
                    <a:pt x="2114375" y="2607940"/>
                  </a:lnTo>
                  <a:lnTo>
                    <a:pt x="2114469" y="2607940"/>
                  </a:lnTo>
                  <a:lnTo>
                    <a:pt x="2114564" y="2607940"/>
                  </a:lnTo>
                  <a:lnTo>
                    <a:pt x="2114658" y="2607940"/>
                  </a:lnTo>
                  <a:lnTo>
                    <a:pt x="2114752" y="2607940"/>
                  </a:lnTo>
                  <a:lnTo>
                    <a:pt x="2114846" y="2607940"/>
                  </a:lnTo>
                  <a:lnTo>
                    <a:pt x="2114940" y="2607940"/>
                  </a:lnTo>
                  <a:lnTo>
                    <a:pt x="2115034" y="2607940"/>
                  </a:lnTo>
                  <a:lnTo>
                    <a:pt x="2115128" y="2607940"/>
                  </a:lnTo>
                  <a:lnTo>
                    <a:pt x="2115223" y="2607940"/>
                  </a:lnTo>
                  <a:lnTo>
                    <a:pt x="2115317" y="2607940"/>
                  </a:lnTo>
                  <a:lnTo>
                    <a:pt x="2115411" y="2607940"/>
                  </a:lnTo>
                  <a:lnTo>
                    <a:pt x="2115505" y="2607940"/>
                  </a:lnTo>
                  <a:lnTo>
                    <a:pt x="2115599" y="2607940"/>
                  </a:lnTo>
                  <a:lnTo>
                    <a:pt x="2115693" y="2607940"/>
                  </a:lnTo>
                  <a:lnTo>
                    <a:pt x="2115787" y="2607940"/>
                  </a:lnTo>
                  <a:lnTo>
                    <a:pt x="2115882" y="2607940"/>
                  </a:lnTo>
                  <a:lnTo>
                    <a:pt x="2115976" y="2607940"/>
                  </a:lnTo>
                  <a:lnTo>
                    <a:pt x="2116070" y="2607940"/>
                  </a:lnTo>
                  <a:lnTo>
                    <a:pt x="2116164" y="2607940"/>
                  </a:lnTo>
                  <a:lnTo>
                    <a:pt x="2116258" y="2607940"/>
                  </a:lnTo>
                  <a:lnTo>
                    <a:pt x="2116352" y="2607940"/>
                  </a:lnTo>
                  <a:lnTo>
                    <a:pt x="2116447" y="2607940"/>
                  </a:lnTo>
                  <a:lnTo>
                    <a:pt x="2116541" y="2607940"/>
                  </a:lnTo>
                  <a:lnTo>
                    <a:pt x="2116635" y="2607940"/>
                  </a:lnTo>
                  <a:lnTo>
                    <a:pt x="2116729" y="2607940"/>
                  </a:lnTo>
                  <a:lnTo>
                    <a:pt x="2116823" y="2607940"/>
                  </a:lnTo>
                  <a:lnTo>
                    <a:pt x="2116917" y="2607940"/>
                  </a:lnTo>
                  <a:lnTo>
                    <a:pt x="2117011" y="2607940"/>
                  </a:lnTo>
                  <a:lnTo>
                    <a:pt x="2117106" y="2607940"/>
                  </a:lnTo>
                  <a:lnTo>
                    <a:pt x="2117200" y="2607940"/>
                  </a:lnTo>
                  <a:lnTo>
                    <a:pt x="2117294" y="2607940"/>
                  </a:lnTo>
                  <a:lnTo>
                    <a:pt x="2117388" y="2607940"/>
                  </a:lnTo>
                  <a:lnTo>
                    <a:pt x="2117482" y="2607940"/>
                  </a:lnTo>
                  <a:lnTo>
                    <a:pt x="2117576" y="2607940"/>
                  </a:lnTo>
                  <a:lnTo>
                    <a:pt x="2117671" y="2607940"/>
                  </a:lnTo>
                  <a:lnTo>
                    <a:pt x="2117765" y="2607940"/>
                  </a:lnTo>
                  <a:lnTo>
                    <a:pt x="2117859" y="2607940"/>
                  </a:lnTo>
                  <a:lnTo>
                    <a:pt x="2117953" y="2607940"/>
                  </a:lnTo>
                  <a:lnTo>
                    <a:pt x="2118047" y="2607940"/>
                  </a:lnTo>
                  <a:lnTo>
                    <a:pt x="2118141" y="2607940"/>
                  </a:lnTo>
                  <a:lnTo>
                    <a:pt x="2118235" y="2607940"/>
                  </a:lnTo>
                  <a:lnTo>
                    <a:pt x="2118330" y="2607940"/>
                  </a:lnTo>
                  <a:lnTo>
                    <a:pt x="2118424" y="2607940"/>
                  </a:lnTo>
                  <a:lnTo>
                    <a:pt x="2118518" y="2607940"/>
                  </a:lnTo>
                  <a:lnTo>
                    <a:pt x="2118612" y="2607940"/>
                  </a:lnTo>
                  <a:lnTo>
                    <a:pt x="2118706" y="2607940"/>
                  </a:lnTo>
                  <a:lnTo>
                    <a:pt x="2118800" y="2607940"/>
                  </a:lnTo>
                  <a:lnTo>
                    <a:pt x="2118895" y="2607940"/>
                  </a:lnTo>
                  <a:lnTo>
                    <a:pt x="2118989" y="2607940"/>
                  </a:lnTo>
                  <a:lnTo>
                    <a:pt x="2119083" y="2607940"/>
                  </a:lnTo>
                  <a:lnTo>
                    <a:pt x="2119083" y="2603028"/>
                  </a:lnTo>
                  <a:lnTo>
                    <a:pt x="2119177" y="2603028"/>
                  </a:lnTo>
                  <a:lnTo>
                    <a:pt x="2119271" y="2603028"/>
                  </a:lnTo>
                  <a:lnTo>
                    <a:pt x="2119365" y="2603028"/>
                  </a:lnTo>
                  <a:lnTo>
                    <a:pt x="2119459" y="2603028"/>
                  </a:lnTo>
                  <a:lnTo>
                    <a:pt x="2119554" y="2603028"/>
                  </a:lnTo>
                  <a:lnTo>
                    <a:pt x="2119648" y="2603028"/>
                  </a:lnTo>
                  <a:lnTo>
                    <a:pt x="2119742" y="2603028"/>
                  </a:lnTo>
                  <a:lnTo>
                    <a:pt x="2119836" y="2603028"/>
                  </a:lnTo>
                  <a:lnTo>
                    <a:pt x="2119930" y="2603028"/>
                  </a:lnTo>
                  <a:lnTo>
                    <a:pt x="2120024" y="2603028"/>
                  </a:lnTo>
                  <a:lnTo>
                    <a:pt x="2120024" y="2598117"/>
                  </a:lnTo>
                  <a:lnTo>
                    <a:pt x="2120118" y="2598117"/>
                  </a:lnTo>
                  <a:lnTo>
                    <a:pt x="2120213" y="2598117"/>
                  </a:lnTo>
                  <a:lnTo>
                    <a:pt x="2120307" y="2598117"/>
                  </a:lnTo>
                  <a:lnTo>
                    <a:pt x="2120401" y="2598117"/>
                  </a:lnTo>
                  <a:lnTo>
                    <a:pt x="2120495" y="2598117"/>
                  </a:lnTo>
                  <a:lnTo>
                    <a:pt x="2120589" y="2598117"/>
                  </a:lnTo>
                  <a:lnTo>
                    <a:pt x="2120683" y="2598117"/>
                  </a:lnTo>
                  <a:lnTo>
                    <a:pt x="2120778" y="2598117"/>
                  </a:lnTo>
                  <a:lnTo>
                    <a:pt x="2120872" y="2598117"/>
                  </a:lnTo>
                  <a:lnTo>
                    <a:pt x="2120966" y="2598117"/>
                  </a:lnTo>
                  <a:lnTo>
                    <a:pt x="2121060" y="2598117"/>
                  </a:lnTo>
                  <a:lnTo>
                    <a:pt x="2121154" y="2598117"/>
                  </a:lnTo>
                  <a:lnTo>
                    <a:pt x="2121248" y="2598117"/>
                  </a:lnTo>
                  <a:lnTo>
                    <a:pt x="2121342" y="2598117"/>
                  </a:lnTo>
                  <a:lnTo>
                    <a:pt x="2121437" y="2598117"/>
                  </a:lnTo>
                  <a:lnTo>
                    <a:pt x="2121531" y="2598117"/>
                  </a:lnTo>
                  <a:lnTo>
                    <a:pt x="2121625" y="2598117"/>
                  </a:lnTo>
                  <a:lnTo>
                    <a:pt x="2121719" y="2598117"/>
                  </a:lnTo>
                  <a:lnTo>
                    <a:pt x="2121813" y="2598117"/>
                  </a:lnTo>
                  <a:lnTo>
                    <a:pt x="2121907" y="2598117"/>
                  </a:lnTo>
                  <a:lnTo>
                    <a:pt x="2122002" y="2598117"/>
                  </a:lnTo>
                  <a:lnTo>
                    <a:pt x="2122096" y="2598117"/>
                  </a:lnTo>
                  <a:lnTo>
                    <a:pt x="2122190" y="2598117"/>
                  </a:lnTo>
                  <a:lnTo>
                    <a:pt x="2122284" y="2598117"/>
                  </a:lnTo>
                  <a:lnTo>
                    <a:pt x="2122378" y="2598117"/>
                  </a:lnTo>
                  <a:lnTo>
                    <a:pt x="2122472" y="2598117"/>
                  </a:lnTo>
                  <a:lnTo>
                    <a:pt x="2122566" y="2598117"/>
                  </a:lnTo>
                  <a:lnTo>
                    <a:pt x="2122661" y="2598117"/>
                  </a:lnTo>
                  <a:lnTo>
                    <a:pt x="2122755" y="2598117"/>
                  </a:lnTo>
                  <a:lnTo>
                    <a:pt x="2122849" y="2598117"/>
                  </a:lnTo>
                  <a:lnTo>
                    <a:pt x="2122943" y="2598117"/>
                  </a:lnTo>
                  <a:lnTo>
                    <a:pt x="2123037" y="2598117"/>
                  </a:lnTo>
                  <a:lnTo>
                    <a:pt x="2123131" y="2598117"/>
                  </a:lnTo>
                  <a:lnTo>
                    <a:pt x="2123226" y="2598117"/>
                  </a:lnTo>
                  <a:lnTo>
                    <a:pt x="2123320" y="2598117"/>
                  </a:lnTo>
                  <a:lnTo>
                    <a:pt x="2123414" y="2598117"/>
                  </a:lnTo>
                  <a:lnTo>
                    <a:pt x="2123508" y="2598117"/>
                  </a:lnTo>
                  <a:lnTo>
                    <a:pt x="2123602" y="2598117"/>
                  </a:lnTo>
                  <a:lnTo>
                    <a:pt x="2123696" y="2598117"/>
                  </a:lnTo>
                  <a:lnTo>
                    <a:pt x="2123790" y="2598117"/>
                  </a:lnTo>
                  <a:lnTo>
                    <a:pt x="2123885" y="2598117"/>
                  </a:lnTo>
                  <a:lnTo>
                    <a:pt x="2123979" y="2598117"/>
                  </a:lnTo>
                  <a:lnTo>
                    <a:pt x="2124073" y="2598117"/>
                  </a:lnTo>
                  <a:lnTo>
                    <a:pt x="2124167" y="2598117"/>
                  </a:lnTo>
                  <a:lnTo>
                    <a:pt x="2124261" y="2598117"/>
                  </a:lnTo>
                  <a:lnTo>
                    <a:pt x="2124355" y="2598117"/>
                  </a:lnTo>
                  <a:lnTo>
                    <a:pt x="2124449" y="2598117"/>
                  </a:lnTo>
                  <a:lnTo>
                    <a:pt x="2124544" y="2598117"/>
                  </a:lnTo>
                  <a:lnTo>
                    <a:pt x="2124638" y="2598117"/>
                  </a:lnTo>
                  <a:lnTo>
                    <a:pt x="2124732" y="2598117"/>
                  </a:lnTo>
                  <a:lnTo>
                    <a:pt x="2124826" y="2598117"/>
                  </a:lnTo>
                  <a:lnTo>
                    <a:pt x="2124920" y="2598117"/>
                  </a:lnTo>
                  <a:lnTo>
                    <a:pt x="2125014" y="2598117"/>
                  </a:lnTo>
                  <a:lnTo>
                    <a:pt x="2125109" y="2598117"/>
                  </a:lnTo>
                  <a:lnTo>
                    <a:pt x="2125203" y="2598117"/>
                  </a:lnTo>
                  <a:lnTo>
                    <a:pt x="2125297" y="2598117"/>
                  </a:lnTo>
                  <a:lnTo>
                    <a:pt x="2125391" y="2598117"/>
                  </a:lnTo>
                  <a:lnTo>
                    <a:pt x="2125485" y="2598117"/>
                  </a:lnTo>
                  <a:lnTo>
                    <a:pt x="2125579" y="2598117"/>
                  </a:lnTo>
                  <a:lnTo>
                    <a:pt x="2125673" y="2598117"/>
                  </a:lnTo>
                  <a:lnTo>
                    <a:pt x="2125768" y="2598117"/>
                  </a:lnTo>
                  <a:lnTo>
                    <a:pt x="2125768" y="2593205"/>
                  </a:lnTo>
                  <a:lnTo>
                    <a:pt x="2125862" y="2593205"/>
                  </a:lnTo>
                  <a:lnTo>
                    <a:pt x="2125956" y="2593205"/>
                  </a:lnTo>
                  <a:lnTo>
                    <a:pt x="2126050" y="2593205"/>
                  </a:lnTo>
                  <a:lnTo>
                    <a:pt x="2126144" y="2593205"/>
                  </a:lnTo>
                  <a:lnTo>
                    <a:pt x="2126238" y="2593205"/>
                  </a:lnTo>
                  <a:lnTo>
                    <a:pt x="2126333" y="2593205"/>
                  </a:lnTo>
                  <a:lnTo>
                    <a:pt x="2126427" y="2593205"/>
                  </a:lnTo>
                  <a:lnTo>
                    <a:pt x="2126521" y="2593205"/>
                  </a:lnTo>
                  <a:lnTo>
                    <a:pt x="2126615" y="2593205"/>
                  </a:lnTo>
                  <a:lnTo>
                    <a:pt x="2126709" y="2593205"/>
                  </a:lnTo>
                  <a:lnTo>
                    <a:pt x="2126803" y="2593205"/>
                  </a:lnTo>
                  <a:lnTo>
                    <a:pt x="2126897" y="2593205"/>
                  </a:lnTo>
                  <a:lnTo>
                    <a:pt x="2126992" y="2593205"/>
                  </a:lnTo>
                  <a:lnTo>
                    <a:pt x="2127086" y="2593205"/>
                  </a:lnTo>
                  <a:lnTo>
                    <a:pt x="2127180" y="2593205"/>
                  </a:lnTo>
                  <a:lnTo>
                    <a:pt x="2127274" y="2593205"/>
                  </a:lnTo>
                  <a:lnTo>
                    <a:pt x="2127368" y="2593205"/>
                  </a:lnTo>
                  <a:lnTo>
                    <a:pt x="2127462" y="2593205"/>
                  </a:lnTo>
                  <a:lnTo>
                    <a:pt x="2127557" y="2593205"/>
                  </a:lnTo>
                  <a:lnTo>
                    <a:pt x="2127651" y="2593205"/>
                  </a:lnTo>
                  <a:lnTo>
                    <a:pt x="2127745" y="2593205"/>
                  </a:lnTo>
                  <a:lnTo>
                    <a:pt x="2127839" y="2593205"/>
                  </a:lnTo>
                  <a:lnTo>
                    <a:pt x="2127933" y="2593205"/>
                  </a:lnTo>
                  <a:lnTo>
                    <a:pt x="2128027" y="2593205"/>
                  </a:lnTo>
                  <a:lnTo>
                    <a:pt x="2128121" y="2593205"/>
                  </a:lnTo>
                  <a:lnTo>
                    <a:pt x="2128216" y="2593205"/>
                  </a:lnTo>
                  <a:lnTo>
                    <a:pt x="2128310" y="2593205"/>
                  </a:lnTo>
                  <a:lnTo>
                    <a:pt x="2128404" y="2593205"/>
                  </a:lnTo>
                  <a:lnTo>
                    <a:pt x="2128498" y="2593205"/>
                  </a:lnTo>
                  <a:lnTo>
                    <a:pt x="2128592" y="2593205"/>
                  </a:lnTo>
                  <a:lnTo>
                    <a:pt x="2128686" y="2593205"/>
                  </a:lnTo>
                  <a:lnTo>
                    <a:pt x="2128780" y="2593205"/>
                  </a:lnTo>
                  <a:lnTo>
                    <a:pt x="2128875" y="2593205"/>
                  </a:lnTo>
                  <a:lnTo>
                    <a:pt x="2128969" y="2593205"/>
                  </a:lnTo>
                  <a:lnTo>
                    <a:pt x="2129063" y="2593205"/>
                  </a:lnTo>
                  <a:lnTo>
                    <a:pt x="2129157" y="2593205"/>
                  </a:lnTo>
                  <a:lnTo>
                    <a:pt x="2129251" y="2593205"/>
                  </a:lnTo>
                  <a:lnTo>
                    <a:pt x="2129345" y="2593205"/>
                  </a:lnTo>
                  <a:lnTo>
                    <a:pt x="2129440" y="2593205"/>
                  </a:lnTo>
                  <a:lnTo>
                    <a:pt x="2129534" y="2593205"/>
                  </a:lnTo>
                  <a:lnTo>
                    <a:pt x="2129628" y="2593205"/>
                  </a:lnTo>
                  <a:lnTo>
                    <a:pt x="2129722" y="2593205"/>
                  </a:lnTo>
                  <a:lnTo>
                    <a:pt x="2129816" y="2593205"/>
                  </a:lnTo>
                  <a:lnTo>
                    <a:pt x="2129910" y="2593205"/>
                  </a:lnTo>
                  <a:lnTo>
                    <a:pt x="2130004" y="2593205"/>
                  </a:lnTo>
                  <a:lnTo>
                    <a:pt x="2130099" y="2593205"/>
                  </a:lnTo>
                  <a:lnTo>
                    <a:pt x="2130193" y="2593205"/>
                  </a:lnTo>
                  <a:lnTo>
                    <a:pt x="2130287" y="2593205"/>
                  </a:lnTo>
                  <a:lnTo>
                    <a:pt x="2130381" y="2593205"/>
                  </a:lnTo>
                  <a:lnTo>
                    <a:pt x="2130475" y="2593205"/>
                  </a:lnTo>
                  <a:lnTo>
                    <a:pt x="2130569" y="2593205"/>
                  </a:lnTo>
                  <a:lnTo>
                    <a:pt x="2130664" y="2593205"/>
                  </a:lnTo>
                  <a:lnTo>
                    <a:pt x="2130758" y="2593205"/>
                  </a:lnTo>
                  <a:lnTo>
                    <a:pt x="2130852" y="2593205"/>
                  </a:lnTo>
                  <a:lnTo>
                    <a:pt x="2130946" y="2593205"/>
                  </a:lnTo>
                  <a:lnTo>
                    <a:pt x="2131040" y="2593205"/>
                  </a:lnTo>
                  <a:lnTo>
                    <a:pt x="2131134" y="2593205"/>
                  </a:lnTo>
                  <a:lnTo>
                    <a:pt x="2131228" y="2593205"/>
                  </a:lnTo>
                  <a:lnTo>
                    <a:pt x="2131323" y="2593205"/>
                  </a:lnTo>
                  <a:lnTo>
                    <a:pt x="2131417" y="2593205"/>
                  </a:lnTo>
                  <a:lnTo>
                    <a:pt x="2131511" y="2593205"/>
                  </a:lnTo>
                  <a:lnTo>
                    <a:pt x="2131605" y="2593205"/>
                  </a:lnTo>
                  <a:lnTo>
                    <a:pt x="2131699" y="2593205"/>
                  </a:lnTo>
                  <a:lnTo>
                    <a:pt x="2131793" y="2593205"/>
                  </a:lnTo>
                  <a:lnTo>
                    <a:pt x="2131888" y="2593205"/>
                  </a:lnTo>
                  <a:lnTo>
                    <a:pt x="2131982" y="2593205"/>
                  </a:lnTo>
                  <a:lnTo>
                    <a:pt x="2131982" y="2588294"/>
                  </a:lnTo>
                  <a:lnTo>
                    <a:pt x="2132076" y="2588294"/>
                  </a:lnTo>
                  <a:lnTo>
                    <a:pt x="2132170" y="2588294"/>
                  </a:lnTo>
                  <a:lnTo>
                    <a:pt x="2132264" y="2588294"/>
                  </a:lnTo>
                  <a:lnTo>
                    <a:pt x="2132358" y="2588294"/>
                  </a:lnTo>
                  <a:lnTo>
                    <a:pt x="2132452" y="2588294"/>
                  </a:lnTo>
                  <a:lnTo>
                    <a:pt x="2132547" y="2588294"/>
                  </a:lnTo>
                  <a:lnTo>
                    <a:pt x="2132641" y="2588294"/>
                  </a:lnTo>
                  <a:lnTo>
                    <a:pt x="2132735" y="2588294"/>
                  </a:lnTo>
                  <a:lnTo>
                    <a:pt x="2132829" y="2588294"/>
                  </a:lnTo>
                  <a:lnTo>
                    <a:pt x="2132923" y="2588294"/>
                  </a:lnTo>
                  <a:lnTo>
                    <a:pt x="2133017" y="2588294"/>
                  </a:lnTo>
                  <a:lnTo>
                    <a:pt x="2133111" y="2588294"/>
                  </a:lnTo>
                  <a:lnTo>
                    <a:pt x="2133206" y="2588294"/>
                  </a:lnTo>
                  <a:lnTo>
                    <a:pt x="2133300" y="2588294"/>
                  </a:lnTo>
                  <a:lnTo>
                    <a:pt x="2133394" y="2588294"/>
                  </a:lnTo>
                  <a:lnTo>
                    <a:pt x="2133488" y="2588294"/>
                  </a:lnTo>
                  <a:lnTo>
                    <a:pt x="2133582" y="2588294"/>
                  </a:lnTo>
                  <a:lnTo>
                    <a:pt x="2133676" y="2588294"/>
                  </a:lnTo>
                  <a:lnTo>
                    <a:pt x="2133771" y="2588294"/>
                  </a:lnTo>
                  <a:lnTo>
                    <a:pt x="2133865" y="2588294"/>
                  </a:lnTo>
                  <a:lnTo>
                    <a:pt x="2133959" y="2588294"/>
                  </a:lnTo>
                  <a:lnTo>
                    <a:pt x="2134053" y="2588294"/>
                  </a:lnTo>
                  <a:lnTo>
                    <a:pt x="2134147" y="2588294"/>
                  </a:lnTo>
                  <a:lnTo>
                    <a:pt x="2134241" y="2588294"/>
                  </a:lnTo>
                  <a:lnTo>
                    <a:pt x="2134335" y="2588294"/>
                  </a:lnTo>
                  <a:lnTo>
                    <a:pt x="2134430" y="2588294"/>
                  </a:lnTo>
                  <a:lnTo>
                    <a:pt x="2134524" y="2588294"/>
                  </a:lnTo>
                  <a:lnTo>
                    <a:pt x="2134618" y="2588294"/>
                  </a:lnTo>
                  <a:lnTo>
                    <a:pt x="2134712" y="2588294"/>
                  </a:lnTo>
                  <a:lnTo>
                    <a:pt x="2134806" y="2588294"/>
                  </a:lnTo>
                  <a:lnTo>
                    <a:pt x="2134900" y="2588294"/>
                  </a:lnTo>
                  <a:lnTo>
                    <a:pt x="2134995" y="2588294"/>
                  </a:lnTo>
                  <a:lnTo>
                    <a:pt x="2135089" y="2588294"/>
                  </a:lnTo>
                  <a:lnTo>
                    <a:pt x="2135183" y="2588294"/>
                  </a:lnTo>
                  <a:lnTo>
                    <a:pt x="2135277" y="2588294"/>
                  </a:lnTo>
                  <a:lnTo>
                    <a:pt x="2135371" y="2588294"/>
                  </a:lnTo>
                  <a:lnTo>
                    <a:pt x="2135465" y="2588294"/>
                  </a:lnTo>
                  <a:lnTo>
                    <a:pt x="2135559" y="2588294"/>
                  </a:lnTo>
                  <a:lnTo>
                    <a:pt x="2135654" y="2588294"/>
                  </a:lnTo>
                  <a:lnTo>
                    <a:pt x="2135748" y="2588294"/>
                  </a:lnTo>
                  <a:lnTo>
                    <a:pt x="2135842" y="2588294"/>
                  </a:lnTo>
                  <a:lnTo>
                    <a:pt x="2135936" y="2588294"/>
                  </a:lnTo>
                  <a:lnTo>
                    <a:pt x="2136030" y="2588294"/>
                  </a:lnTo>
                  <a:lnTo>
                    <a:pt x="2136124" y="2588294"/>
                  </a:lnTo>
                  <a:lnTo>
                    <a:pt x="2136219" y="2588294"/>
                  </a:lnTo>
                  <a:lnTo>
                    <a:pt x="2136313" y="2588294"/>
                  </a:lnTo>
                  <a:lnTo>
                    <a:pt x="2136407" y="2588294"/>
                  </a:lnTo>
                  <a:lnTo>
                    <a:pt x="2136501" y="2588294"/>
                  </a:lnTo>
                  <a:lnTo>
                    <a:pt x="2136595" y="2588294"/>
                  </a:lnTo>
                  <a:lnTo>
                    <a:pt x="2136689" y="2588294"/>
                  </a:lnTo>
                  <a:lnTo>
                    <a:pt x="2136783" y="2588294"/>
                  </a:lnTo>
                  <a:lnTo>
                    <a:pt x="2136878" y="2588294"/>
                  </a:lnTo>
                  <a:lnTo>
                    <a:pt x="2136972" y="2588294"/>
                  </a:lnTo>
                  <a:lnTo>
                    <a:pt x="2137066" y="2588294"/>
                  </a:lnTo>
                  <a:lnTo>
                    <a:pt x="2137160" y="2588294"/>
                  </a:lnTo>
                  <a:lnTo>
                    <a:pt x="2137254" y="2588294"/>
                  </a:lnTo>
                  <a:lnTo>
                    <a:pt x="2137348" y="2588294"/>
                  </a:lnTo>
                  <a:lnTo>
                    <a:pt x="2137442" y="2588294"/>
                  </a:lnTo>
                  <a:lnTo>
                    <a:pt x="2137537" y="2588294"/>
                  </a:lnTo>
                  <a:lnTo>
                    <a:pt x="2137631" y="2588294"/>
                  </a:lnTo>
                  <a:lnTo>
                    <a:pt x="2137725" y="2588294"/>
                  </a:lnTo>
                  <a:lnTo>
                    <a:pt x="2137819" y="2588294"/>
                  </a:lnTo>
                  <a:lnTo>
                    <a:pt x="2137819" y="2583383"/>
                  </a:lnTo>
                  <a:lnTo>
                    <a:pt x="2137913" y="2583383"/>
                  </a:lnTo>
                  <a:lnTo>
                    <a:pt x="2138007" y="2583383"/>
                  </a:lnTo>
                  <a:lnTo>
                    <a:pt x="2138102" y="2583383"/>
                  </a:lnTo>
                  <a:lnTo>
                    <a:pt x="2138196" y="2583383"/>
                  </a:lnTo>
                  <a:lnTo>
                    <a:pt x="2138290" y="2583383"/>
                  </a:lnTo>
                  <a:lnTo>
                    <a:pt x="2138384" y="2583383"/>
                  </a:lnTo>
                  <a:lnTo>
                    <a:pt x="2138478" y="2583383"/>
                  </a:lnTo>
                  <a:lnTo>
                    <a:pt x="2138478" y="2578471"/>
                  </a:lnTo>
                  <a:lnTo>
                    <a:pt x="2138572" y="2578471"/>
                  </a:lnTo>
                  <a:lnTo>
                    <a:pt x="2138666" y="2578471"/>
                  </a:lnTo>
                  <a:lnTo>
                    <a:pt x="2138666" y="2573560"/>
                  </a:lnTo>
                  <a:lnTo>
                    <a:pt x="2138761" y="2573560"/>
                  </a:lnTo>
                  <a:lnTo>
                    <a:pt x="2138855" y="2573560"/>
                  </a:lnTo>
                  <a:lnTo>
                    <a:pt x="2138949" y="2573560"/>
                  </a:lnTo>
                  <a:lnTo>
                    <a:pt x="2139043" y="2573560"/>
                  </a:lnTo>
                  <a:lnTo>
                    <a:pt x="2139137" y="2573560"/>
                  </a:lnTo>
                  <a:lnTo>
                    <a:pt x="2139231" y="2573560"/>
                  </a:lnTo>
                  <a:lnTo>
                    <a:pt x="2139326" y="2573560"/>
                  </a:lnTo>
                  <a:lnTo>
                    <a:pt x="2139420" y="2573560"/>
                  </a:lnTo>
                  <a:lnTo>
                    <a:pt x="2139514" y="2573560"/>
                  </a:lnTo>
                  <a:lnTo>
                    <a:pt x="2139514" y="2568649"/>
                  </a:lnTo>
                  <a:lnTo>
                    <a:pt x="2139608" y="2568649"/>
                  </a:lnTo>
                  <a:lnTo>
                    <a:pt x="2139702" y="2568649"/>
                  </a:lnTo>
                  <a:lnTo>
                    <a:pt x="2139796" y="2568649"/>
                  </a:lnTo>
                  <a:lnTo>
                    <a:pt x="2139890" y="2568649"/>
                  </a:lnTo>
                  <a:lnTo>
                    <a:pt x="2139985" y="2568649"/>
                  </a:lnTo>
                  <a:lnTo>
                    <a:pt x="2140079" y="2568649"/>
                  </a:lnTo>
                  <a:lnTo>
                    <a:pt x="2140173" y="2568649"/>
                  </a:lnTo>
                  <a:lnTo>
                    <a:pt x="2140267" y="2568649"/>
                  </a:lnTo>
                  <a:lnTo>
                    <a:pt x="2140361" y="2568649"/>
                  </a:lnTo>
                  <a:lnTo>
                    <a:pt x="2140455" y="2568649"/>
                  </a:lnTo>
                  <a:lnTo>
                    <a:pt x="2140550" y="2568649"/>
                  </a:lnTo>
                  <a:lnTo>
                    <a:pt x="2140644" y="2568649"/>
                  </a:lnTo>
                  <a:lnTo>
                    <a:pt x="2140738" y="2568649"/>
                  </a:lnTo>
                  <a:lnTo>
                    <a:pt x="2140832" y="2568649"/>
                  </a:lnTo>
                  <a:lnTo>
                    <a:pt x="2140926" y="2568649"/>
                  </a:lnTo>
                  <a:lnTo>
                    <a:pt x="2141020" y="2568649"/>
                  </a:lnTo>
                  <a:lnTo>
                    <a:pt x="2141114" y="2568649"/>
                  </a:lnTo>
                  <a:lnTo>
                    <a:pt x="2141209" y="2568649"/>
                  </a:lnTo>
                  <a:lnTo>
                    <a:pt x="2141303" y="2568649"/>
                  </a:lnTo>
                  <a:lnTo>
                    <a:pt x="2141397" y="2568649"/>
                  </a:lnTo>
                  <a:lnTo>
                    <a:pt x="2141491" y="2568649"/>
                  </a:lnTo>
                  <a:lnTo>
                    <a:pt x="2141585" y="2568649"/>
                  </a:lnTo>
                  <a:lnTo>
                    <a:pt x="2141679" y="2568649"/>
                  </a:lnTo>
                  <a:lnTo>
                    <a:pt x="2141773" y="2568649"/>
                  </a:lnTo>
                  <a:lnTo>
                    <a:pt x="2141868" y="2568649"/>
                  </a:lnTo>
                  <a:lnTo>
                    <a:pt x="2141962" y="2568649"/>
                  </a:lnTo>
                  <a:lnTo>
                    <a:pt x="2142056" y="2568649"/>
                  </a:lnTo>
                  <a:lnTo>
                    <a:pt x="2142150" y="2568649"/>
                  </a:lnTo>
                  <a:lnTo>
                    <a:pt x="2142244" y="2568649"/>
                  </a:lnTo>
                  <a:lnTo>
                    <a:pt x="2142338" y="2568649"/>
                  </a:lnTo>
                  <a:lnTo>
                    <a:pt x="2142433" y="2568649"/>
                  </a:lnTo>
                  <a:lnTo>
                    <a:pt x="2142527" y="2568649"/>
                  </a:lnTo>
                  <a:lnTo>
                    <a:pt x="2142621" y="2568649"/>
                  </a:lnTo>
                  <a:lnTo>
                    <a:pt x="2142715" y="2568649"/>
                  </a:lnTo>
                  <a:lnTo>
                    <a:pt x="2142809" y="2568649"/>
                  </a:lnTo>
                  <a:lnTo>
                    <a:pt x="2142903" y="2568649"/>
                  </a:lnTo>
                  <a:lnTo>
                    <a:pt x="2142997" y="2568649"/>
                  </a:lnTo>
                  <a:lnTo>
                    <a:pt x="2143092" y="2568649"/>
                  </a:lnTo>
                  <a:lnTo>
                    <a:pt x="2143186" y="2568649"/>
                  </a:lnTo>
                  <a:lnTo>
                    <a:pt x="2143280" y="2568649"/>
                  </a:lnTo>
                  <a:lnTo>
                    <a:pt x="2143374" y="2568649"/>
                  </a:lnTo>
                  <a:lnTo>
                    <a:pt x="2143468" y="2568649"/>
                  </a:lnTo>
                  <a:lnTo>
                    <a:pt x="2143562" y="2568649"/>
                  </a:lnTo>
                  <a:lnTo>
                    <a:pt x="2143657" y="2568649"/>
                  </a:lnTo>
                  <a:lnTo>
                    <a:pt x="2143751" y="2568649"/>
                  </a:lnTo>
                  <a:lnTo>
                    <a:pt x="2143845" y="2568649"/>
                  </a:lnTo>
                  <a:lnTo>
                    <a:pt x="2143939" y="2568649"/>
                  </a:lnTo>
                  <a:lnTo>
                    <a:pt x="2144033" y="2568649"/>
                  </a:lnTo>
                  <a:lnTo>
                    <a:pt x="2144127" y="2568649"/>
                  </a:lnTo>
                  <a:lnTo>
                    <a:pt x="2144221" y="2568649"/>
                  </a:lnTo>
                  <a:lnTo>
                    <a:pt x="2144316" y="2568649"/>
                  </a:lnTo>
                  <a:lnTo>
                    <a:pt x="2144410" y="2568649"/>
                  </a:lnTo>
                  <a:lnTo>
                    <a:pt x="2144504" y="2568649"/>
                  </a:lnTo>
                  <a:lnTo>
                    <a:pt x="2144598" y="2568649"/>
                  </a:lnTo>
                  <a:lnTo>
                    <a:pt x="2144692" y="2568649"/>
                  </a:lnTo>
                  <a:lnTo>
                    <a:pt x="2144786" y="2568649"/>
                  </a:lnTo>
                  <a:lnTo>
                    <a:pt x="2144881" y="2568649"/>
                  </a:lnTo>
                  <a:lnTo>
                    <a:pt x="2144975" y="2568649"/>
                  </a:lnTo>
                  <a:lnTo>
                    <a:pt x="2145069" y="2568649"/>
                  </a:lnTo>
                  <a:lnTo>
                    <a:pt x="2145163" y="2568649"/>
                  </a:lnTo>
                  <a:lnTo>
                    <a:pt x="2145257" y="2568649"/>
                  </a:lnTo>
                  <a:lnTo>
                    <a:pt x="2145351" y="2568649"/>
                  </a:lnTo>
                  <a:lnTo>
                    <a:pt x="2145445" y="2568649"/>
                  </a:lnTo>
                  <a:lnTo>
                    <a:pt x="2145540" y="2568649"/>
                  </a:lnTo>
                  <a:lnTo>
                    <a:pt x="2145634" y="2568649"/>
                  </a:lnTo>
                  <a:lnTo>
                    <a:pt x="2145728" y="2568649"/>
                  </a:lnTo>
                  <a:lnTo>
                    <a:pt x="2145822" y="2568649"/>
                  </a:lnTo>
                  <a:lnTo>
                    <a:pt x="2145916" y="2568649"/>
                  </a:lnTo>
                  <a:lnTo>
                    <a:pt x="2146010" y="2568649"/>
                  </a:lnTo>
                  <a:lnTo>
                    <a:pt x="2146104" y="2568649"/>
                  </a:lnTo>
                  <a:lnTo>
                    <a:pt x="2146199" y="2568649"/>
                  </a:lnTo>
                  <a:lnTo>
                    <a:pt x="2146293" y="2568649"/>
                  </a:lnTo>
                  <a:lnTo>
                    <a:pt x="2146387" y="2568649"/>
                  </a:lnTo>
                  <a:lnTo>
                    <a:pt x="2146481" y="2568649"/>
                  </a:lnTo>
                  <a:lnTo>
                    <a:pt x="2146575" y="2568649"/>
                  </a:lnTo>
                  <a:lnTo>
                    <a:pt x="2146669" y="2568649"/>
                  </a:lnTo>
                  <a:lnTo>
                    <a:pt x="2146764" y="2568649"/>
                  </a:lnTo>
                  <a:lnTo>
                    <a:pt x="2146858" y="2568649"/>
                  </a:lnTo>
                  <a:lnTo>
                    <a:pt x="2146952" y="2568649"/>
                  </a:lnTo>
                  <a:lnTo>
                    <a:pt x="2147046" y="2568649"/>
                  </a:lnTo>
                  <a:lnTo>
                    <a:pt x="2147140" y="2568649"/>
                  </a:lnTo>
                  <a:lnTo>
                    <a:pt x="2147234" y="2568649"/>
                  </a:lnTo>
                  <a:lnTo>
                    <a:pt x="2147328" y="2568649"/>
                  </a:lnTo>
                  <a:lnTo>
                    <a:pt x="2147423" y="2568649"/>
                  </a:lnTo>
                  <a:lnTo>
                    <a:pt x="2147517" y="2568649"/>
                  </a:lnTo>
                  <a:lnTo>
                    <a:pt x="2147611" y="2568649"/>
                  </a:lnTo>
                  <a:lnTo>
                    <a:pt x="2147705" y="2568649"/>
                  </a:lnTo>
                  <a:lnTo>
                    <a:pt x="2147799" y="2568649"/>
                  </a:lnTo>
                  <a:lnTo>
                    <a:pt x="2147893" y="2568649"/>
                  </a:lnTo>
                  <a:lnTo>
                    <a:pt x="2147988" y="2568649"/>
                  </a:lnTo>
                  <a:lnTo>
                    <a:pt x="2148082" y="2568649"/>
                  </a:lnTo>
                  <a:lnTo>
                    <a:pt x="2148176" y="2568649"/>
                  </a:lnTo>
                  <a:lnTo>
                    <a:pt x="2148270" y="2568649"/>
                  </a:lnTo>
                  <a:lnTo>
                    <a:pt x="2148364" y="2568649"/>
                  </a:lnTo>
                  <a:lnTo>
                    <a:pt x="2148458" y="2568649"/>
                  </a:lnTo>
                  <a:lnTo>
                    <a:pt x="2148552" y="2568649"/>
                  </a:lnTo>
                  <a:lnTo>
                    <a:pt x="2148647" y="2568649"/>
                  </a:lnTo>
                  <a:lnTo>
                    <a:pt x="2148741" y="2568649"/>
                  </a:lnTo>
                  <a:lnTo>
                    <a:pt x="2148835" y="2568649"/>
                  </a:lnTo>
                  <a:lnTo>
                    <a:pt x="2148929" y="2568649"/>
                  </a:lnTo>
                  <a:lnTo>
                    <a:pt x="2149023" y="2568649"/>
                  </a:lnTo>
                  <a:lnTo>
                    <a:pt x="2149117" y="2568649"/>
                  </a:lnTo>
                  <a:lnTo>
                    <a:pt x="2149212" y="2568649"/>
                  </a:lnTo>
                  <a:lnTo>
                    <a:pt x="2149212" y="2563737"/>
                  </a:lnTo>
                  <a:lnTo>
                    <a:pt x="2149306" y="2563737"/>
                  </a:lnTo>
                  <a:lnTo>
                    <a:pt x="2149400" y="2563737"/>
                  </a:lnTo>
                  <a:lnTo>
                    <a:pt x="2149494" y="2563737"/>
                  </a:lnTo>
                  <a:lnTo>
                    <a:pt x="2149588" y="2563737"/>
                  </a:lnTo>
                  <a:lnTo>
                    <a:pt x="2149682" y="2563737"/>
                  </a:lnTo>
                  <a:lnTo>
                    <a:pt x="2149776" y="2563737"/>
                  </a:lnTo>
                  <a:lnTo>
                    <a:pt x="2149871" y="2563737"/>
                  </a:lnTo>
                  <a:lnTo>
                    <a:pt x="2149965" y="2563737"/>
                  </a:lnTo>
                  <a:lnTo>
                    <a:pt x="2150059" y="2563737"/>
                  </a:lnTo>
                  <a:lnTo>
                    <a:pt x="2150153" y="2563737"/>
                  </a:lnTo>
                  <a:lnTo>
                    <a:pt x="2150247" y="2563737"/>
                  </a:lnTo>
                  <a:lnTo>
                    <a:pt x="2150341" y="2563737"/>
                  </a:lnTo>
                  <a:lnTo>
                    <a:pt x="2150435" y="2563737"/>
                  </a:lnTo>
                  <a:lnTo>
                    <a:pt x="2150530" y="2563737"/>
                  </a:lnTo>
                  <a:lnTo>
                    <a:pt x="2150624" y="2563737"/>
                  </a:lnTo>
                  <a:lnTo>
                    <a:pt x="2150718" y="2563737"/>
                  </a:lnTo>
                  <a:lnTo>
                    <a:pt x="2150812" y="2563737"/>
                  </a:lnTo>
                  <a:lnTo>
                    <a:pt x="2150906" y="2563737"/>
                  </a:lnTo>
                  <a:lnTo>
                    <a:pt x="2151000" y="2563737"/>
                  </a:lnTo>
                  <a:lnTo>
                    <a:pt x="2151095" y="2563737"/>
                  </a:lnTo>
                  <a:lnTo>
                    <a:pt x="2151189" y="2563737"/>
                  </a:lnTo>
                  <a:lnTo>
                    <a:pt x="2151283" y="2563737"/>
                  </a:lnTo>
                  <a:lnTo>
                    <a:pt x="2151377" y="2563737"/>
                  </a:lnTo>
                  <a:lnTo>
                    <a:pt x="2151471" y="2563737"/>
                  </a:lnTo>
                  <a:lnTo>
                    <a:pt x="2151565" y="2563737"/>
                  </a:lnTo>
                  <a:lnTo>
                    <a:pt x="2151659" y="2563737"/>
                  </a:lnTo>
                  <a:lnTo>
                    <a:pt x="2151754" y="2563737"/>
                  </a:lnTo>
                  <a:lnTo>
                    <a:pt x="2151848" y="2563737"/>
                  </a:lnTo>
                  <a:lnTo>
                    <a:pt x="2151942" y="2563737"/>
                  </a:lnTo>
                  <a:lnTo>
                    <a:pt x="2152036" y="2563737"/>
                  </a:lnTo>
                  <a:lnTo>
                    <a:pt x="2152130" y="2563737"/>
                  </a:lnTo>
                  <a:lnTo>
                    <a:pt x="2152224" y="2563737"/>
                  </a:lnTo>
                  <a:lnTo>
                    <a:pt x="2152319" y="2563737"/>
                  </a:lnTo>
                  <a:lnTo>
                    <a:pt x="2152413" y="2563737"/>
                  </a:lnTo>
                  <a:lnTo>
                    <a:pt x="2152507" y="2563737"/>
                  </a:lnTo>
                  <a:lnTo>
                    <a:pt x="2152601" y="2563737"/>
                  </a:lnTo>
                  <a:lnTo>
                    <a:pt x="2152695" y="2563737"/>
                  </a:lnTo>
                  <a:lnTo>
                    <a:pt x="2152789" y="2563737"/>
                  </a:lnTo>
                  <a:lnTo>
                    <a:pt x="2152883" y="2563737"/>
                  </a:lnTo>
                  <a:lnTo>
                    <a:pt x="2152978" y="2563737"/>
                  </a:lnTo>
                  <a:lnTo>
                    <a:pt x="2153072" y="2563737"/>
                  </a:lnTo>
                  <a:lnTo>
                    <a:pt x="2153166" y="2563737"/>
                  </a:lnTo>
                  <a:lnTo>
                    <a:pt x="2153260" y="2563737"/>
                  </a:lnTo>
                  <a:lnTo>
                    <a:pt x="2153354" y="2563737"/>
                  </a:lnTo>
                  <a:lnTo>
                    <a:pt x="2153448" y="2563737"/>
                  </a:lnTo>
                  <a:lnTo>
                    <a:pt x="2153543" y="2563737"/>
                  </a:lnTo>
                  <a:lnTo>
                    <a:pt x="2153637" y="2563737"/>
                  </a:lnTo>
                  <a:lnTo>
                    <a:pt x="2153731" y="2563737"/>
                  </a:lnTo>
                  <a:lnTo>
                    <a:pt x="2153825" y="2563737"/>
                  </a:lnTo>
                  <a:lnTo>
                    <a:pt x="2153919" y="2563737"/>
                  </a:lnTo>
                  <a:lnTo>
                    <a:pt x="2153919" y="2558826"/>
                  </a:lnTo>
                  <a:lnTo>
                    <a:pt x="2154013" y="2558826"/>
                  </a:lnTo>
                  <a:lnTo>
                    <a:pt x="2154107" y="2558826"/>
                  </a:lnTo>
                  <a:lnTo>
                    <a:pt x="2154202" y="2558826"/>
                  </a:lnTo>
                  <a:lnTo>
                    <a:pt x="2154296" y="2558826"/>
                  </a:lnTo>
                  <a:lnTo>
                    <a:pt x="2154390" y="2558826"/>
                  </a:lnTo>
                  <a:lnTo>
                    <a:pt x="2154484" y="2558826"/>
                  </a:lnTo>
                  <a:lnTo>
                    <a:pt x="2154578" y="2558826"/>
                  </a:lnTo>
                  <a:lnTo>
                    <a:pt x="2154672" y="2558826"/>
                  </a:lnTo>
                  <a:lnTo>
                    <a:pt x="2154766" y="2558826"/>
                  </a:lnTo>
                  <a:lnTo>
                    <a:pt x="2154861" y="2558826"/>
                  </a:lnTo>
                  <a:lnTo>
                    <a:pt x="2154955" y="2558826"/>
                  </a:lnTo>
                  <a:lnTo>
                    <a:pt x="2155049" y="2558826"/>
                  </a:lnTo>
                  <a:lnTo>
                    <a:pt x="2155143" y="2558826"/>
                  </a:lnTo>
                  <a:lnTo>
                    <a:pt x="2155237" y="2558826"/>
                  </a:lnTo>
                  <a:lnTo>
                    <a:pt x="2155331" y="2558826"/>
                  </a:lnTo>
                  <a:lnTo>
                    <a:pt x="2155426" y="2558826"/>
                  </a:lnTo>
                  <a:lnTo>
                    <a:pt x="2155520" y="2558826"/>
                  </a:lnTo>
                  <a:lnTo>
                    <a:pt x="2155614" y="2558826"/>
                  </a:lnTo>
                  <a:lnTo>
                    <a:pt x="2155708" y="2558826"/>
                  </a:lnTo>
                  <a:lnTo>
                    <a:pt x="2155802" y="2558826"/>
                  </a:lnTo>
                  <a:lnTo>
                    <a:pt x="2155896" y="2558826"/>
                  </a:lnTo>
                  <a:lnTo>
                    <a:pt x="2155990" y="2558826"/>
                  </a:lnTo>
                  <a:lnTo>
                    <a:pt x="2156085" y="2558826"/>
                  </a:lnTo>
                  <a:lnTo>
                    <a:pt x="2156179" y="2558826"/>
                  </a:lnTo>
                  <a:lnTo>
                    <a:pt x="2156273" y="2558826"/>
                  </a:lnTo>
                  <a:lnTo>
                    <a:pt x="2156367" y="2558826"/>
                  </a:lnTo>
                  <a:lnTo>
                    <a:pt x="2156461" y="2558826"/>
                  </a:lnTo>
                  <a:lnTo>
                    <a:pt x="2156555" y="2558826"/>
                  </a:lnTo>
                  <a:lnTo>
                    <a:pt x="2156650" y="2558826"/>
                  </a:lnTo>
                  <a:lnTo>
                    <a:pt x="2156744" y="2558826"/>
                  </a:lnTo>
                  <a:lnTo>
                    <a:pt x="2156838" y="2558826"/>
                  </a:lnTo>
                  <a:lnTo>
                    <a:pt x="2156932" y="2558826"/>
                  </a:lnTo>
                  <a:lnTo>
                    <a:pt x="2157026" y="2558826"/>
                  </a:lnTo>
                  <a:lnTo>
                    <a:pt x="2157120" y="2558826"/>
                  </a:lnTo>
                  <a:lnTo>
                    <a:pt x="2157214" y="2558826"/>
                  </a:lnTo>
                  <a:lnTo>
                    <a:pt x="2157309" y="2558826"/>
                  </a:lnTo>
                  <a:lnTo>
                    <a:pt x="2157403" y="2558826"/>
                  </a:lnTo>
                  <a:lnTo>
                    <a:pt x="2157497" y="2558826"/>
                  </a:lnTo>
                  <a:lnTo>
                    <a:pt x="2157591" y="2558826"/>
                  </a:lnTo>
                  <a:lnTo>
                    <a:pt x="2157685" y="2558826"/>
                  </a:lnTo>
                  <a:lnTo>
                    <a:pt x="2157779" y="2558826"/>
                  </a:lnTo>
                  <a:lnTo>
                    <a:pt x="2157874" y="2558826"/>
                  </a:lnTo>
                  <a:lnTo>
                    <a:pt x="2157968" y="2558826"/>
                  </a:lnTo>
                  <a:lnTo>
                    <a:pt x="2158062" y="2558826"/>
                  </a:lnTo>
                  <a:lnTo>
                    <a:pt x="2158156" y="2558826"/>
                  </a:lnTo>
                  <a:lnTo>
                    <a:pt x="2158156" y="2553914"/>
                  </a:lnTo>
                  <a:lnTo>
                    <a:pt x="2158250" y="2553914"/>
                  </a:lnTo>
                  <a:lnTo>
                    <a:pt x="2158344" y="2553914"/>
                  </a:lnTo>
                  <a:lnTo>
                    <a:pt x="2158438" y="2553914"/>
                  </a:lnTo>
                  <a:lnTo>
                    <a:pt x="2158533" y="2553914"/>
                  </a:lnTo>
                  <a:lnTo>
                    <a:pt x="2158627" y="2553914"/>
                  </a:lnTo>
                  <a:lnTo>
                    <a:pt x="2158721" y="2553914"/>
                  </a:lnTo>
                  <a:lnTo>
                    <a:pt x="2158815" y="2553914"/>
                  </a:lnTo>
                  <a:lnTo>
                    <a:pt x="2158815" y="2549003"/>
                  </a:lnTo>
                  <a:lnTo>
                    <a:pt x="2158909" y="2549003"/>
                  </a:lnTo>
                  <a:lnTo>
                    <a:pt x="2159003" y="2549003"/>
                  </a:lnTo>
                  <a:lnTo>
                    <a:pt x="2159097" y="2549003"/>
                  </a:lnTo>
                  <a:lnTo>
                    <a:pt x="2159192" y="2549003"/>
                  </a:lnTo>
                  <a:lnTo>
                    <a:pt x="2159286" y="2549003"/>
                  </a:lnTo>
                  <a:lnTo>
                    <a:pt x="2159380" y="2549003"/>
                  </a:lnTo>
                  <a:lnTo>
                    <a:pt x="2159474" y="2549003"/>
                  </a:lnTo>
                  <a:lnTo>
                    <a:pt x="2159568" y="2549003"/>
                  </a:lnTo>
                  <a:lnTo>
                    <a:pt x="2159662" y="2549003"/>
                  </a:lnTo>
                  <a:lnTo>
                    <a:pt x="2159757" y="2549003"/>
                  </a:lnTo>
                  <a:lnTo>
                    <a:pt x="2159851" y="2549003"/>
                  </a:lnTo>
                  <a:lnTo>
                    <a:pt x="2159945" y="2549003"/>
                  </a:lnTo>
                  <a:lnTo>
                    <a:pt x="2160039" y="2549003"/>
                  </a:lnTo>
                  <a:lnTo>
                    <a:pt x="2160133" y="2549003"/>
                  </a:lnTo>
                  <a:lnTo>
                    <a:pt x="2160227" y="2549003"/>
                  </a:lnTo>
                  <a:lnTo>
                    <a:pt x="2160321" y="2549003"/>
                  </a:lnTo>
                  <a:lnTo>
                    <a:pt x="2160416" y="2549003"/>
                  </a:lnTo>
                  <a:lnTo>
                    <a:pt x="2160510" y="2549003"/>
                  </a:lnTo>
                  <a:lnTo>
                    <a:pt x="2160604" y="2549003"/>
                  </a:lnTo>
                  <a:lnTo>
                    <a:pt x="2160698" y="2549003"/>
                  </a:lnTo>
                  <a:lnTo>
                    <a:pt x="2160792" y="2549003"/>
                  </a:lnTo>
                  <a:lnTo>
                    <a:pt x="2160886" y="2549003"/>
                  </a:lnTo>
                  <a:lnTo>
                    <a:pt x="2160981" y="2549003"/>
                  </a:lnTo>
                  <a:lnTo>
                    <a:pt x="2161075" y="2549003"/>
                  </a:lnTo>
                  <a:lnTo>
                    <a:pt x="2161169" y="2549003"/>
                  </a:lnTo>
                  <a:lnTo>
                    <a:pt x="2161263" y="2549003"/>
                  </a:lnTo>
                  <a:lnTo>
                    <a:pt x="2161357" y="2549003"/>
                  </a:lnTo>
                  <a:lnTo>
                    <a:pt x="2161451" y="2549003"/>
                  </a:lnTo>
                  <a:lnTo>
                    <a:pt x="2161545" y="2549003"/>
                  </a:lnTo>
                  <a:lnTo>
                    <a:pt x="2161640" y="2549003"/>
                  </a:lnTo>
                  <a:lnTo>
                    <a:pt x="2161734" y="2549003"/>
                  </a:lnTo>
                  <a:lnTo>
                    <a:pt x="2161828" y="2549003"/>
                  </a:lnTo>
                  <a:lnTo>
                    <a:pt x="2161922" y="2549003"/>
                  </a:lnTo>
                  <a:lnTo>
                    <a:pt x="2162016" y="2549003"/>
                  </a:lnTo>
                  <a:lnTo>
                    <a:pt x="2162110" y="2549003"/>
                  </a:lnTo>
                  <a:lnTo>
                    <a:pt x="2162205" y="2549003"/>
                  </a:lnTo>
                  <a:lnTo>
                    <a:pt x="2162299" y="2549003"/>
                  </a:lnTo>
                  <a:lnTo>
                    <a:pt x="2162393" y="2549003"/>
                  </a:lnTo>
                  <a:lnTo>
                    <a:pt x="2162487" y="2549003"/>
                  </a:lnTo>
                  <a:lnTo>
                    <a:pt x="2162581" y="2549003"/>
                  </a:lnTo>
                  <a:lnTo>
                    <a:pt x="2162675" y="2549003"/>
                  </a:lnTo>
                  <a:lnTo>
                    <a:pt x="2162769" y="2549003"/>
                  </a:lnTo>
                  <a:lnTo>
                    <a:pt x="2162864" y="2549003"/>
                  </a:lnTo>
                  <a:lnTo>
                    <a:pt x="2162958" y="2549003"/>
                  </a:lnTo>
                  <a:lnTo>
                    <a:pt x="2163052" y="2549003"/>
                  </a:lnTo>
                  <a:lnTo>
                    <a:pt x="2163146" y="2549003"/>
                  </a:lnTo>
                  <a:lnTo>
                    <a:pt x="2163240" y="2549003"/>
                  </a:lnTo>
                  <a:lnTo>
                    <a:pt x="2163334" y="2549003"/>
                  </a:lnTo>
                  <a:lnTo>
                    <a:pt x="2163429" y="2549003"/>
                  </a:lnTo>
                  <a:lnTo>
                    <a:pt x="2163523" y="2549003"/>
                  </a:lnTo>
                  <a:lnTo>
                    <a:pt x="2163617" y="2549003"/>
                  </a:lnTo>
                  <a:lnTo>
                    <a:pt x="2163711" y="2549003"/>
                  </a:lnTo>
                  <a:lnTo>
                    <a:pt x="2163805" y="2549003"/>
                  </a:lnTo>
                  <a:lnTo>
                    <a:pt x="2163899" y="2549003"/>
                  </a:lnTo>
                  <a:lnTo>
                    <a:pt x="2163993" y="2549003"/>
                  </a:lnTo>
                  <a:lnTo>
                    <a:pt x="2164088" y="2549003"/>
                  </a:lnTo>
                  <a:lnTo>
                    <a:pt x="2164182" y="2549003"/>
                  </a:lnTo>
                  <a:lnTo>
                    <a:pt x="2164276" y="2549003"/>
                  </a:lnTo>
                  <a:lnTo>
                    <a:pt x="2164370" y="2549003"/>
                  </a:lnTo>
                  <a:lnTo>
                    <a:pt x="2164464" y="2549003"/>
                  </a:lnTo>
                  <a:lnTo>
                    <a:pt x="2164558" y="2549003"/>
                  </a:lnTo>
                  <a:lnTo>
                    <a:pt x="2164652" y="2549003"/>
                  </a:lnTo>
                  <a:lnTo>
                    <a:pt x="2164747" y="2549003"/>
                  </a:lnTo>
                  <a:lnTo>
                    <a:pt x="2164841" y="2549003"/>
                  </a:lnTo>
                  <a:lnTo>
                    <a:pt x="2164935" y="2549003"/>
                  </a:lnTo>
                  <a:lnTo>
                    <a:pt x="2165029" y="2549003"/>
                  </a:lnTo>
                  <a:lnTo>
                    <a:pt x="2165123" y="2549003"/>
                  </a:lnTo>
                  <a:lnTo>
                    <a:pt x="2165217" y="2549003"/>
                  </a:lnTo>
                  <a:lnTo>
                    <a:pt x="2165312" y="2549003"/>
                  </a:lnTo>
                  <a:lnTo>
                    <a:pt x="2165406" y="2549003"/>
                  </a:lnTo>
                  <a:lnTo>
                    <a:pt x="2165500" y="2549003"/>
                  </a:lnTo>
                  <a:lnTo>
                    <a:pt x="2165594" y="2549003"/>
                  </a:lnTo>
                  <a:lnTo>
                    <a:pt x="2165688" y="2549003"/>
                  </a:lnTo>
                  <a:lnTo>
                    <a:pt x="2165782" y="2549003"/>
                  </a:lnTo>
                  <a:lnTo>
                    <a:pt x="2165876" y="2549003"/>
                  </a:lnTo>
                  <a:lnTo>
                    <a:pt x="2165971" y="2549003"/>
                  </a:lnTo>
                  <a:lnTo>
                    <a:pt x="2166065" y="2549003"/>
                  </a:lnTo>
                  <a:lnTo>
                    <a:pt x="2166159" y="2549003"/>
                  </a:lnTo>
                  <a:lnTo>
                    <a:pt x="2166253" y="2549003"/>
                  </a:lnTo>
                  <a:lnTo>
                    <a:pt x="2166347" y="2549003"/>
                  </a:lnTo>
                  <a:lnTo>
                    <a:pt x="2166441" y="2549003"/>
                  </a:lnTo>
                  <a:lnTo>
                    <a:pt x="2166536" y="2549003"/>
                  </a:lnTo>
                  <a:lnTo>
                    <a:pt x="2166630" y="2549003"/>
                  </a:lnTo>
                  <a:lnTo>
                    <a:pt x="2166724" y="2549003"/>
                  </a:lnTo>
                  <a:lnTo>
                    <a:pt x="2166818" y="2549003"/>
                  </a:lnTo>
                  <a:lnTo>
                    <a:pt x="2166912" y="2549003"/>
                  </a:lnTo>
                  <a:lnTo>
                    <a:pt x="2167006" y="2549003"/>
                  </a:lnTo>
                  <a:lnTo>
                    <a:pt x="2167100" y="2549003"/>
                  </a:lnTo>
                  <a:lnTo>
                    <a:pt x="2167195" y="2549003"/>
                  </a:lnTo>
                  <a:lnTo>
                    <a:pt x="2167289" y="2549003"/>
                  </a:lnTo>
                  <a:lnTo>
                    <a:pt x="2167383" y="2549003"/>
                  </a:lnTo>
                  <a:lnTo>
                    <a:pt x="2167477" y="2549003"/>
                  </a:lnTo>
                  <a:lnTo>
                    <a:pt x="2167571" y="2549003"/>
                  </a:lnTo>
                  <a:lnTo>
                    <a:pt x="2167665" y="2549003"/>
                  </a:lnTo>
                  <a:lnTo>
                    <a:pt x="2167760" y="2549003"/>
                  </a:lnTo>
                  <a:lnTo>
                    <a:pt x="2167854" y="2549003"/>
                  </a:lnTo>
                  <a:lnTo>
                    <a:pt x="2167948" y="2549003"/>
                  </a:lnTo>
                  <a:lnTo>
                    <a:pt x="2168042" y="2549003"/>
                  </a:lnTo>
                  <a:lnTo>
                    <a:pt x="2168136" y="2549003"/>
                  </a:lnTo>
                  <a:lnTo>
                    <a:pt x="2168230" y="2549003"/>
                  </a:lnTo>
                  <a:lnTo>
                    <a:pt x="2168324" y="2549003"/>
                  </a:lnTo>
                  <a:lnTo>
                    <a:pt x="2168419" y="2549003"/>
                  </a:lnTo>
                  <a:lnTo>
                    <a:pt x="2168513" y="2549003"/>
                  </a:lnTo>
                  <a:lnTo>
                    <a:pt x="2168607" y="2549003"/>
                  </a:lnTo>
                  <a:lnTo>
                    <a:pt x="2168701" y="2549003"/>
                  </a:lnTo>
                  <a:lnTo>
                    <a:pt x="2168795" y="2549003"/>
                  </a:lnTo>
                  <a:lnTo>
                    <a:pt x="2168889" y="2549003"/>
                  </a:lnTo>
                  <a:lnTo>
                    <a:pt x="2168983" y="2549003"/>
                  </a:lnTo>
                  <a:lnTo>
                    <a:pt x="2169078" y="2549003"/>
                  </a:lnTo>
                  <a:lnTo>
                    <a:pt x="2169172" y="2549003"/>
                  </a:lnTo>
                  <a:lnTo>
                    <a:pt x="2169266" y="2549003"/>
                  </a:lnTo>
                  <a:lnTo>
                    <a:pt x="2169360" y="2549003"/>
                  </a:lnTo>
                  <a:lnTo>
                    <a:pt x="2169454" y="2549003"/>
                  </a:lnTo>
                  <a:lnTo>
                    <a:pt x="2169548" y="2549003"/>
                  </a:lnTo>
                  <a:lnTo>
                    <a:pt x="2169643" y="2549003"/>
                  </a:lnTo>
                  <a:lnTo>
                    <a:pt x="2169737" y="2549003"/>
                  </a:lnTo>
                  <a:lnTo>
                    <a:pt x="2169831" y="2549003"/>
                  </a:lnTo>
                  <a:lnTo>
                    <a:pt x="2169925" y="2549003"/>
                  </a:lnTo>
                  <a:lnTo>
                    <a:pt x="2169925" y="2544092"/>
                  </a:lnTo>
                  <a:lnTo>
                    <a:pt x="2170019" y="2544092"/>
                  </a:lnTo>
                  <a:lnTo>
                    <a:pt x="2170113" y="2544092"/>
                  </a:lnTo>
                  <a:lnTo>
                    <a:pt x="2170207" y="2544092"/>
                  </a:lnTo>
                  <a:lnTo>
                    <a:pt x="2170302" y="2544092"/>
                  </a:lnTo>
                  <a:lnTo>
                    <a:pt x="2170396" y="2544092"/>
                  </a:lnTo>
                  <a:lnTo>
                    <a:pt x="2170490" y="2544092"/>
                  </a:lnTo>
                  <a:lnTo>
                    <a:pt x="2170584" y="2544092"/>
                  </a:lnTo>
                  <a:lnTo>
                    <a:pt x="2170678" y="2544092"/>
                  </a:lnTo>
                  <a:lnTo>
                    <a:pt x="2170772" y="2544092"/>
                  </a:lnTo>
                  <a:lnTo>
                    <a:pt x="2170867" y="2544092"/>
                  </a:lnTo>
                  <a:lnTo>
                    <a:pt x="2170961" y="2544092"/>
                  </a:lnTo>
                  <a:lnTo>
                    <a:pt x="2171055" y="2544092"/>
                  </a:lnTo>
                  <a:lnTo>
                    <a:pt x="2171149" y="2544092"/>
                  </a:lnTo>
                  <a:lnTo>
                    <a:pt x="2171243" y="2544092"/>
                  </a:lnTo>
                  <a:lnTo>
                    <a:pt x="2171337" y="2544092"/>
                  </a:lnTo>
                  <a:lnTo>
                    <a:pt x="2171431" y="2544092"/>
                  </a:lnTo>
                  <a:lnTo>
                    <a:pt x="2171526" y="2544092"/>
                  </a:lnTo>
                  <a:lnTo>
                    <a:pt x="2171620" y="2544092"/>
                  </a:lnTo>
                  <a:lnTo>
                    <a:pt x="2171714" y="2544092"/>
                  </a:lnTo>
                  <a:lnTo>
                    <a:pt x="2171808" y="2544092"/>
                  </a:lnTo>
                  <a:lnTo>
                    <a:pt x="2171902" y="2544092"/>
                  </a:lnTo>
                  <a:lnTo>
                    <a:pt x="2171996" y="2544092"/>
                  </a:lnTo>
                  <a:lnTo>
                    <a:pt x="2172091" y="2544092"/>
                  </a:lnTo>
                  <a:lnTo>
                    <a:pt x="2172185" y="2544092"/>
                  </a:lnTo>
                  <a:lnTo>
                    <a:pt x="2172279" y="2544092"/>
                  </a:lnTo>
                  <a:lnTo>
                    <a:pt x="2172373" y="2544092"/>
                  </a:lnTo>
                  <a:lnTo>
                    <a:pt x="2172467" y="2544092"/>
                  </a:lnTo>
                  <a:lnTo>
                    <a:pt x="2172561" y="2544092"/>
                  </a:lnTo>
                  <a:lnTo>
                    <a:pt x="2172561" y="2539180"/>
                  </a:lnTo>
                  <a:lnTo>
                    <a:pt x="2172655" y="2539180"/>
                  </a:lnTo>
                  <a:lnTo>
                    <a:pt x="2172750" y="2539180"/>
                  </a:lnTo>
                  <a:lnTo>
                    <a:pt x="2172844" y="2539180"/>
                  </a:lnTo>
                  <a:lnTo>
                    <a:pt x="2172938" y="2539180"/>
                  </a:lnTo>
                  <a:lnTo>
                    <a:pt x="2173032" y="2539180"/>
                  </a:lnTo>
                  <a:lnTo>
                    <a:pt x="2173126" y="2539180"/>
                  </a:lnTo>
                  <a:lnTo>
                    <a:pt x="2173220" y="2539180"/>
                  </a:lnTo>
                  <a:lnTo>
                    <a:pt x="2173314" y="2539180"/>
                  </a:lnTo>
                  <a:lnTo>
                    <a:pt x="2173409" y="2539180"/>
                  </a:lnTo>
                  <a:lnTo>
                    <a:pt x="2173503" y="2539180"/>
                  </a:lnTo>
                  <a:lnTo>
                    <a:pt x="2173597" y="2539180"/>
                  </a:lnTo>
                  <a:lnTo>
                    <a:pt x="2173691" y="2539180"/>
                  </a:lnTo>
                  <a:lnTo>
                    <a:pt x="2173785" y="2539180"/>
                  </a:lnTo>
                  <a:lnTo>
                    <a:pt x="2173879" y="2539180"/>
                  </a:lnTo>
                  <a:lnTo>
                    <a:pt x="2173974" y="2539180"/>
                  </a:lnTo>
                  <a:lnTo>
                    <a:pt x="2174068" y="2539180"/>
                  </a:lnTo>
                  <a:lnTo>
                    <a:pt x="2174162" y="2539180"/>
                  </a:lnTo>
                  <a:lnTo>
                    <a:pt x="2174256" y="2539180"/>
                  </a:lnTo>
                  <a:lnTo>
                    <a:pt x="2174350" y="2539180"/>
                  </a:lnTo>
                  <a:lnTo>
                    <a:pt x="2174444" y="2539180"/>
                  </a:lnTo>
                  <a:lnTo>
                    <a:pt x="2174538" y="2539180"/>
                  </a:lnTo>
                  <a:lnTo>
                    <a:pt x="2174633" y="2539180"/>
                  </a:lnTo>
                  <a:lnTo>
                    <a:pt x="2174727" y="2539180"/>
                  </a:lnTo>
                  <a:lnTo>
                    <a:pt x="2174821" y="2539180"/>
                  </a:lnTo>
                  <a:lnTo>
                    <a:pt x="2174915" y="2539180"/>
                  </a:lnTo>
                  <a:lnTo>
                    <a:pt x="2175009" y="2539180"/>
                  </a:lnTo>
                  <a:lnTo>
                    <a:pt x="2175103" y="2539180"/>
                  </a:lnTo>
                  <a:lnTo>
                    <a:pt x="2175198" y="2539180"/>
                  </a:lnTo>
                  <a:lnTo>
                    <a:pt x="2175292" y="2539180"/>
                  </a:lnTo>
                  <a:lnTo>
                    <a:pt x="2175386" y="2539180"/>
                  </a:lnTo>
                  <a:lnTo>
                    <a:pt x="2175480" y="2539180"/>
                  </a:lnTo>
                  <a:lnTo>
                    <a:pt x="2175574" y="2539180"/>
                  </a:lnTo>
                  <a:lnTo>
                    <a:pt x="2175668" y="2539180"/>
                  </a:lnTo>
                  <a:lnTo>
                    <a:pt x="2175762" y="2539180"/>
                  </a:lnTo>
                  <a:lnTo>
                    <a:pt x="2175857" y="2539180"/>
                  </a:lnTo>
                  <a:lnTo>
                    <a:pt x="2175951" y="2539180"/>
                  </a:lnTo>
                  <a:lnTo>
                    <a:pt x="2176045" y="2539180"/>
                  </a:lnTo>
                  <a:lnTo>
                    <a:pt x="2176139" y="2539180"/>
                  </a:lnTo>
                  <a:lnTo>
                    <a:pt x="2176233" y="2539180"/>
                  </a:lnTo>
                  <a:lnTo>
                    <a:pt x="2176327" y="2539180"/>
                  </a:lnTo>
                  <a:lnTo>
                    <a:pt x="2176422" y="2539180"/>
                  </a:lnTo>
                  <a:lnTo>
                    <a:pt x="2176516" y="2539180"/>
                  </a:lnTo>
                  <a:lnTo>
                    <a:pt x="2176610" y="2539180"/>
                  </a:lnTo>
                  <a:lnTo>
                    <a:pt x="2176704" y="2539180"/>
                  </a:lnTo>
                  <a:lnTo>
                    <a:pt x="2176798" y="2539180"/>
                  </a:lnTo>
                  <a:lnTo>
                    <a:pt x="2176892" y="2539180"/>
                  </a:lnTo>
                  <a:lnTo>
                    <a:pt x="2176986" y="2539180"/>
                  </a:lnTo>
                  <a:lnTo>
                    <a:pt x="2177081" y="2539180"/>
                  </a:lnTo>
                  <a:lnTo>
                    <a:pt x="2177175" y="2539180"/>
                  </a:lnTo>
                  <a:lnTo>
                    <a:pt x="2177269" y="2539180"/>
                  </a:lnTo>
                  <a:lnTo>
                    <a:pt x="2177363" y="2539180"/>
                  </a:lnTo>
                  <a:lnTo>
                    <a:pt x="2177457" y="2539180"/>
                  </a:lnTo>
                  <a:lnTo>
                    <a:pt x="2177551" y="2539180"/>
                  </a:lnTo>
                  <a:lnTo>
                    <a:pt x="2177645" y="2539180"/>
                  </a:lnTo>
                  <a:lnTo>
                    <a:pt x="2177740" y="2539180"/>
                  </a:lnTo>
                  <a:lnTo>
                    <a:pt x="2177834" y="2539180"/>
                  </a:lnTo>
                  <a:lnTo>
                    <a:pt x="2177928" y="2539180"/>
                  </a:lnTo>
                  <a:lnTo>
                    <a:pt x="2178022" y="2539180"/>
                  </a:lnTo>
                  <a:lnTo>
                    <a:pt x="2178116" y="2539180"/>
                  </a:lnTo>
                  <a:lnTo>
                    <a:pt x="2178210" y="2539180"/>
                  </a:lnTo>
                  <a:lnTo>
                    <a:pt x="2178305" y="2539180"/>
                  </a:lnTo>
                  <a:lnTo>
                    <a:pt x="2178399" y="2539180"/>
                  </a:lnTo>
                  <a:lnTo>
                    <a:pt x="2178493" y="2539180"/>
                  </a:lnTo>
                  <a:lnTo>
                    <a:pt x="2178587" y="2539180"/>
                  </a:lnTo>
                  <a:lnTo>
                    <a:pt x="2178681" y="2539180"/>
                  </a:lnTo>
                  <a:lnTo>
                    <a:pt x="2178775" y="2539180"/>
                  </a:lnTo>
                  <a:lnTo>
                    <a:pt x="2178869" y="2539180"/>
                  </a:lnTo>
                  <a:lnTo>
                    <a:pt x="2178964" y="2539180"/>
                  </a:lnTo>
                  <a:lnTo>
                    <a:pt x="2179058" y="2539180"/>
                  </a:lnTo>
                  <a:lnTo>
                    <a:pt x="2179152" y="2539180"/>
                  </a:lnTo>
                  <a:lnTo>
                    <a:pt x="2179246" y="2539180"/>
                  </a:lnTo>
                  <a:lnTo>
                    <a:pt x="2179340" y="2539180"/>
                  </a:lnTo>
                  <a:lnTo>
                    <a:pt x="2179434" y="2539180"/>
                  </a:lnTo>
                  <a:lnTo>
                    <a:pt x="2179529" y="2539180"/>
                  </a:lnTo>
                  <a:lnTo>
                    <a:pt x="2179623" y="2539180"/>
                  </a:lnTo>
                  <a:lnTo>
                    <a:pt x="2179717" y="2539180"/>
                  </a:lnTo>
                  <a:lnTo>
                    <a:pt x="2179811" y="2539180"/>
                  </a:lnTo>
                  <a:lnTo>
                    <a:pt x="2179905" y="2539180"/>
                  </a:lnTo>
                  <a:lnTo>
                    <a:pt x="2179999" y="2539180"/>
                  </a:lnTo>
                  <a:lnTo>
                    <a:pt x="2180093" y="2539180"/>
                  </a:lnTo>
                  <a:lnTo>
                    <a:pt x="2180188" y="2539180"/>
                  </a:lnTo>
                  <a:lnTo>
                    <a:pt x="2180282" y="2539180"/>
                  </a:lnTo>
                  <a:lnTo>
                    <a:pt x="2180376" y="2539180"/>
                  </a:lnTo>
                  <a:lnTo>
                    <a:pt x="2180470" y="2539180"/>
                  </a:lnTo>
                  <a:lnTo>
                    <a:pt x="2180564" y="2539180"/>
                  </a:lnTo>
                  <a:lnTo>
                    <a:pt x="2180658" y="2539180"/>
                  </a:lnTo>
                  <a:lnTo>
                    <a:pt x="2180753" y="2539180"/>
                  </a:lnTo>
                  <a:lnTo>
                    <a:pt x="2180847" y="2539180"/>
                  </a:lnTo>
                  <a:lnTo>
                    <a:pt x="2180941" y="2539180"/>
                  </a:lnTo>
                  <a:lnTo>
                    <a:pt x="2181035" y="2539180"/>
                  </a:lnTo>
                  <a:lnTo>
                    <a:pt x="2181129" y="2539180"/>
                  </a:lnTo>
                  <a:lnTo>
                    <a:pt x="2181223" y="2539180"/>
                  </a:lnTo>
                  <a:lnTo>
                    <a:pt x="2181317" y="2539180"/>
                  </a:lnTo>
                  <a:lnTo>
                    <a:pt x="2181412" y="2539180"/>
                  </a:lnTo>
                  <a:lnTo>
                    <a:pt x="2181506" y="2539180"/>
                  </a:lnTo>
                  <a:lnTo>
                    <a:pt x="2181600" y="2539180"/>
                  </a:lnTo>
                  <a:lnTo>
                    <a:pt x="2181694" y="2539180"/>
                  </a:lnTo>
                  <a:lnTo>
                    <a:pt x="2181788" y="2539180"/>
                  </a:lnTo>
                  <a:lnTo>
                    <a:pt x="2181882" y="2539180"/>
                  </a:lnTo>
                  <a:lnTo>
                    <a:pt x="2181976" y="2539180"/>
                  </a:lnTo>
                  <a:lnTo>
                    <a:pt x="2182071" y="2539180"/>
                  </a:lnTo>
                  <a:lnTo>
                    <a:pt x="2182165" y="2539180"/>
                  </a:lnTo>
                  <a:lnTo>
                    <a:pt x="2182259" y="2539180"/>
                  </a:lnTo>
                  <a:lnTo>
                    <a:pt x="2182353" y="2539180"/>
                  </a:lnTo>
                  <a:lnTo>
                    <a:pt x="2182447" y="2539180"/>
                  </a:lnTo>
                  <a:lnTo>
                    <a:pt x="2182541" y="2539180"/>
                  </a:lnTo>
                  <a:lnTo>
                    <a:pt x="2182636" y="2539180"/>
                  </a:lnTo>
                  <a:lnTo>
                    <a:pt x="2182730" y="2539180"/>
                  </a:lnTo>
                  <a:lnTo>
                    <a:pt x="2182824" y="2539180"/>
                  </a:lnTo>
                  <a:lnTo>
                    <a:pt x="2182918" y="2539180"/>
                  </a:lnTo>
                  <a:lnTo>
                    <a:pt x="2183012" y="2539180"/>
                  </a:lnTo>
                  <a:lnTo>
                    <a:pt x="2183106" y="2539180"/>
                  </a:lnTo>
                  <a:lnTo>
                    <a:pt x="2183200" y="2539180"/>
                  </a:lnTo>
                  <a:lnTo>
                    <a:pt x="2183295" y="2539180"/>
                  </a:lnTo>
                  <a:lnTo>
                    <a:pt x="2183389" y="2539180"/>
                  </a:lnTo>
                  <a:lnTo>
                    <a:pt x="2183483" y="2539180"/>
                  </a:lnTo>
                  <a:lnTo>
                    <a:pt x="2183577" y="2539180"/>
                  </a:lnTo>
                  <a:lnTo>
                    <a:pt x="2183671" y="2539180"/>
                  </a:lnTo>
                  <a:lnTo>
                    <a:pt x="2183765" y="2539180"/>
                  </a:lnTo>
                  <a:lnTo>
                    <a:pt x="2183860" y="2539180"/>
                  </a:lnTo>
                  <a:lnTo>
                    <a:pt x="2183954" y="2539180"/>
                  </a:lnTo>
                  <a:lnTo>
                    <a:pt x="2184048" y="2539180"/>
                  </a:lnTo>
                  <a:lnTo>
                    <a:pt x="2184142" y="2539180"/>
                  </a:lnTo>
                  <a:lnTo>
                    <a:pt x="2184236" y="2539180"/>
                  </a:lnTo>
                  <a:lnTo>
                    <a:pt x="2184330" y="2539180"/>
                  </a:lnTo>
                  <a:lnTo>
                    <a:pt x="2184424" y="2539180"/>
                  </a:lnTo>
                  <a:lnTo>
                    <a:pt x="2184519" y="2539180"/>
                  </a:lnTo>
                  <a:lnTo>
                    <a:pt x="2184613" y="2539180"/>
                  </a:lnTo>
                  <a:lnTo>
                    <a:pt x="2184707" y="2539180"/>
                  </a:lnTo>
                  <a:lnTo>
                    <a:pt x="2184801" y="2539180"/>
                  </a:lnTo>
                  <a:lnTo>
                    <a:pt x="2184895" y="2539180"/>
                  </a:lnTo>
                  <a:lnTo>
                    <a:pt x="2184989" y="2539180"/>
                  </a:lnTo>
                  <a:lnTo>
                    <a:pt x="2185084" y="2539180"/>
                  </a:lnTo>
                  <a:lnTo>
                    <a:pt x="2185178" y="2539180"/>
                  </a:lnTo>
                  <a:lnTo>
                    <a:pt x="2185272" y="2539180"/>
                  </a:lnTo>
                  <a:lnTo>
                    <a:pt x="2185366" y="2539180"/>
                  </a:lnTo>
                  <a:lnTo>
                    <a:pt x="2185460" y="2539180"/>
                  </a:lnTo>
                  <a:lnTo>
                    <a:pt x="2185554" y="2539180"/>
                  </a:lnTo>
                  <a:lnTo>
                    <a:pt x="2185648" y="2539180"/>
                  </a:lnTo>
                  <a:lnTo>
                    <a:pt x="2185743" y="2539180"/>
                  </a:lnTo>
                  <a:lnTo>
                    <a:pt x="2185837" y="2539180"/>
                  </a:lnTo>
                  <a:lnTo>
                    <a:pt x="2185931" y="2539180"/>
                  </a:lnTo>
                  <a:lnTo>
                    <a:pt x="2186025" y="2539180"/>
                  </a:lnTo>
                  <a:lnTo>
                    <a:pt x="2186119" y="2539180"/>
                  </a:lnTo>
                  <a:lnTo>
                    <a:pt x="2186213" y="2539180"/>
                  </a:lnTo>
                  <a:lnTo>
                    <a:pt x="2186307" y="2539180"/>
                  </a:lnTo>
                  <a:lnTo>
                    <a:pt x="2186402" y="2539180"/>
                  </a:lnTo>
                  <a:lnTo>
                    <a:pt x="2186496" y="2539180"/>
                  </a:lnTo>
                  <a:lnTo>
                    <a:pt x="2186590" y="2539180"/>
                  </a:lnTo>
                  <a:lnTo>
                    <a:pt x="2186590" y="2534269"/>
                  </a:lnTo>
                  <a:lnTo>
                    <a:pt x="2186684" y="2534269"/>
                  </a:lnTo>
                  <a:lnTo>
                    <a:pt x="2186778" y="2534269"/>
                  </a:lnTo>
                  <a:lnTo>
                    <a:pt x="2186872" y="2534269"/>
                  </a:lnTo>
                  <a:lnTo>
                    <a:pt x="2186872" y="2529358"/>
                  </a:lnTo>
                  <a:lnTo>
                    <a:pt x="2186967" y="2529358"/>
                  </a:lnTo>
                  <a:lnTo>
                    <a:pt x="2187061" y="2529358"/>
                  </a:lnTo>
                  <a:lnTo>
                    <a:pt x="2187155" y="2529358"/>
                  </a:lnTo>
                  <a:lnTo>
                    <a:pt x="2187249" y="2529358"/>
                  </a:lnTo>
                  <a:lnTo>
                    <a:pt x="2187343" y="2529358"/>
                  </a:lnTo>
                  <a:lnTo>
                    <a:pt x="2187437" y="2529358"/>
                  </a:lnTo>
                  <a:lnTo>
                    <a:pt x="2187531" y="2529358"/>
                  </a:lnTo>
                  <a:lnTo>
                    <a:pt x="2187626" y="2529358"/>
                  </a:lnTo>
                  <a:lnTo>
                    <a:pt x="2187720" y="2529358"/>
                  </a:lnTo>
                  <a:lnTo>
                    <a:pt x="2187814" y="2529358"/>
                  </a:lnTo>
                  <a:lnTo>
                    <a:pt x="2187908" y="2529358"/>
                  </a:lnTo>
                  <a:lnTo>
                    <a:pt x="2188002" y="2529358"/>
                  </a:lnTo>
                  <a:lnTo>
                    <a:pt x="2188096" y="2529358"/>
                  </a:lnTo>
                  <a:lnTo>
                    <a:pt x="2188191" y="2529358"/>
                  </a:lnTo>
                  <a:lnTo>
                    <a:pt x="2188285" y="2529358"/>
                  </a:lnTo>
                  <a:lnTo>
                    <a:pt x="2188379" y="2529358"/>
                  </a:lnTo>
                  <a:lnTo>
                    <a:pt x="2188473" y="2529358"/>
                  </a:lnTo>
                  <a:lnTo>
                    <a:pt x="2188567" y="2529358"/>
                  </a:lnTo>
                  <a:lnTo>
                    <a:pt x="2188661" y="2529358"/>
                  </a:lnTo>
                  <a:lnTo>
                    <a:pt x="2188755" y="2529358"/>
                  </a:lnTo>
                  <a:lnTo>
                    <a:pt x="2188850" y="2529358"/>
                  </a:lnTo>
                  <a:lnTo>
                    <a:pt x="2188944" y="2529358"/>
                  </a:lnTo>
                  <a:lnTo>
                    <a:pt x="2189038" y="2529358"/>
                  </a:lnTo>
                  <a:lnTo>
                    <a:pt x="2189132" y="2529358"/>
                  </a:lnTo>
                  <a:lnTo>
                    <a:pt x="2189226" y="2529358"/>
                  </a:lnTo>
                  <a:lnTo>
                    <a:pt x="2189320" y="2529358"/>
                  </a:lnTo>
                  <a:lnTo>
                    <a:pt x="2189415" y="2529358"/>
                  </a:lnTo>
                  <a:lnTo>
                    <a:pt x="2189509" y="2529358"/>
                  </a:lnTo>
                  <a:lnTo>
                    <a:pt x="2189603" y="2529358"/>
                  </a:lnTo>
                  <a:lnTo>
                    <a:pt x="2189697" y="2529358"/>
                  </a:lnTo>
                  <a:lnTo>
                    <a:pt x="2189791" y="2529358"/>
                  </a:lnTo>
                  <a:lnTo>
                    <a:pt x="2189885" y="2529358"/>
                  </a:lnTo>
                  <a:lnTo>
                    <a:pt x="2189979" y="2529358"/>
                  </a:lnTo>
                  <a:lnTo>
                    <a:pt x="2190074" y="2529358"/>
                  </a:lnTo>
                  <a:lnTo>
                    <a:pt x="2190168" y="2529358"/>
                  </a:lnTo>
                  <a:lnTo>
                    <a:pt x="2190262" y="2529358"/>
                  </a:lnTo>
                  <a:lnTo>
                    <a:pt x="2190356" y="2529358"/>
                  </a:lnTo>
                  <a:lnTo>
                    <a:pt x="2190450" y="2529358"/>
                  </a:lnTo>
                  <a:lnTo>
                    <a:pt x="2190544" y="2529358"/>
                  </a:lnTo>
                  <a:lnTo>
                    <a:pt x="2190638" y="2529358"/>
                  </a:lnTo>
                  <a:lnTo>
                    <a:pt x="2190638" y="2524446"/>
                  </a:lnTo>
                  <a:lnTo>
                    <a:pt x="2190733" y="2524446"/>
                  </a:lnTo>
                  <a:lnTo>
                    <a:pt x="2190827" y="2524446"/>
                  </a:lnTo>
                  <a:lnTo>
                    <a:pt x="2190921" y="2524446"/>
                  </a:lnTo>
                  <a:lnTo>
                    <a:pt x="2190921" y="2519535"/>
                  </a:lnTo>
                  <a:lnTo>
                    <a:pt x="2191015" y="2519535"/>
                  </a:lnTo>
                  <a:lnTo>
                    <a:pt x="2191109" y="2519535"/>
                  </a:lnTo>
                  <a:lnTo>
                    <a:pt x="2191203" y="2519535"/>
                  </a:lnTo>
                  <a:lnTo>
                    <a:pt x="2191298" y="2519535"/>
                  </a:lnTo>
                  <a:lnTo>
                    <a:pt x="2191392" y="2519535"/>
                  </a:lnTo>
                  <a:lnTo>
                    <a:pt x="2191486" y="2519535"/>
                  </a:lnTo>
                  <a:lnTo>
                    <a:pt x="2191580" y="2519535"/>
                  </a:lnTo>
                  <a:lnTo>
                    <a:pt x="2191674" y="2519535"/>
                  </a:lnTo>
                  <a:lnTo>
                    <a:pt x="2191768" y="2519535"/>
                  </a:lnTo>
                  <a:lnTo>
                    <a:pt x="2191862" y="2519535"/>
                  </a:lnTo>
                  <a:lnTo>
                    <a:pt x="2191957" y="2519535"/>
                  </a:lnTo>
                  <a:lnTo>
                    <a:pt x="2192051" y="2519535"/>
                  </a:lnTo>
                  <a:lnTo>
                    <a:pt x="2192145" y="2519535"/>
                  </a:lnTo>
                  <a:lnTo>
                    <a:pt x="2192239" y="2519535"/>
                  </a:lnTo>
                  <a:lnTo>
                    <a:pt x="2192333" y="2519535"/>
                  </a:lnTo>
                  <a:lnTo>
                    <a:pt x="2192427" y="2519535"/>
                  </a:lnTo>
                  <a:lnTo>
                    <a:pt x="2192522" y="2519535"/>
                  </a:lnTo>
                  <a:lnTo>
                    <a:pt x="2192616" y="2519535"/>
                  </a:lnTo>
                  <a:lnTo>
                    <a:pt x="2192710" y="2519535"/>
                  </a:lnTo>
                  <a:lnTo>
                    <a:pt x="2192804" y="2519535"/>
                  </a:lnTo>
                  <a:lnTo>
                    <a:pt x="2192898" y="2519535"/>
                  </a:lnTo>
                  <a:lnTo>
                    <a:pt x="2192992" y="2519535"/>
                  </a:lnTo>
                  <a:lnTo>
                    <a:pt x="2193086" y="2519535"/>
                  </a:lnTo>
                  <a:lnTo>
                    <a:pt x="2193181" y="2519535"/>
                  </a:lnTo>
                  <a:lnTo>
                    <a:pt x="2193275" y="2519535"/>
                  </a:lnTo>
                  <a:lnTo>
                    <a:pt x="2193369" y="2519535"/>
                  </a:lnTo>
                  <a:lnTo>
                    <a:pt x="2193463" y="2519535"/>
                  </a:lnTo>
                  <a:lnTo>
                    <a:pt x="2193557" y="2519535"/>
                  </a:lnTo>
                  <a:lnTo>
                    <a:pt x="2193651" y="2519535"/>
                  </a:lnTo>
                  <a:lnTo>
                    <a:pt x="2193746" y="2519535"/>
                  </a:lnTo>
                  <a:lnTo>
                    <a:pt x="2193840" y="2519535"/>
                  </a:lnTo>
                  <a:lnTo>
                    <a:pt x="2193934" y="2519535"/>
                  </a:lnTo>
                  <a:lnTo>
                    <a:pt x="2194028" y="2519535"/>
                  </a:lnTo>
                  <a:lnTo>
                    <a:pt x="2194122" y="2519535"/>
                  </a:lnTo>
                  <a:lnTo>
                    <a:pt x="2194216" y="2519535"/>
                  </a:lnTo>
                  <a:lnTo>
                    <a:pt x="2194310" y="2519535"/>
                  </a:lnTo>
                  <a:lnTo>
                    <a:pt x="2194405" y="2519535"/>
                  </a:lnTo>
                  <a:lnTo>
                    <a:pt x="2194499" y="2519535"/>
                  </a:lnTo>
                  <a:lnTo>
                    <a:pt x="2194593" y="2519535"/>
                  </a:lnTo>
                  <a:lnTo>
                    <a:pt x="2194687" y="2519535"/>
                  </a:lnTo>
                  <a:lnTo>
                    <a:pt x="2194781" y="2519535"/>
                  </a:lnTo>
                  <a:lnTo>
                    <a:pt x="2194875" y="2519535"/>
                  </a:lnTo>
                  <a:lnTo>
                    <a:pt x="2194969" y="2519535"/>
                  </a:lnTo>
                  <a:lnTo>
                    <a:pt x="2195064" y="2519535"/>
                  </a:lnTo>
                  <a:lnTo>
                    <a:pt x="2195158" y="2519535"/>
                  </a:lnTo>
                  <a:lnTo>
                    <a:pt x="2195252" y="2519535"/>
                  </a:lnTo>
                  <a:lnTo>
                    <a:pt x="2195346" y="2519535"/>
                  </a:lnTo>
                  <a:lnTo>
                    <a:pt x="2195440" y="2519535"/>
                  </a:lnTo>
                  <a:lnTo>
                    <a:pt x="2195534" y="2519535"/>
                  </a:lnTo>
                  <a:lnTo>
                    <a:pt x="2195629" y="2519535"/>
                  </a:lnTo>
                  <a:lnTo>
                    <a:pt x="2195723" y="2519535"/>
                  </a:lnTo>
                  <a:lnTo>
                    <a:pt x="2195817" y="2519535"/>
                  </a:lnTo>
                  <a:lnTo>
                    <a:pt x="2195911" y="2519535"/>
                  </a:lnTo>
                  <a:lnTo>
                    <a:pt x="2196005" y="2519535"/>
                  </a:lnTo>
                  <a:lnTo>
                    <a:pt x="2196099" y="2519535"/>
                  </a:lnTo>
                  <a:lnTo>
                    <a:pt x="2196193" y="2519535"/>
                  </a:lnTo>
                  <a:lnTo>
                    <a:pt x="2196288" y="2519535"/>
                  </a:lnTo>
                  <a:lnTo>
                    <a:pt x="2196382" y="2519535"/>
                  </a:lnTo>
                  <a:lnTo>
                    <a:pt x="2196476" y="2519535"/>
                  </a:lnTo>
                  <a:lnTo>
                    <a:pt x="2196570" y="2519535"/>
                  </a:lnTo>
                  <a:lnTo>
                    <a:pt x="2196664" y="2519535"/>
                  </a:lnTo>
                  <a:lnTo>
                    <a:pt x="2196664" y="2514623"/>
                  </a:lnTo>
                  <a:lnTo>
                    <a:pt x="2196758" y="2514623"/>
                  </a:lnTo>
                  <a:lnTo>
                    <a:pt x="2196853" y="2514623"/>
                  </a:lnTo>
                  <a:lnTo>
                    <a:pt x="2196947" y="2514623"/>
                  </a:lnTo>
                  <a:lnTo>
                    <a:pt x="2197041" y="2514623"/>
                  </a:lnTo>
                  <a:lnTo>
                    <a:pt x="2197135" y="2514623"/>
                  </a:lnTo>
                  <a:lnTo>
                    <a:pt x="2197229" y="2514623"/>
                  </a:lnTo>
                  <a:lnTo>
                    <a:pt x="2197323" y="2514623"/>
                  </a:lnTo>
                  <a:lnTo>
                    <a:pt x="2197417" y="2514623"/>
                  </a:lnTo>
                  <a:lnTo>
                    <a:pt x="2197512" y="2514623"/>
                  </a:lnTo>
                  <a:lnTo>
                    <a:pt x="2197606" y="2514623"/>
                  </a:lnTo>
                  <a:lnTo>
                    <a:pt x="2197700" y="2514623"/>
                  </a:lnTo>
                  <a:lnTo>
                    <a:pt x="2197794" y="2514623"/>
                  </a:lnTo>
                  <a:lnTo>
                    <a:pt x="2197888" y="2514623"/>
                  </a:lnTo>
                  <a:lnTo>
                    <a:pt x="2197982" y="2514623"/>
                  </a:lnTo>
                  <a:lnTo>
                    <a:pt x="2198077" y="2514623"/>
                  </a:lnTo>
                  <a:lnTo>
                    <a:pt x="2198171" y="2514623"/>
                  </a:lnTo>
                  <a:lnTo>
                    <a:pt x="2198265" y="2514623"/>
                  </a:lnTo>
                  <a:lnTo>
                    <a:pt x="2198359" y="2514623"/>
                  </a:lnTo>
                  <a:lnTo>
                    <a:pt x="2198453" y="2514623"/>
                  </a:lnTo>
                  <a:lnTo>
                    <a:pt x="2198547" y="2514623"/>
                  </a:lnTo>
                  <a:lnTo>
                    <a:pt x="2198641" y="2514623"/>
                  </a:lnTo>
                  <a:lnTo>
                    <a:pt x="2198736" y="2514623"/>
                  </a:lnTo>
                  <a:lnTo>
                    <a:pt x="2198830" y="2514623"/>
                  </a:lnTo>
                  <a:lnTo>
                    <a:pt x="2198924" y="2514623"/>
                  </a:lnTo>
                  <a:lnTo>
                    <a:pt x="2199018" y="2514623"/>
                  </a:lnTo>
                  <a:lnTo>
                    <a:pt x="2199112" y="2514623"/>
                  </a:lnTo>
                  <a:lnTo>
                    <a:pt x="2199206" y="2514623"/>
                  </a:lnTo>
                  <a:lnTo>
                    <a:pt x="2199300" y="2514623"/>
                  </a:lnTo>
                  <a:lnTo>
                    <a:pt x="2199395" y="2514623"/>
                  </a:lnTo>
                  <a:lnTo>
                    <a:pt x="2199489" y="2514623"/>
                  </a:lnTo>
                  <a:lnTo>
                    <a:pt x="2199583" y="2514623"/>
                  </a:lnTo>
                  <a:lnTo>
                    <a:pt x="2199677" y="2514623"/>
                  </a:lnTo>
                  <a:lnTo>
                    <a:pt x="2199771" y="2514623"/>
                  </a:lnTo>
                  <a:lnTo>
                    <a:pt x="2199865" y="2514623"/>
                  </a:lnTo>
                  <a:lnTo>
                    <a:pt x="2199960" y="2514623"/>
                  </a:lnTo>
                  <a:lnTo>
                    <a:pt x="2200054" y="2514623"/>
                  </a:lnTo>
                  <a:lnTo>
                    <a:pt x="2200148" y="2514623"/>
                  </a:lnTo>
                  <a:lnTo>
                    <a:pt x="2200148" y="2509712"/>
                  </a:lnTo>
                  <a:lnTo>
                    <a:pt x="2200242" y="2509712"/>
                  </a:lnTo>
                  <a:lnTo>
                    <a:pt x="2200336" y="2509712"/>
                  </a:lnTo>
                  <a:lnTo>
                    <a:pt x="2200430" y="2509712"/>
                  </a:lnTo>
                  <a:lnTo>
                    <a:pt x="2200524" y="2509712"/>
                  </a:lnTo>
                  <a:lnTo>
                    <a:pt x="2200619" y="2509712"/>
                  </a:lnTo>
                  <a:lnTo>
                    <a:pt x="2200713" y="2509712"/>
                  </a:lnTo>
                  <a:lnTo>
                    <a:pt x="2200807" y="2509712"/>
                  </a:lnTo>
                  <a:lnTo>
                    <a:pt x="2200901" y="2509712"/>
                  </a:lnTo>
                  <a:lnTo>
                    <a:pt x="2200995" y="2509712"/>
                  </a:lnTo>
                  <a:lnTo>
                    <a:pt x="2201089" y="2509712"/>
                  </a:lnTo>
                  <a:lnTo>
                    <a:pt x="2201184" y="2509712"/>
                  </a:lnTo>
                  <a:lnTo>
                    <a:pt x="2201278" y="2509712"/>
                  </a:lnTo>
                  <a:lnTo>
                    <a:pt x="2201372" y="2509712"/>
                  </a:lnTo>
                  <a:lnTo>
                    <a:pt x="2201466" y="2509712"/>
                  </a:lnTo>
                  <a:lnTo>
                    <a:pt x="2201560" y="2509712"/>
                  </a:lnTo>
                  <a:lnTo>
                    <a:pt x="2201654" y="2509712"/>
                  </a:lnTo>
                  <a:lnTo>
                    <a:pt x="2201748" y="2509712"/>
                  </a:lnTo>
                  <a:lnTo>
                    <a:pt x="2201843" y="2509712"/>
                  </a:lnTo>
                  <a:lnTo>
                    <a:pt x="2201937" y="2509712"/>
                  </a:lnTo>
                  <a:lnTo>
                    <a:pt x="2202031" y="2509712"/>
                  </a:lnTo>
                  <a:lnTo>
                    <a:pt x="2202125" y="2509712"/>
                  </a:lnTo>
                  <a:lnTo>
                    <a:pt x="2202219" y="2509712"/>
                  </a:lnTo>
                  <a:lnTo>
                    <a:pt x="2202313" y="2509712"/>
                  </a:lnTo>
                  <a:lnTo>
                    <a:pt x="2202408" y="2509712"/>
                  </a:lnTo>
                  <a:lnTo>
                    <a:pt x="2202502" y="2509712"/>
                  </a:lnTo>
                  <a:lnTo>
                    <a:pt x="2202596" y="2509712"/>
                  </a:lnTo>
                  <a:lnTo>
                    <a:pt x="2202690" y="2509712"/>
                  </a:lnTo>
                  <a:lnTo>
                    <a:pt x="2202784" y="2509712"/>
                  </a:lnTo>
                  <a:lnTo>
                    <a:pt x="2202878" y="2509712"/>
                  </a:lnTo>
                  <a:lnTo>
                    <a:pt x="2202972" y="2509712"/>
                  </a:lnTo>
                  <a:lnTo>
                    <a:pt x="2203067" y="2509712"/>
                  </a:lnTo>
                  <a:lnTo>
                    <a:pt x="2203161" y="2509712"/>
                  </a:lnTo>
                  <a:lnTo>
                    <a:pt x="2203255" y="2509712"/>
                  </a:lnTo>
                  <a:lnTo>
                    <a:pt x="2203349" y="2509712"/>
                  </a:lnTo>
                  <a:lnTo>
                    <a:pt x="2203443" y="2509712"/>
                  </a:lnTo>
                  <a:lnTo>
                    <a:pt x="2203537" y="2509712"/>
                  </a:lnTo>
                  <a:lnTo>
                    <a:pt x="2203631" y="2509712"/>
                  </a:lnTo>
                  <a:lnTo>
                    <a:pt x="2203726" y="2509712"/>
                  </a:lnTo>
                  <a:lnTo>
                    <a:pt x="2203820" y="2509712"/>
                  </a:lnTo>
                  <a:lnTo>
                    <a:pt x="2203914" y="2509712"/>
                  </a:lnTo>
                  <a:lnTo>
                    <a:pt x="2204008" y="2509712"/>
                  </a:lnTo>
                  <a:lnTo>
                    <a:pt x="2204102" y="2509712"/>
                  </a:lnTo>
                  <a:lnTo>
                    <a:pt x="2204196" y="2509712"/>
                  </a:lnTo>
                  <a:lnTo>
                    <a:pt x="2204291" y="2509712"/>
                  </a:lnTo>
                  <a:lnTo>
                    <a:pt x="2204385" y="2509712"/>
                  </a:lnTo>
                  <a:lnTo>
                    <a:pt x="2204479" y="2509712"/>
                  </a:lnTo>
                  <a:lnTo>
                    <a:pt x="2204573" y="2509712"/>
                  </a:lnTo>
                  <a:lnTo>
                    <a:pt x="2204667" y="2509712"/>
                  </a:lnTo>
                  <a:lnTo>
                    <a:pt x="2204761" y="2509712"/>
                  </a:lnTo>
                  <a:lnTo>
                    <a:pt x="2204855" y="2509712"/>
                  </a:lnTo>
                  <a:lnTo>
                    <a:pt x="2204950" y="2509712"/>
                  </a:lnTo>
                  <a:lnTo>
                    <a:pt x="2205044" y="2509712"/>
                  </a:lnTo>
                  <a:lnTo>
                    <a:pt x="2205138" y="2509712"/>
                  </a:lnTo>
                  <a:lnTo>
                    <a:pt x="2205232" y="2509712"/>
                  </a:lnTo>
                  <a:lnTo>
                    <a:pt x="2205326" y="2509712"/>
                  </a:lnTo>
                  <a:lnTo>
                    <a:pt x="2205420" y="2509712"/>
                  </a:lnTo>
                  <a:lnTo>
                    <a:pt x="2205515" y="2509712"/>
                  </a:lnTo>
                  <a:lnTo>
                    <a:pt x="2205609" y="2509712"/>
                  </a:lnTo>
                  <a:lnTo>
                    <a:pt x="2205703" y="2509712"/>
                  </a:lnTo>
                  <a:lnTo>
                    <a:pt x="2205797" y="2509712"/>
                  </a:lnTo>
                  <a:lnTo>
                    <a:pt x="2205891" y="2509712"/>
                  </a:lnTo>
                  <a:lnTo>
                    <a:pt x="2205985" y="2509712"/>
                  </a:lnTo>
                  <a:lnTo>
                    <a:pt x="2206079" y="2509712"/>
                  </a:lnTo>
                  <a:lnTo>
                    <a:pt x="2206174" y="2509712"/>
                  </a:lnTo>
                  <a:lnTo>
                    <a:pt x="2206268" y="2509712"/>
                  </a:lnTo>
                  <a:lnTo>
                    <a:pt x="2206362" y="2509712"/>
                  </a:lnTo>
                  <a:lnTo>
                    <a:pt x="2206456" y="2509712"/>
                  </a:lnTo>
                  <a:lnTo>
                    <a:pt x="2206550" y="2509712"/>
                  </a:lnTo>
                  <a:lnTo>
                    <a:pt x="2206644" y="2509712"/>
                  </a:lnTo>
                  <a:lnTo>
                    <a:pt x="2206739" y="2509712"/>
                  </a:lnTo>
                  <a:lnTo>
                    <a:pt x="2206833" y="2509712"/>
                  </a:lnTo>
                  <a:lnTo>
                    <a:pt x="2206927" y="2509712"/>
                  </a:lnTo>
                  <a:lnTo>
                    <a:pt x="2207021" y="2509712"/>
                  </a:lnTo>
                  <a:lnTo>
                    <a:pt x="2207115" y="2509712"/>
                  </a:lnTo>
                  <a:lnTo>
                    <a:pt x="2207115" y="2504801"/>
                  </a:lnTo>
                  <a:lnTo>
                    <a:pt x="2207209" y="2504801"/>
                  </a:lnTo>
                  <a:lnTo>
                    <a:pt x="2207303" y="2504801"/>
                  </a:lnTo>
                  <a:lnTo>
                    <a:pt x="2207398" y="2504801"/>
                  </a:lnTo>
                  <a:lnTo>
                    <a:pt x="2207492" y="2504801"/>
                  </a:lnTo>
                  <a:lnTo>
                    <a:pt x="2207586" y="2504801"/>
                  </a:lnTo>
                  <a:lnTo>
                    <a:pt x="2207680" y="2504801"/>
                  </a:lnTo>
                  <a:lnTo>
                    <a:pt x="2207774" y="2504801"/>
                  </a:lnTo>
                  <a:lnTo>
                    <a:pt x="2207868" y="2504801"/>
                  </a:lnTo>
                  <a:lnTo>
                    <a:pt x="2207962" y="2504801"/>
                  </a:lnTo>
                  <a:lnTo>
                    <a:pt x="2208057" y="2504801"/>
                  </a:lnTo>
                  <a:lnTo>
                    <a:pt x="2208151" y="2504801"/>
                  </a:lnTo>
                  <a:lnTo>
                    <a:pt x="2208245" y="2504801"/>
                  </a:lnTo>
                  <a:lnTo>
                    <a:pt x="2208339" y="2504801"/>
                  </a:lnTo>
                  <a:lnTo>
                    <a:pt x="2208433" y="2504801"/>
                  </a:lnTo>
                  <a:lnTo>
                    <a:pt x="2208527" y="2504801"/>
                  </a:lnTo>
                  <a:lnTo>
                    <a:pt x="2208622" y="2504801"/>
                  </a:lnTo>
                  <a:lnTo>
                    <a:pt x="2208716" y="2504801"/>
                  </a:lnTo>
                  <a:lnTo>
                    <a:pt x="2208810" y="2504801"/>
                  </a:lnTo>
                  <a:lnTo>
                    <a:pt x="2208904" y="2504801"/>
                  </a:lnTo>
                  <a:lnTo>
                    <a:pt x="2208998" y="2504801"/>
                  </a:lnTo>
                  <a:lnTo>
                    <a:pt x="2209092" y="2504801"/>
                  </a:lnTo>
                  <a:lnTo>
                    <a:pt x="2209186" y="2504801"/>
                  </a:lnTo>
                  <a:lnTo>
                    <a:pt x="2209281" y="2504801"/>
                  </a:lnTo>
                  <a:lnTo>
                    <a:pt x="2209375" y="2504801"/>
                  </a:lnTo>
                  <a:lnTo>
                    <a:pt x="2209469" y="2504801"/>
                  </a:lnTo>
                  <a:lnTo>
                    <a:pt x="2209563" y="2504801"/>
                  </a:lnTo>
                  <a:lnTo>
                    <a:pt x="2209657" y="2504801"/>
                  </a:lnTo>
                  <a:lnTo>
                    <a:pt x="2209751" y="2504801"/>
                  </a:lnTo>
                  <a:lnTo>
                    <a:pt x="2209846" y="2504801"/>
                  </a:lnTo>
                  <a:lnTo>
                    <a:pt x="2209940" y="2504801"/>
                  </a:lnTo>
                  <a:lnTo>
                    <a:pt x="2210034" y="2504801"/>
                  </a:lnTo>
                  <a:lnTo>
                    <a:pt x="2210128" y="2504801"/>
                  </a:lnTo>
                  <a:lnTo>
                    <a:pt x="2210222" y="2504801"/>
                  </a:lnTo>
                  <a:lnTo>
                    <a:pt x="2210316" y="2504801"/>
                  </a:lnTo>
                  <a:lnTo>
                    <a:pt x="2210410" y="2504801"/>
                  </a:lnTo>
                  <a:lnTo>
                    <a:pt x="2210505" y="2504801"/>
                  </a:lnTo>
                  <a:lnTo>
                    <a:pt x="2210599" y="2504801"/>
                  </a:lnTo>
                  <a:lnTo>
                    <a:pt x="2210693" y="2504801"/>
                  </a:lnTo>
                  <a:lnTo>
                    <a:pt x="2210787" y="2504801"/>
                  </a:lnTo>
                  <a:lnTo>
                    <a:pt x="2210881" y="2504801"/>
                  </a:lnTo>
                  <a:lnTo>
                    <a:pt x="2210975" y="2504801"/>
                  </a:lnTo>
                  <a:lnTo>
                    <a:pt x="2211070" y="2504801"/>
                  </a:lnTo>
                  <a:lnTo>
                    <a:pt x="2211164" y="2504801"/>
                  </a:lnTo>
                  <a:lnTo>
                    <a:pt x="2211258" y="2504801"/>
                  </a:lnTo>
                  <a:lnTo>
                    <a:pt x="2211352" y="2504801"/>
                  </a:lnTo>
                  <a:lnTo>
                    <a:pt x="2211446" y="2504801"/>
                  </a:lnTo>
                  <a:lnTo>
                    <a:pt x="2211540" y="2504801"/>
                  </a:lnTo>
                  <a:lnTo>
                    <a:pt x="2211634" y="2504801"/>
                  </a:lnTo>
                  <a:lnTo>
                    <a:pt x="2211729" y="2504801"/>
                  </a:lnTo>
                  <a:lnTo>
                    <a:pt x="2211823" y="2504801"/>
                  </a:lnTo>
                  <a:lnTo>
                    <a:pt x="2211917" y="2504801"/>
                  </a:lnTo>
                  <a:lnTo>
                    <a:pt x="2212011" y="2504801"/>
                  </a:lnTo>
                  <a:lnTo>
                    <a:pt x="2212105" y="2504801"/>
                  </a:lnTo>
                  <a:lnTo>
                    <a:pt x="2212199" y="2504801"/>
                  </a:lnTo>
                  <a:lnTo>
                    <a:pt x="2212293" y="2504801"/>
                  </a:lnTo>
                  <a:lnTo>
                    <a:pt x="2212388" y="2504801"/>
                  </a:lnTo>
                  <a:lnTo>
                    <a:pt x="2212482" y="2504801"/>
                  </a:lnTo>
                  <a:lnTo>
                    <a:pt x="2212576" y="2504801"/>
                  </a:lnTo>
                  <a:lnTo>
                    <a:pt x="2212670" y="2504801"/>
                  </a:lnTo>
                  <a:lnTo>
                    <a:pt x="2212764" y="2504801"/>
                  </a:lnTo>
                  <a:lnTo>
                    <a:pt x="2212858" y="2504801"/>
                  </a:lnTo>
                  <a:lnTo>
                    <a:pt x="2212953" y="2504801"/>
                  </a:lnTo>
                  <a:lnTo>
                    <a:pt x="2213047" y="2504801"/>
                  </a:lnTo>
                  <a:lnTo>
                    <a:pt x="2213141" y="2504801"/>
                  </a:lnTo>
                  <a:lnTo>
                    <a:pt x="2213235" y="2504801"/>
                  </a:lnTo>
                  <a:lnTo>
                    <a:pt x="2213329" y="2504801"/>
                  </a:lnTo>
                  <a:lnTo>
                    <a:pt x="2213423" y="2504801"/>
                  </a:lnTo>
                  <a:lnTo>
                    <a:pt x="2213517" y="2504801"/>
                  </a:lnTo>
                  <a:lnTo>
                    <a:pt x="2213612" y="2504801"/>
                  </a:lnTo>
                  <a:lnTo>
                    <a:pt x="2213706" y="2504801"/>
                  </a:lnTo>
                  <a:lnTo>
                    <a:pt x="2213800" y="2504801"/>
                  </a:lnTo>
                  <a:lnTo>
                    <a:pt x="2213894" y="2504801"/>
                  </a:lnTo>
                  <a:lnTo>
                    <a:pt x="2213988" y="2504801"/>
                  </a:lnTo>
                  <a:lnTo>
                    <a:pt x="2214082" y="2504801"/>
                  </a:lnTo>
                  <a:lnTo>
                    <a:pt x="2214177" y="2504801"/>
                  </a:lnTo>
                  <a:lnTo>
                    <a:pt x="2214271" y="2504801"/>
                  </a:lnTo>
                  <a:lnTo>
                    <a:pt x="2214365" y="2504801"/>
                  </a:lnTo>
                  <a:lnTo>
                    <a:pt x="2214459" y="2504801"/>
                  </a:lnTo>
                  <a:lnTo>
                    <a:pt x="2214553" y="2504801"/>
                  </a:lnTo>
                  <a:lnTo>
                    <a:pt x="2214647" y="2504801"/>
                  </a:lnTo>
                  <a:lnTo>
                    <a:pt x="2214741" y="2504801"/>
                  </a:lnTo>
                  <a:lnTo>
                    <a:pt x="2214836" y="2504801"/>
                  </a:lnTo>
                  <a:lnTo>
                    <a:pt x="2214930" y="2504801"/>
                  </a:lnTo>
                  <a:lnTo>
                    <a:pt x="2215024" y="2504801"/>
                  </a:lnTo>
                  <a:lnTo>
                    <a:pt x="2215118" y="2504801"/>
                  </a:lnTo>
                  <a:lnTo>
                    <a:pt x="2215212" y="2504801"/>
                  </a:lnTo>
                  <a:lnTo>
                    <a:pt x="2215306" y="2504801"/>
                  </a:lnTo>
                  <a:lnTo>
                    <a:pt x="2215401" y="2504801"/>
                  </a:lnTo>
                  <a:lnTo>
                    <a:pt x="2215495" y="2504801"/>
                  </a:lnTo>
                  <a:lnTo>
                    <a:pt x="2215589" y="2504801"/>
                  </a:lnTo>
                  <a:lnTo>
                    <a:pt x="2215683" y="2504801"/>
                  </a:lnTo>
                  <a:lnTo>
                    <a:pt x="2215777" y="2504801"/>
                  </a:lnTo>
                  <a:lnTo>
                    <a:pt x="2215871" y="2504801"/>
                  </a:lnTo>
                  <a:lnTo>
                    <a:pt x="2215965" y="2504801"/>
                  </a:lnTo>
                  <a:lnTo>
                    <a:pt x="2216060" y="2504801"/>
                  </a:lnTo>
                  <a:lnTo>
                    <a:pt x="2216154" y="2504801"/>
                  </a:lnTo>
                  <a:lnTo>
                    <a:pt x="2216248" y="2504801"/>
                  </a:lnTo>
                  <a:lnTo>
                    <a:pt x="2216342" y="2504801"/>
                  </a:lnTo>
                  <a:lnTo>
                    <a:pt x="2216436" y="2504801"/>
                  </a:lnTo>
                  <a:lnTo>
                    <a:pt x="2216530" y="2504801"/>
                  </a:lnTo>
                  <a:lnTo>
                    <a:pt x="2216624" y="2504801"/>
                  </a:lnTo>
                  <a:lnTo>
                    <a:pt x="2216719" y="2504801"/>
                  </a:lnTo>
                  <a:lnTo>
                    <a:pt x="2216813" y="2504801"/>
                  </a:lnTo>
                  <a:lnTo>
                    <a:pt x="2216907" y="2504801"/>
                  </a:lnTo>
                  <a:lnTo>
                    <a:pt x="2217001" y="2504801"/>
                  </a:lnTo>
                  <a:lnTo>
                    <a:pt x="2217095" y="2504801"/>
                  </a:lnTo>
                  <a:lnTo>
                    <a:pt x="2217189" y="2504801"/>
                  </a:lnTo>
                  <a:lnTo>
                    <a:pt x="2217284" y="2504801"/>
                  </a:lnTo>
                  <a:lnTo>
                    <a:pt x="2217378" y="2504801"/>
                  </a:lnTo>
                  <a:lnTo>
                    <a:pt x="2217472" y="2504801"/>
                  </a:lnTo>
                  <a:lnTo>
                    <a:pt x="2217566" y="2504801"/>
                  </a:lnTo>
                  <a:lnTo>
                    <a:pt x="2217660" y="2504801"/>
                  </a:lnTo>
                  <a:lnTo>
                    <a:pt x="2217754" y="2504801"/>
                  </a:lnTo>
                  <a:lnTo>
                    <a:pt x="2217848" y="2504801"/>
                  </a:lnTo>
                  <a:lnTo>
                    <a:pt x="2217943" y="2504801"/>
                  </a:lnTo>
                  <a:lnTo>
                    <a:pt x="2218037" y="2504801"/>
                  </a:lnTo>
                  <a:lnTo>
                    <a:pt x="2218131" y="2504801"/>
                  </a:lnTo>
                  <a:lnTo>
                    <a:pt x="2218225" y="2504801"/>
                  </a:lnTo>
                  <a:lnTo>
                    <a:pt x="2218319" y="2504801"/>
                  </a:lnTo>
                  <a:lnTo>
                    <a:pt x="2218413" y="2504801"/>
                  </a:lnTo>
                  <a:lnTo>
                    <a:pt x="2218508" y="2504801"/>
                  </a:lnTo>
                  <a:lnTo>
                    <a:pt x="2218602" y="2504801"/>
                  </a:lnTo>
                  <a:lnTo>
                    <a:pt x="2218696" y="2504801"/>
                  </a:lnTo>
                  <a:lnTo>
                    <a:pt x="2218790" y="2504801"/>
                  </a:lnTo>
                  <a:lnTo>
                    <a:pt x="2218884" y="2504801"/>
                  </a:lnTo>
                  <a:lnTo>
                    <a:pt x="2218978" y="2504801"/>
                  </a:lnTo>
                  <a:lnTo>
                    <a:pt x="2219072" y="2504801"/>
                  </a:lnTo>
                  <a:lnTo>
                    <a:pt x="2219167" y="2504801"/>
                  </a:lnTo>
                  <a:lnTo>
                    <a:pt x="2219261" y="2504801"/>
                  </a:lnTo>
                  <a:lnTo>
                    <a:pt x="2219355" y="2504801"/>
                  </a:lnTo>
                  <a:lnTo>
                    <a:pt x="2219449" y="2504801"/>
                  </a:lnTo>
                  <a:lnTo>
                    <a:pt x="2219543" y="2504801"/>
                  </a:lnTo>
                  <a:lnTo>
                    <a:pt x="2219637" y="2504801"/>
                  </a:lnTo>
                  <a:lnTo>
                    <a:pt x="2219732" y="2504801"/>
                  </a:lnTo>
                  <a:lnTo>
                    <a:pt x="2219826" y="2504801"/>
                  </a:lnTo>
                  <a:lnTo>
                    <a:pt x="2219920" y="2504801"/>
                  </a:lnTo>
                  <a:lnTo>
                    <a:pt x="2220014" y="2504801"/>
                  </a:lnTo>
                  <a:lnTo>
                    <a:pt x="2220108" y="2504801"/>
                  </a:lnTo>
                  <a:lnTo>
                    <a:pt x="2220202" y="2504801"/>
                  </a:lnTo>
                  <a:lnTo>
                    <a:pt x="2220296" y="2504801"/>
                  </a:lnTo>
                  <a:lnTo>
                    <a:pt x="2220391" y="2504801"/>
                  </a:lnTo>
                  <a:lnTo>
                    <a:pt x="2220485" y="2504801"/>
                  </a:lnTo>
                  <a:lnTo>
                    <a:pt x="2220579" y="2504801"/>
                  </a:lnTo>
                  <a:lnTo>
                    <a:pt x="2220673" y="2504801"/>
                  </a:lnTo>
                  <a:lnTo>
                    <a:pt x="2220767" y="2504801"/>
                  </a:lnTo>
                  <a:lnTo>
                    <a:pt x="2220861" y="2504801"/>
                  </a:lnTo>
                  <a:lnTo>
                    <a:pt x="2220955" y="2504801"/>
                  </a:lnTo>
                  <a:lnTo>
                    <a:pt x="2221050" y="2504801"/>
                  </a:lnTo>
                  <a:lnTo>
                    <a:pt x="2221144" y="2504801"/>
                  </a:lnTo>
                  <a:lnTo>
                    <a:pt x="2221238" y="2504801"/>
                  </a:lnTo>
                  <a:lnTo>
                    <a:pt x="2221332" y="2504801"/>
                  </a:lnTo>
                  <a:lnTo>
                    <a:pt x="2221426" y="2504801"/>
                  </a:lnTo>
                  <a:lnTo>
                    <a:pt x="2221520" y="2504801"/>
                  </a:lnTo>
                  <a:lnTo>
                    <a:pt x="2221615" y="2504801"/>
                  </a:lnTo>
                  <a:lnTo>
                    <a:pt x="2221709" y="2504801"/>
                  </a:lnTo>
                  <a:lnTo>
                    <a:pt x="2221803" y="2504801"/>
                  </a:lnTo>
                  <a:lnTo>
                    <a:pt x="2221897" y="2504801"/>
                  </a:lnTo>
                  <a:lnTo>
                    <a:pt x="2221991" y="2504801"/>
                  </a:lnTo>
                  <a:lnTo>
                    <a:pt x="2222085" y="2504801"/>
                  </a:lnTo>
                  <a:lnTo>
                    <a:pt x="2222179" y="2504801"/>
                  </a:lnTo>
                  <a:lnTo>
                    <a:pt x="2222274" y="2504801"/>
                  </a:lnTo>
                  <a:lnTo>
                    <a:pt x="2222368" y="2504801"/>
                  </a:lnTo>
                  <a:lnTo>
                    <a:pt x="2222462" y="2504801"/>
                  </a:lnTo>
                  <a:lnTo>
                    <a:pt x="2222556" y="2504801"/>
                  </a:lnTo>
                  <a:lnTo>
                    <a:pt x="2222650" y="2504801"/>
                  </a:lnTo>
                  <a:lnTo>
                    <a:pt x="2222744" y="2504801"/>
                  </a:lnTo>
                  <a:lnTo>
                    <a:pt x="2222839" y="2504801"/>
                  </a:lnTo>
                  <a:lnTo>
                    <a:pt x="2222933" y="2504801"/>
                  </a:lnTo>
                  <a:lnTo>
                    <a:pt x="2222933" y="2499889"/>
                  </a:lnTo>
                  <a:lnTo>
                    <a:pt x="2223027" y="2499889"/>
                  </a:lnTo>
                  <a:lnTo>
                    <a:pt x="2223121" y="2499889"/>
                  </a:lnTo>
                  <a:lnTo>
                    <a:pt x="2223215" y="2499889"/>
                  </a:lnTo>
                  <a:lnTo>
                    <a:pt x="2223309" y="2499889"/>
                  </a:lnTo>
                  <a:lnTo>
                    <a:pt x="2223403" y="2499889"/>
                  </a:lnTo>
                  <a:lnTo>
                    <a:pt x="2223498" y="2499889"/>
                  </a:lnTo>
                  <a:lnTo>
                    <a:pt x="2223592" y="2499889"/>
                  </a:lnTo>
                  <a:lnTo>
                    <a:pt x="2223686" y="2499889"/>
                  </a:lnTo>
                  <a:lnTo>
                    <a:pt x="2223780" y="2499889"/>
                  </a:lnTo>
                  <a:lnTo>
                    <a:pt x="2223874" y="2499889"/>
                  </a:lnTo>
                  <a:lnTo>
                    <a:pt x="2223968" y="2499889"/>
                  </a:lnTo>
                  <a:lnTo>
                    <a:pt x="2224063" y="2499889"/>
                  </a:lnTo>
                  <a:lnTo>
                    <a:pt x="2224157" y="2499889"/>
                  </a:lnTo>
                  <a:lnTo>
                    <a:pt x="2224251" y="2499889"/>
                  </a:lnTo>
                  <a:lnTo>
                    <a:pt x="2224345" y="2499889"/>
                  </a:lnTo>
                  <a:lnTo>
                    <a:pt x="2224439" y="2499889"/>
                  </a:lnTo>
                  <a:lnTo>
                    <a:pt x="2224533" y="2499889"/>
                  </a:lnTo>
                  <a:lnTo>
                    <a:pt x="2224627" y="2499889"/>
                  </a:lnTo>
                  <a:lnTo>
                    <a:pt x="2224627" y="2494978"/>
                  </a:lnTo>
                  <a:lnTo>
                    <a:pt x="2224722" y="2494978"/>
                  </a:lnTo>
                  <a:lnTo>
                    <a:pt x="2224816" y="2494978"/>
                  </a:lnTo>
                  <a:lnTo>
                    <a:pt x="2224910" y="2494978"/>
                  </a:lnTo>
                  <a:lnTo>
                    <a:pt x="2225004" y="2494978"/>
                  </a:lnTo>
                  <a:lnTo>
                    <a:pt x="2225098" y="2494978"/>
                  </a:lnTo>
                  <a:lnTo>
                    <a:pt x="2225192" y="2494978"/>
                  </a:lnTo>
                  <a:lnTo>
                    <a:pt x="2225286" y="2494978"/>
                  </a:lnTo>
                  <a:lnTo>
                    <a:pt x="2225381" y="2494978"/>
                  </a:lnTo>
                  <a:lnTo>
                    <a:pt x="2225475" y="2494978"/>
                  </a:lnTo>
                  <a:lnTo>
                    <a:pt x="2225569" y="2494978"/>
                  </a:lnTo>
                  <a:lnTo>
                    <a:pt x="2225663" y="2494978"/>
                  </a:lnTo>
                  <a:lnTo>
                    <a:pt x="2225757" y="2494978"/>
                  </a:lnTo>
                  <a:lnTo>
                    <a:pt x="2225851" y="2494978"/>
                  </a:lnTo>
                  <a:lnTo>
                    <a:pt x="2225946" y="2494978"/>
                  </a:lnTo>
                  <a:lnTo>
                    <a:pt x="2226040" y="2494978"/>
                  </a:lnTo>
                  <a:lnTo>
                    <a:pt x="2226134" y="2494978"/>
                  </a:lnTo>
                  <a:lnTo>
                    <a:pt x="2226228" y="2494978"/>
                  </a:lnTo>
                  <a:lnTo>
                    <a:pt x="2226322" y="2494978"/>
                  </a:lnTo>
                  <a:lnTo>
                    <a:pt x="2226416" y="2494978"/>
                  </a:lnTo>
                  <a:lnTo>
                    <a:pt x="2226510" y="2494978"/>
                  </a:lnTo>
                  <a:lnTo>
                    <a:pt x="2226605" y="2494978"/>
                  </a:lnTo>
                  <a:lnTo>
                    <a:pt x="2226699" y="2494978"/>
                  </a:lnTo>
                  <a:lnTo>
                    <a:pt x="2226793" y="2494978"/>
                  </a:lnTo>
                  <a:lnTo>
                    <a:pt x="2226887" y="2494978"/>
                  </a:lnTo>
                  <a:lnTo>
                    <a:pt x="2226981" y="2494978"/>
                  </a:lnTo>
                  <a:lnTo>
                    <a:pt x="2227075" y="2494978"/>
                  </a:lnTo>
                  <a:lnTo>
                    <a:pt x="2227170" y="2494978"/>
                  </a:lnTo>
                  <a:lnTo>
                    <a:pt x="2227264" y="2494978"/>
                  </a:lnTo>
                  <a:lnTo>
                    <a:pt x="2227358" y="2494978"/>
                  </a:lnTo>
                  <a:lnTo>
                    <a:pt x="2227452" y="2494978"/>
                  </a:lnTo>
                  <a:lnTo>
                    <a:pt x="2227546" y="2494978"/>
                  </a:lnTo>
                  <a:lnTo>
                    <a:pt x="2227640" y="2494978"/>
                  </a:lnTo>
                  <a:lnTo>
                    <a:pt x="2227734" y="2494978"/>
                  </a:lnTo>
                  <a:lnTo>
                    <a:pt x="2227829" y="2494978"/>
                  </a:lnTo>
                  <a:lnTo>
                    <a:pt x="2227923" y="2494978"/>
                  </a:lnTo>
                  <a:lnTo>
                    <a:pt x="2228017" y="2494978"/>
                  </a:lnTo>
                  <a:lnTo>
                    <a:pt x="2228111" y="2494978"/>
                  </a:lnTo>
                  <a:lnTo>
                    <a:pt x="2228205" y="2494978"/>
                  </a:lnTo>
                  <a:lnTo>
                    <a:pt x="2228299" y="2494978"/>
                  </a:lnTo>
                  <a:lnTo>
                    <a:pt x="2228394" y="2494978"/>
                  </a:lnTo>
                  <a:lnTo>
                    <a:pt x="2228488" y="2494978"/>
                  </a:lnTo>
                  <a:lnTo>
                    <a:pt x="2228582" y="2494978"/>
                  </a:lnTo>
                  <a:lnTo>
                    <a:pt x="2228676" y="2494978"/>
                  </a:lnTo>
                  <a:lnTo>
                    <a:pt x="2228770" y="2494978"/>
                  </a:lnTo>
                  <a:lnTo>
                    <a:pt x="2228864" y="2494978"/>
                  </a:lnTo>
                  <a:lnTo>
                    <a:pt x="2228958" y="2494978"/>
                  </a:lnTo>
                  <a:lnTo>
                    <a:pt x="2229053" y="2494978"/>
                  </a:lnTo>
                  <a:lnTo>
                    <a:pt x="2229147" y="2494978"/>
                  </a:lnTo>
                  <a:lnTo>
                    <a:pt x="2229241" y="2494978"/>
                  </a:lnTo>
                  <a:lnTo>
                    <a:pt x="2229335" y="2494978"/>
                  </a:lnTo>
                  <a:lnTo>
                    <a:pt x="2229429" y="2494978"/>
                  </a:lnTo>
                  <a:lnTo>
                    <a:pt x="2229523" y="2494978"/>
                  </a:lnTo>
                  <a:lnTo>
                    <a:pt x="2229617" y="2494978"/>
                  </a:lnTo>
                  <a:lnTo>
                    <a:pt x="2229712" y="2494978"/>
                  </a:lnTo>
                  <a:lnTo>
                    <a:pt x="2229806" y="2494978"/>
                  </a:lnTo>
                  <a:lnTo>
                    <a:pt x="2229900" y="2494978"/>
                  </a:lnTo>
                  <a:lnTo>
                    <a:pt x="2229994" y="2494978"/>
                  </a:lnTo>
                  <a:lnTo>
                    <a:pt x="2230088" y="2494978"/>
                  </a:lnTo>
                  <a:lnTo>
                    <a:pt x="2230182" y="2494978"/>
                  </a:lnTo>
                  <a:lnTo>
                    <a:pt x="2230277" y="2494978"/>
                  </a:lnTo>
                  <a:lnTo>
                    <a:pt x="2230371" y="2494978"/>
                  </a:lnTo>
                  <a:lnTo>
                    <a:pt x="2230465" y="2494978"/>
                  </a:lnTo>
                  <a:lnTo>
                    <a:pt x="2230559" y="2494978"/>
                  </a:lnTo>
                  <a:lnTo>
                    <a:pt x="2230653" y="2494978"/>
                  </a:lnTo>
                  <a:lnTo>
                    <a:pt x="2230747" y="2494978"/>
                  </a:lnTo>
                  <a:lnTo>
                    <a:pt x="2230841" y="2494978"/>
                  </a:lnTo>
                  <a:lnTo>
                    <a:pt x="2230936" y="2494978"/>
                  </a:lnTo>
                  <a:lnTo>
                    <a:pt x="2231030" y="2494978"/>
                  </a:lnTo>
                  <a:lnTo>
                    <a:pt x="2231124" y="2494978"/>
                  </a:lnTo>
                  <a:lnTo>
                    <a:pt x="2231218" y="2494978"/>
                  </a:lnTo>
                  <a:lnTo>
                    <a:pt x="2231312" y="2494978"/>
                  </a:lnTo>
                  <a:lnTo>
                    <a:pt x="2231406" y="2494978"/>
                  </a:lnTo>
                  <a:lnTo>
                    <a:pt x="2231501" y="2494978"/>
                  </a:lnTo>
                  <a:lnTo>
                    <a:pt x="2231595" y="2494978"/>
                  </a:lnTo>
                  <a:lnTo>
                    <a:pt x="2231689" y="2494978"/>
                  </a:lnTo>
                  <a:lnTo>
                    <a:pt x="2231783" y="2494978"/>
                  </a:lnTo>
                  <a:lnTo>
                    <a:pt x="2231877" y="2494978"/>
                  </a:lnTo>
                  <a:lnTo>
                    <a:pt x="2231971" y="2494978"/>
                  </a:lnTo>
                  <a:lnTo>
                    <a:pt x="2232065" y="2494978"/>
                  </a:lnTo>
                  <a:lnTo>
                    <a:pt x="2232160" y="2494978"/>
                  </a:lnTo>
                  <a:lnTo>
                    <a:pt x="2232254" y="2494978"/>
                  </a:lnTo>
                  <a:lnTo>
                    <a:pt x="2232348" y="2494978"/>
                  </a:lnTo>
                  <a:lnTo>
                    <a:pt x="2232442" y="2494978"/>
                  </a:lnTo>
                  <a:lnTo>
                    <a:pt x="2232536" y="2494978"/>
                  </a:lnTo>
                  <a:lnTo>
                    <a:pt x="2232630" y="2494978"/>
                  </a:lnTo>
                  <a:lnTo>
                    <a:pt x="2232725" y="2494978"/>
                  </a:lnTo>
                  <a:lnTo>
                    <a:pt x="2232819" y="2494978"/>
                  </a:lnTo>
                  <a:lnTo>
                    <a:pt x="2232913" y="2494978"/>
                  </a:lnTo>
                  <a:lnTo>
                    <a:pt x="2233007" y="2494978"/>
                  </a:lnTo>
                  <a:lnTo>
                    <a:pt x="2233101" y="2494978"/>
                  </a:lnTo>
                  <a:lnTo>
                    <a:pt x="2233195" y="2494978"/>
                  </a:lnTo>
                  <a:lnTo>
                    <a:pt x="2233289" y="2494978"/>
                  </a:lnTo>
                  <a:lnTo>
                    <a:pt x="2233289" y="2490067"/>
                  </a:lnTo>
                  <a:lnTo>
                    <a:pt x="2233384" y="2490067"/>
                  </a:lnTo>
                  <a:lnTo>
                    <a:pt x="2233478" y="2490067"/>
                  </a:lnTo>
                  <a:lnTo>
                    <a:pt x="2233572" y="2490067"/>
                  </a:lnTo>
                  <a:lnTo>
                    <a:pt x="2233666" y="2490067"/>
                  </a:lnTo>
                  <a:lnTo>
                    <a:pt x="2233760" y="2490067"/>
                  </a:lnTo>
                  <a:lnTo>
                    <a:pt x="2233854" y="2490067"/>
                  </a:lnTo>
                  <a:lnTo>
                    <a:pt x="2233948" y="2490067"/>
                  </a:lnTo>
                  <a:lnTo>
                    <a:pt x="2234043" y="2490067"/>
                  </a:lnTo>
                  <a:lnTo>
                    <a:pt x="2234137" y="2490067"/>
                  </a:lnTo>
                  <a:lnTo>
                    <a:pt x="2234231" y="2490067"/>
                  </a:lnTo>
                  <a:lnTo>
                    <a:pt x="2234325" y="2490067"/>
                  </a:lnTo>
                  <a:lnTo>
                    <a:pt x="2234419" y="2490067"/>
                  </a:lnTo>
                  <a:lnTo>
                    <a:pt x="2234513" y="2490067"/>
                  </a:lnTo>
                  <a:lnTo>
                    <a:pt x="2234608" y="2490067"/>
                  </a:lnTo>
                  <a:lnTo>
                    <a:pt x="2234702" y="2490067"/>
                  </a:lnTo>
                  <a:lnTo>
                    <a:pt x="2234796" y="2490067"/>
                  </a:lnTo>
                  <a:lnTo>
                    <a:pt x="2234890" y="2490067"/>
                  </a:lnTo>
                  <a:lnTo>
                    <a:pt x="2234984" y="2490067"/>
                  </a:lnTo>
                  <a:lnTo>
                    <a:pt x="2235078" y="2490067"/>
                  </a:lnTo>
                  <a:lnTo>
                    <a:pt x="2235172" y="2490067"/>
                  </a:lnTo>
                  <a:lnTo>
                    <a:pt x="2235267" y="2490067"/>
                  </a:lnTo>
                  <a:lnTo>
                    <a:pt x="2235361" y="2490067"/>
                  </a:lnTo>
                  <a:lnTo>
                    <a:pt x="2235455" y="2490067"/>
                  </a:lnTo>
                  <a:lnTo>
                    <a:pt x="2235549" y="2490067"/>
                  </a:lnTo>
                  <a:lnTo>
                    <a:pt x="2235643" y="2490067"/>
                  </a:lnTo>
                  <a:lnTo>
                    <a:pt x="2235737" y="2490067"/>
                  </a:lnTo>
                  <a:lnTo>
                    <a:pt x="2235832" y="2490067"/>
                  </a:lnTo>
                  <a:lnTo>
                    <a:pt x="2235926" y="2490067"/>
                  </a:lnTo>
                  <a:lnTo>
                    <a:pt x="2236020" y="2490067"/>
                  </a:lnTo>
                  <a:lnTo>
                    <a:pt x="2236114" y="2490067"/>
                  </a:lnTo>
                  <a:lnTo>
                    <a:pt x="2236208" y="2490067"/>
                  </a:lnTo>
                  <a:lnTo>
                    <a:pt x="2236302" y="2490067"/>
                  </a:lnTo>
                  <a:lnTo>
                    <a:pt x="2236302" y="2485155"/>
                  </a:lnTo>
                  <a:lnTo>
                    <a:pt x="2236396" y="2485155"/>
                  </a:lnTo>
                  <a:lnTo>
                    <a:pt x="2236491" y="2485155"/>
                  </a:lnTo>
                  <a:lnTo>
                    <a:pt x="2236585" y="2485155"/>
                  </a:lnTo>
                  <a:lnTo>
                    <a:pt x="2236679" y="2485155"/>
                  </a:lnTo>
                  <a:lnTo>
                    <a:pt x="2236773" y="2485155"/>
                  </a:lnTo>
                  <a:lnTo>
                    <a:pt x="2236867" y="2485155"/>
                  </a:lnTo>
                  <a:lnTo>
                    <a:pt x="2236961" y="2485155"/>
                  </a:lnTo>
                  <a:lnTo>
                    <a:pt x="2237056" y="2485155"/>
                  </a:lnTo>
                  <a:lnTo>
                    <a:pt x="2237150" y="2485155"/>
                  </a:lnTo>
                  <a:lnTo>
                    <a:pt x="2237244" y="2485155"/>
                  </a:lnTo>
                  <a:lnTo>
                    <a:pt x="2237338" y="2485155"/>
                  </a:lnTo>
                  <a:lnTo>
                    <a:pt x="2237432" y="2485155"/>
                  </a:lnTo>
                  <a:lnTo>
                    <a:pt x="2237526" y="2485155"/>
                  </a:lnTo>
                  <a:lnTo>
                    <a:pt x="2237620" y="2485155"/>
                  </a:lnTo>
                  <a:lnTo>
                    <a:pt x="2237715" y="2485155"/>
                  </a:lnTo>
                  <a:lnTo>
                    <a:pt x="2237809" y="2485155"/>
                  </a:lnTo>
                  <a:lnTo>
                    <a:pt x="2237903" y="2485155"/>
                  </a:lnTo>
                  <a:lnTo>
                    <a:pt x="2237903" y="2480244"/>
                  </a:lnTo>
                  <a:lnTo>
                    <a:pt x="2237997" y="2480244"/>
                  </a:lnTo>
                  <a:lnTo>
                    <a:pt x="2238091" y="2480244"/>
                  </a:lnTo>
                  <a:lnTo>
                    <a:pt x="2238185" y="2480244"/>
                  </a:lnTo>
                  <a:lnTo>
                    <a:pt x="2238279" y="2480244"/>
                  </a:lnTo>
                  <a:lnTo>
                    <a:pt x="2238374" y="2480244"/>
                  </a:lnTo>
                  <a:lnTo>
                    <a:pt x="2238468" y="2480244"/>
                  </a:lnTo>
                  <a:lnTo>
                    <a:pt x="2238562" y="2480244"/>
                  </a:lnTo>
                  <a:lnTo>
                    <a:pt x="2238656" y="2480244"/>
                  </a:lnTo>
                  <a:lnTo>
                    <a:pt x="2238750" y="2480244"/>
                  </a:lnTo>
                  <a:lnTo>
                    <a:pt x="2238844" y="2480244"/>
                  </a:lnTo>
                  <a:lnTo>
                    <a:pt x="2238939" y="2480244"/>
                  </a:lnTo>
                  <a:lnTo>
                    <a:pt x="2239033" y="2480244"/>
                  </a:lnTo>
                  <a:lnTo>
                    <a:pt x="2239127" y="2480244"/>
                  </a:lnTo>
                  <a:lnTo>
                    <a:pt x="2239221" y="2480244"/>
                  </a:lnTo>
                  <a:lnTo>
                    <a:pt x="2239315" y="2480244"/>
                  </a:lnTo>
                  <a:lnTo>
                    <a:pt x="2239409" y="2480244"/>
                  </a:lnTo>
                  <a:lnTo>
                    <a:pt x="2239503" y="2480244"/>
                  </a:lnTo>
                  <a:lnTo>
                    <a:pt x="2239598" y="2480244"/>
                  </a:lnTo>
                  <a:lnTo>
                    <a:pt x="2239692" y="2480244"/>
                  </a:lnTo>
                  <a:lnTo>
                    <a:pt x="2239786" y="2480244"/>
                  </a:lnTo>
                  <a:lnTo>
                    <a:pt x="2239880" y="2480244"/>
                  </a:lnTo>
                  <a:lnTo>
                    <a:pt x="2239974" y="2480244"/>
                  </a:lnTo>
                  <a:lnTo>
                    <a:pt x="2240068" y="2480244"/>
                  </a:lnTo>
                  <a:lnTo>
                    <a:pt x="2240163" y="2480244"/>
                  </a:lnTo>
                  <a:lnTo>
                    <a:pt x="2240257" y="2480244"/>
                  </a:lnTo>
                  <a:lnTo>
                    <a:pt x="2240351" y="2480244"/>
                  </a:lnTo>
                  <a:lnTo>
                    <a:pt x="2240445" y="2480244"/>
                  </a:lnTo>
                  <a:lnTo>
                    <a:pt x="2240539" y="2480244"/>
                  </a:lnTo>
                  <a:lnTo>
                    <a:pt x="2240633" y="2480244"/>
                  </a:lnTo>
                  <a:lnTo>
                    <a:pt x="2240727" y="2480244"/>
                  </a:lnTo>
                  <a:lnTo>
                    <a:pt x="2240822" y="2480244"/>
                  </a:lnTo>
                  <a:lnTo>
                    <a:pt x="2240916" y="2480244"/>
                  </a:lnTo>
                  <a:lnTo>
                    <a:pt x="2241010" y="2480244"/>
                  </a:lnTo>
                  <a:lnTo>
                    <a:pt x="2241104" y="2480244"/>
                  </a:lnTo>
                  <a:lnTo>
                    <a:pt x="2241198" y="2480244"/>
                  </a:lnTo>
                  <a:lnTo>
                    <a:pt x="2241292" y="2480244"/>
                  </a:lnTo>
                  <a:lnTo>
                    <a:pt x="2241387" y="2480244"/>
                  </a:lnTo>
                  <a:lnTo>
                    <a:pt x="2241481" y="2480244"/>
                  </a:lnTo>
                  <a:lnTo>
                    <a:pt x="2241575" y="2480244"/>
                  </a:lnTo>
                  <a:lnTo>
                    <a:pt x="2241669" y="2480244"/>
                  </a:lnTo>
                  <a:lnTo>
                    <a:pt x="2241763" y="2480244"/>
                  </a:lnTo>
                  <a:lnTo>
                    <a:pt x="2241857" y="2480244"/>
                  </a:lnTo>
                  <a:lnTo>
                    <a:pt x="2241951" y="2480244"/>
                  </a:lnTo>
                  <a:lnTo>
                    <a:pt x="2242046" y="2480244"/>
                  </a:lnTo>
                  <a:lnTo>
                    <a:pt x="2242140" y="2480244"/>
                  </a:lnTo>
                  <a:lnTo>
                    <a:pt x="2242140" y="2475332"/>
                  </a:lnTo>
                  <a:lnTo>
                    <a:pt x="2242234" y="2475332"/>
                  </a:lnTo>
                  <a:lnTo>
                    <a:pt x="2242328" y="2475332"/>
                  </a:lnTo>
                  <a:lnTo>
                    <a:pt x="2242328" y="2470421"/>
                  </a:lnTo>
                  <a:lnTo>
                    <a:pt x="2242422" y="2470421"/>
                  </a:lnTo>
                  <a:lnTo>
                    <a:pt x="2242516" y="2470421"/>
                  </a:lnTo>
                  <a:lnTo>
                    <a:pt x="2242610" y="2470421"/>
                  </a:lnTo>
                  <a:lnTo>
                    <a:pt x="2242705" y="2470421"/>
                  </a:lnTo>
                  <a:lnTo>
                    <a:pt x="2242799" y="2470421"/>
                  </a:lnTo>
                  <a:lnTo>
                    <a:pt x="2242893" y="2470421"/>
                  </a:lnTo>
                  <a:lnTo>
                    <a:pt x="2242987" y="2470421"/>
                  </a:lnTo>
                  <a:lnTo>
                    <a:pt x="2243081" y="2470421"/>
                  </a:lnTo>
                  <a:lnTo>
                    <a:pt x="2243175" y="2470421"/>
                  </a:lnTo>
                  <a:lnTo>
                    <a:pt x="2243270" y="2470421"/>
                  </a:lnTo>
                  <a:lnTo>
                    <a:pt x="2243364" y="2470421"/>
                  </a:lnTo>
                  <a:lnTo>
                    <a:pt x="2243458" y="2470421"/>
                  </a:lnTo>
                  <a:lnTo>
                    <a:pt x="2243552" y="2470421"/>
                  </a:lnTo>
                  <a:lnTo>
                    <a:pt x="2243646" y="2470421"/>
                  </a:lnTo>
                  <a:lnTo>
                    <a:pt x="2243740" y="2470421"/>
                  </a:lnTo>
                  <a:lnTo>
                    <a:pt x="2243834" y="2470421"/>
                  </a:lnTo>
                  <a:lnTo>
                    <a:pt x="2243929" y="2470421"/>
                  </a:lnTo>
                  <a:lnTo>
                    <a:pt x="2244023" y="2470421"/>
                  </a:lnTo>
                  <a:lnTo>
                    <a:pt x="2244117" y="2470421"/>
                  </a:lnTo>
                  <a:lnTo>
                    <a:pt x="2244211" y="2470421"/>
                  </a:lnTo>
                  <a:lnTo>
                    <a:pt x="2244305" y="2470421"/>
                  </a:lnTo>
                  <a:lnTo>
                    <a:pt x="2244399" y="2470421"/>
                  </a:lnTo>
                  <a:lnTo>
                    <a:pt x="2244494" y="2470421"/>
                  </a:lnTo>
                  <a:lnTo>
                    <a:pt x="2244588" y="2470421"/>
                  </a:lnTo>
                  <a:lnTo>
                    <a:pt x="2244682" y="2470421"/>
                  </a:lnTo>
                  <a:lnTo>
                    <a:pt x="2244776" y="2470421"/>
                  </a:lnTo>
                  <a:lnTo>
                    <a:pt x="2244870" y="2470421"/>
                  </a:lnTo>
                  <a:lnTo>
                    <a:pt x="2244964" y="2470421"/>
                  </a:lnTo>
                  <a:lnTo>
                    <a:pt x="2245058" y="2470421"/>
                  </a:lnTo>
                  <a:lnTo>
                    <a:pt x="2245153" y="2470421"/>
                  </a:lnTo>
                  <a:lnTo>
                    <a:pt x="2245247" y="2470421"/>
                  </a:lnTo>
                  <a:lnTo>
                    <a:pt x="2245341" y="2470421"/>
                  </a:lnTo>
                  <a:lnTo>
                    <a:pt x="2245435" y="2470421"/>
                  </a:lnTo>
                  <a:lnTo>
                    <a:pt x="2245529" y="2470421"/>
                  </a:lnTo>
                  <a:lnTo>
                    <a:pt x="2245623" y="2470421"/>
                  </a:lnTo>
                  <a:lnTo>
                    <a:pt x="2245718" y="2470421"/>
                  </a:lnTo>
                  <a:lnTo>
                    <a:pt x="2245812" y="2470421"/>
                  </a:lnTo>
                  <a:lnTo>
                    <a:pt x="2245906" y="2470421"/>
                  </a:lnTo>
                  <a:lnTo>
                    <a:pt x="2246000" y="2470421"/>
                  </a:lnTo>
                  <a:lnTo>
                    <a:pt x="2246094" y="2470421"/>
                  </a:lnTo>
                  <a:lnTo>
                    <a:pt x="2246188" y="2470421"/>
                  </a:lnTo>
                  <a:lnTo>
                    <a:pt x="2246282" y="2470421"/>
                  </a:lnTo>
                  <a:lnTo>
                    <a:pt x="2246377" y="2470421"/>
                  </a:lnTo>
                  <a:lnTo>
                    <a:pt x="2246471" y="2470421"/>
                  </a:lnTo>
                  <a:lnTo>
                    <a:pt x="2246565" y="2470421"/>
                  </a:lnTo>
                  <a:lnTo>
                    <a:pt x="2246659" y="2470421"/>
                  </a:lnTo>
                  <a:lnTo>
                    <a:pt x="2246753" y="2470421"/>
                  </a:lnTo>
                  <a:lnTo>
                    <a:pt x="2246847" y="2470421"/>
                  </a:lnTo>
                  <a:lnTo>
                    <a:pt x="2246941" y="2470421"/>
                  </a:lnTo>
                  <a:lnTo>
                    <a:pt x="2247036" y="2470421"/>
                  </a:lnTo>
                  <a:lnTo>
                    <a:pt x="2247130" y="2470421"/>
                  </a:lnTo>
                  <a:lnTo>
                    <a:pt x="2247224" y="2470421"/>
                  </a:lnTo>
                  <a:lnTo>
                    <a:pt x="2247318" y="2470421"/>
                  </a:lnTo>
                  <a:lnTo>
                    <a:pt x="2247412" y="2470421"/>
                  </a:lnTo>
                  <a:lnTo>
                    <a:pt x="2247506" y="2470421"/>
                  </a:lnTo>
                  <a:lnTo>
                    <a:pt x="2247601" y="2470421"/>
                  </a:lnTo>
                  <a:lnTo>
                    <a:pt x="2247695" y="2470421"/>
                  </a:lnTo>
                  <a:lnTo>
                    <a:pt x="2247789" y="2470421"/>
                  </a:lnTo>
                  <a:lnTo>
                    <a:pt x="2247883" y="2470421"/>
                  </a:lnTo>
                  <a:lnTo>
                    <a:pt x="2247977" y="2470421"/>
                  </a:lnTo>
                  <a:lnTo>
                    <a:pt x="2248071" y="2470421"/>
                  </a:lnTo>
                  <a:lnTo>
                    <a:pt x="2248165" y="2470421"/>
                  </a:lnTo>
                  <a:lnTo>
                    <a:pt x="2248260" y="2470421"/>
                  </a:lnTo>
                  <a:lnTo>
                    <a:pt x="2248354" y="2470421"/>
                  </a:lnTo>
                  <a:lnTo>
                    <a:pt x="2248448" y="2470421"/>
                  </a:lnTo>
                  <a:lnTo>
                    <a:pt x="2248542" y="2470421"/>
                  </a:lnTo>
                  <a:lnTo>
                    <a:pt x="2248636" y="2470421"/>
                  </a:lnTo>
                  <a:lnTo>
                    <a:pt x="2248730" y="2470421"/>
                  </a:lnTo>
                  <a:lnTo>
                    <a:pt x="2248825" y="2470421"/>
                  </a:lnTo>
                  <a:lnTo>
                    <a:pt x="2248919" y="2470421"/>
                  </a:lnTo>
                  <a:lnTo>
                    <a:pt x="2249013" y="2470421"/>
                  </a:lnTo>
                  <a:lnTo>
                    <a:pt x="2249107" y="2470421"/>
                  </a:lnTo>
                  <a:lnTo>
                    <a:pt x="2249201" y="2470421"/>
                  </a:lnTo>
                  <a:lnTo>
                    <a:pt x="2249295" y="2470421"/>
                  </a:lnTo>
                  <a:lnTo>
                    <a:pt x="2249389" y="2470421"/>
                  </a:lnTo>
                  <a:lnTo>
                    <a:pt x="2249484" y="2470421"/>
                  </a:lnTo>
                  <a:lnTo>
                    <a:pt x="2249578" y="2470421"/>
                  </a:lnTo>
                  <a:lnTo>
                    <a:pt x="2249672" y="2470421"/>
                  </a:lnTo>
                  <a:lnTo>
                    <a:pt x="2249766" y="2470421"/>
                  </a:lnTo>
                  <a:lnTo>
                    <a:pt x="2249860" y="2470421"/>
                  </a:lnTo>
                  <a:lnTo>
                    <a:pt x="2249954" y="2470421"/>
                  </a:lnTo>
                  <a:lnTo>
                    <a:pt x="2250049" y="2470421"/>
                  </a:lnTo>
                  <a:lnTo>
                    <a:pt x="2250143" y="2470421"/>
                  </a:lnTo>
                  <a:lnTo>
                    <a:pt x="2250237" y="2470421"/>
                  </a:lnTo>
                  <a:lnTo>
                    <a:pt x="2250331" y="2470421"/>
                  </a:lnTo>
                  <a:lnTo>
                    <a:pt x="2250425" y="2470421"/>
                  </a:lnTo>
                  <a:lnTo>
                    <a:pt x="2250519" y="2470421"/>
                  </a:lnTo>
                  <a:lnTo>
                    <a:pt x="2250613" y="2470421"/>
                  </a:lnTo>
                  <a:lnTo>
                    <a:pt x="2250708" y="2470421"/>
                  </a:lnTo>
                  <a:lnTo>
                    <a:pt x="2250802" y="2470421"/>
                  </a:lnTo>
                  <a:lnTo>
                    <a:pt x="2250896" y="2470421"/>
                  </a:lnTo>
                  <a:lnTo>
                    <a:pt x="2250990" y="2470421"/>
                  </a:lnTo>
                  <a:lnTo>
                    <a:pt x="2251084" y="2470421"/>
                  </a:lnTo>
                  <a:lnTo>
                    <a:pt x="2251178" y="2470421"/>
                  </a:lnTo>
                  <a:lnTo>
                    <a:pt x="2251272" y="2470421"/>
                  </a:lnTo>
                  <a:lnTo>
                    <a:pt x="2251367" y="2470421"/>
                  </a:lnTo>
                  <a:lnTo>
                    <a:pt x="2251461" y="2470421"/>
                  </a:lnTo>
                  <a:lnTo>
                    <a:pt x="2251555" y="2470421"/>
                  </a:lnTo>
                  <a:lnTo>
                    <a:pt x="2251649" y="2470421"/>
                  </a:lnTo>
                  <a:lnTo>
                    <a:pt x="2251743" y="2470421"/>
                  </a:lnTo>
                  <a:lnTo>
                    <a:pt x="2251837" y="2470421"/>
                  </a:lnTo>
                  <a:lnTo>
                    <a:pt x="2251932" y="2470421"/>
                  </a:lnTo>
                  <a:lnTo>
                    <a:pt x="2252026" y="2470421"/>
                  </a:lnTo>
                  <a:lnTo>
                    <a:pt x="2252120" y="2470421"/>
                  </a:lnTo>
                  <a:lnTo>
                    <a:pt x="2252214" y="2470421"/>
                  </a:lnTo>
                  <a:lnTo>
                    <a:pt x="2252308" y="2470421"/>
                  </a:lnTo>
                  <a:lnTo>
                    <a:pt x="2252402" y="2470421"/>
                  </a:lnTo>
                  <a:lnTo>
                    <a:pt x="2252496" y="2470421"/>
                  </a:lnTo>
                  <a:lnTo>
                    <a:pt x="2252591" y="2470421"/>
                  </a:lnTo>
                  <a:lnTo>
                    <a:pt x="2252685" y="2470421"/>
                  </a:lnTo>
                  <a:lnTo>
                    <a:pt x="2252779" y="2470421"/>
                  </a:lnTo>
                  <a:lnTo>
                    <a:pt x="2252873" y="2470421"/>
                  </a:lnTo>
                  <a:lnTo>
                    <a:pt x="2252967" y="2470421"/>
                  </a:lnTo>
                  <a:lnTo>
                    <a:pt x="2253061" y="2470421"/>
                  </a:lnTo>
                  <a:lnTo>
                    <a:pt x="2253156" y="2470421"/>
                  </a:lnTo>
                  <a:lnTo>
                    <a:pt x="2253250" y="2470421"/>
                  </a:lnTo>
                  <a:lnTo>
                    <a:pt x="2253344" y="2470421"/>
                  </a:lnTo>
                  <a:lnTo>
                    <a:pt x="2253438" y="2470421"/>
                  </a:lnTo>
                  <a:lnTo>
                    <a:pt x="2253532" y="2470421"/>
                  </a:lnTo>
                  <a:lnTo>
                    <a:pt x="2253626" y="2470421"/>
                  </a:lnTo>
                  <a:lnTo>
                    <a:pt x="2253720" y="2470421"/>
                  </a:lnTo>
                  <a:lnTo>
                    <a:pt x="2253815" y="2470421"/>
                  </a:lnTo>
                  <a:lnTo>
                    <a:pt x="2253909" y="2470421"/>
                  </a:lnTo>
                  <a:lnTo>
                    <a:pt x="2254003" y="2470421"/>
                  </a:lnTo>
                  <a:lnTo>
                    <a:pt x="2254097" y="2470421"/>
                  </a:lnTo>
                  <a:lnTo>
                    <a:pt x="2254191" y="2470421"/>
                  </a:lnTo>
                  <a:lnTo>
                    <a:pt x="2254285" y="2470421"/>
                  </a:lnTo>
                  <a:lnTo>
                    <a:pt x="2254380" y="2470421"/>
                  </a:lnTo>
                  <a:lnTo>
                    <a:pt x="2254474" y="2470421"/>
                  </a:lnTo>
                  <a:lnTo>
                    <a:pt x="2254568" y="2470421"/>
                  </a:lnTo>
                  <a:lnTo>
                    <a:pt x="2254662" y="2470421"/>
                  </a:lnTo>
                  <a:lnTo>
                    <a:pt x="2254756" y="2470421"/>
                  </a:lnTo>
                  <a:lnTo>
                    <a:pt x="2254850" y="2470421"/>
                  </a:lnTo>
                  <a:lnTo>
                    <a:pt x="2254944" y="2470421"/>
                  </a:lnTo>
                  <a:lnTo>
                    <a:pt x="2255039" y="2470421"/>
                  </a:lnTo>
                  <a:lnTo>
                    <a:pt x="2255133" y="2470421"/>
                  </a:lnTo>
                  <a:lnTo>
                    <a:pt x="2255227" y="2470421"/>
                  </a:lnTo>
                  <a:lnTo>
                    <a:pt x="2255321" y="2470421"/>
                  </a:lnTo>
                  <a:lnTo>
                    <a:pt x="2255415" y="2470421"/>
                  </a:lnTo>
                  <a:lnTo>
                    <a:pt x="2255509" y="2470421"/>
                  </a:lnTo>
                  <a:lnTo>
                    <a:pt x="2255603" y="2470421"/>
                  </a:lnTo>
                  <a:lnTo>
                    <a:pt x="2255698" y="2470421"/>
                  </a:lnTo>
                  <a:lnTo>
                    <a:pt x="2255792" y="2470421"/>
                  </a:lnTo>
                  <a:lnTo>
                    <a:pt x="2255886" y="2470421"/>
                  </a:lnTo>
                  <a:lnTo>
                    <a:pt x="2255980" y="2470421"/>
                  </a:lnTo>
                  <a:lnTo>
                    <a:pt x="2256074" y="2470421"/>
                  </a:lnTo>
                  <a:lnTo>
                    <a:pt x="2256168" y="2470421"/>
                  </a:lnTo>
                  <a:lnTo>
                    <a:pt x="2256263" y="2470421"/>
                  </a:lnTo>
                  <a:lnTo>
                    <a:pt x="2256357" y="2470421"/>
                  </a:lnTo>
                  <a:lnTo>
                    <a:pt x="2256451" y="2470421"/>
                  </a:lnTo>
                  <a:lnTo>
                    <a:pt x="2256545" y="2470421"/>
                  </a:lnTo>
                  <a:lnTo>
                    <a:pt x="2256639" y="2470421"/>
                  </a:lnTo>
                  <a:lnTo>
                    <a:pt x="2256733" y="2470421"/>
                  </a:lnTo>
                  <a:lnTo>
                    <a:pt x="2256827" y="2470421"/>
                  </a:lnTo>
                  <a:lnTo>
                    <a:pt x="2256922" y="2470421"/>
                  </a:lnTo>
                  <a:lnTo>
                    <a:pt x="2257016" y="2470421"/>
                  </a:lnTo>
                  <a:lnTo>
                    <a:pt x="2257110" y="2470421"/>
                  </a:lnTo>
                  <a:lnTo>
                    <a:pt x="2257204" y="2470421"/>
                  </a:lnTo>
                  <a:lnTo>
                    <a:pt x="2257298" y="2470421"/>
                  </a:lnTo>
                  <a:lnTo>
                    <a:pt x="2257392" y="2470421"/>
                  </a:lnTo>
                  <a:lnTo>
                    <a:pt x="2257487" y="2470421"/>
                  </a:lnTo>
                  <a:lnTo>
                    <a:pt x="2257581" y="2470421"/>
                  </a:lnTo>
                  <a:lnTo>
                    <a:pt x="2257675" y="2470421"/>
                  </a:lnTo>
                  <a:lnTo>
                    <a:pt x="2257675" y="2465510"/>
                  </a:lnTo>
                  <a:lnTo>
                    <a:pt x="2257769" y="2465510"/>
                  </a:lnTo>
                  <a:lnTo>
                    <a:pt x="2257863" y="2465510"/>
                  </a:lnTo>
                  <a:lnTo>
                    <a:pt x="2257957" y="2465510"/>
                  </a:lnTo>
                  <a:lnTo>
                    <a:pt x="2258051" y="2465510"/>
                  </a:lnTo>
                  <a:lnTo>
                    <a:pt x="2258146" y="2465510"/>
                  </a:lnTo>
                  <a:lnTo>
                    <a:pt x="2258240" y="2465510"/>
                  </a:lnTo>
                  <a:lnTo>
                    <a:pt x="2258334" y="2465510"/>
                  </a:lnTo>
                  <a:lnTo>
                    <a:pt x="2258428" y="2465510"/>
                  </a:lnTo>
                  <a:lnTo>
                    <a:pt x="2258522" y="2465510"/>
                  </a:lnTo>
                  <a:lnTo>
                    <a:pt x="2258616" y="2465510"/>
                  </a:lnTo>
                  <a:lnTo>
                    <a:pt x="2258711" y="2465510"/>
                  </a:lnTo>
                  <a:lnTo>
                    <a:pt x="2258805" y="2465510"/>
                  </a:lnTo>
                  <a:lnTo>
                    <a:pt x="2258805" y="2460598"/>
                  </a:lnTo>
                  <a:lnTo>
                    <a:pt x="2258899" y="2460598"/>
                  </a:lnTo>
                  <a:lnTo>
                    <a:pt x="2258993" y="2460598"/>
                  </a:lnTo>
                  <a:lnTo>
                    <a:pt x="2259087" y="2460598"/>
                  </a:lnTo>
                  <a:lnTo>
                    <a:pt x="2259181" y="2460598"/>
                  </a:lnTo>
                  <a:lnTo>
                    <a:pt x="2259275" y="2460598"/>
                  </a:lnTo>
                  <a:lnTo>
                    <a:pt x="2259370" y="2460598"/>
                  </a:lnTo>
                  <a:lnTo>
                    <a:pt x="2259464" y="2460598"/>
                  </a:lnTo>
                  <a:lnTo>
                    <a:pt x="2259558" y="2460598"/>
                  </a:lnTo>
                  <a:lnTo>
                    <a:pt x="2259652" y="2460598"/>
                  </a:lnTo>
                  <a:lnTo>
                    <a:pt x="2259746" y="2460598"/>
                  </a:lnTo>
                  <a:lnTo>
                    <a:pt x="2259840" y="2460598"/>
                  </a:lnTo>
                  <a:lnTo>
                    <a:pt x="2259934" y="2460598"/>
                  </a:lnTo>
                  <a:lnTo>
                    <a:pt x="2260029" y="2460598"/>
                  </a:lnTo>
                  <a:lnTo>
                    <a:pt x="2260123" y="2460598"/>
                  </a:lnTo>
                  <a:lnTo>
                    <a:pt x="2260217" y="2460598"/>
                  </a:lnTo>
                  <a:lnTo>
                    <a:pt x="2260311" y="2460598"/>
                  </a:lnTo>
                  <a:lnTo>
                    <a:pt x="2260311" y="2455687"/>
                  </a:lnTo>
                  <a:lnTo>
                    <a:pt x="2260405" y="2455687"/>
                  </a:lnTo>
                  <a:lnTo>
                    <a:pt x="2260499" y="2455687"/>
                  </a:lnTo>
                  <a:lnTo>
                    <a:pt x="2260594" y="2455687"/>
                  </a:lnTo>
                  <a:lnTo>
                    <a:pt x="2260688" y="2455687"/>
                  </a:lnTo>
                  <a:lnTo>
                    <a:pt x="2260782" y="2455687"/>
                  </a:lnTo>
                  <a:lnTo>
                    <a:pt x="2260876" y="2455687"/>
                  </a:lnTo>
                  <a:lnTo>
                    <a:pt x="2260970" y="2455687"/>
                  </a:lnTo>
                  <a:lnTo>
                    <a:pt x="2261064" y="2455687"/>
                  </a:lnTo>
                  <a:lnTo>
                    <a:pt x="2261158" y="2455687"/>
                  </a:lnTo>
                  <a:lnTo>
                    <a:pt x="2261253" y="2455687"/>
                  </a:lnTo>
                  <a:lnTo>
                    <a:pt x="2261347" y="2455687"/>
                  </a:lnTo>
                  <a:lnTo>
                    <a:pt x="2261441" y="2455687"/>
                  </a:lnTo>
                  <a:lnTo>
                    <a:pt x="2261535" y="2455687"/>
                  </a:lnTo>
                  <a:lnTo>
                    <a:pt x="2261629" y="2455687"/>
                  </a:lnTo>
                  <a:lnTo>
                    <a:pt x="2261723" y="2455687"/>
                  </a:lnTo>
                  <a:lnTo>
                    <a:pt x="2261818" y="2455687"/>
                  </a:lnTo>
                  <a:lnTo>
                    <a:pt x="2261912" y="2455687"/>
                  </a:lnTo>
                  <a:lnTo>
                    <a:pt x="2262006" y="2455687"/>
                  </a:lnTo>
                  <a:lnTo>
                    <a:pt x="2262006" y="2450776"/>
                  </a:lnTo>
                  <a:lnTo>
                    <a:pt x="2262100" y="2450776"/>
                  </a:lnTo>
                  <a:lnTo>
                    <a:pt x="2262194" y="2450776"/>
                  </a:lnTo>
                  <a:lnTo>
                    <a:pt x="2262288" y="2450776"/>
                  </a:lnTo>
                  <a:lnTo>
                    <a:pt x="2262382" y="2450776"/>
                  </a:lnTo>
                  <a:lnTo>
                    <a:pt x="2262477" y="2450776"/>
                  </a:lnTo>
                  <a:lnTo>
                    <a:pt x="2262571" y="2450776"/>
                  </a:lnTo>
                  <a:lnTo>
                    <a:pt x="2262665" y="2450776"/>
                  </a:lnTo>
                  <a:lnTo>
                    <a:pt x="2262759" y="2450776"/>
                  </a:lnTo>
                  <a:lnTo>
                    <a:pt x="2262853" y="2450776"/>
                  </a:lnTo>
                  <a:lnTo>
                    <a:pt x="2262947" y="2450776"/>
                  </a:lnTo>
                  <a:lnTo>
                    <a:pt x="2263042" y="2450776"/>
                  </a:lnTo>
                  <a:lnTo>
                    <a:pt x="2263136" y="2450776"/>
                  </a:lnTo>
                  <a:lnTo>
                    <a:pt x="2263230" y="2450776"/>
                  </a:lnTo>
                  <a:lnTo>
                    <a:pt x="2263324" y="2450776"/>
                  </a:lnTo>
                  <a:lnTo>
                    <a:pt x="2263418" y="2450776"/>
                  </a:lnTo>
                  <a:lnTo>
                    <a:pt x="2263512" y="2450776"/>
                  </a:lnTo>
                  <a:lnTo>
                    <a:pt x="2263512" y="2445864"/>
                  </a:lnTo>
                  <a:lnTo>
                    <a:pt x="2263606" y="2445864"/>
                  </a:lnTo>
                  <a:lnTo>
                    <a:pt x="2263701" y="2445864"/>
                  </a:lnTo>
                  <a:lnTo>
                    <a:pt x="2263795" y="2445864"/>
                  </a:lnTo>
                  <a:lnTo>
                    <a:pt x="2263889" y="2445864"/>
                  </a:lnTo>
                  <a:lnTo>
                    <a:pt x="2263983" y="2445864"/>
                  </a:lnTo>
                  <a:lnTo>
                    <a:pt x="2264077" y="2445864"/>
                  </a:lnTo>
                  <a:lnTo>
                    <a:pt x="2264171" y="2445864"/>
                  </a:lnTo>
                  <a:lnTo>
                    <a:pt x="2264265" y="2445864"/>
                  </a:lnTo>
                  <a:lnTo>
                    <a:pt x="2264360" y="2445864"/>
                  </a:lnTo>
                  <a:lnTo>
                    <a:pt x="2264454" y="2445864"/>
                  </a:lnTo>
                  <a:lnTo>
                    <a:pt x="2264548" y="2445864"/>
                  </a:lnTo>
                  <a:lnTo>
                    <a:pt x="2264642" y="2445864"/>
                  </a:lnTo>
                  <a:lnTo>
                    <a:pt x="2264736" y="2445864"/>
                  </a:lnTo>
                  <a:lnTo>
                    <a:pt x="2264830" y="2445864"/>
                  </a:lnTo>
                  <a:lnTo>
                    <a:pt x="2264925" y="2445864"/>
                  </a:lnTo>
                  <a:lnTo>
                    <a:pt x="2265019" y="2445864"/>
                  </a:lnTo>
                  <a:lnTo>
                    <a:pt x="2265113" y="2445864"/>
                  </a:lnTo>
                  <a:lnTo>
                    <a:pt x="2265207" y="2445864"/>
                  </a:lnTo>
                  <a:lnTo>
                    <a:pt x="2265301" y="2445864"/>
                  </a:lnTo>
                  <a:lnTo>
                    <a:pt x="2265395" y="2445864"/>
                  </a:lnTo>
                  <a:lnTo>
                    <a:pt x="2265489" y="2445864"/>
                  </a:lnTo>
                  <a:lnTo>
                    <a:pt x="2265584" y="2445864"/>
                  </a:lnTo>
                  <a:lnTo>
                    <a:pt x="2265678" y="2445864"/>
                  </a:lnTo>
                  <a:lnTo>
                    <a:pt x="2265772" y="2445864"/>
                  </a:lnTo>
                  <a:lnTo>
                    <a:pt x="2265866" y="2445864"/>
                  </a:lnTo>
                  <a:lnTo>
                    <a:pt x="2265960" y="2445864"/>
                  </a:lnTo>
                  <a:lnTo>
                    <a:pt x="2266054" y="2445864"/>
                  </a:lnTo>
                  <a:lnTo>
                    <a:pt x="2266149" y="2445864"/>
                  </a:lnTo>
                  <a:lnTo>
                    <a:pt x="2266243" y="2445864"/>
                  </a:lnTo>
                  <a:lnTo>
                    <a:pt x="2266337" y="2445864"/>
                  </a:lnTo>
                  <a:lnTo>
                    <a:pt x="2266431" y="2445864"/>
                  </a:lnTo>
                  <a:lnTo>
                    <a:pt x="2266525" y="2445864"/>
                  </a:lnTo>
                  <a:lnTo>
                    <a:pt x="2266619" y="2445864"/>
                  </a:lnTo>
                  <a:lnTo>
                    <a:pt x="2266713" y="2445864"/>
                  </a:lnTo>
                  <a:lnTo>
                    <a:pt x="2266808" y="2445864"/>
                  </a:lnTo>
                  <a:lnTo>
                    <a:pt x="2266902" y="2445864"/>
                  </a:lnTo>
                  <a:lnTo>
                    <a:pt x="2266996" y="2445864"/>
                  </a:lnTo>
                  <a:lnTo>
                    <a:pt x="2267090" y="2445864"/>
                  </a:lnTo>
                  <a:lnTo>
                    <a:pt x="2267184" y="2445864"/>
                  </a:lnTo>
                  <a:lnTo>
                    <a:pt x="2267278" y="2445864"/>
                  </a:lnTo>
                  <a:lnTo>
                    <a:pt x="2267373" y="2445864"/>
                  </a:lnTo>
                  <a:lnTo>
                    <a:pt x="2267467" y="2445864"/>
                  </a:lnTo>
                  <a:lnTo>
                    <a:pt x="2267561" y="2445864"/>
                  </a:lnTo>
                  <a:lnTo>
                    <a:pt x="2267655" y="2445864"/>
                  </a:lnTo>
                  <a:lnTo>
                    <a:pt x="2267749" y="2445864"/>
                  </a:lnTo>
                  <a:lnTo>
                    <a:pt x="2267843" y="2445864"/>
                  </a:lnTo>
                  <a:lnTo>
                    <a:pt x="2267937" y="2445864"/>
                  </a:lnTo>
                  <a:lnTo>
                    <a:pt x="2268032" y="2445864"/>
                  </a:lnTo>
                  <a:lnTo>
                    <a:pt x="2268126" y="2445864"/>
                  </a:lnTo>
                  <a:lnTo>
                    <a:pt x="2268126" y="2440953"/>
                  </a:lnTo>
                  <a:lnTo>
                    <a:pt x="2268220" y="2440953"/>
                  </a:lnTo>
                  <a:lnTo>
                    <a:pt x="2268314" y="2440953"/>
                  </a:lnTo>
                  <a:lnTo>
                    <a:pt x="2268408" y="2440953"/>
                  </a:lnTo>
                  <a:lnTo>
                    <a:pt x="2268502" y="2440953"/>
                  </a:lnTo>
                  <a:lnTo>
                    <a:pt x="2268596" y="2440953"/>
                  </a:lnTo>
                  <a:lnTo>
                    <a:pt x="2268691" y="2440953"/>
                  </a:lnTo>
                  <a:lnTo>
                    <a:pt x="2268785" y="2440953"/>
                  </a:lnTo>
                  <a:lnTo>
                    <a:pt x="2268785" y="2436041"/>
                  </a:lnTo>
                  <a:lnTo>
                    <a:pt x="2268879" y="2436041"/>
                  </a:lnTo>
                  <a:lnTo>
                    <a:pt x="2268973" y="2436041"/>
                  </a:lnTo>
                  <a:lnTo>
                    <a:pt x="2269067" y="2436041"/>
                  </a:lnTo>
                  <a:lnTo>
                    <a:pt x="2269161" y="2436041"/>
                  </a:lnTo>
                  <a:lnTo>
                    <a:pt x="2269256" y="2436041"/>
                  </a:lnTo>
                  <a:lnTo>
                    <a:pt x="2269350" y="2436041"/>
                  </a:lnTo>
                  <a:lnTo>
                    <a:pt x="2269444" y="2436041"/>
                  </a:lnTo>
                  <a:lnTo>
                    <a:pt x="2269538" y="2436041"/>
                  </a:lnTo>
                  <a:lnTo>
                    <a:pt x="2269632" y="2436041"/>
                  </a:lnTo>
                  <a:lnTo>
                    <a:pt x="2269726" y="2436041"/>
                  </a:lnTo>
                  <a:lnTo>
                    <a:pt x="2269820" y="2436041"/>
                  </a:lnTo>
                  <a:lnTo>
                    <a:pt x="2269915" y="2436041"/>
                  </a:lnTo>
                  <a:lnTo>
                    <a:pt x="2270009" y="2436041"/>
                  </a:lnTo>
                  <a:lnTo>
                    <a:pt x="2270103" y="2436041"/>
                  </a:lnTo>
                  <a:lnTo>
                    <a:pt x="2270197" y="2436041"/>
                  </a:lnTo>
                  <a:lnTo>
                    <a:pt x="2270291" y="2436041"/>
                  </a:lnTo>
                  <a:lnTo>
                    <a:pt x="2270385" y="2436041"/>
                  </a:lnTo>
                  <a:lnTo>
                    <a:pt x="2270480" y="2436041"/>
                  </a:lnTo>
                  <a:lnTo>
                    <a:pt x="2270574" y="2436041"/>
                  </a:lnTo>
                  <a:lnTo>
                    <a:pt x="2270668" y="2436041"/>
                  </a:lnTo>
                  <a:lnTo>
                    <a:pt x="2270762" y="2436041"/>
                  </a:lnTo>
                  <a:lnTo>
                    <a:pt x="2270856" y="2436041"/>
                  </a:lnTo>
                  <a:lnTo>
                    <a:pt x="2270950" y="2436041"/>
                  </a:lnTo>
                  <a:lnTo>
                    <a:pt x="2271044" y="2436041"/>
                  </a:lnTo>
                  <a:lnTo>
                    <a:pt x="2271139" y="2436041"/>
                  </a:lnTo>
                  <a:lnTo>
                    <a:pt x="2271233" y="2436041"/>
                  </a:lnTo>
                  <a:lnTo>
                    <a:pt x="2271327" y="2436041"/>
                  </a:lnTo>
                  <a:lnTo>
                    <a:pt x="2271421" y="2436041"/>
                  </a:lnTo>
                  <a:lnTo>
                    <a:pt x="2271515" y="2436041"/>
                  </a:lnTo>
                  <a:lnTo>
                    <a:pt x="2271609" y="2436041"/>
                  </a:lnTo>
                  <a:lnTo>
                    <a:pt x="2271704" y="2436041"/>
                  </a:lnTo>
                  <a:lnTo>
                    <a:pt x="2271798" y="2436041"/>
                  </a:lnTo>
                  <a:lnTo>
                    <a:pt x="2271892" y="2436041"/>
                  </a:lnTo>
                  <a:lnTo>
                    <a:pt x="2271986" y="2436041"/>
                  </a:lnTo>
                  <a:lnTo>
                    <a:pt x="2272080" y="2436041"/>
                  </a:lnTo>
                  <a:lnTo>
                    <a:pt x="2272174" y="2436041"/>
                  </a:lnTo>
                  <a:lnTo>
                    <a:pt x="2272268" y="2436041"/>
                  </a:lnTo>
                  <a:lnTo>
                    <a:pt x="2272363" y="2436041"/>
                  </a:lnTo>
                  <a:lnTo>
                    <a:pt x="2272457" y="2436041"/>
                  </a:lnTo>
                  <a:lnTo>
                    <a:pt x="2272551" y="2436041"/>
                  </a:lnTo>
                  <a:lnTo>
                    <a:pt x="2272645" y="2436041"/>
                  </a:lnTo>
                  <a:lnTo>
                    <a:pt x="2272739" y="2436041"/>
                  </a:lnTo>
                  <a:lnTo>
                    <a:pt x="2272833" y="2436041"/>
                  </a:lnTo>
                  <a:lnTo>
                    <a:pt x="2272833" y="2431130"/>
                  </a:lnTo>
                  <a:lnTo>
                    <a:pt x="2272927" y="2431130"/>
                  </a:lnTo>
                  <a:lnTo>
                    <a:pt x="2273022" y="2431130"/>
                  </a:lnTo>
                  <a:lnTo>
                    <a:pt x="2273116" y="2431130"/>
                  </a:lnTo>
                  <a:lnTo>
                    <a:pt x="2273210" y="2431130"/>
                  </a:lnTo>
                  <a:lnTo>
                    <a:pt x="2273304" y="2431130"/>
                  </a:lnTo>
                  <a:lnTo>
                    <a:pt x="2273398" y="2431130"/>
                  </a:lnTo>
                  <a:lnTo>
                    <a:pt x="2273492" y="2431130"/>
                  </a:lnTo>
                  <a:lnTo>
                    <a:pt x="2273587" y="2431130"/>
                  </a:lnTo>
                  <a:lnTo>
                    <a:pt x="2273681" y="2431130"/>
                  </a:lnTo>
                  <a:lnTo>
                    <a:pt x="2273775" y="2431130"/>
                  </a:lnTo>
                  <a:lnTo>
                    <a:pt x="2273869" y="2431130"/>
                  </a:lnTo>
                  <a:lnTo>
                    <a:pt x="2273963" y="2431130"/>
                  </a:lnTo>
                  <a:lnTo>
                    <a:pt x="2274057" y="2431130"/>
                  </a:lnTo>
                  <a:lnTo>
                    <a:pt x="2274151" y="2431130"/>
                  </a:lnTo>
                  <a:lnTo>
                    <a:pt x="2274246" y="2431130"/>
                  </a:lnTo>
                  <a:lnTo>
                    <a:pt x="2274340" y="2431130"/>
                  </a:lnTo>
                  <a:lnTo>
                    <a:pt x="2274434" y="2431130"/>
                  </a:lnTo>
                  <a:lnTo>
                    <a:pt x="2274528" y="2431130"/>
                  </a:lnTo>
                  <a:lnTo>
                    <a:pt x="2274622" y="2431130"/>
                  </a:lnTo>
                  <a:lnTo>
                    <a:pt x="2274716" y="2431130"/>
                  </a:lnTo>
                  <a:lnTo>
                    <a:pt x="2274811" y="2431130"/>
                  </a:lnTo>
                  <a:lnTo>
                    <a:pt x="2274905" y="2431130"/>
                  </a:lnTo>
                  <a:lnTo>
                    <a:pt x="2274999" y="2431130"/>
                  </a:lnTo>
                  <a:lnTo>
                    <a:pt x="2275093" y="2431130"/>
                  </a:lnTo>
                  <a:lnTo>
                    <a:pt x="2275187" y="2431130"/>
                  </a:lnTo>
                  <a:lnTo>
                    <a:pt x="2275281" y="2431130"/>
                  </a:lnTo>
                  <a:lnTo>
                    <a:pt x="2275375" y="2431130"/>
                  </a:lnTo>
                  <a:lnTo>
                    <a:pt x="2275470" y="2431130"/>
                  </a:lnTo>
                  <a:lnTo>
                    <a:pt x="2275564" y="2431130"/>
                  </a:lnTo>
                  <a:lnTo>
                    <a:pt x="2275658" y="2431130"/>
                  </a:lnTo>
                  <a:lnTo>
                    <a:pt x="2275752" y="2431130"/>
                  </a:lnTo>
                  <a:lnTo>
                    <a:pt x="2275846" y="2431130"/>
                  </a:lnTo>
                  <a:lnTo>
                    <a:pt x="2275940" y="2431130"/>
                  </a:lnTo>
                  <a:lnTo>
                    <a:pt x="2276035" y="2431130"/>
                  </a:lnTo>
                  <a:lnTo>
                    <a:pt x="2276129" y="2431130"/>
                  </a:lnTo>
                  <a:lnTo>
                    <a:pt x="2276223" y="2431130"/>
                  </a:lnTo>
                  <a:lnTo>
                    <a:pt x="2276317" y="2431130"/>
                  </a:lnTo>
                  <a:lnTo>
                    <a:pt x="2276411" y="2431130"/>
                  </a:lnTo>
                  <a:lnTo>
                    <a:pt x="2276505" y="2431130"/>
                  </a:lnTo>
                  <a:lnTo>
                    <a:pt x="2276599" y="2431130"/>
                  </a:lnTo>
                  <a:lnTo>
                    <a:pt x="2276694" y="2431130"/>
                  </a:lnTo>
                  <a:lnTo>
                    <a:pt x="2276788" y="2431130"/>
                  </a:lnTo>
                  <a:lnTo>
                    <a:pt x="2276882" y="2431130"/>
                  </a:lnTo>
                  <a:lnTo>
                    <a:pt x="2276976" y="2431130"/>
                  </a:lnTo>
                  <a:lnTo>
                    <a:pt x="2277070" y="2431130"/>
                  </a:lnTo>
                  <a:lnTo>
                    <a:pt x="2277164" y="2431130"/>
                  </a:lnTo>
                  <a:lnTo>
                    <a:pt x="2277258" y="2431130"/>
                  </a:lnTo>
                  <a:lnTo>
                    <a:pt x="2277353" y="2431130"/>
                  </a:lnTo>
                  <a:lnTo>
                    <a:pt x="2277447" y="2431130"/>
                  </a:lnTo>
                  <a:lnTo>
                    <a:pt x="2277541" y="2431130"/>
                  </a:lnTo>
                  <a:lnTo>
                    <a:pt x="2277635" y="2431130"/>
                  </a:lnTo>
                  <a:lnTo>
                    <a:pt x="2277729" y="2431130"/>
                  </a:lnTo>
                  <a:lnTo>
                    <a:pt x="2277823" y="2431130"/>
                  </a:lnTo>
                  <a:lnTo>
                    <a:pt x="2277918" y="2431130"/>
                  </a:lnTo>
                  <a:lnTo>
                    <a:pt x="2278012" y="2431130"/>
                  </a:lnTo>
                  <a:lnTo>
                    <a:pt x="2278106" y="2431130"/>
                  </a:lnTo>
                  <a:lnTo>
                    <a:pt x="2278200" y="2431130"/>
                  </a:lnTo>
                  <a:lnTo>
                    <a:pt x="2278294" y="2431130"/>
                  </a:lnTo>
                  <a:lnTo>
                    <a:pt x="2278388" y="2431130"/>
                  </a:lnTo>
                  <a:lnTo>
                    <a:pt x="2278482" y="2431130"/>
                  </a:lnTo>
                  <a:lnTo>
                    <a:pt x="2278577" y="2431130"/>
                  </a:lnTo>
                  <a:lnTo>
                    <a:pt x="2278671" y="2431130"/>
                  </a:lnTo>
                  <a:lnTo>
                    <a:pt x="2278765" y="2431130"/>
                  </a:lnTo>
                  <a:lnTo>
                    <a:pt x="2278859" y="2431130"/>
                  </a:lnTo>
                  <a:lnTo>
                    <a:pt x="2278953" y="2431130"/>
                  </a:lnTo>
                  <a:lnTo>
                    <a:pt x="2279047" y="2431130"/>
                  </a:lnTo>
                  <a:lnTo>
                    <a:pt x="2279142" y="2431130"/>
                  </a:lnTo>
                  <a:lnTo>
                    <a:pt x="2279236" y="2431130"/>
                  </a:lnTo>
                  <a:lnTo>
                    <a:pt x="2279330" y="2431130"/>
                  </a:lnTo>
                  <a:lnTo>
                    <a:pt x="2279424" y="2431130"/>
                  </a:lnTo>
                  <a:lnTo>
                    <a:pt x="2279518" y="2431130"/>
                  </a:lnTo>
                  <a:lnTo>
                    <a:pt x="2279612" y="2431130"/>
                  </a:lnTo>
                  <a:lnTo>
                    <a:pt x="2279706" y="2431130"/>
                  </a:lnTo>
                  <a:lnTo>
                    <a:pt x="2279801" y="2431130"/>
                  </a:lnTo>
                  <a:lnTo>
                    <a:pt x="2279895" y="2431130"/>
                  </a:lnTo>
                  <a:lnTo>
                    <a:pt x="2279989" y="2431130"/>
                  </a:lnTo>
                  <a:lnTo>
                    <a:pt x="2280083" y="2431130"/>
                  </a:lnTo>
                  <a:lnTo>
                    <a:pt x="2280177" y="2431130"/>
                  </a:lnTo>
                  <a:lnTo>
                    <a:pt x="2280271" y="2431130"/>
                  </a:lnTo>
                  <a:lnTo>
                    <a:pt x="2280366" y="2431130"/>
                  </a:lnTo>
                  <a:lnTo>
                    <a:pt x="2280460" y="2431130"/>
                  </a:lnTo>
                  <a:lnTo>
                    <a:pt x="2280554" y="2431130"/>
                  </a:lnTo>
                  <a:lnTo>
                    <a:pt x="2280648" y="2431130"/>
                  </a:lnTo>
                  <a:lnTo>
                    <a:pt x="2280742" y="2431130"/>
                  </a:lnTo>
                  <a:lnTo>
                    <a:pt x="2280836" y="2431130"/>
                  </a:lnTo>
                  <a:lnTo>
                    <a:pt x="2280930" y="2431130"/>
                  </a:lnTo>
                  <a:lnTo>
                    <a:pt x="2281025" y="2431130"/>
                  </a:lnTo>
                  <a:lnTo>
                    <a:pt x="2281119" y="2431130"/>
                  </a:lnTo>
                  <a:lnTo>
                    <a:pt x="2281213" y="2431130"/>
                  </a:lnTo>
                  <a:lnTo>
                    <a:pt x="2281307" y="2431130"/>
                  </a:lnTo>
                  <a:lnTo>
                    <a:pt x="2281401" y="2431130"/>
                  </a:lnTo>
                  <a:lnTo>
                    <a:pt x="2281495" y="2431130"/>
                  </a:lnTo>
                  <a:lnTo>
                    <a:pt x="2281589" y="2431130"/>
                  </a:lnTo>
                  <a:lnTo>
                    <a:pt x="2281684" y="2431130"/>
                  </a:lnTo>
                  <a:lnTo>
                    <a:pt x="2281778" y="2431130"/>
                  </a:lnTo>
                  <a:lnTo>
                    <a:pt x="2281872" y="2431130"/>
                  </a:lnTo>
                  <a:lnTo>
                    <a:pt x="2281966" y="2431130"/>
                  </a:lnTo>
                  <a:lnTo>
                    <a:pt x="2282060" y="2431130"/>
                  </a:lnTo>
                  <a:lnTo>
                    <a:pt x="2282154" y="2431130"/>
                  </a:lnTo>
                  <a:lnTo>
                    <a:pt x="2282249" y="2431130"/>
                  </a:lnTo>
                  <a:lnTo>
                    <a:pt x="2282343" y="2431130"/>
                  </a:lnTo>
                  <a:lnTo>
                    <a:pt x="2282437" y="2431130"/>
                  </a:lnTo>
                  <a:lnTo>
                    <a:pt x="2282531" y="2431130"/>
                  </a:lnTo>
                  <a:lnTo>
                    <a:pt x="2282625" y="2431130"/>
                  </a:lnTo>
                  <a:lnTo>
                    <a:pt x="2282719" y="2431130"/>
                  </a:lnTo>
                  <a:lnTo>
                    <a:pt x="2282813" y="2431130"/>
                  </a:lnTo>
                  <a:lnTo>
                    <a:pt x="2282908" y="2431130"/>
                  </a:lnTo>
                  <a:lnTo>
                    <a:pt x="2283002" y="2431130"/>
                  </a:lnTo>
                  <a:lnTo>
                    <a:pt x="2283096" y="2431130"/>
                  </a:lnTo>
                  <a:lnTo>
                    <a:pt x="2283190" y="2431130"/>
                  </a:lnTo>
                  <a:lnTo>
                    <a:pt x="2283284" y="2431130"/>
                  </a:lnTo>
                  <a:lnTo>
                    <a:pt x="2283378" y="2431130"/>
                  </a:lnTo>
                  <a:lnTo>
                    <a:pt x="2283473" y="2431130"/>
                  </a:lnTo>
                  <a:lnTo>
                    <a:pt x="2283567" y="2431130"/>
                  </a:lnTo>
                  <a:lnTo>
                    <a:pt x="2283661" y="2431130"/>
                  </a:lnTo>
                  <a:lnTo>
                    <a:pt x="2283755" y="2431130"/>
                  </a:lnTo>
                  <a:lnTo>
                    <a:pt x="2283849" y="2431130"/>
                  </a:lnTo>
                  <a:lnTo>
                    <a:pt x="2283943" y="2431130"/>
                  </a:lnTo>
                  <a:lnTo>
                    <a:pt x="2284037" y="2431130"/>
                  </a:lnTo>
                  <a:lnTo>
                    <a:pt x="2284132" y="2431130"/>
                  </a:lnTo>
                  <a:lnTo>
                    <a:pt x="2284226" y="2431130"/>
                  </a:lnTo>
                  <a:lnTo>
                    <a:pt x="2284320" y="2431130"/>
                  </a:lnTo>
                  <a:lnTo>
                    <a:pt x="2284414" y="2431130"/>
                  </a:lnTo>
                  <a:lnTo>
                    <a:pt x="2284508" y="2431130"/>
                  </a:lnTo>
                  <a:lnTo>
                    <a:pt x="2284602" y="2431130"/>
                  </a:lnTo>
                  <a:lnTo>
                    <a:pt x="2284697" y="2431130"/>
                  </a:lnTo>
                  <a:lnTo>
                    <a:pt x="2284791" y="2431130"/>
                  </a:lnTo>
                  <a:lnTo>
                    <a:pt x="2284885" y="2431130"/>
                  </a:lnTo>
                  <a:lnTo>
                    <a:pt x="2284979" y="2431130"/>
                  </a:lnTo>
                  <a:lnTo>
                    <a:pt x="2285073" y="2431130"/>
                  </a:lnTo>
                  <a:lnTo>
                    <a:pt x="2285167" y="2431130"/>
                  </a:lnTo>
                  <a:lnTo>
                    <a:pt x="2285261" y="2431130"/>
                  </a:lnTo>
                  <a:lnTo>
                    <a:pt x="2285356" y="2431130"/>
                  </a:lnTo>
                  <a:lnTo>
                    <a:pt x="2285450" y="2431130"/>
                  </a:lnTo>
                  <a:lnTo>
                    <a:pt x="2285544" y="2431130"/>
                  </a:lnTo>
                  <a:lnTo>
                    <a:pt x="2285638" y="2431130"/>
                  </a:lnTo>
                  <a:lnTo>
                    <a:pt x="2285732" y="2431130"/>
                  </a:lnTo>
                  <a:lnTo>
                    <a:pt x="2285826" y="2431130"/>
                  </a:lnTo>
                  <a:lnTo>
                    <a:pt x="2285920" y="2431130"/>
                  </a:lnTo>
                  <a:lnTo>
                    <a:pt x="2286015" y="2431130"/>
                  </a:lnTo>
                  <a:lnTo>
                    <a:pt x="2286109" y="2431130"/>
                  </a:lnTo>
                  <a:lnTo>
                    <a:pt x="2286203" y="2431130"/>
                  </a:lnTo>
                  <a:lnTo>
                    <a:pt x="2286297" y="2431130"/>
                  </a:lnTo>
                  <a:lnTo>
                    <a:pt x="2286391" y="2431130"/>
                  </a:lnTo>
                  <a:lnTo>
                    <a:pt x="2286485" y="2431130"/>
                  </a:lnTo>
                  <a:lnTo>
                    <a:pt x="2286580" y="2431130"/>
                  </a:lnTo>
                  <a:lnTo>
                    <a:pt x="2286674" y="2431130"/>
                  </a:lnTo>
                  <a:lnTo>
                    <a:pt x="2286768" y="2431130"/>
                  </a:lnTo>
                  <a:lnTo>
                    <a:pt x="2286862" y="2431130"/>
                  </a:lnTo>
                  <a:lnTo>
                    <a:pt x="2286956" y="2431130"/>
                  </a:lnTo>
                  <a:lnTo>
                    <a:pt x="2287050" y="2431130"/>
                  </a:lnTo>
                  <a:lnTo>
                    <a:pt x="2287144" y="2431130"/>
                  </a:lnTo>
                  <a:lnTo>
                    <a:pt x="2287239" y="2431130"/>
                  </a:lnTo>
                  <a:lnTo>
                    <a:pt x="2287333" y="2431130"/>
                  </a:lnTo>
                  <a:lnTo>
                    <a:pt x="2287427" y="2431130"/>
                  </a:lnTo>
                  <a:lnTo>
                    <a:pt x="2287521" y="2431130"/>
                  </a:lnTo>
                  <a:lnTo>
                    <a:pt x="2287615" y="2431130"/>
                  </a:lnTo>
                  <a:lnTo>
                    <a:pt x="2287709" y="2431130"/>
                  </a:lnTo>
                  <a:lnTo>
                    <a:pt x="2287804" y="2431130"/>
                  </a:lnTo>
                  <a:lnTo>
                    <a:pt x="2287898" y="2431130"/>
                  </a:lnTo>
                  <a:lnTo>
                    <a:pt x="2287992" y="2431130"/>
                  </a:lnTo>
                  <a:lnTo>
                    <a:pt x="2288086" y="2431130"/>
                  </a:lnTo>
                  <a:lnTo>
                    <a:pt x="2288180" y="2431130"/>
                  </a:lnTo>
                  <a:lnTo>
                    <a:pt x="2288274" y="2431130"/>
                  </a:lnTo>
                  <a:lnTo>
                    <a:pt x="2288368" y="2431130"/>
                  </a:lnTo>
                  <a:lnTo>
                    <a:pt x="2288463" y="2431130"/>
                  </a:lnTo>
                  <a:lnTo>
                    <a:pt x="2288557" y="2431130"/>
                  </a:lnTo>
                  <a:lnTo>
                    <a:pt x="2288651" y="2431130"/>
                  </a:lnTo>
                  <a:lnTo>
                    <a:pt x="2288745" y="2431130"/>
                  </a:lnTo>
                  <a:lnTo>
                    <a:pt x="2288839" y="2431130"/>
                  </a:lnTo>
                  <a:lnTo>
                    <a:pt x="2288933" y="2431130"/>
                  </a:lnTo>
                  <a:lnTo>
                    <a:pt x="2289028" y="2431130"/>
                  </a:lnTo>
                  <a:lnTo>
                    <a:pt x="2289122" y="2431130"/>
                  </a:lnTo>
                  <a:lnTo>
                    <a:pt x="2289216" y="2431130"/>
                  </a:lnTo>
                  <a:lnTo>
                    <a:pt x="2289310" y="2431130"/>
                  </a:lnTo>
                  <a:lnTo>
                    <a:pt x="2289404" y="2431130"/>
                  </a:lnTo>
                  <a:lnTo>
                    <a:pt x="2289498" y="2431130"/>
                  </a:lnTo>
                  <a:lnTo>
                    <a:pt x="2289592" y="2431130"/>
                  </a:lnTo>
                  <a:lnTo>
                    <a:pt x="2289687" y="2431130"/>
                  </a:lnTo>
                  <a:lnTo>
                    <a:pt x="2289781" y="2431130"/>
                  </a:lnTo>
                  <a:lnTo>
                    <a:pt x="2289875" y="2431130"/>
                  </a:lnTo>
                  <a:lnTo>
                    <a:pt x="2289969" y="2431130"/>
                  </a:lnTo>
                  <a:lnTo>
                    <a:pt x="2290063" y="2431130"/>
                  </a:lnTo>
                  <a:lnTo>
                    <a:pt x="2290157" y="2431130"/>
                  </a:lnTo>
                  <a:lnTo>
                    <a:pt x="2290251" y="2431130"/>
                  </a:lnTo>
                  <a:lnTo>
                    <a:pt x="2290346" y="2431130"/>
                  </a:lnTo>
                  <a:lnTo>
                    <a:pt x="2290440" y="2431130"/>
                  </a:lnTo>
                  <a:lnTo>
                    <a:pt x="2290534" y="2431130"/>
                  </a:lnTo>
                  <a:lnTo>
                    <a:pt x="2290628" y="2431130"/>
                  </a:lnTo>
                  <a:lnTo>
                    <a:pt x="2290722" y="2431130"/>
                  </a:lnTo>
                  <a:lnTo>
                    <a:pt x="2290816" y="2431130"/>
                  </a:lnTo>
                  <a:lnTo>
                    <a:pt x="2290911" y="2431130"/>
                  </a:lnTo>
                  <a:lnTo>
                    <a:pt x="2291005" y="2431130"/>
                  </a:lnTo>
                  <a:lnTo>
                    <a:pt x="2291099" y="2431130"/>
                  </a:lnTo>
                  <a:lnTo>
                    <a:pt x="2291193" y="2431130"/>
                  </a:lnTo>
                  <a:lnTo>
                    <a:pt x="2291287" y="2431130"/>
                  </a:lnTo>
                  <a:lnTo>
                    <a:pt x="2291381" y="2431130"/>
                  </a:lnTo>
                  <a:lnTo>
                    <a:pt x="2291475" y="2431130"/>
                  </a:lnTo>
                  <a:lnTo>
                    <a:pt x="2291570" y="2431130"/>
                  </a:lnTo>
                  <a:lnTo>
                    <a:pt x="2291664" y="2431130"/>
                  </a:lnTo>
                  <a:lnTo>
                    <a:pt x="2291758" y="2431130"/>
                  </a:lnTo>
                  <a:lnTo>
                    <a:pt x="2291852" y="2431130"/>
                  </a:lnTo>
                  <a:lnTo>
                    <a:pt x="2291946" y="2431130"/>
                  </a:lnTo>
                  <a:lnTo>
                    <a:pt x="2292040" y="2431130"/>
                  </a:lnTo>
                  <a:lnTo>
                    <a:pt x="2292135" y="2431130"/>
                  </a:lnTo>
                  <a:lnTo>
                    <a:pt x="2292229" y="2431130"/>
                  </a:lnTo>
                  <a:lnTo>
                    <a:pt x="2292323" y="2431130"/>
                  </a:lnTo>
                  <a:lnTo>
                    <a:pt x="2292417" y="2431130"/>
                  </a:lnTo>
                  <a:lnTo>
                    <a:pt x="2292511" y="2431130"/>
                  </a:lnTo>
                  <a:lnTo>
                    <a:pt x="2292605" y="2431130"/>
                  </a:lnTo>
                  <a:lnTo>
                    <a:pt x="2292699" y="2431130"/>
                  </a:lnTo>
                  <a:lnTo>
                    <a:pt x="2292794" y="2431130"/>
                  </a:lnTo>
                  <a:lnTo>
                    <a:pt x="2292888" y="2431130"/>
                  </a:lnTo>
                  <a:lnTo>
                    <a:pt x="2292982" y="2431130"/>
                  </a:lnTo>
                  <a:lnTo>
                    <a:pt x="2293076" y="2431130"/>
                  </a:lnTo>
                  <a:lnTo>
                    <a:pt x="2293170" y="2431130"/>
                  </a:lnTo>
                  <a:lnTo>
                    <a:pt x="2293264" y="2431130"/>
                  </a:lnTo>
                  <a:lnTo>
                    <a:pt x="2293359" y="2431130"/>
                  </a:lnTo>
                  <a:lnTo>
                    <a:pt x="2293453" y="2431130"/>
                  </a:lnTo>
                  <a:lnTo>
                    <a:pt x="2293547" y="2431130"/>
                  </a:lnTo>
                  <a:lnTo>
                    <a:pt x="2293641" y="2431130"/>
                  </a:lnTo>
                  <a:lnTo>
                    <a:pt x="2293735" y="2431130"/>
                  </a:lnTo>
                  <a:lnTo>
                    <a:pt x="2293829" y="2431130"/>
                  </a:lnTo>
                  <a:lnTo>
                    <a:pt x="2293923" y="2431130"/>
                  </a:lnTo>
                  <a:lnTo>
                    <a:pt x="2294018" y="2431130"/>
                  </a:lnTo>
                  <a:lnTo>
                    <a:pt x="2294112" y="2431130"/>
                  </a:lnTo>
                  <a:lnTo>
                    <a:pt x="2294206" y="2431130"/>
                  </a:lnTo>
                  <a:lnTo>
                    <a:pt x="2294300" y="2431130"/>
                  </a:lnTo>
                  <a:lnTo>
                    <a:pt x="2294394" y="2431130"/>
                  </a:lnTo>
                  <a:lnTo>
                    <a:pt x="2294488" y="2431130"/>
                  </a:lnTo>
                  <a:lnTo>
                    <a:pt x="2294582" y="2431130"/>
                  </a:lnTo>
                  <a:lnTo>
                    <a:pt x="2294677" y="2431130"/>
                  </a:lnTo>
                  <a:lnTo>
                    <a:pt x="2294771" y="2431130"/>
                  </a:lnTo>
                  <a:lnTo>
                    <a:pt x="2294865" y="2431130"/>
                  </a:lnTo>
                  <a:lnTo>
                    <a:pt x="2294959" y="2431130"/>
                  </a:lnTo>
                  <a:lnTo>
                    <a:pt x="2295053" y="2431130"/>
                  </a:lnTo>
                  <a:lnTo>
                    <a:pt x="2295147" y="2431130"/>
                  </a:lnTo>
                  <a:lnTo>
                    <a:pt x="2295242" y="2431130"/>
                  </a:lnTo>
                  <a:lnTo>
                    <a:pt x="2295336" y="2431130"/>
                  </a:lnTo>
                  <a:lnTo>
                    <a:pt x="2295430" y="2431130"/>
                  </a:lnTo>
                  <a:lnTo>
                    <a:pt x="2295524" y="2431130"/>
                  </a:lnTo>
                  <a:lnTo>
                    <a:pt x="2295618" y="2431130"/>
                  </a:lnTo>
                  <a:lnTo>
                    <a:pt x="2295712" y="2431130"/>
                  </a:lnTo>
                  <a:lnTo>
                    <a:pt x="2295806" y="2431130"/>
                  </a:lnTo>
                  <a:lnTo>
                    <a:pt x="2295901" y="2431130"/>
                  </a:lnTo>
                  <a:lnTo>
                    <a:pt x="2295995" y="2431130"/>
                  </a:lnTo>
                  <a:lnTo>
                    <a:pt x="2296089" y="2431130"/>
                  </a:lnTo>
                  <a:lnTo>
                    <a:pt x="2296183" y="2431130"/>
                  </a:lnTo>
                  <a:lnTo>
                    <a:pt x="2296277" y="2431130"/>
                  </a:lnTo>
                  <a:lnTo>
                    <a:pt x="2296371" y="2431130"/>
                  </a:lnTo>
                  <a:lnTo>
                    <a:pt x="2296466" y="2431130"/>
                  </a:lnTo>
                  <a:lnTo>
                    <a:pt x="2296560" y="2431130"/>
                  </a:lnTo>
                  <a:lnTo>
                    <a:pt x="2296654" y="2431130"/>
                  </a:lnTo>
                  <a:lnTo>
                    <a:pt x="2296748" y="2431130"/>
                  </a:lnTo>
                  <a:lnTo>
                    <a:pt x="2296842" y="2431130"/>
                  </a:lnTo>
                  <a:lnTo>
                    <a:pt x="2296936" y="2431130"/>
                  </a:lnTo>
                  <a:lnTo>
                    <a:pt x="2297030" y="2431130"/>
                  </a:lnTo>
                  <a:lnTo>
                    <a:pt x="2297125" y="2431130"/>
                  </a:lnTo>
                  <a:lnTo>
                    <a:pt x="2297219" y="2431130"/>
                  </a:lnTo>
                  <a:lnTo>
                    <a:pt x="2297313" y="2431130"/>
                  </a:lnTo>
                  <a:lnTo>
                    <a:pt x="2297407" y="2431130"/>
                  </a:lnTo>
                  <a:lnTo>
                    <a:pt x="2297501" y="2431130"/>
                  </a:lnTo>
                  <a:lnTo>
                    <a:pt x="2297595" y="2431130"/>
                  </a:lnTo>
                  <a:lnTo>
                    <a:pt x="2297690" y="2431130"/>
                  </a:lnTo>
                  <a:lnTo>
                    <a:pt x="2297690" y="2426219"/>
                  </a:lnTo>
                  <a:lnTo>
                    <a:pt x="2297784" y="2426219"/>
                  </a:lnTo>
                  <a:lnTo>
                    <a:pt x="2297878" y="2426219"/>
                  </a:lnTo>
                  <a:lnTo>
                    <a:pt x="2297972" y="2426219"/>
                  </a:lnTo>
                  <a:lnTo>
                    <a:pt x="2298066" y="2426219"/>
                  </a:lnTo>
                  <a:lnTo>
                    <a:pt x="2298160" y="2426219"/>
                  </a:lnTo>
                  <a:lnTo>
                    <a:pt x="2298254" y="2426219"/>
                  </a:lnTo>
                  <a:lnTo>
                    <a:pt x="2298349" y="2426219"/>
                  </a:lnTo>
                  <a:lnTo>
                    <a:pt x="2298443" y="2426219"/>
                  </a:lnTo>
                  <a:lnTo>
                    <a:pt x="2298537" y="2426219"/>
                  </a:lnTo>
                  <a:lnTo>
                    <a:pt x="2298631" y="2426219"/>
                  </a:lnTo>
                  <a:lnTo>
                    <a:pt x="2298725" y="2426219"/>
                  </a:lnTo>
                  <a:lnTo>
                    <a:pt x="2298819" y="2426219"/>
                  </a:lnTo>
                  <a:lnTo>
                    <a:pt x="2298914" y="2426219"/>
                  </a:lnTo>
                  <a:lnTo>
                    <a:pt x="2299008" y="2426219"/>
                  </a:lnTo>
                  <a:lnTo>
                    <a:pt x="2299102" y="2426219"/>
                  </a:lnTo>
                  <a:lnTo>
                    <a:pt x="2299196" y="2426219"/>
                  </a:lnTo>
                  <a:lnTo>
                    <a:pt x="2299290" y="2426219"/>
                  </a:lnTo>
                  <a:lnTo>
                    <a:pt x="2299384" y="2426219"/>
                  </a:lnTo>
                  <a:lnTo>
                    <a:pt x="2299478" y="2426219"/>
                  </a:lnTo>
                  <a:lnTo>
                    <a:pt x="2299573" y="2426219"/>
                  </a:lnTo>
                  <a:lnTo>
                    <a:pt x="2299667" y="2426219"/>
                  </a:lnTo>
                  <a:lnTo>
                    <a:pt x="2299761" y="2426219"/>
                  </a:lnTo>
                  <a:lnTo>
                    <a:pt x="2299855" y="2426219"/>
                  </a:lnTo>
                  <a:lnTo>
                    <a:pt x="2299949" y="2426219"/>
                  </a:lnTo>
                  <a:lnTo>
                    <a:pt x="2300043" y="2426219"/>
                  </a:lnTo>
                  <a:lnTo>
                    <a:pt x="2300137" y="2426219"/>
                  </a:lnTo>
                  <a:lnTo>
                    <a:pt x="2300232" y="2426219"/>
                  </a:lnTo>
                  <a:lnTo>
                    <a:pt x="2300326" y="2426219"/>
                  </a:lnTo>
                  <a:lnTo>
                    <a:pt x="2300420" y="2426219"/>
                  </a:lnTo>
                  <a:lnTo>
                    <a:pt x="2300514" y="2426219"/>
                  </a:lnTo>
                  <a:lnTo>
                    <a:pt x="2300608" y="2426219"/>
                  </a:lnTo>
                  <a:lnTo>
                    <a:pt x="2300702" y="2426219"/>
                  </a:lnTo>
                  <a:lnTo>
                    <a:pt x="2300797" y="2426219"/>
                  </a:lnTo>
                  <a:lnTo>
                    <a:pt x="2300891" y="2426219"/>
                  </a:lnTo>
                  <a:lnTo>
                    <a:pt x="2300985" y="2426219"/>
                  </a:lnTo>
                  <a:lnTo>
                    <a:pt x="2301079" y="2426219"/>
                  </a:lnTo>
                  <a:lnTo>
                    <a:pt x="2301173" y="2426219"/>
                  </a:lnTo>
                  <a:lnTo>
                    <a:pt x="2301267" y="2426219"/>
                  </a:lnTo>
                  <a:lnTo>
                    <a:pt x="2301361" y="2426219"/>
                  </a:lnTo>
                  <a:lnTo>
                    <a:pt x="2301456" y="2426219"/>
                  </a:lnTo>
                  <a:lnTo>
                    <a:pt x="2301550" y="2426219"/>
                  </a:lnTo>
                  <a:lnTo>
                    <a:pt x="2301644" y="2426219"/>
                  </a:lnTo>
                  <a:lnTo>
                    <a:pt x="2301738" y="2426219"/>
                  </a:lnTo>
                  <a:lnTo>
                    <a:pt x="2301832" y="2426219"/>
                  </a:lnTo>
                  <a:lnTo>
                    <a:pt x="2301926" y="2426219"/>
                  </a:lnTo>
                  <a:lnTo>
                    <a:pt x="2302021" y="2426219"/>
                  </a:lnTo>
                  <a:lnTo>
                    <a:pt x="2302115" y="2426219"/>
                  </a:lnTo>
                  <a:lnTo>
                    <a:pt x="2302209" y="2426219"/>
                  </a:lnTo>
                  <a:lnTo>
                    <a:pt x="2302303" y="2426219"/>
                  </a:lnTo>
                  <a:lnTo>
                    <a:pt x="2302397" y="2426219"/>
                  </a:lnTo>
                  <a:lnTo>
                    <a:pt x="2302491" y="2426219"/>
                  </a:lnTo>
                  <a:lnTo>
                    <a:pt x="2302585" y="2426219"/>
                  </a:lnTo>
                  <a:lnTo>
                    <a:pt x="2302680" y="2426219"/>
                  </a:lnTo>
                  <a:lnTo>
                    <a:pt x="2302774" y="2426219"/>
                  </a:lnTo>
                  <a:lnTo>
                    <a:pt x="2302868" y="2426219"/>
                  </a:lnTo>
                  <a:lnTo>
                    <a:pt x="2302962" y="2426219"/>
                  </a:lnTo>
                  <a:lnTo>
                    <a:pt x="2303056" y="2426219"/>
                  </a:lnTo>
                  <a:lnTo>
                    <a:pt x="2303150" y="2426219"/>
                  </a:lnTo>
                  <a:lnTo>
                    <a:pt x="2303245" y="2426219"/>
                  </a:lnTo>
                  <a:lnTo>
                    <a:pt x="2303339" y="2426219"/>
                  </a:lnTo>
                  <a:lnTo>
                    <a:pt x="2303433" y="2426219"/>
                  </a:lnTo>
                  <a:lnTo>
                    <a:pt x="2303527" y="2426219"/>
                  </a:lnTo>
                  <a:lnTo>
                    <a:pt x="2303621" y="2426219"/>
                  </a:lnTo>
                  <a:lnTo>
                    <a:pt x="2303715" y="2426219"/>
                  </a:lnTo>
                  <a:lnTo>
                    <a:pt x="2303809" y="2426219"/>
                  </a:lnTo>
                  <a:lnTo>
                    <a:pt x="2303904" y="2426219"/>
                  </a:lnTo>
                  <a:lnTo>
                    <a:pt x="2303998" y="2426219"/>
                  </a:lnTo>
                  <a:lnTo>
                    <a:pt x="2304092" y="2426219"/>
                  </a:lnTo>
                  <a:lnTo>
                    <a:pt x="2304186" y="2426219"/>
                  </a:lnTo>
                  <a:lnTo>
                    <a:pt x="2304280" y="2426219"/>
                  </a:lnTo>
                  <a:lnTo>
                    <a:pt x="2304374" y="2426219"/>
                  </a:lnTo>
                  <a:lnTo>
                    <a:pt x="2304468" y="2426219"/>
                  </a:lnTo>
                  <a:lnTo>
                    <a:pt x="2304563" y="2426219"/>
                  </a:lnTo>
                  <a:lnTo>
                    <a:pt x="2304657" y="2426219"/>
                  </a:lnTo>
                  <a:lnTo>
                    <a:pt x="2304751" y="2426219"/>
                  </a:lnTo>
                  <a:lnTo>
                    <a:pt x="2304845" y="2426219"/>
                  </a:lnTo>
                  <a:lnTo>
                    <a:pt x="2304939" y="2426219"/>
                  </a:lnTo>
                  <a:lnTo>
                    <a:pt x="2305033" y="2426219"/>
                  </a:lnTo>
                  <a:lnTo>
                    <a:pt x="2305128" y="2426219"/>
                  </a:lnTo>
                  <a:lnTo>
                    <a:pt x="2305222" y="2426219"/>
                  </a:lnTo>
                  <a:lnTo>
                    <a:pt x="2305316" y="2426219"/>
                  </a:lnTo>
                  <a:lnTo>
                    <a:pt x="2305410" y="2426219"/>
                  </a:lnTo>
                  <a:lnTo>
                    <a:pt x="2305504" y="2426219"/>
                  </a:lnTo>
                  <a:lnTo>
                    <a:pt x="2305598" y="2426219"/>
                  </a:lnTo>
                  <a:lnTo>
                    <a:pt x="2305692" y="2426219"/>
                  </a:lnTo>
                  <a:lnTo>
                    <a:pt x="2305787" y="2426219"/>
                  </a:lnTo>
                  <a:lnTo>
                    <a:pt x="2305881" y="2426219"/>
                  </a:lnTo>
                  <a:lnTo>
                    <a:pt x="2305975" y="2426219"/>
                  </a:lnTo>
                  <a:lnTo>
                    <a:pt x="2305975" y="2421307"/>
                  </a:lnTo>
                  <a:lnTo>
                    <a:pt x="2306069" y="2421307"/>
                  </a:lnTo>
                  <a:lnTo>
                    <a:pt x="2306163" y="2421307"/>
                  </a:lnTo>
                  <a:lnTo>
                    <a:pt x="2306257" y="2421307"/>
                  </a:lnTo>
                  <a:lnTo>
                    <a:pt x="2306352" y="2421307"/>
                  </a:lnTo>
                  <a:lnTo>
                    <a:pt x="2306446" y="2421307"/>
                  </a:lnTo>
                  <a:lnTo>
                    <a:pt x="2306540" y="2421307"/>
                  </a:lnTo>
                  <a:lnTo>
                    <a:pt x="2306634" y="2421307"/>
                  </a:lnTo>
                  <a:lnTo>
                    <a:pt x="2306728" y="2421307"/>
                  </a:lnTo>
                  <a:lnTo>
                    <a:pt x="2306822" y="2421307"/>
                  </a:lnTo>
                  <a:lnTo>
                    <a:pt x="2306916" y="2421307"/>
                  </a:lnTo>
                  <a:lnTo>
                    <a:pt x="2307011" y="2421307"/>
                  </a:lnTo>
                  <a:lnTo>
                    <a:pt x="2307105" y="2421307"/>
                  </a:lnTo>
                  <a:lnTo>
                    <a:pt x="2307199" y="2421307"/>
                  </a:lnTo>
                  <a:lnTo>
                    <a:pt x="2307293" y="2421307"/>
                  </a:lnTo>
                  <a:lnTo>
                    <a:pt x="2307387" y="2421307"/>
                  </a:lnTo>
                  <a:lnTo>
                    <a:pt x="2307481" y="2421307"/>
                  </a:lnTo>
                  <a:lnTo>
                    <a:pt x="2307576" y="2421307"/>
                  </a:lnTo>
                  <a:lnTo>
                    <a:pt x="2307670" y="2421307"/>
                  </a:lnTo>
                  <a:lnTo>
                    <a:pt x="2307764" y="2421307"/>
                  </a:lnTo>
                  <a:lnTo>
                    <a:pt x="2307858" y="2421307"/>
                  </a:lnTo>
                  <a:lnTo>
                    <a:pt x="2307952" y="2421307"/>
                  </a:lnTo>
                  <a:lnTo>
                    <a:pt x="2308046" y="2421307"/>
                  </a:lnTo>
                  <a:lnTo>
                    <a:pt x="2308140" y="2421307"/>
                  </a:lnTo>
                  <a:lnTo>
                    <a:pt x="2308235" y="2421307"/>
                  </a:lnTo>
                  <a:lnTo>
                    <a:pt x="2308329" y="2421307"/>
                  </a:lnTo>
                  <a:lnTo>
                    <a:pt x="2308423" y="2421307"/>
                  </a:lnTo>
                  <a:lnTo>
                    <a:pt x="2308517" y="2421307"/>
                  </a:lnTo>
                  <a:lnTo>
                    <a:pt x="2308611" y="2421307"/>
                  </a:lnTo>
                  <a:lnTo>
                    <a:pt x="2308705" y="2421307"/>
                  </a:lnTo>
                  <a:lnTo>
                    <a:pt x="2308799" y="2421307"/>
                  </a:lnTo>
                  <a:lnTo>
                    <a:pt x="2308894" y="2421307"/>
                  </a:lnTo>
                  <a:lnTo>
                    <a:pt x="2308988" y="2421307"/>
                  </a:lnTo>
                  <a:lnTo>
                    <a:pt x="2309082" y="2421307"/>
                  </a:lnTo>
                  <a:lnTo>
                    <a:pt x="2309176" y="2421307"/>
                  </a:lnTo>
                  <a:lnTo>
                    <a:pt x="2309270" y="2421307"/>
                  </a:lnTo>
                  <a:lnTo>
                    <a:pt x="2309364" y="2421307"/>
                  </a:lnTo>
                  <a:lnTo>
                    <a:pt x="2309459" y="2421307"/>
                  </a:lnTo>
                  <a:lnTo>
                    <a:pt x="2309553" y="2421307"/>
                  </a:lnTo>
                  <a:lnTo>
                    <a:pt x="2309647" y="2421307"/>
                  </a:lnTo>
                  <a:lnTo>
                    <a:pt x="2309741" y="2421307"/>
                  </a:lnTo>
                  <a:lnTo>
                    <a:pt x="2309835" y="2421307"/>
                  </a:lnTo>
                  <a:lnTo>
                    <a:pt x="2309929" y="2421307"/>
                  </a:lnTo>
                  <a:lnTo>
                    <a:pt x="2310023" y="2421307"/>
                  </a:lnTo>
                  <a:lnTo>
                    <a:pt x="2310118" y="2421307"/>
                  </a:lnTo>
                  <a:lnTo>
                    <a:pt x="2310212" y="2421307"/>
                  </a:lnTo>
                  <a:lnTo>
                    <a:pt x="2310306" y="2421307"/>
                  </a:lnTo>
                  <a:lnTo>
                    <a:pt x="2310400" y="2421307"/>
                  </a:lnTo>
                  <a:lnTo>
                    <a:pt x="2310494" y="2421307"/>
                  </a:lnTo>
                  <a:lnTo>
                    <a:pt x="2310588" y="2421307"/>
                  </a:lnTo>
                  <a:lnTo>
                    <a:pt x="2310683" y="2421307"/>
                  </a:lnTo>
                  <a:lnTo>
                    <a:pt x="2310777" y="2421307"/>
                  </a:lnTo>
                  <a:lnTo>
                    <a:pt x="2310871" y="2421307"/>
                  </a:lnTo>
                  <a:lnTo>
                    <a:pt x="2310965" y="2421307"/>
                  </a:lnTo>
                  <a:lnTo>
                    <a:pt x="2311059" y="2421307"/>
                  </a:lnTo>
                  <a:lnTo>
                    <a:pt x="2311153" y="2421307"/>
                  </a:lnTo>
                  <a:lnTo>
                    <a:pt x="2311247" y="2421307"/>
                  </a:lnTo>
                  <a:lnTo>
                    <a:pt x="2311342" y="2421307"/>
                  </a:lnTo>
                  <a:lnTo>
                    <a:pt x="2311436" y="2421307"/>
                  </a:lnTo>
                  <a:lnTo>
                    <a:pt x="2311530" y="2421307"/>
                  </a:lnTo>
                  <a:lnTo>
                    <a:pt x="2311624" y="2421307"/>
                  </a:lnTo>
                  <a:lnTo>
                    <a:pt x="2311718" y="2421307"/>
                  </a:lnTo>
                  <a:lnTo>
                    <a:pt x="2311812" y="2421307"/>
                  </a:lnTo>
                  <a:lnTo>
                    <a:pt x="2311907" y="2421307"/>
                  </a:lnTo>
                  <a:lnTo>
                    <a:pt x="2312001" y="2421307"/>
                  </a:lnTo>
                  <a:lnTo>
                    <a:pt x="2312095" y="2421307"/>
                  </a:lnTo>
                  <a:lnTo>
                    <a:pt x="2312189" y="2421307"/>
                  </a:lnTo>
                  <a:lnTo>
                    <a:pt x="2312283" y="2421307"/>
                  </a:lnTo>
                  <a:lnTo>
                    <a:pt x="2312377" y="2421307"/>
                  </a:lnTo>
                  <a:lnTo>
                    <a:pt x="2312471" y="2421307"/>
                  </a:lnTo>
                  <a:lnTo>
                    <a:pt x="2312566" y="2421307"/>
                  </a:lnTo>
                  <a:lnTo>
                    <a:pt x="2312660" y="2421307"/>
                  </a:lnTo>
                  <a:lnTo>
                    <a:pt x="2312754" y="2421307"/>
                  </a:lnTo>
                  <a:lnTo>
                    <a:pt x="2312848" y="2421307"/>
                  </a:lnTo>
                  <a:lnTo>
                    <a:pt x="2312942" y="2421307"/>
                  </a:lnTo>
                  <a:lnTo>
                    <a:pt x="2313036" y="2421307"/>
                  </a:lnTo>
                  <a:lnTo>
                    <a:pt x="2313130" y="2421307"/>
                  </a:lnTo>
                  <a:lnTo>
                    <a:pt x="2313225" y="2421307"/>
                  </a:lnTo>
                  <a:lnTo>
                    <a:pt x="2313319" y="2421307"/>
                  </a:lnTo>
                  <a:lnTo>
                    <a:pt x="2313413" y="2421307"/>
                  </a:lnTo>
                  <a:lnTo>
                    <a:pt x="2313507" y="2421307"/>
                  </a:lnTo>
                  <a:lnTo>
                    <a:pt x="2313601" y="2421307"/>
                  </a:lnTo>
                  <a:lnTo>
                    <a:pt x="2313695" y="2421307"/>
                  </a:lnTo>
                  <a:lnTo>
                    <a:pt x="2313790" y="2421307"/>
                  </a:lnTo>
                  <a:lnTo>
                    <a:pt x="2313884" y="2421307"/>
                  </a:lnTo>
                  <a:lnTo>
                    <a:pt x="2313978" y="2421307"/>
                  </a:lnTo>
                  <a:lnTo>
                    <a:pt x="2314072" y="2421307"/>
                  </a:lnTo>
                  <a:lnTo>
                    <a:pt x="2314166" y="2421307"/>
                  </a:lnTo>
                  <a:lnTo>
                    <a:pt x="2314260" y="2421307"/>
                  </a:lnTo>
                  <a:lnTo>
                    <a:pt x="2314354" y="2421307"/>
                  </a:lnTo>
                  <a:lnTo>
                    <a:pt x="2314449" y="2421307"/>
                  </a:lnTo>
                  <a:lnTo>
                    <a:pt x="2314543" y="2421307"/>
                  </a:lnTo>
                  <a:lnTo>
                    <a:pt x="2314637" y="2421307"/>
                  </a:lnTo>
                  <a:lnTo>
                    <a:pt x="2314731" y="2421307"/>
                  </a:lnTo>
                  <a:lnTo>
                    <a:pt x="2314825" y="2421307"/>
                  </a:lnTo>
                  <a:lnTo>
                    <a:pt x="2314919" y="2421307"/>
                  </a:lnTo>
                  <a:lnTo>
                    <a:pt x="2315014" y="2421307"/>
                  </a:lnTo>
                  <a:lnTo>
                    <a:pt x="2315108" y="2421307"/>
                  </a:lnTo>
                  <a:lnTo>
                    <a:pt x="2315202" y="2421307"/>
                  </a:lnTo>
                  <a:lnTo>
                    <a:pt x="2315296" y="2421307"/>
                  </a:lnTo>
                  <a:lnTo>
                    <a:pt x="2315390" y="2421307"/>
                  </a:lnTo>
                  <a:lnTo>
                    <a:pt x="2315484" y="2421307"/>
                  </a:lnTo>
                  <a:lnTo>
                    <a:pt x="2315578" y="2421307"/>
                  </a:lnTo>
                  <a:lnTo>
                    <a:pt x="2315673" y="2421307"/>
                  </a:lnTo>
                  <a:lnTo>
                    <a:pt x="2315767" y="2421307"/>
                  </a:lnTo>
                  <a:lnTo>
                    <a:pt x="2315861" y="2421307"/>
                  </a:lnTo>
                  <a:lnTo>
                    <a:pt x="2315955" y="2421307"/>
                  </a:lnTo>
                  <a:lnTo>
                    <a:pt x="2316049" y="2421307"/>
                  </a:lnTo>
                  <a:lnTo>
                    <a:pt x="2316143" y="2421307"/>
                  </a:lnTo>
                  <a:lnTo>
                    <a:pt x="2316238" y="2421307"/>
                  </a:lnTo>
                  <a:lnTo>
                    <a:pt x="2316332" y="2421307"/>
                  </a:lnTo>
                  <a:lnTo>
                    <a:pt x="2316426" y="2421307"/>
                  </a:lnTo>
                  <a:lnTo>
                    <a:pt x="2316520" y="2421307"/>
                  </a:lnTo>
                  <a:lnTo>
                    <a:pt x="2316614" y="2421307"/>
                  </a:lnTo>
                  <a:lnTo>
                    <a:pt x="2316708" y="2421307"/>
                  </a:lnTo>
                  <a:lnTo>
                    <a:pt x="2316802" y="2421307"/>
                  </a:lnTo>
                  <a:lnTo>
                    <a:pt x="2316897" y="2421307"/>
                  </a:lnTo>
                  <a:lnTo>
                    <a:pt x="2316991" y="2421307"/>
                  </a:lnTo>
                  <a:lnTo>
                    <a:pt x="2317085" y="2421307"/>
                  </a:lnTo>
                  <a:lnTo>
                    <a:pt x="2317179" y="2421307"/>
                  </a:lnTo>
                  <a:lnTo>
                    <a:pt x="2317273" y="2421307"/>
                  </a:lnTo>
                  <a:lnTo>
                    <a:pt x="2317367" y="2421307"/>
                  </a:lnTo>
                  <a:lnTo>
                    <a:pt x="2317461" y="2421307"/>
                  </a:lnTo>
                  <a:lnTo>
                    <a:pt x="2317556" y="2421307"/>
                  </a:lnTo>
                  <a:lnTo>
                    <a:pt x="2317650" y="2421307"/>
                  </a:lnTo>
                  <a:lnTo>
                    <a:pt x="2317744" y="2421307"/>
                  </a:lnTo>
                  <a:lnTo>
                    <a:pt x="2317838" y="2421307"/>
                  </a:lnTo>
                  <a:lnTo>
                    <a:pt x="2317932" y="2421307"/>
                  </a:lnTo>
                  <a:lnTo>
                    <a:pt x="2318026" y="2421307"/>
                  </a:lnTo>
                  <a:lnTo>
                    <a:pt x="2318121" y="2421307"/>
                  </a:lnTo>
                  <a:lnTo>
                    <a:pt x="2318215" y="2421307"/>
                  </a:lnTo>
                  <a:lnTo>
                    <a:pt x="2318309" y="2421307"/>
                  </a:lnTo>
                  <a:lnTo>
                    <a:pt x="2318403" y="2421307"/>
                  </a:lnTo>
                  <a:lnTo>
                    <a:pt x="2318497" y="2421307"/>
                  </a:lnTo>
                  <a:lnTo>
                    <a:pt x="2318591" y="2421307"/>
                  </a:lnTo>
                  <a:lnTo>
                    <a:pt x="2318685" y="2421307"/>
                  </a:lnTo>
                  <a:lnTo>
                    <a:pt x="2318780" y="2421307"/>
                  </a:lnTo>
                  <a:lnTo>
                    <a:pt x="2318874" y="2421307"/>
                  </a:lnTo>
                  <a:lnTo>
                    <a:pt x="2318968" y="2421307"/>
                  </a:lnTo>
                  <a:lnTo>
                    <a:pt x="2319062" y="2421307"/>
                  </a:lnTo>
                  <a:lnTo>
                    <a:pt x="2319156" y="2421307"/>
                  </a:lnTo>
                  <a:lnTo>
                    <a:pt x="2319250" y="2421307"/>
                  </a:lnTo>
                  <a:lnTo>
                    <a:pt x="2319345" y="2421307"/>
                  </a:lnTo>
                  <a:lnTo>
                    <a:pt x="2319439" y="2421307"/>
                  </a:lnTo>
                  <a:lnTo>
                    <a:pt x="2319533" y="2421307"/>
                  </a:lnTo>
                  <a:lnTo>
                    <a:pt x="2319627" y="2421307"/>
                  </a:lnTo>
                  <a:lnTo>
                    <a:pt x="2319721" y="2421307"/>
                  </a:lnTo>
                  <a:lnTo>
                    <a:pt x="2319815" y="2421307"/>
                  </a:lnTo>
                  <a:lnTo>
                    <a:pt x="2319909" y="2421307"/>
                  </a:lnTo>
                  <a:lnTo>
                    <a:pt x="2320004" y="2421307"/>
                  </a:lnTo>
                  <a:lnTo>
                    <a:pt x="2320098" y="2421307"/>
                  </a:lnTo>
                  <a:lnTo>
                    <a:pt x="2320192" y="2421307"/>
                  </a:lnTo>
                  <a:lnTo>
                    <a:pt x="2320286" y="2421307"/>
                  </a:lnTo>
                  <a:lnTo>
                    <a:pt x="2320380" y="2421307"/>
                  </a:lnTo>
                  <a:lnTo>
                    <a:pt x="2320474" y="2421307"/>
                  </a:lnTo>
                  <a:lnTo>
                    <a:pt x="2320569" y="2421307"/>
                  </a:lnTo>
                  <a:lnTo>
                    <a:pt x="2320663" y="2421307"/>
                  </a:lnTo>
                  <a:lnTo>
                    <a:pt x="2320757" y="2421307"/>
                  </a:lnTo>
                  <a:lnTo>
                    <a:pt x="2320851" y="2421307"/>
                  </a:lnTo>
                  <a:lnTo>
                    <a:pt x="2320945" y="2421307"/>
                  </a:lnTo>
                  <a:lnTo>
                    <a:pt x="2321039" y="2421307"/>
                  </a:lnTo>
                  <a:lnTo>
                    <a:pt x="2321133" y="2421307"/>
                  </a:lnTo>
                  <a:lnTo>
                    <a:pt x="2321228" y="2421307"/>
                  </a:lnTo>
                  <a:lnTo>
                    <a:pt x="2321322" y="2421307"/>
                  </a:lnTo>
                  <a:lnTo>
                    <a:pt x="2321416" y="2421307"/>
                  </a:lnTo>
                  <a:lnTo>
                    <a:pt x="2321510" y="2421307"/>
                  </a:lnTo>
                  <a:lnTo>
                    <a:pt x="2321604" y="2421307"/>
                  </a:lnTo>
                  <a:lnTo>
                    <a:pt x="2321698" y="2421307"/>
                  </a:lnTo>
                  <a:lnTo>
                    <a:pt x="2321792" y="2421307"/>
                  </a:lnTo>
                  <a:lnTo>
                    <a:pt x="2321887" y="2421307"/>
                  </a:lnTo>
                  <a:lnTo>
                    <a:pt x="2321981" y="2421307"/>
                  </a:lnTo>
                  <a:lnTo>
                    <a:pt x="2322075" y="2421307"/>
                  </a:lnTo>
                  <a:lnTo>
                    <a:pt x="2322169" y="2421307"/>
                  </a:lnTo>
                  <a:lnTo>
                    <a:pt x="2322263" y="2421307"/>
                  </a:lnTo>
                  <a:lnTo>
                    <a:pt x="2322357" y="2421307"/>
                  </a:lnTo>
                  <a:lnTo>
                    <a:pt x="2322452" y="2421307"/>
                  </a:lnTo>
                  <a:lnTo>
                    <a:pt x="2322546" y="2421307"/>
                  </a:lnTo>
                  <a:lnTo>
                    <a:pt x="2322640" y="2421307"/>
                  </a:lnTo>
                  <a:lnTo>
                    <a:pt x="2322734" y="2421307"/>
                  </a:lnTo>
                  <a:lnTo>
                    <a:pt x="2322828" y="2421307"/>
                  </a:lnTo>
                  <a:lnTo>
                    <a:pt x="2322922" y="2421307"/>
                  </a:lnTo>
                  <a:lnTo>
                    <a:pt x="2323016" y="2421307"/>
                  </a:lnTo>
                  <a:lnTo>
                    <a:pt x="2323111" y="2421307"/>
                  </a:lnTo>
                  <a:lnTo>
                    <a:pt x="2323205" y="2421307"/>
                  </a:lnTo>
                  <a:lnTo>
                    <a:pt x="2323299" y="2421307"/>
                  </a:lnTo>
                  <a:lnTo>
                    <a:pt x="2323299" y="2416396"/>
                  </a:lnTo>
                  <a:lnTo>
                    <a:pt x="2323393" y="2416396"/>
                  </a:lnTo>
                  <a:lnTo>
                    <a:pt x="2323487" y="2416396"/>
                  </a:lnTo>
                  <a:lnTo>
                    <a:pt x="2323581" y="2416396"/>
                  </a:lnTo>
                  <a:lnTo>
                    <a:pt x="2323676" y="2416396"/>
                  </a:lnTo>
                  <a:lnTo>
                    <a:pt x="2323770" y="2416396"/>
                  </a:lnTo>
                  <a:lnTo>
                    <a:pt x="2323864" y="2416396"/>
                  </a:lnTo>
                  <a:lnTo>
                    <a:pt x="2323958" y="2416396"/>
                  </a:lnTo>
                  <a:lnTo>
                    <a:pt x="2324052" y="2416396"/>
                  </a:lnTo>
                  <a:lnTo>
                    <a:pt x="2324146" y="2416396"/>
                  </a:lnTo>
                  <a:lnTo>
                    <a:pt x="2324240" y="2416396"/>
                  </a:lnTo>
                  <a:lnTo>
                    <a:pt x="2324335" y="2416396"/>
                  </a:lnTo>
                  <a:lnTo>
                    <a:pt x="2324429" y="2416396"/>
                  </a:lnTo>
                  <a:lnTo>
                    <a:pt x="2324523" y="2416396"/>
                  </a:lnTo>
                  <a:lnTo>
                    <a:pt x="2324617" y="2416396"/>
                  </a:lnTo>
                  <a:lnTo>
                    <a:pt x="2324711" y="2416396"/>
                  </a:lnTo>
                  <a:lnTo>
                    <a:pt x="2324805" y="2416396"/>
                  </a:lnTo>
                  <a:lnTo>
                    <a:pt x="2324900" y="2416396"/>
                  </a:lnTo>
                  <a:lnTo>
                    <a:pt x="2324994" y="2416396"/>
                  </a:lnTo>
                  <a:lnTo>
                    <a:pt x="2325088" y="2416396"/>
                  </a:lnTo>
                  <a:lnTo>
                    <a:pt x="2325182" y="2416396"/>
                  </a:lnTo>
                  <a:lnTo>
                    <a:pt x="2325276" y="2416396"/>
                  </a:lnTo>
                  <a:lnTo>
                    <a:pt x="2325370" y="2416396"/>
                  </a:lnTo>
                  <a:lnTo>
                    <a:pt x="2325464" y="2416396"/>
                  </a:lnTo>
                  <a:lnTo>
                    <a:pt x="2325559" y="2416396"/>
                  </a:lnTo>
                  <a:lnTo>
                    <a:pt x="2325559" y="2411485"/>
                  </a:lnTo>
                  <a:lnTo>
                    <a:pt x="2325653" y="2411485"/>
                  </a:lnTo>
                  <a:lnTo>
                    <a:pt x="2325747" y="2411485"/>
                  </a:lnTo>
                  <a:lnTo>
                    <a:pt x="2325841" y="2411485"/>
                  </a:lnTo>
                  <a:lnTo>
                    <a:pt x="2325935" y="2411485"/>
                  </a:lnTo>
                  <a:lnTo>
                    <a:pt x="2326029" y="2411485"/>
                  </a:lnTo>
                  <a:lnTo>
                    <a:pt x="2326123" y="2411485"/>
                  </a:lnTo>
                  <a:lnTo>
                    <a:pt x="2326218" y="2411485"/>
                  </a:lnTo>
                  <a:lnTo>
                    <a:pt x="2326312" y="2411485"/>
                  </a:lnTo>
                  <a:lnTo>
                    <a:pt x="2326406" y="2411485"/>
                  </a:lnTo>
                  <a:lnTo>
                    <a:pt x="2326500" y="2411485"/>
                  </a:lnTo>
                  <a:lnTo>
                    <a:pt x="2326594" y="2411485"/>
                  </a:lnTo>
                  <a:lnTo>
                    <a:pt x="2326688" y="2411485"/>
                  </a:lnTo>
                  <a:lnTo>
                    <a:pt x="2326783" y="2411485"/>
                  </a:lnTo>
                  <a:lnTo>
                    <a:pt x="2326877" y="2411485"/>
                  </a:lnTo>
                  <a:lnTo>
                    <a:pt x="2326971" y="2411485"/>
                  </a:lnTo>
                  <a:lnTo>
                    <a:pt x="2327065" y="2411485"/>
                  </a:lnTo>
                  <a:lnTo>
                    <a:pt x="2327159" y="2411485"/>
                  </a:lnTo>
                  <a:lnTo>
                    <a:pt x="2327253" y="2411485"/>
                  </a:lnTo>
                  <a:lnTo>
                    <a:pt x="2327347" y="2411485"/>
                  </a:lnTo>
                  <a:lnTo>
                    <a:pt x="2327442" y="2411485"/>
                  </a:lnTo>
                  <a:lnTo>
                    <a:pt x="2327536" y="2411485"/>
                  </a:lnTo>
                  <a:lnTo>
                    <a:pt x="2327630" y="2411485"/>
                  </a:lnTo>
                  <a:lnTo>
                    <a:pt x="2327724" y="2411485"/>
                  </a:lnTo>
                  <a:lnTo>
                    <a:pt x="2327818" y="2411485"/>
                  </a:lnTo>
                  <a:lnTo>
                    <a:pt x="2327912" y="2411485"/>
                  </a:lnTo>
                  <a:lnTo>
                    <a:pt x="2328007" y="2411485"/>
                  </a:lnTo>
                  <a:lnTo>
                    <a:pt x="2328101" y="2411485"/>
                  </a:lnTo>
                  <a:lnTo>
                    <a:pt x="2328195" y="2411485"/>
                  </a:lnTo>
                  <a:lnTo>
                    <a:pt x="2328289" y="2411485"/>
                  </a:lnTo>
                  <a:lnTo>
                    <a:pt x="2328383" y="2411485"/>
                  </a:lnTo>
                  <a:lnTo>
                    <a:pt x="2328477" y="2411485"/>
                  </a:lnTo>
                  <a:lnTo>
                    <a:pt x="2328571" y="2411485"/>
                  </a:lnTo>
                  <a:lnTo>
                    <a:pt x="2328666" y="2411485"/>
                  </a:lnTo>
                  <a:lnTo>
                    <a:pt x="2328760" y="2411485"/>
                  </a:lnTo>
                  <a:lnTo>
                    <a:pt x="2328854" y="2411485"/>
                  </a:lnTo>
                  <a:lnTo>
                    <a:pt x="2328948" y="2411485"/>
                  </a:lnTo>
                  <a:lnTo>
                    <a:pt x="2329042" y="2411485"/>
                  </a:lnTo>
                  <a:lnTo>
                    <a:pt x="2329136" y="2411485"/>
                  </a:lnTo>
                  <a:lnTo>
                    <a:pt x="2329231" y="2411485"/>
                  </a:lnTo>
                  <a:lnTo>
                    <a:pt x="2329325" y="2411485"/>
                  </a:lnTo>
                  <a:lnTo>
                    <a:pt x="2329325" y="2406573"/>
                  </a:lnTo>
                  <a:lnTo>
                    <a:pt x="2329419" y="2406573"/>
                  </a:lnTo>
                  <a:lnTo>
                    <a:pt x="2329513" y="2406573"/>
                  </a:lnTo>
                  <a:lnTo>
                    <a:pt x="2329607" y="2406573"/>
                  </a:lnTo>
                  <a:lnTo>
                    <a:pt x="2329701" y="2406573"/>
                  </a:lnTo>
                  <a:lnTo>
                    <a:pt x="2329795" y="2406573"/>
                  </a:lnTo>
                  <a:lnTo>
                    <a:pt x="2329890" y="2406573"/>
                  </a:lnTo>
                  <a:lnTo>
                    <a:pt x="2329984" y="2406573"/>
                  </a:lnTo>
                  <a:lnTo>
                    <a:pt x="2329984" y="2401662"/>
                  </a:lnTo>
                  <a:lnTo>
                    <a:pt x="2330078" y="2401662"/>
                  </a:lnTo>
                  <a:lnTo>
                    <a:pt x="2330172" y="2401662"/>
                  </a:lnTo>
                  <a:lnTo>
                    <a:pt x="2330266" y="2401662"/>
                  </a:lnTo>
                  <a:lnTo>
                    <a:pt x="2330360" y="2401662"/>
                  </a:lnTo>
                  <a:lnTo>
                    <a:pt x="2330454" y="2401662"/>
                  </a:lnTo>
                  <a:lnTo>
                    <a:pt x="2330549" y="2401662"/>
                  </a:lnTo>
                  <a:lnTo>
                    <a:pt x="2330643" y="2401662"/>
                  </a:lnTo>
                  <a:lnTo>
                    <a:pt x="2330737" y="2401662"/>
                  </a:lnTo>
                  <a:lnTo>
                    <a:pt x="2330831" y="2401662"/>
                  </a:lnTo>
                  <a:lnTo>
                    <a:pt x="2330925" y="2401662"/>
                  </a:lnTo>
                  <a:lnTo>
                    <a:pt x="2331019" y="2401662"/>
                  </a:lnTo>
                  <a:lnTo>
                    <a:pt x="2331114" y="2401662"/>
                  </a:lnTo>
                  <a:lnTo>
                    <a:pt x="2331208" y="2401662"/>
                  </a:lnTo>
                  <a:lnTo>
                    <a:pt x="2331302" y="2401662"/>
                  </a:lnTo>
                  <a:lnTo>
                    <a:pt x="2331396" y="2401662"/>
                  </a:lnTo>
                  <a:lnTo>
                    <a:pt x="2331490" y="2401662"/>
                  </a:lnTo>
                  <a:lnTo>
                    <a:pt x="2331584" y="2401662"/>
                  </a:lnTo>
                  <a:lnTo>
                    <a:pt x="2331678" y="2401662"/>
                  </a:lnTo>
                  <a:lnTo>
                    <a:pt x="2331773" y="2401662"/>
                  </a:lnTo>
                  <a:lnTo>
                    <a:pt x="2331867" y="2401662"/>
                  </a:lnTo>
                  <a:lnTo>
                    <a:pt x="2331961" y="2401662"/>
                  </a:lnTo>
                  <a:lnTo>
                    <a:pt x="2332055" y="2401662"/>
                  </a:lnTo>
                  <a:lnTo>
                    <a:pt x="2332149" y="2401662"/>
                  </a:lnTo>
                  <a:lnTo>
                    <a:pt x="2332243" y="2401662"/>
                  </a:lnTo>
                  <a:lnTo>
                    <a:pt x="2332338" y="2401662"/>
                  </a:lnTo>
                  <a:lnTo>
                    <a:pt x="2332432" y="2401662"/>
                  </a:lnTo>
                  <a:lnTo>
                    <a:pt x="2332526" y="2401662"/>
                  </a:lnTo>
                  <a:lnTo>
                    <a:pt x="2332620" y="2401662"/>
                  </a:lnTo>
                  <a:lnTo>
                    <a:pt x="2332714" y="2401662"/>
                  </a:lnTo>
                  <a:lnTo>
                    <a:pt x="2332808" y="2401662"/>
                  </a:lnTo>
                  <a:lnTo>
                    <a:pt x="2332902" y="2401662"/>
                  </a:lnTo>
                  <a:lnTo>
                    <a:pt x="2332997" y="2401662"/>
                  </a:lnTo>
                  <a:lnTo>
                    <a:pt x="2333091" y="2401662"/>
                  </a:lnTo>
                  <a:lnTo>
                    <a:pt x="2333185" y="2401662"/>
                  </a:lnTo>
                  <a:lnTo>
                    <a:pt x="2333279" y="2401662"/>
                  </a:lnTo>
                  <a:lnTo>
                    <a:pt x="2333373" y="2401662"/>
                  </a:lnTo>
                  <a:lnTo>
                    <a:pt x="2333467" y="2401662"/>
                  </a:lnTo>
                  <a:lnTo>
                    <a:pt x="2333562" y="2401662"/>
                  </a:lnTo>
                  <a:lnTo>
                    <a:pt x="2333656" y="2401662"/>
                  </a:lnTo>
                  <a:lnTo>
                    <a:pt x="2333750" y="2401662"/>
                  </a:lnTo>
                  <a:lnTo>
                    <a:pt x="2333844" y="2401662"/>
                  </a:lnTo>
                  <a:lnTo>
                    <a:pt x="2333844" y="2396750"/>
                  </a:lnTo>
                  <a:lnTo>
                    <a:pt x="2333938" y="2396750"/>
                  </a:lnTo>
                  <a:lnTo>
                    <a:pt x="2334032" y="2396750"/>
                  </a:lnTo>
                  <a:lnTo>
                    <a:pt x="2334126" y="2396750"/>
                  </a:lnTo>
                  <a:lnTo>
                    <a:pt x="2334221" y="2396750"/>
                  </a:lnTo>
                  <a:lnTo>
                    <a:pt x="2334315" y="2396750"/>
                  </a:lnTo>
                  <a:lnTo>
                    <a:pt x="2334409" y="2396750"/>
                  </a:lnTo>
                  <a:lnTo>
                    <a:pt x="2334503" y="2396750"/>
                  </a:lnTo>
                  <a:lnTo>
                    <a:pt x="2334597" y="2396750"/>
                  </a:lnTo>
                  <a:lnTo>
                    <a:pt x="2334691" y="2396750"/>
                  </a:lnTo>
                  <a:lnTo>
                    <a:pt x="2334785" y="2396750"/>
                  </a:lnTo>
                  <a:lnTo>
                    <a:pt x="2334880" y="2396750"/>
                  </a:lnTo>
                  <a:lnTo>
                    <a:pt x="2334974" y="2396750"/>
                  </a:lnTo>
                  <a:lnTo>
                    <a:pt x="2335068" y="2396750"/>
                  </a:lnTo>
                  <a:lnTo>
                    <a:pt x="2335162" y="2396750"/>
                  </a:lnTo>
                  <a:lnTo>
                    <a:pt x="2335256" y="2396750"/>
                  </a:lnTo>
                  <a:lnTo>
                    <a:pt x="2335350" y="2396750"/>
                  </a:lnTo>
                  <a:lnTo>
                    <a:pt x="2335445" y="2396750"/>
                  </a:lnTo>
                  <a:lnTo>
                    <a:pt x="2335539" y="2396750"/>
                  </a:lnTo>
                  <a:lnTo>
                    <a:pt x="2335633" y="2396750"/>
                  </a:lnTo>
                  <a:lnTo>
                    <a:pt x="2335727" y="2396750"/>
                  </a:lnTo>
                  <a:lnTo>
                    <a:pt x="2335821" y="2396750"/>
                  </a:lnTo>
                  <a:lnTo>
                    <a:pt x="2335915" y="2396750"/>
                  </a:lnTo>
                  <a:lnTo>
                    <a:pt x="2336009" y="2396750"/>
                  </a:lnTo>
                  <a:lnTo>
                    <a:pt x="2336104" y="2396750"/>
                  </a:lnTo>
                  <a:lnTo>
                    <a:pt x="2336104" y="2391839"/>
                  </a:lnTo>
                  <a:lnTo>
                    <a:pt x="2336104" y="2386928"/>
                  </a:lnTo>
                  <a:lnTo>
                    <a:pt x="2336198" y="2386928"/>
                  </a:lnTo>
                  <a:lnTo>
                    <a:pt x="2336292" y="2386928"/>
                  </a:lnTo>
                  <a:lnTo>
                    <a:pt x="2336386" y="2386928"/>
                  </a:lnTo>
                  <a:lnTo>
                    <a:pt x="2336480" y="2386928"/>
                  </a:lnTo>
                  <a:lnTo>
                    <a:pt x="2336574" y="2386928"/>
                  </a:lnTo>
                  <a:lnTo>
                    <a:pt x="2336574" y="2382016"/>
                  </a:lnTo>
                  <a:lnTo>
                    <a:pt x="2336669" y="2382016"/>
                  </a:lnTo>
                  <a:lnTo>
                    <a:pt x="2336763" y="2382016"/>
                  </a:lnTo>
                  <a:lnTo>
                    <a:pt x="2336857" y="2382016"/>
                  </a:lnTo>
                  <a:lnTo>
                    <a:pt x="2336951" y="2382016"/>
                  </a:lnTo>
                  <a:lnTo>
                    <a:pt x="2337045" y="2382016"/>
                  </a:lnTo>
                  <a:lnTo>
                    <a:pt x="2337139" y="2382016"/>
                  </a:lnTo>
                  <a:lnTo>
                    <a:pt x="2337233" y="2382016"/>
                  </a:lnTo>
                  <a:lnTo>
                    <a:pt x="2337328" y="2382016"/>
                  </a:lnTo>
                  <a:lnTo>
                    <a:pt x="2337422" y="2382016"/>
                  </a:lnTo>
                  <a:lnTo>
                    <a:pt x="2337516" y="2382016"/>
                  </a:lnTo>
                  <a:lnTo>
                    <a:pt x="2337610" y="2382016"/>
                  </a:lnTo>
                  <a:lnTo>
                    <a:pt x="2337704" y="2382016"/>
                  </a:lnTo>
                  <a:lnTo>
                    <a:pt x="2337798" y="2382016"/>
                  </a:lnTo>
                  <a:lnTo>
                    <a:pt x="2337893" y="2382016"/>
                  </a:lnTo>
                  <a:lnTo>
                    <a:pt x="2337987" y="2382016"/>
                  </a:lnTo>
                  <a:lnTo>
                    <a:pt x="2338081" y="2382016"/>
                  </a:lnTo>
                  <a:lnTo>
                    <a:pt x="2338175" y="2382016"/>
                  </a:lnTo>
                  <a:lnTo>
                    <a:pt x="2338269" y="2382016"/>
                  </a:lnTo>
                  <a:lnTo>
                    <a:pt x="2338363" y="2382016"/>
                  </a:lnTo>
                  <a:lnTo>
                    <a:pt x="2338457" y="2382016"/>
                  </a:lnTo>
                  <a:lnTo>
                    <a:pt x="2338552" y="2382016"/>
                  </a:lnTo>
                  <a:lnTo>
                    <a:pt x="2338646" y="2382016"/>
                  </a:lnTo>
                  <a:lnTo>
                    <a:pt x="2338740" y="2382016"/>
                  </a:lnTo>
                  <a:lnTo>
                    <a:pt x="2338834" y="2382016"/>
                  </a:lnTo>
                  <a:lnTo>
                    <a:pt x="2338928" y="2382016"/>
                  </a:lnTo>
                  <a:lnTo>
                    <a:pt x="2339022" y="2382016"/>
                  </a:lnTo>
                  <a:lnTo>
                    <a:pt x="2339116" y="2382016"/>
                  </a:lnTo>
                  <a:lnTo>
                    <a:pt x="2339211" y="2382016"/>
                  </a:lnTo>
                  <a:lnTo>
                    <a:pt x="2339305" y="2382016"/>
                  </a:lnTo>
                  <a:lnTo>
                    <a:pt x="2339399" y="2382016"/>
                  </a:lnTo>
                  <a:lnTo>
                    <a:pt x="2339493" y="2382016"/>
                  </a:lnTo>
                  <a:lnTo>
                    <a:pt x="2339587" y="2382016"/>
                  </a:lnTo>
                  <a:lnTo>
                    <a:pt x="2339681" y="2382016"/>
                  </a:lnTo>
                  <a:lnTo>
                    <a:pt x="2339776" y="2382016"/>
                  </a:lnTo>
                  <a:lnTo>
                    <a:pt x="2339870" y="2382016"/>
                  </a:lnTo>
                  <a:lnTo>
                    <a:pt x="2339964" y="2382016"/>
                  </a:lnTo>
                  <a:lnTo>
                    <a:pt x="2340058" y="2382016"/>
                  </a:lnTo>
                  <a:lnTo>
                    <a:pt x="2340152" y="2382016"/>
                  </a:lnTo>
                  <a:lnTo>
                    <a:pt x="2340246" y="2382016"/>
                  </a:lnTo>
                  <a:lnTo>
                    <a:pt x="2340340" y="2382016"/>
                  </a:lnTo>
                  <a:lnTo>
                    <a:pt x="2340435" y="2382016"/>
                  </a:lnTo>
                  <a:lnTo>
                    <a:pt x="2340529" y="2382016"/>
                  </a:lnTo>
                  <a:lnTo>
                    <a:pt x="2340623" y="2382016"/>
                  </a:lnTo>
                  <a:lnTo>
                    <a:pt x="2340717" y="2382016"/>
                  </a:lnTo>
                  <a:lnTo>
                    <a:pt x="2340811" y="2382016"/>
                  </a:lnTo>
                  <a:lnTo>
                    <a:pt x="2340905" y="2382016"/>
                  </a:lnTo>
                  <a:lnTo>
                    <a:pt x="2341000" y="2382016"/>
                  </a:lnTo>
                  <a:lnTo>
                    <a:pt x="2341094" y="2382016"/>
                  </a:lnTo>
                  <a:lnTo>
                    <a:pt x="2341188" y="2382016"/>
                  </a:lnTo>
                  <a:lnTo>
                    <a:pt x="2341282" y="2382016"/>
                  </a:lnTo>
                  <a:lnTo>
                    <a:pt x="2341376" y="2382016"/>
                  </a:lnTo>
                  <a:lnTo>
                    <a:pt x="2341470" y="2382016"/>
                  </a:lnTo>
                  <a:lnTo>
                    <a:pt x="2341564" y="2382016"/>
                  </a:lnTo>
                  <a:lnTo>
                    <a:pt x="2341659" y="2382016"/>
                  </a:lnTo>
                  <a:lnTo>
                    <a:pt x="2341753" y="2382016"/>
                  </a:lnTo>
                  <a:lnTo>
                    <a:pt x="2341847" y="2382016"/>
                  </a:lnTo>
                  <a:lnTo>
                    <a:pt x="2341941" y="2382016"/>
                  </a:lnTo>
                  <a:lnTo>
                    <a:pt x="2342035" y="2382016"/>
                  </a:lnTo>
                  <a:lnTo>
                    <a:pt x="2342129" y="2382016"/>
                  </a:lnTo>
                  <a:lnTo>
                    <a:pt x="2342224" y="2382016"/>
                  </a:lnTo>
                  <a:lnTo>
                    <a:pt x="2342318" y="2382016"/>
                  </a:lnTo>
                  <a:lnTo>
                    <a:pt x="2342412" y="2382016"/>
                  </a:lnTo>
                  <a:lnTo>
                    <a:pt x="2342506" y="2382016"/>
                  </a:lnTo>
                  <a:lnTo>
                    <a:pt x="2342600" y="2382016"/>
                  </a:lnTo>
                  <a:lnTo>
                    <a:pt x="2342694" y="2382016"/>
                  </a:lnTo>
                  <a:lnTo>
                    <a:pt x="2342788" y="2382016"/>
                  </a:lnTo>
                  <a:lnTo>
                    <a:pt x="2342883" y="2382016"/>
                  </a:lnTo>
                  <a:lnTo>
                    <a:pt x="2342977" y="2382016"/>
                  </a:lnTo>
                  <a:lnTo>
                    <a:pt x="2343071" y="2382016"/>
                  </a:lnTo>
                  <a:lnTo>
                    <a:pt x="2343165" y="2382016"/>
                  </a:lnTo>
                  <a:lnTo>
                    <a:pt x="2343259" y="2382016"/>
                  </a:lnTo>
                  <a:lnTo>
                    <a:pt x="2343353" y="2382016"/>
                  </a:lnTo>
                  <a:lnTo>
                    <a:pt x="2343447" y="2382016"/>
                  </a:lnTo>
                  <a:lnTo>
                    <a:pt x="2343447" y="2377105"/>
                  </a:lnTo>
                  <a:lnTo>
                    <a:pt x="2343447" y="2372194"/>
                  </a:lnTo>
                  <a:lnTo>
                    <a:pt x="2343542" y="2372194"/>
                  </a:lnTo>
                  <a:lnTo>
                    <a:pt x="2343636" y="2372194"/>
                  </a:lnTo>
                  <a:lnTo>
                    <a:pt x="2343730" y="2372194"/>
                  </a:lnTo>
                  <a:lnTo>
                    <a:pt x="2343824" y="2372194"/>
                  </a:lnTo>
                  <a:lnTo>
                    <a:pt x="2343918" y="2372194"/>
                  </a:lnTo>
                  <a:lnTo>
                    <a:pt x="2344012" y="2372194"/>
                  </a:lnTo>
                  <a:lnTo>
                    <a:pt x="2344107" y="2372194"/>
                  </a:lnTo>
                  <a:lnTo>
                    <a:pt x="2344201" y="2372194"/>
                  </a:lnTo>
                  <a:lnTo>
                    <a:pt x="2344295" y="2372194"/>
                  </a:lnTo>
                  <a:lnTo>
                    <a:pt x="2344389" y="2372194"/>
                  </a:lnTo>
                  <a:lnTo>
                    <a:pt x="2344483" y="2372194"/>
                  </a:lnTo>
                  <a:lnTo>
                    <a:pt x="2344577" y="2372194"/>
                  </a:lnTo>
                  <a:lnTo>
                    <a:pt x="2344671" y="2372194"/>
                  </a:lnTo>
                  <a:lnTo>
                    <a:pt x="2344766" y="2372194"/>
                  </a:lnTo>
                  <a:lnTo>
                    <a:pt x="2344860" y="2372194"/>
                  </a:lnTo>
                  <a:lnTo>
                    <a:pt x="2344954" y="2372194"/>
                  </a:lnTo>
                  <a:lnTo>
                    <a:pt x="2345048" y="2372194"/>
                  </a:lnTo>
                  <a:lnTo>
                    <a:pt x="2345142" y="2372194"/>
                  </a:lnTo>
                  <a:lnTo>
                    <a:pt x="2345236" y="2372194"/>
                  </a:lnTo>
                  <a:lnTo>
                    <a:pt x="2345331" y="2372194"/>
                  </a:lnTo>
                  <a:lnTo>
                    <a:pt x="2345425" y="2372194"/>
                  </a:lnTo>
                  <a:lnTo>
                    <a:pt x="2345519" y="2372194"/>
                  </a:lnTo>
                  <a:lnTo>
                    <a:pt x="2345613" y="2372194"/>
                  </a:lnTo>
                  <a:lnTo>
                    <a:pt x="2345707" y="2372194"/>
                  </a:lnTo>
                  <a:lnTo>
                    <a:pt x="2345801" y="2372194"/>
                  </a:lnTo>
                  <a:lnTo>
                    <a:pt x="2345895" y="2372194"/>
                  </a:lnTo>
                  <a:lnTo>
                    <a:pt x="2345990" y="2372194"/>
                  </a:lnTo>
                  <a:lnTo>
                    <a:pt x="2346084" y="2372194"/>
                  </a:lnTo>
                  <a:lnTo>
                    <a:pt x="2346178" y="2372194"/>
                  </a:lnTo>
                  <a:lnTo>
                    <a:pt x="2346272" y="2372194"/>
                  </a:lnTo>
                  <a:lnTo>
                    <a:pt x="2346366" y="2372194"/>
                  </a:lnTo>
                  <a:lnTo>
                    <a:pt x="2346460" y="2372194"/>
                  </a:lnTo>
                  <a:lnTo>
                    <a:pt x="2346555" y="2372194"/>
                  </a:lnTo>
                  <a:lnTo>
                    <a:pt x="2346649" y="2372194"/>
                  </a:lnTo>
                  <a:lnTo>
                    <a:pt x="2346743" y="2372194"/>
                  </a:lnTo>
                  <a:lnTo>
                    <a:pt x="2346837" y="2372194"/>
                  </a:lnTo>
                  <a:lnTo>
                    <a:pt x="2346931" y="2372194"/>
                  </a:lnTo>
                  <a:lnTo>
                    <a:pt x="2347025" y="2372194"/>
                  </a:lnTo>
                  <a:lnTo>
                    <a:pt x="2347119" y="2372194"/>
                  </a:lnTo>
                  <a:lnTo>
                    <a:pt x="2347214" y="2372194"/>
                  </a:lnTo>
                  <a:lnTo>
                    <a:pt x="2347308" y="2372194"/>
                  </a:lnTo>
                  <a:lnTo>
                    <a:pt x="2347402" y="2372194"/>
                  </a:lnTo>
                  <a:lnTo>
                    <a:pt x="2347496" y="2372194"/>
                  </a:lnTo>
                  <a:lnTo>
                    <a:pt x="2347590" y="2372194"/>
                  </a:lnTo>
                  <a:lnTo>
                    <a:pt x="2347684" y="2372194"/>
                  </a:lnTo>
                  <a:lnTo>
                    <a:pt x="2347778" y="2372194"/>
                  </a:lnTo>
                  <a:lnTo>
                    <a:pt x="2347873" y="2372194"/>
                  </a:lnTo>
                  <a:lnTo>
                    <a:pt x="2347967" y="2372194"/>
                  </a:lnTo>
                  <a:lnTo>
                    <a:pt x="2348061" y="2372194"/>
                  </a:lnTo>
                  <a:lnTo>
                    <a:pt x="2348155" y="2372194"/>
                  </a:lnTo>
                  <a:lnTo>
                    <a:pt x="2348249" y="2372194"/>
                  </a:lnTo>
                  <a:lnTo>
                    <a:pt x="2348343" y="2372194"/>
                  </a:lnTo>
                  <a:lnTo>
                    <a:pt x="2348438" y="2372194"/>
                  </a:lnTo>
                  <a:lnTo>
                    <a:pt x="2348532" y="2372194"/>
                  </a:lnTo>
                  <a:lnTo>
                    <a:pt x="2348626" y="2372194"/>
                  </a:lnTo>
                  <a:lnTo>
                    <a:pt x="2348720" y="2372194"/>
                  </a:lnTo>
                  <a:lnTo>
                    <a:pt x="2348814" y="2372194"/>
                  </a:lnTo>
                  <a:lnTo>
                    <a:pt x="2348908" y="2372194"/>
                  </a:lnTo>
                  <a:lnTo>
                    <a:pt x="2349002" y="2372194"/>
                  </a:lnTo>
                  <a:lnTo>
                    <a:pt x="2349097" y="2372194"/>
                  </a:lnTo>
                  <a:lnTo>
                    <a:pt x="2349191" y="2372194"/>
                  </a:lnTo>
                  <a:lnTo>
                    <a:pt x="2349285" y="2372194"/>
                  </a:lnTo>
                  <a:lnTo>
                    <a:pt x="2349379" y="2372194"/>
                  </a:lnTo>
                  <a:lnTo>
                    <a:pt x="2349473" y="2372194"/>
                  </a:lnTo>
                  <a:lnTo>
                    <a:pt x="2349567" y="2372194"/>
                  </a:lnTo>
                  <a:lnTo>
                    <a:pt x="2349662" y="2372194"/>
                  </a:lnTo>
                  <a:lnTo>
                    <a:pt x="2349756" y="2372194"/>
                  </a:lnTo>
                  <a:lnTo>
                    <a:pt x="2349850" y="2372194"/>
                  </a:lnTo>
                  <a:lnTo>
                    <a:pt x="2349944" y="2372194"/>
                  </a:lnTo>
                  <a:lnTo>
                    <a:pt x="2350038" y="2372194"/>
                  </a:lnTo>
                  <a:lnTo>
                    <a:pt x="2350132" y="2372194"/>
                  </a:lnTo>
                  <a:lnTo>
                    <a:pt x="2350226" y="2372194"/>
                  </a:lnTo>
                  <a:lnTo>
                    <a:pt x="2350321" y="2372194"/>
                  </a:lnTo>
                  <a:lnTo>
                    <a:pt x="2350415" y="2372194"/>
                  </a:lnTo>
                  <a:lnTo>
                    <a:pt x="2350509" y="2372194"/>
                  </a:lnTo>
                  <a:lnTo>
                    <a:pt x="2350603" y="2372194"/>
                  </a:lnTo>
                  <a:lnTo>
                    <a:pt x="2350697" y="2372194"/>
                  </a:lnTo>
                  <a:lnTo>
                    <a:pt x="2350791" y="2372194"/>
                  </a:lnTo>
                  <a:lnTo>
                    <a:pt x="2350886" y="2372194"/>
                  </a:lnTo>
                  <a:lnTo>
                    <a:pt x="2350980" y="2372194"/>
                  </a:lnTo>
                  <a:lnTo>
                    <a:pt x="2351074" y="2372194"/>
                  </a:lnTo>
                  <a:lnTo>
                    <a:pt x="2351168" y="2372194"/>
                  </a:lnTo>
                  <a:lnTo>
                    <a:pt x="2351262" y="2372194"/>
                  </a:lnTo>
                  <a:lnTo>
                    <a:pt x="2351356" y="2372194"/>
                  </a:lnTo>
                  <a:lnTo>
                    <a:pt x="2351450" y="2372194"/>
                  </a:lnTo>
                  <a:lnTo>
                    <a:pt x="2351545" y="2372194"/>
                  </a:lnTo>
                  <a:lnTo>
                    <a:pt x="2351639" y="2372194"/>
                  </a:lnTo>
                  <a:lnTo>
                    <a:pt x="2351733" y="2372194"/>
                  </a:lnTo>
                  <a:lnTo>
                    <a:pt x="2351827" y="2372194"/>
                  </a:lnTo>
                  <a:lnTo>
                    <a:pt x="2351921" y="2372194"/>
                  </a:lnTo>
                  <a:lnTo>
                    <a:pt x="2352015" y="2372194"/>
                  </a:lnTo>
                  <a:lnTo>
                    <a:pt x="2352109" y="2372194"/>
                  </a:lnTo>
                  <a:lnTo>
                    <a:pt x="2352204" y="2372194"/>
                  </a:lnTo>
                  <a:lnTo>
                    <a:pt x="2352298" y="2372194"/>
                  </a:lnTo>
                  <a:lnTo>
                    <a:pt x="2352392" y="2372194"/>
                  </a:lnTo>
                  <a:lnTo>
                    <a:pt x="2352486" y="2372194"/>
                  </a:lnTo>
                  <a:lnTo>
                    <a:pt x="2352580" y="2372194"/>
                  </a:lnTo>
                  <a:lnTo>
                    <a:pt x="2352674" y="2372194"/>
                  </a:lnTo>
                  <a:lnTo>
                    <a:pt x="2352769" y="2372194"/>
                  </a:lnTo>
                  <a:lnTo>
                    <a:pt x="2352863" y="2372194"/>
                  </a:lnTo>
                  <a:lnTo>
                    <a:pt x="2352957" y="2372194"/>
                  </a:lnTo>
                  <a:lnTo>
                    <a:pt x="2353051" y="2372194"/>
                  </a:lnTo>
                  <a:lnTo>
                    <a:pt x="2353145" y="2372194"/>
                  </a:lnTo>
                  <a:lnTo>
                    <a:pt x="2353239" y="2372194"/>
                  </a:lnTo>
                  <a:lnTo>
                    <a:pt x="2353239" y="2367282"/>
                  </a:lnTo>
                  <a:lnTo>
                    <a:pt x="2353333" y="2367282"/>
                  </a:lnTo>
                  <a:lnTo>
                    <a:pt x="2353428" y="2367282"/>
                  </a:lnTo>
                  <a:lnTo>
                    <a:pt x="2353522" y="2367282"/>
                  </a:lnTo>
                  <a:lnTo>
                    <a:pt x="2353616" y="2367282"/>
                  </a:lnTo>
                  <a:lnTo>
                    <a:pt x="2353710" y="2367282"/>
                  </a:lnTo>
                  <a:lnTo>
                    <a:pt x="2353804" y="2367282"/>
                  </a:lnTo>
                  <a:lnTo>
                    <a:pt x="2353898" y="2367282"/>
                  </a:lnTo>
                  <a:lnTo>
                    <a:pt x="2353993" y="2367282"/>
                  </a:lnTo>
                  <a:lnTo>
                    <a:pt x="2354087" y="2367282"/>
                  </a:lnTo>
                  <a:lnTo>
                    <a:pt x="2354181" y="2367282"/>
                  </a:lnTo>
                  <a:lnTo>
                    <a:pt x="2354275" y="2367282"/>
                  </a:lnTo>
                  <a:lnTo>
                    <a:pt x="2354369" y="2367282"/>
                  </a:lnTo>
                  <a:lnTo>
                    <a:pt x="2354463" y="2367282"/>
                  </a:lnTo>
                  <a:lnTo>
                    <a:pt x="2354557" y="2367282"/>
                  </a:lnTo>
                  <a:lnTo>
                    <a:pt x="2354652" y="2367282"/>
                  </a:lnTo>
                  <a:lnTo>
                    <a:pt x="2354746" y="2367282"/>
                  </a:lnTo>
                  <a:lnTo>
                    <a:pt x="2354840" y="2367282"/>
                  </a:lnTo>
                  <a:lnTo>
                    <a:pt x="2354934" y="2367282"/>
                  </a:lnTo>
                  <a:lnTo>
                    <a:pt x="2355028" y="2367282"/>
                  </a:lnTo>
                  <a:lnTo>
                    <a:pt x="2355122" y="2367282"/>
                  </a:lnTo>
                  <a:lnTo>
                    <a:pt x="2355217" y="2367282"/>
                  </a:lnTo>
                  <a:lnTo>
                    <a:pt x="2355311" y="2367282"/>
                  </a:lnTo>
                  <a:lnTo>
                    <a:pt x="2355405" y="2367282"/>
                  </a:lnTo>
                  <a:lnTo>
                    <a:pt x="2355405" y="2362371"/>
                  </a:lnTo>
                  <a:lnTo>
                    <a:pt x="2355499" y="2362371"/>
                  </a:lnTo>
                  <a:lnTo>
                    <a:pt x="2355593" y="2362371"/>
                  </a:lnTo>
                  <a:lnTo>
                    <a:pt x="2355687" y="2362371"/>
                  </a:lnTo>
                  <a:lnTo>
                    <a:pt x="2355781" y="2362371"/>
                  </a:lnTo>
                  <a:lnTo>
                    <a:pt x="2355876" y="2362371"/>
                  </a:lnTo>
                  <a:lnTo>
                    <a:pt x="2355970" y="2362371"/>
                  </a:lnTo>
                  <a:lnTo>
                    <a:pt x="2356064" y="2362371"/>
                  </a:lnTo>
                  <a:lnTo>
                    <a:pt x="2356158" y="2362371"/>
                  </a:lnTo>
                  <a:lnTo>
                    <a:pt x="2356252" y="2362371"/>
                  </a:lnTo>
                  <a:lnTo>
                    <a:pt x="2356346" y="2362371"/>
                  </a:lnTo>
                  <a:lnTo>
                    <a:pt x="2356440" y="2362371"/>
                  </a:lnTo>
                  <a:lnTo>
                    <a:pt x="2356535" y="2362371"/>
                  </a:lnTo>
                  <a:lnTo>
                    <a:pt x="2356629" y="2362371"/>
                  </a:lnTo>
                  <a:lnTo>
                    <a:pt x="2356723" y="2362371"/>
                  </a:lnTo>
                  <a:lnTo>
                    <a:pt x="2356817" y="2362371"/>
                  </a:lnTo>
                  <a:lnTo>
                    <a:pt x="2356817" y="2357459"/>
                  </a:lnTo>
                  <a:lnTo>
                    <a:pt x="2356911" y="2357459"/>
                  </a:lnTo>
                  <a:lnTo>
                    <a:pt x="2357005" y="2357459"/>
                  </a:lnTo>
                  <a:lnTo>
                    <a:pt x="2357100" y="2357459"/>
                  </a:lnTo>
                  <a:lnTo>
                    <a:pt x="2357194" y="2357459"/>
                  </a:lnTo>
                  <a:lnTo>
                    <a:pt x="2357288" y="2357459"/>
                  </a:lnTo>
                  <a:lnTo>
                    <a:pt x="2357288" y="2352548"/>
                  </a:lnTo>
                  <a:lnTo>
                    <a:pt x="2357382" y="2352548"/>
                  </a:lnTo>
                  <a:lnTo>
                    <a:pt x="2357476" y="2352548"/>
                  </a:lnTo>
                  <a:lnTo>
                    <a:pt x="2357570" y="2352548"/>
                  </a:lnTo>
                  <a:lnTo>
                    <a:pt x="2357664" y="2352548"/>
                  </a:lnTo>
                  <a:lnTo>
                    <a:pt x="2357759" y="2352548"/>
                  </a:lnTo>
                  <a:lnTo>
                    <a:pt x="2357853" y="2352548"/>
                  </a:lnTo>
                  <a:lnTo>
                    <a:pt x="2357947" y="2352548"/>
                  </a:lnTo>
                  <a:lnTo>
                    <a:pt x="2358041" y="2352548"/>
                  </a:lnTo>
                  <a:lnTo>
                    <a:pt x="2358135" y="2352548"/>
                  </a:lnTo>
                  <a:lnTo>
                    <a:pt x="2358229" y="2352548"/>
                  </a:lnTo>
                  <a:lnTo>
                    <a:pt x="2358324" y="2352548"/>
                  </a:lnTo>
                  <a:lnTo>
                    <a:pt x="2358418" y="2352548"/>
                  </a:lnTo>
                  <a:lnTo>
                    <a:pt x="2358512" y="2352548"/>
                  </a:lnTo>
                  <a:lnTo>
                    <a:pt x="2358606" y="2352548"/>
                  </a:lnTo>
                  <a:lnTo>
                    <a:pt x="2358606" y="2347637"/>
                  </a:lnTo>
                  <a:lnTo>
                    <a:pt x="2358700" y="2347637"/>
                  </a:lnTo>
                  <a:lnTo>
                    <a:pt x="2358794" y="2347637"/>
                  </a:lnTo>
                  <a:lnTo>
                    <a:pt x="2358888" y="2347637"/>
                  </a:lnTo>
                  <a:lnTo>
                    <a:pt x="2358983" y="2347637"/>
                  </a:lnTo>
                  <a:lnTo>
                    <a:pt x="2359077" y="2347637"/>
                  </a:lnTo>
                  <a:lnTo>
                    <a:pt x="2359171" y="2347637"/>
                  </a:lnTo>
                  <a:lnTo>
                    <a:pt x="2359171" y="2342725"/>
                  </a:lnTo>
                  <a:lnTo>
                    <a:pt x="2359265" y="2342725"/>
                  </a:lnTo>
                  <a:lnTo>
                    <a:pt x="2359359" y="2342725"/>
                  </a:lnTo>
                  <a:lnTo>
                    <a:pt x="2359453" y="2342725"/>
                  </a:lnTo>
                  <a:lnTo>
                    <a:pt x="2359548" y="2342725"/>
                  </a:lnTo>
                  <a:lnTo>
                    <a:pt x="2359642" y="2342725"/>
                  </a:lnTo>
                  <a:lnTo>
                    <a:pt x="2359736" y="2342725"/>
                  </a:lnTo>
                  <a:lnTo>
                    <a:pt x="2359830" y="2342725"/>
                  </a:lnTo>
                  <a:lnTo>
                    <a:pt x="2359924" y="2342725"/>
                  </a:lnTo>
                  <a:lnTo>
                    <a:pt x="2360018" y="2342725"/>
                  </a:lnTo>
                  <a:lnTo>
                    <a:pt x="2360112" y="2342725"/>
                  </a:lnTo>
                  <a:lnTo>
                    <a:pt x="2360207" y="2342725"/>
                  </a:lnTo>
                  <a:lnTo>
                    <a:pt x="2360301" y="2342725"/>
                  </a:lnTo>
                  <a:lnTo>
                    <a:pt x="2360395" y="2342725"/>
                  </a:lnTo>
                  <a:lnTo>
                    <a:pt x="2360489" y="2342725"/>
                  </a:lnTo>
                  <a:lnTo>
                    <a:pt x="2360583" y="2342725"/>
                  </a:lnTo>
                  <a:lnTo>
                    <a:pt x="2360677" y="2342725"/>
                  </a:lnTo>
                  <a:lnTo>
                    <a:pt x="2360771" y="2342725"/>
                  </a:lnTo>
                  <a:lnTo>
                    <a:pt x="2360866" y="2342725"/>
                  </a:lnTo>
                  <a:lnTo>
                    <a:pt x="2360960" y="2342725"/>
                  </a:lnTo>
                  <a:lnTo>
                    <a:pt x="2361054" y="2342725"/>
                  </a:lnTo>
                  <a:lnTo>
                    <a:pt x="2361148" y="2342725"/>
                  </a:lnTo>
                  <a:lnTo>
                    <a:pt x="2361242" y="2342725"/>
                  </a:lnTo>
                  <a:lnTo>
                    <a:pt x="2361336" y="2342725"/>
                  </a:lnTo>
                  <a:lnTo>
                    <a:pt x="2361431" y="2342725"/>
                  </a:lnTo>
                  <a:lnTo>
                    <a:pt x="2361525" y="2342725"/>
                  </a:lnTo>
                  <a:lnTo>
                    <a:pt x="2361619" y="2342725"/>
                  </a:lnTo>
                  <a:lnTo>
                    <a:pt x="2361713" y="2342725"/>
                  </a:lnTo>
                  <a:lnTo>
                    <a:pt x="2361807" y="2342725"/>
                  </a:lnTo>
                  <a:lnTo>
                    <a:pt x="2361901" y="2342725"/>
                  </a:lnTo>
                  <a:lnTo>
                    <a:pt x="2361995" y="2342725"/>
                  </a:lnTo>
                  <a:lnTo>
                    <a:pt x="2362090" y="2342725"/>
                  </a:lnTo>
                  <a:lnTo>
                    <a:pt x="2362184" y="2342725"/>
                  </a:lnTo>
                  <a:lnTo>
                    <a:pt x="2362278" y="2342725"/>
                  </a:lnTo>
                  <a:lnTo>
                    <a:pt x="2362372" y="2342725"/>
                  </a:lnTo>
                  <a:lnTo>
                    <a:pt x="2362466" y="2342725"/>
                  </a:lnTo>
                  <a:lnTo>
                    <a:pt x="2362560" y="2342725"/>
                  </a:lnTo>
                  <a:lnTo>
                    <a:pt x="2362655" y="2342725"/>
                  </a:lnTo>
                  <a:lnTo>
                    <a:pt x="2362749" y="2342725"/>
                  </a:lnTo>
                  <a:lnTo>
                    <a:pt x="2362843" y="2342725"/>
                  </a:lnTo>
                  <a:lnTo>
                    <a:pt x="2362937" y="2342725"/>
                  </a:lnTo>
                  <a:lnTo>
                    <a:pt x="2363031" y="2342725"/>
                  </a:lnTo>
                  <a:lnTo>
                    <a:pt x="2363125" y="2342725"/>
                  </a:lnTo>
                  <a:lnTo>
                    <a:pt x="2363219" y="2342725"/>
                  </a:lnTo>
                  <a:lnTo>
                    <a:pt x="2363314" y="2342725"/>
                  </a:lnTo>
                  <a:lnTo>
                    <a:pt x="2363408" y="2342725"/>
                  </a:lnTo>
                  <a:lnTo>
                    <a:pt x="2363502" y="2342725"/>
                  </a:lnTo>
                  <a:lnTo>
                    <a:pt x="2363596" y="2342725"/>
                  </a:lnTo>
                  <a:lnTo>
                    <a:pt x="2363690" y="2342725"/>
                  </a:lnTo>
                  <a:lnTo>
                    <a:pt x="2363784" y="2342725"/>
                  </a:lnTo>
                  <a:lnTo>
                    <a:pt x="2363879" y="2342725"/>
                  </a:lnTo>
                  <a:lnTo>
                    <a:pt x="2363973" y="2342725"/>
                  </a:lnTo>
                  <a:lnTo>
                    <a:pt x="2364067" y="2342725"/>
                  </a:lnTo>
                  <a:lnTo>
                    <a:pt x="2364161" y="2342725"/>
                  </a:lnTo>
                  <a:lnTo>
                    <a:pt x="2364255" y="2342725"/>
                  </a:lnTo>
                  <a:lnTo>
                    <a:pt x="2364349" y="2342725"/>
                  </a:lnTo>
                  <a:lnTo>
                    <a:pt x="2364443" y="2342725"/>
                  </a:lnTo>
                  <a:lnTo>
                    <a:pt x="2364538" y="2342725"/>
                  </a:lnTo>
                  <a:lnTo>
                    <a:pt x="2364632" y="2342725"/>
                  </a:lnTo>
                  <a:lnTo>
                    <a:pt x="2364726" y="2342725"/>
                  </a:lnTo>
                  <a:lnTo>
                    <a:pt x="2364820" y="2342725"/>
                  </a:lnTo>
                  <a:lnTo>
                    <a:pt x="2364914" y="2342725"/>
                  </a:lnTo>
                  <a:lnTo>
                    <a:pt x="2365008" y="2342725"/>
                  </a:lnTo>
                  <a:lnTo>
                    <a:pt x="2365102" y="2342725"/>
                  </a:lnTo>
                  <a:lnTo>
                    <a:pt x="2365197" y="2342725"/>
                  </a:lnTo>
                  <a:lnTo>
                    <a:pt x="2365291" y="2342725"/>
                  </a:lnTo>
                  <a:lnTo>
                    <a:pt x="2365385" y="2342725"/>
                  </a:lnTo>
                  <a:lnTo>
                    <a:pt x="2365479" y="2342725"/>
                  </a:lnTo>
                  <a:lnTo>
                    <a:pt x="2365573" y="2342725"/>
                  </a:lnTo>
                  <a:lnTo>
                    <a:pt x="2365667" y="2342725"/>
                  </a:lnTo>
                  <a:lnTo>
                    <a:pt x="2365762" y="2342725"/>
                  </a:lnTo>
                  <a:lnTo>
                    <a:pt x="2365856" y="2342725"/>
                  </a:lnTo>
                  <a:lnTo>
                    <a:pt x="2365856" y="2337814"/>
                  </a:lnTo>
                  <a:lnTo>
                    <a:pt x="2365950" y="2337814"/>
                  </a:lnTo>
                  <a:lnTo>
                    <a:pt x="2366044" y="2337814"/>
                  </a:lnTo>
                  <a:lnTo>
                    <a:pt x="2366138" y="2337814"/>
                  </a:lnTo>
                  <a:lnTo>
                    <a:pt x="2366232" y="2337814"/>
                  </a:lnTo>
                  <a:lnTo>
                    <a:pt x="2366326" y="2337814"/>
                  </a:lnTo>
                  <a:lnTo>
                    <a:pt x="2366421" y="2337814"/>
                  </a:lnTo>
                  <a:lnTo>
                    <a:pt x="2366515" y="2337814"/>
                  </a:lnTo>
                  <a:lnTo>
                    <a:pt x="2366609" y="2337814"/>
                  </a:lnTo>
                  <a:lnTo>
                    <a:pt x="2366703" y="2337814"/>
                  </a:lnTo>
                  <a:lnTo>
                    <a:pt x="2366797" y="2337814"/>
                  </a:lnTo>
                  <a:lnTo>
                    <a:pt x="2366891" y="2337814"/>
                  </a:lnTo>
                  <a:lnTo>
                    <a:pt x="2366986" y="2337814"/>
                  </a:lnTo>
                  <a:lnTo>
                    <a:pt x="2367080" y="2337814"/>
                  </a:lnTo>
                  <a:lnTo>
                    <a:pt x="2367174" y="2337814"/>
                  </a:lnTo>
                  <a:lnTo>
                    <a:pt x="2367268" y="2337814"/>
                  </a:lnTo>
                  <a:lnTo>
                    <a:pt x="2367362" y="2337814"/>
                  </a:lnTo>
                  <a:lnTo>
                    <a:pt x="2367456" y="2337814"/>
                  </a:lnTo>
                  <a:lnTo>
                    <a:pt x="2367550" y="2337814"/>
                  </a:lnTo>
                  <a:lnTo>
                    <a:pt x="2367645" y="2337814"/>
                  </a:lnTo>
                  <a:lnTo>
                    <a:pt x="2367739" y="2337814"/>
                  </a:lnTo>
                  <a:lnTo>
                    <a:pt x="2367833" y="2337814"/>
                  </a:lnTo>
                  <a:lnTo>
                    <a:pt x="2367927" y="2337814"/>
                  </a:lnTo>
                  <a:lnTo>
                    <a:pt x="2368021" y="2337814"/>
                  </a:lnTo>
                  <a:lnTo>
                    <a:pt x="2368115" y="2337814"/>
                  </a:lnTo>
                  <a:lnTo>
                    <a:pt x="2368210" y="2337814"/>
                  </a:lnTo>
                  <a:lnTo>
                    <a:pt x="2368304" y="2337814"/>
                  </a:lnTo>
                  <a:lnTo>
                    <a:pt x="2368398" y="2337814"/>
                  </a:lnTo>
                  <a:lnTo>
                    <a:pt x="2368492" y="2337814"/>
                  </a:lnTo>
                  <a:lnTo>
                    <a:pt x="2368586" y="2337814"/>
                  </a:lnTo>
                  <a:lnTo>
                    <a:pt x="2368680" y="2337814"/>
                  </a:lnTo>
                  <a:lnTo>
                    <a:pt x="2368774" y="2337814"/>
                  </a:lnTo>
                  <a:lnTo>
                    <a:pt x="2368869" y="2337814"/>
                  </a:lnTo>
                  <a:lnTo>
                    <a:pt x="2368963" y="2337814"/>
                  </a:lnTo>
                  <a:lnTo>
                    <a:pt x="2369057" y="2337814"/>
                  </a:lnTo>
                  <a:lnTo>
                    <a:pt x="2369151" y="2337814"/>
                  </a:lnTo>
                  <a:lnTo>
                    <a:pt x="2369245" y="2337814"/>
                  </a:lnTo>
                  <a:lnTo>
                    <a:pt x="2369339" y="2337814"/>
                  </a:lnTo>
                  <a:lnTo>
                    <a:pt x="2369433" y="2337814"/>
                  </a:lnTo>
                  <a:lnTo>
                    <a:pt x="2369528" y="2337814"/>
                  </a:lnTo>
                  <a:lnTo>
                    <a:pt x="2369622" y="2337814"/>
                  </a:lnTo>
                  <a:lnTo>
                    <a:pt x="2369716" y="2337814"/>
                  </a:lnTo>
                  <a:lnTo>
                    <a:pt x="2369810" y="2337814"/>
                  </a:lnTo>
                  <a:lnTo>
                    <a:pt x="2369904" y="2337814"/>
                  </a:lnTo>
                  <a:lnTo>
                    <a:pt x="2369998" y="2337814"/>
                  </a:lnTo>
                  <a:lnTo>
                    <a:pt x="2370093" y="2337814"/>
                  </a:lnTo>
                  <a:lnTo>
                    <a:pt x="2370187" y="2337814"/>
                  </a:lnTo>
                  <a:lnTo>
                    <a:pt x="2370281" y="2337814"/>
                  </a:lnTo>
                  <a:lnTo>
                    <a:pt x="2370375" y="2337814"/>
                  </a:lnTo>
                  <a:lnTo>
                    <a:pt x="2370469" y="2337814"/>
                  </a:lnTo>
                  <a:lnTo>
                    <a:pt x="2370563" y="2337814"/>
                  </a:lnTo>
                  <a:lnTo>
                    <a:pt x="2370657" y="2337814"/>
                  </a:lnTo>
                  <a:lnTo>
                    <a:pt x="2370752" y="2337814"/>
                  </a:lnTo>
                  <a:lnTo>
                    <a:pt x="2370846" y="2337814"/>
                  </a:lnTo>
                  <a:lnTo>
                    <a:pt x="2370940" y="2337814"/>
                  </a:lnTo>
                  <a:lnTo>
                    <a:pt x="2371034" y="2337814"/>
                  </a:lnTo>
                  <a:lnTo>
                    <a:pt x="2371128" y="2337814"/>
                  </a:lnTo>
                  <a:lnTo>
                    <a:pt x="2371222" y="2337814"/>
                  </a:lnTo>
                  <a:lnTo>
                    <a:pt x="2371317" y="2337814"/>
                  </a:lnTo>
                  <a:lnTo>
                    <a:pt x="2371411" y="2337814"/>
                  </a:lnTo>
                  <a:lnTo>
                    <a:pt x="2371505" y="2337814"/>
                  </a:lnTo>
                  <a:lnTo>
                    <a:pt x="2371599" y="2337814"/>
                  </a:lnTo>
                  <a:lnTo>
                    <a:pt x="2371693" y="2337814"/>
                  </a:lnTo>
                  <a:lnTo>
                    <a:pt x="2371787" y="2337814"/>
                  </a:lnTo>
                  <a:lnTo>
                    <a:pt x="2371881" y="2337814"/>
                  </a:lnTo>
                  <a:lnTo>
                    <a:pt x="2371976" y="2337814"/>
                  </a:lnTo>
                  <a:lnTo>
                    <a:pt x="2372070" y="2337814"/>
                  </a:lnTo>
                  <a:lnTo>
                    <a:pt x="2372164" y="2337814"/>
                  </a:lnTo>
                  <a:lnTo>
                    <a:pt x="2372258" y="2337814"/>
                  </a:lnTo>
                  <a:lnTo>
                    <a:pt x="2372352" y="2337814"/>
                  </a:lnTo>
                  <a:lnTo>
                    <a:pt x="2372446" y="2337814"/>
                  </a:lnTo>
                  <a:lnTo>
                    <a:pt x="2372541" y="2337814"/>
                  </a:lnTo>
                  <a:lnTo>
                    <a:pt x="2372635" y="2337814"/>
                  </a:lnTo>
                  <a:lnTo>
                    <a:pt x="2372729" y="2337814"/>
                  </a:lnTo>
                  <a:lnTo>
                    <a:pt x="2372823" y="2337814"/>
                  </a:lnTo>
                  <a:lnTo>
                    <a:pt x="2372917" y="2337814"/>
                  </a:lnTo>
                  <a:lnTo>
                    <a:pt x="2373011" y="2337814"/>
                  </a:lnTo>
                  <a:lnTo>
                    <a:pt x="2373105" y="2337814"/>
                  </a:lnTo>
                  <a:lnTo>
                    <a:pt x="2373200" y="2337814"/>
                  </a:lnTo>
                  <a:lnTo>
                    <a:pt x="2373294" y="2337814"/>
                  </a:lnTo>
                  <a:lnTo>
                    <a:pt x="2373388" y="2337814"/>
                  </a:lnTo>
                  <a:lnTo>
                    <a:pt x="2373482" y="2337814"/>
                  </a:lnTo>
                  <a:lnTo>
                    <a:pt x="2373576" y="2337814"/>
                  </a:lnTo>
                  <a:lnTo>
                    <a:pt x="2373670" y="2337814"/>
                  </a:lnTo>
                  <a:lnTo>
                    <a:pt x="2373764" y="2337814"/>
                  </a:lnTo>
                  <a:lnTo>
                    <a:pt x="2373859" y="2337814"/>
                  </a:lnTo>
                  <a:lnTo>
                    <a:pt x="2373953" y="2337814"/>
                  </a:lnTo>
                  <a:lnTo>
                    <a:pt x="2374047" y="2337814"/>
                  </a:lnTo>
                  <a:lnTo>
                    <a:pt x="2374141" y="2337814"/>
                  </a:lnTo>
                  <a:lnTo>
                    <a:pt x="2374235" y="2337814"/>
                  </a:lnTo>
                  <a:lnTo>
                    <a:pt x="2374329" y="2337814"/>
                  </a:lnTo>
                  <a:lnTo>
                    <a:pt x="2374424" y="2337814"/>
                  </a:lnTo>
                  <a:lnTo>
                    <a:pt x="2374518" y="2337814"/>
                  </a:lnTo>
                  <a:lnTo>
                    <a:pt x="2374612" y="2337814"/>
                  </a:lnTo>
                  <a:lnTo>
                    <a:pt x="2374706" y="2337814"/>
                  </a:lnTo>
                  <a:lnTo>
                    <a:pt x="2374800" y="2337814"/>
                  </a:lnTo>
                  <a:lnTo>
                    <a:pt x="2374894" y="2337814"/>
                  </a:lnTo>
                  <a:lnTo>
                    <a:pt x="2374988" y="2337814"/>
                  </a:lnTo>
                  <a:lnTo>
                    <a:pt x="2375083" y="2337814"/>
                  </a:lnTo>
                  <a:lnTo>
                    <a:pt x="2375177" y="2337814"/>
                  </a:lnTo>
                  <a:lnTo>
                    <a:pt x="2375271" y="2337814"/>
                  </a:lnTo>
                  <a:lnTo>
                    <a:pt x="2375365" y="2337814"/>
                  </a:lnTo>
                  <a:lnTo>
                    <a:pt x="2375459" y="2337814"/>
                  </a:lnTo>
                  <a:lnTo>
                    <a:pt x="2375553" y="2337814"/>
                  </a:lnTo>
                  <a:lnTo>
                    <a:pt x="2375648" y="2337814"/>
                  </a:lnTo>
                  <a:lnTo>
                    <a:pt x="2375648" y="2332903"/>
                  </a:lnTo>
                  <a:lnTo>
                    <a:pt x="2375742" y="2332903"/>
                  </a:lnTo>
                  <a:lnTo>
                    <a:pt x="2375836" y="2332903"/>
                  </a:lnTo>
                  <a:lnTo>
                    <a:pt x="2375930" y="2332903"/>
                  </a:lnTo>
                  <a:lnTo>
                    <a:pt x="2376024" y="2332903"/>
                  </a:lnTo>
                  <a:lnTo>
                    <a:pt x="2376118" y="2332903"/>
                  </a:lnTo>
                  <a:lnTo>
                    <a:pt x="2376212" y="2332903"/>
                  </a:lnTo>
                  <a:lnTo>
                    <a:pt x="2376307" y="2332903"/>
                  </a:lnTo>
                  <a:lnTo>
                    <a:pt x="2376401" y="2332903"/>
                  </a:lnTo>
                  <a:lnTo>
                    <a:pt x="2376495" y="2332903"/>
                  </a:lnTo>
                  <a:lnTo>
                    <a:pt x="2376589" y="2332903"/>
                  </a:lnTo>
                  <a:lnTo>
                    <a:pt x="2376683" y="2332903"/>
                  </a:lnTo>
                  <a:lnTo>
                    <a:pt x="2376777" y="2332903"/>
                  </a:lnTo>
                  <a:lnTo>
                    <a:pt x="2376872" y="2332903"/>
                  </a:lnTo>
                  <a:lnTo>
                    <a:pt x="2376966" y="2332903"/>
                  </a:lnTo>
                  <a:lnTo>
                    <a:pt x="2377060" y="2332903"/>
                  </a:lnTo>
                  <a:lnTo>
                    <a:pt x="2377154" y="2332903"/>
                  </a:lnTo>
                  <a:lnTo>
                    <a:pt x="2377248" y="2332903"/>
                  </a:lnTo>
                  <a:lnTo>
                    <a:pt x="2377342" y="2332903"/>
                  </a:lnTo>
                  <a:lnTo>
                    <a:pt x="2377436" y="2332903"/>
                  </a:lnTo>
                  <a:lnTo>
                    <a:pt x="2377531" y="2332903"/>
                  </a:lnTo>
                  <a:lnTo>
                    <a:pt x="2377625" y="2332903"/>
                  </a:lnTo>
                  <a:lnTo>
                    <a:pt x="2377719" y="2332903"/>
                  </a:lnTo>
                  <a:lnTo>
                    <a:pt x="2377813" y="2332903"/>
                  </a:lnTo>
                  <a:lnTo>
                    <a:pt x="2377907" y="2332903"/>
                  </a:lnTo>
                  <a:lnTo>
                    <a:pt x="2378001" y="2332903"/>
                  </a:lnTo>
                  <a:lnTo>
                    <a:pt x="2378095" y="2332903"/>
                  </a:lnTo>
                  <a:lnTo>
                    <a:pt x="2378190" y="2332903"/>
                  </a:lnTo>
                  <a:lnTo>
                    <a:pt x="2378284" y="2332903"/>
                  </a:lnTo>
                  <a:lnTo>
                    <a:pt x="2378378" y="2332903"/>
                  </a:lnTo>
                  <a:lnTo>
                    <a:pt x="2378378" y="2327991"/>
                  </a:lnTo>
                  <a:lnTo>
                    <a:pt x="2378472" y="2327991"/>
                  </a:lnTo>
                  <a:lnTo>
                    <a:pt x="2378566" y="2327991"/>
                  </a:lnTo>
                  <a:lnTo>
                    <a:pt x="2378660" y="2327991"/>
                  </a:lnTo>
                  <a:lnTo>
                    <a:pt x="2378755" y="2327991"/>
                  </a:lnTo>
                  <a:lnTo>
                    <a:pt x="2378849" y="2327991"/>
                  </a:lnTo>
                  <a:lnTo>
                    <a:pt x="2378943" y="2327991"/>
                  </a:lnTo>
                  <a:lnTo>
                    <a:pt x="2379037" y="2327991"/>
                  </a:lnTo>
                  <a:lnTo>
                    <a:pt x="2379131" y="2327991"/>
                  </a:lnTo>
                  <a:lnTo>
                    <a:pt x="2379225" y="2327991"/>
                  </a:lnTo>
                  <a:lnTo>
                    <a:pt x="2379319" y="2327991"/>
                  </a:lnTo>
                  <a:lnTo>
                    <a:pt x="2379414" y="2327991"/>
                  </a:lnTo>
                  <a:lnTo>
                    <a:pt x="2379508" y="2327991"/>
                  </a:lnTo>
                  <a:lnTo>
                    <a:pt x="2379602" y="2327991"/>
                  </a:lnTo>
                  <a:lnTo>
                    <a:pt x="2379696" y="2327991"/>
                  </a:lnTo>
                  <a:lnTo>
                    <a:pt x="2379790" y="2327991"/>
                  </a:lnTo>
                  <a:lnTo>
                    <a:pt x="2379884" y="2327991"/>
                  </a:lnTo>
                  <a:lnTo>
                    <a:pt x="2379979" y="2327991"/>
                  </a:lnTo>
                  <a:lnTo>
                    <a:pt x="2380073" y="2327991"/>
                  </a:lnTo>
                  <a:lnTo>
                    <a:pt x="2380167" y="2327991"/>
                  </a:lnTo>
                  <a:lnTo>
                    <a:pt x="2380261" y="2327991"/>
                  </a:lnTo>
                  <a:lnTo>
                    <a:pt x="2380355" y="2327991"/>
                  </a:lnTo>
                  <a:lnTo>
                    <a:pt x="2380449" y="2327991"/>
                  </a:lnTo>
                  <a:lnTo>
                    <a:pt x="2380543" y="2327991"/>
                  </a:lnTo>
                  <a:lnTo>
                    <a:pt x="2380638" y="2327991"/>
                  </a:lnTo>
                  <a:lnTo>
                    <a:pt x="2380732" y="2327991"/>
                  </a:lnTo>
                  <a:lnTo>
                    <a:pt x="2380826" y="2327991"/>
                  </a:lnTo>
                  <a:lnTo>
                    <a:pt x="2380920" y="2327991"/>
                  </a:lnTo>
                  <a:lnTo>
                    <a:pt x="2381014" y="2327991"/>
                  </a:lnTo>
                  <a:lnTo>
                    <a:pt x="2381108" y="2327991"/>
                  </a:lnTo>
                  <a:lnTo>
                    <a:pt x="2381203" y="2327991"/>
                  </a:lnTo>
                  <a:lnTo>
                    <a:pt x="2381297" y="2327991"/>
                  </a:lnTo>
                  <a:lnTo>
                    <a:pt x="2381391" y="2327991"/>
                  </a:lnTo>
                  <a:lnTo>
                    <a:pt x="2381485" y="2327991"/>
                  </a:lnTo>
                  <a:lnTo>
                    <a:pt x="2381579" y="2327991"/>
                  </a:lnTo>
                  <a:lnTo>
                    <a:pt x="2381673" y="2327991"/>
                  </a:lnTo>
                  <a:lnTo>
                    <a:pt x="2381767" y="2327991"/>
                  </a:lnTo>
                  <a:lnTo>
                    <a:pt x="2381862" y="2327991"/>
                  </a:lnTo>
                  <a:lnTo>
                    <a:pt x="2381956" y="2327991"/>
                  </a:lnTo>
                  <a:lnTo>
                    <a:pt x="2382050" y="2327991"/>
                  </a:lnTo>
                  <a:lnTo>
                    <a:pt x="2382144" y="2327991"/>
                  </a:lnTo>
                  <a:lnTo>
                    <a:pt x="2382238" y="2327991"/>
                  </a:lnTo>
                  <a:lnTo>
                    <a:pt x="2382332" y="2327991"/>
                  </a:lnTo>
                  <a:lnTo>
                    <a:pt x="2382426" y="2327991"/>
                  </a:lnTo>
                  <a:lnTo>
                    <a:pt x="2382521" y="2327991"/>
                  </a:lnTo>
                  <a:lnTo>
                    <a:pt x="2382615" y="2327991"/>
                  </a:lnTo>
                  <a:lnTo>
                    <a:pt x="2382709" y="2327991"/>
                  </a:lnTo>
                  <a:lnTo>
                    <a:pt x="2382803" y="2327991"/>
                  </a:lnTo>
                  <a:lnTo>
                    <a:pt x="2382897" y="2327991"/>
                  </a:lnTo>
                  <a:lnTo>
                    <a:pt x="2382991" y="2327991"/>
                  </a:lnTo>
                  <a:lnTo>
                    <a:pt x="2383086" y="2327991"/>
                  </a:lnTo>
                  <a:lnTo>
                    <a:pt x="2383180" y="2327991"/>
                  </a:lnTo>
                  <a:lnTo>
                    <a:pt x="2383274" y="2327991"/>
                  </a:lnTo>
                  <a:lnTo>
                    <a:pt x="2383368" y="2327991"/>
                  </a:lnTo>
                  <a:lnTo>
                    <a:pt x="2383462" y="2327991"/>
                  </a:lnTo>
                  <a:lnTo>
                    <a:pt x="2383556" y="2327991"/>
                  </a:lnTo>
                  <a:lnTo>
                    <a:pt x="2383650" y="2327991"/>
                  </a:lnTo>
                  <a:lnTo>
                    <a:pt x="2383745" y="2327991"/>
                  </a:lnTo>
                  <a:lnTo>
                    <a:pt x="2383839" y="2327991"/>
                  </a:lnTo>
                  <a:lnTo>
                    <a:pt x="2383933" y="2327991"/>
                  </a:lnTo>
                  <a:lnTo>
                    <a:pt x="2384027" y="2327991"/>
                  </a:lnTo>
                  <a:lnTo>
                    <a:pt x="2384121" y="2327991"/>
                  </a:lnTo>
                  <a:lnTo>
                    <a:pt x="2384215" y="2327991"/>
                  </a:lnTo>
                  <a:lnTo>
                    <a:pt x="2384310" y="2327991"/>
                  </a:lnTo>
                  <a:lnTo>
                    <a:pt x="2384404" y="2327991"/>
                  </a:lnTo>
                  <a:lnTo>
                    <a:pt x="2384498" y="2327991"/>
                  </a:lnTo>
                  <a:lnTo>
                    <a:pt x="2384592" y="2327991"/>
                  </a:lnTo>
                  <a:lnTo>
                    <a:pt x="2384686" y="2327991"/>
                  </a:lnTo>
                  <a:lnTo>
                    <a:pt x="2384780" y="2327991"/>
                  </a:lnTo>
                  <a:lnTo>
                    <a:pt x="2384874" y="2327991"/>
                  </a:lnTo>
                  <a:lnTo>
                    <a:pt x="2384969" y="2327991"/>
                  </a:lnTo>
                  <a:lnTo>
                    <a:pt x="2385063" y="2327991"/>
                  </a:lnTo>
                  <a:lnTo>
                    <a:pt x="2385157" y="2327991"/>
                  </a:lnTo>
                  <a:lnTo>
                    <a:pt x="2385251" y="2327991"/>
                  </a:lnTo>
                  <a:lnTo>
                    <a:pt x="2385345" y="2327991"/>
                  </a:lnTo>
                  <a:lnTo>
                    <a:pt x="2385439" y="2327991"/>
                  </a:lnTo>
                  <a:lnTo>
                    <a:pt x="2385534" y="2327991"/>
                  </a:lnTo>
                  <a:lnTo>
                    <a:pt x="2385628" y="2327991"/>
                  </a:lnTo>
                  <a:lnTo>
                    <a:pt x="2385722" y="2327991"/>
                  </a:lnTo>
                  <a:lnTo>
                    <a:pt x="2385816" y="2327991"/>
                  </a:lnTo>
                  <a:lnTo>
                    <a:pt x="2385910" y="2327991"/>
                  </a:lnTo>
                  <a:lnTo>
                    <a:pt x="2386004" y="2327991"/>
                  </a:lnTo>
                  <a:lnTo>
                    <a:pt x="2386098" y="2327991"/>
                  </a:lnTo>
                  <a:lnTo>
                    <a:pt x="2386193" y="2327991"/>
                  </a:lnTo>
                  <a:lnTo>
                    <a:pt x="2386287" y="2327991"/>
                  </a:lnTo>
                  <a:lnTo>
                    <a:pt x="2386381" y="2327991"/>
                  </a:lnTo>
                  <a:lnTo>
                    <a:pt x="2386475" y="2327991"/>
                  </a:lnTo>
                  <a:lnTo>
                    <a:pt x="2386569" y="2327991"/>
                  </a:lnTo>
                  <a:lnTo>
                    <a:pt x="2386663" y="2327991"/>
                  </a:lnTo>
                  <a:lnTo>
                    <a:pt x="2386757" y="2327991"/>
                  </a:lnTo>
                  <a:lnTo>
                    <a:pt x="2386852" y="2327991"/>
                  </a:lnTo>
                  <a:lnTo>
                    <a:pt x="2386946" y="2327991"/>
                  </a:lnTo>
                  <a:lnTo>
                    <a:pt x="2387040" y="2327991"/>
                  </a:lnTo>
                  <a:lnTo>
                    <a:pt x="2387134" y="2327991"/>
                  </a:lnTo>
                  <a:lnTo>
                    <a:pt x="2387228" y="2327991"/>
                  </a:lnTo>
                  <a:lnTo>
                    <a:pt x="2387322" y="2327991"/>
                  </a:lnTo>
                  <a:lnTo>
                    <a:pt x="2387417" y="2327991"/>
                  </a:lnTo>
                  <a:lnTo>
                    <a:pt x="2387511" y="2327991"/>
                  </a:lnTo>
                  <a:lnTo>
                    <a:pt x="2387605" y="2327991"/>
                  </a:lnTo>
                  <a:lnTo>
                    <a:pt x="2387699" y="2327991"/>
                  </a:lnTo>
                  <a:lnTo>
                    <a:pt x="2387793" y="2327991"/>
                  </a:lnTo>
                  <a:lnTo>
                    <a:pt x="2387887" y="2327991"/>
                  </a:lnTo>
                  <a:lnTo>
                    <a:pt x="2387981" y="2327991"/>
                  </a:lnTo>
                  <a:lnTo>
                    <a:pt x="2388076" y="2327991"/>
                  </a:lnTo>
                  <a:lnTo>
                    <a:pt x="2388170" y="2327991"/>
                  </a:lnTo>
                  <a:lnTo>
                    <a:pt x="2388264" y="2327991"/>
                  </a:lnTo>
                  <a:lnTo>
                    <a:pt x="2388358" y="2327991"/>
                  </a:lnTo>
                  <a:lnTo>
                    <a:pt x="2388452" y="2327991"/>
                  </a:lnTo>
                  <a:lnTo>
                    <a:pt x="2388546" y="2327991"/>
                  </a:lnTo>
                  <a:lnTo>
                    <a:pt x="2388641" y="2327991"/>
                  </a:lnTo>
                  <a:lnTo>
                    <a:pt x="2388735" y="2327991"/>
                  </a:lnTo>
                  <a:lnTo>
                    <a:pt x="2388829" y="2327991"/>
                  </a:lnTo>
                  <a:lnTo>
                    <a:pt x="2388923" y="2327991"/>
                  </a:lnTo>
                  <a:lnTo>
                    <a:pt x="2389017" y="2327991"/>
                  </a:lnTo>
                  <a:lnTo>
                    <a:pt x="2389111" y="2327991"/>
                  </a:lnTo>
                  <a:lnTo>
                    <a:pt x="2389205" y="2327991"/>
                  </a:lnTo>
                  <a:lnTo>
                    <a:pt x="2389300" y="2327991"/>
                  </a:lnTo>
                  <a:lnTo>
                    <a:pt x="2389394" y="2327991"/>
                  </a:lnTo>
                  <a:lnTo>
                    <a:pt x="2389488" y="2327991"/>
                  </a:lnTo>
                  <a:lnTo>
                    <a:pt x="2389582" y="2327991"/>
                  </a:lnTo>
                  <a:lnTo>
                    <a:pt x="2389676" y="2327991"/>
                  </a:lnTo>
                  <a:lnTo>
                    <a:pt x="2389770" y="2327991"/>
                  </a:lnTo>
                  <a:lnTo>
                    <a:pt x="2389865" y="2327991"/>
                  </a:lnTo>
                  <a:lnTo>
                    <a:pt x="2389959" y="2327991"/>
                  </a:lnTo>
                  <a:lnTo>
                    <a:pt x="2390053" y="2327991"/>
                  </a:lnTo>
                  <a:lnTo>
                    <a:pt x="2390147" y="2327991"/>
                  </a:lnTo>
                  <a:lnTo>
                    <a:pt x="2390241" y="2327991"/>
                  </a:lnTo>
                  <a:lnTo>
                    <a:pt x="2390335" y="2327991"/>
                  </a:lnTo>
                  <a:lnTo>
                    <a:pt x="2390429" y="2327991"/>
                  </a:lnTo>
                  <a:lnTo>
                    <a:pt x="2390524" y="2327991"/>
                  </a:lnTo>
                  <a:lnTo>
                    <a:pt x="2390618" y="2327991"/>
                  </a:lnTo>
                  <a:lnTo>
                    <a:pt x="2390712" y="2327991"/>
                  </a:lnTo>
                  <a:lnTo>
                    <a:pt x="2390806" y="2327991"/>
                  </a:lnTo>
                  <a:lnTo>
                    <a:pt x="2390900" y="2327991"/>
                  </a:lnTo>
                  <a:lnTo>
                    <a:pt x="2390994" y="2327991"/>
                  </a:lnTo>
                  <a:lnTo>
                    <a:pt x="2391088" y="2327991"/>
                  </a:lnTo>
                  <a:lnTo>
                    <a:pt x="2391183" y="2327991"/>
                  </a:lnTo>
                  <a:lnTo>
                    <a:pt x="2391277" y="2327991"/>
                  </a:lnTo>
                  <a:lnTo>
                    <a:pt x="2391371" y="2327991"/>
                  </a:lnTo>
                  <a:lnTo>
                    <a:pt x="2391465" y="2327991"/>
                  </a:lnTo>
                  <a:lnTo>
                    <a:pt x="2391559" y="2327991"/>
                  </a:lnTo>
                  <a:lnTo>
                    <a:pt x="2391653" y="2327991"/>
                  </a:lnTo>
                  <a:lnTo>
                    <a:pt x="2391748" y="2327991"/>
                  </a:lnTo>
                  <a:lnTo>
                    <a:pt x="2391842" y="2327991"/>
                  </a:lnTo>
                  <a:lnTo>
                    <a:pt x="2391936" y="2327991"/>
                  </a:lnTo>
                  <a:lnTo>
                    <a:pt x="2392030" y="2327991"/>
                  </a:lnTo>
                  <a:lnTo>
                    <a:pt x="2392124" y="2327991"/>
                  </a:lnTo>
                  <a:lnTo>
                    <a:pt x="2392218" y="2327991"/>
                  </a:lnTo>
                  <a:lnTo>
                    <a:pt x="2392218" y="2323080"/>
                  </a:lnTo>
                  <a:lnTo>
                    <a:pt x="2392312" y="2323080"/>
                  </a:lnTo>
                  <a:lnTo>
                    <a:pt x="2392407" y="2323080"/>
                  </a:lnTo>
                  <a:lnTo>
                    <a:pt x="2392501" y="2323080"/>
                  </a:lnTo>
                  <a:lnTo>
                    <a:pt x="2392595" y="2323080"/>
                  </a:lnTo>
                  <a:lnTo>
                    <a:pt x="2392689" y="2323080"/>
                  </a:lnTo>
                  <a:lnTo>
                    <a:pt x="2392783" y="2323080"/>
                  </a:lnTo>
                  <a:lnTo>
                    <a:pt x="2392877" y="2323080"/>
                  </a:lnTo>
                  <a:lnTo>
                    <a:pt x="2392972" y="2323080"/>
                  </a:lnTo>
                  <a:lnTo>
                    <a:pt x="2392972" y="2318168"/>
                  </a:lnTo>
                  <a:lnTo>
                    <a:pt x="2393066" y="2318168"/>
                  </a:lnTo>
                  <a:lnTo>
                    <a:pt x="2393160" y="2318168"/>
                  </a:lnTo>
                  <a:lnTo>
                    <a:pt x="2393254" y="2318168"/>
                  </a:lnTo>
                  <a:lnTo>
                    <a:pt x="2393348" y="2318168"/>
                  </a:lnTo>
                  <a:lnTo>
                    <a:pt x="2393442" y="2318168"/>
                  </a:lnTo>
                  <a:lnTo>
                    <a:pt x="2393536" y="2318168"/>
                  </a:lnTo>
                  <a:lnTo>
                    <a:pt x="2393631" y="2318168"/>
                  </a:lnTo>
                  <a:lnTo>
                    <a:pt x="2393725" y="2318168"/>
                  </a:lnTo>
                  <a:lnTo>
                    <a:pt x="2393819" y="2318168"/>
                  </a:lnTo>
                  <a:lnTo>
                    <a:pt x="2393913" y="2318168"/>
                  </a:lnTo>
                  <a:lnTo>
                    <a:pt x="2394007" y="2318168"/>
                  </a:lnTo>
                  <a:lnTo>
                    <a:pt x="2394101" y="2318168"/>
                  </a:lnTo>
                  <a:lnTo>
                    <a:pt x="2394196" y="2318168"/>
                  </a:lnTo>
                  <a:lnTo>
                    <a:pt x="2394290" y="2318168"/>
                  </a:lnTo>
                  <a:lnTo>
                    <a:pt x="2394384" y="2318168"/>
                  </a:lnTo>
                  <a:lnTo>
                    <a:pt x="2394478" y="2318168"/>
                  </a:lnTo>
                  <a:lnTo>
                    <a:pt x="2394572" y="2318168"/>
                  </a:lnTo>
                  <a:lnTo>
                    <a:pt x="2394666" y="2318168"/>
                  </a:lnTo>
                  <a:lnTo>
                    <a:pt x="2394760" y="2318168"/>
                  </a:lnTo>
                  <a:lnTo>
                    <a:pt x="2394855" y="2318168"/>
                  </a:lnTo>
                  <a:lnTo>
                    <a:pt x="2394949" y="2318168"/>
                  </a:lnTo>
                  <a:lnTo>
                    <a:pt x="2395043" y="2318168"/>
                  </a:lnTo>
                  <a:lnTo>
                    <a:pt x="2395137" y="2318168"/>
                  </a:lnTo>
                  <a:lnTo>
                    <a:pt x="2395231" y="2318168"/>
                  </a:lnTo>
                  <a:lnTo>
                    <a:pt x="2395325" y="2318168"/>
                  </a:lnTo>
                  <a:lnTo>
                    <a:pt x="2395419" y="2318168"/>
                  </a:lnTo>
                  <a:lnTo>
                    <a:pt x="2395514" y="2318168"/>
                  </a:lnTo>
                  <a:lnTo>
                    <a:pt x="2395608" y="2318168"/>
                  </a:lnTo>
                  <a:lnTo>
                    <a:pt x="2395702" y="2318168"/>
                  </a:lnTo>
                  <a:lnTo>
                    <a:pt x="2395796" y="2318168"/>
                  </a:lnTo>
                  <a:lnTo>
                    <a:pt x="2395890" y="2318168"/>
                  </a:lnTo>
                  <a:lnTo>
                    <a:pt x="2395984" y="2318168"/>
                  </a:lnTo>
                  <a:lnTo>
                    <a:pt x="2396079" y="2318168"/>
                  </a:lnTo>
                  <a:lnTo>
                    <a:pt x="2396173" y="2318168"/>
                  </a:lnTo>
                  <a:lnTo>
                    <a:pt x="2396267" y="2318168"/>
                  </a:lnTo>
                  <a:lnTo>
                    <a:pt x="2396361" y="2318168"/>
                  </a:lnTo>
                  <a:lnTo>
                    <a:pt x="2396455" y="2318168"/>
                  </a:lnTo>
                  <a:lnTo>
                    <a:pt x="2396549" y="2318168"/>
                  </a:lnTo>
                  <a:lnTo>
                    <a:pt x="2396643" y="2318168"/>
                  </a:lnTo>
                  <a:lnTo>
                    <a:pt x="2396738" y="2318168"/>
                  </a:lnTo>
                  <a:lnTo>
                    <a:pt x="2396832" y="2318168"/>
                  </a:lnTo>
                  <a:lnTo>
                    <a:pt x="2396926" y="2318168"/>
                  </a:lnTo>
                  <a:lnTo>
                    <a:pt x="2397020" y="2318168"/>
                  </a:lnTo>
                  <a:lnTo>
                    <a:pt x="2397114" y="2318168"/>
                  </a:lnTo>
                  <a:lnTo>
                    <a:pt x="2397208" y="2318168"/>
                  </a:lnTo>
                  <a:lnTo>
                    <a:pt x="2397303" y="2318168"/>
                  </a:lnTo>
                  <a:lnTo>
                    <a:pt x="2397397" y="2318168"/>
                  </a:lnTo>
                  <a:lnTo>
                    <a:pt x="2397491" y="2318168"/>
                  </a:lnTo>
                  <a:lnTo>
                    <a:pt x="2397585" y="2318168"/>
                  </a:lnTo>
                  <a:lnTo>
                    <a:pt x="2397679" y="2318168"/>
                  </a:lnTo>
                  <a:lnTo>
                    <a:pt x="2397773" y="2318168"/>
                  </a:lnTo>
                  <a:lnTo>
                    <a:pt x="2397867" y="2318168"/>
                  </a:lnTo>
                  <a:lnTo>
                    <a:pt x="2397962" y="2318168"/>
                  </a:lnTo>
                  <a:lnTo>
                    <a:pt x="2398056" y="2318168"/>
                  </a:lnTo>
                  <a:lnTo>
                    <a:pt x="2398150" y="2318168"/>
                  </a:lnTo>
                  <a:lnTo>
                    <a:pt x="2398244" y="2318168"/>
                  </a:lnTo>
                  <a:lnTo>
                    <a:pt x="2398338" y="2318168"/>
                  </a:lnTo>
                  <a:lnTo>
                    <a:pt x="2398432" y="2318168"/>
                  </a:lnTo>
                  <a:lnTo>
                    <a:pt x="2398527" y="2318168"/>
                  </a:lnTo>
                  <a:lnTo>
                    <a:pt x="2398527" y="2313257"/>
                  </a:lnTo>
                  <a:lnTo>
                    <a:pt x="2398621" y="2313257"/>
                  </a:lnTo>
                  <a:lnTo>
                    <a:pt x="2398715" y="2313257"/>
                  </a:lnTo>
                  <a:lnTo>
                    <a:pt x="2398715" y="2308346"/>
                  </a:lnTo>
                  <a:lnTo>
                    <a:pt x="2398809" y="2308346"/>
                  </a:lnTo>
                  <a:lnTo>
                    <a:pt x="2398903" y="2308346"/>
                  </a:lnTo>
                  <a:lnTo>
                    <a:pt x="2398997" y="2308346"/>
                  </a:lnTo>
                  <a:lnTo>
                    <a:pt x="2399091" y="2308346"/>
                  </a:lnTo>
                  <a:lnTo>
                    <a:pt x="2399186" y="2308346"/>
                  </a:lnTo>
                  <a:lnTo>
                    <a:pt x="2399280" y="2308346"/>
                  </a:lnTo>
                  <a:lnTo>
                    <a:pt x="2399374" y="2308346"/>
                  </a:lnTo>
                  <a:lnTo>
                    <a:pt x="2399468" y="2308346"/>
                  </a:lnTo>
                  <a:lnTo>
                    <a:pt x="2399562" y="2308346"/>
                  </a:lnTo>
                  <a:lnTo>
                    <a:pt x="2399656" y="2308346"/>
                  </a:lnTo>
                  <a:lnTo>
                    <a:pt x="2399750" y="2308346"/>
                  </a:lnTo>
                  <a:lnTo>
                    <a:pt x="2399845" y="2308346"/>
                  </a:lnTo>
                  <a:lnTo>
                    <a:pt x="2399845" y="2303434"/>
                  </a:lnTo>
                  <a:lnTo>
                    <a:pt x="2399939" y="2303434"/>
                  </a:lnTo>
                  <a:lnTo>
                    <a:pt x="2400033" y="2303434"/>
                  </a:lnTo>
                  <a:lnTo>
                    <a:pt x="2400127" y="2303434"/>
                  </a:lnTo>
                  <a:lnTo>
                    <a:pt x="2400221" y="2303434"/>
                  </a:lnTo>
                  <a:lnTo>
                    <a:pt x="2400315" y="2303434"/>
                  </a:lnTo>
                  <a:lnTo>
                    <a:pt x="2400410" y="2303434"/>
                  </a:lnTo>
                  <a:lnTo>
                    <a:pt x="2400504" y="2303434"/>
                  </a:lnTo>
                  <a:lnTo>
                    <a:pt x="2400598" y="2303434"/>
                  </a:lnTo>
                  <a:lnTo>
                    <a:pt x="2400692" y="2303434"/>
                  </a:lnTo>
                  <a:lnTo>
                    <a:pt x="2400786" y="2303434"/>
                  </a:lnTo>
                  <a:lnTo>
                    <a:pt x="2400880" y="2303434"/>
                  </a:lnTo>
                  <a:lnTo>
                    <a:pt x="2400974" y="2303434"/>
                  </a:lnTo>
                  <a:lnTo>
                    <a:pt x="2401069" y="2303434"/>
                  </a:lnTo>
                  <a:lnTo>
                    <a:pt x="2401163" y="2303434"/>
                  </a:lnTo>
                  <a:lnTo>
                    <a:pt x="2401257" y="2303434"/>
                  </a:lnTo>
                  <a:lnTo>
                    <a:pt x="2401351" y="2303434"/>
                  </a:lnTo>
                  <a:lnTo>
                    <a:pt x="2401445" y="2303434"/>
                  </a:lnTo>
                  <a:lnTo>
                    <a:pt x="2401539" y="2303434"/>
                  </a:lnTo>
                  <a:lnTo>
                    <a:pt x="2401634" y="2303434"/>
                  </a:lnTo>
                  <a:lnTo>
                    <a:pt x="2401728" y="2303434"/>
                  </a:lnTo>
                  <a:lnTo>
                    <a:pt x="2401822" y="2303434"/>
                  </a:lnTo>
                  <a:lnTo>
                    <a:pt x="2401916" y="2303434"/>
                  </a:lnTo>
                  <a:lnTo>
                    <a:pt x="2402010" y="2303434"/>
                  </a:lnTo>
                  <a:lnTo>
                    <a:pt x="2402104" y="2303434"/>
                  </a:lnTo>
                  <a:lnTo>
                    <a:pt x="2402198" y="2303434"/>
                  </a:lnTo>
                  <a:lnTo>
                    <a:pt x="2402293" y="2303434"/>
                  </a:lnTo>
                  <a:lnTo>
                    <a:pt x="2402387" y="2303434"/>
                  </a:lnTo>
                  <a:lnTo>
                    <a:pt x="2402481" y="2303434"/>
                  </a:lnTo>
                  <a:lnTo>
                    <a:pt x="2402575" y="2303434"/>
                  </a:lnTo>
                  <a:lnTo>
                    <a:pt x="2402669" y="2303434"/>
                  </a:lnTo>
                  <a:lnTo>
                    <a:pt x="2402763" y="2303434"/>
                  </a:lnTo>
                  <a:lnTo>
                    <a:pt x="2402858" y="2303434"/>
                  </a:lnTo>
                  <a:lnTo>
                    <a:pt x="2402952" y="2303434"/>
                  </a:lnTo>
                  <a:lnTo>
                    <a:pt x="2403046" y="2303434"/>
                  </a:lnTo>
                  <a:lnTo>
                    <a:pt x="2403140" y="2303434"/>
                  </a:lnTo>
                  <a:lnTo>
                    <a:pt x="2403234" y="2303434"/>
                  </a:lnTo>
                  <a:lnTo>
                    <a:pt x="2403328" y="2303434"/>
                  </a:lnTo>
                  <a:lnTo>
                    <a:pt x="2403422" y="2303434"/>
                  </a:lnTo>
                  <a:lnTo>
                    <a:pt x="2403517" y="2303434"/>
                  </a:lnTo>
                  <a:lnTo>
                    <a:pt x="2403611" y="2303434"/>
                  </a:lnTo>
                  <a:lnTo>
                    <a:pt x="2403705" y="2303434"/>
                  </a:lnTo>
                  <a:lnTo>
                    <a:pt x="2403799" y="2303434"/>
                  </a:lnTo>
                  <a:lnTo>
                    <a:pt x="2403893" y="2303434"/>
                  </a:lnTo>
                  <a:lnTo>
                    <a:pt x="2403987" y="2303434"/>
                  </a:lnTo>
                  <a:lnTo>
                    <a:pt x="2404081" y="2303434"/>
                  </a:lnTo>
                  <a:lnTo>
                    <a:pt x="2404176" y="2303434"/>
                  </a:lnTo>
                  <a:lnTo>
                    <a:pt x="2404270" y="2303434"/>
                  </a:lnTo>
                  <a:lnTo>
                    <a:pt x="2404364" y="2303434"/>
                  </a:lnTo>
                  <a:lnTo>
                    <a:pt x="2404458" y="2303434"/>
                  </a:lnTo>
                  <a:lnTo>
                    <a:pt x="2404552" y="2303434"/>
                  </a:lnTo>
                  <a:lnTo>
                    <a:pt x="2404646" y="2303434"/>
                  </a:lnTo>
                  <a:lnTo>
                    <a:pt x="2404741" y="2303434"/>
                  </a:lnTo>
                  <a:lnTo>
                    <a:pt x="2404835" y="2303434"/>
                  </a:lnTo>
                  <a:lnTo>
                    <a:pt x="2404929" y="2303434"/>
                  </a:lnTo>
                  <a:lnTo>
                    <a:pt x="2405023" y="2303434"/>
                  </a:lnTo>
                  <a:lnTo>
                    <a:pt x="2405117" y="2303434"/>
                  </a:lnTo>
                  <a:lnTo>
                    <a:pt x="2405211" y="2303434"/>
                  </a:lnTo>
                  <a:lnTo>
                    <a:pt x="2405305" y="2303434"/>
                  </a:lnTo>
                  <a:lnTo>
                    <a:pt x="2405400" y="2303434"/>
                  </a:lnTo>
                  <a:lnTo>
                    <a:pt x="2405494" y="2303434"/>
                  </a:lnTo>
                  <a:lnTo>
                    <a:pt x="2405588" y="2303434"/>
                  </a:lnTo>
                  <a:lnTo>
                    <a:pt x="2405682" y="2303434"/>
                  </a:lnTo>
                  <a:lnTo>
                    <a:pt x="2405776" y="2303434"/>
                  </a:lnTo>
                  <a:lnTo>
                    <a:pt x="2405870" y="2303434"/>
                  </a:lnTo>
                  <a:lnTo>
                    <a:pt x="2405965" y="2303434"/>
                  </a:lnTo>
                  <a:lnTo>
                    <a:pt x="2406059" y="2303434"/>
                  </a:lnTo>
                  <a:lnTo>
                    <a:pt x="2406153" y="2303434"/>
                  </a:lnTo>
                  <a:lnTo>
                    <a:pt x="2406247" y="2303434"/>
                  </a:lnTo>
                  <a:lnTo>
                    <a:pt x="2406341" y="2303434"/>
                  </a:lnTo>
                  <a:lnTo>
                    <a:pt x="2406435" y="2303434"/>
                  </a:lnTo>
                  <a:lnTo>
                    <a:pt x="2406529" y="2303434"/>
                  </a:lnTo>
                  <a:lnTo>
                    <a:pt x="2406624" y="2303434"/>
                  </a:lnTo>
                  <a:lnTo>
                    <a:pt x="2406718" y="2303434"/>
                  </a:lnTo>
                  <a:lnTo>
                    <a:pt x="2406812" y="2303434"/>
                  </a:lnTo>
                  <a:lnTo>
                    <a:pt x="2406906" y="2303434"/>
                  </a:lnTo>
                  <a:lnTo>
                    <a:pt x="2407000" y="2303434"/>
                  </a:lnTo>
                  <a:lnTo>
                    <a:pt x="2407094" y="2303434"/>
                  </a:lnTo>
                  <a:lnTo>
                    <a:pt x="2407189" y="2303434"/>
                  </a:lnTo>
                  <a:lnTo>
                    <a:pt x="2407283" y="2303434"/>
                  </a:lnTo>
                  <a:lnTo>
                    <a:pt x="2407377" y="2303434"/>
                  </a:lnTo>
                  <a:lnTo>
                    <a:pt x="2407471" y="2303434"/>
                  </a:lnTo>
                  <a:lnTo>
                    <a:pt x="2407565" y="2303434"/>
                  </a:lnTo>
                  <a:lnTo>
                    <a:pt x="2407659" y="2303434"/>
                  </a:lnTo>
                  <a:lnTo>
                    <a:pt x="2407753" y="2303434"/>
                  </a:lnTo>
                  <a:lnTo>
                    <a:pt x="2407848" y="2303434"/>
                  </a:lnTo>
                  <a:lnTo>
                    <a:pt x="2407942" y="2303434"/>
                  </a:lnTo>
                  <a:lnTo>
                    <a:pt x="2408036" y="2303434"/>
                  </a:lnTo>
                  <a:lnTo>
                    <a:pt x="2408130" y="2303434"/>
                  </a:lnTo>
                  <a:lnTo>
                    <a:pt x="2408224" y="2303434"/>
                  </a:lnTo>
                  <a:lnTo>
                    <a:pt x="2408318" y="2303434"/>
                  </a:lnTo>
                  <a:lnTo>
                    <a:pt x="2408412" y="2303434"/>
                  </a:lnTo>
                  <a:lnTo>
                    <a:pt x="2408507" y="2303434"/>
                  </a:lnTo>
                  <a:lnTo>
                    <a:pt x="2408601" y="2303434"/>
                  </a:lnTo>
                  <a:lnTo>
                    <a:pt x="2408695" y="2303434"/>
                  </a:lnTo>
                  <a:lnTo>
                    <a:pt x="2408789" y="2303434"/>
                  </a:lnTo>
                  <a:lnTo>
                    <a:pt x="2408883" y="2303434"/>
                  </a:lnTo>
                  <a:lnTo>
                    <a:pt x="2408977" y="2303434"/>
                  </a:lnTo>
                  <a:lnTo>
                    <a:pt x="2409072" y="2303434"/>
                  </a:lnTo>
                  <a:lnTo>
                    <a:pt x="2409166" y="2303434"/>
                  </a:lnTo>
                  <a:lnTo>
                    <a:pt x="2409260" y="2303434"/>
                  </a:lnTo>
                  <a:lnTo>
                    <a:pt x="2409354" y="2303434"/>
                  </a:lnTo>
                  <a:lnTo>
                    <a:pt x="2409448" y="2303434"/>
                  </a:lnTo>
                  <a:lnTo>
                    <a:pt x="2409542" y="2303434"/>
                  </a:lnTo>
                  <a:lnTo>
                    <a:pt x="2409636" y="2303434"/>
                  </a:lnTo>
                  <a:lnTo>
                    <a:pt x="2409731" y="2303434"/>
                  </a:lnTo>
                  <a:lnTo>
                    <a:pt x="2409825" y="2303434"/>
                  </a:lnTo>
                  <a:lnTo>
                    <a:pt x="2409919" y="2303434"/>
                  </a:lnTo>
                  <a:lnTo>
                    <a:pt x="2410013" y="2303434"/>
                  </a:lnTo>
                  <a:lnTo>
                    <a:pt x="2410107" y="2303434"/>
                  </a:lnTo>
                  <a:lnTo>
                    <a:pt x="2410201" y="2303434"/>
                  </a:lnTo>
                  <a:lnTo>
                    <a:pt x="2410296" y="2303434"/>
                  </a:lnTo>
                  <a:lnTo>
                    <a:pt x="2410390" y="2303434"/>
                  </a:lnTo>
                  <a:lnTo>
                    <a:pt x="2410484" y="2303434"/>
                  </a:lnTo>
                  <a:lnTo>
                    <a:pt x="2410578" y="2303434"/>
                  </a:lnTo>
                  <a:lnTo>
                    <a:pt x="2410672" y="2303434"/>
                  </a:lnTo>
                  <a:lnTo>
                    <a:pt x="2410766" y="2303434"/>
                  </a:lnTo>
                  <a:lnTo>
                    <a:pt x="2410860" y="2303434"/>
                  </a:lnTo>
                  <a:lnTo>
                    <a:pt x="2410955" y="2303434"/>
                  </a:lnTo>
                  <a:lnTo>
                    <a:pt x="2411049" y="2303434"/>
                  </a:lnTo>
                  <a:lnTo>
                    <a:pt x="2411143" y="2303434"/>
                  </a:lnTo>
                  <a:lnTo>
                    <a:pt x="2411237" y="2303434"/>
                  </a:lnTo>
                  <a:lnTo>
                    <a:pt x="2411331" y="2303434"/>
                  </a:lnTo>
                  <a:lnTo>
                    <a:pt x="2411425" y="2303434"/>
                  </a:lnTo>
                  <a:lnTo>
                    <a:pt x="2411520" y="2303434"/>
                  </a:lnTo>
                  <a:lnTo>
                    <a:pt x="2411614" y="2303434"/>
                  </a:lnTo>
                  <a:lnTo>
                    <a:pt x="2411708" y="2303434"/>
                  </a:lnTo>
                  <a:lnTo>
                    <a:pt x="2411802" y="2303434"/>
                  </a:lnTo>
                  <a:lnTo>
                    <a:pt x="2411896" y="2303434"/>
                  </a:lnTo>
                  <a:lnTo>
                    <a:pt x="2411990" y="2303434"/>
                  </a:lnTo>
                  <a:lnTo>
                    <a:pt x="2412084" y="2303434"/>
                  </a:lnTo>
                  <a:lnTo>
                    <a:pt x="2412179" y="2303434"/>
                  </a:lnTo>
                  <a:lnTo>
                    <a:pt x="2412273" y="2303434"/>
                  </a:lnTo>
                  <a:lnTo>
                    <a:pt x="2412367" y="2303434"/>
                  </a:lnTo>
                  <a:lnTo>
                    <a:pt x="2412461" y="2303434"/>
                  </a:lnTo>
                  <a:lnTo>
                    <a:pt x="2412555" y="2303434"/>
                  </a:lnTo>
                  <a:lnTo>
                    <a:pt x="2412649" y="2303434"/>
                  </a:lnTo>
                  <a:lnTo>
                    <a:pt x="2412743" y="2303434"/>
                  </a:lnTo>
                  <a:lnTo>
                    <a:pt x="2412838" y="2303434"/>
                  </a:lnTo>
                  <a:lnTo>
                    <a:pt x="2412932" y="2303434"/>
                  </a:lnTo>
                  <a:lnTo>
                    <a:pt x="2413026" y="2303434"/>
                  </a:lnTo>
                  <a:lnTo>
                    <a:pt x="2413120" y="2303434"/>
                  </a:lnTo>
                  <a:lnTo>
                    <a:pt x="2413214" y="2303434"/>
                  </a:lnTo>
                  <a:lnTo>
                    <a:pt x="2413308" y="2303434"/>
                  </a:lnTo>
                  <a:lnTo>
                    <a:pt x="2413403" y="2303434"/>
                  </a:lnTo>
                  <a:lnTo>
                    <a:pt x="2413497" y="2303434"/>
                  </a:lnTo>
                  <a:lnTo>
                    <a:pt x="2413591" y="2303434"/>
                  </a:lnTo>
                  <a:lnTo>
                    <a:pt x="2413685" y="2303434"/>
                  </a:lnTo>
                  <a:lnTo>
                    <a:pt x="2413779" y="2303434"/>
                  </a:lnTo>
                  <a:lnTo>
                    <a:pt x="2413873" y="2303434"/>
                  </a:lnTo>
                  <a:lnTo>
                    <a:pt x="2413967" y="2303434"/>
                  </a:lnTo>
                  <a:lnTo>
                    <a:pt x="2414062" y="2303434"/>
                  </a:lnTo>
                  <a:lnTo>
                    <a:pt x="2414156" y="2303434"/>
                  </a:lnTo>
                  <a:lnTo>
                    <a:pt x="2414250" y="2303434"/>
                  </a:lnTo>
                  <a:lnTo>
                    <a:pt x="2414344" y="2303434"/>
                  </a:lnTo>
                  <a:lnTo>
                    <a:pt x="2414438" y="2303434"/>
                  </a:lnTo>
                  <a:lnTo>
                    <a:pt x="2414532" y="2303434"/>
                  </a:lnTo>
                  <a:lnTo>
                    <a:pt x="2414627" y="2303434"/>
                  </a:lnTo>
                  <a:lnTo>
                    <a:pt x="2414627" y="2298523"/>
                  </a:lnTo>
                  <a:lnTo>
                    <a:pt x="2414721" y="2298523"/>
                  </a:lnTo>
                  <a:lnTo>
                    <a:pt x="2414815" y="2298523"/>
                  </a:lnTo>
                  <a:lnTo>
                    <a:pt x="2414909" y="2298523"/>
                  </a:lnTo>
                  <a:lnTo>
                    <a:pt x="2415003" y="2298523"/>
                  </a:lnTo>
                  <a:lnTo>
                    <a:pt x="2415097" y="2298523"/>
                  </a:lnTo>
                  <a:lnTo>
                    <a:pt x="2415191" y="2298523"/>
                  </a:lnTo>
                  <a:lnTo>
                    <a:pt x="2415286" y="2298523"/>
                  </a:lnTo>
                  <a:lnTo>
                    <a:pt x="2415380" y="2298523"/>
                  </a:lnTo>
                  <a:lnTo>
                    <a:pt x="2415474" y="2298523"/>
                  </a:lnTo>
                  <a:lnTo>
                    <a:pt x="2415568" y="2298523"/>
                  </a:lnTo>
                  <a:lnTo>
                    <a:pt x="2415662" y="2298523"/>
                  </a:lnTo>
                  <a:lnTo>
                    <a:pt x="2415756" y="2298523"/>
                  </a:lnTo>
                  <a:lnTo>
                    <a:pt x="2415851" y="2298523"/>
                  </a:lnTo>
                  <a:lnTo>
                    <a:pt x="2415945" y="2298523"/>
                  </a:lnTo>
                  <a:lnTo>
                    <a:pt x="2416039" y="2298523"/>
                  </a:lnTo>
                  <a:lnTo>
                    <a:pt x="2416133" y="2298523"/>
                  </a:lnTo>
                  <a:lnTo>
                    <a:pt x="2416227" y="2298523"/>
                  </a:lnTo>
                  <a:lnTo>
                    <a:pt x="2416321" y="2298523"/>
                  </a:lnTo>
                  <a:lnTo>
                    <a:pt x="2416415" y="2298523"/>
                  </a:lnTo>
                  <a:lnTo>
                    <a:pt x="2416510" y="2298523"/>
                  </a:lnTo>
                  <a:lnTo>
                    <a:pt x="2416604" y="2298523"/>
                  </a:lnTo>
                  <a:lnTo>
                    <a:pt x="2416698" y="2298523"/>
                  </a:lnTo>
                  <a:lnTo>
                    <a:pt x="2416792" y="2298523"/>
                  </a:lnTo>
                  <a:lnTo>
                    <a:pt x="2416886" y="2298523"/>
                  </a:lnTo>
                  <a:lnTo>
                    <a:pt x="2416980" y="2298523"/>
                  </a:lnTo>
                  <a:lnTo>
                    <a:pt x="2417074" y="2298523"/>
                  </a:lnTo>
                  <a:lnTo>
                    <a:pt x="2417169" y="2298523"/>
                  </a:lnTo>
                  <a:lnTo>
                    <a:pt x="2417263" y="2298523"/>
                  </a:lnTo>
                  <a:lnTo>
                    <a:pt x="2417357" y="2298523"/>
                  </a:lnTo>
                  <a:lnTo>
                    <a:pt x="2417451" y="2298523"/>
                  </a:lnTo>
                  <a:lnTo>
                    <a:pt x="2417545" y="2298523"/>
                  </a:lnTo>
                  <a:lnTo>
                    <a:pt x="2417639" y="2298523"/>
                  </a:lnTo>
                  <a:lnTo>
                    <a:pt x="2417734" y="2298523"/>
                  </a:lnTo>
                  <a:lnTo>
                    <a:pt x="2417828" y="2298523"/>
                  </a:lnTo>
                  <a:lnTo>
                    <a:pt x="2417922" y="2298523"/>
                  </a:lnTo>
                  <a:lnTo>
                    <a:pt x="2418016" y="2298523"/>
                  </a:lnTo>
                  <a:lnTo>
                    <a:pt x="2418110" y="2298523"/>
                  </a:lnTo>
                  <a:lnTo>
                    <a:pt x="2418204" y="2298523"/>
                  </a:lnTo>
                  <a:lnTo>
                    <a:pt x="2418298" y="2298523"/>
                  </a:lnTo>
                  <a:lnTo>
                    <a:pt x="2418393" y="2298523"/>
                  </a:lnTo>
                  <a:lnTo>
                    <a:pt x="2418487" y="2298523"/>
                  </a:lnTo>
                  <a:lnTo>
                    <a:pt x="2418581" y="2298523"/>
                  </a:lnTo>
                  <a:lnTo>
                    <a:pt x="2418675" y="2298523"/>
                  </a:lnTo>
                  <a:lnTo>
                    <a:pt x="2418769" y="2298523"/>
                  </a:lnTo>
                  <a:lnTo>
                    <a:pt x="2418863" y="2298523"/>
                  </a:lnTo>
                  <a:lnTo>
                    <a:pt x="2418958" y="2298523"/>
                  </a:lnTo>
                  <a:lnTo>
                    <a:pt x="2419052" y="2298523"/>
                  </a:lnTo>
                  <a:lnTo>
                    <a:pt x="2419146" y="2298523"/>
                  </a:lnTo>
                  <a:lnTo>
                    <a:pt x="2419240" y="2298523"/>
                  </a:lnTo>
                  <a:lnTo>
                    <a:pt x="2419334" y="2298523"/>
                  </a:lnTo>
                  <a:lnTo>
                    <a:pt x="2419428" y="2298523"/>
                  </a:lnTo>
                  <a:lnTo>
                    <a:pt x="2419522" y="2298523"/>
                  </a:lnTo>
                  <a:lnTo>
                    <a:pt x="2419617" y="2298523"/>
                  </a:lnTo>
                  <a:lnTo>
                    <a:pt x="2419711" y="2298523"/>
                  </a:lnTo>
                  <a:lnTo>
                    <a:pt x="2419805" y="2298523"/>
                  </a:lnTo>
                  <a:lnTo>
                    <a:pt x="2419899" y="2298523"/>
                  </a:lnTo>
                  <a:lnTo>
                    <a:pt x="2419993" y="2298523"/>
                  </a:lnTo>
                  <a:lnTo>
                    <a:pt x="2420087" y="2298523"/>
                  </a:lnTo>
                  <a:lnTo>
                    <a:pt x="2420182" y="2298523"/>
                  </a:lnTo>
                  <a:lnTo>
                    <a:pt x="2420276" y="2298523"/>
                  </a:lnTo>
                  <a:lnTo>
                    <a:pt x="2420370" y="2298523"/>
                  </a:lnTo>
                  <a:lnTo>
                    <a:pt x="2420464" y="2298523"/>
                  </a:lnTo>
                  <a:lnTo>
                    <a:pt x="2420558" y="2298523"/>
                  </a:lnTo>
                  <a:lnTo>
                    <a:pt x="2420652" y="2298523"/>
                  </a:lnTo>
                  <a:lnTo>
                    <a:pt x="2420746" y="2298523"/>
                  </a:lnTo>
                  <a:lnTo>
                    <a:pt x="2420841" y="2298523"/>
                  </a:lnTo>
                  <a:lnTo>
                    <a:pt x="2420935" y="2298523"/>
                  </a:lnTo>
                  <a:lnTo>
                    <a:pt x="2421029" y="2298523"/>
                  </a:lnTo>
                  <a:lnTo>
                    <a:pt x="2421123" y="2298523"/>
                  </a:lnTo>
                  <a:lnTo>
                    <a:pt x="2421217" y="2298523"/>
                  </a:lnTo>
                  <a:lnTo>
                    <a:pt x="2421311" y="2298523"/>
                  </a:lnTo>
                  <a:lnTo>
                    <a:pt x="2421405" y="2298523"/>
                  </a:lnTo>
                  <a:lnTo>
                    <a:pt x="2421500" y="2298523"/>
                  </a:lnTo>
                  <a:lnTo>
                    <a:pt x="2421594" y="2298523"/>
                  </a:lnTo>
                  <a:lnTo>
                    <a:pt x="2421688" y="2298523"/>
                  </a:lnTo>
                  <a:lnTo>
                    <a:pt x="2421782" y="2298523"/>
                  </a:lnTo>
                  <a:lnTo>
                    <a:pt x="2421876" y="2298523"/>
                  </a:lnTo>
                  <a:lnTo>
                    <a:pt x="2421970" y="2298523"/>
                  </a:lnTo>
                  <a:lnTo>
                    <a:pt x="2422065" y="2298523"/>
                  </a:lnTo>
                  <a:lnTo>
                    <a:pt x="2422159" y="2298523"/>
                  </a:lnTo>
                  <a:lnTo>
                    <a:pt x="2422253" y="2298523"/>
                  </a:lnTo>
                  <a:lnTo>
                    <a:pt x="2422347" y="2298523"/>
                  </a:lnTo>
                  <a:lnTo>
                    <a:pt x="2422441" y="2298523"/>
                  </a:lnTo>
                  <a:lnTo>
                    <a:pt x="2422535" y="2298523"/>
                  </a:lnTo>
                  <a:lnTo>
                    <a:pt x="2422629" y="2298523"/>
                  </a:lnTo>
                  <a:lnTo>
                    <a:pt x="2422724" y="2298523"/>
                  </a:lnTo>
                  <a:lnTo>
                    <a:pt x="2422818" y="2298523"/>
                  </a:lnTo>
                  <a:lnTo>
                    <a:pt x="2422912" y="2298523"/>
                  </a:lnTo>
                  <a:lnTo>
                    <a:pt x="2423006" y="2298523"/>
                  </a:lnTo>
                  <a:lnTo>
                    <a:pt x="2423100" y="2298523"/>
                  </a:lnTo>
                  <a:lnTo>
                    <a:pt x="2423100" y="2293612"/>
                  </a:lnTo>
                  <a:lnTo>
                    <a:pt x="2423194" y="2293612"/>
                  </a:lnTo>
                  <a:lnTo>
                    <a:pt x="2423289" y="2293612"/>
                  </a:lnTo>
                  <a:lnTo>
                    <a:pt x="2423383" y="2293612"/>
                  </a:lnTo>
                  <a:lnTo>
                    <a:pt x="2423477" y="2293612"/>
                  </a:lnTo>
                  <a:lnTo>
                    <a:pt x="2423571" y="2293612"/>
                  </a:lnTo>
                  <a:lnTo>
                    <a:pt x="2423665" y="2293612"/>
                  </a:lnTo>
                  <a:lnTo>
                    <a:pt x="2423759" y="2293612"/>
                  </a:lnTo>
                  <a:lnTo>
                    <a:pt x="2423853" y="2293612"/>
                  </a:lnTo>
                  <a:lnTo>
                    <a:pt x="2423948" y="2293612"/>
                  </a:lnTo>
                  <a:lnTo>
                    <a:pt x="2424042" y="2293612"/>
                  </a:lnTo>
                  <a:lnTo>
                    <a:pt x="2424136" y="2293612"/>
                  </a:lnTo>
                  <a:lnTo>
                    <a:pt x="2424230" y="2293612"/>
                  </a:lnTo>
                  <a:lnTo>
                    <a:pt x="2424324" y="2293612"/>
                  </a:lnTo>
                  <a:lnTo>
                    <a:pt x="2424418" y="2293612"/>
                  </a:lnTo>
                  <a:lnTo>
                    <a:pt x="2424513" y="2293612"/>
                  </a:lnTo>
                  <a:lnTo>
                    <a:pt x="2424607" y="2293612"/>
                  </a:lnTo>
                  <a:lnTo>
                    <a:pt x="2424607" y="2288700"/>
                  </a:lnTo>
                  <a:lnTo>
                    <a:pt x="2424701" y="2288700"/>
                  </a:lnTo>
                  <a:lnTo>
                    <a:pt x="2424795" y="2288700"/>
                  </a:lnTo>
                  <a:lnTo>
                    <a:pt x="2424889" y="2288700"/>
                  </a:lnTo>
                  <a:lnTo>
                    <a:pt x="2424983" y="2288700"/>
                  </a:lnTo>
                  <a:lnTo>
                    <a:pt x="2425077" y="2288700"/>
                  </a:lnTo>
                  <a:lnTo>
                    <a:pt x="2425172" y="2288700"/>
                  </a:lnTo>
                  <a:lnTo>
                    <a:pt x="2425266" y="2288700"/>
                  </a:lnTo>
                  <a:lnTo>
                    <a:pt x="2425360" y="2288700"/>
                  </a:lnTo>
                  <a:lnTo>
                    <a:pt x="2425454" y="2288700"/>
                  </a:lnTo>
                  <a:lnTo>
                    <a:pt x="2425548" y="2288700"/>
                  </a:lnTo>
                  <a:lnTo>
                    <a:pt x="2425642" y="2288700"/>
                  </a:lnTo>
                  <a:lnTo>
                    <a:pt x="2425736" y="2288700"/>
                  </a:lnTo>
                  <a:lnTo>
                    <a:pt x="2425831" y="2288700"/>
                  </a:lnTo>
                  <a:lnTo>
                    <a:pt x="2425925" y="2288700"/>
                  </a:lnTo>
                  <a:lnTo>
                    <a:pt x="2426019" y="2288700"/>
                  </a:lnTo>
                  <a:lnTo>
                    <a:pt x="2426113" y="2288700"/>
                  </a:lnTo>
                  <a:lnTo>
                    <a:pt x="2426207" y="2288700"/>
                  </a:lnTo>
                  <a:lnTo>
                    <a:pt x="2426301" y="2288700"/>
                  </a:lnTo>
                  <a:lnTo>
                    <a:pt x="2426396" y="2288700"/>
                  </a:lnTo>
                  <a:lnTo>
                    <a:pt x="2426490" y="2288700"/>
                  </a:lnTo>
                  <a:lnTo>
                    <a:pt x="2426584" y="2288700"/>
                  </a:lnTo>
                  <a:lnTo>
                    <a:pt x="2426678" y="2288700"/>
                  </a:lnTo>
                  <a:lnTo>
                    <a:pt x="2426772" y="2288700"/>
                  </a:lnTo>
                  <a:lnTo>
                    <a:pt x="2426866" y="2288700"/>
                  </a:lnTo>
                  <a:lnTo>
                    <a:pt x="2426960" y="2288700"/>
                  </a:lnTo>
                  <a:lnTo>
                    <a:pt x="2427055" y="2288700"/>
                  </a:lnTo>
                  <a:lnTo>
                    <a:pt x="2427149" y="2288700"/>
                  </a:lnTo>
                  <a:lnTo>
                    <a:pt x="2427243" y="2288700"/>
                  </a:lnTo>
                  <a:lnTo>
                    <a:pt x="2427337" y="2288700"/>
                  </a:lnTo>
                  <a:lnTo>
                    <a:pt x="2427431" y="2288700"/>
                  </a:lnTo>
                  <a:lnTo>
                    <a:pt x="2427431" y="2283789"/>
                  </a:lnTo>
                  <a:lnTo>
                    <a:pt x="2427525" y="2283789"/>
                  </a:lnTo>
                  <a:lnTo>
                    <a:pt x="2427620" y="2283789"/>
                  </a:lnTo>
                  <a:lnTo>
                    <a:pt x="2427714" y="2283789"/>
                  </a:lnTo>
                  <a:lnTo>
                    <a:pt x="2427808" y="2283789"/>
                  </a:lnTo>
                  <a:lnTo>
                    <a:pt x="2427902" y="2283789"/>
                  </a:lnTo>
                  <a:lnTo>
                    <a:pt x="2427996" y="2283789"/>
                  </a:lnTo>
                  <a:lnTo>
                    <a:pt x="2428090" y="2283789"/>
                  </a:lnTo>
                  <a:lnTo>
                    <a:pt x="2428184" y="2283789"/>
                  </a:lnTo>
                  <a:lnTo>
                    <a:pt x="2428279" y="2283789"/>
                  </a:lnTo>
                  <a:lnTo>
                    <a:pt x="2428373" y="2283789"/>
                  </a:lnTo>
                  <a:lnTo>
                    <a:pt x="2428467" y="2283789"/>
                  </a:lnTo>
                  <a:lnTo>
                    <a:pt x="2428561" y="2283789"/>
                  </a:lnTo>
                  <a:lnTo>
                    <a:pt x="2428655" y="2283789"/>
                  </a:lnTo>
                  <a:lnTo>
                    <a:pt x="2428749" y="2283789"/>
                  </a:lnTo>
                  <a:lnTo>
                    <a:pt x="2428844" y="2283789"/>
                  </a:lnTo>
                  <a:lnTo>
                    <a:pt x="2428938" y="2283789"/>
                  </a:lnTo>
                  <a:lnTo>
                    <a:pt x="2429032" y="2283789"/>
                  </a:lnTo>
                  <a:lnTo>
                    <a:pt x="2429126" y="2283789"/>
                  </a:lnTo>
                  <a:lnTo>
                    <a:pt x="2429220" y="2283789"/>
                  </a:lnTo>
                  <a:lnTo>
                    <a:pt x="2429314" y="2283789"/>
                  </a:lnTo>
                  <a:lnTo>
                    <a:pt x="2429408" y="2283789"/>
                  </a:lnTo>
                  <a:lnTo>
                    <a:pt x="2429503" y="2283789"/>
                  </a:lnTo>
                  <a:lnTo>
                    <a:pt x="2429597" y="2283789"/>
                  </a:lnTo>
                  <a:lnTo>
                    <a:pt x="2429691" y="2283789"/>
                  </a:lnTo>
                  <a:lnTo>
                    <a:pt x="2429785" y="2283789"/>
                  </a:lnTo>
                  <a:lnTo>
                    <a:pt x="2429879" y="2283789"/>
                  </a:lnTo>
                  <a:lnTo>
                    <a:pt x="2429973" y="2283789"/>
                  </a:lnTo>
                  <a:lnTo>
                    <a:pt x="2430067" y="2283789"/>
                  </a:lnTo>
                  <a:lnTo>
                    <a:pt x="2430162" y="2283789"/>
                  </a:lnTo>
                  <a:lnTo>
                    <a:pt x="2430256" y="2283789"/>
                  </a:lnTo>
                  <a:lnTo>
                    <a:pt x="2430350" y="2283789"/>
                  </a:lnTo>
                  <a:lnTo>
                    <a:pt x="2430444" y="2283789"/>
                  </a:lnTo>
                  <a:lnTo>
                    <a:pt x="2430538" y="2283789"/>
                  </a:lnTo>
                  <a:lnTo>
                    <a:pt x="2430632" y="2283789"/>
                  </a:lnTo>
                  <a:lnTo>
                    <a:pt x="2430727" y="2283789"/>
                  </a:lnTo>
                  <a:lnTo>
                    <a:pt x="2430821" y="2283789"/>
                  </a:lnTo>
                  <a:lnTo>
                    <a:pt x="2430915" y="2283789"/>
                  </a:lnTo>
                  <a:lnTo>
                    <a:pt x="2431009" y="2283789"/>
                  </a:lnTo>
                  <a:lnTo>
                    <a:pt x="2431103" y="2283789"/>
                  </a:lnTo>
                  <a:lnTo>
                    <a:pt x="2431197" y="2283789"/>
                  </a:lnTo>
                  <a:lnTo>
                    <a:pt x="2431291" y="2283789"/>
                  </a:lnTo>
                  <a:lnTo>
                    <a:pt x="2431386" y="2283789"/>
                  </a:lnTo>
                  <a:lnTo>
                    <a:pt x="2431480" y="2283789"/>
                  </a:lnTo>
                  <a:lnTo>
                    <a:pt x="2431574" y="2283789"/>
                  </a:lnTo>
                  <a:lnTo>
                    <a:pt x="2431668" y="2283789"/>
                  </a:lnTo>
                  <a:lnTo>
                    <a:pt x="2431762" y="2283789"/>
                  </a:lnTo>
                  <a:lnTo>
                    <a:pt x="2431856" y="2283789"/>
                  </a:lnTo>
                  <a:lnTo>
                    <a:pt x="2431951" y="2283789"/>
                  </a:lnTo>
                  <a:lnTo>
                    <a:pt x="2432045" y="2283789"/>
                  </a:lnTo>
                  <a:lnTo>
                    <a:pt x="2432139" y="2283789"/>
                  </a:lnTo>
                  <a:lnTo>
                    <a:pt x="2432233" y="2283789"/>
                  </a:lnTo>
                  <a:lnTo>
                    <a:pt x="2432327" y="2283789"/>
                  </a:lnTo>
                  <a:lnTo>
                    <a:pt x="2432421" y="2283789"/>
                  </a:lnTo>
                  <a:lnTo>
                    <a:pt x="2432515" y="2283789"/>
                  </a:lnTo>
                  <a:lnTo>
                    <a:pt x="2432610" y="2283789"/>
                  </a:lnTo>
                  <a:lnTo>
                    <a:pt x="2432704" y="2283789"/>
                  </a:lnTo>
                  <a:lnTo>
                    <a:pt x="2432798" y="2283789"/>
                  </a:lnTo>
                  <a:lnTo>
                    <a:pt x="2432892" y="2283789"/>
                  </a:lnTo>
                  <a:lnTo>
                    <a:pt x="2432986" y="2283789"/>
                  </a:lnTo>
                  <a:lnTo>
                    <a:pt x="2433080" y="2283789"/>
                  </a:lnTo>
                  <a:lnTo>
                    <a:pt x="2433175" y="2283789"/>
                  </a:lnTo>
                  <a:lnTo>
                    <a:pt x="2433269" y="2283789"/>
                  </a:lnTo>
                  <a:lnTo>
                    <a:pt x="2433363" y="2283789"/>
                  </a:lnTo>
                  <a:lnTo>
                    <a:pt x="2433457" y="2283789"/>
                  </a:lnTo>
                  <a:lnTo>
                    <a:pt x="2433551" y="2283789"/>
                  </a:lnTo>
                  <a:lnTo>
                    <a:pt x="2433645" y="2283789"/>
                  </a:lnTo>
                  <a:lnTo>
                    <a:pt x="2433739" y="2283789"/>
                  </a:lnTo>
                  <a:lnTo>
                    <a:pt x="2433834" y="2283789"/>
                  </a:lnTo>
                  <a:lnTo>
                    <a:pt x="2433928" y="2283789"/>
                  </a:lnTo>
                  <a:lnTo>
                    <a:pt x="2434022" y="2283789"/>
                  </a:lnTo>
                  <a:lnTo>
                    <a:pt x="2434116" y="2283789"/>
                  </a:lnTo>
                  <a:lnTo>
                    <a:pt x="2434210" y="2283789"/>
                  </a:lnTo>
                  <a:lnTo>
                    <a:pt x="2434304" y="2283789"/>
                  </a:lnTo>
                  <a:lnTo>
                    <a:pt x="2434399" y="2283789"/>
                  </a:lnTo>
                  <a:lnTo>
                    <a:pt x="2434493" y="2283789"/>
                  </a:lnTo>
                  <a:lnTo>
                    <a:pt x="2434587" y="2283789"/>
                  </a:lnTo>
                  <a:lnTo>
                    <a:pt x="2434681" y="2283789"/>
                  </a:lnTo>
                  <a:lnTo>
                    <a:pt x="2434775" y="2283789"/>
                  </a:lnTo>
                  <a:lnTo>
                    <a:pt x="2434869" y="2283789"/>
                  </a:lnTo>
                  <a:lnTo>
                    <a:pt x="2434963" y="2283789"/>
                  </a:lnTo>
                  <a:lnTo>
                    <a:pt x="2435058" y="2283789"/>
                  </a:lnTo>
                  <a:lnTo>
                    <a:pt x="2435152" y="2283789"/>
                  </a:lnTo>
                  <a:lnTo>
                    <a:pt x="2435246" y="2283789"/>
                  </a:lnTo>
                  <a:lnTo>
                    <a:pt x="2435340" y="2283789"/>
                  </a:lnTo>
                  <a:lnTo>
                    <a:pt x="2435434" y="2283789"/>
                  </a:lnTo>
                  <a:lnTo>
                    <a:pt x="2435528" y="2283789"/>
                  </a:lnTo>
                  <a:lnTo>
                    <a:pt x="2435622" y="2283789"/>
                  </a:lnTo>
                  <a:lnTo>
                    <a:pt x="2435717" y="2283789"/>
                  </a:lnTo>
                  <a:lnTo>
                    <a:pt x="2435811" y="2283789"/>
                  </a:lnTo>
                  <a:lnTo>
                    <a:pt x="2435905" y="2283789"/>
                  </a:lnTo>
                  <a:lnTo>
                    <a:pt x="2435999" y="2283789"/>
                  </a:lnTo>
                  <a:lnTo>
                    <a:pt x="2436093" y="2283789"/>
                  </a:lnTo>
                  <a:lnTo>
                    <a:pt x="2436187" y="2283789"/>
                  </a:lnTo>
                  <a:lnTo>
                    <a:pt x="2436282" y="2283789"/>
                  </a:lnTo>
                  <a:lnTo>
                    <a:pt x="2436376" y="2283789"/>
                  </a:lnTo>
                  <a:lnTo>
                    <a:pt x="2436470" y="2283789"/>
                  </a:lnTo>
                  <a:lnTo>
                    <a:pt x="2436564" y="2283789"/>
                  </a:lnTo>
                  <a:lnTo>
                    <a:pt x="2436658" y="2283789"/>
                  </a:lnTo>
                  <a:lnTo>
                    <a:pt x="2436752" y="2283789"/>
                  </a:lnTo>
                  <a:lnTo>
                    <a:pt x="2436846" y="2283789"/>
                  </a:lnTo>
                  <a:lnTo>
                    <a:pt x="2436941" y="2283789"/>
                  </a:lnTo>
                  <a:lnTo>
                    <a:pt x="2437035" y="2283789"/>
                  </a:lnTo>
                  <a:lnTo>
                    <a:pt x="2437129" y="2283789"/>
                  </a:lnTo>
                  <a:lnTo>
                    <a:pt x="2437223" y="2283789"/>
                  </a:lnTo>
                  <a:lnTo>
                    <a:pt x="2437317" y="2283789"/>
                  </a:lnTo>
                  <a:lnTo>
                    <a:pt x="2437411" y="2283789"/>
                  </a:lnTo>
                  <a:lnTo>
                    <a:pt x="2437506" y="2283789"/>
                  </a:lnTo>
                  <a:lnTo>
                    <a:pt x="2437600" y="2283789"/>
                  </a:lnTo>
                  <a:lnTo>
                    <a:pt x="2437694" y="2283789"/>
                  </a:lnTo>
                  <a:lnTo>
                    <a:pt x="2437788" y="2283789"/>
                  </a:lnTo>
                  <a:lnTo>
                    <a:pt x="2437882" y="2283789"/>
                  </a:lnTo>
                  <a:lnTo>
                    <a:pt x="2437976" y="2283789"/>
                  </a:lnTo>
                  <a:lnTo>
                    <a:pt x="2438070" y="2283789"/>
                  </a:lnTo>
                  <a:lnTo>
                    <a:pt x="2438165" y="2283789"/>
                  </a:lnTo>
                  <a:lnTo>
                    <a:pt x="2438259" y="2283789"/>
                  </a:lnTo>
                  <a:lnTo>
                    <a:pt x="2438353" y="2283789"/>
                  </a:lnTo>
                  <a:lnTo>
                    <a:pt x="2438447" y="2283789"/>
                  </a:lnTo>
                  <a:lnTo>
                    <a:pt x="2438541" y="2283789"/>
                  </a:lnTo>
                  <a:lnTo>
                    <a:pt x="2438635" y="2283789"/>
                  </a:lnTo>
                  <a:lnTo>
                    <a:pt x="2438730" y="2283789"/>
                  </a:lnTo>
                  <a:lnTo>
                    <a:pt x="2438824" y="2283789"/>
                  </a:lnTo>
                  <a:lnTo>
                    <a:pt x="2438918" y="2283789"/>
                  </a:lnTo>
                  <a:lnTo>
                    <a:pt x="2439012" y="2283789"/>
                  </a:lnTo>
                  <a:lnTo>
                    <a:pt x="2439106" y="2283789"/>
                  </a:lnTo>
                  <a:lnTo>
                    <a:pt x="2439200" y="2283789"/>
                  </a:lnTo>
                  <a:lnTo>
                    <a:pt x="2439294" y="2283789"/>
                  </a:lnTo>
                  <a:lnTo>
                    <a:pt x="2439389" y="2283789"/>
                  </a:lnTo>
                  <a:lnTo>
                    <a:pt x="2439483" y="2283789"/>
                  </a:lnTo>
                  <a:lnTo>
                    <a:pt x="2439577" y="2283789"/>
                  </a:lnTo>
                  <a:lnTo>
                    <a:pt x="2439671" y="2283789"/>
                  </a:lnTo>
                  <a:lnTo>
                    <a:pt x="2439765" y="2283789"/>
                  </a:lnTo>
                  <a:lnTo>
                    <a:pt x="2439859" y="2283789"/>
                  </a:lnTo>
                  <a:lnTo>
                    <a:pt x="2439953" y="2283789"/>
                  </a:lnTo>
                  <a:lnTo>
                    <a:pt x="2440048" y="2283789"/>
                  </a:lnTo>
                  <a:lnTo>
                    <a:pt x="2440142" y="2283789"/>
                  </a:lnTo>
                  <a:lnTo>
                    <a:pt x="2440236" y="2283789"/>
                  </a:lnTo>
                  <a:lnTo>
                    <a:pt x="2440330" y="2283789"/>
                  </a:lnTo>
                  <a:lnTo>
                    <a:pt x="2440424" y="2283789"/>
                  </a:lnTo>
                  <a:lnTo>
                    <a:pt x="2440518" y="2283789"/>
                  </a:lnTo>
                  <a:lnTo>
                    <a:pt x="2440613" y="2283789"/>
                  </a:lnTo>
                  <a:lnTo>
                    <a:pt x="2440707" y="2283789"/>
                  </a:lnTo>
                  <a:lnTo>
                    <a:pt x="2440801" y="2283789"/>
                  </a:lnTo>
                  <a:lnTo>
                    <a:pt x="2440895" y="2283789"/>
                  </a:lnTo>
                  <a:lnTo>
                    <a:pt x="2440989" y="2283789"/>
                  </a:lnTo>
                  <a:lnTo>
                    <a:pt x="2441083" y="2283789"/>
                  </a:lnTo>
                  <a:lnTo>
                    <a:pt x="2441177" y="2283789"/>
                  </a:lnTo>
                  <a:lnTo>
                    <a:pt x="2441272" y="2283789"/>
                  </a:lnTo>
                  <a:lnTo>
                    <a:pt x="2441366" y="2283789"/>
                  </a:lnTo>
                  <a:lnTo>
                    <a:pt x="2441460" y="2283789"/>
                  </a:lnTo>
                  <a:lnTo>
                    <a:pt x="2441554" y="2283789"/>
                  </a:lnTo>
                  <a:lnTo>
                    <a:pt x="2441648" y="2283789"/>
                  </a:lnTo>
                  <a:lnTo>
                    <a:pt x="2441742" y="2283789"/>
                  </a:lnTo>
                  <a:lnTo>
                    <a:pt x="2441837" y="2283789"/>
                  </a:lnTo>
                  <a:lnTo>
                    <a:pt x="2441931" y="2283789"/>
                  </a:lnTo>
                  <a:lnTo>
                    <a:pt x="2442025" y="2283789"/>
                  </a:lnTo>
                  <a:lnTo>
                    <a:pt x="2442119" y="2283789"/>
                  </a:lnTo>
                  <a:lnTo>
                    <a:pt x="2442213" y="2283789"/>
                  </a:lnTo>
                  <a:lnTo>
                    <a:pt x="2442307" y="2283789"/>
                  </a:lnTo>
                  <a:lnTo>
                    <a:pt x="2442401" y="2283789"/>
                  </a:lnTo>
                  <a:lnTo>
                    <a:pt x="2442496" y="2283789"/>
                  </a:lnTo>
                  <a:lnTo>
                    <a:pt x="2442590" y="2283789"/>
                  </a:lnTo>
                  <a:lnTo>
                    <a:pt x="2442684" y="2283789"/>
                  </a:lnTo>
                  <a:lnTo>
                    <a:pt x="2442778" y="2283789"/>
                  </a:lnTo>
                  <a:lnTo>
                    <a:pt x="2442872" y="2283789"/>
                  </a:lnTo>
                  <a:lnTo>
                    <a:pt x="2442966" y="2283789"/>
                  </a:lnTo>
                  <a:lnTo>
                    <a:pt x="2443061" y="2283789"/>
                  </a:lnTo>
                  <a:lnTo>
                    <a:pt x="2443155" y="2283789"/>
                  </a:lnTo>
                  <a:lnTo>
                    <a:pt x="2443249" y="2283789"/>
                  </a:lnTo>
                  <a:lnTo>
                    <a:pt x="2443343" y="2283789"/>
                  </a:lnTo>
                  <a:lnTo>
                    <a:pt x="2443437" y="2283789"/>
                  </a:lnTo>
                  <a:lnTo>
                    <a:pt x="2443531" y="2283789"/>
                  </a:lnTo>
                  <a:lnTo>
                    <a:pt x="2443625" y="2283789"/>
                  </a:lnTo>
                  <a:lnTo>
                    <a:pt x="2443720" y="2283789"/>
                  </a:lnTo>
                  <a:lnTo>
                    <a:pt x="2443814" y="2283789"/>
                  </a:lnTo>
                  <a:lnTo>
                    <a:pt x="2443908" y="2283789"/>
                  </a:lnTo>
                  <a:lnTo>
                    <a:pt x="2444002" y="2283789"/>
                  </a:lnTo>
                  <a:lnTo>
                    <a:pt x="2444096" y="2283789"/>
                  </a:lnTo>
                  <a:lnTo>
                    <a:pt x="2444190" y="2283789"/>
                  </a:lnTo>
                  <a:lnTo>
                    <a:pt x="2444284" y="2283789"/>
                  </a:lnTo>
                  <a:lnTo>
                    <a:pt x="2444379" y="2283789"/>
                  </a:lnTo>
                  <a:lnTo>
                    <a:pt x="2444473" y="2283789"/>
                  </a:lnTo>
                  <a:lnTo>
                    <a:pt x="2444567" y="2283789"/>
                  </a:lnTo>
                  <a:lnTo>
                    <a:pt x="2444661" y="2283789"/>
                  </a:lnTo>
                  <a:lnTo>
                    <a:pt x="2444755" y="2283789"/>
                  </a:lnTo>
                  <a:lnTo>
                    <a:pt x="2444849" y="2283789"/>
                  </a:lnTo>
                  <a:lnTo>
                    <a:pt x="2444944" y="2283789"/>
                  </a:lnTo>
                  <a:lnTo>
                    <a:pt x="2445038" y="2283789"/>
                  </a:lnTo>
                  <a:lnTo>
                    <a:pt x="2445132" y="2283789"/>
                  </a:lnTo>
                  <a:lnTo>
                    <a:pt x="2445226" y="2283789"/>
                  </a:lnTo>
                  <a:lnTo>
                    <a:pt x="2445320" y="2283789"/>
                  </a:lnTo>
                  <a:lnTo>
                    <a:pt x="2445414" y="2283789"/>
                  </a:lnTo>
                  <a:lnTo>
                    <a:pt x="2445508" y="2283789"/>
                  </a:lnTo>
                  <a:lnTo>
                    <a:pt x="2445603" y="2283789"/>
                  </a:lnTo>
                  <a:lnTo>
                    <a:pt x="2445697" y="2283789"/>
                  </a:lnTo>
                  <a:lnTo>
                    <a:pt x="2445791" y="2283789"/>
                  </a:lnTo>
                  <a:lnTo>
                    <a:pt x="2445885" y="2283789"/>
                  </a:lnTo>
                  <a:lnTo>
                    <a:pt x="2445979" y="2283789"/>
                  </a:lnTo>
                  <a:lnTo>
                    <a:pt x="2446073" y="2283789"/>
                  </a:lnTo>
                  <a:lnTo>
                    <a:pt x="2446073" y="2278877"/>
                  </a:lnTo>
                  <a:lnTo>
                    <a:pt x="2446168" y="2278877"/>
                  </a:lnTo>
                  <a:lnTo>
                    <a:pt x="2446262" y="2278877"/>
                  </a:lnTo>
                  <a:lnTo>
                    <a:pt x="2446356" y="2278877"/>
                  </a:lnTo>
                  <a:lnTo>
                    <a:pt x="2446450" y="2278877"/>
                  </a:lnTo>
                  <a:lnTo>
                    <a:pt x="2446544" y="2278877"/>
                  </a:lnTo>
                  <a:lnTo>
                    <a:pt x="2446638" y="2278877"/>
                  </a:lnTo>
                  <a:lnTo>
                    <a:pt x="2446732" y="2278877"/>
                  </a:lnTo>
                  <a:lnTo>
                    <a:pt x="2446827" y="2278877"/>
                  </a:lnTo>
                  <a:lnTo>
                    <a:pt x="2446921" y="2278877"/>
                  </a:lnTo>
                  <a:lnTo>
                    <a:pt x="2447015" y="2278877"/>
                  </a:lnTo>
                  <a:lnTo>
                    <a:pt x="2447109" y="2278877"/>
                  </a:lnTo>
                  <a:lnTo>
                    <a:pt x="2447203" y="2278877"/>
                  </a:lnTo>
                  <a:lnTo>
                    <a:pt x="2447297" y="2278877"/>
                  </a:lnTo>
                  <a:lnTo>
                    <a:pt x="2447297" y="2273966"/>
                  </a:lnTo>
                  <a:lnTo>
                    <a:pt x="2447392" y="2273966"/>
                  </a:lnTo>
                  <a:lnTo>
                    <a:pt x="2447486" y="2273966"/>
                  </a:lnTo>
                  <a:lnTo>
                    <a:pt x="2447580" y="2273966"/>
                  </a:lnTo>
                  <a:lnTo>
                    <a:pt x="2447674" y="2273966"/>
                  </a:lnTo>
                  <a:lnTo>
                    <a:pt x="2447768" y="2273966"/>
                  </a:lnTo>
                  <a:lnTo>
                    <a:pt x="2447862" y="2273966"/>
                  </a:lnTo>
                  <a:lnTo>
                    <a:pt x="2447956" y="2273966"/>
                  </a:lnTo>
                  <a:lnTo>
                    <a:pt x="2448051" y="2273966"/>
                  </a:lnTo>
                  <a:lnTo>
                    <a:pt x="2448145" y="2273966"/>
                  </a:lnTo>
                  <a:lnTo>
                    <a:pt x="2448239" y="2273966"/>
                  </a:lnTo>
                  <a:lnTo>
                    <a:pt x="2448333" y="2273966"/>
                  </a:lnTo>
                  <a:lnTo>
                    <a:pt x="2448427" y="2273966"/>
                  </a:lnTo>
                  <a:lnTo>
                    <a:pt x="2448521" y="2273966"/>
                  </a:lnTo>
                  <a:lnTo>
                    <a:pt x="2448615" y="2273966"/>
                  </a:lnTo>
                  <a:lnTo>
                    <a:pt x="2448710" y="2273966"/>
                  </a:lnTo>
                  <a:lnTo>
                    <a:pt x="2448804" y="2273966"/>
                  </a:lnTo>
                  <a:lnTo>
                    <a:pt x="2448898" y="2273966"/>
                  </a:lnTo>
                  <a:lnTo>
                    <a:pt x="2448992" y="2273966"/>
                  </a:lnTo>
                  <a:lnTo>
                    <a:pt x="2449086" y="2273966"/>
                  </a:lnTo>
                  <a:lnTo>
                    <a:pt x="2449180" y="2273966"/>
                  </a:lnTo>
                  <a:lnTo>
                    <a:pt x="2449275" y="2273966"/>
                  </a:lnTo>
                  <a:lnTo>
                    <a:pt x="2449369" y="2273966"/>
                  </a:lnTo>
                  <a:lnTo>
                    <a:pt x="2449463" y="2273966"/>
                  </a:lnTo>
                  <a:lnTo>
                    <a:pt x="2449557" y="2273966"/>
                  </a:lnTo>
                  <a:lnTo>
                    <a:pt x="2449651" y="2273966"/>
                  </a:lnTo>
                  <a:lnTo>
                    <a:pt x="2449745" y="2273966"/>
                  </a:lnTo>
                  <a:lnTo>
                    <a:pt x="2449839" y="2273966"/>
                  </a:lnTo>
                  <a:lnTo>
                    <a:pt x="2449934" y="2273966"/>
                  </a:lnTo>
                  <a:lnTo>
                    <a:pt x="2450028" y="2273966"/>
                  </a:lnTo>
                  <a:lnTo>
                    <a:pt x="2450122" y="2273966"/>
                  </a:lnTo>
                  <a:lnTo>
                    <a:pt x="2450216" y="2273966"/>
                  </a:lnTo>
                  <a:lnTo>
                    <a:pt x="2450310" y="2273966"/>
                  </a:lnTo>
                  <a:lnTo>
                    <a:pt x="2450404" y="2273966"/>
                  </a:lnTo>
                  <a:lnTo>
                    <a:pt x="2450499" y="2273966"/>
                  </a:lnTo>
                  <a:lnTo>
                    <a:pt x="2450593" y="2273966"/>
                  </a:lnTo>
                  <a:lnTo>
                    <a:pt x="2450687" y="2273966"/>
                  </a:lnTo>
                  <a:lnTo>
                    <a:pt x="2450687" y="2269055"/>
                  </a:lnTo>
                  <a:lnTo>
                    <a:pt x="2450781" y="2269055"/>
                  </a:lnTo>
                  <a:lnTo>
                    <a:pt x="2450875" y="2269055"/>
                  </a:lnTo>
                  <a:lnTo>
                    <a:pt x="2450969" y="2269055"/>
                  </a:lnTo>
                  <a:lnTo>
                    <a:pt x="2451063" y="2269055"/>
                  </a:lnTo>
                  <a:lnTo>
                    <a:pt x="2451063" y="2264143"/>
                  </a:lnTo>
                  <a:lnTo>
                    <a:pt x="2451158" y="2264143"/>
                  </a:lnTo>
                  <a:lnTo>
                    <a:pt x="2451252" y="2264143"/>
                  </a:lnTo>
                  <a:lnTo>
                    <a:pt x="2451346" y="2264143"/>
                  </a:lnTo>
                  <a:lnTo>
                    <a:pt x="2451440" y="2264143"/>
                  </a:lnTo>
                  <a:lnTo>
                    <a:pt x="2451534" y="2264143"/>
                  </a:lnTo>
                  <a:lnTo>
                    <a:pt x="2451628" y="2264143"/>
                  </a:lnTo>
                  <a:lnTo>
                    <a:pt x="2451723" y="2264143"/>
                  </a:lnTo>
                  <a:lnTo>
                    <a:pt x="2451817" y="2264143"/>
                  </a:lnTo>
                  <a:lnTo>
                    <a:pt x="2451911" y="2264143"/>
                  </a:lnTo>
                  <a:lnTo>
                    <a:pt x="2452005" y="2264143"/>
                  </a:lnTo>
                  <a:lnTo>
                    <a:pt x="2452099" y="2264143"/>
                  </a:lnTo>
                  <a:lnTo>
                    <a:pt x="2452193" y="2264143"/>
                  </a:lnTo>
                  <a:lnTo>
                    <a:pt x="2452287" y="2264143"/>
                  </a:lnTo>
                  <a:lnTo>
                    <a:pt x="2452382" y="2264143"/>
                  </a:lnTo>
                  <a:lnTo>
                    <a:pt x="2452476" y="2264143"/>
                  </a:lnTo>
                  <a:lnTo>
                    <a:pt x="2452570" y="2264143"/>
                  </a:lnTo>
                  <a:lnTo>
                    <a:pt x="2452664" y="2264143"/>
                  </a:lnTo>
                  <a:lnTo>
                    <a:pt x="2452758" y="2264143"/>
                  </a:lnTo>
                  <a:lnTo>
                    <a:pt x="2452852" y="2264143"/>
                  </a:lnTo>
                  <a:lnTo>
                    <a:pt x="2452946" y="2264143"/>
                  </a:lnTo>
                  <a:lnTo>
                    <a:pt x="2453041" y="2264143"/>
                  </a:lnTo>
                  <a:lnTo>
                    <a:pt x="2453135" y="2264143"/>
                  </a:lnTo>
                  <a:lnTo>
                    <a:pt x="2453229" y="2264143"/>
                  </a:lnTo>
                  <a:lnTo>
                    <a:pt x="2453323" y="2264143"/>
                  </a:lnTo>
                  <a:lnTo>
                    <a:pt x="2453417" y="2264143"/>
                  </a:lnTo>
                  <a:lnTo>
                    <a:pt x="2453511" y="2264143"/>
                  </a:lnTo>
                  <a:lnTo>
                    <a:pt x="2453606" y="2264143"/>
                  </a:lnTo>
                  <a:lnTo>
                    <a:pt x="2453700" y="2264143"/>
                  </a:lnTo>
                  <a:lnTo>
                    <a:pt x="2453794" y="2264143"/>
                  </a:lnTo>
                  <a:lnTo>
                    <a:pt x="2453888" y="2264143"/>
                  </a:lnTo>
                  <a:lnTo>
                    <a:pt x="2453982" y="2264143"/>
                  </a:lnTo>
                  <a:lnTo>
                    <a:pt x="2454076" y="2264143"/>
                  </a:lnTo>
                  <a:lnTo>
                    <a:pt x="2454170" y="2264143"/>
                  </a:lnTo>
                  <a:lnTo>
                    <a:pt x="2454265" y="2264143"/>
                  </a:lnTo>
                  <a:lnTo>
                    <a:pt x="2454359" y="2264143"/>
                  </a:lnTo>
                  <a:lnTo>
                    <a:pt x="2454453" y="2264143"/>
                  </a:lnTo>
                  <a:lnTo>
                    <a:pt x="2454547" y="2264143"/>
                  </a:lnTo>
                  <a:lnTo>
                    <a:pt x="2454641" y="2264143"/>
                  </a:lnTo>
                  <a:lnTo>
                    <a:pt x="2454735" y="2264143"/>
                  </a:lnTo>
                  <a:lnTo>
                    <a:pt x="2454830" y="2264143"/>
                  </a:lnTo>
                  <a:lnTo>
                    <a:pt x="2454924" y="2264143"/>
                  </a:lnTo>
                  <a:lnTo>
                    <a:pt x="2455018" y="2264143"/>
                  </a:lnTo>
                  <a:lnTo>
                    <a:pt x="2455112" y="2264143"/>
                  </a:lnTo>
                  <a:lnTo>
                    <a:pt x="2455206" y="2264143"/>
                  </a:lnTo>
                  <a:lnTo>
                    <a:pt x="2455300" y="2264143"/>
                  </a:lnTo>
                  <a:lnTo>
                    <a:pt x="2455394" y="2264143"/>
                  </a:lnTo>
                  <a:lnTo>
                    <a:pt x="2455489" y="2264143"/>
                  </a:lnTo>
                  <a:lnTo>
                    <a:pt x="2455583" y="2264143"/>
                  </a:lnTo>
                  <a:lnTo>
                    <a:pt x="2455677" y="2264143"/>
                  </a:lnTo>
                  <a:lnTo>
                    <a:pt x="2455771" y="2264143"/>
                  </a:lnTo>
                  <a:lnTo>
                    <a:pt x="2455771" y="2259232"/>
                  </a:lnTo>
                  <a:lnTo>
                    <a:pt x="2455865" y="2259232"/>
                  </a:lnTo>
                  <a:lnTo>
                    <a:pt x="2455959" y="2259232"/>
                  </a:lnTo>
                  <a:lnTo>
                    <a:pt x="2456054" y="2259232"/>
                  </a:lnTo>
                  <a:lnTo>
                    <a:pt x="2456148" y="2259232"/>
                  </a:lnTo>
                  <a:lnTo>
                    <a:pt x="2456242" y="2259232"/>
                  </a:lnTo>
                  <a:lnTo>
                    <a:pt x="2456336" y="2259232"/>
                  </a:lnTo>
                  <a:lnTo>
                    <a:pt x="2456430" y="2259232"/>
                  </a:lnTo>
                  <a:lnTo>
                    <a:pt x="2456524" y="2259232"/>
                  </a:lnTo>
                  <a:lnTo>
                    <a:pt x="2456618" y="2259232"/>
                  </a:lnTo>
                  <a:lnTo>
                    <a:pt x="2456713" y="2259232"/>
                  </a:lnTo>
                  <a:lnTo>
                    <a:pt x="2456807" y="2259232"/>
                  </a:lnTo>
                  <a:lnTo>
                    <a:pt x="2456901" y="2259232"/>
                  </a:lnTo>
                  <a:lnTo>
                    <a:pt x="2456995" y="2259232"/>
                  </a:lnTo>
                  <a:lnTo>
                    <a:pt x="2457089" y="2259232"/>
                  </a:lnTo>
                  <a:lnTo>
                    <a:pt x="2457183" y="2259232"/>
                  </a:lnTo>
                  <a:lnTo>
                    <a:pt x="2457277" y="2259232"/>
                  </a:lnTo>
                  <a:lnTo>
                    <a:pt x="2457372" y="2259232"/>
                  </a:lnTo>
                  <a:lnTo>
                    <a:pt x="2457466" y="2259232"/>
                  </a:lnTo>
                  <a:lnTo>
                    <a:pt x="2457560" y="2259232"/>
                  </a:lnTo>
                  <a:lnTo>
                    <a:pt x="2457654" y="2259232"/>
                  </a:lnTo>
                  <a:lnTo>
                    <a:pt x="2457748" y="2259232"/>
                  </a:lnTo>
                  <a:lnTo>
                    <a:pt x="2457842" y="2259232"/>
                  </a:lnTo>
                  <a:lnTo>
                    <a:pt x="2457937" y="2259232"/>
                  </a:lnTo>
                  <a:lnTo>
                    <a:pt x="2458031" y="2259232"/>
                  </a:lnTo>
                  <a:lnTo>
                    <a:pt x="2458125" y="2259232"/>
                  </a:lnTo>
                  <a:lnTo>
                    <a:pt x="2458219" y="2259232"/>
                  </a:lnTo>
                  <a:lnTo>
                    <a:pt x="2458313" y="2259232"/>
                  </a:lnTo>
                  <a:lnTo>
                    <a:pt x="2458407" y="2259232"/>
                  </a:lnTo>
                  <a:lnTo>
                    <a:pt x="2458501" y="2259232"/>
                  </a:lnTo>
                  <a:lnTo>
                    <a:pt x="2458596" y="2259232"/>
                  </a:lnTo>
                  <a:lnTo>
                    <a:pt x="2458690" y="2259232"/>
                  </a:lnTo>
                  <a:lnTo>
                    <a:pt x="2458784" y="2259232"/>
                  </a:lnTo>
                  <a:lnTo>
                    <a:pt x="2458878" y="2259232"/>
                  </a:lnTo>
                  <a:lnTo>
                    <a:pt x="2458972" y="2259232"/>
                  </a:lnTo>
                  <a:lnTo>
                    <a:pt x="2459066" y="2259232"/>
                  </a:lnTo>
                  <a:lnTo>
                    <a:pt x="2459161" y="2259232"/>
                  </a:lnTo>
                  <a:lnTo>
                    <a:pt x="2459255" y="2259232"/>
                  </a:lnTo>
                  <a:lnTo>
                    <a:pt x="2459349" y="2259232"/>
                  </a:lnTo>
                  <a:lnTo>
                    <a:pt x="2459443" y="2259232"/>
                  </a:lnTo>
                  <a:lnTo>
                    <a:pt x="2459537" y="2259232"/>
                  </a:lnTo>
                  <a:lnTo>
                    <a:pt x="2459631" y="2259232"/>
                  </a:lnTo>
                  <a:lnTo>
                    <a:pt x="2459725" y="2259232"/>
                  </a:lnTo>
                  <a:lnTo>
                    <a:pt x="2459820" y="2259232"/>
                  </a:lnTo>
                  <a:lnTo>
                    <a:pt x="2459820" y="2254321"/>
                  </a:lnTo>
                  <a:lnTo>
                    <a:pt x="2459914" y="2254321"/>
                  </a:lnTo>
                  <a:lnTo>
                    <a:pt x="2460008" y="2254321"/>
                  </a:lnTo>
                  <a:lnTo>
                    <a:pt x="2460102" y="2254321"/>
                  </a:lnTo>
                  <a:lnTo>
                    <a:pt x="2460196" y="2254321"/>
                  </a:lnTo>
                  <a:lnTo>
                    <a:pt x="2460290" y="2254321"/>
                  </a:lnTo>
                  <a:lnTo>
                    <a:pt x="2460385" y="2254321"/>
                  </a:lnTo>
                  <a:lnTo>
                    <a:pt x="2460479" y="2254321"/>
                  </a:lnTo>
                  <a:lnTo>
                    <a:pt x="2460573" y="2254321"/>
                  </a:lnTo>
                  <a:lnTo>
                    <a:pt x="2460667" y="2254321"/>
                  </a:lnTo>
                  <a:lnTo>
                    <a:pt x="2460761" y="2254321"/>
                  </a:lnTo>
                  <a:lnTo>
                    <a:pt x="2460855" y="2254321"/>
                  </a:lnTo>
                  <a:lnTo>
                    <a:pt x="2460855" y="2249409"/>
                  </a:lnTo>
                  <a:lnTo>
                    <a:pt x="2460949" y="2249409"/>
                  </a:lnTo>
                  <a:lnTo>
                    <a:pt x="2461044" y="2249409"/>
                  </a:lnTo>
                  <a:lnTo>
                    <a:pt x="2461138" y="2249409"/>
                  </a:lnTo>
                  <a:lnTo>
                    <a:pt x="2461232" y="2249409"/>
                  </a:lnTo>
                  <a:lnTo>
                    <a:pt x="2461326" y="2249409"/>
                  </a:lnTo>
                  <a:lnTo>
                    <a:pt x="2461420" y="2249409"/>
                  </a:lnTo>
                  <a:lnTo>
                    <a:pt x="2461514" y="2249409"/>
                  </a:lnTo>
                  <a:lnTo>
                    <a:pt x="2461608" y="2249409"/>
                  </a:lnTo>
                  <a:lnTo>
                    <a:pt x="2461703" y="2249409"/>
                  </a:lnTo>
                  <a:lnTo>
                    <a:pt x="2461797" y="2249409"/>
                  </a:lnTo>
                  <a:lnTo>
                    <a:pt x="2461797" y="2244498"/>
                  </a:lnTo>
                  <a:lnTo>
                    <a:pt x="2461891" y="2244498"/>
                  </a:lnTo>
                  <a:lnTo>
                    <a:pt x="2461985" y="2244498"/>
                  </a:lnTo>
                  <a:lnTo>
                    <a:pt x="2462079" y="2244498"/>
                  </a:lnTo>
                  <a:lnTo>
                    <a:pt x="2462173" y="2244498"/>
                  </a:lnTo>
                  <a:lnTo>
                    <a:pt x="2462268" y="2244498"/>
                  </a:lnTo>
                  <a:lnTo>
                    <a:pt x="2462362" y="2244498"/>
                  </a:lnTo>
                  <a:lnTo>
                    <a:pt x="2462456" y="2244498"/>
                  </a:lnTo>
                  <a:lnTo>
                    <a:pt x="2462550" y="2244498"/>
                  </a:lnTo>
                  <a:lnTo>
                    <a:pt x="2462644" y="2244498"/>
                  </a:lnTo>
                  <a:lnTo>
                    <a:pt x="2462738" y="2244498"/>
                  </a:lnTo>
                  <a:lnTo>
                    <a:pt x="2462832" y="2244498"/>
                  </a:lnTo>
                  <a:lnTo>
                    <a:pt x="2462927" y="2244498"/>
                  </a:lnTo>
                  <a:lnTo>
                    <a:pt x="2463021" y="2244498"/>
                  </a:lnTo>
                  <a:lnTo>
                    <a:pt x="2463115" y="2244498"/>
                  </a:lnTo>
                  <a:lnTo>
                    <a:pt x="2463209" y="2244498"/>
                  </a:lnTo>
                  <a:lnTo>
                    <a:pt x="2463303" y="2244498"/>
                  </a:lnTo>
                  <a:lnTo>
                    <a:pt x="2463397" y="2244498"/>
                  </a:lnTo>
                  <a:lnTo>
                    <a:pt x="2463397" y="2239586"/>
                  </a:lnTo>
                  <a:lnTo>
                    <a:pt x="2463492" y="2239586"/>
                  </a:lnTo>
                  <a:lnTo>
                    <a:pt x="2463586" y="2239586"/>
                  </a:lnTo>
                  <a:lnTo>
                    <a:pt x="2463680" y="2239586"/>
                  </a:lnTo>
                  <a:lnTo>
                    <a:pt x="2463774" y="2239586"/>
                  </a:lnTo>
                  <a:lnTo>
                    <a:pt x="2463868" y="2239586"/>
                  </a:lnTo>
                  <a:lnTo>
                    <a:pt x="2463962" y="2239586"/>
                  </a:lnTo>
                  <a:lnTo>
                    <a:pt x="2464056" y="2239586"/>
                  </a:lnTo>
                  <a:lnTo>
                    <a:pt x="2464151" y="2239586"/>
                  </a:lnTo>
                  <a:lnTo>
                    <a:pt x="2464245" y="2239586"/>
                  </a:lnTo>
                  <a:lnTo>
                    <a:pt x="2464339" y="2239586"/>
                  </a:lnTo>
                  <a:lnTo>
                    <a:pt x="2464433" y="2239586"/>
                  </a:lnTo>
                  <a:lnTo>
                    <a:pt x="2464527" y="2239586"/>
                  </a:lnTo>
                  <a:lnTo>
                    <a:pt x="2464621" y="2239586"/>
                  </a:lnTo>
                  <a:lnTo>
                    <a:pt x="2464716" y="2239586"/>
                  </a:lnTo>
                  <a:lnTo>
                    <a:pt x="2464810" y="2239586"/>
                  </a:lnTo>
                  <a:lnTo>
                    <a:pt x="2464904" y="2239586"/>
                  </a:lnTo>
                  <a:lnTo>
                    <a:pt x="2464998" y="2239586"/>
                  </a:lnTo>
                  <a:lnTo>
                    <a:pt x="2465092" y="2239586"/>
                  </a:lnTo>
                  <a:lnTo>
                    <a:pt x="2465186" y="2239586"/>
                  </a:lnTo>
                  <a:lnTo>
                    <a:pt x="2465280" y="2239586"/>
                  </a:lnTo>
                  <a:lnTo>
                    <a:pt x="2465375" y="2239586"/>
                  </a:lnTo>
                  <a:lnTo>
                    <a:pt x="2465469" y="2239586"/>
                  </a:lnTo>
                  <a:lnTo>
                    <a:pt x="2465563" y="2239586"/>
                  </a:lnTo>
                  <a:lnTo>
                    <a:pt x="2465657" y="2239586"/>
                  </a:lnTo>
                  <a:lnTo>
                    <a:pt x="2465751" y="2239586"/>
                  </a:lnTo>
                  <a:lnTo>
                    <a:pt x="2465845" y="2239586"/>
                  </a:lnTo>
                  <a:lnTo>
                    <a:pt x="2465939" y="2239586"/>
                  </a:lnTo>
                  <a:lnTo>
                    <a:pt x="2466034" y="2239586"/>
                  </a:lnTo>
                  <a:lnTo>
                    <a:pt x="2466128" y="2239586"/>
                  </a:lnTo>
                  <a:lnTo>
                    <a:pt x="2466222" y="2239586"/>
                  </a:lnTo>
                  <a:lnTo>
                    <a:pt x="2466316" y="2239586"/>
                  </a:lnTo>
                  <a:lnTo>
                    <a:pt x="2466410" y="2239586"/>
                  </a:lnTo>
                  <a:lnTo>
                    <a:pt x="2466504" y="2239586"/>
                  </a:lnTo>
                  <a:lnTo>
                    <a:pt x="2466504" y="2234675"/>
                  </a:lnTo>
                  <a:lnTo>
                    <a:pt x="2466599" y="2234675"/>
                  </a:lnTo>
                  <a:lnTo>
                    <a:pt x="2466693" y="2234675"/>
                  </a:lnTo>
                  <a:lnTo>
                    <a:pt x="2466787" y="2234675"/>
                  </a:lnTo>
                  <a:lnTo>
                    <a:pt x="2466881" y="2234675"/>
                  </a:lnTo>
                  <a:lnTo>
                    <a:pt x="2466975" y="2234675"/>
                  </a:lnTo>
                  <a:lnTo>
                    <a:pt x="2467069" y="2234675"/>
                  </a:lnTo>
                  <a:lnTo>
                    <a:pt x="2467163" y="2234675"/>
                  </a:lnTo>
                  <a:lnTo>
                    <a:pt x="2467258" y="2234675"/>
                  </a:lnTo>
                  <a:lnTo>
                    <a:pt x="2467352" y="2234675"/>
                  </a:lnTo>
                  <a:lnTo>
                    <a:pt x="2467446" y="2234675"/>
                  </a:lnTo>
                  <a:lnTo>
                    <a:pt x="2467540" y="2234675"/>
                  </a:lnTo>
                  <a:lnTo>
                    <a:pt x="2467634" y="2234675"/>
                  </a:lnTo>
                  <a:lnTo>
                    <a:pt x="2467728" y="2234675"/>
                  </a:lnTo>
                  <a:lnTo>
                    <a:pt x="2467823" y="2234675"/>
                  </a:lnTo>
                  <a:lnTo>
                    <a:pt x="2467917" y="2234675"/>
                  </a:lnTo>
                  <a:lnTo>
                    <a:pt x="2468011" y="2234675"/>
                  </a:lnTo>
                  <a:lnTo>
                    <a:pt x="2468105" y="2234675"/>
                  </a:lnTo>
                  <a:lnTo>
                    <a:pt x="2468199" y="2234675"/>
                  </a:lnTo>
                  <a:lnTo>
                    <a:pt x="2468293" y="2234675"/>
                  </a:lnTo>
                  <a:lnTo>
                    <a:pt x="2468387" y="2234675"/>
                  </a:lnTo>
                  <a:lnTo>
                    <a:pt x="2468482" y="2234675"/>
                  </a:lnTo>
                  <a:lnTo>
                    <a:pt x="2468576" y="2234675"/>
                  </a:lnTo>
                  <a:lnTo>
                    <a:pt x="2468670" y="2234675"/>
                  </a:lnTo>
                  <a:lnTo>
                    <a:pt x="2468764" y="2234675"/>
                  </a:lnTo>
                  <a:lnTo>
                    <a:pt x="2468858" y="2234675"/>
                  </a:lnTo>
                  <a:lnTo>
                    <a:pt x="2468952" y="2234675"/>
                  </a:lnTo>
                  <a:lnTo>
                    <a:pt x="2469047" y="2234675"/>
                  </a:lnTo>
                  <a:lnTo>
                    <a:pt x="2469141" y="2234675"/>
                  </a:lnTo>
                  <a:lnTo>
                    <a:pt x="2469235" y="2234675"/>
                  </a:lnTo>
                  <a:lnTo>
                    <a:pt x="2469329" y="2234675"/>
                  </a:lnTo>
                  <a:lnTo>
                    <a:pt x="2469423" y="2234675"/>
                  </a:lnTo>
                  <a:lnTo>
                    <a:pt x="2469517" y="2234675"/>
                  </a:lnTo>
                  <a:lnTo>
                    <a:pt x="2469611" y="2234675"/>
                  </a:lnTo>
                  <a:lnTo>
                    <a:pt x="2469706" y="2234675"/>
                  </a:lnTo>
                  <a:lnTo>
                    <a:pt x="2469800" y="2234675"/>
                  </a:lnTo>
                  <a:lnTo>
                    <a:pt x="2469894" y="2234675"/>
                  </a:lnTo>
                  <a:lnTo>
                    <a:pt x="2469988" y="2234675"/>
                  </a:lnTo>
                  <a:lnTo>
                    <a:pt x="2470082" y="2234675"/>
                  </a:lnTo>
                  <a:lnTo>
                    <a:pt x="2470176" y="2234675"/>
                  </a:lnTo>
                  <a:lnTo>
                    <a:pt x="2470270" y="2234675"/>
                  </a:lnTo>
                  <a:lnTo>
                    <a:pt x="2470365" y="2234675"/>
                  </a:lnTo>
                  <a:lnTo>
                    <a:pt x="2470459" y="2234675"/>
                  </a:lnTo>
                  <a:lnTo>
                    <a:pt x="2470553" y="2234675"/>
                  </a:lnTo>
                  <a:lnTo>
                    <a:pt x="2470647" y="2234675"/>
                  </a:lnTo>
                  <a:lnTo>
                    <a:pt x="2470741" y="2234675"/>
                  </a:lnTo>
                  <a:lnTo>
                    <a:pt x="2470835" y="2234675"/>
                  </a:lnTo>
                  <a:lnTo>
                    <a:pt x="2470930" y="2234675"/>
                  </a:lnTo>
                  <a:lnTo>
                    <a:pt x="2471024" y="2234675"/>
                  </a:lnTo>
                  <a:lnTo>
                    <a:pt x="2471118" y="2234675"/>
                  </a:lnTo>
                  <a:lnTo>
                    <a:pt x="2471212" y="2234675"/>
                  </a:lnTo>
                  <a:lnTo>
                    <a:pt x="2471306" y="2234675"/>
                  </a:lnTo>
                  <a:lnTo>
                    <a:pt x="2471400" y="2234675"/>
                  </a:lnTo>
                  <a:lnTo>
                    <a:pt x="2471494" y="2234675"/>
                  </a:lnTo>
                  <a:lnTo>
                    <a:pt x="2471589" y="2234675"/>
                  </a:lnTo>
                  <a:lnTo>
                    <a:pt x="2471683" y="2234675"/>
                  </a:lnTo>
                  <a:lnTo>
                    <a:pt x="2471777" y="2234675"/>
                  </a:lnTo>
                  <a:lnTo>
                    <a:pt x="2471871" y="2234675"/>
                  </a:lnTo>
                  <a:lnTo>
                    <a:pt x="2471965" y="2234675"/>
                  </a:lnTo>
                  <a:lnTo>
                    <a:pt x="2472059" y="2234675"/>
                  </a:lnTo>
                  <a:lnTo>
                    <a:pt x="2472154" y="2234675"/>
                  </a:lnTo>
                  <a:lnTo>
                    <a:pt x="2472248" y="2234675"/>
                  </a:lnTo>
                  <a:lnTo>
                    <a:pt x="2472342" y="2234675"/>
                  </a:lnTo>
                  <a:lnTo>
                    <a:pt x="2472436" y="2234675"/>
                  </a:lnTo>
                  <a:lnTo>
                    <a:pt x="2472530" y="2234675"/>
                  </a:lnTo>
                  <a:lnTo>
                    <a:pt x="2472624" y="2234675"/>
                  </a:lnTo>
                  <a:lnTo>
                    <a:pt x="2472718" y="2234675"/>
                  </a:lnTo>
                  <a:lnTo>
                    <a:pt x="2472813" y="2234675"/>
                  </a:lnTo>
                  <a:lnTo>
                    <a:pt x="2472907" y="2234675"/>
                  </a:lnTo>
                  <a:lnTo>
                    <a:pt x="2473001" y="2234675"/>
                  </a:lnTo>
                  <a:lnTo>
                    <a:pt x="2473095" y="2234675"/>
                  </a:lnTo>
                  <a:lnTo>
                    <a:pt x="2473189" y="2234675"/>
                  </a:lnTo>
                  <a:lnTo>
                    <a:pt x="2473283" y="2234675"/>
                  </a:lnTo>
                  <a:lnTo>
                    <a:pt x="2473378" y="2234675"/>
                  </a:lnTo>
                  <a:lnTo>
                    <a:pt x="2473472" y="2234675"/>
                  </a:lnTo>
                  <a:lnTo>
                    <a:pt x="2473566" y="2234675"/>
                  </a:lnTo>
                  <a:lnTo>
                    <a:pt x="2473660" y="2234675"/>
                  </a:lnTo>
                  <a:lnTo>
                    <a:pt x="2473754" y="2234675"/>
                  </a:lnTo>
                  <a:lnTo>
                    <a:pt x="2473848" y="2234675"/>
                  </a:lnTo>
                  <a:lnTo>
                    <a:pt x="2473942" y="2234675"/>
                  </a:lnTo>
                  <a:lnTo>
                    <a:pt x="2474037" y="2234675"/>
                  </a:lnTo>
                  <a:lnTo>
                    <a:pt x="2474131" y="2234675"/>
                  </a:lnTo>
                  <a:lnTo>
                    <a:pt x="2474225" y="2234675"/>
                  </a:lnTo>
                  <a:lnTo>
                    <a:pt x="2474319" y="2234675"/>
                  </a:lnTo>
                  <a:lnTo>
                    <a:pt x="2474413" y="2234675"/>
                  </a:lnTo>
                  <a:lnTo>
                    <a:pt x="2474507" y="2234675"/>
                  </a:lnTo>
                  <a:lnTo>
                    <a:pt x="2474601" y="2234675"/>
                  </a:lnTo>
                  <a:lnTo>
                    <a:pt x="2474696" y="2234675"/>
                  </a:lnTo>
                  <a:lnTo>
                    <a:pt x="2474790" y="2234675"/>
                  </a:lnTo>
                  <a:lnTo>
                    <a:pt x="2474884" y="2234675"/>
                  </a:lnTo>
                  <a:lnTo>
                    <a:pt x="2474978" y="2234675"/>
                  </a:lnTo>
                  <a:lnTo>
                    <a:pt x="2475072" y="2234675"/>
                  </a:lnTo>
                  <a:lnTo>
                    <a:pt x="2475166" y="2234675"/>
                  </a:lnTo>
                  <a:lnTo>
                    <a:pt x="2475261" y="2234675"/>
                  </a:lnTo>
                  <a:lnTo>
                    <a:pt x="2475261" y="2229764"/>
                  </a:lnTo>
                  <a:lnTo>
                    <a:pt x="2475355" y="2229764"/>
                  </a:lnTo>
                  <a:lnTo>
                    <a:pt x="2475449" y="2229764"/>
                  </a:lnTo>
                  <a:lnTo>
                    <a:pt x="2475543" y="2229764"/>
                  </a:lnTo>
                  <a:lnTo>
                    <a:pt x="2475637" y="2229764"/>
                  </a:lnTo>
                  <a:lnTo>
                    <a:pt x="2475731" y="2229764"/>
                  </a:lnTo>
                  <a:lnTo>
                    <a:pt x="2475825" y="2229764"/>
                  </a:lnTo>
                  <a:lnTo>
                    <a:pt x="2475920" y="2229764"/>
                  </a:lnTo>
                  <a:lnTo>
                    <a:pt x="2476014" y="2229764"/>
                  </a:lnTo>
                  <a:lnTo>
                    <a:pt x="2476108" y="2229764"/>
                  </a:lnTo>
                  <a:lnTo>
                    <a:pt x="2476202" y="2229764"/>
                  </a:lnTo>
                  <a:lnTo>
                    <a:pt x="2476296" y="2229764"/>
                  </a:lnTo>
                  <a:lnTo>
                    <a:pt x="2476390" y="2229764"/>
                  </a:lnTo>
                  <a:lnTo>
                    <a:pt x="2476485" y="2229764"/>
                  </a:lnTo>
                  <a:lnTo>
                    <a:pt x="2476579" y="2229764"/>
                  </a:lnTo>
                  <a:lnTo>
                    <a:pt x="2476673" y="2229764"/>
                  </a:lnTo>
                  <a:lnTo>
                    <a:pt x="2476767" y="2229764"/>
                  </a:lnTo>
                  <a:lnTo>
                    <a:pt x="2476861" y="2229764"/>
                  </a:lnTo>
                  <a:lnTo>
                    <a:pt x="2476955" y="2229764"/>
                  </a:lnTo>
                  <a:lnTo>
                    <a:pt x="2477049" y="2229764"/>
                  </a:lnTo>
                  <a:lnTo>
                    <a:pt x="2477144" y="2229764"/>
                  </a:lnTo>
                  <a:lnTo>
                    <a:pt x="2477238" y="2229764"/>
                  </a:lnTo>
                  <a:lnTo>
                    <a:pt x="2477332" y="2229764"/>
                  </a:lnTo>
                  <a:lnTo>
                    <a:pt x="2477426" y="2229764"/>
                  </a:lnTo>
                  <a:lnTo>
                    <a:pt x="2477520" y="2229764"/>
                  </a:lnTo>
                  <a:lnTo>
                    <a:pt x="2477614" y="2229764"/>
                  </a:lnTo>
                  <a:lnTo>
                    <a:pt x="2477709" y="2229764"/>
                  </a:lnTo>
                  <a:lnTo>
                    <a:pt x="2477803" y="2229764"/>
                  </a:lnTo>
                  <a:lnTo>
                    <a:pt x="2477897" y="2229764"/>
                  </a:lnTo>
                  <a:lnTo>
                    <a:pt x="2477991" y="2229764"/>
                  </a:lnTo>
                  <a:lnTo>
                    <a:pt x="2478085" y="2229764"/>
                  </a:lnTo>
                  <a:lnTo>
                    <a:pt x="2478179" y="2229764"/>
                  </a:lnTo>
                  <a:lnTo>
                    <a:pt x="2478273" y="2229764"/>
                  </a:lnTo>
                  <a:lnTo>
                    <a:pt x="2478368" y="2229764"/>
                  </a:lnTo>
                  <a:lnTo>
                    <a:pt x="2478462" y="2229764"/>
                  </a:lnTo>
                  <a:lnTo>
                    <a:pt x="2478556" y="2229764"/>
                  </a:lnTo>
                  <a:lnTo>
                    <a:pt x="2478650" y="2229764"/>
                  </a:lnTo>
                  <a:lnTo>
                    <a:pt x="2478744" y="2229764"/>
                  </a:lnTo>
                  <a:lnTo>
                    <a:pt x="2478838" y="2229764"/>
                  </a:lnTo>
                  <a:lnTo>
                    <a:pt x="2478932" y="2229764"/>
                  </a:lnTo>
                  <a:lnTo>
                    <a:pt x="2479027" y="2229764"/>
                  </a:lnTo>
                  <a:lnTo>
                    <a:pt x="2479121" y="2229764"/>
                  </a:lnTo>
                  <a:lnTo>
                    <a:pt x="2479215" y="2229764"/>
                  </a:lnTo>
                  <a:lnTo>
                    <a:pt x="2479309" y="2229764"/>
                  </a:lnTo>
                  <a:lnTo>
                    <a:pt x="2479403" y="2229764"/>
                  </a:lnTo>
                  <a:lnTo>
                    <a:pt x="2479497" y="2229764"/>
                  </a:lnTo>
                  <a:lnTo>
                    <a:pt x="2479592" y="2229764"/>
                  </a:lnTo>
                  <a:lnTo>
                    <a:pt x="2479686" y="2229764"/>
                  </a:lnTo>
                  <a:lnTo>
                    <a:pt x="2479780" y="2229764"/>
                  </a:lnTo>
                  <a:lnTo>
                    <a:pt x="2479874" y="2229764"/>
                  </a:lnTo>
                  <a:lnTo>
                    <a:pt x="2479968" y="2229764"/>
                  </a:lnTo>
                  <a:lnTo>
                    <a:pt x="2480062" y="2229764"/>
                  </a:lnTo>
                  <a:lnTo>
                    <a:pt x="2480156" y="2229764"/>
                  </a:lnTo>
                  <a:lnTo>
                    <a:pt x="2480251" y="2229764"/>
                  </a:lnTo>
                  <a:lnTo>
                    <a:pt x="2480345" y="2229764"/>
                  </a:lnTo>
                  <a:lnTo>
                    <a:pt x="2480439" y="2229764"/>
                  </a:lnTo>
                  <a:lnTo>
                    <a:pt x="2480533" y="2229764"/>
                  </a:lnTo>
                  <a:lnTo>
                    <a:pt x="2480627" y="2229764"/>
                  </a:lnTo>
                  <a:lnTo>
                    <a:pt x="2480721" y="2229764"/>
                  </a:lnTo>
                  <a:lnTo>
                    <a:pt x="2480816" y="2229764"/>
                  </a:lnTo>
                  <a:lnTo>
                    <a:pt x="2480910" y="2229764"/>
                  </a:lnTo>
                  <a:lnTo>
                    <a:pt x="2481004" y="2229764"/>
                  </a:lnTo>
                  <a:lnTo>
                    <a:pt x="2481098" y="2229764"/>
                  </a:lnTo>
                  <a:lnTo>
                    <a:pt x="2481192" y="2229764"/>
                  </a:lnTo>
                  <a:lnTo>
                    <a:pt x="2481286" y="2229764"/>
                  </a:lnTo>
                  <a:lnTo>
                    <a:pt x="2481380" y="2229764"/>
                  </a:lnTo>
                  <a:lnTo>
                    <a:pt x="2481475" y="2229764"/>
                  </a:lnTo>
                  <a:lnTo>
                    <a:pt x="2481569" y="2229764"/>
                  </a:lnTo>
                  <a:lnTo>
                    <a:pt x="2481663" y="2229764"/>
                  </a:lnTo>
                  <a:lnTo>
                    <a:pt x="2481757" y="2229764"/>
                  </a:lnTo>
                  <a:lnTo>
                    <a:pt x="2481851" y="2229764"/>
                  </a:lnTo>
                  <a:lnTo>
                    <a:pt x="2481945" y="2229764"/>
                  </a:lnTo>
                  <a:lnTo>
                    <a:pt x="2482040" y="2229764"/>
                  </a:lnTo>
                  <a:lnTo>
                    <a:pt x="2482134" y="2229764"/>
                  </a:lnTo>
                  <a:lnTo>
                    <a:pt x="2482228" y="2229764"/>
                  </a:lnTo>
                  <a:lnTo>
                    <a:pt x="2482322" y="2229764"/>
                  </a:lnTo>
                  <a:lnTo>
                    <a:pt x="2482416" y="2229764"/>
                  </a:lnTo>
                  <a:lnTo>
                    <a:pt x="2482510" y="2229764"/>
                  </a:lnTo>
                  <a:lnTo>
                    <a:pt x="2482604" y="2229764"/>
                  </a:lnTo>
                  <a:lnTo>
                    <a:pt x="2482699" y="2229764"/>
                  </a:lnTo>
                  <a:lnTo>
                    <a:pt x="2482793" y="2229764"/>
                  </a:lnTo>
                  <a:lnTo>
                    <a:pt x="2482887" y="2229764"/>
                  </a:lnTo>
                  <a:lnTo>
                    <a:pt x="2482981" y="2229764"/>
                  </a:lnTo>
                  <a:lnTo>
                    <a:pt x="2483075" y="2229764"/>
                  </a:lnTo>
                  <a:lnTo>
                    <a:pt x="2483169" y="2229764"/>
                  </a:lnTo>
                  <a:lnTo>
                    <a:pt x="2483263" y="2229764"/>
                  </a:lnTo>
                  <a:lnTo>
                    <a:pt x="2483358" y="2229764"/>
                  </a:lnTo>
                  <a:lnTo>
                    <a:pt x="2483452" y="2229764"/>
                  </a:lnTo>
                  <a:lnTo>
                    <a:pt x="2483546" y="2229764"/>
                  </a:lnTo>
                  <a:lnTo>
                    <a:pt x="2483640" y="2229764"/>
                  </a:lnTo>
                  <a:lnTo>
                    <a:pt x="2483734" y="2229764"/>
                  </a:lnTo>
                  <a:lnTo>
                    <a:pt x="2483828" y="2229764"/>
                  </a:lnTo>
                  <a:lnTo>
                    <a:pt x="2483923" y="2229764"/>
                  </a:lnTo>
                  <a:lnTo>
                    <a:pt x="2484017" y="2229764"/>
                  </a:lnTo>
                  <a:lnTo>
                    <a:pt x="2484111" y="2229764"/>
                  </a:lnTo>
                  <a:lnTo>
                    <a:pt x="2484205" y="2229764"/>
                  </a:lnTo>
                  <a:lnTo>
                    <a:pt x="2484299" y="2229764"/>
                  </a:lnTo>
                  <a:lnTo>
                    <a:pt x="2484393" y="2229764"/>
                  </a:lnTo>
                  <a:lnTo>
                    <a:pt x="2484487" y="2229764"/>
                  </a:lnTo>
                  <a:lnTo>
                    <a:pt x="2484582" y="2229764"/>
                  </a:lnTo>
                  <a:lnTo>
                    <a:pt x="2484676" y="2229764"/>
                  </a:lnTo>
                  <a:lnTo>
                    <a:pt x="2484770" y="2229764"/>
                  </a:lnTo>
                  <a:lnTo>
                    <a:pt x="2484864" y="2229764"/>
                  </a:lnTo>
                  <a:lnTo>
                    <a:pt x="2484958" y="2229764"/>
                  </a:lnTo>
                  <a:lnTo>
                    <a:pt x="2485052" y="2229764"/>
                  </a:lnTo>
                  <a:lnTo>
                    <a:pt x="2485147" y="2229764"/>
                  </a:lnTo>
                  <a:lnTo>
                    <a:pt x="2485241" y="2229764"/>
                  </a:lnTo>
                  <a:lnTo>
                    <a:pt x="2485335" y="2229764"/>
                  </a:lnTo>
                  <a:lnTo>
                    <a:pt x="2485429" y="2229764"/>
                  </a:lnTo>
                  <a:lnTo>
                    <a:pt x="2485523" y="2229764"/>
                  </a:lnTo>
                  <a:lnTo>
                    <a:pt x="2485617" y="2229764"/>
                  </a:lnTo>
                  <a:lnTo>
                    <a:pt x="2485711" y="2229764"/>
                  </a:lnTo>
                  <a:lnTo>
                    <a:pt x="2485806" y="2229764"/>
                  </a:lnTo>
                  <a:lnTo>
                    <a:pt x="2485900" y="2229764"/>
                  </a:lnTo>
                  <a:lnTo>
                    <a:pt x="2485994" y="2229764"/>
                  </a:lnTo>
                  <a:lnTo>
                    <a:pt x="2486088" y="2229764"/>
                  </a:lnTo>
                  <a:lnTo>
                    <a:pt x="2486182" y="2229764"/>
                  </a:lnTo>
                  <a:lnTo>
                    <a:pt x="2486276" y="2229764"/>
                  </a:lnTo>
                  <a:lnTo>
                    <a:pt x="2486371" y="2229764"/>
                  </a:lnTo>
                  <a:lnTo>
                    <a:pt x="2486465" y="2229764"/>
                  </a:lnTo>
                  <a:lnTo>
                    <a:pt x="2486559" y="2229764"/>
                  </a:lnTo>
                  <a:lnTo>
                    <a:pt x="2486653" y="2229764"/>
                  </a:lnTo>
                  <a:lnTo>
                    <a:pt x="2486747" y="2229764"/>
                  </a:lnTo>
                  <a:lnTo>
                    <a:pt x="2486841" y="2229764"/>
                  </a:lnTo>
                  <a:lnTo>
                    <a:pt x="2486935" y="2229764"/>
                  </a:lnTo>
                  <a:lnTo>
                    <a:pt x="2487030" y="2229764"/>
                  </a:lnTo>
                  <a:lnTo>
                    <a:pt x="2487124" y="2229764"/>
                  </a:lnTo>
                  <a:lnTo>
                    <a:pt x="2487218" y="2229764"/>
                  </a:lnTo>
                  <a:lnTo>
                    <a:pt x="2487312" y="2229764"/>
                  </a:lnTo>
                  <a:lnTo>
                    <a:pt x="2487406" y="2229764"/>
                  </a:lnTo>
                  <a:lnTo>
                    <a:pt x="2487500" y="2229764"/>
                  </a:lnTo>
                  <a:lnTo>
                    <a:pt x="2487594" y="2229764"/>
                  </a:lnTo>
                  <a:lnTo>
                    <a:pt x="2487689" y="2229764"/>
                  </a:lnTo>
                  <a:lnTo>
                    <a:pt x="2487783" y="2229764"/>
                  </a:lnTo>
                  <a:lnTo>
                    <a:pt x="2487877" y="2229764"/>
                  </a:lnTo>
                  <a:lnTo>
                    <a:pt x="2487971" y="2229764"/>
                  </a:lnTo>
                  <a:lnTo>
                    <a:pt x="2488065" y="2229764"/>
                  </a:lnTo>
                  <a:lnTo>
                    <a:pt x="2488159" y="2229764"/>
                  </a:lnTo>
                  <a:lnTo>
                    <a:pt x="2488254" y="2229764"/>
                  </a:lnTo>
                  <a:lnTo>
                    <a:pt x="2488348" y="2229764"/>
                  </a:lnTo>
                  <a:lnTo>
                    <a:pt x="2488442" y="2229764"/>
                  </a:lnTo>
                  <a:lnTo>
                    <a:pt x="2488536" y="2229764"/>
                  </a:lnTo>
                  <a:lnTo>
                    <a:pt x="2488630" y="2229764"/>
                  </a:lnTo>
                  <a:lnTo>
                    <a:pt x="2488724" y="2229764"/>
                  </a:lnTo>
                  <a:lnTo>
                    <a:pt x="2488818" y="2229764"/>
                  </a:lnTo>
                  <a:lnTo>
                    <a:pt x="2488913" y="2229764"/>
                  </a:lnTo>
                  <a:lnTo>
                    <a:pt x="2489007" y="2229764"/>
                  </a:lnTo>
                  <a:lnTo>
                    <a:pt x="2489101" y="2229764"/>
                  </a:lnTo>
                  <a:lnTo>
                    <a:pt x="2489195" y="2229764"/>
                  </a:lnTo>
                  <a:lnTo>
                    <a:pt x="2489289" y="2229764"/>
                  </a:lnTo>
                  <a:lnTo>
                    <a:pt x="2489383" y="2229764"/>
                  </a:lnTo>
                  <a:lnTo>
                    <a:pt x="2489478" y="2229764"/>
                  </a:lnTo>
                  <a:lnTo>
                    <a:pt x="2489572" y="2229764"/>
                  </a:lnTo>
                  <a:lnTo>
                    <a:pt x="2489666" y="2229764"/>
                  </a:lnTo>
                  <a:lnTo>
                    <a:pt x="2489760" y="2229764"/>
                  </a:lnTo>
                  <a:lnTo>
                    <a:pt x="2489854" y="2229764"/>
                  </a:lnTo>
                  <a:lnTo>
                    <a:pt x="2489948" y="2229764"/>
                  </a:lnTo>
                  <a:lnTo>
                    <a:pt x="2490042" y="2229764"/>
                  </a:lnTo>
                  <a:lnTo>
                    <a:pt x="2490137" y="2229764"/>
                  </a:lnTo>
                  <a:lnTo>
                    <a:pt x="2490231" y="2229764"/>
                  </a:lnTo>
                  <a:lnTo>
                    <a:pt x="2490325" y="2229764"/>
                  </a:lnTo>
                  <a:lnTo>
                    <a:pt x="2490419" y="2229764"/>
                  </a:lnTo>
                  <a:lnTo>
                    <a:pt x="2490513" y="2229764"/>
                  </a:lnTo>
                  <a:lnTo>
                    <a:pt x="2490607" y="2229764"/>
                  </a:lnTo>
                  <a:lnTo>
                    <a:pt x="2490702" y="2229764"/>
                  </a:lnTo>
                  <a:lnTo>
                    <a:pt x="2490796" y="2229764"/>
                  </a:lnTo>
                  <a:lnTo>
                    <a:pt x="2490890" y="2229764"/>
                  </a:lnTo>
                  <a:lnTo>
                    <a:pt x="2490984" y="2229764"/>
                  </a:lnTo>
                  <a:lnTo>
                    <a:pt x="2491078" y="2229764"/>
                  </a:lnTo>
                  <a:lnTo>
                    <a:pt x="2491172" y="2229764"/>
                  </a:lnTo>
                  <a:lnTo>
                    <a:pt x="2491172" y="2224852"/>
                  </a:lnTo>
                  <a:lnTo>
                    <a:pt x="2491172" y="2219941"/>
                  </a:lnTo>
                  <a:lnTo>
                    <a:pt x="2491266" y="2219941"/>
                  </a:lnTo>
                  <a:lnTo>
                    <a:pt x="2491361" y="2219941"/>
                  </a:lnTo>
                  <a:lnTo>
                    <a:pt x="2491455" y="2219941"/>
                  </a:lnTo>
                  <a:lnTo>
                    <a:pt x="2491549" y="2219941"/>
                  </a:lnTo>
                  <a:lnTo>
                    <a:pt x="2491643" y="2219941"/>
                  </a:lnTo>
                  <a:lnTo>
                    <a:pt x="2491737" y="2219941"/>
                  </a:lnTo>
                  <a:lnTo>
                    <a:pt x="2491831" y="2219941"/>
                  </a:lnTo>
                  <a:lnTo>
                    <a:pt x="2491925" y="2219941"/>
                  </a:lnTo>
                  <a:lnTo>
                    <a:pt x="2492020" y="2219941"/>
                  </a:lnTo>
                  <a:lnTo>
                    <a:pt x="2492114" y="2219941"/>
                  </a:lnTo>
                  <a:lnTo>
                    <a:pt x="2492208" y="2219941"/>
                  </a:lnTo>
                  <a:lnTo>
                    <a:pt x="2492302" y="2219941"/>
                  </a:lnTo>
                  <a:lnTo>
                    <a:pt x="2492396" y="2219941"/>
                  </a:lnTo>
                  <a:lnTo>
                    <a:pt x="2492490" y="2219941"/>
                  </a:lnTo>
                  <a:lnTo>
                    <a:pt x="2492585" y="2219941"/>
                  </a:lnTo>
                  <a:lnTo>
                    <a:pt x="2492679" y="2219941"/>
                  </a:lnTo>
                  <a:lnTo>
                    <a:pt x="2492773" y="2219941"/>
                  </a:lnTo>
                  <a:lnTo>
                    <a:pt x="2492867" y="2219941"/>
                  </a:lnTo>
                  <a:lnTo>
                    <a:pt x="2492961" y="2219941"/>
                  </a:lnTo>
                  <a:lnTo>
                    <a:pt x="2493055" y="2219941"/>
                  </a:lnTo>
                  <a:lnTo>
                    <a:pt x="2493149" y="2219941"/>
                  </a:lnTo>
                  <a:lnTo>
                    <a:pt x="2493244" y="2219941"/>
                  </a:lnTo>
                  <a:lnTo>
                    <a:pt x="2493338" y="2219941"/>
                  </a:lnTo>
                  <a:lnTo>
                    <a:pt x="2493432" y="2219941"/>
                  </a:lnTo>
                  <a:lnTo>
                    <a:pt x="2493526" y="2219941"/>
                  </a:lnTo>
                  <a:lnTo>
                    <a:pt x="2493526" y="2215030"/>
                  </a:lnTo>
                  <a:lnTo>
                    <a:pt x="2493620" y="2215030"/>
                  </a:lnTo>
                  <a:lnTo>
                    <a:pt x="2493620" y="2210118"/>
                  </a:lnTo>
                  <a:lnTo>
                    <a:pt x="2493714" y="2210118"/>
                  </a:lnTo>
                  <a:lnTo>
                    <a:pt x="2493809" y="2210118"/>
                  </a:lnTo>
                  <a:lnTo>
                    <a:pt x="2493903" y="2210118"/>
                  </a:lnTo>
                  <a:lnTo>
                    <a:pt x="2493997" y="2210118"/>
                  </a:lnTo>
                  <a:lnTo>
                    <a:pt x="2494091" y="2210118"/>
                  </a:lnTo>
                  <a:lnTo>
                    <a:pt x="2494185" y="2210118"/>
                  </a:lnTo>
                  <a:lnTo>
                    <a:pt x="2494279" y="2210118"/>
                  </a:lnTo>
                  <a:lnTo>
                    <a:pt x="2494373" y="2210118"/>
                  </a:lnTo>
                  <a:lnTo>
                    <a:pt x="2494468" y="2210118"/>
                  </a:lnTo>
                  <a:lnTo>
                    <a:pt x="2494562" y="2210118"/>
                  </a:lnTo>
                  <a:lnTo>
                    <a:pt x="2494656" y="2210118"/>
                  </a:lnTo>
                  <a:lnTo>
                    <a:pt x="2494750" y="2210118"/>
                  </a:lnTo>
                  <a:lnTo>
                    <a:pt x="2494844" y="2210118"/>
                  </a:lnTo>
                  <a:lnTo>
                    <a:pt x="2494938" y="2210118"/>
                  </a:lnTo>
                  <a:lnTo>
                    <a:pt x="2495033" y="2210118"/>
                  </a:lnTo>
                  <a:lnTo>
                    <a:pt x="2495127" y="2210118"/>
                  </a:lnTo>
                  <a:lnTo>
                    <a:pt x="2495221" y="2210118"/>
                  </a:lnTo>
                  <a:lnTo>
                    <a:pt x="2495315" y="2210118"/>
                  </a:lnTo>
                  <a:lnTo>
                    <a:pt x="2495409" y="2210118"/>
                  </a:lnTo>
                  <a:lnTo>
                    <a:pt x="2495503" y="2210118"/>
                  </a:lnTo>
                  <a:lnTo>
                    <a:pt x="2495597" y="2210118"/>
                  </a:lnTo>
                  <a:lnTo>
                    <a:pt x="2495692" y="2210118"/>
                  </a:lnTo>
                  <a:lnTo>
                    <a:pt x="2495786" y="2210118"/>
                  </a:lnTo>
                  <a:lnTo>
                    <a:pt x="2495880" y="2210118"/>
                  </a:lnTo>
                  <a:lnTo>
                    <a:pt x="2495974" y="2210118"/>
                  </a:lnTo>
                  <a:lnTo>
                    <a:pt x="2496068" y="2210118"/>
                  </a:lnTo>
                  <a:lnTo>
                    <a:pt x="2496162" y="2210118"/>
                  </a:lnTo>
                  <a:lnTo>
                    <a:pt x="2496256" y="2210118"/>
                  </a:lnTo>
                  <a:lnTo>
                    <a:pt x="2496351" y="2210118"/>
                  </a:lnTo>
                  <a:lnTo>
                    <a:pt x="2496445" y="2210118"/>
                  </a:lnTo>
                  <a:lnTo>
                    <a:pt x="2496539" y="2210118"/>
                  </a:lnTo>
                  <a:lnTo>
                    <a:pt x="2496633" y="2210118"/>
                  </a:lnTo>
                  <a:lnTo>
                    <a:pt x="2496727" y="2210118"/>
                  </a:lnTo>
                  <a:lnTo>
                    <a:pt x="2496821" y="2210118"/>
                  </a:lnTo>
                  <a:lnTo>
                    <a:pt x="2496916" y="2210118"/>
                  </a:lnTo>
                  <a:lnTo>
                    <a:pt x="2497010" y="2210118"/>
                  </a:lnTo>
                  <a:lnTo>
                    <a:pt x="2497104" y="2210118"/>
                  </a:lnTo>
                  <a:lnTo>
                    <a:pt x="2497198" y="2210118"/>
                  </a:lnTo>
                  <a:lnTo>
                    <a:pt x="2497292" y="2210118"/>
                  </a:lnTo>
                  <a:lnTo>
                    <a:pt x="2497292" y="2205207"/>
                  </a:lnTo>
                  <a:lnTo>
                    <a:pt x="2497386" y="2205207"/>
                  </a:lnTo>
                  <a:lnTo>
                    <a:pt x="2497480" y="2205207"/>
                  </a:lnTo>
                  <a:lnTo>
                    <a:pt x="2497575" y="2205207"/>
                  </a:lnTo>
                  <a:lnTo>
                    <a:pt x="2497669" y="2205207"/>
                  </a:lnTo>
                  <a:lnTo>
                    <a:pt x="2497763" y="2205207"/>
                  </a:lnTo>
                  <a:lnTo>
                    <a:pt x="2497857" y="2205207"/>
                  </a:lnTo>
                  <a:lnTo>
                    <a:pt x="2497951" y="2205207"/>
                  </a:lnTo>
                  <a:lnTo>
                    <a:pt x="2498045" y="2205207"/>
                  </a:lnTo>
                  <a:lnTo>
                    <a:pt x="2498140" y="2205207"/>
                  </a:lnTo>
                  <a:lnTo>
                    <a:pt x="2498234" y="2205207"/>
                  </a:lnTo>
                  <a:lnTo>
                    <a:pt x="2498328" y="2205207"/>
                  </a:lnTo>
                  <a:lnTo>
                    <a:pt x="2498422" y="2205207"/>
                  </a:lnTo>
                  <a:lnTo>
                    <a:pt x="2498516" y="2205207"/>
                  </a:lnTo>
                  <a:lnTo>
                    <a:pt x="2498610" y="2205207"/>
                  </a:lnTo>
                  <a:lnTo>
                    <a:pt x="2498704" y="2205207"/>
                  </a:lnTo>
                  <a:lnTo>
                    <a:pt x="2498799" y="2205207"/>
                  </a:lnTo>
                  <a:lnTo>
                    <a:pt x="2498893" y="2205207"/>
                  </a:lnTo>
                  <a:lnTo>
                    <a:pt x="2498987" y="2205207"/>
                  </a:lnTo>
                  <a:lnTo>
                    <a:pt x="2499081" y="2205207"/>
                  </a:lnTo>
                  <a:lnTo>
                    <a:pt x="2499175" y="2205207"/>
                  </a:lnTo>
                  <a:lnTo>
                    <a:pt x="2499269" y="2205207"/>
                  </a:lnTo>
                  <a:lnTo>
                    <a:pt x="2499364" y="2205207"/>
                  </a:lnTo>
                  <a:lnTo>
                    <a:pt x="2499458" y="2205207"/>
                  </a:lnTo>
                  <a:lnTo>
                    <a:pt x="2499552" y="2205207"/>
                  </a:lnTo>
                  <a:lnTo>
                    <a:pt x="2499646" y="2205207"/>
                  </a:lnTo>
                  <a:lnTo>
                    <a:pt x="2499740" y="2205207"/>
                  </a:lnTo>
                  <a:lnTo>
                    <a:pt x="2499834" y="2205207"/>
                  </a:lnTo>
                  <a:lnTo>
                    <a:pt x="2499928" y="2205207"/>
                  </a:lnTo>
                  <a:lnTo>
                    <a:pt x="2500023" y="2205207"/>
                  </a:lnTo>
                  <a:lnTo>
                    <a:pt x="2500117" y="2205207"/>
                  </a:lnTo>
                  <a:lnTo>
                    <a:pt x="2500211" y="2205207"/>
                  </a:lnTo>
                  <a:lnTo>
                    <a:pt x="2500305" y="2205207"/>
                  </a:lnTo>
                  <a:lnTo>
                    <a:pt x="2500399" y="2205207"/>
                  </a:lnTo>
                  <a:lnTo>
                    <a:pt x="2500493" y="2205207"/>
                  </a:lnTo>
                  <a:lnTo>
                    <a:pt x="2500587" y="2205207"/>
                  </a:lnTo>
                  <a:lnTo>
                    <a:pt x="2500682" y="2205207"/>
                  </a:lnTo>
                  <a:lnTo>
                    <a:pt x="2500776" y="2205207"/>
                  </a:lnTo>
                  <a:lnTo>
                    <a:pt x="2500870" y="2205207"/>
                  </a:lnTo>
                  <a:lnTo>
                    <a:pt x="2500964" y="2205207"/>
                  </a:lnTo>
                  <a:lnTo>
                    <a:pt x="2501058" y="2205207"/>
                  </a:lnTo>
                  <a:lnTo>
                    <a:pt x="2501152" y="2205207"/>
                  </a:lnTo>
                  <a:lnTo>
                    <a:pt x="2501247" y="2205207"/>
                  </a:lnTo>
                  <a:lnTo>
                    <a:pt x="2501341" y="2205207"/>
                  </a:lnTo>
                  <a:lnTo>
                    <a:pt x="2501435" y="2205207"/>
                  </a:lnTo>
                  <a:lnTo>
                    <a:pt x="2501529" y="2205207"/>
                  </a:lnTo>
                  <a:lnTo>
                    <a:pt x="2501623" y="2205207"/>
                  </a:lnTo>
                  <a:lnTo>
                    <a:pt x="2501717" y="2205207"/>
                  </a:lnTo>
                  <a:lnTo>
                    <a:pt x="2501811" y="2205207"/>
                  </a:lnTo>
                  <a:lnTo>
                    <a:pt x="2501906" y="2205207"/>
                  </a:lnTo>
                  <a:lnTo>
                    <a:pt x="2502000" y="2205207"/>
                  </a:lnTo>
                  <a:lnTo>
                    <a:pt x="2502094" y="2205207"/>
                  </a:lnTo>
                  <a:lnTo>
                    <a:pt x="2502188" y="2205207"/>
                  </a:lnTo>
                  <a:lnTo>
                    <a:pt x="2502282" y="2205207"/>
                  </a:lnTo>
                  <a:lnTo>
                    <a:pt x="2502376" y="2205207"/>
                  </a:lnTo>
                  <a:lnTo>
                    <a:pt x="2502471" y="2205207"/>
                  </a:lnTo>
                  <a:lnTo>
                    <a:pt x="2502565" y="2205207"/>
                  </a:lnTo>
                  <a:lnTo>
                    <a:pt x="2502659" y="2205207"/>
                  </a:lnTo>
                  <a:lnTo>
                    <a:pt x="2502753" y="2205207"/>
                  </a:lnTo>
                  <a:lnTo>
                    <a:pt x="2502847" y="2205207"/>
                  </a:lnTo>
                  <a:lnTo>
                    <a:pt x="2502941" y="2205207"/>
                  </a:lnTo>
                  <a:lnTo>
                    <a:pt x="2503035" y="2205207"/>
                  </a:lnTo>
                  <a:lnTo>
                    <a:pt x="2503130" y="2205207"/>
                  </a:lnTo>
                  <a:lnTo>
                    <a:pt x="2503224" y="2205207"/>
                  </a:lnTo>
                  <a:lnTo>
                    <a:pt x="2503318" y="2205207"/>
                  </a:lnTo>
                  <a:lnTo>
                    <a:pt x="2503412" y="2205207"/>
                  </a:lnTo>
                  <a:lnTo>
                    <a:pt x="2503506" y="2205207"/>
                  </a:lnTo>
                  <a:lnTo>
                    <a:pt x="2503600" y="2205207"/>
                  </a:lnTo>
                  <a:lnTo>
                    <a:pt x="2503600" y="2200295"/>
                  </a:lnTo>
                  <a:lnTo>
                    <a:pt x="2503695" y="2200295"/>
                  </a:lnTo>
                  <a:lnTo>
                    <a:pt x="2503789" y="2200295"/>
                  </a:lnTo>
                  <a:lnTo>
                    <a:pt x="2503883" y="2200295"/>
                  </a:lnTo>
                  <a:lnTo>
                    <a:pt x="2503977" y="2200295"/>
                  </a:lnTo>
                  <a:lnTo>
                    <a:pt x="2504071" y="2200295"/>
                  </a:lnTo>
                  <a:lnTo>
                    <a:pt x="2504165" y="2200295"/>
                  </a:lnTo>
                  <a:lnTo>
                    <a:pt x="2504259" y="2200295"/>
                  </a:lnTo>
                  <a:lnTo>
                    <a:pt x="2504354" y="2200295"/>
                  </a:lnTo>
                  <a:lnTo>
                    <a:pt x="2504448" y="2200295"/>
                  </a:lnTo>
                  <a:lnTo>
                    <a:pt x="2504542" y="2200295"/>
                  </a:lnTo>
                  <a:lnTo>
                    <a:pt x="2504636" y="2200295"/>
                  </a:lnTo>
                  <a:lnTo>
                    <a:pt x="2504730" y="2200295"/>
                  </a:lnTo>
                  <a:lnTo>
                    <a:pt x="2504824" y="2200295"/>
                  </a:lnTo>
                  <a:lnTo>
                    <a:pt x="2504918" y="2200295"/>
                  </a:lnTo>
                  <a:lnTo>
                    <a:pt x="2505013" y="2200295"/>
                  </a:lnTo>
                  <a:lnTo>
                    <a:pt x="2505107" y="2200295"/>
                  </a:lnTo>
                  <a:lnTo>
                    <a:pt x="2505201" y="2200295"/>
                  </a:lnTo>
                  <a:lnTo>
                    <a:pt x="2505295" y="2200295"/>
                  </a:lnTo>
                  <a:lnTo>
                    <a:pt x="2505389" y="2200295"/>
                  </a:lnTo>
                  <a:lnTo>
                    <a:pt x="2505483" y="2200295"/>
                  </a:lnTo>
                  <a:lnTo>
                    <a:pt x="2505578" y="2200295"/>
                  </a:lnTo>
                  <a:lnTo>
                    <a:pt x="2505672" y="2200295"/>
                  </a:lnTo>
                  <a:lnTo>
                    <a:pt x="2505766" y="2200295"/>
                  </a:lnTo>
                  <a:lnTo>
                    <a:pt x="2505860" y="2200295"/>
                  </a:lnTo>
                  <a:lnTo>
                    <a:pt x="2505954" y="2200295"/>
                  </a:lnTo>
                  <a:lnTo>
                    <a:pt x="2506048" y="2200295"/>
                  </a:lnTo>
                  <a:lnTo>
                    <a:pt x="2506142" y="2200295"/>
                  </a:lnTo>
                  <a:lnTo>
                    <a:pt x="2506237" y="2200295"/>
                  </a:lnTo>
                  <a:lnTo>
                    <a:pt x="2506331" y="2200295"/>
                  </a:lnTo>
                  <a:lnTo>
                    <a:pt x="2506425" y="2200295"/>
                  </a:lnTo>
                  <a:lnTo>
                    <a:pt x="2506519" y="2200295"/>
                  </a:lnTo>
                  <a:lnTo>
                    <a:pt x="2506613" y="2200295"/>
                  </a:lnTo>
                  <a:lnTo>
                    <a:pt x="2506707" y="2200295"/>
                  </a:lnTo>
                  <a:lnTo>
                    <a:pt x="2506802" y="2200295"/>
                  </a:lnTo>
                  <a:lnTo>
                    <a:pt x="2506896" y="2200295"/>
                  </a:lnTo>
                  <a:lnTo>
                    <a:pt x="2506990" y="2200295"/>
                  </a:lnTo>
                  <a:lnTo>
                    <a:pt x="2507084" y="2200295"/>
                  </a:lnTo>
                  <a:lnTo>
                    <a:pt x="2507178" y="2200295"/>
                  </a:lnTo>
                  <a:lnTo>
                    <a:pt x="2507272" y="2200295"/>
                  </a:lnTo>
                  <a:lnTo>
                    <a:pt x="2507366" y="2200295"/>
                  </a:lnTo>
                  <a:lnTo>
                    <a:pt x="2507366" y="2195384"/>
                  </a:lnTo>
                  <a:lnTo>
                    <a:pt x="2507461" y="2195384"/>
                  </a:lnTo>
                  <a:lnTo>
                    <a:pt x="2507555" y="2195384"/>
                  </a:lnTo>
                  <a:lnTo>
                    <a:pt x="2507649" y="2195384"/>
                  </a:lnTo>
                  <a:lnTo>
                    <a:pt x="2507649" y="2190473"/>
                  </a:lnTo>
                  <a:lnTo>
                    <a:pt x="2507743" y="2190473"/>
                  </a:lnTo>
                  <a:lnTo>
                    <a:pt x="2507837" y="2190473"/>
                  </a:lnTo>
                  <a:lnTo>
                    <a:pt x="2507931" y="2190473"/>
                  </a:lnTo>
                  <a:lnTo>
                    <a:pt x="2507931" y="2185561"/>
                  </a:lnTo>
                  <a:lnTo>
                    <a:pt x="2508026" y="2185561"/>
                  </a:lnTo>
                  <a:lnTo>
                    <a:pt x="2508120" y="2185561"/>
                  </a:lnTo>
                  <a:lnTo>
                    <a:pt x="2508214" y="2185561"/>
                  </a:lnTo>
                  <a:lnTo>
                    <a:pt x="2508308" y="2185561"/>
                  </a:lnTo>
                  <a:lnTo>
                    <a:pt x="2508402" y="2185561"/>
                  </a:lnTo>
                  <a:lnTo>
                    <a:pt x="2508496" y="2185561"/>
                  </a:lnTo>
                  <a:lnTo>
                    <a:pt x="2508590" y="2185561"/>
                  </a:lnTo>
                  <a:lnTo>
                    <a:pt x="2508685" y="2185561"/>
                  </a:lnTo>
                  <a:lnTo>
                    <a:pt x="2508779" y="2185561"/>
                  </a:lnTo>
                  <a:lnTo>
                    <a:pt x="2508873" y="2185561"/>
                  </a:lnTo>
                  <a:lnTo>
                    <a:pt x="2508967" y="2185561"/>
                  </a:lnTo>
                  <a:lnTo>
                    <a:pt x="2509061" y="2185561"/>
                  </a:lnTo>
                  <a:lnTo>
                    <a:pt x="2509155" y="2185561"/>
                  </a:lnTo>
                  <a:lnTo>
                    <a:pt x="2509249" y="2185561"/>
                  </a:lnTo>
                  <a:lnTo>
                    <a:pt x="2509344" y="2185561"/>
                  </a:lnTo>
                  <a:lnTo>
                    <a:pt x="2509438" y="2185561"/>
                  </a:lnTo>
                  <a:lnTo>
                    <a:pt x="2509532" y="2185561"/>
                  </a:lnTo>
                  <a:lnTo>
                    <a:pt x="2509626" y="2185561"/>
                  </a:lnTo>
                  <a:lnTo>
                    <a:pt x="2509720" y="2185561"/>
                  </a:lnTo>
                  <a:lnTo>
                    <a:pt x="2509814" y="2185561"/>
                  </a:lnTo>
                  <a:lnTo>
                    <a:pt x="2509909" y="2185561"/>
                  </a:lnTo>
                  <a:lnTo>
                    <a:pt x="2510003" y="2185561"/>
                  </a:lnTo>
                  <a:lnTo>
                    <a:pt x="2510097" y="2185561"/>
                  </a:lnTo>
                  <a:lnTo>
                    <a:pt x="2510191" y="2185561"/>
                  </a:lnTo>
                  <a:lnTo>
                    <a:pt x="2510285" y="2185561"/>
                  </a:lnTo>
                  <a:lnTo>
                    <a:pt x="2510379" y="2185561"/>
                  </a:lnTo>
                  <a:lnTo>
                    <a:pt x="2510473" y="2185561"/>
                  </a:lnTo>
                  <a:lnTo>
                    <a:pt x="2510568" y="2185561"/>
                  </a:lnTo>
                  <a:lnTo>
                    <a:pt x="2510662" y="2185561"/>
                  </a:lnTo>
                  <a:lnTo>
                    <a:pt x="2510756" y="2185561"/>
                  </a:lnTo>
                  <a:lnTo>
                    <a:pt x="2510756" y="2180650"/>
                  </a:lnTo>
                  <a:lnTo>
                    <a:pt x="2510850" y="2180650"/>
                  </a:lnTo>
                  <a:lnTo>
                    <a:pt x="2510944" y="2180650"/>
                  </a:lnTo>
                  <a:lnTo>
                    <a:pt x="2511038" y="2180650"/>
                  </a:lnTo>
                  <a:lnTo>
                    <a:pt x="2511133" y="2180650"/>
                  </a:lnTo>
                  <a:lnTo>
                    <a:pt x="2511227" y="2180650"/>
                  </a:lnTo>
                  <a:lnTo>
                    <a:pt x="2511321" y="2180650"/>
                  </a:lnTo>
                  <a:lnTo>
                    <a:pt x="2511415" y="2180650"/>
                  </a:lnTo>
                  <a:lnTo>
                    <a:pt x="2511509" y="2180650"/>
                  </a:lnTo>
                  <a:lnTo>
                    <a:pt x="2511603" y="2180650"/>
                  </a:lnTo>
                  <a:lnTo>
                    <a:pt x="2511697" y="2180650"/>
                  </a:lnTo>
                  <a:lnTo>
                    <a:pt x="2511792" y="2180650"/>
                  </a:lnTo>
                  <a:lnTo>
                    <a:pt x="2511886" y="2180650"/>
                  </a:lnTo>
                  <a:lnTo>
                    <a:pt x="2511980" y="2180650"/>
                  </a:lnTo>
                  <a:lnTo>
                    <a:pt x="2512074" y="2180650"/>
                  </a:lnTo>
                  <a:lnTo>
                    <a:pt x="2512168" y="2180650"/>
                  </a:lnTo>
                  <a:lnTo>
                    <a:pt x="2512262" y="2180650"/>
                  </a:lnTo>
                  <a:lnTo>
                    <a:pt x="2512357" y="2180650"/>
                  </a:lnTo>
                  <a:lnTo>
                    <a:pt x="2512451" y="2180650"/>
                  </a:lnTo>
                  <a:lnTo>
                    <a:pt x="2512545" y="2180650"/>
                  </a:lnTo>
                  <a:lnTo>
                    <a:pt x="2512639" y="2180650"/>
                  </a:lnTo>
                  <a:lnTo>
                    <a:pt x="2512733" y="2180650"/>
                  </a:lnTo>
                  <a:lnTo>
                    <a:pt x="2512827" y="2180650"/>
                  </a:lnTo>
                  <a:lnTo>
                    <a:pt x="2512921" y="2180650"/>
                  </a:lnTo>
                  <a:lnTo>
                    <a:pt x="2513016" y="2180650"/>
                  </a:lnTo>
                  <a:lnTo>
                    <a:pt x="2513110" y="2180650"/>
                  </a:lnTo>
                  <a:lnTo>
                    <a:pt x="2513110" y="2175739"/>
                  </a:lnTo>
                  <a:lnTo>
                    <a:pt x="2513204" y="2175739"/>
                  </a:lnTo>
                  <a:lnTo>
                    <a:pt x="2513298" y="2175739"/>
                  </a:lnTo>
                  <a:lnTo>
                    <a:pt x="2513392" y="2175739"/>
                  </a:lnTo>
                  <a:lnTo>
                    <a:pt x="2513486" y="2175739"/>
                  </a:lnTo>
                  <a:lnTo>
                    <a:pt x="2513580" y="2175739"/>
                  </a:lnTo>
                  <a:lnTo>
                    <a:pt x="2513675" y="2175739"/>
                  </a:lnTo>
                  <a:lnTo>
                    <a:pt x="2513769" y="2175739"/>
                  </a:lnTo>
                  <a:lnTo>
                    <a:pt x="2513863" y="2175739"/>
                  </a:lnTo>
                  <a:lnTo>
                    <a:pt x="2513957" y="2175739"/>
                  </a:lnTo>
                  <a:lnTo>
                    <a:pt x="2514051" y="2175739"/>
                  </a:lnTo>
                  <a:lnTo>
                    <a:pt x="2514145" y="2175739"/>
                  </a:lnTo>
                  <a:lnTo>
                    <a:pt x="2514240" y="2175739"/>
                  </a:lnTo>
                  <a:lnTo>
                    <a:pt x="2514334" y="2175739"/>
                  </a:lnTo>
                  <a:lnTo>
                    <a:pt x="2514428" y="2175739"/>
                  </a:lnTo>
                  <a:lnTo>
                    <a:pt x="2514522" y="2175739"/>
                  </a:lnTo>
                  <a:lnTo>
                    <a:pt x="2514616" y="2175739"/>
                  </a:lnTo>
                  <a:lnTo>
                    <a:pt x="2514710" y="2175739"/>
                  </a:lnTo>
                  <a:lnTo>
                    <a:pt x="2514804" y="2175739"/>
                  </a:lnTo>
                  <a:lnTo>
                    <a:pt x="2514899" y="2175739"/>
                  </a:lnTo>
                  <a:lnTo>
                    <a:pt x="2514993" y="2175739"/>
                  </a:lnTo>
                  <a:lnTo>
                    <a:pt x="2515087" y="2175739"/>
                  </a:lnTo>
                  <a:lnTo>
                    <a:pt x="2515181" y="2175739"/>
                  </a:lnTo>
                  <a:lnTo>
                    <a:pt x="2515275" y="2175739"/>
                  </a:lnTo>
                  <a:lnTo>
                    <a:pt x="2515369" y="2175739"/>
                  </a:lnTo>
                  <a:lnTo>
                    <a:pt x="2515464" y="2175739"/>
                  </a:lnTo>
                  <a:lnTo>
                    <a:pt x="2515558" y="2175739"/>
                  </a:lnTo>
                  <a:lnTo>
                    <a:pt x="2515652" y="2175739"/>
                  </a:lnTo>
                  <a:lnTo>
                    <a:pt x="2515746" y="2175739"/>
                  </a:lnTo>
                  <a:lnTo>
                    <a:pt x="2515840" y="2175739"/>
                  </a:lnTo>
                  <a:lnTo>
                    <a:pt x="2515934" y="2175739"/>
                  </a:lnTo>
                  <a:lnTo>
                    <a:pt x="2516028" y="2175739"/>
                  </a:lnTo>
                  <a:lnTo>
                    <a:pt x="2516028" y="2170827"/>
                  </a:lnTo>
                  <a:lnTo>
                    <a:pt x="2516028" y="2165916"/>
                  </a:lnTo>
                  <a:lnTo>
                    <a:pt x="2516123" y="2165916"/>
                  </a:lnTo>
                  <a:lnTo>
                    <a:pt x="2516217" y="2165916"/>
                  </a:lnTo>
                  <a:lnTo>
                    <a:pt x="2516311" y="2165916"/>
                  </a:lnTo>
                  <a:lnTo>
                    <a:pt x="2516405" y="2165916"/>
                  </a:lnTo>
                  <a:lnTo>
                    <a:pt x="2516499" y="2165916"/>
                  </a:lnTo>
                  <a:lnTo>
                    <a:pt x="2516593" y="2165916"/>
                  </a:lnTo>
                  <a:lnTo>
                    <a:pt x="2516688" y="2165916"/>
                  </a:lnTo>
                  <a:lnTo>
                    <a:pt x="2516782" y="2165916"/>
                  </a:lnTo>
                  <a:lnTo>
                    <a:pt x="2516876" y="2165916"/>
                  </a:lnTo>
                  <a:lnTo>
                    <a:pt x="2516970" y="2165916"/>
                  </a:lnTo>
                  <a:lnTo>
                    <a:pt x="2517064" y="2165916"/>
                  </a:lnTo>
                  <a:lnTo>
                    <a:pt x="2517158" y="2165916"/>
                  </a:lnTo>
                  <a:lnTo>
                    <a:pt x="2517252" y="2165916"/>
                  </a:lnTo>
                  <a:lnTo>
                    <a:pt x="2517347" y="2165916"/>
                  </a:lnTo>
                  <a:lnTo>
                    <a:pt x="2517441" y="2165916"/>
                  </a:lnTo>
                  <a:lnTo>
                    <a:pt x="2517535" y="2165916"/>
                  </a:lnTo>
                  <a:lnTo>
                    <a:pt x="2517629" y="2165916"/>
                  </a:lnTo>
                  <a:lnTo>
                    <a:pt x="2517723" y="2165916"/>
                  </a:lnTo>
                  <a:lnTo>
                    <a:pt x="2517817" y="2165916"/>
                  </a:lnTo>
                  <a:lnTo>
                    <a:pt x="2517911" y="2165916"/>
                  </a:lnTo>
                  <a:lnTo>
                    <a:pt x="2518006" y="2165916"/>
                  </a:lnTo>
                  <a:lnTo>
                    <a:pt x="2518100" y="2165916"/>
                  </a:lnTo>
                  <a:lnTo>
                    <a:pt x="2518194" y="2165916"/>
                  </a:lnTo>
                  <a:lnTo>
                    <a:pt x="2518288" y="2165916"/>
                  </a:lnTo>
                  <a:lnTo>
                    <a:pt x="2518382" y="2165916"/>
                  </a:lnTo>
                  <a:lnTo>
                    <a:pt x="2518476" y="2165916"/>
                  </a:lnTo>
                  <a:lnTo>
                    <a:pt x="2518571" y="2165916"/>
                  </a:lnTo>
                  <a:lnTo>
                    <a:pt x="2518665" y="2165916"/>
                  </a:lnTo>
                  <a:lnTo>
                    <a:pt x="2518759" y="2165916"/>
                  </a:lnTo>
                  <a:lnTo>
                    <a:pt x="2518853" y="2165916"/>
                  </a:lnTo>
                  <a:lnTo>
                    <a:pt x="2518947" y="2165916"/>
                  </a:lnTo>
                  <a:lnTo>
                    <a:pt x="2519041" y="2165916"/>
                  </a:lnTo>
                  <a:lnTo>
                    <a:pt x="2519135" y="2165916"/>
                  </a:lnTo>
                  <a:lnTo>
                    <a:pt x="2519230" y="2165916"/>
                  </a:lnTo>
                  <a:lnTo>
                    <a:pt x="2519324" y="2165916"/>
                  </a:lnTo>
                  <a:lnTo>
                    <a:pt x="2519418" y="2165916"/>
                  </a:lnTo>
                  <a:lnTo>
                    <a:pt x="2519512" y="2165916"/>
                  </a:lnTo>
                  <a:lnTo>
                    <a:pt x="2519606" y="2165916"/>
                  </a:lnTo>
                  <a:lnTo>
                    <a:pt x="2519700" y="2165916"/>
                  </a:lnTo>
                  <a:lnTo>
                    <a:pt x="2519795" y="2165916"/>
                  </a:lnTo>
                  <a:lnTo>
                    <a:pt x="2519889" y="2165916"/>
                  </a:lnTo>
                  <a:lnTo>
                    <a:pt x="2519983" y="2165916"/>
                  </a:lnTo>
                  <a:lnTo>
                    <a:pt x="2520077" y="2165916"/>
                  </a:lnTo>
                  <a:lnTo>
                    <a:pt x="2520171" y="2165916"/>
                  </a:lnTo>
                  <a:lnTo>
                    <a:pt x="2520265" y="2165916"/>
                  </a:lnTo>
                  <a:lnTo>
                    <a:pt x="2520359" y="2165916"/>
                  </a:lnTo>
                  <a:lnTo>
                    <a:pt x="2520454" y="2165916"/>
                  </a:lnTo>
                  <a:lnTo>
                    <a:pt x="2520548" y="2165916"/>
                  </a:lnTo>
                  <a:lnTo>
                    <a:pt x="2520642" y="2165916"/>
                  </a:lnTo>
                  <a:lnTo>
                    <a:pt x="2520736" y="2165916"/>
                  </a:lnTo>
                  <a:lnTo>
                    <a:pt x="2520830" y="2165916"/>
                  </a:lnTo>
                  <a:lnTo>
                    <a:pt x="2520924" y="2165916"/>
                  </a:lnTo>
                  <a:lnTo>
                    <a:pt x="2521019" y="2165916"/>
                  </a:lnTo>
                  <a:lnTo>
                    <a:pt x="2521113" y="2165916"/>
                  </a:lnTo>
                  <a:lnTo>
                    <a:pt x="2521207" y="2165916"/>
                  </a:lnTo>
                  <a:lnTo>
                    <a:pt x="2521301" y="2165916"/>
                  </a:lnTo>
                  <a:lnTo>
                    <a:pt x="2521395" y="2165916"/>
                  </a:lnTo>
                  <a:lnTo>
                    <a:pt x="2521489" y="2165916"/>
                  </a:lnTo>
                  <a:lnTo>
                    <a:pt x="2521583" y="2165916"/>
                  </a:lnTo>
                  <a:lnTo>
                    <a:pt x="2521678" y="2165916"/>
                  </a:lnTo>
                  <a:lnTo>
                    <a:pt x="2521772" y="2165916"/>
                  </a:lnTo>
                  <a:lnTo>
                    <a:pt x="2521866" y="2165916"/>
                  </a:lnTo>
                  <a:lnTo>
                    <a:pt x="2521960" y="2165916"/>
                  </a:lnTo>
                  <a:lnTo>
                    <a:pt x="2522054" y="2165916"/>
                  </a:lnTo>
                  <a:lnTo>
                    <a:pt x="2522148" y="2165916"/>
                  </a:lnTo>
                  <a:lnTo>
                    <a:pt x="2522242" y="2165916"/>
                  </a:lnTo>
                  <a:lnTo>
                    <a:pt x="2522337" y="2165916"/>
                  </a:lnTo>
                  <a:lnTo>
                    <a:pt x="2522431" y="2165916"/>
                  </a:lnTo>
                  <a:lnTo>
                    <a:pt x="2522525" y="2165916"/>
                  </a:lnTo>
                  <a:lnTo>
                    <a:pt x="2522619" y="2165916"/>
                  </a:lnTo>
                  <a:lnTo>
                    <a:pt x="2522713" y="2165916"/>
                  </a:lnTo>
                  <a:lnTo>
                    <a:pt x="2522807" y="2165916"/>
                  </a:lnTo>
                  <a:lnTo>
                    <a:pt x="2522902" y="2165916"/>
                  </a:lnTo>
                  <a:lnTo>
                    <a:pt x="2522996" y="2165916"/>
                  </a:lnTo>
                  <a:lnTo>
                    <a:pt x="2523090" y="2165916"/>
                  </a:lnTo>
                  <a:lnTo>
                    <a:pt x="2523184" y="2165916"/>
                  </a:lnTo>
                  <a:lnTo>
                    <a:pt x="2523184" y="2161004"/>
                  </a:lnTo>
                  <a:lnTo>
                    <a:pt x="2523278" y="2161004"/>
                  </a:lnTo>
                  <a:lnTo>
                    <a:pt x="2523372" y="2161004"/>
                  </a:lnTo>
                  <a:lnTo>
                    <a:pt x="2523466" y="2161004"/>
                  </a:lnTo>
                  <a:lnTo>
                    <a:pt x="2523466" y="2156093"/>
                  </a:lnTo>
                  <a:lnTo>
                    <a:pt x="2523561" y="2156093"/>
                  </a:lnTo>
                  <a:lnTo>
                    <a:pt x="2523655" y="2156093"/>
                  </a:lnTo>
                  <a:lnTo>
                    <a:pt x="2523749" y="2156093"/>
                  </a:lnTo>
                  <a:lnTo>
                    <a:pt x="2523843" y="2156093"/>
                  </a:lnTo>
                  <a:lnTo>
                    <a:pt x="2523937" y="2156093"/>
                  </a:lnTo>
                  <a:lnTo>
                    <a:pt x="2524031" y="2156093"/>
                  </a:lnTo>
                  <a:lnTo>
                    <a:pt x="2524126" y="2156093"/>
                  </a:lnTo>
                  <a:lnTo>
                    <a:pt x="2524220" y="2156093"/>
                  </a:lnTo>
                  <a:lnTo>
                    <a:pt x="2524314" y="2156093"/>
                  </a:lnTo>
                  <a:lnTo>
                    <a:pt x="2524408" y="2156093"/>
                  </a:lnTo>
                  <a:lnTo>
                    <a:pt x="2524502" y="2156093"/>
                  </a:lnTo>
                  <a:lnTo>
                    <a:pt x="2524596" y="2156093"/>
                  </a:lnTo>
                  <a:lnTo>
                    <a:pt x="2524690" y="2156093"/>
                  </a:lnTo>
                  <a:lnTo>
                    <a:pt x="2524785" y="2156093"/>
                  </a:lnTo>
                  <a:lnTo>
                    <a:pt x="2524879" y="2156093"/>
                  </a:lnTo>
                  <a:lnTo>
                    <a:pt x="2524973" y="2156093"/>
                  </a:lnTo>
                  <a:lnTo>
                    <a:pt x="2525067" y="2156093"/>
                  </a:lnTo>
                  <a:lnTo>
                    <a:pt x="2525161" y="2156093"/>
                  </a:lnTo>
                  <a:lnTo>
                    <a:pt x="2525255" y="2156093"/>
                  </a:lnTo>
                  <a:lnTo>
                    <a:pt x="2525350" y="2156093"/>
                  </a:lnTo>
                  <a:lnTo>
                    <a:pt x="2525444" y="2156093"/>
                  </a:lnTo>
                  <a:lnTo>
                    <a:pt x="2525538" y="2156093"/>
                  </a:lnTo>
                  <a:lnTo>
                    <a:pt x="2525632" y="2156093"/>
                  </a:lnTo>
                  <a:lnTo>
                    <a:pt x="2525726" y="2156093"/>
                  </a:lnTo>
                  <a:lnTo>
                    <a:pt x="2525820" y="2156093"/>
                  </a:lnTo>
                  <a:lnTo>
                    <a:pt x="2525914" y="2156093"/>
                  </a:lnTo>
                  <a:lnTo>
                    <a:pt x="2526009" y="2156093"/>
                  </a:lnTo>
                  <a:lnTo>
                    <a:pt x="2526103" y="2156093"/>
                  </a:lnTo>
                  <a:lnTo>
                    <a:pt x="2526197" y="2156093"/>
                  </a:lnTo>
                  <a:lnTo>
                    <a:pt x="2526291" y="2156093"/>
                  </a:lnTo>
                  <a:lnTo>
                    <a:pt x="2526385" y="2156093"/>
                  </a:lnTo>
                  <a:lnTo>
                    <a:pt x="2526479" y="2156093"/>
                  </a:lnTo>
                  <a:lnTo>
                    <a:pt x="2526573" y="2156093"/>
                  </a:lnTo>
                  <a:lnTo>
                    <a:pt x="2526668" y="2156093"/>
                  </a:lnTo>
                  <a:lnTo>
                    <a:pt x="2526762" y="2156093"/>
                  </a:lnTo>
                  <a:lnTo>
                    <a:pt x="2526856" y="2156093"/>
                  </a:lnTo>
                  <a:lnTo>
                    <a:pt x="2526950" y="2156093"/>
                  </a:lnTo>
                  <a:lnTo>
                    <a:pt x="2527044" y="2156093"/>
                  </a:lnTo>
                  <a:lnTo>
                    <a:pt x="2527138" y="2156093"/>
                  </a:lnTo>
                  <a:lnTo>
                    <a:pt x="2527233" y="2156093"/>
                  </a:lnTo>
                  <a:lnTo>
                    <a:pt x="2527327" y="2156093"/>
                  </a:lnTo>
                  <a:lnTo>
                    <a:pt x="2527421" y="2156093"/>
                  </a:lnTo>
                  <a:lnTo>
                    <a:pt x="2527515" y="2156093"/>
                  </a:lnTo>
                  <a:lnTo>
                    <a:pt x="2527609" y="2156093"/>
                  </a:lnTo>
                  <a:lnTo>
                    <a:pt x="2527703" y="2156093"/>
                  </a:lnTo>
                  <a:lnTo>
                    <a:pt x="2527797" y="2156093"/>
                  </a:lnTo>
                  <a:lnTo>
                    <a:pt x="2527892" y="2156093"/>
                  </a:lnTo>
                  <a:lnTo>
                    <a:pt x="2527986" y="2156093"/>
                  </a:lnTo>
                  <a:lnTo>
                    <a:pt x="2528080" y="2156093"/>
                  </a:lnTo>
                  <a:lnTo>
                    <a:pt x="2528174" y="2156093"/>
                  </a:lnTo>
                  <a:lnTo>
                    <a:pt x="2528268" y="2156093"/>
                  </a:lnTo>
                  <a:lnTo>
                    <a:pt x="2528362" y="2156093"/>
                  </a:lnTo>
                  <a:lnTo>
                    <a:pt x="2528457" y="2156093"/>
                  </a:lnTo>
                  <a:lnTo>
                    <a:pt x="2528551" y="2156093"/>
                  </a:lnTo>
                  <a:lnTo>
                    <a:pt x="2528645" y="2156093"/>
                  </a:lnTo>
                  <a:lnTo>
                    <a:pt x="2528739" y="2156093"/>
                  </a:lnTo>
                  <a:lnTo>
                    <a:pt x="2528833" y="2156093"/>
                  </a:lnTo>
                  <a:lnTo>
                    <a:pt x="2528927" y="2156093"/>
                  </a:lnTo>
                  <a:lnTo>
                    <a:pt x="2529021" y="2156093"/>
                  </a:lnTo>
                  <a:lnTo>
                    <a:pt x="2529116" y="2156093"/>
                  </a:lnTo>
                  <a:lnTo>
                    <a:pt x="2529210" y="2156093"/>
                  </a:lnTo>
                  <a:lnTo>
                    <a:pt x="2529304" y="2156093"/>
                  </a:lnTo>
                  <a:lnTo>
                    <a:pt x="2529398" y="2156093"/>
                  </a:lnTo>
                  <a:lnTo>
                    <a:pt x="2529398" y="2151182"/>
                  </a:lnTo>
                  <a:lnTo>
                    <a:pt x="2529398" y="2146270"/>
                  </a:lnTo>
                  <a:lnTo>
                    <a:pt x="2529492" y="2146270"/>
                  </a:lnTo>
                  <a:lnTo>
                    <a:pt x="2529586" y="2146270"/>
                  </a:lnTo>
                  <a:lnTo>
                    <a:pt x="2529681" y="2146270"/>
                  </a:lnTo>
                  <a:lnTo>
                    <a:pt x="2529775" y="2146270"/>
                  </a:lnTo>
                  <a:lnTo>
                    <a:pt x="2529869" y="2146270"/>
                  </a:lnTo>
                  <a:lnTo>
                    <a:pt x="2529963" y="2146270"/>
                  </a:lnTo>
                  <a:lnTo>
                    <a:pt x="2530057" y="2146270"/>
                  </a:lnTo>
                  <a:lnTo>
                    <a:pt x="2530151" y="2146270"/>
                  </a:lnTo>
                  <a:lnTo>
                    <a:pt x="2530245" y="2146270"/>
                  </a:lnTo>
                  <a:lnTo>
                    <a:pt x="2530340" y="2146270"/>
                  </a:lnTo>
                  <a:lnTo>
                    <a:pt x="2530434" y="2146270"/>
                  </a:lnTo>
                  <a:lnTo>
                    <a:pt x="2530528" y="2146270"/>
                  </a:lnTo>
                  <a:lnTo>
                    <a:pt x="2530622" y="2146270"/>
                  </a:lnTo>
                  <a:lnTo>
                    <a:pt x="2530716" y="2146270"/>
                  </a:lnTo>
                  <a:lnTo>
                    <a:pt x="2530810" y="2146270"/>
                  </a:lnTo>
                  <a:lnTo>
                    <a:pt x="2530904" y="2146270"/>
                  </a:lnTo>
                  <a:lnTo>
                    <a:pt x="2530999" y="2146270"/>
                  </a:lnTo>
                  <a:lnTo>
                    <a:pt x="2531093" y="2146270"/>
                  </a:lnTo>
                  <a:lnTo>
                    <a:pt x="2531187" y="2146270"/>
                  </a:lnTo>
                  <a:lnTo>
                    <a:pt x="2531281" y="2146270"/>
                  </a:lnTo>
                  <a:lnTo>
                    <a:pt x="2531375" y="2146270"/>
                  </a:lnTo>
                  <a:lnTo>
                    <a:pt x="2531469" y="2146270"/>
                  </a:lnTo>
                  <a:lnTo>
                    <a:pt x="2531564" y="2146270"/>
                  </a:lnTo>
                  <a:lnTo>
                    <a:pt x="2531658" y="2146270"/>
                  </a:lnTo>
                  <a:lnTo>
                    <a:pt x="2531752" y="2146270"/>
                  </a:lnTo>
                  <a:lnTo>
                    <a:pt x="2531846" y="2146270"/>
                  </a:lnTo>
                  <a:lnTo>
                    <a:pt x="2531940" y="2146270"/>
                  </a:lnTo>
                  <a:lnTo>
                    <a:pt x="2532034" y="2146270"/>
                  </a:lnTo>
                  <a:lnTo>
                    <a:pt x="2532128" y="2146270"/>
                  </a:lnTo>
                  <a:lnTo>
                    <a:pt x="2532223" y="2146270"/>
                  </a:lnTo>
                  <a:lnTo>
                    <a:pt x="2532317" y="2146270"/>
                  </a:lnTo>
                  <a:lnTo>
                    <a:pt x="2532411" y="2146270"/>
                  </a:lnTo>
                  <a:lnTo>
                    <a:pt x="2532505" y="2146270"/>
                  </a:lnTo>
                  <a:lnTo>
                    <a:pt x="2532599" y="2146270"/>
                  </a:lnTo>
                  <a:lnTo>
                    <a:pt x="2532693" y="2146270"/>
                  </a:lnTo>
                  <a:lnTo>
                    <a:pt x="2532788" y="2146270"/>
                  </a:lnTo>
                  <a:lnTo>
                    <a:pt x="2532882" y="2146270"/>
                  </a:lnTo>
                  <a:lnTo>
                    <a:pt x="2532976" y="2146270"/>
                  </a:lnTo>
                  <a:lnTo>
                    <a:pt x="2533070" y="2146270"/>
                  </a:lnTo>
                  <a:lnTo>
                    <a:pt x="2533164" y="2146270"/>
                  </a:lnTo>
                  <a:lnTo>
                    <a:pt x="2533258" y="2146270"/>
                  </a:lnTo>
                  <a:lnTo>
                    <a:pt x="2533352" y="2146270"/>
                  </a:lnTo>
                  <a:lnTo>
                    <a:pt x="2533447" y="2146270"/>
                  </a:lnTo>
                  <a:lnTo>
                    <a:pt x="2533541" y="2146270"/>
                  </a:lnTo>
                  <a:lnTo>
                    <a:pt x="2533635" y="2146270"/>
                  </a:lnTo>
                  <a:lnTo>
                    <a:pt x="2533729" y="2146270"/>
                  </a:lnTo>
                  <a:lnTo>
                    <a:pt x="2533823" y="2146270"/>
                  </a:lnTo>
                  <a:lnTo>
                    <a:pt x="2533917" y="2146270"/>
                  </a:lnTo>
                  <a:lnTo>
                    <a:pt x="2534012" y="2146270"/>
                  </a:lnTo>
                  <a:lnTo>
                    <a:pt x="2534106" y="2146270"/>
                  </a:lnTo>
                  <a:lnTo>
                    <a:pt x="2534200" y="2146270"/>
                  </a:lnTo>
                  <a:lnTo>
                    <a:pt x="2534294" y="2146270"/>
                  </a:lnTo>
                  <a:lnTo>
                    <a:pt x="2534388" y="2146270"/>
                  </a:lnTo>
                  <a:lnTo>
                    <a:pt x="2534482" y="2146270"/>
                  </a:lnTo>
                  <a:lnTo>
                    <a:pt x="2534576" y="2146270"/>
                  </a:lnTo>
                  <a:lnTo>
                    <a:pt x="2534671" y="2146270"/>
                  </a:lnTo>
                  <a:lnTo>
                    <a:pt x="2534765" y="2146270"/>
                  </a:lnTo>
                  <a:lnTo>
                    <a:pt x="2534859" y="2146270"/>
                  </a:lnTo>
                  <a:lnTo>
                    <a:pt x="2534953" y="2146270"/>
                  </a:lnTo>
                  <a:lnTo>
                    <a:pt x="2535047" y="2146270"/>
                  </a:lnTo>
                  <a:lnTo>
                    <a:pt x="2535141" y="2146270"/>
                  </a:lnTo>
                  <a:lnTo>
                    <a:pt x="2535235" y="2146270"/>
                  </a:lnTo>
                  <a:lnTo>
                    <a:pt x="2535330" y="2146270"/>
                  </a:lnTo>
                  <a:lnTo>
                    <a:pt x="2535424" y="2146270"/>
                  </a:lnTo>
                  <a:lnTo>
                    <a:pt x="2535518" y="2146270"/>
                  </a:lnTo>
                  <a:lnTo>
                    <a:pt x="2535612" y="2146270"/>
                  </a:lnTo>
                  <a:lnTo>
                    <a:pt x="2535706" y="2146270"/>
                  </a:lnTo>
                  <a:lnTo>
                    <a:pt x="2535800" y="2146270"/>
                  </a:lnTo>
                  <a:lnTo>
                    <a:pt x="2535895" y="2146270"/>
                  </a:lnTo>
                  <a:lnTo>
                    <a:pt x="2535989" y="2146270"/>
                  </a:lnTo>
                  <a:lnTo>
                    <a:pt x="2536083" y="2146270"/>
                  </a:lnTo>
                  <a:lnTo>
                    <a:pt x="2536177" y="2146270"/>
                  </a:lnTo>
                  <a:lnTo>
                    <a:pt x="2536271" y="2146270"/>
                  </a:lnTo>
                  <a:lnTo>
                    <a:pt x="2536365" y="2146270"/>
                  </a:lnTo>
                  <a:lnTo>
                    <a:pt x="2536459" y="2146270"/>
                  </a:lnTo>
                  <a:lnTo>
                    <a:pt x="2536554" y="2146270"/>
                  </a:lnTo>
                  <a:lnTo>
                    <a:pt x="2536648" y="2146270"/>
                  </a:lnTo>
                  <a:lnTo>
                    <a:pt x="2536742" y="2146270"/>
                  </a:lnTo>
                  <a:lnTo>
                    <a:pt x="2536742" y="2141359"/>
                  </a:lnTo>
                  <a:lnTo>
                    <a:pt x="2536836" y="2141359"/>
                  </a:lnTo>
                  <a:lnTo>
                    <a:pt x="2536930" y="2141359"/>
                  </a:lnTo>
                  <a:lnTo>
                    <a:pt x="2537024" y="2141359"/>
                  </a:lnTo>
                  <a:lnTo>
                    <a:pt x="2537119" y="2141359"/>
                  </a:lnTo>
                  <a:lnTo>
                    <a:pt x="2537213" y="2141359"/>
                  </a:lnTo>
                  <a:lnTo>
                    <a:pt x="2537307" y="2141359"/>
                  </a:lnTo>
                  <a:lnTo>
                    <a:pt x="2537401" y="2141359"/>
                  </a:lnTo>
                  <a:lnTo>
                    <a:pt x="2537495" y="2141359"/>
                  </a:lnTo>
                  <a:lnTo>
                    <a:pt x="2537589" y="2141359"/>
                  </a:lnTo>
                  <a:lnTo>
                    <a:pt x="2537683" y="2141359"/>
                  </a:lnTo>
                  <a:lnTo>
                    <a:pt x="2537778" y="2141359"/>
                  </a:lnTo>
                  <a:lnTo>
                    <a:pt x="2537872" y="2141359"/>
                  </a:lnTo>
                  <a:lnTo>
                    <a:pt x="2537966" y="2141359"/>
                  </a:lnTo>
                  <a:lnTo>
                    <a:pt x="2538060" y="2141359"/>
                  </a:lnTo>
                  <a:lnTo>
                    <a:pt x="2538154" y="2141359"/>
                  </a:lnTo>
                  <a:lnTo>
                    <a:pt x="2538248" y="2141359"/>
                  </a:lnTo>
                  <a:lnTo>
                    <a:pt x="2538343" y="2141359"/>
                  </a:lnTo>
                  <a:lnTo>
                    <a:pt x="2538437" y="2141359"/>
                  </a:lnTo>
                  <a:lnTo>
                    <a:pt x="2538531" y="2141359"/>
                  </a:lnTo>
                  <a:lnTo>
                    <a:pt x="2538625" y="2141359"/>
                  </a:lnTo>
                  <a:lnTo>
                    <a:pt x="2538719" y="2141359"/>
                  </a:lnTo>
                  <a:lnTo>
                    <a:pt x="2538813" y="2141359"/>
                  </a:lnTo>
                  <a:lnTo>
                    <a:pt x="2538907" y="2141359"/>
                  </a:lnTo>
                  <a:lnTo>
                    <a:pt x="2539002" y="2141359"/>
                  </a:lnTo>
                  <a:lnTo>
                    <a:pt x="2539096" y="2141359"/>
                  </a:lnTo>
                  <a:lnTo>
                    <a:pt x="2539190" y="2141359"/>
                  </a:lnTo>
                  <a:lnTo>
                    <a:pt x="2539284" y="2141359"/>
                  </a:lnTo>
                  <a:lnTo>
                    <a:pt x="2539378" y="2141359"/>
                  </a:lnTo>
                  <a:lnTo>
                    <a:pt x="2539472" y="2141359"/>
                  </a:lnTo>
                  <a:lnTo>
                    <a:pt x="2539566" y="2141359"/>
                  </a:lnTo>
                  <a:lnTo>
                    <a:pt x="2539661" y="2141359"/>
                  </a:lnTo>
                  <a:lnTo>
                    <a:pt x="2539755" y="2141359"/>
                  </a:lnTo>
                  <a:lnTo>
                    <a:pt x="2539849" y="2141359"/>
                  </a:lnTo>
                  <a:lnTo>
                    <a:pt x="2539943" y="2141359"/>
                  </a:lnTo>
                  <a:lnTo>
                    <a:pt x="2540037" y="2141359"/>
                  </a:lnTo>
                  <a:lnTo>
                    <a:pt x="2540131" y="2141359"/>
                  </a:lnTo>
                  <a:lnTo>
                    <a:pt x="2540226" y="2141359"/>
                  </a:lnTo>
                  <a:lnTo>
                    <a:pt x="2540320" y="2141359"/>
                  </a:lnTo>
                  <a:lnTo>
                    <a:pt x="2540414" y="2141359"/>
                  </a:lnTo>
                  <a:lnTo>
                    <a:pt x="2540508" y="2141359"/>
                  </a:lnTo>
                  <a:lnTo>
                    <a:pt x="2540602" y="2141359"/>
                  </a:lnTo>
                  <a:lnTo>
                    <a:pt x="2540696" y="2141359"/>
                  </a:lnTo>
                  <a:lnTo>
                    <a:pt x="2540790" y="2141359"/>
                  </a:lnTo>
                  <a:lnTo>
                    <a:pt x="2540885" y="2141359"/>
                  </a:lnTo>
                  <a:lnTo>
                    <a:pt x="2540979" y="2141359"/>
                  </a:lnTo>
                  <a:lnTo>
                    <a:pt x="2541073" y="2141359"/>
                  </a:lnTo>
                  <a:lnTo>
                    <a:pt x="2541167" y="2141359"/>
                  </a:lnTo>
                  <a:lnTo>
                    <a:pt x="2541261" y="2141359"/>
                  </a:lnTo>
                  <a:lnTo>
                    <a:pt x="2541355" y="2141359"/>
                  </a:lnTo>
                  <a:lnTo>
                    <a:pt x="2541450" y="2141359"/>
                  </a:lnTo>
                  <a:lnTo>
                    <a:pt x="2541544" y="2141359"/>
                  </a:lnTo>
                  <a:lnTo>
                    <a:pt x="2541638" y="2141359"/>
                  </a:lnTo>
                  <a:lnTo>
                    <a:pt x="2541732" y="2141359"/>
                  </a:lnTo>
                  <a:lnTo>
                    <a:pt x="2541826" y="2141359"/>
                  </a:lnTo>
                  <a:lnTo>
                    <a:pt x="2541920" y="2141359"/>
                  </a:lnTo>
                  <a:lnTo>
                    <a:pt x="2542014" y="2141359"/>
                  </a:lnTo>
                  <a:lnTo>
                    <a:pt x="2542109" y="2141359"/>
                  </a:lnTo>
                  <a:lnTo>
                    <a:pt x="2542203" y="2141359"/>
                  </a:lnTo>
                  <a:lnTo>
                    <a:pt x="2542297" y="2141359"/>
                  </a:lnTo>
                  <a:lnTo>
                    <a:pt x="2542391" y="2141359"/>
                  </a:lnTo>
                  <a:lnTo>
                    <a:pt x="2542485" y="2141359"/>
                  </a:lnTo>
                  <a:lnTo>
                    <a:pt x="2542579" y="2141359"/>
                  </a:lnTo>
                  <a:lnTo>
                    <a:pt x="2542674" y="2141359"/>
                  </a:lnTo>
                  <a:lnTo>
                    <a:pt x="2542768" y="2141359"/>
                  </a:lnTo>
                  <a:lnTo>
                    <a:pt x="2542862" y="2141359"/>
                  </a:lnTo>
                  <a:lnTo>
                    <a:pt x="2542956" y="2141359"/>
                  </a:lnTo>
                  <a:lnTo>
                    <a:pt x="2543050" y="2141359"/>
                  </a:lnTo>
                  <a:lnTo>
                    <a:pt x="2543144" y="2141359"/>
                  </a:lnTo>
                  <a:lnTo>
                    <a:pt x="2543238" y="2141359"/>
                  </a:lnTo>
                  <a:lnTo>
                    <a:pt x="2543333" y="2141359"/>
                  </a:lnTo>
                  <a:lnTo>
                    <a:pt x="2543427" y="2141359"/>
                  </a:lnTo>
                  <a:lnTo>
                    <a:pt x="2543521" y="2141359"/>
                  </a:lnTo>
                  <a:lnTo>
                    <a:pt x="2543615" y="2141359"/>
                  </a:lnTo>
                  <a:lnTo>
                    <a:pt x="2543709" y="2141359"/>
                  </a:lnTo>
                  <a:lnTo>
                    <a:pt x="2543803" y="2141359"/>
                  </a:lnTo>
                  <a:lnTo>
                    <a:pt x="2543897" y="2141359"/>
                  </a:lnTo>
                  <a:lnTo>
                    <a:pt x="2543992" y="2141359"/>
                  </a:lnTo>
                  <a:lnTo>
                    <a:pt x="2544086" y="2141359"/>
                  </a:lnTo>
                  <a:lnTo>
                    <a:pt x="2544180" y="2141359"/>
                  </a:lnTo>
                  <a:lnTo>
                    <a:pt x="2544274" y="2141359"/>
                  </a:lnTo>
                  <a:lnTo>
                    <a:pt x="2544368" y="2141359"/>
                  </a:lnTo>
                  <a:lnTo>
                    <a:pt x="2544462" y="2141359"/>
                  </a:lnTo>
                  <a:lnTo>
                    <a:pt x="2544557" y="2141359"/>
                  </a:lnTo>
                  <a:lnTo>
                    <a:pt x="2544651" y="2141359"/>
                  </a:lnTo>
                  <a:lnTo>
                    <a:pt x="2544745" y="2141359"/>
                  </a:lnTo>
                  <a:lnTo>
                    <a:pt x="2544839" y="2141359"/>
                  </a:lnTo>
                  <a:lnTo>
                    <a:pt x="2544933" y="2141359"/>
                  </a:lnTo>
                  <a:lnTo>
                    <a:pt x="2545027" y="2141359"/>
                  </a:lnTo>
                  <a:lnTo>
                    <a:pt x="2545121" y="2141359"/>
                  </a:lnTo>
                  <a:lnTo>
                    <a:pt x="2545216" y="2141359"/>
                  </a:lnTo>
                  <a:lnTo>
                    <a:pt x="2545310" y="2141359"/>
                  </a:lnTo>
                  <a:lnTo>
                    <a:pt x="2545404" y="2141359"/>
                  </a:lnTo>
                  <a:lnTo>
                    <a:pt x="2545498" y="2141359"/>
                  </a:lnTo>
                  <a:lnTo>
                    <a:pt x="2545592" y="2141359"/>
                  </a:lnTo>
                  <a:lnTo>
                    <a:pt x="2545686" y="2141359"/>
                  </a:lnTo>
                  <a:lnTo>
                    <a:pt x="2545781" y="2141359"/>
                  </a:lnTo>
                  <a:lnTo>
                    <a:pt x="2545875" y="2141359"/>
                  </a:lnTo>
                  <a:lnTo>
                    <a:pt x="2545969" y="2141359"/>
                  </a:lnTo>
                  <a:lnTo>
                    <a:pt x="2546063" y="2141359"/>
                  </a:lnTo>
                  <a:lnTo>
                    <a:pt x="2546157" y="2141359"/>
                  </a:lnTo>
                  <a:lnTo>
                    <a:pt x="2546251" y="2141359"/>
                  </a:lnTo>
                  <a:lnTo>
                    <a:pt x="2546345" y="2141359"/>
                  </a:lnTo>
                  <a:lnTo>
                    <a:pt x="2546440" y="2141359"/>
                  </a:lnTo>
                  <a:lnTo>
                    <a:pt x="2546534" y="2141359"/>
                  </a:lnTo>
                  <a:lnTo>
                    <a:pt x="2546628" y="2141359"/>
                  </a:lnTo>
                  <a:lnTo>
                    <a:pt x="2546722" y="2141359"/>
                  </a:lnTo>
                  <a:lnTo>
                    <a:pt x="2546816" y="2141359"/>
                  </a:lnTo>
                  <a:lnTo>
                    <a:pt x="2546910" y="2141359"/>
                  </a:lnTo>
                  <a:lnTo>
                    <a:pt x="2547005" y="2141359"/>
                  </a:lnTo>
                  <a:lnTo>
                    <a:pt x="2547099" y="2141359"/>
                  </a:lnTo>
                  <a:lnTo>
                    <a:pt x="2547193" y="2141359"/>
                  </a:lnTo>
                  <a:lnTo>
                    <a:pt x="2547287" y="2141359"/>
                  </a:lnTo>
                  <a:lnTo>
                    <a:pt x="2547381" y="2141359"/>
                  </a:lnTo>
                  <a:lnTo>
                    <a:pt x="2547475" y="2141359"/>
                  </a:lnTo>
                  <a:lnTo>
                    <a:pt x="2547569" y="2141359"/>
                  </a:lnTo>
                  <a:lnTo>
                    <a:pt x="2547664" y="2141359"/>
                  </a:lnTo>
                  <a:lnTo>
                    <a:pt x="2547664" y="2136448"/>
                  </a:lnTo>
                  <a:lnTo>
                    <a:pt x="2547758" y="2136448"/>
                  </a:lnTo>
                  <a:lnTo>
                    <a:pt x="2547852" y="2136448"/>
                  </a:lnTo>
                  <a:lnTo>
                    <a:pt x="2547946" y="2136448"/>
                  </a:lnTo>
                  <a:lnTo>
                    <a:pt x="2548040" y="2136448"/>
                  </a:lnTo>
                  <a:lnTo>
                    <a:pt x="2548134" y="2136448"/>
                  </a:lnTo>
                  <a:lnTo>
                    <a:pt x="2548228" y="2136448"/>
                  </a:lnTo>
                  <a:lnTo>
                    <a:pt x="2548228" y="2131536"/>
                  </a:lnTo>
                  <a:lnTo>
                    <a:pt x="2548323" y="2131536"/>
                  </a:lnTo>
                  <a:lnTo>
                    <a:pt x="2548417" y="2131536"/>
                  </a:lnTo>
                  <a:lnTo>
                    <a:pt x="2548511" y="2131536"/>
                  </a:lnTo>
                  <a:lnTo>
                    <a:pt x="2548605" y="2131536"/>
                  </a:lnTo>
                  <a:lnTo>
                    <a:pt x="2548699" y="2131536"/>
                  </a:lnTo>
                  <a:lnTo>
                    <a:pt x="2548793" y="2131536"/>
                  </a:lnTo>
                  <a:lnTo>
                    <a:pt x="2548888" y="2131536"/>
                  </a:lnTo>
                  <a:lnTo>
                    <a:pt x="2548982" y="2131536"/>
                  </a:lnTo>
                  <a:lnTo>
                    <a:pt x="2549076" y="2131536"/>
                  </a:lnTo>
                  <a:lnTo>
                    <a:pt x="2549170" y="2131536"/>
                  </a:lnTo>
                  <a:lnTo>
                    <a:pt x="2549264" y="2131536"/>
                  </a:lnTo>
                  <a:lnTo>
                    <a:pt x="2549358" y="2131536"/>
                  </a:lnTo>
                  <a:lnTo>
                    <a:pt x="2549452" y="2131536"/>
                  </a:lnTo>
                  <a:lnTo>
                    <a:pt x="2549547" y="2131536"/>
                  </a:lnTo>
                  <a:lnTo>
                    <a:pt x="2549641" y="2131536"/>
                  </a:lnTo>
                  <a:lnTo>
                    <a:pt x="2549735" y="2131536"/>
                  </a:lnTo>
                  <a:lnTo>
                    <a:pt x="2549829" y="2131536"/>
                  </a:lnTo>
                  <a:lnTo>
                    <a:pt x="2549923" y="2131536"/>
                  </a:lnTo>
                  <a:lnTo>
                    <a:pt x="2550017" y="2131536"/>
                  </a:lnTo>
                  <a:lnTo>
                    <a:pt x="2550112" y="2131536"/>
                  </a:lnTo>
                  <a:lnTo>
                    <a:pt x="2550206" y="2131536"/>
                  </a:lnTo>
                  <a:lnTo>
                    <a:pt x="2550300" y="2131536"/>
                  </a:lnTo>
                  <a:lnTo>
                    <a:pt x="2550394" y="2131536"/>
                  </a:lnTo>
                  <a:lnTo>
                    <a:pt x="2550488" y="2131536"/>
                  </a:lnTo>
                  <a:lnTo>
                    <a:pt x="2550582" y="2131536"/>
                  </a:lnTo>
                  <a:lnTo>
                    <a:pt x="2550676" y="2131536"/>
                  </a:lnTo>
                  <a:lnTo>
                    <a:pt x="2550676" y="2126625"/>
                  </a:lnTo>
                  <a:lnTo>
                    <a:pt x="2550771" y="2126625"/>
                  </a:lnTo>
                  <a:lnTo>
                    <a:pt x="2550865" y="2126625"/>
                  </a:lnTo>
                  <a:lnTo>
                    <a:pt x="2550959" y="2126625"/>
                  </a:lnTo>
                  <a:lnTo>
                    <a:pt x="2551053" y="2126625"/>
                  </a:lnTo>
                  <a:lnTo>
                    <a:pt x="2551147" y="2126625"/>
                  </a:lnTo>
                  <a:lnTo>
                    <a:pt x="2551241" y="2126625"/>
                  </a:lnTo>
                  <a:lnTo>
                    <a:pt x="2551336" y="2126625"/>
                  </a:lnTo>
                  <a:lnTo>
                    <a:pt x="2551430" y="2126625"/>
                  </a:lnTo>
                  <a:lnTo>
                    <a:pt x="2551524" y="2126625"/>
                  </a:lnTo>
                  <a:lnTo>
                    <a:pt x="2551618" y="2126625"/>
                  </a:lnTo>
                  <a:lnTo>
                    <a:pt x="2551712" y="2126625"/>
                  </a:lnTo>
                  <a:lnTo>
                    <a:pt x="2551806" y="2126625"/>
                  </a:lnTo>
                  <a:lnTo>
                    <a:pt x="2551900" y="2126625"/>
                  </a:lnTo>
                  <a:lnTo>
                    <a:pt x="2551995" y="2126625"/>
                  </a:lnTo>
                  <a:lnTo>
                    <a:pt x="2552089" y="2126625"/>
                  </a:lnTo>
                  <a:lnTo>
                    <a:pt x="2552183" y="2126625"/>
                  </a:lnTo>
                  <a:lnTo>
                    <a:pt x="2552277" y="2126625"/>
                  </a:lnTo>
                  <a:lnTo>
                    <a:pt x="2552371" y="2126625"/>
                  </a:lnTo>
                  <a:lnTo>
                    <a:pt x="2552465" y="2126625"/>
                  </a:lnTo>
                  <a:lnTo>
                    <a:pt x="2552559" y="2126625"/>
                  </a:lnTo>
                  <a:lnTo>
                    <a:pt x="2552654" y="2126625"/>
                  </a:lnTo>
                  <a:lnTo>
                    <a:pt x="2552748" y="2126625"/>
                  </a:lnTo>
                  <a:lnTo>
                    <a:pt x="2552842" y="2126625"/>
                  </a:lnTo>
                  <a:lnTo>
                    <a:pt x="2552936" y="2126625"/>
                  </a:lnTo>
                  <a:lnTo>
                    <a:pt x="2553030" y="2126625"/>
                  </a:lnTo>
                  <a:lnTo>
                    <a:pt x="2553124" y="2126625"/>
                  </a:lnTo>
                  <a:lnTo>
                    <a:pt x="2553219" y="2126625"/>
                  </a:lnTo>
                  <a:lnTo>
                    <a:pt x="2553313" y="2126625"/>
                  </a:lnTo>
                  <a:lnTo>
                    <a:pt x="2553407" y="2126625"/>
                  </a:lnTo>
                  <a:lnTo>
                    <a:pt x="2553501" y="2126625"/>
                  </a:lnTo>
                  <a:lnTo>
                    <a:pt x="2553595" y="2126625"/>
                  </a:lnTo>
                  <a:lnTo>
                    <a:pt x="2553689" y="2126625"/>
                  </a:lnTo>
                  <a:lnTo>
                    <a:pt x="2553783" y="2126625"/>
                  </a:lnTo>
                  <a:lnTo>
                    <a:pt x="2553878" y="2126625"/>
                  </a:lnTo>
                  <a:lnTo>
                    <a:pt x="2553972" y="2126625"/>
                  </a:lnTo>
                  <a:lnTo>
                    <a:pt x="2554066" y="2126625"/>
                  </a:lnTo>
                  <a:lnTo>
                    <a:pt x="2554160" y="2126625"/>
                  </a:lnTo>
                  <a:lnTo>
                    <a:pt x="2554254" y="2126625"/>
                  </a:lnTo>
                  <a:lnTo>
                    <a:pt x="2554348" y="2126625"/>
                  </a:lnTo>
                  <a:lnTo>
                    <a:pt x="2554443" y="2126625"/>
                  </a:lnTo>
                  <a:lnTo>
                    <a:pt x="2554537" y="2126625"/>
                  </a:lnTo>
                  <a:lnTo>
                    <a:pt x="2554631" y="2126625"/>
                  </a:lnTo>
                  <a:lnTo>
                    <a:pt x="2554725" y="2126625"/>
                  </a:lnTo>
                  <a:lnTo>
                    <a:pt x="2554819" y="2126625"/>
                  </a:lnTo>
                  <a:lnTo>
                    <a:pt x="2554913" y="2126625"/>
                  </a:lnTo>
                  <a:lnTo>
                    <a:pt x="2555007" y="2126625"/>
                  </a:lnTo>
                  <a:lnTo>
                    <a:pt x="2555102" y="2126625"/>
                  </a:lnTo>
                  <a:lnTo>
                    <a:pt x="2555196" y="2126625"/>
                  </a:lnTo>
                  <a:lnTo>
                    <a:pt x="2555290" y="2126625"/>
                  </a:lnTo>
                  <a:lnTo>
                    <a:pt x="2555384" y="2126625"/>
                  </a:lnTo>
                  <a:lnTo>
                    <a:pt x="2555478" y="2126625"/>
                  </a:lnTo>
                  <a:lnTo>
                    <a:pt x="2555572" y="2126625"/>
                  </a:lnTo>
                  <a:lnTo>
                    <a:pt x="2555667" y="2126625"/>
                  </a:lnTo>
                  <a:lnTo>
                    <a:pt x="2555761" y="2126625"/>
                  </a:lnTo>
                  <a:lnTo>
                    <a:pt x="2555855" y="2126625"/>
                  </a:lnTo>
                  <a:lnTo>
                    <a:pt x="2555949" y="2126625"/>
                  </a:lnTo>
                  <a:lnTo>
                    <a:pt x="2556043" y="2126625"/>
                  </a:lnTo>
                  <a:lnTo>
                    <a:pt x="2556137" y="2126625"/>
                  </a:lnTo>
                  <a:lnTo>
                    <a:pt x="2556231" y="2126625"/>
                  </a:lnTo>
                  <a:lnTo>
                    <a:pt x="2556231" y="2121713"/>
                  </a:lnTo>
                  <a:lnTo>
                    <a:pt x="2556326" y="2121713"/>
                  </a:lnTo>
                  <a:lnTo>
                    <a:pt x="2556420" y="2121713"/>
                  </a:lnTo>
                  <a:lnTo>
                    <a:pt x="2556514" y="2121713"/>
                  </a:lnTo>
                  <a:lnTo>
                    <a:pt x="2556608" y="2121713"/>
                  </a:lnTo>
                  <a:lnTo>
                    <a:pt x="2556702" y="2121713"/>
                  </a:lnTo>
                  <a:lnTo>
                    <a:pt x="2556796" y="2121713"/>
                  </a:lnTo>
                  <a:lnTo>
                    <a:pt x="2556890" y="2121713"/>
                  </a:lnTo>
                  <a:lnTo>
                    <a:pt x="2556985" y="2121713"/>
                  </a:lnTo>
                  <a:lnTo>
                    <a:pt x="2557079" y="2121713"/>
                  </a:lnTo>
                  <a:lnTo>
                    <a:pt x="2557173" y="2121713"/>
                  </a:lnTo>
                  <a:lnTo>
                    <a:pt x="2557267" y="2121713"/>
                  </a:lnTo>
                  <a:lnTo>
                    <a:pt x="2557361" y="2121713"/>
                  </a:lnTo>
                  <a:lnTo>
                    <a:pt x="2557455" y="2121713"/>
                  </a:lnTo>
                  <a:lnTo>
                    <a:pt x="2557550" y="2121713"/>
                  </a:lnTo>
                  <a:lnTo>
                    <a:pt x="2557644" y="2121713"/>
                  </a:lnTo>
                  <a:lnTo>
                    <a:pt x="2557738" y="2121713"/>
                  </a:lnTo>
                  <a:lnTo>
                    <a:pt x="2557832" y="2121713"/>
                  </a:lnTo>
                  <a:lnTo>
                    <a:pt x="2557926" y="2121713"/>
                  </a:lnTo>
                  <a:lnTo>
                    <a:pt x="2558020" y="2121713"/>
                  </a:lnTo>
                  <a:lnTo>
                    <a:pt x="2558114" y="2121713"/>
                  </a:lnTo>
                  <a:lnTo>
                    <a:pt x="2558209" y="2121713"/>
                  </a:lnTo>
                  <a:lnTo>
                    <a:pt x="2558303" y="2121713"/>
                  </a:lnTo>
                  <a:lnTo>
                    <a:pt x="2558397" y="2121713"/>
                  </a:lnTo>
                  <a:lnTo>
                    <a:pt x="2558491" y="2121713"/>
                  </a:lnTo>
                  <a:lnTo>
                    <a:pt x="2558585" y="2121713"/>
                  </a:lnTo>
                  <a:lnTo>
                    <a:pt x="2558679" y="2121713"/>
                  </a:lnTo>
                  <a:lnTo>
                    <a:pt x="2558774" y="2121713"/>
                  </a:lnTo>
                  <a:lnTo>
                    <a:pt x="2558868" y="2121713"/>
                  </a:lnTo>
                  <a:lnTo>
                    <a:pt x="2558962" y="2121713"/>
                  </a:lnTo>
                  <a:lnTo>
                    <a:pt x="2559056" y="2121713"/>
                  </a:lnTo>
                  <a:lnTo>
                    <a:pt x="2559150" y="2121713"/>
                  </a:lnTo>
                  <a:lnTo>
                    <a:pt x="2559244" y="2121713"/>
                  </a:lnTo>
                  <a:lnTo>
                    <a:pt x="2559338" y="2121713"/>
                  </a:lnTo>
                  <a:lnTo>
                    <a:pt x="2559433" y="2121713"/>
                  </a:lnTo>
                  <a:lnTo>
                    <a:pt x="2559527" y="2121713"/>
                  </a:lnTo>
                  <a:lnTo>
                    <a:pt x="2559621" y="2121713"/>
                  </a:lnTo>
                  <a:lnTo>
                    <a:pt x="2559715" y="2121713"/>
                  </a:lnTo>
                  <a:lnTo>
                    <a:pt x="2559809" y="2121713"/>
                  </a:lnTo>
                  <a:lnTo>
                    <a:pt x="2559903" y="2121713"/>
                  </a:lnTo>
                  <a:lnTo>
                    <a:pt x="2559998" y="2121713"/>
                  </a:lnTo>
                  <a:lnTo>
                    <a:pt x="2560092" y="2121713"/>
                  </a:lnTo>
                  <a:lnTo>
                    <a:pt x="2560186" y="2121713"/>
                  </a:lnTo>
                  <a:lnTo>
                    <a:pt x="2560280" y="2121713"/>
                  </a:lnTo>
                  <a:lnTo>
                    <a:pt x="2560374" y="2121713"/>
                  </a:lnTo>
                  <a:lnTo>
                    <a:pt x="2560468" y="2121713"/>
                  </a:lnTo>
                  <a:lnTo>
                    <a:pt x="2560562" y="2121713"/>
                  </a:lnTo>
                  <a:lnTo>
                    <a:pt x="2560657" y="2121713"/>
                  </a:lnTo>
                  <a:lnTo>
                    <a:pt x="2560751" y="2121713"/>
                  </a:lnTo>
                  <a:lnTo>
                    <a:pt x="2560845" y="2121713"/>
                  </a:lnTo>
                  <a:lnTo>
                    <a:pt x="2560845" y="2116802"/>
                  </a:lnTo>
                  <a:lnTo>
                    <a:pt x="2560939" y="2116802"/>
                  </a:lnTo>
                  <a:lnTo>
                    <a:pt x="2561033" y="2116802"/>
                  </a:lnTo>
                  <a:lnTo>
                    <a:pt x="2561127" y="2116802"/>
                  </a:lnTo>
                  <a:lnTo>
                    <a:pt x="2561221" y="2116802"/>
                  </a:lnTo>
                  <a:lnTo>
                    <a:pt x="2561316" y="2116802"/>
                  </a:lnTo>
                  <a:lnTo>
                    <a:pt x="2561410" y="2116802"/>
                  </a:lnTo>
                  <a:lnTo>
                    <a:pt x="2561504" y="2116802"/>
                  </a:lnTo>
                  <a:lnTo>
                    <a:pt x="2561598" y="2116802"/>
                  </a:lnTo>
                  <a:lnTo>
                    <a:pt x="2561692" y="2116802"/>
                  </a:lnTo>
                  <a:lnTo>
                    <a:pt x="2561786" y="2116802"/>
                  </a:lnTo>
                  <a:lnTo>
                    <a:pt x="2561881" y="2116802"/>
                  </a:lnTo>
                  <a:lnTo>
                    <a:pt x="2561975" y="2116802"/>
                  </a:lnTo>
                  <a:lnTo>
                    <a:pt x="2562069" y="2116802"/>
                  </a:lnTo>
                  <a:lnTo>
                    <a:pt x="2562163" y="2116802"/>
                  </a:lnTo>
                  <a:lnTo>
                    <a:pt x="2562257" y="2116802"/>
                  </a:lnTo>
                  <a:lnTo>
                    <a:pt x="2562351" y="2116802"/>
                  </a:lnTo>
                  <a:lnTo>
                    <a:pt x="2562445" y="2116802"/>
                  </a:lnTo>
                  <a:lnTo>
                    <a:pt x="2562540" y="2116802"/>
                  </a:lnTo>
                  <a:lnTo>
                    <a:pt x="2562634" y="2116802"/>
                  </a:lnTo>
                  <a:lnTo>
                    <a:pt x="2562728" y="2116802"/>
                  </a:lnTo>
                  <a:lnTo>
                    <a:pt x="2562822" y="2116802"/>
                  </a:lnTo>
                  <a:lnTo>
                    <a:pt x="2562916" y="2116802"/>
                  </a:lnTo>
                  <a:lnTo>
                    <a:pt x="2563010" y="2116802"/>
                  </a:lnTo>
                  <a:lnTo>
                    <a:pt x="2563105" y="2116802"/>
                  </a:lnTo>
                  <a:lnTo>
                    <a:pt x="2563199" y="2116802"/>
                  </a:lnTo>
                  <a:lnTo>
                    <a:pt x="2563293" y="2116802"/>
                  </a:lnTo>
                  <a:lnTo>
                    <a:pt x="2563387" y="2116802"/>
                  </a:lnTo>
                  <a:lnTo>
                    <a:pt x="2563481" y="2116802"/>
                  </a:lnTo>
                  <a:lnTo>
                    <a:pt x="2563575" y="2116802"/>
                  </a:lnTo>
                  <a:lnTo>
                    <a:pt x="2563669" y="2116802"/>
                  </a:lnTo>
                  <a:lnTo>
                    <a:pt x="2563764" y="2116802"/>
                  </a:lnTo>
                  <a:lnTo>
                    <a:pt x="2563858" y="2116802"/>
                  </a:lnTo>
                  <a:lnTo>
                    <a:pt x="2563952" y="2116802"/>
                  </a:lnTo>
                  <a:lnTo>
                    <a:pt x="2564046" y="2116802"/>
                  </a:lnTo>
                  <a:lnTo>
                    <a:pt x="2564140" y="2116802"/>
                  </a:lnTo>
                  <a:lnTo>
                    <a:pt x="2564234" y="2116802"/>
                  </a:lnTo>
                  <a:lnTo>
                    <a:pt x="2564329" y="2116802"/>
                  </a:lnTo>
                  <a:lnTo>
                    <a:pt x="2564423" y="2116802"/>
                  </a:lnTo>
                  <a:lnTo>
                    <a:pt x="2564517" y="2116802"/>
                  </a:lnTo>
                  <a:lnTo>
                    <a:pt x="2564611" y="2116802"/>
                  </a:lnTo>
                  <a:lnTo>
                    <a:pt x="2564705" y="2116802"/>
                  </a:lnTo>
                  <a:lnTo>
                    <a:pt x="2564799" y="2116802"/>
                  </a:lnTo>
                  <a:lnTo>
                    <a:pt x="2564893" y="2116802"/>
                  </a:lnTo>
                  <a:lnTo>
                    <a:pt x="2564988" y="2116802"/>
                  </a:lnTo>
                  <a:lnTo>
                    <a:pt x="2565082" y="2116802"/>
                  </a:lnTo>
                  <a:lnTo>
                    <a:pt x="2565176" y="2116802"/>
                  </a:lnTo>
                  <a:lnTo>
                    <a:pt x="2565270" y="2116802"/>
                  </a:lnTo>
                  <a:lnTo>
                    <a:pt x="2565364" y="2116802"/>
                  </a:lnTo>
                  <a:lnTo>
                    <a:pt x="2565458" y="2116802"/>
                  </a:lnTo>
                  <a:lnTo>
                    <a:pt x="2565552" y="2116802"/>
                  </a:lnTo>
                  <a:lnTo>
                    <a:pt x="2565647" y="2116802"/>
                  </a:lnTo>
                  <a:lnTo>
                    <a:pt x="2565741" y="2116802"/>
                  </a:lnTo>
                  <a:lnTo>
                    <a:pt x="2565835" y="2116802"/>
                  </a:lnTo>
                  <a:lnTo>
                    <a:pt x="2565929" y="2116802"/>
                  </a:lnTo>
                  <a:lnTo>
                    <a:pt x="2566023" y="2116802"/>
                  </a:lnTo>
                  <a:lnTo>
                    <a:pt x="2566117" y="2116802"/>
                  </a:lnTo>
                  <a:lnTo>
                    <a:pt x="2566212" y="2116802"/>
                  </a:lnTo>
                  <a:lnTo>
                    <a:pt x="2566306" y="2116802"/>
                  </a:lnTo>
                  <a:lnTo>
                    <a:pt x="2566400" y="2116802"/>
                  </a:lnTo>
                  <a:lnTo>
                    <a:pt x="2566494" y="2116802"/>
                  </a:lnTo>
                  <a:lnTo>
                    <a:pt x="2566588" y="2116802"/>
                  </a:lnTo>
                  <a:lnTo>
                    <a:pt x="2566682" y="2116802"/>
                  </a:lnTo>
                  <a:lnTo>
                    <a:pt x="2566776" y="2116802"/>
                  </a:lnTo>
                  <a:lnTo>
                    <a:pt x="2566871" y="2116802"/>
                  </a:lnTo>
                  <a:lnTo>
                    <a:pt x="2566965" y="2116802"/>
                  </a:lnTo>
                  <a:lnTo>
                    <a:pt x="2567059" y="2116802"/>
                  </a:lnTo>
                  <a:lnTo>
                    <a:pt x="2567059" y="2111891"/>
                  </a:lnTo>
                  <a:lnTo>
                    <a:pt x="2567153" y="2111891"/>
                  </a:lnTo>
                  <a:lnTo>
                    <a:pt x="2567247" y="2111891"/>
                  </a:lnTo>
                  <a:lnTo>
                    <a:pt x="2567341" y="2111891"/>
                  </a:lnTo>
                  <a:lnTo>
                    <a:pt x="2567436" y="2111891"/>
                  </a:lnTo>
                  <a:lnTo>
                    <a:pt x="2567530" y="2111891"/>
                  </a:lnTo>
                  <a:lnTo>
                    <a:pt x="2567624" y="2111891"/>
                  </a:lnTo>
                  <a:lnTo>
                    <a:pt x="2567718" y="2111891"/>
                  </a:lnTo>
                  <a:lnTo>
                    <a:pt x="2567812" y="2111891"/>
                  </a:lnTo>
                  <a:lnTo>
                    <a:pt x="2567906" y="2111891"/>
                  </a:lnTo>
                  <a:lnTo>
                    <a:pt x="2568000" y="2111891"/>
                  </a:lnTo>
                  <a:lnTo>
                    <a:pt x="2568095" y="2111891"/>
                  </a:lnTo>
                  <a:lnTo>
                    <a:pt x="2568189" y="2111891"/>
                  </a:lnTo>
                  <a:lnTo>
                    <a:pt x="2568283" y="2111891"/>
                  </a:lnTo>
                  <a:lnTo>
                    <a:pt x="2568283" y="2106979"/>
                  </a:lnTo>
                  <a:lnTo>
                    <a:pt x="2568377" y="2106979"/>
                  </a:lnTo>
                  <a:lnTo>
                    <a:pt x="2568471" y="2106979"/>
                  </a:lnTo>
                  <a:lnTo>
                    <a:pt x="2568565" y="2106979"/>
                  </a:lnTo>
                  <a:lnTo>
                    <a:pt x="2568660" y="2106979"/>
                  </a:lnTo>
                  <a:lnTo>
                    <a:pt x="2568754" y="2106979"/>
                  </a:lnTo>
                  <a:lnTo>
                    <a:pt x="2568848" y="2106979"/>
                  </a:lnTo>
                  <a:lnTo>
                    <a:pt x="2568942" y="2106979"/>
                  </a:lnTo>
                  <a:lnTo>
                    <a:pt x="2569036" y="2106979"/>
                  </a:lnTo>
                  <a:lnTo>
                    <a:pt x="2569130" y="2106979"/>
                  </a:lnTo>
                  <a:lnTo>
                    <a:pt x="2569224" y="2106979"/>
                  </a:lnTo>
                  <a:lnTo>
                    <a:pt x="2569319" y="2106979"/>
                  </a:lnTo>
                  <a:lnTo>
                    <a:pt x="2569413" y="2106979"/>
                  </a:lnTo>
                  <a:lnTo>
                    <a:pt x="2569507" y="2106979"/>
                  </a:lnTo>
                  <a:lnTo>
                    <a:pt x="2569601" y="2106979"/>
                  </a:lnTo>
                  <a:lnTo>
                    <a:pt x="2569695" y="2106979"/>
                  </a:lnTo>
                  <a:lnTo>
                    <a:pt x="2569789" y="2106979"/>
                  </a:lnTo>
                  <a:lnTo>
                    <a:pt x="2569884" y="2106979"/>
                  </a:lnTo>
                  <a:lnTo>
                    <a:pt x="2569978" y="2106979"/>
                  </a:lnTo>
                  <a:lnTo>
                    <a:pt x="2570072" y="2106979"/>
                  </a:lnTo>
                  <a:lnTo>
                    <a:pt x="2570166" y="2106979"/>
                  </a:lnTo>
                  <a:lnTo>
                    <a:pt x="2570260" y="2106979"/>
                  </a:lnTo>
                  <a:lnTo>
                    <a:pt x="2570354" y="2106979"/>
                  </a:lnTo>
                  <a:lnTo>
                    <a:pt x="2570448" y="2106979"/>
                  </a:lnTo>
                  <a:lnTo>
                    <a:pt x="2570543" y="2106979"/>
                  </a:lnTo>
                  <a:lnTo>
                    <a:pt x="2570637" y="2106979"/>
                  </a:lnTo>
                  <a:lnTo>
                    <a:pt x="2570731" y="2106979"/>
                  </a:lnTo>
                  <a:lnTo>
                    <a:pt x="2570825" y="2106979"/>
                  </a:lnTo>
                  <a:lnTo>
                    <a:pt x="2570919" y="2106979"/>
                  </a:lnTo>
                  <a:lnTo>
                    <a:pt x="2571013" y="2106979"/>
                  </a:lnTo>
                  <a:lnTo>
                    <a:pt x="2571107" y="2106979"/>
                  </a:lnTo>
                  <a:lnTo>
                    <a:pt x="2571202" y="2106979"/>
                  </a:lnTo>
                  <a:lnTo>
                    <a:pt x="2571296" y="2106979"/>
                  </a:lnTo>
                  <a:lnTo>
                    <a:pt x="2571390" y="2106979"/>
                  </a:lnTo>
                  <a:lnTo>
                    <a:pt x="2571484" y="2106979"/>
                  </a:lnTo>
                  <a:lnTo>
                    <a:pt x="2571578" y="2106979"/>
                  </a:lnTo>
                  <a:lnTo>
                    <a:pt x="2571672" y="2106979"/>
                  </a:lnTo>
                  <a:lnTo>
                    <a:pt x="2571767" y="2106979"/>
                  </a:lnTo>
                  <a:lnTo>
                    <a:pt x="2571861" y="2106979"/>
                  </a:lnTo>
                  <a:lnTo>
                    <a:pt x="2571955" y="2106979"/>
                  </a:lnTo>
                  <a:lnTo>
                    <a:pt x="2572049" y="2106979"/>
                  </a:lnTo>
                  <a:lnTo>
                    <a:pt x="2572143" y="2106979"/>
                  </a:lnTo>
                  <a:lnTo>
                    <a:pt x="2572237" y="2106979"/>
                  </a:lnTo>
                  <a:lnTo>
                    <a:pt x="2572331" y="2106979"/>
                  </a:lnTo>
                  <a:lnTo>
                    <a:pt x="2572426" y="2106979"/>
                  </a:lnTo>
                  <a:lnTo>
                    <a:pt x="2572520" y="2106979"/>
                  </a:lnTo>
                  <a:lnTo>
                    <a:pt x="2572614" y="2106979"/>
                  </a:lnTo>
                  <a:lnTo>
                    <a:pt x="2572708" y="2106979"/>
                  </a:lnTo>
                  <a:lnTo>
                    <a:pt x="2572802" y="2106979"/>
                  </a:lnTo>
                  <a:lnTo>
                    <a:pt x="2572896" y="2106979"/>
                  </a:lnTo>
                  <a:lnTo>
                    <a:pt x="2572991" y="2106979"/>
                  </a:lnTo>
                  <a:lnTo>
                    <a:pt x="2573085" y="2106979"/>
                  </a:lnTo>
                  <a:lnTo>
                    <a:pt x="2573179" y="2106979"/>
                  </a:lnTo>
                  <a:lnTo>
                    <a:pt x="2573273" y="2106979"/>
                  </a:lnTo>
                  <a:lnTo>
                    <a:pt x="2573367" y="2106979"/>
                  </a:lnTo>
                  <a:lnTo>
                    <a:pt x="2573461" y="2106979"/>
                  </a:lnTo>
                  <a:lnTo>
                    <a:pt x="2573555" y="2106979"/>
                  </a:lnTo>
                  <a:lnTo>
                    <a:pt x="2573650" y="2106979"/>
                  </a:lnTo>
                  <a:lnTo>
                    <a:pt x="2573744" y="2106979"/>
                  </a:lnTo>
                  <a:lnTo>
                    <a:pt x="2573838" y="2106979"/>
                  </a:lnTo>
                  <a:lnTo>
                    <a:pt x="2573932" y="2106979"/>
                  </a:lnTo>
                  <a:lnTo>
                    <a:pt x="2574026" y="2106979"/>
                  </a:lnTo>
                  <a:lnTo>
                    <a:pt x="2574120" y="2106979"/>
                  </a:lnTo>
                  <a:lnTo>
                    <a:pt x="2574215" y="2106979"/>
                  </a:lnTo>
                  <a:lnTo>
                    <a:pt x="2574309" y="2106979"/>
                  </a:lnTo>
                  <a:lnTo>
                    <a:pt x="2574403" y="2106979"/>
                  </a:lnTo>
                  <a:lnTo>
                    <a:pt x="2574403" y="2102068"/>
                  </a:lnTo>
                  <a:lnTo>
                    <a:pt x="2574497" y="2102068"/>
                  </a:lnTo>
                  <a:lnTo>
                    <a:pt x="2574591" y="2102068"/>
                  </a:lnTo>
                  <a:lnTo>
                    <a:pt x="2574685" y="2102068"/>
                  </a:lnTo>
                  <a:lnTo>
                    <a:pt x="2574779" y="2102068"/>
                  </a:lnTo>
                  <a:lnTo>
                    <a:pt x="2574874" y="2102068"/>
                  </a:lnTo>
                  <a:lnTo>
                    <a:pt x="2574968" y="2102068"/>
                  </a:lnTo>
                  <a:lnTo>
                    <a:pt x="2575062" y="2102068"/>
                  </a:lnTo>
                  <a:lnTo>
                    <a:pt x="2575156" y="2102068"/>
                  </a:lnTo>
                  <a:lnTo>
                    <a:pt x="2575250" y="2102068"/>
                  </a:lnTo>
                  <a:lnTo>
                    <a:pt x="2575344" y="2102068"/>
                  </a:lnTo>
                  <a:lnTo>
                    <a:pt x="2575438" y="2102068"/>
                  </a:lnTo>
                  <a:lnTo>
                    <a:pt x="2575533" y="2102068"/>
                  </a:lnTo>
                  <a:lnTo>
                    <a:pt x="2575627" y="2102068"/>
                  </a:lnTo>
                  <a:lnTo>
                    <a:pt x="2575721" y="2102068"/>
                  </a:lnTo>
                  <a:lnTo>
                    <a:pt x="2575815" y="2102068"/>
                  </a:lnTo>
                  <a:lnTo>
                    <a:pt x="2575909" y="2102068"/>
                  </a:lnTo>
                  <a:lnTo>
                    <a:pt x="2576003" y="2102068"/>
                  </a:lnTo>
                  <a:lnTo>
                    <a:pt x="2576098" y="2102068"/>
                  </a:lnTo>
                  <a:lnTo>
                    <a:pt x="2576192" y="2102068"/>
                  </a:lnTo>
                  <a:lnTo>
                    <a:pt x="2576286" y="2102068"/>
                  </a:lnTo>
                  <a:lnTo>
                    <a:pt x="2576380" y="2102068"/>
                  </a:lnTo>
                  <a:lnTo>
                    <a:pt x="2576474" y="2102068"/>
                  </a:lnTo>
                  <a:lnTo>
                    <a:pt x="2576568" y="2102068"/>
                  </a:lnTo>
                  <a:lnTo>
                    <a:pt x="2576662" y="2102068"/>
                  </a:lnTo>
                  <a:lnTo>
                    <a:pt x="2576757" y="2102068"/>
                  </a:lnTo>
                  <a:lnTo>
                    <a:pt x="2576851" y="2102068"/>
                  </a:lnTo>
                  <a:lnTo>
                    <a:pt x="2576945" y="2102068"/>
                  </a:lnTo>
                  <a:lnTo>
                    <a:pt x="2577039" y="2102068"/>
                  </a:lnTo>
                  <a:lnTo>
                    <a:pt x="2577133" y="2102068"/>
                  </a:lnTo>
                  <a:lnTo>
                    <a:pt x="2577227" y="2102068"/>
                  </a:lnTo>
                  <a:lnTo>
                    <a:pt x="2577322" y="2102068"/>
                  </a:lnTo>
                  <a:lnTo>
                    <a:pt x="2577416" y="2102068"/>
                  </a:lnTo>
                  <a:lnTo>
                    <a:pt x="2577510" y="2102068"/>
                  </a:lnTo>
                  <a:lnTo>
                    <a:pt x="2577604" y="2102068"/>
                  </a:lnTo>
                  <a:lnTo>
                    <a:pt x="2577698" y="2102068"/>
                  </a:lnTo>
                  <a:lnTo>
                    <a:pt x="2577792" y="2102068"/>
                  </a:lnTo>
                  <a:lnTo>
                    <a:pt x="2577886" y="2102068"/>
                  </a:lnTo>
                  <a:lnTo>
                    <a:pt x="2577981" y="2102068"/>
                  </a:lnTo>
                  <a:lnTo>
                    <a:pt x="2578075" y="2102068"/>
                  </a:lnTo>
                  <a:lnTo>
                    <a:pt x="2578169" y="2102068"/>
                  </a:lnTo>
                  <a:lnTo>
                    <a:pt x="2578263" y="2102068"/>
                  </a:lnTo>
                  <a:lnTo>
                    <a:pt x="2578357" y="2102068"/>
                  </a:lnTo>
                  <a:lnTo>
                    <a:pt x="2578451" y="2102068"/>
                  </a:lnTo>
                  <a:lnTo>
                    <a:pt x="2578546" y="2102068"/>
                  </a:lnTo>
                  <a:lnTo>
                    <a:pt x="2578640" y="2102068"/>
                  </a:lnTo>
                  <a:lnTo>
                    <a:pt x="2578734" y="2102068"/>
                  </a:lnTo>
                  <a:lnTo>
                    <a:pt x="2578828" y="2102068"/>
                  </a:lnTo>
                  <a:lnTo>
                    <a:pt x="2578922" y="2102068"/>
                  </a:lnTo>
                  <a:lnTo>
                    <a:pt x="2579016" y="2102068"/>
                  </a:lnTo>
                  <a:lnTo>
                    <a:pt x="2579110" y="2102068"/>
                  </a:lnTo>
                  <a:lnTo>
                    <a:pt x="2579205" y="2102068"/>
                  </a:lnTo>
                  <a:lnTo>
                    <a:pt x="2579299" y="2102068"/>
                  </a:lnTo>
                  <a:lnTo>
                    <a:pt x="2579393" y="2102068"/>
                  </a:lnTo>
                  <a:lnTo>
                    <a:pt x="2579487" y="2102068"/>
                  </a:lnTo>
                  <a:lnTo>
                    <a:pt x="2579581" y="2102068"/>
                  </a:lnTo>
                  <a:lnTo>
                    <a:pt x="2579675" y="2102068"/>
                  </a:lnTo>
                  <a:lnTo>
                    <a:pt x="2579769" y="2102068"/>
                  </a:lnTo>
                  <a:lnTo>
                    <a:pt x="2579864" y="2102068"/>
                  </a:lnTo>
                  <a:lnTo>
                    <a:pt x="2579958" y="2102068"/>
                  </a:lnTo>
                  <a:lnTo>
                    <a:pt x="2580052" y="2102068"/>
                  </a:lnTo>
                  <a:lnTo>
                    <a:pt x="2580146" y="2102068"/>
                  </a:lnTo>
                  <a:lnTo>
                    <a:pt x="2580240" y="2102068"/>
                  </a:lnTo>
                  <a:lnTo>
                    <a:pt x="2580334" y="2102068"/>
                  </a:lnTo>
                  <a:lnTo>
                    <a:pt x="2580429" y="2102068"/>
                  </a:lnTo>
                  <a:lnTo>
                    <a:pt x="2580523" y="2102068"/>
                  </a:lnTo>
                  <a:lnTo>
                    <a:pt x="2580617" y="2102068"/>
                  </a:lnTo>
                  <a:lnTo>
                    <a:pt x="2580711" y="2102068"/>
                  </a:lnTo>
                  <a:lnTo>
                    <a:pt x="2580805" y="2102068"/>
                  </a:lnTo>
                  <a:lnTo>
                    <a:pt x="2580899" y="2102068"/>
                  </a:lnTo>
                  <a:lnTo>
                    <a:pt x="2580899" y="2097157"/>
                  </a:lnTo>
                  <a:lnTo>
                    <a:pt x="2580993" y="2097157"/>
                  </a:lnTo>
                  <a:lnTo>
                    <a:pt x="2581088" y="2097157"/>
                  </a:lnTo>
                  <a:lnTo>
                    <a:pt x="2581182" y="2097157"/>
                  </a:lnTo>
                  <a:lnTo>
                    <a:pt x="2581276" y="2097157"/>
                  </a:lnTo>
                  <a:lnTo>
                    <a:pt x="2581370" y="2097157"/>
                  </a:lnTo>
                  <a:lnTo>
                    <a:pt x="2581464" y="2097157"/>
                  </a:lnTo>
                  <a:lnTo>
                    <a:pt x="2581558" y="2097157"/>
                  </a:lnTo>
                  <a:lnTo>
                    <a:pt x="2581653" y="2097157"/>
                  </a:lnTo>
                  <a:lnTo>
                    <a:pt x="2581747" y="2097157"/>
                  </a:lnTo>
                  <a:lnTo>
                    <a:pt x="2581841" y="2097157"/>
                  </a:lnTo>
                  <a:lnTo>
                    <a:pt x="2581935" y="2097157"/>
                  </a:lnTo>
                  <a:lnTo>
                    <a:pt x="2582029" y="2097157"/>
                  </a:lnTo>
                  <a:lnTo>
                    <a:pt x="2582123" y="2097157"/>
                  </a:lnTo>
                  <a:lnTo>
                    <a:pt x="2582217" y="2097157"/>
                  </a:lnTo>
                  <a:lnTo>
                    <a:pt x="2582312" y="2097157"/>
                  </a:lnTo>
                  <a:lnTo>
                    <a:pt x="2582406" y="2097157"/>
                  </a:lnTo>
                  <a:lnTo>
                    <a:pt x="2582500" y="2097157"/>
                  </a:lnTo>
                  <a:lnTo>
                    <a:pt x="2582594" y="2097157"/>
                  </a:lnTo>
                  <a:lnTo>
                    <a:pt x="2582688" y="2097157"/>
                  </a:lnTo>
                  <a:lnTo>
                    <a:pt x="2582782" y="2097157"/>
                  </a:lnTo>
                  <a:lnTo>
                    <a:pt x="2582877" y="2097157"/>
                  </a:lnTo>
                  <a:lnTo>
                    <a:pt x="2582971" y="2097157"/>
                  </a:lnTo>
                  <a:lnTo>
                    <a:pt x="2583065" y="2097157"/>
                  </a:lnTo>
                  <a:lnTo>
                    <a:pt x="2583159" y="2097157"/>
                  </a:lnTo>
                  <a:lnTo>
                    <a:pt x="2583253" y="2097157"/>
                  </a:lnTo>
                  <a:lnTo>
                    <a:pt x="2583347" y="2097157"/>
                  </a:lnTo>
                  <a:lnTo>
                    <a:pt x="2583441" y="2097157"/>
                  </a:lnTo>
                  <a:lnTo>
                    <a:pt x="2583536" y="2097157"/>
                  </a:lnTo>
                  <a:lnTo>
                    <a:pt x="2583630" y="2097157"/>
                  </a:lnTo>
                  <a:lnTo>
                    <a:pt x="2583724" y="2097157"/>
                  </a:lnTo>
                  <a:lnTo>
                    <a:pt x="2583818" y="2097157"/>
                  </a:lnTo>
                  <a:lnTo>
                    <a:pt x="2583912" y="2097157"/>
                  </a:lnTo>
                  <a:lnTo>
                    <a:pt x="2584006" y="2097157"/>
                  </a:lnTo>
                  <a:lnTo>
                    <a:pt x="2584100" y="2097157"/>
                  </a:lnTo>
                  <a:lnTo>
                    <a:pt x="2584195" y="2097157"/>
                  </a:lnTo>
                  <a:lnTo>
                    <a:pt x="2584289" y="2097157"/>
                  </a:lnTo>
                  <a:lnTo>
                    <a:pt x="2584383" y="2097157"/>
                  </a:lnTo>
                  <a:lnTo>
                    <a:pt x="2584477" y="2097157"/>
                  </a:lnTo>
                  <a:lnTo>
                    <a:pt x="2584571" y="2097157"/>
                  </a:lnTo>
                  <a:lnTo>
                    <a:pt x="2584665" y="2097157"/>
                  </a:lnTo>
                  <a:lnTo>
                    <a:pt x="2584760" y="2097157"/>
                  </a:lnTo>
                  <a:lnTo>
                    <a:pt x="2584854" y="2097157"/>
                  </a:lnTo>
                  <a:lnTo>
                    <a:pt x="2584948" y="2097157"/>
                  </a:lnTo>
                  <a:lnTo>
                    <a:pt x="2585042" y="2097157"/>
                  </a:lnTo>
                  <a:lnTo>
                    <a:pt x="2585136" y="2097157"/>
                  </a:lnTo>
                  <a:lnTo>
                    <a:pt x="2585230" y="2097157"/>
                  </a:lnTo>
                  <a:lnTo>
                    <a:pt x="2585324" y="2097157"/>
                  </a:lnTo>
                  <a:lnTo>
                    <a:pt x="2585419" y="2097157"/>
                  </a:lnTo>
                  <a:lnTo>
                    <a:pt x="2585513" y="2097157"/>
                  </a:lnTo>
                  <a:lnTo>
                    <a:pt x="2585607" y="2097157"/>
                  </a:lnTo>
                  <a:lnTo>
                    <a:pt x="2585701" y="2097157"/>
                  </a:lnTo>
                  <a:lnTo>
                    <a:pt x="2585795" y="2097157"/>
                  </a:lnTo>
                  <a:lnTo>
                    <a:pt x="2585889" y="2097157"/>
                  </a:lnTo>
                  <a:lnTo>
                    <a:pt x="2585984" y="2097157"/>
                  </a:lnTo>
                  <a:lnTo>
                    <a:pt x="2586078" y="2097157"/>
                  </a:lnTo>
                  <a:lnTo>
                    <a:pt x="2586172" y="2097157"/>
                  </a:lnTo>
                  <a:lnTo>
                    <a:pt x="2586266" y="2097157"/>
                  </a:lnTo>
                  <a:lnTo>
                    <a:pt x="2586360" y="2097157"/>
                  </a:lnTo>
                  <a:lnTo>
                    <a:pt x="2586454" y="2097157"/>
                  </a:lnTo>
                  <a:lnTo>
                    <a:pt x="2586548" y="2097157"/>
                  </a:lnTo>
                  <a:lnTo>
                    <a:pt x="2586643" y="2097157"/>
                  </a:lnTo>
                  <a:lnTo>
                    <a:pt x="2586737" y="2097157"/>
                  </a:lnTo>
                  <a:lnTo>
                    <a:pt x="2586831" y="2097157"/>
                  </a:lnTo>
                  <a:lnTo>
                    <a:pt x="2586925" y="2097157"/>
                  </a:lnTo>
                  <a:lnTo>
                    <a:pt x="2587019" y="2097157"/>
                  </a:lnTo>
                  <a:lnTo>
                    <a:pt x="2587113" y="2097157"/>
                  </a:lnTo>
                  <a:lnTo>
                    <a:pt x="2587208" y="2097157"/>
                  </a:lnTo>
                  <a:lnTo>
                    <a:pt x="2587302" y="2097157"/>
                  </a:lnTo>
                  <a:lnTo>
                    <a:pt x="2587396" y="2097157"/>
                  </a:lnTo>
                  <a:lnTo>
                    <a:pt x="2587490" y="2097157"/>
                  </a:lnTo>
                  <a:lnTo>
                    <a:pt x="2587584" y="2097157"/>
                  </a:lnTo>
                  <a:lnTo>
                    <a:pt x="2587678" y="2097157"/>
                  </a:lnTo>
                  <a:lnTo>
                    <a:pt x="2587772" y="2097157"/>
                  </a:lnTo>
                  <a:lnTo>
                    <a:pt x="2587867" y="2097157"/>
                  </a:lnTo>
                  <a:lnTo>
                    <a:pt x="2587961" y="2097157"/>
                  </a:lnTo>
                  <a:lnTo>
                    <a:pt x="2588055" y="2097157"/>
                  </a:lnTo>
                  <a:lnTo>
                    <a:pt x="2588149" y="2097157"/>
                  </a:lnTo>
                  <a:lnTo>
                    <a:pt x="2588243" y="2097157"/>
                  </a:lnTo>
                  <a:lnTo>
                    <a:pt x="2588337" y="2097157"/>
                  </a:lnTo>
                  <a:lnTo>
                    <a:pt x="2588431" y="2097157"/>
                  </a:lnTo>
                  <a:lnTo>
                    <a:pt x="2588526" y="2097157"/>
                  </a:lnTo>
                  <a:lnTo>
                    <a:pt x="2588620" y="2097157"/>
                  </a:lnTo>
                  <a:lnTo>
                    <a:pt x="2588714" y="2097157"/>
                  </a:lnTo>
                  <a:lnTo>
                    <a:pt x="2588808" y="2097157"/>
                  </a:lnTo>
                  <a:lnTo>
                    <a:pt x="2588902" y="2097157"/>
                  </a:lnTo>
                  <a:lnTo>
                    <a:pt x="2588996" y="2097157"/>
                  </a:lnTo>
                  <a:lnTo>
                    <a:pt x="2589091" y="2097157"/>
                  </a:lnTo>
                  <a:lnTo>
                    <a:pt x="2589185" y="2097157"/>
                  </a:lnTo>
                  <a:lnTo>
                    <a:pt x="2589279" y="2097157"/>
                  </a:lnTo>
                  <a:lnTo>
                    <a:pt x="2589373" y="2097157"/>
                  </a:lnTo>
                  <a:lnTo>
                    <a:pt x="2589467" y="2097157"/>
                  </a:lnTo>
                  <a:lnTo>
                    <a:pt x="2589561" y="2097157"/>
                  </a:lnTo>
                  <a:lnTo>
                    <a:pt x="2589655" y="2097157"/>
                  </a:lnTo>
                  <a:lnTo>
                    <a:pt x="2589750" y="2097157"/>
                  </a:lnTo>
                  <a:lnTo>
                    <a:pt x="2589844" y="2097157"/>
                  </a:lnTo>
                  <a:lnTo>
                    <a:pt x="2589938" y="2097157"/>
                  </a:lnTo>
                  <a:lnTo>
                    <a:pt x="2590032" y="2097157"/>
                  </a:lnTo>
                  <a:lnTo>
                    <a:pt x="2590126" y="2097157"/>
                  </a:lnTo>
                  <a:lnTo>
                    <a:pt x="2590220" y="2097157"/>
                  </a:lnTo>
                  <a:lnTo>
                    <a:pt x="2590315" y="2097157"/>
                  </a:lnTo>
                  <a:lnTo>
                    <a:pt x="2590409" y="2097157"/>
                  </a:lnTo>
                  <a:lnTo>
                    <a:pt x="2590503" y="2097157"/>
                  </a:lnTo>
                  <a:lnTo>
                    <a:pt x="2590597" y="2097157"/>
                  </a:lnTo>
                  <a:lnTo>
                    <a:pt x="2590691" y="2097157"/>
                  </a:lnTo>
                  <a:lnTo>
                    <a:pt x="2590785" y="2097157"/>
                  </a:lnTo>
                  <a:lnTo>
                    <a:pt x="2590879" y="2097157"/>
                  </a:lnTo>
                  <a:lnTo>
                    <a:pt x="2590974" y="2097157"/>
                  </a:lnTo>
                  <a:lnTo>
                    <a:pt x="2591068" y="2097157"/>
                  </a:lnTo>
                  <a:lnTo>
                    <a:pt x="2591162" y="2097157"/>
                  </a:lnTo>
                  <a:lnTo>
                    <a:pt x="2591256" y="2097157"/>
                  </a:lnTo>
                  <a:lnTo>
                    <a:pt x="2591350" y="2097157"/>
                  </a:lnTo>
                  <a:lnTo>
                    <a:pt x="2591444" y="2097157"/>
                  </a:lnTo>
                  <a:lnTo>
                    <a:pt x="2591539" y="2097157"/>
                  </a:lnTo>
                  <a:lnTo>
                    <a:pt x="2591633" y="2097157"/>
                  </a:lnTo>
                  <a:lnTo>
                    <a:pt x="2591727" y="2097157"/>
                  </a:lnTo>
                  <a:lnTo>
                    <a:pt x="2591821" y="2097157"/>
                  </a:lnTo>
                  <a:lnTo>
                    <a:pt x="2591915" y="2097157"/>
                  </a:lnTo>
                  <a:lnTo>
                    <a:pt x="2592009" y="2097157"/>
                  </a:lnTo>
                  <a:lnTo>
                    <a:pt x="2592103" y="2097157"/>
                  </a:lnTo>
                  <a:lnTo>
                    <a:pt x="2592198" y="2097157"/>
                  </a:lnTo>
                  <a:lnTo>
                    <a:pt x="2592292" y="2097157"/>
                  </a:lnTo>
                  <a:lnTo>
                    <a:pt x="2592386" y="2097157"/>
                  </a:lnTo>
                  <a:lnTo>
                    <a:pt x="2592480" y="2097157"/>
                  </a:lnTo>
                  <a:lnTo>
                    <a:pt x="2592574" y="2097157"/>
                  </a:lnTo>
                  <a:lnTo>
                    <a:pt x="2592668" y="2097157"/>
                  </a:lnTo>
                  <a:lnTo>
                    <a:pt x="2592762" y="2097157"/>
                  </a:lnTo>
                  <a:lnTo>
                    <a:pt x="2592857" y="2097157"/>
                  </a:lnTo>
                  <a:lnTo>
                    <a:pt x="2592951" y="2097157"/>
                  </a:lnTo>
                  <a:lnTo>
                    <a:pt x="2593045" y="2097157"/>
                  </a:lnTo>
                  <a:lnTo>
                    <a:pt x="2593139" y="2097157"/>
                  </a:lnTo>
                  <a:lnTo>
                    <a:pt x="2593233" y="2097157"/>
                  </a:lnTo>
                  <a:lnTo>
                    <a:pt x="2593327" y="2097157"/>
                  </a:lnTo>
                  <a:lnTo>
                    <a:pt x="2593422" y="2097157"/>
                  </a:lnTo>
                  <a:lnTo>
                    <a:pt x="2593516" y="2097157"/>
                  </a:lnTo>
                  <a:lnTo>
                    <a:pt x="2593610" y="2097157"/>
                  </a:lnTo>
                  <a:lnTo>
                    <a:pt x="2593704" y="2097157"/>
                  </a:lnTo>
                  <a:lnTo>
                    <a:pt x="2593798" y="2097157"/>
                  </a:lnTo>
                  <a:lnTo>
                    <a:pt x="2593892" y="2097157"/>
                  </a:lnTo>
                  <a:lnTo>
                    <a:pt x="2593986" y="2097157"/>
                  </a:lnTo>
                  <a:lnTo>
                    <a:pt x="2594081" y="2097157"/>
                  </a:lnTo>
                  <a:lnTo>
                    <a:pt x="2594175" y="2097157"/>
                  </a:lnTo>
                  <a:lnTo>
                    <a:pt x="2594269" y="2097157"/>
                  </a:lnTo>
                  <a:lnTo>
                    <a:pt x="2594363" y="2097157"/>
                  </a:lnTo>
                  <a:lnTo>
                    <a:pt x="2594457" y="2097157"/>
                  </a:lnTo>
                  <a:lnTo>
                    <a:pt x="2594551" y="2097157"/>
                  </a:lnTo>
                  <a:lnTo>
                    <a:pt x="2594646" y="2097157"/>
                  </a:lnTo>
                  <a:lnTo>
                    <a:pt x="2594740" y="2097157"/>
                  </a:lnTo>
                  <a:lnTo>
                    <a:pt x="2594834" y="2097157"/>
                  </a:lnTo>
                  <a:lnTo>
                    <a:pt x="2594928" y="2097157"/>
                  </a:lnTo>
                  <a:lnTo>
                    <a:pt x="2595022" y="2097157"/>
                  </a:lnTo>
                  <a:lnTo>
                    <a:pt x="2595116" y="2097157"/>
                  </a:lnTo>
                  <a:lnTo>
                    <a:pt x="2595210" y="2097157"/>
                  </a:lnTo>
                  <a:lnTo>
                    <a:pt x="2595305" y="2097157"/>
                  </a:lnTo>
                  <a:lnTo>
                    <a:pt x="2595399" y="2097157"/>
                  </a:lnTo>
                  <a:lnTo>
                    <a:pt x="2595493" y="2097157"/>
                  </a:lnTo>
                  <a:lnTo>
                    <a:pt x="2595587" y="2097157"/>
                  </a:lnTo>
                  <a:lnTo>
                    <a:pt x="2595681" y="2097157"/>
                  </a:lnTo>
                  <a:lnTo>
                    <a:pt x="2595775" y="2097157"/>
                  </a:lnTo>
                  <a:lnTo>
                    <a:pt x="2595870" y="2097157"/>
                  </a:lnTo>
                  <a:lnTo>
                    <a:pt x="2595964" y="2097157"/>
                  </a:lnTo>
                  <a:lnTo>
                    <a:pt x="2596058" y="2097157"/>
                  </a:lnTo>
                  <a:lnTo>
                    <a:pt x="2596152" y="2097157"/>
                  </a:lnTo>
                  <a:lnTo>
                    <a:pt x="2596246" y="2097157"/>
                  </a:lnTo>
                  <a:lnTo>
                    <a:pt x="2596246" y="2092245"/>
                  </a:lnTo>
                  <a:lnTo>
                    <a:pt x="2596340" y="2092245"/>
                  </a:lnTo>
                  <a:lnTo>
                    <a:pt x="2596434" y="2092245"/>
                  </a:lnTo>
                  <a:lnTo>
                    <a:pt x="2596529" y="2092245"/>
                  </a:lnTo>
                  <a:lnTo>
                    <a:pt x="2596623" y="2092245"/>
                  </a:lnTo>
                  <a:lnTo>
                    <a:pt x="2596717" y="2092245"/>
                  </a:lnTo>
                  <a:lnTo>
                    <a:pt x="2596811" y="2092245"/>
                  </a:lnTo>
                  <a:lnTo>
                    <a:pt x="2596905" y="2092245"/>
                  </a:lnTo>
                  <a:lnTo>
                    <a:pt x="2596999" y="2092245"/>
                  </a:lnTo>
                  <a:lnTo>
                    <a:pt x="2597093" y="2092245"/>
                  </a:lnTo>
                  <a:lnTo>
                    <a:pt x="2597188" y="2092245"/>
                  </a:lnTo>
                  <a:lnTo>
                    <a:pt x="2597282" y="2092245"/>
                  </a:lnTo>
                  <a:lnTo>
                    <a:pt x="2597376" y="2092245"/>
                  </a:lnTo>
                  <a:lnTo>
                    <a:pt x="2597470" y="2092245"/>
                  </a:lnTo>
                  <a:lnTo>
                    <a:pt x="2597564" y="2092245"/>
                  </a:lnTo>
                  <a:lnTo>
                    <a:pt x="2597658" y="2092245"/>
                  </a:lnTo>
                  <a:lnTo>
                    <a:pt x="2597753" y="2092245"/>
                  </a:lnTo>
                  <a:lnTo>
                    <a:pt x="2597847" y="2092245"/>
                  </a:lnTo>
                  <a:lnTo>
                    <a:pt x="2597941" y="2092245"/>
                  </a:lnTo>
                  <a:lnTo>
                    <a:pt x="2598035" y="2092245"/>
                  </a:lnTo>
                  <a:lnTo>
                    <a:pt x="2598129" y="2092245"/>
                  </a:lnTo>
                  <a:lnTo>
                    <a:pt x="2598223" y="2092245"/>
                  </a:lnTo>
                  <a:lnTo>
                    <a:pt x="2598317" y="2092245"/>
                  </a:lnTo>
                  <a:lnTo>
                    <a:pt x="2598412" y="2092245"/>
                  </a:lnTo>
                  <a:lnTo>
                    <a:pt x="2598506" y="2092245"/>
                  </a:lnTo>
                  <a:lnTo>
                    <a:pt x="2598600" y="2092245"/>
                  </a:lnTo>
                  <a:lnTo>
                    <a:pt x="2598694" y="2092245"/>
                  </a:lnTo>
                  <a:lnTo>
                    <a:pt x="2598788" y="2092245"/>
                  </a:lnTo>
                  <a:lnTo>
                    <a:pt x="2598882" y="2092245"/>
                  </a:lnTo>
                  <a:lnTo>
                    <a:pt x="2598977" y="2092245"/>
                  </a:lnTo>
                  <a:lnTo>
                    <a:pt x="2599071" y="2092245"/>
                  </a:lnTo>
                  <a:lnTo>
                    <a:pt x="2599165" y="2092245"/>
                  </a:lnTo>
                  <a:lnTo>
                    <a:pt x="2599259" y="2092245"/>
                  </a:lnTo>
                  <a:lnTo>
                    <a:pt x="2599353" y="2092245"/>
                  </a:lnTo>
                  <a:lnTo>
                    <a:pt x="2599447" y="2092245"/>
                  </a:lnTo>
                  <a:lnTo>
                    <a:pt x="2599541" y="2092245"/>
                  </a:lnTo>
                  <a:lnTo>
                    <a:pt x="2599636" y="2092245"/>
                  </a:lnTo>
                  <a:lnTo>
                    <a:pt x="2599730" y="2092245"/>
                  </a:lnTo>
                  <a:lnTo>
                    <a:pt x="2599824" y="2092245"/>
                  </a:lnTo>
                  <a:lnTo>
                    <a:pt x="2599918" y="2092245"/>
                  </a:lnTo>
                  <a:lnTo>
                    <a:pt x="2600012" y="2092245"/>
                  </a:lnTo>
                  <a:lnTo>
                    <a:pt x="2600106" y="2092245"/>
                  </a:lnTo>
                  <a:lnTo>
                    <a:pt x="2600201" y="2092245"/>
                  </a:lnTo>
                  <a:lnTo>
                    <a:pt x="2600295" y="2092245"/>
                  </a:lnTo>
                  <a:lnTo>
                    <a:pt x="2600389" y="2092245"/>
                  </a:lnTo>
                  <a:lnTo>
                    <a:pt x="2600483" y="2092245"/>
                  </a:lnTo>
                  <a:lnTo>
                    <a:pt x="2600577" y="2092245"/>
                  </a:lnTo>
                  <a:lnTo>
                    <a:pt x="2600671" y="2092245"/>
                  </a:lnTo>
                  <a:lnTo>
                    <a:pt x="2600765" y="2092245"/>
                  </a:lnTo>
                  <a:lnTo>
                    <a:pt x="2600860" y="2092245"/>
                  </a:lnTo>
                  <a:lnTo>
                    <a:pt x="2600954" y="2092245"/>
                  </a:lnTo>
                  <a:lnTo>
                    <a:pt x="2601048" y="2092245"/>
                  </a:lnTo>
                  <a:lnTo>
                    <a:pt x="2601142" y="2092245"/>
                  </a:lnTo>
                  <a:lnTo>
                    <a:pt x="2601236" y="2092245"/>
                  </a:lnTo>
                  <a:lnTo>
                    <a:pt x="2601330" y="2092245"/>
                  </a:lnTo>
                  <a:lnTo>
                    <a:pt x="2601424" y="2092245"/>
                  </a:lnTo>
                  <a:lnTo>
                    <a:pt x="2601519" y="2092245"/>
                  </a:lnTo>
                  <a:lnTo>
                    <a:pt x="2601613" y="2092245"/>
                  </a:lnTo>
                  <a:lnTo>
                    <a:pt x="2601707" y="2092245"/>
                  </a:lnTo>
                  <a:lnTo>
                    <a:pt x="2601707" y="2087334"/>
                  </a:lnTo>
                  <a:lnTo>
                    <a:pt x="2601801" y="2087334"/>
                  </a:lnTo>
                  <a:lnTo>
                    <a:pt x="2601895" y="2087334"/>
                  </a:lnTo>
                  <a:lnTo>
                    <a:pt x="2601989" y="2087334"/>
                  </a:lnTo>
                  <a:lnTo>
                    <a:pt x="2602084" y="2087334"/>
                  </a:lnTo>
                  <a:lnTo>
                    <a:pt x="2602178" y="2087334"/>
                  </a:lnTo>
                  <a:lnTo>
                    <a:pt x="2602272" y="2087334"/>
                  </a:lnTo>
                  <a:lnTo>
                    <a:pt x="2602366" y="2087334"/>
                  </a:lnTo>
                  <a:lnTo>
                    <a:pt x="2602460" y="2087334"/>
                  </a:lnTo>
                  <a:lnTo>
                    <a:pt x="2602460" y="2082422"/>
                  </a:lnTo>
                  <a:lnTo>
                    <a:pt x="2602554" y="2082422"/>
                  </a:lnTo>
                  <a:lnTo>
                    <a:pt x="2602648" y="2082422"/>
                  </a:lnTo>
                  <a:lnTo>
                    <a:pt x="2602743" y="2082422"/>
                  </a:lnTo>
                  <a:lnTo>
                    <a:pt x="2602837" y="2082422"/>
                  </a:lnTo>
                  <a:lnTo>
                    <a:pt x="2602931" y="2082422"/>
                  </a:lnTo>
                  <a:lnTo>
                    <a:pt x="2603025" y="2082422"/>
                  </a:lnTo>
                  <a:lnTo>
                    <a:pt x="2603119" y="2082422"/>
                  </a:lnTo>
                  <a:lnTo>
                    <a:pt x="2603213" y="2082422"/>
                  </a:lnTo>
                  <a:lnTo>
                    <a:pt x="2603308" y="2082422"/>
                  </a:lnTo>
                  <a:lnTo>
                    <a:pt x="2603402" y="2082422"/>
                  </a:lnTo>
                  <a:lnTo>
                    <a:pt x="2603496" y="2082422"/>
                  </a:lnTo>
                  <a:lnTo>
                    <a:pt x="2603590" y="2082422"/>
                  </a:lnTo>
                  <a:lnTo>
                    <a:pt x="2603684" y="2082422"/>
                  </a:lnTo>
                  <a:lnTo>
                    <a:pt x="2603778" y="2082422"/>
                  </a:lnTo>
                  <a:lnTo>
                    <a:pt x="2603872" y="2082422"/>
                  </a:lnTo>
                  <a:lnTo>
                    <a:pt x="2603967" y="2082422"/>
                  </a:lnTo>
                  <a:lnTo>
                    <a:pt x="2604061" y="2082422"/>
                  </a:lnTo>
                  <a:lnTo>
                    <a:pt x="2604155" y="2082422"/>
                  </a:lnTo>
                  <a:lnTo>
                    <a:pt x="2604249" y="2082422"/>
                  </a:lnTo>
                  <a:lnTo>
                    <a:pt x="2604343" y="2082422"/>
                  </a:lnTo>
                  <a:lnTo>
                    <a:pt x="2604437" y="2082422"/>
                  </a:lnTo>
                  <a:lnTo>
                    <a:pt x="2604532" y="2082422"/>
                  </a:lnTo>
                  <a:lnTo>
                    <a:pt x="2604532" y="2077511"/>
                  </a:lnTo>
                  <a:lnTo>
                    <a:pt x="2604626" y="2077511"/>
                  </a:lnTo>
                  <a:lnTo>
                    <a:pt x="2604720" y="2077511"/>
                  </a:lnTo>
                  <a:lnTo>
                    <a:pt x="2604814" y="2077511"/>
                  </a:lnTo>
                  <a:lnTo>
                    <a:pt x="2604908" y="2077511"/>
                  </a:lnTo>
                  <a:lnTo>
                    <a:pt x="2604908" y="2072600"/>
                  </a:lnTo>
                  <a:lnTo>
                    <a:pt x="2605002" y="2072600"/>
                  </a:lnTo>
                  <a:lnTo>
                    <a:pt x="2605096" y="2072600"/>
                  </a:lnTo>
                  <a:lnTo>
                    <a:pt x="2605191" y="2072600"/>
                  </a:lnTo>
                  <a:lnTo>
                    <a:pt x="2605285" y="2072600"/>
                  </a:lnTo>
                  <a:lnTo>
                    <a:pt x="2605379" y="2072600"/>
                  </a:lnTo>
                  <a:lnTo>
                    <a:pt x="2605473" y="2072600"/>
                  </a:lnTo>
                  <a:lnTo>
                    <a:pt x="2605567" y="2072600"/>
                  </a:lnTo>
                  <a:lnTo>
                    <a:pt x="2605661" y="2072600"/>
                  </a:lnTo>
                  <a:lnTo>
                    <a:pt x="2605755" y="2072600"/>
                  </a:lnTo>
                  <a:lnTo>
                    <a:pt x="2605850" y="2072600"/>
                  </a:lnTo>
                  <a:lnTo>
                    <a:pt x="2605944" y="2072600"/>
                  </a:lnTo>
                  <a:lnTo>
                    <a:pt x="2606038" y="2072600"/>
                  </a:lnTo>
                  <a:lnTo>
                    <a:pt x="2606132" y="2072600"/>
                  </a:lnTo>
                  <a:lnTo>
                    <a:pt x="2606226" y="2072600"/>
                  </a:lnTo>
                  <a:lnTo>
                    <a:pt x="2606320" y="2072600"/>
                  </a:lnTo>
                  <a:lnTo>
                    <a:pt x="2606415" y="2072600"/>
                  </a:lnTo>
                  <a:lnTo>
                    <a:pt x="2606509" y="2072600"/>
                  </a:lnTo>
                  <a:lnTo>
                    <a:pt x="2606603" y="2072600"/>
                  </a:lnTo>
                  <a:lnTo>
                    <a:pt x="2606697" y="2072600"/>
                  </a:lnTo>
                  <a:lnTo>
                    <a:pt x="2606791" y="2072600"/>
                  </a:lnTo>
                  <a:lnTo>
                    <a:pt x="2606885" y="2072600"/>
                  </a:lnTo>
                  <a:lnTo>
                    <a:pt x="2606979" y="2072600"/>
                  </a:lnTo>
                  <a:lnTo>
                    <a:pt x="2607074" y="2072600"/>
                  </a:lnTo>
                  <a:lnTo>
                    <a:pt x="2607168" y="2072600"/>
                  </a:lnTo>
                  <a:lnTo>
                    <a:pt x="2607262" y="2072600"/>
                  </a:lnTo>
                  <a:lnTo>
                    <a:pt x="2607356" y="2072600"/>
                  </a:lnTo>
                  <a:lnTo>
                    <a:pt x="2607450" y="2072600"/>
                  </a:lnTo>
                  <a:lnTo>
                    <a:pt x="2607544" y="2072600"/>
                  </a:lnTo>
                  <a:lnTo>
                    <a:pt x="2607639" y="2072600"/>
                  </a:lnTo>
                  <a:lnTo>
                    <a:pt x="2607733" y="2072600"/>
                  </a:lnTo>
                  <a:lnTo>
                    <a:pt x="2607827" y="2072600"/>
                  </a:lnTo>
                  <a:lnTo>
                    <a:pt x="2607921" y="2072600"/>
                  </a:lnTo>
                  <a:lnTo>
                    <a:pt x="2608015" y="2072600"/>
                  </a:lnTo>
                  <a:lnTo>
                    <a:pt x="2608109" y="2072600"/>
                  </a:lnTo>
                  <a:lnTo>
                    <a:pt x="2608203" y="2072600"/>
                  </a:lnTo>
                  <a:lnTo>
                    <a:pt x="2608298" y="2072600"/>
                  </a:lnTo>
                  <a:lnTo>
                    <a:pt x="2608392" y="2072600"/>
                  </a:lnTo>
                  <a:lnTo>
                    <a:pt x="2608486" y="2072600"/>
                  </a:lnTo>
                  <a:lnTo>
                    <a:pt x="2608580" y="2072600"/>
                  </a:lnTo>
                  <a:lnTo>
                    <a:pt x="2608674" y="2072600"/>
                  </a:lnTo>
                  <a:lnTo>
                    <a:pt x="2608768" y="2072600"/>
                  </a:lnTo>
                  <a:lnTo>
                    <a:pt x="2608863" y="2072600"/>
                  </a:lnTo>
                  <a:lnTo>
                    <a:pt x="2608957" y="2072600"/>
                  </a:lnTo>
                  <a:lnTo>
                    <a:pt x="2609051" y="2072600"/>
                  </a:lnTo>
                  <a:lnTo>
                    <a:pt x="2609145" y="2072600"/>
                  </a:lnTo>
                  <a:lnTo>
                    <a:pt x="2609239" y="2072600"/>
                  </a:lnTo>
                  <a:lnTo>
                    <a:pt x="2609333" y="2072600"/>
                  </a:lnTo>
                  <a:lnTo>
                    <a:pt x="2609427" y="2072600"/>
                  </a:lnTo>
                  <a:lnTo>
                    <a:pt x="2609522" y="2072600"/>
                  </a:lnTo>
                  <a:lnTo>
                    <a:pt x="2609522" y="2067688"/>
                  </a:lnTo>
                  <a:lnTo>
                    <a:pt x="2609616" y="2067688"/>
                  </a:lnTo>
                  <a:lnTo>
                    <a:pt x="2609710" y="2067688"/>
                  </a:lnTo>
                  <a:lnTo>
                    <a:pt x="2609804" y="2067688"/>
                  </a:lnTo>
                  <a:lnTo>
                    <a:pt x="2609898" y="2067688"/>
                  </a:lnTo>
                  <a:lnTo>
                    <a:pt x="2609992" y="2067688"/>
                  </a:lnTo>
                  <a:lnTo>
                    <a:pt x="2610086" y="2067688"/>
                  </a:lnTo>
                  <a:lnTo>
                    <a:pt x="2610181" y="2067688"/>
                  </a:lnTo>
                  <a:lnTo>
                    <a:pt x="2610275" y="2067688"/>
                  </a:lnTo>
                  <a:lnTo>
                    <a:pt x="2610369" y="2067688"/>
                  </a:lnTo>
                  <a:lnTo>
                    <a:pt x="2610463" y="2067688"/>
                  </a:lnTo>
                  <a:lnTo>
                    <a:pt x="2610557" y="2067688"/>
                  </a:lnTo>
                  <a:lnTo>
                    <a:pt x="2610651" y="2067688"/>
                  </a:lnTo>
                  <a:lnTo>
                    <a:pt x="2610746" y="2067688"/>
                  </a:lnTo>
                  <a:lnTo>
                    <a:pt x="2610840" y="2067688"/>
                  </a:lnTo>
                  <a:lnTo>
                    <a:pt x="2610934" y="2067688"/>
                  </a:lnTo>
                  <a:lnTo>
                    <a:pt x="2611028" y="2067688"/>
                  </a:lnTo>
                  <a:lnTo>
                    <a:pt x="2611122" y="2067688"/>
                  </a:lnTo>
                  <a:lnTo>
                    <a:pt x="2611216" y="2067688"/>
                  </a:lnTo>
                  <a:lnTo>
                    <a:pt x="2611310" y="2067688"/>
                  </a:lnTo>
                  <a:lnTo>
                    <a:pt x="2611405" y="2067688"/>
                  </a:lnTo>
                  <a:lnTo>
                    <a:pt x="2611499" y="2067688"/>
                  </a:lnTo>
                  <a:lnTo>
                    <a:pt x="2611593" y="2067688"/>
                  </a:lnTo>
                  <a:lnTo>
                    <a:pt x="2611687" y="2067688"/>
                  </a:lnTo>
                  <a:lnTo>
                    <a:pt x="2611781" y="2067688"/>
                  </a:lnTo>
                  <a:lnTo>
                    <a:pt x="2611875" y="2067688"/>
                  </a:lnTo>
                  <a:lnTo>
                    <a:pt x="2611970" y="2067688"/>
                  </a:lnTo>
                  <a:lnTo>
                    <a:pt x="2612064" y="2067688"/>
                  </a:lnTo>
                  <a:lnTo>
                    <a:pt x="2612158" y="2067688"/>
                  </a:lnTo>
                  <a:lnTo>
                    <a:pt x="2612158" y="2062777"/>
                  </a:lnTo>
                  <a:lnTo>
                    <a:pt x="2612252" y="2062777"/>
                  </a:lnTo>
                  <a:lnTo>
                    <a:pt x="2612346" y="2062777"/>
                  </a:lnTo>
                  <a:lnTo>
                    <a:pt x="2612440" y="2062777"/>
                  </a:lnTo>
                  <a:lnTo>
                    <a:pt x="2612534" y="2062777"/>
                  </a:lnTo>
                  <a:lnTo>
                    <a:pt x="2612629" y="2062777"/>
                  </a:lnTo>
                  <a:lnTo>
                    <a:pt x="2612723" y="2062777"/>
                  </a:lnTo>
                  <a:lnTo>
                    <a:pt x="2612817" y="2062777"/>
                  </a:lnTo>
                  <a:lnTo>
                    <a:pt x="2612911" y="2062777"/>
                  </a:lnTo>
                  <a:lnTo>
                    <a:pt x="2613005" y="2062777"/>
                  </a:lnTo>
                  <a:lnTo>
                    <a:pt x="2613099" y="2062777"/>
                  </a:lnTo>
                  <a:lnTo>
                    <a:pt x="2613194" y="2062777"/>
                  </a:lnTo>
                  <a:lnTo>
                    <a:pt x="2613288" y="2062777"/>
                  </a:lnTo>
                  <a:lnTo>
                    <a:pt x="2613382" y="2062777"/>
                  </a:lnTo>
                  <a:lnTo>
                    <a:pt x="2613476" y="2062777"/>
                  </a:lnTo>
                  <a:lnTo>
                    <a:pt x="2613570" y="2062777"/>
                  </a:lnTo>
                  <a:lnTo>
                    <a:pt x="2613664" y="2062777"/>
                  </a:lnTo>
                  <a:lnTo>
                    <a:pt x="2613758" y="2062777"/>
                  </a:lnTo>
                  <a:lnTo>
                    <a:pt x="2613853" y="2062777"/>
                  </a:lnTo>
                  <a:lnTo>
                    <a:pt x="2613947" y="2062777"/>
                  </a:lnTo>
                  <a:lnTo>
                    <a:pt x="2614041" y="2062777"/>
                  </a:lnTo>
                  <a:lnTo>
                    <a:pt x="2614135" y="2062777"/>
                  </a:lnTo>
                  <a:lnTo>
                    <a:pt x="2614229" y="2062777"/>
                  </a:lnTo>
                  <a:lnTo>
                    <a:pt x="2614323" y="2062777"/>
                  </a:lnTo>
                  <a:lnTo>
                    <a:pt x="2614417" y="2062777"/>
                  </a:lnTo>
                  <a:lnTo>
                    <a:pt x="2614512" y="2062777"/>
                  </a:lnTo>
                  <a:lnTo>
                    <a:pt x="2614606" y="2062777"/>
                  </a:lnTo>
                  <a:lnTo>
                    <a:pt x="2614700" y="2062777"/>
                  </a:lnTo>
                  <a:lnTo>
                    <a:pt x="2614794" y="2062777"/>
                  </a:lnTo>
                  <a:lnTo>
                    <a:pt x="2614888" y="2062777"/>
                  </a:lnTo>
                  <a:lnTo>
                    <a:pt x="2614982" y="2062777"/>
                  </a:lnTo>
                  <a:lnTo>
                    <a:pt x="2615077" y="2062777"/>
                  </a:lnTo>
                  <a:lnTo>
                    <a:pt x="2615171" y="2062777"/>
                  </a:lnTo>
                  <a:lnTo>
                    <a:pt x="2615265" y="2062777"/>
                  </a:lnTo>
                  <a:lnTo>
                    <a:pt x="2615359" y="2062777"/>
                  </a:lnTo>
                  <a:lnTo>
                    <a:pt x="2615453" y="2062777"/>
                  </a:lnTo>
                  <a:lnTo>
                    <a:pt x="2615547" y="2062777"/>
                  </a:lnTo>
                  <a:lnTo>
                    <a:pt x="2615641" y="2062777"/>
                  </a:lnTo>
                  <a:lnTo>
                    <a:pt x="2615736" y="2062777"/>
                  </a:lnTo>
                  <a:lnTo>
                    <a:pt x="2615830" y="2062777"/>
                  </a:lnTo>
                  <a:lnTo>
                    <a:pt x="2615924" y="2062777"/>
                  </a:lnTo>
                  <a:lnTo>
                    <a:pt x="2616018" y="2062777"/>
                  </a:lnTo>
                  <a:lnTo>
                    <a:pt x="2616112" y="2062777"/>
                  </a:lnTo>
                  <a:lnTo>
                    <a:pt x="2616206" y="2062777"/>
                  </a:lnTo>
                  <a:lnTo>
                    <a:pt x="2616301" y="2062777"/>
                  </a:lnTo>
                  <a:lnTo>
                    <a:pt x="2616395" y="2062777"/>
                  </a:lnTo>
                  <a:lnTo>
                    <a:pt x="2616489" y="2062777"/>
                  </a:lnTo>
                  <a:lnTo>
                    <a:pt x="2616583" y="2062777"/>
                  </a:lnTo>
                  <a:lnTo>
                    <a:pt x="2616677" y="2062777"/>
                  </a:lnTo>
                  <a:lnTo>
                    <a:pt x="2616771" y="2062777"/>
                  </a:lnTo>
                  <a:lnTo>
                    <a:pt x="2616865" y="2062777"/>
                  </a:lnTo>
                  <a:lnTo>
                    <a:pt x="2616960" y="2062777"/>
                  </a:lnTo>
                  <a:lnTo>
                    <a:pt x="2617054" y="2062777"/>
                  </a:lnTo>
                  <a:lnTo>
                    <a:pt x="2617148" y="2062777"/>
                  </a:lnTo>
                  <a:lnTo>
                    <a:pt x="2617242" y="2062777"/>
                  </a:lnTo>
                  <a:lnTo>
                    <a:pt x="2617336" y="2062777"/>
                  </a:lnTo>
                  <a:lnTo>
                    <a:pt x="2617430" y="2062777"/>
                  </a:lnTo>
                  <a:lnTo>
                    <a:pt x="2617525" y="2062777"/>
                  </a:lnTo>
                  <a:lnTo>
                    <a:pt x="2617525" y="2057866"/>
                  </a:lnTo>
                  <a:lnTo>
                    <a:pt x="2617619" y="2057866"/>
                  </a:lnTo>
                  <a:lnTo>
                    <a:pt x="2617713" y="2057866"/>
                  </a:lnTo>
                  <a:lnTo>
                    <a:pt x="2617807" y="2057866"/>
                  </a:lnTo>
                  <a:lnTo>
                    <a:pt x="2617901" y="2057866"/>
                  </a:lnTo>
                  <a:lnTo>
                    <a:pt x="2617995" y="2057866"/>
                  </a:lnTo>
                  <a:lnTo>
                    <a:pt x="2618089" y="2057866"/>
                  </a:lnTo>
                  <a:lnTo>
                    <a:pt x="2618184" y="2057866"/>
                  </a:lnTo>
                  <a:lnTo>
                    <a:pt x="2618278" y="2057866"/>
                  </a:lnTo>
                  <a:lnTo>
                    <a:pt x="2618372" y="2057866"/>
                  </a:lnTo>
                  <a:lnTo>
                    <a:pt x="2618466" y="2057866"/>
                  </a:lnTo>
                  <a:lnTo>
                    <a:pt x="2618560" y="2057866"/>
                  </a:lnTo>
                  <a:lnTo>
                    <a:pt x="2618654" y="2057866"/>
                  </a:lnTo>
                  <a:lnTo>
                    <a:pt x="2618748" y="2057866"/>
                  </a:lnTo>
                  <a:lnTo>
                    <a:pt x="2618843" y="2057866"/>
                  </a:lnTo>
                  <a:lnTo>
                    <a:pt x="2618937" y="2057866"/>
                  </a:lnTo>
                  <a:lnTo>
                    <a:pt x="2619031" y="2057866"/>
                  </a:lnTo>
                  <a:lnTo>
                    <a:pt x="2619125" y="2057866"/>
                  </a:lnTo>
                  <a:lnTo>
                    <a:pt x="2619219" y="2057866"/>
                  </a:lnTo>
                  <a:lnTo>
                    <a:pt x="2619313" y="2057866"/>
                  </a:lnTo>
                  <a:lnTo>
                    <a:pt x="2619313" y="2052954"/>
                  </a:lnTo>
                  <a:lnTo>
                    <a:pt x="2619313" y="2048043"/>
                  </a:lnTo>
                  <a:lnTo>
                    <a:pt x="2619408" y="2048043"/>
                  </a:lnTo>
                  <a:lnTo>
                    <a:pt x="2619502" y="2048043"/>
                  </a:lnTo>
                  <a:lnTo>
                    <a:pt x="2619596" y="2048043"/>
                  </a:lnTo>
                  <a:lnTo>
                    <a:pt x="2619690" y="2048043"/>
                  </a:lnTo>
                  <a:lnTo>
                    <a:pt x="2619784" y="2048043"/>
                  </a:lnTo>
                  <a:lnTo>
                    <a:pt x="2619878" y="2048043"/>
                  </a:lnTo>
                  <a:lnTo>
                    <a:pt x="2619972" y="2048043"/>
                  </a:lnTo>
                  <a:lnTo>
                    <a:pt x="2620067" y="2048043"/>
                  </a:lnTo>
                  <a:lnTo>
                    <a:pt x="2620161" y="2048043"/>
                  </a:lnTo>
                  <a:lnTo>
                    <a:pt x="2620255" y="2048043"/>
                  </a:lnTo>
                  <a:lnTo>
                    <a:pt x="2620349" y="2048043"/>
                  </a:lnTo>
                  <a:lnTo>
                    <a:pt x="2620443" y="2048043"/>
                  </a:lnTo>
                  <a:lnTo>
                    <a:pt x="2620537" y="2048043"/>
                  </a:lnTo>
                  <a:lnTo>
                    <a:pt x="2620632" y="2048043"/>
                  </a:lnTo>
                  <a:lnTo>
                    <a:pt x="2620726" y="2048043"/>
                  </a:lnTo>
                  <a:lnTo>
                    <a:pt x="2620820" y="2048043"/>
                  </a:lnTo>
                  <a:lnTo>
                    <a:pt x="2620914" y="2048043"/>
                  </a:lnTo>
                  <a:lnTo>
                    <a:pt x="2621008" y="2048043"/>
                  </a:lnTo>
                  <a:lnTo>
                    <a:pt x="2621102" y="2048043"/>
                  </a:lnTo>
                  <a:lnTo>
                    <a:pt x="2621196" y="2048043"/>
                  </a:lnTo>
                  <a:lnTo>
                    <a:pt x="2621291" y="2048043"/>
                  </a:lnTo>
                  <a:lnTo>
                    <a:pt x="2621385" y="2048043"/>
                  </a:lnTo>
                  <a:lnTo>
                    <a:pt x="2621479" y="2048043"/>
                  </a:lnTo>
                  <a:lnTo>
                    <a:pt x="2621573" y="2048043"/>
                  </a:lnTo>
                  <a:lnTo>
                    <a:pt x="2621667" y="2048043"/>
                  </a:lnTo>
                  <a:lnTo>
                    <a:pt x="2621761" y="2048043"/>
                  </a:lnTo>
                  <a:lnTo>
                    <a:pt x="2621856" y="2048043"/>
                  </a:lnTo>
                  <a:lnTo>
                    <a:pt x="2621950" y="2048043"/>
                  </a:lnTo>
                  <a:lnTo>
                    <a:pt x="2622044" y="2048043"/>
                  </a:lnTo>
                  <a:lnTo>
                    <a:pt x="2622138" y="2048043"/>
                  </a:lnTo>
                  <a:lnTo>
                    <a:pt x="2622232" y="2048043"/>
                  </a:lnTo>
                  <a:lnTo>
                    <a:pt x="2622326" y="2048043"/>
                  </a:lnTo>
                  <a:lnTo>
                    <a:pt x="2622420" y="2048043"/>
                  </a:lnTo>
                  <a:lnTo>
                    <a:pt x="2622515" y="2048043"/>
                  </a:lnTo>
                  <a:lnTo>
                    <a:pt x="2622609" y="2048043"/>
                  </a:lnTo>
                  <a:lnTo>
                    <a:pt x="2622703" y="2048043"/>
                  </a:lnTo>
                  <a:lnTo>
                    <a:pt x="2622797" y="2048043"/>
                  </a:lnTo>
                  <a:lnTo>
                    <a:pt x="2622891" y="2048043"/>
                  </a:lnTo>
                  <a:lnTo>
                    <a:pt x="2622985" y="2048043"/>
                  </a:lnTo>
                  <a:lnTo>
                    <a:pt x="2623079" y="2048043"/>
                  </a:lnTo>
                  <a:lnTo>
                    <a:pt x="2623174" y="2048043"/>
                  </a:lnTo>
                  <a:lnTo>
                    <a:pt x="2623268" y="2048043"/>
                  </a:lnTo>
                  <a:lnTo>
                    <a:pt x="2623268" y="2043131"/>
                  </a:lnTo>
                  <a:lnTo>
                    <a:pt x="2623362" y="2043131"/>
                  </a:lnTo>
                  <a:lnTo>
                    <a:pt x="2623456" y="2043131"/>
                  </a:lnTo>
                  <a:lnTo>
                    <a:pt x="2623550" y="2043131"/>
                  </a:lnTo>
                  <a:lnTo>
                    <a:pt x="2623644" y="2043131"/>
                  </a:lnTo>
                  <a:lnTo>
                    <a:pt x="2623739" y="2043131"/>
                  </a:lnTo>
                  <a:lnTo>
                    <a:pt x="2623833" y="2043131"/>
                  </a:lnTo>
                  <a:lnTo>
                    <a:pt x="2623927" y="2043131"/>
                  </a:lnTo>
                  <a:lnTo>
                    <a:pt x="2624021" y="2043131"/>
                  </a:lnTo>
                  <a:lnTo>
                    <a:pt x="2624115" y="2043131"/>
                  </a:lnTo>
                  <a:lnTo>
                    <a:pt x="2624115" y="2038220"/>
                  </a:lnTo>
                  <a:lnTo>
                    <a:pt x="2624209" y="2038220"/>
                  </a:lnTo>
                  <a:lnTo>
                    <a:pt x="2624303" y="2038220"/>
                  </a:lnTo>
                  <a:lnTo>
                    <a:pt x="2624398" y="2038220"/>
                  </a:lnTo>
                  <a:lnTo>
                    <a:pt x="2624492" y="2038220"/>
                  </a:lnTo>
                  <a:lnTo>
                    <a:pt x="2624586" y="2038220"/>
                  </a:lnTo>
                  <a:lnTo>
                    <a:pt x="2624680" y="2038220"/>
                  </a:lnTo>
                  <a:lnTo>
                    <a:pt x="2624774" y="2038220"/>
                  </a:lnTo>
                  <a:lnTo>
                    <a:pt x="2624868" y="2038220"/>
                  </a:lnTo>
                  <a:lnTo>
                    <a:pt x="2624963" y="2038220"/>
                  </a:lnTo>
                  <a:lnTo>
                    <a:pt x="2625057" y="2038220"/>
                  </a:lnTo>
                  <a:lnTo>
                    <a:pt x="2625151" y="2038220"/>
                  </a:lnTo>
                  <a:lnTo>
                    <a:pt x="2625245" y="2038220"/>
                  </a:lnTo>
                  <a:lnTo>
                    <a:pt x="2625339" y="2038220"/>
                  </a:lnTo>
                  <a:lnTo>
                    <a:pt x="2625433" y="2038220"/>
                  </a:lnTo>
                  <a:lnTo>
                    <a:pt x="2625527" y="2038220"/>
                  </a:lnTo>
                  <a:lnTo>
                    <a:pt x="2625622" y="2038220"/>
                  </a:lnTo>
                  <a:lnTo>
                    <a:pt x="2625716" y="2038220"/>
                  </a:lnTo>
                  <a:lnTo>
                    <a:pt x="2625810" y="2038220"/>
                  </a:lnTo>
                  <a:lnTo>
                    <a:pt x="2625904" y="2038220"/>
                  </a:lnTo>
                  <a:lnTo>
                    <a:pt x="2625998" y="2038220"/>
                  </a:lnTo>
                  <a:lnTo>
                    <a:pt x="2626092" y="2038220"/>
                  </a:lnTo>
                  <a:lnTo>
                    <a:pt x="2626187" y="2038220"/>
                  </a:lnTo>
                  <a:lnTo>
                    <a:pt x="2626281" y="2038220"/>
                  </a:lnTo>
                  <a:lnTo>
                    <a:pt x="2626375" y="2038220"/>
                  </a:lnTo>
                  <a:lnTo>
                    <a:pt x="2626469" y="2038220"/>
                  </a:lnTo>
                  <a:lnTo>
                    <a:pt x="2626563" y="2038220"/>
                  </a:lnTo>
                  <a:lnTo>
                    <a:pt x="2626657" y="2038220"/>
                  </a:lnTo>
                  <a:lnTo>
                    <a:pt x="2626751" y="2038220"/>
                  </a:lnTo>
                  <a:lnTo>
                    <a:pt x="2626846" y="2038220"/>
                  </a:lnTo>
                  <a:lnTo>
                    <a:pt x="2626940" y="2038220"/>
                  </a:lnTo>
                  <a:lnTo>
                    <a:pt x="2627034" y="2038220"/>
                  </a:lnTo>
                  <a:lnTo>
                    <a:pt x="2627128" y="2038220"/>
                  </a:lnTo>
                  <a:lnTo>
                    <a:pt x="2627222" y="2038220"/>
                  </a:lnTo>
                  <a:lnTo>
                    <a:pt x="2627316" y="2038220"/>
                  </a:lnTo>
                  <a:lnTo>
                    <a:pt x="2627410" y="2038220"/>
                  </a:lnTo>
                  <a:lnTo>
                    <a:pt x="2627505" y="2038220"/>
                  </a:lnTo>
                  <a:lnTo>
                    <a:pt x="2627599" y="2038220"/>
                  </a:lnTo>
                  <a:lnTo>
                    <a:pt x="2627693" y="2038220"/>
                  </a:lnTo>
                  <a:lnTo>
                    <a:pt x="2627787" y="2038220"/>
                  </a:lnTo>
                  <a:lnTo>
                    <a:pt x="2627881" y="2038220"/>
                  </a:lnTo>
                  <a:lnTo>
                    <a:pt x="2627975" y="2038220"/>
                  </a:lnTo>
                  <a:lnTo>
                    <a:pt x="2628070" y="2038220"/>
                  </a:lnTo>
                  <a:lnTo>
                    <a:pt x="2628164" y="2038220"/>
                  </a:lnTo>
                  <a:lnTo>
                    <a:pt x="2628258" y="2038220"/>
                  </a:lnTo>
                  <a:lnTo>
                    <a:pt x="2628352" y="2038220"/>
                  </a:lnTo>
                  <a:lnTo>
                    <a:pt x="2628446" y="2038220"/>
                  </a:lnTo>
                  <a:lnTo>
                    <a:pt x="2628540" y="2038220"/>
                  </a:lnTo>
                  <a:lnTo>
                    <a:pt x="2628634" y="2038220"/>
                  </a:lnTo>
                  <a:lnTo>
                    <a:pt x="2628729" y="2038220"/>
                  </a:lnTo>
                  <a:lnTo>
                    <a:pt x="2628823" y="2038220"/>
                  </a:lnTo>
                  <a:lnTo>
                    <a:pt x="2628917" y="2038220"/>
                  </a:lnTo>
                  <a:lnTo>
                    <a:pt x="2629011" y="2038220"/>
                  </a:lnTo>
                  <a:lnTo>
                    <a:pt x="2629105" y="2038220"/>
                  </a:lnTo>
                  <a:lnTo>
                    <a:pt x="2629199" y="2038220"/>
                  </a:lnTo>
                  <a:lnTo>
                    <a:pt x="2629294" y="2038220"/>
                  </a:lnTo>
                  <a:lnTo>
                    <a:pt x="2629388" y="2038220"/>
                  </a:lnTo>
                  <a:lnTo>
                    <a:pt x="2629482" y="2038220"/>
                  </a:lnTo>
                  <a:lnTo>
                    <a:pt x="2629576" y="2038220"/>
                  </a:lnTo>
                  <a:lnTo>
                    <a:pt x="2629670" y="2038220"/>
                  </a:lnTo>
                  <a:lnTo>
                    <a:pt x="2629764" y="2038220"/>
                  </a:lnTo>
                  <a:lnTo>
                    <a:pt x="2629858" y="2038220"/>
                  </a:lnTo>
                  <a:lnTo>
                    <a:pt x="2629953" y="2038220"/>
                  </a:lnTo>
                  <a:lnTo>
                    <a:pt x="2630047" y="2038220"/>
                  </a:lnTo>
                  <a:lnTo>
                    <a:pt x="2630141" y="2038220"/>
                  </a:lnTo>
                  <a:lnTo>
                    <a:pt x="2630235" y="2038220"/>
                  </a:lnTo>
                  <a:lnTo>
                    <a:pt x="2630329" y="2038220"/>
                  </a:lnTo>
                  <a:lnTo>
                    <a:pt x="2630423" y="2038220"/>
                  </a:lnTo>
                  <a:lnTo>
                    <a:pt x="2630518" y="2038220"/>
                  </a:lnTo>
                  <a:lnTo>
                    <a:pt x="2630612" y="2038220"/>
                  </a:lnTo>
                  <a:lnTo>
                    <a:pt x="2630706" y="2038220"/>
                  </a:lnTo>
                  <a:lnTo>
                    <a:pt x="2630800" y="2038220"/>
                  </a:lnTo>
                  <a:lnTo>
                    <a:pt x="2630894" y="2038220"/>
                  </a:lnTo>
                  <a:lnTo>
                    <a:pt x="2630988" y="2038220"/>
                  </a:lnTo>
                  <a:lnTo>
                    <a:pt x="2631082" y="2038220"/>
                  </a:lnTo>
                  <a:lnTo>
                    <a:pt x="2631177" y="2038220"/>
                  </a:lnTo>
                  <a:lnTo>
                    <a:pt x="2631271" y="2038220"/>
                  </a:lnTo>
                  <a:lnTo>
                    <a:pt x="2631365" y="2038220"/>
                  </a:lnTo>
                  <a:lnTo>
                    <a:pt x="2631459" y="2038220"/>
                  </a:lnTo>
                  <a:lnTo>
                    <a:pt x="2631553" y="2038220"/>
                  </a:lnTo>
                  <a:lnTo>
                    <a:pt x="2631647" y="2038220"/>
                  </a:lnTo>
                  <a:lnTo>
                    <a:pt x="2631741" y="2038220"/>
                  </a:lnTo>
                  <a:lnTo>
                    <a:pt x="2631836" y="2038220"/>
                  </a:lnTo>
                  <a:lnTo>
                    <a:pt x="2631930" y="2038220"/>
                  </a:lnTo>
                  <a:lnTo>
                    <a:pt x="2632024" y="2038220"/>
                  </a:lnTo>
                  <a:lnTo>
                    <a:pt x="2632118" y="2038220"/>
                  </a:lnTo>
                  <a:lnTo>
                    <a:pt x="2632212" y="2038220"/>
                  </a:lnTo>
                  <a:lnTo>
                    <a:pt x="2632306" y="2038220"/>
                  </a:lnTo>
                  <a:lnTo>
                    <a:pt x="2632401" y="2038220"/>
                  </a:lnTo>
                  <a:lnTo>
                    <a:pt x="2632495" y="2038220"/>
                  </a:lnTo>
                  <a:lnTo>
                    <a:pt x="2632589" y="2038220"/>
                  </a:lnTo>
                  <a:lnTo>
                    <a:pt x="2632683" y="2038220"/>
                  </a:lnTo>
                  <a:lnTo>
                    <a:pt x="2632777" y="2038220"/>
                  </a:lnTo>
                  <a:lnTo>
                    <a:pt x="2632871" y="2038220"/>
                  </a:lnTo>
                  <a:lnTo>
                    <a:pt x="2632965" y="2038220"/>
                  </a:lnTo>
                  <a:lnTo>
                    <a:pt x="2633060" y="2038220"/>
                  </a:lnTo>
                  <a:lnTo>
                    <a:pt x="2633154" y="2038220"/>
                  </a:lnTo>
                  <a:lnTo>
                    <a:pt x="2633248" y="2038220"/>
                  </a:lnTo>
                  <a:lnTo>
                    <a:pt x="2633342" y="2038220"/>
                  </a:lnTo>
                  <a:lnTo>
                    <a:pt x="2633436" y="2038220"/>
                  </a:lnTo>
                  <a:lnTo>
                    <a:pt x="2633530" y="2038220"/>
                  </a:lnTo>
                  <a:lnTo>
                    <a:pt x="2633625" y="2038220"/>
                  </a:lnTo>
                  <a:lnTo>
                    <a:pt x="2633719" y="2038220"/>
                  </a:lnTo>
                  <a:lnTo>
                    <a:pt x="2633813" y="2038220"/>
                  </a:lnTo>
                  <a:lnTo>
                    <a:pt x="2633907" y="2038220"/>
                  </a:lnTo>
                  <a:lnTo>
                    <a:pt x="2634001" y="2038220"/>
                  </a:lnTo>
                  <a:lnTo>
                    <a:pt x="2634095" y="2038220"/>
                  </a:lnTo>
                  <a:lnTo>
                    <a:pt x="2634189" y="2038220"/>
                  </a:lnTo>
                  <a:lnTo>
                    <a:pt x="2634284" y="2038220"/>
                  </a:lnTo>
                  <a:lnTo>
                    <a:pt x="2634378" y="2038220"/>
                  </a:lnTo>
                  <a:lnTo>
                    <a:pt x="2634472" y="2038220"/>
                  </a:lnTo>
                  <a:lnTo>
                    <a:pt x="2634566" y="2038220"/>
                  </a:lnTo>
                  <a:lnTo>
                    <a:pt x="2634660" y="2038220"/>
                  </a:lnTo>
                  <a:lnTo>
                    <a:pt x="2634754" y="2038220"/>
                  </a:lnTo>
                  <a:lnTo>
                    <a:pt x="2634849" y="2038220"/>
                  </a:lnTo>
                  <a:lnTo>
                    <a:pt x="2634943" y="2038220"/>
                  </a:lnTo>
                  <a:lnTo>
                    <a:pt x="2635037" y="2038220"/>
                  </a:lnTo>
                  <a:lnTo>
                    <a:pt x="2635131" y="2038220"/>
                  </a:lnTo>
                  <a:lnTo>
                    <a:pt x="2635225" y="2038220"/>
                  </a:lnTo>
                  <a:lnTo>
                    <a:pt x="2635319" y="2038220"/>
                  </a:lnTo>
                  <a:lnTo>
                    <a:pt x="2635413" y="2038220"/>
                  </a:lnTo>
                  <a:lnTo>
                    <a:pt x="2635508" y="2038220"/>
                  </a:lnTo>
                  <a:lnTo>
                    <a:pt x="2635602" y="2038220"/>
                  </a:lnTo>
                  <a:lnTo>
                    <a:pt x="2635696" y="2038220"/>
                  </a:lnTo>
                  <a:lnTo>
                    <a:pt x="2635790" y="2038220"/>
                  </a:lnTo>
                  <a:lnTo>
                    <a:pt x="2635884" y="2038220"/>
                  </a:lnTo>
                  <a:lnTo>
                    <a:pt x="2635978" y="2038220"/>
                  </a:lnTo>
                  <a:lnTo>
                    <a:pt x="2636072" y="2038220"/>
                  </a:lnTo>
                  <a:lnTo>
                    <a:pt x="2636167" y="2038220"/>
                  </a:lnTo>
                  <a:lnTo>
                    <a:pt x="2636261" y="2038220"/>
                  </a:lnTo>
                  <a:lnTo>
                    <a:pt x="2636355" y="2038220"/>
                  </a:lnTo>
                  <a:lnTo>
                    <a:pt x="2636449" y="2038220"/>
                  </a:lnTo>
                  <a:lnTo>
                    <a:pt x="2636543" y="2038220"/>
                  </a:lnTo>
                  <a:lnTo>
                    <a:pt x="2636637" y="2038220"/>
                  </a:lnTo>
                  <a:lnTo>
                    <a:pt x="2636732" y="2038220"/>
                  </a:lnTo>
                  <a:lnTo>
                    <a:pt x="2636826" y="2038220"/>
                  </a:lnTo>
                  <a:lnTo>
                    <a:pt x="2636920" y="2038220"/>
                  </a:lnTo>
                  <a:lnTo>
                    <a:pt x="2637014" y="2038220"/>
                  </a:lnTo>
                  <a:lnTo>
                    <a:pt x="2637108" y="2038220"/>
                  </a:lnTo>
                  <a:lnTo>
                    <a:pt x="2637202" y="2038220"/>
                  </a:lnTo>
                  <a:lnTo>
                    <a:pt x="2637296" y="2038220"/>
                  </a:lnTo>
                  <a:lnTo>
                    <a:pt x="2637391" y="2038220"/>
                  </a:lnTo>
                  <a:lnTo>
                    <a:pt x="2637485" y="2038220"/>
                  </a:lnTo>
                  <a:lnTo>
                    <a:pt x="2637579" y="2038220"/>
                  </a:lnTo>
                  <a:lnTo>
                    <a:pt x="2637673" y="2038220"/>
                  </a:lnTo>
                  <a:lnTo>
                    <a:pt x="2637767" y="2038220"/>
                  </a:lnTo>
                  <a:lnTo>
                    <a:pt x="2637861" y="2038220"/>
                  </a:lnTo>
                  <a:lnTo>
                    <a:pt x="2637956" y="2038220"/>
                  </a:lnTo>
                  <a:lnTo>
                    <a:pt x="2638050" y="2038220"/>
                  </a:lnTo>
                  <a:lnTo>
                    <a:pt x="2638144" y="2038220"/>
                  </a:lnTo>
                  <a:lnTo>
                    <a:pt x="2638144" y="2033309"/>
                  </a:lnTo>
                  <a:lnTo>
                    <a:pt x="2638238" y="2033309"/>
                  </a:lnTo>
                  <a:lnTo>
                    <a:pt x="2638332" y="2033309"/>
                  </a:lnTo>
                  <a:lnTo>
                    <a:pt x="2638426" y="2033309"/>
                  </a:lnTo>
                  <a:lnTo>
                    <a:pt x="2638520" y="2033309"/>
                  </a:lnTo>
                  <a:lnTo>
                    <a:pt x="2638615" y="2033309"/>
                  </a:lnTo>
                  <a:lnTo>
                    <a:pt x="2638709" y="2033309"/>
                  </a:lnTo>
                  <a:lnTo>
                    <a:pt x="2638803" y="2033309"/>
                  </a:lnTo>
                  <a:lnTo>
                    <a:pt x="2638897" y="2033309"/>
                  </a:lnTo>
                  <a:lnTo>
                    <a:pt x="2638991" y="2033309"/>
                  </a:lnTo>
                  <a:lnTo>
                    <a:pt x="2639085" y="2033309"/>
                  </a:lnTo>
                  <a:lnTo>
                    <a:pt x="2639180" y="2033309"/>
                  </a:lnTo>
                  <a:lnTo>
                    <a:pt x="2639274" y="2033309"/>
                  </a:lnTo>
                  <a:lnTo>
                    <a:pt x="2639368" y="2033309"/>
                  </a:lnTo>
                  <a:lnTo>
                    <a:pt x="2639462" y="2033309"/>
                  </a:lnTo>
                  <a:lnTo>
                    <a:pt x="2639462" y="2028397"/>
                  </a:lnTo>
                  <a:lnTo>
                    <a:pt x="2639556" y="2028397"/>
                  </a:lnTo>
                  <a:lnTo>
                    <a:pt x="2639650" y="2028397"/>
                  </a:lnTo>
                  <a:lnTo>
                    <a:pt x="2639744" y="2028397"/>
                  </a:lnTo>
                  <a:lnTo>
                    <a:pt x="2639839" y="2028397"/>
                  </a:lnTo>
                  <a:lnTo>
                    <a:pt x="2639933" y="2028397"/>
                  </a:lnTo>
                  <a:lnTo>
                    <a:pt x="2640027" y="2028397"/>
                  </a:lnTo>
                  <a:lnTo>
                    <a:pt x="2640121" y="2028397"/>
                  </a:lnTo>
                  <a:lnTo>
                    <a:pt x="2640215" y="2028397"/>
                  </a:lnTo>
                  <a:lnTo>
                    <a:pt x="2640309" y="2028397"/>
                  </a:lnTo>
                  <a:lnTo>
                    <a:pt x="2640403" y="2028397"/>
                  </a:lnTo>
                  <a:lnTo>
                    <a:pt x="2640498" y="2028397"/>
                  </a:lnTo>
                  <a:lnTo>
                    <a:pt x="2640592" y="2028397"/>
                  </a:lnTo>
                  <a:lnTo>
                    <a:pt x="2640686" y="2028397"/>
                  </a:lnTo>
                  <a:lnTo>
                    <a:pt x="2640686" y="2023486"/>
                  </a:lnTo>
                  <a:lnTo>
                    <a:pt x="2640780" y="2023486"/>
                  </a:lnTo>
                  <a:lnTo>
                    <a:pt x="2640874" y="2023486"/>
                  </a:lnTo>
                  <a:lnTo>
                    <a:pt x="2640968" y="2023486"/>
                  </a:lnTo>
                  <a:lnTo>
                    <a:pt x="2640968" y="2018575"/>
                  </a:lnTo>
                  <a:lnTo>
                    <a:pt x="2641063" y="2018575"/>
                  </a:lnTo>
                  <a:lnTo>
                    <a:pt x="2641157" y="2018575"/>
                  </a:lnTo>
                  <a:lnTo>
                    <a:pt x="2641251" y="2018575"/>
                  </a:lnTo>
                  <a:lnTo>
                    <a:pt x="2641345" y="2018575"/>
                  </a:lnTo>
                  <a:lnTo>
                    <a:pt x="2641439" y="2018575"/>
                  </a:lnTo>
                  <a:lnTo>
                    <a:pt x="2641533" y="2018575"/>
                  </a:lnTo>
                  <a:lnTo>
                    <a:pt x="2641627" y="2018575"/>
                  </a:lnTo>
                  <a:lnTo>
                    <a:pt x="2641722" y="2018575"/>
                  </a:lnTo>
                  <a:lnTo>
                    <a:pt x="2641816" y="2018575"/>
                  </a:lnTo>
                  <a:lnTo>
                    <a:pt x="2641910" y="2018575"/>
                  </a:lnTo>
                  <a:lnTo>
                    <a:pt x="2642004" y="2018575"/>
                  </a:lnTo>
                  <a:lnTo>
                    <a:pt x="2642098" y="2018575"/>
                  </a:lnTo>
                  <a:lnTo>
                    <a:pt x="2642192" y="2018575"/>
                  </a:lnTo>
                  <a:lnTo>
                    <a:pt x="2642287" y="2018575"/>
                  </a:lnTo>
                  <a:lnTo>
                    <a:pt x="2642381" y="2018575"/>
                  </a:lnTo>
                  <a:lnTo>
                    <a:pt x="2642475" y="2018575"/>
                  </a:lnTo>
                  <a:lnTo>
                    <a:pt x="2642569" y="2018575"/>
                  </a:lnTo>
                  <a:lnTo>
                    <a:pt x="2642663" y="2018575"/>
                  </a:lnTo>
                  <a:lnTo>
                    <a:pt x="2642757" y="2018575"/>
                  </a:lnTo>
                  <a:lnTo>
                    <a:pt x="2642851" y="2018575"/>
                  </a:lnTo>
                  <a:lnTo>
                    <a:pt x="2642946" y="2018575"/>
                  </a:lnTo>
                  <a:lnTo>
                    <a:pt x="2643040" y="2018575"/>
                  </a:lnTo>
                  <a:lnTo>
                    <a:pt x="2643134" y="2018575"/>
                  </a:lnTo>
                  <a:lnTo>
                    <a:pt x="2643228" y="2018575"/>
                  </a:lnTo>
                  <a:lnTo>
                    <a:pt x="2643322" y="2018575"/>
                  </a:lnTo>
                  <a:lnTo>
                    <a:pt x="2643416" y="2018575"/>
                  </a:lnTo>
                  <a:lnTo>
                    <a:pt x="2643511" y="2018575"/>
                  </a:lnTo>
                  <a:lnTo>
                    <a:pt x="2643605" y="2018575"/>
                  </a:lnTo>
                  <a:lnTo>
                    <a:pt x="2643699" y="2018575"/>
                  </a:lnTo>
                  <a:lnTo>
                    <a:pt x="2643793" y="2018575"/>
                  </a:lnTo>
                  <a:lnTo>
                    <a:pt x="2643887" y="2018575"/>
                  </a:lnTo>
                  <a:lnTo>
                    <a:pt x="2643981" y="2018575"/>
                  </a:lnTo>
                  <a:lnTo>
                    <a:pt x="2644075" y="2018575"/>
                  </a:lnTo>
                  <a:lnTo>
                    <a:pt x="2644170" y="2018575"/>
                  </a:lnTo>
                  <a:lnTo>
                    <a:pt x="2644264" y="2018575"/>
                  </a:lnTo>
                  <a:lnTo>
                    <a:pt x="2644358" y="2018575"/>
                  </a:lnTo>
                  <a:lnTo>
                    <a:pt x="2644452" y="2018575"/>
                  </a:lnTo>
                  <a:lnTo>
                    <a:pt x="2644546" y="2018575"/>
                  </a:lnTo>
                  <a:lnTo>
                    <a:pt x="2644640" y="2018575"/>
                  </a:lnTo>
                  <a:lnTo>
                    <a:pt x="2644734" y="2018575"/>
                  </a:lnTo>
                  <a:lnTo>
                    <a:pt x="2644829" y="2018575"/>
                  </a:lnTo>
                  <a:lnTo>
                    <a:pt x="2644923" y="2018575"/>
                  </a:lnTo>
                  <a:lnTo>
                    <a:pt x="2645017" y="2018575"/>
                  </a:lnTo>
                  <a:lnTo>
                    <a:pt x="2645111" y="2018575"/>
                  </a:lnTo>
                  <a:lnTo>
                    <a:pt x="2645205" y="2018575"/>
                  </a:lnTo>
                  <a:lnTo>
                    <a:pt x="2645299" y="2018575"/>
                  </a:lnTo>
                  <a:lnTo>
                    <a:pt x="2645394" y="2018575"/>
                  </a:lnTo>
                  <a:lnTo>
                    <a:pt x="2645488" y="2018575"/>
                  </a:lnTo>
                  <a:lnTo>
                    <a:pt x="2645582" y="2018575"/>
                  </a:lnTo>
                  <a:lnTo>
                    <a:pt x="2645676" y="2018575"/>
                  </a:lnTo>
                  <a:lnTo>
                    <a:pt x="2645770" y="2018575"/>
                  </a:lnTo>
                  <a:lnTo>
                    <a:pt x="2645864" y="2018575"/>
                  </a:lnTo>
                  <a:lnTo>
                    <a:pt x="2645958" y="2018575"/>
                  </a:lnTo>
                  <a:lnTo>
                    <a:pt x="2646053" y="2018575"/>
                  </a:lnTo>
                  <a:lnTo>
                    <a:pt x="2646147" y="2018575"/>
                  </a:lnTo>
                  <a:lnTo>
                    <a:pt x="2646241" y="2018575"/>
                  </a:lnTo>
                  <a:lnTo>
                    <a:pt x="2646335" y="2018575"/>
                  </a:lnTo>
                  <a:lnTo>
                    <a:pt x="2646429" y="2018575"/>
                  </a:lnTo>
                  <a:lnTo>
                    <a:pt x="2646523" y="2018575"/>
                  </a:lnTo>
                  <a:lnTo>
                    <a:pt x="2646618" y="2018575"/>
                  </a:lnTo>
                  <a:lnTo>
                    <a:pt x="2646712" y="2018575"/>
                  </a:lnTo>
                  <a:lnTo>
                    <a:pt x="2646806" y="2018575"/>
                  </a:lnTo>
                  <a:lnTo>
                    <a:pt x="2646900" y="2018575"/>
                  </a:lnTo>
                  <a:lnTo>
                    <a:pt x="2646994" y="2018575"/>
                  </a:lnTo>
                  <a:lnTo>
                    <a:pt x="2647088" y="2018575"/>
                  </a:lnTo>
                  <a:lnTo>
                    <a:pt x="2647182" y="2018575"/>
                  </a:lnTo>
                  <a:lnTo>
                    <a:pt x="2647277" y="2018575"/>
                  </a:lnTo>
                  <a:lnTo>
                    <a:pt x="2647371" y="2018575"/>
                  </a:lnTo>
                  <a:lnTo>
                    <a:pt x="2647465" y="2018575"/>
                  </a:lnTo>
                  <a:lnTo>
                    <a:pt x="2647559" y="2018575"/>
                  </a:lnTo>
                  <a:lnTo>
                    <a:pt x="2647653" y="2018575"/>
                  </a:lnTo>
                  <a:lnTo>
                    <a:pt x="2647747" y="2018575"/>
                  </a:lnTo>
                  <a:lnTo>
                    <a:pt x="2647842" y="2018575"/>
                  </a:lnTo>
                  <a:lnTo>
                    <a:pt x="2647936" y="2018575"/>
                  </a:lnTo>
                  <a:lnTo>
                    <a:pt x="2648030" y="2018575"/>
                  </a:lnTo>
                  <a:lnTo>
                    <a:pt x="2648124" y="2018575"/>
                  </a:lnTo>
                  <a:lnTo>
                    <a:pt x="2648218" y="2018575"/>
                  </a:lnTo>
                  <a:lnTo>
                    <a:pt x="2648312" y="2018575"/>
                  </a:lnTo>
                  <a:lnTo>
                    <a:pt x="2648406" y="2018575"/>
                  </a:lnTo>
                  <a:lnTo>
                    <a:pt x="2648501" y="2018575"/>
                  </a:lnTo>
                  <a:lnTo>
                    <a:pt x="2648595" y="2018575"/>
                  </a:lnTo>
                  <a:lnTo>
                    <a:pt x="2648689" y="2018575"/>
                  </a:lnTo>
                  <a:lnTo>
                    <a:pt x="2648783" y="2018575"/>
                  </a:lnTo>
                  <a:lnTo>
                    <a:pt x="2648877" y="2018575"/>
                  </a:lnTo>
                  <a:lnTo>
                    <a:pt x="2648971" y="2018575"/>
                  </a:lnTo>
                  <a:lnTo>
                    <a:pt x="2649065" y="2018575"/>
                  </a:lnTo>
                  <a:lnTo>
                    <a:pt x="2649160" y="2018575"/>
                  </a:lnTo>
                  <a:lnTo>
                    <a:pt x="2649254" y="2018575"/>
                  </a:lnTo>
                  <a:lnTo>
                    <a:pt x="2649348" y="2018575"/>
                  </a:lnTo>
                  <a:lnTo>
                    <a:pt x="2649442" y="2018575"/>
                  </a:lnTo>
                  <a:lnTo>
                    <a:pt x="2649536" y="2018575"/>
                  </a:lnTo>
                  <a:lnTo>
                    <a:pt x="2649630" y="2018575"/>
                  </a:lnTo>
                  <a:lnTo>
                    <a:pt x="2649725" y="2018575"/>
                  </a:lnTo>
                  <a:lnTo>
                    <a:pt x="2649819" y="2018575"/>
                  </a:lnTo>
                  <a:lnTo>
                    <a:pt x="2649913" y="2018575"/>
                  </a:lnTo>
                  <a:lnTo>
                    <a:pt x="2650007" y="2018575"/>
                  </a:lnTo>
                  <a:lnTo>
                    <a:pt x="2650101" y="2018575"/>
                  </a:lnTo>
                  <a:lnTo>
                    <a:pt x="2650195" y="2018575"/>
                  </a:lnTo>
                  <a:lnTo>
                    <a:pt x="2650289" y="2018575"/>
                  </a:lnTo>
                  <a:lnTo>
                    <a:pt x="2650384" y="2018575"/>
                  </a:lnTo>
                  <a:lnTo>
                    <a:pt x="2650478" y="2018575"/>
                  </a:lnTo>
                  <a:lnTo>
                    <a:pt x="2650572" y="2018575"/>
                  </a:lnTo>
                  <a:lnTo>
                    <a:pt x="2650666" y="2018575"/>
                  </a:lnTo>
                  <a:lnTo>
                    <a:pt x="2650760" y="2018575"/>
                  </a:lnTo>
                  <a:lnTo>
                    <a:pt x="2650854" y="2018575"/>
                  </a:lnTo>
                  <a:lnTo>
                    <a:pt x="2650949" y="2018575"/>
                  </a:lnTo>
                  <a:lnTo>
                    <a:pt x="2651043" y="2018575"/>
                  </a:lnTo>
                  <a:lnTo>
                    <a:pt x="2651137" y="2018575"/>
                  </a:lnTo>
                  <a:lnTo>
                    <a:pt x="2651231" y="2018575"/>
                  </a:lnTo>
                  <a:lnTo>
                    <a:pt x="2651325" y="2018575"/>
                  </a:lnTo>
                  <a:lnTo>
                    <a:pt x="2651419" y="2018575"/>
                  </a:lnTo>
                  <a:lnTo>
                    <a:pt x="2651513" y="2018575"/>
                  </a:lnTo>
                  <a:lnTo>
                    <a:pt x="2651608" y="2018575"/>
                  </a:lnTo>
                  <a:lnTo>
                    <a:pt x="2651702" y="2018575"/>
                  </a:lnTo>
                  <a:lnTo>
                    <a:pt x="2651796" y="2018575"/>
                  </a:lnTo>
                  <a:lnTo>
                    <a:pt x="2651890" y="2018575"/>
                  </a:lnTo>
                  <a:lnTo>
                    <a:pt x="2651984" y="2018575"/>
                  </a:lnTo>
                  <a:lnTo>
                    <a:pt x="2652078" y="2018575"/>
                  </a:lnTo>
                  <a:lnTo>
                    <a:pt x="2652173" y="2018575"/>
                  </a:lnTo>
                  <a:lnTo>
                    <a:pt x="2652267" y="2018575"/>
                  </a:lnTo>
                  <a:lnTo>
                    <a:pt x="2652361" y="2018575"/>
                  </a:lnTo>
                  <a:lnTo>
                    <a:pt x="2652455" y="2018575"/>
                  </a:lnTo>
                  <a:lnTo>
                    <a:pt x="2652549" y="2018575"/>
                  </a:lnTo>
                  <a:lnTo>
                    <a:pt x="2652643" y="2018575"/>
                  </a:lnTo>
                  <a:lnTo>
                    <a:pt x="2652737" y="2018575"/>
                  </a:lnTo>
                  <a:lnTo>
                    <a:pt x="2652832" y="2018575"/>
                  </a:lnTo>
                  <a:lnTo>
                    <a:pt x="2652926" y="2018575"/>
                  </a:lnTo>
                  <a:lnTo>
                    <a:pt x="2653020" y="2018575"/>
                  </a:lnTo>
                  <a:lnTo>
                    <a:pt x="2653114" y="2018575"/>
                  </a:lnTo>
                  <a:lnTo>
                    <a:pt x="2653208" y="2018575"/>
                  </a:lnTo>
                  <a:lnTo>
                    <a:pt x="2653302" y="2018575"/>
                  </a:lnTo>
                  <a:lnTo>
                    <a:pt x="2653396" y="2018575"/>
                  </a:lnTo>
                  <a:lnTo>
                    <a:pt x="2653491" y="2018575"/>
                  </a:lnTo>
                  <a:lnTo>
                    <a:pt x="2653585" y="2018575"/>
                  </a:lnTo>
                  <a:lnTo>
                    <a:pt x="2653679" y="2018575"/>
                  </a:lnTo>
                  <a:lnTo>
                    <a:pt x="2653773" y="2018575"/>
                  </a:lnTo>
                  <a:lnTo>
                    <a:pt x="2653867" y="2018575"/>
                  </a:lnTo>
                  <a:lnTo>
                    <a:pt x="2653961" y="2018575"/>
                  </a:lnTo>
                  <a:lnTo>
                    <a:pt x="2654056" y="2018575"/>
                  </a:lnTo>
                  <a:lnTo>
                    <a:pt x="2654150" y="2018575"/>
                  </a:lnTo>
                  <a:lnTo>
                    <a:pt x="2654244" y="2018575"/>
                  </a:lnTo>
                  <a:lnTo>
                    <a:pt x="2654338" y="2018575"/>
                  </a:lnTo>
                  <a:lnTo>
                    <a:pt x="2654432" y="2018575"/>
                  </a:lnTo>
                  <a:lnTo>
                    <a:pt x="2654526" y="2018575"/>
                  </a:lnTo>
                  <a:lnTo>
                    <a:pt x="2654620" y="2018575"/>
                  </a:lnTo>
                  <a:lnTo>
                    <a:pt x="2654715" y="2018575"/>
                  </a:lnTo>
                  <a:lnTo>
                    <a:pt x="2654809" y="2018575"/>
                  </a:lnTo>
                  <a:lnTo>
                    <a:pt x="2654903" y="2018575"/>
                  </a:lnTo>
                  <a:lnTo>
                    <a:pt x="2654997" y="2018575"/>
                  </a:lnTo>
                  <a:lnTo>
                    <a:pt x="2655091" y="2018575"/>
                  </a:lnTo>
                  <a:lnTo>
                    <a:pt x="2655185" y="2018575"/>
                  </a:lnTo>
                  <a:lnTo>
                    <a:pt x="2655280" y="2018575"/>
                  </a:lnTo>
                  <a:lnTo>
                    <a:pt x="2655374" y="2018575"/>
                  </a:lnTo>
                  <a:lnTo>
                    <a:pt x="2655468" y="2018575"/>
                  </a:lnTo>
                  <a:lnTo>
                    <a:pt x="2655562" y="2018575"/>
                  </a:lnTo>
                  <a:lnTo>
                    <a:pt x="2655656" y="2018575"/>
                  </a:lnTo>
                  <a:lnTo>
                    <a:pt x="2655750" y="2018575"/>
                  </a:lnTo>
                  <a:lnTo>
                    <a:pt x="2655844" y="2018575"/>
                  </a:lnTo>
                  <a:lnTo>
                    <a:pt x="2655939" y="2018575"/>
                  </a:lnTo>
                  <a:lnTo>
                    <a:pt x="2656033" y="2018575"/>
                  </a:lnTo>
                  <a:lnTo>
                    <a:pt x="2656127" y="2018575"/>
                  </a:lnTo>
                  <a:lnTo>
                    <a:pt x="2656221" y="2018575"/>
                  </a:lnTo>
                  <a:lnTo>
                    <a:pt x="2656315" y="2018575"/>
                  </a:lnTo>
                  <a:lnTo>
                    <a:pt x="2656409" y="2018575"/>
                  </a:lnTo>
                  <a:lnTo>
                    <a:pt x="2656409" y="2013663"/>
                  </a:lnTo>
                  <a:lnTo>
                    <a:pt x="2656504" y="2013663"/>
                  </a:lnTo>
                  <a:lnTo>
                    <a:pt x="2656598" y="2013663"/>
                  </a:lnTo>
                  <a:lnTo>
                    <a:pt x="2656692" y="2013663"/>
                  </a:lnTo>
                  <a:lnTo>
                    <a:pt x="2656786" y="2013663"/>
                  </a:lnTo>
                  <a:lnTo>
                    <a:pt x="2656880" y="2013663"/>
                  </a:lnTo>
                  <a:lnTo>
                    <a:pt x="2656974" y="2013663"/>
                  </a:lnTo>
                  <a:lnTo>
                    <a:pt x="2657068" y="2013663"/>
                  </a:lnTo>
                  <a:lnTo>
                    <a:pt x="2657068" y="2008752"/>
                  </a:lnTo>
                  <a:lnTo>
                    <a:pt x="2657163" y="2008752"/>
                  </a:lnTo>
                  <a:lnTo>
                    <a:pt x="2657257" y="2008752"/>
                  </a:lnTo>
                  <a:lnTo>
                    <a:pt x="2657351" y="2008752"/>
                  </a:lnTo>
                  <a:lnTo>
                    <a:pt x="2657445" y="2008752"/>
                  </a:lnTo>
                  <a:lnTo>
                    <a:pt x="2657539" y="2008752"/>
                  </a:lnTo>
                  <a:lnTo>
                    <a:pt x="2657633" y="2008752"/>
                  </a:lnTo>
                  <a:lnTo>
                    <a:pt x="2657727" y="2008752"/>
                  </a:lnTo>
                  <a:lnTo>
                    <a:pt x="2657822" y="2008752"/>
                  </a:lnTo>
                  <a:lnTo>
                    <a:pt x="2657916" y="2008752"/>
                  </a:lnTo>
                  <a:lnTo>
                    <a:pt x="2658010" y="2008752"/>
                  </a:lnTo>
                  <a:lnTo>
                    <a:pt x="2658104" y="2008752"/>
                  </a:lnTo>
                  <a:lnTo>
                    <a:pt x="2658198" y="2008752"/>
                  </a:lnTo>
                  <a:lnTo>
                    <a:pt x="2658292" y="2008752"/>
                  </a:lnTo>
                  <a:lnTo>
                    <a:pt x="2658387" y="2008752"/>
                  </a:lnTo>
                  <a:lnTo>
                    <a:pt x="2658481" y="2008752"/>
                  </a:lnTo>
                  <a:lnTo>
                    <a:pt x="2658575" y="2008752"/>
                  </a:lnTo>
                  <a:lnTo>
                    <a:pt x="2658669" y="2008752"/>
                  </a:lnTo>
                  <a:lnTo>
                    <a:pt x="2658763" y="2008752"/>
                  </a:lnTo>
                  <a:lnTo>
                    <a:pt x="2658857" y="2008752"/>
                  </a:lnTo>
                  <a:lnTo>
                    <a:pt x="2658951" y="2008752"/>
                  </a:lnTo>
                  <a:lnTo>
                    <a:pt x="2659046" y="2008752"/>
                  </a:lnTo>
                  <a:lnTo>
                    <a:pt x="2659046" y="2003840"/>
                  </a:lnTo>
                  <a:lnTo>
                    <a:pt x="2659140" y="2003840"/>
                  </a:lnTo>
                  <a:lnTo>
                    <a:pt x="2659234" y="2003840"/>
                  </a:lnTo>
                  <a:lnTo>
                    <a:pt x="2659328" y="2003840"/>
                  </a:lnTo>
                  <a:lnTo>
                    <a:pt x="2659422" y="2003840"/>
                  </a:lnTo>
                  <a:lnTo>
                    <a:pt x="2659516" y="2003840"/>
                  </a:lnTo>
                  <a:lnTo>
                    <a:pt x="2659611" y="2003840"/>
                  </a:lnTo>
                  <a:lnTo>
                    <a:pt x="2659705" y="2003840"/>
                  </a:lnTo>
                  <a:lnTo>
                    <a:pt x="2659799" y="2003840"/>
                  </a:lnTo>
                  <a:lnTo>
                    <a:pt x="2659893" y="2003840"/>
                  </a:lnTo>
                  <a:lnTo>
                    <a:pt x="2659987" y="2003840"/>
                  </a:lnTo>
                  <a:lnTo>
                    <a:pt x="2660081" y="2003840"/>
                  </a:lnTo>
                  <a:lnTo>
                    <a:pt x="2660175" y="2003840"/>
                  </a:lnTo>
                  <a:lnTo>
                    <a:pt x="2660270" y="2003840"/>
                  </a:lnTo>
                  <a:lnTo>
                    <a:pt x="2660364" y="2003840"/>
                  </a:lnTo>
                  <a:lnTo>
                    <a:pt x="2660458" y="2003840"/>
                  </a:lnTo>
                  <a:lnTo>
                    <a:pt x="2660552" y="2003840"/>
                  </a:lnTo>
                  <a:lnTo>
                    <a:pt x="2660646" y="2003840"/>
                  </a:lnTo>
                  <a:lnTo>
                    <a:pt x="2660740" y="2003840"/>
                  </a:lnTo>
                  <a:lnTo>
                    <a:pt x="2660835" y="2003840"/>
                  </a:lnTo>
                  <a:lnTo>
                    <a:pt x="2660929" y="2003840"/>
                  </a:lnTo>
                  <a:lnTo>
                    <a:pt x="2661023" y="2003840"/>
                  </a:lnTo>
                  <a:lnTo>
                    <a:pt x="2661117" y="2003840"/>
                  </a:lnTo>
                  <a:lnTo>
                    <a:pt x="2661211" y="2003840"/>
                  </a:lnTo>
                  <a:lnTo>
                    <a:pt x="2661305" y="2003840"/>
                  </a:lnTo>
                  <a:lnTo>
                    <a:pt x="2661399" y="2003840"/>
                  </a:lnTo>
                  <a:lnTo>
                    <a:pt x="2661494" y="2003840"/>
                  </a:lnTo>
                  <a:lnTo>
                    <a:pt x="2661588" y="2003840"/>
                  </a:lnTo>
                  <a:lnTo>
                    <a:pt x="2661682" y="2003840"/>
                  </a:lnTo>
                  <a:lnTo>
                    <a:pt x="2661776" y="2003840"/>
                  </a:lnTo>
                  <a:lnTo>
                    <a:pt x="2661870" y="2003840"/>
                  </a:lnTo>
                  <a:lnTo>
                    <a:pt x="2661964" y="2003840"/>
                  </a:lnTo>
                  <a:lnTo>
                    <a:pt x="2662058" y="2003840"/>
                  </a:lnTo>
                  <a:lnTo>
                    <a:pt x="2662153" y="2003840"/>
                  </a:lnTo>
                  <a:lnTo>
                    <a:pt x="2662247" y="2003840"/>
                  </a:lnTo>
                  <a:lnTo>
                    <a:pt x="2662341" y="2003840"/>
                  </a:lnTo>
                  <a:lnTo>
                    <a:pt x="2662435" y="2003840"/>
                  </a:lnTo>
                  <a:lnTo>
                    <a:pt x="2662529" y="2003840"/>
                  </a:lnTo>
                  <a:lnTo>
                    <a:pt x="2662623" y="2003840"/>
                  </a:lnTo>
                  <a:lnTo>
                    <a:pt x="2662718" y="2003840"/>
                  </a:lnTo>
                  <a:lnTo>
                    <a:pt x="2662812" y="2003840"/>
                  </a:lnTo>
                  <a:lnTo>
                    <a:pt x="2662906" y="2003840"/>
                  </a:lnTo>
                  <a:lnTo>
                    <a:pt x="2663000" y="2003840"/>
                  </a:lnTo>
                  <a:lnTo>
                    <a:pt x="2663094" y="2003840"/>
                  </a:lnTo>
                  <a:lnTo>
                    <a:pt x="2663188" y="2003840"/>
                  </a:lnTo>
                  <a:lnTo>
                    <a:pt x="2663282" y="2003840"/>
                  </a:lnTo>
                  <a:lnTo>
                    <a:pt x="2663377" y="2003840"/>
                  </a:lnTo>
                  <a:lnTo>
                    <a:pt x="2663471" y="2003840"/>
                  </a:lnTo>
                  <a:lnTo>
                    <a:pt x="2663565" y="2003840"/>
                  </a:lnTo>
                  <a:lnTo>
                    <a:pt x="2663659" y="2003840"/>
                  </a:lnTo>
                  <a:lnTo>
                    <a:pt x="2663753" y="2003840"/>
                  </a:lnTo>
                  <a:lnTo>
                    <a:pt x="2663847" y="2003840"/>
                  </a:lnTo>
                  <a:lnTo>
                    <a:pt x="2663847" y="1998929"/>
                  </a:lnTo>
                  <a:lnTo>
                    <a:pt x="2663942" y="1998929"/>
                  </a:lnTo>
                  <a:lnTo>
                    <a:pt x="2664036" y="1998929"/>
                  </a:lnTo>
                  <a:lnTo>
                    <a:pt x="2664130" y="1998929"/>
                  </a:lnTo>
                  <a:lnTo>
                    <a:pt x="2664224" y="1998929"/>
                  </a:lnTo>
                  <a:lnTo>
                    <a:pt x="2664318" y="1998929"/>
                  </a:lnTo>
                  <a:lnTo>
                    <a:pt x="2664412" y="1998929"/>
                  </a:lnTo>
                  <a:lnTo>
                    <a:pt x="2664506" y="1998929"/>
                  </a:lnTo>
                  <a:lnTo>
                    <a:pt x="2664601" y="1998929"/>
                  </a:lnTo>
                  <a:lnTo>
                    <a:pt x="2664695" y="1998929"/>
                  </a:lnTo>
                  <a:lnTo>
                    <a:pt x="2664789" y="1998929"/>
                  </a:lnTo>
                  <a:lnTo>
                    <a:pt x="2664883" y="1998929"/>
                  </a:lnTo>
                  <a:lnTo>
                    <a:pt x="2664977" y="1998929"/>
                  </a:lnTo>
                  <a:lnTo>
                    <a:pt x="2665071" y="1998929"/>
                  </a:lnTo>
                  <a:lnTo>
                    <a:pt x="2665166" y="1998929"/>
                  </a:lnTo>
                  <a:lnTo>
                    <a:pt x="2665260" y="1998929"/>
                  </a:lnTo>
                  <a:lnTo>
                    <a:pt x="2665354" y="1998929"/>
                  </a:lnTo>
                  <a:lnTo>
                    <a:pt x="2665448" y="1998929"/>
                  </a:lnTo>
                  <a:lnTo>
                    <a:pt x="2665542" y="1998929"/>
                  </a:lnTo>
                  <a:lnTo>
                    <a:pt x="2665636" y="1998929"/>
                  </a:lnTo>
                  <a:lnTo>
                    <a:pt x="2665730" y="1998929"/>
                  </a:lnTo>
                  <a:lnTo>
                    <a:pt x="2665825" y="1998929"/>
                  </a:lnTo>
                  <a:lnTo>
                    <a:pt x="2665919" y="1998929"/>
                  </a:lnTo>
                  <a:lnTo>
                    <a:pt x="2666013" y="1998929"/>
                  </a:lnTo>
                  <a:lnTo>
                    <a:pt x="2666107" y="1998929"/>
                  </a:lnTo>
                  <a:lnTo>
                    <a:pt x="2666201" y="1998929"/>
                  </a:lnTo>
                  <a:lnTo>
                    <a:pt x="2666295" y="1998929"/>
                  </a:lnTo>
                  <a:lnTo>
                    <a:pt x="2666389" y="1998929"/>
                  </a:lnTo>
                  <a:lnTo>
                    <a:pt x="2666484" y="1998929"/>
                  </a:lnTo>
                  <a:lnTo>
                    <a:pt x="2666578" y="1998929"/>
                  </a:lnTo>
                  <a:lnTo>
                    <a:pt x="2666672" y="1998929"/>
                  </a:lnTo>
                  <a:lnTo>
                    <a:pt x="2666766" y="1998929"/>
                  </a:lnTo>
                  <a:lnTo>
                    <a:pt x="2666860" y="1998929"/>
                  </a:lnTo>
                  <a:lnTo>
                    <a:pt x="2666954" y="1998929"/>
                  </a:lnTo>
                  <a:lnTo>
                    <a:pt x="2667049" y="1998929"/>
                  </a:lnTo>
                  <a:lnTo>
                    <a:pt x="2667143" y="1998929"/>
                  </a:lnTo>
                  <a:lnTo>
                    <a:pt x="2667237" y="1998929"/>
                  </a:lnTo>
                  <a:lnTo>
                    <a:pt x="2667331" y="1998929"/>
                  </a:lnTo>
                  <a:lnTo>
                    <a:pt x="2667425" y="1998929"/>
                  </a:lnTo>
                  <a:lnTo>
                    <a:pt x="2667519" y="1998929"/>
                  </a:lnTo>
                  <a:lnTo>
                    <a:pt x="2667613" y="1998929"/>
                  </a:lnTo>
                  <a:lnTo>
                    <a:pt x="2667708" y="1998929"/>
                  </a:lnTo>
                  <a:lnTo>
                    <a:pt x="2667802" y="1998929"/>
                  </a:lnTo>
                  <a:lnTo>
                    <a:pt x="2667896" y="1998929"/>
                  </a:lnTo>
                  <a:lnTo>
                    <a:pt x="2667990" y="1998929"/>
                  </a:lnTo>
                  <a:lnTo>
                    <a:pt x="2668084" y="1998929"/>
                  </a:lnTo>
                  <a:lnTo>
                    <a:pt x="2668178" y="1998929"/>
                  </a:lnTo>
                  <a:lnTo>
                    <a:pt x="2668273" y="1998929"/>
                  </a:lnTo>
                  <a:lnTo>
                    <a:pt x="2668367" y="1998929"/>
                  </a:lnTo>
                  <a:lnTo>
                    <a:pt x="2668461" y="1998929"/>
                  </a:lnTo>
                  <a:lnTo>
                    <a:pt x="2668555" y="1998929"/>
                  </a:lnTo>
                  <a:lnTo>
                    <a:pt x="2668649" y="1998929"/>
                  </a:lnTo>
                  <a:lnTo>
                    <a:pt x="2668743" y="1998929"/>
                  </a:lnTo>
                  <a:lnTo>
                    <a:pt x="2668837" y="1998929"/>
                  </a:lnTo>
                  <a:lnTo>
                    <a:pt x="2668932" y="1998929"/>
                  </a:lnTo>
                  <a:lnTo>
                    <a:pt x="2669026" y="1998929"/>
                  </a:lnTo>
                  <a:lnTo>
                    <a:pt x="2669120" y="1998929"/>
                  </a:lnTo>
                  <a:lnTo>
                    <a:pt x="2669214" y="1998929"/>
                  </a:lnTo>
                  <a:lnTo>
                    <a:pt x="2669308" y="1998929"/>
                  </a:lnTo>
                  <a:lnTo>
                    <a:pt x="2669402" y="1998929"/>
                  </a:lnTo>
                  <a:lnTo>
                    <a:pt x="2669497" y="1998929"/>
                  </a:lnTo>
                  <a:lnTo>
                    <a:pt x="2669591" y="1998929"/>
                  </a:lnTo>
                  <a:lnTo>
                    <a:pt x="2669685" y="1998929"/>
                  </a:lnTo>
                  <a:lnTo>
                    <a:pt x="2669779" y="1998929"/>
                  </a:lnTo>
                  <a:lnTo>
                    <a:pt x="2669873" y="1998929"/>
                  </a:lnTo>
                  <a:lnTo>
                    <a:pt x="2669967" y="1998929"/>
                  </a:lnTo>
                  <a:lnTo>
                    <a:pt x="2670061" y="1998929"/>
                  </a:lnTo>
                  <a:lnTo>
                    <a:pt x="2670156" y="1998929"/>
                  </a:lnTo>
                  <a:lnTo>
                    <a:pt x="2670250" y="1998929"/>
                  </a:lnTo>
                  <a:lnTo>
                    <a:pt x="2670344" y="1998929"/>
                  </a:lnTo>
                  <a:lnTo>
                    <a:pt x="2670438" y="1998929"/>
                  </a:lnTo>
                  <a:lnTo>
                    <a:pt x="2670532" y="1998929"/>
                  </a:lnTo>
                  <a:lnTo>
                    <a:pt x="2670626" y="1998929"/>
                  </a:lnTo>
                  <a:lnTo>
                    <a:pt x="2670720" y="1998929"/>
                  </a:lnTo>
                  <a:lnTo>
                    <a:pt x="2670815" y="1998929"/>
                  </a:lnTo>
                  <a:lnTo>
                    <a:pt x="2670909" y="1998929"/>
                  </a:lnTo>
                  <a:lnTo>
                    <a:pt x="2670909" y="1994018"/>
                  </a:lnTo>
                  <a:lnTo>
                    <a:pt x="2671003" y="1994018"/>
                  </a:lnTo>
                  <a:lnTo>
                    <a:pt x="2671003" y="1989106"/>
                  </a:lnTo>
                  <a:lnTo>
                    <a:pt x="2671097" y="1989106"/>
                  </a:lnTo>
                  <a:lnTo>
                    <a:pt x="2671191" y="1989106"/>
                  </a:lnTo>
                  <a:lnTo>
                    <a:pt x="2671285" y="1989106"/>
                  </a:lnTo>
                  <a:lnTo>
                    <a:pt x="2671380" y="1989106"/>
                  </a:lnTo>
                  <a:lnTo>
                    <a:pt x="2671474" y="1989106"/>
                  </a:lnTo>
                  <a:lnTo>
                    <a:pt x="2671568" y="1989106"/>
                  </a:lnTo>
                  <a:lnTo>
                    <a:pt x="2671662" y="1989106"/>
                  </a:lnTo>
                  <a:lnTo>
                    <a:pt x="2671756" y="1989106"/>
                  </a:lnTo>
                  <a:lnTo>
                    <a:pt x="2671850" y="1989106"/>
                  </a:lnTo>
                  <a:lnTo>
                    <a:pt x="2671944" y="1989106"/>
                  </a:lnTo>
                  <a:lnTo>
                    <a:pt x="2672039" y="1989106"/>
                  </a:lnTo>
                  <a:lnTo>
                    <a:pt x="2672133" y="1989106"/>
                  </a:lnTo>
                  <a:lnTo>
                    <a:pt x="2672227" y="1989106"/>
                  </a:lnTo>
                  <a:lnTo>
                    <a:pt x="2672321" y="1989106"/>
                  </a:lnTo>
                  <a:lnTo>
                    <a:pt x="2672415" y="1989106"/>
                  </a:lnTo>
                  <a:lnTo>
                    <a:pt x="2672509" y="1989106"/>
                  </a:lnTo>
                  <a:lnTo>
                    <a:pt x="2672604" y="1989106"/>
                  </a:lnTo>
                  <a:lnTo>
                    <a:pt x="2672698" y="1989106"/>
                  </a:lnTo>
                  <a:lnTo>
                    <a:pt x="2672792" y="1989106"/>
                  </a:lnTo>
                  <a:lnTo>
                    <a:pt x="2672886" y="1989106"/>
                  </a:lnTo>
                  <a:lnTo>
                    <a:pt x="2672980" y="1989106"/>
                  </a:lnTo>
                  <a:lnTo>
                    <a:pt x="2673074" y="1989106"/>
                  </a:lnTo>
                  <a:lnTo>
                    <a:pt x="2673168" y="1989106"/>
                  </a:lnTo>
                  <a:lnTo>
                    <a:pt x="2673263" y="1989106"/>
                  </a:lnTo>
                  <a:lnTo>
                    <a:pt x="2673357" y="1989106"/>
                  </a:lnTo>
                  <a:lnTo>
                    <a:pt x="2673451" y="1989106"/>
                  </a:lnTo>
                  <a:lnTo>
                    <a:pt x="2673545" y="1989106"/>
                  </a:lnTo>
                  <a:lnTo>
                    <a:pt x="2673639" y="1989106"/>
                  </a:lnTo>
                  <a:lnTo>
                    <a:pt x="2673733" y="1989106"/>
                  </a:lnTo>
                  <a:lnTo>
                    <a:pt x="2673828" y="1989106"/>
                  </a:lnTo>
                  <a:lnTo>
                    <a:pt x="2673922" y="1989106"/>
                  </a:lnTo>
                  <a:lnTo>
                    <a:pt x="2674016" y="1989106"/>
                  </a:lnTo>
                  <a:lnTo>
                    <a:pt x="2674110" y="1989106"/>
                  </a:lnTo>
                  <a:lnTo>
                    <a:pt x="2674204" y="1989106"/>
                  </a:lnTo>
                  <a:lnTo>
                    <a:pt x="2674298" y="1989106"/>
                  </a:lnTo>
                  <a:lnTo>
                    <a:pt x="2674392" y="1989106"/>
                  </a:lnTo>
                  <a:lnTo>
                    <a:pt x="2674487" y="1989106"/>
                  </a:lnTo>
                  <a:lnTo>
                    <a:pt x="2674581" y="1989106"/>
                  </a:lnTo>
                  <a:lnTo>
                    <a:pt x="2674675" y="1989106"/>
                  </a:lnTo>
                  <a:lnTo>
                    <a:pt x="2674769" y="1989106"/>
                  </a:lnTo>
                  <a:lnTo>
                    <a:pt x="2674863" y="1989106"/>
                  </a:lnTo>
                  <a:lnTo>
                    <a:pt x="2674957" y="1989106"/>
                  </a:lnTo>
                  <a:lnTo>
                    <a:pt x="2675051" y="1989106"/>
                  </a:lnTo>
                  <a:lnTo>
                    <a:pt x="2675146" y="1989106"/>
                  </a:lnTo>
                  <a:lnTo>
                    <a:pt x="2675240" y="1989106"/>
                  </a:lnTo>
                  <a:lnTo>
                    <a:pt x="2675334" y="1989106"/>
                  </a:lnTo>
                  <a:lnTo>
                    <a:pt x="2675428" y="1989106"/>
                  </a:lnTo>
                  <a:lnTo>
                    <a:pt x="2675522" y="1989106"/>
                  </a:lnTo>
                  <a:lnTo>
                    <a:pt x="2675616" y="1989106"/>
                  </a:lnTo>
                  <a:lnTo>
                    <a:pt x="2675711" y="1989106"/>
                  </a:lnTo>
                  <a:lnTo>
                    <a:pt x="2675805" y="1989106"/>
                  </a:lnTo>
                  <a:lnTo>
                    <a:pt x="2675899" y="1989106"/>
                  </a:lnTo>
                  <a:lnTo>
                    <a:pt x="2675993" y="1989106"/>
                  </a:lnTo>
                  <a:lnTo>
                    <a:pt x="2676087" y="1989106"/>
                  </a:lnTo>
                  <a:lnTo>
                    <a:pt x="2676181" y="1989106"/>
                  </a:lnTo>
                  <a:lnTo>
                    <a:pt x="2676275" y="1989106"/>
                  </a:lnTo>
                  <a:lnTo>
                    <a:pt x="2676370" y="1989106"/>
                  </a:lnTo>
                  <a:lnTo>
                    <a:pt x="2676464" y="1989106"/>
                  </a:lnTo>
                  <a:lnTo>
                    <a:pt x="2676558" y="1989106"/>
                  </a:lnTo>
                  <a:lnTo>
                    <a:pt x="2676652" y="1989106"/>
                  </a:lnTo>
                  <a:lnTo>
                    <a:pt x="2676746" y="1989106"/>
                  </a:lnTo>
                  <a:lnTo>
                    <a:pt x="2676840" y="1989106"/>
                  </a:lnTo>
                  <a:lnTo>
                    <a:pt x="2676935" y="1989106"/>
                  </a:lnTo>
                  <a:lnTo>
                    <a:pt x="2677029" y="1989106"/>
                  </a:lnTo>
                  <a:lnTo>
                    <a:pt x="2677123" y="1989106"/>
                  </a:lnTo>
                  <a:lnTo>
                    <a:pt x="2677217" y="1989106"/>
                  </a:lnTo>
                  <a:lnTo>
                    <a:pt x="2677311" y="1989106"/>
                  </a:lnTo>
                  <a:lnTo>
                    <a:pt x="2677405" y="1989106"/>
                  </a:lnTo>
                  <a:lnTo>
                    <a:pt x="2677499" y="1989106"/>
                  </a:lnTo>
                  <a:lnTo>
                    <a:pt x="2677594" y="1989106"/>
                  </a:lnTo>
                  <a:lnTo>
                    <a:pt x="2677688" y="1989106"/>
                  </a:lnTo>
                  <a:lnTo>
                    <a:pt x="2677782" y="1989106"/>
                  </a:lnTo>
                  <a:lnTo>
                    <a:pt x="2677876" y="1989106"/>
                  </a:lnTo>
                  <a:lnTo>
                    <a:pt x="2677970" y="1989106"/>
                  </a:lnTo>
                  <a:lnTo>
                    <a:pt x="2678064" y="1989106"/>
                  </a:lnTo>
                  <a:lnTo>
                    <a:pt x="2678159" y="1989106"/>
                  </a:lnTo>
                  <a:lnTo>
                    <a:pt x="2678253" y="1989106"/>
                  </a:lnTo>
                  <a:lnTo>
                    <a:pt x="2678347" y="1989106"/>
                  </a:lnTo>
                  <a:lnTo>
                    <a:pt x="2678441" y="1989106"/>
                  </a:lnTo>
                  <a:lnTo>
                    <a:pt x="2678535" y="1989106"/>
                  </a:lnTo>
                  <a:lnTo>
                    <a:pt x="2678629" y="1989106"/>
                  </a:lnTo>
                  <a:lnTo>
                    <a:pt x="2678723" y="1989106"/>
                  </a:lnTo>
                  <a:lnTo>
                    <a:pt x="2678818" y="1989106"/>
                  </a:lnTo>
                  <a:lnTo>
                    <a:pt x="2678912" y="1989106"/>
                  </a:lnTo>
                  <a:lnTo>
                    <a:pt x="2679006" y="1989106"/>
                  </a:lnTo>
                  <a:lnTo>
                    <a:pt x="2679100" y="1989106"/>
                  </a:lnTo>
                  <a:lnTo>
                    <a:pt x="2679194" y="1989106"/>
                  </a:lnTo>
                  <a:lnTo>
                    <a:pt x="2679288" y="1989106"/>
                  </a:lnTo>
                  <a:lnTo>
                    <a:pt x="2679382" y="1989106"/>
                  </a:lnTo>
                  <a:lnTo>
                    <a:pt x="2679477" y="1989106"/>
                  </a:lnTo>
                  <a:lnTo>
                    <a:pt x="2679571" y="1989106"/>
                  </a:lnTo>
                  <a:lnTo>
                    <a:pt x="2679665" y="1989106"/>
                  </a:lnTo>
                  <a:lnTo>
                    <a:pt x="2679759" y="1989106"/>
                  </a:lnTo>
                  <a:lnTo>
                    <a:pt x="2679853" y="1989106"/>
                  </a:lnTo>
                  <a:lnTo>
                    <a:pt x="2679947" y="1989106"/>
                  </a:lnTo>
                  <a:lnTo>
                    <a:pt x="2680042" y="1989106"/>
                  </a:lnTo>
                  <a:lnTo>
                    <a:pt x="2680136" y="1989106"/>
                  </a:lnTo>
                  <a:lnTo>
                    <a:pt x="2680230" y="1989106"/>
                  </a:lnTo>
                  <a:lnTo>
                    <a:pt x="2680324" y="1989106"/>
                  </a:lnTo>
                  <a:lnTo>
                    <a:pt x="2680418" y="1989106"/>
                  </a:lnTo>
                  <a:lnTo>
                    <a:pt x="2680512" y="1989106"/>
                  </a:lnTo>
                  <a:lnTo>
                    <a:pt x="2680606" y="1989106"/>
                  </a:lnTo>
                  <a:lnTo>
                    <a:pt x="2680701" y="1989106"/>
                  </a:lnTo>
                  <a:lnTo>
                    <a:pt x="2680795" y="1989106"/>
                  </a:lnTo>
                  <a:lnTo>
                    <a:pt x="2680889" y="1989106"/>
                  </a:lnTo>
                  <a:lnTo>
                    <a:pt x="2680983" y="1989106"/>
                  </a:lnTo>
                  <a:lnTo>
                    <a:pt x="2681077" y="1989106"/>
                  </a:lnTo>
                  <a:lnTo>
                    <a:pt x="2681171" y="1989106"/>
                  </a:lnTo>
                  <a:lnTo>
                    <a:pt x="2681171" y="1984195"/>
                  </a:lnTo>
                  <a:lnTo>
                    <a:pt x="2681266" y="1984195"/>
                  </a:lnTo>
                  <a:lnTo>
                    <a:pt x="2681360" y="1984195"/>
                  </a:lnTo>
                  <a:lnTo>
                    <a:pt x="2681454" y="1984195"/>
                  </a:lnTo>
                  <a:lnTo>
                    <a:pt x="2681548" y="1984195"/>
                  </a:lnTo>
                  <a:lnTo>
                    <a:pt x="2681642" y="1984195"/>
                  </a:lnTo>
                  <a:lnTo>
                    <a:pt x="2681736" y="1984195"/>
                  </a:lnTo>
                  <a:lnTo>
                    <a:pt x="2681830" y="1984195"/>
                  </a:lnTo>
                  <a:lnTo>
                    <a:pt x="2681925" y="1984195"/>
                  </a:lnTo>
                  <a:lnTo>
                    <a:pt x="2682019" y="1984195"/>
                  </a:lnTo>
                  <a:lnTo>
                    <a:pt x="2682113" y="1984195"/>
                  </a:lnTo>
                  <a:lnTo>
                    <a:pt x="2682207" y="1984195"/>
                  </a:lnTo>
                  <a:lnTo>
                    <a:pt x="2682301" y="1984195"/>
                  </a:lnTo>
                  <a:lnTo>
                    <a:pt x="2682395" y="1984195"/>
                  </a:lnTo>
                  <a:lnTo>
                    <a:pt x="2682490" y="1984195"/>
                  </a:lnTo>
                  <a:lnTo>
                    <a:pt x="2682584" y="1984195"/>
                  </a:lnTo>
                  <a:lnTo>
                    <a:pt x="2682678" y="1984195"/>
                  </a:lnTo>
                  <a:lnTo>
                    <a:pt x="2682772" y="1984195"/>
                  </a:lnTo>
                  <a:lnTo>
                    <a:pt x="2682866" y="1984195"/>
                  </a:lnTo>
                  <a:lnTo>
                    <a:pt x="2682960" y="1984195"/>
                  </a:lnTo>
                  <a:lnTo>
                    <a:pt x="2683054" y="1984195"/>
                  </a:lnTo>
                  <a:lnTo>
                    <a:pt x="2683149" y="1984195"/>
                  </a:lnTo>
                  <a:lnTo>
                    <a:pt x="2683243" y="1984195"/>
                  </a:lnTo>
                  <a:lnTo>
                    <a:pt x="2683337" y="1984195"/>
                  </a:lnTo>
                  <a:lnTo>
                    <a:pt x="2683431" y="1984195"/>
                  </a:lnTo>
                  <a:lnTo>
                    <a:pt x="2683525" y="1984195"/>
                  </a:lnTo>
                  <a:lnTo>
                    <a:pt x="2683619" y="1984195"/>
                  </a:lnTo>
                  <a:lnTo>
                    <a:pt x="2683713" y="1984195"/>
                  </a:lnTo>
                  <a:lnTo>
                    <a:pt x="2683808" y="1984195"/>
                  </a:lnTo>
                  <a:lnTo>
                    <a:pt x="2683902" y="1984195"/>
                  </a:lnTo>
                  <a:lnTo>
                    <a:pt x="2683996" y="1984195"/>
                  </a:lnTo>
                  <a:lnTo>
                    <a:pt x="2684090" y="1984195"/>
                  </a:lnTo>
                  <a:lnTo>
                    <a:pt x="2684184" y="1984195"/>
                  </a:lnTo>
                  <a:lnTo>
                    <a:pt x="2684278" y="1984195"/>
                  </a:lnTo>
                  <a:lnTo>
                    <a:pt x="2684373" y="1984195"/>
                  </a:lnTo>
                  <a:lnTo>
                    <a:pt x="2684467" y="1984195"/>
                  </a:lnTo>
                  <a:lnTo>
                    <a:pt x="2684561" y="1984195"/>
                  </a:lnTo>
                  <a:lnTo>
                    <a:pt x="2684655" y="1984195"/>
                  </a:lnTo>
                  <a:lnTo>
                    <a:pt x="2684655" y="1979284"/>
                  </a:lnTo>
                  <a:lnTo>
                    <a:pt x="2684749" y="1979284"/>
                  </a:lnTo>
                  <a:lnTo>
                    <a:pt x="2684843" y="1979284"/>
                  </a:lnTo>
                  <a:lnTo>
                    <a:pt x="2684937" y="1979284"/>
                  </a:lnTo>
                  <a:lnTo>
                    <a:pt x="2685032" y="1979284"/>
                  </a:lnTo>
                  <a:lnTo>
                    <a:pt x="2685126" y="1979284"/>
                  </a:lnTo>
                  <a:lnTo>
                    <a:pt x="2685220" y="1979284"/>
                  </a:lnTo>
                  <a:lnTo>
                    <a:pt x="2685314" y="1979284"/>
                  </a:lnTo>
                  <a:lnTo>
                    <a:pt x="2685408" y="1979284"/>
                  </a:lnTo>
                  <a:lnTo>
                    <a:pt x="2685502" y="1979284"/>
                  </a:lnTo>
                  <a:lnTo>
                    <a:pt x="2685597" y="1979284"/>
                  </a:lnTo>
                  <a:lnTo>
                    <a:pt x="2685691" y="1979284"/>
                  </a:lnTo>
                  <a:lnTo>
                    <a:pt x="2685785" y="1979284"/>
                  </a:lnTo>
                  <a:lnTo>
                    <a:pt x="2685879" y="1979284"/>
                  </a:lnTo>
                  <a:lnTo>
                    <a:pt x="2685973" y="1979284"/>
                  </a:lnTo>
                  <a:lnTo>
                    <a:pt x="2686067" y="1979284"/>
                  </a:lnTo>
                  <a:lnTo>
                    <a:pt x="2686161" y="1979284"/>
                  </a:lnTo>
                  <a:lnTo>
                    <a:pt x="2686256" y="1979284"/>
                  </a:lnTo>
                  <a:lnTo>
                    <a:pt x="2686350" y="1979284"/>
                  </a:lnTo>
                  <a:lnTo>
                    <a:pt x="2686444" y="1979284"/>
                  </a:lnTo>
                  <a:lnTo>
                    <a:pt x="2686538" y="1979284"/>
                  </a:lnTo>
                  <a:lnTo>
                    <a:pt x="2686632" y="1979284"/>
                  </a:lnTo>
                  <a:lnTo>
                    <a:pt x="2686726" y="1979284"/>
                  </a:lnTo>
                  <a:lnTo>
                    <a:pt x="2686821" y="1979284"/>
                  </a:lnTo>
                  <a:lnTo>
                    <a:pt x="2686915" y="1979284"/>
                  </a:lnTo>
                  <a:lnTo>
                    <a:pt x="2687009" y="1979284"/>
                  </a:lnTo>
                  <a:lnTo>
                    <a:pt x="2687103" y="1979284"/>
                  </a:lnTo>
                  <a:lnTo>
                    <a:pt x="2687197" y="1979284"/>
                  </a:lnTo>
                  <a:lnTo>
                    <a:pt x="2687197" y="1974372"/>
                  </a:lnTo>
                  <a:lnTo>
                    <a:pt x="2687291" y="1974372"/>
                  </a:lnTo>
                  <a:lnTo>
                    <a:pt x="2687385" y="1974372"/>
                  </a:lnTo>
                  <a:lnTo>
                    <a:pt x="2687480" y="1974372"/>
                  </a:lnTo>
                  <a:lnTo>
                    <a:pt x="2687574" y="1974372"/>
                  </a:lnTo>
                  <a:lnTo>
                    <a:pt x="2687668" y="1974372"/>
                  </a:lnTo>
                  <a:lnTo>
                    <a:pt x="2687762" y="1974372"/>
                  </a:lnTo>
                  <a:lnTo>
                    <a:pt x="2687856" y="1974372"/>
                  </a:lnTo>
                  <a:lnTo>
                    <a:pt x="2687950" y="1974372"/>
                  </a:lnTo>
                  <a:lnTo>
                    <a:pt x="2688044" y="1974372"/>
                  </a:lnTo>
                  <a:lnTo>
                    <a:pt x="2688139" y="1974372"/>
                  </a:lnTo>
                  <a:lnTo>
                    <a:pt x="2688233" y="1974372"/>
                  </a:lnTo>
                  <a:lnTo>
                    <a:pt x="2688327" y="1974372"/>
                  </a:lnTo>
                  <a:lnTo>
                    <a:pt x="2688421" y="1974372"/>
                  </a:lnTo>
                  <a:lnTo>
                    <a:pt x="2688515" y="1974372"/>
                  </a:lnTo>
                  <a:lnTo>
                    <a:pt x="2688609" y="1974372"/>
                  </a:lnTo>
                  <a:lnTo>
                    <a:pt x="2688704" y="1974372"/>
                  </a:lnTo>
                  <a:lnTo>
                    <a:pt x="2688798" y="1974372"/>
                  </a:lnTo>
                  <a:lnTo>
                    <a:pt x="2688892" y="1974372"/>
                  </a:lnTo>
                  <a:lnTo>
                    <a:pt x="2688986" y="1974372"/>
                  </a:lnTo>
                  <a:lnTo>
                    <a:pt x="2689080" y="1974372"/>
                  </a:lnTo>
                  <a:lnTo>
                    <a:pt x="2689174" y="1974372"/>
                  </a:lnTo>
                  <a:lnTo>
                    <a:pt x="2689268" y="1974372"/>
                  </a:lnTo>
                  <a:lnTo>
                    <a:pt x="2689363" y="1974372"/>
                  </a:lnTo>
                  <a:lnTo>
                    <a:pt x="2689457" y="1974372"/>
                  </a:lnTo>
                  <a:lnTo>
                    <a:pt x="2689551" y="1974372"/>
                  </a:lnTo>
                  <a:lnTo>
                    <a:pt x="2689645" y="1974372"/>
                  </a:lnTo>
                  <a:lnTo>
                    <a:pt x="2689739" y="1974372"/>
                  </a:lnTo>
                  <a:lnTo>
                    <a:pt x="2689833" y="1974372"/>
                  </a:lnTo>
                  <a:lnTo>
                    <a:pt x="2689928" y="1974372"/>
                  </a:lnTo>
                  <a:lnTo>
                    <a:pt x="2690022" y="1974372"/>
                  </a:lnTo>
                  <a:lnTo>
                    <a:pt x="2690116" y="1974372"/>
                  </a:lnTo>
                  <a:lnTo>
                    <a:pt x="2690210" y="1974372"/>
                  </a:lnTo>
                  <a:lnTo>
                    <a:pt x="2690210" y="1969461"/>
                  </a:lnTo>
                  <a:lnTo>
                    <a:pt x="2690304" y="1969461"/>
                  </a:lnTo>
                  <a:lnTo>
                    <a:pt x="2690398" y="1969461"/>
                  </a:lnTo>
                  <a:lnTo>
                    <a:pt x="2690492" y="1969461"/>
                  </a:lnTo>
                  <a:lnTo>
                    <a:pt x="2690587" y="1969461"/>
                  </a:lnTo>
                  <a:lnTo>
                    <a:pt x="2690681" y="1969461"/>
                  </a:lnTo>
                  <a:lnTo>
                    <a:pt x="2690775" y="1969461"/>
                  </a:lnTo>
                  <a:lnTo>
                    <a:pt x="2690869" y="1969461"/>
                  </a:lnTo>
                  <a:lnTo>
                    <a:pt x="2690963" y="1969461"/>
                  </a:lnTo>
                  <a:lnTo>
                    <a:pt x="2691057" y="1969461"/>
                  </a:lnTo>
                  <a:lnTo>
                    <a:pt x="2691152" y="1969461"/>
                  </a:lnTo>
                  <a:lnTo>
                    <a:pt x="2691246" y="1969461"/>
                  </a:lnTo>
                  <a:lnTo>
                    <a:pt x="2691340" y="1969461"/>
                  </a:lnTo>
                  <a:lnTo>
                    <a:pt x="2691434" y="1969461"/>
                  </a:lnTo>
                  <a:lnTo>
                    <a:pt x="2691528" y="1969461"/>
                  </a:lnTo>
                  <a:lnTo>
                    <a:pt x="2691622" y="1969461"/>
                  </a:lnTo>
                  <a:lnTo>
                    <a:pt x="2691716" y="1969461"/>
                  </a:lnTo>
                  <a:lnTo>
                    <a:pt x="2691811" y="1969461"/>
                  </a:lnTo>
                  <a:lnTo>
                    <a:pt x="2691905" y="1969461"/>
                  </a:lnTo>
                  <a:lnTo>
                    <a:pt x="2691999" y="1969461"/>
                  </a:lnTo>
                  <a:lnTo>
                    <a:pt x="2692093" y="1969461"/>
                  </a:lnTo>
                  <a:lnTo>
                    <a:pt x="2692187" y="1969461"/>
                  </a:lnTo>
                  <a:lnTo>
                    <a:pt x="2692281" y="1969461"/>
                  </a:lnTo>
                  <a:lnTo>
                    <a:pt x="2692375" y="1969461"/>
                  </a:lnTo>
                  <a:lnTo>
                    <a:pt x="2692470" y="1969461"/>
                  </a:lnTo>
                  <a:lnTo>
                    <a:pt x="2692564" y="1969461"/>
                  </a:lnTo>
                  <a:lnTo>
                    <a:pt x="2692658" y="1969461"/>
                  </a:lnTo>
                  <a:lnTo>
                    <a:pt x="2692752" y="1969461"/>
                  </a:lnTo>
                  <a:lnTo>
                    <a:pt x="2692846" y="1969461"/>
                  </a:lnTo>
                  <a:lnTo>
                    <a:pt x="2692846" y="1964549"/>
                  </a:lnTo>
                  <a:lnTo>
                    <a:pt x="2692940" y="1964549"/>
                  </a:lnTo>
                  <a:lnTo>
                    <a:pt x="2693035" y="1964549"/>
                  </a:lnTo>
                  <a:lnTo>
                    <a:pt x="2693129" y="1964549"/>
                  </a:lnTo>
                  <a:lnTo>
                    <a:pt x="2693223" y="1964549"/>
                  </a:lnTo>
                  <a:lnTo>
                    <a:pt x="2693317" y="1964549"/>
                  </a:lnTo>
                  <a:lnTo>
                    <a:pt x="2693411" y="1964549"/>
                  </a:lnTo>
                  <a:lnTo>
                    <a:pt x="2693505" y="1964549"/>
                  </a:lnTo>
                  <a:lnTo>
                    <a:pt x="2693599" y="1964549"/>
                  </a:lnTo>
                  <a:lnTo>
                    <a:pt x="2693694" y="1964549"/>
                  </a:lnTo>
                  <a:lnTo>
                    <a:pt x="2693788" y="1964549"/>
                  </a:lnTo>
                  <a:lnTo>
                    <a:pt x="2693882" y="1964549"/>
                  </a:lnTo>
                  <a:lnTo>
                    <a:pt x="2693976" y="1964549"/>
                  </a:lnTo>
                  <a:lnTo>
                    <a:pt x="2694070" y="1964549"/>
                  </a:lnTo>
                  <a:lnTo>
                    <a:pt x="2694164" y="1964549"/>
                  </a:lnTo>
                  <a:lnTo>
                    <a:pt x="2694259" y="1964549"/>
                  </a:lnTo>
                  <a:lnTo>
                    <a:pt x="2694353" y="1964549"/>
                  </a:lnTo>
                  <a:lnTo>
                    <a:pt x="2694447" y="1964549"/>
                  </a:lnTo>
                  <a:lnTo>
                    <a:pt x="2694541" y="1964549"/>
                  </a:lnTo>
                  <a:lnTo>
                    <a:pt x="2694635" y="1964549"/>
                  </a:lnTo>
                  <a:lnTo>
                    <a:pt x="2694729" y="1964549"/>
                  </a:lnTo>
                  <a:lnTo>
                    <a:pt x="2694823" y="1964549"/>
                  </a:lnTo>
                  <a:lnTo>
                    <a:pt x="2694918" y="1964549"/>
                  </a:lnTo>
                  <a:lnTo>
                    <a:pt x="2695012" y="1964549"/>
                  </a:lnTo>
                  <a:lnTo>
                    <a:pt x="2695106" y="1964549"/>
                  </a:lnTo>
                  <a:lnTo>
                    <a:pt x="2695200" y="1964549"/>
                  </a:lnTo>
                  <a:lnTo>
                    <a:pt x="2695294" y="1964549"/>
                  </a:lnTo>
                  <a:lnTo>
                    <a:pt x="2695388" y="1964549"/>
                  </a:lnTo>
                  <a:lnTo>
                    <a:pt x="2695483" y="1964549"/>
                  </a:lnTo>
                  <a:lnTo>
                    <a:pt x="2695577" y="1964549"/>
                  </a:lnTo>
                  <a:lnTo>
                    <a:pt x="2695671" y="1964549"/>
                  </a:lnTo>
                  <a:lnTo>
                    <a:pt x="2695765" y="1964549"/>
                  </a:lnTo>
                  <a:lnTo>
                    <a:pt x="2695859" y="1964549"/>
                  </a:lnTo>
                  <a:lnTo>
                    <a:pt x="2695953" y="1964549"/>
                  </a:lnTo>
                  <a:lnTo>
                    <a:pt x="2695953" y="1959638"/>
                  </a:lnTo>
                  <a:lnTo>
                    <a:pt x="2696047" y="1959638"/>
                  </a:lnTo>
                  <a:lnTo>
                    <a:pt x="2696142" y="1959638"/>
                  </a:lnTo>
                  <a:lnTo>
                    <a:pt x="2696236" y="1959638"/>
                  </a:lnTo>
                  <a:lnTo>
                    <a:pt x="2696330" y="1959638"/>
                  </a:lnTo>
                  <a:lnTo>
                    <a:pt x="2696424" y="1959638"/>
                  </a:lnTo>
                  <a:lnTo>
                    <a:pt x="2696518" y="1959638"/>
                  </a:lnTo>
                  <a:lnTo>
                    <a:pt x="2696612" y="1959638"/>
                  </a:lnTo>
                  <a:lnTo>
                    <a:pt x="2696706" y="1959638"/>
                  </a:lnTo>
                  <a:lnTo>
                    <a:pt x="2696801" y="1959638"/>
                  </a:lnTo>
                  <a:lnTo>
                    <a:pt x="2696895" y="1959638"/>
                  </a:lnTo>
                  <a:lnTo>
                    <a:pt x="2696989" y="1959638"/>
                  </a:lnTo>
                  <a:lnTo>
                    <a:pt x="2697083" y="1959638"/>
                  </a:lnTo>
                  <a:lnTo>
                    <a:pt x="2697177" y="1959638"/>
                  </a:lnTo>
                  <a:lnTo>
                    <a:pt x="2697271" y="1959638"/>
                  </a:lnTo>
                  <a:lnTo>
                    <a:pt x="2697366" y="1959638"/>
                  </a:lnTo>
                  <a:lnTo>
                    <a:pt x="2697460" y="1959638"/>
                  </a:lnTo>
                  <a:lnTo>
                    <a:pt x="2697554" y="1959638"/>
                  </a:lnTo>
                  <a:lnTo>
                    <a:pt x="2697648" y="1959638"/>
                  </a:lnTo>
                  <a:lnTo>
                    <a:pt x="2697742" y="1959638"/>
                  </a:lnTo>
                  <a:lnTo>
                    <a:pt x="2697836" y="1959638"/>
                  </a:lnTo>
                  <a:lnTo>
                    <a:pt x="2697930" y="1959638"/>
                  </a:lnTo>
                  <a:lnTo>
                    <a:pt x="2698025" y="1959638"/>
                  </a:lnTo>
                  <a:lnTo>
                    <a:pt x="2698119" y="1959638"/>
                  </a:lnTo>
                  <a:lnTo>
                    <a:pt x="2698213" y="1959638"/>
                  </a:lnTo>
                  <a:lnTo>
                    <a:pt x="2698307" y="1959638"/>
                  </a:lnTo>
                  <a:lnTo>
                    <a:pt x="2698401" y="1959638"/>
                  </a:lnTo>
                  <a:lnTo>
                    <a:pt x="2698495" y="1959638"/>
                  </a:lnTo>
                  <a:lnTo>
                    <a:pt x="2698590" y="1959638"/>
                  </a:lnTo>
                  <a:lnTo>
                    <a:pt x="2698684" y="1959638"/>
                  </a:lnTo>
                  <a:lnTo>
                    <a:pt x="2698778" y="1959638"/>
                  </a:lnTo>
                  <a:lnTo>
                    <a:pt x="2698872" y="1959638"/>
                  </a:lnTo>
                  <a:lnTo>
                    <a:pt x="2698966" y="1959638"/>
                  </a:lnTo>
                  <a:lnTo>
                    <a:pt x="2699060" y="1959638"/>
                  </a:lnTo>
                  <a:lnTo>
                    <a:pt x="2699154" y="1959638"/>
                  </a:lnTo>
                  <a:lnTo>
                    <a:pt x="2699249" y="1959638"/>
                  </a:lnTo>
                  <a:lnTo>
                    <a:pt x="2699343" y="1959638"/>
                  </a:lnTo>
                  <a:lnTo>
                    <a:pt x="2699437" y="1959638"/>
                  </a:lnTo>
                  <a:lnTo>
                    <a:pt x="2699531" y="1959638"/>
                  </a:lnTo>
                  <a:lnTo>
                    <a:pt x="2699625" y="1959638"/>
                  </a:lnTo>
                  <a:lnTo>
                    <a:pt x="2699719" y="1959638"/>
                  </a:lnTo>
                  <a:lnTo>
                    <a:pt x="2699814" y="1959638"/>
                  </a:lnTo>
                  <a:lnTo>
                    <a:pt x="2699908" y="1959638"/>
                  </a:lnTo>
                  <a:lnTo>
                    <a:pt x="2700002" y="1959638"/>
                  </a:lnTo>
                  <a:lnTo>
                    <a:pt x="2700096" y="1959638"/>
                  </a:lnTo>
                  <a:lnTo>
                    <a:pt x="2700190" y="1959638"/>
                  </a:lnTo>
                  <a:lnTo>
                    <a:pt x="2700284" y="1959638"/>
                  </a:lnTo>
                  <a:lnTo>
                    <a:pt x="2700378" y="1959638"/>
                  </a:lnTo>
                  <a:lnTo>
                    <a:pt x="2700473" y="1959638"/>
                  </a:lnTo>
                  <a:lnTo>
                    <a:pt x="2700567" y="1959638"/>
                  </a:lnTo>
                  <a:lnTo>
                    <a:pt x="2700661" y="1959638"/>
                  </a:lnTo>
                  <a:lnTo>
                    <a:pt x="2700755" y="1959638"/>
                  </a:lnTo>
                  <a:lnTo>
                    <a:pt x="2700755" y="1954727"/>
                  </a:lnTo>
                  <a:lnTo>
                    <a:pt x="2700849" y="1954727"/>
                  </a:lnTo>
                  <a:lnTo>
                    <a:pt x="2700943" y="1954727"/>
                  </a:lnTo>
                  <a:lnTo>
                    <a:pt x="2701037" y="1954727"/>
                  </a:lnTo>
                  <a:lnTo>
                    <a:pt x="2701132" y="1954727"/>
                  </a:lnTo>
                  <a:lnTo>
                    <a:pt x="2701226" y="1954727"/>
                  </a:lnTo>
                  <a:lnTo>
                    <a:pt x="2701320" y="1954727"/>
                  </a:lnTo>
                  <a:lnTo>
                    <a:pt x="2701414" y="1954727"/>
                  </a:lnTo>
                  <a:lnTo>
                    <a:pt x="2701508" y="1954727"/>
                  </a:lnTo>
                  <a:lnTo>
                    <a:pt x="2701602" y="1954727"/>
                  </a:lnTo>
                  <a:lnTo>
                    <a:pt x="2701697" y="1954727"/>
                  </a:lnTo>
                  <a:lnTo>
                    <a:pt x="2701791" y="1954727"/>
                  </a:lnTo>
                  <a:lnTo>
                    <a:pt x="2701885" y="1954727"/>
                  </a:lnTo>
                  <a:lnTo>
                    <a:pt x="2701979" y="1954727"/>
                  </a:lnTo>
                  <a:lnTo>
                    <a:pt x="2702073" y="1954727"/>
                  </a:lnTo>
                  <a:lnTo>
                    <a:pt x="2702167" y="1954727"/>
                  </a:lnTo>
                  <a:lnTo>
                    <a:pt x="2702261" y="1954727"/>
                  </a:lnTo>
                  <a:lnTo>
                    <a:pt x="2702356" y="1954727"/>
                  </a:lnTo>
                  <a:lnTo>
                    <a:pt x="2702450" y="1954727"/>
                  </a:lnTo>
                  <a:lnTo>
                    <a:pt x="2702544" y="1954727"/>
                  </a:lnTo>
                  <a:lnTo>
                    <a:pt x="2702638" y="1954727"/>
                  </a:lnTo>
                  <a:lnTo>
                    <a:pt x="2702638" y="1949815"/>
                  </a:lnTo>
                  <a:lnTo>
                    <a:pt x="2702732" y="1949815"/>
                  </a:lnTo>
                  <a:lnTo>
                    <a:pt x="2702826" y="1949815"/>
                  </a:lnTo>
                  <a:lnTo>
                    <a:pt x="2702921" y="1949815"/>
                  </a:lnTo>
                  <a:lnTo>
                    <a:pt x="2703015" y="1949815"/>
                  </a:lnTo>
                  <a:lnTo>
                    <a:pt x="2703109" y="1949815"/>
                  </a:lnTo>
                  <a:lnTo>
                    <a:pt x="2703203" y="1949815"/>
                  </a:lnTo>
                  <a:lnTo>
                    <a:pt x="2703297" y="1949815"/>
                  </a:lnTo>
                  <a:lnTo>
                    <a:pt x="2703391" y="1949815"/>
                  </a:lnTo>
                  <a:lnTo>
                    <a:pt x="2703391" y="1944904"/>
                  </a:lnTo>
                  <a:lnTo>
                    <a:pt x="2703485" y="1944904"/>
                  </a:lnTo>
                  <a:lnTo>
                    <a:pt x="2703485" y="1939993"/>
                  </a:lnTo>
                  <a:lnTo>
                    <a:pt x="2703580" y="1939993"/>
                  </a:lnTo>
                  <a:lnTo>
                    <a:pt x="2703674" y="1939993"/>
                  </a:lnTo>
                  <a:lnTo>
                    <a:pt x="2703768" y="1939993"/>
                  </a:lnTo>
                  <a:lnTo>
                    <a:pt x="2703862" y="1939993"/>
                  </a:lnTo>
                  <a:lnTo>
                    <a:pt x="2703956" y="1939993"/>
                  </a:lnTo>
                  <a:lnTo>
                    <a:pt x="2704050" y="1939993"/>
                  </a:lnTo>
                  <a:lnTo>
                    <a:pt x="2704145" y="1939993"/>
                  </a:lnTo>
                  <a:lnTo>
                    <a:pt x="2704239" y="1939993"/>
                  </a:lnTo>
                  <a:lnTo>
                    <a:pt x="2704333" y="1939993"/>
                  </a:lnTo>
                  <a:lnTo>
                    <a:pt x="2704427" y="1939993"/>
                  </a:lnTo>
                  <a:lnTo>
                    <a:pt x="2704521" y="1939993"/>
                  </a:lnTo>
                  <a:lnTo>
                    <a:pt x="2704615" y="1939993"/>
                  </a:lnTo>
                  <a:lnTo>
                    <a:pt x="2704709" y="1939993"/>
                  </a:lnTo>
                  <a:lnTo>
                    <a:pt x="2704804" y="1939993"/>
                  </a:lnTo>
                  <a:lnTo>
                    <a:pt x="2704898" y="1939993"/>
                  </a:lnTo>
                  <a:lnTo>
                    <a:pt x="2704992" y="1939993"/>
                  </a:lnTo>
                  <a:lnTo>
                    <a:pt x="2705086" y="1939993"/>
                  </a:lnTo>
                  <a:lnTo>
                    <a:pt x="2705180" y="1939993"/>
                  </a:lnTo>
                  <a:lnTo>
                    <a:pt x="2705274" y="1939993"/>
                  </a:lnTo>
                  <a:lnTo>
                    <a:pt x="2705369" y="1939993"/>
                  </a:lnTo>
                  <a:lnTo>
                    <a:pt x="2705463" y="1939993"/>
                  </a:lnTo>
                  <a:lnTo>
                    <a:pt x="2705557" y="1939993"/>
                  </a:lnTo>
                  <a:lnTo>
                    <a:pt x="2705651" y="1939993"/>
                  </a:lnTo>
                  <a:lnTo>
                    <a:pt x="2705745" y="1939993"/>
                  </a:lnTo>
                  <a:lnTo>
                    <a:pt x="2705839" y="1939993"/>
                  </a:lnTo>
                  <a:lnTo>
                    <a:pt x="2705933" y="1939993"/>
                  </a:lnTo>
                  <a:lnTo>
                    <a:pt x="2706028" y="1939993"/>
                  </a:lnTo>
                  <a:lnTo>
                    <a:pt x="2706122" y="1939993"/>
                  </a:lnTo>
                  <a:lnTo>
                    <a:pt x="2706216" y="1939993"/>
                  </a:lnTo>
                  <a:lnTo>
                    <a:pt x="2706310" y="1939993"/>
                  </a:lnTo>
                  <a:lnTo>
                    <a:pt x="2706404" y="1939993"/>
                  </a:lnTo>
                  <a:lnTo>
                    <a:pt x="2706498" y="1939993"/>
                  </a:lnTo>
                  <a:lnTo>
                    <a:pt x="2706592" y="1939993"/>
                  </a:lnTo>
                  <a:lnTo>
                    <a:pt x="2706687" y="1939993"/>
                  </a:lnTo>
                  <a:lnTo>
                    <a:pt x="2706781" y="1939993"/>
                  </a:lnTo>
                  <a:lnTo>
                    <a:pt x="2706875" y="1939993"/>
                  </a:lnTo>
                  <a:lnTo>
                    <a:pt x="2706969" y="1939993"/>
                  </a:lnTo>
                  <a:lnTo>
                    <a:pt x="2707063" y="1939993"/>
                  </a:lnTo>
                  <a:lnTo>
                    <a:pt x="2707157" y="1939993"/>
                  </a:lnTo>
                  <a:lnTo>
                    <a:pt x="2707252" y="1939993"/>
                  </a:lnTo>
                  <a:lnTo>
                    <a:pt x="2707346" y="1939993"/>
                  </a:lnTo>
                  <a:lnTo>
                    <a:pt x="2707440" y="1939993"/>
                  </a:lnTo>
                  <a:lnTo>
                    <a:pt x="2707534" y="1939993"/>
                  </a:lnTo>
                  <a:lnTo>
                    <a:pt x="2707628" y="1939993"/>
                  </a:lnTo>
                  <a:lnTo>
                    <a:pt x="2707722" y="1939993"/>
                  </a:lnTo>
                  <a:lnTo>
                    <a:pt x="2707816" y="1939993"/>
                  </a:lnTo>
                  <a:lnTo>
                    <a:pt x="2707911" y="1939993"/>
                  </a:lnTo>
                  <a:lnTo>
                    <a:pt x="2708005" y="1939993"/>
                  </a:lnTo>
                  <a:lnTo>
                    <a:pt x="2708099" y="1939993"/>
                  </a:lnTo>
                  <a:lnTo>
                    <a:pt x="2708193" y="1939993"/>
                  </a:lnTo>
                  <a:lnTo>
                    <a:pt x="2708287" y="1939993"/>
                  </a:lnTo>
                  <a:lnTo>
                    <a:pt x="2708381" y="1939993"/>
                  </a:lnTo>
                  <a:lnTo>
                    <a:pt x="2708476" y="1939993"/>
                  </a:lnTo>
                  <a:lnTo>
                    <a:pt x="2708570" y="1939993"/>
                  </a:lnTo>
                  <a:lnTo>
                    <a:pt x="2708664" y="1939993"/>
                  </a:lnTo>
                  <a:lnTo>
                    <a:pt x="2708758" y="1939993"/>
                  </a:lnTo>
                  <a:lnTo>
                    <a:pt x="2708852" y="1939993"/>
                  </a:lnTo>
                  <a:lnTo>
                    <a:pt x="2708946" y="1939993"/>
                  </a:lnTo>
                  <a:lnTo>
                    <a:pt x="2709040" y="1939993"/>
                  </a:lnTo>
                  <a:lnTo>
                    <a:pt x="2709135" y="1939993"/>
                  </a:lnTo>
                  <a:lnTo>
                    <a:pt x="2709229" y="1939993"/>
                  </a:lnTo>
                  <a:lnTo>
                    <a:pt x="2709323" y="1939993"/>
                  </a:lnTo>
                  <a:lnTo>
                    <a:pt x="2709417" y="1939993"/>
                  </a:lnTo>
                  <a:lnTo>
                    <a:pt x="2709511" y="1939993"/>
                  </a:lnTo>
                  <a:lnTo>
                    <a:pt x="2709605" y="1939993"/>
                  </a:lnTo>
                  <a:lnTo>
                    <a:pt x="2709700" y="1939993"/>
                  </a:lnTo>
                  <a:lnTo>
                    <a:pt x="2709794" y="1939993"/>
                  </a:lnTo>
                  <a:lnTo>
                    <a:pt x="2709888" y="1939993"/>
                  </a:lnTo>
                  <a:lnTo>
                    <a:pt x="2709982" y="1939993"/>
                  </a:lnTo>
                  <a:lnTo>
                    <a:pt x="2710076" y="1939993"/>
                  </a:lnTo>
                  <a:lnTo>
                    <a:pt x="2710170" y="1939993"/>
                  </a:lnTo>
                  <a:lnTo>
                    <a:pt x="2710264" y="1939993"/>
                  </a:lnTo>
                  <a:lnTo>
                    <a:pt x="2710359" y="1939993"/>
                  </a:lnTo>
                  <a:lnTo>
                    <a:pt x="2710453" y="1939993"/>
                  </a:lnTo>
                  <a:lnTo>
                    <a:pt x="2710547" y="1939993"/>
                  </a:lnTo>
                  <a:lnTo>
                    <a:pt x="2710641" y="1939993"/>
                  </a:lnTo>
                  <a:lnTo>
                    <a:pt x="2710735" y="1939993"/>
                  </a:lnTo>
                  <a:lnTo>
                    <a:pt x="2710829" y="1939993"/>
                  </a:lnTo>
                  <a:lnTo>
                    <a:pt x="2710923" y="1939993"/>
                  </a:lnTo>
                  <a:lnTo>
                    <a:pt x="2711018" y="1939993"/>
                  </a:lnTo>
                  <a:lnTo>
                    <a:pt x="2711112" y="1939993"/>
                  </a:lnTo>
                  <a:lnTo>
                    <a:pt x="2711206" y="1939993"/>
                  </a:lnTo>
                  <a:lnTo>
                    <a:pt x="2711300" y="1939993"/>
                  </a:lnTo>
                  <a:lnTo>
                    <a:pt x="2711394" y="1939993"/>
                  </a:lnTo>
                  <a:lnTo>
                    <a:pt x="2711488" y="1939993"/>
                  </a:lnTo>
                  <a:lnTo>
                    <a:pt x="2711583" y="1939993"/>
                  </a:lnTo>
                  <a:lnTo>
                    <a:pt x="2711677" y="1939993"/>
                  </a:lnTo>
                  <a:lnTo>
                    <a:pt x="2711771" y="1939993"/>
                  </a:lnTo>
                  <a:lnTo>
                    <a:pt x="2711865" y="1939993"/>
                  </a:lnTo>
                  <a:lnTo>
                    <a:pt x="2711959" y="1939993"/>
                  </a:lnTo>
                  <a:lnTo>
                    <a:pt x="2712053" y="1939993"/>
                  </a:lnTo>
                  <a:lnTo>
                    <a:pt x="2712147" y="1939993"/>
                  </a:lnTo>
                  <a:lnTo>
                    <a:pt x="2712242" y="1939993"/>
                  </a:lnTo>
                  <a:lnTo>
                    <a:pt x="2712336" y="1939993"/>
                  </a:lnTo>
                  <a:lnTo>
                    <a:pt x="2712430" y="1939993"/>
                  </a:lnTo>
                  <a:lnTo>
                    <a:pt x="2712524" y="1939993"/>
                  </a:lnTo>
                  <a:lnTo>
                    <a:pt x="2712618" y="1939993"/>
                  </a:lnTo>
                  <a:lnTo>
                    <a:pt x="2712712" y="1939993"/>
                  </a:lnTo>
                  <a:lnTo>
                    <a:pt x="2712807" y="1939993"/>
                  </a:lnTo>
                  <a:lnTo>
                    <a:pt x="2712901" y="1939993"/>
                  </a:lnTo>
                  <a:lnTo>
                    <a:pt x="2712995" y="1939993"/>
                  </a:lnTo>
                  <a:lnTo>
                    <a:pt x="2713089" y="1939993"/>
                  </a:lnTo>
                  <a:lnTo>
                    <a:pt x="2713183" y="1939993"/>
                  </a:lnTo>
                  <a:lnTo>
                    <a:pt x="2713277" y="1939993"/>
                  </a:lnTo>
                  <a:lnTo>
                    <a:pt x="2713371" y="1939993"/>
                  </a:lnTo>
                  <a:lnTo>
                    <a:pt x="2713466" y="1939993"/>
                  </a:lnTo>
                  <a:lnTo>
                    <a:pt x="2713560" y="1939993"/>
                  </a:lnTo>
                  <a:lnTo>
                    <a:pt x="2713654" y="1939993"/>
                  </a:lnTo>
                  <a:lnTo>
                    <a:pt x="2713748" y="1939993"/>
                  </a:lnTo>
                  <a:lnTo>
                    <a:pt x="2713842" y="1939993"/>
                  </a:lnTo>
                  <a:lnTo>
                    <a:pt x="2713936" y="1939993"/>
                  </a:lnTo>
                  <a:lnTo>
                    <a:pt x="2714031" y="1939993"/>
                  </a:lnTo>
                  <a:lnTo>
                    <a:pt x="2714125" y="1939993"/>
                  </a:lnTo>
                  <a:lnTo>
                    <a:pt x="2714219" y="1939993"/>
                  </a:lnTo>
                  <a:lnTo>
                    <a:pt x="2714313" y="1939993"/>
                  </a:lnTo>
                  <a:lnTo>
                    <a:pt x="2714407" y="1939993"/>
                  </a:lnTo>
                  <a:lnTo>
                    <a:pt x="2714501" y="1939993"/>
                  </a:lnTo>
                  <a:lnTo>
                    <a:pt x="2714595" y="1939993"/>
                  </a:lnTo>
                  <a:lnTo>
                    <a:pt x="2714690" y="1939993"/>
                  </a:lnTo>
                  <a:lnTo>
                    <a:pt x="2714784" y="1939993"/>
                  </a:lnTo>
                  <a:lnTo>
                    <a:pt x="2714878" y="1939993"/>
                  </a:lnTo>
                  <a:lnTo>
                    <a:pt x="2714972" y="1939993"/>
                  </a:lnTo>
                  <a:lnTo>
                    <a:pt x="2715066" y="1939993"/>
                  </a:lnTo>
                  <a:lnTo>
                    <a:pt x="2715160" y="1939993"/>
                  </a:lnTo>
                  <a:lnTo>
                    <a:pt x="2715254" y="1939993"/>
                  </a:lnTo>
                  <a:lnTo>
                    <a:pt x="2715349" y="1939993"/>
                  </a:lnTo>
                  <a:lnTo>
                    <a:pt x="2715443" y="1939993"/>
                  </a:lnTo>
                  <a:lnTo>
                    <a:pt x="2715537" y="1939993"/>
                  </a:lnTo>
                  <a:lnTo>
                    <a:pt x="2715631" y="1939993"/>
                  </a:lnTo>
                  <a:lnTo>
                    <a:pt x="2715725" y="1939993"/>
                  </a:lnTo>
                  <a:lnTo>
                    <a:pt x="2715819" y="1939993"/>
                  </a:lnTo>
                  <a:lnTo>
                    <a:pt x="2715914" y="1939993"/>
                  </a:lnTo>
                  <a:lnTo>
                    <a:pt x="2716008" y="1939993"/>
                  </a:lnTo>
                  <a:lnTo>
                    <a:pt x="2716102" y="1939993"/>
                  </a:lnTo>
                  <a:lnTo>
                    <a:pt x="2716196" y="1939993"/>
                  </a:lnTo>
                  <a:lnTo>
                    <a:pt x="2716290" y="1939993"/>
                  </a:lnTo>
                  <a:lnTo>
                    <a:pt x="2716384" y="1939993"/>
                  </a:lnTo>
                  <a:lnTo>
                    <a:pt x="2716478" y="1939993"/>
                  </a:lnTo>
                  <a:lnTo>
                    <a:pt x="2716573" y="1939993"/>
                  </a:lnTo>
                  <a:lnTo>
                    <a:pt x="2716667" y="1939993"/>
                  </a:lnTo>
                  <a:lnTo>
                    <a:pt x="2716761" y="1939993"/>
                  </a:lnTo>
                  <a:lnTo>
                    <a:pt x="2716855" y="1939993"/>
                  </a:lnTo>
                  <a:lnTo>
                    <a:pt x="2716949" y="1939993"/>
                  </a:lnTo>
                  <a:lnTo>
                    <a:pt x="2717043" y="1939993"/>
                  </a:lnTo>
                  <a:lnTo>
                    <a:pt x="2717138" y="1939993"/>
                  </a:lnTo>
                  <a:lnTo>
                    <a:pt x="2717232" y="1939993"/>
                  </a:lnTo>
                  <a:lnTo>
                    <a:pt x="2717326" y="1939993"/>
                  </a:lnTo>
                  <a:lnTo>
                    <a:pt x="2717420" y="1939993"/>
                  </a:lnTo>
                  <a:lnTo>
                    <a:pt x="2717514" y="1939993"/>
                  </a:lnTo>
                  <a:lnTo>
                    <a:pt x="2717608" y="1939993"/>
                  </a:lnTo>
                  <a:lnTo>
                    <a:pt x="2717702" y="1939993"/>
                  </a:lnTo>
                  <a:lnTo>
                    <a:pt x="2717797" y="1939993"/>
                  </a:lnTo>
                  <a:lnTo>
                    <a:pt x="2717891" y="1939993"/>
                  </a:lnTo>
                  <a:lnTo>
                    <a:pt x="2717985" y="1939993"/>
                  </a:lnTo>
                  <a:lnTo>
                    <a:pt x="2718079" y="1939993"/>
                  </a:lnTo>
                  <a:lnTo>
                    <a:pt x="2718173" y="1939993"/>
                  </a:lnTo>
                  <a:lnTo>
                    <a:pt x="2718267" y="1939993"/>
                  </a:lnTo>
                  <a:lnTo>
                    <a:pt x="2718362" y="1939993"/>
                  </a:lnTo>
                  <a:lnTo>
                    <a:pt x="2718456" y="1939993"/>
                  </a:lnTo>
                  <a:lnTo>
                    <a:pt x="2718550" y="1939993"/>
                  </a:lnTo>
                  <a:lnTo>
                    <a:pt x="2718644" y="1939993"/>
                  </a:lnTo>
                  <a:lnTo>
                    <a:pt x="2718738" y="1939993"/>
                  </a:lnTo>
                  <a:lnTo>
                    <a:pt x="2718832" y="1939993"/>
                  </a:lnTo>
                  <a:lnTo>
                    <a:pt x="2718926" y="1939993"/>
                  </a:lnTo>
                  <a:lnTo>
                    <a:pt x="2719021" y="1939993"/>
                  </a:lnTo>
                  <a:lnTo>
                    <a:pt x="2719115" y="1939993"/>
                  </a:lnTo>
                  <a:lnTo>
                    <a:pt x="2719209" y="1939993"/>
                  </a:lnTo>
                  <a:lnTo>
                    <a:pt x="2719303" y="1939993"/>
                  </a:lnTo>
                  <a:lnTo>
                    <a:pt x="2719397" y="1939993"/>
                  </a:lnTo>
                  <a:lnTo>
                    <a:pt x="2719491" y="1939993"/>
                  </a:lnTo>
                  <a:lnTo>
                    <a:pt x="2719585" y="1939993"/>
                  </a:lnTo>
                  <a:lnTo>
                    <a:pt x="2719680" y="1939993"/>
                  </a:lnTo>
                  <a:lnTo>
                    <a:pt x="2719774" y="1939993"/>
                  </a:lnTo>
                  <a:lnTo>
                    <a:pt x="2719868" y="1939993"/>
                  </a:lnTo>
                  <a:lnTo>
                    <a:pt x="2719962" y="1939993"/>
                  </a:lnTo>
                  <a:lnTo>
                    <a:pt x="2720056" y="1939993"/>
                  </a:lnTo>
                  <a:lnTo>
                    <a:pt x="2720150" y="1939993"/>
                  </a:lnTo>
                  <a:lnTo>
                    <a:pt x="2720245" y="1939993"/>
                  </a:lnTo>
                  <a:lnTo>
                    <a:pt x="2720339" y="1939993"/>
                  </a:lnTo>
                  <a:lnTo>
                    <a:pt x="2720433" y="1939993"/>
                  </a:lnTo>
                  <a:lnTo>
                    <a:pt x="2720527" y="1939993"/>
                  </a:lnTo>
                  <a:lnTo>
                    <a:pt x="2720621" y="1939993"/>
                  </a:lnTo>
                  <a:lnTo>
                    <a:pt x="2720715" y="1939993"/>
                  </a:lnTo>
                  <a:lnTo>
                    <a:pt x="2720809" y="1939993"/>
                  </a:lnTo>
                  <a:lnTo>
                    <a:pt x="2720904" y="1939993"/>
                  </a:lnTo>
                  <a:lnTo>
                    <a:pt x="2720998" y="1939993"/>
                  </a:lnTo>
                  <a:lnTo>
                    <a:pt x="2721092" y="1939993"/>
                  </a:lnTo>
                  <a:lnTo>
                    <a:pt x="2721186" y="1939993"/>
                  </a:lnTo>
                  <a:lnTo>
                    <a:pt x="2721280" y="1939993"/>
                  </a:lnTo>
                  <a:lnTo>
                    <a:pt x="2721374" y="1939993"/>
                  </a:lnTo>
                  <a:lnTo>
                    <a:pt x="2721469" y="1939993"/>
                  </a:lnTo>
                  <a:lnTo>
                    <a:pt x="2721563" y="1939993"/>
                  </a:lnTo>
                  <a:lnTo>
                    <a:pt x="2721657" y="1939993"/>
                  </a:lnTo>
                  <a:lnTo>
                    <a:pt x="2721751" y="1939993"/>
                  </a:lnTo>
                  <a:lnTo>
                    <a:pt x="2721751" y="1935081"/>
                  </a:lnTo>
                  <a:lnTo>
                    <a:pt x="2721845" y="1935081"/>
                  </a:lnTo>
                  <a:lnTo>
                    <a:pt x="2721939" y="1935081"/>
                  </a:lnTo>
                  <a:lnTo>
                    <a:pt x="2722033" y="1935081"/>
                  </a:lnTo>
                  <a:lnTo>
                    <a:pt x="2722128" y="1935081"/>
                  </a:lnTo>
                  <a:lnTo>
                    <a:pt x="2722222" y="1935081"/>
                  </a:lnTo>
                  <a:lnTo>
                    <a:pt x="2722316" y="1935081"/>
                  </a:lnTo>
                  <a:lnTo>
                    <a:pt x="2722410" y="1935081"/>
                  </a:lnTo>
                  <a:lnTo>
                    <a:pt x="2722504" y="1935081"/>
                  </a:lnTo>
                  <a:lnTo>
                    <a:pt x="2722598" y="1935081"/>
                  </a:lnTo>
                  <a:lnTo>
                    <a:pt x="2722598" y="1930170"/>
                  </a:lnTo>
                  <a:lnTo>
                    <a:pt x="2722693" y="1930170"/>
                  </a:lnTo>
                  <a:lnTo>
                    <a:pt x="2722787" y="1930170"/>
                  </a:lnTo>
                  <a:lnTo>
                    <a:pt x="2722881" y="1930170"/>
                  </a:lnTo>
                  <a:lnTo>
                    <a:pt x="2722975" y="1930170"/>
                  </a:lnTo>
                  <a:lnTo>
                    <a:pt x="2723069" y="1930170"/>
                  </a:lnTo>
                  <a:lnTo>
                    <a:pt x="2723163" y="1930170"/>
                  </a:lnTo>
                  <a:lnTo>
                    <a:pt x="2723257" y="1930170"/>
                  </a:lnTo>
                  <a:lnTo>
                    <a:pt x="2723352" y="1930170"/>
                  </a:lnTo>
                  <a:lnTo>
                    <a:pt x="2723446" y="1930170"/>
                  </a:lnTo>
                  <a:lnTo>
                    <a:pt x="2723540" y="1930170"/>
                  </a:lnTo>
                  <a:lnTo>
                    <a:pt x="2723634" y="1930170"/>
                  </a:lnTo>
                  <a:lnTo>
                    <a:pt x="2723728" y="1930170"/>
                  </a:lnTo>
                  <a:lnTo>
                    <a:pt x="2723822" y="1930170"/>
                  </a:lnTo>
                  <a:lnTo>
                    <a:pt x="2723916" y="1930170"/>
                  </a:lnTo>
                  <a:lnTo>
                    <a:pt x="2724011" y="1930170"/>
                  </a:lnTo>
                  <a:lnTo>
                    <a:pt x="2724105" y="1930170"/>
                  </a:lnTo>
                  <a:lnTo>
                    <a:pt x="2724199" y="1930170"/>
                  </a:lnTo>
                  <a:lnTo>
                    <a:pt x="2724293" y="1930170"/>
                  </a:lnTo>
                  <a:lnTo>
                    <a:pt x="2724387" y="1930170"/>
                  </a:lnTo>
                  <a:lnTo>
                    <a:pt x="2724481" y="1930170"/>
                  </a:lnTo>
                  <a:lnTo>
                    <a:pt x="2724576" y="1930170"/>
                  </a:lnTo>
                  <a:lnTo>
                    <a:pt x="2724670" y="1930170"/>
                  </a:lnTo>
                  <a:lnTo>
                    <a:pt x="2724764" y="1930170"/>
                  </a:lnTo>
                  <a:lnTo>
                    <a:pt x="2724858" y="1930170"/>
                  </a:lnTo>
                  <a:lnTo>
                    <a:pt x="2724952" y="1930170"/>
                  </a:lnTo>
                  <a:lnTo>
                    <a:pt x="2725046" y="1930170"/>
                  </a:lnTo>
                  <a:lnTo>
                    <a:pt x="2725140" y="1930170"/>
                  </a:lnTo>
                  <a:lnTo>
                    <a:pt x="2725235" y="1930170"/>
                  </a:lnTo>
                  <a:lnTo>
                    <a:pt x="2725329" y="1930170"/>
                  </a:lnTo>
                  <a:lnTo>
                    <a:pt x="2725423" y="1930170"/>
                  </a:lnTo>
                  <a:lnTo>
                    <a:pt x="2725517" y="1930170"/>
                  </a:lnTo>
                  <a:lnTo>
                    <a:pt x="2725611" y="1930170"/>
                  </a:lnTo>
                  <a:lnTo>
                    <a:pt x="2725611" y="1925258"/>
                  </a:lnTo>
                  <a:lnTo>
                    <a:pt x="2725705" y="1925258"/>
                  </a:lnTo>
                  <a:lnTo>
                    <a:pt x="2725800" y="1925258"/>
                  </a:lnTo>
                  <a:lnTo>
                    <a:pt x="2725894" y="1925258"/>
                  </a:lnTo>
                  <a:lnTo>
                    <a:pt x="2725988" y="1925258"/>
                  </a:lnTo>
                  <a:lnTo>
                    <a:pt x="2726082" y="1925258"/>
                  </a:lnTo>
                  <a:lnTo>
                    <a:pt x="2726176" y="1925258"/>
                  </a:lnTo>
                  <a:lnTo>
                    <a:pt x="2726270" y="1925258"/>
                  </a:lnTo>
                  <a:lnTo>
                    <a:pt x="2726364" y="1925258"/>
                  </a:lnTo>
                  <a:lnTo>
                    <a:pt x="2726459" y="1925258"/>
                  </a:lnTo>
                  <a:lnTo>
                    <a:pt x="2726553" y="1925258"/>
                  </a:lnTo>
                  <a:lnTo>
                    <a:pt x="2726647" y="1925258"/>
                  </a:lnTo>
                  <a:lnTo>
                    <a:pt x="2726741" y="1925258"/>
                  </a:lnTo>
                  <a:lnTo>
                    <a:pt x="2726835" y="1925258"/>
                  </a:lnTo>
                  <a:lnTo>
                    <a:pt x="2726929" y="1925258"/>
                  </a:lnTo>
                  <a:lnTo>
                    <a:pt x="2727024" y="1925258"/>
                  </a:lnTo>
                  <a:lnTo>
                    <a:pt x="2727118" y="1925258"/>
                  </a:lnTo>
                  <a:lnTo>
                    <a:pt x="2727212" y="1925258"/>
                  </a:lnTo>
                  <a:lnTo>
                    <a:pt x="2727306" y="1925258"/>
                  </a:lnTo>
                  <a:lnTo>
                    <a:pt x="2727400" y="1925258"/>
                  </a:lnTo>
                  <a:lnTo>
                    <a:pt x="2727494" y="1925258"/>
                  </a:lnTo>
                  <a:lnTo>
                    <a:pt x="2727588" y="1925258"/>
                  </a:lnTo>
                  <a:lnTo>
                    <a:pt x="2727683" y="1925258"/>
                  </a:lnTo>
                  <a:lnTo>
                    <a:pt x="2727777" y="1925258"/>
                  </a:lnTo>
                  <a:lnTo>
                    <a:pt x="2727871" y="1925258"/>
                  </a:lnTo>
                  <a:lnTo>
                    <a:pt x="2727965" y="1925258"/>
                  </a:lnTo>
                  <a:lnTo>
                    <a:pt x="2728059" y="1925258"/>
                  </a:lnTo>
                  <a:lnTo>
                    <a:pt x="2728153" y="1925258"/>
                  </a:lnTo>
                  <a:lnTo>
                    <a:pt x="2728247" y="1925258"/>
                  </a:lnTo>
                  <a:lnTo>
                    <a:pt x="2728342" y="1925258"/>
                  </a:lnTo>
                  <a:lnTo>
                    <a:pt x="2728436" y="1925258"/>
                  </a:lnTo>
                  <a:lnTo>
                    <a:pt x="2728530" y="1925258"/>
                  </a:lnTo>
                  <a:lnTo>
                    <a:pt x="2728624" y="1925258"/>
                  </a:lnTo>
                  <a:lnTo>
                    <a:pt x="2728718" y="1925258"/>
                  </a:lnTo>
                  <a:lnTo>
                    <a:pt x="2728812" y="1925258"/>
                  </a:lnTo>
                  <a:lnTo>
                    <a:pt x="2728907" y="1925258"/>
                  </a:lnTo>
                  <a:lnTo>
                    <a:pt x="2729001" y="1925258"/>
                  </a:lnTo>
                  <a:lnTo>
                    <a:pt x="2729095" y="1925258"/>
                  </a:lnTo>
                  <a:lnTo>
                    <a:pt x="2729189" y="1925258"/>
                  </a:lnTo>
                  <a:lnTo>
                    <a:pt x="2729283" y="1925258"/>
                  </a:lnTo>
                  <a:lnTo>
                    <a:pt x="2729377" y="1925258"/>
                  </a:lnTo>
                  <a:lnTo>
                    <a:pt x="2729471" y="1925258"/>
                  </a:lnTo>
                  <a:lnTo>
                    <a:pt x="2729566" y="1925258"/>
                  </a:lnTo>
                  <a:lnTo>
                    <a:pt x="2729660" y="1925258"/>
                  </a:lnTo>
                  <a:lnTo>
                    <a:pt x="2729754" y="1925258"/>
                  </a:lnTo>
                  <a:lnTo>
                    <a:pt x="2729848" y="1925258"/>
                  </a:lnTo>
                  <a:lnTo>
                    <a:pt x="2729942" y="1925258"/>
                  </a:lnTo>
                  <a:lnTo>
                    <a:pt x="2730036" y="1925258"/>
                  </a:lnTo>
                  <a:lnTo>
                    <a:pt x="2730131" y="1925258"/>
                  </a:lnTo>
                  <a:lnTo>
                    <a:pt x="2730225" y="1925258"/>
                  </a:lnTo>
                  <a:lnTo>
                    <a:pt x="2730319" y="1925258"/>
                  </a:lnTo>
                  <a:lnTo>
                    <a:pt x="2730413" y="1925258"/>
                  </a:lnTo>
                  <a:lnTo>
                    <a:pt x="2730507" y="1925258"/>
                  </a:lnTo>
                  <a:lnTo>
                    <a:pt x="2730601" y="1925258"/>
                  </a:lnTo>
                  <a:lnTo>
                    <a:pt x="2730695" y="1925258"/>
                  </a:lnTo>
                  <a:lnTo>
                    <a:pt x="2730790" y="1925258"/>
                  </a:lnTo>
                  <a:lnTo>
                    <a:pt x="2730884" y="1925258"/>
                  </a:lnTo>
                  <a:lnTo>
                    <a:pt x="2730978" y="1925258"/>
                  </a:lnTo>
                  <a:lnTo>
                    <a:pt x="2731072" y="1925258"/>
                  </a:lnTo>
                  <a:lnTo>
                    <a:pt x="2731166" y="1925258"/>
                  </a:lnTo>
                  <a:lnTo>
                    <a:pt x="2731260" y="1925258"/>
                  </a:lnTo>
                  <a:lnTo>
                    <a:pt x="2731355" y="1925258"/>
                  </a:lnTo>
                  <a:lnTo>
                    <a:pt x="2731449" y="1925258"/>
                  </a:lnTo>
                  <a:lnTo>
                    <a:pt x="2731543" y="1925258"/>
                  </a:lnTo>
                  <a:lnTo>
                    <a:pt x="2731637" y="1925258"/>
                  </a:lnTo>
                  <a:lnTo>
                    <a:pt x="2731637" y="1920347"/>
                  </a:lnTo>
                  <a:lnTo>
                    <a:pt x="2731731" y="1920347"/>
                  </a:lnTo>
                  <a:lnTo>
                    <a:pt x="2731825" y="1920347"/>
                  </a:lnTo>
                  <a:lnTo>
                    <a:pt x="2731919" y="1920347"/>
                  </a:lnTo>
                  <a:lnTo>
                    <a:pt x="2732014" y="1920347"/>
                  </a:lnTo>
                  <a:lnTo>
                    <a:pt x="2732108" y="1920347"/>
                  </a:lnTo>
                  <a:lnTo>
                    <a:pt x="2732202" y="1920347"/>
                  </a:lnTo>
                  <a:lnTo>
                    <a:pt x="2732296" y="1920347"/>
                  </a:lnTo>
                  <a:lnTo>
                    <a:pt x="2732390" y="1920347"/>
                  </a:lnTo>
                  <a:lnTo>
                    <a:pt x="2732484" y="1920347"/>
                  </a:lnTo>
                  <a:lnTo>
                    <a:pt x="2732578" y="1920347"/>
                  </a:lnTo>
                  <a:lnTo>
                    <a:pt x="2732673" y="1920347"/>
                  </a:lnTo>
                  <a:lnTo>
                    <a:pt x="2732767" y="1920347"/>
                  </a:lnTo>
                  <a:lnTo>
                    <a:pt x="2732861" y="1920347"/>
                  </a:lnTo>
                  <a:lnTo>
                    <a:pt x="2732955" y="1920347"/>
                  </a:lnTo>
                  <a:lnTo>
                    <a:pt x="2733049" y="1920347"/>
                  </a:lnTo>
                  <a:lnTo>
                    <a:pt x="2733143" y="1920347"/>
                  </a:lnTo>
                  <a:lnTo>
                    <a:pt x="2733238" y="1920347"/>
                  </a:lnTo>
                  <a:lnTo>
                    <a:pt x="2733332" y="1920347"/>
                  </a:lnTo>
                  <a:lnTo>
                    <a:pt x="2733426" y="1920347"/>
                  </a:lnTo>
                  <a:lnTo>
                    <a:pt x="2733520" y="1920347"/>
                  </a:lnTo>
                  <a:lnTo>
                    <a:pt x="2733614" y="1920347"/>
                  </a:lnTo>
                  <a:lnTo>
                    <a:pt x="2733708" y="1920347"/>
                  </a:lnTo>
                  <a:lnTo>
                    <a:pt x="2733802" y="1920347"/>
                  </a:lnTo>
                  <a:lnTo>
                    <a:pt x="2733897" y="1920347"/>
                  </a:lnTo>
                  <a:lnTo>
                    <a:pt x="2733991" y="1920347"/>
                  </a:lnTo>
                  <a:lnTo>
                    <a:pt x="2734085" y="1920347"/>
                  </a:lnTo>
                  <a:lnTo>
                    <a:pt x="2734179" y="1920347"/>
                  </a:lnTo>
                  <a:lnTo>
                    <a:pt x="2734273" y="1920347"/>
                  </a:lnTo>
                  <a:lnTo>
                    <a:pt x="2734367" y="1920347"/>
                  </a:lnTo>
                  <a:lnTo>
                    <a:pt x="2734462" y="1920347"/>
                  </a:lnTo>
                  <a:lnTo>
                    <a:pt x="2734556" y="1920347"/>
                  </a:lnTo>
                  <a:lnTo>
                    <a:pt x="2734650" y="1920347"/>
                  </a:lnTo>
                  <a:lnTo>
                    <a:pt x="2734744" y="1920347"/>
                  </a:lnTo>
                  <a:lnTo>
                    <a:pt x="2734838" y="1920347"/>
                  </a:lnTo>
                  <a:lnTo>
                    <a:pt x="2734932" y="1920347"/>
                  </a:lnTo>
                  <a:lnTo>
                    <a:pt x="2735026" y="1920347"/>
                  </a:lnTo>
                  <a:lnTo>
                    <a:pt x="2735121" y="1920347"/>
                  </a:lnTo>
                  <a:lnTo>
                    <a:pt x="2735215" y="1920347"/>
                  </a:lnTo>
                  <a:lnTo>
                    <a:pt x="2735309" y="1920347"/>
                  </a:lnTo>
                  <a:lnTo>
                    <a:pt x="2735309" y="1915436"/>
                  </a:lnTo>
                  <a:lnTo>
                    <a:pt x="2735403" y="1915436"/>
                  </a:lnTo>
                  <a:lnTo>
                    <a:pt x="2735497" y="1915436"/>
                  </a:lnTo>
                  <a:lnTo>
                    <a:pt x="2735591" y="1915436"/>
                  </a:lnTo>
                  <a:lnTo>
                    <a:pt x="2735686" y="1915436"/>
                  </a:lnTo>
                  <a:lnTo>
                    <a:pt x="2735780" y="1915436"/>
                  </a:lnTo>
                  <a:lnTo>
                    <a:pt x="2735874" y="1915436"/>
                  </a:lnTo>
                  <a:lnTo>
                    <a:pt x="2735968" y="1915436"/>
                  </a:lnTo>
                  <a:lnTo>
                    <a:pt x="2736062" y="1915436"/>
                  </a:lnTo>
                  <a:lnTo>
                    <a:pt x="2736156" y="1915436"/>
                  </a:lnTo>
                  <a:lnTo>
                    <a:pt x="2736250" y="1915436"/>
                  </a:lnTo>
                  <a:lnTo>
                    <a:pt x="2736345" y="1915436"/>
                  </a:lnTo>
                  <a:lnTo>
                    <a:pt x="2736439" y="1915436"/>
                  </a:lnTo>
                  <a:lnTo>
                    <a:pt x="2736533" y="1915436"/>
                  </a:lnTo>
                  <a:lnTo>
                    <a:pt x="2736627" y="1915436"/>
                  </a:lnTo>
                  <a:lnTo>
                    <a:pt x="2736721" y="1915436"/>
                  </a:lnTo>
                  <a:lnTo>
                    <a:pt x="2736815" y="1915436"/>
                  </a:lnTo>
                  <a:lnTo>
                    <a:pt x="2736909" y="1915436"/>
                  </a:lnTo>
                  <a:lnTo>
                    <a:pt x="2737004" y="1915436"/>
                  </a:lnTo>
                  <a:lnTo>
                    <a:pt x="2737098" y="1915436"/>
                  </a:lnTo>
                  <a:lnTo>
                    <a:pt x="2737192" y="1915436"/>
                  </a:lnTo>
                  <a:lnTo>
                    <a:pt x="2737286" y="1915436"/>
                  </a:lnTo>
                  <a:lnTo>
                    <a:pt x="2737380" y="1915436"/>
                  </a:lnTo>
                  <a:lnTo>
                    <a:pt x="2737474" y="1915436"/>
                  </a:lnTo>
                  <a:lnTo>
                    <a:pt x="2737569" y="1915436"/>
                  </a:lnTo>
                  <a:lnTo>
                    <a:pt x="2737569" y="1910524"/>
                  </a:lnTo>
                  <a:lnTo>
                    <a:pt x="2737663" y="1910524"/>
                  </a:lnTo>
                  <a:lnTo>
                    <a:pt x="2737757" y="1910524"/>
                  </a:lnTo>
                  <a:lnTo>
                    <a:pt x="2737851" y="1910524"/>
                  </a:lnTo>
                  <a:lnTo>
                    <a:pt x="2737945" y="1910524"/>
                  </a:lnTo>
                  <a:lnTo>
                    <a:pt x="2738039" y="1910524"/>
                  </a:lnTo>
                  <a:lnTo>
                    <a:pt x="2738133" y="1910524"/>
                  </a:lnTo>
                  <a:lnTo>
                    <a:pt x="2738228" y="1910524"/>
                  </a:lnTo>
                  <a:lnTo>
                    <a:pt x="2738322" y="1910524"/>
                  </a:lnTo>
                  <a:lnTo>
                    <a:pt x="2738416" y="1910524"/>
                  </a:lnTo>
                  <a:lnTo>
                    <a:pt x="2738510" y="1910524"/>
                  </a:lnTo>
                  <a:lnTo>
                    <a:pt x="2738604" y="1910524"/>
                  </a:lnTo>
                  <a:lnTo>
                    <a:pt x="2738698" y="1910524"/>
                  </a:lnTo>
                  <a:lnTo>
                    <a:pt x="2738793" y="1910524"/>
                  </a:lnTo>
                  <a:lnTo>
                    <a:pt x="2738887" y="1910524"/>
                  </a:lnTo>
                  <a:lnTo>
                    <a:pt x="2738981" y="1910524"/>
                  </a:lnTo>
                  <a:lnTo>
                    <a:pt x="2739075" y="1910524"/>
                  </a:lnTo>
                  <a:lnTo>
                    <a:pt x="2739169" y="1910524"/>
                  </a:lnTo>
                  <a:lnTo>
                    <a:pt x="2739263" y="1910524"/>
                  </a:lnTo>
                  <a:lnTo>
                    <a:pt x="2739357" y="1910524"/>
                  </a:lnTo>
                  <a:lnTo>
                    <a:pt x="2739452" y="1910524"/>
                  </a:lnTo>
                  <a:lnTo>
                    <a:pt x="2739546" y="1910524"/>
                  </a:lnTo>
                  <a:lnTo>
                    <a:pt x="2739640" y="1910524"/>
                  </a:lnTo>
                  <a:lnTo>
                    <a:pt x="2739734" y="1910524"/>
                  </a:lnTo>
                  <a:lnTo>
                    <a:pt x="2739828" y="1910524"/>
                  </a:lnTo>
                  <a:lnTo>
                    <a:pt x="2739922" y="1910524"/>
                  </a:lnTo>
                  <a:lnTo>
                    <a:pt x="2740017" y="1910524"/>
                  </a:lnTo>
                  <a:lnTo>
                    <a:pt x="2740017" y="1905613"/>
                  </a:lnTo>
                  <a:lnTo>
                    <a:pt x="2740111" y="1905613"/>
                  </a:lnTo>
                  <a:lnTo>
                    <a:pt x="2740205" y="1905613"/>
                  </a:lnTo>
                  <a:lnTo>
                    <a:pt x="2740299" y="1905613"/>
                  </a:lnTo>
                  <a:lnTo>
                    <a:pt x="2740393" y="1905613"/>
                  </a:lnTo>
                  <a:lnTo>
                    <a:pt x="2740487" y="1905613"/>
                  </a:lnTo>
                  <a:lnTo>
                    <a:pt x="2740581" y="1905613"/>
                  </a:lnTo>
                  <a:lnTo>
                    <a:pt x="2740676" y="1905613"/>
                  </a:lnTo>
                  <a:lnTo>
                    <a:pt x="2740770" y="1905613"/>
                  </a:lnTo>
                  <a:lnTo>
                    <a:pt x="2740864" y="1905613"/>
                  </a:lnTo>
                  <a:lnTo>
                    <a:pt x="2740958" y="1905613"/>
                  </a:lnTo>
                  <a:lnTo>
                    <a:pt x="2741052" y="1905613"/>
                  </a:lnTo>
                  <a:lnTo>
                    <a:pt x="2741052" y="1900702"/>
                  </a:lnTo>
                  <a:lnTo>
                    <a:pt x="2741146" y="1900702"/>
                  </a:lnTo>
                  <a:lnTo>
                    <a:pt x="2741240" y="1900702"/>
                  </a:lnTo>
                  <a:lnTo>
                    <a:pt x="2741335" y="1900702"/>
                  </a:lnTo>
                  <a:lnTo>
                    <a:pt x="2741429" y="1900702"/>
                  </a:lnTo>
                  <a:lnTo>
                    <a:pt x="2741523" y="1900702"/>
                  </a:lnTo>
                  <a:lnTo>
                    <a:pt x="2741617" y="1900702"/>
                  </a:lnTo>
                  <a:lnTo>
                    <a:pt x="2741711" y="1900702"/>
                  </a:lnTo>
                  <a:lnTo>
                    <a:pt x="2741805" y="1900702"/>
                  </a:lnTo>
                  <a:lnTo>
                    <a:pt x="2741900" y="1900702"/>
                  </a:lnTo>
                  <a:lnTo>
                    <a:pt x="2741994" y="1900702"/>
                  </a:lnTo>
                  <a:lnTo>
                    <a:pt x="2742088" y="1900702"/>
                  </a:lnTo>
                  <a:lnTo>
                    <a:pt x="2742182" y="1900702"/>
                  </a:lnTo>
                  <a:lnTo>
                    <a:pt x="2742276" y="1900702"/>
                  </a:lnTo>
                  <a:lnTo>
                    <a:pt x="2742370" y="1900702"/>
                  </a:lnTo>
                  <a:lnTo>
                    <a:pt x="2742464" y="1900702"/>
                  </a:lnTo>
                  <a:lnTo>
                    <a:pt x="2742559" y="1900702"/>
                  </a:lnTo>
                  <a:lnTo>
                    <a:pt x="2742653" y="1900702"/>
                  </a:lnTo>
                  <a:lnTo>
                    <a:pt x="2742747" y="1900702"/>
                  </a:lnTo>
                  <a:lnTo>
                    <a:pt x="2742841" y="1900702"/>
                  </a:lnTo>
                  <a:lnTo>
                    <a:pt x="2742935" y="1900702"/>
                  </a:lnTo>
                  <a:lnTo>
                    <a:pt x="2743029" y="1900702"/>
                  </a:lnTo>
                  <a:lnTo>
                    <a:pt x="2743124" y="1900702"/>
                  </a:lnTo>
                  <a:lnTo>
                    <a:pt x="2743218" y="1900702"/>
                  </a:lnTo>
                  <a:lnTo>
                    <a:pt x="2743312" y="1900702"/>
                  </a:lnTo>
                  <a:lnTo>
                    <a:pt x="2743406" y="1900702"/>
                  </a:lnTo>
                  <a:lnTo>
                    <a:pt x="2743500" y="1900702"/>
                  </a:lnTo>
                  <a:lnTo>
                    <a:pt x="2743594" y="1900702"/>
                  </a:lnTo>
                  <a:lnTo>
                    <a:pt x="2743688" y="1900702"/>
                  </a:lnTo>
                  <a:lnTo>
                    <a:pt x="2743783" y="1900702"/>
                  </a:lnTo>
                  <a:lnTo>
                    <a:pt x="2743877" y="1900702"/>
                  </a:lnTo>
                  <a:lnTo>
                    <a:pt x="2743971" y="1900702"/>
                  </a:lnTo>
                  <a:lnTo>
                    <a:pt x="2744065" y="1900702"/>
                  </a:lnTo>
                  <a:lnTo>
                    <a:pt x="2744159" y="1900702"/>
                  </a:lnTo>
                  <a:lnTo>
                    <a:pt x="2744253" y="1900702"/>
                  </a:lnTo>
                  <a:lnTo>
                    <a:pt x="2744348" y="1900702"/>
                  </a:lnTo>
                  <a:lnTo>
                    <a:pt x="2744442" y="1900702"/>
                  </a:lnTo>
                  <a:lnTo>
                    <a:pt x="2744536" y="1900702"/>
                  </a:lnTo>
                  <a:lnTo>
                    <a:pt x="2744630" y="1900702"/>
                  </a:lnTo>
                  <a:lnTo>
                    <a:pt x="2744724" y="1900702"/>
                  </a:lnTo>
                  <a:lnTo>
                    <a:pt x="2744818" y="1900702"/>
                  </a:lnTo>
                  <a:lnTo>
                    <a:pt x="2744912" y="1900702"/>
                  </a:lnTo>
                  <a:lnTo>
                    <a:pt x="2745007" y="1900702"/>
                  </a:lnTo>
                  <a:lnTo>
                    <a:pt x="2745101" y="1900702"/>
                  </a:lnTo>
                  <a:lnTo>
                    <a:pt x="2745195" y="1900702"/>
                  </a:lnTo>
                  <a:lnTo>
                    <a:pt x="2745289" y="1900702"/>
                  </a:lnTo>
                  <a:lnTo>
                    <a:pt x="2745383" y="1900702"/>
                  </a:lnTo>
                  <a:lnTo>
                    <a:pt x="2745477" y="1900702"/>
                  </a:lnTo>
                  <a:lnTo>
                    <a:pt x="2745571" y="1900702"/>
                  </a:lnTo>
                  <a:lnTo>
                    <a:pt x="2745666" y="1900702"/>
                  </a:lnTo>
                  <a:lnTo>
                    <a:pt x="2745760" y="1900702"/>
                  </a:lnTo>
                  <a:lnTo>
                    <a:pt x="2745854" y="1900702"/>
                  </a:lnTo>
                  <a:lnTo>
                    <a:pt x="2745948" y="1900702"/>
                  </a:lnTo>
                  <a:lnTo>
                    <a:pt x="2746042" y="1900702"/>
                  </a:lnTo>
                  <a:lnTo>
                    <a:pt x="2746136" y="1900702"/>
                  </a:lnTo>
                  <a:lnTo>
                    <a:pt x="2746231" y="1900702"/>
                  </a:lnTo>
                  <a:lnTo>
                    <a:pt x="2746325" y="1900702"/>
                  </a:lnTo>
                  <a:lnTo>
                    <a:pt x="2746419" y="1900702"/>
                  </a:lnTo>
                  <a:lnTo>
                    <a:pt x="2746513" y="1900702"/>
                  </a:lnTo>
                  <a:lnTo>
                    <a:pt x="2746607" y="1900702"/>
                  </a:lnTo>
                  <a:lnTo>
                    <a:pt x="2746701" y="1900702"/>
                  </a:lnTo>
                  <a:lnTo>
                    <a:pt x="2746795" y="1900702"/>
                  </a:lnTo>
                  <a:lnTo>
                    <a:pt x="2746890" y="1900702"/>
                  </a:lnTo>
                  <a:lnTo>
                    <a:pt x="2746984" y="1900702"/>
                  </a:lnTo>
                  <a:lnTo>
                    <a:pt x="2747078" y="1900702"/>
                  </a:lnTo>
                  <a:lnTo>
                    <a:pt x="2747172" y="1900702"/>
                  </a:lnTo>
                  <a:lnTo>
                    <a:pt x="2747266" y="1900702"/>
                  </a:lnTo>
                  <a:lnTo>
                    <a:pt x="2747360" y="1900702"/>
                  </a:lnTo>
                  <a:lnTo>
                    <a:pt x="2747455" y="1900702"/>
                  </a:lnTo>
                  <a:lnTo>
                    <a:pt x="2747455" y="1895790"/>
                  </a:lnTo>
                  <a:lnTo>
                    <a:pt x="2747549" y="1895790"/>
                  </a:lnTo>
                  <a:lnTo>
                    <a:pt x="2747643" y="1895790"/>
                  </a:lnTo>
                  <a:lnTo>
                    <a:pt x="2747737" y="1895790"/>
                  </a:lnTo>
                  <a:lnTo>
                    <a:pt x="2747831" y="1895790"/>
                  </a:lnTo>
                  <a:lnTo>
                    <a:pt x="2747925" y="1895790"/>
                  </a:lnTo>
                  <a:lnTo>
                    <a:pt x="2748019" y="1895790"/>
                  </a:lnTo>
                  <a:lnTo>
                    <a:pt x="2748114" y="1895790"/>
                  </a:lnTo>
                  <a:lnTo>
                    <a:pt x="2748208" y="1895790"/>
                  </a:lnTo>
                  <a:lnTo>
                    <a:pt x="2748302" y="1895790"/>
                  </a:lnTo>
                  <a:lnTo>
                    <a:pt x="2748396" y="1895790"/>
                  </a:lnTo>
                  <a:lnTo>
                    <a:pt x="2748490" y="1895790"/>
                  </a:lnTo>
                  <a:lnTo>
                    <a:pt x="2748584" y="1895790"/>
                  </a:lnTo>
                  <a:lnTo>
                    <a:pt x="2748679" y="1895790"/>
                  </a:lnTo>
                  <a:lnTo>
                    <a:pt x="2748773" y="1895790"/>
                  </a:lnTo>
                  <a:lnTo>
                    <a:pt x="2748867" y="1895790"/>
                  </a:lnTo>
                  <a:lnTo>
                    <a:pt x="2748961" y="1895790"/>
                  </a:lnTo>
                  <a:lnTo>
                    <a:pt x="2749055" y="1895790"/>
                  </a:lnTo>
                  <a:lnTo>
                    <a:pt x="2749149" y="1895790"/>
                  </a:lnTo>
                  <a:lnTo>
                    <a:pt x="2749243" y="1895790"/>
                  </a:lnTo>
                  <a:lnTo>
                    <a:pt x="2749338" y="1895790"/>
                  </a:lnTo>
                  <a:lnTo>
                    <a:pt x="2749432" y="1895790"/>
                  </a:lnTo>
                  <a:lnTo>
                    <a:pt x="2749526" y="1895790"/>
                  </a:lnTo>
                  <a:lnTo>
                    <a:pt x="2749620" y="1895790"/>
                  </a:lnTo>
                  <a:lnTo>
                    <a:pt x="2749714" y="1895790"/>
                  </a:lnTo>
                  <a:lnTo>
                    <a:pt x="2749808" y="1895790"/>
                  </a:lnTo>
                  <a:lnTo>
                    <a:pt x="2749902" y="1895790"/>
                  </a:lnTo>
                  <a:lnTo>
                    <a:pt x="2749997" y="1895790"/>
                  </a:lnTo>
                  <a:lnTo>
                    <a:pt x="2750091" y="1895790"/>
                  </a:lnTo>
                  <a:lnTo>
                    <a:pt x="2750185" y="1895790"/>
                  </a:lnTo>
                  <a:lnTo>
                    <a:pt x="2750279" y="1895790"/>
                  </a:lnTo>
                  <a:lnTo>
                    <a:pt x="2750373" y="1895790"/>
                  </a:lnTo>
                  <a:lnTo>
                    <a:pt x="2750467" y="1895790"/>
                  </a:lnTo>
                  <a:lnTo>
                    <a:pt x="2750562" y="1895790"/>
                  </a:lnTo>
                  <a:lnTo>
                    <a:pt x="2750656" y="1895790"/>
                  </a:lnTo>
                  <a:lnTo>
                    <a:pt x="2750750" y="1895790"/>
                  </a:lnTo>
                  <a:lnTo>
                    <a:pt x="2750844" y="1895790"/>
                  </a:lnTo>
                  <a:lnTo>
                    <a:pt x="2750938" y="1895790"/>
                  </a:lnTo>
                  <a:lnTo>
                    <a:pt x="2751032" y="1895790"/>
                  </a:lnTo>
                  <a:lnTo>
                    <a:pt x="2751126" y="1895790"/>
                  </a:lnTo>
                  <a:lnTo>
                    <a:pt x="2751221" y="1895790"/>
                  </a:lnTo>
                  <a:lnTo>
                    <a:pt x="2751315" y="1895790"/>
                  </a:lnTo>
                  <a:lnTo>
                    <a:pt x="2751409" y="1895790"/>
                  </a:lnTo>
                  <a:lnTo>
                    <a:pt x="2751503" y="1895790"/>
                  </a:lnTo>
                  <a:lnTo>
                    <a:pt x="2751597" y="1895790"/>
                  </a:lnTo>
                  <a:lnTo>
                    <a:pt x="2751691" y="1895790"/>
                  </a:lnTo>
                  <a:lnTo>
                    <a:pt x="2751786" y="1895790"/>
                  </a:lnTo>
                  <a:lnTo>
                    <a:pt x="2751880" y="1895790"/>
                  </a:lnTo>
                  <a:lnTo>
                    <a:pt x="2751974" y="1895790"/>
                  </a:lnTo>
                  <a:lnTo>
                    <a:pt x="2752068" y="1895790"/>
                  </a:lnTo>
                  <a:lnTo>
                    <a:pt x="2752162" y="1895790"/>
                  </a:lnTo>
                  <a:lnTo>
                    <a:pt x="2752256" y="1895790"/>
                  </a:lnTo>
                  <a:lnTo>
                    <a:pt x="2752350" y="1895790"/>
                  </a:lnTo>
                  <a:lnTo>
                    <a:pt x="2752445" y="1895790"/>
                  </a:lnTo>
                  <a:lnTo>
                    <a:pt x="2752539" y="1895790"/>
                  </a:lnTo>
                  <a:lnTo>
                    <a:pt x="2752633" y="1895790"/>
                  </a:lnTo>
                  <a:lnTo>
                    <a:pt x="2752727" y="1895790"/>
                  </a:lnTo>
                  <a:lnTo>
                    <a:pt x="2752821" y="1895790"/>
                  </a:lnTo>
                  <a:lnTo>
                    <a:pt x="2752915" y="1895790"/>
                  </a:lnTo>
                  <a:lnTo>
                    <a:pt x="2753010" y="1895790"/>
                  </a:lnTo>
                  <a:lnTo>
                    <a:pt x="2753104" y="1895790"/>
                  </a:lnTo>
                  <a:lnTo>
                    <a:pt x="2753198" y="1895790"/>
                  </a:lnTo>
                  <a:lnTo>
                    <a:pt x="2753292" y="1895790"/>
                  </a:lnTo>
                  <a:lnTo>
                    <a:pt x="2753386" y="1895790"/>
                  </a:lnTo>
                  <a:lnTo>
                    <a:pt x="2753480" y="1895790"/>
                  </a:lnTo>
                  <a:lnTo>
                    <a:pt x="2753574" y="1895790"/>
                  </a:lnTo>
                  <a:lnTo>
                    <a:pt x="2753669" y="1895790"/>
                  </a:lnTo>
                  <a:lnTo>
                    <a:pt x="2753763" y="1895790"/>
                  </a:lnTo>
                  <a:lnTo>
                    <a:pt x="2753763" y="1890879"/>
                  </a:lnTo>
                  <a:lnTo>
                    <a:pt x="2753857" y="1890879"/>
                  </a:lnTo>
                  <a:lnTo>
                    <a:pt x="2753951" y="1890879"/>
                  </a:lnTo>
                  <a:lnTo>
                    <a:pt x="2754045" y="1890879"/>
                  </a:lnTo>
                  <a:lnTo>
                    <a:pt x="2754139" y="1890879"/>
                  </a:lnTo>
                  <a:lnTo>
                    <a:pt x="2754233" y="1890879"/>
                  </a:lnTo>
                  <a:lnTo>
                    <a:pt x="2754328" y="1890879"/>
                  </a:lnTo>
                  <a:lnTo>
                    <a:pt x="2754422" y="1890879"/>
                  </a:lnTo>
                  <a:lnTo>
                    <a:pt x="2754516" y="1890879"/>
                  </a:lnTo>
                  <a:lnTo>
                    <a:pt x="2754610" y="1890879"/>
                  </a:lnTo>
                  <a:lnTo>
                    <a:pt x="2754704" y="1890879"/>
                  </a:lnTo>
                  <a:lnTo>
                    <a:pt x="2754798" y="1890879"/>
                  </a:lnTo>
                  <a:lnTo>
                    <a:pt x="2754798" y="1885967"/>
                  </a:lnTo>
                  <a:lnTo>
                    <a:pt x="2754893" y="1885967"/>
                  </a:lnTo>
                  <a:lnTo>
                    <a:pt x="2754987" y="1885967"/>
                  </a:lnTo>
                  <a:lnTo>
                    <a:pt x="2755081" y="1885967"/>
                  </a:lnTo>
                  <a:lnTo>
                    <a:pt x="2755175" y="1885967"/>
                  </a:lnTo>
                  <a:lnTo>
                    <a:pt x="2755269" y="1885967"/>
                  </a:lnTo>
                  <a:lnTo>
                    <a:pt x="2755363" y="1885967"/>
                  </a:lnTo>
                  <a:lnTo>
                    <a:pt x="2755457" y="1885967"/>
                  </a:lnTo>
                  <a:lnTo>
                    <a:pt x="2755552" y="1885967"/>
                  </a:lnTo>
                  <a:lnTo>
                    <a:pt x="2755646" y="1885967"/>
                  </a:lnTo>
                  <a:lnTo>
                    <a:pt x="2755740" y="1885967"/>
                  </a:lnTo>
                  <a:lnTo>
                    <a:pt x="2755834" y="1885967"/>
                  </a:lnTo>
                  <a:lnTo>
                    <a:pt x="2755928" y="1885967"/>
                  </a:lnTo>
                  <a:lnTo>
                    <a:pt x="2756022" y="1885967"/>
                  </a:lnTo>
                  <a:lnTo>
                    <a:pt x="2756117" y="1885967"/>
                  </a:lnTo>
                  <a:lnTo>
                    <a:pt x="2756211" y="1885967"/>
                  </a:lnTo>
                  <a:lnTo>
                    <a:pt x="2756305" y="1885967"/>
                  </a:lnTo>
                  <a:lnTo>
                    <a:pt x="2756399" y="1885967"/>
                  </a:lnTo>
                  <a:lnTo>
                    <a:pt x="2756493" y="1885967"/>
                  </a:lnTo>
                  <a:lnTo>
                    <a:pt x="2756587" y="1885967"/>
                  </a:lnTo>
                  <a:lnTo>
                    <a:pt x="2756681" y="1885967"/>
                  </a:lnTo>
                  <a:lnTo>
                    <a:pt x="2756776" y="1885967"/>
                  </a:lnTo>
                  <a:lnTo>
                    <a:pt x="2756870" y="1885967"/>
                  </a:lnTo>
                  <a:lnTo>
                    <a:pt x="2756964" y="1885967"/>
                  </a:lnTo>
                  <a:lnTo>
                    <a:pt x="2757058" y="1885967"/>
                  </a:lnTo>
                  <a:lnTo>
                    <a:pt x="2757152" y="1885967"/>
                  </a:lnTo>
                  <a:lnTo>
                    <a:pt x="2757246" y="1885967"/>
                  </a:lnTo>
                  <a:lnTo>
                    <a:pt x="2757341" y="1885967"/>
                  </a:lnTo>
                  <a:lnTo>
                    <a:pt x="2757435" y="1885967"/>
                  </a:lnTo>
                  <a:lnTo>
                    <a:pt x="2757529" y="1885967"/>
                  </a:lnTo>
                  <a:lnTo>
                    <a:pt x="2757623" y="1885967"/>
                  </a:lnTo>
                  <a:lnTo>
                    <a:pt x="2757717" y="1885967"/>
                  </a:lnTo>
                  <a:lnTo>
                    <a:pt x="2757811" y="1885967"/>
                  </a:lnTo>
                  <a:lnTo>
                    <a:pt x="2757905" y="1885967"/>
                  </a:lnTo>
                  <a:lnTo>
                    <a:pt x="2758000" y="1885967"/>
                  </a:lnTo>
                  <a:lnTo>
                    <a:pt x="2758094" y="1885967"/>
                  </a:lnTo>
                  <a:lnTo>
                    <a:pt x="2758188" y="1885967"/>
                  </a:lnTo>
                  <a:lnTo>
                    <a:pt x="2758282" y="1885967"/>
                  </a:lnTo>
                  <a:lnTo>
                    <a:pt x="2758376" y="1885967"/>
                  </a:lnTo>
                  <a:lnTo>
                    <a:pt x="2758470" y="1885967"/>
                  </a:lnTo>
                  <a:lnTo>
                    <a:pt x="2758564" y="1885967"/>
                  </a:lnTo>
                  <a:lnTo>
                    <a:pt x="2758659" y="1885967"/>
                  </a:lnTo>
                  <a:lnTo>
                    <a:pt x="2758753" y="1885967"/>
                  </a:lnTo>
                  <a:lnTo>
                    <a:pt x="2758847" y="1885967"/>
                  </a:lnTo>
                  <a:lnTo>
                    <a:pt x="2758941" y="1885967"/>
                  </a:lnTo>
                  <a:lnTo>
                    <a:pt x="2759035" y="1885967"/>
                  </a:lnTo>
                  <a:lnTo>
                    <a:pt x="2759129" y="1885967"/>
                  </a:lnTo>
                  <a:lnTo>
                    <a:pt x="2759224" y="1885967"/>
                  </a:lnTo>
                  <a:lnTo>
                    <a:pt x="2759318" y="1885967"/>
                  </a:lnTo>
                  <a:lnTo>
                    <a:pt x="2759412" y="1885967"/>
                  </a:lnTo>
                  <a:lnTo>
                    <a:pt x="2759506" y="1885967"/>
                  </a:lnTo>
                  <a:lnTo>
                    <a:pt x="2759600" y="1885967"/>
                  </a:lnTo>
                  <a:lnTo>
                    <a:pt x="2759694" y="1885967"/>
                  </a:lnTo>
                  <a:lnTo>
                    <a:pt x="2759788" y="1885967"/>
                  </a:lnTo>
                  <a:lnTo>
                    <a:pt x="2759883" y="1885967"/>
                  </a:lnTo>
                  <a:lnTo>
                    <a:pt x="2759977" y="1885967"/>
                  </a:lnTo>
                  <a:lnTo>
                    <a:pt x="2760071" y="1885967"/>
                  </a:lnTo>
                  <a:lnTo>
                    <a:pt x="2760165" y="1885967"/>
                  </a:lnTo>
                  <a:lnTo>
                    <a:pt x="2760259" y="1885967"/>
                  </a:lnTo>
                  <a:lnTo>
                    <a:pt x="2760353" y="1885967"/>
                  </a:lnTo>
                  <a:lnTo>
                    <a:pt x="2760448" y="1885967"/>
                  </a:lnTo>
                  <a:lnTo>
                    <a:pt x="2760542" y="1885967"/>
                  </a:lnTo>
                  <a:lnTo>
                    <a:pt x="2760542" y="1881056"/>
                  </a:lnTo>
                  <a:lnTo>
                    <a:pt x="2760636" y="1881056"/>
                  </a:lnTo>
                  <a:lnTo>
                    <a:pt x="2760730" y="1881056"/>
                  </a:lnTo>
                  <a:lnTo>
                    <a:pt x="2760824" y="1881056"/>
                  </a:lnTo>
                  <a:lnTo>
                    <a:pt x="2760918" y="1881056"/>
                  </a:lnTo>
                  <a:lnTo>
                    <a:pt x="2761012" y="1881056"/>
                  </a:lnTo>
                  <a:lnTo>
                    <a:pt x="2761107" y="1881056"/>
                  </a:lnTo>
                  <a:lnTo>
                    <a:pt x="2761201" y="1881056"/>
                  </a:lnTo>
                  <a:lnTo>
                    <a:pt x="2761295" y="1881056"/>
                  </a:lnTo>
                  <a:lnTo>
                    <a:pt x="2761389" y="1881056"/>
                  </a:lnTo>
                  <a:lnTo>
                    <a:pt x="2761483" y="1881056"/>
                  </a:lnTo>
                  <a:lnTo>
                    <a:pt x="2761577" y="1881056"/>
                  </a:lnTo>
                  <a:lnTo>
                    <a:pt x="2761672" y="1881056"/>
                  </a:lnTo>
                  <a:lnTo>
                    <a:pt x="2761766" y="1881056"/>
                  </a:lnTo>
                  <a:lnTo>
                    <a:pt x="2761860" y="1881056"/>
                  </a:lnTo>
                  <a:lnTo>
                    <a:pt x="2761954" y="1881056"/>
                  </a:lnTo>
                  <a:lnTo>
                    <a:pt x="2762048" y="1881056"/>
                  </a:lnTo>
                  <a:lnTo>
                    <a:pt x="2762142" y="1881056"/>
                  </a:lnTo>
                  <a:lnTo>
                    <a:pt x="2762236" y="1881056"/>
                  </a:lnTo>
                  <a:lnTo>
                    <a:pt x="2762331" y="1881056"/>
                  </a:lnTo>
                  <a:lnTo>
                    <a:pt x="2762425" y="1881056"/>
                  </a:lnTo>
                  <a:lnTo>
                    <a:pt x="2762519" y="1881056"/>
                  </a:lnTo>
                  <a:lnTo>
                    <a:pt x="2762613" y="1881056"/>
                  </a:lnTo>
                  <a:lnTo>
                    <a:pt x="2762707" y="1881056"/>
                  </a:lnTo>
                  <a:lnTo>
                    <a:pt x="2762801" y="1881056"/>
                  </a:lnTo>
                  <a:lnTo>
                    <a:pt x="2762895" y="1881056"/>
                  </a:lnTo>
                  <a:lnTo>
                    <a:pt x="2762990" y="1881056"/>
                  </a:lnTo>
                  <a:lnTo>
                    <a:pt x="2763084" y="1881056"/>
                  </a:lnTo>
                  <a:lnTo>
                    <a:pt x="2763178" y="1881056"/>
                  </a:lnTo>
                  <a:lnTo>
                    <a:pt x="2763272" y="1881056"/>
                  </a:lnTo>
                  <a:lnTo>
                    <a:pt x="2763366" y="1881056"/>
                  </a:lnTo>
                  <a:lnTo>
                    <a:pt x="2763460" y="1881056"/>
                  </a:lnTo>
                  <a:lnTo>
                    <a:pt x="2763555" y="1881056"/>
                  </a:lnTo>
                  <a:lnTo>
                    <a:pt x="2763649" y="1881056"/>
                  </a:lnTo>
                  <a:lnTo>
                    <a:pt x="2763743" y="1881056"/>
                  </a:lnTo>
                  <a:lnTo>
                    <a:pt x="2763837" y="1881056"/>
                  </a:lnTo>
                  <a:lnTo>
                    <a:pt x="2763931" y="1881056"/>
                  </a:lnTo>
                  <a:lnTo>
                    <a:pt x="2764025" y="1881056"/>
                  </a:lnTo>
                  <a:lnTo>
                    <a:pt x="2764119" y="1881056"/>
                  </a:lnTo>
                  <a:lnTo>
                    <a:pt x="2764214" y="1881056"/>
                  </a:lnTo>
                  <a:lnTo>
                    <a:pt x="2764308" y="1881056"/>
                  </a:lnTo>
                  <a:lnTo>
                    <a:pt x="2764402" y="1881056"/>
                  </a:lnTo>
                  <a:lnTo>
                    <a:pt x="2764496" y="1881056"/>
                  </a:lnTo>
                  <a:lnTo>
                    <a:pt x="2764590" y="1881056"/>
                  </a:lnTo>
                  <a:lnTo>
                    <a:pt x="2764684" y="1881056"/>
                  </a:lnTo>
                  <a:lnTo>
                    <a:pt x="2764779" y="1881056"/>
                  </a:lnTo>
                  <a:lnTo>
                    <a:pt x="2764873" y="1881056"/>
                  </a:lnTo>
                  <a:lnTo>
                    <a:pt x="2764967" y="1881056"/>
                  </a:lnTo>
                  <a:lnTo>
                    <a:pt x="2765061" y="1881056"/>
                  </a:lnTo>
                  <a:lnTo>
                    <a:pt x="2765155" y="1881056"/>
                  </a:lnTo>
                  <a:lnTo>
                    <a:pt x="2765249" y="1881056"/>
                  </a:lnTo>
                  <a:lnTo>
                    <a:pt x="2765343" y="1881056"/>
                  </a:lnTo>
                  <a:lnTo>
                    <a:pt x="2765438" y="1881056"/>
                  </a:lnTo>
                  <a:lnTo>
                    <a:pt x="2765532" y="1881056"/>
                  </a:lnTo>
                  <a:lnTo>
                    <a:pt x="2765626" y="1881056"/>
                  </a:lnTo>
                  <a:lnTo>
                    <a:pt x="2765720" y="1881056"/>
                  </a:lnTo>
                  <a:lnTo>
                    <a:pt x="2765814" y="1881056"/>
                  </a:lnTo>
                  <a:lnTo>
                    <a:pt x="2765908" y="1881056"/>
                  </a:lnTo>
                  <a:lnTo>
                    <a:pt x="2766003" y="1881056"/>
                  </a:lnTo>
                  <a:lnTo>
                    <a:pt x="2766097" y="1881056"/>
                  </a:lnTo>
                  <a:lnTo>
                    <a:pt x="2766191" y="1881056"/>
                  </a:lnTo>
                  <a:lnTo>
                    <a:pt x="2766285" y="1881056"/>
                  </a:lnTo>
                  <a:lnTo>
                    <a:pt x="2766379" y="1881056"/>
                  </a:lnTo>
                  <a:lnTo>
                    <a:pt x="2766473" y="1881056"/>
                  </a:lnTo>
                  <a:lnTo>
                    <a:pt x="2766473" y="1876145"/>
                  </a:lnTo>
                  <a:lnTo>
                    <a:pt x="2766567" y="1876145"/>
                  </a:lnTo>
                  <a:lnTo>
                    <a:pt x="2766662" y="1876145"/>
                  </a:lnTo>
                  <a:lnTo>
                    <a:pt x="2766756" y="1876145"/>
                  </a:lnTo>
                  <a:lnTo>
                    <a:pt x="2766850" y="1876145"/>
                  </a:lnTo>
                  <a:lnTo>
                    <a:pt x="2766944" y="1876145"/>
                  </a:lnTo>
                  <a:lnTo>
                    <a:pt x="2767038" y="1876145"/>
                  </a:lnTo>
                  <a:lnTo>
                    <a:pt x="2767132" y="1876145"/>
                  </a:lnTo>
                  <a:lnTo>
                    <a:pt x="2767226" y="1876145"/>
                  </a:lnTo>
                  <a:lnTo>
                    <a:pt x="2767321" y="1876145"/>
                  </a:lnTo>
                  <a:lnTo>
                    <a:pt x="2767415" y="1876145"/>
                  </a:lnTo>
                  <a:lnTo>
                    <a:pt x="2767509" y="1876145"/>
                  </a:lnTo>
                  <a:lnTo>
                    <a:pt x="2767603" y="1876145"/>
                  </a:lnTo>
                  <a:lnTo>
                    <a:pt x="2767697" y="1876145"/>
                  </a:lnTo>
                  <a:lnTo>
                    <a:pt x="2767791" y="1876145"/>
                  </a:lnTo>
                  <a:lnTo>
                    <a:pt x="2767886" y="1876145"/>
                  </a:lnTo>
                  <a:lnTo>
                    <a:pt x="2767980" y="1876145"/>
                  </a:lnTo>
                  <a:lnTo>
                    <a:pt x="2768074" y="1876145"/>
                  </a:lnTo>
                  <a:lnTo>
                    <a:pt x="2768168" y="1876145"/>
                  </a:lnTo>
                  <a:lnTo>
                    <a:pt x="2768262" y="1876145"/>
                  </a:lnTo>
                  <a:lnTo>
                    <a:pt x="2768356" y="1876145"/>
                  </a:lnTo>
                  <a:lnTo>
                    <a:pt x="2768450" y="1876145"/>
                  </a:lnTo>
                  <a:lnTo>
                    <a:pt x="2768545" y="1876145"/>
                  </a:lnTo>
                  <a:lnTo>
                    <a:pt x="2768639" y="1876145"/>
                  </a:lnTo>
                  <a:lnTo>
                    <a:pt x="2768733" y="1876145"/>
                  </a:lnTo>
                  <a:lnTo>
                    <a:pt x="2768827" y="1876145"/>
                  </a:lnTo>
                  <a:lnTo>
                    <a:pt x="2768921" y="1876145"/>
                  </a:lnTo>
                  <a:lnTo>
                    <a:pt x="2769015" y="1876145"/>
                  </a:lnTo>
                  <a:lnTo>
                    <a:pt x="2769110" y="1876145"/>
                  </a:lnTo>
                  <a:lnTo>
                    <a:pt x="2769204" y="1876145"/>
                  </a:lnTo>
                  <a:lnTo>
                    <a:pt x="2769298" y="1876145"/>
                  </a:lnTo>
                  <a:lnTo>
                    <a:pt x="2769392" y="1876145"/>
                  </a:lnTo>
                  <a:lnTo>
                    <a:pt x="2769486" y="1876145"/>
                  </a:lnTo>
                  <a:lnTo>
                    <a:pt x="2769580" y="1876145"/>
                  </a:lnTo>
                  <a:lnTo>
                    <a:pt x="2769674" y="1876145"/>
                  </a:lnTo>
                  <a:lnTo>
                    <a:pt x="2769769" y="1876145"/>
                  </a:lnTo>
                  <a:lnTo>
                    <a:pt x="2769863" y="1876145"/>
                  </a:lnTo>
                  <a:lnTo>
                    <a:pt x="2769957" y="1876145"/>
                  </a:lnTo>
                  <a:lnTo>
                    <a:pt x="2770051" y="1876145"/>
                  </a:lnTo>
                  <a:lnTo>
                    <a:pt x="2770145" y="1876145"/>
                  </a:lnTo>
                  <a:lnTo>
                    <a:pt x="2770239" y="1876145"/>
                  </a:lnTo>
                  <a:lnTo>
                    <a:pt x="2770334" y="1876145"/>
                  </a:lnTo>
                  <a:lnTo>
                    <a:pt x="2770428" y="1876145"/>
                  </a:lnTo>
                  <a:lnTo>
                    <a:pt x="2770522" y="1876145"/>
                  </a:lnTo>
                  <a:lnTo>
                    <a:pt x="2770616" y="1876145"/>
                  </a:lnTo>
                  <a:lnTo>
                    <a:pt x="2770710" y="1876145"/>
                  </a:lnTo>
                  <a:lnTo>
                    <a:pt x="2770804" y="1876145"/>
                  </a:lnTo>
                  <a:lnTo>
                    <a:pt x="2770898" y="1876145"/>
                  </a:lnTo>
                  <a:lnTo>
                    <a:pt x="2770993" y="1876145"/>
                  </a:lnTo>
                  <a:lnTo>
                    <a:pt x="2771087" y="1876145"/>
                  </a:lnTo>
                  <a:lnTo>
                    <a:pt x="2771181" y="1876145"/>
                  </a:lnTo>
                  <a:lnTo>
                    <a:pt x="2771275" y="1876145"/>
                  </a:lnTo>
                  <a:lnTo>
                    <a:pt x="2771369" y="1876145"/>
                  </a:lnTo>
                  <a:lnTo>
                    <a:pt x="2771463" y="1876145"/>
                  </a:lnTo>
                  <a:lnTo>
                    <a:pt x="2771557" y="1876145"/>
                  </a:lnTo>
                  <a:lnTo>
                    <a:pt x="2771652" y="1876145"/>
                  </a:lnTo>
                  <a:lnTo>
                    <a:pt x="2771746" y="1876145"/>
                  </a:lnTo>
                  <a:lnTo>
                    <a:pt x="2771840" y="1876145"/>
                  </a:lnTo>
                  <a:lnTo>
                    <a:pt x="2771934" y="1876145"/>
                  </a:lnTo>
                  <a:lnTo>
                    <a:pt x="2772028" y="1876145"/>
                  </a:lnTo>
                  <a:lnTo>
                    <a:pt x="2772122" y="1876145"/>
                  </a:lnTo>
                  <a:lnTo>
                    <a:pt x="2772217" y="1876145"/>
                  </a:lnTo>
                  <a:lnTo>
                    <a:pt x="2772311" y="1876145"/>
                  </a:lnTo>
                  <a:lnTo>
                    <a:pt x="2772405" y="1876145"/>
                  </a:lnTo>
                  <a:lnTo>
                    <a:pt x="2772499" y="1876145"/>
                  </a:lnTo>
                  <a:lnTo>
                    <a:pt x="2772593" y="1876145"/>
                  </a:lnTo>
                  <a:lnTo>
                    <a:pt x="2772687" y="1876145"/>
                  </a:lnTo>
                  <a:lnTo>
                    <a:pt x="2772781" y="1876145"/>
                  </a:lnTo>
                  <a:lnTo>
                    <a:pt x="2772876" y="1876145"/>
                  </a:lnTo>
                  <a:lnTo>
                    <a:pt x="2772970" y="1876145"/>
                  </a:lnTo>
                  <a:lnTo>
                    <a:pt x="2773064" y="1876145"/>
                  </a:lnTo>
                  <a:lnTo>
                    <a:pt x="2773158" y="1876145"/>
                  </a:lnTo>
                  <a:lnTo>
                    <a:pt x="2773252" y="1876145"/>
                  </a:lnTo>
                  <a:lnTo>
                    <a:pt x="2773346" y="1876145"/>
                  </a:lnTo>
                  <a:lnTo>
                    <a:pt x="2773441" y="1876145"/>
                  </a:lnTo>
                  <a:lnTo>
                    <a:pt x="2773535" y="1876145"/>
                  </a:lnTo>
                  <a:lnTo>
                    <a:pt x="2773629" y="1876145"/>
                  </a:lnTo>
                  <a:lnTo>
                    <a:pt x="2773723" y="1876145"/>
                  </a:lnTo>
                  <a:lnTo>
                    <a:pt x="2773817" y="1876145"/>
                  </a:lnTo>
                  <a:lnTo>
                    <a:pt x="2773911" y="1876145"/>
                  </a:lnTo>
                  <a:lnTo>
                    <a:pt x="2774005" y="1876145"/>
                  </a:lnTo>
                  <a:lnTo>
                    <a:pt x="2774100" y="1876145"/>
                  </a:lnTo>
                  <a:lnTo>
                    <a:pt x="2774194" y="1876145"/>
                  </a:lnTo>
                  <a:lnTo>
                    <a:pt x="2774288" y="1876145"/>
                  </a:lnTo>
                  <a:lnTo>
                    <a:pt x="2774382" y="1876145"/>
                  </a:lnTo>
                  <a:lnTo>
                    <a:pt x="2774476" y="1876145"/>
                  </a:lnTo>
                  <a:lnTo>
                    <a:pt x="2774570" y="1876145"/>
                  </a:lnTo>
                  <a:lnTo>
                    <a:pt x="2774665" y="1876145"/>
                  </a:lnTo>
                  <a:lnTo>
                    <a:pt x="2774759" y="1876145"/>
                  </a:lnTo>
                  <a:lnTo>
                    <a:pt x="2774853" y="1876145"/>
                  </a:lnTo>
                  <a:lnTo>
                    <a:pt x="2774947" y="1876145"/>
                  </a:lnTo>
                  <a:lnTo>
                    <a:pt x="2775041" y="1876145"/>
                  </a:lnTo>
                  <a:lnTo>
                    <a:pt x="2775135" y="1876145"/>
                  </a:lnTo>
                  <a:lnTo>
                    <a:pt x="2775229" y="1876145"/>
                  </a:lnTo>
                  <a:lnTo>
                    <a:pt x="2775324" y="1876145"/>
                  </a:lnTo>
                  <a:lnTo>
                    <a:pt x="2775418" y="1876145"/>
                  </a:lnTo>
                  <a:lnTo>
                    <a:pt x="2775512" y="1876145"/>
                  </a:lnTo>
                  <a:lnTo>
                    <a:pt x="2775606" y="1876145"/>
                  </a:lnTo>
                  <a:lnTo>
                    <a:pt x="2775700" y="1876145"/>
                  </a:lnTo>
                  <a:lnTo>
                    <a:pt x="2775794" y="1876145"/>
                  </a:lnTo>
                  <a:lnTo>
                    <a:pt x="2775888" y="1876145"/>
                  </a:lnTo>
                  <a:lnTo>
                    <a:pt x="2775983" y="1876145"/>
                  </a:lnTo>
                  <a:lnTo>
                    <a:pt x="2776077" y="1876145"/>
                  </a:lnTo>
                  <a:lnTo>
                    <a:pt x="2776171" y="1876145"/>
                  </a:lnTo>
                  <a:lnTo>
                    <a:pt x="2776265" y="1876145"/>
                  </a:lnTo>
                  <a:lnTo>
                    <a:pt x="2776359" y="1876145"/>
                  </a:lnTo>
                  <a:lnTo>
                    <a:pt x="2776453" y="1876145"/>
                  </a:lnTo>
                  <a:lnTo>
                    <a:pt x="2776548" y="1876145"/>
                  </a:lnTo>
                  <a:lnTo>
                    <a:pt x="2776642" y="1876145"/>
                  </a:lnTo>
                  <a:lnTo>
                    <a:pt x="2776736" y="1876145"/>
                  </a:lnTo>
                  <a:lnTo>
                    <a:pt x="2776830" y="1876145"/>
                  </a:lnTo>
                  <a:lnTo>
                    <a:pt x="2776924" y="1876145"/>
                  </a:lnTo>
                  <a:lnTo>
                    <a:pt x="2777018" y="1876145"/>
                  </a:lnTo>
                  <a:lnTo>
                    <a:pt x="2777112" y="1876145"/>
                  </a:lnTo>
                  <a:lnTo>
                    <a:pt x="2777207" y="1876145"/>
                  </a:lnTo>
                  <a:lnTo>
                    <a:pt x="2777301" y="1876145"/>
                  </a:lnTo>
                  <a:lnTo>
                    <a:pt x="2777395" y="1876145"/>
                  </a:lnTo>
                  <a:lnTo>
                    <a:pt x="2777489" y="1876145"/>
                  </a:lnTo>
                  <a:lnTo>
                    <a:pt x="2777489" y="1871233"/>
                  </a:lnTo>
                  <a:lnTo>
                    <a:pt x="2777583" y="1871233"/>
                  </a:lnTo>
                  <a:lnTo>
                    <a:pt x="2777677" y="1871233"/>
                  </a:lnTo>
                  <a:lnTo>
                    <a:pt x="2777772" y="1871233"/>
                  </a:lnTo>
                  <a:lnTo>
                    <a:pt x="2777866" y="1871233"/>
                  </a:lnTo>
                  <a:lnTo>
                    <a:pt x="2777960" y="1871233"/>
                  </a:lnTo>
                  <a:lnTo>
                    <a:pt x="2778054" y="1871233"/>
                  </a:lnTo>
                  <a:lnTo>
                    <a:pt x="2778148" y="1871233"/>
                  </a:lnTo>
                  <a:lnTo>
                    <a:pt x="2778242" y="1871233"/>
                  </a:lnTo>
                  <a:lnTo>
                    <a:pt x="2778336" y="1871233"/>
                  </a:lnTo>
                  <a:lnTo>
                    <a:pt x="2778431" y="1871233"/>
                  </a:lnTo>
                  <a:lnTo>
                    <a:pt x="2778525" y="1871233"/>
                  </a:lnTo>
                  <a:lnTo>
                    <a:pt x="2778619" y="1871233"/>
                  </a:lnTo>
                  <a:lnTo>
                    <a:pt x="2778619" y="1866322"/>
                  </a:lnTo>
                  <a:lnTo>
                    <a:pt x="2778713" y="1866322"/>
                  </a:lnTo>
                  <a:lnTo>
                    <a:pt x="2778807" y="1866322"/>
                  </a:lnTo>
                  <a:lnTo>
                    <a:pt x="2778901" y="1866322"/>
                  </a:lnTo>
                  <a:lnTo>
                    <a:pt x="2778996" y="1866322"/>
                  </a:lnTo>
                  <a:lnTo>
                    <a:pt x="2779090" y="1866322"/>
                  </a:lnTo>
                  <a:lnTo>
                    <a:pt x="2779184" y="1866322"/>
                  </a:lnTo>
                  <a:lnTo>
                    <a:pt x="2779278" y="1866322"/>
                  </a:lnTo>
                  <a:lnTo>
                    <a:pt x="2779278" y="1861411"/>
                  </a:lnTo>
                  <a:lnTo>
                    <a:pt x="2779372" y="1861411"/>
                  </a:lnTo>
                  <a:lnTo>
                    <a:pt x="2779466" y="1861411"/>
                  </a:lnTo>
                  <a:lnTo>
                    <a:pt x="2779560" y="1861411"/>
                  </a:lnTo>
                  <a:lnTo>
                    <a:pt x="2779655" y="1861411"/>
                  </a:lnTo>
                  <a:lnTo>
                    <a:pt x="2779749" y="1861411"/>
                  </a:lnTo>
                  <a:lnTo>
                    <a:pt x="2779843" y="1861411"/>
                  </a:lnTo>
                  <a:lnTo>
                    <a:pt x="2779937" y="1861411"/>
                  </a:lnTo>
                  <a:lnTo>
                    <a:pt x="2780031" y="1861411"/>
                  </a:lnTo>
                  <a:lnTo>
                    <a:pt x="2780125" y="1861411"/>
                  </a:lnTo>
                  <a:lnTo>
                    <a:pt x="2780219" y="1861411"/>
                  </a:lnTo>
                  <a:lnTo>
                    <a:pt x="2780314" y="1861411"/>
                  </a:lnTo>
                  <a:lnTo>
                    <a:pt x="2780408" y="1861411"/>
                  </a:lnTo>
                  <a:lnTo>
                    <a:pt x="2780502" y="1861411"/>
                  </a:lnTo>
                  <a:lnTo>
                    <a:pt x="2780596" y="1861411"/>
                  </a:lnTo>
                  <a:lnTo>
                    <a:pt x="2780690" y="1861411"/>
                  </a:lnTo>
                  <a:lnTo>
                    <a:pt x="2780784" y="1861411"/>
                  </a:lnTo>
                  <a:lnTo>
                    <a:pt x="2780879" y="1861411"/>
                  </a:lnTo>
                  <a:lnTo>
                    <a:pt x="2780973" y="1861411"/>
                  </a:lnTo>
                  <a:lnTo>
                    <a:pt x="2781067" y="1861411"/>
                  </a:lnTo>
                  <a:lnTo>
                    <a:pt x="2781161" y="1861411"/>
                  </a:lnTo>
                  <a:lnTo>
                    <a:pt x="2781255" y="1861411"/>
                  </a:lnTo>
                  <a:lnTo>
                    <a:pt x="2781349" y="1861411"/>
                  </a:lnTo>
                  <a:lnTo>
                    <a:pt x="2781443" y="1861411"/>
                  </a:lnTo>
                  <a:lnTo>
                    <a:pt x="2781538" y="1861411"/>
                  </a:lnTo>
                  <a:lnTo>
                    <a:pt x="2781632" y="1861411"/>
                  </a:lnTo>
                  <a:lnTo>
                    <a:pt x="2781726" y="1861411"/>
                  </a:lnTo>
                  <a:lnTo>
                    <a:pt x="2781820" y="1861411"/>
                  </a:lnTo>
                  <a:lnTo>
                    <a:pt x="2781914" y="1861411"/>
                  </a:lnTo>
                  <a:lnTo>
                    <a:pt x="2782008" y="1861411"/>
                  </a:lnTo>
                  <a:lnTo>
                    <a:pt x="2782103" y="1861411"/>
                  </a:lnTo>
                  <a:lnTo>
                    <a:pt x="2782197" y="1861411"/>
                  </a:lnTo>
                  <a:lnTo>
                    <a:pt x="2782291" y="1861411"/>
                  </a:lnTo>
                  <a:lnTo>
                    <a:pt x="2782385" y="1861411"/>
                  </a:lnTo>
                  <a:lnTo>
                    <a:pt x="2782385" y="1856499"/>
                  </a:lnTo>
                  <a:lnTo>
                    <a:pt x="2782479" y="1856499"/>
                  </a:lnTo>
                  <a:lnTo>
                    <a:pt x="2782573" y="1856499"/>
                  </a:lnTo>
                  <a:lnTo>
                    <a:pt x="2782667" y="1856499"/>
                  </a:lnTo>
                  <a:lnTo>
                    <a:pt x="2782762" y="1856499"/>
                  </a:lnTo>
                  <a:lnTo>
                    <a:pt x="2782856" y="1856499"/>
                  </a:lnTo>
                  <a:lnTo>
                    <a:pt x="2782950" y="1856499"/>
                  </a:lnTo>
                  <a:lnTo>
                    <a:pt x="2783044" y="1856499"/>
                  </a:lnTo>
                  <a:lnTo>
                    <a:pt x="2783138" y="1856499"/>
                  </a:lnTo>
                  <a:lnTo>
                    <a:pt x="2783232" y="1856499"/>
                  </a:lnTo>
                  <a:lnTo>
                    <a:pt x="2783327" y="1856499"/>
                  </a:lnTo>
                  <a:lnTo>
                    <a:pt x="2783421" y="1856499"/>
                  </a:lnTo>
                  <a:lnTo>
                    <a:pt x="2783515" y="1856499"/>
                  </a:lnTo>
                  <a:lnTo>
                    <a:pt x="2783609" y="1856499"/>
                  </a:lnTo>
                  <a:lnTo>
                    <a:pt x="2783703" y="1856499"/>
                  </a:lnTo>
                  <a:lnTo>
                    <a:pt x="2783797" y="1856499"/>
                  </a:lnTo>
                  <a:lnTo>
                    <a:pt x="2783891" y="1856499"/>
                  </a:lnTo>
                  <a:lnTo>
                    <a:pt x="2783986" y="1856499"/>
                  </a:lnTo>
                  <a:lnTo>
                    <a:pt x="2784080" y="1856499"/>
                  </a:lnTo>
                  <a:lnTo>
                    <a:pt x="2784174" y="1856499"/>
                  </a:lnTo>
                  <a:lnTo>
                    <a:pt x="2784268" y="1856499"/>
                  </a:lnTo>
                  <a:lnTo>
                    <a:pt x="2784362" y="1856499"/>
                  </a:lnTo>
                  <a:lnTo>
                    <a:pt x="2784456" y="1856499"/>
                  </a:lnTo>
                  <a:lnTo>
                    <a:pt x="2784550" y="1856499"/>
                  </a:lnTo>
                  <a:lnTo>
                    <a:pt x="2784645" y="1856499"/>
                  </a:lnTo>
                  <a:lnTo>
                    <a:pt x="2784739" y="1856499"/>
                  </a:lnTo>
                  <a:lnTo>
                    <a:pt x="2784833" y="1856499"/>
                  </a:lnTo>
                  <a:lnTo>
                    <a:pt x="2784927" y="1856499"/>
                  </a:lnTo>
                  <a:lnTo>
                    <a:pt x="2785021" y="1856499"/>
                  </a:lnTo>
                  <a:lnTo>
                    <a:pt x="2785115" y="1856499"/>
                  </a:lnTo>
                  <a:lnTo>
                    <a:pt x="2785210" y="1856499"/>
                  </a:lnTo>
                  <a:lnTo>
                    <a:pt x="2785304" y="1856499"/>
                  </a:lnTo>
                  <a:lnTo>
                    <a:pt x="2785398" y="1856499"/>
                  </a:lnTo>
                  <a:lnTo>
                    <a:pt x="2785492" y="1856499"/>
                  </a:lnTo>
                  <a:lnTo>
                    <a:pt x="2785586" y="1856499"/>
                  </a:lnTo>
                  <a:lnTo>
                    <a:pt x="2785680" y="1856499"/>
                  </a:lnTo>
                  <a:lnTo>
                    <a:pt x="2785774" y="1856499"/>
                  </a:lnTo>
                  <a:lnTo>
                    <a:pt x="2785869" y="1856499"/>
                  </a:lnTo>
                  <a:lnTo>
                    <a:pt x="2785963" y="1856499"/>
                  </a:lnTo>
                  <a:lnTo>
                    <a:pt x="2786057" y="1856499"/>
                  </a:lnTo>
                  <a:lnTo>
                    <a:pt x="2786151" y="1856499"/>
                  </a:lnTo>
                  <a:lnTo>
                    <a:pt x="2786245" y="1856499"/>
                  </a:lnTo>
                  <a:lnTo>
                    <a:pt x="2786339" y="1856499"/>
                  </a:lnTo>
                  <a:lnTo>
                    <a:pt x="2786434" y="1856499"/>
                  </a:lnTo>
                  <a:lnTo>
                    <a:pt x="2786528" y="1856499"/>
                  </a:lnTo>
                  <a:lnTo>
                    <a:pt x="2786622" y="1856499"/>
                  </a:lnTo>
                  <a:lnTo>
                    <a:pt x="2786716" y="1856499"/>
                  </a:lnTo>
                  <a:lnTo>
                    <a:pt x="2786810" y="1856499"/>
                  </a:lnTo>
                  <a:lnTo>
                    <a:pt x="2786904" y="1856499"/>
                  </a:lnTo>
                  <a:lnTo>
                    <a:pt x="2786998" y="1856499"/>
                  </a:lnTo>
                  <a:lnTo>
                    <a:pt x="2787093" y="1856499"/>
                  </a:lnTo>
                  <a:lnTo>
                    <a:pt x="2787187" y="1856499"/>
                  </a:lnTo>
                  <a:lnTo>
                    <a:pt x="2787281" y="1856499"/>
                  </a:lnTo>
                  <a:lnTo>
                    <a:pt x="2787375" y="1856499"/>
                  </a:lnTo>
                  <a:lnTo>
                    <a:pt x="2787469" y="1856499"/>
                  </a:lnTo>
                  <a:lnTo>
                    <a:pt x="2787563" y="1856499"/>
                  </a:lnTo>
                  <a:lnTo>
                    <a:pt x="2787658" y="1856499"/>
                  </a:lnTo>
                  <a:lnTo>
                    <a:pt x="2787752" y="1856499"/>
                  </a:lnTo>
                  <a:lnTo>
                    <a:pt x="2787846" y="1856499"/>
                  </a:lnTo>
                  <a:lnTo>
                    <a:pt x="2787940" y="1856499"/>
                  </a:lnTo>
                  <a:lnTo>
                    <a:pt x="2788034" y="1856499"/>
                  </a:lnTo>
                  <a:lnTo>
                    <a:pt x="2788128" y="1856499"/>
                  </a:lnTo>
                  <a:lnTo>
                    <a:pt x="2788128" y="1851588"/>
                  </a:lnTo>
                  <a:lnTo>
                    <a:pt x="2788222" y="1851588"/>
                  </a:lnTo>
                  <a:lnTo>
                    <a:pt x="2788317" y="1851588"/>
                  </a:lnTo>
                  <a:lnTo>
                    <a:pt x="2788411" y="1851588"/>
                  </a:lnTo>
                  <a:lnTo>
                    <a:pt x="2788505" y="1851588"/>
                  </a:lnTo>
                  <a:lnTo>
                    <a:pt x="2788599" y="1851588"/>
                  </a:lnTo>
                  <a:lnTo>
                    <a:pt x="2788693" y="1851588"/>
                  </a:lnTo>
                  <a:lnTo>
                    <a:pt x="2788787" y="1851588"/>
                  </a:lnTo>
                  <a:lnTo>
                    <a:pt x="2788881" y="1851588"/>
                  </a:lnTo>
                  <a:lnTo>
                    <a:pt x="2788976" y="1851588"/>
                  </a:lnTo>
                  <a:lnTo>
                    <a:pt x="2789070" y="1851588"/>
                  </a:lnTo>
                  <a:lnTo>
                    <a:pt x="2789164" y="1851588"/>
                  </a:lnTo>
                  <a:lnTo>
                    <a:pt x="2789258" y="1851588"/>
                  </a:lnTo>
                  <a:lnTo>
                    <a:pt x="2789352" y="1851588"/>
                  </a:lnTo>
                  <a:lnTo>
                    <a:pt x="2789446" y="1851588"/>
                  </a:lnTo>
                  <a:lnTo>
                    <a:pt x="2789541" y="1851588"/>
                  </a:lnTo>
                  <a:lnTo>
                    <a:pt x="2789635" y="1851588"/>
                  </a:lnTo>
                  <a:lnTo>
                    <a:pt x="2789635" y="1846676"/>
                  </a:lnTo>
                  <a:lnTo>
                    <a:pt x="2789729" y="1846676"/>
                  </a:lnTo>
                  <a:lnTo>
                    <a:pt x="2789823" y="1846676"/>
                  </a:lnTo>
                  <a:lnTo>
                    <a:pt x="2789917" y="1846676"/>
                  </a:lnTo>
                  <a:lnTo>
                    <a:pt x="2790011" y="1846676"/>
                  </a:lnTo>
                  <a:lnTo>
                    <a:pt x="2790105" y="1846676"/>
                  </a:lnTo>
                  <a:lnTo>
                    <a:pt x="2790200" y="1846676"/>
                  </a:lnTo>
                  <a:lnTo>
                    <a:pt x="2790294" y="1846676"/>
                  </a:lnTo>
                  <a:lnTo>
                    <a:pt x="2790388" y="1846676"/>
                  </a:lnTo>
                  <a:lnTo>
                    <a:pt x="2790482" y="1846676"/>
                  </a:lnTo>
                  <a:lnTo>
                    <a:pt x="2790576" y="1846676"/>
                  </a:lnTo>
                  <a:lnTo>
                    <a:pt x="2790670" y="1846676"/>
                  </a:lnTo>
                  <a:lnTo>
                    <a:pt x="2790765" y="1846676"/>
                  </a:lnTo>
                  <a:lnTo>
                    <a:pt x="2790859" y="1846676"/>
                  </a:lnTo>
                  <a:lnTo>
                    <a:pt x="2790953" y="1846676"/>
                  </a:lnTo>
                  <a:lnTo>
                    <a:pt x="2791047" y="1846676"/>
                  </a:lnTo>
                  <a:lnTo>
                    <a:pt x="2791141" y="1846676"/>
                  </a:lnTo>
                  <a:lnTo>
                    <a:pt x="2791235" y="1846676"/>
                  </a:lnTo>
                  <a:lnTo>
                    <a:pt x="2791329" y="1846676"/>
                  </a:lnTo>
                  <a:lnTo>
                    <a:pt x="2791424" y="1846676"/>
                  </a:lnTo>
                  <a:lnTo>
                    <a:pt x="2791518" y="1846676"/>
                  </a:lnTo>
                  <a:lnTo>
                    <a:pt x="2791612" y="1846676"/>
                  </a:lnTo>
                  <a:lnTo>
                    <a:pt x="2791612" y="1841765"/>
                  </a:lnTo>
                  <a:lnTo>
                    <a:pt x="2791706" y="1841765"/>
                  </a:lnTo>
                  <a:lnTo>
                    <a:pt x="2791800" y="1841765"/>
                  </a:lnTo>
                  <a:lnTo>
                    <a:pt x="2791894" y="1841765"/>
                  </a:lnTo>
                  <a:lnTo>
                    <a:pt x="2791989" y="1841765"/>
                  </a:lnTo>
                  <a:lnTo>
                    <a:pt x="2792083" y="1841765"/>
                  </a:lnTo>
                  <a:lnTo>
                    <a:pt x="2792177" y="1841765"/>
                  </a:lnTo>
                  <a:lnTo>
                    <a:pt x="2792271" y="1841765"/>
                  </a:lnTo>
                  <a:lnTo>
                    <a:pt x="2792365" y="1841765"/>
                  </a:lnTo>
                  <a:lnTo>
                    <a:pt x="2792459" y="1841765"/>
                  </a:lnTo>
                  <a:lnTo>
                    <a:pt x="2792553" y="1841765"/>
                  </a:lnTo>
                  <a:lnTo>
                    <a:pt x="2792648" y="1841765"/>
                  </a:lnTo>
                  <a:lnTo>
                    <a:pt x="2792648" y="1836854"/>
                  </a:lnTo>
                  <a:lnTo>
                    <a:pt x="2792742" y="1836854"/>
                  </a:lnTo>
                  <a:lnTo>
                    <a:pt x="2792836" y="1836854"/>
                  </a:lnTo>
                  <a:lnTo>
                    <a:pt x="2792930" y="1836854"/>
                  </a:lnTo>
                  <a:lnTo>
                    <a:pt x="2793024" y="1836854"/>
                  </a:lnTo>
                  <a:lnTo>
                    <a:pt x="2793118" y="1836854"/>
                  </a:lnTo>
                  <a:lnTo>
                    <a:pt x="2793212" y="1836854"/>
                  </a:lnTo>
                  <a:lnTo>
                    <a:pt x="2793307" y="1836854"/>
                  </a:lnTo>
                  <a:lnTo>
                    <a:pt x="2793401" y="1836854"/>
                  </a:lnTo>
                  <a:lnTo>
                    <a:pt x="2793495" y="1836854"/>
                  </a:lnTo>
                  <a:lnTo>
                    <a:pt x="2793589" y="1836854"/>
                  </a:lnTo>
                  <a:lnTo>
                    <a:pt x="2793683" y="1836854"/>
                  </a:lnTo>
                  <a:lnTo>
                    <a:pt x="2793777" y="1836854"/>
                  </a:lnTo>
                  <a:lnTo>
                    <a:pt x="2793872" y="1836854"/>
                  </a:lnTo>
                  <a:lnTo>
                    <a:pt x="2793966" y="1836854"/>
                  </a:lnTo>
                  <a:lnTo>
                    <a:pt x="2794060" y="1836854"/>
                  </a:lnTo>
                  <a:lnTo>
                    <a:pt x="2794154" y="1836854"/>
                  </a:lnTo>
                  <a:lnTo>
                    <a:pt x="2794248" y="1836854"/>
                  </a:lnTo>
                  <a:lnTo>
                    <a:pt x="2794342" y="1836854"/>
                  </a:lnTo>
                  <a:lnTo>
                    <a:pt x="2794436" y="1836854"/>
                  </a:lnTo>
                  <a:lnTo>
                    <a:pt x="2794531" y="1836854"/>
                  </a:lnTo>
                  <a:lnTo>
                    <a:pt x="2794625" y="1836854"/>
                  </a:lnTo>
                  <a:lnTo>
                    <a:pt x="2794719" y="1836854"/>
                  </a:lnTo>
                  <a:lnTo>
                    <a:pt x="2794813" y="1836854"/>
                  </a:lnTo>
                  <a:lnTo>
                    <a:pt x="2794907" y="1836854"/>
                  </a:lnTo>
                  <a:lnTo>
                    <a:pt x="2795001" y="1836854"/>
                  </a:lnTo>
                  <a:lnTo>
                    <a:pt x="2795096" y="1836854"/>
                  </a:lnTo>
                  <a:lnTo>
                    <a:pt x="2795190" y="1836854"/>
                  </a:lnTo>
                  <a:lnTo>
                    <a:pt x="2795284" y="1836854"/>
                  </a:lnTo>
                  <a:lnTo>
                    <a:pt x="2795378" y="1836854"/>
                  </a:lnTo>
                  <a:lnTo>
                    <a:pt x="2795472" y="1836854"/>
                  </a:lnTo>
                  <a:lnTo>
                    <a:pt x="2795566" y="1836854"/>
                  </a:lnTo>
                  <a:lnTo>
                    <a:pt x="2795660" y="1836854"/>
                  </a:lnTo>
                  <a:lnTo>
                    <a:pt x="2795755" y="1836854"/>
                  </a:lnTo>
                  <a:lnTo>
                    <a:pt x="2795849" y="1836854"/>
                  </a:lnTo>
                  <a:lnTo>
                    <a:pt x="2795943" y="1836854"/>
                  </a:lnTo>
                  <a:lnTo>
                    <a:pt x="2796037" y="1836854"/>
                  </a:lnTo>
                  <a:lnTo>
                    <a:pt x="2796131" y="1836854"/>
                  </a:lnTo>
                  <a:lnTo>
                    <a:pt x="2796225" y="1836854"/>
                  </a:lnTo>
                  <a:lnTo>
                    <a:pt x="2796225" y="1831942"/>
                  </a:lnTo>
                  <a:lnTo>
                    <a:pt x="2796320" y="1831942"/>
                  </a:lnTo>
                  <a:lnTo>
                    <a:pt x="2796414" y="1831942"/>
                  </a:lnTo>
                  <a:lnTo>
                    <a:pt x="2796508" y="1831942"/>
                  </a:lnTo>
                  <a:lnTo>
                    <a:pt x="2796602" y="1831942"/>
                  </a:lnTo>
                  <a:lnTo>
                    <a:pt x="2796696" y="1831942"/>
                  </a:lnTo>
                  <a:lnTo>
                    <a:pt x="2796790" y="1831942"/>
                  </a:lnTo>
                  <a:lnTo>
                    <a:pt x="2796884" y="1831942"/>
                  </a:lnTo>
                  <a:lnTo>
                    <a:pt x="2796979" y="1831942"/>
                  </a:lnTo>
                  <a:lnTo>
                    <a:pt x="2797073" y="1831942"/>
                  </a:lnTo>
                  <a:lnTo>
                    <a:pt x="2797167" y="1831942"/>
                  </a:lnTo>
                  <a:lnTo>
                    <a:pt x="2797261" y="1831942"/>
                  </a:lnTo>
                  <a:lnTo>
                    <a:pt x="2797355" y="1831942"/>
                  </a:lnTo>
                  <a:lnTo>
                    <a:pt x="2797449" y="1831942"/>
                  </a:lnTo>
                  <a:lnTo>
                    <a:pt x="2797543" y="1831942"/>
                  </a:lnTo>
                  <a:lnTo>
                    <a:pt x="2797638" y="1831942"/>
                  </a:lnTo>
                  <a:lnTo>
                    <a:pt x="2797732" y="1831942"/>
                  </a:lnTo>
                  <a:lnTo>
                    <a:pt x="2797826" y="1831942"/>
                  </a:lnTo>
                  <a:lnTo>
                    <a:pt x="2797920" y="1831942"/>
                  </a:lnTo>
                  <a:lnTo>
                    <a:pt x="2798014" y="1831942"/>
                  </a:lnTo>
                  <a:lnTo>
                    <a:pt x="2798108" y="1831942"/>
                  </a:lnTo>
                  <a:lnTo>
                    <a:pt x="2798203" y="1831942"/>
                  </a:lnTo>
                  <a:lnTo>
                    <a:pt x="2798297" y="1831942"/>
                  </a:lnTo>
                  <a:lnTo>
                    <a:pt x="2798391" y="1831942"/>
                  </a:lnTo>
                  <a:lnTo>
                    <a:pt x="2798485" y="1831942"/>
                  </a:lnTo>
                  <a:lnTo>
                    <a:pt x="2798579" y="1831942"/>
                  </a:lnTo>
                  <a:lnTo>
                    <a:pt x="2798673" y="1831942"/>
                  </a:lnTo>
                  <a:lnTo>
                    <a:pt x="2798767" y="1831942"/>
                  </a:lnTo>
                  <a:lnTo>
                    <a:pt x="2798862" y="1831942"/>
                  </a:lnTo>
                  <a:lnTo>
                    <a:pt x="2798956" y="1831942"/>
                  </a:lnTo>
                  <a:lnTo>
                    <a:pt x="2799050" y="1831942"/>
                  </a:lnTo>
                  <a:lnTo>
                    <a:pt x="2799144" y="1831942"/>
                  </a:lnTo>
                  <a:lnTo>
                    <a:pt x="2799238" y="1831942"/>
                  </a:lnTo>
                  <a:lnTo>
                    <a:pt x="2799332" y="1831942"/>
                  </a:lnTo>
                  <a:lnTo>
                    <a:pt x="2799427" y="1831942"/>
                  </a:lnTo>
                  <a:lnTo>
                    <a:pt x="2799521" y="1831942"/>
                  </a:lnTo>
                  <a:lnTo>
                    <a:pt x="2799615" y="1831942"/>
                  </a:lnTo>
                  <a:lnTo>
                    <a:pt x="2799709" y="1831942"/>
                  </a:lnTo>
                  <a:lnTo>
                    <a:pt x="2799803" y="1831942"/>
                  </a:lnTo>
                  <a:lnTo>
                    <a:pt x="2799897" y="1831942"/>
                  </a:lnTo>
                  <a:lnTo>
                    <a:pt x="2799991" y="1831942"/>
                  </a:lnTo>
                  <a:lnTo>
                    <a:pt x="2800086" y="1831942"/>
                  </a:lnTo>
                  <a:lnTo>
                    <a:pt x="2800180" y="1831942"/>
                  </a:lnTo>
                  <a:lnTo>
                    <a:pt x="2800274" y="1831942"/>
                  </a:lnTo>
                  <a:lnTo>
                    <a:pt x="2800368" y="1831942"/>
                  </a:lnTo>
                  <a:lnTo>
                    <a:pt x="2800462" y="1831942"/>
                  </a:lnTo>
                  <a:lnTo>
                    <a:pt x="2800556" y="1831942"/>
                  </a:lnTo>
                  <a:lnTo>
                    <a:pt x="2800556" y="1827031"/>
                  </a:lnTo>
                  <a:lnTo>
                    <a:pt x="2800651" y="1827031"/>
                  </a:lnTo>
                  <a:lnTo>
                    <a:pt x="2800745" y="1827031"/>
                  </a:lnTo>
                  <a:lnTo>
                    <a:pt x="2800839" y="1827031"/>
                  </a:lnTo>
                  <a:lnTo>
                    <a:pt x="2800933" y="1827031"/>
                  </a:lnTo>
                  <a:lnTo>
                    <a:pt x="2801027" y="1827031"/>
                  </a:lnTo>
                  <a:lnTo>
                    <a:pt x="2801121" y="1827031"/>
                  </a:lnTo>
                  <a:lnTo>
                    <a:pt x="2801215" y="1827031"/>
                  </a:lnTo>
                  <a:lnTo>
                    <a:pt x="2801310" y="1827031"/>
                  </a:lnTo>
                  <a:lnTo>
                    <a:pt x="2801404" y="1827031"/>
                  </a:lnTo>
                  <a:lnTo>
                    <a:pt x="2801498" y="1827031"/>
                  </a:lnTo>
                  <a:lnTo>
                    <a:pt x="2801592" y="1827031"/>
                  </a:lnTo>
                  <a:lnTo>
                    <a:pt x="2801686" y="1827031"/>
                  </a:lnTo>
                  <a:lnTo>
                    <a:pt x="2801780" y="1827031"/>
                  </a:lnTo>
                  <a:lnTo>
                    <a:pt x="2801874" y="1827031"/>
                  </a:lnTo>
                  <a:lnTo>
                    <a:pt x="2801969" y="1827031"/>
                  </a:lnTo>
                  <a:lnTo>
                    <a:pt x="2802063" y="1827031"/>
                  </a:lnTo>
                  <a:lnTo>
                    <a:pt x="2802157" y="1827031"/>
                  </a:lnTo>
                  <a:lnTo>
                    <a:pt x="2802251" y="1827031"/>
                  </a:lnTo>
                  <a:lnTo>
                    <a:pt x="2802345" y="1827031"/>
                  </a:lnTo>
                  <a:lnTo>
                    <a:pt x="2802439" y="1827031"/>
                  </a:lnTo>
                  <a:lnTo>
                    <a:pt x="2802534" y="1827031"/>
                  </a:lnTo>
                  <a:lnTo>
                    <a:pt x="2802628" y="1827031"/>
                  </a:lnTo>
                  <a:lnTo>
                    <a:pt x="2802722" y="1827031"/>
                  </a:lnTo>
                  <a:lnTo>
                    <a:pt x="2802816" y="1827031"/>
                  </a:lnTo>
                  <a:lnTo>
                    <a:pt x="2802910" y="1827031"/>
                  </a:lnTo>
                  <a:lnTo>
                    <a:pt x="2803004" y="1827031"/>
                  </a:lnTo>
                  <a:lnTo>
                    <a:pt x="2803098" y="1827031"/>
                  </a:lnTo>
                  <a:lnTo>
                    <a:pt x="2803193" y="1827031"/>
                  </a:lnTo>
                  <a:lnTo>
                    <a:pt x="2803287" y="1827031"/>
                  </a:lnTo>
                  <a:lnTo>
                    <a:pt x="2803381" y="1827031"/>
                  </a:lnTo>
                  <a:lnTo>
                    <a:pt x="2803475" y="1827031"/>
                  </a:lnTo>
                  <a:lnTo>
                    <a:pt x="2803569" y="1827031"/>
                  </a:lnTo>
                  <a:lnTo>
                    <a:pt x="2803663" y="1827031"/>
                  </a:lnTo>
                  <a:lnTo>
                    <a:pt x="2803758" y="1827031"/>
                  </a:lnTo>
                  <a:lnTo>
                    <a:pt x="2803852" y="1827031"/>
                  </a:lnTo>
                  <a:lnTo>
                    <a:pt x="2803946" y="1827031"/>
                  </a:lnTo>
                  <a:lnTo>
                    <a:pt x="2804040" y="1827031"/>
                  </a:lnTo>
                  <a:lnTo>
                    <a:pt x="2804134" y="1827031"/>
                  </a:lnTo>
                  <a:lnTo>
                    <a:pt x="2804228" y="1827031"/>
                  </a:lnTo>
                  <a:lnTo>
                    <a:pt x="2804322" y="1827031"/>
                  </a:lnTo>
                  <a:lnTo>
                    <a:pt x="2804417" y="1827031"/>
                  </a:lnTo>
                  <a:lnTo>
                    <a:pt x="2804511" y="1827031"/>
                  </a:lnTo>
                  <a:lnTo>
                    <a:pt x="2804605" y="1827031"/>
                  </a:lnTo>
                  <a:lnTo>
                    <a:pt x="2804699" y="1827031"/>
                  </a:lnTo>
                  <a:lnTo>
                    <a:pt x="2804793" y="1827031"/>
                  </a:lnTo>
                  <a:lnTo>
                    <a:pt x="2804887" y="1827031"/>
                  </a:lnTo>
                  <a:lnTo>
                    <a:pt x="2804982" y="1827031"/>
                  </a:lnTo>
                  <a:lnTo>
                    <a:pt x="2805076" y="1827031"/>
                  </a:lnTo>
                  <a:lnTo>
                    <a:pt x="2805170" y="1827031"/>
                  </a:lnTo>
                  <a:lnTo>
                    <a:pt x="2805264" y="1827031"/>
                  </a:lnTo>
                  <a:lnTo>
                    <a:pt x="2805358" y="1827031"/>
                  </a:lnTo>
                  <a:lnTo>
                    <a:pt x="2805452" y="1827031"/>
                  </a:lnTo>
                  <a:lnTo>
                    <a:pt x="2805546" y="1827031"/>
                  </a:lnTo>
                  <a:lnTo>
                    <a:pt x="2805641" y="1827031"/>
                  </a:lnTo>
                  <a:lnTo>
                    <a:pt x="2805735" y="1827031"/>
                  </a:lnTo>
                  <a:lnTo>
                    <a:pt x="2805829" y="1827031"/>
                  </a:lnTo>
                  <a:lnTo>
                    <a:pt x="2805923" y="1827031"/>
                  </a:lnTo>
                  <a:lnTo>
                    <a:pt x="2806017" y="1827031"/>
                  </a:lnTo>
                  <a:lnTo>
                    <a:pt x="2806111" y="1827031"/>
                  </a:lnTo>
                  <a:lnTo>
                    <a:pt x="2806111" y="1822120"/>
                  </a:lnTo>
                  <a:lnTo>
                    <a:pt x="2806205" y="1822120"/>
                  </a:lnTo>
                  <a:lnTo>
                    <a:pt x="2806300" y="1822120"/>
                  </a:lnTo>
                  <a:lnTo>
                    <a:pt x="2806394" y="1822120"/>
                  </a:lnTo>
                  <a:lnTo>
                    <a:pt x="2806488" y="1822120"/>
                  </a:lnTo>
                  <a:lnTo>
                    <a:pt x="2806582" y="1822120"/>
                  </a:lnTo>
                  <a:lnTo>
                    <a:pt x="2806676" y="1822120"/>
                  </a:lnTo>
                  <a:lnTo>
                    <a:pt x="2806770" y="1822120"/>
                  </a:lnTo>
                  <a:lnTo>
                    <a:pt x="2806865" y="1822120"/>
                  </a:lnTo>
                  <a:lnTo>
                    <a:pt x="2806959" y="1822120"/>
                  </a:lnTo>
                  <a:lnTo>
                    <a:pt x="2807053" y="1822120"/>
                  </a:lnTo>
                  <a:lnTo>
                    <a:pt x="2807147" y="1822120"/>
                  </a:lnTo>
                  <a:lnTo>
                    <a:pt x="2807241" y="1822120"/>
                  </a:lnTo>
                  <a:lnTo>
                    <a:pt x="2807335" y="1822120"/>
                  </a:lnTo>
                  <a:lnTo>
                    <a:pt x="2807429" y="1822120"/>
                  </a:lnTo>
                  <a:lnTo>
                    <a:pt x="2807524" y="1822120"/>
                  </a:lnTo>
                  <a:lnTo>
                    <a:pt x="2807618" y="1822120"/>
                  </a:lnTo>
                  <a:lnTo>
                    <a:pt x="2807712" y="1822120"/>
                  </a:lnTo>
                  <a:lnTo>
                    <a:pt x="2807806" y="1822120"/>
                  </a:lnTo>
                  <a:lnTo>
                    <a:pt x="2807900" y="1822120"/>
                  </a:lnTo>
                  <a:lnTo>
                    <a:pt x="2807994" y="1822120"/>
                  </a:lnTo>
                  <a:lnTo>
                    <a:pt x="2808089" y="1822120"/>
                  </a:lnTo>
                  <a:lnTo>
                    <a:pt x="2808183" y="1822120"/>
                  </a:lnTo>
                  <a:lnTo>
                    <a:pt x="2808277" y="1822120"/>
                  </a:lnTo>
                  <a:lnTo>
                    <a:pt x="2808371" y="1822120"/>
                  </a:lnTo>
                  <a:lnTo>
                    <a:pt x="2808465" y="1822120"/>
                  </a:lnTo>
                  <a:lnTo>
                    <a:pt x="2808559" y="1822120"/>
                  </a:lnTo>
                  <a:lnTo>
                    <a:pt x="2808653" y="1822120"/>
                  </a:lnTo>
                  <a:lnTo>
                    <a:pt x="2808748" y="1822120"/>
                  </a:lnTo>
                  <a:lnTo>
                    <a:pt x="2808748" y="1817208"/>
                  </a:lnTo>
                  <a:lnTo>
                    <a:pt x="2808842" y="1817208"/>
                  </a:lnTo>
                  <a:lnTo>
                    <a:pt x="2808936" y="1817208"/>
                  </a:lnTo>
                  <a:lnTo>
                    <a:pt x="2809030" y="1817208"/>
                  </a:lnTo>
                  <a:lnTo>
                    <a:pt x="2809124" y="1817208"/>
                  </a:lnTo>
                  <a:lnTo>
                    <a:pt x="2809218" y="1817208"/>
                  </a:lnTo>
                  <a:lnTo>
                    <a:pt x="2809313" y="1817208"/>
                  </a:lnTo>
                  <a:lnTo>
                    <a:pt x="2809407" y="1817208"/>
                  </a:lnTo>
                  <a:lnTo>
                    <a:pt x="2809501" y="1817208"/>
                  </a:lnTo>
                  <a:lnTo>
                    <a:pt x="2809595" y="1817208"/>
                  </a:lnTo>
                  <a:lnTo>
                    <a:pt x="2809689" y="1817208"/>
                  </a:lnTo>
                  <a:lnTo>
                    <a:pt x="2809783" y="1817208"/>
                  </a:lnTo>
                  <a:lnTo>
                    <a:pt x="2809877" y="1817208"/>
                  </a:lnTo>
                  <a:lnTo>
                    <a:pt x="2809972" y="1817208"/>
                  </a:lnTo>
                  <a:lnTo>
                    <a:pt x="2810066" y="1817208"/>
                  </a:lnTo>
                  <a:lnTo>
                    <a:pt x="2810160" y="1817208"/>
                  </a:lnTo>
                  <a:lnTo>
                    <a:pt x="2810254" y="1817208"/>
                  </a:lnTo>
                  <a:lnTo>
                    <a:pt x="2810348" y="1817208"/>
                  </a:lnTo>
                  <a:lnTo>
                    <a:pt x="2810442" y="1817208"/>
                  </a:lnTo>
                  <a:lnTo>
                    <a:pt x="2810536" y="1817208"/>
                  </a:lnTo>
                  <a:lnTo>
                    <a:pt x="2810631" y="1817208"/>
                  </a:lnTo>
                  <a:lnTo>
                    <a:pt x="2810725" y="1817208"/>
                  </a:lnTo>
                  <a:lnTo>
                    <a:pt x="2810819" y="1817208"/>
                  </a:lnTo>
                  <a:lnTo>
                    <a:pt x="2810913" y="1817208"/>
                  </a:lnTo>
                  <a:lnTo>
                    <a:pt x="2811007" y="1817208"/>
                  </a:lnTo>
                  <a:lnTo>
                    <a:pt x="2811101" y="1817208"/>
                  </a:lnTo>
                  <a:lnTo>
                    <a:pt x="2811101" y="1812297"/>
                  </a:lnTo>
                  <a:lnTo>
                    <a:pt x="2811196" y="1812297"/>
                  </a:lnTo>
                  <a:lnTo>
                    <a:pt x="2811290" y="1812297"/>
                  </a:lnTo>
                  <a:lnTo>
                    <a:pt x="2811384" y="1812297"/>
                  </a:lnTo>
                  <a:lnTo>
                    <a:pt x="2811478" y="1812297"/>
                  </a:lnTo>
                  <a:lnTo>
                    <a:pt x="2811572" y="1812297"/>
                  </a:lnTo>
                  <a:lnTo>
                    <a:pt x="2811666" y="1812297"/>
                  </a:lnTo>
                  <a:lnTo>
                    <a:pt x="2811760" y="1812297"/>
                  </a:lnTo>
                  <a:lnTo>
                    <a:pt x="2811855" y="1812297"/>
                  </a:lnTo>
                  <a:lnTo>
                    <a:pt x="2811949" y="1812297"/>
                  </a:lnTo>
                  <a:lnTo>
                    <a:pt x="2812043" y="1812297"/>
                  </a:lnTo>
                  <a:lnTo>
                    <a:pt x="2812137" y="1812297"/>
                  </a:lnTo>
                  <a:lnTo>
                    <a:pt x="2812231" y="1812297"/>
                  </a:lnTo>
                  <a:lnTo>
                    <a:pt x="2812325" y="1812297"/>
                  </a:lnTo>
                  <a:lnTo>
                    <a:pt x="2812420" y="1812297"/>
                  </a:lnTo>
                  <a:lnTo>
                    <a:pt x="2812514" y="1812297"/>
                  </a:lnTo>
                  <a:lnTo>
                    <a:pt x="2812608" y="1812297"/>
                  </a:lnTo>
                  <a:lnTo>
                    <a:pt x="2812702" y="1812297"/>
                  </a:lnTo>
                  <a:lnTo>
                    <a:pt x="2812796" y="1812297"/>
                  </a:lnTo>
                  <a:lnTo>
                    <a:pt x="2812890" y="1812297"/>
                  </a:lnTo>
                  <a:lnTo>
                    <a:pt x="2812984" y="1812297"/>
                  </a:lnTo>
                  <a:lnTo>
                    <a:pt x="2813079" y="1812297"/>
                  </a:lnTo>
                  <a:lnTo>
                    <a:pt x="2813173" y="1812297"/>
                  </a:lnTo>
                  <a:lnTo>
                    <a:pt x="2813267" y="1812297"/>
                  </a:lnTo>
                  <a:lnTo>
                    <a:pt x="2813361" y="1812297"/>
                  </a:lnTo>
                  <a:lnTo>
                    <a:pt x="2813455" y="1812297"/>
                  </a:lnTo>
                  <a:lnTo>
                    <a:pt x="2813549" y="1812297"/>
                  </a:lnTo>
                  <a:lnTo>
                    <a:pt x="2813644" y="1812297"/>
                  </a:lnTo>
                  <a:lnTo>
                    <a:pt x="2813738" y="1812297"/>
                  </a:lnTo>
                  <a:lnTo>
                    <a:pt x="2813832" y="1812297"/>
                  </a:lnTo>
                  <a:lnTo>
                    <a:pt x="2813926" y="1812297"/>
                  </a:lnTo>
                  <a:lnTo>
                    <a:pt x="2814020" y="1812297"/>
                  </a:lnTo>
                  <a:lnTo>
                    <a:pt x="2814114" y="1812297"/>
                  </a:lnTo>
                  <a:lnTo>
                    <a:pt x="2814208" y="1812297"/>
                  </a:lnTo>
                  <a:lnTo>
                    <a:pt x="2814303" y="1812297"/>
                  </a:lnTo>
                  <a:lnTo>
                    <a:pt x="2814397" y="1812297"/>
                  </a:lnTo>
                  <a:lnTo>
                    <a:pt x="2814491" y="1812297"/>
                  </a:lnTo>
                  <a:lnTo>
                    <a:pt x="2814585" y="1812297"/>
                  </a:lnTo>
                  <a:lnTo>
                    <a:pt x="2814679" y="1812297"/>
                  </a:lnTo>
                  <a:lnTo>
                    <a:pt x="2814773" y="1812297"/>
                  </a:lnTo>
                  <a:lnTo>
                    <a:pt x="2814867" y="1812297"/>
                  </a:lnTo>
                  <a:lnTo>
                    <a:pt x="2814962" y="1812297"/>
                  </a:lnTo>
                  <a:lnTo>
                    <a:pt x="2815056" y="1812297"/>
                  </a:lnTo>
                  <a:lnTo>
                    <a:pt x="2815150" y="1812297"/>
                  </a:lnTo>
                  <a:lnTo>
                    <a:pt x="2815244" y="1812297"/>
                  </a:lnTo>
                  <a:lnTo>
                    <a:pt x="2815338" y="1812297"/>
                  </a:lnTo>
                  <a:lnTo>
                    <a:pt x="2815432" y="1812297"/>
                  </a:lnTo>
                  <a:lnTo>
                    <a:pt x="2815527" y="1812297"/>
                  </a:lnTo>
                  <a:lnTo>
                    <a:pt x="2815621" y="1812297"/>
                  </a:lnTo>
                  <a:lnTo>
                    <a:pt x="2815715" y="1812297"/>
                  </a:lnTo>
                  <a:lnTo>
                    <a:pt x="2815809" y="1812297"/>
                  </a:lnTo>
                  <a:lnTo>
                    <a:pt x="2815903" y="1812297"/>
                  </a:lnTo>
                  <a:lnTo>
                    <a:pt x="2815997" y="1812297"/>
                  </a:lnTo>
                  <a:lnTo>
                    <a:pt x="2815997" y="1807385"/>
                  </a:lnTo>
                  <a:lnTo>
                    <a:pt x="2816091" y="1807385"/>
                  </a:lnTo>
                  <a:lnTo>
                    <a:pt x="2816186" y="1807385"/>
                  </a:lnTo>
                  <a:lnTo>
                    <a:pt x="2816280" y="1807385"/>
                  </a:lnTo>
                  <a:lnTo>
                    <a:pt x="2816374" y="1807385"/>
                  </a:lnTo>
                  <a:lnTo>
                    <a:pt x="2816374" y="1802474"/>
                  </a:lnTo>
                  <a:lnTo>
                    <a:pt x="2816468" y="1802474"/>
                  </a:lnTo>
                  <a:lnTo>
                    <a:pt x="2816562" y="1802474"/>
                  </a:lnTo>
                  <a:lnTo>
                    <a:pt x="2816656" y="1802474"/>
                  </a:lnTo>
                  <a:lnTo>
                    <a:pt x="2816751" y="1802474"/>
                  </a:lnTo>
                  <a:lnTo>
                    <a:pt x="2816845" y="1802474"/>
                  </a:lnTo>
                  <a:lnTo>
                    <a:pt x="2816939" y="1802474"/>
                  </a:lnTo>
                  <a:lnTo>
                    <a:pt x="2817033" y="1802474"/>
                  </a:lnTo>
                  <a:lnTo>
                    <a:pt x="2817127" y="1802474"/>
                  </a:lnTo>
                  <a:lnTo>
                    <a:pt x="2817221" y="1802474"/>
                  </a:lnTo>
                  <a:lnTo>
                    <a:pt x="2817315" y="1802474"/>
                  </a:lnTo>
                  <a:lnTo>
                    <a:pt x="2817410" y="1802474"/>
                  </a:lnTo>
                  <a:lnTo>
                    <a:pt x="2817504" y="1802474"/>
                  </a:lnTo>
                  <a:lnTo>
                    <a:pt x="2817598" y="1802474"/>
                  </a:lnTo>
                  <a:lnTo>
                    <a:pt x="2817692" y="1802474"/>
                  </a:lnTo>
                  <a:lnTo>
                    <a:pt x="2817786" y="1802474"/>
                  </a:lnTo>
                  <a:lnTo>
                    <a:pt x="2817880" y="1802474"/>
                  </a:lnTo>
                  <a:lnTo>
                    <a:pt x="2817975" y="1802474"/>
                  </a:lnTo>
                  <a:lnTo>
                    <a:pt x="2818069" y="1802474"/>
                  </a:lnTo>
                  <a:lnTo>
                    <a:pt x="2818163" y="1802474"/>
                  </a:lnTo>
                  <a:lnTo>
                    <a:pt x="2818257" y="1802474"/>
                  </a:lnTo>
                  <a:lnTo>
                    <a:pt x="2818257" y="1797563"/>
                  </a:lnTo>
                  <a:lnTo>
                    <a:pt x="2818351" y="1797563"/>
                  </a:lnTo>
                  <a:lnTo>
                    <a:pt x="2818445" y="1797563"/>
                  </a:lnTo>
                  <a:lnTo>
                    <a:pt x="2818539" y="1797563"/>
                  </a:lnTo>
                  <a:lnTo>
                    <a:pt x="2818634" y="1797563"/>
                  </a:lnTo>
                  <a:lnTo>
                    <a:pt x="2818728" y="1797563"/>
                  </a:lnTo>
                  <a:lnTo>
                    <a:pt x="2818822" y="1797563"/>
                  </a:lnTo>
                  <a:lnTo>
                    <a:pt x="2818916" y="1797563"/>
                  </a:lnTo>
                  <a:lnTo>
                    <a:pt x="2819010" y="1797563"/>
                  </a:lnTo>
                  <a:lnTo>
                    <a:pt x="2819104" y="1797563"/>
                  </a:lnTo>
                  <a:lnTo>
                    <a:pt x="2819198" y="1797563"/>
                  </a:lnTo>
                  <a:lnTo>
                    <a:pt x="2819293" y="1797563"/>
                  </a:lnTo>
                  <a:lnTo>
                    <a:pt x="2819387" y="1797563"/>
                  </a:lnTo>
                  <a:lnTo>
                    <a:pt x="2819481" y="1797563"/>
                  </a:lnTo>
                  <a:lnTo>
                    <a:pt x="2819575" y="1797563"/>
                  </a:lnTo>
                  <a:lnTo>
                    <a:pt x="2819669" y="1797563"/>
                  </a:lnTo>
                  <a:lnTo>
                    <a:pt x="2819763" y="1797563"/>
                  </a:lnTo>
                  <a:lnTo>
                    <a:pt x="2819858" y="1797563"/>
                  </a:lnTo>
                  <a:lnTo>
                    <a:pt x="2819952" y="1797563"/>
                  </a:lnTo>
                  <a:lnTo>
                    <a:pt x="2820046" y="1797563"/>
                  </a:lnTo>
                  <a:lnTo>
                    <a:pt x="2820140" y="1797563"/>
                  </a:lnTo>
                  <a:lnTo>
                    <a:pt x="2820234" y="1797563"/>
                  </a:lnTo>
                  <a:lnTo>
                    <a:pt x="2820328" y="1797563"/>
                  </a:lnTo>
                  <a:lnTo>
                    <a:pt x="2820422" y="1797563"/>
                  </a:lnTo>
                  <a:lnTo>
                    <a:pt x="2820517" y="1797563"/>
                  </a:lnTo>
                  <a:lnTo>
                    <a:pt x="2820611" y="1797563"/>
                  </a:lnTo>
                  <a:lnTo>
                    <a:pt x="2820705" y="1797563"/>
                  </a:lnTo>
                  <a:lnTo>
                    <a:pt x="2820799" y="1797563"/>
                  </a:lnTo>
                  <a:lnTo>
                    <a:pt x="2820893" y="1797563"/>
                  </a:lnTo>
                  <a:lnTo>
                    <a:pt x="2820987" y="1797563"/>
                  </a:lnTo>
                  <a:lnTo>
                    <a:pt x="2821082" y="1797563"/>
                  </a:lnTo>
                  <a:lnTo>
                    <a:pt x="2821176" y="1797563"/>
                  </a:lnTo>
                  <a:lnTo>
                    <a:pt x="2821270" y="1797563"/>
                  </a:lnTo>
                  <a:lnTo>
                    <a:pt x="2821364" y="1797563"/>
                  </a:lnTo>
                  <a:lnTo>
                    <a:pt x="2821458" y="1797563"/>
                  </a:lnTo>
                  <a:lnTo>
                    <a:pt x="2821552" y="1797563"/>
                  </a:lnTo>
                  <a:lnTo>
                    <a:pt x="2821646" y="1797563"/>
                  </a:lnTo>
                  <a:lnTo>
                    <a:pt x="2821741" y="1797563"/>
                  </a:lnTo>
                  <a:lnTo>
                    <a:pt x="2821835" y="1797563"/>
                  </a:lnTo>
                  <a:lnTo>
                    <a:pt x="2821929" y="1797563"/>
                  </a:lnTo>
                  <a:lnTo>
                    <a:pt x="2822023" y="1797563"/>
                  </a:lnTo>
                  <a:lnTo>
                    <a:pt x="2822117" y="1797563"/>
                  </a:lnTo>
                  <a:lnTo>
                    <a:pt x="2822211" y="1797563"/>
                  </a:lnTo>
                  <a:lnTo>
                    <a:pt x="2822306" y="1797563"/>
                  </a:lnTo>
                  <a:lnTo>
                    <a:pt x="2822400" y="1797563"/>
                  </a:lnTo>
                  <a:lnTo>
                    <a:pt x="2822494" y="1797563"/>
                  </a:lnTo>
                  <a:lnTo>
                    <a:pt x="2822494" y="1792651"/>
                  </a:lnTo>
                  <a:lnTo>
                    <a:pt x="2822588" y="1792651"/>
                  </a:lnTo>
                  <a:lnTo>
                    <a:pt x="2822682" y="1792651"/>
                  </a:lnTo>
                  <a:lnTo>
                    <a:pt x="2822776" y="1792651"/>
                  </a:lnTo>
                  <a:lnTo>
                    <a:pt x="2822870" y="1792651"/>
                  </a:lnTo>
                  <a:lnTo>
                    <a:pt x="2822965" y="1792651"/>
                  </a:lnTo>
                  <a:lnTo>
                    <a:pt x="2823059" y="1792651"/>
                  </a:lnTo>
                  <a:lnTo>
                    <a:pt x="2823153" y="1792651"/>
                  </a:lnTo>
                  <a:lnTo>
                    <a:pt x="2823247" y="1792651"/>
                  </a:lnTo>
                  <a:lnTo>
                    <a:pt x="2823341" y="1792651"/>
                  </a:lnTo>
                  <a:lnTo>
                    <a:pt x="2823435" y="1792651"/>
                  </a:lnTo>
                  <a:lnTo>
                    <a:pt x="2823529" y="1792651"/>
                  </a:lnTo>
                  <a:lnTo>
                    <a:pt x="2823624" y="1792651"/>
                  </a:lnTo>
                  <a:lnTo>
                    <a:pt x="2823718" y="1792651"/>
                  </a:lnTo>
                  <a:lnTo>
                    <a:pt x="2823812" y="1792651"/>
                  </a:lnTo>
                  <a:lnTo>
                    <a:pt x="2823906" y="1792651"/>
                  </a:lnTo>
                  <a:lnTo>
                    <a:pt x="2824000" y="1792651"/>
                  </a:lnTo>
                  <a:lnTo>
                    <a:pt x="2824094" y="1792651"/>
                  </a:lnTo>
                  <a:lnTo>
                    <a:pt x="2824189" y="1792651"/>
                  </a:lnTo>
                  <a:lnTo>
                    <a:pt x="2824283" y="1792651"/>
                  </a:lnTo>
                  <a:lnTo>
                    <a:pt x="2824377" y="1792651"/>
                  </a:lnTo>
                  <a:lnTo>
                    <a:pt x="2824471" y="1792651"/>
                  </a:lnTo>
                  <a:lnTo>
                    <a:pt x="2824565" y="1792651"/>
                  </a:lnTo>
                  <a:lnTo>
                    <a:pt x="2824659" y="1792651"/>
                  </a:lnTo>
                  <a:lnTo>
                    <a:pt x="2824753" y="1792651"/>
                  </a:lnTo>
                  <a:lnTo>
                    <a:pt x="2824848" y="1792651"/>
                  </a:lnTo>
                  <a:lnTo>
                    <a:pt x="2824942" y="1792651"/>
                  </a:lnTo>
                  <a:lnTo>
                    <a:pt x="2825036" y="1792651"/>
                  </a:lnTo>
                  <a:lnTo>
                    <a:pt x="2825130" y="1792651"/>
                  </a:lnTo>
                  <a:lnTo>
                    <a:pt x="2825224" y="1792651"/>
                  </a:lnTo>
                  <a:lnTo>
                    <a:pt x="2825318" y="1792651"/>
                  </a:lnTo>
                  <a:lnTo>
                    <a:pt x="2825413" y="1792651"/>
                  </a:lnTo>
                  <a:lnTo>
                    <a:pt x="2825507" y="1792651"/>
                  </a:lnTo>
                  <a:lnTo>
                    <a:pt x="2825601" y="1792651"/>
                  </a:lnTo>
                  <a:lnTo>
                    <a:pt x="2825695" y="1792651"/>
                  </a:lnTo>
                  <a:lnTo>
                    <a:pt x="2825789" y="1792651"/>
                  </a:lnTo>
                  <a:lnTo>
                    <a:pt x="2825883" y="1792651"/>
                  </a:lnTo>
                  <a:lnTo>
                    <a:pt x="2825977" y="1792651"/>
                  </a:lnTo>
                  <a:lnTo>
                    <a:pt x="2826072" y="1792651"/>
                  </a:lnTo>
                  <a:lnTo>
                    <a:pt x="2826166" y="1792651"/>
                  </a:lnTo>
                  <a:lnTo>
                    <a:pt x="2826260" y="1792651"/>
                  </a:lnTo>
                  <a:lnTo>
                    <a:pt x="2826354" y="1792651"/>
                  </a:lnTo>
                  <a:lnTo>
                    <a:pt x="2826448" y="1792651"/>
                  </a:lnTo>
                  <a:lnTo>
                    <a:pt x="2826542" y="1792651"/>
                  </a:lnTo>
                  <a:lnTo>
                    <a:pt x="2826637" y="1792651"/>
                  </a:lnTo>
                  <a:lnTo>
                    <a:pt x="2826731" y="1792651"/>
                  </a:lnTo>
                  <a:lnTo>
                    <a:pt x="2826825" y="1792651"/>
                  </a:lnTo>
                  <a:lnTo>
                    <a:pt x="2826919" y="1792651"/>
                  </a:lnTo>
                  <a:lnTo>
                    <a:pt x="2827013" y="1792651"/>
                  </a:lnTo>
                  <a:lnTo>
                    <a:pt x="2827107" y="1792651"/>
                  </a:lnTo>
                  <a:lnTo>
                    <a:pt x="2827201" y="1792651"/>
                  </a:lnTo>
                  <a:lnTo>
                    <a:pt x="2827296" y="1792651"/>
                  </a:lnTo>
                  <a:lnTo>
                    <a:pt x="2827390" y="1792651"/>
                  </a:lnTo>
                  <a:lnTo>
                    <a:pt x="2827484" y="1792651"/>
                  </a:lnTo>
                  <a:lnTo>
                    <a:pt x="2827578" y="1792651"/>
                  </a:lnTo>
                  <a:lnTo>
                    <a:pt x="2827578" y="1787740"/>
                  </a:lnTo>
                  <a:lnTo>
                    <a:pt x="2827672" y="1787740"/>
                  </a:lnTo>
                  <a:lnTo>
                    <a:pt x="2827766" y="1787740"/>
                  </a:lnTo>
                  <a:lnTo>
                    <a:pt x="2827860" y="1787740"/>
                  </a:lnTo>
                  <a:lnTo>
                    <a:pt x="2827955" y="1787740"/>
                  </a:lnTo>
                  <a:lnTo>
                    <a:pt x="2828049" y="1787740"/>
                  </a:lnTo>
                  <a:lnTo>
                    <a:pt x="2828143" y="1787740"/>
                  </a:lnTo>
                  <a:lnTo>
                    <a:pt x="2828237" y="1787740"/>
                  </a:lnTo>
                  <a:lnTo>
                    <a:pt x="2828331" y="1787740"/>
                  </a:lnTo>
                  <a:lnTo>
                    <a:pt x="2828425" y="1787740"/>
                  </a:lnTo>
                  <a:lnTo>
                    <a:pt x="2828520" y="1787740"/>
                  </a:lnTo>
                  <a:lnTo>
                    <a:pt x="2828614" y="1787740"/>
                  </a:lnTo>
                  <a:lnTo>
                    <a:pt x="2828708" y="1787740"/>
                  </a:lnTo>
                  <a:lnTo>
                    <a:pt x="2828802" y="1787740"/>
                  </a:lnTo>
                  <a:lnTo>
                    <a:pt x="2828896" y="1787740"/>
                  </a:lnTo>
                  <a:lnTo>
                    <a:pt x="2828990" y="1787740"/>
                  </a:lnTo>
                  <a:lnTo>
                    <a:pt x="2829084" y="1787740"/>
                  </a:lnTo>
                  <a:lnTo>
                    <a:pt x="2829179" y="1787740"/>
                  </a:lnTo>
                  <a:lnTo>
                    <a:pt x="2829273" y="1787740"/>
                  </a:lnTo>
                  <a:lnTo>
                    <a:pt x="2829367" y="1787740"/>
                  </a:lnTo>
                  <a:lnTo>
                    <a:pt x="2829461" y="1787740"/>
                  </a:lnTo>
                  <a:lnTo>
                    <a:pt x="2829555" y="1787740"/>
                  </a:lnTo>
                  <a:lnTo>
                    <a:pt x="2829555" y="1782829"/>
                  </a:lnTo>
                  <a:lnTo>
                    <a:pt x="2829649" y="1782829"/>
                  </a:lnTo>
                  <a:lnTo>
                    <a:pt x="2829744" y="1782829"/>
                  </a:lnTo>
                  <a:lnTo>
                    <a:pt x="2829838" y="1782829"/>
                  </a:lnTo>
                  <a:lnTo>
                    <a:pt x="2829932" y="1782829"/>
                  </a:lnTo>
                  <a:lnTo>
                    <a:pt x="2830026" y="1782829"/>
                  </a:lnTo>
                  <a:lnTo>
                    <a:pt x="2830120" y="1782829"/>
                  </a:lnTo>
                  <a:lnTo>
                    <a:pt x="2830214" y="1782829"/>
                  </a:lnTo>
                  <a:lnTo>
                    <a:pt x="2830308" y="1782829"/>
                  </a:lnTo>
                  <a:lnTo>
                    <a:pt x="2830403" y="1782829"/>
                  </a:lnTo>
                  <a:lnTo>
                    <a:pt x="2830497" y="1782829"/>
                  </a:lnTo>
                  <a:lnTo>
                    <a:pt x="2830591" y="1782829"/>
                  </a:lnTo>
                  <a:lnTo>
                    <a:pt x="2830685" y="1782829"/>
                  </a:lnTo>
                  <a:lnTo>
                    <a:pt x="2830779" y="1782829"/>
                  </a:lnTo>
                  <a:lnTo>
                    <a:pt x="2830873" y="1782829"/>
                  </a:lnTo>
                  <a:lnTo>
                    <a:pt x="2830873" y="1777917"/>
                  </a:lnTo>
                  <a:lnTo>
                    <a:pt x="2830968" y="1777917"/>
                  </a:lnTo>
                  <a:lnTo>
                    <a:pt x="2831062" y="1777917"/>
                  </a:lnTo>
                  <a:lnTo>
                    <a:pt x="2831156" y="1777917"/>
                  </a:lnTo>
                  <a:lnTo>
                    <a:pt x="2831250" y="1777917"/>
                  </a:lnTo>
                  <a:lnTo>
                    <a:pt x="2831344" y="1777917"/>
                  </a:lnTo>
                  <a:lnTo>
                    <a:pt x="2831438" y="1777917"/>
                  </a:lnTo>
                  <a:lnTo>
                    <a:pt x="2831532" y="1777917"/>
                  </a:lnTo>
                  <a:lnTo>
                    <a:pt x="2831627" y="1777917"/>
                  </a:lnTo>
                  <a:lnTo>
                    <a:pt x="2831721" y="1777917"/>
                  </a:lnTo>
                  <a:lnTo>
                    <a:pt x="2831815" y="1777917"/>
                  </a:lnTo>
                  <a:lnTo>
                    <a:pt x="2831909" y="1777917"/>
                  </a:lnTo>
                  <a:lnTo>
                    <a:pt x="2832003" y="1777917"/>
                  </a:lnTo>
                  <a:lnTo>
                    <a:pt x="2832097" y="1777917"/>
                  </a:lnTo>
                  <a:lnTo>
                    <a:pt x="2832191" y="1777917"/>
                  </a:lnTo>
                  <a:lnTo>
                    <a:pt x="2832286" y="1777917"/>
                  </a:lnTo>
                  <a:lnTo>
                    <a:pt x="2832380" y="1777917"/>
                  </a:lnTo>
                  <a:lnTo>
                    <a:pt x="2832474" y="1777917"/>
                  </a:lnTo>
                  <a:lnTo>
                    <a:pt x="2832568" y="1777917"/>
                  </a:lnTo>
                  <a:lnTo>
                    <a:pt x="2832662" y="1777917"/>
                  </a:lnTo>
                  <a:lnTo>
                    <a:pt x="2832662" y="1773006"/>
                  </a:lnTo>
                  <a:lnTo>
                    <a:pt x="2832756" y="1773006"/>
                  </a:lnTo>
                  <a:lnTo>
                    <a:pt x="2832851" y="1773006"/>
                  </a:lnTo>
                  <a:lnTo>
                    <a:pt x="2832945" y="1773006"/>
                  </a:lnTo>
                  <a:lnTo>
                    <a:pt x="2833039" y="1773006"/>
                  </a:lnTo>
                  <a:lnTo>
                    <a:pt x="2833133" y="1773006"/>
                  </a:lnTo>
                  <a:lnTo>
                    <a:pt x="2833227" y="1773006"/>
                  </a:lnTo>
                  <a:lnTo>
                    <a:pt x="2833321" y="1773006"/>
                  </a:lnTo>
                  <a:lnTo>
                    <a:pt x="2833415" y="1773006"/>
                  </a:lnTo>
                  <a:lnTo>
                    <a:pt x="2833510" y="1773006"/>
                  </a:lnTo>
                  <a:lnTo>
                    <a:pt x="2833604" y="1773006"/>
                  </a:lnTo>
                  <a:lnTo>
                    <a:pt x="2833698" y="1773006"/>
                  </a:lnTo>
                  <a:lnTo>
                    <a:pt x="2833792" y="1773006"/>
                  </a:lnTo>
                  <a:lnTo>
                    <a:pt x="2833886" y="1773006"/>
                  </a:lnTo>
                  <a:lnTo>
                    <a:pt x="2833980" y="1773006"/>
                  </a:lnTo>
                  <a:lnTo>
                    <a:pt x="2834075" y="1773006"/>
                  </a:lnTo>
                  <a:lnTo>
                    <a:pt x="2834169" y="1773006"/>
                  </a:lnTo>
                  <a:lnTo>
                    <a:pt x="2834263" y="1773006"/>
                  </a:lnTo>
                  <a:lnTo>
                    <a:pt x="2834357" y="1773006"/>
                  </a:lnTo>
                  <a:lnTo>
                    <a:pt x="2834451" y="1773006"/>
                  </a:lnTo>
                  <a:lnTo>
                    <a:pt x="2834545" y="1773006"/>
                  </a:lnTo>
                  <a:lnTo>
                    <a:pt x="2834639" y="1773006"/>
                  </a:lnTo>
                  <a:lnTo>
                    <a:pt x="2834734" y="1773006"/>
                  </a:lnTo>
                  <a:lnTo>
                    <a:pt x="2834828" y="1773006"/>
                  </a:lnTo>
                  <a:lnTo>
                    <a:pt x="2834922" y="1773006"/>
                  </a:lnTo>
                  <a:lnTo>
                    <a:pt x="2835016" y="1773006"/>
                  </a:lnTo>
                  <a:lnTo>
                    <a:pt x="2835110" y="1773006"/>
                  </a:lnTo>
                  <a:lnTo>
                    <a:pt x="2835204" y="1773006"/>
                  </a:lnTo>
                  <a:lnTo>
                    <a:pt x="2835299" y="1773006"/>
                  </a:lnTo>
                  <a:lnTo>
                    <a:pt x="2835393" y="1773006"/>
                  </a:lnTo>
                  <a:lnTo>
                    <a:pt x="2835487" y="1773006"/>
                  </a:lnTo>
                  <a:lnTo>
                    <a:pt x="2835581" y="1773006"/>
                  </a:lnTo>
                  <a:lnTo>
                    <a:pt x="2835675" y="1773006"/>
                  </a:lnTo>
                  <a:lnTo>
                    <a:pt x="2835769" y="1773006"/>
                  </a:lnTo>
                  <a:lnTo>
                    <a:pt x="2835769" y="1768094"/>
                  </a:lnTo>
                  <a:lnTo>
                    <a:pt x="2835863" y="1768094"/>
                  </a:lnTo>
                  <a:lnTo>
                    <a:pt x="2835958" y="1768094"/>
                  </a:lnTo>
                  <a:lnTo>
                    <a:pt x="2836052" y="1768094"/>
                  </a:lnTo>
                  <a:lnTo>
                    <a:pt x="2836146" y="1768094"/>
                  </a:lnTo>
                  <a:lnTo>
                    <a:pt x="2836240" y="1768094"/>
                  </a:lnTo>
                  <a:lnTo>
                    <a:pt x="2836334" y="1768094"/>
                  </a:lnTo>
                  <a:lnTo>
                    <a:pt x="2836428" y="1768094"/>
                  </a:lnTo>
                  <a:lnTo>
                    <a:pt x="2836522" y="1768094"/>
                  </a:lnTo>
                  <a:lnTo>
                    <a:pt x="2836617" y="1768094"/>
                  </a:lnTo>
                  <a:lnTo>
                    <a:pt x="2836711" y="1768094"/>
                  </a:lnTo>
                  <a:lnTo>
                    <a:pt x="2836805" y="1768094"/>
                  </a:lnTo>
                  <a:lnTo>
                    <a:pt x="2836899" y="1768094"/>
                  </a:lnTo>
                  <a:lnTo>
                    <a:pt x="2836993" y="1768094"/>
                  </a:lnTo>
                  <a:lnTo>
                    <a:pt x="2837087" y="1768094"/>
                  </a:lnTo>
                  <a:lnTo>
                    <a:pt x="2837182" y="1768094"/>
                  </a:lnTo>
                  <a:lnTo>
                    <a:pt x="2837276" y="1768094"/>
                  </a:lnTo>
                  <a:lnTo>
                    <a:pt x="2837370" y="1768094"/>
                  </a:lnTo>
                  <a:lnTo>
                    <a:pt x="2837464" y="1768094"/>
                  </a:lnTo>
                  <a:lnTo>
                    <a:pt x="2837558" y="1768094"/>
                  </a:lnTo>
                  <a:lnTo>
                    <a:pt x="2837652" y="1768094"/>
                  </a:lnTo>
                  <a:lnTo>
                    <a:pt x="2837746" y="1768094"/>
                  </a:lnTo>
                  <a:lnTo>
                    <a:pt x="2837841" y="1768094"/>
                  </a:lnTo>
                  <a:lnTo>
                    <a:pt x="2837935" y="1768094"/>
                  </a:lnTo>
                  <a:lnTo>
                    <a:pt x="2838029" y="1768094"/>
                  </a:lnTo>
                  <a:lnTo>
                    <a:pt x="2838123" y="1768094"/>
                  </a:lnTo>
                  <a:lnTo>
                    <a:pt x="2838217" y="1768094"/>
                  </a:lnTo>
                  <a:lnTo>
                    <a:pt x="2838311" y="1768094"/>
                  </a:lnTo>
                  <a:lnTo>
                    <a:pt x="2838406" y="1768094"/>
                  </a:lnTo>
                  <a:lnTo>
                    <a:pt x="2838500" y="1768094"/>
                  </a:lnTo>
                  <a:lnTo>
                    <a:pt x="2838594" y="1768094"/>
                  </a:lnTo>
                  <a:lnTo>
                    <a:pt x="2838688" y="1768094"/>
                  </a:lnTo>
                  <a:lnTo>
                    <a:pt x="2838782" y="1768094"/>
                  </a:lnTo>
                  <a:lnTo>
                    <a:pt x="2838876" y="1768094"/>
                  </a:lnTo>
                  <a:lnTo>
                    <a:pt x="2838970" y="1768094"/>
                  </a:lnTo>
                  <a:lnTo>
                    <a:pt x="2839065" y="1768094"/>
                  </a:lnTo>
                  <a:lnTo>
                    <a:pt x="2839159" y="1768094"/>
                  </a:lnTo>
                  <a:lnTo>
                    <a:pt x="2839253" y="1768094"/>
                  </a:lnTo>
                  <a:lnTo>
                    <a:pt x="2839347" y="1768094"/>
                  </a:lnTo>
                  <a:lnTo>
                    <a:pt x="2839441" y="1768094"/>
                  </a:lnTo>
                  <a:lnTo>
                    <a:pt x="2839535" y="1768094"/>
                  </a:lnTo>
                  <a:lnTo>
                    <a:pt x="2839630" y="1768094"/>
                  </a:lnTo>
                  <a:lnTo>
                    <a:pt x="2839724" y="1768094"/>
                  </a:lnTo>
                  <a:lnTo>
                    <a:pt x="2839818" y="1768094"/>
                  </a:lnTo>
                  <a:lnTo>
                    <a:pt x="2839912" y="1768094"/>
                  </a:lnTo>
                  <a:lnTo>
                    <a:pt x="2840006" y="1768094"/>
                  </a:lnTo>
                  <a:lnTo>
                    <a:pt x="2840100" y="1768094"/>
                  </a:lnTo>
                  <a:lnTo>
                    <a:pt x="2840194" y="1768094"/>
                  </a:lnTo>
                  <a:lnTo>
                    <a:pt x="2840289" y="1768094"/>
                  </a:lnTo>
                  <a:lnTo>
                    <a:pt x="2840383" y="1768094"/>
                  </a:lnTo>
                  <a:lnTo>
                    <a:pt x="2840477" y="1768094"/>
                  </a:lnTo>
                  <a:lnTo>
                    <a:pt x="2840571" y="1768094"/>
                  </a:lnTo>
                  <a:lnTo>
                    <a:pt x="2840665" y="1768094"/>
                  </a:lnTo>
                  <a:lnTo>
                    <a:pt x="2840759" y="1768094"/>
                  </a:lnTo>
                  <a:lnTo>
                    <a:pt x="2840854" y="1768094"/>
                  </a:lnTo>
                  <a:lnTo>
                    <a:pt x="2840948" y="1768094"/>
                  </a:lnTo>
                  <a:lnTo>
                    <a:pt x="2841042" y="1768094"/>
                  </a:lnTo>
                  <a:lnTo>
                    <a:pt x="2841136" y="1768094"/>
                  </a:lnTo>
                  <a:lnTo>
                    <a:pt x="2841230" y="1768094"/>
                  </a:lnTo>
                  <a:lnTo>
                    <a:pt x="2841324" y="1768094"/>
                  </a:lnTo>
                  <a:lnTo>
                    <a:pt x="2841418" y="1768094"/>
                  </a:lnTo>
                  <a:lnTo>
                    <a:pt x="2841513" y="1768094"/>
                  </a:lnTo>
                  <a:lnTo>
                    <a:pt x="2841607" y="1768094"/>
                  </a:lnTo>
                  <a:lnTo>
                    <a:pt x="2841701" y="1768094"/>
                  </a:lnTo>
                  <a:lnTo>
                    <a:pt x="2841795" y="1768094"/>
                  </a:lnTo>
                  <a:lnTo>
                    <a:pt x="2841889" y="1768094"/>
                  </a:lnTo>
                  <a:lnTo>
                    <a:pt x="2841983" y="1768094"/>
                  </a:lnTo>
                  <a:lnTo>
                    <a:pt x="2842077" y="1768094"/>
                  </a:lnTo>
                  <a:lnTo>
                    <a:pt x="2842172" y="1768094"/>
                  </a:lnTo>
                  <a:lnTo>
                    <a:pt x="2842266" y="1768094"/>
                  </a:lnTo>
                  <a:lnTo>
                    <a:pt x="2842360" y="1768094"/>
                  </a:lnTo>
                  <a:lnTo>
                    <a:pt x="2842454" y="1768094"/>
                  </a:lnTo>
                  <a:lnTo>
                    <a:pt x="2842548" y="1768094"/>
                  </a:lnTo>
                  <a:lnTo>
                    <a:pt x="2842642" y="1768094"/>
                  </a:lnTo>
                  <a:lnTo>
                    <a:pt x="2842737" y="1768094"/>
                  </a:lnTo>
                  <a:lnTo>
                    <a:pt x="2842831" y="1768094"/>
                  </a:lnTo>
                  <a:lnTo>
                    <a:pt x="2842925" y="1768094"/>
                  </a:lnTo>
                  <a:lnTo>
                    <a:pt x="2843019" y="1768094"/>
                  </a:lnTo>
                  <a:lnTo>
                    <a:pt x="2843113" y="1768094"/>
                  </a:lnTo>
                  <a:lnTo>
                    <a:pt x="2843207" y="1768094"/>
                  </a:lnTo>
                  <a:lnTo>
                    <a:pt x="2843301" y="1768094"/>
                  </a:lnTo>
                  <a:lnTo>
                    <a:pt x="2843396" y="1768094"/>
                  </a:lnTo>
                  <a:lnTo>
                    <a:pt x="2843490" y="1768094"/>
                  </a:lnTo>
                  <a:lnTo>
                    <a:pt x="2843584" y="1768094"/>
                  </a:lnTo>
                  <a:lnTo>
                    <a:pt x="2843678" y="1768094"/>
                  </a:lnTo>
                  <a:lnTo>
                    <a:pt x="2843772" y="1768094"/>
                  </a:lnTo>
                  <a:lnTo>
                    <a:pt x="2843866" y="1768094"/>
                  </a:lnTo>
                  <a:lnTo>
                    <a:pt x="2843961" y="1768094"/>
                  </a:lnTo>
                  <a:lnTo>
                    <a:pt x="2844055" y="1768094"/>
                  </a:lnTo>
                  <a:lnTo>
                    <a:pt x="2844149" y="1768094"/>
                  </a:lnTo>
                  <a:lnTo>
                    <a:pt x="2844243" y="1768094"/>
                  </a:lnTo>
                  <a:lnTo>
                    <a:pt x="2844337" y="1768094"/>
                  </a:lnTo>
                  <a:lnTo>
                    <a:pt x="2844431" y="1768094"/>
                  </a:lnTo>
                  <a:lnTo>
                    <a:pt x="2844525" y="1768094"/>
                  </a:lnTo>
                  <a:lnTo>
                    <a:pt x="2844620" y="1768094"/>
                  </a:lnTo>
                  <a:lnTo>
                    <a:pt x="2844714" y="1768094"/>
                  </a:lnTo>
                  <a:lnTo>
                    <a:pt x="2844808" y="1768094"/>
                  </a:lnTo>
                  <a:lnTo>
                    <a:pt x="2844902" y="1768094"/>
                  </a:lnTo>
                  <a:lnTo>
                    <a:pt x="2844996" y="1768094"/>
                  </a:lnTo>
                  <a:lnTo>
                    <a:pt x="2845090" y="1768094"/>
                  </a:lnTo>
                  <a:lnTo>
                    <a:pt x="2845185" y="1768094"/>
                  </a:lnTo>
                  <a:lnTo>
                    <a:pt x="2845279" y="1768094"/>
                  </a:lnTo>
                  <a:lnTo>
                    <a:pt x="2845373" y="1768094"/>
                  </a:lnTo>
                  <a:lnTo>
                    <a:pt x="2845467" y="1768094"/>
                  </a:lnTo>
                  <a:lnTo>
                    <a:pt x="2845561" y="1768094"/>
                  </a:lnTo>
                  <a:lnTo>
                    <a:pt x="2845655" y="1768094"/>
                  </a:lnTo>
                  <a:lnTo>
                    <a:pt x="2845749" y="1768094"/>
                  </a:lnTo>
                  <a:lnTo>
                    <a:pt x="2845844" y="1768094"/>
                  </a:lnTo>
                  <a:lnTo>
                    <a:pt x="2845938" y="1768094"/>
                  </a:lnTo>
                  <a:lnTo>
                    <a:pt x="2846032" y="1768094"/>
                  </a:lnTo>
                  <a:lnTo>
                    <a:pt x="2846126" y="1768094"/>
                  </a:lnTo>
                  <a:lnTo>
                    <a:pt x="2846220" y="1768094"/>
                  </a:lnTo>
                  <a:lnTo>
                    <a:pt x="2846314" y="1768094"/>
                  </a:lnTo>
                  <a:lnTo>
                    <a:pt x="2846408" y="1768094"/>
                  </a:lnTo>
                  <a:lnTo>
                    <a:pt x="2846503" y="1768094"/>
                  </a:lnTo>
                  <a:lnTo>
                    <a:pt x="2846597" y="1768094"/>
                  </a:lnTo>
                  <a:lnTo>
                    <a:pt x="2846691" y="1768094"/>
                  </a:lnTo>
                  <a:lnTo>
                    <a:pt x="2846785" y="1768094"/>
                  </a:lnTo>
                  <a:lnTo>
                    <a:pt x="2846879" y="1768094"/>
                  </a:lnTo>
                  <a:lnTo>
                    <a:pt x="2846973" y="1768094"/>
                  </a:lnTo>
                  <a:lnTo>
                    <a:pt x="2847068" y="1768094"/>
                  </a:lnTo>
                  <a:lnTo>
                    <a:pt x="2847162" y="1768094"/>
                  </a:lnTo>
                  <a:lnTo>
                    <a:pt x="2847256" y="1768094"/>
                  </a:lnTo>
                  <a:lnTo>
                    <a:pt x="2847350" y="1768094"/>
                  </a:lnTo>
                  <a:lnTo>
                    <a:pt x="2847444" y="1768094"/>
                  </a:lnTo>
                  <a:lnTo>
                    <a:pt x="2847538" y="1768094"/>
                  </a:lnTo>
                  <a:lnTo>
                    <a:pt x="2847632" y="1768094"/>
                  </a:lnTo>
                  <a:lnTo>
                    <a:pt x="2847727" y="1768094"/>
                  </a:lnTo>
                  <a:lnTo>
                    <a:pt x="2847821" y="1768094"/>
                  </a:lnTo>
                  <a:lnTo>
                    <a:pt x="2847915" y="1768094"/>
                  </a:lnTo>
                  <a:lnTo>
                    <a:pt x="2848009" y="1768094"/>
                  </a:lnTo>
                  <a:lnTo>
                    <a:pt x="2848103" y="1768094"/>
                  </a:lnTo>
                  <a:lnTo>
                    <a:pt x="2848197" y="1768094"/>
                  </a:lnTo>
                  <a:lnTo>
                    <a:pt x="2848292" y="1768094"/>
                  </a:lnTo>
                  <a:lnTo>
                    <a:pt x="2848292" y="1763183"/>
                  </a:lnTo>
                  <a:lnTo>
                    <a:pt x="2848386" y="1763183"/>
                  </a:lnTo>
                  <a:lnTo>
                    <a:pt x="2848480" y="1763183"/>
                  </a:lnTo>
                  <a:lnTo>
                    <a:pt x="2848574" y="1763183"/>
                  </a:lnTo>
                  <a:lnTo>
                    <a:pt x="2848668" y="1763183"/>
                  </a:lnTo>
                  <a:lnTo>
                    <a:pt x="2848762" y="1763183"/>
                  </a:lnTo>
                  <a:lnTo>
                    <a:pt x="2848856" y="1763183"/>
                  </a:lnTo>
                  <a:lnTo>
                    <a:pt x="2848951" y="1763183"/>
                  </a:lnTo>
                  <a:lnTo>
                    <a:pt x="2849045" y="1763183"/>
                  </a:lnTo>
                  <a:lnTo>
                    <a:pt x="2849139" y="1763183"/>
                  </a:lnTo>
                  <a:lnTo>
                    <a:pt x="2849233" y="1763183"/>
                  </a:lnTo>
                  <a:lnTo>
                    <a:pt x="2849327" y="1763183"/>
                  </a:lnTo>
                  <a:lnTo>
                    <a:pt x="2849421" y="1763183"/>
                  </a:lnTo>
                  <a:lnTo>
                    <a:pt x="2849516" y="1763183"/>
                  </a:lnTo>
                  <a:lnTo>
                    <a:pt x="2849610" y="1763183"/>
                  </a:lnTo>
                  <a:lnTo>
                    <a:pt x="2849704" y="1763183"/>
                  </a:lnTo>
                  <a:lnTo>
                    <a:pt x="2849798" y="1763183"/>
                  </a:lnTo>
                  <a:lnTo>
                    <a:pt x="2849892" y="1763183"/>
                  </a:lnTo>
                  <a:lnTo>
                    <a:pt x="2849986" y="1763183"/>
                  </a:lnTo>
                  <a:lnTo>
                    <a:pt x="2850080" y="1763183"/>
                  </a:lnTo>
                  <a:lnTo>
                    <a:pt x="2850080" y="1758272"/>
                  </a:lnTo>
                  <a:lnTo>
                    <a:pt x="2850175" y="1758272"/>
                  </a:lnTo>
                  <a:lnTo>
                    <a:pt x="2850269" y="1758272"/>
                  </a:lnTo>
                  <a:lnTo>
                    <a:pt x="2850363" y="1758272"/>
                  </a:lnTo>
                  <a:lnTo>
                    <a:pt x="2850457" y="1758272"/>
                  </a:lnTo>
                  <a:lnTo>
                    <a:pt x="2850551" y="1758272"/>
                  </a:lnTo>
                  <a:lnTo>
                    <a:pt x="2850645" y="1758272"/>
                  </a:lnTo>
                  <a:lnTo>
                    <a:pt x="2850739" y="1758272"/>
                  </a:lnTo>
                  <a:lnTo>
                    <a:pt x="2850834" y="1758272"/>
                  </a:lnTo>
                  <a:lnTo>
                    <a:pt x="2850928" y="1758272"/>
                  </a:lnTo>
                  <a:lnTo>
                    <a:pt x="2851022" y="1758272"/>
                  </a:lnTo>
                  <a:lnTo>
                    <a:pt x="2851116" y="1758272"/>
                  </a:lnTo>
                  <a:lnTo>
                    <a:pt x="2851210" y="1758272"/>
                  </a:lnTo>
                  <a:lnTo>
                    <a:pt x="2851304" y="1758272"/>
                  </a:lnTo>
                  <a:lnTo>
                    <a:pt x="2851399" y="1758272"/>
                  </a:lnTo>
                  <a:lnTo>
                    <a:pt x="2851493" y="1758272"/>
                  </a:lnTo>
                  <a:lnTo>
                    <a:pt x="2851587" y="1758272"/>
                  </a:lnTo>
                  <a:lnTo>
                    <a:pt x="2851681" y="1758272"/>
                  </a:lnTo>
                  <a:lnTo>
                    <a:pt x="2851775" y="1758272"/>
                  </a:lnTo>
                  <a:lnTo>
                    <a:pt x="2851869" y="1758272"/>
                  </a:lnTo>
                  <a:lnTo>
                    <a:pt x="2851963" y="1758272"/>
                  </a:lnTo>
                  <a:lnTo>
                    <a:pt x="2852058" y="1758272"/>
                  </a:lnTo>
                  <a:lnTo>
                    <a:pt x="2852152" y="1758272"/>
                  </a:lnTo>
                  <a:lnTo>
                    <a:pt x="2852246" y="1758272"/>
                  </a:lnTo>
                  <a:lnTo>
                    <a:pt x="2852340" y="1758272"/>
                  </a:lnTo>
                  <a:lnTo>
                    <a:pt x="2852434" y="1758272"/>
                  </a:lnTo>
                  <a:lnTo>
                    <a:pt x="2852528" y="1758272"/>
                  </a:lnTo>
                  <a:lnTo>
                    <a:pt x="2852623" y="1758272"/>
                  </a:lnTo>
                  <a:lnTo>
                    <a:pt x="2852717" y="1758272"/>
                  </a:lnTo>
                  <a:lnTo>
                    <a:pt x="2852811" y="1758272"/>
                  </a:lnTo>
                  <a:lnTo>
                    <a:pt x="2852905" y="1758272"/>
                  </a:lnTo>
                  <a:lnTo>
                    <a:pt x="2852999" y="1758272"/>
                  </a:lnTo>
                  <a:lnTo>
                    <a:pt x="2853093" y="1758272"/>
                  </a:lnTo>
                  <a:lnTo>
                    <a:pt x="2853187" y="1758272"/>
                  </a:lnTo>
                  <a:lnTo>
                    <a:pt x="2853282" y="1758272"/>
                  </a:lnTo>
                  <a:lnTo>
                    <a:pt x="2853376" y="1758272"/>
                  </a:lnTo>
                  <a:lnTo>
                    <a:pt x="2853470" y="1758272"/>
                  </a:lnTo>
                  <a:lnTo>
                    <a:pt x="2853564" y="1758272"/>
                  </a:lnTo>
                  <a:lnTo>
                    <a:pt x="2853658" y="1758272"/>
                  </a:lnTo>
                  <a:lnTo>
                    <a:pt x="2853752" y="1758272"/>
                  </a:lnTo>
                  <a:lnTo>
                    <a:pt x="2853847" y="1758272"/>
                  </a:lnTo>
                  <a:lnTo>
                    <a:pt x="2853941" y="1758272"/>
                  </a:lnTo>
                  <a:lnTo>
                    <a:pt x="2854035" y="1758272"/>
                  </a:lnTo>
                  <a:lnTo>
                    <a:pt x="2854129" y="1758272"/>
                  </a:lnTo>
                  <a:lnTo>
                    <a:pt x="2854223" y="1758272"/>
                  </a:lnTo>
                  <a:lnTo>
                    <a:pt x="2854317" y="1758272"/>
                  </a:lnTo>
                  <a:lnTo>
                    <a:pt x="2854411" y="1758272"/>
                  </a:lnTo>
                  <a:lnTo>
                    <a:pt x="2854506" y="1758272"/>
                  </a:lnTo>
                  <a:lnTo>
                    <a:pt x="2854600" y="1758272"/>
                  </a:lnTo>
                  <a:lnTo>
                    <a:pt x="2854694" y="1758272"/>
                  </a:lnTo>
                  <a:lnTo>
                    <a:pt x="2854788" y="1758272"/>
                  </a:lnTo>
                  <a:lnTo>
                    <a:pt x="2854882" y="1758272"/>
                  </a:lnTo>
                  <a:lnTo>
                    <a:pt x="2854976" y="1758272"/>
                  </a:lnTo>
                  <a:lnTo>
                    <a:pt x="2855070" y="1758272"/>
                  </a:lnTo>
                  <a:lnTo>
                    <a:pt x="2855165" y="1758272"/>
                  </a:lnTo>
                  <a:lnTo>
                    <a:pt x="2855259" y="1758272"/>
                  </a:lnTo>
                  <a:lnTo>
                    <a:pt x="2855353" y="1758272"/>
                  </a:lnTo>
                  <a:lnTo>
                    <a:pt x="2855447" y="1758272"/>
                  </a:lnTo>
                  <a:lnTo>
                    <a:pt x="2855541" y="1758272"/>
                  </a:lnTo>
                  <a:lnTo>
                    <a:pt x="2855635" y="1758272"/>
                  </a:lnTo>
                  <a:lnTo>
                    <a:pt x="2855730" y="1758272"/>
                  </a:lnTo>
                  <a:lnTo>
                    <a:pt x="2855824" y="1758272"/>
                  </a:lnTo>
                  <a:lnTo>
                    <a:pt x="2855918" y="1758272"/>
                  </a:lnTo>
                  <a:lnTo>
                    <a:pt x="2856012" y="1758272"/>
                  </a:lnTo>
                  <a:lnTo>
                    <a:pt x="2856106" y="1758272"/>
                  </a:lnTo>
                  <a:lnTo>
                    <a:pt x="2856200" y="1758272"/>
                  </a:lnTo>
                  <a:lnTo>
                    <a:pt x="2856294" y="1758272"/>
                  </a:lnTo>
                  <a:lnTo>
                    <a:pt x="2856389" y="1758272"/>
                  </a:lnTo>
                  <a:lnTo>
                    <a:pt x="2856483" y="1758272"/>
                  </a:lnTo>
                  <a:lnTo>
                    <a:pt x="2856577" y="1758272"/>
                  </a:lnTo>
                  <a:lnTo>
                    <a:pt x="2856671" y="1758272"/>
                  </a:lnTo>
                  <a:lnTo>
                    <a:pt x="2856765" y="1758272"/>
                  </a:lnTo>
                  <a:lnTo>
                    <a:pt x="2856859" y="1758272"/>
                  </a:lnTo>
                  <a:lnTo>
                    <a:pt x="2856954" y="1758272"/>
                  </a:lnTo>
                  <a:lnTo>
                    <a:pt x="2857048" y="1758272"/>
                  </a:lnTo>
                  <a:lnTo>
                    <a:pt x="2857142" y="1758272"/>
                  </a:lnTo>
                  <a:lnTo>
                    <a:pt x="2857236" y="1758272"/>
                  </a:lnTo>
                  <a:lnTo>
                    <a:pt x="2857330" y="1758272"/>
                  </a:lnTo>
                  <a:lnTo>
                    <a:pt x="2857424" y="1758272"/>
                  </a:lnTo>
                  <a:lnTo>
                    <a:pt x="2857518" y="1758272"/>
                  </a:lnTo>
                  <a:lnTo>
                    <a:pt x="2857613" y="1758272"/>
                  </a:lnTo>
                  <a:lnTo>
                    <a:pt x="2857707" y="1758272"/>
                  </a:lnTo>
                  <a:lnTo>
                    <a:pt x="2857801" y="1758272"/>
                  </a:lnTo>
                  <a:lnTo>
                    <a:pt x="2857895" y="1758272"/>
                  </a:lnTo>
                  <a:lnTo>
                    <a:pt x="2857989" y="1758272"/>
                  </a:lnTo>
                  <a:lnTo>
                    <a:pt x="2858083" y="1758272"/>
                  </a:lnTo>
                  <a:lnTo>
                    <a:pt x="2858178" y="1758272"/>
                  </a:lnTo>
                  <a:lnTo>
                    <a:pt x="2858272" y="1758272"/>
                  </a:lnTo>
                  <a:lnTo>
                    <a:pt x="2858366" y="1758272"/>
                  </a:lnTo>
                  <a:lnTo>
                    <a:pt x="2858460" y="1758272"/>
                  </a:lnTo>
                  <a:lnTo>
                    <a:pt x="2858554" y="1758272"/>
                  </a:lnTo>
                  <a:lnTo>
                    <a:pt x="2858648" y="1758272"/>
                  </a:lnTo>
                  <a:lnTo>
                    <a:pt x="2858742" y="1758272"/>
                  </a:lnTo>
                  <a:lnTo>
                    <a:pt x="2858837" y="1758272"/>
                  </a:lnTo>
                  <a:lnTo>
                    <a:pt x="2858931" y="1758272"/>
                  </a:lnTo>
                  <a:lnTo>
                    <a:pt x="2859025" y="1758272"/>
                  </a:lnTo>
                  <a:lnTo>
                    <a:pt x="2859119" y="1758272"/>
                  </a:lnTo>
                  <a:lnTo>
                    <a:pt x="2859213" y="1758272"/>
                  </a:lnTo>
                  <a:lnTo>
                    <a:pt x="2859307" y="1758272"/>
                  </a:lnTo>
                  <a:lnTo>
                    <a:pt x="2859401" y="1758272"/>
                  </a:lnTo>
                  <a:lnTo>
                    <a:pt x="2859496" y="1758272"/>
                  </a:lnTo>
                  <a:lnTo>
                    <a:pt x="2859590" y="1758272"/>
                  </a:lnTo>
                  <a:lnTo>
                    <a:pt x="2859684" y="1758272"/>
                  </a:lnTo>
                  <a:lnTo>
                    <a:pt x="2859778" y="1758272"/>
                  </a:lnTo>
                  <a:lnTo>
                    <a:pt x="2859872" y="1758272"/>
                  </a:lnTo>
                  <a:lnTo>
                    <a:pt x="2859966" y="1758272"/>
                  </a:lnTo>
                  <a:lnTo>
                    <a:pt x="2860061" y="1758272"/>
                  </a:lnTo>
                  <a:lnTo>
                    <a:pt x="2860155" y="1758272"/>
                  </a:lnTo>
                  <a:lnTo>
                    <a:pt x="2860249" y="1758272"/>
                  </a:lnTo>
                  <a:lnTo>
                    <a:pt x="2860343" y="1758272"/>
                  </a:lnTo>
                  <a:lnTo>
                    <a:pt x="2860437" y="1758272"/>
                  </a:lnTo>
                  <a:lnTo>
                    <a:pt x="2860531" y="1758272"/>
                  </a:lnTo>
                  <a:lnTo>
                    <a:pt x="2860625" y="1758272"/>
                  </a:lnTo>
                  <a:lnTo>
                    <a:pt x="2860720" y="1758272"/>
                  </a:lnTo>
                  <a:lnTo>
                    <a:pt x="2860814" y="1758272"/>
                  </a:lnTo>
                  <a:lnTo>
                    <a:pt x="2860908" y="1758272"/>
                  </a:lnTo>
                  <a:lnTo>
                    <a:pt x="2861002" y="1758272"/>
                  </a:lnTo>
                  <a:lnTo>
                    <a:pt x="2861096" y="1758272"/>
                  </a:lnTo>
                  <a:lnTo>
                    <a:pt x="2861190" y="1758272"/>
                  </a:lnTo>
                  <a:lnTo>
                    <a:pt x="2861285" y="1758272"/>
                  </a:lnTo>
                  <a:lnTo>
                    <a:pt x="2861379" y="1758272"/>
                  </a:lnTo>
                  <a:lnTo>
                    <a:pt x="2861473" y="1758272"/>
                  </a:lnTo>
                  <a:lnTo>
                    <a:pt x="2861567" y="1758272"/>
                  </a:lnTo>
                  <a:lnTo>
                    <a:pt x="2861661" y="1758272"/>
                  </a:lnTo>
                  <a:lnTo>
                    <a:pt x="2861755" y="1758272"/>
                  </a:lnTo>
                  <a:lnTo>
                    <a:pt x="2861849" y="1758272"/>
                  </a:lnTo>
                  <a:lnTo>
                    <a:pt x="2861944" y="1758272"/>
                  </a:lnTo>
                  <a:lnTo>
                    <a:pt x="2862038" y="1758272"/>
                  </a:lnTo>
                  <a:lnTo>
                    <a:pt x="2862132" y="1758272"/>
                  </a:lnTo>
                  <a:lnTo>
                    <a:pt x="2862226" y="1758272"/>
                  </a:lnTo>
                  <a:lnTo>
                    <a:pt x="2862320" y="1758272"/>
                  </a:lnTo>
                  <a:lnTo>
                    <a:pt x="2862414" y="1758272"/>
                  </a:lnTo>
                  <a:lnTo>
                    <a:pt x="2862509" y="1758272"/>
                  </a:lnTo>
                  <a:lnTo>
                    <a:pt x="2862603" y="1758272"/>
                  </a:lnTo>
                  <a:lnTo>
                    <a:pt x="2862697" y="1758272"/>
                  </a:lnTo>
                  <a:lnTo>
                    <a:pt x="2862791" y="1758272"/>
                  </a:lnTo>
                  <a:lnTo>
                    <a:pt x="2862885" y="1758272"/>
                  </a:lnTo>
                  <a:lnTo>
                    <a:pt x="2862979" y="1758272"/>
                  </a:lnTo>
                  <a:lnTo>
                    <a:pt x="2863073" y="1758272"/>
                  </a:lnTo>
                  <a:lnTo>
                    <a:pt x="2863168" y="1758272"/>
                  </a:lnTo>
                  <a:lnTo>
                    <a:pt x="2863262" y="1758272"/>
                  </a:lnTo>
                  <a:lnTo>
                    <a:pt x="2863356" y="1758272"/>
                  </a:lnTo>
                  <a:lnTo>
                    <a:pt x="2863450" y="1758272"/>
                  </a:lnTo>
                  <a:lnTo>
                    <a:pt x="2863544" y="1758272"/>
                  </a:lnTo>
                  <a:lnTo>
                    <a:pt x="2863638" y="1758272"/>
                  </a:lnTo>
                  <a:lnTo>
                    <a:pt x="2863732" y="1758272"/>
                  </a:lnTo>
                  <a:lnTo>
                    <a:pt x="2863827" y="1758272"/>
                  </a:lnTo>
                  <a:lnTo>
                    <a:pt x="2863921" y="1758272"/>
                  </a:lnTo>
                  <a:lnTo>
                    <a:pt x="2864015" y="1758272"/>
                  </a:lnTo>
                  <a:lnTo>
                    <a:pt x="2864109" y="1758272"/>
                  </a:lnTo>
                  <a:lnTo>
                    <a:pt x="2864203" y="1758272"/>
                  </a:lnTo>
                  <a:lnTo>
                    <a:pt x="2864297" y="1758272"/>
                  </a:lnTo>
                  <a:lnTo>
                    <a:pt x="2864392" y="1758272"/>
                  </a:lnTo>
                  <a:lnTo>
                    <a:pt x="2864486" y="1758272"/>
                  </a:lnTo>
                  <a:lnTo>
                    <a:pt x="2864580" y="1758272"/>
                  </a:lnTo>
                  <a:lnTo>
                    <a:pt x="2864674" y="1758272"/>
                  </a:lnTo>
                  <a:lnTo>
                    <a:pt x="2864768" y="1758272"/>
                  </a:lnTo>
                  <a:lnTo>
                    <a:pt x="2864862" y="1758272"/>
                  </a:lnTo>
                  <a:lnTo>
                    <a:pt x="2864956" y="1758272"/>
                  </a:lnTo>
                  <a:lnTo>
                    <a:pt x="2865051" y="1758272"/>
                  </a:lnTo>
                  <a:lnTo>
                    <a:pt x="2865145" y="1758272"/>
                  </a:lnTo>
                  <a:lnTo>
                    <a:pt x="2865239" y="1758272"/>
                  </a:lnTo>
                  <a:lnTo>
                    <a:pt x="2865333" y="1758272"/>
                  </a:lnTo>
                  <a:lnTo>
                    <a:pt x="2865427" y="1758272"/>
                  </a:lnTo>
                  <a:lnTo>
                    <a:pt x="2865521" y="1758272"/>
                  </a:lnTo>
                  <a:lnTo>
                    <a:pt x="2865616" y="1758272"/>
                  </a:lnTo>
                  <a:lnTo>
                    <a:pt x="2865710" y="1758272"/>
                  </a:lnTo>
                  <a:lnTo>
                    <a:pt x="2865804" y="1758272"/>
                  </a:lnTo>
                  <a:lnTo>
                    <a:pt x="2865898" y="1758272"/>
                  </a:lnTo>
                  <a:lnTo>
                    <a:pt x="2865992" y="1758272"/>
                  </a:lnTo>
                  <a:lnTo>
                    <a:pt x="2866086" y="1758272"/>
                  </a:lnTo>
                  <a:lnTo>
                    <a:pt x="2866180" y="1758272"/>
                  </a:lnTo>
                  <a:lnTo>
                    <a:pt x="2866275" y="1758272"/>
                  </a:lnTo>
                  <a:lnTo>
                    <a:pt x="2866369" y="1758272"/>
                  </a:lnTo>
                  <a:lnTo>
                    <a:pt x="2866463" y="1758272"/>
                  </a:lnTo>
                  <a:lnTo>
                    <a:pt x="2866557" y="1758272"/>
                  </a:lnTo>
                  <a:lnTo>
                    <a:pt x="2866651" y="1758272"/>
                  </a:lnTo>
                  <a:lnTo>
                    <a:pt x="2866745" y="1758272"/>
                  </a:lnTo>
                  <a:lnTo>
                    <a:pt x="2866840" y="1758272"/>
                  </a:lnTo>
                  <a:lnTo>
                    <a:pt x="2866934" y="1758272"/>
                  </a:lnTo>
                  <a:lnTo>
                    <a:pt x="2867028" y="1758272"/>
                  </a:lnTo>
                  <a:lnTo>
                    <a:pt x="2867122" y="1758272"/>
                  </a:lnTo>
                  <a:lnTo>
                    <a:pt x="2867216" y="1758272"/>
                  </a:lnTo>
                  <a:lnTo>
                    <a:pt x="2867310" y="1758272"/>
                  </a:lnTo>
                  <a:lnTo>
                    <a:pt x="2867404" y="1758272"/>
                  </a:lnTo>
                  <a:lnTo>
                    <a:pt x="2867499" y="1758272"/>
                  </a:lnTo>
                  <a:lnTo>
                    <a:pt x="2867593" y="1758272"/>
                  </a:lnTo>
                  <a:lnTo>
                    <a:pt x="2867687" y="1758272"/>
                  </a:lnTo>
                  <a:lnTo>
                    <a:pt x="2867781" y="1758272"/>
                  </a:lnTo>
                  <a:lnTo>
                    <a:pt x="2867875" y="1758272"/>
                  </a:lnTo>
                  <a:lnTo>
                    <a:pt x="2867969" y="1758272"/>
                  </a:lnTo>
                  <a:lnTo>
                    <a:pt x="2868063" y="1758272"/>
                  </a:lnTo>
                  <a:lnTo>
                    <a:pt x="2868158" y="1758272"/>
                  </a:lnTo>
                  <a:lnTo>
                    <a:pt x="2868252" y="1758272"/>
                  </a:lnTo>
                  <a:lnTo>
                    <a:pt x="2868346" y="1758272"/>
                  </a:lnTo>
                  <a:lnTo>
                    <a:pt x="2868440" y="1758272"/>
                  </a:lnTo>
                  <a:lnTo>
                    <a:pt x="2868534" y="1758272"/>
                  </a:lnTo>
                  <a:lnTo>
                    <a:pt x="2868628" y="1758272"/>
                  </a:lnTo>
                  <a:lnTo>
                    <a:pt x="2868723" y="1758272"/>
                  </a:lnTo>
                  <a:lnTo>
                    <a:pt x="2868817" y="1758272"/>
                  </a:lnTo>
                  <a:lnTo>
                    <a:pt x="2868911" y="1758272"/>
                  </a:lnTo>
                  <a:lnTo>
                    <a:pt x="2869005" y="1758272"/>
                  </a:lnTo>
                  <a:lnTo>
                    <a:pt x="2869099" y="1758272"/>
                  </a:lnTo>
                  <a:lnTo>
                    <a:pt x="2869193" y="1758272"/>
                  </a:lnTo>
                  <a:lnTo>
                    <a:pt x="2869287" y="1758272"/>
                  </a:lnTo>
                  <a:lnTo>
                    <a:pt x="2869382" y="1758272"/>
                  </a:lnTo>
                  <a:lnTo>
                    <a:pt x="2869476" y="1758272"/>
                  </a:lnTo>
                  <a:lnTo>
                    <a:pt x="2869570" y="1758272"/>
                  </a:lnTo>
                  <a:lnTo>
                    <a:pt x="2869664" y="1758272"/>
                  </a:lnTo>
                  <a:lnTo>
                    <a:pt x="2869758" y="1758272"/>
                  </a:lnTo>
                  <a:lnTo>
                    <a:pt x="2869852" y="1758272"/>
                  </a:lnTo>
                  <a:lnTo>
                    <a:pt x="2869947" y="1758272"/>
                  </a:lnTo>
                  <a:lnTo>
                    <a:pt x="2870041" y="1758272"/>
                  </a:lnTo>
                  <a:lnTo>
                    <a:pt x="2870135" y="1758272"/>
                  </a:lnTo>
                  <a:lnTo>
                    <a:pt x="2870229" y="1758272"/>
                  </a:lnTo>
                  <a:lnTo>
                    <a:pt x="2870323" y="1758272"/>
                  </a:lnTo>
                  <a:lnTo>
                    <a:pt x="2870323" y="1753360"/>
                  </a:lnTo>
                  <a:lnTo>
                    <a:pt x="2870417" y="1753360"/>
                  </a:lnTo>
                  <a:lnTo>
                    <a:pt x="2870511" y="1753360"/>
                  </a:lnTo>
                  <a:lnTo>
                    <a:pt x="2870606" y="1753360"/>
                  </a:lnTo>
                  <a:lnTo>
                    <a:pt x="2870700" y="1753360"/>
                  </a:lnTo>
                  <a:lnTo>
                    <a:pt x="2870794" y="1753360"/>
                  </a:lnTo>
                  <a:lnTo>
                    <a:pt x="2870888" y="1753360"/>
                  </a:lnTo>
                  <a:lnTo>
                    <a:pt x="2870982" y="1753360"/>
                  </a:lnTo>
                  <a:lnTo>
                    <a:pt x="2871076" y="1753360"/>
                  </a:lnTo>
                  <a:lnTo>
                    <a:pt x="2871171" y="1753360"/>
                  </a:lnTo>
                  <a:lnTo>
                    <a:pt x="2871265" y="1753360"/>
                  </a:lnTo>
                  <a:lnTo>
                    <a:pt x="2871359" y="1753360"/>
                  </a:lnTo>
                  <a:lnTo>
                    <a:pt x="2871453" y="1753360"/>
                  </a:lnTo>
                  <a:lnTo>
                    <a:pt x="2871547" y="1753360"/>
                  </a:lnTo>
                  <a:lnTo>
                    <a:pt x="2871641" y="1753360"/>
                  </a:lnTo>
                  <a:lnTo>
                    <a:pt x="2871735" y="1753360"/>
                  </a:lnTo>
                  <a:lnTo>
                    <a:pt x="2871830" y="1753360"/>
                  </a:lnTo>
                  <a:lnTo>
                    <a:pt x="2871924" y="1753360"/>
                  </a:lnTo>
                  <a:lnTo>
                    <a:pt x="2872018" y="1753360"/>
                  </a:lnTo>
                  <a:lnTo>
                    <a:pt x="2872112" y="1753360"/>
                  </a:lnTo>
                  <a:lnTo>
                    <a:pt x="2872206" y="1753360"/>
                  </a:lnTo>
                  <a:lnTo>
                    <a:pt x="2872300" y="1753360"/>
                  </a:lnTo>
                  <a:lnTo>
                    <a:pt x="2872394" y="1753360"/>
                  </a:lnTo>
                  <a:lnTo>
                    <a:pt x="2872489" y="1753360"/>
                  </a:lnTo>
                  <a:lnTo>
                    <a:pt x="2872583" y="1753360"/>
                  </a:lnTo>
                  <a:lnTo>
                    <a:pt x="2872677" y="1753360"/>
                  </a:lnTo>
                  <a:lnTo>
                    <a:pt x="2872771" y="1753360"/>
                  </a:lnTo>
                  <a:lnTo>
                    <a:pt x="2872865" y="1753360"/>
                  </a:lnTo>
                  <a:lnTo>
                    <a:pt x="2872959" y="1753360"/>
                  </a:lnTo>
                  <a:lnTo>
                    <a:pt x="2873054" y="1753360"/>
                  </a:lnTo>
                  <a:lnTo>
                    <a:pt x="2873148" y="1753360"/>
                  </a:lnTo>
                  <a:lnTo>
                    <a:pt x="2873242" y="1753360"/>
                  </a:lnTo>
                  <a:lnTo>
                    <a:pt x="2873336" y="1753360"/>
                  </a:lnTo>
                  <a:lnTo>
                    <a:pt x="2873430" y="1753360"/>
                  </a:lnTo>
                  <a:lnTo>
                    <a:pt x="2873524" y="1753360"/>
                  </a:lnTo>
                  <a:lnTo>
                    <a:pt x="2873618" y="1753360"/>
                  </a:lnTo>
                  <a:lnTo>
                    <a:pt x="2873713" y="1753360"/>
                  </a:lnTo>
                  <a:lnTo>
                    <a:pt x="2873807" y="1753360"/>
                  </a:lnTo>
                  <a:lnTo>
                    <a:pt x="2873901" y="1753360"/>
                  </a:lnTo>
                  <a:lnTo>
                    <a:pt x="2873995" y="1753360"/>
                  </a:lnTo>
                  <a:lnTo>
                    <a:pt x="2874089" y="1753360"/>
                  </a:lnTo>
                  <a:lnTo>
                    <a:pt x="2874183" y="1753360"/>
                  </a:lnTo>
                  <a:lnTo>
                    <a:pt x="2874278" y="1753360"/>
                  </a:lnTo>
                  <a:lnTo>
                    <a:pt x="2874372" y="1753360"/>
                  </a:lnTo>
                  <a:lnTo>
                    <a:pt x="2874466" y="1753360"/>
                  </a:lnTo>
                  <a:lnTo>
                    <a:pt x="2874560" y="1753360"/>
                  </a:lnTo>
                  <a:lnTo>
                    <a:pt x="2874654" y="1753360"/>
                  </a:lnTo>
                  <a:lnTo>
                    <a:pt x="2874748" y="1753360"/>
                  </a:lnTo>
                  <a:lnTo>
                    <a:pt x="2874842" y="1753360"/>
                  </a:lnTo>
                  <a:lnTo>
                    <a:pt x="2874937" y="1753360"/>
                  </a:lnTo>
                  <a:lnTo>
                    <a:pt x="2875031" y="1753360"/>
                  </a:lnTo>
                  <a:lnTo>
                    <a:pt x="2875125" y="1753360"/>
                  </a:lnTo>
                  <a:lnTo>
                    <a:pt x="2875219" y="1753360"/>
                  </a:lnTo>
                  <a:lnTo>
                    <a:pt x="2875313" y="1753360"/>
                  </a:lnTo>
                  <a:lnTo>
                    <a:pt x="2875407" y="1753360"/>
                  </a:lnTo>
                  <a:lnTo>
                    <a:pt x="2875502" y="1753360"/>
                  </a:lnTo>
                  <a:lnTo>
                    <a:pt x="2875596" y="1753360"/>
                  </a:lnTo>
                  <a:lnTo>
                    <a:pt x="2875690" y="1753360"/>
                  </a:lnTo>
                  <a:lnTo>
                    <a:pt x="2875784" y="1753360"/>
                  </a:lnTo>
                  <a:lnTo>
                    <a:pt x="2875878" y="1753360"/>
                  </a:lnTo>
                  <a:lnTo>
                    <a:pt x="2875972" y="1753360"/>
                  </a:lnTo>
                  <a:lnTo>
                    <a:pt x="2876066" y="1753360"/>
                  </a:lnTo>
                  <a:lnTo>
                    <a:pt x="2876161" y="1753360"/>
                  </a:lnTo>
                  <a:lnTo>
                    <a:pt x="2876255" y="1753360"/>
                  </a:lnTo>
                  <a:lnTo>
                    <a:pt x="2876349" y="1753360"/>
                  </a:lnTo>
                  <a:lnTo>
                    <a:pt x="2876443" y="1753360"/>
                  </a:lnTo>
                  <a:lnTo>
                    <a:pt x="2876537" y="1753360"/>
                  </a:lnTo>
                  <a:lnTo>
                    <a:pt x="2876631" y="1753360"/>
                  </a:lnTo>
                  <a:lnTo>
                    <a:pt x="2876631" y="1748449"/>
                  </a:lnTo>
                  <a:lnTo>
                    <a:pt x="2876725" y="1748449"/>
                  </a:lnTo>
                  <a:lnTo>
                    <a:pt x="2876820" y="1748449"/>
                  </a:lnTo>
                  <a:lnTo>
                    <a:pt x="2876914" y="1748449"/>
                  </a:lnTo>
                  <a:lnTo>
                    <a:pt x="2877008" y="1748449"/>
                  </a:lnTo>
                  <a:lnTo>
                    <a:pt x="2877102" y="1748449"/>
                  </a:lnTo>
                  <a:lnTo>
                    <a:pt x="2877196" y="1748449"/>
                  </a:lnTo>
                  <a:lnTo>
                    <a:pt x="2877290" y="1748449"/>
                  </a:lnTo>
                  <a:lnTo>
                    <a:pt x="2877385" y="1748449"/>
                  </a:lnTo>
                  <a:lnTo>
                    <a:pt x="2877479" y="1748449"/>
                  </a:lnTo>
                  <a:lnTo>
                    <a:pt x="2877573" y="1748449"/>
                  </a:lnTo>
                  <a:lnTo>
                    <a:pt x="2877667" y="1748449"/>
                  </a:lnTo>
                  <a:lnTo>
                    <a:pt x="2877761" y="1748449"/>
                  </a:lnTo>
                  <a:lnTo>
                    <a:pt x="2877855" y="1748449"/>
                  </a:lnTo>
                  <a:lnTo>
                    <a:pt x="2877949" y="1748449"/>
                  </a:lnTo>
                  <a:lnTo>
                    <a:pt x="2878044" y="1748449"/>
                  </a:lnTo>
                  <a:lnTo>
                    <a:pt x="2878138" y="1748449"/>
                  </a:lnTo>
                  <a:lnTo>
                    <a:pt x="2878232" y="1748449"/>
                  </a:lnTo>
                  <a:lnTo>
                    <a:pt x="2878326" y="1748449"/>
                  </a:lnTo>
                  <a:lnTo>
                    <a:pt x="2878420" y="1748449"/>
                  </a:lnTo>
                  <a:lnTo>
                    <a:pt x="2878514" y="1748449"/>
                  </a:lnTo>
                  <a:lnTo>
                    <a:pt x="2878609" y="1748449"/>
                  </a:lnTo>
                  <a:lnTo>
                    <a:pt x="2878703" y="1748449"/>
                  </a:lnTo>
                  <a:lnTo>
                    <a:pt x="2878797" y="1748449"/>
                  </a:lnTo>
                  <a:lnTo>
                    <a:pt x="2878891" y="1748449"/>
                  </a:lnTo>
                  <a:lnTo>
                    <a:pt x="2878985" y="1748449"/>
                  </a:lnTo>
                  <a:lnTo>
                    <a:pt x="2879079" y="1748449"/>
                  </a:lnTo>
                  <a:lnTo>
                    <a:pt x="2879173" y="1748449"/>
                  </a:lnTo>
                  <a:lnTo>
                    <a:pt x="2879268" y="1748449"/>
                  </a:lnTo>
                  <a:lnTo>
                    <a:pt x="2879362" y="1748449"/>
                  </a:lnTo>
                  <a:lnTo>
                    <a:pt x="2879456" y="1748449"/>
                  </a:lnTo>
                  <a:lnTo>
                    <a:pt x="2879550" y="1748449"/>
                  </a:lnTo>
                  <a:lnTo>
                    <a:pt x="2879644" y="1748449"/>
                  </a:lnTo>
                  <a:lnTo>
                    <a:pt x="2879738" y="1748449"/>
                  </a:lnTo>
                  <a:lnTo>
                    <a:pt x="2879833" y="1748449"/>
                  </a:lnTo>
                  <a:lnTo>
                    <a:pt x="2879927" y="1748449"/>
                  </a:lnTo>
                  <a:lnTo>
                    <a:pt x="2880021" y="1748449"/>
                  </a:lnTo>
                  <a:lnTo>
                    <a:pt x="2880115" y="1748449"/>
                  </a:lnTo>
                  <a:lnTo>
                    <a:pt x="2880209" y="1748449"/>
                  </a:lnTo>
                  <a:lnTo>
                    <a:pt x="2880303" y="1748449"/>
                  </a:lnTo>
                  <a:lnTo>
                    <a:pt x="2880397" y="1748449"/>
                  </a:lnTo>
                  <a:lnTo>
                    <a:pt x="2880492" y="1748449"/>
                  </a:lnTo>
                  <a:lnTo>
                    <a:pt x="2880586" y="1748449"/>
                  </a:lnTo>
                  <a:lnTo>
                    <a:pt x="2880680" y="1748449"/>
                  </a:lnTo>
                  <a:lnTo>
                    <a:pt x="2880774" y="1748449"/>
                  </a:lnTo>
                  <a:lnTo>
                    <a:pt x="2880868" y="1748449"/>
                  </a:lnTo>
                  <a:lnTo>
                    <a:pt x="2880962" y="1748449"/>
                  </a:lnTo>
                  <a:lnTo>
                    <a:pt x="2881056" y="1748449"/>
                  </a:lnTo>
                  <a:lnTo>
                    <a:pt x="2881151" y="1748449"/>
                  </a:lnTo>
                  <a:lnTo>
                    <a:pt x="2881245" y="1748449"/>
                  </a:lnTo>
                  <a:lnTo>
                    <a:pt x="2881339" y="1748449"/>
                  </a:lnTo>
                  <a:lnTo>
                    <a:pt x="2881433" y="1748449"/>
                  </a:lnTo>
                  <a:lnTo>
                    <a:pt x="2881527" y="1748449"/>
                  </a:lnTo>
                  <a:lnTo>
                    <a:pt x="2881527" y="1743538"/>
                  </a:lnTo>
                  <a:lnTo>
                    <a:pt x="2881621" y="1743538"/>
                  </a:lnTo>
                  <a:lnTo>
                    <a:pt x="2881716" y="1743538"/>
                  </a:lnTo>
                  <a:lnTo>
                    <a:pt x="2881810" y="1743538"/>
                  </a:lnTo>
                  <a:lnTo>
                    <a:pt x="2881904" y="1743538"/>
                  </a:lnTo>
                  <a:lnTo>
                    <a:pt x="2881998" y="1743538"/>
                  </a:lnTo>
                  <a:lnTo>
                    <a:pt x="2882092" y="1743538"/>
                  </a:lnTo>
                  <a:lnTo>
                    <a:pt x="2882186" y="1743538"/>
                  </a:lnTo>
                  <a:lnTo>
                    <a:pt x="2882280" y="1743538"/>
                  </a:lnTo>
                  <a:lnTo>
                    <a:pt x="2882375" y="1743538"/>
                  </a:lnTo>
                  <a:lnTo>
                    <a:pt x="2882469" y="1743538"/>
                  </a:lnTo>
                  <a:lnTo>
                    <a:pt x="2882563" y="1743538"/>
                  </a:lnTo>
                  <a:lnTo>
                    <a:pt x="2882657" y="1743538"/>
                  </a:lnTo>
                  <a:lnTo>
                    <a:pt x="2882751" y="1743538"/>
                  </a:lnTo>
                  <a:lnTo>
                    <a:pt x="2882845" y="1743538"/>
                  </a:lnTo>
                  <a:lnTo>
                    <a:pt x="2882940" y="1743538"/>
                  </a:lnTo>
                  <a:lnTo>
                    <a:pt x="2883034" y="1743538"/>
                  </a:lnTo>
                  <a:lnTo>
                    <a:pt x="2883128" y="1743538"/>
                  </a:lnTo>
                  <a:lnTo>
                    <a:pt x="2883222" y="1743538"/>
                  </a:lnTo>
                  <a:lnTo>
                    <a:pt x="2883316" y="1743538"/>
                  </a:lnTo>
                  <a:lnTo>
                    <a:pt x="2883410" y="1743538"/>
                  </a:lnTo>
                  <a:lnTo>
                    <a:pt x="2883504" y="1743538"/>
                  </a:lnTo>
                  <a:lnTo>
                    <a:pt x="2883599" y="1743538"/>
                  </a:lnTo>
                  <a:lnTo>
                    <a:pt x="2883693" y="1743538"/>
                  </a:lnTo>
                  <a:lnTo>
                    <a:pt x="2883787" y="1743538"/>
                  </a:lnTo>
                  <a:lnTo>
                    <a:pt x="2883881" y="1743538"/>
                  </a:lnTo>
                  <a:lnTo>
                    <a:pt x="2883975" y="1743538"/>
                  </a:lnTo>
                  <a:lnTo>
                    <a:pt x="2884069" y="1743538"/>
                  </a:lnTo>
                  <a:lnTo>
                    <a:pt x="2884164" y="1743538"/>
                  </a:lnTo>
                  <a:lnTo>
                    <a:pt x="2884258" y="1743538"/>
                  </a:lnTo>
                  <a:lnTo>
                    <a:pt x="2884352" y="1743538"/>
                  </a:lnTo>
                  <a:lnTo>
                    <a:pt x="2884446" y="1743538"/>
                  </a:lnTo>
                  <a:lnTo>
                    <a:pt x="2884540" y="1743538"/>
                  </a:lnTo>
                  <a:lnTo>
                    <a:pt x="2884634" y="1743538"/>
                  </a:lnTo>
                  <a:lnTo>
                    <a:pt x="2884728" y="1743538"/>
                  </a:lnTo>
                  <a:lnTo>
                    <a:pt x="2884823" y="1743538"/>
                  </a:lnTo>
                  <a:lnTo>
                    <a:pt x="2884917" y="1743538"/>
                  </a:lnTo>
                  <a:lnTo>
                    <a:pt x="2885011" y="1743538"/>
                  </a:lnTo>
                  <a:lnTo>
                    <a:pt x="2885105" y="1743538"/>
                  </a:lnTo>
                  <a:lnTo>
                    <a:pt x="2885199" y="1743538"/>
                  </a:lnTo>
                  <a:lnTo>
                    <a:pt x="2885293" y="1743538"/>
                  </a:lnTo>
                  <a:lnTo>
                    <a:pt x="2885387" y="1743538"/>
                  </a:lnTo>
                  <a:lnTo>
                    <a:pt x="2885482" y="1743538"/>
                  </a:lnTo>
                  <a:lnTo>
                    <a:pt x="2885576" y="1743538"/>
                  </a:lnTo>
                  <a:lnTo>
                    <a:pt x="2885670" y="1743538"/>
                  </a:lnTo>
                  <a:lnTo>
                    <a:pt x="2885764" y="1743538"/>
                  </a:lnTo>
                  <a:lnTo>
                    <a:pt x="2885858" y="1743538"/>
                  </a:lnTo>
                  <a:lnTo>
                    <a:pt x="2885952" y="1743538"/>
                  </a:lnTo>
                  <a:lnTo>
                    <a:pt x="2886047" y="1743538"/>
                  </a:lnTo>
                  <a:lnTo>
                    <a:pt x="2886141" y="1743538"/>
                  </a:lnTo>
                  <a:lnTo>
                    <a:pt x="2886235" y="1743538"/>
                  </a:lnTo>
                  <a:lnTo>
                    <a:pt x="2886235" y="1738626"/>
                  </a:lnTo>
                  <a:lnTo>
                    <a:pt x="2886329" y="1738626"/>
                  </a:lnTo>
                  <a:lnTo>
                    <a:pt x="2886423" y="1738626"/>
                  </a:lnTo>
                  <a:lnTo>
                    <a:pt x="2886517" y="1738626"/>
                  </a:lnTo>
                  <a:lnTo>
                    <a:pt x="2886611" y="1738626"/>
                  </a:lnTo>
                  <a:lnTo>
                    <a:pt x="2886706" y="1738626"/>
                  </a:lnTo>
                  <a:lnTo>
                    <a:pt x="2886800" y="1738626"/>
                  </a:lnTo>
                  <a:lnTo>
                    <a:pt x="2886894" y="1738626"/>
                  </a:lnTo>
                  <a:lnTo>
                    <a:pt x="2886988" y="1738626"/>
                  </a:lnTo>
                  <a:lnTo>
                    <a:pt x="2887082" y="1738626"/>
                  </a:lnTo>
                  <a:lnTo>
                    <a:pt x="2887176" y="1738626"/>
                  </a:lnTo>
                  <a:lnTo>
                    <a:pt x="2887271" y="1738626"/>
                  </a:lnTo>
                  <a:lnTo>
                    <a:pt x="2887365" y="1738626"/>
                  </a:lnTo>
                  <a:lnTo>
                    <a:pt x="2887459" y="1738626"/>
                  </a:lnTo>
                  <a:lnTo>
                    <a:pt x="2887553" y="1738626"/>
                  </a:lnTo>
                  <a:lnTo>
                    <a:pt x="2887647" y="1738626"/>
                  </a:lnTo>
                  <a:lnTo>
                    <a:pt x="2887741" y="1738626"/>
                  </a:lnTo>
                  <a:lnTo>
                    <a:pt x="2887835" y="1738626"/>
                  </a:lnTo>
                  <a:lnTo>
                    <a:pt x="2887930" y="1738626"/>
                  </a:lnTo>
                  <a:lnTo>
                    <a:pt x="2888024" y="1738626"/>
                  </a:lnTo>
                  <a:lnTo>
                    <a:pt x="2888118" y="1738626"/>
                  </a:lnTo>
                  <a:lnTo>
                    <a:pt x="2888212" y="1738626"/>
                  </a:lnTo>
                  <a:lnTo>
                    <a:pt x="2888306" y="1738626"/>
                  </a:lnTo>
                  <a:lnTo>
                    <a:pt x="2888400" y="1738626"/>
                  </a:lnTo>
                  <a:lnTo>
                    <a:pt x="2888495" y="1738626"/>
                  </a:lnTo>
                  <a:lnTo>
                    <a:pt x="2888589" y="1738626"/>
                  </a:lnTo>
                  <a:lnTo>
                    <a:pt x="2888683" y="1738626"/>
                  </a:lnTo>
                  <a:lnTo>
                    <a:pt x="2888777" y="1738626"/>
                  </a:lnTo>
                  <a:lnTo>
                    <a:pt x="2888871" y="1738626"/>
                  </a:lnTo>
                  <a:lnTo>
                    <a:pt x="2888965" y="1738626"/>
                  </a:lnTo>
                  <a:lnTo>
                    <a:pt x="2889059" y="1738626"/>
                  </a:lnTo>
                  <a:lnTo>
                    <a:pt x="2889154" y="1738626"/>
                  </a:lnTo>
                  <a:lnTo>
                    <a:pt x="2889248" y="1738626"/>
                  </a:lnTo>
                  <a:lnTo>
                    <a:pt x="2889248" y="1733715"/>
                  </a:lnTo>
                  <a:lnTo>
                    <a:pt x="2889342" y="1733715"/>
                  </a:lnTo>
                  <a:lnTo>
                    <a:pt x="2889436" y="1733715"/>
                  </a:lnTo>
                  <a:lnTo>
                    <a:pt x="2889530" y="1733715"/>
                  </a:lnTo>
                  <a:lnTo>
                    <a:pt x="2889624" y="1733715"/>
                  </a:lnTo>
                  <a:lnTo>
                    <a:pt x="2889718" y="1733715"/>
                  </a:lnTo>
                  <a:lnTo>
                    <a:pt x="2889813" y="1733715"/>
                  </a:lnTo>
                  <a:lnTo>
                    <a:pt x="2889907" y="1733715"/>
                  </a:lnTo>
                  <a:lnTo>
                    <a:pt x="2890001" y="1733715"/>
                  </a:lnTo>
                  <a:lnTo>
                    <a:pt x="2890095" y="1733715"/>
                  </a:lnTo>
                  <a:lnTo>
                    <a:pt x="2890189" y="1733715"/>
                  </a:lnTo>
                  <a:lnTo>
                    <a:pt x="2890283" y="1733715"/>
                  </a:lnTo>
                  <a:lnTo>
                    <a:pt x="2890378" y="1733715"/>
                  </a:lnTo>
                  <a:lnTo>
                    <a:pt x="2890472" y="1733715"/>
                  </a:lnTo>
                  <a:lnTo>
                    <a:pt x="2890566" y="1733715"/>
                  </a:lnTo>
                  <a:lnTo>
                    <a:pt x="2890660" y="1733715"/>
                  </a:lnTo>
                  <a:lnTo>
                    <a:pt x="2890754" y="1733715"/>
                  </a:lnTo>
                  <a:lnTo>
                    <a:pt x="2890848" y="1733715"/>
                  </a:lnTo>
                  <a:lnTo>
                    <a:pt x="2890942" y="1733715"/>
                  </a:lnTo>
                  <a:lnTo>
                    <a:pt x="2891037" y="1733715"/>
                  </a:lnTo>
                  <a:lnTo>
                    <a:pt x="2891131" y="1733715"/>
                  </a:lnTo>
                  <a:lnTo>
                    <a:pt x="2891225" y="1733715"/>
                  </a:lnTo>
                  <a:lnTo>
                    <a:pt x="2891319" y="1733715"/>
                  </a:lnTo>
                  <a:lnTo>
                    <a:pt x="2891413" y="1733715"/>
                  </a:lnTo>
                  <a:lnTo>
                    <a:pt x="2891507" y="1733715"/>
                  </a:lnTo>
                  <a:lnTo>
                    <a:pt x="2891602" y="1733715"/>
                  </a:lnTo>
                  <a:lnTo>
                    <a:pt x="2891696" y="1733715"/>
                  </a:lnTo>
                  <a:lnTo>
                    <a:pt x="2891790" y="1733715"/>
                  </a:lnTo>
                  <a:lnTo>
                    <a:pt x="2891884" y="1733715"/>
                  </a:lnTo>
                  <a:lnTo>
                    <a:pt x="2891978" y="1733715"/>
                  </a:lnTo>
                  <a:lnTo>
                    <a:pt x="2892072" y="1733715"/>
                  </a:lnTo>
                  <a:lnTo>
                    <a:pt x="2892166" y="1733715"/>
                  </a:lnTo>
                  <a:lnTo>
                    <a:pt x="2892261" y="1733715"/>
                  </a:lnTo>
                  <a:lnTo>
                    <a:pt x="2892355" y="1733715"/>
                  </a:lnTo>
                  <a:lnTo>
                    <a:pt x="2892449" y="1733715"/>
                  </a:lnTo>
                  <a:lnTo>
                    <a:pt x="2892543" y="1733715"/>
                  </a:lnTo>
                  <a:lnTo>
                    <a:pt x="2892637" y="1733715"/>
                  </a:lnTo>
                  <a:lnTo>
                    <a:pt x="2892731" y="1733715"/>
                  </a:lnTo>
                  <a:lnTo>
                    <a:pt x="2892826" y="1733715"/>
                  </a:lnTo>
                  <a:lnTo>
                    <a:pt x="2892920" y="1733715"/>
                  </a:lnTo>
                  <a:lnTo>
                    <a:pt x="2893014" y="1733715"/>
                  </a:lnTo>
                  <a:lnTo>
                    <a:pt x="2893108" y="1733715"/>
                  </a:lnTo>
                  <a:lnTo>
                    <a:pt x="2893202" y="1733715"/>
                  </a:lnTo>
                  <a:lnTo>
                    <a:pt x="2893296" y="1733715"/>
                  </a:lnTo>
                  <a:lnTo>
                    <a:pt x="2893390" y="1733715"/>
                  </a:lnTo>
                  <a:lnTo>
                    <a:pt x="2893485" y="1733715"/>
                  </a:lnTo>
                  <a:lnTo>
                    <a:pt x="2893579" y="1733715"/>
                  </a:lnTo>
                  <a:lnTo>
                    <a:pt x="2893673" y="1733715"/>
                  </a:lnTo>
                  <a:lnTo>
                    <a:pt x="2893767" y="1733715"/>
                  </a:lnTo>
                  <a:lnTo>
                    <a:pt x="2893861" y="1733715"/>
                  </a:lnTo>
                  <a:lnTo>
                    <a:pt x="2893955" y="1733715"/>
                  </a:lnTo>
                  <a:lnTo>
                    <a:pt x="2894049" y="1733715"/>
                  </a:lnTo>
                  <a:lnTo>
                    <a:pt x="2894144" y="1733715"/>
                  </a:lnTo>
                  <a:lnTo>
                    <a:pt x="2894238" y="1733715"/>
                  </a:lnTo>
                  <a:lnTo>
                    <a:pt x="2894332" y="1733715"/>
                  </a:lnTo>
                  <a:lnTo>
                    <a:pt x="2894426" y="1733715"/>
                  </a:lnTo>
                  <a:lnTo>
                    <a:pt x="2894520" y="1733715"/>
                  </a:lnTo>
                  <a:lnTo>
                    <a:pt x="2894614" y="1733715"/>
                  </a:lnTo>
                  <a:lnTo>
                    <a:pt x="2894709" y="1733715"/>
                  </a:lnTo>
                  <a:lnTo>
                    <a:pt x="2894803" y="1733715"/>
                  </a:lnTo>
                  <a:lnTo>
                    <a:pt x="2894897" y="1733715"/>
                  </a:lnTo>
                  <a:lnTo>
                    <a:pt x="2894991" y="1733715"/>
                  </a:lnTo>
                  <a:lnTo>
                    <a:pt x="2894991" y="1728803"/>
                  </a:lnTo>
                  <a:lnTo>
                    <a:pt x="2895085" y="1728803"/>
                  </a:lnTo>
                  <a:lnTo>
                    <a:pt x="2895179" y="1728803"/>
                  </a:lnTo>
                  <a:lnTo>
                    <a:pt x="2895273" y="1728803"/>
                  </a:lnTo>
                  <a:lnTo>
                    <a:pt x="2895368" y="1728803"/>
                  </a:lnTo>
                  <a:lnTo>
                    <a:pt x="2895462" y="1728803"/>
                  </a:lnTo>
                  <a:lnTo>
                    <a:pt x="2895556" y="1728803"/>
                  </a:lnTo>
                  <a:lnTo>
                    <a:pt x="2895650" y="1728803"/>
                  </a:lnTo>
                  <a:lnTo>
                    <a:pt x="2895744" y="1728803"/>
                  </a:lnTo>
                  <a:lnTo>
                    <a:pt x="2895838" y="1728803"/>
                  </a:lnTo>
                  <a:lnTo>
                    <a:pt x="2895933" y="1728803"/>
                  </a:lnTo>
                  <a:lnTo>
                    <a:pt x="2896027" y="1728803"/>
                  </a:lnTo>
                  <a:lnTo>
                    <a:pt x="2896121" y="1728803"/>
                  </a:lnTo>
                  <a:lnTo>
                    <a:pt x="2896215" y="1728803"/>
                  </a:lnTo>
                  <a:lnTo>
                    <a:pt x="2896309" y="1728803"/>
                  </a:lnTo>
                  <a:lnTo>
                    <a:pt x="2896403" y="1728803"/>
                  </a:lnTo>
                  <a:lnTo>
                    <a:pt x="2896497" y="1728803"/>
                  </a:lnTo>
                  <a:lnTo>
                    <a:pt x="2896592" y="1728803"/>
                  </a:lnTo>
                  <a:lnTo>
                    <a:pt x="2896686" y="1728803"/>
                  </a:lnTo>
                  <a:lnTo>
                    <a:pt x="2896780" y="1728803"/>
                  </a:lnTo>
                  <a:lnTo>
                    <a:pt x="2896874" y="1728803"/>
                  </a:lnTo>
                  <a:lnTo>
                    <a:pt x="2896968" y="1728803"/>
                  </a:lnTo>
                  <a:lnTo>
                    <a:pt x="2897062" y="1728803"/>
                  </a:lnTo>
                  <a:lnTo>
                    <a:pt x="2897157" y="1728803"/>
                  </a:lnTo>
                  <a:lnTo>
                    <a:pt x="2897251" y="1728803"/>
                  </a:lnTo>
                  <a:lnTo>
                    <a:pt x="2897345" y="1728803"/>
                  </a:lnTo>
                  <a:lnTo>
                    <a:pt x="2897345" y="1723892"/>
                  </a:lnTo>
                  <a:lnTo>
                    <a:pt x="2897439" y="1723892"/>
                  </a:lnTo>
                  <a:lnTo>
                    <a:pt x="2897533" y="1723892"/>
                  </a:lnTo>
                  <a:lnTo>
                    <a:pt x="2897627" y="1723892"/>
                  </a:lnTo>
                  <a:lnTo>
                    <a:pt x="2897721" y="1723892"/>
                  </a:lnTo>
                  <a:lnTo>
                    <a:pt x="2897816" y="1723892"/>
                  </a:lnTo>
                  <a:lnTo>
                    <a:pt x="2897910" y="1723892"/>
                  </a:lnTo>
                  <a:lnTo>
                    <a:pt x="2898004" y="1723892"/>
                  </a:lnTo>
                  <a:lnTo>
                    <a:pt x="2898098" y="1723892"/>
                  </a:lnTo>
                  <a:lnTo>
                    <a:pt x="2898192" y="1723892"/>
                  </a:lnTo>
                  <a:lnTo>
                    <a:pt x="2898286" y="1723892"/>
                  </a:lnTo>
                  <a:lnTo>
                    <a:pt x="2898380" y="1723892"/>
                  </a:lnTo>
                  <a:lnTo>
                    <a:pt x="2898475" y="1723892"/>
                  </a:lnTo>
                  <a:lnTo>
                    <a:pt x="2898569" y="1723892"/>
                  </a:lnTo>
                  <a:lnTo>
                    <a:pt x="2898663" y="1723892"/>
                  </a:lnTo>
                  <a:lnTo>
                    <a:pt x="2898757" y="1723892"/>
                  </a:lnTo>
                  <a:lnTo>
                    <a:pt x="2898851" y="1723892"/>
                  </a:lnTo>
                  <a:lnTo>
                    <a:pt x="2898945" y="1723892"/>
                  </a:lnTo>
                  <a:lnTo>
                    <a:pt x="2899040" y="1723892"/>
                  </a:lnTo>
                  <a:lnTo>
                    <a:pt x="2899134" y="1723892"/>
                  </a:lnTo>
                  <a:lnTo>
                    <a:pt x="2899228" y="1723892"/>
                  </a:lnTo>
                  <a:lnTo>
                    <a:pt x="2899322" y="1723892"/>
                  </a:lnTo>
                  <a:lnTo>
                    <a:pt x="2899416" y="1723892"/>
                  </a:lnTo>
                  <a:lnTo>
                    <a:pt x="2899510" y="1723892"/>
                  </a:lnTo>
                  <a:lnTo>
                    <a:pt x="2899604" y="1723892"/>
                  </a:lnTo>
                  <a:lnTo>
                    <a:pt x="2899699" y="1723892"/>
                  </a:lnTo>
                  <a:lnTo>
                    <a:pt x="2899793" y="1723892"/>
                  </a:lnTo>
                  <a:lnTo>
                    <a:pt x="2899887" y="1723892"/>
                  </a:lnTo>
                  <a:lnTo>
                    <a:pt x="2899981" y="1723892"/>
                  </a:lnTo>
                  <a:lnTo>
                    <a:pt x="2900075" y="1723892"/>
                  </a:lnTo>
                  <a:lnTo>
                    <a:pt x="2900169" y="1723892"/>
                  </a:lnTo>
                  <a:lnTo>
                    <a:pt x="2900264" y="1723892"/>
                  </a:lnTo>
                  <a:lnTo>
                    <a:pt x="2900358" y="1723892"/>
                  </a:lnTo>
                  <a:lnTo>
                    <a:pt x="2900452" y="1723892"/>
                  </a:lnTo>
                  <a:lnTo>
                    <a:pt x="2900546" y="1723892"/>
                  </a:lnTo>
                  <a:lnTo>
                    <a:pt x="2900640" y="1723892"/>
                  </a:lnTo>
                  <a:lnTo>
                    <a:pt x="2900734" y="1723892"/>
                  </a:lnTo>
                  <a:lnTo>
                    <a:pt x="2900828" y="1723892"/>
                  </a:lnTo>
                  <a:lnTo>
                    <a:pt x="2900923" y="1723892"/>
                  </a:lnTo>
                  <a:lnTo>
                    <a:pt x="2901017" y="1723892"/>
                  </a:lnTo>
                  <a:lnTo>
                    <a:pt x="2901111" y="1723892"/>
                  </a:lnTo>
                  <a:lnTo>
                    <a:pt x="2901205" y="1723892"/>
                  </a:lnTo>
                  <a:lnTo>
                    <a:pt x="2901299" y="1723892"/>
                  </a:lnTo>
                  <a:lnTo>
                    <a:pt x="2901393" y="1723892"/>
                  </a:lnTo>
                  <a:lnTo>
                    <a:pt x="2901488" y="1723892"/>
                  </a:lnTo>
                  <a:lnTo>
                    <a:pt x="2901582" y="1723892"/>
                  </a:lnTo>
                  <a:lnTo>
                    <a:pt x="2901676" y="1723892"/>
                  </a:lnTo>
                  <a:lnTo>
                    <a:pt x="2901770" y="1723892"/>
                  </a:lnTo>
                  <a:lnTo>
                    <a:pt x="2901864" y="1723892"/>
                  </a:lnTo>
                  <a:lnTo>
                    <a:pt x="2901958" y="1723892"/>
                  </a:lnTo>
                  <a:lnTo>
                    <a:pt x="2902052" y="1723892"/>
                  </a:lnTo>
                  <a:lnTo>
                    <a:pt x="2902147" y="1723892"/>
                  </a:lnTo>
                  <a:lnTo>
                    <a:pt x="2902241" y="1723892"/>
                  </a:lnTo>
                  <a:lnTo>
                    <a:pt x="2902335" y="1723892"/>
                  </a:lnTo>
                  <a:lnTo>
                    <a:pt x="2902429" y="1723892"/>
                  </a:lnTo>
                  <a:lnTo>
                    <a:pt x="2902523" y="1723892"/>
                  </a:lnTo>
                  <a:lnTo>
                    <a:pt x="2902617" y="1723892"/>
                  </a:lnTo>
                  <a:lnTo>
                    <a:pt x="2902711" y="1723892"/>
                  </a:lnTo>
                  <a:lnTo>
                    <a:pt x="2902806" y="1723892"/>
                  </a:lnTo>
                  <a:lnTo>
                    <a:pt x="2902900" y="1723892"/>
                  </a:lnTo>
                  <a:lnTo>
                    <a:pt x="2902994" y="1723892"/>
                  </a:lnTo>
                  <a:lnTo>
                    <a:pt x="2903088" y="1723892"/>
                  </a:lnTo>
                  <a:lnTo>
                    <a:pt x="2903182" y="1723892"/>
                  </a:lnTo>
                  <a:lnTo>
                    <a:pt x="2903276" y="1723892"/>
                  </a:lnTo>
                  <a:lnTo>
                    <a:pt x="2903371" y="1723892"/>
                  </a:lnTo>
                  <a:lnTo>
                    <a:pt x="2903465" y="1723892"/>
                  </a:lnTo>
                  <a:lnTo>
                    <a:pt x="2903559" y="1723892"/>
                  </a:lnTo>
                  <a:lnTo>
                    <a:pt x="2903559" y="1718981"/>
                  </a:lnTo>
                  <a:lnTo>
                    <a:pt x="2903653" y="1718981"/>
                  </a:lnTo>
                  <a:lnTo>
                    <a:pt x="2903747" y="1718981"/>
                  </a:lnTo>
                  <a:lnTo>
                    <a:pt x="2903841" y="1718981"/>
                  </a:lnTo>
                  <a:lnTo>
                    <a:pt x="2903935" y="1718981"/>
                  </a:lnTo>
                  <a:lnTo>
                    <a:pt x="2904030" y="1718981"/>
                  </a:lnTo>
                  <a:lnTo>
                    <a:pt x="2904124" y="1718981"/>
                  </a:lnTo>
                  <a:lnTo>
                    <a:pt x="2904218" y="1718981"/>
                  </a:lnTo>
                  <a:lnTo>
                    <a:pt x="2904312" y="1718981"/>
                  </a:lnTo>
                  <a:lnTo>
                    <a:pt x="2904406" y="1718981"/>
                  </a:lnTo>
                  <a:lnTo>
                    <a:pt x="2904500" y="1718981"/>
                  </a:lnTo>
                  <a:lnTo>
                    <a:pt x="2904595" y="1718981"/>
                  </a:lnTo>
                  <a:lnTo>
                    <a:pt x="2904689" y="1718981"/>
                  </a:lnTo>
                  <a:lnTo>
                    <a:pt x="2904783" y="1718981"/>
                  </a:lnTo>
                  <a:lnTo>
                    <a:pt x="2904877" y="1718981"/>
                  </a:lnTo>
                  <a:lnTo>
                    <a:pt x="2904971" y="1718981"/>
                  </a:lnTo>
                  <a:lnTo>
                    <a:pt x="2904971" y="1714069"/>
                  </a:lnTo>
                  <a:lnTo>
                    <a:pt x="2905065" y="1714069"/>
                  </a:lnTo>
                  <a:lnTo>
                    <a:pt x="2905159" y="1714069"/>
                  </a:lnTo>
                  <a:lnTo>
                    <a:pt x="2905254" y="1714069"/>
                  </a:lnTo>
                  <a:lnTo>
                    <a:pt x="2905348" y="1714069"/>
                  </a:lnTo>
                  <a:lnTo>
                    <a:pt x="2905442" y="1714069"/>
                  </a:lnTo>
                  <a:lnTo>
                    <a:pt x="2905536" y="1714069"/>
                  </a:lnTo>
                  <a:lnTo>
                    <a:pt x="2905630" y="1714069"/>
                  </a:lnTo>
                  <a:lnTo>
                    <a:pt x="2905724" y="1714069"/>
                  </a:lnTo>
                  <a:lnTo>
                    <a:pt x="2905819" y="1714069"/>
                  </a:lnTo>
                  <a:lnTo>
                    <a:pt x="2905913" y="1714069"/>
                  </a:lnTo>
                  <a:lnTo>
                    <a:pt x="2906007" y="1714069"/>
                  </a:lnTo>
                  <a:lnTo>
                    <a:pt x="2906101" y="1714069"/>
                  </a:lnTo>
                  <a:lnTo>
                    <a:pt x="2906195" y="1714069"/>
                  </a:lnTo>
                  <a:lnTo>
                    <a:pt x="2906289" y="1714069"/>
                  </a:lnTo>
                  <a:lnTo>
                    <a:pt x="2906383" y="1714069"/>
                  </a:lnTo>
                  <a:lnTo>
                    <a:pt x="2906478" y="1714069"/>
                  </a:lnTo>
                  <a:lnTo>
                    <a:pt x="2906572" y="1714069"/>
                  </a:lnTo>
                  <a:lnTo>
                    <a:pt x="2906666" y="1714069"/>
                  </a:lnTo>
                  <a:lnTo>
                    <a:pt x="2906760" y="1714069"/>
                  </a:lnTo>
                  <a:lnTo>
                    <a:pt x="2906854" y="1714069"/>
                  </a:lnTo>
                  <a:lnTo>
                    <a:pt x="2906948" y="1714069"/>
                  </a:lnTo>
                  <a:lnTo>
                    <a:pt x="2907042" y="1714069"/>
                  </a:lnTo>
                  <a:lnTo>
                    <a:pt x="2907137" y="1714069"/>
                  </a:lnTo>
                  <a:lnTo>
                    <a:pt x="2907231" y="1714069"/>
                  </a:lnTo>
                  <a:lnTo>
                    <a:pt x="2907325" y="1714069"/>
                  </a:lnTo>
                  <a:lnTo>
                    <a:pt x="2907419" y="1714069"/>
                  </a:lnTo>
                  <a:lnTo>
                    <a:pt x="2907513" y="1714069"/>
                  </a:lnTo>
                  <a:lnTo>
                    <a:pt x="2907607" y="1714069"/>
                  </a:lnTo>
                  <a:lnTo>
                    <a:pt x="2907702" y="1714069"/>
                  </a:lnTo>
                  <a:lnTo>
                    <a:pt x="2907796" y="1714069"/>
                  </a:lnTo>
                  <a:lnTo>
                    <a:pt x="2907890" y="1714069"/>
                  </a:lnTo>
                  <a:lnTo>
                    <a:pt x="2907984" y="1714069"/>
                  </a:lnTo>
                  <a:lnTo>
                    <a:pt x="2908078" y="1714069"/>
                  </a:lnTo>
                  <a:lnTo>
                    <a:pt x="2908172" y="1714069"/>
                  </a:lnTo>
                  <a:lnTo>
                    <a:pt x="2908266" y="1714069"/>
                  </a:lnTo>
                  <a:lnTo>
                    <a:pt x="2908361" y="1714069"/>
                  </a:lnTo>
                  <a:lnTo>
                    <a:pt x="2908455" y="1714069"/>
                  </a:lnTo>
                  <a:lnTo>
                    <a:pt x="2908549" y="1714069"/>
                  </a:lnTo>
                  <a:lnTo>
                    <a:pt x="2908643" y="1714069"/>
                  </a:lnTo>
                  <a:lnTo>
                    <a:pt x="2908737" y="1714069"/>
                  </a:lnTo>
                  <a:lnTo>
                    <a:pt x="2908831" y="1714069"/>
                  </a:lnTo>
                  <a:lnTo>
                    <a:pt x="2908926" y="1714069"/>
                  </a:lnTo>
                  <a:lnTo>
                    <a:pt x="2909020" y="1714069"/>
                  </a:lnTo>
                  <a:lnTo>
                    <a:pt x="2909114" y="1714069"/>
                  </a:lnTo>
                  <a:lnTo>
                    <a:pt x="2909208" y="1714069"/>
                  </a:lnTo>
                  <a:lnTo>
                    <a:pt x="2909208" y="1709158"/>
                  </a:lnTo>
                  <a:lnTo>
                    <a:pt x="2909302" y="1709158"/>
                  </a:lnTo>
                  <a:lnTo>
                    <a:pt x="2909396" y="1709158"/>
                  </a:lnTo>
                  <a:lnTo>
                    <a:pt x="2909490" y="1709158"/>
                  </a:lnTo>
                  <a:lnTo>
                    <a:pt x="2909585" y="1709158"/>
                  </a:lnTo>
                  <a:lnTo>
                    <a:pt x="2909679" y="1709158"/>
                  </a:lnTo>
                  <a:lnTo>
                    <a:pt x="2909773" y="1709158"/>
                  </a:lnTo>
                  <a:lnTo>
                    <a:pt x="2909867" y="1709158"/>
                  </a:lnTo>
                  <a:lnTo>
                    <a:pt x="2909961" y="1709158"/>
                  </a:lnTo>
                  <a:lnTo>
                    <a:pt x="2910055" y="1709158"/>
                  </a:lnTo>
                  <a:lnTo>
                    <a:pt x="2910150" y="1709158"/>
                  </a:lnTo>
                  <a:lnTo>
                    <a:pt x="2910244" y="1709158"/>
                  </a:lnTo>
                  <a:lnTo>
                    <a:pt x="2910338" y="1709158"/>
                  </a:lnTo>
                  <a:lnTo>
                    <a:pt x="2910432" y="1709158"/>
                  </a:lnTo>
                  <a:lnTo>
                    <a:pt x="2910526" y="1709158"/>
                  </a:lnTo>
                  <a:lnTo>
                    <a:pt x="2910620" y="1709158"/>
                  </a:lnTo>
                  <a:lnTo>
                    <a:pt x="2910714" y="1709158"/>
                  </a:lnTo>
                  <a:lnTo>
                    <a:pt x="2910809" y="1709158"/>
                  </a:lnTo>
                  <a:lnTo>
                    <a:pt x="2910903" y="1709158"/>
                  </a:lnTo>
                  <a:lnTo>
                    <a:pt x="2910997" y="1709158"/>
                  </a:lnTo>
                  <a:lnTo>
                    <a:pt x="2911091" y="1709158"/>
                  </a:lnTo>
                  <a:lnTo>
                    <a:pt x="2911185" y="1709158"/>
                  </a:lnTo>
                  <a:lnTo>
                    <a:pt x="2911279" y="1709158"/>
                  </a:lnTo>
                  <a:lnTo>
                    <a:pt x="2911373" y="1709158"/>
                  </a:lnTo>
                  <a:lnTo>
                    <a:pt x="2911468" y="1709158"/>
                  </a:lnTo>
                  <a:lnTo>
                    <a:pt x="2911562" y="1709158"/>
                  </a:lnTo>
                  <a:lnTo>
                    <a:pt x="2911656" y="1709158"/>
                  </a:lnTo>
                  <a:lnTo>
                    <a:pt x="2911750" y="1709158"/>
                  </a:lnTo>
                  <a:lnTo>
                    <a:pt x="2911844" y="1709158"/>
                  </a:lnTo>
                  <a:lnTo>
                    <a:pt x="2911938" y="1709158"/>
                  </a:lnTo>
                  <a:lnTo>
                    <a:pt x="2912033" y="1709158"/>
                  </a:lnTo>
                  <a:lnTo>
                    <a:pt x="2912127" y="1709158"/>
                  </a:lnTo>
                  <a:lnTo>
                    <a:pt x="2912221" y="1709158"/>
                  </a:lnTo>
                  <a:lnTo>
                    <a:pt x="2912315" y="1709158"/>
                  </a:lnTo>
                  <a:lnTo>
                    <a:pt x="2912409" y="1709158"/>
                  </a:lnTo>
                  <a:lnTo>
                    <a:pt x="2912503" y="1709158"/>
                  </a:lnTo>
                  <a:lnTo>
                    <a:pt x="2912597" y="1709158"/>
                  </a:lnTo>
                  <a:lnTo>
                    <a:pt x="2912692" y="1709158"/>
                  </a:lnTo>
                  <a:lnTo>
                    <a:pt x="2912786" y="1709158"/>
                  </a:lnTo>
                  <a:lnTo>
                    <a:pt x="2912880" y="1709158"/>
                  </a:lnTo>
                  <a:lnTo>
                    <a:pt x="2912974" y="1709158"/>
                  </a:lnTo>
                  <a:lnTo>
                    <a:pt x="2913068" y="1709158"/>
                  </a:lnTo>
                  <a:lnTo>
                    <a:pt x="2913162" y="1709158"/>
                  </a:lnTo>
                  <a:lnTo>
                    <a:pt x="2913257" y="1709158"/>
                  </a:lnTo>
                  <a:lnTo>
                    <a:pt x="2913351" y="1709158"/>
                  </a:lnTo>
                  <a:lnTo>
                    <a:pt x="2913445" y="1709158"/>
                  </a:lnTo>
                  <a:lnTo>
                    <a:pt x="2913539" y="1709158"/>
                  </a:lnTo>
                  <a:lnTo>
                    <a:pt x="2913633" y="1709158"/>
                  </a:lnTo>
                  <a:lnTo>
                    <a:pt x="2913727" y="1709158"/>
                  </a:lnTo>
                  <a:lnTo>
                    <a:pt x="2913821" y="1709158"/>
                  </a:lnTo>
                  <a:lnTo>
                    <a:pt x="2913916" y="1709158"/>
                  </a:lnTo>
                  <a:lnTo>
                    <a:pt x="2914010" y="1709158"/>
                  </a:lnTo>
                  <a:lnTo>
                    <a:pt x="2914104" y="1709158"/>
                  </a:lnTo>
                  <a:lnTo>
                    <a:pt x="2914198" y="1709158"/>
                  </a:lnTo>
                  <a:lnTo>
                    <a:pt x="2914292" y="1709158"/>
                  </a:lnTo>
                  <a:lnTo>
                    <a:pt x="2914386" y="1709158"/>
                  </a:lnTo>
                  <a:lnTo>
                    <a:pt x="2914481" y="1709158"/>
                  </a:lnTo>
                  <a:lnTo>
                    <a:pt x="2914575" y="1709158"/>
                  </a:lnTo>
                  <a:lnTo>
                    <a:pt x="2914669" y="1709158"/>
                  </a:lnTo>
                  <a:lnTo>
                    <a:pt x="2914763" y="1709158"/>
                  </a:lnTo>
                  <a:lnTo>
                    <a:pt x="2914857" y="1709158"/>
                  </a:lnTo>
                  <a:lnTo>
                    <a:pt x="2914951" y="1709158"/>
                  </a:lnTo>
                  <a:lnTo>
                    <a:pt x="2915045" y="1709158"/>
                  </a:lnTo>
                  <a:lnTo>
                    <a:pt x="2915140" y="1709158"/>
                  </a:lnTo>
                  <a:lnTo>
                    <a:pt x="2915234" y="1709158"/>
                  </a:lnTo>
                  <a:lnTo>
                    <a:pt x="2915328" y="1709158"/>
                  </a:lnTo>
                  <a:lnTo>
                    <a:pt x="2915422" y="1709158"/>
                  </a:lnTo>
                  <a:lnTo>
                    <a:pt x="2915516" y="1709158"/>
                  </a:lnTo>
                  <a:lnTo>
                    <a:pt x="2915610" y="1709158"/>
                  </a:lnTo>
                  <a:lnTo>
                    <a:pt x="2915704" y="1709158"/>
                  </a:lnTo>
                  <a:lnTo>
                    <a:pt x="2915799" y="1709158"/>
                  </a:lnTo>
                  <a:lnTo>
                    <a:pt x="2915893" y="1709158"/>
                  </a:lnTo>
                  <a:lnTo>
                    <a:pt x="2915987" y="1709158"/>
                  </a:lnTo>
                  <a:lnTo>
                    <a:pt x="2916081" y="1709158"/>
                  </a:lnTo>
                  <a:lnTo>
                    <a:pt x="2916175" y="1709158"/>
                  </a:lnTo>
                  <a:lnTo>
                    <a:pt x="2916269" y="1709158"/>
                  </a:lnTo>
                  <a:lnTo>
                    <a:pt x="2916364" y="1709158"/>
                  </a:lnTo>
                  <a:lnTo>
                    <a:pt x="2916458" y="1709158"/>
                  </a:lnTo>
                  <a:lnTo>
                    <a:pt x="2916552" y="1709158"/>
                  </a:lnTo>
                  <a:lnTo>
                    <a:pt x="2916552" y="1704247"/>
                  </a:lnTo>
                  <a:lnTo>
                    <a:pt x="2916646" y="1704247"/>
                  </a:lnTo>
                  <a:lnTo>
                    <a:pt x="2916740" y="1704247"/>
                  </a:lnTo>
                  <a:lnTo>
                    <a:pt x="2916834" y="1704247"/>
                  </a:lnTo>
                  <a:lnTo>
                    <a:pt x="2916928" y="1704247"/>
                  </a:lnTo>
                  <a:lnTo>
                    <a:pt x="2917023" y="1704247"/>
                  </a:lnTo>
                  <a:lnTo>
                    <a:pt x="2917117" y="1704247"/>
                  </a:lnTo>
                  <a:lnTo>
                    <a:pt x="2917211" y="1704247"/>
                  </a:lnTo>
                  <a:lnTo>
                    <a:pt x="2917305" y="1704247"/>
                  </a:lnTo>
                  <a:lnTo>
                    <a:pt x="2917399" y="1704247"/>
                  </a:lnTo>
                  <a:lnTo>
                    <a:pt x="2917493" y="1704247"/>
                  </a:lnTo>
                  <a:lnTo>
                    <a:pt x="2917588" y="1704247"/>
                  </a:lnTo>
                  <a:lnTo>
                    <a:pt x="2917682" y="1704247"/>
                  </a:lnTo>
                  <a:lnTo>
                    <a:pt x="2917776" y="1704247"/>
                  </a:lnTo>
                  <a:lnTo>
                    <a:pt x="2917870" y="1704247"/>
                  </a:lnTo>
                  <a:lnTo>
                    <a:pt x="2917964" y="1704247"/>
                  </a:lnTo>
                  <a:lnTo>
                    <a:pt x="2918058" y="1704247"/>
                  </a:lnTo>
                  <a:lnTo>
                    <a:pt x="2918152" y="1704247"/>
                  </a:lnTo>
                  <a:lnTo>
                    <a:pt x="2918247" y="1704247"/>
                  </a:lnTo>
                  <a:lnTo>
                    <a:pt x="2918341" y="1704247"/>
                  </a:lnTo>
                  <a:lnTo>
                    <a:pt x="2918435" y="1704247"/>
                  </a:lnTo>
                  <a:lnTo>
                    <a:pt x="2918529" y="1704247"/>
                  </a:lnTo>
                  <a:lnTo>
                    <a:pt x="2918623" y="1704247"/>
                  </a:lnTo>
                  <a:lnTo>
                    <a:pt x="2918717" y="1704247"/>
                  </a:lnTo>
                  <a:lnTo>
                    <a:pt x="2918812" y="1704247"/>
                  </a:lnTo>
                  <a:lnTo>
                    <a:pt x="2918906" y="1704247"/>
                  </a:lnTo>
                  <a:lnTo>
                    <a:pt x="2919000" y="1704247"/>
                  </a:lnTo>
                  <a:lnTo>
                    <a:pt x="2919094" y="1704247"/>
                  </a:lnTo>
                  <a:lnTo>
                    <a:pt x="2919188" y="1704247"/>
                  </a:lnTo>
                  <a:lnTo>
                    <a:pt x="2919282" y="1704247"/>
                  </a:lnTo>
                  <a:lnTo>
                    <a:pt x="2919376" y="1704247"/>
                  </a:lnTo>
                  <a:lnTo>
                    <a:pt x="2919471" y="1704247"/>
                  </a:lnTo>
                  <a:lnTo>
                    <a:pt x="2919565" y="1704247"/>
                  </a:lnTo>
                  <a:lnTo>
                    <a:pt x="2919659" y="1704247"/>
                  </a:lnTo>
                  <a:lnTo>
                    <a:pt x="2919753" y="1704247"/>
                  </a:lnTo>
                  <a:lnTo>
                    <a:pt x="2919847" y="1704247"/>
                  </a:lnTo>
                  <a:lnTo>
                    <a:pt x="2919941" y="1704247"/>
                  </a:lnTo>
                  <a:lnTo>
                    <a:pt x="2920035" y="1704247"/>
                  </a:lnTo>
                  <a:lnTo>
                    <a:pt x="2920130" y="1704247"/>
                  </a:lnTo>
                  <a:lnTo>
                    <a:pt x="2920224" y="1704247"/>
                  </a:lnTo>
                  <a:lnTo>
                    <a:pt x="2920318" y="1704247"/>
                  </a:lnTo>
                  <a:lnTo>
                    <a:pt x="2920412" y="1704247"/>
                  </a:lnTo>
                  <a:lnTo>
                    <a:pt x="2920506" y="1704247"/>
                  </a:lnTo>
                  <a:lnTo>
                    <a:pt x="2920600" y="1704247"/>
                  </a:lnTo>
                  <a:lnTo>
                    <a:pt x="2920695" y="1704247"/>
                  </a:lnTo>
                  <a:lnTo>
                    <a:pt x="2920789" y="1704247"/>
                  </a:lnTo>
                  <a:lnTo>
                    <a:pt x="2920883" y="1704247"/>
                  </a:lnTo>
                  <a:lnTo>
                    <a:pt x="2920977" y="1704247"/>
                  </a:lnTo>
                  <a:lnTo>
                    <a:pt x="2921071" y="1704247"/>
                  </a:lnTo>
                  <a:lnTo>
                    <a:pt x="2921165" y="1704247"/>
                  </a:lnTo>
                  <a:lnTo>
                    <a:pt x="2921259" y="1704247"/>
                  </a:lnTo>
                  <a:lnTo>
                    <a:pt x="2921354" y="1704247"/>
                  </a:lnTo>
                  <a:lnTo>
                    <a:pt x="2921448" y="1704247"/>
                  </a:lnTo>
                  <a:lnTo>
                    <a:pt x="2921542" y="1704247"/>
                  </a:lnTo>
                  <a:lnTo>
                    <a:pt x="2921636" y="1704247"/>
                  </a:lnTo>
                  <a:lnTo>
                    <a:pt x="2921730" y="1704247"/>
                  </a:lnTo>
                  <a:lnTo>
                    <a:pt x="2921824" y="1704247"/>
                  </a:lnTo>
                  <a:lnTo>
                    <a:pt x="2921919" y="1704247"/>
                  </a:lnTo>
                  <a:lnTo>
                    <a:pt x="2922013" y="1704247"/>
                  </a:lnTo>
                  <a:lnTo>
                    <a:pt x="2922107" y="1704247"/>
                  </a:lnTo>
                  <a:lnTo>
                    <a:pt x="2922201" y="1704247"/>
                  </a:lnTo>
                  <a:lnTo>
                    <a:pt x="2922295" y="1704247"/>
                  </a:lnTo>
                  <a:lnTo>
                    <a:pt x="2922389" y="1704247"/>
                  </a:lnTo>
                  <a:lnTo>
                    <a:pt x="2922483" y="1704247"/>
                  </a:lnTo>
                  <a:lnTo>
                    <a:pt x="2922578" y="1704247"/>
                  </a:lnTo>
                  <a:lnTo>
                    <a:pt x="2922672" y="1704247"/>
                  </a:lnTo>
                  <a:lnTo>
                    <a:pt x="2922766" y="1704247"/>
                  </a:lnTo>
                  <a:lnTo>
                    <a:pt x="2922860" y="1704247"/>
                  </a:lnTo>
                  <a:lnTo>
                    <a:pt x="2922954" y="1704247"/>
                  </a:lnTo>
                  <a:lnTo>
                    <a:pt x="2923048" y="1704247"/>
                  </a:lnTo>
                  <a:lnTo>
                    <a:pt x="2923143" y="1704247"/>
                  </a:lnTo>
                  <a:lnTo>
                    <a:pt x="2923237" y="1704247"/>
                  </a:lnTo>
                  <a:lnTo>
                    <a:pt x="2923331" y="1704247"/>
                  </a:lnTo>
                  <a:lnTo>
                    <a:pt x="2923425" y="1704247"/>
                  </a:lnTo>
                  <a:lnTo>
                    <a:pt x="2923519" y="1704247"/>
                  </a:lnTo>
                  <a:lnTo>
                    <a:pt x="2923613" y="1704247"/>
                  </a:lnTo>
                  <a:lnTo>
                    <a:pt x="2923707" y="1704247"/>
                  </a:lnTo>
                  <a:lnTo>
                    <a:pt x="2923802" y="1704247"/>
                  </a:lnTo>
                  <a:lnTo>
                    <a:pt x="2923896" y="1704247"/>
                  </a:lnTo>
                  <a:lnTo>
                    <a:pt x="2923990" y="1704247"/>
                  </a:lnTo>
                  <a:lnTo>
                    <a:pt x="2924084" y="1704247"/>
                  </a:lnTo>
                  <a:lnTo>
                    <a:pt x="2924178" y="1704247"/>
                  </a:lnTo>
                  <a:lnTo>
                    <a:pt x="2924272" y="1704247"/>
                  </a:lnTo>
                  <a:lnTo>
                    <a:pt x="2924366" y="1704247"/>
                  </a:lnTo>
                  <a:lnTo>
                    <a:pt x="2924461" y="1704247"/>
                  </a:lnTo>
                  <a:lnTo>
                    <a:pt x="2924555" y="1704247"/>
                  </a:lnTo>
                  <a:lnTo>
                    <a:pt x="2924649" y="1704247"/>
                  </a:lnTo>
                  <a:lnTo>
                    <a:pt x="2924743" y="1704247"/>
                  </a:lnTo>
                  <a:lnTo>
                    <a:pt x="2924743" y="1699335"/>
                  </a:lnTo>
                  <a:lnTo>
                    <a:pt x="2924743" y="1694424"/>
                  </a:lnTo>
                  <a:lnTo>
                    <a:pt x="2924837" y="1694424"/>
                  </a:lnTo>
                  <a:lnTo>
                    <a:pt x="2924931" y="1694424"/>
                  </a:lnTo>
                  <a:lnTo>
                    <a:pt x="2925026" y="1694424"/>
                  </a:lnTo>
                  <a:lnTo>
                    <a:pt x="2925120" y="1694424"/>
                  </a:lnTo>
                  <a:lnTo>
                    <a:pt x="2925214" y="1694424"/>
                  </a:lnTo>
                  <a:lnTo>
                    <a:pt x="2925308" y="1694424"/>
                  </a:lnTo>
                  <a:lnTo>
                    <a:pt x="2925402" y="1694424"/>
                  </a:lnTo>
                  <a:lnTo>
                    <a:pt x="2925496" y="1694424"/>
                  </a:lnTo>
                  <a:lnTo>
                    <a:pt x="2925590" y="1694424"/>
                  </a:lnTo>
                  <a:lnTo>
                    <a:pt x="2925685" y="1694424"/>
                  </a:lnTo>
                  <a:lnTo>
                    <a:pt x="2925779" y="1694424"/>
                  </a:lnTo>
                  <a:lnTo>
                    <a:pt x="2925873" y="1694424"/>
                  </a:lnTo>
                  <a:lnTo>
                    <a:pt x="2925967" y="1694424"/>
                  </a:lnTo>
                  <a:lnTo>
                    <a:pt x="2926061" y="1694424"/>
                  </a:lnTo>
                  <a:lnTo>
                    <a:pt x="2926155" y="1694424"/>
                  </a:lnTo>
                  <a:lnTo>
                    <a:pt x="2926250" y="1694424"/>
                  </a:lnTo>
                  <a:lnTo>
                    <a:pt x="2926344" y="1694424"/>
                  </a:lnTo>
                  <a:lnTo>
                    <a:pt x="2926438" y="1694424"/>
                  </a:lnTo>
                  <a:lnTo>
                    <a:pt x="2926532" y="1694424"/>
                  </a:lnTo>
                  <a:lnTo>
                    <a:pt x="2926626" y="1694424"/>
                  </a:lnTo>
                  <a:lnTo>
                    <a:pt x="2926720" y="1694424"/>
                  </a:lnTo>
                  <a:lnTo>
                    <a:pt x="2926814" y="1694424"/>
                  </a:lnTo>
                  <a:lnTo>
                    <a:pt x="2926909" y="1694424"/>
                  </a:lnTo>
                  <a:lnTo>
                    <a:pt x="2927003" y="1694424"/>
                  </a:lnTo>
                  <a:lnTo>
                    <a:pt x="2927097" y="1694424"/>
                  </a:lnTo>
                  <a:lnTo>
                    <a:pt x="2927191" y="1694424"/>
                  </a:lnTo>
                  <a:lnTo>
                    <a:pt x="2927285" y="1694424"/>
                  </a:lnTo>
                  <a:lnTo>
                    <a:pt x="2927379" y="1694424"/>
                  </a:lnTo>
                  <a:lnTo>
                    <a:pt x="2927474" y="1694424"/>
                  </a:lnTo>
                  <a:lnTo>
                    <a:pt x="2927568" y="1694424"/>
                  </a:lnTo>
                  <a:lnTo>
                    <a:pt x="2927662" y="1694424"/>
                  </a:lnTo>
                  <a:lnTo>
                    <a:pt x="2927756" y="1694424"/>
                  </a:lnTo>
                  <a:lnTo>
                    <a:pt x="2927850" y="1694424"/>
                  </a:lnTo>
                  <a:lnTo>
                    <a:pt x="2927944" y="1694424"/>
                  </a:lnTo>
                  <a:lnTo>
                    <a:pt x="2928038" y="1694424"/>
                  </a:lnTo>
                  <a:lnTo>
                    <a:pt x="2928133" y="1694424"/>
                  </a:lnTo>
                  <a:lnTo>
                    <a:pt x="2928227" y="1694424"/>
                  </a:lnTo>
                  <a:lnTo>
                    <a:pt x="2928321" y="1694424"/>
                  </a:lnTo>
                  <a:lnTo>
                    <a:pt x="2928415" y="1694424"/>
                  </a:lnTo>
                  <a:lnTo>
                    <a:pt x="2928509" y="1694424"/>
                  </a:lnTo>
                  <a:lnTo>
                    <a:pt x="2928603" y="1694424"/>
                  </a:lnTo>
                  <a:lnTo>
                    <a:pt x="2928697" y="1694424"/>
                  </a:lnTo>
                  <a:lnTo>
                    <a:pt x="2928792" y="1694424"/>
                  </a:lnTo>
                  <a:lnTo>
                    <a:pt x="2928886" y="1694424"/>
                  </a:lnTo>
                  <a:lnTo>
                    <a:pt x="2928980" y="1694424"/>
                  </a:lnTo>
                  <a:lnTo>
                    <a:pt x="2929074" y="1694424"/>
                  </a:lnTo>
                  <a:lnTo>
                    <a:pt x="2929168" y="1694424"/>
                  </a:lnTo>
                  <a:lnTo>
                    <a:pt x="2929262" y="1694424"/>
                  </a:lnTo>
                  <a:lnTo>
                    <a:pt x="2929357" y="1694424"/>
                  </a:lnTo>
                  <a:lnTo>
                    <a:pt x="2929451" y="1694424"/>
                  </a:lnTo>
                  <a:lnTo>
                    <a:pt x="2929545" y="1694424"/>
                  </a:lnTo>
                  <a:lnTo>
                    <a:pt x="2929639" y="1694424"/>
                  </a:lnTo>
                  <a:lnTo>
                    <a:pt x="2929733" y="1694424"/>
                  </a:lnTo>
                  <a:lnTo>
                    <a:pt x="2929827" y="1694424"/>
                  </a:lnTo>
                  <a:lnTo>
                    <a:pt x="2929921" y="1694424"/>
                  </a:lnTo>
                  <a:lnTo>
                    <a:pt x="2930016" y="1694424"/>
                  </a:lnTo>
                  <a:lnTo>
                    <a:pt x="2930110" y="1694424"/>
                  </a:lnTo>
                  <a:lnTo>
                    <a:pt x="2930204" y="1694424"/>
                  </a:lnTo>
                  <a:lnTo>
                    <a:pt x="2930298" y="1694424"/>
                  </a:lnTo>
                  <a:lnTo>
                    <a:pt x="2930392" y="1694424"/>
                  </a:lnTo>
                  <a:lnTo>
                    <a:pt x="2930486" y="1694424"/>
                  </a:lnTo>
                  <a:lnTo>
                    <a:pt x="2930581" y="1694424"/>
                  </a:lnTo>
                  <a:lnTo>
                    <a:pt x="2930675" y="1694424"/>
                  </a:lnTo>
                  <a:lnTo>
                    <a:pt x="2930769" y="1694424"/>
                  </a:lnTo>
                  <a:lnTo>
                    <a:pt x="2930863" y="1694424"/>
                  </a:lnTo>
                  <a:lnTo>
                    <a:pt x="2930957" y="1694424"/>
                  </a:lnTo>
                  <a:lnTo>
                    <a:pt x="2931051" y="1694424"/>
                  </a:lnTo>
                  <a:lnTo>
                    <a:pt x="2931145" y="1694424"/>
                  </a:lnTo>
                  <a:lnTo>
                    <a:pt x="2931240" y="1694424"/>
                  </a:lnTo>
                  <a:lnTo>
                    <a:pt x="2931334" y="1694424"/>
                  </a:lnTo>
                  <a:lnTo>
                    <a:pt x="2931428" y="1694424"/>
                  </a:lnTo>
                  <a:lnTo>
                    <a:pt x="2931522" y="1694424"/>
                  </a:lnTo>
                  <a:lnTo>
                    <a:pt x="2931616" y="1694424"/>
                  </a:lnTo>
                  <a:lnTo>
                    <a:pt x="2931710" y="1694424"/>
                  </a:lnTo>
                  <a:lnTo>
                    <a:pt x="2931805" y="1694424"/>
                  </a:lnTo>
                  <a:lnTo>
                    <a:pt x="2931899" y="1694424"/>
                  </a:lnTo>
                  <a:lnTo>
                    <a:pt x="2931993" y="1694424"/>
                  </a:lnTo>
                  <a:lnTo>
                    <a:pt x="2932087" y="1694424"/>
                  </a:lnTo>
                  <a:lnTo>
                    <a:pt x="2932181" y="1694424"/>
                  </a:lnTo>
                  <a:lnTo>
                    <a:pt x="2932275" y="1694424"/>
                  </a:lnTo>
                  <a:lnTo>
                    <a:pt x="2932369" y="1694424"/>
                  </a:lnTo>
                  <a:lnTo>
                    <a:pt x="2932464" y="1694424"/>
                  </a:lnTo>
                  <a:lnTo>
                    <a:pt x="2932558" y="1694424"/>
                  </a:lnTo>
                  <a:lnTo>
                    <a:pt x="2932652" y="1694424"/>
                  </a:lnTo>
                  <a:lnTo>
                    <a:pt x="2932746" y="1694424"/>
                  </a:lnTo>
                  <a:lnTo>
                    <a:pt x="2932840" y="1694424"/>
                  </a:lnTo>
                  <a:lnTo>
                    <a:pt x="2932934" y="1694424"/>
                  </a:lnTo>
                  <a:lnTo>
                    <a:pt x="2933028" y="1694424"/>
                  </a:lnTo>
                  <a:lnTo>
                    <a:pt x="2933123" y="1694424"/>
                  </a:lnTo>
                  <a:lnTo>
                    <a:pt x="2933217" y="1694424"/>
                  </a:lnTo>
                  <a:lnTo>
                    <a:pt x="2933311" y="1694424"/>
                  </a:lnTo>
                  <a:lnTo>
                    <a:pt x="2933405" y="1694424"/>
                  </a:lnTo>
                  <a:lnTo>
                    <a:pt x="2933499" y="1694424"/>
                  </a:lnTo>
                  <a:lnTo>
                    <a:pt x="2933593" y="1694424"/>
                  </a:lnTo>
                  <a:lnTo>
                    <a:pt x="2933688" y="1694424"/>
                  </a:lnTo>
                  <a:lnTo>
                    <a:pt x="2933782" y="1694424"/>
                  </a:lnTo>
                  <a:lnTo>
                    <a:pt x="2933876" y="1694424"/>
                  </a:lnTo>
                  <a:lnTo>
                    <a:pt x="2933970" y="1694424"/>
                  </a:lnTo>
                  <a:lnTo>
                    <a:pt x="2934064" y="1694424"/>
                  </a:lnTo>
                  <a:lnTo>
                    <a:pt x="2934158" y="1694424"/>
                  </a:lnTo>
                  <a:lnTo>
                    <a:pt x="2934252" y="1694424"/>
                  </a:lnTo>
                  <a:lnTo>
                    <a:pt x="2934347" y="1694424"/>
                  </a:lnTo>
                  <a:lnTo>
                    <a:pt x="2934441" y="1694424"/>
                  </a:lnTo>
                  <a:lnTo>
                    <a:pt x="2934535" y="1694424"/>
                  </a:lnTo>
                  <a:lnTo>
                    <a:pt x="2934629" y="1694424"/>
                  </a:lnTo>
                  <a:lnTo>
                    <a:pt x="2934723" y="1694424"/>
                  </a:lnTo>
                  <a:lnTo>
                    <a:pt x="2934817" y="1694424"/>
                  </a:lnTo>
                  <a:lnTo>
                    <a:pt x="2934912" y="1694424"/>
                  </a:lnTo>
                  <a:lnTo>
                    <a:pt x="2935006" y="1694424"/>
                  </a:lnTo>
                  <a:lnTo>
                    <a:pt x="2935100" y="1694424"/>
                  </a:lnTo>
                  <a:lnTo>
                    <a:pt x="2935194" y="1694424"/>
                  </a:lnTo>
                  <a:lnTo>
                    <a:pt x="2935288" y="1694424"/>
                  </a:lnTo>
                  <a:lnTo>
                    <a:pt x="2935382" y="1694424"/>
                  </a:lnTo>
                  <a:lnTo>
                    <a:pt x="2935476" y="1694424"/>
                  </a:lnTo>
                  <a:lnTo>
                    <a:pt x="2935476" y="1689512"/>
                  </a:lnTo>
                  <a:lnTo>
                    <a:pt x="2935571" y="1689512"/>
                  </a:lnTo>
                  <a:lnTo>
                    <a:pt x="2935665" y="1689512"/>
                  </a:lnTo>
                  <a:lnTo>
                    <a:pt x="2935759" y="1689512"/>
                  </a:lnTo>
                  <a:lnTo>
                    <a:pt x="2935853" y="1689512"/>
                  </a:lnTo>
                  <a:lnTo>
                    <a:pt x="2935947" y="1689512"/>
                  </a:lnTo>
                  <a:lnTo>
                    <a:pt x="2936041" y="1689512"/>
                  </a:lnTo>
                  <a:lnTo>
                    <a:pt x="2936136" y="1689512"/>
                  </a:lnTo>
                  <a:lnTo>
                    <a:pt x="2936230" y="1689512"/>
                  </a:lnTo>
                  <a:lnTo>
                    <a:pt x="2936324" y="1689512"/>
                  </a:lnTo>
                  <a:lnTo>
                    <a:pt x="2936418" y="1689512"/>
                  </a:lnTo>
                  <a:lnTo>
                    <a:pt x="2936512" y="1689512"/>
                  </a:lnTo>
                  <a:lnTo>
                    <a:pt x="2936606" y="1689512"/>
                  </a:lnTo>
                  <a:lnTo>
                    <a:pt x="2936700" y="1689512"/>
                  </a:lnTo>
                  <a:lnTo>
                    <a:pt x="2936795" y="1689512"/>
                  </a:lnTo>
                  <a:lnTo>
                    <a:pt x="2936795" y="1684601"/>
                  </a:lnTo>
                  <a:lnTo>
                    <a:pt x="2936889" y="1684601"/>
                  </a:lnTo>
                  <a:lnTo>
                    <a:pt x="2936983" y="1684601"/>
                  </a:lnTo>
                  <a:lnTo>
                    <a:pt x="2937077" y="1684601"/>
                  </a:lnTo>
                  <a:lnTo>
                    <a:pt x="2937171" y="1684601"/>
                  </a:lnTo>
                  <a:lnTo>
                    <a:pt x="2937265" y="1684601"/>
                  </a:lnTo>
                  <a:lnTo>
                    <a:pt x="2937359" y="1684601"/>
                  </a:lnTo>
                  <a:lnTo>
                    <a:pt x="2937454" y="1684601"/>
                  </a:lnTo>
                  <a:lnTo>
                    <a:pt x="2937548" y="1684601"/>
                  </a:lnTo>
                  <a:lnTo>
                    <a:pt x="2937642" y="1684601"/>
                  </a:lnTo>
                  <a:lnTo>
                    <a:pt x="2937736" y="1684601"/>
                  </a:lnTo>
                  <a:lnTo>
                    <a:pt x="2937830" y="1684601"/>
                  </a:lnTo>
                  <a:lnTo>
                    <a:pt x="2937924" y="1684601"/>
                  </a:lnTo>
                  <a:lnTo>
                    <a:pt x="2938019" y="1684601"/>
                  </a:lnTo>
                  <a:lnTo>
                    <a:pt x="2938113" y="1684601"/>
                  </a:lnTo>
                  <a:lnTo>
                    <a:pt x="2938207" y="1684601"/>
                  </a:lnTo>
                  <a:lnTo>
                    <a:pt x="2938301" y="1684601"/>
                  </a:lnTo>
                  <a:lnTo>
                    <a:pt x="2938395" y="1684601"/>
                  </a:lnTo>
                  <a:lnTo>
                    <a:pt x="2938489" y="1684601"/>
                  </a:lnTo>
                  <a:lnTo>
                    <a:pt x="2938583" y="1684601"/>
                  </a:lnTo>
                  <a:lnTo>
                    <a:pt x="2938678" y="1684601"/>
                  </a:lnTo>
                  <a:lnTo>
                    <a:pt x="2938772" y="1684601"/>
                  </a:lnTo>
                  <a:lnTo>
                    <a:pt x="2938866" y="1684601"/>
                  </a:lnTo>
                  <a:lnTo>
                    <a:pt x="2938960" y="1684601"/>
                  </a:lnTo>
                  <a:lnTo>
                    <a:pt x="2939054" y="1684601"/>
                  </a:lnTo>
                  <a:lnTo>
                    <a:pt x="2939148" y="1684601"/>
                  </a:lnTo>
                  <a:lnTo>
                    <a:pt x="2939148" y="1679690"/>
                  </a:lnTo>
                  <a:lnTo>
                    <a:pt x="2939243" y="1679690"/>
                  </a:lnTo>
                  <a:lnTo>
                    <a:pt x="2939337" y="1679690"/>
                  </a:lnTo>
                  <a:lnTo>
                    <a:pt x="2939431" y="1679690"/>
                  </a:lnTo>
                  <a:lnTo>
                    <a:pt x="2939525" y="1679690"/>
                  </a:lnTo>
                  <a:lnTo>
                    <a:pt x="2939619" y="1679690"/>
                  </a:lnTo>
                  <a:lnTo>
                    <a:pt x="2939713" y="1679690"/>
                  </a:lnTo>
                  <a:lnTo>
                    <a:pt x="2939807" y="1679690"/>
                  </a:lnTo>
                  <a:lnTo>
                    <a:pt x="2939902" y="1679690"/>
                  </a:lnTo>
                  <a:lnTo>
                    <a:pt x="2939996" y="1679690"/>
                  </a:lnTo>
                  <a:lnTo>
                    <a:pt x="2940090" y="1679690"/>
                  </a:lnTo>
                  <a:lnTo>
                    <a:pt x="2940184" y="1679690"/>
                  </a:lnTo>
                  <a:lnTo>
                    <a:pt x="2940278" y="1679690"/>
                  </a:lnTo>
                  <a:lnTo>
                    <a:pt x="2940372" y="1679690"/>
                  </a:lnTo>
                  <a:lnTo>
                    <a:pt x="2940467" y="1679690"/>
                  </a:lnTo>
                  <a:lnTo>
                    <a:pt x="2940561" y="1679690"/>
                  </a:lnTo>
                  <a:lnTo>
                    <a:pt x="2940655" y="1679690"/>
                  </a:lnTo>
                  <a:lnTo>
                    <a:pt x="2940749" y="1679690"/>
                  </a:lnTo>
                  <a:lnTo>
                    <a:pt x="2940843" y="1679690"/>
                  </a:lnTo>
                  <a:lnTo>
                    <a:pt x="2940937" y="1679690"/>
                  </a:lnTo>
                  <a:lnTo>
                    <a:pt x="2941031" y="1679690"/>
                  </a:lnTo>
                  <a:lnTo>
                    <a:pt x="2941126" y="1679690"/>
                  </a:lnTo>
                  <a:lnTo>
                    <a:pt x="2941220" y="1679690"/>
                  </a:lnTo>
                  <a:lnTo>
                    <a:pt x="2941314" y="1679690"/>
                  </a:lnTo>
                  <a:lnTo>
                    <a:pt x="2941408" y="1679690"/>
                  </a:lnTo>
                  <a:lnTo>
                    <a:pt x="2941502" y="1679690"/>
                  </a:lnTo>
                  <a:lnTo>
                    <a:pt x="2941596" y="1679690"/>
                  </a:lnTo>
                  <a:lnTo>
                    <a:pt x="2941690" y="1679690"/>
                  </a:lnTo>
                  <a:lnTo>
                    <a:pt x="2941785" y="1679690"/>
                  </a:lnTo>
                  <a:lnTo>
                    <a:pt x="2941879" y="1679690"/>
                  </a:lnTo>
                  <a:lnTo>
                    <a:pt x="2941973" y="1679690"/>
                  </a:lnTo>
                  <a:lnTo>
                    <a:pt x="2942067" y="1679690"/>
                  </a:lnTo>
                  <a:lnTo>
                    <a:pt x="2942161" y="1679690"/>
                  </a:lnTo>
                  <a:lnTo>
                    <a:pt x="2942255" y="1679690"/>
                  </a:lnTo>
                  <a:lnTo>
                    <a:pt x="2942350" y="1679690"/>
                  </a:lnTo>
                  <a:lnTo>
                    <a:pt x="2942444" y="1679690"/>
                  </a:lnTo>
                  <a:lnTo>
                    <a:pt x="2942538" y="1679690"/>
                  </a:lnTo>
                  <a:lnTo>
                    <a:pt x="2942632" y="1679690"/>
                  </a:lnTo>
                  <a:lnTo>
                    <a:pt x="2942726" y="1679690"/>
                  </a:lnTo>
                  <a:lnTo>
                    <a:pt x="2942820" y="1679690"/>
                  </a:lnTo>
                  <a:lnTo>
                    <a:pt x="2942820" y="1674778"/>
                  </a:lnTo>
                  <a:lnTo>
                    <a:pt x="2942914" y="1674778"/>
                  </a:lnTo>
                  <a:lnTo>
                    <a:pt x="2943009" y="1674778"/>
                  </a:lnTo>
                  <a:lnTo>
                    <a:pt x="2943103" y="1674778"/>
                  </a:lnTo>
                  <a:lnTo>
                    <a:pt x="2943197" y="1674778"/>
                  </a:lnTo>
                  <a:lnTo>
                    <a:pt x="2943291" y="1674778"/>
                  </a:lnTo>
                  <a:lnTo>
                    <a:pt x="2943385" y="1674778"/>
                  </a:lnTo>
                  <a:lnTo>
                    <a:pt x="2943479" y="1674778"/>
                  </a:lnTo>
                  <a:lnTo>
                    <a:pt x="2943574" y="1674778"/>
                  </a:lnTo>
                  <a:lnTo>
                    <a:pt x="2943668" y="1674778"/>
                  </a:lnTo>
                  <a:lnTo>
                    <a:pt x="2943762" y="1674778"/>
                  </a:lnTo>
                  <a:lnTo>
                    <a:pt x="2943856" y="1674778"/>
                  </a:lnTo>
                  <a:lnTo>
                    <a:pt x="2943950" y="1674778"/>
                  </a:lnTo>
                  <a:lnTo>
                    <a:pt x="2944044" y="1674778"/>
                  </a:lnTo>
                  <a:lnTo>
                    <a:pt x="2944138" y="1674778"/>
                  </a:lnTo>
                  <a:lnTo>
                    <a:pt x="2944233" y="1674778"/>
                  </a:lnTo>
                  <a:lnTo>
                    <a:pt x="2944327" y="1674778"/>
                  </a:lnTo>
                  <a:lnTo>
                    <a:pt x="2944421" y="1674778"/>
                  </a:lnTo>
                  <a:lnTo>
                    <a:pt x="2944515" y="1674778"/>
                  </a:lnTo>
                  <a:lnTo>
                    <a:pt x="2944609" y="1674778"/>
                  </a:lnTo>
                  <a:lnTo>
                    <a:pt x="2944703" y="1674778"/>
                  </a:lnTo>
                  <a:lnTo>
                    <a:pt x="2944798" y="1674778"/>
                  </a:lnTo>
                  <a:lnTo>
                    <a:pt x="2944892" y="1674778"/>
                  </a:lnTo>
                  <a:lnTo>
                    <a:pt x="2944986" y="1674778"/>
                  </a:lnTo>
                  <a:lnTo>
                    <a:pt x="2945080" y="1674778"/>
                  </a:lnTo>
                  <a:lnTo>
                    <a:pt x="2945174" y="1674778"/>
                  </a:lnTo>
                  <a:lnTo>
                    <a:pt x="2945268" y="1674778"/>
                  </a:lnTo>
                  <a:lnTo>
                    <a:pt x="2945362" y="1674778"/>
                  </a:lnTo>
                  <a:lnTo>
                    <a:pt x="2945457" y="1674778"/>
                  </a:lnTo>
                  <a:lnTo>
                    <a:pt x="2945551" y="1674778"/>
                  </a:lnTo>
                  <a:lnTo>
                    <a:pt x="2945645" y="1674778"/>
                  </a:lnTo>
                  <a:lnTo>
                    <a:pt x="2945739" y="1674778"/>
                  </a:lnTo>
                  <a:lnTo>
                    <a:pt x="2945833" y="1674778"/>
                  </a:lnTo>
                  <a:lnTo>
                    <a:pt x="2945927" y="1674778"/>
                  </a:lnTo>
                  <a:lnTo>
                    <a:pt x="2946021" y="1674778"/>
                  </a:lnTo>
                  <a:lnTo>
                    <a:pt x="2946116" y="1674778"/>
                  </a:lnTo>
                  <a:lnTo>
                    <a:pt x="2946210" y="1674778"/>
                  </a:lnTo>
                  <a:lnTo>
                    <a:pt x="2946304" y="1674778"/>
                  </a:lnTo>
                  <a:lnTo>
                    <a:pt x="2946398" y="1674778"/>
                  </a:lnTo>
                  <a:lnTo>
                    <a:pt x="2946492" y="1674778"/>
                  </a:lnTo>
                  <a:lnTo>
                    <a:pt x="2946586" y="1674778"/>
                  </a:lnTo>
                  <a:lnTo>
                    <a:pt x="2946681" y="1674778"/>
                  </a:lnTo>
                  <a:lnTo>
                    <a:pt x="2946775" y="1674778"/>
                  </a:lnTo>
                  <a:lnTo>
                    <a:pt x="2946869" y="1674778"/>
                  </a:lnTo>
                  <a:lnTo>
                    <a:pt x="2946963" y="1674778"/>
                  </a:lnTo>
                  <a:lnTo>
                    <a:pt x="2947057" y="1674778"/>
                  </a:lnTo>
                  <a:lnTo>
                    <a:pt x="2947151" y="1674778"/>
                  </a:lnTo>
                  <a:lnTo>
                    <a:pt x="2947245" y="1674778"/>
                  </a:lnTo>
                  <a:lnTo>
                    <a:pt x="2947340" y="1674778"/>
                  </a:lnTo>
                  <a:lnTo>
                    <a:pt x="2947434" y="1674778"/>
                  </a:lnTo>
                  <a:lnTo>
                    <a:pt x="2947528" y="1674778"/>
                  </a:lnTo>
                  <a:lnTo>
                    <a:pt x="2947622" y="1674778"/>
                  </a:lnTo>
                  <a:lnTo>
                    <a:pt x="2947716" y="1674778"/>
                  </a:lnTo>
                  <a:lnTo>
                    <a:pt x="2947810" y="1674778"/>
                  </a:lnTo>
                  <a:lnTo>
                    <a:pt x="2947905" y="1674778"/>
                  </a:lnTo>
                  <a:lnTo>
                    <a:pt x="2947999" y="1674778"/>
                  </a:lnTo>
                  <a:lnTo>
                    <a:pt x="2948093" y="1674778"/>
                  </a:lnTo>
                  <a:lnTo>
                    <a:pt x="2948187" y="1674778"/>
                  </a:lnTo>
                  <a:lnTo>
                    <a:pt x="2948281" y="1674778"/>
                  </a:lnTo>
                  <a:lnTo>
                    <a:pt x="2948375" y="1674778"/>
                  </a:lnTo>
                  <a:lnTo>
                    <a:pt x="2948469" y="1674778"/>
                  </a:lnTo>
                  <a:lnTo>
                    <a:pt x="2948564" y="1674778"/>
                  </a:lnTo>
                  <a:lnTo>
                    <a:pt x="2948658" y="1674778"/>
                  </a:lnTo>
                  <a:lnTo>
                    <a:pt x="2948752" y="1674778"/>
                  </a:lnTo>
                  <a:lnTo>
                    <a:pt x="2948846" y="1674778"/>
                  </a:lnTo>
                  <a:lnTo>
                    <a:pt x="2948940" y="1674778"/>
                  </a:lnTo>
                  <a:lnTo>
                    <a:pt x="2949034" y="1674778"/>
                  </a:lnTo>
                  <a:lnTo>
                    <a:pt x="2949129" y="1674778"/>
                  </a:lnTo>
                  <a:lnTo>
                    <a:pt x="2949223" y="1674778"/>
                  </a:lnTo>
                  <a:lnTo>
                    <a:pt x="2949317" y="1674778"/>
                  </a:lnTo>
                  <a:lnTo>
                    <a:pt x="2949411" y="1674778"/>
                  </a:lnTo>
                  <a:lnTo>
                    <a:pt x="2949505" y="1674778"/>
                  </a:lnTo>
                  <a:lnTo>
                    <a:pt x="2949599" y="1674778"/>
                  </a:lnTo>
                  <a:lnTo>
                    <a:pt x="2949693" y="1674778"/>
                  </a:lnTo>
                  <a:lnTo>
                    <a:pt x="2949788" y="1674778"/>
                  </a:lnTo>
                  <a:lnTo>
                    <a:pt x="2949882" y="1674778"/>
                  </a:lnTo>
                  <a:lnTo>
                    <a:pt x="2949976" y="1674778"/>
                  </a:lnTo>
                  <a:lnTo>
                    <a:pt x="2950070" y="1674778"/>
                  </a:lnTo>
                  <a:lnTo>
                    <a:pt x="2950164" y="1674778"/>
                  </a:lnTo>
                  <a:lnTo>
                    <a:pt x="2950258" y="1674778"/>
                  </a:lnTo>
                  <a:lnTo>
                    <a:pt x="2950258" y="1669867"/>
                  </a:lnTo>
                  <a:lnTo>
                    <a:pt x="2950352" y="1669867"/>
                  </a:lnTo>
                  <a:lnTo>
                    <a:pt x="2950447" y="1669867"/>
                  </a:lnTo>
                  <a:lnTo>
                    <a:pt x="2950541" y="1669867"/>
                  </a:lnTo>
                  <a:lnTo>
                    <a:pt x="2950635" y="1669867"/>
                  </a:lnTo>
                  <a:lnTo>
                    <a:pt x="2950729" y="1669867"/>
                  </a:lnTo>
                  <a:lnTo>
                    <a:pt x="2950823" y="1669867"/>
                  </a:lnTo>
                  <a:lnTo>
                    <a:pt x="2950917" y="1669867"/>
                  </a:lnTo>
                  <a:lnTo>
                    <a:pt x="2951012" y="1669867"/>
                  </a:lnTo>
                  <a:lnTo>
                    <a:pt x="2951106" y="1669867"/>
                  </a:lnTo>
                  <a:lnTo>
                    <a:pt x="2951200" y="1669867"/>
                  </a:lnTo>
                  <a:lnTo>
                    <a:pt x="2951294" y="1669867"/>
                  </a:lnTo>
                  <a:lnTo>
                    <a:pt x="2951388" y="1669867"/>
                  </a:lnTo>
                  <a:lnTo>
                    <a:pt x="2951482" y="1669867"/>
                  </a:lnTo>
                  <a:lnTo>
                    <a:pt x="2951576" y="1669867"/>
                  </a:lnTo>
                  <a:lnTo>
                    <a:pt x="2951671" y="1669867"/>
                  </a:lnTo>
                  <a:lnTo>
                    <a:pt x="2951765" y="1669867"/>
                  </a:lnTo>
                  <a:lnTo>
                    <a:pt x="2951859" y="1669867"/>
                  </a:lnTo>
                  <a:lnTo>
                    <a:pt x="2951953" y="1669867"/>
                  </a:lnTo>
                  <a:lnTo>
                    <a:pt x="2952047" y="1669867"/>
                  </a:lnTo>
                  <a:lnTo>
                    <a:pt x="2952141" y="1669867"/>
                  </a:lnTo>
                  <a:lnTo>
                    <a:pt x="2952236" y="1669867"/>
                  </a:lnTo>
                  <a:lnTo>
                    <a:pt x="2952330" y="1669867"/>
                  </a:lnTo>
                  <a:lnTo>
                    <a:pt x="2952424" y="1669867"/>
                  </a:lnTo>
                  <a:lnTo>
                    <a:pt x="2952518" y="1669867"/>
                  </a:lnTo>
                  <a:lnTo>
                    <a:pt x="2952612" y="1669867"/>
                  </a:lnTo>
                  <a:lnTo>
                    <a:pt x="2952706" y="1669867"/>
                  </a:lnTo>
                  <a:lnTo>
                    <a:pt x="2952800" y="1669867"/>
                  </a:lnTo>
                  <a:lnTo>
                    <a:pt x="2952895" y="1669867"/>
                  </a:lnTo>
                  <a:lnTo>
                    <a:pt x="2952989" y="1669867"/>
                  </a:lnTo>
                  <a:lnTo>
                    <a:pt x="2953083" y="1669867"/>
                  </a:lnTo>
                  <a:lnTo>
                    <a:pt x="2953177" y="1669867"/>
                  </a:lnTo>
                  <a:lnTo>
                    <a:pt x="2953271" y="1669867"/>
                  </a:lnTo>
                  <a:lnTo>
                    <a:pt x="2953365" y="1669867"/>
                  </a:lnTo>
                  <a:lnTo>
                    <a:pt x="2953460" y="1669867"/>
                  </a:lnTo>
                  <a:lnTo>
                    <a:pt x="2953554" y="1669867"/>
                  </a:lnTo>
                  <a:lnTo>
                    <a:pt x="2953648" y="1669867"/>
                  </a:lnTo>
                  <a:lnTo>
                    <a:pt x="2953742" y="1669867"/>
                  </a:lnTo>
                  <a:lnTo>
                    <a:pt x="2953836" y="1669867"/>
                  </a:lnTo>
                  <a:lnTo>
                    <a:pt x="2953930" y="1669867"/>
                  </a:lnTo>
                  <a:lnTo>
                    <a:pt x="2954024" y="1669867"/>
                  </a:lnTo>
                  <a:lnTo>
                    <a:pt x="2954119" y="1669867"/>
                  </a:lnTo>
                  <a:lnTo>
                    <a:pt x="2954213" y="1669867"/>
                  </a:lnTo>
                  <a:lnTo>
                    <a:pt x="2954307" y="1669867"/>
                  </a:lnTo>
                  <a:lnTo>
                    <a:pt x="2954401" y="1669867"/>
                  </a:lnTo>
                  <a:lnTo>
                    <a:pt x="2954495" y="1669867"/>
                  </a:lnTo>
                  <a:lnTo>
                    <a:pt x="2954589" y="1669867"/>
                  </a:lnTo>
                  <a:lnTo>
                    <a:pt x="2954683" y="1669867"/>
                  </a:lnTo>
                  <a:lnTo>
                    <a:pt x="2954778" y="1669867"/>
                  </a:lnTo>
                  <a:lnTo>
                    <a:pt x="2954872" y="1669867"/>
                  </a:lnTo>
                  <a:lnTo>
                    <a:pt x="2954966" y="1669867"/>
                  </a:lnTo>
                  <a:lnTo>
                    <a:pt x="2955060" y="1669867"/>
                  </a:lnTo>
                  <a:lnTo>
                    <a:pt x="2955154" y="1669867"/>
                  </a:lnTo>
                  <a:lnTo>
                    <a:pt x="2955248" y="1669867"/>
                  </a:lnTo>
                  <a:lnTo>
                    <a:pt x="2955343" y="1669867"/>
                  </a:lnTo>
                  <a:lnTo>
                    <a:pt x="2955437" y="1669867"/>
                  </a:lnTo>
                  <a:lnTo>
                    <a:pt x="2955531" y="1669867"/>
                  </a:lnTo>
                  <a:lnTo>
                    <a:pt x="2955625" y="1669867"/>
                  </a:lnTo>
                  <a:lnTo>
                    <a:pt x="2955719" y="1669867"/>
                  </a:lnTo>
                  <a:lnTo>
                    <a:pt x="2955813" y="1669867"/>
                  </a:lnTo>
                  <a:lnTo>
                    <a:pt x="2955907" y="1669867"/>
                  </a:lnTo>
                  <a:lnTo>
                    <a:pt x="2956002" y="1669867"/>
                  </a:lnTo>
                  <a:lnTo>
                    <a:pt x="2956096" y="1669867"/>
                  </a:lnTo>
                  <a:lnTo>
                    <a:pt x="2956190" y="1669867"/>
                  </a:lnTo>
                  <a:lnTo>
                    <a:pt x="2956284" y="1669867"/>
                  </a:lnTo>
                  <a:lnTo>
                    <a:pt x="2956378" y="1669867"/>
                  </a:lnTo>
                  <a:lnTo>
                    <a:pt x="2956472" y="1669867"/>
                  </a:lnTo>
                  <a:lnTo>
                    <a:pt x="2956567" y="1669867"/>
                  </a:lnTo>
                  <a:lnTo>
                    <a:pt x="2956661" y="1669867"/>
                  </a:lnTo>
                  <a:lnTo>
                    <a:pt x="2956755" y="1669867"/>
                  </a:lnTo>
                  <a:lnTo>
                    <a:pt x="2956849" y="1669867"/>
                  </a:lnTo>
                  <a:lnTo>
                    <a:pt x="2956943" y="1669867"/>
                  </a:lnTo>
                  <a:lnTo>
                    <a:pt x="2957037" y="1669867"/>
                  </a:lnTo>
                  <a:lnTo>
                    <a:pt x="2957131" y="1669867"/>
                  </a:lnTo>
                  <a:lnTo>
                    <a:pt x="2957226" y="1669867"/>
                  </a:lnTo>
                  <a:lnTo>
                    <a:pt x="2957320" y="1669867"/>
                  </a:lnTo>
                  <a:lnTo>
                    <a:pt x="2957320" y="1664956"/>
                  </a:lnTo>
                  <a:lnTo>
                    <a:pt x="2957414" y="1664956"/>
                  </a:lnTo>
                  <a:lnTo>
                    <a:pt x="2957508" y="1664956"/>
                  </a:lnTo>
                  <a:lnTo>
                    <a:pt x="2957602" y="1664956"/>
                  </a:lnTo>
                  <a:lnTo>
                    <a:pt x="2957696" y="1664956"/>
                  </a:lnTo>
                  <a:lnTo>
                    <a:pt x="2957791" y="1664956"/>
                  </a:lnTo>
                  <a:lnTo>
                    <a:pt x="2957885" y="1664956"/>
                  </a:lnTo>
                  <a:lnTo>
                    <a:pt x="2957979" y="1664956"/>
                  </a:lnTo>
                  <a:lnTo>
                    <a:pt x="2958073" y="1664956"/>
                  </a:lnTo>
                  <a:lnTo>
                    <a:pt x="2958167" y="1664956"/>
                  </a:lnTo>
                  <a:lnTo>
                    <a:pt x="2958261" y="1664956"/>
                  </a:lnTo>
                  <a:lnTo>
                    <a:pt x="2958355" y="1664956"/>
                  </a:lnTo>
                  <a:lnTo>
                    <a:pt x="2958450" y="1664956"/>
                  </a:lnTo>
                  <a:lnTo>
                    <a:pt x="2958544" y="1664956"/>
                  </a:lnTo>
                  <a:lnTo>
                    <a:pt x="2958638" y="1664956"/>
                  </a:lnTo>
                  <a:lnTo>
                    <a:pt x="2958732" y="1664956"/>
                  </a:lnTo>
                  <a:lnTo>
                    <a:pt x="2958826" y="1664956"/>
                  </a:lnTo>
                  <a:lnTo>
                    <a:pt x="2958920" y="1664956"/>
                  </a:lnTo>
                  <a:lnTo>
                    <a:pt x="2959014" y="1664956"/>
                  </a:lnTo>
                  <a:lnTo>
                    <a:pt x="2959109" y="1664956"/>
                  </a:lnTo>
                  <a:lnTo>
                    <a:pt x="2959203" y="1664956"/>
                  </a:lnTo>
                  <a:lnTo>
                    <a:pt x="2959297" y="1664956"/>
                  </a:lnTo>
                  <a:lnTo>
                    <a:pt x="2959391" y="1664956"/>
                  </a:lnTo>
                  <a:lnTo>
                    <a:pt x="2959485" y="1664956"/>
                  </a:lnTo>
                  <a:lnTo>
                    <a:pt x="2959579" y="1664956"/>
                  </a:lnTo>
                  <a:lnTo>
                    <a:pt x="2959674" y="1664956"/>
                  </a:lnTo>
                  <a:lnTo>
                    <a:pt x="2959768" y="1664956"/>
                  </a:lnTo>
                  <a:lnTo>
                    <a:pt x="2959862" y="1664956"/>
                  </a:lnTo>
                  <a:lnTo>
                    <a:pt x="2959956" y="1664956"/>
                  </a:lnTo>
                  <a:lnTo>
                    <a:pt x="2960050" y="1664956"/>
                  </a:lnTo>
                  <a:lnTo>
                    <a:pt x="2960144" y="1664956"/>
                  </a:lnTo>
                  <a:lnTo>
                    <a:pt x="2960238" y="1664956"/>
                  </a:lnTo>
                  <a:lnTo>
                    <a:pt x="2960333" y="1664956"/>
                  </a:lnTo>
                  <a:lnTo>
                    <a:pt x="2960427" y="1664956"/>
                  </a:lnTo>
                  <a:lnTo>
                    <a:pt x="2960521" y="1664956"/>
                  </a:lnTo>
                  <a:lnTo>
                    <a:pt x="2960615" y="1664956"/>
                  </a:lnTo>
                  <a:lnTo>
                    <a:pt x="2960709" y="1664956"/>
                  </a:lnTo>
                  <a:lnTo>
                    <a:pt x="2960803" y="1664956"/>
                  </a:lnTo>
                  <a:lnTo>
                    <a:pt x="2960898" y="1664956"/>
                  </a:lnTo>
                  <a:lnTo>
                    <a:pt x="2960992" y="1664956"/>
                  </a:lnTo>
                  <a:lnTo>
                    <a:pt x="2961086" y="1664956"/>
                  </a:lnTo>
                  <a:lnTo>
                    <a:pt x="2961180" y="1664956"/>
                  </a:lnTo>
                  <a:lnTo>
                    <a:pt x="2961274" y="1664956"/>
                  </a:lnTo>
                  <a:lnTo>
                    <a:pt x="2961368" y="1664956"/>
                  </a:lnTo>
                  <a:lnTo>
                    <a:pt x="2961462" y="1664956"/>
                  </a:lnTo>
                  <a:lnTo>
                    <a:pt x="2961557" y="1664956"/>
                  </a:lnTo>
                  <a:lnTo>
                    <a:pt x="2961651" y="1664956"/>
                  </a:lnTo>
                  <a:lnTo>
                    <a:pt x="2961745" y="1664956"/>
                  </a:lnTo>
                  <a:lnTo>
                    <a:pt x="2961839" y="1664956"/>
                  </a:lnTo>
                  <a:lnTo>
                    <a:pt x="2961933" y="1664956"/>
                  </a:lnTo>
                  <a:lnTo>
                    <a:pt x="2962027" y="1664956"/>
                  </a:lnTo>
                  <a:lnTo>
                    <a:pt x="2962122" y="1664956"/>
                  </a:lnTo>
                  <a:lnTo>
                    <a:pt x="2962216" y="1664956"/>
                  </a:lnTo>
                  <a:lnTo>
                    <a:pt x="2962310" y="1664956"/>
                  </a:lnTo>
                  <a:lnTo>
                    <a:pt x="2962404" y="1664956"/>
                  </a:lnTo>
                  <a:lnTo>
                    <a:pt x="2962498" y="1664956"/>
                  </a:lnTo>
                  <a:lnTo>
                    <a:pt x="2962592" y="1664956"/>
                  </a:lnTo>
                  <a:lnTo>
                    <a:pt x="2962686" y="1664956"/>
                  </a:lnTo>
                  <a:lnTo>
                    <a:pt x="2962781" y="1664956"/>
                  </a:lnTo>
                  <a:lnTo>
                    <a:pt x="2962875" y="1664956"/>
                  </a:lnTo>
                  <a:lnTo>
                    <a:pt x="2962969" y="1664956"/>
                  </a:lnTo>
                  <a:lnTo>
                    <a:pt x="2963063" y="1664956"/>
                  </a:lnTo>
                  <a:lnTo>
                    <a:pt x="2963157" y="1664956"/>
                  </a:lnTo>
                  <a:lnTo>
                    <a:pt x="2963251" y="1664956"/>
                  </a:lnTo>
                  <a:lnTo>
                    <a:pt x="2963345" y="1664956"/>
                  </a:lnTo>
                  <a:lnTo>
                    <a:pt x="2963440" y="1664956"/>
                  </a:lnTo>
                  <a:lnTo>
                    <a:pt x="2963534" y="1664956"/>
                  </a:lnTo>
                  <a:lnTo>
                    <a:pt x="2963628" y="1664956"/>
                  </a:lnTo>
                  <a:lnTo>
                    <a:pt x="2963722" y="1664956"/>
                  </a:lnTo>
                  <a:lnTo>
                    <a:pt x="2963816" y="1664956"/>
                  </a:lnTo>
                  <a:lnTo>
                    <a:pt x="2963910" y="1664956"/>
                  </a:lnTo>
                  <a:lnTo>
                    <a:pt x="2964005" y="1664956"/>
                  </a:lnTo>
                  <a:lnTo>
                    <a:pt x="2964099" y="1664956"/>
                  </a:lnTo>
                  <a:lnTo>
                    <a:pt x="2964193" y="1664956"/>
                  </a:lnTo>
                  <a:lnTo>
                    <a:pt x="2964287" y="1664956"/>
                  </a:lnTo>
                  <a:lnTo>
                    <a:pt x="2964381" y="1664956"/>
                  </a:lnTo>
                  <a:lnTo>
                    <a:pt x="2964475" y="1664956"/>
                  </a:lnTo>
                  <a:lnTo>
                    <a:pt x="2964569" y="1664956"/>
                  </a:lnTo>
                  <a:lnTo>
                    <a:pt x="2964664" y="1664956"/>
                  </a:lnTo>
                  <a:lnTo>
                    <a:pt x="2964758" y="1664956"/>
                  </a:lnTo>
                  <a:lnTo>
                    <a:pt x="2964852" y="1664956"/>
                  </a:lnTo>
                  <a:lnTo>
                    <a:pt x="2964946" y="1664956"/>
                  </a:lnTo>
                  <a:lnTo>
                    <a:pt x="2965040" y="1664956"/>
                  </a:lnTo>
                  <a:lnTo>
                    <a:pt x="2965134" y="1664956"/>
                  </a:lnTo>
                  <a:lnTo>
                    <a:pt x="2965229" y="1664956"/>
                  </a:lnTo>
                  <a:lnTo>
                    <a:pt x="2965323" y="1664956"/>
                  </a:lnTo>
                  <a:lnTo>
                    <a:pt x="2965417" y="1664956"/>
                  </a:lnTo>
                  <a:lnTo>
                    <a:pt x="2965511" y="1664956"/>
                  </a:lnTo>
                  <a:lnTo>
                    <a:pt x="2965605" y="1664956"/>
                  </a:lnTo>
                  <a:lnTo>
                    <a:pt x="2965699" y="1664956"/>
                  </a:lnTo>
                  <a:lnTo>
                    <a:pt x="2965793" y="1664956"/>
                  </a:lnTo>
                  <a:lnTo>
                    <a:pt x="2965888" y="1664956"/>
                  </a:lnTo>
                  <a:lnTo>
                    <a:pt x="2965982" y="1664956"/>
                  </a:lnTo>
                  <a:lnTo>
                    <a:pt x="2966076" y="1664956"/>
                  </a:lnTo>
                  <a:lnTo>
                    <a:pt x="2966170" y="1664956"/>
                  </a:lnTo>
                  <a:lnTo>
                    <a:pt x="2966264" y="1664956"/>
                  </a:lnTo>
                  <a:lnTo>
                    <a:pt x="2966358" y="1664956"/>
                  </a:lnTo>
                  <a:lnTo>
                    <a:pt x="2966453" y="1664956"/>
                  </a:lnTo>
                  <a:lnTo>
                    <a:pt x="2966547" y="1664956"/>
                  </a:lnTo>
                  <a:lnTo>
                    <a:pt x="2966641" y="1664956"/>
                  </a:lnTo>
                  <a:lnTo>
                    <a:pt x="2966735" y="1664956"/>
                  </a:lnTo>
                  <a:lnTo>
                    <a:pt x="2966829" y="1664956"/>
                  </a:lnTo>
                  <a:lnTo>
                    <a:pt x="2966923" y="1664956"/>
                  </a:lnTo>
                  <a:lnTo>
                    <a:pt x="2967017" y="1664956"/>
                  </a:lnTo>
                  <a:lnTo>
                    <a:pt x="2967112" y="1664956"/>
                  </a:lnTo>
                  <a:lnTo>
                    <a:pt x="2967206" y="1664956"/>
                  </a:lnTo>
                  <a:lnTo>
                    <a:pt x="2967300" y="1664956"/>
                  </a:lnTo>
                  <a:lnTo>
                    <a:pt x="2967394" y="1664956"/>
                  </a:lnTo>
                  <a:lnTo>
                    <a:pt x="2967488" y="1664956"/>
                  </a:lnTo>
                  <a:lnTo>
                    <a:pt x="2967582" y="1664956"/>
                  </a:lnTo>
                  <a:lnTo>
                    <a:pt x="2967676" y="1664956"/>
                  </a:lnTo>
                  <a:lnTo>
                    <a:pt x="2967771" y="1664956"/>
                  </a:lnTo>
                  <a:lnTo>
                    <a:pt x="2967865" y="1664956"/>
                  </a:lnTo>
                  <a:lnTo>
                    <a:pt x="2967959" y="1664956"/>
                  </a:lnTo>
                  <a:lnTo>
                    <a:pt x="2968053" y="1664956"/>
                  </a:lnTo>
                  <a:lnTo>
                    <a:pt x="2968147" y="1664956"/>
                  </a:lnTo>
                  <a:lnTo>
                    <a:pt x="2968241" y="1664956"/>
                  </a:lnTo>
                  <a:lnTo>
                    <a:pt x="2968336" y="1664956"/>
                  </a:lnTo>
                  <a:lnTo>
                    <a:pt x="2968430" y="1664956"/>
                  </a:lnTo>
                  <a:lnTo>
                    <a:pt x="2968524" y="1664956"/>
                  </a:lnTo>
                  <a:lnTo>
                    <a:pt x="2968618" y="1664956"/>
                  </a:lnTo>
                  <a:lnTo>
                    <a:pt x="2968712" y="1664956"/>
                  </a:lnTo>
                  <a:lnTo>
                    <a:pt x="2968806" y="1664956"/>
                  </a:lnTo>
                  <a:lnTo>
                    <a:pt x="2968806" y="1660044"/>
                  </a:lnTo>
                  <a:lnTo>
                    <a:pt x="2968900" y="1660044"/>
                  </a:lnTo>
                  <a:lnTo>
                    <a:pt x="2968995" y="1660044"/>
                  </a:lnTo>
                  <a:lnTo>
                    <a:pt x="2969089" y="1660044"/>
                  </a:lnTo>
                  <a:lnTo>
                    <a:pt x="2969183" y="1660044"/>
                  </a:lnTo>
                  <a:lnTo>
                    <a:pt x="2969277" y="1660044"/>
                  </a:lnTo>
                  <a:lnTo>
                    <a:pt x="2969371" y="1660044"/>
                  </a:lnTo>
                  <a:lnTo>
                    <a:pt x="2969465" y="1660044"/>
                  </a:lnTo>
                  <a:lnTo>
                    <a:pt x="2969560" y="1660044"/>
                  </a:lnTo>
                  <a:lnTo>
                    <a:pt x="2969654" y="1660044"/>
                  </a:lnTo>
                  <a:lnTo>
                    <a:pt x="2969748" y="1660044"/>
                  </a:lnTo>
                  <a:lnTo>
                    <a:pt x="2969842" y="1660044"/>
                  </a:lnTo>
                  <a:lnTo>
                    <a:pt x="2969936" y="1660044"/>
                  </a:lnTo>
                  <a:lnTo>
                    <a:pt x="2970030" y="1660044"/>
                  </a:lnTo>
                  <a:lnTo>
                    <a:pt x="2970124" y="1660044"/>
                  </a:lnTo>
                  <a:lnTo>
                    <a:pt x="2970219" y="1660044"/>
                  </a:lnTo>
                  <a:lnTo>
                    <a:pt x="2970313" y="1660044"/>
                  </a:lnTo>
                  <a:lnTo>
                    <a:pt x="2970407" y="1660044"/>
                  </a:lnTo>
                  <a:lnTo>
                    <a:pt x="2970501" y="1660044"/>
                  </a:lnTo>
                  <a:lnTo>
                    <a:pt x="2970595" y="1660044"/>
                  </a:lnTo>
                  <a:lnTo>
                    <a:pt x="2970689" y="1660044"/>
                  </a:lnTo>
                  <a:lnTo>
                    <a:pt x="2970784" y="1660044"/>
                  </a:lnTo>
                  <a:lnTo>
                    <a:pt x="2970878" y="1660044"/>
                  </a:lnTo>
                  <a:lnTo>
                    <a:pt x="2970972" y="1660044"/>
                  </a:lnTo>
                  <a:lnTo>
                    <a:pt x="2971066" y="1660044"/>
                  </a:lnTo>
                  <a:lnTo>
                    <a:pt x="2971160" y="1660044"/>
                  </a:lnTo>
                  <a:lnTo>
                    <a:pt x="2971254" y="1660044"/>
                  </a:lnTo>
                  <a:lnTo>
                    <a:pt x="2971348" y="1660044"/>
                  </a:lnTo>
                  <a:lnTo>
                    <a:pt x="2971443" y="1660044"/>
                  </a:lnTo>
                  <a:lnTo>
                    <a:pt x="2971537" y="1660044"/>
                  </a:lnTo>
                  <a:lnTo>
                    <a:pt x="2971631" y="1660044"/>
                  </a:lnTo>
                  <a:lnTo>
                    <a:pt x="2971725" y="1660044"/>
                  </a:lnTo>
                  <a:lnTo>
                    <a:pt x="2971819" y="1660044"/>
                  </a:lnTo>
                  <a:lnTo>
                    <a:pt x="2971913" y="1660044"/>
                  </a:lnTo>
                  <a:lnTo>
                    <a:pt x="2972007" y="1660044"/>
                  </a:lnTo>
                  <a:lnTo>
                    <a:pt x="2972102" y="1660044"/>
                  </a:lnTo>
                  <a:lnTo>
                    <a:pt x="2972196" y="1660044"/>
                  </a:lnTo>
                  <a:lnTo>
                    <a:pt x="2972290" y="1660044"/>
                  </a:lnTo>
                  <a:lnTo>
                    <a:pt x="2972384" y="1660044"/>
                  </a:lnTo>
                  <a:lnTo>
                    <a:pt x="2972478" y="1660044"/>
                  </a:lnTo>
                  <a:lnTo>
                    <a:pt x="2972572" y="1660044"/>
                  </a:lnTo>
                  <a:lnTo>
                    <a:pt x="2972667" y="1660044"/>
                  </a:lnTo>
                  <a:lnTo>
                    <a:pt x="2972761" y="1660044"/>
                  </a:lnTo>
                  <a:lnTo>
                    <a:pt x="2972761" y="1655133"/>
                  </a:lnTo>
                  <a:lnTo>
                    <a:pt x="2972855" y="1655133"/>
                  </a:lnTo>
                  <a:lnTo>
                    <a:pt x="2972949" y="1655133"/>
                  </a:lnTo>
                  <a:lnTo>
                    <a:pt x="2973043" y="1655133"/>
                  </a:lnTo>
                  <a:lnTo>
                    <a:pt x="2973137" y="1655133"/>
                  </a:lnTo>
                  <a:lnTo>
                    <a:pt x="2973231" y="1655133"/>
                  </a:lnTo>
                  <a:lnTo>
                    <a:pt x="2973326" y="1655133"/>
                  </a:lnTo>
                  <a:lnTo>
                    <a:pt x="2973420" y="1655133"/>
                  </a:lnTo>
                  <a:lnTo>
                    <a:pt x="2973514" y="1655133"/>
                  </a:lnTo>
                  <a:lnTo>
                    <a:pt x="2973608" y="1655133"/>
                  </a:lnTo>
                  <a:lnTo>
                    <a:pt x="2973702" y="1655133"/>
                  </a:lnTo>
                  <a:lnTo>
                    <a:pt x="2973796" y="1655133"/>
                  </a:lnTo>
                  <a:lnTo>
                    <a:pt x="2973891" y="1655133"/>
                  </a:lnTo>
                  <a:lnTo>
                    <a:pt x="2973985" y="1655133"/>
                  </a:lnTo>
                  <a:lnTo>
                    <a:pt x="2974079" y="1655133"/>
                  </a:lnTo>
                  <a:lnTo>
                    <a:pt x="2974173" y="1655133"/>
                  </a:lnTo>
                  <a:lnTo>
                    <a:pt x="2974267" y="1655133"/>
                  </a:lnTo>
                  <a:lnTo>
                    <a:pt x="2974361" y="1655133"/>
                  </a:lnTo>
                  <a:lnTo>
                    <a:pt x="2974455" y="1655133"/>
                  </a:lnTo>
                  <a:lnTo>
                    <a:pt x="2974550" y="1655133"/>
                  </a:lnTo>
                  <a:lnTo>
                    <a:pt x="2974644" y="1655133"/>
                  </a:lnTo>
                  <a:lnTo>
                    <a:pt x="2974738" y="1655133"/>
                  </a:lnTo>
                  <a:lnTo>
                    <a:pt x="2974832" y="1655133"/>
                  </a:lnTo>
                  <a:lnTo>
                    <a:pt x="2974926" y="1655133"/>
                  </a:lnTo>
                  <a:lnTo>
                    <a:pt x="2974926" y="1650221"/>
                  </a:lnTo>
                  <a:lnTo>
                    <a:pt x="2975020" y="1650221"/>
                  </a:lnTo>
                  <a:lnTo>
                    <a:pt x="2975115" y="1650221"/>
                  </a:lnTo>
                  <a:lnTo>
                    <a:pt x="2975209" y="1650221"/>
                  </a:lnTo>
                  <a:lnTo>
                    <a:pt x="2975303" y="1650221"/>
                  </a:lnTo>
                  <a:lnTo>
                    <a:pt x="2975397" y="1650221"/>
                  </a:lnTo>
                  <a:lnTo>
                    <a:pt x="2975491" y="1650221"/>
                  </a:lnTo>
                  <a:lnTo>
                    <a:pt x="2975585" y="1650221"/>
                  </a:lnTo>
                  <a:lnTo>
                    <a:pt x="2975679" y="1650221"/>
                  </a:lnTo>
                  <a:lnTo>
                    <a:pt x="2975774" y="1650221"/>
                  </a:lnTo>
                  <a:lnTo>
                    <a:pt x="2975868" y="1650221"/>
                  </a:lnTo>
                  <a:lnTo>
                    <a:pt x="2975962" y="1650221"/>
                  </a:lnTo>
                  <a:lnTo>
                    <a:pt x="2976056" y="1650221"/>
                  </a:lnTo>
                  <a:lnTo>
                    <a:pt x="2976150" y="1650221"/>
                  </a:lnTo>
                  <a:lnTo>
                    <a:pt x="2976244" y="1650221"/>
                  </a:lnTo>
                  <a:lnTo>
                    <a:pt x="2976339" y="1650221"/>
                  </a:lnTo>
                  <a:lnTo>
                    <a:pt x="2976433" y="1650221"/>
                  </a:lnTo>
                  <a:lnTo>
                    <a:pt x="2976527" y="1650221"/>
                  </a:lnTo>
                  <a:lnTo>
                    <a:pt x="2976621" y="1650221"/>
                  </a:lnTo>
                  <a:lnTo>
                    <a:pt x="2976715" y="1650221"/>
                  </a:lnTo>
                  <a:lnTo>
                    <a:pt x="2976809" y="1650221"/>
                  </a:lnTo>
                  <a:lnTo>
                    <a:pt x="2976903" y="1650221"/>
                  </a:lnTo>
                  <a:lnTo>
                    <a:pt x="2976998" y="1650221"/>
                  </a:lnTo>
                  <a:lnTo>
                    <a:pt x="2977092" y="1650221"/>
                  </a:lnTo>
                  <a:lnTo>
                    <a:pt x="2977186" y="1650221"/>
                  </a:lnTo>
                  <a:lnTo>
                    <a:pt x="2977280" y="1650221"/>
                  </a:lnTo>
                  <a:lnTo>
                    <a:pt x="2977374" y="1650221"/>
                  </a:lnTo>
                  <a:lnTo>
                    <a:pt x="2977468" y="1650221"/>
                  </a:lnTo>
                  <a:lnTo>
                    <a:pt x="2977562" y="1650221"/>
                  </a:lnTo>
                  <a:lnTo>
                    <a:pt x="2977657" y="1650221"/>
                  </a:lnTo>
                  <a:lnTo>
                    <a:pt x="2977751" y="1650221"/>
                  </a:lnTo>
                  <a:lnTo>
                    <a:pt x="2977845" y="1650221"/>
                  </a:lnTo>
                  <a:lnTo>
                    <a:pt x="2977939" y="1650221"/>
                  </a:lnTo>
                  <a:lnTo>
                    <a:pt x="2978033" y="1650221"/>
                  </a:lnTo>
                  <a:lnTo>
                    <a:pt x="2978127" y="1650221"/>
                  </a:lnTo>
                  <a:lnTo>
                    <a:pt x="2978222" y="1650221"/>
                  </a:lnTo>
                  <a:lnTo>
                    <a:pt x="2978316" y="1650221"/>
                  </a:lnTo>
                  <a:lnTo>
                    <a:pt x="2978410" y="1650221"/>
                  </a:lnTo>
                  <a:lnTo>
                    <a:pt x="2978504" y="1650221"/>
                  </a:lnTo>
                  <a:lnTo>
                    <a:pt x="2978598" y="1650221"/>
                  </a:lnTo>
                  <a:lnTo>
                    <a:pt x="2978692" y="1650221"/>
                  </a:lnTo>
                  <a:lnTo>
                    <a:pt x="2978786" y="1650221"/>
                  </a:lnTo>
                  <a:lnTo>
                    <a:pt x="2978881" y="1650221"/>
                  </a:lnTo>
                  <a:lnTo>
                    <a:pt x="2978975" y="1650221"/>
                  </a:lnTo>
                  <a:lnTo>
                    <a:pt x="2979069" y="1650221"/>
                  </a:lnTo>
                  <a:lnTo>
                    <a:pt x="2979163" y="1650221"/>
                  </a:lnTo>
                  <a:lnTo>
                    <a:pt x="2979257" y="1650221"/>
                  </a:lnTo>
                  <a:lnTo>
                    <a:pt x="2979351" y="1650221"/>
                  </a:lnTo>
                  <a:lnTo>
                    <a:pt x="2979446" y="1650221"/>
                  </a:lnTo>
                  <a:lnTo>
                    <a:pt x="2979540" y="1650221"/>
                  </a:lnTo>
                  <a:lnTo>
                    <a:pt x="2979634" y="1650221"/>
                  </a:lnTo>
                  <a:lnTo>
                    <a:pt x="2979728" y="1650221"/>
                  </a:lnTo>
                  <a:lnTo>
                    <a:pt x="2979822" y="1650221"/>
                  </a:lnTo>
                  <a:lnTo>
                    <a:pt x="2979916" y="1650221"/>
                  </a:lnTo>
                  <a:lnTo>
                    <a:pt x="2980010" y="1650221"/>
                  </a:lnTo>
                  <a:lnTo>
                    <a:pt x="2980105" y="1650221"/>
                  </a:lnTo>
                  <a:lnTo>
                    <a:pt x="2980199" y="1650221"/>
                  </a:lnTo>
                  <a:lnTo>
                    <a:pt x="2980293" y="1650221"/>
                  </a:lnTo>
                  <a:lnTo>
                    <a:pt x="2980387" y="1650221"/>
                  </a:lnTo>
                  <a:lnTo>
                    <a:pt x="2980481" y="1650221"/>
                  </a:lnTo>
                  <a:lnTo>
                    <a:pt x="2980575" y="1650221"/>
                  </a:lnTo>
                  <a:lnTo>
                    <a:pt x="2980670" y="1650221"/>
                  </a:lnTo>
                  <a:lnTo>
                    <a:pt x="2980764" y="1650221"/>
                  </a:lnTo>
                  <a:lnTo>
                    <a:pt x="2980858" y="1650221"/>
                  </a:lnTo>
                  <a:lnTo>
                    <a:pt x="2980952" y="1650221"/>
                  </a:lnTo>
                  <a:lnTo>
                    <a:pt x="2981046" y="1650221"/>
                  </a:lnTo>
                  <a:lnTo>
                    <a:pt x="2981140" y="1650221"/>
                  </a:lnTo>
                  <a:lnTo>
                    <a:pt x="2981234" y="1650221"/>
                  </a:lnTo>
                  <a:lnTo>
                    <a:pt x="2981329" y="1650221"/>
                  </a:lnTo>
                  <a:lnTo>
                    <a:pt x="2981423" y="1650221"/>
                  </a:lnTo>
                  <a:lnTo>
                    <a:pt x="2981517" y="1650221"/>
                  </a:lnTo>
                  <a:lnTo>
                    <a:pt x="2981611" y="1650221"/>
                  </a:lnTo>
                  <a:lnTo>
                    <a:pt x="2981705" y="1650221"/>
                  </a:lnTo>
                  <a:lnTo>
                    <a:pt x="2981799" y="1650221"/>
                  </a:lnTo>
                  <a:lnTo>
                    <a:pt x="2981893" y="1650221"/>
                  </a:lnTo>
                  <a:lnTo>
                    <a:pt x="2981988" y="1650221"/>
                  </a:lnTo>
                  <a:lnTo>
                    <a:pt x="2982082" y="1650221"/>
                  </a:lnTo>
                  <a:lnTo>
                    <a:pt x="2982176" y="1650221"/>
                  </a:lnTo>
                  <a:lnTo>
                    <a:pt x="2982270" y="1650221"/>
                  </a:lnTo>
                  <a:lnTo>
                    <a:pt x="2982364" y="1650221"/>
                  </a:lnTo>
                  <a:lnTo>
                    <a:pt x="2982458" y="1650221"/>
                  </a:lnTo>
                  <a:lnTo>
                    <a:pt x="2982553" y="1650221"/>
                  </a:lnTo>
                  <a:lnTo>
                    <a:pt x="2982647" y="1650221"/>
                  </a:lnTo>
                  <a:lnTo>
                    <a:pt x="2982741" y="1650221"/>
                  </a:lnTo>
                  <a:lnTo>
                    <a:pt x="2982835" y="1650221"/>
                  </a:lnTo>
                  <a:lnTo>
                    <a:pt x="2982929" y="1650221"/>
                  </a:lnTo>
                  <a:lnTo>
                    <a:pt x="2983023" y="1650221"/>
                  </a:lnTo>
                  <a:lnTo>
                    <a:pt x="2983117" y="1650221"/>
                  </a:lnTo>
                  <a:lnTo>
                    <a:pt x="2983212" y="1650221"/>
                  </a:lnTo>
                  <a:lnTo>
                    <a:pt x="2983306" y="1650221"/>
                  </a:lnTo>
                  <a:lnTo>
                    <a:pt x="2983400" y="1650221"/>
                  </a:lnTo>
                  <a:lnTo>
                    <a:pt x="2983494" y="1650221"/>
                  </a:lnTo>
                  <a:lnTo>
                    <a:pt x="2983588" y="1650221"/>
                  </a:lnTo>
                  <a:lnTo>
                    <a:pt x="2983682" y="1650221"/>
                  </a:lnTo>
                  <a:lnTo>
                    <a:pt x="2983777" y="1650221"/>
                  </a:lnTo>
                  <a:lnTo>
                    <a:pt x="2983871" y="1650221"/>
                  </a:lnTo>
                  <a:lnTo>
                    <a:pt x="2983965" y="1650221"/>
                  </a:lnTo>
                  <a:lnTo>
                    <a:pt x="2984059" y="1650221"/>
                  </a:lnTo>
                  <a:lnTo>
                    <a:pt x="2984153" y="1650221"/>
                  </a:lnTo>
                  <a:lnTo>
                    <a:pt x="2984247" y="1650221"/>
                  </a:lnTo>
                  <a:lnTo>
                    <a:pt x="2984341" y="1650221"/>
                  </a:lnTo>
                  <a:lnTo>
                    <a:pt x="2984436" y="1650221"/>
                  </a:lnTo>
                  <a:lnTo>
                    <a:pt x="2984530" y="1650221"/>
                  </a:lnTo>
                  <a:lnTo>
                    <a:pt x="2984624" y="1650221"/>
                  </a:lnTo>
                  <a:lnTo>
                    <a:pt x="2984718" y="1650221"/>
                  </a:lnTo>
                  <a:lnTo>
                    <a:pt x="2984718" y="1645310"/>
                  </a:lnTo>
                  <a:lnTo>
                    <a:pt x="2984812" y="1645310"/>
                  </a:lnTo>
                  <a:lnTo>
                    <a:pt x="2984906" y="1645310"/>
                  </a:lnTo>
                  <a:lnTo>
                    <a:pt x="2985001" y="1645310"/>
                  </a:lnTo>
                  <a:lnTo>
                    <a:pt x="2985095" y="1645310"/>
                  </a:lnTo>
                  <a:lnTo>
                    <a:pt x="2985189" y="1645310"/>
                  </a:lnTo>
                  <a:lnTo>
                    <a:pt x="2985283" y="1645310"/>
                  </a:lnTo>
                  <a:lnTo>
                    <a:pt x="2985377" y="1645310"/>
                  </a:lnTo>
                  <a:lnTo>
                    <a:pt x="2985471" y="1645310"/>
                  </a:lnTo>
                  <a:lnTo>
                    <a:pt x="2985565" y="1645310"/>
                  </a:lnTo>
                  <a:lnTo>
                    <a:pt x="2985660" y="1645310"/>
                  </a:lnTo>
                  <a:lnTo>
                    <a:pt x="2985754" y="1645310"/>
                  </a:lnTo>
                  <a:lnTo>
                    <a:pt x="2985848" y="1645310"/>
                  </a:lnTo>
                  <a:lnTo>
                    <a:pt x="2985942" y="1645310"/>
                  </a:lnTo>
                  <a:lnTo>
                    <a:pt x="2986036" y="1645310"/>
                  </a:lnTo>
                  <a:lnTo>
                    <a:pt x="2986130" y="1645310"/>
                  </a:lnTo>
                  <a:lnTo>
                    <a:pt x="2986224" y="1645310"/>
                  </a:lnTo>
                  <a:lnTo>
                    <a:pt x="2986319" y="1645310"/>
                  </a:lnTo>
                  <a:lnTo>
                    <a:pt x="2986413" y="1645310"/>
                  </a:lnTo>
                  <a:lnTo>
                    <a:pt x="2986507" y="1645310"/>
                  </a:lnTo>
                  <a:lnTo>
                    <a:pt x="2986601" y="1645310"/>
                  </a:lnTo>
                  <a:lnTo>
                    <a:pt x="2986695" y="1645310"/>
                  </a:lnTo>
                  <a:lnTo>
                    <a:pt x="2986789" y="1645310"/>
                  </a:lnTo>
                  <a:lnTo>
                    <a:pt x="2986884" y="1645310"/>
                  </a:lnTo>
                  <a:lnTo>
                    <a:pt x="2986978" y="1645310"/>
                  </a:lnTo>
                  <a:lnTo>
                    <a:pt x="2987072" y="1645310"/>
                  </a:lnTo>
                  <a:lnTo>
                    <a:pt x="2987166" y="1645310"/>
                  </a:lnTo>
                  <a:lnTo>
                    <a:pt x="2987260" y="1645310"/>
                  </a:lnTo>
                  <a:lnTo>
                    <a:pt x="2987354" y="1645310"/>
                  </a:lnTo>
                  <a:lnTo>
                    <a:pt x="2987448" y="1645310"/>
                  </a:lnTo>
                  <a:lnTo>
                    <a:pt x="2987543" y="1645310"/>
                  </a:lnTo>
                  <a:lnTo>
                    <a:pt x="2987637" y="1645310"/>
                  </a:lnTo>
                  <a:lnTo>
                    <a:pt x="2987731" y="1645310"/>
                  </a:lnTo>
                  <a:lnTo>
                    <a:pt x="2987825" y="1645310"/>
                  </a:lnTo>
                  <a:lnTo>
                    <a:pt x="2987919" y="1645310"/>
                  </a:lnTo>
                  <a:lnTo>
                    <a:pt x="2988013" y="1645310"/>
                  </a:lnTo>
                  <a:lnTo>
                    <a:pt x="2988108" y="1645310"/>
                  </a:lnTo>
                  <a:lnTo>
                    <a:pt x="2988202" y="1645310"/>
                  </a:lnTo>
                  <a:lnTo>
                    <a:pt x="2988296" y="1645310"/>
                  </a:lnTo>
                  <a:lnTo>
                    <a:pt x="2988390" y="1645310"/>
                  </a:lnTo>
                  <a:lnTo>
                    <a:pt x="2988484" y="1645310"/>
                  </a:lnTo>
                  <a:lnTo>
                    <a:pt x="2988578" y="1645310"/>
                  </a:lnTo>
                  <a:lnTo>
                    <a:pt x="2988672" y="1645310"/>
                  </a:lnTo>
                  <a:lnTo>
                    <a:pt x="2988767" y="1645310"/>
                  </a:lnTo>
                  <a:lnTo>
                    <a:pt x="2988861" y="1645310"/>
                  </a:lnTo>
                  <a:lnTo>
                    <a:pt x="2988955" y="1645310"/>
                  </a:lnTo>
                  <a:lnTo>
                    <a:pt x="2989049" y="1645310"/>
                  </a:lnTo>
                  <a:lnTo>
                    <a:pt x="2989143" y="1645310"/>
                  </a:lnTo>
                  <a:lnTo>
                    <a:pt x="2989237" y="1645310"/>
                  </a:lnTo>
                  <a:lnTo>
                    <a:pt x="2989332" y="1645310"/>
                  </a:lnTo>
                  <a:lnTo>
                    <a:pt x="2989332" y="1640399"/>
                  </a:lnTo>
                  <a:lnTo>
                    <a:pt x="2989426" y="1640399"/>
                  </a:lnTo>
                  <a:lnTo>
                    <a:pt x="2989520" y="1640399"/>
                  </a:lnTo>
                  <a:lnTo>
                    <a:pt x="2989614" y="1640399"/>
                  </a:lnTo>
                  <a:lnTo>
                    <a:pt x="2989708" y="1640399"/>
                  </a:lnTo>
                  <a:lnTo>
                    <a:pt x="2989802" y="1640399"/>
                  </a:lnTo>
                  <a:lnTo>
                    <a:pt x="2989896" y="1640399"/>
                  </a:lnTo>
                  <a:lnTo>
                    <a:pt x="2989991" y="1640399"/>
                  </a:lnTo>
                  <a:lnTo>
                    <a:pt x="2990085" y="1640399"/>
                  </a:lnTo>
                  <a:lnTo>
                    <a:pt x="2990179" y="1640399"/>
                  </a:lnTo>
                  <a:lnTo>
                    <a:pt x="2990273" y="1640399"/>
                  </a:lnTo>
                  <a:lnTo>
                    <a:pt x="2990367" y="1640399"/>
                  </a:lnTo>
                  <a:lnTo>
                    <a:pt x="2990461" y="1640399"/>
                  </a:lnTo>
                  <a:lnTo>
                    <a:pt x="2990555" y="1640399"/>
                  </a:lnTo>
                  <a:lnTo>
                    <a:pt x="2990650" y="1640399"/>
                  </a:lnTo>
                  <a:lnTo>
                    <a:pt x="2990744" y="1640399"/>
                  </a:lnTo>
                  <a:lnTo>
                    <a:pt x="2990838" y="1640399"/>
                  </a:lnTo>
                  <a:lnTo>
                    <a:pt x="2990932" y="1640399"/>
                  </a:lnTo>
                  <a:lnTo>
                    <a:pt x="2991026" y="1640399"/>
                  </a:lnTo>
                  <a:lnTo>
                    <a:pt x="2991120" y="1640399"/>
                  </a:lnTo>
                  <a:lnTo>
                    <a:pt x="2991215" y="1640399"/>
                  </a:lnTo>
                  <a:lnTo>
                    <a:pt x="2991309" y="1640399"/>
                  </a:lnTo>
                  <a:lnTo>
                    <a:pt x="2991403" y="1640399"/>
                  </a:lnTo>
                  <a:lnTo>
                    <a:pt x="2991497" y="1640399"/>
                  </a:lnTo>
                  <a:lnTo>
                    <a:pt x="2991591" y="1640399"/>
                  </a:lnTo>
                  <a:lnTo>
                    <a:pt x="2991685" y="1640399"/>
                  </a:lnTo>
                  <a:lnTo>
                    <a:pt x="2991779" y="1640399"/>
                  </a:lnTo>
                  <a:lnTo>
                    <a:pt x="2991874" y="1640399"/>
                  </a:lnTo>
                  <a:lnTo>
                    <a:pt x="2991968" y="1640399"/>
                  </a:lnTo>
                  <a:lnTo>
                    <a:pt x="2992062" y="1640399"/>
                  </a:lnTo>
                  <a:lnTo>
                    <a:pt x="2992156" y="1640399"/>
                  </a:lnTo>
                  <a:lnTo>
                    <a:pt x="2992250" y="1640399"/>
                  </a:lnTo>
                  <a:lnTo>
                    <a:pt x="2992344" y="1640399"/>
                  </a:lnTo>
                  <a:lnTo>
                    <a:pt x="2992439" y="1640399"/>
                  </a:lnTo>
                  <a:lnTo>
                    <a:pt x="2992533" y="1640399"/>
                  </a:lnTo>
                  <a:lnTo>
                    <a:pt x="2992627" y="1640399"/>
                  </a:lnTo>
                  <a:lnTo>
                    <a:pt x="2992721" y="1640399"/>
                  </a:lnTo>
                  <a:lnTo>
                    <a:pt x="2992815" y="1640399"/>
                  </a:lnTo>
                  <a:lnTo>
                    <a:pt x="2992909" y="1640399"/>
                  </a:lnTo>
                  <a:lnTo>
                    <a:pt x="2993003" y="1640399"/>
                  </a:lnTo>
                  <a:lnTo>
                    <a:pt x="2993098" y="1640399"/>
                  </a:lnTo>
                  <a:lnTo>
                    <a:pt x="2993192" y="1640399"/>
                  </a:lnTo>
                  <a:lnTo>
                    <a:pt x="2993286" y="1640399"/>
                  </a:lnTo>
                  <a:lnTo>
                    <a:pt x="2993380" y="1640399"/>
                  </a:lnTo>
                  <a:lnTo>
                    <a:pt x="2993474" y="1640399"/>
                  </a:lnTo>
                  <a:lnTo>
                    <a:pt x="2993568" y="1640399"/>
                  </a:lnTo>
                  <a:lnTo>
                    <a:pt x="2993663" y="1640399"/>
                  </a:lnTo>
                  <a:lnTo>
                    <a:pt x="2993757" y="1640399"/>
                  </a:lnTo>
                  <a:lnTo>
                    <a:pt x="2993851" y="1640399"/>
                  </a:lnTo>
                  <a:lnTo>
                    <a:pt x="2993945" y="1640399"/>
                  </a:lnTo>
                  <a:lnTo>
                    <a:pt x="2994039" y="1640399"/>
                  </a:lnTo>
                  <a:lnTo>
                    <a:pt x="2994133" y="1640399"/>
                  </a:lnTo>
                  <a:lnTo>
                    <a:pt x="2994227" y="1640399"/>
                  </a:lnTo>
                  <a:lnTo>
                    <a:pt x="2994227" y="1635487"/>
                  </a:lnTo>
                  <a:lnTo>
                    <a:pt x="2994322" y="1635487"/>
                  </a:lnTo>
                  <a:lnTo>
                    <a:pt x="2994416" y="1635487"/>
                  </a:lnTo>
                  <a:lnTo>
                    <a:pt x="2994510" y="1635487"/>
                  </a:lnTo>
                  <a:lnTo>
                    <a:pt x="2994604" y="1635487"/>
                  </a:lnTo>
                  <a:lnTo>
                    <a:pt x="2994698" y="1635487"/>
                  </a:lnTo>
                  <a:lnTo>
                    <a:pt x="2994792" y="1635487"/>
                  </a:lnTo>
                  <a:lnTo>
                    <a:pt x="2994886" y="1635487"/>
                  </a:lnTo>
                  <a:lnTo>
                    <a:pt x="2994981" y="1635487"/>
                  </a:lnTo>
                  <a:lnTo>
                    <a:pt x="2995075" y="1635487"/>
                  </a:lnTo>
                  <a:lnTo>
                    <a:pt x="2995169" y="1635487"/>
                  </a:lnTo>
                  <a:lnTo>
                    <a:pt x="2995263" y="1635487"/>
                  </a:lnTo>
                  <a:lnTo>
                    <a:pt x="2995357" y="1635487"/>
                  </a:lnTo>
                  <a:lnTo>
                    <a:pt x="2995451" y="1635487"/>
                  </a:lnTo>
                  <a:lnTo>
                    <a:pt x="2995546" y="1635487"/>
                  </a:lnTo>
                  <a:lnTo>
                    <a:pt x="2995640" y="1635487"/>
                  </a:lnTo>
                  <a:lnTo>
                    <a:pt x="2995734" y="1635487"/>
                  </a:lnTo>
                  <a:lnTo>
                    <a:pt x="2995828" y="1635487"/>
                  </a:lnTo>
                  <a:lnTo>
                    <a:pt x="2995922" y="1635487"/>
                  </a:lnTo>
                  <a:lnTo>
                    <a:pt x="2996016" y="1635487"/>
                  </a:lnTo>
                  <a:lnTo>
                    <a:pt x="2996110" y="1635487"/>
                  </a:lnTo>
                  <a:lnTo>
                    <a:pt x="2996205" y="1635487"/>
                  </a:lnTo>
                  <a:lnTo>
                    <a:pt x="2996299" y="1635487"/>
                  </a:lnTo>
                  <a:lnTo>
                    <a:pt x="2996393" y="1635487"/>
                  </a:lnTo>
                  <a:lnTo>
                    <a:pt x="2996487" y="1635487"/>
                  </a:lnTo>
                  <a:lnTo>
                    <a:pt x="2996581" y="1635487"/>
                  </a:lnTo>
                  <a:lnTo>
                    <a:pt x="2996675" y="1635487"/>
                  </a:lnTo>
                  <a:lnTo>
                    <a:pt x="2996770" y="1635487"/>
                  </a:lnTo>
                  <a:lnTo>
                    <a:pt x="2996864" y="1635487"/>
                  </a:lnTo>
                  <a:lnTo>
                    <a:pt x="2996864" y="1630576"/>
                  </a:lnTo>
                  <a:lnTo>
                    <a:pt x="2996958" y="1630576"/>
                  </a:lnTo>
                  <a:lnTo>
                    <a:pt x="2997052" y="1630576"/>
                  </a:lnTo>
                  <a:lnTo>
                    <a:pt x="2997146" y="1630576"/>
                  </a:lnTo>
                  <a:lnTo>
                    <a:pt x="2997240" y="1630576"/>
                  </a:lnTo>
                  <a:lnTo>
                    <a:pt x="2997334" y="1630576"/>
                  </a:lnTo>
                  <a:lnTo>
                    <a:pt x="2997429" y="1630576"/>
                  </a:lnTo>
                  <a:lnTo>
                    <a:pt x="2997523" y="1630576"/>
                  </a:lnTo>
                  <a:lnTo>
                    <a:pt x="2997617" y="1630576"/>
                  </a:lnTo>
                  <a:lnTo>
                    <a:pt x="2997711" y="1630576"/>
                  </a:lnTo>
                  <a:lnTo>
                    <a:pt x="2997805" y="1630576"/>
                  </a:lnTo>
                  <a:lnTo>
                    <a:pt x="2997899" y="1630576"/>
                  </a:lnTo>
                  <a:lnTo>
                    <a:pt x="2997994" y="1630576"/>
                  </a:lnTo>
                  <a:lnTo>
                    <a:pt x="2998088" y="1630576"/>
                  </a:lnTo>
                  <a:lnTo>
                    <a:pt x="2998182" y="1630576"/>
                  </a:lnTo>
                  <a:lnTo>
                    <a:pt x="2998276" y="1630576"/>
                  </a:lnTo>
                  <a:lnTo>
                    <a:pt x="2998370" y="1630576"/>
                  </a:lnTo>
                  <a:lnTo>
                    <a:pt x="2998464" y="1630576"/>
                  </a:lnTo>
                  <a:lnTo>
                    <a:pt x="2998558" y="1630576"/>
                  </a:lnTo>
                  <a:lnTo>
                    <a:pt x="2998653" y="1630576"/>
                  </a:lnTo>
                  <a:lnTo>
                    <a:pt x="2998747" y="1630576"/>
                  </a:lnTo>
                  <a:lnTo>
                    <a:pt x="2998841" y="1630576"/>
                  </a:lnTo>
                  <a:lnTo>
                    <a:pt x="2998935" y="1630576"/>
                  </a:lnTo>
                  <a:lnTo>
                    <a:pt x="2999029" y="1630576"/>
                  </a:lnTo>
                  <a:lnTo>
                    <a:pt x="2999123" y="1630576"/>
                  </a:lnTo>
                  <a:lnTo>
                    <a:pt x="2999217" y="1630576"/>
                  </a:lnTo>
                  <a:lnTo>
                    <a:pt x="2999312" y="1630576"/>
                  </a:lnTo>
                  <a:lnTo>
                    <a:pt x="2999406" y="1630576"/>
                  </a:lnTo>
                  <a:lnTo>
                    <a:pt x="2999500" y="1630576"/>
                  </a:lnTo>
                  <a:lnTo>
                    <a:pt x="2999594" y="1630576"/>
                  </a:lnTo>
                  <a:lnTo>
                    <a:pt x="2999688" y="1630576"/>
                  </a:lnTo>
                  <a:lnTo>
                    <a:pt x="2999782" y="1630576"/>
                  </a:lnTo>
                  <a:lnTo>
                    <a:pt x="2999877" y="1630576"/>
                  </a:lnTo>
                  <a:lnTo>
                    <a:pt x="2999971" y="1630576"/>
                  </a:lnTo>
                  <a:lnTo>
                    <a:pt x="3000065" y="1630576"/>
                  </a:lnTo>
                  <a:lnTo>
                    <a:pt x="3000159" y="1630576"/>
                  </a:lnTo>
                  <a:lnTo>
                    <a:pt x="3000253" y="1630576"/>
                  </a:lnTo>
                  <a:lnTo>
                    <a:pt x="3000347" y="1630576"/>
                  </a:lnTo>
                  <a:lnTo>
                    <a:pt x="3000441" y="1630576"/>
                  </a:lnTo>
                  <a:lnTo>
                    <a:pt x="3000536" y="1630576"/>
                  </a:lnTo>
                  <a:lnTo>
                    <a:pt x="3000630" y="1630576"/>
                  </a:lnTo>
                  <a:lnTo>
                    <a:pt x="3000724" y="1630576"/>
                  </a:lnTo>
                  <a:lnTo>
                    <a:pt x="3000818" y="1630576"/>
                  </a:lnTo>
                  <a:lnTo>
                    <a:pt x="3000912" y="1630576"/>
                  </a:lnTo>
                  <a:lnTo>
                    <a:pt x="3001006" y="1630576"/>
                  </a:lnTo>
                  <a:lnTo>
                    <a:pt x="3001101" y="1630576"/>
                  </a:lnTo>
                  <a:lnTo>
                    <a:pt x="3001195" y="1630576"/>
                  </a:lnTo>
                  <a:lnTo>
                    <a:pt x="3001289" y="1630576"/>
                  </a:lnTo>
                  <a:lnTo>
                    <a:pt x="3001383" y="1630576"/>
                  </a:lnTo>
                  <a:lnTo>
                    <a:pt x="3001477" y="1630576"/>
                  </a:lnTo>
                  <a:lnTo>
                    <a:pt x="3001571" y="1630576"/>
                  </a:lnTo>
                  <a:lnTo>
                    <a:pt x="3001665" y="1630576"/>
                  </a:lnTo>
                  <a:lnTo>
                    <a:pt x="3001760" y="1630576"/>
                  </a:lnTo>
                  <a:lnTo>
                    <a:pt x="3001854" y="1630576"/>
                  </a:lnTo>
                  <a:lnTo>
                    <a:pt x="3001948" y="1630576"/>
                  </a:lnTo>
                  <a:lnTo>
                    <a:pt x="3002042" y="1630576"/>
                  </a:lnTo>
                  <a:lnTo>
                    <a:pt x="3002136" y="1630576"/>
                  </a:lnTo>
                  <a:lnTo>
                    <a:pt x="3002230" y="1630576"/>
                  </a:lnTo>
                  <a:lnTo>
                    <a:pt x="3002325" y="1630576"/>
                  </a:lnTo>
                  <a:lnTo>
                    <a:pt x="3002419" y="1630576"/>
                  </a:lnTo>
                  <a:lnTo>
                    <a:pt x="3002513" y="1630576"/>
                  </a:lnTo>
                  <a:lnTo>
                    <a:pt x="3002607" y="1630576"/>
                  </a:lnTo>
                  <a:lnTo>
                    <a:pt x="3002701" y="1630576"/>
                  </a:lnTo>
                  <a:lnTo>
                    <a:pt x="3002795" y="1630576"/>
                  </a:lnTo>
                  <a:lnTo>
                    <a:pt x="3002889" y="1630576"/>
                  </a:lnTo>
                  <a:lnTo>
                    <a:pt x="3002984" y="1630576"/>
                  </a:lnTo>
                  <a:lnTo>
                    <a:pt x="3003078" y="1630576"/>
                  </a:lnTo>
                  <a:lnTo>
                    <a:pt x="3003172" y="1630576"/>
                  </a:lnTo>
                  <a:lnTo>
                    <a:pt x="3003266" y="1630576"/>
                  </a:lnTo>
                  <a:lnTo>
                    <a:pt x="3003360" y="1630576"/>
                  </a:lnTo>
                  <a:lnTo>
                    <a:pt x="3003454" y="1630576"/>
                  </a:lnTo>
                  <a:lnTo>
                    <a:pt x="3003548" y="1630576"/>
                  </a:lnTo>
                  <a:lnTo>
                    <a:pt x="3003643" y="1630576"/>
                  </a:lnTo>
                  <a:lnTo>
                    <a:pt x="3003737" y="1630576"/>
                  </a:lnTo>
                  <a:lnTo>
                    <a:pt x="3003831" y="1630576"/>
                  </a:lnTo>
                  <a:lnTo>
                    <a:pt x="3003925" y="1630576"/>
                  </a:lnTo>
                  <a:lnTo>
                    <a:pt x="3004019" y="1630576"/>
                  </a:lnTo>
                  <a:lnTo>
                    <a:pt x="3004113" y="1630576"/>
                  </a:lnTo>
                  <a:lnTo>
                    <a:pt x="3004208" y="1630576"/>
                  </a:lnTo>
                  <a:lnTo>
                    <a:pt x="3004302" y="1630576"/>
                  </a:lnTo>
                  <a:lnTo>
                    <a:pt x="3004396" y="1630576"/>
                  </a:lnTo>
                  <a:lnTo>
                    <a:pt x="3004490" y="1630576"/>
                  </a:lnTo>
                  <a:lnTo>
                    <a:pt x="3004584" y="1630576"/>
                  </a:lnTo>
                  <a:lnTo>
                    <a:pt x="3004678" y="1630576"/>
                  </a:lnTo>
                  <a:lnTo>
                    <a:pt x="3004772" y="1630576"/>
                  </a:lnTo>
                  <a:lnTo>
                    <a:pt x="3004867" y="1630576"/>
                  </a:lnTo>
                  <a:lnTo>
                    <a:pt x="3004961" y="1630576"/>
                  </a:lnTo>
                  <a:lnTo>
                    <a:pt x="3005055" y="1630576"/>
                  </a:lnTo>
                  <a:lnTo>
                    <a:pt x="3005149" y="1630576"/>
                  </a:lnTo>
                  <a:lnTo>
                    <a:pt x="3005243" y="1630576"/>
                  </a:lnTo>
                  <a:lnTo>
                    <a:pt x="3005337" y="1630576"/>
                  </a:lnTo>
                  <a:lnTo>
                    <a:pt x="3005432" y="1630576"/>
                  </a:lnTo>
                  <a:lnTo>
                    <a:pt x="3005526" y="1630576"/>
                  </a:lnTo>
                  <a:lnTo>
                    <a:pt x="3005620" y="1630576"/>
                  </a:lnTo>
                  <a:lnTo>
                    <a:pt x="3005714" y="1630576"/>
                  </a:lnTo>
                  <a:lnTo>
                    <a:pt x="3005808" y="1630576"/>
                  </a:lnTo>
                  <a:lnTo>
                    <a:pt x="3005902" y="1630576"/>
                  </a:lnTo>
                  <a:lnTo>
                    <a:pt x="3005996" y="1630576"/>
                  </a:lnTo>
                  <a:lnTo>
                    <a:pt x="3006091" y="1630576"/>
                  </a:lnTo>
                  <a:lnTo>
                    <a:pt x="3006185" y="1630576"/>
                  </a:lnTo>
                  <a:lnTo>
                    <a:pt x="3006279" y="1630576"/>
                  </a:lnTo>
                  <a:lnTo>
                    <a:pt x="3006373" y="1630576"/>
                  </a:lnTo>
                  <a:lnTo>
                    <a:pt x="3006467" y="1630576"/>
                  </a:lnTo>
                  <a:lnTo>
                    <a:pt x="3006561" y="1630576"/>
                  </a:lnTo>
                  <a:lnTo>
                    <a:pt x="3006656" y="1630576"/>
                  </a:lnTo>
                  <a:lnTo>
                    <a:pt x="3006750" y="1630576"/>
                  </a:lnTo>
                  <a:lnTo>
                    <a:pt x="3006844" y="1630576"/>
                  </a:lnTo>
                  <a:lnTo>
                    <a:pt x="3006938" y="1630576"/>
                  </a:lnTo>
                  <a:lnTo>
                    <a:pt x="3007032" y="1630576"/>
                  </a:lnTo>
                  <a:lnTo>
                    <a:pt x="3007126" y="1630576"/>
                  </a:lnTo>
                  <a:lnTo>
                    <a:pt x="3007220" y="1630576"/>
                  </a:lnTo>
                  <a:lnTo>
                    <a:pt x="3007315" y="1630576"/>
                  </a:lnTo>
                  <a:lnTo>
                    <a:pt x="3007409" y="1630576"/>
                  </a:lnTo>
                  <a:lnTo>
                    <a:pt x="3007503" y="1630576"/>
                  </a:lnTo>
                  <a:lnTo>
                    <a:pt x="3007597" y="1630576"/>
                  </a:lnTo>
                  <a:lnTo>
                    <a:pt x="3007691" y="1630576"/>
                  </a:lnTo>
                  <a:lnTo>
                    <a:pt x="3007691" y="1625665"/>
                  </a:lnTo>
                  <a:lnTo>
                    <a:pt x="3007785" y="1625665"/>
                  </a:lnTo>
                  <a:lnTo>
                    <a:pt x="3007879" y="1625665"/>
                  </a:lnTo>
                  <a:lnTo>
                    <a:pt x="3007974" y="1625665"/>
                  </a:lnTo>
                  <a:lnTo>
                    <a:pt x="3008068" y="1625665"/>
                  </a:lnTo>
                  <a:lnTo>
                    <a:pt x="3008162" y="1625665"/>
                  </a:lnTo>
                  <a:lnTo>
                    <a:pt x="3008256" y="1625665"/>
                  </a:lnTo>
                  <a:lnTo>
                    <a:pt x="3008350" y="1625665"/>
                  </a:lnTo>
                  <a:lnTo>
                    <a:pt x="3008444" y="1625665"/>
                  </a:lnTo>
                  <a:lnTo>
                    <a:pt x="3008539" y="1625665"/>
                  </a:lnTo>
                  <a:lnTo>
                    <a:pt x="3008633" y="1625665"/>
                  </a:lnTo>
                  <a:lnTo>
                    <a:pt x="3008727" y="1625665"/>
                  </a:lnTo>
                  <a:lnTo>
                    <a:pt x="3008821" y="1625665"/>
                  </a:lnTo>
                  <a:lnTo>
                    <a:pt x="3008915" y="1625665"/>
                  </a:lnTo>
                  <a:lnTo>
                    <a:pt x="3008915" y="1620753"/>
                  </a:lnTo>
                  <a:lnTo>
                    <a:pt x="3009009" y="1620753"/>
                  </a:lnTo>
                  <a:lnTo>
                    <a:pt x="3009103" y="1620753"/>
                  </a:lnTo>
                  <a:lnTo>
                    <a:pt x="3009198" y="1620753"/>
                  </a:lnTo>
                  <a:lnTo>
                    <a:pt x="3009292" y="1620753"/>
                  </a:lnTo>
                  <a:lnTo>
                    <a:pt x="3009386" y="1620753"/>
                  </a:lnTo>
                  <a:lnTo>
                    <a:pt x="3009480" y="1620753"/>
                  </a:lnTo>
                  <a:lnTo>
                    <a:pt x="3009574" y="1620753"/>
                  </a:lnTo>
                  <a:lnTo>
                    <a:pt x="3009668" y="1620753"/>
                  </a:lnTo>
                  <a:lnTo>
                    <a:pt x="3009763" y="1620753"/>
                  </a:lnTo>
                  <a:lnTo>
                    <a:pt x="3009857" y="1620753"/>
                  </a:lnTo>
                  <a:lnTo>
                    <a:pt x="3009857" y="1615842"/>
                  </a:lnTo>
                  <a:lnTo>
                    <a:pt x="3009951" y="1615842"/>
                  </a:lnTo>
                  <a:lnTo>
                    <a:pt x="3010045" y="1615842"/>
                  </a:lnTo>
                  <a:lnTo>
                    <a:pt x="3010139" y="1615842"/>
                  </a:lnTo>
                  <a:lnTo>
                    <a:pt x="3010233" y="1615842"/>
                  </a:lnTo>
                  <a:lnTo>
                    <a:pt x="3010327" y="1615842"/>
                  </a:lnTo>
                  <a:lnTo>
                    <a:pt x="3010422" y="1615842"/>
                  </a:lnTo>
                  <a:lnTo>
                    <a:pt x="3010516" y="1615842"/>
                  </a:lnTo>
                  <a:lnTo>
                    <a:pt x="3010610" y="1615842"/>
                  </a:lnTo>
                  <a:lnTo>
                    <a:pt x="3010704" y="1615842"/>
                  </a:lnTo>
                  <a:lnTo>
                    <a:pt x="3010798" y="1615842"/>
                  </a:lnTo>
                  <a:lnTo>
                    <a:pt x="3010892" y="1615842"/>
                  </a:lnTo>
                  <a:lnTo>
                    <a:pt x="3010987" y="1615842"/>
                  </a:lnTo>
                  <a:lnTo>
                    <a:pt x="3011081" y="1615842"/>
                  </a:lnTo>
                  <a:lnTo>
                    <a:pt x="3011175" y="1615842"/>
                  </a:lnTo>
                  <a:lnTo>
                    <a:pt x="3011269" y="1615842"/>
                  </a:lnTo>
                  <a:lnTo>
                    <a:pt x="3011363" y="1615842"/>
                  </a:lnTo>
                  <a:lnTo>
                    <a:pt x="3011457" y="1615842"/>
                  </a:lnTo>
                  <a:lnTo>
                    <a:pt x="3011551" y="1615842"/>
                  </a:lnTo>
                  <a:lnTo>
                    <a:pt x="3011646" y="1615842"/>
                  </a:lnTo>
                  <a:lnTo>
                    <a:pt x="3011740" y="1615842"/>
                  </a:lnTo>
                  <a:lnTo>
                    <a:pt x="3011834" y="1615842"/>
                  </a:lnTo>
                  <a:lnTo>
                    <a:pt x="3011928" y="1615842"/>
                  </a:lnTo>
                  <a:lnTo>
                    <a:pt x="3012022" y="1615842"/>
                  </a:lnTo>
                  <a:lnTo>
                    <a:pt x="3012116" y="1615842"/>
                  </a:lnTo>
                  <a:lnTo>
                    <a:pt x="3012210" y="1615842"/>
                  </a:lnTo>
                  <a:lnTo>
                    <a:pt x="3012305" y="1615842"/>
                  </a:lnTo>
                  <a:lnTo>
                    <a:pt x="3012399" y="1615842"/>
                  </a:lnTo>
                  <a:lnTo>
                    <a:pt x="3012493" y="1615842"/>
                  </a:lnTo>
                  <a:lnTo>
                    <a:pt x="3012587" y="1615842"/>
                  </a:lnTo>
                  <a:lnTo>
                    <a:pt x="3012681" y="1615842"/>
                  </a:lnTo>
                  <a:lnTo>
                    <a:pt x="3012775" y="1615842"/>
                  </a:lnTo>
                  <a:lnTo>
                    <a:pt x="3012870" y="1615842"/>
                  </a:lnTo>
                  <a:lnTo>
                    <a:pt x="3012964" y="1615842"/>
                  </a:lnTo>
                  <a:lnTo>
                    <a:pt x="3013058" y="1615842"/>
                  </a:lnTo>
                  <a:lnTo>
                    <a:pt x="3013152" y="1615842"/>
                  </a:lnTo>
                  <a:lnTo>
                    <a:pt x="3013246" y="1615842"/>
                  </a:lnTo>
                  <a:lnTo>
                    <a:pt x="3013340" y="1615842"/>
                  </a:lnTo>
                  <a:lnTo>
                    <a:pt x="3013434" y="1615842"/>
                  </a:lnTo>
                  <a:lnTo>
                    <a:pt x="3013529" y="1615842"/>
                  </a:lnTo>
                  <a:lnTo>
                    <a:pt x="3013623" y="1615842"/>
                  </a:lnTo>
                  <a:lnTo>
                    <a:pt x="3013717" y="1615842"/>
                  </a:lnTo>
                  <a:lnTo>
                    <a:pt x="3013811" y="1615842"/>
                  </a:lnTo>
                  <a:lnTo>
                    <a:pt x="3013905" y="1615842"/>
                  </a:lnTo>
                  <a:lnTo>
                    <a:pt x="3013999" y="1615842"/>
                  </a:lnTo>
                  <a:lnTo>
                    <a:pt x="3014094" y="1615842"/>
                  </a:lnTo>
                  <a:lnTo>
                    <a:pt x="3014188" y="1615842"/>
                  </a:lnTo>
                  <a:lnTo>
                    <a:pt x="3014282" y="1615842"/>
                  </a:lnTo>
                  <a:lnTo>
                    <a:pt x="3014376" y="1615842"/>
                  </a:lnTo>
                  <a:lnTo>
                    <a:pt x="3014470" y="1615842"/>
                  </a:lnTo>
                  <a:lnTo>
                    <a:pt x="3014564" y="1615842"/>
                  </a:lnTo>
                  <a:lnTo>
                    <a:pt x="3014658" y="1615842"/>
                  </a:lnTo>
                  <a:lnTo>
                    <a:pt x="3014753" y="1615842"/>
                  </a:lnTo>
                  <a:lnTo>
                    <a:pt x="3014847" y="1615842"/>
                  </a:lnTo>
                  <a:lnTo>
                    <a:pt x="3014941" y="1615842"/>
                  </a:lnTo>
                  <a:lnTo>
                    <a:pt x="3015035" y="1615842"/>
                  </a:lnTo>
                  <a:lnTo>
                    <a:pt x="3015129" y="1615842"/>
                  </a:lnTo>
                  <a:lnTo>
                    <a:pt x="3015223" y="1615842"/>
                  </a:lnTo>
                  <a:lnTo>
                    <a:pt x="3015318" y="1615842"/>
                  </a:lnTo>
                  <a:lnTo>
                    <a:pt x="3015412" y="1615842"/>
                  </a:lnTo>
                  <a:lnTo>
                    <a:pt x="3015506" y="1615842"/>
                  </a:lnTo>
                  <a:lnTo>
                    <a:pt x="3015600" y="1615842"/>
                  </a:lnTo>
                  <a:lnTo>
                    <a:pt x="3015694" y="1615842"/>
                  </a:lnTo>
                  <a:lnTo>
                    <a:pt x="3015788" y="1615842"/>
                  </a:lnTo>
                  <a:lnTo>
                    <a:pt x="3015882" y="1615842"/>
                  </a:lnTo>
                  <a:lnTo>
                    <a:pt x="3015977" y="1615842"/>
                  </a:lnTo>
                  <a:lnTo>
                    <a:pt x="3016071" y="1615842"/>
                  </a:lnTo>
                  <a:lnTo>
                    <a:pt x="3016165" y="1615842"/>
                  </a:lnTo>
                  <a:lnTo>
                    <a:pt x="3016259" y="1615842"/>
                  </a:lnTo>
                  <a:lnTo>
                    <a:pt x="3016353" y="1615842"/>
                  </a:lnTo>
                  <a:lnTo>
                    <a:pt x="3016447" y="1615842"/>
                  </a:lnTo>
                  <a:lnTo>
                    <a:pt x="3016541" y="1615842"/>
                  </a:lnTo>
                  <a:lnTo>
                    <a:pt x="3016636" y="1615842"/>
                  </a:lnTo>
                  <a:lnTo>
                    <a:pt x="3016730" y="1615842"/>
                  </a:lnTo>
                  <a:lnTo>
                    <a:pt x="3016824" y="1615842"/>
                  </a:lnTo>
                  <a:lnTo>
                    <a:pt x="3016918" y="1615842"/>
                  </a:lnTo>
                  <a:lnTo>
                    <a:pt x="3017012" y="1615842"/>
                  </a:lnTo>
                  <a:lnTo>
                    <a:pt x="3017106" y="1615842"/>
                  </a:lnTo>
                  <a:lnTo>
                    <a:pt x="3017201" y="1615842"/>
                  </a:lnTo>
                  <a:lnTo>
                    <a:pt x="3017295" y="1615842"/>
                  </a:lnTo>
                  <a:lnTo>
                    <a:pt x="3017389" y="1615842"/>
                  </a:lnTo>
                  <a:lnTo>
                    <a:pt x="3017389" y="1610930"/>
                  </a:lnTo>
                  <a:lnTo>
                    <a:pt x="3017389" y="1606019"/>
                  </a:lnTo>
                  <a:lnTo>
                    <a:pt x="3017483" y="1606019"/>
                  </a:lnTo>
                  <a:lnTo>
                    <a:pt x="3017577" y="1606019"/>
                  </a:lnTo>
                  <a:lnTo>
                    <a:pt x="3017671" y="1606019"/>
                  </a:lnTo>
                  <a:lnTo>
                    <a:pt x="3017765" y="1606019"/>
                  </a:lnTo>
                  <a:lnTo>
                    <a:pt x="3017860" y="1606019"/>
                  </a:lnTo>
                  <a:lnTo>
                    <a:pt x="3017954" y="1606019"/>
                  </a:lnTo>
                  <a:lnTo>
                    <a:pt x="3018048" y="1606019"/>
                  </a:lnTo>
                  <a:lnTo>
                    <a:pt x="3018142" y="1606019"/>
                  </a:lnTo>
                  <a:lnTo>
                    <a:pt x="3018236" y="1606019"/>
                  </a:lnTo>
                  <a:lnTo>
                    <a:pt x="3018330" y="1606019"/>
                  </a:lnTo>
                  <a:lnTo>
                    <a:pt x="3018425" y="1606019"/>
                  </a:lnTo>
                  <a:lnTo>
                    <a:pt x="3018519" y="1606019"/>
                  </a:lnTo>
                  <a:lnTo>
                    <a:pt x="3018613" y="1606019"/>
                  </a:lnTo>
                  <a:lnTo>
                    <a:pt x="3018707" y="1606019"/>
                  </a:lnTo>
                  <a:lnTo>
                    <a:pt x="3018801" y="1606019"/>
                  </a:lnTo>
                  <a:lnTo>
                    <a:pt x="3018895" y="1606019"/>
                  </a:lnTo>
                  <a:lnTo>
                    <a:pt x="3018989" y="1606019"/>
                  </a:lnTo>
                  <a:lnTo>
                    <a:pt x="3019084" y="1606019"/>
                  </a:lnTo>
                  <a:lnTo>
                    <a:pt x="3019178" y="1606019"/>
                  </a:lnTo>
                  <a:lnTo>
                    <a:pt x="3019272" y="1606019"/>
                  </a:lnTo>
                  <a:lnTo>
                    <a:pt x="3019366" y="1606019"/>
                  </a:lnTo>
                  <a:lnTo>
                    <a:pt x="3019460" y="1606019"/>
                  </a:lnTo>
                  <a:lnTo>
                    <a:pt x="3019554" y="1606019"/>
                  </a:lnTo>
                  <a:lnTo>
                    <a:pt x="3019649" y="1606019"/>
                  </a:lnTo>
                  <a:lnTo>
                    <a:pt x="3019743" y="1606019"/>
                  </a:lnTo>
                  <a:lnTo>
                    <a:pt x="3019837" y="1606019"/>
                  </a:lnTo>
                  <a:lnTo>
                    <a:pt x="3019931" y="1606019"/>
                  </a:lnTo>
                  <a:lnTo>
                    <a:pt x="3020025" y="1606019"/>
                  </a:lnTo>
                  <a:lnTo>
                    <a:pt x="3020119" y="1606019"/>
                  </a:lnTo>
                  <a:lnTo>
                    <a:pt x="3020213" y="1606019"/>
                  </a:lnTo>
                  <a:lnTo>
                    <a:pt x="3020308" y="1606019"/>
                  </a:lnTo>
                  <a:lnTo>
                    <a:pt x="3020402" y="1606019"/>
                  </a:lnTo>
                  <a:lnTo>
                    <a:pt x="3020496" y="1606019"/>
                  </a:lnTo>
                  <a:lnTo>
                    <a:pt x="3020590" y="1606019"/>
                  </a:lnTo>
                  <a:lnTo>
                    <a:pt x="3020684" y="1606019"/>
                  </a:lnTo>
                  <a:lnTo>
                    <a:pt x="3020778" y="1606019"/>
                  </a:lnTo>
                  <a:lnTo>
                    <a:pt x="3020872" y="1606019"/>
                  </a:lnTo>
                  <a:lnTo>
                    <a:pt x="3020967" y="1606019"/>
                  </a:lnTo>
                  <a:lnTo>
                    <a:pt x="3021061" y="1606019"/>
                  </a:lnTo>
                  <a:lnTo>
                    <a:pt x="3021155" y="1606019"/>
                  </a:lnTo>
                  <a:lnTo>
                    <a:pt x="3021249" y="1606019"/>
                  </a:lnTo>
                  <a:lnTo>
                    <a:pt x="3021343" y="1606019"/>
                  </a:lnTo>
                  <a:lnTo>
                    <a:pt x="3021437" y="1606019"/>
                  </a:lnTo>
                  <a:lnTo>
                    <a:pt x="3021532" y="1606019"/>
                  </a:lnTo>
                  <a:lnTo>
                    <a:pt x="3021626" y="1606019"/>
                  </a:lnTo>
                  <a:lnTo>
                    <a:pt x="3021720" y="1606019"/>
                  </a:lnTo>
                  <a:lnTo>
                    <a:pt x="3021814" y="1606019"/>
                  </a:lnTo>
                  <a:lnTo>
                    <a:pt x="3021908" y="1606019"/>
                  </a:lnTo>
                  <a:lnTo>
                    <a:pt x="3022002" y="1606019"/>
                  </a:lnTo>
                  <a:lnTo>
                    <a:pt x="3022096" y="1606019"/>
                  </a:lnTo>
                  <a:lnTo>
                    <a:pt x="3022191" y="1606019"/>
                  </a:lnTo>
                  <a:lnTo>
                    <a:pt x="3022285" y="1606019"/>
                  </a:lnTo>
                  <a:lnTo>
                    <a:pt x="3022379" y="1606019"/>
                  </a:lnTo>
                  <a:lnTo>
                    <a:pt x="3022473" y="1606019"/>
                  </a:lnTo>
                  <a:lnTo>
                    <a:pt x="3022567" y="1606019"/>
                  </a:lnTo>
                  <a:lnTo>
                    <a:pt x="3022661" y="1606019"/>
                  </a:lnTo>
                  <a:lnTo>
                    <a:pt x="3022756" y="1606019"/>
                  </a:lnTo>
                  <a:lnTo>
                    <a:pt x="3022850" y="1606019"/>
                  </a:lnTo>
                  <a:lnTo>
                    <a:pt x="3022944" y="1606019"/>
                  </a:lnTo>
                  <a:lnTo>
                    <a:pt x="3023038" y="1606019"/>
                  </a:lnTo>
                  <a:lnTo>
                    <a:pt x="3023132" y="1606019"/>
                  </a:lnTo>
                  <a:lnTo>
                    <a:pt x="3023226" y="1606019"/>
                  </a:lnTo>
                  <a:lnTo>
                    <a:pt x="3023320" y="1606019"/>
                  </a:lnTo>
                  <a:lnTo>
                    <a:pt x="3023415" y="1606019"/>
                  </a:lnTo>
                  <a:lnTo>
                    <a:pt x="3023509" y="1606019"/>
                  </a:lnTo>
                  <a:lnTo>
                    <a:pt x="3023603" y="1606019"/>
                  </a:lnTo>
                  <a:lnTo>
                    <a:pt x="3023697" y="1606019"/>
                  </a:lnTo>
                  <a:lnTo>
                    <a:pt x="3023791" y="1606019"/>
                  </a:lnTo>
                  <a:lnTo>
                    <a:pt x="3023885" y="1606019"/>
                  </a:lnTo>
                  <a:lnTo>
                    <a:pt x="3023980" y="1606019"/>
                  </a:lnTo>
                  <a:lnTo>
                    <a:pt x="3024074" y="1606019"/>
                  </a:lnTo>
                  <a:lnTo>
                    <a:pt x="3024168" y="1606019"/>
                  </a:lnTo>
                  <a:lnTo>
                    <a:pt x="3024262" y="1606019"/>
                  </a:lnTo>
                  <a:lnTo>
                    <a:pt x="3024356" y="1606019"/>
                  </a:lnTo>
                  <a:lnTo>
                    <a:pt x="3024450" y="1606019"/>
                  </a:lnTo>
                  <a:lnTo>
                    <a:pt x="3024544" y="1606019"/>
                  </a:lnTo>
                  <a:lnTo>
                    <a:pt x="3024639" y="1606019"/>
                  </a:lnTo>
                  <a:lnTo>
                    <a:pt x="3024733" y="1606019"/>
                  </a:lnTo>
                  <a:lnTo>
                    <a:pt x="3024827" y="1606019"/>
                  </a:lnTo>
                  <a:lnTo>
                    <a:pt x="3024921" y="1606019"/>
                  </a:lnTo>
                  <a:lnTo>
                    <a:pt x="3025015" y="1606019"/>
                  </a:lnTo>
                  <a:lnTo>
                    <a:pt x="3025109" y="1606019"/>
                  </a:lnTo>
                  <a:lnTo>
                    <a:pt x="3025203" y="1606019"/>
                  </a:lnTo>
                  <a:lnTo>
                    <a:pt x="3025298" y="1606019"/>
                  </a:lnTo>
                  <a:lnTo>
                    <a:pt x="3025392" y="1606019"/>
                  </a:lnTo>
                  <a:lnTo>
                    <a:pt x="3025486" y="1606019"/>
                  </a:lnTo>
                  <a:lnTo>
                    <a:pt x="3025580" y="1606019"/>
                  </a:lnTo>
                  <a:lnTo>
                    <a:pt x="3025674" y="1606019"/>
                  </a:lnTo>
                  <a:lnTo>
                    <a:pt x="3025768" y="1606019"/>
                  </a:lnTo>
                  <a:lnTo>
                    <a:pt x="3025863" y="1606019"/>
                  </a:lnTo>
                  <a:lnTo>
                    <a:pt x="3025957" y="1606019"/>
                  </a:lnTo>
                  <a:lnTo>
                    <a:pt x="3026051" y="1606019"/>
                  </a:lnTo>
                  <a:lnTo>
                    <a:pt x="3026145" y="1606019"/>
                  </a:lnTo>
                  <a:lnTo>
                    <a:pt x="3026239" y="1606019"/>
                  </a:lnTo>
                  <a:lnTo>
                    <a:pt x="3026333" y="1606019"/>
                  </a:lnTo>
                  <a:lnTo>
                    <a:pt x="3026427" y="1606019"/>
                  </a:lnTo>
                  <a:lnTo>
                    <a:pt x="3026522" y="1606019"/>
                  </a:lnTo>
                  <a:lnTo>
                    <a:pt x="3026616" y="1606019"/>
                  </a:lnTo>
                  <a:lnTo>
                    <a:pt x="3026710" y="1606019"/>
                  </a:lnTo>
                  <a:lnTo>
                    <a:pt x="3026710" y="1601108"/>
                  </a:lnTo>
                  <a:lnTo>
                    <a:pt x="3026804" y="1601108"/>
                  </a:lnTo>
                  <a:lnTo>
                    <a:pt x="3026898" y="1601108"/>
                  </a:lnTo>
                  <a:lnTo>
                    <a:pt x="3026992" y="1601108"/>
                  </a:lnTo>
                  <a:lnTo>
                    <a:pt x="3027087" y="1601108"/>
                  </a:lnTo>
                  <a:lnTo>
                    <a:pt x="3027181" y="1601108"/>
                  </a:lnTo>
                  <a:lnTo>
                    <a:pt x="3027275" y="1601108"/>
                  </a:lnTo>
                  <a:lnTo>
                    <a:pt x="3027369" y="1601108"/>
                  </a:lnTo>
                  <a:lnTo>
                    <a:pt x="3027463" y="1601108"/>
                  </a:lnTo>
                  <a:lnTo>
                    <a:pt x="3027557" y="1601108"/>
                  </a:lnTo>
                  <a:lnTo>
                    <a:pt x="3027651" y="1601108"/>
                  </a:lnTo>
                  <a:lnTo>
                    <a:pt x="3027746" y="1601108"/>
                  </a:lnTo>
                  <a:lnTo>
                    <a:pt x="3027840" y="1601108"/>
                  </a:lnTo>
                  <a:lnTo>
                    <a:pt x="3027934" y="1601108"/>
                  </a:lnTo>
                  <a:lnTo>
                    <a:pt x="3028028" y="1601108"/>
                  </a:lnTo>
                  <a:lnTo>
                    <a:pt x="3028122" y="1601108"/>
                  </a:lnTo>
                  <a:lnTo>
                    <a:pt x="3028216" y="1601108"/>
                  </a:lnTo>
                  <a:lnTo>
                    <a:pt x="3028311" y="1601108"/>
                  </a:lnTo>
                  <a:lnTo>
                    <a:pt x="3028405" y="1601108"/>
                  </a:lnTo>
                  <a:lnTo>
                    <a:pt x="3028499" y="1601108"/>
                  </a:lnTo>
                  <a:lnTo>
                    <a:pt x="3028593" y="1601108"/>
                  </a:lnTo>
                  <a:lnTo>
                    <a:pt x="3028687" y="1601108"/>
                  </a:lnTo>
                  <a:lnTo>
                    <a:pt x="3028781" y="1601108"/>
                  </a:lnTo>
                  <a:lnTo>
                    <a:pt x="3028875" y="1601108"/>
                  </a:lnTo>
                  <a:lnTo>
                    <a:pt x="3028970" y="1601108"/>
                  </a:lnTo>
                  <a:lnTo>
                    <a:pt x="3029064" y="1601108"/>
                  </a:lnTo>
                  <a:lnTo>
                    <a:pt x="3029158" y="1601108"/>
                  </a:lnTo>
                  <a:lnTo>
                    <a:pt x="3029252" y="1601108"/>
                  </a:lnTo>
                  <a:lnTo>
                    <a:pt x="3029346" y="1601108"/>
                  </a:lnTo>
                  <a:lnTo>
                    <a:pt x="3029440" y="1601108"/>
                  </a:lnTo>
                  <a:lnTo>
                    <a:pt x="3029534" y="1601108"/>
                  </a:lnTo>
                  <a:lnTo>
                    <a:pt x="3029629" y="1601108"/>
                  </a:lnTo>
                  <a:lnTo>
                    <a:pt x="3029723" y="1601108"/>
                  </a:lnTo>
                  <a:lnTo>
                    <a:pt x="3029817" y="1601108"/>
                  </a:lnTo>
                  <a:lnTo>
                    <a:pt x="3029911" y="1601108"/>
                  </a:lnTo>
                  <a:lnTo>
                    <a:pt x="3030005" y="1601108"/>
                  </a:lnTo>
                  <a:lnTo>
                    <a:pt x="3030099" y="1601108"/>
                  </a:lnTo>
                  <a:lnTo>
                    <a:pt x="3030194" y="1601108"/>
                  </a:lnTo>
                  <a:lnTo>
                    <a:pt x="3030288" y="1601108"/>
                  </a:lnTo>
                  <a:lnTo>
                    <a:pt x="3030382" y="1601108"/>
                  </a:lnTo>
                  <a:lnTo>
                    <a:pt x="3030476" y="1601108"/>
                  </a:lnTo>
                  <a:lnTo>
                    <a:pt x="3030570" y="1601108"/>
                  </a:lnTo>
                  <a:lnTo>
                    <a:pt x="3030664" y="1601108"/>
                  </a:lnTo>
                  <a:lnTo>
                    <a:pt x="3030758" y="1601108"/>
                  </a:lnTo>
                  <a:lnTo>
                    <a:pt x="3030853" y="1601108"/>
                  </a:lnTo>
                  <a:lnTo>
                    <a:pt x="3030947" y="1601108"/>
                  </a:lnTo>
                  <a:lnTo>
                    <a:pt x="3031041" y="1601108"/>
                  </a:lnTo>
                  <a:lnTo>
                    <a:pt x="3031135" y="1601108"/>
                  </a:lnTo>
                  <a:lnTo>
                    <a:pt x="3031229" y="1601108"/>
                  </a:lnTo>
                  <a:lnTo>
                    <a:pt x="3031323" y="1601108"/>
                  </a:lnTo>
                  <a:lnTo>
                    <a:pt x="3031418" y="1601108"/>
                  </a:lnTo>
                  <a:lnTo>
                    <a:pt x="3031512" y="1601108"/>
                  </a:lnTo>
                  <a:lnTo>
                    <a:pt x="3031606" y="1601108"/>
                  </a:lnTo>
                  <a:lnTo>
                    <a:pt x="3031700" y="1601108"/>
                  </a:lnTo>
                  <a:lnTo>
                    <a:pt x="3031794" y="1601108"/>
                  </a:lnTo>
                  <a:lnTo>
                    <a:pt x="3031888" y="1601108"/>
                  </a:lnTo>
                  <a:lnTo>
                    <a:pt x="3031982" y="1601108"/>
                  </a:lnTo>
                  <a:lnTo>
                    <a:pt x="3032077" y="1601108"/>
                  </a:lnTo>
                  <a:lnTo>
                    <a:pt x="3032171" y="1601108"/>
                  </a:lnTo>
                  <a:lnTo>
                    <a:pt x="3032265" y="1601108"/>
                  </a:lnTo>
                  <a:lnTo>
                    <a:pt x="3032359" y="1601108"/>
                  </a:lnTo>
                  <a:lnTo>
                    <a:pt x="3032453" y="1601108"/>
                  </a:lnTo>
                  <a:lnTo>
                    <a:pt x="3032547" y="1601108"/>
                  </a:lnTo>
                  <a:lnTo>
                    <a:pt x="3032642" y="1601108"/>
                  </a:lnTo>
                  <a:lnTo>
                    <a:pt x="3032736" y="1601108"/>
                  </a:lnTo>
                  <a:lnTo>
                    <a:pt x="3032830" y="1601108"/>
                  </a:lnTo>
                  <a:lnTo>
                    <a:pt x="3032924" y="1601108"/>
                  </a:lnTo>
                  <a:lnTo>
                    <a:pt x="3033018" y="1601108"/>
                  </a:lnTo>
                  <a:lnTo>
                    <a:pt x="3033112" y="1601108"/>
                  </a:lnTo>
                  <a:lnTo>
                    <a:pt x="3033206" y="1601108"/>
                  </a:lnTo>
                  <a:lnTo>
                    <a:pt x="3033301" y="1601108"/>
                  </a:lnTo>
                  <a:lnTo>
                    <a:pt x="3033395" y="1601108"/>
                  </a:lnTo>
                  <a:lnTo>
                    <a:pt x="3033489" y="1601108"/>
                  </a:lnTo>
                  <a:lnTo>
                    <a:pt x="3033583" y="1601108"/>
                  </a:lnTo>
                  <a:lnTo>
                    <a:pt x="3033677" y="1601108"/>
                  </a:lnTo>
                  <a:lnTo>
                    <a:pt x="3033771" y="1601108"/>
                  </a:lnTo>
                  <a:lnTo>
                    <a:pt x="3033865" y="1601108"/>
                  </a:lnTo>
                  <a:lnTo>
                    <a:pt x="3033960" y="1601108"/>
                  </a:lnTo>
                  <a:lnTo>
                    <a:pt x="3034054" y="1601108"/>
                  </a:lnTo>
                  <a:lnTo>
                    <a:pt x="3034148" y="1601108"/>
                  </a:lnTo>
                  <a:lnTo>
                    <a:pt x="3034242" y="1601108"/>
                  </a:lnTo>
                  <a:lnTo>
                    <a:pt x="3034336" y="1601108"/>
                  </a:lnTo>
                  <a:lnTo>
                    <a:pt x="3034430" y="1601108"/>
                  </a:lnTo>
                  <a:lnTo>
                    <a:pt x="3034525" y="1601108"/>
                  </a:lnTo>
                  <a:lnTo>
                    <a:pt x="3034619" y="1601108"/>
                  </a:lnTo>
                  <a:lnTo>
                    <a:pt x="3034713" y="1601108"/>
                  </a:lnTo>
                  <a:lnTo>
                    <a:pt x="3034807" y="1601108"/>
                  </a:lnTo>
                  <a:lnTo>
                    <a:pt x="3034901" y="1601108"/>
                  </a:lnTo>
                  <a:lnTo>
                    <a:pt x="3034995" y="1601108"/>
                  </a:lnTo>
                  <a:lnTo>
                    <a:pt x="3035089" y="1601108"/>
                  </a:lnTo>
                  <a:lnTo>
                    <a:pt x="3035184" y="1601108"/>
                  </a:lnTo>
                  <a:lnTo>
                    <a:pt x="3035278" y="1601108"/>
                  </a:lnTo>
                  <a:lnTo>
                    <a:pt x="3035372" y="1601108"/>
                  </a:lnTo>
                  <a:lnTo>
                    <a:pt x="3035466" y="1601108"/>
                  </a:lnTo>
                  <a:lnTo>
                    <a:pt x="3035560" y="1601108"/>
                  </a:lnTo>
                  <a:lnTo>
                    <a:pt x="3035654" y="1601108"/>
                  </a:lnTo>
                  <a:lnTo>
                    <a:pt x="3035749" y="1601108"/>
                  </a:lnTo>
                  <a:lnTo>
                    <a:pt x="3035843" y="1601108"/>
                  </a:lnTo>
                  <a:lnTo>
                    <a:pt x="3035937" y="1601108"/>
                  </a:lnTo>
                  <a:lnTo>
                    <a:pt x="3036031" y="1601108"/>
                  </a:lnTo>
                  <a:lnTo>
                    <a:pt x="3036125" y="1601108"/>
                  </a:lnTo>
                  <a:lnTo>
                    <a:pt x="3036219" y="1601108"/>
                  </a:lnTo>
                  <a:lnTo>
                    <a:pt x="3036313" y="1601108"/>
                  </a:lnTo>
                  <a:lnTo>
                    <a:pt x="3036408" y="1601108"/>
                  </a:lnTo>
                  <a:lnTo>
                    <a:pt x="3036502" y="1601108"/>
                  </a:lnTo>
                  <a:lnTo>
                    <a:pt x="3036596" y="1601108"/>
                  </a:lnTo>
                  <a:lnTo>
                    <a:pt x="3036690" y="1601108"/>
                  </a:lnTo>
                  <a:lnTo>
                    <a:pt x="3036784" y="1601108"/>
                  </a:lnTo>
                  <a:lnTo>
                    <a:pt x="3036878" y="1601108"/>
                  </a:lnTo>
                  <a:lnTo>
                    <a:pt x="3036973" y="1601108"/>
                  </a:lnTo>
                  <a:lnTo>
                    <a:pt x="3037067" y="1601108"/>
                  </a:lnTo>
                  <a:lnTo>
                    <a:pt x="3037161" y="1601108"/>
                  </a:lnTo>
                  <a:lnTo>
                    <a:pt x="3037255" y="1601108"/>
                  </a:lnTo>
                  <a:lnTo>
                    <a:pt x="3037349" y="1601108"/>
                  </a:lnTo>
                  <a:lnTo>
                    <a:pt x="3037443" y="1601108"/>
                  </a:lnTo>
                  <a:lnTo>
                    <a:pt x="3037537" y="1601108"/>
                  </a:lnTo>
                  <a:lnTo>
                    <a:pt x="3037632" y="1601108"/>
                  </a:lnTo>
                  <a:lnTo>
                    <a:pt x="3037726" y="1601108"/>
                  </a:lnTo>
                  <a:lnTo>
                    <a:pt x="3037820" y="1601108"/>
                  </a:lnTo>
                  <a:lnTo>
                    <a:pt x="3037914" y="1601108"/>
                  </a:lnTo>
                  <a:lnTo>
                    <a:pt x="3038008" y="1601108"/>
                  </a:lnTo>
                  <a:lnTo>
                    <a:pt x="3038102" y="1601108"/>
                  </a:lnTo>
                  <a:lnTo>
                    <a:pt x="3038196" y="1601108"/>
                  </a:lnTo>
                  <a:lnTo>
                    <a:pt x="3038291" y="1601108"/>
                  </a:lnTo>
                  <a:lnTo>
                    <a:pt x="3038385" y="1601108"/>
                  </a:lnTo>
                  <a:lnTo>
                    <a:pt x="3038479" y="1601108"/>
                  </a:lnTo>
                  <a:lnTo>
                    <a:pt x="3038573" y="1601108"/>
                  </a:lnTo>
                  <a:lnTo>
                    <a:pt x="3038667" y="1601108"/>
                  </a:lnTo>
                  <a:lnTo>
                    <a:pt x="3038761" y="1601108"/>
                  </a:lnTo>
                  <a:lnTo>
                    <a:pt x="3038856" y="1601108"/>
                  </a:lnTo>
                  <a:lnTo>
                    <a:pt x="3038950" y="1601108"/>
                  </a:lnTo>
                  <a:lnTo>
                    <a:pt x="3039044" y="1601108"/>
                  </a:lnTo>
                  <a:lnTo>
                    <a:pt x="3039138" y="1601108"/>
                  </a:lnTo>
                  <a:lnTo>
                    <a:pt x="3039232" y="1601108"/>
                  </a:lnTo>
                  <a:lnTo>
                    <a:pt x="3039326" y="1601108"/>
                  </a:lnTo>
                  <a:lnTo>
                    <a:pt x="3039420" y="1601108"/>
                  </a:lnTo>
                  <a:lnTo>
                    <a:pt x="3039515" y="1601108"/>
                  </a:lnTo>
                  <a:lnTo>
                    <a:pt x="3039609" y="1601108"/>
                  </a:lnTo>
                  <a:lnTo>
                    <a:pt x="3039703" y="1601108"/>
                  </a:lnTo>
                  <a:lnTo>
                    <a:pt x="3039797" y="1601108"/>
                  </a:lnTo>
                  <a:lnTo>
                    <a:pt x="3039891" y="1601108"/>
                  </a:lnTo>
                  <a:lnTo>
                    <a:pt x="3039985" y="1601108"/>
                  </a:lnTo>
                  <a:lnTo>
                    <a:pt x="3040080" y="1601108"/>
                  </a:lnTo>
                  <a:lnTo>
                    <a:pt x="3040174" y="1601108"/>
                  </a:lnTo>
                  <a:lnTo>
                    <a:pt x="3040268" y="1601108"/>
                  </a:lnTo>
                  <a:lnTo>
                    <a:pt x="3040362" y="1601108"/>
                  </a:lnTo>
                  <a:lnTo>
                    <a:pt x="3040456" y="1601108"/>
                  </a:lnTo>
                  <a:lnTo>
                    <a:pt x="3040550" y="1601108"/>
                  </a:lnTo>
                  <a:lnTo>
                    <a:pt x="3040644" y="1601108"/>
                  </a:lnTo>
                  <a:lnTo>
                    <a:pt x="3040739" y="1601108"/>
                  </a:lnTo>
                  <a:lnTo>
                    <a:pt x="3040833" y="1601108"/>
                  </a:lnTo>
                  <a:lnTo>
                    <a:pt x="3040927" y="1601108"/>
                  </a:lnTo>
                  <a:lnTo>
                    <a:pt x="3041021" y="1601108"/>
                  </a:lnTo>
                  <a:lnTo>
                    <a:pt x="3041115" y="1601108"/>
                  </a:lnTo>
                  <a:lnTo>
                    <a:pt x="3041209" y="1601108"/>
                  </a:lnTo>
                  <a:lnTo>
                    <a:pt x="3041304" y="1601108"/>
                  </a:lnTo>
                  <a:lnTo>
                    <a:pt x="3041398" y="1601108"/>
                  </a:lnTo>
                  <a:lnTo>
                    <a:pt x="3041492" y="1601108"/>
                  </a:lnTo>
                  <a:lnTo>
                    <a:pt x="3041586" y="1601108"/>
                  </a:lnTo>
                  <a:lnTo>
                    <a:pt x="3041680" y="1601108"/>
                  </a:lnTo>
                  <a:lnTo>
                    <a:pt x="3041774" y="1601108"/>
                  </a:lnTo>
                  <a:lnTo>
                    <a:pt x="3041868" y="1601108"/>
                  </a:lnTo>
                  <a:lnTo>
                    <a:pt x="3041963" y="1601108"/>
                  </a:lnTo>
                  <a:lnTo>
                    <a:pt x="3042057" y="1601108"/>
                  </a:lnTo>
                  <a:lnTo>
                    <a:pt x="3042151" y="1601108"/>
                  </a:lnTo>
                  <a:lnTo>
                    <a:pt x="3042245" y="1601108"/>
                  </a:lnTo>
                  <a:lnTo>
                    <a:pt x="3042339" y="1601108"/>
                  </a:lnTo>
                  <a:lnTo>
                    <a:pt x="3042433" y="1601108"/>
                  </a:lnTo>
                  <a:lnTo>
                    <a:pt x="3042527" y="1601108"/>
                  </a:lnTo>
                  <a:lnTo>
                    <a:pt x="3042622" y="1601108"/>
                  </a:lnTo>
                  <a:lnTo>
                    <a:pt x="3042716" y="1601108"/>
                  </a:lnTo>
                  <a:lnTo>
                    <a:pt x="3042810" y="1601108"/>
                  </a:lnTo>
                  <a:lnTo>
                    <a:pt x="3042904" y="1601108"/>
                  </a:lnTo>
                  <a:lnTo>
                    <a:pt x="3042998" y="1601108"/>
                  </a:lnTo>
                  <a:lnTo>
                    <a:pt x="3043092" y="1601108"/>
                  </a:lnTo>
                  <a:lnTo>
                    <a:pt x="3043187" y="1601108"/>
                  </a:lnTo>
                  <a:lnTo>
                    <a:pt x="3043281" y="1601108"/>
                  </a:lnTo>
                  <a:lnTo>
                    <a:pt x="3043375" y="1601108"/>
                  </a:lnTo>
                  <a:lnTo>
                    <a:pt x="3043469" y="1601108"/>
                  </a:lnTo>
                  <a:lnTo>
                    <a:pt x="3043563" y="1601108"/>
                  </a:lnTo>
                  <a:lnTo>
                    <a:pt x="3043657" y="1601108"/>
                  </a:lnTo>
                  <a:lnTo>
                    <a:pt x="3043751" y="1601108"/>
                  </a:lnTo>
                  <a:lnTo>
                    <a:pt x="3043846" y="1601108"/>
                  </a:lnTo>
                  <a:lnTo>
                    <a:pt x="3043940" y="1601108"/>
                  </a:lnTo>
                  <a:lnTo>
                    <a:pt x="3044034" y="1601108"/>
                  </a:lnTo>
                  <a:lnTo>
                    <a:pt x="3044128" y="1601108"/>
                  </a:lnTo>
                  <a:lnTo>
                    <a:pt x="3044128" y="1596196"/>
                  </a:lnTo>
                  <a:lnTo>
                    <a:pt x="3044222" y="1596196"/>
                  </a:lnTo>
                  <a:lnTo>
                    <a:pt x="3044316" y="1596196"/>
                  </a:lnTo>
                  <a:lnTo>
                    <a:pt x="3044411" y="1596196"/>
                  </a:lnTo>
                  <a:lnTo>
                    <a:pt x="3044505" y="1596196"/>
                  </a:lnTo>
                  <a:lnTo>
                    <a:pt x="3044599" y="1596196"/>
                  </a:lnTo>
                  <a:lnTo>
                    <a:pt x="3044693" y="1596196"/>
                  </a:lnTo>
                  <a:lnTo>
                    <a:pt x="3044787" y="1596196"/>
                  </a:lnTo>
                  <a:lnTo>
                    <a:pt x="3044881" y="1596196"/>
                  </a:lnTo>
                  <a:lnTo>
                    <a:pt x="3044975" y="1596196"/>
                  </a:lnTo>
                  <a:lnTo>
                    <a:pt x="3045070" y="1596196"/>
                  </a:lnTo>
                  <a:lnTo>
                    <a:pt x="3045164" y="1596196"/>
                  </a:lnTo>
                  <a:lnTo>
                    <a:pt x="3045258" y="1596196"/>
                  </a:lnTo>
                  <a:lnTo>
                    <a:pt x="3045352" y="1596196"/>
                  </a:lnTo>
                  <a:lnTo>
                    <a:pt x="3045446" y="1596196"/>
                  </a:lnTo>
                  <a:lnTo>
                    <a:pt x="3045540" y="1596196"/>
                  </a:lnTo>
                  <a:lnTo>
                    <a:pt x="3045635" y="1596196"/>
                  </a:lnTo>
                  <a:lnTo>
                    <a:pt x="3045729" y="1596196"/>
                  </a:lnTo>
                  <a:lnTo>
                    <a:pt x="3045823" y="1596196"/>
                  </a:lnTo>
                  <a:lnTo>
                    <a:pt x="3045917" y="1596196"/>
                  </a:lnTo>
                  <a:lnTo>
                    <a:pt x="3046011" y="1596196"/>
                  </a:lnTo>
                  <a:lnTo>
                    <a:pt x="3046105" y="1596196"/>
                  </a:lnTo>
                  <a:lnTo>
                    <a:pt x="3046199" y="1596196"/>
                  </a:lnTo>
                  <a:lnTo>
                    <a:pt x="3046294" y="1596196"/>
                  </a:lnTo>
                  <a:lnTo>
                    <a:pt x="3046388" y="1596196"/>
                  </a:lnTo>
                  <a:lnTo>
                    <a:pt x="3046482" y="1596196"/>
                  </a:lnTo>
                  <a:lnTo>
                    <a:pt x="3046576" y="1596196"/>
                  </a:lnTo>
                  <a:lnTo>
                    <a:pt x="3046670" y="1596196"/>
                  </a:lnTo>
                  <a:lnTo>
                    <a:pt x="3046764" y="1596196"/>
                  </a:lnTo>
                  <a:lnTo>
                    <a:pt x="3046858" y="1596196"/>
                  </a:lnTo>
                  <a:lnTo>
                    <a:pt x="3046953" y="1596196"/>
                  </a:lnTo>
                  <a:lnTo>
                    <a:pt x="3047047" y="1596196"/>
                  </a:lnTo>
                  <a:lnTo>
                    <a:pt x="3047141" y="1596196"/>
                  </a:lnTo>
                  <a:lnTo>
                    <a:pt x="3047235" y="1596196"/>
                  </a:lnTo>
                  <a:lnTo>
                    <a:pt x="3047329" y="1596196"/>
                  </a:lnTo>
                  <a:lnTo>
                    <a:pt x="3047423" y="1596196"/>
                  </a:lnTo>
                  <a:lnTo>
                    <a:pt x="3047518" y="1596196"/>
                  </a:lnTo>
                  <a:lnTo>
                    <a:pt x="3047612" y="1596196"/>
                  </a:lnTo>
                  <a:lnTo>
                    <a:pt x="3047706" y="1596196"/>
                  </a:lnTo>
                  <a:lnTo>
                    <a:pt x="3047800" y="1596196"/>
                  </a:lnTo>
                  <a:lnTo>
                    <a:pt x="3047894" y="1596196"/>
                  </a:lnTo>
                  <a:lnTo>
                    <a:pt x="3047988" y="1596196"/>
                  </a:lnTo>
                  <a:lnTo>
                    <a:pt x="3048082" y="1596196"/>
                  </a:lnTo>
                  <a:lnTo>
                    <a:pt x="3048082" y="1591285"/>
                  </a:lnTo>
                  <a:lnTo>
                    <a:pt x="3048177" y="1591285"/>
                  </a:lnTo>
                  <a:lnTo>
                    <a:pt x="3048271" y="1591285"/>
                  </a:lnTo>
                  <a:lnTo>
                    <a:pt x="3048365" y="1591285"/>
                  </a:lnTo>
                  <a:lnTo>
                    <a:pt x="3048459" y="1591285"/>
                  </a:lnTo>
                  <a:lnTo>
                    <a:pt x="3048553" y="1591285"/>
                  </a:lnTo>
                  <a:lnTo>
                    <a:pt x="3048647" y="1591285"/>
                  </a:lnTo>
                  <a:lnTo>
                    <a:pt x="3048742" y="1591285"/>
                  </a:lnTo>
                  <a:lnTo>
                    <a:pt x="3048836" y="1591285"/>
                  </a:lnTo>
                  <a:lnTo>
                    <a:pt x="3048930" y="1591285"/>
                  </a:lnTo>
                  <a:lnTo>
                    <a:pt x="3049024" y="1591285"/>
                  </a:lnTo>
                  <a:lnTo>
                    <a:pt x="3049118" y="1591285"/>
                  </a:lnTo>
                  <a:lnTo>
                    <a:pt x="3049212" y="1591285"/>
                  </a:lnTo>
                  <a:lnTo>
                    <a:pt x="3049306" y="1591285"/>
                  </a:lnTo>
                  <a:lnTo>
                    <a:pt x="3049401" y="1591285"/>
                  </a:lnTo>
                  <a:lnTo>
                    <a:pt x="3049495" y="1591285"/>
                  </a:lnTo>
                  <a:lnTo>
                    <a:pt x="3049589" y="1591285"/>
                  </a:lnTo>
                  <a:lnTo>
                    <a:pt x="3049683" y="1591285"/>
                  </a:lnTo>
                  <a:lnTo>
                    <a:pt x="3049777" y="1591285"/>
                  </a:lnTo>
                  <a:lnTo>
                    <a:pt x="3049871" y="1591285"/>
                  </a:lnTo>
                  <a:lnTo>
                    <a:pt x="3049966" y="1591285"/>
                  </a:lnTo>
                  <a:lnTo>
                    <a:pt x="3050060" y="1591285"/>
                  </a:lnTo>
                  <a:lnTo>
                    <a:pt x="3050154" y="1591285"/>
                  </a:lnTo>
                  <a:lnTo>
                    <a:pt x="3050248" y="1591285"/>
                  </a:lnTo>
                  <a:lnTo>
                    <a:pt x="3050342" y="1591285"/>
                  </a:lnTo>
                  <a:lnTo>
                    <a:pt x="3050436" y="1591285"/>
                  </a:lnTo>
                  <a:lnTo>
                    <a:pt x="3050530" y="1591285"/>
                  </a:lnTo>
                  <a:lnTo>
                    <a:pt x="3050625" y="1591285"/>
                  </a:lnTo>
                  <a:lnTo>
                    <a:pt x="3050719" y="1591285"/>
                  </a:lnTo>
                  <a:lnTo>
                    <a:pt x="3050813" y="1591285"/>
                  </a:lnTo>
                  <a:lnTo>
                    <a:pt x="3050907" y="1591285"/>
                  </a:lnTo>
                  <a:lnTo>
                    <a:pt x="3051001" y="1591285"/>
                  </a:lnTo>
                  <a:lnTo>
                    <a:pt x="3051095" y="1591285"/>
                  </a:lnTo>
                  <a:lnTo>
                    <a:pt x="3051189" y="1591285"/>
                  </a:lnTo>
                  <a:lnTo>
                    <a:pt x="3051284" y="1591285"/>
                  </a:lnTo>
                  <a:lnTo>
                    <a:pt x="3051378" y="1591285"/>
                  </a:lnTo>
                  <a:lnTo>
                    <a:pt x="3051472" y="1591285"/>
                  </a:lnTo>
                  <a:lnTo>
                    <a:pt x="3051566" y="1591285"/>
                  </a:lnTo>
                  <a:lnTo>
                    <a:pt x="3051660" y="1591285"/>
                  </a:lnTo>
                  <a:lnTo>
                    <a:pt x="3051754" y="1591285"/>
                  </a:lnTo>
                  <a:lnTo>
                    <a:pt x="3051849" y="1591285"/>
                  </a:lnTo>
                  <a:lnTo>
                    <a:pt x="3051943" y="1591285"/>
                  </a:lnTo>
                  <a:lnTo>
                    <a:pt x="3052037" y="1591285"/>
                  </a:lnTo>
                  <a:lnTo>
                    <a:pt x="3052131" y="1591285"/>
                  </a:lnTo>
                  <a:lnTo>
                    <a:pt x="3052225" y="1591285"/>
                  </a:lnTo>
                  <a:lnTo>
                    <a:pt x="3052319" y="1591285"/>
                  </a:lnTo>
                  <a:lnTo>
                    <a:pt x="3052413" y="1591285"/>
                  </a:lnTo>
                  <a:lnTo>
                    <a:pt x="3052508" y="1591285"/>
                  </a:lnTo>
                  <a:lnTo>
                    <a:pt x="3052602" y="1591285"/>
                  </a:lnTo>
                  <a:lnTo>
                    <a:pt x="3052696" y="1591285"/>
                  </a:lnTo>
                  <a:lnTo>
                    <a:pt x="3052790" y="1591285"/>
                  </a:lnTo>
                  <a:lnTo>
                    <a:pt x="3052884" y="1591285"/>
                  </a:lnTo>
                  <a:lnTo>
                    <a:pt x="3052978" y="1591285"/>
                  </a:lnTo>
                  <a:lnTo>
                    <a:pt x="3053073" y="1591285"/>
                  </a:lnTo>
                  <a:lnTo>
                    <a:pt x="3053167" y="1591285"/>
                  </a:lnTo>
                  <a:lnTo>
                    <a:pt x="3053261" y="1591285"/>
                  </a:lnTo>
                  <a:lnTo>
                    <a:pt x="3053355" y="1591285"/>
                  </a:lnTo>
                  <a:lnTo>
                    <a:pt x="3053449" y="1591285"/>
                  </a:lnTo>
                  <a:lnTo>
                    <a:pt x="3053543" y="1591285"/>
                  </a:lnTo>
                  <a:lnTo>
                    <a:pt x="3053637" y="1591285"/>
                  </a:lnTo>
                  <a:lnTo>
                    <a:pt x="3053732" y="1591285"/>
                  </a:lnTo>
                  <a:lnTo>
                    <a:pt x="3053732" y="1586374"/>
                  </a:lnTo>
                  <a:lnTo>
                    <a:pt x="3053826" y="1586374"/>
                  </a:lnTo>
                  <a:lnTo>
                    <a:pt x="3053920" y="1586374"/>
                  </a:lnTo>
                  <a:lnTo>
                    <a:pt x="3054014" y="1586374"/>
                  </a:lnTo>
                  <a:lnTo>
                    <a:pt x="3054108" y="1586374"/>
                  </a:lnTo>
                  <a:lnTo>
                    <a:pt x="3054202" y="1586374"/>
                  </a:lnTo>
                  <a:lnTo>
                    <a:pt x="3054297" y="1586374"/>
                  </a:lnTo>
                  <a:lnTo>
                    <a:pt x="3054391" y="1586374"/>
                  </a:lnTo>
                  <a:lnTo>
                    <a:pt x="3054485" y="1586374"/>
                  </a:lnTo>
                  <a:lnTo>
                    <a:pt x="3054579" y="1586374"/>
                  </a:lnTo>
                  <a:lnTo>
                    <a:pt x="3054673" y="1586374"/>
                  </a:lnTo>
                  <a:lnTo>
                    <a:pt x="3054767" y="1586374"/>
                  </a:lnTo>
                  <a:lnTo>
                    <a:pt x="3054861" y="1586374"/>
                  </a:lnTo>
                  <a:lnTo>
                    <a:pt x="3054956" y="1586374"/>
                  </a:lnTo>
                  <a:lnTo>
                    <a:pt x="3055050" y="1586374"/>
                  </a:lnTo>
                  <a:lnTo>
                    <a:pt x="3055144" y="1586374"/>
                  </a:lnTo>
                  <a:lnTo>
                    <a:pt x="3055238" y="1586374"/>
                  </a:lnTo>
                  <a:lnTo>
                    <a:pt x="3055332" y="1586374"/>
                  </a:lnTo>
                  <a:lnTo>
                    <a:pt x="3055426" y="1586374"/>
                  </a:lnTo>
                  <a:lnTo>
                    <a:pt x="3055520" y="1586374"/>
                  </a:lnTo>
                  <a:lnTo>
                    <a:pt x="3055615" y="1586374"/>
                  </a:lnTo>
                  <a:lnTo>
                    <a:pt x="3055709" y="1586374"/>
                  </a:lnTo>
                  <a:lnTo>
                    <a:pt x="3055803" y="1586374"/>
                  </a:lnTo>
                  <a:lnTo>
                    <a:pt x="3055897" y="1586374"/>
                  </a:lnTo>
                  <a:lnTo>
                    <a:pt x="3055991" y="1586374"/>
                  </a:lnTo>
                  <a:lnTo>
                    <a:pt x="3056085" y="1586374"/>
                  </a:lnTo>
                  <a:lnTo>
                    <a:pt x="3056180" y="1586374"/>
                  </a:lnTo>
                  <a:lnTo>
                    <a:pt x="3056274" y="1586374"/>
                  </a:lnTo>
                  <a:lnTo>
                    <a:pt x="3056368" y="1586374"/>
                  </a:lnTo>
                  <a:lnTo>
                    <a:pt x="3056462" y="1586374"/>
                  </a:lnTo>
                  <a:lnTo>
                    <a:pt x="3056556" y="1586374"/>
                  </a:lnTo>
                  <a:lnTo>
                    <a:pt x="3056650" y="1586374"/>
                  </a:lnTo>
                  <a:lnTo>
                    <a:pt x="3056744" y="1586374"/>
                  </a:lnTo>
                  <a:lnTo>
                    <a:pt x="3056839" y="1586374"/>
                  </a:lnTo>
                  <a:lnTo>
                    <a:pt x="3056933" y="1586374"/>
                  </a:lnTo>
                  <a:lnTo>
                    <a:pt x="3057027" y="1586374"/>
                  </a:lnTo>
                  <a:lnTo>
                    <a:pt x="3057121" y="1586374"/>
                  </a:lnTo>
                  <a:lnTo>
                    <a:pt x="3057215" y="1586374"/>
                  </a:lnTo>
                  <a:lnTo>
                    <a:pt x="3057309" y="1586374"/>
                  </a:lnTo>
                  <a:lnTo>
                    <a:pt x="3057404" y="1586374"/>
                  </a:lnTo>
                  <a:lnTo>
                    <a:pt x="3057498" y="1586374"/>
                  </a:lnTo>
                  <a:lnTo>
                    <a:pt x="3057592" y="1586374"/>
                  </a:lnTo>
                  <a:lnTo>
                    <a:pt x="3057686" y="1586374"/>
                  </a:lnTo>
                  <a:lnTo>
                    <a:pt x="3057780" y="1586374"/>
                  </a:lnTo>
                  <a:lnTo>
                    <a:pt x="3057874" y="1586374"/>
                  </a:lnTo>
                  <a:lnTo>
                    <a:pt x="3057968" y="1586374"/>
                  </a:lnTo>
                  <a:lnTo>
                    <a:pt x="3058063" y="1586374"/>
                  </a:lnTo>
                  <a:lnTo>
                    <a:pt x="3058157" y="1586374"/>
                  </a:lnTo>
                  <a:lnTo>
                    <a:pt x="3058251" y="1586374"/>
                  </a:lnTo>
                  <a:lnTo>
                    <a:pt x="3058345" y="1586374"/>
                  </a:lnTo>
                  <a:lnTo>
                    <a:pt x="3058439" y="1586374"/>
                  </a:lnTo>
                  <a:lnTo>
                    <a:pt x="3058533" y="1586374"/>
                  </a:lnTo>
                  <a:lnTo>
                    <a:pt x="3058628" y="1586374"/>
                  </a:lnTo>
                  <a:lnTo>
                    <a:pt x="3058722" y="1586374"/>
                  </a:lnTo>
                  <a:lnTo>
                    <a:pt x="3058816" y="1586374"/>
                  </a:lnTo>
                  <a:lnTo>
                    <a:pt x="3058910" y="1586374"/>
                  </a:lnTo>
                  <a:lnTo>
                    <a:pt x="3059004" y="1586374"/>
                  </a:lnTo>
                  <a:lnTo>
                    <a:pt x="3059098" y="1586374"/>
                  </a:lnTo>
                  <a:lnTo>
                    <a:pt x="3059192" y="1586374"/>
                  </a:lnTo>
                  <a:lnTo>
                    <a:pt x="3059287" y="1586374"/>
                  </a:lnTo>
                  <a:lnTo>
                    <a:pt x="3059381" y="1586374"/>
                  </a:lnTo>
                  <a:lnTo>
                    <a:pt x="3059475" y="1586374"/>
                  </a:lnTo>
                  <a:lnTo>
                    <a:pt x="3059569" y="1586374"/>
                  </a:lnTo>
                  <a:lnTo>
                    <a:pt x="3059663" y="1586374"/>
                  </a:lnTo>
                  <a:lnTo>
                    <a:pt x="3059757" y="1586374"/>
                  </a:lnTo>
                  <a:lnTo>
                    <a:pt x="3059851" y="1586374"/>
                  </a:lnTo>
                  <a:lnTo>
                    <a:pt x="3059946" y="1586374"/>
                  </a:lnTo>
                  <a:lnTo>
                    <a:pt x="3060040" y="1586374"/>
                  </a:lnTo>
                  <a:lnTo>
                    <a:pt x="3060134" y="1586374"/>
                  </a:lnTo>
                  <a:lnTo>
                    <a:pt x="3060228" y="1586374"/>
                  </a:lnTo>
                  <a:lnTo>
                    <a:pt x="3060322" y="1586374"/>
                  </a:lnTo>
                  <a:lnTo>
                    <a:pt x="3060416" y="1586374"/>
                  </a:lnTo>
                  <a:lnTo>
                    <a:pt x="3060511" y="1586374"/>
                  </a:lnTo>
                  <a:lnTo>
                    <a:pt x="3060605" y="1586374"/>
                  </a:lnTo>
                  <a:lnTo>
                    <a:pt x="3060699" y="1586374"/>
                  </a:lnTo>
                  <a:lnTo>
                    <a:pt x="3060793" y="1586374"/>
                  </a:lnTo>
                  <a:lnTo>
                    <a:pt x="3060887" y="1586374"/>
                  </a:lnTo>
                  <a:lnTo>
                    <a:pt x="3060981" y="1586374"/>
                  </a:lnTo>
                  <a:lnTo>
                    <a:pt x="3061075" y="1586374"/>
                  </a:lnTo>
                  <a:lnTo>
                    <a:pt x="3061170" y="1586374"/>
                  </a:lnTo>
                  <a:lnTo>
                    <a:pt x="3061264" y="1586374"/>
                  </a:lnTo>
                  <a:lnTo>
                    <a:pt x="3061358" y="1586374"/>
                  </a:lnTo>
                  <a:lnTo>
                    <a:pt x="3061452" y="1586374"/>
                  </a:lnTo>
                  <a:lnTo>
                    <a:pt x="3061546" y="1586374"/>
                  </a:lnTo>
                  <a:lnTo>
                    <a:pt x="3061640" y="1586374"/>
                  </a:lnTo>
                  <a:lnTo>
                    <a:pt x="3061735" y="1586374"/>
                  </a:lnTo>
                  <a:lnTo>
                    <a:pt x="3061829" y="1586374"/>
                  </a:lnTo>
                  <a:lnTo>
                    <a:pt x="3061923" y="1586374"/>
                  </a:lnTo>
                  <a:lnTo>
                    <a:pt x="3062017" y="1586374"/>
                  </a:lnTo>
                  <a:lnTo>
                    <a:pt x="3062111" y="1586374"/>
                  </a:lnTo>
                  <a:lnTo>
                    <a:pt x="3062205" y="1586374"/>
                  </a:lnTo>
                  <a:lnTo>
                    <a:pt x="3062299" y="1586374"/>
                  </a:lnTo>
                  <a:lnTo>
                    <a:pt x="3062394" y="1586374"/>
                  </a:lnTo>
                  <a:lnTo>
                    <a:pt x="3062488" y="1586374"/>
                  </a:lnTo>
                  <a:lnTo>
                    <a:pt x="3062582" y="1586374"/>
                  </a:lnTo>
                  <a:lnTo>
                    <a:pt x="3062676" y="1586374"/>
                  </a:lnTo>
                  <a:lnTo>
                    <a:pt x="3062770" y="1586374"/>
                  </a:lnTo>
                  <a:lnTo>
                    <a:pt x="3062864" y="1586374"/>
                  </a:lnTo>
                  <a:lnTo>
                    <a:pt x="3062959" y="1586374"/>
                  </a:lnTo>
                  <a:lnTo>
                    <a:pt x="3063053" y="1586374"/>
                  </a:lnTo>
                  <a:lnTo>
                    <a:pt x="3063147" y="1586374"/>
                  </a:lnTo>
                  <a:lnTo>
                    <a:pt x="3063241" y="1586374"/>
                  </a:lnTo>
                  <a:lnTo>
                    <a:pt x="3063335" y="1586374"/>
                  </a:lnTo>
                  <a:lnTo>
                    <a:pt x="3063429" y="1586374"/>
                  </a:lnTo>
                  <a:lnTo>
                    <a:pt x="3063523" y="1586374"/>
                  </a:lnTo>
                  <a:lnTo>
                    <a:pt x="3063618" y="1586374"/>
                  </a:lnTo>
                  <a:lnTo>
                    <a:pt x="3063712" y="1586374"/>
                  </a:lnTo>
                  <a:lnTo>
                    <a:pt x="3063806" y="1586374"/>
                  </a:lnTo>
                  <a:lnTo>
                    <a:pt x="3063900" y="1586374"/>
                  </a:lnTo>
                  <a:lnTo>
                    <a:pt x="3063994" y="1586374"/>
                  </a:lnTo>
                  <a:lnTo>
                    <a:pt x="3064088" y="1586374"/>
                  </a:lnTo>
                  <a:lnTo>
                    <a:pt x="3064182" y="1586374"/>
                  </a:lnTo>
                  <a:lnTo>
                    <a:pt x="3064277" y="1586374"/>
                  </a:lnTo>
                  <a:lnTo>
                    <a:pt x="3064371" y="1586374"/>
                  </a:lnTo>
                  <a:lnTo>
                    <a:pt x="3064465" y="1586374"/>
                  </a:lnTo>
                  <a:lnTo>
                    <a:pt x="3064559" y="1586374"/>
                  </a:lnTo>
                  <a:lnTo>
                    <a:pt x="3064653" y="1586374"/>
                  </a:lnTo>
                  <a:lnTo>
                    <a:pt x="3064747" y="1586374"/>
                  </a:lnTo>
                  <a:lnTo>
                    <a:pt x="3064842" y="1586374"/>
                  </a:lnTo>
                  <a:lnTo>
                    <a:pt x="3064936" y="1586374"/>
                  </a:lnTo>
                  <a:lnTo>
                    <a:pt x="3065030" y="1586374"/>
                  </a:lnTo>
                  <a:lnTo>
                    <a:pt x="3065124" y="1586374"/>
                  </a:lnTo>
                  <a:lnTo>
                    <a:pt x="3065218" y="1586374"/>
                  </a:lnTo>
                  <a:lnTo>
                    <a:pt x="3065312" y="1586374"/>
                  </a:lnTo>
                  <a:lnTo>
                    <a:pt x="3065406" y="1586374"/>
                  </a:lnTo>
                  <a:lnTo>
                    <a:pt x="3065501" y="1586374"/>
                  </a:lnTo>
                  <a:lnTo>
                    <a:pt x="3065595" y="1586374"/>
                  </a:lnTo>
                  <a:lnTo>
                    <a:pt x="3065689" y="1586374"/>
                  </a:lnTo>
                  <a:lnTo>
                    <a:pt x="3065783" y="1586374"/>
                  </a:lnTo>
                  <a:lnTo>
                    <a:pt x="3065877" y="1586374"/>
                  </a:lnTo>
                  <a:lnTo>
                    <a:pt x="3065971" y="1586374"/>
                  </a:lnTo>
                  <a:lnTo>
                    <a:pt x="3066066" y="1586374"/>
                  </a:lnTo>
                  <a:lnTo>
                    <a:pt x="3066066" y="1581462"/>
                  </a:lnTo>
                  <a:lnTo>
                    <a:pt x="3066160" y="1581462"/>
                  </a:lnTo>
                  <a:lnTo>
                    <a:pt x="3066254" y="1581462"/>
                  </a:lnTo>
                  <a:lnTo>
                    <a:pt x="3066348" y="1581462"/>
                  </a:lnTo>
                  <a:lnTo>
                    <a:pt x="3066442" y="1581462"/>
                  </a:lnTo>
                  <a:lnTo>
                    <a:pt x="3066536" y="1581462"/>
                  </a:lnTo>
                  <a:lnTo>
                    <a:pt x="3066630" y="1581462"/>
                  </a:lnTo>
                  <a:lnTo>
                    <a:pt x="3066725" y="1581462"/>
                  </a:lnTo>
                  <a:lnTo>
                    <a:pt x="3066819" y="1581462"/>
                  </a:lnTo>
                  <a:lnTo>
                    <a:pt x="3066913" y="1581462"/>
                  </a:lnTo>
                  <a:lnTo>
                    <a:pt x="3067007" y="1581462"/>
                  </a:lnTo>
                  <a:lnTo>
                    <a:pt x="3067101" y="1581462"/>
                  </a:lnTo>
                  <a:lnTo>
                    <a:pt x="3067195" y="1581462"/>
                  </a:lnTo>
                  <a:lnTo>
                    <a:pt x="3067290" y="1581462"/>
                  </a:lnTo>
                  <a:lnTo>
                    <a:pt x="3067384" y="1581462"/>
                  </a:lnTo>
                  <a:lnTo>
                    <a:pt x="3067478" y="1581462"/>
                  </a:lnTo>
                  <a:lnTo>
                    <a:pt x="3067572" y="1581462"/>
                  </a:lnTo>
                  <a:lnTo>
                    <a:pt x="3067666" y="1581462"/>
                  </a:lnTo>
                  <a:lnTo>
                    <a:pt x="3067760" y="1581462"/>
                  </a:lnTo>
                  <a:lnTo>
                    <a:pt x="3067854" y="1581462"/>
                  </a:lnTo>
                  <a:lnTo>
                    <a:pt x="3067949" y="1581462"/>
                  </a:lnTo>
                  <a:lnTo>
                    <a:pt x="3068043" y="1581462"/>
                  </a:lnTo>
                  <a:lnTo>
                    <a:pt x="3068137" y="1581462"/>
                  </a:lnTo>
                  <a:lnTo>
                    <a:pt x="3068231" y="1581462"/>
                  </a:lnTo>
                  <a:lnTo>
                    <a:pt x="3068325" y="1581462"/>
                  </a:lnTo>
                  <a:lnTo>
                    <a:pt x="3068419" y="1581462"/>
                  </a:lnTo>
                  <a:lnTo>
                    <a:pt x="3068513" y="1581462"/>
                  </a:lnTo>
                  <a:lnTo>
                    <a:pt x="3068608" y="1581462"/>
                  </a:lnTo>
                  <a:lnTo>
                    <a:pt x="3068702" y="1581462"/>
                  </a:lnTo>
                  <a:lnTo>
                    <a:pt x="3068796" y="1581462"/>
                  </a:lnTo>
                  <a:lnTo>
                    <a:pt x="3068890" y="1581462"/>
                  </a:lnTo>
                  <a:lnTo>
                    <a:pt x="3068984" y="1581462"/>
                  </a:lnTo>
                  <a:lnTo>
                    <a:pt x="3069078" y="1581462"/>
                  </a:lnTo>
                  <a:lnTo>
                    <a:pt x="3069173" y="1581462"/>
                  </a:lnTo>
                  <a:lnTo>
                    <a:pt x="3069267" y="1581462"/>
                  </a:lnTo>
                  <a:lnTo>
                    <a:pt x="3069361" y="1581462"/>
                  </a:lnTo>
                  <a:lnTo>
                    <a:pt x="3069455" y="1581462"/>
                  </a:lnTo>
                  <a:lnTo>
                    <a:pt x="3069549" y="1581462"/>
                  </a:lnTo>
                  <a:lnTo>
                    <a:pt x="3069643" y="1581462"/>
                  </a:lnTo>
                  <a:lnTo>
                    <a:pt x="3069737" y="1581462"/>
                  </a:lnTo>
                  <a:lnTo>
                    <a:pt x="3069832" y="1581462"/>
                  </a:lnTo>
                  <a:lnTo>
                    <a:pt x="3069926" y="1581462"/>
                  </a:lnTo>
                  <a:lnTo>
                    <a:pt x="3070020" y="1581462"/>
                  </a:lnTo>
                  <a:lnTo>
                    <a:pt x="3070114" y="1581462"/>
                  </a:lnTo>
                  <a:lnTo>
                    <a:pt x="3070208" y="1581462"/>
                  </a:lnTo>
                  <a:lnTo>
                    <a:pt x="3070302" y="1581462"/>
                  </a:lnTo>
                  <a:lnTo>
                    <a:pt x="3070397" y="1581462"/>
                  </a:lnTo>
                  <a:lnTo>
                    <a:pt x="3070491" y="1581462"/>
                  </a:lnTo>
                  <a:lnTo>
                    <a:pt x="3070585" y="1581462"/>
                  </a:lnTo>
                  <a:lnTo>
                    <a:pt x="3070679" y="1581462"/>
                  </a:lnTo>
                  <a:lnTo>
                    <a:pt x="3070773" y="1581462"/>
                  </a:lnTo>
                  <a:lnTo>
                    <a:pt x="3070867" y="1581462"/>
                  </a:lnTo>
                  <a:lnTo>
                    <a:pt x="3070961" y="1581462"/>
                  </a:lnTo>
                  <a:lnTo>
                    <a:pt x="3071056" y="1581462"/>
                  </a:lnTo>
                  <a:lnTo>
                    <a:pt x="3071150" y="1581462"/>
                  </a:lnTo>
                  <a:lnTo>
                    <a:pt x="3071244" y="1581462"/>
                  </a:lnTo>
                  <a:lnTo>
                    <a:pt x="3071338" y="1581462"/>
                  </a:lnTo>
                  <a:lnTo>
                    <a:pt x="3071432" y="1581462"/>
                  </a:lnTo>
                  <a:lnTo>
                    <a:pt x="3071526" y="1581462"/>
                  </a:lnTo>
                  <a:lnTo>
                    <a:pt x="3071621" y="1581462"/>
                  </a:lnTo>
                  <a:lnTo>
                    <a:pt x="3071715" y="1581462"/>
                  </a:lnTo>
                  <a:lnTo>
                    <a:pt x="3071809" y="1581462"/>
                  </a:lnTo>
                  <a:lnTo>
                    <a:pt x="3071903" y="1581462"/>
                  </a:lnTo>
                  <a:lnTo>
                    <a:pt x="3071997" y="1581462"/>
                  </a:lnTo>
                  <a:lnTo>
                    <a:pt x="3072091" y="1581462"/>
                  </a:lnTo>
                  <a:lnTo>
                    <a:pt x="3072185" y="1581462"/>
                  </a:lnTo>
                  <a:lnTo>
                    <a:pt x="3072280" y="1581462"/>
                  </a:lnTo>
                  <a:lnTo>
                    <a:pt x="3072374" y="1581462"/>
                  </a:lnTo>
                  <a:lnTo>
                    <a:pt x="3072468" y="1581462"/>
                  </a:lnTo>
                  <a:lnTo>
                    <a:pt x="3072562" y="1581462"/>
                  </a:lnTo>
                  <a:lnTo>
                    <a:pt x="3072656" y="1581462"/>
                  </a:lnTo>
                  <a:lnTo>
                    <a:pt x="3072750" y="1581462"/>
                  </a:lnTo>
                  <a:lnTo>
                    <a:pt x="3072844" y="1581462"/>
                  </a:lnTo>
                  <a:lnTo>
                    <a:pt x="3072939" y="1581462"/>
                  </a:lnTo>
                  <a:lnTo>
                    <a:pt x="3073033" y="1581462"/>
                  </a:lnTo>
                  <a:lnTo>
                    <a:pt x="3073127" y="1581462"/>
                  </a:lnTo>
                  <a:lnTo>
                    <a:pt x="3073221" y="1581462"/>
                  </a:lnTo>
                  <a:lnTo>
                    <a:pt x="3073315" y="1581462"/>
                  </a:lnTo>
                  <a:lnTo>
                    <a:pt x="3073409" y="1581462"/>
                  </a:lnTo>
                  <a:lnTo>
                    <a:pt x="3073504" y="1581462"/>
                  </a:lnTo>
                  <a:lnTo>
                    <a:pt x="3073598" y="1581462"/>
                  </a:lnTo>
                  <a:lnTo>
                    <a:pt x="3073692" y="1581462"/>
                  </a:lnTo>
                  <a:lnTo>
                    <a:pt x="3073786" y="1581462"/>
                  </a:lnTo>
                  <a:lnTo>
                    <a:pt x="3073880" y="1581462"/>
                  </a:lnTo>
                  <a:lnTo>
                    <a:pt x="3073974" y="1581462"/>
                  </a:lnTo>
                  <a:lnTo>
                    <a:pt x="3074068" y="1581462"/>
                  </a:lnTo>
                  <a:lnTo>
                    <a:pt x="3074163" y="1581462"/>
                  </a:lnTo>
                  <a:lnTo>
                    <a:pt x="3074257" y="1581462"/>
                  </a:lnTo>
                  <a:lnTo>
                    <a:pt x="3074351" y="1581462"/>
                  </a:lnTo>
                  <a:lnTo>
                    <a:pt x="3074445" y="1581462"/>
                  </a:lnTo>
                  <a:lnTo>
                    <a:pt x="3074539" y="1581462"/>
                  </a:lnTo>
                  <a:lnTo>
                    <a:pt x="3074633" y="1581462"/>
                  </a:lnTo>
                  <a:lnTo>
                    <a:pt x="3074728" y="1581462"/>
                  </a:lnTo>
                  <a:lnTo>
                    <a:pt x="3074822" y="1581462"/>
                  </a:lnTo>
                  <a:lnTo>
                    <a:pt x="3074916" y="1581462"/>
                  </a:lnTo>
                  <a:lnTo>
                    <a:pt x="3075010" y="1581462"/>
                  </a:lnTo>
                  <a:lnTo>
                    <a:pt x="3075104" y="1581462"/>
                  </a:lnTo>
                  <a:lnTo>
                    <a:pt x="3075198" y="1581462"/>
                  </a:lnTo>
                  <a:lnTo>
                    <a:pt x="3075292" y="1581462"/>
                  </a:lnTo>
                  <a:lnTo>
                    <a:pt x="3075387" y="1581462"/>
                  </a:lnTo>
                  <a:lnTo>
                    <a:pt x="3075481" y="1581462"/>
                  </a:lnTo>
                  <a:lnTo>
                    <a:pt x="3075575" y="1581462"/>
                  </a:lnTo>
                  <a:lnTo>
                    <a:pt x="3075669" y="1581462"/>
                  </a:lnTo>
                  <a:lnTo>
                    <a:pt x="3075763" y="1581462"/>
                  </a:lnTo>
                  <a:lnTo>
                    <a:pt x="3075857" y="1581462"/>
                  </a:lnTo>
                  <a:lnTo>
                    <a:pt x="3075952" y="1581462"/>
                  </a:lnTo>
                  <a:lnTo>
                    <a:pt x="3076046" y="1581462"/>
                  </a:lnTo>
                  <a:lnTo>
                    <a:pt x="3076140" y="1581462"/>
                  </a:lnTo>
                  <a:lnTo>
                    <a:pt x="3076234" y="1581462"/>
                  </a:lnTo>
                  <a:lnTo>
                    <a:pt x="3076328" y="1581462"/>
                  </a:lnTo>
                  <a:lnTo>
                    <a:pt x="3076422" y="1581462"/>
                  </a:lnTo>
                  <a:lnTo>
                    <a:pt x="3076516" y="1581462"/>
                  </a:lnTo>
                  <a:lnTo>
                    <a:pt x="3076611" y="1581462"/>
                  </a:lnTo>
                  <a:lnTo>
                    <a:pt x="3076705" y="1581462"/>
                  </a:lnTo>
                  <a:lnTo>
                    <a:pt x="3076799" y="1581462"/>
                  </a:lnTo>
                  <a:lnTo>
                    <a:pt x="3076893" y="1581462"/>
                  </a:lnTo>
                  <a:lnTo>
                    <a:pt x="3076987" y="1581462"/>
                  </a:lnTo>
                  <a:lnTo>
                    <a:pt x="3077081" y="1581462"/>
                  </a:lnTo>
                  <a:lnTo>
                    <a:pt x="3077175" y="1581462"/>
                  </a:lnTo>
                  <a:lnTo>
                    <a:pt x="3077270" y="1581462"/>
                  </a:lnTo>
                  <a:lnTo>
                    <a:pt x="3077364" y="1581462"/>
                  </a:lnTo>
                  <a:lnTo>
                    <a:pt x="3077458" y="1581462"/>
                  </a:lnTo>
                  <a:lnTo>
                    <a:pt x="3077552" y="1581462"/>
                  </a:lnTo>
                  <a:lnTo>
                    <a:pt x="3077646" y="1581462"/>
                  </a:lnTo>
                  <a:lnTo>
                    <a:pt x="3077740" y="1581462"/>
                  </a:lnTo>
                  <a:lnTo>
                    <a:pt x="3077835" y="1581462"/>
                  </a:lnTo>
                  <a:lnTo>
                    <a:pt x="3077929" y="1581462"/>
                  </a:lnTo>
                  <a:lnTo>
                    <a:pt x="3078023" y="1581462"/>
                  </a:lnTo>
                  <a:lnTo>
                    <a:pt x="3078117" y="1581462"/>
                  </a:lnTo>
                  <a:lnTo>
                    <a:pt x="3078211" y="1581462"/>
                  </a:lnTo>
                  <a:lnTo>
                    <a:pt x="3078211" y="1576551"/>
                  </a:lnTo>
                  <a:lnTo>
                    <a:pt x="3078305" y="1576551"/>
                  </a:lnTo>
                  <a:lnTo>
                    <a:pt x="3078399" y="1576551"/>
                  </a:lnTo>
                  <a:lnTo>
                    <a:pt x="3078494" y="1576551"/>
                  </a:lnTo>
                  <a:lnTo>
                    <a:pt x="3078588" y="1576551"/>
                  </a:lnTo>
                  <a:lnTo>
                    <a:pt x="3078682" y="1576551"/>
                  </a:lnTo>
                  <a:lnTo>
                    <a:pt x="3078776" y="1576551"/>
                  </a:lnTo>
                  <a:lnTo>
                    <a:pt x="3078870" y="1576551"/>
                  </a:lnTo>
                  <a:lnTo>
                    <a:pt x="3078964" y="1576551"/>
                  </a:lnTo>
                  <a:lnTo>
                    <a:pt x="3079059" y="1576551"/>
                  </a:lnTo>
                  <a:lnTo>
                    <a:pt x="3079153" y="1576551"/>
                  </a:lnTo>
                  <a:lnTo>
                    <a:pt x="3079247" y="1576551"/>
                  </a:lnTo>
                  <a:lnTo>
                    <a:pt x="3079341" y="1576551"/>
                  </a:lnTo>
                  <a:lnTo>
                    <a:pt x="3079435" y="1576551"/>
                  </a:lnTo>
                  <a:lnTo>
                    <a:pt x="3079529" y="1576551"/>
                  </a:lnTo>
                  <a:lnTo>
                    <a:pt x="3079623" y="1576551"/>
                  </a:lnTo>
                  <a:lnTo>
                    <a:pt x="3079718" y="1576551"/>
                  </a:lnTo>
                  <a:lnTo>
                    <a:pt x="3079812" y="1576551"/>
                  </a:lnTo>
                  <a:lnTo>
                    <a:pt x="3079906" y="1576551"/>
                  </a:lnTo>
                  <a:lnTo>
                    <a:pt x="3080000" y="1576551"/>
                  </a:lnTo>
                  <a:lnTo>
                    <a:pt x="3080094" y="1576551"/>
                  </a:lnTo>
                  <a:lnTo>
                    <a:pt x="3080188" y="1576551"/>
                  </a:lnTo>
                  <a:lnTo>
                    <a:pt x="3080283" y="1576551"/>
                  </a:lnTo>
                  <a:lnTo>
                    <a:pt x="3080377" y="1576551"/>
                  </a:lnTo>
                  <a:lnTo>
                    <a:pt x="3080471" y="1576551"/>
                  </a:lnTo>
                  <a:lnTo>
                    <a:pt x="3080565" y="1576551"/>
                  </a:lnTo>
                  <a:lnTo>
                    <a:pt x="3080659" y="1576551"/>
                  </a:lnTo>
                  <a:lnTo>
                    <a:pt x="3080753" y="1576551"/>
                  </a:lnTo>
                  <a:lnTo>
                    <a:pt x="3080847" y="1576551"/>
                  </a:lnTo>
                  <a:lnTo>
                    <a:pt x="3080942" y="1576551"/>
                  </a:lnTo>
                  <a:lnTo>
                    <a:pt x="3081036" y="1576551"/>
                  </a:lnTo>
                  <a:lnTo>
                    <a:pt x="3081130" y="1576551"/>
                  </a:lnTo>
                  <a:lnTo>
                    <a:pt x="3081224" y="1576551"/>
                  </a:lnTo>
                  <a:lnTo>
                    <a:pt x="3081318" y="1576551"/>
                  </a:lnTo>
                  <a:lnTo>
                    <a:pt x="3081412" y="1576551"/>
                  </a:lnTo>
                  <a:lnTo>
                    <a:pt x="3081506" y="1576551"/>
                  </a:lnTo>
                  <a:lnTo>
                    <a:pt x="3081601" y="1576551"/>
                  </a:lnTo>
                  <a:lnTo>
                    <a:pt x="3081695" y="1576551"/>
                  </a:lnTo>
                  <a:lnTo>
                    <a:pt x="3081789" y="1576551"/>
                  </a:lnTo>
                  <a:lnTo>
                    <a:pt x="3081883" y="1576551"/>
                  </a:lnTo>
                  <a:lnTo>
                    <a:pt x="3081977" y="1576551"/>
                  </a:lnTo>
                  <a:lnTo>
                    <a:pt x="3082071" y="1576551"/>
                  </a:lnTo>
                  <a:lnTo>
                    <a:pt x="3082166" y="1576551"/>
                  </a:lnTo>
                  <a:lnTo>
                    <a:pt x="3082260" y="1576551"/>
                  </a:lnTo>
                  <a:lnTo>
                    <a:pt x="3082354" y="1576551"/>
                  </a:lnTo>
                  <a:lnTo>
                    <a:pt x="3082448" y="1576551"/>
                  </a:lnTo>
                  <a:lnTo>
                    <a:pt x="3082542" y="1576551"/>
                  </a:lnTo>
                  <a:lnTo>
                    <a:pt x="3082636" y="1576551"/>
                  </a:lnTo>
                  <a:lnTo>
                    <a:pt x="3082730" y="1576551"/>
                  </a:lnTo>
                  <a:lnTo>
                    <a:pt x="3082825" y="1576551"/>
                  </a:lnTo>
                  <a:lnTo>
                    <a:pt x="3082919" y="1576551"/>
                  </a:lnTo>
                  <a:lnTo>
                    <a:pt x="3083013" y="1576551"/>
                  </a:lnTo>
                  <a:lnTo>
                    <a:pt x="3083107" y="1576551"/>
                  </a:lnTo>
                  <a:lnTo>
                    <a:pt x="3083201" y="1576551"/>
                  </a:lnTo>
                  <a:lnTo>
                    <a:pt x="3083295" y="1576551"/>
                  </a:lnTo>
                  <a:lnTo>
                    <a:pt x="3083390" y="1576551"/>
                  </a:lnTo>
                  <a:lnTo>
                    <a:pt x="3083484" y="1576551"/>
                  </a:lnTo>
                  <a:lnTo>
                    <a:pt x="3083484" y="1571639"/>
                  </a:lnTo>
                  <a:lnTo>
                    <a:pt x="3083578" y="1571639"/>
                  </a:lnTo>
                  <a:lnTo>
                    <a:pt x="3083672" y="1571639"/>
                  </a:lnTo>
                  <a:lnTo>
                    <a:pt x="3083766" y="1571639"/>
                  </a:lnTo>
                  <a:lnTo>
                    <a:pt x="3083860" y="1571639"/>
                  </a:lnTo>
                  <a:lnTo>
                    <a:pt x="3083954" y="1571639"/>
                  </a:lnTo>
                  <a:lnTo>
                    <a:pt x="3084049" y="1571639"/>
                  </a:lnTo>
                  <a:lnTo>
                    <a:pt x="3084143" y="1571639"/>
                  </a:lnTo>
                  <a:lnTo>
                    <a:pt x="3084237" y="1571639"/>
                  </a:lnTo>
                  <a:lnTo>
                    <a:pt x="3084331" y="1571639"/>
                  </a:lnTo>
                  <a:lnTo>
                    <a:pt x="3084425" y="1571639"/>
                  </a:lnTo>
                  <a:lnTo>
                    <a:pt x="3084519" y="1571639"/>
                  </a:lnTo>
                  <a:lnTo>
                    <a:pt x="3084614" y="1571639"/>
                  </a:lnTo>
                  <a:lnTo>
                    <a:pt x="3084708" y="1571639"/>
                  </a:lnTo>
                  <a:lnTo>
                    <a:pt x="3084802" y="1571639"/>
                  </a:lnTo>
                  <a:lnTo>
                    <a:pt x="3084896" y="1571639"/>
                  </a:lnTo>
                  <a:lnTo>
                    <a:pt x="3084990" y="1571639"/>
                  </a:lnTo>
                  <a:lnTo>
                    <a:pt x="3085084" y="1571639"/>
                  </a:lnTo>
                  <a:lnTo>
                    <a:pt x="3085178" y="1571639"/>
                  </a:lnTo>
                  <a:lnTo>
                    <a:pt x="3085273" y="1571639"/>
                  </a:lnTo>
                  <a:lnTo>
                    <a:pt x="3085367" y="1571639"/>
                  </a:lnTo>
                  <a:lnTo>
                    <a:pt x="3085461" y="1571639"/>
                  </a:lnTo>
                  <a:lnTo>
                    <a:pt x="3085555" y="1571639"/>
                  </a:lnTo>
                  <a:lnTo>
                    <a:pt x="3085649" y="1571639"/>
                  </a:lnTo>
                  <a:lnTo>
                    <a:pt x="3085743" y="1571639"/>
                  </a:lnTo>
                  <a:lnTo>
                    <a:pt x="3085837" y="1571639"/>
                  </a:lnTo>
                  <a:lnTo>
                    <a:pt x="3085932" y="1571639"/>
                  </a:lnTo>
                  <a:lnTo>
                    <a:pt x="3086026" y="1571639"/>
                  </a:lnTo>
                  <a:lnTo>
                    <a:pt x="3086120" y="1571639"/>
                  </a:lnTo>
                  <a:lnTo>
                    <a:pt x="3086214" y="1571639"/>
                  </a:lnTo>
                  <a:lnTo>
                    <a:pt x="3086308" y="1571639"/>
                  </a:lnTo>
                  <a:lnTo>
                    <a:pt x="3086402" y="1571639"/>
                  </a:lnTo>
                  <a:lnTo>
                    <a:pt x="3086497" y="1571639"/>
                  </a:lnTo>
                  <a:lnTo>
                    <a:pt x="3086591" y="1571639"/>
                  </a:lnTo>
                  <a:lnTo>
                    <a:pt x="3086685" y="1571639"/>
                  </a:lnTo>
                  <a:lnTo>
                    <a:pt x="3086779" y="1571639"/>
                  </a:lnTo>
                  <a:lnTo>
                    <a:pt x="3086873" y="1571639"/>
                  </a:lnTo>
                  <a:lnTo>
                    <a:pt x="3086967" y="1571639"/>
                  </a:lnTo>
                  <a:lnTo>
                    <a:pt x="3087061" y="1571639"/>
                  </a:lnTo>
                  <a:lnTo>
                    <a:pt x="3087156" y="1571639"/>
                  </a:lnTo>
                  <a:lnTo>
                    <a:pt x="3087250" y="1571639"/>
                  </a:lnTo>
                  <a:lnTo>
                    <a:pt x="3087344" y="1571639"/>
                  </a:lnTo>
                  <a:lnTo>
                    <a:pt x="3087438" y="1571639"/>
                  </a:lnTo>
                  <a:lnTo>
                    <a:pt x="3087532" y="1571639"/>
                  </a:lnTo>
                  <a:lnTo>
                    <a:pt x="3087626" y="1571639"/>
                  </a:lnTo>
                  <a:lnTo>
                    <a:pt x="3087721" y="1571639"/>
                  </a:lnTo>
                  <a:lnTo>
                    <a:pt x="3087815" y="1571639"/>
                  </a:lnTo>
                  <a:lnTo>
                    <a:pt x="3087909" y="1571639"/>
                  </a:lnTo>
                  <a:lnTo>
                    <a:pt x="3088003" y="1571639"/>
                  </a:lnTo>
                  <a:lnTo>
                    <a:pt x="3088097" y="1571639"/>
                  </a:lnTo>
                  <a:lnTo>
                    <a:pt x="3088191" y="1571639"/>
                  </a:lnTo>
                  <a:lnTo>
                    <a:pt x="3088285" y="1571639"/>
                  </a:lnTo>
                  <a:lnTo>
                    <a:pt x="3088380" y="1571639"/>
                  </a:lnTo>
                  <a:lnTo>
                    <a:pt x="3088474" y="1571639"/>
                  </a:lnTo>
                  <a:lnTo>
                    <a:pt x="3088568" y="1571639"/>
                  </a:lnTo>
                  <a:lnTo>
                    <a:pt x="3088662" y="1571639"/>
                  </a:lnTo>
                  <a:lnTo>
                    <a:pt x="3088756" y="1571639"/>
                  </a:lnTo>
                  <a:lnTo>
                    <a:pt x="3088850" y="1571639"/>
                  </a:lnTo>
                  <a:lnTo>
                    <a:pt x="3088945" y="1571639"/>
                  </a:lnTo>
                  <a:lnTo>
                    <a:pt x="3089039" y="1571639"/>
                  </a:lnTo>
                  <a:lnTo>
                    <a:pt x="3089133" y="1571639"/>
                  </a:lnTo>
                  <a:lnTo>
                    <a:pt x="3089227" y="1571639"/>
                  </a:lnTo>
                  <a:lnTo>
                    <a:pt x="3089321" y="1571639"/>
                  </a:lnTo>
                  <a:lnTo>
                    <a:pt x="3089415" y="1571639"/>
                  </a:lnTo>
                  <a:lnTo>
                    <a:pt x="3089509" y="1571639"/>
                  </a:lnTo>
                  <a:lnTo>
                    <a:pt x="3089604" y="1571639"/>
                  </a:lnTo>
                  <a:lnTo>
                    <a:pt x="3089698" y="1571639"/>
                  </a:lnTo>
                  <a:lnTo>
                    <a:pt x="3089792" y="1571639"/>
                  </a:lnTo>
                  <a:lnTo>
                    <a:pt x="3089886" y="1571639"/>
                  </a:lnTo>
                  <a:lnTo>
                    <a:pt x="3089980" y="1571639"/>
                  </a:lnTo>
                  <a:lnTo>
                    <a:pt x="3090074" y="1571639"/>
                  </a:lnTo>
                  <a:lnTo>
                    <a:pt x="3090168" y="1571639"/>
                  </a:lnTo>
                  <a:lnTo>
                    <a:pt x="3090263" y="1571639"/>
                  </a:lnTo>
                  <a:lnTo>
                    <a:pt x="3090357" y="1571639"/>
                  </a:lnTo>
                  <a:lnTo>
                    <a:pt x="3090451" y="1571639"/>
                  </a:lnTo>
                  <a:lnTo>
                    <a:pt x="3090545" y="1571639"/>
                  </a:lnTo>
                  <a:lnTo>
                    <a:pt x="3090639" y="1571639"/>
                  </a:lnTo>
                  <a:lnTo>
                    <a:pt x="3090733" y="1571639"/>
                  </a:lnTo>
                  <a:lnTo>
                    <a:pt x="3090828" y="1571639"/>
                  </a:lnTo>
                  <a:lnTo>
                    <a:pt x="3090922" y="1571639"/>
                  </a:lnTo>
                  <a:lnTo>
                    <a:pt x="3091016" y="1571639"/>
                  </a:lnTo>
                  <a:lnTo>
                    <a:pt x="3091110" y="1571639"/>
                  </a:lnTo>
                  <a:lnTo>
                    <a:pt x="3091204" y="1571639"/>
                  </a:lnTo>
                  <a:lnTo>
                    <a:pt x="3091298" y="1571639"/>
                  </a:lnTo>
                  <a:lnTo>
                    <a:pt x="3091392" y="1571639"/>
                  </a:lnTo>
                  <a:lnTo>
                    <a:pt x="3091487" y="1571639"/>
                  </a:lnTo>
                  <a:lnTo>
                    <a:pt x="3091581" y="1571639"/>
                  </a:lnTo>
                  <a:lnTo>
                    <a:pt x="3091675" y="1571639"/>
                  </a:lnTo>
                  <a:lnTo>
                    <a:pt x="3091769" y="1571639"/>
                  </a:lnTo>
                  <a:lnTo>
                    <a:pt x="3091863" y="1571639"/>
                  </a:lnTo>
                  <a:lnTo>
                    <a:pt x="3091957" y="1571639"/>
                  </a:lnTo>
                  <a:lnTo>
                    <a:pt x="3092052" y="1571639"/>
                  </a:lnTo>
                  <a:lnTo>
                    <a:pt x="3092146" y="1571639"/>
                  </a:lnTo>
                  <a:lnTo>
                    <a:pt x="3092240" y="1571639"/>
                  </a:lnTo>
                  <a:lnTo>
                    <a:pt x="3092334" y="1571639"/>
                  </a:lnTo>
                  <a:lnTo>
                    <a:pt x="3092428" y="1571639"/>
                  </a:lnTo>
                  <a:lnTo>
                    <a:pt x="3092522" y="1571639"/>
                  </a:lnTo>
                  <a:lnTo>
                    <a:pt x="3092616" y="1571639"/>
                  </a:lnTo>
                  <a:lnTo>
                    <a:pt x="3092711" y="1571639"/>
                  </a:lnTo>
                  <a:lnTo>
                    <a:pt x="3092805" y="1571639"/>
                  </a:lnTo>
                  <a:lnTo>
                    <a:pt x="3092899" y="1571639"/>
                  </a:lnTo>
                  <a:lnTo>
                    <a:pt x="3092993" y="1571639"/>
                  </a:lnTo>
                  <a:lnTo>
                    <a:pt x="3093087" y="1571639"/>
                  </a:lnTo>
                  <a:lnTo>
                    <a:pt x="3093181" y="1571639"/>
                  </a:lnTo>
                  <a:lnTo>
                    <a:pt x="3093276" y="1571639"/>
                  </a:lnTo>
                  <a:lnTo>
                    <a:pt x="3093370" y="1571639"/>
                  </a:lnTo>
                  <a:lnTo>
                    <a:pt x="3093464" y="1571639"/>
                  </a:lnTo>
                  <a:lnTo>
                    <a:pt x="3093558" y="1571639"/>
                  </a:lnTo>
                  <a:lnTo>
                    <a:pt x="3093652" y="1571639"/>
                  </a:lnTo>
                  <a:lnTo>
                    <a:pt x="3093746" y="1571639"/>
                  </a:lnTo>
                  <a:lnTo>
                    <a:pt x="3093840" y="1571639"/>
                  </a:lnTo>
                  <a:lnTo>
                    <a:pt x="3093935" y="1571639"/>
                  </a:lnTo>
                  <a:lnTo>
                    <a:pt x="3094029" y="1571639"/>
                  </a:lnTo>
                  <a:lnTo>
                    <a:pt x="3094123" y="1571639"/>
                  </a:lnTo>
                  <a:lnTo>
                    <a:pt x="3094217" y="1571639"/>
                  </a:lnTo>
                  <a:lnTo>
                    <a:pt x="3094311" y="1571639"/>
                  </a:lnTo>
                  <a:lnTo>
                    <a:pt x="3094405" y="1571639"/>
                  </a:lnTo>
                  <a:lnTo>
                    <a:pt x="3094499" y="1571639"/>
                  </a:lnTo>
                  <a:lnTo>
                    <a:pt x="3094594" y="1571639"/>
                  </a:lnTo>
                  <a:lnTo>
                    <a:pt x="3094688" y="1571639"/>
                  </a:lnTo>
                  <a:lnTo>
                    <a:pt x="3094782" y="1571639"/>
                  </a:lnTo>
                  <a:lnTo>
                    <a:pt x="3094876" y="1571639"/>
                  </a:lnTo>
                  <a:lnTo>
                    <a:pt x="3094970" y="1571639"/>
                  </a:lnTo>
                  <a:lnTo>
                    <a:pt x="3095064" y="1571639"/>
                  </a:lnTo>
                  <a:lnTo>
                    <a:pt x="3095159" y="1571639"/>
                  </a:lnTo>
                  <a:lnTo>
                    <a:pt x="3095253" y="1571639"/>
                  </a:lnTo>
                  <a:lnTo>
                    <a:pt x="3095347" y="1571639"/>
                  </a:lnTo>
                  <a:lnTo>
                    <a:pt x="3095441" y="1571639"/>
                  </a:lnTo>
                  <a:lnTo>
                    <a:pt x="3095535" y="1571639"/>
                  </a:lnTo>
                  <a:lnTo>
                    <a:pt x="3095629" y="1571639"/>
                  </a:lnTo>
                  <a:lnTo>
                    <a:pt x="3095723" y="1571639"/>
                  </a:lnTo>
                  <a:lnTo>
                    <a:pt x="3095818" y="1571639"/>
                  </a:lnTo>
                  <a:lnTo>
                    <a:pt x="3095912" y="1571639"/>
                  </a:lnTo>
                  <a:lnTo>
                    <a:pt x="3096006" y="1571639"/>
                  </a:lnTo>
                  <a:lnTo>
                    <a:pt x="3096100" y="1571639"/>
                  </a:lnTo>
                  <a:lnTo>
                    <a:pt x="3096194" y="1571639"/>
                  </a:lnTo>
                  <a:lnTo>
                    <a:pt x="3096288" y="1571639"/>
                  </a:lnTo>
                  <a:lnTo>
                    <a:pt x="3096383" y="1571639"/>
                  </a:lnTo>
                  <a:lnTo>
                    <a:pt x="3096477" y="1571639"/>
                  </a:lnTo>
                  <a:lnTo>
                    <a:pt x="3096571" y="1571639"/>
                  </a:lnTo>
                  <a:lnTo>
                    <a:pt x="3096665" y="1571639"/>
                  </a:lnTo>
                  <a:lnTo>
                    <a:pt x="3096759" y="1571639"/>
                  </a:lnTo>
                  <a:lnTo>
                    <a:pt x="3096853" y="1571639"/>
                  </a:lnTo>
                  <a:lnTo>
                    <a:pt x="3096947" y="1571639"/>
                  </a:lnTo>
                  <a:lnTo>
                    <a:pt x="3097042" y="1571639"/>
                  </a:lnTo>
                  <a:lnTo>
                    <a:pt x="3097042" y="1566728"/>
                  </a:lnTo>
                  <a:lnTo>
                    <a:pt x="3097136" y="1566728"/>
                  </a:lnTo>
                  <a:lnTo>
                    <a:pt x="3097230" y="1566728"/>
                  </a:lnTo>
                  <a:lnTo>
                    <a:pt x="3097324" y="1566728"/>
                  </a:lnTo>
                  <a:lnTo>
                    <a:pt x="3097418" y="1566728"/>
                  </a:lnTo>
                  <a:lnTo>
                    <a:pt x="3097512" y="1566728"/>
                  </a:lnTo>
                  <a:lnTo>
                    <a:pt x="3097607" y="1566728"/>
                  </a:lnTo>
                  <a:lnTo>
                    <a:pt x="3097701" y="1566728"/>
                  </a:lnTo>
                  <a:lnTo>
                    <a:pt x="3097795" y="1566728"/>
                  </a:lnTo>
                  <a:lnTo>
                    <a:pt x="3097889" y="1566728"/>
                  </a:lnTo>
                  <a:lnTo>
                    <a:pt x="3097983" y="1566728"/>
                  </a:lnTo>
                  <a:lnTo>
                    <a:pt x="3098077" y="1566728"/>
                  </a:lnTo>
                  <a:lnTo>
                    <a:pt x="3098171" y="1566728"/>
                  </a:lnTo>
                  <a:lnTo>
                    <a:pt x="3098266" y="1566728"/>
                  </a:lnTo>
                  <a:lnTo>
                    <a:pt x="3098360" y="1566728"/>
                  </a:lnTo>
                  <a:lnTo>
                    <a:pt x="3098360" y="1561817"/>
                  </a:lnTo>
                  <a:lnTo>
                    <a:pt x="3098454" y="1561817"/>
                  </a:lnTo>
                  <a:lnTo>
                    <a:pt x="3098548" y="1561817"/>
                  </a:lnTo>
                  <a:lnTo>
                    <a:pt x="3098642" y="1561817"/>
                  </a:lnTo>
                  <a:lnTo>
                    <a:pt x="3098736" y="1561817"/>
                  </a:lnTo>
                  <a:lnTo>
                    <a:pt x="3098830" y="1561817"/>
                  </a:lnTo>
                  <a:lnTo>
                    <a:pt x="3098925" y="1561817"/>
                  </a:lnTo>
                  <a:lnTo>
                    <a:pt x="3099019" y="1561817"/>
                  </a:lnTo>
                  <a:lnTo>
                    <a:pt x="3099113" y="1561817"/>
                  </a:lnTo>
                  <a:lnTo>
                    <a:pt x="3099207" y="1561817"/>
                  </a:lnTo>
                  <a:lnTo>
                    <a:pt x="3099301" y="1561817"/>
                  </a:lnTo>
                  <a:lnTo>
                    <a:pt x="3099395" y="1561817"/>
                  </a:lnTo>
                  <a:lnTo>
                    <a:pt x="3099490" y="1561817"/>
                  </a:lnTo>
                  <a:lnTo>
                    <a:pt x="3099584" y="1561817"/>
                  </a:lnTo>
                  <a:lnTo>
                    <a:pt x="3099678" y="1561817"/>
                  </a:lnTo>
                  <a:lnTo>
                    <a:pt x="3099772" y="1561817"/>
                  </a:lnTo>
                  <a:lnTo>
                    <a:pt x="3099866" y="1561817"/>
                  </a:lnTo>
                  <a:lnTo>
                    <a:pt x="3099960" y="1561817"/>
                  </a:lnTo>
                  <a:lnTo>
                    <a:pt x="3100054" y="1561817"/>
                  </a:lnTo>
                  <a:lnTo>
                    <a:pt x="3100149" y="1561817"/>
                  </a:lnTo>
                  <a:lnTo>
                    <a:pt x="3100243" y="1561817"/>
                  </a:lnTo>
                  <a:lnTo>
                    <a:pt x="3100337" y="1561817"/>
                  </a:lnTo>
                  <a:lnTo>
                    <a:pt x="3100431" y="1561817"/>
                  </a:lnTo>
                  <a:lnTo>
                    <a:pt x="3100525" y="1561817"/>
                  </a:lnTo>
                  <a:lnTo>
                    <a:pt x="3100619" y="1561817"/>
                  </a:lnTo>
                  <a:lnTo>
                    <a:pt x="3100714" y="1561817"/>
                  </a:lnTo>
                  <a:lnTo>
                    <a:pt x="3100808" y="1561817"/>
                  </a:lnTo>
                  <a:lnTo>
                    <a:pt x="3100902" y="1561817"/>
                  </a:lnTo>
                  <a:lnTo>
                    <a:pt x="3100996" y="1561817"/>
                  </a:lnTo>
                  <a:lnTo>
                    <a:pt x="3101090" y="1561817"/>
                  </a:lnTo>
                  <a:lnTo>
                    <a:pt x="3101184" y="1561817"/>
                  </a:lnTo>
                  <a:lnTo>
                    <a:pt x="3101278" y="1561817"/>
                  </a:lnTo>
                  <a:lnTo>
                    <a:pt x="3101373" y="1561817"/>
                  </a:lnTo>
                  <a:lnTo>
                    <a:pt x="3101467" y="1561817"/>
                  </a:lnTo>
                  <a:lnTo>
                    <a:pt x="3101561" y="1561817"/>
                  </a:lnTo>
                  <a:lnTo>
                    <a:pt x="3101655" y="1561817"/>
                  </a:lnTo>
                  <a:lnTo>
                    <a:pt x="3101749" y="1561817"/>
                  </a:lnTo>
                  <a:lnTo>
                    <a:pt x="3101843" y="1561817"/>
                  </a:lnTo>
                  <a:lnTo>
                    <a:pt x="3101938" y="1561817"/>
                  </a:lnTo>
                  <a:lnTo>
                    <a:pt x="3102032" y="1561817"/>
                  </a:lnTo>
                  <a:lnTo>
                    <a:pt x="3102126" y="1561817"/>
                  </a:lnTo>
                  <a:lnTo>
                    <a:pt x="3102220" y="1561817"/>
                  </a:lnTo>
                  <a:lnTo>
                    <a:pt x="3102314" y="1561817"/>
                  </a:lnTo>
                  <a:lnTo>
                    <a:pt x="3102408" y="1561817"/>
                  </a:lnTo>
                  <a:lnTo>
                    <a:pt x="3102502" y="1561817"/>
                  </a:lnTo>
                  <a:lnTo>
                    <a:pt x="3102597" y="1561817"/>
                  </a:lnTo>
                  <a:lnTo>
                    <a:pt x="3102691" y="1561817"/>
                  </a:lnTo>
                  <a:lnTo>
                    <a:pt x="3102785" y="1561817"/>
                  </a:lnTo>
                  <a:lnTo>
                    <a:pt x="3102879" y="1561817"/>
                  </a:lnTo>
                  <a:lnTo>
                    <a:pt x="3102973" y="1561817"/>
                  </a:lnTo>
                  <a:lnTo>
                    <a:pt x="3103067" y="1561817"/>
                  </a:lnTo>
                  <a:lnTo>
                    <a:pt x="3103161" y="1561817"/>
                  </a:lnTo>
                  <a:lnTo>
                    <a:pt x="3103256" y="1561817"/>
                  </a:lnTo>
                  <a:lnTo>
                    <a:pt x="3103350" y="1561817"/>
                  </a:lnTo>
                  <a:lnTo>
                    <a:pt x="3103444" y="1561817"/>
                  </a:lnTo>
                  <a:lnTo>
                    <a:pt x="3103538" y="1561817"/>
                  </a:lnTo>
                  <a:lnTo>
                    <a:pt x="3103632" y="1561817"/>
                  </a:lnTo>
                  <a:lnTo>
                    <a:pt x="3103726" y="1561817"/>
                  </a:lnTo>
                  <a:lnTo>
                    <a:pt x="3103821" y="1561817"/>
                  </a:lnTo>
                  <a:lnTo>
                    <a:pt x="3103915" y="1561817"/>
                  </a:lnTo>
                  <a:lnTo>
                    <a:pt x="3104009" y="1561817"/>
                  </a:lnTo>
                  <a:lnTo>
                    <a:pt x="3104103" y="1561817"/>
                  </a:lnTo>
                  <a:lnTo>
                    <a:pt x="3104197" y="1561817"/>
                  </a:lnTo>
                  <a:lnTo>
                    <a:pt x="3104291" y="1561817"/>
                  </a:lnTo>
                  <a:lnTo>
                    <a:pt x="3104385" y="1561817"/>
                  </a:lnTo>
                  <a:lnTo>
                    <a:pt x="3104480" y="1561817"/>
                  </a:lnTo>
                  <a:lnTo>
                    <a:pt x="3104574" y="1561817"/>
                  </a:lnTo>
                  <a:lnTo>
                    <a:pt x="3104668" y="1561817"/>
                  </a:lnTo>
                  <a:lnTo>
                    <a:pt x="3104762" y="1561817"/>
                  </a:lnTo>
                  <a:lnTo>
                    <a:pt x="3104856" y="1561817"/>
                  </a:lnTo>
                  <a:lnTo>
                    <a:pt x="3104950" y="1561817"/>
                  </a:lnTo>
                  <a:lnTo>
                    <a:pt x="3105045" y="1561817"/>
                  </a:lnTo>
                  <a:lnTo>
                    <a:pt x="3105139" y="1561817"/>
                  </a:lnTo>
                  <a:lnTo>
                    <a:pt x="3105233" y="1561817"/>
                  </a:lnTo>
                  <a:lnTo>
                    <a:pt x="3105327" y="1561817"/>
                  </a:lnTo>
                  <a:lnTo>
                    <a:pt x="3105421" y="1561817"/>
                  </a:lnTo>
                  <a:lnTo>
                    <a:pt x="3105515" y="1561817"/>
                  </a:lnTo>
                  <a:lnTo>
                    <a:pt x="3105609" y="1561817"/>
                  </a:lnTo>
                  <a:lnTo>
                    <a:pt x="3105704" y="1561817"/>
                  </a:lnTo>
                  <a:lnTo>
                    <a:pt x="3105798" y="1561817"/>
                  </a:lnTo>
                  <a:lnTo>
                    <a:pt x="3105892" y="1561817"/>
                  </a:lnTo>
                  <a:lnTo>
                    <a:pt x="3105986" y="1561817"/>
                  </a:lnTo>
                  <a:lnTo>
                    <a:pt x="3106080" y="1561817"/>
                  </a:lnTo>
                  <a:lnTo>
                    <a:pt x="3106174" y="1561817"/>
                  </a:lnTo>
                  <a:lnTo>
                    <a:pt x="3106269" y="1561817"/>
                  </a:lnTo>
                  <a:lnTo>
                    <a:pt x="3106269" y="1556905"/>
                  </a:lnTo>
                  <a:lnTo>
                    <a:pt x="3106363" y="1556905"/>
                  </a:lnTo>
                  <a:lnTo>
                    <a:pt x="3106457" y="1556905"/>
                  </a:lnTo>
                  <a:lnTo>
                    <a:pt x="3106551" y="1556905"/>
                  </a:lnTo>
                  <a:lnTo>
                    <a:pt x="3106645" y="1556905"/>
                  </a:lnTo>
                  <a:lnTo>
                    <a:pt x="3106739" y="1556905"/>
                  </a:lnTo>
                  <a:lnTo>
                    <a:pt x="3106833" y="1556905"/>
                  </a:lnTo>
                  <a:lnTo>
                    <a:pt x="3106928" y="1556905"/>
                  </a:lnTo>
                  <a:lnTo>
                    <a:pt x="3107022" y="1556905"/>
                  </a:lnTo>
                  <a:lnTo>
                    <a:pt x="3107116" y="1556905"/>
                  </a:lnTo>
                  <a:lnTo>
                    <a:pt x="3107210" y="1556905"/>
                  </a:lnTo>
                  <a:lnTo>
                    <a:pt x="3107304" y="1556905"/>
                  </a:lnTo>
                  <a:lnTo>
                    <a:pt x="3107398" y="1556905"/>
                  </a:lnTo>
                  <a:lnTo>
                    <a:pt x="3107493" y="1556905"/>
                  </a:lnTo>
                  <a:lnTo>
                    <a:pt x="3107587" y="1556905"/>
                  </a:lnTo>
                  <a:lnTo>
                    <a:pt x="3107681" y="1556905"/>
                  </a:lnTo>
                  <a:lnTo>
                    <a:pt x="3107775" y="1556905"/>
                  </a:lnTo>
                  <a:lnTo>
                    <a:pt x="3107869" y="1556905"/>
                  </a:lnTo>
                  <a:lnTo>
                    <a:pt x="3107963" y="1556905"/>
                  </a:lnTo>
                  <a:lnTo>
                    <a:pt x="3108057" y="1556905"/>
                  </a:lnTo>
                  <a:lnTo>
                    <a:pt x="3108152" y="1556905"/>
                  </a:lnTo>
                  <a:lnTo>
                    <a:pt x="3108246" y="1556905"/>
                  </a:lnTo>
                  <a:lnTo>
                    <a:pt x="3108340" y="1556905"/>
                  </a:lnTo>
                  <a:lnTo>
                    <a:pt x="3108434" y="1556905"/>
                  </a:lnTo>
                  <a:lnTo>
                    <a:pt x="3108528" y="1556905"/>
                  </a:lnTo>
                  <a:lnTo>
                    <a:pt x="3108622" y="1556905"/>
                  </a:lnTo>
                  <a:lnTo>
                    <a:pt x="3108716" y="1556905"/>
                  </a:lnTo>
                  <a:lnTo>
                    <a:pt x="3108811" y="1556905"/>
                  </a:lnTo>
                  <a:lnTo>
                    <a:pt x="3108905" y="1556905"/>
                  </a:lnTo>
                  <a:lnTo>
                    <a:pt x="3108999" y="1556905"/>
                  </a:lnTo>
                  <a:lnTo>
                    <a:pt x="3109093" y="1556905"/>
                  </a:lnTo>
                  <a:lnTo>
                    <a:pt x="3109187" y="1556905"/>
                  </a:lnTo>
                  <a:lnTo>
                    <a:pt x="3109281" y="1556905"/>
                  </a:lnTo>
                  <a:lnTo>
                    <a:pt x="3109376" y="1556905"/>
                  </a:lnTo>
                  <a:lnTo>
                    <a:pt x="3109470" y="1556905"/>
                  </a:lnTo>
                  <a:lnTo>
                    <a:pt x="3109564" y="1556905"/>
                  </a:lnTo>
                  <a:lnTo>
                    <a:pt x="3109658" y="1556905"/>
                  </a:lnTo>
                  <a:lnTo>
                    <a:pt x="3109752" y="1556905"/>
                  </a:lnTo>
                  <a:lnTo>
                    <a:pt x="3109846" y="1556905"/>
                  </a:lnTo>
                  <a:lnTo>
                    <a:pt x="3109940" y="1556905"/>
                  </a:lnTo>
                  <a:lnTo>
                    <a:pt x="3110035" y="1556905"/>
                  </a:lnTo>
                  <a:lnTo>
                    <a:pt x="3110129" y="1556905"/>
                  </a:lnTo>
                  <a:lnTo>
                    <a:pt x="3110223" y="1556905"/>
                  </a:lnTo>
                  <a:lnTo>
                    <a:pt x="3110317" y="1556905"/>
                  </a:lnTo>
                  <a:lnTo>
                    <a:pt x="3110411" y="1556905"/>
                  </a:lnTo>
                  <a:lnTo>
                    <a:pt x="3110505" y="1556905"/>
                  </a:lnTo>
                  <a:lnTo>
                    <a:pt x="3110600" y="1556905"/>
                  </a:lnTo>
                  <a:lnTo>
                    <a:pt x="3110694" y="1556905"/>
                  </a:lnTo>
                  <a:lnTo>
                    <a:pt x="3110788" y="1556905"/>
                  </a:lnTo>
                  <a:lnTo>
                    <a:pt x="3110882" y="1556905"/>
                  </a:lnTo>
                  <a:lnTo>
                    <a:pt x="3110976" y="1556905"/>
                  </a:lnTo>
                  <a:lnTo>
                    <a:pt x="3111070" y="1556905"/>
                  </a:lnTo>
                  <a:lnTo>
                    <a:pt x="3111164" y="1556905"/>
                  </a:lnTo>
                  <a:lnTo>
                    <a:pt x="3111259" y="1556905"/>
                  </a:lnTo>
                  <a:lnTo>
                    <a:pt x="3111353" y="1556905"/>
                  </a:lnTo>
                  <a:lnTo>
                    <a:pt x="3111447" y="1556905"/>
                  </a:lnTo>
                  <a:lnTo>
                    <a:pt x="3111541" y="1556905"/>
                  </a:lnTo>
                  <a:lnTo>
                    <a:pt x="3111635" y="1556905"/>
                  </a:lnTo>
                  <a:lnTo>
                    <a:pt x="3111729" y="1556905"/>
                  </a:lnTo>
                  <a:lnTo>
                    <a:pt x="3111824" y="1556905"/>
                  </a:lnTo>
                  <a:lnTo>
                    <a:pt x="3111918" y="1556905"/>
                  </a:lnTo>
                  <a:lnTo>
                    <a:pt x="3112012" y="1556905"/>
                  </a:lnTo>
                  <a:lnTo>
                    <a:pt x="3112106" y="1556905"/>
                  </a:lnTo>
                  <a:lnTo>
                    <a:pt x="3112200" y="1556905"/>
                  </a:lnTo>
                  <a:lnTo>
                    <a:pt x="3112294" y="1556905"/>
                  </a:lnTo>
                  <a:lnTo>
                    <a:pt x="3112388" y="1556905"/>
                  </a:lnTo>
                  <a:lnTo>
                    <a:pt x="3112483" y="1556905"/>
                  </a:lnTo>
                  <a:lnTo>
                    <a:pt x="3112577" y="1556905"/>
                  </a:lnTo>
                  <a:lnTo>
                    <a:pt x="3112577" y="1551994"/>
                  </a:lnTo>
                  <a:lnTo>
                    <a:pt x="3112671" y="1551994"/>
                  </a:lnTo>
                  <a:lnTo>
                    <a:pt x="3112765" y="1551994"/>
                  </a:lnTo>
                  <a:lnTo>
                    <a:pt x="3112859" y="1551994"/>
                  </a:lnTo>
                  <a:lnTo>
                    <a:pt x="3112953" y="1551994"/>
                  </a:lnTo>
                  <a:lnTo>
                    <a:pt x="3113047" y="1551994"/>
                  </a:lnTo>
                  <a:lnTo>
                    <a:pt x="3113142" y="1551994"/>
                  </a:lnTo>
                  <a:lnTo>
                    <a:pt x="3113236" y="1551994"/>
                  </a:lnTo>
                  <a:lnTo>
                    <a:pt x="3113330" y="1551994"/>
                  </a:lnTo>
                  <a:lnTo>
                    <a:pt x="3113424" y="1551994"/>
                  </a:lnTo>
                  <a:lnTo>
                    <a:pt x="3113518" y="1551994"/>
                  </a:lnTo>
                  <a:lnTo>
                    <a:pt x="3113612" y="1551994"/>
                  </a:lnTo>
                  <a:lnTo>
                    <a:pt x="3113707" y="1551994"/>
                  </a:lnTo>
                  <a:lnTo>
                    <a:pt x="3113801" y="1551994"/>
                  </a:lnTo>
                  <a:lnTo>
                    <a:pt x="3113895" y="1551994"/>
                  </a:lnTo>
                  <a:lnTo>
                    <a:pt x="3113989" y="1551994"/>
                  </a:lnTo>
                  <a:lnTo>
                    <a:pt x="3114083" y="1551994"/>
                  </a:lnTo>
                  <a:lnTo>
                    <a:pt x="3114177" y="1551994"/>
                  </a:lnTo>
                  <a:lnTo>
                    <a:pt x="3114271" y="1551994"/>
                  </a:lnTo>
                  <a:lnTo>
                    <a:pt x="3114366" y="1551994"/>
                  </a:lnTo>
                  <a:lnTo>
                    <a:pt x="3114460" y="1551994"/>
                  </a:lnTo>
                  <a:lnTo>
                    <a:pt x="3114554" y="1551994"/>
                  </a:lnTo>
                  <a:lnTo>
                    <a:pt x="3114648" y="1551994"/>
                  </a:lnTo>
                  <a:lnTo>
                    <a:pt x="3114742" y="1551994"/>
                  </a:lnTo>
                  <a:lnTo>
                    <a:pt x="3114836" y="1551994"/>
                  </a:lnTo>
                  <a:lnTo>
                    <a:pt x="3114931" y="1551994"/>
                  </a:lnTo>
                  <a:lnTo>
                    <a:pt x="3115025" y="1551994"/>
                  </a:lnTo>
                  <a:lnTo>
                    <a:pt x="3115119" y="1551994"/>
                  </a:lnTo>
                  <a:lnTo>
                    <a:pt x="3115213" y="1551994"/>
                  </a:lnTo>
                  <a:lnTo>
                    <a:pt x="3115307" y="1551994"/>
                  </a:lnTo>
                  <a:lnTo>
                    <a:pt x="3115401" y="1551994"/>
                  </a:lnTo>
                  <a:lnTo>
                    <a:pt x="3115495" y="1551994"/>
                  </a:lnTo>
                  <a:lnTo>
                    <a:pt x="3115590" y="1551994"/>
                  </a:lnTo>
                  <a:lnTo>
                    <a:pt x="3115684" y="1551994"/>
                  </a:lnTo>
                  <a:lnTo>
                    <a:pt x="3115778" y="1551994"/>
                  </a:lnTo>
                  <a:lnTo>
                    <a:pt x="3115872" y="1551994"/>
                  </a:lnTo>
                  <a:lnTo>
                    <a:pt x="3115966" y="1551994"/>
                  </a:lnTo>
                  <a:lnTo>
                    <a:pt x="3116060" y="1551994"/>
                  </a:lnTo>
                  <a:lnTo>
                    <a:pt x="3116155" y="1551994"/>
                  </a:lnTo>
                  <a:lnTo>
                    <a:pt x="3116249" y="1551994"/>
                  </a:lnTo>
                  <a:lnTo>
                    <a:pt x="3116343" y="1551994"/>
                  </a:lnTo>
                  <a:lnTo>
                    <a:pt x="3116437" y="1551994"/>
                  </a:lnTo>
                  <a:lnTo>
                    <a:pt x="3116531" y="1551994"/>
                  </a:lnTo>
                  <a:lnTo>
                    <a:pt x="3116625" y="1551994"/>
                  </a:lnTo>
                  <a:lnTo>
                    <a:pt x="3116719" y="1551994"/>
                  </a:lnTo>
                  <a:lnTo>
                    <a:pt x="3116814" y="1551994"/>
                  </a:lnTo>
                  <a:lnTo>
                    <a:pt x="3116908" y="1551994"/>
                  </a:lnTo>
                  <a:lnTo>
                    <a:pt x="3117002" y="1551994"/>
                  </a:lnTo>
                  <a:lnTo>
                    <a:pt x="3117096" y="1551994"/>
                  </a:lnTo>
                  <a:lnTo>
                    <a:pt x="3117190" y="1551994"/>
                  </a:lnTo>
                  <a:lnTo>
                    <a:pt x="3117284" y="1551994"/>
                  </a:lnTo>
                  <a:lnTo>
                    <a:pt x="3117378" y="1551994"/>
                  </a:lnTo>
                  <a:lnTo>
                    <a:pt x="3117473" y="1551994"/>
                  </a:lnTo>
                  <a:lnTo>
                    <a:pt x="3117567" y="1551994"/>
                  </a:lnTo>
                  <a:lnTo>
                    <a:pt x="3117661" y="1551994"/>
                  </a:lnTo>
                  <a:lnTo>
                    <a:pt x="3117755" y="1551994"/>
                  </a:lnTo>
                  <a:lnTo>
                    <a:pt x="3117849" y="1551994"/>
                  </a:lnTo>
                  <a:lnTo>
                    <a:pt x="3117943" y="1551994"/>
                  </a:lnTo>
                  <a:lnTo>
                    <a:pt x="3118038" y="1551994"/>
                  </a:lnTo>
                  <a:lnTo>
                    <a:pt x="3118132" y="1551994"/>
                  </a:lnTo>
                  <a:lnTo>
                    <a:pt x="3118226" y="1551994"/>
                  </a:lnTo>
                  <a:lnTo>
                    <a:pt x="3118320" y="1551994"/>
                  </a:lnTo>
                  <a:lnTo>
                    <a:pt x="3118414" y="1551994"/>
                  </a:lnTo>
                  <a:lnTo>
                    <a:pt x="3118508" y="1551994"/>
                  </a:lnTo>
                  <a:lnTo>
                    <a:pt x="3118602" y="1551994"/>
                  </a:lnTo>
                  <a:lnTo>
                    <a:pt x="3118697" y="1551994"/>
                  </a:lnTo>
                  <a:lnTo>
                    <a:pt x="3118791" y="1551994"/>
                  </a:lnTo>
                  <a:lnTo>
                    <a:pt x="3118885" y="1551994"/>
                  </a:lnTo>
                  <a:lnTo>
                    <a:pt x="3118979" y="1551994"/>
                  </a:lnTo>
                  <a:lnTo>
                    <a:pt x="3119073" y="1551994"/>
                  </a:lnTo>
                  <a:lnTo>
                    <a:pt x="3119167" y="1551994"/>
                  </a:lnTo>
                  <a:lnTo>
                    <a:pt x="3119262" y="1551994"/>
                  </a:lnTo>
                  <a:lnTo>
                    <a:pt x="3119356" y="1551994"/>
                  </a:lnTo>
                  <a:lnTo>
                    <a:pt x="3119450" y="1551994"/>
                  </a:lnTo>
                  <a:lnTo>
                    <a:pt x="3119544" y="1551994"/>
                  </a:lnTo>
                  <a:lnTo>
                    <a:pt x="3119638" y="1551994"/>
                  </a:lnTo>
                  <a:lnTo>
                    <a:pt x="3119732" y="1551994"/>
                  </a:lnTo>
                  <a:lnTo>
                    <a:pt x="3119826" y="1551994"/>
                  </a:lnTo>
                  <a:lnTo>
                    <a:pt x="3119921" y="1551994"/>
                  </a:lnTo>
                  <a:lnTo>
                    <a:pt x="3120015" y="1551994"/>
                  </a:lnTo>
                  <a:lnTo>
                    <a:pt x="3120109" y="1551994"/>
                  </a:lnTo>
                  <a:lnTo>
                    <a:pt x="3120203" y="1551994"/>
                  </a:lnTo>
                  <a:lnTo>
                    <a:pt x="3120297" y="1551994"/>
                  </a:lnTo>
                  <a:lnTo>
                    <a:pt x="3120391" y="1551994"/>
                  </a:lnTo>
                  <a:lnTo>
                    <a:pt x="3120486" y="1551994"/>
                  </a:lnTo>
                  <a:lnTo>
                    <a:pt x="3120580" y="1551994"/>
                  </a:lnTo>
                  <a:lnTo>
                    <a:pt x="3120674" y="1551994"/>
                  </a:lnTo>
                  <a:lnTo>
                    <a:pt x="3120768" y="1551994"/>
                  </a:lnTo>
                  <a:lnTo>
                    <a:pt x="3120862" y="1551994"/>
                  </a:lnTo>
                  <a:lnTo>
                    <a:pt x="3120956" y="1551994"/>
                  </a:lnTo>
                  <a:lnTo>
                    <a:pt x="3121050" y="1551994"/>
                  </a:lnTo>
                  <a:lnTo>
                    <a:pt x="3121145" y="1551994"/>
                  </a:lnTo>
                  <a:lnTo>
                    <a:pt x="3121239" y="1551994"/>
                  </a:lnTo>
                  <a:lnTo>
                    <a:pt x="3121333" y="1551994"/>
                  </a:lnTo>
                  <a:lnTo>
                    <a:pt x="3121427" y="1551994"/>
                  </a:lnTo>
                  <a:lnTo>
                    <a:pt x="3121521" y="1551994"/>
                  </a:lnTo>
                  <a:lnTo>
                    <a:pt x="3121615" y="1551994"/>
                  </a:lnTo>
                  <a:lnTo>
                    <a:pt x="3121709" y="1551994"/>
                  </a:lnTo>
                  <a:lnTo>
                    <a:pt x="3121804" y="1551994"/>
                  </a:lnTo>
                  <a:lnTo>
                    <a:pt x="3121898" y="1551994"/>
                  </a:lnTo>
                  <a:lnTo>
                    <a:pt x="3121992" y="1551994"/>
                  </a:lnTo>
                  <a:lnTo>
                    <a:pt x="3121992" y="1547083"/>
                  </a:lnTo>
                  <a:lnTo>
                    <a:pt x="3122086" y="1547083"/>
                  </a:lnTo>
                  <a:lnTo>
                    <a:pt x="3122180" y="1547083"/>
                  </a:lnTo>
                  <a:lnTo>
                    <a:pt x="3122274" y="1547083"/>
                  </a:lnTo>
                  <a:lnTo>
                    <a:pt x="3122369" y="1547083"/>
                  </a:lnTo>
                  <a:lnTo>
                    <a:pt x="3122463" y="1547083"/>
                  </a:lnTo>
                  <a:lnTo>
                    <a:pt x="3122557" y="1547083"/>
                  </a:lnTo>
                  <a:lnTo>
                    <a:pt x="3122651" y="1547083"/>
                  </a:lnTo>
                  <a:lnTo>
                    <a:pt x="3122745" y="1547083"/>
                  </a:lnTo>
                  <a:lnTo>
                    <a:pt x="3122839" y="1547083"/>
                  </a:lnTo>
                  <a:lnTo>
                    <a:pt x="3122933" y="1547083"/>
                  </a:lnTo>
                  <a:lnTo>
                    <a:pt x="3123028" y="1547083"/>
                  </a:lnTo>
                  <a:lnTo>
                    <a:pt x="3123122" y="1547083"/>
                  </a:lnTo>
                  <a:lnTo>
                    <a:pt x="3123216" y="1547083"/>
                  </a:lnTo>
                  <a:lnTo>
                    <a:pt x="3123310" y="1547083"/>
                  </a:lnTo>
                  <a:lnTo>
                    <a:pt x="3123404" y="1547083"/>
                  </a:lnTo>
                  <a:lnTo>
                    <a:pt x="3123498" y="1547083"/>
                  </a:lnTo>
                  <a:lnTo>
                    <a:pt x="3123593" y="1547083"/>
                  </a:lnTo>
                  <a:lnTo>
                    <a:pt x="3123687" y="1547083"/>
                  </a:lnTo>
                  <a:lnTo>
                    <a:pt x="3123781" y="1547083"/>
                  </a:lnTo>
                  <a:lnTo>
                    <a:pt x="3123875" y="1547083"/>
                  </a:lnTo>
                  <a:lnTo>
                    <a:pt x="3123969" y="1547083"/>
                  </a:lnTo>
                  <a:lnTo>
                    <a:pt x="3124063" y="1547083"/>
                  </a:lnTo>
                  <a:lnTo>
                    <a:pt x="3124157" y="1547083"/>
                  </a:lnTo>
                  <a:lnTo>
                    <a:pt x="3124252" y="1547083"/>
                  </a:lnTo>
                  <a:lnTo>
                    <a:pt x="3124346" y="1547083"/>
                  </a:lnTo>
                  <a:lnTo>
                    <a:pt x="3124440" y="1547083"/>
                  </a:lnTo>
                  <a:lnTo>
                    <a:pt x="3124534" y="1547083"/>
                  </a:lnTo>
                  <a:lnTo>
                    <a:pt x="3124628" y="1547083"/>
                  </a:lnTo>
                  <a:lnTo>
                    <a:pt x="3124722" y="1547083"/>
                  </a:lnTo>
                  <a:lnTo>
                    <a:pt x="3124817" y="1547083"/>
                  </a:lnTo>
                  <a:lnTo>
                    <a:pt x="3124911" y="1547083"/>
                  </a:lnTo>
                  <a:lnTo>
                    <a:pt x="3125005" y="1547083"/>
                  </a:lnTo>
                  <a:lnTo>
                    <a:pt x="3125099" y="1547083"/>
                  </a:lnTo>
                  <a:lnTo>
                    <a:pt x="3125193" y="1547083"/>
                  </a:lnTo>
                  <a:lnTo>
                    <a:pt x="3125287" y="1547083"/>
                  </a:lnTo>
                  <a:lnTo>
                    <a:pt x="3125381" y="1547083"/>
                  </a:lnTo>
                  <a:lnTo>
                    <a:pt x="3125476" y="1547083"/>
                  </a:lnTo>
                  <a:lnTo>
                    <a:pt x="3125570" y="1547083"/>
                  </a:lnTo>
                  <a:lnTo>
                    <a:pt x="3125664" y="1547083"/>
                  </a:lnTo>
                  <a:lnTo>
                    <a:pt x="3125758" y="1547083"/>
                  </a:lnTo>
                  <a:lnTo>
                    <a:pt x="3125852" y="1547083"/>
                  </a:lnTo>
                  <a:lnTo>
                    <a:pt x="3125946" y="1547083"/>
                  </a:lnTo>
                  <a:lnTo>
                    <a:pt x="3126040" y="1547083"/>
                  </a:lnTo>
                  <a:lnTo>
                    <a:pt x="3126135" y="1547083"/>
                  </a:lnTo>
                  <a:lnTo>
                    <a:pt x="3126229" y="1547083"/>
                  </a:lnTo>
                  <a:lnTo>
                    <a:pt x="3126323" y="1547083"/>
                  </a:lnTo>
                  <a:lnTo>
                    <a:pt x="3126417" y="1547083"/>
                  </a:lnTo>
                  <a:lnTo>
                    <a:pt x="3126511" y="1547083"/>
                  </a:lnTo>
                  <a:lnTo>
                    <a:pt x="3126605" y="1547083"/>
                  </a:lnTo>
                  <a:lnTo>
                    <a:pt x="3126700" y="1547083"/>
                  </a:lnTo>
                  <a:lnTo>
                    <a:pt x="3126794" y="1547083"/>
                  </a:lnTo>
                  <a:lnTo>
                    <a:pt x="3126888" y="1547083"/>
                  </a:lnTo>
                  <a:lnTo>
                    <a:pt x="3126982" y="1547083"/>
                  </a:lnTo>
                  <a:lnTo>
                    <a:pt x="3127076" y="1547083"/>
                  </a:lnTo>
                  <a:lnTo>
                    <a:pt x="3127170" y="1547083"/>
                  </a:lnTo>
                  <a:lnTo>
                    <a:pt x="3127264" y="1547083"/>
                  </a:lnTo>
                  <a:lnTo>
                    <a:pt x="3127359" y="1547083"/>
                  </a:lnTo>
                  <a:lnTo>
                    <a:pt x="3127453" y="1547083"/>
                  </a:lnTo>
                  <a:lnTo>
                    <a:pt x="3127547" y="1547083"/>
                  </a:lnTo>
                  <a:lnTo>
                    <a:pt x="3127641" y="1547083"/>
                  </a:lnTo>
                  <a:lnTo>
                    <a:pt x="3127735" y="1547083"/>
                  </a:lnTo>
                  <a:lnTo>
                    <a:pt x="3127829" y="1547083"/>
                  </a:lnTo>
                  <a:lnTo>
                    <a:pt x="3127924" y="1547083"/>
                  </a:lnTo>
                  <a:lnTo>
                    <a:pt x="3128018" y="1547083"/>
                  </a:lnTo>
                  <a:lnTo>
                    <a:pt x="3128112" y="1547083"/>
                  </a:lnTo>
                  <a:lnTo>
                    <a:pt x="3128206" y="1547083"/>
                  </a:lnTo>
                  <a:lnTo>
                    <a:pt x="3128300" y="1547083"/>
                  </a:lnTo>
                  <a:lnTo>
                    <a:pt x="3128394" y="1547083"/>
                  </a:lnTo>
                  <a:lnTo>
                    <a:pt x="3128488" y="1547083"/>
                  </a:lnTo>
                  <a:lnTo>
                    <a:pt x="3128583" y="1547083"/>
                  </a:lnTo>
                  <a:lnTo>
                    <a:pt x="3128677" y="1547083"/>
                  </a:lnTo>
                  <a:lnTo>
                    <a:pt x="3128771" y="1547083"/>
                  </a:lnTo>
                  <a:lnTo>
                    <a:pt x="3128865" y="1547083"/>
                  </a:lnTo>
                  <a:lnTo>
                    <a:pt x="3128959" y="1547083"/>
                  </a:lnTo>
                  <a:lnTo>
                    <a:pt x="3129053" y="1547083"/>
                  </a:lnTo>
                  <a:lnTo>
                    <a:pt x="3129148" y="1547083"/>
                  </a:lnTo>
                  <a:lnTo>
                    <a:pt x="3129242" y="1547083"/>
                  </a:lnTo>
                  <a:lnTo>
                    <a:pt x="3129336" y="1547083"/>
                  </a:lnTo>
                  <a:lnTo>
                    <a:pt x="3129430" y="1547083"/>
                  </a:lnTo>
                  <a:lnTo>
                    <a:pt x="3129524" y="1547083"/>
                  </a:lnTo>
                  <a:lnTo>
                    <a:pt x="3129618" y="1547083"/>
                  </a:lnTo>
                  <a:lnTo>
                    <a:pt x="3129712" y="1547083"/>
                  </a:lnTo>
                  <a:lnTo>
                    <a:pt x="3129807" y="1547083"/>
                  </a:lnTo>
                  <a:lnTo>
                    <a:pt x="3129901" y="1547083"/>
                  </a:lnTo>
                  <a:lnTo>
                    <a:pt x="3129995" y="1547083"/>
                  </a:lnTo>
                  <a:lnTo>
                    <a:pt x="3130089" y="1547083"/>
                  </a:lnTo>
                  <a:lnTo>
                    <a:pt x="3130183" y="1547083"/>
                  </a:lnTo>
                  <a:lnTo>
                    <a:pt x="3130277" y="1547083"/>
                  </a:lnTo>
                  <a:lnTo>
                    <a:pt x="3130371" y="1547083"/>
                  </a:lnTo>
                  <a:lnTo>
                    <a:pt x="3130466" y="1547083"/>
                  </a:lnTo>
                  <a:lnTo>
                    <a:pt x="3130560" y="1547083"/>
                  </a:lnTo>
                  <a:lnTo>
                    <a:pt x="3130654" y="1547083"/>
                  </a:lnTo>
                  <a:lnTo>
                    <a:pt x="3130748" y="1547083"/>
                  </a:lnTo>
                  <a:lnTo>
                    <a:pt x="3130842" y="1547083"/>
                  </a:lnTo>
                  <a:lnTo>
                    <a:pt x="3130936" y="1547083"/>
                  </a:lnTo>
                  <a:lnTo>
                    <a:pt x="3131031" y="1547083"/>
                  </a:lnTo>
                  <a:lnTo>
                    <a:pt x="3131125" y="1547083"/>
                  </a:lnTo>
                  <a:lnTo>
                    <a:pt x="3131219" y="1547083"/>
                  </a:lnTo>
                  <a:lnTo>
                    <a:pt x="3131313" y="1547083"/>
                  </a:lnTo>
                  <a:lnTo>
                    <a:pt x="3131407" y="1547083"/>
                  </a:lnTo>
                  <a:lnTo>
                    <a:pt x="3131501" y="1547083"/>
                  </a:lnTo>
                  <a:lnTo>
                    <a:pt x="3131595" y="1547083"/>
                  </a:lnTo>
                  <a:lnTo>
                    <a:pt x="3131690" y="1547083"/>
                  </a:lnTo>
                  <a:lnTo>
                    <a:pt x="3131784" y="1547083"/>
                  </a:lnTo>
                  <a:lnTo>
                    <a:pt x="3131878" y="1547083"/>
                  </a:lnTo>
                  <a:lnTo>
                    <a:pt x="3131972" y="1547083"/>
                  </a:lnTo>
                  <a:lnTo>
                    <a:pt x="3131972" y="1542171"/>
                  </a:lnTo>
                  <a:lnTo>
                    <a:pt x="3132066" y="1542171"/>
                  </a:lnTo>
                  <a:lnTo>
                    <a:pt x="3132160" y="1542171"/>
                  </a:lnTo>
                  <a:lnTo>
                    <a:pt x="3132255" y="1542171"/>
                  </a:lnTo>
                  <a:lnTo>
                    <a:pt x="3132349" y="1542171"/>
                  </a:lnTo>
                  <a:lnTo>
                    <a:pt x="3132443" y="1542171"/>
                  </a:lnTo>
                  <a:lnTo>
                    <a:pt x="3132537" y="1542171"/>
                  </a:lnTo>
                  <a:lnTo>
                    <a:pt x="3132631" y="1542171"/>
                  </a:lnTo>
                  <a:lnTo>
                    <a:pt x="3132725" y="1542171"/>
                  </a:lnTo>
                  <a:lnTo>
                    <a:pt x="3132819" y="1542171"/>
                  </a:lnTo>
                  <a:lnTo>
                    <a:pt x="3132914" y="1542171"/>
                  </a:lnTo>
                  <a:lnTo>
                    <a:pt x="3133008" y="1542171"/>
                  </a:lnTo>
                  <a:lnTo>
                    <a:pt x="3133102" y="1542171"/>
                  </a:lnTo>
                  <a:lnTo>
                    <a:pt x="3133196" y="1542171"/>
                  </a:lnTo>
                  <a:lnTo>
                    <a:pt x="3133290" y="1542171"/>
                  </a:lnTo>
                  <a:lnTo>
                    <a:pt x="3133384" y="1542171"/>
                  </a:lnTo>
                  <a:lnTo>
                    <a:pt x="3133479" y="1542171"/>
                  </a:lnTo>
                  <a:lnTo>
                    <a:pt x="3133573" y="1542171"/>
                  </a:lnTo>
                  <a:lnTo>
                    <a:pt x="3133667" y="1542171"/>
                  </a:lnTo>
                  <a:lnTo>
                    <a:pt x="3133761" y="1542171"/>
                  </a:lnTo>
                  <a:lnTo>
                    <a:pt x="3133855" y="1542171"/>
                  </a:lnTo>
                  <a:lnTo>
                    <a:pt x="3133949" y="1542171"/>
                  </a:lnTo>
                  <a:lnTo>
                    <a:pt x="3134043" y="1542171"/>
                  </a:lnTo>
                  <a:lnTo>
                    <a:pt x="3134138" y="1542171"/>
                  </a:lnTo>
                  <a:lnTo>
                    <a:pt x="3134232" y="1542171"/>
                  </a:lnTo>
                  <a:lnTo>
                    <a:pt x="3134326" y="1542171"/>
                  </a:lnTo>
                  <a:lnTo>
                    <a:pt x="3134420" y="1542171"/>
                  </a:lnTo>
                  <a:lnTo>
                    <a:pt x="3134514" y="1542171"/>
                  </a:lnTo>
                  <a:lnTo>
                    <a:pt x="3134608" y="1542171"/>
                  </a:lnTo>
                  <a:lnTo>
                    <a:pt x="3134702" y="1542171"/>
                  </a:lnTo>
                  <a:lnTo>
                    <a:pt x="3134797" y="1542171"/>
                  </a:lnTo>
                  <a:lnTo>
                    <a:pt x="3134797" y="1537260"/>
                  </a:lnTo>
                  <a:lnTo>
                    <a:pt x="3134891" y="1537260"/>
                  </a:lnTo>
                  <a:lnTo>
                    <a:pt x="3134985" y="1537260"/>
                  </a:lnTo>
                  <a:lnTo>
                    <a:pt x="3135079" y="1537260"/>
                  </a:lnTo>
                  <a:lnTo>
                    <a:pt x="3135173" y="1537260"/>
                  </a:lnTo>
                  <a:lnTo>
                    <a:pt x="3135267" y="1537260"/>
                  </a:lnTo>
                  <a:lnTo>
                    <a:pt x="3135362" y="1537260"/>
                  </a:lnTo>
                  <a:lnTo>
                    <a:pt x="3135456" y="1537260"/>
                  </a:lnTo>
                  <a:lnTo>
                    <a:pt x="3135550" y="1537260"/>
                  </a:lnTo>
                  <a:lnTo>
                    <a:pt x="3135644" y="1537260"/>
                  </a:lnTo>
                  <a:lnTo>
                    <a:pt x="3135738" y="1537260"/>
                  </a:lnTo>
                  <a:lnTo>
                    <a:pt x="3135832" y="1537260"/>
                  </a:lnTo>
                  <a:lnTo>
                    <a:pt x="3135926" y="1537260"/>
                  </a:lnTo>
                  <a:lnTo>
                    <a:pt x="3136021" y="1537260"/>
                  </a:lnTo>
                  <a:lnTo>
                    <a:pt x="3136115" y="1537260"/>
                  </a:lnTo>
                  <a:lnTo>
                    <a:pt x="3136209" y="1537260"/>
                  </a:lnTo>
                  <a:lnTo>
                    <a:pt x="3136303" y="1537260"/>
                  </a:lnTo>
                  <a:lnTo>
                    <a:pt x="3136397" y="1537260"/>
                  </a:lnTo>
                  <a:lnTo>
                    <a:pt x="3136491" y="1537260"/>
                  </a:lnTo>
                  <a:lnTo>
                    <a:pt x="3136586" y="1537260"/>
                  </a:lnTo>
                  <a:lnTo>
                    <a:pt x="3136680" y="1537260"/>
                  </a:lnTo>
                  <a:lnTo>
                    <a:pt x="3136774" y="1537260"/>
                  </a:lnTo>
                  <a:lnTo>
                    <a:pt x="3136868" y="1537260"/>
                  </a:lnTo>
                  <a:lnTo>
                    <a:pt x="3136962" y="1537260"/>
                  </a:lnTo>
                  <a:lnTo>
                    <a:pt x="3137056" y="1537260"/>
                  </a:lnTo>
                  <a:lnTo>
                    <a:pt x="3137150" y="1537260"/>
                  </a:lnTo>
                  <a:lnTo>
                    <a:pt x="3137245" y="1537260"/>
                  </a:lnTo>
                  <a:lnTo>
                    <a:pt x="3137339" y="1537260"/>
                  </a:lnTo>
                  <a:lnTo>
                    <a:pt x="3137433" y="1537260"/>
                  </a:lnTo>
                  <a:lnTo>
                    <a:pt x="3137527" y="1537260"/>
                  </a:lnTo>
                  <a:lnTo>
                    <a:pt x="3137621" y="1537260"/>
                  </a:lnTo>
                  <a:lnTo>
                    <a:pt x="3137715" y="1537260"/>
                  </a:lnTo>
                  <a:lnTo>
                    <a:pt x="3137810" y="1537260"/>
                  </a:lnTo>
                  <a:lnTo>
                    <a:pt x="3137904" y="1537260"/>
                  </a:lnTo>
                  <a:lnTo>
                    <a:pt x="3137998" y="1537260"/>
                  </a:lnTo>
                  <a:lnTo>
                    <a:pt x="3138092" y="1537260"/>
                  </a:lnTo>
                  <a:lnTo>
                    <a:pt x="3138186" y="1537260"/>
                  </a:lnTo>
                  <a:lnTo>
                    <a:pt x="3138280" y="1537260"/>
                  </a:lnTo>
                  <a:lnTo>
                    <a:pt x="3138374" y="1537260"/>
                  </a:lnTo>
                  <a:lnTo>
                    <a:pt x="3138469" y="1537260"/>
                  </a:lnTo>
                  <a:lnTo>
                    <a:pt x="3138563" y="1537260"/>
                  </a:lnTo>
                  <a:lnTo>
                    <a:pt x="3138657" y="1537260"/>
                  </a:lnTo>
                  <a:lnTo>
                    <a:pt x="3138751" y="1537260"/>
                  </a:lnTo>
                  <a:lnTo>
                    <a:pt x="3138845" y="1537260"/>
                  </a:lnTo>
                  <a:lnTo>
                    <a:pt x="3138939" y="1537260"/>
                  </a:lnTo>
                  <a:lnTo>
                    <a:pt x="3139033" y="1537260"/>
                  </a:lnTo>
                  <a:lnTo>
                    <a:pt x="3139128" y="1537260"/>
                  </a:lnTo>
                  <a:lnTo>
                    <a:pt x="3139222" y="1537260"/>
                  </a:lnTo>
                  <a:lnTo>
                    <a:pt x="3139316" y="1537260"/>
                  </a:lnTo>
                  <a:lnTo>
                    <a:pt x="3139410" y="1537260"/>
                  </a:lnTo>
                  <a:lnTo>
                    <a:pt x="3139504" y="1537260"/>
                  </a:lnTo>
                  <a:lnTo>
                    <a:pt x="3139598" y="1537260"/>
                  </a:lnTo>
                  <a:lnTo>
                    <a:pt x="3139693" y="1537260"/>
                  </a:lnTo>
                  <a:lnTo>
                    <a:pt x="3139787" y="1537260"/>
                  </a:lnTo>
                  <a:lnTo>
                    <a:pt x="3139881" y="1537260"/>
                  </a:lnTo>
                  <a:lnTo>
                    <a:pt x="3139975" y="1537260"/>
                  </a:lnTo>
                  <a:lnTo>
                    <a:pt x="3140069" y="1537260"/>
                  </a:lnTo>
                  <a:lnTo>
                    <a:pt x="3140163" y="1537260"/>
                  </a:lnTo>
                  <a:lnTo>
                    <a:pt x="3140257" y="1537260"/>
                  </a:lnTo>
                  <a:lnTo>
                    <a:pt x="3140257" y="1532348"/>
                  </a:lnTo>
                  <a:lnTo>
                    <a:pt x="3140352" y="1532348"/>
                  </a:lnTo>
                  <a:lnTo>
                    <a:pt x="3140446" y="1532348"/>
                  </a:lnTo>
                  <a:lnTo>
                    <a:pt x="3140540" y="1532348"/>
                  </a:lnTo>
                  <a:lnTo>
                    <a:pt x="3140540" y="1527437"/>
                  </a:lnTo>
                  <a:lnTo>
                    <a:pt x="3140634" y="1527437"/>
                  </a:lnTo>
                  <a:lnTo>
                    <a:pt x="3140728" y="1527437"/>
                  </a:lnTo>
                  <a:lnTo>
                    <a:pt x="3140822" y="1527437"/>
                  </a:lnTo>
                  <a:lnTo>
                    <a:pt x="3140917" y="1527437"/>
                  </a:lnTo>
                  <a:lnTo>
                    <a:pt x="3141011" y="1527437"/>
                  </a:lnTo>
                  <a:lnTo>
                    <a:pt x="3141105" y="1527437"/>
                  </a:lnTo>
                  <a:lnTo>
                    <a:pt x="3141199" y="1527437"/>
                  </a:lnTo>
                  <a:lnTo>
                    <a:pt x="3141293" y="1527437"/>
                  </a:lnTo>
                  <a:lnTo>
                    <a:pt x="3141387" y="1527437"/>
                  </a:lnTo>
                  <a:lnTo>
                    <a:pt x="3141481" y="1527437"/>
                  </a:lnTo>
                  <a:lnTo>
                    <a:pt x="3141576" y="1527437"/>
                  </a:lnTo>
                  <a:lnTo>
                    <a:pt x="3141670" y="1527437"/>
                  </a:lnTo>
                  <a:lnTo>
                    <a:pt x="3141764" y="1527437"/>
                  </a:lnTo>
                  <a:lnTo>
                    <a:pt x="3141858" y="1527437"/>
                  </a:lnTo>
                  <a:lnTo>
                    <a:pt x="3141952" y="1527437"/>
                  </a:lnTo>
                  <a:lnTo>
                    <a:pt x="3142046" y="1527437"/>
                  </a:lnTo>
                  <a:lnTo>
                    <a:pt x="3142141" y="1527437"/>
                  </a:lnTo>
                  <a:lnTo>
                    <a:pt x="3142235" y="1527437"/>
                  </a:lnTo>
                  <a:lnTo>
                    <a:pt x="3142329" y="1527437"/>
                  </a:lnTo>
                  <a:lnTo>
                    <a:pt x="3142423" y="1527437"/>
                  </a:lnTo>
                  <a:lnTo>
                    <a:pt x="3142517" y="1527437"/>
                  </a:lnTo>
                  <a:lnTo>
                    <a:pt x="3142611" y="1527437"/>
                  </a:lnTo>
                  <a:lnTo>
                    <a:pt x="3142705" y="1527437"/>
                  </a:lnTo>
                  <a:lnTo>
                    <a:pt x="3142800" y="1527437"/>
                  </a:lnTo>
                  <a:lnTo>
                    <a:pt x="3142894" y="1527437"/>
                  </a:lnTo>
                  <a:lnTo>
                    <a:pt x="3142988" y="1527437"/>
                  </a:lnTo>
                  <a:lnTo>
                    <a:pt x="3143082" y="1527437"/>
                  </a:lnTo>
                  <a:lnTo>
                    <a:pt x="3143176" y="1527437"/>
                  </a:lnTo>
                  <a:lnTo>
                    <a:pt x="3143270" y="1527437"/>
                  </a:lnTo>
                  <a:lnTo>
                    <a:pt x="3143364" y="1527437"/>
                  </a:lnTo>
                  <a:lnTo>
                    <a:pt x="3143459" y="1527437"/>
                  </a:lnTo>
                  <a:lnTo>
                    <a:pt x="3143553" y="1527437"/>
                  </a:lnTo>
                  <a:lnTo>
                    <a:pt x="3143647" y="1527437"/>
                  </a:lnTo>
                  <a:lnTo>
                    <a:pt x="3143741" y="1527437"/>
                  </a:lnTo>
                  <a:lnTo>
                    <a:pt x="3143835" y="1527437"/>
                  </a:lnTo>
                  <a:lnTo>
                    <a:pt x="3143929" y="1527437"/>
                  </a:lnTo>
                  <a:lnTo>
                    <a:pt x="3144024" y="1527437"/>
                  </a:lnTo>
                  <a:lnTo>
                    <a:pt x="3144118" y="1527437"/>
                  </a:lnTo>
                  <a:lnTo>
                    <a:pt x="3144212" y="1527437"/>
                  </a:lnTo>
                  <a:lnTo>
                    <a:pt x="3144306" y="1527437"/>
                  </a:lnTo>
                  <a:lnTo>
                    <a:pt x="3144400" y="1527437"/>
                  </a:lnTo>
                  <a:lnTo>
                    <a:pt x="3144494" y="1527437"/>
                  </a:lnTo>
                  <a:lnTo>
                    <a:pt x="3144588" y="1527437"/>
                  </a:lnTo>
                  <a:lnTo>
                    <a:pt x="3144683" y="1527437"/>
                  </a:lnTo>
                  <a:lnTo>
                    <a:pt x="3144777" y="1527437"/>
                  </a:lnTo>
                  <a:lnTo>
                    <a:pt x="3144871" y="1527437"/>
                  </a:lnTo>
                  <a:lnTo>
                    <a:pt x="3144965" y="1527437"/>
                  </a:lnTo>
                  <a:lnTo>
                    <a:pt x="3145059" y="1527437"/>
                  </a:lnTo>
                  <a:lnTo>
                    <a:pt x="3145153" y="1527437"/>
                  </a:lnTo>
                  <a:lnTo>
                    <a:pt x="3145248" y="1527437"/>
                  </a:lnTo>
                  <a:lnTo>
                    <a:pt x="3145342" y="1527437"/>
                  </a:lnTo>
                  <a:lnTo>
                    <a:pt x="3145436" y="1527437"/>
                  </a:lnTo>
                  <a:lnTo>
                    <a:pt x="3145530" y="1527437"/>
                  </a:lnTo>
                  <a:lnTo>
                    <a:pt x="3145624" y="1527437"/>
                  </a:lnTo>
                  <a:lnTo>
                    <a:pt x="3145718" y="1527437"/>
                  </a:lnTo>
                  <a:lnTo>
                    <a:pt x="3145812" y="1527437"/>
                  </a:lnTo>
                  <a:lnTo>
                    <a:pt x="3145907" y="1527437"/>
                  </a:lnTo>
                  <a:lnTo>
                    <a:pt x="3146001" y="1527437"/>
                  </a:lnTo>
                  <a:lnTo>
                    <a:pt x="3146095" y="1527437"/>
                  </a:lnTo>
                  <a:lnTo>
                    <a:pt x="3146189" y="1527437"/>
                  </a:lnTo>
                  <a:lnTo>
                    <a:pt x="3146283" y="1527437"/>
                  </a:lnTo>
                  <a:lnTo>
                    <a:pt x="3146377" y="1527437"/>
                  </a:lnTo>
                  <a:lnTo>
                    <a:pt x="3146472" y="1527437"/>
                  </a:lnTo>
                  <a:lnTo>
                    <a:pt x="3146566" y="1527437"/>
                  </a:lnTo>
                  <a:lnTo>
                    <a:pt x="3146660" y="1527437"/>
                  </a:lnTo>
                  <a:lnTo>
                    <a:pt x="3146754" y="1527437"/>
                  </a:lnTo>
                  <a:lnTo>
                    <a:pt x="3146848" y="1527437"/>
                  </a:lnTo>
                  <a:lnTo>
                    <a:pt x="3146942" y="1527437"/>
                  </a:lnTo>
                  <a:lnTo>
                    <a:pt x="3147036" y="1527437"/>
                  </a:lnTo>
                  <a:lnTo>
                    <a:pt x="3147036" y="1522526"/>
                  </a:lnTo>
                  <a:lnTo>
                    <a:pt x="3147131" y="1522526"/>
                  </a:lnTo>
                  <a:lnTo>
                    <a:pt x="3147225" y="1522526"/>
                  </a:lnTo>
                  <a:lnTo>
                    <a:pt x="3147319" y="1522526"/>
                  </a:lnTo>
                  <a:lnTo>
                    <a:pt x="3147413" y="1522526"/>
                  </a:lnTo>
                  <a:lnTo>
                    <a:pt x="3147507" y="1522526"/>
                  </a:lnTo>
                  <a:lnTo>
                    <a:pt x="3147601" y="1522526"/>
                  </a:lnTo>
                  <a:lnTo>
                    <a:pt x="3147695" y="1522526"/>
                  </a:lnTo>
                  <a:lnTo>
                    <a:pt x="3147790" y="1522526"/>
                  </a:lnTo>
                  <a:lnTo>
                    <a:pt x="3147884" y="1522526"/>
                  </a:lnTo>
                  <a:lnTo>
                    <a:pt x="3147978" y="1522526"/>
                  </a:lnTo>
                  <a:lnTo>
                    <a:pt x="3148072" y="1522526"/>
                  </a:lnTo>
                  <a:lnTo>
                    <a:pt x="3148166" y="1522526"/>
                  </a:lnTo>
                  <a:lnTo>
                    <a:pt x="3148260" y="1522526"/>
                  </a:lnTo>
                  <a:lnTo>
                    <a:pt x="3148355" y="1522526"/>
                  </a:lnTo>
                  <a:lnTo>
                    <a:pt x="3148449" y="1522526"/>
                  </a:lnTo>
                  <a:lnTo>
                    <a:pt x="3148543" y="1522526"/>
                  </a:lnTo>
                  <a:lnTo>
                    <a:pt x="3148637" y="1522526"/>
                  </a:lnTo>
                  <a:lnTo>
                    <a:pt x="3148731" y="1522526"/>
                  </a:lnTo>
                  <a:lnTo>
                    <a:pt x="3148825" y="1522526"/>
                  </a:lnTo>
                  <a:lnTo>
                    <a:pt x="3148919" y="1522526"/>
                  </a:lnTo>
                  <a:lnTo>
                    <a:pt x="3149014" y="1522526"/>
                  </a:lnTo>
                  <a:lnTo>
                    <a:pt x="3149108" y="1522526"/>
                  </a:lnTo>
                  <a:lnTo>
                    <a:pt x="3149202" y="1522526"/>
                  </a:lnTo>
                  <a:lnTo>
                    <a:pt x="3149296" y="1522526"/>
                  </a:lnTo>
                  <a:lnTo>
                    <a:pt x="3149390" y="1522526"/>
                  </a:lnTo>
                  <a:lnTo>
                    <a:pt x="3149484" y="1522526"/>
                  </a:lnTo>
                  <a:lnTo>
                    <a:pt x="3149579" y="1522526"/>
                  </a:lnTo>
                  <a:lnTo>
                    <a:pt x="3149673" y="1522526"/>
                  </a:lnTo>
                  <a:lnTo>
                    <a:pt x="3149767" y="1522526"/>
                  </a:lnTo>
                  <a:lnTo>
                    <a:pt x="3149861" y="1522526"/>
                  </a:lnTo>
                  <a:lnTo>
                    <a:pt x="3149955" y="1522526"/>
                  </a:lnTo>
                  <a:lnTo>
                    <a:pt x="3150049" y="1522526"/>
                  </a:lnTo>
                  <a:lnTo>
                    <a:pt x="3150143" y="1522526"/>
                  </a:lnTo>
                  <a:lnTo>
                    <a:pt x="3150238" y="1522526"/>
                  </a:lnTo>
                  <a:lnTo>
                    <a:pt x="3150332" y="1522526"/>
                  </a:lnTo>
                  <a:lnTo>
                    <a:pt x="3150426" y="1522526"/>
                  </a:lnTo>
                  <a:lnTo>
                    <a:pt x="3150520" y="1522526"/>
                  </a:lnTo>
                  <a:lnTo>
                    <a:pt x="3150614" y="1522526"/>
                  </a:lnTo>
                  <a:lnTo>
                    <a:pt x="3150708" y="1522526"/>
                  </a:lnTo>
                  <a:lnTo>
                    <a:pt x="3150803" y="1522526"/>
                  </a:lnTo>
                  <a:lnTo>
                    <a:pt x="3150803" y="1517614"/>
                  </a:lnTo>
                  <a:lnTo>
                    <a:pt x="3150897" y="1517614"/>
                  </a:lnTo>
                  <a:lnTo>
                    <a:pt x="3150991" y="1517614"/>
                  </a:lnTo>
                  <a:lnTo>
                    <a:pt x="3151085" y="1517614"/>
                  </a:lnTo>
                  <a:lnTo>
                    <a:pt x="3151179" y="1517614"/>
                  </a:lnTo>
                  <a:lnTo>
                    <a:pt x="3151273" y="1517614"/>
                  </a:lnTo>
                  <a:lnTo>
                    <a:pt x="3151367" y="1517614"/>
                  </a:lnTo>
                  <a:lnTo>
                    <a:pt x="3151462" y="1517614"/>
                  </a:lnTo>
                  <a:lnTo>
                    <a:pt x="3151556" y="1517614"/>
                  </a:lnTo>
                  <a:lnTo>
                    <a:pt x="3151650" y="1517614"/>
                  </a:lnTo>
                  <a:lnTo>
                    <a:pt x="3151744" y="1517614"/>
                  </a:lnTo>
                  <a:lnTo>
                    <a:pt x="3151838" y="1517614"/>
                  </a:lnTo>
                  <a:lnTo>
                    <a:pt x="3151932" y="1517614"/>
                  </a:lnTo>
                  <a:lnTo>
                    <a:pt x="3152026" y="1517614"/>
                  </a:lnTo>
                  <a:lnTo>
                    <a:pt x="3152121" y="1517614"/>
                  </a:lnTo>
                  <a:lnTo>
                    <a:pt x="3152215" y="1517614"/>
                  </a:lnTo>
                  <a:lnTo>
                    <a:pt x="3152309" y="1517614"/>
                  </a:lnTo>
                  <a:lnTo>
                    <a:pt x="3152403" y="1517614"/>
                  </a:lnTo>
                  <a:lnTo>
                    <a:pt x="3152497" y="1517614"/>
                  </a:lnTo>
                  <a:lnTo>
                    <a:pt x="3152591" y="1517614"/>
                  </a:lnTo>
                  <a:lnTo>
                    <a:pt x="3152686" y="1517614"/>
                  </a:lnTo>
                  <a:lnTo>
                    <a:pt x="3152780" y="1517614"/>
                  </a:lnTo>
                  <a:lnTo>
                    <a:pt x="3152874" y="1517614"/>
                  </a:lnTo>
                  <a:lnTo>
                    <a:pt x="3152968" y="1517614"/>
                  </a:lnTo>
                  <a:lnTo>
                    <a:pt x="3153062" y="1517614"/>
                  </a:lnTo>
                  <a:lnTo>
                    <a:pt x="3153156" y="1517614"/>
                  </a:lnTo>
                  <a:lnTo>
                    <a:pt x="3153250" y="1517614"/>
                  </a:lnTo>
                  <a:lnTo>
                    <a:pt x="3153345" y="1517614"/>
                  </a:lnTo>
                  <a:lnTo>
                    <a:pt x="3153439" y="1517614"/>
                  </a:lnTo>
                  <a:lnTo>
                    <a:pt x="3153533" y="1517614"/>
                  </a:lnTo>
                  <a:lnTo>
                    <a:pt x="3153627" y="1517614"/>
                  </a:lnTo>
                  <a:lnTo>
                    <a:pt x="3153721" y="1517614"/>
                  </a:lnTo>
                  <a:lnTo>
                    <a:pt x="3153815" y="1517614"/>
                  </a:lnTo>
                  <a:lnTo>
                    <a:pt x="3153910" y="1517614"/>
                  </a:lnTo>
                  <a:lnTo>
                    <a:pt x="3154004" y="1517614"/>
                  </a:lnTo>
                  <a:lnTo>
                    <a:pt x="3154098" y="1517614"/>
                  </a:lnTo>
                  <a:lnTo>
                    <a:pt x="3154192" y="1517614"/>
                  </a:lnTo>
                  <a:lnTo>
                    <a:pt x="3154286" y="1517614"/>
                  </a:lnTo>
                  <a:lnTo>
                    <a:pt x="3154380" y="1517614"/>
                  </a:lnTo>
                  <a:lnTo>
                    <a:pt x="3154474" y="1517614"/>
                  </a:lnTo>
                  <a:lnTo>
                    <a:pt x="3154569" y="1517614"/>
                  </a:lnTo>
                  <a:lnTo>
                    <a:pt x="3154663" y="1517614"/>
                  </a:lnTo>
                  <a:lnTo>
                    <a:pt x="3154757" y="1517614"/>
                  </a:lnTo>
                  <a:lnTo>
                    <a:pt x="3154851" y="1517614"/>
                  </a:lnTo>
                  <a:lnTo>
                    <a:pt x="3154945" y="1517614"/>
                  </a:lnTo>
                  <a:lnTo>
                    <a:pt x="3155039" y="1517614"/>
                  </a:lnTo>
                  <a:lnTo>
                    <a:pt x="3155134" y="1517614"/>
                  </a:lnTo>
                  <a:lnTo>
                    <a:pt x="3155228" y="1517614"/>
                  </a:lnTo>
                  <a:lnTo>
                    <a:pt x="3155322" y="1517614"/>
                  </a:lnTo>
                  <a:lnTo>
                    <a:pt x="3155416" y="1517614"/>
                  </a:lnTo>
                  <a:lnTo>
                    <a:pt x="3155510" y="1517614"/>
                  </a:lnTo>
                  <a:lnTo>
                    <a:pt x="3155604" y="1517614"/>
                  </a:lnTo>
                  <a:lnTo>
                    <a:pt x="3155698" y="1517614"/>
                  </a:lnTo>
                  <a:lnTo>
                    <a:pt x="3155793" y="1517614"/>
                  </a:lnTo>
                  <a:lnTo>
                    <a:pt x="3155887" y="1517614"/>
                  </a:lnTo>
                  <a:lnTo>
                    <a:pt x="3155981" y="1517614"/>
                  </a:lnTo>
                  <a:lnTo>
                    <a:pt x="3155981" y="1512703"/>
                  </a:lnTo>
                  <a:lnTo>
                    <a:pt x="3156075" y="1512703"/>
                  </a:lnTo>
                  <a:lnTo>
                    <a:pt x="3156169" y="1512703"/>
                  </a:lnTo>
                  <a:lnTo>
                    <a:pt x="3156263" y="1512703"/>
                  </a:lnTo>
                  <a:lnTo>
                    <a:pt x="3156357" y="1512703"/>
                  </a:lnTo>
                  <a:lnTo>
                    <a:pt x="3156452" y="1512703"/>
                  </a:lnTo>
                  <a:lnTo>
                    <a:pt x="3156546" y="1512703"/>
                  </a:lnTo>
                  <a:lnTo>
                    <a:pt x="3156640" y="1512703"/>
                  </a:lnTo>
                  <a:lnTo>
                    <a:pt x="3156734" y="1512703"/>
                  </a:lnTo>
                  <a:lnTo>
                    <a:pt x="3156828" y="1512703"/>
                  </a:lnTo>
                  <a:lnTo>
                    <a:pt x="3156922" y="1512703"/>
                  </a:lnTo>
                  <a:lnTo>
                    <a:pt x="3157017" y="1512703"/>
                  </a:lnTo>
                  <a:lnTo>
                    <a:pt x="3157111" y="1512703"/>
                  </a:lnTo>
                  <a:lnTo>
                    <a:pt x="3157205" y="1512703"/>
                  </a:lnTo>
                  <a:lnTo>
                    <a:pt x="3157299" y="1512703"/>
                  </a:lnTo>
                  <a:lnTo>
                    <a:pt x="3157393" y="1512703"/>
                  </a:lnTo>
                  <a:lnTo>
                    <a:pt x="3157487" y="1512703"/>
                  </a:lnTo>
                  <a:lnTo>
                    <a:pt x="3157581" y="1512703"/>
                  </a:lnTo>
                  <a:lnTo>
                    <a:pt x="3157676" y="1512703"/>
                  </a:lnTo>
                  <a:lnTo>
                    <a:pt x="3157770" y="1512703"/>
                  </a:lnTo>
                  <a:lnTo>
                    <a:pt x="3157864" y="1512703"/>
                  </a:lnTo>
                  <a:lnTo>
                    <a:pt x="3157958" y="1512703"/>
                  </a:lnTo>
                  <a:lnTo>
                    <a:pt x="3158052" y="1512703"/>
                  </a:lnTo>
                  <a:lnTo>
                    <a:pt x="3158146" y="1512703"/>
                  </a:lnTo>
                  <a:lnTo>
                    <a:pt x="3158241" y="1512703"/>
                  </a:lnTo>
                  <a:lnTo>
                    <a:pt x="3158335" y="1512703"/>
                  </a:lnTo>
                  <a:lnTo>
                    <a:pt x="3158429" y="1512703"/>
                  </a:lnTo>
                  <a:lnTo>
                    <a:pt x="3158523" y="1512703"/>
                  </a:lnTo>
                  <a:lnTo>
                    <a:pt x="3158617" y="1512703"/>
                  </a:lnTo>
                  <a:lnTo>
                    <a:pt x="3158711" y="1512703"/>
                  </a:lnTo>
                  <a:lnTo>
                    <a:pt x="3158805" y="1512703"/>
                  </a:lnTo>
                  <a:lnTo>
                    <a:pt x="3158900" y="1512703"/>
                  </a:lnTo>
                  <a:lnTo>
                    <a:pt x="3158994" y="1512703"/>
                  </a:lnTo>
                  <a:lnTo>
                    <a:pt x="3159088" y="1512703"/>
                  </a:lnTo>
                  <a:lnTo>
                    <a:pt x="3159182" y="1512703"/>
                  </a:lnTo>
                  <a:lnTo>
                    <a:pt x="3159276" y="1512703"/>
                  </a:lnTo>
                  <a:lnTo>
                    <a:pt x="3159370" y="1512703"/>
                  </a:lnTo>
                  <a:lnTo>
                    <a:pt x="3159465" y="1512703"/>
                  </a:lnTo>
                  <a:lnTo>
                    <a:pt x="3159559" y="1512703"/>
                  </a:lnTo>
                  <a:lnTo>
                    <a:pt x="3159653" y="1512703"/>
                  </a:lnTo>
                  <a:lnTo>
                    <a:pt x="3159747" y="1512703"/>
                  </a:lnTo>
                  <a:lnTo>
                    <a:pt x="3159841" y="1512703"/>
                  </a:lnTo>
                  <a:lnTo>
                    <a:pt x="3159935" y="1512703"/>
                  </a:lnTo>
                  <a:lnTo>
                    <a:pt x="3160029" y="1512703"/>
                  </a:lnTo>
                  <a:lnTo>
                    <a:pt x="3160124" y="1512703"/>
                  </a:lnTo>
                  <a:lnTo>
                    <a:pt x="3160218" y="1512703"/>
                  </a:lnTo>
                  <a:lnTo>
                    <a:pt x="3160312" y="1512703"/>
                  </a:lnTo>
                  <a:lnTo>
                    <a:pt x="3160406" y="1512703"/>
                  </a:lnTo>
                  <a:lnTo>
                    <a:pt x="3160500" y="1512703"/>
                  </a:lnTo>
                  <a:lnTo>
                    <a:pt x="3160594" y="1512703"/>
                  </a:lnTo>
                  <a:lnTo>
                    <a:pt x="3160688" y="1512703"/>
                  </a:lnTo>
                  <a:lnTo>
                    <a:pt x="3160783" y="1512703"/>
                  </a:lnTo>
                  <a:lnTo>
                    <a:pt x="3160877" y="1512703"/>
                  </a:lnTo>
                  <a:lnTo>
                    <a:pt x="3160971" y="1512703"/>
                  </a:lnTo>
                  <a:lnTo>
                    <a:pt x="3161065" y="1512703"/>
                  </a:lnTo>
                  <a:lnTo>
                    <a:pt x="3161159" y="1512703"/>
                  </a:lnTo>
                  <a:lnTo>
                    <a:pt x="3161253" y="1512703"/>
                  </a:lnTo>
                  <a:lnTo>
                    <a:pt x="3161348" y="1512703"/>
                  </a:lnTo>
                  <a:lnTo>
                    <a:pt x="3161442" y="1512703"/>
                  </a:lnTo>
                  <a:lnTo>
                    <a:pt x="3161536" y="1512703"/>
                  </a:lnTo>
                  <a:lnTo>
                    <a:pt x="3161630" y="1512703"/>
                  </a:lnTo>
                  <a:lnTo>
                    <a:pt x="3161724" y="1512703"/>
                  </a:lnTo>
                  <a:lnTo>
                    <a:pt x="3161818" y="1512703"/>
                  </a:lnTo>
                  <a:lnTo>
                    <a:pt x="3161912" y="1512703"/>
                  </a:lnTo>
                  <a:lnTo>
                    <a:pt x="3162007" y="1512703"/>
                  </a:lnTo>
                  <a:lnTo>
                    <a:pt x="3162101" y="1512703"/>
                  </a:lnTo>
                  <a:lnTo>
                    <a:pt x="3162195" y="1512703"/>
                  </a:lnTo>
                  <a:lnTo>
                    <a:pt x="3162289" y="1512703"/>
                  </a:lnTo>
                  <a:lnTo>
                    <a:pt x="3162383" y="1512703"/>
                  </a:lnTo>
                  <a:lnTo>
                    <a:pt x="3162477" y="1512703"/>
                  </a:lnTo>
                  <a:lnTo>
                    <a:pt x="3162572" y="1512703"/>
                  </a:lnTo>
                  <a:lnTo>
                    <a:pt x="3162666" y="1512703"/>
                  </a:lnTo>
                  <a:lnTo>
                    <a:pt x="3162760" y="1512703"/>
                  </a:lnTo>
                  <a:lnTo>
                    <a:pt x="3162854" y="1512703"/>
                  </a:lnTo>
                  <a:lnTo>
                    <a:pt x="3162948" y="1512703"/>
                  </a:lnTo>
                  <a:lnTo>
                    <a:pt x="3163042" y="1512703"/>
                  </a:lnTo>
                  <a:lnTo>
                    <a:pt x="3163136" y="1512703"/>
                  </a:lnTo>
                  <a:lnTo>
                    <a:pt x="3163231" y="1512703"/>
                  </a:lnTo>
                  <a:lnTo>
                    <a:pt x="3163325" y="1512703"/>
                  </a:lnTo>
                  <a:lnTo>
                    <a:pt x="3163419" y="1512703"/>
                  </a:lnTo>
                  <a:lnTo>
                    <a:pt x="3163513" y="1512703"/>
                  </a:lnTo>
                  <a:lnTo>
                    <a:pt x="3163607" y="1512703"/>
                  </a:lnTo>
                  <a:lnTo>
                    <a:pt x="3163701" y="1512703"/>
                  </a:lnTo>
                  <a:lnTo>
                    <a:pt x="3163796" y="1512703"/>
                  </a:lnTo>
                  <a:lnTo>
                    <a:pt x="3163890" y="1512703"/>
                  </a:lnTo>
                  <a:lnTo>
                    <a:pt x="3163984" y="1512703"/>
                  </a:lnTo>
                  <a:lnTo>
                    <a:pt x="3164078" y="1512703"/>
                  </a:lnTo>
                  <a:lnTo>
                    <a:pt x="3164172" y="1512703"/>
                  </a:lnTo>
                  <a:lnTo>
                    <a:pt x="3164266" y="1512703"/>
                  </a:lnTo>
                  <a:lnTo>
                    <a:pt x="3164360" y="1512703"/>
                  </a:lnTo>
                  <a:lnTo>
                    <a:pt x="3164455" y="1512703"/>
                  </a:lnTo>
                  <a:lnTo>
                    <a:pt x="3164549" y="1512703"/>
                  </a:lnTo>
                  <a:lnTo>
                    <a:pt x="3164643" y="1512703"/>
                  </a:lnTo>
                  <a:lnTo>
                    <a:pt x="3164737" y="1512703"/>
                  </a:lnTo>
                  <a:lnTo>
                    <a:pt x="3164831" y="1512703"/>
                  </a:lnTo>
                  <a:lnTo>
                    <a:pt x="3164925" y="1512703"/>
                  </a:lnTo>
                  <a:lnTo>
                    <a:pt x="3165019" y="1512703"/>
                  </a:lnTo>
                  <a:lnTo>
                    <a:pt x="3165114" y="1512703"/>
                  </a:lnTo>
                  <a:lnTo>
                    <a:pt x="3165208" y="1512703"/>
                  </a:lnTo>
                  <a:lnTo>
                    <a:pt x="3165302" y="1512703"/>
                  </a:lnTo>
                  <a:lnTo>
                    <a:pt x="3165396" y="1512703"/>
                  </a:lnTo>
                  <a:lnTo>
                    <a:pt x="3165396" y="1507792"/>
                  </a:lnTo>
                  <a:lnTo>
                    <a:pt x="3165490" y="1507792"/>
                  </a:lnTo>
                  <a:lnTo>
                    <a:pt x="3165584" y="1507792"/>
                  </a:lnTo>
                  <a:lnTo>
                    <a:pt x="3165679" y="1507792"/>
                  </a:lnTo>
                  <a:lnTo>
                    <a:pt x="3165773" y="1507792"/>
                  </a:lnTo>
                  <a:lnTo>
                    <a:pt x="3165867" y="1507792"/>
                  </a:lnTo>
                  <a:lnTo>
                    <a:pt x="3165961" y="1507792"/>
                  </a:lnTo>
                  <a:lnTo>
                    <a:pt x="3166055" y="1507792"/>
                  </a:lnTo>
                  <a:lnTo>
                    <a:pt x="3166149" y="1507792"/>
                  </a:lnTo>
                  <a:lnTo>
                    <a:pt x="3166243" y="1507792"/>
                  </a:lnTo>
                  <a:lnTo>
                    <a:pt x="3166338" y="1507792"/>
                  </a:lnTo>
                  <a:lnTo>
                    <a:pt x="3166432" y="1507792"/>
                  </a:lnTo>
                  <a:lnTo>
                    <a:pt x="3166526" y="1507792"/>
                  </a:lnTo>
                  <a:lnTo>
                    <a:pt x="3166620" y="1507792"/>
                  </a:lnTo>
                  <a:lnTo>
                    <a:pt x="3166714" y="1507792"/>
                  </a:lnTo>
                  <a:lnTo>
                    <a:pt x="3166808" y="1507792"/>
                  </a:lnTo>
                  <a:lnTo>
                    <a:pt x="3166903" y="1507792"/>
                  </a:lnTo>
                  <a:lnTo>
                    <a:pt x="3166997" y="1507792"/>
                  </a:lnTo>
                  <a:lnTo>
                    <a:pt x="3167091" y="1507792"/>
                  </a:lnTo>
                  <a:lnTo>
                    <a:pt x="3167185" y="1507792"/>
                  </a:lnTo>
                  <a:lnTo>
                    <a:pt x="3167279" y="1507792"/>
                  </a:lnTo>
                  <a:lnTo>
                    <a:pt x="3167373" y="1507792"/>
                  </a:lnTo>
                  <a:lnTo>
                    <a:pt x="3167467" y="1507792"/>
                  </a:lnTo>
                  <a:lnTo>
                    <a:pt x="3167562" y="1507792"/>
                  </a:lnTo>
                  <a:lnTo>
                    <a:pt x="3167656" y="1507792"/>
                  </a:lnTo>
                  <a:lnTo>
                    <a:pt x="3167750" y="1507792"/>
                  </a:lnTo>
                  <a:lnTo>
                    <a:pt x="3167844" y="1507792"/>
                  </a:lnTo>
                  <a:lnTo>
                    <a:pt x="3167938" y="1507792"/>
                  </a:lnTo>
                  <a:lnTo>
                    <a:pt x="3168032" y="1507792"/>
                  </a:lnTo>
                  <a:lnTo>
                    <a:pt x="3168127" y="1507792"/>
                  </a:lnTo>
                  <a:lnTo>
                    <a:pt x="3168221" y="1507792"/>
                  </a:lnTo>
                  <a:lnTo>
                    <a:pt x="3168315" y="1507792"/>
                  </a:lnTo>
                  <a:lnTo>
                    <a:pt x="3168409" y="1507792"/>
                  </a:lnTo>
                  <a:lnTo>
                    <a:pt x="3168503" y="1507792"/>
                  </a:lnTo>
                  <a:lnTo>
                    <a:pt x="3168597" y="1507792"/>
                  </a:lnTo>
                  <a:lnTo>
                    <a:pt x="3168691" y="1507792"/>
                  </a:lnTo>
                  <a:lnTo>
                    <a:pt x="3168786" y="1507792"/>
                  </a:lnTo>
                  <a:lnTo>
                    <a:pt x="3168880" y="1507792"/>
                  </a:lnTo>
                  <a:lnTo>
                    <a:pt x="3168974" y="1507792"/>
                  </a:lnTo>
                  <a:lnTo>
                    <a:pt x="3169068" y="1507792"/>
                  </a:lnTo>
                  <a:lnTo>
                    <a:pt x="3169162" y="1507792"/>
                  </a:lnTo>
                  <a:lnTo>
                    <a:pt x="3169256" y="1507792"/>
                  </a:lnTo>
                  <a:lnTo>
                    <a:pt x="3169350" y="1507792"/>
                  </a:lnTo>
                  <a:lnTo>
                    <a:pt x="3169445" y="1507792"/>
                  </a:lnTo>
                  <a:lnTo>
                    <a:pt x="3169539" y="1507792"/>
                  </a:lnTo>
                  <a:lnTo>
                    <a:pt x="3169633" y="1507792"/>
                  </a:lnTo>
                  <a:lnTo>
                    <a:pt x="3169633" y="1502880"/>
                  </a:lnTo>
                  <a:lnTo>
                    <a:pt x="3169727" y="1502880"/>
                  </a:lnTo>
                  <a:lnTo>
                    <a:pt x="3169821" y="1502880"/>
                  </a:lnTo>
                  <a:lnTo>
                    <a:pt x="3169915" y="1502880"/>
                  </a:lnTo>
                  <a:lnTo>
                    <a:pt x="3170010" y="1502880"/>
                  </a:lnTo>
                  <a:lnTo>
                    <a:pt x="3170104" y="1502880"/>
                  </a:lnTo>
                  <a:lnTo>
                    <a:pt x="3170198" y="1502880"/>
                  </a:lnTo>
                  <a:lnTo>
                    <a:pt x="3170292" y="1502880"/>
                  </a:lnTo>
                  <a:lnTo>
                    <a:pt x="3170386" y="1502880"/>
                  </a:lnTo>
                  <a:lnTo>
                    <a:pt x="3170480" y="1502880"/>
                  </a:lnTo>
                  <a:lnTo>
                    <a:pt x="3170574" y="1502880"/>
                  </a:lnTo>
                  <a:lnTo>
                    <a:pt x="3170669" y="1502880"/>
                  </a:lnTo>
                  <a:lnTo>
                    <a:pt x="3170763" y="1502880"/>
                  </a:lnTo>
                  <a:lnTo>
                    <a:pt x="3170857" y="1502880"/>
                  </a:lnTo>
                  <a:lnTo>
                    <a:pt x="3170951" y="1502880"/>
                  </a:lnTo>
                  <a:lnTo>
                    <a:pt x="3171045" y="1502880"/>
                  </a:lnTo>
                  <a:lnTo>
                    <a:pt x="3171139" y="1502880"/>
                  </a:lnTo>
                  <a:lnTo>
                    <a:pt x="3171234" y="1502880"/>
                  </a:lnTo>
                  <a:lnTo>
                    <a:pt x="3171328" y="1502880"/>
                  </a:lnTo>
                  <a:lnTo>
                    <a:pt x="3171422" y="1502880"/>
                  </a:lnTo>
                  <a:lnTo>
                    <a:pt x="3171516" y="1502880"/>
                  </a:lnTo>
                  <a:lnTo>
                    <a:pt x="3171610" y="1502880"/>
                  </a:lnTo>
                  <a:lnTo>
                    <a:pt x="3171704" y="1502880"/>
                  </a:lnTo>
                  <a:lnTo>
                    <a:pt x="3171798" y="1502880"/>
                  </a:lnTo>
                  <a:lnTo>
                    <a:pt x="3171893" y="1502880"/>
                  </a:lnTo>
                  <a:lnTo>
                    <a:pt x="3171987" y="1502880"/>
                  </a:lnTo>
                  <a:lnTo>
                    <a:pt x="3172081" y="1502880"/>
                  </a:lnTo>
                  <a:lnTo>
                    <a:pt x="3172175" y="1502880"/>
                  </a:lnTo>
                  <a:lnTo>
                    <a:pt x="3172269" y="1502880"/>
                  </a:lnTo>
                  <a:lnTo>
                    <a:pt x="3172363" y="1502880"/>
                  </a:lnTo>
                  <a:lnTo>
                    <a:pt x="3172458" y="1502880"/>
                  </a:lnTo>
                  <a:lnTo>
                    <a:pt x="3172552" y="1502880"/>
                  </a:lnTo>
                  <a:lnTo>
                    <a:pt x="3172646" y="1502880"/>
                  </a:lnTo>
                  <a:lnTo>
                    <a:pt x="3172740" y="1502880"/>
                  </a:lnTo>
                  <a:lnTo>
                    <a:pt x="3172834" y="1502880"/>
                  </a:lnTo>
                  <a:lnTo>
                    <a:pt x="3172928" y="1502880"/>
                  </a:lnTo>
                  <a:lnTo>
                    <a:pt x="3173022" y="1502880"/>
                  </a:lnTo>
                  <a:lnTo>
                    <a:pt x="3173117" y="1502880"/>
                  </a:lnTo>
                  <a:lnTo>
                    <a:pt x="3173211" y="1502880"/>
                  </a:lnTo>
                  <a:lnTo>
                    <a:pt x="3173305" y="1502880"/>
                  </a:lnTo>
                  <a:lnTo>
                    <a:pt x="3173399" y="1502880"/>
                  </a:lnTo>
                  <a:lnTo>
                    <a:pt x="3173493" y="1502880"/>
                  </a:lnTo>
                  <a:lnTo>
                    <a:pt x="3173587" y="1502880"/>
                  </a:lnTo>
                  <a:lnTo>
                    <a:pt x="3173681" y="1502880"/>
                  </a:lnTo>
                  <a:lnTo>
                    <a:pt x="3173776" y="1502880"/>
                  </a:lnTo>
                  <a:lnTo>
                    <a:pt x="3173870" y="1502880"/>
                  </a:lnTo>
                  <a:lnTo>
                    <a:pt x="3173964" y="1502880"/>
                  </a:lnTo>
                  <a:lnTo>
                    <a:pt x="3174058" y="1502880"/>
                  </a:lnTo>
                  <a:lnTo>
                    <a:pt x="3174152" y="1502880"/>
                  </a:lnTo>
                  <a:lnTo>
                    <a:pt x="3174246" y="1502880"/>
                  </a:lnTo>
                  <a:lnTo>
                    <a:pt x="3174341" y="1502880"/>
                  </a:lnTo>
                  <a:lnTo>
                    <a:pt x="3174435" y="1502880"/>
                  </a:lnTo>
                  <a:lnTo>
                    <a:pt x="3174529" y="1502880"/>
                  </a:lnTo>
                  <a:lnTo>
                    <a:pt x="3174623" y="1502880"/>
                  </a:lnTo>
                  <a:lnTo>
                    <a:pt x="3174717" y="1502880"/>
                  </a:lnTo>
                  <a:lnTo>
                    <a:pt x="3174811" y="1502880"/>
                  </a:lnTo>
                  <a:lnTo>
                    <a:pt x="3174905" y="1502880"/>
                  </a:lnTo>
                  <a:lnTo>
                    <a:pt x="3175000" y="1502880"/>
                  </a:lnTo>
                  <a:lnTo>
                    <a:pt x="3175094" y="1502880"/>
                  </a:lnTo>
                  <a:lnTo>
                    <a:pt x="3175094" y="1497969"/>
                  </a:lnTo>
                  <a:lnTo>
                    <a:pt x="3175188" y="1497969"/>
                  </a:lnTo>
                  <a:lnTo>
                    <a:pt x="3175282" y="1497969"/>
                  </a:lnTo>
                  <a:lnTo>
                    <a:pt x="3175282" y="1493057"/>
                  </a:lnTo>
                  <a:lnTo>
                    <a:pt x="3175376" y="1493057"/>
                  </a:lnTo>
                  <a:lnTo>
                    <a:pt x="3175470" y="1493057"/>
                  </a:lnTo>
                  <a:lnTo>
                    <a:pt x="3175565" y="1493057"/>
                  </a:lnTo>
                  <a:lnTo>
                    <a:pt x="3175659" y="1493057"/>
                  </a:lnTo>
                  <a:lnTo>
                    <a:pt x="3175753" y="1493057"/>
                  </a:lnTo>
                  <a:lnTo>
                    <a:pt x="3175847" y="1493057"/>
                  </a:lnTo>
                  <a:lnTo>
                    <a:pt x="3175941" y="1493057"/>
                  </a:lnTo>
                  <a:lnTo>
                    <a:pt x="3176035" y="1493057"/>
                  </a:lnTo>
                  <a:lnTo>
                    <a:pt x="3176129" y="1493057"/>
                  </a:lnTo>
                  <a:lnTo>
                    <a:pt x="3176224" y="1493057"/>
                  </a:lnTo>
                  <a:lnTo>
                    <a:pt x="3176318" y="1493057"/>
                  </a:lnTo>
                  <a:lnTo>
                    <a:pt x="3176412" y="1493057"/>
                  </a:lnTo>
                  <a:lnTo>
                    <a:pt x="3176506" y="1493057"/>
                  </a:lnTo>
                  <a:lnTo>
                    <a:pt x="3176600" y="1493057"/>
                  </a:lnTo>
                  <a:lnTo>
                    <a:pt x="3176694" y="1493057"/>
                  </a:lnTo>
                  <a:lnTo>
                    <a:pt x="3176789" y="1493057"/>
                  </a:lnTo>
                  <a:lnTo>
                    <a:pt x="3176883" y="1493057"/>
                  </a:lnTo>
                  <a:lnTo>
                    <a:pt x="3176977" y="1493057"/>
                  </a:lnTo>
                  <a:lnTo>
                    <a:pt x="3177071" y="1493057"/>
                  </a:lnTo>
                  <a:lnTo>
                    <a:pt x="3177165" y="1493057"/>
                  </a:lnTo>
                  <a:lnTo>
                    <a:pt x="3177259" y="1493057"/>
                  </a:lnTo>
                  <a:lnTo>
                    <a:pt x="3177353" y="1493057"/>
                  </a:lnTo>
                  <a:lnTo>
                    <a:pt x="3177448" y="1493057"/>
                  </a:lnTo>
                  <a:lnTo>
                    <a:pt x="3177542" y="1493057"/>
                  </a:lnTo>
                  <a:lnTo>
                    <a:pt x="3177636" y="1493057"/>
                  </a:lnTo>
                  <a:lnTo>
                    <a:pt x="3177730" y="1493057"/>
                  </a:lnTo>
                  <a:lnTo>
                    <a:pt x="3177824" y="1493057"/>
                  </a:lnTo>
                  <a:lnTo>
                    <a:pt x="3177918" y="1493057"/>
                  </a:lnTo>
                  <a:lnTo>
                    <a:pt x="3178012" y="1493057"/>
                  </a:lnTo>
                  <a:lnTo>
                    <a:pt x="3178107" y="1493057"/>
                  </a:lnTo>
                  <a:lnTo>
                    <a:pt x="3178201" y="1493057"/>
                  </a:lnTo>
                  <a:lnTo>
                    <a:pt x="3178295" y="1493057"/>
                  </a:lnTo>
                  <a:lnTo>
                    <a:pt x="3178389" y="1493057"/>
                  </a:lnTo>
                  <a:lnTo>
                    <a:pt x="3178483" y="1493057"/>
                  </a:lnTo>
                  <a:lnTo>
                    <a:pt x="3178577" y="1493057"/>
                  </a:lnTo>
                  <a:lnTo>
                    <a:pt x="3178672" y="1493057"/>
                  </a:lnTo>
                  <a:lnTo>
                    <a:pt x="3178766" y="1493057"/>
                  </a:lnTo>
                  <a:lnTo>
                    <a:pt x="3178860" y="1493057"/>
                  </a:lnTo>
                  <a:lnTo>
                    <a:pt x="3178954" y="1493057"/>
                  </a:lnTo>
                  <a:lnTo>
                    <a:pt x="3179048" y="1493057"/>
                  </a:lnTo>
                  <a:lnTo>
                    <a:pt x="3179142" y="1493057"/>
                  </a:lnTo>
                  <a:lnTo>
                    <a:pt x="3179236" y="1493057"/>
                  </a:lnTo>
                  <a:lnTo>
                    <a:pt x="3179331" y="1493057"/>
                  </a:lnTo>
                  <a:lnTo>
                    <a:pt x="3179425" y="1493057"/>
                  </a:lnTo>
                  <a:lnTo>
                    <a:pt x="3179519" y="1493057"/>
                  </a:lnTo>
                  <a:lnTo>
                    <a:pt x="3179613" y="1493057"/>
                  </a:lnTo>
                  <a:lnTo>
                    <a:pt x="3179707" y="1493057"/>
                  </a:lnTo>
                  <a:lnTo>
                    <a:pt x="3179801" y="1493057"/>
                  </a:lnTo>
                  <a:lnTo>
                    <a:pt x="3179896" y="1493057"/>
                  </a:lnTo>
                  <a:lnTo>
                    <a:pt x="3179990" y="1493057"/>
                  </a:lnTo>
                  <a:lnTo>
                    <a:pt x="3180084" y="1493057"/>
                  </a:lnTo>
                  <a:lnTo>
                    <a:pt x="3180178" y="1493057"/>
                  </a:lnTo>
                  <a:lnTo>
                    <a:pt x="3180272" y="1493057"/>
                  </a:lnTo>
                  <a:lnTo>
                    <a:pt x="3180366" y="1493057"/>
                  </a:lnTo>
                  <a:lnTo>
                    <a:pt x="3180460" y="1493057"/>
                  </a:lnTo>
                  <a:lnTo>
                    <a:pt x="3180555" y="1493057"/>
                  </a:lnTo>
                  <a:lnTo>
                    <a:pt x="3180649" y="1493057"/>
                  </a:lnTo>
                  <a:lnTo>
                    <a:pt x="3180743" y="1493057"/>
                  </a:lnTo>
                  <a:lnTo>
                    <a:pt x="3180837" y="1493057"/>
                  </a:lnTo>
                  <a:lnTo>
                    <a:pt x="3180931" y="1493057"/>
                  </a:lnTo>
                  <a:lnTo>
                    <a:pt x="3181025" y="1493057"/>
                  </a:lnTo>
                  <a:lnTo>
                    <a:pt x="3181120" y="1493057"/>
                  </a:lnTo>
                  <a:lnTo>
                    <a:pt x="3181214" y="1493057"/>
                  </a:lnTo>
                  <a:lnTo>
                    <a:pt x="3181308" y="1493057"/>
                  </a:lnTo>
                  <a:lnTo>
                    <a:pt x="3181402" y="1493057"/>
                  </a:lnTo>
                  <a:lnTo>
                    <a:pt x="3181496" y="1493057"/>
                  </a:lnTo>
                  <a:lnTo>
                    <a:pt x="3181590" y="1493057"/>
                  </a:lnTo>
                  <a:lnTo>
                    <a:pt x="3181684" y="1493057"/>
                  </a:lnTo>
                  <a:lnTo>
                    <a:pt x="3181779" y="1493057"/>
                  </a:lnTo>
                  <a:lnTo>
                    <a:pt x="3181873" y="1493057"/>
                  </a:lnTo>
                  <a:lnTo>
                    <a:pt x="3181967" y="1493057"/>
                  </a:lnTo>
                  <a:lnTo>
                    <a:pt x="3182061" y="1493057"/>
                  </a:lnTo>
                  <a:lnTo>
                    <a:pt x="3182155" y="1493057"/>
                  </a:lnTo>
                  <a:lnTo>
                    <a:pt x="3182249" y="1493057"/>
                  </a:lnTo>
                  <a:lnTo>
                    <a:pt x="3182343" y="1493057"/>
                  </a:lnTo>
                  <a:lnTo>
                    <a:pt x="3182438" y="1493057"/>
                  </a:lnTo>
                  <a:lnTo>
                    <a:pt x="3182532" y="1493057"/>
                  </a:lnTo>
                  <a:lnTo>
                    <a:pt x="3182626" y="1493057"/>
                  </a:lnTo>
                  <a:lnTo>
                    <a:pt x="3182720" y="1493057"/>
                  </a:lnTo>
                  <a:lnTo>
                    <a:pt x="3182814" y="1493057"/>
                  </a:lnTo>
                  <a:lnTo>
                    <a:pt x="3182908" y="1493057"/>
                  </a:lnTo>
                  <a:lnTo>
                    <a:pt x="3183003" y="1493057"/>
                  </a:lnTo>
                  <a:lnTo>
                    <a:pt x="3183097" y="1493057"/>
                  </a:lnTo>
                  <a:lnTo>
                    <a:pt x="3183191" y="1493057"/>
                  </a:lnTo>
                  <a:lnTo>
                    <a:pt x="3183285" y="1493057"/>
                  </a:lnTo>
                  <a:lnTo>
                    <a:pt x="3183379" y="1493057"/>
                  </a:lnTo>
                  <a:lnTo>
                    <a:pt x="3183473" y="1493057"/>
                  </a:lnTo>
                  <a:lnTo>
                    <a:pt x="3183567" y="1493057"/>
                  </a:lnTo>
                  <a:lnTo>
                    <a:pt x="3183662" y="1493057"/>
                  </a:lnTo>
                  <a:lnTo>
                    <a:pt x="3183756" y="1493057"/>
                  </a:lnTo>
                  <a:lnTo>
                    <a:pt x="3183850" y="1493057"/>
                  </a:lnTo>
                  <a:lnTo>
                    <a:pt x="3183944" y="1493057"/>
                  </a:lnTo>
                  <a:lnTo>
                    <a:pt x="3184038" y="1493057"/>
                  </a:lnTo>
                  <a:lnTo>
                    <a:pt x="3184132" y="1493057"/>
                  </a:lnTo>
                  <a:lnTo>
                    <a:pt x="3184227" y="1493057"/>
                  </a:lnTo>
                  <a:lnTo>
                    <a:pt x="3184321" y="1493057"/>
                  </a:lnTo>
                  <a:lnTo>
                    <a:pt x="3184415" y="1493057"/>
                  </a:lnTo>
                  <a:lnTo>
                    <a:pt x="3184509" y="1493057"/>
                  </a:lnTo>
                  <a:lnTo>
                    <a:pt x="3184603" y="1493057"/>
                  </a:lnTo>
                  <a:lnTo>
                    <a:pt x="3184697" y="1493057"/>
                  </a:lnTo>
                  <a:lnTo>
                    <a:pt x="3184791" y="1493057"/>
                  </a:lnTo>
                  <a:lnTo>
                    <a:pt x="3184886" y="1493057"/>
                  </a:lnTo>
                  <a:lnTo>
                    <a:pt x="3184980" y="1493057"/>
                  </a:lnTo>
                  <a:lnTo>
                    <a:pt x="3185074" y="1493057"/>
                  </a:lnTo>
                  <a:lnTo>
                    <a:pt x="3185168" y="1493057"/>
                  </a:lnTo>
                  <a:lnTo>
                    <a:pt x="3185168" y="1488146"/>
                  </a:lnTo>
                  <a:lnTo>
                    <a:pt x="3185262" y="1488146"/>
                  </a:lnTo>
                  <a:lnTo>
                    <a:pt x="3185356" y="1488146"/>
                  </a:lnTo>
                  <a:lnTo>
                    <a:pt x="3185451" y="1488146"/>
                  </a:lnTo>
                  <a:lnTo>
                    <a:pt x="3185545" y="1488146"/>
                  </a:lnTo>
                  <a:lnTo>
                    <a:pt x="3185639" y="1488146"/>
                  </a:lnTo>
                  <a:lnTo>
                    <a:pt x="3185733" y="1488146"/>
                  </a:lnTo>
                  <a:lnTo>
                    <a:pt x="3185827" y="1488146"/>
                  </a:lnTo>
                  <a:lnTo>
                    <a:pt x="3185921" y="1488146"/>
                  </a:lnTo>
                  <a:lnTo>
                    <a:pt x="3186015" y="1488146"/>
                  </a:lnTo>
                  <a:lnTo>
                    <a:pt x="3186110" y="1488146"/>
                  </a:lnTo>
                  <a:lnTo>
                    <a:pt x="3186204" y="1488146"/>
                  </a:lnTo>
                  <a:lnTo>
                    <a:pt x="3186298" y="1488146"/>
                  </a:lnTo>
                  <a:lnTo>
                    <a:pt x="3186392" y="1488146"/>
                  </a:lnTo>
                  <a:lnTo>
                    <a:pt x="3186486" y="1488146"/>
                  </a:lnTo>
                  <a:lnTo>
                    <a:pt x="3186580" y="1488146"/>
                  </a:lnTo>
                  <a:lnTo>
                    <a:pt x="3186674" y="1488146"/>
                  </a:lnTo>
                  <a:lnTo>
                    <a:pt x="3186769" y="1488146"/>
                  </a:lnTo>
                  <a:lnTo>
                    <a:pt x="3186863" y="1488146"/>
                  </a:lnTo>
                  <a:lnTo>
                    <a:pt x="3186957" y="1488146"/>
                  </a:lnTo>
                  <a:lnTo>
                    <a:pt x="3187051" y="1488146"/>
                  </a:lnTo>
                  <a:lnTo>
                    <a:pt x="3187145" y="1488146"/>
                  </a:lnTo>
                  <a:lnTo>
                    <a:pt x="3187239" y="1488146"/>
                  </a:lnTo>
                  <a:lnTo>
                    <a:pt x="3187334" y="1488146"/>
                  </a:lnTo>
                  <a:lnTo>
                    <a:pt x="3187428" y="1488146"/>
                  </a:lnTo>
                  <a:lnTo>
                    <a:pt x="3187522" y="1488146"/>
                  </a:lnTo>
                  <a:lnTo>
                    <a:pt x="3187616" y="1488146"/>
                  </a:lnTo>
                  <a:lnTo>
                    <a:pt x="3187710" y="1488146"/>
                  </a:lnTo>
                  <a:lnTo>
                    <a:pt x="3187804" y="1488146"/>
                  </a:lnTo>
                  <a:lnTo>
                    <a:pt x="3187898" y="1488146"/>
                  </a:lnTo>
                  <a:lnTo>
                    <a:pt x="3187993" y="1488146"/>
                  </a:lnTo>
                  <a:lnTo>
                    <a:pt x="3188087" y="1488146"/>
                  </a:lnTo>
                  <a:lnTo>
                    <a:pt x="3188181" y="1488146"/>
                  </a:lnTo>
                  <a:lnTo>
                    <a:pt x="3188275" y="1488146"/>
                  </a:lnTo>
                  <a:lnTo>
                    <a:pt x="3188369" y="1488146"/>
                  </a:lnTo>
                  <a:lnTo>
                    <a:pt x="3188463" y="1488146"/>
                  </a:lnTo>
                  <a:lnTo>
                    <a:pt x="3188558" y="1488146"/>
                  </a:lnTo>
                  <a:lnTo>
                    <a:pt x="3188652" y="1488146"/>
                  </a:lnTo>
                  <a:lnTo>
                    <a:pt x="3188746" y="1488146"/>
                  </a:lnTo>
                  <a:lnTo>
                    <a:pt x="3188840" y="1488146"/>
                  </a:lnTo>
                  <a:lnTo>
                    <a:pt x="3188934" y="1488146"/>
                  </a:lnTo>
                  <a:lnTo>
                    <a:pt x="3189028" y="1488146"/>
                  </a:lnTo>
                  <a:lnTo>
                    <a:pt x="3189122" y="1488146"/>
                  </a:lnTo>
                  <a:lnTo>
                    <a:pt x="3189217" y="1488146"/>
                  </a:lnTo>
                  <a:lnTo>
                    <a:pt x="3189311" y="1488146"/>
                  </a:lnTo>
                  <a:lnTo>
                    <a:pt x="3189405" y="1488146"/>
                  </a:lnTo>
                  <a:lnTo>
                    <a:pt x="3189499" y="1488146"/>
                  </a:lnTo>
                  <a:lnTo>
                    <a:pt x="3189593" y="1488146"/>
                  </a:lnTo>
                  <a:lnTo>
                    <a:pt x="3189687" y="1488146"/>
                  </a:lnTo>
                  <a:lnTo>
                    <a:pt x="3189782" y="1488146"/>
                  </a:lnTo>
                  <a:lnTo>
                    <a:pt x="3189876" y="1488146"/>
                  </a:lnTo>
                  <a:lnTo>
                    <a:pt x="3189970" y="1488146"/>
                  </a:lnTo>
                  <a:lnTo>
                    <a:pt x="3190064" y="1488146"/>
                  </a:lnTo>
                  <a:lnTo>
                    <a:pt x="3190158" y="1488146"/>
                  </a:lnTo>
                  <a:lnTo>
                    <a:pt x="3190252" y="1488146"/>
                  </a:lnTo>
                  <a:lnTo>
                    <a:pt x="3190346" y="1488146"/>
                  </a:lnTo>
                  <a:lnTo>
                    <a:pt x="3190441" y="1488146"/>
                  </a:lnTo>
                  <a:lnTo>
                    <a:pt x="3190535" y="1488146"/>
                  </a:lnTo>
                  <a:lnTo>
                    <a:pt x="3190629" y="1488146"/>
                  </a:lnTo>
                  <a:lnTo>
                    <a:pt x="3190723" y="1488146"/>
                  </a:lnTo>
                  <a:lnTo>
                    <a:pt x="3190817" y="1488146"/>
                  </a:lnTo>
                  <a:lnTo>
                    <a:pt x="3190911" y="1488146"/>
                  </a:lnTo>
                  <a:lnTo>
                    <a:pt x="3191005" y="1488146"/>
                  </a:lnTo>
                  <a:lnTo>
                    <a:pt x="3191100" y="1488146"/>
                  </a:lnTo>
                  <a:lnTo>
                    <a:pt x="3191194" y="1488146"/>
                  </a:lnTo>
                  <a:lnTo>
                    <a:pt x="3191288" y="1488146"/>
                  </a:lnTo>
                  <a:lnTo>
                    <a:pt x="3191382" y="1488146"/>
                  </a:lnTo>
                  <a:lnTo>
                    <a:pt x="3191476" y="1488146"/>
                  </a:lnTo>
                  <a:lnTo>
                    <a:pt x="3191570" y="1488146"/>
                  </a:lnTo>
                  <a:lnTo>
                    <a:pt x="3191665" y="1488146"/>
                  </a:lnTo>
                  <a:lnTo>
                    <a:pt x="3191759" y="1488146"/>
                  </a:lnTo>
                  <a:lnTo>
                    <a:pt x="3191853" y="1488146"/>
                  </a:lnTo>
                  <a:lnTo>
                    <a:pt x="3191947" y="1488146"/>
                  </a:lnTo>
                  <a:lnTo>
                    <a:pt x="3192041" y="1488146"/>
                  </a:lnTo>
                  <a:lnTo>
                    <a:pt x="3192135" y="1488146"/>
                  </a:lnTo>
                  <a:lnTo>
                    <a:pt x="3192229" y="1488146"/>
                  </a:lnTo>
                  <a:lnTo>
                    <a:pt x="3192324" y="1488146"/>
                  </a:lnTo>
                  <a:lnTo>
                    <a:pt x="3192418" y="1488146"/>
                  </a:lnTo>
                  <a:lnTo>
                    <a:pt x="3192512" y="1488146"/>
                  </a:lnTo>
                  <a:lnTo>
                    <a:pt x="3192606" y="1488146"/>
                  </a:lnTo>
                  <a:lnTo>
                    <a:pt x="3192700" y="1488146"/>
                  </a:lnTo>
                  <a:lnTo>
                    <a:pt x="3192794" y="1488146"/>
                  </a:lnTo>
                  <a:lnTo>
                    <a:pt x="3192889" y="1488146"/>
                  </a:lnTo>
                  <a:lnTo>
                    <a:pt x="3192983" y="1488146"/>
                  </a:lnTo>
                  <a:lnTo>
                    <a:pt x="3193077" y="1488146"/>
                  </a:lnTo>
                  <a:lnTo>
                    <a:pt x="3193171" y="1488146"/>
                  </a:lnTo>
                  <a:lnTo>
                    <a:pt x="3193265" y="1488146"/>
                  </a:lnTo>
                  <a:lnTo>
                    <a:pt x="3193359" y="1488146"/>
                  </a:lnTo>
                  <a:lnTo>
                    <a:pt x="3193453" y="1488146"/>
                  </a:lnTo>
                  <a:lnTo>
                    <a:pt x="3193548" y="1488146"/>
                  </a:lnTo>
                  <a:lnTo>
                    <a:pt x="3193642" y="1488146"/>
                  </a:lnTo>
                  <a:lnTo>
                    <a:pt x="3193736" y="1488146"/>
                  </a:lnTo>
                  <a:lnTo>
                    <a:pt x="3193830" y="1488146"/>
                  </a:lnTo>
                  <a:lnTo>
                    <a:pt x="3193924" y="1488146"/>
                  </a:lnTo>
                  <a:lnTo>
                    <a:pt x="3194018" y="1488146"/>
                  </a:lnTo>
                  <a:lnTo>
                    <a:pt x="3194113" y="1488146"/>
                  </a:lnTo>
                  <a:lnTo>
                    <a:pt x="3194207" y="1488146"/>
                  </a:lnTo>
                  <a:lnTo>
                    <a:pt x="3194301" y="1488146"/>
                  </a:lnTo>
                  <a:lnTo>
                    <a:pt x="3194395" y="1488146"/>
                  </a:lnTo>
                  <a:lnTo>
                    <a:pt x="3194489" y="1488146"/>
                  </a:lnTo>
                  <a:lnTo>
                    <a:pt x="3194583" y="1488146"/>
                  </a:lnTo>
                  <a:lnTo>
                    <a:pt x="3194677" y="1488146"/>
                  </a:lnTo>
                  <a:lnTo>
                    <a:pt x="3194772" y="1488146"/>
                  </a:lnTo>
                  <a:lnTo>
                    <a:pt x="3194866" y="1488146"/>
                  </a:lnTo>
                  <a:lnTo>
                    <a:pt x="3194960" y="1488146"/>
                  </a:lnTo>
                  <a:lnTo>
                    <a:pt x="3195054" y="1488146"/>
                  </a:lnTo>
                  <a:lnTo>
                    <a:pt x="3195148" y="1488146"/>
                  </a:lnTo>
                  <a:lnTo>
                    <a:pt x="3195242" y="1488146"/>
                  </a:lnTo>
                  <a:lnTo>
                    <a:pt x="3195336" y="1488146"/>
                  </a:lnTo>
                  <a:lnTo>
                    <a:pt x="3195336" y="1483235"/>
                  </a:lnTo>
                  <a:lnTo>
                    <a:pt x="3195431" y="1483235"/>
                  </a:lnTo>
                  <a:lnTo>
                    <a:pt x="3195525" y="1483235"/>
                  </a:lnTo>
                  <a:lnTo>
                    <a:pt x="3195619" y="1483235"/>
                  </a:lnTo>
                  <a:lnTo>
                    <a:pt x="3195713" y="1483235"/>
                  </a:lnTo>
                  <a:lnTo>
                    <a:pt x="3195807" y="1483235"/>
                  </a:lnTo>
                  <a:lnTo>
                    <a:pt x="3195901" y="1483235"/>
                  </a:lnTo>
                  <a:lnTo>
                    <a:pt x="3195996" y="1483235"/>
                  </a:lnTo>
                  <a:lnTo>
                    <a:pt x="3196090" y="1483235"/>
                  </a:lnTo>
                  <a:lnTo>
                    <a:pt x="3196184" y="1483235"/>
                  </a:lnTo>
                  <a:lnTo>
                    <a:pt x="3196278" y="1483235"/>
                  </a:lnTo>
                  <a:lnTo>
                    <a:pt x="3196372" y="1483235"/>
                  </a:lnTo>
                  <a:lnTo>
                    <a:pt x="3196466" y="1483235"/>
                  </a:lnTo>
                  <a:lnTo>
                    <a:pt x="3196560" y="1483235"/>
                  </a:lnTo>
                  <a:lnTo>
                    <a:pt x="3196655" y="1483235"/>
                  </a:lnTo>
                  <a:lnTo>
                    <a:pt x="3196749" y="1483235"/>
                  </a:lnTo>
                  <a:lnTo>
                    <a:pt x="3196749" y="1478323"/>
                  </a:lnTo>
                  <a:lnTo>
                    <a:pt x="3196843" y="1478323"/>
                  </a:lnTo>
                  <a:lnTo>
                    <a:pt x="3196937" y="1478323"/>
                  </a:lnTo>
                  <a:lnTo>
                    <a:pt x="3197031" y="1478323"/>
                  </a:lnTo>
                  <a:lnTo>
                    <a:pt x="3197125" y="1478323"/>
                  </a:lnTo>
                  <a:lnTo>
                    <a:pt x="3197220" y="1478323"/>
                  </a:lnTo>
                  <a:lnTo>
                    <a:pt x="3197314" y="1478323"/>
                  </a:lnTo>
                  <a:lnTo>
                    <a:pt x="3197408" y="1478323"/>
                  </a:lnTo>
                  <a:lnTo>
                    <a:pt x="3197502" y="1478323"/>
                  </a:lnTo>
                  <a:lnTo>
                    <a:pt x="3197596" y="1478323"/>
                  </a:lnTo>
                  <a:lnTo>
                    <a:pt x="3197690" y="1478323"/>
                  </a:lnTo>
                  <a:lnTo>
                    <a:pt x="3197784" y="1478323"/>
                  </a:lnTo>
                  <a:lnTo>
                    <a:pt x="3197879" y="1478323"/>
                  </a:lnTo>
                  <a:lnTo>
                    <a:pt x="3197973" y="1478323"/>
                  </a:lnTo>
                  <a:lnTo>
                    <a:pt x="3198067" y="1478323"/>
                  </a:lnTo>
                  <a:lnTo>
                    <a:pt x="3198161" y="1478323"/>
                  </a:lnTo>
                  <a:lnTo>
                    <a:pt x="3198255" y="1478323"/>
                  </a:lnTo>
                  <a:lnTo>
                    <a:pt x="3198349" y="1478323"/>
                  </a:lnTo>
                  <a:lnTo>
                    <a:pt x="3198444" y="1478323"/>
                  </a:lnTo>
                  <a:lnTo>
                    <a:pt x="3198538" y="1478323"/>
                  </a:lnTo>
                  <a:lnTo>
                    <a:pt x="3198632" y="1478323"/>
                  </a:lnTo>
                  <a:lnTo>
                    <a:pt x="3198726" y="1478323"/>
                  </a:lnTo>
                  <a:lnTo>
                    <a:pt x="3198820" y="1478323"/>
                  </a:lnTo>
                  <a:lnTo>
                    <a:pt x="3198914" y="1478323"/>
                  </a:lnTo>
                  <a:lnTo>
                    <a:pt x="3199008" y="1478323"/>
                  </a:lnTo>
                  <a:lnTo>
                    <a:pt x="3199103" y="1478323"/>
                  </a:lnTo>
                  <a:lnTo>
                    <a:pt x="3199197" y="1478323"/>
                  </a:lnTo>
                  <a:lnTo>
                    <a:pt x="3199291" y="1478323"/>
                  </a:lnTo>
                  <a:lnTo>
                    <a:pt x="3199385" y="1478323"/>
                  </a:lnTo>
                  <a:lnTo>
                    <a:pt x="3199479" y="1478323"/>
                  </a:lnTo>
                  <a:lnTo>
                    <a:pt x="3199573" y="1478323"/>
                  </a:lnTo>
                  <a:lnTo>
                    <a:pt x="3199667" y="1478323"/>
                  </a:lnTo>
                  <a:lnTo>
                    <a:pt x="3199762" y="1478323"/>
                  </a:lnTo>
                  <a:lnTo>
                    <a:pt x="3199856" y="1478323"/>
                  </a:lnTo>
                  <a:lnTo>
                    <a:pt x="3199950" y="1478323"/>
                  </a:lnTo>
                  <a:lnTo>
                    <a:pt x="3200044" y="1478323"/>
                  </a:lnTo>
                  <a:lnTo>
                    <a:pt x="3200138" y="1478323"/>
                  </a:lnTo>
                  <a:lnTo>
                    <a:pt x="3200232" y="1478323"/>
                  </a:lnTo>
                  <a:lnTo>
                    <a:pt x="3200327" y="1478323"/>
                  </a:lnTo>
                  <a:lnTo>
                    <a:pt x="3200421" y="1478323"/>
                  </a:lnTo>
                  <a:lnTo>
                    <a:pt x="3200515" y="1478323"/>
                  </a:lnTo>
                  <a:lnTo>
                    <a:pt x="3200609" y="1478323"/>
                  </a:lnTo>
                  <a:lnTo>
                    <a:pt x="3200703" y="1478323"/>
                  </a:lnTo>
                  <a:lnTo>
                    <a:pt x="3200797" y="1478323"/>
                  </a:lnTo>
                  <a:lnTo>
                    <a:pt x="3200891" y="1478323"/>
                  </a:lnTo>
                  <a:lnTo>
                    <a:pt x="3200986" y="1478323"/>
                  </a:lnTo>
                  <a:lnTo>
                    <a:pt x="3201080" y="1478323"/>
                  </a:lnTo>
                  <a:lnTo>
                    <a:pt x="3201174" y="1478323"/>
                  </a:lnTo>
                  <a:lnTo>
                    <a:pt x="3201268" y="1478323"/>
                  </a:lnTo>
                  <a:lnTo>
                    <a:pt x="3201362" y="1478323"/>
                  </a:lnTo>
                  <a:lnTo>
                    <a:pt x="3201456" y="1478323"/>
                  </a:lnTo>
                  <a:lnTo>
                    <a:pt x="3201551" y="1478323"/>
                  </a:lnTo>
                  <a:lnTo>
                    <a:pt x="3201645" y="1478323"/>
                  </a:lnTo>
                  <a:lnTo>
                    <a:pt x="3201739" y="1478323"/>
                  </a:lnTo>
                  <a:lnTo>
                    <a:pt x="3201833" y="1478323"/>
                  </a:lnTo>
                  <a:lnTo>
                    <a:pt x="3201927" y="1478323"/>
                  </a:lnTo>
                  <a:lnTo>
                    <a:pt x="3202021" y="1478323"/>
                  </a:lnTo>
                  <a:lnTo>
                    <a:pt x="3202115" y="1478323"/>
                  </a:lnTo>
                  <a:lnTo>
                    <a:pt x="3202210" y="1478323"/>
                  </a:lnTo>
                  <a:lnTo>
                    <a:pt x="3202304" y="1478323"/>
                  </a:lnTo>
                  <a:lnTo>
                    <a:pt x="3202398" y="1478323"/>
                  </a:lnTo>
                  <a:lnTo>
                    <a:pt x="3202492" y="1478323"/>
                  </a:lnTo>
                  <a:lnTo>
                    <a:pt x="3202586" y="1478323"/>
                  </a:lnTo>
                  <a:lnTo>
                    <a:pt x="3202680" y="1478323"/>
                  </a:lnTo>
                  <a:lnTo>
                    <a:pt x="3202775" y="1478323"/>
                  </a:lnTo>
                  <a:lnTo>
                    <a:pt x="3202869" y="1478323"/>
                  </a:lnTo>
                  <a:lnTo>
                    <a:pt x="3202963" y="1478323"/>
                  </a:lnTo>
                  <a:lnTo>
                    <a:pt x="3203057" y="1478323"/>
                  </a:lnTo>
                  <a:lnTo>
                    <a:pt x="3203151" y="1478323"/>
                  </a:lnTo>
                  <a:lnTo>
                    <a:pt x="3203245" y="1478323"/>
                  </a:lnTo>
                  <a:lnTo>
                    <a:pt x="3203339" y="1478323"/>
                  </a:lnTo>
                  <a:lnTo>
                    <a:pt x="3203434" y="1478323"/>
                  </a:lnTo>
                  <a:lnTo>
                    <a:pt x="3203528" y="1478323"/>
                  </a:lnTo>
                  <a:lnTo>
                    <a:pt x="3203622" y="1478323"/>
                  </a:lnTo>
                  <a:lnTo>
                    <a:pt x="3203716" y="1478323"/>
                  </a:lnTo>
                  <a:lnTo>
                    <a:pt x="3203810" y="1478323"/>
                  </a:lnTo>
                  <a:lnTo>
                    <a:pt x="3203904" y="1478323"/>
                  </a:lnTo>
                  <a:lnTo>
                    <a:pt x="3203998" y="1478323"/>
                  </a:lnTo>
                  <a:lnTo>
                    <a:pt x="3204093" y="1478323"/>
                  </a:lnTo>
                  <a:lnTo>
                    <a:pt x="3204187" y="1478323"/>
                  </a:lnTo>
                  <a:lnTo>
                    <a:pt x="3204281" y="1478323"/>
                  </a:lnTo>
                  <a:lnTo>
                    <a:pt x="3204375" y="1478323"/>
                  </a:lnTo>
                  <a:lnTo>
                    <a:pt x="3204469" y="1478323"/>
                  </a:lnTo>
                  <a:lnTo>
                    <a:pt x="3204563" y="1478323"/>
                  </a:lnTo>
                  <a:lnTo>
                    <a:pt x="3204658" y="1478323"/>
                  </a:lnTo>
                  <a:lnTo>
                    <a:pt x="3204752" y="1478323"/>
                  </a:lnTo>
                  <a:lnTo>
                    <a:pt x="3204846" y="1478323"/>
                  </a:lnTo>
                  <a:lnTo>
                    <a:pt x="3204940" y="1478323"/>
                  </a:lnTo>
                  <a:lnTo>
                    <a:pt x="3205034" y="1478323"/>
                  </a:lnTo>
                  <a:lnTo>
                    <a:pt x="3205128" y="1478323"/>
                  </a:lnTo>
                  <a:lnTo>
                    <a:pt x="3205222" y="1478323"/>
                  </a:lnTo>
                  <a:lnTo>
                    <a:pt x="3205317" y="1478323"/>
                  </a:lnTo>
                  <a:lnTo>
                    <a:pt x="3205411" y="1478323"/>
                  </a:lnTo>
                  <a:lnTo>
                    <a:pt x="3205505" y="1478323"/>
                  </a:lnTo>
                  <a:lnTo>
                    <a:pt x="3205599" y="1478323"/>
                  </a:lnTo>
                  <a:lnTo>
                    <a:pt x="3205693" y="1478323"/>
                  </a:lnTo>
                  <a:lnTo>
                    <a:pt x="3205787" y="1478323"/>
                  </a:lnTo>
                  <a:lnTo>
                    <a:pt x="3205882" y="1478323"/>
                  </a:lnTo>
                  <a:lnTo>
                    <a:pt x="3205976" y="1478323"/>
                  </a:lnTo>
                  <a:lnTo>
                    <a:pt x="3206070" y="1478323"/>
                  </a:lnTo>
                  <a:lnTo>
                    <a:pt x="3206164" y="1478323"/>
                  </a:lnTo>
                  <a:lnTo>
                    <a:pt x="3206258" y="1478323"/>
                  </a:lnTo>
                  <a:lnTo>
                    <a:pt x="3206352" y="1478323"/>
                  </a:lnTo>
                  <a:lnTo>
                    <a:pt x="3206446" y="1478323"/>
                  </a:lnTo>
                  <a:lnTo>
                    <a:pt x="3206541" y="1478323"/>
                  </a:lnTo>
                  <a:lnTo>
                    <a:pt x="3206635" y="1478323"/>
                  </a:lnTo>
                  <a:lnTo>
                    <a:pt x="3206635" y="1473412"/>
                  </a:lnTo>
                  <a:lnTo>
                    <a:pt x="3206729" y="1473412"/>
                  </a:lnTo>
                  <a:lnTo>
                    <a:pt x="3206823" y="1473412"/>
                  </a:lnTo>
                  <a:lnTo>
                    <a:pt x="3206917" y="1473412"/>
                  </a:lnTo>
                  <a:lnTo>
                    <a:pt x="3207011" y="1473412"/>
                  </a:lnTo>
                  <a:lnTo>
                    <a:pt x="3207106" y="1473412"/>
                  </a:lnTo>
                  <a:lnTo>
                    <a:pt x="3207200" y="1473412"/>
                  </a:lnTo>
                  <a:lnTo>
                    <a:pt x="3207294" y="1473412"/>
                  </a:lnTo>
                  <a:lnTo>
                    <a:pt x="3207388" y="1473412"/>
                  </a:lnTo>
                  <a:lnTo>
                    <a:pt x="3207482" y="1473412"/>
                  </a:lnTo>
                  <a:lnTo>
                    <a:pt x="3207576" y="1473412"/>
                  </a:lnTo>
                  <a:lnTo>
                    <a:pt x="3207670" y="1473412"/>
                  </a:lnTo>
                  <a:lnTo>
                    <a:pt x="3207765" y="1473412"/>
                  </a:lnTo>
                  <a:lnTo>
                    <a:pt x="3207859" y="1473412"/>
                  </a:lnTo>
                  <a:lnTo>
                    <a:pt x="3207953" y="1473412"/>
                  </a:lnTo>
                  <a:lnTo>
                    <a:pt x="3208047" y="1473412"/>
                  </a:lnTo>
                  <a:lnTo>
                    <a:pt x="3208141" y="1473412"/>
                  </a:lnTo>
                  <a:lnTo>
                    <a:pt x="3208235" y="1473412"/>
                  </a:lnTo>
                  <a:lnTo>
                    <a:pt x="3208329" y="1473412"/>
                  </a:lnTo>
                  <a:lnTo>
                    <a:pt x="3208424" y="1473412"/>
                  </a:lnTo>
                  <a:lnTo>
                    <a:pt x="3208518" y="1473412"/>
                  </a:lnTo>
                  <a:lnTo>
                    <a:pt x="3208612" y="1473412"/>
                  </a:lnTo>
                  <a:lnTo>
                    <a:pt x="3208706" y="1473412"/>
                  </a:lnTo>
                  <a:lnTo>
                    <a:pt x="3208800" y="1473412"/>
                  </a:lnTo>
                  <a:lnTo>
                    <a:pt x="3208894" y="1473412"/>
                  </a:lnTo>
                  <a:lnTo>
                    <a:pt x="3208989" y="1473412"/>
                  </a:lnTo>
                  <a:lnTo>
                    <a:pt x="3209083" y="1473412"/>
                  </a:lnTo>
                  <a:lnTo>
                    <a:pt x="3209177" y="1473412"/>
                  </a:lnTo>
                  <a:lnTo>
                    <a:pt x="3209271" y="1473412"/>
                  </a:lnTo>
                  <a:lnTo>
                    <a:pt x="3209365" y="1473412"/>
                  </a:lnTo>
                  <a:lnTo>
                    <a:pt x="3209459" y="1473412"/>
                  </a:lnTo>
                  <a:lnTo>
                    <a:pt x="3209553" y="1473412"/>
                  </a:lnTo>
                  <a:lnTo>
                    <a:pt x="3209648" y="1473412"/>
                  </a:lnTo>
                  <a:lnTo>
                    <a:pt x="3209742" y="1473412"/>
                  </a:lnTo>
                  <a:lnTo>
                    <a:pt x="3209836" y="1473412"/>
                  </a:lnTo>
                  <a:lnTo>
                    <a:pt x="3209930" y="1473412"/>
                  </a:lnTo>
                  <a:lnTo>
                    <a:pt x="3210024" y="1473412"/>
                  </a:lnTo>
                  <a:lnTo>
                    <a:pt x="3210118" y="1473412"/>
                  </a:lnTo>
                  <a:lnTo>
                    <a:pt x="3210213" y="1473412"/>
                  </a:lnTo>
                  <a:lnTo>
                    <a:pt x="3210307" y="1473412"/>
                  </a:lnTo>
                  <a:lnTo>
                    <a:pt x="3210401" y="1473412"/>
                  </a:lnTo>
                  <a:lnTo>
                    <a:pt x="3210495" y="1473412"/>
                  </a:lnTo>
                  <a:lnTo>
                    <a:pt x="3210589" y="1473412"/>
                  </a:lnTo>
                  <a:lnTo>
                    <a:pt x="3210683" y="1473412"/>
                  </a:lnTo>
                  <a:lnTo>
                    <a:pt x="3210777" y="1473412"/>
                  </a:lnTo>
                  <a:lnTo>
                    <a:pt x="3210872" y="1473412"/>
                  </a:lnTo>
                  <a:lnTo>
                    <a:pt x="3210966" y="1473412"/>
                  </a:lnTo>
                  <a:lnTo>
                    <a:pt x="3210966" y="1468501"/>
                  </a:lnTo>
                  <a:lnTo>
                    <a:pt x="3211060" y="1468501"/>
                  </a:lnTo>
                  <a:lnTo>
                    <a:pt x="3211154" y="1468501"/>
                  </a:lnTo>
                  <a:lnTo>
                    <a:pt x="3211248" y="1468501"/>
                  </a:lnTo>
                  <a:lnTo>
                    <a:pt x="3211342" y="1468501"/>
                  </a:lnTo>
                  <a:lnTo>
                    <a:pt x="3211437" y="1468501"/>
                  </a:lnTo>
                  <a:lnTo>
                    <a:pt x="3211531" y="1468501"/>
                  </a:lnTo>
                  <a:lnTo>
                    <a:pt x="3211625" y="1468501"/>
                  </a:lnTo>
                  <a:lnTo>
                    <a:pt x="3211719" y="1468501"/>
                  </a:lnTo>
                  <a:lnTo>
                    <a:pt x="3211813" y="1468501"/>
                  </a:lnTo>
                  <a:lnTo>
                    <a:pt x="3211907" y="1468501"/>
                  </a:lnTo>
                  <a:lnTo>
                    <a:pt x="3212001" y="1468501"/>
                  </a:lnTo>
                  <a:lnTo>
                    <a:pt x="3212096" y="1468501"/>
                  </a:lnTo>
                  <a:lnTo>
                    <a:pt x="3212190" y="1468501"/>
                  </a:lnTo>
                  <a:lnTo>
                    <a:pt x="3212284" y="1468501"/>
                  </a:lnTo>
                  <a:lnTo>
                    <a:pt x="3212378" y="1468501"/>
                  </a:lnTo>
                  <a:lnTo>
                    <a:pt x="3212472" y="1468501"/>
                  </a:lnTo>
                  <a:lnTo>
                    <a:pt x="3212566" y="1468501"/>
                  </a:lnTo>
                  <a:lnTo>
                    <a:pt x="3212660" y="1468501"/>
                  </a:lnTo>
                  <a:lnTo>
                    <a:pt x="3212660" y="1463589"/>
                  </a:lnTo>
                  <a:lnTo>
                    <a:pt x="3212755" y="1463589"/>
                  </a:lnTo>
                  <a:lnTo>
                    <a:pt x="3212849" y="1463589"/>
                  </a:lnTo>
                  <a:lnTo>
                    <a:pt x="3212943" y="1463589"/>
                  </a:lnTo>
                  <a:lnTo>
                    <a:pt x="3213037" y="1463589"/>
                  </a:lnTo>
                  <a:lnTo>
                    <a:pt x="3213131" y="1463589"/>
                  </a:lnTo>
                  <a:lnTo>
                    <a:pt x="3213225" y="1463589"/>
                  </a:lnTo>
                  <a:lnTo>
                    <a:pt x="3213320" y="1463589"/>
                  </a:lnTo>
                  <a:lnTo>
                    <a:pt x="3213414" y="1463589"/>
                  </a:lnTo>
                  <a:lnTo>
                    <a:pt x="3213508" y="1463589"/>
                  </a:lnTo>
                  <a:lnTo>
                    <a:pt x="3213602" y="1463589"/>
                  </a:lnTo>
                  <a:lnTo>
                    <a:pt x="3213696" y="1463589"/>
                  </a:lnTo>
                  <a:lnTo>
                    <a:pt x="3213790" y="1463589"/>
                  </a:lnTo>
                  <a:lnTo>
                    <a:pt x="3213884" y="1463589"/>
                  </a:lnTo>
                  <a:lnTo>
                    <a:pt x="3213979" y="1463589"/>
                  </a:lnTo>
                  <a:lnTo>
                    <a:pt x="3214073" y="1463589"/>
                  </a:lnTo>
                  <a:lnTo>
                    <a:pt x="3214167" y="1463589"/>
                  </a:lnTo>
                  <a:lnTo>
                    <a:pt x="3214261" y="1463589"/>
                  </a:lnTo>
                  <a:lnTo>
                    <a:pt x="3214355" y="1463589"/>
                  </a:lnTo>
                  <a:lnTo>
                    <a:pt x="3214449" y="1463589"/>
                  </a:lnTo>
                  <a:lnTo>
                    <a:pt x="3214544" y="1463589"/>
                  </a:lnTo>
                  <a:lnTo>
                    <a:pt x="3214638" y="1463589"/>
                  </a:lnTo>
                  <a:lnTo>
                    <a:pt x="3214732" y="1463589"/>
                  </a:lnTo>
                  <a:lnTo>
                    <a:pt x="3214826" y="1463589"/>
                  </a:lnTo>
                  <a:lnTo>
                    <a:pt x="3214920" y="1463589"/>
                  </a:lnTo>
                  <a:lnTo>
                    <a:pt x="3215014" y="1463589"/>
                  </a:lnTo>
                  <a:lnTo>
                    <a:pt x="3215108" y="1463589"/>
                  </a:lnTo>
                  <a:lnTo>
                    <a:pt x="3215203" y="1463589"/>
                  </a:lnTo>
                  <a:lnTo>
                    <a:pt x="3215297" y="1463589"/>
                  </a:lnTo>
                  <a:lnTo>
                    <a:pt x="3215391" y="1463589"/>
                  </a:lnTo>
                  <a:lnTo>
                    <a:pt x="3215485" y="1463589"/>
                  </a:lnTo>
                  <a:lnTo>
                    <a:pt x="3215579" y="1463589"/>
                  </a:lnTo>
                  <a:lnTo>
                    <a:pt x="3215673" y="1463589"/>
                  </a:lnTo>
                  <a:lnTo>
                    <a:pt x="3215768" y="1463589"/>
                  </a:lnTo>
                  <a:lnTo>
                    <a:pt x="3215862" y="1463589"/>
                  </a:lnTo>
                  <a:lnTo>
                    <a:pt x="3215956" y="1463589"/>
                  </a:lnTo>
                  <a:lnTo>
                    <a:pt x="3216050" y="1463589"/>
                  </a:lnTo>
                  <a:lnTo>
                    <a:pt x="3216144" y="1463589"/>
                  </a:lnTo>
                  <a:lnTo>
                    <a:pt x="3216238" y="1463589"/>
                  </a:lnTo>
                  <a:lnTo>
                    <a:pt x="3216332" y="1463589"/>
                  </a:lnTo>
                  <a:lnTo>
                    <a:pt x="3216427" y="1463589"/>
                  </a:lnTo>
                  <a:lnTo>
                    <a:pt x="3216521" y="1463589"/>
                  </a:lnTo>
                  <a:lnTo>
                    <a:pt x="3216615" y="1463589"/>
                  </a:lnTo>
                  <a:lnTo>
                    <a:pt x="3216709" y="1463589"/>
                  </a:lnTo>
                  <a:lnTo>
                    <a:pt x="3216803" y="1463589"/>
                  </a:lnTo>
                  <a:lnTo>
                    <a:pt x="3216897" y="1463589"/>
                  </a:lnTo>
                  <a:lnTo>
                    <a:pt x="3216991" y="1463589"/>
                  </a:lnTo>
                  <a:lnTo>
                    <a:pt x="3217086" y="1463589"/>
                  </a:lnTo>
                  <a:lnTo>
                    <a:pt x="3217180" y="1463589"/>
                  </a:lnTo>
                  <a:lnTo>
                    <a:pt x="3217274" y="1463589"/>
                  </a:lnTo>
                  <a:lnTo>
                    <a:pt x="3217368" y="1463589"/>
                  </a:lnTo>
                  <a:lnTo>
                    <a:pt x="3217462" y="1463589"/>
                  </a:lnTo>
                  <a:lnTo>
                    <a:pt x="3217556" y="1463589"/>
                  </a:lnTo>
                  <a:lnTo>
                    <a:pt x="3217651" y="1463589"/>
                  </a:lnTo>
                  <a:lnTo>
                    <a:pt x="3217745" y="1463589"/>
                  </a:lnTo>
                  <a:lnTo>
                    <a:pt x="3217839" y="1463589"/>
                  </a:lnTo>
                  <a:lnTo>
                    <a:pt x="3217933" y="1463589"/>
                  </a:lnTo>
                  <a:lnTo>
                    <a:pt x="3218027" y="1463589"/>
                  </a:lnTo>
                  <a:lnTo>
                    <a:pt x="3218121" y="1463589"/>
                  </a:lnTo>
                  <a:lnTo>
                    <a:pt x="3218215" y="1463589"/>
                  </a:lnTo>
                  <a:lnTo>
                    <a:pt x="3218310" y="1463589"/>
                  </a:lnTo>
                  <a:lnTo>
                    <a:pt x="3218404" y="1463589"/>
                  </a:lnTo>
                  <a:lnTo>
                    <a:pt x="3218498" y="1463589"/>
                  </a:lnTo>
                  <a:lnTo>
                    <a:pt x="3218592" y="1463589"/>
                  </a:lnTo>
                  <a:lnTo>
                    <a:pt x="3218686" y="1463589"/>
                  </a:lnTo>
                  <a:lnTo>
                    <a:pt x="3218780" y="1463589"/>
                  </a:lnTo>
                  <a:lnTo>
                    <a:pt x="3218875" y="1463589"/>
                  </a:lnTo>
                  <a:lnTo>
                    <a:pt x="3218969" y="1463589"/>
                  </a:lnTo>
                  <a:lnTo>
                    <a:pt x="3219063" y="1463589"/>
                  </a:lnTo>
                  <a:lnTo>
                    <a:pt x="3219157" y="1463589"/>
                  </a:lnTo>
                  <a:lnTo>
                    <a:pt x="3219251" y="1463589"/>
                  </a:lnTo>
                  <a:lnTo>
                    <a:pt x="3219345" y="1463589"/>
                  </a:lnTo>
                  <a:lnTo>
                    <a:pt x="3219439" y="1463589"/>
                  </a:lnTo>
                  <a:lnTo>
                    <a:pt x="3219534" y="1463589"/>
                  </a:lnTo>
                  <a:lnTo>
                    <a:pt x="3219628" y="1463589"/>
                  </a:lnTo>
                  <a:lnTo>
                    <a:pt x="3219722" y="1463589"/>
                  </a:lnTo>
                  <a:lnTo>
                    <a:pt x="3219816" y="1463589"/>
                  </a:lnTo>
                  <a:lnTo>
                    <a:pt x="3219910" y="1463589"/>
                  </a:lnTo>
                  <a:lnTo>
                    <a:pt x="3220004" y="1463589"/>
                  </a:lnTo>
                  <a:lnTo>
                    <a:pt x="3220099" y="1463589"/>
                  </a:lnTo>
                  <a:lnTo>
                    <a:pt x="3220193" y="1463589"/>
                  </a:lnTo>
                  <a:lnTo>
                    <a:pt x="3220287" y="1463589"/>
                  </a:lnTo>
                  <a:lnTo>
                    <a:pt x="3220381" y="1463589"/>
                  </a:lnTo>
                  <a:lnTo>
                    <a:pt x="3220475" y="1463589"/>
                  </a:lnTo>
                  <a:lnTo>
                    <a:pt x="3220569" y="1463589"/>
                  </a:lnTo>
                  <a:lnTo>
                    <a:pt x="3220663" y="1463589"/>
                  </a:lnTo>
                  <a:lnTo>
                    <a:pt x="3220758" y="1463589"/>
                  </a:lnTo>
                  <a:lnTo>
                    <a:pt x="3220852" y="1463589"/>
                  </a:lnTo>
                  <a:lnTo>
                    <a:pt x="3220946" y="1463589"/>
                  </a:lnTo>
                  <a:lnTo>
                    <a:pt x="3221040" y="1463589"/>
                  </a:lnTo>
                  <a:lnTo>
                    <a:pt x="3221134" y="1463589"/>
                  </a:lnTo>
                  <a:lnTo>
                    <a:pt x="3221228" y="1463589"/>
                  </a:lnTo>
                  <a:lnTo>
                    <a:pt x="3221322" y="1463589"/>
                  </a:lnTo>
                  <a:lnTo>
                    <a:pt x="3221417" y="1463589"/>
                  </a:lnTo>
                  <a:lnTo>
                    <a:pt x="3221511" y="1463589"/>
                  </a:lnTo>
                  <a:lnTo>
                    <a:pt x="3221605" y="1463589"/>
                  </a:lnTo>
                  <a:lnTo>
                    <a:pt x="3221699" y="1463589"/>
                  </a:lnTo>
                  <a:lnTo>
                    <a:pt x="3221793" y="1463589"/>
                  </a:lnTo>
                  <a:lnTo>
                    <a:pt x="3221887" y="1463589"/>
                  </a:lnTo>
                  <a:lnTo>
                    <a:pt x="3221982" y="1463589"/>
                  </a:lnTo>
                  <a:lnTo>
                    <a:pt x="3222076" y="1463589"/>
                  </a:lnTo>
                  <a:lnTo>
                    <a:pt x="3222170" y="1463589"/>
                  </a:lnTo>
                  <a:lnTo>
                    <a:pt x="3222264" y="1463589"/>
                  </a:lnTo>
                  <a:lnTo>
                    <a:pt x="3222358" y="1463589"/>
                  </a:lnTo>
                  <a:lnTo>
                    <a:pt x="3222452" y="1463589"/>
                  </a:lnTo>
                  <a:lnTo>
                    <a:pt x="3222546" y="1463589"/>
                  </a:lnTo>
                  <a:lnTo>
                    <a:pt x="3222641" y="1463589"/>
                  </a:lnTo>
                  <a:lnTo>
                    <a:pt x="3222735" y="1463589"/>
                  </a:lnTo>
                  <a:lnTo>
                    <a:pt x="3222829" y="1463589"/>
                  </a:lnTo>
                  <a:lnTo>
                    <a:pt x="3222923" y="1463589"/>
                  </a:lnTo>
                  <a:lnTo>
                    <a:pt x="3223017" y="1463589"/>
                  </a:lnTo>
                  <a:lnTo>
                    <a:pt x="3223111" y="1463589"/>
                  </a:lnTo>
                  <a:lnTo>
                    <a:pt x="3223206" y="1463589"/>
                  </a:lnTo>
                  <a:lnTo>
                    <a:pt x="3223300" y="1463589"/>
                  </a:lnTo>
                  <a:lnTo>
                    <a:pt x="3223394" y="1463589"/>
                  </a:lnTo>
                  <a:lnTo>
                    <a:pt x="3223488" y="1463589"/>
                  </a:lnTo>
                  <a:lnTo>
                    <a:pt x="3223582" y="1463589"/>
                  </a:lnTo>
                  <a:lnTo>
                    <a:pt x="3223676" y="1463589"/>
                  </a:lnTo>
                  <a:lnTo>
                    <a:pt x="3223770" y="1463589"/>
                  </a:lnTo>
                  <a:lnTo>
                    <a:pt x="3223865" y="1463589"/>
                  </a:lnTo>
                  <a:lnTo>
                    <a:pt x="3223959" y="1463589"/>
                  </a:lnTo>
                  <a:lnTo>
                    <a:pt x="3224053" y="1463589"/>
                  </a:lnTo>
                  <a:lnTo>
                    <a:pt x="3224147" y="1463589"/>
                  </a:lnTo>
                  <a:lnTo>
                    <a:pt x="3224241" y="1463589"/>
                  </a:lnTo>
                  <a:lnTo>
                    <a:pt x="3224335" y="1463589"/>
                  </a:lnTo>
                  <a:lnTo>
                    <a:pt x="3224430" y="1463589"/>
                  </a:lnTo>
                  <a:lnTo>
                    <a:pt x="3224524" y="1463589"/>
                  </a:lnTo>
                  <a:lnTo>
                    <a:pt x="3224618" y="1463589"/>
                  </a:lnTo>
                  <a:lnTo>
                    <a:pt x="3224712" y="1463589"/>
                  </a:lnTo>
                  <a:lnTo>
                    <a:pt x="3224806" y="1463589"/>
                  </a:lnTo>
                  <a:lnTo>
                    <a:pt x="3224900" y="1463589"/>
                  </a:lnTo>
                  <a:lnTo>
                    <a:pt x="3224994" y="1463589"/>
                  </a:lnTo>
                  <a:lnTo>
                    <a:pt x="3224994" y="1458678"/>
                  </a:lnTo>
                  <a:lnTo>
                    <a:pt x="3225089" y="1458678"/>
                  </a:lnTo>
                  <a:lnTo>
                    <a:pt x="3225183" y="1458678"/>
                  </a:lnTo>
                  <a:lnTo>
                    <a:pt x="3225277" y="1458678"/>
                  </a:lnTo>
                  <a:lnTo>
                    <a:pt x="3225371" y="1458678"/>
                  </a:lnTo>
                  <a:lnTo>
                    <a:pt x="3225465" y="1458678"/>
                  </a:lnTo>
                  <a:lnTo>
                    <a:pt x="3225559" y="1458678"/>
                  </a:lnTo>
                  <a:lnTo>
                    <a:pt x="3225653" y="1458678"/>
                  </a:lnTo>
                  <a:lnTo>
                    <a:pt x="3225748" y="1458678"/>
                  </a:lnTo>
                  <a:lnTo>
                    <a:pt x="3225842" y="1458678"/>
                  </a:lnTo>
                  <a:lnTo>
                    <a:pt x="3225936" y="1458678"/>
                  </a:lnTo>
                  <a:lnTo>
                    <a:pt x="3226030" y="1458678"/>
                  </a:lnTo>
                  <a:lnTo>
                    <a:pt x="3226124" y="1458678"/>
                  </a:lnTo>
                  <a:lnTo>
                    <a:pt x="3226218" y="1458678"/>
                  </a:lnTo>
                  <a:lnTo>
                    <a:pt x="3226313" y="1458678"/>
                  </a:lnTo>
                  <a:lnTo>
                    <a:pt x="3226407" y="1458678"/>
                  </a:lnTo>
                  <a:lnTo>
                    <a:pt x="3226501" y="1458678"/>
                  </a:lnTo>
                  <a:lnTo>
                    <a:pt x="3226595" y="1458678"/>
                  </a:lnTo>
                  <a:lnTo>
                    <a:pt x="3226689" y="1458678"/>
                  </a:lnTo>
                  <a:lnTo>
                    <a:pt x="3226783" y="1458678"/>
                  </a:lnTo>
                  <a:lnTo>
                    <a:pt x="3226877" y="1458678"/>
                  </a:lnTo>
                  <a:lnTo>
                    <a:pt x="3226972" y="1458678"/>
                  </a:lnTo>
                  <a:lnTo>
                    <a:pt x="3227066" y="1458678"/>
                  </a:lnTo>
                  <a:lnTo>
                    <a:pt x="3227160" y="1458678"/>
                  </a:lnTo>
                  <a:lnTo>
                    <a:pt x="3227254" y="1458678"/>
                  </a:lnTo>
                  <a:lnTo>
                    <a:pt x="3227348" y="1458678"/>
                  </a:lnTo>
                  <a:lnTo>
                    <a:pt x="3227442" y="1458678"/>
                  </a:lnTo>
                  <a:lnTo>
                    <a:pt x="3227537" y="1458678"/>
                  </a:lnTo>
                  <a:lnTo>
                    <a:pt x="3227631" y="1458678"/>
                  </a:lnTo>
                  <a:lnTo>
                    <a:pt x="3227725" y="1458678"/>
                  </a:lnTo>
                  <a:lnTo>
                    <a:pt x="3227819" y="1458678"/>
                  </a:lnTo>
                  <a:lnTo>
                    <a:pt x="3227913" y="1458678"/>
                  </a:lnTo>
                  <a:lnTo>
                    <a:pt x="3228007" y="1458678"/>
                  </a:lnTo>
                  <a:lnTo>
                    <a:pt x="3228101" y="1458678"/>
                  </a:lnTo>
                  <a:lnTo>
                    <a:pt x="3228196" y="1458678"/>
                  </a:lnTo>
                  <a:lnTo>
                    <a:pt x="3228290" y="1458678"/>
                  </a:lnTo>
                  <a:lnTo>
                    <a:pt x="3228384" y="1458678"/>
                  </a:lnTo>
                  <a:lnTo>
                    <a:pt x="3228478" y="1458678"/>
                  </a:lnTo>
                  <a:lnTo>
                    <a:pt x="3228572" y="1458678"/>
                  </a:lnTo>
                  <a:lnTo>
                    <a:pt x="3228666" y="1458678"/>
                  </a:lnTo>
                  <a:lnTo>
                    <a:pt x="3228761" y="1458678"/>
                  </a:lnTo>
                  <a:lnTo>
                    <a:pt x="3228855" y="1458678"/>
                  </a:lnTo>
                  <a:lnTo>
                    <a:pt x="3228949" y="1458678"/>
                  </a:lnTo>
                  <a:lnTo>
                    <a:pt x="3229043" y="1458678"/>
                  </a:lnTo>
                  <a:lnTo>
                    <a:pt x="3229137" y="1458678"/>
                  </a:lnTo>
                  <a:lnTo>
                    <a:pt x="3229231" y="1458678"/>
                  </a:lnTo>
                  <a:lnTo>
                    <a:pt x="3229325" y="1458678"/>
                  </a:lnTo>
                  <a:lnTo>
                    <a:pt x="3229420" y="1458678"/>
                  </a:lnTo>
                  <a:lnTo>
                    <a:pt x="3229514" y="1458678"/>
                  </a:lnTo>
                  <a:lnTo>
                    <a:pt x="3229608" y="1458678"/>
                  </a:lnTo>
                  <a:lnTo>
                    <a:pt x="3229702" y="1458678"/>
                  </a:lnTo>
                  <a:lnTo>
                    <a:pt x="3229796" y="1458678"/>
                  </a:lnTo>
                  <a:lnTo>
                    <a:pt x="3229890" y="1458678"/>
                  </a:lnTo>
                  <a:lnTo>
                    <a:pt x="3229984" y="1458678"/>
                  </a:lnTo>
                  <a:lnTo>
                    <a:pt x="3230079" y="1458678"/>
                  </a:lnTo>
                  <a:lnTo>
                    <a:pt x="3230173" y="1458678"/>
                  </a:lnTo>
                  <a:lnTo>
                    <a:pt x="3230267" y="1458678"/>
                  </a:lnTo>
                  <a:lnTo>
                    <a:pt x="3230361" y="1458678"/>
                  </a:lnTo>
                  <a:lnTo>
                    <a:pt x="3230455" y="1458678"/>
                  </a:lnTo>
                  <a:lnTo>
                    <a:pt x="3230455" y="1453766"/>
                  </a:lnTo>
                  <a:lnTo>
                    <a:pt x="3230549" y="1453766"/>
                  </a:lnTo>
                  <a:lnTo>
                    <a:pt x="3230644" y="1453766"/>
                  </a:lnTo>
                  <a:lnTo>
                    <a:pt x="3230738" y="1453766"/>
                  </a:lnTo>
                  <a:lnTo>
                    <a:pt x="3230832" y="1453766"/>
                  </a:lnTo>
                  <a:lnTo>
                    <a:pt x="3230926" y="1453766"/>
                  </a:lnTo>
                  <a:lnTo>
                    <a:pt x="3231020" y="1453766"/>
                  </a:lnTo>
                  <a:lnTo>
                    <a:pt x="3231114" y="1453766"/>
                  </a:lnTo>
                  <a:lnTo>
                    <a:pt x="3231208" y="1453766"/>
                  </a:lnTo>
                  <a:lnTo>
                    <a:pt x="3231303" y="1453766"/>
                  </a:lnTo>
                  <a:lnTo>
                    <a:pt x="3231397" y="1453766"/>
                  </a:lnTo>
                  <a:lnTo>
                    <a:pt x="3231491" y="1453766"/>
                  </a:lnTo>
                  <a:lnTo>
                    <a:pt x="3231585" y="1453766"/>
                  </a:lnTo>
                  <a:lnTo>
                    <a:pt x="3231679" y="1453766"/>
                  </a:lnTo>
                  <a:lnTo>
                    <a:pt x="3231773" y="1453766"/>
                  </a:lnTo>
                  <a:lnTo>
                    <a:pt x="3231868" y="1453766"/>
                  </a:lnTo>
                  <a:lnTo>
                    <a:pt x="3231962" y="1453766"/>
                  </a:lnTo>
                  <a:lnTo>
                    <a:pt x="3232056" y="1453766"/>
                  </a:lnTo>
                  <a:lnTo>
                    <a:pt x="3232150" y="1453766"/>
                  </a:lnTo>
                  <a:lnTo>
                    <a:pt x="3232244" y="1453766"/>
                  </a:lnTo>
                  <a:lnTo>
                    <a:pt x="3232338" y="1453766"/>
                  </a:lnTo>
                  <a:lnTo>
                    <a:pt x="3232432" y="1453766"/>
                  </a:lnTo>
                  <a:lnTo>
                    <a:pt x="3232527" y="1453766"/>
                  </a:lnTo>
                  <a:lnTo>
                    <a:pt x="3232621" y="1453766"/>
                  </a:lnTo>
                  <a:lnTo>
                    <a:pt x="3232715" y="1453766"/>
                  </a:lnTo>
                  <a:lnTo>
                    <a:pt x="3232809" y="1453766"/>
                  </a:lnTo>
                  <a:lnTo>
                    <a:pt x="3232903" y="1453766"/>
                  </a:lnTo>
                  <a:lnTo>
                    <a:pt x="3232997" y="1453766"/>
                  </a:lnTo>
                  <a:lnTo>
                    <a:pt x="3233092" y="1453766"/>
                  </a:lnTo>
                  <a:lnTo>
                    <a:pt x="3233186" y="1453766"/>
                  </a:lnTo>
                  <a:lnTo>
                    <a:pt x="3233280" y="1453766"/>
                  </a:lnTo>
                  <a:lnTo>
                    <a:pt x="3233374" y="1453766"/>
                  </a:lnTo>
                  <a:lnTo>
                    <a:pt x="3233468" y="1453766"/>
                  </a:lnTo>
                  <a:lnTo>
                    <a:pt x="3233562" y="1453766"/>
                  </a:lnTo>
                  <a:lnTo>
                    <a:pt x="3233656" y="1453766"/>
                  </a:lnTo>
                  <a:lnTo>
                    <a:pt x="3233751" y="1453766"/>
                  </a:lnTo>
                  <a:lnTo>
                    <a:pt x="3233845" y="1453766"/>
                  </a:lnTo>
                  <a:lnTo>
                    <a:pt x="3233939" y="1453766"/>
                  </a:lnTo>
                  <a:lnTo>
                    <a:pt x="3234033" y="1453766"/>
                  </a:lnTo>
                  <a:lnTo>
                    <a:pt x="3234127" y="1453766"/>
                  </a:lnTo>
                  <a:lnTo>
                    <a:pt x="3234221" y="1453766"/>
                  </a:lnTo>
                  <a:lnTo>
                    <a:pt x="3234315" y="1453766"/>
                  </a:lnTo>
                  <a:lnTo>
                    <a:pt x="3234410" y="1453766"/>
                  </a:lnTo>
                  <a:lnTo>
                    <a:pt x="3234504" y="1453766"/>
                  </a:lnTo>
                  <a:lnTo>
                    <a:pt x="3234598" y="1453766"/>
                  </a:lnTo>
                  <a:lnTo>
                    <a:pt x="3234692" y="1453766"/>
                  </a:lnTo>
                  <a:lnTo>
                    <a:pt x="3234786" y="1453766"/>
                  </a:lnTo>
                  <a:lnTo>
                    <a:pt x="3234880" y="1453766"/>
                  </a:lnTo>
                  <a:lnTo>
                    <a:pt x="3234975" y="1453766"/>
                  </a:lnTo>
                  <a:lnTo>
                    <a:pt x="3235069" y="1453766"/>
                  </a:lnTo>
                  <a:lnTo>
                    <a:pt x="3235163" y="1453766"/>
                  </a:lnTo>
                  <a:lnTo>
                    <a:pt x="3235257" y="1453766"/>
                  </a:lnTo>
                  <a:lnTo>
                    <a:pt x="3235351" y="1453766"/>
                  </a:lnTo>
                  <a:lnTo>
                    <a:pt x="3235445" y="1453766"/>
                  </a:lnTo>
                  <a:lnTo>
                    <a:pt x="3235539" y="1453766"/>
                  </a:lnTo>
                  <a:lnTo>
                    <a:pt x="3235634" y="1453766"/>
                  </a:lnTo>
                  <a:lnTo>
                    <a:pt x="3235728" y="1453766"/>
                  </a:lnTo>
                  <a:lnTo>
                    <a:pt x="3235822" y="1453766"/>
                  </a:lnTo>
                  <a:lnTo>
                    <a:pt x="3235916" y="1453766"/>
                  </a:lnTo>
                  <a:lnTo>
                    <a:pt x="3236010" y="1453766"/>
                  </a:lnTo>
                  <a:lnTo>
                    <a:pt x="3236104" y="1453766"/>
                  </a:lnTo>
                  <a:lnTo>
                    <a:pt x="3236199" y="1453766"/>
                  </a:lnTo>
                  <a:lnTo>
                    <a:pt x="3236293" y="1453766"/>
                  </a:lnTo>
                  <a:lnTo>
                    <a:pt x="3236387" y="1453766"/>
                  </a:lnTo>
                  <a:lnTo>
                    <a:pt x="3236481" y="1453766"/>
                  </a:lnTo>
                  <a:lnTo>
                    <a:pt x="3236575" y="1453766"/>
                  </a:lnTo>
                  <a:lnTo>
                    <a:pt x="3236669" y="1453766"/>
                  </a:lnTo>
                  <a:lnTo>
                    <a:pt x="3236669" y="1448855"/>
                  </a:lnTo>
                  <a:lnTo>
                    <a:pt x="3236763" y="1448855"/>
                  </a:lnTo>
                  <a:lnTo>
                    <a:pt x="3236858" y="1448855"/>
                  </a:lnTo>
                  <a:lnTo>
                    <a:pt x="3236952" y="1448855"/>
                  </a:lnTo>
                  <a:lnTo>
                    <a:pt x="3237046" y="1448855"/>
                  </a:lnTo>
                  <a:lnTo>
                    <a:pt x="3237140" y="1448855"/>
                  </a:lnTo>
                  <a:lnTo>
                    <a:pt x="3237234" y="1448855"/>
                  </a:lnTo>
                  <a:lnTo>
                    <a:pt x="3237328" y="1448855"/>
                  </a:lnTo>
                  <a:lnTo>
                    <a:pt x="3237423" y="1448855"/>
                  </a:lnTo>
                  <a:lnTo>
                    <a:pt x="3237517" y="1448855"/>
                  </a:lnTo>
                  <a:lnTo>
                    <a:pt x="3237611" y="1448855"/>
                  </a:lnTo>
                  <a:lnTo>
                    <a:pt x="3237705" y="1448855"/>
                  </a:lnTo>
                  <a:lnTo>
                    <a:pt x="3237799" y="1448855"/>
                  </a:lnTo>
                  <a:lnTo>
                    <a:pt x="3237893" y="1448855"/>
                  </a:lnTo>
                  <a:lnTo>
                    <a:pt x="3237987" y="1448855"/>
                  </a:lnTo>
                  <a:lnTo>
                    <a:pt x="3238082" y="1448855"/>
                  </a:lnTo>
                  <a:lnTo>
                    <a:pt x="3238176" y="1448855"/>
                  </a:lnTo>
                  <a:lnTo>
                    <a:pt x="3238270" y="1448855"/>
                  </a:lnTo>
                  <a:lnTo>
                    <a:pt x="3238364" y="1448855"/>
                  </a:lnTo>
                  <a:lnTo>
                    <a:pt x="3238458" y="1448855"/>
                  </a:lnTo>
                  <a:lnTo>
                    <a:pt x="3238552" y="1448855"/>
                  </a:lnTo>
                  <a:lnTo>
                    <a:pt x="3238646" y="1448855"/>
                  </a:lnTo>
                  <a:lnTo>
                    <a:pt x="3238741" y="1448855"/>
                  </a:lnTo>
                  <a:lnTo>
                    <a:pt x="3238835" y="1448855"/>
                  </a:lnTo>
                  <a:lnTo>
                    <a:pt x="3238929" y="1448855"/>
                  </a:lnTo>
                  <a:lnTo>
                    <a:pt x="3239023" y="1448855"/>
                  </a:lnTo>
                  <a:lnTo>
                    <a:pt x="3239117" y="1448855"/>
                  </a:lnTo>
                  <a:lnTo>
                    <a:pt x="3239211" y="1448855"/>
                  </a:lnTo>
                  <a:lnTo>
                    <a:pt x="3239306" y="1448855"/>
                  </a:lnTo>
                  <a:lnTo>
                    <a:pt x="3239400" y="1448855"/>
                  </a:lnTo>
                  <a:lnTo>
                    <a:pt x="3239494" y="1448855"/>
                  </a:lnTo>
                  <a:lnTo>
                    <a:pt x="3239588" y="1448855"/>
                  </a:lnTo>
                  <a:lnTo>
                    <a:pt x="3239682" y="1448855"/>
                  </a:lnTo>
                  <a:lnTo>
                    <a:pt x="3239776" y="1448855"/>
                  </a:lnTo>
                  <a:lnTo>
                    <a:pt x="3239870" y="1448855"/>
                  </a:lnTo>
                  <a:lnTo>
                    <a:pt x="3239965" y="1448855"/>
                  </a:lnTo>
                  <a:lnTo>
                    <a:pt x="3240059" y="1448855"/>
                  </a:lnTo>
                  <a:lnTo>
                    <a:pt x="3240153" y="1448855"/>
                  </a:lnTo>
                  <a:lnTo>
                    <a:pt x="3240247" y="1448855"/>
                  </a:lnTo>
                  <a:lnTo>
                    <a:pt x="3240341" y="1448855"/>
                  </a:lnTo>
                  <a:lnTo>
                    <a:pt x="3240435" y="1448855"/>
                  </a:lnTo>
                  <a:lnTo>
                    <a:pt x="3240530" y="1448855"/>
                  </a:lnTo>
                  <a:lnTo>
                    <a:pt x="3240624" y="1448855"/>
                  </a:lnTo>
                  <a:lnTo>
                    <a:pt x="3240718" y="1448855"/>
                  </a:lnTo>
                  <a:lnTo>
                    <a:pt x="3240812" y="1448855"/>
                  </a:lnTo>
                  <a:lnTo>
                    <a:pt x="3240906" y="1448855"/>
                  </a:lnTo>
                  <a:lnTo>
                    <a:pt x="3241000" y="1448855"/>
                  </a:lnTo>
                  <a:lnTo>
                    <a:pt x="3241094" y="1448855"/>
                  </a:lnTo>
                  <a:lnTo>
                    <a:pt x="3241189" y="1448855"/>
                  </a:lnTo>
                  <a:lnTo>
                    <a:pt x="3241283" y="1448855"/>
                  </a:lnTo>
                  <a:lnTo>
                    <a:pt x="3241377" y="1448855"/>
                  </a:lnTo>
                  <a:lnTo>
                    <a:pt x="3241471" y="1448855"/>
                  </a:lnTo>
                  <a:lnTo>
                    <a:pt x="3241565" y="1448855"/>
                  </a:lnTo>
                  <a:lnTo>
                    <a:pt x="3241659" y="1448855"/>
                  </a:lnTo>
                  <a:lnTo>
                    <a:pt x="3241754" y="1448855"/>
                  </a:lnTo>
                  <a:lnTo>
                    <a:pt x="3241848" y="1448855"/>
                  </a:lnTo>
                  <a:lnTo>
                    <a:pt x="3241942" y="1448855"/>
                  </a:lnTo>
                  <a:lnTo>
                    <a:pt x="3242036" y="1448855"/>
                  </a:lnTo>
                  <a:lnTo>
                    <a:pt x="3242130" y="1448855"/>
                  </a:lnTo>
                  <a:lnTo>
                    <a:pt x="3242224" y="1448855"/>
                  </a:lnTo>
                  <a:lnTo>
                    <a:pt x="3242318" y="1448855"/>
                  </a:lnTo>
                  <a:lnTo>
                    <a:pt x="3242413" y="1448855"/>
                  </a:lnTo>
                  <a:lnTo>
                    <a:pt x="3242507" y="1448855"/>
                  </a:lnTo>
                  <a:lnTo>
                    <a:pt x="3242601" y="1448855"/>
                  </a:lnTo>
                  <a:lnTo>
                    <a:pt x="3242695" y="1448855"/>
                  </a:lnTo>
                  <a:lnTo>
                    <a:pt x="3242789" y="1448855"/>
                  </a:lnTo>
                  <a:lnTo>
                    <a:pt x="3242883" y="1448855"/>
                  </a:lnTo>
                  <a:lnTo>
                    <a:pt x="3242978" y="1448855"/>
                  </a:lnTo>
                  <a:lnTo>
                    <a:pt x="3243072" y="1448855"/>
                  </a:lnTo>
                  <a:lnTo>
                    <a:pt x="3243166" y="1448855"/>
                  </a:lnTo>
                  <a:lnTo>
                    <a:pt x="3243260" y="1448855"/>
                  </a:lnTo>
                  <a:lnTo>
                    <a:pt x="3243354" y="1448855"/>
                  </a:lnTo>
                  <a:lnTo>
                    <a:pt x="3243448" y="1448855"/>
                  </a:lnTo>
                  <a:lnTo>
                    <a:pt x="3243542" y="1448855"/>
                  </a:lnTo>
                  <a:lnTo>
                    <a:pt x="3243637" y="1448855"/>
                  </a:lnTo>
                  <a:lnTo>
                    <a:pt x="3243731" y="1448855"/>
                  </a:lnTo>
                  <a:lnTo>
                    <a:pt x="3243825" y="1448855"/>
                  </a:lnTo>
                  <a:lnTo>
                    <a:pt x="3243919" y="1448855"/>
                  </a:lnTo>
                  <a:lnTo>
                    <a:pt x="3244013" y="1448855"/>
                  </a:lnTo>
                  <a:lnTo>
                    <a:pt x="3244107" y="1448855"/>
                  </a:lnTo>
                  <a:lnTo>
                    <a:pt x="3244201" y="1448855"/>
                  </a:lnTo>
                  <a:lnTo>
                    <a:pt x="3244296" y="1448855"/>
                  </a:lnTo>
                  <a:lnTo>
                    <a:pt x="3244390" y="1448855"/>
                  </a:lnTo>
                  <a:lnTo>
                    <a:pt x="3244484" y="1448855"/>
                  </a:lnTo>
                  <a:lnTo>
                    <a:pt x="3244578" y="1448855"/>
                  </a:lnTo>
                  <a:lnTo>
                    <a:pt x="3244672" y="1448855"/>
                  </a:lnTo>
                  <a:lnTo>
                    <a:pt x="3244766" y="1448855"/>
                  </a:lnTo>
                  <a:lnTo>
                    <a:pt x="3244861" y="1448855"/>
                  </a:lnTo>
                  <a:lnTo>
                    <a:pt x="3244955" y="1448855"/>
                  </a:lnTo>
                  <a:lnTo>
                    <a:pt x="3245049" y="1448855"/>
                  </a:lnTo>
                  <a:lnTo>
                    <a:pt x="3245143" y="1448855"/>
                  </a:lnTo>
                  <a:lnTo>
                    <a:pt x="3245237" y="1448855"/>
                  </a:lnTo>
                  <a:lnTo>
                    <a:pt x="3245331" y="1448855"/>
                  </a:lnTo>
                  <a:lnTo>
                    <a:pt x="3245425" y="1448855"/>
                  </a:lnTo>
                  <a:lnTo>
                    <a:pt x="3245520" y="1448855"/>
                  </a:lnTo>
                  <a:lnTo>
                    <a:pt x="3245614" y="1448855"/>
                  </a:lnTo>
                  <a:lnTo>
                    <a:pt x="3245708" y="1448855"/>
                  </a:lnTo>
                  <a:lnTo>
                    <a:pt x="3245802" y="1448855"/>
                  </a:lnTo>
                  <a:lnTo>
                    <a:pt x="3245896" y="1448855"/>
                  </a:lnTo>
                  <a:lnTo>
                    <a:pt x="3245990" y="1448855"/>
                  </a:lnTo>
                  <a:lnTo>
                    <a:pt x="3246085" y="1448855"/>
                  </a:lnTo>
                  <a:lnTo>
                    <a:pt x="3246179" y="1448855"/>
                  </a:lnTo>
                  <a:lnTo>
                    <a:pt x="3246273" y="1448855"/>
                  </a:lnTo>
                  <a:lnTo>
                    <a:pt x="3246367" y="1448855"/>
                  </a:lnTo>
                  <a:lnTo>
                    <a:pt x="3246461" y="1448855"/>
                  </a:lnTo>
                  <a:lnTo>
                    <a:pt x="3246555" y="1448855"/>
                  </a:lnTo>
                  <a:lnTo>
                    <a:pt x="3246649" y="1448855"/>
                  </a:lnTo>
                  <a:lnTo>
                    <a:pt x="3246744" y="1448855"/>
                  </a:lnTo>
                  <a:lnTo>
                    <a:pt x="3246838" y="1448855"/>
                  </a:lnTo>
                  <a:lnTo>
                    <a:pt x="3246932" y="1448855"/>
                  </a:lnTo>
                  <a:lnTo>
                    <a:pt x="3247026" y="1448855"/>
                  </a:lnTo>
                  <a:lnTo>
                    <a:pt x="3247120" y="1448855"/>
                  </a:lnTo>
                  <a:lnTo>
                    <a:pt x="3247214" y="1448855"/>
                  </a:lnTo>
                  <a:lnTo>
                    <a:pt x="3247309" y="1448855"/>
                  </a:lnTo>
                  <a:lnTo>
                    <a:pt x="3247403" y="1448855"/>
                  </a:lnTo>
                  <a:lnTo>
                    <a:pt x="3247497" y="1448855"/>
                  </a:lnTo>
                  <a:lnTo>
                    <a:pt x="3247591" y="1448855"/>
                  </a:lnTo>
                  <a:lnTo>
                    <a:pt x="3247685" y="1448855"/>
                  </a:lnTo>
                  <a:lnTo>
                    <a:pt x="3247779" y="1448855"/>
                  </a:lnTo>
                  <a:lnTo>
                    <a:pt x="3247873" y="1448855"/>
                  </a:lnTo>
                  <a:lnTo>
                    <a:pt x="3247968" y="1448855"/>
                  </a:lnTo>
                  <a:lnTo>
                    <a:pt x="3248062" y="1448855"/>
                  </a:lnTo>
                  <a:lnTo>
                    <a:pt x="3248156" y="1448855"/>
                  </a:lnTo>
                  <a:lnTo>
                    <a:pt x="3248250" y="1448855"/>
                  </a:lnTo>
                  <a:lnTo>
                    <a:pt x="3248344" y="1448855"/>
                  </a:lnTo>
                  <a:lnTo>
                    <a:pt x="3248438" y="1448855"/>
                  </a:lnTo>
                  <a:lnTo>
                    <a:pt x="3248532" y="1448855"/>
                  </a:lnTo>
                  <a:lnTo>
                    <a:pt x="3248627" y="1448855"/>
                  </a:lnTo>
                  <a:lnTo>
                    <a:pt x="3248721" y="1448855"/>
                  </a:lnTo>
                  <a:lnTo>
                    <a:pt x="3248815" y="1448855"/>
                  </a:lnTo>
                  <a:lnTo>
                    <a:pt x="3248909" y="1448855"/>
                  </a:lnTo>
                  <a:lnTo>
                    <a:pt x="3249003" y="1448855"/>
                  </a:lnTo>
                  <a:lnTo>
                    <a:pt x="3249097" y="1448855"/>
                  </a:lnTo>
                  <a:lnTo>
                    <a:pt x="3249192" y="1448855"/>
                  </a:lnTo>
                  <a:lnTo>
                    <a:pt x="3249286" y="1448855"/>
                  </a:lnTo>
                  <a:lnTo>
                    <a:pt x="3249380" y="1448855"/>
                  </a:lnTo>
                  <a:lnTo>
                    <a:pt x="3249474" y="1448855"/>
                  </a:lnTo>
                  <a:lnTo>
                    <a:pt x="3249568" y="1448855"/>
                  </a:lnTo>
                  <a:lnTo>
                    <a:pt x="3249662" y="1448855"/>
                  </a:lnTo>
                  <a:lnTo>
                    <a:pt x="3249756" y="1448855"/>
                  </a:lnTo>
                  <a:lnTo>
                    <a:pt x="3249851" y="1448855"/>
                  </a:lnTo>
                  <a:lnTo>
                    <a:pt x="3249945" y="1448855"/>
                  </a:lnTo>
                  <a:lnTo>
                    <a:pt x="3250039" y="1448855"/>
                  </a:lnTo>
                  <a:lnTo>
                    <a:pt x="3250133" y="1448855"/>
                  </a:lnTo>
                  <a:lnTo>
                    <a:pt x="3250227" y="1448855"/>
                  </a:lnTo>
                  <a:lnTo>
                    <a:pt x="3250321" y="1448855"/>
                  </a:lnTo>
                  <a:lnTo>
                    <a:pt x="3250416" y="1448855"/>
                  </a:lnTo>
                  <a:lnTo>
                    <a:pt x="3250416" y="1443944"/>
                  </a:lnTo>
                  <a:lnTo>
                    <a:pt x="3250510" y="1443944"/>
                  </a:lnTo>
                  <a:lnTo>
                    <a:pt x="3250604" y="1443944"/>
                  </a:lnTo>
                  <a:lnTo>
                    <a:pt x="3250698" y="1443944"/>
                  </a:lnTo>
                  <a:lnTo>
                    <a:pt x="3250792" y="1443944"/>
                  </a:lnTo>
                  <a:lnTo>
                    <a:pt x="3250886" y="1443944"/>
                  </a:lnTo>
                  <a:lnTo>
                    <a:pt x="3250980" y="1443944"/>
                  </a:lnTo>
                  <a:lnTo>
                    <a:pt x="3251075" y="1443944"/>
                  </a:lnTo>
                  <a:lnTo>
                    <a:pt x="3251169" y="1443944"/>
                  </a:lnTo>
                  <a:lnTo>
                    <a:pt x="3251263" y="1443944"/>
                  </a:lnTo>
                  <a:lnTo>
                    <a:pt x="3251357" y="1443944"/>
                  </a:lnTo>
                  <a:lnTo>
                    <a:pt x="3251451" y="1443944"/>
                  </a:lnTo>
                  <a:lnTo>
                    <a:pt x="3251545" y="1443944"/>
                  </a:lnTo>
                  <a:lnTo>
                    <a:pt x="3251640" y="1443944"/>
                  </a:lnTo>
                  <a:lnTo>
                    <a:pt x="3251734" y="1443944"/>
                  </a:lnTo>
                  <a:lnTo>
                    <a:pt x="3251828" y="1443944"/>
                  </a:lnTo>
                  <a:lnTo>
                    <a:pt x="3251922" y="1443944"/>
                  </a:lnTo>
                  <a:lnTo>
                    <a:pt x="3252016" y="1443944"/>
                  </a:lnTo>
                  <a:lnTo>
                    <a:pt x="3252110" y="1443944"/>
                  </a:lnTo>
                  <a:lnTo>
                    <a:pt x="3252204" y="1443944"/>
                  </a:lnTo>
                  <a:lnTo>
                    <a:pt x="3252299" y="1443944"/>
                  </a:lnTo>
                  <a:lnTo>
                    <a:pt x="3252393" y="1443944"/>
                  </a:lnTo>
                  <a:lnTo>
                    <a:pt x="3252487" y="1443944"/>
                  </a:lnTo>
                  <a:lnTo>
                    <a:pt x="3252581" y="1443944"/>
                  </a:lnTo>
                  <a:lnTo>
                    <a:pt x="3252675" y="1443944"/>
                  </a:lnTo>
                  <a:lnTo>
                    <a:pt x="3252769" y="1443944"/>
                  </a:lnTo>
                  <a:lnTo>
                    <a:pt x="3252863" y="1443944"/>
                  </a:lnTo>
                  <a:lnTo>
                    <a:pt x="3252958" y="1443944"/>
                  </a:lnTo>
                  <a:lnTo>
                    <a:pt x="3253052" y="1443944"/>
                  </a:lnTo>
                  <a:lnTo>
                    <a:pt x="3253146" y="1443944"/>
                  </a:lnTo>
                  <a:lnTo>
                    <a:pt x="3253240" y="1443944"/>
                  </a:lnTo>
                  <a:lnTo>
                    <a:pt x="3253334" y="1443944"/>
                  </a:lnTo>
                  <a:lnTo>
                    <a:pt x="3253428" y="1443944"/>
                  </a:lnTo>
                  <a:lnTo>
                    <a:pt x="3253523" y="1443944"/>
                  </a:lnTo>
                  <a:lnTo>
                    <a:pt x="3253617" y="1443944"/>
                  </a:lnTo>
                  <a:lnTo>
                    <a:pt x="3253711" y="1443944"/>
                  </a:lnTo>
                  <a:lnTo>
                    <a:pt x="3253805" y="1443944"/>
                  </a:lnTo>
                  <a:lnTo>
                    <a:pt x="3253899" y="1443944"/>
                  </a:lnTo>
                  <a:lnTo>
                    <a:pt x="3253993" y="1443944"/>
                  </a:lnTo>
                  <a:lnTo>
                    <a:pt x="3254087" y="1443944"/>
                  </a:lnTo>
                  <a:lnTo>
                    <a:pt x="3254182" y="1443944"/>
                  </a:lnTo>
                  <a:lnTo>
                    <a:pt x="3254276" y="1443944"/>
                  </a:lnTo>
                  <a:lnTo>
                    <a:pt x="3254370" y="1443944"/>
                  </a:lnTo>
                  <a:lnTo>
                    <a:pt x="3254464" y="1443944"/>
                  </a:lnTo>
                  <a:lnTo>
                    <a:pt x="3254558" y="1443944"/>
                  </a:lnTo>
                  <a:lnTo>
                    <a:pt x="3254652" y="1443944"/>
                  </a:lnTo>
                  <a:lnTo>
                    <a:pt x="3254747" y="1443944"/>
                  </a:lnTo>
                  <a:lnTo>
                    <a:pt x="3254841" y="1443944"/>
                  </a:lnTo>
                  <a:lnTo>
                    <a:pt x="3254935" y="1443944"/>
                  </a:lnTo>
                  <a:lnTo>
                    <a:pt x="3255029" y="1443944"/>
                  </a:lnTo>
                  <a:lnTo>
                    <a:pt x="3255123" y="1443944"/>
                  </a:lnTo>
                  <a:lnTo>
                    <a:pt x="3255217" y="1443944"/>
                  </a:lnTo>
                  <a:lnTo>
                    <a:pt x="3255311" y="1443944"/>
                  </a:lnTo>
                  <a:lnTo>
                    <a:pt x="3255406" y="1443944"/>
                  </a:lnTo>
                  <a:lnTo>
                    <a:pt x="3255500" y="1443944"/>
                  </a:lnTo>
                  <a:lnTo>
                    <a:pt x="3255594" y="1443944"/>
                  </a:lnTo>
                  <a:lnTo>
                    <a:pt x="3255688" y="1443944"/>
                  </a:lnTo>
                  <a:lnTo>
                    <a:pt x="3255782" y="1443944"/>
                  </a:lnTo>
                  <a:lnTo>
                    <a:pt x="3255876" y="1443944"/>
                  </a:lnTo>
                  <a:lnTo>
                    <a:pt x="3255971" y="1443944"/>
                  </a:lnTo>
                  <a:lnTo>
                    <a:pt x="3256065" y="1443944"/>
                  </a:lnTo>
                  <a:lnTo>
                    <a:pt x="3256159" y="1443944"/>
                  </a:lnTo>
                  <a:lnTo>
                    <a:pt x="3256253" y="1443944"/>
                  </a:lnTo>
                  <a:lnTo>
                    <a:pt x="3256347" y="1443944"/>
                  </a:lnTo>
                  <a:lnTo>
                    <a:pt x="3256441" y="1443944"/>
                  </a:lnTo>
                  <a:lnTo>
                    <a:pt x="3256535" y="1443944"/>
                  </a:lnTo>
                  <a:lnTo>
                    <a:pt x="3256630" y="1443944"/>
                  </a:lnTo>
                  <a:lnTo>
                    <a:pt x="3256724" y="1443944"/>
                  </a:lnTo>
                  <a:lnTo>
                    <a:pt x="3256818" y="1443944"/>
                  </a:lnTo>
                  <a:lnTo>
                    <a:pt x="3256912" y="1443944"/>
                  </a:lnTo>
                  <a:lnTo>
                    <a:pt x="3257006" y="1443944"/>
                  </a:lnTo>
                  <a:lnTo>
                    <a:pt x="3257100" y="1443944"/>
                  </a:lnTo>
                  <a:lnTo>
                    <a:pt x="3257194" y="1443944"/>
                  </a:lnTo>
                  <a:lnTo>
                    <a:pt x="3257289" y="1443944"/>
                  </a:lnTo>
                  <a:lnTo>
                    <a:pt x="3257383" y="1443944"/>
                  </a:lnTo>
                  <a:lnTo>
                    <a:pt x="3257477" y="1443944"/>
                  </a:lnTo>
                  <a:lnTo>
                    <a:pt x="3257571" y="1443944"/>
                  </a:lnTo>
                  <a:lnTo>
                    <a:pt x="3257665" y="1443944"/>
                  </a:lnTo>
                  <a:lnTo>
                    <a:pt x="3257759" y="1443944"/>
                  </a:lnTo>
                  <a:lnTo>
                    <a:pt x="3257854" y="1443944"/>
                  </a:lnTo>
                  <a:lnTo>
                    <a:pt x="3257948" y="1443944"/>
                  </a:lnTo>
                  <a:lnTo>
                    <a:pt x="3258042" y="1443944"/>
                  </a:lnTo>
                  <a:lnTo>
                    <a:pt x="3258136" y="1443944"/>
                  </a:lnTo>
                  <a:lnTo>
                    <a:pt x="3258230" y="1443944"/>
                  </a:lnTo>
                  <a:lnTo>
                    <a:pt x="3258324" y="1443944"/>
                  </a:lnTo>
                  <a:lnTo>
                    <a:pt x="3258418" y="1443944"/>
                  </a:lnTo>
                  <a:lnTo>
                    <a:pt x="3258513" y="1443944"/>
                  </a:lnTo>
                  <a:lnTo>
                    <a:pt x="3258607" y="1443944"/>
                  </a:lnTo>
                  <a:lnTo>
                    <a:pt x="3258701" y="1443944"/>
                  </a:lnTo>
                  <a:lnTo>
                    <a:pt x="3258795" y="1443944"/>
                  </a:lnTo>
                  <a:lnTo>
                    <a:pt x="3258889" y="1443944"/>
                  </a:lnTo>
                  <a:lnTo>
                    <a:pt x="3258983" y="1443944"/>
                  </a:lnTo>
                  <a:lnTo>
                    <a:pt x="3259078" y="1443944"/>
                  </a:lnTo>
                  <a:lnTo>
                    <a:pt x="3259172" y="1443944"/>
                  </a:lnTo>
                  <a:lnTo>
                    <a:pt x="3259266" y="1443944"/>
                  </a:lnTo>
                  <a:lnTo>
                    <a:pt x="3259360" y="1443944"/>
                  </a:lnTo>
                  <a:lnTo>
                    <a:pt x="3259454" y="1443944"/>
                  </a:lnTo>
                  <a:lnTo>
                    <a:pt x="3259548" y="1443944"/>
                  </a:lnTo>
                  <a:lnTo>
                    <a:pt x="3259642" y="1443944"/>
                  </a:lnTo>
                  <a:lnTo>
                    <a:pt x="3259737" y="1443944"/>
                  </a:lnTo>
                  <a:lnTo>
                    <a:pt x="3259831" y="1443944"/>
                  </a:lnTo>
                  <a:lnTo>
                    <a:pt x="3259925" y="1443944"/>
                  </a:lnTo>
                  <a:lnTo>
                    <a:pt x="3260019" y="1443944"/>
                  </a:lnTo>
                  <a:lnTo>
                    <a:pt x="3260113" y="1443944"/>
                  </a:lnTo>
                  <a:lnTo>
                    <a:pt x="3260207" y="1443944"/>
                  </a:lnTo>
                  <a:lnTo>
                    <a:pt x="3260302" y="1443944"/>
                  </a:lnTo>
                  <a:lnTo>
                    <a:pt x="3260396" y="1443944"/>
                  </a:lnTo>
                  <a:lnTo>
                    <a:pt x="3260490" y="1443944"/>
                  </a:lnTo>
                  <a:lnTo>
                    <a:pt x="3260584" y="1443944"/>
                  </a:lnTo>
                  <a:lnTo>
                    <a:pt x="3260678" y="1443944"/>
                  </a:lnTo>
                  <a:lnTo>
                    <a:pt x="3260772" y="1443944"/>
                  </a:lnTo>
                  <a:lnTo>
                    <a:pt x="3260866" y="1443944"/>
                  </a:lnTo>
                  <a:lnTo>
                    <a:pt x="3260961" y="1443944"/>
                  </a:lnTo>
                  <a:lnTo>
                    <a:pt x="3261055" y="1443944"/>
                  </a:lnTo>
                  <a:lnTo>
                    <a:pt x="3261149" y="1443944"/>
                  </a:lnTo>
                  <a:lnTo>
                    <a:pt x="3261243" y="1443944"/>
                  </a:lnTo>
                  <a:lnTo>
                    <a:pt x="3261337" y="1443944"/>
                  </a:lnTo>
                  <a:lnTo>
                    <a:pt x="3261431" y="1443944"/>
                  </a:lnTo>
                  <a:lnTo>
                    <a:pt x="3261525" y="1443944"/>
                  </a:lnTo>
                  <a:lnTo>
                    <a:pt x="3261620" y="1443944"/>
                  </a:lnTo>
                  <a:lnTo>
                    <a:pt x="3261714" y="1443944"/>
                  </a:lnTo>
                  <a:lnTo>
                    <a:pt x="3261808" y="1443944"/>
                  </a:lnTo>
                  <a:lnTo>
                    <a:pt x="3261902" y="1443944"/>
                  </a:lnTo>
                  <a:lnTo>
                    <a:pt x="3261996" y="1443944"/>
                  </a:lnTo>
                  <a:lnTo>
                    <a:pt x="3262090" y="1443944"/>
                  </a:lnTo>
                  <a:lnTo>
                    <a:pt x="3262185" y="1443944"/>
                  </a:lnTo>
                  <a:lnTo>
                    <a:pt x="3262279" y="1443944"/>
                  </a:lnTo>
                  <a:lnTo>
                    <a:pt x="3262373" y="1443944"/>
                  </a:lnTo>
                  <a:lnTo>
                    <a:pt x="3262467" y="1443944"/>
                  </a:lnTo>
                  <a:lnTo>
                    <a:pt x="3262561" y="1443944"/>
                  </a:lnTo>
                  <a:lnTo>
                    <a:pt x="3262655" y="1443944"/>
                  </a:lnTo>
                  <a:lnTo>
                    <a:pt x="3262749" y="1443944"/>
                  </a:lnTo>
                  <a:lnTo>
                    <a:pt x="3262844" y="1443944"/>
                  </a:lnTo>
                  <a:lnTo>
                    <a:pt x="3262938" y="1443944"/>
                  </a:lnTo>
                  <a:lnTo>
                    <a:pt x="3263032" y="1443944"/>
                  </a:lnTo>
                  <a:lnTo>
                    <a:pt x="3263126" y="1443944"/>
                  </a:lnTo>
                  <a:lnTo>
                    <a:pt x="3263220" y="1443944"/>
                  </a:lnTo>
                  <a:lnTo>
                    <a:pt x="3263314" y="1443944"/>
                  </a:lnTo>
                  <a:lnTo>
                    <a:pt x="3263409" y="1443944"/>
                  </a:lnTo>
                  <a:lnTo>
                    <a:pt x="3263503" y="1443944"/>
                  </a:lnTo>
                  <a:lnTo>
                    <a:pt x="3263597" y="1443944"/>
                  </a:lnTo>
                  <a:lnTo>
                    <a:pt x="3263691" y="1443944"/>
                  </a:lnTo>
                  <a:lnTo>
                    <a:pt x="3263785" y="1443944"/>
                  </a:lnTo>
                  <a:lnTo>
                    <a:pt x="3263879" y="1443944"/>
                  </a:lnTo>
                  <a:lnTo>
                    <a:pt x="3263973" y="1443944"/>
                  </a:lnTo>
                  <a:lnTo>
                    <a:pt x="3264068" y="1443944"/>
                  </a:lnTo>
                  <a:lnTo>
                    <a:pt x="3264162" y="1443944"/>
                  </a:lnTo>
                  <a:lnTo>
                    <a:pt x="3264256" y="1443944"/>
                  </a:lnTo>
                  <a:lnTo>
                    <a:pt x="3264350" y="1443944"/>
                  </a:lnTo>
                  <a:lnTo>
                    <a:pt x="3264444" y="1443944"/>
                  </a:lnTo>
                  <a:lnTo>
                    <a:pt x="3264538" y="1443944"/>
                  </a:lnTo>
                  <a:lnTo>
                    <a:pt x="3264633" y="1443944"/>
                  </a:lnTo>
                  <a:lnTo>
                    <a:pt x="3264727" y="1443944"/>
                  </a:lnTo>
                  <a:lnTo>
                    <a:pt x="3264821" y="1443944"/>
                  </a:lnTo>
                  <a:lnTo>
                    <a:pt x="3264915" y="1443944"/>
                  </a:lnTo>
                  <a:lnTo>
                    <a:pt x="3265009" y="1443944"/>
                  </a:lnTo>
                  <a:lnTo>
                    <a:pt x="3265103" y="1443944"/>
                  </a:lnTo>
                  <a:lnTo>
                    <a:pt x="3265197" y="1443944"/>
                  </a:lnTo>
                  <a:lnTo>
                    <a:pt x="3265292" y="1443944"/>
                  </a:lnTo>
                  <a:lnTo>
                    <a:pt x="3265386" y="1443944"/>
                  </a:lnTo>
                  <a:lnTo>
                    <a:pt x="3265386" y="1439032"/>
                  </a:lnTo>
                  <a:lnTo>
                    <a:pt x="3265480" y="1439032"/>
                  </a:lnTo>
                  <a:lnTo>
                    <a:pt x="3265574" y="1439032"/>
                  </a:lnTo>
                  <a:lnTo>
                    <a:pt x="3265668" y="1439032"/>
                  </a:lnTo>
                  <a:lnTo>
                    <a:pt x="3265762" y="1439032"/>
                  </a:lnTo>
                  <a:lnTo>
                    <a:pt x="3265856" y="1439032"/>
                  </a:lnTo>
                  <a:lnTo>
                    <a:pt x="3265951" y="1439032"/>
                  </a:lnTo>
                  <a:lnTo>
                    <a:pt x="3266045" y="1439032"/>
                  </a:lnTo>
                  <a:lnTo>
                    <a:pt x="3266139" y="1439032"/>
                  </a:lnTo>
                  <a:lnTo>
                    <a:pt x="3266233" y="1439032"/>
                  </a:lnTo>
                  <a:lnTo>
                    <a:pt x="3266327" y="1439032"/>
                  </a:lnTo>
                  <a:lnTo>
                    <a:pt x="3266421" y="1439032"/>
                  </a:lnTo>
                  <a:lnTo>
                    <a:pt x="3266421" y="1434121"/>
                  </a:lnTo>
                  <a:lnTo>
                    <a:pt x="3266516" y="1434121"/>
                  </a:lnTo>
                  <a:lnTo>
                    <a:pt x="3266610" y="1434121"/>
                  </a:lnTo>
                  <a:lnTo>
                    <a:pt x="3266704" y="1434121"/>
                  </a:lnTo>
                  <a:lnTo>
                    <a:pt x="3266798" y="1434121"/>
                  </a:lnTo>
                  <a:lnTo>
                    <a:pt x="3266892" y="1434121"/>
                  </a:lnTo>
                  <a:lnTo>
                    <a:pt x="3266986" y="1434121"/>
                  </a:lnTo>
                  <a:lnTo>
                    <a:pt x="3267080" y="1434121"/>
                  </a:lnTo>
                  <a:lnTo>
                    <a:pt x="3267175" y="1434121"/>
                  </a:lnTo>
                  <a:lnTo>
                    <a:pt x="3267269" y="1434121"/>
                  </a:lnTo>
                  <a:lnTo>
                    <a:pt x="3267363" y="1434121"/>
                  </a:lnTo>
                  <a:lnTo>
                    <a:pt x="3267457" y="1434121"/>
                  </a:lnTo>
                  <a:lnTo>
                    <a:pt x="3267551" y="1434121"/>
                  </a:lnTo>
                  <a:lnTo>
                    <a:pt x="3267645" y="1434121"/>
                  </a:lnTo>
                  <a:lnTo>
                    <a:pt x="3267740" y="1434121"/>
                  </a:lnTo>
                  <a:lnTo>
                    <a:pt x="3267834" y="1434121"/>
                  </a:lnTo>
                  <a:lnTo>
                    <a:pt x="3267928" y="1434121"/>
                  </a:lnTo>
                  <a:lnTo>
                    <a:pt x="3268022" y="1434121"/>
                  </a:lnTo>
                  <a:lnTo>
                    <a:pt x="3268116" y="1434121"/>
                  </a:lnTo>
                  <a:lnTo>
                    <a:pt x="3268210" y="1434121"/>
                  </a:lnTo>
                  <a:lnTo>
                    <a:pt x="3268304" y="1434121"/>
                  </a:lnTo>
                  <a:lnTo>
                    <a:pt x="3268399" y="1434121"/>
                  </a:lnTo>
                  <a:lnTo>
                    <a:pt x="3268399" y="1429210"/>
                  </a:lnTo>
                  <a:lnTo>
                    <a:pt x="3268493" y="1429210"/>
                  </a:lnTo>
                  <a:lnTo>
                    <a:pt x="3268587" y="1429210"/>
                  </a:lnTo>
                  <a:lnTo>
                    <a:pt x="3268681" y="1429210"/>
                  </a:lnTo>
                  <a:lnTo>
                    <a:pt x="3268681" y="1424298"/>
                  </a:lnTo>
                  <a:lnTo>
                    <a:pt x="3268775" y="1424298"/>
                  </a:lnTo>
                  <a:lnTo>
                    <a:pt x="3268869" y="1424298"/>
                  </a:lnTo>
                  <a:lnTo>
                    <a:pt x="3268964" y="1424298"/>
                  </a:lnTo>
                  <a:lnTo>
                    <a:pt x="3269058" y="1424298"/>
                  </a:lnTo>
                  <a:lnTo>
                    <a:pt x="3269152" y="1424298"/>
                  </a:lnTo>
                  <a:lnTo>
                    <a:pt x="3269246" y="1424298"/>
                  </a:lnTo>
                  <a:lnTo>
                    <a:pt x="3269340" y="1424298"/>
                  </a:lnTo>
                  <a:lnTo>
                    <a:pt x="3269434" y="1424298"/>
                  </a:lnTo>
                  <a:lnTo>
                    <a:pt x="3269528" y="1424298"/>
                  </a:lnTo>
                  <a:lnTo>
                    <a:pt x="3269623" y="1424298"/>
                  </a:lnTo>
                  <a:lnTo>
                    <a:pt x="3269717" y="1424298"/>
                  </a:lnTo>
                  <a:lnTo>
                    <a:pt x="3269811" y="1424298"/>
                  </a:lnTo>
                  <a:lnTo>
                    <a:pt x="3269905" y="1424298"/>
                  </a:lnTo>
                  <a:lnTo>
                    <a:pt x="3269999" y="1424298"/>
                  </a:lnTo>
                  <a:lnTo>
                    <a:pt x="3270093" y="1424298"/>
                  </a:lnTo>
                  <a:lnTo>
                    <a:pt x="3270187" y="1424298"/>
                  </a:lnTo>
                  <a:lnTo>
                    <a:pt x="3270282" y="1424298"/>
                  </a:lnTo>
                  <a:lnTo>
                    <a:pt x="3270376" y="1424298"/>
                  </a:lnTo>
                  <a:lnTo>
                    <a:pt x="3270470" y="1424298"/>
                  </a:lnTo>
                  <a:lnTo>
                    <a:pt x="3270564" y="1424298"/>
                  </a:lnTo>
                  <a:lnTo>
                    <a:pt x="3270658" y="1424298"/>
                  </a:lnTo>
                  <a:lnTo>
                    <a:pt x="3270752" y="1424298"/>
                  </a:lnTo>
                  <a:lnTo>
                    <a:pt x="3270847" y="1424298"/>
                  </a:lnTo>
                  <a:lnTo>
                    <a:pt x="3270941" y="1424298"/>
                  </a:lnTo>
                  <a:lnTo>
                    <a:pt x="3271035" y="1424298"/>
                  </a:lnTo>
                  <a:lnTo>
                    <a:pt x="3271129" y="1424298"/>
                  </a:lnTo>
                  <a:lnTo>
                    <a:pt x="3271223" y="1424298"/>
                  </a:lnTo>
                  <a:lnTo>
                    <a:pt x="3271317" y="1424298"/>
                  </a:lnTo>
                  <a:lnTo>
                    <a:pt x="3271411" y="1424298"/>
                  </a:lnTo>
                  <a:lnTo>
                    <a:pt x="3271506" y="1424298"/>
                  </a:lnTo>
                  <a:lnTo>
                    <a:pt x="3271600" y="1424298"/>
                  </a:lnTo>
                  <a:lnTo>
                    <a:pt x="3271694" y="1424298"/>
                  </a:lnTo>
                  <a:lnTo>
                    <a:pt x="3271788" y="1424298"/>
                  </a:lnTo>
                  <a:lnTo>
                    <a:pt x="3271882" y="1424298"/>
                  </a:lnTo>
                  <a:lnTo>
                    <a:pt x="3271976" y="1424298"/>
                  </a:lnTo>
                  <a:lnTo>
                    <a:pt x="3272071" y="1424298"/>
                  </a:lnTo>
                  <a:lnTo>
                    <a:pt x="3272165" y="1424298"/>
                  </a:lnTo>
                  <a:lnTo>
                    <a:pt x="3272259" y="1424298"/>
                  </a:lnTo>
                  <a:lnTo>
                    <a:pt x="3272353" y="1424298"/>
                  </a:lnTo>
                  <a:lnTo>
                    <a:pt x="3272447" y="1424298"/>
                  </a:lnTo>
                  <a:lnTo>
                    <a:pt x="3272541" y="1424298"/>
                  </a:lnTo>
                  <a:lnTo>
                    <a:pt x="3272635" y="1424298"/>
                  </a:lnTo>
                  <a:lnTo>
                    <a:pt x="3272730" y="1424298"/>
                  </a:lnTo>
                  <a:lnTo>
                    <a:pt x="3272824" y="1424298"/>
                  </a:lnTo>
                  <a:lnTo>
                    <a:pt x="3272918" y="1424298"/>
                  </a:lnTo>
                  <a:lnTo>
                    <a:pt x="3273012" y="1424298"/>
                  </a:lnTo>
                  <a:lnTo>
                    <a:pt x="3273106" y="1424298"/>
                  </a:lnTo>
                  <a:lnTo>
                    <a:pt x="3273200" y="1424298"/>
                  </a:lnTo>
                  <a:lnTo>
                    <a:pt x="3273295" y="1424298"/>
                  </a:lnTo>
                  <a:lnTo>
                    <a:pt x="3273389" y="1424298"/>
                  </a:lnTo>
                  <a:lnTo>
                    <a:pt x="3273389" y="1419387"/>
                  </a:lnTo>
                  <a:lnTo>
                    <a:pt x="3273483" y="1419387"/>
                  </a:lnTo>
                  <a:lnTo>
                    <a:pt x="3273577" y="1419387"/>
                  </a:lnTo>
                  <a:lnTo>
                    <a:pt x="3273671" y="1419387"/>
                  </a:lnTo>
                  <a:lnTo>
                    <a:pt x="3273765" y="1419387"/>
                  </a:lnTo>
                  <a:lnTo>
                    <a:pt x="3273859" y="1419387"/>
                  </a:lnTo>
                  <a:lnTo>
                    <a:pt x="3273954" y="1419387"/>
                  </a:lnTo>
                  <a:lnTo>
                    <a:pt x="3274048" y="1419387"/>
                  </a:lnTo>
                  <a:lnTo>
                    <a:pt x="3274142" y="1419387"/>
                  </a:lnTo>
                  <a:lnTo>
                    <a:pt x="3274236" y="1419387"/>
                  </a:lnTo>
                  <a:lnTo>
                    <a:pt x="3274330" y="1419387"/>
                  </a:lnTo>
                  <a:lnTo>
                    <a:pt x="3274424" y="1419387"/>
                  </a:lnTo>
                  <a:lnTo>
                    <a:pt x="3274518" y="1419387"/>
                  </a:lnTo>
                  <a:lnTo>
                    <a:pt x="3274613" y="1419387"/>
                  </a:lnTo>
                  <a:lnTo>
                    <a:pt x="3274707" y="1419387"/>
                  </a:lnTo>
                  <a:lnTo>
                    <a:pt x="3274801" y="1419387"/>
                  </a:lnTo>
                  <a:lnTo>
                    <a:pt x="3274895" y="1419387"/>
                  </a:lnTo>
                  <a:lnTo>
                    <a:pt x="3274989" y="1419387"/>
                  </a:lnTo>
                  <a:lnTo>
                    <a:pt x="3275083" y="1419387"/>
                  </a:lnTo>
                  <a:lnTo>
                    <a:pt x="3275178" y="1419387"/>
                  </a:lnTo>
                  <a:lnTo>
                    <a:pt x="3275272" y="1419387"/>
                  </a:lnTo>
                  <a:lnTo>
                    <a:pt x="3275366" y="1419387"/>
                  </a:lnTo>
                  <a:lnTo>
                    <a:pt x="3275460" y="1419387"/>
                  </a:lnTo>
                  <a:lnTo>
                    <a:pt x="3275554" y="1419387"/>
                  </a:lnTo>
                  <a:lnTo>
                    <a:pt x="3275648" y="1419387"/>
                  </a:lnTo>
                  <a:lnTo>
                    <a:pt x="3275742" y="1419387"/>
                  </a:lnTo>
                  <a:lnTo>
                    <a:pt x="3275837" y="1419387"/>
                  </a:lnTo>
                  <a:lnTo>
                    <a:pt x="3275931" y="1419387"/>
                  </a:lnTo>
                  <a:lnTo>
                    <a:pt x="3276025" y="1419387"/>
                  </a:lnTo>
                  <a:lnTo>
                    <a:pt x="3276119" y="1419387"/>
                  </a:lnTo>
                  <a:lnTo>
                    <a:pt x="3276213" y="1419387"/>
                  </a:lnTo>
                  <a:lnTo>
                    <a:pt x="3276307" y="1419387"/>
                  </a:lnTo>
                  <a:lnTo>
                    <a:pt x="3276402" y="1419387"/>
                  </a:lnTo>
                  <a:lnTo>
                    <a:pt x="3276496" y="1419387"/>
                  </a:lnTo>
                  <a:lnTo>
                    <a:pt x="3276590" y="1419387"/>
                  </a:lnTo>
                  <a:lnTo>
                    <a:pt x="3276684" y="1419387"/>
                  </a:lnTo>
                  <a:lnTo>
                    <a:pt x="3276778" y="1419387"/>
                  </a:lnTo>
                  <a:lnTo>
                    <a:pt x="3276872" y="1419387"/>
                  </a:lnTo>
                  <a:lnTo>
                    <a:pt x="3276966" y="1419387"/>
                  </a:lnTo>
                  <a:lnTo>
                    <a:pt x="3277061" y="1419387"/>
                  </a:lnTo>
                  <a:lnTo>
                    <a:pt x="3277155" y="1419387"/>
                  </a:lnTo>
                  <a:lnTo>
                    <a:pt x="3277249" y="1419387"/>
                  </a:lnTo>
                  <a:lnTo>
                    <a:pt x="3277343" y="1419387"/>
                  </a:lnTo>
                  <a:lnTo>
                    <a:pt x="3277437" y="1419387"/>
                  </a:lnTo>
                  <a:lnTo>
                    <a:pt x="3277531" y="1419387"/>
                  </a:lnTo>
                  <a:lnTo>
                    <a:pt x="3277626" y="1419387"/>
                  </a:lnTo>
                  <a:lnTo>
                    <a:pt x="3277720" y="1419387"/>
                  </a:lnTo>
                  <a:lnTo>
                    <a:pt x="3277814" y="1419387"/>
                  </a:lnTo>
                  <a:lnTo>
                    <a:pt x="3277908" y="1419387"/>
                  </a:lnTo>
                  <a:lnTo>
                    <a:pt x="3278002" y="1419387"/>
                  </a:lnTo>
                  <a:lnTo>
                    <a:pt x="3278096" y="1419387"/>
                  </a:lnTo>
                  <a:lnTo>
                    <a:pt x="3278190" y="1419387"/>
                  </a:lnTo>
                  <a:lnTo>
                    <a:pt x="3278285" y="1419387"/>
                  </a:lnTo>
                  <a:lnTo>
                    <a:pt x="3278379" y="1419387"/>
                  </a:lnTo>
                  <a:lnTo>
                    <a:pt x="3278473" y="1419387"/>
                  </a:lnTo>
                  <a:lnTo>
                    <a:pt x="3278567" y="1419387"/>
                  </a:lnTo>
                  <a:lnTo>
                    <a:pt x="3278661" y="1419387"/>
                  </a:lnTo>
                  <a:lnTo>
                    <a:pt x="3278755" y="1419387"/>
                  </a:lnTo>
                  <a:lnTo>
                    <a:pt x="3278849" y="1419387"/>
                  </a:lnTo>
                  <a:lnTo>
                    <a:pt x="3278944" y="1419387"/>
                  </a:lnTo>
                  <a:lnTo>
                    <a:pt x="3279038" y="1419387"/>
                  </a:lnTo>
                  <a:lnTo>
                    <a:pt x="3279132" y="1419387"/>
                  </a:lnTo>
                  <a:lnTo>
                    <a:pt x="3279226" y="1419387"/>
                  </a:lnTo>
                  <a:lnTo>
                    <a:pt x="3279320" y="1419387"/>
                  </a:lnTo>
                  <a:lnTo>
                    <a:pt x="3279414" y="1419387"/>
                  </a:lnTo>
                  <a:lnTo>
                    <a:pt x="3279509" y="1419387"/>
                  </a:lnTo>
                  <a:lnTo>
                    <a:pt x="3279603" y="1419387"/>
                  </a:lnTo>
                  <a:lnTo>
                    <a:pt x="3279697" y="1419387"/>
                  </a:lnTo>
                  <a:lnTo>
                    <a:pt x="3279791" y="1419387"/>
                  </a:lnTo>
                  <a:lnTo>
                    <a:pt x="3279885" y="1419387"/>
                  </a:lnTo>
                  <a:lnTo>
                    <a:pt x="3279979" y="1419387"/>
                  </a:lnTo>
                  <a:lnTo>
                    <a:pt x="3280073" y="1419387"/>
                  </a:lnTo>
                  <a:lnTo>
                    <a:pt x="3280168" y="1419387"/>
                  </a:lnTo>
                  <a:lnTo>
                    <a:pt x="3280262" y="1419387"/>
                  </a:lnTo>
                  <a:lnTo>
                    <a:pt x="3280356" y="1419387"/>
                  </a:lnTo>
                  <a:lnTo>
                    <a:pt x="3280450" y="1419387"/>
                  </a:lnTo>
                  <a:lnTo>
                    <a:pt x="3280544" y="1419387"/>
                  </a:lnTo>
                  <a:lnTo>
                    <a:pt x="3280638" y="1419387"/>
                  </a:lnTo>
                  <a:lnTo>
                    <a:pt x="3280733" y="1419387"/>
                  </a:lnTo>
                  <a:lnTo>
                    <a:pt x="3280827" y="1419387"/>
                  </a:lnTo>
                  <a:lnTo>
                    <a:pt x="3280921" y="1419387"/>
                  </a:lnTo>
                  <a:lnTo>
                    <a:pt x="3281015" y="1419387"/>
                  </a:lnTo>
                  <a:lnTo>
                    <a:pt x="3281109" y="1419387"/>
                  </a:lnTo>
                  <a:lnTo>
                    <a:pt x="3281203" y="1419387"/>
                  </a:lnTo>
                  <a:lnTo>
                    <a:pt x="3281297" y="1419387"/>
                  </a:lnTo>
                  <a:lnTo>
                    <a:pt x="3281392" y="1419387"/>
                  </a:lnTo>
                  <a:lnTo>
                    <a:pt x="3281486" y="1419387"/>
                  </a:lnTo>
                  <a:lnTo>
                    <a:pt x="3281580" y="1419387"/>
                  </a:lnTo>
                  <a:lnTo>
                    <a:pt x="3281674" y="1419387"/>
                  </a:lnTo>
                  <a:lnTo>
                    <a:pt x="3281768" y="1419387"/>
                  </a:lnTo>
                  <a:lnTo>
                    <a:pt x="3281862" y="1419387"/>
                  </a:lnTo>
                  <a:lnTo>
                    <a:pt x="3281957" y="1419387"/>
                  </a:lnTo>
                  <a:lnTo>
                    <a:pt x="3282051" y="1419387"/>
                  </a:lnTo>
                  <a:lnTo>
                    <a:pt x="3282145" y="1419387"/>
                  </a:lnTo>
                  <a:lnTo>
                    <a:pt x="3282239" y="1419387"/>
                  </a:lnTo>
                  <a:lnTo>
                    <a:pt x="3282333" y="1419387"/>
                  </a:lnTo>
                  <a:lnTo>
                    <a:pt x="3282427" y="1419387"/>
                  </a:lnTo>
                  <a:lnTo>
                    <a:pt x="3282521" y="1419387"/>
                  </a:lnTo>
                  <a:lnTo>
                    <a:pt x="3282616" y="1419387"/>
                  </a:lnTo>
                  <a:lnTo>
                    <a:pt x="3282710" y="1419387"/>
                  </a:lnTo>
                  <a:lnTo>
                    <a:pt x="3282804" y="1419387"/>
                  </a:lnTo>
                  <a:lnTo>
                    <a:pt x="3282898" y="1419387"/>
                  </a:lnTo>
                  <a:lnTo>
                    <a:pt x="3282992" y="1419387"/>
                  </a:lnTo>
                  <a:lnTo>
                    <a:pt x="3283086" y="1419387"/>
                  </a:lnTo>
                  <a:lnTo>
                    <a:pt x="3283180" y="1419387"/>
                  </a:lnTo>
                  <a:lnTo>
                    <a:pt x="3283275" y="1419387"/>
                  </a:lnTo>
                  <a:lnTo>
                    <a:pt x="3283369" y="1419387"/>
                  </a:lnTo>
                  <a:lnTo>
                    <a:pt x="3283463" y="1419387"/>
                  </a:lnTo>
                  <a:lnTo>
                    <a:pt x="3283557" y="1419387"/>
                  </a:lnTo>
                  <a:lnTo>
                    <a:pt x="3283651" y="1419387"/>
                  </a:lnTo>
                  <a:lnTo>
                    <a:pt x="3283745" y="1419387"/>
                  </a:lnTo>
                  <a:lnTo>
                    <a:pt x="3283840" y="1419387"/>
                  </a:lnTo>
                  <a:lnTo>
                    <a:pt x="3283934" y="1419387"/>
                  </a:lnTo>
                  <a:lnTo>
                    <a:pt x="3284028" y="1419387"/>
                  </a:lnTo>
                  <a:lnTo>
                    <a:pt x="3284122" y="1419387"/>
                  </a:lnTo>
                  <a:lnTo>
                    <a:pt x="3284216" y="1419387"/>
                  </a:lnTo>
                  <a:lnTo>
                    <a:pt x="3284310" y="1419387"/>
                  </a:lnTo>
                  <a:lnTo>
                    <a:pt x="3284404" y="1419387"/>
                  </a:lnTo>
                  <a:lnTo>
                    <a:pt x="3284499" y="1419387"/>
                  </a:lnTo>
                  <a:lnTo>
                    <a:pt x="3284593" y="1419387"/>
                  </a:lnTo>
                  <a:lnTo>
                    <a:pt x="3284687" y="1419387"/>
                  </a:lnTo>
                  <a:lnTo>
                    <a:pt x="3284781" y="1419387"/>
                  </a:lnTo>
                  <a:lnTo>
                    <a:pt x="3284875" y="1419387"/>
                  </a:lnTo>
                  <a:lnTo>
                    <a:pt x="3284969" y="1419387"/>
                  </a:lnTo>
                  <a:lnTo>
                    <a:pt x="3284969" y="1414475"/>
                  </a:lnTo>
                  <a:lnTo>
                    <a:pt x="3285064" y="1414475"/>
                  </a:lnTo>
                  <a:lnTo>
                    <a:pt x="3285158" y="1414475"/>
                  </a:lnTo>
                  <a:lnTo>
                    <a:pt x="3285252" y="1414475"/>
                  </a:lnTo>
                  <a:lnTo>
                    <a:pt x="3285346" y="1414475"/>
                  </a:lnTo>
                  <a:lnTo>
                    <a:pt x="3285440" y="1414475"/>
                  </a:lnTo>
                  <a:lnTo>
                    <a:pt x="3285534" y="1414475"/>
                  </a:lnTo>
                  <a:lnTo>
                    <a:pt x="3285628" y="1414475"/>
                  </a:lnTo>
                  <a:lnTo>
                    <a:pt x="3285723" y="1414475"/>
                  </a:lnTo>
                  <a:lnTo>
                    <a:pt x="3285817" y="1414475"/>
                  </a:lnTo>
                  <a:lnTo>
                    <a:pt x="3285911" y="1414475"/>
                  </a:lnTo>
                  <a:lnTo>
                    <a:pt x="3286005" y="1414475"/>
                  </a:lnTo>
                  <a:lnTo>
                    <a:pt x="3286099" y="1414475"/>
                  </a:lnTo>
                  <a:lnTo>
                    <a:pt x="3286193" y="1414475"/>
                  </a:lnTo>
                  <a:lnTo>
                    <a:pt x="3286288" y="1414475"/>
                  </a:lnTo>
                  <a:lnTo>
                    <a:pt x="3286382" y="1414475"/>
                  </a:lnTo>
                  <a:lnTo>
                    <a:pt x="3286476" y="1414475"/>
                  </a:lnTo>
                  <a:lnTo>
                    <a:pt x="3286570" y="1414475"/>
                  </a:lnTo>
                  <a:lnTo>
                    <a:pt x="3286664" y="1414475"/>
                  </a:lnTo>
                  <a:lnTo>
                    <a:pt x="3286758" y="1414475"/>
                  </a:lnTo>
                  <a:lnTo>
                    <a:pt x="3286852" y="1414475"/>
                  </a:lnTo>
                  <a:lnTo>
                    <a:pt x="3286947" y="1414475"/>
                  </a:lnTo>
                  <a:lnTo>
                    <a:pt x="3287041" y="1414475"/>
                  </a:lnTo>
                  <a:lnTo>
                    <a:pt x="3287135" y="1414475"/>
                  </a:lnTo>
                  <a:lnTo>
                    <a:pt x="3287229" y="1414475"/>
                  </a:lnTo>
                  <a:lnTo>
                    <a:pt x="3287323" y="1414475"/>
                  </a:lnTo>
                  <a:lnTo>
                    <a:pt x="3287417" y="1414475"/>
                  </a:lnTo>
                  <a:lnTo>
                    <a:pt x="3287511" y="1414475"/>
                  </a:lnTo>
                  <a:lnTo>
                    <a:pt x="3287606" y="1414475"/>
                  </a:lnTo>
                  <a:lnTo>
                    <a:pt x="3287700" y="1414475"/>
                  </a:lnTo>
                  <a:lnTo>
                    <a:pt x="3287794" y="1414475"/>
                  </a:lnTo>
                  <a:lnTo>
                    <a:pt x="3287888" y="1414475"/>
                  </a:lnTo>
                  <a:lnTo>
                    <a:pt x="3287982" y="1414475"/>
                  </a:lnTo>
                  <a:lnTo>
                    <a:pt x="3288076" y="1414475"/>
                  </a:lnTo>
                  <a:lnTo>
                    <a:pt x="3288171" y="1414475"/>
                  </a:lnTo>
                  <a:lnTo>
                    <a:pt x="3288265" y="1414475"/>
                  </a:lnTo>
                  <a:lnTo>
                    <a:pt x="3288359" y="1414475"/>
                  </a:lnTo>
                  <a:lnTo>
                    <a:pt x="3288453" y="1414475"/>
                  </a:lnTo>
                  <a:lnTo>
                    <a:pt x="3288547" y="1414475"/>
                  </a:lnTo>
                  <a:lnTo>
                    <a:pt x="3288641" y="1414475"/>
                  </a:lnTo>
                  <a:lnTo>
                    <a:pt x="3288735" y="1414475"/>
                  </a:lnTo>
                  <a:lnTo>
                    <a:pt x="3288830" y="1414475"/>
                  </a:lnTo>
                  <a:lnTo>
                    <a:pt x="3288924" y="1414475"/>
                  </a:lnTo>
                  <a:lnTo>
                    <a:pt x="3289018" y="1414475"/>
                  </a:lnTo>
                  <a:lnTo>
                    <a:pt x="3289112" y="1414475"/>
                  </a:lnTo>
                  <a:lnTo>
                    <a:pt x="3289206" y="1414475"/>
                  </a:lnTo>
                  <a:lnTo>
                    <a:pt x="3289300" y="1414475"/>
                  </a:lnTo>
                  <a:lnTo>
                    <a:pt x="3289395" y="1414475"/>
                  </a:lnTo>
                  <a:lnTo>
                    <a:pt x="3289489" y="1414475"/>
                  </a:lnTo>
                  <a:lnTo>
                    <a:pt x="3289583" y="1414475"/>
                  </a:lnTo>
                  <a:lnTo>
                    <a:pt x="3289677" y="1414475"/>
                  </a:lnTo>
                  <a:lnTo>
                    <a:pt x="3289771" y="1414475"/>
                  </a:lnTo>
                  <a:lnTo>
                    <a:pt x="3289865" y="1414475"/>
                  </a:lnTo>
                  <a:lnTo>
                    <a:pt x="3289959" y="1414475"/>
                  </a:lnTo>
                  <a:lnTo>
                    <a:pt x="3290054" y="1414475"/>
                  </a:lnTo>
                  <a:lnTo>
                    <a:pt x="3290148" y="1414475"/>
                  </a:lnTo>
                  <a:lnTo>
                    <a:pt x="3290242" y="1414475"/>
                  </a:lnTo>
                  <a:lnTo>
                    <a:pt x="3290336" y="1414475"/>
                  </a:lnTo>
                  <a:lnTo>
                    <a:pt x="3290430" y="1414475"/>
                  </a:lnTo>
                  <a:lnTo>
                    <a:pt x="3290524" y="1414475"/>
                  </a:lnTo>
                  <a:lnTo>
                    <a:pt x="3290619" y="1414475"/>
                  </a:lnTo>
                  <a:lnTo>
                    <a:pt x="3290713" y="1414475"/>
                  </a:lnTo>
                  <a:lnTo>
                    <a:pt x="3290807" y="1414475"/>
                  </a:lnTo>
                  <a:lnTo>
                    <a:pt x="3290901" y="1414475"/>
                  </a:lnTo>
                  <a:lnTo>
                    <a:pt x="3290995" y="1414475"/>
                  </a:lnTo>
                  <a:lnTo>
                    <a:pt x="3291089" y="1414475"/>
                  </a:lnTo>
                  <a:lnTo>
                    <a:pt x="3291183" y="1414475"/>
                  </a:lnTo>
                  <a:lnTo>
                    <a:pt x="3291278" y="1414475"/>
                  </a:lnTo>
                  <a:lnTo>
                    <a:pt x="3291372" y="1414475"/>
                  </a:lnTo>
                  <a:lnTo>
                    <a:pt x="3291466" y="1414475"/>
                  </a:lnTo>
                  <a:lnTo>
                    <a:pt x="3291560" y="1414475"/>
                  </a:lnTo>
                  <a:lnTo>
                    <a:pt x="3291654" y="1414475"/>
                  </a:lnTo>
                  <a:lnTo>
                    <a:pt x="3291748" y="1414475"/>
                  </a:lnTo>
                  <a:lnTo>
                    <a:pt x="3291842" y="1414475"/>
                  </a:lnTo>
                  <a:lnTo>
                    <a:pt x="3291937" y="1414475"/>
                  </a:lnTo>
                  <a:lnTo>
                    <a:pt x="3292031" y="1414475"/>
                  </a:lnTo>
                  <a:lnTo>
                    <a:pt x="3292125" y="1414475"/>
                  </a:lnTo>
                  <a:lnTo>
                    <a:pt x="3292219" y="1414475"/>
                  </a:lnTo>
                  <a:lnTo>
                    <a:pt x="3292313" y="1414475"/>
                  </a:lnTo>
                  <a:lnTo>
                    <a:pt x="3292407" y="1414475"/>
                  </a:lnTo>
                  <a:lnTo>
                    <a:pt x="3292502" y="1414475"/>
                  </a:lnTo>
                  <a:lnTo>
                    <a:pt x="3292596" y="1414475"/>
                  </a:lnTo>
                  <a:lnTo>
                    <a:pt x="3292690" y="1414475"/>
                  </a:lnTo>
                  <a:lnTo>
                    <a:pt x="3292784" y="1414475"/>
                  </a:lnTo>
                  <a:lnTo>
                    <a:pt x="3292878" y="1414475"/>
                  </a:lnTo>
                  <a:lnTo>
                    <a:pt x="3292972" y="1414475"/>
                  </a:lnTo>
                  <a:lnTo>
                    <a:pt x="3293066" y="1414475"/>
                  </a:lnTo>
                  <a:lnTo>
                    <a:pt x="3293161" y="1414475"/>
                  </a:lnTo>
                  <a:lnTo>
                    <a:pt x="3293255" y="1414475"/>
                  </a:lnTo>
                  <a:lnTo>
                    <a:pt x="3293349" y="1414475"/>
                  </a:lnTo>
                  <a:lnTo>
                    <a:pt x="3293443" y="1414475"/>
                  </a:lnTo>
                  <a:lnTo>
                    <a:pt x="3293537" y="1414475"/>
                  </a:lnTo>
                  <a:lnTo>
                    <a:pt x="3293631" y="1414475"/>
                  </a:lnTo>
                  <a:lnTo>
                    <a:pt x="3293726" y="1414475"/>
                  </a:lnTo>
                  <a:lnTo>
                    <a:pt x="3293820" y="1414475"/>
                  </a:lnTo>
                  <a:lnTo>
                    <a:pt x="3293914" y="1414475"/>
                  </a:lnTo>
                  <a:lnTo>
                    <a:pt x="3294008" y="1414475"/>
                  </a:lnTo>
                  <a:lnTo>
                    <a:pt x="3294102" y="1414475"/>
                  </a:lnTo>
                  <a:lnTo>
                    <a:pt x="3294196" y="1414475"/>
                  </a:lnTo>
                  <a:lnTo>
                    <a:pt x="3294290" y="1414475"/>
                  </a:lnTo>
                  <a:lnTo>
                    <a:pt x="3294385" y="1414475"/>
                  </a:lnTo>
                  <a:lnTo>
                    <a:pt x="3294479" y="1414475"/>
                  </a:lnTo>
                  <a:lnTo>
                    <a:pt x="3294573" y="1414475"/>
                  </a:lnTo>
                  <a:lnTo>
                    <a:pt x="3294667" y="1414475"/>
                  </a:lnTo>
                  <a:lnTo>
                    <a:pt x="3294761" y="1414475"/>
                  </a:lnTo>
                  <a:lnTo>
                    <a:pt x="3294855" y="1414475"/>
                  </a:lnTo>
                  <a:lnTo>
                    <a:pt x="3294950" y="1414475"/>
                  </a:lnTo>
                  <a:lnTo>
                    <a:pt x="3295044" y="1414475"/>
                  </a:lnTo>
                  <a:lnTo>
                    <a:pt x="3295138" y="1414475"/>
                  </a:lnTo>
                  <a:lnTo>
                    <a:pt x="3295232" y="1414475"/>
                  </a:lnTo>
                  <a:lnTo>
                    <a:pt x="3295326" y="1414475"/>
                  </a:lnTo>
                  <a:lnTo>
                    <a:pt x="3295420" y="1414475"/>
                  </a:lnTo>
                  <a:lnTo>
                    <a:pt x="3295514" y="1414475"/>
                  </a:lnTo>
                  <a:lnTo>
                    <a:pt x="3295609" y="1414475"/>
                  </a:lnTo>
                  <a:lnTo>
                    <a:pt x="3295703" y="1414475"/>
                  </a:lnTo>
                  <a:lnTo>
                    <a:pt x="3295797" y="1414475"/>
                  </a:lnTo>
                  <a:lnTo>
                    <a:pt x="3295891" y="1414475"/>
                  </a:lnTo>
                  <a:lnTo>
                    <a:pt x="3295985" y="1414475"/>
                  </a:lnTo>
                  <a:lnTo>
                    <a:pt x="3296079" y="1414475"/>
                  </a:lnTo>
                  <a:lnTo>
                    <a:pt x="3296173" y="1414475"/>
                  </a:lnTo>
                  <a:lnTo>
                    <a:pt x="3296268" y="1414475"/>
                  </a:lnTo>
                  <a:lnTo>
                    <a:pt x="3296362" y="1414475"/>
                  </a:lnTo>
                  <a:lnTo>
                    <a:pt x="3296456" y="1414475"/>
                  </a:lnTo>
                  <a:lnTo>
                    <a:pt x="3296550" y="1414475"/>
                  </a:lnTo>
                  <a:lnTo>
                    <a:pt x="3296644" y="1414475"/>
                  </a:lnTo>
                  <a:lnTo>
                    <a:pt x="3296738" y="1414475"/>
                  </a:lnTo>
                  <a:lnTo>
                    <a:pt x="3296833" y="1414475"/>
                  </a:lnTo>
                  <a:lnTo>
                    <a:pt x="3296927" y="1414475"/>
                  </a:lnTo>
                  <a:lnTo>
                    <a:pt x="3297021" y="1414475"/>
                  </a:lnTo>
                  <a:lnTo>
                    <a:pt x="3297115" y="1414475"/>
                  </a:lnTo>
                  <a:lnTo>
                    <a:pt x="3297209" y="1414475"/>
                  </a:lnTo>
                  <a:lnTo>
                    <a:pt x="3297303" y="1414475"/>
                  </a:lnTo>
                  <a:lnTo>
                    <a:pt x="3297397" y="1414475"/>
                  </a:lnTo>
                  <a:lnTo>
                    <a:pt x="3297492" y="1414475"/>
                  </a:lnTo>
                  <a:lnTo>
                    <a:pt x="3297586" y="1414475"/>
                  </a:lnTo>
                  <a:lnTo>
                    <a:pt x="3297680" y="1414475"/>
                  </a:lnTo>
                  <a:lnTo>
                    <a:pt x="3297774" y="1414475"/>
                  </a:lnTo>
                  <a:lnTo>
                    <a:pt x="3297868" y="1414475"/>
                  </a:lnTo>
                  <a:lnTo>
                    <a:pt x="3297962" y="1414475"/>
                  </a:lnTo>
                  <a:lnTo>
                    <a:pt x="3298057" y="1414475"/>
                  </a:lnTo>
                  <a:lnTo>
                    <a:pt x="3298151" y="1414475"/>
                  </a:lnTo>
                  <a:lnTo>
                    <a:pt x="3298245" y="1414475"/>
                  </a:lnTo>
                  <a:lnTo>
                    <a:pt x="3298339" y="1414475"/>
                  </a:lnTo>
                  <a:lnTo>
                    <a:pt x="3298433" y="1414475"/>
                  </a:lnTo>
                  <a:lnTo>
                    <a:pt x="3298527" y="1414475"/>
                  </a:lnTo>
                  <a:lnTo>
                    <a:pt x="3298621" y="1414475"/>
                  </a:lnTo>
                  <a:lnTo>
                    <a:pt x="3298716" y="1414475"/>
                  </a:lnTo>
                  <a:lnTo>
                    <a:pt x="3298810" y="1414475"/>
                  </a:lnTo>
                  <a:lnTo>
                    <a:pt x="3298904" y="1414475"/>
                  </a:lnTo>
                  <a:lnTo>
                    <a:pt x="3298998" y="1414475"/>
                  </a:lnTo>
                  <a:lnTo>
                    <a:pt x="3299092" y="1414475"/>
                  </a:lnTo>
                  <a:lnTo>
                    <a:pt x="3299186" y="1414475"/>
                  </a:lnTo>
                  <a:lnTo>
                    <a:pt x="3299281" y="1414475"/>
                  </a:lnTo>
                  <a:lnTo>
                    <a:pt x="3299375" y="1414475"/>
                  </a:lnTo>
                  <a:lnTo>
                    <a:pt x="3299469" y="1414475"/>
                  </a:lnTo>
                  <a:lnTo>
                    <a:pt x="3299563" y="1414475"/>
                  </a:lnTo>
                  <a:lnTo>
                    <a:pt x="3299657" y="1414475"/>
                  </a:lnTo>
                  <a:lnTo>
                    <a:pt x="3299751" y="1414475"/>
                  </a:lnTo>
                  <a:lnTo>
                    <a:pt x="3299845" y="1414475"/>
                  </a:lnTo>
                  <a:lnTo>
                    <a:pt x="3299940" y="1414475"/>
                  </a:lnTo>
                  <a:lnTo>
                    <a:pt x="3300034" y="1414475"/>
                  </a:lnTo>
                  <a:lnTo>
                    <a:pt x="3300128" y="1414475"/>
                  </a:lnTo>
                  <a:lnTo>
                    <a:pt x="3300222" y="1414475"/>
                  </a:lnTo>
                  <a:lnTo>
                    <a:pt x="3300316" y="1414475"/>
                  </a:lnTo>
                  <a:lnTo>
                    <a:pt x="3300410" y="1414475"/>
                  </a:lnTo>
                  <a:lnTo>
                    <a:pt x="3300504" y="1414475"/>
                  </a:lnTo>
                  <a:lnTo>
                    <a:pt x="3300599" y="1414475"/>
                  </a:lnTo>
                  <a:lnTo>
                    <a:pt x="3300693" y="1414475"/>
                  </a:lnTo>
                  <a:lnTo>
                    <a:pt x="3300787" y="1414475"/>
                  </a:lnTo>
                  <a:lnTo>
                    <a:pt x="3300881" y="1414475"/>
                  </a:lnTo>
                  <a:lnTo>
                    <a:pt x="3300975" y="1414475"/>
                  </a:lnTo>
                  <a:lnTo>
                    <a:pt x="3301069" y="1414475"/>
                  </a:lnTo>
                  <a:lnTo>
                    <a:pt x="3301164" y="1414475"/>
                  </a:lnTo>
                  <a:lnTo>
                    <a:pt x="3301258" y="1414475"/>
                  </a:lnTo>
                  <a:lnTo>
                    <a:pt x="3301352" y="1414475"/>
                  </a:lnTo>
                  <a:lnTo>
                    <a:pt x="3301446" y="1414475"/>
                  </a:lnTo>
                  <a:lnTo>
                    <a:pt x="3301540" y="1414475"/>
                  </a:lnTo>
                  <a:lnTo>
                    <a:pt x="3301634" y="1414475"/>
                  </a:lnTo>
                  <a:lnTo>
                    <a:pt x="3301728" y="1414475"/>
                  </a:lnTo>
                  <a:lnTo>
                    <a:pt x="3301823" y="1414475"/>
                  </a:lnTo>
                  <a:lnTo>
                    <a:pt x="3301917" y="1414475"/>
                  </a:lnTo>
                  <a:lnTo>
                    <a:pt x="3302011" y="1414475"/>
                  </a:lnTo>
                  <a:lnTo>
                    <a:pt x="3302105" y="1414475"/>
                  </a:lnTo>
                  <a:lnTo>
                    <a:pt x="3302199" y="1414475"/>
                  </a:lnTo>
                  <a:lnTo>
                    <a:pt x="3302293" y="1414475"/>
                  </a:lnTo>
                  <a:lnTo>
                    <a:pt x="3302388" y="1414475"/>
                  </a:lnTo>
                  <a:lnTo>
                    <a:pt x="3302482" y="1414475"/>
                  </a:lnTo>
                  <a:lnTo>
                    <a:pt x="3302576" y="1414475"/>
                  </a:lnTo>
                  <a:lnTo>
                    <a:pt x="3302670" y="1414475"/>
                  </a:lnTo>
                  <a:lnTo>
                    <a:pt x="3302764" y="1414475"/>
                  </a:lnTo>
                  <a:lnTo>
                    <a:pt x="3302858" y="1414475"/>
                  </a:lnTo>
                  <a:lnTo>
                    <a:pt x="3302952" y="1414475"/>
                  </a:lnTo>
                  <a:lnTo>
                    <a:pt x="3303047" y="1414475"/>
                  </a:lnTo>
                  <a:lnTo>
                    <a:pt x="3303141" y="1414475"/>
                  </a:lnTo>
                  <a:lnTo>
                    <a:pt x="3303235" y="1414475"/>
                  </a:lnTo>
                  <a:lnTo>
                    <a:pt x="3303329" y="1414475"/>
                  </a:lnTo>
                  <a:lnTo>
                    <a:pt x="3303329" y="1409564"/>
                  </a:lnTo>
                  <a:lnTo>
                    <a:pt x="3303423" y="1409564"/>
                  </a:lnTo>
                  <a:lnTo>
                    <a:pt x="3303517" y="1409564"/>
                  </a:lnTo>
                  <a:lnTo>
                    <a:pt x="3303612" y="1409564"/>
                  </a:lnTo>
                  <a:lnTo>
                    <a:pt x="3303706" y="1409564"/>
                  </a:lnTo>
                  <a:lnTo>
                    <a:pt x="3303800" y="1409564"/>
                  </a:lnTo>
                  <a:lnTo>
                    <a:pt x="3303894" y="1409564"/>
                  </a:lnTo>
                  <a:lnTo>
                    <a:pt x="3303988" y="1409564"/>
                  </a:lnTo>
                  <a:lnTo>
                    <a:pt x="3304082" y="1409564"/>
                  </a:lnTo>
                  <a:lnTo>
                    <a:pt x="3304176" y="1409564"/>
                  </a:lnTo>
                  <a:lnTo>
                    <a:pt x="3304271" y="1409564"/>
                  </a:lnTo>
                  <a:lnTo>
                    <a:pt x="3304365" y="1409564"/>
                  </a:lnTo>
                  <a:lnTo>
                    <a:pt x="3304459" y="1409564"/>
                  </a:lnTo>
                  <a:lnTo>
                    <a:pt x="3304553" y="1409564"/>
                  </a:lnTo>
                  <a:lnTo>
                    <a:pt x="3304647" y="1409564"/>
                  </a:lnTo>
                  <a:lnTo>
                    <a:pt x="3304741" y="1409564"/>
                  </a:lnTo>
                  <a:lnTo>
                    <a:pt x="3304835" y="1409564"/>
                  </a:lnTo>
                  <a:lnTo>
                    <a:pt x="3304930" y="1409564"/>
                  </a:lnTo>
                  <a:lnTo>
                    <a:pt x="3305024" y="1409564"/>
                  </a:lnTo>
                  <a:lnTo>
                    <a:pt x="3305118" y="1409564"/>
                  </a:lnTo>
                  <a:lnTo>
                    <a:pt x="3305212" y="1409564"/>
                  </a:lnTo>
                  <a:lnTo>
                    <a:pt x="3305306" y="1409564"/>
                  </a:lnTo>
                  <a:lnTo>
                    <a:pt x="3305400" y="1409564"/>
                  </a:lnTo>
                  <a:lnTo>
                    <a:pt x="3305495" y="1409564"/>
                  </a:lnTo>
                  <a:lnTo>
                    <a:pt x="3305589" y="1409564"/>
                  </a:lnTo>
                  <a:lnTo>
                    <a:pt x="3305683" y="1409564"/>
                  </a:lnTo>
                  <a:lnTo>
                    <a:pt x="3305777" y="1409564"/>
                  </a:lnTo>
                  <a:lnTo>
                    <a:pt x="3305871" y="1409564"/>
                  </a:lnTo>
                  <a:lnTo>
                    <a:pt x="3305965" y="1409564"/>
                  </a:lnTo>
                  <a:lnTo>
                    <a:pt x="3306059" y="1409564"/>
                  </a:lnTo>
                  <a:lnTo>
                    <a:pt x="3306154" y="1409564"/>
                  </a:lnTo>
                  <a:lnTo>
                    <a:pt x="3306248" y="1409564"/>
                  </a:lnTo>
                  <a:lnTo>
                    <a:pt x="3306342" y="1409564"/>
                  </a:lnTo>
                  <a:lnTo>
                    <a:pt x="3306436" y="1409564"/>
                  </a:lnTo>
                  <a:lnTo>
                    <a:pt x="3306530" y="1409564"/>
                  </a:lnTo>
                  <a:lnTo>
                    <a:pt x="3306624" y="1409564"/>
                  </a:lnTo>
                  <a:lnTo>
                    <a:pt x="3306719" y="1409564"/>
                  </a:lnTo>
                  <a:lnTo>
                    <a:pt x="3306813" y="1409564"/>
                  </a:lnTo>
                  <a:lnTo>
                    <a:pt x="3306907" y="1409564"/>
                  </a:lnTo>
                  <a:lnTo>
                    <a:pt x="3307001" y="1409564"/>
                  </a:lnTo>
                  <a:lnTo>
                    <a:pt x="3307095" y="1409564"/>
                  </a:lnTo>
                  <a:lnTo>
                    <a:pt x="3307189" y="1409564"/>
                  </a:lnTo>
                  <a:lnTo>
                    <a:pt x="3307283" y="1409564"/>
                  </a:lnTo>
                  <a:lnTo>
                    <a:pt x="3307378" y="1409564"/>
                  </a:lnTo>
                  <a:lnTo>
                    <a:pt x="3307472" y="1409564"/>
                  </a:lnTo>
                  <a:lnTo>
                    <a:pt x="3307566" y="1409564"/>
                  </a:lnTo>
                  <a:lnTo>
                    <a:pt x="3307660" y="1409564"/>
                  </a:lnTo>
                  <a:lnTo>
                    <a:pt x="3307754" y="1409564"/>
                  </a:lnTo>
                  <a:lnTo>
                    <a:pt x="3307848" y="1409564"/>
                  </a:lnTo>
                  <a:lnTo>
                    <a:pt x="3307943" y="1409564"/>
                  </a:lnTo>
                  <a:lnTo>
                    <a:pt x="3308037" y="1409564"/>
                  </a:lnTo>
                  <a:lnTo>
                    <a:pt x="3308131" y="1409564"/>
                  </a:lnTo>
                  <a:lnTo>
                    <a:pt x="3308225" y="1409564"/>
                  </a:lnTo>
                  <a:lnTo>
                    <a:pt x="3308319" y="1409564"/>
                  </a:lnTo>
                  <a:lnTo>
                    <a:pt x="3308413" y="1409564"/>
                  </a:lnTo>
                  <a:lnTo>
                    <a:pt x="3308507" y="1409564"/>
                  </a:lnTo>
                  <a:lnTo>
                    <a:pt x="3308602" y="1409564"/>
                  </a:lnTo>
                  <a:lnTo>
                    <a:pt x="3308696" y="1409564"/>
                  </a:lnTo>
                  <a:lnTo>
                    <a:pt x="3308790" y="1409564"/>
                  </a:lnTo>
                  <a:lnTo>
                    <a:pt x="3308884" y="1409564"/>
                  </a:lnTo>
                  <a:lnTo>
                    <a:pt x="3308978" y="1409564"/>
                  </a:lnTo>
                  <a:lnTo>
                    <a:pt x="3309072" y="1409564"/>
                  </a:lnTo>
                  <a:lnTo>
                    <a:pt x="3309166" y="1409564"/>
                  </a:lnTo>
                  <a:lnTo>
                    <a:pt x="3309261" y="1409564"/>
                  </a:lnTo>
                  <a:lnTo>
                    <a:pt x="3309355" y="1409564"/>
                  </a:lnTo>
                  <a:lnTo>
                    <a:pt x="3309449" y="1409564"/>
                  </a:lnTo>
                  <a:lnTo>
                    <a:pt x="3309543" y="1409564"/>
                  </a:lnTo>
                  <a:lnTo>
                    <a:pt x="3309637" y="1409564"/>
                  </a:lnTo>
                  <a:lnTo>
                    <a:pt x="3309731" y="1409564"/>
                  </a:lnTo>
                  <a:lnTo>
                    <a:pt x="3309826" y="1409564"/>
                  </a:lnTo>
                  <a:lnTo>
                    <a:pt x="3309920" y="1409564"/>
                  </a:lnTo>
                  <a:lnTo>
                    <a:pt x="3310014" y="1409564"/>
                  </a:lnTo>
                  <a:lnTo>
                    <a:pt x="3310108" y="1409564"/>
                  </a:lnTo>
                  <a:lnTo>
                    <a:pt x="3310202" y="1409564"/>
                  </a:lnTo>
                  <a:lnTo>
                    <a:pt x="3310296" y="1409564"/>
                  </a:lnTo>
                  <a:lnTo>
                    <a:pt x="3310390" y="1409564"/>
                  </a:lnTo>
                  <a:lnTo>
                    <a:pt x="3310485" y="1409564"/>
                  </a:lnTo>
                  <a:lnTo>
                    <a:pt x="3310579" y="1409564"/>
                  </a:lnTo>
                  <a:lnTo>
                    <a:pt x="3310673" y="1409564"/>
                  </a:lnTo>
                  <a:lnTo>
                    <a:pt x="3310767" y="1409564"/>
                  </a:lnTo>
                  <a:lnTo>
                    <a:pt x="3310861" y="1409564"/>
                  </a:lnTo>
                  <a:lnTo>
                    <a:pt x="3310955" y="1409564"/>
                  </a:lnTo>
                  <a:lnTo>
                    <a:pt x="3311050" y="1409564"/>
                  </a:lnTo>
                  <a:lnTo>
                    <a:pt x="3311144" y="1409564"/>
                  </a:lnTo>
                  <a:lnTo>
                    <a:pt x="3311238" y="1409564"/>
                  </a:lnTo>
                  <a:lnTo>
                    <a:pt x="3311332" y="1409564"/>
                  </a:lnTo>
                  <a:lnTo>
                    <a:pt x="3311426" y="1409564"/>
                  </a:lnTo>
                  <a:lnTo>
                    <a:pt x="3311520" y="1409564"/>
                  </a:lnTo>
                  <a:lnTo>
                    <a:pt x="3311614" y="1409564"/>
                  </a:lnTo>
                  <a:lnTo>
                    <a:pt x="3311709" y="1409564"/>
                  </a:lnTo>
                  <a:lnTo>
                    <a:pt x="3311803" y="1409564"/>
                  </a:lnTo>
                  <a:lnTo>
                    <a:pt x="3311803" y="1404653"/>
                  </a:lnTo>
                  <a:lnTo>
                    <a:pt x="3311897" y="1404653"/>
                  </a:lnTo>
                  <a:lnTo>
                    <a:pt x="3311991" y="1404653"/>
                  </a:lnTo>
                  <a:lnTo>
                    <a:pt x="3312085" y="1404653"/>
                  </a:lnTo>
                  <a:lnTo>
                    <a:pt x="3312179" y="1404653"/>
                  </a:lnTo>
                  <a:lnTo>
                    <a:pt x="3312179" y="1399741"/>
                  </a:lnTo>
                  <a:lnTo>
                    <a:pt x="3312274" y="1399741"/>
                  </a:lnTo>
                  <a:lnTo>
                    <a:pt x="3312368" y="1399741"/>
                  </a:lnTo>
                  <a:lnTo>
                    <a:pt x="3312462" y="1399741"/>
                  </a:lnTo>
                  <a:lnTo>
                    <a:pt x="3312556" y="1399741"/>
                  </a:lnTo>
                  <a:lnTo>
                    <a:pt x="3312650" y="1399741"/>
                  </a:lnTo>
                  <a:lnTo>
                    <a:pt x="3312744" y="1399741"/>
                  </a:lnTo>
                  <a:lnTo>
                    <a:pt x="3312838" y="1399741"/>
                  </a:lnTo>
                  <a:lnTo>
                    <a:pt x="3312933" y="1399741"/>
                  </a:lnTo>
                  <a:lnTo>
                    <a:pt x="3313027" y="1399741"/>
                  </a:lnTo>
                  <a:lnTo>
                    <a:pt x="3313121" y="1399741"/>
                  </a:lnTo>
                  <a:lnTo>
                    <a:pt x="3313215" y="1399741"/>
                  </a:lnTo>
                  <a:lnTo>
                    <a:pt x="3313309" y="1399741"/>
                  </a:lnTo>
                  <a:lnTo>
                    <a:pt x="3313403" y="1399741"/>
                  </a:lnTo>
                  <a:lnTo>
                    <a:pt x="3313497" y="1399741"/>
                  </a:lnTo>
                  <a:lnTo>
                    <a:pt x="3313592" y="1399741"/>
                  </a:lnTo>
                  <a:lnTo>
                    <a:pt x="3313686" y="1399741"/>
                  </a:lnTo>
                  <a:lnTo>
                    <a:pt x="3313780" y="1399741"/>
                  </a:lnTo>
                  <a:lnTo>
                    <a:pt x="3313874" y="1399741"/>
                  </a:lnTo>
                  <a:lnTo>
                    <a:pt x="3313968" y="1399741"/>
                  </a:lnTo>
                  <a:lnTo>
                    <a:pt x="3313968" y="1394830"/>
                  </a:lnTo>
                  <a:lnTo>
                    <a:pt x="3314062" y="1394830"/>
                  </a:lnTo>
                  <a:lnTo>
                    <a:pt x="3314157" y="1394830"/>
                  </a:lnTo>
                  <a:lnTo>
                    <a:pt x="3314251" y="1394830"/>
                  </a:lnTo>
                  <a:lnTo>
                    <a:pt x="3314251" y="1389919"/>
                  </a:lnTo>
                  <a:lnTo>
                    <a:pt x="3314345" y="1389919"/>
                  </a:lnTo>
                  <a:lnTo>
                    <a:pt x="3314439" y="1389919"/>
                  </a:lnTo>
                  <a:lnTo>
                    <a:pt x="3314533" y="1389919"/>
                  </a:lnTo>
                  <a:lnTo>
                    <a:pt x="3314627" y="1389919"/>
                  </a:lnTo>
                  <a:lnTo>
                    <a:pt x="3314721" y="1389919"/>
                  </a:lnTo>
                  <a:lnTo>
                    <a:pt x="3314816" y="1389919"/>
                  </a:lnTo>
                  <a:lnTo>
                    <a:pt x="3314910" y="1389919"/>
                  </a:lnTo>
                  <a:lnTo>
                    <a:pt x="3315004" y="1389919"/>
                  </a:lnTo>
                  <a:lnTo>
                    <a:pt x="3315098" y="1389919"/>
                  </a:lnTo>
                  <a:lnTo>
                    <a:pt x="3315192" y="1389919"/>
                  </a:lnTo>
                  <a:lnTo>
                    <a:pt x="3315286" y="1389919"/>
                  </a:lnTo>
                  <a:lnTo>
                    <a:pt x="3315381" y="1389919"/>
                  </a:lnTo>
                  <a:lnTo>
                    <a:pt x="3315475" y="1389919"/>
                  </a:lnTo>
                  <a:lnTo>
                    <a:pt x="3315569" y="1389919"/>
                  </a:lnTo>
                  <a:lnTo>
                    <a:pt x="3315663" y="1389919"/>
                  </a:lnTo>
                  <a:lnTo>
                    <a:pt x="3315757" y="1389919"/>
                  </a:lnTo>
                  <a:lnTo>
                    <a:pt x="3315851" y="1389919"/>
                  </a:lnTo>
                  <a:lnTo>
                    <a:pt x="3315945" y="1389919"/>
                  </a:lnTo>
                  <a:lnTo>
                    <a:pt x="3316040" y="1389919"/>
                  </a:lnTo>
                  <a:lnTo>
                    <a:pt x="3316134" y="1389919"/>
                  </a:lnTo>
                  <a:lnTo>
                    <a:pt x="3316228" y="1389919"/>
                  </a:lnTo>
                  <a:lnTo>
                    <a:pt x="3316322" y="1389919"/>
                  </a:lnTo>
                  <a:lnTo>
                    <a:pt x="3316416" y="1389919"/>
                  </a:lnTo>
                  <a:lnTo>
                    <a:pt x="3316510" y="1389919"/>
                  </a:lnTo>
                  <a:lnTo>
                    <a:pt x="3316605" y="1389919"/>
                  </a:lnTo>
                  <a:lnTo>
                    <a:pt x="3316699" y="1389919"/>
                  </a:lnTo>
                  <a:lnTo>
                    <a:pt x="3316793" y="1389919"/>
                  </a:lnTo>
                  <a:lnTo>
                    <a:pt x="3316887" y="1389919"/>
                  </a:lnTo>
                  <a:lnTo>
                    <a:pt x="3316981" y="1389919"/>
                  </a:lnTo>
                  <a:lnTo>
                    <a:pt x="3317075" y="1389919"/>
                  </a:lnTo>
                  <a:lnTo>
                    <a:pt x="3317169" y="1389919"/>
                  </a:lnTo>
                  <a:lnTo>
                    <a:pt x="3317264" y="1389919"/>
                  </a:lnTo>
                  <a:lnTo>
                    <a:pt x="3317358" y="1389919"/>
                  </a:lnTo>
                  <a:lnTo>
                    <a:pt x="3317452" y="1389919"/>
                  </a:lnTo>
                  <a:lnTo>
                    <a:pt x="3317546" y="1389919"/>
                  </a:lnTo>
                  <a:lnTo>
                    <a:pt x="3317640" y="1389919"/>
                  </a:lnTo>
                  <a:lnTo>
                    <a:pt x="3317734" y="1389919"/>
                  </a:lnTo>
                  <a:lnTo>
                    <a:pt x="3317828" y="1389919"/>
                  </a:lnTo>
                  <a:lnTo>
                    <a:pt x="3317923" y="1389919"/>
                  </a:lnTo>
                  <a:lnTo>
                    <a:pt x="3318017" y="1389919"/>
                  </a:lnTo>
                  <a:lnTo>
                    <a:pt x="3318111" y="1389919"/>
                  </a:lnTo>
                  <a:lnTo>
                    <a:pt x="3318205" y="1389919"/>
                  </a:lnTo>
                  <a:lnTo>
                    <a:pt x="3318299" y="1389919"/>
                  </a:lnTo>
                  <a:lnTo>
                    <a:pt x="3318393" y="1389919"/>
                  </a:lnTo>
                  <a:lnTo>
                    <a:pt x="3318488" y="1389919"/>
                  </a:lnTo>
                  <a:lnTo>
                    <a:pt x="3318582" y="1389919"/>
                  </a:lnTo>
                  <a:lnTo>
                    <a:pt x="3318676" y="1389919"/>
                  </a:lnTo>
                  <a:lnTo>
                    <a:pt x="3318770" y="1389919"/>
                  </a:lnTo>
                  <a:lnTo>
                    <a:pt x="3318864" y="1389919"/>
                  </a:lnTo>
                  <a:lnTo>
                    <a:pt x="3318958" y="1389919"/>
                  </a:lnTo>
                  <a:lnTo>
                    <a:pt x="3319052" y="1389919"/>
                  </a:lnTo>
                  <a:lnTo>
                    <a:pt x="3319147" y="1389919"/>
                  </a:lnTo>
                  <a:lnTo>
                    <a:pt x="3319241" y="1389919"/>
                  </a:lnTo>
                  <a:lnTo>
                    <a:pt x="3319335" y="1389919"/>
                  </a:lnTo>
                  <a:lnTo>
                    <a:pt x="3319429" y="1389919"/>
                  </a:lnTo>
                  <a:lnTo>
                    <a:pt x="3319523" y="1389919"/>
                  </a:lnTo>
                  <a:lnTo>
                    <a:pt x="3319617" y="1389919"/>
                  </a:lnTo>
                  <a:lnTo>
                    <a:pt x="3319712" y="1389919"/>
                  </a:lnTo>
                  <a:lnTo>
                    <a:pt x="3319806" y="1389919"/>
                  </a:lnTo>
                  <a:lnTo>
                    <a:pt x="3319900" y="1389919"/>
                  </a:lnTo>
                  <a:lnTo>
                    <a:pt x="3319994" y="1389919"/>
                  </a:lnTo>
                  <a:lnTo>
                    <a:pt x="3320088" y="1389919"/>
                  </a:lnTo>
                  <a:lnTo>
                    <a:pt x="3320182" y="1389919"/>
                  </a:lnTo>
                  <a:lnTo>
                    <a:pt x="3320276" y="1389919"/>
                  </a:lnTo>
                  <a:lnTo>
                    <a:pt x="3320371" y="1389919"/>
                  </a:lnTo>
                  <a:lnTo>
                    <a:pt x="3320465" y="1389919"/>
                  </a:lnTo>
                  <a:lnTo>
                    <a:pt x="3320559" y="1389919"/>
                  </a:lnTo>
                  <a:lnTo>
                    <a:pt x="3320653" y="1389919"/>
                  </a:lnTo>
                  <a:lnTo>
                    <a:pt x="3320747" y="1389919"/>
                  </a:lnTo>
                  <a:lnTo>
                    <a:pt x="3320841" y="1389919"/>
                  </a:lnTo>
                  <a:lnTo>
                    <a:pt x="3320936" y="1389919"/>
                  </a:lnTo>
                  <a:lnTo>
                    <a:pt x="3321030" y="1389919"/>
                  </a:lnTo>
                  <a:lnTo>
                    <a:pt x="3321124" y="1389919"/>
                  </a:lnTo>
                  <a:lnTo>
                    <a:pt x="3321218" y="1389919"/>
                  </a:lnTo>
                  <a:lnTo>
                    <a:pt x="3321312" y="1389919"/>
                  </a:lnTo>
                  <a:lnTo>
                    <a:pt x="3321406" y="1389919"/>
                  </a:lnTo>
                  <a:lnTo>
                    <a:pt x="3321500" y="1389919"/>
                  </a:lnTo>
                  <a:lnTo>
                    <a:pt x="3321595" y="1389919"/>
                  </a:lnTo>
                  <a:lnTo>
                    <a:pt x="3321689" y="1389919"/>
                  </a:lnTo>
                  <a:lnTo>
                    <a:pt x="3321783" y="1389919"/>
                  </a:lnTo>
                  <a:lnTo>
                    <a:pt x="3321877" y="1389919"/>
                  </a:lnTo>
                  <a:lnTo>
                    <a:pt x="3321971" y="1389919"/>
                  </a:lnTo>
                  <a:lnTo>
                    <a:pt x="3322065" y="1389919"/>
                  </a:lnTo>
                  <a:lnTo>
                    <a:pt x="3322159" y="1389919"/>
                  </a:lnTo>
                  <a:lnTo>
                    <a:pt x="3322254" y="1389919"/>
                  </a:lnTo>
                  <a:lnTo>
                    <a:pt x="3322348" y="1389919"/>
                  </a:lnTo>
                  <a:lnTo>
                    <a:pt x="3322442" y="1389919"/>
                  </a:lnTo>
                  <a:lnTo>
                    <a:pt x="3322536" y="1389919"/>
                  </a:lnTo>
                  <a:lnTo>
                    <a:pt x="3322630" y="1389919"/>
                  </a:lnTo>
                  <a:lnTo>
                    <a:pt x="3322724" y="1389919"/>
                  </a:lnTo>
                  <a:lnTo>
                    <a:pt x="3322819" y="1389919"/>
                  </a:lnTo>
                  <a:lnTo>
                    <a:pt x="3322913" y="1389919"/>
                  </a:lnTo>
                  <a:lnTo>
                    <a:pt x="3323007" y="1389919"/>
                  </a:lnTo>
                  <a:lnTo>
                    <a:pt x="3323101" y="1389919"/>
                  </a:lnTo>
                  <a:lnTo>
                    <a:pt x="3323195" y="1389919"/>
                  </a:lnTo>
                  <a:lnTo>
                    <a:pt x="3323289" y="1389919"/>
                  </a:lnTo>
                  <a:lnTo>
                    <a:pt x="3323383" y="1389919"/>
                  </a:lnTo>
                  <a:lnTo>
                    <a:pt x="3323478" y="1389919"/>
                  </a:lnTo>
                  <a:lnTo>
                    <a:pt x="3323572" y="1389919"/>
                  </a:lnTo>
                  <a:lnTo>
                    <a:pt x="3323666" y="1389919"/>
                  </a:lnTo>
                  <a:lnTo>
                    <a:pt x="3323760" y="1389919"/>
                  </a:lnTo>
                  <a:lnTo>
                    <a:pt x="3323854" y="1389919"/>
                  </a:lnTo>
                  <a:lnTo>
                    <a:pt x="3323948" y="1389919"/>
                  </a:lnTo>
                  <a:lnTo>
                    <a:pt x="3324043" y="1389919"/>
                  </a:lnTo>
                  <a:lnTo>
                    <a:pt x="3324137" y="1389919"/>
                  </a:lnTo>
                  <a:lnTo>
                    <a:pt x="3324137" y="1385007"/>
                  </a:lnTo>
                  <a:lnTo>
                    <a:pt x="3324231" y="1385007"/>
                  </a:lnTo>
                  <a:lnTo>
                    <a:pt x="3324325" y="1385007"/>
                  </a:lnTo>
                  <a:lnTo>
                    <a:pt x="3324419" y="1385007"/>
                  </a:lnTo>
                  <a:lnTo>
                    <a:pt x="3324513" y="1385007"/>
                  </a:lnTo>
                  <a:lnTo>
                    <a:pt x="3324607" y="1385007"/>
                  </a:lnTo>
                  <a:lnTo>
                    <a:pt x="3324702" y="1385007"/>
                  </a:lnTo>
                  <a:lnTo>
                    <a:pt x="3324796" y="1385007"/>
                  </a:lnTo>
                  <a:lnTo>
                    <a:pt x="3324890" y="1385007"/>
                  </a:lnTo>
                  <a:lnTo>
                    <a:pt x="3324984" y="1385007"/>
                  </a:lnTo>
                  <a:lnTo>
                    <a:pt x="3325078" y="1385007"/>
                  </a:lnTo>
                  <a:lnTo>
                    <a:pt x="3325172" y="1385007"/>
                  </a:lnTo>
                  <a:lnTo>
                    <a:pt x="3325267" y="1385007"/>
                  </a:lnTo>
                  <a:lnTo>
                    <a:pt x="3325361" y="1385007"/>
                  </a:lnTo>
                  <a:lnTo>
                    <a:pt x="3325455" y="1385007"/>
                  </a:lnTo>
                  <a:lnTo>
                    <a:pt x="3325549" y="1385007"/>
                  </a:lnTo>
                  <a:lnTo>
                    <a:pt x="3325643" y="1385007"/>
                  </a:lnTo>
                  <a:lnTo>
                    <a:pt x="3325737" y="1385007"/>
                  </a:lnTo>
                  <a:lnTo>
                    <a:pt x="3325831" y="1385007"/>
                  </a:lnTo>
                  <a:lnTo>
                    <a:pt x="3325926" y="1385007"/>
                  </a:lnTo>
                  <a:lnTo>
                    <a:pt x="3326020" y="1385007"/>
                  </a:lnTo>
                  <a:lnTo>
                    <a:pt x="3326114" y="1385007"/>
                  </a:lnTo>
                  <a:lnTo>
                    <a:pt x="3326208" y="1385007"/>
                  </a:lnTo>
                  <a:lnTo>
                    <a:pt x="3326302" y="1385007"/>
                  </a:lnTo>
                  <a:lnTo>
                    <a:pt x="3326396" y="1385007"/>
                  </a:lnTo>
                  <a:lnTo>
                    <a:pt x="3326490" y="1385007"/>
                  </a:lnTo>
                  <a:lnTo>
                    <a:pt x="3326585" y="1385007"/>
                  </a:lnTo>
                  <a:lnTo>
                    <a:pt x="3326679" y="1385007"/>
                  </a:lnTo>
                  <a:lnTo>
                    <a:pt x="3326773" y="1385007"/>
                  </a:lnTo>
                  <a:lnTo>
                    <a:pt x="3326867" y="1385007"/>
                  </a:lnTo>
                  <a:lnTo>
                    <a:pt x="3326961" y="1385007"/>
                  </a:lnTo>
                  <a:lnTo>
                    <a:pt x="3327055" y="1385007"/>
                  </a:lnTo>
                  <a:lnTo>
                    <a:pt x="3327150" y="1385007"/>
                  </a:lnTo>
                  <a:lnTo>
                    <a:pt x="3327244" y="1385007"/>
                  </a:lnTo>
                  <a:lnTo>
                    <a:pt x="3327338" y="1385007"/>
                  </a:lnTo>
                  <a:lnTo>
                    <a:pt x="3327432" y="1385007"/>
                  </a:lnTo>
                  <a:lnTo>
                    <a:pt x="3327526" y="1385007"/>
                  </a:lnTo>
                  <a:lnTo>
                    <a:pt x="3327620" y="1385007"/>
                  </a:lnTo>
                  <a:lnTo>
                    <a:pt x="3327714" y="1385007"/>
                  </a:lnTo>
                  <a:lnTo>
                    <a:pt x="3327809" y="1385007"/>
                  </a:lnTo>
                  <a:lnTo>
                    <a:pt x="3327903" y="1385007"/>
                  </a:lnTo>
                  <a:lnTo>
                    <a:pt x="3327997" y="1385007"/>
                  </a:lnTo>
                  <a:lnTo>
                    <a:pt x="3328091" y="1385007"/>
                  </a:lnTo>
                  <a:lnTo>
                    <a:pt x="3328185" y="1385007"/>
                  </a:lnTo>
                  <a:lnTo>
                    <a:pt x="3328279" y="1385007"/>
                  </a:lnTo>
                  <a:lnTo>
                    <a:pt x="3328374" y="1385007"/>
                  </a:lnTo>
                  <a:lnTo>
                    <a:pt x="3328468" y="1385007"/>
                  </a:lnTo>
                  <a:lnTo>
                    <a:pt x="3328562" y="1385007"/>
                  </a:lnTo>
                  <a:lnTo>
                    <a:pt x="3328656" y="1385007"/>
                  </a:lnTo>
                  <a:lnTo>
                    <a:pt x="3328750" y="1385007"/>
                  </a:lnTo>
                  <a:lnTo>
                    <a:pt x="3328844" y="1385007"/>
                  </a:lnTo>
                  <a:lnTo>
                    <a:pt x="3328938" y="1385007"/>
                  </a:lnTo>
                  <a:lnTo>
                    <a:pt x="3329033" y="1385007"/>
                  </a:lnTo>
                  <a:lnTo>
                    <a:pt x="3329127" y="1385007"/>
                  </a:lnTo>
                  <a:lnTo>
                    <a:pt x="3329221" y="1385007"/>
                  </a:lnTo>
                  <a:lnTo>
                    <a:pt x="3329315" y="1385007"/>
                  </a:lnTo>
                  <a:lnTo>
                    <a:pt x="3329409" y="1385007"/>
                  </a:lnTo>
                  <a:lnTo>
                    <a:pt x="3329503" y="1385007"/>
                  </a:lnTo>
                  <a:lnTo>
                    <a:pt x="3329598" y="1385007"/>
                  </a:lnTo>
                  <a:lnTo>
                    <a:pt x="3329692" y="1385007"/>
                  </a:lnTo>
                  <a:lnTo>
                    <a:pt x="3329786" y="1385007"/>
                  </a:lnTo>
                  <a:lnTo>
                    <a:pt x="3329880" y="1385007"/>
                  </a:lnTo>
                  <a:lnTo>
                    <a:pt x="3329974" y="1385007"/>
                  </a:lnTo>
                  <a:lnTo>
                    <a:pt x="3330068" y="1385007"/>
                  </a:lnTo>
                  <a:lnTo>
                    <a:pt x="3330162" y="1385007"/>
                  </a:lnTo>
                  <a:lnTo>
                    <a:pt x="3330257" y="1385007"/>
                  </a:lnTo>
                  <a:lnTo>
                    <a:pt x="3330351" y="1385007"/>
                  </a:lnTo>
                  <a:lnTo>
                    <a:pt x="3330445" y="1385007"/>
                  </a:lnTo>
                  <a:lnTo>
                    <a:pt x="3330539" y="1385007"/>
                  </a:lnTo>
                  <a:lnTo>
                    <a:pt x="3330633" y="1385007"/>
                  </a:lnTo>
                  <a:lnTo>
                    <a:pt x="3330727" y="1385007"/>
                  </a:lnTo>
                  <a:lnTo>
                    <a:pt x="3330821" y="1385007"/>
                  </a:lnTo>
                  <a:lnTo>
                    <a:pt x="3330916" y="1385007"/>
                  </a:lnTo>
                  <a:lnTo>
                    <a:pt x="3331010" y="1385007"/>
                  </a:lnTo>
                  <a:lnTo>
                    <a:pt x="3331104" y="1385007"/>
                  </a:lnTo>
                  <a:lnTo>
                    <a:pt x="3331198" y="1385007"/>
                  </a:lnTo>
                  <a:lnTo>
                    <a:pt x="3331292" y="1385007"/>
                  </a:lnTo>
                  <a:lnTo>
                    <a:pt x="3331386" y="1385007"/>
                  </a:lnTo>
                  <a:lnTo>
                    <a:pt x="3331481" y="1385007"/>
                  </a:lnTo>
                  <a:lnTo>
                    <a:pt x="3331575" y="1385007"/>
                  </a:lnTo>
                  <a:lnTo>
                    <a:pt x="3331669" y="1385007"/>
                  </a:lnTo>
                  <a:lnTo>
                    <a:pt x="3331763" y="1385007"/>
                  </a:lnTo>
                  <a:lnTo>
                    <a:pt x="3331857" y="1385007"/>
                  </a:lnTo>
                  <a:lnTo>
                    <a:pt x="3331951" y="1385007"/>
                  </a:lnTo>
                  <a:lnTo>
                    <a:pt x="3332045" y="1385007"/>
                  </a:lnTo>
                  <a:lnTo>
                    <a:pt x="3332140" y="1385007"/>
                  </a:lnTo>
                  <a:lnTo>
                    <a:pt x="3332234" y="1385007"/>
                  </a:lnTo>
                  <a:lnTo>
                    <a:pt x="3332328" y="1385007"/>
                  </a:lnTo>
                  <a:lnTo>
                    <a:pt x="3332422" y="1385007"/>
                  </a:lnTo>
                  <a:lnTo>
                    <a:pt x="3332516" y="1385007"/>
                  </a:lnTo>
                  <a:lnTo>
                    <a:pt x="3332610" y="1385007"/>
                  </a:lnTo>
                  <a:lnTo>
                    <a:pt x="3332705" y="1385007"/>
                  </a:lnTo>
                  <a:lnTo>
                    <a:pt x="3332799" y="1385007"/>
                  </a:lnTo>
                  <a:lnTo>
                    <a:pt x="3332893" y="1385007"/>
                  </a:lnTo>
                  <a:lnTo>
                    <a:pt x="3332987" y="1385007"/>
                  </a:lnTo>
                  <a:lnTo>
                    <a:pt x="3333081" y="1385007"/>
                  </a:lnTo>
                  <a:lnTo>
                    <a:pt x="3333175" y="1385007"/>
                  </a:lnTo>
                  <a:lnTo>
                    <a:pt x="3333269" y="1385007"/>
                  </a:lnTo>
                  <a:lnTo>
                    <a:pt x="3333364" y="1385007"/>
                  </a:lnTo>
                  <a:lnTo>
                    <a:pt x="3333458" y="1385007"/>
                  </a:lnTo>
                  <a:lnTo>
                    <a:pt x="3333552" y="1385007"/>
                  </a:lnTo>
                  <a:lnTo>
                    <a:pt x="3333646" y="1385007"/>
                  </a:lnTo>
                  <a:lnTo>
                    <a:pt x="3333740" y="1385007"/>
                  </a:lnTo>
                  <a:lnTo>
                    <a:pt x="3333834" y="1385007"/>
                  </a:lnTo>
                  <a:lnTo>
                    <a:pt x="3333929" y="1385007"/>
                  </a:lnTo>
                  <a:lnTo>
                    <a:pt x="3334023" y="1385007"/>
                  </a:lnTo>
                  <a:lnTo>
                    <a:pt x="3334117" y="1385007"/>
                  </a:lnTo>
                  <a:lnTo>
                    <a:pt x="3334211" y="1385007"/>
                  </a:lnTo>
                  <a:lnTo>
                    <a:pt x="3334305" y="1385007"/>
                  </a:lnTo>
                  <a:lnTo>
                    <a:pt x="3334399" y="1385007"/>
                  </a:lnTo>
                  <a:lnTo>
                    <a:pt x="3334493" y="1385007"/>
                  </a:lnTo>
                  <a:lnTo>
                    <a:pt x="3334588" y="1385007"/>
                  </a:lnTo>
                  <a:lnTo>
                    <a:pt x="3334682" y="1385007"/>
                  </a:lnTo>
                  <a:lnTo>
                    <a:pt x="3334776" y="1385007"/>
                  </a:lnTo>
                  <a:lnTo>
                    <a:pt x="3334870" y="1385007"/>
                  </a:lnTo>
                  <a:lnTo>
                    <a:pt x="3334964" y="1385007"/>
                  </a:lnTo>
                  <a:lnTo>
                    <a:pt x="3335058" y="1385007"/>
                  </a:lnTo>
                  <a:lnTo>
                    <a:pt x="3335152" y="1385007"/>
                  </a:lnTo>
                  <a:lnTo>
                    <a:pt x="3335247" y="1385007"/>
                  </a:lnTo>
                  <a:lnTo>
                    <a:pt x="3335341" y="1385007"/>
                  </a:lnTo>
                  <a:lnTo>
                    <a:pt x="3335435" y="1385007"/>
                  </a:lnTo>
                  <a:lnTo>
                    <a:pt x="3335529" y="1385007"/>
                  </a:lnTo>
                  <a:lnTo>
                    <a:pt x="3335623" y="1385007"/>
                  </a:lnTo>
                  <a:lnTo>
                    <a:pt x="3335717" y="1385007"/>
                  </a:lnTo>
                  <a:lnTo>
                    <a:pt x="3335812" y="1385007"/>
                  </a:lnTo>
                  <a:lnTo>
                    <a:pt x="3335906" y="1385007"/>
                  </a:lnTo>
                  <a:lnTo>
                    <a:pt x="3336000" y="1385007"/>
                  </a:lnTo>
                  <a:lnTo>
                    <a:pt x="3336094" y="1385007"/>
                  </a:lnTo>
                  <a:lnTo>
                    <a:pt x="3336188" y="1385007"/>
                  </a:lnTo>
                  <a:lnTo>
                    <a:pt x="3336282" y="1385007"/>
                  </a:lnTo>
                  <a:lnTo>
                    <a:pt x="3336376" y="1385007"/>
                  </a:lnTo>
                  <a:lnTo>
                    <a:pt x="3336471" y="1385007"/>
                  </a:lnTo>
                  <a:lnTo>
                    <a:pt x="3336565" y="1385007"/>
                  </a:lnTo>
                  <a:lnTo>
                    <a:pt x="3336659" y="1385007"/>
                  </a:lnTo>
                  <a:lnTo>
                    <a:pt x="3336753" y="1385007"/>
                  </a:lnTo>
                  <a:lnTo>
                    <a:pt x="3336847" y="1385007"/>
                  </a:lnTo>
                  <a:lnTo>
                    <a:pt x="3336941" y="1385007"/>
                  </a:lnTo>
                  <a:lnTo>
                    <a:pt x="3337036" y="1385007"/>
                  </a:lnTo>
                  <a:lnTo>
                    <a:pt x="3337130" y="1385007"/>
                  </a:lnTo>
                  <a:lnTo>
                    <a:pt x="3337224" y="1385007"/>
                  </a:lnTo>
                  <a:lnTo>
                    <a:pt x="3337318" y="1385007"/>
                  </a:lnTo>
                  <a:lnTo>
                    <a:pt x="3337412" y="1385007"/>
                  </a:lnTo>
                  <a:lnTo>
                    <a:pt x="3337506" y="1385007"/>
                  </a:lnTo>
                  <a:lnTo>
                    <a:pt x="3337600" y="1385007"/>
                  </a:lnTo>
                  <a:lnTo>
                    <a:pt x="3337695" y="1385007"/>
                  </a:lnTo>
                  <a:lnTo>
                    <a:pt x="3337789" y="1385007"/>
                  </a:lnTo>
                  <a:lnTo>
                    <a:pt x="3337883" y="1385007"/>
                  </a:lnTo>
                  <a:lnTo>
                    <a:pt x="3337977" y="1385007"/>
                  </a:lnTo>
                  <a:lnTo>
                    <a:pt x="3338071" y="1385007"/>
                  </a:lnTo>
                  <a:lnTo>
                    <a:pt x="3338165" y="1385007"/>
                  </a:lnTo>
                  <a:lnTo>
                    <a:pt x="3338260" y="1385007"/>
                  </a:lnTo>
                  <a:lnTo>
                    <a:pt x="3338354" y="1385007"/>
                  </a:lnTo>
                  <a:lnTo>
                    <a:pt x="3338448" y="1385007"/>
                  </a:lnTo>
                  <a:lnTo>
                    <a:pt x="3338542" y="1385007"/>
                  </a:lnTo>
                  <a:lnTo>
                    <a:pt x="3338636" y="1385007"/>
                  </a:lnTo>
                  <a:lnTo>
                    <a:pt x="3338730" y="1385007"/>
                  </a:lnTo>
                  <a:lnTo>
                    <a:pt x="3338824" y="1385007"/>
                  </a:lnTo>
                  <a:lnTo>
                    <a:pt x="3338919" y="1385007"/>
                  </a:lnTo>
                  <a:lnTo>
                    <a:pt x="3339013" y="1385007"/>
                  </a:lnTo>
                  <a:lnTo>
                    <a:pt x="3339107" y="1385007"/>
                  </a:lnTo>
                  <a:lnTo>
                    <a:pt x="3339201" y="1385007"/>
                  </a:lnTo>
                  <a:lnTo>
                    <a:pt x="3339295" y="1385007"/>
                  </a:lnTo>
                  <a:lnTo>
                    <a:pt x="3339389" y="1385007"/>
                  </a:lnTo>
                  <a:lnTo>
                    <a:pt x="3339483" y="1385007"/>
                  </a:lnTo>
                  <a:lnTo>
                    <a:pt x="3339578" y="1385007"/>
                  </a:lnTo>
                  <a:lnTo>
                    <a:pt x="3339672" y="1385007"/>
                  </a:lnTo>
                  <a:lnTo>
                    <a:pt x="3339766" y="1385007"/>
                  </a:lnTo>
                  <a:lnTo>
                    <a:pt x="3339860" y="1385007"/>
                  </a:lnTo>
                  <a:lnTo>
                    <a:pt x="3339954" y="1385007"/>
                  </a:lnTo>
                  <a:lnTo>
                    <a:pt x="3340048" y="1385007"/>
                  </a:lnTo>
                  <a:lnTo>
                    <a:pt x="3340143" y="1385007"/>
                  </a:lnTo>
                  <a:lnTo>
                    <a:pt x="3340237" y="1385007"/>
                  </a:lnTo>
                  <a:lnTo>
                    <a:pt x="3340331" y="1385007"/>
                  </a:lnTo>
                  <a:lnTo>
                    <a:pt x="3340425" y="1385007"/>
                  </a:lnTo>
                  <a:lnTo>
                    <a:pt x="3340519" y="1385007"/>
                  </a:lnTo>
                  <a:lnTo>
                    <a:pt x="3340613" y="1385007"/>
                  </a:lnTo>
                  <a:lnTo>
                    <a:pt x="3340707" y="1385007"/>
                  </a:lnTo>
                  <a:lnTo>
                    <a:pt x="3340802" y="1385007"/>
                  </a:lnTo>
                  <a:lnTo>
                    <a:pt x="3340896" y="1385007"/>
                  </a:lnTo>
                  <a:lnTo>
                    <a:pt x="3340990" y="1385007"/>
                  </a:lnTo>
                  <a:lnTo>
                    <a:pt x="3341084" y="1385007"/>
                  </a:lnTo>
                  <a:lnTo>
                    <a:pt x="3341178" y="1385007"/>
                  </a:lnTo>
                  <a:lnTo>
                    <a:pt x="3341272" y="1385007"/>
                  </a:lnTo>
                  <a:lnTo>
                    <a:pt x="3341367" y="1385007"/>
                  </a:lnTo>
                  <a:lnTo>
                    <a:pt x="3341461" y="1385007"/>
                  </a:lnTo>
                  <a:lnTo>
                    <a:pt x="3341555" y="1385007"/>
                  </a:lnTo>
                  <a:lnTo>
                    <a:pt x="3341649" y="1385007"/>
                  </a:lnTo>
                  <a:lnTo>
                    <a:pt x="3341743" y="1385007"/>
                  </a:lnTo>
                  <a:lnTo>
                    <a:pt x="3341837" y="1385007"/>
                  </a:lnTo>
                  <a:lnTo>
                    <a:pt x="3341931" y="1385007"/>
                  </a:lnTo>
                  <a:lnTo>
                    <a:pt x="3342026" y="1385007"/>
                  </a:lnTo>
                  <a:lnTo>
                    <a:pt x="3342120" y="1385007"/>
                  </a:lnTo>
                  <a:lnTo>
                    <a:pt x="3342214" y="1385007"/>
                  </a:lnTo>
                  <a:lnTo>
                    <a:pt x="3342308" y="1385007"/>
                  </a:lnTo>
                  <a:lnTo>
                    <a:pt x="3342402" y="1385007"/>
                  </a:lnTo>
                  <a:lnTo>
                    <a:pt x="3342496" y="1385007"/>
                  </a:lnTo>
                  <a:lnTo>
                    <a:pt x="3342591" y="1385007"/>
                  </a:lnTo>
                  <a:lnTo>
                    <a:pt x="3342685" y="1385007"/>
                  </a:lnTo>
                  <a:lnTo>
                    <a:pt x="3342779" y="1385007"/>
                  </a:lnTo>
                  <a:lnTo>
                    <a:pt x="3342873" y="1385007"/>
                  </a:lnTo>
                  <a:lnTo>
                    <a:pt x="3342967" y="1385007"/>
                  </a:lnTo>
                  <a:lnTo>
                    <a:pt x="3343061" y="1385007"/>
                  </a:lnTo>
                  <a:lnTo>
                    <a:pt x="3343155" y="1385007"/>
                  </a:lnTo>
                  <a:lnTo>
                    <a:pt x="3343250" y="1385007"/>
                  </a:lnTo>
                  <a:lnTo>
                    <a:pt x="3343344" y="1385007"/>
                  </a:lnTo>
                  <a:lnTo>
                    <a:pt x="3343438" y="1385007"/>
                  </a:lnTo>
                  <a:lnTo>
                    <a:pt x="3343532" y="1385007"/>
                  </a:lnTo>
                  <a:lnTo>
                    <a:pt x="3343626" y="1385007"/>
                  </a:lnTo>
                  <a:lnTo>
                    <a:pt x="3343720" y="1385007"/>
                  </a:lnTo>
                  <a:lnTo>
                    <a:pt x="3343814" y="1385007"/>
                  </a:lnTo>
                  <a:lnTo>
                    <a:pt x="3343909" y="1385007"/>
                  </a:lnTo>
                  <a:lnTo>
                    <a:pt x="3344003" y="1385007"/>
                  </a:lnTo>
                  <a:lnTo>
                    <a:pt x="3344097" y="1385007"/>
                  </a:lnTo>
                  <a:lnTo>
                    <a:pt x="3344191" y="1385007"/>
                  </a:lnTo>
                  <a:lnTo>
                    <a:pt x="3344285" y="1385007"/>
                  </a:lnTo>
                  <a:lnTo>
                    <a:pt x="3344379" y="1385007"/>
                  </a:lnTo>
                  <a:lnTo>
                    <a:pt x="3344474" y="1385007"/>
                  </a:lnTo>
                  <a:lnTo>
                    <a:pt x="3344568" y="1385007"/>
                  </a:lnTo>
                  <a:lnTo>
                    <a:pt x="3344662" y="1385007"/>
                  </a:lnTo>
                  <a:lnTo>
                    <a:pt x="3344756" y="1385007"/>
                  </a:lnTo>
                  <a:lnTo>
                    <a:pt x="3344850" y="1385007"/>
                  </a:lnTo>
                  <a:lnTo>
                    <a:pt x="3344944" y="1385007"/>
                  </a:lnTo>
                  <a:lnTo>
                    <a:pt x="3345038" y="1385007"/>
                  </a:lnTo>
                  <a:lnTo>
                    <a:pt x="3345133" y="1385007"/>
                  </a:lnTo>
                  <a:lnTo>
                    <a:pt x="3345227" y="1385007"/>
                  </a:lnTo>
                  <a:lnTo>
                    <a:pt x="3345321" y="1385007"/>
                  </a:lnTo>
                  <a:lnTo>
                    <a:pt x="3345415" y="1385007"/>
                  </a:lnTo>
                  <a:lnTo>
                    <a:pt x="3345509" y="1385007"/>
                  </a:lnTo>
                  <a:lnTo>
                    <a:pt x="3345603" y="1385007"/>
                  </a:lnTo>
                  <a:lnTo>
                    <a:pt x="3345698" y="1385007"/>
                  </a:lnTo>
                  <a:lnTo>
                    <a:pt x="3345792" y="1385007"/>
                  </a:lnTo>
                  <a:lnTo>
                    <a:pt x="3345886" y="1385007"/>
                  </a:lnTo>
                  <a:lnTo>
                    <a:pt x="3345980" y="1385007"/>
                  </a:lnTo>
                  <a:lnTo>
                    <a:pt x="3346074" y="1385007"/>
                  </a:lnTo>
                  <a:lnTo>
                    <a:pt x="3346168" y="1385007"/>
                  </a:lnTo>
                  <a:lnTo>
                    <a:pt x="3346262" y="1385007"/>
                  </a:lnTo>
                  <a:lnTo>
                    <a:pt x="3346357" y="1385007"/>
                  </a:lnTo>
                  <a:lnTo>
                    <a:pt x="3346451" y="1385007"/>
                  </a:lnTo>
                  <a:lnTo>
                    <a:pt x="3346545" y="1385007"/>
                  </a:lnTo>
                  <a:lnTo>
                    <a:pt x="3346639" y="1385007"/>
                  </a:lnTo>
                  <a:lnTo>
                    <a:pt x="3346733" y="1385007"/>
                  </a:lnTo>
                  <a:lnTo>
                    <a:pt x="3346827" y="1385007"/>
                  </a:lnTo>
                  <a:lnTo>
                    <a:pt x="3346922" y="1385007"/>
                  </a:lnTo>
                  <a:lnTo>
                    <a:pt x="3347016" y="1385007"/>
                  </a:lnTo>
                  <a:lnTo>
                    <a:pt x="3347110" y="1385007"/>
                  </a:lnTo>
                  <a:lnTo>
                    <a:pt x="3347204" y="1385007"/>
                  </a:lnTo>
                  <a:lnTo>
                    <a:pt x="3347298" y="1385007"/>
                  </a:lnTo>
                  <a:lnTo>
                    <a:pt x="3347392" y="1385007"/>
                  </a:lnTo>
                  <a:lnTo>
                    <a:pt x="3347486" y="1385007"/>
                  </a:lnTo>
                  <a:lnTo>
                    <a:pt x="3347581" y="1385007"/>
                  </a:lnTo>
                  <a:lnTo>
                    <a:pt x="3347581" y="1380096"/>
                  </a:lnTo>
                  <a:lnTo>
                    <a:pt x="3347581" y="1375184"/>
                  </a:lnTo>
                  <a:lnTo>
                    <a:pt x="3347675" y="1375184"/>
                  </a:lnTo>
                  <a:lnTo>
                    <a:pt x="3347769" y="1375184"/>
                  </a:lnTo>
                  <a:lnTo>
                    <a:pt x="3347863" y="1375184"/>
                  </a:lnTo>
                  <a:lnTo>
                    <a:pt x="3347957" y="1375184"/>
                  </a:lnTo>
                  <a:lnTo>
                    <a:pt x="3348051" y="1375184"/>
                  </a:lnTo>
                  <a:lnTo>
                    <a:pt x="3348145" y="1375184"/>
                  </a:lnTo>
                  <a:lnTo>
                    <a:pt x="3348240" y="1375184"/>
                  </a:lnTo>
                  <a:lnTo>
                    <a:pt x="3348334" y="1375184"/>
                  </a:lnTo>
                  <a:lnTo>
                    <a:pt x="3348428" y="1375184"/>
                  </a:lnTo>
                  <a:lnTo>
                    <a:pt x="3348522" y="1375184"/>
                  </a:lnTo>
                  <a:lnTo>
                    <a:pt x="3348616" y="1375184"/>
                  </a:lnTo>
                  <a:lnTo>
                    <a:pt x="3348710" y="1375184"/>
                  </a:lnTo>
                  <a:lnTo>
                    <a:pt x="3348805" y="1375184"/>
                  </a:lnTo>
                  <a:lnTo>
                    <a:pt x="3348899" y="1375184"/>
                  </a:lnTo>
                  <a:lnTo>
                    <a:pt x="3348993" y="1375184"/>
                  </a:lnTo>
                  <a:lnTo>
                    <a:pt x="3349087" y="1375184"/>
                  </a:lnTo>
                  <a:lnTo>
                    <a:pt x="3349181" y="1375184"/>
                  </a:lnTo>
                  <a:lnTo>
                    <a:pt x="3349275" y="1375184"/>
                  </a:lnTo>
                  <a:lnTo>
                    <a:pt x="3349369" y="1375184"/>
                  </a:lnTo>
                  <a:lnTo>
                    <a:pt x="3349464" y="1375184"/>
                  </a:lnTo>
                  <a:lnTo>
                    <a:pt x="3349558" y="1375184"/>
                  </a:lnTo>
                  <a:lnTo>
                    <a:pt x="3349652" y="1375184"/>
                  </a:lnTo>
                  <a:lnTo>
                    <a:pt x="3349746" y="1375184"/>
                  </a:lnTo>
                  <a:lnTo>
                    <a:pt x="3349840" y="1375184"/>
                  </a:lnTo>
                  <a:lnTo>
                    <a:pt x="3349934" y="1375184"/>
                  </a:lnTo>
                  <a:lnTo>
                    <a:pt x="3350029" y="1375184"/>
                  </a:lnTo>
                  <a:lnTo>
                    <a:pt x="3350123" y="1375184"/>
                  </a:lnTo>
                  <a:lnTo>
                    <a:pt x="3350217" y="1375184"/>
                  </a:lnTo>
                  <a:lnTo>
                    <a:pt x="3350311" y="1375184"/>
                  </a:lnTo>
                  <a:lnTo>
                    <a:pt x="3350405" y="1375184"/>
                  </a:lnTo>
                  <a:lnTo>
                    <a:pt x="3350499" y="1375184"/>
                  </a:lnTo>
                  <a:lnTo>
                    <a:pt x="3350593" y="1375184"/>
                  </a:lnTo>
                  <a:lnTo>
                    <a:pt x="3350688" y="1375184"/>
                  </a:lnTo>
                  <a:lnTo>
                    <a:pt x="3350782" y="1375184"/>
                  </a:lnTo>
                  <a:lnTo>
                    <a:pt x="3350876" y="1375184"/>
                  </a:lnTo>
                  <a:lnTo>
                    <a:pt x="3350970" y="1375184"/>
                  </a:lnTo>
                  <a:lnTo>
                    <a:pt x="3351064" y="1375184"/>
                  </a:lnTo>
                  <a:lnTo>
                    <a:pt x="3351158" y="1375184"/>
                  </a:lnTo>
                  <a:lnTo>
                    <a:pt x="3351253" y="1375184"/>
                  </a:lnTo>
                  <a:lnTo>
                    <a:pt x="3351347" y="1375184"/>
                  </a:lnTo>
                  <a:lnTo>
                    <a:pt x="3351347" y="1370273"/>
                  </a:lnTo>
                  <a:lnTo>
                    <a:pt x="3351441" y="1370273"/>
                  </a:lnTo>
                  <a:lnTo>
                    <a:pt x="3351535" y="1370273"/>
                  </a:lnTo>
                  <a:lnTo>
                    <a:pt x="3351629" y="1370273"/>
                  </a:lnTo>
                  <a:lnTo>
                    <a:pt x="3351723" y="1370273"/>
                  </a:lnTo>
                  <a:lnTo>
                    <a:pt x="3351817" y="1370273"/>
                  </a:lnTo>
                  <a:lnTo>
                    <a:pt x="3351912" y="1370273"/>
                  </a:lnTo>
                  <a:lnTo>
                    <a:pt x="3352006" y="1370273"/>
                  </a:lnTo>
                  <a:lnTo>
                    <a:pt x="3352100" y="1370273"/>
                  </a:lnTo>
                  <a:lnTo>
                    <a:pt x="3352194" y="1370273"/>
                  </a:lnTo>
                  <a:lnTo>
                    <a:pt x="3352288" y="1370273"/>
                  </a:lnTo>
                  <a:lnTo>
                    <a:pt x="3352382" y="1370273"/>
                  </a:lnTo>
                  <a:lnTo>
                    <a:pt x="3352476" y="1370273"/>
                  </a:lnTo>
                  <a:lnTo>
                    <a:pt x="3352571" y="1370273"/>
                  </a:lnTo>
                  <a:lnTo>
                    <a:pt x="3352665" y="1370273"/>
                  </a:lnTo>
                  <a:lnTo>
                    <a:pt x="3352759" y="1370273"/>
                  </a:lnTo>
                  <a:lnTo>
                    <a:pt x="3352853" y="1370273"/>
                  </a:lnTo>
                  <a:lnTo>
                    <a:pt x="3352947" y="1370273"/>
                  </a:lnTo>
                  <a:lnTo>
                    <a:pt x="3353041" y="1370273"/>
                  </a:lnTo>
                  <a:lnTo>
                    <a:pt x="3353136" y="1370273"/>
                  </a:lnTo>
                  <a:lnTo>
                    <a:pt x="3353230" y="1370273"/>
                  </a:lnTo>
                  <a:lnTo>
                    <a:pt x="3353324" y="1370273"/>
                  </a:lnTo>
                  <a:lnTo>
                    <a:pt x="3353418" y="1370273"/>
                  </a:lnTo>
                  <a:lnTo>
                    <a:pt x="3353512" y="1370273"/>
                  </a:lnTo>
                  <a:lnTo>
                    <a:pt x="3353606" y="1370273"/>
                  </a:lnTo>
                  <a:lnTo>
                    <a:pt x="3353700" y="1370273"/>
                  </a:lnTo>
                  <a:lnTo>
                    <a:pt x="3353795" y="1370273"/>
                  </a:lnTo>
                  <a:lnTo>
                    <a:pt x="3353889" y="1370273"/>
                  </a:lnTo>
                  <a:lnTo>
                    <a:pt x="3353889" y="1365362"/>
                  </a:lnTo>
                  <a:lnTo>
                    <a:pt x="3353983" y="1365362"/>
                  </a:lnTo>
                  <a:lnTo>
                    <a:pt x="3354077" y="1365362"/>
                  </a:lnTo>
                  <a:lnTo>
                    <a:pt x="3354171" y="1365362"/>
                  </a:lnTo>
                  <a:lnTo>
                    <a:pt x="3354265" y="1365362"/>
                  </a:lnTo>
                  <a:lnTo>
                    <a:pt x="3354360" y="1365362"/>
                  </a:lnTo>
                  <a:lnTo>
                    <a:pt x="3354454" y="1365362"/>
                  </a:lnTo>
                  <a:lnTo>
                    <a:pt x="3354548" y="1365362"/>
                  </a:lnTo>
                  <a:lnTo>
                    <a:pt x="3354642" y="1365362"/>
                  </a:lnTo>
                  <a:lnTo>
                    <a:pt x="3354736" y="1365362"/>
                  </a:lnTo>
                  <a:lnTo>
                    <a:pt x="3354830" y="1365362"/>
                  </a:lnTo>
                  <a:lnTo>
                    <a:pt x="3354924" y="1365362"/>
                  </a:lnTo>
                  <a:lnTo>
                    <a:pt x="3355019" y="1365362"/>
                  </a:lnTo>
                  <a:lnTo>
                    <a:pt x="3355113" y="1365362"/>
                  </a:lnTo>
                  <a:lnTo>
                    <a:pt x="3355207" y="1365362"/>
                  </a:lnTo>
                  <a:lnTo>
                    <a:pt x="3355301" y="1365362"/>
                  </a:lnTo>
                  <a:lnTo>
                    <a:pt x="3355395" y="1365362"/>
                  </a:lnTo>
                  <a:lnTo>
                    <a:pt x="3355489" y="1365362"/>
                  </a:lnTo>
                  <a:lnTo>
                    <a:pt x="3355584" y="1365362"/>
                  </a:lnTo>
                  <a:lnTo>
                    <a:pt x="3355678" y="1365362"/>
                  </a:lnTo>
                  <a:lnTo>
                    <a:pt x="3355772" y="1365362"/>
                  </a:lnTo>
                  <a:lnTo>
                    <a:pt x="3355866" y="1365362"/>
                  </a:lnTo>
                  <a:lnTo>
                    <a:pt x="3355960" y="1365362"/>
                  </a:lnTo>
                  <a:lnTo>
                    <a:pt x="3356054" y="1365362"/>
                  </a:lnTo>
                  <a:lnTo>
                    <a:pt x="3356148" y="1365362"/>
                  </a:lnTo>
                  <a:lnTo>
                    <a:pt x="3356243" y="1365362"/>
                  </a:lnTo>
                  <a:lnTo>
                    <a:pt x="3356337" y="1365362"/>
                  </a:lnTo>
                  <a:lnTo>
                    <a:pt x="3356431" y="1365362"/>
                  </a:lnTo>
                  <a:lnTo>
                    <a:pt x="3356525" y="1365362"/>
                  </a:lnTo>
                  <a:lnTo>
                    <a:pt x="3356619" y="1365362"/>
                  </a:lnTo>
                  <a:lnTo>
                    <a:pt x="3356713" y="1365362"/>
                  </a:lnTo>
                  <a:lnTo>
                    <a:pt x="3356807" y="1365362"/>
                  </a:lnTo>
                  <a:lnTo>
                    <a:pt x="3356902" y="1365362"/>
                  </a:lnTo>
                  <a:lnTo>
                    <a:pt x="3356996" y="1365362"/>
                  </a:lnTo>
                  <a:lnTo>
                    <a:pt x="3357090" y="1365362"/>
                  </a:lnTo>
                  <a:lnTo>
                    <a:pt x="3357184" y="1365362"/>
                  </a:lnTo>
                  <a:lnTo>
                    <a:pt x="3357278" y="1365362"/>
                  </a:lnTo>
                  <a:lnTo>
                    <a:pt x="3357372" y="1365362"/>
                  </a:lnTo>
                  <a:lnTo>
                    <a:pt x="3357467" y="1365362"/>
                  </a:lnTo>
                  <a:lnTo>
                    <a:pt x="3357561" y="1365362"/>
                  </a:lnTo>
                  <a:lnTo>
                    <a:pt x="3357655" y="1365362"/>
                  </a:lnTo>
                  <a:lnTo>
                    <a:pt x="3357749" y="1365362"/>
                  </a:lnTo>
                  <a:lnTo>
                    <a:pt x="3357843" y="1365362"/>
                  </a:lnTo>
                  <a:lnTo>
                    <a:pt x="3357937" y="1365362"/>
                  </a:lnTo>
                  <a:lnTo>
                    <a:pt x="3358031" y="1365362"/>
                  </a:lnTo>
                  <a:lnTo>
                    <a:pt x="3358126" y="1365362"/>
                  </a:lnTo>
                  <a:lnTo>
                    <a:pt x="3358220" y="1365362"/>
                  </a:lnTo>
                  <a:lnTo>
                    <a:pt x="3358314" y="1365362"/>
                  </a:lnTo>
                  <a:lnTo>
                    <a:pt x="3358408" y="1365362"/>
                  </a:lnTo>
                  <a:lnTo>
                    <a:pt x="3358502" y="1365362"/>
                  </a:lnTo>
                  <a:lnTo>
                    <a:pt x="3358596" y="1365362"/>
                  </a:lnTo>
                  <a:lnTo>
                    <a:pt x="3358691" y="1365362"/>
                  </a:lnTo>
                  <a:lnTo>
                    <a:pt x="3358785" y="1365362"/>
                  </a:lnTo>
                  <a:lnTo>
                    <a:pt x="3358879" y="1365362"/>
                  </a:lnTo>
                  <a:lnTo>
                    <a:pt x="3358973" y="1365362"/>
                  </a:lnTo>
                  <a:lnTo>
                    <a:pt x="3359067" y="1365362"/>
                  </a:lnTo>
                  <a:lnTo>
                    <a:pt x="3359161" y="1365362"/>
                  </a:lnTo>
                  <a:lnTo>
                    <a:pt x="3359255" y="1365362"/>
                  </a:lnTo>
                  <a:lnTo>
                    <a:pt x="3359350" y="1365362"/>
                  </a:lnTo>
                  <a:lnTo>
                    <a:pt x="3359444" y="1365362"/>
                  </a:lnTo>
                  <a:lnTo>
                    <a:pt x="3359538" y="1365362"/>
                  </a:lnTo>
                  <a:lnTo>
                    <a:pt x="3359632" y="1365362"/>
                  </a:lnTo>
                  <a:lnTo>
                    <a:pt x="3359726" y="1365362"/>
                  </a:lnTo>
                  <a:lnTo>
                    <a:pt x="3359820" y="1365362"/>
                  </a:lnTo>
                  <a:lnTo>
                    <a:pt x="3359915" y="1365362"/>
                  </a:lnTo>
                  <a:lnTo>
                    <a:pt x="3360009" y="1365362"/>
                  </a:lnTo>
                  <a:lnTo>
                    <a:pt x="3360103" y="1365362"/>
                  </a:lnTo>
                  <a:lnTo>
                    <a:pt x="3360197" y="1365362"/>
                  </a:lnTo>
                  <a:lnTo>
                    <a:pt x="3360291" y="1365362"/>
                  </a:lnTo>
                  <a:lnTo>
                    <a:pt x="3360385" y="1365362"/>
                  </a:lnTo>
                  <a:lnTo>
                    <a:pt x="3360479" y="1365362"/>
                  </a:lnTo>
                  <a:lnTo>
                    <a:pt x="3360574" y="1365362"/>
                  </a:lnTo>
                  <a:lnTo>
                    <a:pt x="3360668" y="1365362"/>
                  </a:lnTo>
                  <a:lnTo>
                    <a:pt x="3360762" y="1365362"/>
                  </a:lnTo>
                  <a:lnTo>
                    <a:pt x="3360856" y="1365362"/>
                  </a:lnTo>
                  <a:lnTo>
                    <a:pt x="3360950" y="1365362"/>
                  </a:lnTo>
                  <a:lnTo>
                    <a:pt x="3361044" y="1365362"/>
                  </a:lnTo>
                  <a:lnTo>
                    <a:pt x="3361138" y="1365362"/>
                  </a:lnTo>
                  <a:lnTo>
                    <a:pt x="3361233" y="1365362"/>
                  </a:lnTo>
                  <a:lnTo>
                    <a:pt x="3361327" y="1365362"/>
                  </a:lnTo>
                  <a:lnTo>
                    <a:pt x="3361421" y="1365362"/>
                  </a:lnTo>
                  <a:lnTo>
                    <a:pt x="3361515" y="1365362"/>
                  </a:lnTo>
                  <a:lnTo>
                    <a:pt x="3361609" y="1365362"/>
                  </a:lnTo>
                  <a:lnTo>
                    <a:pt x="3361703" y="1365362"/>
                  </a:lnTo>
                  <a:lnTo>
                    <a:pt x="3361798" y="1365362"/>
                  </a:lnTo>
                  <a:lnTo>
                    <a:pt x="3361892" y="1365362"/>
                  </a:lnTo>
                  <a:lnTo>
                    <a:pt x="3361986" y="1365362"/>
                  </a:lnTo>
                  <a:lnTo>
                    <a:pt x="3362080" y="1365362"/>
                  </a:lnTo>
                  <a:lnTo>
                    <a:pt x="3362174" y="1365362"/>
                  </a:lnTo>
                  <a:lnTo>
                    <a:pt x="3362268" y="1365362"/>
                  </a:lnTo>
                  <a:lnTo>
                    <a:pt x="3362362" y="1365362"/>
                  </a:lnTo>
                  <a:lnTo>
                    <a:pt x="3362457" y="1365362"/>
                  </a:lnTo>
                  <a:lnTo>
                    <a:pt x="3362551" y="1365362"/>
                  </a:lnTo>
                  <a:lnTo>
                    <a:pt x="3362645" y="1365362"/>
                  </a:lnTo>
                  <a:lnTo>
                    <a:pt x="3362739" y="1365362"/>
                  </a:lnTo>
                  <a:lnTo>
                    <a:pt x="3362833" y="1365362"/>
                  </a:lnTo>
                  <a:lnTo>
                    <a:pt x="3362927" y="1365362"/>
                  </a:lnTo>
                  <a:lnTo>
                    <a:pt x="3363022" y="1365362"/>
                  </a:lnTo>
                  <a:lnTo>
                    <a:pt x="3363116" y="1365362"/>
                  </a:lnTo>
                  <a:lnTo>
                    <a:pt x="3363210" y="1365362"/>
                  </a:lnTo>
                  <a:lnTo>
                    <a:pt x="3363304" y="1365362"/>
                  </a:lnTo>
                  <a:lnTo>
                    <a:pt x="3363398" y="1365362"/>
                  </a:lnTo>
                  <a:lnTo>
                    <a:pt x="3363492" y="1365362"/>
                  </a:lnTo>
                  <a:lnTo>
                    <a:pt x="3363586" y="1365362"/>
                  </a:lnTo>
                  <a:lnTo>
                    <a:pt x="3363681" y="1365362"/>
                  </a:lnTo>
                  <a:lnTo>
                    <a:pt x="3363775" y="1365362"/>
                  </a:lnTo>
                  <a:lnTo>
                    <a:pt x="3363869" y="1365362"/>
                  </a:lnTo>
                  <a:lnTo>
                    <a:pt x="3363963" y="1365362"/>
                  </a:lnTo>
                  <a:lnTo>
                    <a:pt x="3364057" y="1365362"/>
                  </a:lnTo>
                  <a:lnTo>
                    <a:pt x="3364151" y="1365362"/>
                  </a:lnTo>
                  <a:lnTo>
                    <a:pt x="3364246" y="1365362"/>
                  </a:lnTo>
                  <a:lnTo>
                    <a:pt x="3364340" y="1365362"/>
                  </a:lnTo>
                  <a:lnTo>
                    <a:pt x="3364434" y="1365362"/>
                  </a:lnTo>
                  <a:lnTo>
                    <a:pt x="3364528" y="1365362"/>
                  </a:lnTo>
                  <a:lnTo>
                    <a:pt x="3364622" y="1365362"/>
                  </a:lnTo>
                  <a:lnTo>
                    <a:pt x="3364716" y="1365362"/>
                  </a:lnTo>
                  <a:lnTo>
                    <a:pt x="3364810" y="1365362"/>
                  </a:lnTo>
                  <a:lnTo>
                    <a:pt x="3364905" y="1365362"/>
                  </a:lnTo>
                  <a:lnTo>
                    <a:pt x="3364999" y="1365362"/>
                  </a:lnTo>
                  <a:lnTo>
                    <a:pt x="3365093" y="1365362"/>
                  </a:lnTo>
                  <a:lnTo>
                    <a:pt x="3365187" y="1365362"/>
                  </a:lnTo>
                  <a:lnTo>
                    <a:pt x="3365281" y="1365362"/>
                  </a:lnTo>
                  <a:lnTo>
                    <a:pt x="3365375" y="1365362"/>
                  </a:lnTo>
                  <a:lnTo>
                    <a:pt x="3365469" y="1365362"/>
                  </a:lnTo>
                  <a:lnTo>
                    <a:pt x="3365564" y="1365362"/>
                  </a:lnTo>
                  <a:lnTo>
                    <a:pt x="3365658" y="1365362"/>
                  </a:lnTo>
                  <a:lnTo>
                    <a:pt x="3365752" y="1365362"/>
                  </a:lnTo>
                  <a:lnTo>
                    <a:pt x="3365846" y="1365362"/>
                  </a:lnTo>
                  <a:lnTo>
                    <a:pt x="3365940" y="1365362"/>
                  </a:lnTo>
                  <a:lnTo>
                    <a:pt x="3366034" y="1365362"/>
                  </a:lnTo>
                  <a:lnTo>
                    <a:pt x="3366129" y="1365362"/>
                  </a:lnTo>
                  <a:lnTo>
                    <a:pt x="3366223" y="1365362"/>
                  </a:lnTo>
                  <a:lnTo>
                    <a:pt x="3366317" y="1365362"/>
                  </a:lnTo>
                  <a:lnTo>
                    <a:pt x="3366411" y="1365362"/>
                  </a:lnTo>
                  <a:lnTo>
                    <a:pt x="3366505" y="1365362"/>
                  </a:lnTo>
                  <a:lnTo>
                    <a:pt x="3366599" y="1365362"/>
                  </a:lnTo>
                  <a:lnTo>
                    <a:pt x="3366693" y="1365362"/>
                  </a:lnTo>
                  <a:lnTo>
                    <a:pt x="3366788" y="1365362"/>
                  </a:lnTo>
                  <a:lnTo>
                    <a:pt x="3366882" y="1365362"/>
                  </a:lnTo>
                  <a:lnTo>
                    <a:pt x="3366976" y="1365362"/>
                  </a:lnTo>
                  <a:lnTo>
                    <a:pt x="3367070" y="1365362"/>
                  </a:lnTo>
                  <a:lnTo>
                    <a:pt x="3367164" y="1365362"/>
                  </a:lnTo>
                  <a:lnTo>
                    <a:pt x="3367258" y="1365362"/>
                  </a:lnTo>
                  <a:lnTo>
                    <a:pt x="3367353" y="1365362"/>
                  </a:lnTo>
                  <a:lnTo>
                    <a:pt x="3367447" y="1365362"/>
                  </a:lnTo>
                  <a:lnTo>
                    <a:pt x="3367541" y="1365362"/>
                  </a:lnTo>
                  <a:lnTo>
                    <a:pt x="3367635" y="1365362"/>
                  </a:lnTo>
                  <a:lnTo>
                    <a:pt x="3367729" y="1365362"/>
                  </a:lnTo>
                  <a:lnTo>
                    <a:pt x="3367823" y="1365362"/>
                  </a:lnTo>
                  <a:lnTo>
                    <a:pt x="3367917" y="1365362"/>
                  </a:lnTo>
                  <a:lnTo>
                    <a:pt x="3367917" y="1360450"/>
                  </a:lnTo>
                  <a:lnTo>
                    <a:pt x="3368012" y="1360450"/>
                  </a:lnTo>
                  <a:lnTo>
                    <a:pt x="3368106" y="1360450"/>
                  </a:lnTo>
                  <a:lnTo>
                    <a:pt x="3368200" y="1360450"/>
                  </a:lnTo>
                  <a:lnTo>
                    <a:pt x="3368294" y="1360450"/>
                  </a:lnTo>
                  <a:lnTo>
                    <a:pt x="3368388" y="1360450"/>
                  </a:lnTo>
                  <a:lnTo>
                    <a:pt x="3368482" y="1360450"/>
                  </a:lnTo>
                  <a:lnTo>
                    <a:pt x="3368577" y="1360450"/>
                  </a:lnTo>
                  <a:lnTo>
                    <a:pt x="3368671" y="1360450"/>
                  </a:lnTo>
                  <a:lnTo>
                    <a:pt x="3368765" y="1360450"/>
                  </a:lnTo>
                  <a:lnTo>
                    <a:pt x="3368859" y="1360450"/>
                  </a:lnTo>
                  <a:lnTo>
                    <a:pt x="3368953" y="1360450"/>
                  </a:lnTo>
                  <a:lnTo>
                    <a:pt x="3369047" y="1360450"/>
                  </a:lnTo>
                  <a:lnTo>
                    <a:pt x="3369047" y="1355539"/>
                  </a:lnTo>
                  <a:lnTo>
                    <a:pt x="3369141" y="1355539"/>
                  </a:lnTo>
                  <a:lnTo>
                    <a:pt x="3369236" y="1355539"/>
                  </a:lnTo>
                  <a:lnTo>
                    <a:pt x="3369330" y="1355539"/>
                  </a:lnTo>
                  <a:lnTo>
                    <a:pt x="3369424" y="1355539"/>
                  </a:lnTo>
                  <a:lnTo>
                    <a:pt x="3369518" y="1355539"/>
                  </a:lnTo>
                  <a:lnTo>
                    <a:pt x="3369612" y="1355539"/>
                  </a:lnTo>
                  <a:lnTo>
                    <a:pt x="3369706" y="1355539"/>
                  </a:lnTo>
                  <a:lnTo>
                    <a:pt x="3369800" y="1355539"/>
                  </a:lnTo>
                  <a:lnTo>
                    <a:pt x="3369895" y="1355539"/>
                  </a:lnTo>
                  <a:lnTo>
                    <a:pt x="3369989" y="1355539"/>
                  </a:lnTo>
                  <a:lnTo>
                    <a:pt x="3370083" y="1355539"/>
                  </a:lnTo>
                  <a:lnTo>
                    <a:pt x="3370177" y="1355539"/>
                  </a:lnTo>
                  <a:lnTo>
                    <a:pt x="3370271" y="1355539"/>
                  </a:lnTo>
                  <a:lnTo>
                    <a:pt x="3370365" y="1355539"/>
                  </a:lnTo>
                  <a:lnTo>
                    <a:pt x="3370460" y="1355539"/>
                  </a:lnTo>
                  <a:lnTo>
                    <a:pt x="3370554" y="1355539"/>
                  </a:lnTo>
                  <a:lnTo>
                    <a:pt x="3370648" y="1355539"/>
                  </a:lnTo>
                  <a:lnTo>
                    <a:pt x="3370742" y="1355539"/>
                  </a:lnTo>
                  <a:lnTo>
                    <a:pt x="3370836" y="1355539"/>
                  </a:lnTo>
                  <a:lnTo>
                    <a:pt x="3370930" y="1355539"/>
                  </a:lnTo>
                  <a:lnTo>
                    <a:pt x="3371024" y="1355539"/>
                  </a:lnTo>
                  <a:lnTo>
                    <a:pt x="3371119" y="1355539"/>
                  </a:lnTo>
                  <a:lnTo>
                    <a:pt x="3371213" y="1355539"/>
                  </a:lnTo>
                  <a:lnTo>
                    <a:pt x="3371307" y="1355539"/>
                  </a:lnTo>
                  <a:lnTo>
                    <a:pt x="3371401" y="1355539"/>
                  </a:lnTo>
                  <a:lnTo>
                    <a:pt x="3371495" y="1355539"/>
                  </a:lnTo>
                  <a:lnTo>
                    <a:pt x="3371589" y="1355539"/>
                  </a:lnTo>
                  <a:lnTo>
                    <a:pt x="3371684" y="1355539"/>
                  </a:lnTo>
                  <a:lnTo>
                    <a:pt x="3371778" y="1355539"/>
                  </a:lnTo>
                  <a:lnTo>
                    <a:pt x="3371872" y="1355539"/>
                  </a:lnTo>
                  <a:lnTo>
                    <a:pt x="3371966" y="1355539"/>
                  </a:lnTo>
                  <a:lnTo>
                    <a:pt x="3372060" y="1355539"/>
                  </a:lnTo>
                  <a:lnTo>
                    <a:pt x="3372154" y="1355539"/>
                  </a:lnTo>
                  <a:lnTo>
                    <a:pt x="3372248" y="1355539"/>
                  </a:lnTo>
                  <a:lnTo>
                    <a:pt x="3372343" y="1355539"/>
                  </a:lnTo>
                  <a:lnTo>
                    <a:pt x="3372437" y="1355539"/>
                  </a:lnTo>
                  <a:lnTo>
                    <a:pt x="3372531" y="1355539"/>
                  </a:lnTo>
                  <a:lnTo>
                    <a:pt x="3372625" y="1355539"/>
                  </a:lnTo>
                  <a:lnTo>
                    <a:pt x="3372719" y="1355539"/>
                  </a:lnTo>
                  <a:lnTo>
                    <a:pt x="3372813" y="1355539"/>
                  </a:lnTo>
                  <a:lnTo>
                    <a:pt x="3372908" y="1355539"/>
                  </a:lnTo>
                  <a:lnTo>
                    <a:pt x="3373002" y="1355539"/>
                  </a:lnTo>
                  <a:lnTo>
                    <a:pt x="3373096" y="1355539"/>
                  </a:lnTo>
                  <a:lnTo>
                    <a:pt x="3373190" y="1355539"/>
                  </a:lnTo>
                  <a:lnTo>
                    <a:pt x="3373284" y="1355539"/>
                  </a:lnTo>
                  <a:lnTo>
                    <a:pt x="3373378" y="1355539"/>
                  </a:lnTo>
                  <a:lnTo>
                    <a:pt x="3373472" y="1355539"/>
                  </a:lnTo>
                  <a:lnTo>
                    <a:pt x="3373567" y="1355539"/>
                  </a:lnTo>
                  <a:lnTo>
                    <a:pt x="3373661" y="1355539"/>
                  </a:lnTo>
                  <a:lnTo>
                    <a:pt x="3373755" y="1355539"/>
                  </a:lnTo>
                  <a:lnTo>
                    <a:pt x="3373849" y="1355539"/>
                  </a:lnTo>
                  <a:lnTo>
                    <a:pt x="3373943" y="1355539"/>
                  </a:lnTo>
                  <a:lnTo>
                    <a:pt x="3374037" y="1355539"/>
                  </a:lnTo>
                  <a:lnTo>
                    <a:pt x="3374131" y="1355539"/>
                  </a:lnTo>
                  <a:lnTo>
                    <a:pt x="3374226" y="1355539"/>
                  </a:lnTo>
                  <a:lnTo>
                    <a:pt x="3374320" y="1355539"/>
                  </a:lnTo>
                  <a:lnTo>
                    <a:pt x="3374414" y="1355539"/>
                  </a:lnTo>
                  <a:lnTo>
                    <a:pt x="3374508" y="1355539"/>
                  </a:lnTo>
                  <a:lnTo>
                    <a:pt x="3374602" y="1355539"/>
                  </a:lnTo>
                  <a:lnTo>
                    <a:pt x="3374696" y="1355539"/>
                  </a:lnTo>
                  <a:lnTo>
                    <a:pt x="3374791" y="1355539"/>
                  </a:lnTo>
                  <a:lnTo>
                    <a:pt x="3374885" y="1355539"/>
                  </a:lnTo>
                  <a:lnTo>
                    <a:pt x="3374979" y="1355539"/>
                  </a:lnTo>
                  <a:lnTo>
                    <a:pt x="3375073" y="1355539"/>
                  </a:lnTo>
                  <a:lnTo>
                    <a:pt x="3375167" y="1355539"/>
                  </a:lnTo>
                  <a:lnTo>
                    <a:pt x="3375261" y="1355539"/>
                  </a:lnTo>
                  <a:lnTo>
                    <a:pt x="3375355" y="1355539"/>
                  </a:lnTo>
                  <a:lnTo>
                    <a:pt x="3375450" y="1355539"/>
                  </a:lnTo>
                  <a:lnTo>
                    <a:pt x="3375544" y="1355539"/>
                  </a:lnTo>
                  <a:lnTo>
                    <a:pt x="3375638" y="1355539"/>
                  </a:lnTo>
                  <a:lnTo>
                    <a:pt x="3375732" y="1355539"/>
                  </a:lnTo>
                  <a:lnTo>
                    <a:pt x="3375826" y="1355539"/>
                  </a:lnTo>
                  <a:lnTo>
                    <a:pt x="3375920" y="1355539"/>
                  </a:lnTo>
                  <a:lnTo>
                    <a:pt x="3376015" y="1355539"/>
                  </a:lnTo>
                  <a:lnTo>
                    <a:pt x="3376109" y="1355539"/>
                  </a:lnTo>
                  <a:lnTo>
                    <a:pt x="3376203" y="1355539"/>
                  </a:lnTo>
                  <a:lnTo>
                    <a:pt x="3376297" y="1355539"/>
                  </a:lnTo>
                  <a:lnTo>
                    <a:pt x="3376391" y="1355539"/>
                  </a:lnTo>
                  <a:lnTo>
                    <a:pt x="3376485" y="1355539"/>
                  </a:lnTo>
                  <a:lnTo>
                    <a:pt x="3376579" y="1355539"/>
                  </a:lnTo>
                  <a:lnTo>
                    <a:pt x="3376674" y="1355539"/>
                  </a:lnTo>
                  <a:lnTo>
                    <a:pt x="3376768" y="1355539"/>
                  </a:lnTo>
                  <a:lnTo>
                    <a:pt x="3376862" y="1355539"/>
                  </a:lnTo>
                  <a:lnTo>
                    <a:pt x="3376956" y="1355539"/>
                  </a:lnTo>
                  <a:lnTo>
                    <a:pt x="3377050" y="1355539"/>
                  </a:lnTo>
                  <a:lnTo>
                    <a:pt x="3377144" y="1355539"/>
                  </a:lnTo>
                  <a:lnTo>
                    <a:pt x="3377239" y="1355539"/>
                  </a:lnTo>
                  <a:lnTo>
                    <a:pt x="3377333" y="1355539"/>
                  </a:lnTo>
                  <a:lnTo>
                    <a:pt x="3377427" y="1355539"/>
                  </a:lnTo>
                  <a:lnTo>
                    <a:pt x="3377521" y="1355539"/>
                  </a:lnTo>
                  <a:lnTo>
                    <a:pt x="3377615" y="1355539"/>
                  </a:lnTo>
                  <a:lnTo>
                    <a:pt x="3377709" y="1355539"/>
                  </a:lnTo>
                  <a:lnTo>
                    <a:pt x="3377803" y="1355539"/>
                  </a:lnTo>
                  <a:lnTo>
                    <a:pt x="3377898" y="1355539"/>
                  </a:lnTo>
                  <a:lnTo>
                    <a:pt x="3377992" y="1355539"/>
                  </a:lnTo>
                  <a:lnTo>
                    <a:pt x="3378086" y="1355539"/>
                  </a:lnTo>
                  <a:lnTo>
                    <a:pt x="3378180" y="1355539"/>
                  </a:lnTo>
                  <a:lnTo>
                    <a:pt x="3378274" y="1355539"/>
                  </a:lnTo>
                  <a:lnTo>
                    <a:pt x="3378368" y="1355539"/>
                  </a:lnTo>
                  <a:lnTo>
                    <a:pt x="3378463" y="1355539"/>
                  </a:lnTo>
                  <a:lnTo>
                    <a:pt x="3378557" y="1355539"/>
                  </a:lnTo>
                  <a:lnTo>
                    <a:pt x="3378651" y="1355539"/>
                  </a:lnTo>
                  <a:lnTo>
                    <a:pt x="3378745" y="1355539"/>
                  </a:lnTo>
                  <a:lnTo>
                    <a:pt x="3378839" y="1355539"/>
                  </a:lnTo>
                  <a:lnTo>
                    <a:pt x="3378933" y="1355539"/>
                  </a:lnTo>
                  <a:lnTo>
                    <a:pt x="3379027" y="1355539"/>
                  </a:lnTo>
                  <a:lnTo>
                    <a:pt x="3379122" y="1355539"/>
                  </a:lnTo>
                  <a:lnTo>
                    <a:pt x="3379216" y="1355539"/>
                  </a:lnTo>
                  <a:lnTo>
                    <a:pt x="3379310" y="1355539"/>
                  </a:lnTo>
                  <a:lnTo>
                    <a:pt x="3379404" y="1355539"/>
                  </a:lnTo>
                  <a:lnTo>
                    <a:pt x="3379498" y="1355539"/>
                  </a:lnTo>
                  <a:lnTo>
                    <a:pt x="3379592" y="1355539"/>
                  </a:lnTo>
                  <a:lnTo>
                    <a:pt x="3379686" y="1355539"/>
                  </a:lnTo>
                  <a:lnTo>
                    <a:pt x="3379781" y="1355539"/>
                  </a:lnTo>
                  <a:lnTo>
                    <a:pt x="3379875" y="1355539"/>
                  </a:lnTo>
                  <a:lnTo>
                    <a:pt x="3379969" y="1355539"/>
                  </a:lnTo>
                  <a:lnTo>
                    <a:pt x="3380063" y="1355539"/>
                  </a:lnTo>
                  <a:lnTo>
                    <a:pt x="3380157" y="1355539"/>
                  </a:lnTo>
                  <a:lnTo>
                    <a:pt x="3380251" y="1355539"/>
                  </a:lnTo>
                  <a:lnTo>
                    <a:pt x="3380346" y="1355539"/>
                  </a:lnTo>
                  <a:lnTo>
                    <a:pt x="3380440" y="1355539"/>
                  </a:lnTo>
                  <a:lnTo>
                    <a:pt x="3380534" y="1355539"/>
                  </a:lnTo>
                  <a:lnTo>
                    <a:pt x="3380628" y="1355539"/>
                  </a:lnTo>
                  <a:lnTo>
                    <a:pt x="3380722" y="1355539"/>
                  </a:lnTo>
                  <a:lnTo>
                    <a:pt x="3380816" y="1355539"/>
                  </a:lnTo>
                  <a:lnTo>
                    <a:pt x="3380910" y="1355539"/>
                  </a:lnTo>
                  <a:lnTo>
                    <a:pt x="3381005" y="1355539"/>
                  </a:lnTo>
                  <a:lnTo>
                    <a:pt x="3381099" y="1355539"/>
                  </a:lnTo>
                  <a:lnTo>
                    <a:pt x="3381193" y="1355539"/>
                  </a:lnTo>
                  <a:lnTo>
                    <a:pt x="3381287" y="1355539"/>
                  </a:lnTo>
                  <a:lnTo>
                    <a:pt x="3381381" y="1355539"/>
                  </a:lnTo>
                  <a:lnTo>
                    <a:pt x="3381475" y="1355539"/>
                  </a:lnTo>
                  <a:lnTo>
                    <a:pt x="3381570" y="1355539"/>
                  </a:lnTo>
                  <a:lnTo>
                    <a:pt x="3381664" y="1355539"/>
                  </a:lnTo>
                  <a:lnTo>
                    <a:pt x="3381758" y="1355539"/>
                  </a:lnTo>
                  <a:lnTo>
                    <a:pt x="3381852" y="1355539"/>
                  </a:lnTo>
                  <a:lnTo>
                    <a:pt x="3381946" y="1355539"/>
                  </a:lnTo>
                  <a:lnTo>
                    <a:pt x="3382040" y="1355539"/>
                  </a:lnTo>
                  <a:lnTo>
                    <a:pt x="3382134" y="1355539"/>
                  </a:lnTo>
                  <a:lnTo>
                    <a:pt x="3382229" y="1355539"/>
                  </a:lnTo>
                  <a:lnTo>
                    <a:pt x="3382323" y="1355539"/>
                  </a:lnTo>
                  <a:lnTo>
                    <a:pt x="3382417" y="1355539"/>
                  </a:lnTo>
                  <a:lnTo>
                    <a:pt x="3382511" y="1355539"/>
                  </a:lnTo>
                  <a:lnTo>
                    <a:pt x="3382605" y="1355539"/>
                  </a:lnTo>
                  <a:lnTo>
                    <a:pt x="3382699" y="1355539"/>
                  </a:lnTo>
                  <a:lnTo>
                    <a:pt x="3382794" y="1355539"/>
                  </a:lnTo>
                  <a:lnTo>
                    <a:pt x="3382888" y="1355539"/>
                  </a:lnTo>
                  <a:lnTo>
                    <a:pt x="3382982" y="1355539"/>
                  </a:lnTo>
                  <a:lnTo>
                    <a:pt x="3383076" y="1355539"/>
                  </a:lnTo>
                  <a:lnTo>
                    <a:pt x="3383170" y="1355539"/>
                  </a:lnTo>
                  <a:lnTo>
                    <a:pt x="3383264" y="1355539"/>
                  </a:lnTo>
                  <a:lnTo>
                    <a:pt x="3383358" y="1355539"/>
                  </a:lnTo>
                  <a:lnTo>
                    <a:pt x="3383453" y="1355539"/>
                  </a:lnTo>
                  <a:lnTo>
                    <a:pt x="3383547" y="1355539"/>
                  </a:lnTo>
                  <a:lnTo>
                    <a:pt x="3383641" y="1355539"/>
                  </a:lnTo>
                  <a:lnTo>
                    <a:pt x="3383735" y="1355539"/>
                  </a:lnTo>
                  <a:lnTo>
                    <a:pt x="3383829" y="1355539"/>
                  </a:lnTo>
                  <a:lnTo>
                    <a:pt x="3383923" y="1355539"/>
                  </a:lnTo>
                  <a:lnTo>
                    <a:pt x="3384017" y="1355539"/>
                  </a:lnTo>
                  <a:lnTo>
                    <a:pt x="3384112" y="1355539"/>
                  </a:lnTo>
                  <a:lnTo>
                    <a:pt x="3384206" y="1355539"/>
                  </a:lnTo>
                  <a:lnTo>
                    <a:pt x="3384300" y="1355539"/>
                  </a:lnTo>
                  <a:lnTo>
                    <a:pt x="3384394" y="1355539"/>
                  </a:lnTo>
                  <a:lnTo>
                    <a:pt x="3384488" y="1355539"/>
                  </a:lnTo>
                  <a:lnTo>
                    <a:pt x="3384582" y="1355539"/>
                  </a:lnTo>
                  <a:lnTo>
                    <a:pt x="3384677" y="1355539"/>
                  </a:lnTo>
                  <a:lnTo>
                    <a:pt x="3384771" y="1355539"/>
                  </a:lnTo>
                  <a:lnTo>
                    <a:pt x="3384865" y="1355539"/>
                  </a:lnTo>
                  <a:lnTo>
                    <a:pt x="3384959" y="1355539"/>
                  </a:lnTo>
                  <a:lnTo>
                    <a:pt x="3385053" y="1355539"/>
                  </a:lnTo>
                  <a:lnTo>
                    <a:pt x="3385147" y="1355539"/>
                  </a:lnTo>
                  <a:lnTo>
                    <a:pt x="3385241" y="1355539"/>
                  </a:lnTo>
                  <a:lnTo>
                    <a:pt x="3385336" y="1355539"/>
                  </a:lnTo>
                  <a:lnTo>
                    <a:pt x="3385430" y="1355539"/>
                  </a:lnTo>
                  <a:lnTo>
                    <a:pt x="3385524" y="1355539"/>
                  </a:lnTo>
                  <a:lnTo>
                    <a:pt x="3385618" y="1355539"/>
                  </a:lnTo>
                  <a:lnTo>
                    <a:pt x="3385712" y="1355539"/>
                  </a:lnTo>
                  <a:lnTo>
                    <a:pt x="3385806" y="1355539"/>
                  </a:lnTo>
                  <a:lnTo>
                    <a:pt x="3385901" y="1355539"/>
                  </a:lnTo>
                  <a:lnTo>
                    <a:pt x="3385995" y="1355539"/>
                  </a:lnTo>
                  <a:lnTo>
                    <a:pt x="3386089" y="1355539"/>
                  </a:lnTo>
                  <a:lnTo>
                    <a:pt x="3386183" y="1355539"/>
                  </a:lnTo>
                  <a:lnTo>
                    <a:pt x="3386277" y="1355539"/>
                  </a:lnTo>
                  <a:lnTo>
                    <a:pt x="3386371" y="1355539"/>
                  </a:lnTo>
                  <a:lnTo>
                    <a:pt x="3386465" y="1355539"/>
                  </a:lnTo>
                  <a:lnTo>
                    <a:pt x="3386560" y="1355539"/>
                  </a:lnTo>
                  <a:lnTo>
                    <a:pt x="3386654" y="1355539"/>
                  </a:lnTo>
                  <a:lnTo>
                    <a:pt x="3386748" y="1355539"/>
                  </a:lnTo>
                  <a:lnTo>
                    <a:pt x="3386842" y="1355539"/>
                  </a:lnTo>
                  <a:lnTo>
                    <a:pt x="3386936" y="1355539"/>
                  </a:lnTo>
                  <a:lnTo>
                    <a:pt x="3387030" y="1355539"/>
                  </a:lnTo>
                  <a:lnTo>
                    <a:pt x="3387125" y="1355539"/>
                  </a:lnTo>
                  <a:lnTo>
                    <a:pt x="3387219" y="1355539"/>
                  </a:lnTo>
                  <a:lnTo>
                    <a:pt x="3387313" y="1355539"/>
                  </a:lnTo>
                  <a:lnTo>
                    <a:pt x="3387407" y="1355539"/>
                  </a:lnTo>
                  <a:lnTo>
                    <a:pt x="3387501" y="1355539"/>
                  </a:lnTo>
                  <a:lnTo>
                    <a:pt x="3387595" y="1355539"/>
                  </a:lnTo>
                  <a:lnTo>
                    <a:pt x="3387689" y="1355539"/>
                  </a:lnTo>
                  <a:lnTo>
                    <a:pt x="3387784" y="1355539"/>
                  </a:lnTo>
                  <a:lnTo>
                    <a:pt x="3387878" y="1355539"/>
                  </a:lnTo>
                  <a:lnTo>
                    <a:pt x="3387972" y="1355539"/>
                  </a:lnTo>
                  <a:lnTo>
                    <a:pt x="3388066" y="1355539"/>
                  </a:lnTo>
                  <a:lnTo>
                    <a:pt x="3388160" y="1355539"/>
                  </a:lnTo>
                  <a:lnTo>
                    <a:pt x="3388254" y="1355539"/>
                  </a:lnTo>
                  <a:lnTo>
                    <a:pt x="3388348" y="1355539"/>
                  </a:lnTo>
                  <a:lnTo>
                    <a:pt x="3388443" y="1355539"/>
                  </a:lnTo>
                  <a:lnTo>
                    <a:pt x="3388537" y="1355539"/>
                  </a:lnTo>
                  <a:lnTo>
                    <a:pt x="3388631" y="1355539"/>
                  </a:lnTo>
                  <a:lnTo>
                    <a:pt x="3388725" y="1355539"/>
                  </a:lnTo>
                  <a:lnTo>
                    <a:pt x="3388819" y="1355539"/>
                  </a:lnTo>
                  <a:lnTo>
                    <a:pt x="3388913" y="1355539"/>
                  </a:lnTo>
                  <a:lnTo>
                    <a:pt x="3389008" y="1355539"/>
                  </a:lnTo>
                  <a:lnTo>
                    <a:pt x="3389102" y="1355539"/>
                  </a:lnTo>
                  <a:lnTo>
                    <a:pt x="3389196" y="1355539"/>
                  </a:lnTo>
                  <a:lnTo>
                    <a:pt x="3389290" y="1355539"/>
                  </a:lnTo>
                  <a:lnTo>
                    <a:pt x="3389384" y="1355539"/>
                  </a:lnTo>
                  <a:lnTo>
                    <a:pt x="3389478" y="1355539"/>
                  </a:lnTo>
                  <a:lnTo>
                    <a:pt x="3389572" y="1355539"/>
                  </a:lnTo>
                  <a:lnTo>
                    <a:pt x="3389667" y="1355539"/>
                  </a:lnTo>
                  <a:lnTo>
                    <a:pt x="3389761" y="1355539"/>
                  </a:lnTo>
                  <a:lnTo>
                    <a:pt x="3389855" y="1355539"/>
                  </a:lnTo>
                  <a:lnTo>
                    <a:pt x="3389949" y="1355539"/>
                  </a:lnTo>
                  <a:lnTo>
                    <a:pt x="3390043" y="1355539"/>
                  </a:lnTo>
                  <a:lnTo>
                    <a:pt x="3390137" y="1355539"/>
                  </a:lnTo>
                  <a:lnTo>
                    <a:pt x="3390232" y="1355539"/>
                  </a:lnTo>
                  <a:lnTo>
                    <a:pt x="3390326" y="1355539"/>
                  </a:lnTo>
                  <a:lnTo>
                    <a:pt x="3390420" y="1355539"/>
                  </a:lnTo>
                  <a:lnTo>
                    <a:pt x="3390514" y="1355539"/>
                  </a:lnTo>
                  <a:lnTo>
                    <a:pt x="3390608" y="1355539"/>
                  </a:lnTo>
                  <a:lnTo>
                    <a:pt x="3390702" y="1355539"/>
                  </a:lnTo>
                  <a:lnTo>
                    <a:pt x="3390796" y="1355539"/>
                  </a:lnTo>
                  <a:lnTo>
                    <a:pt x="3390891" y="1355539"/>
                  </a:lnTo>
                  <a:lnTo>
                    <a:pt x="3390985" y="1355539"/>
                  </a:lnTo>
                  <a:lnTo>
                    <a:pt x="3391079" y="1355539"/>
                  </a:lnTo>
                  <a:lnTo>
                    <a:pt x="3391173" y="1355539"/>
                  </a:lnTo>
                  <a:lnTo>
                    <a:pt x="3391267" y="1355539"/>
                  </a:lnTo>
                  <a:lnTo>
                    <a:pt x="3391361" y="1355539"/>
                  </a:lnTo>
                  <a:lnTo>
                    <a:pt x="3391456" y="1355539"/>
                  </a:lnTo>
                  <a:lnTo>
                    <a:pt x="3391550" y="1355539"/>
                  </a:lnTo>
                  <a:lnTo>
                    <a:pt x="3391644" y="1355539"/>
                  </a:lnTo>
                  <a:lnTo>
                    <a:pt x="3391738" y="1355539"/>
                  </a:lnTo>
                  <a:lnTo>
                    <a:pt x="3391832" y="1355539"/>
                  </a:lnTo>
                  <a:lnTo>
                    <a:pt x="3391926" y="1355539"/>
                  </a:lnTo>
                  <a:lnTo>
                    <a:pt x="3392020" y="1355539"/>
                  </a:lnTo>
                  <a:lnTo>
                    <a:pt x="3392115" y="1355539"/>
                  </a:lnTo>
                  <a:lnTo>
                    <a:pt x="3392209" y="1355539"/>
                  </a:lnTo>
                  <a:lnTo>
                    <a:pt x="3392303" y="1355539"/>
                  </a:lnTo>
                  <a:lnTo>
                    <a:pt x="3392397" y="1355539"/>
                  </a:lnTo>
                  <a:lnTo>
                    <a:pt x="3392491" y="1355539"/>
                  </a:lnTo>
                  <a:lnTo>
                    <a:pt x="3392585" y="1355539"/>
                  </a:lnTo>
                  <a:lnTo>
                    <a:pt x="3392679" y="1355539"/>
                  </a:lnTo>
                  <a:lnTo>
                    <a:pt x="3392774" y="1355539"/>
                  </a:lnTo>
                  <a:lnTo>
                    <a:pt x="3392868" y="1355539"/>
                  </a:lnTo>
                  <a:lnTo>
                    <a:pt x="3392962" y="1355539"/>
                  </a:lnTo>
                  <a:lnTo>
                    <a:pt x="3393056" y="1355539"/>
                  </a:lnTo>
                  <a:lnTo>
                    <a:pt x="3393150" y="1355539"/>
                  </a:lnTo>
                  <a:lnTo>
                    <a:pt x="3393150" y="1350628"/>
                  </a:lnTo>
                  <a:lnTo>
                    <a:pt x="3393244" y="1350628"/>
                  </a:lnTo>
                  <a:lnTo>
                    <a:pt x="3393339" y="1350628"/>
                  </a:lnTo>
                  <a:lnTo>
                    <a:pt x="3393433" y="1350628"/>
                  </a:lnTo>
                  <a:lnTo>
                    <a:pt x="3393527" y="1350628"/>
                  </a:lnTo>
                  <a:lnTo>
                    <a:pt x="3393621" y="1350628"/>
                  </a:lnTo>
                  <a:lnTo>
                    <a:pt x="3393715" y="1350628"/>
                  </a:lnTo>
                  <a:lnTo>
                    <a:pt x="3393809" y="1350628"/>
                  </a:lnTo>
                  <a:lnTo>
                    <a:pt x="3393903" y="1350628"/>
                  </a:lnTo>
                  <a:lnTo>
                    <a:pt x="3393998" y="1350628"/>
                  </a:lnTo>
                  <a:lnTo>
                    <a:pt x="3394092" y="1350628"/>
                  </a:lnTo>
                  <a:lnTo>
                    <a:pt x="3394186" y="1350628"/>
                  </a:lnTo>
                  <a:lnTo>
                    <a:pt x="3394280" y="1350628"/>
                  </a:lnTo>
                  <a:lnTo>
                    <a:pt x="3394374" y="1350628"/>
                  </a:lnTo>
                  <a:lnTo>
                    <a:pt x="3394468" y="1350628"/>
                  </a:lnTo>
                  <a:lnTo>
                    <a:pt x="3394563" y="1350628"/>
                  </a:lnTo>
                  <a:lnTo>
                    <a:pt x="3394657" y="1350628"/>
                  </a:lnTo>
                  <a:lnTo>
                    <a:pt x="3394751" y="1350628"/>
                  </a:lnTo>
                  <a:lnTo>
                    <a:pt x="3394845" y="1350628"/>
                  </a:lnTo>
                  <a:lnTo>
                    <a:pt x="3394939" y="1350628"/>
                  </a:lnTo>
                  <a:lnTo>
                    <a:pt x="3395033" y="1350628"/>
                  </a:lnTo>
                  <a:lnTo>
                    <a:pt x="3395127" y="1350628"/>
                  </a:lnTo>
                  <a:lnTo>
                    <a:pt x="3395222" y="1350628"/>
                  </a:lnTo>
                  <a:lnTo>
                    <a:pt x="3395316" y="1350628"/>
                  </a:lnTo>
                  <a:lnTo>
                    <a:pt x="3395410" y="1350628"/>
                  </a:lnTo>
                  <a:lnTo>
                    <a:pt x="3395504" y="1350628"/>
                  </a:lnTo>
                  <a:lnTo>
                    <a:pt x="3395598" y="1350628"/>
                  </a:lnTo>
                  <a:lnTo>
                    <a:pt x="3395692" y="1350628"/>
                  </a:lnTo>
                  <a:lnTo>
                    <a:pt x="3395787" y="1350628"/>
                  </a:lnTo>
                  <a:lnTo>
                    <a:pt x="3395881" y="1350628"/>
                  </a:lnTo>
                  <a:lnTo>
                    <a:pt x="3395975" y="1350628"/>
                  </a:lnTo>
                  <a:lnTo>
                    <a:pt x="3396069" y="1350628"/>
                  </a:lnTo>
                  <a:lnTo>
                    <a:pt x="3396163" y="1350628"/>
                  </a:lnTo>
                  <a:lnTo>
                    <a:pt x="3396257" y="1350628"/>
                  </a:lnTo>
                  <a:lnTo>
                    <a:pt x="3396351" y="1350628"/>
                  </a:lnTo>
                  <a:lnTo>
                    <a:pt x="3396446" y="1350628"/>
                  </a:lnTo>
                  <a:lnTo>
                    <a:pt x="3396540" y="1350628"/>
                  </a:lnTo>
                  <a:lnTo>
                    <a:pt x="3396634" y="1350628"/>
                  </a:lnTo>
                  <a:lnTo>
                    <a:pt x="3396728" y="1350628"/>
                  </a:lnTo>
                  <a:lnTo>
                    <a:pt x="3396822" y="1350628"/>
                  </a:lnTo>
                  <a:lnTo>
                    <a:pt x="3396916" y="1350628"/>
                  </a:lnTo>
                  <a:lnTo>
                    <a:pt x="3397010" y="1350628"/>
                  </a:lnTo>
                  <a:lnTo>
                    <a:pt x="3397105" y="1350628"/>
                  </a:lnTo>
                  <a:lnTo>
                    <a:pt x="3397199" y="1350628"/>
                  </a:lnTo>
                  <a:lnTo>
                    <a:pt x="3397293" y="1350628"/>
                  </a:lnTo>
                  <a:lnTo>
                    <a:pt x="3397387" y="1350628"/>
                  </a:lnTo>
                  <a:lnTo>
                    <a:pt x="3397481" y="1350628"/>
                  </a:lnTo>
                  <a:lnTo>
                    <a:pt x="3397575" y="1350628"/>
                  </a:lnTo>
                  <a:lnTo>
                    <a:pt x="3397670" y="1350628"/>
                  </a:lnTo>
                  <a:lnTo>
                    <a:pt x="3397764" y="1350628"/>
                  </a:lnTo>
                  <a:lnTo>
                    <a:pt x="3397858" y="1350628"/>
                  </a:lnTo>
                  <a:lnTo>
                    <a:pt x="3397952" y="1350628"/>
                  </a:lnTo>
                  <a:lnTo>
                    <a:pt x="3397952" y="1345716"/>
                  </a:lnTo>
                  <a:lnTo>
                    <a:pt x="3398046" y="1345716"/>
                  </a:lnTo>
                  <a:lnTo>
                    <a:pt x="3398140" y="1345716"/>
                  </a:lnTo>
                  <a:lnTo>
                    <a:pt x="3398234" y="1345716"/>
                  </a:lnTo>
                  <a:lnTo>
                    <a:pt x="3398329" y="1345716"/>
                  </a:lnTo>
                  <a:lnTo>
                    <a:pt x="3398423" y="1345716"/>
                  </a:lnTo>
                  <a:lnTo>
                    <a:pt x="3398517" y="1345716"/>
                  </a:lnTo>
                  <a:lnTo>
                    <a:pt x="3398611" y="1345716"/>
                  </a:lnTo>
                  <a:lnTo>
                    <a:pt x="3398705" y="1345716"/>
                  </a:lnTo>
                  <a:lnTo>
                    <a:pt x="3398799" y="1345716"/>
                  </a:lnTo>
                  <a:lnTo>
                    <a:pt x="3398894" y="1345716"/>
                  </a:lnTo>
                  <a:lnTo>
                    <a:pt x="3398988" y="1345716"/>
                  </a:lnTo>
                  <a:lnTo>
                    <a:pt x="3399082" y="1345716"/>
                  </a:lnTo>
                  <a:lnTo>
                    <a:pt x="3399176" y="1345716"/>
                  </a:lnTo>
                  <a:lnTo>
                    <a:pt x="3399270" y="1345716"/>
                  </a:lnTo>
                  <a:lnTo>
                    <a:pt x="3399364" y="1345716"/>
                  </a:lnTo>
                  <a:lnTo>
                    <a:pt x="3399458" y="1345716"/>
                  </a:lnTo>
                  <a:lnTo>
                    <a:pt x="3399553" y="1345716"/>
                  </a:lnTo>
                  <a:lnTo>
                    <a:pt x="3399647" y="1345716"/>
                  </a:lnTo>
                  <a:lnTo>
                    <a:pt x="3399741" y="1345716"/>
                  </a:lnTo>
                  <a:lnTo>
                    <a:pt x="3399835" y="1345716"/>
                  </a:lnTo>
                  <a:lnTo>
                    <a:pt x="3399929" y="1345716"/>
                  </a:lnTo>
                  <a:lnTo>
                    <a:pt x="3400023" y="1345716"/>
                  </a:lnTo>
                  <a:lnTo>
                    <a:pt x="3400118" y="1345716"/>
                  </a:lnTo>
                  <a:lnTo>
                    <a:pt x="3400212" y="1345716"/>
                  </a:lnTo>
                  <a:lnTo>
                    <a:pt x="3400306" y="1345716"/>
                  </a:lnTo>
                  <a:lnTo>
                    <a:pt x="3400400" y="1345716"/>
                  </a:lnTo>
                  <a:lnTo>
                    <a:pt x="3400494" y="1345716"/>
                  </a:lnTo>
                  <a:lnTo>
                    <a:pt x="3400588" y="1345716"/>
                  </a:lnTo>
                  <a:lnTo>
                    <a:pt x="3400682" y="1345716"/>
                  </a:lnTo>
                  <a:lnTo>
                    <a:pt x="3400777" y="1345716"/>
                  </a:lnTo>
                  <a:lnTo>
                    <a:pt x="3400871" y="1345716"/>
                  </a:lnTo>
                  <a:lnTo>
                    <a:pt x="3400965" y="1345716"/>
                  </a:lnTo>
                  <a:lnTo>
                    <a:pt x="3401059" y="1345716"/>
                  </a:lnTo>
                  <a:lnTo>
                    <a:pt x="3401153" y="1345716"/>
                  </a:lnTo>
                  <a:lnTo>
                    <a:pt x="3401247" y="1345716"/>
                  </a:lnTo>
                  <a:lnTo>
                    <a:pt x="3401341" y="1345716"/>
                  </a:lnTo>
                  <a:lnTo>
                    <a:pt x="3401436" y="1345716"/>
                  </a:lnTo>
                  <a:lnTo>
                    <a:pt x="3401530" y="1345716"/>
                  </a:lnTo>
                  <a:lnTo>
                    <a:pt x="3401624" y="1345716"/>
                  </a:lnTo>
                  <a:lnTo>
                    <a:pt x="3401718" y="1345716"/>
                  </a:lnTo>
                  <a:lnTo>
                    <a:pt x="3401812" y="1345716"/>
                  </a:lnTo>
                  <a:lnTo>
                    <a:pt x="3401906" y="1345716"/>
                  </a:lnTo>
                  <a:lnTo>
                    <a:pt x="3402001" y="1345716"/>
                  </a:lnTo>
                  <a:lnTo>
                    <a:pt x="3402095" y="1345716"/>
                  </a:lnTo>
                  <a:lnTo>
                    <a:pt x="3402189" y="1345716"/>
                  </a:lnTo>
                  <a:lnTo>
                    <a:pt x="3402283" y="1345716"/>
                  </a:lnTo>
                  <a:lnTo>
                    <a:pt x="3402377" y="1345716"/>
                  </a:lnTo>
                  <a:lnTo>
                    <a:pt x="3402471" y="1345716"/>
                  </a:lnTo>
                  <a:lnTo>
                    <a:pt x="3402565" y="1345716"/>
                  </a:lnTo>
                  <a:lnTo>
                    <a:pt x="3402660" y="1345716"/>
                  </a:lnTo>
                  <a:lnTo>
                    <a:pt x="3402754" y="1345716"/>
                  </a:lnTo>
                  <a:lnTo>
                    <a:pt x="3402848" y="1345716"/>
                  </a:lnTo>
                  <a:lnTo>
                    <a:pt x="3402942" y="1345716"/>
                  </a:lnTo>
                  <a:lnTo>
                    <a:pt x="3403036" y="1345716"/>
                  </a:lnTo>
                  <a:lnTo>
                    <a:pt x="3403130" y="1345716"/>
                  </a:lnTo>
                  <a:lnTo>
                    <a:pt x="3403225" y="1345716"/>
                  </a:lnTo>
                  <a:lnTo>
                    <a:pt x="3403319" y="1345716"/>
                  </a:lnTo>
                  <a:lnTo>
                    <a:pt x="3403413" y="1345716"/>
                  </a:lnTo>
                  <a:lnTo>
                    <a:pt x="3403507" y="1345716"/>
                  </a:lnTo>
                  <a:lnTo>
                    <a:pt x="3403601" y="1345716"/>
                  </a:lnTo>
                  <a:lnTo>
                    <a:pt x="3403695" y="1345716"/>
                  </a:lnTo>
                  <a:lnTo>
                    <a:pt x="3403789" y="1345716"/>
                  </a:lnTo>
                  <a:lnTo>
                    <a:pt x="3403884" y="1345716"/>
                  </a:lnTo>
                  <a:lnTo>
                    <a:pt x="3403978" y="1345716"/>
                  </a:lnTo>
                  <a:lnTo>
                    <a:pt x="3404072" y="1345716"/>
                  </a:lnTo>
                  <a:lnTo>
                    <a:pt x="3404166" y="1345716"/>
                  </a:lnTo>
                  <a:lnTo>
                    <a:pt x="3404260" y="1345716"/>
                  </a:lnTo>
                  <a:lnTo>
                    <a:pt x="3404354" y="1345716"/>
                  </a:lnTo>
                  <a:lnTo>
                    <a:pt x="3404449" y="1345716"/>
                  </a:lnTo>
                  <a:lnTo>
                    <a:pt x="3404543" y="1345716"/>
                  </a:lnTo>
                  <a:lnTo>
                    <a:pt x="3404637" y="1345716"/>
                  </a:lnTo>
                  <a:lnTo>
                    <a:pt x="3404731" y="1345716"/>
                  </a:lnTo>
                  <a:lnTo>
                    <a:pt x="3404825" y="1345716"/>
                  </a:lnTo>
                  <a:lnTo>
                    <a:pt x="3404919" y="1345716"/>
                  </a:lnTo>
                  <a:lnTo>
                    <a:pt x="3405013" y="1345716"/>
                  </a:lnTo>
                  <a:lnTo>
                    <a:pt x="3405108" y="1345716"/>
                  </a:lnTo>
                  <a:lnTo>
                    <a:pt x="3405202" y="1345716"/>
                  </a:lnTo>
                  <a:lnTo>
                    <a:pt x="3405296" y="1345716"/>
                  </a:lnTo>
                  <a:lnTo>
                    <a:pt x="3405390" y="1345716"/>
                  </a:lnTo>
                  <a:lnTo>
                    <a:pt x="3405484" y="1345716"/>
                  </a:lnTo>
                  <a:lnTo>
                    <a:pt x="3405484" y="1340805"/>
                  </a:lnTo>
                  <a:lnTo>
                    <a:pt x="3405578" y="1340805"/>
                  </a:lnTo>
                  <a:lnTo>
                    <a:pt x="3405672" y="1340805"/>
                  </a:lnTo>
                  <a:lnTo>
                    <a:pt x="3405767" y="1340805"/>
                  </a:lnTo>
                  <a:lnTo>
                    <a:pt x="3405861" y="1340805"/>
                  </a:lnTo>
                  <a:lnTo>
                    <a:pt x="3405955" y="1340805"/>
                  </a:lnTo>
                  <a:lnTo>
                    <a:pt x="3405955" y="1335893"/>
                  </a:lnTo>
                  <a:lnTo>
                    <a:pt x="3406049" y="1335893"/>
                  </a:lnTo>
                  <a:lnTo>
                    <a:pt x="3406143" y="1335893"/>
                  </a:lnTo>
                  <a:lnTo>
                    <a:pt x="3406237" y="1335893"/>
                  </a:lnTo>
                  <a:lnTo>
                    <a:pt x="3406332" y="1335893"/>
                  </a:lnTo>
                  <a:lnTo>
                    <a:pt x="3406426" y="1335893"/>
                  </a:lnTo>
                  <a:lnTo>
                    <a:pt x="3406520" y="1335893"/>
                  </a:lnTo>
                  <a:lnTo>
                    <a:pt x="3406614" y="1335893"/>
                  </a:lnTo>
                  <a:lnTo>
                    <a:pt x="3406708" y="1335893"/>
                  </a:lnTo>
                  <a:lnTo>
                    <a:pt x="3406802" y="1335893"/>
                  </a:lnTo>
                  <a:lnTo>
                    <a:pt x="3406896" y="1335893"/>
                  </a:lnTo>
                  <a:lnTo>
                    <a:pt x="3406991" y="1335893"/>
                  </a:lnTo>
                  <a:lnTo>
                    <a:pt x="3407085" y="1335893"/>
                  </a:lnTo>
                  <a:lnTo>
                    <a:pt x="3407179" y="1335893"/>
                  </a:lnTo>
                  <a:lnTo>
                    <a:pt x="3407273" y="1335893"/>
                  </a:lnTo>
                  <a:lnTo>
                    <a:pt x="3407367" y="1335893"/>
                  </a:lnTo>
                  <a:lnTo>
                    <a:pt x="3407461" y="1335893"/>
                  </a:lnTo>
                  <a:lnTo>
                    <a:pt x="3407556" y="1335893"/>
                  </a:lnTo>
                  <a:lnTo>
                    <a:pt x="3407650" y="1335893"/>
                  </a:lnTo>
                  <a:lnTo>
                    <a:pt x="3407744" y="1335893"/>
                  </a:lnTo>
                  <a:lnTo>
                    <a:pt x="3407838" y="1335893"/>
                  </a:lnTo>
                  <a:lnTo>
                    <a:pt x="3407932" y="1335893"/>
                  </a:lnTo>
                  <a:lnTo>
                    <a:pt x="3408026" y="1335893"/>
                  </a:lnTo>
                  <a:lnTo>
                    <a:pt x="3408120" y="1335893"/>
                  </a:lnTo>
                  <a:lnTo>
                    <a:pt x="3408215" y="1335893"/>
                  </a:lnTo>
                  <a:lnTo>
                    <a:pt x="3408309" y="1335893"/>
                  </a:lnTo>
                  <a:lnTo>
                    <a:pt x="3408403" y="1335893"/>
                  </a:lnTo>
                  <a:lnTo>
                    <a:pt x="3408497" y="1335893"/>
                  </a:lnTo>
                  <a:lnTo>
                    <a:pt x="3408591" y="1335893"/>
                  </a:lnTo>
                  <a:lnTo>
                    <a:pt x="3408685" y="1335893"/>
                  </a:lnTo>
                  <a:lnTo>
                    <a:pt x="3408780" y="1335893"/>
                  </a:lnTo>
                  <a:lnTo>
                    <a:pt x="3408874" y="1335893"/>
                  </a:lnTo>
                  <a:lnTo>
                    <a:pt x="3408968" y="1335893"/>
                  </a:lnTo>
                  <a:lnTo>
                    <a:pt x="3409062" y="1335893"/>
                  </a:lnTo>
                  <a:lnTo>
                    <a:pt x="3409156" y="1335893"/>
                  </a:lnTo>
                  <a:lnTo>
                    <a:pt x="3409250" y="1335893"/>
                  </a:lnTo>
                  <a:lnTo>
                    <a:pt x="3409344" y="1335893"/>
                  </a:lnTo>
                  <a:lnTo>
                    <a:pt x="3409439" y="1335893"/>
                  </a:lnTo>
                  <a:lnTo>
                    <a:pt x="3409533" y="1335893"/>
                  </a:lnTo>
                  <a:lnTo>
                    <a:pt x="3409627" y="1335893"/>
                  </a:lnTo>
                  <a:lnTo>
                    <a:pt x="3409627" y="1330982"/>
                  </a:lnTo>
                  <a:lnTo>
                    <a:pt x="3409721" y="1330982"/>
                  </a:lnTo>
                  <a:lnTo>
                    <a:pt x="3409815" y="1330982"/>
                  </a:lnTo>
                  <a:lnTo>
                    <a:pt x="3409909" y="1330982"/>
                  </a:lnTo>
                  <a:lnTo>
                    <a:pt x="3410003" y="1330982"/>
                  </a:lnTo>
                  <a:lnTo>
                    <a:pt x="3410098" y="1330982"/>
                  </a:lnTo>
                  <a:lnTo>
                    <a:pt x="3410192" y="1330982"/>
                  </a:lnTo>
                  <a:lnTo>
                    <a:pt x="3410286" y="1330982"/>
                  </a:lnTo>
                  <a:lnTo>
                    <a:pt x="3410380" y="1330982"/>
                  </a:lnTo>
                  <a:lnTo>
                    <a:pt x="3410474" y="1330982"/>
                  </a:lnTo>
                  <a:lnTo>
                    <a:pt x="3410568" y="1330982"/>
                  </a:lnTo>
                  <a:lnTo>
                    <a:pt x="3410663" y="1330982"/>
                  </a:lnTo>
                  <a:lnTo>
                    <a:pt x="3410757" y="1330982"/>
                  </a:lnTo>
                  <a:lnTo>
                    <a:pt x="3410851" y="1330982"/>
                  </a:lnTo>
                  <a:lnTo>
                    <a:pt x="3410945" y="1330982"/>
                  </a:lnTo>
                  <a:lnTo>
                    <a:pt x="3411039" y="1330982"/>
                  </a:lnTo>
                  <a:lnTo>
                    <a:pt x="3411133" y="1330982"/>
                  </a:lnTo>
                  <a:lnTo>
                    <a:pt x="3411227" y="1330982"/>
                  </a:lnTo>
                  <a:lnTo>
                    <a:pt x="3411322" y="1330982"/>
                  </a:lnTo>
                  <a:lnTo>
                    <a:pt x="3411416" y="1330982"/>
                  </a:lnTo>
                  <a:lnTo>
                    <a:pt x="3411510" y="1330982"/>
                  </a:lnTo>
                  <a:lnTo>
                    <a:pt x="3411604" y="1330982"/>
                  </a:lnTo>
                  <a:lnTo>
                    <a:pt x="3411698" y="1330982"/>
                  </a:lnTo>
                  <a:lnTo>
                    <a:pt x="3411792" y="1330982"/>
                  </a:lnTo>
                  <a:lnTo>
                    <a:pt x="3411887" y="1330982"/>
                  </a:lnTo>
                  <a:lnTo>
                    <a:pt x="3411981" y="1330982"/>
                  </a:lnTo>
                  <a:lnTo>
                    <a:pt x="3412075" y="1330982"/>
                  </a:lnTo>
                  <a:lnTo>
                    <a:pt x="3412169" y="1330982"/>
                  </a:lnTo>
                  <a:lnTo>
                    <a:pt x="3412263" y="1330982"/>
                  </a:lnTo>
                  <a:lnTo>
                    <a:pt x="3412357" y="1330982"/>
                  </a:lnTo>
                  <a:lnTo>
                    <a:pt x="3412451" y="1330982"/>
                  </a:lnTo>
                  <a:lnTo>
                    <a:pt x="3412546" y="1330982"/>
                  </a:lnTo>
                  <a:lnTo>
                    <a:pt x="3412640" y="1330982"/>
                  </a:lnTo>
                  <a:lnTo>
                    <a:pt x="3412734" y="1330982"/>
                  </a:lnTo>
                  <a:lnTo>
                    <a:pt x="3412828" y="1330982"/>
                  </a:lnTo>
                  <a:lnTo>
                    <a:pt x="3412922" y="1330982"/>
                  </a:lnTo>
                  <a:lnTo>
                    <a:pt x="3413016" y="1330982"/>
                  </a:lnTo>
                  <a:lnTo>
                    <a:pt x="3413111" y="1330982"/>
                  </a:lnTo>
                  <a:lnTo>
                    <a:pt x="3413205" y="1330982"/>
                  </a:lnTo>
                  <a:lnTo>
                    <a:pt x="3413299" y="1330982"/>
                  </a:lnTo>
                  <a:lnTo>
                    <a:pt x="3413393" y="1330982"/>
                  </a:lnTo>
                  <a:lnTo>
                    <a:pt x="3413487" y="1330982"/>
                  </a:lnTo>
                  <a:lnTo>
                    <a:pt x="3413581" y="1330982"/>
                  </a:lnTo>
                  <a:lnTo>
                    <a:pt x="3413675" y="1330982"/>
                  </a:lnTo>
                  <a:lnTo>
                    <a:pt x="3413770" y="1330982"/>
                  </a:lnTo>
                  <a:lnTo>
                    <a:pt x="3413864" y="1330982"/>
                  </a:lnTo>
                  <a:lnTo>
                    <a:pt x="3413958" y="1330982"/>
                  </a:lnTo>
                  <a:lnTo>
                    <a:pt x="3414052" y="1330982"/>
                  </a:lnTo>
                  <a:lnTo>
                    <a:pt x="3414146" y="1330982"/>
                  </a:lnTo>
                  <a:lnTo>
                    <a:pt x="3414240" y="1330982"/>
                  </a:lnTo>
                  <a:lnTo>
                    <a:pt x="3414334" y="1330982"/>
                  </a:lnTo>
                  <a:lnTo>
                    <a:pt x="3414429" y="1330982"/>
                  </a:lnTo>
                  <a:lnTo>
                    <a:pt x="3414523" y="1330982"/>
                  </a:lnTo>
                  <a:lnTo>
                    <a:pt x="3414617" y="1330982"/>
                  </a:lnTo>
                  <a:lnTo>
                    <a:pt x="3414711" y="1330982"/>
                  </a:lnTo>
                  <a:lnTo>
                    <a:pt x="3414805" y="1330982"/>
                  </a:lnTo>
                  <a:lnTo>
                    <a:pt x="3414899" y="1330982"/>
                  </a:lnTo>
                  <a:lnTo>
                    <a:pt x="3414994" y="1330982"/>
                  </a:lnTo>
                  <a:lnTo>
                    <a:pt x="3415088" y="1330982"/>
                  </a:lnTo>
                  <a:lnTo>
                    <a:pt x="3415182" y="1330982"/>
                  </a:lnTo>
                  <a:lnTo>
                    <a:pt x="3415276" y="1330982"/>
                  </a:lnTo>
                  <a:lnTo>
                    <a:pt x="3415370" y="1330982"/>
                  </a:lnTo>
                  <a:lnTo>
                    <a:pt x="3415464" y="1330982"/>
                  </a:lnTo>
                  <a:lnTo>
                    <a:pt x="3415558" y="1330982"/>
                  </a:lnTo>
                  <a:lnTo>
                    <a:pt x="3415653" y="1330982"/>
                  </a:lnTo>
                  <a:lnTo>
                    <a:pt x="3415747" y="1330982"/>
                  </a:lnTo>
                  <a:lnTo>
                    <a:pt x="3415841" y="1330982"/>
                  </a:lnTo>
                  <a:lnTo>
                    <a:pt x="3415935" y="1330982"/>
                  </a:lnTo>
                  <a:lnTo>
                    <a:pt x="3416029" y="1330982"/>
                  </a:lnTo>
                  <a:lnTo>
                    <a:pt x="3416123" y="1330982"/>
                  </a:lnTo>
                  <a:lnTo>
                    <a:pt x="3416218" y="1330982"/>
                  </a:lnTo>
                  <a:lnTo>
                    <a:pt x="3416312" y="1330982"/>
                  </a:lnTo>
                  <a:lnTo>
                    <a:pt x="3416406" y="1330982"/>
                  </a:lnTo>
                  <a:lnTo>
                    <a:pt x="3416500" y="1330982"/>
                  </a:lnTo>
                  <a:lnTo>
                    <a:pt x="3416594" y="1330982"/>
                  </a:lnTo>
                  <a:lnTo>
                    <a:pt x="3416688" y="1330982"/>
                  </a:lnTo>
                  <a:lnTo>
                    <a:pt x="3416782" y="1330982"/>
                  </a:lnTo>
                  <a:lnTo>
                    <a:pt x="3416877" y="1330982"/>
                  </a:lnTo>
                  <a:lnTo>
                    <a:pt x="3416971" y="1330982"/>
                  </a:lnTo>
                  <a:lnTo>
                    <a:pt x="3417065" y="1330982"/>
                  </a:lnTo>
                  <a:lnTo>
                    <a:pt x="3417159" y="1330982"/>
                  </a:lnTo>
                  <a:lnTo>
                    <a:pt x="3417253" y="1330982"/>
                  </a:lnTo>
                  <a:lnTo>
                    <a:pt x="3417347" y="1330982"/>
                  </a:lnTo>
                  <a:lnTo>
                    <a:pt x="3417442" y="1330982"/>
                  </a:lnTo>
                  <a:lnTo>
                    <a:pt x="3417536" y="1330982"/>
                  </a:lnTo>
                  <a:lnTo>
                    <a:pt x="3417630" y="1330982"/>
                  </a:lnTo>
                  <a:lnTo>
                    <a:pt x="3417724" y="1330982"/>
                  </a:lnTo>
                  <a:lnTo>
                    <a:pt x="3417818" y="1330982"/>
                  </a:lnTo>
                  <a:lnTo>
                    <a:pt x="3417912" y="1330982"/>
                  </a:lnTo>
                  <a:lnTo>
                    <a:pt x="3418006" y="1330982"/>
                  </a:lnTo>
                  <a:lnTo>
                    <a:pt x="3418101" y="1330982"/>
                  </a:lnTo>
                  <a:lnTo>
                    <a:pt x="3418195" y="1330982"/>
                  </a:lnTo>
                  <a:lnTo>
                    <a:pt x="3418289" y="1330982"/>
                  </a:lnTo>
                  <a:lnTo>
                    <a:pt x="3418383" y="1330982"/>
                  </a:lnTo>
                  <a:lnTo>
                    <a:pt x="3418477" y="1330982"/>
                  </a:lnTo>
                  <a:lnTo>
                    <a:pt x="3418571" y="1330982"/>
                  </a:lnTo>
                  <a:lnTo>
                    <a:pt x="3418665" y="1330982"/>
                  </a:lnTo>
                  <a:lnTo>
                    <a:pt x="3418760" y="1330982"/>
                  </a:lnTo>
                  <a:lnTo>
                    <a:pt x="3418854" y="1330982"/>
                  </a:lnTo>
                  <a:lnTo>
                    <a:pt x="3418948" y="1330982"/>
                  </a:lnTo>
                  <a:lnTo>
                    <a:pt x="3419042" y="1330982"/>
                  </a:lnTo>
                  <a:lnTo>
                    <a:pt x="3419136" y="1330982"/>
                  </a:lnTo>
                  <a:lnTo>
                    <a:pt x="3419230" y="1330982"/>
                  </a:lnTo>
                  <a:lnTo>
                    <a:pt x="3419325" y="1330982"/>
                  </a:lnTo>
                  <a:lnTo>
                    <a:pt x="3419419" y="1330982"/>
                  </a:lnTo>
                  <a:lnTo>
                    <a:pt x="3419513" y="1330982"/>
                  </a:lnTo>
                  <a:lnTo>
                    <a:pt x="3419607" y="1330982"/>
                  </a:lnTo>
                  <a:lnTo>
                    <a:pt x="3419701" y="1330982"/>
                  </a:lnTo>
                  <a:lnTo>
                    <a:pt x="3419795" y="1330982"/>
                  </a:lnTo>
                  <a:lnTo>
                    <a:pt x="3419889" y="1330982"/>
                  </a:lnTo>
                  <a:lnTo>
                    <a:pt x="3419984" y="1330982"/>
                  </a:lnTo>
                  <a:lnTo>
                    <a:pt x="3420078" y="1330982"/>
                  </a:lnTo>
                  <a:lnTo>
                    <a:pt x="3420172" y="1330982"/>
                  </a:lnTo>
                  <a:lnTo>
                    <a:pt x="3420266" y="1330982"/>
                  </a:lnTo>
                  <a:lnTo>
                    <a:pt x="3420360" y="1330982"/>
                  </a:lnTo>
                  <a:lnTo>
                    <a:pt x="3420454" y="1330982"/>
                  </a:lnTo>
                  <a:lnTo>
                    <a:pt x="3420549" y="1330982"/>
                  </a:lnTo>
                  <a:lnTo>
                    <a:pt x="3420643" y="1330982"/>
                  </a:lnTo>
                  <a:lnTo>
                    <a:pt x="3420737" y="1330982"/>
                  </a:lnTo>
                  <a:lnTo>
                    <a:pt x="3420831" y="1330982"/>
                  </a:lnTo>
                  <a:lnTo>
                    <a:pt x="3420925" y="1330982"/>
                  </a:lnTo>
                  <a:lnTo>
                    <a:pt x="3421019" y="1330982"/>
                  </a:lnTo>
                  <a:lnTo>
                    <a:pt x="3421113" y="1330982"/>
                  </a:lnTo>
                  <a:lnTo>
                    <a:pt x="3421208" y="1330982"/>
                  </a:lnTo>
                  <a:lnTo>
                    <a:pt x="3421302" y="1330982"/>
                  </a:lnTo>
                  <a:lnTo>
                    <a:pt x="3421396" y="1330982"/>
                  </a:lnTo>
                  <a:lnTo>
                    <a:pt x="3421490" y="1330982"/>
                  </a:lnTo>
                  <a:lnTo>
                    <a:pt x="3421584" y="1330982"/>
                  </a:lnTo>
                  <a:lnTo>
                    <a:pt x="3421678" y="1330982"/>
                  </a:lnTo>
                  <a:lnTo>
                    <a:pt x="3421773" y="1330982"/>
                  </a:lnTo>
                  <a:lnTo>
                    <a:pt x="3421867" y="1330982"/>
                  </a:lnTo>
                  <a:lnTo>
                    <a:pt x="3421961" y="1330982"/>
                  </a:lnTo>
                  <a:lnTo>
                    <a:pt x="3422055" y="1330982"/>
                  </a:lnTo>
                  <a:lnTo>
                    <a:pt x="3422149" y="1330982"/>
                  </a:lnTo>
                  <a:lnTo>
                    <a:pt x="3422243" y="1330982"/>
                  </a:lnTo>
                  <a:lnTo>
                    <a:pt x="3422337" y="1330982"/>
                  </a:lnTo>
                  <a:lnTo>
                    <a:pt x="3422432" y="1330982"/>
                  </a:lnTo>
                  <a:lnTo>
                    <a:pt x="3422526" y="1330982"/>
                  </a:lnTo>
                  <a:lnTo>
                    <a:pt x="3422620" y="1330982"/>
                  </a:lnTo>
                  <a:lnTo>
                    <a:pt x="3422714" y="1330982"/>
                  </a:lnTo>
                  <a:lnTo>
                    <a:pt x="3422808" y="1330982"/>
                  </a:lnTo>
                  <a:lnTo>
                    <a:pt x="3422902" y="1330982"/>
                  </a:lnTo>
                  <a:lnTo>
                    <a:pt x="3422996" y="1330982"/>
                  </a:lnTo>
                  <a:lnTo>
                    <a:pt x="3423091" y="1330982"/>
                  </a:lnTo>
                  <a:lnTo>
                    <a:pt x="3423185" y="1330982"/>
                  </a:lnTo>
                  <a:lnTo>
                    <a:pt x="3423279" y="1330982"/>
                  </a:lnTo>
                  <a:lnTo>
                    <a:pt x="3423373" y="1330982"/>
                  </a:lnTo>
                  <a:lnTo>
                    <a:pt x="3423467" y="1330982"/>
                  </a:lnTo>
                  <a:lnTo>
                    <a:pt x="3423561" y="1330982"/>
                  </a:lnTo>
                  <a:lnTo>
                    <a:pt x="3423656" y="1330982"/>
                  </a:lnTo>
                  <a:lnTo>
                    <a:pt x="3423750" y="1330982"/>
                  </a:lnTo>
                  <a:lnTo>
                    <a:pt x="3423844" y="1330982"/>
                  </a:lnTo>
                  <a:lnTo>
                    <a:pt x="3423938" y="1330982"/>
                  </a:lnTo>
                  <a:lnTo>
                    <a:pt x="3424032" y="1330982"/>
                  </a:lnTo>
                  <a:lnTo>
                    <a:pt x="3424126" y="1330982"/>
                  </a:lnTo>
                  <a:lnTo>
                    <a:pt x="3424220" y="1330982"/>
                  </a:lnTo>
                  <a:lnTo>
                    <a:pt x="3424315" y="1330982"/>
                  </a:lnTo>
                  <a:lnTo>
                    <a:pt x="3424409" y="1330982"/>
                  </a:lnTo>
                  <a:lnTo>
                    <a:pt x="3424503" y="1330982"/>
                  </a:lnTo>
                  <a:lnTo>
                    <a:pt x="3424597" y="1330982"/>
                  </a:lnTo>
                  <a:lnTo>
                    <a:pt x="3424691" y="1330982"/>
                  </a:lnTo>
                  <a:lnTo>
                    <a:pt x="3424785" y="1330982"/>
                  </a:lnTo>
                  <a:lnTo>
                    <a:pt x="3424880" y="1330982"/>
                  </a:lnTo>
                  <a:lnTo>
                    <a:pt x="3424974" y="1330982"/>
                  </a:lnTo>
                  <a:lnTo>
                    <a:pt x="3425068" y="1330982"/>
                  </a:lnTo>
                  <a:lnTo>
                    <a:pt x="3425162" y="1330982"/>
                  </a:lnTo>
                  <a:lnTo>
                    <a:pt x="3425256" y="1330982"/>
                  </a:lnTo>
                  <a:lnTo>
                    <a:pt x="3425350" y="1330982"/>
                  </a:lnTo>
                  <a:lnTo>
                    <a:pt x="3425444" y="1330982"/>
                  </a:lnTo>
                  <a:lnTo>
                    <a:pt x="3425539" y="1330982"/>
                  </a:lnTo>
                  <a:lnTo>
                    <a:pt x="3425633" y="1330982"/>
                  </a:lnTo>
                  <a:lnTo>
                    <a:pt x="3425727" y="1330982"/>
                  </a:lnTo>
                  <a:lnTo>
                    <a:pt x="3425821" y="1330982"/>
                  </a:lnTo>
                  <a:lnTo>
                    <a:pt x="3425915" y="1330982"/>
                  </a:lnTo>
                  <a:lnTo>
                    <a:pt x="3426009" y="1330982"/>
                  </a:lnTo>
                  <a:lnTo>
                    <a:pt x="3426104" y="1330982"/>
                  </a:lnTo>
                  <a:lnTo>
                    <a:pt x="3426198" y="1330982"/>
                  </a:lnTo>
                  <a:lnTo>
                    <a:pt x="3426292" y="1330982"/>
                  </a:lnTo>
                  <a:lnTo>
                    <a:pt x="3426386" y="1330982"/>
                  </a:lnTo>
                  <a:lnTo>
                    <a:pt x="3426480" y="1330982"/>
                  </a:lnTo>
                  <a:lnTo>
                    <a:pt x="3426574" y="1330982"/>
                  </a:lnTo>
                  <a:lnTo>
                    <a:pt x="3426668" y="1330982"/>
                  </a:lnTo>
                  <a:lnTo>
                    <a:pt x="3426763" y="1330982"/>
                  </a:lnTo>
                  <a:lnTo>
                    <a:pt x="3426857" y="1330982"/>
                  </a:lnTo>
                  <a:lnTo>
                    <a:pt x="3426951" y="1330982"/>
                  </a:lnTo>
                  <a:lnTo>
                    <a:pt x="3427045" y="1330982"/>
                  </a:lnTo>
                  <a:lnTo>
                    <a:pt x="3427139" y="1330982"/>
                  </a:lnTo>
                  <a:lnTo>
                    <a:pt x="3427233" y="1330982"/>
                  </a:lnTo>
                  <a:lnTo>
                    <a:pt x="3427327" y="1330982"/>
                  </a:lnTo>
                  <a:lnTo>
                    <a:pt x="3427422" y="1330982"/>
                  </a:lnTo>
                  <a:lnTo>
                    <a:pt x="3427516" y="1330982"/>
                  </a:lnTo>
                  <a:lnTo>
                    <a:pt x="3427610" y="1330982"/>
                  </a:lnTo>
                  <a:lnTo>
                    <a:pt x="3427704" y="1330982"/>
                  </a:lnTo>
                  <a:lnTo>
                    <a:pt x="3427798" y="1330982"/>
                  </a:lnTo>
                  <a:lnTo>
                    <a:pt x="3427892" y="1330982"/>
                  </a:lnTo>
                  <a:lnTo>
                    <a:pt x="3427987" y="1330982"/>
                  </a:lnTo>
                  <a:lnTo>
                    <a:pt x="3428081" y="1330982"/>
                  </a:lnTo>
                  <a:lnTo>
                    <a:pt x="3428175" y="1330982"/>
                  </a:lnTo>
                  <a:lnTo>
                    <a:pt x="3428269" y="1330982"/>
                  </a:lnTo>
                  <a:lnTo>
                    <a:pt x="3428363" y="1330982"/>
                  </a:lnTo>
                  <a:lnTo>
                    <a:pt x="3428457" y="1330982"/>
                  </a:lnTo>
                  <a:lnTo>
                    <a:pt x="3428551" y="1330982"/>
                  </a:lnTo>
                  <a:lnTo>
                    <a:pt x="3428646" y="1330982"/>
                  </a:lnTo>
                  <a:lnTo>
                    <a:pt x="3428740" y="1330982"/>
                  </a:lnTo>
                  <a:lnTo>
                    <a:pt x="3428834" y="1330982"/>
                  </a:lnTo>
                  <a:lnTo>
                    <a:pt x="3428928" y="1330982"/>
                  </a:lnTo>
                  <a:lnTo>
                    <a:pt x="3429022" y="1330982"/>
                  </a:lnTo>
                  <a:lnTo>
                    <a:pt x="3429116" y="1330982"/>
                  </a:lnTo>
                  <a:lnTo>
                    <a:pt x="3429211" y="1330982"/>
                  </a:lnTo>
                  <a:lnTo>
                    <a:pt x="3429305" y="1330982"/>
                  </a:lnTo>
                  <a:lnTo>
                    <a:pt x="3429399" y="1330982"/>
                  </a:lnTo>
                  <a:lnTo>
                    <a:pt x="3429493" y="1330982"/>
                  </a:lnTo>
                  <a:lnTo>
                    <a:pt x="3429587" y="1330982"/>
                  </a:lnTo>
                  <a:lnTo>
                    <a:pt x="3429681" y="1330982"/>
                  </a:lnTo>
                  <a:lnTo>
                    <a:pt x="3429775" y="1330982"/>
                  </a:lnTo>
                  <a:lnTo>
                    <a:pt x="3429870" y="1330982"/>
                  </a:lnTo>
                  <a:lnTo>
                    <a:pt x="3429964" y="1330982"/>
                  </a:lnTo>
                  <a:lnTo>
                    <a:pt x="3430058" y="1330982"/>
                  </a:lnTo>
                  <a:lnTo>
                    <a:pt x="3430152" y="1330982"/>
                  </a:lnTo>
                  <a:lnTo>
                    <a:pt x="3430246" y="1330982"/>
                  </a:lnTo>
                  <a:lnTo>
                    <a:pt x="3430340" y="1330982"/>
                  </a:lnTo>
                  <a:lnTo>
                    <a:pt x="3430435" y="1330982"/>
                  </a:lnTo>
                  <a:lnTo>
                    <a:pt x="3430529" y="1330982"/>
                  </a:lnTo>
                  <a:lnTo>
                    <a:pt x="3430623" y="1330982"/>
                  </a:lnTo>
                  <a:lnTo>
                    <a:pt x="3430717" y="1330982"/>
                  </a:lnTo>
                  <a:lnTo>
                    <a:pt x="3430811" y="1330982"/>
                  </a:lnTo>
                  <a:lnTo>
                    <a:pt x="3430905" y="1330982"/>
                  </a:lnTo>
                  <a:lnTo>
                    <a:pt x="3430999" y="1330982"/>
                  </a:lnTo>
                  <a:lnTo>
                    <a:pt x="3431094" y="1330982"/>
                  </a:lnTo>
                  <a:lnTo>
                    <a:pt x="3431188" y="1330982"/>
                  </a:lnTo>
                  <a:lnTo>
                    <a:pt x="3431282" y="1330982"/>
                  </a:lnTo>
                  <a:lnTo>
                    <a:pt x="3431376" y="1330982"/>
                  </a:lnTo>
                  <a:lnTo>
                    <a:pt x="3431470" y="1330982"/>
                  </a:lnTo>
                  <a:lnTo>
                    <a:pt x="3431564" y="1330982"/>
                  </a:lnTo>
                  <a:lnTo>
                    <a:pt x="3431658" y="1330982"/>
                  </a:lnTo>
                  <a:lnTo>
                    <a:pt x="3431753" y="1330982"/>
                  </a:lnTo>
                  <a:lnTo>
                    <a:pt x="3431847" y="1330982"/>
                  </a:lnTo>
                  <a:lnTo>
                    <a:pt x="3431941" y="1330982"/>
                  </a:lnTo>
                  <a:lnTo>
                    <a:pt x="3432035" y="1330982"/>
                  </a:lnTo>
                  <a:lnTo>
                    <a:pt x="3432129" y="1330982"/>
                  </a:lnTo>
                  <a:lnTo>
                    <a:pt x="3432223" y="1330982"/>
                  </a:lnTo>
                  <a:lnTo>
                    <a:pt x="3432318" y="1330982"/>
                  </a:lnTo>
                  <a:lnTo>
                    <a:pt x="3432412" y="1330982"/>
                  </a:lnTo>
                  <a:lnTo>
                    <a:pt x="3432506" y="1330982"/>
                  </a:lnTo>
                  <a:lnTo>
                    <a:pt x="3432600" y="1330982"/>
                  </a:lnTo>
                  <a:lnTo>
                    <a:pt x="3432694" y="1330982"/>
                  </a:lnTo>
                  <a:lnTo>
                    <a:pt x="3432788" y="1330982"/>
                  </a:lnTo>
                  <a:lnTo>
                    <a:pt x="3432882" y="1330982"/>
                  </a:lnTo>
                  <a:lnTo>
                    <a:pt x="3432977" y="1330982"/>
                  </a:lnTo>
                  <a:lnTo>
                    <a:pt x="3433071" y="1330982"/>
                  </a:lnTo>
                  <a:lnTo>
                    <a:pt x="3433165" y="1330982"/>
                  </a:lnTo>
                  <a:lnTo>
                    <a:pt x="3433259" y="1330982"/>
                  </a:lnTo>
                  <a:lnTo>
                    <a:pt x="3433353" y="1330982"/>
                  </a:lnTo>
                  <a:lnTo>
                    <a:pt x="3433447" y="1330982"/>
                  </a:lnTo>
                  <a:lnTo>
                    <a:pt x="3433542" y="1330982"/>
                  </a:lnTo>
                  <a:lnTo>
                    <a:pt x="3433636" y="1330982"/>
                  </a:lnTo>
                  <a:lnTo>
                    <a:pt x="3433730" y="1330982"/>
                  </a:lnTo>
                  <a:lnTo>
                    <a:pt x="3433824" y="1330982"/>
                  </a:lnTo>
                  <a:lnTo>
                    <a:pt x="3433918" y="1330982"/>
                  </a:lnTo>
                  <a:lnTo>
                    <a:pt x="3434012" y="1330982"/>
                  </a:lnTo>
                  <a:lnTo>
                    <a:pt x="3434106" y="1330982"/>
                  </a:lnTo>
                  <a:lnTo>
                    <a:pt x="3434201" y="1330982"/>
                  </a:lnTo>
                  <a:lnTo>
                    <a:pt x="3434295" y="1330982"/>
                  </a:lnTo>
                  <a:lnTo>
                    <a:pt x="3434389" y="1330982"/>
                  </a:lnTo>
                  <a:lnTo>
                    <a:pt x="3434483" y="1330982"/>
                  </a:lnTo>
                  <a:lnTo>
                    <a:pt x="3434577" y="1330982"/>
                  </a:lnTo>
                  <a:lnTo>
                    <a:pt x="3434671" y="1330982"/>
                  </a:lnTo>
                  <a:lnTo>
                    <a:pt x="3434766" y="1330982"/>
                  </a:lnTo>
                  <a:lnTo>
                    <a:pt x="3434860" y="1330982"/>
                  </a:lnTo>
                  <a:lnTo>
                    <a:pt x="3434954" y="1330982"/>
                  </a:lnTo>
                  <a:lnTo>
                    <a:pt x="3435048" y="1330982"/>
                  </a:lnTo>
                  <a:lnTo>
                    <a:pt x="3435142" y="1330982"/>
                  </a:lnTo>
                  <a:lnTo>
                    <a:pt x="3435236" y="1330982"/>
                  </a:lnTo>
                  <a:lnTo>
                    <a:pt x="3435330" y="1330982"/>
                  </a:lnTo>
                  <a:lnTo>
                    <a:pt x="3435425" y="1330982"/>
                  </a:lnTo>
                  <a:lnTo>
                    <a:pt x="3435519" y="1330982"/>
                  </a:lnTo>
                  <a:lnTo>
                    <a:pt x="3435613" y="1330982"/>
                  </a:lnTo>
                  <a:lnTo>
                    <a:pt x="3435707" y="1330982"/>
                  </a:lnTo>
                  <a:lnTo>
                    <a:pt x="3435801" y="1330982"/>
                  </a:lnTo>
                  <a:lnTo>
                    <a:pt x="3435895" y="1330982"/>
                  </a:lnTo>
                  <a:lnTo>
                    <a:pt x="3435989" y="1330982"/>
                  </a:lnTo>
                  <a:lnTo>
                    <a:pt x="3436084" y="1330982"/>
                  </a:lnTo>
                  <a:lnTo>
                    <a:pt x="3436178" y="1330982"/>
                  </a:lnTo>
                  <a:lnTo>
                    <a:pt x="3436272" y="1330982"/>
                  </a:lnTo>
                  <a:lnTo>
                    <a:pt x="3436366" y="1330982"/>
                  </a:lnTo>
                  <a:lnTo>
                    <a:pt x="3436460" y="1330982"/>
                  </a:lnTo>
                  <a:lnTo>
                    <a:pt x="3436554" y="1330982"/>
                  </a:lnTo>
                  <a:lnTo>
                    <a:pt x="3436649" y="1330982"/>
                  </a:lnTo>
                  <a:lnTo>
                    <a:pt x="3436743" y="1330982"/>
                  </a:lnTo>
                  <a:lnTo>
                    <a:pt x="3436837" y="1330982"/>
                  </a:lnTo>
                  <a:lnTo>
                    <a:pt x="3436931" y="1330982"/>
                  </a:lnTo>
                  <a:lnTo>
                    <a:pt x="3437025" y="1330982"/>
                  </a:lnTo>
                  <a:lnTo>
                    <a:pt x="3437119" y="1330982"/>
                  </a:lnTo>
                  <a:lnTo>
                    <a:pt x="3437213" y="1330982"/>
                  </a:lnTo>
                  <a:lnTo>
                    <a:pt x="3437308" y="1330982"/>
                  </a:lnTo>
                  <a:lnTo>
                    <a:pt x="3437402" y="1330982"/>
                  </a:lnTo>
                  <a:lnTo>
                    <a:pt x="3437496" y="1330982"/>
                  </a:lnTo>
                  <a:lnTo>
                    <a:pt x="3437590" y="1330982"/>
                  </a:lnTo>
                  <a:lnTo>
                    <a:pt x="3437684" y="1330982"/>
                  </a:lnTo>
                  <a:lnTo>
                    <a:pt x="3437778" y="1330982"/>
                  </a:lnTo>
                  <a:lnTo>
                    <a:pt x="3437873" y="1330982"/>
                  </a:lnTo>
                  <a:lnTo>
                    <a:pt x="3437967" y="1330982"/>
                  </a:lnTo>
                  <a:lnTo>
                    <a:pt x="3438061" y="1330982"/>
                  </a:lnTo>
                  <a:lnTo>
                    <a:pt x="3438155" y="1330982"/>
                  </a:lnTo>
                  <a:lnTo>
                    <a:pt x="3438249" y="1330982"/>
                  </a:lnTo>
                  <a:lnTo>
                    <a:pt x="3438343" y="1330982"/>
                  </a:lnTo>
                  <a:lnTo>
                    <a:pt x="3438437" y="1330982"/>
                  </a:lnTo>
                  <a:lnTo>
                    <a:pt x="3438532" y="1330982"/>
                  </a:lnTo>
                  <a:lnTo>
                    <a:pt x="3438626" y="1330982"/>
                  </a:lnTo>
                  <a:lnTo>
                    <a:pt x="3438720" y="1330982"/>
                  </a:lnTo>
                  <a:lnTo>
                    <a:pt x="3438814" y="1330982"/>
                  </a:lnTo>
                  <a:lnTo>
                    <a:pt x="3438908" y="1330982"/>
                  </a:lnTo>
                  <a:lnTo>
                    <a:pt x="3439002" y="1330982"/>
                  </a:lnTo>
                  <a:lnTo>
                    <a:pt x="3439097" y="1330982"/>
                  </a:lnTo>
                  <a:lnTo>
                    <a:pt x="3439191" y="1330982"/>
                  </a:lnTo>
                  <a:lnTo>
                    <a:pt x="3439285" y="1330982"/>
                  </a:lnTo>
                  <a:lnTo>
                    <a:pt x="3439379" y="1330982"/>
                  </a:lnTo>
                  <a:lnTo>
                    <a:pt x="3439473" y="1330982"/>
                  </a:lnTo>
                  <a:lnTo>
                    <a:pt x="3439567" y="1330982"/>
                  </a:lnTo>
                  <a:lnTo>
                    <a:pt x="3439661" y="1330982"/>
                  </a:lnTo>
                  <a:lnTo>
                    <a:pt x="3439756" y="1330982"/>
                  </a:lnTo>
                  <a:lnTo>
                    <a:pt x="3439850" y="1330982"/>
                  </a:lnTo>
                  <a:lnTo>
                    <a:pt x="3439944" y="1330982"/>
                  </a:lnTo>
                  <a:lnTo>
                    <a:pt x="3440038" y="1330982"/>
                  </a:lnTo>
                  <a:lnTo>
                    <a:pt x="3440132" y="1330982"/>
                  </a:lnTo>
                  <a:lnTo>
                    <a:pt x="3440226" y="1330982"/>
                  </a:lnTo>
                  <a:lnTo>
                    <a:pt x="3440320" y="1330982"/>
                  </a:lnTo>
                  <a:lnTo>
                    <a:pt x="3440415" y="1330982"/>
                  </a:lnTo>
                  <a:lnTo>
                    <a:pt x="3440509" y="1330982"/>
                  </a:lnTo>
                  <a:lnTo>
                    <a:pt x="3440603" y="1330982"/>
                  </a:lnTo>
                  <a:lnTo>
                    <a:pt x="3440603" y="1326071"/>
                  </a:lnTo>
                  <a:lnTo>
                    <a:pt x="3440697" y="1326071"/>
                  </a:lnTo>
                  <a:lnTo>
                    <a:pt x="3440791" y="1326071"/>
                  </a:lnTo>
                  <a:lnTo>
                    <a:pt x="3440885" y="1326071"/>
                  </a:lnTo>
                  <a:lnTo>
                    <a:pt x="3440980" y="1326071"/>
                  </a:lnTo>
                  <a:lnTo>
                    <a:pt x="3441074" y="1326071"/>
                  </a:lnTo>
                  <a:lnTo>
                    <a:pt x="3441168" y="1326071"/>
                  </a:lnTo>
                  <a:lnTo>
                    <a:pt x="3441262" y="1326071"/>
                  </a:lnTo>
                  <a:lnTo>
                    <a:pt x="3441356" y="1326071"/>
                  </a:lnTo>
                  <a:lnTo>
                    <a:pt x="3441450" y="1326071"/>
                  </a:lnTo>
                  <a:lnTo>
                    <a:pt x="3441544" y="1326071"/>
                  </a:lnTo>
                  <a:lnTo>
                    <a:pt x="3441639" y="1326071"/>
                  </a:lnTo>
                  <a:lnTo>
                    <a:pt x="3441733" y="1326071"/>
                  </a:lnTo>
                  <a:lnTo>
                    <a:pt x="3441827" y="1326071"/>
                  </a:lnTo>
                  <a:lnTo>
                    <a:pt x="3441921" y="1326071"/>
                  </a:lnTo>
                  <a:lnTo>
                    <a:pt x="3442015" y="1326071"/>
                  </a:lnTo>
                  <a:lnTo>
                    <a:pt x="3442109" y="1326071"/>
                  </a:lnTo>
                  <a:lnTo>
                    <a:pt x="3442204" y="1326071"/>
                  </a:lnTo>
                  <a:lnTo>
                    <a:pt x="3442298" y="1326071"/>
                  </a:lnTo>
                  <a:lnTo>
                    <a:pt x="3442392" y="1326071"/>
                  </a:lnTo>
                  <a:lnTo>
                    <a:pt x="3442486" y="1326071"/>
                  </a:lnTo>
                  <a:lnTo>
                    <a:pt x="3442580" y="1326071"/>
                  </a:lnTo>
                  <a:lnTo>
                    <a:pt x="3442674" y="1326071"/>
                  </a:lnTo>
                  <a:lnTo>
                    <a:pt x="3442768" y="1326071"/>
                  </a:lnTo>
                  <a:lnTo>
                    <a:pt x="3442863" y="1326071"/>
                  </a:lnTo>
                  <a:lnTo>
                    <a:pt x="3442957" y="1326071"/>
                  </a:lnTo>
                  <a:lnTo>
                    <a:pt x="3443051" y="1326071"/>
                  </a:lnTo>
                  <a:lnTo>
                    <a:pt x="3443145" y="1326071"/>
                  </a:lnTo>
                  <a:lnTo>
                    <a:pt x="3443239" y="1326071"/>
                  </a:lnTo>
                  <a:lnTo>
                    <a:pt x="3443333" y="1326071"/>
                  </a:lnTo>
                  <a:lnTo>
                    <a:pt x="3443428" y="1326071"/>
                  </a:lnTo>
                  <a:lnTo>
                    <a:pt x="3443522" y="1326071"/>
                  </a:lnTo>
                  <a:lnTo>
                    <a:pt x="3443616" y="1326071"/>
                  </a:lnTo>
                  <a:lnTo>
                    <a:pt x="3443710" y="1326071"/>
                  </a:lnTo>
                  <a:lnTo>
                    <a:pt x="3443804" y="1326071"/>
                  </a:lnTo>
                  <a:lnTo>
                    <a:pt x="3443898" y="1326071"/>
                  </a:lnTo>
                  <a:lnTo>
                    <a:pt x="3443992" y="1326071"/>
                  </a:lnTo>
                  <a:lnTo>
                    <a:pt x="3444087" y="1326071"/>
                  </a:lnTo>
                  <a:lnTo>
                    <a:pt x="3444181" y="1326071"/>
                  </a:lnTo>
                  <a:lnTo>
                    <a:pt x="3444275" y="1326071"/>
                  </a:lnTo>
                  <a:lnTo>
                    <a:pt x="3444369" y="1326071"/>
                  </a:lnTo>
                  <a:lnTo>
                    <a:pt x="3444463" y="1326071"/>
                  </a:lnTo>
                  <a:lnTo>
                    <a:pt x="3444557" y="1326071"/>
                  </a:lnTo>
                  <a:lnTo>
                    <a:pt x="3444651" y="1326071"/>
                  </a:lnTo>
                  <a:lnTo>
                    <a:pt x="3444746" y="1326071"/>
                  </a:lnTo>
                  <a:lnTo>
                    <a:pt x="3444840" y="1326071"/>
                  </a:lnTo>
                  <a:lnTo>
                    <a:pt x="3444934" y="1326071"/>
                  </a:lnTo>
                  <a:lnTo>
                    <a:pt x="3445028" y="1326071"/>
                  </a:lnTo>
                  <a:lnTo>
                    <a:pt x="3445122" y="1326071"/>
                  </a:lnTo>
                  <a:lnTo>
                    <a:pt x="3445216" y="1326071"/>
                  </a:lnTo>
                  <a:lnTo>
                    <a:pt x="3445311" y="1326071"/>
                  </a:lnTo>
                  <a:lnTo>
                    <a:pt x="3445405" y="1326071"/>
                  </a:lnTo>
                  <a:lnTo>
                    <a:pt x="3445499" y="1326071"/>
                  </a:lnTo>
                  <a:lnTo>
                    <a:pt x="3445593" y="1326071"/>
                  </a:lnTo>
                  <a:lnTo>
                    <a:pt x="3445687" y="1326071"/>
                  </a:lnTo>
                  <a:lnTo>
                    <a:pt x="3445781" y="1326071"/>
                  </a:lnTo>
                  <a:lnTo>
                    <a:pt x="3445875" y="1326071"/>
                  </a:lnTo>
                  <a:lnTo>
                    <a:pt x="3445970" y="1326071"/>
                  </a:lnTo>
                  <a:lnTo>
                    <a:pt x="3446064" y="1326071"/>
                  </a:lnTo>
                  <a:lnTo>
                    <a:pt x="3446158" y="1326071"/>
                  </a:lnTo>
                  <a:lnTo>
                    <a:pt x="3446252" y="1326071"/>
                  </a:lnTo>
                  <a:lnTo>
                    <a:pt x="3446346" y="1326071"/>
                  </a:lnTo>
                  <a:lnTo>
                    <a:pt x="3446440" y="1326071"/>
                  </a:lnTo>
                  <a:lnTo>
                    <a:pt x="3446535" y="1326071"/>
                  </a:lnTo>
                  <a:lnTo>
                    <a:pt x="3446629" y="1326071"/>
                  </a:lnTo>
                  <a:lnTo>
                    <a:pt x="3446723" y="1326071"/>
                  </a:lnTo>
                  <a:lnTo>
                    <a:pt x="3446817" y="1326071"/>
                  </a:lnTo>
                  <a:lnTo>
                    <a:pt x="3446911" y="1326071"/>
                  </a:lnTo>
                  <a:lnTo>
                    <a:pt x="3447005" y="1326071"/>
                  </a:lnTo>
                  <a:lnTo>
                    <a:pt x="3447099" y="1326071"/>
                  </a:lnTo>
                  <a:lnTo>
                    <a:pt x="3447194" y="1326071"/>
                  </a:lnTo>
                  <a:lnTo>
                    <a:pt x="3447288" y="1326071"/>
                  </a:lnTo>
                  <a:lnTo>
                    <a:pt x="3447382" y="1326071"/>
                  </a:lnTo>
                  <a:lnTo>
                    <a:pt x="3447476" y="1326071"/>
                  </a:lnTo>
                  <a:lnTo>
                    <a:pt x="3447570" y="1326071"/>
                  </a:lnTo>
                  <a:lnTo>
                    <a:pt x="3447664" y="1326071"/>
                  </a:lnTo>
                  <a:lnTo>
                    <a:pt x="3447759" y="1326071"/>
                  </a:lnTo>
                  <a:lnTo>
                    <a:pt x="3447759" y="1321159"/>
                  </a:lnTo>
                  <a:lnTo>
                    <a:pt x="3447853" y="1321159"/>
                  </a:lnTo>
                  <a:lnTo>
                    <a:pt x="3447947" y="1321159"/>
                  </a:lnTo>
                  <a:lnTo>
                    <a:pt x="3448041" y="1321159"/>
                  </a:lnTo>
                  <a:lnTo>
                    <a:pt x="3448135" y="1321159"/>
                  </a:lnTo>
                  <a:lnTo>
                    <a:pt x="3448229" y="1321159"/>
                  </a:lnTo>
                  <a:lnTo>
                    <a:pt x="3448323" y="1321159"/>
                  </a:lnTo>
                  <a:lnTo>
                    <a:pt x="3448418" y="1321159"/>
                  </a:lnTo>
                  <a:lnTo>
                    <a:pt x="3448512" y="1321159"/>
                  </a:lnTo>
                  <a:lnTo>
                    <a:pt x="3448606" y="1321159"/>
                  </a:lnTo>
                  <a:lnTo>
                    <a:pt x="3448700" y="1321159"/>
                  </a:lnTo>
                  <a:lnTo>
                    <a:pt x="3448794" y="1321159"/>
                  </a:lnTo>
                  <a:lnTo>
                    <a:pt x="3448888" y="1321159"/>
                  </a:lnTo>
                  <a:lnTo>
                    <a:pt x="3448982" y="1321159"/>
                  </a:lnTo>
                  <a:lnTo>
                    <a:pt x="3449077" y="1321159"/>
                  </a:lnTo>
                  <a:lnTo>
                    <a:pt x="3449171" y="1321159"/>
                  </a:lnTo>
                  <a:lnTo>
                    <a:pt x="3449265" y="1321159"/>
                  </a:lnTo>
                  <a:lnTo>
                    <a:pt x="3449359" y="1321159"/>
                  </a:lnTo>
                  <a:lnTo>
                    <a:pt x="3449453" y="1321159"/>
                  </a:lnTo>
                  <a:lnTo>
                    <a:pt x="3449547" y="1321159"/>
                  </a:lnTo>
                  <a:lnTo>
                    <a:pt x="3449642" y="1321159"/>
                  </a:lnTo>
                  <a:lnTo>
                    <a:pt x="3449736" y="1321159"/>
                  </a:lnTo>
                  <a:lnTo>
                    <a:pt x="3449830" y="1321159"/>
                  </a:lnTo>
                  <a:lnTo>
                    <a:pt x="3449924" y="1321159"/>
                  </a:lnTo>
                  <a:lnTo>
                    <a:pt x="3450018" y="1321159"/>
                  </a:lnTo>
                  <a:lnTo>
                    <a:pt x="3450112" y="1321159"/>
                  </a:lnTo>
                  <a:lnTo>
                    <a:pt x="3450206" y="1321159"/>
                  </a:lnTo>
                  <a:lnTo>
                    <a:pt x="3450301" y="1321159"/>
                  </a:lnTo>
                  <a:lnTo>
                    <a:pt x="3450395" y="1321159"/>
                  </a:lnTo>
                  <a:lnTo>
                    <a:pt x="3450489" y="1321159"/>
                  </a:lnTo>
                  <a:lnTo>
                    <a:pt x="3450583" y="1321159"/>
                  </a:lnTo>
                  <a:lnTo>
                    <a:pt x="3450677" y="1321159"/>
                  </a:lnTo>
                  <a:lnTo>
                    <a:pt x="3450771" y="1321159"/>
                  </a:lnTo>
                  <a:lnTo>
                    <a:pt x="3450866" y="1321159"/>
                  </a:lnTo>
                  <a:lnTo>
                    <a:pt x="3450960" y="1321159"/>
                  </a:lnTo>
                  <a:lnTo>
                    <a:pt x="3451054" y="1321159"/>
                  </a:lnTo>
                  <a:lnTo>
                    <a:pt x="3451148" y="1321159"/>
                  </a:lnTo>
                  <a:lnTo>
                    <a:pt x="3451242" y="1321159"/>
                  </a:lnTo>
                  <a:lnTo>
                    <a:pt x="3451336" y="1321159"/>
                  </a:lnTo>
                  <a:lnTo>
                    <a:pt x="3451430" y="1321159"/>
                  </a:lnTo>
                  <a:lnTo>
                    <a:pt x="3451525" y="1321159"/>
                  </a:lnTo>
                  <a:lnTo>
                    <a:pt x="3451619" y="1321159"/>
                  </a:lnTo>
                  <a:lnTo>
                    <a:pt x="3451713" y="1321159"/>
                  </a:lnTo>
                  <a:lnTo>
                    <a:pt x="3451807" y="1321159"/>
                  </a:lnTo>
                  <a:lnTo>
                    <a:pt x="3451901" y="1321159"/>
                  </a:lnTo>
                  <a:lnTo>
                    <a:pt x="3451995" y="1321159"/>
                  </a:lnTo>
                  <a:lnTo>
                    <a:pt x="3452090" y="1321159"/>
                  </a:lnTo>
                  <a:lnTo>
                    <a:pt x="3452184" y="1321159"/>
                  </a:lnTo>
                  <a:lnTo>
                    <a:pt x="3452278" y="1321159"/>
                  </a:lnTo>
                  <a:lnTo>
                    <a:pt x="3452372" y="1321159"/>
                  </a:lnTo>
                  <a:lnTo>
                    <a:pt x="3452466" y="1321159"/>
                  </a:lnTo>
                  <a:lnTo>
                    <a:pt x="3452560" y="1321159"/>
                  </a:lnTo>
                  <a:lnTo>
                    <a:pt x="3452654" y="1321159"/>
                  </a:lnTo>
                  <a:lnTo>
                    <a:pt x="3452749" y="1321159"/>
                  </a:lnTo>
                  <a:lnTo>
                    <a:pt x="3452843" y="1321159"/>
                  </a:lnTo>
                  <a:lnTo>
                    <a:pt x="3452937" y="1321159"/>
                  </a:lnTo>
                  <a:lnTo>
                    <a:pt x="3453031" y="1321159"/>
                  </a:lnTo>
                  <a:lnTo>
                    <a:pt x="3453125" y="1321159"/>
                  </a:lnTo>
                  <a:lnTo>
                    <a:pt x="3453219" y="1321159"/>
                  </a:lnTo>
                  <a:lnTo>
                    <a:pt x="3453313" y="1321159"/>
                  </a:lnTo>
                  <a:lnTo>
                    <a:pt x="3453408" y="1321159"/>
                  </a:lnTo>
                  <a:lnTo>
                    <a:pt x="3453502" y="1321159"/>
                  </a:lnTo>
                  <a:lnTo>
                    <a:pt x="3453596" y="1321159"/>
                  </a:lnTo>
                  <a:lnTo>
                    <a:pt x="3453690" y="1321159"/>
                  </a:lnTo>
                  <a:lnTo>
                    <a:pt x="3453784" y="1321159"/>
                  </a:lnTo>
                  <a:lnTo>
                    <a:pt x="3453878" y="1321159"/>
                  </a:lnTo>
                  <a:lnTo>
                    <a:pt x="3453973" y="1321159"/>
                  </a:lnTo>
                  <a:lnTo>
                    <a:pt x="3454067" y="1321159"/>
                  </a:lnTo>
                  <a:lnTo>
                    <a:pt x="3454161" y="1321159"/>
                  </a:lnTo>
                  <a:lnTo>
                    <a:pt x="3454255" y="1321159"/>
                  </a:lnTo>
                  <a:lnTo>
                    <a:pt x="3454349" y="1321159"/>
                  </a:lnTo>
                  <a:lnTo>
                    <a:pt x="3454443" y="1321159"/>
                  </a:lnTo>
                  <a:lnTo>
                    <a:pt x="3454537" y="1321159"/>
                  </a:lnTo>
                  <a:lnTo>
                    <a:pt x="3454632" y="1321159"/>
                  </a:lnTo>
                  <a:lnTo>
                    <a:pt x="3454726" y="1321159"/>
                  </a:lnTo>
                  <a:lnTo>
                    <a:pt x="3454820" y="1321159"/>
                  </a:lnTo>
                  <a:lnTo>
                    <a:pt x="3454914" y="1321159"/>
                  </a:lnTo>
                  <a:lnTo>
                    <a:pt x="3455008" y="1321159"/>
                  </a:lnTo>
                  <a:lnTo>
                    <a:pt x="3455102" y="1321159"/>
                  </a:lnTo>
                  <a:lnTo>
                    <a:pt x="3455197" y="1321159"/>
                  </a:lnTo>
                  <a:lnTo>
                    <a:pt x="3455291" y="1321159"/>
                  </a:lnTo>
                  <a:lnTo>
                    <a:pt x="3455385" y="1321159"/>
                  </a:lnTo>
                  <a:lnTo>
                    <a:pt x="3455479" y="1321159"/>
                  </a:lnTo>
                  <a:lnTo>
                    <a:pt x="3455479" y="1316248"/>
                  </a:lnTo>
                  <a:lnTo>
                    <a:pt x="3455573" y="1316248"/>
                  </a:lnTo>
                  <a:lnTo>
                    <a:pt x="3455667" y="1316248"/>
                  </a:lnTo>
                  <a:lnTo>
                    <a:pt x="3455761" y="1316248"/>
                  </a:lnTo>
                  <a:lnTo>
                    <a:pt x="3455856" y="1316248"/>
                  </a:lnTo>
                  <a:lnTo>
                    <a:pt x="3455950" y="1316248"/>
                  </a:lnTo>
                  <a:lnTo>
                    <a:pt x="3456044" y="1316248"/>
                  </a:lnTo>
                  <a:lnTo>
                    <a:pt x="3456138" y="1316248"/>
                  </a:lnTo>
                  <a:lnTo>
                    <a:pt x="3456232" y="1316248"/>
                  </a:lnTo>
                  <a:lnTo>
                    <a:pt x="3456326" y="1316248"/>
                  </a:lnTo>
                  <a:lnTo>
                    <a:pt x="3456421" y="1316248"/>
                  </a:lnTo>
                  <a:lnTo>
                    <a:pt x="3456515" y="1316248"/>
                  </a:lnTo>
                  <a:lnTo>
                    <a:pt x="3456609" y="1316248"/>
                  </a:lnTo>
                  <a:lnTo>
                    <a:pt x="3456703" y="1316248"/>
                  </a:lnTo>
                  <a:lnTo>
                    <a:pt x="3456797" y="1316248"/>
                  </a:lnTo>
                  <a:lnTo>
                    <a:pt x="3456891" y="1316248"/>
                  </a:lnTo>
                  <a:lnTo>
                    <a:pt x="3456985" y="1316248"/>
                  </a:lnTo>
                  <a:lnTo>
                    <a:pt x="3457080" y="1316248"/>
                  </a:lnTo>
                  <a:lnTo>
                    <a:pt x="3457174" y="1316248"/>
                  </a:lnTo>
                  <a:lnTo>
                    <a:pt x="3457268" y="1316248"/>
                  </a:lnTo>
                  <a:lnTo>
                    <a:pt x="3457362" y="1316248"/>
                  </a:lnTo>
                  <a:lnTo>
                    <a:pt x="3457456" y="1316248"/>
                  </a:lnTo>
                  <a:lnTo>
                    <a:pt x="3457550" y="1316248"/>
                  </a:lnTo>
                  <a:lnTo>
                    <a:pt x="3457644" y="1316248"/>
                  </a:lnTo>
                  <a:lnTo>
                    <a:pt x="3457739" y="1316248"/>
                  </a:lnTo>
                  <a:lnTo>
                    <a:pt x="3457833" y="1316248"/>
                  </a:lnTo>
                  <a:lnTo>
                    <a:pt x="3457927" y="1316248"/>
                  </a:lnTo>
                  <a:lnTo>
                    <a:pt x="3458021" y="1316248"/>
                  </a:lnTo>
                  <a:lnTo>
                    <a:pt x="3458115" y="1316248"/>
                  </a:lnTo>
                  <a:lnTo>
                    <a:pt x="3458209" y="1316248"/>
                  </a:lnTo>
                  <a:lnTo>
                    <a:pt x="3458304" y="1316248"/>
                  </a:lnTo>
                  <a:lnTo>
                    <a:pt x="3458398" y="1316248"/>
                  </a:lnTo>
                  <a:lnTo>
                    <a:pt x="3458492" y="1316248"/>
                  </a:lnTo>
                  <a:lnTo>
                    <a:pt x="3458586" y="1316248"/>
                  </a:lnTo>
                  <a:lnTo>
                    <a:pt x="3458680" y="1316248"/>
                  </a:lnTo>
                  <a:lnTo>
                    <a:pt x="3458774" y="1316248"/>
                  </a:lnTo>
                  <a:lnTo>
                    <a:pt x="3458868" y="1316248"/>
                  </a:lnTo>
                  <a:lnTo>
                    <a:pt x="3458963" y="1316248"/>
                  </a:lnTo>
                  <a:lnTo>
                    <a:pt x="3459057" y="1316248"/>
                  </a:lnTo>
                  <a:lnTo>
                    <a:pt x="3459151" y="1316248"/>
                  </a:lnTo>
                  <a:lnTo>
                    <a:pt x="3459245" y="1316248"/>
                  </a:lnTo>
                  <a:lnTo>
                    <a:pt x="3459339" y="1316248"/>
                  </a:lnTo>
                  <a:lnTo>
                    <a:pt x="3459433" y="1316248"/>
                  </a:lnTo>
                  <a:lnTo>
                    <a:pt x="3459528" y="1316248"/>
                  </a:lnTo>
                  <a:lnTo>
                    <a:pt x="3459622" y="1316248"/>
                  </a:lnTo>
                  <a:lnTo>
                    <a:pt x="3459716" y="1316248"/>
                  </a:lnTo>
                  <a:lnTo>
                    <a:pt x="3459810" y="1316248"/>
                  </a:lnTo>
                  <a:lnTo>
                    <a:pt x="3459904" y="1316248"/>
                  </a:lnTo>
                  <a:lnTo>
                    <a:pt x="3459998" y="1316248"/>
                  </a:lnTo>
                  <a:lnTo>
                    <a:pt x="3460092" y="1316248"/>
                  </a:lnTo>
                  <a:lnTo>
                    <a:pt x="3460187" y="1316248"/>
                  </a:lnTo>
                  <a:lnTo>
                    <a:pt x="3460281" y="1316248"/>
                  </a:lnTo>
                  <a:lnTo>
                    <a:pt x="3460375" y="1316248"/>
                  </a:lnTo>
                  <a:lnTo>
                    <a:pt x="3460469" y="1316248"/>
                  </a:lnTo>
                  <a:lnTo>
                    <a:pt x="3460563" y="1316248"/>
                  </a:lnTo>
                  <a:lnTo>
                    <a:pt x="3460657" y="1316248"/>
                  </a:lnTo>
                  <a:lnTo>
                    <a:pt x="3460752" y="1316248"/>
                  </a:lnTo>
                  <a:lnTo>
                    <a:pt x="3460846" y="1316248"/>
                  </a:lnTo>
                  <a:lnTo>
                    <a:pt x="3460940" y="1316248"/>
                  </a:lnTo>
                  <a:lnTo>
                    <a:pt x="3461034" y="1316248"/>
                  </a:lnTo>
                  <a:lnTo>
                    <a:pt x="3461034" y="1311337"/>
                  </a:lnTo>
                  <a:lnTo>
                    <a:pt x="3461128" y="1311337"/>
                  </a:lnTo>
                  <a:lnTo>
                    <a:pt x="3461222" y="1311337"/>
                  </a:lnTo>
                  <a:lnTo>
                    <a:pt x="3461316" y="1311337"/>
                  </a:lnTo>
                  <a:lnTo>
                    <a:pt x="3461411" y="1311337"/>
                  </a:lnTo>
                  <a:lnTo>
                    <a:pt x="3461505" y="1311337"/>
                  </a:lnTo>
                  <a:lnTo>
                    <a:pt x="3461599" y="1311337"/>
                  </a:lnTo>
                  <a:lnTo>
                    <a:pt x="3461693" y="1311337"/>
                  </a:lnTo>
                  <a:lnTo>
                    <a:pt x="3461787" y="1311337"/>
                  </a:lnTo>
                  <a:lnTo>
                    <a:pt x="3461881" y="1311337"/>
                  </a:lnTo>
                  <a:lnTo>
                    <a:pt x="3461975" y="1311337"/>
                  </a:lnTo>
                  <a:lnTo>
                    <a:pt x="3462070" y="1311337"/>
                  </a:lnTo>
                  <a:lnTo>
                    <a:pt x="3462164" y="1311337"/>
                  </a:lnTo>
                  <a:lnTo>
                    <a:pt x="3462258" y="1311337"/>
                  </a:lnTo>
                  <a:lnTo>
                    <a:pt x="3462352" y="1311337"/>
                  </a:lnTo>
                  <a:lnTo>
                    <a:pt x="3462446" y="1311337"/>
                  </a:lnTo>
                  <a:lnTo>
                    <a:pt x="3462540" y="1311337"/>
                  </a:lnTo>
                  <a:lnTo>
                    <a:pt x="3462635" y="1311337"/>
                  </a:lnTo>
                  <a:lnTo>
                    <a:pt x="3462729" y="1311337"/>
                  </a:lnTo>
                  <a:lnTo>
                    <a:pt x="3462823" y="1311337"/>
                  </a:lnTo>
                  <a:lnTo>
                    <a:pt x="3462917" y="1311337"/>
                  </a:lnTo>
                  <a:lnTo>
                    <a:pt x="3463011" y="1311337"/>
                  </a:lnTo>
                  <a:lnTo>
                    <a:pt x="3463105" y="1311337"/>
                  </a:lnTo>
                  <a:lnTo>
                    <a:pt x="3463199" y="1311337"/>
                  </a:lnTo>
                  <a:lnTo>
                    <a:pt x="3463294" y="1311337"/>
                  </a:lnTo>
                  <a:lnTo>
                    <a:pt x="3463388" y="1311337"/>
                  </a:lnTo>
                  <a:lnTo>
                    <a:pt x="3463482" y="1311337"/>
                  </a:lnTo>
                  <a:lnTo>
                    <a:pt x="3463576" y="1311337"/>
                  </a:lnTo>
                  <a:lnTo>
                    <a:pt x="3463670" y="1311337"/>
                  </a:lnTo>
                  <a:lnTo>
                    <a:pt x="3463764" y="1311337"/>
                  </a:lnTo>
                  <a:lnTo>
                    <a:pt x="3463859" y="1311337"/>
                  </a:lnTo>
                  <a:lnTo>
                    <a:pt x="3463953" y="1311337"/>
                  </a:lnTo>
                  <a:lnTo>
                    <a:pt x="3464047" y="1311337"/>
                  </a:lnTo>
                  <a:lnTo>
                    <a:pt x="3464141" y="1311337"/>
                  </a:lnTo>
                  <a:lnTo>
                    <a:pt x="3464235" y="1311337"/>
                  </a:lnTo>
                  <a:lnTo>
                    <a:pt x="3464329" y="1311337"/>
                  </a:lnTo>
                  <a:lnTo>
                    <a:pt x="3464423" y="1311337"/>
                  </a:lnTo>
                  <a:lnTo>
                    <a:pt x="3464518" y="1311337"/>
                  </a:lnTo>
                  <a:lnTo>
                    <a:pt x="3464612" y="1311337"/>
                  </a:lnTo>
                  <a:lnTo>
                    <a:pt x="3464706" y="1311337"/>
                  </a:lnTo>
                  <a:lnTo>
                    <a:pt x="3464800" y="1311337"/>
                  </a:lnTo>
                  <a:lnTo>
                    <a:pt x="3464894" y="1311337"/>
                  </a:lnTo>
                  <a:lnTo>
                    <a:pt x="3464988" y="1311337"/>
                  </a:lnTo>
                  <a:lnTo>
                    <a:pt x="3465083" y="1311337"/>
                  </a:lnTo>
                  <a:lnTo>
                    <a:pt x="3465177" y="1311337"/>
                  </a:lnTo>
                  <a:lnTo>
                    <a:pt x="3465271" y="1311337"/>
                  </a:lnTo>
                  <a:lnTo>
                    <a:pt x="3465365" y="1311337"/>
                  </a:lnTo>
                  <a:lnTo>
                    <a:pt x="3465459" y="1311337"/>
                  </a:lnTo>
                  <a:lnTo>
                    <a:pt x="3465553" y="1311337"/>
                  </a:lnTo>
                  <a:lnTo>
                    <a:pt x="3465647" y="1311337"/>
                  </a:lnTo>
                  <a:lnTo>
                    <a:pt x="3465742" y="1311337"/>
                  </a:lnTo>
                  <a:lnTo>
                    <a:pt x="3465836" y="1311337"/>
                  </a:lnTo>
                  <a:lnTo>
                    <a:pt x="3465930" y="1311337"/>
                  </a:lnTo>
                  <a:lnTo>
                    <a:pt x="3466024" y="1311337"/>
                  </a:lnTo>
                  <a:lnTo>
                    <a:pt x="3466118" y="1311337"/>
                  </a:lnTo>
                  <a:lnTo>
                    <a:pt x="3466212" y="1311337"/>
                  </a:lnTo>
                  <a:lnTo>
                    <a:pt x="3466306" y="1311337"/>
                  </a:lnTo>
                  <a:lnTo>
                    <a:pt x="3466401" y="1311337"/>
                  </a:lnTo>
                  <a:lnTo>
                    <a:pt x="3466495" y="1311337"/>
                  </a:lnTo>
                  <a:lnTo>
                    <a:pt x="3466589" y="1311337"/>
                  </a:lnTo>
                  <a:lnTo>
                    <a:pt x="3466683" y="1311337"/>
                  </a:lnTo>
                  <a:lnTo>
                    <a:pt x="3466777" y="1311337"/>
                  </a:lnTo>
                  <a:lnTo>
                    <a:pt x="3466871" y="1311337"/>
                  </a:lnTo>
                  <a:lnTo>
                    <a:pt x="3466966" y="1311337"/>
                  </a:lnTo>
                  <a:lnTo>
                    <a:pt x="3467060" y="1311337"/>
                  </a:lnTo>
                  <a:lnTo>
                    <a:pt x="3467154" y="1311337"/>
                  </a:lnTo>
                  <a:lnTo>
                    <a:pt x="3467248" y="1311337"/>
                  </a:lnTo>
                  <a:lnTo>
                    <a:pt x="3467342" y="1311337"/>
                  </a:lnTo>
                  <a:lnTo>
                    <a:pt x="3467436" y="1311337"/>
                  </a:lnTo>
                  <a:lnTo>
                    <a:pt x="3467530" y="1311337"/>
                  </a:lnTo>
                  <a:lnTo>
                    <a:pt x="3467625" y="1311337"/>
                  </a:lnTo>
                  <a:lnTo>
                    <a:pt x="3467719" y="1311337"/>
                  </a:lnTo>
                  <a:lnTo>
                    <a:pt x="3467813" y="1311337"/>
                  </a:lnTo>
                  <a:lnTo>
                    <a:pt x="3467907" y="1311337"/>
                  </a:lnTo>
                  <a:lnTo>
                    <a:pt x="3468001" y="1311337"/>
                  </a:lnTo>
                  <a:lnTo>
                    <a:pt x="3468095" y="1311337"/>
                  </a:lnTo>
                  <a:lnTo>
                    <a:pt x="3468190" y="1311337"/>
                  </a:lnTo>
                  <a:lnTo>
                    <a:pt x="3468284" y="1311337"/>
                  </a:lnTo>
                  <a:lnTo>
                    <a:pt x="3468378" y="1311337"/>
                  </a:lnTo>
                  <a:lnTo>
                    <a:pt x="3468472" y="1311337"/>
                  </a:lnTo>
                  <a:lnTo>
                    <a:pt x="3468566" y="1311337"/>
                  </a:lnTo>
                  <a:lnTo>
                    <a:pt x="3468660" y="1311337"/>
                  </a:lnTo>
                  <a:lnTo>
                    <a:pt x="3468754" y="1311337"/>
                  </a:lnTo>
                  <a:lnTo>
                    <a:pt x="3468849" y="1311337"/>
                  </a:lnTo>
                  <a:lnTo>
                    <a:pt x="3468943" y="1311337"/>
                  </a:lnTo>
                  <a:lnTo>
                    <a:pt x="3469037" y="1311337"/>
                  </a:lnTo>
                  <a:lnTo>
                    <a:pt x="3469131" y="1311337"/>
                  </a:lnTo>
                  <a:lnTo>
                    <a:pt x="3469225" y="1311337"/>
                  </a:lnTo>
                  <a:lnTo>
                    <a:pt x="3469319" y="1311337"/>
                  </a:lnTo>
                  <a:lnTo>
                    <a:pt x="3469414" y="1311337"/>
                  </a:lnTo>
                  <a:lnTo>
                    <a:pt x="3469508" y="1311337"/>
                  </a:lnTo>
                  <a:lnTo>
                    <a:pt x="3469602" y="1311337"/>
                  </a:lnTo>
                  <a:lnTo>
                    <a:pt x="3469696" y="1311337"/>
                  </a:lnTo>
                  <a:lnTo>
                    <a:pt x="3469790" y="1311337"/>
                  </a:lnTo>
                  <a:lnTo>
                    <a:pt x="3469884" y="1311337"/>
                  </a:lnTo>
                  <a:lnTo>
                    <a:pt x="3469978" y="1311337"/>
                  </a:lnTo>
                  <a:lnTo>
                    <a:pt x="3470073" y="1311337"/>
                  </a:lnTo>
                  <a:lnTo>
                    <a:pt x="3470167" y="1311337"/>
                  </a:lnTo>
                  <a:lnTo>
                    <a:pt x="3470261" y="1311337"/>
                  </a:lnTo>
                  <a:lnTo>
                    <a:pt x="3470355" y="1311337"/>
                  </a:lnTo>
                  <a:lnTo>
                    <a:pt x="3470449" y="1311337"/>
                  </a:lnTo>
                  <a:lnTo>
                    <a:pt x="3470543" y="1311337"/>
                  </a:lnTo>
                  <a:lnTo>
                    <a:pt x="3470543" y="1306425"/>
                  </a:lnTo>
                  <a:lnTo>
                    <a:pt x="3470637" y="1306425"/>
                  </a:lnTo>
                  <a:lnTo>
                    <a:pt x="3470732" y="1306425"/>
                  </a:lnTo>
                  <a:lnTo>
                    <a:pt x="3470826" y="1306425"/>
                  </a:lnTo>
                  <a:lnTo>
                    <a:pt x="3470920" y="1306425"/>
                  </a:lnTo>
                  <a:lnTo>
                    <a:pt x="3471014" y="1306425"/>
                  </a:lnTo>
                  <a:lnTo>
                    <a:pt x="3471108" y="1306425"/>
                  </a:lnTo>
                  <a:lnTo>
                    <a:pt x="3471202" y="1306425"/>
                  </a:lnTo>
                  <a:lnTo>
                    <a:pt x="3471297" y="1306425"/>
                  </a:lnTo>
                  <a:lnTo>
                    <a:pt x="3471391" y="1306425"/>
                  </a:lnTo>
                  <a:lnTo>
                    <a:pt x="3471485" y="1306425"/>
                  </a:lnTo>
                  <a:lnTo>
                    <a:pt x="3471579" y="1306425"/>
                  </a:lnTo>
                  <a:lnTo>
                    <a:pt x="3471673" y="1306425"/>
                  </a:lnTo>
                  <a:lnTo>
                    <a:pt x="3471767" y="1306425"/>
                  </a:lnTo>
                  <a:lnTo>
                    <a:pt x="3471861" y="1306425"/>
                  </a:lnTo>
                  <a:lnTo>
                    <a:pt x="3471956" y="1306425"/>
                  </a:lnTo>
                  <a:lnTo>
                    <a:pt x="3472050" y="1306425"/>
                  </a:lnTo>
                  <a:lnTo>
                    <a:pt x="3472144" y="1306425"/>
                  </a:lnTo>
                  <a:lnTo>
                    <a:pt x="3472238" y="1306425"/>
                  </a:lnTo>
                  <a:lnTo>
                    <a:pt x="3472332" y="1306425"/>
                  </a:lnTo>
                  <a:lnTo>
                    <a:pt x="3472426" y="1306425"/>
                  </a:lnTo>
                  <a:lnTo>
                    <a:pt x="3472521" y="1306425"/>
                  </a:lnTo>
                  <a:lnTo>
                    <a:pt x="3472615" y="1306425"/>
                  </a:lnTo>
                  <a:lnTo>
                    <a:pt x="3472709" y="1306425"/>
                  </a:lnTo>
                  <a:lnTo>
                    <a:pt x="3472803" y="1306425"/>
                  </a:lnTo>
                  <a:lnTo>
                    <a:pt x="3472897" y="1306425"/>
                  </a:lnTo>
                  <a:lnTo>
                    <a:pt x="3472991" y="1306425"/>
                  </a:lnTo>
                  <a:lnTo>
                    <a:pt x="3473085" y="1306425"/>
                  </a:lnTo>
                  <a:lnTo>
                    <a:pt x="3473180" y="1306425"/>
                  </a:lnTo>
                  <a:lnTo>
                    <a:pt x="3473274" y="1306425"/>
                  </a:lnTo>
                  <a:lnTo>
                    <a:pt x="3473368" y="1306425"/>
                  </a:lnTo>
                  <a:lnTo>
                    <a:pt x="3473462" y="1306425"/>
                  </a:lnTo>
                  <a:lnTo>
                    <a:pt x="3473556" y="1306425"/>
                  </a:lnTo>
                  <a:lnTo>
                    <a:pt x="3473650" y="1306425"/>
                  </a:lnTo>
                  <a:lnTo>
                    <a:pt x="3473745" y="1306425"/>
                  </a:lnTo>
                  <a:lnTo>
                    <a:pt x="3473839" y="1306425"/>
                  </a:lnTo>
                  <a:lnTo>
                    <a:pt x="3473933" y="1306425"/>
                  </a:lnTo>
                  <a:lnTo>
                    <a:pt x="3474027" y="1306425"/>
                  </a:lnTo>
                  <a:lnTo>
                    <a:pt x="3474121" y="1306425"/>
                  </a:lnTo>
                  <a:lnTo>
                    <a:pt x="3474215" y="1306425"/>
                  </a:lnTo>
                  <a:lnTo>
                    <a:pt x="3474309" y="1306425"/>
                  </a:lnTo>
                  <a:lnTo>
                    <a:pt x="3474404" y="1306425"/>
                  </a:lnTo>
                  <a:lnTo>
                    <a:pt x="3474498" y="1306425"/>
                  </a:lnTo>
                  <a:lnTo>
                    <a:pt x="3474592" y="1306425"/>
                  </a:lnTo>
                  <a:lnTo>
                    <a:pt x="3474686" y="1306425"/>
                  </a:lnTo>
                  <a:lnTo>
                    <a:pt x="3474780" y="1306425"/>
                  </a:lnTo>
                  <a:lnTo>
                    <a:pt x="3474874" y="1306425"/>
                  </a:lnTo>
                  <a:lnTo>
                    <a:pt x="3474968" y="1306425"/>
                  </a:lnTo>
                  <a:lnTo>
                    <a:pt x="3475063" y="1306425"/>
                  </a:lnTo>
                  <a:lnTo>
                    <a:pt x="3475157" y="1306425"/>
                  </a:lnTo>
                  <a:lnTo>
                    <a:pt x="3475251" y="1306425"/>
                  </a:lnTo>
                  <a:lnTo>
                    <a:pt x="3475345" y="1306425"/>
                  </a:lnTo>
                  <a:lnTo>
                    <a:pt x="3475439" y="1306425"/>
                  </a:lnTo>
                  <a:lnTo>
                    <a:pt x="3475533" y="1306425"/>
                  </a:lnTo>
                  <a:lnTo>
                    <a:pt x="3475628" y="1306425"/>
                  </a:lnTo>
                  <a:lnTo>
                    <a:pt x="3475722" y="1306425"/>
                  </a:lnTo>
                  <a:lnTo>
                    <a:pt x="3475816" y="1306425"/>
                  </a:lnTo>
                  <a:lnTo>
                    <a:pt x="3475910" y="1306425"/>
                  </a:lnTo>
                  <a:lnTo>
                    <a:pt x="3476004" y="1306425"/>
                  </a:lnTo>
                  <a:lnTo>
                    <a:pt x="3476098" y="1306425"/>
                  </a:lnTo>
                  <a:lnTo>
                    <a:pt x="3476192" y="1306425"/>
                  </a:lnTo>
                  <a:lnTo>
                    <a:pt x="3476287" y="1306425"/>
                  </a:lnTo>
                  <a:lnTo>
                    <a:pt x="3476381" y="1306425"/>
                  </a:lnTo>
                  <a:lnTo>
                    <a:pt x="3476475" y="1306425"/>
                  </a:lnTo>
                  <a:lnTo>
                    <a:pt x="3476569" y="1306425"/>
                  </a:lnTo>
                  <a:lnTo>
                    <a:pt x="3476663" y="1306425"/>
                  </a:lnTo>
                  <a:lnTo>
                    <a:pt x="3476757" y="1306425"/>
                  </a:lnTo>
                  <a:lnTo>
                    <a:pt x="3476852" y="1306425"/>
                  </a:lnTo>
                  <a:lnTo>
                    <a:pt x="3476946" y="1306425"/>
                  </a:lnTo>
                  <a:lnTo>
                    <a:pt x="3477040" y="1306425"/>
                  </a:lnTo>
                  <a:lnTo>
                    <a:pt x="3477134" y="1306425"/>
                  </a:lnTo>
                  <a:lnTo>
                    <a:pt x="3477228" y="1306425"/>
                  </a:lnTo>
                  <a:lnTo>
                    <a:pt x="3477322" y="1306425"/>
                  </a:lnTo>
                  <a:lnTo>
                    <a:pt x="3477416" y="1306425"/>
                  </a:lnTo>
                  <a:lnTo>
                    <a:pt x="3477511" y="1306425"/>
                  </a:lnTo>
                  <a:lnTo>
                    <a:pt x="3477605" y="1306425"/>
                  </a:lnTo>
                  <a:lnTo>
                    <a:pt x="3477699" y="1306425"/>
                  </a:lnTo>
                  <a:lnTo>
                    <a:pt x="3477793" y="1306425"/>
                  </a:lnTo>
                  <a:lnTo>
                    <a:pt x="3477887" y="1306425"/>
                  </a:lnTo>
                  <a:lnTo>
                    <a:pt x="3477981" y="1306425"/>
                  </a:lnTo>
                  <a:lnTo>
                    <a:pt x="3478076" y="1306425"/>
                  </a:lnTo>
                  <a:lnTo>
                    <a:pt x="3478170" y="1306425"/>
                  </a:lnTo>
                  <a:lnTo>
                    <a:pt x="3478264" y="1306425"/>
                  </a:lnTo>
                  <a:lnTo>
                    <a:pt x="3478358" y="1306425"/>
                  </a:lnTo>
                  <a:lnTo>
                    <a:pt x="3478452" y="1306425"/>
                  </a:lnTo>
                  <a:lnTo>
                    <a:pt x="3478546" y="1306425"/>
                  </a:lnTo>
                  <a:lnTo>
                    <a:pt x="3478640" y="1306425"/>
                  </a:lnTo>
                  <a:lnTo>
                    <a:pt x="3478735" y="1306425"/>
                  </a:lnTo>
                  <a:lnTo>
                    <a:pt x="3478829" y="1306425"/>
                  </a:lnTo>
                  <a:lnTo>
                    <a:pt x="3478923" y="1306425"/>
                  </a:lnTo>
                  <a:lnTo>
                    <a:pt x="3479017" y="1306425"/>
                  </a:lnTo>
                  <a:lnTo>
                    <a:pt x="3479111" y="1306425"/>
                  </a:lnTo>
                  <a:lnTo>
                    <a:pt x="3479205" y="1306425"/>
                  </a:lnTo>
                  <a:lnTo>
                    <a:pt x="3479299" y="1306425"/>
                  </a:lnTo>
                  <a:lnTo>
                    <a:pt x="3479394" y="1306425"/>
                  </a:lnTo>
                  <a:lnTo>
                    <a:pt x="3479488" y="1306425"/>
                  </a:lnTo>
                  <a:lnTo>
                    <a:pt x="3479582" y="1306425"/>
                  </a:lnTo>
                  <a:lnTo>
                    <a:pt x="3479676" y="1306425"/>
                  </a:lnTo>
                  <a:lnTo>
                    <a:pt x="3479770" y="1306425"/>
                  </a:lnTo>
                  <a:lnTo>
                    <a:pt x="3479864" y="1306425"/>
                  </a:lnTo>
                  <a:lnTo>
                    <a:pt x="3479959" y="1306425"/>
                  </a:lnTo>
                  <a:lnTo>
                    <a:pt x="3480053" y="1306425"/>
                  </a:lnTo>
                  <a:lnTo>
                    <a:pt x="3480147" y="1306425"/>
                  </a:lnTo>
                  <a:lnTo>
                    <a:pt x="3480241" y="1306425"/>
                  </a:lnTo>
                  <a:lnTo>
                    <a:pt x="3480335" y="1306425"/>
                  </a:lnTo>
                  <a:lnTo>
                    <a:pt x="3480429" y="1306425"/>
                  </a:lnTo>
                  <a:lnTo>
                    <a:pt x="3480523" y="1306425"/>
                  </a:lnTo>
                  <a:lnTo>
                    <a:pt x="3480618" y="1306425"/>
                  </a:lnTo>
                  <a:lnTo>
                    <a:pt x="3480712" y="1306425"/>
                  </a:lnTo>
                  <a:lnTo>
                    <a:pt x="3480806" y="1306425"/>
                  </a:lnTo>
                  <a:lnTo>
                    <a:pt x="3480806" y="1301514"/>
                  </a:lnTo>
                  <a:lnTo>
                    <a:pt x="3480900" y="1301514"/>
                  </a:lnTo>
                  <a:lnTo>
                    <a:pt x="3480994" y="1301514"/>
                  </a:lnTo>
                  <a:lnTo>
                    <a:pt x="3481088" y="1301514"/>
                  </a:lnTo>
                  <a:lnTo>
                    <a:pt x="3481183" y="1301514"/>
                  </a:lnTo>
                  <a:lnTo>
                    <a:pt x="3481277" y="1301514"/>
                  </a:lnTo>
                  <a:lnTo>
                    <a:pt x="3481371" y="1301514"/>
                  </a:lnTo>
                  <a:lnTo>
                    <a:pt x="3481465" y="1301514"/>
                  </a:lnTo>
                  <a:lnTo>
                    <a:pt x="3481559" y="1301514"/>
                  </a:lnTo>
                  <a:lnTo>
                    <a:pt x="3481653" y="1301514"/>
                  </a:lnTo>
                  <a:lnTo>
                    <a:pt x="3481747" y="1301514"/>
                  </a:lnTo>
                  <a:lnTo>
                    <a:pt x="3481842" y="1301514"/>
                  </a:lnTo>
                  <a:lnTo>
                    <a:pt x="3481936" y="1301514"/>
                  </a:lnTo>
                  <a:lnTo>
                    <a:pt x="3482030" y="1301514"/>
                  </a:lnTo>
                  <a:lnTo>
                    <a:pt x="3482124" y="1301514"/>
                  </a:lnTo>
                  <a:lnTo>
                    <a:pt x="3482218" y="1301514"/>
                  </a:lnTo>
                  <a:lnTo>
                    <a:pt x="3482312" y="1301514"/>
                  </a:lnTo>
                  <a:lnTo>
                    <a:pt x="3482407" y="1301514"/>
                  </a:lnTo>
                  <a:lnTo>
                    <a:pt x="3482501" y="1301514"/>
                  </a:lnTo>
                  <a:lnTo>
                    <a:pt x="3482595" y="1301514"/>
                  </a:lnTo>
                  <a:lnTo>
                    <a:pt x="3482689" y="1301514"/>
                  </a:lnTo>
                  <a:lnTo>
                    <a:pt x="3482783" y="1301514"/>
                  </a:lnTo>
                  <a:lnTo>
                    <a:pt x="3482877" y="1301514"/>
                  </a:lnTo>
                  <a:lnTo>
                    <a:pt x="3482971" y="1301514"/>
                  </a:lnTo>
                  <a:lnTo>
                    <a:pt x="3483066" y="1301514"/>
                  </a:lnTo>
                  <a:lnTo>
                    <a:pt x="3483160" y="1301514"/>
                  </a:lnTo>
                  <a:lnTo>
                    <a:pt x="3483254" y="1301514"/>
                  </a:lnTo>
                  <a:lnTo>
                    <a:pt x="3483348" y="1301514"/>
                  </a:lnTo>
                  <a:lnTo>
                    <a:pt x="3483442" y="1301514"/>
                  </a:lnTo>
                  <a:lnTo>
                    <a:pt x="3483536" y="1301514"/>
                  </a:lnTo>
                  <a:lnTo>
                    <a:pt x="3483630" y="1301514"/>
                  </a:lnTo>
                  <a:lnTo>
                    <a:pt x="3483725" y="1301514"/>
                  </a:lnTo>
                  <a:lnTo>
                    <a:pt x="3483819" y="1301514"/>
                  </a:lnTo>
                  <a:lnTo>
                    <a:pt x="3483913" y="1301514"/>
                  </a:lnTo>
                  <a:lnTo>
                    <a:pt x="3484007" y="1301514"/>
                  </a:lnTo>
                  <a:lnTo>
                    <a:pt x="3484101" y="1301514"/>
                  </a:lnTo>
                  <a:lnTo>
                    <a:pt x="3484195" y="1301514"/>
                  </a:lnTo>
                  <a:lnTo>
                    <a:pt x="3484290" y="1301514"/>
                  </a:lnTo>
                  <a:lnTo>
                    <a:pt x="3484384" y="1301514"/>
                  </a:lnTo>
                  <a:lnTo>
                    <a:pt x="3484478" y="1301514"/>
                  </a:lnTo>
                  <a:lnTo>
                    <a:pt x="3484572" y="1301514"/>
                  </a:lnTo>
                  <a:lnTo>
                    <a:pt x="3484666" y="1301514"/>
                  </a:lnTo>
                  <a:lnTo>
                    <a:pt x="3484760" y="1301514"/>
                  </a:lnTo>
                  <a:lnTo>
                    <a:pt x="3484854" y="1301514"/>
                  </a:lnTo>
                  <a:lnTo>
                    <a:pt x="3484949" y="1301514"/>
                  </a:lnTo>
                  <a:lnTo>
                    <a:pt x="3485043" y="1301514"/>
                  </a:lnTo>
                  <a:lnTo>
                    <a:pt x="3485137" y="1301514"/>
                  </a:lnTo>
                  <a:lnTo>
                    <a:pt x="3485231" y="1301514"/>
                  </a:lnTo>
                  <a:lnTo>
                    <a:pt x="3485325" y="1301514"/>
                  </a:lnTo>
                  <a:lnTo>
                    <a:pt x="3485419" y="1301514"/>
                  </a:lnTo>
                  <a:lnTo>
                    <a:pt x="3485514" y="1301514"/>
                  </a:lnTo>
                  <a:lnTo>
                    <a:pt x="3485608" y="1301514"/>
                  </a:lnTo>
                  <a:lnTo>
                    <a:pt x="3485702" y="1301514"/>
                  </a:lnTo>
                  <a:lnTo>
                    <a:pt x="3485702" y="1296602"/>
                  </a:lnTo>
                  <a:lnTo>
                    <a:pt x="3485796" y="1296602"/>
                  </a:lnTo>
                  <a:lnTo>
                    <a:pt x="3485890" y="1296602"/>
                  </a:lnTo>
                  <a:lnTo>
                    <a:pt x="3485984" y="1296602"/>
                  </a:lnTo>
                  <a:lnTo>
                    <a:pt x="3486078" y="1296602"/>
                  </a:lnTo>
                  <a:lnTo>
                    <a:pt x="3486173" y="1296602"/>
                  </a:lnTo>
                  <a:lnTo>
                    <a:pt x="3486267" y="1296602"/>
                  </a:lnTo>
                  <a:lnTo>
                    <a:pt x="3486361" y="1296602"/>
                  </a:lnTo>
                  <a:lnTo>
                    <a:pt x="3486455" y="1296602"/>
                  </a:lnTo>
                  <a:lnTo>
                    <a:pt x="3486549" y="1296602"/>
                  </a:lnTo>
                  <a:lnTo>
                    <a:pt x="3486643" y="1296602"/>
                  </a:lnTo>
                  <a:lnTo>
                    <a:pt x="3486738" y="1296602"/>
                  </a:lnTo>
                  <a:lnTo>
                    <a:pt x="3486832" y="1296602"/>
                  </a:lnTo>
                  <a:lnTo>
                    <a:pt x="3486926" y="1296602"/>
                  </a:lnTo>
                  <a:lnTo>
                    <a:pt x="3487020" y="1296602"/>
                  </a:lnTo>
                  <a:lnTo>
                    <a:pt x="3487114" y="1296602"/>
                  </a:lnTo>
                  <a:lnTo>
                    <a:pt x="3487208" y="1296602"/>
                  </a:lnTo>
                  <a:lnTo>
                    <a:pt x="3487302" y="1296602"/>
                  </a:lnTo>
                  <a:lnTo>
                    <a:pt x="3487397" y="1296602"/>
                  </a:lnTo>
                  <a:lnTo>
                    <a:pt x="3487491" y="1296602"/>
                  </a:lnTo>
                  <a:lnTo>
                    <a:pt x="3487585" y="1296602"/>
                  </a:lnTo>
                  <a:lnTo>
                    <a:pt x="3487679" y="1296602"/>
                  </a:lnTo>
                  <a:lnTo>
                    <a:pt x="3487773" y="1296602"/>
                  </a:lnTo>
                  <a:lnTo>
                    <a:pt x="3487867" y="1296602"/>
                  </a:lnTo>
                  <a:lnTo>
                    <a:pt x="3487961" y="1296602"/>
                  </a:lnTo>
                  <a:lnTo>
                    <a:pt x="3488056" y="1296602"/>
                  </a:lnTo>
                  <a:lnTo>
                    <a:pt x="3488150" y="1296602"/>
                  </a:lnTo>
                  <a:lnTo>
                    <a:pt x="3488244" y="1296602"/>
                  </a:lnTo>
                  <a:lnTo>
                    <a:pt x="3488338" y="1296602"/>
                  </a:lnTo>
                  <a:lnTo>
                    <a:pt x="3488432" y="1296602"/>
                  </a:lnTo>
                  <a:lnTo>
                    <a:pt x="3488526" y="1296602"/>
                  </a:lnTo>
                  <a:lnTo>
                    <a:pt x="3488621" y="1296602"/>
                  </a:lnTo>
                  <a:lnTo>
                    <a:pt x="3488715" y="1296602"/>
                  </a:lnTo>
                  <a:lnTo>
                    <a:pt x="3488809" y="1296602"/>
                  </a:lnTo>
                  <a:lnTo>
                    <a:pt x="3488903" y="1296602"/>
                  </a:lnTo>
                  <a:lnTo>
                    <a:pt x="3488997" y="1296602"/>
                  </a:lnTo>
                  <a:lnTo>
                    <a:pt x="3489091" y="1296602"/>
                  </a:lnTo>
                  <a:lnTo>
                    <a:pt x="3489185" y="1296602"/>
                  </a:lnTo>
                  <a:lnTo>
                    <a:pt x="3489280" y="1296602"/>
                  </a:lnTo>
                  <a:lnTo>
                    <a:pt x="3489374" y="1296602"/>
                  </a:lnTo>
                  <a:lnTo>
                    <a:pt x="3489468" y="1296602"/>
                  </a:lnTo>
                  <a:lnTo>
                    <a:pt x="3489562" y="1296602"/>
                  </a:lnTo>
                  <a:lnTo>
                    <a:pt x="3489656" y="1296602"/>
                  </a:lnTo>
                  <a:lnTo>
                    <a:pt x="3489750" y="1296602"/>
                  </a:lnTo>
                  <a:lnTo>
                    <a:pt x="3489845" y="1296602"/>
                  </a:lnTo>
                  <a:lnTo>
                    <a:pt x="3489939" y="1296602"/>
                  </a:lnTo>
                  <a:lnTo>
                    <a:pt x="3490033" y="1296602"/>
                  </a:lnTo>
                  <a:lnTo>
                    <a:pt x="3490127" y="1296602"/>
                  </a:lnTo>
                  <a:lnTo>
                    <a:pt x="3490221" y="1296602"/>
                  </a:lnTo>
                  <a:lnTo>
                    <a:pt x="3490315" y="1296602"/>
                  </a:lnTo>
                  <a:lnTo>
                    <a:pt x="3490409" y="1296602"/>
                  </a:lnTo>
                  <a:lnTo>
                    <a:pt x="3490504" y="1296602"/>
                  </a:lnTo>
                  <a:lnTo>
                    <a:pt x="3490598" y="1296602"/>
                  </a:lnTo>
                  <a:lnTo>
                    <a:pt x="3490692" y="1296602"/>
                  </a:lnTo>
                  <a:lnTo>
                    <a:pt x="3490786" y="1296602"/>
                  </a:lnTo>
                  <a:lnTo>
                    <a:pt x="3490880" y="1296602"/>
                  </a:lnTo>
                  <a:lnTo>
                    <a:pt x="3490974" y="1296602"/>
                  </a:lnTo>
                  <a:lnTo>
                    <a:pt x="3491069" y="1296602"/>
                  </a:lnTo>
                  <a:lnTo>
                    <a:pt x="3491163" y="1296602"/>
                  </a:lnTo>
                  <a:lnTo>
                    <a:pt x="3491257" y="1296602"/>
                  </a:lnTo>
                  <a:lnTo>
                    <a:pt x="3491351" y="1296602"/>
                  </a:lnTo>
                  <a:lnTo>
                    <a:pt x="3491445" y="1296602"/>
                  </a:lnTo>
                  <a:lnTo>
                    <a:pt x="3491539" y="1296602"/>
                  </a:lnTo>
                  <a:lnTo>
                    <a:pt x="3491633" y="1296602"/>
                  </a:lnTo>
                  <a:lnTo>
                    <a:pt x="3491728" y="1296602"/>
                  </a:lnTo>
                  <a:lnTo>
                    <a:pt x="3491822" y="1296602"/>
                  </a:lnTo>
                  <a:lnTo>
                    <a:pt x="3491916" y="1296602"/>
                  </a:lnTo>
                  <a:lnTo>
                    <a:pt x="3492010" y="1296602"/>
                  </a:lnTo>
                  <a:lnTo>
                    <a:pt x="3492104" y="1296602"/>
                  </a:lnTo>
                  <a:lnTo>
                    <a:pt x="3492198" y="1296602"/>
                  </a:lnTo>
                  <a:lnTo>
                    <a:pt x="3492292" y="1296602"/>
                  </a:lnTo>
                  <a:lnTo>
                    <a:pt x="3492292" y="1291691"/>
                  </a:lnTo>
                  <a:lnTo>
                    <a:pt x="3492387" y="1291691"/>
                  </a:lnTo>
                  <a:lnTo>
                    <a:pt x="3492481" y="1291691"/>
                  </a:lnTo>
                  <a:lnTo>
                    <a:pt x="3492575" y="1291691"/>
                  </a:lnTo>
                  <a:lnTo>
                    <a:pt x="3492669" y="1291691"/>
                  </a:lnTo>
                  <a:lnTo>
                    <a:pt x="3492763" y="1291691"/>
                  </a:lnTo>
                  <a:lnTo>
                    <a:pt x="3492857" y="1291691"/>
                  </a:lnTo>
                  <a:lnTo>
                    <a:pt x="3492952" y="1291691"/>
                  </a:lnTo>
                  <a:lnTo>
                    <a:pt x="3493046" y="1291691"/>
                  </a:lnTo>
                  <a:lnTo>
                    <a:pt x="3493140" y="1291691"/>
                  </a:lnTo>
                  <a:lnTo>
                    <a:pt x="3493234" y="1291691"/>
                  </a:lnTo>
                  <a:lnTo>
                    <a:pt x="3493328" y="1291691"/>
                  </a:lnTo>
                  <a:lnTo>
                    <a:pt x="3493422" y="1291691"/>
                  </a:lnTo>
                  <a:lnTo>
                    <a:pt x="3493516" y="1291691"/>
                  </a:lnTo>
                  <a:lnTo>
                    <a:pt x="3493611" y="1291691"/>
                  </a:lnTo>
                  <a:lnTo>
                    <a:pt x="3493705" y="1291691"/>
                  </a:lnTo>
                  <a:lnTo>
                    <a:pt x="3493799" y="1291691"/>
                  </a:lnTo>
                  <a:lnTo>
                    <a:pt x="3493799" y="1286780"/>
                  </a:lnTo>
                  <a:lnTo>
                    <a:pt x="3493893" y="1286780"/>
                  </a:lnTo>
                  <a:lnTo>
                    <a:pt x="3493987" y="1286780"/>
                  </a:lnTo>
                  <a:lnTo>
                    <a:pt x="3494081" y="1286780"/>
                  </a:lnTo>
                  <a:lnTo>
                    <a:pt x="3494176" y="1286780"/>
                  </a:lnTo>
                  <a:lnTo>
                    <a:pt x="3494270" y="1286780"/>
                  </a:lnTo>
                  <a:lnTo>
                    <a:pt x="3494364" y="1286780"/>
                  </a:lnTo>
                  <a:lnTo>
                    <a:pt x="3494458" y="1286780"/>
                  </a:lnTo>
                  <a:lnTo>
                    <a:pt x="3494552" y="1286780"/>
                  </a:lnTo>
                  <a:lnTo>
                    <a:pt x="3494646" y="1286780"/>
                  </a:lnTo>
                  <a:lnTo>
                    <a:pt x="3494740" y="1286780"/>
                  </a:lnTo>
                  <a:lnTo>
                    <a:pt x="3494835" y="1286780"/>
                  </a:lnTo>
                  <a:lnTo>
                    <a:pt x="3494929" y="1286780"/>
                  </a:lnTo>
                  <a:lnTo>
                    <a:pt x="3495023" y="1286780"/>
                  </a:lnTo>
                  <a:lnTo>
                    <a:pt x="3495117" y="1286780"/>
                  </a:lnTo>
                  <a:lnTo>
                    <a:pt x="3495211" y="1286780"/>
                  </a:lnTo>
                  <a:lnTo>
                    <a:pt x="3495305" y="1286780"/>
                  </a:lnTo>
                  <a:lnTo>
                    <a:pt x="3495400" y="1286780"/>
                  </a:lnTo>
                  <a:lnTo>
                    <a:pt x="3495494" y="1286780"/>
                  </a:lnTo>
                  <a:lnTo>
                    <a:pt x="3495588" y="1286780"/>
                  </a:lnTo>
                  <a:lnTo>
                    <a:pt x="3495682" y="1286780"/>
                  </a:lnTo>
                  <a:lnTo>
                    <a:pt x="3495776" y="1286780"/>
                  </a:lnTo>
                  <a:lnTo>
                    <a:pt x="3495870" y="1286780"/>
                  </a:lnTo>
                  <a:lnTo>
                    <a:pt x="3495964" y="1286780"/>
                  </a:lnTo>
                  <a:lnTo>
                    <a:pt x="3496059" y="1286780"/>
                  </a:lnTo>
                  <a:lnTo>
                    <a:pt x="3496153" y="1286780"/>
                  </a:lnTo>
                  <a:lnTo>
                    <a:pt x="3496247" y="1286780"/>
                  </a:lnTo>
                  <a:lnTo>
                    <a:pt x="3496341" y="1286780"/>
                  </a:lnTo>
                  <a:lnTo>
                    <a:pt x="3496435" y="1286780"/>
                  </a:lnTo>
                  <a:lnTo>
                    <a:pt x="3496529" y="1286780"/>
                  </a:lnTo>
                  <a:lnTo>
                    <a:pt x="3496623" y="1286780"/>
                  </a:lnTo>
                  <a:lnTo>
                    <a:pt x="3496623" y="1281868"/>
                  </a:lnTo>
                  <a:lnTo>
                    <a:pt x="3496718" y="1281868"/>
                  </a:lnTo>
                  <a:lnTo>
                    <a:pt x="3496812" y="1281868"/>
                  </a:lnTo>
                  <a:lnTo>
                    <a:pt x="3496906" y="1281868"/>
                  </a:lnTo>
                  <a:lnTo>
                    <a:pt x="3497000" y="1281868"/>
                  </a:lnTo>
                  <a:lnTo>
                    <a:pt x="3497094" y="1281868"/>
                  </a:lnTo>
                  <a:lnTo>
                    <a:pt x="3497188" y="1281868"/>
                  </a:lnTo>
                  <a:lnTo>
                    <a:pt x="3497283" y="1281868"/>
                  </a:lnTo>
                  <a:lnTo>
                    <a:pt x="3497377" y="1281868"/>
                  </a:lnTo>
                  <a:lnTo>
                    <a:pt x="3497471" y="1281868"/>
                  </a:lnTo>
                  <a:lnTo>
                    <a:pt x="3497565" y="1281868"/>
                  </a:lnTo>
                  <a:lnTo>
                    <a:pt x="3497659" y="1281868"/>
                  </a:lnTo>
                  <a:lnTo>
                    <a:pt x="3497753" y="1281868"/>
                  </a:lnTo>
                  <a:lnTo>
                    <a:pt x="3497847" y="1281868"/>
                  </a:lnTo>
                  <a:lnTo>
                    <a:pt x="3497942" y="1281868"/>
                  </a:lnTo>
                  <a:lnTo>
                    <a:pt x="3498036" y="1281868"/>
                  </a:lnTo>
                  <a:lnTo>
                    <a:pt x="3498130" y="1281868"/>
                  </a:lnTo>
                  <a:lnTo>
                    <a:pt x="3498224" y="1281868"/>
                  </a:lnTo>
                  <a:lnTo>
                    <a:pt x="3498318" y="1281868"/>
                  </a:lnTo>
                  <a:lnTo>
                    <a:pt x="3498412" y="1281868"/>
                  </a:lnTo>
                  <a:lnTo>
                    <a:pt x="3498507" y="1281868"/>
                  </a:lnTo>
                  <a:lnTo>
                    <a:pt x="3498601" y="1281868"/>
                  </a:lnTo>
                  <a:lnTo>
                    <a:pt x="3498695" y="1281868"/>
                  </a:lnTo>
                  <a:lnTo>
                    <a:pt x="3498789" y="1281868"/>
                  </a:lnTo>
                  <a:lnTo>
                    <a:pt x="3498883" y="1281868"/>
                  </a:lnTo>
                  <a:lnTo>
                    <a:pt x="3498977" y="1281868"/>
                  </a:lnTo>
                  <a:lnTo>
                    <a:pt x="3499071" y="1281868"/>
                  </a:lnTo>
                  <a:lnTo>
                    <a:pt x="3499166" y="1281868"/>
                  </a:lnTo>
                  <a:lnTo>
                    <a:pt x="3499260" y="1281868"/>
                  </a:lnTo>
                  <a:lnTo>
                    <a:pt x="3499354" y="1281868"/>
                  </a:lnTo>
                  <a:lnTo>
                    <a:pt x="3499448" y="1281868"/>
                  </a:lnTo>
                  <a:lnTo>
                    <a:pt x="3499542" y="1281868"/>
                  </a:lnTo>
                  <a:lnTo>
                    <a:pt x="3499636" y="1281868"/>
                  </a:lnTo>
                  <a:lnTo>
                    <a:pt x="3499731" y="1281868"/>
                  </a:lnTo>
                  <a:lnTo>
                    <a:pt x="3499825" y="1281868"/>
                  </a:lnTo>
                  <a:lnTo>
                    <a:pt x="3499919" y="1281868"/>
                  </a:lnTo>
                  <a:lnTo>
                    <a:pt x="3500013" y="1281868"/>
                  </a:lnTo>
                  <a:lnTo>
                    <a:pt x="3500107" y="1281868"/>
                  </a:lnTo>
                  <a:lnTo>
                    <a:pt x="3500201" y="1281868"/>
                  </a:lnTo>
                  <a:lnTo>
                    <a:pt x="3500295" y="1281868"/>
                  </a:lnTo>
                  <a:lnTo>
                    <a:pt x="3500390" y="1281868"/>
                  </a:lnTo>
                  <a:lnTo>
                    <a:pt x="3500484" y="1281868"/>
                  </a:lnTo>
                  <a:lnTo>
                    <a:pt x="3500578" y="1281868"/>
                  </a:lnTo>
                  <a:lnTo>
                    <a:pt x="3500672" y="1281868"/>
                  </a:lnTo>
                  <a:lnTo>
                    <a:pt x="3500766" y="1281868"/>
                  </a:lnTo>
                  <a:lnTo>
                    <a:pt x="3500860" y="1281868"/>
                  </a:lnTo>
                  <a:lnTo>
                    <a:pt x="3500954" y="1281868"/>
                  </a:lnTo>
                  <a:lnTo>
                    <a:pt x="3501049" y="1281868"/>
                  </a:lnTo>
                  <a:lnTo>
                    <a:pt x="3501143" y="1281868"/>
                  </a:lnTo>
                  <a:lnTo>
                    <a:pt x="3501237" y="1281868"/>
                  </a:lnTo>
                  <a:lnTo>
                    <a:pt x="3501331" y="1281868"/>
                  </a:lnTo>
                  <a:lnTo>
                    <a:pt x="3501425" y="1281868"/>
                  </a:lnTo>
                  <a:lnTo>
                    <a:pt x="3501519" y="1281868"/>
                  </a:lnTo>
                  <a:lnTo>
                    <a:pt x="3501614" y="1281868"/>
                  </a:lnTo>
                  <a:lnTo>
                    <a:pt x="3501614" y="1276957"/>
                  </a:lnTo>
                  <a:lnTo>
                    <a:pt x="3501708" y="1276957"/>
                  </a:lnTo>
                  <a:lnTo>
                    <a:pt x="3501802" y="1276957"/>
                  </a:lnTo>
                  <a:lnTo>
                    <a:pt x="3501896" y="1276957"/>
                  </a:lnTo>
                  <a:lnTo>
                    <a:pt x="3501896" y="1272046"/>
                  </a:lnTo>
                  <a:lnTo>
                    <a:pt x="3501990" y="1272046"/>
                  </a:lnTo>
                  <a:lnTo>
                    <a:pt x="3502084" y="1272046"/>
                  </a:lnTo>
                  <a:lnTo>
                    <a:pt x="3502178" y="1272046"/>
                  </a:lnTo>
                  <a:lnTo>
                    <a:pt x="3502273" y="1272046"/>
                  </a:lnTo>
                  <a:lnTo>
                    <a:pt x="3502367" y="1272046"/>
                  </a:lnTo>
                  <a:lnTo>
                    <a:pt x="3502461" y="1272046"/>
                  </a:lnTo>
                  <a:lnTo>
                    <a:pt x="3502555" y="1272046"/>
                  </a:lnTo>
                  <a:lnTo>
                    <a:pt x="3502649" y="1272046"/>
                  </a:lnTo>
                  <a:lnTo>
                    <a:pt x="3502743" y="1272046"/>
                  </a:lnTo>
                  <a:lnTo>
                    <a:pt x="3502838" y="1272046"/>
                  </a:lnTo>
                  <a:lnTo>
                    <a:pt x="3502932" y="1272046"/>
                  </a:lnTo>
                  <a:lnTo>
                    <a:pt x="3503026" y="1272046"/>
                  </a:lnTo>
                  <a:lnTo>
                    <a:pt x="3503120" y="1272046"/>
                  </a:lnTo>
                  <a:lnTo>
                    <a:pt x="3503214" y="1272046"/>
                  </a:lnTo>
                  <a:lnTo>
                    <a:pt x="3503308" y="1272046"/>
                  </a:lnTo>
                  <a:lnTo>
                    <a:pt x="3503402" y="1272046"/>
                  </a:lnTo>
                  <a:lnTo>
                    <a:pt x="3503497" y="1272046"/>
                  </a:lnTo>
                  <a:lnTo>
                    <a:pt x="3503591" y="1272046"/>
                  </a:lnTo>
                  <a:lnTo>
                    <a:pt x="3503685" y="1272046"/>
                  </a:lnTo>
                  <a:lnTo>
                    <a:pt x="3503779" y="1272046"/>
                  </a:lnTo>
                  <a:lnTo>
                    <a:pt x="3503873" y="1272046"/>
                  </a:lnTo>
                  <a:lnTo>
                    <a:pt x="3503967" y="1272046"/>
                  </a:lnTo>
                  <a:lnTo>
                    <a:pt x="3504062" y="1272046"/>
                  </a:lnTo>
                  <a:lnTo>
                    <a:pt x="3504156" y="1272046"/>
                  </a:lnTo>
                  <a:lnTo>
                    <a:pt x="3504250" y="1272046"/>
                  </a:lnTo>
                  <a:lnTo>
                    <a:pt x="3504344" y="1272046"/>
                  </a:lnTo>
                  <a:lnTo>
                    <a:pt x="3504438" y="1272046"/>
                  </a:lnTo>
                  <a:lnTo>
                    <a:pt x="3504532" y="1272046"/>
                  </a:lnTo>
                  <a:lnTo>
                    <a:pt x="3504626" y="1272046"/>
                  </a:lnTo>
                  <a:lnTo>
                    <a:pt x="3504721" y="1272046"/>
                  </a:lnTo>
                  <a:lnTo>
                    <a:pt x="3504815" y="1272046"/>
                  </a:lnTo>
                  <a:lnTo>
                    <a:pt x="3504909" y="1272046"/>
                  </a:lnTo>
                  <a:lnTo>
                    <a:pt x="3505003" y="1272046"/>
                  </a:lnTo>
                  <a:lnTo>
                    <a:pt x="3505097" y="1272046"/>
                  </a:lnTo>
                  <a:lnTo>
                    <a:pt x="3505191" y="1272046"/>
                  </a:lnTo>
                  <a:lnTo>
                    <a:pt x="3505285" y="1272046"/>
                  </a:lnTo>
                  <a:lnTo>
                    <a:pt x="3505380" y="1272046"/>
                  </a:lnTo>
                  <a:lnTo>
                    <a:pt x="3505474" y="1272046"/>
                  </a:lnTo>
                  <a:lnTo>
                    <a:pt x="3505568" y="1272046"/>
                  </a:lnTo>
                  <a:lnTo>
                    <a:pt x="3505662" y="1272046"/>
                  </a:lnTo>
                  <a:lnTo>
                    <a:pt x="3505756" y="1272046"/>
                  </a:lnTo>
                  <a:lnTo>
                    <a:pt x="3505850" y="1272046"/>
                  </a:lnTo>
                  <a:lnTo>
                    <a:pt x="3505945" y="1272046"/>
                  </a:lnTo>
                  <a:lnTo>
                    <a:pt x="3506039" y="1272046"/>
                  </a:lnTo>
                  <a:lnTo>
                    <a:pt x="3506133" y="1272046"/>
                  </a:lnTo>
                  <a:lnTo>
                    <a:pt x="3506227" y="1272046"/>
                  </a:lnTo>
                  <a:lnTo>
                    <a:pt x="3506321" y="1272046"/>
                  </a:lnTo>
                  <a:lnTo>
                    <a:pt x="3506415" y="1272046"/>
                  </a:lnTo>
                  <a:lnTo>
                    <a:pt x="3506509" y="1272046"/>
                  </a:lnTo>
                  <a:lnTo>
                    <a:pt x="3506604" y="1272046"/>
                  </a:lnTo>
                  <a:lnTo>
                    <a:pt x="3506698" y="1272046"/>
                  </a:lnTo>
                  <a:lnTo>
                    <a:pt x="3506792" y="1272046"/>
                  </a:lnTo>
                  <a:lnTo>
                    <a:pt x="3506886" y="1272046"/>
                  </a:lnTo>
                  <a:lnTo>
                    <a:pt x="3506980" y="1272046"/>
                  </a:lnTo>
                  <a:lnTo>
                    <a:pt x="3507074" y="1272046"/>
                  </a:lnTo>
                  <a:lnTo>
                    <a:pt x="3507169" y="1272046"/>
                  </a:lnTo>
                  <a:lnTo>
                    <a:pt x="3507263" y="1272046"/>
                  </a:lnTo>
                  <a:lnTo>
                    <a:pt x="3507357" y="1272046"/>
                  </a:lnTo>
                  <a:lnTo>
                    <a:pt x="3507451" y="1272046"/>
                  </a:lnTo>
                  <a:lnTo>
                    <a:pt x="3507545" y="1272046"/>
                  </a:lnTo>
                  <a:lnTo>
                    <a:pt x="3507639" y="1272046"/>
                  </a:lnTo>
                  <a:lnTo>
                    <a:pt x="3507733" y="1272046"/>
                  </a:lnTo>
                  <a:lnTo>
                    <a:pt x="3507828" y="1272046"/>
                  </a:lnTo>
                  <a:lnTo>
                    <a:pt x="3507922" y="1272046"/>
                  </a:lnTo>
                  <a:lnTo>
                    <a:pt x="3508016" y="1272046"/>
                  </a:lnTo>
                  <a:lnTo>
                    <a:pt x="3508110" y="1272046"/>
                  </a:lnTo>
                  <a:lnTo>
                    <a:pt x="3508204" y="1272046"/>
                  </a:lnTo>
                  <a:lnTo>
                    <a:pt x="3508298" y="1272046"/>
                  </a:lnTo>
                  <a:lnTo>
                    <a:pt x="3508393" y="1272046"/>
                  </a:lnTo>
                  <a:lnTo>
                    <a:pt x="3508487" y="1272046"/>
                  </a:lnTo>
                  <a:lnTo>
                    <a:pt x="3508581" y="1272046"/>
                  </a:lnTo>
                  <a:lnTo>
                    <a:pt x="3508675" y="1272046"/>
                  </a:lnTo>
                  <a:lnTo>
                    <a:pt x="3508769" y="1272046"/>
                  </a:lnTo>
                  <a:lnTo>
                    <a:pt x="3508863" y="1272046"/>
                  </a:lnTo>
                  <a:lnTo>
                    <a:pt x="3508957" y="1272046"/>
                  </a:lnTo>
                  <a:lnTo>
                    <a:pt x="3509052" y="1272046"/>
                  </a:lnTo>
                  <a:lnTo>
                    <a:pt x="3509146" y="1272046"/>
                  </a:lnTo>
                  <a:lnTo>
                    <a:pt x="3509240" y="1272046"/>
                  </a:lnTo>
                  <a:lnTo>
                    <a:pt x="3509334" y="1272046"/>
                  </a:lnTo>
                  <a:lnTo>
                    <a:pt x="3509428" y="1272046"/>
                  </a:lnTo>
                  <a:lnTo>
                    <a:pt x="3509522" y="1272046"/>
                  </a:lnTo>
                  <a:lnTo>
                    <a:pt x="3509616" y="1272046"/>
                  </a:lnTo>
                  <a:lnTo>
                    <a:pt x="3509711" y="1272046"/>
                  </a:lnTo>
                  <a:lnTo>
                    <a:pt x="3509805" y="1272046"/>
                  </a:lnTo>
                  <a:lnTo>
                    <a:pt x="3509899" y="1272046"/>
                  </a:lnTo>
                  <a:lnTo>
                    <a:pt x="3509993" y="1272046"/>
                  </a:lnTo>
                  <a:lnTo>
                    <a:pt x="3510087" y="1272046"/>
                  </a:lnTo>
                  <a:lnTo>
                    <a:pt x="3510181" y="1272046"/>
                  </a:lnTo>
                  <a:lnTo>
                    <a:pt x="3510276" y="1272046"/>
                  </a:lnTo>
                  <a:lnTo>
                    <a:pt x="3510370" y="1272046"/>
                  </a:lnTo>
                  <a:lnTo>
                    <a:pt x="3510464" y="1272046"/>
                  </a:lnTo>
                  <a:lnTo>
                    <a:pt x="3510558" y="1272046"/>
                  </a:lnTo>
                  <a:lnTo>
                    <a:pt x="3510652" y="1272046"/>
                  </a:lnTo>
                  <a:lnTo>
                    <a:pt x="3510746" y="1272046"/>
                  </a:lnTo>
                  <a:lnTo>
                    <a:pt x="3510840" y="1272046"/>
                  </a:lnTo>
                  <a:lnTo>
                    <a:pt x="3510935" y="1272046"/>
                  </a:lnTo>
                  <a:lnTo>
                    <a:pt x="3511029" y="1272046"/>
                  </a:lnTo>
                  <a:lnTo>
                    <a:pt x="3511123" y="1272046"/>
                  </a:lnTo>
                  <a:lnTo>
                    <a:pt x="3511123" y="1267134"/>
                  </a:lnTo>
                  <a:lnTo>
                    <a:pt x="3511217" y="1267134"/>
                  </a:lnTo>
                  <a:lnTo>
                    <a:pt x="3511311" y="1267134"/>
                  </a:lnTo>
                  <a:lnTo>
                    <a:pt x="3511405" y="1267134"/>
                  </a:lnTo>
                  <a:lnTo>
                    <a:pt x="3511500" y="1267134"/>
                  </a:lnTo>
                  <a:lnTo>
                    <a:pt x="3511594" y="1267134"/>
                  </a:lnTo>
                  <a:lnTo>
                    <a:pt x="3511688" y="1267134"/>
                  </a:lnTo>
                  <a:lnTo>
                    <a:pt x="3511782" y="1267134"/>
                  </a:lnTo>
                  <a:lnTo>
                    <a:pt x="3511876" y="1267134"/>
                  </a:lnTo>
                  <a:lnTo>
                    <a:pt x="3511970" y="1267134"/>
                  </a:lnTo>
                  <a:lnTo>
                    <a:pt x="3511970" y="1262223"/>
                  </a:lnTo>
                  <a:lnTo>
                    <a:pt x="3512064" y="1262223"/>
                  </a:lnTo>
                  <a:lnTo>
                    <a:pt x="3512159" y="1262223"/>
                  </a:lnTo>
                  <a:lnTo>
                    <a:pt x="3512253" y="1262223"/>
                  </a:lnTo>
                  <a:lnTo>
                    <a:pt x="3512347" y="1262223"/>
                  </a:lnTo>
                  <a:lnTo>
                    <a:pt x="3512441" y="1262223"/>
                  </a:lnTo>
                  <a:lnTo>
                    <a:pt x="3512535" y="1262223"/>
                  </a:lnTo>
                  <a:lnTo>
                    <a:pt x="3512629" y="1262223"/>
                  </a:lnTo>
                  <a:lnTo>
                    <a:pt x="3512724" y="1262223"/>
                  </a:lnTo>
                  <a:lnTo>
                    <a:pt x="3512818" y="1262223"/>
                  </a:lnTo>
                  <a:lnTo>
                    <a:pt x="3512912" y="1262223"/>
                  </a:lnTo>
                  <a:lnTo>
                    <a:pt x="3513006" y="1262223"/>
                  </a:lnTo>
                  <a:lnTo>
                    <a:pt x="3513100" y="1262223"/>
                  </a:lnTo>
                  <a:lnTo>
                    <a:pt x="3513194" y="1262223"/>
                  </a:lnTo>
                  <a:lnTo>
                    <a:pt x="3513288" y="1262223"/>
                  </a:lnTo>
                  <a:lnTo>
                    <a:pt x="3513383" y="1262223"/>
                  </a:lnTo>
                  <a:lnTo>
                    <a:pt x="3513477" y="1262223"/>
                  </a:lnTo>
                  <a:lnTo>
                    <a:pt x="3513571" y="1262223"/>
                  </a:lnTo>
                  <a:lnTo>
                    <a:pt x="3513665" y="1262223"/>
                  </a:lnTo>
                  <a:lnTo>
                    <a:pt x="3513759" y="1262223"/>
                  </a:lnTo>
                  <a:lnTo>
                    <a:pt x="3513853" y="1262223"/>
                  </a:lnTo>
                  <a:lnTo>
                    <a:pt x="3513948" y="1262223"/>
                  </a:lnTo>
                  <a:lnTo>
                    <a:pt x="3514042" y="1262223"/>
                  </a:lnTo>
                  <a:lnTo>
                    <a:pt x="3514136" y="1262223"/>
                  </a:lnTo>
                  <a:lnTo>
                    <a:pt x="3514230" y="1262223"/>
                  </a:lnTo>
                  <a:lnTo>
                    <a:pt x="3514324" y="1262223"/>
                  </a:lnTo>
                  <a:lnTo>
                    <a:pt x="3514418" y="1262223"/>
                  </a:lnTo>
                  <a:lnTo>
                    <a:pt x="3514512" y="1262223"/>
                  </a:lnTo>
                  <a:lnTo>
                    <a:pt x="3514607" y="1262223"/>
                  </a:lnTo>
                  <a:lnTo>
                    <a:pt x="3514701" y="1262223"/>
                  </a:lnTo>
                  <a:lnTo>
                    <a:pt x="3514795" y="1262223"/>
                  </a:lnTo>
                  <a:lnTo>
                    <a:pt x="3514889" y="1262223"/>
                  </a:lnTo>
                  <a:lnTo>
                    <a:pt x="3514983" y="1262223"/>
                  </a:lnTo>
                  <a:lnTo>
                    <a:pt x="3515077" y="1262223"/>
                  </a:lnTo>
                  <a:lnTo>
                    <a:pt x="3515171" y="1262223"/>
                  </a:lnTo>
                  <a:lnTo>
                    <a:pt x="3515266" y="1262223"/>
                  </a:lnTo>
                  <a:lnTo>
                    <a:pt x="3515360" y="1262223"/>
                  </a:lnTo>
                  <a:lnTo>
                    <a:pt x="3515454" y="1262223"/>
                  </a:lnTo>
                  <a:lnTo>
                    <a:pt x="3515548" y="1262223"/>
                  </a:lnTo>
                  <a:lnTo>
                    <a:pt x="3515642" y="1262223"/>
                  </a:lnTo>
                  <a:lnTo>
                    <a:pt x="3515736" y="1262223"/>
                  </a:lnTo>
                  <a:lnTo>
                    <a:pt x="3515831" y="1262223"/>
                  </a:lnTo>
                  <a:lnTo>
                    <a:pt x="3515925" y="1262223"/>
                  </a:lnTo>
                  <a:lnTo>
                    <a:pt x="3516019" y="1262223"/>
                  </a:lnTo>
                  <a:lnTo>
                    <a:pt x="3516113" y="1262223"/>
                  </a:lnTo>
                  <a:lnTo>
                    <a:pt x="3516207" y="1262223"/>
                  </a:lnTo>
                  <a:lnTo>
                    <a:pt x="3516301" y="1262223"/>
                  </a:lnTo>
                  <a:lnTo>
                    <a:pt x="3516395" y="1262223"/>
                  </a:lnTo>
                  <a:lnTo>
                    <a:pt x="3516490" y="1262223"/>
                  </a:lnTo>
                  <a:lnTo>
                    <a:pt x="3516584" y="1262223"/>
                  </a:lnTo>
                  <a:lnTo>
                    <a:pt x="3516678" y="1262223"/>
                  </a:lnTo>
                  <a:lnTo>
                    <a:pt x="3516772" y="1262223"/>
                  </a:lnTo>
                  <a:lnTo>
                    <a:pt x="3516866" y="1262223"/>
                  </a:lnTo>
                  <a:lnTo>
                    <a:pt x="3516960" y="1262223"/>
                  </a:lnTo>
                  <a:lnTo>
                    <a:pt x="3517055" y="1262223"/>
                  </a:lnTo>
                  <a:lnTo>
                    <a:pt x="3517149" y="1262223"/>
                  </a:lnTo>
                  <a:lnTo>
                    <a:pt x="3517243" y="1262223"/>
                  </a:lnTo>
                  <a:lnTo>
                    <a:pt x="3517337" y="1262223"/>
                  </a:lnTo>
                  <a:lnTo>
                    <a:pt x="3517431" y="1262223"/>
                  </a:lnTo>
                  <a:lnTo>
                    <a:pt x="3517525" y="1262223"/>
                  </a:lnTo>
                  <a:lnTo>
                    <a:pt x="3517619" y="1262223"/>
                  </a:lnTo>
                  <a:lnTo>
                    <a:pt x="3517714" y="1262223"/>
                  </a:lnTo>
                  <a:lnTo>
                    <a:pt x="3517808" y="1262223"/>
                  </a:lnTo>
                  <a:lnTo>
                    <a:pt x="3517902" y="1262223"/>
                  </a:lnTo>
                  <a:lnTo>
                    <a:pt x="3517996" y="1262223"/>
                  </a:lnTo>
                  <a:lnTo>
                    <a:pt x="3518090" y="1262223"/>
                  </a:lnTo>
                  <a:lnTo>
                    <a:pt x="3518184" y="1262223"/>
                  </a:lnTo>
                  <a:lnTo>
                    <a:pt x="3518279" y="1262223"/>
                  </a:lnTo>
                  <a:lnTo>
                    <a:pt x="3518373" y="1262223"/>
                  </a:lnTo>
                  <a:lnTo>
                    <a:pt x="3518467" y="1262223"/>
                  </a:lnTo>
                  <a:lnTo>
                    <a:pt x="3518561" y="1262223"/>
                  </a:lnTo>
                  <a:lnTo>
                    <a:pt x="3518655" y="1262223"/>
                  </a:lnTo>
                  <a:lnTo>
                    <a:pt x="3518749" y="1262223"/>
                  </a:lnTo>
                  <a:lnTo>
                    <a:pt x="3518843" y="1262223"/>
                  </a:lnTo>
                  <a:lnTo>
                    <a:pt x="3518938" y="1262223"/>
                  </a:lnTo>
                  <a:lnTo>
                    <a:pt x="3519032" y="1262223"/>
                  </a:lnTo>
                  <a:lnTo>
                    <a:pt x="3519126" y="1262223"/>
                  </a:lnTo>
                  <a:lnTo>
                    <a:pt x="3519220" y="1262223"/>
                  </a:lnTo>
                  <a:lnTo>
                    <a:pt x="3519314" y="1262223"/>
                  </a:lnTo>
                  <a:lnTo>
                    <a:pt x="3519408" y="1262223"/>
                  </a:lnTo>
                  <a:lnTo>
                    <a:pt x="3519502" y="1262223"/>
                  </a:lnTo>
                  <a:lnTo>
                    <a:pt x="3519597" y="1262223"/>
                  </a:lnTo>
                  <a:lnTo>
                    <a:pt x="3519691" y="1262223"/>
                  </a:lnTo>
                  <a:lnTo>
                    <a:pt x="3519785" y="1262223"/>
                  </a:lnTo>
                  <a:lnTo>
                    <a:pt x="3519879" y="1262223"/>
                  </a:lnTo>
                  <a:lnTo>
                    <a:pt x="3519973" y="1262223"/>
                  </a:lnTo>
                  <a:lnTo>
                    <a:pt x="3520067" y="1262223"/>
                  </a:lnTo>
                  <a:lnTo>
                    <a:pt x="3520162" y="1262223"/>
                  </a:lnTo>
                  <a:lnTo>
                    <a:pt x="3520256" y="1262223"/>
                  </a:lnTo>
                  <a:lnTo>
                    <a:pt x="3520350" y="1262223"/>
                  </a:lnTo>
                  <a:lnTo>
                    <a:pt x="3520444" y="1262223"/>
                  </a:lnTo>
                  <a:lnTo>
                    <a:pt x="3520538" y="1262223"/>
                  </a:lnTo>
                  <a:lnTo>
                    <a:pt x="3520632" y="1262223"/>
                  </a:lnTo>
                  <a:lnTo>
                    <a:pt x="3520726" y="1262223"/>
                  </a:lnTo>
                  <a:lnTo>
                    <a:pt x="3520821" y="1262223"/>
                  </a:lnTo>
                  <a:lnTo>
                    <a:pt x="3520915" y="1262223"/>
                  </a:lnTo>
                  <a:lnTo>
                    <a:pt x="3521009" y="1262223"/>
                  </a:lnTo>
                  <a:lnTo>
                    <a:pt x="3521103" y="1262223"/>
                  </a:lnTo>
                  <a:lnTo>
                    <a:pt x="3521197" y="1262223"/>
                  </a:lnTo>
                  <a:lnTo>
                    <a:pt x="3521291" y="1262223"/>
                  </a:lnTo>
                  <a:lnTo>
                    <a:pt x="3521386" y="1262223"/>
                  </a:lnTo>
                  <a:lnTo>
                    <a:pt x="3521480" y="1262223"/>
                  </a:lnTo>
                  <a:lnTo>
                    <a:pt x="3521574" y="1262223"/>
                  </a:lnTo>
                  <a:lnTo>
                    <a:pt x="3521668" y="1262223"/>
                  </a:lnTo>
                  <a:lnTo>
                    <a:pt x="3521762" y="1262223"/>
                  </a:lnTo>
                  <a:lnTo>
                    <a:pt x="3521856" y="1262223"/>
                  </a:lnTo>
                  <a:lnTo>
                    <a:pt x="3521950" y="1262223"/>
                  </a:lnTo>
                  <a:lnTo>
                    <a:pt x="3522045" y="1262223"/>
                  </a:lnTo>
                  <a:lnTo>
                    <a:pt x="3522139" y="1262223"/>
                  </a:lnTo>
                  <a:lnTo>
                    <a:pt x="3522233" y="1262223"/>
                  </a:lnTo>
                  <a:lnTo>
                    <a:pt x="3522327" y="1262223"/>
                  </a:lnTo>
                  <a:lnTo>
                    <a:pt x="3522421" y="1262223"/>
                  </a:lnTo>
                  <a:lnTo>
                    <a:pt x="3522515" y="1262223"/>
                  </a:lnTo>
                  <a:lnTo>
                    <a:pt x="3522610" y="1262223"/>
                  </a:lnTo>
                  <a:lnTo>
                    <a:pt x="3522704" y="1262223"/>
                  </a:lnTo>
                  <a:lnTo>
                    <a:pt x="3522798" y="1262223"/>
                  </a:lnTo>
                  <a:lnTo>
                    <a:pt x="3522892" y="1262223"/>
                  </a:lnTo>
                  <a:lnTo>
                    <a:pt x="3522986" y="1262223"/>
                  </a:lnTo>
                  <a:lnTo>
                    <a:pt x="3523080" y="1262223"/>
                  </a:lnTo>
                  <a:lnTo>
                    <a:pt x="3523174" y="1262223"/>
                  </a:lnTo>
                  <a:lnTo>
                    <a:pt x="3523269" y="1262223"/>
                  </a:lnTo>
                  <a:lnTo>
                    <a:pt x="3523363" y="1262223"/>
                  </a:lnTo>
                  <a:lnTo>
                    <a:pt x="3523457" y="1262223"/>
                  </a:lnTo>
                  <a:lnTo>
                    <a:pt x="3523457" y="1257311"/>
                  </a:lnTo>
                  <a:lnTo>
                    <a:pt x="3523551" y="1257311"/>
                  </a:lnTo>
                  <a:lnTo>
                    <a:pt x="3523645" y="1257311"/>
                  </a:lnTo>
                  <a:lnTo>
                    <a:pt x="3523739" y="1257311"/>
                  </a:lnTo>
                  <a:lnTo>
                    <a:pt x="3523833" y="1257311"/>
                  </a:lnTo>
                  <a:lnTo>
                    <a:pt x="3523928" y="1257311"/>
                  </a:lnTo>
                  <a:lnTo>
                    <a:pt x="3524022" y="1257311"/>
                  </a:lnTo>
                  <a:lnTo>
                    <a:pt x="3524116" y="1257311"/>
                  </a:lnTo>
                  <a:lnTo>
                    <a:pt x="3524210" y="1257311"/>
                  </a:lnTo>
                  <a:lnTo>
                    <a:pt x="3524304" y="1257311"/>
                  </a:lnTo>
                  <a:lnTo>
                    <a:pt x="3524398" y="1257311"/>
                  </a:lnTo>
                  <a:lnTo>
                    <a:pt x="3524493" y="1257311"/>
                  </a:lnTo>
                  <a:lnTo>
                    <a:pt x="3524587" y="1257311"/>
                  </a:lnTo>
                  <a:lnTo>
                    <a:pt x="3524681" y="1257311"/>
                  </a:lnTo>
                  <a:lnTo>
                    <a:pt x="3524775" y="1257311"/>
                  </a:lnTo>
                  <a:lnTo>
                    <a:pt x="3524869" y="1257311"/>
                  </a:lnTo>
                  <a:lnTo>
                    <a:pt x="3524963" y="1257311"/>
                  </a:lnTo>
                  <a:lnTo>
                    <a:pt x="3525057" y="1257311"/>
                  </a:lnTo>
                  <a:lnTo>
                    <a:pt x="3525152" y="1257311"/>
                  </a:lnTo>
                  <a:lnTo>
                    <a:pt x="3525246" y="1257311"/>
                  </a:lnTo>
                  <a:lnTo>
                    <a:pt x="3525340" y="1257311"/>
                  </a:lnTo>
                  <a:lnTo>
                    <a:pt x="3525434" y="1257311"/>
                  </a:lnTo>
                  <a:lnTo>
                    <a:pt x="3525528" y="1257311"/>
                  </a:lnTo>
                  <a:lnTo>
                    <a:pt x="3525622" y="1257311"/>
                  </a:lnTo>
                  <a:lnTo>
                    <a:pt x="3525717" y="1257311"/>
                  </a:lnTo>
                  <a:lnTo>
                    <a:pt x="3525811" y="1257311"/>
                  </a:lnTo>
                  <a:lnTo>
                    <a:pt x="3525905" y="1257311"/>
                  </a:lnTo>
                  <a:lnTo>
                    <a:pt x="3525999" y="1257311"/>
                  </a:lnTo>
                  <a:lnTo>
                    <a:pt x="3526093" y="1257311"/>
                  </a:lnTo>
                  <a:lnTo>
                    <a:pt x="3526187" y="1257311"/>
                  </a:lnTo>
                  <a:lnTo>
                    <a:pt x="3526281" y="1257311"/>
                  </a:lnTo>
                  <a:lnTo>
                    <a:pt x="3526281" y="1252400"/>
                  </a:lnTo>
                  <a:lnTo>
                    <a:pt x="3526376" y="1252400"/>
                  </a:lnTo>
                  <a:lnTo>
                    <a:pt x="3526470" y="1252400"/>
                  </a:lnTo>
                  <a:lnTo>
                    <a:pt x="3526564" y="1252400"/>
                  </a:lnTo>
                  <a:lnTo>
                    <a:pt x="3526658" y="1252400"/>
                  </a:lnTo>
                  <a:lnTo>
                    <a:pt x="3526752" y="1252400"/>
                  </a:lnTo>
                  <a:lnTo>
                    <a:pt x="3526846" y="1252400"/>
                  </a:lnTo>
                  <a:lnTo>
                    <a:pt x="3526941" y="1252400"/>
                  </a:lnTo>
                  <a:lnTo>
                    <a:pt x="3527035" y="1252400"/>
                  </a:lnTo>
                  <a:lnTo>
                    <a:pt x="3527129" y="1252400"/>
                  </a:lnTo>
                  <a:lnTo>
                    <a:pt x="3527223" y="1252400"/>
                  </a:lnTo>
                  <a:lnTo>
                    <a:pt x="3527317" y="1252400"/>
                  </a:lnTo>
                  <a:lnTo>
                    <a:pt x="3527411" y="1252400"/>
                  </a:lnTo>
                  <a:lnTo>
                    <a:pt x="3527505" y="1252400"/>
                  </a:lnTo>
                  <a:lnTo>
                    <a:pt x="3527600" y="1252400"/>
                  </a:lnTo>
                  <a:lnTo>
                    <a:pt x="3527694" y="1252400"/>
                  </a:lnTo>
                  <a:lnTo>
                    <a:pt x="3527788" y="1252400"/>
                  </a:lnTo>
                  <a:lnTo>
                    <a:pt x="3527882" y="1252400"/>
                  </a:lnTo>
                  <a:lnTo>
                    <a:pt x="3527976" y="1252400"/>
                  </a:lnTo>
                  <a:lnTo>
                    <a:pt x="3528070" y="1252400"/>
                  </a:lnTo>
                  <a:lnTo>
                    <a:pt x="3528164" y="1252400"/>
                  </a:lnTo>
                  <a:lnTo>
                    <a:pt x="3528259" y="1252400"/>
                  </a:lnTo>
                  <a:lnTo>
                    <a:pt x="3528353" y="1252400"/>
                  </a:lnTo>
                  <a:lnTo>
                    <a:pt x="3528447" y="1252400"/>
                  </a:lnTo>
                  <a:lnTo>
                    <a:pt x="3528541" y="1252400"/>
                  </a:lnTo>
                  <a:lnTo>
                    <a:pt x="3528635" y="1252400"/>
                  </a:lnTo>
                  <a:lnTo>
                    <a:pt x="3528729" y="1252400"/>
                  </a:lnTo>
                  <a:lnTo>
                    <a:pt x="3528824" y="1252400"/>
                  </a:lnTo>
                  <a:lnTo>
                    <a:pt x="3528918" y="1252400"/>
                  </a:lnTo>
                  <a:lnTo>
                    <a:pt x="3529012" y="1252400"/>
                  </a:lnTo>
                  <a:lnTo>
                    <a:pt x="3529106" y="1252400"/>
                  </a:lnTo>
                  <a:lnTo>
                    <a:pt x="3529200" y="1252400"/>
                  </a:lnTo>
                  <a:lnTo>
                    <a:pt x="3529294" y="1252400"/>
                  </a:lnTo>
                  <a:lnTo>
                    <a:pt x="3529388" y="1252400"/>
                  </a:lnTo>
                  <a:lnTo>
                    <a:pt x="3529483" y="1252400"/>
                  </a:lnTo>
                  <a:lnTo>
                    <a:pt x="3529577" y="1252400"/>
                  </a:lnTo>
                  <a:lnTo>
                    <a:pt x="3529671" y="1252400"/>
                  </a:lnTo>
                  <a:lnTo>
                    <a:pt x="3529765" y="1252400"/>
                  </a:lnTo>
                  <a:lnTo>
                    <a:pt x="3529859" y="1252400"/>
                  </a:lnTo>
                  <a:lnTo>
                    <a:pt x="3529953" y="1252400"/>
                  </a:lnTo>
                  <a:lnTo>
                    <a:pt x="3530048" y="1252400"/>
                  </a:lnTo>
                  <a:lnTo>
                    <a:pt x="3530142" y="1252400"/>
                  </a:lnTo>
                  <a:lnTo>
                    <a:pt x="3530236" y="1252400"/>
                  </a:lnTo>
                  <a:lnTo>
                    <a:pt x="3530330" y="1252400"/>
                  </a:lnTo>
                  <a:lnTo>
                    <a:pt x="3530424" y="1252400"/>
                  </a:lnTo>
                  <a:lnTo>
                    <a:pt x="3530518" y="1252400"/>
                  </a:lnTo>
                  <a:lnTo>
                    <a:pt x="3530612" y="1252400"/>
                  </a:lnTo>
                  <a:lnTo>
                    <a:pt x="3530707" y="1252400"/>
                  </a:lnTo>
                  <a:lnTo>
                    <a:pt x="3530707" y="1247489"/>
                  </a:lnTo>
                  <a:lnTo>
                    <a:pt x="3530801" y="1247489"/>
                  </a:lnTo>
                  <a:lnTo>
                    <a:pt x="3530895" y="1247489"/>
                  </a:lnTo>
                  <a:lnTo>
                    <a:pt x="3530989" y="1247489"/>
                  </a:lnTo>
                  <a:lnTo>
                    <a:pt x="3531083" y="1247489"/>
                  </a:lnTo>
                  <a:lnTo>
                    <a:pt x="3531177" y="1247489"/>
                  </a:lnTo>
                  <a:lnTo>
                    <a:pt x="3531272" y="1247489"/>
                  </a:lnTo>
                  <a:lnTo>
                    <a:pt x="3531366" y="1247489"/>
                  </a:lnTo>
                  <a:lnTo>
                    <a:pt x="3531460" y="1247489"/>
                  </a:lnTo>
                  <a:lnTo>
                    <a:pt x="3531554" y="1247489"/>
                  </a:lnTo>
                  <a:lnTo>
                    <a:pt x="3531648" y="1247489"/>
                  </a:lnTo>
                  <a:lnTo>
                    <a:pt x="3531742" y="1247489"/>
                  </a:lnTo>
                  <a:lnTo>
                    <a:pt x="3531836" y="1247489"/>
                  </a:lnTo>
                  <a:lnTo>
                    <a:pt x="3531931" y="1247489"/>
                  </a:lnTo>
                  <a:lnTo>
                    <a:pt x="3532025" y="1247489"/>
                  </a:lnTo>
                  <a:lnTo>
                    <a:pt x="3532119" y="1247489"/>
                  </a:lnTo>
                  <a:lnTo>
                    <a:pt x="3532213" y="1247489"/>
                  </a:lnTo>
                  <a:lnTo>
                    <a:pt x="3532307" y="1247489"/>
                  </a:lnTo>
                  <a:lnTo>
                    <a:pt x="3532401" y="1247489"/>
                  </a:lnTo>
                  <a:lnTo>
                    <a:pt x="3532495" y="1247489"/>
                  </a:lnTo>
                  <a:lnTo>
                    <a:pt x="3532590" y="1247489"/>
                  </a:lnTo>
                  <a:lnTo>
                    <a:pt x="3532684" y="1247489"/>
                  </a:lnTo>
                  <a:lnTo>
                    <a:pt x="3532778" y="1247489"/>
                  </a:lnTo>
                  <a:lnTo>
                    <a:pt x="3532872" y="1247489"/>
                  </a:lnTo>
                  <a:lnTo>
                    <a:pt x="3532966" y="1247489"/>
                  </a:lnTo>
                  <a:lnTo>
                    <a:pt x="3533060" y="1247489"/>
                  </a:lnTo>
                  <a:lnTo>
                    <a:pt x="3533155" y="1247489"/>
                  </a:lnTo>
                  <a:lnTo>
                    <a:pt x="3533249" y="1247489"/>
                  </a:lnTo>
                  <a:lnTo>
                    <a:pt x="3533343" y="1247489"/>
                  </a:lnTo>
                  <a:lnTo>
                    <a:pt x="3533437" y="1247489"/>
                  </a:lnTo>
                  <a:lnTo>
                    <a:pt x="3533531" y="1247489"/>
                  </a:lnTo>
                  <a:lnTo>
                    <a:pt x="3533625" y="1247489"/>
                  </a:lnTo>
                  <a:lnTo>
                    <a:pt x="3533719" y="1247489"/>
                  </a:lnTo>
                  <a:lnTo>
                    <a:pt x="3533814" y="1247489"/>
                  </a:lnTo>
                  <a:lnTo>
                    <a:pt x="3533908" y="1247489"/>
                  </a:lnTo>
                  <a:lnTo>
                    <a:pt x="3534002" y="1247489"/>
                  </a:lnTo>
                  <a:lnTo>
                    <a:pt x="3534096" y="1247489"/>
                  </a:lnTo>
                  <a:lnTo>
                    <a:pt x="3534190" y="1247489"/>
                  </a:lnTo>
                  <a:lnTo>
                    <a:pt x="3534284" y="1247489"/>
                  </a:lnTo>
                  <a:lnTo>
                    <a:pt x="3534379" y="1247489"/>
                  </a:lnTo>
                  <a:lnTo>
                    <a:pt x="3534473" y="1247489"/>
                  </a:lnTo>
                  <a:lnTo>
                    <a:pt x="3534567" y="1247489"/>
                  </a:lnTo>
                  <a:lnTo>
                    <a:pt x="3534661" y="1247489"/>
                  </a:lnTo>
                  <a:lnTo>
                    <a:pt x="3534755" y="1247489"/>
                  </a:lnTo>
                  <a:lnTo>
                    <a:pt x="3534849" y="1247489"/>
                  </a:lnTo>
                  <a:lnTo>
                    <a:pt x="3534943" y="1247489"/>
                  </a:lnTo>
                  <a:lnTo>
                    <a:pt x="3535038" y="1247489"/>
                  </a:lnTo>
                  <a:lnTo>
                    <a:pt x="3535132" y="1247489"/>
                  </a:lnTo>
                  <a:lnTo>
                    <a:pt x="3535226" y="1247489"/>
                  </a:lnTo>
                  <a:lnTo>
                    <a:pt x="3535320" y="1247489"/>
                  </a:lnTo>
                  <a:lnTo>
                    <a:pt x="3535414" y="1247489"/>
                  </a:lnTo>
                  <a:lnTo>
                    <a:pt x="3535508" y="1247489"/>
                  </a:lnTo>
                  <a:lnTo>
                    <a:pt x="3535603" y="1247489"/>
                  </a:lnTo>
                  <a:lnTo>
                    <a:pt x="3535697" y="1247489"/>
                  </a:lnTo>
                  <a:lnTo>
                    <a:pt x="3535791" y="1247489"/>
                  </a:lnTo>
                  <a:lnTo>
                    <a:pt x="3535885" y="1247489"/>
                  </a:lnTo>
                  <a:lnTo>
                    <a:pt x="3535979" y="1247489"/>
                  </a:lnTo>
                  <a:lnTo>
                    <a:pt x="3536073" y="1247489"/>
                  </a:lnTo>
                  <a:lnTo>
                    <a:pt x="3536167" y="1247489"/>
                  </a:lnTo>
                  <a:lnTo>
                    <a:pt x="3536262" y="1247489"/>
                  </a:lnTo>
                  <a:lnTo>
                    <a:pt x="3536356" y="1247489"/>
                  </a:lnTo>
                  <a:lnTo>
                    <a:pt x="3536450" y="1247489"/>
                  </a:lnTo>
                  <a:lnTo>
                    <a:pt x="3536544" y="1247489"/>
                  </a:lnTo>
                  <a:lnTo>
                    <a:pt x="3536638" y="1247489"/>
                  </a:lnTo>
                  <a:lnTo>
                    <a:pt x="3536732" y="1247489"/>
                  </a:lnTo>
                  <a:lnTo>
                    <a:pt x="3536826" y="1247489"/>
                  </a:lnTo>
                  <a:lnTo>
                    <a:pt x="3536921" y="1247489"/>
                  </a:lnTo>
                  <a:lnTo>
                    <a:pt x="3537015" y="1247489"/>
                  </a:lnTo>
                  <a:lnTo>
                    <a:pt x="3537109" y="1247489"/>
                  </a:lnTo>
                  <a:lnTo>
                    <a:pt x="3537203" y="1247489"/>
                  </a:lnTo>
                  <a:lnTo>
                    <a:pt x="3537297" y="1247489"/>
                  </a:lnTo>
                  <a:lnTo>
                    <a:pt x="3537391" y="1247489"/>
                  </a:lnTo>
                  <a:lnTo>
                    <a:pt x="3537486" y="1247489"/>
                  </a:lnTo>
                  <a:lnTo>
                    <a:pt x="3537580" y="1247489"/>
                  </a:lnTo>
                  <a:lnTo>
                    <a:pt x="3537674" y="1247489"/>
                  </a:lnTo>
                  <a:lnTo>
                    <a:pt x="3537768" y="1247489"/>
                  </a:lnTo>
                  <a:lnTo>
                    <a:pt x="3537862" y="1247489"/>
                  </a:lnTo>
                  <a:lnTo>
                    <a:pt x="3537956" y="1247489"/>
                  </a:lnTo>
                  <a:lnTo>
                    <a:pt x="3538050" y="1247489"/>
                  </a:lnTo>
                  <a:lnTo>
                    <a:pt x="3538145" y="1247489"/>
                  </a:lnTo>
                  <a:lnTo>
                    <a:pt x="3538239" y="1247489"/>
                  </a:lnTo>
                  <a:lnTo>
                    <a:pt x="3538333" y="1247489"/>
                  </a:lnTo>
                  <a:lnTo>
                    <a:pt x="3538427" y="1247489"/>
                  </a:lnTo>
                  <a:lnTo>
                    <a:pt x="3538521" y="1247489"/>
                  </a:lnTo>
                  <a:lnTo>
                    <a:pt x="3538615" y="1247489"/>
                  </a:lnTo>
                  <a:lnTo>
                    <a:pt x="3538710" y="1247489"/>
                  </a:lnTo>
                  <a:lnTo>
                    <a:pt x="3538804" y="1247489"/>
                  </a:lnTo>
                  <a:lnTo>
                    <a:pt x="3538898" y="1247489"/>
                  </a:lnTo>
                  <a:lnTo>
                    <a:pt x="3538992" y="1247489"/>
                  </a:lnTo>
                  <a:lnTo>
                    <a:pt x="3539086" y="1247489"/>
                  </a:lnTo>
                  <a:lnTo>
                    <a:pt x="3539180" y="1247489"/>
                  </a:lnTo>
                  <a:lnTo>
                    <a:pt x="3539274" y="1247489"/>
                  </a:lnTo>
                  <a:lnTo>
                    <a:pt x="3539369" y="1247489"/>
                  </a:lnTo>
                  <a:lnTo>
                    <a:pt x="3539463" y="1247489"/>
                  </a:lnTo>
                  <a:lnTo>
                    <a:pt x="3539557" y="1247489"/>
                  </a:lnTo>
                  <a:lnTo>
                    <a:pt x="3539651" y="1247489"/>
                  </a:lnTo>
                  <a:lnTo>
                    <a:pt x="3539745" y="1247489"/>
                  </a:lnTo>
                  <a:lnTo>
                    <a:pt x="3539839" y="1247489"/>
                  </a:lnTo>
                  <a:lnTo>
                    <a:pt x="3539934" y="1247489"/>
                  </a:lnTo>
                  <a:lnTo>
                    <a:pt x="3540028" y="1247489"/>
                  </a:lnTo>
                  <a:lnTo>
                    <a:pt x="3540122" y="1247489"/>
                  </a:lnTo>
                  <a:lnTo>
                    <a:pt x="3540216" y="1247489"/>
                  </a:lnTo>
                  <a:lnTo>
                    <a:pt x="3540310" y="1247489"/>
                  </a:lnTo>
                  <a:lnTo>
                    <a:pt x="3540404" y="1247489"/>
                  </a:lnTo>
                  <a:lnTo>
                    <a:pt x="3540498" y="1247489"/>
                  </a:lnTo>
                  <a:lnTo>
                    <a:pt x="3540593" y="1247489"/>
                  </a:lnTo>
                  <a:lnTo>
                    <a:pt x="3540687" y="1247489"/>
                  </a:lnTo>
                  <a:lnTo>
                    <a:pt x="3540781" y="1247489"/>
                  </a:lnTo>
                  <a:lnTo>
                    <a:pt x="3540875" y="1247489"/>
                  </a:lnTo>
                  <a:lnTo>
                    <a:pt x="3540969" y="1247489"/>
                  </a:lnTo>
                  <a:lnTo>
                    <a:pt x="3541063" y="1247489"/>
                  </a:lnTo>
                  <a:lnTo>
                    <a:pt x="3541157" y="1247489"/>
                  </a:lnTo>
                  <a:lnTo>
                    <a:pt x="3541252" y="1247489"/>
                  </a:lnTo>
                  <a:lnTo>
                    <a:pt x="3541346" y="1247489"/>
                  </a:lnTo>
                  <a:lnTo>
                    <a:pt x="3541440" y="1247489"/>
                  </a:lnTo>
                  <a:lnTo>
                    <a:pt x="3541534" y="1247489"/>
                  </a:lnTo>
                  <a:lnTo>
                    <a:pt x="3541628" y="1247489"/>
                  </a:lnTo>
                  <a:lnTo>
                    <a:pt x="3541722" y="1247489"/>
                  </a:lnTo>
                  <a:lnTo>
                    <a:pt x="3541817" y="1247489"/>
                  </a:lnTo>
                  <a:lnTo>
                    <a:pt x="3541911" y="1247489"/>
                  </a:lnTo>
                  <a:lnTo>
                    <a:pt x="3542005" y="1247489"/>
                  </a:lnTo>
                  <a:lnTo>
                    <a:pt x="3542099" y="1247489"/>
                  </a:lnTo>
                  <a:lnTo>
                    <a:pt x="3542193" y="1247489"/>
                  </a:lnTo>
                  <a:lnTo>
                    <a:pt x="3542287" y="1247489"/>
                  </a:lnTo>
                  <a:lnTo>
                    <a:pt x="3542381" y="1247489"/>
                  </a:lnTo>
                  <a:lnTo>
                    <a:pt x="3542476" y="1247489"/>
                  </a:lnTo>
                  <a:lnTo>
                    <a:pt x="3542570" y="1247489"/>
                  </a:lnTo>
                  <a:lnTo>
                    <a:pt x="3542664" y="1247489"/>
                  </a:lnTo>
                  <a:lnTo>
                    <a:pt x="3542758" y="1247489"/>
                  </a:lnTo>
                  <a:lnTo>
                    <a:pt x="3542852" y="1247489"/>
                  </a:lnTo>
                  <a:lnTo>
                    <a:pt x="3542946" y="1247489"/>
                  </a:lnTo>
                  <a:lnTo>
                    <a:pt x="3543041" y="1247489"/>
                  </a:lnTo>
                  <a:lnTo>
                    <a:pt x="3543135" y="1247489"/>
                  </a:lnTo>
                  <a:lnTo>
                    <a:pt x="3543229" y="1247489"/>
                  </a:lnTo>
                  <a:lnTo>
                    <a:pt x="3543323" y="1247489"/>
                  </a:lnTo>
                  <a:lnTo>
                    <a:pt x="3543417" y="1247489"/>
                  </a:lnTo>
                  <a:lnTo>
                    <a:pt x="3543511" y="1247489"/>
                  </a:lnTo>
                  <a:lnTo>
                    <a:pt x="3543605" y="1247489"/>
                  </a:lnTo>
                  <a:lnTo>
                    <a:pt x="3543700" y="1247489"/>
                  </a:lnTo>
                  <a:lnTo>
                    <a:pt x="3543794" y="1247489"/>
                  </a:lnTo>
                  <a:lnTo>
                    <a:pt x="3543888" y="1247489"/>
                  </a:lnTo>
                  <a:lnTo>
                    <a:pt x="3543982" y="1247489"/>
                  </a:lnTo>
                  <a:lnTo>
                    <a:pt x="3544076" y="1247489"/>
                  </a:lnTo>
                  <a:lnTo>
                    <a:pt x="3544170" y="1247489"/>
                  </a:lnTo>
                  <a:lnTo>
                    <a:pt x="3544265" y="1247489"/>
                  </a:lnTo>
                  <a:lnTo>
                    <a:pt x="3544359" y="1247489"/>
                  </a:lnTo>
                  <a:lnTo>
                    <a:pt x="3544453" y="1247489"/>
                  </a:lnTo>
                  <a:lnTo>
                    <a:pt x="3544547" y="1247489"/>
                  </a:lnTo>
                  <a:lnTo>
                    <a:pt x="3544641" y="1247489"/>
                  </a:lnTo>
                  <a:lnTo>
                    <a:pt x="3544735" y="1247489"/>
                  </a:lnTo>
                  <a:lnTo>
                    <a:pt x="3544829" y="1247489"/>
                  </a:lnTo>
                  <a:lnTo>
                    <a:pt x="3544924" y="1247489"/>
                  </a:lnTo>
                  <a:lnTo>
                    <a:pt x="3545018" y="1247489"/>
                  </a:lnTo>
                  <a:lnTo>
                    <a:pt x="3545112" y="1247489"/>
                  </a:lnTo>
                  <a:lnTo>
                    <a:pt x="3545206" y="1247489"/>
                  </a:lnTo>
                  <a:lnTo>
                    <a:pt x="3545300" y="1247489"/>
                  </a:lnTo>
                  <a:lnTo>
                    <a:pt x="3545394" y="1247489"/>
                  </a:lnTo>
                  <a:lnTo>
                    <a:pt x="3545488" y="1247489"/>
                  </a:lnTo>
                  <a:lnTo>
                    <a:pt x="3545583" y="1247489"/>
                  </a:lnTo>
                  <a:lnTo>
                    <a:pt x="3545677" y="1247489"/>
                  </a:lnTo>
                  <a:lnTo>
                    <a:pt x="3545771" y="1247489"/>
                  </a:lnTo>
                  <a:lnTo>
                    <a:pt x="3545865" y="1247489"/>
                  </a:lnTo>
                  <a:lnTo>
                    <a:pt x="3545959" y="1247489"/>
                  </a:lnTo>
                  <a:lnTo>
                    <a:pt x="3546053" y="1247489"/>
                  </a:lnTo>
                  <a:lnTo>
                    <a:pt x="3546148" y="1247489"/>
                  </a:lnTo>
                  <a:lnTo>
                    <a:pt x="3546242" y="1247489"/>
                  </a:lnTo>
                  <a:lnTo>
                    <a:pt x="3546336" y="1247489"/>
                  </a:lnTo>
                  <a:lnTo>
                    <a:pt x="3546430" y="1247489"/>
                  </a:lnTo>
                  <a:lnTo>
                    <a:pt x="3546524" y="1247489"/>
                  </a:lnTo>
                  <a:lnTo>
                    <a:pt x="3546618" y="1247489"/>
                  </a:lnTo>
                  <a:lnTo>
                    <a:pt x="3546712" y="1247489"/>
                  </a:lnTo>
                  <a:lnTo>
                    <a:pt x="3546807" y="1247489"/>
                  </a:lnTo>
                  <a:lnTo>
                    <a:pt x="3546901" y="1247489"/>
                  </a:lnTo>
                  <a:lnTo>
                    <a:pt x="3546995" y="1247489"/>
                  </a:lnTo>
                  <a:lnTo>
                    <a:pt x="3547089" y="1247489"/>
                  </a:lnTo>
                  <a:lnTo>
                    <a:pt x="3547183" y="1247489"/>
                  </a:lnTo>
                  <a:lnTo>
                    <a:pt x="3547277" y="1247489"/>
                  </a:lnTo>
                  <a:lnTo>
                    <a:pt x="3547372" y="1247489"/>
                  </a:lnTo>
                  <a:lnTo>
                    <a:pt x="3547466" y="1247489"/>
                  </a:lnTo>
                  <a:lnTo>
                    <a:pt x="3547560" y="1247489"/>
                  </a:lnTo>
                  <a:lnTo>
                    <a:pt x="3547654" y="1247489"/>
                  </a:lnTo>
                  <a:lnTo>
                    <a:pt x="3547748" y="1247489"/>
                  </a:lnTo>
                  <a:lnTo>
                    <a:pt x="3547842" y="1247489"/>
                  </a:lnTo>
                  <a:lnTo>
                    <a:pt x="3547936" y="1247489"/>
                  </a:lnTo>
                  <a:lnTo>
                    <a:pt x="3548031" y="1247489"/>
                  </a:lnTo>
                  <a:lnTo>
                    <a:pt x="3548125" y="1247489"/>
                  </a:lnTo>
                  <a:lnTo>
                    <a:pt x="3548219" y="1247489"/>
                  </a:lnTo>
                  <a:lnTo>
                    <a:pt x="3548313" y="1247489"/>
                  </a:lnTo>
                  <a:lnTo>
                    <a:pt x="3548407" y="1247489"/>
                  </a:lnTo>
                  <a:lnTo>
                    <a:pt x="3548501" y="1247489"/>
                  </a:lnTo>
                  <a:lnTo>
                    <a:pt x="3548596" y="1247489"/>
                  </a:lnTo>
                  <a:lnTo>
                    <a:pt x="3548690" y="1247489"/>
                  </a:lnTo>
                  <a:lnTo>
                    <a:pt x="3548784" y="1247489"/>
                  </a:lnTo>
                  <a:lnTo>
                    <a:pt x="3548878" y="1247489"/>
                  </a:lnTo>
                  <a:lnTo>
                    <a:pt x="3548972" y="1247489"/>
                  </a:lnTo>
                  <a:lnTo>
                    <a:pt x="3549066" y="1247489"/>
                  </a:lnTo>
                  <a:lnTo>
                    <a:pt x="3549160" y="1247489"/>
                  </a:lnTo>
                  <a:lnTo>
                    <a:pt x="3549255" y="1247489"/>
                  </a:lnTo>
                  <a:lnTo>
                    <a:pt x="3549349" y="1247489"/>
                  </a:lnTo>
                  <a:lnTo>
                    <a:pt x="3549443" y="1247489"/>
                  </a:lnTo>
                  <a:lnTo>
                    <a:pt x="3549537" y="1247489"/>
                  </a:lnTo>
                  <a:lnTo>
                    <a:pt x="3549631" y="1247489"/>
                  </a:lnTo>
                  <a:lnTo>
                    <a:pt x="3549725" y="1247489"/>
                  </a:lnTo>
                  <a:lnTo>
                    <a:pt x="3549819" y="1247489"/>
                  </a:lnTo>
                  <a:lnTo>
                    <a:pt x="3549914" y="1247489"/>
                  </a:lnTo>
                  <a:lnTo>
                    <a:pt x="3550008" y="1247489"/>
                  </a:lnTo>
                  <a:lnTo>
                    <a:pt x="3550102" y="1247489"/>
                  </a:lnTo>
                  <a:lnTo>
                    <a:pt x="3550196" y="1247489"/>
                  </a:lnTo>
                  <a:lnTo>
                    <a:pt x="3550290" y="1247489"/>
                  </a:lnTo>
                  <a:lnTo>
                    <a:pt x="3550384" y="1247489"/>
                  </a:lnTo>
                  <a:lnTo>
                    <a:pt x="3550479" y="1247489"/>
                  </a:lnTo>
                  <a:lnTo>
                    <a:pt x="3550573" y="1247489"/>
                  </a:lnTo>
                  <a:lnTo>
                    <a:pt x="3550667" y="1247489"/>
                  </a:lnTo>
                  <a:lnTo>
                    <a:pt x="3550761" y="1247489"/>
                  </a:lnTo>
                  <a:lnTo>
                    <a:pt x="3550855" y="1247489"/>
                  </a:lnTo>
                  <a:lnTo>
                    <a:pt x="3550949" y="1247489"/>
                  </a:lnTo>
                  <a:lnTo>
                    <a:pt x="3551043" y="1247489"/>
                  </a:lnTo>
                  <a:lnTo>
                    <a:pt x="3551138" y="1247489"/>
                  </a:lnTo>
                  <a:lnTo>
                    <a:pt x="3551232" y="1247489"/>
                  </a:lnTo>
                  <a:lnTo>
                    <a:pt x="3551326" y="1247489"/>
                  </a:lnTo>
                  <a:lnTo>
                    <a:pt x="3551420" y="1247489"/>
                  </a:lnTo>
                  <a:lnTo>
                    <a:pt x="3551514" y="1247489"/>
                  </a:lnTo>
                  <a:lnTo>
                    <a:pt x="3551608" y="1247489"/>
                  </a:lnTo>
                  <a:lnTo>
                    <a:pt x="3551703" y="1247489"/>
                  </a:lnTo>
                  <a:lnTo>
                    <a:pt x="3551797" y="1247489"/>
                  </a:lnTo>
                  <a:lnTo>
                    <a:pt x="3551891" y="1247489"/>
                  </a:lnTo>
                  <a:lnTo>
                    <a:pt x="3551985" y="1247489"/>
                  </a:lnTo>
                  <a:lnTo>
                    <a:pt x="3552079" y="1247489"/>
                  </a:lnTo>
                  <a:lnTo>
                    <a:pt x="3552173" y="1247489"/>
                  </a:lnTo>
                  <a:lnTo>
                    <a:pt x="3552267" y="1247489"/>
                  </a:lnTo>
                  <a:lnTo>
                    <a:pt x="3552362" y="1247489"/>
                  </a:lnTo>
                  <a:lnTo>
                    <a:pt x="3552456" y="1247489"/>
                  </a:lnTo>
                  <a:lnTo>
                    <a:pt x="3552550" y="1247489"/>
                  </a:lnTo>
                  <a:lnTo>
                    <a:pt x="3552644" y="1247489"/>
                  </a:lnTo>
                  <a:lnTo>
                    <a:pt x="3552738" y="1247489"/>
                  </a:lnTo>
                  <a:lnTo>
                    <a:pt x="3552832" y="1247489"/>
                  </a:lnTo>
                  <a:lnTo>
                    <a:pt x="3552927" y="1247489"/>
                  </a:lnTo>
                  <a:lnTo>
                    <a:pt x="3553021" y="1247489"/>
                  </a:lnTo>
                  <a:lnTo>
                    <a:pt x="3553115" y="1247489"/>
                  </a:lnTo>
                  <a:lnTo>
                    <a:pt x="3553209" y="1247489"/>
                  </a:lnTo>
                  <a:lnTo>
                    <a:pt x="3553303" y="1247489"/>
                  </a:lnTo>
                  <a:lnTo>
                    <a:pt x="3553397" y="1247489"/>
                  </a:lnTo>
                  <a:lnTo>
                    <a:pt x="3553491" y="1247489"/>
                  </a:lnTo>
                  <a:lnTo>
                    <a:pt x="3553586" y="1247489"/>
                  </a:lnTo>
                  <a:lnTo>
                    <a:pt x="3553680" y="1247489"/>
                  </a:lnTo>
                  <a:lnTo>
                    <a:pt x="3553774" y="1247489"/>
                  </a:lnTo>
                  <a:lnTo>
                    <a:pt x="3553868" y="1247489"/>
                  </a:lnTo>
                  <a:lnTo>
                    <a:pt x="3553962" y="1247489"/>
                  </a:lnTo>
                  <a:lnTo>
                    <a:pt x="3554056" y="1247489"/>
                  </a:lnTo>
                  <a:lnTo>
                    <a:pt x="3554150" y="1247489"/>
                  </a:lnTo>
                  <a:lnTo>
                    <a:pt x="3554245" y="1247489"/>
                  </a:lnTo>
                  <a:lnTo>
                    <a:pt x="3554339" y="1247489"/>
                  </a:lnTo>
                  <a:lnTo>
                    <a:pt x="3554433" y="1247489"/>
                  </a:lnTo>
                  <a:lnTo>
                    <a:pt x="3554527" y="1247489"/>
                  </a:lnTo>
                  <a:lnTo>
                    <a:pt x="3554621" y="1247489"/>
                  </a:lnTo>
                  <a:lnTo>
                    <a:pt x="3554715" y="1247489"/>
                  </a:lnTo>
                  <a:lnTo>
                    <a:pt x="3554810" y="1247489"/>
                  </a:lnTo>
                  <a:lnTo>
                    <a:pt x="3554904" y="1247489"/>
                  </a:lnTo>
                  <a:lnTo>
                    <a:pt x="3554998" y="1247489"/>
                  </a:lnTo>
                  <a:lnTo>
                    <a:pt x="3555092" y="1247489"/>
                  </a:lnTo>
                  <a:lnTo>
                    <a:pt x="3555186" y="1247489"/>
                  </a:lnTo>
                  <a:lnTo>
                    <a:pt x="3555280" y="1247489"/>
                  </a:lnTo>
                  <a:lnTo>
                    <a:pt x="3555374" y="1247489"/>
                  </a:lnTo>
                  <a:lnTo>
                    <a:pt x="3555469" y="1247489"/>
                  </a:lnTo>
                  <a:lnTo>
                    <a:pt x="3555563" y="1247489"/>
                  </a:lnTo>
                  <a:lnTo>
                    <a:pt x="3555657" y="1247489"/>
                  </a:lnTo>
                  <a:lnTo>
                    <a:pt x="3555751" y="1247489"/>
                  </a:lnTo>
                  <a:lnTo>
                    <a:pt x="3555845" y="1247489"/>
                  </a:lnTo>
                  <a:lnTo>
                    <a:pt x="3555939" y="1247489"/>
                  </a:lnTo>
                  <a:lnTo>
                    <a:pt x="3556034" y="1247489"/>
                  </a:lnTo>
                  <a:lnTo>
                    <a:pt x="3556128" y="1247489"/>
                  </a:lnTo>
                  <a:lnTo>
                    <a:pt x="3556222" y="1247489"/>
                  </a:lnTo>
                  <a:lnTo>
                    <a:pt x="3556316" y="1247489"/>
                  </a:lnTo>
                  <a:lnTo>
                    <a:pt x="3556410" y="1247489"/>
                  </a:lnTo>
                  <a:lnTo>
                    <a:pt x="3556504" y="1247489"/>
                  </a:lnTo>
                  <a:lnTo>
                    <a:pt x="3556598" y="1247489"/>
                  </a:lnTo>
                  <a:lnTo>
                    <a:pt x="3556693" y="1247489"/>
                  </a:lnTo>
                  <a:lnTo>
                    <a:pt x="3556787" y="1247489"/>
                  </a:lnTo>
                  <a:lnTo>
                    <a:pt x="3556881" y="1247489"/>
                  </a:lnTo>
                  <a:lnTo>
                    <a:pt x="3556975" y="1247489"/>
                  </a:lnTo>
                  <a:lnTo>
                    <a:pt x="3557069" y="1247489"/>
                  </a:lnTo>
                  <a:lnTo>
                    <a:pt x="3557163" y="1247489"/>
                  </a:lnTo>
                  <a:lnTo>
                    <a:pt x="3557258" y="1247489"/>
                  </a:lnTo>
                  <a:lnTo>
                    <a:pt x="3557352" y="1247489"/>
                  </a:lnTo>
                  <a:lnTo>
                    <a:pt x="3557352" y="1242577"/>
                  </a:lnTo>
                  <a:lnTo>
                    <a:pt x="3557446" y="1242577"/>
                  </a:lnTo>
                  <a:lnTo>
                    <a:pt x="3557540" y="1242577"/>
                  </a:lnTo>
                  <a:lnTo>
                    <a:pt x="3557634" y="1242577"/>
                  </a:lnTo>
                  <a:lnTo>
                    <a:pt x="3557728" y="1242577"/>
                  </a:lnTo>
                  <a:lnTo>
                    <a:pt x="3557822" y="1242577"/>
                  </a:lnTo>
                  <a:lnTo>
                    <a:pt x="3557917" y="1242577"/>
                  </a:lnTo>
                  <a:lnTo>
                    <a:pt x="3558011" y="1242577"/>
                  </a:lnTo>
                  <a:lnTo>
                    <a:pt x="3558011" y="1237666"/>
                  </a:lnTo>
                  <a:lnTo>
                    <a:pt x="3558105" y="1237666"/>
                  </a:lnTo>
                  <a:lnTo>
                    <a:pt x="3558199" y="1237666"/>
                  </a:lnTo>
                  <a:lnTo>
                    <a:pt x="3558293" y="1237666"/>
                  </a:lnTo>
                  <a:lnTo>
                    <a:pt x="3558387" y="1237666"/>
                  </a:lnTo>
                  <a:lnTo>
                    <a:pt x="3558481" y="1237666"/>
                  </a:lnTo>
                  <a:lnTo>
                    <a:pt x="3558576" y="1237666"/>
                  </a:lnTo>
                  <a:lnTo>
                    <a:pt x="3558576" y="1232755"/>
                  </a:lnTo>
                  <a:lnTo>
                    <a:pt x="3558670" y="1232755"/>
                  </a:lnTo>
                  <a:lnTo>
                    <a:pt x="3558764" y="1232755"/>
                  </a:lnTo>
                  <a:lnTo>
                    <a:pt x="3558858" y="1232755"/>
                  </a:lnTo>
                  <a:lnTo>
                    <a:pt x="3558952" y="1232755"/>
                  </a:lnTo>
                  <a:lnTo>
                    <a:pt x="3559046" y="1232755"/>
                  </a:lnTo>
                  <a:lnTo>
                    <a:pt x="3559141" y="1232755"/>
                  </a:lnTo>
                  <a:lnTo>
                    <a:pt x="3559235" y="1232755"/>
                  </a:lnTo>
                  <a:lnTo>
                    <a:pt x="3559329" y="1232755"/>
                  </a:lnTo>
                  <a:lnTo>
                    <a:pt x="3559423" y="1232755"/>
                  </a:lnTo>
                  <a:lnTo>
                    <a:pt x="3559517" y="1232755"/>
                  </a:lnTo>
                  <a:lnTo>
                    <a:pt x="3559611" y="1232755"/>
                  </a:lnTo>
                  <a:lnTo>
                    <a:pt x="3559705" y="1232755"/>
                  </a:lnTo>
                  <a:lnTo>
                    <a:pt x="3559800" y="1232755"/>
                  </a:lnTo>
                  <a:lnTo>
                    <a:pt x="3559894" y="1232755"/>
                  </a:lnTo>
                  <a:lnTo>
                    <a:pt x="3559988" y="1232755"/>
                  </a:lnTo>
                  <a:lnTo>
                    <a:pt x="3560082" y="1232755"/>
                  </a:lnTo>
                  <a:lnTo>
                    <a:pt x="3560176" y="1232755"/>
                  </a:lnTo>
                  <a:lnTo>
                    <a:pt x="3560270" y="1232755"/>
                  </a:lnTo>
                  <a:lnTo>
                    <a:pt x="3560365" y="1232755"/>
                  </a:lnTo>
                  <a:lnTo>
                    <a:pt x="3560459" y="1232755"/>
                  </a:lnTo>
                  <a:lnTo>
                    <a:pt x="3560553" y="1232755"/>
                  </a:lnTo>
                  <a:lnTo>
                    <a:pt x="3560647" y="1232755"/>
                  </a:lnTo>
                  <a:lnTo>
                    <a:pt x="3560741" y="1232755"/>
                  </a:lnTo>
                  <a:lnTo>
                    <a:pt x="3560835" y="1232755"/>
                  </a:lnTo>
                  <a:lnTo>
                    <a:pt x="3560929" y="1232755"/>
                  </a:lnTo>
                  <a:lnTo>
                    <a:pt x="3561024" y="1232755"/>
                  </a:lnTo>
                  <a:lnTo>
                    <a:pt x="3561118" y="1232755"/>
                  </a:lnTo>
                  <a:lnTo>
                    <a:pt x="3561212" y="1232755"/>
                  </a:lnTo>
                  <a:lnTo>
                    <a:pt x="3561306" y="1232755"/>
                  </a:lnTo>
                  <a:lnTo>
                    <a:pt x="3561400" y="1232755"/>
                  </a:lnTo>
                  <a:lnTo>
                    <a:pt x="3561494" y="1232755"/>
                  </a:lnTo>
                  <a:lnTo>
                    <a:pt x="3561494" y="1227843"/>
                  </a:lnTo>
                  <a:lnTo>
                    <a:pt x="3561589" y="1227843"/>
                  </a:lnTo>
                  <a:lnTo>
                    <a:pt x="3561683" y="1227843"/>
                  </a:lnTo>
                  <a:lnTo>
                    <a:pt x="3561777" y="1227843"/>
                  </a:lnTo>
                  <a:lnTo>
                    <a:pt x="3561871" y="1227843"/>
                  </a:lnTo>
                  <a:lnTo>
                    <a:pt x="3561965" y="1227843"/>
                  </a:lnTo>
                  <a:lnTo>
                    <a:pt x="3562059" y="1227843"/>
                  </a:lnTo>
                  <a:lnTo>
                    <a:pt x="3562153" y="1227843"/>
                  </a:lnTo>
                  <a:lnTo>
                    <a:pt x="3562248" y="1227843"/>
                  </a:lnTo>
                  <a:lnTo>
                    <a:pt x="3562342" y="1227843"/>
                  </a:lnTo>
                  <a:lnTo>
                    <a:pt x="3562436" y="1227843"/>
                  </a:lnTo>
                  <a:lnTo>
                    <a:pt x="3562530" y="1227843"/>
                  </a:lnTo>
                  <a:lnTo>
                    <a:pt x="3562624" y="1227843"/>
                  </a:lnTo>
                  <a:lnTo>
                    <a:pt x="3562718" y="1227843"/>
                  </a:lnTo>
                  <a:lnTo>
                    <a:pt x="3562812" y="1227843"/>
                  </a:lnTo>
                  <a:lnTo>
                    <a:pt x="3562907" y="1227843"/>
                  </a:lnTo>
                  <a:lnTo>
                    <a:pt x="3563001" y="1227843"/>
                  </a:lnTo>
                  <a:lnTo>
                    <a:pt x="3563095" y="1227843"/>
                  </a:lnTo>
                  <a:lnTo>
                    <a:pt x="3563189" y="1227843"/>
                  </a:lnTo>
                  <a:lnTo>
                    <a:pt x="3563283" y="1227843"/>
                  </a:lnTo>
                  <a:lnTo>
                    <a:pt x="3563377" y="1227843"/>
                  </a:lnTo>
                  <a:lnTo>
                    <a:pt x="3563472" y="1227843"/>
                  </a:lnTo>
                  <a:lnTo>
                    <a:pt x="3563566" y="1227843"/>
                  </a:lnTo>
                  <a:lnTo>
                    <a:pt x="3563660" y="1227843"/>
                  </a:lnTo>
                  <a:lnTo>
                    <a:pt x="3563754" y="1227843"/>
                  </a:lnTo>
                  <a:lnTo>
                    <a:pt x="3563848" y="1227843"/>
                  </a:lnTo>
                  <a:lnTo>
                    <a:pt x="3563942" y="1227843"/>
                  </a:lnTo>
                  <a:lnTo>
                    <a:pt x="3564036" y="1227843"/>
                  </a:lnTo>
                  <a:lnTo>
                    <a:pt x="3564131" y="1227843"/>
                  </a:lnTo>
                  <a:lnTo>
                    <a:pt x="3564225" y="1227843"/>
                  </a:lnTo>
                  <a:lnTo>
                    <a:pt x="3564319" y="1227843"/>
                  </a:lnTo>
                  <a:lnTo>
                    <a:pt x="3564413" y="1227843"/>
                  </a:lnTo>
                  <a:lnTo>
                    <a:pt x="3564507" y="1227843"/>
                  </a:lnTo>
                  <a:lnTo>
                    <a:pt x="3564601" y="1227843"/>
                  </a:lnTo>
                  <a:lnTo>
                    <a:pt x="3564696" y="1227843"/>
                  </a:lnTo>
                  <a:lnTo>
                    <a:pt x="3564790" y="1227843"/>
                  </a:lnTo>
                  <a:lnTo>
                    <a:pt x="3564884" y="1227843"/>
                  </a:lnTo>
                  <a:lnTo>
                    <a:pt x="3564978" y="1227843"/>
                  </a:lnTo>
                  <a:lnTo>
                    <a:pt x="3565072" y="1227843"/>
                  </a:lnTo>
                  <a:lnTo>
                    <a:pt x="3565166" y="1227843"/>
                  </a:lnTo>
                  <a:lnTo>
                    <a:pt x="3565260" y="1227843"/>
                  </a:lnTo>
                  <a:lnTo>
                    <a:pt x="3565355" y="1227843"/>
                  </a:lnTo>
                  <a:lnTo>
                    <a:pt x="3565449" y="1227843"/>
                  </a:lnTo>
                  <a:lnTo>
                    <a:pt x="3565543" y="1227843"/>
                  </a:lnTo>
                  <a:lnTo>
                    <a:pt x="3565637" y="1227843"/>
                  </a:lnTo>
                  <a:lnTo>
                    <a:pt x="3565731" y="1227843"/>
                  </a:lnTo>
                  <a:lnTo>
                    <a:pt x="3565825" y="1227843"/>
                  </a:lnTo>
                  <a:lnTo>
                    <a:pt x="3565920" y="1227843"/>
                  </a:lnTo>
                  <a:lnTo>
                    <a:pt x="3566014" y="1227843"/>
                  </a:lnTo>
                  <a:lnTo>
                    <a:pt x="3566108" y="1227843"/>
                  </a:lnTo>
                  <a:lnTo>
                    <a:pt x="3566202" y="1227843"/>
                  </a:lnTo>
                  <a:lnTo>
                    <a:pt x="3566296" y="1227843"/>
                  </a:lnTo>
                  <a:lnTo>
                    <a:pt x="3566390" y="1227843"/>
                  </a:lnTo>
                  <a:lnTo>
                    <a:pt x="3566484" y="1227843"/>
                  </a:lnTo>
                  <a:lnTo>
                    <a:pt x="3566579" y="1227843"/>
                  </a:lnTo>
                  <a:lnTo>
                    <a:pt x="3566673" y="1227843"/>
                  </a:lnTo>
                  <a:lnTo>
                    <a:pt x="3566767" y="1227843"/>
                  </a:lnTo>
                  <a:lnTo>
                    <a:pt x="3566861" y="1227843"/>
                  </a:lnTo>
                  <a:lnTo>
                    <a:pt x="3566955" y="1227843"/>
                  </a:lnTo>
                  <a:lnTo>
                    <a:pt x="3567049" y="1227843"/>
                  </a:lnTo>
                  <a:lnTo>
                    <a:pt x="3567143" y="1227843"/>
                  </a:lnTo>
                  <a:lnTo>
                    <a:pt x="3567238" y="1227843"/>
                  </a:lnTo>
                  <a:lnTo>
                    <a:pt x="3567332" y="1227843"/>
                  </a:lnTo>
                  <a:lnTo>
                    <a:pt x="3567426" y="1227843"/>
                  </a:lnTo>
                  <a:lnTo>
                    <a:pt x="3567520" y="1227843"/>
                  </a:lnTo>
                  <a:lnTo>
                    <a:pt x="3567614" y="1227843"/>
                  </a:lnTo>
                  <a:lnTo>
                    <a:pt x="3567708" y="1227843"/>
                  </a:lnTo>
                  <a:lnTo>
                    <a:pt x="3567803" y="1227843"/>
                  </a:lnTo>
                  <a:lnTo>
                    <a:pt x="3567897" y="1227843"/>
                  </a:lnTo>
                  <a:lnTo>
                    <a:pt x="3567991" y="1227843"/>
                  </a:lnTo>
                  <a:lnTo>
                    <a:pt x="3568085" y="1227843"/>
                  </a:lnTo>
                  <a:lnTo>
                    <a:pt x="3568179" y="1227843"/>
                  </a:lnTo>
                  <a:lnTo>
                    <a:pt x="3568273" y="1227843"/>
                  </a:lnTo>
                  <a:lnTo>
                    <a:pt x="3568367" y="1227843"/>
                  </a:lnTo>
                  <a:lnTo>
                    <a:pt x="3568462" y="1227843"/>
                  </a:lnTo>
                  <a:lnTo>
                    <a:pt x="3568556" y="1227843"/>
                  </a:lnTo>
                  <a:lnTo>
                    <a:pt x="3568650" y="1227843"/>
                  </a:lnTo>
                  <a:lnTo>
                    <a:pt x="3568744" y="1227843"/>
                  </a:lnTo>
                  <a:lnTo>
                    <a:pt x="3568838" y="1227843"/>
                  </a:lnTo>
                  <a:lnTo>
                    <a:pt x="3568932" y="1227843"/>
                  </a:lnTo>
                  <a:lnTo>
                    <a:pt x="3569027" y="1227843"/>
                  </a:lnTo>
                  <a:lnTo>
                    <a:pt x="3569121" y="1227843"/>
                  </a:lnTo>
                  <a:lnTo>
                    <a:pt x="3569215" y="1227843"/>
                  </a:lnTo>
                  <a:lnTo>
                    <a:pt x="3569309" y="1227843"/>
                  </a:lnTo>
                  <a:lnTo>
                    <a:pt x="3569403" y="1227843"/>
                  </a:lnTo>
                  <a:lnTo>
                    <a:pt x="3569497" y="1227843"/>
                  </a:lnTo>
                  <a:lnTo>
                    <a:pt x="3569591" y="1227843"/>
                  </a:lnTo>
                  <a:lnTo>
                    <a:pt x="3569686" y="1227843"/>
                  </a:lnTo>
                  <a:lnTo>
                    <a:pt x="3569780" y="1227843"/>
                  </a:lnTo>
                  <a:lnTo>
                    <a:pt x="3569874" y="1227843"/>
                  </a:lnTo>
                  <a:lnTo>
                    <a:pt x="3569968" y="1227843"/>
                  </a:lnTo>
                  <a:lnTo>
                    <a:pt x="3570062" y="1227843"/>
                  </a:lnTo>
                  <a:lnTo>
                    <a:pt x="3570156" y="1227843"/>
                  </a:lnTo>
                  <a:lnTo>
                    <a:pt x="3570251" y="1227843"/>
                  </a:lnTo>
                  <a:lnTo>
                    <a:pt x="3570345" y="1227843"/>
                  </a:lnTo>
                  <a:lnTo>
                    <a:pt x="3570439" y="1227843"/>
                  </a:lnTo>
                  <a:lnTo>
                    <a:pt x="3570533" y="1227843"/>
                  </a:lnTo>
                  <a:lnTo>
                    <a:pt x="3570627" y="1227843"/>
                  </a:lnTo>
                  <a:lnTo>
                    <a:pt x="3570721" y="1227843"/>
                  </a:lnTo>
                  <a:lnTo>
                    <a:pt x="3570815" y="1227843"/>
                  </a:lnTo>
                  <a:lnTo>
                    <a:pt x="3570910" y="1227843"/>
                  </a:lnTo>
                  <a:lnTo>
                    <a:pt x="3571004" y="1227843"/>
                  </a:lnTo>
                  <a:lnTo>
                    <a:pt x="3571098" y="1227843"/>
                  </a:lnTo>
                  <a:lnTo>
                    <a:pt x="3571192" y="1227843"/>
                  </a:lnTo>
                  <a:lnTo>
                    <a:pt x="3571286" y="1227843"/>
                  </a:lnTo>
                  <a:lnTo>
                    <a:pt x="3571380" y="1227843"/>
                  </a:lnTo>
                  <a:lnTo>
                    <a:pt x="3571474" y="1227843"/>
                  </a:lnTo>
                  <a:lnTo>
                    <a:pt x="3571569" y="1227843"/>
                  </a:lnTo>
                  <a:lnTo>
                    <a:pt x="3571663" y="1227843"/>
                  </a:lnTo>
                  <a:lnTo>
                    <a:pt x="3571757" y="1227843"/>
                  </a:lnTo>
                  <a:lnTo>
                    <a:pt x="3571851" y="1227843"/>
                  </a:lnTo>
                  <a:lnTo>
                    <a:pt x="3571851" y="1222932"/>
                  </a:lnTo>
                  <a:lnTo>
                    <a:pt x="3571945" y="1222932"/>
                  </a:lnTo>
                  <a:lnTo>
                    <a:pt x="3572039" y="1222932"/>
                  </a:lnTo>
                  <a:lnTo>
                    <a:pt x="3572134" y="1222932"/>
                  </a:lnTo>
                  <a:lnTo>
                    <a:pt x="3572228" y="1222932"/>
                  </a:lnTo>
                  <a:lnTo>
                    <a:pt x="3572322" y="1222932"/>
                  </a:lnTo>
                  <a:lnTo>
                    <a:pt x="3572416" y="1222932"/>
                  </a:lnTo>
                  <a:lnTo>
                    <a:pt x="3572510" y="1222932"/>
                  </a:lnTo>
                  <a:lnTo>
                    <a:pt x="3572604" y="1222932"/>
                  </a:lnTo>
                  <a:lnTo>
                    <a:pt x="3572698" y="1222932"/>
                  </a:lnTo>
                  <a:lnTo>
                    <a:pt x="3572793" y="1222932"/>
                  </a:lnTo>
                  <a:lnTo>
                    <a:pt x="3572887" y="1222932"/>
                  </a:lnTo>
                  <a:lnTo>
                    <a:pt x="3572981" y="1222932"/>
                  </a:lnTo>
                  <a:lnTo>
                    <a:pt x="3573075" y="1222932"/>
                  </a:lnTo>
                  <a:lnTo>
                    <a:pt x="3573169" y="1222932"/>
                  </a:lnTo>
                  <a:lnTo>
                    <a:pt x="3573263" y="1222932"/>
                  </a:lnTo>
                  <a:lnTo>
                    <a:pt x="3573358" y="1222932"/>
                  </a:lnTo>
                  <a:lnTo>
                    <a:pt x="3573452" y="1222932"/>
                  </a:lnTo>
                  <a:lnTo>
                    <a:pt x="3573546" y="1222932"/>
                  </a:lnTo>
                  <a:lnTo>
                    <a:pt x="3573640" y="1222932"/>
                  </a:lnTo>
                  <a:lnTo>
                    <a:pt x="3573734" y="1222932"/>
                  </a:lnTo>
                  <a:lnTo>
                    <a:pt x="3573828" y="1222932"/>
                  </a:lnTo>
                  <a:lnTo>
                    <a:pt x="3573922" y="1222932"/>
                  </a:lnTo>
                  <a:lnTo>
                    <a:pt x="3574017" y="1222932"/>
                  </a:lnTo>
                  <a:lnTo>
                    <a:pt x="3574111" y="1222932"/>
                  </a:lnTo>
                  <a:lnTo>
                    <a:pt x="3574205" y="1222932"/>
                  </a:lnTo>
                  <a:lnTo>
                    <a:pt x="3574299" y="1222932"/>
                  </a:lnTo>
                  <a:lnTo>
                    <a:pt x="3574393" y="1222932"/>
                  </a:lnTo>
                  <a:lnTo>
                    <a:pt x="3574487" y="1222932"/>
                  </a:lnTo>
                  <a:lnTo>
                    <a:pt x="3574582" y="1222932"/>
                  </a:lnTo>
                  <a:lnTo>
                    <a:pt x="3574676" y="1222932"/>
                  </a:lnTo>
                  <a:lnTo>
                    <a:pt x="3574770" y="1222932"/>
                  </a:lnTo>
                  <a:lnTo>
                    <a:pt x="3574864" y="1222932"/>
                  </a:lnTo>
                  <a:lnTo>
                    <a:pt x="3574958" y="1222932"/>
                  </a:lnTo>
                  <a:lnTo>
                    <a:pt x="3575052" y="1222932"/>
                  </a:lnTo>
                  <a:lnTo>
                    <a:pt x="3575146" y="1222932"/>
                  </a:lnTo>
                  <a:lnTo>
                    <a:pt x="3575241" y="1222932"/>
                  </a:lnTo>
                  <a:lnTo>
                    <a:pt x="3575335" y="1222932"/>
                  </a:lnTo>
                  <a:lnTo>
                    <a:pt x="3575429" y="1222932"/>
                  </a:lnTo>
                  <a:lnTo>
                    <a:pt x="3575523" y="1222932"/>
                  </a:lnTo>
                  <a:lnTo>
                    <a:pt x="3575617" y="1222932"/>
                  </a:lnTo>
                  <a:lnTo>
                    <a:pt x="3575711" y="1222932"/>
                  </a:lnTo>
                  <a:lnTo>
                    <a:pt x="3575805" y="1222932"/>
                  </a:lnTo>
                  <a:lnTo>
                    <a:pt x="3575900" y="1222932"/>
                  </a:lnTo>
                  <a:lnTo>
                    <a:pt x="3575994" y="1222932"/>
                  </a:lnTo>
                  <a:lnTo>
                    <a:pt x="3576088" y="1222932"/>
                  </a:lnTo>
                  <a:lnTo>
                    <a:pt x="3576182" y="1222932"/>
                  </a:lnTo>
                  <a:lnTo>
                    <a:pt x="3576276" y="1222932"/>
                  </a:lnTo>
                  <a:lnTo>
                    <a:pt x="3576370" y="1222932"/>
                  </a:lnTo>
                  <a:lnTo>
                    <a:pt x="3576370" y="1218020"/>
                  </a:lnTo>
                  <a:lnTo>
                    <a:pt x="3576465" y="1218020"/>
                  </a:lnTo>
                  <a:lnTo>
                    <a:pt x="3576559" y="1218020"/>
                  </a:lnTo>
                  <a:lnTo>
                    <a:pt x="3576653" y="1218020"/>
                  </a:lnTo>
                  <a:lnTo>
                    <a:pt x="3576747" y="1218020"/>
                  </a:lnTo>
                  <a:lnTo>
                    <a:pt x="3576841" y="1218020"/>
                  </a:lnTo>
                  <a:lnTo>
                    <a:pt x="3576935" y="1218020"/>
                  </a:lnTo>
                  <a:lnTo>
                    <a:pt x="3577029" y="1218020"/>
                  </a:lnTo>
                  <a:lnTo>
                    <a:pt x="3577124" y="1218020"/>
                  </a:lnTo>
                  <a:lnTo>
                    <a:pt x="3577218" y="1218020"/>
                  </a:lnTo>
                  <a:lnTo>
                    <a:pt x="3577312" y="1218020"/>
                  </a:lnTo>
                  <a:lnTo>
                    <a:pt x="3577406" y="1218020"/>
                  </a:lnTo>
                  <a:lnTo>
                    <a:pt x="3577500" y="1218020"/>
                  </a:lnTo>
                  <a:lnTo>
                    <a:pt x="3577594" y="1218020"/>
                  </a:lnTo>
                  <a:lnTo>
                    <a:pt x="3577689" y="1218020"/>
                  </a:lnTo>
                  <a:lnTo>
                    <a:pt x="3577783" y="1218020"/>
                  </a:lnTo>
                  <a:lnTo>
                    <a:pt x="3577877" y="1218020"/>
                  </a:lnTo>
                  <a:lnTo>
                    <a:pt x="3577971" y="1218020"/>
                  </a:lnTo>
                  <a:lnTo>
                    <a:pt x="3578065" y="1218020"/>
                  </a:lnTo>
                  <a:lnTo>
                    <a:pt x="3578159" y="1218020"/>
                  </a:lnTo>
                  <a:lnTo>
                    <a:pt x="3578253" y="1218020"/>
                  </a:lnTo>
                  <a:lnTo>
                    <a:pt x="3578348" y="1218020"/>
                  </a:lnTo>
                  <a:lnTo>
                    <a:pt x="3578442" y="1218020"/>
                  </a:lnTo>
                  <a:lnTo>
                    <a:pt x="3578536" y="1218020"/>
                  </a:lnTo>
                  <a:lnTo>
                    <a:pt x="3578630" y="1218020"/>
                  </a:lnTo>
                  <a:lnTo>
                    <a:pt x="3578724" y="1218020"/>
                  </a:lnTo>
                  <a:lnTo>
                    <a:pt x="3578818" y="1218020"/>
                  </a:lnTo>
                  <a:lnTo>
                    <a:pt x="3578913" y="1218020"/>
                  </a:lnTo>
                  <a:lnTo>
                    <a:pt x="3579007" y="1218020"/>
                  </a:lnTo>
                  <a:lnTo>
                    <a:pt x="3579101" y="1218020"/>
                  </a:lnTo>
                  <a:lnTo>
                    <a:pt x="3579195" y="1218020"/>
                  </a:lnTo>
                  <a:lnTo>
                    <a:pt x="3579289" y="1218020"/>
                  </a:lnTo>
                  <a:lnTo>
                    <a:pt x="3579383" y="1218020"/>
                  </a:lnTo>
                  <a:lnTo>
                    <a:pt x="3579477" y="1218020"/>
                  </a:lnTo>
                  <a:lnTo>
                    <a:pt x="3579572" y="1218020"/>
                  </a:lnTo>
                  <a:lnTo>
                    <a:pt x="3579666" y="1218020"/>
                  </a:lnTo>
                  <a:lnTo>
                    <a:pt x="3579760" y="1218020"/>
                  </a:lnTo>
                  <a:lnTo>
                    <a:pt x="3579854" y="1218020"/>
                  </a:lnTo>
                  <a:lnTo>
                    <a:pt x="3579948" y="1218020"/>
                  </a:lnTo>
                  <a:lnTo>
                    <a:pt x="3580042" y="1218020"/>
                  </a:lnTo>
                  <a:lnTo>
                    <a:pt x="3580136" y="1218020"/>
                  </a:lnTo>
                  <a:lnTo>
                    <a:pt x="3580231" y="1218020"/>
                  </a:lnTo>
                  <a:lnTo>
                    <a:pt x="3580325" y="1218020"/>
                  </a:lnTo>
                  <a:lnTo>
                    <a:pt x="3580419" y="1218020"/>
                  </a:lnTo>
                  <a:lnTo>
                    <a:pt x="3580513" y="1218020"/>
                  </a:lnTo>
                  <a:lnTo>
                    <a:pt x="3580607" y="1218020"/>
                  </a:lnTo>
                  <a:lnTo>
                    <a:pt x="3580701" y="1218020"/>
                  </a:lnTo>
                  <a:lnTo>
                    <a:pt x="3580796" y="1218020"/>
                  </a:lnTo>
                  <a:lnTo>
                    <a:pt x="3580890" y="1218020"/>
                  </a:lnTo>
                  <a:lnTo>
                    <a:pt x="3580984" y="1218020"/>
                  </a:lnTo>
                  <a:lnTo>
                    <a:pt x="3581078" y="1218020"/>
                  </a:lnTo>
                  <a:lnTo>
                    <a:pt x="3581172" y="1218020"/>
                  </a:lnTo>
                  <a:lnTo>
                    <a:pt x="3581266" y="1218020"/>
                  </a:lnTo>
                  <a:lnTo>
                    <a:pt x="3581360" y="1218020"/>
                  </a:lnTo>
                  <a:lnTo>
                    <a:pt x="3581455" y="1218020"/>
                  </a:lnTo>
                  <a:lnTo>
                    <a:pt x="3581549" y="1218020"/>
                  </a:lnTo>
                  <a:lnTo>
                    <a:pt x="3581643" y="1218020"/>
                  </a:lnTo>
                  <a:lnTo>
                    <a:pt x="3581737" y="1218020"/>
                  </a:lnTo>
                  <a:lnTo>
                    <a:pt x="3581831" y="1218020"/>
                  </a:lnTo>
                  <a:lnTo>
                    <a:pt x="3581925" y="1218020"/>
                  </a:lnTo>
                  <a:lnTo>
                    <a:pt x="3582020" y="1218020"/>
                  </a:lnTo>
                  <a:lnTo>
                    <a:pt x="3582114" y="1218020"/>
                  </a:lnTo>
                  <a:lnTo>
                    <a:pt x="3582208" y="1218020"/>
                  </a:lnTo>
                  <a:lnTo>
                    <a:pt x="3582302" y="1218020"/>
                  </a:lnTo>
                  <a:lnTo>
                    <a:pt x="3582396" y="1218020"/>
                  </a:lnTo>
                  <a:lnTo>
                    <a:pt x="3582490" y="1218020"/>
                  </a:lnTo>
                  <a:lnTo>
                    <a:pt x="3582584" y="1218020"/>
                  </a:lnTo>
                  <a:lnTo>
                    <a:pt x="3582679" y="1218020"/>
                  </a:lnTo>
                  <a:lnTo>
                    <a:pt x="3582773" y="1218020"/>
                  </a:lnTo>
                  <a:lnTo>
                    <a:pt x="3582867" y="1218020"/>
                  </a:lnTo>
                  <a:lnTo>
                    <a:pt x="3582961" y="1218020"/>
                  </a:lnTo>
                  <a:lnTo>
                    <a:pt x="3583055" y="1218020"/>
                  </a:lnTo>
                  <a:lnTo>
                    <a:pt x="3583149" y="1218020"/>
                  </a:lnTo>
                  <a:lnTo>
                    <a:pt x="3583244" y="1218020"/>
                  </a:lnTo>
                  <a:lnTo>
                    <a:pt x="3583338" y="1218020"/>
                  </a:lnTo>
                  <a:lnTo>
                    <a:pt x="3583432" y="1218020"/>
                  </a:lnTo>
                  <a:lnTo>
                    <a:pt x="3583526" y="1218020"/>
                  </a:lnTo>
                  <a:lnTo>
                    <a:pt x="3583620" y="1218020"/>
                  </a:lnTo>
                  <a:lnTo>
                    <a:pt x="3583714" y="1218020"/>
                  </a:lnTo>
                  <a:lnTo>
                    <a:pt x="3583808" y="1218020"/>
                  </a:lnTo>
                  <a:lnTo>
                    <a:pt x="3583903" y="1218020"/>
                  </a:lnTo>
                  <a:lnTo>
                    <a:pt x="3583997" y="1218020"/>
                  </a:lnTo>
                  <a:lnTo>
                    <a:pt x="3584091" y="1218020"/>
                  </a:lnTo>
                  <a:lnTo>
                    <a:pt x="3584185" y="1218020"/>
                  </a:lnTo>
                  <a:lnTo>
                    <a:pt x="3584279" y="1218020"/>
                  </a:lnTo>
                  <a:lnTo>
                    <a:pt x="3584373" y="1218020"/>
                  </a:lnTo>
                  <a:lnTo>
                    <a:pt x="3584467" y="1218020"/>
                  </a:lnTo>
                  <a:lnTo>
                    <a:pt x="3584562" y="1218020"/>
                  </a:lnTo>
                  <a:lnTo>
                    <a:pt x="3584656" y="1218020"/>
                  </a:lnTo>
                  <a:lnTo>
                    <a:pt x="3584750" y="1218020"/>
                  </a:lnTo>
                  <a:lnTo>
                    <a:pt x="3584844" y="1218020"/>
                  </a:lnTo>
                  <a:lnTo>
                    <a:pt x="3584938" y="1218020"/>
                  </a:lnTo>
                  <a:lnTo>
                    <a:pt x="3585032" y="1218020"/>
                  </a:lnTo>
                  <a:lnTo>
                    <a:pt x="3585127" y="1218020"/>
                  </a:lnTo>
                  <a:lnTo>
                    <a:pt x="3585221" y="1218020"/>
                  </a:lnTo>
                  <a:lnTo>
                    <a:pt x="3585315" y="1218020"/>
                  </a:lnTo>
                  <a:lnTo>
                    <a:pt x="3585409" y="1218020"/>
                  </a:lnTo>
                  <a:lnTo>
                    <a:pt x="3585503" y="1218020"/>
                  </a:lnTo>
                  <a:lnTo>
                    <a:pt x="3585597" y="1218020"/>
                  </a:lnTo>
                  <a:lnTo>
                    <a:pt x="3585691" y="1218020"/>
                  </a:lnTo>
                  <a:lnTo>
                    <a:pt x="3585786" y="1218020"/>
                  </a:lnTo>
                  <a:lnTo>
                    <a:pt x="3585880" y="1218020"/>
                  </a:lnTo>
                  <a:lnTo>
                    <a:pt x="3585974" y="1218020"/>
                  </a:lnTo>
                  <a:lnTo>
                    <a:pt x="3586068" y="1218020"/>
                  </a:lnTo>
                  <a:lnTo>
                    <a:pt x="3586162" y="1218020"/>
                  </a:lnTo>
                  <a:lnTo>
                    <a:pt x="3586256" y="1218020"/>
                  </a:lnTo>
                  <a:lnTo>
                    <a:pt x="3586351" y="1218020"/>
                  </a:lnTo>
                  <a:lnTo>
                    <a:pt x="3586445" y="1218020"/>
                  </a:lnTo>
                  <a:lnTo>
                    <a:pt x="3586539" y="1218020"/>
                  </a:lnTo>
                  <a:lnTo>
                    <a:pt x="3586633" y="1218020"/>
                  </a:lnTo>
                  <a:lnTo>
                    <a:pt x="3586727" y="1218020"/>
                  </a:lnTo>
                  <a:lnTo>
                    <a:pt x="3586821" y="1218020"/>
                  </a:lnTo>
                  <a:lnTo>
                    <a:pt x="3586915" y="1218020"/>
                  </a:lnTo>
                  <a:lnTo>
                    <a:pt x="3587010" y="1218020"/>
                  </a:lnTo>
                  <a:lnTo>
                    <a:pt x="3587104" y="1218020"/>
                  </a:lnTo>
                  <a:lnTo>
                    <a:pt x="3587198" y="1218020"/>
                  </a:lnTo>
                  <a:lnTo>
                    <a:pt x="3587292" y="1218020"/>
                  </a:lnTo>
                  <a:lnTo>
                    <a:pt x="3587386" y="1218020"/>
                  </a:lnTo>
                  <a:lnTo>
                    <a:pt x="3587480" y="1218020"/>
                  </a:lnTo>
                  <a:lnTo>
                    <a:pt x="3587575" y="1218020"/>
                  </a:lnTo>
                  <a:lnTo>
                    <a:pt x="3587669" y="1218020"/>
                  </a:lnTo>
                  <a:lnTo>
                    <a:pt x="3587763" y="1218020"/>
                  </a:lnTo>
                  <a:lnTo>
                    <a:pt x="3587857" y="1218020"/>
                  </a:lnTo>
                  <a:lnTo>
                    <a:pt x="3587951" y="1218020"/>
                  </a:lnTo>
                  <a:lnTo>
                    <a:pt x="3588045" y="1218020"/>
                  </a:lnTo>
                  <a:lnTo>
                    <a:pt x="3588139" y="1218020"/>
                  </a:lnTo>
                  <a:lnTo>
                    <a:pt x="3588234" y="1218020"/>
                  </a:lnTo>
                  <a:lnTo>
                    <a:pt x="3588234" y="1213109"/>
                  </a:lnTo>
                  <a:lnTo>
                    <a:pt x="3588328" y="1213109"/>
                  </a:lnTo>
                  <a:lnTo>
                    <a:pt x="3588422" y="1213109"/>
                  </a:lnTo>
                  <a:lnTo>
                    <a:pt x="3588516" y="1213109"/>
                  </a:lnTo>
                  <a:lnTo>
                    <a:pt x="3588610" y="1213109"/>
                  </a:lnTo>
                  <a:lnTo>
                    <a:pt x="3588704" y="1213109"/>
                  </a:lnTo>
                  <a:lnTo>
                    <a:pt x="3588798" y="1213109"/>
                  </a:lnTo>
                  <a:lnTo>
                    <a:pt x="3588893" y="1213109"/>
                  </a:lnTo>
                  <a:lnTo>
                    <a:pt x="3588987" y="1213109"/>
                  </a:lnTo>
                  <a:lnTo>
                    <a:pt x="3589081" y="1213109"/>
                  </a:lnTo>
                  <a:lnTo>
                    <a:pt x="3589081" y="1208198"/>
                  </a:lnTo>
                  <a:lnTo>
                    <a:pt x="3589175" y="1208198"/>
                  </a:lnTo>
                  <a:lnTo>
                    <a:pt x="3589269" y="1208198"/>
                  </a:lnTo>
                  <a:lnTo>
                    <a:pt x="3589363" y="1208198"/>
                  </a:lnTo>
                  <a:lnTo>
                    <a:pt x="3589458" y="1208198"/>
                  </a:lnTo>
                  <a:lnTo>
                    <a:pt x="3589552" y="1208198"/>
                  </a:lnTo>
                  <a:lnTo>
                    <a:pt x="3589646" y="1208198"/>
                  </a:lnTo>
                  <a:lnTo>
                    <a:pt x="3589740" y="1208198"/>
                  </a:lnTo>
                  <a:lnTo>
                    <a:pt x="3589834" y="1208198"/>
                  </a:lnTo>
                  <a:lnTo>
                    <a:pt x="3589928" y="1208198"/>
                  </a:lnTo>
                  <a:lnTo>
                    <a:pt x="3590022" y="1208198"/>
                  </a:lnTo>
                  <a:lnTo>
                    <a:pt x="3590117" y="1208198"/>
                  </a:lnTo>
                  <a:lnTo>
                    <a:pt x="3590211" y="1208198"/>
                  </a:lnTo>
                  <a:lnTo>
                    <a:pt x="3590305" y="1208198"/>
                  </a:lnTo>
                  <a:lnTo>
                    <a:pt x="3590399" y="1208198"/>
                  </a:lnTo>
                  <a:lnTo>
                    <a:pt x="3590493" y="1208198"/>
                  </a:lnTo>
                  <a:lnTo>
                    <a:pt x="3590587" y="1208198"/>
                  </a:lnTo>
                  <a:lnTo>
                    <a:pt x="3590682" y="1208198"/>
                  </a:lnTo>
                  <a:lnTo>
                    <a:pt x="3590776" y="1208198"/>
                  </a:lnTo>
                  <a:lnTo>
                    <a:pt x="3590776" y="1203286"/>
                  </a:lnTo>
                  <a:lnTo>
                    <a:pt x="3590870" y="1203286"/>
                  </a:lnTo>
                  <a:lnTo>
                    <a:pt x="3590964" y="1203286"/>
                  </a:lnTo>
                  <a:lnTo>
                    <a:pt x="3591058" y="1203286"/>
                  </a:lnTo>
                  <a:lnTo>
                    <a:pt x="3591152" y="1203286"/>
                  </a:lnTo>
                  <a:lnTo>
                    <a:pt x="3591246" y="1203286"/>
                  </a:lnTo>
                  <a:lnTo>
                    <a:pt x="3591341" y="1203286"/>
                  </a:lnTo>
                  <a:lnTo>
                    <a:pt x="3591435" y="1203286"/>
                  </a:lnTo>
                  <a:lnTo>
                    <a:pt x="3591529" y="1203286"/>
                  </a:lnTo>
                  <a:lnTo>
                    <a:pt x="3591623" y="1203286"/>
                  </a:lnTo>
                  <a:lnTo>
                    <a:pt x="3591717" y="1203286"/>
                  </a:lnTo>
                  <a:lnTo>
                    <a:pt x="3591811" y="1203286"/>
                  </a:lnTo>
                  <a:lnTo>
                    <a:pt x="3591906" y="1203286"/>
                  </a:lnTo>
                  <a:lnTo>
                    <a:pt x="3592000" y="1203286"/>
                  </a:lnTo>
                  <a:lnTo>
                    <a:pt x="3592094" y="1203286"/>
                  </a:lnTo>
                  <a:lnTo>
                    <a:pt x="3592188" y="1203286"/>
                  </a:lnTo>
                  <a:lnTo>
                    <a:pt x="3592282" y="1203286"/>
                  </a:lnTo>
                  <a:lnTo>
                    <a:pt x="3592376" y="1203286"/>
                  </a:lnTo>
                  <a:lnTo>
                    <a:pt x="3592470" y="1203286"/>
                  </a:lnTo>
                  <a:lnTo>
                    <a:pt x="3592565" y="1203286"/>
                  </a:lnTo>
                  <a:lnTo>
                    <a:pt x="3592659" y="1203286"/>
                  </a:lnTo>
                  <a:lnTo>
                    <a:pt x="3592753" y="1203286"/>
                  </a:lnTo>
                  <a:lnTo>
                    <a:pt x="3592847" y="1203286"/>
                  </a:lnTo>
                  <a:lnTo>
                    <a:pt x="3592941" y="1203286"/>
                  </a:lnTo>
                  <a:lnTo>
                    <a:pt x="3593035" y="1203286"/>
                  </a:lnTo>
                  <a:lnTo>
                    <a:pt x="3593129" y="1203286"/>
                  </a:lnTo>
                  <a:lnTo>
                    <a:pt x="3593224" y="1203286"/>
                  </a:lnTo>
                  <a:lnTo>
                    <a:pt x="3593318" y="1203286"/>
                  </a:lnTo>
                  <a:lnTo>
                    <a:pt x="3593412" y="1203286"/>
                  </a:lnTo>
                  <a:lnTo>
                    <a:pt x="3593506" y="1203286"/>
                  </a:lnTo>
                  <a:lnTo>
                    <a:pt x="3593600" y="1203286"/>
                  </a:lnTo>
                  <a:lnTo>
                    <a:pt x="3593694" y="1203286"/>
                  </a:lnTo>
                  <a:lnTo>
                    <a:pt x="3593789" y="1203286"/>
                  </a:lnTo>
                  <a:lnTo>
                    <a:pt x="3593883" y="1203286"/>
                  </a:lnTo>
                  <a:lnTo>
                    <a:pt x="3593977" y="1203286"/>
                  </a:lnTo>
                  <a:lnTo>
                    <a:pt x="3594071" y="1203286"/>
                  </a:lnTo>
                  <a:lnTo>
                    <a:pt x="3594165" y="1203286"/>
                  </a:lnTo>
                  <a:lnTo>
                    <a:pt x="3594259" y="1203286"/>
                  </a:lnTo>
                  <a:lnTo>
                    <a:pt x="3594353" y="1203286"/>
                  </a:lnTo>
                  <a:lnTo>
                    <a:pt x="3594448" y="1203286"/>
                  </a:lnTo>
                  <a:lnTo>
                    <a:pt x="3594542" y="1203286"/>
                  </a:lnTo>
                  <a:lnTo>
                    <a:pt x="3594636" y="1203286"/>
                  </a:lnTo>
                  <a:lnTo>
                    <a:pt x="3594730" y="1203286"/>
                  </a:lnTo>
                  <a:lnTo>
                    <a:pt x="3594824" y="1203286"/>
                  </a:lnTo>
                  <a:lnTo>
                    <a:pt x="3594918" y="1203286"/>
                  </a:lnTo>
                  <a:lnTo>
                    <a:pt x="3595013" y="1203286"/>
                  </a:lnTo>
                  <a:lnTo>
                    <a:pt x="3595013" y="1198375"/>
                  </a:lnTo>
                  <a:lnTo>
                    <a:pt x="3595107" y="1198375"/>
                  </a:lnTo>
                  <a:lnTo>
                    <a:pt x="3595201" y="1198375"/>
                  </a:lnTo>
                  <a:lnTo>
                    <a:pt x="3595295" y="1198375"/>
                  </a:lnTo>
                  <a:lnTo>
                    <a:pt x="3595389" y="1198375"/>
                  </a:lnTo>
                  <a:lnTo>
                    <a:pt x="3595483" y="1198375"/>
                  </a:lnTo>
                  <a:lnTo>
                    <a:pt x="3595577" y="1198375"/>
                  </a:lnTo>
                  <a:lnTo>
                    <a:pt x="3595672" y="1198375"/>
                  </a:lnTo>
                  <a:lnTo>
                    <a:pt x="3595766" y="1198375"/>
                  </a:lnTo>
                  <a:lnTo>
                    <a:pt x="3595860" y="1198375"/>
                  </a:lnTo>
                  <a:lnTo>
                    <a:pt x="3595954" y="1198375"/>
                  </a:lnTo>
                  <a:lnTo>
                    <a:pt x="3596048" y="1198375"/>
                  </a:lnTo>
                  <a:lnTo>
                    <a:pt x="3596142" y="1198375"/>
                  </a:lnTo>
                  <a:lnTo>
                    <a:pt x="3596237" y="1198375"/>
                  </a:lnTo>
                  <a:lnTo>
                    <a:pt x="3596331" y="1198375"/>
                  </a:lnTo>
                  <a:lnTo>
                    <a:pt x="3596425" y="1198375"/>
                  </a:lnTo>
                  <a:lnTo>
                    <a:pt x="3596519" y="1198375"/>
                  </a:lnTo>
                  <a:lnTo>
                    <a:pt x="3596613" y="1198375"/>
                  </a:lnTo>
                  <a:lnTo>
                    <a:pt x="3596707" y="1198375"/>
                  </a:lnTo>
                  <a:lnTo>
                    <a:pt x="3596801" y="1198375"/>
                  </a:lnTo>
                  <a:lnTo>
                    <a:pt x="3596896" y="1198375"/>
                  </a:lnTo>
                  <a:lnTo>
                    <a:pt x="3596990" y="1198375"/>
                  </a:lnTo>
                  <a:lnTo>
                    <a:pt x="3597084" y="1198375"/>
                  </a:lnTo>
                  <a:lnTo>
                    <a:pt x="3597178" y="1198375"/>
                  </a:lnTo>
                  <a:lnTo>
                    <a:pt x="3597272" y="1198375"/>
                  </a:lnTo>
                  <a:lnTo>
                    <a:pt x="3597366" y="1198375"/>
                  </a:lnTo>
                  <a:lnTo>
                    <a:pt x="3597460" y="1198375"/>
                  </a:lnTo>
                  <a:lnTo>
                    <a:pt x="3597555" y="1198375"/>
                  </a:lnTo>
                  <a:lnTo>
                    <a:pt x="3597649" y="1198375"/>
                  </a:lnTo>
                  <a:lnTo>
                    <a:pt x="3597743" y="1198375"/>
                  </a:lnTo>
                  <a:lnTo>
                    <a:pt x="3597837" y="1198375"/>
                  </a:lnTo>
                  <a:lnTo>
                    <a:pt x="3597931" y="1198375"/>
                  </a:lnTo>
                  <a:lnTo>
                    <a:pt x="3598025" y="1198375"/>
                  </a:lnTo>
                  <a:lnTo>
                    <a:pt x="3598120" y="1198375"/>
                  </a:lnTo>
                  <a:lnTo>
                    <a:pt x="3598214" y="1198375"/>
                  </a:lnTo>
                  <a:lnTo>
                    <a:pt x="3598308" y="1198375"/>
                  </a:lnTo>
                  <a:lnTo>
                    <a:pt x="3598402" y="1198375"/>
                  </a:lnTo>
                  <a:lnTo>
                    <a:pt x="3598496" y="1198375"/>
                  </a:lnTo>
                  <a:lnTo>
                    <a:pt x="3598590" y="1198375"/>
                  </a:lnTo>
                  <a:lnTo>
                    <a:pt x="3598684" y="1198375"/>
                  </a:lnTo>
                  <a:lnTo>
                    <a:pt x="3598779" y="1198375"/>
                  </a:lnTo>
                  <a:lnTo>
                    <a:pt x="3598873" y="1198375"/>
                  </a:lnTo>
                  <a:lnTo>
                    <a:pt x="3598967" y="1198375"/>
                  </a:lnTo>
                  <a:lnTo>
                    <a:pt x="3599061" y="1198375"/>
                  </a:lnTo>
                  <a:lnTo>
                    <a:pt x="3599155" y="1198375"/>
                  </a:lnTo>
                  <a:lnTo>
                    <a:pt x="3599249" y="1198375"/>
                  </a:lnTo>
                  <a:lnTo>
                    <a:pt x="3599344" y="1198375"/>
                  </a:lnTo>
                  <a:lnTo>
                    <a:pt x="3599438" y="1198375"/>
                  </a:lnTo>
                  <a:lnTo>
                    <a:pt x="3599532" y="1198375"/>
                  </a:lnTo>
                  <a:lnTo>
                    <a:pt x="3599626" y="1198375"/>
                  </a:lnTo>
                  <a:lnTo>
                    <a:pt x="3599720" y="1198375"/>
                  </a:lnTo>
                  <a:lnTo>
                    <a:pt x="3599814" y="1198375"/>
                  </a:lnTo>
                  <a:lnTo>
                    <a:pt x="3599908" y="1198375"/>
                  </a:lnTo>
                  <a:lnTo>
                    <a:pt x="3600003" y="1198375"/>
                  </a:lnTo>
                  <a:lnTo>
                    <a:pt x="3600097" y="1198375"/>
                  </a:lnTo>
                  <a:lnTo>
                    <a:pt x="3600191" y="1198375"/>
                  </a:lnTo>
                  <a:lnTo>
                    <a:pt x="3600285" y="1198375"/>
                  </a:lnTo>
                  <a:lnTo>
                    <a:pt x="3600379" y="1198375"/>
                  </a:lnTo>
                  <a:lnTo>
                    <a:pt x="3600473" y="1198375"/>
                  </a:lnTo>
                  <a:lnTo>
                    <a:pt x="3600568" y="1198375"/>
                  </a:lnTo>
                  <a:lnTo>
                    <a:pt x="3600662" y="1198375"/>
                  </a:lnTo>
                  <a:lnTo>
                    <a:pt x="3600756" y="1198375"/>
                  </a:lnTo>
                  <a:lnTo>
                    <a:pt x="3600850" y="1198375"/>
                  </a:lnTo>
                  <a:lnTo>
                    <a:pt x="3600944" y="1198375"/>
                  </a:lnTo>
                  <a:lnTo>
                    <a:pt x="3601038" y="1198375"/>
                  </a:lnTo>
                  <a:lnTo>
                    <a:pt x="3601132" y="1198375"/>
                  </a:lnTo>
                  <a:lnTo>
                    <a:pt x="3601227" y="1198375"/>
                  </a:lnTo>
                  <a:lnTo>
                    <a:pt x="3601321" y="1198375"/>
                  </a:lnTo>
                  <a:lnTo>
                    <a:pt x="3601415" y="1198375"/>
                  </a:lnTo>
                  <a:lnTo>
                    <a:pt x="3601509" y="1198375"/>
                  </a:lnTo>
                  <a:lnTo>
                    <a:pt x="3601603" y="1198375"/>
                  </a:lnTo>
                  <a:lnTo>
                    <a:pt x="3601697" y="1198375"/>
                  </a:lnTo>
                  <a:lnTo>
                    <a:pt x="3601791" y="1198375"/>
                  </a:lnTo>
                  <a:lnTo>
                    <a:pt x="3601886" y="1198375"/>
                  </a:lnTo>
                  <a:lnTo>
                    <a:pt x="3601980" y="1198375"/>
                  </a:lnTo>
                  <a:lnTo>
                    <a:pt x="3602074" y="1198375"/>
                  </a:lnTo>
                  <a:lnTo>
                    <a:pt x="3602168" y="1198375"/>
                  </a:lnTo>
                  <a:lnTo>
                    <a:pt x="3602262" y="1198375"/>
                  </a:lnTo>
                  <a:lnTo>
                    <a:pt x="3602356" y="1198375"/>
                  </a:lnTo>
                  <a:lnTo>
                    <a:pt x="3602451" y="1198375"/>
                  </a:lnTo>
                  <a:lnTo>
                    <a:pt x="3602545" y="1198375"/>
                  </a:lnTo>
                  <a:lnTo>
                    <a:pt x="3602639" y="1198375"/>
                  </a:lnTo>
                  <a:lnTo>
                    <a:pt x="3602733" y="1198375"/>
                  </a:lnTo>
                  <a:lnTo>
                    <a:pt x="3602827" y="1198375"/>
                  </a:lnTo>
                  <a:lnTo>
                    <a:pt x="3602921" y="1198375"/>
                  </a:lnTo>
                  <a:lnTo>
                    <a:pt x="3603015" y="1198375"/>
                  </a:lnTo>
                  <a:lnTo>
                    <a:pt x="3603110" y="1198375"/>
                  </a:lnTo>
                  <a:lnTo>
                    <a:pt x="3603204" y="1198375"/>
                  </a:lnTo>
                  <a:lnTo>
                    <a:pt x="3603298" y="1198375"/>
                  </a:lnTo>
                  <a:lnTo>
                    <a:pt x="3603392" y="1198375"/>
                  </a:lnTo>
                  <a:lnTo>
                    <a:pt x="3603486" y="1198375"/>
                  </a:lnTo>
                  <a:lnTo>
                    <a:pt x="3603580" y="1198375"/>
                  </a:lnTo>
                  <a:lnTo>
                    <a:pt x="3603675" y="1198375"/>
                  </a:lnTo>
                  <a:lnTo>
                    <a:pt x="3603769" y="1198375"/>
                  </a:lnTo>
                  <a:lnTo>
                    <a:pt x="3603863" y="1198375"/>
                  </a:lnTo>
                  <a:lnTo>
                    <a:pt x="3603957" y="1198375"/>
                  </a:lnTo>
                  <a:lnTo>
                    <a:pt x="3604051" y="1198375"/>
                  </a:lnTo>
                  <a:lnTo>
                    <a:pt x="3604145" y="1198375"/>
                  </a:lnTo>
                  <a:lnTo>
                    <a:pt x="3604239" y="1198375"/>
                  </a:lnTo>
                  <a:lnTo>
                    <a:pt x="3604334" y="1198375"/>
                  </a:lnTo>
                  <a:lnTo>
                    <a:pt x="3604428" y="1198375"/>
                  </a:lnTo>
                  <a:lnTo>
                    <a:pt x="3604522" y="1198375"/>
                  </a:lnTo>
                  <a:lnTo>
                    <a:pt x="3604616" y="1198375"/>
                  </a:lnTo>
                  <a:lnTo>
                    <a:pt x="3604710" y="1198375"/>
                  </a:lnTo>
                  <a:lnTo>
                    <a:pt x="3604804" y="1198375"/>
                  </a:lnTo>
                  <a:lnTo>
                    <a:pt x="3604899" y="1198375"/>
                  </a:lnTo>
                  <a:lnTo>
                    <a:pt x="3604993" y="1198375"/>
                  </a:lnTo>
                  <a:lnTo>
                    <a:pt x="3605087" y="1198375"/>
                  </a:lnTo>
                  <a:lnTo>
                    <a:pt x="3605181" y="1198375"/>
                  </a:lnTo>
                  <a:lnTo>
                    <a:pt x="3605275" y="1198375"/>
                  </a:lnTo>
                  <a:lnTo>
                    <a:pt x="3605369" y="1198375"/>
                  </a:lnTo>
                  <a:lnTo>
                    <a:pt x="3605463" y="1198375"/>
                  </a:lnTo>
                  <a:lnTo>
                    <a:pt x="3605558" y="1198375"/>
                  </a:lnTo>
                  <a:lnTo>
                    <a:pt x="3605652" y="1198375"/>
                  </a:lnTo>
                  <a:lnTo>
                    <a:pt x="3605746" y="1198375"/>
                  </a:lnTo>
                  <a:lnTo>
                    <a:pt x="3605840" y="1198375"/>
                  </a:lnTo>
                  <a:lnTo>
                    <a:pt x="3605934" y="1198375"/>
                  </a:lnTo>
                  <a:lnTo>
                    <a:pt x="3606028" y="1198375"/>
                  </a:lnTo>
                  <a:lnTo>
                    <a:pt x="3606122" y="1198375"/>
                  </a:lnTo>
                  <a:lnTo>
                    <a:pt x="3606217" y="1198375"/>
                  </a:lnTo>
                  <a:lnTo>
                    <a:pt x="3606311" y="1198375"/>
                  </a:lnTo>
                  <a:lnTo>
                    <a:pt x="3606405" y="1198375"/>
                  </a:lnTo>
                  <a:lnTo>
                    <a:pt x="3606499" y="1198375"/>
                  </a:lnTo>
                  <a:lnTo>
                    <a:pt x="3606593" y="1198375"/>
                  </a:lnTo>
                  <a:lnTo>
                    <a:pt x="3606687" y="1198375"/>
                  </a:lnTo>
                  <a:lnTo>
                    <a:pt x="3606782" y="1198375"/>
                  </a:lnTo>
                  <a:lnTo>
                    <a:pt x="3606782" y="1193464"/>
                  </a:lnTo>
                  <a:lnTo>
                    <a:pt x="3606876" y="1193464"/>
                  </a:lnTo>
                  <a:lnTo>
                    <a:pt x="3606970" y="1193464"/>
                  </a:lnTo>
                  <a:lnTo>
                    <a:pt x="3607064" y="1193464"/>
                  </a:lnTo>
                  <a:lnTo>
                    <a:pt x="3607158" y="1193464"/>
                  </a:lnTo>
                  <a:lnTo>
                    <a:pt x="3607252" y="1193464"/>
                  </a:lnTo>
                  <a:lnTo>
                    <a:pt x="3607252" y="1188552"/>
                  </a:lnTo>
                  <a:lnTo>
                    <a:pt x="3607346" y="1188552"/>
                  </a:lnTo>
                  <a:lnTo>
                    <a:pt x="3607441" y="1188552"/>
                  </a:lnTo>
                  <a:lnTo>
                    <a:pt x="3607535" y="1188552"/>
                  </a:lnTo>
                  <a:lnTo>
                    <a:pt x="3607629" y="1188552"/>
                  </a:lnTo>
                  <a:lnTo>
                    <a:pt x="3607723" y="1188552"/>
                  </a:lnTo>
                  <a:lnTo>
                    <a:pt x="3607817" y="1188552"/>
                  </a:lnTo>
                  <a:lnTo>
                    <a:pt x="3607911" y="1188552"/>
                  </a:lnTo>
                  <a:lnTo>
                    <a:pt x="3608006" y="1188552"/>
                  </a:lnTo>
                  <a:lnTo>
                    <a:pt x="3608100" y="1188552"/>
                  </a:lnTo>
                  <a:lnTo>
                    <a:pt x="3608194" y="1188552"/>
                  </a:lnTo>
                  <a:lnTo>
                    <a:pt x="3608288" y="1188552"/>
                  </a:lnTo>
                  <a:lnTo>
                    <a:pt x="3608382" y="1188552"/>
                  </a:lnTo>
                  <a:lnTo>
                    <a:pt x="3608476" y="1188552"/>
                  </a:lnTo>
                  <a:lnTo>
                    <a:pt x="3608570" y="1188552"/>
                  </a:lnTo>
                  <a:lnTo>
                    <a:pt x="3608665" y="1188552"/>
                  </a:lnTo>
                  <a:lnTo>
                    <a:pt x="3608759" y="1188552"/>
                  </a:lnTo>
                  <a:lnTo>
                    <a:pt x="3608853" y="1188552"/>
                  </a:lnTo>
                  <a:lnTo>
                    <a:pt x="3608947" y="1188552"/>
                  </a:lnTo>
                  <a:lnTo>
                    <a:pt x="3609041" y="1188552"/>
                  </a:lnTo>
                  <a:lnTo>
                    <a:pt x="3609135" y="1188552"/>
                  </a:lnTo>
                  <a:lnTo>
                    <a:pt x="3609230" y="1188552"/>
                  </a:lnTo>
                  <a:lnTo>
                    <a:pt x="3609324" y="1188552"/>
                  </a:lnTo>
                  <a:lnTo>
                    <a:pt x="3609418" y="1188552"/>
                  </a:lnTo>
                  <a:lnTo>
                    <a:pt x="3609512" y="1188552"/>
                  </a:lnTo>
                  <a:lnTo>
                    <a:pt x="3609606" y="1188552"/>
                  </a:lnTo>
                  <a:lnTo>
                    <a:pt x="3609700" y="1188552"/>
                  </a:lnTo>
                  <a:lnTo>
                    <a:pt x="3609794" y="1188552"/>
                  </a:lnTo>
                  <a:lnTo>
                    <a:pt x="3609889" y="1188552"/>
                  </a:lnTo>
                  <a:lnTo>
                    <a:pt x="3609983" y="1188552"/>
                  </a:lnTo>
                  <a:lnTo>
                    <a:pt x="3610077" y="1188552"/>
                  </a:lnTo>
                  <a:lnTo>
                    <a:pt x="3610171" y="1188552"/>
                  </a:lnTo>
                  <a:lnTo>
                    <a:pt x="3610265" y="1188552"/>
                  </a:lnTo>
                  <a:lnTo>
                    <a:pt x="3610359" y="1188552"/>
                  </a:lnTo>
                  <a:lnTo>
                    <a:pt x="3610453" y="1188552"/>
                  </a:lnTo>
                  <a:lnTo>
                    <a:pt x="3610548" y="1188552"/>
                  </a:lnTo>
                  <a:lnTo>
                    <a:pt x="3610642" y="1188552"/>
                  </a:lnTo>
                  <a:lnTo>
                    <a:pt x="3610736" y="1188552"/>
                  </a:lnTo>
                  <a:lnTo>
                    <a:pt x="3610830" y="1188552"/>
                  </a:lnTo>
                  <a:lnTo>
                    <a:pt x="3610924" y="1188552"/>
                  </a:lnTo>
                  <a:lnTo>
                    <a:pt x="3611018" y="1188552"/>
                  </a:lnTo>
                  <a:lnTo>
                    <a:pt x="3611113" y="1188552"/>
                  </a:lnTo>
                  <a:lnTo>
                    <a:pt x="3611207" y="1188552"/>
                  </a:lnTo>
                  <a:lnTo>
                    <a:pt x="3611301" y="1188552"/>
                  </a:lnTo>
                  <a:lnTo>
                    <a:pt x="3611395" y="1188552"/>
                  </a:lnTo>
                  <a:lnTo>
                    <a:pt x="3611489" y="1188552"/>
                  </a:lnTo>
                  <a:lnTo>
                    <a:pt x="3611583" y="1188552"/>
                  </a:lnTo>
                  <a:lnTo>
                    <a:pt x="3611677" y="1188552"/>
                  </a:lnTo>
                  <a:lnTo>
                    <a:pt x="3611772" y="1188552"/>
                  </a:lnTo>
                  <a:lnTo>
                    <a:pt x="3611866" y="1188552"/>
                  </a:lnTo>
                  <a:lnTo>
                    <a:pt x="3611960" y="1188552"/>
                  </a:lnTo>
                  <a:lnTo>
                    <a:pt x="3612054" y="1188552"/>
                  </a:lnTo>
                  <a:lnTo>
                    <a:pt x="3612148" y="1188552"/>
                  </a:lnTo>
                  <a:lnTo>
                    <a:pt x="3612242" y="1188552"/>
                  </a:lnTo>
                  <a:lnTo>
                    <a:pt x="3612337" y="1188552"/>
                  </a:lnTo>
                  <a:lnTo>
                    <a:pt x="3612431" y="1188552"/>
                  </a:lnTo>
                  <a:lnTo>
                    <a:pt x="3612525" y="1188552"/>
                  </a:lnTo>
                  <a:lnTo>
                    <a:pt x="3612619" y="1188552"/>
                  </a:lnTo>
                  <a:lnTo>
                    <a:pt x="3612713" y="1188552"/>
                  </a:lnTo>
                  <a:lnTo>
                    <a:pt x="3612807" y="1188552"/>
                  </a:lnTo>
                  <a:lnTo>
                    <a:pt x="3612901" y="1188552"/>
                  </a:lnTo>
                  <a:lnTo>
                    <a:pt x="3612996" y="1188552"/>
                  </a:lnTo>
                  <a:lnTo>
                    <a:pt x="3613090" y="1188552"/>
                  </a:lnTo>
                  <a:lnTo>
                    <a:pt x="3613184" y="1188552"/>
                  </a:lnTo>
                  <a:lnTo>
                    <a:pt x="3613278" y="1188552"/>
                  </a:lnTo>
                  <a:lnTo>
                    <a:pt x="3613372" y="1188552"/>
                  </a:lnTo>
                  <a:lnTo>
                    <a:pt x="3613466" y="1188552"/>
                  </a:lnTo>
                  <a:lnTo>
                    <a:pt x="3613561" y="1188552"/>
                  </a:lnTo>
                  <a:lnTo>
                    <a:pt x="3613655" y="1188552"/>
                  </a:lnTo>
                  <a:lnTo>
                    <a:pt x="3613749" y="1188552"/>
                  </a:lnTo>
                  <a:lnTo>
                    <a:pt x="3613843" y="1188552"/>
                  </a:lnTo>
                  <a:lnTo>
                    <a:pt x="3613937" y="1188552"/>
                  </a:lnTo>
                  <a:lnTo>
                    <a:pt x="3614031" y="1188552"/>
                  </a:lnTo>
                  <a:lnTo>
                    <a:pt x="3614125" y="1188552"/>
                  </a:lnTo>
                  <a:lnTo>
                    <a:pt x="3614220" y="1188552"/>
                  </a:lnTo>
                  <a:lnTo>
                    <a:pt x="3614314" y="1188552"/>
                  </a:lnTo>
                  <a:lnTo>
                    <a:pt x="3614408" y="1188552"/>
                  </a:lnTo>
                  <a:lnTo>
                    <a:pt x="3614502" y="1188552"/>
                  </a:lnTo>
                  <a:lnTo>
                    <a:pt x="3614596" y="1188552"/>
                  </a:lnTo>
                  <a:lnTo>
                    <a:pt x="3614690" y="1188552"/>
                  </a:lnTo>
                  <a:lnTo>
                    <a:pt x="3614784" y="1188552"/>
                  </a:lnTo>
                  <a:lnTo>
                    <a:pt x="3614879" y="1188552"/>
                  </a:lnTo>
                  <a:lnTo>
                    <a:pt x="3614973" y="1188552"/>
                  </a:lnTo>
                  <a:lnTo>
                    <a:pt x="3615067" y="1188552"/>
                  </a:lnTo>
                  <a:lnTo>
                    <a:pt x="3615161" y="1188552"/>
                  </a:lnTo>
                  <a:lnTo>
                    <a:pt x="3615255" y="1188552"/>
                  </a:lnTo>
                  <a:lnTo>
                    <a:pt x="3615349" y="1188552"/>
                  </a:lnTo>
                  <a:lnTo>
                    <a:pt x="3615444" y="1188552"/>
                  </a:lnTo>
                  <a:lnTo>
                    <a:pt x="3615538" y="1188552"/>
                  </a:lnTo>
                  <a:lnTo>
                    <a:pt x="3615632" y="1188552"/>
                  </a:lnTo>
                  <a:lnTo>
                    <a:pt x="3615726" y="1188552"/>
                  </a:lnTo>
                  <a:lnTo>
                    <a:pt x="3615820" y="1188552"/>
                  </a:lnTo>
                  <a:lnTo>
                    <a:pt x="3615914" y="1188552"/>
                  </a:lnTo>
                  <a:lnTo>
                    <a:pt x="3616008" y="1188552"/>
                  </a:lnTo>
                  <a:lnTo>
                    <a:pt x="3616103" y="1188552"/>
                  </a:lnTo>
                  <a:lnTo>
                    <a:pt x="3616197" y="1188552"/>
                  </a:lnTo>
                  <a:lnTo>
                    <a:pt x="3616291" y="1188552"/>
                  </a:lnTo>
                  <a:lnTo>
                    <a:pt x="3616385" y="1188552"/>
                  </a:lnTo>
                  <a:lnTo>
                    <a:pt x="3616479" y="1188552"/>
                  </a:lnTo>
                  <a:lnTo>
                    <a:pt x="3616573" y="1188552"/>
                  </a:lnTo>
                  <a:lnTo>
                    <a:pt x="3616668" y="1188552"/>
                  </a:lnTo>
                  <a:lnTo>
                    <a:pt x="3616762" y="1188552"/>
                  </a:lnTo>
                  <a:lnTo>
                    <a:pt x="3616856" y="1188552"/>
                  </a:lnTo>
                  <a:lnTo>
                    <a:pt x="3616950" y="1188552"/>
                  </a:lnTo>
                  <a:lnTo>
                    <a:pt x="3617044" y="1188552"/>
                  </a:lnTo>
                  <a:lnTo>
                    <a:pt x="3617138" y="1188552"/>
                  </a:lnTo>
                  <a:lnTo>
                    <a:pt x="3617232" y="1188552"/>
                  </a:lnTo>
                  <a:lnTo>
                    <a:pt x="3617327" y="1188552"/>
                  </a:lnTo>
                  <a:lnTo>
                    <a:pt x="3617421" y="1188552"/>
                  </a:lnTo>
                  <a:lnTo>
                    <a:pt x="3617515" y="1188552"/>
                  </a:lnTo>
                  <a:lnTo>
                    <a:pt x="3617609" y="1188552"/>
                  </a:lnTo>
                  <a:lnTo>
                    <a:pt x="3617609" y="1183641"/>
                  </a:lnTo>
                  <a:lnTo>
                    <a:pt x="3617703" y="1183641"/>
                  </a:lnTo>
                  <a:lnTo>
                    <a:pt x="3617797" y="1183641"/>
                  </a:lnTo>
                  <a:lnTo>
                    <a:pt x="3617892" y="1183641"/>
                  </a:lnTo>
                  <a:lnTo>
                    <a:pt x="3617986" y="1183641"/>
                  </a:lnTo>
                  <a:lnTo>
                    <a:pt x="3618080" y="1183641"/>
                  </a:lnTo>
                  <a:lnTo>
                    <a:pt x="3618174" y="1183641"/>
                  </a:lnTo>
                  <a:lnTo>
                    <a:pt x="3618268" y="1183641"/>
                  </a:lnTo>
                  <a:lnTo>
                    <a:pt x="3618362" y="1183641"/>
                  </a:lnTo>
                  <a:lnTo>
                    <a:pt x="3618456" y="1183641"/>
                  </a:lnTo>
                  <a:lnTo>
                    <a:pt x="3618551" y="1183641"/>
                  </a:lnTo>
                  <a:lnTo>
                    <a:pt x="3618645" y="1183641"/>
                  </a:lnTo>
                  <a:lnTo>
                    <a:pt x="3618739" y="1183641"/>
                  </a:lnTo>
                  <a:lnTo>
                    <a:pt x="3618739" y="1178729"/>
                  </a:lnTo>
                  <a:lnTo>
                    <a:pt x="3618833" y="1178729"/>
                  </a:lnTo>
                  <a:lnTo>
                    <a:pt x="3618927" y="1178729"/>
                  </a:lnTo>
                  <a:lnTo>
                    <a:pt x="3619021" y="1178729"/>
                  </a:lnTo>
                  <a:lnTo>
                    <a:pt x="3619115" y="1178729"/>
                  </a:lnTo>
                  <a:lnTo>
                    <a:pt x="3619210" y="1178729"/>
                  </a:lnTo>
                  <a:lnTo>
                    <a:pt x="3619304" y="1178729"/>
                  </a:lnTo>
                  <a:lnTo>
                    <a:pt x="3619398" y="1178729"/>
                  </a:lnTo>
                  <a:lnTo>
                    <a:pt x="3619492" y="1178729"/>
                  </a:lnTo>
                  <a:lnTo>
                    <a:pt x="3619586" y="1178729"/>
                  </a:lnTo>
                  <a:lnTo>
                    <a:pt x="3619680" y="1178729"/>
                  </a:lnTo>
                  <a:lnTo>
                    <a:pt x="3619775" y="1178729"/>
                  </a:lnTo>
                  <a:lnTo>
                    <a:pt x="3619869" y="1178729"/>
                  </a:lnTo>
                  <a:lnTo>
                    <a:pt x="3619963" y="1178729"/>
                  </a:lnTo>
                  <a:lnTo>
                    <a:pt x="3620057" y="1178729"/>
                  </a:lnTo>
                  <a:lnTo>
                    <a:pt x="3620151" y="1178729"/>
                  </a:lnTo>
                  <a:lnTo>
                    <a:pt x="3620245" y="1178729"/>
                  </a:lnTo>
                  <a:lnTo>
                    <a:pt x="3620339" y="1178729"/>
                  </a:lnTo>
                  <a:lnTo>
                    <a:pt x="3620434" y="1178729"/>
                  </a:lnTo>
                  <a:lnTo>
                    <a:pt x="3620528" y="1178729"/>
                  </a:lnTo>
                  <a:lnTo>
                    <a:pt x="3620622" y="1178729"/>
                  </a:lnTo>
                  <a:lnTo>
                    <a:pt x="3620716" y="1178729"/>
                  </a:lnTo>
                  <a:lnTo>
                    <a:pt x="3620810" y="1178729"/>
                  </a:lnTo>
                  <a:lnTo>
                    <a:pt x="3620904" y="1178729"/>
                  </a:lnTo>
                  <a:lnTo>
                    <a:pt x="3620999" y="1178729"/>
                  </a:lnTo>
                  <a:lnTo>
                    <a:pt x="3621093" y="1178729"/>
                  </a:lnTo>
                  <a:lnTo>
                    <a:pt x="3621187" y="1178729"/>
                  </a:lnTo>
                  <a:lnTo>
                    <a:pt x="3621281" y="1178729"/>
                  </a:lnTo>
                  <a:lnTo>
                    <a:pt x="3621375" y="1178729"/>
                  </a:lnTo>
                  <a:lnTo>
                    <a:pt x="3621469" y="1178729"/>
                  </a:lnTo>
                  <a:lnTo>
                    <a:pt x="3621563" y="1178729"/>
                  </a:lnTo>
                  <a:lnTo>
                    <a:pt x="3621658" y="1178729"/>
                  </a:lnTo>
                  <a:lnTo>
                    <a:pt x="3621752" y="1178729"/>
                  </a:lnTo>
                  <a:lnTo>
                    <a:pt x="3621846" y="1178729"/>
                  </a:lnTo>
                  <a:lnTo>
                    <a:pt x="3621940" y="1178729"/>
                  </a:lnTo>
                  <a:lnTo>
                    <a:pt x="3622034" y="1178729"/>
                  </a:lnTo>
                  <a:lnTo>
                    <a:pt x="3622128" y="1178729"/>
                  </a:lnTo>
                  <a:lnTo>
                    <a:pt x="3622223" y="1178729"/>
                  </a:lnTo>
                  <a:lnTo>
                    <a:pt x="3622317" y="1178729"/>
                  </a:lnTo>
                  <a:lnTo>
                    <a:pt x="3622411" y="1178729"/>
                  </a:lnTo>
                  <a:lnTo>
                    <a:pt x="3622505" y="1178729"/>
                  </a:lnTo>
                  <a:lnTo>
                    <a:pt x="3622599" y="1178729"/>
                  </a:lnTo>
                  <a:lnTo>
                    <a:pt x="3622693" y="1178729"/>
                  </a:lnTo>
                  <a:lnTo>
                    <a:pt x="3622787" y="1178729"/>
                  </a:lnTo>
                  <a:lnTo>
                    <a:pt x="3622882" y="1178729"/>
                  </a:lnTo>
                  <a:lnTo>
                    <a:pt x="3622976" y="1178729"/>
                  </a:lnTo>
                  <a:lnTo>
                    <a:pt x="3623070" y="1178729"/>
                  </a:lnTo>
                  <a:lnTo>
                    <a:pt x="3623164" y="1178729"/>
                  </a:lnTo>
                  <a:lnTo>
                    <a:pt x="3623258" y="1178729"/>
                  </a:lnTo>
                  <a:lnTo>
                    <a:pt x="3623352" y="1178729"/>
                  </a:lnTo>
                  <a:lnTo>
                    <a:pt x="3623446" y="1178729"/>
                  </a:lnTo>
                  <a:lnTo>
                    <a:pt x="3623541" y="1178729"/>
                  </a:lnTo>
                  <a:lnTo>
                    <a:pt x="3623635" y="1178729"/>
                  </a:lnTo>
                  <a:lnTo>
                    <a:pt x="3623729" y="1178729"/>
                  </a:lnTo>
                  <a:lnTo>
                    <a:pt x="3623823" y="1178729"/>
                  </a:lnTo>
                  <a:lnTo>
                    <a:pt x="3623917" y="1178729"/>
                  </a:lnTo>
                  <a:lnTo>
                    <a:pt x="3624011" y="1178729"/>
                  </a:lnTo>
                  <a:lnTo>
                    <a:pt x="3624106" y="1178729"/>
                  </a:lnTo>
                  <a:lnTo>
                    <a:pt x="3624200" y="1178729"/>
                  </a:lnTo>
                  <a:lnTo>
                    <a:pt x="3624294" y="1178729"/>
                  </a:lnTo>
                  <a:lnTo>
                    <a:pt x="3624388" y="1178729"/>
                  </a:lnTo>
                  <a:lnTo>
                    <a:pt x="3624482" y="1178729"/>
                  </a:lnTo>
                  <a:lnTo>
                    <a:pt x="3624576" y="1178729"/>
                  </a:lnTo>
                  <a:lnTo>
                    <a:pt x="3624670" y="1178729"/>
                  </a:lnTo>
                  <a:lnTo>
                    <a:pt x="3624765" y="1178729"/>
                  </a:lnTo>
                  <a:lnTo>
                    <a:pt x="3624859" y="1178729"/>
                  </a:lnTo>
                  <a:lnTo>
                    <a:pt x="3624953" y="1178729"/>
                  </a:lnTo>
                  <a:lnTo>
                    <a:pt x="3625047" y="1178729"/>
                  </a:lnTo>
                  <a:lnTo>
                    <a:pt x="3625141" y="1178729"/>
                  </a:lnTo>
                  <a:lnTo>
                    <a:pt x="3625235" y="1178729"/>
                  </a:lnTo>
                  <a:lnTo>
                    <a:pt x="3625330" y="1178729"/>
                  </a:lnTo>
                  <a:lnTo>
                    <a:pt x="3625424" y="1178729"/>
                  </a:lnTo>
                  <a:lnTo>
                    <a:pt x="3625518" y="1178729"/>
                  </a:lnTo>
                  <a:lnTo>
                    <a:pt x="3625612" y="1178729"/>
                  </a:lnTo>
                  <a:lnTo>
                    <a:pt x="3625706" y="1178729"/>
                  </a:lnTo>
                  <a:lnTo>
                    <a:pt x="3625800" y="1178729"/>
                  </a:lnTo>
                  <a:lnTo>
                    <a:pt x="3625894" y="1178729"/>
                  </a:lnTo>
                  <a:lnTo>
                    <a:pt x="3625989" y="1178729"/>
                  </a:lnTo>
                  <a:lnTo>
                    <a:pt x="3626083" y="1178729"/>
                  </a:lnTo>
                  <a:lnTo>
                    <a:pt x="3626177" y="1178729"/>
                  </a:lnTo>
                  <a:lnTo>
                    <a:pt x="3626271" y="1178729"/>
                  </a:lnTo>
                  <a:lnTo>
                    <a:pt x="3626365" y="1178729"/>
                  </a:lnTo>
                  <a:lnTo>
                    <a:pt x="3626459" y="1178729"/>
                  </a:lnTo>
                  <a:lnTo>
                    <a:pt x="3626554" y="1178729"/>
                  </a:lnTo>
                  <a:lnTo>
                    <a:pt x="3626648" y="1178729"/>
                  </a:lnTo>
                  <a:lnTo>
                    <a:pt x="3626742" y="1178729"/>
                  </a:lnTo>
                  <a:lnTo>
                    <a:pt x="3626836" y="1178729"/>
                  </a:lnTo>
                  <a:lnTo>
                    <a:pt x="3626930" y="1178729"/>
                  </a:lnTo>
                  <a:lnTo>
                    <a:pt x="3627024" y="1178729"/>
                  </a:lnTo>
                  <a:lnTo>
                    <a:pt x="3627118" y="1178729"/>
                  </a:lnTo>
                  <a:lnTo>
                    <a:pt x="3627213" y="1178729"/>
                  </a:lnTo>
                  <a:lnTo>
                    <a:pt x="3627307" y="1178729"/>
                  </a:lnTo>
                  <a:lnTo>
                    <a:pt x="3627401" y="1178729"/>
                  </a:lnTo>
                  <a:lnTo>
                    <a:pt x="3627495" y="1178729"/>
                  </a:lnTo>
                  <a:lnTo>
                    <a:pt x="3627589" y="1178729"/>
                  </a:lnTo>
                  <a:lnTo>
                    <a:pt x="3627683" y="1178729"/>
                  </a:lnTo>
                  <a:lnTo>
                    <a:pt x="3627777" y="1178729"/>
                  </a:lnTo>
                  <a:lnTo>
                    <a:pt x="3627872" y="1178729"/>
                  </a:lnTo>
                  <a:lnTo>
                    <a:pt x="3627966" y="1178729"/>
                  </a:lnTo>
                  <a:lnTo>
                    <a:pt x="3628060" y="1178729"/>
                  </a:lnTo>
                  <a:lnTo>
                    <a:pt x="3628154" y="1178729"/>
                  </a:lnTo>
                  <a:lnTo>
                    <a:pt x="3628248" y="1178729"/>
                  </a:lnTo>
                  <a:lnTo>
                    <a:pt x="3628342" y="1178729"/>
                  </a:lnTo>
                  <a:lnTo>
                    <a:pt x="3628437" y="1178729"/>
                  </a:lnTo>
                  <a:lnTo>
                    <a:pt x="3628531" y="1178729"/>
                  </a:lnTo>
                  <a:lnTo>
                    <a:pt x="3628625" y="1178729"/>
                  </a:lnTo>
                  <a:lnTo>
                    <a:pt x="3628719" y="1178729"/>
                  </a:lnTo>
                  <a:lnTo>
                    <a:pt x="3628813" y="1178729"/>
                  </a:lnTo>
                  <a:lnTo>
                    <a:pt x="3628907" y="1178729"/>
                  </a:lnTo>
                  <a:lnTo>
                    <a:pt x="3629001" y="1178729"/>
                  </a:lnTo>
                  <a:lnTo>
                    <a:pt x="3629096" y="1178729"/>
                  </a:lnTo>
                  <a:lnTo>
                    <a:pt x="3629190" y="1178729"/>
                  </a:lnTo>
                  <a:lnTo>
                    <a:pt x="3629284" y="1178729"/>
                  </a:lnTo>
                  <a:lnTo>
                    <a:pt x="3629378" y="1178729"/>
                  </a:lnTo>
                  <a:lnTo>
                    <a:pt x="3629472" y="1178729"/>
                  </a:lnTo>
                  <a:lnTo>
                    <a:pt x="3629566" y="1178729"/>
                  </a:lnTo>
                  <a:lnTo>
                    <a:pt x="3629661" y="1178729"/>
                  </a:lnTo>
                  <a:lnTo>
                    <a:pt x="3629755" y="1178729"/>
                  </a:lnTo>
                  <a:lnTo>
                    <a:pt x="3629849" y="1178729"/>
                  </a:lnTo>
                  <a:lnTo>
                    <a:pt x="3629943" y="1178729"/>
                  </a:lnTo>
                  <a:lnTo>
                    <a:pt x="3630037" y="1178729"/>
                  </a:lnTo>
                  <a:lnTo>
                    <a:pt x="3630131" y="1178729"/>
                  </a:lnTo>
                  <a:lnTo>
                    <a:pt x="3630225" y="1178729"/>
                  </a:lnTo>
                  <a:lnTo>
                    <a:pt x="3630320" y="1178729"/>
                  </a:lnTo>
                  <a:lnTo>
                    <a:pt x="3630414" y="1178729"/>
                  </a:lnTo>
                  <a:lnTo>
                    <a:pt x="3630508" y="1178729"/>
                  </a:lnTo>
                  <a:lnTo>
                    <a:pt x="3630602" y="1178729"/>
                  </a:lnTo>
                  <a:lnTo>
                    <a:pt x="3630696" y="1178729"/>
                  </a:lnTo>
                  <a:lnTo>
                    <a:pt x="3630790" y="1178729"/>
                  </a:lnTo>
                  <a:lnTo>
                    <a:pt x="3630885" y="1178729"/>
                  </a:lnTo>
                  <a:lnTo>
                    <a:pt x="3630979" y="1178729"/>
                  </a:lnTo>
                  <a:lnTo>
                    <a:pt x="3631073" y="1178729"/>
                  </a:lnTo>
                  <a:lnTo>
                    <a:pt x="3631167" y="1178729"/>
                  </a:lnTo>
                  <a:lnTo>
                    <a:pt x="3631261" y="1178729"/>
                  </a:lnTo>
                  <a:lnTo>
                    <a:pt x="3631355" y="1178729"/>
                  </a:lnTo>
                  <a:lnTo>
                    <a:pt x="3631449" y="1178729"/>
                  </a:lnTo>
                  <a:lnTo>
                    <a:pt x="3631544" y="1178729"/>
                  </a:lnTo>
                  <a:lnTo>
                    <a:pt x="3631638" y="1178729"/>
                  </a:lnTo>
                  <a:lnTo>
                    <a:pt x="3631732" y="1178729"/>
                  </a:lnTo>
                  <a:lnTo>
                    <a:pt x="3631826" y="1178729"/>
                  </a:lnTo>
                  <a:lnTo>
                    <a:pt x="3631920" y="1178729"/>
                  </a:lnTo>
                  <a:lnTo>
                    <a:pt x="3632014" y="1178729"/>
                  </a:lnTo>
                  <a:lnTo>
                    <a:pt x="3632108" y="1178729"/>
                  </a:lnTo>
                  <a:lnTo>
                    <a:pt x="3632203" y="1178729"/>
                  </a:lnTo>
                  <a:lnTo>
                    <a:pt x="3632297" y="1178729"/>
                  </a:lnTo>
                  <a:lnTo>
                    <a:pt x="3632391" y="1178729"/>
                  </a:lnTo>
                  <a:lnTo>
                    <a:pt x="3632485" y="1178729"/>
                  </a:lnTo>
                  <a:lnTo>
                    <a:pt x="3632579" y="1178729"/>
                  </a:lnTo>
                  <a:lnTo>
                    <a:pt x="3632673" y="1178729"/>
                  </a:lnTo>
                  <a:lnTo>
                    <a:pt x="3632768" y="1178729"/>
                  </a:lnTo>
                  <a:lnTo>
                    <a:pt x="3632862" y="1178729"/>
                  </a:lnTo>
                  <a:lnTo>
                    <a:pt x="3632956" y="1178729"/>
                  </a:lnTo>
                  <a:lnTo>
                    <a:pt x="3633050" y="1178729"/>
                  </a:lnTo>
                  <a:lnTo>
                    <a:pt x="3633144" y="1178729"/>
                  </a:lnTo>
                  <a:lnTo>
                    <a:pt x="3633238" y="1178729"/>
                  </a:lnTo>
                  <a:lnTo>
                    <a:pt x="3633332" y="1178729"/>
                  </a:lnTo>
                  <a:lnTo>
                    <a:pt x="3633427" y="1178729"/>
                  </a:lnTo>
                  <a:lnTo>
                    <a:pt x="3633521" y="1178729"/>
                  </a:lnTo>
                  <a:lnTo>
                    <a:pt x="3633615" y="1178729"/>
                  </a:lnTo>
                  <a:lnTo>
                    <a:pt x="3633709" y="1178729"/>
                  </a:lnTo>
                  <a:lnTo>
                    <a:pt x="3633803" y="1178729"/>
                  </a:lnTo>
                  <a:lnTo>
                    <a:pt x="3633897" y="1178729"/>
                  </a:lnTo>
                  <a:lnTo>
                    <a:pt x="3633992" y="1178729"/>
                  </a:lnTo>
                  <a:lnTo>
                    <a:pt x="3634086" y="1178729"/>
                  </a:lnTo>
                  <a:lnTo>
                    <a:pt x="3634180" y="1178729"/>
                  </a:lnTo>
                  <a:lnTo>
                    <a:pt x="3634274" y="1178729"/>
                  </a:lnTo>
                  <a:lnTo>
                    <a:pt x="3634368" y="1178729"/>
                  </a:lnTo>
                  <a:lnTo>
                    <a:pt x="3634462" y="1178729"/>
                  </a:lnTo>
                  <a:lnTo>
                    <a:pt x="3634556" y="1178729"/>
                  </a:lnTo>
                  <a:lnTo>
                    <a:pt x="3634651" y="1178729"/>
                  </a:lnTo>
                  <a:lnTo>
                    <a:pt x="3634745" y="1178729"/>
                  </a:lnTo>
                  <a:lnTo>
                    <a:pt x="3634839" y="1178729"/>
                  </a:lnTo>
                  <a:lnTo>
                    <a:pt x="3634933" y="1178729"/>
                  </a:lnTo>
                  <a:lnTo>
                    <a:pt x="3635027" y="1178729"/>
                  </a:lnTo>
                  <a:lnTo>
                    <a:pt x="3635121" y="1178729"/>
                  </a:lnTo>
                  <a:lnTo>
                    <a:pt x="3635216" y="1178729"/>
                  </a:lnTo>
                  <a:lnTo>
                    <a:pt x="3635310" y="1178729"/>
                  </a:lnTo>
                  <a:lnTo>
                    <a:pt x="3635404" y="1178729"/>
                  </a:lnTo>
                  <a:lnTo>
                    <a:pt x="3635498" y="1178729"/>
                  </a:lnTo>
                  <a:lnTo>
                    <a:pt x="3635592" y="1178729"/>
                  </a:lnTo>
                  <a:lnTo>
                    <a:pt x="3635592" y="1173818"/>
                  </a:lnTo>
                  <a:lnTo>
                    <a:pt x="3635686" y="1173818"/>
                  </a:lnTo>
                  <a:lnTo>
                    <a:pt x="3635780" y="1173818"/>
                  </a:lnTo>
                  <a:lnTo>
                    <a:pt x="3635875" y="1173818"/>
                  </a:lnTo>
                  <a:lnTo>
                    <a:pt x="3635969" y="1173818"/>
                  </a:lnTo>
                  <a:lnTo>
                    <a:pt x="3636063" y="1173818"/>
                  </a:lnTo>
                  <a:lnTo>
                    <a:pt x="3636157" y="1173818"/>
                  </a:lnTo>
                  <a:lnTo>
                    <a:pt x="3636251" y="1173818"/>
                  </a:lnTo>
                  <a:lnTo>
                    <a:pt x="3636345" y="1173818"/>
                  </a:lnTo>
                  <a:lnTo>
                    <a:pt x="3636439" y="1173818"/>
                  </a:lnTo>
                  <a:lnTo>
                    <a:pt x="3636534" y="1173818"/>
                  </a:lnTo>
                  <a:lnTo>
                    <a:pt x="3636628" y="1173818"/>
                  </a:lnTo>
                  <a:lnTo>
                    <a:pt x="3636722" y="1173818"/>
                  </a:lnTo>
                  <a:lnTo>
                    <a:pt x="3636816" y="1173818"/>
                  </a:lnTo>
                  <a:lnTo>
                    <a:pt x="3636910" y="1173818"/>
                  </a:lnTo>
                  <a:lnTo>
                    <a:pt x="3637004" y="1173818"/>
                  </a:lnTo>
                  <a:lnTo>
                    <a:pt x="3637099" y="1173818"/>
                  </a:lnTo>
                  <a:lnTo>
                    <a:pt x="3637193" y="1173818"/>
                  </a:lnTo>
                  <a:lnTo>
                    <a:pt x="3637287" y="1173818"/>
                  </a:lnTo>
                  <a:lnTo>
                    <a:pt x="3637381" y="1173818"/>
                  </a:lnTo>
                  <a:lnTo>
                    <a:pt x="3637475" y="1173818"/>
                  </a:lnTo>
                  <a:lnTo>
                    <a:pt x="3637569" y="1173818"/>
                  </a:lnTo>
                  <a:lnTo>
                    <a:pt x="3637663" y="1173818"/>
                  </a:lnTo>
                  <a:lnTo>
                    <a:pt x="3637758" y="1173818"/>
                  </a:lnTo>
                  <a:lnTo>
                    <a:pt x="3637852" y="1173818"/>
                  </a:lnTo>
                  <a:lnTo>
                    <a:pt x="3637946" y="1173818"/>
                  </a:lnTo>
                  <a:lnTo>
                    <a:pt x="3638040" y="1173818"/>
                  </a:lnTo>
                  <a:lnTo>
                    <a:pt x="3638134" y="1173818"/>
                  </a:lnTo>
                  <a:lnTo>
                    <a:pt x="3638228" y="1173818"/>
                  </a:lnTo>
                  <a:lnTo>
                    <a:pt x="3638323" y="1173818"/>
                  </a:lnTo>
                  <a:lnTo>
                    <a:pt x="3638417" y="1173818"/>
                  </a:lnTo>
                  <a:lnTo>
                    <a:pt x="3638511" y="1173818"/>
                  </a:lnTo>
                  <a:lnTo>
                    <a:pt x="3638605" y="1173818"/>
                  </a:lnTo>
                  <a:lnTo>
                    <a:pt x="3638699" y="1173818"/>
                  </a:lnTo>
                  <a:lnTo>
                    <a:pt x="3638793" y="1173818"/>
                  </a:lnTo>
                  <a:lnTo>
                    <a:pt x="3638887" y="1173818"/>
                  </a:lnTo>
                  <a:lnTo>
                    <a:pt x="3638982" y="1173818"/>
                  </a:lnTo>
                  <a:lnTo>
                    <a:pt x="3639076" y="1173818"/>
                  </a:lnTo>
                  <a:lnTo>
                    <a:pt x="3639170" y="1173818"/>
                  </a:lnTo>
                  <a:lnTo>
                    <a:pt x="3639264" y="1173818"/>
                  </a:lnTo>
                  <a:lnTo>
                    <a:pt x="3639358" y="1173818"/>
                  </a:lnTo>
                  <a:lnTo>
                    <a:pt x="3639452" y="1173818"/>
                  </a:lnTo>
                  <a:lnTo>
                    <a:pt x="3639547" y="1173818"/>
                  </a:lnTo>
                  <a:lnTo>
                    <a:pt x="3639547" y="1168907"/>
                  </a:lnTo>
                  <a:lnTo>
                    <a:pt x="3639641" y="1168907"/>
                  </a:lnTo>
                  <a:lnTo>
                    <a:pt x="3639735" y="1168907"/>
                  </a:lnTo>
                  <a:lnTo>
                    <a:pt x="3639829" y="1168907"/>
                  </a:lnTo>
                  <a:lnTo>
                    <a:pt x="3639923" y="1168907"/>
                  </a:lnTo>
                  <a:lnTo>
                    <a:pt x="3640017" y="1168907"/>
                  </a:lnTo>
                  <a:lnTo>
                    <a:pt x="3640111" y="1168907"/>
                  </a:lnTo>
                  <a:lnTo>
                    <a:pt x="3640206" y="1168907"/>
                  </a:lnTo>
                  <a:lnTo>
                    <a:pt x="3640300" y="1168907"/>
                  </a:lnTo>
                  <a:lnTo>
                    <a:pt x="3640394" y="1168907"/>
                  </a:lnTo>
                  <a:lnTo>
                    <a:pt x="3640488" y="1168907"/>
                  </a:lnTo>
                  <a:lnTo>
                    <a:pt x="3640582" y="1168907"/>
                  </a:lnTo>
                  <a:lnTo>
                    <a:pt x="3640676" y="1168907"/>
                  </a:lnTo>
                  <a:lnTo>
                    <a:pt x="3640770" y="1168907"/>
                  </a:lnTo>
                  <a:lnTo>
                    <a:pt x="3640865" y="1168907"/>
                  </a:lnTo>
                  <a:lnTo>
                    <a:pt x="3640959" y="1168907"/>
                  </a:lnTo>
                  <a:lnTo>
                    <a:pt x="3641053" y="1168907"/>
                  </a:lnTo>
                  <a:lnTo>
                    <a:pt x="3641147" y="1168907"/>
                  </a:lnTo>
                  <a:lnTo>
                    <a:pt x="3641241" y="1168907"/>
                  </a:lnTo>
                  <a:lnTo>
                    <a:pt x="3641335" y="1168907"/>
                  </a:lnTo>
                  <a:lnTo>
                    <a:pt x="3641430" y="1168907"/>
                  </a:lnTo>
                  <a:lnTo>
                    <a:pt x="3641524" y="1168907"/>
                  </a:lnTo>
                  <a:lnTo>
                    <a:pt x="3641618" y="1168907"/>
                  </a:lnTo>
                  <a:lnTo>
                    <a:pt x="3641712" y="1168907"/>
                  </a:lnTo>
                  <a:lnTo>
                    <a:pt x="3641806" y="1168907"/>
                  </a:lnTo>
                  <a:lnTo>
                    <a:pt x="3641900" y="1168907"/>
                  </a:lnTo>
                  <a:lnTo>
                    <a:pt x="3641994" y="1168907"/>
                  </a:lnTo>
                  <a:lnTo>
                    <a:pt x="3642089" y="1168907"/>
                  </a:lnTo>
                  <a:lnTo>
                    <a:pt x="3642183" y="1168907"/>
                  </a:lnTo>
                  <a:lnTo>
                    <a:pt x="3642277" y="1168907"/>
                  </a:lnTo>
                  <a:lnTo>
                    <a:pt x="3642371" y="1168907"/>
                  </a:lnTo>
                  <a:lnTo>
                    <a:pt x="3642465" y="1168907"/>
                  </a:lnTo>
                  <a:lnTo>
                    <a:pt x="3642559" y="1168907"/>
                  </a:lnTo>
                  <a:lnTo>
                    <a:pt x="3642654" y="1168907"/>
                  </a:lnTo>
                  <a:lnTo>
                    <a:pt x="3642748" y="1168907"/>
                  </a:lnTo>
                  <a:lnTo>
                    <a:pt x="3642842" y="1168907"/>
                  </a:lnTo>
                  <a:lnTo>
                    <a:pt x="3642936" y="1168907"/>
                  </a:lnTo>
                  <a:lnTo>
                    <a:pt x="3643030" y="1168907"/>
                  </a:lnTo>
                  <a:lnTo>
                    <a:pt x="3643124" y="1168907"/>
                  </a:lnTo>
                  <a:lnTo>
                    <a:pt x="3643218" y="1168907"/>
                  </a:lnTo>
                  <a:lnTo>
                    <a:pt x="3643313" y="1168907"/>
                  </a:lnTo>
                  <a:lnTo>
                    <a:pt x="3643407" y="1168907"/>
                  </a:lnTo>
                  <a:lnTo>
                    <a:pt x="3643501" y="1168907"/>
                  </a:lnTo>
                  <a:lnTo>
                    <a:pt x="3643595" y="1168907"/>
                  </a:lnTo>
                  <a:lnTo>
                    <a:pt x="3643689" y="1168907"/>
                  </a:lnTo>
                  <a:lnTo>
                    <a:pt x="3643783" y="1168907"/>
                  </a:lnTo>
                  <a:lnTo>
                    <a:pt x="3643783" y="1163995"/>
                  </a:lnTo>
                  <a:lnTo>
                    <a:pt x="3643878" y="1163995"/>
                  </a:lnTo>
                  <a:lnTo>
                    <a:pt x="3643972" y="1163995"/>
                  </a:lnTo>
                  <a:lnTo>
                    <a:pt x="3644066" y="1163995"/>
                  </a:lnTo>
                  <a:lnTo>
                    <a:pt x="3644160" y="1163995"/>
                  </a:lnTo>
                  <a:lnTo>
                    <a:pt x="3644254" y="1163995"/>
                  </a:lnTo>
                  <a:lnTo>
                    <a:pt x="3644348" y="1163995"/>
                  </a:lnTo>
                  <a:lnTo>
                    <a:pt x="3644442" y="1163995"/>
                  </a:lnTo>
                  <a:lnTo>
                    <a:pt x="3644537" y="1163995"/>
                  </a:lnTo>
                  <a:lnTo>
                    <a:pt x="3644631" y="1163995"/>
                  </a:lnTo>
                  <a:lnTo>
                    <a:pt x="3644725" y="1163995"/>
                  </a:lnTo>
                  <a:lnTo>
                    <a:pt x="3644819" y="1163995"/>
                  </a:lnTo>
                  <a:lnTo>
                    <a:pt x="3644913" y="1163995"/>
                  </a:lnTo>
                  <a:lnTo>
                    <a:pt x="3645007" y="1163995"/>
                  </a:lnTo>
                  <a:lnTo>
                    <a:pt x="3645101" y="1163995"/>
                  </a:lnTo>
                  <a:lnTo>
                    <a:pt x="3645196" y="1163995"/>
                  </a:lnTo>
                  <a:lnTo>
                    <a:pt x="3645290" y="1163995"/>
                  </a:lnTo>
                  <a:lnTo>
                    <a:pt x="3645384" y="1163995"/>
                  </a:lnTo>
                  <a:lnTo>
                    <a:pt x="3645478" y="1163995"/>
                  </a:lnTo>
                  <a:lnTo>
                    <a:pt x="3645572" y="1163995"/>
                  </a:lnTo>
                  <a:lnTo>
                    <a:pt x="3645666" y="1163995"/>
                  </a:lnTo>
                  <a:lnTo>
                    <a:pt x="3645761" y="1163995"/>
                  </a:lnTo>
                  <a:lnTo>
                    <a:pt x="3645855" y="1163995"/>
                  </a:lnTo>
                  <a:lnTo>
                    <a:pt x="3645949" y="1163995"/>
                  </a:lnTo>
                  <a:lnTo>
                    <a:pt x="3646043" y="1163995"/>
                  </a:lnTo>
                  <a:lnTo>
                    <a:pt x="3646137" y="1163995"/>
                  </a:lnTo>
                  <a:lnTo>
                    <a:pt x="3646231" y="1163995"/>
                  </a:lnTo>
                  <a:lnTo>
                    <a:pt x="3646325" y="1163995"/>
                  </a:lnTo>
                  <a:lnTo>
                    <a:pt x="3646420" y="1163995"/>
                  </a:lnTo>
                  <a:lnTo>
                    <a:pt x="3646514" y="1163995"/>
                  </a:lnTo>
                  <a:lnTo>
                    <a:pt x="3646608" y="1163995"/>
                  </a:lnTo>
                  <a:lnTo>
                    <a:pt x="3646702" y="1163995"/>
                  </a:lnTo>
                  <a:lnTo>
                    <a:pt x="3646796" y="1163995"/>
                  </a:lnTo>
                  <a:lnTo>
                    <a:pt x="3646890" y="1163995"/>
                  </a:lnTo>
                  <a:lnTo>
                    <a:pt x="3646985" y="1163995"/>
                  </a:lnTo>
                  <a:lnTo>
                    <a:pt x="3647079" y="1163995"/>
                  </a:lnTo>
                  <a:lnTo>
                    <a:pt x="3647173" y="1163995"/>
                  </a:lnTo>
                  <a:lnTo>
                    <a:pt x="3647267" y="1163995"/>
                  </a:lnTo>
                  <a:lnTo>
                    <a:pt x="3647361" y="1163995"/>
                  </a:lnTo>
                  <a:lnTo>
                    <a:pt x="3647455" y="1163995"/>
                  </a:lnTo>
                  <a:lnTo>
                    <a:pt x="3647549" y="1163995"/>
                  </a:lnTo>
                  <a:lnTo>
                    <a:pt x="3647644" y="1163995"/>
                  </a:lnTo>
                  <a:lnTo>
                    <a:pt x="3647738" y="1163995"/>
                  </a:lnTo>
                  <a:lnTo>
                    <a:pt x="3647832" y="1163995"/>
                  </a:lnTo>
                  <a:lnTo>
                    <a:pt x="3647926" y="1163995"/>
                  </a:lnTo>
                  <a:lnTo>
                    <a:pt x="3648020" y="1163995"/>
                  </a:lnTo>
                  <a:lnTo>
                    <a:pt x="3648114" y="1163995"/>
                  </a:lnTo>
                  <a:lnTo>
                    <a:pt x="3648209" y="1163995"/>
                  </a:lnTo>
                  <a:lnTo>
                    <a:pt x="3648303" y="1163995"/>
                  </a:lnTo>
                  <a:lnTo>
                    <a:pt x="3648397" y="1163995"/>
                  </a:lnTo>
                  <a:lnTo>
                    <a:pt x="3648491" y="1163995"/>
                  </a:lnTo>
                  <a:lnTo>
                    <a:pt x="3648585" y="1163995"/>
                  </a:lnTo>
                  <a:lnTo>
                    <a:pt x="3648679" y="1163995"/>
                  </a:lnTo>
                  <a:lnTo>
                    <a:pt x="3648773" y="1163995"/>
                  </a:lnTo>
                  <a:lnTo>
                    <a:pt x="3648868" y="1163995"/>
                  </a:lnTo>
                  <a:lnTo>
                    <a:pt x="3648962" y="1163995"/>
                  </a:lnTo>
                  <a:lnTo>
                    <a:pt x="3649056" y="1163995"/>
                  </a:lnTo>
                  <a:lnTo>
                    <a:pt x="3649150" y="1163995"/>
                  </a:lnTo>
                  <a:lnTo>
                    <a:pt x="3649244" y="1163995"/>
                  </a:lnTo>
                  <a:lnTo>
                    <a:pt x="3649338" y="1163995"/>
                  </a:lnTo>
                  <a:lnTo>
                    <a:pt x="3649433" y="1163995"/>
                  </a:lnTo>
                  <a:lnTo>
                    <a:pt x="3649527" y="1163995"/>
                  </a:lnTo>
                  <a:lnTo>
                    <a:pt x="3649621" y="1163995"/>
                  </a:lnTo>
                  <a:lnTo>
                    <a:pt x="3649715" y="1163995"/>
                  </a:lnTo>
                  <a:lnTo>
                    <a:pt x="3649809" y="1163995"/>
                  </a:lnTo>
                  <a:lnTo>
                    <a:pt x="3649903" y="1163995"/>
                  </a:lnTo>
                  <a:lnTo>
                    <a:pt x="3649997" y="1163995"/>
                  </a:lnTo>
                  <a:lnTo>
                    <a:pt x="3650092" y="1163995"/>
                  </a:lnTo>
                  <a:lnTo>
                    <a:pt x="3650186" y="1163995"/>
                  </a:lnTo>
                  <a:lnTo>
                    <a:pt x="3650280" y="1163995"/>
                  </a:lnTo>
                  <a:lnTo>
                    <a:pt x="3650374" y="1163995"/>
                  </a:lnTo>
                  <a:lnTo>
                    <a:pt x="3650468" y="1163995"/>
                  </a:lnTo>
                  <a:lnTo>
                    <a:pt x="3650562" y="1163995"/>
                  </a:lnTo>
                  <a:lnTo>
                    <a:pt x="3650656" y="1163995"/>
                  </a:lnTo>
                  <a:lnTo>
                    <a:pt x="3650751" y="1163995"/>
                  </a:lnTo>
                  <a:lnTo>
                    <a:pt x="3650845" y="1163995"/>
                  </a:lnTo>
                  <a:lnTo>
                    <a:pt x="3650939" y="1163995"/>
                  </a:lnTo>
                  <a:lnTo>
                    <a:pt x="3651033" y="1163995"/>
                  </a:lnTo>
                  <a:lnTo>
                    <a:pt x="3651127" y="1163995"/>
                  </a:lnTo>
                  <a:lnTo>
                    <a:pt x="3651221" y="1163995"/>
                  </a:lnTo>
                  <a:lnTo>
                    <a:pt x="3651316" y="1163995"/>
                  </a:lnTo>
                  <a:lnTo>
                    <a:pt x="3651410" y="1163995"/>
                  </a:lnTo>
                  <a:lnTo>
                    <a:pt x="3651504" y="1163995"/>
                  </a:lnTo>
                  <a:lnTo>
                    <a:pt x="3651598" y="1163995"/>
                  </a:lnTo>
                  <a:lnTo>
                    <a:pt x="3651692" y="1163995"/>
                  </a:lnTo>
                  <a:lnTo>
                    <a:pt x="3651786" y="1163995"/>
                  </a:lnTo>
                  <a:lnTo>
                    <a:pt x="3651880" y="1163995"/>
                  </a:lnTo>
                  <a:lnTo>
                    <a:pt x="3651975" y="1163995"/>
                  </a:lnTo>
                  <a:lnTo>
                    <a:pt x="3652069" y="1163995"/>
                  </a:lnTo>
                  <a:lnTo>
                    <a:pt x="3652163" y="1163995"/>
                  </a:lnTo>
                  <a:lnTo>
                    <a:pt x="3652257" y="1163995"/>
                  </a:lnTo>
                  <a:lnTo>
                    <a:pt x="3652351" y="1163995"/>
                  </a:lnTo>
                  <a:lnTo>
                    <a:pt x="3652445" y="1163995"/>
                  </a:lnTo>
                  <a:lnTo>
                    <a:pt x="3652540" y="1163995"/>
                  </a:lnTo>
                  <a:lnTo>
                    <a:pt x="3652634" y="1163995"/>
                  </a:lnTo>
                  <a:lnTo>
                    <a:pt x="3652728" y="1163995"/>
                  </a:lnTo>
                  <a:lnTo>
                    <a:pt x="3652822" y="1163995"/>
                  </a:lnTo>
                  <a:lnTo>
                    <a:pt x="3652916" y="1163995"/>
                  </a:lnTo>
                  <a:lnTo>
                    <a:pt x="3653010" y="1163995"/>
                  </a:lnTo>
                  <a:lnTo>
                    <a:pt x="3653104" y="1163995"/>
                  </a:lnTo>
                  <a:lnTo>
                    <a:pt x="3653199" y="1163995"/>
                  </a:lnTo>
                  <a:lnTo>
                    <a:pt x="3653293" y="1163995"/>
                  </a:lnTo>
                  <a:lnTo>
                    <a:pt x="3653387" y="1163995"/>
                  </a:lnTo>
                  <a:lnTo>
                    <a:pt x="3653481" y="1163995"/>
                  </a:lnTo>
                  <a:lnTo>
                    <a:pt x="3653575" y="1163995"/>
                  </a:lnTo>
                  <a:lnTo>
                    <a:pt x="3653669" y="1163995"/>
                  </a:lnTo>
                  <a:lnTo>
                    <a:pt x="3653764" y="1163995"/>
                  </a:lnTo>
                  <a:lnTo>
                    <a:pt x="3653858" y="1163995"/>
                  </a:lnTo>
                  <a:lnTo>
                    <a:pt x="3653952" y="1163995"/>
                  </a:lnTo>
                  <a:lnTo>
                    <a:pt x="3654046" y="1163995"/>
                  </a:lnTo>
                  <a:lnTo>
                    <a:pt x="3654140" y="1163995"/>
                  </a:lnTo>
                  <a:lnTo>
                    <a:pt x="3654234" y="1163995"/>
                  </a:lnTo>
                  <a:lnTo>
                    <a:pt x="3654328" y="1163995"/>
                  </a:lnTo>
                  <a:lnTo>
                    <a:pt x="3654423" y="1163995"/>
                  </a:lnTo>
                  <a:lnTo>
                    <a:pt x="3654517" y="1163995"/>
                  </a:lnTo>
                  <a:lnTo>
                    <a:pt x="3654611" y="1163995"/>
                  </a:lnTo>
                  <a:lnTo>
                    <a:pt x="3654705" y="1163995"/>
                  </a:lnTo>
                  <a:lnTo>
                    <a:pt x="3654799" y="1163995"/>
                  </a:lnTo>
                  <a:lnTo>
                    <a:pt x="3654893" y="1163995"/>
                  </a:lnTo>
                  <a:lnTo>
                    <a:pt x="3654987" y="1163995"/>
                  </a:lnTo>
                  <a:lnTo>
                    <a:pt x="3655082" y="1163995"/>
                  </a:lnTo>
                  <a:lnTo>
                    <a:pt x="3655176" y="1163995"/>
                  </a:lnTo>
                  <a:lnTo>
                    <a:pt x="3655270" y="1163995"/>
                  </a:lnTo>
                  <a:lnTo>
                    <a:pt x="3655364" y="1163995"/>
                  </a:lnTo>
                  <a:lnTo>
                    <a:pt x="3655458" y="1163995"/>
                  </a:lnTo>
                  <a:lnTo>
                    <a:pt x="3655552" y="1163995"/>
                  </a:lnTo>
                  <a:lnTo>
                    <a:pt x="3655647" y="1163995"/>
                  </a:lnTo>
                  <a:lnTo>
                    <a:pt x="3655741" y="1163995"/>
                  </a:lnTo>
                  <a:lnTo>
                    <a:pt x="3655835" y="1163995"/>
                  </a:lnTo>
                  <a:lnTo>
                    <a:pt x="3655929" y="1163995"/>
                  </a:lnTo>
                  <a:lnTo>
                    <a:pt x="3656023" y="1163995"/>
                  </a:lnTo>
                  <a:lnTo>
                    <a:pt x="3656117" y="1163995"/>
                  </a:lnTo>
                  <a:lnTo>
                    <a:pt x="3656211" y="1163995"/>
                  </a:lnTo>
                  <a:lnTo>
                    <a:pt x="3656306" y="1163995"/>
                  </a:lnTo>
                  <a:lnTo>
                    <a:pt x="3656400" y="1163995"/>
                  </a:lnTo>
                  <a:lnTo>
                    <a:pt x="3656494" y="1163995"/>
                  </a:lnTo>
                  <a:lnTo>
                    <a:pt x="3656588" y="1163995"/>
                  </a:lnTo>
                  <a:lnTo>
                    <a:pt x="3656682" y="1163995"/>
                  </a:lnTo>
                  <a:lnTo>
                    <a:pt x="3656776" y="1163995"/>
                  </a:lnTo>
                  <a:lnTo>
                    <a:pt x="3656871" y="1163995"/>
                  </a:lnTo>
                  <a:lnTo>
                    <a:pt x="3656965" y="1163995"/>
                  </a:lnTo>
                  <a:lnTo>
                    <a:pt x="3657059" y="1163995"/>
                  </a:lnTo>
                  <a:lnTo>
                    <a:pt x="3657153" y="1163995"/>
                  </a:lnTo>
                  <a:lnTo>
                    <a:pt x="3657247" y="1163995"/>
                  </a:lnTo>
                  <a:lnTo>
                    <a:pt x="3657341" y="1163995"/>
                  </a:lnTo>
                  <a:lnTo>
                    <a:pt x="3657435" y="1163995"/>
                  </a:lnTo>
                  <a:lnTo>
                    <a:pt x="3657530" y="1163995"/>
                  </a:lnTo>
                  <a:lnTo>
                    <a:pt x="3657624" y="1163995"/>
                  </a:lnTo>
                  <a:lnTo>
                    <a:pt x="3657718" y="1163995"/>
                  </a:lnTo>
                  <a:lnTo>
                    <a:pt x="3657812" y="1163995"/>
                  </a:lnTo>
                  <a:lnTo>
                    <a:pt x="3657906" y="1163995"/>
                  </a:lnTo>
                  <a:lnTo>
                    <a:pt x="3658000" y="1163995"/>
                  </a:lnTo>
                  <a:lnTo>
                    <a:pt x="3658095" y="1163995"/>
                  </a:lnTo>
                  <a:lnTo>
                    <a:pt x="3658189" y="1163995"/>
                  </a:lnTo>
                  <a:lnTo>
                    <a:pt x="3658283" y="1163995"/>
                  </a:lnTo>
                  <a:lnTo>
                    <a:pt x="3658377" y="1163995"/>
                  </a:lnTo>
                  <a:lnTo>
                    <a:pt x="3658471" y="1163995"/>
                  </a:lnTo>
                  <a:lnTo>
                    <a:pt x="3658565" y="1163995"/>
                  </a:lnTo>
                  <a:lnTo>
                    <a:pt x="3658659" y="1163995"/>
                  </a:lnTo>
                  <a:lnTo>
                    <a:pt x="3658754" y="1163995"/>
                  </a:lnTo>
                  <a:lnTo>
                    <a:pt x="3658848" y="1163995"/>
                  </a:lnTo>
                  <a:lnTo>
                    <a:pt x="3658942" y="1163995"/>
                  </a:lnTo>
                  <a:lnTo>
                    <a:pt x="3659036" y="1163995"/>
                  </a:lnTo>
                  <a:lnTo>
                    <a:pt x="3659130" y="1163995"/>
                  </a:lnTo>
                  <a:lnTo>
                    <a:pt x="3659224" y="1163995"/>
                  </a:lnTo>
                  <a:lnTo>
                    <a:pt x="3659224" y="1159084"/>
                  </a:lnTo>
                  <a:lnTo>
                    <a:pt x="3659318" y="1159084"/>
                  </a:lnTo>
                  <a:lnTo>
                    <a:pt x="3659413" y="1159084"/>
                  </a:lnTo>
                  <a:lnTo>
                    <a:pt x="3659507" y="1159084"/>
                  </a:lnTo>
                  <a:lnTo>
                    <a:pt x="3659601" y="1159084"/>
                  </a:lnTo>
                  <a:lnTo>
                    <a:pt x="3659695" y="1159084"/>
                  </a:lnTo>
                  <a:lnTo>
                    <a:pt x="3659789" y="1159084"/>
                  </a:lnTo>
                  <a:lnTo>
                    <a:pt x="3659883" y="1159084"/>
                  </a:lnTo>
                  <a:lnTo>
                    <a:pt x="3659978" y="1159084"/>
                  </a:lnTo>
                  <a:lnTo>
                    <a:pt x="3660072" y="1159084"/>
                  </a:lnTo>
                  <a:lnTo>
                    <a:pt x="3660166" y="1159084"/>
                  </a:lnTo>
                  <a:lnTo>
                    <a:pt x="3660260" y="1159084"/>
                  </a:lnTo>
                  <a:lnTo>
                    <a:pt x="3660354" y="1159084"/>
                  </a:lnTo>
                  <a:lnTo>
                    <a:pt x="3660448" y="1159084"/>
                  </a:lnTo>
                  <a:lnTo>
                    <a:pt x="3660542" y="1159084"/>
                  </a:lnTo>
                  <a:lnTo>
                    <a:pt x="3660637" y="1159084"/>
                  </a:lnTo>
                  <a:lnTo>
                    <a:pt x="3660731" y="1159084"/>
                  </a:lnTo>
                  <a:lnTo>
                    <a:pt x="3660825" y="1159084"/>
                  </a:lnTo>
                  <a:lnTo>
                    <a:pt x="3660919" y="1159084"/>
                  </a:lnTo>
                  <a:lnTo>
                    <a:pt x="3661013" y="1159084"/>
                  </a:lnTo>
                  <a:lnTo>
                    <a:pt x="3661107" y="1159084"/>
                  </a:lnTo>
                  <a:lnTo>
                    <a:pt x="3661202" y="1159084"/>
                  </a:lnTo>
                  <a:lnTo>
                    <a:pt x="3661296" y="1159084"/>
                  </a:lnTo>
                  <a:lnTo>
                    <a:pt x="3661390" y="1159084"/>
                  </a:lnTo>
                  <a:lnTo>
                    <a:pt x="3661484" y="1159084"/>
                  </a:lnTo>
                  <a:lnTo>
                    <a:pt x="3661578" y="1159084"/>
                  </a:lnTo>
                  <a:lnTo>
                    <a:pt x="3661672" y="1159084"/>
                  </a:lnTo>
                  <a:lnTo>
                    <a:pt x="3661766" y="1159084"/>
                  </a:lnTo>
                  <a:lnTo>
                    <a:pt x="3661861" y="1159084"/>
                  </a:lnTo>
                  <a:lnTo>
                    <a:pt x="3661955" y="1159084"/>
                  </a:lnTo>
                  <a:lnTo>
                    <a:pt x="3662049" y="1159084"/>
                  </a:lnTo>
                  <a:lnTo>
                    <a:pt x="3662143" y="1159084"/>
                  </a:lnTo>
                  <a:lnTo>
                    <a:pt x="3662237" y="1159084"/>
                  </a:lnTo>
                  <a:lnTo>
                    <a:pt x="3662331" y="1159084"/>
                  </a:lnTo>
                  <a:lnTo>
                    <a:pt x="3662426" y="1159084"/>
                  </a:lnTo>
                  <a:lnTo>
                    <a:pt x="3662520" y="1159084"/>
                  </a:lnTo>
                  <a:lnTo>
                    <a:pt x="3662614" y="1159084"/>
                  </a:lnTo>
                  <a:lnTo>
                    <a:pt x="3662708" y="1159084"/>
                  </a:lnTo>
                  <a:lnTo>
                    <a:pt x="3662802" y="1159084"/>
                  </a:lnTo>
                  <a:lnTo>
                    <a:pt x="3662896" y="1159084"/>
                  </a:lnTo>
                  <a:lnTo>
                    <a:pt x="3662990" y="1159084"/>
                  </a:lnTo>
                  <a:lnTo>
                    <a:pt x="3663085" y="1159084"/>
                  </a:lnTo>
                  <a:lnTo>
                    <a:pt x="3663179" y="1159084"/>
                  </a:lnTo>
                  <a:lnTo>
                    <a:pt x="3663273" y="1159084"/>
                  </a:lnTo>
                  <a:lnTo>
                    <a:pt x="3663367" y="1159084"/>
                  </a:lnTo>
                  <a:lnTo>
                    <a:pt x="3663461" y="1159084"/>
                  </a:lnTo>
                  <a:lnTo>
                    <a:pt x="3663555" y="1159084"/>
                  </a:lnTo>
                  <a:lnTo>
                    <a:pt x="3663649" y="1159084"/>
                  </a:lnTo>
                  <a:lnTo>
                    <a:pt x="3663744" y="1159084"/>
                  </a:lnTo>
                  <a:lnTo>
                    <a:pt x="3663838" y="1159084"/>
                  </a:lnTo>
                  <a:lnTo>
                    <a:pt x="3663932" y="1159084"/>
                  </a:lnTo>
                  <a:lnTo>
                    <a:pt x="3664026" y="1159084"/>
                  </a:lnTo>
                  <a:lnTo>
                    <a:pt x="3664120" y="1159084"/>
                  </a:lnTo>
                  <a:lnTo>
                    <a:pt x="3664214" y="1159084"/>
                  </a:lnTo>
                  <a:lnTo>
                    <a:pt x="3664309" y="1159084"/>
                  </a:lnTo>
                  <a:lnTo>
                    <a:pt x="3664403" y="1159084"/>
                  </a:lnTo>
                  <a:lnTo>
                    <a:pt x="3664497" y="1159084"/>
                  </a:lnTo>
                  <a:lnTo>
                    <a:pt x="3664591" y="1159084"/>
                  </a:lnTo>
                  <a:lnTo>
                    <a:pt x="3664685" y="1159084"/>
                  </a:lnTo>
                  <a:lnTo>
                    <a:pt x="3664779" y="1159084"/>
                  </a:lnTo>
                  <a:lnTo>
                    <a:pt x="3664873" y="1159084"/>
                  </a:lnTo>
                  <a:lnTo>
                    <a:pt x="3664968" y="1159084"/>
                  </a:lnTo>
                  <a:lnTo>
                    <a:pt x="3665062" y="1159084"/>
                  </a:lnTo>
                  <a:lnTo>
                    <a:pt x="3665156" y="1159084"/>
                  </a:lnTo>
                  <a:lnTo>
                    <a:pt x="3665250" y="1159084"/>
                  </a:lnTo>
                  <a:lnTo>
                    <a:pt x="3665344" y="1159084"/>
                  </a:lnTo>
                  <a:lnTo>
                    <a:pt x="3665438" y="1159084"/>
                  </a:lnTo>
                  <a:lnTo>
                    <a:pt x="3665533" y="1159084"/>
                  </a:lnTo>
                  <a:lnTo>
                    <a:pt x="3665627" y="1159084"/>
                  </a:lnTo>
                  <a:lnTo>
                    <a:pt x="3665721" y="1159084"/>
                  </a:lnTo>
                  <a:lnTo>
                    <a:pt x="3665815" y="1159084"/>
                  </a:lnTo>
                  <a:lnTo>
                    <a:pt x="3665909" y="1159084"/>
                  </a:lnTo>
                  <a:lnTo>
                    <a:pt x="3666003" y="1159084"/>
                  </a:lnTo>
                  <a:lnTo>
                    <a:pt x="3666097" y="1159084"/>
                  </a:lnTo>
                  <a:lnTo>
                    <a:pt x="3666192" y="1159084"/>
                  </a:lnTo>
                  <a:lnTo>
                    <a:pt x="3666286" y="1159084"/>
                  </a:lnTo>
                  <a:lnTo>
                    <a:pt x="3666380" y="1159084"/>
                  </a:lnTo>
                  <a:lnTo>
                    <a:pt x="3666474" y="1159084"/>
                  </a:lnTo>
                  <a:lnTo>
                    <a:pt x="3666568" y="1159084"/>
                  </a:lnTo>
                  <a:lnTo>
                    <a:pt x="3666662" y="1159084"/>
                  </a:lnTo>
                  <a:lnTo>
                    <a:pt x="3666757" y="1159084"/>
                  </a:lnTo>
                  <a:lnTo>
                    <a:pt x="3666851" y="1159084"/>
                  </a:lnTo>
                  <a:lnTo>
                    <a:pt x="3666945" y="1159084"/>
                  </a:lnTo>
                  <a:lnTo>
                    <a:pt x="3667039" y="1159084"/>
                  </a:lnTo>
                  <a:lnTo>
                    <a:pt x="3667133" y="1159084"/>
                  </a:lnTo>
                  <a:lnTo>
                    <a:pt x="3667227" y="1159084"/>
                  </a:lnTo>
                  <a:lnTo>
                    <a:pt x="3667321" y="1159084"/>
                  </a:lnTo>
                  <a:lnTo>
                    <a:pt x="3667416" y="1159084"/>
                  </a:lnTo>
                  <a:lnTo>
                    <a:pt x="3667510" y="1159084"/>
                  </a:lnTo>
                  <a:lnTo>
                    <a:pt x="3667604" y="1159084"/>
                  </a:lnTo>
                  <a:lnTo>
                    <a:pt x="3667698" y="1159084"/>
                  </a:lnTo>
                  <a:lnTo>
                    <a:pt x="3667792" y="1159084"/>
                  </a:lnTo>
                  <a:lnTo>
                    <a:pt x="3667886" y="1159084"/>
                  </a:lnTo>
                  <a:lnTo>
                    <a:pt x="3667980" y="1159084"/>
                  </a:lnTo>
                  <a:lnTo>
                    <a:pt x="3668075" y="1159084"/>
                  </a:lnTo>
                  <a:lnTo>
                    <a:pt x="3668169" y="1159084"/>
                  </a:lnTo>
                  <a:lnTo>
                    <a:pt x="3668263" y="1159084"/>
                  </a:lnTo>
                  <a:lnTo>
                    <a:pt x="3668357" y="1159084"/>
                  </a:lnTo>
                  <a:lnTo>
                    <a:pt x="3668451" y="1159084"/>
                  </a:lnTo>
                  <a:lnTo>
                    <a:pt x="3668545" y="1159084"/>
                  </a:lnTo>
                  <a:lnTo>
                    <a:pt x="3668640" y="1159084"/>
                  </a:lnTo>
                  <a:lnTo>
                    <a:pt x="3668734" y="1159084"/>
                  </a:lnTo>
                  <a:lnTo>
                    <a:pt x="3668828" y="1159084"/>
                  </a:lnTo>
                  <a:lnTo>
                    <a:pt x="3668922" y="1159084"/>
                  </a:lnTo>
                  <a:lnTo>
                    <a:pt x="3669016" y="1159084"/>
                  </a:lnTo>
                  <a:lnTo>
                    <a:pt x="3669110" y="1159084"/>
                  </a:lnTo>
                  <a:lnTo>
                    <a:pt x="3669204" y="1159084"/>
                  </a:lnTo>
                  <a:lnTo>
                    <a:pt x="3669299" y="1159084"/>
                  </a:lnTo>
                  <a:lnTo>
                    <a:pt x="3669393" y="1159084"/>
                  </a:lnTo>
                  <a:lnTo>
                    <a:pt x="3669487" y="1159084"/>
                  </a:lnTo>
                  <a:lnTo>
                    <a:pt x="3669581" y="1159084"/>
                  </a:lnTo>
                  <a:lnTo>
                    <a:pt x="3669675" y="1159084"/>
                  </a:lnTo>
                  <a:lnTo>
                    <a:pt x="3669769" y="1159084"/>
                  </a:lnTo>
                  <a:lnTo>
                    <a:pt x="3669864" y="1159084"/>
                  </a:lnTo>
                  <a:lnTo>
                    <a:pt x="3669958" y="1159084"/>
                  </a:lnTo>
                  <a:lnTo>
                    <a:pt x="3670052" y="1159084"/>
                  </a:lnTo>
                  <a:lnTo>
                    <a:pt x="3670146" y="1159084"/>
                  </a:lnTo>
                  <a:lnTo>
                    <a:pt x="3670240" y="1159084"/>
                  </a:lnTo>
                  <a:lnTo>
                    <a:pt x="3670334" y="1159084"/>
                  </a:lnTo>
                  <a:lnTo>
                    <a:pt x="3670428" y="1159084"/>
                  </a:lnTo>
                  <a:lnTo>
                    <a:pt x="3670523" y="1159084"/>
                  </a:lnTo>
                  <a:lnTo>
                    <a:pt x="3670617" y="1159084"/>
                  </a:lnTo>
                  <a:lnTo>
                    <a:pt x="3670711" y="1159084"/>
                  </a:lnTo>
                  <a:lnTo>
                    <a:pt x="3670805" y="1159084"/>
                  </a:lnTo>
                  <a:lnTo>
                    <a:pt x="3670899" y="1159084"/>
                  </a:lnTo>
                  <a:lnTo>
                    <a:pt x="3670993" y="1159084"/>
                  </a:lnTo>
                  <a:lnTo>
                    <a:pt x="3671088" y="1159084"/>
                  </a:lnTo>
                  <a:lnTo>
                    <a:pt x="3671182" y="1159084"/>
                  </a:lnTo>
                  <a:lnTo>
                    <a:pt x="3671276" y="1159084"/>
                  </a:lnTo>
                  <a:lnTo>
                    <a:pt x="3671370" y="1159084"/>
                  </a:lnTo>
                  <a:lnTo>
                    <a:pt x="3671464" y="1159084"/>
                  </a:lnTo>
                  <a:lnTo>
                    <a:pt x="3671558" y="1159084"/>
                  </a:lnTo>
                  <a:lnTo>
                    <a:pt x="3671652" y="1159084"/>
                  </a:lnTo>
                  <a:lnTo>
                    <a:pt x="3671747" y="1159084"/>
                  </a:lnTo>
                  <a:lnTo>
                    <a:pt x="3671841" y="1159084"/>
                  </a:lnTo>
                  <a:lnTo>
                    <a:pt x="3671935" y="1159084"/>
                  </a:lnTo>
                  <a:lnTo>
                    <a:pt x="3672029" y="1159084"/>
                  </a:lnTo>
                  <a:lnTo>
                    <a:pt x="3672123" y="1159084"/>
                  </a:lnTo>
                  <a:lnTo>
                    <a:pt x="3672217" y="1159084"/>
                  </a:lnTo>
                  <a:lnTo>
                    <a:pt x="3672311" y="1159084"/>
                  </a:lnTo>
                  <a:lnTo>
                    <a:pt x="3672406" y="1159084"/>
                  </a:lnTo>
                  <a:lnTo>
                    <a:pt x="3672500" y="1159084"/>
                  </a:lnTo>
                  <a:lnTo>
                    <a:pt x="3672594" y="1159084"/>
                  </a:lnTo>
                  <a:lnTo>
                    <a:pt x="3672688" y="1159084"/>
                  </a:lnTo>
                  <a:lnTo>
                    <a:pt x="3672782" y="1159084"/>
                  </a:lnTo>
                  <a:lnTo>
                    <a:pt x="3672876" y="1159084"/>
                  </a:lnTo>
                  <a:lnTo>
                    <a:pt x="3672971" y="1159084"/>
                  </a:lnTo>
                  <a:lnTo>
                    <a:pt x="3673065" y="1159084"/>
                  </a:lnTo>
                  <a:lnTo>
                    <a:pt x="3673159" y="1159084"/>
                  </a:lnTo>
                  <a:lnTo>
                    <a:pt x="3673253" y="1159084"/>
                  </a:lnTo>
                  <a:lnTo>
                    <a:pt x="3673347" y="1159084"/>
                  </a:lnTo>
                  <a:lnTo>
                    <a:pt x="3673441" y="1159084"/>
                  </a:lnTo>
                  <a:lnTo>
                    <a:pt x="3673535" y="1159084"/>
                  </a:lnTo>
                  <a:lnTo>
                    <a:pt x="3673630" y="1159084"/>
                  </a:lnTo>
                  <a:lnTo>
                    <a:pt x="3673724" y="1159084"/>
                  </a:lnTo>
                  <a:lnTo>
                    <a:pt x="3673818" y="1159084"/>
                  </a:lnTo>
                  <a:lnTo>
                    <a:pt x="3673912" y="1159084"/>
                  </a:lnTo>
                  <a:lnTo>
                    <a:pt x="3674006" y="1159084"/>
                  </a:lnTo>
                  <a:lnTo>
                    <a:pt x="3674100" y="1159084"/>
                  </a:lnTo>
                  <a:lnTo>
                    <a:pt x="3674195" y="1159084"/>
                  </a:lnTo>
                  <a:lnTo>
                    <a:pt x="3674289" y="1159084"/>
                  </a:lnTo>
                  <a:lnTo>
                    <a:pt x="3674383" y="1159084"/>
                  </a:lnTo>
                  <a:lnTo>
                    <a:pt x="3674477" y="1159084"/>
                  </a:lnTo>
                  <a:lnTo>
                    <a:pt x="3674571" y="1159084"/>
                  </a:lnTo>
                  <a:lnTo>
                    <a:pt x="3674665" y="1159084"/>
                  </a:lnTo>
                  <a:lnTo>
                    <a:pt x="3674759" y="1159084"/>
                  </a:lnTo>
                  <a:lnTo>
                    <a:pt x="3674854" y="1159084"/>
                  </a:lnTo>
                  <a:lnTo>
                    <a:pt x="3674948" y="1159084"/>
                  </a:lnTo>
                  <a:lnTo>
                    <a:pt x="3675042" y="1159084"/>
                  </a:lnTo>
                  <a:lnTo>
                    <a:pt x="3675136" y="1159084"/>
                  </a:lnTo>
                  <a:lnTo>
                    <a:pt x="3675230" y="1159084"/>
                  </a:lnTo>
                  <a:lnTo>
                    <a:pt x="3675324" y="1159084"/>
                  </a:lnTo>
                  <a:lnTo>
                    <a:pt x="3675419" y="1159084"/>
                  </a:lnTo>
                  <a:lnTo>
                    <a:pt x="3675513" y="1159084"/>
                  </a:lnTo>
                  <a:lnTo>
                    <a:pt x="3675607" y="1159084"/>
                  </a:lnTo>
                  <a:lnTo>
                    <a:pt x="3675701" y="1159084"/>
                  </a:lnTo>
                  <a:lnTo>
                    <a:pt x="3675795" y="1159084"/>
                  </a:lnTo>
                  <a:lnTo>
                    <a:pt x="3675889" y="1159084"/>
                  </a:lnTo>
                  <a:lnTo>
                    <a:pt x="3675983" y="1159084"/>
                  </a:lnTo>
                  <a:lnTo>
                    <a:pt x="3676078" y="1159084"/>
                  </a:lnTo>
                  <a:lnTo>
                    <a:pt x="3676172" y="1159084"/>
                  </a:lnTo>
                  <a:lnTo>
                    <a:pt x="3676266" y="1159084"/>
                  </a:lnTo>
                  <a:lnTo>
                    <a:pt x="3676360" y="1159084"/>
                  </a:lnTo>
                  <a:lnTo>
                    <a:pt x="3676454" y="1159084"/>
                  </a:lnTo>
                  <a:lnTo>
                    <a:pt x="3676548" y="1159084"/>
                  </a:lnTo>
                  <a:lnTo>
                    <a:pt x="3676642" y="1159084"/>
                  </a:lnTo>
                  <a:lnTo>
                    <a:pt x="3676737" y="1159084"/>
                  </a:lnTo>
                  <a:lnTo>
                    <a:pt x="3676831" y="1159084"/>
                  </a:lnTo>
                  <a:lnTo>
                    <a:pt x="3676925" y="1159084"/>
                  </a:lnTo>
                  <a:lnTo>
                    <a:pt x="3677019" y="1159084"/>
                  </a:lnTo>
                  <a:lnTo>
                    <a:pt x="3677113" y="1159084"/>
                  </a:lnTo>
                  <a:lnTo>
                    <a:pt x="3677207" y="1159084"/>
                  </a:lnTo>
                  <a:lnTo>
                    <a:pt x="3677302" y="1159084"/>
                  </a:lnTo>
                  <a:lnTo>
                    <a:pt x="3677396" y="1159084"/>
                  </a:lnTo>
                  <a:lnTo>
                    <a:pt x="3677490" y="1159084"/>
                  </a:lnTo>
                  <a:lnTo>
                    <a:pt x="3677584" y="1159084"/>
                  </a:lnTo>
                  <a:lnTo>
                    <a:pt x="3677678" y="1159084"/>
                  </a:lnTo>
                  <a:lnTo>
                    <a:pt x="3677772" y="1159084"/>
                  </a:lnTo>
                  <a:lnTo>
                    <a:pt x="3677866" y="1159084"/>
                  </a:lnTo>
                  <a:lnTo>
                    <a:pt x="3677866" y="1154173"/>
                  </a:lnTo>
                  <a:lnTo>
                    <a:pt x="3677961" y="1154173"/>
                  </a:lnTo>
                  <a:lnTo>
                    <a:pt x="3678055" y="1154173"/>
                  </a:lnTo>
                  <a:lnTo>
                    <a:pt x="3678149" y="1154173"/>
                  </a:lnTo>
                  <a:lnTo>
                    <a:pt x="3678243" y="1154173"/>
                  </a:lnTo>
                  <a:lnTo>
                    <a:pt x="3678337" y="1154173"/>
                  </a:lnTo>
                  <a:lnTo>
                    <a:pt x="3678431" y="1154173"/>
                  </a:lnTo>
                  <a:lnTo>
                    <a:pt x="3678526" y="1154173"/>
                  </a:lnTo>
                  <a:lnTo>
                    <a:pt x="3678620" y="1154173"/>
                  </a:lnTo>
                  <a:lnTo>
                    <a:pt x="3678714" y="1154173"/>
                  </a:lnTo>
                  <a:lnTo>
                    <a:pt x="3678808" y="1154173"/>
                  </a:lnTo>
                  <a:lnTo>
                    <a:pt x="3678902" y="1154173"/>
                  </a:lnTo>
                  <a:lnTo>
                    <a:pt x="3678996" y="1154173"/>
                  </a:lnTo>
                  <a:lnTo>
                    <a:pt x="3679090" y="1154173"/>
                  </a:lnTo>
                  <a:lnTo>
                    <a:pt x="3679185" y="1154173"/>
                  </a:lnTo>
                  <a:lnTo>
                    <a:pt x="3679279" y="1154173"/>
                  </a:lnTo>
                  <a:lnTo>
                    <a:pt x="3679373" y="1154173"/>
                  </a:lnTo>
                  <a:lnTo>
                    <a:pt x="3679467" y="1154173"/>
                  </a:lnTo>
                  <a:lnTo>
                    <a:pt x="3679561" y="1154173"/>
                  </a:lnTo>
                  <a:lnTo>
                    <a:pt x="3679655" y="1154173"/>
                  </a:lnTo>
                  <a:lnTo>
                    <a:pt x="3679750" y="1154173"/>
                  </a:lnTo>
                  <a:lnTo>
                    <a:pt x="3679844" y="1154173"/>
                  </a:lnTo>
                  <a:lnTo>
                    <a:pt x="3679938" y="1154173"/>
                  </a:lnTo>
                  <a:lnTo>
                    <a:pt x="3680032" y="1154173"/>
                  </a:lnTo>
                  <a:lnTo>
                    <a:pt x="3680126" y="1154173"/>
                  </a:lnTo>
                  <a:lnTo>
                    <a:pt x="3680220" y="1154173"/>
                  </a:lnTo>
                  <a:lnTo>
                    <a:pt x="3680220" y="1149261"/>
                  </a:lnTo>
                  <a:lnTo>
                    <a:pt x="3680314" y="1149261"/>
                  </a:lnTo>
                  <a:lnTo>
                    <a:pt x="3680409" y="1149261"/>
                  </a:lnTo>
                  <a:lnTo>
                    <a:pt x="3680503" y="1149261"/>
                  </a:lnTo>
                  <a:lnTo>
                    <a:pt x="3680597" y="1149261"/>
                  </a:lnTo>
                  <a:lnTo>
                    <a:pt x="3680691" y="1149261"/>
                  </a:lnTo>
                  <a:lnTo>
                    <a:pt x="3680785" y="1149261"/>
                  </a:lnTo>
                  <a:lnTo>
                    <a:pt x="3680879" y="1149261"/>
                  </a:lnTo>
                  <a:lnTo>
                    <a:pt x="3680973" y="1149261"/>
                  </a:lnTo>
                  <a:lnTo>
                    <a:pt x="3681068" y="1149261"/>
                  </a:lnTo>
                  <a:lnTo>
                    <a:pt x="3681162" y="1149261"/>
                  </a:lnTo>
                  <a:lnTo>
                    <a:pt x="3681256" y="1149261"/>
                  </a:lnTo>
                  <a:lnTo>
                    <a:pt x="3681350" y="1149261"/>
                  </a:lnTo>
                  <a:lnTo>
                    <a:pt x="3681444" y="1149261"/>
                  </a:lnTo>
                  <a:lnTo>
                    <a:pt x="3681538" y="1149261"/>
                  </a:lnTo>
                  <a:lnTo>
                    <a:pt x="3681633" y="1149261"/>
                  </a:lnTo>
                  <a:lnTo>
                    <a:pt x="3681727" y="1149261"/>
                  </a:lnTo>
                  <a:lnTo>
                    <a:pt x="3681821" y="1149261"/>
                  </a:lnTo>
                  <a:lnTo>
                    <a:pt x="3681915" y="1149261"/>
                  </a:lnTo>
                  <a:lnTo>
                    <a:pt x="3682009" y="1149261"/>
                  </a:lnTo>
                  <a:lnTo>
                    <a:pt x="3682103" y="1149261"/>
                  </a:lnTo>
                  <a:lnTo>
                    <a:pt x="3682197" y="1149261"/>
                  </a:lnTo>
                  <a:lnTo>
                    <a:pt x="3682292" y="1149261"/>
                  </a:lnTo>
                  <a:lnTo>
                    <a:pt x="3682386" y="1149261"/>
                  </a:lnTo>
                  <a:lnTo>
                    <a:pt x="3682480" y="1149261"/>
                  </a:lnTo>
                  <a:lnTo>
                    <a:pt x="3682574" y="1149261"/>
                  </a:lnTo>
                  <a:lnTo>
                    <a:pt x="3682668" y="1149261"/>
                  </a:lnTo>
                  <a:lnTo>
                    <a:pt x="3682762" y="1149261"/>
                  </a:lnTo>
                  <a:lnTo>
                    <a:pt x="3682857" y="1149261"/>
                  </a:lnTo>
                  <a:lnTo>
                    <a:pt x="3682951" y="1149261"/>
                  </a:lnTo>
                  <a:lnTo>
                    <a:pt x="3683045" y="1149261"/>
                  </a:lnTo>
                  <a:lnTo>
                    <a:pt x="3683139" y="1149261"/>
                  </a:lnTo>
                  <a:lnTo>
                    <a:pt x="3683233" y="1149261"/>
                  </a:lnTo>
                  <a:lnTo>
                    <a:pt x="3683327" y="1149261"/>
                  </a:lnTo>
                  <a:lnTo>
                    <a:pt x="3683421" y="1149261"/>
                  </a:lnTo>
                  <a:lnTo>
                    <a:pt x="3683516" y="1149261"/>
                  </a:lnTo>
                  <a:lnTo>
                    <a:pt x="3683610" y="1149261"/>
                  </a:lnTo>
                  <a:lnTo>
                    <a:pt x="3683704" y="1149261"/>
                  </a:lnTo>
                  <a:lnTo>
                    <a:pt x="3683798" y="1149261"/>
                  </a:lnTo>
                  <a:lnTo>
                    <a:pt x="3683892" y="1149261"/>
                  </a:lnTo>
                  <a:lnTo>
                    <a:pt x="3683986" y="1149261"/>
                  </a:lnTo>
                  <a:lnTo>
                    <a:pt x="3684081" y="1149261"/>
                  </a:lnTo>
                  <a:lnTo>
                    <a:pt x="3684175" y="1149261"/>
                  </a:lnTo>
                  <a:lnTo>
                    <a:pt x="3684269" y="1149261"/>
                  </a:lnTo>
                  <a:lnTo>
                    <a:pt x="3684363" y="1149261"/>
                  </a:lnTo>
                  <a:lnTo>
                    <a:pt x="3684457" y="1149261"/>
                  </a:lnTo>
                  <a:lnTo>
                    <a:pt x="3684551" y="1149261"/>
                  </a:lnTo>
                  <a:lnTo>
                    <a:pt x="3684645" y="1149261"/>
                  </a:lnTo>
                  <a:lnTo>
                    <a:pt x="3684740" y="1149261"/>
                  </a:lnTo>
                  <a:lnTo>
                    <a:pt x="3684834" y="1149261"/>
                  </a:lnTo>
                  <a:lnTo>
                    <a:pt x="3684928" y="1149261"/>
                  </a:lnTo>
                  <a:lnTo>
                    <a:pt x="3685022" y="1149261"/>
                  </a:lnTo>
                  <a:lnTo>
                    <a:pt x="3685116" y="1149261"/>
                  </a:lnTo>
                  <a:lnTo>
                    <a:pt x="3685210" y="1149261"/>
                  </a:lnTo>
                  <a:lnTo>
                    <a:pt x="3685304" y="1149261"/>
                  </a:lnTo>
                  <a:lnTo>
                    <a:pt x="3685399" y="1149261"/>
                  </a:lnTo>
                  <a:lnTo>
                    <a:pt x="3685493" y="1149261"/>
                  </a:lnTo>
                  <a:lnTo>
                    <a:pt x="3685587" y="1149261"/>
                  </a:lnTo>
                  <a:lnTo>
                    <a:pt x="3685681" y="1149261"/>
                  </a:lnTo>
                  <a:lnTo>
                    <a:pt x="3685775" y="1149261"/>
                  </a:lnTo>
                  <a:lnTo>
                    <a:pt x="3685869" y="1149261"/>
                  </a:lnTo>
                  <a:lnTo>
                    <a:pt x="3685964" y="1149261"/>
                  </a:lnTo>
                  <a:lnTo>
                    <a:pt x="3686058" y="1149261"/>
                  </a:lnTo>
                  <a:lnTo>
                    <a:pt x="3686152" y="1149261"/>
                  </a:lnTo>
                  <a:lnTo>
                    <a:pt x="3686246" y="1149261"/>
                  </a:lnTo>
                  <a:lnTo>
                    <a:pt x="3686340" y="1149261"/>
                  </a:lnTo>
                  <a:lnTo>
                    <a:pt x="3686434" y="1149261"/>
                  </a:lnTo>
                  <a:lnTo>
                    <a:pt x="3686528" y="1149261"/>
                  </a:lnTo>
                  <a:lnTo>
                    <a:pt x="3686623" y="1149261"/>
                  </a:lnTo>
                  <a:lnTo>
                    <a:pt x="3686717" y="1149261"/>
                  </a:lnTo>
                  <a:lnTo>
                    <a:pt x="3686811" y="1149261"/>
                  </a:lnTo>
                  <a:lnTo>
                    <a:pt x="3686905" y="1149261"/>
                  </a:lnTo>
                  <a:lnTo>
                    <a:pt x="3686999" y="1149261"/>
                  </a:lnTo>
                  <a:lnTo>
                    <a:pt x="3687093" y="1149261"/>
                  </a:lnTo>
                  <a:lnTo>
                    <a:pt x="3687188" y="1149261"/>
                  </a:lnTo>
                  <a:lnTo>
                    <a:pt x="3687282" y="1149261"/>
                  </a:lnTo>
                  <a:lnTo>
                    <a:pt x="3687376" y="1149261"/>
                  </a:lnTo>
                  <a:lnTo>
                    <a:pt x="3687470" y="1149261"/>
                  </a:lnTo>
                  <a:lnTo>
                    <a:pt x="3687564" y="1149261"/>
                  </a:lnTo>
                  <a:lnTo>
                    <a:pt x="3687658" y="1149261"/>
                  </a:lnTo>
                  <a:lnTo>
                    <a:pt x="3687752" y="1149261"/>
                  </a:lnTo>
                  <a:lnTo>
                    <a:pt x="3687847" y="1149261"/>
                  </a:lnTo>
                  <a:lnTo>
                    <a:pt x="3687941" y="1149261"/>
                  </a:lnTo>
                  <a:lnTo>
                    <a:pt x="3688035" y="1149261"/>
                  </a:lnTo>
                  <a:lnTo>
                    <a:pt x="3688129" y="1149261"/>
                  </a:lnTo>
                  <a:lnTo>
                    <a:pt x="3688223" y="1149261"/>
                  </a:lnTo>
                  <a:lnTo>
                    <a:pt x="3688317" y="1149261"/>
                  </a:lnTo>
                  <a:lnTo>
                    <a:pt x="3688412" y="1149261"/>
                  </a:lnTo>
                  <a:lnTo>
                    <a:pt x="3688506" y="1149261"/>
                  </a:lnTo>
                  <a:lnTo>
                    <a:pt x="3688600" y="1149261"/>
                  </a:lnTo>
                  <a:lnTo>
                    <a:pt x="3688600" y="1144350"/>
                  </a:lnTo>
                  <a:lnTo>
                    <a:pt x="3688694" y="1144350"/>
                  </a:lnTo>
                  <a:lnTo>
                    <a:pt x="3688788" y="1144350"/>
                  </a:lnTo>
                  <a:lnTo>
                    <a:pt x="3688882" y="1144350"/>
                  </a:lnTo>
                  <a:lnTo>
                    <a:pt x="3688976" y="1144350"/>
                  </a:lnTo>
                  <a:lnTo>
                    <a:pt x="3689071" y="1144350"/>
                  </a:lnTo>
                  <a:lnTo>
                    <a:pt x="3689165" y="1144350"/>
                  </a:lnTo>
                  <a:lnTo>
                    <a:pt x="3689259" y="1144350"/>
                  </a:lnTo>
                  <a:lnTo>
                    <a:pt x="3689353" y="1144350"/>
                  </a:lnTo>
                  <a:lnTo>
                    <a:pt x="3689447" y="1144350"/>
                  </a:lnTo>
                  <a:lnTo>
                    <a:pt x="3689541" y="1144350"/>
                  </a:lnTo>
                  <a:lnTo>
                    <a:pt x="3689635" y="1144350"/>
                  </a:lnTo>
                  <a:lnTo>
                    <a:pt x="3689730" y="1144350"/>
                  </a:lnTo>
                  <a:lnTo>
                    <a:pt x="3689824" y="1144350"/>
                  </a:lnTo>
                  <a:lnTo>
                    <a:pt x="3689918" y="1144350"/>
                  </a:lnTo>
                  <a:lnTo>
                    <a:pt x="3690012" y="1144350"/>
                  </a:lnTo>
                  <a:lnTo>
                    <a:pt x="3690106" y="1144350"/>
                  </a:lnTo>
                  <a:lnTo>
                    <a:pt x="3690200" y="1144350"/>
                  </a:lnTo>
                  <a:lnTo>
                    <a:pt x="3690295" y="1144350"/>
                  </a:lnTo>
                  <a:lnTo>
                    <a:pt x="3690389" y="1144350"/>
                  </a:lnTo>
                  <a:lnTo>
                    <a:pt x="3690483" y="1144350"/>
                  </a:lnTo>
                  <a:lnTo>
                    <a:pt x="3690577" y="1144350"/>
                  </a:lnTo>
                  <a:lnTo>
                    <a:pt x="3690671" y="1144350"/>
                  </a:lnTo>
                  <a:lnTo>
                    <a:pt x="3690765" y="1144350"/>
                  </a:lnTo>
                  <a:lnTo>
                    <a:pt x="3690859" y="1144350"/>
                  </a:lnTo>
                  <a:lnTo>
                    <a:pt x="3690954" y="1144350"/>
                  </a:lnTo>
                  <a:lnTo>
                    <a:pt x="3691048" y="1144350"/>
                  </a:lnTo>
                  <a:lnTo>
                    <a:pt x="3691142" y="1144350"/>
                  </a:lnTo>
                  <a:lnTo>
                    <a:pt x="3691236" y="1144350"/>
                  </a:lnTo>
                  <a:lnTo>
                    <a:pt x="3691330" y="1144350"/>
                  </a:lnTo>
                  <a:lnTo>
                    <a:pt x="3691424" y="1144350"/>
                  </a:lnTo>
                  <a:lnTo>
                    <a:pt x="3691519" y="1144350"/>
                  </a:lnTo>
                  <a:lnTo>
                    <a:pt x="3691613" y="1144350"/>
                  </a:lnTo>
                  <a:lnTo>
                    <a:pt x="3691707" y="1144350"/>
                  </a:lnTo>
                  <a:lnTo>
                    <a:pt x="3691801" y="1144350"/>
                  </a:lnTo>
                  <a:lnTo>
                    <a:pt x="3691895" y="1144350"/>
                  </a:lnTo>
                  <a:lnTo>
                    <a:pt x="3691989" y="1144350"/>
                  </a:lnTo>
                  <a:lnTo>
                    <a:pt x="3692083" y="1144350"/>
                  </a:lnTo>
                  <a:lnTo>
                    <a:pt x="3692178" y="1144350"/>
                  </a:lnTo>
                  <a:lnTo>
                    <a:pt x="3692272" y="1144350"/>
                  </a:lnTo>
                  <a:lnTo>
                    <a:pt x="3692366" y="1144350"/>
                  </a:lnTo>
                  <a:lnTo>
                    <a:pt x="3692460" y="1144350"/>
                  </a:lnTo>
                  <a:lnTo>
                    <a:pt x="3692554" y="1144350"/>
                  </a:lnTo>
                  <a:lnTo>
                    <a:pt x="3692648" y="1144350"/>
                  </a:lnTo>
                  <a:lnTo>
                    <a:pt x="3692743" y="1144350"/>
                  </a:lnTo>
                  <a:lnTo>
                    <a:pt x="3692837" y="1144350"/>
                  </a:lnTo>
                  <a:lnTo>
                    <a:pt x="3692931" y="1144350"/>
                  </a:lnTo>
                  <a:lnTo>
                    <a:pt x="3693025" y="1144350"/>
                  </a:lnTo>
                  <a:lnTo>
                    <a:pt x="3693119" y="1144350"/>
                  </a:lnTo>
                  <a:lnTo>
                    <a:pt x="3693213" y="1144350"/>
                  </a:lnTo>
                  <a:lnTo>
                    <a:pt x="3693307" y="1144350"/>
                  </a:lnTo>
                  <a:lnTo>
                    <a:pt x="3693402" y="1144350"/>
                  </a:lnTo>
                  <a:lnTo>
                    <a:pt x="3693496" y="1144350"/>
                  </a:lnTo>
                  <a:lnTo>
                    <a:pt x="3693590" y="1144350"/>
                  </a:lnTo>
                  <a:lnTo>
                    <a:pt x="3693684" y="1144350"/>
                  </a:lnTo>
                  <a:lnTo>
                    <a:pt x="3693778" y="1144350"/>
                  </a:lnTo>
                  <a:lnTo>
                    <a:pt x="3693872" y="1144350"/>
                  </a:lnTo>
                  <a:lnTo>
                    <a:pt x="3693966" y="1144350"/>
                  </a:lnTo>
                  <a:lnTo>
                    <a:pt x="3694061" y="1144350"/>
                  </a:lnTo>
                  <a:lnTo>
                    <a:pt x="3694155" y="1144350"/>
                  </a:lnTo>
                  <a:lnTo>
                    <a:pt x="3694249" y="1144350"/>
                  </a:lnTo>
                  <a:lnTo>
                    <a:pt x="3694343" y="1144350"/>
                  </a:lnTo>
                  <a:lnTo>
                    <a:pt x="3694437" y="1144350"/>
                  </a:lnTo>
                  <a:lnTo>
                    <a:pt x="3694531" y="1144350"/>
                  </a:lnTo>
                  <a:lnTo>
                    <a:pt x="3694626" y="1144350"/>
                  </a:lnTo>
                  <a:lnTo>
                    <a:pt x="3694720" y="1144350"/>
                  </a:lnTo>
                  <a:lnTo>
                    <a:pt x="3694814" y="1144350"/>
                  </a:lnTo>
                  <a:lnTo>
                    <a:pt x="3694908" y="1144350"/>
                  </a:lnTo>
                  <a:lnTo>
                    <a:pt x="3695002" y="1144350"/>
                  </a:lnTo>
                  <a:lnTo>
                    <a:pt x="3695096" y="1144350"/>
                  </a:lnTo>
                  <a:lnTo>
                    <a:pt x="3695190" y="1144350"/>
                  </a:lnTo>
                  <a:lnTo>
                    <a:pt x="3695285" y="1144350"/>
                  </a:lnTo>
                  <a:lnTo>
                    <a:pt x="3695379" y="1144350"/>
                  </a:lnTo>
                  <a:lnTo>
                    <a:pt x="3695473" y="1144350"/>
                  </a:lnTo>
                  <a:lnTo>
                    <a:pt x="3695567" y="1144350"/>
                  </a:lnTo>
                  <a:lnTo>
                    <a:pt x="3695661" y="1144350"/>
                  </a:lnTo>
                  <a:lnTo>
                    <a:pt x="3695755" y="1144350"/>
                  </a:lnTo>
                  <a:lnTo>
                    <a:pt x="3695850" y="1144350"/>
                  </a:lnTo>
                  <a:lnTo>
                    <a:pt x="3695944" y="1144350"/>
                  </a:lnTo>
                  <a:lnTo>
                    <a:pt x="3696038" y="1144350"/>
                  </a:lnTo>
                  <a:lnTo>
                    <a:pt x="3696132" y="1144350"/>
                  </a:lnTo>
                  <a:lnTo>
                    <a:pt x="3696226" y="1144350"/>
                  </a:lnTo>
                  <a:lnTo>
                    <a:pt x="3696320" y="1144350"/>
                  </a:lnTo>
                  <a:lnTo>
                    <a:pt x="3696414" y="1144350"/>
                  </a:lnTo>
                  <a:lnTo>
                    <a:pt x="3696509" y="1144350"/>
                  </a:lnTo>
                  <a:lnTo>
                    <a:pt x="3696603" y="1144350"/>
                  </a:lnTo>
                  <a:lnTo>
                    <a:pt x="3696697" y="1144350"/>
                  </a:lnTo>
                  <a:lnTo>
                    <a:pt x="3696791" y="1144350"/>
                  </a:lnTo>
                  <a:lnTo>
                    <a:pt x="3696885" y="1144350"/>
                  </a:lnTo>
                  <a:lnTo>
                    <a:pt x="3696979" y="1144350"/>
                  </a:lnTo>
                  <a:lnTo>
                    <a:pt x="3697074" y="1144350"/>
                  </a:lnTo>
                  <a:lnTo>
                    <a:pt x="3697168" y="1144350"/>
                  </a:lnTo>
                  <a:lnTo>
                    <a:pt x="3697262" y="1144350"/>
                  </a:lnTo>
                  <a:lnTo>
                    <a:pt x="3697356" y="1144350"/>
                  </a:lnTo>
                  <a:lnTo>
                    <a:pt x="3697450" y="1144350"/>
                  </a:lnTo>
                  <a:lnTo>
                    <a:pt x="3697544" y="1144350"/>
                  </a:lnTo>
                  <a:lnTo>
                    <a:pt x="3697638" y="1144350"/>
                  </a:lnTo>
                  <a:lnTo>
                    <a:pt x="3697733" y="1144350"/>
                  </a:lnTo>
                  <a:lnTo>
                    <a:pt x="3697827" y="1144350"/>
                  </a:lnTo>
                  <a:lnTo>
                    <a:pt x="3697921" y="1144350"/>
                  </a:lnTo>
                  <a:lnTo>
                    <a:pt x="3698015" y="1144350"/>
                  </a:lnTo>
                  <a:lnTo>
                    <a:pt x="3698109" y="1144350"/>
                  </a:lnTo>
                  <a:lnTo>
                    <a:pt x="3698203" y="1144350"/>
                  </a:lnTo>
                  <a:lnTo>
                    <a:pt x="3698297" y="1144350"/>
                  </a:lnTo>
                  <a:lnTo>
                    <a:pt x="3698392" y="1144350"/>
                  </a:lnTo>
                  <a:lnTo>
                    <a:pt x="3698486" y="1144350"/>
                  </a:lnTo>
                  <a:lnTo>
                    <a:pt x="3698580" y="1144350"/>
                  </a:lnTo>
                  <a:lnTo>
                    <a:pt x="3698674" y="1144350"/>
                  </a:lnTo>
                  <a:lnTo>
                    <a:pt x="3698768" y="1144350"/>
                  </a:lnTo>
                  <a:lnTo>
                    <a:pt x="3698862" y="1144350"/>
                  </a:lnTo>
                  <a:lnTo>
                    <a:pt x="3698957" y="1144350"/>
                  </a:lnTo>
                  <a:lnTo>
                    <a:pt x="3699051" y="1144350"/>
                  </a:lnTo>
                  <a:lnTo>
                    <a:pt x="3699145" y="1144350"/>
                  </a:lnTo>
                  <a:lnTo>
                    <a:pt x="3699239" y="1144350"/>
                  </a:lnTo>
                  <a:lnTo>
                    <a:pt x="3699333" y="1144350"/>
                  </a:lnTo>
                  <a:lnTo>
                    <a:pt x="3699427" y="1144350"/>
                  </a:lnTo>
                  <a:lnTo>
                    <a:pt x="3699521" y="1144350"/>
                  </a:lnTo>
                  <a:lnTo>
                    <a:pt x="3699616" y="1144350"/>
                  </a:lnTo>
                  <a:lnTo>
                    <a:pt x="3699710" y="1144350"/>
                  </a:lnTo>
                  <a:lnTo>
                    <a:pt x="3699804" y="1144350"/>
                  </a:lnTo>
                  <a:lnTo>
                    <a:pt x="3699898" y="1144350"/>
                  </a:lnTo>
                  <a:lnTo>
                    <a:pt x="3699992" y="1144350"/>
                  </a:lnTo>
                  <a:lnTo>
                    <a:pt x="3700086" y="1144350"/>
                  </a:lnTo>
                  <a:lnTo>
                    <a:pt x="3700181" y="1144350"/>
                  </a:lnTo>
                  <a:lnTo>
                    <a:pt x="3700275" y="1144350"/>
                  </a:lnTo>
                  <a:lnTo>
                    <a:pt x="3700369" y="1144350"/>
                  </a:lnTo>
                  <a:lnTo>
                    <a:pt x="3700463" y="1144350"/>
                  </a:lnTo>
                  <a:lnTo>
                    <a:pt x="3700557" y="1144350"/>
                  </a:lnTo>
                  <a:lnTo>
                    <a:pt x="3700651" y="1144350"/>
                  </a:lnTo>
                  <a:lnTo>
                    <a:pt x="3700745" y="1144350"/>
                  </a:lnTo>
                  <a:lnTo>
                    <a:pt x="3700840" y="1144350"/>
                  </a:lnTo>
                  <a:lnTo>
                    <a:pt x="3700934" y="1144350"/>
                  </a:lnTo>
                  <a:lnTo>
                    <a:pt x="3701028" y="1144350"/>
                  </a:lnTo>
                  <a:lnTo>
                    <a:pt x="3701122" y="1144350"/>
                  </a:lnTo>
                  <a:lnTo>
                    <a:pt x="3701216" y="1144350"/>
                  </a:lnTo>
                  <a:lnTo>
                    <a:pt x="3701310" y="1144350"/>
                  </a:lnTo>
                  <a:lnTo>
                    <a:pt x="3701405" y="1144350"/>
                  </a:lnTo>
                  <a:lnTo>
                    <a:pt x="3701499" y="1144350"/>
                  </a:lnTo>
                  <a:lnTo>
                    <a:pt x="3701499" y="1139438"/>
                  </a:lnTo>
                  <a:lnTo>
                    <a:pt x="3701593" y="1139438"/>
                  </a:lnTo>
                  <a:lnTo>
                    <a:pt x="3701687" y="1139438"/>
                  </a:lnTo>
                  <a:lnTo>
                    <a:pt x="3701781" y="1139438"/>
                  </a:lnTo>
                  <a:lnTo>
                    <a:pt x="3701875" y="1139438"/>
                  </a:lnTo>
                  <a:lnTo>
                    <a:pt x="3701969" y="1139438"/>
                  </a:lnTo>
                  <a:lnTo>
                    <a:pt x="3702064" y="1139438"/>
                  </a:lnTo>
                  <a:lnTo>
                    <a:pt x="3702158" y="1139438"/>
                  </a:lnTo>
                  <a:lnTo>
                    <a:pt x="3702252" y="1139438"/>
                  </a:lnTo>
                  <a:lnTo>
                    <a:pt x="3702346" y="1139438"/>
                  </a:lnTo>
                  <a:lnTo>
                    <a:pt x="3702440" y="1139438"/>
                  </a:lnTo>
                  <a:lnTo>
                    <a:pt x="3702534" y="1139438"/>
                  </a:lnTo>
                  <a:lnTo>
                    <a:pt x="3702628" y="1139438"/>
                  </a:lnTo>
                  <a:lnTo>
                    <a:pt x="3702723" y="1139438"/>
                  </a:lnTo>
                  <a:lnTo>
                    <a:pt x="3702817" y="1139438"/>
                  </a:lnTo>
                  <a:lnTo>
                    <a:pt x="3702911" y="1139438"/>
                  </a:lnTo>
                  <a:lnTo>
                    <a:pt x="3703005" y="1139438"/>
                  </a:lnTo>
                  <a:lnTo>
                    <a:pt x="3703099" y="1139438"/>
                  </a:lnTo>
                  <a:lnTo>
                    <a:pt x="3703193" y="1139438"/>
                  </a:lnTo>
                  <a:lnTo>
                    <a:pt x="3703288" y="1139438"/>
                  </a:lnTo>
                  <a:lnTo>
                    <a:pt x="3703382" y="1139438"/>
                  </a:lnTo>
                  <a:lnTo>
                    <a:pt x="3703476" y="1139438"/>
                  </a:lnTo>
                  <a:lnTo>
                    <a:pt x="3703570" y="1139438"/>
                  </a:lnTo>
                  <a:lnTo>
                    <a:pt x="3703664" y="1139438"/>
                  </a:lnTo>
                  <a:lnTo>
                    <a:pt x="3703758" y="1139438"/>
                  </a:lnTo>
                  <a:lnTo>
                    <a:pt x="3703852" y="1139438"/>
                  </a:lnTo>
                  <a:lnTo>
                    <a:pt x="3703947" y="1139438"/>
                  </a:lnTo>
                  <a:lnTo>
                    <a:pt x="3703947" y="1134527"/>
                  </a:lnTo>
                  <a:lnTo>
                    <a:pt x="3704041" y="1134527"/>
                  </a:lnTo>
                  <a:lnTo>
                    <a:pt x="3704135" y="1134527"/>
                  </a:lnTo>
                  <a:lnTo>
                    <a:pt x="3704229" y="1134527"/>
                  </a:lnTo>
                  <a:lnTo>
                    <a:pt x="3704323" y="1134527"/>
                  </a:lnTo>
                  <a:lnTo>
                    <a:pt x="3704417" y="1134527"/>
                  </a:lnTo>
                  <a:lnTo>
                    <a:pt x="3704512" y="1134527"/>
                  </a:lnTo>
                  <a:lnTo>
                    <a:pt x="3704606" y="1134527"/>
                  </a:lnTo>
                  <a:lnTo>
                    <a:pt x="3704700" y="1134527"/>
                  </a:lnTo>
                  <a:lnTo>
                    <a:pt x="3704794" y="1134527"/>
                  </a:lnTo>
                  <a:lnTo>
                    <a:pt x="3704888" y="1134527"/>
                  </a:lnTo>
                  <a:lnTo>
                    <a:pt x="3704982" y="1134527"/>
                  </a:lnTo>
                  <a:lnTo>
                    <a:pt x="3705076" y="1134527"/>
                  </a:lnTo>
                  <a:lnTo>
                    <a:pt x="3705171" y="1134527"/>
                  </a:lnTo>
                  <a:lnTo>
                    <a:pt x="3705265" y="1134527"/>
                  </a:lnTo>
                  <a:lnTo>
                    <a:pt x="3705359" y="1134527"/>
                  </a:lnTo>
                  <a:lnTo>
                    <a:pt x="3705453" y="1134527"/>
                  </a:lnTo>
                  <a:lnTo>
                    <a:pt x="3705547" y="1134527"/>
                  </a:lnTo>
                  <a:lnTo>
                    <a:pt x="3705641" y="1134527"/>
                  </a:lnTo>
                  <a:lnTo>
                    <a:pt x="3705736" y="1134527"/>
                  </a:lnTo>
                  <a:lnTo>
                    <a:pt x="3705830" y="1134527"/>
                  </a:lnTo>
                  <a:lnTo>
                    <a:pt x="3705924" y="1134527"/>
                  </a:lnTo>
                  <a:lnTo>
                    <a:pt x="3706018" y="1134527"/>
                  </a:lnTo>
                  <a:lnTo>
                    <a:pt x="3706112" y="1134527"/>
                  </a:lnTo>
                  <a:lnTo>
                    <a:pt x="3706206" y="1134527"/>
                  </a:lnTo>
                  <a:lnTo>
                    <a:pt x="3706300" y="1134527"/>
                  </a:lnTo>
                  <a:lnTo>
                    <a:pt x="3706395" y="1134527"/>
                  </a:lnTo>
                  <a:lnTo>
                    <a:pt x="3706489" y="1134527"/>
                  </a:lnTo>
                  <a:lnTo>
                    <a:pt x="3706583" y="1134527"/>
                  </a:lnTo>
                  <a:lnTo>
                    <a:pt x="3706677" y="1134527"/>
                  </a:lnTo>
                  <a:lnTo>
                    <a:pt x="3706771" y="1134527"/>
                  </a:lnTo>
                  <a:lnTo>
                    <a:pt x="3706865" y="1134527"/>
                  </a:lnTo>
                  <a:lnTo>
                    <a:pt x="3706959" y="1134527"/>
                  </a:lnTo>
                  <a:lnTo>
                    <a:pt x="3707054" y="1134527"/>
                  </a:lnTo>
                  <a:lnTo>
                    <a:pt x="3707148" y="1134527"/>
                  </a:lnTo>
                  <a:lnTo>
                    <a:pt x="3707242" y="1134527"/>
                  </a:lnTo>
                  <a:lnTo>
                    <a:pt x="3707336" y="1134527"/>
                  </a:lnTo>
                  <a:lnTo>
                    <a:pt x="3707430" y="1134527"/>
                  </a:lnTo>
                  <a:lnTo>
                    <a:pt x="3707524" y="1134527"/>
                  </a:lnTo>
                  <a:lnTo>
                    <a:pt x="3707619" y="1134527"/>
                  </a:lnTo>
                  <a:lnTo>
                    <a:pt x="3707713" y="1134527"/>
                  </a:lnTo>
                  <a:lnTo>
                    <a:pt x="3707807" y="1134527"/>
                  </a:lnTo>
                  <a:lnTo>
                    <a:pt x="3707807" y="1129616"/>
                  </a:lnTo>
                  <a:lnTo>
                    <a:pt x="3707901" y="1129616"/>
                  </a:lnTo>
                  <a:lnTo>
                    <a:pt x="3707995" y="1129616"/>
                  </a:lnTo>
                  <a:lnTo>
                    <a:pt x="3708089" y="1129616"/>
                  </a:lnTo>
                  <a:lnTo>
                    <a:pt x="3708183" y="1129616"/>
                  </a:lnTo>
                  <a:lnTo>
                    <a:pt x="3708278" y="1129616"/>
                  </a:lnTo>
                  <a:lnTo>
                    <a:pt x="3708372" y="1129616"/>
                  </a:lnTo>
                  <a:lnTo>
                    <a:pt x="3708466" y="1129616"/>
                  </a:lnTo>
                  <a:lnTo>
                    <a:pt x="3708560" y="1129616"/>
                  </a:lnTo>
                  <a:lnTo>
                    <a:pt x="3708654" y="1129616"/>
                  </a:lnTo>
                  <a:lnTo>
                    <a:pt x="3708748" y="1129616"/>
                  </a:lnTo>
                  <a:lnTo>
                    <a:pt x="3708843" y="1129616"/>
                  </a:lnTo>
                  <a:lnTo>
                    <a:pt x="3708937" y="1129616"/>
                  </a:lnTo>
                  <a:lnTo>
                    <a:pt x="3708937" y="1124704"/>
                  </a:lnTo>
                  <a:lnTo>
                    <a:pt x="3709031" y="1124704"/>
                  </a:lnTo>
                  <a:lnTo>
                    <a:pt x="3709125" y="1124704"/>
                  </a:lnTo>
                  <a:lnTo>
                    <a:pt x="3709219" y="1124704"/>
                  </a:lnTo>
                  <a:lnTo>
                    <a:pt x="3709313" y="1124704"/>
                  </a:lnTo>
                  <a:lnTo>
                    <a:pt x="3709407" y="1124704"/>
                  </a:lnTo>
                  <a:lnTo>
                    <a:pt x="3709502" y="1124704"/>
                  </a:lnTo>
                  <a:lnTo>
                    <a:pt x="3709596" y="1124704"/>
                  </a:lnTo>
                  <a:lnTo>
                    <a:pt x="3709690" y="1124704"/>
                  </a:lnTo>
                  <a:lnTo>
                    <a:pt x="3709784" y="1124704"/>
                  </a:lnTo>
                  <a:lnTo>
                    <a:pt x="3709878" y="1124704"/>
                  </a:lnTo>
                  <a:lnTo>
                    <a:pt x="3709972" y="1124704"/>
                  </a:lnTo>
                  <a:lnTo>
                    <a:pt x="3710067" y="1124704"/>
                  </a:lnTo>
                  <a:lnTo>
                    <a:pt x="3710161" y="1124704"/>
                  </a:lnTo>
                  <a:lnTo>
                    <a:pt x="3710255" y="1124704"/>
                  </a:lnTo>
                  <a:lnTo>
                    <a:pt x="3710349" y="1124704"/>
                  </a:lnTo>
                  <a:lnTo>
                    <a:pt x="3710443" y="1124704"/>
                  </a:lnTo>
                  <a:lnTo>
                    <a:pt x="3710537" y="1124704"/>
                  </a:lnTo>
                  <a:lnTo>
                    <a:pt x="3710631" y="1124704"/>
                  </a:lnTo>
                  <a:lnTo>
                    <a:pt x="3710726" y="1124704"/>
                  </a:lnTo>
                  <a:lnTo>
                    <a:pt x="3710820" y="1124704"/>
                  </a:lnTo>
                  <a:lnTo>
                    <a:pt x="3710914" y="1124704"/>
                  </a:lnTo>
                  <a:lnTo>
                    <a:pt x="3711008" y="1124704"/>
                  </a:lnTo>
                  <a:lnTo>
                    <a:pt x="3711102" y="1124704"/>
                  </a:lnTo>
                  <a:lnTo>
                    <a:pt x="3711196" y="1124704"/>
                  </a:lnTo>
                  <a:lnTo>
                    <a:pt x="3711290" y="1124704"/>
                  </a:lnTo>
                  <a:lnTo>
                    <a:pt x="3711385" y="1124704"/>
                  </a:lnTo>
                  <a:lnTo>
                    <a:pt x="3711479" y="1124704"/>
                  </a:lnTo>
                  <a:lnTo>
                    <a:pt x="3711573" y="1124704"/>
                  </a:lnTo>
                  <a:lnTo>
                    <a:pt x="3711667" y="1124704"/>
                  </a:lnTo>
                  <a:lnTo>
                    <a:pt x="3711761" y="1124704"/>
                  </a:lnTo>
                  <a:lnTo>
                    <a:pt x="3711761" y="1119793"/>
                  </a:lnTo>
                  <a:lnTo>
                    <a:pt x="3711855" y="1119793"/>
                  </a:lnTo>
                  <a:lnTo>
                    <a:pt x="3711950" y="1119793"/>
                  </a:lnTo>
                  <a:lnTo>
                    <a:pt x="3712044" y="1119793"/>
                  </a:lnTo>
                  <a:lnTo>
                    <a:pt x="3712044" y="1114882"/>
                  </a:lnTo>
                  <a:lnTo>
                    <a:pt x="3712138" y="1114882"/>
                  </a:lnTo>
                  <a:lnTo>
                    <a:pt x="3712232" y="1114882"/>
                  </a:lnTo>
                  <a:lnTo>
                    <a:pt x="3712326" y="1114882"/>
                  </a:lnTo>
                  <a:lnTo>
                    <a:pt x="3712420" y="1114882"/>
                  </a:lnTo>
                  <a:lnTo>
                    <a:pt x="3712514" y="1114882"/>
                  </a:lnTo>
                  <a:lnTo>
                    <a:pt x="3712609" y="1114882"/>
                  </a:lnTo>
                  <a:lnTo>
                    <a:pt x="3712703" y="1114882"/>
                  </a:lnTo>
                  <a:lnTo>
                    <a:pt x="3712797" y="1114882"/>
                  </a:lnTo>
                  <a:lnTo>
                    <a:pt x="3712891" y="1114882"/>
                  </a:lnTo>
                  <a:lnTo>
                    <a:pt x="3712891" y="1109970"/>
                  </a:lnTo>
                  <a:lnTo>
                    <a:pt x="3712985" y="1109970"/>
                  </a:lnTo>
                  <a:lnTo>
                    <a:pt x="3713079" y="1109970"/>
                  </a:lnTo>
                  <a:lnTo>
                    <a:pt x="3713174" y="1109970"/>
                  </a:lnTo>
                  <a:lnTo>
                    <a:pt x="3713268" y="1109970"/>
                  </a:lnTo>
                  <a:lnTo>
                    <a:pt x="3713362" y="1109970"/>
                  </a:lnTo>
                  <a:lnTo>
                    <a:pt x="3713456" y="1109970"/>
                  </a:lnTo>
                  <a:lnTo>
                    <a:pt x="3713550" y="1109970"/>
                  </a:lnTo>
                  <a:lnTo>
                    <a:pt x="3713644" y="1109970"/>
                  </a:lnTo>
                  <a:lnTo>
                    <a:pt x="3713738" y="1109970"/>
                  </a:lnTo>
                  <a:lnTo>
                    <a:pt x="3713833" y="1109970"/>
                  </a:lnTo>
                  <a:lnTo>
                    <a:pt x="3713927" y="1109970"/>
                  </a:lnTo>
                  <a:lnTo>
                    <a:pt x="3714021" y="1109970"/>
                  </a:lnTo>
                  <a:lnTo>
                    <a:pt x="3714115" y="1109970"/>
                  </a:lnTo>
                  <a:lnTo>
                    <a:pt x="3714209" y="1109970"/>
                  </a:lnTo>
                  <a:lnTo>
                    <a:pt x="3714303" y="1109970"/>
                  </a:lnTo>
                  <a:lnTo>
                    <a:pt x="3714398" y="1109970"/>
                  </a:lnTo>
                  <a:lnTo>
                    <a:pt x="3714492" y="1109970"/>
                  </a:lnTo>
                  <a:lnTo>
                    <a:pt x="3714586" y="1109970"/>
                  </a:lnTo>
                  <a:lnTo>
                    <a:pt x="3714680" y="1109970"/>
                  </a:lnTo>
                  <a:lnTo>
                    <a:pt x="3714774" y="1109970"/>
                  </a:lnTo>
                  <a:lnTo>
                    <a:pt x="3714868" y="1109970"/>
                  </a:lnTo>
                  <a:lnTo>
                    <a:pt x="3714962" y="1109970"/>
                  </a:lnTo>
                  <a:lnTo>
                    <a:pt x="3715057" y="1109970"/>
                  </a:lnTo>
                  <a:lnTo>
                    <a:pt x="3715151" y="1109970"/>
                  </a:lnTo>
                  <a:lnTo>
                    <a:pt x="3715245" y="1109970"/>
                  </a:lnTo>
                  <a:lnTo>
                    <a:pt x="3715339" y="1109970"/>
                  </a:lnTo>
                  <a:lnTo>
                    <a:pt x="3715433" y="1109970"/>
                  </a:lnTo>
                  <a:lnTo>
                    <a:pt x="3715433" y="1105059"/>
                  </a:lnTo>
                  <a:lnTo>
                    <a:pt x="3715527" y="1105059"/>
                  </a:lnTo>
                  <a:lnTo>
                    <a:pt x="3715621" y="1105059"/>
                  </a:lnTo>
                  <a:lnTo>
                    <a:pt x="3715716" y="1105059"/>
                  </a:lnTo>
                  <a:lnTo>
                    <a:pt x="3715810" y="1105059"/>
                  </a:lnTo>
                  <a:lnTo>
                    <a:pt x="3715904" y="1105059"/>
                  </a:lnTo>
                  <a:lnTo>
                    <a:pt x="3715998" y="1105059"/>
                  </a:lnTo>
                  <a:lnTo>
                    <a:pt x="3716092" y="1105059"/>
                  </a:lnTo>
                  <a:lnTo>
                    <a:pt x="3716186" y="1105059"/>
                  </a:lnTo>
                  <a:lnTo>
                    <a:pt x="3716281" y="1105059"/>
                  </a:lnTo>
                  <a:lnTo>
                    <a:pt x="3716375" y="1105059"/>
                  </a:lnTo>
                  <a:lnTo>
                    <a:pt x="3716469" y="1105059"/>
                  </a:lnTo>
                  <a:lnTo>
                    <a:pt x="3716563" y="1105059"/>
                  </a:lnTo>
                  <a:lnTo>
                    <a:pt x="3716657" y="1105059"/>
                  </a:lnTo>
                  <a:lnTo>
                    <a:pt x="3716751" y="1105059"/>
                  </a:lnTo>
                  <a:lnTo>
                    <a:pt x="3716845" y="1105059"/>
                  </a:lnTo>
                  <a:lnTo>
                    <a:pt x="3716940" y="1105059"/>
                  </a:lnTo>
                  <a:lnTo>
                    <a:pt x="3717034" y="1105059"/>
                  </a:lnTo>
                  <a:lnTo>
                    <a:pt x="3717128" y="1105059"/>
                  </a:lnTo>
                  <a:lnTo>
                    <a:pt x="3717222" y="1105059"/>
                  </a:lnTo>
                  <a:lnTo>
                    <a:pt x="3717316" y="1105059"/>
                  </a:lnTo>
                  <a:lnTo>
                    <a:pt x="3717410" y="1105059"/>
                  </a:lnTo>
                  <a:lnTo>
                    <a:pt x="3717505" y="1105059"/>
                  </a:lnTo>
                  <a:lnTo>
                    <a:pt x="3717599" y="1105059"/>
                  </a:lnTo>
                  <a:lnTo>
                    <a:pt x="3717693" y="1105059"/>
                  </a:lnTo>
                  <a:lnTo>
                    <a:pt x="3717787" y="1105059"/>
                  </a:lnTo>
                  <a:lnTo>
                    <a:pt x="3717881" y="1105059"/>
                  </a:lnTo>
                  <a:lnTo>
                    <a:pt x="3717975" y="1105059"/>
                  </a:lnTo>
                  <a:lnTo>
                    <a:pt x="3718069" y="1105059"/>
                  </a:lnTo>
                  <a:lnTo>
                    <a:pt x="3718164" y="1105059"/>
                  </a:lnTo>
                  <a:lnTo>
                    <a:pt x="3718258" y="1105059"/>
                  </a:lnTo>
                  <a:lnTo>
                    <a:pt x="3718352" y="1105059"/>
                  </a:lnTo>
                  <a:lnTo>
                    <a:pt x="3718446" y="1105059"/>
                  </a:lnTo>
                  <a:lnTo>
                    <a:pt x="3718540" y="1105059"/>
                  </a:lnTo>
                  <a:lnTo>
                    <a:pt x="3718634" y="1105059"/>
                  </a:lnTo>
                  <a:lnTo>
                    <a:pt x="3718729" y="1105059"/>
                  </a:lnTo>
                  <a:lnTo>
                    <a:pt x="3718823" y="1105059"/>
                  </a:lnTo>
                  <a:lnTo>
                    <a:pt x="3718917" y="1105059"/>
                  </a:lnTo>
                  <a:lnTo>
                    <a:pt x="3719011" y="1105059"/>
                  </a:lnTo>
                  <a:lnTo>
                    <a:pt x="3719105" y="1105059"/>
                  </a:lnTo>
                  <a:lnTo>
                    <a:pt x="3719199" y="1105059"/>
                  </a:lnTo>
                  <a:lnTo>
                    <a:pt x="3719293" y="1105059"/>
                  </a:lnTo>
                  <a:lnTo>
                    <a:pt x="3719388" y="1105059"/>
                  </a:lnTo>
                  <a:lnTo>
                    <a:pt x="3719482" y="1105059"/>
                  </a:lnTo>
                  <a:lnTo>
                    <a:pt x="3719576" y="1105059"/>
                  </a:lnTo>
                  <a:lnTo>
                    <a:pt x="3719670" y="1105059"/>
                  </a:lnTo>
                  <a:lnTo>
                    <a:pt x="3719764" y="1105059"/>
                  </a:lnTo>
                  <a:lnTo>
                    <a:pt x="3719858" y="1105059"/>
                  </a:lnTo>
                  <a:lnTo>
                    <a:pt x="3719952" y="1105059"/>
                  </a:lnTo>
                  <a:lnTo>
                    <a:pt x="3720047" y="1105059"/>
                  </a:lnTo>
                  <a:lnTo>
                    <a:pt x="3720141" y="1105059"/>
                  </a:lnTo>
                  <a:lnTo>
                    <a:pt x="3720235" y="1105059"/>
                  </a:lnTo>
                  <a:lnTo>
                    <a:pt x="3720329" y="1105059"/>
                  </a:lnTo>
                  <a:lnTo>
                    <a:pt x="3720423" y="1105059"/>
                  </a:lnTo>
                  <a:lnTo>
                    <a:pt x="3720517" y="1105059"/>
                  </a:lnTo>
                  <a:lnTo>
                    <a:pt x="3720612" y="1105059"/>
                  </a:lnTo>
                  <a:lnTo>
                    <a:pt x="3720706" y="1105059"/>
                  </a:lnTo>
                  <a:lnTo>
                    <a:pt x="3720800" y="1105059"/>
                  </a:lnTo>
                  <a:lnTo>
                    <a:pt x="3720894" y="1105059"/>
                  </a:lnTo>
                  <a:lnTo>
                    <a:pt x="3720988" y="1105059"/>
                  </a:lnTo>
                  <a:lnTo>
                    <a:pt x="3721082" y="1105059"/>
                  </a:lnTo>
                  <a:lnTo>
                    <a:pt x="3721176" y="1105059"/>
                  </a:lnTo>
                  <a:lnTo>
                    <a:pt x="3721271" y="1105059"/>
                  </a:lnTo>
                  <a:lnTo>
                    <a:pt x="3721365" y="1105059"/>
                  </a:lnTo>
                  <a:lnTo>
                    <a:pt x="3721459" y="1105059"/>
                  </a:lnTo>
                  <a:lnTo>
                    <a:pt x="3721553" y="1105059"/>
                  </a:lnTo>
                  <a:lnTo>
                    <a:pt x="3721647" y="1105059"/>
                  </a:lnTo>
                  <a:lnTo>
                    <a:pt x="3721741" y="1105059"/>
                  </a:lnTo>
                  <a:lnTo>
                    <a:pt x="3721836" y="1105059"/>
                  </a:lnTo>
                  <a:lnTo>
                    <a:pt x="3721930" y="1105059"/>
                  </a:lnTo>
                  <a:lnTo>
                    <a:pt x="3722024" y="1105059"/>
                  </a:lnTo>
                  <a:lnTo>
                    <a:pt x="3722118" y="1105059"/>
                  </a:lnTo>
                  <a:lnTo>
                    <a:pt x="3722212" y="1105059"/>
                  </a:lnTo>
                  <a:lnTo>
                    <a:pt x="3722306" y="1105059"/>
                  </a:lnTo>
                  <a:lnTo>
                    <a:pt x="3722400" y="1105059"/>
                  </a:lnTo>
                  <a:lnTo>
                    <a:pt x="3722495" y="1105059"/>
                  </a:lnTo>
                  <a:lnTo>
                    <a:pt x="3722589" y="1105059"/>
                  </a:lnTo>
                  <a:lnTo>
                    <a:pt x="3722683" y="1105059"/>
                  </a:lnTo>
                  <a:lnTo>
                    <a:pt x="3722777" y="1105059"/>
                  </a:lnTo>
                  <a:lnTo>
                    <a:pt x="3722871" y="1105059"/>
                  </a:lnTo>
                  <a:lnTo>
                    <a:pt x="3722965" y="1105059"/>
                  </a:lnTo>
                  <a:lnTo>
                    <a:pt x="3723060" y="1105059"/>
                  </a:lnTo>
                  <a:lnTo>
                    <a:pt x="3723154" y="1105059"/>
                  </a:lnTo>
                  <a:lnTo>
                    <a:pt x="3723248" y="1105059"/>
                  </a:lnTo>
                  <a:lnTo>
                    <a:pt x="3723342" y="1105059"/>
                  </a:lnTo>
                  <a:lnTo>
                    <a:pt x="3723436" y="1105059"/>
                  </a:lnTo>
                  <a:lnTo>
                    <a:pt x="3723530" y="1105059"/>
                  </a:lnTo>
                  <a:lnTo>
                    <a:pt x="3723624" y="1105059"/>
                  </a:lnTo>
                  <a:lnTo>
                    <a:pt x="3723719" y="1105059"/>
                  </a:lnTo>
                  <a:lnTo>
                    <a:pt x="3723813" y="1105059"/>
                  </a:lnTo>
                  <a:lnTo>
                    <a:pt x="3723907" y="1105059"/>
                  </a:lnTo>
                  <a:lnTo>
                    <a:pt x="3724001" y="1105059"/>
                  </a:lnTo>
                  <a:lnTo>
                    <a:pt x="3724095" y="1105059"/>
                  </a:lnTo>
                  <a:lnTo>
                    <a:pt x="3724189" y="1105059"/>
                  </a:lnTo>
                  <a:lnTo>
                    <a:pt x="3724283" y="1105059"/>
                  </a:lnTo>
                  <a:lnTo>
                    <a:pt x="3724378" y="1105059"/>
                  </a:lnTo>
                  <a:lnTo>
                    <a:pt x="3724472" y="1105059"/>
                  </a:lnTo>
                  <a:lnTo>
                    <a:pt x="3724566" y="1105059"/>
                  </a:lnTo>
                  <a:lnTo>
                    <a:pt x="3724660" y="1105059"/>
                  </a:lnTo>
                  <a:lnTo>
                    <a:pt x="3724754" y="1105059"/>
                  </a:lnTo>
                  <a:lnTo>
                    <a:pt x="3724848" y="1105059"/>
                  </a:lnTo>
                  <a:lnTo>
                    <a:pt x="3724943" y="1105059"/>
                  </a:lnTo>
                  <a:lnTo>
                    <a:pt x="3725037" y="1105059"/>
                  </a:lnTo>
                  <a:lnTo>
                    <a:pt x="3725131" y="1105059"/>
                  </a:lnTo>
                  <a:lnTo>
                    <a:pt x="3725225" y="1105059"/>
                  </a:lnTo>
                  <a:lnTo>
                    <a:pt x="3725319" y="1105059"/>
                  </a:lnTo>
                  <a:lnTo>
                    <a:pt x="3725413" y="1105059"/>
                  </a:lnTo>
                  <a:lnTo>
                    <a:pt x="3725507" y="1105059"/>
                  </a:lnTo>
                  <a:lnTo>
                    <a:pt x="3725602" y="1105059"/>
                  </a:lnTo>
                  <a:lnTo>
                    <a:pt x="3725602" y="1100147"/>
                  </a:lnTo>
                  <a:lnTo>
                    <a:pt x="3725696" y="1100147"/>
                  </a:lnTo>
                  <a:lnTo>
                    <a:pt x="3725790" y="1100147"/>
                  </a:lnTo>
                  <a:lnTo>
                    <a:pt x="3725884" y="1100147"/>
                  </a:lnTo>
                  <a:lnTo>
                    <a:pt x="3725978" y="1100147"/>
                  </a:lnTo>
                  <a:lnTo>
                    <a:pt x="3726072" y="1100147"/>
                  </a:lnTo>
                  <a:lnTo>
                    <a:pt x="3726167" y="1100147"/>
                  </a:lnTo>
                  <a:lnTo>
                    <a:pt x="3726261" y="1100147"/>
                  </a:lnTo>
                  <a:lnTo>
                    <a:pt x="3726355" y="1100147"/>
                  </a:lnTo>
                  <a:lnTo>
                    <a:pt x="3726449" y="1100147"/>
                  </a:lnTo>
                  <a:lnTo>
                    <a:pt x="3726543" y="1100147"/>
                  </a:lnTo>
                  <a:lnTo>
                    <a:pt x="3726637" y="1100147"/>
                  </a:lnTo>
                  <a:lnTo>
                    <a:pt x="3726731" y="1100147"/>
                  </a:lnTo>
                  <a:lnTo>
                    <a:pt x="3726826" y="1100147"/>
                  </a:lnTo>
                  <a:lnTo>
                    <a:pt x="3726920" y="1100147"/>
                  </a:lnTo>
                  <a:lnTo>
                    <a:pt x="3727014" y="1100147"/>
                  </a:lnTo>
                  <a:lnTo>
                    <a:pt x="3727108" y="1100147"/>
                  </a:lnTo>
                  <a:lnTo>
                    <a:pt x="3727202" y="1100147"/>
                  </a:lnTo>
                  <a:lnTo>
                    <a:pt x="3727296" y="1100147"/>
                  </a:lnTo>
                  <a:lnTo>
                    <a:pt x="3727391" y="1100147"/>
                  </a:lnTo>
                  <a:lnTo>
                    <a:pt x="3727485" y="1100147"/>
                  </a:lnTo>
                  <a:lnTo>
                    <a:pt x="3727579" y="1100147"/>
                  </a:lnTo>
                  <a:lnTo>
                    <a:pt x="3727673" y="1100147"/>
                  </a:lnTo>
                  <a:lnTo>
                    <a:pt x="3727767" y="1100147"/>
                  </a:lnTo>
                  <a:lnTo>
                    <a:pt x="3727861" y="1100147"/>
                  </a:lnTo>
                  <a:lnTo>
                    <a:pt x="3727955" y="1100147"/>
                  </a:lnTo>
                  <a:lnTo>
                    <a:pt x="3728050" y="1100147"/>
                  </a:lnTo>
                  <a:lnTo>
                    <a:pt x="3728144" y="1100147"/>
                  </a:lnTo>
                  <a:lnTo>
                    <a:pt x="3728238" y="1100147"/>
                  </a:lnTo>
                  <a:lnTo>
                    <a:pt x="3728332" y="1100147"/>
                  </a:lnTo>
                  <a:lnTo>
                    <a:pt x="3728426" y="1100147"/>
                  </a:lnTo>
                  <a:lnTo>
                    <a:pt x="3728520" y="1100147"/>
                  </a:lnTo>
                  <a:lnTo>
                    <a:pt x="3728614" y="1100147"/>
                  </a:lnTo>
                  <a:lnTo>
                    <a:pt x="3728709" y="1100147"/>
                  </a:lnTo>
                  <a:lnTo>
                    <a:pt x="3728803" y="1100147"/>
                  </a:lnTo>
                  <a:lnTo>
                    <a:pt x="3728897" y="1100147"/>
                  </a:lnTo>
                  <a:lnTo>
                    <a:pt x="3728991" y="1100147"/>
                  </a:lnTo>
                  <a:lnTo>
                    <a:pt x="3729085" y="1100147"/>
                  </a:lnTo>
                  <a:lnTo>
                    <a:pt x="3729179" y="1100147"/>
                  </a:lnTo>
                  <a:lnTo>
                    <a:pt x="3729274" y="1100147"/>
                  </a:lnTo>
                  <a:lnTo>
                    <a:pt x="3729368" y="1100147"/>
                  </a:lnTo>
                  <a:lnTo>
                    <a:pt x="3729462" y="1100147"/>
                  </a:lnTo>
                  <a:lnTo>
                    <a:pt x="3729556" y="1100147"/>
                  </a:lnTo>
                  <a:lnTo>
                    <a:pt x="3729650" y="1100147"/>
                  </a:lnTo>
                  <a:lnTo>
                    <a:pt x="3729744" y="1100147"/>
                  </a:lnTo>
                  <a:lnTo>
                    <a:pt x="3729838" y="1100147"/>
                  </a:lnTo>
                  <a:lnTo>
                    <a:pt x="3729933" y="1100147"/>
                  </a:lnTo>
                  <a:lnTo>
                    <a:pt x="3730027" y="1100147"/>
                  </a:lnTo>
                  <a:lnTo>
                    <a:pt x="3730121" y="1100147"/>
                  </a:lnTo>
                  <a:lnTo>
                    <a:pt x="3730215" y="1100147"/>
                  </a:lnTo>
                  <a:lnTo>
                    <a:pt x="3730309" y="1100147"/>
                  </a:lnTo>
                  <a:lnTo>
                    <a:pt x="3730403" y="1100147"/>
                  </a:lnTo>
                  <a:lnTo>
                    <a:pt x="3730498" y="1100147"/>
                  </a:lnTo>
                  <a:lnTo>
                    <a:pt x="3730592" y="1100147"/>
                  </a:lnTo>
                  <a:lnTo>
                    <a:pt x="3730686" y="1100147"/>
                  </a:lnTo>
                  <a:lnTo>
                    <a:pt x="3730780" y="1100147"/>
                  </a:lnTo>
                  <a:lnTo>
                    <a:pt x="3730874" y="1100147"/>
                  </a:lnTo>
                  <a:lnTo>
                    <a:pt x="3730968" y="1100147"/>
                  </a:lnTo>
                  <a:lnTo>
                    <a:pt x="3731062" y="1100147"/>
                  </a:lnTo>
                  <a:lnTo>
                    <a:pt x="3731157" y="1100147"/>
                  </a:lnTo>
                  <a:lnTo>
                    <a:pt x="3731251" y="1100147"/>
                  </a:lnTo>
                  <a:lnTo>
                    <a:pt x="3731345" y="1100147"/>
                  </a:lnTo>
                  <a:lnTo>
                    <a:pt x="3731439" y="1100147"/>
                  </a:lnTo>
                  <a:lnTo>
                    <a:pt x="3731533" y="1100147"/>
                  </a:lnTo>
                  <a:lnTo>
                    <a:pt x="3731627" y="1100147"/>
                  </a:lnTo>
                  <a:lnTo>
                    <a:pt x="3731722" y="1100147"/>
                  </a:lnTo>
                  <a:lnTo>
                    <a:pt x="3731816" y="1100147"/>
                  </a:lnTo>
                  <a:lnTo>
                    <a:pt x="3731910" y="1100147"/>
                  </a:lnTo>
                  <a:lnTo>
                    <a:pt x="3732004" y="1100147"/>
                  </a:lnTo>
                  <a:lnTo>
                    <a:pt x="3732098" y="1100147"/>
                  </a:lnTo>
                  <a:lnTo>
                    <a:pt x="3732192" y="1100147"/>
                  </a:lnTo>
                  <a:lnTo>
                    <a:pt x="3732286" y="1100147"/>
                  </a:lnTo>
                  <a:lnTo>
                    <a:pt x="3732381" y="1100147"/>
                  </a:lnTo>
                  <a:lnTo>
                    <a:pt x="3732475" y="1100147"/>
                  </a:lnTo>
                  <a:lnTo>
                    <a:pt x="3732569" y="1100147"/>
                  </a:lnTo>
                  <a:lnTo>
                    <a:pt x="3732663" y="1100147"/>
                  </a:lnTo>
                  <a:lnTo>
                    <a:pt x="3732757" y="1100147"/>
                  </a:lnTo>
                  <a:lnTo>
                    <a:pt x="3732851" y="1100147"/>
                  </a:lnTo>
                  <a:lnTo>
                    <a:pt x="3732945" y="1100147"/>
                  </a:lnTo>
                  <a:lnTo>
                    <a:pt x="3733040" y="1100147"/>
                  </a:lnTo>
                  <a:lnTo>
                    <a:pt x="3733134" y="1100147"/>
                  </a:lnTo>
                  <a:lnTo>
                    <a:pt x="3733228" y="1100147"/>
                  </a:lnTo>
                  <a:lnTo>
                    <a:pt x="3733322" y="1100147"/>
                  </a:lnTo>
                  <a:lnTo>
                    <a:pt x="3733416" y="1100147"/>
                  </a:lnTo>
                  <a:lnTo>
                    <a:pt x="3733416" y="1095236"/>
                  </a:lnTo>
                  <a:lnTo>
                    <a:pt x="3733510" y="1095236"/>
                  </a:lnTo>
                  <a:lnTo>
                    <a:pt x="3733605" y="1095236"/>
                  </a:lnTo>
                  <a:lnTo>
                    <a:pt x="3733699" y="1095236"/>
                  </a:lnTo>
                  <a:lnTo>
                    <a:pt x="3733793" y="1095236"/>
                  </a:lnTo>
                  <a:lnTo>
                    <a:pt x="3733887" y="1095236"/>
                  </a:lnTo>
                  <a:lnTo>
                    <a:pt x="3733981" y="1095236"/>
                  </a:lnTo>
                  <a:lnTo>
                    <a:pt x="3734075" y="1095236"/>
                  </a:lnTo>
                  <a:lnTo>
                    <a:pt x="3734169" y="1095236"/>
                  </a:lnTo>
                  <a:lnTo>
                    <a:pt x="3734264" y="1095236"/>
                  </a:lnTo>
                  <a:lnTo>
                    <a:pt x="3734358" y="1095236"/>
                  </a:lnTo>
                  <a:lnTo>
                    <a:pt x="3734452" y="1095236"/>
                  </a:lnTo>
                  <a:lnTo>
                    <a:pt x="3734546" y="1095236"/>
                  </a:lnTo>
                  <a:lnTo>
                    <a:pt x="3734640" y="1095236"/>
                  </a:lnTo>
                  <a:lnTo>
                    <a:pt x="3734734" y="1095236"/>
                  </a:lnTo>
                  <a:lnTo>
                    <a:pt x="3734829" y="1095236"/>
                  </a:lnTo>
                  <a:lnTo>
                    <a:pt x="3734923" y="1095236"/>
                  </a:lnTo>
                  <a:lnTo>
                    <a:pt x="3735017" y="1095236"/>
                  </a:lnTo>
                  <a:lnTo>
                    <a:pt x="3735111" y="1095236"/>
                  </a:lnTo>
                  <a:lnTo>
                    <a:pt x="3735205" y="1095236"/>
                  </a:lnTo>
                  <a:lnTo>
                    <a:pt x="3735299" y="1095236"/>
                  </a:lnTo>
                  <a:lnTo>
                    <a:pt x="3735393" y="1095236"/>
                  </a:lnTo>
                  <a:lnTo>
                    <a:pt x="3735488" y="1095236"/>
                  </a:lnTo>
                  <a:lnTo>
                    <a:pt x="3735582" y="1095236"/>
                  </a:lnTo>
                  <a:lnTo>
                    <a:pt x="3735676" y="1095236"/>
                  </a:lnTo>
                  <a:lnTo>
                    <a:pt x="3735770" y="1095236"/>
                  </a:lnTo>
                  <a:lnTo>
                    <a:pt x="3735864" y="1095236"/>
                  </a:lnTo>
                  <a:lnTo>
                    <a:pt x="3735958" y="1095236"/>
                  </a:lnTo>
                  <a:lnTo>
                    <a:pt x="3736053" y="1095236"/>
                  </a:lnTo>
                  <a:lnTo>
                    <a:pt x="3736147" y="1095236"/>
                  </a:lnTo>
                  <a:lnTo>
                    <a:pt x="3736241" y="1095236"/>
                  </a:lnTo>
                  <a:lnTo>
                    <a:pt x="3736335" y="1095236"/>
                  </a:lnTo>
                  <a:lnTo>
                    <a:pt x="3736429" y="1095236"/>
                  </a:lnTo>
                  <a:lnTo>
                    <a:pt x="3736523" y="1095236"/>
                  </a:lnTo>
                  <a:lnTo>
                    <a:pt x="3736617" y="1095236"/>
                  </a:lnTo>
                  <a:lnTo>
                    <a:pt x="3736712" y="1095236"/>
                  </a:lnTo>
                  <a:lnTo>
                    <a:pt x="3736806" y="1095236"/>
                  </a:lnTo>
                  <a:lnTo>
                    <a:pt x="3736900" y="1095236"/>
                  </a:lnTo>
                  <a:lnTo>
                    <a:pt x="3736994" y="1095236"/>
                  </a:lnTo>
                  <a:lnTo>
                    <a:pt x="3737088" y="1095236"/>
                  </a:lnTo>
                  <a:lnTo>
                    <a:pt x="3737182" y="1095236"/>
                  </a:lnTo>
                  <a:lnTo>
                    <a:pt x="3737276" y="1095236"/>
                  </a:lnTo>
                  <a:lnTo>
                    <a:pt x="3737371" y="1095236"/>
                  </a:lnTo>
                  <a:lnTo>
                    <a:pt x="3737465" y="1095236"/>
                  </a:lnTo>
                  <a:lnTo>
                    <a:pt x="3737559" y="1095236"/>
                  </a:lnTo>
                  <a:lnTo>
                    <a:pt x="3737653" y="1095236"/>
                  </a:lnTo>
                  <a:lnTo>
                    <a:pt x="3737747" y="1095236"/>
                  </a:lnTo>
                  <a:lnTo>
                    <a:pt x="3737841" y="1095236"/>
                  </a:lnTo>
                  <a:lnTo>
                    <a:pt x="3737936" y="1095236"/>
                  </a:lnTo>
                  <a:lnTo>
                    <a:pt x="3738030" y="1095236"/>
                  </a:lnTo>
                  <a:lnTo>
                    <a:pt x="3738124" y="1095236"/>
                  </a:lnTo>
                  <a:lnTo>
                    <a:pt x="3738218" y="1095236"/>
                  </a:lnTo>
                  <a:lnTo>
                    <a:pt x="3738312" y="1095236"/>
                  </a:lnTo>
                  <a:lnTo>
                    <a:pt x="3738406" y="1095236"/>
                  </a:lnTo>
                  <a:lnTo>
                    <a:pt x="3738500" y="1095236"/>
                  </a:lnTo>
                  <a:lnTo>
                    <a:pt x="3738595" y="1095236"/>
                  </a:lnTo>
                  <a:lnTo>
                    <a:pt x="3738689" y="1095236"/>
                  </a:lnTo>
                  <a:lnTo>
                    <a:pt x="3738783" y="1095236"/>
                  </a:lnTo>
                  <a:lnTo>
                    <a:pt x="3738877" y="1095236"/>
                  </a:lnTo>
                  <a:lnTo>
                    <a:pt x="3738971" y="1095236"/>
                  </a:lnTo>
                  <a:lnTo>
                    <a:pt x="3739065" y="1095236"/>
                  </a:lnTo>
                  <a:lnTo>
                    <a:pt x="3739160" y="1095236"/>
                  </a:lnTo>
                  <a:lnTo>
                    <a:pt x="3739254" y="1095236"/>
                  </a:lnTo>
                  <a:lnTo>
                    <a:pt x="3739348" y="1095236"/>
                  </a:lnTo>
                  <a:lnTo>
                    <a:pt x="3739442" y="1095236"/>
                  </a:lnTo>
                  <a:lnTo>
                    <a:pt x="3739536" y="1095236"/>
                  </a:lnTo>
                  <a:lnTo>
                    <a:pt x="3739630" y="1095236"/>
                  </a:lnTo>
                  <a:lnTo>
                    <a:pt x="3739724" y="1095236"/>
                  </a:lnTo>
                  <a:lnTo>
                    <a:pt x="3739819" y="1095236"/>
                  </a:lnTo>
                  <a:lnTo>
                    <a:pt x="3739913" y="1095236"/>
                  </a:lnTo>
                  <a:lnTo>
                    <a:pt x="3740007" y="1095236"/>
                  </a:lnTo>
                  <a:lnTo>
                    <a:pt x="3740101" y="1095236"/>
                  </a:lnTo>
                  <a:lnTo>
                    <a:pt x="3740195" y="1095236"/>
                  </a:lnTo>
                  <a:lnTo>
                    <a:pt x="3740289" y="1095236"/>
                  </a:lnTo>
                  <a:lnTo>
                    <a:pt x="3740384" y="1095236"/>
                  </a:lnTo>
                  <a:lnTo>
                    <a:pt x="3740478" y="1095236"/>
                  </a:lnTo>
                  <a:lnTo>
                    <a:pt x="3740572" y="1095236"/>
                  </a:lnTo>
                  <a:lnTo>
                    <a:pt x="3740666" y="1095236"/>
                  </a:lnTo>
                  <a:lnTo>
                    <a:pt x="3740760" y="1095236"/>
                  </a:lnTo>
                  <a:lnTo>
                    <a:pt x="3740854" y="1095236"/>
                  </a:lnTo>
                  <a:lnTo>
                    <a:pt x="3740948" y="1095236"/>
                  </a:lnTo>
                  <a:lnTo>
                    <a:pt x="3741043" y="1095236"/>
                  </a:lnTo>
                  <a:lnTo>
                    <a:pt x="3741137" y="1095236"/>
                  </a:lnTo>
                  <a:lnTo>
                    <a:pt x="3741231" y="1095236"/>
                  </a:lnTo>
                  <a:lnTo>
                    <a:pt x="3741325" y="1095236"/>
                  </a:lnTo>
                  <a:lnTo>
                    <a:pt x="3741419" y="1095236"/>
                  </a:lnTo>
                  <a:lnTo>
                    <a:pt x="3741513" y="1095236"/>
                  </a:lnTo>
                  <a:lnTo>
                    <a:pt x="3741607" y="1095236"/>
                  </a:lnTo>
                  <a:lnTo>
                    <a:pt x="3741702" y="1095236"/>
                  </a:lnTo>
                  <a:lnTo>
                    <a:pt x="3741796" y="1095236"/>
                  </a:lnTo>
                  <a:lnTo>
                    <a:pt x="3741890" y="1095236"/>
                  </a:lnTo>
                  <a:lnTo>
                    <a:pt x="3741984" y="1095236"/>
                  </a:lnTo>
                  <a:lnTo>
                    <a:pt x="3742078" y="1095236"/>
                  </a:lnTo>
                  <a:lnTo>
                    <a:pt x="3742172" y="1095236"/>
                  </a:lnTo>
                  <a:lnTo>
                    <a:pt x="3742267" y="1095236"/>
                  </a:lnTo>
                  <a:lnTo>
                    <a:pt x="3742361" y="1095236"/>
                  </a:lnTo>
                  <a:lnTo>
                    <a:pt x="3742455" y="1095236"/>
                  </a:lnTo>
                  <a:lnTo>
                    <a:pt x="3742549" y="1095236"/>
                  </a:lnTo>
                  <a:lnTo>
                    <a:pt x="3742643" y="1095236"/>
                  </a:lnTo>
                  <a:lnTo>
                    <a:pt x="3742737" y="1095236"/>
                  </a:lnTo>
                  <a:lnTo>
                    <a:pt x="3742831" y="1095236"/>
                  </a:lnTo>
                  <a:lnTo>
                    <a:pt x="3742926" y="1095236"/>
                  </a:lnTo>
                  <a:lnTo>
                    <a:pt x="3743020" y="1095236"/>
                  </a:lnTo>
                  <a:lnTo>
                    <a:pt x="3743114" y="1095236"/>
                  </a:lnTo>
                  <a:lnTo>
                    <a:pt x="3743208" y="1095236"/>
                  </a:lnTo>
                  <a:lnTo>
                    <a:pt x="3743302" y="1095236"/>
                  </a:lnTo>
                  <a:lnTo>
                    <a:pt x="3743396" y="1095236"/>
                  </a:lnTo>
                  <a:lnTo>
                    <a:pt x="3743491" y="1095236"/>
                  </a:lnTo>
                  <a:lnTo>
                    <a:pt x="3743585" y="1095236"/>
                  </a:lnTo>
                  <a:lnTo>
                    <a:pt x="3743679" y="1095236"/>
                  </a:lnTo>
                  <a:lnTo>
                    <a:pt x="3743773" y="1095236"/>
                  </a:lnTo>
                  <a:lnTo>
                    <a:pt x="3743867" y="1095236"/>
                  </a:lnTo>
                  <a:lnTo>
                    <a:pt x="3743961" y="1095236"/>
                  </a:lnTo>
                  <a:lnTo>
                    <a:pt x="3744055" y="1095236"/>
                  </a:lnTo>
                  <a:lnTo>
                    <a:pt x="3744150" y="1095236"/>
                  </a:lnTo>
                  <a:lnTo>
                    <a:pt x="3744244" y="1095236"/>
                  </a:lnTo>
                  <a:lnTo>
                    <a:pt x="3744338" y="1095236"/>
                  </a:lnTo>
                  <a:lnTo>
                    <a:pt x="3744432" y="1095236"/>
                  </a:lnTo>
                  <a:lnTo>
                    <a:pt x="3744526" y="1095236"/>
                  </a:lnTo>
                  <a:lnTo>
                    <a:pt x="3744620" y="1095236"/>
                  </a:lnTo>
                  <a:lnTo>
                    <a:pt x="3744715" y="1095236"/>
                  </a:lnTo>
                  <a:lnTo>
                    <a:pt x="3744809" y="1095236"/>
                  </a:lnTo>
                  <a:lnTo>
                    <a:pt x="3744903" y="1095236"/>
                  </a:lnTo>
                  <a:lnTo>
                    <a:pt x="3744997" y="1095236"/>
                  </a:lnTo>
                  <a:lnTo>
                    <a:pt x="3745091" y="1095236"/>
                  </a:lnTo>
                  <a:lnTo>
                    <a:pt x="3745185" y="1095236"/>
                  </a:lnTo>
                  <a:lnTo>
                    <a:pt x="3745279" y="1095236"/>
                  </a:lnTo>
                  <a:lnTo>
                    <a:pt x="3745374" y="1095236"/>
                  </a:lnTo>
                  <a:lnTo>
                    <a:pt x="3745468" y="1095236"/>
                  </a:lnTo>
                  <a:lnTo>
                    <a:pt x="3745562" y="1095236"/>
                  </a:lnTo>
                  <a:lnTo>
                    <a:pt x="3745656" y="1095236"/>
                  </a:lnTo>
                  <a:lnTo>
                    <a:pt x="3745750" y="1095236"/>
                  </a:lnTo>
                  <a:lnTo>
                    <a:pt x="3745844" y="1095236"/>
                  </a:lnTo>
                  <a:lnTo>
                    <a:pt x="3745938" y="1095236"/>
                  </a:lnTo>
                  <a:lnTo>
                    <a:pt x="3746033" y="1095236"/>
                  </a:lnTo>
                  <a:lnTo>
                    <a:pt x="3746127" y="1095236"/>
                  </a:lnTo>
                  <a:lnTo>
                    <a:pt x="3746221" y="1095236"/>
                  </a:lnTo>
                  <a:lnTo>
                    <a:pt x="3746315" y="1095236"/>
                  </a:lnTo>
                  <a:lnTo>
                    <a:pt x="3746409" y="1095236"/>
                  </a:lnTo>
                  <a:lnTo>
                    <a:pt x="3746503" y="1095236"/>
                  </a:lnTo>
                  <a:lnTo>
                    <a:pt x="3746598" y="1095236"/>
                  </a:lnTo>
                  <a:lnTo>
                    <a:pt x="3746692" y="1095236"/>
                  </a:lnTo>
                  <a:lnTo>
                    <a:pt x="3746786" y="1095236"/>
                  </a:lnTo>
                  <a:lnTo>
                    <a:pt x="3746880" y="1095236"/>
                  </a:lnTo>
                  <a:lnTo>
                    <a:pt x="3746974" y="1095236"/>
                  </a:lnTo>
                  <a:lnTo>
                    <a:pt x="3747068" y="1095236"/>
                  </a:lnTo>
                  <a:lnTo>
                    <a:pt x="3747162" y="1095236"/>
                  </a:lnTo>
                  <a:lnTo>
                    <a:pt x="3747257" y="1095236"/>
                  </a:lnTo>
                  <a:lnTo>
                    <a:pt x="3747351" y="1095236"/>
                  </a:lnTo>
                  <a:lnTo>
                    <a:pt x="3747445" y="1095236"/>
                  </a:lnTo>
                  <a:lnTo>
                    <a:pt x="3747539" y="1095236"/>
                  </a:lnTo>
                  <a:lnTo>
                    <a:pt x="3747633" y="1095236"/>
                  </a:lnTo>
                  <a:lnTo>
                    <a:pt x="3747727" y="1095236"/>
                  </a:lnTo>
                  <a:lnTo>
                    <a:pt x="3747822" y="1095236"/>
                  </a:lnTo>
                  <a:lnTo>
                    <a:pt x="3747916" y="1095236"/>
                  </a:lnTo>
                  <a:lnTo>
                    <a:pt x="3748010" y="1095236"/>
                  </a:lnTo>
                  <a:lnTo>
                    <a:pt x="3748104" y="1095236"/>
                  </a:lnTo>
                  <a:lnTo>
                    <a:pt x="3748198" y="1095236"/>
                  </a:lnTo>
                  <a:lnTo>
                    <a:pt x="3748292" y="1095236"/>
                  </a:lnTo>
                  <a:lnTo>
                    <a:pt x="3748386" y="1095236"/>
                  </a:lnTo>
                  <a:lnTo>
                    <a:pt x="3748481" y="1095236"/>
                  </a:lnTo>
                  <a:lnTo>
                    <a:pt x="3748575" y="1095236"/>
                  </a:lnTo>
                  <a:lnTo>
                    <a:pt x="3748669" y="1095236"/>
                  </a:lnTo>
                  <a:lnTo>
                    <a:pt x="3748763" y="1095236"/>
                  </a:lnTo>
                  <a:lnTo>
                    <a:pt x="3748857" y="1095236"/>
                  </a:lnTo>
                  <a:lnTo>
                    <a:pt x="3748951" y="1095236"/>
                  </a:lnTo>
                  <a:lnTo>
                    <a:pt x="3749046" y="1095236"/>
                  </a:lnTo>
                  <a:lnTo>
                    <a:pt x="3749140" y="1095236"/>
                  </a:lnTo>
                  <a:lnTo>
                    <a:pt x="3749234" y="1095236"/>
                  </a:lnTo>
                  <a:lnTo>
                    <a:pt x="3749328" y="1095236"/>
                  </a:lnTo>
                  <a:lnTo>
                    <a:pt x="3749422" y="1095236"/>
                  </a:lnTo>
                  <a:lnTo>
                    <a:pt x="3749516" y="1095236"/>
                  </a:lnTo>
                  <a:lnTo>
                    <a:pt x="3749610" y="1095236"/>
                  </a:lnTo>
                  <a:lnTo>
                    <a:pt x="3749705" y="1095236"/>
                  </a:lnTo>
                  <a:lnTo>
                    <a:pt x="3749799" y="1095236"/>
                  </a:lnTo>
                  <a:lnTo>
                    <a:pt x="3749893" y="1095236"/>
                  </a:lnTo>
                  <a:lnTo>
                    <a:pt x="3749987" y="1095236"/>
                  </a:lnTo>
                  <a:lnTo>
                    <a:pt x="3750081" y="1095236"/>
                  </a:lnTo>
                  <a:lnTo>
                    <a:pt x="3750175" y="1095236"/>
                  </a:lnTo>
                  <a:lnTo>
                    <a:pt x="3750269" y="1095236"/>
                  </a:lnTo>
                  <a:lnTo>
                    <a:pt x="3750364" y="1095236"/>
                  </a:lnTo>
                  <a:lnTo>
                    <a:pt x="3750458" y="1095236"/>
                  </a:lnTo>
                  <a:lnTo>
                    <a:pt x="3750552" y="1095236"/>
                  </a:lnTo>
                  <a:lnTo>
                    <a:pt x="3750646" y="1095236"/>
                  </a:lnTo>
                  <a:lnTo>
                    <a:pt x="3750740" y="1095236"/>
                  </a:lnTo>
                  <a:lnTo>
                    <a:pt x="3750834" y="1095236"/>
                  </a:lnTo>
                  <a:lnTo>
                    <a:pt x="3750929" y="1095236"/>
                  </a:lnTo>
                  <a:lnTo>
                    <a:pt x="3751023" y="1095236"/>
                  </a:lnTo>
                  <a:lnTo>
                    <a:pt x="3751117" y="1095236"/>
                  </a:lnTo>
                  <a:lnTo>
                    <a:pt x="3751211" y="1095236"/>
                  </a:lnTo>
                  <a:lnTo>
                    <a:pt x="3751305" y="1095236"/>
                  </a:lnTo>
                  <a:lnTo>
                    <a:pt x="3751399" y="1095236"/>
                  </a:lnTo>
                  <a:lnTo>
                    <a:pt x="3751493" y="1095236"/>
                  </a:lnTo>
                  <a:lnTo>
                    <a:pt x="3751588" y="1095236"/>
                  </a:lnTo>
                  <a:lnTo>
                    <a:pt x="3751682" y="1095236"/>
                  </a:lnTo>
                  <a:lnTo>
                    <a:pt x="3751776" y="1095236"/>
                  </a:lnTo>
                  <a:lnTo>
                    <a:pt x="3751870" y="1095236"/>
                  </a:lnTo>
                  <a:lnTo>
                    <a:pt x="3751964" y="1095236"/>
                  </a:lnTo>
                  <a:lnTo>
                    <a:pt x="3752058" y="1095236"/>
                  </a:lnTo>
                  <a:lnTo>
                    <a:pt x="3752153" y="1095236"/>
                  </a:lnTo>
                  <a:lnTo>
                    <a:pt x="3752153" y="1090325"/>
                  </a:lnTo>
                  <a:lnTo>
                    <a:pt x="3752247" y="1090325"/>
                  </a:lnTo>
                  <a:lnTo>
                    <a:pt x="3752341" y="1090325"/>
                  </a:lnTo>
                  <a:lnTo>
                    <a:pt x="3752435" y="1090325"/>
                  </a:lnTo>
                  <a:lnTo>
                    <a:pt x="3752529" y="1090325"/>
                  </a:lnTo>
                  <a:lnTo>
                    <a:pt x="3752623" y="1090325"/>
                  </a:lnTo>
                  <a:lnTo>
                    <a:pt x="3752717" y="1090325"/>
                  </a:lnTo>
                  <a:lnTo>
                    <a:pt x="3752812" y="1090325"/>
                  </a:lnTo>
                  <a:lnTo>
                    <a:pt x="3752906" y="1090325"/>
                  </a:lnTo>
                  <a:lnTo>
                    <a:pt x="3753000" y="1090325"/>
                  </a:lnTo>
                  <a:lnTo>
                    <a:pt x="3753094" y="1090325"/>
                  </a:lnTo>
                  <a:lnTo>
                    <a:pt x="3753188" y="1090325"/>
                  </a:lnTo>
                  <a:lnTo>
                    <a:pt x="3753282" y="1090325"/>
                  </a:lnTo>
                  <a:lnTo>
                    <a:pt x="3753377" y="1090325"/>
                  </a:lnTo>
                  <a:lnTo>
                    <a:pt x="3753471" y="1090325"/>
                  </a:lnTo>
                  <a:lnTo>
                    <a:pt x="3753565" y="1090325"/>
                  </a:lnTo>
                  <a:lnTo>
                    <a:pt x="3753659" y="1090325"/>
                  </a:lnTo>
                  <a:lnTo>
                    <a:pt x="3753753" y="1090325"/>
                  </a:lnTo>
                  <a:lnTo>
                    <a:pt x="3753847" y="1090325"/>
                  </a:lnTo>
                  <a:lnTo>
                    <a:pt x="3753941" y="1090325"/>
                  </a:lnTo>
                  <a:lnTo>
                    <a:pt x="3754036" y="1090325"/>
                  </a:lnTo>
                  <a:lnTo>
                    <a:pt x="3754130" y="1090325"/>
                  </a:lnTo>
                  <a:lnTo>
                    <a:pt x="3754224" y="1090325"/>
                  </a:lnTo>
                  <a:lnTo>
                    <a:pt x="3754318" y="1090325"/>
                  </a:lnTo>
                  <a:lnTo>
                    <a:pt x="3754412" y="1090325"/>
                  </a:lnTo>
                  <a:lnTo>
                    <a:pt x="3754506" y="1090325"/>
                  </a:lnTo>
                  <a:lnTo>
                    <a:pt x="3754600" y="1090325"/>
                  </a:lnTo>
                  <a:lnTo>
                    <a:pt x="3754695" y="1090325"/>
                  </a:lnTo>
                  <a:lnTo>
                    <a:pt x="3754789" y="1090325"/>
                  </a:lnTo>
                  <a:lnTo>
                    <a:pt x="3754883" y="1090325"/>
                  </a:lnTo>
                  <a:lnTo>
                    <a:pt x="3754977" y="1090325"/>
                  </a:lnTo>
                  <a:lnTo>
                    <a:pt x="3755071" y="1090325"/>
                  </a:lnTo>
                  <a:lnTo>
                    <a:pt x="3755165" y="1090325"/>
                  </a:lnTo>
                  <a:lnTo>
                    <a:pt x="3755260" y="1090325"/>
                  </a:lnTo>
                  <a:lnTo>
                    <a:pt x="3755354" y="1090325"/>
                  </a:lnTo>
                  <a:lnTo>
                    <a:pt x="3755448" y="1090325"/>
                  </a:lnTo>
                  <a:lnTo>
                    <a:pt x="3755542" y="1090325"/>
                  </a:lnTo>
                  <a:lnTo>
                    <a:pt x="3755636" y="1090325"/>
                  </a:lnTo>
                  <a:lnTo>
                    <a:pt x="3755730" y="1090325"/>
                  </a:lnTo>
                  <a:lnTo>
                    <a:pt x="3755824" y="1090325"/>
                  </a:lnTo>
                  <a:lnTo>
                    <a:pt x="3755919" y="1090325"/>
                  </a:lnTo>
                  <a:lnTo>
                    <a:pt x="3756013" y="1090325"/>
                  </a:lnTo>
                  <a:lnTo>
                    <a:pt x="3756107" y="1090325"/>
                  </a:lnTo>
                  <a:lnTo>
                    <a:pt x="3756201" y="1090325"/>
                  </a:lnTo>
                  <a:lnTo>
                    <a:pt x="3756295" y="1090325"/>
                  </a:lnTo>
                  <a:lnTo>
                    <a:pt x="3756389" y="1090325"/>
                  </a:lnTo>
                  <a:lnTo>
                    <a:pt x="3756484" y="1090325"/>
                  </a:lnTo>
                  <a:lnTo>
                    <a:pt x="3756578" y="1090325"/>
                  </a:lnTo>
                  <a:lnTo>
                    <a:pt x="3756672" y="1090325"/>
                  </a:lnTo>
                  <a:lnTo>
                    <a:pt x="3756766" y="1090325"/>
                  </a:lnTo>
                  <a:lnTo>
                    <a:pt x="3756860" y="1090325"/>
                  </a:lnTo>
                  <a:lnTo>
                    <a:pt x="3756954" y="1090325"/>
                  </a:lnTo>
                  <a:lnTo>
                    <a:pt x="3757048" y="1090325"/>
                  </a:lnTo>
                  <a:lnTo>
                    <a:pt x="3757143" y="1090325"/>
                  </a:lnTo>
                  <a:lnTo>
                    <a:pt x="3757237" y="1090325"/>
                  </a:lnTo>
                  <a:lnTo>
                    <a:pt x="3757331" y="1090325"/>
                  </a:lnTo>
                  <a:lnTo>
                    <a:pt x="3757425" y="1090325"/>
                  </a:lnTo>
                  <a:lnTo>
                    <a:pt x="3757519" y="1090325"/>
                  </a:lnTo>
                  <a:lnTo>
                    <a:pt x="3757613" y="1090325"/>
                  </a:lnTo>
                  <a:lnTo>
                    <a:pt x="3757708" y="1090325"/>
                  </a:lnTo>
                  <a:lnTo>
                    <a:pt x="3757802" y="1090325"/>
                  </a:lnTo>
                  <a:lnTo>
                    <a:pt x="3757896" y="1090325"/>
                  </a:lnTo>
                  <a:lnTo>
                    <a:pt x="3757990" y="1090325"/>
                  </a:lnTo>
                  <a:lnTo>
                    <a:pt x="3758084" y="1090325"/>
                  </a:lnTo>
                  <a:lnTo>
                    <a:pt x="3758178" y="1090325"/>
                  </a:lnTo>
                  <a:lnTo>
                    <a:pt x="3758272" y="1090325"/>
                  </a:lnTo>
                  <a:lnTo>
                    <a:pt x="3758367" y="1090325"/>
                  </a:lnTo>
                  <a:lnTo>
                    <a:pt x="3758461" y="1090325"/>
                  </a:lnTo>
                  <a:lnTo>
                    <a:pt x="3758555" y="1090325"/>
                  </a:lnTo>
                  <a:lnTo>
                    <a:pt x="3758555" y="1085413"/>
                  </a:lnTo>
                  <a:lnTo>
                    <a:pt x="3758649" y="1085413"/>
                  </a:lnTo>
                  <a:lnTo>
                    <a:pt x="3758743" y="1085413"/>
                  </a:lnTo>
                  <a:lnTo>
                    <a:pt x="3758837" y="1085413"/>
                  </a:lnTo>
                  <a:lnTo>
                    <a:pt x="3758931" y="1085413"/>
                  </a:lnTo>
                  <a:lnTo>
                    <a:pt x="3759026" y="1085413"/>
                  </a:lnTo>
                  <a:lnTo>
                    <a:pt x="3759120" y="1085413"/>
                  </a:lnTo>
                  <a:lnTo>
                    <a:pt x="3759214" y="1085413"/>
                  </a:lnTo>
                  <a:lnTo>
                    <a:pt x="3759308" y="1085413"/>
                  </a:lnTo>
                  <a:lnTo>
                    <a:pt x="3759402" y="1085413"/>
                  </a:lnTo>
                  <a:lnTo>
                    <a:pt x="3759496" y="1085413"/>
                  </a:lnTo>
                  <a:lnTo>
                    <a:pt x="3759591" y="1085413"/>
                  </a:lnTo>
                  <a:lnTo>
                    <a:pt x="3759685" y="1085413"/>
                  </a:lnTo>
                  <a:lnTo>
                    <a:pt x="3759779" y="1085413"/>
                  </a:lnTo>
                  <a:lnTo>
                    <a:pt x="3759873" y="1085413"/>
                  </a:lnTo>
                  <a:lnTo>
                    <a:pt x="3759967" y="1085413"/>
                  </a:lnTo>
                  <a:lnTo>
                    <a:pt x="3760061" y="1085413"/>
                  </a:lnTo>
                  <a:lnTo>
                    <a:pt x="3760155" y="1085413"/>
                  </a:lnTo>
                  <a:lnTo>
                    <a:pt x="3760250" y="1085413"/>
                  </a:lnTo>
                  <a:lnTo>
                    <a:pt x="3760344" y="1085413"/>
                  </a:lnTo>
                  <a:lnTo>
                    <a:pt x="3760438" y="1085413"/>
                  </a:lnTo>
                  <a:lnTo>
                    <a:pt x="3760532" y="1085413"/>
                  </a:lnTo>
                  <a:lnTo>
                    <a:pt x="3760626" y="1085413"/>
                  </a:lnTo>
                  <a:lnTo>
                    <a:pt x="3760720" y="1085413"/>
                  </a:lnTo>
                  <a:lnTo>
                    <a:pt x="3760815" y="1085413"/>
                  </a:lnTo>
                  <a:lnTo>
                    <a:pt x="3760909" y="1085413"/>
                  </a:lnTo>
                  <a:lnTo>
                    <a:pt x="3761003" y="1085413"/>
                  </a:lnTo>
                  <a:lnTo>
                    <a:pt x="3761097" y="1085413"/>
                  </a:lnTo>
                  <a:lnTo>
                    <a:pt x="3761191" y="1085413"/>
                  </a:lnTo>
                  <a:lnTo>
                    <a:pt x="3761285" y="1085413"/>
                  </a:lnTo>
                  <a:lnTo>
                    <a:pt x="3761379" y="1085413"/>
                  </a:lnTo>
                  <a:lnTo>
                    <a:pt x="3761474" y="1085413"/>
                  </a:lnTo>
                  <a:lnTo>
                    <a:pt x="3761568" y="1085413"/>
                  </a:lnTo>
                  <a:lnTo>
                    <a:pt x="3761662" y="1085413"/>
                  </a:lnTo>
                  <a:lnTo>
                    <a:pt x="3761756" y="1085413"/>
                  </a:lnTo>
                  <a:lnTo>
                    <a:pt x="3761850" y="1085413"/>
                  </a:lnTo>
                  <a:lnTo>
                    <a:pt x="3761944" y="1085413"/>
                  </a:lnTo>
                  <a:lnTo>
                    <a:pt x="3762039" y="1085413"/>
                  </a:lnTo>
                  <a:lnTo>
                    <a:pt x="3762133" y="1085413"/>
                  </a:lnTo>
                  <a:lnTo>
                    <a:pt x="3762227" y="1085413"/>
                  </a:lnTo>
                  <a:lnTo>
                    <a:pt x="3762227" y="1080502"/>
                  </a:lnTo>
                  <a:lnTo>
                    <a:pt x="3762321" y="1080502"/>
                  </a:lnTo>
                  <a:lnTo>
                    <a:pt x="3762415" y="1080502"/>
                  </a:lnTo>
                  <a:lnTo>
                    <a:pt x="3762509" y="1080502"/>
                  </a:lnTo>
                  <a:lnTo>
                    <a:pt x="3762603" y="1080502"/>
                  </a:lnTo>
                  <a:lnTo>
                    <a:pt x="3762698" y="1080502"/>
                  </a:lnTo>
                  <a:lnTo>
                    <a:pt x="3762792" y="1080502"/>
                  </a:lnTo>
                  <a:lnTo>
                    <a:pt x="3762886" y="1080502"/>
                  </a:lnTo>
                  <a:lnTo>
                    <a:pt x="3762980" y="1080502"/>
                  </a:lnTo>
                  <a:lnTo>
                    <a:pt x="3763074" y="1080502"/>
                  </a:lnTo>
                  <a:lnTo>
                    <a:pt x="3763168" y="1080502"/>
                  </a:lnTo>
                  <a:lnTo>
                    <a:pt x="3763262" y="1080502"/>
                  </a:lnTo>
                  <a:lnTo>
                    <a:pt x="3763357" y="1080502"/>
                  </a:lnTo>
                  <a:lnTo>
                    <a:pt x="3763451" y="1080502"/>
                  </a:lnTo>
                  <a:lnTo>
                    <a:pt x="3763545" y="1080502"/>
                  </a:lnTo>
                  <a:lnTo>
                    <a:pt x="3763639" y="1080502"/>
                  </a:lnTo>
                  <a:lnTo>
                    <a:pt x="3763733" y="1080502"/>
                  </a:lnTo>
                  <a:lnTo>
                    <a:pt x="3763827" y="1080502"/>
                  </a:lnTo>
                  <a:lnTo>
                    <a:pt x="3763922" y="1080502"/>
                  </a:lnTo>
                  <a:lnTo>
                    <a:pt x="3764016" y="1080502"/>
                  </a:lnTo>
                  <a:lnTo>
                    <a:pt x="3764110" y="1080502"/>
                  </a:lnTo>
                  <a:lnTo>
                    <a:pt x="3764204" y="1080502"/>
                  </a:lnTo>
                  <a:lnTo>
                    <a:pt x="3764298" y="1080502"/>
                  </a:lnTo>
                  <a:lnTo>
                    <a:pt x="3764392" y="1080502"/>
                  </a:lnTo>
                  <a:lnTo>
                    <a:pt x="3764486" y="1080502"/>
                  </a:lnTo>
                  <a:lnTo>
                    <a:pt x="3764581" y="1080502"/>
                  </a:lnTo>
                  <a:lnTo>
                    <a:pt x="3764675" y="1080502"/>
                  </a:lnTo>
                  <a:lnTo>
                    <a:pt x="3764769" y="1080502"/>
                  </a:lnTo>
                  <a:lnTo>
                    <a:pt x="3764863" y="1080502"/>
                  </a:lnTo>
                  <a:lnTo>
                    <a:pt x="3764957" y="1080502"/>
                  </a:lnTo>
                  <a:lnTo>
                    <a:pt x="3765051" y="1080502"/>
                  </a:lnTo>
                  <a:lnTo>
                    <a:pt x="3765146" y="1080502"/>
                  </a:lnTo>
                  <a:lnTo>
                    <a:pt x="3765240" y="1080502"/>
                  </a:lnTo>
                  <a:lnTo>
                    <a:pt x="3765334" y="1080502"/>
                  </a:lnTo>
                  <a:lnTo>
                    <a:pt x="3765428" y="1080502"/>
                  </a:lnTo>
                  <a:lnTo>
                    <a:pt x="3765522" y="1080502"/>
                  </a:lnTo>
                  <a:lnTo>
                    <a:pt x="3765616" y="1080502"/>
                  </a:lnTo>
                  <a:lnTo>
                    <a:pt x="3765710" y="1080502"/>
                  </a:lnTo>
                  <a:lnTo>
                    <a:pt x="3765805" y="1080502"/>
                  </a:lnTo>
                  <a:lnTo>
                    <a:pt x="3765899" y="1080502"/>
                  </a:lnTo>
                  <a:lnTo>
                    <a:pt x="3765993" y="1080502"/>
                  </a:lnTo>
                  <a:lnTo>
                    <a:pt x="3766087" y="1080502"/>
                  </a:lnTo>
                  <a:lnTo>
                    <a:pt x="3766181" y="1080502"/>
                  </a:lnTo>
                  <a:lnTo>
                    <a:pt x="3766275" y="1080502"/>
                  </a:lnTo>
                  <a:lnTo>
                    <a:pt x="3766370" y="1080502"/>
                  </a:lnTo>
                  <a:lnTo>
                    <a:pt x="3766464" y="1080502"/>
                  </a:lnTo>
                  <a:lnTo>
                    <a:pt x="3766558" y="1080502"/>
                  </a:lnTo>
                  <a:lnTo>
                    <a:pt x="3766652" y="1080502"/>
                  </a:lnTo>
                  <a:lnTo>
                    <a:pt x="3766746" y="1080502"/>
                  </a:lnTo>
                  <a:lnTo>
                    <a:pt x="3766840" y="1080502"/>
                  </a:lnTo>
                  <a:lnTo>
                    <a:pt x="3766934" y="1080502"/>
                  </a:lnTo>
                  <a:lnTo>
                    <a:pt x="3767029" y="1080502"/>
                  </a:lnTo>
                  <a:lnTo>
                    <a:pt x="3767123" y="1080502"/>
                  </a:lnTo>
                  <a:lnTo>
                    <a:pt x="3767217" y="1080502"/>
                  </a:lnTo>
                  <a:lnTo>
                    <a:pt x="3767311" y="1080502"/>
                  </a:lnTo>
                  <a:lnTo>
                    <a:pt x="3767405" y="1080502"/>
                  </a:lnTo>
                  <a:lnTo>
                    <a:pt x="3767499" y="1080502"/>
                  </a:lnTo>
                  <a:lnTo>
                    <a:pt x="3767593" y="1080502"/>
                  </a:lnTo>
                  <a:lnTo>
                    <a:pt x="3767688" y="1080502"/>
                  </a:lnTo>
                  <a:lnTo>
                    <a:pt x="3767782" y="1080502"/>
                  </a:lnTo>
                  <a:lnTo>
                    <a:pt x="3767876" y="1080502"/>
                  </a:lnTo>
                  <a:lnTo>
                    <a:pt x="3767970" y="1080502"/>
                  </a:lnTo>
                  <a:lnTo>
                    <a:pt x="3768064" y="1080502"/>
                  </a:lnTo>
                  <a:lnTo>
                    <a:pt x="3768158" y="1080502"/>
                  </a:lnTo>
                  <a:lnTo>
                    <a:pt x="3768253" y="1080502"/>
                  </a:lnTo>
                  <a:lnTo>
                    <a:pt x="3768347" y="1080502"/>
                  </a:lnTo>
                  <a:lnTo>
                    <a:pt x="3768441" y="1080502"/>
                  </a:lnTo>
                  <a:lnTo>
                    <a:pt x="3768535" y="1080502"/>
                  </a:lnTo>
                  <a:lnTo>
                    <a:pt x="3768629" y="1080502"/>
                  </a:lnTo>
                  <a:lnTo>
                    <a:pt x="3768723" y="1080502"/>
                  </a:lnTo>
                  <a:lnTo>
                    <a:pt x="3768817" y="1080502"/>
                  </a:lnTo>
                  <a:lnTo>
                    <a:pt x="3768912" y="1080502"/>
                  </a:lnTo>
                  <a:lnTo>
                    <a:pt x="3769006" y="1080502"/>
                  </a:lnTo>
                  <a:lnTo>
                    <a:pt x="3769100" y="1080502"/>
                  </a:lnTo>
                  <a:lnTo>
                    <a:pt x="3769194" y="1080502"/>
                  </a:lnTo>
                  <a:lnTo>
                    <a:pt x="3769288" y="1080502"/>
                  </a:lnTo>
                  <a:lnTo>
                    <a:pt x="3769382" y="1080502"/>
                  </a:lnTo>
                  <a:lnTo>
                    <a:pt x="3769477" y="1080502"/>
                  </a:lnTo>
                  <a:lnTo>
                    <a:pt x="3769571" y="1080502"/>
                  </a:lnTo>
                  <a:lnTo>
                    <a:pt x="3769665" y="1080502"/>
                  </a:lnTo>
                  <a:lnTo>
                    <a:pt x="3769759" y="1080502"/>
                  </a:lnTo>
                  <a:lnTo>
                    <a:pt x="3769853" y="1080502"/>
                  </a:lnTo>
                  <a:lnTo>
                    <a:pt x="3769947" y="1080502"/>
                  </a:lnTo>
                  <a:lnTo>
                    <a:pt x="3770041" y="1080502"/>
                  </a:lnTo>
                  <a:lnTo>
                    <a:pt x="3770136" y="1080502"/>
                  </a:lnTo>
                  <a:lnTo>
                    <a:pt x="3770230" y="1080502"/>
                  </a:lnTo>
                  <a:lnTo>
                    <a:pt x="3770324" y="1080502"/>
                  </a:lnTo>
                  <a:lnTo>
                    <a:pt x="3770418" y="1080502"/>
                  </a:lnTo>
                  <a:lnTo>
                    <a:pt x="3770512" y="1080502"/>
                  </a:lnTo>
                  <a:lnTo>
                    <a:pt x="3770606" y="1080502"/>
                  </a:lnTo>
                  <a:lnTo>
                    <a:pt x="3770701" y="1080502"/>
                  </a:lnTo>
                  <a:lnTo>
                    <a:pt x="3770795" y="1080502"/>
                  </a:lnTo>
                  <a:lnTo>
                    <a:pt x="3770889" y="1080502"/>
                  </a:lnTo>
                  <a:lnTo>
                    <a:pt x="3770983" y="1080502"/>
                  </a:lnTo>
                  <a:lnTo>
                    <a:pt x="3771077" y="1080502"/>
                  </a:lnTo>
                  <a:lnTo>
                    <a:pt x="3771171" y="1080502"/>
                  </a:lnTo>
                  <a:lnTo>
                    <a:pt x="3771265" y="1080502"/>
                  </a:lnTo>
                  <a:lnTo>
                    <a:pt x="3771360" y="1080502"/>
                  </a:lnTo>
                  <a:lnTo>
                    <a:pt x="3771454" y="1080502"/>
                  </a:lnTo>
                  <a:lnTo>
                    <a:pt x="3771548" y="1080502"/>
                  </a:lnTo>
                  <a:lnTo>
                    <a:pt x="3771642" y="1080502"/>
                  </a:lnTo>
                  <a:lnTo>
                    <a:pt x="3771736" y="1080502"/>
                  </a:lnTo>
                  <a:lnTo>
                    <a:pt x="3771830" y="1080502"/>
                  </a:lnTo>
                  <a:lnTo>
                    <a:pt x="3771924" y="1080502"/>
                  </a:lnTo>
                  <a:lnTo>
                    <a:pt x="3772019" y="1080502"/>
                  </a:lnTo>
                  <a:lnTo>
                    <a:pt x="3772113" y="1080502"/>
                  </a:lnTo>
                  <a:lnTo>
                    <a:pt x="3772207" y="1080502"/>
                  </a:lnTo>
                  <a:lnTo>
                    <a:pt x="3772301" y="1080502"/>
                  </a:lnTo>
                  <a:lnTo>
                    <a:pt x="3772395" y="1080502"/>
                  </a:lnTo>
                  <a:lnTo>
                    <a:pt x="3772489" y="1080502"/>
                  </a:lnTo>
                  <a:lnTo>
                    <a:pt x="3772584" y="1080502"/>
                  </a:lnTo>
                  <a:lnTo>
                    <a:pt x="3772678" y="1080502"/>
                  </a:lnTo>
                  <a:lnTo>
                    <a:pt x="3772772" y="1080502"/>
                  </a:lnTo>
                  <a:lnTo>
                    <a:pt x="3772866" y="1080502"/>
                  </a:lnTo>
                  <a:lnTo>
                    <a:pt x="3772960" y="1080502"/>
                  </a:lnTo>
                  <a:lnTo>
                    <a:pt x="3773054" y="1080502"/>
                  </a:lnTo>
                  <a:lnTo>
                    <a:pt x="3773148" y="1080502"/>
                  </a:lnTo>
                  <a:lnTo>
                    <a:pt x="3773243" y="1080502"/>
                  </a:lnTo>
                  <a:lnTo>
                    <a:pt x="3773337" y="1080502"/>
                  </a:lnTo>
                  <a:lnTo>
                    <a:pt x="3773431" y="1080502"/>
                  </a:lnTo>
                  <a:lnTo>
                    <a:pt x="3773525" y="1080502"/>
                  </a:lnTo>
                  <a:lnTo>
                    <a:pt x="3773619" y="1080502"/>
                  </a:lnTo>
                  <a:lnTo>
                    <a:pt x="3773713" y="1080502"/>
                  </a:lnTo>
                  <a:lnTo>
                    <a:pt x="3773808" y="1080502"/>
                  </a:lnTo>
                  <a:lnTo>
                    <a:pt x="3773902" y="1080502"/>
                  </a:lnTo>
                  <a:lnTo>
                    <a:pt x="3773996" y="1080502"/>
                  </a:lnTo>
                  <a:lnTo>
                    <a:pt x="3774090" y="1080502"/>
                  </a:lnTo>
                  <a:lnTo>
                    <a:pt x="3774184" y="1080502"/>
                  </a:lnTo>
                  <a:lnTo>
                    <a:pt x="3774278" y="1080502"/>
                  </a:lnTo>
                  <a:lnTo>
                    <a:pt x="3774372" y="1080502"/>
                  </a:lnTo>
                  <a:lnTo>
                    <a:pt x="3774467" y="1080502"/>
                  </a:lnTo>
                  <a:lnTo>
                    <a:pt x="3774561" y="1080502"/>
                  </a:lnTo>
                  <a:lnTo>
                    <a:pt x="3774655" y="1080502"/>
                  </a:lnTo>
                  <a:lnTo>
                    <a:pt x="3774749" y="1080502"/>
                  </a:lnTo>
                  <a:lnTo>
                    <a:pt x="3774843" y="1080502"/>
                  </a:lnTo>
                  <a:lnTo>
                    <a:pt x="3774937" y="1080502"/>
                  </a:lnTo>
                  <a:lnTo>
                    <a:pt x="3775032" y="1080502"/>
                  </a:lnTo>
                  <a:lnTo>
                    <a:pt x="3775126" y="1080502"/>
                  </a:lnTo>
                  <a:lnTo>
                    <a:pt x="3775220" y="1080502"/>
                  </a:lnTo>
                  <a:lnTo>
                    <a:pt x="3775314" y="1080502"/>
                  </a:lnTo>
                  <a:lnTo>
                    <a:pt x="3775408" y="1080502"/>
                  </a:lnTo>
                  <a:lnTo>
                    <a:pt x="3775502" y="1080502"/>
                  </a:lnTo>
                  <a:lnTo>
                    <a:pt x="3775596" y="1080502"/>
                  </a:lnTo>
                  <a:lnTo>
                    <a:pt x="3775691" y="1080502"/>
                  </a:lnTo>
                  <a:lnTo>
                    <a:pt x="3775785" y="1080502"/>
                  </a:lnTo>
                  <a:lnTo>
                    <a:pt x="3775879" y="1080502"/>
                  </a:lnTo>
                  <a:lnTo>
                    <a:pt x="3775973" y="1080502"/>
                  </a:lnTo>
                  <a:lnTo>
                    <a:pt x="3776067" y="1080502"/>
                  </a:lnTo>
                  <a:lnTo>
                    <a:pt x="3776161" y="1080502"/>
                  </a:lnTo>
                  <a:lnTo>
                    <a:pt x="3776255" y="1080502"/>
                  </a:lnTo>
                  <a:lnTo>
                    <a:pt x="3776350" y="1080502"/>
                  </a:lnTo>
                  <a:lnTo>
                    <a:pt x="3776444" y="1080502"/>
                  </a:lnTo>
                  <a:lnTo>
                    <a:pt x="3776538" y="1080502"/>
                  </a:lnTo>
                  <a:lnTo>
                    <a:pt x="3776632" y="1080502"/>
                  </a:lnTo>
                  <a:lnTo>
                    <a:pt x="3776726" y="1080502"/>
                  </a:lnTo>
                  <a:lnTo>
                    <a:pt x="3776820" y="1080502"/>
                  </a:lnTo>
                  <a:lnTo>
                    <a:pt x="3776915" y="1080502"/>
                  </a:lnTo>
                  <a:lnTo>
                    <a:pt x="3777009" y="1080502"/>
                  </a:lnTo>
                  <a:lnTo>
                    <a:pt x="3777103" y="1080502"/>
                  </a:lnTo>
                  <a:lnTo>
                    <a:pt x="3777197" y="1080502"/>
                  </a:lnTo>
                  <a:lnTo>
                    <a:pt x="3777291" y="1080502"/>
                  </a:lnTo>
                  <a:lnTo>
                    <a:pt x="3777385" y="1080502"/>
                  </a:lnTo>
                  <a:lnTo>
                    <a:pt x="3777479" y="1080502"/>
                  </a:lnTo>
                  <a:lnTo>
                    <a:pt x="3777574" y="1080502"/>
                  </a:lnTo>
                  <a:lnTo>
                    <a:pt x="3777668" y="1080502"/>
                  </a:lnTo>
                  <a:lnTo>
                    <a:pt x="3777762" y="1080502"/>
                  </a:lnTo>
                  <a:lnTo>
                    <a:pt x="3777856" y="1080502"/>
                  </a:lnTo>
                  <a:lnTo>
                    <a:pt x="3777950" y="1080502"/>
                  </a:lnTo>
                  <a:lnTo>
                    <a:pt x="3778044" y="1080502"/>
                  </a:lnTo>
                  <a:lnTo>
                    <a:pt x="3778139" y="1080502"/>
                  </a:lnTo>
                  <a:lnTo>
                    <a:pt x="3778233" y="1080502"/>
                  </a:lnTo>
                  <a:lnTo>
                    <a:pt x="3778233" y="1075591"/>
                  </a:lnTo>
                  <a:lnTo>
                    <a:pt x="3778327" y="1075591"/>
                  </a:lnTo>
                  <a:lnTo>
                    <a:pt x="3778421" y="1075591"/>
                  </a:lnTo>
                  <a:lnTo>
                    <a:pt x="3778515" y="1075591"/>
                  </a:lnTo>
                  <a:lnTo>
                    <a:pt x="3778609" y="1075591"/>
                  </a:lnTo>
                  <a:lnTo>
                    <a:pt x="3778703" y="1075591"/>
                  </a:lnTo>
                  <a:lnTo>
                    <a:pt x="3778798" y="1075591"/>
                  </a:lnTo>
                  <a:lnTo>
                    <a:pt x="3778892" y="1075591"/>
                  </a:lnTo>
                  <a:lnTo>
                    <a:pt x="3778986" y="1075591"/>
                  </a:lnTo>
                  <a:lnTo>
                    <a:pt x="3779080" y="1075591"/>
                  </a:lnTo>
                  <a:lnTo>
                    <a:pt x="3779174" y="1075591"/>
                  </a:lnTo>
                  <a:lnTo>
                    <a:pt x="3779268" y="1075591"/>
                  </a:lnTo>
                  <a:lnTo>
                    <a:pt x="3779363" y="1075591"/>
                  </a:lnTo>
                  <a:lnTo>
                    <a:pt x="3779457" y="1075591"/>
                  </a:lnTo>
                  <a:lnTo>
                    <a:pt x="3779551" y="1075591"/>
                  </a:lnTo>
                  <a:lnTo>
                    <a:pt x="3779645" y="1075591"/>
                  </a:lnTo>
                  <a:lnTo>
                    <a:pt x="3779739" y="1075591"/>
                  </a:lnTo>
                  <a:lnTo>
                    <a:pt x="3779833" y="1075591"/>
                  </a:lnTo>
                  <a:lnTo>
                    <a:pt x="3779927" y="1075591"/>
                  </a:lnTo>
                  <a:lnTo>
                    <a:pt x="3780022" y="1075591"/>
                  </a:lnTo>
                  <a:lnTo>
                    <a:pt x="3780116" y="1075591"/>
                  </a:lnTo>
                  <a:lnTo>
                    <a:pt x="3780210" y="1075591"/>
                  </a:lnTo>
                  <a:lnTo>
                    <a:pt x="3780304" y="1075591"/>
                  </a:lnTo>
                  <a:lnTo>
                    <a:pt x="3780398" y="1075591"/>
                  </a:lnTo>
                  <a:lnTo>
                    <a:pt x="3780492" y="1075591"/>
                  </a:lnTo>
                  <a:lnTo>
                    <a:pt x="3780586" y="1075591"/>
                  </a:lnTo>
                  <a:lnTo>
                    <a:pt x="3780681" y="1075591"/>
                  </a:lnTo>
                  <a:lnTo>
                    <a:pt x="3780775" y="1075591"/>
                  </a:lnTo>
                  <a:lnTo>
                    <a:pt x="3780869" y="1075591"/>
                  </a:lnTo>
                  <a:lnTo>
                    <a:pt x="3780963" y="1075591"/>
                  </a:lnTo>
                  <a:lnTo>
                    <a:pt x="3780963" y="1070679"/>
                  </a:lnTo>
                  <a:lnTo>
                    <a:pt x="3781057" y="1070679"/>
                  </a:lnTo>
                  <a:lnTo>
                    <a:pt x="3781151" y="1070679"/>
                  </a:lnTo>
                  <a:lnTo>
                    <a:pt x="3781246" y="1070679"/>
                  </a:lnTo>
                  <a:lnTo>
                    <a:pt x="3781340" y="1070679"/>
                  </a:lnTo>
                  <a:lnTo>
                    <a:pt x="3781434" y="1070679"/>
                  </a:lnTo>
                  <a:lnTo>
                    <a:pt x="3781528" y="1070679"/>
                  </a:lnTo>
                  <a:lnTo>
                    <a:pt x="3781622" y="1070679"/>
                  </a:lnTo>
                  <a:lnTo>
                    <a:pt x="3781716" y="1070679"/>
                  </a:lnTo>
                  <a:lnTo>
                    <a:pt x="3781716" y="1065768"/>
                  </a:lnTo>
                  <a:lnTo>
                    <a:pt x="3781810" y="1065768"/>
                  </a:lnTo>
                  <a:lnTo>
                    <a:pt x="3781905" y="1065768"/>
                  </a:lnTo>
                  <a:lnTo>
                    <a:pt x="3781999" y="1065768"/>
                  </a:lnTo>
                  <a:lnTo>
                    <a:pt x="3782093" y="1065768"/>
                  </a:lnTo>
                  <a:lnTo>
                    <a:pt x="3782187" y="1065768"/>
                  </a:lnTo>
                  <a:lnTo>
                    <a:pt x="3782187" y="1060856"/>
                  </a:lnTo>
                  <a:lnTo>
                    <a:pt x="3782281" y="1060856"/>
                  </a:lnTo>
                  <a:lnTo>
                    <a:pt x="3782375" y="1060856"/>
                  </a:lnTo>
                  <a:lnTo>
                    <a:pt x="3782470" y="1060856"/>
                  </a:lnTo>
                  <a:lnTo>
                    <a:pt x="3782564" y="1060856"/>
                  </a:lnTo>
                  <a:lnTo>
                    <a:pt x="3782658" y="1060856"/>
                  </a:lnTo>
                  <a:lnTo>
                    <a:pt x="3782752" y="1060856"/>
                  </a:lnTo>
                  <a:lnTo>
                    <a:pt x="3782846" y="1060856"/>
                  </a:lnTo>
                  <a:lnTo>
                    <a:pt x="3782940" y="1060856"/>
                  </a:lnTo>
                  <a:lnTo>
                    <a:pt x="3783034" y="1060856"/>
                  </a:lnTo>
                  <a:lnTo>
                    <a:pt x="3783129" y="1060856"/>
                  </a:lnTo>
                  <a:lnTo>
                    <a:pt x="3783223" y="1060856"/>
                  </a:lnTo>
                  <a:lnTo>
                    <a:pt x="3783317" y="1060856"/>
                  </a:lnTo>
                  <a:lnTo>
                    <a:pt x="3783411" y="1060856"/>
                  </a:lnTo>
                  <a:lnTo>
                    <a:pt x="3783505" y="1060856"/>
                  </a:lnTo>
                  <a:lnTo>
                    <a:pt x="3783599" y="1060856"/>
                  </a:lnTo>
                  <a:lnTo>
                    <a:pt x="3783694" y="1060856"/>
                  </a:lnTo>
                  <a:lnTo>
                    <a:pt x="3783788" y="1060856"/>
                  </a:lnTo>
                  <a:lnTo>
                    <a:pt x="3783882" y="1060856"/>
                  </a:lnTo>
                  <a:lnTo>
                    <a:pt x="3783976" y="1060856"/>
                  </a:lnTo>
                  <a:lnTo>
                    <a:pt x="3784070" y="1060856"/>
                  </a:lnTo>
                  <a:lnTo>
                    <a:pt x="3784164" y="1060856"/>
                  </a:lnTo>
                  <a:lnTo>
                    <a:pt x="3784258" y="1060856"/>
                  </a:lnTo>
                  <a:lnTo>
                    <a:pt x="3784353" y="1060856"/>
                  </a:lnTo>
                  <a:lnTo>
                    <a:pt x="3784447" y="1060856"/>
                  </a:lnTo>
                  <a:lnTo>
                    <a:pt x="3784541" y="1060856"/>
                  </a:lnTo>
                  <a:lnTo>
                    <a:pt x="3784635" y="1060856"/>
                  </a:lnTo>
                  <a:lnTo>
                    <a:pt x="3784729" y="1060856"/>
                  </a:lnTo>
                  <a:lnTo>
                    <a:pt x="3784823" y="1060856"/>
                  </a:lnTo>
                  <a:lnTo>
                    <a:pt x="3784918" y="1060856"/>
                  </a:lnTo>
                  <a:lnTo>
                    <a:pt x="3784918" y="1055945"/>
                  </a:lnTo>
                  <a:lnTo>
                    <a:pt x="3785012" y="1055945"/>
                  </a:lnTo>
                  <a:lnTo>
                    <a:pt x="3785106" y="1055945"/>
                  </a:lnTo>
                  <a:lnTo>
                    <a:pt x="3785200" y="1055945"/>
                  </a:lnTo>
                  <a:lnTo>
                    <a:pt x="3785294" y="1055945"/>
                  </a:lnTo>
                  <a:lnTo>
                    <a:pt x="3785388" y="1055945"/>
                  </a:lnTo>
                  <a:lnTo>
                    <a:pt x="3785482" y="1055945"/>
                  </a:lnTo>
                  <a:lnTo>
                    <a:pt x="3785577" y="1055945"/>
                  </a:lnTo>
                  <a:lnTo>
                    <a:pt x="3785671" y="1055945"/>
                  </a:lnTo>
                  <a:lnTo>
                    <a:pt x="3785765" y="1055945"/>
                  </a:lnTo>
                  <a:lnTo>
                    <a:pt x="3785859" y="1055945"/>
                  </a:lnTo>
                  <a:lnTo>
                    <a:pt x="3785953" y="1055945"/>
                  </a:lnTo>
                  <a:lnTo>
                    <a:pt x="3786047" y="1055945"/>
                  </a:lnTo>
                  <a:lnTo>
                    <a:pt x="3786141" y="1055945"/>
                  </a:lnTo>
                  <a:lnTo>
                    <a:pt x="3786236" y="1055945"/>
                  </a:lnTo>
                  <a:lnTo>
                    <a:pt x="3786330" y="1055945"/>
                  </a:lnTo>
                  <a:lnTo>
                    <a:pt x="3786424" y="1055945"/>
                  </a:lnTo>
                  <a:lnTo>
                    <a:pt x="3786518" y="1055945"/>
                  </a:lnTo>
                  <a:lnTo>
                    <a:pt x="3786612" y="1055945"/>
                  </a:lnTo>
                  <a:lnTo>
                    <a:pt x="3786706" y="1055945"/>
                  </a:lnTo>
                  <a:lnTo>
                    <a:pt x="3786801" y="1055945"/>
                  </a:lnTo>
                  <a:lnTo>
                    <a:pt x="3786895" y="1055945"/>
                  </a:lnTo>
                  <a:lnTo>
                    <a:pt x="3786989" y="1055945"/>
                  </a:lnTo>
                  <a:lnTo>
                    <a:pt x="3787083" y="1055945"/>
                  </a:lnTo>
                  <a:lnTo>
                    <a:pt x="3787177" y="1055945"/>
                  </a:lnTo>
                  <a:lnTo>
                    <a:pt x="3787177" y="1051034"/>
                  </a:lnTo>
                  <a:lnTo>
                    <a:pt x="3787271" y="1051034"/>
                  </a:lnTo>
                  <a:lnTo>
                    <a:pt x="3787365" y="1051034"/>
                  </a:lnTo>
                  <a:lnTo>
                    <a:pt x="3787460" y="1051034"/>
                  </a:lnTo>
                  <a:lnTo>
                    <a:pt x="3787554" y="1051034"/>
                  </a:lnTo>
                  <a:lnTo>
                    <a:pt x="3787648" y="1051034"/>
                  </a:lnTo>
                  <a:lnTo>
                    <a:pt x="3787742" y="1051034"/>
                  </a:lnTo>
                  <a:lnTo>
                    <a:pt x="3787836" y="1051034"/>
                  </a:lnTo>
                  <a:lnTo>
                    <a:pt x="3787930" y="1051034"/>
                  </a:lnTo>
                  <a:lnTo>
                    <a:pt x="3788025" y="1051034"/>
                  </a:lnTo>
                  <a:lnTo>
                    <a:pt x="3788119" y="1051034"/>
                  </a:lnTo>
                  <a:lnTo>
                    <a:pt x="3788213" y="1051034"/>
                  </a:lnTo>
                  <a:lnTo>
                    <a:pt x="3788307" y="1051034"/>
                  </a:lnTo>
                  <a:lnTo>
                    <a:pt x="3788401" y="1051034"/>
                  </a:lnTo>
                  <a:lnTo>
                    <a:pt x="3788495" y="1051034"/>
                  </a:lnTo>
                  <a:lnTo>
                    <a:pt x="3788495" y="1046122"/>
                  </a:lnTo>
                  <a:lnTo>
                    <a:pt x="3788589" y="1046122"/>
                  </a:lnTo>
                  <a:lnTo>
                    <a:pt x="3788684" y="1046122"/>
                  </a:lnTo>
                  <a:lnTo>
                    <a:pt x="3788778" y="1046122"/>
                  </a:lnTo>
                  <a:lnTo>
                    <a:pt x="3788872" y="1046122"/>
                  </a:lnTo>
                  <a:lnTo>
                    <a:pt x="3788966" y="1046122"/>
                  </a:lnTo>
                  <a:lnTo>
                    <a:pt x="3789060" y="1046122"/>
                  </a:lnTo>
                  <a:lnTo>
                    <a:pt x="3789154" y="1046122"/>
                  </a:lnTo>
                  <a:lnTo>
                    <a:pt x="3789249" y="1046122"/>
                  </a:lnTo>
                  <a:lnTo>
                    <a:pt x="3789343" y="1046122"/>
                  </a:lnTo>
                  <a:lnTo>
                    <a:pt x="3789437" y="1046122"/>
                  </a:lnTo>
                  <a:lnTo>
                    <a:pt x="3789531" y="1046122"/>
                  </a:lnTo>
                  <a:lnTo>
                    <a:pt x="3789625" y="1046122"/>
                  </a:lnTo>
                  <a:lnTo>
                    <a:pt x="3789719" y="1046122"/>
                  </a:lnTo>
                  <a:lnTo>
                    <a:pt x="3789813" y="1046122"/>
                  </a:lnTo>
                  <a:lnTo>
                    <a:pt x="3789908" y="1046122"/>
                  </a:lnTo>
                  <a:lnTo>
                    <a:pt x="3790002" y="1046122"/>
                  </a:lnTo>
                  <a:lnTo>
                    <a:pt x="3790096" y="1046122"/>
                  </a:lnTo>
                  <a:lnTo>
                    <a:pt x="3790190" y="1046122"/>
                  </a:lnTo>
                  <a:lnTo>
                    <a:pt x="3790284" y="1046122"/>
                  </a:lnTo>
                  <a:lnTo>
                    <a:pt x="3790378" y="1046122"/>
                  </a:lnTo>
                  <a:lnTo>
                    <a:pt x="3790472" y="1046122"/>
                  </a:lnTo>
                  <a:lnTo>
                    <a:pt x="3790567" y="1046122"/>
                  </a:lnTo>
                  <a:lnTo>
                    <a:pt x="3790661" y="1046122"/>
                  </a:lnTo>
                  <a:lnTo>
                    <a:pt x="3790755" y="1046122"/>
                  </a:lnTo>
                  <a:lnTo>
                    <a:pt x="3790849" y="1046122"/>
                  </a:lnTo>
                  <a:lnTo>
                    <a:pt x="3790943" y="1046122"/>
                  </a:lnTo>
                  <a:lnTo>
                    <a:pt x="3791037" y="1046122"/>
                  </a:lnTo>
                  <a:lnTo>
                    <a:pt x="3791132" y="1046122"/>
                  </a:lnTo>
                  <a:lnTo>
                    <a:pt x="3791226" y="1046122"/>
                  </a:lnTo>
                  <a:lnTo>
                    <a:pt x="3791320" y="1046122"/>
                  </a:lnTo>
                  <a:lnTo>
                    <a:pt x="3791414" y="1046122"/>
                  </a:lnTo>
                  <a:lnTo>
                    <a:pt x="3791508" y="1046122"/>
                  </a:lnTo>
                  <a:lnTo>
                    <a:pt x="3791602" y="1046122"/>
                  </a:lnTo>
                  <a:lnTo>
                    <a:pt x="3791696" y="1046122"/>
                  </a:lnTo>
                  <a:lnTo>
                    <a:pt x="3791791" y="1046122"/>
                  </a:lnTo>
                  <a:lnTo>
                    <a:pt x="3791885" y="1046122"/>
                  </a:lnTo>
                  <a:lnTo>
                    <a:pt x="3791979" y="1046122"/>
                  </a:lnTo>
                  <a:lnTo>
                    <a:pt x="3792073" y="1046122"/>
                  </a:lnTo>
                  <a:lnTo>
                    <a:pt x="3792167" y="1046122"/>
                  </a:lnTo>
                  <a:lnTo>
                    <a:pt x="3792261" y="1046122"/>
                  </a:lnTo>
                  <a:lnTo>
                    <a:pt x="3792356" y="1046122"/>
                  </a:lnTo>
                  <a:lnTo>
                    <a:pt x="3792450" y="1046122"/>
                  </a:lnTo>
                  <a:lnTo>
                    <a:pt x="3792544" y="1046122"/>
                  </a:lnTo>
                  <a:lnTo>
                    <a:pt x="3792638" y="1046122"/>
                  </a:lnTo>
                  <a:lnTo>
                    <a:pt x="3792638" y="1041211"/>
                  </a:lnTo>
                  <a:lnTo>
                    <a:pt x="3792732" y="1041211"/>
                  </a:lnTo>
                  <a:lnTo>
                    <a:pt x="3792826" y="1041211"/>
                  </a:lnTo>
                  <a:lnTo>
                    <a:pt x="3792920" y="1041211"/>
                  </a:lnTo>
                  <a:lnTo>
                    <a:pt x="3793015" y="1041211"/>
                  </a:lnTo>
                  <a:lnTo>
                    <a:pt x="3793109" y="1041211"/>
                  </a:lnTo>
                  <a:lnTo>
                    <a:pt x="3793203" y="1041211"/>
                  </a:lnTo>
                  <a:lnTo>
                    <a:pt x="3793297" y="1041211"/>
                  </a:lnTo>
                  <a:lnTo>
                    <a:pt x="3793391" y="1041211"/>
                  </a:lnTo>
                  <a:lnTo>
                    <a:pt x="3793485" y="1041211"/>
                  </a:lnTo>
                  <a:lnTo>
                    <a:pt x="3793580" y="1041211"/>
                  </a:lnTo>
                  <a:lnTo>
                    <a:pt x="3793674" y="1041211"/>
                  </a:lnTo>
                  <a:lnTo>
                    <a:pt x="3793768" y="1041211"/>
                  </a:lnTo>
                  <a:lnTo>
                    <a:pt x="3793862" y="1041211"/>
                  </a:lnTo>
                  <a:lnTo>
                    <a:pt x="3793956" y="1041211"/>
                  </a:lnTo>
                  <a:lnTo>
                    <a:pt x="3794050" y="1041211"/>
                  </a:lnTo>
                  <a:lnTo>
                    <a:pt x="3794144" y="1041211"/>
                  </a:lnTo>
                  <a:lnTo>
                    <a:pt x="3794239" y="1041211"/>
                  </a:lnTo>
                  <a:lnTo>
                    <a:pt x="3794333" y="1041211"/>
                  </a:lnTo>
                  <a:lnTo>
                    <a:pt x="3794427" y="1041211"/>
                  </a:lnTo>
                  <a:lnTo>
                    <a:pt x="3794521" y="1041211"/>
                  </a:lnTo>
                  <a:lnTo>
                    <a:pt x="3794615" y="1041211"/>
                  </a:lnTo>
                  <a:lnTo>
                    <a:pt x="3794709" y="1041211"/>
                  </a:lnTo>
                  <a:lnTo>
                    <a:pt x="3794709" y="1036300"/>
                  </a:lnTo>
                  <a:lnTo>
                    <a:pt x="3794803" y="1036300"/>
                  </a:lnTo>
                  <a:lnTo>
                    <a:pt x="3794898" y="1036300"/>
                  </a:lnTo>
                  <a:lnTo>
                    <a:pt x="3794992" y="1036300"/>
                  </a:lnTo>
                  <a:lnTo>
                    <a:pt x="3795086" y="1036300"/>
                  </a:lnTo>
                  <a:lnTo>
                    <a:pt x="3795180" y="1036300"/>
                  </a:lnTo>
                  <a:lnTo>
                    <a:pt x="3795274" y="1036300"/>
                  </a:lnTo>
                  <a:lnTo>
                    <a:pt x="3795368" y="1036300"/>
                  </a:lnTo>
                  <a:lnTo>
                    <a:pt x="3795463" y="1036300"/>
                  </a:lnTo>
                  <a:lnTo>
                    <a:pt x="3795557" y="1036300"/>
                  </a:lnTo>
                  <a:lnTo>
                    <a:pt x="3795651" y="1036300"/>
                  </a:lnTo>
                  <a:lnTo>
                    <a:pt x="3795745" y="1036300"/>
                  </a:lnTo>
                  <a:lnTo>
                    <a:pt x="3795839" y="1036300"/>
                  </a:lnTo>
                  <a:lnTo>
                    <a:pt x="3795933" y="1036300"/>
                  </a:lnTo>
                  <a:lnTo>
                    <a:pt x="3796027" y="1036300"/>
                  </a:lnTo>
                  <a:lnTo>
                    <a:pt x="3796122" y="1036300"/>
                  </a:lnTo>
                  <a:lnTo>
                    <a:pt x="3796216" y="1036300"/>
                  </a:lnTo>
                  <a:lnTo>
                    <a:pt x="3796310" y="1036300"/>
                  </a:lnTo>
                  <a:lnTo>
                    <a:pt x="3796404" y="1036300"/>
                  </a:lnTo>
                  <a:lnTo>
                    <a:pt x="3796498" y="1036300"/>
                  </a:lnTo>
                  <a:lnTo>
                    <a:pt x="3796592" y="1036300"/>
                  </a:lnTo>
                  <a:lnTo>
                    <a:pt x="3796687" y="1036300"/>
                  </a:lnTo>
                  <a:lnTo>
                    <a:pt x="3796781" y="1036300"/>
                  </a:lnTo>
                  <a:lnTo>
                    <a:pt x="3796875" y="1036300"/>
                  </a:lnTo>
                  <a:lnTo>
                    <a:pt x="3796969" y="1036300"/>
                  </a:lnTo>
                  <a:lnTo>
                    <a:pt x="3797063" y="1036300"/>
                  </a:lnTo>
                  <a:lnTo>
                    <a:pt x="3797157" y="1036300"/>
                  </a:lnTo>
                  <a:lnTo>
                    <a:pt x="3797251" y="1036300"/>
                  </a:lnTo>
                  <a:lnTo>
                    <a:pt x="3797346" y="1036300"/>
                  </a:lnTo>
                  <a:lnTo>
                    <a:pt x="3797440" y="1036300"/>
                  </a:lnTo>
                  <a:lnTo>
                    <a:pt x="3797534" y="1036300"/>
                  </a:lnTo>
                  <a:lnTo>
                    <a:pt x="3797628" y="1036300"/>
                  </a:lnTo>
                  <a:lnTo>
                    <a:pt x="3797722" y="1036300"/>
                  </a:lnTo>
                  <a:lnTo>
                    <a:pt x="3797816" y="1036300"/>
                  </a:lnTo>
                  <a:lnTo>
                    <a:pt x="3797911" y="1036300"/>
                  </a:lnTo>
                  <a:lnTo>
                    <a:pt x="3798005" y="1036300"/>
                  </a:lnTo>
                  <a:lnTo>
                    <a:pt x="3798099" y="1036300"/>
                  </a:lnTo>
                  <a:lnTo>
                    <a:pt x="3798193" y="1036300"/>
                  </a:lnTo>
                  <a:lnTo>
                    <a:pt x="3798287" y="1036300"/>
                  </a:lnTo>
                  <a:lnTo>
                    <a:pt x="3798381" y="1036300"/>
                  </a:lnTo>
                  <a:lnTo>
                    <a:pt x="3798475" y="1036300"/>
                  </a:lnTo>
                  <a:lnTo>
                    <a:pt x="3798570" y="1036300"/>
                  </a:lnTo>
                  <a:lnTo>
                    <a:pt x="3798664" y="1036300"/>
                  </a:lnTo>
                  <a:lnTo>
                    <a:pt x="3798758" y="1036300"/>
                  </a:lnTo>
                  <a:lnTo>
                    <a:pt x="3798852" y="1036300"/>
                  </a:lnTo>
                  <a:lnTo>
                    <a:pt x="3798946" y="1036300"/>
                  </a:lnTo>
                  <a:lnTo>
                    <a:pt x="3799040" y="1036300"/>
                  </a:lnTo>
                  <a:lnTo>
                    <a:pt x="3799134" y="1036300"/>
                  </a:lnTo>
                  <a:lnTo>
                    <a:pt x="3799229" y="1036300"/>
                  </a:lnTo>
                  <a:lnTo>
                    <a:pt x="3799323" y="1036300"/>
                  </a:lnTo>
                  <a:lnTo>
                    <a:pt x="3799417" y="1036300"/>
                  </a:lnTo>
                  <a:lnTo>
                    <a:pt x="3799511" y="1036300"/>
                  </a:lnTo>
                  <a:lnTo>
                    <a:pt x="3799605" y="1036300"/>
                  </a:lnTo>
                  <a:lnTo>
                    <a:pt x="3799699" y="1036300"/>
                  </a:lnTo>
                  <a:lnTo>
                    <a:pt x="3799794" y="1036300"/>
                  </a:lnTo>
                  <a:lnTo>
                    <a:pt x="3799888" y="1036300"/>
                  </a:lnTo>
                  <a:lnTo>
                    <a:pt x="3799982" y="1036300"/>
                  </a:lnTo>
                  <a:lnTo>
                    <a:pt x="3800076" y="1036300"/>
                  </a:lnTo>
                  <a:lnTo>
                    <a:pt x="3800170" y="1036300"/>
                  </a:lnTo>
                  <a:lnTo>
                    <a:pt x="3800264" y="1036300"/>
                  </a:lnTo>
                  <a:lnTo>
                    <a:pt x="3800358" y="1036300"/>
                  </a:lnTo>
                  <a:lnTo>
                    <a:pt x="3800453" y="1036300"/>
                  </a:lnTo>
                  <a:lnTo>
                    <a:pt x="3800547" y="1036300"/>
                  </a:lnTo>
                  <a:lnTo>
                    <a:pt x="3800641" y="1036300"/>
                  </a:lnTo>
                  <a:lnTo>
                    <a:pt x="3800735" y="1036300"/>
                  </a:lnTo>
                  <a:lnTo>
                    <a:pt x="3800829" y="1036300"/>
                  </a:lnTo>
                  <a:lnTo>
                    <a:pt x="3800923" y="1036300"/>
                  </a:lnTo>
                  <a:lnTo>
                    <a:pt x="3801018" y="1036300"/>
                  </a:lnTo>
                  <a:lnTo>
                    <a:pt x="3801112" y="1036300"/>
                  </a:lnTo>
                  <a:lnTo>
                    <a:pt x="3801206" y="1036300"/>
                  </a:lnTo>
                  <a:lnTo>
                    <a:pt x="3801300" y="1036300"/>
                  </a:lnTo>
                  <a:lnTo>
                    <a:pt x="3801394" y="1036300"/>
                  </a:lnTo>
                  <a:lnTo>
                    <a:pt x="3801488" y="1036300"/>
                  </a:lnTo>
                  <a:lnTo>
                    <a:pt x="3801488" y="1031388"/>
                  </a:lnTo>
                  <a:lnTo>
                    <a:pt x="3801582" y="1031388"/>
                  </a:lnTo>
                  <a:lnTo>
                    <a:pt x="3801677" y="1031388"/>
                  </a:lnTo>
                  <a:lnTo>
                    <a:pt x="3801771" y="1031388"/>
                  </a:lnTo>
                  <a:lnTo>
                    <a:pt x="3801865" y="1031388"/>
                  </a:lnTo>
                  <a:lnTo>
                    <a:pt x="3801959" y="1031388"/>
                  </a:lnTo>
                  <a:lnTo>
                    <a:pt x="3802053" y="1031388"/>
                  </a:lnTo>
                  <a:lnTo>
                    <a:pt x="3802147" y="1031388"/>
                  </a:lnTo>
                  <a:lnTo>
                    <a:pt x="3802242" y="1031388"/>
                  </a:lnTo>
                  <a:lnTo>
                    <a:pt x="3802336" y="1031388"/>
                  </a:lnTo>
                  <a:lnTo>
                    <a:pt x="3802430" y="1031388"/>
                  </a:lnTo>
                  <a:lnTo>
                    <a:pt x="3802524" y="1031388"/>
                  </a:lnTo>
                  <a:lnTo>
                    <a:pt x="3802618" y="1031388"/>
                  </a:lnTo>
                  <a:lnTo>
                    <a:pt x="3802712" y="1031388"/>
                  </a:lnTo>
                  <a:lnTo>
                    <a:pt x="3802806" y="1031388"/>
                  </a:lnTo>
                  <a:lnTo>
                    <a:pt x="3802901" y="1031388"/>
                  </a:lnTo>
                  <a:lnTo>
                    <a:pt x="3802995" y="1031388"/>
                  </a:lnTo>
                  <a:lnTo>
                    <a:pt x="3803089" y="1031388"/>
                  </a:lnTo>
                  <a:lnTo>
                    <a:pt x="3803183" y="1031388"/>
                  </a:lnTo>
                  <a:lnTo>
                    <a:pt x="3803277" y="1031388"/>
                  </a:lnTo>
                  <a:lnTo>
                    <a:pt x="3803371" y="1031388"/>
                  </a:lnTo>
                  <a:lnTo>
                    <a:pt x="3803465" y="1031388"/>
                  </a:lnTo>
                  <a:lnTo>
                    <a:pt x="3803560" y="1031388"/>
                  </a:lnTo>
                  <a:lnTo>
                    <a:pt x="3803654" y="1031388"/>
                  </a:lnTo>
                  <a:lnTo>
                    <a:pt x="3803748" y="1031388"/>
                  </a:lnTo>
                  <a:lnTo>
                    <a:pt x="3803842" y="1031388"/>
                  </a:lnTo>
                  <a:lnTo>
                    <a:pt x="3803936" y="1031388"/>
                  </a:lnTo>
                  <a:lnTo>
                    <a:pt x="3804030" y="1031388"/>
                  </a:lnTo>
                  <a:lnTo>
                    <a:pt x="3804125" y="1031388"/>
                  </a:lnTo>
                  <a:lnTo>
                    <a:pt x="3804219" y="1031388"/>
                  </a:lnTo>
                  <a:lnTo>
                    <a:pt x="3804313" y="1031388"/>
                  </a:lnTo>
                  <a:lnTo>
                    <a:pt x="3804407" y="1031388"/>
                  </a:lnTo>
                  <a:lnTo>
                    <a:pt x="3804501" y="1031388"/>
                  </a:lnTo>
                  <a:lnTo>
                    <a:pt x="3804595" y="1031388"/>
                  </a:lnTo>
                  <a:lnTo>
                    <a:pt x="3804689" y="1031388"/>
                  </a:lnTo>
                  <a:lnTo>
                    <a:pt x="3804784" y="1031388"/>
                  </a:lnTo>
                  <a:lnTo>
                    <a:pt x="3804878" y="1031388"/>
                  </a:lnTo>
                  <a:lnTo>
                    <a:pt x="3804972" y="1031388"/>
                  </a:lnTo>
                  <a:lnTo>
                    <a:pt x="3805066" y="1031388"/>
                  </a:lnTo>
                  <a:lnTo>
                    <a:pt x="3805160" y="1031388"/>
                  </a:lnTo>
                  <a:lnTo>
                    <a:pt x="3805254" y="1031388"/>
                  </a:lnTo>
                  <a:lnTo>
                    <a:pt x="3805349" y="1031388"/>
                  </a:lnTo>
                  <a:lnTo>
                    <a:pt x="3805443" y="1031388"/>
                  </a:lnTo>
                  <a:lnTo>
                    <a:pt x="3805537" y="1031388"/>
                  </a:lnTo>
                  <a:lnTo>
                    <a:pt x="3805631" y="1031388"/>
                  </a:lnTo>
                  <a:lnTo>
                    <a:pt x="3805725" y="1031388"/>
                  </a:lnTo>
                  <a:lnTo>
                    <a:pt x="3805819" y="1031388"/>
                  </a:lnTo>
                  <a:lnTo>
                    <a:pt x="3805913" y="1031388"/>
                  </a:lnTo>
                  <a:lnTo>
                    <a:pt x="3806008" y="1031388"/>
                  </a:lnTo>
                  <a:lnTo>
                    <a:pt x="3806102" y="1031388"/>
                  </a:lnTo>
                  <a:lnTo>
                    <a:pt x="3806196" y="1031388"/>
                  </a:lnTo>
                  <a:lnTo>
                    <a:pt x="3806290" y="1031388"/>
                  </a:lnTo>
                  <a:lnTo>
                    <a:pt x="3806384" y="1031388"/>
                  </a:lnTo>
                  <a:lnTo>
                    <a:pt x="3806478" y="1031388"/>
                  </a:lnTo>
                  <a:lnTo>
                    <a:pt x="3806573" y="1031388"/>
                  </a:lnTo>
                  <a:lnTo>
                    <a:pt x="3806667" y="1031388"/>
                  </a:lnTo>
                  <a:lnTo>
                    <a:pt x="3806761" y="1031388"/>
                  </a:lnTo>
                  <a:lnTo>
                    <a:pt x="3806855" y="1031388"/>
                  </a:lnTo>
                  <a:lnTo>
                    <a:pt x="3806949" y="1031388"/>
                  </a:lnTo>
                  <a:lnTo>
                    <a:pt x="3807043" y="1031388"/>
                  </a:lnTo>
                  <a:lnTo>
                    <a:pt x="3807137" y="1031388"/>
                  </a:lnTo>
                  <a:lnTo>
                    <a:pt x="3807232" y="1031388"/>
                  </a:lnTo>
                  <a:lnTo>
                    <a:pt x="3807326" y="1031388"/>
                  </a:lnTo>
                  <a:lnTo>
                    <a:pt x="3807420" y="1031388"/>
                  </a:lnTo>
                  <a:lnTo>
                    <a:pt x="3807514" y="1031388"/>
                  </a:lnTo>
                  <a:lnTo>
                    <a:pt x="3807608" y="1031388"/>
                  </a:lnTo>
                  <a:lnTo>
                    <a:pt x="3807702" y="1031388"/>
                  </a:lnTo>
                  <a:lnTo>
                    <a:pt x="3807796" y="1031388"/>
                  </a:lnTo>
                  <a:lnTo>
                    <a:pt x="3807891" y="1031388"/>
                  </a:lnTo>
                  <a:lnTo>
                    <a:pt x="3807985" y="1031388"/>
                  </a:lnTo>
                  <a:lnTo>
                    <a:pt x="3808079" y="1031388"/>
                  </a:lnTo>
                  <a:lnTo>
                    <a:pt x="3808173" y="1031388"/>
                  </a:lnTo>
                  <a:lnTo>
                    <a:pt x="3808267" y="1031388"/>
                  </a:lnTo>
                  <a:lnTo>
                    <a:pt x="3808361" y="1031388"/>
                  </a:lnTo>
                  <a:lnTo>
                    <a:pt x="3808456" y="1031388"/>
                  </a:lnTo>
                  <a:lnTo>
                    <a:pt x="3808550" y="1031388"/>
                  </a:lnTo>
                  <a:lnTo>
                    <a:pt x="3808644" y="1031388"/>
                  </a:lnTo>
                  <a:lnTo>
                    <a:pt x="3808738" y="1031388"/>
                  </a:lnTo>
                  <a:lnTo>
                    <a:pt x="3808832" y="1031388"/>
                  </a:lnTo>
                  <a:lnTo>
                    <a:pt x="3808926" y="1031388"/>
                  </a:lnTo>
                  <a:lnTo>
                    <a:pt x="3809020" y="1031388"/>
                  </a:lnTo>
                  <a:lnTo>
                    <a:pt x="3809115" y="1031388"/>
                  </a:lnTo>
                  <a:lnTo>
                    <a:pt x="3809209" y="1031388"/>
                  </a:lnTo>
                  <a:lnTo>
                    <a:pt x="3809303" y="1031388"/>
                  </a:lnTo>
                  <a:lnTo>
                    <a:pt x="3809397" y="1031388"/>
                  </a:lnTo>
                  <a:lnTo>
                    <a:pt x="3809491" y="1031388"/>
                  </a:lnTo>
                  <a:lnTo>
                    <a:pt x="3809585" y="1031388"/>
                  </a:lnTo>
                  <a:lnTo>
                    <a:pt x="3809680" y="1031388"/>
                  </a:lnTo>
                  <a:lnTo>
                    <a:pt x="3809774" y="1031388"/>
                  </a:lnTo>
                  <a:lnTo>
                    <a:pt x="3809868" y="1031388"/>
                  </a:lnTo>
                  <a:lnTo>
                    <a:pt x="3809962" y="1031388"/>
                  </a:lnTo>
                  <a:lnTo>
                    <a:pt x="3810056" y="1031388"/>
                  </a:lnTo>
                  <a:lnTo>
                    <a:pt x="3810150" y="1031388"/>
                  </a:lnTo>
                  <a:lnTo>
                    <a:pt x="3810244" y="1031388"/>
                  </a:lnTo>
                  <a:lnTo>
                    <a:pt x="3810339" y="1031388"/>
                  </a:lnTo>
                  <a:lnTo>
                    <a:pt x="3810339" y="1026477"/>
                  </a:lnTo>
                  <a:lnTo>
                    <a:pt x="3810433" y="1026477"/>
                  </a:lnTo>
                  <a:lnTo>
                    <a:pt x="3810527" y="1026477"/>
                  </a:lnTo>
                  <a:lnTo>
                    <a:pt x="3810621" y="1026477"/>
                  </a:lnTo>
                  <a:lnTo>
                    <a:pt x="3810715" y="1026477"/>
                  </a:lnTo>
                  <a:lnTo>
                    <a:pt x="3810809" y="1026477"/>
                  </a:lnTo>
                  <a:lnTo>
                    <a:pt x="3810904" y="1026477"/>
                  </a:lnTo>
                  <a:lnTo>
                    <a:pt x="3810998" y="1026477"/>
                  </a:lnTo>
                  <a:lnTo>
                    <a:pt x="3811092" y="1026477"/>
                  </a:lnTo>
                  <a:lnTo>
                    <a:pt x="3811186" y="1026477"/>
                  </a:lnTo>
                  <a:lnTo>
                    <a:pt x="3811280" y="1026477"/>
                  </a:lnTo>
                  <a:lnTo>
                    <a:pt x="3811374" y="1026477"/>
                  </a:lnTo>
                  <a:lnTo>
                    <a:pt x="3811468" y="1026477"/>
                  </a:lnTo>
                  <a:lnTo>
                    <a:pt x="3811563" y="1026477"/>
                  </a:lnTo>
                  <a:lnTo>
                    <a:pt x="3811657" y="1026477"/>
                  </a:lnTo>
                  <a:lnTo>
                    <a:pt x="3811751" y="1026477"/>
                  </a:lnTo>
                  <a:lnTo>
                    <a:pt x="3811845" y="1026477"/>
                  </a:lnTo>
                  <a:lnTo>
                    <a:pt x="3811939" y="1026477"/>
                  </a:lnTo>
                  <a:lnTo>
                    <a:pt x="3812033" y="1026477"/>
                  </a:lnTo>
                  <a:lnTo>
                    <a:pt x="3812127" y="1026477"/>
                  </a:lnTo>
                  <a:lnTo>
                    <a:pt x="3812222" y="1026477"/>
                  </a:lnTo>
                  <a:lnTo>
                    <a:pt x="3812316" y="1026477"/>
                  </a:lnTo>
                  <a:lnTo>
                    <a:pt x="3812410" y="1026477"/>
                  </a:lnTo>
                  <a:lnTo>
                    <a:pt x="3812504" y="1026477"/>
                  </a:lnTo>
                  <a:lnTo>
                    <a:pt x="3812598" y="1026477"/>
                  </a:lnTo>
                  <a:lnTo>
                    <a:pt x="3812692" y="1026477"/>
                  </a:lnTo>
                  <a:lnTo>
                    <a:pt x="3812787" y="1026477"/>
                  </a:lnTo>
                  <a:lnTo>
                    <a:pt x="3812881" y="1026477"/>
                  </a:lnTo>
                  <a:lnTo>
                    <a:pt x="3812975" y="1026477"/>
                  </a:lnTo>
                  <a:lnTo>
                    <a:pt x="3813069" y="1026477"/>
                  </a:lnTo>
                  <a:lnTo>
                    <a:pt x="3813163" y="1026477"/>
                  </a:lnTo>
                  <a:lnTo>
                    <a:pt x="3813257" y="1026477"/>
                  </a:lnTo>
                  <a:lnTo>
                    <a:pt x="3813351" y="1026477"/>
                  </a:lnTo>
                  <a:lnTo>
                    <a:pt x="3813446" y="1026477"/>
                  </a:lnTo>
                  <a:lnTo>
                    <a:pt x="3813540" y="1026477"/>
                  </a:lnTo>
                  <a:lnTo>
                    <a:pt x="3813634" y="1026477"/>
                  </a:lnTo>
                  <a:lnTo>
                    <a:pt x="3813728" y="1026477"/>
                  </a:lnTo>
                  <a:lnTo>
                    <a:pt x="3813822" y="1026477"/>
                  </a:lnTo>
                  <a:lnTo>
                    <a:pt x="3813916" y="1026477"/>
                  </a:lnTo>
                  <a:lnTo>
                    <a:pt x="3814011" y="1026477"/>
                  </a:lnTo>
                  <a:lnTo>
                    <a:pt x="3814105" y="1026477"/>
                  </a:lnTo>
                  <a:lnTo>
                    <a:pt x="3814199" y="1026477"/>
                  </a:lnTo>
                  <a:lnTo>
                    <a:pt x="3814293" y="1026477"/>
                  </a:lnTo>
                  <a:lnTo>
                    <a:pt x="3814387" y="1026477"/>
                  </a:lnTo>
                  <a:lnTo>
                    <a:pt x="3814481" y="1026477"/>
                  </a:lnTo>
                  <a:lnTo>
                    <a:pt x="3814575" y="1026477"/>
                  </a:lnTo>
                  <a:lnTo>
                    <a:pt x="3814670" y="1026477"/>
                  </a:lnTo>
                  <a:lnTo>
                    <a:pt x="3814764" y="1026477"/>
                  </a:lnTo>
                  <a:lnTo>
                    <a:pt x="3814858" y="1026477"/>
                  </a:lnTo>
                  <a:lnTo>
                    <a:pt x="3814952" y="1026477"/>
                  </a:lnTo>
                  <a:lnTo>
                    <a:pt x="3815046" y="1026477"/>
                  </a:lnTo>
                  <a:lnTo>
                    <a:pt x="3815140" y="1026477"/>
                  </a:lnTo>
                  <a:lnTo>
                    <a:pt x="3815235" y="1026477"/>
                  </a:lnTo>
                  <a:lnTo>
                    <a:pt x="3815329" y="1026477"/>
                  </a:lnTo>
                  <a:lnTo>
                    <a:pt x="3815423" y="1026477"/>
                  </a:lnTo>
                  <a:lnTo>
                    <a:pt x="3815517" y="1026477"/>
                  </a:lnTo>
                  <a:lnTo>
                    <a:pt x="3815611" y="1026477"/>
                  </a:lnTo>
                  <a:lnTo>
                    <a:pt x="3815705" y="1026477"/>
                  </a:lnTo>
                  <a:lnTo>
                    <a:pt x="3815799" y="1026477"/>
                  </a:lnTo>
                  <a:lnTo>
                    <a:pt x="3815894" y="1026477"/>
                  </a:lnTo>
                  <a:lnTo>
                    <a:pt x="3815988" y="1026477"/>
                  </a:lnTo>
                  <a:lnTo>
                    <a:pt x="3816082" y="1026477"/>
                  </a:lnTo>
                  <a:lnTo>
                    <a:pt x="3816176" y="1026477"/>
                  </a:lnTo>
                  <a:lnTo>
                    <a:pt x="3816270" y="1026477"/>
                  </a:lnTo>
                  <a:lnTo>
                    <a:pt x="3816364" y="1026477"/>
                  </a:lnTo>
                  <a:lnTo>
                    <a:pt x="3816458" y="1026477"/>
                  </a:lnTo>
                  <a:lnTo>
                    <a:pt x="3816553" y="1026477"/>
                  </a:lnTo>
                  <a:lnTo>
                    <a:pt x="3816647" y="1026477"/>
                  </a:lnTo>
                  <a:lnTo>
                    <a:pt x="3816647" y="1021565"/>
                  </a:lnTo>
                  <a:lnTo>
                    <a:pt x="3816741" y="1021565"/>
                  </a:lnTo>
                  <a:lnTo>
                    <a:pt x="3816835" y="1021565"/>
                  </a:lnTo>
                  <a:lnTo>
                    <a:pt x="3816929" y="1021565"/>
                  </a:lnTo>
                  <a:lnTo>
                    <a:pt x="3817023" y="1021565"/>
                  </a:lnTo>
                  <a:lnTo>
                    <a:pt x="3817118" y="1021565"/>
                  </a:lnTo>
                  <a:lnTo>
                    <a:pt x="3817212" y="1021565"/>
                  </a:lnTo>
                  <a:lnTo>
                    <a:pt x="3817306" y="1021565"/>
                  </a:lnTo>
                  <a:lnTo>
                    <a:pt x="3817400" y="1021565"/>
                  </a:lnTo>
                  <a:lnTo>
                    <a:pt x="3817494" y="1021565"/>
                  </a:lnTo>
                  <a:lnTo>
                    <a:pt x="3817588" y="1021565"/>
                  </a:lnTo>
                  <a:lnTo>
                    <a:pt x="3817682" y="1021565"/>
                  </a:lnTo>
                  <a:lnTo>
                    <a:pt x="3817777" y="1021565"/>
                  </a:lnTo>
                  <a:lnTo>
                    <a:pt x="3817871" y="1021565"/>
                  </a:lnTo>
                  <a:lnTo>
                    <a:pt x="3817965" y="1021565"/>
                  </a:lnTo>
                  <a:lnTo>
                    <a:pt x="3818059" y="1021565"/>
                  </a:lnTo>
                  <a:lnTo>
                    <a:pt x="3818153" y="1021565"/>
                  </a:lnTo>
                  <a:lnTo>
                    <a:pt x="3818247" y="1021565"/>
                  </a:lnTo>
                  <a:lnTo>
                    <a:pt x="3818342" y="1021565"/>
                  </a:lnTo>
                  <a:lnTo>
                    <a:pt x="3818436" y="1021565"/>
                  </a:lnTo>
                  <a:lnTo>
                    <a:pt x="3818530" y="1021565"/>
                  </a:lnTo>
                  <a:lnTo>
                    <a:pt x="3818624" y="1021565"/>
                  </a:lnTo>
                  <a:lnTo>
                    <a:pt x="3818718" y="1021565"/>
                  </a:lnTo>
                  <a:lnTo>
                    <a:pt x="3818812" y="1021565"/>
                  </a:lnTo>
                  <a:lnTo>
                    <a:pt x="3818906" y="1021565"/>
                  </a:lnTo>
                  <a:lnTo>
                    <a:pt x="3819001" y="1021565"/>
                  </a:lnTo>
                  <a:lnTo>
                    <a:pt x="3819095" y="1021565"/>
                  </a:lnTo>
                  <a:lnTo>
                    <a:pt x="3819189" y="1021565"/>
                  </a:lnTo>
                  <a:lnTo>
                    <a:pt x="3819283" y="1021565"/>
                  </a:lnTo>
                  <a:lnTo>
                    <a:pt x="3819377" y="1021565"/>
                  </a:lnTo>
                  <a:lnTo>
                    <a:pt x="3819471" y="1021565"/>
                  </a:lnTo>
                  <a:lnTo>
                    <a:pt x="3819566" y="1021565"/>
                  </a:lnTo>
                  <a:lnTo>
                    <a:pt x="3819660" y="1021565"/>
                  </a:lnTo>
                  <a:lnTo>
                    <a:pt x="3819754" y="1021565"/>
                  </a:lnTo>
                  <a:lnTo>
                    <a:pt x="3819848" y="1021565"/>
                  </a:lnTo>
                  <a:lnTo>
                    <a:pt x="3819942" y="1021565"/>
                  </a:lnTo>
                  <a:lnTo>
                    <a:pt x="3820036" y="1021565"/>
                  </a:lnTo>
                  <a:lnTo>
                    <a:pt x="3820130" y="1021565"/>
                  </a:lnTo>
                  <a:lnTo>
                    <a:pt x="3820225" y="1021565"/>
                  </a:lnTo>
                  <a:lnTo>
                    <a:pt x="3820319" y="1021565"/>
                  </a:lnTo>
                  <a:lnTo>
                    <a:pt x="3820413" y="1021565"/>
                  </a:lnTo>
                  <a:lnTo>
                    <a:pt x="3820507" y="1021565"/>
                  </a:lnTo>
                  <a:lnTo>
                    <a:pt x="3820601" y="1021565"/>
                  </a:lnTo>
                  <a:lnTo>
                    <a:pt x="3820695" y="1021565"/>
                  </a:lnTo>
                  <a:lnTo>
                    <a:pt x="3820789" y="1021565"/>
                  </a:lnTo>
                  <a:lnTo>
                    <a:pt x="3820884" y="1021565"/>
                  </a:lnTo>
                  <a:lnTo>
                    <a:pt x="3820978" y="1021565"/>
                  </a:lnTo>
                  <a:lnTo>
                    <a:pt x="3821072" y="1021565"/>
                  </a:lnTo>
                  <a:lnTo>
                    <a:pt x="3821166" y="1021565"/>
                  </a:lnTo>
                  <a:lnTo>
                    <a:pt x="3821260" y="1021565"/>
                  </a:lnTo>
                  <a:lnTo>
                    <a:pt x="3821354" y="1021565"/>
                  </a:lnTo>
                  <a:lnTo>
                    <a:pt x="3821449" y="1021565"/>
                  </a:lnTo>
                  <a:lnTo>
                    <a:pt x="3821543" y="1021565"/>
                  </a:lnTo>
                  <a:lnTo>
                    <a:pt x="3821637" y="1021565"/>
                  </a:lnTo>
                  <a:lnTo>
                    <a:pt x="3821731" y="1021565"/>
                  </a:lnTo>
                  <a:lnTo>
                    <a:pt x="3821825" y="1021565"/>
                  </a:lnTo>
                  <a:lnTo>
                    <a:pt x="3821919" y="1021565"/>
                  </a:lnTo>
                  <a:lnTo>
                    <a:pt x="3822013" y="1021565"/>
                  </a:lnTo>
                  <a:lnTo>
                    <a:pt x="3822108" y="1021565"/>
                  </a:lnTo>
                  <a:lnTo>
                    <a:pt x="3822202" y="1021565"/>
                  </a:lnTo>
                  <a:lnTo>
                    <a:pt x="3822296" y="1021565"/>
                  </a:lnTo>
                  <a:lnTo>
                    <a:pt x="3822390" y="1021565"/>
                  </a:lnTo>
                  <a:lnTo>
                    <a:pt x="3822484" y="1021565"/>
                  </a:lnTo>
                  <a:lnTo>
                    <a:pt x="3822578" y="1021565"/>
                  </a:lnTo>
                  <a:lnTo>
                    <a:pt x="3822673" y="1021565"/>
                  </a:lnTo>
                  <a:lnTo>
                    <a:pt x="3822767" y="1021565"/>
                  </a:lnTo>
                  <a:lnTo>
                    <a:pt x="3822861" y="1021565"/>
                  </a:lnTo>
                  <a:lnTo>
                    <a:pt x="3822955" y="1021565"/>
                  </a:lnTo>
                  <a:lnTo>
                    <a:pt x="3823049" y="1021565"/>
                  </a:lnTo>
                  <a:lnTo>
                    <a:pt x="3823143" y="1021565"/>
                  </a:lnTo>
                  <a:lnTo>
                    <a:pt x="3823237" y="1021565"/>
                  </a:lnTo>
                  <a:lnTo>
                    <a:pt x="3823332" y="1021565"/>
                  </a:lnTo>
                  <a:lnTo>
                    <a:pt x="3823426" y="1021565"/>
                  </a:lnTo>
                  <a:lnTo>
                    <a:pt x="3823520" y="1021565"/>
                  </a:lnTo>
                  <a:lnTo>
                    <a:pt x="3823614" y="1021565"/>
                  </a:lnTo>
                  <a:lnTo>
                    <a:pt x="3823708" y="1021565"/>
                  </a:lnTo>
                  <a:lnTo>
                    <a:pt x="3823802" y="1021565"/>
                  </a:lnTo>
                  <a:lnTo>
                    <a:pt x="3823897" y="1021565"/>
                  </a:lnTo>
                  <a:lnTo>
                    <a:pt x="3823991" y="1021565"/>
                  </a:lnTo>
                  <a:lnTo>
                    <a:pt x="3824085" y="1021565"/>
                  </a:lnTo>
                  <a:lnTo>
                    <a:pt x="3824179" y="1021565"/>
                  </a:lnTo>
                  <a:lnTo>
                    <a:pt x="3824273" y="1021565"/>
                  </a:lnTo>
                  <a:lnTo>
                    <a:pt x="3824367" y="1021565"/>
                  </a:lnTo>
                  <a:lnTo>
                    <a:pt x="3824461" y="1021565"/>
                  </a:lnTo>
                  <a:lnTo>
                    <a:pt x="3824556" y="1021565"/>
                  </a:lnTo>
                  <a:lnTo>
                    <a:pt x="3824650" y="1021565"/>
                  </a:lnTo>
                  <a:lnTo>
                    <a:pt x="3824744" y="1021565"/>
                  </a:lnTo>
                  <a:lnTo>
                    <a:pt x="3824838" y="1021565"/>
                  </a:lnTo>
                  <a:lnTo>
                    <a:pt x="3824932" y="1021565"/>
                  </a:lnTo>
                  <a:lnTo>
                    <a:pt x="3825026" y="1021565"/>
                  </a:lnTo>
                  <a:lnTo>
                    <a:pt x="3825120" y="1021565"/>
                  </a:lnTo>
                  <a:lnTo>
                    <a:pt x="3825215" y="1021565"/>
                  </a:lnTo>
                  <a:lnTo>
                    <a:pt x="3825309" y="1021565"/>
                  </a:lnTo>
                  <a:lnTo>
                    <a:pt x="3825403" y="1021565"/>
                  </a:lnTo>
                  <a:lnTo>
                    <a:pt x="3825497" y="1021565"/>
                  </a:lnTo>
                  <a:lnTo>
                    <a:pt x="3825591" y="1021565"/>
                  </a:lnTo>
                  <a:lnTo>
                    <a:pt x="3825685" y="1021565"/>
                  </a:lnTo>
                  <a:lnTo>
                    <a:pt x="3825780" y="1021565"/>
                  </a:lnTo>
                  <a:lnTo>
                    <a:pt x="3825874" y="1021565"/>
                  </a:lnTo>
                  <a:lnTo>
                    <a:pt x="3825968" y="1021565"/>
                  </a:lnTo>
                  <a:lnTo>
                    <a:pt x="3826062" y="1021565"/>
                  </a:lnTo>
                  <a:lnTo>
                    <a:pt x="3826156" y="1021565"/>
                  </a:lnTo>
                  <a:lnTo>
                    <a:pt x="3826250" y="1021565"/>
                  </a:lnTo>
                  <a:lnTo>
                    <a:pt x="3826344" y="1021565"/>
                  </a:lnTo>
                  <a:lnTo>
                    <a:pt x="3826439" y="1021565"/>
                  </a:lnTo>
                  <a:lnTo>
                    <a:pt x="3826533" y="1021565"/>
                  </a:lnTo>
                  <a:lnTo>
                    <a:pt x="3826627" y="1021565"/>
                  </a:lnTo>
                  <a:lnTo>
                    <a:pt x="3826721" y="1021565"/>
                  </a:lnTo>
                  <a:lnTo>
                    <a:pt x="3826815" y="1021565"/>
                  </a:lnTo>
                  <a:lnTo>
                    <a:pt x="3826909" y="1021565"/>
                  </a:lnTo>
                  <a:lnTo>
                    <a:pt x="3827004" y="1021565"/>
                  </a:lnTo>
                  <a:lnTo>
                    <a:pt x="3827098" y="1021565"/>
                  </a:lnTo>
                  <a:lnTo>
                    <a:pt x="3827192" y="1021565"/>
                  </a:lnTo>
                  <a:lnTo>
                    <a:pt x="3827286" y="1021565"/>
                  </a:lnTo>
                  <a:lnTo>
                    <a:pt x="3827380" y="1021565"/>
                  </a:lnTo>
                  <a:lnTo>
                    <a:pt x="3827474" y="1021565"/>
                  </a:lnTo>
                  <a:lnTo>
                    <a:pt x="3827568" y="1021565"/>
                  </a:lnTo>
                  <a:lnTo>
                    <a:pt x="3827663" y="1021565"/>
                  </a:lnTo>
                  <a:lnTo>
                    <a:pt x="3827757" y="1021565"/>
                  </a:lnTo>
                  <a:lnTo>
                    <a:pt x="3827851" y="1021565"/>
                  </a:lnTo>
                  <a:lnTo>
                    <a:pt x="3827945" y="1021565"/>
                  </a:lnTo>
                  <a:lnTo>
                    <a:pt x="3828039" y="1021565"/>
                  </a:lnTo>
                  <a:lnTo>
                    <a:pt x="3828133" y="1021565"/>
                  </a:lnTo>
                  <a:lnTo>
                    <a:pt x="3828228" y="1021565"/>
                  </a:lnTo>
                  <a:lnTo>
                    <a:pt x="3828322" y="1021565"/>
                  </a:lnTo>
                  <a:lnTo>
                    <a:pt x="3828416" y="1021565"/>
                  </a:lnTo>
                  <a:lnTo>
                    <a:pt x="3828510" y="1021565"/>
                  </a:lnTo>
                  <a:lnTo>
                    <a:pt x="3828604" y="1021565"/>
                  </a:lnTo>
                  <a:lnTo>
                    <a:pt x="3828698" y="1021565"/>
                  </a:lnTo>
                  <a:lnTo>
                    <a:pt x="3828792" y="1021565"/>
                  </a:lnTo>
                  <a:lnTo>
                    <a:pt x="3828887" y="1021565"/>
                  </a:lnTo>
                  <a:lnTo>
                    <a:pt x="3828981" y="1021565"/>
                  </a:lnTo>
                  <a:lnTo>
                    <a:pt x="3829075" y="1021565"/>
                  </a:lnTo>
                  <a:lnTo>
                    <a:pt x="3829169" y="1021565"/>
                  </a:lnTo>
                  <a:lnTo>
                    <a:pt x="3829263" y="1021565"/>
                  </a:lnTo>
                  <a:lnTo>
                    <a:pt x="3829357" y="1021565"/>
                  </a:lnTo>
                  <a:lnTo>
                    <a:pt x="3829451" y="1021565"/>
                  </a:lnTo>
                  <a:lnTo>
                    <a:pt x="3829546" y="1021565"/>
                  </a:lnTo>
                  <a:lnTo>
                    <a:pt x="3829640" y="1021565"/>
                  </a:lnTo>
                  <a:lnTo>
                    <a:pt x="3829734" y="1021565"/>
                  </a:lnTo>
                  <a:lnTo>
                    <a:pt x="3829828" y="1021565"/>
                  </a:lnTo>
                  <a:lnTo>
                    <a:pt x="3829828" y="1016654"/>
                  </a:lnTo>
                  <a:lnTo>
                    <a:pt x="3829828" y="1011743"/>
                  </a:lnTo>
                  <a:lnTo>
                    <a:pt x="3829922" y="1011743"/>
                  </a:lnTo>
                  <a:lnTo>
                    <a:pt x="3830016" y="1011743"/>
                  </a:lnTo>
                  <a:lnTo>
                    <a:pt x="3830111" y="1011743"/>
                  </a:lnTo>
                  <a:lnTo>
                    <a:pt x="3830205" y="1011743"/>
                  </a:lnTo>
                  <a:lnTo>
                    <a:pt x="3830299" y="1011743"/>
                  </a:lnTo>
                  <a:lnTo>
                    <a:pt x="3830393" y="1011743"/>
                  </a:lnTo>
                  <a:lnTo>
                    <a:pt x="3830487" y="1011743"/>
                  </a:lnTo>
                  <a:lnTo>
                    <a:pt x="3830581" y="1011743"/>
                  </a:lnTo>
                  <a:lnTo>
                    <a:pt x="3830675" y="1011743"/>
                  </a:lnTo>
                  <a:lnTo>
                    <a:pt x="3830770" y="1011743"/>
                  </a:lnTo>
                  <a:lnTo>
                    <a:pt x="3830864" y="1011743"/>
                  </a:lnTo>
                  <a:lnTo>
                    <a:pt x="3830958" y="1011743"/>
                  </a:lnTo>
                  <a:lnTo>
                    <a:pt x="3831052" y="1011743"/>
                  </a:lnTo>
                  <a:lnTo>
                    <a:pt x="3831146" y="1011743"/>
                  </a:lnTo>
                  <a:lnTo>
                    <a:pt x="3831146" y="1006831"/>
                  </a:lnTo>
                  <a:lnTo>
                    <a:pt x="3831240" y="1006831"/>
                  </a:lnTo>
                  <a:lnTo>
                    <a:pt x="3831335" y="1006831"/>
                  </a:lnTo>
                  <a:lnTo>
                    <a:pt x="3831429" y="1006831"/>
                  </a:lnTo>
                  <a:lnTo>
                    <a:pt x="3831523" y="1006831"/>
                  </a:lnTo>
                  <a:lnTo>
                    <a:pt x="3831617" y="1006831"/>
                  </a:lnTo>
                  <a:lnTo>
                    <a:pt x="3831711" y="1006831"/>
                  </a:lnTo>
                  <a:lnTo>
                    <a:pt x="3831805" y="1006831"/>
                  </a:lnTo>
                  <a:lnTo>
                    <a:pt x="3831899" y="1006831"/>
                  </a:lnTo>
                  <a:lnTo>
                    <a:pt x="3831994" y="1006831"/>
                  </a:lnTo>
                  <a:lnTo>
                    <a:pt x="3832088" y="1006831"/>
                  </a:lnTo>
                  <a:lnTo>
                    <a:pt x="3832182" y="1006831"/>
                  </a:lnTo>
                  <a:lnTo>
                    <a:pt x="3832276" y="1006831"/>
                  </a:lnTo>
                  <a:lnTo>
                    <a:pt x="3832370" y="1006831"/>
                  </a:lnTo>
                  <a:lnTo>
                    <a:pt x="3832464" y="1006831"/>
                  </a:lnTo>
                  <a:lnTo>
                    <a:pt x="3832559" y="1006831"/>
                  </a:lnTo>
                  <a:lnTo>
                    <a:pt x="3832653" y="1006831"/>
                  </a:lnTo>
                  <a:lnTo>
                    <a:pt x="3832747" y="1006831"/>
                  </a:lnTo>
                  <a:lnTo>
                    <a:pt x="3832841" y="1006831"/>
                  </a:lnTo>
                  <a:lnTo>
                    <a:pt x="3832935" y="1006831"/>
                  </a:lnTo>
                  <a:lnTo>
                    <a:pt x="3833029" y="1006831"/>
                  </a:lnTo>
                  <a:lnTo>
                    <a:pt x="3833123" y="1006831"/>
                  </a:lnTo>
                  <a:lnTo>
                    <a:pt x="3833218" y="1006831"/>
                  </a:lnTo>
                  <a:lnTo>
                    <a:pt x="3833312" y="1006831"/>
                  </a:lnTo>
                  <a:lnTo>
                    <a:pt x="3833406" y="1006831"/>
                  </a:lnTo>
                  <a:lnTo>
                    <a:pt x="3833500" y="1006831"/>
                  </a:lnTo>
                  <a:lnTo>
                    <a:pt x="3833594" y="1006831"/>
                  </a:lnTo>
                  <a:lnTo>
                    <a:pt x="3833688" y="1006831"/>
                  </a:lnTo>
                  <a:lnTo>
                    <a:pt x="3833782" y="1006831"/>
                  </a:lnTo>
                  <a:lnTo>
                    <a:pt x="3833877" y="1006831"/>
                  </a:lnTo>
                  <a:lnTo>
                    <a:pt x="3833971" y="1006831"/>
                  </a:lnTo>
                  <a:lnTo>
                    <a:pt x="3834065" y="1006831"/>
                  </a:lnTo>
                  <a:lnTo>
                    <a:pt x="3834159" y="1006831"/>
                  </a:lnTo>
                  <a:lnTo>
                    <a:pt x="3834253" y="1006831"/>
                  </a:lnTo>
                  <a:lnTo>
                    <a:pt x="3834347" y="1006831"/>
                  </a:lnTo>
                  <a:lnTo>
                    <a:pt x="3834442" y="1006831"/>
                  </a:lnTo>
                  <a:lnTo>
                    <a:pt x="3834536" y="1006831"/>
                  </a:lnTo>
                  <a:lnTo>
                    <a:pt x="3834630" y="1006831"/>
                  </a:lnTo>
                  <a:lnTo>
                    <a:pt x="3834724" y="1006831"/>
                  </a:lnTo>
                  <a:lnTo>
                    <a:pt x="3834818" y="1006831"/>
                  </a:lnTo>
                  <a:lnTo>
                    <a:pt x="3834912" y="1006831"/>
                  </a:lnTo>
                  <a:lnTo>
                    <a:pt x="3835006" y="1006831"/>
                  </a:lnTo>
                  <a:lnTo>
                    <a:pt x="3835101" y="1006831"/>
                  </a:lnTo>
                  <a:lnTo>
                    <a:pt x="3835195" y="1006831"/>
                  </a:lnTo>
                  <a:lnTo>
                    <a:pt x="3835289" y="1006831"/>
                  </a:lnTo>
                  <a:lnTo>
                    <a:pt x="3835383" y="1006831"/>
                  </a:lnTo>
                  <a:lnTo>
                    <a:pt x="3835477" y="1006831"/>
                  </a:lnTo>
                  <a:lnTo>
                    <a:pt x="3835571" y="1006831"/>
                  </a:lnTo>
                  <a:lnTo>
                    <a:pt x="3835666" y="1006831"/>
                  </a:lnTo>
                  <a:lnTo>
                    <a:pt x="3835760" y="1006831"/>
                  </a:lnTo>
                  <a:lnTo>
                    <a:pt x="3835854" y="1006831"/>
                  </a:lnTo>
                  <a:lnTo>
                    <a:pt x="3835948" y="1006831"/>
                  </a:lnTo>
                  <a:lnTo>
                    <a:pt x="3836042" y="1006831"/>
                  </a:lnTo>
                  <a:lnTo>
                    <a:pt x="3836136" y="1006831"/>
                  </a:lnTo>
                  <a:lnTo>
                    <a:pt x="3836230" y="1006831"/>
                  </a:lnTo>
                  <a:lnTo>
                    <a:pt x="3836325" y="1006831"/>
                  </a:lnTo>
                  <a:lnTo>
                    <a:pt x="3836419" y="1006831"/>
                  </a:lnTo>
                  <a:lnTo>
                    <a:pt x="3836513" y="1006831"/>
                  </a:lnTo>
                  <a:lnTo>
                    <a:pt x="3836607" y="1006831"/>
                  </a:lnTo>
                  <a:lnTo>
                    <a:pt x="3836701" y="1006831"/>
                  </a:lnTo>
                  <a:lnTo>
                    <a:pt x="3836795" y="1006831"/>
                  </a:lnTo>
                  <a:lnTo>
                    <a:pt x="3836890" y="1006831"/>
                  </a:lnTo>
                  <a:lnTo>
                    <a:pt x="3836984" y="1006831"/>
                  </a:lnTo>
                  <a:lnTo>
                    <a:pt x="3837078" y="1006831"/>
                  </a:lnTo>
                  <a:lnTo>
                    <a:pt x="3837172" y="1006831"/>
                  </a:lnTo>
                  <a:lnTo>
                    <a:pt x="3837266" y="1006831"/>
                  </a:lnTo>
                  <a:lnTo>
                    <a:pt x="3837360" y="1006831"/>
                  </a:lnTo>
                  <a:lnTo>
                    <a:pt x="3837454" y="1006831"/>
                  </a:lnTo>
                  <a:lnTo>
                    <a:pt x="3837549" y="1006831"/>
                  </a:lnTo>
                  <a:lnTo>
                    <a:pt x="3837643" y="1006831"/>
                  </a:lnTo>
                  <a:lnTo>
                    <a:pt x="3837737" y="1006831"/>
                  </a:lnTo>
                  <a:lnTo>
                    <a:pt x="3837831" y="1006831"/>
                  </a:lnTo>
                  <a:lnTo>
                    <a:pt x="3837925" y="1006831"/>
                  </a:lnTo>
                  <a:lnTo>
                    <a:pt x="3838019" y="1006831"/>
                  </a:lnTo>
                  <a:lnTo>
                    <a:pt x="3838113" y="1006831"/>
                  </a:lnTo>
                  <a:lnTo>
                    <a:pt x="3838208" y="1006831"/>
                  </a:lnTo>
                  <a:lnTo>
                    <a:pt x="3838302" y="1006831"/>
                  </a:lnTo>
                  <a:lnTo>
                    <a:pt x="3838396" y="1006831"/>
                  </a:lnTo>
                  <a:lnTo>
                    <a:pt x="3838490" y="1006831"/>
                  </a:lnTo>
                  <a:lnTo>
                    <a:pt x="3838584" y="1006831"/>
                  </a:lnTo>
                  <a:lnTo>
                    <a:pt x="3838678" y="1006831"/>
                  </a:lnTo>
                  <a:lnTo>
                    <a:pt x="3838773" y="1006831"/>
                  </a:lnTo>
                  <a:lnTo>
                    <a:pt x="3838867" y="1006831"/>
                  </a:lnTo>
                  <a:lnTo>
                    <a:pt x="3838961" y="1006831"/>
                  </a:lnTo>
                  <a:lnTo>
                    <a:pt x="3839055" y="1006831"/>
                  </a:lnTo>
                  <a:lnTo>
                    <a:pt x="3839149" y="1006831"/>
                  </a:lnTo>
                  <a:lnTo>
                    <a:pt x="3839243" y="1006831"/>
                  </a:lnTo>
                  <a:lnTo>
                    <a:pt x="3839337" y="1006831"/>
                  </a:lnTo>
                  <a:lnTo>
                    <a:pt x="3839432" y="1006831"/>
                  </a:lnTo>
                  <a:lnTo>
                    <a:pt x="3839526" y="1006831"/>
                  </a:lnTo>
                  <a:lnTo>
                    <a:pt x="3839620" y="1006831"/>
                  </a:lnTo>
                  <a:lnTo>
                    <a:pt x="3839714" y="1006831"/>
                  </a:lnTo>
                  <a:lnTo>
                    <a:pt x="3839808" y="1006831"/>
                  </a:lnTo>
                  <a:lnTo>
                    <a:pt x="3839902" y="1006831"/>
                  </a:lnTo>
                  <a:lnTo>
                    <a:pt x="3839997" y="1006831"/>
                  </a:lnTo>
                  <a:lnTo>
                    <a:pt x="3840091" y="1006831"/>
                  </a:lnTo>
                  <a:lnTo>
                    <a:pt x="3840185" y="1006831"/>
                  </a:lnTo>
                  <a:lnTo>
                    <a:pt x="3840279" y="1006831"/>
                  </a:lnTo>
                  <a:lnTo>
                    <a:pt x="3840373" y="1006831"/>
                  </a:lnTo>
                  <a:lnTo>
                    <a:pt x="3840467" y="1006831"/>
                  </a:lnTo>
                  <a:lnTo>
                    <a:pt x="3840561" y="1006831"/>
                  </a:lnTo>
                  <a:lnTo>
                    <a:pt x="3840656" y="1006831"/>
                  </a:lnTo>
                  <a:lnTo>
                    <a:pt x="3840750" y="1006831"/>
                  </a:lnTo>
                  <a:lnTo>
                    <a:pt x="3840844" y="1006831"/>
                  </a:lnTo>
                  <a:lnTo>
                    <a:pt x="3840844" y="1001920"/>
                  </a:lnTo>
                  <a:lnTo>
                    <a:pt x="3840938" y="1001920"/>
                  </a:lnTo>
                  <a:lnTo>
                    <a:pt x="3841032" y="1001920"/>
                  </a:lnTo>
                  <a:lnTo>
                    <a:pt x="3841126" y="1001920"/>
                  </a:lnTo>
                  <a:lnTo>
                    <a:pt x="3841221" y="1001920"/>
                  </a:lnTo>
                  <a:lnTo>
                    <a:pt x="3841315" y="1001920"/>
                  </a:lnTo>
                  <a:lnTo>
                    <a:pt x="3841409" y="1001920"/>
                  </a:lnTo>
                  <a:lnTo>
                    <a:pt x="3841503" y="1001920"/>
                  </a:lnTo>
                  <a:lnTo>
                    <a:pt x="3841597" y="1001920"/>
                  </a:lnTo>
                  <a:lnTo>
                    <a:pt x="3841691" y="1001920"/>
                  </a:lnTo>
                  <a:lnTo>
                    <a:pt x="3841785" y="1001920"/>
                  </a:lnTo>
                  <a:lnTo>
                    <a:pt x="3841880" y="1001920"/>
                  </a:lnTo>
                  <a:lnTo>
                    <a:pt x="3841974" y="1001920"/>
                  </a:lnTo>
                  <a:lnTo>
                    <a:pt x="3842068" y="1001920"/>
                  </a:lnTo>
                  <a:lnTo>
                    <a:pt x="3842162" y="1001920"/>
                  </a:lnTo>
                  <a:lnTo>
                    <a:pt x="3842256" y="1001920"/>
                  </a:lnTo>
                  <a:lnTo>
                    <a:pt x="3842350" y="1001920"/>
                  </a:lnTo>
                  <a:lnTo>
                    <a:pt x="3842444" y="1001920"/>
                  </a:lnTo>
                  <a:lnTo>
                    <a:pt x="3842539" y="1001920"/>
                  </a:lnTo>
                  <a:lnTo>
                    <a:pt x="3842633" y="1001920"/>
                  </a:lnTo>
                  <a:lnTo>
                    <a:pt x="3842727" y="1001920"/>
                  </a:lnTo>
                  <a:lnTo>
                    <a:pt x="3842821" y="1001920"/>
                  </a:lnTo>
                  <a:lnTo>
                    <a:pt x="3842915" y="1001920"/>
                  </a:lnTo>
                  <a:lnTo>
                    <a:pt x="3843009" y="1001920"/>
                  </a:lnTo>
                  <a:lnTo>
                    <a:pt x="3843104" y="1001920"/>
                  </a:lnTo>
                  <a:lnTo>
                    <a:pt x="3843198" y="1001920"/>
                  </a:lnTo>
                  <a:lnTo>
                    <a:pt x="3843292" y="1001920"/>
                  </a:lnTo>
                  <a:lnTo>
                    <a:pt x="3843386" y="1001920"/>
                  </a:lnTo>
                  <a:lnTo>
                    <a:pt x="3843480" y="1001920"/>
                  </a:lnTo>
                  <a:lnTo>
                    <a:pt x="3843574" y="1001920"/>
                  </a:lnTo>
                  <a:lnTo>
                    <a:pt x="3843668" y="1001920"/>
                  </a:lnTo>
                  <a:lnTo>
                    <a:pt x="3843763" y="1001920"/>
                  </a:lnTo>
                  <a:lnTo>
                    <a:pt x="3843857" y="1001920"/>
                  </a:lnTo>
                  <a:lnTo>
                    <a:pt x="3843951" y="1001920"/>
                  </a:lnTo>
                  <a:lnTo>
                    <a:pt x="3844045" y="1001920"/>
                  </a:lnTo>
                  <a:lnTo>
                    <a:pt x="3844139" y="1001920"/>
                  </a:lnTo>
                  <a:lnTo>
                    <a:pt x="3844233" y="1001920"/>
                  </a:lnTo>
                  <a:lnTo>
                    <a:pt x="3844328" y="1001920"/>
                  </a:lnTo>
                  <a:lnTo>
                    <a:pt x="3844422" y="1001920"/>
                  </a:lnTo>
                  <a:lnTo>
                    <a:pt x="3844516" y="1001920"/>
                  </a:lnTo>
                  <a:lnTo>
                    <a:pt x="3844610" y="1001920"/>
                  </a:lnTo>
                  <a:lnTo>
                    <a:pt x="3844704" y="1001920"/>
                  </a:lnTo>
                  <a:lnTo>
                    <a:pt x="3844798" y="1001920"/>
                  </a:lnTo>
                  <a:lnTo>
                    <a:pt x="3844892" y="1001920"/>
                  </a:lnTo>
                  <a:lnTo>
                    <a:pt x="3844987" y="1001920"/>
                  </a:lnTo>
                  <a:lnTo>
                    <a:pt x="3845081" y="1001920"/>
                  </a:lnTo>
                  <a:lnTo>
                    <a:pt x="3845175" y="1001920"/>
                  </a:lnTo>
                  <a:lnTo>
                    <a:pt x="3845269" y="1001920"/>
                  </a:lnTo>
                  <a:lnTo>
                    <a:pt x="3845363" y="1001920"/>
                  </a:lnTo>
                  <a:lnTo>
                    <a:pt x="3845457" y="1001920"/>
                  </a:lnTo>
                  <a:lnTo>
                    <a:pt x="3845552" y="1001920"/>
                  </a:lnTo>
                  <a:lnTo>
                    <a:pt x="3845646" y="1001920"/>
                  </a:lnTo>
                  <a:lnTo>
                    <a:pt x="3845740" y="1001920"/>
                  </a:lnTo>
                  <a:lnTo>
                    <a:pt x="3845834" y="1001920"/>
                  </a:lnTo>
                  <a:lnTo>
                    <a:pt x="3845928" y="1001920"/>
                  </a:lnTo>
                  <a:lnTo>
                    <a:pt x="3846022" y="1001920"/>
                  </a:lnTo>
                  <a:lnTo>
                    <a:pt x="3846116" y="1001920"/>
                  </a:lnTo>
                  <a:lnTo>
                    <a:pt x="3846211" y="1001920"/>
                  </a:lnTo>
                  <a:lnTo>
                    <a:pt x="3846305" y="1001920"/>
                  </a:lnTo>
                  <a:lnTo>
                    <a:pt x="3846399" y="1001920"/>
                  </a:lnTo>
                  <a:lnTo>
                    <a:pt x="3846493" y="1001920"/>
                  </a:lnTo>
                  <a:lnTo>
                    <a:pt x="3846587" y="1001920"/>
                  </a:lnTo>
                  <a:lnTo>
                    <a:pt x="3846681" y="1001920"/>
                  </a:lnTo>
                  <a:lnTo>
                    <a:pt x="3846775" y="1001920"/>
                  </a:lnTo>
                  <a:lnTo>
                    <a:pt x="3846870" y="1001920"/>
                  </a:lnTo>
                  <a:lnTo>
                    <a:pt x="3846964" y="1001920"/>
                  </a:lnTo>
                  <a:lnTo>
                    <a:pt x="3847058" y="1001920"/>
                  </a:lnTo>
                  <a:lnTo>
                    <a:pt x="3847152" y="1001920"/>
                  </a:lnTo>
                  <a:lnTo>
                    <a:pt x="3847246" y="1001920"/>
                  </a:lnTo>
                  <a:lnTo>
                    <a:pt x="3847340" y="1001920"/>
                  </a:lnTo>
                  <a:lnTo>
                    <a:pt x="3847435" y="1001920"/>
                  </a:lnTo>
                  <a:lnTo>
                    <a:pt x="3847529" y="1001920"/>
                  </a:lnTo>
                  <a:lnTo>
                    <a:pt x="3847623" y="1001920"/>
                  </a:lnTo>
                  <a:lnTo>
                    <a:pt x="3847717" y="1001920"/>
                  </a:lnTo>
                  <a:lnTo>
                    <a:pt x="3847811" y="1001920"/>
                  </a:lnTo>
                  <a:lnTo>
                    <a:pt x="3847905" y="1001920"/>
                  </a:lnTo>
                  <a:lnTo>
                    <a:pt x="3847999" y="1001920"/>
                  </a:lnTo>
                  <a:lnTo>
                    <a:pt x="3848094" y="1001920"/>
                  </a:lnTo>
                  <a:lnTo>
                    <a:pt x="3848188" y="1001920"/>
                  </a:lnTo>
                  <a:lnTo>
                    <a:pt x="3848282" y="1001920"/>
                  </a:lnTo>
                  <a:lnTo>
                    <a:pt x="3848376" y="1001920"/>
                  </a:lnTo>
                  <a:lnTo>
                    <a:pt x="3848470" y="1001920"/>
                  </a:lnTo>
                  <a:lnTo>
                    <a:pt x="3848564" y="1001920"/>
                  </a:lnTo>
                  <a:lnTo>
                    <a:pt x="3848659" y="1001920"/>
                  </a:lnTo>
                  <a:lnTo>
                    <a:pt x="3848753" y="1001920"/>
                  </a:lnTo>
                  <a:lnTo>
                    <a:pt x="3848847" y="1001920"/>
                  </a:lnTo>
                  <a:lnTo>
                    <a:pt x="3848941" y="1001920"/>
                  </a:lnTo>
                  <a:lnTo>
                    <a:pt x="3849035" y="1001920"/>
                  </a:lnTo>
                  <a:lnTo>
                    <a:pt x="3849129" y="1001920"/>
                  </a:lnTo>
                  <a:lnTo>
                    <a:pt x="3849223" y="1001920"/>
                  </a:lnTo>
                  <a:lnTo>
                    <a:pt x="3849318" y="1001920"/>
                  </a:lnTo>
                  <a:lnTo>
                    <a:pt x="3849412" y="1001920"/>
                  </a:lnTo>
                  <a:lnTo>
                    <a:pt x="3849506" y="1001920"/>
                  </a:lnTo>
                  <a:lnTo>
                    <a:pt x="3849600" y="1001920"/>
                  </a:lnTo>
                  <a:lnTo>
                    <a:pt x="3849694" y="1001920"/>
                  </a:lnTo>
                  <a:lnTo>
                    <a:pt x="3849788" y="1001920"/>
                  </a:lnTo>
                  <a:lnTo>
                    <a:pt x="3849883" y="1001920"/>
                  </a:lnTo>
                  <a:lnTo>
                    <a:pt x="3849977" y="1001920"/>
                  </a:lnTo>
                  <a:lnTo>
                    <a:pt x="3850071" y="1001920"/>
                  </a:lnTo>
                  <a:lnTo>
                    <a:pt x="3850165" y="1001920"/>
                  </a:lnTo>
                  <a:lnTo>
                    <a:pt x="3850259" y="1001920"/>
                  </a:lnTo>
                  <a:lnTo>
                    <a:pt x="3850259" y="997009"/>
                  </a:lnTo>
                  <a:lnTo>
                    <a:pt x="3850353" y="997009"/>
                  </a:lnTo>
                  <a:lnTo>
                    <a:pt x="3850447" y="997009"/>
                  </a:lnTo>
                  <a:lnTo>
                    <a:pt x="3850542" y="997009"/>
                  </a:lnTo>
                  <a:lnTo>
                    <a:pt x="3850636" y="997009"/>
                  </a:lnTo>
                  <a:lnTo>
                    <a:pt x="3850730" y="997009"/>
                  </a:lnTo>
                  <a:lnTo>
                    <a:pt x="3850824" y="997009"/>
                  </a:lnTo>
                  <a:lnTo>
                    <a:pt x="3850918" y="997009"/>
                  </a:lnTo>
                  <a:lnTo>
                    <a:pt x="3851012" y="997009"/>
                  </a:lnTo>
                  <a:lnTo>
                    <a:pt x="3851106" y="997009"/>
                  </a:lnTo>
                  <a:lnTo>
                    <a:pt x="3851201" y="997009"/>
                  </a:lnTo>
                  <a:lnTo>
                    <a:pt x="3851295" y="997009"/>
                  </a:lnTo>
                  <a:lnTo>
                    <a:pt x="3851389" y="997009"/>
                  </a:lnTo>
                  <a:lnTo>
                    <a:pt x="3851483" y="997009"/>
                  </a:lnTo>
                  <a:lnTo>
                    <a:pt x="3851577" y="997009"/>
                  </a:lnTo>
                  <a:lnTo>
                    <a:pt x="3851671" y="997009"/>
                  </a:lnTo>
                  <a:lnTo>
                    <a:pt x="3851766" y="997009"/>
                  </a:lnTo>
                  <a:lnTo>
                    <a:pt x="3851860" y="997009"/>
                  </a:lnTo>
                  <a:lnTo>
                    <a:pt x="3851954" y="997009"/>
                  </a:lnTo>
                  <a:lnTo>
                    <a:pt x="3852048" y="997009"/>
                  </a:lnTo>
                  <a:lnTo>
                    <a:pt x="3852142" y="997009"/>
                  </a:lnTo>
                  <a:lnTo>
                    <a:pt x="3852236" y="997009"/>
                  </a:lnTo>
                  <a:lnTo>
                    <a:pt x="3852330" y="997009"/>
                  </a:lnTo>
                  <a:lnTo>
                    <a:pt x="3852425" y="997009"/>
                  </a:lnTo>
                  <a:lnTo>
                    <a:pt x="3852519" y="997009"/>
                  </a:lnTo>
                  <a:lnTo>
                    <a:pt x="3852613" y="997009"/>
                  </a:lnTo>
                  <a:lnTo>
                    <a:pt x="3852707" y="997009"/>
                  </a:lnTo>
                  <a:lnTo>
                    <a:pt x="3852801" y="997009"/>
                  </a:lnTo>
                  <a:lnTo>
                    <a:pt x="3852895" y="997009"/>
                  </a:lnTo>
                  <a:lnTo>
                    <a:pt x="3852990" y="997009"/>
                  </a:lnTo>
                  <a:lnTo>
                    <a:pt x="3853084" y="997009"/>
                  </a:lnTo>
                  <a:lnTo>
                    <a:pt x="3853178" y="997009"/>
                  </a:lnTo>
                  <a:lnTo>
                    <a:pt x="3853272" y="997009"/>
                  </a:lnTo>
                  <a:lnTo>
                    <a:pt x="3853366" y="997009"/>
                  </a:lnTo>
                  <a:lnTo>
                    <a:pt x="3853460" y="997009"/>
                  </a:lnTo>
                  <a:lnTo>
                    <a:pt x="3853554" y="997009"/>
                  </a:lnTo>
                  <a:lnTo>
                    <a:pt x="3853649" y="997009"/>
                  </a:lnTo>
                  <a:lnTo>
                    <a:pt x="3853743" y="997009"/>
                  </a:lnTo>
                  <a:lnTo>
                    <a:pt x="3853837" y="997009"/>
                  </a:lnTo>
                  <a:lnTo>
                    <a:pt x="3853931" y="997009"/>
                  </a:lnTo>
                  <a:lnTo>
                    <a:pt x="3854025" y="997009"/>
                  </a:lnTo>
                  <a:lnTo>
                    <a:pt x="3854119" y="997009"/>
                  </a:lnTo>
                  <a:lnTo>
                    <a:pt x="3854214" y="997009"/>
                  </a:lnTo>
                  <a:lnTo>
                    <a:pt x="3854308" y="997009"/>
                  </a:lnTo>
                  <a:lnTo>
                    <a:pt x="3854402" y="997009"/>
                  </a:lnTo>
                  <a:lnTo>
                    <a:pt x="3854496" y="997009"/>
                  </a:lnTo>
                  <a:lnTo>
                    <a:pt x="3854496" y="992097"/>
                  </a:lnTo>
                  <a:lnTo>
                    <a:pt x="3854590" y="992097"/>
                  </a:lnTo>
                  <a:lnTo>
                    <a:pt x="3854684" y="992097"/>
                  </a:lnTo>
                  <a:lnTo>
                    <a:pt x="3854778" y="992097"/>
                  </a:lnTo>
                  <a:lnTo>
                    <a:pt x="3854873" y="992097"/>
                  </a:lnTo>
                  <a:lnTo>
                    <a:pt x="3854967" y="992097"/>
                  </a:lnTo>
                  <a:lnTo>
                    <a:pt x="3855061" y="992097"/>
                  </a:lnTo>
                  <a:lnTo>
                    <a:pt x="3855155" y="992097"/>
                  </a:lnTo>
                  <a:lnTo>
                    <a:pt x="3855249" y="992097"/>
                  </a:lnTo>
                  <a:lnTo>
                    <a:pt x="3855343" y="992097"/>
                  </a:lnTo>
                  <a:lnTo>
                    <a:pt x="3855437" y="992097"/>
                  </a:lnTo>
                  <a:lnTo>
                    <a:pt x="3855532" y="992097"/>
                  </a:lnTo>
                  <a:lnTo>
                    <a:pt x="3855626" y="992097"/>
                  </a:lnTo>
                  <a:lnTo>
                    <a:pt x="3855720" y="992097"/>
                  </a:lnTo>
                  <a:lnTo>
                    <a:pt x="3855814" y="992097"/>
                  </a:lnTo>
                  <a:lnTo>
                    <a:pt x="3855908" y="992097"/>
                  </a:lnTo>
                  <a:lnTo>
                    <a:pt x="3856002" y="992097"/>
                  </a:lnTo>
                  <a:lnTo>
                    <a:pt x="3856097" y="992097"/>
                  </a:lnTo>
                  <a:lnTo>
                    <a:pt x="3856191" y="992097"/>
                  </a:lnTo>
                  <a:lnTo>
                    <a:pt x="3856285" y="992097"/>
                  </a:lnTo>
                  <a:lnTo>
                    <a:pt x="3856379" y="992097"/>
                  </a:lnTo>
                  <a:lnTo>
                    <a:pt x="3856473" y="992097"/>
                  </a:lnTo>
                  <a:lnTo>
                    <a:pt x="3856567" y="992097"/>
                  </a:lnTo>
                  <a:lnTo>
                    <a:pt x="3856661" y="992097"/>
                  </a:lnTo>
                  <a:lnTo>
                    <a:pt x="3856756" y="992097"/>
                  </a:lnTo>
                  <a:lnTo>
                    <a:pt x="3856850" y="992097"/>
                  </a:lnTo>
                  <a:lnTo>
                    <a:pt x="3856944" y="992097"/>
                  </a:lnTo>
                  <a:lnTo>
                    <a:pt x="3857038" y="992097"/>
                  </a:lnTo>
                  <a:lnTo>
                    <a:pt x="3857132" y="992097"/>
                  </a:lnTo>
                  <a:lnTo>
                    <a:pt x="3857226" y="992097"/>
                  </a:lnTo>
                  <a:lnTo>
                    <a:pt x="3857321" y="992097"/>
                  </a:lnTo>
                  <a:lnTo>
                    <a:pt x="3857415" y="992097"/>
                  </a:lnTo>
                  <a:lnTo>
                    <a:pt x="3857509" y="992097"/>
                  </a:lnTo>
                  <a:lnTo>
                    <a:pt x="3857603" y="992097"/>
                  </a:lnTo>
                  <a:lnTo>
                    <a:pt x="3857697" y="992097"/>
                  </a:lnTo>
                  <a:lnTo>
                    <a:pt x="3857791" y="992097"/>
                  </a:lnTo>
                  <a:lnTo>
                    <a:pt x="3857885" y="992097"/>
                  </a:lnTo>
                  <a:lnTo>
                    <a:pt x="3857980" y="992097"/>
                  </a:lnTo>
                  <a:lnTo>
                    <a:pt x="3858074" y="992097"/>
                  </a:lnTo>
                  <a:lnTo>
                    <a:pt x="3858168" y="992097"/>
                  </a:lnTo>
                  <a:lnTo>
                    <a:pt x="3858262" y="992097"/>
                  </a:lnTo>
                  <a:lnTo>
                    <a:pt x="3858356" y="992097"/>
                  </a:lnTo>
                  <a:lnTo>
                    <a:pt x="3858450" y="992097"/>
                  </a:lnTo>
                  <a:lnTo>
                    <a:pt x="3858545" y="992097"/>
                  </a:lnTo>
                  <a:lnTo>
                    <a:pt x="3858639" y="992097"/>
                  </a:lnTo>
                  <a:lnTo>
                    <a:pt x="3858733" y="992097"/>
                  </a:lnTo>
                  <a:lnTo>
                    <a:pt x="3858827" y="992097"/>
                  </a:lnTo>
                  <a:lnTo>
                    <a:pt x="3858921" y="992097"/>
                  </a:lnTo>
                  <a:lnTo>
                    <a:pt x="3859015" y="992097"/>
                  </a:lnTo>
                  <a:lnTo>
                    <a:pt x="3859109" y="992097"/>
                  </a:lnTo>
                  <a:lnTo>
                    <a:pt x="3859204" y="992097"/>
                  </a:lnTo>
                  <a:lnTo>
                    <a:pt x="3859298" y="992097"/>
                  </a:lnTo>
                  <a:lnTo>
                    <a:pt x="3859392" y="992097"/>
                  </a:lnTo>
                  <a:lnTo>
                    <a:pt x="3859486" y="992097"/>
                  </a:lnTo>
                  <a:lnTo>
                    <a:pt x="3859580" y="992097"/>
                  </a:lnTo>
                  <a:lnTo>
                    <a:pt x="3859674" y="992097"/>
                  </a:lnTo>
                  <a:lnTo>
                    <a:pt x="3859674" y="987186"/>
                  </a:lnTo>
                  <a:lnTo>
                    <a:pt x="3859768" y="987186"/>
                  </a:lnTo>
                  <a:lnTo>
                    <a:pt x="3859863" y="987186"/>
                  </a:lnTo>
                  <a:lnTo>
                    <a:pt x="3859957" y="987186"/>
                  </a:lnTo>
                  <a:lnTo>
                    <a:pt x="3860051" y="987186"/>
                  </a:lnTo>
                  <a:lnTo>
                    <a:pt x="3860145" y="987186"/>
                  </a:lnTo>
                  <a:lnTo>
                    <a:pt x="3860239" y="987186"/>
                  </a:lnTo>
                  <a:lnTo>
                    <a:pt x="3860333" y="987186"/>
                  </a:lnTo>
                  <a:lnTo>
                    <a:pt x="3860428" y="987186"/>
                  </a:lnTo>
                  <a:lnTo>
                    <a:pt x="3860522" y="987186"/>
                  </a:lnTo>
                  <a:lnTo>
                    <a:pt x="3860616" y="987186"/>
                  </a:lnTo>
                  <a:lnTo>
                    <a:pt x="3860710" y="987186"/>
                  </a:lnTo>
                  <a:lnTo>
                    <a:pt x="3860804" y="987186"/>
                  </a:lnTo>
                  <a:lnTo>
                    <a:pt x="3860898" y="987186"/>
                  </a:lnTo>
                  <a:lnTo>
                    <a:pt x="3860992" y="987186"/>
                  </a:lnTo>
                  <a:lnTo>
                    <a:pt x="3861087" y="987186"/>
                  </a:lnTo>
                  <a:lnTo>
                    <a:pt x="3861181" y="987186"/>
                  </a:lnTo>
                  <a:lnTo>
                    <a:pt x="3861275" y="987186"/>
                  </a:lnTo>
                  <a:lnTo>
                    <a:pt x="3861369" y="987186"/>
                  </a:lnTo>
                  <a:lnTo>
                    <a:pt x="3861463" y="987186"/>
                  </a:lnTo>
                  <a:lnTo>
                    <a:pt x="3861557" y="987186"/>
                  </a:lnTo>
                  <a:lnTo>
                    <a:pt x="3861652" y="987186"/>
                  </a:lnTo>
                  <a:lnTo>
                    <a:pt x="3861746" y="987186"/>
                  </a:lnTo>
                  <a:lnTo>
                    <a:pt x="3861840" y="987186"/>
                  </a:lnTo>
                  <a:lnTo>
                    <a:pt x="3861934" y="987186"/>
                  </a:lnTo>
                  <a:lnTo>
                    <a:pt x="3862028" y="987186"/>
                  </a:lnTo>
                  <a:lnTo>
                    <a:pt x="3862122" y="987186"/>
                  </a:lnTo>
                  <a:lnTo>
                    <a:pt x="3862216" y="987186"/>
                  </a:lnTo>
                  <a:lnTo>
                    <a:pt x="3862311" y="987186"/>
                  </a:lnTo>
                  <a:lnTo>
                    <a:pt x="3862405" y="987186"/>
                  </a:lnTo>
                  <a:lnTo>
                    <a:pt x="3862499" y="987186"/>
                  </a:lnTo>
                  <a:lnTo>
                    <a:pt x="3862499" y="982274"/>
                  </a:lnTo>
                  <a:lnTo>
                    <a:pt x="3862593" y="982274"/>
                  </a:lnTo>
                  <a:lnTo>
                    <a:pt x="3862687" y="982274"/>
                  </a:lnTo>
                  <a:lnTo>
                    <a:pt x="3862781" y="982274"/>
                  </a:lnTo>
                  <a:lnTo>
                    <a:pt x="3862876" y="982274"/>
                  </a:lnTo>
                  <a:lnTo>
                    <a:pt x="3862970" y="982274"/>
                  </a:lnTo>
                  <a:lnTo>
                    <a:pt x="3863064" y="982274"/>
                  </a:lnTo>
                  <a:lnTo>
                    <a:pt x="3863158" y="982274"/>
                  </a:lnTo>
                  <a:lnTo>
                    <a:pt x="3863252" y="982274"/>
                  </a:lnTo>
                  <a:lnTo>
                    <a:pt x="3863346" y="982274"/>
                  </a:lnTo>
                  <a:lnTo>
                    <a:pt x="3863440" y="982274"/>
                  </a:lnTo>
                  <a:lnTo>
                    <a:pt x="3863535" y="982274"/>
                  </a:lnTo>
                  <a:lnTo>
                    <a:pt x="3863629" y="982274"/>
                  </a:lnTo>
                  <a:lnTo>
                    <a:pt x="3863723" y="982274"/>
                  </a:lnTo>
                  <a:lnTo>
                    <a:pt x="3863817" y="982274"/>
                  </a:lnTo>
                  <a:lnTo>
                    <a:pt x="3863911" y="982274"/>
                  </a:lnTo>
                  <a:lnTo>
                    <a:pt x="3864005" y="982274"/>
                  </a:lnTo>
                  <a:lnTo>
                    <a:pt x="3864099" y="982274"/>
                  </a:lnTo>
                  <a:lnTo>
                    <a:pt x="3864099" y="977363"/>
                  </a:lnTo>
                  <a:lnTo>
                    <a:pt x="3864194" y="977363"/>
                  </a:lnTo>
                  <a:lnTo>
                    <a:pt x="3864288" y="977363"/>
                  </a:lnTo>
                  <a:lnTo>
                    <a:pt x="3864382" y="977363"/>
                  </a:lnTo>
                  <a:lnTo>
                    <a:pt x="3864476" y="977363"/>
                  </a:lnTo>
                  <a:lnTo>
                    <a:pt x="3864570" y="977363"/>
                  </a:lnTo>
                  <a:lnTo>
                    <a:pt x="3864664" y="977363"/>
                  </a:lnTo>
                  <a:lnTo>
                    <a:pt x="3864759" y="977363"/>
                  </a:lnTo>
                  <a:lnTo>
                    <a:pt x="3864853" y="977363"/>
                  </a:lnTo>
                  <a:lnTo>
                    <a:pt x="3864947" y="977363"/>
                  </a:lnTo>
                  <a:lnTo>
                    <a:pt x="3865041" y="977363"/>
                  </a:lnTo>
                  <a:lnTo>
                    <a:pt x="3865135" y="977363"/>
                  </a:lnTo>
                  <a:lnTo>
                    <a:pt x="3865229" y="977363"/>
                  </a:lnTo>
                  <a:lnTo>
                    <a:pt x="3865323" y="977363"/>
                  </a:lnTo>
                  <a:lnTo>
                    <a:pt x="3865418" y="977363"/>
                  </a:lnTo>
                  <a:lnTo>
                    <a:pt x="3865512" y="977363"/>
                  </a:lnTo>
                  <a:lnTo>
                    <a:pt x="3865606" y="977363"/>
                  </a:lnTo>
                  <a:lnTo>
                    <a:pt x="3865700" y="977363"/>
                  </a:lnTo>
                  <a:lnTo>
                    <a:pt x="3865794" y="977363"/>
                  </a:lnTo>
                  <a:lnTo>
                    <a:pt x="3865888" y="977363"/>
                  </a:lnTo>
                  <a:lnTo>
                    <a:pt x="3865983" y="977363"/>
                  </a:lnTo>
                  <a:lnTo>
                    <a:pt x="3866077" y="977363"/>
                  </a:lnTo>
                  <a:lnTo>
                    <a:pt x="3866171" y="977363"/>
                  </a:lnTo>
                  <a:lnTo>
                    <a:pt x="3866265" y="977363"/>
                  </a:lnTo>
                  <a:lnTo>
                    <a:pt x="3866359" y="977363"/>
                  </a:lnTo>
                  <a:lnTo>
                    <a:pt x="3866453" y="977363"/>
                  </a:lnTo>
                  <a:lnTo>
                    <a:pt x="3866547" y="977363"/>
                  </a:lnTo>
                  <a:lnTo>
                    <a:pt x="3866642" y="977363"/>
                  </a:lnTo>
                  <a:lnTo>
                    <a:pt x="3866736" y="977363"/>
                  </a:lnTo>
                  <a:lnTo>
                    <a:pt x="3866830" y="977363"/>
                  </a:lnTo>
                  <a:lnTo>
                    <a:pt x="3866924" y="977363"/>
                  </a:lnTo>
                  <a:lnTo>
                    <a:pt x="3867018" y="977363"/>
                  </a:lnTo>
                  <a:lnTo>
                    <a:pt x="3867112" y="977363"/>
                  </a:lnTo>
                  <a:lnTo>
                    <a:pt x="3867207" y="977363"/>
                  </a:lnTo>
                  <a:lnTo>
                    <a:pt x="3867301" y="977363"/>
                  </a:lnTo>
                  <a:lnTo>
                    <a:pt x="3867395" y="977363"/>
                  </a:lnTo>
                  <a:lnTo>
                    <a:pt x="3867489" y="977363"/>
                  </a:lnTo>
                  <a:lnTo>
                    <a:pt x="3867583" y="977363"/>
                  </a:lnTo>
                  <a:lnTo>
                    <a:pt x="3867677" y="977363"/>
                  </a:lnTo>
                  <a:lnTo>
                    <a:pt x="3867771" y="977363"/>
                  </a:lnTo>
                  <a:lnTo>
                    <a:pt x="3867866" y="977363"/>
                  </a:lnTo>
                  <a:lnTo>
                    <a:pt x="3867960" y="977363"/>
                  </a:lnTo>
                  <a:lnTo>
                    <a:pt x="3868054" y="977363"/>
                  </a:lnTo>
                  <a:lnTo>
                    <a:pt x="3868148" y="977363"/>
                  </a:lnTo>
                  <a:lnTo>
                    <a:pt x="3868242" y="977363"/>
                  </a:lnTo>
                  <a:lnTo>
                    <a:pt x="3868336" y="977363"/>
                  </a:lnTo>
                  <a:lnTo>
                    <a:pt x="3868430" y="977363"/>
                  </a:lnTo>
                  <a:lnTo>
                    <a:pt x="3868525" y="977363"/>
                  </a:lnTo>
                  <a:lnTo>
                    <a:pt x="3868619" y="977363"/>
                  </a:lnTo>
                  <a:lnTo>
                    <a:pt x="3868713" y="977363"/>
                  </a:lnTo>
                  <a:lnTo>
                    <a:pt x="3868807" y="977363"/>
                  </a:lnTo>
                  <a:lnTo>
                    <a:pt x="3868901" y="977363"/>
                  </a:lnTo>
                  <a:lnTo>
                    <a:pt x="3868995" y="977363"/>
                  </a:lnTo>
                  <a:lnTo>
                    <a:pt x="3869090" y="977363"/>
                  </a:lnTo>
                  <a:lnTo>
                    <a:pt x="3869184" y="977363"/>
                  </a:lnTo>
                  <a:lnTo>
                    <a:pt x="3869278" y="977363"/>
                  </a:lnTo>
                  <a:lnTo>
                    <a:pt x="3869372" y="977363"/>
                  </a:lnTo>
                  <a:lnTo>
                    <a:pt x="3869466" y="977363"/>
                  </a:lnTo>
                  <a:lnTo>
                    <a:pt x="3869560" y="977363"/>
                  </a:lnTo>
                  <a:lnTo>
                    <a:pt x="3869654" y="977363"/>
                  </a:lnTo>
                  <a:lnTo>
                    <a:pt x="3869749" y="977363"/>
                  </a:lnTo>
                  <a:lnTo>
                    <a:pt x="3869843" y="977363"/>
                  </a:lnTo>
                  <a:lnTo>
                    <a:pt x="3869937" y="977363"/>
                  </a:lnTo>
                  <a:lnTo>
                    <a:pt x="3870031" y="977363"/>
                  </a:lnTo>
                  <a:lnTo>
                    <a:pt x="3870125" y="977363"/>
                  </a:lnTo>
                  <a:lnTo>
                    <a:pt x="3870219" y="977363"/>
                  </a:lnTo>
                  <a:lnTo>
                    <a:pt x="3870314" y="977363"/>
                  </a:lnTo>
                  <a:lnTo>
                    <a:pt x="3870408" y="977363"/>
                  </a:lnTo>
                  <a:lnTo>
                    <a:pt x="3870502" y="977363"/>
                  </a:lnTo>
                  <a:lnTo>
                    <a:pt x="3870596" y="977363"/>
                  </a:lnTo>
                  <a:lnTo>
                    <a:pt x="3870690" y="977363"/>
                  </a:lnTo>
                  <a:lnTo>
                    <a:pt x="3870784" y="977363"/>
                  </a:lnTo>
                  <a:lnTo>
                    <a:pt x="3870878" y="977363"/>
                  </a:lnTo>
                  <a:lnTo>
                    <a:pt x="3870973" y="977363"/>
                  </a:lnTo>
                  <a:lnTo>
                    <a:pt x="3871067" y="977363"/>
                  </a:lnTo>
                  <a:lnTo>
                    <a:pt x="3871161" y="977363"/>
                  </a:lnTo>
                  <a:lnTo>
                    <a:pt x="3871255" y="977363"/>
                  </a:lnTo>
                  <a:lnTo>
                    <a:pt x="3871349" y="977363"/>
                  </a:lnTo>
                  <a:lnTo>
                    <a:pt x="3871443" y="977363"/>
                  </a:lnTo>
                  <a:lnTo>
                    <a:pt x="3871538" y="977363"/>
                  </a:lnTo>
                  <a:lnTo>
                    <a:pt x="3871632" y="977363"/>
                  </a:lnTo>
                  <a:lnTo>
                    <a:pt x="3871726" y="977363"/>
                  </a:lnTo>
                  <a:lnTo>
                    <a:pt x="3871820" y="977363"/>
                  </a:lnTo>
                  <a:lnTo>
                    <a:pt x="3871914" y="977363"/>
                  </a:lnTo>
                  <a:lnTo>
                    <a:pt x="3872008" y="977363"/>
                  </a:lnTo>
                  <a:lnTo>
                    <a:pt x="3872102" y="977363"/>
                  </a:lnTo>
                  <a:lnTo>
                    <a:pt x="3872197" y="977363"/>
                  </a:lnTo>
                  <a:lnTo>
                    <a:pt x="3872291" y="977363"/>
                  </a:lnTo>
                  <a:lnTo>
                    <a:pt x="3872385" y="977363"/>
                  </a:lnTo>
                  <a:lnTo>
                    <a:pt x="3872479" y="977363"/>
                  </a:lnTo>
                  <a:lnTo>
                    <a:pt x="3872573" y="977363"/>
                  </a:lnTo>
                  <a:lnTo>
                    <a:pt x="3872667" y="977363"/>
                  </a:lnTo>
                  <a:lnTo>
                    <a:pt x="3872761" y="977363"/>
                  </a:lnTo>
                  <a:lnTo>
                    <a:pt x="3872856" y="977363"/>
                  </a:lnTo>
                  <a:lnTo>
                    <a:pt x="3872950" y="977363"/>
                  </a:lnTo>
                  <a:lnTo>
                    <a:pt x="3873044" y="977363"/>
                  </a:lnTo>
                  <a:lnTo>
                    <a:pt x="3873138" y="977363"/>
                  </a:lnTo>
                  <a:lnTo>
                    <a:pt x="3873232" y="977363"/>
                  </a:lnTo>
                  <a:lnTo>
                    <a:pt x="3873326" y="977363"/>
                  </a:lnTo>
                  <a:lnTo>
                    <a:pt x="3873421" y="977363"/>
                  </a:lnTo>
                  <a:lnTo>
                    <a:pt x="3873515" y="977363"/>
                  </a:lnTo>
                  <a:lnTo>
                    <a:pt x="3873609" y="977363"/>
                  </a:lnTo>
                  <a:lnTo>
                    <a:pt x="3873703" y="977363"/>
                  </a:lnTo>
                  <a:lnTo>
                    <a:pt x="3873797" y="977363"/>
                  </a:lnTo>
                  <a:lnTo>
                    <a:pt x="3873891" y="977363"/>
                  </a:lnTo>
                  <a:lnTo>
                    <a:pt x="3873985" y="977363"/>
                  </a:lnTo>
                  <a:lnTo>
                    <a:pt x="3874080" y="977363"/>
                  </a:lnTo>
                  <a:lnTo>
                    <a:pt x="3874174" y="977363"/>
                  </a:lnTo>
                  <a:lnTo>
                    <a:pt x="3874268" y="977363"/>
                  </a:lnTo>
                  <a:lnTo>
                    <a:pt x="3874362" y="977363"/>
                  </a:lnTo>
                  <a:lnTo>
                    <a:pt x="3874456" y="977363"/>
                  </a:lnTo>
                  <a:lnTo>
                    <a:pt x="3874550" y="977363"/>
                  </a:lnTo>
                  <a:lnTo>
                    <a:pt x="3874645" y="977363"/>
                  </a:lnTo>
                  <a:lnTo>
                    <a:pt x="3874739" y="977363"/>
                  </a:lnTo>
                  <a:lnTo>
                    <a:pt x="3874833" y="977363"/>
                  </a:lnTo>
                  <a:lnTo>
                    <a:pt x="3874927" y="977363"/>
                  </a:lnTo>
                  <a:lnTo>
                    <a:pt x="3875021" y="977363"/>
                  </a:lnTo>
                  <a:lnTo>
                    <a:pt x="3875115" y="977363"/>
                  </a:lnTo>
                  <a:lnTo>
                    <a:pt x="3875209" y="977363"/>
                  </a:lnTo>
                  <a:lnTo>
                    <a:pt x="3875304" y="977363"/>
                  </a:lnTo>
                  <a:lnTo>
                    <a:pt x="3875398" y="977363"/>
                  </a:lnTo>
                  <a:lnTo>
                    <a:pt x="3875492" y="977363"/>
                  </a:lnTo>
                  <a:lnTo>
                    <a:pt x="3875586" y="977363"/>
                  </a:lnTo>
                  <a:lnTo>
                    <a:pt x="3875680" y="977363"/>
                  </a:lnTo>
                  <a:lnTo>
                    <a:pt x="3875774" y="977363"/>
                  </a:lnTo>
                  <a:lnTo>
                    <a:pt x="3875869" y="977363"/>
                  </a:lnTo>
                  <a:lnTo>
                    <a:pt x="3875963" y="977363"/>
                  </a:lnTo>
                  <a:lnTo>
                    <a:pt x="3876057" y="977363"/>
                  </a:lnTo>
                  <a:lnTo>
                    <a:pt x="3876151" y="977363"/>
                  </a:lnTo>
                  <a:lnTo>
                    <a:pt x="3876245" y="977363"/>
                  </a:lnTo>
                  <a:lnTo>
                    <a:pt x="3876339" y="977363"/>
                  </a:lnTo>
                  <a:lnTo>
                    <a:pt x="3876433" y="977363"/>
                  </a:lnTo>
                  <a:lnTo>
                    <a:pt x="3876528" y="977363"/>
                  </a:lnTo>
                  <a:lnTo>
                    <a:pt x="3876622" y="977363"/>
                  </a:lnTo>
                  <a:lnTo>
                    <a:pt x="3876716" y="977363"/>
                  </a:lnTo>
                  <a:lnTo>
                    <a:pt x="3876810" y="977363"/>
                  </a:lnTo>
                  <a:lnTo>
                    <a:pt x="3876904" y="977363"/>
                  </a:lnTo>
                  <a:lnTo>
                    <a:pt x="3876998" y="977363"/>
                  </a:lnTo>
                  <a:lnTo>
                    <a:pt x="3877092" y="977363"/>
                  </a:lnTo>
                  <a:lnTo>
                    <a:pt x="3877187" y="977363"/>
                  </a:lnTo>
                  <a:lnTo>
                    <a:pt x="3877281" y="977363"/>
                  </a:lnTo>
                  <a:lnTo>
                    <a:pt x="3877375" y="977363"/>
                  </a:lnTo>
                  <a:lnTo>
                    <a:pt x="3877469" y="977363"/>
                  </a:lnTo>
                  <a:lnTo>
                    <a:pt x="3877563" y="977363"/>
                  </a:lnTo>
                  <a:lnTo>
                    <a:pt x="3877657" y="977363"/>
                  </a:lnTo>
                  <a:lnTo>
                    <a:pt x="3877752" y="977363"/>
                  </a:lnTo>
                  <a:lnTo>
                    <a:pt x="3877846" y="977363"/>
                  </a:lnTo>
                  <a:lnTo>
                    <a:pt x="3877940" y="977363"/>
                  </a:lnTo>
                  <a:lnTo>
                    <a:pt x="3878034" y="977363"/>
                  </a:lnTo>
                  <a:lnTo>
                    <a:pt x="3878128" y="977363"/>
                  </a:lnTo>
                  <a:lnTo>
                    <a:pt x="3878222" y="977363"/>
                  </a:lnTo>
                  <a:lnTo>
                    <a:pt x="3878316" y="977363"/>
                  </a:lnTo>
                  <a:lnTo>
                    <a:pt x="3878411" y="977363"/>
                  </a:lnTo>
                  <a:lnTo>
                    <a:pt x="3878505" y="977363"/>
                  </a:lnTo>
                  <a:lnTo>
                    <a:pt x="3878599" y="977363"/>
                  </a:lnTo>
                  <a:lnTo>
                    <a:pt x="3878693" y="977363"/>
                  </a:lnTo>
                  <a:lnTo>
                    <a:pt x="3878787" y="977363"/>
                  </a:lnTo>
                  <a:lnTo>
                    <a:pt x="3878881" y="977363"/>
                  </a:lnTo>
                  <a:lnTo>
                    <a:pt x="3878976" y="977363"/>
                  </a:lnTo>
                  <a:lnTo>
                    <a:pt x="3879070" y="977363"/>
                  </a:lnTo>
                  <a:lnTo>
                    <a:pt x="3879164" y="977363"/>
                  </a:lnTo>
                  <a:lnTo>
                    <a:pt x="3879258" y="977363"/>
                  </a:lnTo>
                  <a:lnTo>
                    <a:pt x="3879352" y="977363"/>
                  </a:lnTo>
                  <a:lnTo>
                    <a:pt x="3879446" y="977363"/>
                  </a:lnTo>
                  <a:lnTo>
                    <a:pt x="3879540" y="977363"/>
                  </a:lnTo>
                  <a:lnTo>
                    <a:pt x="3879635" y="977363"/>
                  </a:lnTo>
                  <a:lnTo>
                    <a:pt x="3879729" y="977363"/>
                  </a:lnTo>
                  <a:lnTo>
                    <a:pt x="3879823" y="977363"/>
                  </a:lnTo>
                  <a:lnTo>
                    <a:pt x="3879917" y="977363"/>
                  </a:lnTo>
                  <a:lnTo>
                    <a:pt x="3880011" y="977363"/>
                  </a:lnTo>
                  <a:lnTo>
                    <a:pt x="3880105" y="977363"/>
                  </a:lnTo>
                  <a:lnTo>
                    <a:pt x="3880200" y="977363"/>
                  </a:lnTo>
                  <a:lnTo>
                    <a:pt x="3880294" y="977363"/>
                  </a:lnTo>
                  <a:lnTo>
                    <a:pt x="3880388" y="977363"/>
                  </a:lnTo>
                  <a:lnTo>
                    <a:pt x="3880482" y="977363"/>
                  </a:lnTo>
                  <a:lnTo>
                    <a:pt x="3880576" y="977363"/>
                  </a:lnTo>
                  <a:lnTo>
                    <a:pt x="3880670" y="977363"/>
                  </a:lnTo>
                  <a:lnTo>
                    <a:pt x="3880764" y="977363"/>
                  </a:lnTo>
                  <a:lnTo>
                    <a:pt x="3880859" y="977363"/>
                  </a:lnTo>
                  <a:lnTo>
                    <a:pt x="3880953" y="977363"/>
                  </a:lnTo>
                  <a:lnTo>
                    <a:pt x="3881047" y="977363"/>
                  </a:lnTo>
                  <a:lnTo>
                    <a:pt x="3881141" y="977363"/>
                  </a:lnTo>
                  <a:lnTo>
                    <a:pt x="3881235" y="977363"/>
                  </a:lnTo>
                  <a:lnTo>
                    <a:pt x="3881329" y="977363"/>
                  </a:lnTo>
                  <a:lnTo>
                    <a:pt x="3881423" y="977363"/>
                  </a:lnTo>
                  <a:lnTo>
                    <a:pt x="3881518" y="977363"/>
                  </a:lnTo>
                  <a:lnTo>
                    <a:pt x="3881612" y="977363"/>
                  </a:lnTo>
                  <a:lnTo>
                    <a:pt x="3881706" y="977363"/>
                  </a:lnTo>
                  <a:lnTo>
                    <a:pt x="3881800" y="977363"/>
                  </a:lnTo>
                  <a:lnTo>
                    <a:pt x="3881894" y="977363"/>
                  </a:lnTo>
                  <a:lnTo>
                    <a:pt x="3881988" y="977363"/>
                  </a:lnTo>
                  <a:lnTo>
                    <a:pt x="3882083" y="977363"/>
                  </a:lnTo>
                  <a:lnTo>
                    <a:pt x="3882177" y="977363"/>
                  </a:lnTo>
                  <a:lnTo>
                    <a:pt x="3882271" y="977363"/>
                  </a:lnTo>
                  <a:lnTo>
                    <a:pt x="3882365" y="977363"/>
                  </a:lnTo>
                  <a:lnTo>
                    <a:pt x="3882459" y="977363"/>
                  </a:lnTo>
                  <a:lnTo>
                    <a:pt x="3882459" y="972452"/>
                  </a:lnTo>
                  <a:lnTo>
                    <a:pt x="3882553" y="972452"/>
                  </a:lnTo>
                  <a:lnTo>
                    <a:pt x="3882647" y="972452"/>
                  </a:lnTo>
                  <a:lnTo>
                    <a:pt x="3882742" y="972452"/>
                  </a:lnTo>
                  <a:lnTo>
                    <a:pt x="3882836" y="972452"/>
                  </a:lnTo>
                  <a:lnTo>
                    <a:pt x="3882930" y="972452"/>
                  </a:lnTo>
                  <a:lnTo>
                    <a:pt x="3883024" y="972452"/>
                  </a:lnTo>
                  <a:lnTo>
                    <a:pt x="3883118" y="972452"/>
                  </a:lnTo>
                  <a:lnTo>
                    <a:pt x="3883212" y="972452"/>
                  </a:lnTo>
                  <a:lnTo>
                    <a:pt x="3883212" y="967540"/>
                  </a:lnTo>
                  <a:lnTo>
                    <a:pt x="3883307" y="967540"/>
                  </a:lnTo>
                  <a:lnTo>
                    <a:pt x="3883401" y="967540"/>
                  </a:lnTo>
                  <a:lnTo>
                    <a:pt x="3883495" y="967540"/>
                  </a:lnTo>
                  <a:lnTo>
                    <a:pt x="3883589" y="967540"/>
                  </a:lnTo>
                  <a:lnTo>
                    <a:pt x="3883683" y="967540"/>
                  </a:lnTo>
                  <a:lnTo>
                    <a:pt x="3883777" y="967540"/>
                  </a:lnTo>
                  <a:lnTo>
                    <a:pt x="3883871" y="967540"/>
                  </a:lnTo>
                  <a:lnTo>
                    <a:pt x="3883966" y="967540"/>
                  </a:lnTo>
                  <a:lnTo>
                    <a:pt x="3884060" y="967540"/>
                  </a:lnTo>
                  <a:lnTo>
                    <a:pt x="3884154" y="967540"/>
                  </a:lnTo>
                  <a:lnTo>
                    <a:pt x="3884248" y="967540"/>
                  </a:lnTo>
                  <a:lnTo>
                    <a:pt x="3884342" y="967540"/>
                  </a:lnTo>
                  <a:lnTo>
                    <a:pt x="3884436" y="967540"/>
                  </a:lnTo>
                  <a:lnTo>
                    <a:pt x="3884531" y="967540"/>
                  </a:lnTo>
                  <a:lnTo>
                    <a:pt x="3884625" y="967540"/>
                  </a:lnTo>
                  <a:lnTo>
                    <a:pt x="3884719" y="967540"/>
                  </a:lnTo>
                  <a:lnTo>
                    <a:pt x="3884813" y="967540"/>
                  </a:lnTo>
                  <a:lnTo>
                    <a:pt x="3884907" y="967540"/>
                  </a:lnTo>
                  <a:lnTo>
                    <a:pt x="3885001" y="967540"/>
                  </a:lnTo>
                  <a:lnTo>
                    <a:pt x="3885095" y="967540"/>
                  </a:lnTo>
                  <a:lnTo>
                    <a:pt x="3885190" y="967540"/>
                  </a:lnTo>
                  <a:lnTo>
                    <a:pt x="3885284" y="967540"/>
                  </a:lnTo>
                  <a:lnTo>
                    <a:pt x="3885378" y="967540"/>
                  </a:lnTo>
                  <a:lnTo>
                    <a:pt x="3885472" y="967540"/>
                  </a:lnTo>
                  <a:lnTo>
                    <a:pt x="3885566" y="967540"/>
                  </a:lnTo>
                  <a:lnTo>
                    <a:pt x="3885660" y="967540"/>
                  </a:lnTo>
                  <a:lnTo>
                    <a:pt x="3885754" y="967540"/>
                  </a:lnTo>
                  <a:lnTo>
                    <a:pt x="3885849" y="967540"/>
                  </a:lnTo>
                  <a:lnTo>
                    <a:pt x="3885943" y="967540"/>
                  </a:lnTo>
                  <a:lnTo>
                    <a:pt x="3886037" y="967540"/>
                  </a:lnTo>
                  <a:lnTo>
                    <a:pt x="3886131" y="967540"/>
                  </a:lnTo>
                  <a:lnTo>
                    <a:pt x="3886225" y="967540"/>
                  </a:lnTo>
                  <a:lnTo>
                    <a:pt x="3886319" y="967540"/>
                  </a:lnTo>
                  <a:lnTo>
                    <a:pt x="3886414" y="967540"/>
                  </a:lnTo>
                  <a:lnTo>
                    <a:pt x="3886508" y="967540"/>
                  </a:lnTo>
                  <a:lnTo>
                    <a:pt x="3886602" y="967540"/>
                  </a:lnTo>
                  <a:lnTo>
                    <a:pt x="3886696" y="967540"/>
                  </a:lnTo>
                  <a:lnTo>
                    <a:pt x="3886790" y="967540"/>
                  </a:lnTo>
                  <a:lnTo>
                    <a:pt x="3886884" y="967540"/>
                  </a:lnTo>
                  <a:lnTo>
                    <a:pt x="3886978" y="967540"/>
                  </a:lnTo>
                  <a:lnTo>
                    <a:pt x="3887073" y="967540"/>
                  </a:lnTo>
                  <a:lnTo>
                    <a:pt x="3887167" y="967540"/>
                  </a:lnTo>
                  <a:lnTo>
                    <a:pt x="3887261" y="967540"/>
                  </a:lnTo>
                  <a:lnTo>
                    <a:pt x="3887355" y="967540"/>
                  </a:lnTo>
                  <a:lnTo>
                    <a:pt x="3887449" y="967540"/>
                  </a:lnTo>
                  <a:lnTo>
                    <a:pt x="3887543" y="967540"/>
                  </a:lnTo>
                  <a:lnTo>
                    <a:pt x="3887638" y="967540"/>
                  </a:lnTo>
                  <a:lnTo>
                    <a:pt x="3887732" y="967540"/>
                  </a:lnTo>
                  <a:lnTo>
                    <a:pt x="3887826" y="967540"/>
                  </a:lnTo>
                  <a:lnTo>
                    <a:pt x="3887920" y="967540"/>
                  </a:lnTo>
                  <a:lnTo>
                    <a:pt x="3888014" y="967540"/>
                  </a:lnTo>
                  <a:lnTo>
                    <a:pt x="3888108" y="967540"/>
                  </a:lnTo>
                  <a:lnTo>
                    <a:pt x="3888202" y="967540"/>
                  </a:lnTo>
                  <a:lnTo>
                    <a:pt x="3888297" y="967540"/>
                  </a:lnTo>
                  <a:lnTo>
                    <a:pt x="3888391" y="967540"/>
                  </a:lnTo>
                  <a:lnTo>
                    <a:pt x="3888485" y="967540"/>
                  </a:lnTo>
                  <a:lnTo>
                    <a:pt x="3888579" y="967540"/>
                  </a:lnTo>
                  <a:lnTo>
                    <a:pt x="3888673" y="967540"/>
                  </a:lnTo>
                  <a:lnTo>
                    <a:pt x="3888767" y="967540"/>
                  </a:lnTo>
                  <a:lnTo>
                    <a:pt x="3888862" y="967540"/>
                  </a:lnTo>
                  <a:lnTo>
                    <a:pt x="3888956" y="967540"/>
                  </a:lnTo>
                  <a:lnTo>
                    <a:pt x="3889050" y="967540"/>
                  </a:lnTo>
                  <a:lnTo>
                    <a:pt x="3889144" y="967540"/>
                  </a:lnTo>
                  <a:lnTo>
                    <a:pt x="3889238" y="967540"/>
                  </a:lnTo>
                  <a:lnTo>
                    <a:pt x="3889332" y="967540"/>
                  </a:lnTo>
                  <a:lnTo>
                    <a:pt x="3889426" y="967540"/>
                  </a:lnTo>
                  <a:lnTo>
                    <a:pt x="3889521" y="967540"/>
                  </a:lnTo>
                  <a:lnTo>
                    <a:pt x="3889615" y="967540"/>
                  </a:lnTo>
                  <a:lnTo>
                    <a:pt x="3889709" y="967540"/>
                  </a:lnTo>
                  <a:lnTo>
                    <a:pt x="3889803" y="967540"/>
                  </a:lnTo>
                  <a:lnTo>
                    <a:pt x="3889897" y="967540"/>
                  </a:lnTo>
                  <a:lnTo>
                    <a:pt x="3889991" y="967540"/>
                  </a:lnTo>
                  <a:lnTo>
                    <a:pt x="3890085" y="967540"/>
                  </a:lnTo>
                  <a:lnTo>
                    <a:pt x="3890180" y="967540"/>
                  </a:lnTo>
                  <a:lnTo>
                    <a:pt x="3890274" y="967540"/>
                  </a:lnTo>
                  <a:lnTo>
                    <a:pt x="3890368" y="967540"/>
                  </a:lnTo>
                  <a:lnTo>
                    <a:pt x="3890462" y="967540"/>
                  </a:lnTo>
                  <a:lnTo>
                    <a:pt x="3890556" y="967540"/>
                  </a:lnTo>
                  <a:lnTo>
                    <a:pt x="3890650" y="967540"/>
                  </a:lnTo>
                  <a:lnTo>
                    <a:pt x="3890745" y="967540"/>
                  </a:lnTo>
                  <a:lnTo>
                    <a:pt x="3890839" y="967540"/>
                  </a:lnTo>
                  <a:lnTo>
                    <a:pt x="3890933" y="967540"/>
                  </a:lnTo>
                  <a:lnTo>
                    <a:pt x="3891027" y="967540"/>
                  </a:lnTo>
                  <a:lnTo>
                    <a:pt x="3891121" y="967540"/>
                  </a:lnTo>
                  <a:lnTo>
                    <a:pt x="3891215" y="967540"/>
                  </a:lnTo>
                  <a:lnTo>
                    <a:pt x="3891309" y="967540"/>
                  </a:lnTo>
                  <a:lnTo>
                    <a:pt x="3891404" y="967540"/>
                  </a:lnTo>
                  <a:lnTo>
                    <a:pt x="3891498" y="967540"/>
                  </a:lnTo>
                  <a:lnTo>
                    <a:pt x="3891592" y="967540"/>
                  </a:lnTo>
                  <a:lnTo>
                    <a:pt x="3891686" y="967540"/>
                  </a:lnTo>
                  <a:lnTo>
                    <a:pt x="3891780" y="967540"/>
                  </a:lnTo>
                  <a:lnTo>
                    <a:pt x="3891874" y="967540"/>
                  </a:lnTo>
                  <a:lnTo>
                    <a:pt x="3891969" y="967540"/>
                  </a:lnTo>
                  <a:lnTo>
                    <a:pt x="3892063" y="967540"/>
                  </a:lnTo>
                  <a:lnTo>
                    <a:pt x="3892157" y="967540"/>
                  </a:lnTo>
                  <a:lnTo>
                    <a:pt x="3892251" y="967540"/>
                  </a:lnTo>
                  <a:lnTo>
                    <a:pt x="3892345" y="967540"/>
                  </a:lnTo>
                  <a:lnTo>
                    <a:pt x="3892439" y="967540"/>
                  </a:lnTo>
                  <a:lnTo>
                    <a:pt x="3892533" y="967540"/>
                  </a:lnTo>
                  <a:lnTo>
                    <a:pt x="3892628" y="967540"/>
                  </a:lnTo>
                  <a:lnTo>
                    <a:pt x="3892722" y="967540"/>
                  </a:lnTo>
                  <a:lnTo>
                    <a:pt x="3892816" y="967540"/>
                  </a:lnTo>
                  <a:lnTo>
                    <a:pt x="3892910" y="967540"/>
                  </a:lnTo>
                  <a:lnTo>
                    <a:pt x="3893004" y="967540"/>
                  </a:lnTo>
                  <a:lnTo>
                    <a:pt x="3893098" y="967540"/>
                  </a:lnTo>
                  <a:lnTo>
                    <a:pt x="3893193" y="967540"/>
                  </a:lnTo>
                  <a:lnTo>
                    <a:pt x="3893287" y="967540"/>
                  </a:lnTo>
                  <a:lnTo>
                    <a:pt x="3893381" y="967540"/>
                  </a:lnTo>
                  <a:lnTo>
                    <a:pt x="3893475" y="967540"/>
                  </a:lnTo>
                  <a:lnTo>
                    <a:pt x="3893569" y="967540"/>
                  </a:lnTo>
                  <a:lnTo>
                    <a:pt x="3893663" y="967540"/>
                  </a:lnTo>
                  <a:lnTo>
                    <a:pt x="3893757" y="967540"/>
                  </a:lnTo>
                  <a:lnTo>
                    <a:pt x="3893852" y="967540"/>
                  </a:lnTo>
                  <a:lnTo>
                    <a:pt x="3893946" y="967540"/>
                  </a:lnTo>
                  <a:lnTo>
                    <a:pt x="3894040" y="967540"/>
                  </a:lnTo>
                  <a:lnTo>
                    <a:pt x="3894134" y="967540"/>
                  </a:lnTo>
                  <a:lnTo>
                    <a:pt x="3894228" y="967540"/>
                  </a:lnTo>
                  <a:lnTo>
                    <a:pt x="3894322" y="967540"/>
                  </a:lnTo>
                  <a:lnTo>
                    <a:pt x="3894416" y="967540"/>
                  </a:lnTo>
                  <a:lnTo>
                    <a:pt x="3894511" y="967540"/>
                  </a:lnTo>
                  <a:lnTo>
                    <a:pt x="3894605" y="967540"/>
                  </a:lnTo>
                  <a:lnTo>
                    <a:pt x="3894699" y="967540"/>
                  </a:lnTo>
                  <a:lnTo>
                    <a:pt x="3894793" y="967540"/>
                  </a:lnTo>
                  <a:lnTo>
                    <a:pt x="3894887" y="967540"/>
                  </a:lnTo>
                  <a:lnTo>
                    <a:pt x="3894981" y="967540"/>
                  </a:lnTo>
                  <a:lnTo>
                    <a:pt x="3895076" y="967540"/>
                  </a:lnTo>
                  <a:lnTo>
                    <a:pt x="3895170" y="967540"/>
                  </a:lnTo>
                  <a:lnTo>
                    <a:pt x="3895264" y="967540"/>
                  </a:lnTo>
                  <a:lnTo>
                    <a:pt x="3895358" y="967540"/>
                  </a:lnTo>
                  <a:lnTo>
                    <a:pt x="3895452" y="967540"/>
                  </a:lnTo>
                  <a:lnTo>
                    <a:pt x="3895546" y="967540"/>
                  </a:lnTo>
                  <a:lnTo>
                    <a:pt x="3895640" y="967540"/>
                  </a:lnTo>
                  <a:lnTo>
                    <a:pt x="3895735" y="967540"/>
                  </a:lnTo>
                  <a:lnTo>
                    <a:pt x="3895829" y="967540"/>
                  </a:lnTo>
                  <a:lnTo>
                    <a:pt x="3895923" y="967540"/>
                  </a:lnTo>
                  <a:lnTo>
                    <a:pt x="3896017" y="967540"/>
                  </a:lnTo>
                  <a:lnTo>
                    <a:pt x="3896111" y="967540"/>
                  </a:lnTo>
                  <a:lnTo>
                    <a:pt x="3896205" y="967540"/>
                  </a:lnTo>
                  <a:lnTo>
                    <a:pt x="3896300" y="967540"/>
                  </a:lnTo>
                  <a:lnTo>
                    <a:pt x="3896394" y="967540"/>
                  </a:lnTo>
                  <a:lnTo>
                    <a:pt x="3896488" y="967540"/>
                  </a:lnTo>
                  <a:lnTo>
                    <a:pt x="3896582" y="967540"/>
                  </a:lnTo>
                  <a:lnTo>
                    <a:pt x="3896676" y="967540"/>
                  </a:lnTo>
                  <a:lnTo>
                    <a:pt x="3896770" y="967540"/>
                  </a:lnTo>
                  <a:lnTo>
                    <a:pt x="3896864" y="967540"/>
                  </a:lnTo>
                  <a:lnTo>
                    <a:pt x="3896959" y="967540"/>
                  </a:lnTo>
                  <a:lnTo>
                    <a:pt x="3897053" y="967540"/>
                  </a:lnTo>
                  <a:lnTo>
                    <a:pt x="3897147" y="967540"/>
                  </a:lnTo>
                  <a:lnTo>
                    <a:pt x="3897241" y="967540"/>
                  </a:lnTo>
                  <a:lnTo>
                    <a:pt x="3897335" y="967540"/>
                  </a:lnTo>
                  <a:lnTo>
                    <a:pt x="3897429" y="967540"/>
                  </a:lnTo>
                  <a:lnTo>
                    <a:pt x="3897524" y="967540"/>
                  </a:lnTo>
                  <a:lnTo>
                    <a:pt x="3897618" y="967540"/>
                  </a:lnTo>
                  <a:lnTo>
                    <a:pt x="3897712" y="967540"/>
                  </a:lnTo>
                  <a:lnTo>
                    <a:pt x="3897806" y="967540"/>
                  </a:lnTo>
                  <a:lnTo>
                    <a:pt x="3897900" y="967540"/>
                  </a:lnTo>
                  <a:lnTo>
                    <a:pt x="3897994" y="967540"/>
                  </a:lnTo>
                  <a:lnTo>
                    <a:pt x="3898088" y="967540"/>
                  </a:lnTo>
                  <a:lnTo>
                    <a:pt x="3898183" y="967540"/>
                  </a:lnTo>
                  <a:lnTo>
                    <a:pt x="3898277" y="967540"/>
                  </a:lnTo>
                  <a:lnTo>
                    <a:pt x="3898371" y="967540"/>
                  </a:lnTo>
                  <a:lnTo>
                    <a:pt x="3898465" y="967540"/>
                  </a:lnTo>
                  <a:lnTo>
                    <a:pt x="3898559" y="967540"/>
                  </a:lnTo>
                  <a:lnTo>
                    <a:pt x="3898653" y="967540"/>
                  </a:lnTo>
                  <a:lnTo>
                    <a:pt x="3898747" y="967540"/>
                  </a:lnTo>
                  <a:lnTo>
                    <a:pt x="3898842" y="967540"/>
                  </a:lnTo>
                  <a:lnTo>
                    <a:pt x="3898936" y="967540"/>
                  </a:lnTo>
                  <a:lnTo>
                    <a:pt x="3899030" y="967540"/>
                  </a:lnTo>
                  <a:lnTo>
                    <a:pt x="3899124" y="967540"/>
                  </a:lnTo>
                  <a:lnTo>
                    <a:pt x="3899218" y="967540"/>
                  </a:lnTo>
                  <a:lnTo>
                    <a:pt x="3899312" y="967540"/>
                  </a:lnTo>
                  <a:lnTo>
                    <a:pt x="3899407" y="967540"/>
                  </a:lnTo>
                  <a:lnTo>
                    <a:pt x="3899501" y="967540"/>
                  </a:lnTo>
                  <a:lnTo>
                    <a:pt x="3899595" y="967540"/>
                  </a:lnTo>
                  <a:lnTo>
                    <a:pt x="3899689" y="967540"/>
                  </a:lnTo>
                  <a:lnTo>
                    <a:pt x="3899783" y="967540"/>
                  </a:lnTo>
                  <a:lnTo>
                    <a:pt x="3899877" y="967540"/>
                  </a:lnTo>
                  <a:lnTo>
                    <a:pt x="3899971" y="967540"/>
                  </a:lnTo>
                  <a:lnTo>
                    <a:pt x="3900066" y="967540"/>
                  </a:lnTo>
                  <a:lnTo>
                    <a:pt x="3900160" y="967540"/>
                  </a:lnTo>
                  <a:lnTo>
                    <a:pt x="3900254" y="967540"/>
                  </a:lnTo>
                  <a:lnTo>
                    <a:pt x="3900348" y="967540"/>
                  </a:lnTo>
                  <a:lnTo>
                    <a:pt x="3900442" y="967540"/>
                  </a:lnTo>
                  <a:lnTo>
                    <a:pt x="3900536" y="967540"/>
                  </a:lnTo>
                  <a:lnTo>
                    <a:pt x="3900631" y="967540"/>
                  </a:lnTo>
                  <a:lnTo>
                    <a:pt x="3900725" y="967540"/>
                  </a:lnTo>
                  <a:lnTo>
                    <a:pt x="3900819" y="967540"/>
                  </a:lnTo>
                  <a:lnTo>
                    <a:pt x="3900913" y="967540"/>
                  </a:lnTo>
                  <a:lnTo>
                    <a:pt x="3901007" y="967540"/>
                  </a:lnTo>
                  <a:lnTo>
                    <a:pt x="3901101" y="967540"/>
                  </a:lnTo>
                  <a:lnTo>
                    <a:pt x="3901195" y="967540"/>
                  </a:lnTo>
                  <a:lnTo>
                    <a:pt x="3901290" y="967540"/>
                  </a:lnTo>
                  <a:lnTo>
                    <a:pt x="3901290" y="962629"/>
                  </a:lnTo>
                  <a:lnTo>
                    <a:pt x="3901384" y="962629"/>
                  </a:lnTo>
                  <a:lnTo>
                    <a:pt x="3901478" y="962629"/>
                  </a:lnTo>
                  <a:lnTo>
                    <a:pt x="3901572" y="962629"/>
                  </a:lnTo>
                  <a:lnTo>
                    <a:pt x="3901666" y="962629"/>
                  </a:lnTo>
                  <a:lnTo>
                    <a:pt x="3901760" y="962629"/>
                  </a:lnTo>
                  <a:lnTo>
                    <a:pt x="3901855" y="962629"/>
                  </a:lnTo>
                  <a:lnTo>
                    <a:pt x="3901949" y="962629"/>
                  </a:lnTo>
                  <a:lnTo>
                    <a:pt x="3902043" y="962629"/>
                  </a:lnTo>
                  <a:lnTo>
                    <a:pt x="3902137" y="962629"/>
                  </a:lnTo>
                  <a:lnTo>
                    <a:pt x="3902231" y="962629"/>
                  </a:lnTo>
                  <a:lnTo>
                    <a:pt x="3902325" y="962629"/>
                  </a:lnTo>
                  <a:lnTo>
                    <a:pt x="3902419" y="962629"/>
                  </a:lnTo>
                  <a:lnTo>
                    <a:pt x="3902514" y="962629"/>
                  </a:lnTo>
                  <a:lnTo>
                    <a:pt x="3902608" y="962629"/>
                  </a:lnTo>
                  <a:lnTo>
                    <a:pt x="3902702" y="962629"/>
                  </a:lnTo>
                  <a:lnTo>
                    <a:pt x="3902796" y="962629"/>
                  </a:lnTo>
                  <a:lnTo>
                    <a:pt x="3902890" y="962629"/>
                  </a:lnTo>
                  <a:lnTo>
                    <a:pt x="3902984" y="962629"/>
                  </a:lnTo>
                  <a:lnTo>
                    <a:pt x="3903078" y="962629"/>
                  </a:lnTo>
                  <a:lnTo>
                    <a:pt x="3903173" y="962629"/>
                  </a:lnTo>
                  <a:lnTo>
                    <a:pt x="3903267" y="962629"/>
                  </a:lnTo>
                  <a:lnTo>
                    <a:pt x="3903361" y="962629"/>
                  </a:lnTo>
                  <a:lnTo>
                    <a:pt x="3903455" y="962629"/>
                  </a:lnTo>
                  <a:lnTo>
                    <a:pt x="3903455" y="957718"/>
                  </a:lnTo>
                  <a:lnTo>
                    <a:pt x="3903549" y="957718"/>
                  </a:lnTo>
                  <a:lnTo>
                    <a:pt x="3903643" y="957718"/>
                  </a:lnTo>
                  <a:lnTo>
                    <a:pt x="3903738" y="957718"/>
                  </a:lnTo>
                  <a:lnTo>
                    <a:pt x="3903832" y="957718"/>
                  </a:lnTo>
                  <a:lnTo>
                    <a:pt x="3903926" y="957718"/>
                  </a:lnTo>
                  <a:lnTo>
                    <a:pt x="3904020" y="957718"/>
                  </a:lnTo>
                  <a:lnTo>
                    <a:pt x="3904114" y="957718"/>
                  </a:lnTo>
                  <a:lnTo>
                    <a:pt x="3904208" y="957718"/>
                  </a:lnTo>
                  <a:lnTo>
                    <a:pt x="3904302" y="957718"/>
                  </a:lnTo>
                  <a:lnTo>
                    <a:pt x="3904397" y="957718"/>
                  </a:lnTo>
                  <a:lnTo>
                    <a:pt x="3904491" y="957718"/>
                  </a:lnTo>
                  <a:lnTo>
                    <a:pt x="3904585" y="957718"/>
                  </a:lnTo>
                  <a:lnTo>
                    <a:pt x="3904679" y="957718"/>
                  </a:lnTo>
                  <a:lnTo>
                    <a:pt x="3904773" y="957718"/>
                  </a:lnTo>
                  <a:lnTo>
                    <a:pt x="3904867" y="957718"/>
                  </a:lnTo>
                  <a:lnTo>
                    <a:pt x="3904962" y="957718"/>
                  </a:lnTo>
                  <a:lnTo>
                    <a:pt x="3905056" y="957718"/>
                  </a:lnTo>
                  <a:lnTo>
                    <a:pt x="3905150" y="957718"/>
                  </a:lnTo>
                  <a:lnTo>
                    <a:pt x="3905244" y="957718"/>
                  </a:lnTo>
                  <a:lnTo>
                    <a:pt x="3905338" y="957718"/>
                  </a:lnTo>
                  <a:lnTo>
                    <a:pt x="3905432" y="957718"/>
                  </a:lnTo>
                  <a:lnTo>
                    <a:pt x="3905526" y="957718"/>
                  </a:lnTo>
                  <a:lnTo>
                    <a:pt x="3905621" y="957718"/>
                  </a:lnTo>
                  <a:lnTo>
                    <a:pt x="3905715" y="957718"/>
                  </a:lnTo>
                  <a:lnTo>
                    <a:pt x="3905809" y="957718"/>
                  </a:lnTo>
                  <a:lnTo>
                    <a:pt x="3905903" y="957718"/>
                  </a:lnTo>
                  <a:lnTo>
                    <a:pt x="3905997" y="957718"/>
                  </a:lnTo>
                  <a:lnTo>
                    <a:pt x="3906091" y="957718"/>
                  </a:lnTo>
                  <a:lnTo>
                    <a:pt x="3906186" y="957718"/>
                  </a:lnTo>
                  <a:lnTo>
                    <a:pt x="3906280" y="957718"/>
                  </a:lnTo>
                  <a:lnTo>
                    <a:pt x="3906374" y="957718"/>
                  </a:lnTo>
                  <a:lnTo>
                    <a:pt x="3906468" y="957718"/>
                  </a:lnTo>
                  <a:lnTo>
                    <a:pt x="3906562" y="957718"/>
                  </a:lnTo>
                  <a:lnTo>
                    <a:pt x="3906656" y="957718"/>
                  </a:lnTo>
                  <a:lnTo>
                    <a:pt x="3906750" y="957718"/>
                  </a:lnTo>
                  <a:lnTo>
                    <a:pt x="3906845" y="957718"/>
                  </a:lnTo>
                  <a:lnTo>
                    <a:pt x="3906939" y="957718"/>
                  </a:lnTo>
                  <a:lnTo>
                    <a:pt x="3907033" y="957718"/>
                  </a:lnTo>
                  <a:lnTo>
                    <a:pt x="3907127" y="957718"/>
                  </a:lnTo>
                  <a:lnTo>
                    <a:pt x="3907221" y="957718"/>
                  </a:lnTo>
                  <a:lnTo>
                    <a:pt x="3907315" y="957718"/>
                  </a:lnTo>
                  <a:lnTo>
                    <a:pt x="3907409" y="957718"/>
                  </a:lnTo>
                  <a:lnTo>
                    <a:pt x="3907504" y="957718"/>
                  </a:lnTo>
                  <a:lnTo>
                    <a:pt x="3907598" y="957718"/>
                  </a:lnTo>
                  <a:lnTo>
                    <a:pt x="3907692" y="957718"/>
                  </a:lnTo>
                  <a:lnTo>
                    <a:pt x="3907786" y="957718"/>
                  </a:lnTo>
                  <a:lnTo>
                    <a:pt x="3907880" y="957718"/>
                  </a:lnTo>
                  <a:lnTo>
                    <a:pt x="3907974" y="957718"/>
                  </a:lnTo>
                  <a:lnTo>
                    <a:pt x="3908069" y="957718"/>
                  </a:lnTo>
                  <a:lnTo>
                    <a:pt x="3908163" y="957718"/>
                  </a:lnTo>
                  <a:lnTo>
                    <a:pt x="3908257" y="957718"/>
                  </a:lnTo>
                  <a:lnTo>
                    <a:pt x="3908351" y="957718"/>
                  </a:lnTo>
                  <a:lnTo>
                    <a:pt x="3908445" y="957718"/>
                  </a:lnTo>
                  <a:lnTo>
                    <a:pt x="3908539" y="957718"/>
                  </a:lnTo>
                  <a:lnTo>
                    <a:pt x="3908633" y="957718"/>
                  </a:lnTo>
                  <a:lnTo>
                    <a:pt x="3908728" y="957718"/>
                  </a:lnTo>
                  <a:lnTo>
                    <a:pt x="3908822" y="957718"/>
                  </a:lnTo>
                  <a:lnTo>
                    <a:pt x="3908916" y="957718"/>
                  </a:lnTo>
                  <a:lnTo>
                    <a:pt x="3909010" y="957718"/>
                  </a:lnTo>
                  <a:lnTo>
                    <a:pt x="3909104" y="957718"/>
                  </a:lnTo>
                  <a:lnTo>
                    <a:pt x="3909198" y="957718"/>
                  </a:lnTo>
                  <a:lnTo>
                    <a:pt x="3909293" y="957718"/>
                  </a:lnTo>
                  <a:lnTo>
                    <a:pt x="3909387" y="957718"/>
                  </a:lnTo>
                  <a:lnTo>
                    <a:pt x="3909481" y="957718"/>
                  </a:lnTo>
                  <a:lnTo>
                    <a:pt x="3909575" y="957718"/>
                  </a:lnTo>
                  <a:lnTo>
                    <a:pt x="3909669" y="957718"/>
                  </a:lnTo>
                  <a:lnTo>
                    <a:pt x="3909763" y="957718"/>
                  </a:lnTo>
                  <a:lnTo>
                    <a:pt x="3909857" y="957718"/>
                  </a:lnTo>
                  <a:lnTo>
                    <a:pt x="3909952" y="957718"/>
                  </a:lnTo>
                  <a:lnTo>
                    <a:pt x="3910046" y="957718"/>
                  </a:lnTo>
                  <a:lnTo>
                    <a:pt x="3910140" y="957718"/>
                  </a:lnTo>
                  <a:lnTo>
                    <a:pt x="3910234" y="957718"/>
                  </a:lnTo>
                  <a:lnTo>
                    <a:pt x="3910328" y="957718"/>
                  </a:lnTo>
                  <a:lnTo>
                    <a:pt x="3910422" y="957718"/>
                  </a:lnTo>
                  <a:lnTo>
                    <a:pt x="3910517" y="957718"/>
                  </a:lnTo>
                  <a:lnTo>
                    <a:pt x="3910611" y="957718"/>
                  </a:lnTo>
                  <a:lnTo>
                    <a:pt x="3910705" y="957718"/>
                  </a:lnTo>
                  <a:lnTo>
                    <a:pt x="3910799" y="957718"/>
                  </a:lnTo>
                  <a:lnTo>
                    <a:pt x="3910893" y="957718"/>
                  </a:lnTo>
                  <a:lnTo>
                    <a:pt x="3910987" y="957718"/>
                  </a:lnTo>
                  <a:lnTo>
                    <a:pt x="3911081" y="957718"/>
                  </a:lnTo>
                  <a:lnTo>
                    <a:pt x="3911176" y="957718"/>
                  </a:lnTo>
                  <a:lnTo>
                    <a:pt x="3911270" y="957718"/>
                  </a:lnTo>
                  <a:lnTo>
                    <a:pt x="3911364" y="957718"/>
                  </a:lnTo>
                  <a:lnTo>
                    <a:pt x="3911458" y="957718"/>
                  </a:lnTo>
                  <a:lnTo>
                    <a:pt x="3911552" y="957718"/>
                  </a:lnTo>
                  <a:lnTo>
                    <a:pt x="3911646" y="957718"/>
                  </a:lnTo>
                  <a:lnTo>
                    <a:pt x="3911740" y="957718"/>
                  </a:lnTo>
                  <a:lnTo>
                    <a:pt x="3911835" y="957718"/>
                  </a:lnTo>
                  <a:lnTo>
                    <a:pt x="3911929" y="957718"/>
                  </a:lnTo>
                  <a:lnTo>
                    <a:pt x="3912023" y="957718"/>
                  </a:lnTo>
                  <a:lnTo>
                    <a:pt x="3912117" y="957718"/>
                  </a:lnTo>
                  <a:lnTo>
                    <a:pt x="3912211" y="957718"/>
                  </a:lnTo>
                  <a:lnTo>
                    <a:pt x="3912305" y="957718"/>
                  </a:lnTo>
                  <a:lnTo>
                    <a:pt x="3912400" y="957718"/>
                  </a:lnTo>
                  <a:lnTo>
                    <a:pt x="3912494" y="957718"/>
                  </a:lnTo>
                  <a:lnTo>
                    <a:pt x="3912588" y="957718"/>
                  </a:lnTo>
                  <a:lnTo>
                    <a:pt x="3912682" y="957718"/>
                  </a:lnTo>
                  <a:lnTo>
                    <a:pt x="3912776" y="957718"/>
                  </a:lnTo>
                  <a:lnTo>
                    <a:pt x="3912870" y="957718"/>
                  </a:lnTo>
                  <a:lnTo>
                    <a:pt x="3912964" y="957718"/>
                  </a:lnTo>
                  <a:lnTo>
                    <a:pt x="3913059" y="957718"/>
                  </a:lnTo>
                  <a:lnTo>
                    <a:pt x="3913153" y="957718"/>
                  </a:lnTo>
                  <a:lnTo>
                    <a:pt x="3913247" y="957718"/>
                  </a:lnTo>
                  <a:lnTo>
                    <a:pt x="3913341" y="957718"/>
                  </a:lnTo>
                  <a:lnTo>
                    <a:pt x="3913435" y="957718"/>
                  </a:lnTo>
                  <a:lnTo>
                    <a:pt x="3913529" y="957718"/>
                  </a:lnTo>
                  <a:lnTo>
                    <a:pt x="3913624" y="957718"/>
                  </a:lnTo>
                  <a:lnTo>
                    <a:pt x="3913718" y="957718"/>
                  </a:lnTo>
                  <a:lnTo>
                    <a:pt x="3913812" y="957718"/>
                  </a:lnTo>
                  <a:lnTo>
                    <a:pt x="3913906" y="957718"/>
                  </a:lnTo>
                  <a:lnTo>
                    <a:pt x="3914000" y="957718"/>
                  </a:lnTo>
                  <a:lnTo>
                    <a:pt x="3914094" y="957718"/>
                  </a:lnTo>
                  <a:lnTo>
                    <a:pt x="3914188" y="957718"/>
                  </a:lnTo>
                  <a:lnTo>
                    <a:pt x="3914283" y="957718"/>
                  </a:lnTo>
                  <a:lnTo>
                    <a:pt x="3914377" y="957718"/>
                  </a:lnTo>
                  <a:lnTo>
                    <a:pt x="3914471" y="957718"/>
                  </a:lnTo>
                  <a:lnTo>
                    <a:pt x="3914565" y="957718"/>
                  </a:lnTo>
                  <a:lnTo>
                    <a:pt x="3914659" y="957718"/>
                  </a:lnTo>
                  <a:lnTo>
                    <a:pt x="3914753" y="957718"/>
                  </a:lnTo>
                  <a:lnTo>
                    <a:pt x="3914848" y="957718"/>
                  </a:lnTo>
                  <a:lnTo>
                    <a:pt x="3914942" y="957718"/>
                  </a:lnTo>
                  <a:lnTo>
                    <a:pt x="3915036" y="957718"/>
                  </a:lnTo>
                  <a:lnTo>
                    <a:pt x="3915130" y="957718"/>
                  </a:lnTo>
                  <a:lnTo>
                    <a:pt x="3915224" y="957718"/>
                  </a:lnTo>
                  <a:lnTo>
                    <a:pt x="3915318" y="957718"/>
                  </a:lnTo>
                  <a:lnTo>
                    <a:pt x="3915412" y="957718"/>
                  </a:lnTo>
                  <a:lnTo>
                    <a:pt x="3915507" y="957718"/>
                  </a:lnTo>
                  <a:lnTo>
                    <a:pt x="3915601" y="957718"/>
                  </a:lnTo>
                  <a:lnTo>
                    <a:pt x="3915695" y="957718"/>
                  </a:lnTo>
                  <a:lnTo>
                    <a:pt x="3915789" y="957718"/>
                  </a:lnTo>
                  <a:lnTo>
                    <a:pt x="3915883" y="957718"/>
                  </a:lnTo>
                  <a:lnTo>
                    <a:pt x="3915977" y="957718"/>
                  </a:lnTo>
                  <a:lnTo>
                    <a:pt x="3916071" y="957718"/>
                  </a:lnTo>
                  <a:lnTo>
                    <a:pt x="3916166" y="957718"/>
                  </a:lnTo>
                  <a:lnTo>
                    <a:pt x="3916260" y="957718"/>
                  </a:lnTo>
                  <a:lnTo>
                    <a:pt x="3916354" y="957718"/>
                  </a:lnTo>
                  <a:lnTo>
                    <a:pt x="3916448" y="957718"/>
                  </a:lnTo>
                  <a:lnTo>
                    <a:pt x="3916542" y="957718"/>
                  </a:lnTo>
                  <a:lnTo>
                    <a:pt x="3916636" y="957718"/>
                  </a:lnTo>
                  <a:lnTo>
                    <a:pt x="3916731" y="957718"/>
                  </a:lnTo>
                  <a:lnTo>
                    <a:pt x="3916825" y="957718"/>
                  </a:lnTo>
                  <a:lnTo>
                    <a:pt x="3916919" y="957718"/>
                  </a:lnTo>
                  <a:lnTo>
                    <a:pt x="3917013" y="957718"/>
                  </a:lnTo>
                  <a:lnTo>
                    <a:pt x="3917107" y="957718"/>
                  </a:lnTo>
                  <a:lnTo>
                    <a:pt x="3917201" y="957718"/>
                  </a:lnTo>
                  <a:lnTo>
                    <a:pt x="3917295" y="957718"/>
                  </a:lnTo>
                  <a:lnTo>
                    <a:pt x="3917295" y="952806"/>
                  </a:lnTo>
                  <a:lnTo>
                    <a:pt x="3917390" y="952806"/>
                  </a:lnTo>
                  <a:lnTo>
                    <a:pt x="3917484" y="952806"/>
                  </a:lnTo>
                  <a:lnTo>
                    <a:pt x="3917578" y="952806"/>
                  </a:lnTo>
                  <a:lnTo>
                    <a:pt x="3917672" y="952806"/>
                  </a:lnTo>
                  <a:lnTo>
                    <a:pt x="3917766" y="952806"/>
                  </a:lnTo>
                  <a:lnTo>
                    <a:pt x="3917860" y="952806"/>
                  </a:lnTo>
                  <a:lnTo>
                    <a:pt x="3917955" y="952806"/>
                  </a:lnTo>
                  <a:lnTo>
                    <a:pt x="3918049" y="952806"/>
                  </a:lnTo>
                  <a:lnTo>
                    <a:pt x="3918143" y="952806"/>
                  </a:lnTo>
                  <a:lnTo>
                    <a:pt x="3918237" y="952806"/>
                  </a:lnTo>
                  <a:lnTo>
                    <a:pt x="3918331" y="952806"/>
                  </a:lnTo>
                  <a:lnTo>
                    <a:pt x="3918425" y="952806"/>
                  </a:lnTo>
                  <a:lnTo>
                    <a:pt x="3918519" y="952806"/>
                  </a:lnTo>
                  <a:lnTo>
                    <a:pt x="3918614" y="952806"/>
                  </a:lnTo>
                  <a:lnTo>
                    <a:pt x="3918708" y="952806"/>
                  </a:lnTo>
                  <a:lnTo>
                    <a:pt x="3918802" y="952806"/>
                  </a:lnTo>
                  <a:lnTo>
                    <a:pt x="3918896" y="952806"/>
                  </a:lnTo>
                  <a:lnTo>
                    <a:pt x="3918990" y="952806"/>
                  </a:lnTo>
                  <a:lnTo>
                    <a:pt x="3919084" y="952806"/>
                  </a:lnTo>
                  <a:lnTo>
                    <a:pt x="3919179" y="952806"/>
                  </a:lnTo>
                  <a:lnTo>
                    <a:pt x="3919273" y="952806"/>
                  </a:lnTo>
                  <a:lnTo>
                    <a:pt x="3919367" y="952806"/>
                  </a:lnTo>
                  <a:lnTo>
                    <a:pt x="3919461" y="952806"/>
                  </a:lnTo>
                  <a:lnTo>
                    <a:pt x="3919555" y="952806"/>
                  </a:lnTo>
                  <a:lnTo>
                    <a:pt x="3919649" y="952806"/>
                  </a:lnTo>
                  <a:lnTo>
                    <a:pt x="3919743" y="952806"/>
                  </a:lnTo>
                  <a:lnTo>
                    <a:pt x="3919838" y="952806"/>
                  </a:lnTo>
                  <a:lnTo>
                    <a:pt x="3919932" y="952806"/>
                  </a:lnTo>
                  <a:lnTo>
                    <a:pt x="3920026" y="952806"/>
                  </a:lnTo>
                  <a:lnTo>
                    <a:pt x="3920120" y="952806"/>
                  </a:lnTo>
                  <a:lnTo>
                    <a:pt x="3920214" y="952806"/>
                  </a:lnTo>
                  <a:lnTo>
                    <a:pt x="3920308" y="952806"/>
                  </a:lnTo>
                  <a:lnTo>
                    <a:pt x="3920403" y="952806"/>
                  </a:lnTo>
                  <a:lnTo>
                    <a:pt x="3920497" y="952806"/>
                  </a:lnTo>
                  <a:lnTo>
                    <a:pt x="3920591" y="952806"/>
                  </a:lnTo>
                  <a:lnTo>
                    <a:pt x="3920685" y="952806"/>
                  </a:lnTo>
                  <a:lnTo>
                    <a:pt x="3920779" y="952806"/>
                  </a:lnTo>
                  <a:lnTo>
                    <a:pt x="3920873" y="952806"/>
                  </a:lnTo>
                  <a:lnTo>
                    <a:pt x="3920967" y="952806"/>
                  </a:lnTo>
                  <a:lnTo>
                    <a:pt x="3921062" y="952806"/>
                  </a:lnTo>
                  <a:lnTo>
                    <a:pt x="3921062" y="947895"/>
                  </a:lnTo>
                  <a:lnTo>
                    <a:pt x="3921156" y="947895"/>
                  </a:lnTo>
                  <a:lnTo>
                    <a:pt x="3921250" y="947895"/>
                  </a:lnTo>
                  <a:lnTo>
                    <a:pt x="3921344" y="947895"/>
                  </a:lnTo>
                  <a:lnTo>
                    <a:pt x="3921438" y="947895"/>
                  </a:lnTo>
                  <a:lnTo>
                    <a:pt x="3921532" y="947895"/>
                  </a:lnTo>
                  <a:lnTo>
                    <a:pt x="3921626" y="947895"/>
                  </a:lnTo>
                  <a:lnTo>
                    <a:pt x="3921721" y="947895"/>
                  </a:lnTo>
                  <a:lnTo>
                    <a:pt x="3921815" y="947895"/>
                  </a:lnTo>
                  <a:lnTo>
                    <a:pt x="3921909" y="947895"/>
                  </a:lnTo>
                  <a:lnTo>
                    <a:pt x="3922003" y="947895"/>
                  </a:lnTo>
                  <a:lnTo>
                    <a:pt x="3922097" y="947895"/>
                  </a:lnTo>
                  <a:lnTo>
                    <a:pt x="3922191" y="947895"/>
                  </a:lnTo>
                  <a:lnTo>
                    <a:pt x="3922286" y="947895"/>
                  </a:lnTo>
                  <a:lnTo>
                    <a:pt x="3922380" y="947895"/>
                  </a:lnTo>
                  <a:lnTo>
                    <a:pt x="3922474" y="947895"/>
                  </a:lnTo>
                  <a:lnTo>
                    <a:pt x="3922568" y="947895"/>
                  </a:lnTo>
                  <a:lnTo>
                    <a:pt x="3922662" y="947895"/>
                  </a:lnTo>
                  <a:lnTo>
                    <a:pt x="3922756" y="947895"/>
                  </a:lnTo>
                  <a:lnTo>
                    <a:pt x="3922850" y="947895"/>
                  </a:lnTo>
                  <a:lnTo>
                    <a:pt x="3922945" y="947895"/>
                  </a:lnTo>
                  <a:lnTo>
                    <a:pt x="3923039" y="947895"/>
                  </a:lnTo>
                  <a:lnTo>
                    <a:pt x="3923133" y="947895"/>
                  </a:lnTo>
                  <a:lnTo>
                    <a:pt x="3923227" y="947895"/>
                  </a:lnTo>
                  <a:lnTo>
                    <a:pt x="3923321" y="947895"/>
                  </a:lnTo>
                  <a:lnTo>
                    <a:pt x="3923415" y="947895"/>
                  </a:lnTo>
                  <a:lnTo>
                    <a:pt x="3923510" y="947895"/>
                  </a:lnTo>
                  <a:lnTo>
                    <a:pt x="3923604" y="947895"/>
                  </a:lnTo>
                  <a:lnTo>
                    <a:pt x="3923698" y="947895"/>
                  </a:lnTo>
                  <a:lnTo>
                    <a:pt x="3923792" y="947895"/>
                  </a:lnTo>
                  <a:lnTo>
                    <a:pt x="3923886" y="947895"/>
                  </a:lnTo>
                  <a:lnTo>
                    <a:pt x="3923980" y="947895"/>
                  </a:lnTo>
                  <a:lnTo>
                    <a:pt x="3924074" y="947895"/>
                  </a:lnTo>
                  <a:lnTo>
                    <a:pt x="3924169" y="947895"/>
                  </a:lnTo>
                  <a:lnTo>
                    <a:pt x="3924263" y="947895"/>
                  </a:lnTo>
                  <a:lnTo>
                    <a:pt x="3924357" y="947895"/>
                  </a:lnTo>
                  <a:lnTo>
                    <a:pt x="3924451" y="947895"/>
                  </a:lnTo>
                  <a:lnTo>
                    <a:pt x="3924545" y="947895"/>
                  </a:lnTo>
                  <a:lnTo>
                    <a:pt x="3924639" y="947895"/>
                  </a:lnTo>
                  <a:lnTo>
                    <a:pt x="3924734" y="947895"/>
                  </a:lnTo>
                  <a:lnTo>
                    <a:pt x="3924828" y="947895"/>
                  </a:lnTo>
                  <a:lnTo>
                    <a:pt x="3924922" y="947895"/>
                  </a:lnTo>
                  <a:lnTo>
                    <a:pt x="3925016" y="947895"/>
                  </a:lnTo>
                  <a:lnTo>
                    <a:pt x="3925110" y="947895"/>
                  </a:lnTo>
                  <a:lnTo>
                    <a:pt x="3925204" y="947895"/>
                  </a:lnTo>
                  <a:lnTo>
                    <a:pt x="3925298" y="947895"/>
                  </a:lnTo>
                  <a:lnTo>
                    <a:pt x="3925393" y="947895"/>
                  </a:lnTo>
                  <a:lnTo>
                    <a:pt x="3925487" y="947895"/>
                  </a:lnTo>
                  <a:lnTo>
                    <a:pt x="3925581" y="947895"/>
                  </a:lnTo>
                  <a:lnTo>
                    <a:pt x="3925675" y="947895"/>
                  </a:lnTo>
                  <a:lnTo>
                    <a:pt x="3925769" y="947895"/>
                  </a:lnTo>
                  <a:lnTo>
                    <a:pt x="3925863" y="947895"/>
                  </a:lnTo>
                  <a:lnTo>
                    <a:pt x="3925957" y="947895"/>
                  </a:lnTo>
                  <a:lnTo>
                    <a:pt x="3926052" y="947895"/>
                  </a:lnTo>
                  <a:lnTo>
                    <a:pt x="3926146" y="947895"/>
                  </a:lnTo>
                  <a:lnTo>
                    <a:pt x="3926240" y="947895"/>
                  </a:lnTo>
                  <a:lnTo>
                    <a:pt x="3926334" y="947895"/>
                  </a:lnTo>
                  <a:lnTo>
                    <a:pt x="3926428" y="947895"/>
                  </a:lnTo>
                  <a:lnTo>
                    <a:pt x="3926522" y="947895"/>
                  </a:lnTo>
                  <a:lnTo>
                    <a:pt x="3926617" y="947895"/>
                  </a:lnTo>
                  <a:lnTo>
                    <a:pt x="3926711" y="947895"/>
                  </a:lnTo>
                  <a:lnTo>
                    <a:pt x="3926805" y="947895"/>
                  </a:lnTo>
                  <a:lnTo>
                    <a:pt x="3926899" y="947895"/>
                  </a:lnTo>
                  <a:lnTo>
                    <a:pt x="3926993" y="947895"/>
                  </a:lnTo>
                  <a:lnTo>
                    <a:pt x="3926993" y="942983"/>
                  </a:lnTo>
                  <a:lnTo>
                    <a:pt x="3927087" y="942983"/>
                  </a:lnTo>
                  <a:lnTo>
                    <a:pt x="3927181" y="942983"/>
                  </a:lnTo>
                  <a:lnTo>
                    <a:pt x="3927276" y="942983"/>
                  </a:lnTo>
                  <a:lnTo>
                    <a:pt x="3927370" y="942983"/>
                  </a:lnTo>
                  <a:lnTo>
                    <a:pt x="3927464" y="942983"/>
                  </a:lnTo>
                  <a:lnTo>
                    <a:pt x="3927558" y="942983"/>
                  </a:lnTo>
                  <a:lnTo>
                    <a:pt x="3927652" y="942983"/>
                  </a:lnTo>
                  <a:lnTo>
                    <a:pt x="3927746" y="942983"/>
                  </a:lnTo>
                  <a:lnTo>
                    <a:pt x="3927841" y="942983"/>
                  </a:lnTo>
                  <a:lnTo>
                    <a:pt x="3927935" y="942983"/>
                  </a:lnTo>
                  <a:lnTo>
                    <a:pt x="3928029" y="942983"/>
                  </a:lnTo>
                  <a:lnTo>
                    <a:pt x="3928123" y="942983"/>
                  </a:lnTo>
                  <a:lnTo>
                    <a:pt x="3928217" y="942983"/>
                  </a:lnTo>
                  <a:lnTo>
                    <a:pt x="3928311" y="942983"/>
                  </a:lnTo>
                  <a:lnTo>
                    <a:pt x="3928405" y="942983"/>
                  </a:lnTo>
                  <a:lnTo>
                    <a:pt x="3928500" y="942983"/>
                  </a:lnTo>
                  <a:lnTo>
                    <a:pt x="3928594" y="942983"/>
                  </a:lnTo>
                  <a:lnTo>
                    <a:pt x="3928688" y="942983"/>
                  </a:lnTo>
                  <a:lnTo>
                    <a:pt x="3928782" y="942983"/>
                  </a:lnTo>
                  <a:lnTo>
                    <a:pt x="3928876" y="942983"/>
                  </a:lnTo>
                  <a:lnTo>
                    <a:pt x="3928970" y="942983"/>
                  </a:lnTo>
                  <a:lnTo>
                    <a:pt x="3929065" y="942983"/>
                  </a:lnTo>
                  <a:lnTo>
                    <a:pt x="3929159" y="942983"/>
                  </a:lnTo>
                  <a:lnTo>
                    <a:pt x="3929253" y="942983"/>
                  </a:lnTo>
                  <a:lnTo>
                    <a:pt x="3929347" y="942983"/>
                  </a:lnTo>
                  <a:lnTo>
                    <a:pt x="3929441" y="942983"/>
                  </a:lnTo>
                  <a:lnTo>
                    <a:pt x="3929535" y="942983"/>
                  </a:lnTo>
                  <a:lnTo>
                    <a:pt x="3929629" y="942983"/>
                  </a:lnTo>
                  <a:lnTo>
                    <a:pt x="3929724" y="942983"/>
                  </a:lnTo>
                  <a:lnTo>
                    <a:pt x="3929818" y="942983"/>
                  </a:lnTo>
                  <a:lnTo>
                    <a:pt x="3929912" y="942983"/>
                  </a:lnTo>
                  <a:lnTo>
                    <a:pt x="3930006" y="942983"/>
                  </a:lnTo>
                  <a:lnTo>
                    <a:pt x="3930100" y="942983"/>
                  </a:lnTo>
                  <a:lnTo>
                    <a:pt x="3930194" y="942983"/>
                  </a:lnTo>
                  <a:lnTo>
                    <a:pt x="3930288" y="942983"/>
                  </a:lnTo>
                  <a:lnTo>
                    <a:pt x="3930383" y="942983"/>
                  </a:lnTo>
                  <a:lnTo>
                    <a:pt x="3930477" y="942983"/>
                  </a:lnTo>
                  <a:lnTo>
                    <a:pt x="3930571" y="942983"/>
                  </a:lnTo>
                  <a:lnTo>
                    <a:pt x="3930665" y="942983"/>
                  </a:lnTo>
                  <a:lnTo>
                    <a:pt x="3930759" y="942983"/>
                  </a:lnTo>
                  <a:lnTo>
                    <a:pt x="3930853" y="942983"/>
                  </a:lnTo>
                  <a:lnTo>
                    <a:pt x="3930948" y="942983"/>
                  </a:lnTo>
                  <a:lnTo>
                    <a:pt x="3931042" y="942983"/>
                  </a:lnTo>
                  <a:lnTo>
                    <a:pt x="3931136" y="942983"/>
                  </a:lnTo>
                  <a:lnTo>
                    <a:pt x="3931230" y="942983"/>
                  </a:lnTo>
                  <a:lnTo>
                    <a:pt x="3931324" y="942983"/>
                  </a:lnTo>
                  <a:lnTo>
                    <a:pt x="3931418" y="942983"/>
                  </a:lnTo>
                  <a:lnTo>
                    <a:pt x="3931512" y="942983"/>
                  </a:lnTo>
                  <a:lnTo>
                    <a:pt x="3931607" y="942983"/>
                  </a:lnTo>
                  <a:lnTo>
                    <a:pt x="3931701" y="942983"/>
                  </a:lnTo>
                  <a:lnTo>
                    <a:pt x="3931795" y="942983"/>
                  </a:lnTo>
                  <a:lnTo>
                    <a:pt x="3931889" y="942983"/>
                  </a:lnTo>
                  <a:lnTo>
                    <a:pt x="3931983" y="942983"/>
                  </a:lnTo>
                  <a:lnTo>
                    <a:pt x="3932077" y="942983"/>
                  </a:lnTo>
                  <a:lnTo>
                    <a:pt x="3932172" y="942983"/>
                  </a:lnTo>
                  <a:lnTo>
                    <a:pt x="3932266" y="942983"/>
                  </a:lnTo>
                  <a:lnTo>
                    <a:pt x="3932360" y="942983"/>
                  </a:lnTo>
                  <a:lnTo>
                    <a:pt x="3932454" y="942983"/>
                  </a:lnTo>
                  <a:lnTo>
                    <a:pt x="3932548" y="942983"/>
                  </a:lnTo>
                  <a:lnTo>
                    <a:pt x="3932642" y="942983"/>
                  </a:lnTo>
                  <a:lnTo>
                    <a:pt x="3932736" y="942983"/>
                  </a:lnTo>
                  <a:lnTo>
                    <a:pt x="3932831" y="942983"/>
                  </a:lnTo>
                  <a:lnTo>
                    <a:pt x="3932925" y="942983"/>
                  </a:lnTo>
                  <a:lnTo>
                    <a:pt x="3933019" y="942983"/>
                  </a:lnTo>
                  <a:lnTo>
                    <a:pt x="3933113" y="942983"/>
                  </a:lnTo>
                  <a:lnTo>
                    <a:pt x="3933207" y="942983"/>
                  </a:lnTo>
                  <a:lnTo>
                    <a:pt x="3933301" y="942983"/>
                  </a:lnTo>
                  <a:lnTo>
                    <a:pt x="3933396" y="942983"/>
                  </a:lnTo>
                  <a:lnTo>
                    <a:pt x="3933490" y="942983"/>
                  </a:lnTo>
                  <a:lnTo>
                    <a:pt x="3933584" y="942983"/>
                  </a:lnTo>
                  <a:lnTo>
                    <a:pt x="3933678" y="942983"/>
                  </a:lnTo>
                  <a:lnTo>
                    <a:pt x="3933772" y="942983"/>
                  </a:lnTo>
                  <a:lnTo>
                    <a:pt x="3933866" y="942983"/>
                  </a:lnTo>
                  <a:lnTo>
                    <a:pt x="3933960" y="942983"/>
                  </a:lnTo>
                  <a:lnTo>
                    <a:pt x="3934055" y="942983"/>
                  </a:lnTo>
                  <a:lnTo>
                    <a:pt x="3934149" y="942983"/>
                  </a:lnTo>
                  <a:lnTo>
                    <a:pt x="3934243" y="942983"/>
                  </a:lnTo>
                  <a:lnTo>
                    <a:pt x="3934337" y="942983"/>
                  </a:lnTo>
                  <a:lnTo>
                    <a:pt x="3934431" y="942983"/>
                  </a:lnTo>
                  <a:lnTo>
                    <a:pt x="3934525" y="942983"/>
                  </a:lnTo>
                  <a:lnTo>
                    <a:pt x="3934619" y="942983"/>
                  </a:lnTo>
                  <a:lnTo>
                    <a:pt x="3934714" y="942983"/>
                  </a:lnTo>
                  <a:lnTo>
                    <a:pt x="3934808" y="942983"/>
                  </a:lnTo>
                  <a:lnTo>
                    <a:pt x="3934902" y="942983"/>
                  </a:lnTo>
                  <a:lnTo>
                    <a:pt x="3934996" y="942983"/>
                  </a:lnTo>
                  <a:lnTo>
                    <a:pt x="3935090" y="942983"/>
                  </a:lnTo>
                  <a:lnTo>
                    <a:pt x="3935184" y="942983"/>
                  </a:lnTo>
                  <a:lnTo>
                    <a:pt x="3935279" y="942983"/>
                  </a:lnTo>
                  <a:lnTo>
                    <a:pt x="3935373" y="942983"/>
                  </a:lnTo>
                  <a:lnTo>
                    <a:pt x="3935467" y="942983"/>
                  </a:lnTo>
                  <a:lnTo>
                    <a:pt x="3935561" y="942983"/>
                  </a:lnTo>
                  <a:lnTo>
                    <a:pt x="3935655" y="942983"/>
                  </a:lnTo>
                  <a:lnTo>
                    <a:pt x="3935749" y="942983"/>
                  </a:lnTo>
                  <a:lnTo>
                    <a:pt x="3935843" y="942983"/>
                  </a:lnTo>
                  <a:lnTo>
                    <a:pt x="3935938" y="942983"/>
                  </a:lnTo>
                  <a:lnTo>
                    <a:pt x="3936032" y="942983"/>
                  </a:lnTo>
                  <a:lnTo>
                    <a:pt x="3936126" y="942983"/>
                  </a:lnTo>
                  <a:lnTo>
                    <a:pt x="3936220" y="942983"/>
                  </a:lnTo>
                  <a:lnTo>
                    <a:pt x="3936314" y="942983"/>
                  </a:lnTo>
                  <a:lnTo>
                    <a:pt x="3936408" y="942983"/>
                  </a:lnTo>
                  <a:lnTo>
                    <a:pt x="3936503" y="942983"/>
                  </a:lnTo>
                  <a:lnTo>
                    <a:pt x="3936597" y="942983"/>
                  </a:lnTo>
                  <a:lnTo>
                    <a:pt x="3936691" y="942983"/>
                  </a:lnTo>
                  <a:lnTo>
                    <a:pt x="3936785" y="942983"/>
                  </a:lnTo>
                  <a:lnTo>
                    <a:pt x="3936879" y="942983"/>
                  </a:lnTo>
                  <a:lnTo>
                    <a:pt x="3936973" y="942983"/>
                  </a:lnTo>
                  <a:lnTo>
                    <a:pt x="3937067" y="942983"/>
                  </a:lnTo>
                  <a:lnTo>
                    <a:pt x="3937162" y="942983"/>
                  </a:lnTo>
                  <a:lnTo>
                    <a:pt x="3937256" y="942983"/>
                  </a:lnTo>
                  <a:lnTo>
                    <a:pt x="3937350" y="942983"/>
                  </a:lnTo>
                  <a:lnTo>
                    <a:pt x="3937444" y="942983"/>
                  </a:lnTo>
                  <a:lnTo>
                    <a:pt x="3937538" y="942983"/>
                  </a:lnTo>
                  <a:lnTo>
                    <a:pt x="3937632" y="942983"/>
                  </a:lnTo>
                  <a:lnTo>
                    <a:pt x="3937727" y="942983"/>
                  </a:lnTo>
                  <a:lnTo>
                    <a:pt x="3937821" y="942983"/>
                  </a:lnTo>
                  <a:lnTo>
                    <a:pt x="3937915" y="942983"/>
                  </a:lnTo>
                  <a:lnTo>
                    <a:pt x="3938009" y="942983"/>
                  </a:lnTo>
                  <a:lnTo>
                    <a:pt x="3938103" y="942983"/>
                  </a:lnTo>
                  <a:lnTo>
                    <a:pt x="3938197" y="942983"/>
                  </a:lnTo>
                  <a:lnTo>
                    <a:pt x="3938291" y="942983"/>
                  </a:lnTo>
                  <a:lnTo>
                    <a:pt x="3938386" y="942983"/>
                  </a:lnTo>
                  <a:lnTo>
                    <a:pt x="3938480" y="942983"/>
                  </a:lnTo>
                  <a:lnTo>
                    <a:pt x="3938574" y="942983"/>
                  </a:lnTo>
                  <a:lnTo>
                    <a:pt x="3938668" y="942983"/>
                  </a:lnTo>
                  <a:lnTo>
                    <a:pt x="3938762" y="942983"/>
                  </a:lnTo>
                  <a:lnTo>
                    <a:pt x="3938856" y="942983"/>
                  </a:lnTo>
                  <a:lnTo>
                    <a:pt x="3938950" y="942983"/>
                  </a:lnTo>
                  <a:lnTo>
                    <a:pt x="3939045" y="942983"/>
                  </a:lnTo>
                  <a:lnTo>
                    <a:pt x="3939139" y="942983"/>
                  </a:lnTo>
                  <a:lnTo>
                    <a:pt x="3939233" y="942983"/>
                  </a:lnTo>
                  <a:lnTo>
                    <a:pt x="3939327" y="942983"/>
                  </a:lnTo>
                  <a:lnTo>
                    <a:pt x="3939421" y="942983"/>
                  </a:lnTo>
                  <a:lnTo>
                    <a:pt x="3939515" y="942983"/>
                  </a:lnTo>
                  <a:lnTo>
                    <a:pt x="3939610" y="942983"/>
                  </a:lnTo>
                  <a:lnTo>
                    <a:pt x="3939704" y="942983"/>
                  </a:lnTo>
                  <a:lnTo>
                    <a:pt x="3939798" y="942983"/>
                  </a:lnTo>
                  <a:lnTo>
                    <a:pt x="3939892" y="942983"/>
                  </a:lnTo>
                  <a:lnTo>
                    <a:pt x="3939986" y="942983"/>
                  </a:lnTo>
                  <a:lnTo>
                    <a:pt x="3940080" y="942983"/>
                  </a:lnTo>
                  <a:lnTo>
                    <a:pt x="3940174" y="942983"/>
                  </a:lnTo>
                  <a:lnTo>
                    <a:pt x="3940269" y="942983"/>
                  </a:lnTo>
                  <a:lnTo>
                    <a:pt x="3940363" y="942983"/>
                  </a:lnTo>
                  <a:lnTo>
                    <a:pt x="3940457" y="942983"/>
                  </a:lnTo>
                  <a:lnTo>
                    <a:pt x="3940551" y="942983"/>
                  </a:lnTo>
                  <a:lnTo>
                    <a:pt x="3940645" y="942983"/>
                  </a:lnTo>
                  <a:lnTo>
                    <a:pt x="3940739" y="942983"/>
                  </a:lnTo>
                  <a:lnTo>
                    <a:pt x="3940834" y="942983"/>
                  </a:lnTo>
                  <a:lnTo>
                    <a:pt x="3940928" y="942983"/>
                  </a:lnTo>
                  <a:lnTo>
                    <a:pt x="3941022" y="942983"/>
                  </a:lnTo>
                  <a:lnTo>
                    <a:pt x="3941116" y="942983"/>
                  </a:lnTo>
                  <a:lnTo>
                    <a:pt x="3941210" y="942983"/>
                  </a:lnTo>
                  <a:lnTo>
                    <a:pt x="3941304" y="942983"/>
                  </a:lnTo>
                  <a:lnTo>
                    <a:pt x="3941398" y="942983"/>
                  </a:lnTo>
                  <a:lnTo>
                    <a:pt x="3941493" y="942983"/>
                  </a:lnTo>
                  <a:lnTo>
                    <a:pt x="3941587" y="942983"/>
                  </a:lnTo>
                  <a:lnTo>
                    <a:pt x="3941681" y="942983"/>
                  </a:lnTo>
                  <a:lnTo>
                    <a:pt x="3941775" y="942983"/>
                  </a:lnTo>
                  <a:lnTo>
                    <a:pt x="3941869" y="942983"/>
                  </a:lnTo>
                  <a:lnTo>
                    <a:pt x="3941963" y="942983"/>
                  </a:lnTo>
                  <a:lnTo>
                    <a:pt x="3942058" y="942983"/>
                  </a:lnTo>
                  <a:lnTo>
                    <a:pt x="3942152" y="942983"/>
                  </a:lnTo>
                  <a:lnTo>
                    <a:pt x="3942246" y="942983"/>
                  </a:lnTo>
                  <a:lnTo>
                    <a:pt x="3942340" y="942983"/>
                  </a:lnTo>
                  <a:lnTo>
                    <a:pt x="3942434" y="942983"/>
                  </a:lnTo>
                  <a:lnTo>
                    <a:pt x="3942528" y="942983"/>
                  </a:lnTo>
                  <a:lnTo>
                    <a:pt x="3942622" y="942983"/>
                  </a:lnTo>
                  <a:lnTo>
                    <a:pt x="3942717" y="942983"/>
                  </a:lnTo>
                  <a:lnTo>
                    <a:pt x="3942811" y="942983"/>
                  </a:lnTo>
                  <a:lnTo>
                    <a:pt x="3942905" y="942983"/>
                  </a:lnTo>
                  <a:lnTo>
                    <a:pt x="3942999" y="942983"/>
                  </a:lnTo>
                  <a:lnTo>
                    <a:pt x="3943093" y="942983"/>
                  </a:lnTo>
                  <a:lnTo>
                    <a:pt x="3943187" y="942983"/>
                  </a:lnTo>
                  <a:lnTo>
                    <a:pt x="3943281" y="942983"/>
                  </a:lnTo>
                  <a:lnTo>
                    <a:pt x="3943376" y="942983"/>
                  </a:lnTo>
                  <a:lnTo>
                    <a:pt x="3943470" y="942983"/>
                  </a:lnTo>
                  <a:lnTo>
                    <a:pt x="3943564" y="942983"/>
                  </a:lnTo>
                  <a:lnTo>
                    <a:pt x="3943658" y="942983"/>
                  </a:lnTo>
                  <a:lnTo>
                    <a:pt x="3943752" y="942983"/>
                  </a:lnTo>
                  <a:lnTo>
                    <a:pt x="3943846" y="942983"/>
                  </a:lnTo>
                  <a:lnTo>
                    <a:pt x="3943941" y="942983"/>
                  </a:lnTo>
                  <a:lnTo>
                    <a:pt x="3944035" y="942983"/>
                  </a:lnTo>
                  <a:lnTo>
                    <a:pt x="3944129" y="942983"/>
                  </a:lnTo>
                  <a:lnTo>
                    <a:pt x="3944223" y="942983"/>
                  </a:lnTo>
                  <a:lnTo>
                    <a:pt x="3944317" y="942983"/>
                  </a:lnTo>
                  <a:lnTo>
                    <a:pt x="3944411" y="942983"/>
                  </a:lnTo>
                  <a:lnTo>
                    <a:pt x="3944505" y="942983"/>
                  </a:lnTo>
                  <a:lnTo>
                    <a:pt x="3944600" y="942983"/>
                  </a:lnTo>
                  <a:lnTo>
                    <a:pt x="3944694" y="942983"/>
                  </a:lnTo>
                  <a:lnTo>
                    <a:pt x="3944788" y="942983"/>
                  </a:lnTo>
                  <a:lnTo>
                    <a:pt x="3944882" y="942983"/>
                  </a:lnTo>
                  <a:lnTo>
                    <a:pt x="3944976" y="942983"/>
                  </a:lnTo>
                  <a:lnTo>
                    <a:pt x="3945070" y="942983"/>
                  </a:lnTo>
                  <a:lnTo>
                    <a:pt x="3945165" y="942983"/>
                  </a:lnTo>
                  <a:lnTo>
                    <a:pt x="3945259" y="942983"/>
                  </a:lnTo>
                  <a:lnTo>
                    <a:pt x="3945353" y="942983"/>
                  </a:lnTo>
                  <a:lnTo>
                    <a:pt x="3945447" y="942983"/>
                  </a:lnTo>
                  <a:lnTo>
                    <a:pt x="3945541" y="942983"/>
                  </a:lnTo>
                  <a:lnTo>
                    <a:pt x="3945635" y="942983"/>
                  </a:lnTo>
                  <a:lnTo>
                    <a:pt x="3945729" y="942983"/>
                  </a:lnTo>
                  <a:lnTo>
                    <a:pt x="3945824" y="942983"/>
                  </a:lnTo>
                  <a:lnTo>
                    <a:pt x="3945918" y="942983"/>
                  </a:lnTo>
                  <a:lnTo>
                    <a:pt x="3946012" y="942983"/>
                  </a:lnTo>
                  <a:lnTo>
                    <a:pt x="3946106" y="942983"/>
                  </a:lnTo>
                  <a:lnTo>
                    <a:pt x="3946200" y="942983"/>
                  </a:lnTo>
                  <a:lnTo>
                    <a:pt x="3946294" y="942983"/>
                  </a:lnTo>
                  <a:lnTo>
                    <a:pt x="3946389" y="942983"/>
                  </a:lnTo>
                  <a:lnTo>
                    <a:pt x="3946483" y="942983"/>
                  </a:lnTo>
                  <a:lnTo>
                    <a:pt x="3946577" y="942983"/>
                  </a:lnTo>
                  <a:lnTo>
                    <a:pt x="3946671" y="942983"/>
                  </a:lnTo>
                  <a:lnTo>
                    <a:pt x="3946765" y="942983"/>
                  </a:lnTo>
                  <a:lnTo>
                    <a:pt x="3946859" y="942983"/>
                  </a:lnTo>
                  <a:lnTo>
                    <a:pt x="3946953" y="942983"/>
                  </a:lnTo>
                  <a:lnTo>
                    <a:pt x="3946953" y="938072"/>
                  </a:lnTo>
                  <a:lnTo>
                    <a:pt x="3947048" y="938072"/>
                  </a:lnTo>
                  <a:lnTo>
                    <a:pt x="3947142" y="938072"/>
                  </a:lnTo>
                  <a:lnTo>
                    <a:pt x="3947236" y="938072"/>
                  </a:lnTo>
                  <a:lnTo>
                    <a:pt x="3947330" y="938072"/>
                  </a:lnTo>
                  <a:lnTo>
                    <a:pt x="3947424" y="938072"/>
                  </a:lnTo>
                  <a:lnTo>
                    <a:pt x="3947518" y="938072"/>
                  </a:lnTo>
                  <a:lnTo>
                    <a:pt x="3947612" y="938072"/>
                  </a:lnTo>
                  <a:lnTo>
                    <a:pt x="3947707" y="938072"/>
                  </a:lnTo>
                  <a:lnTo>
                    <a:pt x="3947801" y="938072"/>
                  </a:lnTo>
                  <a:lnTo>
                    <a:pt x="3947895" y="938072"/>
                  </a:lnTo>
                  <a:lnTo>
                    <a:pt x="3947989" y="938072"/>
                  </a:lnTo>
                  <a:lnTo>
                    <a:pt x="3948083" y="938072"/>
                  </a:lnTo>
                  <a:lnTo>
                    <a:pt x="3948177" y="938072"/>
                  </a:lnTo>
                  <a:lnTo>
                    <a:pt x="3948272" y="938072"/>
                  </a:lnTo>
                  <a:lnTo>
                    <a:pt x="3948366" y="938072"/>
                  </a:lnTo>
                  <a:lnTo>
                    <a:pt x="3948460" y="938072"/>
                  </a:lnTo>
                  <a:lnTo>
                    <a:pt x="3948554" y="938072"/>
                  </a:lnTo>
                  <a:lnTo>
                    <a:pt x="3948648" y="938072"/>
                  </a:lnTo>
                  <a:lnTo>
                    <a:pt x="3948742" y="938072"/>
                  </a:lnTo>
                  <a:lnTo>
                    <a:pt x="3948836" y="938072"/>
                  </a:lnTo>
                  <a:lnTo>
                    <a:pt x="3948931" y="938072"/>
                  </a:lnTo>
                  <a:lnTo>
                    <a:pt x="3949025" y="938072"/>
                  </a:lnTo>
                  <a:lnTo>
                    <a:pt x="3949119" y="938072"/>
                  </a:lnTo>
                  <a:lnTo>
                    <a:pt x="3949213" y="938072"/>
                  </a:lnTo>
                  <a:lnTo>
                    <a:pt x="3949307" y="938072"/>
                  </a:lnTo>
                  <a:lnTo>
                    <a:pt x="3949401" y="938072"/>
                  </a:lnTo>
                  <a:lnTo>
                    <a:pt x="3949496" y="938072"/>
                  </a:lnTo>
                  <a:lnTo>
                    <a:pt x="3949590" y="938072"/>
                  </a:lnTo>
                  <a:lnTo>
                    <a:pt x="3949684" y="938072"/>
                  </a:lnTo>
                  <a:lnTo>
                    <a:pt x="3949778" y="938072"/>
                  </a:lnTo>
                  <a:lnTo>
                    <a:pt x="3949872" y="938072"/>
                  </a:lnTo>
                  <a:lnTo>
                    <a:pt x="3949966" y="938072"/>
                  </a:lnTo>
                  <a:lnTo>
                    <a:pt x="3950060" y="938072"/>
                  </a:lnTo>
                  <a:lnTo>
                    <a:pt x="3950155" y="938072"/>
                  </a:lnTo>
                  <a:lnTo>
                    <a:pt x="3950249" y="938072"/>
                  </a:lnTo>
                  <a:lnTo>
                    <a:pt x="3950343" y="938072"/>
                  </a:lnTo>
                  <a:lnTo>
                    <a:pt x="3950437" y="938072"/>
                  </a:lnTo>
                  <a:lnTo>
                    <a:pt x="3950531" y="938072"/>
                  </a:lnTo>
                  <a:lnTo>
                    <a:pt x="3950625" y="938072"/>
                  </a:lnTo>
                  <a:lnTo>
                    <a:pt x="3950720" y="938072"/>
                  </a:lnTo>
                  <a:lnTo>
                    <a:pt x="3950814" y="938072"/>
                  </a:lnTo>
                  <a:lnTo>
                    <a:pt x="3950908" y="938072"/>
                  </a:lnTo>
                  <a:lnTo>
                    <a:pt x="3951002" y="938072"/>
                  </a:lnTo>
                  <a:lnTo>
                    <a:pt x="3951096" y="938072"/>
                  </a:lnTo>
                  <a:lnTo>
                    <a:pt x="3951190" y="938072"/>
                  </a:lnTo>
                  <a:lnTo>
                    <a:pt x="3951284" y="938072"/>
                  </a:lnTo>
                  <a:lnTo>
                    <a:pt x="3951379" y="938072"/>
                  </a:lnTo>
                  <a:lnTo>
                    <a:pt x="3951473" y="938072"/>
                  </a:lnTo>
                  <a:lnTo>
                    <a:pt x="3951567" y="938072"/>
                  </a:lnTo>
                  <a:lnTo>
                    <a:pt x="3951661" y="938072"/>
                  </a:lnTo>
                  <a:lnTo>
                    <a:pt x="3951755" y="938072"/>
                  </a:lnTo>
                  <a:lnTo>
                    <a:pt x="3951849" y="938072"/>
                  </a:lnTo>
                  <a:lnTo>
                    <a:pt x="3951943" y="938072"/>
                  </a:lnTo>
                  <a:lnTo>
                    <a:pt x="3952038" y="938072"/>
                  </a:lnTo>
                  <a:lnTo>
                    <a:pt x="3952132" y="938072"/>
                  </a:lnTo>
                  <a:lnTo>
                    <a:pt x="3952226" y="938072"/>
                  </a:lnTo>
                  <a:lnTo>
                    <a:pt x="3952320" y="938072"/>
                  </a:lnTo>
                  <a:lnTo>
                    <a:pt x="3952414" y="938072"/>
                  </a:lnTo>
                  <a:lnTo>
                    <a:pt x="3952508" y="938072"/>
                  </a:lnTo>
                  <a:lnTo>
                    <a:pt x="3952603" y="938072"/>
                  </a:lnTo>
                  <a:lnTo>
                    <a:pt x="3952697" y="938072"/>
                  </a:lnTo>
                  <a:lnTo>
                    <a:pt x="3952791" y="938072"/>
                  </a:lnTo>
                  <a:lnTo>
                    <a:pt x="3952885" y="938072"/>
                  </a:lnTo>
                  <a:lnTo>
                    <a:pt x="3952979" y="938072"/>
                  </a:lnTo>
                  <a:lnTo>
                    <a:pt x="3953073" y="938072"/>
                  </a:lnTo>
                  <a:lnTo>
                    <a:pt x="3953167" y="938072"/>
                  </a:lnTo>
                  <a:lnTo>
                    <a:pt x="3953262" y="938072"/>
                  </a:lnTo>
                  <a:lnTo>
                    <a:pt x="3953356" y="938072"/>
                  </a:lnTo>
                  <a:lnTo>
                    <a:pt x="3953450" y="938072"/>
                  </a:lnTo>
                  <a:lnTo>
                    <a:pt x="3953544" y="938072"/>
                  </a:lnTo>
                  <a:lnTo>
                    <a:pt x="3953638" y="938072"/>
                  </a:lnTo>
                  <a:lnTo>
                    <a:pt x="3953732" y="938072"/>
                  </a:lnTo>
                  <a:lnTo>
                    <a:pt x="3953827" y="938072"/>
                  </a:lnTo>
                  <a:lnTo>
                    <a:pt x="3953921" y="938072"/>
                  </a:lnTo>
                  <a:lnTo>
                    <a:pt x="3954015" y="938072"/>
                  </a:lnTo>
                  <a:lnTo>
                    <a:pt x="3954109" y="938072"/>
                  </a:lnTo>
                  <a:lnTo>
                    <a:pt x="3954203" y="938072"/>
                  </a:lnTo>
                  <a:lnTo>
                    <a:pt x="3954297" y="938072"/>
                  </a:lnTo>
                  <a:lnTo>
                    <a:pt x="3954391" y="938072"/>
                  </a:lnTo>
                  <a:lnTo>
                    <a:pt x="3954486" y="938072"/>
                  </a:lnTo>
                  <a:lnTo>
                    <a:pt x="3954580" y="938072"/>
                  </a:lnTo>
                  <a:lnTo>
                    <a:pt x="3954674" y="938072"/>
                  </a:lnTo>
                  <a:lnTo>
                    <a:pt x="3954768" y="938072"/>
                  </a:lnTo>
                  <a:lnTo>
                    <a:pt x="3954862" y="938072"/>
                  </a:lnTo>
                  <a:lnTo>
                    <a:pt x="3954956" y="938072"/>
                  </a:lnTo>
                  <a:lnTo>
                    <a:pt x="3955051" y="938072"/>
                  </a:lnTo>
                  <a:lnTo>
                    <a:pt x="3955145" y="938072"/>
                  </a:lnTo>
                  <a:lnTo>
                    <a:pt x="3955239" y="938072"/>
                  </a:lnTo>
                  <a:lnTo>
                    <a:pt x="3955333" y="938072"/>
                  </a:lnTo>
                  <a:lnTo>
                    <a:pt x="3955427" y="938072"/>
                  </a:lnTo>
                  <a:lnTo>
                    <a:pt x="3955521" y="938072"/>
                  </a:lnTo>
                  <a:lnTo>
                    <a:pt x="3955615" y="938072"/>
                  </a:lnTo>
                  <a:lnTo>
                    <a:pt x="3955710" y="938072"/>
                  </a:lnTo>
                  <a:lnTo>
                    <a:pt x="3955804" y="938072"/>
                  </a:lnTo>
                  <a:lnTo>
                    <a:pt x="3955898" y="938072"/>
                  </a:lnTo>
                  <a:lnTo>
                    <a:pt x="3955992" y="938072"/>
                  </a:lnTo>
                  <a:lnTo>
                    <a:pt x="3956086" y="938072"/>
                  </a:lnTo>
                  <a:lnTo>
                    <a:pt x="3956180" y="938072"/>
                  </a:lnTo>
                  <a:lnTo>
                    <a:pt x="3956274" y="938072"/>
                  </a:lnTo>
                  <a:lnTo>
                    <a:pt x="3956369" y="938072"/>
                  </a:lnTo>
                  <a:lnTo>
                    <a:pt x="3956463" y="938072"/>
                  </a:lnTo>
                  <a:lnTo>
                    <a:pt x="3956463" y="933161"/>
                  </a:lnTo>
                  <a:lnTo>
                    <a:pt x="3956557" y="933161"/>
                  </a:lnTo>
                  <a:lnTo>
                    <a:pt x="3956651" y="933161"/>
                  </a:lnTo>
                  <a:lnTo>
                    <a:pt x="3956745" y="933161"/>
                  </a:lnTo>
                  <a:lnTo>
                    <a:pt x="3956839" y="933161"/>
                  </a:lnTo>
                  <a:lnTo>
                    <a:pt x="3956934" y="933161"/>
                  </a:lnTo>
                  <a:lnTo>
                    <a:pt x="3957028" y="933161"/>
                  </a:lnTo>
                  <a:lnTo>
                    <a:pt x="3957122" y="933161"/>
                  </a:lnTo>
                  <a:lnTo>
                    <a:pt x="3957216" y="933161"/>
                  </a:lnTo>
                  <a:lnTo>
                    <a:pt x="3957310" y="933161"/>
                  </a:lnTo>
                  <a:lnTo>
                    <a:pt x="3957404" y="933161"/>
                  </a:lnTo>
                  <a:lnTo>
                    <a:pt x="3957498" y="933161"/>
                  </a:lnTo>
                  <a:lnTo>
                    <a:pt x="3957593" y="933161"/>
                  </a:lnTo>
                  <a:lnTo>
                    <a:pt x="3957687" y="933161"/>
                  </a:lnTo>
                  <a:lnTo>
                    <a:pt x="3957781" y="933161"/>
                  </a:lnTo>
                  <a:lnTo>
                    <a:pt x="3957875" y="933161"/>
                  </a:lnTo>
                  <a:lnTo>
                    <a:pt x="3957969" y="933161"/>
                  </a:lnTo>
                  <a:lnTo>
                    <a:pt x="3958063" y="933161"/>
                  </a:lnTo>
                  <a:lnTo>
                    <a:pt x="3958158" y="933161"/>
                  </a:lnTo>
                  <a:lnTo>
                    <a:pt x="3958252" y="933161"/>
                  </a:lnTo>
                  <a:lnTo>
                    <a:pt x="3958346" y="933161"/>
                  </a:lnTo>
                  <a:lnTo>
                    <a:pt x="3958440" y="933161"/>
                  </a:lnTo>
                  <a:lnTo>
                    <a:pt x="3958534" y="933161"/>
                  </a:lnTo>
                  <a:lnTo>
                    <a:pt x="3958628" y="933161"/>
                  </a:lnTo>
                  <a:lnTo>
                    <a:pt x="3958722" y="933161"/>
                  </a:lnTo>
                  <a:lnTo>
                    <a:pt x="3958817" y="933161"/>
                  </a:lnTo>
                  <a:lnTo>
                    <a:pt x="3958911" y="933161"/>
                  </a:lnTo>
                  <a:lnTo>
                    <a:pt x="3959005" y="933161"/>
                  </a:lnTo>
                  <a:lnTo>
                    <a:pt x="3959099" y="933161"/>
                  </a:lnTo>
                  <a:lnTo>
                    <a:pt x="3959193" y="933161"/>
                  </a:lnTo>
                  <a:lnTo>
                    <a:pt x="3959287" y="933161"/>
                  </a:lnTo>
                  <a:lnTo>
                    <a:pt x="3959382" y="933161"/>
                  </a:lnTo>
                  <a:lnTo>
                    <a:pt x="3959476" y="933161"/>
                  </a:lnTo>
                  <a:lnTo>
                    <a:pt x="3959570" y="933161"/>
                  </a:lnTo>
                  <a:lnTo>
                    <a:pt x="3959664" y="933161"/>
                  </a:lnTo>
                  <a:lnTo>
                    <a:pt x="3959758" y="933161"/>
                  </a:lnTo>
                  <a:lnTo>
                    <a:pt x="3959852" y="933161"/>
                  </a:lnTo>
                  <a:lnTo>
                    <a:pt x="3959946" y="933161"/>
                  </a:lnTo>
                  <a:lnTo>
                    <a:pt x="3960041" y="933161"/>
                  </a:lnTo>
                  <a:lnTo>
                    <a:pt x="3960135" y="933161"/>
                  </a:lnTo>
                  <a:lnTo>
                    <a:pt x="3960229" y="933161"/>
                  </a:lnTo>
                  <a:lnTo>
                    <a:pt x="3960323" y="933161"/>
                  </a:lnTo>
                  <a:lnTo>
                    <a:pt x="3960323" y="928249"/>
                  </a:lnTo>
                  <a:lnTo>
                    <a:pt x="3960417" y="928249"/>
                  </a:lnTo>
                  <a:lnTo>
                    <a:pt x="3960511" y="928249"/>
                  </a:lnTo>
                  <a:lnTo>
                    <a:pt x="3960605" y="928249"/>
                  </a:lnTo>
                  <a:lnTo>
                    <a:pt x="3960700" y="928249"/>
                  </a:lnTo>
                  <a:lnTo>
                    <a:pt x="3960794" y="928249"/>
                  </a:lnTo>
                  <a:lnTo>
                    <a:pt x="3960888" y="928249"/>
                  </a:lnTo>
                  <a:lnTo>
                    <a:pt x="3960982" y="928249"/>
                  </a:lnTo>
                  <a:lnTo>
                    <a:pt x="3961076" y="928249"/>
                  </a:lnTo>
                  <a:lnTo>
                    <a:pt x="3961170" y="928249"/>
                  </a:lnTo>
                  <a:lnTo>
                    <a:pt x="3961265" y="928249"/>
                  </a:lnTo>
                  <a:lnTo>
                    <a:pt x="3961359" y="928249"/>
                  </a:lnTo>
                  <a:lnTo>
                    <a:pt x="3961453" y="928249"/>
                  </a:lnTo>
                  <a:lnTo>
                    <a:pt x="3961547" y="928249"/>
                  </a:lnTo>
                  <a:lnTo>
                    <a:pt x="3961641" y="928249"/>
                  </a:lnTo>
                  <a:lnTo>
                    <a:pt x="3961735" y="928249"/>
                  </a:lnTo>
                  <a:lnTo>
                    <a:pt x="3961829" y="928249"/>
                  </a:lnTo>
                  <a:lnTo>
                    <a:pt x="3961924" y="928249"/>
                  </a:lnTo>
                  <a:lnTo>
                    <a:pt x="3962018" y="928249"/>
                  </a:lnTo>
                  <a:lnTo>
                    <a:pt x="3962112" y="928249"/>
                  </a:lnTo>
                  <a:lnTo>
                    <a:pt x="3962206" y="928249"/>
                  </a:lnTo>
                  <a:lnTo>
                    <a:pt x="3962300" y="928249"/>
                  </a:lnTo>
                  <a:lnTo>
                    <a:pt x="3962394" y="928249"/>
                  </a:lnTo>
                  <a:lnTo>
                    <a:pt x="3962489" y="928249"/>
                  </a:lnTo>
                  <a:lnTo>
                    <a:pt x="3962583" y="928249"/>
                  </a:lnTo>
                  <a:lnTo>
                    <a:pt x="3962677" y="928249"/>
                  </a:lnTo>
                  <a:lnTo>
                    <a:pt x="3962771" y="928249"/>
                  </a:lnTo>
                  <a:lnTo>
                    <a:pt x="3962865" y="928249"/>
                  </a:lnTo>
                  <a:lnTo>
                    <a:pt x="3962959" y="928249"/>
                  </a:lnTo>
                  <a:lnTo>
                    <a:pt x="3963053" y="928249"/>
                  </a:lnTo>
                  <a:lnTo>
                    <a:pt x="3963148" y="928249"/>
                  </a:lnTo>
                  <a:lnTo>
                    <a:pt x="3963242" y="928249"/>
                  </a:lnTo>
                  <a:lnTo>
                    <a:pt x="3963336" y="928249"/>
                  </a:lnTo>
                  <a:lnTo>
                    <a:pt x="3963430" y="928249"/>
                  </a:lnTo>
                  <a:lnTo>
                    <a:pt x="3963524" y="928249"/>
                  </a:lnTo>
                  <a:lnTo>
                    <a:pt x="3963618" y="928249"/>
                  </a:lnTo>
                  <a:lnTo>
                    <a:pt x="3963713" y="928249"/>
                  </a:lnTo>
                  <a:lnTo>
                    <a:pt x="3963807" y="928249"/>
                  </a:lnTo>
                  <a:lnTo>
                    <a:pt x="3963901" y="928249"/>
                  </a:lnTo>
                  <a:lnTo>
                    <a:pt x="3963995" y="928249"/>
                  </a:lnTo>
                  <a:lnTo>
                    <a:pt x="3964089" y="928249"/>
                  </a:lnTo>
                  <a:lnTo>
                    <a:pt x="3964183" y="928249"/>
                  </a:lnTo>
                  <a:lnTo>
                    <a:pt x="3964277" y="928249"/>
                  </a:lnTo>
                  <a:lnTo>
                    <a:pt x="3964372" y="928249"/>
                  </a:lnTo>
                  <a:lnTo>
                    <a:pt x="3964466" y="928249"/>
                  </a:lnTo>
                  <a:lnTo>
                    <a:pt x="3964560" y="928249"/>
                  </a:lnTo>
                  <a:lnTo>
                    <a:pt x="3964654" y="928249"/>
                  </a:lnTo>
                  <a:lnTo>
                    <a:pt x="3964748" y="928249"/>
                  </a:lnTo>
                  <a:lnTo>
                    <a:pt x="3964748" y="923338"/>
                  </a:lnTo>
                  <a:lnTo>
                    <a:pt x="3964842" y="923338"/>
                  </a:lnTo>
                  <a:lnTo>
                    <a:pt x="3964936" y="923338"/>
                  </a:lnTo>
                  <a:lnTo>
                    <a:pt x="3965031" y="923338"/>
                  </a:lnTo>
                  <a:lnTo>
                    <a:pt x="3965125" y="923338"/>
                  </a:lnTo>
                  <a:lnTo>
                    <a:pt x="3965219" y="923338"/>
                  </a:lnTo>
                  <a:lnTo>
                    <a:pt x="3965313" y="923338"/>
                  </a:lnTo>
                  <a:lnTo>
                    <a:pt x="3965407" y="923338"/>
                  </a:lnTo>
                  <a:lnTo>
                    <a:pt x="3965501" y="923338"/>
                  </a:lnTo>
                  <a:lnTo>
                    <a:pt x="3965596" y="923338"/>
                  </a:lnTo>
                  <a:lnTo>
                    <a:pt x="3965690" y="923338"/>
                  </a:lnTo>
                  <a:lnTo>
                    <a:pt x="3965784" y="923338"/>
                  </a:lnTo>
                  <a:lnTo>
                    <a:pt x="3965878" y="923338"/>
                  </a:lnTo>
                  <a:lnTo>
                    <a:pt x="3965972" y="923338"/>
                  </a:lnTo>
                  <a:lnTo>
                    <a:pt x="3966066" y="923338"/>
                  </a:lnTo>
                  <a:lnTo>
                    <a:pt x="3966160" y="923338"/>
                  </a:lnTo>
                  <a:lnTo>
                    <a:pt x="3966255" y="923338"/>
                  </a:lnTo>
                  <a:lnTo>
                    <a:pt x="3966349" y="923338"/>
                  </a:lnTo>
                  <a:lnTo>
                    <a:pt x="3966443" y="923338"/>
                  </a:lnTo>
                  <a:lnTo>
                    <a:pt x="3966537" y="923338"/>
                  </a:lnTo>
                  <a:lnTo>
                    <a:pt x="3966631" y="923338"/>
                  </a:lnTo>
                  <a:lnTo>
                    <a:pt x="3966725" y="923338"/>
                  </a:lnTo>
                  <a:lnTo>
                    <a:pt x="3966820" y="923338"/>
                  </a:lnTo>
                  <a:lnTo>
                    <a:pt x="3966914" y="923338"/>
                  </a:lnTo>
                  <a:lnTo>
                    <a:pt x="3967008" y="923338"/>
                  </a:lnTo>
                  <a:lnTo>
                    <a:pt x="3967102" y="923338"/>
                  </a:lnTo>
                  <a:lnTo>
                    <a:pt x="3967196" y="923338"/>
                  </a:lnTo>
                  <a:lnTo>
                    <a:pt x="3967290" y="923338"/>
                  </a:lnTo>
                  <a:lnTo>
                    <a:pt x="3967384" y="923338"/>
                  </a:lnTo>
                  <a:lnTo>
                    <a:pt x="3967479" y="923338"/>
                  </a:lnTo>
                  <a:lnTo>
                    <a:pt x="3967573" y="923338"/>
                  </a:lnTo>
                  <a:lnTo>
                    <a:pt x="3967667" y="923338"/>
                  </a:lnTo>
                  <a:lnTo>
                    <a:pt x="3967761" y="923338"/>
                  </a:lnTo>
                  <a:lnTo>
                    <a:pt x="3967855" y="923338"/>
                  </a:lnTo>
                  <a:lnTo>
                    <a:pt x="3967949" y="923338"/>
                  </a:lnTo>
                  <a:lnTo>
                    <a:pt x="3968044" y="923338"/>
                  </a:lnTo>
                  <a:lnTo>
                    <a:pt x="3968138" y="923338"/>
                  </a:lnTo>
                  <a:lnTo>
                    <a:pt x="3968232" y="923338"/>
                  </a:lnTo>
                  <a:lnTo>
                    <a:pt x="3968326" y="923338"/>
                  </a:lnTo>
                  <a:lnTo>
                    <a:pt x="3968420" y="923338"/>
                  </a:lnTo>
                  <a:lnTo>
                    <a:pt x="3968514" y="923338"/>
                  </a:lnTo>
                  <a:lnTo>
                    <a:pt x="3968608" y="923338"/>
                  </a:lnTo>
                  <a:lnTo>
                    <a:pt x="3968703" y="923338"/>
                  </a:lnTo>
                  <a:lnTo>
                    <a:pt x="3968797" y="923338"/>
                  </a:lnTo>
                  <a:lnTo>
                    <a:pt x="3968891" y="923338"/>
                  </a:lnTo>
                  <a:lnTo>
                    <a:pt x="3968985" y="923338"/>
                  </a:lnTo>
                  <a:lnTo>
                    <a:pt x="3969079" y="923338"/>
                  </a:lnTo>
                  <a:lnTo>
                    <a:pt x="3969173" y="923338"/>
                  </a:lnTo>
                  <a:lnTo>
                    <a:pt x="3969267" y="923338"/>
                  </a:lnTo>
                  <a:lnTo>
                    <a:pt x="3969362" y="923338"/>
                  </a:lnTo>
                  <a:lnTo>
                    <a:pt x="3969456" y="923338"/>
                  </a:lnTo>
                  <a:lnTo>
                    <a:pt x="3969550" y="923338"/>
                  </a:lnTo>
                  <a:lnTo>
                    <a:pt x="3969644" y="923338"/>
                  </a:lnTo>
                  <a:lnTo>
                    <a:pt x="3969738" y="923338"/>
                  </a:lnTo>
                  <a:lnTo>
                    <a:pt x="3969832" y="923338"/>
                  </a:lnTo>
                  <a:lnTo>
                    <a:pt x="3969927" y="923338"/>
                  </a:lnTo>
                  <a:lnTo>
                    <a:pt x="3970021" y="923338"/>
                  </a:lnTo>
                  <a:lnTo>
                    <a:pt x="3970115" y="923338"/>
                  </a:lnTo>
                  <a:lnTo>
                    <a:pt x="3970209" y="923338"/>
                  </a:lnTo>
                  <a:lnTo>
                    <a:pt x="3970303" y="923338"/>
                  </a:lnTo>
                  <a:lnTo>
                    <a:pt x="3970397" y="923338"/>
                  </a:lnTo>
                  <a:lnTo>
                    <a:pt x="3970491" y="923338"/>
                  </a:lnTo>
                  <a:lnTo>
                    <a:pt x="3970586" y="923338"/>
                  </a:lnTo>
                  <a:lnTo>
                    <a:pt x="3970680" y="923338"/>
                  </a:lnTo>
                  <a:lnTo>
                    <a:pt x="3970774" y="923338"/>
                  </a:lnTo>
                  <a:lnTo>
                    <a:pt x="3970868" y="923338"/>
                  </a:lnTo>
                  <a:lnTo>
                    <a:pt x="3970962" y="923338"/>
                  </a:lnTo>
                  <a:lnTo>
                    <a:pt x="3971056" y="923338"/>
                  </a:lnTo>
                  <a:lnTo>
                    <a:pt x="3971151" y="923338"/>
                  </a:lnTo>
                  <a:lnTo>
                    <a:pt x="3971245" y="923338"/>
                  </a:lnTo>
                  <a:lnTo>
                    <a:pt x="3971339" y="923338"/>
                  </a:lnTo>
                  <a:lnTo>
                    <a:pt x="3971433" y="923338"/>
                  </a:lnTo>
                  <a:lnTo>
                    <a:pt x="3971527" y="923338"/>
                  </a:lnTo>
                  <a:lnTo>
                    <a:pt x="3971621" y="923338"/>
                  </a:lnTo>
                  <a:lnTo>
                    <a:pt x="3971715" y="923338"/>
                  </a:lnTo>
                  <a:lnTo>
                    <a:pt x="3971810" y="923338"/>
                  </a:lnTo>
                  <a:lnTo>
                    <a:pt x="3971904" y="923338"/>
                  </a:lnTo>
                  <a:lnTo>
                    <a:pt x="3971998" y="923338"/>
                  </a:lnTo>
                  <a:lnTo>
                    <a:pt x="3972092" y="923338"/>
                  </a:lnTo>
                  <a:lnTo>
                    <a:pt x="3972186" y="923338"/>
                  </a:lnTo>
                  <a:lnTo>
                    <a:pt x="3972280" y="923338"/>
                  </a:lnTo>
                  <a:lnTo>
                    <a:pt x="3972375" y="923338"/>
                  </a:lnTo>
                  <a:lnTo>
                    <a:pt x="3972469" y="923338"/>
                  </a:lnTo>
                  <a:lnTo>
                    <a:pt x="3972563" y="923338"/>
                  </a:lnTo>
                  <a:lnTo>
                    <a:pt x="3972657" y="923338"/>
                  </a:lnTo>
                  <a:lnTo>
                    <a:pt x="3972751" y="923338"/>
                  </a:lnTo>
                  <a:lnTo>
                    <a:pt x="3972845" y="923338"/>
                  </a:lnTo>
                  <a:lnTo>
                    <a:pt x="3972939" y="923338"/>
                  </a:lnTo>
                  <a:lnTo>
                    <a:pt x="3973034" y="923338"/>
                  </a:lnTo>
                  <a:lnTo>
                    <a:pt x="3973128" y="923338"/>
                  </a:lnTo>
                  <a:lnTo>
                    <a:pt x="3973222" y="923338"/>
                  </a:lnTo>
                  <a:lnTo>
                    <a:pt x="3973316" y="923338"/>
                  </a:lnTo>
                  <a:lnTo>
                    <a:pt x="3973410" y="923338"/>
                  </a:lnTo>
                  <a:lnTo>
                    <a:pt x="3973504" y="923338"/>
                  </a:lnTo>
                  <a:lnTo>
                    <a:pt x="3973598" y="923338"/>
                  </a:lnTo>
                  <a:lnTo>
                    <a:pt x="3973693" y="923338"/>
                  </a:lnTo>
                  <a:lnTo>
                    <a:pt x="3973787" y="923338"/>
                  </a:lnTo>
                  <a:lnTo>
                    <a:pt x="3973881" y="923338"/>
                  </a:lnTo>
                  <a:lnTo>
                    <a:pt x="3973975" y="923338"/>
                  </a:lnTo>
                  <a:lnTo>
                    <a:pt x="3974069" y="923338"/>
                  </a:lnTo>
                  <a:lnTo>
                    <a:pt x="3974163" y="923338"/>
                  </a:lnTo>
                  <a:lnTo>
                    <a:pt x="3974258" y="923338"/>
                  </a:lnTo>
                  <a:lnTo>
                    <a:pt x="3974352" y="923338"/>
                  </a:lnTo>
                  <a:lnTo>
                    <a:pt x="3974446" y="923338"/>
                  </a:lnTo>
                  <a:lnTo>
                    <a:pt x="3974540" y="923338"/>
                  </a:lnTo>
                  <a:lnTo>
                    <a:pt x="3974634" y="923338"/>
                  </a:lnTo>
                  <a:lnTo>
                    <a:pt x="3974728" y="923338"/>
                  </a:lnTo>
                  <a:lnTo>
                    <a:pt x="3974822" y="923338"/>
                  </a:lnTo>
                  <a:lnTo>
                    <a:pt x="3974917" y="923338"/>
                  </a:lnTo>
                  <a:lnTo>
                    <a:pt x="3975011" y="923338"/>
                  </a:lnTo>
                  <a:lnTo>
                    <a:pt x="3975105" y="923338"/>
                  </a:lnTo>
                  <a:lnTo>
                    <a:pt x="3975199" y="923338"/>
                  </a:lnTo>
                  <a:lnTo>
                    <a:pt x="3975293" y="923338"/>
                  </a:lnTo>
                  <a:lnTo>
                    <a:pt x="3975387" y="923338"/>
                  </a:lnTo>
                  <a:lnTo>
                    <a:pt x="3975482" y="923338"/>
                  </a:lnTo>
                  <a:lnTo>
                    <a:pt x="3975576" y="923338"/>
                  </a:lnTo>
                  <a:lnTo>
                    <a:pt x="3975670" y="923338"/>
                  </a:lnTo>
                  <a:lnTo>
                    <a:pt x="3975764" y="923338"/>
                  </a:lnTo>
                  <a:lnTo>
                    <a:pt x="3975858" y="923338"/>
                  </a:lnTo>
                  <a:lnTo>
                    <a:pt x="3975952" y="923338"/>
                  </a:lnTo>
                  <a:lnTo>
                    <a:pt x="3976046" y="923338"/>
                  </a:lnTo>
                  <a:lnTo>
                    <a:pt x="3976141" y="923338"/>
                  </a:lnTo>
                  <a:lnTo>
                    <a:pt x="3976235" y="923338"/>
                  </a:lnTo>
                  <a:lnTo>
                    <a:pt x="3976329" y="923338"/>
                  </a:lnTo>
                  <a:lnTo>
                    <a:pt x="3976423" y="923338"/>
                  </a:lnTo>
                  <a:lnTo>
                    <a:pt x="3976423" y="918427"/>
                  </a:lnTo>
                  <a:lnTo>
                    <a:pt x="3976517" y="918427"/>
                  </a:lnTo>
                  <a:lnTo>
                    <a:pt x="3976611" y="918427"/>
                  </a:lnTo>
                  <a:lnTo>
                    <a:pt x="3976706" y="918427"/>
                  </a:lnTo>
                  <a:lnTo>
                    <a:pt x="3976800" y="918427"/>
                  </a:lnTo>
                  <a:lnTo>
                    <a:pt x="3976894" y="918427"/>
                  </a:lnTo>
                  <a:lnTo>
                    <a:pt x="3976988" y="918427"/>
                  </a:lnTo>
                  <a:lnTo>
                    <a:pt x="3977082" y="918427"/>
                  </a:lnTo>
                  <a:lnTo>
                    <a:pt x="3977176" y="918427"/>
                  </a:lnTo>
                  <a:lnTo>
                    <a:pt x="3977270" y="918427"/>
                  </a:lnTo>
                  <a:lnTo>
                    <a:pt x="3977365" y="918427"/>
                  </a:lnTo>
                  <a:lnTo>
                    <a:pt x="3977459" y="918427"/>
                  </a:lnTo>
                  <a:lnTo>
                    <a:pt x="3977553" y="918427"/>
                  </a:lnTo>
                  <a:lnTo>
                    <a:pt x="3977647" y="918427"/>
                  </a:lnTo>
                  <a:lnTo>
                    <a:pt x="3977741" y="918427"/>
                  </a:lnTo>
                  <a:lnTo>
                    <a:pt x="3977835" y="918427"/>
                  </a:lnTo>
                  <a:lnTo>
                    <a:pt x="3977929" y="918427"/>
                  </a:lnTo>
                  <a:lnTo>
                    <a:pt x="3978024" y="918427"/>
                  </a:lnTo>
                  <a:lnTo>
                    <a:pt x="3978118" y="918427"/>
                  </a:lnTo>
                  <a:lnTo>
                    <a:pt x="3978212" y="918427"/>
                  </a:lnTo>
                  <a:lnTo>
                    <a:pt x="3978306" y="918427"/>
                  </a:lnTo>
                  <a:lnTo>
                    <a:pt x="3978400" y="918427"/>
                  </a:lnTo>
                  <a:lnTo>
                    <a:pt x="3978494" y="918427"/>
                  </a:lnTo>
                  <a:lnTo>
                    <a:pt x="3978589" y="918427"/>
                  </a:lnTo>
                  <a:lnTo>
                    <a:pt x="3978683" y="918427"/>
                  </a:lnTo>
                  <a:lnTo>
                    <a:pt x="3978777" y="918427"/>
                  </a:lnTo>
                  <a:lnTo>
                    <a:pt x="3978871" y="918427"/>
                  </a:lnTo>
                  <a:lnTo>
                    <a:pt x="3978965" y="918427"/>
                  </a:lnTo>
                  <a:lnTo>
                    <a:pt x="3979059" y="918427"/>
                  </a:lnTo>
                  <a:lnTo>
                    <a:pt x="3979153" y="918427"/>
                  </a:lnTo>
                  <a:lnTo>
                    <a:pt x="3979248" y="918427"/>
                  </a:lnTo>
                  <a:lnTo>
                    <a:pt x="3979342" y="918427"/>
                  </a:lnTo>
                  <a:lnTo>
                    <a:pt x="3979436" y="918427"/>
                  </a:lnTo>
                  <a:lnTo>
                    <a:pt x="3979530" y="918427"/>
                  </a:lnTo>
                  <a:lnTo>
                    <a:pt x="3979624" y="918427"/>
                  </a:lnTo>
                  <a:lnTo>
                    <a:pt x="3979718" y="918427"/>
                  </a:lnTo>
                  <a:lnTo>
                    <a:pt x="3979813" y="918427"/>
                  </a:lnTo>
                  <a:lnTo>
                    <a:pt x="3979907" y="918427"/>
                  </a:lnTo>
                  <a:lnTo>
                    <a:pt x="3980001" y="918427"/>
                  </a:lnTo>
                  <a:lnTo>
                    <a:pt x="3980095" y="918427"/>
                  </a:lnTo>
                  <a:lnTo>
                    <a:pt x="3980189" y="918427"/>
                  </a:lnTo>
                  <a:lnTo>
                    <a:pt x="3980283" y="918427"/>
                  </a:lnTo>
                  <a:lnTo>
                    <a:pt x="3980377" y="918427"/>
                  </a:lnTo>
                  <a:lnTo>
                    <a:pt x="3980472" y="918427"/>
                  </a:lnTo>
                  <a:lnTo>
                    <a:pt x="3980566" y="918427"/>
                  </a:lnTo>
                  <a:lnTo>
                    <a:pt x="3980660" y="918427"/>
                  </a:lnTo>
                  <a:lnTo>
                    <a:pt x="3980754" y="918427"/>
                  </a:lnTo>
                  <a:lnTo>
                    <a:pt x="3980848" y="918427"/>
                  </a:lnTo>
                  <a:lnTo>
                    <a:pt x="3980942" y="918427"/>
                  </a:lnTo>
                  <a:lnTo>
                    <a:pt x="3981037" y="918427"/>
                  </a:lnTo>
                  <a:lnTo>
                    <a:pt x="3981131" y="918427"/>
                  </a:lnTo>
                  <a:lnTo>
                    <a:pt x="3981225" y="918427"/>
                  </a:lnTo>
                  <a:lnTo>
                    <a:pt x="3981319" y="918427"/>
                  </a:lnTo>
                  <a:lnTo>
                    <a:pt x="3981413" y="918427"/>
                  </a:lnTo>
                  <a:lnTo>
                    <a:pt x="3981507" y="918427"/>
                  </a:lnTo>
                  <a:lnTo>
                    <a:pt x="3981601" y="918427"/>
                  </a:lnTo>
                  <a:lnTo>
                    <a:pt x="3981696" y="918427"/>
                  </a:lnTo>
                  <a:lnTo>
                    <a:pt x="3981790" y="918427"/>
                  </a:lnTo>
                  <a:lnTo>
                    <a:pt x="3981884" y="918427"/>
                  </a:lnTo>
                  <a:lnTo>
                    <a:pt x="3981978" y="918427"/>
                  </a:lnTo>
                  <a:lnTo>
                    <a:pt x="3982072" y="918427"/>
                  </a:lnTo>
                  <a:lnTo>
                    <a:pt x="3982072" y="913515"/>
                  </a:lnTo>
                  <a:lnTo>
                    <a:pt x="3982166" y="913515"/>
                  </a:lnTo>
                  <a:lnTo>
                    <a:pt x="3982260" y="913515"/>
                  </a:lnTo>
                  <a:lnTo>
                    <a:pt x="3982355" y="913515"/>
                  </a:lnTo>
                  <a:lnTo>
                    <a:pt x="3982449" y="913515"/>
                  </a:lnTo>
                  <a:lnTo>
                    <a:pt x="3982543" y="913515"/>
                  </a:lnTo>
                  <a:lnTo>
                    <a:pt x="3982637" y="913515"/>
                  </a:lnTo>
                  <a:lnTo>
                    <a:pt x="3982731" y="913515"/>
                  </a:lnTo>
                  <a:lnTo>
                    <a:pt x="3982825" y="913515"/>
                  </a:lnTo>
                  <a:lnTo>
                    <a:pt x="3982920" y="913515"/>
                  </a:lnTo>
                  <a:lnTo>
                    <a:pt x="3983014" y="913515"/>
                  </a:lnTo>
                  <a:lnTo>
                    <a:pt x="3983108" y="913515"/>
                  </a:lnTo>
                  <a:lnTo>
                    <a:pt x="3983202" y="913515"/>
                  </a:lnTo>
                  <a:lnTo>
                    <a:pt x="3983296" y="913515"/>
                  </a:lnTo>
                  <a:lnTo>
                    <a:pt x="3983390" y="913515"/>
                  </a:lnTo>
                  <a:lnTo>
                    <a:pt x="3983484" y="913515"/>
                  </a:lnTo>
                  <a:lnTo>
                    <a:pt x="3983579" y="913515"/>
                  </a:lnTo>
                  <a:lnTo>
                    <a:pt x="3983673" y="913515"/>
                  </a:lnTo>
                  <a:lnTo>
                    <a:pt x="3983767" y="913515"/>
                  </a:lnTo>
                  <a:lnTo>
                    <a:pt x="3983861" y="913515"/>
                  </a:lnTo>
                  <a:lnTo>
                    <a:pt x="3983955" y="913515"/>
                  </a:lnTo>
                  <a:lnTo>
                    <a:pt x="3984049" y="913515"/>
                  </a:lnTo>
                  <a:lnTo>
                    <a:pt x="3984144" y="913515"/>
                  </a:lnTo>
                  <a:lnTo>
                    <a:pt x="3984238" y="913515"/>
                  </a:lnTo>
                  <a:lnTo>
                    <a:pt x="3984332" y="913515"/>
                  </a:lnTo>
                  <a:lnTo>
                    <a:pt x="3984426" y="913515"/>
                  </a:lnTo>
                  <a:lnTo>
                    <a:pt x="3984520" y="913515"/>
                  </a:lnTo>
                  <a:lnTo>
                    <a:pt x="3984614" y="913515"/>
                  </a:lnTo>
                  <a:lnTo>
                    <a:pt x="3984708" y="913515"/>
                  </a:lnTo>
                  <a:lnTo>
                    <a:pt x="3984803" y="913515"/>
                  </a:lnTo>
                  <a:lnTo>
                    <a:pt x="3984897" y="913515"/>
                  </a:lnTo>
                  <a:lnTo>
                    <a:pt x="3984991" y="913515"/>
                  </a:lnTo>
                  <a:lnTo>
                    <a:pt x="3985085" y="913515"/>
                  </a:lnTo>
                  <a:lnTo>
                    <a:pt x="3985179" y="913515"/>
                  </a:lnTo>
                  <a:lnTo>
                    <a:pt x="3985273" y="913515"/>
                  </a:lnTo>
                  <a:lnTo>
                    <a:pt x="3985368" y="913515"/>
                  </a:lnTo>
                  <a:lnTo>
                    <a:pt x="3985462" y="913515"/>
                  </a:lnTo>
                  <a:lnTo>
                    <a:pt x="3985556" y="913515"/>
                  </a:lnTo>
                  <a:lnTo>
                    <a:pt x="3985650" y="913515"/>
                  </a:lnTo>
                  <a:lnTo>
                    <a:pt x="3985744" y="913515"/>
                  </a:lnTo>
                  <a:lnTo>
                    <a:pt x="3985744" y="908604"/>
                  </a:lnTo>
                  <a:lnTo>
                    <a:pt x="3985838" y="908604"/>
                  </a:lnTo>
                  <a:lnTo>
                    <a:pt x="3985932" y="908604"/>
                  </a:lnTo>
                  <a:lnTo>
                    <a:pt x="3986027" y="908604"/>
                  </a:lnTo>
                  <a:lnTo>
                    <a:pt x="3986121" y="908604"/>
                  </a:lnTo>
                  <a:lnTo>
                    <a:pt x="3986215" y="908604"/>
                  </a:lnTo>
                  <a:lnTo>
                    <a:pt x="3986309" y="908604"/>
                  </a:lnTo>
                  <a:lnTo>
                    <a:pt x="3986403" y="908604"/>
                  </a:lnTo>
                  <a:lnTo>
                    <a:pt x="3986497" y="908604"/>
                  </a:lnTo>
                  <a:lnTo>
                    <a:pt x="3986591" y="908604"/>
                  </a:lnTo>
                  <a:lnTo>
                    <a:pt x="3986686" y="908604"/>
                  </a:lnTo>
                  <a:lnTo>
                    <a:pt x="3986780" y="908604"/>
                  </a:lnTo>
                  <a:lnTo>
                    <a:pt x="3986874" y="908604"/>
                  </a:lnTo>
                  <a:lnTo>
                    <a:pt x="3986968" y="908604"/>
                  </a:lnTo>
                  <a:lnTo>
                    <a:pt x="3987062" y="908604"/>
                  </a:lnTo>
                  <a:lnTo>
                    <a:pt x="3987156" y="908604"/>
                  </a:lnTo>
                  <a:lnTo>
                    <a:pt x="3987251" y="908604"/>
                  </a:lnTo>
                  <a:lnTo>
                    <a:pt x="3987345" y="908604"/>
                  </a:lnTo>
                  <a:lnTo>
                    <a:pt x="3987439" y="908604"/>
                  </a:lnTo>
                  <a:lnTo>
                    <a:pt x="3987533" y="908604"/>
                  </a:lnTo>
                  <a:lnTo>
                    <a:pt x="3987627" y="908604"/>
                  </a:lnTo>
                  <a:lnTo>
                    <a:pt x="3987721" y="908604"/>
                  </a:lnTo>
                  <a:lnTo>
                    <a:pt x="3987815" y="908604"/>
                  </a:lnTo>
                  <a:lnTo>
                    <a:pt x="3987910" y="908604"/>
                  </a:lnTo>
                  <a:lnTo>
                    <a:pt x="3988004" y="908604"/>
                  </a:lnTo>
                  <a:lnTo>
                    <a:pt x="3988098" y="908604"/>
                  </a:lnTo>
                  <a:lnTo>
                    <a:pt x="3988192" y="908604"/>
                  </a:lnTo>
                  <a:lnTo>
                    <a:pt x="3988286" y="908604"/>
                  </a:lnTo>
                  <a:lnTo>
                    <a:pt x="3988380" y="908604"/>
                  </a:lnTo>
                  <a:lnTo>
                    <a:pt x="3988475" y="908604"/>
                  </a:lnTo>
                  <a:lnTo>
                    <a:pt x="3988569" y="908604"/>
                  </a:lnTo>
                  <a:lnTo>
                    <a:pt x="3988663" y="908604"/>
                  </a:lnTo>
                  <a:lnTo>
                    <a:pt x="3988757" y="908604"/>
                  </a:lnTo>
                  <a:lnTo>
                    <a:pt x="3988851" y="908604"/>
                  </a:lnTo>
                  <a:lnTo>
                    <a:pt x="3988945" y="908604"/>
                  </a:lnTo>
                  <a:lnTo>
                    <a:pt x="3989039" y="908604"/>
                  </a:lnTo>
                  <a:lnTo>
                    <a:pt x="3989134" y="908604"/>
                  </a:lnTo>
                  <a:lnTo>
                    <a:pt x="3989228" y="908604"/>
                  </a:lnTo>
                  <a:lnTo>
                    <a:pt x="3989322" y="908604"/>
                  </a:lnTo>
                  <a:lnTo>
                    <a:pt x="3989416" y="908604"/>
                  </a:lnTo>
                  <a:lnTo>
                    <a:pt x="3989510" y="908604"/>
                  </a:lnTo>
                  <a:lnTo>
                    <a:pt x="3989604" y="908604"/>
                  </a:lnTo>
                  <a:lnTo>
                    <a:pt x="3989699" y="908604"/>
                  </a:lnTo>
                  <a:lnTo>
                    <a:pt x="3989793" y="908604"/>
                  </a:lnTo>
                  <a:lnTo>
                    <a:pt x="3989887" y="908604"/>
                  </a:lnTo>
                  <a:lnTo>
                    <a:pt x="3989981" y="908604"/>
                  </a:lnTo>
                  <a:lnTo>
                    <a:pt x="3990075" y="908604"/>
                  </a:lnTo>
                  <a:lnTo>
                    <a:pt x="3990169" y="908604"/>
                  </a:lnTo>
                  <a:lnTo>
                    <a:pt x="3990263" y="908604"/>
                  </a:lnTo>
                  <a:lnTo>
                    <a:pt x="3990358" y="908604"/>
                  </a:lnTo>
                  <a:lnTo>
                    <a:pt x="3990452" y="908604"/>
                  </a:lnTo>
                  <a:lnTo>
                    <a:pt x="3990546" y="908604"/>
                  </a:lnTo>
                  <a:lnTo>
                    <a:pt x="3990546" y="903692"/>
                  </a:lnTo>
                  <a:lnTo>
                    <a:pt x="3990640" y="903692"/>
                  </a:lnTo>
                  <a:lnTo>
                    <a:pt x="3990734" y="903692"/>
                  </a:lnTo>
                  <a:lnTo>
                    <a:pt x="3990828" y="903692"/>
                  </a:lnTo>
                  <a:lnTo>
                    <a:pt x="3990922" y="903692"/>
                  </a:lnTo>
                  <a:lnTo>
                    <a:pt x="3991017" y="903692"/>
                  </a:lnTo>
                  <a:lnTo>
                    <a:pt x="3991111" y="903692"/>
                  </a:lnTo>
                  <a:lnTo>
                    <a:pt x="3991205" y="903692"/>
                  </a:lnTo>
                  <a:lnTo>
                    <a:pt x="3991299" y="903692"/>
                  </a:lnTo>
                  <a:lnTo>
                    <a:pt x="3991393" y="903692"/>
                  </a:lnTo>
                  <a:lnTo>
                    <a:pt x="3991487" y="903692"/>
                  </a:lnTo>
                  <a:lnTo>
                    <a:pt x="3991582" y="903692"/>
                  </a:lnTo>
                  <a:lnTo>
                    <a:pt x="3991676" y="903692"/>
                  </a:lnTo>
                  <a:lnTo>
                    <a:pt x="3991770" y="903692"/>
                  </a:lnTo>
                  <a:lnTo>
                    <a:pt x="3991864" y="903692"/>
                  </a:lnTo>
                  <a:lnTo>
                    <a:pt x="3991958" y="903692"/>
                  </a:lnTo>
                  <a:lnTo>
                    <a:pt x="3992052" y="903692"/>
                  </a:lnTo>
                  <a:lnTo>
                    <a:pt x="3992146" y="903692"/>
                  </a:lnTo>
                  <a:lnTo>
                    <a:pt x="3992241" y="903692"/>
                  </a:lnTo>
                  <a:lnTo>
                    <a:pt x="3992335" y="903692"/>
                  </a:lnTo>
                  <a:lnTo>
                    <a:pt x="3992429" y="903692"/>
                  </a:lnTo>
                  <a:lnTo>
                    <a:pt x="3992523" y="903692"/>
                  </a:lnTo>
                  <a:lnTo>
                    <a:pt x="3992617" y="903692"/>
                  </a:lnTo>
                  <a:lnTo>
                    <a:pt x="3992711" y="903692"/>
                  </a:lnTo>
                  <a:lnTo>
                    <a:pt x="3992806" y="903692"/>
                  </a:lnTo>
                  <a:lnTo>
                    <a:pt x="3992900" y="903692"/>
                  </a:lnTo>
                  <a:lnTo>
                    <a:pt x="3992994" y="903692"/>
                  </a:lnTo>
                  <a:lnTo>
                    <a:pt x="3993088" y="903692"/>
                  </a:lnTo>
                  <a:lnTo>
                    <a:pt x="3993182" y="903692"/>
                  </a:lnTo>
                  <a:lnTo>
                    <a:pt x="3993276" y="903692"/>
                  </a:lnTo>
                  <a:lnTo>
                    <a:pt x="3993370" y="903692"/>
                  </a:lnTo>
                  <a:lnTo>
                    <a:pt x="3993465" y="903692"/>
                  </a:lnTo>
                  <a:lnTo>
                    <a:pt x="3993559" y="903692"/>
                  </a:lnTo>
                  <a:lnTo>
                    <a:pt x="3993653" y="903692"/>
                  </a:lnTo>
                  <a:lnTo>
                    <a:pt x="3993747" y="903692"/>
                  </a:lnTo>
                  <a:lnTo>
                    <a:pt x="3993841" y="903692"/>
                  </a:lnTo>
                  <a:lnTo>
                    <a:pt x="3993935" y="903692"/>
                  </a:lnTo>
                  <a:lnTo>
                    <a:pt x="3994030" y="903692"/>
                  </a:lnTo>
                  <a:lnTo>
                    <a:pt x="3994124" y="903692"/>
                  </a:lnTo>
                  <a:lnTo>
                    <a:pt x="3994218" y="903692"/>
                  </a:lnTo>
                  <a:lnTo>
                    <a:pt x="3994312" y="903692"/>
                  </a:lnTo>
                  <a:lnTo>
                    <a:pt x="3994406" y="903692"/>
                  </a:lnTo>
                  <a:lnTo>
                    <a:pt x="3994500" y="903692"/>
                  </a:lnTo>
                  <a:lnTo>
                    <a:pt x="3994594" y="903692"/>
                  </a:lnTo>
                  <a:lnTo>
                    <a:pt x="3994689" y="903692"/>
                  </a:lnTo>
                  <a:lnTo>
                    <a:pt x="3994783" y="903692"/>
                  </a:lnTo>
                  <a:lnTo>
                    <a:pt x="3994877" y="903692"/>
                  </a:lnTo>
                  <a:lnTo>
                    <a:pt x="3994971" y="903692"/>
                  </a:lnTo>
                  <a:lnTo>
                    <a:pt x="3995065" y="903692"/>
                  </a:lnTo>
                  <a:lnTo>
                    <a:pt x="3995159" y="903692"/>
                  </a:lnTo>
                  <a:lnTo>
                    <a:pt x="3995253" y="903692"/>
                  </a:lnTo>
                  <a:lnTo>
                    <a:pt x="3995253" y="898781"/>
                  </a:lnTo>
                  <a:lnTo>
                    <a:pt x="3995348" y="898781"/>
                  </a:lnTo>
                  <a:lnTo>
                    <a:pt x="3995442" y="898781"/>
                  </a:lnTo>
                  <a:lnTo>
                    <a:pt x="3995536" y="898781"/>
                  </a:lnTo>
                  <a:lnTo>
                    <a:pt x="3995630" y="898781"/>
                  </a:lnTo>
                  <a:lnTo>
                    <a:pt x="3995724" y="898781"/>
                  </a:lnTo>
                  <a:lnTo>
                    <a:pt x="3995818" y="898781"/>
                  </a:lnTo>
                  <a:lnTo>
                    <a:pt x="3995913" y="898781"/>
                  </a:lnTo>
                  <a:lnTo>
                    <a:pt x="3996007" y="898781"/>
                  </a:lnTo>
                  <a:lnTo>
                    <a:pt x="3996101" y="898781"/>
                  </a:lnTo>
                  <a:lnTo>
                    <a:pt x="3996101" y="893870"/>
                  </a:lnTo>
                  <a:lnTo>
                    <a:pt x="3996195" y="893870"/>
                  </a:lnTo>
                  <a:lnTo>
                    <a:pt x="3996289" y="893870"/>
                  </a:lnTo>
                  <a:lnTo>
                    <a:pt x="3996383" y="893870"/>
                  </a:lnTo>
                  <a:lnTo>
                    <a:pt x="3996477" y="893870"/>
                  </a:lnTo>
                  <a:lnTo>
                    <a:pt x="3996572" y="893870"/>
                  </a:lnTo>
                  <a:lnTo>
                    <a:pt x="3996666" y="893870"/>
                  </a:lnTo>
                  <a:lnTo>
                    <a:pt x="3996760" y="893870"/>
                  </a:lnTo>
                  <a:lnTo>
                    <a:pt x="3996854" y="893870"/>
                  </a:lnTo>
                  <a:lnTo>
                    <a:pt x="3996948" y="893870"/>
                  </a:lnTo>
                  <a:lnTo>
                    <a:pt x="3997042" y="893870"/>
                  </a:lnTo>
                  <a:lnTo>
                    <a:pt x="3997137" y="893870"/>
                  </a:lnTo>
                  <a:lnTo>
                    <a:pt x="3997231" y="893870"/>
                  </a:lnTo>
                  <a:lnTo>
                    <a:pt x="3997325" y="893870"/>
                  </a:lnTo>
                  <a:lnTo>
                    <a:pt x="3997419" y="893870"/>
                  </a:lnTo>
                  <a:lnTo>
                    <a:pt x="3997513" y="893870"/>
                  </a:lnTo>
                  <a:lnTo>
                    <a:pt x="3997607" y="893870"/>
                  </a:lnTo>
                  <a:lnTo>
                    <a:pt x="3997701" y="893870"/>
                  </a:lnTo>
                  <a:lnTo>
                    <a:pt x="3997796" y="893870"/>
                  </a:lnTo>
                  <a:lnTo>
                    <a:pt x="3997890" y="893870"/>
                  </a:lnTo>
                  <a:lnTo>
                    <a:pt x="3997984" y="893870"/>
                  </a:lnTo>
                  <a:lnTo>
                    <a:pt x="3998078" y="893870"/>
                  </a:lnTo>
                  <a:lnTo>
                    <a:pt x="3998172" y="893870"/>
                  </a:lnTo>
                  <a:lnTo>
                    <a:pt x="3998266" y="893870"/>
                  </a:lnTo>
                  <a:lnTo>
                    <a:pt x="3998361" y="893870"/>
                  </a:lnTo>
                  <a:lnTo>
                    <a:pt x="3998455" y="893870"/>
                  </a:lnTo>
                  <a:lnTo>
                    <a:pt x="3998549" y="893870"/>
                  </a:lnTo>
                  <a:lnTo>
                    <a:pt x="3998643" y="893870"/>
                  </a:lnTo>
                  <a:lnTo>
                    <a:pt x="3998737" y="893870"/>
                  </a:lnTo>
                  <a:lnTo>
                    <a:pt x="3998831" y="893870"/>
                  </a:lnTo>
                  <a:lnTo>
                    <a:pt x="3998925" y="893870"/>
                  </a:lnTo>
                  <a:lnTo>
                    <a:pt x="3999020" y="893870"/>
                  </a:lnTo>
                  <a:lnTo>
                    <a:pt x="3999114" y="893870"/>
                  </a:lnTo>
                  <a:lnTo>
                    <a:pt x="3999208" y="893870"/>
                  </a:lnTo>
                  <a:lnTo>
                    <a:pt x="3999302" y="893870"/>
                  </a:lnTo>
                  <a:lnTo>
                    <a:pt x="3999396" y="893870"/>
                  </a:lnTo>
                  <a:lnTo>
                    <a:pt x="3999490" y="893870"/>
                  </a:lnTo>
                  <a:lnTo>
                    <a:pt x="3999584" y="893870"/>
                  </a:lnTo>
                  <a:lnTo>
                    <a:pt x="3999679" y="893870"/>
                  </a:lnTo>
                  <a:lnTo>
                    <a:pt x="3999773" y="893870"/>
                  </a:lnTo>
                  <a:lnTo>
                    <a:pt x="3999867" y="893870"/>
                  </a:lnTo>
                  <a:lnTo>
                    <a:pt x="3999961" y="893870"/>
                  </a:lnTo>
                  <a:lnTo>
                    <a:pt x="4000055" y="893870"/>
                  </a:lnTo>
                  <a:lnTo>
                    <a:pt x="4000149" y="893870"/>
                  </a:lnTo>
                  <a:lnTo>
                    <a:pt x="4000244" y="893870"/>
                  </a:lnTo>
                  <a:lnTo>
                    <a:pt x="4000338" y="893870"/>
                  </a:lnTo>
                  <a:lnTo>
                    <a:pt x="4000432" y="893870"/>
                  </a:lnTo>
                  <a:lnTo>
                    <a:pt x="4000526" y="893870"/>
                  </a:lnTo>
                  <a:lnTo>
                    <a:pt x="4000620" y="893870"/>
                  </a:lnTo>
                  <a:lnTo>
                    <a:pt x="4000714" y="893870"/>
                  </a:lnTo>
                  <a:lnTo>
                    <a:pt x="4000808" y="893870"/>
                  </a:lnTo>
                  <a:lnTo>
                    <a:pt x="4000903" y="893870"/>
                  </a:lnTo>
                  <a:lnTo>
                    <a:pt x="4000997" y="893870"/>
                  </a:lnTo>
                  <a:lnTo>
                    <a:pt x="4001091" y="893870"/>
                  </a:lnTo>
                  <a:lnTo>
                    <a:pt x="4001185" y="893870"/>
                  </a:lnTo>
                  <a:lnTo>
                    <a:pt x="4001185" y="888958"/>
                  </a:lnTo>
                  <a:lnTo>
                    <a:pt x="4001279" y="888958"/>
                  </a:lnTo>
                  <a:lnTo>
                    <a:pt x="4001373" y="888958"/>
                  </a:lnTo>
                  <a:lnTo>
                    <a:pt x="4001468" y="888958"/>
                  </a:lnTo>
                  <a:lnTo>
                    <a:pt x="4001562" y="888958"/>
                  </a:lnTo>
                  <a:lnTo>
                    <a:pt x="4001656" y="888958"/>
                  </a:lnTo>
                  <a:lnTo>
                    <a:pt x="4001750" y="888958"/>
                  </a:lnTo>
                  <a:lnTo>
                    <a:pt x="4001844" y="888958"/>
                  </a:lnTo>
                  <a:lnTo>
                    <a:pt x="4001938" y="888958"/>
                  </a:lnTo>
                  <a:lnTo>
                    <a:pt x="4002032" y="888958"/>
                  </a:lnTo>
                  <a:lnTo>
                    <a:pt x="4002127" y="888958"/>
                  </a:lnTo>
                  <a:lnTo>
                    <a:pt x="4002221" y="888958"/>
                  </a:lnTo>
                  <a:lnTo>
                    <a:pt x="4002315" y="888958"/>
                  </a:lnTo>
                  <a:lnTo>
                    <a:pt x="4002409" y="888958"/>
                  </a:lnTo>
                  <a:lnTo>
                    <a:pt x="4002503" y="888958"/>
                  </a:lnTo>
                  <a:lnTo>
                    <a:pt x="4002597" y="888958"/>
                  </a:lnTo>
                  <a:lnTo>
                    <a:pt x="4002692" y="888958"/>
                  </a:lnTo>
                  <a:lnTo>
                    <a:pt x="4002786" y="888958"/>
                  </a:lnTo>
                  <a:lnTo>
                    <a:pt x="4002880" y="888958"/>
                  </a:lnTo>
                  <a:lnTo>
                    <a:pt x="4002974" y="888958"/>
                  </a:lnTo>
                  <a:lnTo>
                    <a:pt x="4003068" y="888958"/>
                  </a:lnTo>
                  <a:lnTo>
                    <a:pt x="4003162" y="888958"/>
                  </a:lnTo>
                  <a:lnTo>
                    <a:pt x="4003256" y="888958"/>
                  </a:lnTo>
                  <a:lnTo>
                    <a:pt x="4003351" y="888958"/>
                  </a:lnTo>
                  <a:lnTo>
                    <a:pt x="4003445" y="888958"/>
                  </a:lnTo>
                  <a:lnTo>
                    <a:pt x="4003539" y="888958"/>
                  </a:lnTo>
                  <a:lnTo>
                    <a:pt x="4003633" y="888958"/>
                  </a:lnTo>
                  <a:lnTo>
                    <a:pt x="4003727" y="888958"/>
                  </a:lnTo>
                  <a:lnTo>
                    <a:pt x="4003821" y="888958"/>
                  </a:lnTo>
                  <a:lnTo>
                    <a:pt x="4003915" y="888958"/>
                  </a:lnTo>
                  <a:lnTo>
                    <a:pt x="4004010" y="888958"/>
                  </a:lnTo>
                  <a:lnTo>
                    <a:pt x="4004104" y="888958"/>
                  </a:lnTo>
                  <a:lnTo>
                    <a:pt x="4004198" y="888958"/>
                  </a:lnTo>
                  <a:lnTo>
                    <a:pt x="4004292" y="888958"/>
                  </a:lnTo>
                  <a:lnTo>
                    <a:pt x="4004386" y="888958"/>
                  </a:lnTo>
                  <a:lnTo>
                    <a:pt x="4004480" y="888958"/>
                  </a:lnTo>
                  <a:lnTo>
                    <a:pt x="4004575" y="888958"/>
                  </a:lnTo>
                  <a:lnTo>
                    <a:pt x="4004669" y="888958"/>
                  </a:lnTo>
                  <a:lnTo>
                    <a:pt x="4004763" y="888958"/>
                  </a:lnTo>
                  <a:lnTo>
                    <a:pt x="4004857" y="888958"/>
                  </a:lnTo>
                  <a:lnTo>
                    <a:pt x="4004951" y="888958"/>
                  </a:lnTo>
                  <a:lnTo>
                    <a:pt x="4005045" y="888958"/>
                  </a:lnTo>
                  <a:lnTo>
                    <a:pt x="4005139" y="888958"/>
                  </a:lnTo>
                  <a:lnTo>
                    <a:pt x="4005234" y="888958"/>
                  </a:lnTo>
                  <a:lnTo>
                    <a:pt x="4005328" y="888958"/>
                  </a:lnTo>
                  <a:lnTo>
                    <a:pt x="4005422" y="888958"/>
                  </a:lnTo>
                  <a:lnTo>
                    <a:pt x="4005516" y="888958"/>
                  </a:lnTo>
                  <a:lnTo>
                    <a:pt x="4005610" y="888958"/>
                  </a:lnTo>
                  <a:lnTo>
                    <a:pt x="4005704" y="888958"/>
                  </a:lnTo>
                  <a:lnTo>
                    <a:pt x="4005799" y="888958"/>
                  </a:lnTo>
                  <a:lnTo>
                    <a:pt x="4005893" y="888958"/>
                  </a:lnTo>
                  <a:lnTo>
                    <a:pt x="4005987" y="888958"/>
                  </a:lnTo>
                  <a:lnTo>
                    <a:pt x="4006081" y="888958"/>
                  </a:lnTo>
                  <a:lnTo>
                    <a:pt x="4006175" y="888958"/>
                  </a:lnTo>
                  <a:lnTo>
                    <a:pt x="4006269" y="888958"/>
                  </a:lnTo>
                  <a:lnTo>
                    <a:pt x="4006363" y="888958"/>
                  </a:lnTo>
                  <a:lnTo>
                    <a:pt x="4006458" y="888958"/>
                  </a:lnTo>
                  <a:lnTo>
                    <a:pt x="4006552" y="888958"/>
                  </a:lnTo>
                  <a:lnTo>
                    <a:pt x="4006646" y="888958"/>
                  </a:lnTo>
                  <a:lnTo>
                    <a:pt x="4006740" y="888958"/>
                  </a:lnTo>
                  <a:lnTo>
                    <a:pt x="4006834" y="888958"/>
                  </a:lnTo>
                  <a:lnTo>
                    <a:pt x="4006928" y="888958"/>
                  </a:lnTo>
                  <a:lnTo>
                    <a:pt x="4007023" y="888958"/>
                  </a:lnTo>
                  <a:lnTo>
                    <a:pt x="4007117" y="888958"/>
                  </a:lnTo>
                  <a:lnTo>
                    <a:pt x="4007211" y="888958"/>
                  </a:lnTo>
                  <a:lnTo>
                    <a:pt x="4007305" y="888958"/>
                  </a:lnTo>
                  <a:lnTo>
                    <a:pt x="4007399" y="888958"/>
                  </a:lnTo>
                  <a:lnTo>
                    <a:pt x="4007493" y="888958"/>
                  </a:lnTo>
                  <a:lnTo>
                    <a:pt x="4007587" y="888958"/>
                  </a:lnTo>
                  <a:lnTo>
                    <a:pt x="4007682" y="888958"/>
                  </a:lnTo>
                  <a:lnTo>
                    <a:pt x="4007776" y="888958"/>
                  </a:lnTo>
                  <a:lnTo>
                    <a:pt x="4007870" y="888958"/>
                  </a:lnTo>
                  <a:lnTo>
                    <a:pt x="4007964" y="888958"/>
                  </a:lnTo>
                  <a:lnTo>
                    <a:pt x="4008058" y="888958"/>
                  </a:lnTo>
                  <a:lnTo>
                    <a:pt x="4008152" y="888958"/>
                  </a:lnTo>
                  <a:lnTo>
                    <a:pt x="4008246" y="888958"/>
                  </a:lnTo>
                  <a:lnTo>
                    <a:pt x="4008341" y="888958"/>
                  </a:lnTo>
                  <a:lnTo>
                    <a:pt x="4008435" y="888958"/>
                  </a:lnTo>
                  <a:lnTo>
                    <a:pt x="4008529" y="888958"/>
                  </a:lnTo>
                  <a:lnTo>
                    <a:pt x="4008623" y="888958"/>
                  </a:lnTo>
                  <a:lnTo>
                    <a:pt x="4008717" y="888958"/>
                  </a:lnTo>
                  <a:lnTo>
                    <a:pt x="4008811" y="888958"/>
                  </a:lnTo>
                  <a:lnTo>
                    <a:pt x="4008906" y="888958"/>
                  </a:lnTo>
                  <a:lnTo>
                    <a:pt x="4009000" y="888958"/>
                  </a:lnTo>
                  <a:lnTo>
                    <a:pt x="4009094" y="888958"/>
                  </a:lnTo>
                  <a:lnTo>
                    <a:pt x="4009188" y="888958"/>
                  </a:lnTo>
                  <a:lnTo>
                    <a:pt x="4009282" y="888958"/>
                  </a:lnTo>
                  <a:lnTo>
                    <a:pt x="4009376" y="888958"/>
                  </a:lnTo>
                  <a:lnTo>
                    <a:pt x="4009470" y="888958"/>
                  </a:lnTo>
                  <a:lnTo>
                    <a:pt x="4009565" y="888958"/>
                  </a:lnTo>
                  <a:lnTo>
                    <a:pt x="4009659" y="888958"/>
                  </a:lnTo>
                  <a:lnTo>
                    <a:pt x="4009753" y="888958"/>
                  </a:lnTo>
                  <a:lnTo>
                    <a:pt x="4009847" y="888958"/>
                  </a:lnTo>
                  <a:lnTo>
                    <a:pt x="4009941" y="888958"/>
                  </a:lnTo>
                  <a:lnTo>
                    <a:pt x="4010035" y="888958"/>
                  </a:lnTo>
                  <a:lnTo>
                    <a:pt x="4010130" y="888958"/>
                  </a:lnTo>
                  <a:lnTo>
                    <a:pt x="4010224" y="888958"/>
                  </a:lnTo>
                  <a:lnTo>
                    <a:pt x="4010318" y="888958"/>
                  </a:lnTo>
                  <a:lnTo>
                    <a:pt x="4010412" y="888958"/>
                  </a:lnTo>
                  <a:lnTo>
                    <a:pt x="4010506" y="888958"/>
                  </a:lnTo>
                  <a:lnTo>
                    <a:pt x="4010600" y="888958"/>
                  </a:lnTo>
                  <a:lnTo>
                    <a:pt x="4010694" y="888958"/>
                  </a:lnTo>
                  <a:lnTo>
                    <a:pt x="4010789" y="888958"/>
                  </a:lnTo>
                  <a:lnTo>
                    <a:pt x="4010883" y="888958"/>
                  </a:lnTo>
                  <a:lnTo>
                    <a:pt x="4010977" y="888958"/>
                  </a:lnTo>
                  <a:lnTo>
                    <a:pt x="4011071" y="888958"/>
                  </a:lnTo>
                  <a:lnTo>
                    <a:pt x="4011165" y="888958"/>
                  </a:lnTo>
                  <a:lnTo>
                    <a:pt x="4011259" y="888958"/>
                  </a:lnTo>
                  <a:lnTo>
                    <a:pt x="4011354" y="888958"/>
                  </a:lnTo>
                  <a:lnTo>
                    <a:pt x="4011448" y="888958"/>
                  </a:lnTo>
                  <a:lnTo>
                    <a:pt x="4011542" y="888958"/>
                  </a:lnTo>
                  <a:lnTo>
                    <a:pt x="4011636" y="888958"/>
                  </a:lnTo>
                  <a:lnTo>
                    <a:pt x="4011730" y="888958"/>
                  </a:lnTo>
                  <a:lnTo>
                    <a:pt x="4011824" y="888958"/>
                  </a:lnTo>
                  <a:lnTo>
                    <a:pt x="4011918" y="888958"/>
                  </a:lnTo>
                  <a:lnTo>
                    <a:pt x="4012013" y="888958"/>
                  </a:lnTo>
                  <a:lnTo>
                    <a:pt x="4012107" y="888958"/>
                  </a:lnTo>
                  <a:lnTo>
                    <a:pt x="4012201" y="888958"/>
                  </a:lnTo>
                  <a:lnTo>
                    <a:pt x="4012295" y="888958"/>
                  </a:lnTo>
                  <a:lnTo>
                    <a:pt x="4012389" y="888958"/>
                  </a:lnTo>
                  <a:lnTo>
                    <a:pt x="4012483" y="888958"/>
                  </a:lnTo>
                  <a:lnTo>
                    <a:pt x="4012577" y="888958"/>
                  </a:lnTo>
                  <a:lnTo>
                    <a:pt x="4012672" y="888958"/>
                  </a:lnTo>
                  <a:lnTo>
                    <a:pt x="4012766" y="888958"/>
                  </a:lnTo>
                  <a:lnTo>
                    <a:pt x="4012860" y="888958"/>
                  </a:lnTo>
                  <a:lnTo>
                    <a:pt x="4012954" y="888958"/>
                  </a:lnTo>
                  <a:lnTo>
                    <a:pt x="4013048" y="888958"/>
                  </a:lnTo>
                  <a:lnTo>
                    <a:pt x="4013142" y="888958"/>
                  </a:lnTo>
                  <a:lnTo>
                    <a:pt x="4013237" y="888958"/>
                  </a:lnTo>
                  <a:lnTo>
                    <a:pt x="4013331" y="888958"/>
                  </a:lnTo>
                  <a:lnTo>
                    <a:pt x="4013425" y="888958"/>
                  </a:lnTo>
                  <a:lnTo>
                    <a:pt x="4013425" y="884047"/>
                  </a:lnTo>
                  <a:lnTo>
                    <a:pt x="4013519" y="884047"/>
                  </a:lnTo>
                  <a:lnTo>
                    <a:pt x="4013613" y="884047"/>
                  </a:lnTo>
                  <a:lnTo>
                    <a:pt x="4013707" y="884047"/>
                  </a:lnTo>
                  <a:lnTo>
                    <a:pt x="4013801" y="884047"/>
                  </a:lnTo>
                  <a:lnTo>
                    <a:pt x="4013896" y="884047"/>
                  </a:lnTo>
                  <a:lnTo>
                    <a:pt x="4013990" y="884047"/>
                  </a:lnTo>
                  <a:lnTo>
                    <a:pt x="4014084" y="884047"/>
                  </a:lnTo>
                  <a:lnTo>
                    <a:pt x="4014178" y="884047"/>
                  </a:lnTo>
                  <a:lnTo>
                    <a:pt x="4014272" y="884047"/>
                  </a:lnTo>
                  <a:lnTo>
                    <a:pt x="4014366" y="884047"/>
                  </a:lnTo>
                  <a:lnTo>
                    <a:pt x="4014461" y="884047"/>
                  </a:lnTo>
                  <a:lnTo>
                    <a:pt x="4014555" y="884047"/>
                  </a:lnTo>
                  <a:lnTo>
                    <a:pt x="4014649" y="884047"/>
                  </a:lnTo>
                  <a:lnTo>
                    <a:pt x="4014743" y="884047"/>
                  </a:lnTo>
                  <a:lnTo>
                    <a:pt x="4014837" y="884047"/>
                  </a:lnTo>
                  <a:lnTo>
                    <a:pt x="4014931" y="884047"/>
                  </a:lnTo>
                  <a:lnTo>
                    <a:pt x="4015025" y="884047"/>
                  </a:lnTo>
                  <a:lnTo>
                    <a:pt x="4015120" y="884047"/>
                  </a:lnTo>
                  <a:lnTo>
                    <a:pt x="4015214" y="884047"/>
                  </a:lnTo>
                  <a:lnTo>
                    <a:pt x="4015308" y="884047"/>
                  </a:lnTo>
                  <a:lnTo>
                    <a:pt x="4015402" y="884047"/>
                  </a:lnTo>
                  <a:lnTo>
                    <a:pt x="4015496" y="884047"/>
                  </a:lnTo>
                  <a:lnTo>
                    <a:pt x="4015590" y="884047"/>
                  </a:lnTo>
                  <a:lnTo>
                    <a:pt x="4015685" y="884047"/>
                  </a:lnTo>
                  <a:lnTo>
                    <a:pt x="4015779" y="884047"/>
                  </a:lnTo>
                  <a:lnTo>
                    <a:pt x="4015873" y="884047"/>
                  </a:lnTo>
                  <a:lnTo>
                    <a:pt x="4015967" y="884047"/>
                  </a:lnTo>
                  <a:lnTo>
                    <a:pt x="4016061" y="884047"/>
                  </a:lnTo>
                  <a:lnTo>
                    <a:pt x="4016155" y="884047"/>
                  </a:lnTo>
                  <a:lnTo>
                    <a:pt x="4016249" y="884047"/>
                  </a:lnTo>
                  <a:lnTo>
                    <a:pt x="4016344" y="884047"/>
                  </a:lnTo>
                  <a:lnTo>
                    <a:pt x="4016438" y="884047"/>
                  </a:lnTo>
                  <a:lnTo>
                    <a:pt x="4016532" y="884047"/>
                  </a:lnTo>
                  <a:lnTo>
                    <a:pt x="4016626" y="884047"/>
                  </a:lnTo>
                  <a:lnTo>
                    <a:pt x="4016720" y="884047"/>
                  </a:lnTo>
                  <a:lnTo>
                    <a:pt x="4016814" y="884047"/>
                  </a:lnTo>
                  <a:lnTo>
                    <a:pt x="4016908" y="884047"/>
                  </a:lnTo>
                  <a:lnTo>
                    <a:pt x="4017003" y="884047"/>
                  </a:lnTo>
                  <a:lnTo>
                    <a:pt x="4017097" y="884047"/>
                  </a:lnTo>
                  <a:lnTo>
                    <a:pt x="4017191" y="884047"/>
                  </a:lnTo>
                  <a:lnTo>
                    <a:pt x="4017285" y="884047"/>
                  </a:lnTo>
                  <a:lnTo>
                    <a:pt x="4017379" y="884047"/>
                  </a:lnTo>
                  <a:lnTo>
                    <a:pt x="4017473" y="884047"/>
                  </a:lnTo>
                  <a:lnTo>
                    <a:pt x="4017568" y="884047"/>
                  </a:lnTo>
                  <a:lnTo>
                    <a:pt x="4017662" y="884047"/>
                  </a:lnTo>
                  <a:lnTo>
                    <a:pt x="4017756" y="884047"/>
                  </a:lnTo>
                  <a:lnTo>
                    <a:pt x="4017850" y="884047"/>
                  </a:lnTo>
                  <a:lnTo>
                    <a:pt x="4017944" y="884047"/>
                  </a:lnTo>
                  <a:lnTo>
                    <a:pt x="4018038" y="884047"/>
                  </a:lnTo>
                  <a:lnTo>
                    <a:pt x="4018132" y="884047"/>
                  </a:lnTo>
                  <a:lnTo>
                    <a:pt x="4018227" y="884047"/>
                  </a:lnTo>
                  <a:lnTo>
                    <a:pt x="4018321" y="884047"/>
                  </a:lnTo>
                  <a:lnTo>
                    <a:pt x="4018415" y="884047"/>
                  </a:lnTo>
                  <a:lnTo>
                    <a:pt x="4018509" y="884047"/>
                  </a:lnTo>
                  <a:lnTo>
                    <a:pt x="4018603" y="884047"/>
                  </a:lnTo>
                  <a:lnTo>
                    <a:pt x="4018697" y="884047"/>
                  </a:lnTo>
                  <a:lnTo>
                    <a:pt x="4018792" y="884047"/>
                  </a:lnTo>
                  <a:lnTo>
                    <a:pt x="4018886" y="884047"/>
                  </a:lnTo>
                  <a:lnTo>
                    <a:pt x="4018980" y="884047"/>
                  </a:lnTo>
                  <a:lnTo>
                    <a:pt x="4019074" y="884047"/>
                  </a:lnTo>
                  <a:lnTo>
                    <a:pt x="4019168" y="884047"/>
                  </a:lnTo>
                  <a:lnTo>
                    <a:pt x="4019262" y="884047"/>
                  </a:lnTo>
                  <a:lnTo>
                    <a:pt x="4019356" y="884047"/>
                  </a:lnTo>
                  <a:lnTo>
                    <a:pt x="4019451" y="884047"/>
                  </a:lnTo>
                  <a:lnTo>
                    <a:pt x="4019545" y="884047"/>
                  </a:lnTo>
                  <a:lnTo>
                    <a:pt x="4019639" y="884047"/>
                  </a:lnTo>
                  <a:lnTo>
                    <a:pt x="4019733" y="884047"/>
                  </a:lnTo>
                  <a:lnTo>
                    <a:pt x="4019827" y="884047"/>
                  </a:lnTo>
                  <a:lnTo>
                    <a:pt x="4019921" y="884047"/>
                  </a:lnTo>
                  <a:lnTo>
                    <a:pt x="4020016" y="884047"/>
                  </a:lnTo>
                  <a:lnTo>
                    <a:pt x="4020110" y="884047"/>
                  </a:lnTo>
                  <a:lnTo>
                    <a:pt x="4020204" y="884047"/>
                  </a:lnTo>
                  <a:lnTo>
                    <a:pt x="4020298" y="884047"/>
                  </a:lnTo>
                  <a:lnTo>
                    <a:pt x="4020392" y="884047"/>
                  </a:lnTo>
                  <a:lnTo>
                    <a:pt x="4020486" y="884047"/>
                  </a:lnTo>
                  <a:lnTo>
                    <a:pt x="4020580" y="884047"/>
                  </a:lnTo>
                  <a:lnTo>
                    <a:pt x="4020675" y="884047"/>
                  </a:lnTo>
                  <a:lnTo>
                    <a:pt x="4020769" y="884047"/>
                  </a:lnTo>
                  <a:lnTo>
                    <a:pt x="4020863" y="884047"/>
                  </a:lnTo>
                  <a:lnTo>
                    <a:pt x="4020957" y="884047"/>
                  </a:lnTo>
                  <a:lnTo>
                    <a:pt x="4021051" y="884047"/>
                  </a:lnTo>
                  <a:lnTo>
                    <a:pt x="4021145" y="884047"/>
                  </a:lnTo>
                  <a:lnTo>
                    <a:pt x="4021239" y="884047"/>
                  </a:lnTo>
                  <a:lnTo>
                    <a:pt x="4021334" y="884047"/>
                  </a:lnTo>
                  <a:lnTo>
                    <a:pt x="4021428" y="884047"/>
                  </a:lnTo>
                  <a:lnTo>
                    <a:pt x="4021522" y="884047"/>
                  </a:lnTo>
                  <a:lnTo>
                    <a:pt x="4021616" y="884047"/>
                  </a:lnTo>
                  <a:lnTo>
                    <a:pt x="4021710" y="884047"/>
                  </a:lnTo>
                  <a:lnTo>
                    <a:pt x="4021804" y="884047"/>
                  </a:lnTo>
                  <a:lnTo>
                    <a:pt x="4021899" y="884047"/>
                  </a:lnTo>
                  <a:lnTo>
                    <a:pt x="4021993" y="884047"/>
                  </a:lnTo>
                  <a:lnTo>
                    <a:pt x="4022087" y="884047"/>
                  </a:lnTo>
                  <a:lnTo>
                    <a:pt x="4022181" y="884047"/>
                  </a:lnTo>
                  <a:lnTo>
                    <a:pt x="4022275" y="884047"/>
                  </a:lnTo>
                  <a:lnTo>
                    <a:pt x="4022369" y="884047"/>
                  </a:lnTo>
                  <a:lnTo>
                    <a:pt x="4022463" y="884047"/>
                  </a:lnTo>
                  <a:lnTo>
                    <a:pt x="4022558" y="884047"/>
                  </a:lnTo>
                  <a:lnTo>
                    <a:pt x="4022652" y="884047"/>
                  </a:lnTo>
                  <a:lnTo>
                    <a:pt x="4022746" y="884047"/>
                  </a:lnTo>
                  <a:lnTo>
                    <a:pt x="4022840" y="884047"/>
                  </a:lnTo>
                  <a:lnTo>
                    <a:pt x="4022934" y="884047"/>
                  </a:lnTo>
                  <a:lnTo>
                    <a:pt x="4023028" y="884047"/>
                  </a:lnTo>
                  <a:lnTo>
                    <a:pt x="4023123" y="884047"/>
                  </a:lnTo>
                  <a:lnTo>
                    <a:pt x="4023217" y="884047"/>
                  </a:lnTo>
                  <a:lnTo>
                    <a:pt x="4023311" y="884047"/>
                  </a:lnTo>
                  <a:lnTo>
                    <a:pt x="4023405" y="884047"/>
                  </a:lnTo>
                  <a:lnTo>
                    <a:pt x="4023499" y="884047"/>
                  </a:lnTo>
                  <a:lnTo>
                    <a:pt x="4023593" y="884047"/>
                  </a:lnTo>
                  <a:lnTo>
                    <a:pt x="4023687" y="884047"/>
                  </a:lnTo>
                  <a:lnTo>
                    <a:pt x="4023782" y="884047"/>
                  </a:lnTo>
                  <a:lnTo>
                    <a:pt x="4023876" y="884047"/>
                  </a:lnTo>
                  <a:lnTo>
                    <a:pt x="4023970" y="884047"/>
                  </a:lnTo>
                  <a:lnTo>
                    <a:pt x="4024064" y="884047"/>
                  </a:lnTo>
                  <a:lnTo>
                    <a:pt x="4024064" y="879136"/>
                  </a:lnTo>
                  <a:lnTo>
                    <a:pt x="4024158" y="879136"/>
                  </a:lnTo>
                  <a:lnTo>
                    <a:pt x="4024252" y="879136"/>
                  </a:lnTo>
                  <a:lnTo>
                    <a:pt x="4024347" y="879136"/>
                  </a:lnTo>
                  <a:lnTo>
                    <a:pt x="4024441" y="879136"/>
                  </a:lnTo>
                  <a:lnTo>
                    <a:pt x="4024535" y="879136"/>
                  </a:lnTo>
                  <a:lnTo>
                    <a:pt x="4024629" y="879136"/>
                  </a:lnTo>
                  <a:lnTo>
                    <a:pt x="4024723" y="879136"/>
                  </a:lnTo>
                  <a:lnTo>
                    <a:pt x="4024817" y="879136"/>
                  </a:lnTo>
                  <a:lnTo>
                    <a:pt x="4024911" y="879136"/>
                  </a:lnTo>
                  <a:lnTo>
                    <a:pt x="4025006" y="879136"/>
                  </a:lnTo>
                  <a:lnTo>
                    <a:pt x="4025100" y="879136"/>
                  </a:lnTo>
                  <a:lnTo>
                    <a:pt x="4025194" y="879136"/>
                  </a:lnTo>
                  <a:lnTo>
                    <a:pt x="4025288" y="879136"/>
                  </a:lnTo>
                  <a:lnTo>
                    <a:pt x="4025382" y="879136"/>
                  </a:lnTo>
                  <a:lnTo>
                    <a:pt x="4025476" y="879136"/>
                  </a:lnTo>
                  <a:lnTo>
                    <a:pt x="4025570" y="879136"/>
                  </a:lnTo>
                  <a:lnTo>
                    <a:pt x="4025665" y="879136"/>
                  </a:lnTo>
                  <a:lnTo>
                    <a:pt x="4025759" y="879136"/>
                  </a:lnTo>
                  <a:lnTo>
                    <a:pt x="4025853" y="879136"/>
                  </a:lnTo>
                  <a:lnTo>
                    <a:pt x="4025947" y="879136"/>
                  </a:lnTo>
                  <a:lnTo>
                    <a:pt x="4026041" y="879136"/>
                  </a:lnTo>
                  <a:lnTo>
                    <a:pt x="4026135" y="879136"/>
                  </a:lnTo>
                  <a:lnTo>
                    <a:pt x="4026230" y="879136"/>
                  </a:lnTo>
                  <a:lnTo>
                    <a:pt x="4026324" y="879136"/>
                  </a:lnTo>
                  <a:lnTo>
                    <a:pt x="4026418" y="879136"/>
                  </a:lnTo>
                  <a:lnTo>
                    <a:pt x="4026512" y="879136"/>
                  </a:lnTo>
                  <a:lnTo>
                    <a:pt x="4026606" y="879136"/>
                  </a:lnTo>
                  <a:lnTo>
                    <a:pt x="4026700" y="879136"/>
                  </a:lnTo>
                  <a:lnTo>
                    <a:pt x="4026794" y="879136"/>
                  </a:lnTo>
                  <a:lnTo>
                    <a:pt x="4026889" y="879136"/>
                  </a:lnTo>
                  <a:lnTo>
                    <a:pt x="4026983" y="879136"/>
                  </a:lnTo>
                  <a:lnTo>
                    <a:pt x="4027077" y="879136"/>
                  </a:lnTo>
                  <a:lnTo>
                    <a:pt x="4027171" y="879136"/>
                  </a:lnTo>
                  <a:lnTo>
                    <a:pt x="4027265" y="879136"/>
                  </a:lnTo>
                  <a:lnTo>
                    <a:pt x="4027359" y="879136"/>
                  </a:lnTo>
                  <a:lnTo>
                    <a:pt x="4027454" y="879136"/>
                  </a:lnTo>
                  <a:lnTo>
                    <a:pt x="4027548" y="879136"/>
                  </a:lnTo>
                  <a:lnTo>
                    <a:pt x="4027642" y="879136"/>
                  </a:lnTo>
                  <a:lnTo>
                    <a:pt x="4027736" y="879136"/>
                  </a:lnTo>
                  <a:lnTo>
                    <a:pt x="4027830" y="879136"/>
                  </a:lnTo>
                  <a:lnTo>
                    <a:pt x="4027924" y="879136"/>
                  </a:lnTo>
                  <a:lnTo>
                    <a:pt x="4028018" y="879136"/>
                  </a:lnTo>
                  <a:lnTo>
                    <a:pt x="4028113" y="879136"/>
                  </a:lnTo>
                  <a:lnTo>
                    <a:pt x="4028207" y="879136"/>
                  </a:lnTo>
                  <a:lnTo>
                    <a:pt x="4028301" y="879136"/>
                  </a:lnTo>
                  <a:lnTo>
                    <a:pt x="4028395" y="879136"/>
                  </a:lnTo>
                  <a:lnTo>
                    <a:pt x="4028489" y="879136"/>
                  </a:lnTo>
                  <a:lnTo>
                    <a:pt x="4028583" y="879136"/>
                  </a:lnTo>
                  <a:lnTo>
                    <a:pt x="4028678" y="879136"/>
                  </a:lnTo>
                  <a:lnTo>
                    <a:pt x="4028772" y="879136"/>
                  </a:lnTo>
                  <a:lnTo>
                    <a:pt x="4028866" y="879136"/>
                  </a:lnTo>
                  <a:lnTo>
                    <a:pt x="4028960" y="879136"/>
                  </a:lnTo>
                  <a:lnTo>
                    <a:pt x="4029054" y="879136"/>
                  </a:lnTo>
                  <a:lnTo>
                    <a:pt x="4029148" y="879136"/>
                  </a:lnTo>
                  <a:lnTo>
                    <a:pt x="4029242" y="879136"/>
                  </a:lnTo>
                  <a:lnTo>
                    <a:pt x="4029337" y="879136"/>
                  </a:lnTo>
                  <a:lnTo>
                    <a:pt x="4029431" y="879136"/>
                  </a:lnTo>
                  <a:lnTo>
                    <a:pt x="4029525" y="879136"/>
                  </a:lnTo>
                  <a:lnTo>
                    <a:pt x="4029619" y="879136"/>
                  </a:lnTo>
                  <a:lnTo>
                    <a:pt x="4029713" y="879136"/>
                  </a:lnTo>
                  <a:lnTo>
                    <a:pt x="4029807" y="879136"/>
                  </a:lnTo>
                  <a:lnTo>
                    <a:pt x="4029901" y="879136"/>
                  </a:lnTo>
                  <a:lnTo>
                    <a:pt x="4029996" y="879136"/>
                  </a:lnTo>
                  <a:lnTo>
                    <a:pt x="4030090" y="879136"/>
                  </a:lnTo>
                  <a:lnTo>
                    <a:pt x="4030184" y="879136"/>
                  </a:lnTo>
                  <a:lnTo>
                    <a:pt x="4030278" y="879136"/>
                  </a:lnTo>
                  <a:lnTo>
                    <a:pt x="4030372" y="879136"/>
                  </a:lnTo>
                  <a:lnTo>
                    <a:pt x="4030466" y="879136"/>
                  </a:lnTo>
                  <a:lnTo>
                    <a:pt x="4030561" y="879136"/>
                  </a:lnTo>
                  <a:lnTo>
                    <a:pt x="4030655" y="879136"/>
                  </a:lnTo>
                  <a:lnTo>
                    <a:pt x="4030749" y="879136"/>
                  </a:lnTo>
                  <a:lnTo>
                    <a:pt x="4030843" y="879136"/>
                  </a:lnTo>
                  <a:lnTo>
                    <a:pt x="4030937" y="879136"/>
                  </a:lnTo>
                  <a:lnTo>
                    <a:pt x="4031031" y="879136"/>
                  </a:lnTo>
                  <a:lnTo>
                    <a:pt x="4031125" y="879136"/>
                  </a:lnTo>
                  <a:lnTo>
                    <a:pt x="4031220" y="879136"/>
                  </a:lnTo>
                  <a:lnTo>
                    <a:pt x="4031314" y="879136"/>
                  </a:lnTo>
                  <a:lnTo>
                    <a:pt x="4031408" y="879136"/>
                  </a:lnTo>
                  <a:lnTo>
                    <a:pt x="4031502" y="879136"/>
                  </a:lnTo>
                  <a:lnTo>
                    <a:pt x="4031596" y="879136"/>
                  </a:lnTo>
                  <a:lnTo>
                    <a:pt x="4031690" y="879136"/>
                  </a:lnTo>
                  <a:lnTo>
                    <a:pt x="4031785" y="879136"/>
                  </a:lnTo>
                  <a:lnTo>
                    <a:pt x="4031879" y="879136"/>
                  </a:lnTo>
                  <a:lnTo>
                    <a:pt x="4031973" y="879136"/>
                  </a:lnTo>
                  <a:lnTo>
                    <a:pt x="4032067" y="879136"/>
                  </a:lnTo>
                  <a:lnTo>
                    <a:pt x="4032161" y="879136"/>
                  </a:lnTo>
                  <a:lnTo>
                    <a:pt x="4032255" y="879136"/>
                  </a:lnTo>
                  <a:lnTo>
                    <a:pt x="4032349" y="879136"/>
                  </a:lnTo>
                  <a:lnTo>
                    <a:pt x="4032444" y="879136"/>
                  </a:lnTo>
                  <a:lnTo>
                    <a:pt x="4032538" y="879136"/>
                  </a:lnTo>
                  <a:lnTo>
                    <a:pt x="4032632" y="879136"/>
                  </a:lnTo>
                  <a:lnTo>
                    <a:pt x="4032726" y="879136"/>
                  </a:lnTo>
                  <a:lnTo>
                    <a:pt x="4032820" y="879136"/>
                  </a:lnTo>
                  <a:lnTo>
                    <a:pt x="4032914" y="879136"/>
                  </a:lnTo>
                  <a:lnTo>
                    <a:pt x="4033009" y="879136"/>
                  </a:lnTo>
                  <a:lnTo>
                    <a:pt x="4033103" y="879136"/>
                  </a:lnTo>
                  <a:lnTo>
                    <a:pt x="4033197" y="879136"/>
                  </a:lnTo>
                  <a:lnTo>
                    <a:pt x="4033291" y="879136"/>
                  </a:lnTo>
                  <a:lnTo>
                    <a:pt x="4033385" y="879136"/>
                  </a:lnTo>
                  <a:lnTo>
                    <a:pt x="4033479" y="879136"/>
                  </a:lnTo>
                  <a:lnTo>
                    <a:pt x="4033573" y="879136"/>
                  </a:lnTo>
                  <a:lnTo>
                    <a:pt x="4033668" y="879136"/>
                  </a:lnTo>
                  <a:lnTo>
                    <a:pt x="4033762" y="879136"/>
                  </a:lnTo>
                  <a:lnTo>
                    <a:pt x="4033856" y="879136"/>
                  </a:lnTo>
                  <a:lnTo>
                    <a:pt x="4033950" y="879136"/>
                  </a:lnTo>
                  <a:lnTo>
                    <a:pt x="4034044" y="879136"/>
                  </a:lnTo>
                  <a:lnTo>
                    <a:pt x="4034138" y="879136"/>
                  </a:lnTo>
                  <a:lnTo>
                    <a:pt x="4034232" y="879136"/>
                  </a:lnTo>
                  <a:lnTo>
                    <a:pt x="4034327" y="879136"/>
                  </a:lnTo>
                  <a:lnTo>
                    <a:pt x="4034421" y="879136"/>
                  </a:lnTo>
                  <a:lnTo>
                    <a:pt x="4034515" y="879136"/>
                  </a:lnTo>
                  <a:lnTo>
                    <a:pt x="4034609" y="879136"/>
                  </a:lnTo>
                  <a:lnTo>
                    <a:pt x="4034703" y="879136"/>
                  </a:lnTo>
                  <a:lnTo>
                    <a:pt x="4034797" y="879136"/>
                  </a:lnTo>
                  <a:lnTo>
                    <a:pt x="4034892" y="879136"/>
                  </a:lnTo>
                  <a:lnTo>
                    <a:pt x="4034986" y="879136"/>
                  </a:lnTo>
                  <a:lnTo>
                    <a:pt x="4034986" y="874224"/>
                  </a:lnTo>
                  <a:lnTo>
                    <a:pt x="4035080" y="874224"/>
                  </a:lnTo>
                  <a:lnTo>
                    <a:pt x="4035174" y="874224"/>
                  </a:lnTo>
                  <a:lnTo>
                    <a:pt x="4035268" y="874224"/>
                  </a:lnTo>
                  <a:lnTo>
                    <a:pt x="4035362" y="874224"/>
                  </a:lnTo>
                  <a:lnTo>
                    <a:pt x="4035456" y="874224"/>
                  </a:lnTo>
                  <a:lnTo>
                    <a:pt x="4035551" y="874224"/>
                  </a:lnTo>
                  <a:lnTo>
                    <a:pt x="4035645" y="874224"/>
                  </a:lnTo>
                  <a:lnTo>
                    <a:pt x="4035739" y="874224"/>
                  </a:lnTo>
                  <a:lnTo>
                    <a:pt x="4035739" y="869313"/>
                  </a:lnTo>
                  <a:lnTo>
                    <a:pt x="4035833" y="869313"/>
                  </a:lnTo>
                  <a:lnTo>
                    <a:pt x="4035927" y="869313"/>
                  </a:lnTo>
                  <a:lnTo>
                    <a:pt x="4036021" y="869313"/>
                  </a:lnTo>
                  <a:lnTo>
                    <a:pt x="4036116" y="869313"/>
                  </a:lnTo>
                  <a:lnTo>
                    <a:pt x="4036210" y="869313"/>
                  </a:lnTo>
                  <a:lnTo>
                    <a:pt x="4036304" y="869313"/>
                  </a:lnTo>
                  <a:lnTo>
                    <a:pt x="4036398" y="869313"/>
                  </a:lnTo>
                  <a:lnTo>
                    <a:pt x="4036492" y="869313"/>
                  </a:lnTo>
                  <a:lnTo>
                    <a:pt x="4036586" y="869313"/>
                  </a:lnTo>
                  <a:lnTo>
                    <a:pt x="4036680" y="869313"/>
                  </a:lnTo>
                  <a:lnTo>
                    <a:pt x="4036775" y="869313"/>
                  </a:lnTo>
                  <a:lnTo>
                    <a:pt x="4036869" y="869313"/>
                  </a:lnTo>
                  <a:lnTo>
                    <a:pt x="4036963" y="869313"/>
                  </a:lnTo>
                  <a:lnTo>
                    <a:pt x="4037057" y="869313"/>
                  </a:lnTo>
                  <a:lnTo>
                    <a:pt x="4037151" y="869313"/>
                  </a:lnTo>
                  <a:lnTo>
                    <a:pt x="4037245" y="869313"/>
                  </a:lnTo>
                  <a:lnTo>
                    <a:pt x="4037340" y="869313"/>
                  </a:lnTo>
                  <a:lnTo>
                    <a:pt x="4037434" y="869313"/>
                  </a:lnTo>
                  <a:lnTo>
                    <a:pt x="4037528" y="869313"/>
                  </a:lnTo>
                  <a:lnTo>
                    <a:pt x="4037622" y="869313"/>
                  </a:lnTo>
                  <a:lnTo>
                    <a:pt x="4037716" y="869313"/>
                  </a:lnTo>
                  <a:lnTo>
                    <a:pt x="4037810" y="869313"/>
                  </a:lnTo>
                  <a:lnTo>
                    <a:pt x="4037904" y="869313"/>
                  </a:lnTo>
                  <a:lnTo>
                    <a:pt x="4037999" y="869313"/>
                  </a:lnTo>
                  <a:lnTo>
                    <a:pt x="4038093" y="869313"/>
                  </a:lnTo>
                  <a:lnTo>
                    <a:pt x="4038187" y="869313"/>
                  </a:lnTo>
                  <a:lnTo>
                    <a:pt x="4038281" y="869313"/>
                  </a:lnTo>
                  <a:lnTo>
                    <a:pt x="4038375" y="869313"/>
                  </a:lnTo>
                  <a:lnTo>
                    <a:pt x="4038469" y="869313"/>
                  </a:lnTo>
                  <a:lnTo>
                    <a:pt x="4038563" y="869313"/>
                  </a:lnTo>
                  <a:lnTo>
                    <a:pt x="4038658" y="869313"/>
                  </a:lnTo>
                  <a:lnTo>
                    <a:pt x="4038752" y="869313"/>
                  </a:lnTo>
                  <a:lnTo>
                    <a:pt x="4038846" y="869313"/>
                  </a:lnTo>
                  <a:lnTo>
                    <a:pt x="4038940" y="869313"/>
                  </a:lnTo>
                  <a:lnTo>
                    <a:pt x="4039034" y="869313"/>
                  </a:lnTo>
                  <a:lnTo>
                    <a:pt x="4039128" y="869313"/>
                  </a:lnTo>
                  <a:lnTo>
                    <a:pt x="4039223" y="869313"/>
                  </a:lnTo>
                  <a:lnTo>
                    <a:pt x="4039317" y="869313"/>
                  </a:lnTo>
                  <a:lnTo>
                    <a:pt x="4039411" y="869313"/>
                  </a:lnTo>
                  <a:lnTo>
                    <a:pt x="4039505" y="869313"/>
                  </a:lnTo>
                  <a:lnTo>
                    <a:pt x="4039599" y="869313"/>
                  </a:lnTo>
                  <a:lnTo>
                    <a:pt x="4039693" y="869313"/>
                  </a:lnTo>
                  <a:lnTo>
                    <a:pt x="4039787" y="869313"/>
                  </a:lnTo>
                  <a:lnTo>
                    <a:pt x="4039882" y="869313"/>
                  </a:lnTo>
                  <a:lnTo>
                    <a:pt x="4039976" y="869313"/>
                  </a:lnTo>
                  <a:lnTo>
                    <a:pt x="4040070" y="869313"/>
                  </a:lnTo>
                  <a:lnTo>
                    <a:pt x="4040164" y="869313"/>
                  </a:lnTo>
                  <a:lnTo>
                    <a:pt x="4040258" y="869313"/>
                  </a:lnTo>
                  <a:lnTo>
                    <a:pt x="4040352" y="869313"/>
                  </a:lnTo>
                  <a:lnTo>
                    <a:pt x="4040447" y="869313"/>
                  </a:lnTo>
                  <a:lnTo>
                    <a:pt x="4040541" y="869313"/>
                  </a:lnTo>
                  <a:lnTo>
                    <a:pt x="4040635" y="869313"/>
                  </a:lnTo>
                  <a:lnTo>
                    <a:pt x="4040729" y="869313"/>
                  </a:lnTo>
                  <a:lnTo>
                    <a:pt x="4040823" y="869313"/>
                  </a:lnTo>
                  <a:lnTo>
                    <a:pt x="4040917" y="869313"/>
                  </a:lnTo>
                  <a:lnTo>
                    <a:pt x="4041011" y="869313"/>
                  </a:lnTo>
                  <a:lnTo>
                    <a:pt x="4041106" y="869313"/>
                  </a:lnTo>
                  <a:lnTo>
                    <a:pt x="4041200" y="869313"/>
                  </a:lnTo>
                  <a:lnTo>
                    <a:pt x="4041294" y="869313"/>
                  </a:lnTo>
                  <a:lnTo>
                    <a:pt x="4041388" y="869313"/>
                  </a:lnTo>
                  <a:lnTo>
                    <a:pt x="4041482" y="869313"/>
                  </a:lnTo>
                  <a:lnTo>
                    <a:pt x="4041576" y="869313"/>
                  </a:lnTo>
                  <a:lnTo>
                    <a:pt x="4041671" y="869313"/>
                  </a:lnTo>
                  <a:lnTo>
                    <a:pt x="4041765" y="869313"/>
                  </a:lnTo>
                  <a:lnTo>
                    <a:pt x="4041859" y="869313"/>
                  </a:lnTo>
                  <a:lnTo>
                    <a:pt x="4041953" y="869313"/>
                  </a:lnTo>
                  <a:lnTo>
                    <a:pt x="4042047" y="869313"/>
                  </a:lnTo>
                  <a:lnTo>
                    <a:pt x="4042141" y="869313"/>
                  </a:lnTo>
                  <a:lnTo>
                    <a:pt x="4042235" y="869313"/>
                  </a:lnTo>
                  <a:lnTo>
                    <a:pt x="4042330" y="869313"/>
                  </a:lnTo>
                  <a:lnTo>
                    <a:pt x="4042424" y="869313"/>
                  </a:lnTo>
                  <a:lnTo>
                    <a:pt x="4042518" y="869313"/>
                  </a:lnTo>
                  <a:lnTo>
                    <a:pt x="4042612" y="869313"/>
                  </a:lnTo>
                  <a:lnTo>
                    <a:pt x="4042706" y="869313"/>
                  </a:lnTo>
                  <a:lnTo>
                    <a:pt x="4042800" y="869313"/>
                  </a:lnTo>
                  <a:lnTo>
                    <a:pt x="4042894" y="869313"/>
                  </a:lnTo>
                  <a:lnTo>
                    <a:pt x="4042989" y="869313"/>
                  </a:lnTo>
                  <a:lnTo>
                    <a:pt x="4043083" y="869313"/>
                  </a:lnTo>
                  <a:lnTo>
                    <a:pt x="4043177" y="869313"/>
                  </a:lnTo>
                  <a:lnTo>
                    <a:pt x="4043271" y="869313"/>
                  </a:lnTo>
                  <a:lnTo>
                    <a:pt x="4043365" y="869313"/>
                  </a:lnTo>
                  <a:lnTo>
                    <a:pt x="4043459" y="869313"/>
                  </a:lnTo>
                  <a:lnTo>
                    <a:pt x="4043554" y="869313"/>
                  </a:lnTo>
                  <a:lnTo>
                    <a:pt x="4043648" y="869313"/>
                  </a:lnTo>
                  <a:lnTo>
                    <a:pt x="4043742" y="869313"/>
                  </a:lnTo>
                  <a:lnTo>
                    <a:pt x="4043836" y="869313"/>
                  </a:lnTo>
                  <a:lnTo>
                    <a:pt x="4043930" y="869313"/>
                  </a:lnTo>
                  <a:lnTo>
                    <a:pt x="4044024" y="869313"/>
                  </a:lnTo>
                  <a:lnTo>
                    <a:pt x="4044118" y="869313"/>
                  </a:lnTo>
                  <a:lnTo>
                    <a:pt x="4044213" y="869313"/>
                  </a:lnTo>
                  <a:lnTo>
                    <a:pt x="4044307" y="869313"/>
                  </a:lnTo>
                  <a:lnTo>
                    <a:pt x="4044401" y="869313"/>
                  </a:lnTo>
                  <a:lnTo>
                    <a:pt x="4044495" y="869313"/>
                  </a:lnTo>
                  <a:lnTo>
                    <a:pt x="4044589" y="869313"/>
                  </a:lnTo>
                  <a:lnTo>
                    <a:pt x="4044683" y="869313"/>
                  </a:lnTo>
                  <a:lnTo>
                    <a:pt x="4044778" y="869313"/>
                  </a:lnTo>
                  <a:lnTo>
                    <a:pt x="4044872" y="869313"/>
                  </a:lnTo>
                  <a:lnTo>
                    <a:pt x="4044966" y="869313"/>
                  </a:lnTo>
                  <a:lnTo>
                    <a:pt x="4045060" y="869313"/>
                  </a:lnTo>
                  <a:lnTo>
                    <a:pt x="4045154" y="869313"/>
                  </a:lnTo>
                  <a:lnTo>
                    <a:pt x="4045248" y="869313"/>
                  </a:lnTo>
                  <a:lnTo>
                    <a:pt x="4045342" y="869313"/>
                  </a:lnTo>
                  <a:lnTo>
                    <a:pt x="4045437" y="869313"/>
                  </a:lnTo>
                  <a:lnTo>
                    <a:pt x="4045531" y="869313"/>
                  </a:lnTo>
                  <a:lnTo>
                    <a:pt x="4045625" y="869313"/>
                  </a:lnTo>
                  <a:lnTo>
                    <a:pt x="4045719" y="869313"/>
                  </a:lnTo>
                  <a:lnTo>
                    <a:pt x="4045813" y="869313"/>
                  </a:lnTo>
                  <a:lnTo>
                    <a:pt x="4045907" y="869313"/>
                  </a:lnTo>
                  <a:lnTo>
                    <a:pt x="4046002" y="869313"/>
                  </a:lnTo>
                  <a:lnTo>
                    <a:pt x="4046096" y="869313"/>
                  </a:lnTo>
                  <a:lnTo>
                    <a:pt x="4046190" y="869313"/>
                  </a:lnTo>
                  <a:lnTo>
                    <a:pt x="4046284" y="869313"/>
                  </a:lnTo>
                  <a:lnTo>
                    <a:pt x="4046378" y="869313"/>
                  </a:lnTo>
                  <a:lnTo>
                    <a:pt x="4046472" y="869313"/>
                  </a:lnTo>
                  <a:lnTo>
                    <a:pt x="4046566" y="869313"/>
                  </a:lnTo>
                  <a:lnTo>
                    <a:pt x="4046661" y="869313"/>
                  </a:lnTo>
                  <a:lnTo>
                    <a:pt x="4046755" y="869313"/>
                  </a:lnTo>
                  <a:lnTo>
                    <a:pt x="4046849" y="869313"/>
                  </a:lnTo>
                  <a:lnTo>
                    <a:pt x="4046943" y="869313"/>
                  </a:lnTo>
                  <a:lnTo>
                    <a:pt x="4047037" y="869313"/>
                  </a:lnTo>
                  <a:lnTo>
                    <a:pt x="4047131" y="869313"/>
                  </a:lnTo>
                  <a:lnTo>
                    <a:pt x="4047225" y="869313"/>
                  </a:lnTo>
                  <a:lnTo>
                    <a:pt x="4047320" y="869313"/>
                  </a:lnTo>
                  <a:lnTo>
                    <a:pt x="4047414" y="869313"/>
                  </a:lnTo>
                  <a:lnTo>
                    <a:pt x="4047508" y="869313"/>
                  </a:lnTo>
                  <a:lnTo>
                    <a:pt x="4047602" y="869313"/>
                  </a:lnTo>
                  <a:lnTo>
                    <a:pt x="4047696" y="869313"/>
                  </a:lnTo>
                  <a:lnTo>
                    <a:pt x="4047696" y="864401"/>
                  </a:lnTo>
                  <a:lnTo>
                    <a:pt x="4047790" y="864401"/>
                  </a:lnTo>
                  <a:lnTo>
                    <a:pt x="4047885" y="864401"/>
                  </a:lnTo>
                  <a:lnTo>
                    <a:pt x="4047979" y="864401"/>
                  </a:lnTo>
                  <a:lnTo>
                    <a:pt x="4048073" y="864401"/>
                  </a:lnTo>
                  <a:lnTo>
                    <a:pt x="4048167" y="864401"/>
                  </a:lnTo>
                  <a:lnTo>
                    <a:pt x="4048261" y="864401"/>
                  </a:lnTo>
                  <a:lnTo>
                    <a:pt x="4048355" y="864401"/>
                  </a:lnTo>
                  <a:lnTo>
                    <a:pt x="4048449" y="864401"/>
                  </a:lnTo>
                  <a:lnTo>
                    <a:pt x="4048544" y="864401"/>
                  </a:lnTo>
                  <a:lnTo>
                    <a:pt x="4048638" y="864401"/>
                  </a:lnTo>
                  <a:lnTo>
                    <a:pt x="4048732" y="864401"/>
                  </a:lnTo>
                  <a:lnTo>
                    <a:pt x="4048826" y="864401"/>
                  </a:lnTo>
                  <a:lnTo>
                    <a:pt x="4048920" y="864401"/>
                  </a:lnTo>
                  <a:lnTo>
                    <a:pt x="4049014" y="864401"/>
                  </a:lnTo>
                  <a:lnTo>
                    <a:pt x="4049109" y="864401"/>
                  </a:lnTo>
                  <a:lnTo>
                    <a:pt x="4049203" y="864401"/>
                  </a:lnTo>
                  <a:lnTo>
                    <a:pt x="4049297" y="864401"/>
                  </a:lnTo>
                  <a:lnTo>
                    <a:pt x="4049391" y="864401"/>
                  </a:lnTo>
                  <a:lnTo>
                    <a:pt x="4049485" y="864401"/>
                  </a:lnTo>
                  <a:lnTo>
                    <a:pt x="4049579" y="864401"/>
                  </a:lnTo>
                  <a:lnTo>
                    <a:pt x="4049673" y="864401"/>
                  </a:lnTo>
                  <a:lnTo>
                    <a:pt x="4049768" y="864401"/>
                  </a:lnTo>
                  <a:lnTo>
                    <a:pt x="4049862" y="864401"/>
                  </a:lnTo>
                  <a:lnTo>
                    <a:pt x="4049956" y="864401"/>
                  </a:lnTo>
                  <a:lnTo>
                    <a:pt x="4050050" y="864401"/>
                  </a:lnTo>
                  <a:lnTo>
                    <a:pt x="4050144" y="864401"/>
                  </a:lnTo>
                  <a:lnTo>
                    <a:pt x="4050238" y="864401"/>
                  </a:lnTo>
                  <a:lnTo>
                    <a:pt x="4050333" y="864401"/>
                  </a:lnTo>
                  <a:lnTo>
                    <a:pt x="4050427" y="864401"/>
                  </a:lnTo>
                  <a:lnTo>
                    <a:pt x="4050521" y="864401"/>
                  </a:lnTo>
                  <a:lnTo>
                    <a:pt x="4050615" y="864401"/>
                  </a:lnTo>
                  <a:lnTo>
                    <a:pt x="4050709" y="864401"/>
                  </a:lnTo>
                  <a:lnTo>
                    <a:pt x="4050803" y="864401"/>
                  </a:lnTo>
                  <a:lnTo>
                    <a:pt x="4050897" y="864401"/>
                  </a:lnTo>
                  <a:lnTo>
                    <a:pt x="4050992" y="864401"/>
                  </a:lnTo>
                  <a:lnTo>
                    <a:pt x="4051086" y="864401"/>
                  </a:lnTo>
                  <a:lnTo>
                    <a:pt x="4051180" y="864401"/>
                  </a:lnTo>
                  <a:lnTo>
                    <a:pt x="4051274" y="864401"/>
                  </a:lnTo>
                  <a:lnTo>
                    <a:pt x="4051368" y="864401"/>
                  </a:lnTo>
                  <a:lnTo>
                    <a:pt x="4051462" y="864401"/>
                  </a:lnTo>
                  <a:lnTo>
                    <a:pt x="4051556" y="864401"/>
                  </a:lnTo>
                  <a:lnTo>
                    <a:pt x="4051651" y="864401"/>
                  </a:lnTo>
                  <a:lnTo>
                    <a:pt x="4051651" y="859490"/>
                  </a:lnTo>
                  <a:lnTo>
                    <a:pt x="4051651" y="854579"/>
                  </a:lnTo>
                  <a:lnTo>
                    <a:pt x="4051745" y="854579"/>
                  </a:lnTo>
                  <a:lnTo>
                    <a:pt x="4051839" y="854579"/>
                  </a:lnTo>
                  <a:lnTo>
                    <a:pt x="4051933" y="854579"/>
                  </a:lnTo>
                  <a:lnTo>
                    <a:pt x="4052027" y="854579"/>
                  </a:lnTo>
                  <a:lnTo>
                    <a:pt x="4052121" y="854579"/>
                  </a:lnTo>
                  <a:lnTo>
                    <a:pt x="4052216" y="854579"/>
                  </a:lnTo>
                  <a:lnTo>
                    <a:pt x="4052310" y="854579"/>
                  </a:lnTo>
                  <a:lnTo>
                    <a:pt x="4052404" y="854579"/>
                  </a:lnTo>
                  <a:lnTo>
                    <a:pt x="4052498" y="854579"/>
                  </a:lnTo>
                  <a:lnTo>
                    <a:pt x="4052592" y="854579"/>
                  </a:lnTo>
                  <a:lnTo>
                    <a:pt x="4052686" y="854579"/>
                  </a:lnTo>
                  <a:lnTo>
                    <a:pt x="4052780" y="854579"/>
                  </a:lnTo>
                  <a:lnTo>
                    <a:pt x="4052875" y="854579"/>
                  </a:lnTo>
                  <a:lnTo>
                    <a:pt x="4052969" y="854579"/>
                  </a:lnTo>
                  <a:lnTo>
                    <a:pt x="4053063" y="854579"/>
                  </a:lnTo>
                  <a:lnTo>
                    <a:pt x="4053157" y="854579"/>
                  </a:lnTo>
                  <a:lnTo>
                    <a:pt x="4053251" y="854579"/>
                  </a:lnTo>
                  <a:lnTo>
                    <a:pt x="4053345" y="854579"/>
                  </a:lnTo>
                  <a:lnTo>
                    <a:pt x="4053440" y="854579"/>
                  </a:lnTo>
                  <a:lnTo>
                    <a:pt x="4053534" y="854579"/>
                  </a:lnTo>
                  <a:lnTo>
                    <a:pt x="4053628" y="854579"/>
                  </a:lnTo>
                  <a:lnTo>
                    <a:pt x="4053722" y="854579"/>
                  </a:lnTo>
                  <a:lnTo>
                    <a:pt x="4053816" y="854579"/>
                  </a:lnTo>
                  <a:lnTo>
                    <a:pt x="4053910" y="854579"/>
                  </a:lnTo>
                  <a:lnTo>
                    <a:pt x="4054004" y="854579"/>
                  </a:lnTo>
                  <a:lnTo>
                    <a:pt x="4054099" y="854579"/>
                  </a:lnTo>
                  <a:lnTo>
                    <a:pt x="4054193" y="854579"/>
                  </a:lnTo>
                  <a:lnTo>
                    <a:pt x="4054287" y="854579"/>
                  </a:lnTo>
                  <a:lnTo>
                    <a:pt x="4054381" y="854579"/>
                  </a:lnTo>
                  <a:lnTo>
                    <a:pt x="4054475" y="854579"/>
                  </a:lnTo>
                  <a:lnTo>
                    <a:pt x="4054569" y="854579"/>
                  </a:lnTo>
                  <a:lnTo>
                    <a:pt x="4054664" y="854579"/>
                  </a:lnTo>
                  <a:lnTo>
                    <a:pt x="4054758" y="854579"/>
                  </a:lnTo>
                  <a:lnTo>
                    <a:pt x="4054852" y="854579"/>
                  </a:lnTo>
                  <a:lnTo>
                    <a:pt x="4054946" y="854579"/>
                  </a:lnTo>
                  <a:lnTo>
                    <a:pt x="4055040" y="854579"/>
                  </a:lnTo>
                  <a:lnTo>
                    <a:pt x="4055040" y="849667"/>
                  </a:lnTo>
                  <a:lnTo>
                    <a:pt x="4055134" y="849667"/>
                  </a:lnTo>
                  <a:lnTo>
                    <a:pt x="4055228" y="849667"/>
                  </a:lnTo>
                  <a:lnTo>
                    <a:pt x="4055228" y="844756"/>
                  </a:lnTo>
                  <a:lnTo>
                    <a:pt x="4055323" y="844756"/>
                  </a:lnTo>
                  <a:lnTo>
                    <a:pt x="4055417" y="844756"/>
                  </a:lnTo>
                  <a:lnTo>
                    <a:pt x="4055511" y="844756"/>
                  </a:lnTo>
                  <a:lnTo>
                    <a:pt x="4055605" y="844756"/>
                  </a:lnTo>
                  <a:lnTo>
                    <a:pt x="4055699" y="844756"/>
                  </a:lnTo>
                  <a:lnTo>
                    <a:pt x="4055793" y="844756"/>
                  </a:lnTo>
                  <a:lnTo>
                    <a:pt x="4055888" y="844756"/>
                  </a:lnTo>
                  <a:lnTo>
                    <a:pt x="4055982" y="844756"/>
                  </a:lnTo>
                  <a:lnTo>
                    <a:pt x="4056076" y="844756"/>
                  </a:lnTo>
                  <a:lnTo>
                    <a:pt x="4056170" y="844756"/>
                  </a:lnTo>
                  <a:lnTo>
                    <a:pt x="4056264" y="844756"/>
                  </a:lnTo>
                  <a:lnTo>
                    <a:pt x="4056358" y="844756"/>
                  </a:lnTo>
                  <a:lnTo>
                    <a:pt x="4056452" y="844756"/>
                  </a:lnTo>
                  <a:lnTo>
                    <a:pt x="4056547" y="844756"/>
                  </a:lnTo>
                  <a:lnTo>
                    <a:pt x="4056641" y="844756"/>
                  </a:lnTo>
                  <a:lnTo>
                    <a:pt x="4056735" y="844756"/>
                  </a:lnTo>
                  <a:lnTo>
                    <a:pt x="4056829" y="844756"/>
                  </a:lnTo>
                  <a:lnTo>
                    <a:pt x="4056923" y="844756"/>
                  </a:lnTo>
                  <a:lnTo>
                    <a:pt x="4057017" y="844756"/>
                  </a:lnTo>
                  <a:lnTo>
                    <a:pt x="4057111" y="844756"/>
                  </a:lnTo>
                  <a:lnTo>
                    <a:pt x="4057206" y="844756"/>
                  </a:lnTo>
                  <a:lnTo>
                    <a:pt x="4057300" y="844756"/>
                  </a:lnTo>
                  <a:lnTo>
                    <a:pt x="4057394" y="844756"/>
                  </a:lnTo>
                  <a:lnTo>
                    <a:pt x="4057488" y="844756"/>
                  </a:lnTo>
                  <a:lnTo>
                    <a:pt x="4057582" y="844756"/>
                  </a:lnTo>
                  <a:lnTo>
                    <a:pt x="4057676" y="844756"/>
                  </a:lnTo>
                  <a:lnTo>
                    <a:pt x="4057771" y="844756"/>
                  </a:lnTo>
                  <a:lnTo>
                    <a:pt x="4057865" y="844756"/>
                  </a:lnTo>
                  <a:lnTo>
                    <a:pt x="4057959" y="844756"/>
                  </a:lnTo>
                  <a:lnTo>
                    <a:pt x="4058053" y="844756"/>
                  </a:lnTo>
                  <a:lnTo>
                    <a:pt x="4058147" y="844756"/>
                  </a:lnTo>
                  <a:lnTo>
                    <a:pt x="4058241" y="844756"/>
                  </a:lnTo>
                  <a:lnTo>
                    <a:pt x="4058335" y="844756"/>
                  </a:lnTo>
                  <a:lnTo>
                    <a:pt x="4058430" y="844756"/>
                  </a:lnTo>
                  <a:lnTo>
                    <a:pt x="4058524" y="844756"/>
                  </a:lnTo>
                  <a:lnTo>
                    <a:pt x="4058618" y="844756"/>
                  </a:lnTo>
                  <a:lnTo>
                    <a:pt x="4058712" y="844756"/>
                  </a:lnTo>
                  <a:lnTo>
                    <a:pt x="4058806" y="844756"/>
                  </a:lnTo>
                  <a:lnTo>
                    <a:pt x="4058900" y="844756"/>
                  </a:lnTo>
                  <a:lnTo>
                    <a:pt x="4058995" y="844756"/>
                  </a:lnTo>
                  <a:lnTo>
                    <a:pt x="4059089" y="844756"/>
                  </a:lnTo>
                  <a:lnTo>
                    <a:pt x="4059183" y="844756"/>
                  </a:lnTo>
                  <a:lnTo>
                    <a:pt x="4059277" y="844756"/>
                  </a:lnTo>
                  <a:lnTo>
                    <a:pt x="4059371" y="844756"/>
                  </a:lnTo>
                  <a:lnTo>
                    <a:pt x="4059465" y="844756"/>
                  </a:lnTo>
                  <a:lnTo>
                    <a:pt x="4059559" y="844756"/>
                  </a:lnTo>
                  <a:lnTo>
                    <a:pt x="4059654" y="844756"/>
                  </a:lnTo>
                  <a:lnTo>
                    <a:pt x="4059748" y="844756"/>
                  </a:lnTo>
                  <a:lnTo>
                    <a:pt x="4059842" y="844756"/>
                  </a:lnTo>
                  <a:lnTo>
                    <a:pt x="4059936" y="844756"/>
                  </a:lnTo>
                  <a:lnTo>
                    <a:pt x="4060030" y="844756"/>
                  </a:lnTo>
                  <a:lnTo>
                    <a:pt x="4060124" y="844756"/>
                  </a:lnTo>
                  <a:lnTo>
                    <a:pt x="4060219" y="844756"/>
                  </a:lnTo>
                  <a:lnTo>
                    <a:pt x="4060313" y="844756"/>
                  </a:lnTo>
                  <a:lnTo>
                    <a:pt x="4060407" y="844756"/>
                  </a:lnTo>
                  <a:lnTo>
                    <a:pt x="4060501" y="844756"/>
                  </a:lnTo>
                  <a:lnTo>
                    <a:pt x="4060595" y="844756"/>
                  </a:lnTo>
                  <a:lnTo>
                    <a:pt x="4060689" y="844756"/>
                  </a:lnTo>
                  <a:lnTo>
                    <a:pt x="4060783" y="844756"/>
                  </a:lnTo>
                  <a:lnTo>
                    <a:pt x="4060878" y="844756"/>
                  </a:lnTo>
                  <a:lnTo>
                    <a:pt x="4060972" y="844756"/>
                  </a:lnTo>
                  <a:lnTo>
                    <a:pt x="4061066" y="844756"/>
                  </a:lnTo>
                  <a:lnTo>
                    <a:pt x="4061160" y="844756"/>
                  </a:lnTo>
                  <a:lnTo>
                    <a:pt x="4061254" y="844756"/>
                  </a:lnTo>
                  <a:lnTo>
                    <a:pt x="4061348" y="844756"/>
                  </a:lnTo>
                  <a:lnTo>
                    <a:pt x="4061348" y="839845"/>
                  </a:lnTo>
                  <a:lnTo>
                    <a:pt x="4061442" y="839845"/>
                  </a:lnTo>
                  <a:lnTo>
                    <a:pt x="4061537" y="839845"/>
                  </a:lnTo>
                  <a:lnTo>
                    <a:pt x="4061631" y="839845"/>
                  </a:lnTo>
                  <a:lnTo>
                    <a:pt x="4061725" y="839845"/>
                  </a:lnTo>
                  <a:lnTo>
                    <a:pt x="4061819" y="839845"/>
                  </a:lnTo>
                  <a:lnTo>
                    <a:pt x="4061913" y="839845"/>
                  </a:lnTo>
                  <a:lnTo>
                    <a:pt x="4062007" y="839845"/>
                  </a:lnTo>
                  <a:lnTo>
                    <a:pt x="4062102" y="839845"/>
                  </a:lnTo>
                  <a:lnTo>
                    <a:pt x="4062196" y="839845"/>
                  </a:lnTo>
                  <a:lnTo>
                    <a:pt x="4062290" y="839845"/>
                  </a:lnTo>
                  <a:lnTo>
                    <a:pt x="4062384" y="839845"/>
                  </a:lnTo>
                  <a:lnTo>
                    <a:pt x="4062478" y="839845"/>
                  </a:lnTo>
                  <a:lnTo>
                    <a:pt x="4062572" y="839845"/>
                  </a:lnTo>
                  <a:lnTo>
                    <a:pt x="4062666" y="839845"/>
                  </a:lnTo>
                  <a:lnTo>
                    <a:pt x="4062761" y="839845"/>
                  </a:lnTo>
                  <a:lnTo>
                    <a:pt x="4062855" y="839845"/>
                  </a:lnTo>
                  <a:lnTo>
                    <a:pt x="4062949" y="839845"/>
                  </a:lnTo>
                  <a:lnTo>
                    <a:pt x="4063043" y="839845"/>
                  </a:lnTo>
                  <a:lnTo>
                    <a:pt x="4063137" y="839845"/>
                  </a:lnTo>
                  <a:lnTo>
                    <a:pt x="4063231" y="839845"/>
                  </a:lnTo>
                  <a:lnTo>
                    <a:pt x="4063326" y="839845"/>
                  </a:lnTo>
                  <a:lnTo>
                    <a:pt x="4063420" y="839845"/>
                  </a:lnTo>
                  <a:lnTo>
                    <a:pt x="4063514" y="839845"/>
                  </a:lnTo>
                  <a:lnTo>
                    <a:pt x="4063608" y="839845"/>
                  </a:lnTo>
                  <a:lnTo>
                    <a:pt x="4063702" y="839845"/>
                  </a:lnTo>
                  <a:lnTo>
                    <a:pt x="4063796" y="839845"/>
                  </a:lnTo>
                  <a:lnTo>
                    <a:pt x="4063890" y="839845"/>
                  </a:lnTo>
                  <a:lnTo>
                    <a:pt x="4063985" y="839845"/>
                  </a:lnTo>
                  <a:lnTo>
                    <a:pt x="4063985" y="834933"/>
                  </a:lnTo>
                  <a:lnTo>
                    <a:pt x="4064079" y="834933"/>
                  </a:lnTo>
                  <a:lnTo>
                    <a:pt x="4064173" y="834933"/>
                  </a:lnTo>
                  <a:lnTo>
                    <a:pt x="4064267" y="834933"/>
                  </a:lnTo>
                  <a:lnTo>
                    <a:pt x="4064361" y="834933"/>
                  </a:lnTo>
                  <a:lnTo>
                    <a:pt x="4064455" y="834933"/>
                  </a:lnTo>
                  <a:lnTo>
                    <a:pt x="4064550" y="834933"/>
                  </a:lnTo>
                  <a:lnTo>
                    <a:pt x="4064644" y="834933"/>
                  </a:lnTo>
                  <a:lnTo>
                    <a:pt x="4064738" y="834933"/>
                  </a:lnTo>
                  <a:lnTo>
                    <a:pt x="4064832" y="834933"/>
                  </a:lnTo>
                  <a:lnTo>
                    <a:pt x="4064926" y="834933"/>
                  </a:lnTo>
                  <a:lnTo>
                    <a:pt x="4065020" y="834933"/>
                  </a:lnTo>
                  <a:lnTo>
                    <a:pt x="4065114" y="834933"/>
                  </a:lnTo>
                  <a:lnTo>
                    <a:pt x="4065209" y="834933"/>
                  </a:lnTo>
                  <a:lnTo>
                    <a:pt x="4065303" y="834933"/>
                  </a:lnTo>
                  <a:lnTo>
                    <a:pt x="4065397" y="834933"/>
                  </a:lnTo>
                  <a:lnTo>
                    <a:pt x="4065491" y="834933"/>
                  </a:lnTo>
                  <a:lnTo>
                    <a:pt x="4065585" y="834933"/>
                  </a:lnTo>
                  <a:lnTo>
                    <a:pt x="4065679" y="834933"/>
                  </a:lnTo>
                  <a:lnTo>
                    <a:pt x="4065773" y="834933"/>
                  </a:lnTo>
                  <a:lnTo>
                    <a:pt x="4065868" y="834933"/>
                  </a:lnTo>
                  <a:lnTo>
                    <a:pt x="4065962" y="834933"/>
                  </a:lnTo>
                  <a:lnTo>
                    <a:pt x="4066056" y="834933"/>
                  </a:lnTo>
                  <a:lnTo>
                    <a:pt x="4066150" y="834933"/>
                  </a:lnTo>
                  <a:lnTo>
                    <a:pt x="4066244" y="834933"/>
                  </a:lnTo>
                  <a:lnTo>
                    <a:pt x="4066338" y="834933"/>
                  </a:lnTo>
                  <a:lnTo>
                    <a:pt x="4066433" y="834933"/>
                  </a:lnTo>
                  <a:lnTo>
                    <a:pt x="4066527" y="834933"/>
                  </a:lnTo>
                  <a:lnTo>
                    <a:pt x="4066621" y="834933"/>
                  </a:lnTo>
                  <a:lnTo>
                    <a:pt x="4066715" y="834933"/>
                  </a:lnTo>
                  <a:lnTo>
                    <a:pt x="4066809" y="834933"/>
                  </a:lnTo>
                  <a:lnTo>
                    <a:pt x="4066903" y="834933"/>
                  </a:lnTo>
                  <a:lnTo>
                    <a:pt x="4066997" y="834933"/>
                  </a:lnTo>
                  <a:lnTo>
                    <a:pt x="4067092" y="834933"/>
                  </a:lnTo>
                  <a:lnTo>
                    <a:pt x="4067186" y="834933"/>
                  </a:lnTo>
                  <a:lnTo>
                    <a:pt x="4067280" y="834933"/>
                  </a:lnTo>
                  <a:lnTo>
                    <a:pt x="4067374" y="834933"/>
                  </a:lnTo>
                  <a:lnTo>
                    <a:pt x="4067468" y="834933"/>
                  </a:lnTo>
                  <a:lnTo>
                    <a:pt x="4067562" y="834933"/>
                  </a:lnTo>
                  <a:lnTo>
                    <a:pt x="4067657" y="834933"/>
                  </a:lnTo>
                  <a:lnTo>
                    <a:pt x="4067751" y="834933"/>
                  </a:lnTo>
                  <a:lnTo>
                    <a:pt x="4067845" y="834933"/>
                  </a:lnTo>
                  <a:lnTo>
                    <a:pt x="4067939" y="834933"/>
                  </a:lnTo>
                  <a:lnTo>
                    <a:pt x="4068033" y="834933"/>
                  </a:lnTo>
                  <a:lnTo>
                    <a:pt x="4068127" y="834933"/>
                  </a:lnTo>
                  <a:lnTo>
                    <a:pt x="4068221" y="834933"/>
                  </a:lnTo>
                  <a:lnTo>
                    <a:pt x="4068316" y="834933"/>
                  </a:lnTo>
                  <a:lnTo>
                    <a:pt x="4068410" y="834933"/>
                  </a:lnTo>
                  <a:lnTo>
                    <a:pt x="4068504" y="834933"/>
                  </a:lnTo>
                  <a:lnTo>
                    <a:pt x="4068598" y="834933"/>
                  </a:lnTo>
                  <a:lnTo>
                    <a:pt x="4068692" y="834933"/>
                  </a:lnTo>
                  <a:lnTo>
                    <a:pt x="4068786" y="834933"/>
                  </a:lnTo>
                  <a:lnTo>
                    <a:pt x="4068881" y="834933"/>
                  </a:lnTo>
                  <a:lnTo>
                    <a:pt x="4068975" y="834933"/>
                  </a:lnTo>
                  <a:lnTo>
                    <a:pt x="4069069" y="834933"/>
                  </a:lnTo>
                  <a:lnTo>
                    <a:pt x="4069163" y="834933"/>
                  </a:lnTo>
                  <a:lnTo>
                    <a:pt x="4069257" y="834933"/>
                  </a:lnTo>
                  <a:lnTo>
                    <a:pt x="4069351" y="834933"/>
                  </a:lnTo>
                  <a:lnTo>
                    <a:pt x="4069445" y="834933"/>
                  </a:lnTo>
                  <a:lnTo>
                    <a:pt x="4069540" y="834933"/>
                  </a:lnTo>
                  <a:lnTo>
                    <a:pt x="4069634" y="834933"/>
                  </a:lnTo>
                  <a:lnTo>
                    <a:pt x="4069728" y="834933"/>
                  </a:lnTo>
                  <a:lnTo>
                    <a:pt x="4069822" y="834933"/>
                  </a:lnTo>
                  <a:lnTo>
                    <a:pt x="4069916" y="834933"/>
                  </a:lnTo>
                  <a:lnTo>
                    <a:pt x="4070010" y="834933"/>
                  </a:lnTo>
                  <a:lnTo>
                    <a:pt x="4070104" y="834933"/>
                  </a:lnTo>
                  <a:lnTo>
                    <a:pt x="4070199" y="834933"/>
                  </a:lnTo>
                  <a:lnTo>
                    <a:pt x="4070293" y="834933"/>
                  </a:lnTo>
                  <a:lnTo>
                    <a:pt x="4070387" y="834933"/>
                  </a:lnTo>
                  <a:lnTo>
                    <a:pt x="4070481" y="834933"/>
                  </a:lnTo>
                  <a:lnTo>
                    <a:pt x="4070575" y="834933"/>
                  </a:lnTo>
                  <a:lnTo>
                    <a:pt x="4070669" y="834933"/>
                  </a:lnTo>
                  <a:lnTo>
                    <a:pt x="4070764" y="834933"/>
                  </a:lnTo>
                  <a:lnTo>
                    <a:pt x="4070858" y="834933"/>
                  </a:lnTo>
                  <a:lnTo>
                    <a:pt x="4070952" y="834933"/>
                  </a:lnTo>
                  <a:lnTo>
                    <a:pt x="4071046" y="834933"/>
                  </a:lnTo>
                  <a:lnTo>
                    <a:pt x="4071140" y="834933"/>
                  </a:lnTo>
                  <a:lnTo>
                    <a:pt x="4071234" y="834933"/>
                  </a:lnTo>
                  <a:lnTo>
                    <a:pt x="4071328" y="834933"/>
                  </a:lnTo>
                  <a:lnTo>
                    <a:pt x="4071423" y="834933"/>
                  </a:lnTo>
                  <a:lnTo>
                    <a:pt x="4071517" y="834933"/>
                  </a:lnTo>
                  <a:lnTo>
                    <a:pt x="4071611" y="834933"/>
                  </a:lnTo>
                  <a:lnTo>
                    <a:pt x="4071705" y="834933"/>
                  </a:lnTo>
                  <a:lnTo>
                    <a:pt x="4071799" y="834933"/>
                  </a:lnTo>
                  <a:lnTo>
                    <a:pt x="4071893" y="834933"/>
                  </a:lnTo>
                  <a:lnTo>
                    <a:pt x="4071988" y="834933"/>
                  </a:lnTo>
                  <a:lnTo>
                    <a:pt x="4072082" y="834933"/>
                  </a:lnTo>
                  <a:lnTo>
                    <a:pt x="4072176" y="834933"/>
                  </a:lnTo>
                  <a:lnTo>
                    <a:pt x="4072270" y="834933"/>
                  </a:lnTo>
                  <a:lnTo>
                    <a:pt x="4072364" y="834933"/>
                  </a:lnTo>
                  <a:lnTo>
                    <a:pt x="4072458" y="834933"/>
                  </a:lnTo>
                  <a:lnTo>
                    <a:pt x="4072552" y="834933"/>
                  </a:lnTo>
                  <a:lnTo>
                    <a:pt x="4072647" y="834933"/>
                  </a:lnTo>
                  <a:lnTo>
                    <a:pt x="4072741" y="834933"/>
                  </a:lnTo>
                  <a:lnTo>
                    <a:pt x="4072835" y="834933"/>
                  </a:lnTo>
                  <a:lnTo>
                    <a:pt x="4072929" y="834933"/>
                  </a:lnTo>
                  <a:lnTo>
                    <a:pt x="4073023" y="834933"/>
                  </a:lnTo>
                  <a:lnTo>
                    <a:pt x="4073117" y="834933"/>
                  </a:lnTo>
                  <a:lnTo>
                    <a:pt x="4073117" y="830022"/>
                  </a:lnTo>
                  <a:lnTo>
                    <a:pt x="4073212" y="830022"/>
                  </a:lnTo>
                  <a:lnTo>
                    <a:pt x="4073306" y="830022"/>
                  </a:lnTo>
                  <a:lnTo>
                    <a:pt x="4073400" y="830022"/>
                  </a:lnTo>
                  <a:lnTo>
                    <a:pt x="4073494" y="830022"/>
                  </a:lnTo>
                  <a:lnTo>
                    <a:pt x="4073588" y="830022"/>
                  </a:lnTo>
                  <a:lnTo>
                    <a:pt x="4073682" y="830022"/>
                  </a:lnTo>
                  <a:lnTo>
                    <a:pt x="4073776" y="830022"/>
                  </a:lnTo>
                  <a:lnTo>
                    <a:pt x="4073871" y="830022"/>
                  </a:lnTo>
                  <a:lnTo>
                    <a:pt x="4073965" y="830022"/>
                  </a:lnTo>
                  <a:lnTo>
                    <a:pt x="4074059" y="830022"/>
                  </a:lnTo>
                  <a:lnTo>
                    <a:pt x="4074153" y="830022"/>
                  </a:lnTo>
                  <a:lnTo>
                    <a:pt x="4074247" y="830022"/>
                  </a:lnTo>
                  <a:lnTo>
                    <a:pt x="4074341" y="830022"/>
                  </a:lnTo>
                  <a:lnTo>
                    <a:pt x="4074435" y="830022"/>
                  </a:lnTo>
                  <a:lnTo>
                    <a:pt x="4074530" y="830022"/>
                  </a:lnTo>
                  <a:lnTo>
                    <a:pt x="4074624" y="830022"/>
                  </a:lnTo>
                  <a:lnTo>
                    <a:pt x="4074718" y="830022"/>
                  </a:lnTo>
                  <a:lnTo>
                    <a:pt x="4074812" y="830022"/>
                  </a:lnTo>
                  <a:lnTo>
                    <a:pt x="4074906" y="830022"/>
                  </a:lnTo>
                  <a:lnTo>
                    <a:pt x="4075000" y="830022"/>
                  </a:lnTo>
                  <a:lnTo>
                    <a:pt x="4075095" y="830022"/>
                  </a:lnTo>
                  <a:lnTo>
                    <a:pt x="4075189" y="830022"/>
                  </a:lnTo>
                  <a:lnTo>
                    <a:pt x="4075283" y="830022"/>
                  </a:lnTo>
                  <a:lnTo>
                    <a:pt x="4075377" y="830022"/>
                  </a:lnTo>
                  <a:lnTo>
                    <a:pt x="4075471" y="830022"/>
                  </a:lnTo>
                  <a:lnTo>
                    <a:pt x="4075565" y="830022"/>
                  </a:lnTo>
                  <a:lnTo>
                    <a:pt x="4075659" y="830022"/>
                  </a:lnTo>
                  <a:lnTo>
                    <a:pt x="4075754" y="830022"/>
                  </a:lnTo>
                  <a:lnTo>
                    <a:pt x="4075848" y="830022"/>
                  </a:lnTo>
                  <a:lnTo>
                    <a:pt x="4075942" y="830022"/>
                  </a:lnTo>
                  <a:lnTo>
                    <a:pt x="4076036" y="830022"/>
                  </a:lnTo>
                  <a:lnTo>
                    <a:pt x="4076130" y="830022"/>
                  </a:lnTo>
                  <a:lnTo>
                    <a:pt x="4076224" y="830022"/>
                  </a:lnTo>
                  <a:lnTo>
                    <a:pt x="4076319" y="830022"/>
                  </a:lnTo>
                  <a:lnTo>
                    <a:pt x="4076413" y="830022"/>
                  </a:lnTo>
                  <a:lnTo>
                    <a:pt x="4076507" y="830022"/>
                  </a:lnTo>
                  <a:lnTo>
                    <a:pt x="4076601" y="830022"/>
                  </a:lnTo>
                  <a:lnTo>
                    <a:pt x="4076695" y="830022"/>
                  </a:lnTo>
                  <a:lnTo>
                    <a:pt x="4076789" y="830022"/>
                  </a:lnTo>
                  <a:lnTo>
                    <a:pt x="4076883" y="830022"/>
                  </a:lnTo>
                  <a:lnTo>
                    <a:pt x="4076978" y="830022"/>
                  </a:lnTo>
                  <a:lnTo>
                    <a:pt x="4077072" y="830022"/>
                  </a:lnTo>
                  <a:lnTo>
                    <a:pt x="4077166" y="830022"/>
                  </a:lnTo>
                  <a:lnTo>
                    <a:pt x="4077260" y="830022"/>
                  </a:lnTo>
                  <a:lnTo>
                    <a:pt x="4077354" y="830022"/>
                  </a:lnTo>
                  <a:lnTo>
                    <a:pt x="4077448" y="830022"/>
                  </a:lnTo>
                  <a:lnTo>
                    <a:pt x="4077543" y="830022"/>
                  </a:lnTo>
                  <a:lnTo>
                    <a:pt x="4077637" y="830022"/>
                  </a:lnTo>
                  <a:lnTo>
                    <a:pt x="4077731" y="830022"/>
                  </a:lnTo>
                  <a:lnTo>
                    <a:pt x="4077825" y="830022"/>
                  </a:lnTo>
                  <a:lnTo>
                    <a:pt x="4077919" y="830022"/>
                  </a:lnTo>
                  <a:lnTo>
                    <a:pt x="4078013" y="830022"/>
                  </a:lnTo>
                  <a:lnTo>
                    <a:pt x="4078107" y="830022"/>
                  </a:lnTo>
                  <a:lnTo>
                    <a:pt x="4078202" y="830022"/>
                  </a:lnTo>
                  <a:lnTo>
                    <a:pt x="4078296" y="830022"/>
                  </a:lnTo>
                  <a:lnTo>
                    <a:pt x="4078390" y="830022"/>
                  </a:lnTo>
                  <a:lnTo>
                    <a:pt x="4078484" y="830022"/>
                  </a:lnTo>
                  <a:lnTo>
                    <a:pt x="4078578" y="830022"/>
                  </a:lnTo>
                  <a:lnTo>
                    <a:pt x="4078672" y="830022"/>
                  </a:lnTo>
                  <a:lnTo>
                    <a:pt x="4078766" y="830022"/>
                  </a:lnTo>
                  <a:lnTo>
                    <a:pt x="4078861" y="830022"/>
                  </a:lnTo>
                  <a:lnTo>
                    <a:pt x="4078955" y="830022"/>
                  </a:lnTo>
                  <a:lnTo>
                    <a:pt x="4079049" y="830022"/>
                  </a:lnTo>
                  <a:lnTo>
                    <a:pt x="4079143" y="830022"/>
                  </a:lnTo>
                  <a:lnTo>
                    <a:pt x="4079237" y="830022"/>
                  </a:lnTo>
                  <a:lnTo>
                    <a:pt x="4079331" y="830022"/>
                  </a:lnTo>
                  <a:lnTo>
                    <a:pt x="4079426" y="830022"/>
                  </a:lnTo>
                  <a:lnTo>
                    <a:pt x="4079520" y="830022"/>
                  </a:lnTo>
                  <a:lnTo>
                    <a:pt x="4079614" y="830022"/>
                  </a:lnTo>
                  <a:lnTo>
                    <a:pt x="4079708" y="830022"/>
                  </a:lnTo>
                  <a:lnTo>
                    <a:pt x="4079802" y="830022"/>
                  </a:lnTo>
                  <a:lnTo>
                    <a:pt x="4079896" y="830022"/>
                  </a:lnTo>
                  <a:lnTo>
                    <a:pt x="4079990" y="830022"/>
                  </a:lnTo>
                  <a:lnTo>
                    <a:pt x="4080085" y="830022"/>
                  </a:lnTo>
                  <a:lnTo>
                    <a:pt x="4080179" y="830022"/>
                  </a:lnTo>
                  <a:lnTo>
                    <a:pt x="4080273" y="830022"/>
                  </a:lnTo>
                  <a:lnTo>
                    <a:pt x="4080367" y="830022"/>
                  </a:lnTo>
                  <a:lnTo>
                    <a:pt x="4080461" y="830022"/>
                  </a:lnTo>
                  <a:lnTo>
                    <a:pt x="4080555" y="830022"/>
                  </a:lnTo>
                  <a:lnTo>
                    <a:pt x="4080650" y="830022"/>
                  </a:lnTo>
                  <a:lnTo>
                    <a:pt x="4080744" y="830022"/>
                  </a:lnTo>
                  <a:lnTo>
                    <a:pt x="4080744" y="825110"/>
                  </a:lnTo>
                  <a:lnTo>
                    <a:pt x="4080838" y="825110"/>
                  </a:lnTo>
                  <a:lnTo>
                    <a:pt x="4080932" y="825110"/>
                  </a:lnTo>
                  <a:lnTo>
                    <a:pt x="4081026" y="825110"/>
                  </a:lnTo>
                  <a:lnTo>
                    <a:pt x="4081120" y="825110"/>
                  </a:lnTo>
                  <a:lnTo>
                    <a:pt x="4081214" y="825110"/>
                  </a:lnTo>
                  <a:lnTo>
                    <a:pt x="4081309" y="825110"/>
                  </a:lnTo>
                  <a:lnTo>
                    <a:pt x="4081309" y="820199"/>
                  </a:lnTo>
                  <a:lnTo>
                    <a:pt x="4081403" y="820199"/>
                  </a:lnTo>
                  <a:lnTo>
                    <a:pt x="4081497" y="820199"/>
                  </a:lnTo>
                  <a:lnTo>
                    <a:pt x="4081591" y="820199"/>
                  </a:lnTo>
                  <a:lnTo>
                    <a:pt x="4081685" y="820199"/>
                  </a:lnTo>
                  <a:lnTo>
                    <a:pt x="4081779" y="820199"/>
                  </a:lnTo>
                  <a:lnTo>
                    <a:pt x="4081874" y="820199"/>
                  </a:lnTo>
                  <a:lnTo>
                    <a:pt x="4081968" y="820199"/>
                  </a:lnTo>
                  <a:lnTo>
                    <a:pt x="4082062" y="820199"/>
                  </a:lnTo>
                  <a:lnTo>
                    <a:pt x="4082156" y="820199"/>
                  </a:lnTo>
                  <a:lnTo>
                    <a:pt x="4082250" y="820199"/>
                  </a:lnTo>
                  <a:lnTo>
                    <a:pt x="4082344" y="820199"/>
                  </a:lnTo>
                  <a:lnTo>
                    <a:pt x="4082438" y="820199"/>
                  </a:lnTo>
                  <a:lnTo>
                    <a:pt x="4082533" y="820199"/>
                  </a:lnTo>
                  <a:lnTo>
                    <a:pt x="4082627" y="820199"/>
                  </a:lnTo>
                  <a:lnTo>
                    <a:pt x="4082721" y="820199"/>
                  </a:lnTo>
                  <a:lnTo>
                    <a:pt x="4082815" y="820199"/>
                  </a:lnTo>
                  <a:lnTo>
                    <a:pt x="4082909" y="820199"/>
                  </a:lnTo>
                  <a:lnTo>
                    <a:pt x="4083003" y="820199"/>
                  </a:lnTo>
                  <a:lnTo>
                    <a:pt x="4083097" y="820199"/>
                  </a:lnTo>
                  <a:lnTo>
                    <a:pt x="4083192" y="820199"/>
                  </a:lnTo>
                  <a:lnTo>
                    <a:pt x="4083286" y="820199"/>
                  </a:lnTo>
                  <a:lnTo>
                    <a:pt x="4083380" y="820199"/>
                  </a:lnTo>
                  <a:lnTo>
                    <a:pt x="4083474" y="820199"/>
                  </a:lnTo>
                  <a:lnTo>
                    <a:pt x="4083568" y="820199"/>
                  </a:lnTo>
                  <a:lnTo>
                    <a:pt x="4083662" y="820199"/>
                  </a:lnTo>
                  <a:lnTo>
                    <a:pt x="4083757" y="820199"/>
                  </a:lnTo>
                  <a:lnTo>
                    <a:pt x="4083851" y="820199"/>
                  </a:lnTo>
                  <a:lnTo>
                    <a:pt x="4083945" y="820199"/>
                  </a:lnTo>
                  <a:lnTo>
                    <a:pt x="4084039" y="820199"/>
                  </a:lnTo>
                  <a:lnTo>
                    <a:pt x="4084133" y="820199"/>
                  </a:lnTo>
                  <a:lnTo>
                    <a:pt x="4084227" y="820199"/>
                  </a:lnTo>
                  <a:lnTo>
                    <a:pt x="4084321" y="820199"/>
                  </a:lnTo>
                  <a:lnTo>
                    <a:pt x="4084416" y="820199"/>
                  </a:lnTo>
                  <a:lnTo>
                    <a:pt x="4084510" y="820199"/>
                  </a:lnTo>
                  <a:lnTo>
                    <a:pt x="4084604" y="820199"/>
                  </a:lnTo>
                  <a:lnTo>
                    <a:pt x="4084698" y="820199"/>
                  </a:lnTo>
                  <a:lnTo>
                    <a:pt x="4084792" y="820199"/>
                  </a:lnTo>
                  <a:lnTo>
                    <a:pt x="4084886" y="820199"/>
                  </a:lnTo>
                  <a:lnTo>
                    <a:pt x="4084981" y="820199"/>
                  </a:lnTo>
                  <a:lnTo>
                    <a:pt x="4085075" y="820199"/>
                  </a:lnTo>
                  <a:lnTo>
                    <a:pt x="4085169" y="820199"/>
                  </a:lnTo>
                  <a:lnTo>
                    <a:pt x="4085263" y="820199"/>
                  </a:lnTo>
                  <a:lnTo>
                    <a:pt x="4085357" y="820199"/>
                  </a:lnTo>
                  <a:lnTo>
                    <a:pt x="4085451" y="820199"/>
                  </a:lnTo>
                  <a:lnTo>
                    <a:pt x="4085545" y="820199"/>
                  </a:lnTo>
                  <a:lnTo>
                    <a:pt x="4085640" y="820199"/>
                  </a:lnTo>
                  <a:lnTo>
                    <a:pt x="4085734" y="820199"/>
                  </a:lnTo>
                  <a:lnTo>
                    <a:pt x="4085828" y="820199"/>
                  </a:lnTo>
                  <a:lnTo>
                    <a:pt x="4085922" y="820199"/>
                  </a:lnTo>
                  <a:lnTo>
                    <a:pt x="4086016" y="820199"/>
                  </a:lnTo>
                  <a:lnTo>
                    <a:pt x="4086110" y="820199"/>
                  </a:lnTo>
                  <a:lnTo>
                    <a:pt x="4086205" y="820199"/>
                  </a:lnTo>
                  <a:lnTo>
                    <a:pt x="4086299" y="820199"/>
                  </a:lnTo>
                  <a:lnTo>
                    <a:pt x="4086393" y="820199"/>
                  </a:lnTo>
                  <a:lnTo>
                    <a:pt x="4086487" y="820199"/>
                  </a:lnTo>
                  <a:lnTo>
                    <a:pt x="4086581" y="820199"/>
                  </a:lnTo>
                  <a:lnTo>
                    <a:pt x="4086675" y="820199"/>
                  </a:lnTo>
                  <a:lnTo>
                    <a:pt x="4086769" y="820199"/>
                  </a:lnTo>
                  <a:lnTo>
                    <a:pt x="4086864" y="820199"/>
                  </a:lnTo>
                  <a:lnTo>
                    <a:pt x="4086958" y="820199"/>
                  </a:lnTo>
                  <a:lnTo>
                    <a:pt x="4087052" y="820199"/>
                  </a:lnTo>
                  <a:lnTo>
                    <a:pt x="4087146" y="820199"/>
                  </a:lnTo>
                  <a:lnTo>
                    <a:pt x="4087240" y="820199"/>
                  </a:lnTo>
                  <a:lnTo>
                    <a:pt x="4087334" y="820199"/>
                  </a:lnTo>
                  <a:lnTo>
                    <a:pt x="4087428" y="820199"/>
                  </a:lnTo>
                  <a:lnTo>
                    <a:pt x="4087523" y="820199"/>
                  </a:lnTo>
                  <a:lnTo>
                    <a:pt x="4087617" y="820199"/>
                  </a:lnTo>
                  <a:lnTo>
                    <a:pt x="4087711" y="820199"/>
                  </a:lnTo>
                  <a:lnTo>
                    <a:pt x="4087805" y="820199"/>
                  </a:lnTo>
                  <a:lnTo>
                    <a:pt x="4087899" y="820199"/>
                  </a:lnTo>
                  <a:lnTo>
                    <a:pt x="4087993" y="820199"/>
                  </a:lnTo>
                  <a:lnTo>
                    <a:pt x="4088088" y="820199"/>
                  </a:lnTo>
                  <a:lnTo>
                    <a:pt x="4088182" y="820199"/>
                  </a:lnTo>
                  <a:lnTo>
                    <a:pt x="4088276" y="820199"/>
                  </a:lnTo>
                  <a:lnTo>
                    <a:pt x="4088370" y="820199"/>
                  </a:lnTo>
                  <a:lnTo>
                    <a:pt x="4088464" y="820199"/>
                  </a:lnTo>
                  <a:lnTo>
                    <a:pt x="4088558" y="820199"/>
                  </a:lnTo>
                  <a:lnTo>
                    <a:pt x="4088652" y="820199"/>
                  </a:lnTo>
                  <a:lnTo>
                    <a:pt x="4088747" y="820199"/>
                  </a:lnTo>
                  <a:lnTo>
                    <a:pt x="4088841" y="820199"/>
                  </a:lnTo>
                  <a:lnTo>
                    <a:pt x="4088935" y="820199"/>
                  </a:lnTo>
                  <a:lnTo>
                    <a:pt x="4089029" y="820199"/>
                  </a:lnTo>
                  <a:lnTo>
                    <a:pt x="4089123" y="820199"/>
                  </a:lnTo>
                  <a:lnTo>
                    <a:pt x="4089217" y="820199"/>
                  </a:lnTo>
                  <a:lnTo>
                    <a:pt x="4089312" y="820199"/>
                  </a:lnTo>
                  <a:lnTo>
                    <a:pt x="4089406" y="820199"/>
                  </a:lnTo>
                  <a:lnTo>
                    <a:pt x="4089500" y="820199"/>
                  </a:lnTo>
                  <a:lnTo>
                    <a:pt x="4089594" y="820199"/>
                  </a:lnTo>
                  <a:lnTo>
                    <a:pt x="4089688" y="820199"/>
                  </a:lnTo>
                  <a:lnTo>
                    <a:pt x="4089782" y="820199"/>
                  </a:lnTo>
                  <a:lnTo>
                    <a:pt x="4089876" y="820199"/>
                  </a:lnTo>
                  <a:lnTo>
                    <a:pt x="4089971" y="820199"/>
                  </a:lnTo>
                  <a:lnTo>
                    <a:pt x="4090065" y="820199"/>
                  </a:lnTo>
                  <a:lnTo>
                    <a:pt x="4090159" y="820199"/>
                  </a:lnTo>
                  <a:lnTo>
                    <a:pt x="4090253" y="820199"/>
                  </a:lnTo>
                  <a:lnTo>
                    <a:pt x="4090347" y="820199"/>
                  </a:lnTo>
                  <a:lnTo>
                    <a:pt x="4090441" y="820199"/>
                  </a:lnTo>
                  <a:lnTo>
                    <a:pt x="4090536" y="820199"/>
                  </a:lnTo>
                  <a:lnTo>
                    <a:pt x="4090630" y="820199"/>
                  </a:lnTo>
                  <a:lnTo>
                    <a:pt x="4090724" y="820199"/>
                  </a:lnTo>
                  <a:lnTo>
                    <a:pt x="4090818" y="820199"/>
                  </a:lnTo>
                  <a:lnTo>
                    <a:pt x="4090912" y="820199"/>
                  </a:lnTo>
                  <a:lnTo>
                    <a:pt x="4091006" y="820199"/>
                  </a:lnTo>
                  <a:lnTo>
                    <a:pt x="4091100" y="820199"/>
                  </a:lnTo>
                  <a:lnTo>
                    <a:pt x="4091195" y="820199"/>
                  </a:lnTo>
                  <a:lnTo>
                    <a:pt x="4091289" y="820199"/>
                  </a:lnTo>
                  <a:lnTo>
                    <a:pt x="4091383" y="820199"/>
                  </a:lnTo>
                  <a:lnTo>
                    <a:pt x="4091477" y="820199"/>
                  </a:lnTo>
                  <a:lnTo>
                    <a:pt x="4091571" y="820199"/>
                  </a:lnTo>
                  <a:lnTo>
                    <a:pt x="4091665" y="820199"/>
                  </a:lnTo>
                  <a:lnTo>
                    <a:pt x="4091759" y="820199"/>
                  </a:lnTo>
                  <a:lnTo>
                    <a:pt x="4091854" y="820199"/>
                  </a:lnTo>
                  <a:lnTo>
                    <a:pt x="4091948" y="820199"/>
                  </a:lnTo>
                  <a:lnTo>
                    <a:pt x="4092042" y="820199"/>
                  </a:lnTo>
                  <a:lnTo>
                    <a:pt x="4092136" y="820199"/>
                  </a:lnTo>
                  <a:lnTo>
                    <a:pt x="4092230" y="820199"/>
                  </a:lnTo>
                  <a:lnTo>
                    <a:pt x="4092324" y="820199"/>
                  </a:lnTo>
                  <a:lnTo>
                    <a:pt x="4092419" y="820199"/>
                  </a:lnTo>
                  <a:lnTo>
                    <a:pt x="4092513" y="820199"/>
                  </a:lnTo>
                  <a:lnTo>
                    <a:pt x="4092607" y="820199"/>
                  </a:lnTo>
                  <a:lnTo>
                    <a:pt x="4092701" y="820199"/>
                  </a:lnTo>
                  <a:lnTo>
                    <a:pt x="4092795" y="820199"/>
                  </a:lnTo>
                  <a:lnTo>
                    <a:pt x="4092889" y="820199"/>
                  </a:lnTo>
                  <a:lnTo>
                    <a:pt x="4092983" y="820199"/>
                  </a:lnTo>
                  <a:lnTo>
                    <a:pt x="4093078" y="820199"/>
                  </a:lnTo>
                  <a:lnTo>
                    <a:pt x="4093172" y="820199"/>
                  </a:lnTo>
                  <a:lnTo>
                    <a:pt x="4093266" y="820199"/>
                  </a:lnTo>
                  <a:lnTo>
                    <a:pt x="4093360" y="820199"/>
                  </a:lnTo>
                  <a:lnTo>
                    <a:pt x="4093454" y="820199"/>
                  </a:lnTo>
                  <a:lnTo>
                    <a:pt x="4093548" y="820199"/>
                  </a:lnTo>
                  <a:lnTo>
                    <a:pt x="4093643" y="820199"/>
                  </a:lnTo>
                  <a:lnTo>
                    <a:pt x="4093737" y="820199"/>
                  </a:lnTo>
                  <a:lnTo>
                    <a:pt x="4093831" y="820199"/>
                  </a:lnTo>
                  <a:lnTo>
                    <a:pt x="4093925" y="820199"/>
                  </a:lnTo>
                  <a:lnTo>
                    <a:pt x="4094019" y="820199"/>
                  </a:lnTo>
                  <a:lnTo>
                    <a:pt x="4094113" y="820199"/>
                  </a:lnTo>
                  <a:lnTo>
                    <a:pt x="4094207" y="820199"/>
                  </a:lnTo>
                  <a:lnTo>
                    <a:pt x="4094302" y="820199"/>
                  </a:lnTo>
                  <a:lnTo>
                    <a:pt x="4094396" y="820199"/>
                  </a:lnTo>
                  <a:lnTo>
                    <a:pt x="4094490" y="820199"/>
                  </a:lnTo>
                  <a:lnTo>
                    <a:pt x="4094584" y="820199"/>
                  </a:lnTo>
                  <a:lnTo>
                    <a:pt x="4094678" y="820199"/>
                  </a:lnTo>
                  <a:lnTo>
                    <a:pt x="4094772" y="820199"/>
                  </a:lnTo>
                  <a:lnTo>
                    <a:pt x="4094867" y="820199"/>
                  </a:lnTo>
                  <a:lnTo>
                    <a:pt x="4094961" y="820199"/>
                  </a:lnTo>
                  <a:lnTo>
                    <a:pt x="4095055" y="820199"/>
                  </a:lnTo>
                  <a:lnTo>
                    <a:pt x="4095149" y="820199"/>
                  </a:lnTo>
                  <a:lnTo>
                    <a:pt x="4095243" y="820199"/>
                  </a:lnTo>
                  <a:lnTo>
                    <a:pt x="4095337" y="820199"/>
                  </a:lnTo>
                  <a:lnTo>
                    <a:pt x="4095431" y="820199"/>
                  </a:lnTo>
                  <a:lnTo>
                    <a:pt x="4095526" y="820199"/>
                  </a:lnTo>
                  <a:lnTo>
                    <a:pt x="4095620" y="820199"/>
                  </a:lnTo>
                  <a:lnTo>
                    <a:pt x="4095714" y="820199"/>
                  </a:lnTo>
                  <a:lnTo>
                    <a:pt x="4095808" y="820199"/>
                  </a:lnTo>
                  <a:lnTo>
                    <a:pt x="4095902" y="820199"/>
                  </a:lnTo>
                  <a:lnTo>
                    <a:pt x="4095996" y="820199"/>
                  </a:lnTo>
                  <a:lnTo>
                    <a:pt x="4096090" y="820199"/>
                  </a:lnTo>
                  <a:lnTo>
                    <a:pt x="4096185" y="820199"/>
                  </a:lnTo>
                  <a:lnTo>
                    <a:pt x="4096279" y="820199"/>
                  </a:lnTo>
                  <a:lnTo>
                    <a:pt x="4096373" y="820199"/>
                  </a:lnTo>
                  <a:lnTo>
                    <a:pt x="4096467" y="820199"/>
                  </a:lnTo>
                  <a:lnTo>
                    <a:pt x="4096561" y="820199"/>
                  </a:lnTo>
                  <a:lnTo>
                    <a:pt x="4096655" y="820199"/>
                  </a:lnTo>
                  <a:lnTo>
                    <a:pt x="4096750" y="820199"/>
                  </a:lnTo>
                  <a:lnTo>
                    <a:pt x="4096844" y="820199"/>
                  </a:lnTo>
                  <a:lnTo>
                    <a:pt x="4096938" y="820199"/>
                  </a:lnTo>
                  <a:lnTo>
                    <a:pt x="4097032" y="820199"/>
                  </a:lnTo>
                  <a:lnTo>
                    <a:pt x="4097126" y="820199"/>
                  </a:lnTo>
                  <a:lnTo>
                    <a:pt x="4097220" y="820199"/>
                  </a:lnTo>
                  <a:lnTo>
                    <a:pt x="4097314" y="820199"/>
                  </a:lnTo>
                  <a:lnTo>
                    <a:pt x="4097409" y="820199"/>
                  </a:lnTo>
                  <a:lnTo>
                    <a:pt x="4097503" y="820199"/>
                  </a:lnTo>
                  <a:lnTo>
                    <a:pt x="4097597" y="820199"/>
                  </a:lnTo>
                  <a:lnTo>
                    <a:pt x="4097691" y="820199"/>
                  </a:lnTo>
                  <a:lnTo>
                    <a:pt x="4097785" y="820199"/>
                  </a:lnTo>
                  <a:lnTo>
                    <a:pt x="4097879" y="820199"/>
                  </a:lnTo>
                  <a:lnTo>
                    <a:pt x="4097974" y="820199"/>
                  </a:lnTo>
                  <a:lnTo>
                    <a:pt x="4098068" y="820199"/>
                  </a:lnTo>
                  <a:lnTo>
                    <a:pt x="4098162" y="820199"/>
                  </a:lnTo>
                  <a:lnTo>
                    <a:pt x="4098256" y="820199"/>
                  </a:lnTo>
                  <a:lnTo>
                    <a:pt x="4098350" y="820199"/>
                  </a:lnTo>
                  <a:lnTo>
                    <a:pt x="4098444" y="820199"/>
                  </a:lnTo>
                  <a:lnTo>
                    <a:pt x="4098538" y="820199"/>
                  </a:lnTo>
                  <a:lnTo>
                    <a:pt x="4098633" y="820199"/>
                  </a:lnTo>
                  <a:lnTo>
                    <a:pt x="4098727" y="820199"/>
                  </a:lnTo>
                  <a:lnTo>
                    <a:pt x="4098821" y="820199"/>
                  </a:lnTo>
                  <a:lnTo>
                    <a:pt x="4098915" y="820199"/>
                  </a:lnTo>
                  <a:lnTo>
                    <a:pt x="4099009" y="820199"/>
                  </a:lnTo>
                  <a:lnTo>
                    <a:pt x="4099103" y="820199"/>
                  </a:lnTo>
                  <a:lnTo>
                    <a:pt x="4099198" y="820199"/>
                  </a:lnTo>
                  <a:lnTo>
                    <a:pt x="4099292" y="820199"/>
                  </a:lnTo>
                  <a:lnTo>
                    <a:pt x="4099386" y="820199"/>
                  </a:lnTo>
                  <a:lnTo>
                    <a:pt x="4099480" y="820199"/>
                  </a:lnTo>
                  <a:lnTo>
                    <a:pt x="4099574" y="820199"/>
                  </a:lnTo>
                  <a:lnTo>
                    <a:pt x="4099668" y="820199"/>
                  </a:lnTo>
                  <a:lnTo>
                    <a:pt x="4099762" y="820199"/>
                  </a:lnTo>
                  <a:lnTo>
                    <a:pt x="4099857" y="820199"/>
                  </a:lnTo>
                  <a:lnTo>
                    <a:pt x="4099951" y="820199"/>
                  </a:lnTo>
                  <a:lnTo>
                    <a:pt x="4100045" y="820199"/>
                  </a:lnTo>
                  <a:lnTo>
                    <a:pt x="4100139" y="820199"/>
                  </a:lnTo>
                  <a:lnTo>
                    <a:pt x="4100233" y="820199"/>
                  </a:lnTo>
                  <a:lnTo>
                    <a:pt x="4100327" y="820199"/>
                  </a:lnTo>
                  <a:lnTo>
                    <a:pt x="4100421" y="820199"/>
                  </a:lnTo>
                  <a:lnTo>
                    <a:pt x="4100516" y="820199"/>
                  </a:lnTo>
                  <a:lnTo>
                    <a:pt x="4100610" y="820199"/>
                  </a:lnTo>
                  <a:lnTo>
                    <a:pt x="4100704" y="820199"/>
                  </a:lnTo>
                  <a:lnTo>
                    <a:pt x="4100798" y="820199"/>
                  </a:lnTo>
                  <a:lnTo>
                    <a:pt x="4100892" y="820199"/>
                  </a:lnTo>
                  <a:lnTo>
                    <a:pt x="4100986" y="820199"/>
                  </a:lnTo>
                  <a:lnTo>
                    <a:pt x="4101081" y="820199"/>
                  </a:lnTo>
                  <a:lnTo>
                    <a:pt x="4101175" y="820199"/>
                  </a:lnTo>
                  <a:lnTo>
                    <a:pt x="4101269" y="820199"/>
                  </a:lnTo>
                  <a:lnTo>
                    <a:pt x="4101363" y="820199"/>
                  </a:lnTo>
                  <a:lnTo>
                    <a:pt x="4101457" y="820199"/>
                  </a:lnTo>
                  <a:lnTo>
                    <a:pt x="4101551" y="820199"/>
                  </a:lnTo>
                  <a:lnTo>
                    <a:pt x="4101645" y="820199"/>
                  </a:lnTo>
                  <a:lnTo>
                    <a:pt x="4101740" y="820199"/>
                  </a:lnTo>
                  <a:lnTo>
                    <a:pt x="4101834" y="820199"/>
                  </a:lnTo>
                  <a:lnTo>
                    <a:pt x="4101928" y="820199"/>
                  </a:lnTo>
                  <a:lnTo>
                    <a:pt x="4102022" y="820199"/>
                  </a:lnTo>
                  <a:lnTo>
                    <a:pt x="4102116" y="820199"/>
                  </a:lnTo>
                  <a:lnTo>
                    <a:pt x="4102210" y="820199"/>
                  </a:lnTo>
                  <a:lnTo>
                    <a:pt x="4102305" y="820199"/>
                  </a:lnTo>
                  <a:lnTo>
                    <a:pt x="4102399" y="820199"/>
                  </a:lnTo>
                  <a:lnTo>
                    <a:pt x="4102493" y="820199"/>
                  </a:lnTo>
                  <a:lnTo>
                    <a:pt x="4102587" y="820199"/>
                  </a:lnTo>
                  <a:lnTo>
                    <a:pt x="4102681" y="820199"/>
                  </a:lnTo>
                  <a:lnTo>
                    <a:pt x="4102775" y="820199"/>
                  </a:lnTo>
                  <a:lnTo>
                    <a:pt x="4102869" y="820199"/>
                  </a:lnTo>
                  <a:lnTo>
                    <a:pt x="4102964" y="820199"/>
                  </a:lnTo>
                  <a:lnTo>
                    <a:pt x="4103058" y="820199"/>
                  </a:lnTo>
                  <a:lnTo>
                    <a:pt x="4103152" y="820199"/>
                  </a:lnTo>
                  <a:lnTo>
                    <a:pt x="4103246" y="820199"/>
                  </a:lnTo>
                  <a:lnTo>
                    <a:pt x="4103340" y="820199"/>
                  </a:lnTo>
                  <a:lnTo>
                    <a:pt x="4103434" y="820199"/>
                  </a:lnTo>
                  <a:lnTo>
                    <a:pt x="4103529" y="820199"/>
                  </a:lnTo>
                  <a:lnTo>
                    <a:pt x="4103623" y="820199"/>
                  </a:lnTo>
                  <a:lnTo>
                    <a:pt x="4103717" y="820199"/>
                  </a:lnTo>
                  <a:lnTo>
                    <a:pt x="4103811" y="820199"/>
                  </a:lnTo>
                  <a:lnTo>
                    <a:pt x="4103905" y="820199"/>
                  </a:lnTo>
                  <a:lnTo>
                    <a:pt x="4103999" y="820199"/>
                  </a:lnTo>
                  <a:lnTo>
                    <a:pt x="4104093" y="820199"/>
                  </a:lnTo>
                  <a:lnTo>
                    <a:pt x="4104188" y="820199"/>
                  </a:lnTo>
                  <a:lnTo>
                    <a:pt x="4104282" y="820199"/>
                  </a:lnTo>
                  <a:lnTo>
                    <a:pt x="4104376" y="820199"/>
                  </a:lnTo>
                  <a:lnTo>
                    <a:pt x="4104470" y="820199"/>
                  </a:lnTo>
                  <a:lnTo>
                    <a:pt x="4104564" y="820199"/>
                  </a:lnTo>
                  <a:lnTo>
                    <a:pt x="4104658" y="820199"/>
                  </a:lnTo>
                  <a:lnTo>
                    <a:pt x="4104752" y="820199"/>
                  </a:lnTo>
                  <a:lnTo>
                    <a:pt x="4104847" y="820199"/>
                  </a:lnTo>
                  <a:lnTo>
                    <a:pt x="4104941" y="820199"/>
                  </a:lnTo>
                  <a:lnTo>
                    <a:pt x="4105035" y="820199"/>
                  </a:lnTo>
                  <a:lnTo>
                    <a:pt x="4105129" y="820199"/>
                  </a:lnTo>
                  <a:lnTo>
                    <a:pt x="4105223" y="820199"/>
                  </a:lnTo>
                  <a:lnTo>
                    <a:pt x="4105223" y="815288"/>
                  </a:lnTo>
                  <a:lnTo>
                    <a:pt x="4105317" y="815288"/>
                  </a:lnTo>
                  <a:lnTo>
                    <a:pt x="4105412" y="815288"/>
                  </a:lnTo>
                  <a:lnTo>
                    <a:pt x="4105506" y="815288"/>
                  </a:lnTo>
                  <a:lnTo>
                    <a:pt x="4105600" y="815288"/>
                  </a:lnTo>
                  <a:lnTo>
                    <a:pt x="4105694" y="815288"/>
                  </a:lnTo>
                  <a:lnTo>
                    <a:pt x="4105788" y="815288"/>
                  </a:lnTo>
                  <a:lnTo>
                    <a:pt x="4105882" y="815288"/>
                  </a:lnTo>
                  <a:lnTo>
                    <a:pt x="4105976" y="815288"/>
                  </a:lnTo>
                  <a:lnTo>
                    <a:pt x="4106071" y="815288"/>
                  </a:lnTo>
                  <a:lnTo>
                    <a:pt x="4106165" y="815288"/>
                  </a:lnTo>
                  <a:lnTo>
                    <a:pt x="4106259" y="815288"/>
                  </a:lnTo>
                  <a:lnTo>
                    <a:pt x="4106353" y="815288"/>
                  </a:lnTo>
                  <a:lnTo>
                    <a:pt x="4106447" y="815288"/>
                  </a:lnTo>
                  <a:lnTo>
                    <a:pt x="4106541" y="815288"/>
                  </a:lnTo>
                  <a:lnTo>
                    <a:pt x="4106636" y="815288"/>
                  </a:lnTo>
                  <a:lnTo>
                    <a:pt x="4106730" y="815288"/>
                  </a:lnTo>
                  <a:lnTo>
                    <a:pt x="4106824" y="815288"/>
                  </a:lnTo>
                  <a:lnTo>
                    <a:pt x="4106918" y="815288"/>
                  </a:lnTo>
                  <a:lnTo>
                    <a:pt x="4107012" y="815288"/>
                  </a:lnTo>
                  <a:lnTo>
                    <a:pt x="4107106" y="815288"/>
                  </a:lnTo>
                  <a:lnTo>
                    <a:pt x="4107200" y="815288"/>
                  </a:lnTo>
                  <a:lnTo>
                    <a:pt x="4107295" y="815288"/>
                  </a:lnTo>
                  <a:lnTo>
                    <a:pt x="4107389" y="815288"/>
                  </a:lnTo>
                  <a:lnTo>
                    <a:pt x="4107483" y="815288"/>
                  </a:lnTo>
                  <a:lnTo>
                    <a:pt x="4107577" y="815288"/>
                  </a:lnTo>
                  <a:lnTo>
                    <a:pt x="4107671" y="815288"/>
                  </a:lnTo>
                  <a:lnTo>
                    <a:pt x="4107765" y="815288"/>
                  </a:lnTo>
                  <a:lnTo>
                    <a:pt x="4107860" y="815288"/>
                  </a:lnTo>
                  <a:lnTo>
                    <a:pt x="4107954" y="815288"/>
                  </a:lnTo>
                  <a:lnTo>
                    <a:pt x="4108048" y="815288"/>
                  </a:lnTo>
                  <a:lnTo>
                    <a:pt x="4108142" y="815288"/>
                  </a:lnTo>
                  <a:lnTo>
                    <a:pt x="4108236" y="815288"/>
                  </a:lnTo>
                  <a:lnTo>
                    <a:pt x="4108330" y="815288"/>
                  </a:lnTo>
                  <a:lnTo>
                    <a:pt x="4108424" y="815288"/>
                  </a:lnTo>
                  <a:lnTo>
                    <a:pt x="4108519" y="815288"/>
                  </a:lnTo>
                  <a:lnTo>
                    <a:pt x="4108613" y="815288"/>
                  </a:lnTo>
                  <a:lnTo>
                    <a:pt x="4108707" y="815288"/>
                  </a:lnTo>
                  <a:lnTo>
                    <a:pt x="4108801" y="815288"/>
                  </a:lnTo>
                  <a:lnTo>
                    <a:pt x="4108895" y="815288"/>
                  </a:lnTo>
                  <a:lnTo>
                    <a:pt x="4108989" y="815288"/>
                  </a:lnTo>
                  <a:lnTo>
                    <a:pt x="4109083" y="815288"/>
                  </a:lnTo>
                  <a:lnTo>
                    <a:pt x="4109178" y="815288"/>
                  </a:lnTo>
                  <a:lnTo>
                    <a:pt x="4109272" y="815288"/>
                  </a:lnTo>
                  <a:lnTo>
                    <a:pt x="4109366" y="815288"/>
                  </a:lnTo>
                  <a:lnTo>
                    <a:pt x="4109460" y="815288"/>
                  </a:lnTo>
                  <a:lnTo>
                    <a:pt x="4109554" y="815288"/>
                  </a:lnTo>
                  <a:lnTo>
                    <a:pt x="4109648" y="815288"/>
                  </a:lnTo>
                  <a:lnTo>
                    <a:pt x="4109743" y="815288"/>
                  </a:lnTo>
                  <a:lnTo>
                    <a:pt x="4109837" y="815288"/>
                  </a:lnTo>
                  <a:lnTo>
                    <a:pt x="4109931" y="815288"/>
                  </a:lnTo>
                  <a:lnTo>
                    <a:pt x="4110025" y="815288"/>
                  </a:lnTo>
                  <a:lnTo>
                    <a:pt x="4110119" y="815288"/>
                  </a:lnTo>
                  <a:lnTo>
                    <a:pt x="4110213" y="815288"/>
                  </a:lnTo>
                  <a:lnTo>
                    <a:pt x="4110307" y="815288"/>
                  </a:lnTo>
                  <a:lnTo>
                    <a:pt x="4110402" y="815288"/>
                  </a:lnTo>
                  <a:lnTo>
                    <a:pt x="4110496" y="815288"/>
                  </a:lnTo>
                  <a:lnTo>
                    <a:pt x="4110590" y="815288"/>
                  </a:lnTo>
                  <a:lnTo>
                    <a:pt x="4110684" y="815288"/>
                  </a:lnTo>
                  <a:lnTo>
                    <a:pt x="4110778" y="815288"/>
                  </a:lnTo>
                  <a:lnTo>
                    <a:pt x="4110872" y="815288"/>
                  </a:lnTo>
                  <a:lnTo>
                    <a:pt x="4110967" y="815288"/>
                  </a:lnTo>
                  <a:lnTo>
                    <a:pt x="4111061" y="815288"/>
                  </a:lnTo>
                  <a:lnTo>
                    <a:pt x="4111155" y="815288"/>
                  </a:lnTo>
                  <a:lnTo>
                    <a:pt x="4111249" y="815288"/>
                  </a:lnTo>
                  <a:lnTo>
                    <a:pt x="4111343" y="815288"/>
                  </a:lnTo>
                  <a:lnTo>
                    <a:pt x="4111437" y="815288"/>
                  </a:lnTo>
                  <a:lnTo>
                    <a:pt x="4111531" y="815288"/>
                  </a:lnTo>
                  <a:lnTo>
                    <a:pt x="4111626" y="815288"/>
                  </a:lnTo>
                  <a:lnTo>
                    <a:pt x="4111720" y="815288"/>
                  </a:lnTo>
                  <a:lnTo>
                    <a:pt x="4111814" y="815288"/>
                  </a:lnTo>
                  <a:lnTo>
                    <a:pt x="4111908" y="815288"/>
                  </a:lnTo>
                  <a:lnTo>
                    <a:pt x="4112002" y="815288"/>
                  </a:lnTo>
                  <a:lnTo>
                    <a:pt x="4112096" y="815288"/>
                  </a:lnTo>
                  <a:lnTo>
                    <a:pt x="4112191" y="815288"/>
                  </a:lnTo>
                  <a:lnTo>
                    <a:pt x="4112285" y="815288"/>
                  </a:lnTo>
                  <a:lnTo>
                    <a:pt x="4112379" y="815288"/>
                  </a:lnTo>
                  <a:lnTo>
                    <a:pt x="4112473" y="815288"/>
                  </a:lnTo>
                  <a:lnTo>
                    <a:pt x="4112567" y="815288"/>
                  </a:lnTo>
                  <a:lnTo>
                    <a:pt x="4112661" y="815288"/>
                  </a:lnTo>
                  <a:lnTo>
                    <a:pt x="4112755" y="815288"/>
                  </a:lnTo>
                  <a:lnTo>
                    <a:pt x="4112850" y="815288"/>
                  </a:lnTo>
                  <a:lnTo>
                    <a:pt x="4112944" y="815288"/>
                  </a:lnTo>
                  <a:lnTo>
                    <a:pt x="4113038" y="815288"/>
                  </a:lnTo>
                  <a:lnTo>
                    <a:pt x="4113132" y="815288"/>
                  </a:lnTo>
                  <a:lnTo>
                    <a:pt x="4113226" y="815288"/>
                  </a:lnTo>
                  <a:lnTo>
                    <a:pt x="4113320" y="815288"/>
                  </a:lnTo>
                  <a:lnTo>
                    <a:pt x="4113414" y="815288"/>
                  </a:lnTo>
                  <a:lnTo>
                    <a:pt x="4113509" y="815288"/>
                  </a:lnTo>
                  <a:lnTo>
                    <a:pt x="4113603" y="815288"/>
                  </a:lnTo>
                  <a:lnTo>
                    <a:pt x="4113697" y="815288"/>
                  </a:lnTo>
                  <a:lnTo>
                    <a:pt x="4113791" y="815288"/>
                  </a:lnTo>
                  <a:lnTo>
                    <a:pt x="4113885" y="815288"/>
                  </a:lnTo>
                  <a:lnTo>
                    <a:pt x="4113979" y="815288"/>
                  </a:lnTo>
                  <a:lnTo>
                    <a:pt x="4114074" y="815288"/>
                  </a:lnTo>
                  <a:lnTo>
                    <a:pt x="4114168" y="815288"/>
                  </a:lnTo>
                  <a:lnTo>
                    <a:pt x="4114262" y="815288"/>
                  </a:lnTo>
                  <a:lnTo>
                    <a:pt x="4114356" y="815288"/>
                  </a:lnTo>
                  <a:lnTo>
                    <a:pt x="4114450" y="815288"/>
                  </a:lnTo>
                  <a:lnTo>
                    <a:pt x="4114544" y="815288"/>
                  </a:lnTo>
                  <a:lnTo>
                    <a:pt x="4114638" y="815288"/>
                  </a:lnTo>
                  <a:lnTo>
                    <a:pt x="4114733" y="815288"/>
                  </a:lnTo>
                  <a:lnTo>
                    <a:pt x="4114827" y="815288"/>
                  </a:lnTo>
                  <a:lnTo>
                    <a:pt x="4114921" y="815288"/>
                  </a:lnTo>
                  <a:lnTo>
                    <a:pt x="4115015" y="815288"/>
                  </a:lnTo>
                  <a:lnTo>
                    <a:pt x="4115109" y="815288"/>
                  </a:lnTo>
                  <a:lnTo>
                    <a:pt x="4115203" y="815288"/>
                  </a:lnTo>
                  <a:lnTo>
                    <a:pt x="4115298" y="815288"/>
                  </a:lnTo>
                  <a:lnTo>
                    <a:pt x="4115392" y="815288"/>
                  </a:lnTo>
                  <a:lnTo>
                    <a:pt x="4115486" y="815288"/>
                  </a:lnTo>
                  <a:lnTo>
                    <a:pt x="4115580" y="815288"/>
                  </a:lnTo>
                  <a:lnTo>
                    <a:pt x="4115674" y="815288"/>
                  </a:lnTo>
                  <a:lnTo>
                    <a:pt x="4115768" y="815288"/>
                  </a:lnTo>
                  <a:lnTo>
                    <a:pt x="4115862" y="815288"/>
                  </a:lnTo>
                  <a:lnTo>
                    <a:pt x="4115957" y="815288"/>
                  </a:lnTo>
                  <a:lnTo>
                    <a:pt x="4116051" y="815288"/>
                  </a:lnTo>
                  <a:lnTo>
                    <a:pt x="4116145" y="815288"/>
                  </a:lnTo>
                  <a:lnTo>
                    <a:pt x="4116239" y="815288"/>
                  </a:lnTo>
                  <a:lnTo>
                    <a:pt x="4116333" y="815288"/>
                  </a:lnTo>
                  <a:lnTo>
                    <a:pt x="4116427" y="815288"/>
                  </a:lnTo>
                  <a:lnTo>
                    <a:pt x="4116522" y="815288"/>
                  </a:lnTo>
                  <a:lnTo>
                    <a:pt x="4116616" y="815288"/>
                  </a:lnTo>
                  <a:lnTo>
                    <a:pt x="4116710" y="815288"/>
                  </a:lnTo>
                  <a:lnTo>
                    <a:pt x="4116804" y="815288"/>
                  </a:lnTo>
                  <a:lnTo>
                    <a:pt x="4116898" y="815288"/>
                  </a:lnTo>
                  <a:lnTo>
                    <a:pt x="4116992" y="815288"/>
                  </a:lnTo>
                  <a:lnTo>
                    <a:pt x="4117086" y="815288"/>
                  </a:lnTo>
                  <a:lnTo>
                    <a:pt x="4117181" y="815288"/>
                  </a:lnTo>
                  <a:lnTo>
                    <a:pt x="4117275" y="815288"/>
                  </a:lnTo>
                  <a:lnTo>
                    <a:pt x="4117369" y="815288"/>
                  </a:lnTo>
                  <a:lnTo>
                    <a:pt x="4117463" y="815288"/>
                  </a:lnTo>
                  <a:lnTo>
                    <a:pt x="4117557" y="815288"/>
                  </a:lnTo>
                  <a:lnTo>
                    <a:pt x="4117651" y="815288"/>
                  </a:lnTo>
                  <a:lnTo>
                    <a:pt x="4117745" y="815288"/>
                  </a:lnTo>
                  <a:lnTo>
                    <a:pt x="4117840" y="815288"/>
                  </a:lnTo>
                  <a:lnTo>
                    <a:pt x="4117840" y="810376"/>
                  </a:lnTo>
                  <a:lnTo>
                    <a:pt x="4117934" y="810376"/>
                  </a:lnTo>
                  <a:lnTo>
                    <a:pt x="4118028" y="810376"/>
                  </a:lnTo>
                  <a:lnTo>
                    <a:pt x="4118122" y="810376"/>
                  </a:lnTo>
                  <a:lnTo>
                    <a:pt x="4118216" y="810376"/>
                  </a:lnTo>
                  <a:lnTo>
                    <a:pt x="4118310" y="810376"/>
                  </a:lnTo>
                  <a:lnTo>
                    <a:pt x="4118405" y="810376"/>
                  </a:lnTo>
                  <a:lnTo>
                    <a:pt x="4118499" y="810376"/>
                  </a:lnTo>
                  <a:lnTo>
                    <a:pt x="4118593" y="810376"/>
                  </a:lnTo>
                  <a:lnTo>
                    <a:pt x="4118687" y="810376"/>
                  </a:lnTo>
                  <a:lnTo>
                    <a:pt x="4118781" y="810376"/>
                  </a:lnTo>
                  <a:lnTo>
                    <a:pt x="4118875" y="810376"/>
                  </a:lnTo>
                  <a:lnTo>
                    <a:pt x="4118969" y="810376"/>
                  </a:lnTo>
                  <a:lnTo>
                    <a:pt x="4119064" y="810376"/>
                  </a:lnTo>
                  <a:lnTo>
                    <a:pt x="4119158" y="810376"/>
                  </a:lnTo>
                  <a:lnTo>
                    <a:pt x="4119252" y="810376"/>
                  </a:lnTo>
                  <a:lnTo>
                    <a:pt x="4119346" y="810376"/>
                  </a:lnTo>
                  <a:lnTo>
                    <a:pt x="4119440" y="810376"/>
                  </a:lnTo>
                  <a:lnTo>
                    <a:pt x="4119534" y="810376"/>
                  </a:lnTo>
                  <a:lnTo>
                    <a:pt x="4119629" y="810376"/>
                  </a:lnTo>
                  <a:lnTo>
                    <a:pt x="4119723" y="810376"/>
                  </a:lnTo>
                  <a:lnTo>
                    <a:pt x="4119817" y="810376"/>
                  </a:lnTo>
                  <a:lnTo>
                    <a:pt x="4119911" y="810376"/>
                  </a:lnTo>
                  <a:lnTo>
                    <a:pt x="4120005" y="810376"/>
                  </a:lnTo>
                  <a:lnTo>
                    <a:pt x="4120099" y="810376"/>
                  </a:lnTo>
                  <a:lnTo>
                    <a:pt x="4120193" y="810376"/>
                  </a:lnTo>
                  <a:lnTo>
                    <a:pt x="4120288" y="810376"/>
                  </a:lnTo>
                  <a:lnTo>
                    <a:pt x="4120382" y="810376"/>
                  </a:lnTo>
                  <a:lnTo>
                    <a:pt x="4120476" y="810376"/>
                  </a:lnTo>
                  <a:lnTo>
                    <a:pt x="4120570" y="810376"/>
                  </a:lnTo>
                  <a:lnTo>
                    <a:pt x="4120664" y="810376"/>
                  </a:lnTo>
                  <a:lnTo>
                    <a:pt x="4120758" y="810376"/>
                  </a:lnTo>
                  <a:lnTo>
                    <a:pt x="4120853" y="810376"/>
                  </a:lnTo>
                  <a:lnTo>
                    <a:pt x="4120947" y="810376"/>
                  </a:lnTo>
                  <a:lnTo>
                    <a:pt x="4121041" y="810376"/>
                  </a:lnTo>
                  <a:lnTo>
                    <a:pt x="4121135" y="810376"/>
                  </a:lnTo>
                  <a:lnTo>
                    <a:pt x="4121229" y="810376"/>
                  </a:lnTo>
                  <a:lnTo>
                    <a:pt x="4121323" y="810376"/>
                  </a:lnTo>
                  <a:lnTo>
                    <a:pt x="4121417" y="810376"/>
                  </a:lnTo>
                  <a:lnTo>
                    <a:pt x="4121512" y="810376"/>
                  </a:lnTo>
                  <a:lnTo>
                    <a:pt x="4121606" y="810376"/>
                  </a:lnTo>
                  <a:lnTo>
                    <a:pt x="4121700" y="810376"/>
                  </a:lnTo>
                  <a:lnTo>
                    <a:pt x="4121794" y="810376"/>
                  </a:lnTo>
                  <a:lnTo>
                    <a:pt x="4121888" y="810376"/>
                  </a:lnTo>
                  <a:lnTo>
                    <a:pt x="4121982" y="810376"/>
                  </a:lnTo>
                  <a:lnTo>
                    <a:pt x="4122076" y="810376"/>
                  </a:lnTo>
                  <a:lnTo>
                    <a:pt x="4122171" y="810376"/>
                  </a:lnTo>
                  <a:lnTo>
                    <a:pt x="4122265" y="810376"/>
                  </a:lnTo>
                  <a:lnTo>
                    <a:pt x="4122359" y="810376"/>
                  </a:lnTo>
                  <a:lnTo>
                    <a:pt x="4122453" y="810376"/>
                  </a:lnTo>
                  <a:lnTo>
                    <a:pt x="4122547" y="810376"/>
                  </a:lnTo>
                  <a:lnTo>
                    <a:pt x="4122641" y="810376"/>
                  </a:lnTo>
                  <a:lnTo>
                    <a:pt x="4122736" y="810376"/>
                  </a:lnTo>
                  <a:lnTo>
                    <a:pt x="4122830" y="810376"/>
                  </a:lnTo>
                  <a:lnTo>
                    <a:pt x="4122924" y="810376"/>
                  </a:lnTo>
                  <a:lnTo>
                    <a:pt x="4123018" y="810376"/>
                  </a:lnTo>
                  <a:lnTo>
                    <a:pt x="4123112" y="810376"/>
                  </a:lnTo>
                  <a:lnTo>
                    <a:pt x="4123206" y="810376"/>
                  </a:lnTo>
                  <a:lnTo>
                    <a:pt x="4123300" y="810376"/>
                  </a:lnTo>
                  <a:lnTo>
                    <a:pt x="4123395" y="810376"/>
                  </a:lnTo>
                  <a:lnTo>
                    <a:pt x="4123489" y="810376"/>
                  </a:lnTo>
                  <a:lnTo>
                    <a:pt x="4123583" y="810376"/>
                  </a:lnTo>
                  <a:lnTo>
                    <a:pt x="4123677" y="810376"/>
                  </a:lnTo>
                  <a:lnTo>
                    <a:pt x="4123771" y="810376"/>
                  </a:lnTo>
                  <a:lnTo>
                    <a:pt x="4123865" y="810376"/>
                  </a:lnTo>
                  <a:lnTo>
                    <a:pt x="4123960" y="810376"/>
                  </a:lnTo>
                  <a:lnTo>
                    <a:pt x="4124054" y="810376"/>
                  </a:lnTo>
                  <a:lnTo>
                    <a:pt x="4124148" y="810376"/>
                  </a:lnTo>
                  <a:lnTo>
                    <a:pt x="4124242" y="810376"/>
                  </a:lnTo>
                  <a:lnTo>
                    <a:pt x="4124336" y="810376"/>
                  </a:lnTo>
                  <a:lnTo>
                    <a:pt x="4124430" y="810376"/>
                  </a:lnTo>
                  <a:lnTo>
                    <a:pt x="4124524" y="810376"/>
                  </a:lnTo>
                  <a:lnTo>
                    <a:pt x="4124619" y="810376"/>
                  </a:lnTo>
                  <a:lnTo>
                    <a:pt x="4124713" y="810376"/>
                  </a:lnTo>
                  <a:lnTo>
                    <a:pt x="4124807" y="810376"/>
                  </a:lnTo>
                  <a:lnTo>
                    <a:pt x="4124901" y="810376"/>
                  </a:lnTo>
                  <a:lnTo>
                    <a:pt x="4124995" y="810376"/>
                  </a:lnTo>
                  <a:lnTo>
                    <a:pt x="4125089" y="810376"/>
                  </a:lnTo>
                  <a:lnTo>
                    <a:pt x="4125184" y="810376"/>
                  </a:lnTo>
                  <a:lnTo>
                    <a:pt x="4125278" y="810376"/>
                  </a:lnTo>
                  <a:lnTo>
                    <a:pt x="4125372" y="810376"/>
                  </a:lnTo>
                  <a:lnTo>
                    <a:pt x="4125466" y="810376"/>
                  </a:lnTo>
                  <a:lnTo>
                    <a:pt x="4125560" y="810376"/>
                  </a:lnTo>
                  <a:lnTo>
                    <a:pt x="4125654" y="810376"/>
                  </a:lnTo>
                  <a:lnTo>
                    <a:pt x="4125748" y="810376"/>
                  </a:lnTo>
                  <a:lnTo>
                    <a:pt x="4125843" y="810376"/>
                  </a:lnTo>
                  <a:lnTo>
                    <a:pt x="4125937" y="810376"/>
                  </a:lnTo>
                  <a:lnTo>
                    <a:pt x="4126031" y="810376"/>
                  </a:lnTo>
                  <a:lnTo>
                    <a:pt x="4126125" y="810376"/>
                  </a:lnTo>
                  <a:lnTo>
                    <a:pt x="4126219" y="810376"/>
                  </a:lnTo>
                  <a:lnTo>
                    <a:pt x="4126313" y="810376"/>
                  </a:lnTo>
                  <a:lnTo>
                    <a:pt x="4126407" y="810376"/>
                  </a:lnTo>
                  <a:lnTo>
                    <a:pt x="4126502" y="810376"/>
                  </a:lnTo>
                  <a:lnTo>
                    <a:pt x="4126596" y="810376"/>
                  </a:lnTo>
                  <a:lnTo>
                    <a:pt x="4126690" y="810376"/>
                  </a:lnTo>
                  <a:lnTo>
                    <a:pt x="4126784" y="810376"/>
                  </a:lnTo>
                  <a:lnTo>
                    <a:pt x="4126878" y="810376"/>
                  </a:lnTo>
                  <a:lnTo>
                    <a:pt x="4126972" y="810376"/>
                  </a:lnTo>
                  <a:lnTo>
                    <a:pt x="4127067" y="810376"/>
                  </a:lnTo>
                  <a:lnTo>
                    <a:pt x="4127161" y="810376"/>
                  </a:lnTo>
                  <a:lnTo>
                    <a:pt x="4127255" y="810376"/>
                  </a:lnTo>
                  <a:lnTo>
                    <a:pt x="4127349" y="810376"/>
                  </a:lnTo>
                  <a:lnTo>
                    <a:pt x="4127443" y="810376"/>
                  </a:lnTo>
                  <a:lnTo>
                    <a:pt x="4127537" y="810376"/>
                  </a:lnTo>
                  <a:lnTo>
                    <a:pt x="4127631" y="810376"/>
                  </a:lnTo>
                  <a:lnTo>
                    <a:pt x="4127726" y="810376"/>
                  </a:lnTo>
                  <a:lnTo>
                    <a:pt x="4127820" y="810376"/>
                  </a:lnTo>
                  <a:lnTo>
                    <a:pt x="4127914" y="810376"/>
                  </a:lnTo>
                  <a:lnTo>
                    <a:pt x="4128008" y="810376"/>
                  </a:lnTo>
                  <a:lnTo>
                    <a:pt x="4128102" y="810376"/>
                  </a:lnTo>
                  <a:lnTo>
                    <a:pt x="4128196" y="810376"/>
                  </a:lnTo>
                  <a:lnTo>
                    <a:pt x="4128291" y="810376"/>
                  </a:lnTo>
                  <a:lnTo>
                    <a:pt x="4128385" y="810376"/>
                  </a:lnTo>
                  <a:lnTo>
                    <a:pt x="4128479" y="810376"/>
                  </a:lnTo>
                  <a:lnTo>
                    <a:pt x="4128573" y="810376"/>
                  </a:lnTo>
                  <a:lnTo>
                    <a:pt x="4128667" y="810376"/>
                  </a:lnTo>
                  <a:lnTo>
                    <a:pt x="4128761" y="810376"/>
                  </a:lnTo>
                  <a:lnTo>
                    <a:pt x="4128855" y="810376"/>
                  </a:lnTo>
                  <a:lnTo>
                    <a:pt x="4128950" y="810376"/>
                  </a:lnTo>
                  <a:lnTo>
                    <a:pt x="4129044" y="810376"/>
                  </a:lnTo>
                  <a:lnTo>
                    <a:pt x="4129138" y="810376"/>
                  </a:lnTo>
                  <a:lnTo>
                    <a:pt x="4129232" y="810376"/>
                  </a:lnTo>
                  <a:lnTo>
                    <a:pt x="4129326" y="810376"/>
                  </a:lnTo>
                  <a:lnTo>
                    <a:pt x="4129420" y="810376"/>
                  </a:lnTo>
                  <a:lnTo>
                    <a:pt x="4129515" y="810376"/>
                  </a:lnTo>
                  <a:lnTo>
                    <a:pt x="4129609" y="810376"/>
                  </a:lnTo>
                  <a:lnTo>
                    <a:pt x="4129703" y="810376"/>
                  </a:lnTo>
                  <a:lnTo>
                    <a:pt x="4129797" y="810376"/>
                  </a:lnTo>
                  <a:lnTo>
                    <a:pt x="4129891" y="810376"/>
                  </a:lnTo>
                  <a:lnTo>
                    <a:pt x="4129985" y="810376"/>
                  </a:lnTo>
                  <a:lnTo>
                    <a:pt x="4130079" y="810376"/>
                  </a:lnTo>
                  <a:lnTo>
                    <a:pt x="4130174" y="810376"/>
                  </a:lnTo>
                  <a:lnTo>
                    <a:pt x="4130268" y="810376"/>
                  </a:lnTo>
                  <a:lnTo>
                    <a:pt x="4130362" y="810376"/>
                  </a:lnTo>
                  <a:lnTo>
                    <a:pt x="4130456" y="810376"/>
                  </a:lnTo>
                  <a:lnTo>
                    <a:pt x="4130550" y="810376"/>
                  </a:lnTo>
                  <a:lnTo>
                    <a:pt x="4130644" y="810376"/>
                  </a:lnTo>
                  <a:lnTo>
                    <a:pt x="4130738" y="810376"/>
                  </a:lnTo>
                  <a:lnTo>
                    <a:pt x="4130833" y="810376"/>
                  </a:lnTo>
                  <a:lnTo>
                    <a:pt x="4130927" y="810376"/>
                  </a:lnTo>
                  <a:lnTo>
                    <a:pt x="4131021" y="810376"/>
                  </a:lnTo>
                  <a:lnTo>
                    <a:pt x="4131115" y="810376"/>
                  </a:lnTo>
                  <a:lnTo>
                    <a:pt x="4131209" y="810376"/>
                  </a:lnTo>
                  <a:lnTo>
                    <a:pt x="4131303" y="810376"/>
                  </a:lnTo>
                  <a:lnTo>
                    <a:pt x="4131398" y="810376"/>
                  </a:lnTo>
                  <a:lnTo>
                    <a:pt x="4131492" y="810376"/>
                  </a:lnTo>
                  <a:lnTo>
                    <a:pt x="4131586" y="810376"/>
                  </a:lnTo>
                  <a:lnTo>
                    <a:pt x="4131680" y="810376"/>
                  </a:lnTo>
                  <a:lnTo>
                    <a:pt x="4131774" y="810376"/>
                  </a:lnTo>
                  <a:lnTo>
                    <a:pt x="4131868" y="810376"/>
                  </a:lnTo>
                  <a:lnTo>
                    <a:pt x="4131962" y="810376"/>
                  </a:lnTo>
                  <a:lnTo>
                    <a:pt x="4132057" y="810376"/>
                  </a:lnTo>
                  <a:lnTo>
                    <a:pt x="4132151" y="810376"/>
                  </a:lnTo>
                  <a:lnTo>
                    <a:pt x="4132245" y="810376"/>
                  </a:lnTo>
                  <a:lnTo>
                    <a:pt x="4132339" y="810376"/>
                  </a:lnTo>
                  <a:lnTo>
                    <a:pt x="4132433" y="810376"/>
                  </a:lnTo>
                  <a:lnTo>
                    <a:pt x="4132527" y="810376"/>
                  </a:lnTo>
                  <a:lnTo>
                    <a:pt x="4132622" y="810376"/>
                  </a:lnTo>
                  <a:lnTo>
                    <a:pt x="4132716" y="810376"/>
                  </a:lnTo>
                  <a:lnTo>
                    <a:pt x="4132810" y="810376"/>
                  </a:lnTo>
                  <a:lnTo>
                    <a:pt x="4132904" y="810376"/>
                  </a:lnTo>
                  <a:lnTo>
                    <a:pt x="4132998" y="810376"/>
                  </a:lnTo>
                  <a:lnTo>
                    <a:pt x="4133092" y="810376"/>
                  </a:lnTo>
                  <a:lnTo>
                    <a:pt x="4133186" y="810376"/>
                  </a:lnTo>
                  <a:lnTo>
                    <a:pt x="4133281" y="810376"/>
                  </a:lnTo>
                  <a:lnTo>
                    <a:pt x="4133375" y="810376"/>
                  </a:lnTo>
                  <a:lnTo>
                    <a:pt x="4133469" y="810376"/>
                  </a:lnTo>
                  <a:lnTo>
                    <a:pt x="4133563" y="810376"/>
                  </a:lnTo>
                  <a:lnTo>
                    <a:pt x="4133657" y="810376"/>
                  </a:lnTo>
                  <a:lnTo>
                    <a:pt x="4133751" y="810376"/>
                  </a:lnTo>
                  <a:lnTo>
                    <a:pt x="4133846" y="810376"/>
                  </a:lnTo>
                  <a:lnTo>
                    <a:pt x="4133940" y="810376"/>
                  </a:lnTo>
                  <a:lnTo>
                    <a:pt x="4134034" y="810376"/>
                  </a:lnTo>
                  <a:lnTo>
                    <a:pt x="4134128" y="810376"/>
                  </a:lnTo>
                  <a:lnTo>
                    <a:pt x="4134222" y="810376"/>
                  </a:lnTo>
                  <a:lnTo>
                    <a:pt x="4134316" y="810376"/>
                  </a:lnTo>
                  <a:lnTo>
                    <a:pt x="4134410" y="810376"/>
                  </a:lnTo>
                  <a:lnTo>
                    <a:pt x="4134505" y="810376"/>
                  </a:lnTo>
                  <a:lnTo>
                    <a:pt x="4134599" y="810376"/>
                  </a:lnTo>
                  <a:lnTo>
                    <a:pt x="4134693" y="810376"/>
                  </a:lnTo>
                  <a:lnTo>
                    <a:pt x="4134787" y="810376"/>
                  </a:lnTo>
                  <a:lnTo>
                    <a:pt x="4134881" y="810376"/>
                  </a:lnTo>
                  <a:lnTo>
                    <a:pt x="4134975" y="810376"/>
                  </a:lnTo>
                  <a:lnTo>
                    <a:pt x="4135069" y="810376"/>
                  </a:lnTo>
                  <a:lnTo>
                    <a:pt x="4135164" y="810376"/>
                  </a:lnTo>
                  <a:lnTo>
                    <a:pt x="4135258" y="810376"/>
                  </a:lnTo>
                  <a:lnTo>
                    <a:pt x="4135352" y="810376"/>
                  </a:lnTo>
                  <a:lnTo>
                    <a:pt x="4135446" y="810376"/>
                  </a:lnTo>
                  <a:lnTo>
                    <a:pt x="4135540" y="810376"/>
                  </a:lnTo>
                  <a:lnTo>
                    <a:pt x="4135634" y="810376"/>
                  </a:lnTo>
                  <a:lnTo>
                    <a:pt x="4135729" y="810376"/>
                  </a:lnTo>
                  <a:lnTo>
                    <a:pt x="4135823" y="810376"/>
                  </a:lnTo>
                  <a:lnTo>
                    <a:pt x="4135823" y="805465"/>
                  </a:lnTo>
                  <a:lnTo>
                    <a:pt x="4135917" y="805465"/>
                  </a:lnTo>
                  <a:lnTo>
                    <a:pt x="4136011" y="805465"/>
                  </a:lnTo>
                  <a:lnTo>
                    <a:pt x="4136105" y="805465"/>
                  </a:lnTo>
                  <a:lnTo>
                    <a:pt x="4136199" y="805465"/>
                  </a:lnTo>
                  <a:lnTo>
                    <a:pt x="4136293" y="805465"/>
                  </a:lnTo>
                  <a:lnTo>
                    <a:pt x="4136388" y="805465"/>
                  </a:lnTo>
                  <a:lnTo>
                    <a:pt x="4136482" y="805465"/>
                  </a:lnTo>
                  <a:lnTo>
                    <a:pt x="4136576" y="805465"/>
                  </a:lnTo>
                  <a:lnTo>
                    <a:pt x="4136670" y="805465"/>
                  </a:lnTo>
                  <a:lnTo>
                    <a:pt x="4136764" y="805465"/>
                  </a:lnTo>
                  <a:lnTo>
                    <a:pt x="4136858" y="805465"/>
                  </a:lnTo>
                  <a:lnTo>
                    <a:pt x="4136953" y="805465"/>
                  </a:lnTo>
                  <a:lnTo>
                    <a:pt x="4137047" y="805465"/>
                  </a:lnTo>
                  <a:lnTo>
                    <a:pt x="4137141" y="805465"/>
                  </a:lnTo>
                  <a:lnTo>
                    <a:pt x="4137235" y="805465"/>
                  </a:lnTo>
                  <a:lnTo>
                    <a:pt x="4137329" y="805465"/>
                  </a:lnTo>
                  <a:lnTo>
                    <a:pt x="4137423" y="805465"/>
                  </a:lnTo>
                  <a:lnTo>
                    <a:pt x="4137517" y="805465"/>
                  </a:lnTo>
                  <a:lnTo>
                    <a:pt x="4137612" y="805465"/>
                  </a:lnTo>
                  <a:lnTo>
                    <a:pt x="4137706" y="805465"/>
                  </a:lnTo>
                  <a:lnTo>
                    <a:pt x="4137800" y="805465"/>
                  </a:lnTo>
                  <a:lnTo>
                    <a:pt x="4137894" y="805465"/>
                  </a:lnTo>
                  <a:lnTo>
                    <a:pt x="4137988" y="805465"/>
                  </a:lnTo>
                  <a:lnTo>
                    <a:pt x="4138082" y="805465"/>
                  </a:lnTo>
                  <a:lnTo>
                    <a:pt x="4138177" y="805465"/>
                  </a:lnTo>
                  <a:lnTo>
                    <a:pt x="4138271" y="805465"/>
                  </a:lnTo>
                  <a:lnTo>
                    <a:pt x="4138365" y="805465"/>
                  </a:lnTo>
                  <a:lnTo>
                    <a:pt x="4138459" y="805465"/>
                  </a:lnTo>
                  <a:lnTo>
                    <a:pt x="4138553" y="805465"/>
                  </a:lnTo>
                  <a:lnTo>
                    <a:pt x="4138647" y="805465"/>
                  </a:lnTo>
                  <a:lnTo>
                    <a:pt x="4138741" y="805465"/>
                  </a:lnTo>
                  <a:lnTo>
                    <a:pt x="4138836" y="805465"/>
                  </a:lnTo>
                  <a:lnTo>
                    <a:pt x="4138930" y="805465"/>
                  </a:lnTo>
                  <a:lnTo>
                    <a:pt x="4139024" y="805465"/>
                  </a:lnTo>
                  <a:lnTo>
                    <a:pt x="4139118" y="805465"/>
                  </a:lnTo>
                  <a:lnTo>
                    <a:pt x="4139212" y="805465"/>
                  </a:lnTo>
                  <a:lnTo>
                    <a:pt x="4139306" y="805465"/>
                  </a:lnTo>
                  <a:lnTo>
                    <a:pt x="4139400" y="805465"/>
                  </a:lnTo>
                  <a:lnTo>
                    <a:pt x="4139495" y="805465"/>
                  </a:lnTo>
                  <a:lnTo>
                    <a:pt x="4139589" y="805465"/>
                  </a:lnTo>
                  <a:lnTo>
                    <a:pt x="4139683" y="805465"/>
                  </a:lnTo>
                  <a:lnTo>
                    <a:pt x="4139777" y="805465"/>
                  </a:lnTo>
                  <a:lnTo>
                    <a:pt x="4139871" y="805465"/>
                  </a:lnTo>
                  <a:lnTo>
                    <a:pt x="4139965" y="805465"/>
                  </a:lnTo>
                  <a:lnTo>
                    <a:pt x="4140060" y="805465"/>
                  </a:lnTo>
                  <a:lnTo>
                    <a:pt x="4140154" y="805465"/>
                  </a:lnTo>
                  <a:lnTo>
                    <a:pt x="4140248" y="805465"/>
                  </a:lnTo>
                  <a:lnTo>
                    <a:pt x="4140342" y="805465"/>
                  </a:lnTo>
                  <a:lnTo>
                    <a:pt x="4140342" y="800554"/>
                  </a:lnTo>
                  <a:lnTo>
                    <a:pt x="4140436" y="800554"/>
                  </a:lnTo>
                  <a:lnTo>
                    <a:pt x="4140530" y="800554"/>
                  </a:lnTo>
                  <a:lnTo>
                    <a:pt x="4140624" y="800554"/>
                  </a:lnTo>
                  <a:lnTo>
                    <a:pt x="4140719" y="800554"/>
                  </a:lnTo>
                  <a:lnTo>
                    <a:pt x="4140813" y="800554"/>
                  </a:lnTo>
                  <a:lnTo>
                    <a:pt x="4140907" y="800554"/>
                  </a:lnTo>
                  <a:lnTo>
                    <a:pt x="4141001" y="800554"/>
                  </a:lnTo>
                  <a:lnTo>
                    <a:pt x="4141095" y="800554"/>
                  </a:lnTo>
                  <a:lnTo>
                    <a:pt x="4141189" y="800554"/>
                  </a:lnTo>
                  <a:lnTo>
                    <a:pt x="4141284" y="800554"/>
                  </a:lnTo>
                  <a:lnTo>
                    <a:pt x="4141378" y="800554"/>
                  </a:lnTo>
                  <a:lnTo>
                    <a:pt x="4141472" y="800554"/>
                  </a:lnTo>
                  <a:lnTo>
                    <a:pt x="4141566" y="800554"/>
                  </a:lnTo>
                  <a:lnTo>
                    <a:pt x="4141660" y="800554"/>
                  </a:lnTo>
                  <a:lnTo>
                    <a:pt x="4141754" y="800554"/>
                  </a:lnTo>
                  <a:lnTo>
                    <a:pt x="4141848" y="800554"/>
                  </a:lnTo>
                  <a:lnTo>
                    <a:pt x="4141943" y="800554"/>
                  </a:lnTo>
                  <a:lnTo>
                    <a:pt x="4142037" y="800554"/>
                  </a:lnTo>
                  <a:lnTo>
                    <a:pt x="4142131" y="800554"/>
                  </a:lnTo>
                  <a:lnTo>
                    <a:pt x="4142225" y="800554"/>
                  </a:lnTo>
                  <a:lnTo>
                    <a:pt x="4142319" y="800554"/>
                  </a:lnTo>
                  <a:lnTo>
                    <a:pt x="4142413" y="800554"/>
                  </a:lnTo>
                  <a:lnTo>
                    <a:pt x="4142508" y="800554"/>
                  </a:lnTo>
                  <a:lnTo>
                    <a:pt x="4142602" y="800554"/>
                  </a:lnTo>
                  <a:lnTo>
                    <a:pt x="4142696" y="800554"/>
                  </a:lnTo>
                  <a:lnTo>
                    <a:pt x="4142790" y="800554"/>
                  </a:lnTo>
                  <a:lnTo>
                    <a:pt x="4142884" y="800554"/>
                  </a:lnTo>
                  <a:lnTo>
                    <a:pt x="4142978" y="800554"/>
                  </a:lnTo>
                  <a:lnTo>
                    <a:pt x="4143072" y="800554"/>
                  </a:lnTo>
                  <a:lnTo>
                    <a:pt x="4143072" y="795642"/>
                  </a:lnTo>
                  <a:lnTo>
                    <a:pt x="4143167" y="795642"/>
                  </a:lnTo>
                  <a:lnTo>
                    <a:pt x="4143261" y="795642"/>
                  </a:lnTo>
                  <a:lnTo>
                    <a:pt x="4143355" y="795642"/>
                  </a:lnTo>
                  <a:lnTo>
                    <a:pt x="4143449" y="795642"/>
                  </a:lnTo>
                  <a:lnTo>
                    <a:pt x="4143543" y="795642"/>
                  </a:lnTo>
                  <a:lnTo>
                    <a:pt x="4143637" y="795642"/>
                  </a:lnTo>
                  <a:lnTo>
                    <a:pt x="4143731" y="795642"/>
                  </a:lnTo>
                  <a:lnTo>
                    <a:pt x="4143826" y="795642"/>
                  </a:lnTo>
                  <a:lnTo>
                    <a:pt x="4143920" y="795642"/>
                  </a:lnTo>
                  <a:lnTo>
                    <a:pt x="4144014" y="795642"/>
                  </a:lnTo>
                  <a:lnTo>
                    <a:pt x="4144108" y="795642"/>
                  </a:lnTo>
                  <a:lnTo>
                    <a:pt x="4144202" y="795642"/>
                  </a:lnTo>
                  <a:lnTo>
                    <a:pt x="4144296" y="795642"/>
                  </a:lnTo>
                  <a:lnTo>
                    <a:pt x="4144391" y="795642"/>
                  </a:lnTo>
                  <a:lnTo>
                    <a:pt x="4144485" y="795642"/>
                  </a:lnTo>
                  <a:lnTo>
                    <a:pt x="4144579" y="795642"/>
                  </a:lnTo>
                  <a:lnTo>
                    <a:pt x="4144673" y="795642"/>
                  </a:lnTo>
                  <a:lnTo>
                    <a:pt x="4144767" y="795642"/>
                  </a:lnTo>
                  <a:lnTo>
                    <a:pt x="4144767" y="790731"/>
                  </a:lnTo>
                  <a:lnTo>
                    <a:pt x="4144861" y="790731"/>
                  </a:lnTo>
                  <a:lnTo>
                    <a:pt x="4144955" y="790731"/>
                  </a:lnTo>
                  <a:lnTo>
                    <a:pt x="4145050" y="790731"/>
                  </a:lnTo>
                  <a:lnTo>
                    <a:pt x="4145144" y="790731"/>
                  </a:lnTo>
                  <a:lnTo>
                    <a:pt x="4145238" y="790731"/>
                  </a:lnTo>
                  <a:lnTo>
                    <a:pt x="4145332" y="790731"/>
                  </a:lnTo>
                  <a:lnTo>
                    <a:pt x="4145426" y="790731"/>
                  </a:lnTo>
                  <a:lnTo>
                    <a:pt x="4145520" y="790731"/>
                  </a:lnTo>
                  <a:lnTo>
                    <a:pt x="4145615" y="790731"/>
                  </a:lnTo>
                  <a:lnTo>
                    <a:pt x="4145709" y="790731"/>
                  </a:lnTo>
                  <a:lnTo>
                    <a:pt x="4145803" y="790731"/>
                  </a:lnTo>
                  <a:lnTo>
                    <a:pt x="4145897" y="790731"/>
                  </a:lnTo>
                  <a:lnTo>
                    <a:pt x="4145991" y="790731"/>
                  </a:lnTo>
                  <a:lnTo>
                    <a:pt x="4146085" y="790731"/>
                  </a:lnTo>
                  <a:lnTo>
                    <a:pt x="4146179" y="790731"/>
                  </a:lnTo>
                  <a:lnTo>
                    <a:pt x="4146274" y="790731"/>
                  </a:lnTo>
                  <a:lnTo>
                    <a:pt x="4146368" y="790731"/>
                  </a:lnTo>
                  <a:lnTo>
                    <a:pt x="4146462" y="790731"/>
                  </a:lnTo>
                  <a:lnTo>
                    <a:pt x="4146556" y="790731"/>
                  </a:lnTo>
                  <a:lnTo>
                    <a:pt x="4146650" y="790731"/>
                  </a:lnTo>
                  <a:lnTo>
                    <a:pt x="4146744" y="790731"/>
                  </a:lnTo>
                  <a:lnTo>
                    <a:pt x="4146839" y="790731"/>
                  </a:lnTo>
                  <a:lnTo>
                    <a:pt x="4146933" y="790731"/>
                  </a:lnTo>
                  <a:lnTo>
                    <a:pt x="4147027" y="790731"/>
                  </a:lnTo>
                  <a:lnTo>
                    <a:pt x="4147121" y="790731"/>
                  </a:lnTo>
                  <a:lnTo>
                    <a:pt x="4147215" y="790731"/>
                  </a:lnTo>
                  <a:lnTo>
                    <a:pt x="4147309" y="790731"/>
                  </a:lnTo>
                  <a:lnTo>
                    <a:pt x="4147403" y="790731"/>
                  </a:lnTo>
                  <a:lnTo>
                    <a:pt x="4147498" y="790731"/>
                  </a:lnTo>
                  <a:lnTo>
                    <a:pt x="4147592" y="790731"/>
                  </a:lnTo>
                  <a:lnTo>
                    <a:pt x="4147686" y="790731"/>
                  </a:lnTo>
                  <a:lnTo>
                    <a:pt x="4147780" y="790731"/>
                  </a:lnTo>
                  <a:lnTo>
                    <a:pt x="4147874" y="790731"/>
                  </a:lnTo>
                  <a:lnTo>
                    <a:pt x="4147968" y="790731"/>
                  </a:lnTo>
                  <a:lnTo>
                    <a:pt x="4148062" y="790731"/>
                  </a:lnTo>
                  <a:lnTo>
                    <a:pt x="4148157" y="790731"/>
                  </a:lnTo>
                  <a:lnTo>
                    <a:pt x="4148251" y="790731"/>
                  </a:lnTo>
                  <a:lnTo>
                    <a:pt x="4148345" y="790731"/>
                  </a:lnTo>
                  <a:lnTo>
                    <a:pt x="4148439" y="790731"/>
                  </a:lnTo>
                  <a:lnTo>
                    <a:pt x="4148533" y="790731"/>
                  </a:lnTo>
                  <a:lnTo>
                    <a:pt x="4148627" y="790731"/>
                  </a:lnTo>
                  <a:lnTo>
                    <a:pt x="4148627" y="785819"/>
                  </a:lnTo>
                  <a:lnTo>
                    <a:pt x="4148722" y="785819"/>
                  </a:lnTo>
                  <a:lnTo>
                    <a:pt x="4148816" y="785819"/>
                  </a:lnTo>
                  <a:lnTo>
                    <a:pt x="4148910" y="785819"/>
                  </a:lnTo>
                  <a:lnTo>
                    <a:pt x="4149004" y="785819"/>
                  </a:lnTo>
                  <a:lnTo>
                    <a:pt x="4149098" y="785819"/>
                  </a:lnTo>
                  <a:lnTo>
                    <a:pt x="4149192" y="785819"/>
                  </a:lnTo>
                  <a:lnTo>
                    <a:pt x="4149286" y="785819"/>
                  </a:lnTo>
                  <a:lnTo>
                    <a:pt x="4149381" y="785819"/>
                  </a:lnTo>
                  <a:lnTo>
                    <a:pt x="4149475" y="785819"/>
                  </a:lnTo>
                  <a:lnTo>
                    <a:pt x="4149569" y="785819"/>
                  </a:lnTo>
                  <a:lnTo>
                    <a:pt x="4149663" y="785819"/>
                  </a:lnTo>
                  <a:lnTo>
                    <a:pt x="4149757" y="785819"/>
                  </a:lnTo>
                  <a:lnTo>
                    <a:pt x="4149851" y="785819"/>
                  </a:lnTo>
                  <a:lnTo>
                    <a:pt x="4149946" y="785819"/>
                  </a:lnTo>
                  <a:lnTo>
                    <a:pt x="4150040" y="785819"/>
                  </a:lnTo>
                  <a:lnTo>
                    <a:pt x="4150134" y="785819"/>
                  </a:lnTo>
                  <a:lnTo>
                    <a:pt x="4150228" y="785819"/>
                  </a:lnTo>
                  <a:lnTo>
                    <a:pt x="4150322" y="785819"/>
                  </a:lnTo>
                  <a:lnTo>
                    <a:pt x="4150416" y="785819"/>
                  </a:lnTo>
                  <a:lnTo>
                    <a:pt x="4150510" y="785819"/>
                  </a:lnTo>
                  <a:lnTo>
                    <a:pt x="4150605" y="785819"/>
                  </a:lnTo>
                  <a:lnTo>
                    <a:pt x="4150699" y="785819"/>
                  </a:lnTo>
                  <a:lnTo>
                    <a:pt x="4150793" y="785819"/>
                  </a:lnTo>
                  <a:lnTo>
                    <a:pt x="4150887" y="785819"/>
                  </a:lnTo>
                  <a:lnTo>
                    <a:pt x="4150981" y="785819"/>
                  </a:lnTo>
                  <a:lnTo>
                    <a:pt x="4151075" y="785819"/>
                  </a:lnTo>
                  <a:lnTo>
                    <a:pt x="4151170" y="785819"/>
                  </a:lnTo>
                  <a:lnTo>
                    <a:pt x="4151264" y="785819"/>
                  </a:lnTo>
                  <a:lnTo>
                    <a:pt x="4151358" y="785819"/>
                  </a:lnTo>
                  <a:lnTo>
                    <a:pt x="4151452" y="785819"/>
                  </a:lnTo>
                  <a:lnTo>
                    <a:pt x="4151546" y="785819"/>
                  </a:lnTo>
                  <a:lnTo>
                    <a:pt x="4151640" y="785819"/>
                  </a:lnTo>
                  <a:lnTo>
                    <a:pt x="4151734" y="785819"/>
                  </a:lnTo>
                  <a:lnTo>
                    <a:pt x="4151829" y="785819"/>
                  </a:lnTo>
                  <a:lnTo>
                    <a:pt x="4151923" y="785819"/>
                  </a:lnTo>
                  <a:lnTo>
                    <a:pt x="4152017" y="785819"/>
                  </a:lnTo>
                  <a:lnTo>
                    <a:pt x="4152111" y="785819"/>
                  </a:lnTo>
                  <a:lnTo>
                    <a:pt x="4152205" y="785819"/>
                  </a:lnTo>
                  <a:lnTo>
                    <a:pt x="4152299" y="785819"/>
                  </a:lnTo>
                  <a:lnTo>
                    <a:pt x="4152393" y="785819"/>
                  </a:lnTo>
                  <a:lnTo>
                    <a:pt x="4152488" y="785819"/>
                  </a:lnTo>
                  <a:lnTo>
                    <a:pt x="4152582" y="785819"/>
                  </a:lnTo>
                  <a:lnTo>
                    <a:pt x="4152676" y="785819"/>
                  </a:lnTo>
                  <a:lnTo>
                    <a:pt x="4152770" y="785819"/>
                  </a:lnTo>
                  <a:lnTo>
                    <a:pt x="4152864" y="785819"/>
                  </a:lnTo>
                  <a:lnTo>
                    <a:pt x="4152958" y="785819"/>
                  </a:lnTo>
                  <a:lnTo>
                    <a:pt x="4153053" y="785819"/>
                  </a:lnTo>
                  <a:lnTo>
                    <a:pt x="4153147" y="785819"/>
                  </a:lnTo>
                  <a:lnTo>
                    <a:pt x="4153241" y="785819"/>
                  </a:lnTo>
                  <a:lnTo>
                    <a:pt x="4153335" y="785819"/>
                  </a:lnTo>
                  <a:lnTo>
                    <a:pt x="4153429" y="785819"/>
                  </a:lnTo>
                  <a:lnTo>
                    <a:pt x="4153523" y="785819"/>
                  </a:lnTo>
                  <a:lnTo>
                    <a:pt x="4153617" y="785819"/>
                  </a:lnTo>
                  <a:lnTo>
                    <a:pt x="4153712" y="785819"/>
                  </a:lnTo>
                  <a:lnTo>
                    <a:pt x="4153806" y="785819"/>
                  </a:lnTo>
                  <a:lnTo>
                    <a:pt x="4153900" y="785819"/>
                  </a:lnTo>
                  <a:lnTo>
                    <a:pt x="4153994" y="785819"/>
                  </a:lnTo>
                  <a:lnTo>
                    <a:pt x="4154088" y="785819"/>
                  </a:lnTo>
                  <a:lnTo>
                    <a:pt x="4154182" y="785819"/>
                  </a:lnTo>
                  <a:lnTo>
                    <a:pt x="4154277" y="785819"/>
                  </a:lnTo>
                  <a:lnTo>
                    <a:pt x="4154371" y="785819"/>
                  </a:lnTo>
                  <a:lnTo>
                    <a:pt x="4154465" y="785819"/>
                  </a:lnTo>
                  <a:lnTo>
                    <a:pt x="4154559" y="785819"/>
                  </a:lnTo>
                  <a:lnTo>
                    <a:pt x="4154653" y="785819"/>
                  </a:lnTo>
                  <a:lnTo>
                    <a:pt x="4154747" y="785819"/>
                  </a:lnTo>
                  <a:lnTo>
                    <a:pt x="4154841" y="785819"/>
                  </a:lnTo>
                  <a:lnTo>
                    <a:pt x="4154936" y="785819"/>
                  </a:lnTo>
                  <a:lnTo>
                    <a:pt x="4155030" y="785819"/>
                  </a:lnTo>
                  <a:lnTo>
                    <a:pt x="4155124" y="785819"/>
                  </a:lnTo>
                  <a:lnTo>
                    <a:pt x="4155218" y="785819"/>
                  </a:lnTo>
                  <a:lnTo>
                    <a:pt x="4155312" y="785819"/>
                  </a:lnTo>
                  <a:lnTo>
                    <a:pt x="4155406" y="785819"/>
                  </a:lnTo>
                  <a:lnTo>
                    <a:pt x="4155501" y="785819"/>
                  </a:lnTo>
                  <a:lnTo>
                    <a:pt x="4155595" y="785819"/>
                  </a:lnTo>
                  <a:lnTo>
                    <a:pt x="4155689" y="785819"/>
                  </a:lnTo>
                  <a:lnTo>
                    <a:pt x="4155783" y="785819"/>
                  </a:lnTo>
                  <a:lnTo>
                    <a:pt x="4155877" y="785819"/>
                  </a:lnTo>
                  <a:lnTo>
                    <a:pt x="4155971" y="785819"/>
                  </a:lnTo>
                  <a:lnTo>
                    <a:pt x="4156065" y="785819"/>
                  </a:lnTo>
                  <a:lnTo>
                    <a:pt x="4156160" y="785819"/>
                  </a:lnTo>
                  <a:lnTo>
                    <a:pt x="4156254" y="785819"/>
                  </a:lnTo>
                  <a:lnTo>
                    <a:pt x="4156348" y="785819"/>
                  </a:lnTo>
                  <a:lnTo>
                    <a:pt x="4156348" y="780908"/>
                  </a:lnTo>
                  <a:lnTo>
                    <a:pt x="4156442" y="780908"/>
                  </a:lnTo>
                  <a:lnTo>
                    <a:pt x="4156536" y="780908"/>
                  </a:lnTo>
                  <a:lnTo>
                    <a:pt x="4156630" y="780908"/>
                  </a:lnTo>
                  <a:lnTo>
                    <a:pt x="4156724" y="780908"/>
                  </a:lnTo>
                  <a:lnTo>
                    <a:pt x="4156819" y="780908"/>
                  </a:lnTo>
                  <a:lnTo>
                    <a:pt x="4156913" y="780908"/>
                  </a:lnTo>
                  <a:lnTo>
                    <a:pt x="4157007" y="780908"/>
                  </a:lnTo>
                  <a:lnTo>
                    <a:pt x="4157101" y="780908"/>
                  </a:lnTo>
                  <a:lnTo>
                    <a:pt x="4157195" y="780908"/>
                  </a:lnTo>
                  <a:lnTo>
                    <a:pt x="4157289" y="780908"/>
                  </a:lnTo>
                  <a:lnTo>
                    <a:pt x="4157384" y="780908"/>
                  </a:lnTo>
                  <a:lnTo>
                    <a:pt x="4157478" y="780908"/>
                  </a:lnTo>
                  <a:lnTo>
                    <a:pt x="4157572" y="780908"/>
                  </a:lnTo>
                  <a:lnTo>
                    <a:pt x="4157666" y="780908"/>
                  </a:lnTo>
                  <a:lnTo>
                    <a:pt x="4157760" y="780908"/>
                  </a:lnTo>
                  <a:lnTo>
                    <a:pt x="4157854" y="780908"/>
                  </a:lnTo>
                  <a:lnTo>
                    <a:pt x="4157948" y="780908"/>
                  </a:lnTo>
                  <a:lnTo>
                    <a:pt x="4158043" y="780908"/>
                  </a:lnTo>
                  <a:lnTo>
                    <a:pt x="4158137" y="780908"/>
                  </a:lnTo>
                  <a:lnTo>
                    <a:pt x="4158231" y="780908"/>
                  </a:lnTo>
                  <a:lnTo>
                    <a:pt x="4158325" y="780908"/>
                  </a:lnTo>
                  <a:lnTo>
                    <a:pt x="4158419" y="780908"/>
                  </a:lnTo>
                  <a:lnTo>
                    <a:pt x="4158513" y="780908"/>
                  </a:lnTo>
                  <a:lnTo>
                    <a:pt x="4158608" y="780908"/>
                  </a:lnTo>
                  <a:lnTo>
                    <a:pt x="4158702" y="780908"/>
                  </a:lnTo>
                  <a:lnTo>
                    <a:pt x="4158796" y="780908"/>
                  </a:lnTo>
                  <a:lnTo>
                    <a:pt x="4158890" y="780908"/>
                  </a:lnTo>
                  <a:lnTo>
                    <a:pt x="4158984" y="780908"/>
                  </a:lnTo>
                  <a:lnTo>
                    <a:pt x="4159078" y="780908"/>
                  </a:lnTo>
                  <a:lnTo>
                    <a:pt x="4159172" y="780908"/>
                  </a:lnTo>
                  <a:lnTo>
                    <a:pt x="4159267" y="780908"/>
                  </a:lnTo>
                  <a:lnTo>
                    <a:pt x="4159361" y="780908"/>
                  </a:lnTo>
                  <a:lnTo>
                    <a:pt x="4159455" y="780908"/>
                  </a:lnTo>
                  <a:lnTo>
                    <a:pt x="4159549" y="780908"/>
                  </a:lnTo>
                  <a:lnTo>
                    <a:pt x="4159643" y="780908"/>
                  </a:lnTo>
                  <a:lnTo>
                    <a:pt x="4159737" y="780908"/>
                  </a:lnTo>
                  <a:lnTo>
                    <a:pt x="4159832" y="780908"/>
                  </a:lnTo>
                  <a:lnTo>
                    <a:pt x="4159926" y="780908"/>
                  </a:lnTo>
                  <a:lnTo>
                    <a:pt x="4160020" y="780908"/>
                  </a:lnTo>
                  <a:lnTo>
                    <a:pt x="4160114" y="780908"/>
                  </a:lnTo>
                  <a:lnTo>
                    <a:pt x="4160208" y="780908"/>
                  </a:lnTo>
                  <a:lnTo>
                    <a:pt x="4160302" y="780908"/>
                  </a:lnTo>
                  <a:lnTo>
                    <a:pt x="4160396" y="780908"/>
                  </a:lnTo>
                  <a:lnTo>
                    <a:pt x="4160491" y="780908"/>
                  </a:lnTo>
                  <a:lnTo>
                    <a:pt x="4160585" y="780908"/>
                  </a:lnTo>
                  <a:lnTo>
                    <a:pt x="4160679" y="780908"/>
                  </a:lnTo>
                  <a:lnTo>
                    <a:pt x="4160773" y="780908"/>
                  </a:lnTo>
                  <a:lnTo>
                    <a:pt x="4160867" y="780908"/>
                  </a:lnTo>
                  <a:lnTo>
                    <a:pt x="4160961" y="780908"/>
                  </a:lnTo>
                  <a:lnTo>
                    <a:pt x="4161055" y="780908"/>
                  </a:lnTo>
                  <a:lnTo>
                    <a:pt x="4161150" y="780908"/>
                  </a:lnTo>
                  <a:lnTo>
                    <a:pt x="4161244" y="780908"/>
                  </a:lnTo>
                  <a:lnTo>
                    <a:pt x="4161338" y="780908"/>
                  </a:lnTo>
                  <a:lnTo>
                    <a:pt x="4161432" y="780908"/>
                  </a:lnTo>
                  <a:lnTo>
                    <a:pt x="4161526" y="780908"/>
                  </a:lnTo>
                  <a:lnTo>
                    <a:pt x="4161620" y="780908"/>
                  </a:lnTo>
                  <a:lnTo>
                    <a:pt x="4161715" y="780908"/>
                  </a:lnTo>
                  <a:lnTo>
                    <a:pt x="4161809" y="780908"/>
                  </a:lnTo>
                  <a:lnTo>
                    <a:pt x="4161903" y="780908"/>
                  </a:lnTo>
                  <a:lnTo>
                    <a:pt x="4161997" y="780908"/>
                  </a:lnTo>
                  <a:lnTo>
                    <a:pt x="4162091" y="780908"/>
                  </a:lnTo>
                  <a:lnTo>
                    <a:pt x="4162185" y="780908"/>
                  </a:lnTo>
                  <a:lnTo>
                    <a:pt x="4162279" y="780908"/>
                  </a:lnTo>
                  <a:lnTo>
                    <a:pt x="4162374" y="780908"/>
                  </a:lnTo>
                  <a:lnTo>
                    <a:pt x="4162468" y="780908"/>
                  </a:lnTo>
                  <a:lnTo>
                    <a:pt x="4162562" y="780908"/>
                  </a:lnTo>
                  <a:lnTo>
                    <a:pt x="4162656" y="780908"/>
                  </a:lnTo>
                  <a:lnTo>
                    <a:pt x="4162750" y="780908"/>
                  </a:lnTo>
                  <a:lnTo>
                    <a:pt x="4162844" y="780908"/>
                  </a:lnTo>
                  <a:lnTo>
                    <a:pt x="4162939" y="780908"/>
                  </a:lnTo>
                  <a:lnTo>
                    <a:pt x="4163033" y="780908"/>
                  </a:lnTo>
                  <a:lnTo>
                    <a:pt x="4163127" y="780908"/>
                  </a:lnTo>
                  <a:lnTo>
                    <a:pt x="4163221" y="780908"/>
                  </a:lnTo>
                  <a:lnTo>
                    <a:pt x="4163315" y="780908"/>
                  </a:lnTo>
                  <a:lnTo>
                    <a:pt x="4163409" y="780908"/>
                  </a:lnTo>
                  <a:lnTo>
                    <a:pt x="4163503" y="780908"/>
                  </a:lnTo>
                  <a:lnTo>
                    <a:pt x="4163598" y="780908"/>
                  </a:lnTo>
                  <a:lnTo>
                    <a:pt x="4163692" y="780908"/>
                  </a:lnTo>
                  <a:lnTo>
                    <a:pt x="4163786" y="780908"/>
                  </a:lnTo>
                  <a:lnTo>
                    <a:pt x="4163880" y="780908"/>
                  </a:lnTo>
                  <a:lnTo>
                    <a:pt x="4163974" y="780908"/>
                  </a:lnTo>
                  <a:lnTo>
                    <a:pt x="4164068" y="780908"/>
                  </a:lnTo>
                  <a:lnTo>
                    <a:pt x="4164163" y="780908"/>
                  </a:lnTo>
                  <a:lnTo>
                    <a:pt x="4164257" y="780908"/>
                  </a:lnTo>
                  <a:lnTo>
                    <a:pt x="4164351" y="780908"/>
                  </a:lnTo>
                  <a:lnTo>
                    <a:pt x="4164445" y="780908"/>
                  </a:lnTo>
                  <a:lnTo>
                    <a:pt x="4164539" y="780908"/>
                  </a:lnTo>
                  <a:lnTo>
                    <a:pt x="4164633" y="780908"/>
                  </a:lnTo>
                  <a:lnTo>
                    <a:pt x="4164727" y="780908"/>
                  </a:lnTo>
                  <a:lnTo>
                    <a:pt x="4164822" y="780908"/>
                  </a:lnTo>
                  <a:lnTo>
                    <a:pt x="4164916" y="780908"/>
                  </a:lnTo>
                  <a:lnTo>
                    <a:pt x="4165010" y="780908"/>
                  </a:lnTo>
                  <a:lnTo>
                    <a:pt x="4165104" y="780908"/>
                  </a:lnTo>
                  <a:lnTo>
                    <a:pt x="4165198" y="780908"/>
                  </a:lnTo>
                  <a:lnTo>
                    <a:pt x="4165292" y="780908"/>
                  </a:lnTo>
                  <a:lnTo>
                    <a:pt x="4165386" y="780908"/>
                  </a:lnTo>
                  <a:lnTo>
                    <a:pt x="4165481" y="780908"/>
                  </a:lnTo>
                  <a:lnTo>
                    <a:pt x="4165575" y="780908"/>
                  </a:lnTo>
                  <a:lnTo>
                    <a:pt x="4165669" y="780908"/>
                  </a:lnTo>
                  <a:lnTo>
                    <a:pt x="4165763" y="780908"/>
                  </a:lnTo>
                  <a:lnTo>
                    <a:pt x="4165857" y="780908"/>
                  </a:lnTo>
                  <a:lnTo>
                    <a:pt x="4165951" y="780908"/>
                  </a:lnTo>
                  <a:lnTo>
                    <a:pt x="4166046" y="780908"/>
                  </a:lnTo>
                  <a:lnTo>
                    <a:pt x="4166140" y="780908"/>
                  </a:lnTo>
                  <a:lnTo>
                    <a:pt x="4166140" y="775997"/>
                  </a:lnTo>
                  <a:lnTo>
                    <a:pt x="4166234" y="775997"/>
                  </a:lnTo>
                  <a:lnTo>
                    <a:pt x="4166328" y="775997"/>
                  </a:lnTo>
                  <a:lnTo>
                    <a:pt x="4166422" y="775997"/>
                  </a:lnTo>
                  <a:lnTo>
                    <a:pt x="4166516" y="775997"/>
                  </a:lnTo>
                  <a:lnTo>
                    <a:pt x="4166610" y="775997"/>
                  </a:lnTo>
                  <a:lnTo>
                    <a:pt x="4166705" y="775997"/>
                  </a:lnTo>
                  <a:lnTo>
                    <a:pt x="4166799" y="775997"/>
                  </a:lnTo>
                  <a:lnTo>
                    <a:pt x="4166893" y="775997"/>
                  </a:lnTo>
                  <a:lnTo>
                    <a:pt x="4166987" y="775997"/>
                  </a:lnTo>
                  <a:lnTo>
                    <a:pt x="4167081" y="775997"/>
                  </a:lnTo>
                  <a:lnTo>
                    <a:pt x="4167175" y="775997"/>
                  </a:lnTo>
                  <a:lnTo>
                    <a:pt x="4167270" y="775997"/>
                  </a:lnTo>
                  <a:lnTo>
                    <a:pt x="4167364" y="775997"/>
                  </a:lnTo>
                  <a:lnTo>
                    <a:pt x="4167458" y="775997"/>
                  </a:lnTo>
                  <a:lnTo>
                    <a:pt x="4167552" y="775997"/>
                  </a:lnTo>
                  <a:lnTo>
                    <a:pt x="4167646" y="775997"/>
                  </a:lnTo>
                  <a:lnTo>
                    <a:pt x="4167740" y="775997"/>
                  </a:lnTo>
                  <a:lnTo>
                    <a:pt x="4167834" y="775997"/>
                  </a:lnTo>
                  <a:lnTo>
                    <a:pt x="4167929" y="775997"/>
                  </a:lnTo>
                  <a:lnTo>
                    <a:pt x="4168023" y="775997"/>
                  </a:lnTo>
                  <a:lnTo>
                    <a:pt x="4168117" y="775997"/>
                  </a:lnTo>
                  <a:lnTo>
                    <a:pt x="4168211" y="775997"/>
                  </a:lnTo>
                  <a:lnTo>
                    <a:pt x="4168305" y="775997"/>
                  </a:lnTo>
                  <a:lnTo>
                    <a:pt x="4168399" y="775997"/>
                  </a:lnTo>
                  <a:lnTo>
                    <a:pt x="4168494" y="775997"/>
                  </a:lnTo>
                  <a:lnTo>
                    <a:pt x="4168588" y="775997"/>
                  </a:lnTo>
                  <a:lnTo>
                    <a:pt x="4168682" y="775997"/>
                  </a:lnTo>
                  <a:lnTo>
                    <a:pt x="4168776" y="775997"/>
                  </a:lnTo>
                  <a:lnTo>
                    <a:pt x="4168870" y="775997"/>
                  </a:lnTo>
                  <a:lnTo>
                    <a:pt x="4168964" y="775997"/>
                  </a:lnTo>
                  <a:lnTo>
                    <a:pt x="4169058" y="775997"/>
                  </a:lnTo>
                  <a:lnTo>
                    <a:pt x="4169153" y="775997"/>
                  </a:lnTo>
                  <a:lnTo>
                    <a:pt x="4169247" y="775997"/>
                  </a:lnTo>
                  <a:lnTo>
                    <a:pt x="4169341" y="775997"/>
                  </a:lnTo>
                  <a:lnTo>
                    <a:pt x="4169435" y="775997"/>
                  </a:lnTo>
                  <a:lnTo>
                    <a:pt x="4169529" y="775997"/>
                  </a:lnTo>
                  <a:lnTo>
                    <a:pt x="4169623" y="775997"/>
                  </a:lnTo>
                  <a:lnTo>
                    <a:pt x="4169717" y="775997"/>
                  </a:lnTo>
                  <a:lnTo>
                    <a:pt x="4169812" y="775997"/>
                  </a:lnTo>
                  <a:lnTo>
                    <a:pt x="4169906" y="775997"/>
                  </a:lnTo>
                  <a:lnTo>
                    <a:pt x="4170000" y="775997"/>
                  </a:lnTo>
                  <a:lnTo>
                    <a:pt x="4170094" y="775997"/>
                  </a:lnTo>
                  <a:lnTo>
                    <a:pt x="4170188" y="775997"/>
                  </a:lnTo>
                  <a:lnTo>
                    <a:pt x="4170282" y="775997"/>
                  </a:lnTo>
                  <a:lnTo>
                    <a:pt x="4170377" y="775997"/>
                  </a:lnTo>
                  <a:lnTo>
                    <a:pt x="4170471" y="775997"/>
                  </a:lnTo>
                  <a:lnTo>
                    <a:pt x="4170565" y="775997"/>
                  </a:lnTo>
                  <a:lnTo>
                    <a:pt x="4170659" y="775997"/>
                  </a:lnTo>
                  <a:lnTo>
                    <a:pt x="4170753" y="775997"/>
                  </a:lnTo>
                  <a:lnTo>
                    <a:pt x="4170847" y="775997"/>
                  </a:lnTo>
                  <a:lnTo>
                    <a:pt x="4170941" y="775997"/>
                  </a:lnTo>
                  <a:lnTo>
                    <a:pt x="4171036" y="775997"/>
                  </a:lnTo>
                  <a:lnTo>
                    <a:pt x="4171130" y="775997"/>
                  </a:lnTo>
                  <a:lnTo>
                    <a:pt x="4171224" y="775997"/>
                  </a:lnTo>
                  <a:lnTo>
                    <a:pt x="4171318" y="775997"/>
                  </a:lnTo>
                  <a:lnTo>
                    <a:pt x="4171412" y="775997"/>
                  </a:lnTo>
                  <a:lnTo>
                    <a:pt x="4171506" y="775997"/>
                  </a:lnTo>
                  <a:lnTo>
                    <a:pt x="4171601" y="775997"/>
                  </a:lnTo>
                  <a:lnTo>
                    <a:pt x="4171695" y="775997"/>
                  </a:lnTo>
                  <a:lnTo>
                    <a:pt x="4171789" y="775997"/>
                  </a:lnTo>
                  <a:lnTo>
                    <a:pt x="4171883" y="775997"/>
                  </a:lnTo>
                  <a:lnTo>
                    <a:pt x="4171977" y="775997"/>
                  </a:lnTo>
                  <a:lnTo>
                    <a:pt x="4172071" y="775997"/>
                  </a:lnTo>
                  <a:lnTo>
                    <a:pt x="4172165" y="775997"/>
                  </a:lnTo>
                  <a:lnTo>
                    <a:pt x="4172260" y="775997"/>
                  </a:lnTo>
                  <a:lnTo>
                    <a:pt x="4172354" y="775997"/>
                  </a:lnTo>
                  <a:lnTo>
                    <a:pt x="4172448" y="775997"/>
                  </a:lnTo>
                  <a:lnTo>
                    <a:pt x="4172542" y="775997"/>
                  </a:lnTo>
                  <a:lnTo>
                    <a:pt x="4172636" y="775997"/>
                  </a:lnTo>
                  <a:lnTo>
                    <a:pt x="4172730" y="775997"/>
                  </a:lnTo>
                  <a:lnTo>
                    <a:pt x="4172825" y="775997"/>
                  </a:lnTo>
                  <a:lnTo>
                    <a:pt x="4172919" y="775997"/>
                  </a:lnTo>
                  <a:lnTo>
                    <a:pt x="4173013" y="775997"/>
                  </a:lnTo>
                  <a:lnTo>
                    <a:pt x="4173107" y="775997"/>
                  </a:lnTo>
                  <a:lnTo>
                    <a:pt x="4173201" y="775997"/>
                  </a:lnTo>
                  <a:lnTo>
                    <a:pt x="4173295" y="775997"/>
                  </a:lnTo>
                  <a:lnTo>
                    <a:pt x="4173295" y="771085"/>
                  </a:lnTo>
                  <a:lnTo>
                    <a:pt x="4173389" y="771085"/>
                  </a:lnTo>
                  <a:lnTo>
                    <a:pt x="4173484" y="771085"/>
                  </a:lnTo>
                  <a:lnTo>
                    <a:pt x="4173578" y="771085"/>
                  </a:lnTo>
                  <a:lnTo>
                    <a:pt x="4173672" y="771085"/>
                  </a:lnTo>
                  <a:lnTo>
                    <a:pt x="4173766" y="771085"/>
                  </a:lnTo>
                  <a:lnTo>
                    <a:pt x="4173860" y="771085"/>
                  </a:lnTo>
                  <a:lnTo>
                    <a:pt x="4173954" y="771085"/>
                  </a:lnTo>
                  <a:lnTo>
                    <a:pt x="4174048" y="771085"/>
                  </a:lnTo>
                  <a:lnTo>
                    <a:pt x="4174143" y="771085"/>
                  </a:lnTo>
                  <a:lnTo>
                    <a:pt x="4174237" y="771085"/>
                  </a:lnTo>
                  <a:lnTo>
                    <a:pt x="4174331" y="771085"/>
                  </a:lnTo>
                  <a:lnTo>
                    <a:pt x="4174425" y="771085"/>
                  </a:lnTo>
                  <a:lnTo>
                    <a:pt x="4174519" y="771085"/>
                  </a:lnTo>
                  <a:lnTo>
                    <a:pt x="4174613" y="771085"/>
                  </a:lnTo>
                  <a:lnTo>
                    <a:pt x="4174708" y="771085"/>
                  </a:lnTo>
                  <a:lnTo>
                    <a:pt x="4174802" y="771085"/>
                  </a:lnTo>
                  <a:lnTo>
                    <a:pt x="4174896" y="771085"/>
                  </a:lnTo>
                  <a:lnTo>
                    <a:pt x="4174990" y="771085"/>
                  </a:lnTo>
                  <a:lnTo>
                    <a:pt x="4175084" y="771085"/>
                  </a:lnTo>
                  <a:lnTo>
                    <a:pt x="4175178" y="771085"/>
                  </a:lnTo>
                  <a:lnTo>
                    <a:pt x="4175272" y="771085"/>
                  </a:lnTo>
                  <a:lnTo>
                    <a:pt x="4175367" y="771085"/>
                  </a:lnTo>
                  <a:lnTo>
                    <a:pt x="4175461" y="771085"/>
                  </a:lnTo>
                  <a:lnTo>
                    <a:pt x="4175555" y="771085"/>
                  </a:lnTo>
                  <a:lnTo>
                    <a:pt x="4175649" y="771085"/>
                  </a:lnTo>
                  <a:lnTo>
                    <a:pt x="4175743" y="771085"/>
                  </a:lnTo>
                  <a:lnTo>
                    <a:pt x="4175837" y="771085"/>
                  </a:lnTo>
                  <a:lnTo>
                    <a:pt x="4175932" y="771085"/>
                  </a:lnTo>
                  <a:lnTo>
                    <a:pt x="4176026" y="771085"/>
                  </a:lnTo>
                  <a:lnTo>
                    <a:pt x="4176120" y="771085"/>
                  </a:lnTo>
                  <a:lnTo>
                    <a:pt x="4176214" y="771085"/>
                  </a:lnTo>
                  <a:lnTo>
                    <a:pt x="4176308" y="771085"/>
                  </a:lnTo>
                  <a:lnTo>
                    <a:pt x="4176402" y="771085"/>
                  </a:lnTo>
                  <a:lnTo>
                    <a:pt x="4176496" y="771085"/>
                  </a:lnTo>
                  <a:lnTo>
                    <a:pt x="4176591" y="771085"/>
                  </a:lnTo>
                  <a:lnTo>
                    <a:pt x="4176685" y="771085"/>
                  </a:lnTo>
                  <a:lnTo>
                    <a:pt x="4176779" y="771085"/>
                  </a:lnTo>
                  <a:lnTo>
                    <a:pt x="4176873" y="771085"/>
                  </a:lnTo>
                  <a:lnTo>
                    <a:pt x="4176967" y="771085"/>
                  </a:lnTo>
                  <a:lnTo>
                    <a:pt x="4177061" y="771085"/>
                  </a:lnTo>
                  <a:lnTo>
                    <a:pt x="4177156" y="771085"/>
                  </a:lnTo>
                  <a:lnTo>
                    <a:pt x="4177250" y="771085"/>
                  </a:lnTo>
                  <a:lnTo>
                    <a:pt x="4177344" y="771085"/>
                  </a:lnTo>
                  <a:lnTo>
                    <a:pt x="4177438" y="771085"/>
                  </a:lnTo>
                  <a:lnTo>
                    <a:pt x="4177532" y="771085"/>
                  </a:lnTo>
                  <a:lnTo>
                    <a:pt x="4177626" y="771085"/>
                  </a:lnTo>
                  <a:lnTo>
                    <a:pt x="4177720" y="771085"/>
                  </a:lnTo>
                  <a:lnTo>
                    <a:pt x="4177815" y="771085"/>
                  </a:lnTo>
                  <a:lnTo>
                    <a:pt x="4177909" y="771085"/>
                  </a:lnTo>
                  <a:lnTo>
                    <a:pt x="4178003" y="771085"/>
                  </a:lnTo>
                  <a:lnTo>
                    <a:pt x="4178097" y="771085"/>
                  </a:lnTo>
                  <a:lnTo>
                    <a:pt x="4178191" y="771085"/>
                  </a:lnTo>
                  <a:lnTo>
                    <a:pt x="4178285" y="771085"/>
                  </a:lnTo>
                  <a:lnTo>
                    <a:pt x="4178379" y="771085"/>
                  </a:lnTo>
                  <a:lnTo>
                    <a:pt x="4178474" y="771085"/>
                  </a:lnTo>
                  <a:lnTo>
                    <a:pt x="4178568" y="771085"/>
                  </a:lnTo>
                  <a:lnTo>
                    <a:pt x="4178662" y="771085"/>
                  </a:lnTo>
                  <a:lnTo>
                    <a:pt x="4178756" y="771085"/>
                  </a:lnTo>
                  <a:lnTo>
                    <a:pt x="4178850" y="771085"/>
                  </a:lnTo>
                  <a:lnTo>
                    <a:pt x="4178944" y="771085"/>
                  </a:lnTo>
                  <a:lnTo>
                    <a:pt x="4179039" y="771085"/>
                  </a:lnTo>
                  <a:lnTo>
                    <a:pt x="4179133" y="771085"/>
                  </a:lnTo>
                  <a:lnTo>
                    <a:pt x="4179227" y="771085"/>
                  </a:lnTo>
                  <a:lnTo>
                    <a:pt x="4179321" y="771085"/>
                  </a:lnTo>
                  <a:lnTo>
                    <a:pt x="4179415" y="771085"/>
                  </a:lnTo>
                  <a:lnTo>
                    <a:pt x="4179509" y="771085"/>
                  </a:lnTo>
                  <a:lnTo>
                    <a:pt x="4179603" y="771085"/>
                  </a:lnTo>
                  <a:lnTo>
                    <a:pt x="4179698" y="771085"/>
                  </a:lnTo>
                  <a:lnTo>
                    <a:pt x="4179792" y="771085"/>
                  </a:lnTo>
                  <a:lnTo>
                    <a:pt x="4179886" y="771085"/>
                  </a:lnTo>
                  <a:lnTo>
                    <a:pt x="4179980" y="771085"/>
                  </a:lnTo>
                  <a:lnTo>
                    <a:pt x="4180074" y="771085"/>
                  </a:lnTo>
                  <a:lnTo>
                    <a:pt x="4180168" y="771085"/>
                  </a:lnTo>
                  <a:lnTo>
                    <a:pt x="4180263" y="771085"/>
                  </a:lnTo>
                  <a:lnTo>
                    <a:pt x="4180357" y="771085"/>
                  </a:lnTo>
                  <a:lnTo>
                    <a:pt x="4180451" y="771085"/>
                  </a:lnTo>
                  <a:lnTo>
                    <a:pt x="4180545" y="771085"/>
                  </a:lnTo>
                  <a:lnTo>
                    <a:pt x="4180639" y="771085"/>
                  </a:lnTo>
                  <a:lnTo>
                    <a:pt x="4180733" y="771085"/>
                  </a:lnTo>
                  <a:lnTo>
                    <a:pt x="4180827" y="771085"/>
                  </a:lnTo>
                  <a:lnTo>
                    <a:pt x="4180922" y="771085"/>
                  </a:lnTo>
                  <a:lnTo>
                    <a:pt x="4181016" y="771085"/>
                  </a:lnTo>
                  <a:lnTo>
                    <a:pt x="4181110" y="771085"/>
                  </a:lnTo>
                  <a:lnTo>
                    <a:pt x="4181204" y="771085"/>
                  </a:lnTo>
                  <a:lnTo>
                    <a:pt x="4181298" y="771085"/>
                  </a:lnTo>
                  <a:lnTo>
                    <a:pt x="4181392" y="771085"/>
                  </a:lnTo>
                  <a:lnTo>
                    <a:pt x="4181487" y="771085"/>
                  </a:lnTo>
                  <a:lnTo>
                    <a:pt x="4181581" y="771085"/>
                  </a:lnTo>
                  <a:lnTo>
                    <a:pt x="4181675" y="771085"/>
                  </a:lnTo>
                  <a:lnTo>
                    <a:pt x="4181769" y="771085"/>
                  </a:lnTo>
                  <a:lnTo>
                    <a:pt x="4181863" y="771085"/>
                  </a:lnTo>
                  <a:lnTo>
                    <a:pt x="4181957" y="771085"/>
                  </a:lnTo>
                  <a:lnTo>
                    <a:pt x="4182051" y="771085"/>
                  </a:lnTo>
                  <a:lnTo>
                    <a:pt x="4182146" y="771085"/>
                  </a:lnTo>
                  <a:lnTo>
                    <a:pt x="4182240" y="771085"/>
                  </a:lnTo>
                  <a:lnTo>
                    <a:pt x="4182334" y="771085"/>
                  </a:lnTo>
                  <a:lnTo>
                    <a:pt x="4182428" y="771085"/>
                  </a:lnTo>
                  <a:lnTo>
                    <a:pt x="4182522" y="771085"/>
                  </a:lnTo>
                  <a:lnTo>
                    <a:pt x="4182616" y="771085"/>
                  </a:lnTo>
                  <a:lnTo>
                    <a:pt x="4182710" y="771085"/>
                  </a:lnTo>
                  <a:lnTo>
                    <a:pt x="4182805" y="771085"/>
                  </a:lnTo>
                  <a:lnTo>
                    <a:pt x="4182899" y="771085"/>
                  </a:lnTo>
                  <a:lnTo>
                    <a:pt x="4182993" y="771085"/>
                  </a:lnTo>
                  <a:lnTo>
                    <a:pt x="4183087" y="771085"/>
                  </a:lnTo>
                  <a:lnTo>
                    <a:pt x="4183181" y="771085"/>
                  </a:lnTo>
                  <a:lnTo>
                    <a:pt x="4183275" y="771085"/>
                  </a:lnTo>
                  <a:lnTo>
                    <a:pt x="4183370" y="771085"/>
                  </a:lnTo>
                  <a:lnTo>
                    <a:pt x="4183464" y="771085"/>
                  </a:lnTo>
                  <a:lnTo>
                    <a:pt x="4183558" y="771085"/>
                  </a:lnTo>
                  <a:lnTo>
                    <a:pt x="4183652" y="771085"/>
                  </a:lnTo>
                  <a:lnTo>
                    <a:pt x="4183746" y="771085"/>
                  </a:lnTo>
                  <a:lnTo>
                    <a:pt x="4183840" y="771085"/>
                  </a:lnTo>
                  <a:lnTo>
                    <a:pt x="4183934" y="771085"/>
                  </a:lnTo>
                  <a:lnTo>
                    <a:pt x="4184029" y="771085"/>
                  </a:lnTo>
                  <a:lnTo>
                    <a:pt x="4184123" y="771085"/>
                  </a:lnTo>
                  <a:lnTo>
                    <a:pt x="4184217" y="771085"/>
                  </a:lnTo>
                  <a:lnTo>
                    <a:pt x="4184311" y="771085"/>
                  </a:lnTo>
                  <a:lnTo>
                    <a:pt x="4184405" y="771085"/>
                  </a:lnTo>
                  <a:lnTo>
                    <a:pt x="4184499" y="771085"/>
                  </a:lnTo>
                  <a:lnTo>
                    <a:pt x="4184594" y="771085"/>
                  </a:lnTo>
                  <a:lnTo>
                    <a:pt x="4184688" y="771085"/>
                  </a:lnTo>
                  <a:lnTo>
                    <a:pt x="4184688" y="766174"/>
                  </a:lnTo>
                  <a:lnTo>
                    <a:pt x="4184782" y="766174"/>
                  </a:lnTo>
                  <a:lnTo>
                    <a:pt x="4184876" y="766174"/>
                  </a:lnTo>
                  <a:lnTo>
                    <a:pt x="4184970" y="766174"/>
                  </a:lnTo>
                  <a:lnTo>
                    <a:pt x="4185064" y="766174"/>
                  </a:lnTo>
                  <a:lnTo>
                    <a:pt x="4185158" y="766174"/>
                  </a:lnTo>
                  <a:lnTo>
                    <a:pt x="4185253" y="766174"/>
                  </a:lnTo>
                  <a:lnTo>
                    <a:pt x="4185347" y="766174"/>
                  </a:lnTo>
                  <a:lnTo>
                    <a:pt x="4185441" y="766174"/>
                  </a:lnTo>
                  <a:lnTo>
                    <a:pt x="4185535" y="766174"/>
                  </a:lnTo>
                  <a:lnTo>
                    <a:pt x="4185629" y="766174"/>
                  </a:lnTo>
                  <a:lnTo>
                    <a:pt x="4185723" y="766174"/>
                  </a:lnTo>
                  <a:lnTo>
                    <a:pt x="4185818" y="766174"/>
                  </a:lnTo>
                  <a:lnTo>
                    <a:pt x="4185912" y="766174"/>
                  </a:lnTo>
                  <a:lnTo>
                    <a:pt x="4186006" y="766174"/>
                  </a:lnTo>
                  <a:lnTo>
                    <a:pt x="4186100" y="766174"/>
                  </a:lnTo>
                  <a:lnTo>
                    <a:pt x="4186194" y="766174"/>
                  </a:lnTo>
                  <a:lnTo>
                    <a:pt x="4186288" y="766174"/>
                  </a:lnTo>
                  <a:lnTo>
                    <a:pt x="4186382" y="766174"/>
                  </a:lnTo>
                  <a:lnTo>
                    <a:pt x="4186477" y="766174"/>
                  </a:lnTo>
                  <a:lnTo>
                    <a:pt x="4186571" y="766174"/>
                  </a:lnTo>
                  <a:lnTo>
                    <a:pt x="4186665" y="766174"/>
                  </a:lnTo>
                  <a:lnTo>
                    <a:pt x="4186759" y="766174"/>
                  </a:lnTo>
                  <a:lnTo>
                    <a:pt x="4186853" y="766174"/>
                  </a:lnTo>
                  <a:lnTo>
                    <a:pt x="4186947" y="766174"/>
                  </a:lnTo>
                  <a:lnTo>
                    <a:pt x="4187041" y="766174"/>
                  </a:lnTo>
                  <a:lnTo>
                    <a:pt x="4187136" y="766174"/>
                  </a:lnTo>
                  <a:lnTo>
                    <a:pt x="4187230" y="766174"/>
                  </a:lnTo>
                  <a:lnTo>
                    <a:pt x="4187324" y="766174"/>
                  </a:lnTo>
                  <a:lnTo>
                    <a:pt x="4187418" y="766174"/>
                  </a:lnTo>
                  <a:lnTo>
                    <a:pt x="4187512" y="766174"/>
                  </a:lnTo>
                  <a:lnTo>
                    <a:pt x="4187606" y="766174"/>
                  </a:lnTo>
                  <a:lnTo>
                    <a:pt x="4187701" y="766174"/>
                  </a:lnTo>
                  <a:lnTo>
                    <a:pt x="4187795" y="766174"/>
                  </a:lnTo>
                  <a:lnTo>
                    <a:pt x="4187889" y="766174"/>
                  </a:lnTo>
                  <a:lnTo>
                    <a:pt x="4187983" y="766174"/>
                  </a:lnTo>
                  <a:lnTo>
                    <a:pt x="4188077" y="766174"/>
                  </a:lnTo>
                  <a:lnTo>
                    <a:pt x="4188171" y="766174"/>
                  </a:lnTo>
                  <a:lnTo>
                    <a:pt x="4188265" y="766174"/>
                  </a:lnTo>
                  <a:lnTo>
                    <a:pt x="4188360" y="766174"/>
                  </a:lnTo>
                  <a:lnTo>
                    <a:pt x="4188454" y="766174"/>
                  </a:lnTo>
                  <a:lnTo>
                    <a:pt x="4188548" y="766174"/>
                  </a:lnTo>
                  <a:lnTo>
                    <a:pt x="4188642" y="766174"/>
                  </a:lnTo>
                  <a:lnTo>
                    <a:pt x="4188736" y="766174"/>
                  </a:lnTo>
                  <a:lnTo>
                    <a:pt x="4188830" y="766174"/>
                  </a:lnTo>
                  <a:lnTo>
                    <a:pt x="4188925" y="766174"/>
                  </a:lnTo>
                  <a:lnTo>
                    <a:pt x="4189019" y="766174"/>
                  </a:lnTo>
                  <a:lnTo>
                    <a:pt x="4189113" y="766174"/>
                  </a:lnTo>
                  <a:lnTo>
                    <a:pt x="4189207" y="766174"/>
                  </a:lnTo>
                  <a:lnTo>
                    <a:pt x="4189301" y="766174"/>
                  </a:lnTo>
                  <a:lnTo>
                    <a:pt x="4189395" y="766174"/>
                  </a:lnTo>
                  <a:lnTo>
                    <a:pt x="4189489" y="766174"/>
                  </a:lnTo>
                  <a:lnTo>
                    <a:pt x="4189584" y="766174"/>
                  </a:lnTo>
                  <a:lnTo>
                    <a:pt x="4189678" y="766174"/>
                  </a:lnTo>
                  <a:lnTo>
                    <a:pt x="4189772" y="766174"/>
                  </a:lnTo>
                  <a:lnTo>
                    <a:pt x="4189866" y="766174"/>
                  </a:lnTo>
                  <a:lnTo>
                    <a:pt x="4189960" y="766174"/>
                  </a:lnTo>
                  <a:lnTo>
                    <a:pt x="4190054" y="766174"/>
                  </a:lnTo>
                  <a:lnTo>
                    <a:pt x="4190149" y="766174"/>
                  </a:lnTo>
                  <a:lnTo>
                    <a:pt x="4190243" y="766174"/>
                  </a:lnTo>
                  <a:lnTo>
                    <a:pt x="4190337" y="766174"/>
                  </a:lnTo>
                  <a:lnTo>
                    <a:pt x="4190431" y="766174"/>
                  </a:lnTo>
                  <a:lnTo>
                    <a:pt x="4190525" y="766174"/>
                  </a:lnTo>
                  <a:lnTo>
                    <a:pt x="4190619" y="766174"/>
                  </a:lnTo>
                  <a:lnTo>
                    <a:pt x="4190713" y="766174"/>
                  </a:lnTo>
                  <a:lnTo>
                    <a:pt x="4190808" y="766174"/>
                  </a:lnTo>
                  <a:lnTo>
                    <a:pt x="4190902" y="766174"/>
                  </a:lnTo>
                  <a:lnTo>
                    <a:pt x="4190996" y="766174"/>
                  </a:lnTo>
                  <a:lnTo>
                    <a:pt x="4191090" y="766174"/>
                  </a:lnTo>
                  <a:lnTo>
                    <a:pt x="4191184" y="766174"/>
                  </a:lnTo>
                  <a:lnTo>
                    <a:pt x="4191278" y="766174"/>
                  </a:lnTo>
                  <a:lnTo>
                    <a:pt x="4191373" y="766174"/>
                  </a:lnTo>
                  <a:lnTo>
                    <a:pt x="4191467" y="766174"/>
                  </a:lnTo>
                  <a:lnTo>
                    <a:pt x="4191561" y="766174"/>
                  </a:lnTo>
                  <a:lnTo>
                    <a:pt x="4191655" y="766174"/>
                  </a:lnTo>
                  <a:lnTo>
                    <a:pt x="4191749" y="766174"/>
                  </a:lnTo>
                  <a:lnTo>
                    <a:pt x="4191843" y="766174"/>
                  </a:lnTo>
                  <a:lnTo>
                    <a:pt x="4191937" y="766174"/>
                  </a:lnTo>
                  <a:lnTo>
                    <a:pt x="4192032" y="766174"/>
                  </a:lnTo>
                  <a:lnTo>
                    <a:pt x="4192032" y="761263"/>
                  </a:lnTo>
                  <a:lnTo>
                    <a:pt x="4192126" y="761263"/>
                  </a:lnTo>
                  <a:lnTo>
                    <a:pt x="4192220" y="761263"/>
                  </a:lnTo>
                  <a:lnTo>
                    <a:pt x="4192314" y="761263"/>
                  </a:lnTo>
                  <a:lnTo>
                    <a:pt x="4192408" y="761263"/>
                  </a:lnTo>
                  <a:lnTo>
                    <a:pt x="4192502" y="761263"/>
                  </a:lnTo>
                  <a:lnTo>
                    <a:pt x="4192596" y="761263"/>
                  </a:lnTo>
                  <a:lnTo>
                    <a:pt x="4192691" y="761263"/>
                  </a:lnTo>
                  <a:lnTo>
                    <a:pt x="4192785" y="761263"/>
                  </a:lnTo>
                  <a:lnTo>
                    <a:pt x="4192879" y="761263"/>
                  </a:lnTo>
                  <a:lnTo>
                    <a:pt x="4192973" y="761263"/>
                  </a:lnTo>
                  <a:lnTo>
                    <a:pt x="4193067" y="761263"/>
                  </a:lnTo>
                  <a:lnTo>
                    <a:pt x="4193161" y="761263"/>
                  </a:lnTo>
                  <a:lnTo>
                    <a:pt x="4193256" y="761263"/>
                  </a:lnTo>
                  <a:lnTo>
                    <a:pt x="4193350" y="761263"/>
                  </a:lnTo>
                  <a:lnTo>
                    <a:pt x="4193444" y="761263"/>
                  </a:lnTo>
                  <a:lnTo>
                    <a:pt x="4193538" y="761263"/>
                  </a:lnTo>
                  <a:lnTo>
                    <a:pt x="4193632" y="761263"/>
                  </a:lnTo>
                  <a:lnTo>
                    <a:pt x="4193726" y="761263"/>
                  </a:lnTo>
                  <a:lnTo>
                    <a:pt x="4193820" y="761263"/>
                  </a:lnTo>
                  <a:lnTo>
                    <a:pt x="4193915" y="761263"/>
                  </a:lnTo>
                  <a:lnTo>
                    <a:pt x="4194009" y="761263"/>
                  </a:lnTo>
                  <a:lnTo>
                    <a:pt x="4194103" y="761263"/>
                  </a:lnTo>
                  <a:lnTo>
                    <a:pt x="4194197" y="761263"/>
                  </a:lnTo>
                  <a:lnTo>
                    <a:pt x="4194291" y="761263"/>
                  </a:lnTo>
                  <a:lnTo>
                    <a:pt x="4194385" y="761263"/>
                  </a:lnTo>
                  <a:lnTo>
                    <a:pt x="4194480" y="761263"/>
                  </a:lnTo>
                  <a:lnTo>
                    <a:pt x="4194574" y="761263"/>
                  </a:lnTo>
                  <a:lnTo>
                    <a:pt x="4194668" y="761263"/>
                  </a:lnTo>
                  <a:lnTo>
                    <a:pt x="4194762" y="761263"/>
                  </a:lnTo>
                  <a:lnTo>
                    <a:pt x="4194856" y="761263"/>
                  </a:lnTo>
                  <a:lnTo>
                    <a:pt x="4194950" y="761263"/>
                  </a:lnTo>
                  <a:lnTo>
                    <a:pt x="4195044" y="761263"/>
                  </a:lnTo>
                  <a:lnTo>
                    <a:pt x="4195139" y="761263"/>
                  </a:lnTo>
                  <a:lnTo>
                    <a:pt x="4195233" y="761263"/>
                  </a:lnTo>
                  <a:lnTo>
                    <a:pt x="4195327" y="761263"/>
                  </a:lnTo>
                  <a:lnTo>
                    <a:pt x="4195421" y="761263"/>
                  </a:lnTo>
                  <a:lnTo>
                    <a:pt x="4195515" y="761263"/>
                  </a:lnTo>
                  <a:lnTo>
                    <a:pt x="4195609" y="761263"/>
                  </a:lnTo>
                  <a:lnTo>
                    <a:pt x="4195704" y="761263"/>
                  </a:lnTo>
                  <a:lnTo>
                    <a:pt x="4195798" y="761263"/>
                  </a:lnTo>
                  <a:lnTo>
                    <a:pt x="4195892" y="761263"/>
                  </a:lnTo>
                  <a:lnTo>
                    <a:pt x="4195986" y="761263"/>
                  </a:lnTo>
                  <a:lnTo>
                    <a:pt x="4196080" y="761263"/>
                  </a:lnTo>
                  <a:lnTo>
                    <a:pt x="4196174" y="761263"/>
                  </a:lnTo>
                  <a:lnTo>
                    <a:pt x="4196268" y="761263"/>
                  </a:lnTo>
                  <a:lnTo>
                    <a:pt x="4196363" y="761263"/>
                  </a:lnTo>
                  <a:lnTo>
                    <a:pt x="4196457" y="761263"/>
                  </a:lnTo>
                  <a:lnTo>
                    <a:pt x="4196551" y="761263"/>
                  </a:lnTo>
                  <a:lnTo>
                    <a:pt x="4196645" y="761263"/>
                  </a:lnTo>
                  <a:lnTo>
                    <a:pt x="4196739" y="761263"/>
                  </a:lnTo>
                  <a:lnTo>
                    <a:pt x="4196833" y="761263"/>
                  </a:lnTo>
                  <a:lnTo>
                    <a:pt x="4196927" y="761263"/>
                  </a:lnTo>
                  <a:lnTo>
                    <a:pt x="4197022" y="761263"/>
                  </a:lnTo>
                  <a:lnTo>
                    <a:pt x="4197116" y="761263"/>
                  </a:lnTo>
                  <a:lnTo>
                    <a:pt x="4197210" y="761263"/>
                  </a:lnTo>
                  <a:lnTo>
                    <a:pt x="4197304" y="761263"/>
                  </a:lnTo>
                  <a:lnTo>
                    <a:pt x="4197398" y="761263"/>
                  </a:lnTo>
                  <a:lnTo>
                    <a:pt x="4197492" y="761263"/>
                  </a:lnTo>
                  <a:lnTo>
                    <a:pt x="4197587" y="761263"/>
                  </a:lnTo>
                  <a:lnTo>
                    <a:pt x="4197681" y="761263"/>
                  </a:lnTo>
                  <a:lnTo>
                    <a:pt x="4197775" y="761263"/>
                  </a:lnTo>
                  <a:lnTo>
                    <a:pt x="4197869" y="761263"/>
                  </a:lnTo>
                  <a:lnTo>
                    <a:pt x="4197963" y="761263"/>
                  </a:lnTo>
                  <a:lnTo>
                    <a:pt x="4198057" y="761263"/>
                  </a:lnTo>
                  <a:lnTo>
                    <a:pt x="4198151" y="761263"/>
                  </a:lnTo>
                  <a:lnTo>
                    <a:pt x="4198246" y="761263"/>
                  </a:lnTo>
                  <a:lnTo>
                    <a:pt x="4198246" y="756351"/>
                  </a:lnTo>
                  <a:lnTo>
                    <a:pt x="4198246" y="751440"/>
                  </a:lnTo>
                  <a:lnTo>
                    <a:pt x="4198340" y="751440"/>
                  </a:lnTo>
                  <a:lnTo>
                    <a:pt x="4198434" y="751440"/>
                  </a:lnTo>
                  <a:lnTo>
                    <a:pt x="4198528" y="751440"/>
                  </a:lnTo>
                  <a:lnTo>
                    <a:pt x="4198622" y="751440"/>
                  </a:lnTo>
                  <a:lnTo>
                    <a:pt x="4198716" y="751440"/>
                  </a:lnTo>
                  <a:lnTo>
                    <a:pt x="4198811" y="751440"/>
                  </a:lnTo>
                  <a:lnTo>
                    <a:pt x="4198905" y="751440"/>
                  </a:lnTo>
                  <a:lnTo>
                    <a:pt x="4198999" y="751440"/>
                  </a:lnTo>
                  <a:lnTo>
                    <a:pt x="4199093" y="751440"/>
                  </a:lnTo>
                  <a:lnTo>
                    <a:pt x="4199187" y="751440"/>
                  </a:lnTo>
                  <a:lnTo>
                    <a:pt x="4199281" y="751440"/>
                  </a:lnTo>
                  <a:lnTo>
                    <a:pt x="4199375" y="751440"/>
                  </a:lnTo>
                  <a:lnTo>
                    <a:pt x="4199470" y="751440"/>
                  </a:lnTo>
                  <a:lnTo>
                    <a:pt x="4199564" y="751440"/>
                  </a:lnTo>
                  <a:lnTo>
                    <a:pt x="4199658" y="751440"/>
                  </a:lnTo>
                  <a:lnTo>
                    <a:pt x="4199752" y="751440"/>
                  </a:lnTo>
                  <a:lnTo>
                    <a:pt x="4199846" y="751440"/>
                  </a:lnTo>
                  <a:lnTo>
                    <a:pt x="4199940" y="751440"/>
                  </a:lnTo>
                  <a:lnTo>
                    <a:pt x="4200035" y="751440"/>
                  </a:lnTo>
                  <a:lnTo>
                    <a:pt x="4200129" y="751440"/>
                  </a:lnTo>
                  <a:lnTo>
                    <a:pt x="4200223" y="751440"/>
                  </a:lnTo>
                  <a:lnTo>
                    <a:pt x="4200317" y="751440"/>
                  </a:lnTo>
                  <a:lnTo>
                    <a:pt x="4200411" y="751440"/>
                  </a:lnTo>
                  <a:lnTo>
                    <a:pt x="4200505" y="751440"/>
                  </a:lnTo>
                  <a:lnTo>
                    <a:pt x="4200599" y="751440"/>
                  </a:lnTo>
                  <a:lnTo>
                    <a:pt x="4200694" y="751440"/>
                  </a:lnTo>
                  <a:lnTo>
                    <a:pt x="4200788" y="751440"/>
                  </a:lnTo>
                  <a:lnTo>
                    <a:pt x="4200882" y="751440"/>
                  </a:lnTo>
                  <a:lnTo>
                    <a:pt x="4200882" y="746528"/>
                  </a:lnTo>
                  <a:lnTo>
                    <a:pt x="4200976" y="746528"/>
                  </a:lnTo>
                  <a:lnTo>
                    <a:pt x="4201070" y="746528"/>
                  </a:lnTo>
                  <a:lnTo>
                    <a:pt x="4201164" y="746528"/>
                  </a:lnTo>
                  <a:lnTo>
                    <a:pt x="4201258" y="746528"/>
                  </a:lnTo>
                  <a:lnTo>
                    <a:pt x="4201353" y="746528"/>
                  </a:lnTo>
                  <a:lnTo>
                    <a:pt x="4201447" y="746528"/>
                  </a:lnTo>
                  <a:lnTo>
                    <a:pt x="4201541" y="746528"/>
                  </a:lnTo>
                  <a:lnTo>
                    <a:pt x="4201635" y="746528"/>
                  </a:lnTo>
                  <a:lnTo>
                    <a:pt x="4201729" y="746528"/>
                  </a:lnTo>
                  <a:lnTo>
                    <a:pt x="4201823" y="746528"/>
                  </a:lnTo>
                  <a:lnTo>
                    <a:pt x="4201918" y="746528"/>
                  </a:lnTo>
                  <a:lnTo>
                    <a:pt x="4201918" y="741617"/>
                  </a:lnTo>
                  <a:lnTo>
                    <a:pt x="4202012" y="741617"/>
                  </a:lnTo>
                  <a:lnTo>
                    <a:pt x="4202106" y="741617"/>
                  </a:lnTo>
                  <a:lnTo>
                    <a:pt x="4202200" y="741617"/>
                  </a:lnTo>
                  <a:lnTo>
                    <a:pt x="4202294" y="741617"/>
                  </a:lnTo>
                  <a:lnTo>
                    <a:pt x="4202388" y="741617"/>
                  </a:lnTo>
                  <a:lnTo>
                    <a:pt x="4202482" y="741617"/>
                  </a:lnTo>
                  <a:lnTo>
                    <a:pt x="4202577" y="741617"/>
                  </a:lnTo>
                  <a:lnTo>
                    <a:pt x="4202671" y="741617"/>
                  </a:lnTo>
                  <a:lnTo>
                    <a:pt x="4202765" y="741617"/>
                  </a:lnTo>
                  <a:lnTo>
                    <a:pt x="4202859" y="741617"/>
                  </a:lnTo>
                  <a:lnTo>
                    <a:pt x="4202953" y="741617"/>
                  </a:lnTo>
                  <a:lnTo>
                    <a:pt x="4203047" y="741617"/>
                  </a:lnTo>
                  <a:lnTo>
                    <a:pt x="4203142" y="741617"/>
                  </a:lnTo>
                  <a:lnTo>
                    <a:pt x="4203236" y="741617"/>
                  </a:lnTo>
                  <a:lnTo>
                    <a:pt x="4203330" y="741617"/>
                  </a:lnTo>
                  <a:lnTo>
                    <a:pt x="4203424" y="741617"/>
                  </a:lnTo>
                  <a:lnTo>
                    <a:pt x="4203518" y="741617"/>
                  </a:lnTo>
                  <a:lnTo>
                    <a:pt x="4203612" y="741617"/>
                  </a:lnTo>
                  <a:lnTo>
                    <a:pt x="4203706" y="741617"/>
                  </a:lnTo>
                  <a:lnTo>
                    <a:pt x="4203801" y="741617"/>
                  </a:lnTo>
                  <a:lnTo>
                    <a:pt x="4203895" y="741617"/>
                  </a:lnTo>
                  <a:lnTo>
                    <a:pt x="4203989" y="741617"/>
                  </a:lnTo>
                  <a:lnTo>
                    <a:pt x="4204083" y="741617"/>
                  </a:lnTo>
                  <a:lnTo>
                    <a:pt x="4204177" y="741617"/>
                  </a:lnTo>
                  <a:lnTo>
                    <a:pt x="4204271" y="741617"/>
                  </a:lnTo>
                  <a:lnTo>
                    <a:pt x="4204366" y="741617"/>
                  </a:lnTo>
                  <a:lnTo>
                    <a:pt x="4204460" y="741617"/>
                  </a:lnTo>
                  <a:lnTo>
                    <a:pt x="4204554" y="741617"/>
                  </a:lnTo>
                  <a:lnTo>
                    <a:pt x="4204648" y="741617"/>
                  </a:lnTo>
                  <a:lnTo>
                    <a:pt x="4204742" y="741617"/>
                  </a:lnTo>
                  <a:lnTo>
                    <a:pt x="4204836" y="741617"/>
                  </a:lnTo>
                  <a:lnTo>
                    <a:pt x="4204930" y="741617"/>
                  </a:lnTo>
                  <a:lnTo>
                    <a:pt x="4205025" y="741617"/>
                  </a:lnTo>
                  <a:lnTo>
                    <a:pt x="4205119" y="741617"/>
                  </a:lnTo>
                  <a:lnTo>
                    <a:pt x="4205213" y="741617"/>
                  </a:lnTo>
                  <a:lnTo>
                    <a:pt x="4205307" y="741617"/>
                  </a:lnTo>
                  <a:lnTo>
                    <a:pt x="4205401" y="741617"/>
                  </a:lnTo>
                  <a:lnTo>
                    <a:pt x="4205495" y="741617"/>
                  </a:lnTo>
                  <a:lnTo>
                    <a:pt x="4205589" y="741617"/>
                  </a:lnTo>
                  <a:lnTo>
                    <a:pt x="4205684" y="741617"/>
                  </a:lnTo>
                  <a:lnTo>
                    <a:pt x="4205778" y="741617"/>
                  </a:lnTo>
                  <a:lnTo>
                    <a:pt x="4205872" y="741617"/>
                  </a:lnTo>
                  <a:lnTo>
                    <a:pt x="4205966" y="741617"/>
                  </a:lnTo>
                  <a:lnTo>
                    <a:pt x="4206060" y="741617"/>
                  </a:lnTo>
                  <a:lnTo>
                    <a:pt x="4206154" y="741617"/>
                  </a:lnTo>
                  <a:lnTo>
                    <a:pt x="4206249" y="741617"/>
                  </a:lnTo>
                  <a:lnTo>
                    <a:pt x="4206343" y="741617"/>
                  </a:lnTo>
                  <a:lnTo>
                    <a:pt x="4206437" y="741617"/>
                  </a:lnTo>
                  <a:lnTo>
                    <a:pt x="4206531" y="741617"/>
                  </a:lnTo>
                  <a:lnTo>
                    <a:pt x="4206625" y="741617"/>
                  </a:lnTo>
                  <a:lnTo>
                    <a:pt x="4206719" y="741617"/>
                  </a:lnTo>
                  <a:lnTo>
                    <a:pt x="4206813" y="741617"/>
                  </a:lnTo>
                  <a:lnTo>
                    <a:pt x="4206908" y="741617"/>
                  </a:lnTo>
                  <a:lnTo>
                    <a:pt x="4207002" y="741617"/>
                  </a:lnTo>
                  <a:lnTo>
                    <a:pt x="4207096" y="741617"/>
                  </a:lnTo>
                  <a:lnTo>
                    <a:pt x="4207190" y="741617"/>
                  </a:lnTo>
                  <a:lnTo>
                    <a:pt x="4207284" y="741617"/>
                  </a:lnTo>
                  <a:lnTo>
                    <a:pt x="4207378" y="741617"/>
                  </a:lnTo>
                  <a:lnTo>
                    <a:pt x="4207473" y="741617"/>
                  </a:lnTo>
                  <a:lnTo>
                    <a:pt x="4207567" y="741617"/>
                  </a:lnTo>
                  <a:lnTo>
                    <a:pt x="4207661" y="741617"/>
                  </a:lnTo>
                  <a:lnTo>
                    <a:pt x="4207755" y="741617"/>
                  </a:lnTo>
                  <a:lnTo>
                    <a:pt x="4207849" y="741617"/>
                  </a:lnTo>
                  <a:lnTo>
                    <a:pt x="4207943" y="741617"/>
                  </a:lnTo>
                  <a:lnTo>
                    <a:pt x="4208037" y="741617"/>
                  </a:lnTo>
                  <a:lnTo>
                    <a:pt x="4208132" y="741617"/>
                  </a:lnTo>
                  <a:lnTo>
                    <a:pt x="4208226" y="741617"/>
                  </a:lnTo>
                  <a:lnTo>
                    <a:pt x="4208320" y="741617"/>
                  </a:lnTo>
                  <a:lnTo>
                    <a:pt x="4208414" y="741617"/>
                  </a:lnTo>
                  <a:lnTo>
                    <a:pt x="4208508" y="741617"/>
                  </a:lnTo>
                  <a:lnTo>
                    <a:pt x="4208602" y="741617"/>
                  </a:lnTo>
                  <a:lnTo>
                    <a:pt x="4208697" y="741617"/>
                  </a:lnTo>
                  <a:lnTo>
                    <a:pt x="4208791" y="741617"/>
                  </a:lnTo>
                  <a:lnTo>
                    <a:pt x="4208885" y="741617"/>
                  </a:lnTo>
                  <a:lnTo>
                    <a:pt x="4208979" y="741617"/>
                  </a:lnTo>
                  <a:lnTo>
                    <a:pt x="4209073" y="741617"/>
                  </a:lnTo>
                  <a:lnTo>
                    <a:pt x="4209167" y="741617"/>
                  </a:lnTo>
                  <a:lnTo>
                    <a:pt x="4209261" y="741617"/>
                  </a:lnTo>
                  <a:lnTo>
                    <a:pt x="4209356" y="741617"/>
                  </a:lnTo>
                  <a:lnTo>
                    <a:pt x="4209450" y="741617"/>
                  </a:lnTo>
                  <a:lnTo>
                    <a:pt x="4209544" y="741617"/>
                  </a:lnTo>
                  <a:lnTo>
                    <a:pt x="4209638" y="741617"/>
                  </a:lnTo>
                  <a:lnTo>
                    <a:pt x="4209732" y="741617"/>
                  </a:lnTo>
                  <a:lnTo>
                    <a:pt x="4209826" y="741617"/>
                  </a:lnTo>
                  <a:lnTo>
                    <a:pt x="4209920" y="741617"/>
                  </a:lnTo>
                  <a:lnTo>
                    <a:pt x="4210015" y="741617"/>
                  </a:lnTo>
                  <a:lnTo>
                    <a:pt x="4210109" y="741617"/>
                  </a:lnTo>
                  <a:lnTo>
                    <a:pt x="4210203" y="741617"/>
                  </a:lnTo>
                  <a:lnTo>
                    <a:pt x="4210297" y="741617"/>
                  </a:lnTo>
                  <a:lnTo>
                    <a:pt x="4210391" y="741617"/>
                  </a:lnTo>
                  <a:lnTo>
                    <a:pt x="4210485" y="741617"/>
                  </a:lnTo>
                  <a:lnTo>
                    <a:pt x="4210580" y="741617"/>
                  </a:lnTo>
                  <a:lnTo>
                    <a:pt x="4210674" y="741617"/>
                  </a:lnTo>
                  <a:lnTo>
                    <a:pt x="4210768" y="741617"/>
                  </a:lnTo>
                  <a:lnTo>
                    <a:pt x="4210862" y="741617"/>
                  </a:lnTo>
                  <a:lnTo>
                    <a:pt x="4210956" y="741617"/>
                  </a:lnTo>
                  <a:lnTo>
                    <a:pt x="4211050" y="741617"/>
                  </a:lnTo>
                  <a:lnTo>
                    <a:pt x="4211144" y="741617"/>
                  </a:lnTo>
                  <a:lnTo>
                    <a:pt x="4211239" y="741617"/>
                  </a:lnTo>
                  <a:lnTo>
                    <a:pt x="4211333" y="741617"/>
                  </a:lnTo>
                  <a:lnTo>
                    <a:pt x="4211427" y="741617"/>
                  </a:lnTo>
                  <a:lnTo>
                    <a:pt x="4211521" y="741617"/>
                  </a:lnTo>
                  <a:lnTo>
                    <a:pt x="4211615" y="741617"/>
                  </a:lnTo>
                  <a:lnTo>
                    <a:pt x="4211709" y="741617"/>
                  </a:lnTo>
                  <a:lnTo>
                    <a:pt x="4211804" y="741617"/>
                  </a:lnTo>
                  <a:lnTo>
                    <a:pt x="4211898" y="741617"/>
                  </a:lnTo>
                  <a:lnTo>
                    <a:pt x="4211992" y="741617"/>
                  </a:lnTo>
                  <a:lnTo>
                    <a:pt x="4212086" y="741617"/>
                  </a:lnTo>
                  <a:lnTo>
                    <a:pt x="4212180" y="741617"/>
                  </a:lnTo>
                  <a:lnTo>
                    <a:pt x="4212274" y="741617"/>
                  </a:lnTo>
                  <a:lnTo>
                    <a:pt x="4212368" y="741617"/>
                  </a:lnTo>
                  <a:lnTo>
                    <a:pt x="4212463" y="741617"/>
                  </a:lnTo>
                  <a:lnTo>
                    <a:pt x="4212557" y="741617"/>
                  </a:lnTo>
                  <a:lnTo>
                    <a:pt x="4212651" y="741617"/>
                  </a:lnTo>
                  <a:lnTo>
                    <a:pt x="4212745" y="741617"/>
                  </a:lnTo>
                  <a:lnTo>
                    <a:pt x="4212839" y="741617"/>
                  </a:lnTo>
                  <a:lnTo>
                    <a:pt x="4212933" y="741617"/>
                  </a:lnTo>
                  <a:lnTo>
                    <a:pt x="4213028" y="741617"/>
                  </a:lnTo>
                  <a:lnTo>
                    <a:pt x="4213122" y="741617"/>
                  </a:lnTo>
                  <a:lnTo>
                    <a:pt x="4213216" y="741617"/>
                  </a:lnTo>
                  <a:lnTo>
                    <a:pt x="4213310" y="741617"/>
                  </a:lnTo>
                  <a:lnTo>
                    <a:pt x="4213404" y="741617"/>
                  </a:lnTo>
                  <a:lnTo>
                    <a:pt x="4213498" y="741617"/>
                  </a:lnTo>
                  <a:lnTo>
                    <a:pt x="4213592" y="741617"/>
                  </a:lnTo>
                  <a:lnTo>
                    <a:pt x="4213687" y="741617"/>
                  </a:lnTo>
                  <a:lnTo>
                    <a:pt x="4213781" y="741617"/>
                  </a:lnTo>
                  <a:lnTo>
                    <a:pt x="4213875" y="741617"/>
                  </a:lnTo>
                  <a:lnTo>
                    <a:pt x="4213969" y="741617"/>
                  </a:lnTo>
                  <a:lnTo>
                    <a:pt x="4214063" y="741617"/>
                  </a:lnTo>
                  <a:lnTo>
                    <a:pt x="4214157" y="741617"/>
                  </a:lnTo>
                  <a:lnTo>
                    <a:pt x="4214251" y="741617"/>
                  </a:lnTo>
                  <a:lnTo>
                    <a:pt x="4214346" y="741617"/>
                  </a:lnTo>
                  <a:lnTo>
                    <a:pt x="4214440" y="741617"/>
                  </a:lnTo>
                  <a:lnTo>
                    <a:pt x="4214534" y="741617"/>
                  </a:lnTo>
                  <a:lnTo>
                    <a:pt x="4214628" y="741617"/>
                  </a:lnTo>
                  <a:lnTo>
                    <a:pt x="4214722" y="741617"/>
                  </a:lnTo>
                  <a:lnTo>
                    <a:pt x="4214816" y="741617"/>
                  </a:lnTo>
                  <a:lnTo>
                    <a:pt x="4214911" y="741617"/>
                  </a:lnTo>
                  <a:lnTo>
                    <a:pt x="4215005" y="741617"/>
                  </a:lnTo>
                  <a:lnTo>
                    <a:pt x="4215099" y="741617"/>
                  </a:lnTo>
                  <a:lnTo>
                    <a:pt x="4215193" y="741617"/>
                  </a:lnTo>
                  <a:lnTo>
                    <a:pt x="4215287" y="741617"/>
                  </a:lnTo>
                  <a:lnTo>
                    <a:pt x="4215381" y="741617"/>
                  </a:lnTo>
                  <a:lnTo>
                    <a:pt x="4215381" y="736706"/>
                  </a:lnTo>
                  <a:lnTo>
                    <a:pt x="4215475" y="736706"/>
                  </a:lnTo>
                  <a:lnTo>
                    <a:pt x="4215570" y="736706"/>
                  </a:lnTo>
                  <a:lnTo>
                    <a:pt x="4215664" y="736706"/>
                  </a:lnTo>
                  <a:lnTo>
                    <a:pt x="4215758" y="736706"/>
                  </a:lnTo>
                  <a:lnTo>
                    <a:pt x="4215852" y="736706"/>
                  </a:lnTo>
                  <a:lnTo>
                    <a:pt x="4215946" y="736706"/>
                  </a:lnTo>
                  <a:lnTo>
                    <a:pt x="4216040" y="736706"/>
                  </a:lnTo>
                  <a:lnTo>
                    <a:pt x="4216135" y="736706"/>
                  </a:lnTo>
                  <a:lnTo>
                    <a:pt x="4216229" y="736706"/>
                  </a:lnTo>
                  <a:lnTo>
                    <a:pt x="4216323" y="736706"/>
                  </a:lnTo>
                  <a:lnTo>
                    <a:pt x="4216417" y="736706"/>
                  </a:lnTo>
                  <a:lnTo>
                    <a:pt x="4216511" y="736706"/>
                  </a:lnTo>
                  <a:lnTo>
                    <a:pt x="4216605" y="736706"/>
                  </a:lnTo>
                  <a:lnTo>
                    <a:pt x="4216699" y="736706"/>
                  </a:lnTo>
                  <a:lnTo>
                    <a:pt x="4216794" y="736706"/>
                  </a:lnTo>
                  <a:lnTo>
                    <a:pt x="4216888" y="736706"/>
                  </a:lnTo>
                  <a:lnTo>
                    <a:pt x="4216982" y="736706"/>
                  </a:lnTo>
                  <a:lnTo>
                    <a:pt x="4216982" y="731794"/>
                  </a:lnTo>
                  <a:lnTo>
                    <a:pt x="4217076" y="731794"/>
                  </a:lnTo>
                  <a:lnTo>
                    <a:pt x="4217170" y="731794"/>
                  </a:lnTo>
                  <a:lnTo>
                    <a:pt x="4217264" y="731794"/>
                  </a:lnTo>
                  <a:lnTo>
                    <a:pt x="4217359" y="731794"/>
                  </a:lnTo>
                  <a:lnTo>
                    <a:pt x="4217453" y="731794"/>
                  </a:lnTo>
                  <a:lnTo>
                    <a:pt x="4217547" y="731794"/>
                  </a:lnTo>
                  <a:lnTo>
                    <a:pt x="4217641" y="731794"/>
                  </a:lnTo>
                  <a:lnTo>
                    <a:pt x="4217735" y="731794"/>
                  </a:lnTo>
                  <a:lnTo>
                    <a:pt x="4217829" y="731794"/>
                  </a:lnTo>
                  <a:lnTo>
                    <a:pt x="4217923" y="731794"/>
                  </a:lnTo>
                  <a:lnTo>
                    <a:pt x="4218018" y="731794"/>
                  </a:lnTo>
                  <a:lnTo>
                    <a:pt x="4218112" y="731794"/>
                  </a:lnTo>
                  <a:lnTo>
                    <a:pt x="4218206" y="731794"/>
                  </a:lnTo>
                  <a:lnTo>
                    <a:pt x="4218300" y="731794"/>
                  </a:lnTo>
                  <a:lnTo>
                    <a:pt x="4218394" y="731794"/>
                  </a:lnTo>
                  <a:lnTo>
                    <a:pt x="4218488" y="731794"/>
                  </a:lnTo>
                  <a:lnTo>
                    <a:pt x="4218582" y="731794"/>
                  </a:lnTo>
                  <a:lnTo>
                    <a:pt x="4218677" y="731794"/>
                  </a:lnTo>
                  <a:lnTo>
                    <a:pt x="4218771" y="731794"/>
                  </a:lnTo>
                  <a:lnTo>
                    <a:pt x="4218865" y="731794"/>
                  </a:lnTo>
                  <a:lnTo>
                    <a:pt x="4218959" y="731794"/>
                  </a:lnTo>
                  <a:lnTo>
                    <a:pt x="4219053" y="731794"/>
                  </a:lnTo>
                  <a:lnTo>
                    <a:pt x="4219147" y="731794"/>
                  </a:lnTo>
                  <a:lnTo>
                    <a:pt x="4219242" y="731794"/>
                  </a:lnTo>
                  <a:lnTo>
                    <a:pt x="4219336" y="731794"/>
                  </a:lnTo>
                  <a:lnTo>
                    <a:pt x="4219430" y="731794"/>
                  </a:lnTo>
                  <a:lnTo>
                    <a:pt x="4219524" y="731794"/>
                  </a:lnTo>
                  <a:lnTo>
                    <a:pt x="4219618" y="731794"/>
                  </a:lnTo>
                  <a:lnTo>
                    <a:pt x="4219712" y="731794"/>
                  </a:lnTo>
                  <a:lnTo>
                    <a:pt x="4219806" y="731794"/>
                  </a:lnTo>
                  <a:lnTo>
                    <a:pt x="4219901" y="731794"/>
                  </a:lnTo>
                  <a:lnTo>
                    <a:pt x="4219995" y="731794"/>
                  </a:lnTo>
                  <a:lnTo>
                    <a:pt x="4220089" y="731794"/>
                  </a:lnTo>
                  <a:lnTo>
                    <a:pt x="4220183" y="731794"/>
                  </a:lnTo>
                  <a:lnTo>
                    <a:pt x="4220277" y="731794"/>
                  </a:lnTo>
                  <a:lnTo>
                    <a:pt x="4220371" y="731794"/>
                  </a:lnTo>
                  <a:lnTo>
                    <a:pt x="4220466" y="731794"/>
                  </a:lnTo>
                  <a:lnTo>
                    <a:pt x="4220560" y="731794"/>
                  </a:lnTo>
                  <a:lnTo>
                    <a:pt x="4220654" y="731794"/>
                  </a:lnTo>
                  <a:lnTo>
                    <a:pt x="4220748" y="731794"/>
                  </a:lnTo>
                  <a:lnTo>
                    <a:pt x="4220842" y="731794"/>
                  </a:lnTo>
                  <a:lnTo>
                    <a:pt x="4220936" y="731794"/>
                  </a:lnTo>
                  <a:lnTo>
                    <a:pt x="4221030" y="731794"/>
                  </a:lnTo>
                  <a:lnTo>
                    <a:pt x="4221125" y="731794"/>
                  </a:lnTo>
                  <a:lnTo>
                    <a:pt x="4221219" y="731794"/>
                  </a:lnTo>
                  <a:lnTo>
                    <a:pt x="4221313" y="731794"/>
                  </a:lnTo>
                  <a:lnTo>
                    <a:pt x="4221407" y="731794"/>
                  </a:lnTo>
                  <a:lnTo>
                    <a:pt x="4221501" y="731794"/>
                  </a:lnTo>
                  <a:lnTo>
                    <a:pt x="4221595" y="731794"/>
                  </a:lnTo>
                  <a:lnTo>
                    <a:pt x="4221690" y="731794"/>
                  </a:lnTo>
                  <a:lnTo>
                    <a:pt x="4221784" y="731794"/>
                  </a:lnTo>
                  <a:lnTo>
                    <a:pt x="4221878" y="731794"/>
                  </a:lnTo>
                  <a:lnTo>
                    <a:pt x="4221972" y="731794"/>
                  </a:lnTo>
                  <a:lnTo>
                    <a:pt x="4222066" y="731794"/>
                  </a:lnTo>
                  <a:lnTo>
                    <a:pt x="4222160" y="731794"/>
                  </a:lnTo>
                  <a:lnTo>
                    <a:pt x="4222254" y="731794"/>
                  </a:lnTo>
                  <a:lnTo>
                    <a:pt x="4222349" y="731794"/>
                  </a:lnTo>
                  <a:lnTo>
                    <a:pt x="4222443" y="731794"/>
                  </a:lnTo>
                  <a:lnTo>
                    <a:pt x="4222537" y="731794"/>
                  </a:lnTo>
                  <a:lnTo>
                    <a:pt x="4222631" y="731794"/>
                  </a:lnTo>
                  <a:lnTo>
                    <a:pt x="4222725" y="731794"/>
                  </a:lnTo>
                  <a:lnTo>
                    <a:pt x="4222819" y="731794"/>
                  </a:lnTo>
                  <a:lnTo>
                    <a:pt x="4222913" y="731794"/>
                  </a:lnTo>
                  <a:lnTo>
                    <a:pt x="4223008" y="731794"/>
                  </a:lnTo>
                  <a:lnTo>
                    <a:pt x="4223102" y="731794"/>
                  </a:lnTo>
                  <a:lnTo>
                    <a:pt x="4223196" y="731794"/>
                  </a:lnTo>
                  <a:lnTo>
                    <a:pt x="4223290" y="731794"/>
                  </a:lnTo>
                  <a:lnTo>
                    <a:pt x="4223384" y="731794"/>
                  </a:lnTo>
                  <a:lnTo>
                    <a:pt x="4223478" y="731794"/>
                  </a:lnTo>
                  <a:lnTo>
                    <a:pt x="4223573" y="731794"/>
                  </a:lnTo>
                  <a:lnTo>
                    <a:pt x="4223667" y="731794"/>
                  </a:lnTo>
                  <a:lnTo>
                    <a:pt x="4223761" y="731794"/>
                  </a:lnTo>
                  <a:lnTo>
                    <a:pt x="4223855" y="731794"/>
                  </a:lnTo>
                  <a:lnTo>
                    <a:pt x="4223949" y="731794"/>
                  </a:lnTo>
                  <a:lnTo>
                    <a:pt x="4224043" y="731794"/>
                  </a:lnTo>
                  <a:lnTo>
                    <a:pt x="4224137" y="731794"/>
                  </a:lnTo>
                  <a:lnTo>
                    <a:pt x="4224232" y="731794"/>
                  </a:lnTo>
                  <a:lnTo>
                    <a:pt x="4224326" y="731794"/>
                  </a:lnTo>
                  <a:lnTo>
                    <a:pt x="4224420" y="731794"/>
                  </a:lnTo>
                  <a:lnTo>
                    <a:pt x="4224514" y="731794"/>
                  </a:lnTo>
                  <a:lnTo>
                    <a:pt x="4224608" y="731794"/>
                  </a:lnTo>
                  <a:lnTo>
                    <a:pt x="4224702" y="731794"/>
                  </a:lnTo>
                  <a:lnTo>
                    <a:pt x="4224797" y="731794"/>
                  </a:lnTo>
                  <a:lnTo>
                    <a:pt x="4224891" y="731794"/>
                  </a:lnTo>
                  <a:lnTo>
                    <a:pt x="4224985" y="731794"/>
                  </a:lnTo>
                  <a:lnTo>
                    <a:pt x="4225079" y="731794"/>
                  </a:lnTo>
                  <a:lnTo>
                    <a:pt x="4225173" y="731794"/>
                  </a:lnTo>
                  <a:lnTo>
                    <a:pt x="4225267" y="731794"/>
                  </a:lnTo>
                  <a:lnTo>
                    <a:pt x="4225361" y="731794"/>
                  </a:lnTo>
                  <a:lnTo>
                    <a:pt x="4225456" y="731794"/>
                  </a:lnTo>
                  <a:lnTo>
                    <a:pt x="4225550" y="731794"/>
                  </a:lnTo>
                  <a:lnTo>
                    <a:pt x="4225644" y="731794"/>
                  </a:lnTo>
                  <a:lnTo>
                    <a:pt x="4225738" y="731794"/>
                  </a:lnTo>
                  <a:lnTo>
                    <a:pt x="4225832" y="731794"/>
                  </a:lnTo>
                  <a:lnTo>
                    <a:pt x="4225926" y="731794"/>
                  </a:lnTo>
                  <a:lnTo>
                    <a:pt x="4226021" y="731794"/>
                  </a:lnTo>
                  <a:lnTo>
                    <a:pt x="4226115" y="731794"/>
                  </a:lnTo>
                  <a:lnTo>
                    <a:pt x="4226209" y="731794"/>
                  </a:lnTo>
                  <a:lnTo>
                    <a:pt x="4226303" y="731794"/>
                  </a:lnTo>
                  <a:lnTo>
                    <a:pt x="4226397" y="731794"/>
                  </a:lnTo>
                  <a:lnTo>
                    <a:pt x="4226491" y="731794"/>
                  </a:lnTo>
                  <a:lnTo>
                    <a:pt x="4226585" y="731794"/>
                  </a:lnTo>
                  <a:lnTo>
                    <a:pt x="4226680" y="731794"/>
                  </a:lnTo>
                  <a:lnTo>
                    <a:pt x="4226774" y="731794"/>
                  </a:lnTo>
                  <a:lnTo>
                    <a:pt x="4226868" y="731794"/>
                  </a:lnTo>
                  <a:lnTo>
                    <a:pt x="4226962" y="731794"/>
                  </a:lnTo>
                  <a:lnTo>
                    <a:pt x="4227056" y="731794"/>
                  </a:lnTo>
                  <a:lnTo>
                    <a:pt x="4227150" y="731794"/>
                  </a:lnTo>
                  <a:lnTo>
                    <a:pt x="4227244" y="731794"/>
                  </a:lnTo>
                  <a:lnTo>
                    <a:pt x="4227339" y="731794"/>
                  </a:lnTo>
                  <a:lnTo>
                    <a:pt x="4227433" y="731794"/>
                  </a:lnTo>
                  <a:lnTo>
                    <a:pt x="4227527" y="731794"/>
                  </a:lnTo>
                  <a:lnTo>
                    <a:pt x="4227621" y="731794"/>
                  </a:lnTo>
                  <a:lnTo>
                    <a:pt x="4227715" y="731794"/>
                  </a:lnTo>
                  <a:lnTo>
                    <a:pt x="4227809" y="731794"/>
                  </a:lnTo>
                  <a:lnTo>
                    <a:pt x="4227904" y="731794"/>
                  </a:lnTo>
                  <a:lnTo>
                    <a:pt x="4227998" y="731794"/>
                  </a:lnTo>
                  <a:lnTo>
                    <a:pt x="4228092" y="731794"/>
                  </a:lnTo>
                  <a:lnTo>
                    <a:pt x="4228186" y="731794"/>
                  </a:lnTo>
                  <a:lnTo>
                    <a:pt x="4228280" y="731794"/>
                  </a:lnTo>
                  <a:lnTo>
                    <a:pt x="4228374" y="731794"/>
                  </a:lnTo>
                  <a:lnTo>
                    <a:pt x="4228468" y="731794"/>
                  </a:lnTo>
                  <a:lnTo>
                    <a:pt x="4228563" y="731794"/>
                  </a:lnTo>
                  <a:lnTo>
                    <a:pt x="4228657" y="731794"/>
                  </a:lnTo>
                  <a:lnTo>
                    <a:pt x="4228751" y="731794"/>
                  </a:lnTo>
                  <a:lnTo>
                    <a:pt x="4228845" y="731794"/>
                  </a:lnTo>
                  <a:lnTo>
                    <a:pt x="4228939" y="731794"/>
                  </a:lnTo>
                  <a:lnTo>
                    <a:pt x="4229033" y="731794"/>
                  </a:lnTo>
                  <a:lnTo>
                    <a:pt x="4229128" y="731794"/>
                  </a:lnTo>
                  <a:lnTo>
                    <a:pt x="4229222" y="731794"/>
                  </a:lnTo>
                  <a:lnTo>
                    <a:pt x="4229316" y="731794"/>
                  </a:lnTo>
                  <a:lnTo>
                    <a:pt x="4229410" y="731794"/>
                  </a:lnTo>
                  <a:lnTo>
                    <a:pt x="4229504" y="731794"/>
                  </a:lnTo>
                  <a:lnTo>
                    <a:pt x="4229598" y="731794"/>
                  </a:lnTo>
                  <a:lnTo>
                    <a:pt x="4229692" y="731794"/>
                  </a:lnTo>
                  <a:lnTo>
                    <a:pt x="4229787" y="731794"/>
                  </a:lnTo>
                  <a:lnTo>
                    <a:pt x="4229881" y="731794"/>
                  </a:lnTo>
                  <a:lnTo>
                    <a:pt x="4229975" y="731794"/>
                  </a:lnTo>
                  <a:lnTo>
                    <a:pt x="4230069" y="731794"/>
                  </a:lnTo>
                  <a:lnTo>
                    <a:pt x="4230163" y="731794"/>
                  </a:lnTo>
                  <a:lnTo>
                    <a:pt x="4230257" y="731794"/>
                  </a:lnTo>
                  <a:lnTo>
                    <a:pt x="4230352" y="731794"/>
                  </a:lnTo>
                  <a:lnTo>
                    <a:pt x="4230446" y="731794"/>
                  </a:lnTo>
                  <a:lnTo>
                    <a:pt x="4230540" y="731794"/>
                  </a:lnTo>
                  <a:lnTo>
                    <a:pt x="4230634" y="731794"/>
                  </a:lnTo>
                  <a:lnTo>
                    <a:pt x="4230728" y="731794"/>
                  </a:lnTo>
                  <a:lnTo>
                    <a:pt x="4230822" y="731794"/>
                  </a:lnTo>
                  <a:lnTo>
                    <a:pt x="4230916" y="731794"/>
                  </a:lnTo>
                  <a:lnTo>
                    <a:pt x="4231011" y="731794"/>
                  </a:lnTo>
                  <a:lnTo>
                    <a:pt x="4231105" y="731794"/>
                  </a:lnTo>
                  <a:lnTo>
                    <a:pt x="4231105" y="726883"/>
                  </a:lnTo>
                  <a:lnTo>
                    <a:pt x="4231199" y="726883"/>
                  </a:lnTo>
                  <a:lnTo>
                    <a:pt x="4231293" y="726883"/>
                  </a:lnTo>
                  <a:lnTo>
                    <a:pt x="4231387" y="726883"/>
                  </a:lnTo>
                  <a:lnTo>
                    <a:pt x="4231481" y="726883"/>
                  </a:lnTo>
                  <a:lnTo>
                    <a:pt x="4231575" y="726883"/>
                  </a:lnTo>
                  <a:lnTo>
                    <a:pt x="4231670" y="726883"/>
                  </a:lnTo>
                  <a:lnTo>
                    <a:pt x="4231764" y="726883"/>
                  </a:lnTo>
                  <a:lnTo>
                    <a:pt x="4231858" y="726883"/>
                  </a:lnTo>
                  <a:lnTo>
                    <a:pt x="4231952" y="726883"/>
                  </a:lnTo>
                  <a:lnTo>
                    <a:pt x="4232046" y="726883"/>
                  </a:lnTo>
                  <a:lnTo>
                    <a:pt x="4232140" y="726883"/>
                  </a:lnTo>
                  <a:lnTo>
                    <a:pt x="4232235" y="726883"/>
                  </a:lnTo>
                  <a:lnTo>
                    <a:pt x="4232329" y="726883"/>
                  </a:lnTo>
                  <a:lnTo>
                    <a:pt x="4232423" y="726883"/>
                  </a:lnTo>
                  <a:lnTo>
                    <a:pt x="4232517" y="726883"/>
                  </a:lnTo>
                  <a:lnTo>
                    <a:pt x="4232611" y="726883"/>
                  </a:lnTo>
                  <a:lnTo>
                    <a:pt x="4232705" y="726883"/>
                  </a:lnTo>
                  <a:lnTo>
                    <a:pt x="4232799" y="726883"/>
                  </a:lnTo>
                  <a:lnTo>
                    <a:pt x="4232894" y="726883"/>
                  </a:lnTo>
                  <a:lnTo>
                    <a:pt x="4232988" y="726883"/>
                  </a:lnTo>
                  <a:lnTo>
                    <a:pt x="4233082" y="726883"/>
                  </a:lnTo>
                  <a:lnTo>
                    <a:pt x="4233176" y="726883"/>
                  </a:lnTo>
                  <a:lnTo>
                    <a:pt x="4233270" y="726883"/>
                  </a:lnTo>
                  <a:lnTo>
                    <a:pt x="4233364" y="726883"/>
                  </a:lnTo>
                  <a:lnTo>
                    <a:pt x="4233459" y="726883"/>
                  </a:lnTo>
                  <a:lnTo>
                    <a:pt x="4233553" y="726883"/>
                  </a:lnTo>
                  <a:lnTo>
                    <a:pt x="4233647" y="726883"/>
                  </a:lnTo>
                  <a:lnTo>
                    <a:pt x="4233741" y="726883"/>
                  </a:lnTo>
                  <a:lnTo>
                    <a:pt x="4233835" y="726883"/>
                  </a:lnTo>
                  <a:lnTo>
                    <a:pt x="4233929" y="726883"/>
                  </a:lnTo>
                  <a:lnTo>
                    <a:pt x="4234023" y="726883"/>
                  </a:lnTo>
                  <a:lnTo>
                    <a:pt x="4234118" y="726883"/>
                  </a:lnTo>
                  <a:lnTo>
                    <a:pt x="4234212" y="726883"/>
                  </a:lnTo>
                  <a:lnTo>
                    <a:pt x="4234306" y="726883"/>
                  </a:lnTo>
                  <a:lnTo>
                    <a:pt x="4234400" y="726883"/>
                  </a:lnTo>
                  <a:lnTo>
                    <a:pt x="4234494" y="726883"/>
                  </a:lnTo>
                  <a:lnTo>
                    <a:pt x="4234588" y="726883"/>
                  </a:lnTo>
                  <a:lnTo>
                    <a:pt x="4234683" y="726883"/>
                  </a:lnTo>
                  <a:lnTo>
                    <a:pt x="4234777" y="726883"/>
                  </a:lnTo>
                  <a:lnTo>
                    <a:pt x="4234871" y="726883"/>
                  </a:lnTo>
                  <a:lnTo>
                    <a:pt x="4234965" y="726883"/>
                  </a:lnTo>
                  <a:lnTo>
                    <a:pt x="4235059" y="726883"/>
                  </a:lnTo>
                  <a:lnTo>
                    <a:pt x="4235153" y="726883"/>
                  </a:lnTo>
                  <a:lnTo>
                    <a:pt x="4235247" y="726883"/>
                  </a:lnTo>
                  <a:lnTo>
                    <a:pt x="4235342" y="726883"/>
                  </a:lnTo>
                  <a:lnTo>
                    <a:pt x="4235436" y="726883"/>
                  </a:lnTo>
                  <a:lnTo>
                    <a:pt x="4235530" y="726883"/>
                  </a:lnTo>
                  <a:lnTo>
                    <a:pt x="4235624" y="726883"/>
                  </a:lnTo>
                  <a:lnTo>
                    <a:pt x="4235718" y="726883"/>
                  </a:lnTo>
                  <a:lnTo>
                    <a:pt x="4235812" y="726883"/>
                  </a:lnTo>
                  <a:lnTo>
                    <a:pt x="4235906" y="726883"/>
                  </a:lnTo>
                  <a:lnTo>
                    <a:pt x="4236001" y="726883"/>
                  </a:lnTo>
                  <a:lnTo>
                    <a:pt x="4236095" y="726883"/>
                  </a:lnTo>
                  <a:lnTo>
                    <a:pt x="4236189" y="726883"/>
                  </a:lnTo>
                  <a:lnTo>
                    <a:pt x="4236283" y="726883"/>
                  </a:lnTo>
                  <a:lnTo>
                    <a:pt x="4236377" y="726883"/>
                  </a:lnTo>
                  <a:lnTo>
                    <a:pt x="4236471" y="726883"/>
                  </a:lnTo>
                  <a:lnTo>
                    <a:pt x="4236566" y="726883"/>
                  </a:lnTo>
                  <a:lnTo>
                    <a:pt x="4236660" y="726883"/>
                  </a:lnTo>
                  <a:lnTo>
                    <a:pt x="4236660" y="721972"/>
                  </a:lnTo>
                  <a:lnTo>
                    <a:pt x="4236754" y="721972"/>
                  </a:lnTo>
                  <a:lnTo>
                    <a:pt x="4236848" y="721972"/>
                  </a:lnTo>
                  <a:lnTo>
                    <a:pt x="4236942" y="721972"/>
                  </a:lnTo>
                  <a:lnTo>
                    <a:pt x="4237036" y="721972"/>
                  </a:lnTo>
                  <a:lnTo>
                    <a:pt x="4237130" y="721972"/>
                  </a:lnTo>
                  <a:lnTo>
                    <a:pt x="4237225" y="721972"/>
                  </a:lnTo>
                  <a:lnTo>
                    <a:pt x="4237319" y="721972"/>
                  </a:lnTo>
                  <a:lnTo>
                    <a:pt x="4237413" y="721972"/>
                  </a:lnTo>
                  <a:lnTo>
                    <a:pt x="4237507" y="721972"/>
                  </a:lnTo>
                  <a:lnTo>
                    <a:pt x="4237601" y="721972"/>
                  </a:lnTo>
                  <a:lnTo>
                    <a:pt x="4237695" y="721972"/>
                  </a:lnTo>
                  <a:lnTo>
                    <a:pt x="4237790" y="721972"/>
                  </a:lnTo>
                  <a:lnTo>
                    <a:pt x="4237884" y="721972"/>
                  </a:lnTo>
                  <a:lnTo>
                    <a:pt x="4237978" y="721972"/>
                  </a:lnTo>
                  <a:lnTo>
                    <a:pt x="4238072" y="721972"/>
                  </a:lnTo>
                  <a:lnTo>
                    <a:pt x="4238166" y="721972"/>
                  </a:lnTo>
                  <a:lnTo>
                    <a:pt x="4238166" y="717060"/>
                  </a:lnTo>
                  <a:lnTo>
                    <a:pt x="4238260" y="717060"/>
                  </a:lnTo>
                  <a:lnTo>
                    <a:pt x="4238354" y="717060"/>
                  </a:lnTo>
                  <a:lnTo>
                    <a:pt x="4238449" y="717060"/>
                  </a:lnTo>
                  <a:lnTo>
                    <a:pt x="4238543" y="717060"/>
                  </a:lnTo>
                  <a:lnTo>
                    <a:pt x="4238637" y="717060"/>
                  </a:lnTo>
                  <a:lnTo>
                    <a:pt x="4238731" y="717060"/>
                  </a:lnTo>
                  <a:lnTo>
                    <a:pt x="4238825" y="717060"/>
                  </a:lnTo>
                  <a:lnTo>
                    <a:pt x="4238919" y="717060"/>
                  </a:lnTo>
                  <a:lnTo>
                    <a:pt x="4239014" y="717060"/>
                  </a:lnTo>
                  <a:lnTo>
                    <a:pt x="4239108" y="717060"/>
                  </a:lnTo>
                  <a:lnTo>
                    <a:pt x="4239202" y="717060"/>
                  </a:lnTo>
                  <a:lnTo>
                    <a:pt x="4239296" y="717060"/>
                  </a:lnTo>
                  <a:lnTo>
                    <a:pt x="4239390" y="717060"/>
                  </a:lnTo>
                  <a:lnTo>
                    <a:pt x="4239484" y="717060"/>
                  </a:lnTo>
                  <a:lnTo>
                    <a:pt x="4239578" y="717060"/>
                  </a:lnTo>
                  <a:lnTo>
                    <a:pt x="4239673" y="717060"/>
                  </a:lnTo>
                  <a:lnTo>
                    <a:pt x="4239767" y="717060"/>
                  </a:lnTo>
                  <a:lnTo>
                    <a:pt x="4239861" y="717060"/>
                  </a:lnTo>
                  <a:lnTo>
                    <a:pt x="4239861" y="712149"/>
                  </a:lnTo>
                  <a:lnTo>
                    <a:pt x="4239955" y="712149"/>
                  </a:lnTo>
                  <a:lnTo>
                    <a:pt x="4240049" y="712149"/>
                  </a:lnTo>
                  <a:lnTo>
                    <a:pt x="4240143" y="712149"/>
                  </a:lnTo>
                  <a:lnTo>
                    <a:pt x="4240237" y="712149"/>
                  </a:lnTo>
                  <a:lnTo>
                    <a:pt x="4240332" y="712149"/>
                  </a:lnTo>
                  <a:lnTo>
                    <a:pt x="4240426" y="712149"/>
                  </a:lnTo>
                  <a:lnTo>
                    <a:pt x="4240520" y="712149"/>
                  </a:lnTo>
                  <a:lnTo>
                    <a:pt x="4240614" y="712149"/>
                  </a:lnTo>
                  <a:lnTo>
                    <a:pt x="4240708" y="712149"/>
                  </a:lnTo>
                  <a:lnTo>
                    <a:pt x="4240802" y="712149"/>
                  </a:lnTo>
                  <a:lnTo>
                    <a:pt x="4240897" y="712149"/>
                  </a:lnTo>
                  <a:lnTo>
                    <a:pt x="4240991" y="712149"/>
                  </a:lnTo>
                  <a:lnTo>
                    <a:pt x="4241085" y="712149"/>
                  </a:lnTo>
                  <a:lnTo>
                    <a:pt x="4241179" y="712149"/>
                  </a:lnTo>
                  <a:lnTo>
                    <a:pt x="4241273" y="712149"/>
                  </a:lnTo>
                  <a:lnTo>
                    <a:pt x="4241367" y="712149"/>
                  </a:lnTo>
                  <a:lnTo>
                    <a:pt x="4241461" y="712149"/>
                  </a:lnTo>
                  <a:lnTo>
                    <a:pt x="4241556" y="712149"/>
                  </a:lnTo>
                  <a:lnTo>
                    <a:pt x="4241650" y="712149"/>
                  </a:lnTo>
                  <a:lnTo>
                    <a:pt x="4241744" y="712149"/>
                  </a:lnTo>
                  <a:lnTo>
                    <a:pt x="4241838" y="712149"/>
                  </a:lnTo>
                  <a:lnTo>
                    <a:pt x="4241932" y="712149"/>
                  </a:lnTo>
                  <a:lnTo>
                    <a:pt x="4242026" y="712149"/>
                  </a:lnTo>
                  <a:lnTo>
                    <a:pt x="4242121" y="712149"/>
                  </a:lnTo>
                  <a:lnTo>
                    <a:pt x="4242215" y="712149"/>
                  </a:lnTo>
                  <a:lnTo>
                    <a:pt x="4242309" y="712149"/>
                  </a:lnTo>
                  <a:lnTo>
                    <a:pt x="4242403" y="712149"/>
                  </a:lnTo>
                  <a:lnTo>
                    <a:pt x="4242497" y="712149"/>
                  </a:lnTo>
                  <a:lnTo>
                    <a:pt x="4242591" y="712149"/>
                  </a:lnTo>
                  <a:lnTo>
                    <a:pt x="4242685" y="712149"/>
                  </a:lnTo>
                  <a:lnTo>
                    <a:pt x="4242780" y="712149"/>
                  </a:lnTo>
                  <a:lnTo>
                    <a:pt x="4242874" y="712149"/>
                  </a:lnTo>
                  <a:lnTo>
                    <a:pt x="4242968" y="712149"/>
                  </a:lnTo>
                  <a:lnTo>
                    <a:pt x="4243062" y="712149"/>
                  </a:lnTo>
                  <a:lnTo>
                    <a:pt x="4243156" y="712149"/>
                  </a:lnTo>
                  <a:lnTo>
                    <a:pt x="4243250" y="712149"/>
                  </a:lnTo>
                  <a:lnTo>
                    <a:pt x="4243345" y="712149"/>
                  </a:lnTo>
                  <a:lnTo>
                    <a:pt x="4243439" y="712149"/>
                  </a:lnTo>
                  <a:lnTo>
                    <a:pt x="4243533" y="712149"/>
                  </a:lnTo>
                  <a:lnTo>
                    <a:pt x="4243627" y="712149"/>
                  </a:lnTo>
                  <a:lnTo>
                    <a:pt x="4243721" y="712149"/>
                  </a:lnTo>
                  <a:lnTo>
                    <a:pt x="4243815" y="712149"/>
                  </a:lnTo>
                  <a:lnTo>
                    <a:pt x="4243909" y="712149"/>
                  </a:lnTo>
                  <a:lnTo>
                    <a:pt x="4244004" y="712149"/>
                  </a:lnTo>
                  <a:lnTo>
                    <a:pt x="4244098" y="712149"/>
                  </a:lnTo>
                  <a:lnTo>
                    <a:pt x="4244192" y="712149"/>
                  </a:lnTo>
                  <a:lnTo>
                    <a:pt x="4244286" y="712149"/>
                  </a:lnTo>
                  <a:lnTo>
                    <a:pt x="4244380" y="712149"/>
                  </a:lnTo>
                  <a:lnTo>
                    <a:pt x="4244474" y="712149"/>
                  </a:lnTo>
                  <a:lnTo>
                    <a:pt x="4244568" y="712149"/>
                  </a:lnTo>
                  <a:lnTo>
                    <a:pt x="4244663" y="712149"/>
                  </a:lnTo>
                  <a:lnTo>
                    <a:pt x="4244757" y="712149"/>
                  </a:lnTo>
                  <a:lnTo>
                    <a:pt x="4244851" y="712149"/>
                  </a:lnTo>
                  <a:lnTo>
                    <a:pt x="4244945" y="712149"/>
                  </a:lnTo>
                  <a:lnTo>
                    <a:pt x="4245039" y="712149"/>
                  </a:lnTo>
                  <a:lnTo>
                    <a:pt x="4245133" y="712149"/>
                  </a:lnTo>
                  <a:lnTo>
                    <a:pt x="4245228" y="712149"/>
                  </a:lnTo>
                  <a:lnTo>
                    <a:pt x="4245322" y="712149"/>
                  </a:lnTo>
                  <a:lnTo>
                    <a:pt x="4245416" y="712149"/>
                  </a:lnTo>
                  <a:lnTo>
                    <a:pt x="4245510" y="712149"/>
                  </a:lnTo>
                  <a:lnTo>
                    <a:pt x="4245604" y="712149"/>
                  </a:lnTo>
                  <a:lnTo>
                    <a:pt x="4245698" y="712149"/>
                  </a:lnTo>
                  <a:lnTo>
                    <a:pt x="4245792" y="712149"/>
                  </a:lnTo>
                  <a:lnTo>
                    <a:pt x="4245887" y="712149"/>
                  </a:lnTo>
                  <a:lnTo>
                    <a:pt x="4245981" y="712149"/>
                  </a:lnTo>
                  <a:lnTo>
                    <a:pt x="4246075" y="712149"/>
                  </a:lnTo>
                  <a:lnTo>
                    <a:pt x="4246169" y="712149"/>
                  </a:lnTo>
                  <a:lnTo>
                    <a:pt x="4246263" y="712149"/>
                  </a:lnTo>
                  <a:lnTo>
                    <a:pt x="4246357" y="712149"/>
                  </a:lnTo>
                  <a:lnTo>
                    <a:pt x="4246452" y="712149"/>
                  </a:lnTo>
                  <a:lnTo>
                    <a:pt x="4246546" y="712149"/>
                  </a:lnTo>
                  <a:lnTo>
                    <a:pt x="4246640" y="712149"/>
                  </a:lnTo>
                  <a:lnTo>
                    <a:pt x="4246734" y="712149"/>
                  </a:lnTo>
                  <a:lnTo>
                    <a:pt x="4246828" y="712149"/>
                  </a:lnTo>
                  <a:lnTo>
                    <a:pt x="4246922" y="712149"/>
                  </a:lnTo>
                  <a:lnTo>
                    <a:pt x="4247016" y="712149"/>
                  </a:lnTo>
                  <a:lnTo>
                    <a:pt x="4247111" y="712149"/>
                  </a:lnTo>
                  <a:lnTo>
                    <a:pt x="4247205" y="712149"/>
                  </a:lnTo>
                  <a:lnTo>
                    <a:pt x="4247299" y="712149"/>
                  </a:lnTo>
                  <a:lnTo>
                    <a:pt x="4247393" y="712149"/>
                  </a:lnTo>
                  <a:lnTo>
                    <a:pt x="4247487" y="712149"/>
                  </a:lnTo>
                  <a:lnTo>
                    <a:pt x="4247581" y="712149"/>
                  </a:lnTo>
                  <a:lnTo>
                    <a:pt x="4247676" y="712149"/>
                  </a:lnTo>
                  <a:lnTo>
                    <a:pt x="4247770" y="712149"/>
                  </a:lnTo>
                  <a:lnTo>
                    <a:pt x="4247864" y="712149"/>
                  </a:lnTo>
                  <a:lnTo>
                    <a:pt x="4247958" y="712149"/>
                  </a:lnTo>
                  <a:lnTo>
                    <a:pt x="4248052" y="712149"/>
                  </a:lnTo>
                  <a:lnTo>
                    <a:pt x="4248146" y="712149"/>
                  </a:lnTo>
                  <a:lnTo>
                    <a:pt x="4248240" y="712149"/>
                  </a:lnTo>
                  <a:lnTo>
                    <a:pt x="4248335" y="712149"/>
                  </a:lnTo>
                  <a:lnTo>
                    <a:pt x="4248429" y="712149"/>
                  </a:lnTo>
                  <a:lnTo>
                    <a:pt x="4248523" y="712149"/>
                  </a:lnTo>
                  <a:lnTo>
                    <a:pt x="4248617" y="712149"/>
                  </a:lnTo>
                  <a:lnTo>
                    <a:pt x="4248711" y="712149"/>
                  </a:lnTo>
                  <a:lnTo>
                    <a:pt x="4248805" y="712149"/>
                  </a:lnTo>
                  <a:lnTo>
                    <a:pt x="4248899" y="712149"/>
                  </a:lnTo>
                  <a:lnTo>
                    <a:pt x="4248994" y="712149"/>
                  </a:lnTo>
                  <a:lnTo>
                    <a:pt x="4249088" y="712149"/>
                  </a:lnTo>
                  <a:lnTo>
                    <a:pt x="4249182" y="712149"/>
                  </a:lnTo>
                  <a:lnTo>
                    <a:pt x="4249276" y="712149"/>
                  </a:lnTo>
                  <a:lnTo>
                    <a:pt x="4249370" y="712149"/>
                  </a:lnTo>
                  <a:lnTo>
                    <a:pt x="4249464" y="712149"/>
                  </a:lnTo>
                  <a:lnTo>
                    <a:pt x="4249559" y="712149"/>
                  </a:lnTo>
                  <a:lnTo>
                    <a:pt x="4249653" y="712149"/>
                  </a:lnTo>
                  <a:lnTo>
                    <a:pt x="4249747" y="712149"/>
                  </a:lnTo>
                  <a:lnTo>
                    <a:pt x="4249841" y="712149"/>
                  </a:lnTo>
                  <a:lnTo>
                    <a:pt x="4249935" y="712149"/>
                  </a:lnTo>
                  <a:lnTo>
                    <a:pt x="4250029" y="712149"/>
                  </a:lnTo>
                  <a:lnTo>
                    <a:pt x="4250123" y="712149"/>
                  </a:lnTo>
                  <a:lnTo>
                    <a:pt x="4250218" y="712149"/>
                  </a:lnTo>
                  <a:lnTo>
                    <a:pt x="4250312" y="712149"/>
                  </a:lnTo>
                  <a:lnTo>
                    <a:pt x="4250406" y="712149"/>
                  </a:lnTo>
                  <a:lnTo>
                    <a:pt x="4250500" y="712149"/>
                  </a:lnTo>
                  <a:lnTo>
                    <a:pt x="4250594" y="712149"/>
                  </a:lnTo>
                  <a:lnTo>
                    <a:pt x="4250688" y="712149"/>
                  </a:lnTo>
                  <a:lnTo>
                    <a:pt x="4250783" y="712149"/>
                  </a:lnTo>
                  <a:lnTo>
                    <a:pt x="4250877" y="712149"/>
                  </a:lnTo>
                  <a:lnTo>
                    <a:pt x="4250971" y="712149"/>
                  </a:lnTo>
                  <a:lnTo>
                    <a:pt x="4251065" y="712149"/>
                  </a:lnTo>
                  <a:lnTo>
                    <a:pt x="4251159" y="712149"/>
                  </a:lnTo>
                  <a:lnTo>
                    <a:pt x="4251253" y="712149"/>
                  </a:lnTo>
                  <a:lnTo>
                    <a:pt x="4251347" y="712149"/>
                  </a:lnTo>
                  <a:lnTo>
                    <a:pt x="4251442" y="712149"/>
                  </a:lnTo>
                  <a:lnTo>
                    <a:pt x="4251536" y="712149"/>
                  </a:lnTo>
                  <a:lnTo>
                    <a:pt x="4251630" y="712149"/>
                  </a:lnTo>
                  <a:lnTo>
                    <a:pt x="4251724" y="712149"/>
                  </a:lnTo>
                  <a:lnTo>
                    <a:pt x="4251818" y="712149"/>
                  </a:lnTo>
                  <a:lnTo>
                    <a:pt x="4251912" y="712149"/>
                  </a:lnTo>
                  <a:lnTo>
                    <a:pt x="4252007" y="712149"/>
                  </a:lnTo>
                  <a:lnTo>
                    <a:pt x="4252101" y="712149"/>
                  </a:lnTo>
                  <a:lnTo>
                    <a:pt x="4252195" y="712149"/>
                  </a:lnTo>
                  <a:lnTo>
                    <a:pt x="4252289" y="712149"/>
                  </a:lnTo>
                  <a:lnTo>
                    <a:pt x="4252383" y="712149"/>
                  </a:lnTo>
                  <a:lnTo>
                    <a:pt x="4252477" y="712149"/>
                  </a:lnTo>
                  <a:lnTo>
                    <a:pt x="4252571" y="712149"/>
                  </a:lnTo>
                  <a:lnTo>
                    <a:pt x="4252666" y="712149"/>
                  </a:lnTo>
                  <a:lnTo>
                    <a:pt x="4252760" y="712149"/>
                  </a:lnTo>
                  <a:lnTo>
                    <a:pt x="4252854" y="712149"/>
                  </a:lnTo>
                  <a:lnTo>
                    <a:pt x="4252948" y="712149"/>
                  </a:lnTo>
                  <a:lnTo>
                    <a:pt x="4253042" y="712149"/>
                  </a:lnTo>
                  <a:lnTo>
                    <a:pt x="4253136" y="712149"/>
                  </a:lnTo>
                  <a:lnTo>
                    <a:pt x="4253230" y="712149"/>
                  </a:lnTo>
                  <a:lnTo>
                    <a:pt x="4253325" y="712149"/>
                  </a:lnTo>
                  <a:lnTo>
                    <a:pt x="4253419" y="712149"/>
                  </a:lnTo>
                  <a:lnTo>
                    <a:pt x="4253513" y="712149"/>
                  </a:lnTo>
                  <a:lnTo>
                    <a:pt x="4253607" y="712149"/>
                  </a:lnTo>
                  <a:lnTo>
                    <a:pt x="4253701" y="712149"/>
                  </a:lnTo>
                  <a:lnTo>
                    <a:pt x="4253795" y="712149"/>
                  </a:lnTo>
                  <a:lnTo>
                    <a:pt x="4253890" y="712149"/>
                  </a:lnTo>
                  <a:lnTo>
                    <a:pt x="4253984" y="712149"/>
                  </a:lnTo>
                  <a:lnTo>
                    <a:pt x="4254078" y="712149"/>
                  </a:lnTo>
                  <a:lnTo>
                    <a:pt x="4254172" y="712149"/>
                  </a:lnTo>
                  <a:lnTo>
                    <a:pt x="4254266" y="712149"/>
                  </a:lnTo>
                  <a:lnTo>
                    <a:pt x="4254360" y="712149"/>
                  </a:lnTo>
                  <a:lnTo>
                    <a:pt x="4254454" y="712149"/>
                  </a:lnTo>
                  <a:lnTo>
                    <a:pt x="4254549" y="712149"/>
                  </a:lnTo>
                  <a:lnTo>
                    <a:pt x="4254643" y="712149"/>
                  </a:lnTo>
                  <a:lnTo>
                    <a:pt x="4254737" y="712149"/>
                  </a:lnTo>
                  <a:lnTo>
                    <a:pt x="4254831" y="712149"/>
                  </a:lnTo>
                  <a:lnTo>
                    <a:pt x="4254925" y="712149"/>
                  </a:lnTo>
                  <a:lnTo>
                    <a:pt x="4255019" y="712149"/>
                  </a:lnTo>
                  <a:lnTo>
                    <a:pt x="4255114" y="712149"/>
                  </a:lnTo>
                  <a:lnTo>
                    <a:pt x="4255208" y="712149"/>
                  </a:lnTo>
                  <a:lnTo>
                    <a:pt x="4255302" y="712149"/>
                  </a:lnTo>
                  <a:lnTo>
                    <a:pt x="4255396" y="712149"/>
                  </a:lnTo>
                  <a:lnTo>
                    <a:pt x="4255490" y="712149"/>
                  </a:lnTo>
                  <a:lnTo>
                    <a:pt x="4255584" y="712149"/>
                  </a:lnTo>
                  <a:lnTo>
                    <a:pt x="4255678" y="712149"/>
                  </a:lnTo>
                  <a:lnTo>
                    <a:pt x="4255773" y="712149"/>
                  </a:lnTo>
                  <a:lnTo>
                    <a:pt x="4255867" y="712149"/>
                  </a:lnTo>
                  <a:lnTo>
                    <a:pt x="4255961" y="712149"/>
                  </a:lnTo>
                  <a:lnTo>
                    <a:pt x="4256055" y="712149"/>
                  </a:lnTo>
                  <a:lnTo>
                    <a:pt x="4256149" y="712149"/>
                  </a:lnTo>
                  <a:lnTo>
                    <a:pt x="4256243" y="712149"/>
                  </a:lnTo>
                  <a:lnTo>
                    <a:pt x="4256338" y="712149"/>
                  </a:lnTo>
                  <a:lnTo>
                    <a:pt x="4256432" y="712149"/>
                  </a:lnTo>
                  <a:lnTo>
                    <a:pt x="4256526" y="712149"/>
                  </a:lnTo>
                  <a:lnTo>
                    <a:pt x="4256620" y="712149"/>
                  </a:lnTo>
                  <a:lnTo>
                    <a:pt x="4256714" y="712149"/>
                  </a:lnTo>
                  <a:lnTo>
                    <a:pt x="4256808" y="712149"/>
                  </a:lnTo>
                  <a:lnTo>
                    <a:pt x="4256902" y="712149"/>
                  </a:lnTo>
                  <a:lnTo>
                    <a:pt x="4256997" y="712149"/>
                  </a:lnTo>
                  <a:lnTo>
                    <a:pt x="4257091" y="712149"/>
                  </a:lnTo>
                  <a:lnTo>
                    <a:pt x="4257185" y="712149"/>
                  </a:lnTo>
                  <a:lnTo>
                    <a:pt x="4257279" y="712149"/>
                  </a:lnTo>
                  <a:lnTo>
                    <a:pt x="4257373" y="712149"/>
                  </a:lnTo>
                  <a:lnTo>
                    <a:pt x="4257467" y="712149"/>
                  </a:lnTo>
                  <a:lnTo>
                    <a:pt x="4257561" y="712149"/>
                  </a:lnTo>
                  <a:lnTo>
                    <a:pt x="4257656" y="712149"/>
                  </a:lnTo>
                  <a:lnTo>
                    <a:pt x="4257750" y="712149"/>
                  </a:lnTo>
                  <a:lnTo>
                    <a:pt x="4257844" y="712149"/>
                  </a:lnTo>
                  <a:lnTo>
                    <a:pt x="4257938" y="712149"/>
                  </a:lnTo>
                  <a:lnTo>
                    <a:pt x="4258032" y="712149"/>
                  </a:lnTo>
                  <a:lnTo>
                    <a:pt x="4258126" y="712149"/>
                  </a:lnTo>
                  <a:lnTo>
                    <a:pt x="4258221" y="712149"/>
                  </a:lnTo>
                  <a:lnTo>
                    <a:pt x="4258315" y="712149"/>
                  </a:lnTo>
                  <a:lnTo>
                    <a:pt x="4258409" y="712149"/>
                  </a:lnTo>
                  <a:lnTo>
                    <a:pt x="4258503" y="712149"/>
                  </a:lnTo>
                  <a:lnTo>
                    <a:pt x="4258597" y="712149"/>
                  </a:lnTo>
                  <a:lnTo>
                    <a:pt x="4258691" y="712149"/>
                  </a:lnTo>
                  <a:lnTo>
                    <a:pt x="4258785" y="712149"/>
                  </a:lnTo>
                  <a:lnTo>
                    <a:pt x="4258880" y="712149"/>
                  </a:lnTo>
                  <a:lnTo>
                    <a:pt x="4258974" y="712149"/>
                  </a:lnTo>
                  <a:lnTo>
                    <a:pt x="4259068" y="712149"/>
                  </a:lnTo>
                  <a:lnTo>
                    <a:pt x="4259162" y="712149"/>
                  </a:lnTo>
                  <a:lnTo>
                    <a:pt x="4259256" y="712149"/>
                  </a:lnTo>
                  <a:lnTo>
                    <a:pt x="4259350" y="712149"/>
                  </a:lnTo>
                  <a:lnTo>
                    <a:pt x="4259445" y="712149"/>
                  </a:lnTo>
                  <a:lnTo>
                    <a:pt x="4259539" y="712149"/>
                  </a:lnTo>
                  <a:lnTo>
                    <a:pt x="4259633" y="712149"/>
                  </a:lnTo>
                  <a:lnTo>
                    <a:pt x="4259727" y="712149"/>
                  </a:lnTo>
                  <a:lnTo>
                    <a:pt x="4259821" y="712149"/>
                  </a:lnTo>
                  <a:lnTo>
                    <a:pt x="4259915" y="712149"/>
                  </a:lnTo>
                  <a:lnTo>
                    <a:pt x="4260009" y="712149"/>
                  </a:lnTo>
                  <a:lnTo>
                    <a:pt x="4260104" y="712149"/>
                  </a:lnTo>
                  <a:lnTo>
                    <a:pt x="4260198" y="712149"/>
                  </a:lnTo>
                  <a:lnTo>
                    <a:pt x="4260292" y="712149"/>
                  </a:lnTo>
                  <a:lnTo>
                    <a:pt x="4260386" y="712149"/>
                  </a:lnTo>
                  <a:lnTo>
                    <a:pt x="4260480" y="712149"/>
                  </a:lnTo>
                  <a:lnTo>
                    <a:pt x="4260574" y="712149"/>
                  </a:lnTo>
                  <a:lnTo>
                    <a:pt x="4260669" y="712149"/>
                  </a:lnTo>
                  <a:lnTo>
                    <a:pt x="4260763" y="712149"/>
                  </a:lnTo>
                  <a:lnTo>
                    <a:pt x="4260857" y="712149"/>
                  </a:lnTo>
                  <a:lnTo>
                    <a:pt x="4260951" y="712149"/>
                  </a:lnTo>
                  <a:lnTo>
                    <a:pt x="4261045" y="712149"/>
                  </a:lnTo>
                  <a:lnTo>
                    <a:pt x="4261139" y="712149"/>
                  </a:lnTo>
                  <a:lnTo>
                    <a:pt x="4261233" y="712149"/>
                  </a:lnTo>
                  <a:lnTo>
                    <a:pt x="4261328" y="712149"/>
                  </a:lnTo>
                  <a:lnTo>
                    <a:pt x="4261422" y="712149"/>
                  </a:lnTo>
                  <a:lnTo>
                    <a:pt x="4261516" y="712149"/>
                  </a:lnTo>
                  <a:lnTo>
                    <a:pt x="4261610" y="712149"/>
                  </a:lnTo>
                  <a:lnTo>
                    <a:pt x="4261704" y="712149"/>
                  </a:lnTo>
                  <a:lnTo>
                    <a:pt x="4261798" y="712149"/>
                  </a:lnTo>
                  <a:lnTo>
                    <a:pt x="4261892" y="712149"/>
                  </a:lnTo>
                  <a:lnTo>
                    <a:pt x="4261987" y="712149"/>
                  </a:lnTo>
                  <a:lnTo>
                    <a:pt x="4262081" y="712149"/>
                  </a:lnTo>
                  <a:lnTo>
                    <a:pt x="4262175" y="712149"/>
                  </a:lnTo>
                  <a:lnTo>
                    <a:pt x="4262269" y="712149"/>
                  </a:lnTo>
                  <a:lnTo>
                    <a:pt x="4262363" y="712149"/>
                  </a:lnTo>
                  <a:lnTo>
                    <a:pt x="4262457" y="712149"/>
                  </a:lnTo>
                  <a:lnTo>
                    <a:pt x="4262552" y="712149"/>
                  </a:lnTo>
                  <a:lnTo>
                    <a:pt x="4262646" y="712149"/>
                  </a:lnTo>
                  <a:lnTo>
                    <a:pt x="4262740" y="712149"/>
                  </a:lnTo>
                  <a:lnTo>
                    <a:pt x="4262834" y="712149"/>
                  </a:lnTo>
                  <a:lnTo>
                    <a:pt x="4262928" y="712149"/>
                  </a:lnTo>
                  <a:lnTo>
                    <a:pt x="4263022" y="712149"/>
                  </a:lnTo>
                  <a:lnTo>
                    <a:pt x="4263116" y="712149"/>
                  </a:lnTo>
                  <a:lnTo>
                    <a:pt x="4263211" y="712149"/>
                  </a:lnTo>
                  <a:lnTo>
                    <a:pt x="4263305" y="712149"/>
                  </a:lnTo>
                  <a:lnTo>
                    <a:pt x="4263399" y="712149"/>
                  </a:lnTo>
                  <a:lnTo>
                    <a:pt x="4263493" y="712149"/>
                  </a:lnTo>
                  <a:lnTo>
                    <a:pt x="4263587" y="712149"/>
                  </a:lnTo>
                  <a:lnTo>
                    <a:pt x="4263681" y="712149"/>
                  </a:lnTo>
                  <a:lnTo>
                    <a:pt x="4263776" y="712149"/>
                  </a:lnTo>
                  <a:lnTo>
                    <a:pt x="4263870" y="712149"/>
                  </a:lnTo>
                  <a:lnTo>
                    <a:pt x="4263964" y="712149"/>
                  </a:lnTo>
                  <a:lnTo>
                    <a:pt x="4264058" y="712149"/>
                  </a:lnTo>
                  <a:lnTo>
                    <a:pt x="4264152" y="712149"/>
                  </a:lnTo>
                  <a:lnTo>
                    <a:pt x="4264152" y="707237"/>
                  </a:lnTo>
                  <a:lnTo>
                    <a:pt x="4264246" y="707237"/>
                  </a:lnTo>
                  <a:lnTo>
                    <a:pt x="4264340" y="707237"/>
                  </a:lnTo>
                  <a:lnTo>
                    <a:pt x="4264435" y="707237"/>
                  </a:lnTo>
                  <a:lnTo>
                    <a:pt x="4264529" y="707237"/>
                  </a:lnTo>
                  <a:lnTo>
                    <a:pt x="4264623" y="707237"/>
                  </a:lnTo>
                  <a:lnTo>
                    <a:pt x="4264717" y="707237"/>
                  </a:lnTo>
                  <a:lnTo>
                    <a:pt x="4264811" y="707237"/>
                  </a:lnTo>
                  <a:lnTo>
                    <a:pt x="4264905" y="707237"/>
                  </a:lnTo>
                  <a:lnTo>
                    <a:pt x="4265000" y="707237"/>
                  </a:lnTo>
                  <a:lnTo>
                    <a:pt x="4265094" y="707237"/>
                  </a:lnTo>
                  <a:lnTo>
                    <a:pt x="4265188" y="707237"/>
                  </a:lnTo>
                  <a:lnTo>
                    <a:pt x="4265282" y="707237"/>
                  </a:lnTo>
                  <a:lnTo>
                    <a:pt x="4265376" y="707237"/>
                  </a:lnTo>
                  <a:lnTo>
                    <a:pt x="4265470" y="707237"/>
                  </a:lnTo>
                  <a:lnTo>
                    <a:pt x="4265564" y="707237"/>
                  </a:lnTo>
                  <a:lnTo>
                    <a:pt x="4265659" y="707237"/>
                  </a:lnTo>
                  <a:lnTo>
                    <a:pt x="4265753" y="707237"/>
                  </a:lnTo>
                  <a:lnTo>
                    <a:pt x="4265847" y="707237"/>
                  </a:lnTo>
                  <a:lnTo>
                    <a:pt x="4265941" y="707237"/>
                  </a:lnTo>
                  <a:lnTo>
                    <a:pt x="4266035" y="707237"/>
                  </a:lnTo>
                  <a:lnTo>
                    <a:pt x="4266129" y="707237"/>
                  </a:lnTo>
                  <a:lnTo>
                    <a:pt x="4266223" y="707237"/>
                  </a:lnTo>
                  <a:lnTo>
                    <a:pt x="4266223" y="702326"/>
                  </a:lnTo>
                  <a:lnTo>
                    <a:pt x="4266318" y="702326"/>
                  </a:lnTo>
                  <a:lnTo>
                    <a:pt x="4266412" y="702326"/>
                  </a:lnTo>
                  <a:lnTo>
                    <a:pt x="4266506" y="702326"/>
                  </a:lnTo>
                  <a:lnTo>
                    <a:pt x="4266600" y="702326"/>
                  </a:lnTo>
                  <a:lnTo>
                    <a:pt x="4266694" y="702326"/>
                  </a:lnTo>
                  <a:lnTo>
                    <a:pt x="4266788" y="702326"/>
                  </a:lnTo>
                  <a:lnTo>
                    <a:pt x="4266883" y="702326"/>
                  </a:lnTo>
                  <a:lnTo>
                    <a:pt x="4266977" y="702326"/>
                  </a:lnTo>
                  <a:lnTo>
                    <a:pt x="4267071" y="702326"/>
                  </a:lnTo>
                  <a:lnTo>
                    <a:pt x="4267165" y="702326"/>
                  </a:lnTo>
                  <a:lnTo>
                    <a:pt x="4267259" y="702326"/>
                  </a:lnTo>
                  <a:lnTo>
                    <a:pt x="4267353" y="702326"/>
                  </a:lnTo>
                  <a:lnTo>
                    <a:pt x="4267447" y="702326"/>
                  </a:lnTo>
                  <a:lnTo>
                    <a:pt x="4267542" y="702326"/>
                  </a:lnTo>
                  <a:lnTo>
                    <a:pt x="4267636" y="702326"/>
                  </a:lnTo>
                  <a:lnTo>
                    <a:pt x="4267730" y="702326"/>
                  </a:lnTo>
                  <a:lnTo>
                    <a:pt x="4267824" y="702326"/>
                  </a:lnTo>
                  <a:lnTo>
                    <a:pt x="4267918" y="702326"/>
                  </a:lnTo>
                  <a:lnTo>
                    <a:pt x="4268012" y="702326"/>
                  </a:lnTo>
                  <a:lnTo>
                    <a:pt x="4268107" y="702326"/>
                  </a:lnTo>
                  <a:lnTo>
                    <a:pt x="4268201" y="702326"/>
                  </a:lnTo>
                  <a:lnTo>
                    <a:pt x="4268295" y="702326"/>
                  </a:lnTo>
                  <a:lnTo>
                    <a:pt x="4268389" y="702326"/>
                  </a:lnTo>
                  <a:lnTo>
                    <a:pt x="4268483" y="702326"/>
                  </a:lnTo>
                  <a:lnTo>
                    <a:pt x="4268577" y="702326"/>
                  </a:lnTo>
                  <a:lnTo>
                    <a:pt x="4268671" y="702326"/>
                  </a:lnTo>
                  <a:lnTo>
                    <a:pt x="4268766" y="702326"/>
                  </a:lnTo>
                  <a:lnTo>
                    <a:pt x="4268860" y="702326"/>
                  </a:lnTo>
                  <a:lnTo>
                    <a:pt x="4268954" y="702326"/>
                  </a:lnTo>
                  <a:lnTo>
                    <a:pt x="4269048" y="702326"/>
                  </a:lnTo>
                  <a:lnTo>
                    <a:pt x="4269142" y="702326"/>
                  </a:lnTo>
                  <a:lnTo>
                    <a:pt x="4269236" y="702326"/>
                  </a:lnTo>
                  <a:lnTo>
                    <a:pt x="4269331" y="702326"/>
                  </a:lnTo>
                  <a:lnTo>
                    <a:pt x="4269425" y="702326"/>
                  </a:lnTo>
                  <a:lnTo>
                    <a:pt x="4269519" y="702326"/>
                  </a:lnTo>
                  <a:lnTo>
                    <a:pt x="4269613" y="702326"/>
                  </a:lnTo>
                  <a:lnTo>
                    <a:pt x="4269707" y="702326"/>
                  </a:lnTo>
                  <a:lnTo>
                    <a:pt x="4269801" y="702326"/>
                  </a:lnTo>
                  <a:lnTo>
                    <a:pt x="4269895" y="702326"/>
                  </a:lnTo>
                  <a:lnTo>
                    <a:pt x="4269990" y="702326"/>
                  </a:lnTo>
                  <a:lnTo>
                    <a:pt x="4270084" y="702326"/>
                  </a:lnTo>
                  <a:lnTo>
                    <a:pt x="4270178" y="702326"/>
                  </a:lnTo>
                  <a:lnTo>
                    <a:pt x="4270272" y="702326"/>
                  </a:lnTo>
                  <a:lnTo>
                    <a:pt x="4270366" y="702326"/>
                  </a:lnTo>
                  <a:lnTo>
                    <a:pt x="4270460" y="702326"/>
                  </a:lnTo>
                  <a:lnTo>
                    <a:pt x="4270554" y="702326"/>
                  </a:lnTo>
                  <a:lnTo>
                    <a:pt x="4270649" y="702326"/>
                  </a:lnTo>
                  <a:lnTo>
                    <a:pt x="4270743" y="702326"/>
                  </a:lnTo>
                  <a:lnTo>
                    <a:pt x="4270837" y="702326"/>
                  </a:lnTo>
                  <a:lnTo>
                    <a:pt x="4270931" y="702326"/>
                  </a:lnTo>
                  <a:lnTo>
                    <a:pt x="4271025" y="702326"/>
                  </a:lnTo>
                  <a:lnTo>
                    <a:pt x="4271119" y="702326"/>
                  </a:lnTo>
                  <a:lnTo>
                    <a:pt x="4271214" y="702326"/>
                  </a:lnTo>
                  <a:lnTo>
                    <a:pt x="4271308" y="702326"/>
                  </a:lnTo>
                  <a:lnTo>
                    <a:pt x="4271402" y="702326"/>
                  </a:lnTo>
                  <a:lnTo>
                    <a:pt x="4271496" y="702326"/>
                  </a:lnTo>
                  <a:lnTo>
                    <a:pt x="4271590" y="702326"/>
                  </a:lnTo>
                  <a:lnTo>
                    <a:pt x="4271684" y="702326"/>
                  </a:lnTo>
                  <a:lnTo>
                    <a:pt x="4271778" y="702326"/>
                  </a:lnTo>
                  <a:lnTo>
                    <a:pt x="4271873" y="702326"/>
                  </a:lnTo>
                  <a:lnTo>
                    <a:pt x="4271967" y="702326"/>
                  </a:lnTo>
                  <a:lnTo>
                    <a:pt x="4272061" y="702326"/>
                  </a:lnTo>
                  <a:lnTo>
                    <a:pt x="4272155" y="702326"/>
                  </a:lnTo>
                  <a:lnTo>
                    <a:pt x="4272249" y="702326"/>
                  </a:lnTo>
                  <a:lnTo>
                    <a:pt x="4272343" y="702326"/>
                  </a:lnTo>
                  <a:lnTo>
                    <a:pt x="4272438" y="702326"/>
                  </a:lnTo>
                  <a:lnTo>
                    <a:pt x="4272532" y="702326"/>
                  </a:lnTo>
                  <a:lnTo>
                    <a:pt x="4272626" y="702326"/>
                  </a:lnTo>
                  <a:lnTo>
                    <a:pt x="4272720" y="702326"/>
                  </a:lnTo>
                  <a:lnTo>
                    <a:pt x="4272814" y="702326"/>
                  </a:lnTo>
                  <a:lnTo>
                    <a:pt x="4272908" y="702326"/>
                  </a:lnTo>
                  <a:lnTo>
                    <a:pt x="4273002" y="702326"/>
                  </a:lnTo>
                  <a:lnTo>
                    <a:pt x="4273097" y="702326"/>
                  </a:lnTo>
                  <a:lnTo>
                    <a:pt x="4273191" y="702326"/>
                  </a:lnTo>
                  <a:lnTo>
                    <a:pt x="4273285" y="702326"/>
                  </a:lnTo>
                  <a:lnTo>
                    <a:pt x="4273379" y="702326"/>
                  </a:lnTo>
                  <a:lnTo>
                    <a:pt x="4273473" y="702326"/>
                  </a:lnTo>
                  <a:lnTo>
                    <a:pt x="4273567" y="702326"/>
                  </a:lnTo>
                  <a:lnTo>
                    <a:pt x="4273662" y="702326"/>
                  </a:lnTo>
                  <a:lnTo>
                    <a:pt x="4273756" y="702326"/>
                  </a:lnTo>
                  <a:lnTo>
                    <a:pt x="4273850" y="702326"/>
                  </a:lnTo>
                  <a:lnTo>
                    <a:pt x="4273944" y="702326"/>
                  </a:lnTo>
                  <a:lnTo>
                    <a:pt x="4274038" y="702326"/>
                  </a:lnTo>
                  <a:lnTo>
                    <a:pt x="4274132" y="702326"/>
                  </a:lnTo>
                  <a:lnTo>
                    <a:pt x="4274226" y="702326"/>
                  </a:lnTo>
                  <a:lnTo>
                    <a:pt x="4274321" y="702326"/>
                  </a:lnTo>
                  <a:lnTo>
                    <a:pt x="4274415" y="702326"/>
                  </a:lnTo>
                  <a:lnTo>
                    <a:pt x="4274509" y="702326"/>
                  </a:lnTo>
                  <a:lnTo>
                    <a:pt x="4274603" y="702326"/>
                  </a:lnTo>
                  <a:lnTo>
                    <a:pt x="4274697" y="702326"/>
                  </a:lnTo>
                  <a:lnTo>
                    <a:pt x="4274791" y="702326"/>
                  </a:lnTo>
                  <a:lnTo>
                    <a:pt x="4274885" y="702326"/>
                  </a:lnTo>
                  <a:lnTo>
                    <a:pt x="4274980" y="702326"/>
                  </a:lnTo>
                  <a:lnTo>
                    <a:pt x="4275074" y="702326"/>
                  </a:lnTo>
                  <a:lnTo>
                    <a:pt x="4275168" y="702326"/>
                  </a:lnTo>
                  <a:lnTo>
                    <a:pt x="4275262" y="702326"/>
                  </a:lnTo>
                  <a:lnTo>
                    <a:pt x="4275356" y="702326"/>
                  </a:lnTo>
                  <a:lnTo>
                    <a:pt x="4275450" y="702326"/>
                  </a:lnTo>
                  <a:lnTo>
                    <a:pt x="4275545" y="702326"/>
                  </a:lnTo>
                  <a:lnTo>
                    <a:pt x="4275639" y="702326"/>
                  </a:lnTo>
                  <a:lnTo>
                    <a:pt x="4275733" y="702326"/>
                  </a:lnTo>
                  <a:lnTo>
                    <a:pt x="4275827" y="702326"/>
                  </a:lnTo>
                  <a:lnTo>
                    <a:pt x="4275921" y="702326"/>
                  </a:lnTo>
                  <a:lnTo>
                    <a:pt x="4276015" y="702326"/>
                  </a:lnTo>
                  <a:lnTo>
                    <a:pt x="4276109" y="702326"/>
                  </a:lnTo>
                  <a:lnTo>
                    <a:pt x="4276204" y="702326"/>
                  </a:lnTo>
                  <a:lnTo>
                    <a:pt x="4276298" y="702326"/>
                  </a:lnTo>
                  <a:lnTo>
                    <a:pt x="4276392" y="702326"/>
                  </a:lnTo>
                  <a:lnTo>
                    <a:pt x="4276486" y="702326"/>
                  </a:lnTo>
                  <a:lnTo>
                    <a:pt x="4276580" y="702326"/>
                  </a:lnTo>
                  <a:lnTo>
                    <a:pt x="4276674" y="702326"/>
                  </a:lnTo>
                  <a:lnTo>
                    <a:pt x="4276769" y="702326"/>
                  </a:lnTo>
                  <a:lnTo>
                    <a:pt x="4276863" y="702326"/>
                  </a:lnTo>
                  <a:lnTo>
                    <a:pt x="4276957" y="702326"/>
                  </a:lnTo>
                  <a:lnTo>
                    <a:pt x="4277051" y="702326"/>
                  </a:lnTo>
                  <a:lnTo>
                    <a:pt x="4277145" y="702326"/>
                  </a:lnTo>
                  <a:lnTo>
                    <a:pt x="4277239" y="702326"/>
                  </a:lnTo>
                  <a:lnTo>
                    <a:pt x="4277333" y="702326"/>
                  </a:lnTo>
                  <a:lnTo>
                    <a:pt x="4277428" y="702326"/>
                  </a:lnTo>
                  <a:lnTo>
                    <a:pt x="4277522" y="702326"/>
                  </a:lnTo>
                  <a:lnTo>
                    <a:pt x="4277616" y="702326"/>
                  </a:lnTo>
                  <a:lnTo>
                    <a:pt x="4277710" y="702326"/>
                  </a:lnTo>
                  <a:lnTo>
                    <a:pt x="4277804" y="702326"/>
                  </a:lnTo>
                  <a:lnTo>
                    <a:pt x="4277898" y="702326"/>
                  </a:lnTo>
                  <a:lnTo>
                    <a:pt x="4277993" y="702326"/>
                  </a:lnTo>
                  <a:lnTo>
                    <a:pt x="4278087" y="702326"/>
                  </a:lnTo>
                  <a:lnTo>
                    <a:pt x="4278181" y="702326"/>
                  </a:lnTo>
                  <a:lnTo>
                    <a:pt x="4278275" y="702326"/>
                  </a:lnTo>
                  <a:lnTo>
                    <a:pt x="4278369" y="702326"/>
                  </a:lnTo>
                  <a:lnTo>
                    <a:pt x="4278369" y="697415"/>
                  </a:lnTo>
                  <a:lnTo>
                    <a:pt x="4278463" y="697415"/>
                  </a:lnTo>
                  <a:lnTo>
                    <a:pt x="4278557" y="697415"/>
                  </a:lnTo>
                  <a:lnTo>
                    <a:pt x="4278652" y="697415"/>
                  </a:lnTo>
                  <a:lnTo>
                    <a:pt x="4278746" y="697415"/>
                  </a:lnTo>
                  <a:lnTo>
                    <a:pt x="4278840" y="697415"/>
                  </a:lnTo>
                  <a:lnTo>
                    <a:pt x="4278934" y="697415"/>
                  </a:lnTo>
                  <a:lnTo>
                    <a:pt x="4279028" y="697415"/>
                  </a:lnTo>
                  <a:lnTo>
                    <a:pt x="4279122" y="697415"/>
                  </a:lnTo>
                  <a:lnTo>
                    <a:pt x="4279216" y="697415"/>
                  </a:lnTo>
                  <a:lnTo>
                    <a:pt x="4279311" y="697415"/>
                  </a:lnTo>
                  <a:lnTo>
                    <a:pt x="4279405" y="697415"/>
                  </a:lnTo>
                  <a:lnTo>
                    <a:pt x="4279499" y="697415"/>
                  </a:lnTo>
                  <a:lnTo>
                    <a:pt x="4279593" y="697415"/>
                  </a:lnTo>
                  <a:lnTo>
                    <a:pt x="4279687" y="697415"/>
                  </a:lnTo>
                  <a:lnTo>
                    <a:pt x="4279781" y="697415"/>
                  </a:lnTo>
                  <a:lnTo>
                    <a:pt x="4279876" y="697415"/>
                  </a:lnTo>
                  <a:lnTo>
                    <a:pt x="4279970" y="697415"/>
                  </a:lnTo>
                  <a:lnTo>
                    <a:pt x="4280064" y="697415"/>
                  </a:lnTo>
                  <a:lnTo>
                    <a:pt x="4280158" y="697415"/>
                  </a:lnTo>
                  <a:lnTo>
                    <a:pt x="4280252" y="697415"/>
                  </a:lnTo>
                  <a:lnTo>
                    <a:pt x="4280346" y="697415"/>
                  </a:lnTo>
                  <a:lnTo>
                    <a:pt x="4280440" y="697415"/>
                  </a:lnTo>
                  <a:lnTo>
                    <a:pt x="4280535" y="697415"/>
                  </a:lnTo>
                  <a:lnTo>
                    <a:pt x="4280629" y="697415"/>
                  </a:lnTo>
                  <a:lnTo>
                    <a:pt x="4280723" y="697415"/>
                  </a:lnTo>
                  <a:lnTo>
                    <a:pt x="4280817" y="697415"/>
                  </a:lnTo>
                  <a:lnTo>
                    <a:pt x="4280911" y="697415"/>
                  </a:lnTo>
                  <a:lnTo>
                    <a:pt x="4281005" y="697415"/>
                  </a:lnTo>
                  <a:lnTo>
                    <a:pt x="4281100" y="697415"/>
                  </a:lnTo>
                  <a:lnTo>
                    <a:pt x="4281194" y="697415"/>
                  </a:lnTo>
                  <a:lnTo>
                    <a:pt x="4281288" y="697415"/>
                  </a:lnTo>
                  <a:lnTo>
                    <a:pt x="4281382" y="697415"/>
                  </a:lnTo>
                  <a:lnTo>
                    <a:pt x="4281476" y="697415"/>
                  </a:lnTo>
                  <a:lnTo>
                    <a:pt x="4281570" y="697415"/>
                  </a:lnTo>
                  <a:lnTo>
                    <a:pt x="4281664" y="697415"/>
                  </a:lnTo>
                  <a:lnTo>
                    <a:pt x="4281759" y="697415"/>
                  </a:lnTo>
                  <a:lnTo>
                    <a:pt x="4281853" y="697415"/>
                  </a:lnTo>
                  <a:lnTo>
                    <a:pt x="4281947" y="697415"/>
                  </a:lnTo>
                  <a:lnTo>
                    <a:pt x="4282041" y="697415"/>
                  </a:lnTo>
                  <a:lnTo>
                    <a:pt x="4282135" y="697415"/>
                  </a:lnTo>
                  <a:lnTo>
                    <a:pt x="4282229" y="697415"/>
                  </a:lnTo>
                  <a:lnTo>
                    <a:pt x="4282324" y="697415"/>
                  </a:lnTo>
                  <a:lnTo>
                    <a:pt x="4282418" y="697415"/>
                  </a:lnTo>
                  <a:lnTo>
                    <a:pt x="4282512" y="697415"/>
                  </a:lnTo>
                  <a:lnTo>
                    <a:pt x="4282606" y="697415"/>
                  </a:lnTo>
                  <a:lnTo>
                    <a:pt x="4282700" y="697415"/>
                  </a:lnTo>
                  <a:lnTo>
                    <a:pt x="4282794" y="697415"/>
                  </a:lnTo>
                  <a:lnTo>
                    <a:pt x="4282888" y="697415"/>
                  </a:lnTo>
                  <a:lnTo>
                    <a:pt x="4282983" y="697415"/>
                  </a:lnTo>
                  <a:lnTo>
                    <a:pt x="4283077" y="697415"/>
                  </a:lnTo>
                  <a:lnTo>
                    <a:pt x="4283171" y="697415"/>
                  </a:lnTo>
                  <a:lnTo>
                    <a:pt x="4283265" y="697415"/>
                  </a:lnTo>
                  <a:lnTo>
                    <a:pt x="4283359" y="697415"/>
                  </a:lnTo>
                  <a:lnTo>
                    <a:pt x="4283453" y="697415"/>
                  </a:lnTo>
                  <a:lnTo>
                    <a:pt x="4283547" y="697415"/>
                  </a:lnTo>
                  <a:lnTo>
                    <a:pt x="4283642" y="697415"/>
                  </a:lnTo>
                  <a:lnTo>
                    <a:pt x="4283736" y="697415"/>
                  </a:lnTo>
                  <a:lnTo>
                    <a:pt x="4283830" y="697415"/>
                  </a:lnTo>
                  <a:lnTo>
                    <a:pt x="4283924" y="697415"/>
                  </a:lnTo>
                  <a:lnTo>
                    <a:pt x="4284018" y="697415"/>
                  </a:lnTo>
                  <a:lnTo>
                    <a:pt x="4284112" y="697415"/>
                  </a:lnTo>
                  <a:lnTo>
                    <a:pt x="4284207" y="697415"/>
                  </a:lnTo>
                  <a:lnTo>
                    <a:pt x="4284301" y="697415"/>
                  </a:lnTo>
                  <a:lnTo>
                    <a:pt x="4284395" y="697415"/>
                  </a:lnTo>
                  <a:lnTo>
                    <a:pt x="4284489" y="697415"/>
                  </a:lnTo>
                  <a:lnTo>
                    <a:pt x="4284583" y="697415"/>
                  </a:lnTo>
                  <a:lnTo>
                    <a:pt x="4284677" y="697415"/>
                  </a:lnTo>
                  <a:lnTo>
                    <a:pt x="4284771" y="697415"/>
                  </a:lnTo>
                  <a:lnTo>
                    <a:pt x="4284866" y="697415"/>
                  </a:lnTo>
                  <a:lnTo>
                    <a:pt x="4284960" y="697415"/>
                  </a:lnTo>
                  <a:lnTo>
                    <a:pt x="4285054" y="697415"/>
                  </a:lnTo>
                  <a:lnTo>
                    <a:pt x="4285148" y="697415"/>
                  </a:lnTo>
                  <a:lnTo>
                    <a:pt x="4285242" y="697415"/>
                  </a:lnTo>
                  <a:lnTo>
                    <a:pt x="4285336" y="697415"/>
                  </a:lnTo>
                  <a:lnTo>
                    <a:pt x="4285431" y="697415"/>
                  </a:lnTo>
                  <a:lnTo>
                    <a:pt x="4285525" y="697415"/>
                  </a:lnTo>
                  <a:lnTo>
                    <a:pt x="4285619" y="697415"/>
                  </a:lnTo>
                  <a:lnTo>
                    <a:pt x="4285713" y="697415"/>
                  </a:lnTo>
                  <a:lnTo>
                    <a:pt x="4285807" y="697415"/>
                  </a:lnTo>
                  <a:lnTo>
                    <a:pt x="4285901" y="697415"/>
                  </a:lnTo>
                  <a:lnTo>
                    <a:pt x="4285995" y="697415"/>
                  </a:lnTo>
                  <a:lnTo>
                    <a:pt x="4286090" y="697415"/>
                  </a:lnTo>
                  <a:lnTo>
                    <a:pt x="4286184" y="697415"/>
                  </a:lnTo>
                  <a:lnTo>
                    <a:pt x="4286278" y="697415"/>
                  </a:lnTo>
                  <a:lnTo>
                    <a:pt x="4286372" y="697415"/>
                  </a:lnTo>
                  <a:lnTo>
                    <a:pt x="4286466" y="697415"/>
                  </a:lnTo>
                  <a:lnTo>
                    <a:pt x="4286560" y="697415"/>
                  </a:lnTo>
                  <a:lnTo>
                    <a:pt x="4286655" y="697415"/>
                  </a:lnTo>
                  <a:lnTo>
                    <a:pt x="4286749" y="697415"/>
                  </a:lnTo>
                  <a:lnTo>
                    <a:pt x="4286843" y="697415"/>
                  </a:lnTo>
                  <a:lnTo>
                    <a:pt x="4286937" y="697415"/>
                  </a:lnTo>
                  <a:lnTo>
                    <a:pt x="4287031" y="697415"/>
                  </a:lnTo>
                  <a:lnTo>
                    <a:pt x="4287125" y="697415"/>
                  </a:lnTo>
                  <a:lnTo>
                    <a:pt x="4287219" y="697415"/>
                  </a:lnTo>
                  <a:lnTo>
                    <a:pt x="4287314" y="697415"/>
                  </a:lnTo>
                  <a:lnTo>
                    <a:pt x="4287408" y="697415"/>
                  </a:lnTo>
                  <a:lnTo>
                    <a:pt x="4287502" y="697415"/>
                  </a:lnTo>
                  <a:lnTo>
                    <a:pt x="4287596" y="697415"/>
                  </a:lnTo>
                  <a:lnTo>
                    <a:pt x="4287690" y="697415"/>
                  </a:lnTo>
                  <a:lnTo>
                    <a:pt x="4287784" y="697415"/>
                  </a:lnTo>
                  <a:lnTo>
                    <a:pt x="4287878" y="697415"/>
                  </a:lnTo>
                  <a:lnTo>
                    <a:pt x="4287973" y="697415"/>
                  </a:lnTo>
                  <a:lnTo>
                    <a:pt x="4287973" y="692503"/>
                  </a:lnTo>
                  <a:lnTo>
                    <a:pt x="4288067" y="692503"/>
                  </a:lnTo>
                  <a:lnTo>
                    <a:pt x="4288161" y="692503"/>
                  </a:lnTo>
                  <a:lnTo>
                    <a:pt x="4288255" y="692503"/>
                  </a:lnTo>
                  <a:lnTo>
                    <a:pt x="4288349" y="692503"/>
                  </a:lnTo>
                  <a:lnTo>
                    <a:pt x="4288443" y="692503"/>
                  </a:lnTo>
                  <a:lnTo>
                    <a:pt x="4288538" y="692503"/>
                  </a:lnTo>
                  <a:lnTo>
                    <a:pt x="4288632" y="692503"/>
                  </a:lnTo>
                  <a:lnTo>
                    <a:pt x="4288726" y="692503"/>
                  </a:lnTo>
                  <a:lnTo>
                    <a:pt x="4288820" y="692503"/>
                  </a:lnTo>
                  <a:lnTo>
                    <a:pt x="4288914" y="692503"/>
                  </a:lnTo>
                  <a:lnTo>
                    <a:pt x="4288914" y="687592"/>
                  </a:lnTo>
                  <a:lnTo>
                    <a:pt x="4289008" y="687592"/>
                  </a:lnTo>
                  <a:lnTo>
                    <a:pt x="4289102" y="687592"/>
                  </a:lnTo>
                  <a:lnTo>
                    <a:pt x="4289197" y="687592"/>
                  </a:lnTo>
                  <a:lnTo>
                    <a:pt x="4289291" y="687592"/>
                  </a:lnTo>
                  <a:lnTo>
                    <a:pt x="4289385" y="687592"/>
                  </a:lnTo>
                  <a:lnTo>
                    <a:pt x="4289479" y="687592"/>
                  </a:lnTo>
                  <a:lnTo>
                    <a:pt x="4289573" y="687592"/>
                  </a:lnTo>
                  <a:lnTo>
                    <a:pt x="4289667" y="687592"/>
                  </a:lnTo>
                  <a:lnTo>
                    <a:pt x="4289762" y="687592"/>
                  </a:lnTo>
                  <a:lnTo>
                    <a:pt x="4289856" y="687592"/>
                  </a:lnTo>
                  <a:lnTo>
                    <a:pt x="4289950" y="687592"/>
                  </a:lnTo>
                  <a:lnTo>
                    <a:pt x="4290044" y="687592"/>
                  </a:lnTo>
                  <a:lnTo>
                    <a:pt x="4290138" y="687592"/>
                  </a:lnTo>
                  <a:lnTo>
                    <a:pt x="4290232" y="687592"/>
                  </a:lnTo>
                  <a:lnTo>
                    <a:pt x="4290326" y="687592"/>
                  </a:lnTo>
                  <a:lnTo>
                    <a:pt x="4290421" y="687592"/>
                  </a:lnTo>
                  <a:lnTo>
                    <a:pt x="4290515" y="687592"/>
                  </a:lnTo>
                  <a:lnTo>
                    <a:pt x="4290609" y="687592"/>
                  </a:lnTo>
                  <a:lnTo>
                    <a:pt x="4290703" y="687592"/>
                  </a:lnTo>
                  <a:lnTo>
                    <a:pt x="4290797" y="687592"/>
                  </a:lnTo>
                  <a:lnTo>
                    <a:pt x="4290891" y="687592"/>
                  </a:lnTo>
                  <a:lnTo>
                    <a:pt x="4290986" y="687592"/>
                  </a:lnTo>
                  <a:lnTo>
                    <a:pt x="4291080" y="687592"/>
                  </a:lnTo>
                  <a:lnTo>
                    <a:pt x="4291174" y="687592"/>
                  </a:lnTo>
                  <a:lnTo>
                    <a:pt x="4291268" y="687592"/>
                  </a:lnTo>
                  <a:lnTo>
                    <a:pt x="4291362" y="687592"/>
                  </a:lnTo>
                  <a:lnTo>
                    <a:pt x="4291456" y="687592"/>
                  </a:lnTo>
                  <a:lnTo>
                    <a:pt x="4291550" y="687592"/>
                  </a:lnTo>
                  <a:lnTo>
                    <a:pt x="4291645" y="687592"/>
                  </a:lnTo>
                  <a:lnTo>
                    <a:pt x="4291645" y="682681"/>
                  </a:lnTo>
                  <a:lnTo>
                    <a:pt x="4291739" y="682681"/>
                  </a:lnTo>
                  <a:lnTo>
                    <a:pt x="4291833" y="682681"/>
                  </a:lnTo>
                  <a:lnTo>
                    <a:pt x="4291927" y="682681"/>
                  </a:lnTo>
                  <a:lnTo>
                    <a:pt x="4292021" y="682681"/>
                  </a:lnTo>
                  <a:lnTo>
                    <a:pt x="4292115" y="682681"/>
                  </a:lnTo>
                  <a:lnTo>
                    <a:pt x="4292209" y="682681"/>
                  </a:lnTo>
                  <a:lnTo>
                    <a:pt x="4292304" y="682681"/>
                  </a:lnTo>
                  <a:lnTo>
                    <a:pt x="4292398" y="682681"/>
                  </a:lnTo>
                  <a:lnTo>
                    <a:pt x="4292492" y="682681"/>
                  </a:lnTo>
                  <a:lnTo>
                    <a:pt x="4292586" y="682681"/>
                  </a:lnTo>
                  <a:lnTo>
                    <a:pt x="4292680" y="682681"/>
                  </a:lnTo>
                  <a:lnTo>
                    <a:pt x="4292774" y="682681"/>
                  </a:lnTo>
                  <a:lnTo>
                    <a:pt x="4292869" y="682681"/>
                  </a:lnTo>
                  <a:lnTo>
                    <a:pt x="4292963" y="682681"/>
                  </a:lnTo>
                  <a:lnTo>
                    <a:pt x="4293057" y="682681"/>
                  </a:lnTo>
                  <a:lnTo>
                    <a:pt x="4293151" y="682681"/>
                  </a:lnTo>
                  <a:lnTo>
                    <a:pt x="4293245" y="682681"/>
                  </a:lnTo>
                  <a:lnTo>
                    <a:pt x="4293339" y="682681"/>
                  </a:lnTo>
                  <a:lnTo>
                    <a:pt x="4293433" y="682681"/>
                  </a:lnTo>
                  <a:lnTo>
                    <a:pt x="4293528" y="682681"/>
                  </a:lnTo>
                  <a:lnTo>
                    <a:pt x="4293622" y="682681"/>
                  </a:lnTo>
                  <a:lnTo>
                    <a:pt x="4293716" y="682681"/>
                  </a:lnTo>
                  <a:lnTo>
                    <a:pt x="4293810" y="682681"/>
                  </a:lnTo>
                  <a:lnTo>
                    <a:pt x="4293904" y="682681"/>
                  </a:lnTo>
                  <a:lnTo>
                    <a:pt x="4293998" y="682681"/>
                  </a:lnTo>
                  <a:lnTo>
                    <a:pt x="4294093" y="682681"/>
                  </a:lnTo>
                  <a:lnTo>
                    <a:pt x="4294187" y="682681"/>
                  </a:lnTo>
                  <a:lnTo>
                    <a:pt x="4294281" y="682681"/>
                  </a:lnTo>
                  <a:lnTo>
                    <a:pt x="4294375" y="682681"/>
                  </a:lnTo>
                  <a:lnTo>
                    <a:pt x="4294469" y="682681"/>
                  </a:lnTo>
                  <a:lnTo>
                    <a:pt x="4294563" y="682681"/>
                  </a:lnTo>
                  <a:lnTo>
                    <a:pt x="4294657" y="682681"/>
                  </a:lnTo>
                  <a:lnTo>
                    <a:pt x="4294752" y="682681"/>
                  </a:lnTo>
                  <a:lnTo>
                    <a:pt x="4294846" y="682681"/>
                  </a:lnTo>
                  <a:lnTo>
                    <a:pt x="4294940" y="682681"/>
                  </a:lnTo>
                  <a:lnTo>
                    <a:pt x="4295034" y="682681"/>
                  </a:lnTo>
                  <a:lnTo>
                    <a:pt x="4295128" y="682681"/>
                  </a:lnTo>
                  <a:lnTo>
                    <a:pt x="4295222" y="682681"/>
                  </a:lnTo>
                  <a:lnTo>
                    <a:pt x="4295317" y="682681"/>
                  </a:lnTo>
                  <a:lnTo>
                    <a:pt x="4295411" y="682681"/>
                  </a:lnTo>
                  <a:lnTo>
                    <a:pt x="4295505" y="682681"/>
                  </a:lnTo>
                  <a:lnTo>
                    <a:pt x="4295599" y="682681"/>
                  </a:lnTo>
                  <a:lnTo>
                    <a:pt x="4295693" y="682681"/>
                  </a:lnTo>
                  <a:lnTo>
                    <a:pt x="4295787" y="682681"/>
                  </a:lnTo>
                  <a:lnTo>
                    <a:pt x="4295881" y="682681"/>
                  </a:lnTo>
                  <a:lnTo>
                    <a:pt x="4295881" y="677769"/>
                  </a:lnTo>
                  <a:lnTo>
                    <a:pt x="4295976" y="677769"/>
                  </a:lnTo>
                  <a:lnTo>
                    <a:pt x="4296070" y="677769"/>
                  </a:lnTo>
                  <a:lnTo>
                    <a:pt x="4296164" y="677769"/>
                  </a:lnTo>
                  <a:lnTo>
                    <a:pt x="4296258" y="677769"/>
                  </a:lnTo>
                  <a:lnTo>
                    <a:pt x="4296352" y="677769"/>
                  </a:lnTo>
                  <a:lnTo>
                    <a:pt x="4296446" y="677769"/>
                  </a:lnTo>
                  <a:lnTo>
                    <a:pt x="4296540" y="677769"/>
                  </a:lnTo>
                  <a:lnTo>
                    <a:pt x="4296635" y="677769"/>
                  </a:lnTo>
                  <a:lnTo>
                    <a:pt x="4296729" y="677769"/>
                  </a:lnTo>
                  <a:lnTo>
                    <a:pt x="4296823" y="677769"/>
                  </a:lnTo>
                  <a:lnTo>
                    <a:pt x="4296917" y="677769"/>
                  </a:lnTo>
                  <a:lnTo>
                    <a:pt x="4297011" y="677769"/>
                  </a:lnTo>
                  <a:lnTo>
                    <a:pt x="4297105" y="677769"/>
                  </a:lnTo>
                  <a:lnTo>
                    <a:pt x="4297200" y="677769"/>
                  </a:lnTo>
                  <a:lnTo>
                    <a:pt x="4297294" y="677769"/>
                  </a:lnTo>
                  <a:lnTo>
                    <a:pt x="4297388" y="677769"/>
                  </a:lnTo>
                  <a:lnTo>
                    <a:pt x="4297482" y="677769"/>
                  </a:lnTo>
                  <a:lnTo>
                    <a:pt x="4297576" y="677769"/>
                  </a:lnTo>
                  <a:lnTo>
                    <a:pt x="4297670" y="677769"/>
                  </a:lnTo>
                  <a:lnTo>
                    <a:pt x="4297764" y="677769"/>
                  </a:lnTo>
                  <a:lnTo>
                    <a:pt x="4297859" y="677769"/>
                  </a:lnTo>
                  <a:lnTo>
                    <a:pt x="4297953" y="677769"/>
                  </a:lnTo>
                  <a:lnTo>
                    <a:pt x="4298047" y="677769"/>
                  </a:lnTo>
                  <a:lnTo>
                    <a:pt x="4298141" y="677769"/>
                  </a:lnTo>
                  <a:lnTo>
                    <a:pt x="4298235" y="677769"/>
                  </a:lnTo>
                  <a:lnTo>
                    <a:pt x="4298329" y="677769"/>
                  </a:lnTo>
                  <a:lnTo>
                    <a:pt x="4298329" y="672858"/>
                  </a:lnTo>
                  <a:lnTo>
                    <a:pt x="4298424" y="672858"/>
                  </a:lnTo>
                  <a:lnTo>
                    <a:pt x="4298518" y="672858"/>
                  </a:lnTo>
                  <a:lnTo>
                    <a:pt x="4298612" y="672858"/>
                  </a:lnTo>
                  <a:lnTo>
                    <a:pt x="4298706" y="672858"/>
                  </a:lnTo>
                  <a:lnTo>
                    <a:pt x="4298800" y="672858"/>
                  </a:lnTo>
                  <a:lnTo>
                    <a:pt x="4298894" y="672858"/>
                  </a:lnTo>
                  <a:lnTo>
                    <a:pt x="4298988" y="672858"/>
                  </a:lnTo>
                  <a:lnTo>
                    <a:pt x="4299083" y="672858"/>
                  </a:lnTo>
                  <a:lnTo>
                    <a:pt x="4299177" y="672858"/>
                  </a:lnTo>
                  <a:lnTo>
                    <a:pt x="4299271" y="672858"/>
                  </a:lnTo>
                  <a:lnTo>
                    <a:pt x="4299365" y="672858"/>
                  </a:lnTo>
                  <a:lnTo>
                    <a:pt x="4299459" y="672858"/>
                  </a:lnTo>
                  <a:lnTo>
                    <a:pt x="4299553" y="672858"/>
                  </a:lnTo>
                  <a:lnTo>
                    <a:pt x="4299648" y="672858"/>
                  </a:lnTo>
                  <a:lnTo>
                    <a:pt x="4299742" y="672858"/>
                  </a:lnTo>
                  <a:lnTo>
                    <a:pt x="4299836" y="672858"/>
                  </a:lnTo>
                  <a:lnTo>
                    <a:pt x="4299930" y="672858"/>
                  </a:lnTo>
                  <a:lnTo>
                    <a:pt x="4300024" y="672858"/>
                  </a:lnTo>
                  <a:lnTo>
                    <a:pt x="4300024" y="667946"/>
                  </a:lnTo>
                  <a:lnTo>
                    <a:pt x="4300118" y="667946"/>
                  </a:lnTo>
                  <a:lnTo>
                    <a:pt x="4300212" y="667946"/>
                  </a:lnTo>
                  <a:lnTo>
                    <a:pt x="4300307" y="667946"/>
                  </a:lnTo>
                  <a:lnTo>
                    <a:pt x="4300401" y="667946"/>
                  </a:lnTo>
                  <a:lnTo>
                    <a:pt x="4300495" y="667946"/>
                  </a:lnTo>
                  <a:lnTo>
                    <a:pt x="4300589" y="667946"/>
                  </a:lnTo>
                  <a:lnTo>
                    <a:pt x="4300683" y="667946"/>
                  </a:lnTo>
                  <a:lnTo>
                    <a:pt x="4300777" y="667946"/>
                  </a:lnTo>
                  <a:lnTo>
                    <a:pt x="4300871" y="667946"/>
                  </a:lnTo>
                  <a:lnTo>
                    <a:pt x="4300966" y="667946"/>
                  </a:lnTo>
                  <a:lnTo>
                    <a:pt x="4301060" y="667946"/>
                  </a:lnTo>
                  <a:lnTo>
                    <a:pt x="4301154" y="667946"/>
                  </a:lnTo>
                  <a:lnTo>
                    <a:pt x="4301248" y="667946"/>
                  </a:lnTo>
                  <a:lnTo>
                    <a:pt x="4301342" y="667946"/>
                  </a:lnTo>
                  <a:lnTo>
                    <a:pt x="4301436" y="667946"/>
                  </a:lnTo>
                  <a:lnTo>
                    <a:pt x="4301531" y="667946"/>
                  </a:lnTo>
                  <a:lnTo>
                    <a:pt x="4301625" y="667946"/>
                  </a:lnTo>
                  <a:lnTo>
                    <a:pt x="4301719" y="667946"/>
                  </a:lnTo>
                  <a:lnTo>
                    <a:pt x="4301813" y="667946"/>
                  </a:lnTo>
                  <a:lnTo>
                    <a:pt x="4301907" y="667946"/>
                  </a:lnTo>
                  <a:lnTo>
                    <a:pt x="4302001" y="667946"/>
                  </a:lnTo>
                  <a:lnTo>
                    <a:pt x="4302095" y="667946"/>
                  </a:lnTo>
                  <a:lnTo>
                    <a:pt x="4302190" y="667946"/>
                  </a:lnTo>
                  <a:lnTo>
                    <a:pt x="4302284" y="667946"/>
                  </a:lnTo>
                  <a:lnTo>
                    <a:pt x="4302378" y="667946"/>
                  </a:lnTo>
                  <a:lnTo>
                    <a:pt x="4302472" y="667946"/>
                  </a:lnTo>
                  <a:lnTo>
                    <a:pt x="4302566" y="667946"/>
                  </a:lnTo>
                  <a:lnTo>
                    <a:pt x="4302660" y="667946"/>
                  </a:lnTo>
                  <a:lnTo>
                    <a:pt x="4302755" y="667946"/>
                  </a:lnTo>
                  <a:lnTo>
                    <a:pt x="4302849" y="667946"/>
                  </a:lnTo>
                  <a:lnTo>
                    <a:pt x="4302943" y="667946"/>
                  </a:lnTo>
                  <a:lnTo>
                    <a:pt x="4303037" y="667946"/>
                  </a:lnTo>
                  <a:lnTo>
                    <a:pt x="4303131" y="667946"/>
                  </a:lnTo>
                  <a:lnTo>
                    <a:pt x="4303225" y="667946"/>
                  </a:lnTo>
                  <a:lnTo>
                    <a:pt x="4303319" y="667946"/>
                  </a:lnTo>
                  <a:lnTo>
                    <a:pt x="4303414" y="667946"/>
                  </a:lnTo>
                  <a:lnTo>
                    <a:pt x="4303508" y="667946"/>
                  </a:lnTo>
                  <a:lnTo>
                    <a:pt x="4303602" y="667946"/>
                  </a:lnTo>
                  <a:lnTo>
                    <a:pt x="4303696" y="667946"/>
                  </a:lnTo>
                  <a:lnTo>
                    <a:pt x="4303790" y="667946"/>
                  </a:lnTo>
                  <a:lnTo>
                    <a:pt x="4303884" y="667946"/>
                  </a:lnTo>
                  <a:lnTo>
                    <a:pt x="4303979" y="667946"/>
                  </a:lnTo>
                  <a:lnTo>
                    <a:pt x="4304073" y="667946"/>
                  </a:lnTo>
                  <a:lnTo>
                    <a:pt x="4304167" y="667946"/>
                  </a:lnTo>
                  <a:lnTo>
                    <a:pt x="4304261" y="667946"/>
                  </a:lnTo>
                  <a:lnTo>
                    <a:pt x="4304355" y="667946"/>
                  </a:lnTo>
                  <a:lnTo>
                    <a:pt x="4304449" y="667946"/>
                  </a:lnTo>
                  <a:lnTo>
                    <a:pt x="4304543" y="667946"/>
                  </a:lnTo>
                  <a:lnTo>
                    <a:pt x="4304638" y="667946"/>
                  </a:lnTo>
                  <a:lnTo>
                    <a:pt x="4304732" y="667946"/>
                  </a:lnTo>
                  <a:lnTo>
                    <a:pt x="4304826" y="667946"/>
                  </a:lnTo>
                  <a:lnTo>
                    <a:pt x="4304920" y="667946"/>
                  </a:lnTo>
                  <a:lnTo>
                    <a:pt x="4305014" y="667946"/>
                  </a:lnTo>
                  <a:lnTo>
                    <a:pt x="4305108" y="667946"/>
                  </a:lnTo>
                  <a:lnTo>
                    <a:pt x="4305202" y="667946"/>
                  </a:lnTo>
                  <a:lnTo>
                    <a:pt x="4305297" y="667946"/>
                  </a:lnTo>
                  <a:lnTo>
                    <a:pt x="4305391" y="667946"/>
                  </a:lnTo>
                  <a:lnTo>
                    <a:pt x="4305485" y="667946"/>
                  </a:lnTo>
                  <a:lnTo>
                    <a:pt x="4305579" y="667946"/>
                  </a:lnTo>
                  <a:lnTo>
                    <a:pt x="4305673" y="667946"/>
                  </a:lnTo>
                  <a:lnTo>
                    <a:pt x="4305767" y="667946"/>
                  </a:lnTo>
                  <a:lnTo>
                    <a:pt x="4305862" y="667946"/>
                  </a:lnTo>
                  <a:lnTo>
                    <a:pt x="4305956" y="667946"/>
                  </a:lnTo>
                  <a:lnTo>
                    <a:pt x="4306050" y="667946"/>
                  </a:lnTo>
                  <a:lnTo>
                    <a:pt x="4306144" y="667946"/>
                  </a:lnTo>
                  <a:lnTo>
                    <a:pt x="4306238" y="667946"/>
                  </a:lnTo>
                  <a:lnTo>
                    <a:pt x="4306332" y="667946"/>
                  </a:lnTo>
                  <a:lnTo>
                    <a:pt x="4306426" y="667946"/>
                  </a:lnTo>
                  <a:lnTo>
                    <a:pt x="4306521" y="667946"/>
                  </a:lnTo>
                  <a:lnTo>
                    <a:pt x="4306615" y="667946"/>
                  </a:lnTo>
                  <a:lnTo>
                    <a:pt x="4306709" y="667946"/>
                  </a:lnTo>
                  <a:lnTo>
                    <a:pt x="4306803" y="667946"/>
                  </a:lnTo>
                  <a:lnTo>
                    <a:pt x="4306897" y="667946"/>
                  </a:lnTo>
                  <a:lnTo>
                    <a:pt x="4306991" y="667946"/>
                  </a:lnTo>
                  <a:lnTo>
                    <a:pt x="4307086" y="667946"/>
                  </a:lnTo>
                  <a:lnTo>
                    <a:pt x="4307180" y="667946"/>
                  </a:lnTo>
                  <a:lnTo>
                    <a:pt x="4307274" y="667946"/>
                  </a:lnTo>
                  <a:lnTo>
                    <a:pt x="4307368" y="667946"/>
                  </a:lnTo>
                  <a:lnTo>
                    <a:pt x="4307462" y="667946"/>
                  </a:lnTo>
                  <a:lnTo>
                    <a:pt x="4307556" y="667946"/>
                  </a:lnTo>
                  <a:lnTo>
                    <a:pt x="4307650" y="667946"/>
                  </a:lnTo>
                  <a:lnTo>
                    <a:pt x="4307745" y="667946"/>
                  </a:lnTo>
                  <a:lnTo>
                    <a:pt x="4307839" y="667946"/>
                  </a:lnTo>
                  <a:lnTo>
                    <a:pt x="4307933" y="667946"/>
                  </a:lnTo>
                  <a:lnTo>
                    <a:pt x="4308027" y="667946"/>
                  </a:lnTo>
                  <a:lnTo>
                    <a:pt x="4308121" y="667946"/>
                  </a:lnTo>
                  <a:lnTo>
                    <a:pt x="4308215" y="667946"/>
                  </a:lnTo>
                  <a:lnTo>
                    <a:pt x="4308310" y="667946"/>
                  </a:lnTo>
                  <a:lnTo>
                    <a:pt x="4308404" y="667946"/>
                  </a:lnTo>
                  <a:lnTo>
                    <a:pt x="4308498" y="667946"/>
                  </a:lnTo>
                  <a:lnTo>
                    <a:pt x="4308592" y="667946"/>
                  </a:lnTo>
                  <a:lnTo>
                    <a:pt x="4308686" y="667946"/>
                  </a:lnTo>
                  <a:lnTo>
                    <a:pt x="4308780" y="667946"/>
                  </a:lnTo>
                  <a:lnTo>
                    <a:pt x="4308874" y="667946"/>
                  </a:lnTo>
                  <a:lnTo>
                    <a:pt x="4308969" y="667946"/>
                  </a:lnTo>
                  <a:lnTo>
                    <a:pt x="4309063" y="667946"/>
                  </a:lnTo>
                  <a:lnTo>
                    <a:pt x="4309157" y="667946"/>
                  </a:lnTo>
                  <a:lnTo>
                    <a:pt x="4309251" y="667946"/>
                  </a:lnTo>
                  <a:lnTo>
                    <a:pt x="4309345" y="667946"/>
                  </a:lnTo>
                  <a:lnTo>
                    <a:pt x="4309439" y="667946"/>
                  </a:lnTo>
                  <a:lnTo>
                    <a:pt x="4309533" y="667946"/>
                  </a:lnTo>
                  <a:lnTo>
                    <a:pt x="4309628" y="667946"/>
                  </a:lnTo>
                  <a:lnTo>
                    <a:pt x="4309722" y="667946"/>
                  </a:lnTo>
                  <a:lnTo>
                    <a:pt x="4309816" y="667946"/>
                  </a:lnTo>
                  <a:lnTo>
                    <a:pt x="4309910" y="667946"/>
                  </a:lnTo>
                  <a:lnTo>
                    <a:pt x="4310004" y="667946"/>
                  </a:lnTo>
                  <a:lnTo>
                    <a:pt x="4310098" y="667946"/>
                  </a:lnTo>
                  <a:lnTo>
                    <a:pt x="4310193" y="667946"/>
                  </a:lnTo>
                  <a:lnTo>
                    <a:pt x="4310287" y="667946"/>
                  </a:lnTo>
                  <a:lnTo>
                    <a:pt x="4310381" y="667946"/>
                  </a:lnTo>
                  <a:lnTo>
                    <a:pt x="4310475" y="667946"/>
                  </a:lnTo>
                  <a:lnTo>
                    <a:pt x="4310569" y="667946"/>
                  </a:lnTo>
                  <a:lnTo>
                    <a:pt x="4310663" y="667946"/>
                  </a:lnTo>
                  <a:lnTo>
                    <a:pt x="4310757" y="667946"/>
                  </a:lnTo>
                  <a:lnTo>
                    <a:pt x="4310852" y="667946"/>
                  </a:lnTo>
                  <a:lnTo>
                    <a:pt x="4310946" y="667946"/>
                  </a:lnTo>
                  <a:lnTo>
                    <a:pt x="4311040" y="667946"/>
                  </a:lnTo>
                  <a:lnTo>
                    <a:pt x="4311134" y="667946"/>
                  </a:lnTo>
                  <a:lnTo>
                    <a:pt x="4311228" y="667946"/>
                  </a:lnTo>
                  <a:lnTo>
                    <a:pt x="4311322" y="667946"/>
                  </a:lnTo>
                  <a:lnTo>
                    <a:pt x="4311417" y="667946"/>
                  </a:lnTo>
                  <a:lnTo>
                    <a:pt x="4311511" y="667946"/>
                  </a:lnTo>
                  <a:lnTo>
                    <a:pt x="4311605" y="667946"/>
                  </a:lnTo>
                  <a:lnTo>
                    <a:pt x="4311699" y="667946"/>
                  </a:lnTo>
                  <a:lnTo>
                    <a:pt x="4311793" y="667946"/>
                  </a:lnTo>
                  <a:lnTo>
                    <a:pt x="4311887" y="667946"/>
                  </a:lnTo>
                  <a:lnTo>
                    <a:pt x="4311981" y="667946"/>
                  </a:lnTo>
                  <a:lnTo>
                    <a:pt x="4312076" y="667946"/>
                  </a:lnTo>
                  <a:lnTo>
                    <a:pt x="4312170" y="667946"/>
                  </a:lnTo>
                  <a:lnTo>
                    <a:pt x="4312264" y="667946"/>
                  </a:lnTo>
                  <a:lnTo>
                    <a:pt x="4312358" y="667946"/>
                  </a:lnTo>
                  <a:lnTo>
                    <a:pt x="4312452" y="667946"/>
                  </a:lnTo>
                  <a:lnTo>
                    <a:pt x="4312546" y="667946"/>
                  </a:lnTo>
                  <a:lnTo>
                    <a:pt x="4312641" y="667946"/>
                  </a:lnTo>
                  <a:lnTo>
                    <a:pt x="4312735" y="667946"/>
                  </a:lnTo>
                  <a:lnTo>
                    <a:pt x="4312829" y="667946"/>
                  </a:lnTo>
                  <a:lnTo>
                    <a:pt x="4312923" y="667946"/>
                  </a:lnTo>
                  <a:lnTo>
                    <a:pt x="4313017" y="667946"/>
                  </a:lnTo>
                  <a:lnTo>
                    <a:pt x="4313111" y="667946"/>
                  </a:lnTo>
                  <a:lnTo>
                    <a:pt x="4313205" y="667946"/>
                  </a:lnTo>
                  <a:lnTo>
                    <a:pt x="4313300" y="667946"/>
                  </a:lnTo>
                  <a:lnTo>
                    <a:pt x="4313394" y="667946"/>
                  </a:lnTo>
                  <a:lnTo>
                    <a:pt x="4313488" y="667946"/>
                  </a:lnTo>
                  <a:lnTo>
                    <a:pt x="4313582" y="667946"/>
                  </a:lnTo>
                  <a:lnTo>
                    <a:pt x="4313676" y="667946"/>
                  </a:lnTo>
                  <a:lnTo>
                    <a:pt x="4313770" y="667946"/>
                  </a:lnTo>
                  <a:lnTo>
                    <a:pt x="4313864" y="667946"/>
                  </a:lnTo>
                  <a:lnTo>
                    <a:pt x="4313959" y="667946"/>
                  </a:lnTo>
                  <a:lnTo>
                    <a:pt x="4314053" y="667946"/>
                  </a:lnTo>
                  <a:lnTo>
                    <a:pt x="4314147" y="667946"/>
                  </a:lnTo>
                  <a:lnTo>
                    <a:pt x="4314241" y="667946"/>
                  </a:lnTo>
                  <a:lnTo>
                    <a:pt x="4314335" y="667946"/>
                  </a:lnTo>
                  <a:lnTo>
                    <a:pt x="4314429" y="667946"/>
                  </a:lnTo>
                  <a:lnTo>
                    <a:pt x="4314524" y="667946"/>
                  </a:lnTo>
                  <a:lnTo>
                    <a:pt x="4314618" y="667946"/>
                  </a:lnTo>
                  <a:lnTo>
                    <a:pt x="4314712" y="667946"/>
                  </a:lnTo>
                  <a:lnTo>
                    <a:pt x="4314806" y="667946"/>
                  </a:lnTo>
                  <a:lnTo>
                    <a:pt x="4314900" y="667946"/>
                  </a:lnTo>
                  <a:lnTo>
                    <a:pt x="4314994" y="667946"/>
                  </a:lnTo>
                  <a:lnTo>
                    <a:pt x="4315088" y="667946"/>
                  </a:lnTo>
                  <a:lnTo>
                    <a:pt x="4315183" y="667946"/>
                  </a:lnTo>
                  <a:lnTo>
                    <a:pt x="4315277" y="667946"/>
                  </a:lnTo>
                  <a:lnTo>
                    <a:pt x="4315371" y="667946"/>
                  </a:lnTo>
                  <a:lnTo>
                    <a:pt x="4315465" y="667946"/>
                  </a:lnTo>
                  <a:lnTo>
                    <a:pt x="4315559" y="667946"/>
                  </a:lnTo>
                  <a:lnTo>
                    <a:pt x="4315653" y="667946"/>
                  </a:lnTo>
                  <a:lnTo>
                    <a:pt x="4315748" y="667946"/>
                  </a:lnTo>
                  <a:lnTo>
                    <a:pt x="4315842" y="667946"/>
                  </a:lnTo>
                  <a:lnTo>
                    <a:pt x="4315936" y="667946"/>
                  </a:lnTo>
                  <a:lnTo>
                    <a:pt x="4316030" y="667946"/>
                  </a:lnTo>
                  <a:lnTo>
                    <a:pt x="4316124" y="667946"/>
                  </a:lnTo>
                  <a:lnTo>
                    <a:pt x="4316218" y="667946"/>
                  </a:lnTo>
                  <a:lnTo>
                    <a:pt x="4316312" y="667946"/>
                  </a:lnTo>
                  <a:lnTo>
                    <a:pt x="4316407" y="667946"/>
                  </a:lnTo>
                  <a:lnTo>
                    <a:pt x="4316501" y="667946"/>
                  </a:lnTo>
                  <a:lnTo>
                    <a:pt x="4316595" y="667946"/>
                  </a:lnTo>
                  <a:lnTo>
                    <a:pt x="4316689" y="667946"/>
                  </a:lnTo>
                  <a:lnTo>
                    <a:pt x="4316783" y="667946"/>
                  </a:lnTo>
                  <a:lnTo>
                    <a:pt x="4316877" y="667946"/>
                  </a:lnTo>
                  <a:lnTo>
                    <a:pt x="4316972" y="667946"/>
                  </a:lnTo>
                  <a:lnTo>
                    <a:pt x="4317066" y="667946"/>
                  </a:lnTo>
                  <a:lnTo>
                    <a:pt x="4317160" y="667946"/>
                  </a:lnTo>
                  <a:lnTo>
                    <a:pt x="4317254" y="667946"/>
                  </a:lnTo>
                  <a:lnTo>
                    <a:pt x="4317348" y="667946"/>
                  </a:lnTo>
                  <a:lnTo>
                    <a:pt x="4317442" y="667946"/>
                  </a:lnTo>
                  <a:lnTo>
                    <a:pt x="4317536" y="667946"/>
                  </a:lnTo>
                  <a:lnTo>
                    <a:pt x="4317631" y="667946"/>
                  </a:lnTo>
                  <a:lnTo>
                    <a:pt x="4317725" y="667946"/>
                  </a:lnTo>
                  <a:lnTo>
                    <a:pt x="4317819" y="667946"/>
                  </a:lnTo>
                  <a:lnTo>
                    <a:pt x="4317913" y="667946"/>
                  </a:lnTo>
                  <a:lnTo>
                    <a:pt x="4318007" y="667946"/>
                  </a:lnTo>
                  <a:lnTo>
                    <a:pt x="4318101" y="667946"/>
                  </a:lnTo>
                  <a:lnTo>
                    <a:pt x="4318101" y="663035"/>
                  </a:lnTo>
                  <a:lnTo>
                    <a:pt x="4318195" y="663035"/>
                  </a:lnTo>
                  <a:lnTo>
                    <a:pt x="4318290" y="663035"/>
                  </a:lnTo>
                  <a:lnTo>
                    <a:pt x="4318384" y="663035"/>
                  </a:lnTo>
                  <a:lnTo>
                    <a:pt x="4318478" y="663035"/>
                  </a:lnTo>
                  <a:lnTo>
                    <a:pt x="4318572" y="663035"/>
                  </a:lnTo>
                  <a:lnTo>
                    <a:pt x="4318666" y="663035"/>
                  </a:lnTo>
                  <a:lnTo>
                    <a:pt x="4318760" y="663035"/>
                  </a:lnTo>
                  <a:lnTo>
                    <a:pt x="4318855" y="663035"/>
                  </a:lnTo>
                  <a:lnTo>
                    <a:pt x="4318949" y="663035"/>
                  </a:lnTo>
                  <a:lnTo>
                    <a:pt x="4319043" y="663035"/>
                  </a:lnTo>
                  <a:lnTo>
                    <a:pt x="4319137" y="663035"/>
                  </a:lnTo>
                  <a:lnTo>
                    <a:pt x="4319231" y="663035"/>
                  </a:lnTo>
                  <a:lnTo>
                    <a:pt x="4319325" y="663035"/>
                  </a:lnTo>
                  <a:lnTo>
                    <a:pt x="4319419" y="663035"/>
                  </a:lnTo>
                  <a:lnTo>
                    <a:pt x="4319514" y="663035"/>
                  </a:lnTo>
                  <a:lnTo>
                    <a:pt x="4319608" y="663035"/>
                  </a:lnTo>
                  <a:lnTo>
                    <a:pt x="4319702" y="663035"/>
                  </a:lnTo>
                  <a:lnTo>
                    <a:pt x="4319796" y="663035"/>
                  </a:lnTo>
                  <a:lnTo>
                    <a:pt x="4319890" y="663035"/>
                  </a:lnTo>
                  <a:lnTo>
                    <a:pt x="4319984" y="663035"/>
                  </a:lnTo>
                  <a:lnTo>
                    <a:pt x="4320079" y="663035"/>
                  </a:lnTo>
                  <a:lnTo>
                    <a:pt x="4320173" y="663035"/>
                  </a:lnTo>
                  <a:lnTo>
                    <a:pt x="4320267" y="663035"/>
                  </a:lnTo>
                  <a:lnTo>
                    <a:pt x="4320361" y="663035"/>
                  </a:lnTo>
                  <a:lnTo>
                    <a:pt x="4320455" y="663035"/>
                  </a:lnTo>
                  <a:lnTo>
                    <a:pt x="4320549" y="663035"/>
                  </a:lnTo>
                  <a:lnTo>
                    <a:pt x="4320643" y="663035"/>
                  </a:lnTo>
                  <a:lnTo>
                    <a:pt x="4320738" y="663035"/>
                  </a:lnTo>
                  <a:lnTo>
                    <a:pt x="4320832" y="663035"/>
                  </a:lnTo>
                  <a:lnTo>
                    <a:pt x="4320926" y="663035"/>
                  </a:lnTo>
                  <a:lnTo>
                    <a:pt x="4321020" y="663035"/>
                  </a:lnTo>
                  <a:lnTo>
                    <a:pt x="4321114" y="663035"/>
                  </a:lnTo>
                  <a:lnTo>
                    <a:pt x="4321208" y="663035"/>
                  </a:lnTo>
                  <a:lnTo>
                    <a:pt x="4321303" y="663035"/>
                  </a:lnTo>
                  <a:lnTo>
                    <a:pt x="4321397" y="663035"/>
                  </a:lnTo>
                  <a:lnTo>
                    <a:pt x="4321491" y="663035"/>
                  </a:lnTo>
                  <a:lnTo>
                    <a:pt x="4321585" y="663035"/>
                  </a:lnTo>
                  <a:lnTo>
                    <a:pt x="4321679" y="663035"/>
                  </a:lnTo>
                  <a:lnTo>
                    <a:pt x="4321773" y="663035"/>
                  </a:lnTo>
                  <a:lnTo>
                    <a:pt x="4321867" y="663035"/>
                  </a:lnTo>
                  <a:lnTo>
                    <a:pt x="4321962" y="663035"/>
                  </a:lnTo>
                  <a:lnTo>
                    <a:pt x="4322056" y="663035"/>
                  </a:lnTo>
                  <a:lnTo>
                    <a:pt x="4322150" y="663035"/>
                  </a:lnTo>
                  <a:lnTo>
                    <a:pt x="4322244" y="663035"/>
                  </a:lnTo>
                  <a:lnTo>
                    <a:pt x="4322338" y="663035"/>
                  </a:lnTo>
                  <a:lnTo>
                    <a:pt x="4322432" y="663035"/>
                  </a:lnTo>
                  <a:lnTo>
                    <a:pt x="4322526" y="663035"/>
                  </a:lnTo>
                  <a:lnTo>
                    <a:pt x="4322621" y="663035"/>
                  </a:lnTo>
                  <a:lnTo>
                    <a:pt x="4322715" y="663035"/>
                  </a:lnTo>
                  <a:lnTo>
                    <a:pt x="4322809" y="663035"/>
                  </a:lnTo>
                  <a:lnTo>
                    <a:pt x="4322903" y="663035"/>
                  </a:lnTo>
                  <a:lnTo>
                    <a:pt x="4322997" y="663035"/>
                  </a:lnTo>
                  <a:lnTo>
                    <a:pt x="4323091" y="663035"/>
                  </a:lnTo>
                  <a:lnTo>
                    <a:pt x="4323186" y="663035"/>
                  </a:lnTo>
                  <a:lnTo>
                    <a:pt x="4323280" y="663035"/>
                  </a:lnTo>
                  <a:lnTo>
                    <a:pt x="4323374" y="663035"/>
                  </a:lnTo>
                  <a:lnTo>
                    <a:pt x="4323468" y="663035"/>
                  </a:lnTo>
                  <a:lnTo>
                    <a:pt x="4323562" y="663035"/>
                  </a:lnTo>
                  <a:lnTo>
                    <a:pt x="4323656" y="663035"/>
                  </a:lnTo>
                  <a:lnTo>
                    <a:pt x="4323750" y="663035"/>
                  </a:lnTo>
                  <a:lnTo>
                    <a:pt x="4323845" y="663035"/>
                  </a:lnTo>
                  <a:lnTo>
                    <a:pt x="4323939" y="663035"/>
                  </a:lnTo>
                  <a:lnTo>
                    <a:pt x="4324033" y="663035"/>
                  </a:lnTo>
                  <a:lnTo>
                    <a:pt x="4324127" y="663035"/>
                  </a:lnTo>
                  <a:lnTo>
                    <a:pt x="4324221" y="663035"/>
                  </a:lnTo>
                  <a:lnTo>
                    <a:pt x="4324315" y="663035"/>
                  </a:lnTo>
                  <a:lnTo>
                    <a:pt x="4324410" y="663035"/>
                  </a:lnTo>
                  <a:lnTo>
                    <a:pt x="4324504" y="663035"/>
                  </a:lnTo>
                  <a:lnTo>
                    <a:pt x="4324598" y="663035"/>
                  </a:lnTo>
                  <a:lnTo>
                    <a:pt x="4324692" y="663035"/>
                  </a:lnTo>
                  <a:lnTo>
                    <a:pt x="4324786" y="663035"/>
                  </a:lnTo>
                  <a:lnTo>
                    <a:pt x="4324786" y="658124"/>
                  </a:lnTo>
                  <a:lnTo>
                    <a:pt x="4324880" y="658124"/>
                  </a:lnTo>
                  <a:lnTo>
                    <a:pt x="4324974" y="658124"/>
                  </a:lnTo>
                  <a:lnTo>
                    <a:pt x="4325069" y="658124"/>
                  </a:lnTo>
                  <a:lnTo>
                    <a:pt x="4325163" y="658124"/>
                  </a:lnTo>
                  <a:lnTo>
                    <a:pt x="4325257" y="658124"/>
                  </a:lnTo>
                  <a:lnTo>
                    <a:pt x="4325351" y="658124"/>
                  </a:lnTo>
                  <a:lnTo>
                    <a:pt x="4325445" y="658124"/>
                  </a:lnTo>
                  <a:lnTo>
                    <a:pt x="4325539" y="658124"/>
                  </a:lnTo>
                  <a:lnTo>
                    <a:pt x="4325634" y="658124"/>
                  </a:lnTo>
                  <a:lnTo>
                    <a:pt x="4325728" y="658124"/>
                  </a:lnTo>
                  <a:lnTo>
                    <a:pt x="4325822" y="658124"/>
                  </a:lnTo>
                  <a:lnTo>
                    <a:pt x="4325916" y="658124"/>
                  </a:lnTo>
                  <a:lnTo>
                    <a:pt x="4326010" y="658124"/>
                  </a:lnTo>
                  <a:lnTo>
                    <a:pt x="4326104" y="658124"/>
                  </a:lnTo>
                  <a:lnTo>
                    <a:pt x="4326198" y="658124"/>
                  </a:lnTo>
                  <a:lnTo>
                    <a:pt x="4326293" y="658124"/>
                  </a:lnTo>
                  <a:lnTo>
                    <a:pt x="4326387" y="658124"/>
                  </a:lnTo>
                  <a:lnTo>
                    <a:pt x="4326481" y="658124"/>
                  </a:lnTo>
                  <a:lnTo>
                    <a:pt x="4326575" y="658124"/>
                  </a:lnTo>
                  <a:lnTo>
                    <a:pt x="4326669" y="658124"/>
                  </a:lnTo>
                  <a:lnTo>
                    <a:pt x="4326763" y="658124"/>
                  </a:lnTo>
                  <a:lnTo>
                    <a:pt x="4326858" y="658124"/>
                  </a:lnTo>
                  <a:lnTo>
                    <a:pt x="4326952" y="658124"/>
                  </a:lnTo>
                  <a:lnTo>
                    <a:pt x="4327046" y="658124"/>
                  </a:lnTo>
                  <a:lnTo>
                    <a:pt x="4327140" y="658124"/>
                  </a:lnTo>
                  <a:lnTo>
                    <a:pt x="4327234" y="658124"/>
                  </a:lnTo>
                  <a:lnTo>
                    <a:pt x="4327328" y="658124"/>
                  </a:lnTo>
                  <a:lnTo>
                    <a:pt x="4327328" y="653212"/>
                  </a:lnTo>
                  <a:lnTo>
                    <a:pt x="4327422" y="653212"/>
                  </a:lnTo>
                  <a:lnTo>
                    <a:pt x="4327517" y="653212"/>
                  </a:lnTo>
                  <a:lnTo>
                    <a:pt x="4327611" y="653212"/>
                  </a:lnTo>
                  <a:lnTo>
                    <a:pt x="4327705" y="653212"/>
                  </a:lnTo>
                  <a:lnTo>
                    <a:pt x="4327799" y="653212"/>
                  </a:lnTo>
                  <a:lnTo>
                    <a:pt x="4327893" y="653212"/>
                  </a:lnTo>
                  <a:lnTo>
                    <a:pt x="4327987" y="653212"/>
                  </a:lnTo>
                  <a:lnTo>
                    <a:pt x="4327987" y="648301"/>
                  </a:lnTo>
                  <a:lnTo>
                    <a:pt x="4328081" y="648301"/>
                  </a:lnTo>
                  <a:lnTo>
                    <a:pt x="4328176" y="648301"/>
                  </a:lnTo>
                  <a:lnTo>
                    <a:pt x="4328270" y="648301"/>
                  </a:lnTo>
                  <a:lnTo>
                    <a:pt x="4328364" y="648301"/>
                  </a:lnTo>
                  <a:lnTo>
                    <a:pt x="4328458" y="648301"/>
                  </a:lnTo>
                  <a:lnTo>
                    <a:pt x="4328552" y="648301"/>
                  </a:lnTo>
                  <a:lnTo>
                    <a:pt x="4328646" y="648301"/>
                  </a:lnTo>
                  <a:lnTo>
                    <a:pt x="4328741" y="648301"/>
                  </a:lnTo>
                  <a:lnTo>
                    <a:pt x="4328835" y="648301"/>
                  </a:lnTo>
                  <a:lnTo>
                    <a:pt x="4328929" y="648301"/>
                  </a:lnTo>
                  <a:lnTo>
                    <a:pt x="4329023" y="648301"/>
                  </a:lnTo>
                  <a:lnTo>
                    <a:pt x="4329117" y="648301"/>
                  </a:lnTo>
                  <a:lnTo>
                    <a:pt x="4329211" y="648301"/>
                  </a:lnTo>
                  <a:lnTo>
                    <a:pt x="4329305" y="648301"/>
                  </a:lnTo>
                  <a:lnTo>
                    <a:pt x="4329400" y="648301"/>
                  </a:lnTo>
                  <a:lnTo>
                    <a:pt x="4329494" y="648301"/>
                  </a:lnTo>
                  <a:lnTo>
                    <a:pt x="4329588" y="648301"/>
                  </a:lnTo>
                  <a:lnTo>
                    <a:pt x="4329682" y="648301"/>
                  </a:lnTo>
                  <a:lnTo>
                    <a:pt x="4329776" y="648301"/>
                  </a:lnTo>
                  <a:lnTo>
                    <a:pt x="4329870" y="648301"/>
                  </a:lnTo>
                  <a:lnTo>
                    <a:pt x="4329965" y="648301"/>
                  </a:lnTo>
                  <a:lnTo>
                    <a:pt x="4330059" y="648301"/>
                  </a:lnTo>
                  <a:lnTo>
                    <a:pt x="4330153" y="648301"/>
                  </a:lnTo>
                  <a:lnTo>
                    <a:pt x="4330247" y="648301"/>
                  </a:lnTo>
                  <a:lnTo>
                    <a:pt x="4330341" y="648301"/>
                  </a:lnTo>
                  <a:lnTo>
                    <a:pt x="4330435" y="648301"/>
                  </a:lnTo>
                  <a:lnTo>
                    <a:pt x="4330529" y="648301"/>
                  </a:lnTo>
                  <a:lnTo>
                    <a:pt x="4330624" y="648301"/>
                  </a:lnTo>
                  <a:lnTo>
                    <a:pt x="4330718" y="648301"/>
                  </a:lnTo>
                  <a:lnTo>
                    <a:pt x="4330812" y="648301"/>
                  </a:lnTo>
                  <a:lnTo>
                    <a:pt x="4330906" y="648301"/>
                  </a:lnTo>
                  <a:lnTo>
                    <a:pt x="4331000" y="648301"/>
                  </a:lnTo>
                  <a:lnTo>
                    <a:pt x="4331094" y="648301"/>
                  </a:lnTo>
                  <a:lnTo>
                    <a:pt x="4331189" y="648301"/>
                  </a:lnTo>
                  <a:lnTo>
                    <a:pt x="4331283" y="648301"/>
                  </a:lnTo>
                  <a:lnTo>
                    <a:pt x="4331377" y="648301"/>
                  </a:lnTo>
                  <a:lnTo>
                    <a:pt x="4331471" y="648301"/>
                  </a:lnTo>
                  <a:lnTo>
                    <a:pt x="4331565" y="648301"/>
                  </a:lnTo>
                  <a:lnTo>
                    <a:pt x="4331659" y="648301"/>
                  </a:lnTo>
                  <a:lnTo>
                    <a:pt x="4331753" y="648301"/>
                  </a:lnTo>
                  <a:lnTo>
                    <a:pt x="4331848" y="648301"/>
                  </a:lnTo>
                  <a:lnTo>
                    <a:pt x="4331942" y="648301"/>
                  </a:lnTo>
                  <a:lnTo>
                    <a:pt x="4332036" y="648301"/>
                  </a:lnTo>
                  <a:lnTo>
                    <a:pt x="4332130" y="648301"/>
                  </a:lnTo>
                  <a:lnTo>
                    <a:pt x="4332224" y="648301"/>
                  </a:lnTo>
                  <a:lnTo>
                    <a:pt x="4332318" y="648301"/>
                  </a:lnTo>
                  <a:lnTo>
                    <a:pt x="4332412" y="648301"/>
                  </a:lnTo>
                  <a:lnTo>
                    <a:pt x="4332507" y="648301"/>
                  </a:lnTo>
                  <a:lnTo>
                    <a:pt x="4332601" y="648301"/>
                  </a:lnTo>
                  <a:lnTo>
                    <a:pt x="4332695" y="648301"/>
                  </a:lnTo>
                  <a:lnTo>
                    <a:pt x="4332789" y="648301"/>
                  </a:lnTo>
                  <a:lnTo>
                    <a:pt x="4332883" y="648301"/>
                  </a:lnTo>
                  <a:lnTo>
                    <a:pt x="4332977" y="648301"/>
                  </a:lnTo>
                  <a:lnTo>
                    <a:pt x="4333072" y="648301"/>
                  </a:lnTo>
                  <a:lnTo>
                    <a:pt x="4333166" y="648301"/>
                  </a:lnTo>
                  <a:lnTo>
                    <a:pt x="4333260" y="648301"/>
                  </a:lnTo>
                  <a:lnTo>
                    <a:pt x="4333354" y="648301"/>
                  </a:lnTo>
                  <a:lnTo>
                    <a:pt x="4333448" y="648301"/>
                  </a:lnTo>
                  <a:lnTo>
                    <a:pt x="4333542" y="648301"/>
                  </a:lnTo>
                  <a:lnTo>
                    <a:pt x="4333636" y="648301"/>
                  </a:lnTo>
                  <a:lnTo>
                    <a:pt x="4333731" y="648301"/>
                  </a:lnTo>
                  <a:lnTo>
                    <a:pt x="4333825" y="648301"/>
                  </a:lnTo>
                  <a:lnTo>
                    <a:pt x="4333919" y="648301"/>
                  </a:lnTo>
                  <a:lnTo>
                    <a:pt x="4334013" y="648301"/>
                  </a:lnTo>
                  <a:lnTo>
                    <a:pt x="4334107" y="648301"/>
                  </a:lnTo>
                  <a:lnTo>
                    <a:pt x="4334201" y="648301"/>
                  </a:lnTo>
                  <a:lnTo>
                    <a:pt x="4334296" y="648301"/>
                  </a:lnTo>
                  <a:lnTo>
                    <a:pt x="4334390" y="648301"/>
                  </a:lnTo>
                  <a:lnTo>
                    <a:pt x="4334484" y="648301"/>
                  </a:lnTo>
                  <a:lnTo>
                    <a:pt x="4334578" y="648301"/>
                  </a:lnTo>
                  <a:lnTo>
                    <a:pt x="4334672" y="648301"/>
                  </a:lnTo>
                  <a:lnTo>
                    <a:pt x="4334766" y="648301"/>
                  </a:lnTo>
                  <a:lnTo>
                    <a:pt x="4334860" y="648301"/>
                  </a:lnTo>
                  <a:lnTo>
                    <a:pt x="4334955" y="648301"/>
                  </a:lnTo>
                  <a:lnTo>
                    <a:pt x="4335049" y="648301"/>
                  </a:lnTo>
                  <a:lnTo>
                    <a:pt x="4335143" y="648301"/>
                  </a:lnTo>
                  <a:lnTo>
                    <a:pt x="4335237" y="648301"/>
                  </a:lnTo>
                  <a:lnTo>
                    <a:pt x="4335331" y="648301"/>
                  </a:lnTo>
                  <a:lnTo>
                    <a:pt x="4335425" y="648301"/>
                  </a:lnTo>
                  <a:lnTo>
                    <a:pt x="4335520" y="648301"/>
                  </a:lnTo>
                  <a:lnTo>
                    <a:pt x="4335614" y="648301"/>
                  </a:lnTo>
                  <a:lnTo>
                    <a:pt x="4335708" y="648301"/>
                  </a:lnTo>
                  <a:lnTo>
                    <a:pt x="4335802" y="648301"/>
                  </a:lnTo>
                  <a:lnTo>
                    <a:pt x="4335896" y="648301"/>
                  </a:lnTo>
                  <a:lnTo>
                    <a:pt x="4335990" y="648301"/>
                  </a:lnTo>
                  <a:lnTo>
                    <a:pt x="4336084" y="648301"/>
                  </a:lnTo>
                  <a:lnTo>
                    <a:pt x="4336179" y="648301"/>
                  </a:lnTo>
                  <a:lnTo>
                    <a:pt x="4336273" y="648301"/>
                  </a:lnTo>
                  <a:lnTo>
                    <a:pt x="4336367" y="648301"/>
                  </a:lnTo>
                  <a:lnTo>
                    <a:pt x="4336461" y="648301"/>
                  </a:lnTo>
                  <a:lnTo>
                    <a:pt x="4336555" y="648301"/>
                  </a:lnTo>
                  <a:lnTo>
                    <a:pt x="4336649" y="648301"/>
                  </a:lnTo>
                  <a:lnTo>
                    <a:pt x="4336743" y="648301"/>
                  </a:lnTo>
                  <a:lnTo>
                    <a:pt x="4336838" y="648301"/>
                  </a:lnTo>
                  <a:lnTo>
                    <a:pt x="4336932" y="648301"/>
                  </a:lnTo>
                  <a:lnTo>
                    <a:pt x="4337026" y="648301"/>
                  </a:lnTo>
                  <a:lnTo>
                    <a:pt x="4337120" y="648301"/>
                  </a:lnTo>
                  <a:lnTo>
                    <a:pt x="4337214" y="648301"/>
                  </a:lnTo>
                  <a:lnTo>
                    <a:pt x="4337308" y="648301"/>
                  </a:lnTo>
                  <a:lnTo>
                    <a:pt x="4337403" y="648301"/>
                  </a:lnTo>
                  <a:lnTo>
                    <a:pt x="4337497" y="648301"/>
                  </a:lnTo>
                  <a:lnTo>
                    <a:pt x="4337591" y="648301"/>
                  </a:lnTo>
                  <a:lnTo>
                    <a:pt x="4337685" y="648301"/>
                  </a:lnTo>
                  <a:lnTo>
                    <a:pt x="4337779" y="648301"/>
                  </a:lnTo>
                  <a:lnTo>
                    <a:pt x="4337873" y="648301"/>
                  </a:lnTo>
                  <a:lnTo>
                    <a:pt x="4337967" y="648301"/>
                  </a:lnTo>
                  <a:lnTo>
                    <a:pt x="4338062" y="648301"/>
                  </a:lnTo>
                  <a:lnTo>
                    <a:pt x="4338156" y="648301"/>
                  </a:lnTo>
                  <a:lnTo>
                    <a:pt x="4338250" y="648301"/>
                  </a:lnTo>
                  <a:lnTo>
                    <a:pt x="4338344" y="648301"/>
                  </a:lnTo>
                  <a:lnTo>
                    <a:pt x="4338438" y="648301"/>
                  </a:lnTo>
                  <a:lnTo>
                    <a:pt x="4338532" y="648301"/>
                  </a:lnTo>
                  <a:lnTo>
                    <a:pt x="4338627" y="648301"/>
                  </a:lnTo>
                  <a:lnTo>
                    <a:pt x="4338721" y="648301"/>
                  </a:lnTo>
                  <a:lnTo>
                    <a:pt x="4338815" y="648301"/>
                  </a:lnTo>
                  <a:lnTo>
                    <a:pt x="4338909" y="648301"/>
                  </a:lnTo>
                  <a:lnTo>
                    <a:pt x="4339003" y="648301"/>
                  </a:lnTo>
                  <a:lnTo>
                    <a:pt x="4339097" y="648301"/>
                  </a:lnTo>
                  <a:lnTo>
                    <a:pt x="4339191" y="648301"/>
                  </a:lnTo>
                  <a:lnTo>
                    <a:pt x="4339286" y="648301"/>
                  </a:lnTo>
                  <a:lnTo>
                    <a:pt x="4339380" y="648301"/>
                  </a:lnTo>
                  <a:lnTo>
                    <a:pt x="4339474" y="648301"/>
                  </a:lnTo>
                  <a:lnTo>
                    <a:pt x="4339568" y="648301"/>
                  </a:lnTo>
                  <a:lnTo>
                    <a:pt x="4339662" y="648301"/>
                  </a:lnTo>
                  <a:lnTo>
                    <a:pt x="4339756" y="648301"/>
                  </a:lnTo>
                  <a:lnTo>
                    <a:pt x="4339851" y="648301"/>
                  </a:lnTo>
                  <a:lnTo>
                    <a:pt x="4339945" y="648301"/>
                  </a:lnTo>
                  <a:lnTo>
                    <a:pt x="4340039" y="648301"/>
                  </a:lnTo>
                  <a:lnTo>
                    <a:pt x="4340133" y="648301"/>
                  </a:lnTo>
                  <a:lnTo>
                    <a:pt x="4340227" y="648301"/>
                  </a:lnTo>
                  <a:lnTo>
                    <a:pt x="4340321" y="648301"/>
                  </a:lnTo>
                  <a:lnTo>
                    <a:pt x="4340415" y="648301"/>
                  </a:lnTo>
                  <a:lnTo>
                    <a:pt x="4340510" y="648301"/>
                  </a:lnTo>
                  <a:lnTo>
                    <a:pt x="4340604" y="648301"/>
                  </a:lnTo>
                  <a:lnTo>
                    <a:pt x="4340698" y="648301"/>
                  </a:lnTo>
                  <a:lnTo>
                    <a:pt x="4340792" y="648301"/>
                  </a:lnTo>
                  <a:lnTo>
                    <a:pt x="4340886" y="648301"/>
                  </a:lnTo>
                  <a:lnTo>
                    <a:pt x="4340980" y="648301"/>
                  </a:lnTo>
                  <a:lnTo>
                    <a:pt x="4341074" y="648301"/>
                  </a:lnTo>
                  <a:lnTo>
                    <a:pt x="4341169" y="648301"/>
                  </a:lnTo>
                  <a:lnTo>
                    <a:pt x="4341263" y="648301"/>
                  </a:lnTo>
                  <a:lnTo>
                    <a:pt x="4341357" y="648301"/>
                  </a:lnTo>
                  <a:lnTo>
                    <a:pt x="4341451" y="648301"/>
                  </a:lnTo>
                  <a:lnTo>
                    <a:pt x="4341545" y="648301"/>
                  </a:lnTo>
                  <a:lnTo>
                    <a:pt x="4341639" y="648301"/>
                  </a:lnTo>
                  <a:lnTo>
                    <a:pt x="4341734" y="648301"/>
                  </a:lnTo>
                  <a:lnTo>
                    <a:pt x="4341828" y="648301"/>
                  </a:lnTo>
                  <a:lnTo>
                    <a:pt x="4341922" y="648301"/>
                  </a:lnTo>
                  <a:lnTo>
                    <a:pt x="4342016" y="648301"/>
                  </a:lnTo>
                  <a:lnTo>
                    <a:pt x="4342110" y="648301"/>
                  </a:lnTo>
                  <a:lnTo>
                    <a:pt x="4342204" y="648301"/>
                  </a:lnTo>
                  <a:lnTo>
                    <a:pt x="4342298" y="648301"/>
                  </a:lnTo>
                  <a:lnTo>
                    <a:pt x="4342393" y="648301"/>
                  </a:lnTo>
                  <a:lnTo>
                    <a:pt x="4342487" y="648301"/>
                  </a:lnTo>
                  <a:lnTo>
                    <a:pt x="4342581" y="648301"/>
                  </a:lnTo>
                  <a:lnTo>
                    <a:pt x="4342675" y="648301"/>
                  </a:lnTo>
                  <a:lnTo>
                    <a:pt x="4342769" y="648301"/>
                  </a:lnTo>
                  <a:lnTo>
                    <a:pt x="4342863" y="648301"/>
                  </a:lnTo>
                  <a:lnTo>
                    <a:pt x="4342958" y="648301"/>
                  </a:lnTo>
                  <a:lnTo>
                    <a:pt x="4343052" y="648301"/>
                  </a:lnTo>
                  <a:lnTo>
                    <a:pt x="4343146" y="648301"/>
                  </a:lnTo>
                  <a:lnTo>
                    <a:pt x="4343240" y="648301"/>
                  </a:lnTo>
                  <a:lnTo>
                    <a:pt x="4343334" y="648301"/>
                  </a:lnTo>
                  <a:lnTo>
                    <a:pt x="4343428" y="648301"/>
                  </a:lnTo>
                  <a:lnTo>
                    <a:pt x="4343522" y="648301"/>
                  </a:lnTo>
                  <a:lnTo>
                    <a:pt x="4343617" y="648301"/>
                  </a:lnTo>
                  <a:lnTo>
                    <a:pt x="4343711" y="648301"/>
                  </a:lnTo>
                  <a:lnTo>
                    <a:pt x="4343805" y="648301"/>
                  </a:lnTo>
                  <a:lnTo>
                    <a:pt x="4343899" y="648301"/>
                  </a:lnTo>
                  <a:lnTo>
                    <a:pt x="4343993" y="648301"/>
                  </a:lnTo>
                  <a:lnTo>
                    <a:pt x="4344087" y="648301"/>
                  </a:lnTo>
                  <a:lnTo>
                    <a:pt x="4344182" y="648301"/>
                  </a:lnTo>
                  <a:lnTo>
                    <a:pt x="4344276" y="648301"/>
                  </a:lnTo>
                  <a:lnTo>
                    <a:pt x="4344370" y="648301"/>
                  </a:lnTo>
                  <a:lnTo>
                    <a:pt x="4344464" y="648301"/>
                  </a:lnTo>
                  <a:lnTo>
                    <a:pt x="4344558" y="648301"/>
                  </a:lnTo>
                  <a:lnTo>
                    <a:pt x="4344652" y="648301"/>
                  </a:lnTo>
                  <a:lnTo>
                    <a:pt x="4344746" y="648301"/>
                  </a:lnTo>
                  <a:lnTo>
                    <a:pt x="4344841" y="648301"/>
                  </a:lnTo>
                  <a:lnTo>
                    <a:pt x="4344935" y="648301"/>
                  </a:lnTo>
                  <a:lnTo>
                    <a:pt x="4345029" y="648301"/>
                  </a:lnTo>
                  <a:lnTo>
                    <a:pt x="4345123" y="648301"/>
                  </a:lnTo>
                  <a:lnTo>
                    <a:pt x="4345217" y="648301"/>
                  </a:lnTo>
                  <a:lnTo>
                    <a:pt x="4345217" y="643390"/>
                  </a:lnTo>
                  <a:lnTo>
                    <a:pt x="4345311" y="643390"/>
                  </a:lnTo>
                  <a:lnTo>
                    <a:pt x="4345405" y="643390"/>
                  </a:lnTo>
                  <a:lnTo>
                    <a:pt x="4345500" y="643390"/>
                  </a:lnTo>
                  <a:lnTo>
                    <a:pt x="4345594" y="643390"/>
                  </a:lnTo>
                  <a:lnTo>
                    <a:pt x="4345688" y="643390"/>
                  </a:lnTo>
                  <a:lnTo>
                    <a:pt x="4345782" y="643390"/>
                  </a:lnTo>
                  <a:lnTo>
                    <a:pt x="4345876" y="643390"/>
                  </a:lnTo>
                  <a:lnTo>
                    <a:pt x="4345970" y="643390"/>
                  </a:lnTo>
                  <a:lnTo>
                    <a:pt x="4346065" y="643390"/>
                  </a:lnTo>
                  <a:lnTo>
                    <a:pt x="4346159" y="643390"/>
                  </a:lnTo>
                  <a:lnTo>
                    <a:pt x="4346253" y="643390"/>
                  </a:lnTo>
                  <a:lnTo>
                    <a:pt x="4346347" y="643390"/>
                  </a:lnTo>
                  <a:lnTo>
                    <a:pt x="4346441" y="643390"/>
                  </a:lnTo>
                  <a:lnTo>
                    <a:pt x="4346535" y="643390"/>
                  </a:lnTo>
                  <a:lnTo>
                    <a:pt x="4346629" y="643390"/>
                  </a:lnTo>
                  <a:lnTo>
                    <a:pt x="4346724" y="643390"/>
                  </a:lnTo>
                  <a:lnTo>
                    <a:pt x="4346818" y="643390"/>
                  </a:lnTo>
                  <a:lnTo>
                    <a:pt x="4346912" y="643390"/>
                  </a:lnTo>
                  <a:lnTo>
                    <a:pt x="4347006" y="643390"/>
                  </a:lnTo>
                  <a:lnTo>
                    <a:pt x="4347100" y="643390"/>
                  </a:lnTo>
                  <a:lnTo>
                    <a:pt x="4347194" y="643390"/>
                  </a:lnTo>
                  <a:lnTo>
                    <a:pt x="4347289" y="643390"/>
                  </a:lnTo>
                  <a:lnTo>
                    <a:pt x="4347383" y="643390"/>
                  </a:lnTo>
                  <a:lnTo>
                    <a:pt x="4347477" y="643390"/>
                  </a:lnTo>
                  <a:lnTo>
                    <a:pt x="4347571" y="643390"/>
                  </a:lnTo>
                  <a:lnTo>
                    <a:pt x="4347665" y="643390"/>
                  </a:lnTo>
                  <a:lnTo>
                    <a:pt x="4347759" y="643390"/>
                  </a:lnTo>
                  <a:lnTo>
                    <a:pt x="4347853" y="643390"/>
                  </a:lnTo>
                  <a:lnTo>
                    <a:pt x="4347948" y="643390"/>
                  </a:lnTo>
                  <a:lnTo>
                    <a:pt x="4348042" y="643390"/>
                  </a:lnTo>
                  <a:lnTo>
                    <a:pt x="4348136" y="643390"/>
                  </a:lnTo>
                  <a:lnTo>
                    <a:pt x="4348230" y="643390"/>
                  </a:lnTo>
                  <a:lnTo>
                    <a:pt x="4348324" y="643390"/>
                  </a:lnTo>
                  <a:lnTo>
                    <a:pt x="4348418" y="643390"/>
                  </a:lnTo>
                  <a:lnTo>
                    <a:pt x="4348513" y="643390"/>
                  </a:lnTo>
                  <a:lnTo>
                    <a:pt x="4348607" y="643390"/>
                  </a:lnTo>
                  <a:lnTo>
                    <a:pt x="4348701" y="643390"/>
                  </a:lnTo>
                  <a:lnTo>
                    <a:pt x="4348795" y="643390"/>
                  </a:lnTo>
                  <a:lnTo>
                    <a:pt x="4348889" y="643390"/>
                  </a:lnTo>
                  <a:lnTo>
                    <a:pt x="4348983" y="643390"/>
                  </a:lnTo>
                  <a:lnTo>
                    <a:pt x="4349077" y="643390"/>
                  </a:lnTo>
                  <a:lnTo>
                    <a:pt x="4349172" y="643390"/>
                  </a:lnTo>
                  <a:lnTo>
                    <a:pt x="4349266" y="643390"/>
                  </a:lnTo>
                  <a:lnTo>
                    <a:pt x="4349360" y="643390"/>
                  </a:lnTo>
                  <a:lnTo>
                    <a:pt x="4349454" y="643390"/>
                  </a:lnTo>
                  <a:lnTo>
                    <a:pt x="4349548" y="643390"/>
                  </a:lnTo>
                  <a:lnTo>
                    <a:pt x="4349642" y="643390"/>
                  </a:lnTo>
                  <a:lnTo>
                    <a:pt x="4349736" y="643390"/>
                  </a:lnTo>
                  <a:lnTo>
                    <a:pt x="4349831" y="643390"/>
                  </a:lnTo>
                  <a:lnTo>
                    <a:pt x="4349925" y="643390"/>
                  </a:lnTo>
                  <a:lnTo>
                    <a:pt x="4350019" y="643390"/>
                  </a:lnTo>
                  <a:lnTo>
                    <a:pt x="4350113" y="643390"/>
                  </a:lnTo>
                  <a:lnTo>
                    <a:pt x="4350207" y="643390"/>
                  </a:lnTo>
                  <a:lnTo>
                    <a:pt x="4350301" y="643390"/>
                  </a:lnTo>
                  <a:lnTo>
                    <a:pt x="4350396" y="643390"/>
                  </a:lnTo>
                  <a:lnTo>
                    <a:pt x="4350490" y="643390"/>
                  </a:lnTo>
                  <a:lnTo>
                    <a:pt x="4350584" y="643390"/>
                  </a:lnTo>
                  <a:lnTo>
                    <a:pt x="4350678" y="643390"/>
                  </a:lnTo>
                  <a:lnTo>
                    <a:pt x="4350772" y="643390"/>
                  </a:lnTo>
                  <a:lnTo>
                    <a:pt x="4350866" y="643390"/>
                  </a:lnTo>
                  <a:lnTo>
                    <a:pt x="4350960" y="643390"/>
                  </a:lnTo>
                  <a:lnTo>
                    <a:pt x="4351055" y="643390"/>
                  </a:lnTo>
                  <a:lnTo>
                    <a:pt x="4351149" y="643390"/>
                  </a:lnTo>
                  <a:lnTo>
                    <a:pt x="4351243" y="643390"/>
                  </a:lnTo>
                  <a:lnTo>
                    <a:pt x="4351337" y="643390"/>
                  </a:lnTo>
                  <a:lnTo>
                    <a:pt x="4351431" y="643390"/>
                  </a:lnTo>
                  <a:lnTo>
                    <a:pt x="4351525" y="643390"/>
                  </a:lnTo>
                  <a:lnTo>
                    <a:pt x="4351620" y="643390"/>
                  </a:lnTo>
                  <a:lnTo>
                    <a:pt x="4351714" y="643390"/>
                  </a:lnTo>
                  <a:lnTo>
                    <a:pt x="4351808" y="643390"/>
                  </a:lnTo>
                  <a:lnTo>
                    <a:pt x="4351902" y="643390"/>
                  </a:lnTo>
                  <a:lnTo>
                    <a:pt x="4351996" y="643390"/>
                  </a:lnTo>
                  <a:lnTo>
                    <a:pt x="4352090" y="643390"/>
                  </a:lnTo>
                  <a:lnTo>
                    <a:pt x="4352184" y="643390"/>
                  </a:lnTo>
                  <a:lnTo>
                    <a:pt x="4352279" y="643390"/>
                  </a:lnTo>
                  <a:lnTo>
                    <a:pt x="4352373" y="643390"/>
                  </a:lnTo>
                  <a:lnTo>
                    <a:pt x="4352467" y="643390"/>
                  </a:lnTo>
                  <a:lnTo>
                    <a:pt x="4352561" y="643390"/>
                  </a:lnTo>
                  <a:lnTo>
                    <a:pt x="4352655" y="643390"/>
                  </a:lnTo>
                  <a:lnTo>
                    <a:pt x="4352749" y="643390"/>
                  </a:lnTo>
                  <a:lnTo>
                    <a:pt x="4352844" y="643390"/>
                  </a:lnTo>
                  <a:lnTo>
                    <a:pt x="4352938" y="643390"/>
                  </a:lnTo>
                  <a:lnTo>
                    <a:pt x="4353032" y="643390"/>
                  </a:lnTo>
                  <a:lnTo>
                    <a:pt x="4353126" y="643390"/>
                  </a:lnTo>
                  <a:lnTo>
                    <a:pt x="4353220" y="643390"/>
                  </a:lnTo>
                  <a:lnTo>
                    <a:pt x="4353314" y="643390"/>
                  </a:lnTo>
                  <a:lnTo>
                    <a:pt x="4353408" y="643390"/>
                  </a:lnTo>
                  <a:lnTo>
                    <a:pt x="4353503" y="643390"/>
                  </a:lnTo>
                  <a:lnTo>
                    <a:pt x="4353597" y="643390"/>
                  </a:lnTo>
                  <a:lnTo>
                    <a:pt x="4353691" y="643390"/>
                  </a:lnTo>
                  <a:lnTo>
                    <a:pt x="4353785" y="643390"/>
                  </a:lnTo>
                  <a:lnTo>
                    <a:pt x="4353879" y="643390"/>
                  </a:lnTo>
                  <a:lnTo>
                    <a:pt x="4353973" y="643390"/>
                  </a:lnTo>
                  <a:lnTo>
                    <a:pt x="4354067" y="643390"/>
                  </a:lnTo>
                  <a:lnTo>
                    <a:pt x="4354162" y="643390"/>
                  </a:lnTo>
                  <a:lnTo>
                    <a:pt x="4354256" y="643390"/>
                  </a:lnTo>
                  <a:lnTo>
                    <a:pt x="4354350" y="643390"/>
                  </a:lnTo>
                  <a:lnTo>
                    <a:pt x="4354444" y="643390"/>
                  </a:lnTo>
                  <a:lnTo>
                    <a:pt x="4354538" y="643390"/>
                  </a:lnTo>
                  <a:lnTo>
                    <a:pt x="4354632" y="643390"/>
                  </a:lnTo>
                  <a:lnTo>
                    <a:pt x="4354727" y="643390"/>
                  </a:lnTo>
                  <a:lnTo>
                    <a:pt x="4354821" y="643390"/>
                  </a:lnTo>
                  <a:lnTo>
                    <a:pt x="4354915" y="643390"/>
                  </a:lnTo>
                  <a:lnTo>
                    <a:pt x="4355009" y="643390"/>
                  </a:lnTo>
                  <a:lnTo>
                    <a:pt x="4355103" y="643390"/>
                  </a:lnTo>
                  <a:lnTo>
                    <a:pt x="4355197" y="643390"/>
                  </a:lnTo>
                  <a:lnTo>
                    <a:pt x="4355291" y="643390"/>
                  </a:lnTo>
                  <a:lnTo>
                    <a:pt x="4355386" y="643390"/>
                  </a:lnTo>
                  <a:lnTo>
                    <a:pt x="4355480" y="643390"/>
                  </a:lnTo>
                  <a:lnTo>
                    <a:pt x="4355574" y="643390"/>
                  </a:lnTo>
                  <a:lnTo>
                    <a:pt x="4355668" y="643390"/>
                  </a:lnTo>
                  <a:lnTo>
                    <a:pt x="4355762" y="643390"/>
                  </a:lnTo>
                  <a:lnTo>
                    <a:pt x="4355856" y="643390"/>
                  </a:lnTo>
                  <a:lnTo>
                    <a:pt x="4355951" y="643390"/>
                  </a:lnTo>
                  <a:lnTo>
                    <a:pt x="4356045" y="643390"/>
                  </a:lnTo>
                  <a:lnTo>
                    <a:pt x="4356139" y="643390"/>
                  </a:lnTo>
                  <a:lnTo>
                    <a:pt x="4356233" y="643390"/>
                  </a:lnTo>
                  <a:lnTo>
                    <a:pt x="4356327" y="643390"/>
                  </a:lnTo>
                  <a:lnTo>
                    <a:pt x="4356421" y="643390"/>
                  </a:lnTo>
                  <a:lnTo>
                    <a:pt x="4356515" y="643390"/>
                  </a:lnTo>
                  <a:lnTo>
                    <a:pt x="4356610" y="643390"/>
                  </a:lnTo>
                  <a:lnTo>
                    <a:pt x="4356704" y="643390"/>
                  </a:lnTo>
                  <a:lnTo>
                    <a:pt x="4356798" y="643390"/>
                  </a:lnTo>
                  <a:lnTo>
                    <a:pt x="4356892" y="643390"/>
                  </a:lnTo>
                  <a:lnTo>
                    <a:pt x="4356986" y="643390"/>
                  </a:lnTo>
                  <a:lnTo>
                    <a:pt x="4357080" y="643390"/>
                  </a:lnTo>
                  <a:lnTo>
                    <a:pt x="4357175" y="643390"/>
                  </a:lnTo>
                  <a:lnTo>
                    <a:pt x="4357269" y="643390"/>
                  </a:lnTo>
                  <a:lnTo>
                    <a:pt x="4357363" y="643390"/>
                  </a:lnTo>
                  <a:lnTo>
                    <a:pt x="4357457" y="643390"/>
                  </a:lnTo>
                  <a:lnTo>
                    <a:pt x="4357551" y="643390"/>
                  </a:lnTo>
                  <a:lnTo>
                    <a:pt x="4357645" y="643390"/>
                  </a:lnTo>
                  <a:lnTo>
                    <a:pt x="4357739" y="643390"/>
                  </a:lnTo>
                  <a:lnTo>
                    <a:pt x="4357834" y="643390"/>
                  </a:lnTo>
                  <a:lnTo>
                    <a:pt x="4357928" y="643390"/>
                  </a:lnTo>
                  <a:lnTo>
                    <a:pt x="4358022" y="643390"/>
                  </a:lnTo>
                  <a:lnTo>
                    <a:pt x="4358116" y="643390"/>
                  </a:lnTo>
                  <a:lnTo>
                    <a:pt x="4358210" y="643390"/>
                  </a:lnTo>
                  <a:lnTo>
                    <a:pt x="4358304" y="643390"/>
                  </a:lnTo>
                  <a:lnTo>
                    <a:pt x="4358398" y="643390"/>
                  </a:lnTo>
                  <a:lnTo>
                    <a:pt x="4358493" y="643390"/>
                  </a:lnTo>
                  <a:lnTo>
                    <a:pt x="4358587" y="643390"/>
                  </a:lnTo>
                  <a:lnTo>
                    <a:pt x="4358681" y="643390"/>
                  </a:lnTo>
                  <a:lnTo>
                    <a:pt x="4358775" y="643390"/>
                  </a:lnTo>
                  <a:lnTo>
                    <a:pt x="4358869" y="643390"/>
                  </a:lnTo>
                  <a:lnTo>
                    <a:pt x="4358963" y="643390"/>
                  </a:lnTo>
                  <a:lnTo>
                    <a:pt x="4359058" y="643390"/>
                  </a:lnTo>
                  <a:lnTo>
                    <a:pt x="4359152" y="643390"/>
                  </a:lnTo>
                  <a:lnTo>
                    <a:pt x="4359246" y="643390"/>
                  </a:lnTo>
                  <a:lnTo>
                    <a:pt x="4359340" y="643390"/>
                  </a:lnTo>
                  <a:lnTo>
                    <a:pt x="4359434" y="643390"/>
                  </a:lnTo>
                  <a:lnTo>
                    <a:pt x="4359528" y="643390"/>
                  </a:lnTo>
                  <a:lnTo>
                    <a:pt x="4359622" y="643390"/>
                  </a:lnTo>
                  <a:lnTo>
                    <a:pt x="4359717" y="643390"/>
                  </a:lnTo>
                  <a:lnTo>
                    <a:pt x="4359811" y="643390"/>
                  </a:lnTo>
                  <a:lnTo>
                    <a:pt x="4359905" y="643390"/>
                  </a:lnTo>
                  <a:lnTo>
                    <a:pt x="4359999" y="643390"/>
                  </a:lnTo>
                  <a:lnTo>
                    <a:pt x="4360093" y="643390"/>
                  </a:lnTo>
                  <a:lnTo>
                    <a:pt x="4360187" y="643390"/>
                  </a:lnTo>
                  <a:lnTo>
                    <a:pt x="4360282" y="643390"/>
                  </a:lnTo>
                  <a:lnTo>
                    <a:pt x="4360376" y="643390"/>
                  </a:lnTo>
                  <a:lnTo>
                    <a:pt x="4360470" y="643390"/>
                  </a:lnTo>
                  <a:lnTo>
                    <a:pt x="4360564" y="643390"/>
                  </a:lnTo>
                  <a:lnTo>
                    <a:pt x="4360658" y="643390"/>
                  </a:lnTo>
                  <a:lnTo>
                    <a:pt x="4360752" y="643390"/>
                  </a:lnTo>
                  <a:lnTo>
                    <a:pt x="4360846" y="643390"/>
                  </a:lnTo>
                  <a:lnTo>
                    <a:pt x="4360941" y="643390"/>
                  </a:lnTo>
                  <a:lnTo>
                    <a:pt x="4361035" y="643390"/>
                  </a:lnTo>
                  <a:lnTo>
                    <a:pt x="4361129" y="643390"/>
                  </a:lnTo>
                  <a:lnTo>
                    <a:pt x="4361223" y="643390"/>
                  </a:lnTo>
                  <a:lnTo>
                    <a:pt x="4361317" y="643390"/>
                  </a:lnTo>
                  <a:lnTo>
                    <a:pt x="4361411" y="643390"/>
                  </a:lnTo>
                  <a:lnTo>
                    <a:pt x="4361506" y="643390"/>
                  </a:lnTo>
                  <a:lnTo>
                    <a:pt x="4361600" y="643390"/>
                  </a:lnTo>
                  <a:lnTo>
                    <a:pt x="4361694" y="643390"/>
                  </a:lnTo>
                  <a:lnTo>
                    <a:pt x="4361788" y="643390"/>
                  </a:lnTo>
                  <a:lnTo>
                    <a:pt x="4361882" y="643390"/>
                  </a:lnTo>
                  <a:lnTo>
                    <a:pt x="4361976" y="643390"/>
                  </a:lnTo>
                  <a:lnTo>
                    <a:pt x="4362070" y="643390"/>
                  </a:lnTo>
                  <a:lnTo>
                    <a:pt x="4362165" y="643390"/>
                  </a:lnTo>
                  <a:lnTo>
                    <a:pt x="4362259" y="643390"/>
                  </a:lnTo>
                  <a:lnTo>
                    <a:pt x="4362353" y="643390"/>
                  </a:lnTo>
                  <a:lnTo>
                    <a:pt x="4362447" y="643390"/>
                  </a:lnTo>
                  <a:lnTo>
                    <a:pt x="4362541" y="643390"/>
                  </a:lnTo>
                  <a:lnTo>
                    <a:pt x="4362635" y="643390"/>
                  </a:lnTo>
                  <a:lnTo>
                    <a:pt x="4362635" y="638478"/>
                  </a:lnTo>
                  <a:lnTo>
                    <a:pt x="4362729" y="638478"/>
                  </a:lnTo>
                  <a:lnTo>
                    <a:pt x="4362824" y="638478"/>
                  </a:lnTo>
                  <a:lnTo>
                    <a:pt x="4362918" y="638478"/>
                  </a:lnTo>
                  <a:lnTo>
                    <a:pt x="4363012" y="638478"/>
                  </a:lnTo>
                  <a:lnTo>
                    <a:pt x="4363106" y="638478"/>
                  </a:lnTo>
                  <a:lnTo>
                    <a:pt x="4363200" y="638478"/>
                  </a:lnTo>
                  <a:lnTo>
                    <a:pt x="4363294" y="638478"/>
                  </a:lnTo>
                  <a:lnTo>
                    <a:pt x="4363389" y="638478"/>
                  </a:lnTo>
                  <a:lnTo>
                    <a:pt x="4363483" y="638478"/>
                  </a:lnTo>
                  <a:lnTo>
                    <a:pt x="4363577" y="638478"/>
                  </a:lnTo>
                  <a:lnTo>
                    <a:pt x="4363671" y="638478"/>
                  </a:lnTo>
                  <a:lnTo>
                    <a:pt x="4363765" y="638478"/>
                  </a:lnTo>
                  <a:lnTo>
                    <a:pt x="4363859" y="638478"/>
                  </a:lnTo>
                  <a:lnTo>
                    <a:pt x="4363953" y="638478"/>
                  </a:lnTo>
                  <a:lnTo>
                    <a:pt x="4364048" y="638478"/>
                  </a:lnTo>
                  <a:lnTo>
                    <a:pt x="4364142" y="638478"/>
                  </a:lnTo>
                  <a:lnTo>
                    <a:pt x="4364236" y="638478"/>
                  </a:lnTo>
                  <a:lnTo>
                    <a:pt x="4364330" y="638478"/>
                  </a:lnTo>
                  <a:lnTo>
                    <a:pt x="4364424" y="638478"/>
                  </a:lnTo>
                  <a:lnTo>
                    <a:pt x="4364518" y="638478"/>
                  </a:lnTo>
                  <a:lnTo>
                    <a:pt x="4364613" y="638478"/>
                  </a:lnTo>
                  <a:lnTo>
                    <a:pt x="4364707" y="638478"/>
                  </a:lnTo>
                  <a:lnTo>
                    <a:pt x="4364801" y="638478"/>
                  </a:lnTo>
                  <a:lnTo>
                    <a:pt x="4364895" y="638478"/>
                  </a:lnTo>
                  <a:lnTo>
                    <a:pt x="4364989" y="638478"/>
                  </a:lnTo>
                  <a:lnTo>
                    <a:pt x="4365083" y="638478"/>
                  </a:lnTo>
                  <a:lnTo>
                    <a:pt x="4365177" y="638478"/>
                  </a:lnTo>
                  <a:lnTo>
                    <a:pt x="4365272" y="638478"/>
                  </a:lnTo>
                  <a:lnTo>
                    <a:pt x="4365366" y="638478"/>
                  </a:lnTo>
                  <a:lnTo>
                    <a:pt x="4365460" y="638478"/>
                  </a:lnTo>
                  <a:lnTo>
                    <a:pt x="4365554" y="638478"/>
                  </a:lnTo>
                  <a:lnTo>
                    <a:pt x="4365648" y="638478"/>
                  </a:lnTo>
                  <a:lnTo>
                    <a:pt x="4365742" y="638478"/>
                  </a:lnTo>
                  <a:lnTo>
                    <a:pt x="4365837" y="638478"/>
                  </a:lnTo>
                  <a:lnTo>
                    <a:pt x="4365931" y="638478"/>
                  </a:lnTo>
                  <a:lnTo>
                    <a:pt x="4366025" y="638478"/>
                  </a:lnTo>
                  <a:lnTo>
                    <a:pt x="4366119" y="638478"/>
                  </a:lnTo>
                  <a:lnTo>
                    <a:pt x="4366213" y="638478"/>
                  </a:lnTo>
                  <a:lnTo>
                    <a:pt x="4366307" y="638478"/>
                  </a:lnTo>
                  <a:lnTo>
                    <a:pt x="4366401" y="638478"/>
                  </a:lnTo>
                  <a:lnTo>
                    <a:pt x="4366496" y="638478"/>
                  </a:lnTo>
                  <a:lnTo>
                    <a:pt x="4366590" y="638478"/>
                  </a:lnTo>
                  <a:lnTo>
                    <a:pt x="4366684" y="638478"/>
                  </a:lnTo>
                  <a:lnTo>
                    <a:pt x="4366778" y="638478"/>
                  </a:lnTo>
                  <a:lnTo>
                    <a:pt x="4366872" y="638478"/>
                  </a:lnTo>
                  <a:lnTo>
                    <a:pt x="4366966" y="638478"/>
                  </a:lnTo>
                  <a:lnTo>
                    <a:pt x="4367060" y="638478"/>
                  </a:lnTo>
                  <a:lnTo>
                    <a:pt x="4367155" y="638478"/>
                  </a:lnTo>
                  <a:lnTo>
                    <a:pt x="4367249" y="638478"/>
                  </a:lnTo>
                  <a:lnTo>
                    <a:pt x="4367343" y="638478"/>
                  </a:lnTo>
                  <a:lnTo>
                    <a:pt x="4367437" y="638478"/>
                  </a:lnTo>
                  <a:lnTo>
                    <a:pt x="4367531" y="638478"/>
                  </a:lnTo>
                  <a:lnTo>
                    <a:pt x="4367625" y="638478"/>
                  </a:lnTo>
                  <a:lnTo>
                    <a:pt x="4367720" y="638478"/>
                  </a:lnTo>
                  <a:lnTo>
                    <a:pt x="4367814" y="638478"/>
                  </a:lnTo>
                  <a:lnTo>
                    <a:pt x="4367908" y="638478"/>
                  </a:lnTo>
                  <a:lnTo>
                    <a:pt x="4368002" y="638478"/>
                  </a:lnTo>
                  <a:lnTo>
                    <a:pt x="4368096" y="638478"/>
                  </a:lnTo>
                  <a:lnTo>
                    <a:pt x="4368190" y="638478"/>
                  </a:lnTo>
                  <a:lnTo>
                    <a:pt x="4368284" y="638478"/>
                  </a:lnTo>
                  <a:lnTo>
                    <a:pt x="4368379" y="638478"/>
                  </a:lnTo>
                  <a:lnTo>
                    <a:pt x="4368473" y="638478"/>
                  </a:lnTo>
                  <a:lnTo>
                    <a:pt x="4368567" y="638478"/>
                  </a:lnTo>
                  <a:lnTo>
                    <a:pt x="4368567" y="633567"/>
                  </a:lnTo>
                  <a:lnTo>
                    <a:pt x="4368661" y="633567"/>
                  </a:lnTo>
                  <a:lnTo>
                    <a:pt x="4368755" y="633567"/>
                  </a:lnTo>
                  <a:lnTo>
                    <a:pt x="4368849" y="633567"/>
                  </a:lnTo>
                  <a:lnTo>
                    <a:pt x="4368944" y="633567"/>
                  </a:lnTo>
                  <a:lnTo>
                    <a:pt x="4369038" y="633567"/>
                  </a:lnTo>
                  <a:lnTo>
                    <a:pt x="4369132" y="633567"/>
                  </a:lnTo>
                  <a:lnTo>
                    <a:pt x="4369226" y="633567"/>
                  </a:lnTo>
                  <a:lnTo>
                    <a:pt x="4369320" y="633567"/>
                  </a:lnTo>
                  <a:lnTo>
                    <a:pt x="4369414" y="633567"/>
                  </a:lnTo>
                  <a:lnTo>
                    <a:pt x="4369508" y="633567"/>
                  </a:lnTo>
                  <a:lnTo>
                    <a:pt x="4369603" y="633567"/>
                  </a:lnTo>
                  <a:lnTo>
                    <a:pt x="4369697" y="633567"/>
                  </a:lnTo>
                  <a:lnTo>
                    <a:pt x="4369791" y="633567"/>
                  </a:lnTo>
                  <a:lnTo>
                    <a:pt x="4369885" y="633567"/>
                  </a:lnTo>
                  <a:lnTo>
                    <a:pt x="4369979" y="633567"/>
                  </a:lnTo>
                  <a:lnTo>
                    <a:pt x="4370073" y="633567"/>
                  </a:lnTo>
                  <a:lnTo>
                    <a:pt x="4370168" y="633567"/>
                  </a:lnTo>
                  <a:lnTo>
                    <a:pt x="4370262" y="633567"/>
                  </a:lnTo>
                  <a:lnTo>
                    <a:pt x="4370356" y="633567"/>
                  </a:lnTo>
                  <a:lnTo>
                    <a:pt x="4370450" y="633567"/>
                  </a:lnTo>
                  <a:lnTo>
                    <a:pt x="4370544" y="633567"/>
                  </a:lnTo>
                  <a:lnTo>
                    <a:pt x="4370638" y="633567"/>
                  </a:lnTo>
                  <a:lnTo>
                    <a:pt x="4370732" y="633567"/>
                  </a:lnTo>
                  <a:lnTo>
                    <a:pt x="4370827" y="633567"/>
                  </a:lnTo>
                  <a:lnTo>
                    <a:pt x="4370921" y="633567"/>
                  </a:lnTo>
                  <a:lnTo>
                    <a:pt x="4371015" y="633567"/>
                  </a:lnTo>
                  <a:lnTo>
                    <a:pt x="4371109" y="633567"/>
                  </a:lnTo>
                  <a:lnTo>
                    <a:pt x="4371203" y="633567"/>
                  </a:lnTo>
                  <a:lnTo>
                    <a:pt x="4371297" y="633567"/>
                  </a:lnTo>
                  <a:lnTo>
                    <a:pt x="4371391" y="633567"/>
                  </a:lnTo>
                  <a:lnTo>
                    <a:pt x="4371486" y="633567"/>
                  </a:lnTo>
                  <a:lnTo>
                    <a:pt x="4371580" y="633567"/>
                  </a:lnTo>
                  <a:lnTo>
                    <a:pt x="4371674" y="633567"/>
                  </a:lnTo>
                  <a:lnTo>
                    <a:pt x="4371768" y="633567"/>
                  </a:lnTo>
                  <a:lnTo>
                    <a:pt x="4371862" y="633567"/>
                  </a:lnTo>
                  <a:lnTo>
                    <a:pt x="4371956" y="633567"/>
                  </a:lnTo>
                  <a:lnTo>
                    <a:pt x="4372051" y="633567"/>
                  </a:lnTo>
                  <a:lnTo>
                    <a:pt x="4372145" y="633567"/>
                  </a:lnTo>
                  <a:lnTo>
                    <a:pt x="4372239" y="633567"/>
                  </a:lnTo>
                  <a:lnTo>
                    <a:pt x="4372333" y="633567"/>
                  </a:lnTo>
                  <a:lnTo>
                    <a:pt x="4372427" y="633567"/>
                  </a:lnTo>
                  <a:lnTo>
                    <a:pt x="4372521" y="633567"/>
                  </a:lnTo>
                  <a:lnTo>
                    <a:pt x="4372615" y="633567"/>
                  </a:lnTo>
                  <a:lnTo>
                    <a:pt x="4372710" y="633567"/>
                  </a:lnTo>
                  <a:lnTo>
                    <a:pt x="4372804" y="633567"/>
                  </a:lnTo>
                  <a:lnTo>
                    <a:pt x="4372898" y="633567"/>
                  </a:lnTo>
                  <a:lnTo>
                    <a:pt x="4372992" y="633567"/>
                  </a:lnTo>
                  <a:lnTo>
                    <a:pt x="4373086" y="633567"/>
                  </a:lnTo>
                  <a:lnTo>
                    <a:pt x="4373180" y="633567"/>
                  </a:lnTo>
                  <a:lnTo>
                    <a:pt x="4373180" y="628655"/>
                  </a:lnTo>
                  <a:lnTo>
                    <a:pt x="4373275" y="628655"/>
                  </a:lnTo>
                  <a:lnTo>
                    <a:pt x="4373369" y="628655"/>
                  </a:lnTo>
                  <a:lnTo>
                    <a:pt x="4373463" y="628655"/>
                  </a:lnTo>
                  <a:lnTo>
                    <a:pt x="4373557" y="628655"/>
                  </a:lnTo>
                  <a:lnTo>
                    <a:pt x="4373651" y="628655"/>
                  </a:lnTo>
                  <a:lnTo>
                    <a:pt x="4373745" y="628655"/>
                  </a:lnTo>
                  <a:lnTo>
                    <a:pt x="4373839" y="628655"/>
                  </a:lnTo>
                  <a:lnTo>
                    <a:pt x="4373934" y="628655"/>
                  </a:lnTo>
                  <a:lnTo>
                    <a:pt x="4374028" y="628655"/>
                  </a:lnTo>
                  <a:lnTo>
                    <a:pt x="4374122" y="628655"/>
                  </a:lnTo>
                  <a:lnTo>
                    <a:pt x="4374216" y="628655"/>
                  </a:lnTo>
                  <a:lnTo>
                    <a:pt x="4374310" y="628655"/>
                  </a:lnTo>
                  <a:lnTo>
                    <a:pt x="4374404" y="628655"/>
                  </a:lnTo>
                  <a:lnTo>
                    <a:pt x="4374499" y="628655"/>
                  </a:lnTo>
                  <a:lnTo>
                    <a:pt x="4374593" y="628655"/>
                  </a:lnTo>
                  <a:lnTo>
                    <a:pt x="4374687" y="628655"/>
                  </a:lnTo>
                  <a:lnTo>
                    <a:pt x="4374781" y="628655"/>
                  </a:lnTo>
                  <a:lnTo>
                    <a:pt x="4374875" y="628655"/>
                  </a:lnTo>
                  <a:lnTo>
                    <a:pt x="4374969" y="628655"/>
                  </a:lnTo>
                  <a:lnTo>
                    <a:pt x="4375063" y="628655"/>
                  </a:lnTo>
                  <a:lnTo>
                    <a:pt x="4375158" y="628655"/>
                  </a:lnTo>
                  <a:lnTo>
                    <a:pt x="4375252" y="628655"/>
                  </a:lnTo>
                  <a:lnTo>
                    <a:pt x="4375346" y="628655"/>
                  </a:lnTo>
                  <a:lnTo>
                    <a:pt x="4375440" y="628655"/>
                  </a:lnTo>
                  <a:lnTo>
                    <a:pt x="4375534" y="628655"/>
                  </a:lnTo>
                  <a:lnTo>
                    <a:pt x="4375628" y="628655"/>
                  </a:lnTo>
                  <a:lnTo>
                    <a:pt x="4375722" y="628655"/>
                  </a:lnTo>
                  <a:lnTo>
                    <a:pt x="4375817" y="628655"/>
                  </a:lnTo>
                  <a:lnTo>
                    <a:pt x="4375911" y="628655"/>
                  </a:lnTo>
                  <a:lnTo>
                    <a:pt x="4376005" y="628655"/>
                  </a:lnTo>
                  <a:lnTo>
                    <a:pt x="4376099" y="628655"/>
                  </a:lnTo>
                  <a:lnTo>
                    <a:pt x="4376193" y="628655"/>
                  </a:lnTo>
                  <a:lnTo>
                    <a:pt x="4376287" y="628655"/>
                  </a:lnTo>
                  <a:lnTo>
                    <a:pt x="4376382" y="628655"/>
                  </a:lnTo>
                  <a:lnTo>
                    <a:pt x="4376476" y="628655"/>
                  </a:lnTo>
                  <a:lnTo>
                    <a:pt x="4376570" y="628655"/>
                  </a:lnTo>
                  <a:lnTo>
                    <a:pt x="4376664" y="628655"/>
                  </a:lnTo>
                  <a:lnTo>
                    <a:pt x="4376758" y="628655"/>
                  </a:lnTo>
                  <a:lnTo>
                    <a:pt x="4376852" y="628655"/>
                  </a:lnTo>
                  <a:lnTo>
                    <a:pt x="4376946" y="628655"/>
                  </a:lnTo>
                  <a:lnTo>
                    <a:pt x="4377041" y="628655"/>
                  </a:lnTo>
                  <a:lnTo>
                    <a:pt x="4377135" y="628655"/>
                  </a:lnTo>
                  <a:lnTo>
                    <a:pt x="4377229" y="628655"/>
                  </a:lnTo>
                  <a:lnTo>
                    <a:pt x="4377323" y="628655"/>
                  </a:lnTo>
                  <a:lnTo>
                    <a:pt x="4377417" y="628655"/>
                  </a:lnTo>
                  <a:lnTo>
                    <a:pt x="4377511" y="628655"/>
                  </a:lnTo>
                  <a:lnTo>
                    <a:pt x="4377606" y="628655"/>
                  </a:lnTo>
                  <a:lnTo>
                    <a:pt x="4377700" y="628655"/>
                  </a:lnTo>
                  <a:lnTo>
                    <a:pt x="4377794" y="628655"/>
                  </a:lnTo>
                  <a:lnTo>
                    <a:pt x="4377888" y="628655"/>
                  </a:lnTo>
                  <a:lnTo>
                    <a:pt x="4377982" y="628655"/>
                  </a:lnTo>
                  <a:lnTo>
                    <a:pt x="4378076" y="628655"/>
                  </a:lnTo>
                  <a:lnTo>
                    <a:pt x="4378170" y="628655"/>
                  </a:lnTo>
                  <a:lnTo>
                    <a:pt x="4378265" y="628655"/>
                  </a:lnTo>
                  <a:lnTo>
                    <a:pt x="4378359" y="628655"/>
                  </a:lnTo>
                  <a:lnTo>
                    <a:pt x="4378453" y="628655"/>
                  </a:lnTo>
                  <a:lnTo>
                    <a:pt x="4378547" y="628655"/>
                  </a:lnTo>
                  <a:lnTo>
                    <a:pt x="4378641" y="628655"/>
                  </a:lnTo>
                  <a:lnTo>
                    <a:pt x="4378735" y="628655"/>
                  </a:lnTo>
                  <a:lnTo>
                    <a:pt x="4378830" y="628655"/>
                  </a:lnTo>
                  <a:lnTo>
                    <a:pt x="4378924" y="628655"/>
                  </a:lnTo>
                  <a:lnTo>
                    <a:pt x="4379018" y="628655"/>
                  </a:lnTo>
                  <a:lnTo>
                    <a:pt x="4379112" y="628655"/>
                  </a:lnTo>
                  <a:lnTo>
                    <a:pt x="4379206" y="628655"/>
                  </a:lnTo>
                  <a:lnTo>
                    <a:pt x="4379300" y="628655"/>
                  </a:lnTo>
                  <a:lnTo>
                    <a:pt x="4379394" y="628655"/>
                  </a:lnTo>
                  <a:lnTo>
                    <a:pt x="4379489" y="628655"/>
                  </a:lnTo>
                  <a:lnTo>
                    <a:pt x="4379583" y="628655"/>
                  </a:lnTo>
                  <a:lnTo>
                    <a:pt x="4379677" y="628655"/>
                  </a:lnTo>
                  <a:lnTo>
                    <a:pt x="4379771" y="628655"/>
                  </a:lnTo>
                  <a:lnTo>
                    <a:pt x="4379865" y="628655"/>
                  </a:lnTo>
                  <a:lnTo>
                    <a:pt x="4379959" y="628655"/>
                  </a:lnTo>
                  <a:lnTo>
                    <a:pt x="4380053" y="628655"/>
                  </a:lnTo>
                  <a:lnTo>
                    <a:pt x="4380148" y="628655"/>
                  </a:lnTo>
                  <a:lnTo>
                    <a:pt x="4380242" y="628655"/>
                  </a:lnTo>
                  <a:lnTo>
                    <a:pt x="4380242" y="623744"/>
                  </a:lnTo>
                  <a:lnTo>
                    <a:pt x="4380336" y="623744"/>
                  </a:lnTo>
                  <a:lnTo>
                    <a:pt x="4380430" y="623744"/>
                  </a:lnTo>
                  <a:lnTo>
                    <a:pt x="4380524" y="623744"/>
                  </a:lnTo>
                  <a:lnTo>
                    <a:pt x="4380618" y="623744"/>
                  </a:lnTo>
                  <a:lnTo>
                    <a:pt x="4380713" y="623744"/>
                  </a:lnTo>
                  <a:lnTo>
                    <a:pt x="4380807" y="623744"/>
                  </a:lnTo>
                  <a:lnTo>
                    <a:pt x="4380901" y="623744"/>
                  </a:lnTo>
                  <a:lnTo>
                    <a:pt x="4380995" y="623744"/>
                  </a:lnTo>
                  <a:lnTo>
                    <a:pt x="4381089" y="623744"/>
                  </a:lnTo>
                  <a:lnTo>
                    <a:pt x="4381183" y="623744"/>
                  </a:lnTo>
                  <a:lnTo>
                    <a:pt x="4381277" y="623744"/>
                  </a:lnTo>
                  <a:lnTo>
                    <a:pt x="4381372" y="623744"/>
                  </a:lnTo>
                  <a:lnTo>
                    <a:pt x="4381466" y="623744"/>
                  </a:lnTo>
                  <a:lnTo>
                    <a:pt x="4381560" y="623744"/>
                  </a:lnTo>
                  <a:lnTo>
                    <a:pt x="4381654" y="623744"/>
                  </a:lnTo>
                  <a:lnTo>
                    <a:pt x="4381748" y="623744"/>
                  </a:lnTo>
                  <a:lnTo>
                    <a:pt x="4381842" y="623744"/>
                  </a:lnTo>
                  <a:lnTo>
                    <a:pt x="4381937" y="623744"/>
                  </a:lnTo>
                  <a:lnTo>
                    <a:pt x="4382031" y="623744"/>
                  </a:lnTo>
                  <a:lnTo>
                    <a:pt x="4382125" y="623744"/>
                  </a:lnTo>
                  <a:lnTo>
                    <a:pt x="4382219" y="623744"/>
                  </a:lnTo>
                  <a:lnTo>
                    <a:pt x="4382313" y="623744"/>
                  </a:lnTo>
                  <a:lnTo>
                    <a:pt x="4382407" y="623744"/>
                  </a:lnTo>
                  <a:lnTo>
                    <a:pt x="4382501" y="623744"/>
                  </a:lnTo>
                  <a:lnTo>
                    <a:pt x="4382596" y="623744"/>
                  </a:lnTo>
                  <a:lnTo>
                    <a:pt x="4382690" y="623744"/>
                  </a:lnTo>
                  <a:lnTo>
                    <a:pt x="4382784" y="623744"/>
                  </a:lnTo>
                  <a:lnTo>
                    <a:pt x="4382878" y="623744"/>
                  </a:lnTo>
                  <a:lnTo>
                    <a:pt x="4382972" y="623744"/>
                  </a:lnTo>
                  <a:lnTo>
                    <a:pt x="4383066" y="623744"/>
                  </a:lnTo>
                  <a:lnTo>
                    <a:pt x="4383161" y="623744"/>
                  </a:lnTo>
                  <a:lnTo>
                    <a:pt x="4383255" y="623744"/>
                  </a:lnTo>
                  <a:lnTo>
                    <a:pt x="4383349" y="623744"/>
                  </a:lnTo>
                  <a:lnTo>
                    <a:pt x="4383443" y="623744"/>
                  </a:lnTo>
                  <a:lnTo>
                    <a:pt x="4383537" y="623744"/>
                  </a:lnTo>
                  <a:lnTo>
                    <a:pt x="4383631" y="623744"/>
                  </a:lnTo>
                  <a:lnTo>
                    <a:pt x="4383725" y="623744"/>
                  </a:lnTo>
                  <a:lnTo>
                    <a:pt x="4383820" y="623744"/>
                  </a:lnTo>
                  <a:lnTo>
                    <a:pt x="4383914" y="623744"/>
                  </a:lnTo>
                  <a:lnTo>
                    <a:pt x="4384008" y="623744"/>
                  </a:lnTo>
                  <a:lnTo>
                    <a:pt x="4384102" y="623744"/>
                  </a:lnTo>
                  <a:lnTo>
                    <a:pt x="4384196" y="623744"/>
                  </a:lnTo>
                  <a:lnTo>
                    <a:pt x="4384290" y="623744"/>
                  </a:lnTo>
                  <a:lnTo>
                    <a:pt x="4384384" y="623744"/>
                  </a:lnTo>
                  <a:lnTo>
                    <a:pt x="4384479" y="623744"/>
                  </a:lnTo>
                  <a:lnTo>
                    <a:pt x="4384573" y="623744"/>
                  </a:lnTo>
                  <a:lnTo>
                    <a:pt x="4384667" y="623744"/>
                  </a:lnTo>
                  <a:lnTo>
                    <a:pt x="4384761" y="623744"/>
                  </a:lnTo>
                  <a:lnTo>
                    <a:pt x="4384855" y="623744"/>
                  </a:lnTo>
                  <a:lnTo>
                    <a:pt x="4384949" y="623744"/>
                  </a:lnTo>
                  <a:lnTo>
                    <a:pt x="4385044" y="623744"/>
                  </a:lnTo>
                  <a:lnTo>
                    <a:pt x="4385138" y="623744"/>
                  </a:lnTo>
                  <a:lnTo>
                    <a:pt x="4385138" y="618833"/>
                  </a:lnTo>
                  <a:lnTo>
                    <a:pt x="4385232" y="618833"/>
                  </a:lnTo>
                  <a:lnTo>
                    <a:pt x="4385326" y="618833"/>
                  </a:lnTo>
                  <a:lnTo>
                    <a:pt x="4385420" y="618833"/>
                  </a:lnTo>
                  <a:lnTo>
                    <a:pt x="4385514" y="618833"/>
                  </a:lnTo>
                  <a:lnTo>
                    <a:pt x="4385608" y="618833"/>
                  </a:lnTo>
                  <a:lnTo>
                    <a:pt x="4385703" y="618833"/>
                  </a:lnTo>
                  <a:lnTo>
                    <a:pt x="4385797" y="618833"/>
                  </a:lnTo>
                  <a:lnTo>
                    <a:pt x="4385891" y="618833"/>
                  </a:lnTo>
                  <a:lnTo>
                    <a:pt x="4385985" y="618833"/>
                  </a:lnTo>
                  <a:lnTo>
                    <a:pt x="4386079" y="618833"/>
                  </a:lnTo>
                  <a:lnTo>
                    <a:pt x="4386173" y="618833"/>
                  </a:lnTo>
                  <a:lnTo>
                    <a:pt x="4386268" y="618833"/>
                  </a:lnTo>
                  <a:lnTo>
                    <a:pt x="4386362" y="618833"/>
                  </a:lnTo>
                  <a:lnTo>
                    <a:pt x="4386456" y="618833"/>
                  </a:lnTo>
                  <a:lnTo>
                    <a:pt x="4386550" y="618833"/>
                  </a:lnTo>
                  <a:lnTo>
                    <a:pt x="4386644" y="618833"/>
                  </a:lnTo>
                  <a:lnTo>
                    <a:pt x="4386738" y="618833"/>
                  </a:lnTo>
                  <a:lnTo>
                    <a:pt x="4386832" y="618833"/>
                  </a:lnTo>
                  <a:lnTo>
                    <a:pt x="4386927" y="618833"/>
                  </a:lnTo>
                  <a:lnTo>
                    <a:pt x="4387021" y="618833"/>
                  </a:lnTo>
                  <a:lnTo>
                    <a:pt x="4387115" y="618833"/>
                  </a:lnTo>
                  <a:lnTo>
                    <a:pt x="4387209" y="618833"/>
                  </a:lnTo>
                  <a:lnTo>
                    <a:pt x="4387303" y="618833"/>
                  </a:lnTo>
                  <a:lnTo>
                    <a:pt x="4387397" y="618833"/>
                  </a:lnTo>
                  <a:lnTo>
                    <a:pt x="4387492" y="618833"/>
                  </a:lnTo>
                  <a:lnTo>
                    <a:pt x="4387586" y="618833"/>
                  </a:lnTo>
                  <a:lnTo>
                    <a:pt x="4387680" y="618833"/>
                  </a:lnTo>
                  <a:lnTo>
                    <a:pt x="4387774" y="618833"/>
                  </a:lnTo>
                  <a:lnTo>
                    <a:pt x="4387868" y="618833"/>
                  </a:lnTo>
                  <a:lnTo>
                    <a:pt x="4387962" y="618833"/>
                  </a:lnTo>
                  <a:lnTo>
                    <a:pt x="4388056" y="618833"/>
                  </a:lnTo>
                  <a:lnTo>
                    <a:pt x="4388151" y="618833"/>
                  </a:lnTo>
                  <a:lnTo>
                    <a:pt x="4388245" y="618833"/>
                  </a:lnTo>
                  <a:lnTo>
                    <a:pt x="4388339" y="618833"/>
                  </a:lnTo>
                  <a:lnTo>
                    <a:pt x="4388433" y="618833"/>
                  </a:lnTo>
                  <a:lnTo>
                    <a:pt x="4388527" y="618833"/>
                  </a:lnTo>
                  <a:lnTo>
                    <a:pt x="4388621" y="618833"/>
                  </a:lnTo>
                  <a:lnTo>
                    <a:pt x="4388621" y="613921"/>
                  </a:lnTo>
                  <a:lnTo>
                    <a:pt x="4388715" y="613921"/>
                  </a:lnTo>
                  <a:lnTo>
                    <a:pt x="4388810" y="613921"/>
                  </a:lnTo>
                  <a:lnTo>
                    <a:pt x="4388904" y="613921"/>
                  </a:lnTo>
                  <a:lnTo>
                    <a:pt x="4388998" y="613921"/>
                  </a:lnTo>
                  <a:lnTo>
                    <a:pt x="4389092" y="613921"/>
                  </a:lnTo>
                  <a:lnTo>
                    <a:pt x="4389186" y="613921"/>
                  </a:lnTo>
                  <a:lnTo>
                    <a:pt x="4389280" y="613921"/>
                  </a:lnTo>
                  <a:lnTo>
                    <a:pt x="4389375" y="613921"/>
                  </a:lnTo>
                  <a:lnTo>
                    <a:pt x="4389469" y="613921"/>
                  </a:lnTo>
                  <a:lnTo>
                    <a:pt x="4389563" y="613921"/>
                  </a:lnTo>
                  <a:lnTo>
                    <a:pt x="4389657" y="613921"/>
                  </a:lnTo>
                  <a:lnTo>
                    <a:pt x="4389751" y="613921"/>
                  </a:lnTo>
                  <a:lnTo>
                    <a:pt x="4389845" y="613921"/>
                  </a:lnTo>
                  <a:lnTo>
                    <a:pt x="4389939" y="613921"/>
                  </a:lnTo>
                  <a:lnTo>
                    <a:pt x="4390034" y="613921"/>
                  </a:lnTo>
                  <a:lnTo>
                    <a:pt x="4390128" y="613921"/>
                  </a:lnTo>
                  <a:lnTo>
                    <a:pt x="4390222" y="613921"/>
                  </a:lnTo>
                  <a:lnTo>
                    <a:pt x="4390316" y="613921"/>
                  </a:lnTo>
                  <a:lnTo>
                    <a:pt x="4390410" y="613921"/>
                  </a:lnTo>
                  <a:lnTo>
                    <a:pt x="4390504" y="613921"/>
                  </a:lnTo>
                  <a:lnTo>
                    <a:pt x="4390599" y="613921"/>
                  </a:lnTo>
                  <a:lnTo>
                    <a:pt x="4390693" y="613921"/>
                  </a:lnTo>
                  <a:lnTo>
                    <a:pt x="4390787" y="613921"/>
                  </a:lnTo>
                  <a:lnTo>
                    <a:pt x="4390881" y="613921"/>
                  </a:lnTo>
                  <a:lnTo>
                    <a:pt x="4390975" y="613921"/>
                  </a:lnTo>
                  <a:lnTo>
                    <a:pt x="4391069" y="613921"/>
                  </a:lnTo>
                  <a:lnTo>
                    <a:pt x="4391163" y="613921"/>
                  </a:lnTo>
                  <a:lnTo>
                    <a:pt x="4391258" y="613921"/>
                  </a:lnTo>
                  <a:lnTo>
                    <a:pt x="4391352" y="613921"/>
                  </a:lnTo>
                  <a:lnTo>
                    <a:pt x="4391446" y="613921"/>
                  </a:lnTo>
                  <a:lnTo>
                    <a:pt x="4391540" y="613921"/>
                  </a:lnTo>
                  <a:lnTo>
                    <a:pt x="4391634" y="613921"/>
                  </a:lnTo>
                  <a:lnTo>
                    <a:pt x="4391728" y="613921"/>
                  </a:lnTo>
                  <a:lnTo>
                    <a:pt x="4391823" y="613921"/>
                  </a:lnTo>
                  <a:lnTo>
                    <a:pt x="4391917" y="613921"/>
                  </a:lnTo>
                  <a:lnTo>
                    <a:pt x="4392011" y="613921"/>
                  </a:lnTo>
                  <a:lnTo>
                    <a:pt x="4392105" y="613921"/>
                  </a:lnTo>
                  <a:lnTo>
                    <a:pt x="4392199" y="613921"/>
                  </a:lnTo>
                  <a:lnTo>
                    <a:pt x="4392293" y="613921"/>
                  </a:lnTo>
                  <a:lnTo>
                    <a:pt x="4392387" y="613921"/>
                  </a:lnTo>
                  <a:lnTo>
                    <a:pt x="4392482" y="613921"/>
                  </a:lnTo>
                  <a:lnTo>
                    <a:pt x="4392576" y="613921"/>
                  </a:lnTo>
                  <a:lnTo>
                    <a:pt x="4392670" y="613921"/>
                  </a:lnTo>
                  <a:lnTo>
                    <a:pt x="4392764" y="613921"/>
                  </a:lnTo>
                  <a:lnTo>
                    <a:pt x="4392858" y="613921"/>
                  </a:lnTo>
                  <a:lnTo>
                    <a:pt x="4392952" y="613921"/>
                  </a:lnTo>
                  <a:lnTo>
                    <a:pt x="4393046" y="613921"/>
                  </a:lnTo>
                  <a:lnTo>
                    <a:pt x="4393141" y="613921"/>
                  </a:lnTo>
                  <a:lnTo>
                    <a:pt x="4393235" y="613921"/>
                  </a:lnTo>
                  <a:lnTo>
                    <a:pt x="4393329" y="613921"/>
                  </a:lnTo>
                  <a:lnTo>
                    <a:pt x="4393423" y="613921"/>
                  </a:lnTo>
                  <a:lnTo>
                    <a:pt x="4393517" y="613921"/>
                  </a:lnTo>
                  <a:lnTo>
                    <a:pt x="4393611" y="613921"/>
                  </a:lnTo>
                  <a:lnTo>
                    <a:pt x="4393706" y="613921"/>
                  </a:lnTo>
                  <a:lnTo>
                    <a:pt x="4393800" y="613921"/>
                  </a:lnTo>
                  <a:lnTo>
                    <a:pt x="4393894" y="613921"/>
                  </a:lnTo>
                  <a:lnTo>
                    <a:pt x="4393988" y="613921"/>
                  </a:lnTo>
                  <a:lnTo>
                    <a:pt x="4394082" y="613921"/>
                  </a:lnTo>
                  <a:lnTo>
                    <a:pt x="4394176" y="613921"/>
                  </a:lnTo>
                  <a:lnTo>
                    <a:pt x="4394270" y="613921"/>
                  </a:lnTo>
                  <a:lnTo>
                    <a:pt x="4394365" y="613921"/>
                  </a:lnTo>
                  <a:lnTo>
                    <a:pt x="4394459" y="613921"/>
                  </a:lnTo>
                  <a:lnTo>
                    <a:pt x="4394553" y="613921"/>
                  </a:lnTo>
                  <a:lnTo>
                    <a:pt x="4394647" y="613921"/>
                  </a:lnTo>
                  <a:lnTo>
                    <a:pt x="4394741" y="613921"/>
                  </a:lnTo>
                  <a:lnTo>
                    <a:pt x="4394835" y="613921"/>
                  </a:lnTo>
                  <a:lnTo>
                    <a:pt x="4394930" y="613921"/>
                  </a:lnTo>
                  <a:lnTo>
                    <a:pt x="4395024" y="613921"/>
                  </a:lnTo>
                  <a:lnTo>
                    <a:pt x="4395118" y="613921"/>
                  </a:lnTo>
                  <a:lnTo>
                    <a:pt x="4395212" y="613921"/>
                  </a:lnTo>
                  <a:lnTo>
                    <a:pt x="4395306" y="613921"/>
                  </a:lnTo>
                  <a:lnTo>
                    <a:pt x="4395400" y="613921"/>
                  </a:lnTo>
                  <a:lnTo>
                    <a:pt x="4395494" y="613921"/>
                  </a:lnTo>
                  <a:lnTo>
                    <a:pt x="4395589" y="613921"/>
                  </a:lnTo>
                  <a:lnTo>
                    <a:pt x="4395683" y="613921"/>
                  </a:lnTo>
                  <a:lnTo>
                    <a:pt x="4395777" y="613921"/>
                  </a:lnTo>
                  <a:lnTo>
                    <a:pt x="4395871" y="613921"/>
                  </a:lnTo>
                  <a:lnTo>
                    <a:pt x="4395965" y="613921"/>
                  </a:lnTo>
                  <a:lnTo>
                    <a:pt x="4396059" y="613921"/>
                  </a:lnTo>
                  <a:lnTo>
                    <a:pt x="4396154" y="613921"/>
                  </a:lnTo>
                  <a:lnTo>
                    <a:pt x="4396248" y="613921"/>
                  </a:lnTo>
                  <a:lnTo>
                    <a:pt x="4396342" y="613921"/>
                  </a:lnTo>
                  <a:lnTo>
                    <a:pt x="4396436" y="613921"/>
                  </a:lnTo>
                  <a:lnTo>
                    <a:pt x="4396530" y="613921"/>
                  </a:lnTo>
                  <a:lnTo>
                    <a:pt x="4396624" y="613921"/>
                  </a:lnTo>
                  <a:lnTo>
                    <a:pt x="4396718" y="613921"/>
                  </a:lnTo>
                  <a:lnTo>
                    <a:pt x="4396813" y="613921"/>
                  </a:lnTo>
                  <a:lnTo>
                    <a:pt x="4396907" y="613921"/>
                  </a:lnTo>
                  <a:lnTo>
                    <a:pt x="4397001" y="613921"/>
                  </a:lnTo>
                  <a:lnTo>
                    <a:pt x="4397095" y="613921"/>
                  </a:lnTo>
                  <a:lnTo>
                    <a:pt x="4397189" y="613921"/>
                  </a:lnTo>
                  <a:lnTo>
                    <a:pt x="4397283" y="613921"/>
                  </a:lnTo>
                  <a:lnTo>
                    <a:pt x="4397377" y="613921"/>
                  </a:lnTo>
                  <a:lnTo>
                    <a:pt x="4397472" y="613921"/>
                  </a:lnTo>
                  <a:lnTo>
                    <a:pt x="4397566" y="613921"/>
                  </a:lnTo>
                  <a:lnTo>
                    <a:pt x="4397660" y="613921"/>
                  </a:lnTo>
                  <a:lnTo>
                    <a:pt x="4397754" y="613921"/>
                  </a:lnTo>
                  <a:lnTo>
                    <a:pt x="4397848" y="613921"/>
                  </a:lnTo>
                  <a:lnTo>
                    <a:pt x="4397942" y="613921"/>
                  </a:lnTo>
                  <a:lnTo>
                    <a:pt x="4398037" y="613921"/>
                  </a:lnTo>
                  <a:lnTo>
                    <a:pt x="4398131" y="613921"/>
                  </a:lnTo>
                  <a:lnTo>
                    <a:pt x="4398225" y="613921"/>
                  </a:lnTo>
                  <a:lnTo>
                    <a:pt x="4398319" y="613921"/>
                  </a:lnTo>
                  <a:lnTo>
                    <a:pt x="4398413" y="613921"/>
                  </a:lnTo>
                  <a:lnTo>
                    <a:pt x="4398507" y="613921"/>
                  </a:lnTo>
                  <a:lnTo>
                    <a:pt x="4398601" y="613921"/>
                  </a:lnTo>
                  <a:lnTo>
                    <a:pt x="4398696" y="613921"/>
                  </a:lnTo>
                  <a:lnTo>
                    <a:pt x="4398790" y="613921"/>
                  </a:lnTo>
                  <a:lnTo>
                    <a:pt x="4398884" y="613921"/>
                  </a:lnTo>
                  <a:lnTo>
                    <a:pt x="4398978" y="613921"/>
                  </a:lnTo>
                  <a:lnTo>
                    <a:pt x="4399072" y="613921"/>
                  </a:lnTo>
                  <a:lnTo>
                    <a:pt x="4399166" y="613921"/>
                  </a:lnTo>
                  <a:lnTo>
                    <a:pt x="4399261" y="613921"/>
                  </a:lnTo>
                  <a:lnTo>
                    <a:pt x="4399355" y="613921"/>
                  </a:lnTo>
                  <a:lnTo>
                    <a:pt x="4399449" y="613921"/>
                  </a:lnTo>
                  <a:lnTo>
                    <a:pt x="4399543" y="613921"/>
                  </a:lnTo>
                  <a:lnTo>
                    <a:pt x="4399637" y="613921"/>
                  </a:lnTo>
                  <a:lnTo>
                    <a:pt x="4399731" y="613921"/>
                  </a:lnTo>
                  <a:lnTo>
                    <a:pt x="4399825" y="613921"/>
                  </a:lnTo>
                  <a:lnTo>
                    <a:pt x="4399825" y="609010"/>
                  </a:lnTo>
                  <a:lnTo>
                    <a:pt x="4399920" y="609010"/>
                  </a:lnTo>
                  <a:lnTo>
                    <a:pt x="4400014" y="609010"/>
                  </a:lnTo>
                  <a:lnTo>
                    <a:pt x="4400108" y="609010"/>
                  </a:lnTo>
                  <a:lnTo>
                    <a:pt x="4400202" y="609010"/>
                  </a:lnTo>
                  <a:lnTo>
                    <a:pt x="4400296" y="609010"/>
                  </a:lnTo>
                  <a:lnTo>
                    <a:pt x="4400390" y="609010"/>
                  </a:lnTo>
                  <a:lnTo>
                    <a:pt x="4400485" y="609010"/>
                  </a:lnTo>
                  <a:lnTo>
                    <a:pt x="4400579" y="609010"/>
                  </a:lnTo>
                  <a:lnTo>
                    <a:pt x="4400673" y="609010"/>
                  </a:lnTo>
                  <a:lnTo>
                    <a:pt x="4400767" y="609010"/>
                  </a:lnTo>
                  <a:lnTo>
                    <a:pt x="4400861" y="609010"/>
                  </a:lnTo>
                  <a:lnTo>
                    <a:pt x="4400955" y="609010"/>
                  </a:lnTo>
                  <a:lnTo>
                    <a:pt x="4401049" y="609010"/>
                  </a:lnTo>
                  <a:lnTo>
                    <a:pt x="4401144" y="609010"/>
                  </a:lnTo>
                  <a:lnTo>
                    <a:pt x="4401238" y="609010"/>
                  </a:lnTo>
                  <a:lnTo>
                    <a:pt x="4401332" y="609010"/>
                  </a:lnTo>
                  <a:lnTo>
                    <a:pt x="4401426" y="609010"/>
                  </a:lnTo>
                  <a:lnTo>
                    <a:pt x="4401520" y="609010"/>
                  </a:lnTo>
                  <a:lnTo>
                    <a:pt x="4401614" y="609010"/>
                  </a:lnTo>
                  <a:lnTo>
                    <a:pt x="4401708" y="609010"/>
                  </a:lnTo>
                  <a:lnTo>
                    <a:pt x="4401803" y="609010"/>
                  </a:lnTo>
                  <a:lnTo>
                    <a:pt x="4401897" y="609010"/>
                  </a:lnTo>
                  <a:lnTo>
                    <a:pt x="4401991" y="609010"/>
                  </a:lnTo>
                  <a:lnTo>
                    <a:pt x="4402085" y="609010"/>
                  </a:lnTo>
                  <a:lnTo>
                    <a:pt x="4402179" y="609010"/>
                  </a:lnTo>
                  <a:lnTo>
                    <a:pt x="4402273" y="609010"/>
                  </a:lnTo>
                  <a:lnTo>
                    <a:pt x="4402368" y="609010"/>
                  </a:lnTo>
                  <a:lnTo>
                    <a:pt x="4402462" y="609010"/>
                  </a:lnTo>
                  <a:lnTo>
                    <a:pt x="4402556" y="609010"/>
                  </a:lnTo>
                  <a:lnTo>
                    <a:pt x="4402650" y="609010"/>
                  </a:lnTo>
                  <a:lnTo>
                    <a:pt x="4402744" y="609010"/>
                  </a:lnTo>
                  <a:lnTo>
                    <a:pt x="4402838" y="609010"/>
                  </a:lnTo>
                  <a:lnTo>
                    <a:pt x="4402932" y="609010"/>
                  </a:lnTo>
                  <a:lnTo>
                    <a:pt x="4403027" y="609010"/>
                  </a:lnTo>
                  <a:lnTo>
                    <a:pt x="4403121" y="609010"/>
                  </a:lnTo>
                  <a:lnTo>
                    <a:pt x="4403215" y="609010"/>
                  </a:lnTo>
                  <a:lnTo>
                    <a:pt x="4403309" y="609010"/>
                  </a:lnTo>
                  <a:lnTo>
                    <a:pt x="4403403" y="609010"/>
                  </a:lnTo>
                  <a:lnTo>
                    <a:pt x="4403497" y="609010"/>
                  </a:lnTo>
                  <a:lnTo>
                    <a:pt x="4403592" y="609010"/>
                  </a:lnTo>
                  <a:lnTo>
                    <a:pt x="4403686" y="609010"/>
                  </a:lnTo>
                  <a:lnTo>
                    <a:pt x="4403780" y="609010"/>
                  </a:lnTo>
                  <a:lnTo>
                    <a:pt x="4403874" y="609010"/>
                  </a:lnTo>
                  <a:lnTo>
                    <a:pt x="4403968" y="609010"/>
                  </a:lnTo>
                  <a:lnTo>
                    <a:pt x="4404062" y="609010"/>
                  </a:lnTo>
                  <a:lnTo>
                    <a:pt x="4404156" y="609010"/>
                  </a:lnTo>
                  <a:lnTo>
                    <a:pt x="4404251" y="609010"/>
                  </a:lnTo>
                  <a:lnTo>
                    <a:pt x="4404345" y="609010"/>
                  </a:lnTo>
                  <a:lnTo>
                    <a:pt x="4404439" y="609010"/>
                  </a:lnTo>
                  <a:lnTo>
                    <a:pt x="4404533" y="609010"/>
                  </a:lnTo>
                  <a:lnTo>
                    <a:pt x="4404627" y="609010"/>
                  </a:lnTo>
                  <a:lnTo>
                    <a:pt x="4404721" y="609010"/>
                  </a:lnTo>
                  <a:lnTo>
                    <a:pt x="4404816" y="609010"/>
                  </a:lnTo>
                  <a:lnTo>
                    <a:pt x="4404910" y="609010"/>
                  </a:lnTo>
                  <a:lnTo>
                    <a:pt x="4405004" y="609010"/>
                  </a:lnTo>
                  <a:lnTo>
                    <a:pt x="4405098" y="609010"/>
                  </a:lnTo>
                  <a:lnTo>
                    <a:pt x="4405192" y="609010"/>
                  </a:lnTo>
                  <a:lnTo>
                    <a:pt x="4405286" y="609010"/>
                  </a:lnTo>
                  <a:lnTo>
                    <a:pt x="4405380" y="609010"/>
                  </a:lnTo>
                  <a:lnTo>
                    <a:pt x="4405475" y="609010"/>
                  </a:lnTo>
                  <a:lnTo>
                    <a:pt x="4405569" y="609010"/>
                  </a:lnTo>
                  <a:lnTo>
                    <a:pt x="4405663" y="609010"/>
                  </a:lnTo>
                  <a:lnTo>
                    <a:pt x="4405757" y="609010"/>
                  </a:lnTo>
                  <a:lnTo>
                    <a:pt x="4405851" y="609010"/>
                  </a:lnTo>
                  <a:lnTo>
                    <a:pt x="4405945" y="609010"/>
                  </a:lnTo>
                  <a:lnTo>
                    <a:pt x="4406039" y="609010"/>
                  </a:lnTo>
                  <a:lnTo>
                    <a:pt x="4406134" y="609010"/>
                  </a:lnTo>
                  <a:lnTo>
                    <a:pt x="4406228" y="609010"/>
                  </a:lnTo>
                  <a:lnTo>
                    <a:pt x="4406322" y="609010"/>
                  </a:lnTo>
                  <a:lnTo>
                    <a:pt x="4406416" y="609010"/>
                  </a:lnTo>
                  <a:lnTo>
                    <a:pt x="4406510" y="609010"/>
                  </a:lnTo>
                  <a:lnTo>
                    <a:pt x="4406604" y="609010"/>
                  </a:lnTo>
                  <a:lnTo>
                    <a:pt x="4406699" y="609010"/>
                  </a:lnTo>
                  <a:lnTo>
                    <a:pt x="4406793" y="609010"/>
                  </a:lnTo>
                  <a:lnTo>
                    <a:pt x="4406887" y="609010"/>
                  </a:lnTo>
                  <a:lnTo>
                    <a:pt x="4406981" y="609010"/>
                  </a:lnTo>
                  <a:lnTo>
                    <a:pt x="4407075" y="609010"/>
                  </a:lnTo>
                  <a:lnTo>
                    <a:pt x="4407169" y="609010"/>
                  </a:lnTo>
                  <a:lnTo>
                    <a:pt x="4407263" y="609010"/>
                  </a:lnTo>
                  <a:lnTo>
                    <a:pt x="4407358" y="609010"/>
                  </a:lnTo>
                  <a:lnTo>
                    <a:pt x="4407452" y="609010"/>
                  </a:lnTo>
                  <a:lnTo>
                    <a:pt x="4407546" y="609010"/>
                  </a:lnTo>
                  <a:lnTo>
                    <a:pt x="4407640" y="609010"/>
                  </a:lnTo>
                  <a:lnTo>
                    <a:pt x="4407734" y="609010"/>
                  </a:lnTo>
                  <a:lnTo>
                    <a:pt x="4407828" y="609010"/>
                  </a:lnTo>
                  <a:lnTo>
                    <a:pt x="4407923" y="609010"/>
                  </a:lnTo>
                  <a:lnTo>
                    <a:pt x="4408017" y="609010"/>
                  </a:lnTo>
                  <a:lnTo>
                    <a:pt x="4408111" y="609010"/>
                  </a:lnTo>
                  <a:lnTo>
                    <a:pt x="4408205" y="609010"/>
                  </a:lnTo>
                  <a:lnTo>
                    <a:pt x="4408299" y="609010"/>
                  </a:lnTo>
                  <a:lnTo>
                    <a:pt x="4408393" y="609010"/>
                  </a:lnTo>
                  <a:lnTo>
                    <a:pt x="4408487" y="609010"/>
                  </a:lnTo>
                  <a:lnTo>
                    <a:pt x="4408582" y="609010"/>
                  </a:lnTo>
                  <a:lnTo>
                    <a:pt x="4408676" y="609010"/>
                  </a:lnTo>
                  <a:lnTo>
                    <a:pt x="4408770" y="609010"/>
                  </a:lnTo>
                  <a:lnTo>
                    <a:pt x="4408864" y="609010"/>
                  </a:lnTo>
                  <a:lnTo>
                    <a:pt x="4408958" y="609010"/>
                  </a:lnTo>
                  <a:lnTo>
                    <a:pt x="4409052" y="609010"/>
                  </a:lnTo>
                  <a:lnTo>
                    <a:pt x="4409147" y="609010"/>
                  </a:lnTo>
                  <a:lnTo>
                    <a:pt x="4409147" y="604099"/>
                  </a:lnTo>
                  <a:lnTo>
                    <a:pt x="4409241" y="604099"/>
                  </a:lnTo>
                  <a:lnTo>
                    <a:pt x="4409335" y="604099"/>
                  </a:lnTo>
                  <a:lnTo>
                    <a:pt x="4409429" y="604099"/>
                  </a:lnTo>
                  <a:lnTo>
                    <a:pt x="4409523" y="604099"/>
                  </a:lnTo>
                  <a:lnTo>
                    <a:pt x="4409617" y="604099"/>
                  </a:lnTo>
                  <a:lnTo>
                    <a:pt x="4409711" y="604099"/>
                  </a:lnTo>
                  <a:lnTo>
                    <a:pt x="4409806" y="604099"/>
                  </a:lnTo>
                  <a:lnTo>
                    <a:pt x="4409900" y="604099"/>
                  </a:lnTo>
                  <a:lnTo>
                    <a:pt x="4409994" y="604099"/>
                  </a:lnTo>
                  <a:lnTo>
                    <a:pt x="4410088" y="604099"/>
                  </a:lnTo>
                  <a:lnTo>
                    <a:pt x="4410182" y="604099"/>
                  </a:lnTo>
                  <a:lnTo>
                    <a:pt x="4410276" y="604099"/>
                  </a:lnTo>
                  <a:lnTo>
                    <a:pt x="4410370" y="604099"/>
                  </a:lnTo>
                  <a:lnTo>
                    <a:pt x="4410465" y="604099"/>
                  </a:lnTo>
                  <a:lnTo>
                    <a:pt x="4410559" y="604099"/>
                  </a:lnTo>
                  <a:lnTo>
                    <a:pt x="4410653" y="604099"/>
                  </a:lnTo>
                  <a:lnTo>
                    <a:pt x="4410747" y="604099"/>
                  </a:lnTo>
                  <a:lnTo>
                    <a:pt x="4410841" y="604099"/>
                  </a:lnTo>
                  <a:lnTo>
                    <a:pt x="4410935" y="604099"/>
                  </a:lnTo>
                  <a:lnTo>
                    <a:pt x="4411030" y="604099"/>
                  </a:lnTo>
                  <a:lnTo>
                    <a:pt x="4411124" y="604099"/>
                  </a:lnTo>
                  <a:lnTo>
                    <a:pt x="4411218" y="604099"/>
                  </a:lnTo>
                  <a:lnTo>
                    <a:pt x="4411312" y="604099"/>
                  </a:lnTo>
                  <a:lnTo>
                    <a:pt x="4411406" y="604099"/>
                  </a:lnTo>
                  <a:lnTo>
                    <a:pt x="4411500" y="604099"/>
                  </a:lnTo>
                  <a:lnTo>
                    <a:pt x="4411594" y="604099"/>
                  </a:lnTo>
                  <a:lnTo>
                    <a:pt x="4411689" y="604099"/>
                  </a:lnTo>
                  <a:lnTo>
                    <a:pt x="4411783" y="604099"/>
                  </a:lnTo>
                  <a:lnTo>
                    <a:pt x="4411877" y="604099"/>
                  </a:lnTo>
                  <a:lnTo>
                    <a:pt x="4411971" y="604099"/>
                  </a:lnTo>
                  <a:lnTo>
                    <a:pt x="4412065" y="604099"/>
                  </a:lnTo>
                  <a:lnTo>
                    <a:pt x="4412159" y="604099"/>
                  </a:lnTo>
                  <a:lnTo>
                    <a:pt x="4412254" y="604099"/>
                  </a:lnTo>
                  <a:lnTo>
                    <a:pt x="4412348" y="604099"/>
                  </a:lnTo>
                  <a:lnTo>
                    <a:pt x="4412442" y="604099"/>
                  </a:lnTo>
                  <a:lnTo>
                    <a:pt x="4412536" y="604099"/>
                  </a:lnTo>
                  <a:lnTo>
                    <a:pt x="4412630" y="604099"/>
                  </a:lnTo>
                  <a:lnTo>
                    <a:pt x="4412724" y="604099"/>
                  </a:lnTo>
                  <a:lnTo>
                    <a:pt x="4412818" y="604099"/>
                  </a:lnTo>
                  <a:lnTo>
                    <a:pt x="4412913" y="604099"/>
                  </a:lnTo>
                  <a:lnTo>
                    <a:pt x="4413007" y="604099"/>
                  </a:lnTo>
                  <a:lnTo>
                    <a:pt x="4413101" y="604099"/>
                  </a:lnTo>
                  <a:lnTo>
                    <a:pt x="4413195" y="604099"/>
                  </a:lnTo>
                  <a:lnTo>
                    <a:pt x="4413289" y="604099"/>
                  </a:lnTo>
                  <a:lnTo>
                    <a:pt x="4413383" y="604099"/>
                  </a:lnTo>
                  <a:lnTo>
                    <a:pt x="4413478" y="604099"/>
                  </a:lnTo>
                  <a:lnTo>
                    <a:pt x="4413572" y="604099"/>
                  </a:lnTo>
                  <a:lnTo>
                    <a:pt x="4413666" y="604099"/>
                  </a:lnTo>
                  <a:lnTo>
                    <a:pt x="4413760" y="604099"/>
                  </a:lnTo>
                  <a:lnTo>
                    <a:pt x="4413854" y="604099"/>
                  </a:lnTo>
                  <a:lnTo>
                    <a:pt x="4413948" y="604099"/>
                  </a:lnTo>
                  <a:lnTo>
                    <a:pt x="4414042" y="604099"/>
                  </a:lnTo>
                  <a:lnTo>
                    <a:pt x="4414137" y="604099"/>
                  </a:lnTo>
                  <a:lnTo>
                    <a:pt x="4414231" y="604099"/>
                  </a:lnTo>
                  <a:lnTo>
                    <a:pt x="4414325" y="604099"/>
                  </a:lnTo>
                  <a:lnTo>
                    <a:pt x="4414419" y="604099"/>
                  </a:lnTo>
                  <a:lnTo>
                    <a:pt x="4414513" y="604099"/>
                  </a:lnTo>
                  <a:lnTo>
                    <a:pt x="4414607" y="604099"/>
                  </a:lnTo>
                  <a:lnTo>
                    <a:pt x="4414701" y="604099"/>
                  </a:lnTo>
                  <a:lnTo>
                    <a:pt x="4414796" y="604099"/>
                  </a:lnTo>
                  <a:lnTo>
                    <a:pt x="4414890" y="604099"/>
                  </a:lnTo>
                  <a:lnTo>
                    <a:pt x="4414984" y="604099"/>
                  </a:lnTo>
                  <a:lnTo>
                    <a:pt x="4415078" y="604099"/>
                  </a:lnTo>
                  <a:lnTo>
                    <a:pt x="4415172" y="604099"/>
                  </a:lnTo>
                  <a:lnTo>
                    <a:pt x="4415266" y="604099"/>
                  </a:lnTo>
                  <a:lnTo>
                    <a:pt x="4415361" y="604099"/>
                  </a:lnTo>
                  <a:lnTo>
                    <a:pt x="4415455" y="604099"/>
                  </a:lnTo>
                  <a:lnTo>
                    <a:pt x="4415549" y="604099"/>
                  </a:lnTo>
                  <a:lnTo>
                    <a:pt x="4415643" y="604099"/>
                  </a:lnTo>
                  <a:lnTo>
                    <a:pt x="4415737" y="604099"/>
                  </a:lnTo>
                  <a:lnTo>
                    <a:pt x="4415831" y="604099"/>
                  </a:lnTo>
                  <a:lnTo>
                    <a:pt x="4415925" y="604099"/>
                  </a:lnTo>
                  <a:lnTo>
                    <a:pt x="4416020" y="604099"/>
                  </a:lnTo>
                  <a:lnTo>
                    <a:pt x="4416114" y="604099"/>
                  </a:lnTo>
                  <a:lnTo>
                    <a:pt x="4416208" y="604099"/>
                  </a:lnTo>
                  <a:lnTo>
                    <a:pt x="4416302" y="604099"/>
                  </a:lnTo>
                  <a:lnTo>
                    <a:pt x="4416396" y="604099"/>
                  </a:lnTo>
                  <a:lnTo>
                    <a:pt x="4416490" y="604099"/>
                  </a:lnTo>
                  <a:lnTo>
                    <a:pt x="4416585" y="604099"/>
                  </a:lnTo>
                  <a:lnTo>
                    <a:pt x="4416679" y="604099"/>
                  </a:lnTo>
                  <a:lnTo>
                    <a:pt x="4416773" y="604099"/>
                  </a:lnTo>
                  <a:lnTo>
                    <a:pt x="4416867" y="604099"/>
                  </a:lnTo>
                  <a:lnTo>
                    <a:pt x="4416961" y="604099"/>
                  </a:lnTo>
                  <a:lnTo>
                    <a:pt x="4417055" y="604099"/>
                  </a:lnTo>
                  <a:lnTo>
                    <a:pt x="4417149" y="604099"/>
                  </a:lnTo>
                  <a:lnTo>
                    <a:pt x="4417244" y="604099"/>
                  </a:lnTo>
                  <a:lnTo>
                    <a:pt x="4417338" y="604099"/>
                  </a:lnTo>
                  <a:lnTo>
                    <a:pt x="4417432" y="604099"/>
                  </a:lnTo>
                  <a:lnTo>
                    <a:pt x="4417526" y="604099"/>
                  </a:lnTo>
                  <a:lnTo>
                    <a:pt x="4417620" y="604099"/>
                  </a:lnTo>
                  <a:lnTo>
                    <a:pt x="4417714" y="604099"/>
                  </a:lnTo>
                  <a:lnTo>
                    <a:pt x="4417809" y="604099"/>
                  </a:lnTo>
                  <a:lnTo>
                    <a:pt x="4417903" y="604099"/>
                  </a:lnTo>
                  <a:lnTo>
                    <a:pt x="4417997" y="604099"/>
                  </a:lnTo>
                  <a:lnTo>
                    <a:pt x="4418091" y="604099"/>
                  </a:lnTo>
                  <a:lnTo>
                    <a:pt x="4418185" y="604099"/>
                  </a:lnTo>
                  <a:lnTo>
                    <a:pt x="4418279" y="604099"/>
                  </a:lnTo>
                  <a:lnTo>
                    <a:pt x="4418279" y="599187"/>
                  </a:lnTo>
                  <a:lnTo>
                    <a:pt x="4418373" y="599187"/>
                  </a:lnTo>
                  <a:lnTo>
                    <a:pt x="4418468" y="599187"/>
                  </a:lnTo>
                  <a:lnTo>
                    <a:pt x="4418562" y="599187"/>
                  </a:lnTo>
                  <a:lnTo>
                    <a:pt x="4418656" y="599187"/>
                  </a:lnTo>
                  <a:lnTo>
                    <a:pt x="4418750" y="599187"/>
                  </a:lnTo>
                  <a:lnTo>
                    <a:pt x="4418844" y="599187"/>
                  </a:lnTo>
                  <a:lnTo>
                    <a:pt x="4418938" y="599187"/>
                  </a:lnTo>
                  <a:lnTo>
                    <a:pt x="4419032" y="599187"/>
                  </a:lnTo>
                  <a:lnTo>
                    <a:pt x="4419127" y="599187"/>
                  </a:lnTo>
                  <a:lnTo>
                    <a:pt x="4419221" y="599187"/>
                  </a:lnTo>
                  <a:lnTo>
                    <a:pt x="4419315" y="599187"/>
                  </a:lnTo>
                  <a:lnTo>
                    <a:pt x="4419409" y="599187"/>
                  </a:lnTo>
                  <a:lnTo>
                    <a:pt x="4419503" y="599187"/>
                  </a:lnTo>
                  <a:lnTo>
                    <a:pt x="4419597" y="599187"/>
                  </a:lnTo>
                  <a:lnTo>
                    <a:pt x="4419692" y="599187"/>
                  </a:lnTo>
                  <a:lnTo>
                    <a:pt x="4419692" y="594276"/>
                  </a:lnTo>
                  <a:lnTo>
                    <a:pt x="4419786" y="594276"/>
                  </a:lnTo>
                  <a:lnTo>
                    <a:pt x="4419880" y="594276"/>
                  </a:lnTo>
                  <a:lnTo>
                    <a:pt x="4419974" y="594276"/>
                  </a:lnTo>
                  <a:lnTo>
                    <a:pt x="4420068" y="594276"/>
                  </a:lnTo>
                  <a:lnTo>
                    <a:pt x="4420162" y="594276"/>
                  </a:lnTo>
                  <a:lnTo>
                    <a:pt x="4420256" y="594276"/>
                  </a:lnTo>
                  <a:lnTo>
                    <a:pt x="4420351" y="594276"/>
                  </a:lnTo>
                  <a:lnTo>
                    <a:pt x="4420445" y="594276"/>
                  </a:lnTo>
                  <a:lnTo>
                    <a:pt x="4420539" y="594276"/>
                  </a:lnTo>
                  <a:lnTo>
                    <a:pt x="4420633" y="594276"/>
                  </a:lnTo>
                  <a:lnTo>
                    <a:pt x="4420727" y="594276"/>
                  </a:lnTo>
                  <a:lnTo>
                    <a:pt x="4420821" y="594276"/>
                  </a:lnTo>
                  <a:lnTo>
                    <a:pt x="4420916" y="594276"/>
                  </a:lnTo>
                  <a:lnTo>
                    <a:pt x="4421010" y="594276"/>
                  </a:lnTo>
                  <a:lnTo>
                    <a:pt x="4421104" y="594276"/>
                  </a:lnTo>
                  <a:lnTo>
                    <a:pt x="4421198" y="594276"/>
                  </a:lnTo>
                  <a:lnTo>
                    <a:pt x="4421292" y="594276"/>
                  </a:lnTo>
                  <a:lnTo>
                    <a:pt x="4421386" y="594276"/>
                  </a:lnTo>
                  <a:lnTo>
                    <a:pt x="4421480" y="594276"/>
                  </a:lnTo>
                  <a:lnTo>
                    <a:pt x="4421575" y="594276"/>
                  </a:lnTo>
                  <a:lnTo>
                    <a:pt x="4421669" y="594276"/>
                  </a:lnTo>
                  <a:lnTo>
                    <a:pt x="4421763" y="594276"/>
                  </a:lnTo>
                  <a:lnTo>
                    <a:pt x="4421857" y="594276"/>
                  </a:lnTo>
                  <a:lnTo>
                    <a:pt x="4421951" y="594276"/>
                  </a:lnTo>
                  <a:lnTo>
                    <a:pt x="4422045" y="594276"/>
                  </a:lnTo>
                  <a:lnTo>
                    <a:pt x="4422140" y="594276"/>
                  </a:lnTo>
                  <a:lnTo>
                    <a:pt x="4422234" y="594276"/>
                  </a:lnTo>
                  <a:lnTo>
                    <a:pt x="4422328" y="594276"/>
                  </a:lnTo>
                  <a:lnTo>
                    <a:pt x="4422422" y="594276"/>
                  </a:lnTo>
                  <a:lnTo>
                    <a:pt x="4422516" y="594276"/>
                  </a:lnTo>
                  <a:lnTo>
                    <a:pt x="4422610" y="594276"/>
                  </a:lnTo>
                  <a:lnTo>
                    <a:pt x="4422704" y="594276"/>
                  </a:lnTo>
                  <a:lnTo>
                    <a:pt x="4422799" y="594276"/>
                  </a:lnTo>
                  <a:lnTo>
                    <a:pt x="4422893" y="594276"/>
                  </a:lnTo>
                  <a:lnTo>
                    <a:pt x="4422987" y="594276"/>
                  </a:lnTo>
                  <a:lnTo>
                    <a:pt x="4423081" y="594276"/>
                  </a:lnTo>
                  <a:lnTo>
                    <a:pt x="4423175" y="594276"/>
                  </a:lnTo>
                  <a:lnTo>
                    <a:pt x="4423269" y="594276"/>
                  </a:lnTo>
                  <a:lnTo>
                    <a:pt x="4423363" y="594276"/>
                  </a:lnTo>
                  <a:lnTo>
                    <a:pt x="4423458" y="594276"/>
                  </a:lnTo>
                  <a:lnTo>
                    <a:pt x="4423552" y="594276"/>
                  </a:lnTo>
                  <a:lnTo>
                    <a:pt x="4423646" y="594276"/>
                  </a:lnTo>
                  <a:lnTo>
                    <a:pt x="4423740" y="594276"/>
                  </a:lnTo>
                  <a:lnTo>
                    <a:pt x="4423834" y="594276"/>
                  </a:lnTo>
                  <a:lnTo>
                    <a:pt x="4423928" y="594276"/>
                  </a:lnTo>
                  <a:lnTo>
                    <a:pt x="4424023" y="594276"/>
                  </a:lnTo>
                  <a:lnTo>
                    <a:pt x="4424117" y="594276"/>
                  </a:lnTo>
                  <a:lnTo>
                    <a:pt x="4424211" y="594276"/>
                  </a:lnTo>
                  <a:lnTo>
                    <a:pt x="4424305" y="594276"/>
                  </a:lnTo>
                  <a:lnTo>
                    <a:pt x="4424399" y="594276"/>
                  </a:lnTo>
                  <a:lnTo>
                    <a:pt x="4424493" y="594276"/>
                  </a:lnTo>
                  <a:lnTo>
                    <a:pt x="4424587" y="594276"/>
                  </a:lnTo>
                  <a:lnTo>
                    <a:pt x="4424682" y="594276"/>
                  </a:lnTo>
                  <a:lnTo>
                    <a:pt x="4424776" y="594276"/>
                  </a:lnTo>
                  <a:lnTo>
                    <a:pt x="4424870" y="594276"/>
                  </a:lnTo>
                  <a:lnTo>
                    <a:pt x="4424964" y="594276"/>
                  </a:lnTo>
                  <a:lnTo>
                    <a:pt x="4425058" y="594276"/>
                  </a:lnTo>
                  <a:lnTo>
                    <a:pt x="4425152" y="594276"/>
                  </a:lnTo>
                  <a:lnTo>
                    <a:pt x="4425247" y="594276"/>
                  </a:lnTo>
                  <a:lnTo>
                    <a:pt x="4425341" y="594276"/>
                  </a:lnTo>
                  <a:lnTo>
                    <a:pt x="4425435" y="594276"/>
                  </a:lnTo>
                  <a:lnTo>
                    <a:pt x="4425529" y="594276"/>
                  </a:lnTo>
                  <a:lnTo>
                    <a:pt x="4425623" y="594276"/>
                  </a:lnTo>
                  <a:lnTo>
                    <a:pt x="4425717" y="594276"/>
                  </a:lnTo>
                  <a:lnTo>
                    <a:pt x="4425811" y="594276"/>
                  </a:lnTo>
                  <a:lnTo>
                    <a:pt x="4425906" y="594276"/>
                  </a:lnTo>
                  <a:lnTo>
                    <a:pt x="4426000" y="594276"/>
                  </a:lnTo>
                  <a:lnTo>
                    <a:pt x="4426094" y="594276"/>
                  </a:lnTo>
                  <a:lnTo>
                    <a:pt x="4426188" y="594276"/>
                  </a:lnTo>
                  <a:lnTo>
                    <a:pt x="4426282" y="594276"/>
                  </a:lnTo>
                  <a:lnTo>
                    <a:pt x="4426376" y="594276"/>
                  </a:lnTo>
                  <a:lnTo>
                    <a:pt x="4426471" y="594276"/>
                  </a:lnTo>
                  <a:lnTo>
                    <a:pt x="4426565" y="594276"/>
                  </a:lnTo>
                  <a:lnTo>
                    <a:pt x="4426659" y="594276"/>
                  </a:lnTo>
                  <a:lnTo>
                    <a:pt x="4426753" y="594276"/>
                  </a:lnTo>
                  <a:lnTo>
                    <a:pt x="4426847" y="594276"/>
                  </a:lnTo>
                  <a:lnTo>
                    <a:pt x="4426941" y="594276"/>
                  </a:lnTo>
                  <a:lnTo>
                    <a:pt x="4427035" y="594276"/>
                  </a:lnTo>
                  <a:lnTo>
                    <a:pt x="4427130" y="594276"/>
                  </a:lnTo>
                  <a:lnTo>
                    <a:pt x="4427224" y="594276"/>
                  </a:lnTo>
                  <a:lnTo>
                    <a:pt x="4427318" y="594276"/>
                  </a:lnTo>
                  <a:lnTo>
                    <a:pt x="4427412" y="594276"/>
                  </a:lnTo>
                  <a:lnTo>
                    <a:pt x="4427506" y="594276"/>
                  </a:lnTo>
                  <a:lnTo>
                    <a:pt x="4427600" y="594276"/>
                  </a:lnTo>
                  <a:lnTo>
                    <a:pt x="4427694" y="594276"/>
                  </a:lnTo>
                  <a:lnTo>
                    <a:pt x="4427789" y="594276"/>
                  </a:lnTo>
                  <a:lnTo>
                    <a:pt x="4427883" y="594276"/>
                  </a:lnTo>
                  <a:lnTo>
                    <a:pt x="4427977" y="594276"/>
                  </a:lnTo>
                  <a:lnTo>
                    <a:pt x="4428071" y="594276"/>
                  </a:lnTo>
                  <a:lnTo>
                    <a:pt x="4428165" y="594276"/>
                  </a:lnTo>
                  <a:lnTo>
                    <a:pt x="4428259" y="594276"/>
                  </a:lnTo>
                  <a:lnTo>
                    <a:pt x="4428354" y="594276"/>
                  </a:lnTo>
                  <a:lnTo>
                    <a:pt x="4428448" y="594276"/>
                  </a:lnTo>
                  <a:lnTo>
                    <a:pt x="4428542" y="594276"/>
                  </a:lnTo>
                  <a:lnTo>
                    <a:pt x="4428636" y="594276"/>
                  </a:lnTo>
                  <a:lnTo>
                    <a:pt x="4428730" y="594276"/>
                  </a:lnTo>
                  <a:lnTo>
                    <a:pt x="4428824" y="594276"/>
                  </a:lnTo>
                  <a:lnTo>
                    <a:pt x="4428918" y="594276"/>
                  </a:lnTo>
                  <a:lnTo>
                    <a:pt x="4429013" y="594276"/>
                  </a:lnTo>
                  <a:lnTo>
                    <a:pt x="4429107" y="594276"/>
                  </a:lnTo>
                  <a:lnTo>
                    <a:pt x="4429201" y="594276"/>
                  </a:lnTo>
                  <a:lnTo>
                    <a:pt x="4429295" y="594276"/>
                  </a:lnTo>
                  <a:lnTo>
                    <a:pt x="4429389" y="594276"/>
                  </a:lnTo>
                  <a:lnTo>
                    <a:pt x="4429483" y="594276"/>
                  </a:lnTo>
                  <a:lnTo>
                    <a:pt x="4429578" y="594276"/>
                  </a:lnTo>
                  <a:lnTo>
                    <a:pt x="4429672" y="594276"/>
                  </a:lnTo>
                  <a:lnTo>
                    <a:pt x="4429766" y="594276"/>
                  </a:lnTo>
                  <a:lnTo>
                    <a:pt x="4429860" y="594276"/>
                  </a:lnTo>
                  <a:lnTo>
                    <a:pt x="4429954" y="594276"/>
                  </a:lnTo>
                  <a:lnTo>
                    <a:pt x="4430048" y="594276"/>
                  </a:lnTo>
                  <a:lnTo>
                    <a:pt x="4430142" y="594276"/>
                  </a:lnTo>
                  <a:lnTo>
                    <a:pt x="4430237" y="594276"/>
                  </a:lnTo>
                  <a:lnTo>
                    <a:pt x="4430331" y="594276"/>
                  </a:lnTo>
                  <a:lnTo>
                    <a:pt x="4430425" y="594276"/>
                  </a:lnTo>
                  <a:lnTo>
                    <a:pt x="4430519" y="594276"/>
                  </a:lnTo>
                  <a:lnTo>
                    <a:pt x="4430613" y="594276"/>
                  </a:lnTo>
                  <a:lnTo>
                    <a:pt x="4430707" y="594276"/>
                  </a:lnTo>
                  <a:lnTo>
                    <a:pt x="4430802" y="594276"/>
                  </a:lnTo>
                  <a:lnTo>
                    <a:pt x="4430896" y="594276"/>
                  </a:lnTo>
                  <a:lnTo>
                    <a:pt x="4430990" y="594276"/>
                  </a:lnTo>
                  <a:lnTo>
                    <a:pt x="4431084" y="594276"/>
                  </a:lnTo>
                  <a:lnTo>
                    <a:pt x="4431178" y="594276"/>
                  </a:lnTo>
                  <a:lnTo>
                    <a:pt x="4431272" y="594276"/>
                  </a:lnTo>
                  <a:lnTo>
                    <a:pt x="4431366" y="594276"/>
                  </a:lnTo>
                  <a:lnTo>
                    <a:pt x="4431461" y="594276"/>
                  </a:lnTo>
                  <a:lnTo>
                    <a:pt x="4431555" y="594276"/>
                  </a:lnTo>
                  <a:lnTo>
                    <a:pt x="4431649" y="594276"/>
                  </a:lnTo>
                  <a:lnTo>
                    <a:pt x="4431743" y="594276"/>
                  </a:lnTo>
                  <a:lnTo>
                    <a:pt x="4431837" y="594276"/>
                  </a:lnTo>
                  <a:lnTo>
                    <a:pt x="4431931" y="594276"/>
                  </a:lnTo>
                  <a:lnTo>
                    <a:pt x="4432025" y="594276"/>
                  </a:lnTo>
                  <a:lnTo>
                    <a:pt x="4432120" y="594276"/>
                  </a:lnTo>
                  <a:lnTo>
                    <a:pt x="4432214" y="594276"/>
                  </a:lnTo>
                  <a:lnTo>
                    <a:pt x="4432308" y="594276"/>
                  </a:lnTo>
                  <a:lnTo>
                    <a:pt x="4432402" y="594276"/>
                  </a:lnTo>
                  <a:lnTo>
                    <a:pt x="4432496" y="594276"/>
                  </a:lnTo>
                  <a:lnTo>
                    <a:pt x="4432590" y="594276"/>
                  </a:lnTo>
                  <a:lnTo>
                    <a:pt x="4432685" y="594276"/>
                  </a:lnTo>
                  <a:lnTo>
                    <a:pt x="4432779" y="594276"/>
                  </a:lnTo>
                  <a:lnTo>
                    <a:pt x="4432873" y="594276"/>
                  </a:lnTo>
                  <a:lnTo>
                    <a:pt x="4432967" y="594276"/>
                  </a:lnTo>
                  <a:lnTo>
                    <a:pt x="4433061" y="594276"/>
                  </a:lnTo>
                  <a:lnTo>
                    <a:pt x="4433155" y="594276"/>
                  </a:lnTo>
                  <a:lnTo>
                    <a:pt x="4433249" y="594276"/>
                  </a:lnTo>
                  <a:lnTo>
                    <a:pt x="4433344" y="594276"/>
                  </a:lnTo>
                  <a:lnTo>
                    <a:pt x="4433438" y="594276"/>
                  </a:lnTo>
                  <a:lnTo>
                    <a:pt x="4433532" y="594276"/>
                  </a:lnTo>
                  <a:lnTo>
                    <a:pt x="4433626" y="594276"/>
                  </a:lnTo>
                  <a:lnTo>
                    <a:pt x="4433720" y="594276"/>
                  </a:lnTo>
                  <a:lnTo>
                    <a:pt x="4433814" y="594276"/>
                  </a:lnTo>
                  <a:lnTo>
                    <a:pt x="4433909" y="594276"/>
                  </a:lnTo>
                  <a:lnTo>
                    <a:pt x="4434003" y="594276"/>
                  </a:lnTo>
                  <a:lnTo>
                    <a:pt x="4434097" y="594276"/>
                  </a:lnTo>
                  <a:lnTo>
                    <a:pt x="4434191" y="594276"/>
                  </a:lnTo>
                  <a:lnTo>
                    <a:pt x="4434285" y="594276"/>
                  </a:lnTo>
                  <a:lnTo>
                    <a:pt x="4434379" y="594276"/>
                  </a:lnTo>
                  <a:lnTo>
                    <a:pt x="4434473" y="594276"/>
                  </a:lnTo>
                  <a:lnTo>
                    <a:pt x="4434568" y="594276"/>
                  </a:lnTo>
                  <a:lnTo>
                    <a:pt x="4434662" y="594276"/>
                  </a:lnTo>
                  <a:lnTo>
                    <a:pt x="4434756" y="594276"/>
                  </a:lnTo>
                  <a:lnTo>
                    <a:pt x="4434850" y="594276"/>
                  </a:lnTo>
                  <a:lnTo>
                    <a:pt x="4434944" y="594276"/>
                  </a:lnTo>
                  <a:lnTo>
                    <a:pt x="4435038" y="594276"/>
                  </a:lnTo>
                  <a:lnTo>
                    <a:pt x="4435133" y="594276"/>
                  </a:lnTo>
                  <a:lnTo>
                    <a:pt x="4435133" y="589364"/>
                  </a:lnTo>
                  <a:lnTo>
                    <a:pt x="4435227" y="589364"/>
                  </a:lnTo>
                  <a:lnTo>
                    <a:pt x="4435321" y="589364"/>
                  </a:lnTo>
                  <a:lnTo>
                    <a:pt x="4435415" y="589364"/>
                  </a:lnTo>
                  <a:lnTo>
                    <a:pt x="4435509" y="589364"/>
                  </a:lnTo>
                  <a:lnTo>
                    <a:pt x="4435603" y="589364"/>
                  </a:lnTo>
                  <a:lnTo>
                    <a:pt x="4435697" y="589364"/>
                  </a:lnTo>
                  <a:lnTo>
                    <a:pt x="4435792" y="589364"/>
                  </a:lnTo>
                  <a:lnTo>
                    <a:pt x="4435886" y="589364"/>
                  </a:lnTo>
                  <a:lnTo>
                    <a:pt x="4435980" y="589364"/>
                  </a:lnTo>
                  <a:lnTo>
                    <a:pt x="4436074" y="589364"/>
                  </a:lnTo>
                  <a:lnTo>
                    <a:pt x="4436168" y="589364"/>
                  </a:lnTo>
                  <a:lnTo>
                    <a:pt x="4436262" y="589364"/>
                  </a:lnTo>
                  <a:lnTo>
                    <a:pt x="4436356" y="589364"/>
                  </a:lnTo>
                  <a:lnTo>
                    <a:pt x="4436451" y="589364"/>
                  </a:lnTo>
                  <a:lnTo>
                    <a:pt x="4436545" y="589364"/>
                  </a:lnTo>
                  <a:lnTo>
                    <a:pt x="4436639" y="589364"/>
                  </a:lnTo>
                  <a:lnTo>
                    <a:pt x="4436733" y="589364"/>
                  </a:lnTo>
                  <a:lnTo>
                    <a:pt x="4436827" y="589364"/>
                  </a:lnTo>
                  <a:lnTo>
                    <a:pt x="4436921" y="589364"/>
                  </a:lnTo>
                  <a:lnTo>
                    <a:pt x="4437016" y="589364"/>
                  </a:lnTo>
                  <a:lnTo>
                    <a:pt x="4437110" y="589364"/>
                  </a:lnTo>
                  <a:lnTo>
                    <a:pt x="4437204" y="589364"/>
                  </a:lnTo>
                  <a:lnTo>
                    <a:pt x="4437298" y="589364"/>
                  </a:lnTo>
                  <a:lnTo>
                    <a:pt x="4437392" y="589364"/>
                  </a:lnTo>
                  <a:lnTo>
                    <a:pt x="4437486" y="589364"/>
                  </a:lnTo>
                  <a:lnTo>
                    <a:pt x="4437580" y="589364"/>
                  </a:lnTo>
                  <a:lnTo>
                    <a:pt x="4437675" y="589364"/>
                  </a:lnTo>
                  <a:lnTo>
                    <a:pt x="4437769" y="589364"/>
                  </a:lnTo>
                  <a:lnTo>
                    <a:pt x="4437863" y="589364"/>
                  </a:lnTo>
                  <a:lnTo>
                    <a:pt x="4437957" y="589364"/>
                  </a:lnTo>
                  <a:lnTo>
                    <a:pt x="4438051" y="589364"/>
                  </a:lnTo>
                  <a:lnTo>
                    <a:pt x="4438145" y="589364"/>
                  </a:lnTo>
                  <a:lnTo>
                    <a:pt x="4438240" y="589364"/>
                  </a:lnTo>
                  <a:lnTo>
                    <a:pt x="4438334" y="589364"/>
                  </a:lnTo>
                  <a:lnTo>
                    <a:pt x="4438428" y="589364"/>
                  </a:lnTo>
                  <a:lnTo>
                    <a:pt x="4438522" y="589364"/>
                  </a:lnTo>
                  <a:lnTo>
                    <a:pt x="4438616" y="589364"/>
                  </a:lnTo>
                  <a:lnTo>
                    <a:pt x="4438710" y="589364"/>
                  </a:lnTo>
                  <a:lnTo>
                    <a:pt x="4438804" y="589364"/>
                  </a:lnTo>
                  <a:lnTo>
                    <a:pt x="4438899" y="589364"/>
                  </a:lnTo>
                  <a:lnTo>
                    <a:pt x="4438993" y="589364"/>
                  </a:lnTo>
                  <a:lnTo>
                    <a:pt x="4439087" y="589364"/>
                  </a:lnTo>
                  <a:lnTo>
                    <a:pt x="4439181" y="589364"/>
                  </a:lnTo>
                  <a:lnTo>
                    <a:pt x="4439275" y="589364"/>
                  </a:lnTo>
                  <a:lnTo>
                    <a:pt x="4439369" y="589364"/>
                  </a:lnTo>
                  <a:lnTo>
                    <a:pt x="4439464" y="589364"/>
                  </a:lnTo>
                  <a:lnTo>
                    <a:pt x="4439558" y="589364"/>
                  </a:lnTo>
                  <a:lnTo>
                    <a:pt x="4439652" y="589364"/>
                  </a:lnTo>
                  <a:lnTo>
                    <a:pt x="4439746" y="589364"/>
                  </a:lnTo>
                  <a:lnTo>
                    <a:pt x="4439840" y="589364"/>
                  </a:lnTo>
                  <a:lnTo>
                    <a:pt x="4439934" y="589364"/>
                  </a:lnTo>
                  <a:lnTo>
                    <a:pt x="4440028" y="589364"/>
                  </a:lnTo>
                  <a:lnTo>
                    <a:pt x="4440123" y="589364"/>
                  </a:lnTo>
                  <a:lnTo>
                    <a:pt x="4440217" y="589364"/>
                  </a:lnTo>
                  <a:lnTo>
                    <a:pt x="4440311" y="589364"/>
                  </a:lnTo>
                  <a:lnTo>
                    <a:pt x="4440405" y="589364"/>
                  </a:lnTo>
                  <a:lnTo>
                    <a:pt x="4440499" y="589364"/>
                  </a:lnTo>
                  <a:lnTo>
                    <a:pt x="4440593" y="589364"/>
                  </a:lnTo>
                  <a:lnTo>
                    <a:pt x="4440687" y="589364"/>
                  </a:lnTo>
                  <a:lnTo>
                    <a:pt x="4440782" y="589364"/>
                  </a:lnTo>
                  <a:lnTo>
                    <a:pt x="4440876" y="589364"/>
                  </a:lnTo>
                  <a:lnTo>
                    <a:pt x="4440970" y="589364"/>
                  </a:lnTo>
                  <a:lnTo>
                    <a:pt x="4441064" y="589364"/>
                  </a:lnTo>
                  <a:lnTo>
                    <a:pt x="4441158" y="589364"/>
                  </a:lnTo>
                  <a:lnTo>
                    <a:pt x="4441252" y="589364"/>
                  </a:lnTo>
                  <a:lnTo>
                    <a:pt x="4441347" y="589364"/>
                  </a:lnTo>
                  <a:lnTo>
                    <a:pt x="4441441" y="589364"/>
                  </a:lnTo>
                  <a:lnTo>
                    <a:pt x="4441535" y="589364"/>
                  </a:lnTo>
                  <a:lnTo>
                    <a:pt x="4441629" y="589364"/>
                  </a:lnTo>
                  <a:lnTo>
                    <a:pt x="4441723" y="589364"/>
                  </a:lnTo>
                  <a:lnTo>
                    <a:pt x="4441817" y="589364"/>
                  </a:lnTo>
                  <a:lnTo>
                    <a:pt x="4441911" y="589364"/>
                  </a:lnTo>
                  <a:lnTo>
                    <a:pt x="4442006" y="589364"/>
                  </a:lnTo>
                  <a:lnTo>
                    <a:pt x="4442100" y="589364"/>
                  </a:lnTo>
                  <a:lnTo>
                    <a:pt x="4442194" y="589364"/>
                  </a:lnTo>
                  <a:lnTo>
                    <a:pt x="4442288" y="589364"/>
                  </a:lnTo>
                  <a:lnTo>
                    <a:pt x="4442382" y="589364"/>
                  </a:lnTo>
                  <a:lnTo>
                    <a:pt x="4442476" y="589364"/>
                  </a:lnTo>
                  <a:lnTo>
                    <a:pt x="4442571" y="589364"/>
                  </a:lnTo>
                  <a:lnTo>
                    <a:pt x="4442665" y="589364"/>
                  </a:lnTo>
                  <a:lnTo>
                    <a:pt x="4442665" y="584453"/>
                  </a:lnTo>
                  <a:lnTo>
                    <a:pt x="4442759" y="584453"/>
                  </a:lnTo>
                  <a:lnTo>
                    <a:pt x="4442853" y="584453"/>
                  </a:lnTo>
                  <a:lnTo>
                    <a:pt x="4442947" y="584453"/>
                  </a:lnTo>
                  <a:lnTo>
                    <a:pt x="4443041" y="584453"/>
                  </a:lnTo>
                  <a:lnTo>
                    <a:pt x="4443135" y="584453"/>
                  </a:lnTo>
                  <a:lnTo>
                    <a:pt x="4443230" y="584453"/>
                  </a:lnTo>
                  <a:lnTo>
                    <a:pt x="4443324" y="584453"/>
                  </a:lnTo>
                  <a:lnTo>
                    <a:pt x="4443418" y="584453"/>
                  </a:lnTo>
                  <a:lnTo>
                    <a:pt x="4443512" y="584453"/>
                  </a:lnTo>
                  <a:lnTo>
                    <a:pt x="4443606" y="584453"/>
                  </a:lnTo>
                  <a:lnTo>
                    <a:pt x="4443700" y="584453"/>
                  </a:lnTo>
                  <a:lnTo>
                    <a:pt x="4443795" y="584453"/>
                  </a:lnTo>
                  <a:lnTo>
                    <a:pt x="4443889" y="584453"/>
                  </a:lnTo>
                  <a:lnTo>
                    <a:pt x="4443983" y="584453"/>
                  </a:lnTo>
                  <a:lnTo>
                    <a:pt x="4444077" y="584453"/>
                  </a:lnTo>
                  <a:lnTo>
                    <a:pt x="4444171" y="584453"/>
                  </a:lnTo>
                  <a:lnTo>
                    <a:pt x="4444265" y="584453"/>
                  </a:lnTo>
                  <a:lnTo>
                    <a:pt x="4444359" y="584453"/>
                  </a:lnTo>
                  <a:lnTo>
                    <a:pt x="4444454" y="584453"/>
                  </a:lnTo>
                  <a:lnTo>
                    <a:pt x="4444548" y="584453"/>
                  </a:lnTo>
                  <a:lnTo>
                    <a:pt x="4444642" y="584453"/>
                  </a:lnTo>
                  <a:lnTo>
                    <a:pt x="4444736" y="584453"/>
                  </a:lnTo>
                  <a:lnTo>
                    <a:pt x="4444830" y="584453"/>
                  </a:lnTo>
                  <a:lnTo>
                    <a:pt x="4444924" y="584453"/>
                  </a:lnTo>
                  <a:lnTo>
                    <a:pt x="4445018" y="584453"/>
                  </a:lnTo>
                  <a:lnTo>
                    <a:pt x="4445113" y="584453"/>
                  </a:lnTo>
                  <a:lnTo>
                    <a:pt x="4445207" y="584453"/>
                  </a:lnTo>
                  <a:lnTo>
                    <a:pt x="4445301" y="584453"/>
                  </a:lnTo>
                  <a:lnTo>
                    <a:pt x="4445395" y="584453"/>
                  </a:lnTo>
                  <a:lnTo>
                    <a:pt x="4445489" y="584453"/>
                  </a:lnTo>
                  <a:lnTo>
                    <a:pt x="4445583" y="584453"/>
                  </a:lnTo>
                  <a:lnTo>
                    <a:pt x="4445678" y="584453"/>
                  </a:lnTo>
                  <a:lnTo>
                    <a:pt x="4445772" y="584453"/>
                  </a:lnTo>
                  <a:lnTo>
                    <a:pt x="4445866" y="584453"/>
                  </a:lnTo>
                  <a:lnTo>
                    <a:pt x="4445960" y="584453"/>
                  </a:lnTo>
                  <a:lnTo>
                    <a:pt x="4446054" y="584453"/>
                  </a:lnTo>
                  <a:lnTo>
                    <a:pt x="4446148" y="584453"/>
                  </a:lnTo>
                  <a:lnTo>
                    <a:pt x="4446242" y="584453"/>
                  </a:lnTo>
                  <a:lnTo>
                    <a:pt x="4446337" y="584453"/>
                  </a:lnTo>
                  <a:lnTo>
                    <a:pt x="4446431" y="584453"/>
                  </a:lnTo>
                  <a:lnTo>
                    <a:pt x="4446525" y="584453"/>
                  </a:lnTo>
                  <a:lnTo>
                    <a:pt x="4446619" y="584453"/>
                  </a:lnTo>
                  <a:lnTo>
                    <a:pt x="4446713" y="584453"/>
                  </a:lnTo>
                  <a:lnTo>
                    <a:pt x="4446807" y="584453"/>
                  </a:lnTo>
                  <a:lnTo>
                    <a:pt x="4446902" y="584453"/>
                  </a:lnTo>
                  <a:lnTo>
                    <a:pt x="4446996" y="584453"/>
                  </a:lnTo>
                  <a:lnTo>
                    <a:pt x="4447090" y="584453"/>
                  </a:lnTo>
                  <a:lnTo>
                    <a:pt x="4447184" y="584453"/>
                  </a:lnTo>
                  <a:lnTo>
                    <a:pt x="4447278" y="584453"/>
                  </a:lnTo>
                  <a:lnTo>
                    <a:pt x="4447372" y="584453"/>
                  </a:lnTo>
                  <a:lnTo>
                    <a:pt x="4447466" y="584453"/>
                  </a:lnTo>
                  <a:lnTo>
                    <a:pt x="4447561" y="584453"/>
                  </a:lnTo>
                  <a:lnTo>
                    <a:pt x="4447655" y="584453"/>
                  </a:lnTo>
                  <a:lnTo>
                    <a:pt x="4447749" y="584453"/>
                  </a:lnTo>
                  <a:lnTo>
                    <a:pt x="4447843" y="584453"/>
                  </a:lnTo>
                  <a:lnTo>
                    <a:pt x="4447937" y="584453"/>
                  </a:lnTo>
                  <a:lnTo>
                    <a:pt x="4448031" y="584453"/>
                  </a:lnTo>
                  <a:lnTo>
                    <a:pt x="4448126" y="584453"/>
                  </a:lnTo>
                  <a:lnTo>
                    <a:pt x="4448220" y="584453"/>
                  </a:lnTo>
                  <a:lnTo>
                    <a:pt x="4448314" y="584453"/>
                  </a:lnTo>
                  <a:lnTo>
                    <a:pt x="4448408" y="584453"/>
                  </a:lnTo>
                  <a:lnTo>
                    <a:pt x="4448502" y="584453"/>
                  </a:lnTo>
                  <a:lnTo>
                    <a:pt x="4448596" y="584453"/>
                  </a:lnTo>
                  <a:lnTo>
                    <a:pt x="4448690" y="584453"/>
                  </a:lnTo>
                  <a:lnTo>
                    <a:pt x="4448785" y="584453"/>
                  </a:lnTo>
                  <a:lnTo>
                    <a:pt x="4448879" y="584453"/>
                  </a:lnTo>
                  <a:lnTo>
                    <a:pt x="4448973" y="584453"/>
                  </a:lnTo>
                  <a:lnTo>
                    <a:pt x="4449067" y="584453"/>
                  </a:lnTo>
                  <a:lnTo>
                    <a:pt x="4449161" y="584453"/>
                  </a:lnTo>
                  <a:lnTo>
                    <a:pt x="4449255" y="584453"/>
                  </a:lnTo>
                  <a:lnTo>
                    <a:pt x="4449349" y="584453"/>
                  </a:lnTo>
                  <a:lnTo>
                    <a:pt x="4449444" y="584453"/>
                  </a:lnTo>
                  <a:lnTo>
                    <a:pt x="4449538" y="584453"/>
                  </a:lnTo>
                  <a:lnTo>
                    <a:pt x="4449632" y="584453"/>
                  </a:lnTo>
                  <a:lnTo>
                    <a:pt x="4449726" y="584453"/>
                  </a:lnTo>
                  <a:lnTo>
                    <a:pt x="4449820" y="584453"/>
                  </a:lnTo>
                  <a:lnTo>
                    <a:pt x="4449914" y="584453"/>
                  </a:lnTo>
                  <a:lnTo>
                    <a:pt x="4450009" y="584453"/>
                  </a:lnTo>
                  <a:lnTo>
                    <a:pt x="4450103" y="584453"/>
                  </a:lnTo>
                  <a:lnTo>
                    <a:pt x="4450197" y="584453"/>
                  </a:lnTo>
                  <a:lnTo>
                    <a:pt x="4450291" y="584453"/>
                  </a:lnTo>
                  <a:lnTo>
                    <a:pt x="4450385" y="584453"/>
                  </a:lnTo>
                  <a:lnTo>
                    <a:pt x="4450479" y="584453"/>
                  </a:lnTo>
                  <a:lnTo>
                    <a:pt x="4450573" y="584453"/>
                  </a:lnTo>
                  <a:lnTo>
                    <a:pt x="4450668" y="584453"/>
                  </a:lnTo>
                  <a:lnTo>
                    <a:pt x="4450762" y="584453"/>
                  </a:lnTo>
                  <a:lnTo>
                    <a:pt x="4450856" y="584453"/>
                  </a:lnTo>
                  <a:lnTo>
                    <a:pt x="4450950" y="584453"/>
                  </a:lnTo>
                  <a:lnTo>
                    <a:pt x="4451044" y="584453"/>
                  </a:lnTo>
                  <a:lnTo>
                    <a:pt x="4451138" y="584453"/>
                  </a:lnTo>
                  <a:lnTo>
                    <a:pt x="4451233" y="584453"/>
                  </a:lnTo>
                  <a:lnTo>
                    <a:pt x="4451327" y="584453"/>
                  </a:lnTo>
                  <a:lnTo>
                    <a:pt x="4451421" y="584453"/>
                  </a:lnTo>
                  <a:lnTo>
                    <a:pt x="4451515" y="584453"/>
                  </a:lnTo>
                  <a:lnTo>
                    <a:pt x="4451609" y="584453"/>
                  </a:lnTo>
                  <a:lnTo>
                    <a:pt x="4451703" y="584453"/>
                  </a:lnTo>
                  <a:lnTo>
                    <a:pt x="4451797" y="584453"/>
                  </a:lnTo>
                  <a:lnTo>
                    <a:pt x="4451892" y="584453"/>
                  </a:lnTo>
                  <a:lnTo>
                    <a:pt x="4451986" y="584453"/>
                  </a:lnTo>
                  <a:lnTo>
                    <a:pt x="4452080" y="584453"/>
                  </a:lnTo>
                  <a:lnTo>
                    <a:pt x="4452174" y="584453"/>
                  </a:lnTo>
                  <a:lnTo>
                    <a:pt x="4452268" y="584453"/>
                  </a:lnTo>
                  <a:lnTo>
                    <a:pt x="4452362" y="584453"/>
                  </a:lnTo>
                  <a:lnTo>
                    <a:pt x="4452457" y="584453"/>
                  </a:lnTo>
                  <a:lnTo>
                    <a:pt x="4452551" y="584453"/>
                  </a:lnTo>
                  <a:lnTo>
                    <a:pt x="4452645" y="584453"/>
                  </a:lnTo>
                  <a:lnTo>
                    <a:pt x="4452739" y="584453"/>
                  </a:lnTo>
                  <a:lnTo>
                    <a:pt x="4452833" y="584453"/>
                  </a:lnTo>
                  <a:lnTo>
                    <a:pt x="4452927" y="584453"/>
                  </a:lnTo>
                  <a:lnTo>
                    <a:pt x="4453021" y="584453"/>
                  </a:lnTo>
                  <a:lnTo>
                    <a:pt x="4453116" y="584453"/>
                  </a:lnTo>
                  <a:lnTo>
                    <a:pt x="4453210" y="584453"/>
                  </a:lnTo>
                  <a:lnTo>
                    <a:pt x="4453304" y="584453"/>
                  </a:lnTo>
                  <a:lnTo>
                    <a:pt x="4453398" y="584453"/>
                  </a:lnTo>
                  <a:lnTo>
                    <a:pt x="4453492" y="584453"/>
                  </a:lnTo>
                  <a:lnTo>
                    <a:pt x="4453586" y="584453"/>
                  </a:lnTo>
                  <a:lnTo>
                    <a:pt x="4453680" y="584453"/>
                  </a:lnTo>
                  <a:lnTo>
                    <a:pt x="4453775" y="584453"/>
                  </a:lnTo>
                  <a:lnTo>
                    <a:pt x="4453869" y="584453"/>
                  </a:lnTo>
                  <a:lnTo>
                    <a:pt x="4453963" y="584453"/>
                  </a:lnTo>
                  <a:lnTo>
                    <a:pt x="4454057" y="584453"/>
                  </a:lnTo>
                  <a:lnTo>
                    <a:pt x="4454151" y="584453"/>
                  </a:lnTo>
                  <a:lnTo>
                    <a:pt x="4454245" y="584453"/>
                  </a:lnTo>
                  <a:lnTo>
                    <a:pt x="4454340" y="584453"/>
                  </a:lnTo>
                  <a:lnTo>
                    <a:pt x="4454434" y="584453"/>
                  </a:lnTo>
                  <a:lnTo>
                    <a:pt x="4454528" y="584453"/>
                  </a:lnTo>
                  <a:lnTo>
                    <a:pt x="4454622" y="584453"/>
                  </a:lnTo>
                  <a:lnTo>
                    <a:pt x="4454716" y="584453"/>
                  </a:lnTo>
                  <a:lnTo>
                    <a:pt x="4454810" y="584453"/>
                  </a:lnTo>
                  <a:lnTo>
                    <a:pt x="4454904" y="584453"/>
                  </a:lnTo>
                  <a:lnTo>
                    <a:pt x="4454999" y="584453"/>
                  </a:lnTo>
                  <a:lnTo>
                    <a:pt x="4455093" y="584453"/>
                  </a:lnTo>
                  <a:lnTo>
                    <a:pt x="4455187" y="584453"/>
                  </a:lnTo>
                  <a:lnTo>
                    <a:pt x="4455281" y="584453"/>
                  </a:lnTo>
                  <a:lnTo>
                    <a:pt x="4455375" y="584453"/>
                  </a:lnTo>
                  <a:lnTo>
                    <a:pt x="4455469" y="584453"/>
                  </a:lnTo>
                  <a:lnTo>
                    <a:pt x="4455564" y="584453"/>
                  </a:lnTo>
                  <a:lnTo>
                    <a:pt x="4455658" y="584453"/>
                  </a:lnTo>
                  <a:lnTo>
                    <a:pt x="4455752" y="584453"/>
                  </a:lnTo>
                  <a:lnTo>
                    <a:pt x="4455846" y="584453"/>
                  </a:lnTo>
                  <a:lnTo>
                    <a:pt x="4455940" y="584453"/>
                  </a:lnTo>
                  <a:lnTo>
                    <a:pt x="4456034" y="584453"/>
                  </a:lnTo>
                  <a:lnTo>
                    <a:pt x="4456128" y="584453"/>
                  </a:lnTo>
                  <a:lnTo>
                    <a:pt x="4456223" y="584453"/>
                  </a:lnTo>
                  <a:lnTo>
                    <a:pt x="4456317" y="584453"/>
                  </a:lnTo>
                  <a:lnTo>
                    <a:pt x="4456411" y="584453"/>
                  </a:lnTo>
                  <a:lnTo>
                    <a:pt x="4456505" y="584453"/>
                  </a:lnTo>
                  <a:lnTo>
                    <a:pt x="4456599" y="584453"/>
                  </a:lnTo>
                  <a:lnTo>
                    <a:pt x="4456693" y="584453"/>
                  </a:lnTo>
                  <a:lnTo>
                    <a:pt x="4456788" y="584453"/>
                  </a:lnTo>
                  <a:lnTo>
                    <a:pt x="4456882" y="584453"/>
                  </a:lnTo>
                  <a:lnTo>
                    <a:pt x="4456976" y="584453"/>
                  </a:lnTo>
                  <a:lnTo>
                    <a:pt x="4457070" y="584453"/>
                  </a:lnTo>
                  <a:lnTo>
                    <a:pt x="4457164" y="584453"/>
                  </a:lnTo>
                  <a:lnTo>
                    <a:pt x="4457258" y="584453"/>
                  </a:lnTo>
                  <a:lnTo>
                    <a:pt x="4457352" y="584453"/>
                  </a:lnTo>
                  <a:lnTo>
                    <a:pt x="4457447" y="584453"/>
                  </a:lnTo>
                  <a:lnTo>
                    <a:pt x="4457541" y="584453"/>
                  </a:lnTo>
                  <a:lnTo>
                    <a:pt x="4457635" y="584453"/>
                  </a:lnTo>
                  <a:lnTo>
                    <a:pt x="4457729" y="584453"/>
                  </a:lnTo>
                  <a:lnTo>
                    <a:pt x="4457823" y="584453"/>
                  </a:lnTo>
                  <a:lnTo>
                    <a:pt x="4457917" y="584453"/>
                  </a:lnTo>
                  <a:lnTo>
                    <a:pt x="4458011" y="584453"/>
                  </a:lnTo>
                  <a:lnTo>
                    <a:pt x="4458106" y="584453"/>
                  </a:lnTo>
                  <a:lnTo>
                    <a:pt x="4458200" y="584453"/>
                  </a:lnTo>
                  <a:lnTo>
                    <a:pt x="4458294" y="584453"/>
                  </a:lnTo>
                  <a:lnTo>
                    <a:pt x="4458388" y="584453"/>
                  </a:lnTo>
                  <a:lnTo>
                    <a:pt x="4458482" y="584453"/>
                  </a:lnTo>
                  <a:lnTo>
                    <a:pt x="4458576" y="584453"/>
                  </a:lnTo>
                  <a:lnTo>
                    <a:pt x="4458671" y="584453"/>
                  </a:lnTo>
                  <a:lnTo>
                    <a:pt x="4458765" y="584453"/>
                  </a:lnTo>
                  <a:lnTo>
                    <a:pt x="4458859" y="584453"/>
                  </a:lnTo>
                  <a:lnTo>
                    <a:pt x="4458953" y="584453"/>
                  </a:lnTo>
                  <a:lnTo>
                    <a:pt x="4459047" y="584453"/>
                  </a:lnTo>
                  <a:lnTo>
                    <a:pt x="4459141" y="584453"/>
                  </a:lnTo>
                  <a:lnTo>
                    <a:pt x="4459235" y="584453"/>
                  </a:lnTo>
                  <a:lnTo>
                    <a:pt x="4459330" y="584453"/>
                  </a:lnTo>
                  <a:lnTo>
                    <a:pt x="4459424" y="584453"/>
                  </a:lnTo>
                  <a:lnTo>
                    <a:pt x="4459518" y="584453"/>
                  </a:lnTo>
                  <a:lnTo>
                    <a:pt x="4459612" y="584453"/>
                  </a:lnTo>
                  <a:lnTo>
                    <a:pt x="4459706" y="584453"/>
                  </a:lnTo>
                  <a:lnTo>
                    <a:pt x="4459800" y="584453"/>
                  </a:lnTo>
                  <a:lnTo>
                    <a:pt x="4459895" y="584453"/>
                  </a:lnTo>
                  <a:lnTo>
                    <a:pt x="4459989" y="584453"/>
                  </a:lnTo>
                  <a:lnTo>
                    <a:pt x="4460083" y="584453"/>
                  </a:lnTo>
                  <a:lnTo>
                    <a:pt x="4460177" y="584453"/>
                  </a:lnTo>
                  <a:lnTo>
                    <a:pt x="4460271" y="584453"/>
                  </a:lnTo>
                  <a:lnTo>
                    <a:pt x="4460365" y="584453"/>
                  </a:lnTo>
                  <a:lnTo>
                    <a:pt x="4460459" y="584453"/>
                  </a:lnTo>
                  <a:lnTo>
                    <a:pt x="4460459" y="579542"/>
                  </a:lnTo>
                  <a:lnTo>
                    <a:pt x="4460554" y="579542"/>
                  </a:lnTo>
                  <a:lnTo>
                    <a:pt x="4460648" y="579542"/>
                  </a:lnTo>
                  <a:lnTo>
                    <a:pt x="4460742" y="579542"/>
                  </a:lnTo>
                  <a:lnTo>
                    <a:pt x="4460836" y="579542"/>
                  </a:lnTo>
                  <a:lnTo>
                    <a:pt x="4460930" y="579542"/>
                  </a:lnTo>
                  <a:lnTo>
                    <a:pt x="4461024" y="579542"/>
                  </a:lnTo>
                  <a:lnTo>
                    <a:pt x="4461119" y="579542"/>
                  </a:lnTo>
                  <a:lnTo>
                    <a:pt x="4461213" y="579542"/>
                  </a:lnTo>
                  <a:lnTo>
                    <a:pt x="4461307" y="579542"/>
                  </a:lnTo>
                  <a:lnTo>
                    <a:pt x="4461401" y="579542"/>
                  </a:lnTo>
                  <a:lnTo>
                    <a:pt x="4461495" y="579542"/>
                  </a:lnTo>
                  <a:lnTo>
                    <a:pt x="4461589" y="579542"/>
                  </a:lnTo>
                  <a:lnTo>
                    <a:pt x="4461683" y="579542"/>
                  </a:lnTo>
                  <a:lnTo>
                    <a:pt x="4461778" y="579542"/>
                  </a:lnTo>
                  <a:lnTo>
                    <a:pt x="4461872" y="579542"/>
                  </a:lnTo>
                  <a:lnTo>
                    <a:pt x="4461966" y="579542"/>
                  </a:lnTo>
                  <a:lnTo>
                    <a:pt x="4462060" y="579542"/>
                  </a:lnTo>
                  <a:lnTo>
                    <a:pt x="4462154" y="579542"/>
                  </a:lnTo>
                  <a:lnTo>
                    <a:pt x="4462248" y="579542"/>
                  </a:lnTo>
                  <a:lnTo>
                    <a:pt x="4462343" y="579542"/>
                  </a:lnTo>
                  <a:lnTo>
                    <a:pt x="4462437" y="579542"/>
                  </a:lnTo>
                  <a:lnTo>
                    <a:pt x="4462531" y="579542"/>
                  </a:lnTo>
                  <a:lnTo>
                    <a:pt x="4462625" y="579542"/>
                  </a:lnTo>
                  <a:lnTo>
                    <a:pt x="4462719" y="579542"/>
                  </a:lnTo>
                  <a:lnTo>
                    <a:pt x="4462813" y="579542"/>
                  </a:lnTo>
                  <a:lnTo>
                    <a:pt x="4462907" y="579542"/>
                  </a:lnTo>
                  <a:lnTo>
                    <a:pt x="4463002" y="579542"/>
                  </a:lnTo>
                  <a:lnTo>
                    <a:pt x="4463096" y="579542"/>
                  </a:lnTo>
                  <a:lnTo>
                    <a:pt x="4463190" y="579542"/>
                  </a:lnTo>
                  <a:lnTo>
                    <a:pt x="4463284" y="579542"/>
                  </a:lnTo>
                  <a:lnTo>
                    <a:pt x="4463378" y="579542"/>
                  </a:lnTo>
                  <a:lnTo>
                    <a:pt x="4463472" y="579542"/>
                  </a:lnTo>
                  <a:lnTo>
                    <a:pt x="4463566" y="579542"/>
                  </a:lnTo>
                  <a:lnTo>
                    <a:pt x="4463661" y="579542"/>
                  </a:lnTo>
                  <a:lnTo>
                    <a:pt x="4463755" y="579542"/>
                  </a:lnTo>
                  <a:lnTo>
                    <a:pt x="4463849" y="579542"/>
                  </a:lnTo>
                  <a:lnTo>
                    <a:pt x="4463943" y="579542"/>
                  </a:lnTo>
                  <a:lnTo>
                    <a:pt x="4464037" y="579542"/>
                  </a:lnTo>
                  <a:lnTo>
                    <a:pt x="4464131" y="579542"/>
                  </a:lnTo>
                  <a:lnTo>
                    <a:pt x="4464226" y="579542"/>
                  </a:lnTo>
                  <a:lnTo>
                    <a:pt x="4464320" y="579542"/>
                  </a:lnTo>
                  <a:lnTo>
                    <a:pt x="4464414" y="579542"/>
                  </a:lnTo>
                  <a:lnTo>
                    <a:pt x="4464508" y="579542"/>
                  </a:lnTo>
                  <a:lnTo>
                    <a:pt x="4464602" y="579542"/>
                  </a:lnTo>
                  <a:lnTo>
                    <a:pt x="4464696" y="579542"/>
                  </a:lnTo>
                  <a:lnTo>
                    <a:pt x="4464790" y="579542"/>
                  </a:lnTo>
                  <a:lnTo>
                    <a:pt x="4464885" y="579542"/>
                  </a:lnTo>
                  <a:lnTo>
                    <a:pt x="4464979" y="579542"/>
                  </a:lnTo>
                  <a:lnTo>
                    <a:pt x="4465073" y="579542"/>
                  </a:lnTo>
                  <a:lnTo>
                    <a:pt x="4465167" y="579542"/>
                  </a:lnTo>
                  <a:lnTo>
                    <a:pt x="4465261" y="579542"/>
                  </a:lnTo>
                  <a:lnTo>
                    <a:pt x="4465355" y="579542"/>
                  </a:lnTo>
                  <a:lnTo>
                    <a:pt x="4465450" y="579542"/>
                  </a:lnTo>
                  <a:lnTo>
                    <a:pt x="4465544" y="579542"/>
                  </a:lnTo>
                  <a:lnTo>
                    <a:pt x="4465638" y="579542"/>
                  </a:lnTo>
                  <a:lnTo>
                    <a:pt x="4465732" y="579542"/>
                  </a:lnTo>
                  <a:lnTo>
                    <a:pt x="4465826" y="579542"/>
                  </a:lnTo>
                  <a:lnTo>
                    <a:pt x="4465920" y="579542"/>
                  </a:lnTo>
                  <a:lnTo>
                    <a:pt x="4466014" y="579542"/>
                  </a:lnTo>
                  <a:lnTo>
                    <a:pt x="4466109" y="579542"/>
                  </a:lnTo>
                  <a:lnTo>
                    <a:pt x="4466203" y="579542"/>
                  </a:lnTo>
                  <a:lnTo>
                    <a:pt x="4466297" y="579542"/>
                  </a:lnTo>
                  <a:lnTo>
                    <a:pt x="4466391" y="579542"/>
                  </a:lnTo>
                  <a:lnTo>
                    <a:pt x="4466485" y="579542"/>
                  </a:lnTo>
                  <a:lnTo>
                    <a:pt x="4466579" y="579542"/>
                  </a:lnTo>
                  <a:lnTo>
                    <a:pt x="4466674" y="579542"/>
                  </a:lnTo>
                  <a:lnTo>
                    <a:pt x="4466768" y="579542"/>
                  </a:lnTo>
                  <a:lnTo>
                    <a:pt x="4466862" y="579542"/>
                  </a:lnTo>
                  <a:lnTo>
                    <a:pt x="4466956" y="579542"/>
                  </a:lnTo>
                  <a:lnTo>
                    <a:pt x="4467050" y="579542"/>
                  </a:lnTo>
                  <a:lnTo>
                    <a:pt x="4467144" y="579542"/>
                  </a:lnTo>
                  <a:lnTo>
                    <a:pt x="4467238" y="579542"/>
                  </a:lnTo>
                  <a:lnTo>
                    <a:pt x="4467333" y="579542"/>
                  </a:lnTo>
                  <a:lnTo>
                    <a:pt x="4467427" y="579542"/>
                  </a:lnTo>
                  <a:lnTo>
                    <a:pt x="4467521" y="579542"/>
                  </a:lnTo>
                  <a:lnTo>
                    <a:pt x="4467615" y="579542"/>
                  </a:lnTo>
                  <a:lnTo>
                    <a:pt x="4467709" y="579542"/>
                  </a:lnTo>
                  <a:lnTo>
                    <a:pt x="4467803" y="579542"/>
                  </a:lnTo>
                  <a:lnTo>
                    <a:pt x="4467897" y="579542"/>
                  </a:lnTo>
                  <a:lnTo>
                    <a:pt x="4467992" y="579542"/>
                  </a:lnTo>
                  <a:lnTo>
                    <a:pt x="4468086" y="579542"/>
                  </a:lnTo>
                  <a:lnTo>
                    <a:pt x="4468180" y="579542"/>
                  </a:lnTo>
                  <a:lnTo>
                    <a:pt x="4468274" y="579542"/>
                  </a:lnTo>
                  <a:lnTo>
                    <a:pt x="4468368" y="579542"/>
                  </a:lnTo>
                  <a:lnTo>
                    <a:pt x="4468462" y="579542"/>
                  </a:lnTo>
                  <a:lnTo>
                    <a:pt x="4468557" y="579542"/>
                  </a:lnTo>
                  <a:lnTo>
                    <a:pt x="4468651" y="579542"/>
                  </a:lnTo>
                  <a:lnTo>
                    <a:pt x="4468745" y="579542"/>
                  </a:lnTo>
                  <a:lnTo>
                    <a:pt x="4468839" y="579542"/>
                  </a:lnTo>
                  <a:lnTo>
                    <a:pt x="4468933" y="579542"/>
                  </a:lnTo>
                  <a:lnTo>
                    <a:pt x="4469027" y="579542"/>
                  </a:lnTo>
                  <a:lnTo>
                    <a:pt x="4469121" y="579542"/>
                  </a:lnTo>
                  <a:lnTo>
                    <a:pt x="4469216" y="579542"/>
                  </a:lnTo>
                  <a:lnTo>
                    <a:pt x="4469310" y="579542"/>
                  </a:lnTo>
                  <a:lnTo>
                    <a:pt x="4469404" y="579542"/>
                  </a:lnTo>
                  <a:lnTo>
                    <a:pt x="4469498" y="579542"/>
                  </a:lnTo>
                  <a:lnTo>
                    <a:pt x="4469592" y="579542"/>
                  </a:lnTo>
                  <a:lnTo>
                    <a:pt x="4469686" y="579542"/>
                  </a:lnTo>
                  <a:lnTo>
                    <a:pt x="4469781" y="579542"/>
                  </a:lnTo>
                  <a:lnTo>
                    <a:pt x="4469875" y="579542"/>
                  </a:lnTo>
                  <a:lnTo>
                    <a:pt x="4469969" y="579542"/>
                  </a:lnTo>
                  <a:lnTo>
                    <a:pt x="4470063" y="579542"/>
                  </a:lnTo>
                  <a:lnTo>
                    <a:pt x="4470157" y="579542"/>
                  </a:lnTo>
                  <a:lnTo>
                    <a:pt x="4470251" y="579542"/>
                  </a:lnTo>
                  <a:lnTo>
                    <a:pt x="4470345" y="579542"/>
                  </a:lnTo>
                  <a:lnTo>
                    <a:pt x="4470440" y="579542"/>
                  </a:lnTo>
                  <a:lnTo>
                    <a:pt x="4470534" y="579542"/>
                  </a:lnTo>
                  <a:lnTo>
                    <a:pt x="4470628" y="579542"/>
                  </a:lnTo>
                  <a:lnTo>
                    <a:pt x="4470722" y="579542"/>
                  </a:lnTo>
                  <a:lnTo>
                    <a:pt x="4470816" y="579542"/>
                  </a:lnTo>
                  <a:lnTo>
                    <a:pt x="4470910" y="579542"/>
                  </a:lnTo>
                  <a:lnTo>
                    <a:pt x="4471005" y="579542"/>
                  </a:lnTo>
                  <a:lnTo>
                    <a:pt x="4471099" y="579542"/>
                  </a:lnTo>
                  <a:lnTo>
                    <a:pt x="4471193" y="579542"/>
                  </a:lnTo>
                  <a:lnTo>
                    <a:pt x="4471287" y="579542"/>
                  </a:lnTo>
                  <a:lnTo>
                    <a:pt x="4471381" y="579542"/>
                  </a:lnTo>
                  <a:lnTo>
                    <a:pt x="4471475" y="579542"/>
                  </a:lnTo>
                  <a:lnTo>
                    <a:pt x="4471569" y="579542"/>
                  </a:lnTo>
                  <a:lnTo>
                    <a:pt x="4471664" y="579542"/>
                  </a:lnTo>
                  <a:lnTo>
                    <a:pt x="4471758" y="579542"/>
                  </a:lnTo>
                  <a:lnTo>
                    <a:pt x="4471852" y="579542"/>
                  </a:lnTo>
                  <a:lnTo>
                    <a:pt x="4471946" y="579542"/>
                  </a:lnTo>
                  <a:lnTo>
                    <a:pt x="4472040" y="579542"/>
                  </a:lnTo>
                  <a:lnTo>
                    <a:pt x="4472134" y="579542"/>
                  </a:lnTo>
                  <a:lnTo>
                    <a:pt x="4472228" y="579542"/>
                  </a:lnTo>
                  <a:lnTo>
                    <a:pt x="4472323" y="579542"/>
                  </a:lnTo>
                  <a:lnTo>
                    <a:pt x="4472417" y="579542"/>
                  </a:lnTo>
                  <a:lnTo>
                    <a:pt x="4472511" y="579542"/>
                  </a:lnTo>
                  <a:lnTo>
                    <a:pt x="4472605" y="579542"/>
                  </a:lnTo>
                  <a:lnTo>
                    <a:pt x="4472699" y="579542"/>
                  </a:lnTo>
                  <a:lnTo>
                    <a:pt x="4472793" y="579542"/>
                  </a:lnTo>
                  <a:lnTo>
                    <a:pt x="4472888" y="579542"/>
                  </a:lnTo>
                  <a:lnTo>
                    <a:pt x="4472982" y="579542"/>
                  </a:lnTo>
                  <a:lnTo>
                    <a:pt x="4473076" y="579542"/>
                  </a:lnTo>
                  <a:lnTo>
                    <a:pt x="4473170" y="579542"/>
                  </a:lnTo>
                  <a:lnTo>
                    <a:pt x="4473264" y="579542"/>
                  </a:lnTo>
                  <a:lnTo>
                    <a:pt x="4473358" y="579542"/>
                  </a:lnTo>
                  <a:lnTo>
                    <a:pt x="4473452" y="579542"/>
                  </a:lnTo>
                  <a:lnTo>
                    <a:pt x="4473547" y="579542"/>
                  </a:lnTo>
                  <a:lnTo>
                    <a:pt x="4473547" y="574630"/>
                  </a:lnTo>
                  <a:lnTo>
                    <a:pt x="4473641" y="574630"/>
                  </a:lnTo>
                  <a:lnTo>
                    <a:pt x="4473735" y="574630"/>
                  </a:lnTo>
                  <a:lnTo>
                    <a:pt x="4473829" y="574630"/>
                  </a:lnTo>
                  <a:lnTo>
                    <a:pt x="4473923" y="574630"/>
                  </a:lnTo>
                  <a:lnTo>
                    <a:pt x="4474017" y="574630"/>
                  </a:lnTo>
                  <a:lnTo>
                    <a:pt x="4474112" y="574630"/>
                  </a:lnTo>
                  <a:lnTo>
                    <a:pt x="4474206" y="574630"/>
                  </a:lnTo>
                  <a:lnTo>
                    <a:pt x="4474300" y="574630"/>
                  </a:lnTo>
                  <a:lnTo>
                    <a:pt x="4474394" y="574630"/>
                  </a:lnTo>
                  <a:lnTo>
                    <a:pt x="4474488" y="574630"/>
                  </a:lnTo>
                  <a:lnTo>
                    <a:pt x="4474582" y="574630"/>
                  </a:lnTo>
                  <a:lnTo>
                    <a:pt x="4474676" y="574630"/>
                  </a:lnTo>
                  <a:lnTo>
                    <a:pt x="4474771" y="574630"/>
                  </a:lnTo>
                  <a:lnTo>
                    <a:pt x="4474865" y="574630"/>
                  </a:lnTo>
                  <a:lnTo>
                    <a:pt x="4474959" y="574630"/>
                  </a:lnTo>
                  <a:lnTo>
                    <a:pt x="4475053" y="574630"/>
                  </a:lnTo>
                  <a:lnTo>
                    <a:pt x="4475147" y="574630"/>
                  </a:lnTo>
                  <a:lnTo>
                    <a:pt x="4475241" y="574630"/>
                  </a:lnTo>
                  <a:lnTo>
                    <a:pt x="4475336" y="574630"/>
                  </a:lnTo>
                  <a:lnTo>
                    <a:pt x="4475430" y="574630"/>
                  </a:lnTo>
                  <a:lnTo>
                    <a:pt x="4475524" y="574630"/>
                  </a:lnTo>
                  <a:lnTo>
                    <a:pt x="4475618" y="574630"/>
                  </a:lnTo>
                  <a:lnTo>
                    <a:pt x="4475712" y="574630"/>
                  </a:lnTo>
                  <a:lnTo>
                    <a:pt x="4475806" y="574630"/>
                  </a:lnTo>
                  <a:lnTo>
                    <a:pt x="4475900" y="574630"/>
                  </a:lnTo>
                  <a:lnTo>
                    <a:pt x="4475995" y="574630"/>
                  </a:lnTo>
                  <a:lnTo>
                    <a:pt x="4476089" y="574630"/>
                  </a:lnTo>
                  <a:lnTo>
                    <a:pt x="4476183" y="574630"/>
                  </a:lnTo>
                  <a:lnTo>
                    <a:pt x="4476277" y="574630"/>
                  </a:lnTo>
                  <a:lnTo>
                    <a:pt x="4476371" y="574630"/>
                  </a:lnTo>
                  <a:lnTo>
                    <a:pt x="4476465" y="574630"/>
                  </a:lnTo>
                  <a:lnTo>
                    <a:pt x="4476559" y="574630"/>
                  </a:lnTo>
                  <a:lnTo>
                    <a:pt x="4476654" y="574630"/>
                  </a:lnTo>
                  <a:lnTo>
                    <a:pt x="4476748" y="574630"/>
                  </a:lnTo>
                  <a:lnTo>
                    <a:pt x="4476842" y="574630"/>
                  </a:lnTo>
                  <a:lnTo>
                    <a:pt x="4476936" y="574630"/>
                  </a:lnTo>
                  <a:lnTo>
                    <a:pt x="4477030" y="574630"/>
                  </a:lnTo>
                  <a:lnTo>
                    <a:pt x="4477124" y="574630"/>
                  </a:lnTo>
                  <a:lnTo>
                    <a:pt x="4477219" y="574630"/>
                  </a:lnTo>
                  <a:lnTo>
                    <a:pt x="4477313" y="574630"/>
                  </a:lnTo>
                  <a:lnTo>
                    <a:pt x="4477407" y="574630"/>
                  </a:lnTo>
                  <a:lnTo>
                    <a:pt x="4477501" y="574630"/>
                  </a:lnTo>
                  <a:lnTo>
                    <a:pt x="4477595" y="574630"/>
                  </a:lnTo>
                  <a:lnTo>
                    <a:pt x="4477689" y="574630"/>
                  </a:lnTo>
                  <a:lnTo>
                    <a:pt x="4477783" y="574630"/>
                  </a:lnTo>
                  <a:lnTo>
                    <a:pt x="4477878" y="574630"/>
                  </a:lnTo>
                  <a:lnTo>
                    <a:pt x="4477972" y="574630"/>
                  </a:lnTo>
                  <a:lnTo>
                    <a:pt x="4478066" y="574630"/>
                  </a:lnTo>
                  <a:lnTo>
                    <a:pt x="4478160" y="574630"/>
                  </a:lnTo>
                  <a:lnTo>
                    <a:pt x="4478254" y="574630"/>
                  </a:lnTo>
                  <a:lnTo>
                    <a:pt x="4478348" y="574630"/>
                  </a:lnTo>
                  <a:lnTo>
                    <a:pt x="4478443" y="574630"/>
                  </a:lnTo>
                  <a:lnTo>
                    <a:pt x="4478537" y="574630"/>
                  </a:lnTo>
                  <a:lnTo>
                    <a:pt x="4478631" y="574630"/>
                  </a:lnTo>
                  <a:lnTo>
                    <a:pt x="4478725" y="574630"/>
                  </a:lnTo>
                  <a:lnTo>
                    <a:pt x="4478819" y="574630"/>
                  </a:lnTo>
                  <a:lnTo>
                    <a:pt x="4478913" y="574630"/>
                  </a:lnTo>
                  <a:lnTo>
                    <a:pt x="4479007" y="574630"/>
                  </a:lnTo>
                  <a:lnTo>
                    <a:pt x="4479102" y="574630"/>
                  </a:lnTo>
                  <a:lnTo>
                    <a:pt x="4479196" y="574630"/>
                  </a:lnTo>
                  <a:lnTo>
                    <a:pt x="4479290" y="574630"/>
                  </a:lnTo>
                  <a:lnTo>
                    <a:pt x="4479384" y="574630"/>
                  </a:lnTo>
                  <a:lnTo>
                    <a:pt x="4479478" y="574630"/>
                  </a:lnTo>
                  <a:lnTo>
                    <a:pt x="4479572" y="574630"/>
                  </a:lnTo>
                  <a:lnTo>
                    <a:pt x="4479667" y="574630"/>
                  </a:lnTo>
                  <a:lnTo>
                    <a:pt x="4479761" y="574630"/>
                  </a:lnTo>
                  <a:lnTo>
                    <a:pt x="4479855" y="574630"/>
                  </a:lnTo>
                  <a:lnTo>
                    <a:pt x="4479949" y="574630"/>
                  </a:lnTo>
                  <a:lnTo>
                    <a:pt x="4480043" y="574630"/>
                  </a:lnTo>
                  <a:lnTo>
                    <a:pt x="4480137" y="574630"/>
                  </a:lnTo>
                  <a:lnTo>
                    <a:pt x="4480231" y="574630"/>
                  </a:lnTo>
                  <a:lnTo>
                    <a:pt x="4480326" y="574630"/>
                  </a:lnTo>
                  <a:lnTo>
                    <a:pt x="4480420" y="574630"/>
                  </a:lnTo>
                  <a:lnTo>
                    <a:pt x="4480514" y="574630"/>
                  </a:lnTo>
                  <a:lnTo>
                    <a:pt x="4480608" y="574630"/>
                  </a:lnTo>
                  <a:lnTo>
                    <a:pt x="4480702" y="574630"/>
                  </a:lnTo>
                  <a:lnTo>
                    <a:pt x="4480796" y="574630"/>
                  </a:lnTo>
                  <a:lnTo>
                    <a:pt x="4480890" y="574630"/>
                  </a:lnTo>
                  <a:lnTo>
                    <a:pt x="4480985" y="574630"/>
                  </a:lnTo>
                  <a:lnTo>
                    <a:pt x="4481079" y="574630"/>
                  </a:lnTo>
                  <a:lnTo>
                    <a:pt x="4481173" y="574630"/>
                  </a:lnTo>
                  <a:lnTo>
                    <a:pt x="4481267" y="574630"/>
                  </a:lnTo>
                  <a:lnTo>
                    <a:pt x="4481361" y="574630"/>
                  </a:lnTo>
                  <a:lnTo>
                    <a:pt x="4481455" y="574630"/>
                  </a:lnTo>
                  <a:lnTo>
                    <a:pt x="4481550" y="574630"/>
                  </a:lnTo>
                  <a:lnTo>
                    <a:pt x="4481644" y="574630"/>
                  </a:lnTo>
                  <a:lnTo>
                    <a:pt x="4481738" y="574630"/>
                  </a:lnTo>
                  <a:lnTo>
                    <a:pt x="4481832" y="574630"/>
                  </a:lnTo>
                  <a:lnTo>
                    <a:pt x="4481926" y="574630"/>
                  </a:lnTo>
                  <a:lnTo>
                    <a:pt x="4482020" y="574630"/>
                  </a:lnTo>
                  <a:lnTo>
                    <a:pt x="4482114" y="574630"/>
                  </a:lnTo>
                  <a:lnTo>
                    <a:pt x="4482209" y="574630"/>
                  </a:lnTo>
                  <a:lnTo>
                    <a:pt x="4482303" y="574630"/>
                  </a:lnTo>
                  <a:lnTo>
                    <a:pt x="4482397" y="574630"/>
                  </a:lnTo>
                  <a:lnTo>
                    <a:pt x="4482491" y="574630"/>
                  </a:lnTo>
                  <a:lnTo>
                    <a:pt x="4482585" y="574630"/>
                  </a:lnTo>
                  <a:lnTo>
                    <a:pt x="4482679" y="574630"/>
                  </a:lnTo>
                  <a:lnTo>
                    <a:pt x="4482774" y="574630"/>
                  </a:lnTo>
                  <a:lnTo>
                    <a:pt x="4482868" y="574630"/>
                  </a:lnTo>
                  <a:lnTo>
                    <a:pt x="4482962" y="574630"/>
                  </a:lnTo>
                  <a:lnTo>
                    <a:pt x="4483056" y="574630"/>
                  </a:lnTo>
                  <a:lnTo>
                    <a:pt x="4483150" y="574630"/>
                  </a:lnTo>
                  <a:lnTo>
                    <a:pt x="4483244" y="574630"/>
                  </a:lnTo>
                  <a:lnTo>
                    <a:pt x="4483338" y="574630"/>
                  </a:lnTo>
                  <a:lnTo>
                    <a:pt x="4483433" y="574630"/>
                  </a:lnTo>
                  <a:lnTo>
                    <a:pt x="4483527" y="574630"/>
                  </a:lnTo>
                  <a:lnTo>
                    <a:pt x="4483621" y="574630"/>
                  </a:lnTo>
                  <a:lnTo>
                    <a:pt x="4483715" y="574630"/>
                  </a:lnTo>
                  <a:lnTo>
                    <a:pt x="4483809" y="574630"/>
                  </a:lnTo>
                  <a:lnTo>
                    <a:pt x="4483903" y="574630"/>
                  </a:lnTo>
                  <a:lnTo>
                    <a:pt x="4483998" y="574630"/>
                  </a:lnTo>
                  <a:lnTo>
                    <a:pt x="4484092" y="574630"/>
                  </a:lnTo>
                  <a:lnTo>
                    <a:pt x="4484186" y="574630"/>
                  </a:lnTo>
                  <a:lnTo>
                    <a:pt x="4484280" y="574630"/>
                  </a:lnTo>
                  <a:lnTo>
                    <a:pt x="4484374" y="574630"/>
                  </a:lnTo>
                  <a:lnTo>
                    <a:pt x="4484468" y="574630"/>
                  </a:lnTo>
                  <a:lnTo>
                    <a:pt x="4484562" y="574630"/>
                  </a:lnTo>
                  <a:lnTo>
                    <a:pt x="4484657" y="574630"/>
                  </a:lnTo>
                  <a:lnTo>
                    <a:pt x="4484751" y="574630"/>
                  </a:lnTo>
                  <a:lnTo>
                    <a:pt x="4484845" y="574630"/>
                  </a:lnTo>
                  <a:lnTo>
                    <a:pt x="4484939" y="574630"/>
                  </a:lnTo>
                  <a:lnTo>
                    <a:pt x="4485033" y="574630"/>
                  </a:lnTo>
                  <a:lnTo>
                    <a:pt x="4485127" y="574630"/>
                  </a:lnTo>
                  <a:lnTo>
                    <a:pt x="4485221" y="574630"/>
                  </a:lnTo>
                  <a:lnTo>
                    <a:pt x="4485316" y="574630"/>
                  </a:lnTo>
                  <a:lnTo>
                    <a:pt x="4485410" y="574630"/>
                  </a:lnTo>
                  <a:lnTo>
                    <a:pt x="4485504" y="574630"/>
                  </a:lnTo>
                  <a:lnTo>
                    <a:pt x="4485598" y="574630"/>
                  </a:lnTo>
                  <a:lnTo>
                    <a:pt x="4485692" y="574630"/>
                  </a:lnTo>
                  <a:lnTo>
                    <a:pt x="4485786" y="574630"/>
                  </a:lnTo>
                  <a:lnTo>
                    <a:pt x="4485881" y="574630"/>
                  </a:lnTo>
                  <a:lnTo>
                    <a:pt x="4485975" y="574630"/>
                  </a:lnTo>
                  <a:lnTo>
                    <a:pt x="4486069" y="574630"/>
                  </a:lnTo>
                  <a:lnTo>
                    <a:pt x="4486163" y="574630"/>
                  </a:lnTo>
                  <a:lnTo>
                    <a:pt x="4486257" y="574630"/>
                  </a:lnTo>
                  <a:lnTo>
                    <a:pt x="4486351" y="574630"/>
                  </a:lnTo>
                  <a:lnTo>
                    <a:pt x="4486445" y="574630"/>
                  </a:lnTo>
                  <a:lnTo>
                    <a:pt x="4486540" y="574630"/>
                  </a:lnTo>
                  <a:lnTo>
                    <a:pt x="4486634" y="574630"/>
                  </a:lnTo>
                  <a:lnTo>
                    <a:pt x="4486728" y="574630"/>
                  </a:lnTo>
                  <a:lnTo>
                    <a:pt x="4486822" y="574630"/>
                  </a:lnTo>
                  <a:lnTo>
                    <a:pt x="4486916" y="574630"/>
                  </a:lnTo>
                  <a:lnTo>
                    <a:pt x="4487010" y="574630"/>
                  </a:lnTo>
                  <a:lnTo>
                    <a:pt x="4487105" y="574630"/>
                  </a:lnTo>
                  <a:lnTo>
                    <a:pt x="4487199" y="574630"/>
                  </a:lnTo>
                  <a:lnTo>
                    <a:pt x="4487293" y="574630"/>
                  </a:lnTo>
                  <a:lnTo>
                    <a:pt x="4487387" y="574630"/>
                  </a:lnTo>
                  <a:lnTo>
                    <a:pt x="4487481" y="574630"/>
                  </a:lnTo>
                  <a:lnTo>
                    <a:pt x="4487575" y="574630"/>
                  </a:lnTo>
                  <a:lnTo>
                    <a:pt x="4487669" y="574630"/>
                  </a:lnTo>
                  <a:lnTo>
                    <a:pt x="4487764" y="574630"/>
                  </a:lnTo>
                  <a:lnTo>
                    <a:pt x="4487858" y="574630"/>
                  </a:lnTo>
                  <a:lnTo>
                    <a:pt x="4487952" y="574630"/>
                  </a:lnTo>
                  <a:lnTo>
                    <a:pt x="4488046" y="574630"/>
                  </a:lnTo>
                  <a:lnTo>
                    <a:pt x="4488046" y="569719"/>
                  </a:lnTo>
                  <a:lnTo>
                    <a:pt x="4488140" y="569719"/>
                  </a:lnTo>
                  <a:lnTo>
                    <a:pt x="4488234" y="569719"/>
                  </a:lnTo>
                  <a:lnTo>
                    <a:pt x="4488329" y="569719"/>
                  </a:lnTo>
                  <a:lnTo>
                    <a:pt x="4488423" y="569719"/>
                  </a:lnTo>
                  <a:lnTo>
                    <a:pt x="4488517" y="569719"/>
                  </a:lnTo>
                  <a:lnTo>
                    <a:pt x="4488611" y="569719"/>
                  </a:lnTo>
                  <a:lnTo>
                    <a:pt x="4488705" y="569719"/>
                  </a:lnTo>
                  <a:lnTo>
                    <a:pt x="4488799" y="569719"/>
                  </a:lnTo>
                  <a:lnTo>
                    <a:pt x="4488799" y="564808"/>
                  </a:lnTo>
                  <a:lnTo>
                    <a:pt x="4488893" y="564808"/>
                  </a:lnTo>
                  <a:lnTo>
                    <a:pt x="4488893" y="559896"/>
                  </a:lnTo>
                  <a:lnTo>
                    <a:pt x="4488988" y="559896"/>
                  </a:lnTo>
                  <a:lnTo>
                    <a:pt x="4489082" y="559896"/>
                  </a:lnTo>
                  <a:lnTo>
                    <a:pt x="4489176" y="559896"/>
                  </a:lnTo>
                  <a:lnTo>
                    <a:pt x="4489270" y="559896"/>
                  </a:lnTo>
                  <a:lnTo>
                    <a:pt x="4489364" y="559896"/>
                  </a:lnTo>
                  <a:lnTo>
                    <a:pt x="4489458" y="559896"/>
                  </a:lnTo>
                  <a:lnTo>
                    <a:pt x="4489552" y="559896"/>
                  </a:lnTo>
                  <a:lnTo>
                    <a:pt x="4489647" y="559896"/>
                  </a:lnTo>
                  <a:lnTo>
                    <a:pt x="4489741" y="559896"/>
                  </a:lnTo>
                  <a:lnTo>
                    <a:pt x="4489835" y="559896"/>
                  </a:lnTo>
                  <a:lnTo>
                    <a:pt x="4489929" y="559896"/>
                  </a:lnTo>
                  <a:lnTo>
                    <a:pt x="4490023" y="559896"/>
                  </a:lnTo>
                  <a:lnTo>
                    <a:pt x="4490117" y="559896"/>
                  </a:lnTo>
                  <a:lnTo>
                    <a:pt x="4490212" y="559896"/>
                  </a:lnTo>
                  <a:lnTo>
                    <a:pt x="4490306" y="559896"/>
                  </a:lnTo>
                  <a:lnTo>
                    <a:pt x="4490400" y="559896"/>
                  </a:lnTo>
                  <a:lnTo>
                    <a:pt x="4490494" y="559896"/>
                  </a:lnTo>
                  <a:lnTo>
                    <a:pt x="4490588" y="559896"/>
                  </a:lnTo>
                  <a:lnTo>
                    <a:pt x="4490682" y="559896"/>
                  </a:lnTo>
                  <a:lnTo>
                    <a:pt x="4490776" y="559896"/>
                  </a:lnTo>
                  <a:lnTo>
                    <a:pt x="4490871" y="559896"/>
                  </a:lnTo>
                  <a:lnTo>
                    <a:pt x="4490965" y="559896"/>
                  </a:lnTo>
                  <a:lnTo>
                    <a:pt x="4491059" y="559896"/>
                  </a:lnTo>
                  <a:lnTo>
                    <a:pt x="4491153" y="559896"/>
                  </a:lnTo>
                  <a:lnTo>
                    <a:pt x="4491247" y="559896"/>
                  </a:lnTo>
                  <a:lnTo>
                    <a:pt x="4491341" y="559896"/>
                  </a:lnTo>
                  <a:lnTo>
                    <a:pt x="4491436" y="559896"/>
                  </a:lnTo>
                  <a:lnTo>
                    <a:pt x="4491530" y="559896"/>
                  </a:lnTo>
                  <a:lnTo>
                    <a:pt x="4491624" y="559896"/>
                  </a:lnTo>
                  <a:lnTo>
                    <a:pt x="4491718" y="559896"/>
                  </a:lnTo>
                  <a:lnTo>
                    <a:pt x="4491812" y="559896"/>
                  </a:lnTo>
                  <a:lnTo>
                    <a:pt x="4491906" y="559896"/>
                  </a:lnTo>
                  <a:lnTo>
                    <a:pt x="4492000" y="559896"/>
                  </a:lnTo>
                  <a:lnTo>
                    <a:pt x="4492095" y="559896"/>
                  </a:lnTo>
                  <a:lnTo>
                    <a:pt x="4492189" y="559896"/>
                  </a:lnTo>
                  <a:lnTo>
                    <a:pt x="4492283" y="559896"/>
                  </a:lnTo>
                  <a:lnTo>
                    <a:pt x="4492377" y="559896"/>
                  </a:lnTo>
                  <a:lnTo>
                    <a:pt x="4492471" y="559896"/>
                  </a:lnTo>
                  <a:lnTo>
                    <a:pt x="4492565" y="559896"/>
                  </a:lnTo>
                  <a:lnTo>
                    <a:pt x="4492660" y="559896"/>
                  </a:lnTo>
                  <a:lnTo>
                    <a:pt x="4492754" y="559896"/>
                  </a:lnTo>
                  <a:lnTo>
                    <a:pt x="4492848" y="559896"/>
                  </a:lnTo>
                  <a:lnTo>
                    <a:pt x="4492942" y="559896"/>
                  </a:lnTo>
                  <a:lnTo>
                    <a:pt x="4493036" y="559896"/>
                  </a:lnTo>
                  <a:lnTo>
                    <a:pt x="4493130" y="559896"/>
                  </a:lnTo>
                  <a:lnTo>
                    <a:pt x="4493224" y="559896"/>
                  </a:lnTo>
                  <a:lnTo>
                    <a:pt x="4493319" y="559896"/>
                  </a:lnTo>
                  <a:lnTo>
                    <a:pt x="4493413" y="559896"/>
                  </a:lnTo>
                  <a:lnTo>
                    <a:pt x="4493507" y="559896"/>
                  </a:lnTo>
                  <a:lnTo>
                    <a:pt x="4493601" y="559896"/>
                  </a:lnTo>
                  <a:lnTo>
                    <a:pt x="4493695" y="559896"/>
                  </a:lnTo>
                  <a:lnTo>
                    <a:pt x="4493789" y="559896"/>
                  </a:lnTo>
                  <a:lnTo>
                    <a:pt x="4493883" y="559896"/>
                  </a:lnTo>
                  <a:lnTo>
                    <a:pt x="4493978" y="559896"/>
                  </a:lnTo>
                  <a:lnTo>
                    <a:pt x="4494072" y="559896"/>
                  </a:lnTo>
                  <a:lnTo>
                    <a:pt x="4494166" y="559896"/>
                  </a:lnTo>
                  <a:lnTo>
                    <a:pt x="4494260" y="559896"/>
                  </a:lnTo>
                  <a:lnTo>
                    <a:pt x="4494354" y="559896"/>
                  </a:lnTo>
                  <a:lnTo>
                    <a:pt x="4494448" y="559896"/>
                  </a:lnTo>
                  <a:lnTo>
                    <a:pt x="4494543" y="559896"/>
                  </a:lnTo>
                  <a:lnTo>
                    <a:pt x="4494637" y="559896"/>
                  </a:lnTo>
                  <a:lnTo>
                    <a:pt x="4494731" y="559896"/>
                  </a:lnTo>
                  <a:lnTo>
                    <a:pt x="4494825" y="559896"/>
                  </a:lnTo>
                  <a:lnTo>
                    <a:pt x="4494919" y="559896"/>
                  </a:lnTo>
                  <a:lnTo>
                    <a:pt x="4495013" y="559896"/>
                  </a:lnTo>
                  <a:lnTo>
                    <a:pt x="4495107" y="559896"/>
                  </a:lnTo>
                  <a:lnTo>
                    <a:pt x="4495202" y="559896"/>
                  </a:lnTo>
                  <a:lnTo>
                    <a:pt x="4495296" y="559896"/>
                  </a:lnTo>
                  <a:lnTo>
                    <a:pt x="4495390" y="559896"/>
                  </a:lnTo>
                  <a:lnTo>
                    <a:pt x="4495484" y="559896"/>
                  </a:lnTo>
                  <a:lnTo>
                    <a:pt x="4495578" y="559896"/>
                  </a:lnTo>
                  <a:lnTo>
                    <a:pt x="4495672" y="559896"/>
                  </a:lnTo>
                  <a:lnTo>
                    <a:pt x="4495767" y="559896"/>
                  </a:lnTo>
                  <a:lnTo>
                    <a:pt x="4495861" y="559896"/>
                  </a:lnTo>
                  <a:lnTo>
                    <a:pt x="4495955" y="559896"/>
                  </a:lnTo>
                  <a:lnTo>
                    <a:pt x="4496049" y="559896"/>
                  </a:lnTo>
                  <a:lnTo>
                    <a:pt x="4496143" y="559896"/>
                  </a:lnTo>
                  <a:lnTo>
                    <a:pt x="4496237" y="559896"/>
                  </a:lnTo>
                  <a:lnTo>
                    <a:pt x="4496331" y="559896"/>
                  </a:lnTo>
                  <a:lnTo>
                    <a:pt x="4496426" y="559896"/>
                  </a:lnTo>
                  <a:lnTo>
                    <a:pt x="4496520" y="559896"/>
                  </a:lnTo>
                  <a:lnTo>
                    <a:pt x="4496614" y="559896"/>
                  </a:lnTo>
                  <a:lnTo>
                    <a:pt x="4496708" y="559896"/>
                  </a:lnTo>
                  <a:lnTo>
                    <a:pt x="4496802" y="559896"/>
                  </a:lnTo>
                  <a:lnTo>
                    <a:pt x="4496896" y="559896"/>
                  </a:lnTo>
                  <a:lnTo>
                    <a:pt x="4496991" y="559896"/>
                  </a:lnTo>
                  <a:lnTo>
                    <a:pt x="4497085" y="559896"/>
                  </a:lnTo>
                  <a:lnTo>
                    <a:pt x="4497179" y="559896"/>
                  </a:lnTo>
                  <a:lnTo>
                    <a:pt x="4497273" y="559896"/>
                  </a:lnTo>
                  <a:lnTo>
                    <a:pt x="4497367" y="559896"/>
                  </a:lnTo>
                  <a:lnTo>
                    <a:pt x="4497461" y="559896"/>
                  </a:lnTo>
                  <a:lnTo>
                    <a:pt x="4497555" y="559896"/>
                  </a:lnTo>
                  <a:lnTo>
                    <a:pt x="4497650" y="559896"/>
                  </a:lnTo>
                  <a:lnTo>
                    <a:pt x="4497744" y="559896"/>
                  </a:lnTo>
                  <a:lnTo>
                    <a:pt x="4497838" y="559896"/>
                  </a:lnTo>
                  <a:lnTo>
                    <a:pt x="4497932" y="559896"/>
                  </a:lnTo>
                  <a:lnTo>
                    <a:pt x="4498026" y="559896"/>
                  </a:lnTo>
                  <a:lnTo>
                    <a:pt x="4498120" y="559896"/>
                  </a:lnTo>
                  <a:lnTo>
                    <a:pt x="4498214" y="559896"/>
                  </a:lnTo>
                  <a:lnTo>
                    <a:pt x="4498309" y="559896"/>
                  </a:lnTo>
                  <a:lnTo>
                    <a:pt x="4498403" y="559896"/>
                  </a:lnTo>
                  <a:lnTo>
                    <a:pt x="4498497" y="559896"/>
                  </a:lnTo>
                  <a:lnTo>
                    <a:pt x="4498591" y="559896"/>
                  </a:lnTo>
                  <a:lnTo>
                    <a:pt x="4498685" y="559896"/>
                  </a:lnTo>
                  <a:lnTo>
                    <a:pt x="4498779" y="559896"/>
                  </a:lnTo>
                  <a:lnTo>
                    <a:pt x="4498874" y="559896"/>
                  </a:lnTo>
                  <a:lnTo>
                    <a:pt x="4498968" y="559896"/>
                  </a:lnTo>
                  <a:lnTo>
                    <a:pt x="4499062" y="559896"/>
                  </a:lnTo>
                  <a:lnTo>
                    <a:pt x="4499156" y="559896"/>
                  </a:lnTo>
                  <a:lnTo>
                    <a:pt x="4499250" y="559896"/>
                  </a:lnTo>
                  <a:lnTo>
                    <a:pt x="4499344" y="559896"/>
                  </a:lnTo>
                  <a:lnTo>
                    <a:pt x="4499438" y="559896"/>
                  </a:lnTo>
                  <a:lnTo>
                    <a:pt x="4499533" y="559896"/>
                  </a:lnTo>
                  <a:lnTo>
                    <a:pt x="4499627" y="559896"/>
                  </a:lnTo>
                  <a:lnTo>
                    <a:pt x="4499721" y="559896"/>
                  </a:lnTo>
                  <a:lnTo>
                    <a:pt x="4499815" y="559896"/>
                  </a:lnTo>
                  <a:lnTo>
                    <a:pt x="4499909" y="559896"/>
                  </a:lnTo>
                  <a:lnTo>
                    <a:pt x="4500003" y="559896"/>
                  </a:lnTo>
                  <a:lnTo>
                    <a:pt x="4500098" y="559896"/>
                  </a:lnTo>
                  <a:lnTo>
                    <a:pt x="4500192" y="559896"/>
                  </a:lnTo>
                  <a:lnTo>
                    <a:pt x="4500286" y="559896"/>
                  </a:lnTo>
                  <a:lnTo>
                    <a:pt x="4500380" y="559896"/>
                  </a:lnTo>
                  <a:lnTo>
                    <a:pt x="4500474" y="559896"/>
                  </a:lnTo>
                  <a:lnTo>
                    <a:pt x="4500568" y="559896"/>
                  </a:lnTo>
                  <a:lnTo>
                    <a:pt x="4500662" y="559896"/>
                  </a:lnTo>
                  <a:lnTo>
                    <a:pt x="4500757" y="559896"/>
                  </a:lnTo>
                  <a:lnTo>
                    <a:pt x="4500851" y="559896"/>
                  </a:lnTo>
                  <a:lnTo>
                    <a:pt x="4500945" y="559896"/>
                  </a:lnTo>
                  <a:lnTo>
                    <a:pt x="4501039" y="559896"/>
                  </a:lnTo>
                  <a:lnTo>
                    <a:pt x="4501133" y="559896"/>
                  </a:lnTo>
                  <a:lnTo>
                    <a:pt x="4501227" y="559896"/>
                  </a:lnTo>
                  <a:lnTo>
                    <a:pt x="4501322" y="559896"/>
                  </a:lnTo>
                  <a:lnTo>
                    <a:pt x="4501416" y="559896"/>
                  </a:lnTo>
                  <a:lnTo>
                    <a:pt x="4501510" y="559896"/>
                  </a:lnTo>
                  <a:lnTo>
                    <a:pt x="4501604" y="559896"/>
                  </a:lnTo>
                  <a:lnTo>
                    <a:pt x="4501698" y="559896"/>
                  </a:lnTo>
                  <a:lnTo>
                    <a:pt x="4501792" y="559896"/>
                  </a:lnTo>
                  <a:lnTo>
                    <a:pt x="4501886" y="559896"/>
                  </a:lnTo>
                  <a:lnTo>
                    <a:pt x="4501981" y="559896"/>
                  </a:lnTo>
                  <a:lnTo>
                    <a:pt x="4502075" y="559896"/>
                  </a:lnTo>
                  <a:lnTo>
                    <a:pt x="4502169" y="559896"/>
                  </a:lnTo>
                  <a:lnTo>
                    <a:pt x="4502263" y="559896"/>
                  </a:lnTo>
                  <a:lnTo>
                    <a:pt x="4502357" y="559896"/>
                  </a:lnTo>
                  <a:lnTo>
                    <a:pt x="4502451" y="559896"/>
                  </a:lnTo>
                  <a:lnTo>
                    <a:pt x="4502545" y="559896"/>
                  </a:lnTo>
                  <a:lnTo>
                    <a:pt x="4502545" y="554985"/>
                  </a:lnTo>
                  <a:lnTo>
                    <a:pt x="4502640" y="554985"/>
                  </a:lnTo>
                  <a:lnTo>
                    <a:pt x="4502734" y="554985"/>
                  </a:lnTo>
                  <a:lnTo>
                    <a:pt x="4502828" y="554985"/>
                  </a:lnTo>
                  <a:lnTo>
                    <a:pt x="4502922" y="554985"/>
                  </a:lnTo>
                  <a:lnTo>
                    <a:pt x="4502922" y="550073"/>
                  </a:lnTo>
                  <a:lnTo>
                    <a:pt x="4503016" y="550073"/>
                  </a:lnTo>
                  <a:lnTo>
                    <a:pt x="4503110" y="550073"/>
                  </a:lnTo>
                  <a:lnTo>
                    <a:pt x="4503205" y="550073"/>
                  </a:lnTo>
                  <a:lnTo>
                    <a:pt x="4503299" y="550073"/>
                  </a:lnTo>
                  <a:lnTo>
                    <a:pt x="4503393" y="550073"/>
                  </a:lnTo>
                  <a:lnTo>
                    <a:pt x="4503487" y="550073"/>
                  </a:lnTo>
                  <a:lnTo>
                    <a:pt x="4503581" y="550073"/>
                  </a:lnTo>
                  <a:lnTo>
                    <a:pt x="4503675" y="550073"/>
                  </a:lnTo>
                  <a:lnTo>
                    <a:pt x="4503769" y="550073"/>
                  </a:lnTo>
                  <a:lnTo>
                    <a:pt x="4503864" y="550073"/>
                  </a:lnTo>
                  <a:lnTo>
                    <a:pt x="4503958" y="550073"/>
                  </a:lnTo>
                  <a:lnTo>
                    <a:pt x="4504052" y="550073"/>
                  </a:lnTo>
                  <a:lnTo>
                    <a:pt x="4504146" y="550073"/>
                  </a:lnTo>
                  <a:lnTo>
                    <a:pt x="4504240" y="550073"/>
                  </a:lnTo>
                  <a:lnTo>
                    <a:pt x="4504334" y="550073"/>
                  </a:lnTo>
                  <a:lnTo>
                    <a:pt x="4504429" y="550073"/>
                  </a:lnTo>
                  <a:lnTo>
                    <a:pt x="4504523" y="550073"/>
                  </a:lnTo>
                  <a:lnTo>
                    <a:pt x="4504617" y="550073"/>
                  </a:lnTo>
                  <a:lnTo>
                    <a:pt x="4504711" y="550073"/>
                  </a:lnTo>
                  <a:lnTo>
                    <a:pt x="4504805" y="550073"/>
                  </a:lnTo>
                  <a:lnTo>
                    <a:pt x="4504899" y="550073"/>
                  </a:lnTo>
                  <a:lnTo>
                    <a:pt x="4504993" y="550073"/>
                  </a:lnTo>
                  <a:lnTo>
                    <a:pt x="4505088" y="550073"/>
                  </a:lnTo>
                  <a:lnTo>
                    <a:pt x="4505182" y="550073"/>
                  </a:lnTo>
                  <a:lnTo>
                    <a:pt x="4505276" y="550073"/>
                  </a:lnTo>
                  <a:lnTo>
                    <a:pt x="4505370" y="550073"/>
                  </a:lnTo>
                  <a:lnTo>
                    <a:pt x="4505464" y="550073"/>
                  </a:lnTo>
                  <a:lnTo>
                    <a:pt x="4505558" y="550073"/>
                  </a:lnTo>
                  <a:lnTo>
                    <a:pt x="4505653" y="550073"/>
                  </a:lnTo>
                  <a:lnTo>
                    <a:pt x="4505747" y="550073"/>
                  </a:lnTo>
                  <a:lnTo>
                    <a:pt x="4505841" y="550073"/>
                  </a:lnTo>
                  <a:lnTo>
                    <a:pt x="4505935" y="550073"/>
                  </a:lnTo>
                  <a:lnTo>
                    <a:pt x="4506029" y="550073"/>
                  </a:lnTo>
                  <a:lnTo>
                    <a:pt x="4506123" y="550073"/>
                  </a:lnTo>
                  <a:lnTo>
                    <a:pt x="4506217" y="550073"/>
                  </a:lnTo>
                  <a:lnTo>
                    <a:pt x="4506312" y="550073"/>
                  </a:lnTo>
                  <a:lnTo>
                    <a:pt x="4506406" y="550073"/>
                  </a:lnTo>
                  <a:lnTo>
                    <a:pt x="4506500" y="550073"/>
                  </a:lnTo>
                  <a:lnTo>
                    <a:pt x="4506594" y="550073"/>
                  </a:lnTo>
                  <a:lnTo>
                    <a:pt x="4506688" y="550073"/>
                  </a:lnTo>
                  <a:lnTo>
                    <a:pt x="4506782" y="550073"/>
                  </a:lnTo>
                  <a:lnTo>
                    <a:pt x="4506876" y="550073"/>
                  </a:lnTo>
                  <a:lnTo>
                    <a:pt x="4506971" y="550073"/>
                  </a:lnTo>
                  <a:lnTo>
                    <a:pt x="4507065" y="550073"/>
                  </a:lnTo>
                  <a:lnTo>
                    <a:pt x="4507159" y="550073"/>
                  </a:lnTo>
                  <a:lnTo>
                    <a:pt x="4507253" y="550073"/>
                  </a:lnTo>
                  <a:lnTo>
                    <a:pt x="4507347" y="550073"/>
                  </a:lnTo>
                  <a:lnTo>
                    <a:pt x="4507441" y="550073"/>
                  </a:lnTo>
                  <a:lnTo>
                    <a:pt x="4507536" y="550073"/>
                  </a:lnTo>
                  <a:lnTo>
                    <a:pt x="4507630" y="550073"/>
                  </a:lnTo>
                  <a:lnTo>
                    <a:pt x="4507724" y="550073"/>
                  </a:lnTo>
                  <a:lnTo>
                    <a:pt x="4507818" y="550073"/>
                  </a:lnTo>
                  <a:lnTo>
                    <a:pt x="4507912" y="550073"/>
                  </a:lnTo>
                  <a:lnTo>
                    <a:pt x="4508006" y="550073"/>
                  </a:lnTo>
                  <a:lnTo>
                    <a:pt x="4508100" y="550073"/>
                  </a:lnTo>
                  <a:lnTo>
                    <a:pt x="4508195" y="550073"/>
                  </a:lnTo>
                  <a:lnTo>
                    <a:pt x="4508289" y="550073"/>
                  </a:lnTo>
                  <a:lnTo>
                    <a:pt x="4508383" y="550073"/>
                  </a:lnTo>
                  <a:lnTo>
                    <a:pt x="4508477" y="550073"/>
                  </a:lnTo>
                  <a:lnTo>
                    <a:pt x="4508571" y="550073"/>
                  </a:lnTo>
                  <a:lnTo>
                    <a:pt x="4508665" y="550073"/>
                  </a:lnTo>
                  <a:lnTo>
                    <a:pt x="4508760" y="550073"/>
                  </a:lnTo>
                  <a:lnTo>
                    <a:pt x="4508854" y="550073"/>
                  </a:lnTo>
                  <a:lnTo>
                    <a:pt x="4508948" y="550073"/>
                  </a:lnTo>
                  <a:lnTo>
                    <a:pt x="4509042" y="550073"/>
                  </a:lnTo>
                  <a:lnTo>
                    <a:pt x="4509136" y="550073"/>
                  </a:lnTo>
                  <a:lnTo>
                    <a:pt x="4509230" y="550073"/>
                  </a:lnTo>
                  <a:lnTo>
                    <a:pt x="4509324" y="550073"/>
                  </a:lnTo>
                  <a:lnTo>
                    <a:pt x="4509419" y="550073"/>
                  </a:lnTo>
                  <a:lnTo>
                    <a:pt x="4509513" y="550073"/>
                  </a:lnTo>
                  <a:lnTo>
                    <a:pt x="4509607" y="550073"/>
                  </a:lnTo>
                  <a:lnTo>
                    <a:pt x="4509701" y="550073"/>
                  </a:lnTo>
                  <a:lnTo>
                    <a:pt x="4509795" y="550073"/>
                  </a:lnTo>
                  <a:lnTo>
                    <a:pt x="4509889" y="550073"/>
                  </a:lnTo>
                  <a:lnTo>
                    <a:pt x="4509984" y="550073"/>
                  </a:lnTo>
                  <a:lnTo>
                    <a:pt x="4510078" y="550073"/>
                  </a:lnTo>
                  <a:lnTo>
                    <a:pt x="4510172" y="550073"/>
                  </a:lnTo>
                  <a:lnTo>
                    <a:pt x="4510266" y="550073"/>
                  </a:lnTo>
                  <a:lnTo>
                    <a:pt x="4510360" y="550073"/>
                  </a:lnTo>
                  <a:lnTo>
                    <a:pt x="4510454" y="550073"/>
                  </a:lnTo>
                  <a:lnTo>
                    <a:pt x="4510548" y="550073"/>
                  </a:lnTo>
                  <a:lnTo>
                    <a:pt x="4510643" y="550073"/>
                  </a:lnTo>
                  <a:lnTo>
                    <a:pt x="4510737" y="550073"/>
                  </a:lnTo>
                  <a:lnTo>
                    <a:pt x="4510831" y="550073"/>
                  </a:lnTo>
                  <a:lnTo>
                    <a:pt x="4510925" y="550073"/>
                  </a:lnTo>
                  <a:lnTo>
                    <a:pt x="4511019" y="550073"/>
                  </a:lnTo>
                  <a:lnTo>
                    <a:pt x="4511113" y="550073"/>
                  </a:lnTo>
                  <a:lnTo>
                    <a:pt x="4511207" y="550073"/>
                  </a:lnTo>
                  <a:lnTo>
                    <a:pt x="4511302" y="550073"/>
                  </a:lnTo>
                  <a:lnTo>
                    <a:pt x="4511396" y="550073"/>
                  </a:lnTo>
                  <a:lnTo>
                    <a:pt x="4511490" y="550073"/>
                  </a:lnTo>
                  <a:lnTo>
                    <a:pt x="4511584" y="550073"/>
                  </a:lnTo>
                  <a:lnTo>
                    <a:pt x="4511678" y="550073"/>
                  </a:lnTo>
                  <a:lnTo>
                    <a:pt x="4511772" y="550073"/>
                  </a:lnTo>
                  <a:lnTo>
                    <a:pt x="4511867" y="550073"/>
                  </a:lnTo>
                  <a:lnTo>
                    <a:pt x="4511961" y="550073"/>
                  </a:lnTo>
                  <a:lnTo>
                    <a:pt x="4512055" y="550073"/>
                  </a:lnTo>
                  <a:lnTo>
                    <a:pt x="4512149" y="550073"/>
                  </a:lnTo>
                  <a:lnTo>
                    <a:pt x="4512243" y="550073"/>
                  </a:lnTo>
                  <a:lnTo>
                    <a:pt x="4512337" y="550073"/>
                  </a:lnTo>
                  <a:lnTo>
                    <a:pt x="4512431" y="550073"/>
                  </a:lnTo>
                  <a:lnTo>
                    <a:pt x="4512526" y="550073"/>
                  </a:lnTo>
                  <a:lnTo>
                    <a:pt x="4512620" y="550073"/>
                  </a:lnTo>
                  <a:lnTo>
                    <a:pt x="4512714" y="550073"/>
                  </a:lnTo>
                  <a:lnTo>
                    <a:pt x="4512808" y="550073"/>
                  </a:lnTo>
                  <a:lnTo>
                    <a:pt x="4512902" y="550073"/>
                  </a:lnTo>
                  <a:lnTo>
                    <a:pt x="4512996" y="550073"/>
                  </a:lnTo>
                  <a:lnTo>
                    <a:pt x="4513091" y="550073"/>
                  </a:lnTo>
                  <a:lnTo>
                    <a:pt x="4513185" y="550073"/>
                  </a:lnTo>
                  <a:lnTo>
                    <a:pt x="4513279" y="550073"/>
                  </a:lnTo>
                  <a:lnTo>
                    <a:pt x="4513279" y="545162"/>
                  </a:lnTo>
                  <a:lnTo>
                    <a:pt x="4513373" y="545162"/>
                  </a:lnTo>
                  <a:lnTo>
                    <a:pt x="4513467" y="545162"/>
                  </a:lnTo>
                  <a:lnTo>
                    <a:pt x="4513561" y="545162"/>
                  </a:lnTo>
                  <a:lnTo>
                    <a:pt x="4513655" y="545162"/>
                  </a:lnTo>
                  <a:lnTo>
                    <a:pt x="4513750" y="545162"/>
                  </a:lnTo>
                  <a:lnTo>
                    <a:pt x="4513844" y="545162"/>
                  </a:lnTo>
                  <a:lnTo>
                    <a:pt x="4513938" y="545162"/>
                  </a:lnTo>
                  <a:lnTo>
                    <a:pt x="4514032" y="545162"/>
                  </a:lnTo>
                  <a:lnTo>
                    <a:pt x="4514126" y="545162"/>
                  </a:lnTo>
                  <a:lnTo>
                    <a:pt x="4514220" y="545162"/>
                  </a:lnTo>
                  <a:lnTo>
                    <a:pt x="4514315" y="545162"/>
                  </a:lnTo>
                  <a:lnTo>
                    <a:pt x="4514409" y="545162"/>
                  </a:lnTo>
                  <a:lnTo>
                    <a:pt x="4514503" y="545162"/>
                  </a:lnTo>
                  <a:lnTo>
                    <a:pt x="4514597" y="545162"/>
                  </a:lnTo>
                  <a:lnTo>
                    <a:pt x="4514691" y="545162"/>
                  </a:lnTo>
                  <a:lnTo>
                    <a:pt x="4514785" y="545162"/>
                  </a:lnTo>
                  <a:lnTo>
                    <a:pt x="4514879" y="545162"/>
                  </a:lnTo>
                  <a:lnTo>
                    <a:pt x="4514974" y="545162"/>
                  </a:lnTo>
                  <a:lnTo>
                    <a:pt x="4515068" y="545162"/>
                  </a:lnTo>
                  <a:lnTo>
                    <a:pt x="4515162" y="545162"/>
                  </a:lnTo>
                  <a:lnTo>
                    <a:pt x="4515256" y="545162"/>
                  </a:lnTo>
                  <a:lnTo>
                    <a:pt x="4515350" y="545162"/>
                  </a:lnTo>
                  <a:lnTo>
                    <a:pt x="4515444" y="545162"/>
                  </a:lnTo>
                  <a:lnTo>
                    <a:pt x="4515538" y="545162"/>
                  </a:lnTo>
                  <a:lnTo>
                    <a:pt x="4515633" y="545162"/>
                  </a:lnTo>
                  <a:lnTo>
                    <a:pt x="4515727" y="545162"/>
                  </a:lnTo>
                  <a:lnTo>
                    <a:pt x="4515821" y="545162"/>
                  </a:lnTo>
                  <a:lnTo>
                    <a:pt x="4515915" y="545162"/>
                  </a:lnTo>
                  <a:lnTo>
                    <a:pt x="4516009" y="545162"/>
                  </a:lnTo>
                  <a:lnTo>
                    <a:pt x="4516103" y="545162"/>
                  </a:lnTo>
                  <a:lnTo>
                    <a:pt x="4516198" y="545162"/>
                  </a:lnTo>
                  <a:lnTo>
                    <a:pt x="4516292" y="545162"/>
                  </a:lnTo>
                  <a:lnTo>
                    <a:pt x="4516386" y="545162"/>
                  </a:lnTo>
                  <a:lnTo>
                    <a:pt x="4516480" y="545162"/>
                  </a:lnTo>
                  <a:lnTo>
                    <a:pt x="4516574" y="545162"/>
                  </a:lnTo>
                  <a:lnTo>
                    <a:pt x="4516668" y="545162"/>
                  </a:lnTo>
                  <a:lnTo>
                    <a:pt x="4516762" y="545162"/>
                  </a:lnTo>
                  <a:lnTo>
                    <a:pt x="4516857" y="545162"/>
                  </a:lnTo>
                  <a:lnTo>
                    <a:pt x="4516951" y="545162"/>
                  </a:lnTo>
                  <a:lnTo>
                    <a:pt x="4517045" y="545162"/>
                  </a:lnTo>
                  <a:lnTo>
                    <a:pt x="4517139" y="545162"/>
                  </a:lnTo>
                  <a:lnTo>
                    <a:pt x="4517233" y="545162"/>
                  </a:lnTo>
                  <a:lnTo>
                    <a:pt x="4517327" y="545162"/>
                  </a:lnTo>
                  <a:lnTo>
                    <a:pt x="4517422" y="545162"/>
                  </a:lnTo>
                  <a:lnTo>
                    <a:pt x="4517516" y="545162"/>
                  </a:lnTo>
                  <a:lnTo>
                    <a:pt x="4517610" y="545162"/>
                  </a:lnTo>
                  <a:lnTo>
                    <a:pt x="4517704" y="545162"/>
                  </a:lnTo>
                  <a:lnTo>
                    <a:pt x="4517798" y="545162"/>
                  </a:lnTo>
                  <a:lnTo>
                    <a:pt x="4517892" y="545162"/>
                  </a:lnTo>
                  <a:lnTo>
                    <a:pt x="4517986" y="545162"/>
                  </a:lnTo>
                  <a:lnTo>
                    <a:pt x="4518081" y="545162"/>
                  </a:lnTo>
                  <a:lnTo>
                    <a:pt x="4518175" y="545162"/>
                  </a:lnTo>
                  <a:lnTo>
                    <a:pt x="4518269" y="545162"/>
                  </a:lnTo>
                  <a:lnTo>
                    <a:pt x="4518363" y="545162"/>
                  </a:lnTo>
                  <a:lnTo>
                    <a:pt x="4518457" y="545162"/>
                  </a:lnTo>
                  <a:lnTo>
                    <a:pt x="4518551" y="545162"/>
                  </a:lnTo>
                  <a:lnTo>
                    <a:pt x="4518646" y="545162"/>
                  </a:lnTo>
                  <a:lnTo>
                    <a:pt x="4518740" y="545162"/>
                  </a:lnTo>
                  <a:lnTo>
                    <a:pt x="4518834" y="545162"/>
                  </a:lnTo>
                  <a:lnTo>
                    <a:pt x="4518928" y="545162"/>
                  </a:lnTo>
                  <a:lnTo>
                    <a:pt x="4519022" y="545162"/>
                  </a:lnTo>
                  <a:lnTo>
                    <a:pt x="4519116" y="545162"/>
                  </a:lnTo>
                  <a:lnTo>
                    <a:pt x="4519210" y="545162"/>
                  </a:lnTo>
                  <a:lnTo>
                    <a:pt x="4519305" y="545162"/>
                  </a:lnTo>
                  <a:lnTo>
                    <a:pt x="4519399" y="545162"/>
                  </a:lnTo>
                  <a:lnTo>
                    <a:pt x="4519493" y="545162"/>
                  </a:lnTo>
                  <a:lnTo>
                    <a:pt x="4519587" y="545162"/>
                  </a:lnTo>
                  <a:lnTo>
                    <a:pt x="4519681" y="545162"/>
                  </a:lnTo>
                  <a:lnTo>
                    <a:pt x="4519775" y="545162"/>
                  </a:lnTo>
                  <a:lnTo>
                    <a:pt x="4519869" y="545162"/>
                  </a:lnTo>
                  <a:lnTo>
                    <a:pt x="4519964" y="545162"/>
                  </a:lnTo>
                  <a:lnTo>
                    <a:pt x="4520058" y="545162"/>
                  </a:lnTo>
                  <a:lnTo>
                    <a:pt x="4520152" y="545162"/>
                  </a:lnTo>
                  <a:lnTo>
                    <a:pt x="4520246" y="545162"/>
                  </a:lnTo>
                  <a:lnTo>
                    <a:pt x="4520340" y="545162"/>
                  </a:lnTo>
                  <a:lnTo>
                    <a:pt x="4520434" y="545162"/>
                  </a:lnTo>
                  <a:lnTo>
                    <a:pt x="4520529" y="545162"/>
                  </a:lnTo>
                  <a:lnTo>
                    <a:pt x="4520623" y="545162"/>
                  </a:lnTo>
                  <a:lnTo>
                    <a:pt x="4520717" y="545162"/>
                  </a:lnTo>
                  <a:lnTo>
                    <a:pt x="4520811" y="545162"/>
                  </a:lnTo>
                  <a:lnTo>
                    <a:pt x="4520905" y="545162"/>
                  </a:lnTo>
                  <a:lnTo>
                    <a:pt x="4520999" y="545162"/>
                  </a:lnTo>
                  <a:lnTo>
                    <a:pt x="4521093" y="545162"/>
                  </a:lnTo>
                  <a:lnTo>
                    <a:pt x="4521188" y="545162"/>
                  </a:lnTo>
                  <a:lnTo>
                    <a:pt x="4521282" y="545162"/>
                  </a:lnTo>
                  <a:lnTo>
                    <a:pt x="4521376" y="545162"/>
                  </a:lnTo>
                  <a:lnTo>
                    <a:pt x="4521470" y="545162"/>
                  </a:lnTo>
                  <a:lnTo>
                    <a:pt x="4521564" y="545162"/>
                  </a:lnTo>
                  <a:lnTo>
                    <a:pt x="4521658" y="545162"/>
                  </a:lnTo>
                  <a:lnTo>
                    <a:pt x="4521753" y="545162"/>
                  </a:lnTo>
                  <a:lnTo>
                    <a:pt x="4521847" y="545162"/>
                  </a:lnTo>
                  <a:lnTo>
                    <a:pt x="4521941" y="545162"/>
                  </a:lnTo>
                  <a:lnTo>
                    <a:pt x="4522035" y="545162"/>
                  </a:lnTo>
                  <a:lnTo>
                    <a:pt x="4522129" y="545162"/>
                  </a:lnTo>
                  <a:lnTo>
                    <a:pt x="4522223" y="545162"/>
                  </a:lnTo>
                  <a:lnTo>
                    <a:pt x="4522317" y="545162"/>
                  </a:lnTo>
                  <a:lnTo>
                    <a:pt x="4522412" y="545162"/>
                  </a:lnTo>
                  <a:lnTo>
                    <a:pt x="4522506" y="545162"/>
                  </a:lnTo>
                  <a:lnTo>
                    <a:pt x="4522600" y="545162"/>
                  </a:lnTo>
                  <a:lnTo>
                    <a:pt x="4522694" y="545162"/>
                  </a:lnTo>
                  <a:lnTo>
                    <a:pt x="4522788" y="545162"/>
                  </a:lnTo>
                  <a:lnTo>
                    <a:pt x="4522882" y="545162"/>
                  </a:lnTo>
                  <a:lnTo>
                    <a:pt x="4522977" y="545162"/>
                  </a:lnTo>
                  <a:lnTo>
                    <a:pt x="4523071" y="545162"/>
                  </a:lnTo>
                  <a:lnTo>
                    <a:pt x="4523165" y="545162"/>
                  </a:lnTo>
                  <a:lnTo>
                    <a:pt x="4523259" y="545162"/>
                  </a:lnTo>
                  <a:lnTo>
                    <a:pt x="4523353" y="545162"/>
                  </a:lnTo>
                  <a:lnTo>
                    <a:pt x="4523447" y="545162"/>
                  </a:lnTo>
                  <a:lnTo>
                    <a:pt x="4523541" y="545162"/>
                  </a:lnTo>
                  <a:lnTo>
                    <a:pt x="4523636" y="545162"/>
                  </a:lnTo>
                  <a:lnTo>
                    <a:pt x="4523730" y="545162"/>
                  </a:lnTo>
                  <a:lnTo>
                    <a:pt x="4523824" y="545162"/>
                  </a:lnTo>
                  <a:lnTo>
                    <a:pt x="4523918" y="545162"/>
                  </a:lnTo>
                  <a:lnTo>
                    <a:pt x="4524012" y="545162"/>
                  </a:lnTo>
                  <a:lnTo>
                    <a:pt x="4524106" y="545162"/>
                  </a:lnTo>
                  <a:lnTo>
                    <a:pt x="4524200" y="545162"/>
                  </a:lnTo>
                  <a:lnTo>
                    <a:pt x="4524295" y="545162"/>
                  </a:lnTo>
                  <a:lnTo>
                    <a:pt x="4524389" y="545162"/>
                  </a:lnTo>
                  <a:lnTo>
                    <a:pt x="4524483" y="545162"/>
                  </a:lnTo>
                  <a:lnTo>
                    <a:pt x="4524577" y="545162"/>
                  </a:lnTo>
                  <a:lnTo>
                    <a:pt x="4524671" y="545162"/>
                  </a:lnTo>
                  <a:lnTo>
                    <a:pt x="4524765" y="545162"/>
                  </a:lnTo>
                  <a:lnTo>
                    <a:pt x="4524860" y="545162"/>
                  </a:lnTo>
                  <a:lnTo>
                    <a:pt x="4524954" y="545162"/>
                  </a:lnTo>
                  <a:lnTo>
                    <a:pt x="4525048" y="545162"/>
                  </a:lnTo>
                  <a:lnTo>
                    <a:pt x="4525142" y="545162"/>
                  </a:lnTo>
                  <a:lnTo>
                    <a:pt x="4525236" y="545162"/>
                  </a:lnTo>
                  <a:lnTo>
                    <a:pt x="4525330" y="545162"/>
                  </a:lnTo>
                  <a:lnTo>
                    <a:pt x="4525424" y="545162"/>
                  </a:lnTo>
                  <a:lnTo>
                    <a:pt x="4525519" y="545162"/>
                  </a:lnTo>
                  <a:lnTo>
                    <a:pt x="4525613" y="545162"/>
                  </a:lnTo>
                  <a:lnTo>
                    <a:pt x="4525613" y="540251"/>
                  </a:lnTo>
                  <a:lnTo>
                    <a:pt x="4525707" y="540251"/>
                  </a:lnTo>
                  <a:lnTo>
                    <a:pt x="4525801" y="540251"/>
                  </a:lnTo>
                  <a:lnTo>
                    <a:pt x="4525895" y="540251"/>
                  </a:lnTo>
                  <a:lnTo>
                    <a:pt x="4525989" y="540251"/>
                  </a:lnTo>
                  <a:lnTo>
                    <a:pt x="4526084" y="540251"/>
                  </a:lnTo>
                  <a:lnTo>
                    <a:pt x="4526178" y="540251"/>
                  </a:lnTo>
                  <a:lnTo>
                    <a:pt x="4526272" y="540251"/>
                  </a:lnTo>
                  <a:lnTo>
                    <a:pt x="4526366" y="540251"/>
                  </a:lnTo>
                  <a:lnTo>
                    <a:pt x="4526460" y="540251"/>
                  </a:lnTo>
                  <a:lnTo>
                    <a:pt x="4526554" y="540251"/>
                  </a:lnTo>
                  <a:lnTo>
                    <a:pt x="4526648" y="540251"/>
                  </a:lnTo>
                  <a:lnTo>
                    <a:pt x="4526743" y="540251"/>
                  </a:lnTo>
                  <a:lnTo>
                    <a:pt x="4526837" y="540251"/>
                  </a:lnTo>
                  <a:lnTo>
                    <a:pt x="4526931" y="540251"/>
                  </a:lnTo>
                  <a:lnTo>
                    <a:pt x="4527025" y="540251"/>
                  </a:lnTo>
                  <a:lnTo>
                    <a:pt x="4527119" y="540251"/>
                  </a:lnTo>
                  <a:lnTo>
                    <a:pt x="4527213" y="540251"/>
                  </a:lnTo>
                  <a:lnTo>
                    <a:pt x="4527308" y="540251"/>
                  </a:lnTo>
                  <a:lnTo>
                    <a:pt x="4527402" y="540251"/>
                  </a:lnTo>
                  <a:lnTo>
                    <a:pt x="4527496" y="540251"/>
                  </a:lnTo>
                  <a:lnTo>
                    <a:pt x="4527590" y="540251"/>
                  </a:lnTo>
                  <a:lnTo>
                    <a:pt x="4527684" y="540251"/>
                  </a:lnTo>
                  <a:lnTo>
                    <a:pt x="4527778" y="540251"/>
                  </a:lnTo>
                  <a:lnTo>
                    <a:pt x="4527872" y="540251"/>
                  </a:lnTo>
                  <a:lnTo>
                    <a:pt x="4527967" y="540251"/>
                  </a:lnTo>
                  <a:lnTo>
                    <a:pt x="4527967" y="535339"/>
                  </a:lnTo>
                  <a:lnTo>
                    <a:pt x="4528061" y="535339"/>
                  </a:lnTo>
                  <a:lnTo>
                    <a:pt x="4528155" y="535339"/>
                  </a:lnTo>
                  <a:lnTo>
                    <a:pt x="4528249" y="535339"/>
                  </a:lnTo>
                  <a:lnTo>
                    <a:pt x="4528343" y="535339"/>
                  </a:lnTo>
                  <a:lnTo>
                    <a:pt x="4528437" y="535339"/>
                  </a:lnTo>
                  <a:lnTo>
                    <a:pt x="4528531" y="535339"/>
                  </a:lnTo>
                  <a:lnTo>
                    <a:pt x="4528626" y="535339"/>
                  </a:lnTo>
                  <a:lnTo>
                    <a:pt x="4528720" y="535339"/>
                  </a:lnTo>
                  <a:lnTo>
                    <a:pt x="4528814" y="535339"/>
                  </a:lnTo>
                  <a:lnTo>
                    <a:pt x="4528908" y="535339"/>
                  </a:lnTo>
                  <a:lnTo>
                    <a:pt x="4529002" y="535339"/>
                  </a:lnTo>
                  <a:lnTo>
                    <a:pt x="4529096" y="535339"/>
                  </a:lnTo>
                  <a:lnTo>
                    <a:pt x="4529191" y="535339"/>
                  </a:lnTo>
                  <a:lnTo>
                    <a:pt x="4529285" y="535339"/>
                  </a:lnTo>
                  <a:lnTo>
                    <a:pt x="4529379" y="535339"/>
                  </a:lnTo>
                  <a:lnTo>
                    <a:pt x="4529473" y="535339"/>
                  </a:lnTo>
                  <a:lnTo>
                    <a:pt x="4529567" y="535339"/>
                  </a:lnTo>
                  <a:lnTo>
                    <a:pt x="4529661" y="535339"/>
                  </a:lnTo>
                  <a:lnTo>
                    <a:pt x="4529755" y="535339"/>
                  </a:lnTo>
                  <a:lnTo>
                    <a:pt x="4529850" y="535339"/>
                  </a:lnTo>
                  <a:lnTo>
                    <a:pt x="4529944" y="535339"/>
                  </a:lnTo>
                  <a:lnTo>
                    <a:pt x="4530038" y="535339"/>
                  </a:lnTo>
                  <a:lnTo>
                    <a:pt x="4530132" y="535339"/>
                  </a:lnTo>
                  <a:lnTo>
                    <a:pt x="4530226" y="535339"/>
                  </a:lnTo>
                  <a:lnTo>
                    <a:pt x="4530320" y="535339"/>
                  </a:lnTo>
                  <a:lnTo>
                    <a:pt x="4530415" y="535339"/>
                  </a:lnTo>
                  <a:lnTo>
                    <a:pt x="4530509" y="535339"/>
                  </a:lnTo>
                  <a:lnTo>
                    <a:pt x="4530603" y="535339"/>
                  </a:lnTo>
                  <a:lnTo>
                    <a:pt x="4530697" y="535339"/>
                  </a:lnTo>
                  <a:lnTo>
                    <a:pt x="4530791" y="535339"/>
                  </a:lnTo>
                  <a:lnTo>
                    <a:pt x="4530885" y="535339"/>
                  </a:lnTo>
                  <a:lnTo>
                    <a:pt x="4530979" y="535339"/>
                  </a:lnTo>
                  <a:lnTo>
                    <a:pt x="4531074" y="535339"/>
                  </a:lnTo>
                  <a:lnTo>
                    <a:pt x="4531168" y="535339"/>
                  </a:lnTo>
                  <a:lnTo>
                    <a:pt x="4531262" y="535339"/>
                  </a:lnTo>
                  <a:lnTo>
                    <a:pt x="4531356" y="535339"/>
                  </a:lnTo>
                  <a:lnTo>
                    <a:pt x="4531450" y="535339"/>
                  </a:lnTo>
                  <a:lnTo>
                    <a:pt x="4531544" y="535339"/>
                  </a:lnTo>
                  <a:lnTo>
                    <a:pt x="4531639" y="535339"/>
                  </a:lnTo>
                  <a:lnTo>
                    <a:pt x="4531733" y="535339"/>
                  </a:lnTo>
                  <a:lnTo>
                    <a:pt x="4531827" y="535339"/>
                  </a:lnTo>
                  <a:lnTo>
                    <a:pt x="4531921" y="535339"/>
                  </a:lnTo>
                  <a:lnTo>
                    <a:pt x="4532015" y="535339"/>
                  </a:lnTo>
                  <a:lnTo>
                    <a:pt x="4532109" y="535339"/>
                  </a:lnTo>
                  <a:lnTo>
                    <a:pt x="4532203" y="535339"/>
                  </a:lnTo>
                  <a:lnTo>
                    <a:pt x="4532298" y="535339"/>
                  </a:lnTo>
                  <a:lnTo>
                    <a:pt x="4532392" y="535339"/>
                  </a:lnTo>
                  <a:lnTo>
                    <a:pt x="4532486" y="535339"/>
                  </a:lnTo>
                  <a:lnTo>
                    <a:pt x="4532580" y="535339"/>
                  </a:lnTo>
                  <a:lnTo>
                    <a:pt x="4532674" y="535339"/>
                  </a:lnTo>
                  <a:lnTo>
                    <a:pt x="4532768" y="535339"/>
                  </a:lnTo>
                  <a:lnTo>
                    <a:pt x="4532862" y="535339"/>
                  </a:lnTo>
                  <a:lnTo>
                    <a:pt x="4532957" y="535339"/>
                  </a:lnTo>
                  <a:lnTo>
                    <a:pt x="4533051" y="535339"/>
                  </a:lnTo>
                  <a:lnTo>
                    <a:pt x="4533145" y="535339"/>
                  </a:lnTo>
                  <a:lnTo>
                    <a:pt x="4533239" y="535339"/>
                  </a:lnTo>
                  <a:lnTo>
                    <a:pt x="4533333" y="535339"/>
                  </a:lnTo>
                  <a:lnTo>
                    <a:pt x="4533427" y="535339"/>
                  </a:lnTo>
                  <a:lnTo>
                    <a:pt x="4533522" y="535339"/>
                  </a:lnTo>
                  <a:lnTo>
                    <a:pt x="4533616" y="535339"/>
                  </a:lnTo>
                  <a:lnTo>
                    <a:pt x="4533710" y="535339"/>
                  </a:lnTo>
                  <a:lnTo>
                    <a:pt x="4533804" y="535339"/>
                  </a:lnTo>
                  <a:lnTo>
                    <a:pt x="4533898" y="535339"/>
                  </a:lnTo>
                  <a:lnTo>
                    <a:pt x="4533898" y="530428"/>
                  </a:lnTo>
                  <a:lnTo>
                    <a:pt x="4533992" y="530428"/>
                  </a:lnTo>
                  <a:lnTo>
                    <a:pt x="4534086" y="530428"/>
                  </a:lnTo>
                  <a:lnTo>
                    <a:pt x="4534181" y="530428"/>
                  </a:lnTo>
                  <a:lnTo>
                    <a:pt x="4534275" y="530428"/>
                  </a:lnTo>
                  <a:lnTo>
                    <a:pt x="4534275" y="525517"/>
                  </a:lnTo>
                  <a:lnTo>
                    <a:pt x="4534369" y="525517"/>
                  </a:lnTo>
                  <a:lnTo>
                    <a:pt x="4534463" y="525517"/>
                  </a:lnTo>
                  <a:lnTo>
                    <a:pt x="4534557" y="525517"/>
                  </a:lnTo>
                  <a:lnTo>
                    <a:pt x="4534651" y="525517"/>
                  </a:lnTo>
                  <a:lnTo>
                    <a:pt x="4534746" y="525517"/>
                  </a:lnTo>
                  <a:lnTo>
                    <a:pt x="4534840" y="525517"/>
                  </a:lnTo>
                  <a:lnTo>
                    <a:pt x="4534934" y="525517"/>
                  </a:lnTo>
                  <a:lnTo>
                    <a:pt x="4535028" y="525517"/>
                  </a:lnTo>
                  <a:lnTo>
                    <a:pt x="4535122" y="525517"/>
                  </a:lnTo>
                  <a:lnTo>
                    <a:pt x="4535216" y="525517"/>
                  </a:lnTo>
                  <a:lnTo>
                    <a:pt x="4535310" y="525517"/>
                  </a:lnTo>
                  <a:lnTo>
                    <a:pt x="4535405" y="525517"/>
                  </a:lnTo>
                  <a:lnTo>
                    <a:pt x="4535499" y="525517"/>
                  </a:lnTo>
                  <a:lnTo>
                    <a:pt x="4535499" y="520605"/>
                  </a:lnTo>
                  <a:lnTo>
                    <a:pt x="4535593" y="520605"/>
                  </a:lnTo>
                  <a:lnTo>
                    <a:pt x="4535687" y="520605"/>
                  </a:lnTo>
                  <a:lnTo>
                    <a:pt x="4535687" y="515694"/>
                  </a:lnTo>
                  <a:lnTo>
                    <a:pt x="4535781" y="515694"/>
                  </a:lnTo>
                  <a:lnTo>
                    <a:pt x="4535875" y="515694"/>
                  </a:lnTo>
                  <a:lnTo>
                    <a:pt x="4535970" y="515694"/>
                  </a:lnTo>
                  <a:lnTo>
                    <a:pt x="4536064" y="515694"/>
                  </a:lnTo>
                  <a:lnTo>
                    <a:pt x="4536158" y="515694"/>
                  </a:lnTo>
                  <a:lnTo>
                    <a:pt x="4536252" y="515694"/>
                  </a:lnTo>
                  <a:lnTo>
                    <a:pt x="4536346" y="515694"/>
                  </a:lnTo>
                  <a:lnTo>
                    <a:pt x="4536440" y="515694"/>
                  </a:lnTo>
                  <a:lnTo>
                    <a:pt x="4536534" y="515694"/>
                  </a:lnTo>
                  <a:lnTo>
                    <a:pt x="4536629" y="515694"/>
                  </a:lnTo>
                  <a:lnTo>
                    <a:pt x="4536723" y="515694"/>
                  </a:lnTo>
                  <a:lnTo>
                    <a:pt x="4536817" y="515694"/>
                  </a:lnTo>
                  <a:lnTo>
                    <a:pt x="4536911" y="515694"/>
                  </a:lnTo>
                  <a:lnTo>
                    <a:pt x="4537005" y="515694"/>
                  </a:lnTo>
                  <a:lnTo>
                    <a:pt x="4537099" y="515694"/>
                  </a:lnTo>
                  <a:lnTo>
                    <a:pt x="4537193" y="515694"/>
                  </a:lnTo>
                  <a:lnTo>
                    <a:pt x="4537288" y="515694"/>
                  </a:lnTo>
                  <a:lnTo>
                    <a:pt x="4537382" y="515694"/>
                  </a:lnTo>
                  <a:lnTo>
                    <a:pt x="4537476" y="515694"/>
                  </a:lnTo>
                  <a:lnTo>
                    <a:pt x="4537570" y="515694"/>
                  </a:lnTo>
                  <a:lnTo>
                    <a:pt x="4537664" y="515694"/>
                  </a:lnTo>
                  <a:lnTo>
                    <a:pt x="4537758" y="515694"/>
                  </a:lnTo>
                  <a:lnTo>
                    <a:pt x="4537853" y="515694"/>
                  </a:lnTo>
                  <a:lnTo>
                    <a:pt x="4537947" y="515694"/>
                  </a:lnTo>
                  <a:lnTo>
                    <a:pt x="4538041" y="515694"/>
                  </a:lnTo>
                  <a:lnTo>
                    <a:pt x="4538135" y="515694"/>
                  </a:lnTo>
                  <a:lnTo>
                    <a:pt x="4538229" y="515694"/>
                  </a:lnTo>
                  <a:lnTo>
                    <a:pt x="4538323" y="515694"/>
                  </a:lnTo>
                  <a:lnTo>
                    <a:pt x="4538417" y="515694"/>
                  </a:lnTo>
                  <a:lnTo>
                    <a:pt x="4538512" y="515694"/>
                  </a:lnTo>
                  <a:lnTo>
                    <a:pt x="4538606" y="515694"/>
                  </a:lnTo>
                  <a:lnTo>
                    <a:pt x="4538700" y="515694"/>
                  </a:lnTo>
                  <a:lnTo>
                    <a:pt x="4538700" y="510782"/>
                  </a:lnTo>
                  <a:lnTo>
                    <a:pt x="4538794" y="510782"/>
                  </a:lnTo>
                  <a:lnTo>
                    <a:pt x="4538888" y="510782"/>
                  </a:lnTo>
                  <a:lnTo>
                    <a:pt x="4538982" y="510782"/>
                  </a:lnTo>
                  <a:lnTo>
                    <a:pt x="4539077" y="510782"/>
                  </a:lnTo>
                  <a:lnTo>
                    <a:pt x="4539171" y="510782"/>
                  </a:lnTo>
                  <a:lnTo>
                    <a:pt x="4539265" y="510782"/>
                  </a:lnTo>
                  <a:lnTo>
                    <a:pt x="4539359" y="510782"/>
                  </a:lnTo>
                  <a:lnTo>
                    <a:pt x="4539453" y="510782"/>
                  </a:lnTo>
                  <a:lnTo>
                    <a:pt x="4539547" y="510782"/>
                  </a:lnTo>
                  <a:lnTo>
                    <a:pt x="4539641" y="510782"/>
                  </a:lnTo>
                  <a:lnTo>
                    <a:pt x="4539736" y="510782"/>
                  </a:lnTo>
                  <a:lnTo>
                    <a:pt x="4539830" y="510782"/>
                  </a:lnTo>
                  <a:lnTo>
                    <a:pt x="4539924" y="510782"/>
                  </a:lnTo>
                  <a:lnTo>
                    <a:pt x="4540018" y="510782"/>
                  </a:lnTo>
                  <a:lnTo>
                    <a:pt x="4540112" y="510782"/>
                  </a:lnTo>
                  <a:lnTo>
                    <a:pt x="4540206" y="510782"/>
                  </a:lnTo>
                  <a:lnTo>
                    <a:pt x="4540301" y="510782"/>
                  </a:lnTo>
                  <a:lnTo>
                    <a:pt x="4540395" y="510782"/>
                  </a:lnTo>
                  <a:lnTo>
                    <a:pt x="4540489" y="510782"/>
                  </a:lnTo>
                  <a:lnTo>
                    <a:pt x="4540583" y="510782"/>
                  </a:lnTo>
                  <a:lnTo>
                    <a:pt x="4540677" y="510782"/>
                  </a:lnTo>
                  <a:lnTo>
                    <a:pt x="4540771" y="510782"/>
                  </a:lnTo>
                  <a:lnTo>
                    <a:pt x="4540865" y="510782"/>
                  </a:lnTo>
                  <a:lnTo>
                    <a:pt x="4540960" y="510782"/>
                  </a:lnTo>
                  <a:lnTo>
                    <a:pt x="4541054" y="510782"/>
                  </a:lnTo>
                  <a:lnTo>
                    <a:pt x="4541148" y="510782"/>
                  </a:lnTo>
                  <a:lnTo>
                    <a:pt x="4541242" y="510782"/>
                  </a:lnTo>
                  <a:lnTo>
                    <a:pt x="4541336" y="510782"/>
                  </a:lnTo>
                  <a:lnTo>
                    <a:pt x="4541430" y="510782"/>
                  </a:lnTo>
                  <a:lnTo>
                    <a:pt x="4541524" y="510782"/>
                  </a:lnTo>
                  <a:lnTo>
                    <a:pt x="4541619" y="510782"/>
                  </a:lnTo>
                  <a:lnTo>
                    <a:pt x="4541713" y="510782"/>
                  </a:lnTo>
                  <a:lnTo>
                    <a:pt x="4541807" y="510782"/>
                  </a:lnTo>
                  <a:lnTo>
                    <a:pt x="4541901" y="510782"/>
                  </a:lnTo>
                  <a:lnTo>
                    <a:pt x="4541995" y="510782"/>
                  </a:lnTo>
                  <a:lnTo>
                    <a:pt x="4542089" y="510782"/>
                  </a:lnTo>
                  <a:lnTo>
                    <a:pt x="4542184" y="510782"/>
                  </a:lnTo>
                  <a:lnTo>
                    <a:pt x="4542278" y="510782"/>
                  </a:lnTo>
                  <a:lnTo>
                    <a:pt x="4542372" y="510782"/>
                  </a:lnTo>
                  <a:lnTo>
                    <a:pt x="4542466" y="510782"/>
                  </a:lnTo>
                  <a:lnTo>
                    <a:pt x="4542560" y="510782"/>
                  </a:lnTo>
                  <a:lnTo>
                    <a:pt x="4542654" y="510782"/>
                  </a:lnTo>
                  <a:lnTo>
                    <a:pt x="4542748" y="510782"/>
                  </a:lnTo>
                  <a:lnTo>
                    <a:pt x="4542843" y="510782"/>
                  </a:lnTo>
                  <a:lnTo>
                    <a:pt x="4542937" y="510782"/>
                  </a:lnTo>
                  <a:lnTo>
                    <a:pt x="4543031" y="510782"/>
                  </a:lnTo>
                  <a:lnTo>
                    <a:pt x="4543125" y="510782"/>
                  </a:lnTo>
                  <a:lnTo>
                    <a:pt x="4543219" y="510782"/>
                  </a:lnTo>
                  <a:lnTo>
                    <a:pt x="4543313" y="510782"/>
                  </a:lnTo>
                  <a:lnTo>
                    <a:pt x="4543408" y="510782"/>
                  </a:lnTo>
                  <a:lnTo>
                    <a:pt x="4543502" y="510782"/>
                  </a:lnTo>
                  <a:lnTo>
                    <a:pt x="4543596" y="510782"/>
                  </a:lnTo>
                  <a:lnTo>
                    <a:pt x="4543690" y="510782"/>
                  </a:lnTo>
                  <a:lnTo>
                    <a:pt x="4543784" y="510782"/>
                  </a:lnTo>
                  <a:lnTo>
                    <a:pt x="4543878" y="510782"/>
                  </a:lnTo>
                  <a:lnTo>
                    <a:pt x="4543972" y="510782"/>
                  </a:lnTo>
                  <a:lnTo>
                    <a:pt x="4544067" y="510782"/>
                  </a:lnTo>
                  <a:lnTo>
                    <a:pt x="4544161" y="510782"/>
                  </a:lnTo>
                  <a:lnTo>
                    <a:pt x="4544255" y="510782"/>
                  </a:lnTo>
                  <a:lnTo>
                    <a:pt x="4544349" y="510782"/>
                  </a:lnTo>
                  <a:lnTo>
                    <a:pt x="4544443" y="510782"/>
                  </a:lnTo>
                  <a:lnTo>
                    <a:pt x="4544537" y="510782"/>
                  </a:lnTo>
                  <a:lnTo>
                    <a:pt x="4544632" y="510782"/>
                  </a:lnTo>
                  <a:lnTo>
                    <a:pt x="4544726" y="510782"/>
                  </a:lnTo>
                  <a:lnTo>
                    <a:pt x="4544820" y="510782"/>
                  </a:lnTo>
                  <a:lnTo>
                    <a:pt x="4544914" y="510782"/>
                  </a:lnTo>
                  <a:lnTo>
                    <a:pt x="4545008" y="510782"/>
                  </a:lnTo>
                  <a:lnTo>
                    <a:pt x="4545102" y="510782"/>
                  </a:lnTo>
                  <a:lnTo>
                    <a:pt x="4545196" y="510782"/>
                  </a:lnTo>
                  <a:lnTo>
                    <a:pt x="4545291" y="510782"/>
                  </a:lnTo>
                  <a:lnTo>
                    <a:pt x="4545385" y="510782"/>
                  </a:lnTo>
                  <a:lnTo>
                    <a:pt x="4545479" y="510782"/>
                  </a:lnTo>
                  <a:lnTo>
                    <a:pt x="4545573" y="510782"/>
                  </a:lnTo>
                  <a:lnTo>
                    <a:pt x="4545667" y="510782"/>
                  </a:lnTo>
                  <a:lnTo>
                    <a:pt x="4545761" y="510782"/>
                  </a:lnTo>
                  <a:lnTo>
                    <a:pt x="4545855" y="510782"/>
                  </a:lnTo>
                  <a:lnTo>
                    <a:pt x="4545950" y="510782"/>
                  </a:lnTo>
                  <a:lnTo>
                    <a:pt x="4546044" y="510782"/>
                  </a:lnTo>
                  <a:lnTo>
                    <a:pt x="4546138" y="510782"/>
                  </a:lnTo>
                  <a:lnTo>
                    <a:pt x="4546232" y="510782"/>
                  </a:lnTo>
                  <a:lnTo>
                    <a:pt x="4546326" y="510782"/>
                  </a:lnTo>
                  <a:lnTo>
                    <a:pt x="4546420" y="510782"/>
                  </a:lnTo>
                  <a:lnTo>
                    <a:pt x="4546515" y="510782"/>
                  </a:lnTo>
                  <a:lnTo>
                    <a:pt x="4546609" y="510782"/>
                  </a:lnTo>
                  <a:lnTo>
                    <a:pt x="4546703" y="510782"/>
                  </a:lnTo>
                  <a:lnTo>
                    <a:pt x="4546797" y="510782"/>
                  </a:lnTo>
                  <a:lnTo>
                    <a:pt x="4546891" y="510782"/>
                  </a:lnTo>
                  <a:lnTo>
                    <a:pt x="4546985" y="510782"/>
                  </a:lnTo>
                  <a:lnTo>
                    <a:pt x="4547079" y="510782"/>
                  </a:lnTo>
                  <a:lnTo>
                    <a:pt x="4547174" y="510782"/>
                  </a:lnTo>
                  <a:lnTo>
                    <a:pt x="4547268" y="510782"/>
                  </a:lnTo>
                  <a:lnTo>
                    <a:pt x="4547362" y="510782"/>
                  </a:lnTo>
                  <a:lnTo>
                    <a:pt x="4547456" y="510782"/>
                  </a:lnTo>
                  <a:lnTo>
                    <a:pt x="4547550" y="510782"/>
                  </a:lnTo>
                  <a:lnTo>
                    <a:pt x="4547644" y="510782"/>
                  </a:lnTo>
                  <a:lnTo>
                    <a:pt x="4547739" y="510782"/>
                  </a:lnTo>
                  <a:lnTo>
                    <a:pt x="4547833" y="510782"/>
                  </a:lnTo>
                  <a:lnTo>
                    <a:pt x="4547927" y="510782"/>
                  </a:lnTo>
                  <a:lnTo>
                    <a:pt x="4548021" y="510782"/>
                  </a:lnTo>
                  <a:lnTo>
                    <a:pt x="4548115" y="510782"/>
                  </a:lnTo>
                  <a:lnTo>
                    <a:pt x="4548209" y="510782"/>
                  </a:lnTo>
                  <a:lnTo>
                    <a:pt x="4548303" y="510782"/>
                  </a:lnTo>
                  <a:lnTo>
                    <a:pt x="4548398" y="510782"/>
                  </a:lnTo>
                  <a:lnTo>
                    <a:pt x="4548492" y="510782"/>
                  </a:lnTo>
                  <a:lnTo>
                    <a:pt x="4548586" y="510782"/>
                  </a:lnTo>
                  <a:lnTo>
                    <a:pt x="4548680" y="510782"/>
                  </a:lnTo>
                  <a:lnTo>
                    <a:pt x="4548774" y="510782"/>
                  </a:lnTo>
                  <a:lnTo>
                    <a:pt x="4548868" y="510782"/>
                  </a:lnTo>
                  <a:lnTo>
                    <a:pt x="4548963" y="510782"/>
                  </a:lnTo>
                  <a:lnTo>
                    <a:pt x="4549057" y="510782"/>
                  </a:lnTo>
                  <a:lnTo>
                    <a:pt x="4549151" y="510782"/>
                  </a:lnTo>
                  <a:lnTo>
                    <a:pt x="4549245" y="510782"/>
                  </a:lnTo>
                  <a:lnTo>
                    <a:pt x="4549339" y="510782"/>
                  </a:lnTo>
                  <a:lnTo>
                    <a:pt x="4549433" y="510782"/>
                  </a:lnTo>
                  <a:lnTo>
                    <a:pt x="4549527" y="510782"/>
                  </a:lnTo>
                  <a:lnTo>
                    <a:pt x="4549622" y="510782"/>
                  </a:lnTo>
                  <a:lnTo>
                    <a:pt x="4549716" y="510782"/>
                  </a:lnTo>
                  <a:lnTo>
                    <a:pt x="4549810" y="510782"/>
                  </a:lnTo>
                  <a:lnTo>
                    <a:pt x="4549904" y="510782"/>
                  </a:lnTo>
                  <a:lnTo>
                    <a:pt x="4549998" y="510782"/>
                  </a:lnTo>
                  <a:lnTo>
                    <a:pt x="4550092" y="510782"/>
                  </a:lnTo>
                  <a:lnTo>
                    <a:pt x="4550186" y="510782"/>
                  </a:lnTo>
                  <a:lnTo>
                    <a:pt x="4550281" y="510782"/>
                  </a:lnTo>
                  <a:lnTo>
                    <a:pt x="4550375" y="510782"/>
                  </a:lnTo>
                  <a:lnTo>
                    <a:pt x="4550469" y="510782"/>
                  </a:lnTo>
                  <a:lnTo>
                    <a:pt x="4550563" y="510782"/>
                  </a:lnTo>
                  <a:lnTo>
                    <a:pt x="4550657" y="510782"/>
                  </a:lnTo>
                  <a:lnTo>
                    <a:pt x="4550751" y="510782"/>
                  </a:lnTo>
                  <a:lnTo>
                    <a:pt x="4550846" y="510782"/>
                  </a:lnTo>
                  <a:lnTo>
                    <a:pt x="4550940" y="510782"/>
                  </a:lnTo>
                  <a:lnTo>
                    <a:pt x="4551034" y="510782"/>
                  </a:lnTo>
                  <a:lnTo>
                    <a:pt x="4551128" y="510782"/>
                  </a:lnTo>
                  <a:lnTo>
                    <a:pt x="4551222" y="510782"/>
                  </a:lnTo>
                  <a:lnTo>
                    <a:pt x="4551316" y="510782"/>
                  </a:lnTo>
                  <a:lnTo>
                    <a:pt x="4551410" y="510782"/>
                  </a:lnTo>
                  <a:lnTo>
                    <a:pt x="4551505" y="510782"/>
                  </a:lnTo>
                  <a:lnTo>
                    <a:pt x="4551599" y="510782"/>
                  </a:lnTo>
                  <a:lnTo>
                    <a:pt x="4551599" y="505871"/>
                  </a:lnTo>
                  <a:lnTo>
                    <a:pt x="4551693" y="505871"/>
                  </a:lnTo>
                  <a:lnTo>
                    <a:pt x="4551787" y="505871"/>
                  </a:lnTo>
                  <a:lnTo>
                    <a:pt x="4551881" y="505871"/>
                  </a:lnTo>
                  <a:lnTo>
                    <a:pt x="4551975" y="505871"/>
                  </a:lnTo>
                  <a:lnTo>
                    <a:pt x="4552070" y="505871"/>
                  </a:lnTo>
                  <a:lnTo>
                    <a:pt x="4552164" y="505871"/>
                  </a:lnTo>
                  <a:lnTo>
                    <a:pt x="4552258" y="505871"/>
                  </a:lnTo>
                  <a:lnTo>
                    <a:pt x="4552352" y="505871"/>
                  </a:lnTo>
                  <a:lnTo>
                    <a:pt x="4552446" y="505871"/>
                  </a:lnTo>
                  <a:lnTo>
                    <a:pt x="4552540" y="505871"/>
                  </a:lnTo>
                  <a:lnTo>
                    <a:pt x="4552634" y="505871"/>
                  </a:lnTo>
                  <a:lnTo>
                    <a:pt x="4552729" y="505871"/>
                  </a:lnTo>
                  <a:lnTo>
                    <a:pt x="4552823" y="505871"/>
                  </a:lnTo>
                  <a:lnTo>
                    <a:pt x="4552917" y="505871"/>
                  </a:lnTo>
                  <a:lnTo>
                    <a:pt x="4553011" y="505871"/>
                  </a:lnTo>
                  <a:lnTo>
                    <a:pt x="4553105" y="505871"/>
                  </a:lnTo>
                  <a:lnTo>
                    <a:pt x="4553199" y="505871"/>
                  </a:lnTo>
                  <a:lnTo>
                    <a:pt x="4553294" y="505871"/>
                  </a:lnTo>
                  <a:lnTo>
                    <a:pt x="4553388" y="505871"/>
                  </a:lnTo>
                  <a:lnTo>
                    <a:pt x="4553482" y="505871"/>
                  </a:lnTo>
                  <a:lnTo>
                    <a:pt x="4553576" y="505871"/>
                  </a:lnTo>
                  <a:lnTo>
                    <a:pt x="4553670" y="505871"/>
                  </a:lnTo>
                  <a:lnTo>
                    <a:pt x="4553764" y="505871"/>
                  </a:lnTo>
                  <a:lnTo>
                    <a:pt x="4553858" y="505871"/>
                  </a:lnTo>
                  <a:lnTo>
                    <a:pt x="4553953" y="505871"/>
                  </a:lnTo>
                  <a:lnTo>
                    <a:pt x="4554047" y="505871"/>
                  </a:lnTo>
                  <a:lnTo>
                    <a:pt x="4554141" y="505871"/>
                  </a:lnTo>
                  <a:lnTo>
                    <a:pt x="4554235" y="505871"/>
                  </a:lnTo>
                  <a:lnTo>
                    <a:pt x="4554329" y="505871"/>
                  </a:lnTo>
                  <a:lnTo>
                    <a:pt x="4554423" y="505871"/>
                  </a:lnTo>
                  <a:lnTo>
                    <a:pt x="4554423" y="500960"/>
                  </a:lnTo>
                  <a:lnTo>
                    <a:pt x="4554517" y="500960"/>
                  </a:lnTo>
                  <a:lnTo>
                    <a:pt x="4554612" y="500960"/>
                  </a:lnTo>
                  <a:lnTo>
                    <a:pt x="4554706" y="500960"/>
                  </a:lnTo>
                  <a:lnTo>
                    <a:pt x="4554800" y="500960"/>
                  </a:lnTo>
                  <a:lnTo>
                    <a:pt x="4554894" y="500960"/>
                  </a:lnTo>
                  <a:lnTo>
                    <a:pt x="4554988" y="500960"/>
                  </a:lnTo>
                  <a:lnTo>
                    <a:pt x="4555082" y="500960"/>
                  </a:lnTo>
                  <a:lnTo>
                    <a:pt x="4555177" y="500960"/>
                  </a:lnTo>
                  <a:lnTo>
                    <a:pt x="4555271" y="500960"/>
                  </a:lnTo>
                  <a:lnTo>
                    <a:pt x="4555365" y="500960"/>
                  </a:lnTo>
                  <a:lnTo>
                    <a:pt x="4555459" y="500960"/>
                  </a:lnTo>
                  <a:lnTo>
                    <a:pt x="4555553" y="500960"/>
                  </a:lnTo>
                  <a:lnTo>
                    <a:pt x="4555647" y="500960"/>
                  </a:lnTo>
                  <a:lnTo>
                    <a:pt x="4555741" y="500960"/>
                  </a:lnTo>
                  <a:lnTo>
                    <a:pt x="4555836" y="500960"/>
                  </a:lnTo>
                  <a:lnTo>
                    <a:pt x="4555930" y="500960"/>
                  </a:lnTo>
                  <a:lnTo>
                    <a:pt x="4556024" y="500960"/>
                  </a:lnTo>
                  <a:lnTo>
                    <a:pt x="4556118" y="500960"/>
                  </a:lnTo>
                  <a:lnTo>
                    <a:pt x="4556212" y="500960"/>
                  </a:lnTo>
                  <a:lnTo>
                    <a:pt x="4556306" y="500960"/>
                  </a:lnTo>
                  <a:lnTo>
                    <a:pt x="4556401" y="500960"/>
                  </a:lnTo>
                  <a:lnTo>
                    <a:pt x="4556495" y="500960"/>
                  </a:lnTo>
                  <a:lnTo>
                    <a:pt x="4556589" y="500960"/>
                  </a:lnTo>
                  <a:lnTo>
                    <a:pt x="4556683" y="500960"/>
                  </a:lnTo>
                  <a:lnTo>
                    <a:pt x="4556777" y="500960"/>
                  </a:lnTo>
                  <a:lnTo>
                    <a:pt x="4556871" y="500960"/>
                  </a:lnTo>
                  <a:lnTo>
                    <a:pt x="4556965" y="500960"/>
                  </a:lnTo>
                  <a:lnTo>
                    <a:pt x="4557060" y="500960"/>
                  </a:lnTo>
                  <a:lnTo>
                    <a:pt x="4557154" y="500960"/>
                  </a:lnTo>
                  <a:lnTo>
                    <a:pt x="4557248" y="500960"/>
                  </a:lnTo>
                  <a:lnTo>
                    <a:pt x="4557342" y="500960"/>
                  </a:lnTo>
                  <a:lnTo>
                    <a:pt x="4557436" y="500960"/>
                  </a:lnTo>
                  <a:lnTo>
                    <a:pt x="4557530" y="500960"/>
                  </a:lnTo>
                  <a:lnTo>
                    <a:pt x="4557625" y="500960"/>
                  </a:lnTo>
                  <a:lnTo>
                    <a:pt x="4557719" y="500960"/>
                  </a:lnTo>
                  <a:lnTo>
                    <a:pt x="4557813" y="500960"/>
                  </a:lnTo>
                  <a:lnTo>
                    <a:pt x="4557907" y="500960"/>
                  </a:lnTo>
                  <a:lnTo>
                    <a:pt x="4558001" y="500960"/>
                  </a:lnTo>
                  <a:lnTo>
                    <a:pt x="4558095" y="500960"/>
                  </a:lnTo>
                  <a:lnTo>
                    <a:pt x="4558189" y="500960"/>
                  </a:lnTo>
                  <a:lnTo>
                    <a:pt x="4558284" y="500960"/>
                  </a:lnTo>
                  <a:lnTo>
                    <a:pt x="4558378" y="500960"/>
                  </a:lnTo>
                  <a:lnTo>
                    <a:pt x="4558472" y="500960"/>
                  </a:lnTo>
                  <a:lnTo>
                    <a:pt x="4558566" y="500960"/>
                  </a:lnTo>
                  <a:lnTo>
                    <a:pt x="4558660" y="500960"/>
                  </a:lnTo>
                  <a:lnTo>
                    <a:pt x="4558754" y="500960"/>
                  </a:lnTo>
                  <a:lnTo>
                    <a:pt x="4558848" y="500960"/>
                  </a:lnTo>
                  <a:lnTo>
                    <a:pt x="4558943" y="500960"/>
                  </a:lnTo>
                  <a:lnTo>
                    <a:pt x="4559037" y="500960"/>
                  </a:lnTo>
                  <a:lnTo>
                    <a:pt x="4559131" y="500960"/>
                  </a:lnTo>
                  <a:lnTo>
                    <a:pt x="4559225" y="500960"/>
                  </a:lnTo>
                  <a:lnTo>
                    <a:pt x="4559319" y="500960"/>
                  </a:lnTo>
                  <a:lnTo>
                    <a:pt x="4559413" y="500960"/>
                  </a:lnTo>
                  <a:lnTo>
                    <a:pt x="4559508" y="500960"/>
                  </a:lnTo>
                  <a:lnTo>
                    <a:pt x="4559602" y="500960"/>
                  </a:lnTo>
                  <a:lnTo>
                    <a:pt x="4559696" y="500960"/>
                  </a:lnTo>
                  <a:lnTo>
                    <a:pt x="4559790" y="500960"/>
                  </a:lnTo>
                  <a:lnTo>
                    <a:pt x="4559884" y="500960"/>
                  </a:lnTo>
                  <a:lnTo>
                    <a:pt x="4559978" y="500960"/>
                  </a:lnTo>
                  <a:lnTo>
                    <a:pt x="4560072" y="500960"/>
                  </a:lnTo>
                  <a:lnTo>
                    <a:pt x="4560167" y="500960"/>
                  </a:lnTo>
                  <a:lnTo>
                    <a:pt x="4560261" y="500960"/>
                  </a:lnTo>
                  <a:lnTo>
                    <a:pt x="4560355" y="500960"/>
                  </a:lnTo>
                  <a:lnTo>
                    <a:pt x="4560449" y="500960"/>
                  </a:lnTo>
                  <a:lnTo>
                    <a:pt x="4560543" y="500960"/>
                  </a:lnTo>
                  <a:lnTo>
                    <a:pt x="4560637" y="500960"/>
                  </a:lnTo>
                  <a:lnTo>
                    <a:pt x="4560732" y="500960"/>
                  </a:lnTo>
                  <a:lnTo>
                    <a:pt x="4560826" y="500960"/>
                  </a:lnTo>
                  <a:lnTo>
                    <a:pt x="4560920" y="500960"/>
                  </a:lnTo>
                  <a:lnTo>
                    <a:pt x="4561014" y="500960"/>
                  </a:lnTo>
                  <a:lnTo>
                    <a:pt x="4561108" y="500960"/>
                  </a:lnTo>
                  <a:lnTo>
                    <a:pt x="4561202" y="500960"/>
                  </a:lnTo>
                  <a:lnTo>
                    <a:pt x="4561296" y="500960"/>
                  </a:lnTo>
                  <a:lnTo>
                    <a:pt x="4561391" y="500960"/>
                  </a:lnTo>
                  <a:lnTo>
                    <a:pt x="4561485" y="500960"/>
                  </a:lnTo>
                  <a:lnTo>
                    <a:pt x="4561579" y="500960"/>
                  </a:lnTo>
                  <a:lnTo>
                    <a:pt x="4561673" y="500960"/>
                  </a:lnTo>
                  <a:lnTo>
                    <a:pt x="4561767" y="500960"/>
                  </a:lnTo>
                  <a:lnTo>
                    <a:pt x="4561861" y="500960"/>
                  </a:lnTo>
                  <a:lnTo>
                    <a:pt x="4561956" y="500960"/>
                  </a:lnTo>
                  <a:lnTo>
                    <a:pt x="4562050" y="500960"/>
                  </a:lnTo>
                  <a:lnTo>
                    <a:pt x="4562144" y="500960"/>
                  </a:lnTo>
                  <a:lnTo>
                    <a:pt x="4562238" y="500960"/>
                  </a:lnTo>
                  <a:lnTo>
                    <a:pt x="4562332" y="500960"/>
                  </a:lnTo>
                  <a:lnTo>
                    <a:pt x="4562426" y="500960"/>
                  </a:lnTo>
                  <a:lnTo>
                    <a:pt x="4562520" y="500960"/>
                  </a:lnTo>
                  <a:lnTo>
                    <a:pt x="4562615" y="500960"/>
                  </a:lnTo>
                  <a:lnTo>
                    <a:pt x="4562709" y="500960"/>
                  </a:lnTo>
                  <a:lnTo>
                    <a:pt x="4562803" y="500960"/>
                  </a:lnTo>
                  <a:lnTo>
                    <a:pt x="4562897" y="500960"/>
                  </a:lnTo>
                  <a:lnTo>
                    <a:pt x="4562991" y="500960"/>
                  </a:lnTo>
                  <a:lnTo>
                    <a:pt x="4563085" y="500960"/>
                  </a:lnTo>
                  <a:lnTo>
                    <a:pt x="4563179" y="500960"/>
                  </a:lnTo>
                  <a:lnTo>
                    <a:pt x="4563274" y="500960"/>
                  </a:lnTo>
                  <a:lnTo>
                    <a:pt x="4563368" y="500960"/>
                  </a:lnTo>
                  <a:lnTo>
                    <a:pt x="4563462" y="500960"/>
                  </a:lnTo>
                  <a:lnTo>
                    <a:pt x="4563556" y="500960"/>
                  </a:lnTo>
                  <a:lnTo>
                    <a:pt x="4563650" y="500960"/>
                  </a:lnTo>
                  <a:lnTo>
                    <a:pt x="4563744" y="500960"/>
                  </a:lnTo>
                  <a:lnTo>
                    <a:pt x="4563839" y="500960"/>
                  </a:lnTo>
                  <a:lnTo>
                    <a:pt x="4563933" y="500960"/>
                  </a:lnTo>
                  <a:lnTo>
                    <a:pt x="4564027" y="500960"/>
                  </a:lnTo>
                  <a:lnTo>
                    <a:pt x="4564121" y="500960"/>
                  </a:lnTo>
                  <a:lnTo>
                    <a:pt x="4564215" y="500960"/>
                  </a:lnTo>
                  <a:lnTo>
                    <a:pt x="4564309" y="500960"/>
                  </a:lnTo>
                  <a:lnTo>
                    <a:pt x="4564403" y="500960"/>
                  </a:lnTo>
                  <a:lnTo>
                    <a:pt x="4564498" y="500960"/>
                  </a:lnTo>
                  <a:lnTo>
                    <a:pt x="4564592" y="500960"/>
                  </a:lnTo>
                  <a:lnTo>
                    <a:pt x="4564686" y="500960"/>
                  </a:lnTo>
                  <a:lnTo>
                    <a:pt x="4564780" y="500960"/>
                  </a:lnTo>
                  <a:lnTo>
                    <a:pt x="4564874" y="500960"/>
                  </a:lnTo>
                  <a:lnTo>
                    <a:pt x="4564968" y="500960"/>
                  </a:lnTo>
                  <a:lnTo>
                    <a:pt x="4565063" y="500960"/>
                  </a:lnTo>
                  <a:lnTo>
                    <a:pt x="4565157" y="500960"/>
                  </a:lnTo>
                  <a:lnTo>
                    <a:pt x="4565251" y="500960"/>
                  </a:lnTo>
                  <a:lnTo>
                    <a:pt x="4565345" y="500960"/>
                  </a:lnTo>
                  <a:lnTo>
                    <a:pt x="4565439" y="500960"/>
                  </a:lnTo>
                  <a:lnTo>
                    <a:pt x="4565533" y="500960"/>
                  </a:lnTo>
                  <a:lnTo>
                    <a:pt x="4565627" y="500960"/>
                  </a:lnTo>
                  <a:lnTo>
                    <a:pt x="4565722" y="500960"/>
                  </a:lnTo>
                  <a:lnTo>
                    <a:pt x="4565816" y="500960"/>
                  </a:lnTo>
                  <a:lnTo>
                    <a:pt x="4565910" y="500960"/>
                  </a:lnTo>
                  <a:lnTo>
                    <a:pt x="4566004" y="500960"/>
                  </a:lnTo>
                  <a:lnTo>
                    <a:pt x="4566098" y="500960"/>
                  </a:lnTo>
                  <a:lnTo>
                    <a:pt x="4566192" y="500960"/>
                  </a:lnTo>
                  <a:lnTo>
                    <a:pt x="4566287" y="500960"/>
                  </a:lnTo>
                  <a:lnTo>
                    <a:pt x="4566381" y="500960"/>
                  </a:lnTo>
                  <a:lnTo>
                    <a:pt x="4566475" y="500960"/>
                  </a:lnTo>
                  <a:lnTo>
                    <a:pt x="4566569" y="500960"/>
                  </a:lnTo>
                  <a:lnTo>
                    <a:pt x="4566663" y="500960"/>
                  </a:lnTo>
                  <a:lnTo>
                    <a:pt x="4566757" y="500960"/>
                  </a:lnTo>
                  <a:lnTo>
                    <a:pt x="4566851" y="500960"/>
                  </a:lnTo>
                  <a:lnTo>
                    <a:pt x="4566946" y="500960"/>
                  </a:lnTo>
                  <a:lnTo>
                    <a:pt x="4567040" y="500960"/>
                  </a:lnTo>
                  <a:lnTo>
                    <a:pt x="4567134" y="500960"/>
                  </a:lnTo>
                  <a:lnTo>
                    <a:pt x="4567228" y="500960"/>
                  </a:lnTo>
                  <a:lnTo>
                    <a:pt x="4567322" y="500960"/>
                  </a:lnTo>
                  <a:lnTo>
                    <a:pt x="4567416" y="500960"/>
                  </a:lnTo>
                  <a:lnTo>
                    <a:pt x="4567510" y="500960"/>
                  </a:lnTo>
                  <a:lnTo>
                    <a:pt x="4567605" y="500960"/>
                  </a:lnTo>
                  <a:lnTo>
                    <a:pt x="4567699" y="500960"/>
                  </a:lnTo>
                  <a:lnTo>
                    <a:pt x="4567793" y="500960"/>
                  </a:lnTo>
                  <a:lnTo>
                    <a:pt x="4567887" y="500960"/>
                  </a:lnTo>
                  <a:lnTo>
                    <a:pt x="4567981" y="500960"/>
                  </a:lnTo>
                  <a:lnTo>
                    <a:pt x="4568075" y="500960"/>
                  </a:lnTo>
                  <a:lnTo>
                    <a:pt x="4568170" y="500960"/>
                  </a:lnTo>
                  <a:lnTo>
                    <a:pt x="4568264" y="500960"/>
                  </a:lnTo>
                  <a:lnTo>
                    <a:pt x="4568358" y="500960"/>
                  </a:lnTo>
                  <a:lnTo>
                    <a:pt x="4568452" y="500960"/>
                  </a:lnTo>
                  <a:lnTo>
                    <a:pt x="4568546" y="500960"/>
                  </a:lnTo>
                  <a:lnTo>
                    <a:pt x="4568640" y="500960"/>
                  </a:lnTo>
                  <a:lnTo>
                    <a:pt x="4568734" y="500960"/>
                  </a:lnTo>
                  <a:lnTo>
                    <a:pt x="4568829" y="500960"/>
                  </a:lnTo>
                  <a:lnTo>
                    <a:pt x="4568923" y="500960"/>
                  </a:lnTo>
                  <a:lnTo>
                    <a:pt x="4569017" y="500960"/>
                  </a:lnTo>
                  <a:lnTo>
                    <a:pt x="4569111" y="500960"/>
                  </a:lnTo>
                  <a:lnTo>
                    <a:pt x="4569205" y="500960"/>
                  </a:lnTo>
                  <a:lnTo>
                    <a:pt x="4569299" y="500960"/>
                  </a:lnTo>
                  <a:lnTo>
                    <a:pt x="4569394" y="500960"/>
                  </a:lnTo>
                  <a:lnTo>
                    <a:pt x="4569488" y="500960"/>
                  </a:lnTo>
                  <a:lnTo>
                    <a:pt x="4569582" y="500960"/>
                  </a:lnTo>
                  <a:lnTo>
                    <a:pt x="4569676" y="500960"/>
                  </a:lnTo>
                  <a:lnTo>
                    <a:pt x="4569770" y="500960"/>
                  </a:lnTo>
                  <a:lnTo>
                    <a:pt x="4569864" y="500960"/>
                  </a:lnTo>
                  <a:lnTo>
                    <a:pt x="4569958" y="500960"/>
                  </a:lnTo>
                  <a:lnTo>
                    <a:pt x="4570053" y="500960"/>
                  </a:lnTo>
                  <a:lnTo>
                    <a:pt x="4570147" y="500960"/>
                  </a:lnTo>
                  <a:lnTo>
                    <a:pt x="4570241" y="500960"/>
                  </a:lnTo>
                  <a:lnTo>
                    <a:pt x="4570335" y="500960"/>
                  </a:lnTo>
                  <a:lnTo>
                    <a:pt x="4570429" y="500960"/>
                  </a:lnTo>
                  <a:lnTo>
                    <a:pt x="4570523" y="500960"/>
                  </a:lnTo>
                  <a:lnTo>
                    <a:pt x="4570618" y="500960"/>
                  </a:lnTo>
                  <a:lnTo>
                    <a:pt x="4570712" y="500960"/>
                  </a:lnTo>
                  <a:lnTo>
                    <a:pt x="4570806" y="500960"/>
                  </a:lnTo>
                  <a:lnTo>
                    <a:pt x="4570900" y="500960"/>
                  </a:lnTo>
                  <a:lnTo>
                    <a:pt x="4570994" y="500960"/>
                  </a:lnTo>
                  <a:lnTo>
                    <a:pt x="4571088" y="500960"/>
                  </a:lnTo>
                  <a:lnTo>
                    <a:pt x="4571182" y="500960"/>
                  </a:lnTo>
                  <a:lnTo>
                    <a:pt x="4571277" y="500960"/>
                  </a:lnTo>
                  <a:lnTo>
                    <a:pt x="4571371" y="500960"/>
                  </a:lnTo>
                  <a:lnTo>
                    <a:pt x="4571465" y="500960"/>
                  </a:lnTo>
                  <a:lnTo>
                    <a:pt x="4571559" y="500960"/>
                  </a:lnTo>
                  <a:lnTo>
                    <a:pt x="4571653" y="500960"/>
                  </a:lnTo>
                  <a:lnTo>
                    <a:pt x="4571747" y="500960"/>
                  </a:lnTo>
                  <a:lnTo>
                    <a:pt x="4571747" y="496048"/>
                  </a:lnTo>
                  <a:lnTo>
                    <a:pt x="4571841" y="496048"/>
                  </a:lnTo>
                  <a:lnTo>
                    <a:pt x="4571936" y="496048"/>
                  </a:lnTo>
                  <a:lnTo>
                    <a:pt x="4572030" y="496048"/>
                  </a:lnTo>
                  <a:lnTo>
                    <a:pt x="4572124" y="496048"/>
                  </a:lnTo>
                  <a:lnTo>
                    <a:pt x="4572218" y="496048"/>
                  </a:lnTo>
                  <a:lnTo>
                    <a:pt x="4572312" y="496048"/>
                  </a:lnTo>
                  <a:lnTo>
                    <a:pt x="4572406" y="496048"/>
                  </a:lnTo>
                  <a:lnTo>
                    <a:pt x="4572501" y="496048"/>
                  </a:lnTo>
                  <a:lnTo>
                    <a:pt x="4572595" y="496048"/>
                  </a:lnTo>
                  <a:lnTo>
                    <a:pt x="4572689" y="496048"/>
                  </a:lnTo>
                  <a:lnTo>
                    <a:pt x="4572783" y="496048"/>
                  </a:lnTo>
                  <a:lnTo>
                    <a:pt x="4572877" y="496048"/>
                  </a:lnTo>
                  <a:lnTo>
                    <a:pt x="4572971" y="496048"/>
                  </a:lnTo>
                  <a:lnTo>
                    <a:pt x="4573065" y="496048"/>
                  </a:lnTo>
                  <a:lnTo>
                    <a:pt x="4573160" y="496048"/>
                  </a:lnTo>
                  <a:lnTo>
                    <a:pt x="4573254" y="496048"/>
                  </a:lnTo>
                  <a:lnTo>
                    <a:pt x="4573348" y="496048"/>
                  </a:lnTo>
                  <a:lnTo>
                    <a:pt x="4573442" y="496048"/>
                  </a:lnTo>
                  <a:lnTo>
                    <a:pt x="4573536" y="496048"/>
                  </a:lnTo>
                  <a:lnTo>
                    <a:pt x="4573630" y="496048"/>
                  </a:lnTo>
                  <a:lnTo>
                    <a:pt x="4573725" y="496048"/>
                  </a:lnTo>
                  <a:lnTo>
                    <a:pt x="4573819" y="496048"/>
                  </a:lnTo>
                  <a:lnTo>
                    <a:pt x="4573913" y="496048"/>
                  </a:lnTo>
                  <a:lnTo>
                    <a:pt x="4573913" y="491137"/>
                  </a:lnTo>
                  <a:lnTo>
                    <a:pt x="4574007" y="491137"/>
                  </a:lnTo>
                  <a:lnTo>
                    <a:pt x="4574101" y="491137"/>
                  </a:lnTo>
                  <a:lnTo>
                    <a:pt x="4574195" y="491137"/>
                  </a:lnTo>
                  <a:lnTo>
                    <a:pt x="4574289" y="491137"/>
                  </a:lnTo>
                  <a:lnTo>
                    <a:pt x="4574384" y="491137"/>
                  </a:lnTo>
                  <a:lnTo>
                    <a:pt x="4574478" y="491137"/>
                  </a:lnTo>
                  <a:lnTo>
                    <a:pt x="4574572" y="491137"/>
                  </a:lnTo>
                  <a:lnTo>
                    <a:pt x="4574666" y="491137"/>
                  </a:lnTo>
                  <a:lnTo>
                    <a:pt x="4574760" y="491137"/>
                  </a:lnTo>
                  <a:lnTo>
                    <a:pt x="4574854" y="491137"/>
                  </a:lnTo>
                  <a:lnTo>
                    <a:pt x="4574949" y="491137"/>
                  </a:lnTo>
                  <a:lnTo>
                    <a:pt x="4575043" y="491137"/>
                  </a:lnTo>
                  <a:lnTo>
                    <a:pt x="4575137" y="491137"/>
                  </a:lnTo>
                  <a:lnTo>
                    <a:pt x="4575231" y="491137"/>
                  </a:lnTo>
                  <a:lnTo>
                    <a:pt x="4575325" y="491137"/>
                  </a:lnTo>
                  <a:lnTo>
                    <a:pt x="4575419" y="491137"/>
                  </a:lnTo>
                  <a:lnTo>
                    <a:pt x="4575513" y="491137"/>
                  </a:lnTo>
                  <a:lnTo>
                    <a:pt x="4575608" y="491137"/>
                  </a:lnTo>
                  <a:lnTo>
                    <a:pt x="4575702" y="491137"/>
                  </a:lnTo>
                  <a:lnTo>
                    <a:pt x="4575796" y="491137"/>
                  </a:lnTo>
                  <a:lnTo>
                    <a:pt x="4575890" y="491137"/>
                  </a:lnTo>
                  <a:lnTo>
                    <a:pt x="4575984" y="491137"/>
                  </a:lnTo>
                  <a:lnTo>
                    <a:pt x="4576078" y="491137"/>
                  </a:lnTo>
                  <a:lnTo>
                    <a:pt x="4576172" y="491137"/>
                  </a:lnTo>
                  <a:lnTo>
                    <a:pt x="4576267" y="491137"/>
                  </a:lnTo>
                  <a:lnTo>
                    <a:pt x="4576361" y="491137"/>
                  </a:lnTo>
                  <a:lnTo>
                    <a:pt x="4576455" y="491137"/>
                  </a:lnTo>
                  <a:lnTo>
                    <a:pt x="4576549" y="491137"/>
                  </a:lnTo>
                  <a:lnTo>
                    <a:pt x="4576643" y="491137"/>
                  </a:lnTo>
                  <a:lnTo>
                    <a:pt x="4576737" y="491137"/>
                  </a:lnTo>
                  <a:lnTo>
                    <a:pt x="4576832" y="491137"/>
                  </a:lnTo>
                  <a:lnTo>
                    <a:pt x="4576926" y="491137"/>
                  </a:lnTo>
                  <a:lnTo>
                    <a:pt x="4577020" y="491137"/>
                  </a:lnTo>
                  <a:lnTo>
                    <a:pt x="4577114" y="491137"/>
                  </a:lnTo>
                  <a:lnTo>
                    <a:pt x="4577208" y="491137"/>
                  </a:lnTo>
                  <a:lnTo>
                    <a:pt x="4577302" y="491137"/>
                  </a:lnTo>
                  <a:lnTo>
                    <a:pt x="4577396" y="491137"/>
                  </a:lnTo>
                  <a:lnTo>
                    <a:pt x="4577491" y="491137"/>
                  </a:lnTo>
                  <a:lnTo>
                    <a:pt x="4577585" y="491137"/>
                  </a:lnTo>
                  <a:lnTo>
                    <a:pt x="4577679" y="491137"/>
                  </a:lnTo>
                  <a:lnTo>
                    <a:pt x="4577773" y="491137"/>
                  </a:lnTo>
                  <a:lnTo>
                    <a:pt x="4577867" y="491137"/>
                  </a:lnTo>
                  <a:lnTo>
                    <a:pt x="4577961" y="491137"/>
                  </a:lnTo>
                  <a:lnTo>
                    <a:pt x="4578056" y="491137"/>
                  </a:lnTo>
                  <a:lnTo>
                    <a:pt x="4578150" y="491137"/>
                  </a:lnTo>
                  <a:lnTo>
                    <a:pt x="4578244" y="491137"/>
                  </a:lnTo>
                  <a:lnTo>
                    <a:pt x="4578338" y="491137"/>
                  </a:lnTo>
                  <a:lnTo>
                    <a:pt x="4578432" y="491137"/>
                  </a:lnTo>
                  <a:lnTo>
                    <a:pt x="4578526" y="491137"/>
                  </a:lnTo>
                  <a:lnTo>
                    <a:pt x="4578620" y="491137"/>
                  </a:lnTo>
                  <a:lnTo>
                    <a:pt x="4578715" y="491137"/>
                  </a:lnTo>
                  <a:lnTo>
                    <a:pt x="4578809" y="491137"/>
                  </a:lnTo>
                  <a:lnTo>
                    <a:pt x="4578903" y="491137"/>
                  </a:lnTo>
                  <a:lnTo>
                    <a:pt x="4578997" y="491137"/>
                  </a:lnTo>
                  <a:lnTo>
                    <a:pt x="4579091" y="491137"/>
                  </a:lnTo>
                  <a:lnTo>
                    <a:pt x="4579185" y="491137"/>
                  </a:lnTo>
                  <a:lnTo>
                    <a:pt x="4579280" y="491137"/>
                  </a:lnTo>
                  <a:lnTo>
                    <a:pt x="4579374" y="491137"/>
                  </a:lnTo>
                  <a:lnTo>
                    <a:pt x="4579468" y="491137"/>
                  </a:lnTo>
                  <a:lnTo>
                    <a:pt x="4579562" y="491137"/>
                  </a:lnTo>
                  <a:lnTo>
                    <a:pt x="4579656" y="491137"/>
                  </a:lnTo>
                  <a:lnTo>
                    <a:pt x="4579750" y="491137"/>
                  </a:lnTo>
                  <a:lnTo>
                    <a:pt x="4579844" y="491137"/>
                  </a:lnTo>
                  <a:lnTo>
                    <a:pt x="4579939" y="491137"/>
                  </a:lnTo>
                  <a:lnTo>
                    <a:pt x="4580033" y="491137"/>
                  </a:lnTo>
                  <a:lnTo>
                    <a:pt x="4580127" y="491137"/>
                  </a:lnTo>
                  <a:lnTo>
                    <a:pt x="4580221" y="491137"/>
                  </a:lnTo>
                  <a:lnTo>
                    <a:pt x="4580315" y="491137"/>
                  </a:lnTo>
                  <a:lnTo>
                    <a:pt x="4580409" y="491137"/>
                  </a:lnTo>
                  <a:lnTo>
                    <a:pt x="4580503" y="491137"/>
                  </a:lnTo>
                  <a:lnTo>
                    <a:pt x="4580598" y="491137"/>
                  </a:lnTo>
                  <a:lnTo>
                    <a:pt x="4580692" y="491137"/>
                  </a:lnTo>
                  <a:lnTo>
                    <a:pt x="4580786" y="491137"/>
                  </a:lnTo>
                  <a:lnTo>
                    <a:pt x="4580880" y="491137"/>
                  </a:lnTo>
                  <a:lnTo>
                    <a:pt x="4580974" y="491137"/>
                  </a:lnTo>
                  <a:lnTo>
                    <a:pt x="4581068" y="491137"/>
                  </a:lnTo>
                  <a:lnTo>
                    <a:pt x="4581163" y="491137"/>
                  </a:lnTo>
                  <a:lnTo>
                    <a:pt x="4581257" y="491137"/>
                  </a:lnTo>
                  <a:lnTo>
                    <a:pt x="4581351" y="491137"/>
                  </a:lnTo>
                  <a:lnTo>
                    <a:pt x="4581445" y="491137"/>
                  </a:lnTo>
                  <a:lnTo>
                    <a:pt x="4581539" y="491137"/>
                  </a:lnTo>
                  <a:lnTo>
                    <a:pt x="4581633" y="491137"/>
                  </a:lnTo>
                  <a:lnTo>
                    <a:pt x="4581727" y="491137"/>
                  </a:lnTo>
                  <a:lnTo>
                    <a:pt x="4581822" y="491137"/>
                  </a:lnTo>
                  <a:lnTo>
                    <a:pt x="4581916" y="491137"/>
                  </a:lnTo>
                  <a:lnTo>
                    <a:pt x="4582010" y="491137"/>
                  </a:lnTo>
                  <a:lnTo>
                    <a:pt x="4582104" y="491137"/>
                  </a:lnTo>
                  <a:lnTo>
                    <a:pt x="4582198" y="491137"/>
                  </a:lnTo>
                  <a:lnTo>
                    <a:pt x="4582292" y="491137"/>
                  </a:lnTo>
                  <a:lnTo>
                    <a:pt x="4582387" y="491137"/>
                  </a:lnTo>
                  <a:lnTo>
                    <a:pt x="4582481" y="491137"/>
                  </a:lnTo>
                  <a:lnTo>
                    <a:pt x="4582575" y="491137"/>
                  </a:lnTo>
                  <a:lnTo>
                    <a:pt x="4582669" y="491137"/>
                  </a:lnTo>
                  <a:lnTo>
                    <a:pt x="4582763" y="491137"/>
                  </a:lnTo>
                  <a:lnTo>
                    <a:pt x="4582857" y="491137"/>
                  </a:lnTo>
                  <a:lnTo>
                    <a:pt x="4582951" y="491137"/>
                  </a:lnTo>
                  <a:lnTo>
                    <a:pt x="4583046" y="491137"/>
                  </a:lnTo>
                  <a:lnTo>
                    <a:pt x="4583140" y="491137"/>
                  </a:lnTo>
                  <a:lnTo>
                    <a:pt x="4583234" y="491137"/>
                  </a:lnTo>
                  <a:lnTo>
                    <a:pt x="4583328" y="491137"/>
                  </a:lnTo>
                  <a:lnTo>
                    <a:pt x="4583422" y="491137"/>
                  </a:lnTo>
                  <a:lnTo>
                    <a:pt x="4583516" y="491137"/>
                  </a:lnTo>
                  <a:lnTo>
                    <a:pt x="4583611" y="491137"/>
                  </a:lnTo>
                  <a:lnTo>
                    <a:pt x="4583705" y="491137"/>
                  </a:lnTo>
                  <a:lnTo>
                    <a:pt x="4583799" y="491137"/>
                  </a:lnTo>
                  <a:lnTo>
                    <a:pt x="4583893" y="491137"/>
                  </a:lnTo>
                  <a:lnTo>
                    <a:pt x="4583987" y="491137"/>
                  </a:lnTo>
                  <a:lnTo>
                    <a:pt x="4583987" y="486226"/>
                  </a:lnTo>
                  <a:lnTo>
                    <a:pt x="4584081" y="486226"/>
                  </a:lnTo>
                  <a:lnTo>
                    <a:pt x="4584175" y="486226"/>
                  </a:lnTo>
                  <a:lnTo>
                    <a:pt x="4584270" y="486226"/>
                  </a:lnTo>
                  <a:lnTo>
                    <a:pt x="4584364" y="486226"/>
                  </a:lnTo>
                  <a:lnTo>
                    <a:pt x="4584458" y="486226"/>
                  </a:lnTo>
                  <a:lnTo>
                    <a:pt x="4584552" y="486226"/>
                  </a:lnTo>
                  <a:lnTo>
                    <a:pt x="4584646" y="486226"/>
                  </a:lnTo>
                  <a:lnTo>
                    <a:pt x="4584740" y="486226"/>
                  </a:lnTo>
                  <a:lnTo>
                    <a:pt x="4584834" y="486226"/>
                  </a:lnTo>
                  <a:lnTo>
                    <a:pt x="4584929" y="486226"/>
                  </a:lnTo>
                  <a:lnTo>
                    <a:pt x="4585023" y="486226"/>
                  </a:lnTo>
                  <a:lnTo>
                    <a:pt x="4585117" y="486226"/>
                  </a:lnTo>
                  <a:lnTo>
                    <a:pt x="4585211" y="486226"/>
                  </a:lnTo>
                  <a:lnTo>
                    <a:pt x="4585305" y="486226"/>
                  </a:lnTo>
                  <a:lnTo>
                    <a:pt x="4585399" y="486226"/>
                  </a:lnTo>
                  <a:lnTo>
                    <a:pt x="4585494" y="486226"/>
                  </a:lnTo>
                  <a:lnTo>
                    <a:pt x="4585588" y="486226"/>
                  </a:lnTo>
                  <a:lnTo>
                    <a:pt x="4585682" y="486226"/>
                  </a:lnTo>
                  <a:lnTo>
                    <a:pt x="4585776" y="486226"/>
                  </a:lnTo>
                  <a:lnTo>
                    <a:pt x="4585870" y="486226"/>
                  </a:lnTo>
                  <a:lnTo>
                    <a:pt x="4585964" y="486226"/>
                  </a:lnTo>
                  <a:lnTo>
                    <a:pt x="4586058" y="486226"/>
                  </a:lnTo>
                  <a:lnTo>
                    <a:pt x="4586153" y="486226"/>
                  </a:lnTo>
                  <a:lnTo>
                    <a:pt x="4586247" y="486226"/>
                  </a:lnTo>
                  <a:lnTo>
                    <a:pt x="4586341" y="486226"/>
                  </a:lnTo>
                  <a:lnTo>
                    <a:pt x="4586435" y="486226"/>
                  </a:lnTo>
                  <a:lnTo>
                    <a:pt x="4586435" y="481314"/>
                  </a:lnTo>
                  <a:lnTo>
                    <a:pt x="4586529" y="481314"/>
                  </a:lnTo>
                  <a:lnTo>
                    <a:pt x="4586623" y="481314"/>
                  </a:lnTo>
                  <a:lnTo>
                    <a:pt x="4586718" y="481314"/>
                  </a:lnTo>
                  <a:lnTo>
                    <a:pt x="4586812" y="481314"/>
                  </a:lnTo>
                  <a:lnTo>
                    <a:pt x="4586906" y="481314"/>
                  </a:lnTo>
                  <a:lnTo>
                    <a:pt x="4587000" y="481314"/>
                  </a:lnTo>
                  <a:lnTo>
                    <a:pt x="4587094" y="481314"/>
                  </a:lnTo>
                  <a:lnTo>
                    <a:pt x="4587188" y="481314"/>
                  </a:lnTo>
                  <a:lnTo>
                    <a:pt x="4587282" y="481314"/>
                  </a:lnTo>
                  <a:lnTo>
                    <a:pt x="4587377" y="481314"/>
                  </a:lnTo>
                  <a:lnTo>
                    <a:pt x="4587471" y="481314"/>
                  </a:lnTo>
                  <a:lnTo>
                    <a:pt x="4587565" y="481314"/>
                  </a:lnTo>
                  <a:lnTo>
                    <a:pt x="4587659" y="481314"/>
                  </a:lnTo>
                  <a:lnTo>
                    <a:pt x="4587753" y="481314"/>
                  </a:lnTo>
                  <a:lnTo>
                    <a:pt x="4587847" y="481314"/>
                  </a:lnTo>
                  <a:lnTo>
                    <a:pt x="4587942" y="481314"/>
                  </a:lnTo>
                  <a:lnTo>
                    <a:pt x="4588036" y="481314"/>
                  </a:lnTo>
                  <a:lnTo>
                    <a:pt x="4588130" y="481314"/>
                  </a:lnTo>
                  <a:lnTo>
                    <a:pt x="4588224" y="481314"/>
                  </a:lnTo>
                  <a:lnTo>
                    <a:pt x="4588318" y="481314"/>
                  </a:lnTo>
                  <a:lnTo>
                    <a:pt x="4588412" y="481314"/>
                  </a:lnTo>
                  <a:lnTo>
                    <a:pt x="4588506" y="481314"/>
                  </a:lnTo>
                  <a:lnTo>
                    <a:pt x="4588601" y="481314"/>
                  </a:lnTo>
                  <a:lnTo>
                    <a:pt x="4588695" y="481314"/>
                  </a:lnTo>
                  <a:lnTo>
                    <a:pt x="4588789" y="481314"/>
                  </a:lnTo>
                  <a:lnTo>
                    <a:pt x="4588883" y="481314"/>
                  </a:lnTo>
                  <a:lnTo>
                    <a:pt x="4588977" y="481314"/>
                  </a:lnTo>
                  <a:lnTo>
                    <a:pt x="4589071" y="481314"/>
                  </a:lnTo>
                  <a:lnTo>
                    <a:pt x="4589165" y="481314"/>
                  </a:lnTo>
                  <a:lnTo>
                    <a:pt x="4589260" y="481314"/>
                  </a:lnTo>
                  <a:lnTo>
                    <a:pt x="4589354" y="481314"/>
                  </a:lnTo>
                  <a:lnTo>
                    <a:pt x="4589448" y="481314"/>
                  </a:lnTo>
                  <a:lnTo>
                    <a:pt x="4589542" y="481314"/>
                  </a:lnTo>
                  <a:lnTo>
                    <a:pt x="4589636" y="481314"/>
                  </a:lnTo>
                  <a:lnTo>
                    <a:pt x="4589730" y="481314"/>
                  </a:lnTo>
                  <a:lnTo>
                    <a:pt x="4589825" y="481314"/>
                  </a:lnTo>
                  <a:lnTo>
                    <a:pt x="4589919" y="481314"/>
                  </a:lnTo>
                  <a:lnTo>
                    <a:pt x="4590013" y="481314"/>
                  </a:lnTo>
                  <a:lnTo>
                    <a:pt x="4590107" y="481314"/>
                  </a:lnTo>
                  <a:lnTo>
                    <a:pt x="4590201" y="481314"/>
                  </a:lnTo>
                  <a:lnTo>
                    <a:pt x="4590295" y="481314"/>
                  </a:lnTo>
                  <a:lnTo>
                    <a:pt x="4590389" y="481314"/>
                  </a:lnTo>
                  <a:lnTo>
                    <a:pt x="4590484" y="481314"/>
                  </a:lnTo>
                  <a:lnTo>
                    <a:pt x="4590578" y="481314"/>
                  </a:lnTo>
                  <a:lnTo>
                    <a:pt x="4590672" y="481314"/>
                  </a:lnTo>
                  <a:lnTo>
                    <a:pt x="4590766" y="481314"/>
                  </a:lnTo>
                  <a:lnTo>
                    <a:pt x="4590860" y="481314"/>
                  </a:lnTo>
                  <a:lnTo>
                    <a:pt x="4590954" y="481314"/>
                  </a:lnTo>
                  <a:lnTo>
                    <a:pt x="4591049" y="481314"/>
                  </a:lnTo>
                  <a:lnTo>
                    <a:pt x="4591143" y="481314"/>
                  </a:lnTo>
                  <a:lnTo>
                    <a:pt x="4591237" y="481314"/>
                  </a:lnTo>
                  <a:lnTo>
                    <a:pt x="4591331" y="481314"/>
                  </a:lnTo>
                  <a:lnTo>
                    <a:pt x="4591425" y="481314"/>
                  </a:lnTo>
                  <a:lnTo>
                    <a:pt x="4591519" y="481314"/>
                  </a:lnTo>
                  <a:lnTo>
                    <a:pt x="4591613" y="481314"/>
                  </a:lnTo>
                  <a:lnTo>
                    <a:pt x="4591708" y="481314"/>
                  </a:lnTo>
                  <a:lnTo>
                    <a:pt x="4591802" y="481314"/>
                  </a:lnTo>
                  <a:lnTo>
                    <a:pt x="4591896" y="481314"/>
                  </a:lnTo>
                  <a:lnTo>
                    <a:pt x="4591990" y="481314"/>
                  </a:lnTo>
                  <a:lnTo>
                    <a:pt x="4592084" y="481314"/>
                  </a:lnTo>
                  <a:lnTo>
                    <a:pt x="4592178" y="481314"/>
                  </a:lnTo>
                  <a:lnTo>
                    <a:pt x="4592273" y="481314"/>
                  </a:lnTo>
                  <a:lnTo>
                    <a:pt x="4592367" y="481314"/>
                  </a:lnTo>
                  <a:lnTo>
                    <a:pt x="4592461" y="481314"/>
                  </a:lnTo>
                  <a:lnTo>
                    <a:pt x="4592555" y="481314"/>
                  </a:lnTo>
                  <a:lnTo>
                    <a:pt x="4592649" y="481314"/>
                  </a:lnTo>
                  <a:lnTo>
                    <a:pt x="4592743" y="481314"/>
                  </a:lnTo>
                  <a:lnTo>
                    <a:pt x="4592837" y="481314"/>
                  </a:lnTo>
                  <a:lnTo>
                    <a:pt x="4592932" y="481314"/>
                  </a:lnTo>
                  <a:lnTo>
                    <a:pt x="4593026" y="481314"/>
                  </a:lnTo>
                  <a:lnTo>
                    <a:pt x="4593120" y="481314"/>
                  </a:lnTo>
                  <a:lnTo>
                    <a:pt x="4593214" y="481314"/>
                  </a:lnTo>
                  <a:lnTo>
                    <a:pt x="4593308" y="481314"/>
                  </a:lnTo>
                  <a:lnTo>
                    <a:pt x="4593402" y="481314"/>
                  </a:lnTo>
                  <a:lnTo>
                    <a:pt x="4593497" y="481314"/>
                  </a:lnTo>
                  <a:lnTo>
                    <a:pt x="4593591" y="481314"/>
                  </a:lnTo>
                  <a:lnTo>
                    <a:pt x="4593685" y="481314"/>
                  </a:lnTo>
                  <a:lnTo>
                    <a:pt x="4593779" y="481314"/>
                  </a:lnTo>
                  <a:lnTo>
                    <a:pt x="4593873" y="481314"/>
                  </a:lnTo>
                  <a:lnTo>
                    <a:pt x="4593967" y="481314"/>
                  </a:lnTo>
                  <a:lnTo>
                    <a:pt x="4594061" y="481314"/>
                  </a:lnTo>
                  <a:lnTo>
                    <a:pt x="4594156" y="481314"/>
                  </a:lnTo>
                  <a:lnTo>
                    <a:pt x="4594250" y="481314"/>
                  </a:lnTo>
                  <a:lnTo>
                    <a:pt x="4594344" y="481314"/>
                  </a:lnTo>
                  <a:lnTo>
                    <a:pt x="4594438" y="481314"/>
                  </a:lnTo>
                  <a:lnTo>
                    <a:pt x="4594532" y="481314"/>
                  </a:lnTo>
                  <a:lnTo>
                    <a:pt x="4594626" y="481314"/>
                  </a:lnTo>
                  <a:lnTo>
                    <a:pt x="4594720" y="481314"/>
                  </a:lnTo>
                  <a:lnTo>
                    <a:pt x="4594815" y="481314"/>
                  </a:lnTo>
                  <a:lnTo>
                    <a:pt x="4594909" y="481314"/>
                  </a:lnTo>
                  <a:lnTo>
                    <a:pt x="4595003" y="481314"/>
                  </a:lnTo>
                  <a:lnTo>
                    <a:pt x="4595097" y="481314"/>
                  </a:lnTo>
                  <a:lnTo>
                    <a:pt x="4595191" y="481314"/>
                  </a:lnTo>
                  <a:lnTo>
                    <a:pt x="4595285" y="481314"/>
                  </a:lnTo>
                  <a:lnTo>
                    <a:pt x="4595380" y="481314"/>
                  </a:lnTo>
                  <a:lnTo>
                    <a:pt x="4595474" y="481314"/>
                  </a:lnTo>
                  <a:lnTo>
                    <a:pt x="4595568" y="481314"/>
                  </a:lnTo>
                  <a:lnTo>
                    <a:pt x="4595662" y="481314"/>
                  </a:lnTo>
                  <a:lnTo>
                    <a:pt x="4595756" y="481314"/>
                  </a:lnTo>
                  <a:lnTo>
                    <a:pt x="4595850" y="481314"/>
                  </a:lnTo>
                  <a:lnTo>
                    <a:pt x="4595944" y="481314"/>
                  </a:lnTo>
                  <a:lnTo>
                    <a:pt x="4596039" y="481314"/>
                  </a:lnTo>
                  <a:lnTo>
                    <a:pt x="4596133" y="481314"/>
                  </a:lnTo>
                  <a:lnTo>
                    <a:pt x="4596227" y="481314"/>
                  </a:lnTo>
                  <a:lnTo>
                    <a:pt x="4596321" y="481314"/>
                  </a:lnTo>
                  <a:lnTo>
                    <a:pt x="4596415" y="481314"/>
                  </a:lnTo>
                  <a:lnTo>
                    <a:pt x="4596509" y="481314"/>
                  </a:lnTo>
                  <a:lnTo>
                    <a:pt x="4596604" y="481314"/>
                  </a:lnTo>
                  <a:lnTo>
                    <a:pt x="4596698" y="481314"/>
                  </a:lnTo>
                  <a:lnTo>
                    <a:pt x="4596792" y="481314"/>
                  </a:lnTo>
                  <a:lnTo>
                    <a:pt x="4596886" y="481314"/>
                  </a:lnTo>
                  <a:lnTo>
                    <a:pt x="4596980" y="481314"/>
                  </a:lnTo>
                  <a:lnTo>
                    <a:pt x="4597074" y="481314"/>
                  </a:lnTo>
                  <a:lnTo>
                    <a:pt x="4597168" y="481314"/>
                  </a:lnTo>
                  <a:lnTo>
                    <a:pt x="4597263" y="481314"/>
                  </a:lnTo>
                  <a:lnTo>
                    <a:pt x="4597357" y="481314"/>
                  </a:lnTo>
                  <a:lnTo>
                    <a:pt x="4597451" y="481314"/>
                  </a:lnTo>
                  <a:lnTo>
                    <a:pt x="4597545" y="481314"/>
                  </a:lnTo>
                  <a:lnTo>
                    <a:pt x="4597639" y="481314"/>
                  </a:lnTo>
                  <a:lnTo>
                    <a:pt x="4597733" y="481314"/>
                  </a:lnTo>
                  <a:lnTo>
                    <a:pt x="4597733" y="476403"/>
                  </a:lnTo>
                  <a:lnTo>
                    <a:pt x="4597828" y="476403"/>
                  </a:lnTo>
                  <a:lnTo>
                    <a:pt x="4597922" y="476403"/>
                  </a:lnTo>
                  <a:lnTo>
                    <a:pt x="4598016" y="476403"/>
                  </a:lnTo>
                  <a:lnTo>
                    <a:pt x="4598110" y="476403"/>
                  </a:lnTo>
                  <a:lnTo>
                    <a:pt x="4598204" y="476403"/>
                  </a:lnTo>
                  <a:lnTo>
                    <a:pt x="4598298" y="476403"/>
                  </a:lnTo>
                  <a:lnTo>
                    <a:pt x="4598392" y="476403"/>
                  </a:lnTo>
                  <a:lnTo>
                    <a:pt x="4598487" y="476403"/>
                  </a:lnTo>
                  <a:lnTo>
                    <a:pt x="4598581" y="476403"/>
                  </a:lnTo>
                  <a:lnTo>
                    <a:pt x="4598675" y="476403"/>
                  </a:lnTo>
                  <a:lnTo>
                    <a:pt x="4598769" y="476403"/>
                  </a:lnTo>
                  <a:lnTo>
                    <a:pt x="4598863" y="476403"/>
                  </a:lnTo>
                  <a:lnTo>
                    <a:pt x="4598957" y="476403"/>
                  </a:lnTo>
                  <a:lnTo>
                    <a:pt x="4599051" y="476403"/>
                  </a:lnTo>
                  <a:lnTo>
                    <a:pt x="4599146" y="476403"/>
                  </a:lnTo>
                  <a:lnTo>
                    <a:pt x="4599240" y="476403"/>
                  </a:lnTo>
                  <a:lnTo>
                    <a:pt x="4599334" y="476403"/>
                  </a:lnTo>
                  <a:lnTo>
                    <a:pt x="4599428" y="476403"/>
                  </a:lnTo>
                  <a:lnTo>
                    <a:pt x="4599522" y="476403"/>
                  </a:lnTo>
                  <a:lnTo>
                    <a:pt x="4599616" y="476403"/>
                  </a:lnTo>
                  <a:lnTo>
                    <a:pt x="4599711" y="476403"/>
                  </a:lnTo>
                  <a:lnTo>
                    <a:pt x="4599805" y="476403"/>
                  </a:lnTo>
                  <a:lnTo>
                    <a:pt x="4599899" y="476403"/>
                  </a:lnTo>
                  <a:lnTo>
                    <a:pt x="4599993" y="476403"/>
                  </a:lnTo>
                  <a:lnTo>
                    <a:pt x="4600087" y="476403"/>
                  </a:lnTo>
                  <a:lnTo>
                    <a:pt x="4600181" y="476403"/>
                  </a:lnTo>
                  <a:lnTo>
                    <a:pt x="4600275" y="476403"/>
                  </a:lnTo>
                  <a:lnTo>
                    <a:pt x="4600370" y="476403"/>
                  </a:lnTo>
                  <a:lnTo>
                    <a:pt x="4600464" y="476403"/>
                  </a:lnTo>
                  <a:lnTo>
                    <a:pt x="4600558" y="476403"/>
                  </a:lnTo>
                  <a:lnTo>
                    <a:pt x="4600652" y="476403"/>
                  </a:lnTo>
                  <a:lnTo>
                    <a:pt x="4600746" y="476403"/>
                  </a:lnTo>
                  <a:lnTo>
                    <a:pt x="4600840" y="476403"/>
                  </a:lnTo>
                  <a:lnTo>
                    <a:pt x="4600935" y="476403"/>
                  </a:lnTo>
                  <a:lnTo>
                    <a:pt x="4601029" y="476403"/>
                  </a:lnTo>
                  <a:lnTo>
                    <a:pt x="4601123" y="476403"/>
                  </a:lnTo>
                  <a:lnTo>
                    <a:pt x="4601217" y="476403"/>
                  </a:lnTo>
                  <a:lnTo>
                    <a:pt x="4601311" y="476403"/>
                  </a:lnTo>
                  <a:lnTo>
                    <a:pt x="4601405" y="476403"/>
                  </a:lnTo>
                  <a:lnTo>
                    <a:pt x="4601499" y="476403"/>
                  </a:lnTo>
                  <a:lnTo>
                    <a:pt x="4601594" y="476403"/>
                  </a:lnTo>
                  <a:lnTo>
                    <a:pt x="4601688" y="476403"/>
                  </a:lnTo>
                  <a:lnTo>
                    <a:pt x="4601782" y="476403"/>
                  </a:lnTo>
                  <a:lnTo>
                    <a:pt x="4601876" y="476403"/>
                  </a:lnTo>
                  <a:lnTo>
                    <a:pt x="4601970" y="476403"/>
                  </a:lnTo>
                  <a:lnTo>
                    <a:pt x="4602064" y="476403"/>
                  </a:lnTo>
                  <a:lnTo>
                    <a:pt x="4602159" y="476403"/>
                  </a:lnTo>
                  <a:lnTo>
                    <a:pt x="4602253" y="476403"/>
                  </a:lnTo>
                  <a:lnTo>
                    <a:pt x="4602347" y="476403"/>
                  </a:lnTo>
                  <a:lnTo>
                    <a:pt x="4602441" y="476403"/>
                  </a:lnTo>
                  <a:lnTo>
                    <a:pt x="4602535" y="476403"/>
                  </a:lnTo>
                  <a:lnTo>
                    <a:pt x="4602629" y="476403"/>
                  </a:lnTo>
                  <a:lnTo>
                    <a:pt x="4602723" y="476403"/>
                  </a:lnTo>
                  <a:lnTo>
                    <a:pt x="4602818" y="476403"/>
                  </a:lnTo>
                  <a:lnTo>
                    <a:pt x="4602912" y="476403"/>
                  </a:lnTo>
                  <a:lnTo>
                    <a:pt x="4603006" y="476403"/>
                  </a:lnTo>
                  <a:lnTo>
                    <a:pt x="4603100" y="476403"/>
                  </a:lnTo>
                  <a:lnTo>
                    <a:pt x="4603194" y="476403"/>
                  </a:lnTo>
                  <a:lnTo>
                    <a:pt x="4603288" y="476403"/>
                  </a:lnTo>
                  <a:lnTo>
                    <a:pt x="4603288" y="471491"/>
                  </a:lnTo>
                  <a:lnTo>
                    <a:pt x="4603382" y="471491"/>
                  </a:lnTo>
                  <a:lnTo>
                    <a:pt x="4603477" y="471491"/>
                  </a:lnTo>
                  <a:lnTo>
                    <a:pt x="4603571" y="471491"/>
                  </a:lnTo>
                  <a:lnTo>
                    <a:pt x="4603665" y="471491"/>
                  </a:lnTo>
                  <a:lnTo>
                    <a:pt x="4603759" y="471491"/>
                  </a:lnTo>
                  <a:lnTo>
                    <a:pt x="4603853" y="471491"/>
                  </a:lnTo>
                  <a:lnTo>
                    <a:pt x="4603947" y="471491"/>
                  </a:lnTo>
                  <a:lnTo>
                    <a:pt x="4604042" y="471491"/>
                  </a:lnTo>
                  <a:lnTo>
                    <a:pt x="4604136" y="471491"/>
                  </a:lnTo>
                  <a:lnTo>
                    <a:pt x="4604230" y="471491"/>
                  </a:lnTo>
                  <a:lnTo>
                    <a:pt x="4604324" y="471491"/>
                  </a:lnTo>
                  <a:lnTo>
                    <a:pt x="4604418" y="471491"/>
                  </a:lnTo>
                  <a:lnTo>
                    <a:pt x="4604512" y="471491"/>
                  </a:lnTo>
                  <a:lnTo>
                    <a:pt x="4604606" y="471491"/>
                  </a:lnTo>
                  <a:lnTo>
                    <a:pt x="4604701" y="471491"/>
                  </a:lnTo>
                  <a:lnTo>
                    <a:pt x="4604795" y="471491"/>
                  </a:lnTo>
                  <a:lnTo>
                    <a:pt x="4604889" y="471491"/>
                  </a:lnTo>
                  <a:lnTo>
                    <a:pt x="4604983" y="471491"/>
                  </a:lnTo>
                  <a:lnTo>
                    <a:pt x="4605077" y="471491"/>
                  </a:lnTo>
                  <a:lnTo>
                    <a:pt x="4605171" y="471491"/>
                  </a:lnTo>
                  <a:lnTo>
                    <a:pt x="4605266" y="471491"/>
                  </a:lnTo>
                  <a:lnTo>
                    <a:pt x="4605360" y="471491"/>
                  </a:lnTo>
                  <a:lnTo>
                    <a:pt x="4605454" y="471491"/>
                  </a:lnTo>
                  <a:lnTo>
                    <a:pt x="4605548" y="471491"/>
                  </a:lnTo>
                  <a:lnTo>
                    <a:pt x="4605642" y="471491"/>
                  </a:lnTo>
                  <a:lnTo>
                    <a:pt x="4605736" y="471491"/>
                  </a:lnTo>
                  <a:lnTo>
                    <a:pt x="4605830" y="471491"/>
                  </a:lnTo>
                  <a:lnTo>
                    <a:pt x="4605925" y="471491"/>
                  </a:lnTo>
                  <a:lnTo>
                    <a:pt x="4606019" y="471491"/>
                  </a:lnTo>
                  <a:lnTo>
                    <a:pt x="4606113" y="471491"/>
                  </a:lnTo>
                  <a:lnTo>
                    <a:pt x="4606207" y="471491"/>
                  </a:lnTo>
                  <a:lnTo>
                    <a:pt x="4606301" y="471491"/>
                  </a:lnTo>
                  <a:lnTo>
                    <a:pt x="4606395" y="471491"/>
                  </a:lnTo>
                  <a:lnTo>
                    <a:pt x="4606490" y="471491"/>
                  </a:lnTo>
                  <a:lnTo>
                    <a:pt x="4606584" y="471491"/>
                  </a:lnTo>
                  <a:lnTo>
                    <a:pt x="4606678" y="471491"/>
                  </a:lnTo>
                  <a:lnTo>
                    <a:pt x="4606772" y="471491"/>
                  </a:lnTo>
                  <a:lnTo>
                    <a:pt x="4606866" y="471491"/>
                  </a:lnTo>
                  <a:lnTo>
                    <a:pt x="4606960" y="471491"/>
                  </a:lnTo>
                  <a:lnTo>
                    <a:pt x="4607054" y="471491"/>
                  </a:lnTo>
                  <a:lnTo>
                    <a:pt x="4607149" y="471491"/>
                  </a:lnTo>
                  <a:lnTo>
                    <a:pt x="4607243" y="471491"/>
                  </a:lnTo>
                  <a:lnTo>
                    <a:pt x="4607337" y="471491"/>
                  </a:lnTo>
                  <a:lnTo>
                    <a:pt x="4607431" y="471491"/>
                  </a:lnTo>
                  <a:lnTo>
                    <a:pt x="4607525" y="471491"/>
                  </a:lnTo>
                  <a:lnTo>
                    <a:pt x="4607619" y="471491"/>
                  </a:lnTo>
                  <a:lnTo>
                    <a:pt x="4607713" y="471491"/>
                  </a:lnTo>
                  <a:lnTo>
                    <a:pt x="4607808" y="471491"/>
                  </a:lnTo>
                  <a:lnTo>
                    <a:pt x="4607902" y="471491"/>
                  </a:lnTo>
                  <a:lnTo>
                    <a:pt x="4607996" y="471491"/>
                  </a:lnTo>
                  <a:lnTo>
                    <a:pt x="4607996" y="466580"/>
                  </a:lnTo>
                  <a:lnTo>
                    <a:pt x="4608090" y="466580"/>
                  </a:lnTo>
                  <a:lnTo>
                    <a:pt x="4608184" y="466580"/>
                  </a:lnTo>
                  <a:lnTo>
                    <a:pt x="4608278" y="466580"/>
                  </a:lnTo>
                  <a:lnTo>
                    <a:pt x="4608373" y="466580"/>
                  </a:lnTo>
                  <a:lnTo>
                    <a:pt x="4608467" y="466580"/>
                  </a:lnTo>
                  <a:lnTo>
                    <a:pt x="4608561" y="466580"/>
                  </a:lnTo>
                  <a:lnTo>
                    <a:pt x="4608655" y="466580"/>
                  </a:lnTo>
                  <a:lnTo>
                    <a:pt x="4608749" y="466580"/>
                  </a:lnTo>
                  <a:lnTo>
                    <a:pt x="4608843" y="466580"/>
                  </a:lnTo>
                  <a:lnTo>
                    <a:pt x="4608937" y="466580"/>
                  </a:lnTo>
                  <a:lnTo>
                    <a:pt x="4609032" y="466580"/>
                  </a:lnTo>
                  <a:lnTo>
                    <a:pt x="4609126" y="466580"/>
                  </a:lnTo>
                  <a:lnTo>
                    <a:pt x="4609220" y="466580"/>
                  </a:lnTo>
                  <a:lnTo>
                    <a:pt x="4609314" y="466580"/>
                  </a:lnTo>
                  <a:lnTo>
                    <a:pt x="4609408" y="466580"/>
                  </a:lnTo>
                  <a:lnTo>
                    <a:pt x="4609502" y="466580"/>
                  </a:lnTo>
                  <a:lnTo>
                    <a:pt x="4609597" y="466580"/>
                  </a:lnTo>
                  <a:lnTo>
                    <a:pt x="4609691" y="466580"/>
                  </a:lnTo>
                  <a:lnTo>
                    <a:pt x="4609785" y="466580"/>
                  </a:lnTo>
                  <a:lnTo>
                    <a:pt x="4609879" y="466580"/>
                  </a:lnTo>
                  <a:lnTo>
                    <a:pt x="4609973" y="466580"/>
                  </a:lnTo>
                  <a:lnTo>
                    <a:pt x="4610067" y="466580"/>
                  </a:lnTo>
                  <a:lnTo>
                    <a:pt x="4610161" y="466580"/>
                  </a:lnTo>
                  <a:lnTo>
                    <a:pt x="4610256" y="466580"/>
                  </a:lnTo>
                  <a:lnTo>
                    <a:pt x="4610350" y="466580"/>
                  </a:lnTo>
                  <a:lnTo>
                    <a:pt x="4610444" y="466580"/>
                  </a:lnTo>
                  <a:lnTo>
                    <a:pt x="4610538" y="466580"/>
                  </a:lnTo>
                  <a:lnTo>
                    <a:pt x="4610632" y="466580"/>
                  </a:lnTo>
                  <a:lnTo>
                    <a:pt x="4610726" y="466580"/>
                  </a:lnTo>
                  <a:lnTo>
                    <a:pt x="4610821" y="466580"/>
                  </a:lnTo>
                  <a:lnTo>
                    <a:pt x="4610915" y="466580"/>
                  </a:lnTo>
                  <a:lnTo>
                    <a:pt x="4611009" y="466580"/>
                  </a:lnTo>
                  <a:lnTo>
                    <a:pt x="4611103" y="466580"/>
                  </a:lnTo>
                  <a:lnTo>
                    <a:pt x="4611197" y="466580"/>
                  </a:lnTo>
                  <a:lnTo>
                    <a:pt x="4611291" y="466580"/>
                  </a:lnTo>
                  <a:lnTo>
                    <a:pt x="4611385" y="466580"/>
                  </a:lnTo>
                  <a:lnTo>
                    <a:pt x="4611480" y="466580"/>
                  </a:lnTo>
                  <a:lnTo>
                    <a:pt x="4611574" y="466580"/>
                  </a:lnTo>
                  <a:lnTo>
                    <a:pt x="4611668" y="466580"/>
                  </a:lnTo>
                  <a:lnTo>
                    <a:pt x="4611762" y="466580"/>
                  </a:lnTo>
                  <a:lnTo>
                    <a:pt x="4611856" y="466580"/>
                  </a:lnTo>
                  <a:lnTo>
                    <a:pt x="4611950" y="466580"/>
                  </a:lnTo>
                  <a:lnTo>
                    <a:pt x="4612044" y="466580"/>
                  </a:lnTo>
                  <a:lnTo>
                    <a:pt x="4612139" y="466580"/>
                  </a:lnTo>
                  <a:lnTo>
                    <a:pt x="4612233" y="466580"/>
                  </a:lnTo>
                  <a:lnTo>
                    <a:pt x="4612327" y="466580"/>
                  </a:lnTo>
                  <a:lnTo>
                    <a:pt x="4612421" y="466580"/>
                  </a:lnTo>
                  <a:lnTo>
                    <a:pt x="4612515" y="466580"/>
                  </a:lnTo>
                  <a:lnTo>
                    <a:pt x="4612609" y="466580"/>
                  </a:lnTo>
                  <a:lnTo>
                    <a:pt x="4612704" y="466580"/>
                  </a:lnTo>
                  <a:lnTo>
                    <a:pt x="4612798" y="466580"/>
                  </a:lnTo>
                  <a:lnTo>
                    <a:pt x="4612892" y="466580"/>
                  </a:lnTo>
                  <a:lnTo>
                    <a:pt x="4612986" y="466580"/>
                  </a:lnTo>
                  <a:lnTo>
                    <a:pt x="4613080" y="466580"/>
                  </a:lnTo>
                  <a:lnTo>
                    <a:pt x="4613174" y="466580"/>
                  </a:lnTo>
                  <a:lnTo>
                    <a:pt x="4613268" y="466580"/>
                  </a:lnTo>
                  <a:lnTo>
                    <a:pt x="4613363" y="466580"/>
                  </a:lnTo>
                  <a:lnTo>
                    <a:pt x="4613457" y="466580"/>
                  </a:lnTo>
                  <a:lnTo>
                    <a:pt x="4613551" y="466580"/>
                  </a:lnTo>
                  <a:lnTo>
                    <a:pt x="4613645" y="466580"/>
                  </a:lnTo>
                  <a:lnTo>
                    <a:pt x="4613739" y="466580"/>
                  </a:lnTo>
                  <a:lnTo>
                    <a:pt x="4613833" y="466580"/>
                  </a:lnTo>
                  <a:lnTo>
                    <a:pt x="4613928" y="466580"/>
                  </a:lnTo>
                  <a:lnTo>
                    <a:pt x="4614022" y="466580"/>
                  </a:lnTo>
                  <a:lnTo>
                    <a:pt x="4614116" y="466580"/>
                  </a:lnTo>
                  <a:lnTo>
                    <a:pt x="4614210" y="466580"/>
                  </a:lnTo>
                  <a:lnTo>
                    <a:pt x="4614304" y="466580"/>
                  </a:lnTo>
                  <a:lnTo>
                    <a:pt x="4614398" y="466580"/>
                  </a:lnTo>
                  <a:lnTo>
                    <a:pt x="4614492" y="466580"/>
                  </a:lnTo>
                  <a:lnTo>
                    <a:pt x="4614587" y="466580"/>
                  </a:lnTo>
                  <a:lnTo>
                    <a:pt x="4614681" y="466580"/>
                  </a:lnTo>
                  <a:lnTo>
                    <a:pt x="4614775" y="466580"/>
                  </a:lnTo>
                  <a:lnTo>
                    <a:pt x="4614869" y="466580"/>
                  </a:lnTo>
                  <a:lnTo>
                    <a:pt x="4614963" y="466580"/>
                  </a:lnTo>
                  <a:lnTo>
                    <a:pt x="4615057" y="466580"/>
                  </a:lnTo>
                  <a:lnTo>
                    <a:pt x="4615152" y="466580"/>
                  </a:lnTo>
                  <a:lnTo>
                    <a:pt x="4615246" y="466580"/>
                  </a:lnTo>
                  <a:lnTo>
                    <a:pt x="4615340" y="466580"/>
                  </a:lnTo>
                  <a:lnTo>
                    <a:pt x="4615434" y="466580"/>
                  </a:lnTo>
                  <a:lnTo>
                    <a:pt x="4615528" y="466580"/>
                  </a:lnTo>
                  <a:lnTo>
                    <a:pt x="4615622" y="466580"/>
                  </a:lnTo>
                  <a:lnTo>
                    <a:pt x="4615716" y="466580"/>
                  </a:lnTo>
                  <a:lnTo>
                    <a:pt x="4615811" y="466580"/>
                  </a:lnTo>
                  <a:lnTo>
                    <a:pt x="4615905" y="466580"/>
                  </a:lnTo>
                  <a:lnTo>
                    <a:pt x="4615999" y="466580"/>
                  </a:lnTo>
                  <a:lnTo>
                    <a:pt x="4616093" y="466580"/>
                  </a:lnTo>
                  <a:lnTo>
                    <a:pt x="4616187" y="466580"/>
                  </a:lnTo>
                  <a:lnTo>
                    <a:pt x="4616281" y="466580"/>
                  </a:lnTo>
                  <a:lnTo>
                    <a:pt x="4616375" y="466580"/>
                  </a:lnTo>
                  <a:lnTo>
                    <a:pt x="4616470" y="466580"/>
                  </a:lnTo>
                  <a:lnTo>
                    <a:pt x="4616564" y="466580"/>
                  </a:lnTo>
                  <a:lnTo>
                    <a:pt x="4616658" y="466580"/>
                  </a:lnTo>
                  <a:lnTo>
                    <a:pt x="4616752" y="466580"/>
                  </a:lnTo>
                  <a:lnTo>
                    <a:pt x="4616846" y="466580"/>
                  </a:lnTo>
                  <a:lnTo>
                    <a:pt x="4616940" y="466580"/>
                  </a:lnTo>
                  <a:lnTo>
                    <a:pt x="4617035" y="466580"/>
                  </a:lnTo>
                  <a:lnTo>
                    <a:pt x="4617129" y="466580"/>
                  </a:lnTo>
                  <a:lnTo>
                    <a:pt x="4617223" y="466580"/>
                  </a:lnTo>
                  <a:lnTo>
                    <a:pt x="4617317" y="466580"/>
                  </a:lnTo>
                  <a:lnTo>
                    <a:pt x="4617411" y="466580"/>
                  </a:lnTo>
                  <a:lnTo>
                    <a:pt x="4617505" y="466580"/>
                  </a:lnTo>
                  <a:lnTo>
                    <a:pt x="4617599" y="466580"/>
                  </a:lnTo>
                  <a:lnTo>
                    <a:pt x="4617694" y="466580"/>
                  </a:lnTo>
                  <a:lnTo>
                    <a:pt x="4617788" y="466580"/>
                  </a:lnTo>
                  <a:lnTo>
                    <a:pt x="4617882" y="466580"/>
                  </a:lnTo>
                  <a:lnTo>
                    <a:pt x="4617976" y="466580"/>
                  </a:lnTo>
                  <a:lnTo>
                    <a:pt x="4618070" y="466580"/>
                  </a:lnTo>
                  <a:lnTo>
                    <a:pt x="4618164" y="466580"/>
                  </a:lnTo>
                  <a:lnTo>
                    <a:pt x="4618259" y="466580"/>
                  </a:lnTo>
                  <a:lnTo>
                    <a:pt x="4618353" y="466580"/>
                  </a:lnTo>
                  <a:lnTo>
                    <a:pt x="4618447" y="466580"/>
                  </a:lnTo>
                  <a:lnTo>
                    <a:pt x="4618541" y="466580"/>
                  </a:lnTo>
                  <a:lnTo>
                    <a:pt x="4618635" y="466580"/>
                  </a:lnTo>
                  <a:lnTo>
                    <a:pt x="4618729" y="466580"/>
                  </a:lnTo>
                  <a:lnTo>
                    <a:pt x="4618823" y="466580"/>
                  </a:lnTo>
                  <a:lnTo>
                    <a:pt x="4618918" y="466580"/>
                  </a:lnTo>
                  <a:lnTo>
                    <a:pt x="4619012" y="466580"/>
                  </a:lnTo>
                  <a:lnTo>
                    <a:pt x="4619106" y="466580"/>
                  </a:lnTo>
                  <a:lnTo>
                    <a:pt x="4619200" y="466580"/>
                  </a:lnTo>
                  <a:lnTo>
                    <a:pt x="4619294" y="466580"/>
                  </a:lnTo>
                  <a:lnTo>
                    <a:pt x="4619388" y="466580"/>
                  </a:lnTo>
                  <a:lnTo>
                    <a:pt x="4619483" y="466580"/>
                  </a:lnTo>
                  <a:lnTo>
                    <a:pt x="4619577" y="466580"/>
                  </a:lnTo>
                  <a:lnTo>
                    <a:pt x="4619671" y="466580"/>
                  </a:lnTo>
                  <a:lnTo>
                    <a:pt x="4619765" y="466580"/>
                  </a:lnTo>
                  <a:lnTo>
                    <a:pt x="4619859" y="466580"/>
                  </a:lnTo>
                  <a:lnTo>
                    <a:pt x="4619953" y="466580"/>
                  </a:lnTo>
                  <a:lnTo>
                    <a:pt x="4620047" y="466580"/>
                  </a:lnTo>
                  <a:lnTo>
                    <a:pt x="4620142" y="466580"/>
                  </a:lnTo>
                  <a:lnTo>
                    <a:pt x="4620236" y="466580"/>
                  </a:lnTo>
                  <a:lnTo>
                    <a:pt x="4620330" y="466580"/>
                  </a:lnTo>
                  <a:lnTo>
                    <a:pt x="4620424" y="466580"/>
                  </a:lnTo>
                  <a:lnTo>
                    <a:pt x="4620518" y="466580"/>
                  </a:lnTo>
                  <a:lnTo>
                    <a:pt x="4620612" y="466580"/>
                  </a:lnTo>
                  <a:lnTo>
                    <a:pt x="4620706" y="466580"/>
                  </a:lnTo>
                  <a:lnTo>
                    <a:pt x="4620801" y="466580"/>
                  </a:lnTo>
                  <a:lnTo>
                    <a:pt x="4620895" y="466580"/>
                  </a:lnTo>
                  <a:lnTo>
                    <a:pt x="4620989" y="466580"/>
                  </a:lnTo>
                  <a:lnTo>
                    <a:pt x="4621083" y="466580"/>
                  </a:lnTo>
                  <a:lnTo>
                    <a:pt x="4621177" y="466580"/>
                  </a:lnTo>
                  <a:lnTo>
                    <a:pt x="4621271" y="466580"/>
                  </a:lnTo>
                  <a:lnTo>
                    <a:pt x="4621366" y="466580"/>
                  </a:lnTo>
                  <a:lnTo>
                    <a:pt x="4621460" y="466580"/>
                  </a:lnTo>
                  <a:lnTo>
                    <a:pt x="4621554" y="466580"/>
                  </a:lnTo>
                  <a:lnTo>
                    <a:pt x="4621648" y="466580"/>
                  </a:lnTo>
                  <a:lnTo>
                    <a:pt x="4621742" y="466580"/>
                  </a:lnTo>
                  <a:lnTo>
                    <a:pt x="4621836" y="466580"/>
                  </a:lnTo>
                  <a:lnTo>
                    <a:pt x="4621930" y="466580"/>
                  </a:lnTo>
                  <a:lnTo>
                    <a:pt x="4622025" y="466580"/>
                  </a:lnTo>
                  <a:lnTo>
                    <a:pt x="4622119" y="466580"/>
                  </a:lnTo>
                  <a:lnTo>
                    <a:pt x="4622213" y="466580"/>
                  </a:lnTo>
                  <a:lnTo>
                    <a:pt x="4622307" y="466580"/>
                  </a:lnTo>
                  <a:lnTo>
                    <a:pt x="4622401" y="466580"/>
                  </a:lnTo>
                  <a:lnTo>
                    <a:pt x="4622495" y="466580"/>
                  </a:lnTo>
                  <a:lnTo>
                    <a:pt x="4622590" y="466580"/>
                  </a:lnTo>
                  <a:lnTo>
                    <a:pt x="4622684" y="466580"/>
                  </a:lnTo>
                  <a:lnTo>
                    <a:pt x="4622778" y="466580"/>
                  </a:lnTo>
                  <a:lnTo>
                    <a:pt x="4622872" y="466580"/>
                  </a:lnTo>
                  <a:lnTo>
                    <a:pt x="4622966" y="466580"/>
                  </a:lnTo>
                  <a:lnTo>
                    <a:pt x="4623060" y="466580"/>
                  </a:lnTo>
                  <a:lnTo>
                    <a:pt x="4623154" y="466580"/>
                  </a:lnTo>
                  <a:lnTo>
                    <a:pt x="4623249" y="466580"/>
                  </a:lnTo>
                  <a:lnTo>
                    <a:pt x="4623343" y="466580"/>
                  </a:lnTo>
                  <a:lnTo>
                    <a:pt x="4623437" y="466580"/>
                  </a:lnTo>
                  <a:lnTo>
                    <a:pt x="4623531" y="466580"/>
                  </a:lnTo>
                  <a:lnTo>
                    <a:pt x="4623625" y="466580"/>
                  </a:lnTo>
                  <a:lnTo>
                    <a:pt x="4623719" y="466580"/>
                  </a:lnTo>
                  <a:lnTo>
                    <a:pt x="4623814" y="466580"/>
                  </a:lnTo>
                  <a:lnTo>
                    <a:pt x="4623908" y="466580"/>
                  </a:lnTo>
                  <a:lnTo>
                    <a:pt x="4624002" y="466580"/>
                  </a:lnTo>
                  <a:lnTo>
                    <a:pt x="4624096" y="466580"/>
                  </a:lnTo>
                  <a:lnTo>
                    <a:pt x="4624190" y="466580"/>
                  </a:lnTo>
                  <a:lnTo>
                    <a:pt x="4624284" y="466580"/>
                  </a:lnTo>
                  <a:lnTo>
                    <a:pt x="4624378" y="466580"/>
                  </a:lnTo>
                  <a:lnTo>
                    <a:pt x="4624473" y="466580"/>
                  </a:lnTo>
                  <a:lnTo>
                    <a:pt x="4624567" y="466580"/>
                  </a:lnTo>
                  <a:lnTo>
                    <a:pt x="4624661" y="466580"/>
                  </a:lnTo>
                  <a:lnTo>
                    <a:pt x="4624755" y="466580"/>
                  </a:lnTo>
                  <a:lnTo>
                    <a:pt x="4624849" y="466580"/>
                  </a:lnTo>
                  <a:lnTo>
                    <a:pt x="4624943" y="466580"/>
                  </a:lnTo>
                  <a:lnTo>
                    <a:pt x="4625037" y="466580"/>
                  </a:lnTo>
                  <a:lnTo>
                    <a:pt x="4625132" y="466580"/>
                  </a:lnTo>
                  <a:lnTo>
                    <a:pt x="4625226" y="466580"/>
                  </a:lnTo>
                  <a:lnTo>
                    <a:pt x="4625320" y="466580"/>
                  </a:lnTo>
                  <a:lnTo>
                    <a:pt x="4625414" y="466580"/>
                  </a:lnTo>
                  <a:lnTo>
                    <a:pt x="4625508" y="466580"/>
                  </a:lnTo>
                  <a:lnTo>
                    <a:pt x="4625602" y="466580"/>
                  </a:lnTo>
                  <a:lnTo>
                    <a:pt x="4625697" y="466580"/>
                  </a:lnTo>
                  <a:lnTo>
                    <a:pt x="4625791" y="466580"/>
                  </a:lnTo>
                  <a:lnTo>
                    <a:pt x="4625885" y="466580"/>
                  </a:lnTo>
                  <a:lnTo>
                    <a:pt x="4625979" y="466580"/>
                  </a:lnTo>
                  <a:lnTo>
                    <a:pt x="4626073" y="466580"/>
                  </a:lnTo>
                  <a:lnTo>
                    <a:pt x="4626167" y="466580"/>
                  </a:lnTo>
                  <a:lnTo>
                    <a:pt x="4626261" y="466580"/>
                  </a:lnTo>
                  <a:lnTo>
                    <a:pt x="4626356" y="466580"/>
                  </a:lnTo>
                  <a:lnTo>
                    <a:pt x="4626450" y="466580"/>
                  </a:lnTo>
                  <a:lnTo>
                    <a:pt x="4626544" y="466580"/>
                  </a:lnTo>
                  <a:lnTo>
                    <a:pt x="4626638" y="466580"/>
                  </a:lnTo>
                  <a:lnTo>
                    <a:pt x="4626732" y="466580"/>
                  </a:lnTo>
                  <a:lnTo>
                    <a:pt x="4626826" y="466580"/>
                  </a:lnTo>
                  <a:lnTo>
                    <a:pt x="4626921" y="466580"/>
                  </a:lnTo>
                  <a:lnTo>
                    <a:pt x="4627015" y="466580"/>
                  </a:lnTo>
                  <a:lnTo>
                    <a:pt x="4627109" y="466580"/>
                  </a:lnTo>
                  <a:lnTo>
                    <a:pt x="4627203" y="466580"/>
                  </a:lnTo>
                  <a:lnTo>
                    <a:pt x="4627297" y="466580"/>
                  </a:lnTo>
                  <a:lnTo>
                    <a:pt x="4627391" y="466580"/>
                  </a:lnTo>
                  <a:lnTo>
                    <a:pt x="4627485" y="466580"/>
                  </a:lnTo>
                  <a:lnTo>
                    <a:pt x="4627580" y="466580"/>
                  </a:lnTo>
                  <a:lnTo>
                    <a:pt x="4627674" y="466580"/>
                  </a:lnTo>
                  <a:lnTo>
                    <a:pt x="4627768" y="466580"/>
                  </a:lnTo>
                  <a:lnTo>
                    <a:pt x="4627862" y="466580"/>
                  </a:lnTo>
                  <a:lnTo>
                    <a:pt x="4627956" y="466580"/>
                  </a:lnTo>
                  <a:lnTo>
                    <a:pt x="4628050" y="466580"/>
                  </a:lnTo>
                  <a:lnTo>
                    <a:pt x="4628145" y="466580"/>
                  </a:lnTo>
                  <a:lnTo>
                    <a:pt x="4628239" y="466580"/>
                  </a:lnTo>
                  <a:lnTo>
                    <a:pt x="4628333" y="466580"/>
                  </a:lnTo>
                  <a:lnTo>
                    <a:pt x="4628427" y="466580"/>
                  </a:lnTo>
                  <a:lnTo>
                    <a:pt x="4628521" y="466580"/>
                  </a:lnTo>
                  <a:lnTo>
                    <a:pt x="4628615" y="466580"/>
                  </a:lnTo>
                  <a:lnTo>
                    <a:pt x="4628709" y="466580"/>
                  </a:lnTo>
                  <a:lnTo>
                    <a:pt x="4628804" y="466580"/>
                  </a:lnTo>
                  <a:lnTo>
                    <a:pt x="4628898" y="466580"/>
                  </a:lnTo>
                  <a:lnTo>
                    <a:pt x="4628992" y="466580"/>
                  </a:lnTo>
                  <a:lnTo>
                    <a:pt x="4629086" y="466580"/>
                  </a:lnTo>
                  <a:lnTo>
                    <a:pt x="4629180" y="466580"/>
                  </a:lnTo>
                  <a:lnTo>
                    <a:pt x="4629274" y="466580"/>
                  </a:lnTo>
                  <a:lnTo>
                    <a:pt x="4629368" y="466580"/>
                  </a:lnTo>
                  <a:lnTo>
                    <a:pt x="4629463" y="466580"/>
                  </a:lnTo>
                  <a:lnTo>
                    <a:pt x="4629557" y="466580"/>
                  </a:lnTo>
                  <a:lnTo>
                    <a:pt x="4629651" y="466580"/>
                  </a:lnTo>
                  <a:lnTo>
                    <a:pt x="4629745" y="466580"/>
                  </a:lnTo>
                  <a:lnTo>
                    <a:pt x="4629839" y="466580"/>
                  </a:lnTo>
                  <a:lnTo>
                    <a:pt x="4629933" y="466580"/>
                  </a:lnTo>
                  <a:lnTo>
                    <a:pt x="4630028" y="466580"/>
                  </a:lnTo>
                  <a:lnTo>
                    <a:pt x="4630122" y="466580"/>
                  </a:lnTo>
                  <a:lnTo>
                    <a:pt x="4630216" y="466580"/>
                  </a:lnTo>
                  <a:lnTo>
                    <a:pt x="4630310" y="466580"/>
                  </a:lnTo>
                  <a:lnTo>
                    <a:pt x="4630404" y="466580"/>
                  </a:lnTo>
                  <a:lnTo>
                    <a:pt x="4630498" y="466580"/>
                  </a:lnTo>
                  <a:lnTo>
                    <a:pt x="4630592" y="466580"/>
                  </a:lnTo>
                  <a:lnTo>
                    <a:pt x="4630687" y="466580"/>
                  </a:lnTo>
                  <a:lnTo>
                    <a:pt x="4630781" y="466580"/>
                  </a:lnTo>
                  <a:lnTo>
                    <a:pt x="4630781" y="461669"/>
                  </a:lnTo>
                  <a:lnTo>
                    <a:pt x="4630875" y="461669"/>
                  </a:lnTo>
                  <a:lnTo>
                    <a:pt x="4630969" y="461669"/>
                  </a:lnTo>
                  <a:lnTo>
                    <a:pt x="4630969" y="456757"/>
                  </a:lnTo>
                  <a:lnTo>
                    <a:pt x="4631063" y="456757"/>
                  </a:lnTo>
                  <a:lnTo>
                    <a:pt x="4631157" y="456757"/>
                  </a:lnTo>
                  <a:lnTo>
                    <a:pt x="4631252" y="456757"/>
                  </a:lnTo>
                  <a:lnTo>
                    <a:pt x="4631346" y="456757"/>
                  </a:lnTo>
                  <a:lnTo>
                    <a:pt x="4631440" y="456757"/>
                  </a:lnTo>
                  <a:lnTo>
                    <a:pt x="4631534" y="456757"/>
                  </a:lnTo>
                  <a:lnTo>
                    <a:pt x="4631628" y="456757"/>
                  </a:lnTo>
                  <a:lnTo>
                    <a:pt x="4631722" y="456757"/>
                  </a:lnTo>
                  <a:lnTo>
                    <a:pt x="4631816" y="456757"/>
                  </a:lnTo>
                  <a:lnTo>
                    <a:pt x="4631911" y="456757"/>
                  </a:lnTo>
                  <a:lnTo>
                    <a:pt x="4632005" y="456757"/>
                  </a:lnTo>
                  <a:lnTo>
                    <a:pt x="4632099" y="456757"/>
                  </a:lnTo>
                  <a:lnTo>
                    <a:pt x="4632193" y="456757"/>
                  </a:lnTo>
                  <a:lnTo>
                    <a:pt x="4632287" y="456757"/>
                  </a:lnTo>
                  <a:lnTo>
                    <a:pt x="4632381" y="456757"/>
                  </a:lnTo>
                  <a:lnTo>
                    <a:pt x="4632476" y="456757"/>
                  </a:lnTo>
                  <a:lnTo>
                    <a:pt x="4632570" y="456757"/>
                  </a:lnTo>
                  <a:lnTo>
                    <a:pt x="4632664" y="456757"/>
                  </a:lnTo>
                  <a:lnTo>
                    <a:pt x="4632758" y="456757"/>
                  </a:lnTo>
                  <a:lnTo>
                    <a:pt x="4632758" y="451846"/>
                  </a:lnTo>
                  <a:lnTo>
                    <a:pt x="4632758" y="446935"/>
                  </a:lnTo>
                  <a:lnTo>
                    <a:pt x="4632852" y="446935"/>
                  </a:lnTo>
                  <a:lnTo>
                    <a:pt x="4632946" y="446935"/>
                  </a:lnTo>
                  <a:lnTo>
                    <a:pt x="4633040" y="446935"/>
                  </a:lnTo>
                  <a:lnTo>
                    <a:pt x="4633135" y="446935"/>
                  </a:lnTo>
                  <a:lnTo>
                    <a:pt x="4633229" y="446935"/>
                  </a:lnTo>
                  <a:lnTo>
                    <a:pt x="4633323" y="446935"/>
                  </a:lnTo>
                  <a:lnTo>
                    <a:pt x="4633417" y="446935"/>
                  </a:lnTo>
                  <a:lnTo>
                    <a:pt x="4633511" y="446935"/>
                  </a:lnTo>
                  <a:lnTo>
                    <a:pt x="4633605" y="446935"/>
                  </a:lnTo>
                  <a:lnTo>
                    <a:pt x="4633699" y="446935"/>
                  </a:lnTo>
                  <a:lnTo>
                    <a:pt x="4633794" y="446935"/>
                  </a:lnTo>
                  <a:lnTo>
                    <a:pt x="4633888" y="446935"/>
                  </a:lnTo>
                  <a:lnTo>
                    <a:pt x="4633982" y="446935"/>
                  </a:lnTo>
                  <a:lnTo>
                    <a:pt x="4634076" y="446935"/>
                  </a:lnTo>
                  <a:lnTo>
                    <a:pt x="4634170" y="446935"/>
                  </a:lnTo>
                  <a:lnTo>
                    <a:pt x="4634264" y="446935"/>
                  </a:lnTo>
                  <a:lnTo>
                    <a:pt x="4634359" y="446935"/>
                  </a:lnTo>
                  <a:lnTo>
                    <a:pt x="4634453" y="446935"/>
                  </a:lnTo>
                  <a:lnTo>
                    <a:pt x="4634547" y="446935"/>
                  </a:lnTo>
                  <a:lnTo>
                    <a:pt x="4634641" y="446935"/>
                  </a:lnTo>
                  <a:lnTo>
                    <a:pt x="4634735" y="446935"/>
                  </a:lnTo>
                  <a:lnTo>
                    <a:pt x="4634829" y="446935"/>
                  </a:lnTo>
                  <a:lnTo>
                    <a:pt x="4634923" y="446935"/>
                  </a:lnTo>
                  <a:lnTo>
                    <a:pt x="4635018" y="446935"/>
                  </a:lnTo>
                  <a:lnTo>
                    <a:pt x="4635112" y="446935"/>
                  </a:lnTo>
                  <a:lnTo>
                    <a:pt x="4635206" y="446935"/>
                  </a:lnTo>
                  <a:lnTo>
                    <a:pt x="4635300" y="446935"/>
                  </a:lnTo>
                  <a:lnTo>
                    <a:pt x="4635394" y="446935"/>
                  </a:lnTo>
                  <a:lnTo>
                    <a:pt x="4635488" y="446935"/>
                  </a:lnTo>
                  <a:lnTo>
                    <a:pt x="4635583" y="446935"/>
                  </a:lnTo>
                  <a:lnTo>
                    <a:pt x="4635677" y="446935"/>
                  </a:lnTo>
                  <a:lnTo>
                    <a:pt x="4635771" y="446935"/>
                  </a:lnTo>
                  <a:lnTo>
                    <a:pt x="4635865" y="446935"/>
                  </a:lnTo>
                  <a:lnTo>
                    <a:pt x="4635959" y="446935"/>
                  </a:lnTo>
                  <a:lnTo>
                    <a:pt x="4636053" y="446935"/>
                  </a:lnTo>
                  <a:lnTo>
                    <a:pt x="4636147" y="446935"/>
                  </a:lnTo>
                  <a:lnTo>
                    <a:pt x="4636242" y="446935"/>
                  </a:lnTo>
                  <a:lnTo>
                    <a:pt x="4636336" y="446935"/>
                  </a:lnTo>
                  <a:lnTo>
                    <a:pt x="4636430" y="446935"/>
                  </a:lnTo>
                  <a:lnTo>
                    <a:pt x="4636524" y="446935"/>
                  </a:lnTo>
                  <a:lnTo>
                    <a:pt x="4636618" y="446935"/>
                  </a:lnTo>
                  <a:lnTo>
                    <a:pt x="4636712" y="446935"/>
                  </a:lnTo>
                  <a:lnTo>
                    <a:pt x="4636807" y="446935"/>
                  </a:lnTo>
                  <a:lnTo>
                    <a:pt x="4636901" y="446935"/>
                  </a:lnTo>
                  <a:lnTo>
                    <a:pt x="4636995" y="446935"/>
                  </a:lnTo>
                  <a:lnTo>
                    <a:pt x="4637089" y="446935"/>
                  </a:lnTo>
                  <a:lnTo>
                    <a:pt x="4637183" y="446935"/>
                  </a:lnTo>
                  <a:lnTo>
                    <a:pt x="4637277" y="446935"/>
                  </a:lnTo>
                  <a:lnTo>
                    <a:pt x="4637371" y="446935"/>
                  </a:lnTo>
                  <a:lnTo>
                    <a:pt x="4637466" y="446935"/>
                  </a:lnTo>
                  <a:lnTo>
                    <a:pt x="4637560" y="446935"/>
                  </a:lnTo>
                  <a:lnTo>
                    <a:pt x="4637654" y="446935"/>
                  </a:lnTo>
                  <a:lnTo>
                    <a:pt x="4637748" y="446935"/>
                  </a:lnTo>
                  <a:lnTo>
                    <a:pt x="4637842" y="446935"/>
                  </a:lnTo>
                  <a:lnTo>
                    <a:pt x="4637936" y="446935"/>
                  </a:lnTo>
                  <a:lnTo>
                    <a:pt x="4638030" y="446935"/>
                  </a:lnTo>
                  <a:lnTo>
                    <a:pt x="4638125" y="446935"/>
                  </a:lnTo>
                  <a:lnTo>
                    <a:pt x="4638219" y="446935"/>
                  </a:lnTo>
                  <a:lnTo>
                    <a:pt x="4638313" y="446935"/>
                  </a:lnTo>
                  <a:lnTo>
                    <a:pt x="4638407" y="446935"/>
                  </a:lnTo>
                  <a:lnTo>
                    <a:pt x="4638501" y="446935"/>
                  </a:lnTo>
                  <a:lnTo>
                    <a:pt x="4638595" y="446935"/>
                  </a:lnTo>
                  <a:lnTo>
                    <a:pt x="4638690" y="446935"/>
                  </a:lnTo>
                  <a:lnTo>
                    <a:pt x="4638784" y="446935"/>
                  </a:lnTo>
                  <a:lnTo>
                    <a:pt x="4638878" y="446935"/>
                  </a:lnTo>
                  <a:lnTo>
                    <a:pt x="4638972" y="446935"/>
                  </a:lnTo>
                  <a:lnTo>
                    <a:pt x="4639066" y="446935"/>
                  </a:lnTo>
                  <a:lnTo>
                    <a:pt x="4639160" y="446935"/>
                  </a:lnTo>
                  <a:lnTo>
                    <a:pt x="4639254" y="446935"/>
                  </a:lnTo>
                  <a:lnTo>
                    <a:pt x="4639349" y="446935"/>
                  </a:lnTo>
                  <a:lnTo>
                    <a:pt x="4639443" y="446935"/>
                  </a:lnTo>
                  <a:lnTo>
                    <a:pt x="4639537" y="446935"/>
                  </a:lnTo>
                  <a:lnTo>
                    <a:pt x="4639631" y="446935"/>
                  </a:lnTo>
                  <a:lnTo>
                    <a:pt x="4639725" y="446935"/>
                  </a:lnTo>
                  <a:lnTo>
                    <a:pt x="4639819" y="446935"/>
                  </a:lnTo>
                  <a:lnTo>
                    <a:pt x="4639914" y="446935"/>
                  </a:lnTo>
                  <a:lnTo>
                    <a:pt x="4640008" y="446935"/>
                  </a:lnTo>
                  <a:lnTo>
                    <a:pt x="4640102" y="446935"/>
                  </a:lnTo>
                  <a:lnTo>
                    <a:pt x="4640196" y="446935"/>
                  </a:lnTo>
                  <a:lnTo>
                    <a:pt x="4640290" y="446935"/>
                  </a:lnTo>
                  <a:lnTo>
                    <a:pt x="4640384" y="446935"/>
                  </a:lnTo>
                  <a:lnTo>
                    <a:pt x="4640478" y="446935"/>
                  </a:lnTo>
                  <a:lnTo>
                    <a:pt x="4640573" y="446935"/>
                  </a:lnTo>
                  <a:lnTo>
                    <a:pt x="4640667" y="446935"/>
                  </a:lnTo>
                  <a:lnTo>
                    <a:pt x="4640761" y="446935"/>
                  </a:lnTo>
                  <a:lnTo>
                    <a:pt x="4640855" y="446935"/>
                  </a:lnTo>
                  <a:lnTo>
                    <a:pt x="4640949" y="446935"/>
                  </a:lnTo>
                  <a:lnTo>
                    <a:pt x="4641043" y="446935"/>
                  </a:lnTo>
                  <a:lnTo>
                    <a:pt x="4641138" y="446935"/>
                  </a:lnTo>
                  <a:lnTo>
                    <a:pt x="4641232" y="446935"/>
                  </a:lnTo>
                  <a:lnTo>
                    <a:pt x="4641326" y="446935"/>
                  </a:lnTo>
                  <a:lnTo>
                    <a:pt x="4641420" y="446935"/>
                  </a:lnTo>
                  <a:lnTo>
                    <a:pt x="4641514" y="446935"/>
                  </a:lnTo>
                  <a:lnTo>
                    <a:pt x="4641608" y="446935"/>
                  </a:lnTo>
                  <a:lnTo>
                    <a:pt x="4641702" y="446935"/>
                  </a:lnTo>
                  <a:lnTo>
                    <a:pt x="4641797" y="446935"/>
                  </a:lnTo>
                  <a:lnTo>
                    <a:pt x="4641891" y="446935"/>
                  </a:lnTo>
                  <a:lnTo>
                    <a:pt x="4641985" y="446935"/>
                  </a:lnTo>
                  <a:lnTo>
                    <a:pt x="4642079" y="446935"/>
                  </a:lnTo>
                  <a:lnTo>
                    <a:pt x="4642173" y="446935"/>
                  </a:lnTo>
                  <a:lnTo>
                    <a:pt x="4642267" y="446935"/>
                  </a:lnTo>
                  <a:lnTo>
                    <a:pt x="4642361" y="446935"/>
                  </a:lnTo>
                  <a:lnTo>
                    <a:pt x="4642456" y="446935"/>
                  </a:lnTo>
                  <a:lnTo>
                    <a:pt x="4642550" y="446935"/>
                  </a:lnTo>
                  <a:lnTo>
                    <a:pt x="4642644" y="446935"/>
                  </a:lnTo>
                  <a:lnTo>
                    <a:pt x="4642738" y="446935"/>
                  </a:lnTo>
                  <a:lnTo>
                    <a:pt x="4642832" y="446935"/>
                  </a:lnTo>
                  <a:lnTo>
                    <a:pt x="4642926" y="446935"/>
                  </a:lnTo>
                  <a:lnTo>
                    <a:pt x="4642926" y="442023"/>
                  </a:lnTo>
                  <a:lnTo>
                    <a:pt x="4643021" y="442023"/>
                  </a:lnTo>
                  <a:lnTo>
                    <a:pt x="4643115" y="442023"/>
                  </a:lnTo>
                  <a:lnTo>
                    <a:pt x="4643209" y="442023"/>
                  </a:lnTo>
                  <a:lnTo>
                    <a:pt x="4643303" y="442023"/>
                  </a:lnTo>
                  <a:lnTo>
                    <a:pt x="4643397" y="442023"/>
                  </a:lnTo>
                  <a:lnTo>
                    <a:pt x="4643491" y="442023"/>
                  </a:lnTo>
                  <a:lnTo>
                    <a:pt x="4643585" y="442023"/>
                  </a:lnTo>
                  <a:lnTo>
                    <a:pt x="4643680" y="442023"/>
                  </a:lnTo>
                  <a:lnTo>
                    <a:pt x="4643774" y="442023"/>
                  </a:lnTo>
                  <a:lnTo>
                    <a:pt x="4643868" y="442023"/>
                  </a:lnTo>
                  <a:lnTo>
                    <a:pt x="4643962" y="442023"/>
                  </a:lnTo>
                  <a:lnTo>
                    <a:pt x="4644056" y="442023"/>
                  </a:lnTo>
                  <a:lnTo>
                    <a:pt x="4644150" y="442023"/>
                  </a:lnTo>
                  <a:lnTo>
                    <a:pt x="4644245" y="442023"/>
                  </a:lnTo>
                  <a:lnTo>
                    <a:pt x="4644339" y="442023"/>
                  </a:lnTo>
                  <a:lnTo>
                    <a:pt x="4644433" y="442023"/>
                  </a:lnTo>
                  <a:lnTo>
                    <a:pt x="4644527" y="442023"/>
                  </a:lnTo>
                  <a:lnTo>
                    <a:pt x="4644621" y="442023"/>
                  </a:lnTo>
                  <a:lnTo>
                    <a:pt x="4644715" y="442023"/>
                  </a:lnTo>
                  <a:lnTo>
                    <a:pt x="4644809" y="442023"/>
                  </a:lnTo>
                  <a:lnTo>
                    <a:pt x="4644904" y="442023"/>
                  </a:lnTo>
                  <a:lnTo>
                    <a:pt x="4644998" y="442023"/>
                  </a:lnTo>
                  <a:lnTo>
                    <a:pt x="4645092" y="442023"/>
                  </a:lnTo>
                  <a:lnTo>
                    <a:pt x="4645186" y="442023"/>
                  </a:lnTo>
                  <a:lnTo>
                    <a:pt x="4645280" y="442023"/>
                  </a:lnTo>
                  <a:lnTo>
                    <a:pt x="4645374" y="442023"/>
                  </a:lnTo>
                  <a:lnTo>
                    <a:pt x="4645469" y="442023"/>
                  </a:lnTo>
                  <a:lnTo>
                    <a:pt x="4645563" y="442023"/>
                  </a:lnTo>
                  <a:lnTo>
                    <a:pt x="4645657" y="442023"/>
                  </a:lnTo>
                  <a:lnTo>
                    <a:pt x="4645751" y="442023"/>
                  </a:lnTo>
                  <a:lnTo>
                    <a:pt x="4645845" y="442023"/>
                  </a:lnTo>
                  <a:lnTo>
                    <a:pt x="4645939" y="442023"/>
                  </a:lnTo>
                  <a:lnTo>
                    <a:pt x="4646033" y="442023"/>
                  </a:lnTo>
                  <a:lnTo>
                    <a:pt x="4646128" y="442023"/>
                  </a:lnTo>
                  <a:lnTo>
                    <a:pt x="4646222" y="442023"/>
                  </a:lnTo>
                  <a:lnTo>
                    <a:pt x="4646316" y="442023"/>
                  </a:lnTo>
                  <a:lnTo>
                    <a:pt x="4646410" y="442023"/>
                  </a:lnTo>
                  <a:lnTo>
                    <a:pt x="4646504" y="442023"/>
                  </a:lnTo>
                  <a:lnTo>
                    <a:pt x="4646598" y="442023"/>
                  </a:lnTo>
                  <a:lnTo>
                    <a:pt x="4646692" y="442023"/>
                  </a:lnTo>
                  <a:lnTo>
                    <a:pt x="4646787" y="442023"/>
                  </a:lnTo>
                  <a:lnTo>
                    <a:pt x="4646881" y="442023"/>
                  </a:lnTo>
                  <a:lnTo>
                    <a:pt x="4646975" y="442023"/>
                  </a:lnTo>
                  <a:lnTo>
                    <a:pt x="4647069" y="442023"/>
                  </a:lnTo>
                  <a:lnTo>
                    <a:pt x="4647163" y="442023"/>
                  </a:lnTo>
                  <a:lnTo>
                    <a:pt x="4647257" y="442023"/>
                  </a:lnTo>
                  <a:lnTo>
                    <a:pt x="4647352" y="442023"/>
                  </a:lnTo>
                  <a:lnTo>
                    <a:pt x="4647446" y="442023"/>
                  </a:lnTo>
                  <a:lnTo>
                    <a:pt x="4647446" y="437112"/>
                  </a:lnTo>
                  <a:lnTo>
                    <a:pt x="4647540" y="437112"/>
                  </a:lnTo>
                  <a:lnTo>
                    <a:pt x="4647634" y="437112"/>
                  </a:lnTo>
                  <a:lnTo>
                    <a:pt x="4647728" y="437112"/>
                  </a:lnTo>
                  <a:lnTo>
                    <a:pt x="4647822" y="437112"/>
                  </a:lnTo>
                  <a:lnTo>
                    <a:pt x="4647916" y="437112"/>
                  </a:lnTo>
                  <a:lnTo>
                    <a:pt x="4648011" y="437112"/>
                  </a:lnTo>
                  <a:lnTo>
                    <a:pt x="4648105" y="437112"/>
                  </a:lnTo>
                  <a:lnTo>
                    <a:pt x="4648199" y="437112"/>
                  </a:lnTo>
                  <a:lnTo>
                    <a:pt x="4648293" y="437112"/>
                  </a:lnTo>
                  <a:lnTo>
                    <a:pt x="4648387" y="437112"/>
                  </a:lnTo>
                  <a:lnTo>
                    <a:pt x="4648481" y="437112"/>
                  </a:lnTo>
                  <a:lnTo>
                    <a:pt x="4648481" y="432200"/>
                  </a:lnTo>
                  <a:lnTo>
                    <a:pt x="4648576" y="432200"/>
                  </a:lnTo>
                  <a:lnTo>
                    <a:pt x="4648670" y="432200"/>
                  </a:lnTo>
                  <a:lnTo>
                    <a:pt x="4648764" y="432200"/>
                  </a:lnTo>
                  <a:lnTo>
                    <a:pt x="4648858" y="432200"/>
                  </a:lnTo>
                  <a:lnTo>
                    <a:pt x="4648952" y="432200"/>
                  </a:lnTo>
                  <a:lnTo>
                    <a:pt x="4649046" y="432200"/>
                  </a:lnTo>
                  <a:lnTo>
                    <a:pt x="4649140" y="432200"/>
                  </a:lnTo>
                  <a:lnTo>
                    <a:pt x="4649235" y="432200"/>
                  </a:lnTo>
                  <a:lnTo>
                    <a:pt x="4649329" y="432200"/>
                  </a:lnTo>
                  <a:lnTo>
                    <a:pt x="4649423" y="432200"/>
                  </a:lnTo>
                  <a:lnTo>
                    <a:pt x="4649517" y="432200"/>
                  </a:lnTo>
                  <a:lnTo>
                    <a:pt x="4649611" y="432200"/>
                  </a:lnTo>
                  <a:lnTo>
                    <a:pt x="4649705" y="432200"/>
                  </a:lnTo>
                  <a:lnTo>
                    <a:pt x="4649800" y="432200"/>
                  </a:lnTo>
                  <a:lnTo>
                    <a:pt x="4649894" y="432200"/>
                  </a:lnTo>
                  <a:lnTo>
                    <a:pt x="4649988" y="432200"/>
                  </a:lnTo>
                  <a:lnTo>
                    <a:pt x="4650082" y="432200"/>
                  </a:lnTo>
                  <a:lnTo>
                    <a:pt x="4650176" y="432200"/>
                  </a:lnTo>
                  <a:lnTo>
                    <a:pt x="4650270" y="432200"/>
                  </a:lnTo>
                  <a:lnTo>
                    <a:pt x="4650364" y="432200"/>
                  </a:lnTo>
                  <a:lnTo>
                    <a:pt x="4650459" y="432200"/>
                  </a:lnTo>
                  <a:lnTo>
                    <a:pt x="4650553" y="432200"/>
                  </a:lnTo>
                  <a:lnTo>
                    <a:pt x="4650647" y="432200"/>
                  </a:lnTo>
                  <a:lnTo>
                    <a:pt x="4650741" y="432200"/>
                  </a:lnTo>
                  <a:lnTo>
                    <a:pt x="4650835" y="432200"/>
                  </a:lnTo>
                  <a:lnTo>
                    <a:pt x="4650929" y="432200"/>
                  </a:lnTo>
                  <a:lnTo>
                    <a:pt x="4651023" y="432200"/>
                  </a:lnTo>
                  <a:lnTo>
                    <a:pt x="4651118" y="432200"/>
                  </a:lnTo>
                  <a:lnTo>
                    <a:pt x="4651212" y="432200"/>
                  </a:lnTo>
                  <a:lnTo>
                    <a:pt x="4651306" y="432200"/>
                  </a:lnTo>
                  <a:lnTo>
                    <a:pt x="4651400" y="432200"/>
                  </a:lnTo>
                  <a:lnTo>
                    <a:pt x="4651494" y="432200"/>
                  </a:lnTo>
                  <a:lnTo>
                    <a:pt x="4651588" y="432200"/>
                  </a:lnTo>
                  <a:lnTo>
                    <a:pt x="4651683" y="432200"/>
                  </a:lnTo>
                  <a:lnTo>
                    <a:pt x="4651777" y="432200"/>
                  </a:lnTo>
                  <a:lnTo>
                    <a:pt x="4651871" y="432200"/>
                  </a:lnTo>
                  <a:lnTo>
                    <a:pt x="4651965" y="432200"/>
                  </a:lnTo>
                  <a:lnTo>
                    <a:pt x="4652059" y="432200"/>
                  </a:lnTo>
                  <a:lnTo>
                    <a:pt x="4652153" y="432200"/>
                  </a:lnTo>
                  <a:lnTo>
                    <a:pt x="4652247" y="432200"/>
                  </a:lnTo>
                  <a:lnTo>
                    <a:pt x="4652342" y="432200"/>
                  </a:lnTo>
                  <a:lnTo>
                    <a:pt x="4652436" y="432200"/>
                  </a:lnTo>
                  <a:lnTo>
                    <a:pt x="4652530" y="432200"/>
                  </a:lnTo>
                  <a:lnTo>
                    <a:pt x="4652624" y="432200"/>
                  </a:lnTo>
                  <a:lnTo>
                    <a:pt x="4652718" y="432200"/>
                  </a:lnTo>
                  <a:lnTo>
                    <a:pt x="4652812" y="432200"/>
                  </a:lnTo>
                  <a:lnTo>
                    <a:pt x="4652907" y="432200"/>
                  </a:lnTo>
                  <a:lnTo>
                    <a:pt x="4652907" y="427289"/>
                  </a:lnTo>
                  <a:lnTo>
                    <a:pt x="4653001" y="427289"/>
                  </a:lnTo>
                  <a:lnTo>
                    <a:pt x="4653095" y="427289"/>
                  </a:lnTo>
                  <a:lnTo>
                    <a:pt x="4653189" y="427289"/>
                  </a:lnTo>
                  <a:lnTo>
                    <a:pt x="4653283" y="427289"/>
                  </a:lnTo>
                  <a:lnTo>
                    <a:pt x="4653377" y="427289"/>
                  </a:lnTo>
                  <a:lnTo>
                    <a:pt x="4653471" y="427289"/>
                  </a:lnTo>
                  <a:lnTo>
                    <a:pt x="4653566" y="427289"/>
                  </a:lnTo>
                  <a:lnTo>
                    <a:pt x="4653660" y="427289"/>
                  </a:lnTo>
                  <a:lnTo>
                    <a:pt x="4653754" y="427289"/>
                  </a:lnTo>
                  <a:lnTo>
                    <a:pt x="4653848" y="427289"/>
                  </a:lnTo>
                  <a:lnTo>
                    <a:pt x="4653942" y="427289"/>
                  </a:lnTo>
                  <a:lnTo>
                    <a:pt x="4654036" y="427289"/>
                  </a:lnTo>
                  <a:lnTo>
                    <a:pt x="4654131" y="427289"/>
                  </a:lnTo>
                  <a:lnTo>
                    <a:pt x="4654225" y="427289"/>
                  </a:lnTo>
                  <a:lnTo>
                    <a:pt x="4654319" y="427289"/>
                  </a:lnTo>
                  <a:lnTo>
                    <a:pt x="4654413" y="427289"/>
                  </a:lnTo>
                  <a:lnTo>
                    <a:pt x="4654507" y="427289"/>
                  </a:lnTo>
                  <a:lnTo>
                    <a:pt x="4654601" y="427289"/>
                  </a:lnTo>
                  <a:lnTo>
                    <a:pt x="4654695" y="427289"/>
                  </a:lnTo>
                  <a:lnTo>
                    <a:pt x="4654790" y="427289"/>
                  </a:lnTo>
                  <a:lnTo>
                    <a:pt x="4654884" y="427289"/>
                  </a:lnTo>
                  <a:lnTo>
                    <a:pt x="4654978" y="427289"/>
                  </a:lnTo>
                  <a:lnTo>
                    <a:pt x="4655072" y="427289"/>
                  </a:lnTo>
                  <a:lnTo>
                    <a:pt x="4655166" y="427289"/>
                  </a:lnTo>
                  <a:lnTo>
                    <a:pt x="4655260" y="427289"/>
                  </a:lnTo>
                  <a:lnTo>
                    <a:pt x="4655354" y="427289"/>
                  </a:lnTo>
                  <a:lnTo>
                    <a:pt x="4655449" y="427289"/>
                  </a:lnTo>
                  <a:lnTo>
                    <a:pt x="4655543" y="427289"/>
                  </a:lnTo>
                  <a:lnTo>
                    <a:pt x="4655637" y="427289"/>
                  </a:lnTo>
                  <a:lnTo>
                    <a:pt x="4655731" y="427289"/>
                  </a:lnTo>
                  <a:lnTo>
                    <a:pt x="4655825" y="427289"/>
                  </a:lnTo>
                  <a:lnTo>
                    <a:pt x="4655919" y="427289"/>
                  </a:lnTo>
                  <a:lnTo>
                    <a:pt x="4656014" y="427289"/>
                  </a:lnTo>
                  <a:lnTo>
                    <a:pt x="4656108" y="427289"/>
                  </a:lnTo>
                  <a:lnTo>
                    <a:pt x="4656202" y="427289"/>
                  </a:lnTo>
                  <a:lnTo>
                    <a:pt x="4656296" y="427289"/>
                  </a:lnTo>
                  <a:lnTo>
                    <a:pt x="4656390" y="427289"/>
                  </a:lnTo>
                  <a:lnTo>
                    <a:pt x="4656484" y="427289"/>
                  </a:lnTo>
                  <a:lnTo>
                    <a:pt x="4656578" y="427289"/>
                  </a:lnTo>
                  <a:lnTo>
                    <a:pt x="4656673" y="427289"/>
                  </a:lnTo>
                  <a:lnTo>
                    <a:pt x="4656767" y="427289"/>
                  </a:lnTo>
                  <a:lnTo>
                    <a:pt x="4656861" y="427289"/>
                  </a:lnTo>
                  <a:lnTo>
                    <a:pt x="4656955" y="427289"/>
                  </a:lnTo>
                  <a:lnTo>
                    <a:pt x="4657049" y="427289"/>
                  </a:lnTo>
                  <a:lnTo>
                    <a:pt x="4657143" y="427289"/>
                  </a:lnTo>
                  <a:lnTo>
                    <a:pt x="4657238" y="427289"/>
                  </a:lnTo>
                  <a:lnTo>
                    <a:pt x="4657332" y="427289"/>
                  </a:lnTo>
                  <a:lnTo>
                    <a:pt x="4657426" y="427289"/>
                  </a:lnTo>
                  <a:lnTo>
                    <a:pt x="4657520" y="427289"/>
                  </a:lnTo>
                  <a:lnTo>
                    <a:pt x="4657614" y="427289"/>
                  </a:lnTo>
                  <a:lnTo>
                    <a:pt x="4657708" y="427289"/>
                  </a:lnTo>
                  <a:lnTo>
                    <a:pt x="4657802" y="427289"/>
                  </a:lnTo>
                  <a:lnTo>
                    <a:pt x="4657897" y="427289"/>
                  </a:lnTo>
                  <a:lnTo>
                    <a:pt x="4657991" y="427289"/>
                  </a:lnTo>
                  <a:lnTo>
                    <a:pt x="4658085" y="427289"/>
                  </a:lnTo>
                  <a:lnTo>
                    <a:pt x="4658179" y="427289"/>
                  </a:lnTo>
                  <a:lnTo>
                    <a:pt x="4658273" y="427289"/>
                  </a:lnTo>
                  <a:lnTo>
                    <a:pt x="4658367" y="427289"/>
                  </a:lnTo>
                  <a:lnTo>
                    <a:pt x="4658462" y="427289"/>
                  </a:lnTo>
                  <a:lnTo>
                    <a:pt x="4658556" y="427289"/>
                  </a:lnTo>
                  <a:lnTo>
                    <a:pt x="4658650" y="427289"/>
                  </a:lnTo>
                  <a:lnTo>
                    <a:pt x="4658744" y="427289"/>
                  </a:lnTo>
                  <a:lnTo>
                    <a:pt x="4658838" y="427289"/>
                  </a:lnTo>
                  <a:lnTo>
                    <a:pt x="4658932" y="427289"/>
                  </a:lnTo>
                  <a:lnTo>
                    <a:pt x="4659026" y="427289"/>
                  </a:lnTo>
                  <a:lnTo>
                    <a:pt x="4659121" y="427289"/>
                  </a:lnTo>
                  <a:lnTo>
                    <a:pt x="4659215" y="427289"/>
                  </a:lnTo>
                  <a:lnTo>
                    <a:pt x="4659309" y="427289"/>
                  </a:lnTo>
                  <a:lnTo>
                    <a:pt x="4659403" y="427289"/>
                  </a:lnTo>
                  <a:lnTo>
                    <a:pt x="4659497" y="427289"/>
                  </a:lnTo>
                  <a:lnTo>
                    <a:pt x="4659591" y="427289"/>
                  </a:lnTo>
                  <a:lnTo>
                    <a:pt x="4659685" y="427289"/>
                  </a:lnTo>
                  <a:lnTo>
                    <a:pt x="4659780" y="427289"/>
                  </a:lnTo>
                  <a:lnTo>
                    <a:pt x="4659874" y="427289"/>
                  </a:lnTo>
                  <a:lnTo>
                    <a:pt x="4659968" y="427289"/>
                  </a:lnTo>
                  <a:lnTo>
                    <a:pt x="4660062" y="427289"/>
                  </a:lnTo>
                  <a:lnTo>
                    <a:pt x="4660156" y="427289"/>
                  </a:lnTo>
                  <a:lnTo>
                    <a:pt x="4660250" y="427289"/>
                  </a:lnTo>
                  <a:lnTo>
                    <a:pt x="4660345" y="427289"/>
                  </a:lnTo>
                  <a:lnTo>
                    <a:pt x="4660439" y="427289"/>
                  </a:lnTo>
                  <a:lnTo>
                    <a:pt x="4660533" y="427289"/>
                  </a:lnTo>
                  <a:lnTo>
                    <a:pt x="4660627" y="427289"/>
                  </a:lnTo>
                  <a:lnTo>
                    <a:pt x="4660721" y="427289"/>
                  </a:lnTo>
                  <a:lnTo>
                    <a:pt x="4660815" y="427289"/>
                  </a:lnTo>
                  <a:lnTo>
                    <a:pt x="4660909" y="427289"/>
                  </a:lnTo>
                  <a:lnTo>
                    <a:pt x="4661004" y="427289"/>
                  </a:lnTo>
                  <a:lnTo>
                    <a:pt x="4661098" y="427289"/>
                  </a:lnTo>
                  <a:lnTo>
                    <a:pt x="4661192" y="427289"/>
                  </a:lnTo>
                  <a:lnTo>
                    <a:pt x="4661286" y="427289"/>
                  </a:lnTo>
                  <a:lnTo>
                    <a:pt x="4661380" y="427289"/>
                  </a:lnTo>
                  <a:lnTo>
                    <a:pt x="4661474" y="427289"/>
                  </a:lnTo>
                  <a:lnTo>
                    <a:pt x="4661569" y="427289"/>
                  </a:lnTo>
                  <a:lnTo>
                    <a:pt x="4661663" y="427289"/>
                  </a:lnTo>
                  <a:lnTo>
                    <a:pt x="4661757" y="427289"/>
                  </a:lnTo>
                  <a:lnTo>
                    <a:pt x="4661851" y="427289"/>
                  </a:lnTo>
                  <a:lnTo>
                    <a:pt x="4661945" y="427289"/>
                  </a:lnTo>
                  <a:lnTo>
                    <a:pt x="4662039" y="427289"/>
                  </a:lnTo>
                  <a:lnTo>
                    <a:pt x="4662133" y="427289"/>
                  </a:lnTo>
                  <a:lnTo>
                    <a:pt x="4662228" y="427289"/>
                  </a:lnTo>
                  <a:lnTo>
                    <a:pt x="4662322" y="427289"/>
                  </a:lnTo>
                  <a:lnTo>
                    <a:pt x="4662416" y="427289"/>
                  </a:lnTo>
                  <a:lnTo>
                    <a:pt x="4662510" y="427289"/>
                  </a:lnTo>
                  <a:lnTo>
                    <a:pt x="4662604" y="427289"/>
                  </a:lnTo>
                  <a:lnTo>
                    <a:pt x="4662698" y="427289"/>
                  </a:lnTo>
                  <a:lnTo>
                    <a:pt x="4662793" y="427289"/>
                  </a:lnTo>
                  <a:lnTo>
                    <a:pt x="4662887" y="427289"/>
                  </a:lnTo>
                  <a:lnTo>
                    <a:pt x="4662981" y="427289"/>
                  </a:lnTo>
                  <a:lnTo>
                    <a:pt x="4663075" y="427289"/>
                  </a:lnTo>
                  <a:lnTo>
                    <a:pt x="4663169" y="427289"/>
                  </a:lnTo>
                  <a:lnTo>
                    <a:pt x="4663263" y="427289"/>
                  </a:lnTo>
                  <a:lnTo>
                    <a:pt x="4663357" y="427289"/>
                  </a:lnTo>
                  <a:lnTo>
                    <a:pt x="4663452" y="427289"/>
                  </a:lnTo>
                  <a:lnTo>
                    <a:pt x="4663546" y="427289"/>
                  </a:lnTo>
                  <a:lnTo>
                    <a:pt x="4663640" y="427289"/>
                  </a:lnTo>
                  <a:lnTo>
                    <a:pt x="4663734" y="427289"/>
                  </a:lnTo>
                  <a:lnTo>
                    <a:pt x="4663828" y="427289"/>
                  </a:lnTo>
                  <a:lnTo>
                    <a:pt x="4663922" y="427289"/>
                  </a:lnTo>
                  <a:lnTo>
                    <a:pt x="4664016" y="427289"/>
                  </a:lnTo>
                  <a:lnTo>
                    <a:pt x="4664111" y="427289"/>
                  </a:lnTo>
                  <a:lnTo>
                    <a:pt x="4664205" y="427289"/>
                  </a:lnTo>
                  <a:lnTo>
                    <a:pt x="4664299" y="427289"/>
                  </a:lnTo>
                  <a:lnTo>
                    <a:pt x="4664393" y="427289"/>
                  </a:lnTo>
                  <a:lnTo>
                    <a:pt x="4664487" y="427289"/>
                  </a:lnTo>
                  <a:lnTo>
                    <a:pt x="4664581" y="427289"/>
                  </a:lnTo>
                  <a:lnTo>
                    <a:pt x="4664676" y="427289"/>
                  </a:lnTo>
                  <a:lnTo>
                    <a:pt x="4664770" y="427289"/>
                  </a:lnTo>
                  <a:lnTo>
                    <a:pt x="4664864" y="427289"/>
                  </a:lnTo>
                  <a:lnTo>
                    <a:pt x="4664958" y="427289"/>
                  </a:lnTo>
                  <a:lnTo>
                    <a:pt x="4665052" y="427289"/>
                  </a:lnTo>
                  <a:lnTo>
                    <a:pt x="4665146" y="427289"/>
                  </a:lnTo>
                  <a:lnTo>
                    <a:pt x="4665240" y="427289"/>
                  </a:lnTo>
                  <a:lnTo>
                    <a:pt x="4665335" y="427289"/>
                  </a:lnTo>
                  <a:lnTo>
                    <a:pt x="4665429" y="427289"/>
                  </a:lnTo>
                  <a:lnTo>
                    <a:pt x="4665523" y="427289"/>
                  </a:lnTo>
                  <a:lnTo>
                    <a:pt x="4665617" y="427289"/>
                  </a:lnTo>
                  <a:lnTo>
                    <a:pt x="4665711" y="427289"/>
                  </a:lnTo>
                  <a:lnTo>
                    <a:pt x="4665805" y="427289"/>
                  </a:lnTo>
                  <a:lnTo>
                    <a:pt x="4665900" y="427289"/>
                  </a:lnTo>
                  <a:lnTo>
                    <a:pt x="4665994" y="427289"/>
                  </a:lnTo>
                  <a:lnTo>
                    <a:pt x="4666088" y="427289"/>
                  </a:lnTo>
                  <a:lnTo>
                    <a:pt x="4666182" y="427289"/>
                  </a:lnTo>
                  <a:lnTo>
                    <a:pt x="4666276" y="427289"/>
                  </a:lnTo>
                  <a:lnTo>
                    <a:pt x="4666370" y="427289"/>
                  </a:lnTo>
                  <a:lnTo>
                    <a:pt x="4666464" y="427289"/>
                  </a:lnTo>
                  <a:lnTo>
                    <a:pt x="4666559" y="427289"/>
                  </a:lnTo>
                  <a:lnTo>
                    <a:pt x="4666653" y="427289"/>
                  </a:lnTo>
                  <a:lnTo>
                    <a:pt x="4666747" y="427289"/>
                  </a:lnTo>
                  <a:lnTo>
                    <a:pt x="4666841" y="427289"/>
                  </a:lnTo>
                  <a:lnTo>
                    <a:pt x="4666935" y="427289"/>
                  </a:lnTo>
                  <a:lnTo>
                    <a:pt x="4667029" y="427289"/>
                  </a:lnTo>
                  <a:lnTo>
                    <a:pt x="4667124" y="427289"/>
                  </a:lnTo>
                  <a:lnTo>
                    <a:pt x="4667218" y="427289"/>
                  </a:lnTo>
                  <a:lnTo>
                    <a:pt x="4667312" y="427289"/>
                  </a:lnTo>
                  <a:lnTo>
                    <a:pt x="4667406" y="427289"/>
                  </a:lnTo>
                  <a:lnTo>
                    <a:pt x="4667500" y="427289"/>
                  </a:lnTo>
                  <a:lnTo>
                    <a:pt x="4667594" y="427289"/>
                  </a:lnTo>
                  <a:lnTo>
                    <a:pt x="4667688" y="427289"/>
                  </a:lnTo>
                  <a:lnTo>
                    <a:pt x="4667783" y="427289"/>
                  </a:lnTo>
                  <a:lnTo>
                    <a:pt x="4667877" y="427289"/>
                  </a:lnTo>
                  <a:lnTo>
                    <a:pt x="4667971" y="427289"/>
                  </a:lnTo>
                  <a:lnTo>
                    <a:pt x="4668065" y="427289"/>
                  </a:lnTo>
                  <a:lnTo>
                    <a:pt x="4668159" y="427289"/>
                  </a:lnTo>
                  <a:lnTo>
                    <a:pt x="4668253" y="427289"/>
                  </a:lnTo>
                  <a:lnTo>
                    <a:pt x="4668347" y="427289"/>
                  </a:lnTo>
                  <a:lnTo>
                    <a:pt x="4668442" y="427289"/>
                  </a:lnTo>
                  <a:lnTo>
                    <a:pt x="4668536" y="427289"/>
                  </a:lnTo>
                  <a:lnTo>
                    <a:pt x="4668630" y="427289"/>
                  </a:lnTo>
                  <a:lnTo>
                    <a:pt x="4668724" y="427289"/>
                  </a:lnTo>
                  <a:lnTo>
                    <a:pt x="4668818" y="427289"/>
                  </a:lnTo>
                  <a:lnTo>
                    <a:pt x="4668912" y="427289"/>
                  </a:lnTo>
                  <a:lnTo>
                    <a:pt x="4669007" y="427289"/>
                  </a:lnTo>
                  <a:lnTo>
                    <a:pt x="4669101" y="427289"/>
                  </a:lnTo>
                  <a:lnTo>
                    <a:pt x="4669195" y="427289"/>
                  </a:lnTo>
                  <a:lnTo>
                    <a:pt x="4669289" y="427289"/>
                  </a:lnTo>
                  <a:lnTo>
                    <a:pt x="4669383" y="427289"/>
                  </a:lnTo>
                  <a:lnTo>
                    <a:pt x="4669477" y="427289"/>
                  </a:lnTo>
                  <a:lnTo>
                    <a:pt x="4669571" y="427289"/>
                  </a:lnTo>
                  <a:lnTo>
                    <a:pt x="4669666" y="427289"/>
                  </a:lnTo>
                  <a:lnTo>
                    <a:pt x="4669760" y="427289"/>
                  </a:lnTo>
                  <a:lnTo>
                    <a:pt x="4669854" y="427289"/>
                  </a:lnTo>
                  <a:lnTo>
                    <a:pt x="4669948" y="427289"/>
                  </a:lnTo>
                  <a:lnTo>
                    <a:pt x="4670042" y="427289"/>
                  </a:lnTo>
                  <a:lnTo>
                    <a:pt x="4670136" y="427289"/>
                  </a:lnTo>
                  <a:lnTo>
                    <a:pt x="4670231" y="427289"/>
                  </a:lnTo>
                  <a:lnTo>
                    <a:pt x="4670325" y="427289"/>
                  </a:lnTo>
                  <a:lnTo>
                    <a:pt x="4670419" y="427289"/>
                  </a:lnTo>
                  <a:lnTo>
                    <a:pt x="4670513" y="427289"/>
                  </a:lnTo>
                  <a:lnTo>
                    <a:pt x="4670607" y="427289"/>
                  </a:lnTo>
                  <a:lnTo>
                    <a:pt x="4670701" y="427289"/>
                  </a:lnTo>
                  <a:lnTo>
                    <a:pt x="4670795" y="427289"/>
                  </a:lnTo>
                  <a:lnTo>
                    <a:pt x="4670890" y="427289"/>
                  </a:lnTo>
                  <a:lnTo>
                    <a:pt x="4670984" y="427289"/>
                  </a:lnTo>
                  <a:lnTo>
                    <a:pt x="4671078" y="427289"/>
                  </a:lnTo>
                  <a:lnTo>
                    <a:pt x="4671172" y="427289"/>
                  </a:lnTo>
                  <a:lnTo>
                    <a:pt x="4671266" y="427289"/>
                  </a:lnTo>
                  <a:lnTo>
                    <a:pt x="4671360" y="427289"/>
                  </a:lnTo>
                  <a:lnTo>
                    <a:pt x="4671455" y="427289"/>
                  </a:lnTo>
                  <a:lnTo>
                    <a:pt x="4671549" y="427289"/>
                  </a:lnTo>
                  <a:lnTo>
                    <a:pt x="4671643" y="427289"/>
                  </a:lnTo>
                  <a:lnTo>
                    <a:pt x="4671737" y="427289"/>
                  </a:lnTo>
                  <a:lnTo>
                    <a:pt x="4671831" y="427289"/>
                  </a:lnTo>
                  <a:lnTo>
                    <a:pt x="4671925" y="427289"/>
                  </a:lnTo>
                  <a:lnTo>
                    <a:pt x="4672019" y="427289"/>
                  </a:lnTo>
                  <a:lnTo>
                    <a:pt x="4672114" y="427289"/>
                  </a:lnTo>
                  <a:lnTo>
                    <a:pt x="4672208" y="427289"/>
                  </a:lnTo>
                  <a:lnTo>
                    <a:pt x="4672302" y="427289"/>
                  </a:lnTo>
                  <a:lnTo>
                    <a:pt x="4672396" y="427289"/>
                  </a:lnTo>
                  <a:lnTo>
                    <a:pt x="4672490" y="427289"/>
                  </a:lnTo>
                  <a:lnTo>
                    <a:pt x="4672584" y="427289"/>
                  </a:lnTo>
                  <a:lnTo>
                    <a:pt x="4672678" y="427289"/>
                  </a:lnTo>
                  <a:lnTo>
                    <a:pt x="4672773" y="427289"/>
                  </a:lnTo>
                  <a:lnTo>
                    <a:pt x="4672867" y="427289"/>
                  </a:lnTo>
                  <a:lnTo>
                    <a:pt x="4672961" y="427289"/>
                  </a:lnTo>
                  <a:lnTo>
                    <a:pt x="4673055" y="427289"/>
                  </a:lnTo>
                  <a:lnTo>
                    <a:pt x="4673149" y="427289"/>
                  </a:lnTo>
                  <a:lnTo>
                    <a:pt x="4673243" y="427289"/>
                  </a:lnTo>
                  <a:lnTo>
                    <a:pt x="4673338" y="427289"/>
                  </a:lnTo>
                  <a:lnTo>
                    <a:pt x="4673432" y="427289"/>
                  </a:lnTo>
                  <a:lnTo>
                    <a:pt x="4673526" y="427289"/>
                  </a:lnTo>
                  <a:lnTo>
                    <a:pt x="4673620" y="427289"/>
                  </a:lnTo>
                  <a:lnTo>
                    <a:pt x="4673714" y="427289"/>
                  </a:lnTo>
                  <a:lnTo>
                    <a:pt x="4673808" y="427289"/>
                  </a:lnTo>
                  <a:lnTo>
                    <a:pt x="4673902" y="427289"/>
                  </a:lnTo>
                  <a:lnTo>
                    <a:pt x="4673997" y="427289"/>
                  </a:lnTo>
                  <a:lnTo>
                    <a:pt x="4674091" y="427289"/>
                  </a:lnTo>
                  <a:lnTo>
                    <a:pt x="4674185" y="427289"/>
                  </a:lnTo>
                  <a:lnTo>
                    <a:pt x="4674279" y="427289"/>
                  </a:lnTo>
                  <a:lnTo>
                    <a:pt x="4674373" y="427289"/>
                  </a:lnTo>
                  <a:lnTo>
                    <a:pt x="4674467" y="427289"/>
                  </a:lnTo>
                  <a:lnTo>
                    <a:pt x="4674562" y="427289"/>
                  </a:lnTo>
                  <a:lnTo>
                    <a:pt x="4674656" y="427289"/>
                  </a:lnTo>
                  <a:lnTo>
                    <a:pt x="4674750" y="427289"/>
                  </a:lnTo>
                  <a:lnTo>
                    <a:pt x="4674750" y="422378"/>
                  </a:lnTo>
                  <a:lnTo>
                    <a:pt x="4674844" y="422378"/>
                  </a:lnTo>
                  <a:lnTo>
                    <a:pt x="4674938" y="422378"/>
                  </a:lnTo>
                  <a:lnTo>
                    <a:pt x="4675032" y="422378"/>
                  </a:lnTo>
                  <a:lnTo>
                    <a:pt x="4675126" y="422378"/>
                  </a:lnTo>
                  <a:lnTo>
                    <a:pt x="4675221" y="422378"/>
                  </a:lnTo>
                  <a:lnTo>
                    <a:pt x="4675315" y="422378"/>
                  </a:lnTo>
                  <a:lnTo>
                    <a:pt x="4675409" y="422378"/>
                  </a:lnTo>
                  <a:lnTo>
                    <a:pt x="4675503" y="422378"/>
                  </a:lnTo>
                  <a:lnTo>
                    <a:pt x="4675597" y="422378"/>
                  </a:lnTo>
                  <a:lnTo>
                    <a:pt x="4675691" y="422378"/>
                  </a:lnTo>
                  <a:lnTo>
                    <a:pt x="4675786" y="422378"/>
                  </a:lnTo>
                  <a:lnTo>
                    <a:pt x="4675880" y="422378"/>
                  </a:lnTo>
                  <a:lnTo>
                    <a:pt x="4675974" y="422378"/>
                  </a:lnTo>
                  <a:lnTo>
                    <a:pt x="4676068" y="422378"/>
                  </a:lnTo>
                  <a:lnTo>
                    <a:pt x="4676162" y="422378"/>
                  </a:lnTo>
                  <a:lnTo>
                    <a:pt x="4676256" y="422378"/>
                  </a:lnTo>
                  <a:lnTo>
                    <a:pt x="4676350" y="422378"/>
                  </a:lnTo>
                  <a:lnTo>
                    <a:pt x="4676445" y="422378"/>
                  </a:lnTo>
                  <a:lnTo>
                    <a:pt x="4676539" y="422378"/>
                  </a:lnTo>
                  <a:lnTo>
                    <a:pt x="4676633" y="422378"/>
                  </a:lnTo>
                  <a:lnTo>
                    <a:pt x="4676727" y="422378"/>
                  </a:lnTo>
                  <a:lnTo>
                    <a:pt x="4676821" y="422378"/>
                  </a:lnTo>
                  <a:lnTo>
                    <a:pt x="4676915" y="422378"/>
                  </a:lnTo>
                  <a:lnTo>
                    <a:pt x="4677009" y="422378"/>
                  </a:lnTo>
                  <a:lnTo>
                    <a:pt x="4677104" y="422378"/>
                  </a:lnTo>
                  <a:lnTo>
                    <a:pt x="4677198" y="422378"/>
                  </a:lnTo>
                  <a:lnTo>
                    <a:pt x="4677292" y="422378"/>
                  </a:lnTo>
                  <a:lnTo>
                    <a:pt x="4677386" y="422378"/>
                  </a:lnTo>
                  <a:lnTo>
                    <a:pt x="4677480" y="422378"/>
                  </a:lnTo>
                  <a:lnTo>
                    <a:pt x="4677574" y="422378"/>
                  </a:lnTo>
                  <a:lnTo>
                    <a:pt x="4677669" y="422378"/>
                  </a:lnTo>
                  <a:lnTo>
                    <a:pt x="4677763" y="422378"/>
                  </a:lnTo>
                  <a:lnTo>
                    <a:pt x="4677857" y="422378"/>
                  </a:lnTo>
                  <a:lnTo>
                    <a:pt x="4677951" y="422378"/>
                  </a:lnTo>
                  <a:lnTo>
                    <a:pt x="4678045" y="422378"/>
                  </a:lnTo>
                  <a:lnTo>
                    <a:pt x="4678139" y="422378"/>
                  </a:lnTo>
                  <a:lnTo>
                    <a:pt x="4678233" y="422378"/>
                  </a:lnTo>
                  <a:lnTo>
                    <a:pt x="4678328" y="422378"/>
                  </a:lnTo>
                  <a:lnTo>
                    <a:pt x="4678422" y="422378"/>
                  </a:lnTo>
                  <a:lnTo>
                    <a:pt x="4678516" y="422378"/>
                  </a:lnTo>
                  <a:lnTo>
                    <a:pt x="4678610" y="422378"/>
                  </a:lnTo>
                  <a:lnTo>
                    <a:pt x="4678704" y="422378"/>
                  </a:lnTo>
                  <a:lnTo>
                    <a:pt x="4678798" y="422378"/>
                  </a:lnTo>
                  <a:lnTo>
                    <a:pt x="4678893" y="422378"/>
                  </a:lnTo>
                  <a:lnTo>
                    <a:pt x="4678987" y="422378"/>
                  </a:lnTo>
                  <a:lnTo>
                    <a:pt x="4679081" y="422378"/>
                  </a:lnTo>
                  <a:lnTo>
                    <a:pt x="4679175" y="422378"/>
                  </a:lnTo>
                  <a:lnTo>
                    <a:pt x="4679269" y="422378"/>
                  </a:lnTo>
                  <a:lnTo>
                    <a:pt x="4679363" y="422378"/>
                  </a:lnTo>
                  <a:lnTo>
                    <a:pt x="4679457" y="422378"/>
                  </a:lnTo>
                  <a:lnTo>
                    <a:pt x="4679552" y="422378"/>
                  </a:lnTo>
                  <a:lnTo>
                    <a:pt x="4679646" y="422378"/>
                  </a:lnTo>
                  <a:lnTo>
                    <a:pt x="4679740" y="422378"/>
                  </a:lnTo>
                  <a:lnTo>
                    <a:pt x="4679834" y="422378"/>
                  </a:lnTo>
                  <a:lnTo>
                    <a:pt x="4679928" y="422378"/>
                  </a:lnTo>
                  <a:lnTo>
                    <a:pt x="4680022" y="422378"/>
                  </a:lnTo>
                  <a:lnTo>
                    <a:pt x="4680117" y="422378"/>
                  </a:lnTo>
                  <a:lnTo>
                    <a:pt x="4680211" y="422378"/>
                  </a:lnTo>
                  <a:lnTo>
                    <a:pt x="4680305" y="422378"/>
                  </a:lnTo>
                  <a:lnTo>
                    <a:pt x="4680399" y="422378"/>
                  </a:lnTo>
                  <a:lnTo>
                    <a:pt x="4680493" y="422378"/>
                  </a:lnTo>
                  <a:lnTo>
                    <a:pt x="4680587" y="422378"/>
                  </a:lnTo>
                  <a:lnTo>
                    <a:pt x="4680681" y="422378"/>
                  </a:lnTo>
                  <a:lnTo>
                    <a:pt x="4680776" y="422378"/>
                  </a:lnTo>
                  <a:lnTo>
                    <a:pt x="4680870" y="422378"/>
                  </a:lnTo>
                  <a:lnTo>
                    <a:pt x="4680964" y="422378"/>
                  </a:lnTo>
                  <a:lnTo>
                    <a:pt x="4681058" y="422378"/>
                  </a:lnTo>
                  <a:lnTo>
                    <a:pt x="4681152" y="422378"/>
                  </a:lnTo>
                  <a:lnTo>
                    <a:pt x="4681246" y="422378"/>
                  </a:lnTo>
                  <a:lnTo>
                    <a:pt x="4681340" y="422378"/>
                  </a:lnTo>
                  <a:lnTo>
                    <a:pt x="4681435" y="422378"/>
                  </a:lnTo>
                  <a:lnTo>
                    <a:pt x="4681529" y="422378"/>
                  </a:lnTo>
                  <a:lnTo>
                    <a:pt x="4681623" y="422378"/>
                  </a:lnTo>
                  <a:lnTo>
                    <a:pt x="4681717" y="422378"/>
                  </a:lnTo>
                  <a:lnTo>
                    <a:pt x="4681811" y="422378"/>
                  </a:lnTo>
                  <a:lnTo>
                    <a:pt x="4681905" y="422378"/>
                  </a:lnTo>
                  <a:lnTo>
                    <a:pt x="4682000" y="422378"/>
                  </a:lnTo>
                  <a:lnTo>
                    <a:pt x="4682094" y="422378"/>
                  </a:lnTo>
                  <a:lnTo>
                    <a:pt x="4682188" y="422378"/>
                  </a:lnTo>
                  <a:lnTo>
                    <a:pt x="4682282" y="422378"/>
                  </a:lnTo>
                  <a:lnTo>
                    <a:pt x="4682376" y="422378"/>
                  </a:lnTo>
                  <a:lnTo>
                    <a:pt x="4682470" y="422378"/>
                  </a:lnTo>
                  <a:lnTo>
                    <a:pt x="4682564" y="422378"/>
                  </a:lnTo>
                  <a:lnTo>
                    <a:pt x="4682659" y="422378"/>
                  </a:lnTo>
                  <a:lnTo>
                    <a:pt x="4682753" y="422378"/>
                  </a:lnTo>
                  <a:lnTo>
                    <a:pt x="4682847" y="422378"/>
                  </a:lnTo>
                  <a:lnTo>
                    <a:pt x="4682941" y="422378"/>
                  </a:lnTo>
                  <a:lnTo>
                    <a:pt x="4683035" y="422378"/>
                  </a:lnTo>
                  <a:lnTo>
                    <a:pt x="4683129" y="422378"/>
                  </a:lnTo>
                  <a:lnTo>
                    <a:pt x="4683224" y="422378"/>
                  </a:lnTo>
                  <a:lnTo>
                    <a:pt x="4683318" y="422378"/>
                  </a:lnTo>
                  <a:lnTo>
                    <a:pt x="4683412" y="422378"/>
                  </a:lnTo>
                  <a:lnTo>
                    <a:pt x="4683506" y="422378"/>
                  </a:lnTo>
                  <a:lnTo>
                    <a:pt x="4683600" y="422378"/>
                  </a:lnTo>
                  <a:lnTo>
                    <a:pt x="4683694" y="422378"/>
                  </a:lnTo>
                  <a:lnTo>
                    <a:pt x="4683788" y="422378"/>
                  </a:lnTo>
                  <a:lnTo>
                    <a:pt x="4683883" y="422378"/>
                  </a:lnTo>
                  <a:lnTo>
                    <a:pt x="4683977" y="422378"/>
                  </a:lnTo>
                  <a:lnTo>
                    <a:pt x="4684071" y="422378"/>
                  </a:lnTo>
                  <a:lnTo>
                    <a:pt x="4684165" y="422378"/>
                  </a:lnTo>
                  <a:lnTo>
                    <a:pt x="4684259" y="422378"/>
                  </a:lnTo>
                  <a:lnTo>
                    <a:pt x="4684353" y="422378"/>
                  </a:lnTo>
                  <a:lnTo>
                    <a:pt x="4684448" y="422378"/>
                  </a:lnTo>
                  <a:lnTo>
                    <a:pt x="4684542" y="422378"/>
                  </a:lnTo>
                  <a:lnTo>
                    <a:pt x="4684636" y="422378"/>
                  </a:lnTo>
                  <a:lnTo>
                    <a:pt x="4684730" y="422378"/>
                  </a:lnTo>
                  <a:lnTo>
                    <a:pt x="4684824" y="422378"/>
                  </a:lnTo>
                  <a:lnTo>
                    <a:pt x="4684918" y="422378"/>
                  </a:lnTo>
                  <a:lnTo>
                    <a:pt x="4685012" y="422378"/>
                  </a:lnTo>
                  <a:lnTo>
                    <a:pt x="4685107" y="422378"/>
                  </a:lnTo>
                  <a:lnTo>
                    <a:pt x="4685201" y="422378"/>
                  </a:lnTo>
                  <a:lnTo>
                    <a:pt x="4685295" y="422378"/>
                  </a:lnTo>
                  <a:lnTo>
                    <a:pt x="4685389" y="422378"/>
                  </a:lnTo>
                  <a:lnTo>
                    <a:pt x="4685483" y="422378"/>
                  </a:lnTo>
                  <a:lnTo>
                    <a:pt x="4685577" y="422378"/>
                  </a:lnTo>
                  <a:lnTo>
                    <a:pt x="4685671" y="422378"/>
                  </a:lnTo>
                  <a:lnTo>
                    <a:pt x="4685766" y="422378"/>
                  </a:lnTo>
                  <a:lnTo>
                    <a:pt x="4685860" y="422378"/>
                  </a:lnTo>
                  <a:lnTo>
                    <a:pt x="4685954" y="422378"/>
                  </a:lnTo>
                  <a:lnTo>
                    <a:pt x="4686048" y="422378"/>
                  </a:lnTo>
                  <a:lnTo>
                    <a:pt x="4686142" y="422378"/>
                  </a:lnTo>
                  <a:lnTo>
                    <a:pt x="4686236" y="422378"/>
                  </a:lnTo>
                  <a:lnTo>
                    <a:pt x="4686331" y="422378"/>
                  </a:lnTo>
                  <a:lnTo>
                    <a:pt x="4686425" y="422378"/>
                  </a:lnTo>
                  <a:lnTo>
                    <a:pt x="4686519" y="422378"/>
                  </a:lnTo>
                  <a:lnTo>
                    <a:pt x="4686519" y="417466"/>
                  </a:lnTo>
                  <a:lnTo>
                    <a:pt x="4686613" y="417466"/>
                  </a:lnTo>
                  <a:lnTo>
                    <a:pt x="4686707" y="417466"/>
                  </a:lnTo>
                  <a:lnTo>
                    <a:pt x="4686707" y="412555"/>
                  </a:lnTo>
                  <a:lnTo>
                    <a:pt x="4686801" y="412555"/>
                  </a:lnTo>
                  <a:lnTo>
                    <a:pt x="4686895" y="412555"/>
                  </a:lnTo>
                  <a:lnTo>
                    <a:pt x="4686990" y="412555"/>
                  </a:lnTo>
                  <a:lnTo>
                    <a:pt x="4687084" y="412555"/>
                  </a:lnTo>
                  <a:lnTo>
                    <a:pt x="4687178" y="412555"/>
                  </a:lnTo>
                  <a:lnTo>
                    <a:pt x="4687272" y="412555"/>
                  </a:lnTo>
                  <a:lnTo>
                    <a:pt x="4687366" y="412555"/>
                  </a:lnTo>
                  <a:lnTo>
                    <a:pt x="4687460" y="412555"/>
                  </a:lnTo>
                  <a:lnTo>
                    <a:pt x="4687555" y="412555"/>
                  </a:lnTo>
                  <a:lnTo>
                    <a:pt x="4687649" y="412555"/>
                  </a:lnTo>
                  <a:lnTo>
                    <a:pt x="4687743" y="412555"/>
                  </a:lnTo>
                  <a:lnTo>
                    <a:pt x="4687837" y="412555"/>
                  </a:lnTo>
                  <a:lnTo>
                    <a:pt x="4687931" y="412555"/>
                  </a:lnTo>
                  <a:lnTo>
                    <a:pt x="4688025" y="412555"/>
                  </a:lnTo>
                  <a:lnTo>
                    <a:pt x="4688119" y="412555"/>
                  </a:lnTo>
                  <a:lnTo>
                    <a:pt x="4688214" y="412555"/>
                  </a:lnTo>
                  <a:lnTo>
                    <a:pt x="4688308" y="412555"/>
                  </a:lnTo>
                  <a:lnTo>
                    <a:pt x="4688402" y="412555"/>
                  </a:lnTo>
                  <a:lnTo>
                    <a:pt x="4688496" y="412555"/>
                  </a:lnTo>
                  <a:lnTo>
                    <a:pt x="4688590" y="412555"/>
                  </a:lnTo>
                  <a:lnTo>
                    <a:pt x="4688684" y="412555"/>
                  </a:lnTo>
                  <a:lnTo>
                    <a:pt x="4688779" y="412555"/>
                  </a:lnTo>
                  <a:lnTo>
                    <a:pt x="4688873" y="412555"/>
                  </a:lnTo>
                  <a:lnTo>
                    <a:pt x="4688967" y="412555"/>
                  </a:lnTo>
                  <a:lnTo>
                    <a:pt x="4689061" y="412555"/>
                  </a:lnTo>
                  <a:lnTo>
                    <a:pt x="4689155" y="412555"/>
                  </a:lnTo>
                  <a:lnTo>
                    <a:pt x="4689249" y="412555"/>
                  </a:lnTo>
                  <a:lnTo>
                    <a:pt x="4689343" y="412555"/>
                  </a:lnTo>
                  <a:lnTo>
                    <a:pt x="4689438" y="412555"/>
                  </a:lnTo>
                  <a:lnTo>
                    <a:pt x="4689532" y="412555"/>
                  </a:lnTo>
                  <a:lnTo>
                    <a:pt x="4689626" y="412555"/>
                  </a:lnTo>
                  <a:lnTo>
                    <a:pt x="4689720" y="412555"/>
                  </a:lnTo>
                  <a:lnTo>
                    <a:pt x="4689814" y="412555"/>
                  </a:lnTo>
                  <a:lnTo>
                    <a:pt x="4689908" y="412555"/>
                  </a:lnTo>
                  <a:lnTo>
                    <a:pt x="4690002" y="412555"/>
                  </a:lnTo>
                  <a:lnTo>
                    <a:pt x="4690097" y="412555"/>
                  </a:lnTo>
                  <a:lnTo>
                    <a:pt x="4690191" y="412555"/>
                  </a:lnTo>
                  <a:lnTo>
                    <a:pt x="4690285" y="412555"/>
                  </a:lnTo>
                  <a:lnTo>
                    <a:pt x="4690379" y="412555"/>
                  </a:lnTo>
                  <a:lnTo>
                    <a:pt x="4690473" y="412555"/>
                  </a:lnTo>
                  <a:lnTo>
                    <a:pt x="4690567" y="412555"/>
                  </a:lnTo>
                  <a:lnTo>
                    <a:pt x="4690662" y="412555"/>
                  </a:lnTo>
                  <a:lnTo>
                    <a:pt x="4690756" y="412555"/>
                  </a:lnTo>
                  <a:lnTo>
                    <a:pt x="4690850" y="412555"/>
                  </a:lnTo>
                  <a:lnTo>
                    <a:pt x="4690944" y="412555"/>
                  </a:lnTo>
                  <a:lnTo>
                    <a:pt x="4691038" y="412555"/>
                  </a:lnTo>
                  <a:lnTo>
                    <a:pt x="4691132" y="412555"/>
                  </a:lnTo>
                  <a:lnTo>
                    <a:pt x="4691226" y="412555"/>
                  </a:lnTo>
                  <a:lnTo>
                    <a:pt x="4691321" y="412555"/>
                  </a:lnTo>
                  <a:lnTo>
                    <a:pt x="4691415" y="412555"/>
                  </a:lnTo>
                  <a:lnTo>
                    <a:pt x="4691509" y="412555"/>
                  </a:lnTo>
                  <a:lnTo>
                    <a:pt x="4691603" y="412555"/>
                  </a:lnTo>
                  <a:lnTo>
                    <a:pt x="4691697" y="412555"/>
                  </a:lnTo>
                  <a:lnTo>
                    <a:pt x="4691791" y="412555"/>
                  </a:lnTo>
                  <a:lnTo>
                    <a:pt x="4691886" y="412555"/>
                  </a:lnTo>
                  <a:lnTo>
                    <a:pt x="4691980" y="412555"/>
                  </a:lnTo>
                  <a:lnTo>
                    <a:pt x="4692074" y="412555"/>
                  </a:lnTo>
                  <a:lnTo>
                    <a:pt x="4692168" y="412555"/>
                  </a:lnTo>
                  <a:lnTo>
                    <a:pt x="4692262" y="412555"/>
                  </a:lnTo>
                  <a:lnTo>
                    <a:pt x="4692356" y="412555"/>
                  </a:lnTo>
                  <a:lnTo>
                    <a:pt x="4692450" y="412555"/>
                  </a:lnTo>
                  <a:lnTo>
                    <a:pt x="4692545" y="412555"/>
                  </a:lnTo>
                  <a:lnTo>
                    <a:pt x="4692639" y="412555"/>
                  </a:lnTo>
                  <a:lnTo>
                    <a:pt x="4692733" y="412555"/>
                  </a:lnTo>
                  <a:lnTo>
                    <a:pt x="4692827" y="412555"/>
                  </a:lnTo>
                  <a:lnTo>
                    <a:pt x="4692921" y="412555"/>
                  </a:lnTo>
                  <a:lnTo>
                    <a:pt x="4693015" y="412555"/>
                  </a:lnTo>
                  <a:lnTo>
                    <a:pt x="4693110" y="412555"/>
                  </a:lnTo>
                  <a:lnTo>
                    <a:pt x="4693204" y="412555"/>
                  </a:lnTo>
                  <a:lnTo>
                    <a:pt x="4693298" y="412555"/>
                  </a:lnTo>
                  <a:lnTo>
                    <a:pt x="4693392" y="412555"/>
                  </a:lnTo>
                  <a:lnTo>
                    <a:pt x="4693486" y="412555"/>
                  </a:lnTo>
                  <a:lnTo>
                    <a:pt x="4693580" y="412555"/>
                  </a:lnTo>
                  <a:lnTo>
                    <a:pt x="4693674" y="412555"/>
                  </a:lnTo>
                  <a:lnTo>
                    <a:pt x="4693769" y="412555"/>
                  </a:lnTo>
                  <a:lnTo>
                    <a:pt x="4693863" y="412555"/>
                  </a:lnTo>
                  <a:lnTo>
                    <a:pt x="4693957" y="412555"/>
                  </a:lnTo>
                  <a:lnTo>
                    <a:pt x="4694051" y="412555"/>
                  </a:lnTo>
                  <a:lnTo>
                    <a:pt x="4694145" y="412555"/>
                  </a:lnTo>
                  <a:lnTo>
                    <a:pt x="4694239" y="412555"/>
                  </a:lnTo>
                  <a:lnTo>
                    <a:pt x="4694333" y="412555"/>
                  </a:lnTo>
                  <a:lnTo>
                    <a:pt x="4694428" y="412555"/>
                  </a:lnTo>
                  <a:lnTo>
                    <a:pt x="4694522" y="412555"/>
                  </a:lnTo>
                  <a:lnTo>
                    <a:pt x="4694616" y="412555"/>
                  </a:lnTo>
                  <a:lnTo>
                    <a:pt x="4694710" y="412555"/>
                  </a:lnTo>
                  <a:lnTo>
                    <a:pt x="4694804" y="412555"/>
                  </a:lnTo>
                  <a:lnTo>
                    <a:pt x="4694898" y="412555"/>
                  </a:lnTo>
                  <a:lnTo>
                    <a:pt x="4694993" y="412555"/>
                  </a:lnTo>
                  <a:lnTo>
                    <a:pt x="4695087" y="412555"/>
                  </a:lnTo>
                  <a:lnTo>
                    <a:pt x="4695181" y="412555"/>
                  </a:lnTo>
                  <a:lnTo>
                    <a:pt x="4695275" y="412555"/>
                  </a:lnTo>
                  <a:lnTo>
                    <a:pt x="4695369" y="412555"/>
                  </a:lnTo>
                  <a:lnTo>
                    <a:pt x="4695463" y="412555"/>
                  </a:lnTo>
                  <a:lnTo>
                    <a:pt x="4695557" y="412555"/>
                  </a:lnTo>
                  <a:lnTo>
                    <a:pt x="4695652" y="412555"/>
                  </a:lnTo>
                  <a:lnTo>
                    <a:pt x="4695746" y="412555"/>
                  </a:lnTo>
                  <a:lnTo>
                    <a:pt x="4695840" y="412555"/>
                  </a:lnTo>
                  <a:lnTo>
                    <a:pt x="4695934" y="412555"/>
                  </a:lnTo>
                  <a:lnTo>
                    <a:pt x="4696028" y="412555"/>
                  </a:lnTo>
                  <a:lnTo>
                    <a:pt x="4696122" y="412555"/>
                  </a:lnTo>
                  <a:lnTo>
                    <a:pt x="4696217" y="412555"/>
                  </a:lnTo>
                  <a:lnTo>
                    <a:pt x="4696311" y="412555"/>
                  </a:lnTo>
                  <a:lnTo>
                    <a:pt x="4696405" y="412555"/>
                  </a:lnTo>
                  <a:lnTo>
                    <a:pt x="4696499" y="412555"/>
                  </a:lnTo>
                  <a:lnTo>
                    <a:pt x="4696593" y="412555"/>
                  </a:lnTo>
                  <a:lnTo>
                    <a:pt x="4696687" y="412555"/>
                  </a:lnTo>
                  <a:lnTo>
                    <a:pt x="4696781" y="412555"/>
                  </a:lnTo>
                  <a:lnTo>
                    <a:pt x="4696876" y="412555"/>
                  </a:lnTo>
                  <a:lnTo>
                    <a:pt x="4696970" y="412555"/>
                  </a:lnTo>
                  <a:lnTo>
                    <a:pt x="4696970" y="407644"/>
                  </a:lnTo>
                  <a:lnTo>
                    <a:pt x="4697064" y="407644"/>
                  </a:lnTo>
                  <a:lnTo>
                    <a:pt x="4697158" y="407644"/>
                  </a:lnTo>
                  <a:lnTo>
                    <a:pt x="4697252" y="407644"/>
                  </a:lnTo>
                  <a:lnTo>
                    <a:pt x="4697346" y="407644"/>
                  </a:lnTo>
                  <a:lnTo>
                    <a:pt x="4697441" y="407644"/>
                  </a:lnTo>
                  <a:lnTo>
                    <a:pt x="4697535" y="407644"/>
                  </a:lnTo>
                  <a:lnTo>
                    <a:pt x="4697629" y="407644"/>
                  </a:lnTo>
                  <a:lnTo>
                    <a:pt x="4697723" y="407644"/>
                  </a:lnTo>
                  <a:lnTo>
                    <a:pt x="4697817" y="407644"/>
                  </a:lnTo>
                  <a:lnTo>
                    <a:pt x="4697911" y="407644"/>
                  </a:lnTo>
                  <a:lnTo>
                    <a:pt x="4698005" y="407644"/>
                  </a:lnTo>
                  <a:lnTo>
                    <a:pt x="4698100" y="407644"/>
                  </a:lnTo>
                  <a:lnTo>
                    <a:pt x="4698194" y="407644"/>
                  </a:lnTo>
                  <a:lnTo>
                    <a:pt x="4698288" y="407644"/>
                  </a:lnTo>
                  <a:lnTo>
                    <a:pt x="4698382" y="407644"/>
                  </a:lnTo>
                  <a:lnTo>
                    <a:pt x="4698476" y="407644"/>
                  </a:lnTo>
                  <a:lnTo>
                    <a:pt x="4698570" y="407644"/>
                  </a:lnTo>
                  <a:lnTo>
                    <a:pt x="4698664" y="407644"/>
                  </a:lnTo>
                  <a:lnTo>
                    <a:pt x="4698759" y="407644"/>
                  </a:lnTo>
                  <a:lnTo>
                    <a:pt x="4698853" y="407644"/>
                  </a:lnTo>
                  <a:lnTo>
                    <a:pt x="4698947" y="407644"/>
                  </a:lnTo>
                  <a:lnTo>
                    <a:pt x="4699041" y="407644"/>
                  </a:lnTo>
                  <a:lnTo>
                    <a:pt x="4699135" y="407644"/>
                  </a:lnTo>
                  <a:lnTo>
                    <a:pt x="4699229" y="407644"/>
                  </a:lnTo>
                  <a:lnTo>
                    <a:pt x="4699324" y="407644"/>
                  </a:lnTo>
                  <a:lnTo>
                    <a:pt x="4699418" y="407644"/>
                  </a:lnTo>
                  <a:lnTo>
                    <a:pt x="4699512" y="407644"/>
                  </a:lnTo>
                  <a:lnTo>
                    <a:pt x="4699606" y="407644"/>
                  </a:lnTo>
                  <a:lnTo>
                    <a:pt x="4699700" y="407644"/>
                  </a:lnTo>
                  <a:lnTo>
                    <a:pt x="4699794" y="407644"/>
                  </a:lnTo>
                  <a:lnTo>
                    <a:pt x="4699888" y="407644"/>
                  </a:lnTo>
                  <a:lnTo>
                    <a:pt x="4699983" y="407644"/>
                  </a:lnTo>
                  <a:lnTo>
                    <a:pt x="4700077" y="407644"/>
                  </a:lnTo>
                  <a:lnTo>
                    <a:pt x="4700171" y="407644"/>
                  </a:lnTo>
                  <a:lnTo>
                    <a:pt x="4700265" y="407644"/>
                  </a:lnTo>
                  <a:lnTo>
                    <a:pt x="4700359" y="407644"/>
                  </a:lnTo>
                  <a:lnTo>
                    <a:pt x="4700453" y="407644"/>
                  </a:lnTo>
                  <a:lnTo>
                    <a:pt x="4700548" y="407644"/>
                  </a:lnTo>
                  <a:lnTo>
                    <a:pt x="4700642" y="407644"/>
                  </a:lnTo>
                  <a:lnTo>
                    <a:pt x="4700736" y="407644"/>
                  </a:lnTo>
                  <a:lnTo>
                    <a:pt x="4700830" y="407644"/>
                  </a:lnTo>
                  <a:lnTo>
                    <a:pt x="4700924" y="407644"/>
                  </a:lnTo>
                  <a:lnTo>
                    <a:pt x="4701018" y="407644"/>
                  </a:lnTo>
                  <a:lnTo>
                    <a:pt x="4701112" y="407644"/>
                  </a:lnTo>
                  <a:lnTo>
                    <a:pt x="4701207" y="407644"/>
                  </a:lnTo>
                  <a:lnTo>
                    <a:pt x="4701301" y="407644"/>
                  </a:lnTo>
                  <a:lnTo>
                    <a:pt x="4701395" y="407644"/>
                  </a:lnTo>
                  <a:lnTo>
                    <a:pt x="4701489" y="407644"/>
                  </a:lnTo>
                  <a:lnTo>
                    <a:pt x="4701583" y="407644"/>
                  </a:lnTo>
                  <a:lnTo>
                    <a:pt x="4701677" y="407644"/>
                  </a:lnTo>
                  <a:lnTo>
                    <a:pt x="4701772" y="407644"/>
                  </a:lnTo>
                  <a:lnTo>
                    <a:pt x="4701866" y="407644"/>
                  </a:lnTo>
                  <a:lnTo>
                    <a:pt x="4701960" y="407644"/>
                  </a:lnTo>
                  <a:lnTo>
                    <a:pt x="4702054" y="407644"/>
                  </a:lnTo>
                  <a:lnTo>
                    <a:pt x="4702148" y="407644"/>
                  </a:lnTo>
                  <a:lnTo>
                    <a:pt x="4702148" y="402732"/>
                  </a:lnTo>
                  <a:lnTo>
                    <a:pt x="4702242" y="402732"/>
                  </a:lnTo>
                  <a:lnTo>
                    <a:pt x="4702336" y="402732"/>
                  </a:lnTo>
                  <a:lnTo>
                    <a:pt x="4702431" y="402732"/>
                  </a:lnTo>
                  <a:lnTo>
                    <a:pt x="4702525" y="402732"/>
                  </a:lnTo>
                  <a:lnTo>
                    <a:pt x="4702619" y="402732"/>
                  </a:lnTo>
                  <a:lnTo>
                    <a:pt x="4702713" y="402732"/>
                  </a:lnTo>
                  <a:lnTo>
                    <a:pt x="4702807" y="402732"/>
                  </a:lnTo>
                  <a:lnTo>
                    <a:pt x="4702901" y="402732"/>
                  </a:lnTo>
                  <a:lnTo>
                    <a:pt x="4702995" y="402732"/>
                  </a:lnTo>
                  <a:lnTo>
                    <a:pt x="4703090" y="402732"/>
                  </a:lnTo>
                  <a:lnTo>
                    <a:pt x="4703184" y="402732"/>
                  </a:lnTo>
                  <a:lnTo>
                    <a:pt x="4703278" y="402732"/>
                  </a:lnTo>
                  <a:lnTo>
                    <a:pt x="4703372" y="402732"/>
                  </a:lnTo>
                  <a:lnTo>
                    <a:pt x="4703466" y="402732"/>
                  </a:lnTo>
                  <a:lnTo>
                    <a:pt x="4703560" y="402732"/>
                  </a:lnTo>
                  <a:lnTo>
                    <a:pt x="4703655" y="402732"/>
                  </a:lnTo>
                  <a:lnTo>
                    <a:pt x="4703749" y="402732"/>
                  </a:lnTo>
                  <a:lnTo>
                    <a:pt x="4703843" y="402732"/>
                  </a:lnTo>
                  <a:lnTo>
                    <a:pt x="4703937" y="402732"/>
                  </a:lnTo>
                  <a:lnTo>
                    <a:pt x="4704031" y="402732"/>
                  </a:lnTo>
                  <a:lnTo>
                    <a:pt x="4704125" y="402732"/>
                  </a:lnTo>
                  <a:lnTo>
                    <a:pt x="4704219" y="402732"/>
                  </a:lnTo>
                  <a:lnTo>
                    <a:pt x="4704314" y="402732"/>
                  </a:lnTo>
                  <a:lnTo>
                    <a:pt x="4704408" y="402732"/>
                  </a:lnTo>
                  <a:lnTo>
                    <a:pt x="4704502" y="402732"/>
                  </a:lnTo>
                  <a:lnTo>
                    <a:pt x="4704596" y="402732"/>
                  </a:lnTo>
                  <a:lnTo>
                    <a:pt x="4704690" y="402732"/>
                  </a:lnTo>
                  <a:lnTo>
                    <a:pt x="4704784" y="402732"/>
                  </a:lnTo>
                  <a:lnTo>
                    <a:pt x="4704879" y="402732"/>
                  </a:lnTo>
                  <a:lnTo>
                    <a:pt x="4704973" y="402732"/>
                  </a:lnTo>
                  <a:lnTo>
                    <a:pt x="4705067" y="402732"/>
                  </a:lnTo>
                  <a:lnTo>
                    <a:pt x="4705161" y="402732"/>
                  </a:lnTo>
                  <a:lnTo>
                    <a:pt x="4705161" y="397821"/>
                  </a:lnTo>
                  <a:lnTo>
                    <a:pt x="4705255" y="397821"/>
                  </a:lnTo>
                  <a:lnTo>
                    <a:pt x="4705349" y="397821"/>
                  </a:lnTo>
                  <a:lnTo>
                    <a:pt x="4705443" y="397821"/>
                  </a:lnTo>
                  <a:lnTo>
                    <a:pt x="4705538" y="397821"/>
                  </a:lnTo>
                  <a:lnTo>
                    <a:pt x="4705632" y="397821"/>
                  </a:lnTo>
                  <a:lnTo>
                    <a:pt x="4705726" y="397821"/>
                  </a:lnTo>
                  <a:lnTo>
                    <a:pt x="4705820" y="397821"/>
                  </a:lnTo>
                  <a:lnTo>
                    <a:pt x="4705914" y="397821"/>
                  </a:lnTo>
                  <a:lnTo>
                    <a:pt x="4706008" y="397821"/>
                  </a:lnTo>
                  <a:lnTo>
                    <a:pt x="4706103" y="397821"/>
                  </a:lnTo>
                  <a:lnTo>
                    <a:pt x="4706197" y="397821"/>
                  </a:lnTo>
                  <a:lnTo>
                    <a:pt x="4706291" y="397821"/>
                  </a:lnTo>
                  <a:lnTo>
                    <a:pt x="4706385" y="397821"/>
                  </a:lnTo>
                  <a:lnTo>
                    <a:pt x="4706479" y="397821"/>
                  </a:lnTo>
                  <a:lnTo>
                    <a:pt x="4706573" y="397821"/>
                  </a:lnTo>
                  <a:lnTo>
                    <a:pt x="4706667" y="397821"/>
                  </a:lnTo>
                  <a:lnTo>
                    <a:pt x="4706762" y="397821"/>
                  </a:lnTo>
                  <a:lnTo>
                    <a:pt x="4706856" y="397821"/>
                  </a:lnTo>
                  <a:lnTo>
                    <a:pt x="4706950" y="397821"/>
                  </a:lnTo>
                  <a:lnTo>
                    <a:pt x="4707044" y="397821"/>
                  </a:lnTo>
                  <a:lnTo>
                    <a:pt x="4707138" y="397821"/>
                  </a:lnTo>
                  <a:lnTo>
                    <a:pt x="4707232" y="397821"/>
                  </a:lnTo>
                  <a:lnTo>
                    <a:pt x="4707326" y="397821"/>
                  </a:lnTo>
                  <a:lnTo>
                    <a:pt x="4707421" y="397821"/>
                  </a:lnTo>
                  <a:lnTo>
                    <a:pt x="4707515" y="397821"/>
                  </a:lnTo>
                  <a:lnTo>
                    <a:pt x="4707609" y="397821"/>
                  </a:lnTo>
                  <a:lnTo>
                    <a:pt x="4707703" y="397821"/>
                  </a:lnTo>
                  <a:lnTo>
                    <a:pt x="4707797" y="397821"/>
                  </a:lnTo>
                  <a:lnTo>
                    <a:pt x="4707891" y="397821"/>
                  </a:lnTo>
                  <a:lnTo>
                    <a:pt x="4707986" y="397821"/>
                  </a:lnTo>
                  <a:lnTo>
                    <a:pt x="4708080" y="397821"/>
                  </a:lnTo>
                  <a:lnTo>
                    <a:pt x="4708174" y="397821"/>
                  </a:lnTo>
                  <a:lnTo>
                    <a:pt x="4708268" y="397821"/>
                  </a:lnTo>
                  <a:lnTo>
                    <a:pt x="4708362" y="397821"/>
                  </a:lnTo>
                  <a:lnTo>
                    <a:pt x="4708456" y="397821"/>
                  </a:lnTo>
                  <a:lnTo>
                    <a:pt x="4708550" y="397821"/>
                  </a:lnTo>
                  <a:lnTo>
                    <a:pt x="4708645" y="397821"/>
                  </a:lnTo>
                  <a:lnTo>
                    <a:pt x="4708739" y="397821"/>
                  </a:lnTo>
                  <a:lnTo>
                    <a:pt x="4708833" y="397821"/>
                  </a:lnTo>
                  <a:lnTo>
                    <a:pt x="4708927" y="397821"/>
                  </a:lnTo>
                  <a:lnTo>
                    <a:pt x="4709021" y="397821"/>
                  </a:lnTo>
                  <a:lnTo>
                    <a:pt x="4709115" y="397821"/>
                  </a:lnTo>
                  <a:lnTo>
                    <a:pt x="4709210" y="397821"/>
                  </a:lnTo>
                  <a:lnTo>
                    <a:pt x="4709304" y="397821"/>
                  </a:lnTo>
                  <a:lnTo>
                    <a:pt x="4709398" y="397821"/>
                  </a:lnTo>
                  <a:lnTo>
                    <a:pt x="4709492" y="397821"/>
                  </a:lnTo>
                  <a:lnTo>
                    <a:pt x="4709586" y="397821"/>
                  </a:lnTo>
                  <a:lnTo>
                    <a:pt x="4709680" y="397821"/>
                  </a:lnTo>
                  <a:lnTo>
                    <a:pt x="4709774" y="397821"/>
                  </a:lnTo>
                  <a:lnTo>
                    <a:pt x="4709869" y="397821"/>
                  </a:lnTo>
                  <a:lnTo>
                    <a:pt x="4709963" y="397821"/>
                  </a:lnTo>
                  <a:lnTo>
                    <a:pt x="4710057" y="397821"/>
                  </a:lnTo>
                  <a:lnTo>
                    <a:pt x="4710151" y="397821"/>
                  </a:lnTo>
                  <a:lnTo>
                    <a:pt x="4710245" y="397821"/>
                  </a:lnTo>
                  <a:lnTo>
                    <a:pt x="4710339" y="397821"/>
                  </a:lnTo>
                  <a:lnTo>
                    <a:pt x="4710434" y="397821"/>
                  </a:lnTo>
                  <a:lnTo>
                    <a:pt x="4710528" y="397821"/>
                  </a:lnTo>
                  <a:lnTo>
                    <a:pt x="4710622" y="397821"/>
                  </a:lnTo>
                  <a:lnTo>
                    <a:pt x="4710716" y="397821"/>
                  </a:lnTo>
                  <a:lnTo>
                    <a:pt x="4710810" y="397821"/>
                  </a:lnTo>
                  <a:lnTo>
                    <a:pt x="4710904" y="397821"/>
                  </a:lnTo>
                  <a:lnTo>
                    <a:pt x="4710998" y="397821"/>
                  </a:lnTo>
                  <a:lnTo>
                    <a:pt x="4711093" y="397821"/>
                  </a:lnTo>
                  <a:lnTo>
                    <a:pt x="4711187" y="397821"/>
                  </a:lnTo>
                  <a:lnTo>
                    <a:pt x="4711281" y="397821"/>
                  </a:lnTo>
                  <a:lnTo>
                    <a:pt x="4711375" y="397821"/>
                  </a:lnTo>
                  <a:lnTo>
                    <a:pt x="4711469" y="397821"/>
                  </a:lnTo>
                  <a:lnTo>
                    <a:pt x="4711563" y="397821"/>
                  </a:lnTo>
                  <a:lnTo>
                    <a:pt x="4711657" y="397821"/>
                  </a:lnTo>
                  <a:lnTo>
                    <a:pt x="4711752" y="397821"/>
                  </a:lnTo>
                  <a:lnTo>
                    <a:pt x="4711846" y="397821"/>
                  </a:lnTo>
                  <a:lnTo>
                    <a:pt x="4711940" y="397821"/>
                  </a:lnTo>
                  <a:lnTo>
                    <a:pt x="4712034" y="397821"/>
                  </a:lnTo>
                  <a:lnTo>
                    <a:pt x="4712128" y="397821"/>
                  </a:lnTo>
                  <a:lnTo>
                    <a:pt x="4712222" y="397821"/>
                  </a:lnTo>
                  <a:lnTo>
                    <a:pt x="4712317" y="397821"/>
                  </a:lnTo>
                  <a:lnTo>
                    <a:pt x="4712411" y="397821"/>
                  </a:lnTo>
                  <a:lnTo>
                    <a:pt x="4712505" y="397821"/>
                  </a:lnTo>
                  <a:lnTo>
                    <a:pt x="4712599" y="397821"/>
                  </a:lnTo>
                  <a:lnTo>
                    <a:pt x="4712693" y="397821"/>
                  </a:lnTo>
                  <a:lnTo>
                    <a:pt x="4712787" y="397821"/>
                  </a:lnTo>
                  <a:lnTo>
                    <a:pt x="4712881" y="397821"/>
                  </a:lnTo>
                  <a:lnTo>
                    <a:pt x="4712976" y="397821"/>
                  </a:lnTo>
                  <a:lnTo>
                    <a:pt x="4713070" y="397821"/>
                  </a:lnTo>
                  <a:lnTo>
                    <a:pt x="4713164" y="397821"/>
                  </a:lnTo>
                  <a:lnTo>
                    <a:pt x="4713258" y="397821"/>
                  </a:lnTo>
                  <a:lnTo>
                    <a:pt x="4713352" y="397821"/>
                  </a:lnTo>
                  <a:lnTo>
                    <a:pt x="4713446" y="397821"/>
                  </a:lnTo>
                  <a:lnTo>
                    <a:pt x="4713541" y="397821"/>
                  </a:lnTo>
                  <a:lnTo>
                    <a:pt x="4713635" y="397821"/>
                  </a:lnTo>
                  <a:lnTo>
                    <a:pt x="4713729" y="397821"/>
                  </a:lnTo>
                  <a:lnTo>
                    <a:pt x="4713823" y="397821"/>
                  </a:lnTo>
                  <a:lnTo>
                    <a:pt x="4713917" y="397821"/>
                  </a:lnTo>
                  <a:lnTo>
                    <a:pt x="4714011" y="397821"/>
                  </a:lnTo>
                  <a:lnTo>
                    <a:pt x="4714105" y="397821"/>
                  </a:lnTo>
                  <a:lnTo>
                    <a:pt x="4714200" y="397821"/>
                  </a:lnTo>
                  <a:lnTo>
                    <a:pt x="4714294" y="397821"/>
                  </a:lnTo>
                  <a:lnTo>
                    <a:pt x="4714388" y="397821"/>
                  </a:lnTo>
                  <a:lnTo>
                    <a:pt x="4714482" y="397821"/>
                  </a:lnTo>
                  <a:lnTo>
                    <a:pt x="4714576" y="397821"/>
                  </a:lnTo>
                  <a:lnTo>
                    <a:pt x="4714670" y="397821"/>
                  </a:lnTo>
                  <a:lnTo>
                    <a:pt x="4714765" y="397821"/>
                  </a:lnTo>
                  <a:lnTo>
                    <a:pt x="4714859" y="397821"/>
                  </a:lnTo>
                  <a:lnTo>
                    <a:pt x="4714953" y="397821"/>
                  </a:lnTo>
                  <a:lnTo>
                    <a:pt x="4715047" y="397821"/>
                  </a:lnTo>
                  <a:lnTo>
                    <a:pt x="4715141" y="397821"/>
                  </a:lnTo>
                  <a:lnTo>
                    <a:pt x="4715235" y="397821"/>
                  </a:lnTo>
                  <a:lnTo>
                    <a:pt x="4715329" y="397821"/>
                  </a:lnTo>
                  <a:lnTo>
                    <a:pt x="4715424" y="397821"/>
                  </a:lnTo>
                  <a:lnTo>
                    <a:pt x="4715518" y="397821"/>
                  </a:lnTo>
                  <a:lnTo>
                    <a:pt x="4715612" y="397821"/>
                  </a:lnTo>
                  <a:lnTo>
                    <a:pt x="4715706" y="397821"/>
                  </a:lnTo>
                  <a:lnTo>
                    <a:pt x="4715800" y="397821"/>
                  </a:lnTo>
                  <a:lnTo>
                    <a:pt x="4715894" y="397821"/>
                  </a:lnTo>
                  <a:lnTo>
                    <a:pt x="4715988" y="397821"/>
                  </a:lnTo>
                  <a:lnTo>
                    <a:pt x="4716083" y="397821"/>
                  </a:lnTo>
                  <a:lnTo>
                    <a:pt x="4716177" y="397821"/>
                  </a:lnTo>
                  <a:lnTo>
                    <a:pt x="4716271" y="397821"/>
                  </a:lnTo>
                  <a:lnTo>
                    <a:pt x="4716365" y="397821"/>
                  </a:lnTo>
                  <a:lnTo>
                    <a:pt x="4716459" y="397821"/>
                  </a:lnTo>
                  <a:lnTo>
                    <a:pt x="4716553" y="397821"/>
                  </a:lnTo>
                  <a:lnTo>
                    <a:pt x="4716648" y="397821"/>
                  </a:lnTo>
                  <a:lnTo>
                    <a:pt x="4716742" y="397821"/>
                  </a:lnTo>
                  <a:lnTo>
                    <a:pt x="4716836" y="397821"/>
                  </a:lnTo>
                  <a:lnTo>
                    <a:pt x="4716930" y="397821"/>
                  </a:lnTo>
                  <a:lnTo>
                    <a:pt x="4717024" y="397821"/>
                  </a:lnTo>
                  <a:lnTo>
                    <a:pt x="4717118" y="397821"/>
                  </a:lnTo>
                  <a:lnTo>
                    <a:pt x="4717212" y="397821"/>
                  </a:lnTo>
                  <a:lnTo>
                    <a:pt x="4717307" y="397821"/>
                  </a:lnTo>
                  <a:lnTo>
                    <a:pt x="4717401" y="397821"/>
                  </a:lnTo>
                  <a:lnTo>
                    <a:pt x="4717495" y="397821"/>
                  </a:lnTo>
                  <a:lnTo>
                    <a:pt x="4717589" y="397821"/>
                  </a:lnTo>
                  <a:lnTo>
                    <a:pt x="4717683" y="397821"/>
                  </a:lnTo>
                  <a:lnTo>
                    <a:pt x="4717777" y="397821"/>
                  </a:lnTo>
                  <a:lnTo>
                    <a:pt x="4717872" y="397821"/>
                  </a:lnTo>
                  <a:lnTo>
                    <a:pt x="4717966" y="397821"/>
                  </a:lnTo>
                  <a:lnTo>
                    <a:pt x="4718060" y="397821"/>
                  </a:lnTo>
                  <a:lnTo>
                    <a:pt x="4718154" y="397821"/>
                  </a:lnTo>
                  <a:lnTo>
                    <a:pt x="4718248" y="397821"/>
                  </a:lnTo>
                  <a:lnTo>
                    <a:pt x="4718342" y="397821"/>
                  </a:lnTo>
                  <a:lnTo>
                    <a:pt x="4718436" y="397821"/>
                  </a:lnTo>
                  <a:lnTo>
                    <a:pt x="4718531" y="397821"/>
                  </a:lnTo>
                  <a:lnTo>
                    <a:pt x="4718625" y="397821"/>
                  </a:lnTo>
                  <a:lnTo>
                    <a:pt x="4718719" y="397821"/>
                  </a:lnTo>
                  <a:lnTo>
                    <a:pt x="4718813" y="397821"/>
                  </a:lnTo>
                  <a:lnTo>
                    <a:pt x="4718907" y="397821"/>
                  </a:lnTo>
                  <a:lnTo>
                    <a:pt x="4719001" y="397821"/>
                  </a:lnTo>
                  <a:lnTo>
                    <a:pt x="4719096" y="397821"/>
                  </a:lnTo>
                  <a:lnTo>
                    <a:pt x="4719190" y="397821"/>
                  </a:lnTo>
                  <a:lnTo>
                    <a:pt x="4719284" y="397821"/>
                  </a:lnTo>
                  <a:lnTo>
                    <a:pt x="4719378" y="397821"/>
                  </a:lnTo>
                  <a:lnTo>
                    <a:pt x="4719472" y="397821"/>
                  </a:lnTo>
                  <a:lnTo>
                    <a:pt x="4719566" y="397821"/>
                  </a:lnTo>
                  <a:lnTo>
                    <a:pt x="4719660" y="397821"/>
                  </a:lnTo>
                  <a:lnTo>
                    <a:pt x="4719755" y="397821"/>
                  </a:lnTo>
                  <a:lnTo>
                    <a:pt x="4719849" y="397821"/>
                  </a:lnTo>
                  <a:lnTo>
                    <a:pt x="4719943" y="397821"/>
                  </a:lnTo>
                  <a:lnTo>
                    <a:pt x="4720037" y="397821"/>
                  </a:lnTo>
                  <a:lnTo>
                    <a:pt x="4720131" y="397821"/>
                  </a:lnTo>
                  <a:lnTo>
                    <a:pt x="4720225" y="397821"/>
                  </a:lnTo>
                  <a:lnTo>
                    <a:pt x="4720319" y="397821"/>
                  </a:lnTo>
                  <a:lnTo>
                    <a:pt x="4720414" y="397821"/>
                  </a:lnTo>
                  <a:lnTo>
                    <a:pt x="4720508" y="397821"/>
                  </a:lnTo>
                  <a:lnTo>
                    <a:pt x="4720602" y="397821"/>
                  </a:lnTo>
                  <a:lnTo>
                    <a:pt x="4720696" y="397821"/>
                  </a:lnTo>
                  <a:lnTo>
                    <a:pt x="4720790" y="397821"/>
                  </a:lnTo>
                  <a:lnTo>
                    <a:pt x="4720884" y="397821"/>
                  </a:lnTo>
                  <a:lnTo>
                    <a:pt x="4720979" y="397821"/>
                  </a:lnTo>
                  <a:lnTo>
                    <a:pt x="4721073" y="397821"/>
                  </a:lnTo>
                  <a:lnTo>
                    <a:pt x="4721167" y="397821"/>
                  </a:lnTo>
                  <a:lnTo>
                    <a:pt x="4721261" y="397821"/>
                  </a:lnTo>
                  <a:lnTo>
                    <a:pt x="4721355" y="397821"/>
                  </a:lnTo>
                  <a:lnTo>
                    <a:pt x="4721449" y="397821"/>
                  </a:lnTo>
                  <a:lnTo>
                    <a:pt x="4721449" y="392909"/>
                  </a:lnTo>
                  <a:lnTo>
                    <a:pt x="4721543" y="392909"/>
                  </a:lnTo>
                  <a:lnTo>
                    <a:pt x="4721638" y="392909"/>
                  </a:lnTo>
                  <a:lnTo>
                    <a:pt x="4721732" y="392909"/>
                  </a:lnTo>
                  <a:lnTo>
                    <a:pt x="4721826" y="392909"/>
                  </a:lnTo>
                  <a:lnTo>
                    <a:pt x="4721920" y="392909"/>
                  </a:lnTo>
                  <a:lnTo>
                    <a:pt x="4722014" y="392909"/>
                  </a:lnTo>
                  <a:lnTo>
                    <a:pt x="4722108" y="392909"/>
                  </a:lnTo>
                  <a:lnTo>
                    <a:pt x="4722203" y="392909"/>
                  </a:lnTo>
                  <a:lnTo>
                    <a:pt x="4722297" y="392909"/>
                  </a:lnTo>
                  <a:lnTo>
                    <a:pt x="4722391" y="392909"/>
                  </a:lnTo>
                  <a:lnTo>
                    <a:pt x="4722485" y="392909"/>
                  </a:lnTo>
                  <a:lnTo>
                    <a:pt x="4722579" y="392909"/>
                  </a:lnTo>
                  <a:lnTo>
                    <a:pt x="4722673" y="392909"/>
                  </a:lnTo>
                  <a:lnTo>
                    <a:pt x="4722767" y="392909"/>
                  </a:lnTo>
                  <a:lnTo>
                    <a:pt x="4722862" y="392909"/>
                  </a:lnTo>
                  <a:lnTo>
                    <a:pt x="4722956" y="392909"/>
                  </a:lnTo>
                  <a:lnTo>
                    <a:pt x="4723050" y="392909"/>
                  </a:lnTo>
                  <a:lnTo>
                    <a:pt x="4723144" y="392909"/>
                  </a:lnTo>
                  <a:lnTo>
                    <a:pt x="4723238" y="392909"/>
                  </a:lnTo>
                  <a:lnTo>
                    <a:pt x="4723332" y="392909"/>
                  </a:lnTo>
                  <a:lnTo>
                    <a:pt x="4723427" y="392909"/>
                  </a:lnTo>
                  <a:lnTo>
                    <a:pt x="4723521" y="392909"/>
                  </a:lnTo>
                  <a:lnTo>
                    <a:pt x="4723615" y="392909"/>
                  </a:lnTo>
                  <a:lnTo>
                    <a:pt x="4723709" y="392909"/>
                  </a:lnTo>
                  <a:lnTo>
                    <a:pt x="4723803" y="392909"/>
                  </a:lnTo>
                  <a:lnTo>
                    <a:pt x="4723897" y="392909"/>
                  </a:lnTo>
                  <a:lnTo>
                    <a:pt x="4723991" y="392909"/>
                  </a:lnTo>
                  <a:lnTo>
                    <a:pt x="4724086" y="392909"/>
                  </a:lnTo>
                  <a:lnTo>
                    <a:pt x="4724180" y="392909"/>
                  </a:lnTo>
                  <a:lnTo>
                    <a:pt x="4724274" y="392909"/>
                  </a:lnTo>
                  <a:lnTo>
                    <a:pt x="4724368" y="392909"/>
                  </a:lnTo>
                  <a:lnTo>
                    <a:pt x="4724462" y="392909"/>
                  </a:lnTo>
                  <a:lnTo>
                    <a:pt x="4724556" y="392909"/>
                  </a:lnTo>
                  <a:lnTo>
                    <a:pt x="4724650" y="392909"/>
                  </a:lnTo>
                  <a:lnTo>
                    <a:pt x="4724745" y="392909"/>
                  </a:lnTo>
                  <a:lnTo>
                    <a:pt x="4724839" y="392909"/>
                  </a:lnTo>
                  <a:lnTo>
                    <a:pt x="4724933" y="392909"/>
                  </a:lnTo>
                  <a:lnTo>
                    <a:pt x="4725027" y="392909"/>
                  </a:lnTo>
                  <a:lnTo>
                    <a:pt x="4725121" y="392909"/>
                  </a:lnTo>
                  <a:lnTo>
                    <a:pt x="4725215" y="392909"/>
                  </a:lnTo>
                  <a:lnTo>
                    <a:pt x="4725310" y="392909"/>
                  </a:lnTo>
                  <a:lnTo>
                    <a:pt x="4725404" y="392909"/>
                  </a:lnTo>
                  <a:lnTo>
                    <a:pt x="4725498" y="392909"/>
                  </a:lnTo>
                  <a:lnTo>
                    <a:pt x="4725592" y="392909"/>
                  </a:lnTo>
                  <a:lnTo>
                    <a:pt x="4725686" y="392909"/>
                  </a:lnTo>
                  <a:lnTo>
                    <a:pt x="4725780" y="392909"/>
                  </a:lnTo>
                  <a:lnTo>
                    <a:pt x="4725874" y="392909"/>
                  </a:lnTo>
                  <a:lnTo>
                    <a:pt x="4725969" y="392909"/>
                  </a:lnTo>
                  <a:lnTo>
                    <a:pt x="4726063" y="392909"/>
                  </a:lnTo>
                  <a:lnTo>
                    <a:pt x="4726157" y="392909"/>
                  </a:lnTo>
                  <a:lnTo>
                    <a:pt x="4726251" y="392909"/>
                  </a:lnTo>
                  <a:lnTo>
                    <a:pt x="4726345" y="392909"/>
                  </a:lnTo>
                  <a:lnTo>
                    <a:pt x="4726439" y="392909"/>
                  </a:lnTo>
                  <a:lnTo>
                    <a:pt x="4726534" y="392909"/>
                  </a:lnTo>
                  <a:lnTo>
                    <a:pt x="4726628" y="392909"/>
                  </a:lnTo>
                  <a:lnTo>
                    <a:pt x="4726722" y="392909"/>
                  </a:lnTo>
                  <a:lnTo>
                    <a:pt x="4726816" y="392909"/>
                  </a:lnTo>
                  <a:lnTo>
                    <a:pt x="4726910" y="392909"/>
                  </a:lnTo>
                  <a:lnTo>
                    <a:pt x="4727004" y="392909"/>
                  </a:lnTo>
                  <a:lnTo>
                    <a:pt x="4727098" y="392909"/>
                  </a:lnTo>
                  <a:lnTo>
                    <a:pt x="4727193" y="392909"/>
                  </a:lnTo>
                  <a:lnTo>
                    <a:pt x="4727287" y="392909"/>
                  </a:lnTo>
                  <a:lnTo>
                    <a:pt x="4727381" y="392909"/>
                  </a:lnTo>
                  <a:lnTo>
                    <a:pt x="4727475" y="392909"/>
                  </a:lnTo>
                  <a:lnTo>
                    <a:pt x="4727569" y="392909"/>
                  </a:lnTo>
                  <a:lnTo>
                    <a:pt x="4727663" y="392909"/>
                  </a:lnTo>
                  <a:lnTo>
                    <a:pt x="4727758" y="392909"/>
                  </a:lnTo>
                  <a:lnTo>
                    <a:pt x="4727852" y="392909"/>
                  </a:lnTo>
                  <a:lnTo>
                    <a:pt x="4727946" y="392909"/>
                  </a:lnTo>
                  <a:lnTo>
                    <a:pt x="4728040" y="392909"/>
                  </a:lnTo>
                  <a:lnTo>
                    <a:pt x="4728134" y="392909"/>
                  </a:lnTo>
                  <a:lnTo>
                    <a:pt x="4728228" y="392909"/>
                  </a:lnTo>
                  <a:lnTo>
                    <a:pt x="4728322" y="392909"/>
                  </a:lnTo>
                  <a:lnTo>
                    <a:pt x="4728417" y="392909"/>
                  </a:lnTo>
                  <a:lnTo>
                    <a:pt x="4728511" y="392909"/>
                  </a:lnTo>
                  <a:lnTo>
                    <a:pt x="4728605" y="392909"/>
                  </a:lnTo>
                  <a:lnTo>
                    <a:pt x="4728699" y="392909"/>
                  </a:lnTo>
                  <a:lnTo>
                    <a:pt x="4728793" y="392909"/>
                  </a:lnTo>
                  <a:lnTo>
                    <a:pt x="4728887" y="392909"/>
                  </a:lnTo>
                  <a:lnTo>
                    <a:pt x="4728982" y="392909"/>
                  </a:lnTo>
                  <a:lnTo>
                    <a:pt x="4729076" y="392909"/>
                  </a:lnTo>
                  <a:lnTo>
                    <a:pt x="4729170" y="392909"/>
                  </a:lnTo>
                  <a:lnTo>
                    <a:pt x="4729264" y="392909"/>
                  </a:lnTo>
                  <a:lnTo>
                    <a:pt x="4729358" y="392909"/>
                  </a:lnTo>
                  <a:lnTo>
                    <a:pt x="4729452" y="392909"/>
                  </a:lnTo>
                  <a:lnTo>
                    <a:pt x="4729546" y="392909"/>
                  </a:lnTo>
                  <a:lnTo>
                    <a:pt x="4729641" y="392909"/>
                  </a:lnTo>
                  <a:lnTo>
                    <a:pt x="4729735" y="392909"/>
                  </a:lnTo>
                  <a:lnTo>
                    <a:pt x="4729829" y="392909"/>
                  </a:lnTo>
                  <a:lnTo>
                    <a:pt x="4729923" y="392909"/>
                  </a:lnTo>
                  <a:lnTo>
                    <a:pt x="4730017" y="392909"/>
                  </a:lnTo>
                  <a:lnTo>
                    <a:pt x="4730111" y="392909"/>
                  </a:lnTo>
                  <a:lnTo>
                    <a:pt x="4730205" y="392909"/>
                  </a:lnTo>
                  <a:lnTo>
                    <a:pt x="4730300" y="392909"/>
                  </a:lnTo>
                  <a:lnTo>
                    <a:pt x="4730394" y="392909"/>
                  </a:lnTo>
                  <a:lnTo>
                    <a:pt x="4730488" y="392909"/>
                  </a:lnTo>
                  <a:lnTo>
                    <a:pt x="4730582" y="392909"/>
                  </a:lnTo>
                  <a:lnTo>
                    <a:pt x="4730676" y="392909"/>
                  </a:lnTo>
                  <a:lnTo>
                    <a:pt x="4730770" y="392909"/>
                  </a:lnTo>
                  <a:lnTo>
                    <a:pt x="4730865" y="392909"/>
                  </a:lnTo>
                  <a:lnTo>
                    <a:pt x="4730959" y="392909"/>
                  </a:lnTo>
                  <a:lnTo>
                    <a:pt x="4731053" y="392909"/>
                  </a:lnTo>
                  <a:lnTo>
                    <a:pt x="4731147" y="392909"/>
                  </a:lnTo>
                  <a:lnTo>
                    <a:pt x="4731241" y="392909"/>
                  </a:lnTo>
                  <a:lnTo>
                    <a:pt x="4731335" y="392909"/>
                  </a:lnTo>
                  <a:lnTo>
                    <a:pt x="4731429" y="392909"/>
                  </a:lnTo>
                  <a:lnTo>
                    <a:pt x="4731524" y="392909"/>
                  </a:lnTo>
                  <a:lnTo>
                    <a:pt x="4731618" y="392909"/>
                  </a:lnTo>
                  <a:lnTo>
                    <a:pt x="4731712" y="392909"/>
                  </a:lnTo>
                  <a:lnTo>
                    <a:pt x="4731806" y="392909"/>
                  </a:lnTo>
                  <a:lnTo>
                    <a:pt x="4731900" y="392909"/>
                  </a:lnTo>
                  <a:lnTo>
                    <a:pt x="4731994" y="392909"/>
                  </a:lnTo>
                  <a:lnTo>
                    <a:pt x="4732089" y="392909"/>
                  </a:lnTo>
                  <a:lnTo>
                    <a:pt x="4732183" y="392909"/>
                  </a:lnTo>
                  <a:lnTo>
                    <a:pt x="4732277" y="392909"/>
                  </a:lnTo>
                  <a:lnTo>
                    <a:pt x="4732371" y="392909"/>
                  </a:lnTo>
                  <a:lnTo>
                    <a:pt x="4732465" y="392909"/>
                  </a:lnTo>
                  <a:lnTo>
                    <a:pt x="4732559" y="392909"/>
                  </a:lnTo>
                  <a:lnTo>
                    <a:pt x="4732653" y="392909"/>
                  </a:lnTo>
                  <a:lnTo>
                    <a:pt x="4732748" y="392909"/>
                  </a:lnTo>
                  <a:lnTo>
                    <a:pt x="4732842" y="392909"/>
                  </a:lnTo>
                  <a:lnTo>
                    <a:pt x="4732936" y="392909"/>
                  </a:lnTo>
                  <a:lnTo>
                    <a:pt x="4733030" y="392909"/>
                  </a:lnTo>
                  <a:lnTo>
                    <a:pt x="4733124" y="392909"/>
                  </a:lnTo>
                  <a:lnTo>
                    <a:pt x="4733218" y="392909"/>
                  </a:lnTo>
                  <a:lnTo>
                    <a:pt x="4733313" y="392909"/>
                  </a:lnTo>
                  <a:lnTo>
                    <a:pt x="4733407" y="392909"/>
                  </a:lnTo>
                  <a:lnTo>
                    <a:pt x="4733501" y="392909"/>
                  </a:lnTo>
                  <a:lnTo>
                    <a:pt x="4733595" y="392909"/>
                  </a:lnTo>
                  <a:lnTo>
                    <a:pt x="4733689" y="392909"/>
                  </a:lnTo>
                  <a:lnTo>
                    <a:pt x="4733783" y="392909"/>
                  </a:lnTo>
                  <a:lnTo>
                    <a:pt x="4733877" y="392909"/>
                  </a:lnTo>
                  <a:lnTo>
                    <a:pt x="4733972" y="392909"/>
                  </a:lnTo>
                  <a:lnTo>
                    <a:pt x="4734066" y="392909"/>
                  </a:lnTo>
                  <a:lnTo>
                    <a:pt x="4734160" y="392909"/>
                  </a:lnTo>
                  <a:lnTo>
                    <a:pt x="4734254" y="392909"/>
                  </a:lnTo>
                  <a:lnTo>
                    <a:pt x="4734348" y="392909"/>
                  </a:lnTo>
                  <a:lnTo>
                    <a:pt x="4734442" y="392909"/>
                  </a:lnTo>
                  <a:lnTo>
                    <a:pt x="4734536" y="392909"/>
                  </a:lnTo>
                  <a:lnTo>
                    <a:pt x="4734631" y="392909"/>
                  </a:lnTo>
                  <a:lnTo>
                    <a:pt x="4734725" y="392909"/>
                  </a:lnTo>
                  <a:lnTo>
                    <a:pt x="4734819" y="392909"/>
                  </a:lnTo>
                  <a:lnTo>
                    <a:pt x="4734913" y="392909"/>
                  </a:lnTo>
                  <a:lnTo>
                    <a:pt x="4735007" y="392909"/>
                  </a:lnTo>
                  <a:lnTo>
                    <a:pt x="4735101" y="392909"/>
                  </a:lnTo>
                  <a:lnTo>
                    <a:pt x="4735196" y="392909"/>
                  </a:lnTo>
                  <a:lnTo>
                    <a:pt x="4735290" y="392909"/>
                  </a:lnTo>
                  <a:lnTo>
                    <a:pt x="4735384" y="392909"/>
                  </a:lnTo>
                  <a:lnTo>
                    <a:pt x="4735478" y="392909"/>
                  </a:lnTo>
                  <a:lnTo>
                    <a:pt x="4735572" y="392909"/>
                  </a:lnTo>
                  <a:lnTo>
                    <a:pt x="4735666" y="392909"/>
                  </a:lnTo>
                  <a:lnTo>
                    <a:pt x="4735760" y="392909"/>
                  </a:lnTo>
                  <a:lnTo>
                    <a:pt x="4735855" y="392909"/>
                  </a:lnTo>
                  <a:lnTo>
                    <a:pt x="4735949" y="392909"/>
                  </a:lnTo>
                  <a:lnTo>
                    <a:pt x="4736043" y="392909"/>
                  </a:lnTo>
                  <a:lnTo>
                    <a:pt x="4736137" y="392909"/>
                  </a:lnTo>
                  <a:lnTo>
                    <a:pt x="4736231" y="392909"/>
                  </a:lnTo>
                  <a:lnTo>
                    <a:pt x="4736325" y="392909"/>
                  </a:lnTo>
                  <a:lnTo>
                    <a:pt x="4736420" y="392909"/>
                  </a:lnTo>
                  <a:lnTo>
                    <a:pt x="4736514" y="392909"/>
                  </a:lnTo>
                  <a:lnTo>
                    <a:pt x="4736608" y="392909"/>
                  </a:lnTo>
                  <a:lnTo>
                    <a:pt x="4736702" y="392909"/>
                  </a:lnTo>
                  <a:lnTo>
                    <a:pt x="4736796" y="392909"/>
                  </a:lnTo>
                  <a:lnTo>
                    <a:pt x="4736890" y="392909"/>
                  </a:lnTo>
                  <a:lnTo>
                    <a:pt x="4736984" y="392909"/>
                  </a:lnTo>
                  <a:lnTo>
                    <a:pt x="4737079" y="392909"/>
                  </a:lnTo>
                  <a:lnTo>
                    <a:pt x="4737173" y="392909"/>
                  </a:lnTo>
                  <a:lnTo>
                    <a:pt x="4737267" y="392909"/>
                  </a:lnTo>
                  <a:lnTo>
                    <a:pt x="4737361" y="392909"/>
                  </a:lnTo>
                  <a:lnTo>
                    <a:pt x="4737455" y="392909"/>
                  </a:lnTo>
                  <a:lnTo>
                    <a:pt x="4737549" y="392909"/>
                  </a:lnTo>
                  <a:lnTo>
                    <a:pt x="4737644" y="392909"/>
                  </a:lnTo>
                  <a:lnTo>
                    <a:pt x="4737738" y="392909"/>
                  </a:lnTo>
                  <a:lnTo>
                    <a:pt x="4737832" y="392909"/>
                  </a:lnTo>
                  <a:lnTo>
                    <a:pt x="4737926" y="392909"/>
                  </a:lnTo>
                  <a:lnTo>
                    <a:pt x="4738020" y="392909"/>
                  </a:lnTo>
                  <a:lnTo>
                    <a:pt x="4738114" y="392909"/>
                  </a:lnTo>
                  <a:lnTo>
                    <a:pt x="4738208" y="392909"/>
                  </a:lnTo>
                  <a:lnTo>
                    <a:pt x="4738303" y="392909"/>
                  </a:lnTo>
                  <a:lnTo>
                    <a:pt x="4738397" y="392909"/>
                  </a:lnTo>
                  <a:lnTo>
                    <a:pt x="4738491" y="392909"/>
                  </a:lnTo>
                  <a:lnTo>
                    <a:pt x="4738585" y="392909"/>
                  </a:lnTo>
                  <a:lnTo>
                    <a:pt x="4738679" y="392909"/>
                  </a:lnTo>
                  <a:lnTo>
                    <a:pt x="4738773" y="392909"/>
                  </a:lnTo>
                  <a:lnTo>
                    <a:pt x="4738867" y="392909"/>
                  </a:lnTo>
                  <a:lnTo>
                    <a:pt x="4738962" y="392909"/>
                  </a:lnTo>
                  <a:lnTo>
                    <a:pt x="4739056" y="392909"/>
                  </a:lnTo>
                  <a:lnTo>
                    <a:pt x="4739150" y="392909"/>
                  </a:lnTo>
                  <a:lnTo>
                    <a:pt x="4739244" y="392909"/>
                  </a:lnTo>
                  <a:lnTo>
                    <a:pt x="4739338" y="392909"/>
                  </a:lnTo>
                  <a:lnTo>
                    <a:pt x="4739432" y="392909"/>
                  </a:lnTo>
                  <a:lnTo>
                    <a:pt x="4739527" y="392909"/>
                  </a:lnTo>
                  <a:lnTo>
                    <a:pt x="4739621" y="392909"/>
                  </a:lnTo>
                  <a:lnTo>
                    <a:pt x="4739715" y="392909"/>
                  </a:lnTo>
                  <a:lnTo>
                    <a:pt x="4739809" y="392909"/>
                  </a:lnTo>
                  <a:lnTo>
                    <a:pt x="4739903" y="392909"/>
                  </a:lnTo>
                  <a:lnTo>
                    <a:pt x="4739997" y="392909"/>
                  </a:lnTo>
                  <a:lnTo>
                    <a:pt x="4740091" y="392909"/>
                  </a:lnTo>
                  <a:lnTo>
                    <a:pt x="4740186" y="392909"/>
                  </a:lnTo>
                  <a:lnTo>
                    <a:pt x="4740280" y="392909"/>
                  </a:lnTo>
                  <a:lnTo>
                    <a:pt x="4740374" y="392909"/>
                  </a:lnTo>
                  <a:lnTo>
                    <a:pt x="4740468" y="392909"/>
                  </a:lnTo>
                  <a:lnTo>
                    <a:pt x="4740562" y="392909"/>
                  </a:lnTo>
                  <a:lnTo>
                    <a:pt x="4740656" y="392909"/>
                  </a:lnTo>
                  <a:lnTo>
                    <a:pt x="4740751" y="392909"/>
                  </a:lnTo>
                  <a:lnTo>
                    <a:pt x="4740845" y="392909"/>
                  </a:lnTo>
                  <a:lnTo>
                    <a:pt x="4740939" y="392909"/>
                  </a:lnTo>
                  <a:lnTo>
                    <a:pt x="4741033" y="392909"/>
                  </a:lnTo>
                  <a:lnTo>
                    <a:pt x="4741127" y="392909"/>
                  </a:lnTo>
                  <a:lnTo>
                    <a:pt x="4741221" y="392909"/>
                  </a:lnTo>
                  <a:lnTo>
                    <a:pt x="4741315" y="392909"/>
                  </a:lnTo>
                  <a:lnTo>
                    <a:pt x="4741410" y="392909"/>
                  </a:lnTo>
                  <a:lnTo>
                    <a:pt x="4741504" y="392909"/>
                  </a:lnTo>
                  <a:lnTo>
                    <a:pt x="4741598" y="392909"/>
                  </a:lnTo>
                  <a:lnTo>
                    <a:pt x="4741692" y="392909"/>
                  </a:lnTo>
                  <a:lnTo>
                    <a:pt x="4741786" y="392909"/>
                  </a:lnTo>
                  <a:lnTo>
                    <a:pt x="4741880" y="392909"/>
                  </a:lnTo>
                  <a:lnTo>
                    <a:pt x="4741975" y="392909"/>
                  </a:lnTo>
                  <a:lnTo>
                    <a:pt x="4742069" y="392909"/>
                  </a:lnTo>
                  <a:lnTo>
                    <a:pt x="4742163" y="392909"/>
                  </a:lnTo>
                  <a:lnTo>
                    <a:pt x="4742257" y="392909"/>
                  </a:lnTo>
                  <a:lnTo>
                    <a:pt x="4742351" y="392909"/>
                  </a:lnTo>
                  <a:lnTo>
                    <a:pt x="4742445" y="392909"/>
                  </a:lnTo>
                  <a:lnTo>
                    <a:pt x="4742539" y="392909"/>
                  </a:lnTo>
                  <a:lnTo>
                    <a:pt x="4742634" y="392909"/>
                  </a:lnTo>
                  <a:lnTo>
                    <a:pt x="4742728" y="392909"/>
                  </a:lnTo>
                  <a:lnTo>
                    <a:pt x="4742822" y="392909"/>
                  </a:lnTo>
                  <a:lnTo>
                    <a:pt x="4742916" y="392909"/>
                  </a:lnTo>
                  <a:lnTo>
                    <a:pt x="4743010" y="392909"/>
                  </a:lnTo>
                  <a:lnTo>
                    <a:pt x="4743104" y="392909"/>
                  </a:lnTo>
                  <a:lnTo>
                    <a:pt x="4743198" y="392909"/>
                  </a:lnTo>
                  <a:lnTo>
                    <a:pt x="4743293" y="392909"/>
                  </a:lnTo>
                  <a:lnTo>
                    <a:pt x="4743387" y="392909"/>
                  </a:lnTo>
                  <a:lnTo>
                    <a:pt x="4743481" y="392909"/>
                  </a:lnTo>
                  <a:lnTo>
                    <a:pt x="4743575" y="392909"/>
                  </a:lnTo>
                  <a:lnTo>
                    <a:pt x="4743669" y="392909"/>
                  </a:lnTo>
                  <a:lnTo>
                    <a:pt x="4743763" y="392909"/>
                  </a:lnTo>
                  <a:lnTo>
                    <a:pt x="4743858" y="392909"/>
                  </a:lnTo>
                  <a:lnTo>
                    <a:pt x="4743952" y="392909"/>
                  </a:lnTo>
                  <a:lnTo>
                    <a:pt x="4744046" y="392909"/>
                  </a:lnTo>
                  <a:lnTo>
                    <a:pt x="4744140" y="392909"/>
                  </a:lnTo>
                  <a:lnTo>
                    <a:pt x="4744234" y="392909"/>
                  </a:lnTo>
                  <a:lnTo>
                    <a:pt x="4744328" y="392909"/>
                  </a:lnTo>
                  <a:lnTo>
                    <a:pt x="4744422" y="392909"/>
                  </a:lnTo>
                  <a:lnTo>
                    <a:pt x="4744517" y="392909"/>
                  </a:lnTo>
                  <a:lnTo>
                    <a:pt x="4744611" y="392909"/>
                  </a:lnTo>
                  <a:lnTo>
                    <a:pt x="4744705" y="392909"/>
                  </a:lnTo>
                  <a:lnTo>
                    <a:pt x="4744799" y="392909"/>
                  </a:lnTo>
                  <a:lnTo>
                    <a:pt x="4744893" y="392909"/>
                  </a:lnTo>
                  <a:lnTo>
                    <a:pt x="4744987" y="392909"/>
                  </a:lnTo>
                  <a:lnTo>
                    <a:pt x="4745082" y="392909"/>
                  </a:lnTo>
                  <a:lnTo>
                    <a:pt x="4745176" y="392909"/>
                  </a:lnTo>
                  <a:lnTo>
                    <a:pt x="4745270" y="392909"/>
                  </a:lnTo>
                  <a:lnTo>
                    <a:pt x="4745364" y="392909"/>
                  </a:lnTo>
                  <a:lnTo>
                    <a:pt x="4745458" y="392909"/>
                  </a:lnTo>
                  <a:lnTo>
                    <a:pt x="4745552" y="392909"/>
                  </a:lnTo>
                  <a:lnTo>
                    <a:pt x="4745646" y="392909"/>
                  </a:lnTo>
                  <a:lnTo>
                    <a:pt x="4745741" y="392909"/>
                  </a:lnTo>
                  <a:lnTo>
                    <a:pt x="4745835" y="392909"/>
                  </a:lnTo>
                  <a:lnTo>
                    <a:pt x="4745929" y="392909"/>
                  </a:lnTo>
                  <a:lnTo>
                    <a:pt x="4746023" y="392909"/>
                  </a:lnTo>
                  <a:lnTo>
                    <a:pt x="4746117" y="392909"/>
                  </a:lnTo>
                  <a:lnTo>
                    <a:pt x="4746211" y="392909"/>
                  </a:lnTo>
                  <a:lnTo>
                    <a:pt x="4746306" y="392909"/>
                  </a:lnTo>
                  <a:lnTo>
                    <a:pt x="4746400" y="392909"/>
                  </a:lnTo>
                  <a:lnTo>
                    <a:pt x="4746494" y="392909"/>
                  </a:lnTo>
                  <a:lnTo>
                    <a:pt x="4746588" y="392909"/>
                  </a:lnTo>
                  <a:lnTo>
                    <a:pt x="4746682" y="392909"/>
                  </a:lnTo>
                  <a:lnTo>
                    <a:pt x="4746776" y="392909"/>
                  </a:lnTo>
                  <a:lnTo>
                    <a:pt x="4746870" y="392909"/>
                  </a:lnTo>
                  <a:lnTo>
                    <a:pt x="4746965" y="392909"/>
                  </a:lnTo>
                  <a:lnTo>
                    <a:pt x="4747059" y="392909"/>
                  </a:lnTo>
                  <a:lnTo>
                    <a:pt x="4747153" y="392909"/>
                  </a:lnTo>
                  <a:lnTo>
                    <a:pt x="4747247" y="392909"/>
                  </a:lnTo>
                  <a:lnTo>
                    <a:pt x="4747341" y="392909"/>
                  </a:lnTo>
                  <a:lnTo>
                    <a:pt x="4747435" y="392909"/>
                  </a:lnTo>
                  <a:lnTo>
                    <a:pt x="4747529" y="392909"/>
                  </a:lnTo>
                  <a:lnTo>
                    <a:pt x="4747624" y="392909"/>
                  </a:lnTo>
                  <a:lnTo>
                    <a:pt x="4747718" y="392909"/>
                  </a:lnTo>
                  <a:lnTo>
                    <a:pt x="4747812" y="392909"/>
                  </a:lnTo>
                  <a:lnTo>
                    <a:pt x="4747906" y="392909"/>
                  </a:lnTo>
                  <a:lnTo>
                    <a:pt x="4748000" y="392909"/>
                  </a:lnTo>
                  <a:lnTo>
                    <a:pt x="4748094" y="392909"/>
                  </a:lnTo>
                  <a:lnTo>
                    <a:pt x="4748189" y="392909"/>
                  </a:lnTo>
                  <a:lnTo>
                    <a:pt x="4748283" y="392909"/>
                  </a:lnTo>
                  <a:lnTo>
                    <a:pt x="4748377" y="392909"/>
                  </a:lnTo>
                  <a:lnTo>
                    <a:pt x="4748471" y="392909"/>
                  </a:lnTo>
                  <a:lnTo>
                    <a:pt x="4748565" y="392909"/>
                  </a:lnTo>
                  <a:lnTo>
                    <a:pt x="4748659" y="392909"/>
                  </a:lnTo>
                  <a:lnTo>
                    <a:pt x="4748753" y="392909"/>
                  </a:lnTo>
                  <a:lnTo>
                    <a:pt x="4748848" y="392909"/>
                  </a:lnTo>
                  <a:lnTo>
                    <a:pt x="4748942" y="392909"/>
                  </a:lnTo>
                  <a:lnTo>
                    <a:pt x="4749036" y="392909"/>
                  </a:lnTo>
                  <a:lnTo>
                    <a:pt x="4749130" y="392909"/>
                  </a:lnTo>
                  <a:lnTo>
                    <a:pt x="4749224" y="392909"/>
                  </a:lnTo>
                  <a:lnTo>
                    <a:pt x="4749318" y="392909"/>
                  </a:lnTo>
                  <a:lnTo>
                    <a:pt x="4749413" y="392909"/>
                  </a:lnTo>
                  <a:lnTo>
                    <a:pt x="4749507" y="392909"/>
                  </a:lnTo>
                  <a:lnTo>
                    <a:pt x="4749601" y="392909"/>
                  </a:lnTo>
                  <a:lnTo>
                    <a:pt x="4749695" y="392909"/>
                  </a:lnTo>
                  <a:lnTo>
                    <a:pt x="4749789" y="392909"/>
                  </a:lnTo>
                  <a:lnTo>
                    <a:pt x="4749883" y="392909"/>
                  </a:lnTo>
                  <a:lnTo>
                    <a:pt x="4749977" y="392909"/>
                  </a:lnTo>
                  <a:lnTo>
                    <a:pt x="4750072" y="392909"/>
                  </a:lnTo>
                  <a:lnTo>
                    <a:pt x="4750072" y="387998"/>
                  </a:lnTo>
                  <a:lnTo>
                    <a:pt x="4750166" y="387998"/>
                  </a:lnTo>
                  <a:lnTo>
                    <a:pt x="4750260" y="387998"/>
                  </a:lnTo>
                  <a:lnTo>
                    <a:pt x="4750354" y="387998"/>
                  </a:lnTo>
                  <a:lnTo>
                    <a:pt x="4750448" y="387998"/>
                  </a:lnTo>
                  <a:lnTo>
                    <a:pt x="4750542" y="387998"/>
                  </a:lnTo>
                  <a:lnTo>
                    <a:pt x="4750637" y="387998"/>
                  </a:lnTo>
                  <a:lnTo>
                    <a:pt x="4750731" y="387998"/>
                  </a:lnTo>
                  <a:lnTo>
                    <a:pt x="4750825" y="387998"/>
                  </a:lnTo>
                  <a:lnTo>
                    <a:pt x="4750919" y="387998"/>
                  </a:lnTo>
                  <a:lnTo>
                    <a:pt x="4751013" y="387998"/>
                  </a:lnTo>
                  <a:lnTo>
                    <a:pt x="4751107" y="387998"/>
                  </a:lnTo>
                  <a:lnTo>
                    <a:pt x="4751201" y="387998"/>
                  </a:lnTo>
                  <a:lnTo>
                    <a:pt x="4751296" y="387998"/>
                  </a:lnTo>
                  <a:lnTo>
                    <a:pt x="4751390" y="387998"/>
                  </a:lnTo>
                  <a:lnTo>
                    <a:pt x="4751484" y="387998"/>
                  </a:lnTo>
                  <a:lnTo>
                    <a:pt x="4751578" y="387998"/>
                  </a:lnTo>
                  <a:lnTo>
                    <a:pt x="4751672" y="387998"/>
                  </a:lnTo>
                  <a:lnTo>
                    <a:pt x="4751766" y="387998"/>
                  </a:lnTo>
                  <a:lnTo>
                    <a:pt x="4751860" y="387998"/>
                  </a:lnTo>
                  <a:lnTo>
                    <a:pt x="4751955" y="387998"/>
                  </a:lnTo>
                  <a:lnTo>
                    <a:pt x="4752049" y="387998"/>
                  </a:lnTo>
                  <a:lnTo>
                    <a:pt x="4752143" y="387998"/>
                  </a:lnTo>
                  <a:lnTo>
                    <a:pt x="4752237" y="387998"/>
                  </a:lnTo>
                  <a:lnTo>
                    <a:pt x="4752331" y="387998"/>
                  </a:lnTo>
                  <a:lnTo>
                    <a:pt x="4752425" y="387998"/>
                  </a:lnTo>
                  <a:lnTo>
                    <a:pt x="4752520" y="387998"/>
                  </a:lnTo>
                  <a:lnTo>
                    <a:pt x="4752614" y="387998"/>
                  </a:lnTo>
                  <a:lnTo>
                    <a:pt x="4752708" y="387998"/>
                  </a:lnTo>
                  <a:lnTo>
                    <a:pt x="4752802" y="387998"/>
                  </a:lnTo>
                  <a:lnTo>
                    <a:pt x="4752896" y="387998"/>
                  </a:lnTo>
                  <a:lnTo>
                    <a:pt x="4752990" y="387998"/>
                  </a:lnTo>
                  <a:lnTo>
                    <a:pt x="4753084" y="387998"/>
                  </a:lnTo>
                  <a:lnTo>
                    <a:pt x="4753179" y="387998"/>
                  </a:lnTo>
                  <a:lnTo>
                    <a:pt x="4753273" y="387998"/>
                  </a:lnTo>
                  <a:lnTo>
                    <a:pt x="4753367" y="387998"/>
                  </a:lnTo>
                  <a:lnTo>
                    <a:pt x="4753461" y="387998"/>
                  </a:lnTo>
                  <a:lnTo>
                    <a:pt x="4753555" y="387998"/>
                  </a:lnTo>
                  <a:lnTo>
                    <a:pt x="4753649" y="387998"/>
                  </a:lnTo>
                  <a:lnTo>
                    <a:pt x="4753744" y="387998"/>
                  </a:lnTo>
                  <a:lnTo>
                    <a:pt x="4753838" y="387998"/>
                  </a:lnTo>
                  <a:lnTo>
                    <a:pt x="4753932" y="387998"/>
                  </a:lnTo>
                  <a:lnTo>
                    <a:pt x="4754026" y="387998"/>
                  </a:lnTo>
                  <a:lnTo>
                    <a:pt x="4754120" y="387998"/>
                  </a:lnTo>
                  <a:lnTo>
                    <a:pt x="4754214" y="387998"/>
                  </a:lnTo>
                  <a:lnTo>
                    <a:pt x="4754308" y="387998"/>
                  </a:lnTo>
                  <a:lnTo>
                    <a:pt x="4754403" y="387998"/>
                  </a:lnTo>
                  <a:lnTo>
                    <a:pt x="4754497" y="387998"/>
                  </a:lnTo>
                  <a:lnTo>
                    <a:pt x="4754591" y="387998"/>
                  </a:lnTo>
                  <a:lnTo>
                    <a:pt x="4754591" y="383087"/>
                  </a:lnTo>
                  <a:lnTo>
                    <a:pt x="4754685" y="383087"/>
                  </a:lnTo>
                  <a:lnTo>
                    <a:pt x="4754779" y="383087"/>
                  </a:lnTo>
                  <a:lnTo>
                    <a:pt x="4754873" y="383087"/>
                  </a:lnTo>
                  <a:lnTo>
                    <a:pt x="4754968" y="383087"/>
                  </a:lnTo>
                  <a:lnTo>
                    <a:pt x="4755062" y="383087"/>
                  </a:lnTo>
                  <a:lnTo>
                    <a:pt x="4755156" y="383087"/>
                  </a:lnTo>
                  <a:lnTo>
                    <a:pt x="4755250" y="383087"/>
                  </a:lnTo>
                  <a:lnTo>
                    <a:pt x="4755344" y="383087"/>
                  </a:lnTo>
                  <a:lnTo>
                    <a:pt x="4755438" y="383087"/>
                  </a:lnTo>
                  <a:lnTo>
                    <a:pt x="4755532" y="383087"/>
                  </a:lnTo>
                  <a:lnTo>
                    <a:pt x="4755627" y="383087"/>
                  </a:lnTo>
                  <a:lnTo>
                    <a:pt x="4755721" y="383087"/>
                  </a:lnTo>
                  <a:lnTo>
                    <a:pt x="4755815" y="383087"/>
                  </a:lnTo>
                  <a:lnTo>
                    <a:pt x="4755909" y="383087"/>
                  </a:lnTo>
                  <a:lnTo>
                    <a:pt x="4756003" y="383087"/>
                  </a:lnTo>
                  <a:lnTo>
                    <a:pt x="4756097" y="383087"/>
                  </a:lnTo>
                  <a:lnTo>
                    <a:pt x="4756191" y="383087"/>
                  </a:lnTo>
                  <a:lnTo>
                    <a:pt x="4756286" y="383087"/>
                  </a:lnTo>
                  <a:lnTo>
                    <a:pt x="4756380" y="383087"/>
                  </a:lnTo>
                  <a:lnTo>
                    <a:pt x="4756474" y="383087"/>
                  </a:lnTo>
                  <a:lnTo>
                    <a:pt x="4756568" y="383087"/>
                  </a:lnTo>
                  <a:lnTo>
                    <a:pt x="4756662" y="383087"/>
                  </a:lnTo>
                  <a:lnTo>
                    <a:pt x="4756662" y="378175"/>
                  </a:lnTo>
                  <a:lnTo>
                    <a:pt x="4756756" y="378175"/>
                  </a:lnTo>
                  <a:lnTo>
                    <a:pt x="4756851" y="378175"/>
                  </a:lnTo>
                  <a:lnTo>
                    <a:pt x="4756945" y="378175"/>
                  </a:lnTo>
                  <a:lnTo>
                    <a:pt x="4757039" y="378175"/>
                  </a:lnTo>
                  <a:lnTo>
                    <a:pt x="4757133" y="378175"/>
                  </a:lnTo>
                  <a:lnTo>
                    <a:pt x="4757227" y="378175"/>
                  </a:lnTo>
                  <a:lnTo>
                    <a:pt x="4757321" y="378175"/>
                  </a:lnTo>
                  <a:lnTo>
                    <a:pt x="4757415" y="378175"/>
                  </a:lnTo>
                  <a:lnTo>
                    <a:pt x="4757510" y="378175"/>
                  </a:lnTo>
                  <a:lnTo>
                    <a:pt x="4757604" y="378175"/>
                  </a:lnTo>
                  <a:lnTo>
                    <a:pt x="4757698" y="378175"/>
                  </a:lnTo>
                  <a:lnTo>
                    <a:pt x="4757792" y="378175"/>
                  </a:lnTo>
                  <a:lnTo>
                    <a:pt x="4757886" y="378175"/>
                  </a:lnTo>
                  <a:lnTo>
                    <a:pt x="4757980" y="378175"/>
                  </a:lnTo>
                  <a:lnTo>
                    <a:pt x="4758075" y="378175"/>
                  </a:lnTo>
                  <a:lnTo>
                    <a:pt x="4758169" y="378175"/>
                  </a:lnTo>
                  <a:lnTo>
                    <a:pt x="4758263" y="378175"/>
                  </a:lnTo>
                  <a:lnTo>
                    <a:pt x="4758357" y="378175"/>
                  </a:lnTo>
                  <a:lnTo>
                    <a:pt x="4758451" y="378175"/>
                  </a:lnTo>
                  <a:lnTo>
                    <a:pt x="4758545" y="378175"/>
                  </a:lnTo>
                  <a:lnTo>
                    <a:pt x="4758639" y="378175"/>
                  </a:lnTo>
                  <a:lnTo>
                    <a:pt x="4758734" y="378175"/>
                  </a:lnTo>
                  <a:lnTo>
                    <a:pt x="4758828" y="378175"/>
                  </a:lnTo>
                  <a:lnTo>
                    <a:pt x="4758922" y="378175"/>
                  </a:lnTo>
                  <a:lnTo>
                    <a:pt x="4759016" y="378175"/>
                  </a:lnTo>
                  <a:lnTo>
                    <a:pt x="4759110" y="378175"/>
                  </a:lnTo>
                  <a:lnTo>
                    <a:pt x="4759204" y="378175"/>
                  </a:lnTo>
                  <a:lnTo>
                    <a:pt x="4759299" y="378175"/>
                  </a:lnTo>
                  <a:lnTo>
                    <a:pt x="4759393" y="378175"/>
                  </a:lnTo>
                  <a:lnTo>
                    <a:pt x="4759487" y="378175"/>
                  </a:lnTo>
                  <a:lnTo>
                    <a:pt x="4759581" y="378175"/>
                  </a:lnTo>
                  <a:lnTo>
                    <a:pt x="4759675" y="378175"/>
                  </a:lnTo>
                  <a:lnTo>
                    <a:pt x="4759769" y="378175"/>
                  </a:lnTo>
                  <a:lnTo>
                    <a:pt x="4759863" y="378175"/>
                  </a:lnTo>
                  <a:lnTo>
                    <a:pt x="4759958" y="378175"/>
                  </a:lnTo>
                  <a:lnTo>
                    <a:pt x="4760052" y="378175"/>
                  </a:lnTo>
                  <a:lnTo>
                    <a:pt x="4760146" y="378175"/>
                  </a:lnTo>
                  <a:lnTo>
                    <a:pt x="4760240" y="378175"/>
                  </a:lnTo>
                  <a:lnTo>
                    <a:pt x="4760334" y="378175"/>
                  </a:lnTo>
                  <a:lnTo>
                    <a:pt x="4760428" y="378175"/>
                  </a:lnTo>
                  <a:lnTo>
                    <a:pt x="4760522" y="378175"/>
                  </a:lnTo>
                  <a:lnTo>
                    <a:pt x="4760617" y="378175"/>
                  </a:lnTo>
                  <a:lnTo>
                    <a:pt x="4760711" y="378175"/>
                  </a:lnTo>
                  <a:lnTo>
                    <a:pt x="4760805" y="378175"/>
                  </a:lnTo>
                  <a:lnTo>
                    <a:pt x="4760899" y="378175"/>
                  </a:lnTo>
                  <a:lnTo>
                    <a:pt x="4760993" y="378175"/>
                  </a:lnTo>
                  <a:lnTo>
                    <a:pt x="4761087" y="378175"/>
                  </a:lnTo>
                  <a:lnTo>
                    <a:pt x="4761182" y="378175"/>
                  </a:lnTo>
                  <a:lnTo>
                    <a:pt x="4761276" y="378175"/>
                  </a:lnTo>
                  <a:lnTo>
                    <a:pt x="4761370" y="378175"/>
                  </a:lnTo>
                  <a:lnTo>
                    <a:pt x="4761370" y="373264"/>
                  </a:lnTo>
                  <a:lnTo>
                    <a:pt x="4761464" y="373264"/>
                  </a:lnTo>
                  <a:lnTo>
                    <a:pt x="4761558" y="373264"/>
                  </a:lnTo>
                  <a:lnTo>
                    <a:pt x="4761652" y="373264"/>
                  </a:lnTo>
                  <a:lnTo>
                    <a:pt x="4761746" y="373264"/>
                  </a:lnTo>
                  <a:lnTo>
                    <a:pt x="4761841" y="373264"/>
                  </a:lnTo>
                  <a:lnTo>
                    <a:pt x="4761935" y="373264"/>
                  </a:lnTo>
                  <a:lnTo>
                    <a:pt x="4762029" y="373264"/>
                  </a:lnTo>
                  <a:lnTo>
                    <a:pt x="4762123" y="373264"/>
                  </a:lnTo>
                  <a:lnTo>
                    <a:pt x="4762217" y="373264"/>
                  </a:lnTo>
                  <a:lnTo>
                    <a:pt x="4762311" y="373264"/>
                  </a:lnTo>
                  <a:lnTo>
                    <a:pt x="4762406" y="373264"/>
                  </a:lnTo>
                  <a:lnTo>
                    <a:pt x="4762500" y="373264"/>
                  </a:lnTo>
                  <a:lnTo>
                    <a:pt x="4762594" y="373264"/>
                  </a:lnTo>
                  <a:lnTo>
                    <a:pt x="4762688" y="373264"/>
                  </a:lnTo>
                  <a:lnTo>
                    <a:pt x="4762782" y="373264"/>
                  </a:lnTo>
                  <a:lnTo>
                    <a:pt x="4762876" y="373264"/>
                  </a:lnTo>
                  <a:lnTo>
                    <a:pt x="4762970" y="373264"/>
                  </a:lnTo>
                  <a:lnTo>
                    <a:pt x="4763065" y="373264"/>
                  </a:lnTo>
                  <a:lnTo>
                    <a:pt x="4763159" y="373264"/>
                  </a:lnTo>
                  <a:lnTo>
                    <a:pt x="4763253" y="373264"/>
                  </a:lnTo>
                  <a:lnTo>
                    <a:pt x="4763347" y="373264"/>
                  </a:lnTo>
                  <a:lnTo>
                    <a:pt x="4763441" y="373264"/>
                  </a:lnTo>
                  <a:lnTo>
                    <a:pt x="4763535" y="373264"/>
                  </a:lnTo>
                  <a:lnTo>
                    <a:pt x="4763630" y="373264"/>
                  </a:lnTo>
                  <a:lnTo>
                    <a:pt x="4763724" y="373264"/>
                  </a:lnTo>
                  <a:lnTo>
                    <a:pt x="4763818" y="373264"/>
                  </a:lnTo>
                  <a:lnTo>
                    <a:pt x="4763912" y="373264"/>
                  </a:lnTo>
                  <a:lnTo>
                    <a:pt x="4764006" y="373264"/>
                  </a:lnTo>
                  <a:lnTo>
                    <a:pt x="4764100" y="373264"/>
                  </a:lnTo>
                  <a:lnTo>
                    <a:pt x="4764194" y="373264"/>
                  </a:lnTo>
                  <a:lnTo>
                    <a:pt x="4764289" y="373264"/>
                  </a:lnTo>
                  <a:lnTo>
                    <a:pt x="4764383" y="373264"/>
                  </a:lnTo>
                  <a:lnTo>
                    <a:pt x="4764477" y="373264"/>
                  </a:lnTo>
                  <a:lnTo>
                    <a:pt x="4764477" y="368353"/>
                  </a:lnTo>
                  <a:lnTo>
                    <a:pt x="4764571" y="368353"/>
                  </a:lnTo>
                  <a:lnTo>
                    <a:pt x="4764665" y="368353"/>
                  </a:lnTo>
                  <a:lnTo>
                    <a:pt x="4764759" y="368353"/>
                  </a:lnTo>
                  <a:lnTo>
                    <a:pt x="4764853" y="368353"/>
                  </a:lnTo>
                  <a:lnTo>
                    <a:pt x="4764948" y="368353"/>
                  </a:lnTo>
                  <a:lnTo>
                    <a:pt x="4765042" y="368353"/>
                  </a:lnTo>
                  <a:lnTo>
                    <a:pt x="4765136" y="368353"/>
                  </a:lnTo>
                  <a:lnTo>
                    <a:pt x="4765230" y="368353"/>
                  </a:lnTo>
                  <a:lnTo>
                    <a:pt x="4765324" y="368353"/>
                  </a:lnTo>
                  <a:lnTo>
                    <a:pt x="4765418" y="368353"/>
                  </a:lnTo>
                  <a:lnTo>
                    <a:pt x="4765513" y="368353"/>
                  </a:lnTo>
                  <a:lnTo>
                    <a:pt x="4765607" y="368353"/>
                  </a:lnTo>
                  <a:lnTo>
                    <a:pt x="4765701" y="368353"/>
                  </a:lnTo>
                  <a:lnTo>
                    <a:pt x="4765795" y="368353"/>
                  </a:lnTo>
                  <a:lnTo>
                    <a:pt x="4765889" y="368353"/>
                  </a:lnTo>
                  <a:lnTo>
                    <a:pt x="4765983" y="368353"/>
                  </a:lnTo>
                  <a:lnTo>
                    <a:pt x="4766077" y="368353"/>
                  </a:lnTo>
                  <a:lnTo>
                    <a:pt x="4766172" y="368353"/>
                  </a:lnTo>
                  <a:lnTo>
                    <a:pt x="4766266" y="368353"/>
                  </a:lnTo>
                  <a:lnTo>
                    <a:pt x="4766360" y="368353"/>
                  </a:lnTo>
                  <a:lnTo>
                    <a:pt x="4766454" y="368353"/>
                  </a:lnTo>
                  <a:lnTo>
                    <a:pt x="4766548" y="368353"/>
                  </a:lnTo>
                  <a:lnTo>
                    <a:pt x="4766642" y="368353"/>
                  </a:lnTo>
                  <a:lnTo>
                    <a:pt x="4766737" y="368353"/>
                  </a:lnTo>
                  <a:lnTo>
                    <a:pt x="4766831" y="368353"/>
                  </a:lnTo>
                  <a:lnTo>
                    <a:pt x="4766925" y="368353"/>
                  </a:lnTo>
                  <a:lnTo>
                    <a:pt x="4767019" y="368353"/>
                  </a:lnTo>
                  <a:lnTo>
                    <a:pt x="4767113" y="368353"/>
                  </a:lnTo>
                  <a:lnTo>
                    <a:pt x="4767207" y="368353"/>
                  </a:lnTo>
                  <a:lnTo>
                    <a:pt x="4767301" y="368353"/>
                  </a:lnTo>
                  <a:lnTo>
                    <a:pt x="4767396" y="368353"/>
                  </a:lnTo>
                  <a:lnTo>
                    <a:pt x="4767490" y="368353"/>
                  </a:lnTo>
                  <a:lnTo>
                    <a:pt x="4767584" y="368353"/>
                  </a:lnTo>
                  <a:lnTo>
                    <a:pt x="4767678" y="368353"/>
                  </a:lnTo>
                  <a:lnTo>
                    <a:pt x="4767772" y="368353"/>
                  </a:lnTo>
                  <a:lnTo>
                    <a:pt x="4767866" y="368353"/>
                  </a:lnTo>
                  <a:lnTo>
                    <a:pt x="4767961" y="368353"/>
                  </a:lnTo>
                  <a:lnTo>
                    <a:pt x="4768055" y="368353"/>
                  </a:lnTo>
                  <a:lnTo>
                    <a:pt x="4768149" y="368353"/>
                  </a:lnTo>
                  <a:lnTo>
                    <a:pt x="4768243" y="368353"/>
                  </a:lnTo>
                  <a:lnTo>
                    <a:pt x="4768337" y="368353"/>
                  </a:lnTo>
                  <a:lnTo>
                    <a:pt x="4768431" y="368353"/>
                  </a:lnTo>
                  <a:lnTo>
                    <a:pt x="4768525" y="368353"/>
                  </a:lnTo>
                  <a:lnTo>
                    <a:pt x="4768620" y="368353"/>
                  </a:lnTo>
                  <a:lnTo>
                    <a:pt x="4768714" y="368353"/>
                  </a:lnTo>
                  <a:lnTo>
                    <a:pt x="4768808" y="368353"/>
                  </a:lnTo>
                  <a:lnTo>
                    <a:pt x="4768902" y="368353"/>
                  </a:lnTo>
                  <a:lnTo>
                    <a:pt x="4768996" y="368353"/>
                  </a:lnTo>
                  <a:lnTo>
                    <a:pt x="4769090" y="368353"/>
                  </a:lnTo>
                  <a:lnTo>
                    <a:pt x="4769184" y="368353"/>
                  </a:lnTo>
                  <a:lnTo>
                    <a:pt x="4769279" y="368353"/>
                  </a:lnTo>
                  <a:lnTo>
                    <a:pt x="4769373" y="368353"/>
                  </a:lnTo>
                  <a:lnTo>
                    <a:pt x="4769467" y="368353"/>
                  </a:lnTo>
                  <a:lnTo>
                    <a:pt x="4769561" y="368353"/>
                  </a:lnTo>
                  <a:lnTo>
                    <a:pt x="4769655" y="368353"/>
                  </a:lnTo>
                  <a:lnTo>
                    <a:pt x="4769749" y="368353"/>
                  </a:lnTo>
                  <a:lnTo>
                    <a:pt x="4769844" y="368353"/>
                  </a:lnTo>
                  <a:lnTo>
                    <a:pt x="4769938" y="368353"/>
                  </a:lnTo>
                  <a:lnTo>
                    <a:pt x="4770032" y="368353"/>
                  </a:lnTo>
                  <a:lnTo>
                    <a:pt x="4770126" y="368353"/>
                  </a:lnTo>
                  <a:lnTo>
                    <a:pt x="4770220" y="368353"/>
                  </a:lnTo>
                  <a:lnTo>
                    <a:pt x="4770314" y="368353"/>
                  </a:lnTo>
                  <a:lnTo>
                    <a:pt x="4770408" y="368353"/>
                  </a:lnTo>
                  <a:lnTo>
                    <a:pt x="4770503" y="368353"/>
                  </a:lnTo>
                  <a:lnTo>
                    <a:pt x="4770597" y="368353"/>
                  </a:lnTo>
                  <a:lnTo>
                    <a:pt x="4770691" y="368353"/>
                  </a:lnTo>
                  <a:lnTo>
                    <a:pt x="4770785" y="368353"/>
                  </a:lnTo>
                  <a:lnTo>
                    <a:pt x="4770879" y="368353"/>
                  </a:lnTo>
                  <a:lnTo>
                    <a:pt x="4770973" y="368353"/>
                  </a:lnTo>
                  <a:lnTo>
                    <a:pt x="4771068" y="368353"/>
                  </a:lnTo>
                  <a:lnTo>
                    <a:pt x="4771162" y="368353"/>
                  </a:lnTo>
                  <a:lnTo>
                    <a:pt x="4771256" y="368353"/>
                  </a:lnTo>
                  <a:lnTo>
                    <a:pt x="4771350" y="368353"/>
                  </a:lnTo>
                  <a:lnTo>
                    <a:pt x="4771444" y="368353"/>
                  </a:lnTo>
                  <a:lnTo>
                    <a:pt x="4771538" y="368353"/>
                  </a:lnTo>
                  <a:lnTo>
                    <a:pt x="4771632" y="368353"/>
                  </a:lnTo>
                  <a:lnTo>
                    <a:pt x="4771727" y="368353"/>
                  </a:lnTo>
                  <a:lnTo>
                    <a:pt x="4771821" y="368353"/>
                  </a:lnTo>
                  <a:lnTo>
                    <a:pt x="4771915" y="368353"/>
                  </a:lnTo>
                  <a:lnTo>
                    <a:pt x="4772009" y="368353"/>
                  </a:lnTo>
                  <a:lnTo>
                    <a:pt x="4772103" y="368353"/>
                  </a:lnTo>
                  <a:lnTo>
                    <a:pt x="4772197" y="368353"/>
                  </a:lnTo>
                  <a:lnTo>
                    <a:pt x="4772292" y="368353"/>
                  </a:lnTo>
                  <a:lnTo>
                    <a:pt x="4772386" y="368353"/>
                  </a:lnTo>
                  <a:lnTo>
                    <a:pt x="4772480" y="368353"/>
                  </a:lnTo>
                  <a:lnTo>
                    <a:pt x="4772574" y="368353"/>
                  </a:lnTo>
                  <a:lnTo>
                    <a:pt x="4772668" y="368353"/>
                  </a:lnTo>
                  <a:lnTo>
                    <a:pt x="4772762" y="368353"/>
                  </a:lnTo>
                  <a:lnTo>
                    <a:pt x="4772856" y="368353"/>
                  </a:lnTo>
                  <a:lnTo>
                    <a:pt x="4772951" y="368353"/>
                  </a:lnTo>
                  <a:lnTo>
                    <a:pt x="4773045" y="368353"/>
                  </a:lnTo>
                  <a:lnTo>
                    <a:pt x="4773139" y="368353"/>
                  </a:lnTo>
                  <a:lnTo>
                    <a:pt x="4773233" y="368353"/>
                  </a:lnTo>
                  <a:lnTo>
                    <a:pt x="4773327" y="368353"/>
                  </a:lnTo>
                  <a:lnTo>
                    <a:pt x="4773421" y="368353"/>
                  </a:lnTo>
                  <a:lnTo>
                    <a:pt x="4773515" y="368353"/>
                  </a:lnTo>
                  <a:lnTo>
                    <a:pt x="4773610" y="368353"/>
                  </a:lnTo>
                  <a:lnTo>
                    <a:pt x="4773704" y="368353"/>
                  </a:lnTo>
                  <a:lnTo>
                    <a:pt x="4773798" y="368353"/>
                  </a:lnTo>
                  <a:lnTo>
                    <a:pt x="4773892" y="368353"/>
                  </a:lnTo>
                  <a:lnTo>
                    <a:pt x="4773986" y="368353"/>
                  </a:lnTo>
                  <a:lnTo>
                    <a:pt x="4774080" y="368353"/>
                  </a:lnTo>
                  <a:lnTo>
                    <a:pt x="4774175" y="368353"/>
                  </a:lnTo>
                  <a:lnTo>
                    <a:pt x="4774269" y="368353"/>
                  </a:lnTo>
                  <a:lnTo>
                    <a:pt x="4774363" y="368353"/>
                  </a:lnTo>
                  <a:lnTo>
                    <a:pt x="4774457" y="368353"/>
                  </a:lnTo>
                  <a:lnTo>
                    <a:pt x="4774551" y="368353"/>
                  </a:lnTo>
                  <a:lnTo>
                    <a:pt x="4774645" y="368353"/>
                  </a:lnTo>
                  <a:lnTo>
                    <a:pt x="4774739" y="368353"/>
                  </a:lnTo>
                  <a:lnTo>
                    <a:pt x="4774834" y="368353"/>
                  </a:lnTo>
                  <a:lnTo>
                    <a:pt x="4774928" y="368353"/>
                  </a:lnTo>
                  <a:lnTo>
                    <a:pt x="4775022" y="368353"/>
                  </a:lnTo>
                  <a:lnTo>
                    <a:pt x="4775116" y="368353"/>
                  </a:lnTo>
                  <a:lnTo>
                    <a:pt x="4775210" y="368353"/>
                  </a:lnTo>
                  <a:lnTo>
                    <a:pt x="4775304" y="368353"/>
                  </a:lnTo>
                  <a:lnTo>
                    <a:pt x="4775399" y="368353"/>
                  </a:lnTo>
                  <a:lnTo>
                    <a:pt x="4775493" y="368353"/>
                  </a:lnTo>
                  <a:lnTo>
                    <a:pt x="4775587" y="368353"/>
                  </a:lnTo>
                  <a:lnTo>
                    <a:pt x="4775681" y="368353"/>
                  </a:lnTo>
                  <a:lnTo>
                    <a:pt x="4775775" y="368353"/>
                  </a:lnTo>
                  <a:lnTo>
                    <a:pt x="4775869" y="368353"/>
                  </a:lnTo>
                  <a:lnTo>
                    <a:pt x="4775963" y="368353"/>
                  </a:lnTo>
                  <a:lnTo>
                    <a:pt x="4776058" y="368353"/>
                  </a:lnTo>
                  <a:lnTo>
                    <a:pt x="4776152" y="368353"/>
                  </a:lnTo>
                  <a:lnTo>
                    <a:pt x="4776246" y="368353"/>
                  </a:lnTo>
                  <a:lnTo>
                    <a:pt x="4776340" y="368353"/>
                  </a:lnTo>
                  <a:lnTo>
                    <a:pt x="4776434" y="368353"/>
                  </a:lnTo>
                  <a:lnTo>
                    <a:pt x="4776528" y="368353"/>
                  </a:lnTo>
                  <a:lnTo>
                    <a:pt x="4776623" y="368353"/>
                  </a:lnTo>
                  <a:lnTo>
                    <a:pt x="4776717" y="368353"/>
                  </a:lnTo>
                  <a:lnTo>
                    <a:pt x="4776811" y="368353"/>
                  </a:lnTo>
                  <a:lnTo>
                    <a:pt x="4776905" y="368353"/>
                  </a:lnTo>
                  <a:lnTo>
                    <a:pt x="4776999" y="368353"/>
                  </a:lnTo>
                  <a:lnTo>
                    <a:pt x="4777093" y="368353"/>
                  </a:lnTo>
                  <a:lnTo>
                    <a:pt x="4777187" y="368353"/>
                  </a:lnTo>
                  <a:lnTo>
                    <a:pt x="4777282" y="368353"/>
                  </a:lnTo>
                  <a:lnTo>
                    <a:pt x="4777376" y="368353"/>
                  </a:lnTo>
                  <a:lnTo>
                    <a:pt x="4777470" y="368353"/>
                  </a:lnTo>
                  <a:lnTo>
                    <a:pt x="4777564" y="368353"/>
                  </a:lnTo>
                  <a:lnTo>
                    <a:pt x="4777658" y="368353"/>
                  </a:lnTo>
                  <a:lnTo>
                    <a:pt x="4777752" y="368353"/>
                  </a:lnTo>
                  <a:lnTo>
                    <a:pt x="4777846" y="368353"/>
                  </a:lnTo>
                  <a:lnTo>
                    <a:pt x="4777941" y="368353"/>
                  </a:lnTo>
                  <a:lnTo>
                    <a:pt x="4778035" y="368353"/>
                  </a:lnTo>
                  <a:lnTo>
                    <a:pt x="4778129" y="368353"/>
                  </a:lnTo>
                  <a:lnTo>
                    <a:pt x="4778223" y="368353"/>
                  </a:lnTo>
                  <a:lnTo>
                    <a:pt x="4778317" y="368353"/>
                  </a:lnTo>
                  <a:lnTo>
                    <a:pt x="4778411" y="368353"/>
                  </a:lnTo>
                  <a:lnTo>
                    <a:pt x="4778506" y="368353"/>
                  </a:lnTo>
                  <a:lnTo>
                    <a:pt x="4778600" y="368353"/>
                  </a:lnTo>
                  <a:lnTo>
                    <a:pt x="4778694" y="368353"/>
                  </a:lnTo>
                  <a:lnTo>
                    <a:pt x="4778788" y="368353"/>
                  </a:lnTo>
                  <a:lnTo>
                    <a:pt x="4778882" y="368353"/>
                  </a:lnTo>
                  <a:lnTo>
                    <a:pt x="4778976" y="368353"/>
                  </a:lnTo>
                  <a:lnTo>
                    <a:pt x="4779070" y="368353"/>
                  </a:lnTo>
                  <a:lnTo>
                    <a:pt x="4779165" y="368353"/>
                  </a:lnTo>
                  <a:lnTo>
                    <a:pt x="4779259" y="368353"/>
                  </a:lnTo>
                  <a:lnTo>
                    <a:pt x="4779353" y="368353"/>
                  </a:lnTo>
                  <a:lnTo>
                    <a:pt x="4779447" y="368353"/>
                  </a:lnTo>
                  <a:lnTo>
                    <a:pt x="4779541" y="368353"/>
                  </a:lnTo>
                  <a:lnTo>
                    <a:pt x="4779635" y="368353"/>
                  </a:lnTo>
                  <a:lnTo>
                    <a:pt x="4779730" y="368353"/>
                  </a:lnTo>
                  <a:lnTo>
                    <a:pt x="4779824" y="368353"/>
                  </a:lnTo>
                  <a:lnTo>
                    <a:pt x="4779918" y="368353"/>
                  </a:lnTo>
                  <a:lnTo>
                    <a:pt x="4780012" y="368353"/>
                  </a:lnTo>
                  <a:lnTo>
                    <a:pt x="4780106" y="368353"/>
                  </a:lnTo>
                  <a:lnTo>
                    <a:pt x="4780200" y="368353"/>
                  </a:lnTo>
                  <a:lnTo>
                    <a:pt x="4780294" y="368353"/>
                  </a:lnTo>
                  <a:lnTo>
                    <a:pt x="4780389" y="368353"/>
                  </a:lnTo>
                  <a:lnTo>
                    <a:pt x="4780483" y="368353"/>
                  </a:lnTo>
                  <a:lnTo>
                    <a:pt x="4780577" y="368353"/>
                  </a:lnTo>
                  <a:lnTo>
                    <a:pt x="4780671" y="368353"/>
                  </a:lnTo>
                  <a:lnTo>
                    <a:pt x="4780765" y="368353"/>
                  </a:lnTo>
                  <a:lnTo>
                    <a:pt x="4780859" y="368353"/>
                  </a:lnTo>
                  <a:lnTo>
                    <a:pt x="4780954" y="368353"/>
                  </a:lnTo>
                  <a:lnTo>
                    <a:pt x="4781048" y="368353"/>
                  </a:lnTo>
                  <a:lnTo>
                    <a:pt x="4781048" y="363441"/>
                  </a:lnTo>
                  <a:lnTo>
                    <a:pt x="4781142" y="363441"/>
                  </a:lnTo>
                  <a:lnTo>
                    <a:pt x="4781236" y="363441"/>
                  </a:lnTo>
                  <a:lnTo>
                    <a:pt x="4781330" y="363441"/>
                  </a:lnTo>
                  <a:lnTo>
                    <a:pt x="4781424" y="363441"/>
                  </a:lnTo>
                  <a:lnTo>
                    <a:pt x="4781518" y="363441"/>
                  </a:lnTo>
                  <a:lnTo>
                    <a:pt x="4781613" y="363441"/>
                  </a:lnTo>
                  <a:lnTo>
                    <a:pt x="4781707" y="363441"/>
                  </a:lnTo>
                  <a:lnTo>
                    <a:pt x="4781801" y="363441"/>
                  </a:lnTo>
                  <a:lnTo>
                    <a:pt x="4781895" y="363441"/>
                  </a:lnTo>
                  <a:lnTo>
                    <a:pt x="4781989" y="363441"/>
                  </a:lnTo>
                  <a:lnTo>
                    <a:pt x="4782083" y="363441"/>
                  </a:lnTo>
                  <a:lnTo>
                    <a:pt x="4782177" y="363441"/>
                  </a:lnTo>
                  <a:lnTo>
                    <a:pt x="4782272" y="363441"/>
                  </a:lnTo>
                  <a:lnTo>
                    <a:pt x="4782366" y="363441"/>
                  </a:lnTo>
                  <a:lnTo>
                    <a:pt x="4782460" y="363441"/>
                  </a:lnTo>
                  <a:lnTo>
                    <a:pt x="4782554" y="363441"/>
                  </a:lnTo>
                  <a:lnTo>
                    <a:pt x="4782648" y="363441"/>
                  </a:lnTo>
                  <a:lnTo>
                    <a:pt x="4782742" y="363441"/>
                  </a:lnTo>
                  <a:lnTo>
                    <a:pt x="4782837" y="363441"/>
                  </a:lnTo>
                  <a:lnTo>
                    <a:pt x="4782931" y="363441"/>
                  </a:lnTo>
                  <a:lnTo>
                    <a:pt x="4783025" y="363441"/>
                  </a:lnTo>
                  <a:lnTo>
                    <a:pt x="4783119" y="363441"/>
                  </a:lnTo>
                  <a:lnTo>
                    <a:pt x="4783213" y="363441"/>
                  </a:lnTo>
                  <a:lnTo>
                    <a:pt x="4783307" y="363441"/>
                  </a:lnTo>
                  <a:lnTo>
                    <a:pt x="4783401" y="363441"/>
                  </a:lnTo>
                  <a:lnTo>
                    <a:pt x="4783496" y="363441"/>
                  </a:lnTo>
                  <a:lnTo>
                    <a:pt x="4783590" y="363441"/>
                  </a:lnTo>
                  <a:lnTo>
                    <a:pt x="4783684" y="363441"/>
                  </a:lnTo>
                  <a:lnTo>
                    <a:pt x="4783778" y="363441"/>
                  </a:lnTo>
                  <a:lnTo>
                    <a:pt x="4783872" y="363441"/>
                  </a:lnTo>
                  <a:lnTo>
                    <a:pt x="4783966" y="363441"/>
                  </a:lnTo>
                  <a:lnTo>
                    <a:pt x="4784061" y="363441"/>
                  </a:lnTo>
                  <a:lnTo>
                    <a:pt x="4784155" y="363441"/>
                  </a:lnTo>
                  <a:lnTo>
                    <a:pt x="4784249" y="363441"/>
                  </a:lnTo>
                  <a:lnTo>
                    <a:pt x="4784343" y="363441"/>
                  </a:lnTo>
                  <a:lnTo>
                    <a:pt x="4784437" y="363441"/>
                  </a:lnTo>
                  <a:lnTo>
                    <a:pt x="4784531" y="363441"/>
                  </a:lnTo>
                  <a:lnTo>
                    <a:pt x="4784531" y="358530"/>
                  </a:lnTo>
                  <a:lnTo>
                    <a:pt x="4784625" y="358530"/>
                  </a:lnTo>
                  <a:lnTo>
                    <a:pt x="4784720" y="358530"/>
                  </a:lnTo>
                  <a:lnTo>
                    <a:pt x="4784814" y="358530"/>
                  </a:lnTo>
                  <a:lnTo>
                    <a:pt x="4784908" y="358530"/>
                  </a:lnTo>
                  <a:lnTo>
                    <a:pt x="4785002" y="358530"/>
                  </a:lnTo>
                  <a:lnTo>
                    <a:pt x="4785096" y="358530"/>
                  </a:lnTo>
                  <a:lnTo>
                    <a:pt x="4785190" y="358530"/>
                  </a:lnTo>
                  <a:lnTo>
                    <a:pt x="4785285" y="358530"/>
                  </a:lnTo>
                  <a:lnTo>
                    <a:pt x="4785379" y="358530"/>
                  </a:lnTo>
                  <a:lnTo>
                    <a:pt x="4785473" y="358530"/>
                  </a:lnTo>
                  <a:lnTo>
                    <a:pt x="4785567" y="358530"/>
                  </a:lnTo>
                  <a:lnTo>
                    <a:pt x="4785661" y="358530"/>
                  </a:lnTo>
                  <a:lnTo>
                    <a:pt x="4785755" y="358530"/>
                  </a:lnTo>
                  <a:lnTo>
                    <a:pt x="4785849" y="358530"/>
                  </a:lnTo>
                  <a:lnTo>
                    <a:pt x="4785944" y="358530"/>
                  </a:lnTo>
                  <a:lnTo>
                    <a:pt x="4786038" y="358530"/>
                  </a:lnTo>
                  <a:lnTo>
                    <a:pt x="4786132" y="358530"/>
                  </a:lnTo>
                  <a:lnTo>
                    <a:pt x="4786226" y="358530"/>
                  </a:lnTo>
                  <a:lnTo>
                    <a:pt x="4786320" y="358530"/>
                  </a:lnTo>
                  <a:lnTo>
                    <a:pt x="4786414" y="358530"/>
                  </a:lnTo>
                  <a:lnTo>
                    <a:pt x="4786508" y="358530"/>
                  </a:lnTo>
                  <a:lnTo>
                    <a:pt x="4786603" y="358530"/>
                  </a:lnTo>
                  <a:lnTo>
                    <a:pt x="4786697" y="358530"/>
                  </a:lnTo>
                  <a:lnTo>
                    <a:pt x="4786791" y="358530"/>
                  </a:lnTo>
                  <a:lnTo>
                    <a:pt x="4786885" y="358530"/>
                  </a:lnTo>
                  <a:lnTo>
                    <a:pt x="4786979" y="358530"/>
                  </a:lnTo>
                  <a:lnTo>
                    <a:pt x="4786979" y="353618"/>
                  </a:lnTo>
                  <a:lnTo>
                    <a:pt x="4787073" y="353618"/>
                  </a:lnTo>
                  <a:lnTo>
                    <a:pt x="4787168" y="353618"/>
                  </a:lnTo>
                  <a:lnTo>
                    <a:pt x="4787262" y="353618"/>
                  </a:lnTo>
                  <a:lnTo>
                    <a:pt x="4787356" y="353618"/>
                  </a:lnTo>
                  <a:lnTo>
                    <a:pt x="4787450" y="353618"/>
                  </a:lnTo>
                  <a:lnTo>
                    <a:pt x="4787544" y="353618"/>
                  </a:lnTo>
                  <a:lnTo>
                    <a:pt x="4787638" y="353618"/>
                  </a:lnTo>
                  <a:lnTo>
                    <a:pt x="4787732" y="353618"/>
                  </a:lnTo>
                  <a:lnTo>
                    <a:pt x="4787827" y="353618"/>
                  </a:lnTo>
                  <a:lnTo>
                    <a:pt x="4787921" y="353618"/>
                  </a:lnTo>
                  <a:lnTo>
                    <a:pt x="4788015" y="353618"/>
                  </a:lnTo>
                  <a:lnTo>
                    <a:pt x="4788109" y="353618"/>
                  </a:lnTo>
                  <a:lnTo>
                    <a:pt x="4788203" y="353618"/>
                  </a:lnTo>
                  <a:lnTo>
                    <a:pt x="4788297" y="353618"/>
                  </a:lnTo>
                  <a:lnTo>
                    <a:pt x="4788392" y="353618"/>
                  </a:lnTo>
                  <a:lnTo>
                    <a:pt x="4788486" y="353618"/>
                  </a:lnTo>
                  <a:lnTo>
                    <a:pt x="4788580" y="353618"/>
                  </a:lnTo>
                  <a:lnTo>
                    <a:pt x="4788674" y="353618"/>
                  </a:lnTo>
                  <a:lnTo>
                    <a:pt x="4788768" y="353618"/>
                  </a:lnTo>
                  <a:lnTo>
                    <a:pt x="4788862" y="353618"/>
                  </a:lnTo>
                  <a:lnTo>
                    <a:pt x="4788956" y="353618"/>
                  </a:lnTo>
                  <a:lnTo>
                    <a:pt x="4789051" y="353618"/>
                  </a:lnTo>
                  <a:lnTo>
                    <a:pt x="4789145" y="353618"/>
                  </a:lnTo>
                  <a:lnTo>
                    <a:pt x="4789239" y="353618"/>
                  </a:lnTo>
                  <a:lnTo>
                    <a:pt x="4789333" y="353618"/>
                  </a:lnTo>
                  <a:lnTo>
                    <a:pt x="4789427" y="353618"/>
                  </a:lnTo>
                  <a:lnTo>
                    <a:pt x="4789521" y="353618"/>
                  </a:lnTo>
                  <a:lnTo>
                    <a:pt x="4789616" y="353618"/>
                  </a:lnTo>
                  <a:lnTo>
                    <a:pt x="4789710" y="353618"/>
                  </a:lnTo>
                  <a:lnTo>
                    <a:pt x="4789804" y="353618"/>
                  </a:lnTo>
                  <a:lnTo>
                    <a:pt x="4789898" y="353618"/>
                  </a:lnTo>
                  <a:lnTo>
                    <a:pt x="4789992" y="353618"/>
                  </a:lnTo>
                  <a:lnTo>
                    <a:pt x="4790086" y="353618"/>
                  </a:lnTo>
                  <a:lnTo>
                    <a:pt x="4790180" y="353618"/>
                  </a:lnTo>
                  <a:lnTo>
                    <a:pt x="4790275" y="353618"/>
                  </a:lnTo>
                  <a:lnTo>
                    <a:pt x="4790369" y="353618"/>
                  </a:lnTo>
                  <a:lnTo>
                    <a:pt x="4790463" y="353618"/>
                  </a:lnTo>
                  <a:lnTo>
                    <a:pt x="4790557" y="353618"/>
                  </a:lnTo>
                  <a:lnTo>
                    <a:pt x="4790651" y="353618"/>
                  </a:lnTo>
                  <a:lnTo>
                    <a:pt x="4790745" y="353618"/>
                  </a:lnTo>
                  <a:lnTo>
                    <a:pt x="4790839" y="353618"/>
                  </a:lnTo>
                  <a:lnTo>
                    <a:pt x="4790934" y="353618"/>
                  </a:lnTo>
                  <a:lnTo>
                    <a:pt x="4791028" y="353618"/>
                  </a:lnTo>
                  <a:lnTo>
                    <a:pt x="4791122" y="353618"/>
                  </a:lnTo>
                  <a:lnTo>
                    <a:pt x="4791216" y="353618"/>
                  </a:lnTo>
                  <a:lnTo>
                    <a:pt x="4791310" y="353618"/>
                  </a:lnTo>
                  <a:lnTo>
                    <a:pt x="4791404" y="353618"/>
                  </a:lnTo>
                  <a:lnTo>
                    <a:pt x="4791499" y="353618"/>
                  </a:lnTo>
                  <a:lnTo>
                    <a:pt x="4791593" y="353618"/>
                  </a:lnTo>
                  <a:lnTo>
                    <a:pt x="4791687" y="353618"/>
                  </a:lnTo>
                  <a:lnTo>
                    <a:pt x="4791781" y="353618"/>
                  </a:lnTo>
                  <a:lnTo>
                    <a:pt x="4791875" y="353618"/>
                  </a:lnTo>
                  <a:lnTo>
                    <a:pt x="4791969" y="353618"/>
                  </a:lnTo>
                  <a:lnTo>
                    <a:pt x="4792063" y="353618"/>
                  </a:lnTo>
                  <a:lnTo>
                    <a:pt x="4792158" y="353618"/>
                  </a:lnTo>
                  <a:lnTo>
                    <a:pt x="4792252" y="353618"/>
                  </a:lnTo>
                  <a:lnTo>
                    <a:pt x="4792346" y="353618"/>
                  </a:lnTo>
                  <a:lnTo>
                    <a:pt x="4792440" y="353618"/>
                  </a:lnTo>
                  <a:lnTo>
                    <a:pt x="4792534" y="353618"/>
                  </a:lnTo>
                  <a:lnTo>
                    <a:pt x="4792628" y="353618"/>
                  </a:lnTo>
                  <a:lnTo>
                    <a:pt x="4792723" y="353618"/>
                  </a:lnTo>
                  <a:lnTo>
                    <a:pt x="4792817" y="353618"/>
                  </a:lnTo>
                  <a:lnTo>
                    <a:pt x="4792911" y="353618"/>
                  </a:lnTo>
                  <a:lnTo>
                    <a:pt x="4793005" y="353618"/>
                  </a:lnTo>
                  <a:lnTo>
                    <a:pt x="4793099" y="353618"/>
                  </a:lnTo>
                  <a:lnTo>
                    <a:pt x="4793193" y="353618"/>
                  </a:lnTo>
                  <a:lnTo>
                    <a:pt x="4793287" y="353618"/>
                  </a:lnTo>
                  <a:lnTo>
                    <a:pt x="4793382" y="353618"/>
                  </a:lnTo>
                  <a:lnTo>
                    <a:pt x="4793476" y="353618"/>
                  </a:lnTo>
                  <a:lnTo>
                    <a:pt x="4793570" y="353618"/>
                  </a:lnTo>
                  <a:lnTo>
                    <a:pt x="4793664" y="353618"/>
                  </a:lnTo>
                  <a:lnTo>
                    <a:pt x="4793758" y="353618"/>
                  </a:lnTo>
                  <a:lnTo>
                    <a:pt x="4793852" y="353618"/>
                  </a:lnTo>
                  <a:lnTo>
                    <a:pt x="4793852" y="348707"/>
                  </a:lnTo>
                  <a:lnTo>
                    <a:pt x="4793947" y="348707"/>
                  </a:lnTo>
                  <a:lnTo>
                    <a:pt x="4794041" y="348707"/>
                  </a:lnTo>
                  <a:lnTo>
                    <a:pt x="4794135" y="348707"/>
                  </a:lnTo>
                  <a:lnTo>
                    <a:pt x="4794229" y="348707"/>
                  </a:lnTo>
                  <a:lnTo>
                    <a:pt x="4794323" y="348707"/>
                  </a:lnTo>
                  <a:lnTo>
                    <a:pt x="4794417" y="348707"/>
                  </a:lnTo>
                  <a:lnTo>
                    <a:pt x="4794511" y="348707"/>
                  </a:lnTo>
                  <a:lnTo>
                    <a:pt x="4794606" y="348707"/>
                  </a:lnTo>
                  <a:lnTo>
                    <a:pt x="4794700" y="348707"/>
                  </a:lnTo>
                  <a:lnTo>
                    <a:pt x="4794794" y="348707"/>
                  </a:lnTo>
                  <a:lnTo>
                    <a:pt x="4794888" y="348707"/>
                  </a:lnTo>
                  <a:lnTo>
                    <a:pt x="4794982" y="348707"/>
                  </a:lnTo>
                  <a:lnTo>
                    <a:pt x="4795076" y="348707"/>
                  </a:lnTo>
                  <a:lnTo>
                    <a:pt x="4795170" y="348707"/>
                  </a:lnTo>
                  <a:lnTo>
                    <a:pt x="4795265" y="348707"/>
                  </a:lnTo>
                  <a:lnTo>
                    <a:pt x="4795359" y="348707"/>
                  </a:lnTo>
                  <a:lnTo>
                    <a:pt x="4795453" y="348707"/>
                  </a:lnTo>
                  <a:lnTo>
                    <a:pt x="4795547" y="348707"/>
                  </a:lnTo>
                  <a:lnTo>
                    <a:pt x="4795641" y="348707"/>
                  </a:lnTo>
                  <a:lnTo>
                    <a:pt x="4795735" y="348707"/>
                  </a:lnTo>
                  <a:lnTo>
                    <a:pt x="4795830" y="348707"/>
                  </a:lnTo>
                  <a:lnTo>
                    <a:pt x="4795924" y="348707"/>
                  </a:lnTo>
                  <a:lnTo>
                    <a:pt x="4796018" y="348707"/>
                  </a:lnTo>
                  <a:lnTo>
                    <a:pt x="4796112" y="348707"/>
                  </a:lnTo>
                  <a:lnTo>
                    <a:pt x="4796206" y="348707"/>
                  </a:lnTo>
                  <a:lnTo>
                    <a:pt x="4796300" y="348707"/>
                  </a:lnTo>
                  <a:lnTo>
                    <a:pt x="4796394" y="348707"/>
                  </a:lnTo>
                  <a:lnTo>
                    <a:pt x="4796489" y="348707"/>
                  </a:lnTo>
                  <a:lnTo>
                    <a:pt x="4796583" y="348707"/>
                  </a:lnTo>
                  <a:lnTo>
                    <a:pt x="4796677" y="348707"/>
                  </a:lnTo>
                  <a:lnTo>
                    <a:pt x="4796771" y="348707"/>
                  </a:lnTo>
                  <a:lnTo>
                    <a:pt x="4796865" y="348707"/>
                  </a:lnTo>
                  <a:lnTo>
                    <a:pt x="4796959" y="348707"/>
                  </a:lnTo>
                  <a:lnTo>
                    <a:pt x="4797054" y="348707"/>
                  </a:lnTo>
                  <a:lnTo>
                    <a:pt x="4797148" y="348707"/>
                  </a:lnTo>
                  <a:lnTo>
                    <a:pt x="4797242" y="348707"/>
                  </a:lnTo>
                  <a:lnTo>
                    <a:pt x="4797336" y="348707"/>
                  </a:lnTo>
                  <a:lnTo>
                    <a:pt x="4797430" y="348707"/>
                  </a:lnTo>
                  <a:lnTo>
                    <a:pt x="4797524" y="348707"/>
                  </a:lnTo>
                  <a:lnTo>
                    <a:pt x="4797618" y="348707"/>
                  </a:lnTo>
                  <a:lnTo>
                    <a:pt x="4797713" y="348707"/>
                  </a:lnTo>
                  <a:lnTo>
                    <a:pt x="4797807" y="348707"/>
                  </a:lnTo>
                  <a:lnTo>
                    <a:pt x="4797901" y="348707"/>
                  </a:lnTo>
                  <a:lnTo>
                    <a:pt x="4797995" y="348707"/>
                  </a:lnTo>
                  <a:lnTo>
                    <a:pt x="4798089" y="348707"/>
                  </a:lnTo>
                  <a:lnTo>
                    <a:pt x="4798183" y="348707"/>
                  </a:lnTo>
                  <a:lnTo>
                    <a:pt x="4798278" y="348707"/>
                  </a:lnTo>
                  <a:lnTo>
                    <a:pt x="4798372" y="348707"/>
                  </a:lnTo>
                  <a:lnTo>
                    <a:pt x="4798466" y="348707"/>
                  </a:lnTo>
                  <a:lnTo>
                    <a:pt x="4798560" y="348707"/>
                  </a:lnTo>
                  <a:lnTo>
                    <a:pt x="4798654" y="348707"/>
                  </a:lnTo>
                  <a:lnTo>
                    <a:pt x="4798748" y="348707"/>
                  </a:lnTo>
                  <a:lnTo>
                    <a:pt x="4798842" y="348707"/>
                  </a:lnTo>
                  <a:lnTo>
                    <a:pt x="4798937" y="348707"/>
                  </a:lnTo>
                  <a:lnTo>
                    <a:pt x="4799031" y="348707"/>
                  </a:lnTo>
                  <a:lnTo>
                    <a:pt x="4799125" y="348707"/>
                  </a:lnTo>
                  <a:lnTo>
                    <a:pt x="4799219" y="348707"/>
                  </a:lnTo>
                  <a:lnTo>
                    <a:pt x="4799313" y="348707"/>
                  </a:lnTo>
                  <a:lnTo>
                    <a:pt x="4799407" y="348707"/>
                  </a:lnTo>
                  <a:lnTo>
                    <a:pt x="4799501" y="348707"/>
                  </a:lnTo>
                  <a:lnTo>
                    <a:pt x="4799596" y="348707"/>
                  </a:lnTo>
                  <a:lnTo>
                    <a:pt x="4799690" y="348707"/>
                  </a:lnTo>
                  <a:lnTo>
                    <a:pt x="4799784" y="348707"/>
                  </a:lnTo>
                  <a:lnTo>
                    <a:pt x="4799878" y="348707"/>
                  </a:lnTo>
                  <a:lnTo>
                    <a:pt x="4799972" y="348707"/>
                  </a:lnTo>
                  <a:lnTo>
                    <a:pt x="4800066" y="348707"/>
                  </a:lnTo>
                  <a:lnTo>
                    <a:pt x="4800161" y="348707"/>
                  </a:lnTo>
                  <a:lnTo>
                    <a:pt x="4800255" y="348707"/>
                  </a:lnTo>
                  <a:lnTo>
                    <a:pt x="4800349" y="348707"/>
                  </a:lnTo>
                  <a:lnTo>
                    <a:pt x="4800443" y="348707"/>
                  </a:lnTo>
                  <a:lnTo>
                    <a:pt x="4800537" y="348707"/>
                  </a:lnTo>
                  <a:lnTo>
                    <a:pt x="4800631" y="348707"/>
                  </a:lnTo>
                  <a:lnTo>
                    <a:pt x="4800725" y="348707"/>
                  </a:lnTo>
                  <a:lnTo>
                    <a:pt x="4800820" y="348707"/>
                  </a:lnTo>
                  <a:lnTo>
                    <a:pt x="4800914" y="348707"/>
                  </a:lnTo>
                  <a:lnTo>
                    <a:pt x="4801008" y="348707"/>
                  </a:lnTo>
                  <a:lnTo>
                    <a:pt x="4801102" y="348707"/>
                  </a:lnTo>
                  <a:lnTo>
                    <a:pt x="4801196" y="348707"/>
                  </a:lnTo>
                  <a:lnTo>
                    <a:pt x="4801290" y="348707"/>
                  </a:lnTo>
                  <a:lnTo>
                    <a:pt x="4801385" y="348707"/>
                  </a:lnTo>
                  <a:lnTo>
                    <a:pt x="4801479" y="348707"/>
                  </a:lnTo>
                  <a:lnTo>
                    <a:pt x="4801573" y="348707"/>
                  </a:lnTo>
                  <a:lnTo>
                    <a:pt x="4801667" y="348707"/>
                  </a:lnTo>
                  <a:lnTo>
                    <a:pt x="4801761" y="348707"/>
                  </a:lnTo>
                  <a:lnTo>
                    <a:pt x="4801855" y="348707"/>
                  </a:lnTo>
                  <a:lnTo>
                    <a:pt x="4801949" y="348707"/>
                  </a:lnTo>
                  <a:lnTo>
                    <a:pt x="4802044" y="348707"/>
                  </a:lnTo>
                  <a:lnTo>
                    <a:pt x="4802138" y="348707"/>
                  </a:lnTo>
                  <a:lnTo>
                    <a:pt x="4802232" y="348707"/>
                  </a:lnTo>
                  <a:lnTo>
                    <a:pt x="4802326" y="348707"/>
                  </a:lnTo>
                  <a:lnTo>
                    <a:pt x="4802420" y="348707"/>
                  </a:lnTo>
                  <a:lnTo>
                    <a:pt x="4802514" y="348707"/>
                  </a:lnTo>
                  <a:lnTo>
                    <a:pt x="4802609" y="348707"/>
                  </a:lnTo>
                  <a:lnTo>
                    <a:pt x="4802703" y="348707"/>
                  </a:lnTo>
                  <a:lnTo>
                    <a:pt x="4802797" y="348707"/>
                  </a:lnTo>
                  <a:lnTo>
                    <a:pt x="4802891" y="348707"/>
                  </a:lnTo>
                  <a:lnTo>
                    <a:pt x="4802985" y="348707"/>
                  </a:lnTo>
                  <a:lnTo>
                    <a:pt x="4803079" y="348707"/>
                  </a:lnTo>
                  <a:lnTo>
                    <a:pt x="4803173" y="348707"/>
                  </a:lnTo>
                  <a:lnTo>
                    <a:pt x="4803268" y="348707"/>
                  </a:lnTo>
                  <a:lnTo>
                    <a:pt x="4803362" y="348707"/>
                  </a:lnTo>
                  <a:lnTo>
                    <a:pt x="4803456" y="348707"/>
                  </a:lnTo>
                  <a:lnTo>
                    <a:pt x="4803550" y="348707"/>
                  </a:lnTo>
                  <a:lnTo>
                    <a:pt x="4803644" y="348707"/>
                  </a:lnTo>
                  <a:lnTo>
                    <a:pt x="4803738" y="348707"/>
                  </a:lnTo>
                  <a:lnTo>
                    <a:pt x="4803832" y="348707"/>
                  </a:lnTo>
                  <a:lnTo>
                    <a:pt x="4803927" y="348707"/>
                  </a:lnTo>
                  <a:lnTo>
                    <a:pt x="4804021" y="348707"/>
                  </a:lnTo>
                  <a:lnTo>
                    <a:pt x="4804115" y="348707"/>
                  </a:lnTo>
                  <a:lnTo>
                    <a:pt x="4804209" y="348707"/>
                  </a:lnTo>
                  <a:lnTo>
                    <a:pt x="4804303" y="348707"/>
                  </a:lnTo>
                  <a:lnTo>
                    <a:pt x="4804397" y="348707"/>
                  </a:lnTo>
                  <a:lnTo>
                    <a:pt x="4804492" y="348707"/>
                  </a:lnTo>
                  <a:lnTo>
                    <a:pt x="4804586" y="348707"/>
                  </a:lnTo>
                  <a:lnTo>
                    <a:pt x="4804680" y="348707"/>
                  </a:lnTo>
                  <a:lnTo>
                    <a:pt x="4804774" y="348707"/>
                  </a:lnTo>
                  <a:lnTo>
                    <a:pt x="4804868" y="348707"/>
                  </a:lnTo>
                  <a:lnTo>
                    <a:pt x="4804962" y="348707"/>
                  </a:lnTo>
                  <a:lnTo>
                    <a:pt x="4805056" y="348707"/>
                  </a:lnTo>
                  <a:lnTo>
                    <a:pt x="4805151" y="348707"/>
                  </a:lnTo>
                  <a:lnTo>
                    <a:pt x="4805245" y="348707"/>
                  </a:lnTo>
                  <a:lnTo>
                    <a:pt x="4805339" y="348707"/>
                  </a:lnTo>
                  <a:lnTo>
                    <a:pt x="4805433" y="348707"/>
                  </a:lnTo>
                  <a:lnTo>
                    <a:pt x="4805527" y="348707"/>
                  </a:lnTo>
                  <a:lnTo>
                    <a:pt x="4805621" y="348707"/>
                  </a:lnTo>
                  <a:lnTo>
                    <a:pt x="4805716" y="348707"/>
                  </a:lnTo>
                  <a:lnTo>
                    <a:pt x="4805810" y="348707"/>
                  </a:lnTo>
                  <a:lnTo>
                    <a:pt x="4805904" y="348707"/>
                  </a:lnTo>
                  <a:lnTo>
                    <a:pt x="4805998" y="348707"/>
                  </a:lnTo>
                  <a:lnTo>
                    <a:pt x="4806092" y="348707"/>
                  </a:lnTo>
                  <a:lnTo>
                    <a:pt x="4806186" y="348707"/>
                  </a:lnTo>
                  <a:lnTo>
                    <a:pt x="4806280" y="348707"/>
                  </a:lnTo>
                  <a:lnTo>
                    <a:pt x="4806375" y="348707"/>
                  </a:lnTo>
                  <a:lnTo>
                    <a:pt x="4806469" y="348707"/>
                  </a:lnTo>
                  <a:lnTo>
                    <a:pt x="4806563" y="348707"/>
                  </a:lnTo>
                  <a:lnTo>
                    <a:pt x="4806657" y="348707"/>
                  </a:lnTo>
                  <a:lnTo>
                    <a:pt x="4806751" y="348707"/>
                  </a:lnTo>
                  <a:lnTo>
                    <a:pt x="4806845" y="348707"/>
                  </a:lnTo>
                  <a:lnTo>
                    <a:pt x="4806940" y="348707"/>
                  </a:lnTo>
                  <a:lnTo>
                    <a:pt x="4807034" y="348707"/>
                  </a:lnTo>
                  <a:lnTo>
                    <a:pt x="4807128" y="348707"/>
                  </a:lnTo>
                  <a:lnTo>
                    <a:pt x="4807222" y="348707"/>
                  </a:lnTo>
                  <a:lnTo>
                    <a:pt x="4807316" y="348707"/>
                  </a:lnTo>
                  <a:lnTo>
                    <a:pt x="4807410" y="348707"/>
                  </a:lnTo>
                  <a:lnTo>
                    <a:pt x="4807504" y="348707"/>
                  </a:lnTo>
                  <a:lnTo>
                    <a:pt x="4807599" y="348707"/>
                  </a:lnTo>
                  <a:lnTo>
                    <a:pt x="4807599" y="343796"/>
                  </a:lnTo>
                  <a:lnTo>
                    <a:pt x="4807693" y="343796"/>
                  </a:lnTo>
                  <a:lnTo>
                    <a:pt x="4807787" y="343796"/>
                  </a:lnTo>
                  <a:lnTo>
                    <a:pt x="4807881" y="343796"/>
                  </a:lnTo>
                  <a:lnTo>
                    <a:pt x="4807881" y="338884"/>
                  </a:lnTo>
                  <a:lnTo>
                    <a:pt x="4807975" y="338884"/>
                  </a:lnTo>
                  <a:lnTo>
                    <a:pt x="4808069" y="338884"/>
                  </a:lnTo>
                  <a:lnTo>
                    <a:pt x="4808163" y="338884"/>
                  </a:lnTo>
                  <a:lnTo>
                    <a:pt x="4808258" y="338884"/>
                  </a:lnTo>
                  <a:lnTo>
                    <a:pt x="4808352" y="338884"/>
                  </a:lnTo>
                  <a:lnTo>
                    <a:pt x="4808446" y="338884"/>
                  </a:lnTo>
                  <a:lnTo>
                    <a:pt x="4808540" y="338884"/>
                  </a:lnTo>
                  <a:lnTo>
                    <a:pt x="4808634" y="338884"/>
                  </a:lnTo>
                  <a:lnTo>
                    <a:pt x="4808728" y="338884"/>
                  </a:lnTo>
                  <a:lnTo>
                    <a:pt x="4808823" y="338884"/>
                  </a:lnTo>
                  <a:lnTo>
                    <a:pt x="4808917" y="338884"/>
                  </a:lnTo>
                  <a:lnTo>
                    <a:pt x="4809011" y="338884"/>
                  </a:lnTo>
                  <a:lnTo>
                    <a:pt x="4809105" y="338884"/>
                  </a:lnTo>
                  <a:lnTo>
                    <a:pt x="4809199" y="338884"/>
                  </a:lnTo>
                  <a:lnTo>
                    <a:pt x="4809293" y="338884"/>
                  </a:lnTo>
                  <a:lnTo>
                    <a:pt x="4809387" y="338884"/>
                  </a:lnTo>
                  <a:lnTo>
                    <a:pt x="4809482" y="338884"/>
                  </a:lnTo>
                  <a:lnTo>
                    <a:pt x="4809576" y="338884"/>
                  </a:lnTo>
                  <a:lnTo>
                    <a:pt x="4809670" y="338884"/>
                  </a:lnTo>
                  <a:lnTo>
                    <a:pt x="4809764" y="338884"/>
                  </a:lnTo>
                  <a:lnTo>
                    <a:pt x="4809858" y="338884"/>
                  </a:lnTo>
                  <a:lnTo>
                    <a:pt x="4809952" y="338884"/>
                  </a:lnTo>
                  <a:lnTo>
                    <a:pt x="4810047" y="338884"/>
                  </a:lnTo>
                  <a:lnTo>
                    <a:pt x="4810141" y="338884"/>
                  </a:lnTo>
                  <a:lnTo>
                    <a:pt x="4810235" y="338884"/>
                  </a:lnTo>
                  <a:lnTo>
                    <a:pt x="4810329" y="338884"/>
                  </a:lnTo>
                  <a:lnTo>
                    <a:pt x="4810423" y="338884"/>
                  </a:lnTo>
                  <a:lnTo>
                    <a:pt x="4810517" y="338884"/>
                  </a:lnTo>
                  <a:lnTo>
                    <a:pt x="4810611" y="338884"/>
                  </a:lnTo>
                  <a:lnTo>
                    <a:pt x="4810706" y="338884"/>
                  </a:lnTo>
                  <a:lnTo>
                    <a:pt x="4810800" y="338884"/>
                  </a:lnTo>
                  <a:lnTo>
                    <a:pt x="4810894" y="338884"/>
                  </a:lnTo>
                  <a:lnTo>
                    <a:pt x="4810988" y="338884"/>
                  </a:lnTo>
                  <a:lnTo>
                    <a:pt x="4811082" y="338884"/>
                  </a:lnTo>
                  <a:lnTo>
                    <a:pt x="4811176" y="338884"/>
                  </a:lnTo>
                  <a:lnTo>
                    <a:pt x="4811271" y="338884"/>
                  </a:lnTo>
                  <a:lnTo>
                    <a:pt x="4811365" y="338884"/>
                  </a:lnTo>
                  <a:lnTo>
                    <a:pt x="4811459" y="338884"/>
                  </a:lnTo>
                  <a:lnTo>
                    <a:pt x="4811553" y="338884"/>
                  </a:lnTo>
                  <a:lnTo>
                    <a:pt x="4811647" y="338884"/>
                  </a:lnTo>
                  <a:lnTo>
                    <a:pt x="4811741" y="338884"/>
                  </a:lnTo>
                  <a:lnTo>
                    <a:pt x="4811835" y="338884"/>
                  </a:lnTo>
                  <a:lnTo>
                    <a:pt x="4811930" y="338884"/>
                  </a:lnTo>
                  <a:lnTo>
                    <a:pt x="4812024" y="338884"/>
                  </a:lnTo>
                  <a:lnTo>
                    <a:pt x="4812118" y="338884"/>
                  </a:lnTo>
                  <a:lnTo>
                    <a:pt x="4812212" y="338884"/>
                  </a:lnTo>
                  <a:lnTo>
                    <a:pt x="4812306" y="338884"/>
                  </a:lnTo>
                  <a:lnTo>
                    <a:pt x="4812400" y="338884"/>
                  </a:lnTo>
                  <a:lnTo>
                    <a:pt x="4812494" y="338884"/>
                  </a:lnTo>
                  <a:lnTo>
                    <a:pt x="4812589" y="338884"/>
                  </a:lnTo>
                  <a:lnTo>
                    <a:pt x="4812683" y="338884"/>
                  </a:lnTo>
                  <a:lnTo>
                    <a:pt x="4812777" y="338884"/>
                  </a:lnTo>
                  <a:lnTo>
                    <a:pt x="4812871" y="338884"/>
                  </a:lnTo>
                  <a:lnTo>
                    <a:pt x="4812965" y="338884"/>
                  </a:lnTo>
                  <a:lnTo>
                    <a:pt x="4813059" y="338884"/>
                  </a:lnTo>
                  <a:lnTo>
                    <a:pt x="4813154" y="338884"/>
                  </a:lnTo>
                  <a:lnTo>
                    <a:pt x="4813248" y="338884"/>
                  </a:lnTo>
                  <a:lnTo>
                    <a:pt x="4813342" y="338884"/>
                  </a:lnTo>
                  <a:lnTo>
                    <a:pt x="4813436" y="338884"/>
                  </a:lnTo>
                  <a:lnTo>
                    <a:pt x="4813530" y="338884"/>
                  </a:lnTo>
                  <a:lnTo>
                    <a:pt x="4813624" y="338884"/>
                  </a:lnTo>
                  <a:lnTo>
                    <a:pt x="4813718" y="338884"/>
                  </a:lnTo>
                  <a:lnTo>
                    <a:pt x="4813813" y="338884"/>
                  </a:lnTo>
                  <a:lnTo>
                    <a:pt x="4813907" y="338884"/>
                  </a:lnTo>
                  <a:lnTo>
                    <a:pt x="4814001" y="338884"/>
                  </a:lnTo>
                  <a:lnTo>
                    <a:pt x="4814095" y="338884"/>
                  </a:lnTo>
                  <a:lnTo>
                    <a:pt x="4814189" y="338884"/>
                  </a:lnTo>
                  <a:lnTo>
                    <a:pt x="4814283" y="338884"/>
                  </a:lnTo>
                  <a:lnTo>
                    <a:pt x="4814378" y="338884"/>
                  </a:lnTo>
                  <a:lnTo>
                    <a:pt x="4814472" y="338884"/>
                  </a:lnTo>
                  <a:lnTo>
                    <a:pt x="4814566" y="338884"/>
                  </a:lnTo>
                  <a:lnTo>
                    <a:pt x="4814660" y="338884"/>
                  </a:lnTo>
                  <a:lnTo>
                    <a:pt x="4814754" y="338884"/>
                  </a:lnTo>
                  <a:lnTo>
                    <a:pt x="4814848" y="338884"/>
                  </a:lnTo>
                  <a:lnTo>
                    <a:pt x="4814942" y="338884"/>
                  </a:lnTo>
                  <a:lnTo>
                    <a:pt x="4815037" y="338884"/>
                  </a:lnTo>
                  <a:lnTo>
                    <a:pt x="4815131" y="338884"/>
                  </a:lnTo>
                  <a:lnTo>
                    <a:pt x="4815225" y="338884"/>
                  </a:lnTo>
                  <a:lnTo>
                    <a:pt x="4815319" y="338884"/>
                  </a:lnTo>
                  <a:lnTo>
                    <a:pt x="4815413" y="338884"/>
                  </a:lnTo>
                  <a:lnTo>
                    <a:pt x="4815507" y="338884"/>
                  </a:lnTo>
                  <a:lnTo>
                    <a:pt x="4815602" y="338884"/>
                  </a:lnTo>
                  <a:lnTo>
                    <a:pt x="4815696" y="338884"/>
                  </a:lnTo>
                  <a:lnTo>
                    <a:pt x="4815790" y="338884"/>
                  </a:lnTo>
                  <a:lnTo>
                    <a:pt x="4815884" y="338884"/>
                  </a:lnTo>
                  <a:lnTo>
                    <a:pt x="4815978" y="338884"/>
                  </a:lnTo>
                  <a:lnTo>
                    <a:pt x="4816072" y="338884"/>
                  </a:lnTo>
                  <a:lnTo>
                    <a:pt x="4816166" y="338884"/>
                  </a:lnTo>
                  <a:lnTo>
                    <a:pt x="4816261" y="338884"/>
                  </a:lnTo>
                  <a:lnTo>
                    <a:pt x="4816355" y="338884"/>
                  </a:lnTo>
                  <a:lnTo>
                    <a:pt x="4816449" y="338884"/>
                  </a:lnTo>
                  <a:lnTo>
                    <a:pt x="4816543" y="338884"/>
                  </a:lnTo>
                  <a:lnTo>
                    <a:pt x="4816637" y="338884"/>
                  </a:lnTo>
                  <a:lnTo>
                    <a:pt x="4816731" y="338884"/>
                  </a:lnTo>
                  <a:lnTo>
                    <a:pt x="4816825" y="338884"/>
                  </a:lnTo>
                  <a:lnTo>
                    <a:pt x="4816920" y="338884"/>
                  </a:lnTo>
                  <a:lnTo>
                    <a:pt x="4817014" y="338884"/>
                  </a:lnTo>
                  <a:lnTo>
                    <a:pt x="4817108" y="338884"/>
                  </a:lnTo>
                  <a:lnTo>
                    <a:pt x="4817202" y="338884"/>
                  </a:lnTo>
                  <a:lnTo>
                    <a:pt x="4817296" y="338884"/>
                  </a:lnTo>
                  <a:lnTo>
                    <a:pt x="4817390" y="338884"/>
                  </a:lnTo>
                  <a:lnTo>
                    <a:pt x="4817485" y="338884"/>
                  </a:lnTo>
                  <a:lnTo>
                    <a:pt x="4817579" y="338884"/>
                  </a:lnTo>
                  <a:lnTo>
                    <a:pt x="4817673" y="338884"/>
                  </a:lnTo>
                  <a:lnTo>
                    <a:pt x="4817767" y="338884"/>
                  </a:lnTo>
                  <a:lnTo>
                    <a:pt x="4817861" y="338884"/>
                  </a:lnTo>
                  <a:lnTo>
                    <a:pt x="4817955" y="338884"/>
                  </a:lnTo>
                  <a:lnTo>
                    <a:pt x="4818049" y="338884"/>
                  </a:lnTo>
                  <a:lnTo>
                    <a:pt x="4818049" y="333973"/>
                  </a:lnTo>
                  <a:lnTo>
                    <a:pt x="4818144" y="333973"/>
                  </a:lnTo>
                  <a:lnTo>
                    <a:pt x="4818238" y="333973"/>
                  </a:lnTo>
                  <a:lnTo>
                    <a:pt x="4818332" y="333973"/>
                  </a:lnTo>
                  <a:lnTo>
                    <a:pt x="4818426" y="333973"/>
                  </a:lnTo>
                  <a:lnTo>
                    <a:pt x="4818520" y="333973"/>
                  </a:lnTo>
                  <a:lnTo>
                    <a:pt x="4818614" y="333973"/>
                  </a:lnTo>
                  <a:lnTo>
                    <a:pt x="4818709" y="333973"/>
                  </a:lnTo>
                  <a:lnTo>
                    <a:pt x="4818803" y="333973"/>
                  </a:lnTo>
                  <a:lnTo>
                    <a:pt x="4818897" y="333973"/>
                  </a:lnTo>
                  <a:lnTo>
                    <a:pt x="4818991" y="333973"/>
                  </a:lnTo>
                  <a:lnTo>
                    <a:pt x="4819085" y="333973"/>
                  </a:lnTo>
                  <a:lnTo>
                    <a:pt x="4819179" y="333973"/>
                  </a:lnTo>
                  <a:lnTo>
                    <a:pt x="4819273" y="333973"/>
                  </a:lnTo>
                  <a:lnTo>
                    <a:pt x="4819368" y="333973"/>
                  </a:lnTo>
                  <a:lnTo>
                    <a:pt x="4819462" y="333973"/>
                  </a:lnTo>
                  <a:lnTo>
                    <a:pt x="4819556" y="333973"/>
                  </a:lnTo>
                  <a:lnTo>
                    <a:pt x="4819650" y="333973"/>
                  </a:lnTo>
                  <a:lnTo>
                    <a:pt x="4819744" y="333973"/>
                  </a:lnTo>
                  <a:lnTo>
                    <a:pt x="4819838" y="333973"/>
                  </a:lnTo>
                  <a:lnTo>
                    <a:pt x="4819933" y="333973"/>
                  </a:lnTo>
                  <a:lnTo>
                    <a:pt x="4820027" y="333973"/>
                  </a:lnTo>
                  <a:lnTo>
                    <a:pt x="4820121" y="333973"/>
                  </a:lnTo>
                  <a:lnTo>
                    <a:pt x="4820215" y="333973"/>
                  </a:lnTo>
                  <a:lnTo>
                    <a:pt x="4820309" y="333973"/>
                  </a:lnTo>
                  <a:lnTo>
                    <a:pt x="4820403" y="333973"/>
                  </a:lnTo>
                  <a:lnTo>
                    <a:pt x="4820497" y="333973"/>
                  </a:lnTo>
                  <a:lnTo>
                    <a:pt x="4820592" y="333973"/>
                  </a:lnTo>
                  <a:lnTo>
                    <a:pt x="4820686" y="333973"/>
                  </a:lnTo>
                  <a:lnTo>
                    <a:pt x="4820780" y="333973"/>
                  </a:lnTo>
                  <a:lnTo>
                    <a:pt x="4820874" y="333973"/>
                  </a:lnTo>
                  <a:lnTo>
                    <a:pt x="4820968" y="333973"/>
                  </a:lnTo>
                  <a:lnTo>
                    <a:pt x="4821062" y="333973"/>
                  </a:lnTo>
                  <a:lnTo>
                    <a:pt x="4821156" y="333973"/>
                  </a:lnTo>
                  <a:lnTo>
                    <a:pt x="4821251" y="333973"/>
                  </a:lnTo>
                  <a:lnTo>
                    <a:pt x="4821345" y="333973"/>
                  </a:lnTo>
                  <a:lnTo>
                    <a:pt x="4821439" y="333973"/>
                  </a:lnTo>
                  <a:lnTo>
                    <a:pt x="4821533" y="333973"/>
                  </a:lnTo>
                  <a:lnTo>
                    <a:pt x="4821627" y="333973"/>
                  </a:lnTo>
                  <a:lnTo>
                    <a:pt x="4821721" y="333973"/>
                  </a:lnTo>
                  <a:lnTo>
                    <a:pt x="4821816" y="333973"/>
                  </a:lnTo>
                  <a:lnTo>
                    <a:pt x="4821910" y="333973"/>
                  </a:lnTo>
                  <a:lnTo>
                    <a:pt x="4822004" y="333973"/>
                  </a:lnTo>
                  <a:lnTo>
                    <a:pt x="4822098" y="333973"/>
                  </a:lnTo>
                  <a:lnTo>
                    <a:pt x="4822192" y="333973"/>
                  </a:lnTo>
                  <a:lnTo>
                    <a:pt x="4822286" y="333973"/>
                  </a:lnTo>
                  <a:lnTo>
                    <a:pt x="4822380" y="333973"/>
                  </a:lnTo>
                  <a:lnTo>
                    <a:pt x="4822475" y="333973"/>
                  </a:lnTo>
                  <a:lnTo>
                    <a:pt x="4822569" y="333973"/>
                  </a:lnTo>
                  <a:lnTo>
                    <a:pt x="4822663" y="333973"/>
                  </a:lnTo>
                  <a:lnTo>
                    <a:pt x="4822757" y="333973"/>
                  </a:lnTo>
                  <a:lnTo>
                    <a:pt x="4822851" y="333973"/>
                  </a:lnTo>
                  <a:lnTo>
                    <a:pt x="4822945" y="333973"/>
                  </a:lnTo>
                  <a:lnTo>
                    <a:pt x="4823040" y="333973"/>
                  </a:lnTo>
                  <a:lnTo>
                    <a:pt x="4823134" y="333973"/>
                  </a:lnTo>
                  <a:lnTo>
                    <a:pt x="4823228" y="333973"/>
                  </a:lnTo>
                  <a:lnTo>
                    <a:pt x="4823322" y="333973"/>
                  </a:lnTo>
                  <a:lnTo>
                    <a:pt x="4823416" y="333973"/>
                  </a:lnTo>
                  <a:lnTo>
                    <a:pt x="4823510" y="333973"/>
                  </a:lnTo>
                  <a:lnTo>
                    <a:pt x="4823604" y="333973"/>
                  </a:lnTo>
                  <a:lnTo>
                    <a:pt x="4823699" y="333973"/>
                  </a:lnTo>
                  <a:lnTo>
                    <a:pt x="4823793" y="333973"/>
                  </a:lnTo>
                  <a:lnTo>
                    <a:pt x="4823887" y="333973"/>
                  </a:lnTo>
                  <a:lnTo>
                    <a:pt x="4823981" y="333973"/>
                  </a:lnTo>
                  <a:lnTo>
                    <a:pt x="4824075" y="333973"/>
                  </a:lnTo>
                  <a:lnTo>
                    <a:pt x="4824169" y="333973"/>
                  </a:lnTo>
                  <a:lnTo>
                    <a:pt x="4824264" y="333973"/>
                  </a:lnTo>
                  <a:lnTo>
                    <a:pt x="4824358" y="333973"/>
                  </a:lnTo>
                  <a:lnTo>
                    <a:pt x="4824452" y="333973"/>
                  </a:lnTo>
                  <a:lnTo>
                    <a:pt x="4824546" y="333973"/>
                  </a:lnTo>
                  <a:lnTo>
                    <a:pt x="4824640" y="333973"/>
                  </a:lnTo>
                  <a:lnTo>
                    <a:pt x="4824734" y="333973"/>
                  </a:lnTo>
                  <a:lnTo>
                    <a:pt x="4824828" y="333973"/>
                  </a:lnTo>
                  <a:lnTo>
                    <a:pt x="4824923" y="333973"/>
                  </a:lnTo>
                  <a:lnTo>
                    <a:pt x="4825017" y="333973"/>
                  </a:lnTo>
                  <a:lnTo>
                    <a:pt x="4825111" y="333973"/>
                  </a:lnTo>
                  <a:lnTo>
                    <a:pt x="4825205" y="333973"/>
                  </a:lnTo>
                  <a:lnTo>
                    <a:pt x="4825299" y="333973"/>
                  </a:lnTo>
                  <a:lnTo>
                    <a:pt x="4825393" y="333973"/>
                  </a:lnTo>
                  <a:lnTo>
                    <a:pt x="4825487" y="333973"/>
                  </a:lnTo>
                  <a:lnTo>
                    <a:pt x="4825582" y="333973"/>
                  </a:lnTo>
                  <a:lnTo>
                    <a:pt x="4825676" y="333973"/>
                  </a:lnTo>
                  <a:lnTo>
                    <a:pt x="4825770" y="333973"/>
                  </a:lnTo>
                  <a:lnTo>
                    <a:pt x="4825864" y="333973"/>
                  </a:lnTo>
                  <a:lnTo>
                    <a:pt x="4825958" y="333973"/>
                  </a:lnTo>
                  <a:lnTo>
                    <a:pt x="4826052" y="333973"/>
                  </a:lnTo>
                  <a:lnTo>
                    <a:pt x="4826147" y="333973"/>
                  </a:lnTo>
                  <a:lnTo>
                    <a:pt x="4826241" y="333973"/>
                  </a:lnTo>
                  <a:lnTo>
                    <a:pt x="4826335" y="333973"/>
                  </a:lnTo>
                  <a:lnTo>
                    <a:pt x="4826429" y="333973"/>
                  </a:lnTo>
                  <a:lnTo>
                    <a:pt x="4826523" y="333973"/>
                  </a:lnTo>
                  <a:lnTo>
                    <a:pt x="4826617" y="333973"/>
                  </a:lnTo>
                  <a:lnTo>
                    <a:pt x="4826711" y="333973"/>
                  </a:lnTo>
                  <a:lnTo>
                    <a:pt x="4826806" y="333973"/>
                  </a:lnTo>
                  <a:lnTo>
                    <a:pt x="4826900" y="333973"/>
                  </a:lnTo>
                  <a:lnTo>
                    <a:pt x="4826994" y="333973"/>
                  </a:lnTo>
                  <a:lnTo>
                    <a:pt x="4827088" y="333973"/>
                  </a:lnTo>
                  <a:lnTo>
                    <a:pt x="4827182" y="333973"/>
                  </a:lnTo>
                  <a:lnTo>
                    <a:pt x="4827276" y="333973"/>
                  </a:lnTo>
                  <a:lnTo>
                    <a:pt x="4827371" y="333973"/>
                  </a:lnTo>
                  <a:lnTo>
                    <a:pt x="4827465" y="333973"/>
                  </a:lnTo>
                  <a:lnTo>
                    <a:pt x="4827559" y="333973"/>
                  </a:lnTo>
                  <a:lnTo>
                    <a:pt x="4827653" y="333973"/>
                  </a:lnTo>
                  <a:lnTo>
                    <a:pt x="4827747" y="333973"/>
                  </a:lnTo>
                  <a:lnTo>
                    <a:pt x="4827841" y="333973"/>
                  </a:lnTo>
                  <a:lnTo>
                    <a:pt x="4827935" y="333973"/>
                  </a:lnTo>
                  <a:lnTo>
                    <a:pt x="4828030" y="333973"/>
                  </a:lnTo>
                  <a:lnTo>
                    <a:pt x="4828124" y="333973"/>
                  </a:lnTo>
                  <a:lnTo>
                    <a:pt x="4828218" y="333973"/>
                  </a:lnTo>
                  <a:lnTo>
                    <a:pt x="4828312" y="333973"/>
                  </a:lnTo>
                  <a:lnTo>
                    <a:pt x="4828406" y="333973"/>
                  </a:lnTo>
                  <a:lnTo>
                    <a:pt x="4828500" y="333973"/>
                  </a:lnTo>
                  <a:lnTo>
                    <a:pt x="4828595" y="333973"/>
                  </a:lnTo>
                  <a:lnTo>
                    <a:pt x="4828689" y="333973"/>
                  </a:lnTo>
                  <a:lnTo>
                    <a:pt x="4828783" y="333973"/>
                  </a:lnTo>
                  <a:lnTo>
                    <a:pt x="4828877" y="333973"/>
                  </a:lnTo>
                  <a:lnTo>
                    <a:pt x="4828971" y="333973"/>
                  </a:lnTo>
                  <a:lnTo>
                    <a:pt x="4829065" y="333973"/>
                  </a:lnTo>
                  <a:lnTo>
                    <a:pt x="4829159" y="333973"/>
                  </a:lnTo>
                  <a:lnTo>
                    <a:pt x="4829254" y="333973"/>
                  </a:lnTo>
                  <a:lnTo>
                    <a:pt x="4829348" y="333973"/>
                  </a:lnTo>
                  <a:lnTo>
                    <a:pt x="4829442" y="333973"/>
                  </a:lnTo>
                  <a:lnTo>
                    <a:pt x="4829536" y="333973"/>
                  </a:lnTo>
                  <a:lnTo>
                    <a:pt x="4829630" y="333973"/>
                  </a:lnTo>
                  <a:lnTo>
                    <a:pt x="4829724" y="333973"/>
                  </a:lnTo>
                  <a:lnTo>
                    <a:pt x="4829818" y="333973"/>
                  </a:lnTo>
                  <a:lnTo>
                    <a:pt x="4829913" y="333973"/>
                  </a:lnTo>
                  <a:lnTo>
                    <a:pt x="4830007" y="333973"/>
                  </a:lnTo>
                  <a:lnTo>
                    <a:pt x="4830101" y="333973"/>
                  </a:lnTo>
                  <a:lnTo>
                    <a:pt x="4830195" y="333973"/>
                  </a:lnTo>
                  <a:lnTo>
                    <a:pt x="4830289" y="333973"/>
                  </a:lnTo>
                  <a:lnTo>
                    <a:pt x="4830383" y="333973"/>
                  </a:lnTo>
                  <a:lnTo>
                    <a:pt x="4830478" y="333973"/>
                  </a:lnTo>
                  <a:lnTo>
                    <a:pt x="4830572" y="333973"/>
                  </a:lnTo>
                  <a:lnTo>
                    <a:pt x="4830666" y="333973"/>
                  </a:lnTo>
                  <a:lnTo>
                    <a:pt x="4830760" y="333973"/>
                  </a:lnTo>
                  <a:lnTo>
                    <a:pt x="4830854" y="333973"/>
                  </a:lnTo>
                  <a:lnTo>
                    <a:pt x="4830948" y="333973"/>
                  </a:lnTo>
                  <a:lnTo>
                    <a:pt x="4831042" y="333973"/>
                  </a:lnTo>
                  <a:lnTo>
                    <a:pt x="4831137" y="333973"/>
                  </a:lnTo>
                  <a:lnTo>
                    <a:pt x="4831231" y="333973"/>
                  </a:lnTo>
                  <a:lnTo>
                    <a:pt x="4831325" y="333973"/>
                  </a:lnTo>
                  <a:lnTo>
                    <a:pt x="4831419" y="333973"/>
                  </a:lnTo>
                  <a:lnTo>
                    <a:pt x="4831513" y="333973"/>
                  </a:lnTo>
                  <a:lnTo>
                    <a:pt x="4831607" y="333973"/>
                  </a:lnTo>
                  <a:lnTo>
                    <a:pt x="4831702" y="333973"/>
                  </a:lnTo>
                  <a:lnTo>
                    <a:pt x="4831796" y="333973"/>
                  </a:lnTo>
                  <a:lnTo>
                    <a:pt x="4831890" y="333973"/>
                  </a:lnTo>
                  <a:lnTo>
                    <a:pt x="4831984" y="333973"/>
                  </a:lnTo>
                  <a:lnTo>
                    <a:pt x="4832078" y="333973"/>
                  </a:lnTo>
                  <a:lnTo>
                    <a:pt x="4832172" y="333973"/>
                  </a:lnTo>
                  <a:lnTo>
                    <a:pt x="4832266" y="333973"/>
                  </a:lnTo>
                  <a:lnTo>
                    <a:pt x="4832361" y="333973"/>
                  </a:lnTo>
                  <a:lnTo>
                    <a:pt x="4832455" y="333973"/>
                  </a:lnTo>
                  <a:lnTo>
                    <a:pt x="4832549" y="333973"/>
                  </a:lnTo>
                  <a:lnTo>
                    <a:pt x="4832643" y="333973"/>
                  </a:lnTo>
                  <a:lnTo>
                    <a:pt x="4832737" y="333973"/>
                  </a:lnTo>
                  <a:lnTo>
                    <a:pt x="4832831" y="333973"/>
                  </a:lnTo>
                  <a:lnTo>
                    <a:pt x="4832831" y="329062"/>
                  </a:lnTo>
                  <a:lnTo>
                    <a:pt x="4832926" y="329062"/>
                  </a:lnTo>
                  <a:lnTo>
                    <a:pt x="4833020" y="329062"/>
                  </a:lnTo>
                  <a:lnTo>
                    <a:pt x="4833114" y="329062"/>
                  </a:lnTo>
                  <a:lnTo>
                    <a:pt x="4833208" y="329062"/>
                  </a:lnTo>
                  <a:lnTo>
                    <a:pt x="4833302" y="329062"/>
                  </a:lnTo>
                  <a:lnTo>
                    <a:pt x="4833396" y="329062"/>
                  </a:lnTo>
                  <a:lnTo>
                    <a:pt x="4833490" y="329062"/>
                  </a:lnTo>
                  <a:lnTo>
                    <a:pt x="4833585" y="329062"/>
                  </a:lnTo>
                  <a:lnTo>
                    <a:pt x="4833679" y="329062"/>
                  </a:lnTo>
                  <a:lnTo>
                    <a:pt x="4833773" y="329062"/>
                  </a:lnTo>
                  <a:lnTo>
                    <a:pt x="4833867" y="329062"/>
                  </a:lnTo>
                  <a:lnTo>
                    <a:pt x="4833961" y="329062"/>
                  </a:lnTo>
                  <a:lnTo>
                    <a:pt x="4834055" y="329062"/>
                  </a:lnTo>
                  <a:lnTo>
                    <a:pt x="4834149" y="329062"/>
                  </a:lnTo>
                  <a:lnTo>
                    <a:pt x="4834244" y="329062"/>
                  </a:lnTo>
                  <a:lnTo>
                    <a:pt x="4834338" y="329062"/>
                  </a:lnTo>
                  <a:lnTo>
                    <a:pt x="4834432" y="329062"/>
                  </a:lnTo>
                  <a:lnTo>
                    <a:pt x="4834526" y="329062"/>
                  </a:lnTo>
                  <a:lnTo>
                    <a:pt x="4834620" y="329062"/>
                  </a:lnTo>
                  <a:lnTo>
                    <a:pt x="4834714" y="329062"/>
                  </a:lnTo>
                  <a:lnTo>
                    <a:pt x="4834809" y="329062"/>
                  </a:lnTo>
                  <a:lnTo>
                    <a:pt x="4834903" y="329062"/>
                  </a:lnTo>
                  <a:lnTo>
                    <a:pt x="4834997" y="329062"/>
                  </a:lnTo>
                  <a:lnTo>
                    <a:pt x="4835091" y="329062"/>
                  </a:lnTo>
                  <a:lnTo>
                    <a:pt x="4835185" y="329062"/>
                  </a:lnTo>
                  <a:lnTo>
                    <a:pt x="4835279" y="329062"/>
                  </a:lnTo>
                  <a:lnTo>
                    <a:pt x="4835373" y="329062"/>
                  </a:lnTo>
                  <a:lnTo>
                    <a:pt x="4835468" y="329062"/>
                  </a:lnTo>
                  <a:lnTo>
                    <a:pt x="4835562" y="329062"/>
                  </a:lnTo>
                  <a:lnTo>
                    <a:pt x="4835656" y="329062"/>
                  </a:lnTo>
                  <a:lnTo>
                    <a:pt x="4835750" y="329062"/>
                  </a:lnTo>
                  <a:lnTo>
                    <a:pt x="4835844" y="329062"/>
                  </a:lnTo>
                  <a:lnTo>
                    <a:pt x="4835938" y="329062"/>
                  </a:lnTo>
                  <a:lnTo>
                    <a:pt x="4836033" y="329062"/>
                  </a:lnTo>
                  <a:lnTo>
                    <a:pt x="4836127" y="329062"/>
                  </a:lnTo>
                  <a:lnTo>
                    <a:pt x="4836221" y="329062"/>
                  </a:lnTo>
                  <a:lnTo>
                    <a:pt x="4836315" y="329062"/>
                  </a:lnTo>
                  <a:lnTo>
                    <a:pt x="4836409" y="329062"/>
                  </a:lnTo>
                  <a:lnTo>
                    <a:pt x="4836503" y="329062"/>
                  </a:lnTo>
                  <a:lnTo>
                    <a:pt x="4836597" y="329062"/>
                  </a:lnTo>
                  <a:lnTo>
                    <a:pt x="4836692" y="329062"/>
                  </a:lnTo>
                  <a:lnTo>
                    <a:pt x="4836786" y="329062"/>
                  </a:lnTo>
                  <a:lnTo>
                    <a:pt x="4836880" y="329062"/>
                  </a:lnTo>
                  <a:lnTo>
                    <a:pt x="4836974" y="329062"/>
                  </a:lnTo>
                  <a:lnTo>
                    <a:pt x="4837068" y="329062"/>
                  </a:lnTo>
                  <a:lnTo>
                    <a:pt x="4837162" y="329062"/>
                  </a:lnTo>
                  <a:lnTo>
                    <a:pt x="4837257" y="329062"/>
                  </a:lnTo>
                  <a:lnTo>
                    <a:pt x="4837351" y="329062"/>
                  </a:lnTo>
                  <a:lnTo>
                    <a:pt x="4837445" y="329062"/>
                  </a:lnTo>
                  <a:lnTo>
                    <a:pt x="4837539" y="329062"/>
                  </a:lnTo>
                  <a:lnTo>
                    <a:pt x="4837633" y="329062"/>
                  </a:lnTo>
                  <a:lnTo>
                    <a:pt x="4837727" y="329062"/>
                  </a:lnTo>
                  <a:lnTo>
                    <a:pt x="4837821" y="329062"/>
                  </a:lnTo>
                  <a:lnTo>
                    <a:pt x="4837916" y="329062"/>
                  </a:lnTo>
                  <a:lnTo>
                    <a:pt x="4838010" y="329062"/>
                  </a:lnTo>
                  <a:lnTo>
                    <a:pt x="4838104" y="329062"/>
                  </a:lnTo>
                  <a:lnTo>
                    <a:pt x="4838198" y="329062"/>
                  </a:lnTo>
                  <a:lnTo>
                    <a:pt x="4838292" y="329062"/>
                  </a:lnTo>
                  <a:lnTo>
                    <a:pt x="4838386" y="329062"/>
                  </a:lnTo>
                  <a:lnTo>
                    <a:pt x="4838480" y="329062"/>
                  </a:lnTo>
                  <a:lnTo>
                    <a:pt x="4838575" y="329062"/>
                  </a:lnTo>
                  <a:lnTo>
                    <a:pt x="4838669" y="329062"/>
                  </a:lnTo>
                  <a:lnTo>
                    <a:pt x="4838763" y="329062"/>
                  </a:lnTo>
                  <a:lnTo>
                    <a:pt x="4838857" y="329062"/>
                  </a:lnTo>
                  <a:lnTo>
                    <a:pt x="4838951" y="329062"/>
                  </a:lnTo>
                  <a:lnTo>
                    <a:pt x="4839045" y="329062"/>
                  </a:lnTo>
                  <a:lnTo>
                    <a:pt x="4839140" y="329062"/>
                  </a:lnTo>
                  <a:lnTo>
                    <a:pt x="4839234" y="329062"/>
                  </a:lnTo>
                  <a:lnTo>
                    <a:pt x="4839328" y="329062"/>
                  </a:lnTo>
                  <a:lnTo>
                    <a:pt x="4839422" y="329062"/>
                  </a:lnTo>
                  <a:lnTo>
                    <a:pt x="4839516" y="329062"/>
                  </a:lnTo>
                  <a:lnTo>
                    <a:pt x="4839610" y="329062"/>
                  </a:lnTo>
                  <a:lnTo>
                    <a:pt x="4839704" y="329062"/>
                  </a:lnTo>
                  <a:lnTo>
                    <a:pt x="4839799" y="329062"/>
                  </a:lnTo>
                  <a:lnTo>
                    <a:pt x="4839893" y="329062"/>
                  </a:lnTo>
                  <a:lnTo>
                    <a:pt x="4839987" y="329062"/>
                  </a:lnTo>
                  <a:lnTo>
                    <a:pt x="4840081" y="329062"/>
                  </a:lnTo>
                  <a:lnTo>
                    <a:pt x="4840175" y="329062"/>
                  </a:lnTo>
                  <a:lnTo>
                    <a:pt x="4840269" y="329062"/>
                  </a:lnTo>
                  <a:lnTo>
                    <a:pt x="4840364" y="329062"/>
                  </a:lnTo>
                  <a:lnTo>
                    <a:pt x="4840458" y="329062"/>
                  </a:lnTo>
                  <a:lnTo>
                    <a:pt x="4840552" y="329062"/>
                  </a:lnTo>
                  <a:lnTo>
                    <a:pt x="4840646" y="329062"/>
                  </a:lnTo>
                  <a:lnTo>
                    <a:pt x="4840740" y="329062"/>
                  </a:lnTo>
                  <a:lnTo>
                    <a:pt x="4840834" y="329062"/>
                  </a:lnTo>
                  <a:lnTo>
                    <a:pt x="4840928" y="329062"/>
                  </a:lnTo>
                  <a:lnTo>
                    <a:pt x="4841023" y="329062"/>
                  </a:lnTo>
                  <a:lnTo>
                    <a:pt x="4841117" y="329062"/>
                  </a:lnTo>
                  <a:lnTo>
                    <a:pt x="4841211" y="329062"/>
                  </a:lnTo>
                  <a:lnTo>
                    <a:pt x="4841305" y="329062"/>
                  </a:lnTo>
                  <a:lnTo>
                    <a:pt x="4841399" y="329062"/>
                  </a:lnTo>
                  <a:lnTo>
                    <a:pt x="4841493" y="329062"/>
                  </a:lnTo>
                  <a:lnTo>
                    <a:pt x="4841588" y="329062"/>
                  </a:lnTo>
                  <a:lnTo>
                    <a:pt x="4841682" y="329062"/>
                  </a:lnTo>
                  <a:lnTo>
                    <a:pt x="4841776" y="329062"/>
                  </a:lnTo>
                  <a:lnTo>
                    <a:pt x="4841870" y="329062"/>
                  </a:lnTo>
                  <a:lnTo>
                    <a:pt x="4841964" y="329062"/>
                  </a:lnTo>
                  <a:lnTo>
                    <a:pt x="4842058" y="329062"/>
                  </a:lnTo>
                  <a:lnTo>
                    <a:pt x="4842152" y="329062"/>
                  </a:lnTo>
                  <a:lnTo>
                    <a:pt x="4842247" y="329062"/>
                  </a:lnTo>
                  <a:lnTo>
                    <a:pt x="4842341" y="329062"/>
                  </a:lnTo>
                  <a:lnTo>
                    <a:pt x="4842435" y="329062"/>
                  </a:lnTo>
                  <a:lnTo>
                    <a:pt x="4842529" y="329062"/>
                  </a:lnTo>
                  <a:lnTo>
                    <a:pt x="4842623" y="329062"/>
                  </a:lnTo>
                  <a:lnTo>
                    <a:pt x="4842717" y="329062"/>
                  </a:lnTo>
                  <a:lnTo>
                    <a:pt x="4842811" y="329062"/>
                  </a:lnTo>
                  <a:lnTo>
                    <a:pt x="4842906" y="329062"/>
                  </a:lnTo>
                  <a:lnTo>
                    <a:pt x="4843000" y="329062"/>
                  </a:lnTo>
                  <a:lnTo>
                    <a:pt x="4843094" y="329062"/>
                  </a:lnTo>
                  <a:lnTo>
                    <a:pt x="4843188" y="329062"/>
                  </a:lnTo>
                  <a:lnTo>
                    <a:pt x="4843282" y="329062"/>
                  </a:lnTo>
                  <a:lnTo>
                    <a:pt x="4843376" y="329062"/>
                  </a:lnTo>
                  <a:lnTo>
                    <a:pt x="4843471" y="329062"/>
                  </a:lnTo>
                  <a:lnTo>
                    <a:pt x="4843565" y="329062"/>
                  </a:lnTo>
                  <a:lnTo>
                    <a:pt x="4843659" y="329062"/>
                  </a:lnTo>
                  <a:lnTo>
                    <a:pt x="4843753" y="329062"/>
                  </a:lnTo>
                  <a:lnTo>
                    <a:pt x="4843847" y="329062"/>
                  </a:lnTo>
                  <a:lnTo>
                    <a:pt x="4843941" y="329062"/>
                  </a:lnTo>
                  <a:lnTo>
                    <a:pt x="4844035" y="329062"/>
                  </a:lnTo>
                  <a:lnTo>
                    <a:pt x="4844130" y="329062"/>
                  </a:lnTo>
                  <a:lnTo>
                    <a:pt x="4844224" y="329062"/>
                  </a:lnTo>
                  <a:lnTo>
                    <a:pt x="4844318" y="329062"/>
                  </a:lnTo>
                  <a:lnTo>
                    <a:pt x="4844412" y="329062"/>
                  </a:lnTo>
                  <a:lnTo>
                    <a:pt x="4844506" y="329062"/>
                  </a:lnTo>
                  <a:lnTo>
                    <a:pt x="4844600" y="329062"/>
                  </a:lnTo>
                  <a:lnTo>
                    <a:pt x="4844695" y="329062"/>
                  </a:lnTo>
                  <a:lnTo>
                    <a:pt x="4844789" y="329062"/>
                  </a:lnTo>
                  <a:lnTo>
                    <a:pt x="4844883" y="329062"/>
                  </a:lnTo>
                  <a:lnTo>
                    <a:pt x="4844977" y="329062"/>
                  </a:lnTo>
                  <a:lnTo>
                    <a:pt x="4845071" y="329062"/>
                  </a:lnTo>
                  <a:lnTo>
                    <a:pt x="4845165" y="329062"/>
                  </a:lnTo>
                  <a:lnTo>
                    <a:pt x="4845259" y="329062"/>
                  </a:lnTo>
                  <a:lnTo>
                    <a:pt x="4845354" y="329062"/>
                  </a:lnTo>
                  <a:lnTo>
                    <a:pt x="4845448" y="329062"/>
                  </a:lnTo>
                  <a:lnTo>
                    <a:pt x="4845542" y="329062"/>
                  </a:lnTo>
                  <a:lnTo>
                    <a:pt x="4845542" y="324150"/>
                  </a:lnTo>
                  <a:lnTo>
                    <a:pt x="4845636" y="324150"/>
                  </a:lnTo>
                  <a:lnTo>
                    <a:pt x="4845730" y="324150"/>
                  </a:lnTo>
                  <a:lnTo>
                    <a:pt x="4845824" y="324150"/>
                  </a:lnTo>
                  <a:lnTo>
                    <a:pt x="4845919" y="324150"/>
                  </a:lnTo>
                  <a:lnTo>
                    <a:pt x="4846013" y="324150"/>
                  </a:lnTo>
                  <a:lnTo>
                    <a:pt x="4846107" y="324150"/>
                  </a:lnTo>
                  <a:lnTo>
                    <a:pt x="4846201" y="324150"/>
                  </a:lnTo>
                  <a:lnTo>
                    <a:pt x="4846295" y="324150"/>
                  </a:lnTo>
                  <a:lnTo>
                    <a:pt x="4846389" y="324150"/>
                  </a:lnTo>
                  <a:lnTo>
                    <a:pt x="4846483" y="324150"/>
                  </a:lnTo>
                  <a:lnTo>
                    <a:pt x="4846578" y="324150"/>
                  </a:lnTo>
                  <a:lnTo>
                    <a:pt x="4846672" y="324150"/>
                  </a:lnTo>
                  <a:lnTo>
                    <a:pt x="4846766" y="324150"/>
                  </a:lnTo>
                  <a:lnTo>
                    <a:pt x="4846860" y="324150"/>
                  </a:lnTo>
                  <a:lnTo>
                    <a:pt x="4846954" y="324150"/>
                  </a:lnTo>
                  <a:lnTo>
                    <a:pt x="4847048" y="324150"/>
                  </a:lnTo>
                  <a:lnTo>
                    <a:pt x="4847142" y="324150"/>
                  </a:lnTo>
                  <a:lnTo>
                    <a:pt x="4847237" y="324150"/>
                  </a:lnTo>
                  <a:lnTo>
                    <a:pt x="4847331" y="324150"/>
                  </a:lnTo>
                  <a:lnTo>
                    <a:pt x="4847425" y="324150"/>
                  </a:lnTo>
                  <a:lnTo>
                    <a:pt x="4847519" y="324150"/>
                  </a:lnTo>
                  <a:lnTo>
                    <a:pt x="4847613" y="324150"/>
                  </a:lnTo>
                  <a:lnTo>
                    <a:pt x="4847707" y="324150"/>
                  </a:lnTo>
                  <a:lnTo>
                    <a:pt x="4847802" y="324150"/>
                  </a:lnTo>
                  <a:lnTo>
                    <a:pt x="4847896" y="324150"/>
                  </a:lnTo>
                  <a:lnTo>
                    <a:pt x="4847990" y="324150"/>
                  </a:lnTo>
                  <a:lnTo>
                    <a:pt x="4848084" y="324150"/>
                  </a:lnTo>
                  <a:lnTo>
                    <a:pt x="4848178" y="324150"/>
                  </a:lnTo>
                  <a:lnTo>
                    <a:pt x="4848272" y="324150"/>
                  </a:lnTo>
                  <a:lnTo>
                    <a:pt x="4848366" y="324150"/>
                  </a:lnTo>
                  <a:lnTo>
                    <a:pt x="4848461" y="324150"/>
                  </a:lnTo>
                  <a:lnTo>
                    <a:pt x="4848555" y="324150"/>
                  </a:lnTo>
                  <a:lnTo>
                    <a:pt x="4848649" y="324150"/>
                  </a:lnTo>
                  <a:lnTo>
                    <a:pt x="4848743" y="324150"/>
                  </a:lnTo>
                  <a:lnTo>
                    <a:pt x="4848837" y="324150"/>
                  </a:lnTo>
                  <a:lnTo>
                    <a:pt x="4848931" y="324150"/>
                  </a:lnTo>
                  <a:lnTo>
                    <a:pt x="4849026" y="324150"/>
                  </a:lnTo>
                  <a:lnTo>
                    <a:pt x="4849120" y="324150"/>
                  </a:lnTo>
                  <a:lnTo>
                    <a:pt x="4849214" y="324150"/>
                  </a:lnTo>
                  <a:lnTo>
                    <a:pt x="4849308" y="324150"/>
                  </a:lnTo>
                  <a:lnTo>
                    <a:pt x="4849402" y="324150"/>
                  </a:lnTo>
                  <a:lnTo>
                    <a:pt x="4849496" y="324150"/>
                  </a:lnTo>
                  <a:lnTo>
                    <a:pt x="4849590" y="324150"/>
                  </a:lnTo>
                  <a:lnTo>
                    <a:pt x="4849685" y="324150"/>
                  </a:lnTo>
                  <a:lnTo>
                    <a:pt x="4849779" y="324150"/>
                  </a:lnTo>
                  <a:lnTo>
                    <a:pt x="4849873" y="324150"/>
                  </a:lnTo>
                  <a:lnTo>
                    <a:pt x="4849967" y="324150"/>
                  </a:lnTo>
                  <a:lnTo>
                    <a:pt x="4850061" y="324150"/>
                  </a:lnTo>
                  <a:lnTo>
                    <a:pt x="4850061" y="319239"/>
                  </a:lnTo>
                  <a:lnTo>
                    <a:pt x="4850155" y="319239"/>
                  </a:lnTo>
                  <a:lnTo>
                    <a:pt x="4850250" y="319239"/>
                  </a:lnTo>
                  <a:lnTo>
                    <a:pt x="4850344" y="319239"/>
                  </a:lnTo>
                  <a:lnTo>
                    <a:pt x="4850438" y="319239"/>
                  </a:lnTo>
                  <a:lnTo>
                    <a:pt x="4850532" y="319239"/>
                  </a:lnTo>
                  <a:lnTo>
                    <a:pt x="4850626" y="319239"/>
                  </a:lnTo>
                  <a:lnTo>
                    <a:pt x="4850720" y="319239"/>
                  </a:lnTo>
                  <a:lnTo>
                    <a:pt x="4850814" y="319239"/>
                  </a:lnTo>
                  <a:lnTo>
                    <a:pt x="4850909" y="319239"/>
                  </a:lnTo>
                  <a:lnTo>
                    <a:pt x="4851003" y="319239"/>
                  </a:lnTo>
                  <a:lnTo>
                    <a:pt x="4851097" y="319239"/>
                  </a:lnTo>
                  <a:lnTo>
                    <a:pt x="4851191" y="319239"/>
                  </a:lnTo>
                  <a:lnTo>
                    <a:pt x="4851285" y="319239"/>
                  </a:lnTo>
                  <a:lnTo>
                    <a:pt x="4851379" y="319239"/>
                  </a:lnTo>
                  <a:lnTo>
                    <a:pt x="4851473" y="319239"/>
                  </a:lnTo>
                  <a:lnTo>
                    <a:pt x="4851568" y="319239"/>
                  </a:lnTo>
                  <a:lnTo>
                    <a:pt x="4851662" y="319239"/>
                  </a:lnTo>
                  <a:lnTo>
                    <a:pt x="4851756" y="319239"/>
                  </a:lnTo>
                  <a:lnTo>
                    <a:pt x="4851850" y="319239"/>
                  </a:lnTo>
                  <a:lnTo>
                    <a:pt x="4851944" y="319239"/>
                  </a:lnTo>
                  <a:lnTo>
                    <a:pt x="4852038" y="319239"/>
                  </a:lnTo>
                  <a:lnTo>
                    <a:pt x="4852133" y="319239"/>
                  </a:lnTo>
                  <a:lnTo>
                    <a:pt x="4852227" y="319239"/>
                  </a:lnTo>
                  <a:lnTo>
                    <a:pt x="4852321" y="319239"/>
                  </a:lnTo>
                  <a:lnTo>
                    <a:pt x="4852415" y="319239"/>
                  </a:lnTo>
                  <a:lnTo>
                    <a:pt x="4852415" y="314327"/>
                  </a:lnTo>
                  <a:lnTo>
                    <a:pt x="4852509" y="314327"/>
                  </a:lnTo>
                  <a:lnTo>
                    <a:pt x="4852603" y="314327"/>
                  </a:lnTo>
                  <a:lnTo>
                    <a:pt x="4852697" y="314327"/>
                  </a:lnTo>
                  <a:lnTo>
                    <a:pt x="4852792" y="314327"/>
                  </a:lnTo>
                  <a:lnTo>
                    <a:pt x="4852886" y="314327"/>
                  </a:lnTo>
                  <a:lnTo>
                    <a:pt x="4852980" y="314327"/>
                  </a:lnTo>
                  <a:lnTo>
                    <a:pt x="4853074" y="314327"/>
                  </a:lnTo>
                  <a:lnTo>
                    <a:pt x="4853168" y="314327"/>
                  </a:lnTo>
                  <a:lnTo>
                    <a:pt x="4853262" y="314327"/>
                  </a:lnTo>
                  <a:lnTo>
                    <a:pt x="4853357" y="314327"/>
                  </a:lnTo>
                  <a:lnTo>
                    <a:pt x="4853451" y="314327"/>
                  </a:lnTo>
                  <a:lnTo>
                    <a:pt x="4853545" y="314327"/>
                  </a:lnTo>
                  <a:lnTo>
                    <a:pt x="4853639" y="314327"/>
                  </a:lnTo>
                  <a:lnTo>
                    <a:pt x="4853733" y="314327"/>
                  </a:lnTo>
                  <a:lnTo>
                    <a:pt x="4853827" y="314327"/>
                  </a:lnTo>
                  <a:lnTo>
                    <a:pt x="4853921" y="314327"/>
                  </a:lnTo>
                  <a:lnTo>
                    <a:pt x="4854016" y="314327"/>
                  </a:lnTo>
                  <a:lnTo>
                    <a:pt x="4854110" y="314327"/>
                  </a:lnTo>
                  <a:lnTo>
                    <a:pt x="4854204" y="314327"/>
                  </a:lnTo>
                  <a:lnTo>
                    <a:pt x="4854298" y="314327"/>
                  </a:lnTo>
                  <a:lnTo>
                    <a:pt x="4854392" y="314327"/>
                  </a:lnTo>
                  <a:lnTo>
                    <a:pt x="4854486" y="314327"/>
                  </a:lnTo>
                  <a:lnTo>
                    <a:pt x="4854581" y="314327"/>
                  </a:lnTo>
                  <a:lnTo>
                    <a:pt x="4854675" y="314327"/>
                  </a:lnTo>
                  <a:lnTo>
                    <a:pt x="4854769" y="314327"/>
                  </a:lnTo>
                  <a:lnTo>
                    <a:pt x="4854863" y="314327"/>
                  </a:lnTo>
                  <a:lnTo>
                    <a:pt x="4854957" y="314327"/>
                  </a:lnTo>
                  <a:lnTo>
                    <a:pt x="4855051" y="314327"/>
                  </a:lnTo>
                  <a:lnTo>
                    <a:pt x="4855145" y="314327"/>
                  </a:lnTo>
                  <a:lnTo>
                    <a:pt x="4855240" y="314327"/>
                  </a:lnTo>
                  <a:lnTo>
                    <a:pt x="4855334" y="314327"/>
                  </a:lnTo>
                  <a:lnTo>
                    <a:pt x="4855428" y="314327"/>
                  </a:lnTo>
                  <a:lnTo>
                    <a:pt x="4855522" y="314327"/>
                  </a:lnTo>
                  <a:lnTo>
                    <a:pt x="4855616" y="314327"/>
                  </a:lnTo>
                  <a:lnTo>
                    <a:pt x="4855710" y="314327"/>
                  </a:lnTo>
                  <a:lnTo>
                    <a:pt x="4855804" y="314327"/>
                  </a:lnTo>
                  <a:lnTo>
                    <a:pt x="4855899" y="314327"/>
                  </a:lnTo>
                  <a:lnTo>
                    <a:pt x="4855993" y="314327"/>
                  </a:lnTo>
                  <a:lnTo>
                    <a:pt x="4856087" y="314327"/>
                  </a:lnTo>
                  <a:lnTo>
                    <a:pt x="4856181" y="314327"/>
                  </a:lnTo>
                  <a:lnTo>
                    <a:pt x="4856275" y="314327"/>
                  </a:lnTo>
                  <a:lnTo>
                    <a:pt x="4856369" y="314327"/>
                  </a:lnTo>
                  <a:lnTo>
                    <a:pt x="4856464" y="314327"/>
                  </a:lnTo>
                  <a:lnTo>
                    <a:pt x="4856464" y="309416"/>
                  </a:lnTo>
                  <a:lnTo>
                    <a:pt x="4856558" y="309416"/>
                  </a:lnTo>
                  <a:lnTo>
                    <a:pt x="4856652" y="309416"/>
                  </a:lnTo>
                  <a:lnTo>
                    <a:pt x="4856746" y="309416"/>
                  </a:lnTo>
                  <a:lnTo>
                    <a:pt x="4856840" y="309416"/>
                  </a:lnTo>
                  <a:lnTo>
                    <a:pt x="4856934" y="309416"/>
                  </a:lnTo>
                  <a:lnTo>
                    <a:pt x="4857028" y="309416"/>
                  </a:lnTo>
                  <a:lnTo>
                    <a:pt x="4857123" y="309416"/>
                  </a:lnTo>
                  <a:lnTo>
                    <a:pt x="4857217" y="309416"/>
                  </a:lnTo>
                  <a:lnTo>
                    <a:pt x="4857311" y="309416"/>
                  </a:lnTo>
                  <a:lnTo>
                    <a:pt x="4857405" y="309416"/>
                  </a:lnTo>
                  <a:lnTo>
                    <a:pt x="4857499" y="309416"/>
                  </a:lnTo>
                  <a:lnTo>
                    <a:pt x="4857593" y="309416"/>
                  </a:lnTo>
                  <a:lnTo>
                    <a:pt x="4857688" y="309416"/>
                  </a:lnTo>
                  <a:lnTo>
                    <a:pt x="4857782" y="309416"/>
                  </a:lnTo>
                  <a:lnTo>
                    <a:pt x="4857876" y="309416"/>
                  </a:lnTo>
                  <a:lnTo>
                    <a:pt x="4857970" y="309416"/>
                  </a:lnTo>
                  <a:lnTo>
                    <a:pt x="4858064" y="309416"/>
                  </a:lnTo>
                  <a:lnTo>
                    <a:pt x="4858158" y="309416"/>
                  </a:lnTo>
                  <a:lnTo>
                    <a:pt x="4858252" y="309416"/>
                  </a:lnTo>
                  <a:lnTo>
                    <a:pt x="4858347" y="309416"/>
                  </a:lnTo>
                  <a:lnTo>
                    <a:pt x="4858441" y="309416"/>
                  </a:lnTo>
                  <a:lnTo>
                    <a:pt x="4858535" y="309416"/>
                  </a:lnTo>
                  <a:lnTo>
                    <a:pt x="4858629" y="309416"/>
                  </a:lnTo>
                  <a:lnTo>
                    <a:pt x="4858723" y="309416"/>
                  </a:lnTo>
                  <a:lnTo>
                    <a:pt x="4858817" y="309416"/>
                  </a:lnTo>
                  <a:lnTo>
                    <a:pt x="4858912" y="309416"/>
                  </a:lnTo>
                  <a:lnTo>
                    <a:pt x="4859006" y="309416"/>
                  </a:lnTo>
                  <a:lnTo>
                    <a:pt x="4859100" y="309416"/>
                  </a:lnTo>
                  <a:lnTo>
                    <a:pt x="4859194" y="309416"/>
                  </a:lnTo>
                  <a:lnTo>
                    <a:pt x="4859288" y="309416"/>
                  </a:lnTo>
                  <a:lnTo>
                    <a:pt x="4859382" y="309416"/>
                  </a:lnTo>
                  <a:lnTo>
                    <a:pt x="4859476" y="309416"/>
                  </a:lnTo>
                  <a:lnTo>
                    <a:pt x="4859571" y="309416"/>
                  </a:lnTo>
                  <a:lnTo>
                    <a:pt x="4859665" y="309416"/>
                  </a:lnTo>
                  <a:lnTo>
                    <a:pt x="4859759" y="309416"/>
                  </a:lnTo>
                  <a:lnTo>
                    <a:pt x="4859853" y="309416"/>
                  </a:lnTo>
                  <a:lnTo>
                    <a:pt x="4859947" y="309416"/>
                  </a:lnTo>
                  <a:lnTo>
                    <a:pt x="4860041" y="309416"/>
                  </a:lnTo>
                  <a:lnTo>
                    <a:pt x="4860135" y="309416"/>
                  </a:lnTo>
                  <a:lnTo>
                    <a:pt x="4860230" y="309416"/>
                  </a:lnTo>
                  <a:lnTo>
                    <a:pt x="4860324" y="309416"/>
                  </a:lnTo>
                  <a:lnTo>
                    <a:pt x="4860418" y="309416"/>
                  </a:lnTo>
                  <a:lnTo>
                    <a:pt x="4860512" y="309416"/>
                  </a:lnTo>
                  <a:lnTo>
                    <a:pt x="4860606" y="309416"/>
                  </a:lnTo>
                  <a:lnTo>
                    <a:pt x="4860700" y="309416"/>
                  </a:lnTo>
                  <a:lnTo>
                    <a:pt x="4860795" y="309416"/>
                  </a:lnTo>
                  <a:lnTo>
                    <a:pt x="4860889" y="309416"/>
                  </a:lnTo>
                  <a:lnTo>
                    <a:pt x="4860983" y="309416"/>
                  </a:lnTo>
                  <a:lnTo>
                    <a:pt x="4861077" y="309416"/>
                  </a:lnTo>
                  <a:lnTo>
                    <a:pt x="4861171" y="309416"/>
                  </a:lnTo>
                  <a:lnTo>
                    <a:pt x="4861265" y="309416"/>
                  </a:lnTo>
                  <a:lnTo>
                    <a:pt x="4861359" y="309416"/>
                  </a:lnTo>
                  <a:lnTo>
                    <a:pt x="4861454" y="309416"/>
                  </a:lnTo>
                  <a:lnTo>
                    <a:pt x="4861548" y="309416"/>
                  </a:lnTo>
                  <a:lnTo>
                    <a:pt x="4861642" y="309416"/>
                  </a:lnTo>
                  <a:lnTo>
                    <a:pt x="4861736" y="309416"/>
                  </a:lnTo>
                  <a:lnTo>
                    <a:pt x="4861830" y="309416"/>
                  </a:lnTo>
                  <a:lnTo>
                    <a:pt x="4861924" y="309416"/>
                  </a:lnTo>
                  <a:lnTo>
                    <a:pt x="4862019" y="309416"/>
                  </a:lnTo>
                  <a:lnTo>
                    <a:pt x="4862113" y="309416"/>
                  </a:lnTo>
                  <a:lnTo>
                    <a:pt x="4862207" y="309416"/>
                  </a:lnTo>
                  <a:lnTo>
                    <a:pt x="4862301" y="309416"/>
                  </a:lnTo>
                  <a:lnTo>
                    <a:pt x="4862395" y="309416"/>
                  </a:lnTo>
                  <a:lnTo>
                    <a:pt x="4862489" y="309416"/>
                  </a:lnTo>
                  <a:lnTo>
                    <a:pt x="4862583" y="309416"/>
                  </a:lnTo>
                  <a:lnTo>
                    <a:pt x="4862678" y="309416"/>
                  </a:lnTo>
                  <a:lnTo>
                    <a:pt x="4862772" y="309416"/>
                  </a:lnTo>
                  <a:lnTo>
                    <a:pt x="4862866" y="309416"/>
                  </a:lnTo>
                  <a:lnTo>
                    <a:pt x="4862960" y="309416"/>
                  </a:lnTo>
                  <a:lnTo>
                    <a:pt x="4863054" y="309416"/>
                  </a:lnTo>
                  <a:lnTo>
                    <a:pt x="4863148" y="309416"/>
                  </a:lnTo>
                  <a:lnTo>
                    <a:pt x="4863243" y="309416"/>
                  </a:lnTo>
                  <a:lnTo>
                    <a:pt x="4863337" y="309416"/>
                  </a:lnTo>
                  <a:lnTo>
                    <a:pt x="4863431" y="309416"/>
                  </a:lnTo>
                  <a:lnTo>
                    <a:pt x="4863525" y="309416"/>
                  </a:lnTo>
                  <a:lnTo>
                    <a:pt x="4863619" y="309416"/>
                  </a:lnTo>
                  <a:lnTo>
                    <a:pt x="4863713" y="309416"/>
                  </a:lnTo>
                  <a:lnTo>
                    <a:pt x="4863807" y="309416"/>
                  </a:lnTo>
                  <a:lnTo>
                    <a:pt x="4863902" y="309416"/>
                  </a:lnTo>
                  <a:lnTo>
                    <a:pt x="4863996" y="309416"/>
                  </a:lnTo>
                  <a:lnTo>
                    <a:pt x="4864090" y="309416"/>
                  </a:lnTo>
                  <a:lnTo>
                    <a:pt x="4864184" y="309416"/>
                  </a:lnTo>
                  <a:lnTo>
                    <a:pt x="4864278" y="309416"/>
                  </a:lnTo>
                  <a:lnTo>
                    <a:pt x="4864372" y="309416"/>
                  </a:lnTo>
                  <a:lnTo>
                    <a:pt x="4864467" y="309416"/>
                  </a:lnTo>
                  <a:lnTo>
                    <a:pt x="4864561" y="309416"/>
                  </a:lnTo>
                  <a:lnTo>
                    <a:pt x="4864655" y="309416"/>
                  </a:lnTo>
                  <a:lnTo>
                    <a:pt x="4864749" y="309416"/>
                  </a:lnTo>
                  <a:lnTo>
                    <a:pt x="4864843" y="309416"/>
                  </a:lnTo>
                  <a:lnTo>
                    <a:pt x="4864937" y="309416"/>
                  </a:lnTo>
                  <a:lnTo>
                    <a:pt x="4865031" y="309416"/>
                  </a:lnTo>
                  <a:lnTo>
                    <a:pt x="4865126" y="309416"/>
                  </a:lnTo>
                  <a:lnTo>
                    <a:pt x="4865220" y="309416"/>
                  </a:lnTo>
                  <a:lnTo>
                    <a:pt x="4865314" y="309416"/>
                  </a:lnTo>
                  <a:lnTo>
                    <a:pt x="4865408" y="309416"/>
                  </a:lnTo>
                  <a:lnTo>
                    <a:pt x="4865502" y="309416"/>
                  </a:lnTo>
                  <a:lnTo>
                    <a:pt x="4865596" y="309416"/>
                  </a:lnTo>
                  <a:lnTo>
                    <a:pt x="4865690" y="309416"/>
                  </a:lnTo>
                  <a:lnTo>
                    <a:pt x="4865785" y="309416"/>
                  </a:lnTo>
                  <a:lnTo>
                    <a:pt x="4865879" y="309416"/>
                  </a:lnTo>
                  <a:lnTo>
                    <a:pt x="4865973" y="309416"/>
                  </a:lnTo>
                  <a:lnTo>
                    <a:pt x="4866067" y="309416"/>
                  </a:lnTo>
                  <a:lnTo>
                    <a:pt x="4866161" y="309416"/>
                  </a:lnTo>
                  <a:lnTo>
                    <a:pt x="4866255" y="309416"/>
                  </a:lnTo>
                  <a:lnTo>
                    <a:pt x="4866350" y="309416"/>
                  </a:lnTo>
                  <a:lnTo>
                    <a:pt x="4866444" y="309416"/>
                  </a:lnTo>
                  <a:lnTo>
                    <a:pt x="4866538" y="309416"/>
                  </a:lnTo>
                  <a:lnTo>
                    <a:pt x="4866632" y="309416"/>
                  </a:lnTo>
                  <a:lnTo>
                    <a:pt x="4866726" y="309416"/>
                  </a:lnTo>
                  <a:lnTo>
                    <a:pt x="4866820" y="309416"/>
                  </a:lnTo>
                  <a:lnTo>
                    <a:pt x="4866914" y="309416"/>
                  </a:lnTo>
                  <a:lnTo>
                    <a:pt x="4867009" y="309416"/>
                  </a:lnTo>
                  <a:lnTo>
                    <a:pt x="4867103" y="309416"/>
                  </a:lnTo>
                  <a:lnTo>
                    <a:pt x="4867197" y="309416"/>
                  </a:lnTo>
                  <a:lnTo>
                    <a:pt x="4867291" y="309416"/>
                  </a:lnTo>
                  <a:lnTo>
                    <a:pt x="4867385" y="309416"/>
                  </a:lnTo>
                  <a:lnTo>
                    <a:pt x="4867479" y="309416"/>
                  </a:lnTo>
                  <a:lnTo>
                    <a:pt x="4867574" y="309416"/>
                  </a:lnTo>
                  <a:lnTo>
                    <a:pt x="4867668" y="309416"/>
                  </a:lnTo>
                  <a:lnTo>
                    <a:pt x="4867762" y="309416"/>
                  </a:lnTo>
                  <a:lnTo>
                    <a:pt x="4867856" y="309416"/>
                  </a:lnTo>
                  <a:lnTo>
                    <a:pt x="4867950" y="309416"/>
                  </a:lnTo>
                  <a:lnTo>
                    <a:pt x="4868044" y="309416"/>
                  </a:lnTo>
                  <a:lnTo>
                    <a:pt x="4868138" y="309416"/>
                  </a:lnTo>
                  <a:lnTo>
                    <a:pt x="4868233" y="309416"/>
                  </a:lnTo>
                  <a:lnTo>
                    <a:pt x="4868327" y="309416"/>
                  </a:lnTo>
                  <a:lnTo>
                    <a:pt x="4868421" y="309416"/>
                  </a:lnTo>
                  <a:lnTo>
                    <a:pt x="4868515" y="309416"/>
                  </a:lnTo>
                  <a:lnTo>
                    <a:pt x="4868609" y="309416"/>
                  </a:lnTo>
                  <a:lnTo>
                    <a:pt x="4868703" y="309416"/>
                  </a:lnTo>
                  <a:lnTo>
                    <a:pt x="4868798" y="309416"/>
                  </a:lnTo>
                  <a:lnTo>
                    <a:pt x="4868892" y="309416"/>
                  </a:lnTo>
                  <a:lnTo>
                    <a:pt x="4868986" y="309416"/>
                  </a:lnTo>
                  <a:lnTo>
                    <a:pt x="4869080" y="309416"/>
                  </a:lnTo>
                  <a:lnTo>
                    <a:pt x="4869174" y="309416"/>
                  </a:lnTo>
                  <a:lnTo>
                    <a:pt x="4869268" y="309416"/>
                  </a:lnTo>
                  <a:lnTo>
                    <a:pt x="4869362" y="309416"/>
                  </a:lnTo>
                  <a:lnTo>
                    <a:pt x="4869457" y="309416"/>
                  </a:lnTo>
                  <a:lnTo>
                    <a:pt x="4869551" y="309416"/>
                  </a:lnTo>
                  <a:lnTo>
                    <a:pt x="4869645" y="309416"/>
                  </a:lnTo>
                  <a:lnTo>
                    <a:pt x="4869739" y="309416"/>
                  </a:lnTo>
                  <a:lnTo>
                    <a:pt x="4869833" y="309416"/>
                  </a:lnTo>
                  <a:lnTo>
                    <a:pt x="4869927" y="309416"/>
                  </a:lnTo>
                  <a:lnTo>
                    <a:pt x="4870021" y="309416"/>
                  </a:lnTo>
                  <a:lnTo>
                    <a:pt x="4870116" y="309416"/>
                  </a:lnTo>
                  <a:lnTo>
                    <a:pt x="4870210" y="309416"/>
                  </a:lnTo>
                  <a:lnTo>
                    <a:pt x="4870304" y="309416"/>
                  </a:lnTo>
                  <a:lnTo>
                    <a:pt x="4870398" y="309416"/>
                  </a:lnTo>
                  <a:lnTo>
                    <a:pt x="4870492" y="309416"/>
                  </a:lnTo>
                  <a:lnTo>
                    <a:pt x="4870586" y="309416"/>
                  </a:lnTo>
                  <a:lnTo>
                    <a:pt x="4870681" y="309416"/>
                  </a:lnTo>
                  <a:lnTo>
                    <a:pt x="4870775" y="309416"/>
                  </a:lnTo>
                  <a:lnTo>
                    <a:pt x="4870869" y="309416"/>
                  </a:lnTo>
                  <a:lnTo>
                    <a:pt x="4870963" y="309416"/>
                  </a:lnTo>
                  <a:lnTo>
                    <a:pt x="4871057" y="309416"/>
                  </a:lnTo>
                  <a:lnTo>
                    <a:pt x="4871151" y="309416"/>
                  </a:lnTo>
                  <a:lnTo>
                    <a:pt x="4871245" y="309416"/>
                  </a:lnTo>
                  <a:lnTo>
                    <a:pt x="4871340" y="309416"/>
                  </a:lnTo>
                  <a:lnTo>
                    <a:pt x="4871434" y="309416"/>
                  </a:lnTo>
                  <a:lnTo>
                    <a:pt x="4871528" y="309416"/>
                  </a:lnTo>
                  <a:lnTo>
                    <a:pt x="4871622" y="309416"/>
                  </a:lnTo>
                  <a:lnTo>
                    <a:pt x="4871716" y="309416"/>
                  </a:lnTo>
                  <a:lnTo>
                    <a:pt x="4871810" y="309416"/>
                  </a:lnTo>
                  <a:lnTo>
                    <a:pt x="4871905" y="309416"/>
                  </a:lnTo>
                  <a:lnTo>
                    <a:pt x="4871999" y="309416"/>
                  </a:lnTo>
                  <a:lnTo>
                    <a:pt x="4872093" y="309416"/>
                  </a:lnTo>
                  <a:lnTo>
                    <a:pt x="4872187" y="309416"/>
                  </a:lnTo>
                  <a:lnTo>
                    <a:pt x="4872281" y="309416"/>
                  </a:lnTo>
                  <a:lnTo>
                    <a:pt x="4872375" y="309416"/>
                  </a:lnTo>
                  <a:lnTo>
                    <a:pt x="4872469" y="309416"/>
                  </a:lnTo>
                  <a:lnTo>
                    <a:pt x="4872564" y="309416"/>
                  </a:lnTo>
                  <a:lnTo>
                    <a:pt x="4872658" y="309416"/>
                  </a:lnTo>
                  <a:lnTo>
                    <a:pt x="4872752" y="309416"/>
                  </a:lnTo>
                  <a:lnTo>
                    <a:pt x="4872846" y="309416"/>
                  </a:lnTo>
                  <a:lnTo>
                    <a:pt x="4872940" y="309416"/>
                  </a:lnTo>
                  <a:lnTo>
                    <a:pt x="4873034" y="309416"/>
                  </a:lnTo>
                  <a:lnTo>
                    <a:pt x="4873129" y="309416"/>
                  </a:lnTo>
                  <a:lnTo>
                    <a:pt x="4873223" y="309416"/>
                  </a:lnTo>
                  <a:lnTo>
                    <a:pt x="4873317" y="309416"/>
                  </a:lnTo>
                  <a:lnTo>
                    <a:pt x="4873411" y="309416"/>
                  </a:lnTo>
                  <a:lnTo>
                    <a:pt x="4873505" y="309416"/>
                  </a:lnTo>
                  <a:lnTo>
                    <a:pt x="4873599" y="309416"/>
                  </a:lnTo>
                  <a:lnTo>
                    <a:pt x="4873693" y="309416"/>
                  </a:lnTo>
                  <a:lnTo>
                    <a:pt x="4873788" y="309416"/>
                  </a:lnTo>
                  <a:lnTo>
                    <a:pt x="4873882" y="309416"/>
                  </a:lnTo>
                  <a:lnTo>
                    <a:pt x="4873976" y="309416"/>
                  </a:lnTo>
                  <a:lnTo>
                    <a:pt x="4874070" y="309416"/>
                  </a:lnTo>
                  <a:lnTo>
                    <a:pt x="4874164" y="309416"/>
                  </a:lnTo>
                  <a:lnTo>
                    <a:pt x="4874258" y="309416"/>
                  </a:lnTo>
                  <a:lnTo>
                    <a:pt x="4874352" y="309416"/>
                  </a:lnTo>
                  <a:lnTo>
                    <a:pt x="4874447" y="309416"/>
                  </a:lnTo>
                  <a:lnTo>
                    <a:pt x="4874541" y="309416"/>
                  </a:lnTo>
                  <a:lnTo>
                    <a:pt x="4874635" y="309416"/>
                  </a:lnTo>
                  <a:lnTo>
                    <a:pt x="4874729" y="309416"/>
                  </a:lnTo>
                  <a:lnTo>
                    <a:pt x="4874823" y="309416"/>
                  </a:lnTo>
                  <a:lnTo>
                    <a:pt x="4874917" y="309416"/>
                  </a:lnTo>
                  <a:lnTo>
                    <a:pt x="4875012" y="309416"/>
                  </a:lnTo>
                  <a:lnTo>
                    <a:pt x="4875106" y="309416"/>
                  </a:lnTo>
                  <a:lnTo>
                    <a:pt x="4875200" y="309416"/>
                  </a:lnTo>
                  <a:lnTo>
                    <a:pt x="4875294" y="309416"/>
                  </a:lnTo>
                  <a:lnTo>
                    <a:pt x="4875388" y="309416"/>
                  </a:lnTo>
                  <a:lnTo>
                    <a:pt x="4875482" y="309416"/>
                  </a:lnTo>
                  <a:lnTo>
                    <a:pt x="4875576" y="309416"/>
                  </a:lnTo>
                  <a:lnTo>
                    <a:pt x="4875671" y="309416"/>
                  </a:lnTo>
                  <a:lnTo>
                    <a:pt x="4875765" y="309416"/>
                  </a:lnTo>
                  <a:lnTo>
                    <a:pt x="4875859" y="309416"/>
                  </a:lnTo>
                  <a:lnTo>
                    <a:pt x="4875953" y="309416"/>
                  </a:lnTo>
                  <a:lnTo>
                    <a:pt x="4876047" y="309416"/>
                  </a:lnTo>
                  <a:lnTo>
                    <a:pt x="4876141" y="309416"/>
                  </a:lnTo>
                  <a:lnTo>
                    <a:pt x="4876236" y="309416"/>
                  </a:lnTo>
                  <a:lnTo>
                    <a:pt x="4876330" y="309416"/>
                  </a:lnTo>
                  <a:lnTo>
                    <a:pt x="4876424" y="309416"/>
                  </a:lnTo>
                  <a:lnTo>
                    <a:pt x="4876518" y="309416"/>
                  </a:lnTo>
                  <a:lnTo>
                    <a:pt x="4876612" y="309416"/>
                  </a:lnTo>
                  <a:lnTo>
                    <a:pt x="4876706" y="309416"/>
                  </a:lnTo>
                  <a:lnTo>
                    <a:pt x="4876800" y="309416"/>
                  </a:lnTo>
                  <a:lnTo>
                    <a:pt x="4876895" y="309416"/>
                  </a:lnTo>
                  <a:lnTo>
                    <a:pt x="4876989" y="309416"/>
                  </a:lnTo>
                  <a:lnTo>
                    <a:pt x="4877083" y="309416"/>
                  </a:lnTo>
                  <a:lnTo>
                    <a:pt x="4877177" y="309416"/>
                  </a:lnTo>
                  <a:lnTo>
                    <a:pt x="4877271" y="309416"/>
                  </a:lnTo>
                  <a:lnTo>
                    <a:pt x="4877365" y="309416"/>
                  </a:lnTo>
                  <a:lnTo>
                    <a:pt x="4877460" y="309416"/>
                  </a:lnTo>
                  <a:lnTo>
                    <a:pt x="4877554" y="309416"/>
                  </a:lnTo>
                  <a:lnTo>
                    <a:pt x="4877648" y="309416"/>
                  </a:lnTo>
                  <a:lnTo>
                    <a:pt x="4877742" y="309416"/>
                  </a:lnTo>
                  <a:lnTo>
                    <a:pt x="4877836" y="309416"/>
                  </a:lnTo>
                  <a:lnTo>
                    <a:pt x="4877930" y="309416"/>
                  </a:lnTo>
                  <a:lnTo>
                    <a:pt x="4878024" y="309416"/>
                  </a:lnTo>
                  <a:lnTo>
                    <a:pt x="4878119" y="309416"/>
                  </a:lnTo>
                  <a:lnTo>
                    <a:pt x="4878213" y="309416"/>
                  </a:lnTo>
                  <a:lnTo>
                    <a:pt x="4878307" y="309416"/>
                  </a:lnTo>
                  <a:lnTo>
                    <a:pt x="4878401" y="309416"/>
                  </a:lnTo>
                  <a:lnTo>
                    <a:pt x="4878495" y="309416"/>
                  </a:lnTo>
                  <a:lnTo>
                    <a:pt x="4878589" y="309416"/>
                  </a:lnTo>
                  <a:lnTo>
                    <a:pt x="4878683" y="309416"/>
                  </a:lnTo>
                  <a:lnTo>
                    <a:pt x="4878778" y="309416"/>
                  </a:lnTo>
                  <a:lnTo>
                    <a:pt x="4878872" y="309416"/>
                  </a:lnTo>
                  <a:lnTo>
                    <a:pt x="4878966" y="309416"/>
                  </a:lnTo>
                  <a:lnTo>
                    <a:pt x="4879060" y="309416"/>
                  </a:lnTo>
                  <a:lnTo>
                    <a:pt x="4879154" y="309416"/>
                  </a:lnTo>
                  <a:lnTo>
                    <a:pt x="4879248" y="309416"/>
                  </a:lnTo>
                  <a:lnTo>
                    <a:pt x="4879343" y="309416"/>
                  </a:lnTo>
                  <a:lnTo>
                    <a:pt x="4879437" y="309416"/>
                  </a:lnTo>
                  <a:lnTo>
                    <a:pt x="4879531" y="309416"/>
                  </a:lnTo>
                  <a:lnTo>
                    <a:pt x="4879625" y="309416"/>
                  </a:lnTo>
                  <a:lnTo>
                    <a:pt x="4879719" y="309416"/>
                  </a:lnTo>
                  <a:lnTo>
                    <a:pt x="4879813" y="309416"/>
                  </a:lnTo>
                  <a:lnTo>
                    <a:pt x="4879907" y="309416"/>
                  </a:lnTo>
                  <a:lnTo>
                    <a:pt x="4880002" y="309416"/>
                  </a:lnTo>
                  <a:lnTo>
                    <a:pt x="4880096" y="309416"/>
                  </a:lnTo>
                  <a:lnTo>
                    <a:pt x="4880190" y="309416"/>
                  </a:lnTo>
                  <a:lnTo>
                    <a:pt x="4880284" y="309416"/>
                  </a:lnTo>
                  <a:lnTo>
                    <a:pt x="4880378" y="309416"/>
                  </a:lnTo>
                  <a:lnTo>
                    <a:pt x="4880472" y="309416"/>
                  </a:lnTo>
                  <a:lnTo>
                    <a:pt x="4880567" y="309416"/>
                  </a:lnTo>
                  <a:lnTo>
                    <a:pt x="4880661" y="309416"/>
                  </a:lnTo>
                  <a:lnTo>
                    <a:pt x="4880755" y="309416"/>
                  </a:lnTo>
                  <a:lnTo>
                    <a:pt x="4880849" y="309416"/>
                  </a:lnTo>
                  <a:lnTo>
                    <a:pt x="4880943" y="309416"/>
                  </a:lnTo>
                  <a:lnTo>
                    <a:pt x="4881037" y="309416"/>
                  </a:lnTo>
                  <a:lnTo>
                    <a:pt x="4881131" y="309416"/>
                  </a:lnTo>
                  <a:lnTo>
                    <a:pt x="4881226" y="309416"/>
                  </a:lnTo>
                  <a:lnTo>
                    <a:pt x="4881320" y="309416"/>
                  </a:lnTo>
                  <a:lnTo>
                    <a:pt x="4881414" y="309416"/>
                  </a:lnTo>
                  <a:lnTo>
                    <a:pt x="4881508" y="309416"/>
                  </a:lnTo>
                  <a:lnTo>
                    <a:pt x="4881602" y="309416"/>
                  </a:lnTo>
                  <a:lnTo>
                    <a:pt x="4881696" y="309416"/>
                  </a:lnTo>
                  <a:lnTo>
                    <a:pt x="4881791" y="309416"/>
                  </a:lnTo>
                  <a:lnTo>
                    <a:pt x="4881885" y="309416"/>
                  </a:lnTo>
                  <a:lnTo>
                    <a:pt x="4881979" y="309416"/>
                  </a:lnTo>
                  <a:lnTo>
                    <a:pt x="4882073" y="309416"/>
                  </a:lnTo>
                  <a:lnTo>
                    <a:pt x="4882167" y="309416"/>
                  </a:lnTo>
                  <a:lnTo>
                    <a:pt x="4882261" y="309416"/>
                  </a:lnTo>
                  <a:lnTo>
                    <a:pt x="4882355" y="309416"/>
                  </a:lnTo>
                  <a:lnTo>
                    <a:pt x="4882450" y="309416"/>
                  </a:lnTo>
                  <a:lnTo>
                    <a:pt x="4882544" y="309416"/>
                  </a:lnTo>
                  <a:lnTo>
                    <a:pt x="4882638" y="309416"/>
                  </a:lnTo>
                  <a:lnTo>
                    <a:pt x="4882732" y="309416"/>
                  </a:lnTo>
                  <a:lnTo>
                    <a:pt x="4882826" y="309416"/>
                  </a:lnTo>
                  <a:lnTo>
                    <a:pt x="4882920" y="309416"/>
                  </a:lnTo>
                  <a:lnTo>
                    <a:pt x="4883014" y="309416"/>
                  </a:lnTo>
                  <a:lnTo>
                    <a:pt x="4883109" y="309416"/>
                  </a:lnTo>
                  <a:lnTo>
                    <a:pt x="4883203" y="309416"/>
                  </a:lnTo>
                  <a:lnTo>
                    <a:pt x="4883297" y="309416"/>
                  </a:lnTo>
                  <a:lnTo>
                    <a:pt x="4883391" y="309416"/>
                  </a:lnTo>
                  <a:lnTo>
                    <a:pt x="4883485" y="309416"/>
                  </a:lnTo>
                  <a:lnTo>
                    <a:pt x="4883579" y="309416"/>
                  </a:lnTo>
                  <a:lnTo>
                    <a:pt x="4883674" y="309416"/>
                  </a:lnTo>
                  <a:lnTo>
                    <a:pt x="4883768" y="309416"/>
                  </a:lnTo>
                  <a:lnTo>
                    <a:pt x="4883862" y="309416"/>
                  </a:lnTo>
                  <a:lnTo>
                    <a:pt x="4883956" y="309416"/>
                  </a:lnTo>
                  <a:lnTo>
                    <a:pt x="4884050" y="309416"/>
                  </a:lnTo>
                  <a:lnTo>
                    <a:pt x="4884144" y="309416"/>
                  </a:lnTo>
                  <a:lnTo>
                    <a:pt x="4884238" y="309416"/>
                  </a:lnTo>
                  <a:lnTo>
                    <a:pt x="4884333" y="309416"/>
                  </a:lnTo>
                  <a:lnTo>
                    <a:pt x="4884427" y="309416"/>
                  </a:lnTo>
                  <a:lnTo>
                    <a:pt x="4884521" y="309416"/>
                  </a:lnTo>
                  <a:lnTo>
                    <a:pt x="4884615" y="309416"/>
                  </a:lnTo>
                  <a:lnTo>
                    <a:pt x="4884709" y="309416"/>
                  </a:lnTo>
                  <a:lnTo>
                    <a:pt x="4884803" y="309416"/>
                  </a:lnTo>
                  <a:lnTo>
                    <a:pt x="4884898" y="309416"/>
                  </a:lnTo>
                  <a:lnTo>
                    <a:pt x="4884992" y="309416"/>
                  </a:lnTo>
                  <a:lnTo>
                    <a:pt x="4885086" y="309416"/>
                  </a:lnTo>
                  <a:lnTo>
                    <a:pt x="4885180" y="309416"/>
                  </a:lnTo>
                  <a:lnTo>
                    <a:pt x="4885274" y="309416"/>
                  </a:lnTo>
                  <a:lnTo>
                    <a:pt x="4885368" y="309416"/>
                  </a:lnTo>
                  <a:lnTo>
                    <a:pt x="4885462" y="309416"/>
                  </a:lnTo>
                  <a:lnTo>
                    <a:pt x="4885557" y="309416"/>
                  </a:lnTo>
                  <a:lnTo>
                    <a:pt x="4885651" y="309416"/>
                  </a:lnTo>
                  <a:lnTo>
                    <a:pt x="4885745" y="309416"/>
                  </a:lnTo>
                  <a:lnTo>
                    <a:pt x="4885839" y="309416"/>
                  </a:lnTo>
                  <a:lnTo>
                    <a:pt x="4885933" y="309416"/>
                  </a:lnTo>
                  <a:lnTo>
                    <a:pt x="4886027" y="309416"/>
                  </a:lnTo>
                  <a:lnTo>
                    <a:pt x="4886122" y="309416"/>
                  </a:lnTo>
                  <a:lnTo>
                    <a:pt x="4886216" y="309416"/>
                  </a:lnTo>
                  <a:lnTo>
                    <a:pt x="4886310" y="309416"/>
                  </a:lnTo>
                  <a:lnTo>
                    <a:pt x="4886404" y="309416"/>
                  </a:lnTo>
                  <a:lnTo>
                    <a:pt x="4886498" y="309416"/>
                  </a:lnTo>
                  <a:lnTo>
                    <a:pt x="4886592" y="309416"/>
                  </a:lnTo>
                  <a:lnTo>
                    <a:pt x="4886686" y="309416"/>
                  </a:lnTo>
                  <a:lnTo>
                    <a:pt x="4886781" y="309416"/>
                  </a:lnTo>
                  <a:lnTo>
                    <a:pt x="4886875" y="309416"/>
                  </a:lnTo>
                  <a:lnTo>
                    <a:pt x="4886969" y="309416"/>
                  </a:lnTo>
                  <a:lnTo>
                    <a:pt x="4887063" y="309416"/>
                  </a:lnTo>
                  <a:lnTo>
                    <a:pt x="4887157" y="309416"/>
                  </a:lnTo>
                  <a:lnTo>
                    <a:pt x="4887251" y="309416"/>
                  </a:lnTo>
                  <a:lnTo>
                    <a:pt x="4887345" y="309416"/>
                  </a:lnTo>
                  <a:lnTo>
                    <a:pt x="4887440" y="309416"/>
                  </a:lnTo>
                  <a:lnTo>
                    <a:pt x="4887534" y="309416"/>
                  </a:lnTo>
                  <a:lnTo>
                    <a:pt x="4887628" y="309416"/>
                  </a:lnTo>
                  <a:lnTo>
                    <a:pt x="4887722" y="309416"/>
                  </a:lnTo>
                  <a:lnTo>
                    <a:pt x="4887816" y="309416"/>
                  </a:lnTo>
                  <a:lnTo>
                    <a:pt x="4887910" y="309416"/>
                  </a:lnTo>
                  <a:lnTo>
                    <a:pt x="4888005" y="309416"/>
                  </a:lnTo>
                  <a:lnTo>
                    <a:pt x="4888099" y="309416"/>
                  </a:lnTo>
                  <a:lnTo>
                    <a:pt x="4888193" y="309416"/>
                  </a:lnTo>
                  <a:lnTo>
                    <a:pt x="4888287" y="309416"/>
                  </a:lnTo>
                  <a:lnTo>
                    <a:pt x="4888381" y="309416"/>
                  </a:lnTo>
                  <a:lnTo>
                    <a:pt x="4888475" y="309416"/>
                  </a:lnTo>
                  <a:lnTo>
                    <a:pt x="4888569" y="309416"/>
                  </a:lnTo>
                  <a:lnTo>
                    <a:pt x="4888664" y="309416"/>
                  </a:lnTo>
                  <a:lnTo>
                    <a:pt x="4888758" y="309416"/>
                  </a:lnTo>
                  <a:lnTo>
                    <a:pt x="4888852" y="309416"/>
                  </a:lnTo>
                  <a:lnTo>
                    <a:pt x="4888946" y="309416"/>
                  </a:lnTo>
                  <a:lnTo>
                    <a:pt x="4889040" y="309416"/>
                  </a:lnTo>
                  <a:lnTo>
                    <a:pt x="4889134" y="309416"/>
                  </a:lnTo>
                  <a:lnTo>
                    <a:pt x="4889229" y="309416"/>
                  </a:lnTo>
                  <a:lnTo>
                    <a:pt x="4889323" y="309416"/>
                  </a:lnTo>
                  <a:lnTo>
                    <a:pt x="4889417" y="309416"/>
                  </a:lnTo>
                  <a:lnTo>
                    <a:pt x="4889511" y="309416"/>
                  </a:lnTo>
                  <a:lnTo>
                    <a:pt x="4889605" y="309416"/>
                  </a:lnTo>
                  <a:lnTo>
                    <a:pt x="4889699" y="309416"/>
                  </a:lnTo>
                  <a:lnTo>
                    <a:pt x="4889793" y="309416"/>
                  </a:lnTo>
                  <a:lnTo>
                    <a:pt x="4889888" y="309416"/>
                  </a:lnTo>
                  <a:lnTo>
                    <a:pt x="4889982" y="309416"/>
                  </a:lnTo>
                  <a:lnTo>
                    <a:pt x="4890076" y="309416"/>
                  </a:lnTo>
                  <a:lnTo>
                    <a:pt x="4890170" y="309416"/>
                  </a:lnTo>
                  <a:lnTo>
                    <a:pt x="4890264" y="309416"/>
                  </a:lnTo>
                  <a:lnTo>
                    <a:pt x="4890358" y="309416"/>
                  </a:lnTo>
                  <a:lnTo>
                    <a:pt x="4890453" y="309416"/>
                  </a:lnTo>
                  <a:lnTo>
                    <a:pt x="4890547" y="309416"/>
                  </a:lnTo>
                  <a:lnTo>
                    <a:pt x="4890641" y="309416"/>
                  </a:lnTo>
                  <a:lnTo>
                    <a:pt x="4890735" y="309416"/>
                  </a:lnTo>
                  <a:lnTo>
                    <a:pt x="4890829" y="309416"/>
                  </a:lnTo>
                  <a:lnTo>
                    <a:pt x="4890923" y="309416"/>
                  </a:lnTo>
                  <a:lnTo>
                    <a:pt x="4891017" y="309416"/>
                  </a:lnTo>
                  <a:lnTo>
                    <a:pt x="4891112" y="309416"/>
                  </a:lnTo>
                  <a:lnTo>
                    <a:pt x="4891206" y="309416"/>
                  </a:lnTo>
                  <a:lnTo>
                    <a:pt x="4891300" y="309416"/>
                  </a:lnTo>
                  <a:lnTo>
                    <a:pt x="4891394" y="309416"/>
                  </a:lnTo>
                  <a:lnTo>
                    <a:pt x="4891488" y="309416"/>
                  </a:lnTo>
                  <a:lnTo>
                    <a:pt x="4891582" y="309416"/>
                  </a:lnTo>
                  <a:lnTo>
                    <a:pt x="4891676" y="309416"/>
                  </a:lnTo>
                  <a:lnTo>
                    <a:pt x="4891771" y="309416"/>
                  </a:lnTo>
                  <a:lnTo>
                    <a:pt x="4891865" y="309416"/>
                  </a:lnTo>
                  <a:lnTo>
                    <a:pt x="4891959" y="309416"/>
                  </a:lnTo>
                  <a:lnTo>
                    <a:pt x="4892053" y="309416"/>
                  </a:lnTo>
                  <a:lnTo>
                    <a:pt x="4892147" y="309416"/>
                  </a:lnTo>
                  <a:lnTo>
                    <a:pt x="4892241" y="309416"/>
                  </a:lnTo>
                  <a:lnTo>
                    <a:pt x="4892336" y="309416"/>
                  </a:lnTo>
                  <a:lnTo>
                    <a:pt x="4892430" y="309416"/>
                  </a:lnTo>
                  <a:lnTo>
                    <a:pt x="4892524" y="309416"/>
                  </a:lnTo>
                  <a:lnTo>
                    <a:pt x="4892618" y="309416"/>
                  </a:lnTo>
                  <a:lnTo>
                    <a:pt x="4892712" y="309416"/>
                  </a:lnTo>
                  <a:lnTo>
                    <a:pt x="4892806" y="309416"/>
                  </a:lnTo>
                  <a:lnTo>
                    <a:pt x="4892900" y="309416"/>
                  </a:lnTo>
                  <a:lnTo>
                    <a:pt x="4892995" y="309416"/>
                  </a:lnTo>
                  <a:lnTo>
                    <a:pt x="4893089" y="309416"/>
                  </a:lnTo>
                  <a:lnTo>
                    <a:pt x="4893183" y="309416"/>
                  </a:lnTo>
                  <a:lnTo>
                    <a:pt x="4893277" y="309416"/>
                  </a:lnTo>
                  <a:lnTo>
                    <a:pt x="4893371" y="309416"/>
                  </a:lnTo>
                  <a:lnTo>
                    <a:pt x="4893465" y="309416"/>
                  </a:lnTo>
                  <a:lnTo>
                    <a:pt x="4893560" y="309416"/>
                  </a:lnTo>
                  <a:lnTo>
                    <a:pt x="4893654" y="309416"/>
                  </a:lnTo>
                  <a:lnTo>
                    <a:pt x="4893748" y="309416"/>
                  </a:lnTo>
                  <a:lnTo>
                    <a:pt x="4893842" y="309416"/>
                  </a:lnTo>
                  <a:lnTo>
                    <a:pt x="4893936" y="309416"/>
                  </a:lnTo>
                  <a:lnTo>
                    <a:pt x="4894030" y="309416"/>
                  </a:lnTo>
                  <a:lnTo>
                    <a:pt x="4894124" y="309416"/>
                  </a:lnTo>
                  <a:lnTo>
                    <a:pt x="4894219" y="309416"/>
                  </a:lnTo>
                  <a:lnTo>
                    <a:pt x="4894313" y="309416"/>
                  </a:lnTo>
                  <a:lnTo>
                    <a:pt x="4894407" y="309416"/>
                  </a:lnTo>
                  <a:lnTo>
                    <a:pt x="4894501" y="309416"/>
                  </a:lnTo>
                  <a:lnTo>
                    <a:pt x="4894595" y="309416"/>
                  </a:lnTo>
                  <a:lnTo>
                    <a:pt x="4894689" y="309416"/>
                  </a:lnTo>
                  <a:lnTo>
                    <a:pt x="4894784" y="309416"/>
                  </a:lnTo>
                  <a:lnTo>
                    <a:pt x="4894878" y="309416"/>
                  </a:lnTo>
                  <a:lnTo>
                    <a:pt x="4894972" y="309416"/>
                  </a:lnTo>
                  <a:lnTo>
                    <a:pt x="4895066" y="309416"/>
                  </a:lnTo>
                  <a:lnTo>
                    <a:pt x="4895160" y="309416"/>
                  </a:lnTo>
                  <a:lnTo>
                    <a:pt x="4895254" y="309416"/>
                  </a:lnTo>
                  <a:lnTo>
                    <a:pt x="4895348" y="309416"/>
                  </a:lnTo>
                  <a:lnTo>
                    <a:pt x="4895443" y="309416"/>
                  </a:lnTo>
                  <a:lnTo>
                    <a:pt x="4895537" y="309416"/>
                  </a:lnTo>
                  <a:lnTo>
                    <a:pt x="4895631" y="309416"/>
                  </a:lnTo>
                  <a:lnTo>
                    <a:pt x="4895725" y="309416"/>
                  </a:lnTo>
                  <a:lnTo>
                    <a:pt x="4895819" y="309416"/>
                  </a:lnTo>
                  <a:lnTo>
                    <a:pt x="4895913" y="309416"/>
                  </a:lnTo>
                  <a:lnTo>
                    <a:pt x="4896007" y="309416"/>
                  </a:lnTo>
                  <a:lnTo>
                    <a:pt x="4896102" y="309416"/>
                  </a:lnTo>
                  <a:lnTo>
                    <a:pt x="4896196" y="309416"/>
                  </a:lnTo>
                  <a:lnTo>
                    <a:pt x="4896290" y="309416"/>
                  </a:lnTo>
                  <a:lnTo>
                    <a:pt x="4896384" y="309416"/>
                  </a:lnTo>
                  <a:lnTo>
                    <a:pt x="4896478" y="309416"/>
                  </a:lnTo>
                  <a:lnTo>
                    <a:pt x="4896572" y="309416"/>
                  </a:lnTo>
                  <a:lnTo>
                    <a:pt x="4896667" y="309416"/>
                  </a:lnTo>
                  <a:lnTo>
                    <a:pt x="4896761" y="309416"/>
                  </a:lnTo>
                  <a:lnTo>
                    <a:pt x="4896855" y="309416"/>
                  </a:lnTo>
                  <a:lnTo>
                    <a:pt x="4896949" y="309416"/>
                  </a:lnTo>
                  <a:lnTo>
                    <a:pt x="4897043" y="309416"/>
                  </a:lnTo>
                  <a:lnTo>
                    <a:pt x="4897137" y="309416"/>
                  </a:lnTo>
                  <a:lnTo>
                    <a:pt x="4897231" y="309416"/>
                  </a:lnTo>
                  <a:lnTo>
                    <a:pt x="4897326" y="309416"/>
                  </a:lnTo>
                  <a:lnTo>
                    <a:pt x="4897420" y="309416"/>
                  </a:lnTo>
                  <a:lnTo>
                    <a:pt x="4897514" y="309416"/>
                  </a:lnTo>
                  <a:lnTo>
                    <a:pt x="4897608" y="309416"/>
                  </a:lnTo>
                  <a:lnTo>
                    <a:pt x="4897702" y="309416"/>
                  </a:lnTo>
                  <a:lnTo>
                    <a:pt x="4897796" y="309416"/>
                  </a:lnTo>
                  <a:lnTo>
                    <a:pt x="4897891" y="309416"/>
                  </a:lnTo>
                  <a:lnTo>
                    <a:pt x="4897985" y="309416"/>
                  </a:lnTo>
                  <a:lnTo>
                    <a:pt x="4898079" y="309416"/>
                  </a:lnTo>
                  <a:lnTo>
                    <a:pt x="4898173" y="309416"/>
                  </a:lnTo>
                  <a:lnTo>
                    <a:pt x="4898267" y="309416"/>
                  </a:lnTo>
                  <a:lnTo>
                    <a:pt x="4898361" y="309416"/>
                  </a:lnTo>
                  <a:lnTo>
                    <a:pt x="4898455" y="309416"/>
                  </a:lnTo>
                  <a:lnTo>
                    <a:pt x="4898550" y="309416"/>
                  </a:lnTo>
                  <a:lnTo>
                    <a:pt x="4898644" y="309416"/>
                  </a:lnTo>
                  <a:lnTo>
                    <a:pt x="4898738" y="309416"/>
                  </a:lnTo>
                  <a:lnTo>
                    <a:pt x="4898832" y="309416"/>
                  </a:lnTo>
                  <a:lnTo>
                    <a:pt x="4898926" y="309416"/>
                  </a:lnTo>
                  <a:lnTo>
                    <a:pt x="4899020" y="309416"/>
                  </a:lnTo>
                  <a:lnTo>
                    <a:pt x="4899115" y="309416"/>
                  </a:lnTo>
                  <a:lnTo>
                    <a:pt x="4899209" y="309416"/>
                  </a:lnTo>
                  <a:lnTo>
                    <a:pt x="4899303" y="309416"/>
                  </a:lnTo>
                  <a:lnTo>
                    <a:pt x="4899397" y="309416"/>
                  </a:lnTo>
                  <a:lnTo>
                    <a:pt x="4899491" y="309416"/>
                  </a:lnTo>
                  <a:lnTo>
                    <a:pt x="4899585" y="309416"/>
                  </a:lnTo>
                  <a:lnTo>
                    <a:pt x="4899679" y="309416"/>
                  </a:lnTo>
                  <a:lnTo>
                    <a:pt x="4899774" y="309416"/>
                  </a:lnTo>
                  <a:lnTo>
                    <a:pt x="4899868" y="309416"/>
                  </a:lnTo>
                  <a:lnTo>
                    <a:pt x="4899962" y="309416"/>
                  </a:lnTo>
                  <a:lnTo>
                    <a:pt x="4900056" y="309416"/>
                  </a:lnTo>
                  <a:lnTo>
                    <a:pt x="4900150" y="309416"/>
                  </a:lnTo>
                  <a:lnTo>
                    <a:pt x="4900244" y="309416"/>
                  </a:lnTo>
                  <a:lnTo>
                    <a:pt x="4900338" y="309416"/>
                  </a:lnTo>
                  <a:lnTo>
                    <a:pt x="4900433" y="309416"/>
                  </a:lnTo>
                  <a:lnTo>
                    <a:pt x="4900527" y="309416"/>
                  </a:lnTo>
                  <a:lnTo>
                    <a:pt x="4900621" y="309416"/>
                  </a:lnTo>
                  <a:lnTo>
                    <a:pt x="4900715" y="309416"/>
                  </a:lnTo>
                  <a:lnTo>
                    <a:pt x="4900809" y="309416"/>
                  </a:lnTo>
                  <a:lnTo>
                    <a:pt x="4900903" y="309416"/>
                  </a:lnTo>
                  <a:lnTo>
                    <a:pt x="4900998" y="309416"/>
                  </a:lnTo>
                  <a:lnTo>
                    <a:pt x="4901092" y="309416"/>
                  </a:lnTo>
                  <a:lnTo>
                    <a:pt x="4901186" y="309416"/>
                  </a:lnTo>
                  <a:lnTo>
                    <a:pt x="4901280" y="309416"/>
                  </a:lnTo>
                  <a:lnTo>
                    <a:pt x="4901374" y="309416"/>
                  </a:lnTo>
                  <a:lnTo>
                    <a:pt x="4901468" y="309416"/>
                  </a:lnTo>
                  <a:lnTo>
                    <a:pt x="4901562" y="309416"/>
                  </a:lnTo>
                  <a:lnTo>
                    <a:pt x="4901657" y="309416"/>
                  </a:lnTo>
                  <a:lnTo>
                    <a:pt x="4901751" y="309416"/>
                  </a:lnTo>
                  <a:lnTo>
                    <a:pt x="4901845" y="309416"/>
                  </a:lnTo>
                  <a:lnTo>
                    <a:pt x="4901939" y="309416"/>
                  </a:lnTo>
                  <a:lnTo>
                    <a:pt x="4902033" y="309416"/>
                  </a:lnTo>
                  <a:lnTo>
                    <a:pt x="4902127" y="309416"/>
                  </a:lnTo>
                  <a:lnTo>
                    <a:pt x="4902222" y="309416"/>
                  </a:lnTo>
                  <a:lnTo>
                    <a:pt x="4902316" y="309416"/>
                  </a:lnTo>
                  <a:lnTo>
                    <a:pt x="4902410" y="309416"/>
                  </a:lnTo>
                  <a:lnTo>
                    <a:pt x="4902504" y="309416"/>
                  </a:lnTo>
                  <a:lnTo>
                    <a:pt x="4902598" y="309416"/>
                  </a:lnTo>
                  <a:lnTo>
                    <a:pt x="4902692" y="309416"/>
                  </a:lnTo>
                  <a:lnTo>
                    <a:pt x="4902786" y="309416"/>
                  </a:lnTo>
                  <a:lnTo>
                    <a:pt x="4902881" y="309416"/>
                  </a:lnTo>
                  <a:lnTo>
                    <a:pt x="4902975" y="309416"/>
                  </a:lnTo>
                  <a:lnTo>
                    <a:pt x="4903069" y="309416"/>
                  </a:lnTo>
                  <a:lnTo>
                    <a:pt x="4903163" y="309416"/>
                  </a:lnTo>
                  <a:lnTo>
                    <a:pt x="4903257" y="309416"/>
                  </a:lnTo>
                  <a:lnTo>
                    <a:pt x="4903351" y="309416"/>
                  </a:lnTo>
                  <a:lnTo>
                    <a:pt x="4903446" y="309416"/>
                  </a:lnTo>
                  <a:lnTo>
                    <a:pt x="4903540" y="309416"/>
                  </a:lnTo>
                  <a:lnTo>
                    <a:pt x="4903634" y="309416"/>
                  </a:lnTo>
                  <a:lnTo>
                    <a:pt x="4903728" y="309416"/>
                  </a:lnTo>
                  <a:lnTo>
                    <a:pt x="4903822" y="309416"/>
                  </a:lnTo>
                  <a:lnTo>
                    <a:pt x="4903916" y="309416"/>
                  </a:lnTo>
                  <a:lnTo>
                    <a:pt x="4904010" y="309416"/>
                  </a:lnTo>
                  <a:lnTo>
                    <a:pt x="4904105" y="309416"/>
                  </a:lnTo>
                  <a:lnTo>
                    <a:pt x="4904199" y="309416"/>
                  </a:lnTo>
                  <a:lnTo>
                    <a:pt x="4904293" y="309416"/>
                  </a:lnTo>
                  <a:lnTo>
                    <a:pt x="4904387" y="309416"/>
                  </a:lnTo>
                  <a:lnTo>
                    <a:pt x="4904481" y="309416"/>
                  </a:lnTo>
                  <a:lnTo>
                    <a:pt x="4904575" y="309416"/>
                  </a:lnTo>
                  <a:lnTo>
                    <a:pt x="4904669" y="309416"/>
                  </a:lnTo>
                  <a:lnTo>
                    <a:pt x="4904764" y="309416"/>
                  </a:lnTo>
                  <a:lnTo>
                    <a:pt x="4904858" y="309416"/>
                  </a:lnTo>
                  <a:lnTo>
                    <a:pt x="4904952" y="309416"/>
                  </a:lnTo>
                  <a:lnTo>
                    <a:pt x="4905046" y="309416"/>
                  </a:lnTo>
                  <a:lnTo>
                    <a:pt x="4905140" y="309416"/>
                  </a:lnTo>
                  <a:lnTo>
                    <a:pt x="4905234" y="309416"/>
                  </a:lnTo>
                  <a:lnTo>
                    <a:pt x="4905329" y="309416"/>
                  </a:lnTo>
                  <a:lnTo>
                    <a:pt x="4905423" y="309416"/>
                  </a:lnTo>
                  <a:lnTo>
                    <a:pt x="4905517" y="309416"/>
                  </a:lnTo>
                  <a:lnTo>
                    <a:pt x="4905611" y="309416"/>
                  </a:lnTo>
                  <a:lnTo>
                    <a:pt x="4905705" y="309416"/>
                  </a:lnTo>
                  <a:lnTo>
                    <a:pt x="4905799" y="309416"/>
                  </a:lnTo>
                  <a:lnTo>
                    <a:pt x="4905893" y="309416"/>
                  </a:lnTo>
                  <a:lnTo>
                    <a:pt x="4905988" y="309416"/>
                  </a:lnTo>
                  <a:lnTo>
                    <a:pt x="4906082" y="309416"/>
                  </a:lnTo>
                  <a:lnTo>
                    <a:pt x="4906176" y="309416"/>
                  </a:lnTo>
                  <a:lnTo>
                    <a:pt x="4906270" y="309416"/>
                  </a:lnTo>
                  <a:lnTo>
                    <a:pt x="4906364" y="309416"/>
                  </a:lnTo>
                  <a:lnTo>
                    <a:pt x="4906458" y="309416"/>
                  </a:lnTo>
                  <a:lnTo>
                    <a:pt x="4906553" y="309416"/>
                  </a:lnTo>
                  <a:lnTo>
                    <a:pt x="4906647" y="309416"/>
                  </a:lnTo>
                  <a:lnTo>
                    <a:pt x="4906741" y="309416"/>
                  </a:lnTo>
                  <a:lnTo>
                    <a:pt x="4906835" y="309416"/>
                  </a:lnTo>
                  <a:lnTo>
                    <a:pt x="4906929" y="309416"/>
                  </a:lnTo>
                  <a:lnTo>
                    <a:pt x="4907023" y="309416"/>
                  </a:lnTo>
                  <a:lnTo>
                    <a:pt x="4907117" y="309416"/>
                  </a:lnTo>
                  <a:lnTo>
                    <a:pt x="4907212" y="309416"/>
                  </a:lnTo>
                  <a:lnTo>
                    <a:pt x="4907306" y="309416"/>
                  </a:lnTo>
                  <a:lnTo>
                    <a:pt x="4907400" y="309416"/>
                  </a:lnTo>
                  <a:lnTo>
                    <a:pt x="4907494" y="309416"/>
                  </a:lnTo>
                  <a:lnTo>
                    <a:pt x="4907588" y="309416"/>
                  </a:lnTo>
                  <a:lnTo>
                    <a:pt x="4907682" y="309416"/>
                  </a:lnTo>
                  <a:lnTo>
                    <a:pt x="4907777" y="309416"/>
                  </a:lnTo>
                  <a:lnTo>
                    <a:pt x="4907871" y="309416"/>
                  </a:lnTo>
                  <a:lnTo>
                    <a:pt x="4907965" y="309416"/>
                  </a:lnTo>
                  <a:lnTo>
                    <a:pt x="4908059" y="309416"/>
                  </a:lnTo>
                  <a:lnTo>
                    <a:pt x="4908153" y="309416"/>
                  </a:lnTo>
                  <a:lnTo>
                    <a:pt x="4908247" y="309416"/>
                  </a:lnTo>
                  <a:lnTo>
                    <a:pt x="4908341" y="309416"/>
                  </a:lnTo>
                  <a:lnTo>
                    <a:pt x="4908436" y="309416"/>
                  </a:lnTo>
                  <a:lnTo>
                    <a:pt x="4908530" y="309416"/>
                  </a:lnTo>
                  <a:lnTo>
                    <a:pt x="4908624" y="309416"/>
                  </a:lnTo>
                  <a:lnTo>
                    <a:pt x="4908718" y="309416"/>
                  </a:lnTo>
                  <a:lnTo>
                    <a:pt x="4908812" y="309416"/>
                  </a:lnTo>
                  <a:lnTo>
                    <a:pt x="4908906" y="309416"/>
                  </a:lnTo>
                  <a:lnTo>
                    <a:pt x="4909000" y="309416"/>
                  </a:lnTo>
                  <a:lnTo>
                    <a:pt x="4909095" y="309416"/>
                  </a:lnTo>
                  <a:lnTo>
                    <a:pt x="4909189" y="309416"/>
                  </a:lnTo>
                  <a:lnTo>
                    <a:pt x="4909283" y="309416"/>
                  </a:lnTo>
                  <a:lnTo>
                    <a:pt x="4909377" y="309416"/>
                  </a:lnTo>
                  <a:lnTo>
                    <a:pt x="4909471" y="309416"/>
                  </a:lnTo>
                  <a:lnTo>
                    <a:pt x="4909565" y="309416"/>
                  </a:lnTo>
                  <a:lnTo>
                    <a:pt x="4909660" y="309416"/>
                  </a:lnTo>
                  <a:lnTo>
                    <a:pt x="4909754" y="309416"/>
                  </a:lnTo>
                  <a:lnTo>
                    <a:pt x="4909848" y="309416"/>
                  </a:lnTo>
                  <a:lnTo>
                    <a:pt x="4909942" y="309416"/>
                  </a:lnTo>
                  <a:lnTo>
                    <a:pt x="4910036" y="309416"/>
                  </a:lnTo>
                  <a:lnTo>
                    <a:pt x="4910130" y="309416"/>
                  </a:lnTo>
                  <a:lnTo>
                    <a:pt x="4910224" y="309416"/>
                  </a:lnTo>
                  <a:lnTo>
                    <a:pt x="4910319" y="309416"/>
                  </a:lnTo>
                  <a:lnTo>
                    <a:pt x="4910413" y="309416"/>
                  </a:lnTo>
                  <a:lnTo>
                    <a:pt x="4910507" y="309416"/>
                  </a:lnTo>
                  <a:lnTo>
                    <a:pt x="4910601" y="309416"/>
                  </a:lnTo>
                  <a:lnTo>
                    <a:pt x="4910695" y="309416"/>
                  </a:lnTo>
                  <a:lnTo>
                    <a:pt x="4910789" y="309416"/>
                  </a:lnTo>
                  <a:lnTo>
                    <a:pt x="4910884" y="309416"/>
                  </a:lnTo>
                  <a:lnTo>
                    <a:pt x="4910978" y="309416"/>
                  </a:lnTo>
                  <a:lnTo>
                    <a:pt x="4911072" y="309416"/>
                  </a:lnTo>
                  <a:lnTo>
                    <a:pt x="4911166" y="309416"/>
                  </a:lnTo>
                  <a:lnTo>
                    <a:pt x="4911260" y="309416"/>
                  </a:lnTo>
                  <a:lnTo>
                    <a:pt x="4911354" y="309416"/>
                  </a:lnTo>
                  <a:lnTo>
                    <a:pt x="4911448" y="309416"/>
                  </a:lnTo>
                  <a:lnTo>
                    <a:pt x="4911543" y="309416"/>
                  </a:lnTo>
                  <a:lnTo>
                    <a:pt x="4911637" y="309416"/>
                  </a:lnTo>
                  <a:lnTo>
                    <a:pt x="4911731" y="309416"/>
                  </a:lnTo>
                  <a:lnTo>
                    <a:pt x="4911825" y="309416"/>
                  </a:lnTo>
                  <a:lnTo>
                    <a:pt x="4911919" y="309416"/>
                  </a:lnTo>
                  <a:lnTo>
                    <a:pt x="4912013" y="309416"/>
                  </a:lnTo>
                  <a:lnTo>
                    <a:pt x="4912108" y="309416"/>
                  </a:lnTo>
                  <a:lnTo>
                    <a:pt x="4912202" y="309416"/>
                  </a:lnTo>
                  <a:lnTo>
                    <a:pt x="4912296" y="309416"/>
                  </a:lnTo>
                  <a:lnTo>
                    <a:pt x="4912390" y="309416"/>
                  </a:lnTo>
                  <a:lnTo>
                    <a:pt x="4912484" y="309416"/>
                  </a:lnTo>
                  <a:lnTo>
                    <a:pt x="4912578" y="309416"/>
                  </a:lnTo>
                  <a:lnTo>
                    <a:pt x="4912672" y="309416"/>
                  </a:lnTo>
                  <a:lnTo>
                    <a:pt x="4912767" y="309416"/>
                  </a:lnTo>
                  <a:lnTo>
                    <a:pt x="4912861" y="309416"/>
                  </a:lnTo>
                  <a:lnTo>
                    <a:pt x="4912955" y="309416"/>
                  </a:lnTo>
                  <a:lnTo>
                    <a:pt x="4913049" y="309416"/>
                  </a:lnTo>
                  <a:lnTo>
                    <a:pt x="4913143" y="309416"/>
                  </a:lnTo>
                  <a:lnTo>
                    <a:pt x="4913237" y="309416"/>
                  </a:lnTo>
                  <a:lnTo>
                    <a:pt x="4913331" y="309416"/>
                  </a:lnTo>
                  <a:lnTo>
                    <a:pt x="4913426" y="309416"/>
                  </a:lnTo>
                  <a:lnTo>
                    <a:pt x="4913520" y="309416"/>
                  </a:lnTo>
                  <a:lnTo>
                    <a:pt x="4913614" y="309416"/>
                  </a:lnTo>
                  <a:lnTo>
                    <a:pt x="4913708" y="309416"/>
                  </a:lnTo>
                  <a:lnTo>
                    <a:pt x="4913802" y="309416"/>
                  </a:lnTo>
                  <a:lnTo>
                    <a:pt x="4913896" y="309416"/>
                  </a:lnTo>
                  <a:lnTo>
                    <a:pt x="4913991" y="309416"/>
                  </a:lnTo>
                  <a:lnTo>
                    <a:pt x="4914085" y="309416"/>
                  </a:lnTo>
                  <a:lnTo>
                    <a:pt x="4914179" y="309416"/>
                  </a:lnTo>
                  <a:lnTo>
                    <a:pt x="4914273" y="309416"/>
                  </a:lnTo>
                  <a:lnTo>
                    <a:pt x="4914367" y="309416"/>
                  </a:lnTo>
                  <a:lnTo>
                    <a:pt x="4914461" y="309416"/>
                  </a:lnTo>
                  <a:lnTo>
                    <a:pt x="4914555" y="309416"/>
                  </a:lnTo>
                  <a:lnTo>
                    <a:pt x="4914650" y="309416"/>
                  </a:lnTo>
                  <a:lnTo>
                    <a:pt x="4914744" y="309416"/>
                  </a:lnTo>
                  <a:lnTo>
                    <a:pt x="4914838" y="309416"/>
                  </a:lnTo>
                  <a:lnTo>
                    <a:pt x="4914932" y="309416"/>
                  </a:lnTo>
                  <a:lnTo>
                    <a:pt x="4915026" y="309416"/>
                  </a:lnTo>
                  <a:lnTo>
                    <a:pt x="4915120" y="309416"/>
                  </a:lnTo>
                  <a:lnTo>
                    <a:pt x="4915215" y="309416"/>
                  </a:lnTo>
                  <a:lnTo>
                    <a:pt x="4915309" y="309416"/>
                  </a:lnTo>
                  <a:lnTo>
                    <a:pt x="4915403" y="309416"/>
                  </a:lnTo>
                  <a:lnTo>
                    <a:pt x="4915497" y="309416"/>
                  </a:lnTo>
                  <a:lnTo>
                    <a:pt x="4915591" y="309416"/>
                  </a:lnTo>
                  <a:lnTo>
                    <a:pt x="4915685" y="309416"/>
                  </a:lnTo>
                  <a:lnTo>
                    <a:pt x="4915779" y="309416"/>
                  </a:lnTo>
                  <a:lnTo>
                    <a:pt x="4915874" y="309416"/>
                  </a:lnTo>
                  <a:lnTo>
                    <a:pt x="4915968" y="309416"/>
                  </a:lnTo>
                  <a:lnTo>
                    <a:pt x="4916062" y="309416"/>
                  </a:lnTo>
                  <a:lnTo>
                    <a:pt x="4916156" y="309416"/>
                  </a:lnTo>
                  <a:lnTo>
                    <a:pt x="4916250" y="309416"/>
                  </a:lnTo>
                  <a:lnTo>
                    <a:pt x="4916344" y="309416"/>
                  </a:lnTo>
                  <a:lnTo>
                    <a:pt x="4916439" y="309416"/>
                  </a:lnTo>
                  <a:lnTo>
                    <a:pt x="4916533" y="309416"/>
                  </a:lnTo>
                  <a:lnTo>
                    <a:pt x="4916627" y="309416"/>
                  </a:lnTo>
                  <a:lnTo>
                    <a:pt x="4916721" y="309416"/>
                  </a:lnTo>
                  <a:lnTo>
                    <a:pt x="4916815" y="309416"/>
                  </a:lnTo>
                  <a:lnTo>
                    <a:pt x="4916909" y="309416"/>
                  </a:lnTo>
                  <a:lnTo>
                    <a:pt x="4917003" y="309416"/>
                  </a:lnTo>
                  <a:lnTo>
                    <a:pt x="4917098" y="309416"/>
                  </a:lnTo>
                  <a:lnTo>
                    <a:pt x="4917192" y="309416"/>
                  </a:lnTo>
                  <a:lnTo>
                    <a:pt x="4917286" y="309416"/>
                  </a:lnTo>
                  <a:lnTo>
                    <a:pt x="4917380" y="309416"/>
                  </a:lnTo>
                  <a:lnTo>
                    <a:pt x="4917474" y="309416"/>
                  </a:lnTo>
                  <a:lnTo>
                    <a:pt x="4917568" y="309416"/>
                  </a:lnTo>
                  <a:lnTo>
                    <a:pt x="4917662" y="309416"/>
                  </a:lnTo>
                  <a:lnTo>
                    <a:pt x="4917757" y="309416"/>
                  </a:lnTo>
                  <a:lnTo>
                    <a:pt x="4917851" y="309416"/>
                  </a:lnTo>
                  <a:lnTo>
                    <a:pt x="4917945" y="309416"/>
                  </a:lnTo>
                  <a:lnTo>
                    <a:pt x="4918039" y="309416"/>
                  </a:lnTo>
                  <a:lnTo>
                    <a:pt x="4918133" y="309416"/>
                  </a:lnTo>
                  <a:lnTo>
                    <a:pt x="4918227" y="309416"/>
                  </a:lnTo>
                  <a:lnTo>
                    <a:pt x="4918322" y="309416"/>
                  </a:lnTo>
                  <a:lnTo>
                    <a:pt x="4918416" y="309416"/>
                  </a:lnTo>
                  <a:lnTo>
                    <a:pt x="4918510" y="309416"/>
                  </a:lnTo>
                  <a:lnTo>
                    <a:pt x="4918604" y="309416"/>
                  </a:lnTo>
                  <a:lnTo>
                    <a:pt x="4918698" y="309416"/>
                  </a:lnTo>
                  <a:lnTo>
                    <a:pt x="4918792" y="309416"/>
                  </a:lnTo>
                  <a:lnTo>
                    <a:pt x="4918886" y="309416"/>
                  </a:lnTo>
                  <a:lnTo>
                    <a:pt x="4918981" y="309416"/>
                  </a:lnTo>
                  <a:lnTo>
                    <a:pt x="4919075" y="309416"/>
                  </a:lnTo>
                  <a:lnTo>
                    <a:pt x="4919169" y="309416"/>
                  </a:lnTo>
                  <a:lnTo>
                    <a:pt x="4919263" y="309416"/>
                  </a:lnTo>
                  <a:lnTo>
                    <a:pt x="4919357" y="309416"/>
                  </a:lnTo>
                  <a:lnTo>
                    <a:pt x="4919451" y="309416"/>
                  </a:lnTo>
                  <a:lnTo>
                    <a:pt x="4919546" y="309416"/>
                  </a:lnTo>
                  <a:lnTo>
                    <a:pt x="4919640" y="309416"/>
                  </a:lnTo>
                  <a:lnTo>
                    <a:pt x="4919734" y="309416"/>
                  </a:lnTo>
                  <a:lnTo>
                    <a:pt x="4919828" y="309416"/>
                  </a:lnTo>
                  <a:lnTo>
                    <a:pt x="4919922" y="309416"/>
                  </a:lnTo>
                  <a:lnTo>
                    <a:pt x="4920016" y="309416"/>
                  </a:lnTo>
                  <a:lnTo>
                    <a:pt x="4920110" y="309416"/>
                  </a:lnTo>
                  <a:lnTo>
                    <a:pt x="4920205" y="309416"/>
                  </a:lnTo>
                  <a:lnTo>
                    <a:pt x="4920299" y="309416"/>
                  </a:lnTo>
                  <a:lnTo>
                    <a:pt x="4920393" y="309416"/>
                  </a:lnTo>
                  <a:lnTo>
                    <a:pt x="4920487" y="309416"/>
                  </a:lnTo>
                  <a:lnTo>
                    <a:pt x="4920581" y="309416"/>
                  </a:lnTo>
                  <a:lnTo>
                    <a:pt x="4920675" y="309416"/>
                  </a:lnTo>
                  <a:lnTo>
                    <a:pt x="4920770" y="309416"/>
                  </a:lnTo>
                  <a:lnTo>
                    <a:pt x="4920864" y="309416"/>
                  </a:lnTo>
                  <a:lnTo>
                    <a:pt x="4920958" y="309416"/>
                  </a:lnTo>
                  <a:lnTo>
                    <a:pt x="4921052" y="309416"/>
                  </a:lnTo>
                  <a:lnTo>
                    <a:pt x="4921146" y="309416"/>
                  </a:lnTo>
                  <a:lnTo>
                    <a:pt x="4921240" y="309416"/>
                  </a:lnTo>
                  <a:lnTo>
                    <a:pt x="4921334" y="309416"/>
                  </a:lnTo>
                  <a:lnTo>
                    <a:pt x="4921429" y="309416"/>
                  </a:lnTo>
                  <a:lnTo>
                    <a:pt x="4921523" y="309416"/>
                  </a:lnTo>
                  <a:lnTo>
                    <a:pt x="4921617" y="309416"/>
                  </a:lnTo>
                  <a:lnTo>
                    <a:pt x="4921711" y="309416"/>
                  </a:lnTo>
                  <a:lnTo>
                    <a:pt x="4921805" y="309416"/>
                  </a:lnTo>
                  <a:lnTo>
                    <a:pt x="4921899" y="309416"/>
                  </a:lnTo>
                  <a:lnTo>
                    <a:pt x="4921993" y="309416"/>
                  </a:lnTo>
                  <a:lnTo>
                    <a:pt x="4922088" y="309416"/>
                  </a:lnTo>
                  <a:lnTo>
                    <a:pt x="4922182" y="309416"/>
                  </a:lnTo>
                  <a:lnTo>
                    <a:pt x="4922276" y="309416"/>
                  </a:lnTo>
                  <a:lnTo>
                    <a:pt x="4922370" y="309416"/>
                  </a:lnTo>
                  <a:lnTo>
                    <a:pt x="4922464" y="309416"/>
                  </a:lnTo>
                  <a:lnTo>
                    <a:pt x="4922558" y="309416"/>
                  </a:lnTo>
                  <a:lnTo>
                    <a:pt x="4922653" y="309416"/>
                  </a:lnTo>
                  <a:lnTo>
                    <a:pt x="4922747" y="309416"/>
                  </a:lnTo>
                  <a:lnTo>
                    <a:pt x="4922841" y="309416"/>
                  </a:lnTo>
                  <a:lnTo>
                    <a:pt x="4922935" y="309416"/>
                  </a:lnTo>
                  <a:lnTo>
                    <a:pt x="4923029" y="309416"/>
                  </a:lnTo>
                  <a:lnTo>
                    <a:pt x="4923123" y="309416"/>
                  </a:lnTo>
                  <a:lnTo>
                    <a:pt x="4923217" y="309416"/>
                  </a:lnTo>
                  <a:lnTo>
                    <a:pt x="4923312" y="309416"/>
                  </a:lnTo>
                  <a:lnTo>
                    <a:pt x="4923406" y="309416"/>
                  </a:lnTo>
                  <a:lnTo>
                    <a:pt x="4923500" y="309416"/>
                  </a:lnTo>
                  <a:lnTo>
                    <a:pt x="4923594" y="309416"/>
                  </a:lnTo>
                  <a:lnTo>
                    <a:pt x="4923688" y="309416"/>
                  </a:lnTo>
                  <a:lnTo>
                    <a:pt x="4923782" y="309416"/>
                  </a:lnTo>
                  <a:lnTo>
                    <a:pt x="4923877" y="309416"/>
                  </a:lnTo>
                  <a:lnTo>
                    <a:pt x="4923971" y="309416"/>
                  </a:lnTo>
                  <a:lnTo>
                    <a:pt x="4924065" y="309416"/>
                  </a:lnTo>
                  <a:lnTo>
                    <a:pt x="4924159" y="309416"/>
                  </a:lnTo>
                  <a:lnTo>
                    <a:pt x="4924253" y="309416"/>
                  </a:lnTo>
                  <a:lnTo>
                    <a:pt x="4924347" y="309416"/>
                  </a:lnTo>
                  <a:lnTo>
                    <a:pt x="4924441" y="309416"/>
                  </a:lnTo>
                  <a:lnTo>
                    <a:pt x="4924536" y="309416"/>
                  </a:lnTo>
                  <a:lnTo>
                    <a:pt x="4924630" y="309416"/>
                  </a:lnTo>
                  <a:lnTo>
                    <a:pt x="4924724" y="309416"/>
                  </a:lnTo>
                  <a:lnTo>
                    <a:pt x="4924818" y="309416"/>
                  </a:lnTo>
                  <a:lnTo>
                    <a:pt x="4924912" y="309416"/>
                  </a:lnTo>
                  <a:lnTo>
                    <a:pt x="4925006" y="309416"/>
                  </a:lnTo>
                  <a:lnTo>
                    <a:pt x="4925101" y="309416"/>
                  </a:lnTo>
                  <a:lnTo>
                    <a:pt x="4925195" y="309416"/>
                  </a:lnTo>
                  <a:lnTo>
                    <a:pt x="4925289" y="309416"/>
                  </a:lnTo>
                  <a:lnTo>
                    <a:pt x="4925383" y="309416"/>
                  </a:lnTo>
                  <a:lnTo>
                    <a:pt x="4925477" y="309416"/>
                  </a:lnTo>
                  <a:lnTo>
                    <a:pt x="4925571" y="309416"/>
                  </a:lnTo>
                  <a:lnTo>
                    <a:pt x="4925665" y="309416"/>
                  </a:lnTo>
                  <a:lnTo>
                    <a:pt x="4925760" y="309416"/>
                  </a:lnTo>
                  <a:lnTo>
                    <a:pt x="4925760" y="304505"/>
                  </a:lnTo>
                  <a:lnTo>
                    <a:pt x="4925854" y="304505"/>
                  </a:lnTo>
                  <a:lnTo>
                    <a:pt x="4925948" y="304505"/>
                  </a:lnTo>
                  <a:lnTo>
                    <a:pt x="4926042" y="304505"/>
                  </a:lnTo>
                  <a:lnTo>
                    <a:pt x="4926136" y="304505"/>
                  </a:lnTo>
                  <a:lnTo>
                    <a:pt x="4926230" y="304505"/>
                  </a:lnTo>
                  <a:lnTo>
                    <a:pt x="4926324" y="304505"/>
                  </a:lnTo>
                  <a:lnTo>
                    <a:pt x="4926419" y="304505"/>
                  </a:lnTo>
                  <a:lnTo>
                    <a:pt x="4926513" y="304505"/>
                  </a:lnTo>
                  <a:lnTo>
                    <a:pt x="4926607" y="304505"/>
                  </a:lnTo>
                  <a:lnTo>
                    <a:pt x="4926701" y="304505"/>
                  </a:lnTo>
                  <a:lnTo>
                    <a:pt x="4926795" y="304505"/>
                  </a:lnTo>
                  <a:lnTo>
                    <a:pt x="4926889" y="304505"/>
                  </a:lnTo>
                  <a:lnTo>
                    <a:pt x="4926984" y="304505"/>
                  </a:lnTo>
                  <a:lnTo>
                    <a:pt x="4927078" y="304505"/>
                  </a:lnTo>
                  <a:lnTo>
                    <a:pt x="4927172" y="304505"/>
                  </a:lnTo>
                  <a:lnTo>
                    <a:pt x="4927266" y="304505"/>
                  </a:lnTo>
                  <a:lnTo>
                    <a:pt x="4927360" y="304505"/>
                  </a:lnTo>
                  <a:lnTo>
                    <a:pt x="4927454" y="304505"/>
                  </a:lnTo>
                  <a:lnTo>
                    <a:pt x="4927548" y="304505"/>
                  </a:lnTo>
                  <a:lnTo>
                    <a:pt x="4927643" y="304505"/>
                  </a:lnTo>
                  <a:lnTo>
                    <a:pt x="4927737" y="304505"/>
                  </a:lnTo>
                  <a:lnTo>
                    <a:pt x="4927831" y="304505"/>
                  </a:lnTo>
                  <a:lnTo>
                    <a:pt x="4927925" y="304505"/>
                  </a:lnTo>
                  <a:lnTo>
                    <a:pt x="4928019" y="304505"/>
                  </a:lnTo>
                  <a:lnTo>
                    <a:pt x="4928113" y="304505"/>
                  </a:lnTo>
                  <a:lnTo>
                    <a:pt x="4928208" y="304505"/>
                  </a:lnTo>
                  <a:lnTo>
                    <a:pt x="4928302" y="304505"/>
                  </a:lnTo>
                  <a:lnTo>
                    <a:pt x="4928396" y="304505"/>
                  </a:lnTo>
                  <a:lnTo>
                    <a:pt x="4928490" y="304505"/>
                  </a:lnTo>
                  <a:lnTo>
                    <a:pt x="4928584" y="304505"/>
                  </a:lnTo>
                  <a:lnTo>
                    <a:pt x="4928678" y="304505"/>
                  </a:lnTo>
                  <a:lnTo>
                    <a:pt x="4928772" y="304505"/>
                  </a:lnTo>
                  <a:lnTo>
                    <a:pt x="4928867" y="304505"/>
                  </a:lnTo>
                  <a:lnTo>
                    <a:pt x="4928961" y="304505"/>
                  </a:lnTo>
                  <a:lnTo>
                    <a:pt x="4929055" y="304505"/>
                  </a:lnTo>
                  <a:lnTo>
                    <a:pt x="4929149" y="304505"/>
                  </a:lnTo>
                  <a:lnTo>
                    <a:pt x="4929243" y="304505"/>
                  </a:lnTo>
                  <a:lnTo>
                    <a:pt x="4929337" y="304505"/>
                  </a:lnTo>
                  <a:lnTo>
                    <a:pt x="4929432" y="304505"/>
                  </a:lnTo>
                  <a:lnTo>
                    <a:pt x="4929526" y="304505"/>
                  </a:lnTo>
                  <a:lnTo>
                    <a:pt x="4929620" y="304505"/>
                  </a:lnTo>
                  <a:lnTo>
                    <a:pt x="4929714" y="304505"/>
                  </a:lnTo>
                  <a:lnTo>
                    <a:pt x="4929808" y="304505"/>
                  </a:lnTo>
                  <a:lnTo>
                    <a:pt x="4929902" y="304505"/>
                  </a:lnTo>
                  <a:lnTo>
                    <a:pt x="4929996" y="304505"/>
                  </a:lnTo>
                  <a:lnTo>
                    <a:pt x="4930091" y="304505"/>
                  </a:lnTo>
                  <a:lnTo>
                    <a:pt x="4930185" y="304505"/>
                  </a:lnTo>
                  <a:lnTo>
                    <a:pt x="4930279" y="304505"/>
                  </a:lnTo>
                  <a:lnTo>
                    <a:pt x="4930373" y="304505"/>
                  </a:lnTo>
                  <a:lnTo>
                    <a:pt x="4930467" y="304505"/>
                  </a:lnTo>
                  <a:lnTo>
                    <a:pt x="4930561" y="304505"/>
                  </a:lnTo>
                  <a:lnTo>
                    <a:pt x="4930655" y="304505"/>
                  </a:lnTo>
                  <a:lnTo>
                    <a:pt x="4930750" y="304505"/>
                  </a:lnTo>
                  <a:lnTo>
                    <a:pt x="4930844" y="304505"/>
                  </a:lnTo>
                  <a:lnTo>
                    <a:pt x="4930938" y="304505"/>
                  </a:lnTo>
                  <a:lnTo>
                    <a:pt x="4931032" y="304505"/>
                  </a:lnTo>
                  <a:lnTo>
                    <a:pt x="4931126" y="304505"/>
                  </a:lnTo>
                  <a:lnTo>
                    <a:pt x="4931220" y="304505"/>
                  </a:lnTo>
                  <a:lnTo>
                    <a:pt x="4931315" y="304505"/>
                  </a:lnTo>
                  <a:lnTo>
                    <a:pt x="4931409" y="304505"/>
                  </a:lnTo>
                  <a:lnTo>
                    <a:pt x="4931503" y="304505"/>
                  </a:lnTo>
                  <a:lnTo>
                    <a:pt x="4931597" y="304505"/>
                  </a:lnTo>
                  <a:lnTo>
                    <a:pt x="4931691" y="304505"/>
                  </a:lnTo>
                  <a:lnTo>
                    <a:pt x="4931785" y="304505"/>
                  </a:lnTo>
                  <a:lnTo>
                    <a:pt x="4931879" y="304505"/>
                  </a:lnTo>
                  <a:lnTo>
                    <a:pt x="4931974" y="304505"/>
                  </a:lnTo>
                  <a:lnTo>
                    <a:pt x="4932068" y="304505"/>
                  </a:lnTo>
                  <a:lnTo>
                    <a:pt x="4932162" y="304505"/>
                  </a:lnTo>
                  <a:lnTo>
                    <a:pt x="4932256" y="304505"/>
                  </a:lnTo>
                  <a:lnTo>
                    <a:pt x="4932350" y="304505"/>
                  </a:lnTo>
                  <a:lnTo>
                    <a:pt x="4932444" y="304505"/>
                  </a:lnTo>
                  <a:lnTo>
                    <a:pt x="4932539" y="304505"/>
                  </a:lnTo>
                  <a:lnTo>
                    <a:pt x="4932633" y="304505"/>
                  </a:lnTo>
                  <a:lnTo>
                    <a:pt x="4932727" y="304505"/>
                  </a:lnTo>
                  <a:lnTo>
                    <a:pt x="4932821" y="304505"/>
                  </a:lnTo>
                  <a:lnTo>
                    <a:pt x="4932915" y="304505"/>
                  </a:lnTo>
                  <a:lnTo>
                    <a:pt x="4933009" y="304505"/>
                  </a:lnTo>
                  <a:lnTo>
                    <a:pt x="4933103" y="304505"/>
                  </a:lnTo>
                  <a:lnTo>
                    <a:pt x="4933198" y="304505"/>
                  </a:lnTo>
                  <a:lnTo>
                    <a:pt x="4933292" y="304505"/>
                  </a:lnTo>
                  <a:lnTo>
                    <a:pt x="4933386" y="304505"/>
                  </a:lnTo>
                  <a:lnTo>
                    <a:pt x="4933480" y="304505"/>
                  </a:lnTo>
                  <a:lnTo>
                    <a:pt x="4933574" y="304505"/>
                  </a:lnTo>
                  <a:lnTo>
                    <a:pt x="4933668" y="304505"/>
                  </a:lnTo>
                  <a:lnTo>
                    <a:pt x="4933763" y="304505"/>
                  </a:lnTo>
                  <a:lnTo>
                    <a:pt x="4933857" y="304505"/>
                  </a:lnTo>
                  <a:lnTo>
                    <a:pt x="4933951" y="304505"/>
                  </a:lnTo>
                  <a:lnTo>
                    <a:pt x="4934045" y="304505"/>
                  </a:lnTo>
                  <a:lnTo>
                    <a:pt x="4934139" y="304505"/>
                  </a:lnTo>
                  <a:lnTo>
                    <a:pt x="4934233" y="304505"/>
                  </a:lnTo>
                  <a:lnTo>
                    <a:pt x="4934327" y="304505"/>
                  </a:lnTo>
                  <a:lnTo>
                    <a:pt x="4934422" y="304505"/>
                  </a:lnTo>
                  <a:lnTo>
                    <a:pt x="4934516" y="304505"/>
                  </a:lnTo>
                  <a:lnTo>
                    <a:pt x="4934610" y="304505"/>
                  </a:lnTo>
                  <a:lnTo>
                    <a:pt x="4934704" y="304505"/>
                  </a:lnTo>
                  <a:lnTo>
                    <a:pt x="4934798" y="304505"/>
                  </a:lnTo>
                  <a:lnTo>
                    <a:pt x="4934892" y="304505"/>
                  </a:lnTo>
                  <a:lnTo>
                    <a:pt x="4934986" y="304505"/>
                  </a:lnTo>
                  <a:lnTo>
                    <a:pt x="4935081" y="304505"/>
                  </a:lnTo>
                  <a:lnTo>
                    <a:pt x="4935175" y="304505"/>
                  </a:lnTo>
                  <a:lnTo>
                    <a:pt x="4935269" y="304505"/>
                  </a:lnTo>
                  <a:lnTo>
                    <a:pt x="4935363" y="304505"/>
                  </a:lnTo>
                  <a:lnTo>
                    <a:pt x="4935457" y="304505"/>
                  </a:lnTo>
                  <a:lnTo>
                    <a:pt x="4935551" y="304505"/>
                  </a:lnTo>
                  <a:lnTo>
                    <a:pt x="4935646" y="304505"/>
                  </a:lnTo>
                  <a:lnTo>
                    <a:pt x="4935740" y="304505"/>
                  </a:lnTo>
                  <a:lnTo>
                    <a:pt x="4935834" y="304505"/>
                  </a:lnTo>
                  <a:lnTo>
                    <a:pt x="4935928" y="304505"/>
                  </a:lnTo>
                  <a:lnTo>
                    <a:pt x="4936022" y="304505"/>
                  </a:lnTo>
                  <a:lnTo>
                    <a:pt x="4936116" y="304505"/>
                  </a:lnTo>
                  <a:lnTo>
                    <a:pt x="4936210" y="304505"/>
                  </a:lnTo>
                  <a:lnTo>
                    <a:pt x="4936305" y="304505"/>
                  </a:lnTo>
                  <a:lnTo>
                    <a:pt x="4936399" y="304505"/>
                  </a:lnTo>
                  <a:lnTo>
                    <a:pt x="4936493" y="304505"/>
                  </a:lnTo>
                  <a:lnTo>
                    <a:pt x="4936587" y="304505"/>
                  </a:lnTo>
                  <a:lnTo>
                    <a:pt x="4936681" y="304505"/>
                  </a:lnTo>
                  <a:lnTo>
                    <a:pt x="4936775" y="304505"/>
                  </a:lnTo>
                  <a:lnTo>
                    <a:pt x="4936870" y="304505"/>
                  </a:lnTo>
                  <a:lnTo>
                    <a:pt x="4936964" y="304505"/>
                  </a:lnTo>
                  <a:lnTo>
                    <a:pt x="4937058" y="304505"/>
                  </a:lnTo>
                  <a:lnTo>
                    <a:pt x="4937152" y="304505"/>
                  </a:lnTo>
                  <a:lnTo>
                    <a:pt x="4937246" y="304505"/>
                  </a:lnTo>
                  <a:lnTo>
                    <a:pt x="4937340" y="304505"/>
                  </a:lnTo>
                  <a:lnTo>
                    <a:pt x="4937434" y="304505"/>
                  </a:lnTo>
                  <a:lnTo>
                    <a:pt x="4937529" y="304505"/>
                  </a:lnTo>
                  <a:lnTo>
                    <a:pt x="4937623" y="304505"/>
                  </a:lnTo>
                  <a:lnTo>
                    <a:pt x="4937717" y="304505"/>
                  </a:lnTo>
                  <a:lnTo>
                    <a:pt x="4937811" y="304505"/>
                  </a:lnTo>
                  <a:lnTo>
                    <a:pt x="4937905" y="304505"/>
                  </a:lnTo>
                  <a:lnTo>
                    <a:pt x="4937999" y="304505"/>
                  </a:lnTo>
                  <a:lnTo>
                    <a:pt x="4938094" y="304505"/>
                  </a:lnTo>
                  <a:lnTo>
                    <a:pt x="4938188" y="304505"/>
                  </a:lnTo>
                  <a:lnTo>
                    <a:pt x="4938282" y="304505"/>
                  </a:lnTo>
                  <a:lnTo>
                    <a:pt x="4938376" y="304505"/>
                  </a:lnTo>
                  <a:lnTo>
                    <a:pt x="4938470" y="304505"/>
                  </a:lnTo>
                  <a:lnTo>
                    <a:pt x="4938564" y="304505"/>
                  </a:lnTo>
                  <a:lnTo>
                    <a:pt x="4938658" y="304505"/>
                  </a:lnTo>
                  <a:lnTo>
                    <a:pt x="4938753" y="304505"/>
                  </a:lnTo>
                  <a:lnTo>
                    <a:pt x="4938847" y="304505"/>
                  </a:lnTo>
                  <a:lnTo>
                    <a:pt x="4938941" y="304505"/>
                  </a:lnTo>
                  <a:lnTo>
                    <a:pt x="4939035" y="304505"/>
                  </a:lnTo>
                  <a:lnTo>
                    <a:pt x="4939129" y="304505"/>
                  </a:lnTo>
                  <a:lnTo>
                    <a:pt x="4939223" y="304505"/>
                  </a:lnTo>
                  <a:lnTo>
                    <a:pt x="4939317" y="304505"/>
                  </a:lnTo>
                  <a:lnTo>
                    <a:pt x="4939412" y="304505"/>
                  </a:lnTo>
                  <a:lnTo>
                    <a:pt x="4939506" y="304505"/>
                  </a:lnTo>
                  <a:lnTo>
                    <a:pt x="4939600" y="304505"/>
                  </a:lnTo>
                  <a:lnTo>
                    <a:pt x="4939694" y="304505"/>
                  </a:lnTo>
                  <a:lnTo>
                    <a:pt x="4939788" y="304505"/>
                  </a:lnTo>
                  <a:lnTo>
                    <a:pt x="4939882" y="304505"/>
                  </a:lnTo>
                  <a:lnTo>
                    <a:pt x="4939977" y="304505"/>
                  </a:lnTo>
                  <a:lnTo>
                    <a:pt x="4940071" y="304505"/>
                  </a:lnTo>
                  <a:lnTo>
                    <a:pt x="4940165" y="304505"/>
                  </a:lnTo>
                  <a:lnTo>
                    <a:pt x="4940259" y="304505"/>
                  </a:lnTo>
                  <a:lnTo>
                    <a:pt x="4940353" y="304505"/>
                  </a:lnTo>
                  <a:lnTo>
                    <a:pt x="4940447" y="304505"/>
                  </a:lnTo>
                  <a:lnTo>
                    <a:pt x="4940541" y="304505"/>
                  </a:lnTo>
                  <a:lnTo>
                    <a:pt x="4940636" y="304505"/>
                  </a:lnTo>
                  <a:lnTo>
                    <a:pt x="4940730" y="304505"/>
                  </a:lnTo>
                  <a:lnTo>
                    <a:pt x="4940824" y="304505"/>
                  </a:lnTo>
                  <a:lnTo>
                    <a:pt x="4940918" y="304505"/>
                  </a:lnTo>
                  <a:lnTo>
                    <a:pt x="4941012" y="304505"/>
                  </a:lnTo>
                  <a:lnTo>
                    <a:pt x="4941106" y="304505"/>
                  </a:lnTo>
                  <a:lnTo>
                    <a:pt x="4941106" y="299593"/>
                  </a:lnTo>
                  <a:lnTo>
                    <a:pt x="4941201" y="299593"/>
                  </a:lnTo>
                  <a:lnTo>
                    <a:pt x="4941295" y="299593"/>
                  </a:lnTo>
                  <a:lnTo>
                    <a:pt x="4941389" y="299593"/>
                  </a:lnTo>
                  <a:lnTo>
                    <a:pt x="4941483" y="299593"/>
                  </a:lnTo>
                  <a:lnTo>
                    <a:pt x="4941577" y="299593"/>
                  </a:lnTo>
                  <a:lnTo>
                    <a:pt x="4941671" y="299593"/>
                  </a:lnTo>
                  <a:lnTo>
                    <a:pt x="4941765" y="299593"/>
                  </a:lnTo>
                  <a:lnTo>
                    <a:pt x="4941860" y="299593"/>
                  </a:lnTo>
                  <a:lnTo>
                    <a:pt x="4941954" y="299593"/>
                  </a:lnTo>
                  <a:lnTo>
                    <a:pt x="4942048" y="299593"/>
                  </a:lnTo>
                  <a:lnTo>
                    <a:pt x="4942142" y="299593"/>
                  </a:lnTo>
                  <a:lnTo>
                    <a:pt x="4942236" y="299593"/>
                  </a:lnTo>
                  <a:lnTo>
                    <a:pt x="4942330" y="299593"/>
                  </a:lnTo>
                  <a:lnTo>
                    <a:pt x="4942425" y="299593"/>
                  </a:lnTo>
                  <a:lnTo>
                    <a:pt x="4942519" y="299593"/>
                  </a:lnTo>
                  <a:lnTo>
                    <a:pt x="4942613" y="299593"/>
                  </a:lnTo>
                  <a:lnTo>
                    <a:pt x="4942707" y="299593"/>
                  </a:lnTo>
                  <a:lnTo>
                    <a:pt x="4942801" y="299593"/>
                  </a:lnTo>
                  <a:lnTo>
                    <a:pt x="4942895" y="299593"/>
                  </a:lnTo>
                  <a:lnTo>
                    <a:pt x="4942989" y="299593"/>
                  </a:lnTo>
                  <a:lnTo>
                    <a:pt x="4943084" y="299593"/>
                  </a:lnTo>
                  <a:lnTo>
                    <a:pt x="4943178" y="299593"/>
                  </a:lnTo>
                  <a:lnTo>
                    <a:pt x="4943272" y="299593"/>
                  </a:lnTo>
                  <a:lnTo>
                    <a:pt x="4943366" y="299593"/>
                  </a:lnTo>
                  <a:lnTo>
                    <a:pt x="4943460" y="299593"/>
                  </a:lnTo>
                  <a:lnTo>
                    <a:pt x="4943554" y="299593"/>
                  </a:lnTo>
                  <a:lnTo>
                    <a:pt x="4943648" y="299593"/>
                  </a:lnTo>
                  <a:lnTo>
                    <a:pt x="4943743" y="299593"/>
                  </a:lnTo>
                  <a:lnTo>
                    <a:pt x="4943837" y="299593"/>
                  </a:lnTo>
                  <a:lnTo>
                    <a:pt x="4943931" y="299593"/>
                  </a:lnTo>
                  <a:lnTo>
                    <a:pt x="4944025" y="299593"/>
                  </a:lnTo>
                  <a:lnTo>
                    <a:pt x="4944119" y="299593"/>
                  </a:lnTo>
                  <a:lnTo>
                    <a:pt x="4944213" y="299593"/>
                  </a:lnTo>
                  <a:lnTo>
                    <a:pt x="4944308" y="299593"/>
                  </a:lnTo>
                  <a:lnTo>
                    <a:pt x="4944402" y="299593"/>
                  </a:lnTo>
                  <a:lnTo>
                    <a:pt x="4944496" y="299593"/>
                  </a:lnTo>
                  <a:lnTo>
                    <a:pt x="4944590" y="299593"/>
                  </a:lnTo>
                  <a:lnTo>
                    <a:pt x="4944684" y="299593"/>
                  </a:lnTo>
                  <a:lnTo>
                    <a:pt x="4944778" y="299593"/>
                  </a:lnTo>
                  <a:lnTo>
                    <a:pt x="4944872" y="299593"/>
                  </a:lnTo>
                  <a:lnTo>
                    <a:pt x="4944967" y="299593"/>
                  </a:lnTo>
                  <a:lnTo>
                    <a:pt x="4945061" y="299593"/>
                  </a:lnTo>
                  <a:lnTo>
                    <a:pt x="4945155" y="299593"/>
                  </a:lnTo>
                  <a:lnTo>
                    <a:pt x="4945249" y="299593"/>
                  </a:lnTo>
                  <a:lnTo>
                    <a:pt x="4945343" y="299593"/>
                  </a:lnTo>
                  <a:lnTo>
                    <a:pt x="4945437" y="299593"/>
                  </a:lnTo>
                  <a:lnTo>
                    <a:pt x="4945532" y="299593"/>
                  </a:lnTo>
                  <a:lnTo>
                    <a:pt x="4945626" y="299593"/>
                  </a:lnTo>
                  <a:lnTo>
                    <a:pt x="4945720" y="299593"/>
                  </a:lnTo>
                  <a:lnTo>
                    <a:pt x="4945814" y="299593"/>
                  </a:lnTo>
                  <a:lnTo>
                    <a:pt x="4945908" y="299593"/>
                  </a:lnTo>
                  <a:lnTo>
                    <a:pt x="4946002" y="299593"/>
                  </a:lnTo>
                  <a:lnTo>
                    <a:pt x="4946096" y="299593"/>
                  </a:lnTo>
                  <a:lnTo>
                    <a:pt x="4946191" y="299593"/>
                  </a:lnTo>
                  <a:lnTo>
                    <a:pt x="4946285" y="299593"/>
                  </a:lnTo>
                  <a:lnTo>
                    <a:pt x="4946379" y="299593"/>
                  </a:lnTo>
                  <a:lnTo>
                    <a:pt x="4946473" y="299593"/>
                  </a:lnTo>
                  <a:lnTo>
                    <a:pt x="4946567" y="299593"/>
                  </a:lnTo>
                  <a:lnTo>
                    <a:pt x="4946661" y="299593"/>
                  </a:lnTo>
                  <a:lnTo>
                    <a:pt x="4946756" y="299593"/>
                  </a:lnTo>
                  <a:lnTo>
                    <a:pt x="4946850" y="299593"/>
                  </a:lnTo>
                  <a:lnTo>
                    <a:pt x="4946944" y="299593"/>
                  </a:lnTo>
                  <a:lnTo>
                    <a:pt x="4947038" y="299593"/>
                  </a:lnTo>
                  <a:lnTo>
                    <a:pt x="4947132" y="299593"/>
                  </a:lnTo>
                  <a:lnTo>
                    <a:pt x="4947226" y="299593"/>
                  </a:lnTo>
                  <a:lnTo>
                    <a:pt x="4947320" y="299593"/>
                  </a:lnTo>
                  <a:lnTo>
                    <a:pt x="4947415" y="299593"/>
                  </a:lnTo>
                  <a:lnTo>
                    <a:pt x="4947509" y="299593"/>
                  </a:lnTo>
                  <a:lnTo>
                    <a:pt x="4947603" y="299593"/>
                  </a:lnTo>
                  <a:lnTo>
                    <a:pt x="4947697" y="299593"/>
                  </a:lnTo>
                  <a:lnTo>
                    <a:pt x="4947791" y="299593"/>
                  </a:lnTo>
                  <a:lnTo>
                    <a:pt x="4947885" y="299593"/>
                  </a:lnTo>
                  <a:lnTo>
                    <a:pt x="4947979" y="299593"/>
                  </a:lnTo>
                  <a:lnTo>
                    <a:pt x="4948074" y="299593"/>
                  </a:lnTo>
                  <a:lnTo>
                    <a:pt x="4948168" y="299593"/>
                  </a:lnTo>
                  <a:lnTo>
                    <a:pt x="4948262" y="299593"/>
                  </a:lnTo>
                  <a:lnTo>
                    <a:pt x="4948356" y="299593"/>
                  </a:lnTo>
                  <a:lnTo>
                    <a:pt x="4948450" y="299593"/>
                  </a:lnTo>
                  <a:lnTo>
                    <a:pt x="4948544" y="299593"/>
                  </a:lnTo>
                  <a:lnTo>
                    <a:pt x="4948639" y="299593"/>
                  </a:lnTo>
                  <a:lnTo>
                    <a:pt x="4948733" y="299593"/>
                  </a:lnTo>
                  <a:lnTo>
                    <a:pt x="4948827" y="299593"/>
                  </a:lnTo>
                  <a:lnTo>
                    <a:pt x="4948921" y="299593"/>
                  </a:lnTo>
                  <a:lnTo>
                    <a:pt x="4949015" y="299593"/>
                  </a:lnTo>
                  <a:lnTo>
                    <a:pt x="4949109" y="299593"/>
                  </a:lnTo>
                  <a:lnTo>
                    <a:pt x="4949203" y="299593"/>
                  </a:lnTo>
                  <a:lnTo>
                    <a:pt x="4949298" y="299593"/>
                  </a:lnTo>
                  <a:lnTo>
                    <a:pt x="4949392" y="299593"/>
                  </a:lnTo>
                  <a:lnTo>
                    <a:pt x="4949486" y="299593"/>
                  </a:lnTo>
                  <a:lnTo>
                    <a:pt x="4949580" y="299593"/>
                  </a:lnTo>
                  <a:lnTo>
                    <a:pt x="4949674" y="299593"/>
                  </a:lnTo>
                  <a:lnTo>
                    <a:pt x="4949768" y="299593"/>
                  </a:lnTo>
                  <a:lnTo>
                    <a:pt x="4949863" y="299593"/>
                  </a:lnTo>
                  <a:lnTo>
                    <a:pt x="4949957" y="299593"/>
                  </a:lnTo>
                  <a:lnTo>
                    <a:pt x="4950051" y="299593"/>
                  </a:lnTo>
                  <a:lnTo>
                    <a:pt x="4950145" y="299593"/>
                  </a:lnTo>
                  <a:lnTo>
                    <a:pt x="4950239" y="299593"/>
                  </a:lnTo>
                  <a:lnTo>
                    <a:pt x="4950333" y="299593"/>
                  </a:lnTo>
                  <a:lnTo>
                    <a:pt x="4950427" y="299593"/>
                  </a:lnTo>
                  <a:lnTo>
                    <a:pt x="4950522" y="299593"/>
                  </a:lnTo>
                  <a:lnTo>
                    <a:pt x="4950616" y="299593"/>
                  </a:lnTo>
                  <a:lnTo>
                    <a:pt x="4950710" y="299593"/>
                  </a:lnTo>
                  <a:lnTo>
                    <a:pt x="4950804" y="299593"/>
                  </a:lnTo>
                  <a:lnTo>
                    <a:pt x="4950898" y="299593"/>
                  </a:lnTo>
                  <a:lnTo>
                    <a:pt x="4950992" y="299593"/>
                  </a:lnTo>
                  <a:lnTo>
                    <a:pt x="4951087" y="299593"/>
                  </a:lnTo>
                  <a:lnTo>
                    <a:pt x="4951181" y="299593"/>
                  </a:lnTo>
                  <a:lnTo>
                    <a:pt x="4951275" y="299593"/>
                  </a:lnTo>
                  <a:lnTo>
                    <a:pt x="4951369" y="299593"/>
                  </a:lnTo>
                  <a:lnTo>
                    <a:pt x="4951463" y="299593"/>
                  </a:lnTo>
                  <a:lnTo>
                    <a:pt x="4951557" y="299593"/>
                  </a:lnTo>
                  <a:lnTo>
                    <a:pt x="4951651" y="299593"/>
                  </a:lnTo>
                  <a:lnTo>
                    <a:pt x="4951746" y="299593"/>
                  </a:lnTo>
                  <a:lnTo>
                    <a:pt x="4951840" y="299593"/>
                  </a:lnTo>
                  <a:lnTo>
                    <a:pt x="4951934" y="299593"/>
                  </a:lnTo>
                  <a:lnTo>
                    <a:pt x="4952028" y="299593"/>
                  </a:lnTo>
                  <a:lnTo>
                    <a:pt x="4952122" y="299593"/>
                  </a:lnTo>
                  <a:lnTo>
                    <a:pt x="4952216" y="299593"/>
                  </a:lnTo>
                  <a:lnTo>
                    <a:pt x="4952310" y="299593"/>
                  </a:lnTo>
                  <a:lnTo>
                    <a:pt x="4952405" y="299593"/>
                  </a:lnTo>
                  <a:lnTo>
                    <a:pt x="4952499" y="299593"/>
                  </a:lnTo>
                  <a:lnTo>
                    <a:pt x="4952593" y="299593"/>
                  </a:lnTo>
                  <a:lnTo>
                    <a:pt x="4952687" y="299593"/>
                  </a:lnTo>
                  <a:lnTo>
                    <a:pt x="4952781" y="299593"/>
                  </a:lnTo>
                  <a:lnTo>
                    <a:pt x="4952875" y="299593"/>
                  </a:lnTo>
                  <a:lnTo>
                    <a:pt x="4952970" y="299593"/>
                  </a:lnTo>
                  <a:lnTo>
                    <a:pt x="4953064" y="299593"/>
                  </a:lnTo>
                  <a:lnTo>
                    <a:pt x="4953158" y="299593"/>
                  </a:lnTo>
                  <a:lnTo>
                    <a:pt x="4953252" y="299593"/>
                  </a:lnTo>
                  <a:lnTo>
                    <a:pt x="4953346" y="299593"/>
                  </a:lnTo>
                  <a:lnTo>
                    <a:pt x="4953440" y="299593"/>
                  </a:lnTo>
                  <a:lnTo>
                    <a:pt x="4953534" y="299593"/>
                  </a:lnTo>
                  <a:lnTo>
                    <a:pt x="4953629" y="299593"/>
                  </a:lnTo>
                  <a:lnTo>
                    <a:pt x="4953723" y="299593"/>
                  </a:lnTo>
                  <a:lnTo>
                    <a:pt x="4953817" y="299593"/>
                  </a:lnTo>
                  <a:lnTo>
                    <a:pt x="4953911" y="299593"/>
                  </a:lnTo>
                  <a:lnTo>
                    <a:pt x="4954005" y="299593"/>
                  </a:lnTo>
                  <a:lnTo>
                    <a:pt x="4954099" y="299593"/>
                  </a:lnTo>
                  <a:lnTo>
                    <a:pt x="4954194" y="299593"/>
                  </a:lnTo>
                  <a:lnTo>
                    <a:pt x="4954288" y="299593"/>
                  </a:lnTo>
                  <a:lnTo>
                    <a:pt x="4954382" y="299593"/>
                  </a:lnTo>
                  <a:lnTo>
                    <a:pt x="4954476" y="299593"/>
                  </a:lnTo>
                  <a:lnTo>
                    <a:pt x="4954570" y="299593"/>
                  </a:lnTo>
                  <a:lnTo>
                    <a:pt x="4954664" y="299593"/>
                  </a:lnTo>
                  <a:lnTo>
                    <a:pt x="4954758" y="299593"/>
                  </a:lnTo>
                  <a:lnTo>
                    <a:pt x="4954853" y="299593"/>
                  </a:lnTo>
                  <a:lnTo>
                    <a:pt x="4954947" y="299593"/>
                  </a:lnTo>
                  <a:lnTo>
                    <a:pt x="4955041" y="299593"/>
                  </a:lnTo>
                  <a:lnTo>
                    <a:pt x="4955135" y="299593"/>
                  </a:lnTo>
                  <a:lnTo>
                    <a:pt x="4955229" y="299593"/>
                  </a:lnTo>
                  <a:lnTo>
                    <a:pt x="4955323" y="299593"/>
                  </a:lnTo>
                  <a:lnTo>
                    <a:pt x="4955418" y="299593"/>
                  </a:lnTo>
                  <a:lnTo>
                    <a:pt x="4955512" y="299593"/>
                  </a:lnTo>
                  <a:lnTo>
                    <a:pt x="4955606" y="299593"/>
                  </a:lnTo>
                  <a:lnTo>
                    <a:pt x="4955700" y="299593"/>
                  </a:lnTo>
                  <a:lnTo>
                    <a:pt x="4955794" y="299593"/>
                  </a:lnTo>
                  <a:lnTo>
                    <a:pt x="4955888" y="299593"/>
                  </a:lnTo>
                  <a:lnTo>
                    <a:pt x="4955982" y="299593"/>
                  </a:lnTo>
                  <a:lnTo>
                    <a:pt x="4956077" y="299593"/>
                  </a:lnTo>
                  <a:lnTo>
                    <a:pt x="4956171" y="299593"/>
                  </a:lnTo>
                  <a:lnTo>
                    <a:pt x="4956265" y="299593"/>
                  </a:lnTo>
                  <a:lnTo>
                    <a:pt x="4956359" y="299593"/>
                  </a:lnTo>
                  <a:lnTo>
                    <a:pt x="4956453" y="299593"/>
                  </a:lnTo>
                  <a:lnTo>
                    <a:pt x="4956547" y="299593"/>
                  </a:lnTo>
                  <a:lnTo>
                    <a:pt x="4956641" y="299593"/>
                  </a:lnTo>
                  <a:lnTo>
                    <a:pt x="4956736" y="299593"/>
                  </a:lnTo>
                  <a:lnTo>
                    <a:pt x="4956830" y="299593"/>
                  </a:lnTo>
                  <a:lnTo>
                    <a:pt x="4956924" y="299593"/>
                  </a:lnTo>
                  <a:lnTo>
                    <a:pt x="4957018" y="299593"/>
                  </a:lnTo>
                  <a:lnTo>
                    <a:pt x="4957112" y="299593"/>
                  </a:lnTo>
                  <a:lnTo>
                    <a:pt x="4957206" y="299593"/>
                  </a:lnTo>
                  <a:lnTo>
                    <a:pt x="4957301" y="299593"/>
                  </a:lnTo>
                  <a:lnTo>
                    <a:pt x="4957395" y="299593"/>
                  </a:lnTo>
                  <a:lnTo>
                    <a:pt x="4957489" y="299593"/>
                  </a:lnTo>
                  <a:lnTo>
                    <a:pt x="4957583" y="299593"/>
                  </a:lnTo>
                  <a:lnTo>
                    <a:pt x="4957677" y="299593"/>
                  </a:lnTo>
                  <a:lnTo>
                    <a:pt x="4957771" y="299593"/>
                  </a:lnTo>
                  <a:lnTo>
                    <a:pt x="4957865" y="299593"/>
                  </a:lnTo>
                  <a:lnTo>
                    <a:pt x="4957960" y="299593"/>
                  </a:lnTo>
                  <a:lnTo>
                    <a:pt x="4958054" y="299593"/>
                  </a:lnTo>
                  <a:lnTo>
                    <a:pt x="4958148" y="299593"/>
                  </a:lnTo>
                  <a:lnTo>
                    <a:pt x="4958242" y="299593"/>
                  </a:lnTo>
                  <a:lnTo>
                    <a:pt x="4958336" y="299593"/>
                  </a:lnTo>
                  <a:lnTo>
                    <a:pt x="4958430" y="299593"/>
                  </a:lnTo>
                  <a:lnTo>
                    <a:pt x="4958525" y="299593"/>
                  </a:lnTo>
                  <a:lnTo>
                    <a:pt x="4958619" y="299593"/>
                  </a:lnTo>
                  <a:lnTo>
                    <a:pt x="4958713" y="299593"/>
                  </a:lnTo>
                  <a:lnTo>
                    <a:pt x="4958807" y="299593"/>
                  </a:lnTo>
                  <a:lnTo>
                    <a:pt x="4958901" y="299593"/>
                  </a:lnTo>
                  <a:lnTo>
                    <a:pt x="4958995" y="299593"/>
                  </a:lnTo>
                  <a:lnTo>
                    <a:pt x="4959089" y="299593"/>
                  </a:lnTo>
                  <a:lnTo>
                    <a:pt x="4959184" y="299593"/>
                  </a:lnTo>
                  <a:lnTo>
                    <a:pt x="4959278" y="299593"/>
                  </a:lnTo>
                  <a:lnTo>
                    <a:pt x="4959372" y="299593"/>
                  </a:lnTo>
                  <a:lnTo>
                    <a:pt x="4959466" y="299593"/>
                  </a:lnTo>
                  <a:lnTo>
                    <a:pt x="4959560" y="299593"/>
                  </a:lnTo>
                  <a:lnTo>
                    <a:pt x="4959654" y="299593"/>
                  </a:lnTo>
                  <a:lnTo>
                    <a:pt x="4959749" y="299593"/>
                  </a:lnTo>
                  <a:lnTo>
                    <a:pt x="4959749" y="294682"/>
                  </a:lnTo>
                  <a:lnTo>
                    <a:pt x="4959843" y="294682"/>
                  </a:lnTo>
                  <a:lnTo>
                    <a:pt x="4959937" y="294682"/>
                  </a:lnTo>
                  <a:lnTo>
                    <a:pt x="4960031" y="294682"/>
                  </a:lnTo>
                  <a:lnTo>
                    <a:pt x="4960125" y="294682"/>
                  </a:lnTo>
                  <a:lnTo>
                    <a:pt x="4960219" y="294682"/>
                  </a:lnTo>
                  <a:lnTo>
                    <a:pt x="4960313" y="294682"/>
                  </a:lnTo>
                  <a:lnTo>
                    <a:pt x="4960408" y="294682"/>
                  </a:lnTo>
                  <a:lnTo>
                    <a:pt x="4960502" y="294682"/>
                  </a:lnTo>
                  <a:lnTo>
                    <a:pt x="4960596" y="294682"/>
                  </a:lnTo>
                  <a:lnTo>
                    <a:pt x="4960690" y="294682"/>
                  </a:lnTo>
                  <a:lnTo>
                    <a:pt x="4960784" y="294682"/>
                  </a:lnTo>
                  <a:lnTo>
                    <a:pt x="4960878" y="294682"/>
                  </a:lnTo>
                  <a:lnTo>
                    <a:pt x="4960972" y="294682"/>
                  </a:lnTo>
                  <a:lnTo>
                    <a:pt x="4961067" y="294682"/>
                  </a:lnTo>
                  <a:lnTo>
                    <a:pt x="4961161" y="294682"/>
                  </a:lnTo>
                  <a:lnTo>
                    <a:pt x="4961255" y="294682"/>
                  </a:lnTo>
                  <a:lnTo>
                    <a:pt x="4961349" y="294682"/>
                  </a:lnTo>
                  <a:lnTo>
                    <a:pt x="4961443" y="294682"/>
                  </a:lnTo>
                  <a:lnTo>
                    <a:pt x="4961537" y="294682"/>
                  </a:lnTo>
                  <a:lnTo>
                    <a:pt x="4961632" y="294682"/>
                  </a:lnTo>
                  <a:lnTo>
                    <a:pt x="4961726" y="294682"/>
                  </a:lnTo>
                  <a:lnTo>
                    <a:pt x="4961820" y="294682"/>
                  </a:lnTo>
                  <a:lnTo>
                    <a:pt x="4961914" y="294682"/>
                  </a:lnTo>
                  <a:lnTo>
                    <a:pt x="4962008" y="294682"/>
                  </a:lnTo>
                  <a:lnTo>
                    <a:pt x="4962102" y="294682"/>
                  </a:lnTo>
                  <a:lnTo>
                    <a:pt x="4962196" y="294682"/>
                  </a:lnTo>
                  <a:lnTo>
                    <a:pt x="4962291" y="294682"/>
                  </a:lnTo>
                  <a:lnTo>
                    <a:pt x="4962385" y="294682"/>
                  </a:lnTo>
                  <a:lnTo>
                    <a:pt x="4962479" y="294682"/>
                  </a:lnTo>
                  <a:lnTo>
                    <a:pt x="4962573" y="294682"/>
                  </a:lnTo>
                  <a:lnTo>
                    <a:pt x="4962667" y="294682"/>
                  </a:lnTo>
                  <a:lnTo>
                    <a:pt x="4962761" y="294682"/>
                  </a:lnTo>
                  <a:lnTo>
                    <a:pt x="4962856" y="294682"/>
                  </a:lnTo>
                  <a:lnTo>
                    <a:pt x="4962950" y="294682"/>
                  </a:lnTo>
                  <a:lnTo>
                    <a:pt x="4963044" y="294682"/>
                  </a:lnTo>
                  <a:lnTo>
                    <a:pt x="4963138" y="294682"/>
                  </a:lnTo>
                  <a:lnTo>
                    <a:pt x="4963232" y="294682"/>
                  </a:lnTo>
                  <a:lnTo>
                    <a:pt x="4963326" y="294682"/>
                  </a:lnTo>
                  <a:lnTo>
                    <a:pt x="4963420" y="294682"/>
                  </a:lnTo>
                  <a:lnTo>
                    <a:pt x="4963515" y="294682"/>
                  </a:lnTo>
                  <a:lnTo>
                    <a:pt x="4963609" y="294682"/>
                  </a:lnTo>
                  <a:lnTo>
                    <a:pt x="4963703" y="294682"/>
                  </a:lnTo>
                  <a:lnTo>
                    <a:pt x="4963797" y="294682"/>
                  </a:lnTo>
                  <a:lnTo>
                    <a:pt x="4963891" y="294682"/>
                  </a:lnTo>
                  <a:lnTo>
                    <a:pt x="4963985" y="294682"/>
                  </a:lnTo>
                  <a:lnTo>
                    <a:pt x="4964080" y="294682"/>
                  </a:lnTo>
                  <a:lnTo>
                    <a:pt x="4964174" y="294682"/>
                  </a:lnTo>
                  <a:lnTo>
                    <a:pt x="4964268" y="294682"/>
                  </a:lnTo>
                  <a:lnTo>
                    <a:pt x="4964362" y="294682"/>
                  </a:lnTo>
                  <a:lnTo>
                    <a:pt x="4964456" y="294682"/>
                  </a:lnTo>
                  <a:lnTo>
                    <a:pt x="4964550" y="294682"/>
                  </a:lnTo>
                  <a:lnTo>
                    <a:pt x="4964644" y="294682"/>
                  </a:lnTo>
                  <a:lnTo>
                    <a:pt x="4964739" y="294682"/>
                  </a:lnTo>
                  <a:lnTo>
                    <a:pt x="4964833" y="294682"/>
                  </a:lnTo>
                  <a:lnTo>
                    <a:pt x="4964927" y="294682"/>
                  </a:lnTo>
                  <a:lnTo>
                    <a:pt x="4965021" y="294682"/>
                  </a:lnTo>
                  <a:lnTo>
                    <a:pt x="4965115" y="294682"/>
                  </a:lnTo>
                  <a:lnTo>
                    <a:pt x="4965209" y="294682"/>
                  </a:lnTo>
                  <a:lnTo>
                    <a:pt x="4965303" y="294682"/>
                  </a:lnTo>
                  <a:lnTo>
                    <a:pt x="4965398" y="294682"/>
                  </a:lnTo>
                  <a:lnTo>
                    <a:pt x="4965492" y="294682"/>
                  </a:lnTo>
                  <a:lnTo>
                    <a:pt x="4965586" y="294682"/>
                  </a:lnTo>
                  <a:lnTo>
                    <a:pt x="4965680" y="294682"/>
                  </a:lnTo>
                  <a:lnTo>
                    <a:pt x="4965774" y="294682"/>
                  </a:lnTo>
                  <a:lnTo>
                    <a:pt x="4965868" y="294682"/>
                  </a:lnTo>
                  <a:lnTo>
                    <a:pt x="4965963" y="294682"/>
                  </a:lnTo>
                  <a:lnTo>
                    <a:pt x="4966057" y="294682"/>
                  </a:lnTo>
                  <a:lnTo>
                    <a:pt x="4966151" y="294682"/>
                  </a:lnTo>
                  <a:lnTo>
                    <a:pt x="4966245" y="294682"/>
                  </a:lnTo>
                  <a:lnTo>
                    <a:pt x="4966339" y="294682"/>
                  </a:lnTo>
                  <a:lnTo>
                    <a:pt x="4966433" y="294682"/>
                  </a:lnTo>
                  <a:lnTo>
                    <a:pt x="4966527" y="294682"/>
                  </a:lnTo>
                  <a:lnTo>
                    <a:pt x="4966622" y="294682"/>
                  </a:lnTo>
                  <a:lnTo>
                    <a:pt x="4966716" y="294682"/>
                  </a:lnTo>
                  <a:lnTo>
                    <a:pt x="4966810" y="294682"/>
                  </a:lnTo>
                  <a:lnTo>
                    <a:pt x="4966904" y="294682"/>
                  </a:lnTo>
                  <a:lnTo>
                    <a:pt x="4966998" y="294682"/>
                  </a:lnTo>
                  <a:lnTo>
                    <a:pt x="4967092" y="294682"/>
                  </a:lnTo>
                  <a:lnTo>
                    <a:pt x="4967187" y="294682"/>
                  </a:lnTo>
                  <a:lnTo>
                    <a:pt x="4967281" y="294682"/>
                  </a:lnTo>
                  <a:lnTo>
                    <a:pt x="4967375" y="294682"/>
                  </a:lnTo>
                  <a:lnTo>
                    <a:pt x="4967469" y="294682"/>
                  </a:lnTo>
                  <a:lnTo>
                    <a:pt x="4967563" y="294682"/>
                  </a:lnTo>
                  <a:lnTo>
                    <a:pt x="4967657" y="294682"/>
                  </a:lnTo>
                  <a:lnTo>
                    <a:pt x="4967751" y="294682"/>
                  </a:lnTo>
                  <a:lnTo>
                    <a:pt x="4967846" y="294682"/>
                  </a:lnTo>
                  <a:lnTo>
                    <a:pt x="4967940" y="294682"/>
                  </a:lnTo>
                  <a:lnTo>
                    <a:pt x="4968034" y="294682"/>
                  </a:lnTo>
                  <a:lnTo>
                    <a:pt x="4968128" y="294682"/>
                  </a:lnTo>
                  <a:lnTo>
                    <a:pt x="4968222" y="294682"/>
                  </a:lnTo>
                  <a:lnTo>
                    <a:pt x="4968316" y="294682"/>
                  </a:lnTo>
                  <a:lnTo>
                    <a:pt x="4968411" y="294682"/>
                  </a:lnTo>
                  <a:lnTo>
                    <a:pt x="4968505" y="294682"/>
                  </a:lnTo>
                  <a:lnTo>
                    <a:pt x="4968599" y="294682"/>
                  </a:lnTo>
                  <a:lnTo>
                    <a:pt x="4968693" y="294682"/>
                  </a:lnTo>
                  <a:lnTo>
                    <a:pt x="4968787" y="294682"/>
                  </a:lnTo>
                  <a:lnTo>
                    <a:pt x="4968881" y="294682"/>
                  </a:lnTo>
                  <a:lnTo>
                    <a:pt x="4968975" y="294682"/>
                  </a:lnTo>
                  <a:lnTo>
                    <a:pt x="4969070" y="294682"/>
                  </a:lnTo>
                  <a:lnTo>
                    <a:pt x="4969164" y="294682"/>
                  </a:lnTo>
                  <a:lnTo>
                    <a:pt x="4969258" y="294682"/>
                  </a:lnTo>
                  <a:lnTo>
                    <a:pt x="4969352" y="294682"/>
                  </a:lnTo>
                  <a:lnTo>
                    <a:pt x="4969446" y="294682"/>
                  </a:lnTo>
                  <a:lnTo>
                    <a:pt x="4969540" y="294682"/>
                  </a:lnTo>
                  <a:lnTo>
                    <a:pt x="4969634" y="294682"/>
                  </a:lnTo>
                  <a:lnTo>
                    <a:pt x="4969729" y="294682"/>
                  </a:lnTo>
                  <a:lnTo>
                    <a:pt x="4969823" y="294682"/>
                  </a:lnTo>
                  <a:lnTo>
                    <a:pt x="4969917" y="294682"/>
                  </a:lnTo>
                  <a:lnTo>
                    <a:pt x="4970011" y="294682"/>
                  </a:lnTo>
                  <a:lnTo>
                    <a:pt x="4970105" y="294682"/>
                  </a:lnTo>
                  <a:lnTo>
                    <a:pt x="4970199" y="294682"/>
                  </a:lnTo>
                  <a:lnTo>
                    <a:pt x="4970294" y="294682"/>
                  </a:lnTo>
                  <a:lnTo>
                    <a:pt x="4970294" y="289771"/>
                  </a:lnTo>
                  <a:lnTo>
                    <a:pt x="4970388" y="289771"/>
                  </a:lnTo>
                  <a:lnTo>
                    <a:pt x="4970482" y="289771"/>
                  </a:lnTo>
                  <a:lnTo>
                    <a:pt x="4970576" y="289771"/>
                  </a:lnTo>
                  <a:lnTo>
                    <a:pt x="4970670" y="289771"/>
                  </a:lnTo>
                  <a:lnTo>
                    <a:pt x="4970764" y="289771"/>
                  </a:lnTo>
                  <a:lnTo>
                    <a:pt x="4970858" y="289771"/>
                  </a:lnTo>
                  <a:lnTo>
                    <a:pt x="4970953" y="289771"/>
                  </a:lnTo>
                  <a:lnTo>
                    <a:pt x="4971047" y="289771"/>
                  </a:lnTo>
                  <a:lnTo>
                    <a:pt x="4971141" y="289771"/>
                  </a:lnTo>
                  <a:lnTo>
                    <a:pt x="4971235" y="289771"/>
                  </a:lnTo>
                  <a:lnTo>
                    <a:pt x="4971329" y="289771"/>
                  </a:lnTo>
                  <a:lnTo>
                    <a:pt x="4971423" y="289771"/>
                  </a:lnTo>
                  <a:lnTo>
                    <a:pt x="4971518" y="289771"/>
                  </a:lnTo>
                  <a:lnTo>
                    <a:pt x="4971612" y="289771"/>
                  </a:lnTo>
                  <a:lnTo>
                    <a:pt x="4971706" y="289771"/>
                  </a:lnTo>
                  <a:lnTo>
                    <a:pt x="4971800" y="289771"/>
                  </a:lnTo>
                  <a:lnTo>
                    <a:pt x="4971894" y="289771"/>
                  </a:lnTo>
                  <a:lnTo>
                    <a:pt x="4971988" y="289771"/>
                  </a:lnTo>
                  <a:lnTo>
                    <a:pt x="4972082" y="289771"/>
                  </a:lnTo>
                  <a:lnTo>
                    <a:pt x="4972177" y="289771"/>
                  </a:lnTo>
                  <a:lnTo>
                    <a:pt x="4972271" y="289771"/>
                  </a:lnTo>
                  <a:lnTo>
                    <a:pt x="4972365" y="289771"/>
                  </a:lnTo>
                  <a:lnTo>
                    <a:pt x="4972459" y="289771"/>
                  </a:lnTo>
                  <a:lnTo>
                    <a:pt x="4972553" y="289771"/>
                  </a:lnTo>
                  <a:lnTo>
                    <a:pt x="4972647" y="289771"/>
                  </a:lnTo>
                  <a:lnTo>
                    <a:pt x="4972742" y="289771"/>
                  </a:lnTo>
                  <a:lnTo>
                    <a:pt x="4972836" y="289771"/>
                  </a:lnTo>
                  <a:lnTo>
                    <a:pt x="4972930" y="289771"/>
                  </a:lnTo>
                  <a:lnTo>
                    <a:pt x="4973024" y="289771"/>
                  </a:lnTo>
                  <a:lnTo>
                    <a:pt x="4973118" y="289771"/>
                  </a:lnTo>
                  <a:lnTo>
                    <a:pt x="4973212" y="289771"/>
                  </a:lnTo>
                  <a:lnTo>
                    <a:pt x="4973306" y="289771"/>
                  </a:lnTo>
                  <a:lnTo>
                    <a:pt x="4973401" y="289771"/>
                  </a:lnTo>
                  <a:lnTo>
                    <a:pt x="4973495" y="289771"/>
                  </a:lnTo>
                  <a:lnTo>
                    <a:pt x="4973589" y="289771"/>
                  </a:lnTo>
                  <a:lnTo>
                    <a:pt x="4973683" y="289771"/>
                  </a:lnTo>
                  <a:lnTo>
                    <a:pt x="4973777" y="289771"/>
                  </a:lnTo>
                  <a:lnTo>
                    <a:pt x="4973871" y="289771"/>
                  </a:lnTo>
                  <a:lnTo>
                    <a:pt x="4973965" y="289771"/>
                  </a:lnTo>
                  <a:lnTo>
                    <a:pt x="4974060" y="289771"/>
                  </a:lnTo>
                  <a:lnTo>
                    <a:pt x="4974154" y="289771"/>
                  </a:lnTo>
                  <a:lnTo>
                    <a:pt x="4974248" y="289771"/>
                  </a:lnTo>
                  <a:lnTo>
                    <a:pt x="4974342" y="289771"/>
                  </a:lnTo>
                  <a:lnTo>
                    <a:pt x="4974436" y="289771"/>
                  </a:lnTo>
                  <a:lnTo>
                    <a:pt x="4974436" y="284859"/>
                  </a:lnTo>
                  <a:lnTo>
                    <a:pt x="4974530" y="284859"/>
                  </a:lnTo>
                  <a:lnTo>
                    <a:pt x="4974625" y="284859"/>
                  </a:lnTo>
                  <a:lnTo>
                    <a:pt x="4974719" y="284859"/>
                  </a:lnTo>
                  <a:lnTo>
                    <a:pt x="4974813" y="284859"/>
                  </a:lnTo>
                  <a:lnTo>
                    <a:pt x="4974907" y="284859"/>
                  </a:lnTo>
                  <a:lnTo>
                    <a:pt x="4975001" y="284859"/>
                  </a:lnTo>
                  <a:lnTo>
                    <a:pt x="4975095" y="284859"/>
                  </a:lnTo>
                  <a:lnTo>
                    <a:pt x="4975189" y="284859"/>
                  </a:lnTo>
                  <a:lnTo>
                    <a:pt x="4975284" y="284859"/>
                  </a:lnTo>
                  <a:lnTo>
                    <a:pt x="4975378" y="284859"/>
                  </a:lnTo>
                  <a:lnTo>
                    <a:pt x="4975472" y="284859"/>
                  </a:lnTo>
                  <a:lnTo>
                    <a:pt x="4975566" y="284859"/>
                  </a:lnTo>
                  <a:lnTo>
                    <a:pt x="4975660" y="284859"/>
                  </a:lnTo>
                  <a:lnTo>
                    <a:pt x="4975754" y="284859"/>
                  </a:lnTo>
                  <a:lnTo>
                    <a:pt x="4975849" y="284859"/>
                  </a:lnTo>
                  <a:lnTo>
                    <a:pt x="4975943" y="284859"/>
                  </a:lnTo>
                  <a:lnTo>
                    <a:pt x="4976037" y="284859"/>
                  </a:lnTo>
                  <a:lnTo>
                    <a:pt x="4976131" y="284859"/>
                  </a:lnTo>
                  <a:lnTo>
                    <a:pt x="4976225" y="284859"/>
                  </a:lnTo>
                  <a:lnTo>
                    <a:pt x="4976319" y="284859"/>
                  </a:lnTo>
                  <a:lnTo>
                    <a:pt x="4976413" y="284859"/>
                  </a:lnTo>
                  <a:lnTo>
                    <a:pt x="4976508" y="284859"/>
                  </a:lnTo>
                  <a:lnTo>
                    <a:pt x="4976602" y="284859"/>
                  </a:lnTo>
                  <a:lnTo>
                    <a:pt x="4976696" y="284859"/>
                  </a:lnTo>
                  <a:lnTo>
                    <a:pt x="4976790" y="284859"/>
                  </a:lnTo>
                  <a:lnTo>
                    <a:pt x="4976884" y="284859"/>
                  </a:lnTo>
                  <a:lnTo>
                    <a:pt x="4976978" y="284859"/>
                  </a:lnTo>
                  <a:lnTo>
                    <a:pt x="4977073" y="284859"/>
                  </a:lnTo>
                  <a:lnTo>
                    <a:pt x="4977167" y="284859"/>
                  </a:lnTo>
                  <a:lnTo>
                    <a:pt x="4977167" y="279948"/>
                  </a:lnTo>
                  <a:lnTo>
                    <a:pt x="4977261" y="279948"/>
                  </a:lnTo>
                  <a:lnTo>
                    <a:pt x="4977355" y="279948"/>
                  </a:lnTo>
                  <a:lnTo>
                    <a:pt x="4977449" y="279948"/>
                  </a:lnTo>
                  <a:lnTo>
                    <a:pt x="4977543" y="279948"/>
                  </a:lnTo>
                  <a:lnTo>
                    <a:pt x="4977637" y="279948"/>
                  </a:lnTo>
                  <a:lnTo>
                    <a:pt x="4977732" y="279948"/>
                  </a:lnTo>
                  <a:lnTo>
                    <a:pt x="4977826" y="279948"/>
                  </a:lnTo>
                  <a:lnTo>
                    <a:pt x="4977920" y="279948"/>
                  </a:lnTo>
                  <a:lnTo>
                    <a:pt x="4978014" y="279948"/>
                  </a:lnTo>
                  <a:lnTo>
                    <a:pt x="4978108" y="279948"/>
                  </a:lnTo>
                  <a:lnTo>
                    <a:pt x="4978202" y="279948"/>
                  </a:lnTo>
                  <a:lnTo>
                    <a:pt x="4978296" y="279948"/>
                  </a:lnTo>
                  <a:lnTo>
                    <a:pt x="4978391" y="279948"/>
                  </a:lnTo>
                  <a:lnTo>
                    <a:pt x="4978485" y="279948"/>
                  </a:lnTo>
                  <a:lnTo>
                    <a:pt x="4978579" y="279948"/>
                  </a:lnTo>
                  <a:lnTo>
                    <a:pt x="4978673" y="279948"/>
                  </a:lnTo>
                  <a:lnTo>
                    <a:pt x="4978767" y="279948"/>
                  </a:lnTo>
                  <a:lnTo>
                    <a:pt x="4978861" y="279948"/>
                  </a:lnTo>
                  <a:lnTo>
                    <a:pt x="4978956" y="279948"/>
                  </a:lnTo>
                  <a:lnTo>
                    <a:pt x="4979050" y="279948"/>
                  </a:lnTo>
                  <a:lnTo>
                    <a:pt x="4979144" y="279948"/>
                  </a:lnTo>
                  <a:lnTo>
                    <a:pt x="4979238" y="279948"/>
                  </a:lnTo>
                  <a:lnTo>
                    <a:pt x="4979332" y="279948"/>
                  </a:lnTo>
                  <a:lnTo>
                    <a:pt x="4979426" y="279948"/>
                  </a:lnTo>
                  <a:lnTo>
                    <a:pt x="4979520" y="279948"/>
                  </a:lnTo>
                  <a:lnTo>
                    <a:pt x="4979615" y="279948"/>
                  </a:lnTo>
                  <a:lnTo>
                    <a:pt x="4979709" y="279948"/>
                  </a:lnTo>
                  <a:lnTo>
                    <a:pt x="4979803" y="279948"/>
                  </a:lnTo>
                  <a:lnTo>
                    <a:pt x="4979897" y="279948"/>
                  </a:lnTo>
                  <a:lnTo>
                    <a:pt x="4979991" y="279948"/>
                  </a:lnTo>
                  <a:lnTo>
                    <a:pt x="4980085" y="279948"/>
                  </a:lnTo>
                  <a:lnTo>
                    <a:pt x="4980180" y="279948"/>
                  </a:lnTo>
                  <a:lnTo>
                    <a:pt x="4980274" y="279948"/>
                  </a:lnTo>
                  <a:lnTo>
                    <a:pt x="4980368" y="279948"/>
                  </a:lnTo>
                  <a:lnTo>
                    <a:pt x="4980462" y="279948"/>
                  </a:lnTo>
                  <a:lnTo>
                    <a:pt x="4980556" y="279948"/>
                  </a:lnTo>
                  <a:lnTo>
                    <a:pt x="4980650" y="279948"/>
                  </a:lnTo>
                  <a:lnTo>
                    <a:pt x="4980744" y="279948"/>
                  </a:lnTo>
                  <a:lnTo>
                    <a:pt x="4980839" y="279948"/>
                  </a:lnTo>
                  <a:lnTo>
                    <a:pt x="4980933" y="279948"/>
                  </a:lnTo>
                  <a:lnTo>
                    <a:pt x="4981027" y="279948"/>
                  </a:lnTo>
                  <a:lnTo>
                    <a:pt x="4981121" y="279948"/>
                  </a:lnTo>
                  <a:lnTo>
                    <a:pt x="4981215" y="279948"/>
                  </a:lnTo>
                  <a:lnTo>
                    <a:pt x="4981309" y="279948"/>
                  </a:lnTo>
                  <a:lnTo>
                    <a:pt x="4981404" y="279948"/>
                  </a:lnTo>
                  <a:lnTo>
                    <a:pt x="4981498" y="279948"/>
                  </a:lnTo>
                  <a:lnTo>
                    <a:pt x="4981592" y="279948"/>
                  </a:lnTo>
                  <a:lnTo>
                    <a:pt x="4981686" y="279948"/>
                  </a:lnTo>
                  <a:lnTo>
                    <a:pt x="4981780" y="279948"/>
                  </a:lnTo>
                  <a:lnTo>
                    <a:pt x="4981874" y="279948"/>
                  </a:lnTo>
                  <a:lnTo>
                    <a:pt x="4981968" y="279948"/>
                  </a:lnTo>
                  <a:lnTo>
                    <a:pt x="4982063" y="279948"/>
                  </a:lnTo>
                  <a:lnTo>
                    <a:pt x="4982157" y="279948"/>
                  </a:lnTo>
                  <a:lnTo>
                    <a:pt x="4982251" y="279948"/>
                  </a:lnTo>
                  <a:lnTo>
                    <a:pt x="4982345" y="279948"/>
                  </a:lnTo>
                  <a:lnTo>
                    <a:pt x="4982439" y="279948"/>
                  </a:lnTo>
                  <a:lnTo>
                    <a:pt x="4982533" y="279948"/>
                  </a:lnTo>
                  <a:lnTo>
                    <a:pt x="4982627" y="279948"/>
                  </a:lnTo>
                  <a:lnTo>
                    <a:pt x="4982722" y="279948"/>
                  </a:lnTo>
                  <a:lnTo>
                    <a:pt x="4982816" y="279948"/>
                  </a:lnTo>
                  <a:lnTo>
                    <a:pt x="4982910" y="279948"/>
                  </a:lnTo>
                  <a:lnTo>
                    <a:pt x="4983004" y="279948"/>
                  </a:lnTo>
                  <a:lnTo>
                    <a:pt x="4983098" y="279948"/>
                  </a:lnTo>
                  <a:lnTo>
                    <a:pt x="4983192" y="279948"/>
                  </a:lnTo>
                  <a:lnTo>
                    <a:pt x="4983287" y="279948"/>
                  </a:lnTo>
                  <a:lnTo>
                    <a:pt x="4983381" y="279948"/>
                  </a:lnTo>
                  <a:lnTo>
                    <a:pt x="4983475" y="279948"/>
                  </a:lnTo>
                  <a:lnTo>
                    <a:pt x="4983569" y="279948"/>
                  </a:lnTo>
                  <a:lnTo>
                    <a:pt x="4983663" y="279948"/>
                  </a:lnTo>
                  <a:lnTo>
                    <a:pt x="4983757" y="279948"/>
                  </a:lnTo>
                  <a:lnTo>
                    <a:pt x="4983851" y="279948"/>
                  </a:lnTo>
                  <a:lnTo>
                    <a:pt x="4983946" y="279948"/>
                  </a:lnTo>
                  <a:lnTo>
                    <a:pt x="4984040" y="279948"/>
                  </a:lnTo>
                  <a:lnTo>
                    <a:pt x="4984134" y="279948"/>
                  </a:lnTo>
                  <a:lnTo>
                    <a:pt x="4984228" y="279948"/>
                  </a:lnTo>
                  <a:lnTo>
                    <a:pt x="4984322" y="279948"/>
                  </a:lnTo>
                  <a:lnTo>
                    <a:pt x="4984416" y="279948"/>
                  </a:lnTo>
                  <a:lnTo>
                    <a:pt x="4984511" y="279948"/>
                  </a:lnTo>
                  <a:lnTo>
                    <a:pt x="4984605" y="279948"/>
                  </a:lnTo>
                  <a:lnTo>
                    <a:pt x="4984699" y="279948"/>
                  </a:lnTo>
                  <a:lnTo>
                    <a:pt x="4984793" y="279948"/>
                  </a:lnTo>
                  <a:lnTo>
                    <a:pt x="4984887" y="279948"/>
                  </a:lnTo>
                  <a:lnTo>
                    <a:pt x="4984981" y="279948"/>
                  </a:lnTo>
                  <a:lnTo>
                    <a:pt x="4985075" y="279948"/>
                  </a:lnTo>
                  <a:lnTo>
                    <a:pt x="4985170" y="279948"/>
                  </a:lnTo>
                  <a:lnTo>
                    <a:pt x="4985264" y="279948"/>
                  </a:lnTo>
                  <a:lnTo>
                    <a:pt x="4985358" y="279948"/>
                  </a:lnTo>
                  <a:lnTo>
                    <a:pt x="4985452" y="279948"/>
                  </a:lnTo>
                  <a:lnTo>
                    <a:pt x="4985546" y="279948"/>
                  </a:lnTo>
                  <a:lnTo>
                    <a:pt x="4985640" y="279948"/>
                  </a:lnTo>
                  <a:lnTo>
                    <a:pt x="4985735" y="279948"/>
                  </a:lnTo>
                  <a:lnTo>
                    <a:pt x="4985829" y="279948"/>
                  </a:lnTo>
                  <a:lnTo>
                    <a:pt x="4985923" y="279948"/>
                  </a:lnTo>
                  <a:lnTo>
                    <a:pt x="4986017" y="279948"/>
                  </a:lnTo>
                  <a:lnTo>
                    <a:pt x="4986111" y="279948"/>
                  </a:lnTo>
                  <a:lnTo>
                    <a:pt x="4986205" y="279948"/>
                  </a:lnTo>
                  <a:lnTo>
                    <a:pt x="4986299" y="279948"/>
                  </a:lnTo>
                  <a:lnTo>
                    <a:pt x="4986394" y="279948"/>
                  </a:lnTo>
                  <a:lnTo>
                    <a:pt x="4986488" y="279948"/>
                  </a:lnTo>
                  <a:lnTo>
                    <a:pt x="4986582" y="279948"/>
                  </a:lnTo>
                  <a:lnTo>
                    <a:pt x="4986676" y="279948"/>
                  </a:lnTo>
                  <a:lnTo>
                    <a:pt x="4986770" y="279948"/>
                  </a:lnTo>
                  <a:lnTo>
                    <a:pt x="4986864" y="279948"/>
                  </a:lnTo>
                  <a:lnTo>
                    <a:pt x="4986958" y="279948"/>
                  </a:lnTo>
                  <a:lnTo>
                    <a:pt x="4987053" y="279948"/>
                  </a:lnTo>
                  <a:lnTo>
                    <a:pt x="4987147" y="279948"/>
                  </a:lnTo>
                  <a:lnTo>
                    <a:pt x="4987241" y="279948"/>
                  </a:lnTo>
                  <a:lnTo>
                    <a:pt x="4987335" y="279948"/>
                  </a:lnTo>
                  <a:lnTo>
                    <a:pt x="4987429" y="279948"/>
                  </a:lnTo>
                  <a:lnTo>
                    <a:pt x="4987523" y="279948"/>
                  </a:lnTo>
                  <a:lnTo>
                    <a:pt x="4987618" y="279948"/>
                  </a:lnTo>
                  <a:lnTo>
                    <a:pt x="4987712" y="279948"/>
                  </a:lnTo>
                  <a:lnTo>
                    <a:pt x="4987806" y="279948"/>
                  </a:lnTo>
                  <a:lnTo>
                    <a:pt x="4987900" y="279948"/>
                  </a:lnTo>
                  <a:lnTo>
                    <a:pt x="4987994" y="279948"/>
                  </a:lnTo>
                  <a:lnTo>
                    <a:pt x="4988088" y="279948"/>
                  </a:lnTo>
                  <a:lnTo>
                    <a:pt x="4988182" y="279948"/>
                  </a:lnTo>
                  <a:lnTo>
                    <a:pt x="4988277" y="279948"/>
                  </a:lnTo>
                  <a:lnTo>
                    <a:pt x="4988371" y="279948"/>
                  </a:lnTo>
                  <a:lnTo>
                    <a:pt x="4988465" y="279948"/>
                  </a:lnTo>
                  <a:lnTo>
                    <a:pt x="4988559" y="279948"/>
                  </a:lnTo>
                  <a:lnTo>
                    <a:pt x="4988653" y="279948"/>
                  </a:lnTo>
                  <a:lnTo>
                    <a:pt x="4988747" y="279948"/>
                  </a:lnTo>
                  <a:lnTo>
                    <a:pt x="4988842" y="279948"/>
                  </a:lnTo>
                  <a:lnTo>
                    <a:pt x="4988936" y="279948"/>
                  </a:lnTo>
                  <a:lnTo>
                    <a:pt x="4989030" y="279948"/>
                  </a:lnTo>
                  <a:lnTo>
                    <a:pt x="4989124" y="279948"/>
                  </a:lnTo>
                  <a:lnTo>
                    <a:pt x="4989218" y="279948"/>
                  </a:lnTo>
                  <a:lnTo>
                    <a:pt x="4989312" y="279948"/>
                  </a:lnTo>
                  <a:lnTo>
                    <a:pt x="4989406" y="279948"/>
                  </a:lnTo>
                  <a:lnTo>
                    <a:pt x="4989501" y="279948"/>
                  </a:lnTo>
                  <a:lnTo>
                    <a:pt x="4989595" y="279948"/>
                  </a:lnTo>
                  <a:lnTo>
                    <a:pt x="4989689" y="279948"/>
                  </a:lnTo>
                  <a:lnTo>
                    <a:pt x="4989783" y="279948"/>
                  </a:lnTo>
                  <a:lnTo>
                    <a:pt x="4989877" y="279948"/>
                  </a:lnTo>
                  <a:lnTo>
                    <a:pt x="4989971" y="279948"/>
                  </a:lnTo>
                  <a:lnTo>
                    <a:pt x="4990066" y="279948"/>
                  </a:lnTo>
                  <a:lnTo>
                    <a:pt x="4990160" y="279948"/>
                  </a:lnTo>
                  <a:lnTo>
                    <a:pt x="4990254" y="279948"/>
                  </a:lnTo>
                  <a:lnTo>
                    <a:pt x="4990348" y="279948"/>
                  </a:lnTo>
                  <a:lnTo>
                    <a:pt x="4990442" y="279948"/>
                  </a:lnTo>
                  <a:lnTo>
                    <a:pt x="4990536" y="279948"/>
                  </a:lnTo>
                  <a:lnTo>
                    <a:pt x="4990630" y="279948"/>
                  </a:lnTo>
                  <a:lnTo>
                    <a:pt x="4990725" y="279948"/>
                  </a:lnTo>
                  <a:lnTo>
                    <a:pt x="4990819" y="279948"/>
                  </a:lnTo>
                  <a:lnTo>
                    <a:pt x="4990913" y="279948"/>
                  </a:lnTo>
                  <a:lnTo>
                    <a:pt x="4991007" y="279948"/>
                  </a:lnTo>
                  <a:lnTo>
                    <a:pt x="4991101" y="279948"/>
                  </a:lnTo>
                  <a:lnTo>
                    <a:pt x="4991195" y="279948"/>
                  </a:lnTo>
                  <a:lnTo>
                    <a:pt x="4991289" y="279948"/>
                  </a:lnTo>
                  <a:lnTo>
                    <a:pt x="4991384" y="279948"/>
                  </a:lnTo>
                  <a:lnTo>
                    <a:pt x="4991478" y="279948"/>
                  </a:lnTo>
                  <a:lnTo>
                    <a:pt x="4991572" y="279948"/>
                  </a:lnTo>
                  <a:lnTo>
                    <a:pt x="4991666" y="279948"/>
                  </a:lnTo>
                  <a:lnTo>
                    <a:pt x="4991760" y="279948"/>
                  </a:lnTo>
                  <a:lnTo>
                    <a:pt x="4991854" y="279948"/>
                  </a:lnTo>
                  <a:lnTo>
                    <a:pt x="4991949" y="279948"/>
                  </a:lnTo>
                  <a:lnTo>
                    <a:pt x="4992043" y="279948"/>
                  </a:lnTo>
                  <a:lnTo>
                    <a:pt x="4992137" y="279948"/>
                  </a:lnTo>
                  <a:lnTo>
                    <a:pt x="4992231" y="279948"/>
                  </a:lnTo>
                  <a:lnTo>
                    <a:pt x="4992325" y="279948"/>
                  </a:lnTo>
                  <a:lnTo>
                    <a:pt x="4992419" y="279948"/>
                  </a:lnTo>
                  <a:lnTo>
                    <a:pt x="4992513" y="279948"/>
                  </a:lnTo>
                  <a:lnTo>
                    <a:pt x="4992608" y="279948"/>
                  </a:lnTo>
                  <a:lnTo>
                    <a:pt x="4992702" y="279948"/>
                  </a:lnTo>
                  <a:lnTo>
                    <a:pt x="4992796" y="279948"/>
                  </a:lnTo>
                  <a:lnTo>
                    <a:pt x="4992890" y="279948"/>
                  </a:lnTo>
                  <a:lnTo>
                    <a:pt x="4992984" y="279948"/>
                  </a:lnTo>
                  <a:lnTo>
                    <a:pt x="4993078" y="279948"/>
                  </a:lnTo>
                  <a:lnTo>
                    <a:pt x="4993173" y="279948"/>
                  </a:lnTo>
                  <a:lnTo>
                    <a:pt x="4993267" y="279948"/>
                  </a:lnTo>
                  <a:lnTo>
                    <a:pt x="4993361" y="279948"/>
                  </a:lnTo>
                  <a:lnTo>
                    <a:pt x="4993455" y="279948"/>
                  </a:lnTo>
                  <a:lnTo>
                    <a:pt x="4993549" y="279948"/>
                  </a:lnTo>
                  <a:lnTo>
                    <a:pt x="4993643" y="279948"/>
                  </a:lnTo>
                  <a:lnTo>
                    <a:pt x="4993737" y="279948"/>
                  </a:lnTo>
                  <a:lnTo>
                    <a:pt x="4993832" y="279948"/>
                  </a:lnTo>
                  <a:lnTo>
                    <a:pt x="4993832" y="275036"/>
                  </a:lnTo>
                  <a:lnTo>
                    <a:pt x="4993926" y="275036"/>
                  </a:lnTo>
                  <a:lnTo>
                    <a:pt x="4994020" y="275036"/>
                  </a:lnTo>
                  <a:lnTo>
                    <a:pt x="4994114" y="275036"/>
                  </a:lnTo>
                  <a:lnTo>
                    <a:pt x="4994208" y="275036"/>
                  </a:lnTo>
                  <a:lnTo>
                    <a:pt x="4994302" y="275036"/>
                  </a:lnTo>
                  <a:lnTo>
                    <a:pt x="4994397" y="275036"/>
                  </a:lnTo>
                  <a:lnTo>
                    <a:pt x="4994491" y="275036"/>
                  </a:lnTo>
                  <a:lnTo>
                    <a:pt x="4994585" y="275036"/>
                  </a:lnTo>
                  <a:lnTo>
                    <a:pt x="4994679" y="275036"/>
                  </a:lnTo>
                  <a:lnTo>
                    <a:pt x="4994773" y="275036"/>
                  </a:lnTo>
                  <a:lnTo>
                    <a:pt x="4994867" y="275036"/>
                  </a:lnTo>
                  <a:lnTo>
                    <a:pt x="4994961" y="275036"/>
                  </a:lnTo>
                  <a:lnTo>
                    <a:pt x="4995056" y="275036"/>
                  </a:lnTo>
                  <a:lnTo>
                    <a:pt x="4995150" y="275036"/>
                  </a:lnTo>
                  <a:lnTo>
                    <a:pt x="4995244" y="275036"/>
                  </a:lnTo>
                  <a:lnTo>
                    <a:pt x="4995338" y="275036"/>
                  </a:lnTo>
                  <a:lnTo>
                    <a:pt x="4995432" y="275036"/>
                  </a:lnTo>
                  <a:lnTo>
                    <a:pt x="4995526" y="275036"/>
                  </a:lnTo>
                  <a:lnTo>
                    <a:pt x="4995620" y="275036"/>
                  </a:lnTo>
                  <a:lnTo>
                    <a:pt x="4995715" y="275036"/>
                  </a:lnTo>
                  <a:lnTo>
                    <a:pt x="4995809" y="275036"/>
                  </a:lnTo>
                  <a:lnTo>
                    <a:pt x="4995903" y="275036"/>
                  </a:lnTo>
                  <a:lnTo>
                    <a:pt x="4995997" y="275036"/>
                  </a:lnTo>
                  <a:lnTo>
                    <a:pt x="4996091" y="275036"/>
                  </a:lnTo>
                  <a:lnTo>
                    <a:pt x="4996185" y="275036"/>
                  </a:lnTo>
                  <a:lnTo>
                    <a:pt x="4996280" y="275036"/>
                  </a:lnTo>
                  <a:lnTo>
                    <a:pt x="4996374" y="275036"/>
                  </a:lnTo>
                  <a:lnTo>
                    <a:pt x="4996468" y="275036"/>
                  </a:lnTo>
                  <a:lnTo>
                    <a:pt x="4996562" y="275036"/>
                  </a:lnTo>
                  <a:lnTo>
                    <a:pt x="4996656" y="275036"/>
                  </a:lnTo>
                  <a:lnTo>
                    <a:pt x="4996750" y="275036"/>
                  </a:lnTo>
                  <a:lnTo>
                    <a:pt x="4996844" y="275036"/>
                  </a:lnTo>
                  <a:lnTo>
                    <a:pt x="4996939" y="275036"/>
                  </a:lnTo>
                  <a:lnTo>
                    <a:pt x="4997033" y="275036"/>
                  </a:lnTo>
                  <a:lnTo>
                    <a:pt x="4997127" y="275036"/>
                  </a:lnTo>
                  <a:lnTo>
                    <a:pt x="4997221" y="275036"/>
                  </a:lnTo>
                  <a:lnTo>
                    <a:pt x="4997315" y="275036"/>
                  </a:lnTo>
                  <a:lnTo>
                    <a:pt x="4997409" y="275036"/>
                  </a:lnTo>
                  <a:lnTo>
                    <a:pt x="4997504" y="275036"/>
                  </a:lnTo>
                  <a:lnTo>
                    <a:pt x="4997598" y="275036"/>
                  </a:lnTo>
                  <a:lnTo>
                    <a:pt x="4997692" y="275036"/>
                  </a:lnTo>
                  <a:lnTo>
                    <a:pt x="4997786" y="275036"/>
                  </a:lnTo>
                  <a:lnTo>
                    <a:pt x="4997880" y="275036"/>
                  </a:lnTo>
                  <a:lnTo>
                    <a:pt x="4997974" y="275036"/>
                  </a:lnTo>
                  <a:lnTo>
                    <a:pt x="4998068" y="275036"/>
                  </a:lnTo>
                  <a:lnTo>
                    <a:pt x="4998163" y="275036"/>
                  </a:lnTo>
                  <a:lnTo>
                    <a:pt x="4998257" y="275036"/>
                  </a:lnTo>
                  <a:lnTo>
                    <a:pt x="4998351" y="275036"/>
                  </a:lnTo>
                  <a:lnTo>
                    <a:pt x="4998445" y="275036"/>
                  </a:lnTo>
                  <a:lnTo>
                    <a:pt x="4998539" y="275036"/>
                  </a:lnTo>
                  <a:lnTo>
                    <a:pt x="4998633" y="275036"/>
                  </a:lnTo>
                  <a:lnTo>
                    <a:pt x="4998728" y="275036"/>
                  </a:lnTo>
                  <a:lnTo>
                    <a:pt x="4998822" y="275036"/>
                  </a:lnTo>
                  <a:lnTo>
                    <a:pt x="4998916" y="275036"/>
                  </a:lnTo>
                  <a:lnTo>
                    <a:pt x="4999010" y="275036"/>
                  </a:lnTo>
                  <a:lnTo>
                    <a:pt x="4999104" y="275036"/>
                  </a:lnTo>
                  <a:lnTo>
                    <a:pt x="4999198" y="275036"/>
                  </a:lnTo>
                  <a:lnTo>
                    <a:pt x="4999292" y="275036"/>
                  </a:lnTo>
                  <a:lnTo>
                    <a:pt x="4999387" y="275036"/>
                  </a:lnTo>
                  <a:lnTo>
                    <a:pt x="4999481" y="275036"/>
                  </a:lnTo>
                  <a:lnTo>
                    <a:pt x="4999575" y="275036"/>
                  </a:lnTo>
                  <a:lnTo>
                    <a:pt x="4999669" y="275036"/>
                  </a:lnTo>
                  <a:lnTo>
                    <a:pt x="4999763" y="275036"/>
                  </a:lnTo>
                  <a:lnTo>
                    <a:pt x="4999857" y="275036"/>
                  </a:lnTo>
                  <a:lnTo>
                    <a:pt x="4999952" y="275036"/>
                  </a:lnTo>
                  <a:lnTo>
                    <a:pt x="5000046" y="275036"/>
                  </a:lnTo>
                  <a:lnTo>
                    <a:pt x="5000140" y="275036"/>
                  </a:lnTo>
                  <a:lnTo>
                    <a:pt x="5000234" y="275036"/>
                  </a:lnTo>
                  <a:lnTo>
                    <a:pt x="5000328" y="275036"/>
                  </a:lnTo>
                  <a:lnTo>
                    <a:pt x="5000422" y="275036"/>
                  </a:lnTo>
                  <a:lnTo>
                    <a:pt x="5000516" y="275036"/>
                  </a:lnTo>
                  <a:lnTo>
                    <a:pt x="5000611" y="275036"/>
                  </a:lnTo>
                  <a:lnTo>
                    <a:pt x="5000705" y="275036"/>
                  </a:lnTo>
                  <a:lnTo>
                    <a:pt x="5000799" y="275036"/>
                  </a:lnTo>
                  <a:lnTo>
                    <a:pt x="5000893" y="275036"/>
                  </a:lnTo>
                  <a:lnTo>
                    <a:pt x="5000987" y="275036"/>
                  </a:lnTo>
                  <a:lnTo>
                    <a:pt x="5001081" y="275036"/>
                  </a:lnTo>
                  <a:lnTo>
                    <a:pt x="5001175" y="275036"/>
                  </a:lnTo>
                  <a:lnTo>
                    <a:pt x="5001270" y="275036"/>
                  </a:lnTo>
                  <a:lnTo>
                    <a:pt x="5001364" y="275036"/>
                  </a:lnTo>
                  <a:lnTo>
                    <a:pt x="5001458" y="275036"/>
                  </a:lnTo>
                  <a:lnTo>
                    <a:pt x="5001552" y="275036"/>
                  </a:lnTo>
                  <a:lnTo>
                    <a:pt x="5001646" y="275036"/>
                  </a:lnTo>
                  <a:lnTo>
                    <a:pt x="5001740" y="275036"/>
                  </a:lnTo>
                  <a:lnTo>
                    <a:pt x="5001835" y="275036"/>
                  </a:lnTo>
                  <a:lnTo>
                    <a:pt x="5001929" y="275036"/>
                  </a:lnTo>
                  <a:lnTo>
                    <a:pt x="5002023" y="275036"/>
                  </a:lnTo>
                  <a:lnTo>
                    <a:pt x="5002117" y="275036"/>
                  </a:lnTo>
                  <a:lnTo>
                    <a:pt x="5002211" y="275036"/>
                  </a:lnTo>
                  <a:lnTo>
                    <a:pt x="5002305" y="275036"/>
                  </a:lnTo>
                  <a:lnTo>
                    <a:pt x="5002399" y="275036"/>
                  </a:lnTo>
                  <a:lnTo>
                    <a:pt x="5002494" y="275036"/>
                  </a:lnTo>
                  <a:lnTo>
                    <a:pt x="5002588" y="275036"/>
                  </a:lnTo>
                  <a:lnTo>
                    <a:pt x="5002682" y="275036"/>
                  </a:lnTo>
                  <a:lnTo>
                    <a:pt x="5002776" y="275036"/>
                  </a:lnTo>
                  <a:lnTo>
                    <a:pt x="5002870" y="275036"/>
                  </a:lnTo>
                  <a:lnTo>
                    <a:pt x="5002964" y="275036"/>
                  </a:lnTo>
                  <a:lnTo>
                    <a:pt x="5003059" y="275036"/>
                  </a:lnTo>
                  <a:lnTo>
                    <a:pt x="5003153" y="275036"/>
                  </a:lnTo>
                  <a:lnTo>
                    <a:pt x="5003247" y="275036"/>
                  </a:lnTo>
                  <a:lnTo>
                    <a:pt x="5003341" y="275036"/>
                  </a:lnTo>
                  <a:lnTo>
                    <a:pt x="5003435" y="275036"/>
                  </a:lnTo>
                  <a:lnTo>
                    <a:pt x="5003529" y="275036"/>
                  </a:lnTo>
                  <a:lnTo>
                    <a:pt x="5003623" y="275036"/>
                  </a:lnTo>
                  <a:lnTo>
                    <a:pt x="5003623" y="270125"/>
                  </a:lnTo>
                  <a:lnTo>
                    <a:pt x="5003718" y="270125"/>
                  </a:lnTo>
                  <a:lnTo>
                    <a:pt x="5003812" y="270125"/>
                  </a:lnTo>
                  <a:lnTo>
                    <a:pt x="5003906" y="270125"/>
                  </a:lnTo>
                  <a:lnTo>
                    <a:pt x="5004000" y="270125"/>
                  </a:lnTo>
                  <a:lnTo>
                    <a:pt x="5004094" y="270125"/>
                  </a:lnTo>
                  <a:lnTo>
                    <a:pt x="5004188" y="270125"/>
                  </a:lnTo>
                  <a:lnTo>
                    <a:pt x="5004283" y="270125"/>
                  </a:lnTo>
                  <a:lnTo>
                    <a:pt x="5004377" y="270125"/>
                  </a:lnTo>
                  <a:lnTo>
                    <a:pt x="5004471" y="270125"/>
                  </a:lnTo>
                  <a:lnTo>
                    <a:pt x="5004565" y="270125"/>
                  </a:lnTo>
                  <a:lnTo>
                    <a:pt x="5004659" y="270125"/>
                  </a:lnTo>
                  <a:lnTo>
                    <a:pt x="5004753" y="270125"/>
                  </a:lnTo>
                  <a:lnTo>
                    <a:pt x="5004847" y="270125"/>
                  </a:lnTo>
                  <a:lnTo>
                    <a:pt x="5004942" y="270125"/>
                  </a:lnTo>
                  <a:lnTo>
                    <a:pt x="5005036" y="270125"/>
                  </a:lnTo>
                  <a:lnTo>
                    <a:pt x="5005130" y="270125"/>
                  </a:lnTo>
                  <a:lnTo>
                    <a:pt x="5005224" y="270125"/>
                  </a:lnTo>
                  <a:lnTo>
                    <a:pt x="5005318" y="270125"/>
                  </a:lnTo>
                  <a:lnTo>
                    <a:pt x="5005412" y="270125"/>
                  </a:lnTo>
                  <a:lnTo>
                    <a:pt x="5005506" y="270125"/>
                  </a:lnTo>
                  <a:lnTo>
                    <a:pt x="5005601" y="270125"/>
                  </a:lnTo>
                  <a:lnTo>
                    <a:pt x="5005695" y="270125"/>
                  </a:lnTo>
                  <a:lnTo>
                    <a:pt x="5005789" y="270125"/>
                  </a:lnTo>
                  <a:lnTo>
                    <a:pt x="5005883" y="270125"/>
                  </a:lnTo>
                  <a:lnTo>
                    <a:pt x="5005977" y="270125"/>
                  </a:lnTo>
                  <a:lnTo>
                    <a:pt x="5006071" y="270125"/>
                  </a:lnTo>
                  <a:lnTo>
                    <a:pt x="5006166" y="270125"/>
                  </a:lnTo>
                  <a:lnTo>
                    <a:pt x="5006260" y="270125"/>
                  </a:lnTo>
                  <a:lnTo>
                    <a:pt x="5006354" y="270125"/>
                  </a:lnTo>
                  <a:lnTo>
                    <a:pt x="5006448" y="270125"/>
                  </a:lnTo>
                  <a:lnTo>
                    <a:pt x="5006542" y="270125"/>
                  </a:lnTo>
                  <a:lnTo>
                    <a:pt x="5006636" y="270125"/>
                  </a:lnTo>
                  <a:lnTo>
                    <a:pt x="5006730" y="270125"/>
                  </a:lnTo>
                  <a:lnTo>
                    <a:pt x="5006825" y="270125"/>
                  </a:lnTo>
                  <a:lnTo>
                    <a:pt x="5006919" y="270125"/>
                  </a:lnTo>
                  <a:lnTo>
                    <a:pt x="5007013" y="270125"/>
                  </a:lnTo>
                  <a:lnTo>
                    <a:pt x="5007107" y="270125"/>
                  </a:lnTo>
                  <a:lnTo>
                    <a:pt x="5007201" y="270125"/>
                  </a:lnTo>
                  <a:lnTo>
                    <a:pt x="5007295" y="270125"/>
                  </a:lnTo>
                  <a:lnTo>
                    <a:pt x="5007390" y="270125"/>
                  </a:lnTo>
                  <a:lnTo>
                    <a:pt x="5007484" y="270125"/>
                  </a:lnTo>
                  <a:lnTo>
                    <a:pt x="5007578" y="270125"/>
                  </a:lnTo>
                  <a:lnTo>
                    <a:pt x="5007672" y="270125"/>
                  </a:lnTo>
                  <a:lnTo>
                    <a:pt x="5007766" y="270125"/>
                  </a:lnTo>
                  <a:lnTo>
                    <a:pt x="5007860" y="270125"/>
                  </a:lnTo>
                  <a:lnTo>
                    <a:pt x="5007954" y="270125"/>
                  </a:lnTo>
                  <a:lnTo>
                    <a:pt x="5008049" y="270125"/>
                  </a:lnTo>
                  <a:lnTo>
                    <a:pt x="5008143" y="270125"/>
                  </a:lnTo>
                  <a:lnTo>
                    <a:pt x="5008237" y="270125"/>
                  </a:lnTo>
                  <a:lnTo>
                    <a:pt x="5008331" y="270125"/>
                  </a:lnTo>
                  <a:lnTo>
                    <a:pt x="5008425" y="270125"/>
                  </a:lnTo>
                  <a:lnTo>
                    <a:pt x="5008519" y="270125"/>
                  </a:lnTo>
                  <a:lnTo>
                    <a:pt x="5008614" y="270125"/>
                  </a:lnTo>
                  <a:lnTo>
                    <a:pt x="5008708" y="270125"/>
                  </a:lnTo>
                  <a:lnTo>
                    <a:pt x="5008802" y="270125"/>
                  </a:lnTo>
                  <a:lnTo>
                    <a:pt x="5008896" y="270125"/>
                  </a:lnTo>
                  <a:lnTo>
                    <a:pt x="5008990" y="270125"/>
                  </a:lnTo>
                  <a:lnTo>
                    <a:pt x="5009084" y="270125"/>
                  </a:lnTo>
                  <a:lnTo>
                    <a:pt x="5009178" y="270125"/>
                  </a:lnTo>
                  <a:lnTo>
                    <a:pt x="5009273" y="270125"/>
                  </a:lnTo>
                  <a:lnTo>
                    <a:pt x="5009367" y="270125"/>
                  </a:lnTo>
                  <a:lnTo>
                    <a:pt x="5009461" y="270125"/>
                  </a:lnTo>
                  <a:lnTo>
                    <a:pt x="5009555" y="270125"/>
                  </a:lnTo>
                  <a:lnTo>
                    <a:pt x="5009649" y="270125"/>
                  </a:lnTo>
                  <a:lnTo>
                    <a:pt x="5009743" y="270125"/>
                  </a:lnTo>
                  <a:lnTo>
                    <a:pt x="5009837" y="270125"/>
                  </a:lnTo>
                  <a:lnTo>
                    <a:pt x="5009932" y="270125"/>
                  </a:lnTo>
                  <a:lnTo>
                    <a:pt x="5010026" y="270125"/>
                  </a:lnTo>
                  <a:lnTo>
                    <a:pt x="5010120" y="270125"/>
                  </a:lnTo>
                  <a:lnTo>
                    <a:pt x="5010214" y="270125"/>
                  </a:lnTo>
                  <a:lnTo>
                    <a:pt x="5010308" y="270125"/>
                  </a:lnTo>
                  <a:lnTo>
                    <a:pt x="5010402" y="270125"/>
                  </a:lnTo>
                  <a:lnTo>
                    <a:pt x="5010497" y="270125"/>
                  </a:lnTo>
                  <a:lnTo>
                    <a:pt x="5010591" y="270125"/>
                  </a:lnTo>
                  <a:lnTo>
                    <a:pt x="5010685" y="270125"/>
                  </a:lnTo>
                  <a:lnTo>
                    <a:pt x="5010779" y="270125"/>
                  </a:lnTo>
                  <a:lnTo>
                    <a:pt x="5010873" y="270125"/>
                  </a:lnTo>
                  <a:lnTo>
                    <a:pt x="5010967" y="270125"/>
                  </a:lnTo>
                  <a:lnTo>
                    <a:pt x="5011061" y="270125"/>
                  </a:lnTo>
                  <a:lnTo>
                    <a:pt x="5011156" y="270125"/>
                  </a:lnTo>
                  <a:lnTo>
                    <a:pt x="5011250" y="270125"/>
                  </a:lnTo>
                  <a:lnTo>
                    <a:pt x="5011344" y="270125"/>
                  </a:lnTo>
                  <a:lnTo>
                    <a:pt x="5011438" y="270125"/>
                  </a:lnTo>
                  <a:lnTo>
                    <a:pt x="5011532" y="270125"/>
                  </a:lnTo>
                  <a:lnTo>
                    <a:pt x="5011626" y="270125"/>
                  </a:lnTo>
                  <a:lnTo>
                    <a:pt x="5011721" y="270125"/>
                  </a:lnTo>
                  <a:lnTo>
                    <a:pt x="5011815" y="270125"/>
                  </a:lnTo>
                  <a:lnTo>
                    <a:pt x="5011909" y="270125"/>
                  </a:lnTo>
                  <a:lnTo>
                    <a:pt x="5012003" y="270125"/>
                  </a:lnTo>
                  <a:lnTo>
                    <a:pt x="5012097" y="270125"/>
                  </a:lnTo>
                  <a:lnTo>
                    <a:pt x="5012191" y="270125"/>
                  </a:lnTo>
                  <a:lnTo>
                    <a:pt x="5012285" y="270125"/>
                  </a:lnTo>
                  <a:lnTo>
                    <a:pt x="5012380" y="270125"/>
                  </a:lnTo>
                  <a:lnTo>
                    <a:pt x="5012474" y="270125"/>
                  </a:lnTo>
                  <a:lnTo>
                    <a:pt x="5012568" y="270125"/>
                  </a:lnTo>
                  <a:lnTo>
                    <a:pt x="5012662" y="270125"/>
                  </a:lnTo>
                  <a:lnTo>
                    <a:pt x="5012756" y="270125"/>
                  </a:lnTo>
                  <a:lnTo>
                    <a:pt x="5012850" y="270125"/>
                  </a:lnTo>
                  <a:lnTo>
                    <a:pt x="5012945" y="270125"/>
                  </a:lnTo>
                  <a:lnTo>
                    <a:pt x="5013039" y="270125"/>
                  </a:lnTo>
                  <a:lnTo>
                    <a:pt x="5013133" y="270125"/>
                  </a:lnTo>
                  <a:lnTo>
                    <a:pt x="5013227" y="270125"/>
                  </a:lnTo>
                  <a:lnTo>
                    <a:pt x="5013321" y="270125"/>
                  </a:lnTo>
                  <a:lnTo>
                    <a:pt x="5013415" y="270125"/>
                  </a:lnTo>
                  <a:lnTo>
                    <a:pt x="5013509" y="270125"/>
                  </a:lnTo>
                  <a:lnTo>
                    <a:pt x="5013604" y="270125"/>
                  </a:lnTo>
                  <a:lnTo>
                    <a:pt x="5013698" y="270125"/>
                  </a:lnTo>
                  <a:lnTo>
                    <a:pt x="5013792" y="270125"/>
                  </a:lnTo>
                  <a:lnTo>
                    <a:pt x="5013886" y="270125"/>
                  </a:lnTo>
                  <a:lnTo>
                    <a:pt x="5013980" y="270125"/>
                  </a:lnTo>
                  <a:lnTo>
                    <a:pt x="5014074" y="270125"/>
                  </a:lnTo>
                  <a:lnTo>
                    <a:pt x="5014168" y="270125"/>
                  </a:lnTo>
                  <a:lnTo>
                    <a:pt x="5014263" y="270125"/>
                  </a:lnTo>
                  <a:lnTo>
                    <a:pt x="5014357" y="270125"/>
                  </a:lnTo>
                  <a:lnTo>
                    <a:pt x="5014451" y="270125"/>
                  </a:lnTo>
                  <a:lnTo>
                    <a:pt x="5014545" y="270125"/>
                  </a:lnTo>
                  <a:lnTo>
                    <a:pt x="5014639" y="270125"/>
                  </a:lnTo>
                  <a:lnTo>
                    <a:pt x="5014733" y="270125"/>
                  </a:lnTo>
                  <a:lnTo>
                    <a:pt x="5014828" y="270125"/>
                  </a:lnTo>
                  <a:lnTo>
                    <a:pt x="5014922" y="270125"/>
                  </a:lnTo>
                  <a:lnTo>
                    <a:pt x="5015016" y="270125"/>
                  </a:lnTo>
                  <a:lnTo>
                    <a:pt x="5015110" y="270125"/>
                  </a:lnTo>
                  <a:lnTo>
                    <a:pt x="5015204" y="270125"/>
                  </a:lnTo>
                  <a:lnTo>
                    <a:pt x="5015298" y="270125"/>
                  </a:lnTo>
                  <a:lnTo>
                    <a:pt x="5015392" y="270125"/>
                  </a:lnTo>
                  <a:lnTo>
                    <a:pt x="5015487" y="270125"/>
                  </a:lnTo>
                  <a:lnTo>
                    <a:pt x="5015581" y="270125"/>
                  </a:lnTo>
                  <a:lnTo>
                    <a:pt x="5015675" y="270125"/>
                  </a:lnTo>
                  <a:lnTo>
                    <a:pt x="5015769" y="270125"/>
                  </a:lnTo>
                  <a:lnTo>
                    <a:pt x="5015863" y="270125"/>
                  </a:lnTo>
                  <a:lnTo>
                    <a:pt x="5015957" y="270125"/>
                  </a:lnTo>
                  <a:lnTo>
                    <a:pt x="5016052" y="270125"/>
                  </a:lnTo>
                  <a:lnTo>
                    <a:pt x="5016146" y="270125"/>
                  </a:lnTo>
                  <a:lnTo>
                    <a:pt x="5016240" y="270125"/>
                  </a:lnTo>
                  <a:lnTo>
                    <a:pt x="5016334" y="270125"/>
                  </a:lnTo>
                  <a:lnTo>
                    <a:pt x="5016428" y="270125"/>
                  </a:lnTo>
                  <a:lnTo>
                    <a:pt x="5016522" y="270125"/>
                  </a:lnTo>
                  <a:lnTo>
                    <a:pt x="5016616" y="270125"/>
                  </a:lnTo>
                  <a:lnTo>
                    <a:pt x="5016711" y="270125"/>
                  </a:lnTo>
                  <a:lnTo>
                    <a:pt x="5016805" y="270125"/>
                  </a:lnTo>
                  <a:lnTo>
                    <a:pt x="5016899" y="270125"/>
                  </a:lnTo>
                  <a:lnTo>
                    <a:pt x="5016993" y="270125"/>
                  </a:lnTo>
                  <a:lnTo>
                    <a:pt x="5017087" y="270125"/>
                  </a:lnTo>
                  <a:lnTo>
                    <a:pt x="5017181" y="270125"/>
                  </a:lnTo>
                  <a:lnTo>
                    <a:pt x="5017276" y="270125"/>
                  </a:lnTo>
                  <a:lnTo>
                    <a:pt x="5017370" y="270125"/>
                  </a:lnTo>
                  <a:lnTo>
                    <a:pt x="5017464" y="270125"/>
                  </a:lnTo>
                  <a:lnTo>
                    <a:pt x="5017558" y="270125"/>
                  </a:lnTo>
                  <a:lnTo>
                    <a:pt x="5017652" y="270125"/>
                  </a:lnTo>
                  <a:lnTo>
                    <a:pt x="5017746" y="270125"/>
                  </a:lnTo>
                  <a:lnTo>
                    <a:pt x="5017840" y="270125"/>
                  </a:lnTo>
                  <a:lnTo>
                    <a:pt x="5017935" y="270125"/>
                  </a:lnTo>
                  <a:lnTo>
                    <a:pt x="5018029" y="270125"/>
                  </a:lnTo>
                  <a:lnTo>
                    <a:pt x="5018123" y="270125"/>
                  </a:lnTo>
                  <a:lnTo>
                    <a:pt x="5018217" y="270125"/>
                  </a:lnTo>
                  <a:lnTo>
                    <a:pt x="5018311" y="270125"/>
                  </a:lnTo>
                  <a:lnTo>
                    <a:pt x="5018405" y="270125"/>
                  </a:lnTo>
                  <a:lnTo>
                    <a:pt x="5018499" y="270125"/>
                  </a:lnTo>
                  <a:lnTo>
                    <a:pt x="5018594" y="270125"/>
                  </a:lnTo>
                  <a:lnTo>
                    <a:pt x="5018688" y="270125"/>
                  </a:lnTo>
                  <a:lnTo>
                    <a:pt x="5018782" y="270125"/>
                  </a:lnTo>
                  <a:lnTo>
                    <a:pt x="5018876" y="270125"/>
                  </a:lnTo>
                  <a:lnTo>
                    <a:pt x="5018970" y="270125"/>
                  </a:lnTo>
                  <a:lnTo>
                    <a:pt x="5019064" y="270125"/>
                  </a:lnTo>
                  <a:lnTo>
                    <a:pt x="5019159" y="270125"/>
                  </a:lnTo>
                  <a:lnTo>
                    <a:pt x="5019253" y="270125"/>
                  </a:lnTo>
                  <a:lnTo>
                    <a:pt x="5019347" y="270125"/>
                  </a:lnTo>
                  <a:lnTo>
                    <a:pt x="5019441" y="270125"/>
                  </a:lnTo>
                  <a:lnTo>
                    <a:pt x="5019535" y="270125"/>
                  </a:lnTo>
                  <a:lnTo>
                    <a:pt x="5019629" y="270125"/>
                  </a:lnTo>
                  <a:lnTo>
                    <a:pt x="5019723" y="270125"/>
                  </a:lnTo>
                  <a:lnTo>
                    <a:pt x="5019818" y="270125"/>
                  </a:lnTo>
                  <a:lnTo>
                    <a:pt x="5019912" y="270125"/>
                  </a:lnTo>
                  <a:lnTo>
                    <a:pt x="5020006" y="270125"/>
                  </a:lnTo>
                  <a:lnTo>
                    <a:pt x="5020100" y="270125"/>
                  </a:lnTo>
                  <a:lnTo>
                    <a:pt x="5020194" y="270125"/>
                  </a:lnTo>
                  <a:lnTo>
                    <a:pt x="5020288" y="270125"/>
                  </a:lnTo>
                  <a:lnTo>
                    <a:pt x="5020383" y="270125"/>
                  </a:lnTo>
                  <a:lnTo>
                    <a:pt x="5020477" y="270125"/>
                  </a:lnTo>
                  <a:lnTo>
                    <a:pt x="5020571" y="270125"/>
                  </a:lnTo>
                  <a:lnTo>
                    <a:pt x="5020665" y="270125"/>
                  </a:lnTo>
                  <a:lnTo>
                    <a:pt x="5020759" y="270125"/>
                  </a:lnTo>
                  <a:lnTo>
                    <a:pt x="5020853" y="270125"/>
                  </a:lnTo>
                  <a:lnTo>
                    <a:pt x="5020947" y="270125"/>
                  </a:lnTo>
                  <a:lnTo>
                    <a:pt x="5021042" y="270125"/>
                  </a:lnTo>
                  <a:lnTo>
                    <a:pt x="5021136" y="270125"/>
                  </a:lnTo>
                  <a:lnTo>
                    <a:pt x="5021230" y="270125"/>
                  </a:lnTo>
                  <a:lnTo>
                    <a:pt x="5021324" y="270125"/>
                  </a:lnTo>
                  <a:lnTo>
                    <a:pt x="5021418" y="270125"/>
                  </a:lnTo>
                  <a:lnTo>
                    <a:pt x="5021512" y="270125"/>
                  </a:lnTo>
                  <a:lnTo>
                    <a:pt x="5021607" y="270125"/>
                  </a:lnTo>
                  <a:lnTo>
                    <a:pt x="5021701" y="270125"/>
                  </a:lnTo>
                  <a:lnTo>
                    <a:pt x="5021795" y="270125"/>
                  </a:lnTo>
                  <a:lnTo>
                    <a:pt x="5021889" y="270125"/>
                  </a:lnTo>
                  <a:lnTo>
                    <a:pt x="5021983" y="270125"/>
                  </a:lnTo>
                  <a:lnTo>
                    <a:pt x="5022077" y="270125"/>
                  </a:lnTo>
                  <a:lnTo>
                    <a:pt x="5022171" y="270125"/>
                  </a:lnTo>
                  <a:lnTo>
                    <a:pt x="5022266" y="270125"/>
                  </a:lnTo>
                  <a:lnTo>
                    <a:pt x="5022360" y="270125"/>
                  </a:lnTo>
                  <a:lnTo>
                    <a:pt x="5022454" y="270125"/>
                  </a:lnTo>
                  <a:lnTo>
                    <a:pt x="5022548" y="270125"/>
                  </a:lnTo>
                  <a:lnTo>
                    <a:pt x="5022642" y="270125"/>
                  </a:lnTo>
                  <a:lnTo>
                    <a:pt x="5022736" y="270125"/>
                  </a:lnTo>
                  <a:lnTo>
                    <a:pt x="5022830" y="270125"/>
                  </a:lnTo>
                  <a:lnTo>
                    <a:pt x="5022925" y="270125"/>
                  </a:lnTo>
                  <a:lnTo>
                    <a:pt x="5023019" y="270125"/>
                  </a:lnTo>
                  <a:lnTo>
                    <a:pt x="5023113" y="270125"/>
                  </a:lnTo>
                  <a:lnTo>
                    <a:pt x="5023207" y="270125"/>
                  </a:lnTo>
                  <a:lnTo>
                    <a:pt x="5023301" y="270125"/>
                  </a:lnTo>
                  <a:lnTo>
                    <a:pt x="5023395" y="270125"/>
                  </a:lnTo>
                  <a:lnTo>
                    <a:pt x="5023490" y="270125"/>
                  </a:lnTo>
                  <a:lnTo>
                    <a:pt x="5023584" y="270125"/>
                  </a:lnTo>
                  <a:lnTo>
                    <a:pt x="5023678" y="270125"/>
                  </a:lnTo>
                  <a:lnTo>
                    <a:pt x="5023772" y="270125"/>
                  </a:lnTo>
                  <a:lnTo>
                    <a:pt x="5023866" y="270125"/>
                  </a:lnTo>
                  <a:lnTo>
                    <a:pt x="5023960" y="270125"/>
                  </a:lnTo>
                  <a:lnTo>
                    <a:pt x="5024054" y="270125"/>
                  </a:lnTo>
                  <a:lnTo>
                    <a:pt x="5024149" y="270125"/>
                  </a:lnTo>
                  <a:lnTo>
                    <a:pt x="5024243" y="270125"/>
                  </a:lnTo>
                  <a:lnTo>
                    <a:pt x="5024337" y="270125"/>
                  </a:lnTo>
                  <a:lnTo>
                    <a:pt x="5024431" y="270125"/>
                  </a:lnTo>
                  <a:lnTo>
                    <a:pt x="5024525" y="270125"/>
                  </a:lnTo>
                  <a:lnTo>
                    <a:pt x="5024619" y="270125"/>
                  </a:lnTo>
                  <a:lnTo>
                    <a:pt x="5024714" y="270125"/>
                  </a:lnTo>
                  <a:lnTo>
                    <a:pt x="5024808" y="270125"/>
                  </a:lnTo>
                  <a:lnTo>
                    <a:pt x="5024902" y="270125"/>
                  </a:lnTo>
                  <a:lnTo>
                    <a:pt x="5024996" y="270125"/>
                  </a:lnTo>
                  <a:lnTo>
                    <a:pt x="5025090" y="270125"/>
                  </a:lnTo>
                  <a:lnTo>
                    <a:pt x="5025184" y="270125"/>
                  </a:lnTo>
                  <a:lnTo>
                    <a:pt x="5025278" y="270125"/>
                  </a:lnTo>
                  <a:lnTo>
                    <a:pt x="5025373" y="270125"/>
                  </a:lnTo>
                  <a:lnTo>
                    <a:pt x="5025467" y="270125"/>
                  </a:lnTo>
                  <a:lnTo>
                    <a:pt x="5025561" y="270125"/>
                  </a:lnTo>
                  <a:lnTo>
                    <a:pt x="5025655" y="270125"/>
                  </a:lnTo>
                  <a:lnTo>
                    <a:pt x="5025749" y="270125"/>
                  </a:lnTo>
                  <a:lnTo>
                    <a:pt x="5025843" y="270125"/>
                  </a:lnTo>
                  <a:lnTo>
                    <a:pt x="5025938" y="270125"/>
                  </a:lnTo>
                  <a:lnTo>
                    <a:pt x="5026032" y="270125"/>
                  </a:lnTo>
                  <a:lnTo>
                    <a:pt x="5026126" y="270125"/>
                  </a:lnTo>
                  <a:lnTo>
                    <a:pt x="5026220" y="270125"/>
                  </a:lnTo>
                  <a:lnTo>
                    <a:pt x="5026314" y="270125"/>
                  </a:lnTo>
                  <a:lnTo>
                    <a:pt x="5026408" y="270125"/>
                  </a:lnTo>
                  <a:lnTo>
                    <a:pt x="5026502" y="270125"/>
                  </a:lnTo>
                  <a:lnTo>
                    <a:pt x="5026597" y="270125"/>
                  </a:lnTo>
                  <a:lnTo>
                    <a:pt x="5026691" y="270125"/>
                  </a:lnTo>
                  <a:lnTo>
                    <a:pt x="5026785" y="270125"/>
                  </a:lnTo>
                  <a:lnTo>
                    <a:pt x="5026879" y="270125"/>
                  </a:lnTo>
                  <a:lnTo>
                    <a:pt x="5026973" y="270125"/>
                  </a:lnTo>
                  <a:lnTo>
                    <a:pt x="5027067" y="270125"/>
                  </a:lnTo>
                  <a:lnTo>
                    <a:pt x="5027161" y="270125"/>
                  </a:lnTo>
                  <a:lnTo>
                    <a:pt x="5027256" y="270125"/>
                  </a:lnTo>
                  <a:lnTo>
                    <a:pt x="5027350" y="270125"/>
                  </a:lnTo>
                  <a:lnTo>
                    <a:pt x="5027444" y="270125"/>
                  </a:lnTo>
                  <a:lnTo>
                    <a:pt x="5027538" y="270125"/>
                  </a:lnTo>
                  <a:lnTo>
                    <a:pt x="5027632" y="270125"/>
                  </a:lnTo>
                  <a:lnTo>
                    <a:pt x="5027726" y="270125"/>
                  </a:lnTo>
                  <a:lnTo>
                    <a:pt x="5027821" y="270125"/>
                  </a:lnTo>
                  <a:lnTo>
                    <a:pt x="5027915" y="270125"/>
                  </a:lnTo>
                  <a:lnTo>
                    <a:pt x="5028009" y="270125"/>
                  </a:lnTo>
                  <a:lnTo>
                    <a:pt x="5028103" y="270125"/>
                  </a:lnTo>
                  <a:lnTo>
                    <a:pt x="5028197" y="270125"/>
                  </a:lnTo>
                  <a:lnTo>
                    <a:pt x="5028291" y="270125"/>
                  </a:lnTo>
                  <a:lnTo>
                    <a:pt x="5028385" y="270125"/>
                  </a:lnTo>
                  <a:lnTo>
                    <a:pt x="5028480" y="270125"/>
                  </a:lnTo>
                  <a:lnTo>
                    <a:pt x="5028574" y="270125"/>
                  </a:lnTo>
                  <a:lnTo>
                    <a:pt x="5028668" y="270125"/>
                  </a:lnTo>
                  <a:lnTo>
                    <a:pt x="5028762" y="270125"/>
                  </a:lnTo>
                  <a:lnTo>
                    <a:pt x="5028856" y="270125"/>
                  </a:lnTo>
                  <a:lnTo>
                    <a:pt x="5028950" y="270125"/>
                  </a:lnTo>
                  <a:lnTo>
                    <a:pt x="5029045" y="270125"/>
                  </a:lnTo>
                  <a:lnTo>
                    <a:pt x="5029139" y="270125"/>
                  </a:lnTo>
                  <a:lnTo>
                    <a:pt x="5029233" y="270125"/>
                  </a:lnTo>
                  <a:lnTo>
                    <a:pt x="5029327" y="270125"/>
                  </a:lnTo>
                  <a:lnTo>
                    <a:pt x="5029421" y="270125"/>
                  </a:lnTo>
                  <a:lnTo>
                    <a:pt x="5029515" y="270125"/>
                  </a:lnTo>
                  <a:lnTo>
                    <a:pt x="5029609" y="270125"/>
                  </a:lnTo>
                  <a:lnTo>
                    <a:pt x="5029704" y="270125"/>
                  </a:lnTo>
                  <a:lnTo>
                    <a:pt x="5029798" y="270125"/>
                  </a:lnTo>
                  <a:lnTo>
                    <a:pt x="5029892" y="270125"/>
                  </a:lnTo>
                  <a:lnTo>
                    <a:pt x="5029986" y="270125"/>
                  </a:lnTo>
                  <a:lnTo>
                    <a:pt x="5030080" y="270125"/>
                  </a:lnTo>
                  <a:lnTo>
                    <a:pt x="5030174" y="270125"/>
                  </a:lnTo>
                  <a:lnTo>
                    <a:pt x="5030269" y="270125"/>
                  </a:lnTo>
                  <a:lnTo>
                    <a:pt x="5030363" y="270125"/>
                  </a:lnTo>
                  <a:lnTo>
                    <a:pt x="5030457" y="270125"/>
                  </a:lnTo>
                  <a:lnTo>
                    <a:pt x="5030551" y="270125"/>
                  </a:lnTo>
                  <a:lnTo>
                    <a:pt x="5030645" y="270125"/>
                  </a:lnTo>
                  <a:lnTo>
                    <a:pt x="5030739" y="270125"/>
                  </a:lnTo>
                  <a:lnTo>
                    <a:pt x="5030833" y="270125"/>
                  </a:lnTo>
                  <a:lnTo>
                    <a:pt x="5030928" y="270125"/>
                  </a:lnTo>
                  <a:lnTo>
                    <a:pt x="5031022" y="270125"/>
                  </a:lnTo>
                  <a:lnTo>
                    <a:pt x="5031116" y="270125"/>
                  </a:lnTo>
                  <a:lnTo>
                    <a:pt x="5031210" y="270125"/>
                  </a:lnTo>
                  <a:lnTo>
                    <a:pt x="5031304" y="270125"/>
                  </a:lnTo>
                  <a:lnTo>
                    <a:pt x="5031398" y="270125"/>
                  </a:lnTo>
                  <a:lnTo>
                    <a:pt x="5031492" y="270125"/>
                  </a:lnTo>
                  <a:lnTo>
                    <a:pt x="5031587" y="270125"/>
                  </a:lnTo>
                  <a:lnTo>
                    <a:pt x="5031681" y="270125"/>
                  </a:lnTo>
                  <a:lnTo>
                    <a:pt x="5031775" y="270125"/>
                  </a:lnTo>
                  <a:lnTo>
                    <a:pt x="5031869" y="270125"/>
                  </a:lnTo>
                  <a:lnTo>
                    <a:pt x="5031963" y="270125"/>
                  </a:lnTo>
                  <a:lnTo>
                    <a:pt x="5032057" y="270125"/>
                  </a:lnTo>
                  <a:lnTo>
                    <a:pt x="5032152" y="270125"/>
                  </a:lnTo>
                  <a:lnTo>
                    <a:pt x="5032246" y="270125"/>
                  </a:lnTo>
                  <a:lnTo>
                    <a:pt x="5032340" y="270125"/>
                  </a:lnTo>
                  <a:lnTo>
                    <a:pt x="5032434" y="270125"/>
                  </a:lnTo>
                  <a:lnTo>
                    <a:pt x="5032528" y="270125"/>
                  </a:lnTo>
                  <a:lnTo>
                    <a:pt x="5032622" y="270125"/>
                  </a:lnTo>
                  <a:lnTo>
                    <a:pt x="5032716" y="270125"/>
                  </a:lnTo>
                  <a:lnTo>
                    <a:pt x="5032811" y="270125"/>
                  </a:lnTo>
                  <a:lnTo>
                    <a:pt x="5032905" y="270125"/>
                  </a:lnTo>
                  <a:lnTo>
                    <a:pt x="5032999" y="270125"/>
                  </a:lnTo>
                  <a:lnTo>
                    <a:pt x="5033093" y="270125"/>
                  </a:lnTo>
                  <a:lnTo>
                    <a:pt x="5033187" y="270125"/>
                  </a:lnTo>
                  <a:lnTo>
                    <a:pt x="5033281" y="270125"/>
                  </a:lnTo>
                  <a:lnTo>
                    <a:pt x="5033376" y="270125"/>
                  </a:lnTo>
                  <a:lnTo>
                    <a:pt x="5033470" y="270125"/>
                  </a:lnTo>
                  <a:lnTo>
                    <a:pt x="5033564" y="270125"/>
                  </a:lnTo>
                  <a:lnTo>
                    <a:pt x="5033658" y="270125"/>
                  </a:lnTo>
                  <a:lnTo>
                    <a:pt x="5033752" y="270125"/>
                  </a:lnTo>
                  <a:lnTo>
                    <a:pt x="5033846" y="270125"/>
                  </a:lnTo>
                  <a:lnTo>
                    <a:pt x="5033940" y="270125"/>
                  </a:lnTo>
                  <a:lnTo>
                    <a:pt x="5034035" y="270125"/>
                  </a:lnTo>
                  <a:lnTo>
                    <a:pt x="5034129" y="270125"/>
                  </a:lnTo>
                  <a:lnTo>
                    <a:pt x="5034223" y="270125"/>
                  </a:lnTo>
                  <a:lnTo>
                    <a:pt x="5034317" y="270125"/>
                  </a:lnTo>
                  <a:lnTo>
                    <a:pt x="5034411" y="270125"/>
                  </a:lnTo>
                  <a:lnTo>
                    <a:pt x="5034505" y="270125"/>
                  </a:lnTo>
                  <a:lnTo>
                    <a:pt x="5034600" y="270125"/>
                  </a:lnTo>
                  <a:lnTo>
                    <a:pt x="5034694" y="270125"/>
                  </a:lnTo>
                  <a:lnTo>
                    <a:pt x="5034788" y="270125"/>
                  </a:lnTo>
                  <a:lnTo>
                    <a:pt x="5034882" y="270125"/>
                  </a:lnTo>
                  <a:lnTo>
                    <a:pt x="5034976" y="270125"/>
                  </a:lnTo>
                  <a:lnTo>
                    <a:pt x="5035070" y="270125"/>
                  </a:lnTo>
                  <a:lnTo>
                    <a:pt x="5035164" y="270125"/>
                  </a:lnTo>
                  <a:lnTo>
                    <a:pt x="5035259" y="270125"/>
                  </a:lnTo>
                  <a:lnTo>
                    <a:pt x="5035353" y="270125"/>
                  </a:lnTo>
                  <a:lnTo>
                    <a:pt x="5035447" y="270125"/>
                  </a:lnTo>
                  <a:lnTo>
                    <a:pt x="5035541" y="270125"/>
                  </a:lnTo>
                  <a:lnTo>
                    <a:pt x="5035635" y="270125"/>
                  </a:lnTo>
                  <a:lnTo>
                    <a:pt x="5035729" y="270125"/>
                  </a:lnTo>
                  <a:lnTo>
                    <a:pt x="5035823" y="270125"/>
                  </a:lnTo>
                  <a:lnTo>
                    <a:pt x="5035918" y="270125"/>
                  </a:lnTo>
                  <a:lnTo>
                    <a:pt x="5036012" y="270125"/>
                  </a:lnTo>
                  <a:lnTo>
                    <a:pt x="5036106" y="270125"/>
                  </a:lnTo>
                  <a:lnTo>
                    <a:pt x="5036200" y="270125"/>
                  </a:lnTo>
                  <a:lnTo>
                    <a:pt x="5036294" y="270125"/>
                  </a:lnTo>
                  <a:lnTo>
                    <a:pt x="5036388" y="270125"/>
                  </a:lnTo>
                  <a:lnTo>
                    <a:pt x="5036483" y="270125"/>
                  </a:lnTo>
                  <a:lnTo>
                    <a:pt x="5036577" y="270125"/>
                  </a:lnTo>
                  <a:lnTo>
                    <a:pt x="5036671" y="270125"/>
                  </a:lnTo>
                  <a:lnTo>
                    <a:pt x="5036765" y="270125"/>
                  </a:lnTo>
                  <a:lnTo>
                    <a:pt x="5036859" y="270125"/>
                  </a:lnTo>
                  <a:lnTo>
                    <a:pt x="5036953" y="270125"/>
                  </a:lnTo>
                  <a:lnTo>
                    <a:pt x="5037047" y="270125"/>
                  </a:lnTo>
                  <a:lnTo>
                    <a:pt x="5037142" y="270125"/>
                  </a:lnTo>
                  <a:lnTo>
                    <a:pt x="5037236" y="270125"/>
                  </a:lnTo>
                  <a:lnTo>
                    <a:pt x="5037330" y="270125"/>
                  </a:lnTo>
                  <a:lnTo>
                    <a:pt x="5037424" y="270125"/>
                  </a:lnTo>
                  <a:lnTo>
                    <a:pt x="5037518" y="270125"/>
                  </a:lnTo>
                  <a:lnTo>
                    <a:pt x="5037612" y="270125"/>
                  </a:lnTo>
                  <a:lnTo>
                    <a:pt x="5037707" y="270125"/>
                  </a:lnTo>
                  <a:lnTo>
                    <a:pt x="5037801" y="270125"/>
                  </a:lnTo>
                  <a:lnTo>
                    <a:pt x="5037895" y="270125"/>
                  </a:lnTo>
                  <a:lnTo>
                    <a:pt x="5037989" y="270125"/>
                  </a:lnTo>
                  <a:lnTo>
                    <a:pt x="5038083" y="270125"/>
                  </a:lnTo>
                  <a:lnTo>
                    <a:pt x="5038177" y="270125"/>
                  </a:lnTo>
                  <a:lnTo>
                    <a:pt x="5038271" y="270125"/>
                  </a:lnTo>
                  <a:lnTo>
                    <a:pt x="5038366" y="270125"/>
                  </a:lnTo>
                  <a:lnTo>
                    <a:pt x="5038460" y="270125"/>
                  </a:lnTo>
                  <a:lnTo>
                    <a:pt x="5038554" y="270125"/>
                  </a:lnTo>
                  <a:lnTo>
                    <a:pt x="5038648" y="270125"/>
                  </a:lnTo>
                  <a:lnTo>
                    <a:pt x="5038742" y="270125"/>
                  </a:lnTo>
                  <a:lnTo>
                    <a:pt x="5038836" y="270125"/>
                  </a:lnTo>
                  <a:lnTo>
                    <a:pt x="5038931" y="270125"/>
                  </a:lnTo>
                  <a:lnTo>
                    <a:pt x="5039025" y="270125"/>
                  </a:lnTo>
                  <a:lnTo>
                    <a:pt x="5039119" y="270125"/>
                  </a:lnTo>
                  <a:lnTo>
                    <a:pt x="5039213" y="270125"/>
                  </a:lnTo>
                  <a:lnTo>
                    <a:pt x="5039307" y="270125"/>
                  </a:lnTo>
                  <a:lnTo>
                    <a:pt x="5039401" y="270125"/>
                  </a:lnTo>
                  <a:lnTo>
                    <a:pt x="5039495" y="270125"/>
                  </a:lnTo>
                  <a:lnTo>
                    <a:pt x="5039590" y="270125"/>
                  </a:lnTo>
                  <a:lnTo>
                    <a:pt x="5039684" y="270125"/>
                  </a:lnTo>
                  <a:lnTo>
                    <a:pt x="5039778" y="270125"/>
                  </a:lnTo>
                  <a:lnTo>
                    <a:pt x="5039872" y="270125"/>
                  </a:lnTo>
                  <a:lnTo>
                    <a:pt x="5039966" y="270125"/>
                  </a:lnTo>
                  <a:lnTo>
                    <a:pt x="5040060" y="270125"/>
                  </a:lnTo>
                  <a:lnTo>
                    <a:pt x="5040154" y="270125"/>
                  </a:lnTo>
                  <a:lnTo>
                    <a:pt x="5040249" y="270125"/>
                  </a:lnTo>
                  <a:lnTo>
                    <a:pt x="5040343" y="270125"/>
                  </a:lnTo>
                  <a:lnTo>
                    <a:pt x="5040437" y="270125"/>
                  </a:lnTo>
                  <a:lnTo>
                    <a:pt x="5040531" y="270125"/>
                  </a:lnTo>
                  <a:lnTo>
                    <a:pt x="5040625" y="270125"/>
                  </a:lnTo>
                  <a:lnTo>
                    <a:pt x="5040719" y="270125"/>
                  </a:lnTo>
                  <a:lnTo>
                    <a:pt x="5040814" y="270125"/>
                  </a:lnTo>
                  <a:lnTo>
                    <a:pt x="5040908" y="270125"/>
                  </a:lnTo>
                  <a:lnTo>
                    <a:pt x="5041002" y="270125"/>
                  </a:lnTo>
                  <a:lnTo>
                    <a:pt x="5041096" y="270125"/>
                  </a:lnTo>
                  <a:lnTo>
                    <a:pt x="5041190" y="270125"/>
                  </a:lnTo>
                  <a:lnTo>
                    <a:pt x="5041284" y="270125"/>
                  </a:lnTo>
                  <a:lnTo>
                    <a:pt x="5041378" y="270125"/>
                  </a:lnTo>
                  <a:lnTo>
                    <a:pt x="5041473" y="270125"/>
                  </a:lnTo>
                  <a:lnTo>
                    <a:pt x="5041567" y="270125"/>
                  </a:lnTo>
                  <a:lnTo>
                    <a:pt x="5041661" y="270125"/>
                  </a:lnTo>
                  <a:lnTo>
                    <a:pt x="5041755" y="270125"/>
                  </a:lnTo>
                  <a:lnTo>
                    <a:pt x="5041849" y="270125"/>
                  </a:lnTo>
                  <a:lnTo>
                    <a:pt x="5041943" y="270125"/>
                  </a:lnTo>
                  <a:lnTo>
                    <a:pt x="5042038" y="270125"/>
                  </a:lnTo>
                  <a:lnTo>
                    <a:pt x="5042132" y="270125"/>
                  </a:lnTo>
                  <a:lnTo>
                    <a:pt x="5042226" y="270125"/>
                  </a:lnTo>
                  <a:lnTo>
                    <a:pt x="5042320" y="270125"/>
                  </a:lnTo>
                  <a:lnTo>
                    <a:pt x="5042414" y="270125"/>
                  </a:lnTo>
                  <a:lnTo>
                    <a:pt x="5042508" y="270125"/>
                  </a:lnTo>
                  <a:lnTo>
                    <a:pt x="5042602" y="270125"/>
                  </a:lnTo>
                  <a:lnTo>
                    <a:pt x="5042697" y="270125"/>
                  </a:lnTo>
                  <a:lnTo>
                    <a:pt x="5042791" y="270125"/>
                  </a:lnTo>
                  <a:lnTo>
                    <a:pt x="5042885" y="270125"/>
                  </a:lnTo>
                  <a:lnTo>
                    <a:pt x="5042979" y="270125"/>
                  </a:lnTo>
                  <a:lnTo>
                    <a:pt x="5043073" y="270125"/>
                  </a:lnTo>
                  <a:lnTo>
                    <a:pt x="5043167" y="270125"/>
                  </a:lnTo>
                  <a:lnTo>
                    <a:pt x="5043262" y="270125"/>
                  </a:lnTo>
                  <a:lnTo>
                    <a:pt x="5043356" y="270125"/>
                  </a:lnTo>
                  <a:lnTo>
                    <a:pt x="5043450" y="270125"/>
                  </a:lnTo>
                  <a:lnTo>
                    <a:pt x="5043544" y="270125"/>
                  </a:lnTo>
                  <a:lnTo>
                    <a:pt x="5043638" y="270125"/>
                  </a:lnTo>
                  <a:lnTo>
                    <a:pt x="5043732" y="270125"/>
                  </a:lnTo>
                  <a:lnTo>
                    <a:pt x="5043826" y="270125"/>
                  </a:lnTo>
                  <a:lnTo>
                    <a:pt x="5043921" y="270125"/>
                  </a:lnTo>
                  <a:lnTo>
                    <a:pt x="5044015" y="270125"/>
                  </a:lnTo>
                  <a:lnTo>
                    <a:pt x="5044109" y="270125"/>
                  </a:lnTo>
                  <a:lnTo>
                    <a:pt x="5044203" y="270125"/>
                  </a:lnTo>
                  <a:lnTo>
                    <a:pt x="5044297" y="270125"/>
                  </a:lnTo>
                  <a:lnTo>
                    <a:pt x="5044391" y="270125"/>
                  </a:lnTo>
                  <a:lnTo>
                    <a:pt x="5044485" y="270125"/>
                  </a:lnTo>
                  <a:lnTo>
                    <a:pt x="5044580" y="270125"/>
                  </a:lnTo>
                  <a:lnTo>
                    <a:pt x="5044674" y="270125"/>
                  </a:lnTo>
                  <a:lnTo>
                    <a:pt x="5044768" y="270125"/>
                  </a:lnTo>
                  <a:lnTo>
                    <a:pt x="5044862" y="270125"/>
                  </a:lnTo>
                  <a:lnTo>
                    <a:pt x="5044956" y="270125"/>
                  </a:lnTo>
                  <a:lnTo>
                    <a:pt x="5045050" y="270125"/>
                  </a:lnTo>
                  <a:lnTo>
                    <a:pt x="5045145" y="270125"/>
                  </a:lnTo>
                  <a:lnTo>
                    <a:pt x="5045239" y="270125"/>
                  </a:lnTo>
                  <a:lnTo>
                    <a:pt x="5045333" y="270125"/>
                  </a:lnTo>
                  <a:lnTo>
                    <a:pt x="5045427" y="270125"/>
                  </a:lnTo>
                  <a:lnTo>
                    <a:pt x="5045521" y="270125"/>
                  </a:lnTo>
                  <a:lnTo>
                    <a:pt x="5045615" y="270125"/>
                  </a:lnTo>
                  <a:lnTo>
                    <a:pt x="5045709" y="270125"/>
                  </a:lnTo>
                  <a:lnTo>
                    <a:pt x="5045804" y="270125"/>
                  </a:lnTo>
                  <a:lnTo>
                    <a:pt x="5045898" y="270125"/>
                  </a:lnTo>
                  <a:lnTo>
                    <a:pt x="5045992" y="270125"/>
                  </a:lnTo>
                  <a:lnTo>
                    <a:pt x="5046086" y="270125"/>
                  </a:lnTo>
                  <a:lnTo>
                    <a:pt x="5046180" y="270125"/>
                  </a:lnTo>
                  <a:lnTo>
                    <a:pt x="5046274" y="270125"/>
                  </a:lnTo>
                  <a:lnTo>
                    <a:pt x="5046369" y="270125"/>
                  </a:lnTo>
                  <a:lnTo>
                    <a:pt x="5046463" y="270125"/>
                  </a:lnTo>
                  <a:lnTo>
                    <a:pt x="5046557" y="270125"/>
                  </a:lnTo>
                  <a:lnTo>
                    <a:pt x="5046651" y="270125"/>
                  </a:lnTo>
                  <a:lnTo>
                    <a:pt x="5046745" y="270125"/>
                  </a:lnTo>
                  <a:lnTo>
                    <a:pt x="5046839" y="270125"/>
                  </a:lnTo>
                  <a:lnTo>
                    <a:pt x="5046933" y="270125"/>
                  </a:lnTo>
                  <a:lnTo>
                    <a:pt x="5047028" y="270125"/>
                  </a:lnTo>
                  <a:lnTo>
                    <a:pt x="5047122" y="270125"/>
                  </a:lnTo>
                  <a:lnTo>
                    <a:pt x="5047216" y="270125"/>
                  </a:lnTo>
                  <a:lnTo>
                    <a:pt x="5047310" y="270125"/>
                  </a:lnTo>
                  <a:lnTo>
                    <a:pt x="5047404" y="270125"/>
                  </a:lnTo>
                  <a:lnTo>
                    <a:pt x="5047498" y="270125"/>
                  </a:lnTo>
                  <a:lnTo>
                    <a:pt x="5047593" y="270125"/>
                  </a:lnTo>
                  <a:lnTo>
                    <a:pt x="5047687" y="270125"/>
                  </a:lnTo>
                  <a:lnTo>
                    <a:pt x="5047781" y="270125"/>
                  </a:lnTo>
                  <a:lnTo>
                    <a:pt x="5047875" y="270125"/>
                  </a:lnTo>
                  <a:lnTo>
                    <a:pt x="5047969" y="270125"/>
                  </a:lnTo>
                  <a:lnTo>
                    <a:pt x="5048063" y="270125"/>
                  </a:lnTo>
                  <a:lnTo>
                    <a:pt x="5048157" y="270125"/>
                  </a:lnTo>
                  <a:lnTo>
                    <a:pt x="5048252" y="270125"/>
                  </a:lnTo>
                  <a:lnTo>
                    <a:pt x="5048346" y="270125"/>
                  </a:lnTo>
                  <a:lnTo>
                    <a:pt x="5048440" y="270125"/>
                  </a:lnTo>
                  <a:lnTo>
                    <a:pt x="5048534" y="270125"/>
                  </a:lnTo>
                  <a:lnTo>
                    <a:pt x="5048628" y="270125"/>
                  </a:lnTo>
                  <a:lnTo>
                    <a:pt x="5048722" y="270125"/>
                  </a:lnTo>
                  <a:lnTo>
                    <a:pt x="5048816" y="270125"/>
                  </a:lnTo>
                  <a:lnTo>
                    <a:pt x="5048911" y="270125"/>
                  </a:lnTo>
                  <a:lnTo>
                    <a:pt x="5049005" y="270125"/>
                  </a:lnTo>
                  <a:lnTo>
                    <a:pt x="5049099" y="270125"/>
                  </a:lnTo>
                  <a:lnTo>
                    <a:pt x="5049193" y="270125"/>
                  </a:lnTo>
                  <a:lnTo>
                    <a:pt x="5049287" y="270125"/>
                  </a:lnTo>
                  <a:lnTo>
                    <a:pt x="5049381" y="270125"/>
                  </a:lnTo>
                  <a:lnTo>
                    <a:pt x="5049476" y="270125"/>
                  </a:lnTo>
                  <a:lnTo>
                    <a:pt x="5049570" y="270125"/>
                  </a:lnTo>
                  <a:lnTo>
                    <a:pt x="5049664" y="270125"/>
                  </a:lnTo>
                  <a:lnTo>
                    <a:pt x="5049758" y="270125"/>
                  </a:lnTo>
                  <a:lnTo>
                    <a:pt x="5049852" y="270125"/>
                  </a:lnTo>
                  <a:lnTo>
                    <a:pt x="5049946" y="270125"/>
                  </a:lnTo>
                  <a:lnTo>
                    <a:pt x="5050040" y="270125"/>
                  </a:lnTo>
                  <a:lnTo>
                    <a:pt x="5050135" y="270125"/>
                  </a:lnTo>
                  <a:lnTo>
                    <a:pt x="5050229" y="270125"/>
                  </a:lnTo>
                  <a:lnTo>
                    <a:pt x="5050323" y="270125"/>
                  </a:lnTo>
                  <a:lnTo>
                    <a:pt x="5050417" y="270125"/>
                  </a:lnTo>
                  <a:lnTo>
                    <a:pt x="5050511" y="270125"/>
                  </a:lnTo>
                  <a:lnTo>
                    <a:pt x="5050605" y="270125"/>
                  </a:lnTo>
                  <a:lnTo>
                    <a:pt x="5050700" y="270125"/>
                  </a:lnTo>
                  <a:lnTo>
                    <a:pt x="5050794" y="270125"/>
                  </a:lnTo>
                  <a:lnTo>
                    <a:pt x="5050888" y="270125"/>
                  </a:lnTo>
                  <a:lnTo>
                    <a:pt x="5050982" y="270125"/>
                  </a:lnTo>
                  <a:lnTo>
                    <a:pt x="5051076" y="270125"/>
                  </a:lnTo>
                  <a:lnTo>
                    <a:pt x="5051170" y="270125"/>
                  </a:lnTo>
                  <a:lnTo>
                    <a:pt x="5051264" y="270125"/>
                  </a:lnTo>
                  <a:lnTo>
                    <a:pt x="5051359" y="270125"/>
                  </a:lnTo>
                  <a:lnTo>
                    <a:pt x="5051453" y="270125"/>
                  </a:lnTo>
                  <a:lnTo>
                    <a:pt x="5051547" y="270125"/>
                  </a:lnTo>
                  <a:lnTo>
                    <a:pt x="5051641" y="270125"/>
                  </a:lnTo>
                  <a:lnTo>
                    <a:pt x="5051735" y="270125"/>
                  </a:lnTo>
                  <a:lnTo>
                    <a:pt x="5051829" y="270125"/>
                  </a:lnTo>
                  <a:lnTo>
                    <a:pt x="5051924" y="270125"/>
                  </a:lnTo>
                  <a:lnTo>
                    <a:pt x="5052018" y="270125"/>
                  </a:lnTo>
                  <a:lnTo>
                    <a:pt x="5052112" y="270125"/>
                  </a:lnTo>
                  <a:lnTo>
                    <a:pt x="5052206" y="270125"/>
                  </a:lnTo>
                  <a:lnTo>
                    <a:pt x="5052300" y="270125"/>
                  </a:lnTo>
                  <a:lnTo>
                    <a:pt x="5052394" y="270125"/>
                  </a:lnTo>
                  <a:lnTo>
                    <a:pt x="5052488" y="270125"/>
                  </a:lnTo>
                  <a:lnTo>
                    <a:pt x="5052583" y="270125"/>
                  </a:lnTo>
                  <a:lnTo>
                    <a:pt x="5052677" y="270125"/>
                  </a:lnTo>
                  <a:lnTo>
                    <a:pt x="5052771" y="270125"/>
                  </a:lnTo>
                  <a:lnTo>
                    <a:pt x="5052865" y="270125"/>
                  </a:lnTo>
                  <a:lnTo>
                    <a:pt x="5052959" y="270125"/>
                  </a:lnTo>
                  <a:lnTo>
                    <a:pt x="5053053" y="270125"/>
                  </a:lnTo>
                  <a:lnTo>
                    <a:pt x="5053147" y="270125"/>
                  </a:lnTo>
                  <a:lnTo>
                    <a:pt x="5053242" y="270125"/>
                  </a:lnTo>
                  <a:lnTo>
                    <a:pt x="5053336" y="270125"/>
                  </a:lnTo>
                  <a:lnTo>
                    <a:pt x="5053430" y="270125"/>
                  </a:lnTo>
                  <a:lnTo>
                    <a:pt x="5053524" y="270125"/>
                  </a:lnTo>
                  <a:lnTo>
                    <a:pt x="5053618" y="270125"/>
                  </a:lnTo>
                  <a:lnTo>
                    <a:pt x="5053712" y="270125"/>
                  </a:lnTo>
                  <a:lnTo>
                    <a:pt x="5053807" y="270125"/>
                  </a:lnTo>
                  <a:lnTo>
                    <a:pt x="5053901" y="270125"/>
                  </a:lnTo>
                  <a:lnTo>
                    <a:pt x="5053995" y="270125"/>
                  </a:lnTo>
                  <a:lnTo>
                    <a:pt x="5054089" y="270125"/>
                  </a:lnTo>
                  <a:lnTo>
                    <a:pt x="5054183" y="270125"/>
                  </a:lnTo>
                  <a:lnTo>
                    <a:pt x="5054277" y="270125"/>
                  </a:lnTo>
                  <a:lnTo>
                    <a:pt x="5054371" y="270125"/>
                  </a:lnTo>
                  <a:lnTo>
                    <a:pt x="5054466" y="270125"/>
                  </a:lnTo>
                  <a:lnTo>
                    <a:pt x="5054560" y="270125"/>
                  </a:lnTo>
                  <a:lnTo>
                    <a:pt x="5054654" y="270125"/>
                  </a:lnTo>
                  <a:lnTo>
                    <a:pt x="5054748" y="270125"/>
                  </a:lnTo>
                  <a:lnTo>
                    <a:pt x="5054842" y="270125"/>
                  </a:lnTo>
                  <a:lnTo>
                    <a:pt x="5054936" y="270125"/>
                  </a:lnTo>
                  <a:lnTo>
                    <a:pt x="5055031" y="270125"/>
                  </a:lnTo>
                  <a:lnTo>
                    <a:pt x="5055125" y="270125"/>
                  </a:lnTo>
                  <a:lnTo>
                    <a:pt x="5055219" y="270125"/>
                  </a:lnTo>
                  <a:lnTo>
                    <a:pt x="5055313" y="270125"/>
                  </a:lnTo>
                  <a:lnTo>
                    <a:pt x="5055407" y="270125"/>
                  </a:lnTo>
                  <a:lnTo>
                    <a:pt x="5055501" y="270125"/>
                  </a:lnTo>
                  <a:lnTo>
                    <a:pt x="5055595" y="270125"/>
                  </a:lnTo>
                  <a:lnTo>
                    <a:pt x="5055690" y="270125"/>
                  </a:lnTo>
                  <a:lnTo>
                    <a:pt x="5055784" y="270125"/>
                  </a:lnTo>
                  <a:lnTo>
                    <a:pt x="5055878" y="270125"/>
                  </a:lnTo>
                  <a:lnTo>
                    <a:pt x="5055972" y="270125"/>
                  </a:lnTo>
                  <a:lnTo>
                    <a:pt x="5056066" y="270125"/>
                  </a:lnTo>
                  <a:lnTo>
                    <a:pt x="5056160" y="270125"/>
                  </a:lnTo>
                  <a:lnTo>
                    <a:pt x="5056255" y="270125"/>
                  </a:lnTo>
                  <a:lnTo>
                    <a:pt x="5056349" y="270125"/>
                  </a:lnTo>
                  <a:lnTo>
                    <a:pt x="5056443" y="270125"/>
                  </a:lnTo>
                  <a:lnTo>
                    <a:pt x="5056443" y="265214"/>
                  </a:lnTo>
                  <a:lnTo>
                    <a:pt x="5056537" y="265214"/>
                  </a:lnTo>
                  <a:lnTo>
                    <a:pt x="5056631" y="265214"/>
                  </a:lnTo>
                  <a:lnTo>
                    <a:pt x="5056725" y="265214"/>
                  </a:lnTo>
                  <a:lnTo>
                    <a:pt x="5056819" y="265214"/>
                  </a:lnTo>
                  <a:lnTo>
                    <a:pt x="5056914" y="265214"/>
                  </a:lnTo>
                  <a:lnTo>
                    <a:pt x="5057008" y="265214"/>
                  </a:lnTo>
                  <a:lnTo>
                    <a:pt x="5057102" y="265214"/>
                  </a:lnTo>
                  <a:lnTo>
                    <a:pt x="5057196" y="265214"/>
                  </a:lnTo>
                  <a:lnTo>
                    <a:pt x="5057290" y="265214"/>
                  </a:lnTo>
                  <a:lnTo>
                    <a:pt x="5057384" y="265214"/>
                  </a:lnTo>
                  <a:lnTo>
                    <a:pt x="5057478" y="265214"/>
                  </a:lnTo>
                  <a:lnTo>
                    <a:pt x="5057573" y="265214"/>
                  </a:lnTo>
                  <a:lnTo>
                    <a:pt x="5057667" y="265214"/>
                  </a:lnTo>
                  <a:lnTo>
                    <a:pt x="5057761" y="265214"/>
                  </a:lnTo>
                  <a:lnTo>
                    <a:pt x="5057855" y="265214"/>
                  </a:lnTo>
                  <a:lnTo>
                    <a:pt x="5057949" y="265214"/>
                  </a:lnTo>
                  <a:lnTo>
                    <a:pt x="5058043" y="265214"/>
                  </a:lnTo>
                  <a:lnTo>
                    <a:pt x="5058138" y="265214"/>
                  </a:lnTo>
                  <a:lnTo>
                    <a:pt x="5058232" y="265214"/>
                  </a:lnTo>
                  <a:lnTo>
                    <a:pt x="5058326" y="265214"/>
                  </a:lnTo>
                  <a:lnTo>
                    <a:pt x="5058420" y="265214"/>
                  </a:lnTo>
                  <a:lnTo>
                    <a:pt x="5058514" y="265214"/>
                  </a:lnTo>
                  <a:lnTo>
                    <a:pt x="5058608" y="265214"/>
                  </a:lnTo>
                  <a:lnTo>
                    <a:pt x="5058702" y="265214"/>
                  </a:lnTo>
                  <a:lnTo>
                    <a:pt x="5058797" y="265214"/>
                  </a:lnTo>
                  <a:lnTo>
                    <a:pt x="5058891" y="265214"/>
                  </a:lnTo>
                  <a:lnTo>
                    <a:pt x="5058985" y="265214"/>
                  </a:lnTo>
                  <a:lnTo>
                    <a:pt x="5059079" y="265214"/>
                  </a:lnTo>
                  <a:lnTo>
                    <a:pt x="5059173" y="265214"/>
                  </a:lnTo>
                  <a:lnTo>
                    <a:pt x="5059267" y="265214"/>
                  </a:lnTo>
                  <a:lnTo>
                    <a:pt x="5059362" y="265214"/>
                  </a:lnTo>
                  <a:lnTo>
                    <a:pt x="5059456" y="265214"/>
                  </a:lnTo>
                  <a:lnTo>
                    <a:pt x="5059550" y="265214"/>
                  </a:lnTo>
                  <a:lnTo>
                    <a:pt x="5059644" y="265214"/>
                  </a:lnTo>
                  <a:lnTo>
                    <a:pt x="5059738" y="265214"/>
                  </a:lnTo>
                  <a:lnTo>
                    <a:pt x="5059832" y="265214"/>
                  </a:lnTo>
                  <a:lnTo>
                    <a:pt x="5059926" y="265214"/>
                  </a:lnTo>
                  <a:lnTo>
                    <a:pt x="5060021" y="265214"/>
                  </a:lnTo>
                  <a:lnTo>
                    <a:pt x="5060115" y="265214"/>
                  </a:lnTo>
                  <a:lnTo>
                    <a:pt x="5060209" y="265214"/>
                  </a:lnTo>
                  <a:lnTo>
                    <a:pt x="5060303" y="265214"/>
                  </a:lnTo>
                  <a:lnTo>
                    <a:pt x="5060397" y="265214"/>
                  </a:lnTo>
                  <a:lnTo>
                    <a:pt x="5060491" y="265214"/>
                  </a:lnTo>
                  <a:lnTo>
                    <a:pt x="5060586" y="265214"/>
                  </a:lnTo>
                  <a:lnTo>
                    <a:pt x="5060680" y="265214"/>
                  </a:lnTo>
                  <a:lnTo>
                    <a:pt x="5060774" y="265214"/>
                  </a:lnTo>
                  <a:lnTo>
                    <a:pt x="5060868" y="265214"/>
                  </a:lnTo>
                  <a:lnTo>
                    <a:pt x="5060868" y="260302"/>
                  </a:lnTo>
                  <a:lnTo>
                    <a:pt x="5060962" y="260302"/>
                  </a:lnTo>
                  <a:lnTo>
                    <a:pt x="5061056" y="260302"/>
                  </a:lnTo>
                  <a:lnTo>
                    <a:pt x="5061150" y="260302"/>
                  </a:lnTo>
                  <a:lnTo>
                    <a:pt x="5061245" y="260302"/>
                  </a:lnTo>
                  <a:lnTo>
                    <a:pt x="5061339" y="260302"/>
                  </a:lnTo>
                  <a:lnTo>
                    <a:pt x="5061433" y="260302"/>
                  </a:lnTo>
                  <a:lnTo>
                    <a:pt x="5061527" y="260302"/>
                  </a:lnTo>
                  <a:lnTo>
                    <a:pt x="5061621" y="260302"/>
                  </a:lnTo>
                  <a:lnTo>
                    <a:pt x="5061715" y="260302"/>
                  </a:lnTo>
                  <a:lnTo>
                    <a:pt x="5061809" y="260302"/>
                  </a:lnTo>
                  <a:lnTo>
                    <a:pt x="5061904" y="260302"/>
                  </a:lnTo>
                  <a:lnTo>
                    <a:pt x="5061998" y="260302"/>
                  </a:lnTo>
                  <a:lnTo>
                    <a:pt x="5062092" y="260302"/>
                  </a:lnTo>
                  <a:lnTo>
                    <a:pt x="5062186" y="260302"/>
                  </a:lnTo>
                  <a:lnTo>
                    <a:pt x="5062280" y="260302"/>
                  </a:lnTo>
                  <a:lnTo>
                    <a:pt x="5062374" y="260302"/>
                  </a:lnTo>
                  <a:lnTo>
                    <a:pt x="5062469" y="260302"/>
                  </a:lnTo>
                  <a:lnTo>
                    <a:pt x="5062563" y="260302"/>
                  </a:lnTo>
                  <a:lnTo>
                    <a:pt x="5062657" y="260302"/>
                  </a:lnTo>
                  <a:lnTo>
                    <a:pt x="5062751" y="260302"/>
                  </a:lnTo>
                  <a:lnTo>
                    <a:pt x="5062845" y="260302"/>
                  </a:lnTo>
                  <a:lnTo>
                    <a:pt x="5062939" y="260302"/>
                  </a:lnTo>
                  <a:lnTo>
                    <a:pt x="5063033" y="260302"/>
                  </a:lnTo>
                  <a:lnTo>
                    <a:pt x="5063128" y="260302"/>
                  </a:lnTo>
                  <a:lnTo>
                    <a:pt x="5063222" y="260302"/>
                  </a:lnTo>
                  <a:lnTo>
                    <a:pt x="5063316" y="260302"/>
                  </a:lnTo>
                  <a:lnTo>
                    <a:pt x="5063410" y="260302"/>
                  </a:lnTo>
                  <a:lnTo>
                    <a:pt x="5063504" y="260302"/>
                  </a:lnTo>
                  <a:lnTo>
                    <a:pt x="5063598" y="260302"/>
                  </a:lnTo>
                  <a:lnTo>
                    <a:pt x="5063693" y="260302"/>
                  </a:lnTo>
                  <a:lnTo>
                    <a:pt x="5063787" y="260302"/>
                  </a:lnTo>
                  <a:lnTo>
                    <a:pt x="5063881" y="260302"/>
                  </a:lnTo>
                  <a:lnTo>
                    <a:pt x="5063975" y="260302"/>
                  </a:lnTo>
                  <a:lnTo>
                    <a:pt x="5064069" y="260302"/>
                  </a:lnTo>
                  <a:lnTo>
                    <a:pt x="5064163" y="260302"/>
                  </a:lnTo>
                  <a:lnTo>
                    <a:pt x="5064257" y="260302"/>
                  </a:lnTo>
                  <a:lnTo>
                    <a:pt x="5064352" y="260302"/>
                  </a:lnTo>
                  <a:lnTo>
                    <a:pt x="5064446" y="260302"/>
                  </a:lnTo>
                  <a:lnTo>
                    <a:pt x="5064540" y="260302"/>
                  </a:lnTo>
                  <a:lnTo>
                    <a:pt x="5064634" y="260302"/>
                  </a:lnTo>
                  <a:lnTo>
                    <a:pt x="5064728" y="260302"/>
                  </a:lnTo>
                  <a:lnTo>
                    <a:pt x="5064822" y="260302"/>
                  </a:lnTo>
                  <a:lnTo>
                    <a:pt x="5064917" y="260302"/>
                  </a:lnTo>
                  <a:lnTo>
                    <a:pt x="5065011" y="260302"/>
                  </a:lnTo>
                  <a:lnTo>
                    <a:pt x="5065105" y="260302"/>
                  </a:lnTo>
                  <a:lnTo>
                    <a:pt x="5065199" y="260302"/>
                  </a:lnTo>
                  <a:lnTo>
                    <a:pt x="5065293" y="260302"/>
                  </a:lnTo>
                  <a:lnTo>
                    <a:pt x="5065387" y="260302"/>
                  </a:lnTo>
                  <a:lnTo>
                    <a:pt x="5065481" y="260302"/>
                  </a:lnTo>
                  <a:lnTo>
                    <a:pt x="5065576" y="260302"/>
                  </a:lnTo>
                  <a:lnTo>
                    <a:pt x="5065670" y="260302"/>
                  </a:lnTo>
                  <a:lnTo>
                    <a:pt x="5065670" y="255391"/>
                  </a:lnTo>
                  <a:lnTo>
                    <a:pt x="5065764" y="255391"/>
                  </a:lnTo>
                  <a:lnTo>
                    <a:pt x="5065858" y="255391"/>
                  </a:lnTo>
                  <a:lnTo>
                    <a:pt x="5065952" y="255391"/>
                  </a:lnTo>
                  <a:lnTo>
                    <a:pt x="5066046" y="255391"/>
                  </a:lnTo>
                  <a:lnTo>
                    <a:pt x="5066140" y="255391"/>
                  </a:lnTo>
                  <a:lnTo>
                    <a:pt x="5066235" y="255391"/>
                  </a:lnTo>
                  <a:lnTo>
                    <a:pt x="5066329" y="255391"/>
                  </a:lnTo>
                  <a:lnTo>
                    <a:pt x="5066423" y="255391"/>
                  </a:lnTo>
                  <a:lnTo>
                    <a:pt x="5066517" y="255391"/>
                  </a:lnTo>
                  <a:lnTo>
                    <a:pt x="5066611" y="255391"/>
                  </a:lnTo>
                  <a:lnTo>
                    <a:pt x="5066705" y="255391"/>
                  </a:lnTo>
                  <a:lnTo>
                    <a:pt x="5066800" y="255391"/>
                  </a:lnTo>
                  <a:lnTo>
                    <a:pt x="5066894" y="255391"/>
                  </a:lnTo>
                  <a:lnTo>
                    <a:pt x="5066988" y="255391"/>
                  </a:lnTo>
                  <a:lnTo>
                    <a:pt x="5067082" y="255391"/>
                  </a:lnTo>
                  <a:lnTo>
                    <a:pt x="5067176" y="255391"/>
                  </a:lnTo>
                  <a:lnTo>
                    <a:pt x="5067270" y="255391"/>
                  </a:lnTo>
                  <a:lnTo>
                    <a:pt x="5067364" y="255391"/>
                  </a:lnTo>
                  <a:lnTo>
                    <a:pt x="5067459" y="255391"/>
                  </a:lnTo>
                  <a:lnTo>
                    <a:pt x="5067553" y="255391"/>
                  </a:lnTo>
                  <a:lnTo>
                    <a:pt x="5067647" y="255391"/>
                  </a:lnTo>
                  <a:lnTo>
                    <a:pt x="5067741" y="255391"/>
                  </a:lnTo>
                  <a:lnTo>
                    <a:pt x="5067835" y="255391"/>
                  </a:lnTo>
                  <a:lnTo>
                    <a:pt x="5067929" y="255391"/>
                  </a:lnTo>
                  <a:lnTo>
                    <a:pt x="5068024" y="255391"/>
                  </a:lnTo>
                  <a:lnTo>
                    <a:pt x="5068118" y="255391"/>
                  </a:lnTo>
                  <a:lnTo>
                    <a:pt x="5068212" y="255391"/>
                  </a:lnTo>
                  <a:lnTo>
                    <a:pt x="5068306" y="255391"/>
                  </a:lnTo>
                  <a:lnTo>
                    <a:pt x="5068400" y="255391"/>
                  </a:lnTo>
                  <a:lnTo>
                    <a:pt x="5068494" y="255391"/>
                  </a:lnTo>
                  <a:lnTo>
                    <a:pt x="5068588" y="255391"/>
                  </a:lnTo>
                  <a:lnTo>
                    <a:pt x="5068683" y="255391"/>
                  </a:lnTo>
                  <a:lnTo>
                    <a:pt x="5068777" y="255391"/>
                  </a:lnTo>
                  <a:lnTo>
                    <a:pt x="5068871" y="255391"/>
                  </a:lnTo>
                  <a:lnTo>
                    <a:pt x="5068965" y="255391"/>
                  </a:lnTo>
                  <a:lnTo>
                    <a:pt x="5069059" y="255391"/>
                  </a:lnTo>
                  <a:lnTo>
                    <a:pt x="5069153" y="255391"/>
                  </a:lnTo>
                  <a:lnTo>
                    <a:pt x="5069248" y="255391"/>
                  </a:lnTo>
                  <a:lnTo>
                    <a:pt x="5069342" y="255391"/>
                  </a:lnTo>
                  <a:lnTo>
                    <a:pt x="5069436" y="255391"/>
                  </a:lnTo>
                  <a:lnTo>
                    <a:pt x="5069530" y="255391"/>
                  </a:lnTo>
                  <a:lnTo>
                    <a:pt x="5069624" y="255391"/>
                  </a:lnTo>
                  <a:lnTo>
                    <a:pt x="5069718" y="255391"/>
                  </a:lnTo>
                  <a:lnTo>
                    <a:pt x="5069812" y="255391"/>
                  </a:lnTo>
                  <a:lnTo>
                    <a:pt x="5069907" y="255391"/>
                  </a:lnTo>
                  <a:lnTo>
                    <a:pt x="5070001" y="255391"/>
                  </a:lnTo>
                  <a:lnTo>
                    <a:pt x="5070095" y="255391"/>
                  </a:lnTo>
                  <a:lnTo>
                    <a:pt x="5070189" y="255391"/>
                  </a:lnTo>
                  <a:lnTo>
                    <a:pt x="5070283" y="255391"/>
                  </a:lnTo>
                  <a:lnTo>
                    <a:pt x="5070377" y="255391"/>
                  </a:lnTo>
                  <a:lnTo>
                    <a:pt x="5070471" y="255391"/>
                  </a:lnTo>
                  <a:lnTo>
                    <a:pt x="5070566" y="255391"/>
                  </a:lnTo>
                  <a:lnTo>
                    <a:pt x="5070660" y="255391"/>
                  </a:lnTo>
                  <a:lnTo>
                    <a:pt x="5070754" y="255391"/>
                  </a:lnTo>
                  <a:lnTo>
                    <a:pt x="5070848" y="255391"/>
                  </a:lnTo>
                  <a:lnTo>
                    <a:pt x="5070942" y="255391"/>
                  </a:lnTo>
                  <a:lnTo>
                    <a:pt x="5071036" y="255391"/>
                  </a:lnTo>
                  <a:lnTo>
                    <a:pt x="5071131" y="255391"/>
                  </a:lnTo>
                  <a:lnTo>
                    <a:pt x="5071225" y="255391"/>
                  </a:lnTo>
                  <a:lnTo>
                    <a:pt x="5071319" y="255391"/>
                  </a:lnTo>
                  <a:lnTo>
                    <a:pt x="5071413" y="255391"/>
                  </a:lnTo>
                  <a:lnTo>
                    <a:pt x="5071507" y="255391"/>
                  </a:lnTo>
                  <a:lnTo>
                    <a:pt x="5071601" y="255391"/>
                  </a:lnTo>
                  <a:lnTo>
                    <a:pt x="5071695" y="255391"/>
                  </a:lnTo>
                  <a:lnTo>
                    <a:pt x="5071790" y="255391"/>
                  </a:lnTo>
                  <a:lnTo>
                    <a:pt x="5071884" y="255391"/>
                  </a:lnTo>
                  <a:lnTo>
                    <a:pt x="5071978" y="255391"/>
                  </a:lnTo>
                  <a:lnTo>
                    <a:pt x="5072072" y="255391"/>
                  </a:lnTo>
                  <a:lnTo>
                    <a:pt x="5072166" y="255391"/>
                  </a:lnTo>
                  <a:lnTo>
                    <a:pt x="5072260" y="255391"/>
                  </a:lnTo>
                  <a:lnTo>
                    <a:pt x="5072355" y="255391"/>
                  </a:lnTo>
                  <a:lnTo>
                    <a:pt x="5072449" y="255391"/>
                  </a:lnTo>
                  <a:lnTo>
                    <a:pt x="5072543" y="255391"/>
                  </a:lnTo>
                  <a:lnTo>
                    <a:pt x="5072637" y="255391"/>
                  </a:lnTo>
                  <a:lnTo>
                    <a:pt x="5072731" y="255391"/>
                  </a:lnTo>
                  <a:lnTo>
                    <a:pt x="5072825" y="255391"/>
                  </a:lnTo>
                  <a:lnTo>
                    <a:pt x="5072919" y="255391"/>
                  </a:lnTo>
                  <a:lnTo>
                    <a:pt x="5073014" y="255391"/>
                  </a:lnTo>
                  <a:lnTo>
                    <a:pt x="5073108" y="255391"/>
                  </a:lnTo>
                  <a:lnTo>
                    <a:pt x="5073202" y="255391"/>
                  </a:lnTo>
                  <a:lnTo>
                    <a:pt x="5073296" y="255391"/>
                  </a:lnTo>
                  <a:lnTo>
                    <a:pt x="5073390" y="255391"/>
                  </a:lnTo>
                  <a:lnTo>
                    <a:pt x="5073484" y="255391"/>
                  </a:lnTo>
                  <a:lnTo>
                    <a:pt x="5073579" y="255391"/>
                  </a:lnTo>
                  <a:lnTo>
                    <a:pt x="5073673" y="255391"/>
                  </a:lnTo>
                  <a:lnTo>
                    <a:pt x="5073767" y="255391"/>
                  </a:lnTo>
                  <a:lnTo>
                    <a:pt x="5073861" y="255391"/>
                  </a:lnTo>
                  <a:lnTo>
                    <a:pt x="5073955" y="255391"/>
                  </a:lnTo>
                  <a:lnTo>
                    <a:pt x="5074049" y="255391"/>
                  </a:lnTo>
                  <a:lnTo>
                    <a:pt x="5074143" y="255391"/>
                  </a:lnTo>
                  <a:lnTo>
                    <a:pt x="5074238" y="255391"/>
                  </a:lnTo>
                  <a:lnTo>
                    <a:pt x="5074332" y="255391"/>
                  </a:lnTo>
                  <a:lnTo>
                    <a:pt x="5074426" y="255391"/>
                  </a:lnTo>
                  <a:lnTo>
                    <a:pt x="5074520" y="255391"/>
                  </a:lnTo>
                  <a:lnTo>
                    <a:pt x="5074614" y="255391"/>
                  </a:lnTo>
                  <a:lnTo>
                    <a:pt x="5074708" y="255391"/>
                  </a:lnTo>
                  <a:lnTo>
                    <a:pt x="5074802" y="255391"/>
                  </a:lnTo>
                  <a:lnTo>
                    <a:pt x="5074897" y="255391"/>
                  </a:lnTo>
                  <a:lnTo>
                    <a:pt x="5074991" y="255391"/>
                  </a:lnTo>
                  <a:lnTo>
                    <a:pt x="5075085" y="255391"/>
                  </a:lnTo>
                  <a:lnTo>
                    <a:pt x="5075179" y="255391"/>
                  </a:lnTo>
                  <a:lnTo>
                    <a:pt x="5075273" y="255391"/>
                  </a:lnTo>
                  <a:lnTo>
                    <a:pt x="5075367" y="255391"/>
                  </a:lnTo>
                  <a:lnTo>
                    <a:pt x="5075462" y="255391"/>
                  </a:lnTo>
                  <a:lnTo>
                    <a:pt x="5075556" y="255391"/>
                  </a:lnTo>
                  <a:lnTo>
                    <a:pt x="5075650" y="255391"/>
                  </a:lnTo>
                  <a:lnTo>
                    <a:pt x="5075744" y="255391"/>
                  </a:lnTo>
                  <a:lnTo>
                    <a:pt x="5075838" y="255391"/>
                  </a:lnTo>
                  <a:lnTo>
                    <a:pt x="5075932" y="255391"/>
                  </a:lnTo>
                  <a:lnTo>
                    <a:pt x="5076026" y="255391"/>
                  </a:lnTo>
                  <a:lnTo>
                    <a:pt x="5076121" y="255391"/>
                  </a:lnTo>
                  <a:lnTo>
                    <a:pt x="5076215" y="255391"/>
                  </a:lnTo>
                  <a:lnTo>
                    <a:pt x="5076309" y="255391"/>
                  </a:lnTo>
                  <a:lnTo>
                    <a:pt x="5076403" y="255391"/>
                  </a:lnTo>
                  <a:lnTo>
                    <a:pt x="5076497" y="255391"/>
                  </a:lnTo>
                  <a:lnTo>
                    <a:pt x="5076591" y="255391"/>
                  </a:lnTo>
                  <a:lnTo>
                    <a:pt x="5076686" y="255391"/>
                  </a:lnTo>
                  <a:lnTo>
                    <a:pt x="5076780" y="255391"/>
                  </a:lnTo>
                  <a:lnTo>
                    <a:pt x="5076874" y="255391"/>
                  </a:lnTo>
                  <a:lnTo>
                    <a:pt x="5076968" y="255391"/>
                  </a:lnTo>
                  <a:lnTo>
                    <a:pt x="5077062" y="255391"/>
                  </a:lnTo>
                  <a:lnTo>
                    <a:pt x="5077156" y="255391"/>
                  </a:lnTo>
                  <a:lnTo>
                    <a:pt x="5077250" y="255391"/>
                  </a:lnTo>
                  <a:lnTo>
                    <a:pt x="5077345" y="255391"/>
                  </a:lnTo>
                  <a:lnTo>
                    <a:pt x="5077439" y="255391"/>
                  </a:lnTo>
                  <a:lnTo>
                    <a:pt x="5077533" y="255391"/>
                  </a:lnTo>
                  <a:lnTo>
                    <a:pt x="5077627" y="255391"/>
                  </a:lnTo>
                  <a:lnTo>
                    <a:pt x="5077721" y="255391"/>
                  </a:lnTo>
                  <a:lnTo>
                    <a:pt x="5077815" y="255391"/>
                  </a:lnTo>
                  <a:lnTo>
                    <a:pt x="5077910" y="255391"/>
                  </a:lnTo>
                  <a:lnTo>
                    <a:pt x="5078004" y="255391"/>
                  </a:lnTo>
                  <a:lnTo>
                    <a:pt x="5078098" y="255391"/>
                  </a:lnTo>
                  <a:lnTo>
                    <a:pt x="5078192" y="255391"/>
                  </a:lnTo>
                  <a:lnTo>
                    <a:pt x="5078286" y="255391"/>
                  </a:lnTo>
                  <a:lnTo>
                    <a:pt x="5078380" y="255391"/>
                  </a:lnTo>
                  <a:lnTo>
                    <a:pt x="5078474" y="255391"/>
                  </a:lnTo>
                  <a:lnTo>
                    <a:pt x="5078569" y="255391"/>
                  </a:lnTo>
                  <a:lnTo>
                    <a:pt x="5078663" y="255391"/>
                  </a:lnTo>
                  <a:lnTo>
                    <a:pt x="5078757" y="255391"/>
                  </a:lnTo>
                  <a:lnTo>
                    <a:pt x="5078851" y="255391"/>
                  </a:lnTo>
                  <a:lnTo>
                    <a:pt x="5078945" y="255391"/>
                  </a:lnTo>
                  <a:lnTo>
                    <a:pt x="5079039" y="255391"/>
                  </a:lnTo>
                  <a:lnTo>
                    <a:pt x="5079133" y="255391"/>
                  </a:lnTo>
                  <a:lnTo>
                    <a:pt x="5079228" y="255391"/>
                  </a:lnTo>
                  <a:lnTo>
                    <a:pt x="5079322" y="255391"/>
                  </a:lnTo>
                  <a:lnTo>
                    <a:pt x="5079416" y="255391"/>
                  </a:lnTo>
                  <a:lnTo>
                    <a:pt x="5079510" y="255391"/>
                  </a:lnTo>
                  <a:lnTo>
                    <a:pt x="5079604" y="255391"/>
                  </a:lnTo>
                  <a:lnTo>
                    <a:pt x="5079698" y="255391"/>
                  </a:lnTo>
                  <a:lnTo>
                    <a:pt x="5079793" y="255391"/>
                  </a:lnTo>
                  <a:lnTo>
                    <a:pt x="5079887" y="255391"/>
                  </a:lnTo>
                  <a:lnTo>
                    <a:pt x="5079981" y="255391"/>
                  </a:lnTo>
                  <a:lnTo>
                    <a:pt x="5080075" y="255391"/>
                  </a:lnTo>
                  <a:lnTo>
                    <a:pt x="5080169" y="255391"/>
                  </a:lnTo>
                  <a:lnTo>
                    <a:pt x="5080263" y="255391"/>
                  </a:lnTo>
                  <a:lnTo>
                    <a:pt x="5080357" y="255391"/>
                  </a:lnTo>
                  <a:lnTo>
                    <a:pt x="5080452" y="255391"/>
                  </a:lnTo>
                  <a:lnTo>
                    <a:pt x="5080452" y="250480"/>
                  </a:lnTo>
                  <a:lnTo>
                    <a:pt x="5080546" y="250480"/>
                  </a:lnTo>
                  <a:lnTo>
                    <a:pt x="5080640" y="250480"/>
                  </a:lnTo>
                  <a:lnTo>
                    <a:pt x="5080734" y="250480"/>
                  </a:lnTo>
                  <a:lnTo>
                    <a:pt x="5080828" y="250480"/>
                  </a:lnTo>
                  <a:lnTo>
                    <a:pt x="5080922" y="250480"/>
                  </a:lnTo>
                  <a:lnTo>
                    <a:pt x="5081017" y="250480"/>
                  </a:lnTo>
                  <a:lnTo>
                    <a:pt x="5081111" y="250480"/>
                  </a:lnTo>
                  <a:lnTo>
                    <a:pt x="5081205" y="250480"/>
                  </a:lnTo>
                  <a:lnTo>
                    <a:pt x="5081299" y="250480"/>
                  </a:lnTo>
                  <a:lnTo>
                    <a:pt x="5081393" y="250480"/>
                  </a:lnTo>
                  <a:lnTo>
                    <a:pt x="5081487" y="250480"/>
                  </a:lnTo>
                  <a:lnTo>
                    <a:pt x="5081581" y="250480"/>
                  </a:lnTo>
                  <a:lnTo>
                    <a:pt x="5081676" y="250480"/>
                  </a:lnTo>
                  <a:lnTo>
                    <a:pt x="5081770" y="250480"/>
                  </a:lnTo>
                  <a:lnTo>
                    <a:pt x="5081864" y="250480"/>
                  </a:lnTo>
                  <a:lnTo>
                    <a:pt x="5081958" y="250480"/>
                  </a:lnTo>
                  <a:lnTo>
                    <a:pt x="5082052" y="250480"/>
                  </a:lnTo>
                  <a:lnTo>
                    <a:pt x="5082146" y="250480"/>
                  </a:lnTo>
                  <a:lnTo>
                    <a:pt x="5082241" y="250480"/>
                  </a:lnTo>
                  <a:lnTo>
                    <a:pt x="5082335" y="250480"/>
                  </a:lnTo>
                  <a:lnTo>
                    <a:pt x="5082429" y="250480"/>
                  </a:lnTo>
                  <a:lnTo>
                    <a:pt x="5082523" y="250480"/>
                  </a:lnTo>
                  <a:lnTo>
                    <a:pt x="5082617" y="250480"/>
                  </a:lnTo>
                  <a:lnTo>
                    <a:pt x="5082711" y="250480"/>
                  </a:lnTo>
                  <a:lnTo>
                    <a:pt x="5082805" y="250480"/>
                  </a:lnTo>
                  <a:lnTo>
                    <a:pt x="5082900" y="250480"/>
                  </a:lnTo>
                  <a:lnTo>
                    <a:pt x="5082994" y="250480"/>
                  </a:lnTo>
                  <a:lnTo>
                    <a:pt x="5083088" y="250480"/>
                  </a:lnTo>
                  <a:lnTo>
                    <a:pt x="5083182" y="250480"/>
                  </a:lnTo>
                  <a:lnTo>
                    <a:pt x="5083276" y="250480"/>
                  </a:lnTo>
                  <a:lnTo>
                    <a:pt x="5083370" y="250480"/>
                  </a:lnTo>
                  <a:lnTo>
                    <a:pt x="5083464" y="250480"/>
                  </a:lnTo>
                  <a:lnTo>
                    <a:pt x="5083559" y="250480"/>
                  </a:lnTo>
                  <a:lnTo>
                    <a:pt x="5083653" y="250480"/>
                  </a:lnTo>
                  <a:lnTo>
                    <a:pt x="5083747" y="250480"/>
                  </a:lnTo>
                  <a:lnTo>
                    <a:pt x="5083841" y="250480"/>
                  </a:lnTo>
                  <a:lnTo>
                    <a:pt x="5083935" y="250480"/>
                  </a:lnTo>
                  <a:lnTo>
                    <a:pt x="5084029" y="250480"/>
                  </a:lnTo>
                  <a:lnTo>
                    <a:pt x="5084124" y="250480"/>
                  </a:lnTo>
                  <a:lnTo>
                    <a:pt x="5084218" y="250480"/>
                  </a:lnTo>
                  <a:lnTo>
                    <a:pt x="5084312" y="250480"/>
                  </a:lnTo>
                  <a:lnTo>
                    <a:pt x="5084406" y="250480"/>
                  </a:lnTo>
                  <a:lnTo>
                    <a:pt x="5084500" y="250480"/>
                  </a:lnTo>
                  <a:lnTo>
                    <a:pt x="5084594" y="250480"/>
                  </a:lnTo>
                  <a:lnTo>
                    <a:pt x="5084688" y="250480"/>
                  </a:lnTo>
                  <a:lnTo>
                    <a:pt x="5084783" y="250480"/>
                  </a:lnTo>
                  <a:lnTo>
                    <a:pt x="5084877" y="250480"/>
                  </a:lnTo>
                  <a:lnTo>
                    <a:pt x="5084971" y="250480"/>
                  </a:lnTo>
                  <a:lnTo>
                    <a:pt x="5085065" y="250480"/>
                  </a:lnTo>
                  <a:lnTo>
                    <a:pt x="5085159" y="250480"/>
                  </a:lnTo>
                  <a:lnTo>
                    <a:pt x="5085253" y="250480"/>
                  </a:lnTo>
                  <a:lnTo>
                    <a:pt x="5085348" y="250480"/>
                  </a:lnTo>
                  <a:lnTo>
                    <a:pt x="5085442" y="250480"/>
                  </a:lnTo>
                  <a:lnTo>
                    <a:pt x="5085536" y="250480"/>
                  </a:lnTo>
                  <a:lnTo>
                    <a:pt x="5085630" y="250480"/>
                  </a:lnTo>
                  <a:lnTo>
                    <a:pt x="5085724" y="250480"/>
                  </a:lnTo>
                  <a:lnTo>
                    <a:pt x="5085818" y="250480"/>
                  </a:lnTo>
                  <a:lnTo>
                    <a:pt x="5085912" y="250480"/>
                  </a:lnTo>
                  <a:lnTo>
                    <a:pt x="5086007" y="250480"/>
                  </a:lnTo>
                  <a:lnTo>
                    <a:pt x="5086101" y="250480"/>
                  </a:lnTo>
                  <a:lnTo>
                    <a:pt x="5086195" y="250480"/>
                  </a:lnTo>
                  <a:lnTo>
                    <a:pt x="5086289" y="250480"/>
                  </a:lnTo>
                  <a:lnTo>
                    <a:pt x="5086383" y="250480"/>
                  </a:lnTo>
                  <a:lnTo>
                    <a:pt x="5086477" y="250480"/>
                  </a:lnTo>
                  <a:lnTo>
                    <a:pt x="5086572" y="250480"/>
                  </a:lnTo>
                  <a:lnTo>
                    <a:pt x="5086666" y="250480"/>
                  </a:lnTo>
                  <a:lnTo>
                    <a:pt x="5086760" y="250480"/>
                  </a:lnTo>
                  <a:lnTo>
                    <a:pt x="5086854" y="250480"/>
                  </a:lnTo>
                  <a:lnTo>
                    <a:pt x="5086948" y="250480"/>
                  </a:lnTo>
                  <a:lnTo>
                    <a:pt x="5087042" y="250480"/>
                  </a:lnTo>
                  <a:lnTo>
                    <a:pt x="5087136" y="250480"/>
                  </a:lnTo>
                  <a:lnTo>
                    <a:pt x="5087231" y="250480"/>
                  </a:lnTo>
                  <a:lnTo>
                    <a:pt x="5087325" y="250480"/>
                  </a:lnTo>
                  <a:lnTo>
                    <a:pt x="5087419" y="250480"/>
                  </a:lnTo>
                  <a:lnTo>
                    <a:pt x="5087513" y="250480"/>
                  </a:lnTo>
                  <a:lnTo>
                    <a:pt x="5087607" y="250480"/>
                  </a:lnTo>
                  <a:lnTo>
                    <a:pt x="5087701" y="250480"/>
                  </a:lnTo>
                  <a:lnTo>
                    <a:pt x="5087795" y="250480"/>
                  </a:lnTo>
                  <a:lnTo>
                    <a:pt x="5087890" y="250480"/>
                  </a:lnTo>
                  <a:lnTo>
                    <a:pt x="5087984" y="250480"/>
                  </a:lnTo>
                  <a:lnTo>
                    <a:pt x="5088078" y="250480"/>
                  </a:lnTo>
                  <a:lnTo>
                    <a:pt x="5088172" y="250480"/>
                  </a:lnTo>
                  <a:lnTo>
                    <a:pt x="5088266" y="250480"/>
                  </a:lnTo>
                  <a:lnTo>
                    <a:pt x="5088360" y="250480"/>
                  </a:lnTo>
                  <a:lnTo>
                    <a:pt x="5088455" y="250480"/>
                  </a:lnTo>
                  <a:lnTo>
                    <a:pt x="5088549" y="250480"/>
                  </a:lnTo>
                  <a:lnTo>
                    <a:pt x="5088643" y="250480"/>
                  </a:lnTo>
                  <a:lnTo>
                    <a:pt x="5088737" y="250480"/>
                  </a:lnTo>
                  <a:lnTo>
                    <a:pt x="5088831" y="250480"/>
                  </a:lnTo>
                  <a:lnTo>
                    <a:pt x="5088925" y="250480"/>
                  </a:lnTo>
                  <a:lnTo>
                    <a:pt x="5089019" y="250480"/>
                  </a:lnTo>
                  <a:lnTo>
                    <a:pt x="5089114" y="250480"/>
                  </a:lnTo>
                  <a:lnTo>
                    <a:pt x="5089208" y="250480"/>
                  </a:lnTo>
                  <a:lnTo>
                    <a:pt x="5089302" y="250480"/>
                  </a:lnTo>
                  <a:lnTo>
                    <a:pt x="5089396" y="250480"/>
                  </a:lnTo>
                  <a:lnTo>
                    <a:pt x="5089490" y="250480"/>
                  </a:lnTo>
                  <a:lnTo>
                    <a:pt x="5089584" y="250480"/>
                  </a:lnTo>
                  <a:lnTo>
                    <a:pt x="5089584" y="245568"/>
                  </a:lnTo>
                  <a:lnTo>
                    <a:pt x="5089679" y="245568"/>
                  </a:lnTo>
                  <a:lnTo>
                    <a:pt x="5089773" y="245568"/>
                  </a:lnTo>
                  <a:lnTo>
                    <a:pt x="5089867" y="245568"/>
                  </a:lnTo>
                  <a:lnTo>
                    <a:pt x="5089961" y="245568"/>
                  </a:lnTo>
                  <a:lnTo>
                    <a:pt x="5090055" y="245568"/>
                  </a:lnTo>
                  <a:lnTo>
                    <a:pt x="5090149" y="245568"/>
                  </a:lnTo>
                  <a:lnTo>
                    <a:pt x="5090243" y="245568"/>
                  </a:lnTo>
                  <a:lnTo>
                    <a:pt x="5090338" y="245568"/>
                  </a:lnTo>
                  <a:lnTo>
                    <a:pt x="5090432" y="245568"/>
                  </a:lnTo>
                  <a:lnTo>
                    <a:pt x="5090526" y="245568"/>
                  </a:lnTo>
                  <a:lnTo>
                    <a:pt x="5090620" y="245568"/>
                  </a:lnTo>
                  <a:lnTo>
                    <a:pt x="5090714" y="245568"/>
                  </a:lnTo>
                  <a:lnTo>
                    <a:pt x="5090808" y="245568"/>
                  </a:lnTo>
                  <a:lnTo>
                    <a:pt x="5090903" y="245568"/>
                  </a:lnTo>
                  <a:lnTo>
                    <a:pt x="5090997" y="245568"/>
                  </a:lnTo>
                  <a:lnTo>
                    <a:pt x="5091091" y="245568"/>
                  </a:lnTo>
                  <a:lnTo>
                    <a:pt x="5091185" y="245568"/>
                  </a:lnTo>
                  <a:lnTo>
                    <a:pt x="5091279" y="245568"/>
                  </a:lnTo>
                  <a:lnTo>
                    <a:pt x="5091373" y="245568"/>
                  </a:lnTo>
                  <a:lnTo>
                    <a:pt x="5091467" y="245568"/>
                  </a:lnTo>
                  <a:lnTo>
                    <a:pt x="5091467" y="240657"/>
                  </a:lnTo>
                  <a:lnTo>
                    <a:pt x="5091562" y="240657"/>
                  </a:lnTo>
                  <a:lnTo>
                    <a:pt x="5091656" y="240657"/>
                  </a:lnTo>
                  <a:lnTo>
                    <a:pt x="5091750" y="240657"/>
                  </a:lnTo>
                  <a:lnTo>
                    <a:pt x="5091844" y="240657"/>
                  </a:lnTo>
                  <a:lnTo>
                    <a:pt x="5091938" y="240657"/>
                  </a:lnTo>
                  <a:lnTo>
                    <a:pt x="5092032" y="240657"/>
                  </a:lnTo>
                  <a:lnTo>
                    <a:pt x="5092126" y="240657"/>
                  </a:lnTo>
                  <a:lnTo>
                    <a:pt x="5092221" y="240657"/>
                  </a:lnTo>
                  <a:lnTo>
                    <a:pt x="5092315" y="240657"/>
                  </a:lnTo>
                  <a:lnTo>
                    <a:pt x="5092409" y="240657"/>
                  </a:lnTo>
                  <a:lnTo>
                    <a:pt x="5092503" y="240657"/>
                  </a:lnTo>
                  <a:lnTo>
                    <a:pt x="5092597" y="240657"/>
                  </a:lnTo>
                  <a:lnTo>
                    <a:pt x="5092691" y="240657"/>
                  </a:lnTo>
                  <a:lnTo>
                    <a:pt x="5092786" y="240657"/>
                  </a:lnTo>
                  <a:lnTo>
                    <a:pt x="5092880" y="240657"/>
                  </a:lnTo>
                  <a:lnTo>
                    <a:pt x="5092974" y="240657"/>
                  </a:lnTo>
                  <a:lnTo>
                    <a:pt x="5093068" y="240657"/>
                  </a:lnTo>
                  <a:lnTo>
                    <a:pt x="5093162" y="240657"/>
                  </a:lnTo>
                  <a:lnTo>
                    <a:pt x="5093256" y="240657"/>
                  </a:lnTo>
                  <a:lnTo>
                    <a:pt x="5093350" y="240657"/>
                  </a:lnTo>
                  <a:lnTo>
                    <a:pt x="5093445" y="240657"/>
                  </a:lnTo>
                  <a:lnTo>
                    <a:pt x="5093539" y="240657"/>
                  </a:lnTo>
                  <a:lnTo>
                    <a:pt x="5093633" y="240657"/>
                  </a:lnTo>
                  <a:lnTo>
                    <a:pt x="5093727" y="240657"/>
                  </a:lnTo>
                  <a:lnTo>
                    <a:pt x="5093821" y="240657"/>
                  </a:lnTo>
                  <a:lnTo>
                    <a:pt x="5093915" y="240657"/>
                  </a:lnTo>
                  <a:lnTo>
                    <a:pt x="5094010" y="240657"/>
                  </a:lnTo>
                  <a:lnTo>
                    <a:pt x="5094104" y="240657"/>
                  </a:lnTo>
                  <a:lnTo>
                    <a:pt x="5094198" y="240657"/>
                  </a:lnTo>
                  <a:lnTo>
                    <a:pt x="5094292" y="240657"/>
                  </a:lnTo>
                  <a:lnTo>
                    <a:pt x="5094386" y="240657"/>
                  </a:lnTo>
                  <a:lnTo>
                    <a:pt x="5094480" y="240657"/>
                  </a:lnTo>
                  <a:lnTo>
                    <a:pt x="5094574" y="240657"/>
                  </a:lnTo>
                  <a:lnTo>
                    <a:pt x="5094669" y="240657"/>
                  </a:lnTo>
                  <a:lnTo>
                    <a:pt x="5094763" y="240657"/>
                  </a:lnTo>
                  <a:lnTo>
                    <a:pt x="5094857" y="240657"/>
                  </a:lnTo>
                  <a:lnTo>
                    <a:pt x="5094951" y="240657"/>
                  </a:lnTo>
                  <a:lnTo>
                    <a:pt x="5095045" y="240657"/>
                  </a:lnTo>
                  <a:lnTo>
                    <a:pt x="5095139" y="240657"/>
                  </a:lnTo>
                  <a:lnTo>
                    <a:pt x="5095234" y="240657"/>
                  </a:lnTo>
                  <a:lnTo>
                    <a:pt x="5095328" y="240657"/>
                  </a:lnTo>
                  <a:lnTo>
                    <a:pt x="5095422" y="240657"/>
                  </a:lnTo>
                  <a:lnTo>
                    <a:pt x="5095516" y="240657"/>
                  </a:lnTo>
                  <a:lnTo>
                    <a:pt x="5095610" y="240657"/>
                  </a:lnTo>
                  <a:lnTo>
                    <a:pt x="5095704" y="240657"/>
                  </a:lnTo>
                  <a:lnTo>
                    <a:pt x="5095798" y="240657"/>
                  </a:lnTo>
                  <a:lnTo>
                    <a:pt x="5095893" y="240657"/>
                  </a:lnTo>
                  <a:lnTo>
                    <a:pt x="5095987" y="240657"/>
                  </a:lnTo>
                  <a:lnTo>
                    <a:pt x="5096081" y="240657"/>
                  </a:lnTo>
                  <a:lnTo>
                    <a:pt x="5096175" y="240657"/>
                  </a:lnTo>
                  <a:lnTo>
                    <a:pt x="5096269" y="240657"/>
                  </a:lnTo>
                  <a:lnTo>
                    <a:pt x="5096363" y="240657"/>
                  </a:lnTo>
                  <a:lnTo>
                    <a:pt x="5096457" y="240657"/>
                  </a:lnTo>
                  <a:lnTo>
                    <a:pt x="5096552" y="240657"/>
                  </a:lnTo>
                  <a:lnTo>
                    <a:pt x="5096646" y="240657"/>
                  </a:lnTo>
                  <a:lnTo>
                    <a:pt x="5096740" y="240657"/>
                  </a:lnTo>
                  <a:lnTo>
                    <a:pt x="5096834" y="240657"/>
                  </a:lnTo>
                  <a:lnTo>
                    <a:pt x="5096928" y="240657"/>
                  </a:lnTo>
                  <a:lnTo>
                    <a:pt x="5097022" y="240657"/>
                  </a:lnTo>
                  <a:lnTo>
                    <a:pt x="5097117" y="240657"/>
                  </a:lnTo>
                  <a:lnTo>
                    <a:pt x="5097211" y="240657"/>
                  </a:lnTo>
                  <a:lnTo>
                    <a:pt x="5097305" y="240657"/>
                  </a:lnTo>
                  <a:lnTo>
                    <a:pt x="5097399" y="240657"/>
                  </a:lnTo>
                  <a:lnTo>
                    <a:pt x="5097493" y="240657"/>
                  </a:lnTo>
                  <a:lnTo>
                    <a:pt x="5097587" y="240657"/>
                  </a:lnTo>
                  <a:lnTo>
                    <a:pt x="5097681" y="240657"/>
                  </a:lnTo>
                  <a:lnTo>
                    <a:pt x="5097776" y="240657"/>
                  </a:lnTo>
                  <a:lnTo>
                    <a:pt x="5097870" y="240657"/>
                  </a:lnTo>
                  <a:lnTo>
                    <a:pt x="5097964" y="240657"/>
                  </a:lnTo>
                  <a:lnTo>
                    <a:pt x="5098058" y="240657"/>
                  </a:lnTo>
                  <a:lnTo>
                    <a:pt x="5098152" y="240657"/>
                  </a:lnTo>
                  <a:lnTo>
                    <a:pt x="5098246" y="240657"/>
                  </a:lnTo>
                  <a:lnTo>
                    <a:pt x="5098341" y="240657"/>
                  </a:lnTo>
                  <a:lnTo>
                    <a:pt x="5098435" y="240657"/>
                  </a:lnTo>
                  <a:lnTo>
                    <a:pt x="5098529" y="240657"/>
                  </a:lnTo>
                  <a:lnTo>
                    <a:pt x="5098623" y="240657"/>
                  </a:lnTo>
                  <a:lnTo>
                    <a:pt x="5098717" y="240657"/>
                  </a:lnTo>
                  <a:lnTo>
                    <a:pt x="5098811" y="240657"/>
                  </a:lnTo>
                  <a:lnTo>
                    <a:pt x="5098905" y="240657"/>
                  </a:lnTo>
                  <a:lnTo>
                    <a:pt x="5099000" y="240657"/>
                  </a:lnTo>
                  <a:lnTo>
                    <a:pt x="5099094" y="240657"/>
                  </a:lnTo>
                  <a:lnTo>
                    <a:pt x="5099188" y="240657"/>
                  </a:lnTo>
                  <a:lnTo>
                    <a:pt x="5099282" y="240657"/>
                  </a:lnTo>
                  <a:lnTo>
                    <a:pt x="5099376" y="240657"/>
                  </a:lnTo>
                  <a:lnTo>
                    <a:pt x="5099470" y="240657"/>
                  </a:lnTo>
                  <a:lnTo>
                    <a:pt x="5099565" y="240657"/>
                  </a:lnTo>
                  <a:lnTo>
                    <a:pt x="5099659" y="240657"/>
                  </a:lnTo>
                  <a:lnTo>
                    <a:pt x="5099753" y="240657"/>
                  </a:lnTo>
                  <a:lnTo>
                    <a:pt x="5099847" y="240657"/>
                  </a:lnTo>
                  <a:lnTo>
                    <a:pt x="5099941" y="240657"/>
                  </a:lnTo>
                  <a:lnTo>
                    <a:pt x="5100035" y="240657"/>
                  </a:lnTo>
                  <a:lnTo>
                    <a:pt x="5100129" y="240657"/>
                  </a:lnTo>
                  <a:lnTo>
                    <a:pt x="5100224" y="240657"/>
                  </a:lnTo>
                  <a:lnTo>
                    <a:pt x="5100318" y="240657"/>
                  </a:lnTo>
                  <a:lnTo>
                    <a:pt x="5100412" y="240657"/>
                  </a:lnTo>
                  <a:lnTo>
                    <a:pt x="5100506" y="240657"/>
                  </a:lnTo>
                  <a:lnTo>
                    <a:pt x="5100600" y="240657"/>
                  </a:lnTo>
                  <a:lnTo>
                    <a:pt x="5100694" y="240657"/>
                  </a:lnTo>
                  <a:lnTo>
                    <a:pt x="5100788" y="240657"/>
                  </a:lnTo>
                  <a:lnTo>
                    <a:pt x="5100883" y="240657"/>
                  </a:lnTo>
                  <a:lnTo>
                    <a:pt x="5100977" y="240657"/>
                  </a:lnTo>
                  <a:lnTo>
                    <a:pt x="5101071" y="240657"/>
                  </a:lnTo>
                  <a:lnTo>
                    <a:pt x="5101165" y="240657"/>
                  </a:lnTo>
                  <a:lnTo>
                    <a:pt x="5101259" y="240657"/>
                  </a:lnTo>
                  <a:lnTo>
                    <a:pt x="5101353" y="240657"/>
                  </a:lnTo>
                  <a:lnTo>
                    <a:pt x="5101448" y="240657"/>
                  </a:lnTo>
                  <a:lnTo>
                    <a:pt x="5101542" y="240657"/>
                  </a:lnTo>
                  <a:lnTo>
                    <a:pt x="5101636" y="240657"/>
                  </a:lnTo>
                  <a:lnTo>
                    <a:pt x="5101730" y="240657"/>
                  </a:lnTo>
                  <a:lnTo>
                    <a:pt x="5101824" y="240657"/>
                  </a:lnTo>
                  <a:lnTo>
                    <a:pt x="5101918" y="240657"/>
                  </a:lnTo>
                  <a:lnTo>
                    <a:pt x="5102012" y="240657"/>
                  </a:lnTo>
                  <a:lnTo>
                    <a:pt x="5102107" y="240657"/>
                  </a:lnTo>
                  <a:lnTo>
                    <a:pt x="5102201" y="240657"/>
                  </a:lnTo>
                  <a:lnTo>
                    <a:pt x="5102295" y="240657"/>
                  </a:lnTo>
                  <a:lnTo>
                    <a:pt x="5102389" y="240657"/>
                  </a:lnTo>
                  <a:lnTo>
                    <a:pt x="5102483" y="240657"/>
                  </a:lnTo>
                  <a:lnTo>
                    <a:pt x="5102577" y="240657"/>
                  </a:lnTo>
                  <a:lnTo>
                    <a:pt x="5102672" y="240657"/>
                  </a:lnTo>
                  <a:lnTo>
                    <a:pt x="5102766" y="240657"/>
                  </a:lnTo>
                  <a:lnTo>
                    <a:pt x="5102860" y="240657"/>
                  </a:lnTo>
                  <a:lnTo>
                    <a:pt x="5102954" y="240657"/>
                  </a:lnTo>
                  <a:lnTo>
                    <a:pt x="5103048" y="240657"/>
                  </a:lnTo>
                  <a:lnTo>
                    <a:pt x="5103142" y="240657"/>
                  </a:lnTo>
                  <a:lnTo>
                    <a:pt x="5103236" y="240657"/>
                  </a:lnTo>
                  <a:lnTo>
                    <a:pt x="5103331" y="240657"/>
                  </a:lnTo>
                  <a:lnTo>
                    <a:pt x="5103425" y="240657"/>
                  </a:lnTo>
                  <a:lnTo>
                    <a:pt x="5103519" y="240657"/>
                  </a:lnTo>
                  <a:lnTo>
                    <a:pt x="5103613" y="240657"/>
                  </a:lnTo>
                  <a:lnTo>
                    <a:pt x="5103707" y="240657"/>
                  </a:lnTo>
                  <a:lnTo>
                    <a:pt x="5103801" y="240657"/>
                  </a:lnTo>
                  <a:lnTo>
                    <a:pt x="5103896" y="240657"/>
                  </a:lnTo>
                  <a:lnTo>
                    <a:pt x="5103990" y="240657"/>
                  </a:lnTo>
                  <a:lnTo>
                    <a:pt x="5104084" y="240657"/>
                  </a:lnTo>
                  <a:lnTo>
                    <a:pt x="5104178" y="240657"/>
                  </a:lnTo>
                  <a:lnTo>
                    <a:pt x="5104272" y="240657"/>
                  </a:lnTo>
                  <a:lnTo>
                    <a:pt x="5104366" y="240657"/>
                  </a:lnTo>
                  <a:lnTo>
                    <a:pt x="5104460" y="240657"/>
                  </a:lnTo>
                  <a:lnTo>
                    <a:pt x="5104555" y="240657"/>
                  </a:lnTo>
                  <a:lnTo>
                    <a:pt x="5104649" y="240657"/>
                  </a:lnTo>
                  <a:lnTo>
                    <a:pt x="5104743" y="240657"/>
                  </a:lnTo>
                  <a:lnTo>
                    <a:pt x="5104837" y="240657"/>
                  </a:lnTo>
                  <a:lnTo>
                    <a:pt x="5104931" y="240657"/>
                  </a:lnTo>
                  <a:lnTo>
                    <a:pt x="5105025" y="240657"/>
                  </a:lnTo>
                  <a:lnTo>
                    <a:pt x="5105119" y="240657"/>
                  </a:lnTo>
                  <a:lnTo>
                    <a:pt x="5105214" y="240657"/>
                  </a:lnTo>
                  <a:lnTo>
                    <a:pt x="5105308" y="240657"/>
                  </a:lnTo>
                  <a:lnTo>
                    <a:pt x="5105402" y="240657"/>
                  </a:lnTo>
                  <a:lnTo>
                    <a:pt x="5105496" y="240657"/>
                  </a:lnTo>
                  <a:lnTo>
                    <a:pt x="5105590" y="240657"/>
                  </a:lnTo>
                  <a:lnTo>
                    <a:pt x="5105684" y="240657"/>
                  </a:lnTo>
                  <a:lnTo>
                    <a:pt x="5105779" y="240657"/>
                  </a:lnTo>
                  <a:lnTo>
                    <a:pt x="5105873" y="240657"/>
                  </a:lnTo>
                  <a:lnTo>
                    <a:pt x="5105967" y="240657"/>
                  </a:lnTo>
                  <a:lnTo>
                    <a:pt x="5106061" y="240657"/>
                  </a:lnTo>
                  <a:lnTo>
                    <a:pt x="5106155" y="240657"/>
                  </a:lnTo>
                  <a:lnTo>
                    <a:pt x="5106249" y="240657"/>
                  </a:lnTo>
                  <a:lnTo>
                    <a:pt x="5106343" y="240657"/>
                  </a:lnTo>
                  <a:lnTo>
                    <a:pt x="5106438" y="240657"/>
                  </a:lnTo>
                  <a:lnTo>
                    <a:pt x="5106532" y="240657"/>
                  </a:lnTo>
                  <a:lnTo>
                    <a:pt x="5106626" y="240657"/>
                  </a:lnTo>
                  <a:lnTo>
                    <a:pt x="5106720" y="240657"/>
                  </a:lnTo>
                  <a:lnTo>
                    <a:pt x="5106814" y="240657"/>
                  </a:lnTo>
                  <a:lnTo>
                    <a:pt x="5106908" y="240657"/>
                  </a:lnTo>
                  <a:lnTo>
                    <a:pt x="5107003" y="240657"/>
                  </a:lnTo>
                  <a:lnTo>
                    <a:pt x="5107097" y="240657"/>
                  </a:lnTo>
                  <a:lnTo>
                    <a:pt x="5107191" y="240657"/>
                  </a:lnTo>
                  <a:lnTo>
                    <a:pt x="5107285" y="240657"/>
                  </a:lnTo>
                  <a:lnTo>
                    <a:pt x="5107379" y="240657"/>
                  </a:lnTo>
                  <a:lnTo>
                    <a:pt x="5107473" y="240657"/>
                  </a:lnTo>
                  <a:lnTo>
                    <a:pt x="5107567" y="240657"/>
                  </a:lnTo>
                  <a:lnTo>
                    <a:pt x="5107662" y="240657"/>
                  </a:lnTo>
                  <a:lnTo>
                    <a:pt x="5107756" y="240657"/>
                  </a:lnTo>
                  <a:lnTo>
                    <a:pt x="5107850" y="240657"/>
                  </a:lnTo>
                  <a:lnTo>
                    <a:pt x="5107944" y="240657"/>
                  </a:lnTo>
                  <a:lnTo>
                    <a:pt x="5108038" y="240657"/>
                  </a:lnTo>
                  <a:lnTo>
                    <a:pt x="5108132" y="240657"/>
                  </a:lnTo>
                  <a:lnTo>
                    <a:pt x="5108227" y="240657"/>
                  </a:lnTo>
                  <a:lnTo>
                    <a:pt x="5108321" y="240657"/>
                  </a:lnTo>
                  <a:lnTo>
                    <a:pt x="5108415" y="240657"/>
                  </a:lnTo>
                  <a:lnTo>
                    <a:pt x="5108509" y="240657"/>
                  </a:lnTo>
                  <a:lnTo>
                    <a:pt x="5108603" y="240657"/>
                  </a:lnTo>
                  <a:lnTo>
                    <a:pt x="5108697" y="240657"/>
                  </a:lnTo>
                  <a:lnTo>
                    <a:pt x="5108791" y="240657"/>
                  </a:lnTo>
                  <a:lnTo>
                    <a:pt x="5108886" y="240657"/>
                  </a:lnTo>
                  <a:lnTo>
                    <a:pt x="5108980" y="240657"/>
                  </a:lnTo>
                  <a:lnTo>
                    <a:pt x="5109074" y="240657"/>
                  </a:lnTo>
                  <a:lnTo>
                    <a:pt x="5109168" y="240657"/>
                  </a:lnTo>
                  <a:lnTo>
                    <a:pt x="5109262" y="240657"/>
                  </a:lnTo>
                  <a:lnTo>
                    <a:pt x="5109356" y="240657"/>
                  </a:lnTo>
                  <a:lnTo>
                    <a:pt x="5109450" y="240657"/>
                  </a:lnTo>
                  <a:lnTo>
                    <a:pt x="5109545" y="240657"/>
                  </a:lnTo>
                  <a:lnTo>
                    <a:pt x="5109639" y="240657"/>
                  </a:lnTo>
                  <a:lnTo>
                    <a:pt x="5109733" y="240657"/>
                  </a:lnTo>
                  <a:lnTo>
                    <a:pt x="5109827" y="240657"/>
                  </a:lnTo>
                  <a:lnTo>
                    <a:pt x="5109921" y="240657"/>
                  </a:lnTo>
                  <a:lnTo>
                    <a:pt x="5110015" y="240657"/>
                  </a:lnTo>
                  <a:lnTo>
                    <a:pt x="5110110" y="240657"/>
                  </a:lnTo>
                  <a:lnTo>
                    <a:pt x="5110204" y="240657"/>
                  </a:lnTo>
                  <a:lnTo>
                    <a:pt x="5110298" y="240657"/>
                  </a:lnTo>
                  <a:lnTo>
                    <a:pt x="5110392" y="240657"/>
                  </a:lnTo>
                  <a:lnTo>
                    <a:pt x="5110486" y="240657"/>
                  </a:lnTo>
                  <a:lnTo>
                    <a:pt x="5110580" y="240657"/>
                  </a:lnTo>
                  <a:lnTo>
                    <a:pt x="5110674" y="240657"/>
                  </a:lnTo>
                  <a:lnTo>
                    <a:pt x="5110769" y="240657"/>
                  </a:lnTo>
                  <a:lnTo>
                    <a:pt x="5110863" y="240657"/>
                  </a:lnTo>
                  <a:lnTo>
                    <a:pt x="5110957" y="240657"/>
                  </a:lnTo>
                  <a:lnTo>
                    <a:pt x="5111051" y="240657"/>
                  </a:lnTo>
                  <a:lnTo>
                    <a:pt x="5111145" y="240657"/>
                  </a:lnTo>
                  <a:lnTo>
                    <a:pt x="5111239" y="240657"/>
                  </a:lnTo>
                  <a:lnTo>
                    <a:pt x="5111334" y="240657"/>
                  </a:lnTo>
                  <a:lnTo>
                    <a:pt x="5111428" y="240657"/>
                  </a:lnTo>
                  <a:lnTo>
                    <a:pt x="5111522" y="240657"/>
                  </a:lnTo>
                  <a:lnTo>
                    <a:pt x="5111616" y="240657"/>
                  </a:lnTo>
                  <a:lnTo>
                    <a:pt x="5111710" y="240657"/>
                  </a:lnTo>
                  <a:lnTo>
                    <a:pt x="5111804" y="240657"/>
                  </a:lnTo>
                  <a:lnTo>
                    <a:pt x="5111898" y="240657"/>
                  </a:lnTo>
                  <a:lnTo>
                    <a:pt x="5111993" y="240657"/>
                  </a:lnTo>
                  <a:lnTo>
                    <a:pt x="5112087" y="240657"/>
                  </a:lnTo>
                  <a:lnTo>
                    <a:pt x="5112181" y="240657"/>
                  </a:lnTo>
                  <a:lnTo>
                    <a:pt x="5112275" y="240657"/>
                  </a:lnTo>
                  <a:lnTo>
                    <a:pt x="5112369" y="240657"/>
                  </a:lnTo>
                  <a:lnTo>
                    <a:pt x="5112463" y="240657"/>
                  </a:lnTo>
                  <a:lnTo>
                    <a:pt x="5112558" y="240657"/>
                  </a:lnTo>
                  <a:lnTo>
                    <a:pt x="5112652" y="240657"/>
                  </a:lnTo>
                  <a:lnTo>
                    <a:pt x="5112746" y="240657"/>
                  </a:lnTo>
                  <a:lnTo>
                    <a:pt x="5112840" y="240657"/>
                  </a:lnTo>
                  <a:lnTo>
                    <a:pt x="5112934" y="240657"/>
                  </a:lnTo>
                  <a:lnTo>
                    <a:pt x="5113028" y="240657"/>
                  </a:lnTo>
                  <a:lnTo>
                    <a:pt x="5113122" y="240657"/>
                  </a:lnTo>
                  <a:lnTo>
                    <a:pt x="5113217" y="240657"/>
                  </a:lnTo>
                  <a:lnTo>
                    <a:pt x="5113311" y="240657"/>
                  </a:lnTo>
                  <a:lnTo>
                    <a:pt x="5113405" y="240657"/>
                  </a:lnTo>
                  <a:lnTo>
                    <a:pt x="5113499" y="240657"/>
                  </a:lnTo>
                  <a:lnTo>
                    <a:pt x="5113593" y="240657"/>
                  </a:lnTo>
                  <a:lnTo>
                    <a:pt x="5113687" y="240657"/>
                  </a:lnTo>
                  <a:lnTo>
                    <a:pt x="5113781" y="240657"/>
                  </a:lnTo>
                  <a:lnTo>
                    <a:pt x="5113876" y="240657"/>
                  </a:lnTo>
                  <a:lnTo>
                    <a:pt x="5113970" y="240657"/>
                  </a:lnTo>
                  <a:lnTo>
                    <a:pt x="5114064" y="240657"/>
                  </a:lnTo>
                  <a:lnTo>
                    <a:pt x="5114158" y="240657"/>
                  </a:lnTo>
                  <a:lnTo>
                    <a:pt x="5114252" y="240657"/>
                  </a:lnTo>
                  <a:lnTo>
                    <a:pt x="5114346" y="240657"/>
                  </a:lnTo>
                  <a:lnTo>
                    <a:pt x="5114441" y="240657"/>
                  </a:lnTo>
                  <a:lnTo>
                    <a:pt x="5114535" y="240657"/>
                  </a:lnTo>
                  <a:lnTo>
                    <a:pt x="5114629" y="240657"/>
                  </a:lnTo>
                  <a:lnTo>
                    <a:pt x="5114723" y="240657"/>
                  </a:lnTo>
                  <a:lnTo>
                    <a:pt x="5114817" y="240657"/>
                  </a:lnTo>
                  <a:lnTo>
                    <a:pt x="5114911" y="240657"/>
                  </a:lnTo>
                  <a:lnTo>
                    <a:pt x="5115005" y="240657"/>
                  </a:lnTo>
                  <a:lnTo>
                    <a:pt x="5115100" y="240657"/>
                  </a:lnTo>
                  <a:lnTo>
                    <a:pt x="5115194" y="240657"/>
                  </a:lnTo>
                  <a:lnTo>
                    <a:pt x="5115288" y="240657"/>
                  </a:lnTo>
                  <a:lnTo>
                    <a:pt x="5115382" y="240657"/>
                  </a:lnTo>
                  <a:lnTo>
                    <a:pt x="5115476" y="240657"/>
                  </a:lnTo>
                  <a:lnTo>
                    <a:pt x="5115570" y="240657"/>
                  </a:lnTo>
                  <a:lnTo>
                    <a:pt x="5115665" y="240657"/>
                  </a:lnTo>
                  <a:lnTo>
                    <a:pt x="5115759" y="240657"/>
                  </a:lnTo>
                  <a:lnTo>
                    <a:pt x="5115853" y="240657"/>
                  </a:lnTo>
                  <a:lnTo>
                    <a:pt x="5115947" y="240657"/>
                  </a:lnTo>
                  <a:lnTo>
                    <a:pt x="5116041" y="240657"/>
                  </a:lnTo>
                  <a:lnTo>
                    <a:pt x="5116135" y="240657"/>
                  </a:lnTo>
                  <a:lnTo>
                    <a:pt x="5116229" y="240657"/>
                  </a:lnTo>
                  <a:lnTo>
                    <a:pt x="5116324" y="240657"/>
                  </a:lnTo>
                  <a:lnTo>
                    <a:pt x="5116418" y="240657"/>
                  </a:lnTo>
                  <a:lnTo>
                    <a:pt x="5116512" y="240657"/>
                  </a:lnTo>
                  <a:lnTo>
                    <a:pt x="5116606" y="240657"/>
                  </a:lnTo>
                  <a:lnTo>
                    <a:pt x="5116700" y="240657"/>
                  </a:lnTo>
                  <a:lnTo>
                    <a:pt x="5116794" y="240657"/>
                  </a:lnTo>
                  <a:lnTo>
                    <a:pt x="5116889" y="240657"/>
                  </a:lnTo>
                  <a:lnTo>
                    <a:pt x="5116983" y="240657"/>
                  </a:lnTo>
                  <a:lnTo>
                    <a:pt x="5117077" y="240657"/>
                  </a:lnTo>
                  <a:lnTo>
                    <a:pt x="5117171" y="240657"/>
                  </a:lnTo>
                  <a:lnTo>
                    <a:pt x="5117265" y="240657"/>
                  </a:lnTo>
                  <a:lnTo>
                    <a:pt x="5117359" y="240657"/>
                  </a:lnTo>
                  <a:lnTo>
                    <a:pt x="5117453" y="240657"/>
                  </a:lnTo>
                  <a:lnTo>
                    <a:pt x="5117548" y="240657"/>
                  </a:lnTo>
                  <a:lnTo>
                    <a:pt x="5117642" y="240657"/>
                  </a:lnTo>
                  <a:lnTo>
                    <a:pt x="5117736" y="240657"/>
                  </a:lnTo>
                  <a:lnTo>
                    <a:pt x="5117830" y="240657"/>
                  </a:lnTo>
                  <a:lnTo>
                    <a:pt x="5117924" y="240657"/>
                  </a:lnTo>
                  <a:lnTo>
                    <a:pt x="5118018" y="240657"/>
                  </a:lnTo>
                  <a:lnTo>
                    <a:pt x="5118112" y="240657"/>
                  </a:lnTo>
                  <a:lnTo>
                    <a:pt x="5118207" y="240657"/>
                  </a:lnTo>
                  <a:lnTo>
                    <a:pt x="5118301" y="240657"/>
                  </a:lnTo>
                  <a:lnTo>
                    <a:pt x="5118395" y="240657"/>
                  </a:lnTo>
                  <a:lnTo>
                    <a:pt x="5118489" y="240657"/>
                  </a:lnTo>
                  <a:lnTo>
                    <a:pt x="5118583" y="240657"/>
                  </a:lnTo>
                  <a:lnTo>
                    <a:pt x="5118677" y="240657"/>
                  </a:lnTo>
                  <a:lnTo>
                    <a:pt x="5118772" y="240657"/>
                  </a:lnTo>
                  <a:lnTo>
                    <a:pt x="5118866" y="240657"/>
                  </a:lnTo>
                  <a:lnTo>
                    <a:pt x="5118960" y="240657"/>
                  </a:lnTo>
                  <a:lnTo>
                    <a:pt x="5119054" y="240657"/>
                  </a:lnTo>
                  <a:lnTo>
                    <a:pt x="5119148" y="240657"/>
                  </a:lnTo>
                  <a:lnTo>
                    <a:pt x="5119242" y="240657"/>
                  </a:lnTo>
                  <a:lnTo>
                    <a:pt x="5119336" y="240657"/>
                  </a:lnTo>
                  <a:lnTo>
                    <a:pt x="5119431" y="240657"/>
                  </a:lnTo>
                  <a:lnTo>
                    <a:pt x="5119525" y="240657"/>
                  </a:lnTo>
                  <a:lnTo>
                    <a:pt x="5119619" y="240657"/>
                  </a:lnTo>
                  <a:lnTo>
                    <a:pt x="5119713" y="240657"/>
                  </a:lnTo>
                  <a:lnTo>
                    <a:pt x="5119807" y="240657"/>
                  </a:lnTo>
                  <a:lnTo>
                    <a:pt x="5119901" y="240657"/>
                  </a:lnTo>
                  <a:lnTo>
                    <a:pt x="5119996" y="240657"/>
                  </a:lnTo>
                  <a:lnTo>
                    <a:pt x="5120090" y="240657"/>
                  </a:lnTo>
                  <a:lnTo>
                    <a:pt x="5120184" y="240657"/>
                  </a:lnTo>
                  <a:lnTo>
                    <a:pt x="5120278" y="240657"/>
                  </a:lnTo>
                  <a:lnTo>
                    <a:pt x="5120372" y="240657"/>
                  </a:lnTo>
                  <a:lnTo>
                    <a:pt x="5120466" y="240657"/>
                  </a:lnTo>
                  <a:lnTo>
                    <a:pt x="5120560" y="240657"/>
                  </a:lnTo>
                  <a:lnTo>
                    <a:pt x="5120655" y="240657"/>
                  </a:lnTo>
                  <a:lnTo>
                    <a:pt x="5120749" y="240657"/>
                  </a:lnTo>
                  <a:lnTo>
                    <a:pt x="5120843" y="240657"/>
                  </a:lnTo>
                  <a:lnTo>
                    <a:pt x="5120937" y="240657"/>
                  </a:lnTo>
                  <a:lnTo>
                    <a:pt x="5121031" y="240657"/>
                  </a:lnTo>
                  <a:lnTo>
                    <a:pt x="5121125" y="240657"/>
                  </a:lnTo>
                  <a:lnTo>
                    <a:pt x="5121220" y="240657"/>
                  </a:lnTo>
                  <a:lnTo>
                    <a:pt x="5121314" y="240657"/>
                  </a:lnTo>
                  <a:lnTo>
                    <a:pt x="5121408" y="240657"/>
                  </a:lnTo>
                  <a:lnTo>
                    <a:pt x="5121502" y="240657"/>
                  </a:lnTo>
                  <a:lnTo>
                    <a:pt x="5121596" y="240657"/>
                  </a:lnTo>
                  <a:lnTo>
                    <a:pt x="5121690" y="240657"/>
                  </a:lnTo>
                  <a:lnTo>
                    <a:pt x="5121784" y="240657"/>
                  </a:lnTo>
                  <a:lnTo>
                    <a:pt x="5121879" y="240657"/>
                  </a:lnTo>
                  <a:lnTo>
                    <a:pt x="5121973" y="240657"/>
                  </a:lnTo>
                  <a:lnTo>
                    <a:pt x="5122067" y="240657"/>
                  </a:lnTo>
                  <a:lnTo>
                    <a:pt x="5122161" y="240657"/>
                  </a:lnTo>
                  <a:lnTo>
                    <a:pt x="5122255" y="240657"/>
                  </a:lnTo>
                  <a:lnTo>
                    <a:pt x="5122349" y="240657"/>
                  </a:lnTo>
                  <a:lnTo>
                    <a:pt x="5122443" y="240657"/>
                  </a:lnTo>
                  <a:lnTo>
                    <a:pt x="5122538" y="240657"/>
                  </a:lnTo>
                  <a:lnTo>
                    <a:pt x="5122632" y="240657"/>
                  </a:lnTo>
                  <a:lnTo>
                    <a:pt x="5122726" y="240657"/>
                  </a:lnTo>
                  <a:lnTo>
                    <a:pt x="5122820" y="240657"/>
                  </a:lnTo>
                  <a:lnTo>
                    <a:pt x="5122914" y="240657"/>
                  </a:lnTo>
                  <a:lnTo>
                    <a:pt x="5123008" y="240657"/>
                  </a:lnTo>
                  <a:lnTo>
                    <a:pt x="5123103" y="240657"/>
                  </a:lnTo>
                  <a:lnTo>
                    <a:pt x="5123197" y="240657"/>
                  </a:lnTo>
                  <a:lnTo>
                    <a:pt x="5123291" y="240657"/>
                  </a:lnTo>
                  <a:lnTo>
                    <a:pt x="5123385" y="240657"/>
                  </a:lnTo>
                  <a:lnTo>
                    <a:pt x="5123479" y="240657"/>
                  </a:lnTo>
                  <a:lnTo>
                    <a:pt x="5123573" y="240657"/>
                  </a:lnTo>
                  <a:lnTo>
                    <a:pt x="5123667" y="240657"/>
                  </a:lnTo>
                  <a:lnTo>
                    <a:pt x="5123762" y="240657"/>
                  </a:lnTo>
                  <a:lnTo>
                    <a:pt x="5123856" y="240657"/>
                  </a:lnTo>
                  <a:lnTo>
                    <a:pt x="5123950" y="240657"/>
                  </a:lnTo>
                  <a:lnTo>
                    <a:pt x="5124044" y="240657"/>
                  </a:lnTo>
                  <a:lnTo>
                    <a:pt x="5124138" y="240657"/>
                  </a:lnTo>
                  <a:lnTo>
                    <a:pt x="5124232" y="240657"/>
                  </a:lnTo>
                  <a:lnTo>
                    <a:pt x="5124327" y="240657"/>
                  </a:lnTo>
                  <a:lnTo>
                    <a:pt x="5124421" y="240657"/>
                  </a:lnTo>
                  <a:lnTo>
                    <a:pt x="5124515" y="240657"/>
                  </a:lnTo>
                  <a:lnTo>
                    <a:pt x="5124609" y="240657"/>
                  </a:lnTo>
                  <a:lnTo>
                    <a:pt x="5124703" y="240657"/>
                  </a:lnTo>
                  <a:lnTo>
                    <a:pt x="5124797" y="240657"/>
                  </a:lnTo>
                  <a:lnTo>
                    <a:pt x="5124891" y="240657"/>
                  </a:lnTo>
                  <a:lnTo>
                    <a:pt x="5124986" y="240657"/>
                  </a:lnTo>
                  <a:lnTo>
                    <a:pt x="5125080" y="240657"/>
                  </a:lnTo>
                  <a:lnTo>
                    <a:pt x="5125174" y="240657"/>
                  </a:lnTo>
                  <a:lnTo>
                    <a:pt x="5125268" y="240657"/>
                  </a:lnTo>
                  <a:lnTo>
                    <a:pt x="5125362" y="240657"/>
                  </a:lnTo>
                  <a:lnTo>
                    <a:pt x="5125456" y="240657"/>
                  </a:lnTo>
                  <a:lnTo>
                    <a:pt x="5125551" y="240657"/>
                  </a:lnTo>
                  <a:lnTo>
                    <a:pt x="5125645" y="240657"/>
                  </a:lnTo>
                  <a:lnTo>
                    <a:pt x="5125739" y="240657"/>
                  </a:lnTo>
                  <a:lnTo>
                    <a:pt x="5125833" y="240657"/>
                  </a:lnTo>
                  <a:lnTo>
                    <a:pt x="5125927" y="240657"/>
                  </a:lnTo>
                  <a:lnTo>
                    <a:pt x="5126021" y="240657"/>
                  </a:lnTo>
                  <a:lnTo>
                    <a:pt x="5126115" y="240657"/>
                  </a:lnTo>
                  <a:lnTo>
                    <a:pt x="5126210" y="240657"/>
                  </a:lnTo>
                  <a:lnTo>
                    <a:pt x="5126304" y="240657"/>
                  </a:lnTo>
                  <a:lnTo>
                    <a:pt x="5126398" y="240657"/>
                  </a:lnTo>
                  <a:lnTo>
                    <a:pt x="5126492" y="240657"/>
                  </a:lnTo>
                  <a:lnTo>
                    <a:pt x="5126586" y="240657"/>
                  </a:lnTo>
                  <a:lnTo>
                    <a:pt x="5126680" y="240657"/>
                  </a:lnTo>
                  <a:lnTo>
                    <a:pt x="5126774" y="240657"/>
                  </a:lnTo>
                  <a:lnTo>
                    <a:pt x="5126869" y="240657"/>
                  </a:lnTo>
                  <a:lnTo>
                    <a:pt x="5126963" y="240657"/>
                  </a:lnTo>
                  <a:lnTo>
                    <a:pt x="5127057" y="240657"/>
                  </a:lnTo>
                  <a:lnTo>
                    <a:pt x="5127151" y="240657"/>
                  </a:lnTo>
                  <a:lnTo>
                    <a:pt x="5127245" y="240657"/>
                  </a:lnTo>
                  <a:lnTo>
                    <a:pt x="5127339" y="240657"/>
                  </a:lnTo>
                  <a:lnTo>
                    <a:pt x="5127434" y="240657"/>
                  </a:lnTo>
                  <a:lnTo>
                    <a:pt x="5127528" y="240657"/>
                  </a:lnTo>
                  <a:lnTo>
                    <a:pt x="5127622" y="240657"/>
                  </a:lnTo>
                  <a:lnTo>
                    <a:pt x="5127716" y="240657"/>
                  </a:lnTo>
                  <a:lnTo>
                    <a:pt x="5127810" y="240657"/>
                  </a:lnTo>
                  <a:lnTo>
                    <a:pt x="5127904" y="240657"/>
                  </a:lnTo>
                  <a:lnTo>
                    <a:pt x="5127998" y="240657"/>
                  </a:lnTo>
                  <a:lnTo>
                    <a:pt x="5128093" y="240657"/>
                  </a:lnTo>
                  <a:lnTo>
                    <a:pt x="5128187" y="240657"/>
                  </a:lnTo>
                  <a:lnTo>
                    <a:pt x="5128281" y="240657"/>
                  </a:lnTo>
                  <a:lnTo>
                    <a:pt x="5128375" y="240657"/>
                  </a:lnTo>
                  <a:lnTo>
                    <a:pt x="5128469" y="240657"/>
                  </a:lnTo>
                  <a:lnTo>
                    <a:pt x="5128563" y="240657"/>
                  </a:lnTo>
                  <a:lnTo>
                    <a:pt x="5128658" y="240657"/>
                  </a:lnTo>
                  <a:lnTo>
                    <a:pt x="5128752" y="240657"/>
                  </a:lnTo>
                  <a:lnTo>
                    <a:pt x="5128846" y="240657"/>
                  </a:lnTo>
                  <a:lnTo>
                    <a:pt x="5128940" y="240657"/>
                  </a:lnTo>
                  <a:lnTo>
                    <a:pt x="5129034" y="240657"/>
                  </a:lnTo>
                  <a:lnTo>
                    <a:pt x="5129128" y="240657"/>
                  </a:lnTo>
                  <a:lnTo>
                    <a:pt x="5129222" y="240657"/>
                  </a:lnTo>
                  <a:lnTo>
                    <a:pt x="5129317" y="240657"/>
                  </a:lnTo>
                  <a:lnTo>
                    <a:pt x="5129411" y="240657"/>
                  </a:lnTo>
                  <a:lnTo>
                    <a:pt x="5129505" y="240657"/>
                  </a:lnTo>
                  <a:lnTo>
                    <a:pt x="5129599" y="240657"/>
                  </a:lnTo>
                  <a:lnTo>
                    <a:pt x="5129693" y="240657"/>
                  </a:lnTo>
                  <a:lnTo>
                    <a:pt x="5129787" y="240657"/>
                  </a:lnTo>
                  <a:lnTo>
                    <a:pt x="5129882" y="240657"/>
                  </a:lnTo>
                  <a:lnTo>
                    <a:pt x="5129976" y="240657"/>
                  </a:lnTo>
                  <a:lnTo>
                    <a:pt x="5130070" y="240657"/>
                  </a:lnTo>
                  <a:lnTo>
                    <a:pt x="5130164" y="240657"/>
                  </a:lnTo>
                  <a:lnTo>
                    <a:pt x="5130258" y="240657"/>
                  </a:lnTo>
                  <a:lnTo>
                    <a:pt x="5130352" y="240657"/>
                  </a:lnTo>
                  <a:lnTo>
                    <a:pt x="5130446" y="240657"/>
                  </a:lnTo>
                  <a:lnTo>
                    <a:pt x="5130541" y="240657"/>
                  </a:lnTo>
                  <a:lnTo>
                    <a:pt x="5130635" y="240657"/>
                  </a:lnTo>
                  <a:lnTo>
                    <a:pt x="5130729" y="240657"/>
                  </a:lnTo>
                  <a:lnTo>
                    <a:pt x="5130823" y="240657"/>
                  </a:lnTo>
                  <a:lnTo>
                    <a:pt x="5130917" y="240657"/>
                  </a:lnTo>
                  <a:lnTo>
                    <a:pt x="5131011" y="240657"/>
                  </a:lnTo>
                  <a:lnTo>
                    <a:pt x="5131105" y="240657"/>
                  </a:lnTo>
                  <a:lnTo>
                    <a:pt x="5131200" y="240657"/>
                  </a:lnTo>
                  <a:lnTo>
                    <a:pt x="5131200" y="235745"/>
                  </a:lnTo>
                  <a:lnTo>
                    <a:pt x="5131294" y="235745"/>
                  </a:lnTo>
                  <a:lnTo>
                    <a:pt x="5131388" y="235745"/>
                  </a:lnTo>
                  <a:lnTo>
                    <a:pt x="5131482" y="235745"/>
                  </a:lnTo>
                  <a:lnTo>
                    <a:pt x="5131576" y="235745"/>
                  </a:lnTo>
                  <a:lnTo>
                    <a:pt x="5131670" y="235745"/>
                  </a:lnTo>
                  <a:lnTo>
                    <a:pt x="5131765" y="235745"/>
                  </a:lnTo>
                  <a:lnTo>
                    <a:pt x="5131859" y="235745"/>
                  </a:lnTo>
                  <a:lnTo>
                    <a:pt x="5131953" y="235745"/>
                  </a:lnTo>
                  <a:lnTo>
                    <a:pt x="5132047" y="235745"/>
                  </a:lnTo>
                  <a:lnTo>
                    <a:pt x="5132141" y="235745"/>
                  </a:lnTo>
                  <a:lnTo>
                    <a:pt x="5132235" y="235745"/>
                  </a:lnTo>
                  <a:lnTo>
                    <a:pt x="5132329" y="235745"/>
                  </a:lnTo>
                  <a:lnTo>
                    <a:pt x="5132424" y="235745"/>
                  </a:lnTo>
                  <a:lnTo>
                    <a:pt x="5132518" y="235745"/>
                  </a:lnTo>
                  <a:lnTo>
                    <a:pt x="5132612" y="235745"/>
                  </a:lnTo>
                  <a:lnTo>
                    <a:pt x="5132706" y="235745"/>
                  </a:lnTo>
                  <a:lnTo>
                    <a:pt x="5132800" y="235745"/>
                  </a:lnTo>
                  <a:lnTo>
                    <a:pt x="5132894" y="235745"/>
                  </a:lnTo>
                  <a:lnTo>
                    <a:pt x="5132989" y="235745"/>
                  </a:lnTo>
                  <a:lnTo>
                    <a:pt x="5133083" y="235745"/>
                  </a:lnTo>
                  <a:lnTo>
                    <a:pt x="5133177" y="235745"/>
                  </a:lnTo>
                  <a:lnTo>
                    <a:pt x="5133271" y="235745"/>
                  </a:lnTo>
                  <a:lnTo>
                    <a:pt x="5133365" y="235745"/>
                  </a:lnTo>
                  <a:lnTo>
                    <a:pt x="5133459" y="235745"/>
                  </a:lnTo>
                  <a:lnTo>
                    <a:pt x="5133553" y="235745"/>
                  </a:lnTo>
                  <a:lnTo>
                    <a:pt x="5133648" y="235745"/>
                  </a:lnTo>
                  <a:lnTo>
                    <a:pt x="5133742" y="235745"/>
                  </a:lnTo>
                  <a:lnTo>
                    <a:pt x="5133836" y="235745"/>
                  </a:lnTo>
                  <a:lnTo>
                    <a:pt x="5133930" y="235745"/>
                  </a:lnTo>
                  <a:lnTo>
                    <a:pt x="5134024" y="235745"/>
                  </a:lnTo>
                  <a:lnTo>
                    <a:pt x="5134118" y="235745"/>
                  </a:lnTo>
                  <a:lnTo>
                    <a:pt x="5134213" y="235745"/>
                  </a:lnTo>
                  <a:lnTo>
                    <a:pt x="5134307" y="235745"/>
                  </a:lnTo>
                  <a:lnTo>
                    <a:pt x="5134401" y="235745"/>
                  </a:lnTo>
                  <a:lnTo>
                    <a:pt x="5134495" y="235745"/>
                  </a:lnTo>
                  <a:lnTo>
                    <a:pt x="5134589" y="235745"/>
                  </a:lnTo>
                  <a:lnTo>
                    <a:pt x="5134683" y="235745"/>
                  </a:lnTo>
                  <a:lnTo>
                    <a:pt x="5134777" y="235745"/>
                  </a:lnTo>
                  <a:lnTo>
                    <a:pt x="5134872" y="235745"/>
                  </a:lnTo>
                  <a:lnTo>
                    <a:pt x="5134966" y="235745"/>
                  </a:lnTo>
                  <a:lnTo>
                    <a:pt x="5135060" y="235745"/>
                  </a:lnTo>
                  <a:lnTo>
                    <a:pt x="5135060" y="230834"/>
                  </a:lnTo>
                  <a:lnTo>
                    <a:pt x="5135154" y="230834"/>
                  </a:lnTo>
                  <a:lnTo>
                    <a:pt x="5135248" y="230834"/>
                  </a:lnTo>
                  <a:lnTo>
                    <a:pt x="5135342" y="230834"/>
                  </a:lnTo>
                  <a:lnTo>
                    <a:pt x="5135437" y="230834"/>
                  </a:lnTo>
                  <a:lnTo>
                    <a:pt x="5135531" y="230834"/>
                  </a:lnTo>
                  <a:lnTo>
                    <a:pt x="5135625" y="230834"/>
                  </a:lnTo>
                  <a:lnTo>
                    <a:pt x="5135719" y="230834"/>
                  </a:lnTo>
                  <a:lnTo>
                    <a:pt x="5135813" y="230834"/>
                  </a:lnTo>
                  <a:lnTo>
                    <a:pt x="5135907" y="230834"/>
                  </a:lnTo>
                  <a:lnTo>
                    <a:pt x="5136001" y="230834"/>
                  </a:lnTo>
                  <a:lnTo>
                    <a:pt x="5136096" y="230834"/>
                  </a:lnTo>
                  <a:lnTo>
                    <a:pt x="5136190" y="230834"/>
                  </a:lnTo>
                  <a:lnTo>
                    <a:pt x="5136284" y="230834"/>
                  </a:lnTo>
                  <a:lnTo>
                    <a:pt x="5136378" y="230834"/>
                  </a:lnTo>
                  <a:lnTo>
                    <a:pt x="5136472" y="230834"/>
                  </a:lnTo>
                  <a:lnTo>
                    <a:pt x="5136566" y="230834"/>
                  </a:lnTo>
                  <a:lnTo>
                    <a:pt x="5136660" y="230834"/>
                  </a:lnTo>
                  <a:lnTo>
                    <a:pt x="5136755" y="230834"/>
                  </a:lnTo>
                  <a:lnTo>
                    <a:pt x="5136849" y="230834"/>
                  </a:lnTo>
                  <a:lnTo>
                    <a:pt x="5136943" y="230834"/>
                  </a:lnTo>
                  <a:lnTo>
                    <a:pt x="5137037" y="230834"/>
                  </a:lnTo>
                  <a:lnTo>
                    <a:pt x="5137131" y="230834"/>
                  </a:lnTo>
                  <a:lnTo>
                    <a:pt x="5137225" y="230834"/>
                  </a:lnTo>
                  <a:lnTo>
                    <a:pt x="5137320" y="230834"/>
                  </a:lnTo>
                  <a:lnTo>
                    <a:pt x="5137414" y="230834"/>
                  </a:lnTo>
                  <a:lnTo>
                    <a:pt x="5137508" y="230834"/>
                  </a:lnTo>
                  <a:lnTo>
                    <a:pt x="5137602" y="230834"/>
                  </a:lnTo>
                  <a:lnTo>
                    <a:pt x="5137696" y="230834"/>
                  </a:lnTo>
                  <a:lnTo>
                    <a:pt x="5137790" y="230834"/>
                  </a:lnTo>
                  <a:lnTo>
                    <a:pt x="5137884" y="230834"/>
                  </a:lnTo>
                  <a:lnTo>
                    <a:pt x="5137979" y="230834"/>
                  </a:lnTo>
                  <a:lnTo>
                    <a:pt x="5138073" y="230834"/>
                  </a:lnTo>
                  <a:lnTo>
                    <a:pt x="5138167" y="230834"/>
                  </a:lnTo>
                  <a:lnTo>
                    <a:pt x="5138167" y="225923"/>
                  </a:lnTo>
                  <a:lnTo>
                    <a:pt x="5138261" y="225923"/>
                  </a:lnTo>
                  <a:lnTo>
                    <a:pt x="5138355" y="225923"/>
                  </a:lnTo>
                  <a:lnTo>
                    <a:pt x="5138449" y="225923"/>
                  </a:lnTo>
                  <a:lnTo>
                    <a:pt x="5138544" y="225923"/>
                  </a:lnTo>
                  <a:lnTo>
                    <a:pt x="5138638" y="225923"/>
                  </a:lnTo>
                  <a:lnTo>
                    <a:pt x="5138732" y="225923"/>
                  </a:lnTo>
                  <a:lnTo>
                    <a:pt x="5138826" y="225923"/>
                  </a:lnTo>
                  <a:lnTo>
                    <a:pt x="5138920" y="225923"/>
                  </a:lnTo>
                  <a:lnTo>
                    <a:pt x="5139014" y="225923"/>
                  </a:lnTo>
                  <a:lnTo>
                    <a:pt x="5139108" y="225923"/>
                  </a:lnTo>
                  <a:lnTo>
                    <a:pt x="5139203" y="225923"/>
                  </a:lnTo>
                  <a:lnTo>
                    <a:pt x="5139297" y="225923"/>
                  </a:lnTo>
                  <a:lnTo>
                    <a:pt x="5139391" y="225923"/>
                  </a:lnTo>
                  <a:lnTo>
                    <a:pt x="5139485" y="225923"/>
                  </a:lnTo>
                  <a:lnTo>
                    <a:pt x="5139579" y="225923"/>
                  </a:lnTo>
                  <a:lnTo>
                    <a:pt x="5139673" y="225923"/>
                  </a:lnTo>
                  <a:lnTo>
                    <a:pt x="5139768" y="225923"/>
                  </a:lnTo>
                  <a:lnTo>
                    <a:pt x="5139862" y="225923"/>
                  </a:lnTo>
                  <a:lnTo>
                    <a:pt x="5139956" y="225923"/>
                  </a:lnTo>
                  <a:lnTo>
                    <a:pt x="5140050" y="225923"/>
                  </a:lnTo>
                  <a:lnTo>
                    <a:pt x="5140144" y="225923"/>
                  </a:lnTo>
                  <a:lnTo>
                    <a:pt x="5140238" y="225923"/>
                  </a:lnTo>
                  <a:lnTo>
                    <a:pt x="5140332" y="225923"/>
                  </a:lnTo>
                  <a:lnTo>
                    <a:pt x="5140427" y="225923"/>
                  </a:lnTo>
                  <a:lnTo>
                    <a:pt x="5140521" y="225923"/>
                  </a:lnTo>
                  <a:lnTo>
                    <a:pt x="5140615" y="225923"/>
                  </a:lnTo>
                  <a:lnTo>
                    <a:pt x="5140709" y="225923"/>
                  </a:lnTo>
                  <a:lnTo>
                    <a:pt x="5140803" y="225923"/>
                  </a:lnTo>
                  <a:lnTo>
                    <a:pt x="5140897" y="225923"/>
                  </a:lnTo>
                  <a:lnTo>
                    <a:pt x="5140991" y="225923"/>
                  </a:lnTo>
                  <a:lnTo>
                    <a:pt x="5141086" y="225923"/>
                  </a:lnTo>
                  <a:lnTo>
                    <a:pt x="5141180" y="225923"/>
                  </a:lnTo>
                  <a:lnTo>
                    <a:pt x="5141274" y="225923"/>
                  </a:lnTo>
                  <a:lnTo>
                    <a:pt x="5141368" y="225923"/>
                  </a:lnTo>
                  <a:lnTo>
                    <a:pt x="5141462" y="225923"/>
                  </a:lnTo>
                  <a:lnTo>
                    <a:pt x="5141556" y="225923"/>
                  </a:lnTo>
                  <a:lnTo>
                    <a:pt x="5141651" y="225923"/>
                  </a:lnTo>
                  <a:lnTo>
                    <a:pt x="5141745" y="225923"/>
                  </a:lnTo>
                  <a:lnTo>
                    <a:pt x="5141839" y="225923"/>
                  </a:lnTo>
                  <a:lnTo>
                    <a:pt x="5141933" y="225923"/>
                  </a:lnTo>
                  <a:lnTo>
                    <a:pt x="5142027" y="225923"/>
                  </a:lnTo>
                  <a:lnTo>
                    <a:pt x="5142121" y="225923"/>
                  </a:lnTo>
                  <a:lnTo>
                    <a:pt x="5142215" y="225923"/>
                  </a:lnTo>
                  <a:lnTo>
                    <a:pt x="5142310" y="225923"/>
                  </a:lnTo>
                  <a:lnTo>
                    <a:pt x="5142404" y="225923"/>
                  </a:lnTo>
                  <a:lnTo>
                    <a:pt x="5142498" y="225923"/>
                  </a:lnTo>
                  <a:lnTo>
                    <a:pt x="5142592" y="225923"/>
                  </a:lnTo>
                  <a:lnTo>
                    <a:pt x="5142686" y="225923"/>
                  </a:lnTo>
                  <a:lnTo>
                    <a:pt x="5142780" y="225923"/>
                  </a:lnTo>
                  <a:lnTo>
                    <a:pt x="5142875" y="225923"/>
                  </a:lnTo>
                  <a:lnTo>
                    <a:pt x="5142969" y="225923"/>
                  </a:lnTo>
                  <a:lnTo>
                    <a:pt x="5143063" y="225923"/>
                  </a:lnTo>
                  <a:lnTo>
                    <a:pt x="5143157" y="225923"/>
                  </a:lnTo>
                  <a:lnTo>
                    <a:pt x="5143251" y="225923"/>
                  </a:lnTo>
                  <a:lnTo>
                    <a:pt x="5143345" y="225923"/>
                  </a:lnTo>
                  <a:lnTo>
                    <a:pt x="5143439" y="225923"/>
                  </a:lnTo>
                  <a:lnTo>
                    <a:pt x="5143534" y="225923"/>
                  </a:lnTo>
                  <a:lnTo>
                    <a:pt x="5143628" y="225923"/>
                  </a:lnTo>
                  <a:lnTo>
                    <a:pt x="5143722" y="225923"/>
                  </a:lnTo>
                  <a:lnTo>
                    <a:pt x="5143816" y="225923"/>
                  </a:lnTo>
                  <a:lnTo>
                    <a:pt x="5143910" y="225923"/>
                  </a:lnTo>
                  <a:lnTo>
                    <a:pt x="5144004" y="225923"/>
                  </a:lnTo>
                  <a:lnTo>
                    <a:pt x="5144099" y="225923"/>
                  </a:lnTo>
                  <a:lnTo>
                    <a:pt x="5144193" y="225923"/>
                  </a:lnTo>
                  <a:lnTo>
                    <a:pt x="5144287" y="225923"/>
                  </a:lnTo>
                  <a:lnTo>
                    <a:pt x="5144381" y="225923"/>
                  </a:lnTo>
                  <a:lnTo>
                    <a:pt x="5144475" y="225923"/>
                  </a:lnTo>
                  <a:lnTo>
                    <a:pt x="5144569" y="225923"/>
                  </a:lnTo>
                  <a:lnTo>
                    <a:pt x="5144663" y="225923"/>
                  </a:lnTo>
                  <a:lnTo>
                    <a:pt x="5144758" y="225923"/>
                  </a:lnTo>
                  <a:lnTo>
                    <a:pt x="5144852" y="225923"/>
                  </a:lnTo>
                  <a:lnTo>
                    <a:pt x="5144946" y="225923"/>
                  </a:lnTo>
                  <a:lnTo>
                    <a:pt x="5145040" y="225923"/>
                  </a:lnTo>
                  <a:lnTo>
                    <a:pt x="5145134" y="225923"/>
                  </a:lnTo>
                  <a:lnTo>
                    <a:pt x="5145228" y="225923"/>
                  </a:lnTo>
                  <a:lnTo>
                    <a:pt x="5145322" y="225923"/>
                  </a:lnTo>
                  <a:lnTo>
                    <a:pt x="5145417" y="225923"/>
                  </a:lnTo>
                  <a:lnTo>
                    <a:pt x="5145511" y="225923"/>
                  </a:lnTo>
                  <a:lnTo>
                    <a:pt x="5145605" y="225923"/>
                  </a:lnTo>
                  <a:lnTo>
                    <a:pt x="5145699" y="225923"/>
                  </a:lnTo>
                  <a:lnTo>
                    <a:pt x="5145793" y="225923"/>
                  </a:lnTo>
                  <a:lnTo>
                    <a:pt x="5145887" y="225923"/>
                  </a:lnTo>
                  <a:lnTo>
                    <a:pt x="5145982" y="225923"/>
                  </a:lnTo>
                  <a:lnTo>
                    <a:pt x="5146076" y="225923"/>
                  </a:lnTo>
                  <a:lnTo>
                    <a:pt x="5146170" y="225923"/>
                  </a:lnTo>
                  <a:lnTo>
                    <a:pt x="5146264" y="225923"/>
                  </a:lnTo>
                  <a:lnTo>
                    <a:pt x="5146358" y="225923"/>
                  </a:lnTo>
                  <a:lnTo>
                    <a:pt x="5146452" y="225923"/>
                  </a:lnTo>
                  <a:lnTo>
                    <a:pt x="5146546" y="225923"/>
                  </a:lnTo>
                  <a:lnTo>
                    <a:pt x="5146641" y="225923"/>
                  </a:lnTo>
                  <a:lnTo>
                    <a:pt x="5146735" y="225923"/>
                  </a:lnTo>
                  <a:lnTo>
                    <a:pt x="5146829" y="225923"/>
                  </a:lnTo>
                  <a:lnTo>
                    <a:pt x="5146923" y="225923"/>
                  </a:lnTo>
                  <a:lnTo>
                    <a:pt x="5147017" y="225923"/>
                  </a:lnTo>
                  <a:lnTo>
                    <a:pt x="5147111" y="225923"/>
                  </a:lnTo>
                  <a:lnTo>
                    <a:pt x="5147206" y="225923"/>
                  </a:lnTo>
                  <a:lnTo>
                    <a:pt x="5147300" y="225923"/>
                  </a:lnTo>
                  <a:lnTo>
                    <a:pt x="5147394" y="225923"/>
                  </a:lnTo>
                  <a:lnTo>
                    <a:pt x="5147488" y="225923"/>
                  </a:lnTo>
                  <a:lnTo>
                    <a:pt x="5147582" y="225923"/>
                  </a:lnTo>
                  <a:lnTo>
                    <a:pt x="5147676" y="225923"/>
                  </a:lnTo>
                  <a:lnTo>
                    <a:pt x="5147770" y="225923"/>
                  </a:lnTo>
                  <a:lnTo>
                    <a:pt x="5147865" y="225923"/>
                  </a:lnTo>
                  <a:lnTo>
                    <a:pt x="5147959" y="225923"/>
                  </a:lnTo>
                  <a:lnTo>
                    <a:pt x="5148053" y="225923"/>
                  </a:lnTo>
                  <a:lnTo>
                    <a:pt x="5148147" y="225923"/>
                  </a:lnTo>
                  <a:lnTo>
                    <a:pt x="5148241" y="225923"/>
                  </a:lnTo>
                  <a:lnTo>
                    <a:pt x="5148335" y="225923"/>
                  </a:lnTo>
                  <a:lnTo>
                    <a:pt x="5148430" y="225923"/>
                  </a:lnTo>
                  <a:lnTo>
                    <a:pt x="5148524" y="225923"/>
                  </a:lnTo>
                  <a:lnTo>
                    <a:pt x="5148618" y="225923"/>
                  </a:lnTo>
                  <a:lnTo>
                    <a:pt x="5148712" y="225923"/>
                  </a:lnTo>
                  <a:lnTo>
                    <a:pt x="5148806" y="225923"/>
                  </a:lnTo>
                  <a:lnTo>
                    <a:pt x="5148900" y="225923"/>
                  </a:lnTo>
                  <a:lnTo>
                    <a:pt x="5148994" y="225923"/>
                  </a:lnTo>
                  <a:lnTo>
                    <a:pt x="5149089" y="225923"/>
                  </a:lnTo>
                  <a:lnTo>
                    <a:pt x="5149183" y="225923"/>
                  </a:lnTo>
                  <a:lnTo>
                    <a:pt x="5149277" y="225923"/>
                  </a:lnTo>
                  <a:lnTo>
                    <a:pt x="5149371" y="225923"/>
                  </a:lnTo>
                  <a:lnTo>
                    <a:pt x="5149465" y="225923"/>
                  </a:lnTo>
                  <a:lnTo>
                    <a:pt x="5149559" y="225923"/>
                  </a:lnTo>
                  <a:lnTo>
                    <a:pt x="5149653" y="225923"/>
                  </a:lnTo>
                  <a:lnTo>
                    <a:pt x="5149748" y="225923"/>
                  </a:lnTo>
                  <a:lnTo>
                    <a:pt x="5149842" y="225923"/>
                  </a:lnTo>
                  <a:lnTo>
                    <a:pt x="5149936" y="225923"/>
                  </a:lnTo>
                  <a:lnTo>
                    <a:pt x="5150030" y="225923"/>
                  </a:lnTo>
                  <a:lnTo>
                    <a:pt x="5150124" y="225923"/>
                  </a:lnTo>
                  <a:lnTo>
                    <a:pt x="5150218" y="225923"/>
                  </a:lnTo>
                  <a:lnTo>
                    <a:pt x="5150313" y="225923"/>
                  </a:lnTo>
                  <a:lnTo>
                    <a:pt x="5150407" y="225923"/>
                  </a:lnTo>
                  <a:lnTo>
                    <a:pt x="5150501" y="225923"/>
                  </a:lnTo>
                  <a:lnTo>
                    <a:pt x="5150595" y="225923"/>
                  </a:lnTo>
                  <a:lnTo>
                    <a:pt x="5150689" y="225923"/>
                  </a:lnTo>
                  <a:lnTo>
                    <a:pt x="5150783" y="225923"/>
                  </a:lnTo>
                  <a:lnTo>
                    <a:pt x="5150877" y="225923"/>
                  </a:lnTo>
                  <a:lnTo>
                    <a:pt x="5150972" y="225923"/>
                  </a:lnTo>
                  <a:lnTo>
                    <a:pt x="5151066" y="225923"/>
                  </a:lnTo>
                  <a:lnTo>
                    <a:pt x="5151160" y="225923"/>
                  </a:lnTo>
                  <a:lnTo>
                    <a:pt x="5151254" y="225923"/>
                  </a:lnTo>
                  <a:lnTo>
                    <a:pt x="5151348" y="225923"/>
                  </a:lnTo>
                  <a:lnTo>
                    <a:pt x="5151442" y="225923"/>
                  </a:lnTo>
                  <a:lnTo>
                    <a:pt x="5151537" y="225923"/>
                  </a:lnTo>
                  <a:lnTo>
                    <a:pt x="5151631" y="225923"/>
                  </a:lnTo>
                  <a:lnTo>
                    <a:pt x="5151725" y="225923"/>
                  </a:lnTo>
                  <a:lnTo>
                    <a:pt x="5151819" y="225923"/>
                  </a:lnTo>
                  <a:lnTo>
                    <a:pt x="5151913" y="225923"/>
                  </a:lnTo>
                  <a:lnTo>
                    <a:pt x="5152007" y="225923"/>
                  </a:lnTo>
                  <a:lnTo>
                    <a:pt x="5152101" y="225923"/>
                  </a:lnTo>
                  <a:lnTo>
                    <a:pt x="5152196" y="225923"/>
                  </a:lnTo>
                  <a:lnTo>
                    <a:pt x="5152290" y="225923"/>
                  </a:lnTo>
                  <a:lnTo>
                    <a:pt x="5152384" y="225923"/>
                  </a:lnTo>
                  <a:lnTo>
                    <a:pt x="5152478" y="225923"/>
                  </a:lnTo>
                  <a:lnTo>
                    <a:pt x="5152572" y="225923"/>
                  </a:lnTo>
                  <a:lnTo>
                    <a:pt x="5152666" y="225923"/>
                  </a:lnTo>
                  <a:lnTo>
                    <a:pt x="5152761" y="225923"/>
                  </a:lnTo>
                  <a:lnTo>
                    <a:pt x="5152855" y="225923"/>
                  </a:lnTo>
                  <a:lnTo>
                    <a:pt x="5152949" y="225923"/>
                  </a:lnTo>
                  <a:lnTo>
                    <a:pt x="5153043" y="225923"/>
                  </a:lnTo>
                  <a:lnTo>
                    <a:pt x="5153137" y="225923"/>
                  </a:lnTo>
                  <a:lnTo>
                    <a:pt x="5153231" y="225923"/>
                  </a:lnTo>
                  <a:lnTo>
                    <a:pt x="5153325" y="225923"/>
                  </a:lnTo>
                  <a:lnTo>
                    <a:pt x="5153420" y="225923"/>
                  </a:lnTo>
                  <a:lnTo>
                    <a:pt x="5153514" y="225923"/>
                  </a:lnTo>
                  <a:lnTo>
                    <a:pt x="5153608" y="225923"/>
                  </a:lnTo>
                  <a:lnTo>
                    <a:pt x="5153702" y="225923"/>
                  </a:lnTo>
                  <a:lnTo>
                    <a:pt x="5153796" y="225923"/>
                  </a:lnTo>
                  <a:lnTo>
                    <a:pt x="5153890" y="225923"/>
                  </a:lnTo>
                  <a:lnTo>
                    <a:pt x="5153984" y="225923"/>
                  </a:lnTo>
                  <a:lnTo>
                    <a:pt x="5154079" y="225923"/>
                  </a:lnTo>
                  <a:lnTo>
                    <a:pt x="5154173" y="225923"/>
                  </a:lnTo>
                  <a:lnTo>
                    <a:pt x="5154267" y="225923"/>
                  </a:lnTo>
                  <a:lnTo>
                    <a:pt x="5154361" y="225923"/>
                  </a:lnTo>
                  <a:lnTo>
                    <a:pt x="5154455" y="225923"/>
                  </a:lnTo>
                  <a:lnTo>
                    <a:pt x="5154549" y="225923"/>
                  </a:lnTo>
                  <a:lnTo>
                    <a:pt x="5154644" y="225923"/>
                  </a:lnTo>
                  <a:lnTo>
                    <a:pt x="5154738" y="225923"/>
                  </a:lnTo>
                  <a:lnTo>
                    <a:pt x="5154832" y="225923"/>
                  </a:lnTo>
                  <a:lnTo>
                    <a:pt x="5154926" y="225923"/>
                  </a:lnTo>
                  <a:lnTo>
                    <a:pt x="5155020" y="225923"/>
                  </a:lnTo>
                  <a:lnTo>
                    <a:pt x="5155114" y="225923"/>
                  </a:lnTo>
                  <a:lnTo>
                    <a:pt x="5155208" y="225923"/>
                  </a:lnTo>
                  <a:lnTo>
                    <a:pt x="5155303" y="225923"/>
                  </a:lnTo>
                  <a:lnTo>
                    <a:pt x="5155397" y="225923"/>
                  </a:lnTo>
                  <a:lnTo>
                    <a:pt x="5155491" y="225923"/>
                  </a:lnTo>
                  <a:lnTo>
                    <a:pt x="5155585" y="225923"/>
                  </a:lnTo>
                  <a:lnTo>
                    <a:pt x="5155679" y="225923"/>
                  </a:lnTo>
                  <a:lnTo>
                    <a:pt x="5155773" y="225923"/>
                  </a:lnTo>
                  <a:lnTo>
                    <a:pt x="5155868" y="225923"/>
                  </a:lnTo>
                  <a:lnTo>
                    <a:pt x="5155962" y="225923"/>
                  </a:lnTo>
                  <a:lnTo>
                    <a:pt x="5156056" y="225923"/>
                  </a:lnTo>
                  <a:lnTo>
                    <a:pt x="5156150" y="225923"/>
                  </a:lnTo>
                  <a:lnTo>
                    <a:pt x="5156244" y="225923"/>
                  </a:lnTo>
                  <a:lnTo>
                    <a:pt x="5156338" y="225923"/>
                  </a:lnTo>
                  <a:lnTo>
                    <a:pt x="5156432" y="225923"/>
                  </a:lnTo>
                  <a:lnTo>
                    <a:pt x="5156527" y="225923"/>
                  </a:lnTo>
                  <a:lnTo>
                    <a:pt x="5156621" y="225923"/>
                  </a:lnTo>
                  <a:lnTo>
                    <a:pt x="5156715" y="225923"/>
                  </a:lnTo>
                  <a:lnTo>
                    <a:pt x="5156809" y="225923"/>
                  </a:lnTo>
                  <a:lnTo>
                    <a:pt x="5156903" y="225923"/>
                  </a:lnTo>
                  <a:lnTo>
                    <a:pt x="5156997" y="225923"/>
                  </a:lnTo>
                  <a:lnTo>
                    <a:pt x="5157092" y="225923"/>
                  </a:lnTo>
                  <a:lnTo>
                    <a:pt x="5157186" y="225923"/>
                  </a:lnTo>
                  <a:lnTo>
                    <a:pt x="5157280" y="225923"/>
                  </a:lnTo>
                  <a:lnTo>
                    <a:pt x="5157374" y="225923"/>
                  </a:lnTo>
                  <a:lnTo>
                    <a:pt x="5157468" y="225923"/>
                  </a:lnTo>
                  <a:lnTo>
                    <a:pt x="5157562" y="225923"/>
                  </a:lnTo>
                  <a:lnTo>
                    <a:pt x="5157656" y="225923"/>
                  </a:lnTo>
                  <a:lnTo>
                    <a:pt x="5157751" y="225923"/>
                  </a:lnTo>
                  <a:lnTo>
                    <a:pt x="5157845" y="225923"/>
                  </a:lnTo>
                  <a:lnTo>
                    <a:pt x="5157939" y="225923"/>
                  </a:lnTo>
                  <a:lnTo>
                    <a:pt x="5158033" y="225923"/>
                  </a:lnTo>
                  <a:lnTo>
                    <a:pt x="5158127" y="225923"/>
                  </a:lnTo>
                  <a:lnTo>
                    <a:pt x="5158221" y="225923"/>
                  </a:lnTo>
                  <a:lnTo>
                    <a:pt x="5158315" y="225923"/>
                  </a:lnTo>
                  <a:lnTo>
                    <a:pt x="5158410" y="225923"/>
                  </a:lnTo>
                  <a:lnTo>
                    <a:pt x="5158504" y="225923"/>
                  </a:lnTo>
                  <a:lnTo>
                    <a:pt x="5158598" y="225923"/>
                  </a:lnTo>
                  <a:lnTo>
                    <a:pt x="5158692" y="225923"/>
                  </a:lnTo>
                  <a:lnTo>
                    <a:pt x="5158786" y="225923"/>
                  </a:lnTo>
                  <a:lnTo>
                    <a:pt x="5158880" y="225923"/>
                  </a:lnTo>
                  <a:lnTo>
                    <a:pt x="5158975" y="225923"/>
                  </a:lnTo>
                  <a:lnTo>
                    <a:pt x="5159069" y="225923"/>
                  </a:lnTo>
                  <a:lnTo>
                    <a:pt x="5159163" y="225923"/>
                  </a:lnTo>
                  <a:lnTo>
                    <a:pt x="5159257" y="225923"/>
                  </a:lnTo>
                  <a:lnTo>
                    <a:pt x="5159351" y="225923"/>
                  </a:lnTo>
                  <a:lnTo>
                    <a:pt x="5159445" y="225923"/>
                  </a:lnTo>
                  <a:lnTo>
                    <a:pt x="5159539" y="225923"/>
                  </a:lnTo>
                  <a:lnTo>
                    <a:pt x="5159634" y="225923"/>
                  </a:lnTo>
                  <a:lnTo>
                    <a:pt x="5159728" y="225923"/>
                  </a:lnTo>
                  <a:lnTo>
                    <a:pt x="5159822" y="225923"/>
                  </a:lnTo>
                  <a:lnTo>
                    <a:pt x="5159916" y="225923"/>
                  </a:lnTo>
                  <a:lnTo>
                    <a:pt x="5160010" y="225923"/>
                  </a:lnTo>
                  <a:lnTo>
                    <a:pt x="5160104" y="225923"/>
                  </a:lnTo>
                  <a:lnTo>
                    <a:pt x="5160199" y="225923"/>
                  </a:lnTo>
                  <a:lnTo>
                    <a:pt x="5160293" y="225923"/>
                  </a:lnTo>
                  <a:lnTo>
                    <a:pt x="5160387" y="225923"/>
                  </a:lnTo>
                  <a:lnTo>
                    <a:pt x="5160481" y="225923"/>
                  </a:lnTo>
                  <a:lnTo>
                    <a:pt x="5160575" y="225923"/>
                  </a:lnTo>
                  <a:lnTo>
                    <a:pt x="5160669" y="225923"/>
                  </a:lnTo>
                  <a:lnTo>
                    <a:pt x="5160763" y="225923"/>
                  </a:lnTo>
                  <a:lnTo>
                    <a:pt x="5160858" y="225923"/>
                  </a:lnTo>
                  <a:lnTo>
                    <a:pt x="5160952" y="225923"/>
                  </a:lnTo>
                  <a:lnTo>
                    <a:pt x="5161046" y="225923"/>
                  </a:lnTo>
                  <a:lnTo>
                    <a:pt x="5161140" y="225923"/>
                  </a:lnTo>
                  <a:lnTo>
                    <a:pt x="5161234" y="225923"/>
                  </a:lnTo>
                  <a:lnTo>
                    <a:pt x="5161328" y="225923"/>
                  </a:lnTo>
                  <a:lnTo>
                    <a:pt x="5161423" y="225923"/>
                  </a:lnTo>
                  <a:lnTo>
                    <a:pt x="5161517" y="225923"/>
                  </a:lnTo>
                  <a:lnTo>
                    <a:pt x="5161611" y="225923"/>
                  </a:lnTo>
                  <a:lnTo>
                    <a:pt x="5161705" y="225923"/>
                  </a:lnTo>
                  <a:lnTo>
                    <a:pt x="5161799" y="225923"/>
                  </a:lnTo>
                  <a:lnTo>
                    <a:pt x="5161893" y="225923"/>
                  </a:lnTo>
                  <a:lnTo>
                    <a:pt x="5161987" y="225923"/>
                  </a:lnTo>
                  <a:lnTo>
                    <a:pt x="5162082" y="225923"/>
                  </a:lnTo>
                  <a:lnTo>
                    <a:pt x="5162176" y="225923"/>
                  </a:lnTo>
                  <a:lnTo>
                    <a:pt x="5162270" y="225923"/>
                  </a:lnTo>
                  <a:lnTo>
                    <a:pt x="5162364" y="225923"/>
                  </a:lnTo>
                  <a:lnTo>
                    <a:pt x="5162458" y="225923"/>
                  </a:lnTo>
                  <a:lnTo>
                    <a:pt x="5162458" y="221011"/>
                  </a:lnTo>
                  <a:lnTo>
                    <a:pt x="5162552" y="221011"/>
                  </a:lnTo>
                  <a:lnTo>
                    <a:pt x="5162646" y="221011"/>
                  </a:lnTo>
                  <a:lnTo>
                    <a:pt x="5162741" y="221011"/>
                  </a:lnTo>
                  <a:lnTo>
                    <a:pt x="5162835" y="221011"/>
                  </a:lnTo>
                  <a:lnTo>
                    <a:pt x="5162929" y="221011"/>
                  </a:lnTo>
                  <a:lnTo>
                    <a:pt x="5163023" y="221011"/>
                  </a:lnTo>
                  <a:lnTo>
                    <a:pt x="5163117" y="221011"/>
                  </a:lnTo>
                  <a:lnTo>
                    <a:pt x="5163211" y="221011"/>
                  </a:lnTo>
                  <a:lnTo>
                    <a:pt x="5163306" y="221011"/>
                  </a:lnTo>
                  <a:lnTo>
                    <a:pt x="5163400" y="221011"/>
                  </a:lnTo>
                  <a:lnTo>
                    <a:pt x="5163494" y="221011"/>
                  </a:lnTo>
                  <a:lnTo>
                    <a:pt x="5163588" y="221011"/>
                  </a:lnTo>
                  <a:lnTo>
                    <a:pt x="5163682" y="221011"/>
                  </a:lnTo>
                  <a:lnTo>
                    <a:pt x="5163776" y="221011"/>
                  </a:lnTo>
                  <a:lnTo>
                    <a:pt x="5163870" y="221011"/>
                  </a:lnTo>
                  <a:lnTo>
                    <a:pt x="5163965" y="221011"/>
                  </a:lnTo>
                  <a:lnTo>
                    <a:pt x="5164059" y="221011"/>
                  </a:lnTo>
                  <a:lnTo>
                    <a:pt x="5164153" y="221011"/>
                  </a:lnTo>
                  <a:lnTo>
                    <a:pt x="5164247" y="221011"/>
                  </a:lnTo>
                  <a:lnTo>
                    <a:pt x="5164341" y="221011"/>
                  </a:lnTo>
                  <a:lnTo>
                    <a:pt x="5164435" y="221011"/>
                  </a:lnTo>
                  <a:lnTo>
                    <a:pt x="5164530" y="221011"/>
                  </a:lnTo>
                  <a:lnTo>
                    <a:pt x="5164624" y="221011"/>
                  </a:lnTo>
                  <a:lnTo>
                    <a:pt x="5164718" y="221011"/>
                  </a:lnTo>
                  <a:lnTo>
                    <a:pt x="5164812" y="221011"/>
                  </a:lnTo>
                  <a:lnTo>
                    <a:pt x="5164906" y="221011"/>
                  </a:lnTo>
                  <a:lnTo>
                    <a:pt x="5165000" y="221011"/>
                  </a:lnTo>
                  <a:lnTo>
                    <a:pt x="5165094" y="221011"/>
                  </a:lnTo>
                  <a:lnTo>
                    <a:pt x="5165189" y="221011"/>
                  </a:lnTo>
                  <a:lnTo>
                    <a:pt x="5165283" y="221011"/>
                  </a:lnTo>
                  <a:lnTo>
                    <a:pt x="5165377" y="221011"/>
                  </a:lnTo>
                  <a:lnTo>
                    <a:pt x="5165471" y="221011"/>
                  </a:lnTo>
                  <a:lnTo>
                    <a:pt x="5165565" y="221011"/>
                  </a:lnTo>
                  <a:lnTo>
                    <a:pt x="5165659" y="221011"/>
                  </a:lnTo>
                  <a:lnTo>
                    <a:pt x="5165754" y="221011"/>
                  </a:lnTo>
                  <a:lnTo>
                    <a:pt x="5165848" y="221011"/>
                  </a:lnTo>
                  <a:lnTo>
                    <a:pt x="5165942" y="221011"/>
                  </a:lnTo>
                  <a:lnTo>
                    <a:pt x="5166036" y="221011"/>
                  </a:lnTo>
                  <a:lnTo>
                    <a:pt x="5166130" y="221011"/>
                  </a:lnTo>
                  <a:lnTo>
                    <a:pt x="5166224" y="221011"/>
                  </a:lnTo>
                  <a:lnTo>
                    <a:pt x="5166318" y="221011"/>
                  </a:lnTo>
                  <a:lnTo>
                    <a:pt x="5166413" y="221011"/>
                  </a:lnTo>
                  <a:lnTo>
                    <a:pt x="5166507" y="221011"/>
                  </a:lnTo>
                  <a:lnTo>
                    <a:pt x="5166601" y="221011"/>
                  </a:lnTo>
                  <a:lnTo>
                    <a:pt x="5166695" y="221011"/>
                  </a:lnTo>
                  <a:lnTo>
                    <a:pt x="5166789" y="221011"/>
                  </a:lnTo>
                  <a:lnTo>
                    <a:pt x="5166883" y="221011"/>
                  </a:lnTo>
                  <a:lnTo>
                    <a:pt x="5166977" y="221011"/>
                  </a:lnTo>
                  <a:lnTo>
                    <a:pt x="5167072" y="221011"/>
                  </a:lnTo>
                  <a:lnTo>
                    <a:pt x="5167166" y="221011"/>
                  </a:lnTo>
                  <a:lnTo>
                    <a:pt x="5167260" y="221011"/>
                  </a:lnTo>
                  <a:lnTo>
                    <a:pt x="5167354" y="221011"/>
                  </a:lnTo>
                  <a:lnTo>
                    <a:pt x="5167448" y="221011"/>
                  </a:lnTo>
                  <a:lnTo>
                    <a:pt x="5167542" y="221011"/>
                  </a:lnTo>
                  <a:lnTo>
                    <a:pt x="5167637" y="221011"/>
                  </a:lnTo>
                  <a:lnTo>
                    <a:pt x="5167731" y="221011"/>
                  </a:lnTo>
                  <a:lnTo>
                    <a:pt x="5167825" y="221011"/>
                  </a:lnTo>
                  <a:lnTo>
                    <a:pt x="5167919" y="221011"/>
                  </a:lnTo>
                  <a:lnTo>
                    <a:pt x="5168013" y="221011"/>
                  </a:lnTo>
                  <a:lnTo>
                    <a:pt x="5168107" y="221011"/>
                  </a:lnTo>
                  <a:lnTo>
                    <a:pt x="5168201" y="221011"/>
                  </a:lnTo>
                  <a:lnTo>
                    <a:pt x="5168296" y="221011"/>
                  </a:lnTo>
                  <a:lnTo>
                    <a:pt x="5168390" y="221011"/>
                  </a:lnTo>
                  <a:lnTo>
                    <a:pt x="5168484" y="221011"/>
                  </a:lnTo>
                  <a:lnTo>
                    <a:pt x="5168578" y="221011"/>
                  </a:lnTo>
                  <a:lnTo>
                    <a:pt x="5168672" y="221011"/>
                  </a:lnTo>
                  <a:lnTo>
                    <a:pt x="5168766" y="221011"/>
                  </a:lnTo>
                  <a:lnTo>
                    <a:pt x="5168861" y="221011"/>
                  </a:lnTo>
                  <a:lnTo>
                    <a:pt x="5168955" y="221011"/>
                  </a:lnTo>
                  <a:lnTo>
                    <a:pt x="5169049" y="221011"/>
                  </a:lnTo>
                  <a:lnTo>
                    <a:pt x="5169143" y="221011"/>
                  </a:lnTo>
                  <a:lnTo>
                    <a:pt x="5169237" y="221011"/>
                  </a:lnTo>
                  <a:lnTo>
                    <a:pt x="5169331" y="221011"/>
                  </a:lnTo>
                  <a:lnTo>
                    <a:pt x="5169425" y="221011"/>
                  </a:lnTo>
                  <a:lnTo>
                    <a:pt x="5169520" y="221011"/>
                  </a:lnTo>
                  <a:lnTo>
                    <a:pt x="5169614" y="221011"/>
                  </a:lnTo>
                  <a:lnTo>
                    <a:pt x="5169708" y="221011"/>
                  </a:lnTo>
                  <a:lnTo>
                    <a:pt x="5169802" y="221011"/>
                  </a:lnTo>
                  <a:lnTo>
                    <a:pt x="5169896" y="221011"/>
                  </a:lnTo>
                  <a:lnTo>
                    <a:pt x="5169990" y="221011"/>
                  </a:lnTo>
                  <a:lnTo>
                    <a:pt x="5170085" y="221011"/>
                  </a:lnTo>
                  <a:lnTo>
                    <a:pt x="5170179" y="221011"/>
                  </a:lnTo>
                  <a:lnTo>
                    <a:pt x="5170273" y="221011"/>
                  </a:lnTo>
                  <a:lnTo>
                    <a:pt x="5170367" y="221011"/>
                  </a:lnTo>
                  <a:lnTo>
                    <a:pt x="5170461" y="221011"/>
                  </a:lnTo>
                  <a:lnTo>
                    <a:pt x="5170555" y="221011"/>
                  </a:lnTo>
                  <a:lnTo>
                    <a:pt x="5170649" y="221011"/>
                  </a:lnTo>
                  <a:lnTo>
                    <a:pt x="5170744" y="221011"/>
                  </a:lnTo>
                  <a:lnTo>
                    <a:pt x="5170838" y="221011"/>
                  </a:lnTo>
                  <a:lnTo>
                    <a:pt x="5170932" y="221011"/>
                  </a:lnTo>
                  <a:lnTo>
                    <a:pt x="5171026" y="221011"/>
                  </a:lnTo>
                  <a:lnTo>
                    <a:pt x="5171120" y="221011"/>
                  </a:lnTo>
                  <a:lnTo>
                    <a:pt x="5171214" y="221011"/>
                  </a:lnTo>
                  <a:lnTo>
                    <a:pt x="5171308" y="221011"/>
                  </a:lnTo>
                  <a:lnTo>
                    <a:pt x="5171403" y="221011"/>
                  </a:lnTo>
                  <a:lnTo>
                    <a:pt x="5171497" y="221011"/>
                  </a:lnTo>
                  <a:lnTo>
                    <a:pt x="5171591" y="221011"/>
                  </a:lnTo>
                  <a:lnTo>
                    <a:pt x="5171685" y="221011"/>
                  </a:lnTo>
                  <a:lnTo>
                    <a:pt x="5171779" y="221011"/>
                  </a:lnTo>
                  <a:lnTo>
                    <a:pt x="5171873" y="221011"/>
                  </a:lnTo>
                  <a:lnTo>
                    <a:pt x="5171968" y="221011"/>
                  </a:lnTo>
                  <a:lnTo>
                    <a:pt x="5172062" y="221011"/>
                  </a:lnTo>
                  <a:lnTo>
                    <a:pt x="5172156" y="221011"/>
                  </a:lnTo>
                  <a:lnTo>
                    <a:pt x="5172250" y="221011"/>
                  </a:lnTo>
                  <a:lnTo>
                    <a:pt x="5172344" y="221011"/>
                  </a:lnTo>
                  <a:lnTo>
                    <a:pt x="5172438" y="221011"/>
                  </a:lnTo>
                  <a:lnTo>
                    <a:pt x="5172532" y="221011"/>
                  </a:lnTo>
                  <a:lnTo>
                    <a:pt x="5172627" y="221011"/>
                  </a:lnTo>
                  <a:lnTo>
                    <a:pt x="5172721" y="221011"/>
                  </a:lnTo>
                  <a:lnTo>
                    <a:pt x="5172815" y="221011"/>
                  </a:lnTo>
                  <a:lnTo>
                    <a:pt x="5172909" y="221011"/>
                  </a:lnTo>
                  <a:lnTo>
                    <a:pt x="5173003" y="221011"/>
                  </a:lnTo>
                  <a:lnTo>
                    <a:pt x="5173097" y="221011"/>
                  </a:lnTo>
                  <a:lnTo>
                    <a:pt x="5173192" y="221011"/>
                  </a:lnTo>
                  <a:lnTo>
                    <a:pt x="5173286" y="221011"/>
                  </a:lnTo>
                  <a:lnTo>
                    <a:pt x="5173380" y="221011"/>
                  </a:lnTo>
                  <a:lnTo>
                    <a:pt x="5173474" y="221011"/>
                  </a:lnTo>
                  <a:lnTo>
                    <a:pt x="5173568" y="221011"/>
                  </a:lnTo>
                  <a:lnTo>
                    <a:pt x="5173662" y="221011"/>
                  </a:lnTo>
                  <a:lnTo>
                    <a:pt x="5173756" y="221011"/>
                  </a:lnTo>
                  <a:lnTo>
                    <a:pt x="5173851" y="221011"/>
                  </a:lnTo>
                  <a:lnTo>
                    <a:pt x="5173945" y="221011"/>
                  </a:lnTo>
                  <a:lnTo>
                    <a:pt x="5174039" y="221011"/>
                  </a:lnTo>
                  <a:lnTo>
                    <a:pt x="5174133" y="221011"/>
                  </a:lnTo>
                  <a:lnTo>
                    <a:pt x="5174227" y="221011"/>
                  </a:lnTo>
                  <a:lnTo>
                    <a:pt x="5174321" y="221011"/>
                  </a:lnTo>
                  <a:lnTo>
                    <a:pt x="5174416" y="221011"/>
                  </a:lnTo>
                  <a:lnTo>
                    <a:pt x="5174510" y="221011"/>
                  </a:lnTo>
                  <a:lnTo>
                    <a:pt x="5174604" y="221011"/>
                  </a:lnTo>
                  <a:lnTo>
                    <a:pt x="5174698" y="221011"/>
                  </a:lnTo>
                  <a:lnTo>
                    <a:pt x="5174792" y="221011"/>
                  </a:lnTo>
                  <a:lnTo>
                    <a:pt x="5174886" y="221011"/>
                  </a:lnTo>
                  <a:lnTo>
                    <a:pt x="5174980" y="221011"/>
                  </a:lnTo>
                  <a:lnTo>
                    <a:pt x="5175075" y="221011"/>
                  </a:lnTo>
                  <a:lnTo>
                    <a:pt x="5175169" y="221011"/>
                  </a:lnTo>
                  <a:lnTo>
                    <a:pt x="5175263" y="221011"/>
                  </a:lnTo>
                  <a:lnTo>
                    <a:pt x="5175357" y="221011"/>
                  </a:lnTo>
                  <a:lnTo>
                    <a:pt x="5175451" y="221011"/>
                  </a:lnTo>
                  <a:lnTo>
                    <a:pt x="5175545" y="221011"/>
                  </a:lnTo>
                  <a:lnTo>
                    <a:pt x="5175639" y="221011"/>
                  </a:lnTo>
                  <a:lnTo>
                    <a:pt x="5175734" y="221011"/>
                  </a:lnTo>
                  <a:lnTo>
                    <a:pt x="5175828" y="221011"/>
                  </a:lnTo>
                  <a:lnTo>
                    <a:pt x="5175922" y="221011"/>
                  </a:lnTo>
                  <a:lnTo>
                    <a:pt x="5176016" y="221011"/>
                  </a:lnTo>
                  <a:lnTo>
                    <a:pt x="5176110" y="221011"/>
                  </a:lnTo>
                  <a:lnTo>
                    <a:pt x="5176204" y="221011"/>
                  </a:lnTo>
                  <a:lnTo>
                    <a:pt x="5176299" y="221011"/>
                  </a:lnTo>
                  <a:lnTo>
                    <a:pt x="5176393" y="221011"/>
                  </a:lnTo>
                  <a:lnTo>
                    <a:pt x="5176487" y="221011"/>
                  </a:lnTo>
                  <a:lnTo>
                    <a:pt x="5176581" y="221011"/>
                  </a:lnTo>
                  <a:lnTo>
                    <a:pt x="5176675" y="221011"/>
                  </a:lnTo>
                  <a:lnTo>
                    <a:pt x="5176769" y="221011"/>
                  </a:lnTo>
                  <a:lnTo>
                    <a:pt x="5176863" y="221011"/>
                  </a:lnTo>
                  <a:lnTo>
                    <a:pt x="5176958" y="221011"/>
                  </a:lnTo>
                  <a:lnTo>
                    <a:pt x="5177052" y="221011"/>
                  </a:lnTo>
                  <a:lnTo>
                    <a:pt x="5177146" y="221011"/>
                  </a:lnTo>
                  <a:lnTo>
                    <a:pt x="5177240" y="221011"/>
                  </a:lnTo>
                  <a:lnTo>
                    <a:pt x="5177334" y="221011"/>
                  </a:lnTo>
                  <a:lnTo>
                    <a:pt x="5177428" y="221011"/>
                  </a:lnTo>
                  <a:lnTo>
                    <a:pt x="5177523" y="221011"/>
                  </a:lnTo>
                  <a:lnTo>
                    <a:pt x="5177617" y="221011"/>
                  </a:lnTo>
                  <a:lnTo>
                    <a:pt x="5177711" y="221011"/>
                  </a:lnTo>
                  <a:lnTo>
                    <a:pt x="5177805" y="221011"/>
                  </a:lnTo>
                  <a:lnTo>
                    <a:pt x="5177899" y="221011"/>
                  </a:lnTo>
                  <a:lnTo>
                    <a:pt x="5177993" y="221011"/>
                  </a:lnTo>
                  <a:lnTo>
                    <a:pt x="5178087" y="221011"/>
                  </a:lnTo>
                  <a:lnTo>
                    <a:pt x="5178182" y="221011"/>
                  </a:lnTo>
                  <a:lnTo>
                    <a:pt x="5178276" y="221011"/>
                  </a:lnTo>
                  <a:lnTo>
                    <a:pt x="5178370" y="221011"/>
                  </a:lnTo>
                  <a:lnTo>
                    <a:pt x="5178464" y="221011"/>
                  </a:lnTo>
                  <a:lnTo>
                    <a:pt x="5178558" y="221011"/>
                  </a:lnTo>
                  <a:lnTo>
                    <a:pt x="5178652" y="221011"/>
                  </a:lnTo>
                  <a:lnTo>
                    <a:pt x="5178652" y="216100"/>
                  </a:lnTo>
                  <a:lnTo>
                    <a:pt x="5178747" y="216100"/>
                  </a:lnTo>
                  <a:lnTo>
                    <a:pt x="5178841" y="216100"/>
                  </a:lnTo>
                  <a:lnTo>
                    <a:pt x="5178935" y="216100"/>
                  </a:lnTo>
                  <a:lnTo>
                    <a:pt x="5179029" y="216100"/>
                  </a:lnTo>
                  <a:lnTo>
                    <a:pt x="5179123" y="216100"/>
                  </a:lnTo>
                  <a:lnTo>
                    <a:pt x="5179217" y="216100"/>
                  </a:lnTo>
                  <a:lnTo>
                    <a:pt x="5179311" y="216100"/>
                  </a:lnTo>
                  <a:lnTo>
                    <a:pt x="5179406" y="216100"/>
                  </a:lnTo>
                  <a:lnTo>
                    <a:pt x="5179500" y="216100"/>
                  </a:lnTo>
                  <a:lnTo>
                    <a:pt x="5179594" y="216100"/>
                  </a:lnTo>
                  <a:lnTo>
                    <a:pt x="5179688" y="216100"/>
                  </a:lnTo>
                  <a:lnTo>
                    <a:pt x="5179782" y="216100"/>
                  </a:lnTo>
                  <a:lnTo>
                    <a:pt x="5179876" y="216100"/>
                  </a:lnTo>
                  <a:lnTo>
                    <a:pt x="5179970" y="216100"/>
                  </a:lnTo>
                  <a:lnTo>
                    <a:pt x="5180065" y="216100"/>
                  </a:lnTo>
                  <a:lnTo>
                    <a:pt x="5180159" y="216100"/>
                  </a:lnTo>
                  <a:lnTo>
                    <a:pt x="5180253" y="216100"/>
                  </a:lnTo>
                  <a:lnTo>
                    <a:pt x="5180347" y="216100"/>
                  </a:lnTo>
                  <a:lnTo>
                    <a:pt x="5180441" y="216100"/>
                  </a:lnTo>
                  <a:lnTo>
                    <a:pt x="5180535" y="216100"/>
                  </a:lnTo>
                  <a:lnTo>
                    <a:pt x="5180630" y="216100"/>
                  </a:lnTo>
                  <a:lnTo>
                    <a:pt x="5180724" y="216100"/>
                  </a:lnTo>
                  <a:lnTo>
                    <a:pt x="5180818" y="216100"/>
                  </a:lnTo>
                  <a:lnTo>
                    <a:pt x="5180912" y="216100"/>
                  </a:lnTo>
                  <a:lnTo>
                    <a:pt x="5181006" y="216100"/>
                  </a:lnTo>
                  <a:lnTo>
                    <a:pt x="5181100" y="216100"/>
                  </a:lnTo>
                  <a:lnTo>
                    <a:pt x="5181194" y="216100"/>
                  </a:lnTo>
                  <a:lnTo>
                    <a:pt x="5181289" y="216100"/>
                  </a:lnTo>
                  <a:lnTo>
                    <a:pt x="5181383" y="216100"/>
                  </a:lnTo>
                  <a:lnTo>
                    <a:pt x="5181477" y="216100"/>
                  </a:lnTo>
                  <a:lnTo>
                    <a:pt x="5181571" y="216100"/>
                  </a:lnTo>
                  <a:lnTo>
                    <a:pt x="5181665" y="216100"/>
                  </a:lnTo>
                  <a:lnTo>
                    <a:pt x="5181759" y="216100"/>
                  </a:lnTo>
                  <a:lnTo>
                    <a:pt x="5181854" y="216100"/>
                  </a:lnTo>
                  <a:lnTo>
                    <a:pt x="5181948" y="216100"/>
                  </a:lnTo>
                  <a:lnTo>
                    <a:pt x="5182042" y="216100"/>
                  </a:lnTo>
                  <a:lnTo>
                    <a:pt x="5182136" y="216100"/>
                  </a:lnTo>
                  <a:lnTo>
                    <a:pt x="5182230" y="216100"/>
                  </a:lnTo>
                  <a:lnTo>
                    <a:pt x="5182324" y="216100"/>
                  </a:lnTo>
                  <a:lnTo>
                    <a:pt x="5182418" y="216100"/>
                  </a:lnTo>
                  <a:lnTo>
                    <a:pt x="5182513" y="216100"/>
                  </a:lnTo>
                  <a:lnTo>
                    <a:pt x="5182607" y="216100"/>
                  </a:lnTo>
                  <a:lnTo>
                    <a:pt x="5182701" y="216100"/>
                  </a:lnTo>
                  <a:lnTo>
                    <a:pt x="5182795" y="216100"/>
                  </a:lnTo>
                  <a:lnTo>
                    <a:pt x="5182889" y="216100"/>
                  </a:lnTo>
                  <a:lnTo>
                    <a:pt x="5182983" y="216100"/>
                  </a:lnTo>
                  <a:lnTo>
                    <a:pt x="5183078" y="216100"/>
                  </a:lnTo>
                  <a:lnTo>
                    <a:pt x="5183172" y="216100"/>
                  </a:lnTo>
                  <a:lnTo>
                    <a:pt x="5183266" y="216100"/>
                  </a:lnTo>
                  <a:lnTo>
                    <a:pt x="5183360" y="216100"/>
                  </a:lnTo>
                  <a:lnTo>
                    <a:pt x="5183454" y="216100"/>
                  </a:lnTo>
                  <a:lnTo>
                    <a:pt x="5183548" y="216100"/>
                  </a:lnTo>
                  <a:lnTo>
                    <a:pt x="5183548" y="211189"/>
                  </a:lnTo>
                  <a:lnTo>
                    <a:pt x="5183642" y="211189"/>
                  </a:lnTo>
                  <a:lnTo>
                    <a:pt x="5183737" y="211189"/>
                  </a:lnTo>
                  <a:lnTo>
                    <a:pt x="5183831" y="211189"/>
                  </a:lnTo>
                  <a:lnTo>
                    <a:pt x="5183925" y="211189"/>
                  </a:lnTo>
                  <a:lnTo>
                    <a:pt x="5184019" y="211189"/>
                  </a:lnTo>
                  <a:lnTo>
                    <a:pt x="5184113" y="211189"/>
                  </a:lnTo>
                  <a:lnTo>
                    <a:pt x="5184207" y="211189"/>
                  </a:lnTo>
                  <a:lnTo>
                    <a:pt x="5184301" y="211189"/>
                  </a:lnTo>
                  <a:lnTo>
                    <a:pt x="5184396" y="211189"/>
                  </a:lnTo>
                  <a:lnTo>
                    <a:pt x="5184490" y="211189"/>
                  </a:lnTo>
                  <a:lnTo>
                    <a:pt x="5184584" y="211189"/>
                  </a:lnTo>
                  <a:lnTo>
                    <a:pt x="5184678" y="211189"/>
                  </a:lnTo>
                  <a:lnTo>
                    <a:pt x="5184772" y="211189"/>
                  </a:lnTo>
                  <a:lnTo>
                    <a:pt x="5184866" y="211189"/>
                  </a:lnTo>
                  <a:lnTo>
                    <a:pt x="5184961" y="211189"/>
                  </a:lnTo>
                  <a:lnTo>
                    <a:pt x="5185055" y="211189"/>
                  </a:lnTo>
                  <a:lnTo>
                    <a:pt x="5185149" y="211189"/>
                  </a:lnTo>
                  <a:lnTo>
                    <a:pt x="5185243" y="211189"/>
                  </a:lnTo>
                  <a:lnTo>
                    <a:pt x="5185337" y="211189"/>
                  </a:lnTo>
                  <a:lnTo>
                    <a:pt x="5185431" y="211189"/>
                  </a:lnTo>
                  <a:lnTo>
                    <a:pt x="5185525" y="211189"/>
                  </a:lnTo>
                  <a:lnTo>
                    <a:pt x="5185620" y="211189"/>
                  </a:lnTo>
                  <a:lnTo>
                    <a:pt x="5185714" y="211189"/>
                  </a:lnTo>
                  <a:lnTo>
                    <a:pt x="5185808" y="211189"/>
                  </a:lnTo>
                  <a:lnTo>
                    <a:pt x="5185902" y="211189"/>
                  </a:lnTo>
                  <a:lnTo>
                    <a:pt x="5185996" y="211189"/>
                  </a:lnTo>
                  <a:lnTo>
                    <a:pt x="5186090" y="211189"/>
                  </a:lnTo>
                  <a:lnTo>
                    <a:pt x="5186185" y="211189"/>
                  </a:lnTo>
                  <a:lnTo>
                    <a:pt x="5186279" y="211189"/>
                  </a:lnTo>
                  <a:lnTo>
                    <a:pt x="5186373" y="211189"/>
                  </a:lnTo>
                  <a:lnTo>
                    <a:pt x="5186467" y="211189"/>
                  </a:lnTo>
                  <a:lnTo>
                    <a:pt x="5186561" y="211189"/>
                  </a:lnTo>
                  <a:lnTo>
                    <a:pt x="5186655" y="211189"/>
                  </a:lnTo>
                  <a:lnTo>
                    <a:pt x="5186749" y="211189"/>
                  </a:lnTo>
                  <a:lnTo>
                    <a:pt x="5186844" y="211189"/>
                  </a:lnTo>
                  <a:lnTo>
                    <a:pt x="5186938" y="211189"/>
                  </a:lnTo>
                  <a:lnTo>
                    <a:pt x="5187032" y="211189"/>
                  </a:lnTo>
                  <a:lnTo>
                    <a:pt x="5187126" y="211189"/>
                  </a:lnTo>
                  <a:lnTo>
                    <a:pt x="5187220" y="211189"/>
                  </a:lnTo>
                  <a:lnTo>
                    <a:pt x="5187314" y="211189"/>
                  </a:lnTo>
                  <a:lnTo>
                    <a:pt x="5187409" y="211189"/>
                  </a:lnTo>
                  <a:lnTo>
                    <a:pt x="5187503" y="211189"/>
                  </a:lnTo>
                  <a:lnTo>
                    <a:pt x="5187597" y="211189"/>
                  </a:lnTo>
                  <a:lnTo>
                    <a:pt x="5187691" y="211189"/>
                  </a:lnTo>
                  <a:lnTo>
                    <a:pt x="5187785" y="211189"/>
                  </a:lnTo>
                  <a:lnTo>
                    <a:pt x="5187879" y="211189"/>
                  </a:lnTo>
                  <a:lnTo>
                    <a:pt x="5187973" y="211189"/>
                  </a:lnTo>
                  <a:lnTo>
                    <a:pt x="5188068" y="211189"/>
                  </a:lnTo>
                  <a:lnTo>
                    <a:pt x="5188162" y="211189"/>
                  </a:lnTo>
                  <a:lnTo>
                    <a:pt x="5188256" y="211189"/>
                  </a:lnTo>
                  <a:lnTo>
                    <a:pt x="5188350" y="211189"/>
                  </a:lnTo>
                  <a:lnTo>
                    <a:pt x="5188444" y="211189"/>
                  </a:lnTo>
                  <a:lnTo>
                    <a:pt x="5188538" y="211189"/>
                  </a:lnTo>
                  <a:lnTo>
                    <a:pt x="5188632" y="211189"/>
                  </a:lnTo>
                  <a:lnTo>
                    <a:pt x="5188727" y="211189"/>
                  </a:lnTo>
                  <a:lnTo>
                    <a:pt x="5188821" y="211189"/>
                  </a:lnTo>
                  <a:lnTo>
                    <a:pt x="5188915" y="211189"/>
                  </a:lnTo>
                  <a:lnTo>
                    <a:pt x="5189009" y="211189"/>
                  </a:lnTo>
                  <a:lnTo>
                    <a:pt x="5189103" y="211189"/>
                  </a:lnTo>
                  <a:lnTo>
                    <a:pt x="5189197" y="211189"/>
                  </a:lnTo>
                  <a:lnTo>
                    <a:pt x="5189292" y="211189"/>
                  </a:lnTo>
                  <a:lnTo>
                    <a:pt x="5189386" y="211189"/>
                  </a:lnTo>
                  <a:lnTo>
                    <a:pt x="5189480" y="211189"/>
                  </a:lnTo>
                  <a:lnTo>
                    <a:pt x="5189574" y="211189"/>
                  </a:lnTo>
                  <a:lnTo>
                    <a:pt x="5189668" y="211189"/>
                  </a:lnTo>
                  <a:lnTo>
                    <a:pt x="5189762" y="211189"/>
                  </a:lnTo>
                  <a:lnTo>
                    <a:pt x="5189856" y="211189"/>
                  </a:lnTo>
                  <a:lnTo>
                    <a:pt x="5189951" y="211189"/>
                  </a:lnTo>
                  <a:lnTo>
                    <a:pt x="5190045" y="211189"/>
                  </a:lnTo>
                  <a:lnTo>
                    <a:pt x="5190139" y="211189"/>
                  </a:lnTo>
                  <a:lnTo>
                    <a:pt x="5190233" y="211189"/>
                  </a:lnTo>
                  <a:lnTo>
                    <a:pt x="5190327" y="211189"/>
                  </a:lnTo>
                  <a:lnTo>
                    <a:pt x="5190421" y="211189"/>
                  </a:lnTo>
                  <a:lnTo>
                    <a:pt x="5190516" y="211189"/>
                  </a:lnTo>
                  <a:lnTo>
                    <a:pt x="5190610" y="211189"/>
                  </a:lnTo>
                  <a:lnTo>
                    <a:pt x="5190704" y="211189"/>
                  </a:lnTo>
                  <a:lnTo>
                    <a:pt x="5190798" y="211189"/>
                  </a:lnTo>
                  <a:lnTo>
                    <a:pt x="5190892" y="211189"/>
                  </a:lnTo>
                  <a:lnTo>
                    <a:pt x="5190986" y="211189"/>
                  </a:lnTo>
                  <a:lnTo>
                    <a:pt x="5191080" y="211189"/>
                  </a:lnTo>
                  <a:lnTo>
                    <a:pt x="5191175" y="211189"/>
                  </a:lnTo>
                  <a:lnTo>
                    <a:pt x="5191269" y="211189"/>
                  </a:lnTo>
                  <a:lnTo>
                    <a:pt x="5191363" y="211189"/>
                  </a:lnTo>
                  <a:lnTo>
                    <a:pt x="5191457" y="211189"/>
                  </a:lnTo>
                  <a:lnTo>
                    <a:pt x="5191551" y="211189"/>
                  </a:lnTo>
                  <a:lnTo>
                    <a:pt x="5191645" y="211189"/>
                  </a:lnTo>
                  <a:lnTo>
                    <a:pt x="5191740" y="211189"/>
                  </a:lnTo>
                  <a:lnTo>
                    <a:pt x="5191834" y="211189"/>
                  </a:lnTo>
                  <a:lnTo>
                    <a:pt x="5191928" y="211189"/>
                  </a:lnTo>
                  <a:lnTo>
                    <a:pt x="5192022" y="211189"/>
                  </a:lnTo>
                  <a:lnTo>
                    <a:pt x="5192116" y="211189"/>
                  </a:lnTo>
                  <a:lnTo>
                    <a:pt x="5192210" y="211189"/>
                  </a:lnTo>
                  <a:lnTo>
                    <a:pt x="5192304" y="211189"/>
                  </a:lnTo>
                  <a:lnTo>
                    <a:pt x="5192399" y="211189"/>
                  </a:lnTo>
                  <a:lnTo>
                    <a:pt x="5192493" y="211189"/>
                  </a:lnTo>
                  <a:lnTo>
                    <a:pt x="5192587" y="211189"/>
                  </a:lnTo>
                  <a:lnTo>
                    <a:pt x="5192681" y="211189"/>
                  </a:lnTo>
                  <a:lnTo>
                    <a:pt x="5192775" y="211189"/>
                  </a:lnTo>
                  <a:lnTo>
                    <a:pt x="5192869" y="211189"/>
                  </a:lnTo>
                  <a:lnTo>
                    <a:pt x="5192963" y="211189"/>
                  </a:lnTo>
                  <a:lnTo>
                    <a:pt x="5193058" y="211189"/>
                  </a:lnTo>
                  <a:lnTo>
                    <a:pt x="5193152" y="211189"/>
                  </a:lnTo>
                  <a:lnTo>
                    <a:pt x="5193246" y="211189"/>
                  </a:lnTo>
                  <a:lnTo>
                    <a:pt x="5193340" y="211189"/>
                  </a:lnTo>
                  <a:lnTo>
                    <a:pt x="5193434" y="211189"/>
                  </a:lnTo>
                  <a:lnTo>
                    <a:pt x="5193528" y="211189"/>
                  </a:lnTo>
                  <a:lnTo>
                    <a:pt x="5193623" y="211189"/>
                  </a:lnTo>
                  <a:lnTo>
                    <a:pt x="5193717" y="211189"/>
                  </a:lnTo>
                  <a:lnTo>
                    <a:pt x="5193811" y="211189"/>
                  </a:lnTo>
                  <a:lnTo>
                    <a:pt x="5193905" y="211189"/>
                  </a:lnTo>
                  <a:lnTo>
                    <a:pt x="5193999" y="211189"/>
                  </a:lnTo>
                  <a:lnTo>
                    <a:pt x="5194093" y="211189"/>
                  </a:lnTo>
                  <a:lnTo>
                    <a:pt x="5194187" y="211189"/>
                  </a:lnTo>
                  <a:lnTo>
                    <a:pt x="5194282" y="211189"/>
                  </a:lnTo>
                  <a:lnTo>
                    <a:pt x="5194376" y="211189"/>
                  </a:lnTo>
                  <a:lnTo>
                    <a:pt x="5194470" y="211189"/>
                  </a:lnTo>
                  <a:lnTo>
                    <a:pt x="5194564" y="211189"/>
                  </a:lnTo>
                  <a:lnTo>
                    <a:pt x="5194658" y="211189"/>
                  </a:lnTo>
                  <a:lnTo>
                    <a:pt x="5194752" y="211189"/>
                  </a:lnTo>
                  <a:lnTo>
                    <a:pt x="5194847" y="211189"/>
                  </a:lnTo>
                  <a:lnTo>
                    <a:pt x="5194941" y="211189"/>
                  </a:lnTo>
                  <a:lnTo>
                    <a:pt x="5195035" y="211189"/>
                  </a:lnTo>
                  <a:lnTo>
                    <a:pt x="5195129" y="211189"/>
                  </a:lnTo>
                  <a:lnTo>
                    <a:pt x="5195223" y="211189"/>
                  </a:lnTo>
                  <a:lnTo>
                    <a:pt x="5195317" y="211189"/>
                  </a:lnTo>
                  <a:lnTo>
                    <a:pt x="5195411" y="211189"/>
                  </a:lnTo>
                  <a:lnTo>
                    <a:pt x="5195506" y="211189"/>
                  </a:lnTo>
                  <a:lnTo>
                    <a:pt x="5195600" y="211189"/>
                  </a:lnTo>
                  <a:lnTo>
                    <a:pt x="5195694" y="211189"/>
                  </a:lnTo>
                  <a:lnTo>
                    <a:pt x="5195788" y="211189"/>
                  </a:lnTo>
                  <a:lnTo>
                    <a:pt x="5195882" y="211189"/>
                  </a:lnTo>
                  <a:lnTo>
                    <a:pt x="5195976" y="211189"/>
                  </a:lnTo>
                  <a:lnTo>
                    <a:pt x="5196071" y="211189"/>
                  </a:lnTo>
                  <a:lnTo>
                    <a:pt x="5196165" y="211189"/>
                  </a:lnTo>
                  <a:lnTo>
                    <a:pt x="5196259" y="211189"/>
                  </a:lnTo>
                  <a:lnTo>
                    <a:pt x="5196353" y="211189"/>
                  </a:lnTo>
                  <a:lnTo>
                    <a:pt x="5196447" y="211189"/>
                  </a:lnTo>
                  <a:lnTo>
                    <a:pt x="5196541" y="211189"/>
                  </a:lnTo>
                  <a:lnTo>
                    <a:pt x="5196635" y="211189"/>
                  </a:lnTo>
                  <a:lnTo>
                    <a:pt x="5196730" y="211189"/>
                  </a:lnTo>
                  <a:lnTo>
                    <a:pt x="5196824" y="211189"/>
                  </a:lnTo>
                  <a:lnTo>
                    <a:pt x="5196918" y="211189"/>
                  </a:lnTo>
                  <a:lnTo>
                    <a:pt x="5197012" y="211189"/>
                  </a:lnTo>
                  <a:lnTo>
                    <a:pt x="5197106" y="211189"/>
                  </a:lnTo>
                  <a:lnTo>
                    <a:pt x="5197200" y="211189"/>
                  </a:lnTo>
                  <a:lnTo>
                    <a:pt x="5197294" y="211189"/>
                  </a:lnTo>
                  <a:lnTo>
                    <a:pt x="5197389" y="211189"/>
                  </a:lnTo>
                  <a:lnTo>
                    <a:pt x="5197483" y="211189"/>
                  </a:lnTo>
                  <a:lnTo>
                    <a:pt x="5197577" y="211189"/>
                  </a:lnTo>
                  <a:lnTo>
                    <a:pt x="5197671" y="211189"/>
                  </a:lnTo>
                  <a:lnTo>
                    <a:pt x="5197765" y="211189"/>
                  </a:lnTo>
                  <a:lnTo>
                    <a:pt x="5197859" y="211189"/>
                  </a:lnTo>
                  <a:lnTo>
                    <a:pt x="5197954" y="211189"/>
                  </a:lnTo>
                  <a:lnTo>
                    <a:pt x="5198048" y="211189"/>
                  </a:lnTo>
                  <a:lnTo>
                    <a:pt x="5198142" y="211189"/>
                  </a:lnTo>
                  <a:lnTo>
                    <a:pt x="5198236" y="211189"/>
                  </a:lnTo>
                  <a:lnTo>
                    <a:pt x="5198330" y="211189"/>
                  </a:lnTo>
                  <a:lnTo>
                    <a:pt x="5198424" y="211189"/>
                  </a:lnTo>
                  <a:lnTo>
                    <a:pt x="5198518" y="211189"/>
                  </a:lnTo>
                  <a:lnTo>
                    <a:pt x="5198613" y="211189"/>
                  </a:lnTo>
                  <a:lnTo>
                    <a:pt x="5198707" y="211189"/>
                  </a:lnTo>
                  <a:lnTo>
                    <a:pt x="5198801" y="211189"/>
                  </a:lnTo>
                  <a:lnTo>
                    <a:pt x="5198895" y="211189"/>
                  </a:lnTo>
                  <a:lnTo>
                    <a:pt x="5198989" y="211189"/>
                  </a:lnTo>
                  <a:lnTo>
                    <a:pt x="5199083" y="211189"/>
                  </a:lnTo>
                  <a:lnTo>
                    <a:pt x="5199178" y="211189"/>
                  </a:lnTo>
                  <a:lnTo>
                    <a:pt x="5199272" y="211189"/>
                  </a:lnTo>
                  <a:lnTo>
                    <a:pt x="5199366" y="211189"/>
                  </a:lnTo>
                  <a:lnTo>
                    <a:pt x="5199460" y="211189"/>
                  </a:lnTo>
                  <a:lnTo>
                    <a:pt x="5199554" y="211189"/>
                  </a:lnTo>
                  <a:lnTo>
                    <a:pt x="5199648" y="211189"/>
                  </a:lnTo>
                  <a:lnTo>
                    <a:pt x="5199742" y="211189"/>
                  </a:lnTo>
                  <a:lnTo>
                    <a:pt x="5199837" y="211189"/>
                  </a:lnTo>
                  <a:lnTo>
                    <a:pt x="5199931" y="211189"/>
                  </a:lnTo>
                  <a:lnTo>
                    <a:pt x="5200025" y="211189"/>
                  </a:lnTo>
                  <a:lnTo>
                    <a:pt x="5200119" y="211189"/>
                  </a:lnTo>
                  <a:lnTo>
                    <a:pt x="5200213" y="211189"/>
                  </a:lnTo>
                  <a:lnTo>
                    <a:pt x="5200307" y="211189"/>
                  </a:lnTo>
                  <a:lnTo>
                    <a:pt x="5200402" y="211189"/>
                  </a:lnTo>
                  <a:lnTo>
                    <a:pt x="5200496" y="211189"/>
                  </a:lnTo>
                  <a:lnTo>
                    <a:pt x="5200590" y="211189"/>
                  </a:lnTo>
                  <a:lnTo>
                    <a:pt x="5200684" y="211189"/>
                  </a:lnTo>
                  <a:lnTo>
                    <a:pt x="5200778" y="211189"/>
                  </a:lnTo>
                  <a:lnTo>
                    <a:pt x="5200872" y="211189"/>
                  </a:lnTo>
                  <a:lnTo>
                    <a:pt x="5200966" y="211189"/>
                  </a:lnTo>
                  <a:lnTo>
                    <a:pt x="5201061" y="211189"/>
                  </a:lnTo>
                  <a:lnTo>
                    <a:pt x="5201155" y="211189"/>
                  </a:lnTo>
                  <a:lnTo>
                    <a:pt x="5201249" y="211189"/>
                  </a:lnTo>
                  <a:lnTo>
                    <a:pt x="5201343" y="211189"/>
                  </a:lnTo>
                  <a:lnTo>
                    <a:pt x="5201437" y="211189"/>
                  </a:lnTo>
                  <a:lnTo>
                    <a:pt x="5201531" y="211189"/>
                  </a:lnTo>
                  <a:lnTo>
                    <a:pt x="5201625" y="211189"/>
                  </a:lnTo>
                  <a:lnTo>
                    <a:pt x="5201720" y="211189"/>
                  </a:lnTo>
                  <a:lnTo>
                    <a:pt x="5201814" y="211189"/>
                  </a:lnTo>
                  <a:lnTo>
                    <a:pt x="5201908" y="211189"/>
                  </a:lnTo>
                  <a:lnTo>
                    <a:pt x="5202002" y="211189"/>
                  </a:lnTo>
                  <a:lnTo>
                    <a:pt x="5202096" y="211189"/>
                  </a:lnTo>
                  <a:lnTo>
                    <a:pt x="5202190" y="211189"/>
                  </a:lnTo>
                  <a:lnTo>
                    <a:pt x="5202285" y="211189"/>
                  </a:lnTo>
                  <a:lnTo>
                    <a:pt x="5202379" y="211189"/>
                  </a:lnTo>
                  <a:lnTo>
                    <a:pt x="5202473" y="211189"/>
                  </a:lnTo>
                  <a:lnTo>
                    <a:pt x="5202567" y="211189"/>
                  </a:lnTo>
                  <a:lnTo>
                    <a:pt x="5202661" y="211189"/>
                  </a:lnTo>
                  <a:lnTo>
                    <a:pt x="5202755" y="211189"/>
                  </a:lnTo>
                  <a:lnTo>
                    <a:pt x="5202849" y="211189"/>
                  </a:lnTo>
                  <a:lnTo>
                    <a:pt x="5202944" y="211189"/>
                  </a:lnTo>
                  <a:lnTo>
                    <a:pt x="5203038" y="211189"/>
                  </a:lnTo>
                  <a:lnTo>
                    <a:pt x="5203132" y="211189"/>
                  </a:lnTo>
                  <a:lnTo>
                    <a:pt x="5203226" y="211189"/>
                  </a:lnTo>
                  <a:lnTo>
                    <a:pt x="5203320" y="211189"/>
                  </a:lnTo>
                  <a:lnTo>
                    <a:pt x="5203414" y="211189"/>
                  </a:lnTo>
                  <a:lnTo>
                    <a:pt x="5203509" y="211189"/>
                  </a:lnTo>
                  <a:lnTo>
                    <a:pt x="5203603" y="211189"/>
                  </a:lnTo>
                  <a:lnTo>
                    <a:pt x="5203697" y="211189"/>
                  </a:lnTo>
                  <a:lnTo>
                    <a:pt x="5203791" y="211189"/>
                  </a:lnTo>
                  <a:lnTo>
                    <a:pt x="5203885" y="211189"/>
                  </a:lnTo>
                  <a:lnTo>
                    <a:pt x="5203979" y="211189"/>
                  </a:lnTo>
                  <a:lnTo>
                    <a:pt x="5204073" y="211189"/>
                  </a:lnTo>
                  <a:lnTo>
                    <a:pt x="5204168" y="211189"/>
                  </a:lnTo>
                  <a:lnTo>
                    <a:pt x="5204262" y="211189"/>
                  </a:lnTo>
                  <a:lnTo>
                    <a:pt x="5204356" y="211189"/>
                  </a:lnTo>
                  <a:lnTo>
                    <a:pt x="5204450" y="211189"/>
                  </a:lnTo>
                  <a:lnTo>
                    <a:pt x="5204544" y="211189"/>
                  </a:lnTo>
                  <a:lnTo>
                    <a:pt x="5204638" y="211189"/>
                  </a:lnTo>
                  <a:lnTo>
                    <a:pt x="5204733" y="211189"/>
                  </a:lnTo>
                  <a:lnTo>
                    <a:pt x="5204827" y="211189"/>
                  </a:lnTo>
                  <a:lnTo>
                    <a:pt x="5204921" y="211189"/>
                  </a:lnTo>
                  <a:lnTo>
                    <a:pt x="5205015" y="211189"/>
                  </a:lnTo>
                  <a:lnTo>
                    <a:pt x="5205109" y="211189"/>
                  </a:lnTo>
                  <a:lnTo>
                    <a:pt x="5205203" y="211189"/>
                  </a:lnTo>
                  <a:lnTo>
                    <a:pt x="5205297" y="211189"/>
                  </a:lnTo>
                  <a:lnTo>
                    <a:pt x="5205392" y="211189"/>
                  </a:lnTo>
                  <a:lnTo>
                    <a:pt x="5205486" y="211189"/>
                  </a:lnTo>
                  <a:lnTo>
                    <a:pt x="5205486" y="206277"/>
                  </a:lnTo>
                  <a:lnTo>
                    <a:pt x="5205580" y="206277"/>
                  </a:lnTo>
                  <a:lnTo>
                    <a:pt x="5205674" y="206277"/>
                  </a:lnTo>
                  <a:lnTo>
                    <a:pt x="5205768" y="206277"/>
                  </a:lnTo>
                  <a:lnTo>
                    <a:pt x="5205862" y="206277"/>
                  </a:lnTo>
                  <a:lnTo>
                    <a:pt x="5205956" y="206277"/>
                  </a:lnTo>
                  <a:lnTo>
                    <a:pt x="5206051" y="206277"/>
                  </a:lnTo>
                  <a:lnTo>
                    <a:pt x="5206145" y="206277"/>
                  </a:lnTo>
                  <a:lnTo>
                    <a:pt x="5206239" y="206277"/>
                  </a:lnTo>
                  <a:lnTo>
                    <a:pt x="5206333" y="206277"/>
                  </a:lnTo>
                  <a:lnTo>
                    <a:pt x="5206427" y="206277"/>
                  </a:lnTo>
                  <a:lnTo>
                    <a:pt x="5206521" y="206277"/>
                  </a:lnTo>
                  <a:lnTo>
                    <a:pt x="5206616" y="206277"/>
                  </a:lnTo>
                  <a:lnTo>
                    <a:pt x="5206710" y="206277"/>
                  </a:lnTo>
                  <a:lnTo>
                    <a:pt x="5206804" y="206277"/>
                  </a:lnTo>
                  <a:lnTo>
                    <a:pt x="5206898" y="206277"/>
                  </a:lnTo>
                  <a:lnTo>
                    <a:pt x="5206992" y="206277"/>
                  </a:lnTo>
                  <a:lnTo>
                    <a:pt x="5207086" y="206277"/>
                  </a:lnTo>
                  <a:lnTo>
                    <a:pt x="5207180" y="206277"/>
                  </a:lnTo>
                  <a:lnTo>
                    <a:pt x="5207275" y="206277"/>
                  </a:lnTo>
                  <a:lnTo>
                    <a:pt x="5207369" y="206277"/>
                  </a:lnTo>
                  <a:lnTo>
                    <a:pt x="5207463" y="206277"/>
                  </a:lnTo>
                  <a:lnTo>
                    <a:pt x="5207557" y="206277"/>
                  </a:lnTo>
                  <a:lnTo>
                    <a:pt x="5207651" y="206277"/>
                  </a:lnTo>
                  <a:lnTo>
                    <a:pt x="5207745" y="206277"/>
                  </a:lnTo>
                  <a:lnTo>
                    <a:pt x="5207840" y="206277"/>
                  </a:lnTo>
                  <a:lnTo>
                    <a:pt x="5207934" y="206277"/>
                  </a:lnTo>
                  <a:lnTo>
                    <a:pt x="5208028" y="206277"/>
                  </a:lnTo>
                  <a:lnTo>
                    <a:pt x="5208122" y="206277"/>
                  </a:lnTo>
                  <a:lnTo>
                    <a:pt x="5208216" y="206277"/>
                  </a:lnTo>
                  <a:lnTo>
                    <a:pt x="5208310" y="206277"/>
                  </a:lnTo>
                  <a:lnTo>
                    <a:pt x="5208404" y="206277"/>
                  </a:lnTo>
                  <a:lnTo>
                    <a:pt x="5208499" y="206277"/>
                  </a:lnTo>
                  <a:lnTo>
                    <a:pt x="5208593" y="206277"/>
                  </a:lnTo>
                  <a:lnTo>
                    <a:pt x="5208687" y="206277"/>
                  </a:lnTo>
                  <a:lnTo>
                    <a:pt x="5208781" y="206277"/>
                  </a:lnTo>
                  <a:lnTo>
                    <a:pt x="5208875" y="206277"/>
                  </a:lnTo>
                  <a:lnTo>
                    <a:pt x="5208969" y="206277"/>
                  </a:lnTo>
                  <a:lnTo>
                    <a:pt x="5209064" y="206277"/>
                  </a:lnTo>
                  <a:lnTo>
                    <a:pt x="5209158" y="206277"/>
                  </a:lnTo>
                  <a:lnTo>
                    <a:pt x="5209252" y="206277"/>
                  </a:lnTo>
                  <a:lnTo>
                    <a:pt x="5209346" y="206277"/>
                  </a:lnTo>
                  <a:lnTo>
                    <a:pt x="5209440" y="206277"/>
                  </a:lnTo>
                  <a:lnTo>
                    <a:pt x="5209534" y="206277"/>
                  </a:lnTo>
                  <a:lnTo>
                    <a:pt x="5209628" y="206277"/>
                  </a:lnTo>
                  <a:lnTo>
                    <a:pt x="5209723" y="206277"/>
                  </a:lnTo>
                  <a:lnTo>
                    <a:pt x="5209817" y="206277"/>
                  </a:lnTo>
                  <a:lnTo>
                    <a:pt x="5209911" y="206277"/>
                  </a:lnTo>
                  <a:lnTo>
                    <a:pt x="5210005" y="206277"/>
                  </a:lnTo>
                  <a:lnTo>
                    <a:pt x="5210099" y="206277"/>
                  </a:lnTo>
                  <a:lnTo>
                    <a:pt x="5210193" y="206277"/>
                  </a:lnTo>
                  <a:lnTo>
                    <a:pt x="5210287" y="206277"/>
                  </a:lnTo>
                  <a:lnTo>
                    <a:pt x="5210382" y="206277"/>
                  </a:lnTo>
                  <a:lnTo>
                    <a:pt x="5210476" y="206277"/>
                  </a:lnTo>
                  <a:lnTo>
                    <a:pt x="5210570" y="206277"/>
                  </a:lnTo>
                  <a:lnTo>
                    <a:pt x="5210664" y="206277"/>
                  </a:lnTo>
                  <a:lnTo>
                    <a:pt x="5210758" y="206277"/>
                  </a:lnTo>
                  <a:lnTo>
                    <a:pt x="5210852" y="206277"/>
                  </a:lnTo>
                  <a:lnTo>
                    <a:pt x="5210947" y="206277"/>
                  </a:lnTo>
                  <a:lnTo>
                    <a:pt x="5211041" y="206277"/>
                  </a:lnTo>
                  <a:lnTo>
                    <a:pt x="5211135" y="206277"/>
                  </a:lnTo>
                  <a:lnTo>
                    <a:pt x="5211229" y="206277"/>
                  </a:lnTo>
                  <a:lnTo>
                    <a:pt x="5211323" y="206277"/>
                  </a:lnTo>
                  <a:lnTo>
                    <a:pt x="5211417" y="206277"/>
                  </a:lnTo>
                  <a:lnTo>
                    <a:pt x="5211511" y="206277"/>
                  </a:lnTo>
                  <a:lnTo>
                    <a:pt x="5211606" y="206277"/>
                  </a:lnTo>
                  <a:lnTo>
                    <a:pt x="5211700" y="206277"/>
                  </a:lnTo>
                  <a:lnTo>
                    <a:pt x="5211794" y="206277"/>
                  </a:lnTo>
                  <a:lnTo>
                    <a:pt x="5211888" y="206277"/>
                  </a:lnTo>
                  <a:lnTo>
                    <a:pt x="5211982" y="206277"/>
                  </a:lnTo>
                  <a:lnTo>
                    <a:pt x="5212076" y="206277"/>
                  </a:lnTo>
                  <a:lnTo>
                    <a:pt x="5212171" y="206277"/>
                  </a:lnTo>
                  <a:lnTo>
                    <a:pt x="5212265" y="206277"/>
                  </a:lnTo>
                  <a:lnTo>
                    <a:pt x="5212359" y="206277"/>
                  </a:lnTo>
                  <a:lnTo>
                    <a:pt x="5212453" y="206277"/>
                  </a:lnTo>
                  <a:lnTo>
                    <a:pt x="5212547" y="206277"/>
                  </a:lnTo>
                  <a:lnTo>
                    <a:pt x="5212641" y="206277"/>
                  </a:lnTo>
                  <a:lnTo>
                    <a:pt x="5212735" y="206277"/>
                  </a:lnTo>
                  <a:lnTo>
                    <a:pt x="5212830" y="206277"/>
                  </a:lnTo>
                  <a:lnTo>
                    <a:pt x="5212924" y="206277"/>
                  </a:lnTo>
                  <a:lnTo>
                    <a:pt x="5213018" y="206277"/>
                  </a:lnTo>
                  <a:lnTo>
                    <a:pt x="5213112" y="206277"/>
                  </a:lnTo>
                  <a:lnTo>
                    <a:pt x="5213206" y="206277"/>
                  </a:lnTo>
                  <a:lnTo>
                    <a:pt x="5213300" y="206277"/>
                  </a:lnTo>
                  <a:lnTo>
                    <a:pt x="5213395" y="206277"/>
                  </a:lnTo>
                  <a:lnTo>
                    <a:pt x="5213489" y="206277"/>
                  </a:lnTo>
                  <a:lnTo>
                    <a:pt x="5213583" y="206277"/>
                  </a:lnTo>
                  <a:lnTo>
                    <a:pt x="5213677" y="206277"/>
                  </a:lnTo>
                  <a:lnTo>
                    <a:pt x="5213771" y="206277"/>
                  </a:lnTo>
                  <a:lnTo>
                    <a:pt x="5213865" y="206277"/>
                  </a:lnTo>
                  <a:lnTo>
                    <a:pt x="5213959" y="206277"/>
                  </a:lnTo>
                  <a:lnTo>
                    <a:pt x="5214054" y="206277"/>
                  </a:lnTo>
                  <a:lnTo>
                    <a:pt x="5214148" y="206277"/>
                  </a:lnTo>
                  <a:lnTo>
                    <a:pt x="5214242" y="206277"/>
                  </a:lnTo>
                  <a:lnTo>
                    <a:pt x="5214336" y="206277"/>
                  </a:lnTo>
                  <a:lnTo>
                    <a:pt x="5214430" y="206277"/>
                  </a:lnTo>
                  <a:lnTo>
                    <a:pt x="5214524" y="206277"/>
                  </a:lnTo>
                  <a:lnTo>
                    <a:pt x="5214618" y="206277"/>
                  </a:lnTo>
                  <a:lnTo>
                    <a:pt x="5214713" y="206277"/>
                  </a:lnTo>
                  <a:lnTo>
                    <a:pt x="5214807" y="206277"/>
                  </a:lnTo>
                  <a:lnTo>
                    <a:pt x="5214901" y="206277"/>
                  </a:lnTo>
                  <a:lnTo>
                    <a:pt x="5214995" y="206277"/>
                  </a:lnTo>
                  <a:lnTo>
                    <a:pt x="5215089" y="206277"/>
                  </a:lnTo>
                  <a:lnTo>
                    <a:pt x="5215183" y="206277"/>
                  </a:lnTo>
                  <a:lnTo>
                    <a:pt x="5215278" y="206277"/>
                  </a:lnTo>
                  <a:lnTo>
                    <a:pt x="5215372" y="206277"/>
                  </a:lnTo>
                  <a:lnTo>
                    <a:pt x="5215466" y="206277"/>
                  </a:lnTo>
                  <a:lnTo>
                    <a:pt x="5215560" y="206277"/>
                  </a:lnTo>
                  <a:lnTo>
                    <a:pt x="5215654" y="206277"/>
                  </a:lnTo>
                  <a:lnTo>
                    <a:pt x="5215748" y="206277"/>
                  </a:lnTo>
                  <a:lnTo>
                    <a:pt x="5215842" y="206277"/>
                  </a:lnTo>
                  <a:lnTo>
                    <a:pt x="5215937" y="206277"/>
                  </a:lnTo>
                  <a:lnTo>
                    <a:pt x="5216031" y="206277"/>
                  </a:lnTo>
                  <a:lnTo>
                    <a:pt x="5216125" y="206277"/>
                  </a:lnTo>
                  <a:lnTo>
                    <a:pt x="5216219" y="206277"/>
                  </a:lnTo>
                  <a:lnTo>
                    <a:pt x="5216313" y="206277"/>
                  </a:lnTo>
                  <a:lnTo>
                    <a:pt x="5216407" y="206277"/>
                  </a:lnTo>
                  <a:lnTo>
                    <a:pt x="5216502" y="206277"/>
                  </a:lnTo>
                  <a:lnTo>
                    <a:pt x="5216596" y="206277"/>
                  </a:lnTo>
                  <a:lnTo>
                    <a:pt x="5216690" y="206277"/>
                  </a:lnTo>
                  <a:lnTo>
                    <a:pt x="5216784" y="206277"/>
                  </a:lnTo>
                  <a:lnTo>
                    <a:pt x="5216878" y="206277"/>
                  </a:lnTo>
                  <a:lnTo>
                    <a:pt x="5216972" y="206277"/>
                  </a:lnTo>
                  <a:lnTo>
                    <a:pt x="5217066" y="206277"/>
                  </a:lnTo>
                  <a:lnTo>
                    <a:pt x="5217161" y="206277"/>
                  </a:lnTo>
                  <a:lnTo>
                    <a:pt x="5217255" y="206277"/>
                  </a:lnTo>
                  <a:lnTo>
                    <a:pt x="5217349" y="206277"/>
                  </a:lnTo>
                  <a:lnTo>
                    <a:pt x="5217443" y="206277"/>
                  </a:lnTo>
                  <a:lnTo>
                    <a:pt x="5217537" y="206277"/>
                  </a:lnTo>
                  <a:lnTo>
                    <a:pt x="5217631" y="206277"/>
                  </a:lnTo>
                  <a:lnTo>
                    <a:pt x="5217631" y="201366"/>
                  </a:lnTo>
                  <a:lnTo>
                    <a:pt x="5217726" y="201366"/>
                  </a:lnTo>
                  <a:lnTo>
                    <a:pt x="5217820" y="201366"/>
                  </a:lnTo>
                  <a:lnTo>
                    <a:pt x="5217914" y="201366"/>
                  </a:lnTo>
                  <a:lnTo>
                    <a:pt x="5218008" y="201366"/>
                  </a:lnTo>
                  <a:lnTo>
                    <a:pt x="5218102" y="201366"/>
                  </a:lnTo>
                  <a:lnTo>
                    <a:pt x="5218196" y="201366"/>
                  </a:lnTo>
                  <a:lnTo>
                    <a:pt x="5218290" y="201366"/>
                  </a:lnTo>
                  <a:lnTo>
                    <a:pt x="5218385" y="201366"/>
                  </a:lnTo>
                  <a:lnTo>
                    <a:pt x="5218479" y="201366"/>
                  </a:lnTo>
                  <a:lnTo>
                    <a:pt x="5218573" y="201366"/>
                  </a:lnTo>
                  <a:lnTo>
                    <a:pt x="5218667" y="201366"/>
                  </a:lnTo>
                  <a:lnTo>
                    <a:pt x="5218761" y="201366"/>
                  </a:lnTo>
                  <a:lnTo>
                    <a:pt x="5218855" y="201366"/>
                  </a:lnTo>
                  <a:lnTo>
                    <a:pt x="5218949" y="201366"/>
                  </a:lnTo>
                  <a:lnTo>
                    <a:pt x="5219044" y="201366"/>
                  </a:lnTo>
                  <a:lnTo>
                    <a:pt x="5219138" y="201366"/>
                  </a:lnTo>
                  <a:lnTo>
                    <a:pt x="5219232" y="201366"/>
                  </a:lnTo>
                  <a:lnTo>
                    <a:pt x="5219326" y="201366"/>
                  </a:lnTo>
                  <a:lnTo>
                    <a:pt x="5219420" y="201366"/>
                  </a:lnTo>
                  <a:lnTo>
                    <a:pt x="5219514" y="201366"/>
                  </a:lnTo>
                  <a:lnTo>
                    <a:pt x="5219609" y="201366"/>
                  </a:lnTo>
                  <a:lnTo>
                    <a:pt x="5219703" y="201366"/>
                  </a:lnTo>
                  <a:lnTo>
                    <a:pt x="5219797" y="201366"/>
                  </a:lnTo>
                  <a:lnTo>
                    <a:pt x="5219891" y="201366"/>
                  </a:lnTo>
                  <a:lnTo>
                    <a:pt x="5219985" y="201366"/>
                  </a:lnTo>
                  <a:lnTo>
                    <a:pt x="5220079" y="201366"/>
                  </a:lnTo>
                  <a:lnTo>
                    <a:pt x="5220173" y="201366"/>
                  </a:lnTo>
                  <a:lnTo>
                    <a:pt x="5220268" y="201366"/>
                  </a:lnTo>
                  <a:lnTo>
                    <a:pt x="5220362" y="201366"/>
                  </a:lnTo>
                  <a:lnTo>
                    <a:pt x="5220456" y="201366"/>
                  </a:lnTo>
                  <a:lnTo>
                    <a:pt x="5220550" y="201366"/>
                  </a:lnTo>
                  <a:lnTo>
                    <a:pt x="5220644" y="201366"/>
                  </a:lnTo>
                  <a:lnTo>
                    <a:pt x="5220738" y="201366"/>
                  </a:lnTo>
                  <a:lnTo>
                    <a:pt x="5220833" y="201366"/>
                  </a:lnTo>
                  <a:lnTo>
                    <a:pt x="5220927" y="201366"/>
                  </a:lnTo>
                  <a:lnTo>
                    <a:pt x="5221021" y="201366"/>
                  </a:lnTo>
                  <a:lnTo>
                    <a:pt x="5221115" y="201366"/>
                  </a:lnTo>
                  <a:lnTo>
                    <a:pt x="5221209" y="201366"/>
                  </a:lnTo>
                  <a:lnTo>
                    <a:pt x="5221303" y="201366"/>
                  </a:lnTo>
                  <a:lnTo>
                    <a:pt x="5221397" y="201366"/>
                  </a:lnTo>
                  <a:lnTo>
                    <a:pt x="5221492" y="201366"/>
                  </a:lnTo>
                  <a:lnTo>
                    <a:pt x="5221586" y="201366"/>
                  </a:lnTo>
                  <a:lnTo>
                    <a:pt x="5221680" y="201366"/>
                  </a:lnTo>
                  <a:lnTo>
                    <a:pt x="5221774" y="201366"/>
                  </a:lnTo>
                  <a:lnTo>
                    <a:pt x="5221868" y="201366"/>
                  </a:lnTo>
                  <a:lnTo>
                    <a:pt x="5221962" y="201366"/>
                  </a:lnTo>
                  <a:lnTo>
                    <a:pt x="5222057" y="201366"/>
                  </a:lnTo>
                  <a:lnTo>
                    <a:pt x="5222151" y="201366"/>
                  </a:lnTo>
                  <a:lnTo>
                    <a:pt x="5222245" y="201366"/>
                  </a:lnTo>
                  <a:lnTo>
                    <a:pt x="5222339" y="201366"/>
                  </a:lnTo>
                  <a:lnTo>
                    <a:pt x="5222433" y="201366"/>
                  </a:lnTo>
                  <a:lnTo>
                    <a:pt x="5222527" y="201366"/>
                  </a:lnTo>
                  <a:lnTo>
                    <a:pt x="5222621" y="201366"/>
                  </a:lnTo>
                  <a:lnTo>
                    <a:pt x="5222716" y="201366"/>
                  </a:lnTo>
                  <a:lnTo>
                    <a:pt x="5222810" y="201366"/>
                  </a:lnTo>
                  <a:lnTo>
                    <a:pt x="5222904" y="201366"/>
                  </a:lnTo>
                  <a:lnTo>
                    <a:pt x="5222998" y="201366"/>
                  </a:lnTo>
                  <a:lnTo>
                    <a:pt x="5223092" y="201366"/>
                  </a:lnTo>
                  <a:lnTo>
                    <a:pt x="5223186" y="201366"/>
                  </a:lnTo>
                  <a:lnTo>
                    <a:pt x="5223280" y="201366"/>
                  </a:lnTo>
                  <a:lnTo>
                    <a:pt x="5223375" y="201366"/>
                  </a:lnTo>
                  <a:lnTo>
                    <a:pt x="5223469" y="201366"/>
                  </a:lnTo>
                  <a:lnTo>
                    <a:pt x="5223563" y="201366"/>
                  </a:lnTo>
                  <a:lnTo>
                    <a:pt x="5223657" y="201366"/>
                  </a:lnTo>
                  <a:lnTo>
                    <a:pt x="5223751" y="201366"/>
                  </a:lnTo>
                  <a:lnTo>
                    <a:pt x="5223845" y="201366"/>
                  </a:lnTo>
                  <a:lnTo>
                    <a:pt x="5223940" y="201366"/>
                  </a:lnTo>
                  <a:lnTo>
                    <a:pt x="5224034" y="201366"/>
                  </a:lnTo>
                  <a:lnTo>
                    <a:pt x="5224128" y="201366"/>
                  </a:lnTo>
                  <a:lnTo>
                    <a:pt x="5224222" y="201366"/>
                  </a:lnTo>
                  <a:lnTo>
                    <a:pt x="5224316" y="201366"/>
                  </a:lnTo>
                  <a:lnTo>
                    <a:pt x="5224410" y="201366"/>
                  </a:lnTo>
                  <a:lnTo>
                    <a:pt x="5224504" y="201366"/>
                  </a:lnTo>
                  <a:lnTo>
                    <a:pt x="5224599" y="201366"/>
                  </a:lnTo>
                  <a:lnTo>
                    <a:pt x="5224693" y="201366"/>
                  </a:lnTo>
                  <a:lnTo>
                    <a:pt x="5224787" y="201366"/>
                  </a:lnTo>
                  <a:lnTo>
                    <a:pt x="5224881" y="201366"/>
                  </a:lnTo>
                  <a:lnTo>
                    <a:pt x="5224975" y="201366"/>
                  </a:lnTo>
                  <a:lnTo>
                    <a:pt x="5225069" y="201366"/>
                  </a:lnTo>
                  <a:lnTo>
                    <a:pt x="5225164" y="201366"/>
                  </a:lnTo>
                  <a:lnTo>
                    <a:pt x="5225164" y="196454"/>
                  </a:lnTo>
                  <a:lnTo>
                    <a:pt x="5225258" y="196454"/>
                  </a:lnTo>
                  <a:lnTo>
                    <a:pt x="5225352" y="196454"/>
                  </a:lnTo>
                  <a:lnTo>
                    <a:pt x="5225446" y="196454"/>
                  </a:lnTo>
                  <a:lnTo>
                    <a:pt x="5225540" y="196454"/>
                  </a:lnTo>
                  <a:lnTo>
                    <a:pt x="5225634" y="196454"/>
                  </a:lnTo>
                  <a:lnTo>
                    <a:pt x="5225728" y="196454"/>
                  </a:lnTo>
                  <a:lnTo>
                    <a:pt x="5225823" y="196454"/>
                  </a:lnTo>
                  <a:lnTo>
                    <a:pt x="5225917" y="196454"/>
                  </a:lnTo>
                  <a:lnTo>
                    <a:pt x="5226011" y="196454"/>
                  </a:lnTo>
                  <a:lnTo>
                    <a:pt x="5226105" y="196454"/>
                  </a:lnTo>
                  <a:lnTo>
                    <a:pt x="5226199" y="196454"/>
                  </a:lnTo>
                  <a:lnTo>
                    <a:pt x="5226293" y="196454"/>
                  </a:lnTo>
                  <a:lnTo>
                    <a:pt x="5226388" y="196454"/>
                  </a:lnTo>
                  <a:lnTo>
                    <a:pt x="5226482" y="196454"/>
                  </a:lnTo>
                  <a:lnTo>
                    <a:pt x="5226576" y="196454"/>
                  </a:lnTo>
                  <a:lnTo>
                    <a:pt x="5226670" y="196454"/>
                  </a:lnTo>
                  <a:lnTo>
                    <a:pt x="5226764" y="196454"/>
                  </a:lnTo>
                  <a:lnTo>
                    <a:pt x="5226858" y="196454"/>
                  </a:lnTo>
                  <a:lnTo>
                    <a:pt x="5226952" y="196454"/>
                  </a:lnTo>
                  <a:lnTo>
                    <a:pt x="5227047" y="196454"/>
                  </a:lnTo>
                  <a:lnTo>
                    <a:pt x="5227141" y="196454"/>
                  </a:lnTo>
                  <a:lnTo>
                    <a:pt x="5227235" y="196454"/>
                  </a:lnTo>
                  <a:lnTo>
                    <a:pt x="5227329" y="196454"/>
                  </a:lnTo>
                  <a:lnTo>
                    <a:pt x="5227423" y="196454"/>
                  </a:lnTo>
                  <a:lnTo>
                    <a:pt x="5227517" y="196454"/>
                  </a:lnTo>
                  <a:lnTo>
                    <a:pt x="5227611" y="196454"/>
                  </a:lnTo>
                  <a:lnTo>
                    <a:pt x="5227706" y="196454"/>
                  </a:lnTo>
                  <a:lnTo>
                    <a:pt x="5227800" y="196454"/>
                  </a:lnTo>
                  <a:lnTo>
                    <a:pt x="5227894" y="196454"/>
                  </a:lnTo>
                  <a:lnTo>
                    <a:pt x="5227988" y="196454"/>
                  </a:lnTo>
                  <a:lnTo>
                    <a:pt x="5228082" y="196454"/>
                  </a:lnTo>
                  <a:lnTo>
                    <a:pt x="5228176" y="196454"/>
                  </a:lnTo>
                  <a:lnTo>
                    <a:pt x="5228271" y="196454"/>
                  </a:lnTo>
                  <a:lnTo>
                    <a:pt x="5228365" y="196454"/>
                  </a:lnTo>
                  <a:lnTo>
                    <a:pt x="5228459" y="196454"/>
                  </a:lnTo>
                  <a:lnTo>
                    <a:pt x="5228553" y="196454"/>
                  </a:lnTo>
                  <a:lnTo>
                    <a:pt x="5228647" y="196454"/>
                  </a:lnTo>
                  <a:lnTo>
                    <a:pt x="5228741" y="196454"/>
                  </a:lnTo>
                  <a:lnTo>
                    <a:pt x="5228835" y="196454"/>
                  </a:lnTo>
                  <a:lnTo>
                    <a:pt x="5228930" y="196454"/>
                  </a:lnTo>
                  <a:lnTo>
                    <a:pt x="5229024" y="196454"/>
                  </a:lnTo>
                  <a:lnTo>
                    <a:pt x="5229118" y="196454"/>
                  </a:lnTo>
                  <a:lnTo>
                    <a:pt x="5229212" y="196454"/>
                  </a:lnTo>
                  <a:lnTo>
                    <a:pt x="5229306" y="196454"/>
                  </a:lnTo>
                  <a:lnTo>
                    <a:pt x="5229400" y="196454"/>
                  </a:lnTo>
                  <a:lnTo>
                    <a:pt x="5229495" y="196454"/>
                  </a:lnTo>
                  <a:lnTo>
                    <a:pt x="5229589" y="196454"/>
                  </a:lnTo>
                  <a:lnTo>
                    <a:pt x="5229683" y="196454"/>
                  </a:lnTo>
                  <a:lnTo>
                    <a:pt x="5229777" y="196454"/>
                  </a:lnTo>
                  <a:lnTo>
                    <a:pt x="5229871" y="196454"/>
                  </a:lnTo>
                  <a:lnTo>
                    <a:pt x="5229965" y="196454"/>
                  </a:lnTo>
                  <a:lnTo>
                    <a:pt x="5230059" y="196454"/>
                  </a:lnTo>
                  <a:lnTo>
                    <a:pt x="5230154" y="196454"/>
                  </a:lnTo>
                  <a:lnTo>
                    <a:pt x="5230248" y="196454"/>
                  </a:lnTo>
                  <a:lnTo>
                    <a:pt x="5230342" y="196454"/>
                  </a:lnTo>
                  <a:lnTo>
                    <a:pt x="5230436" y="196454"/>
                  </a:lnTo>
                  <a:lnTo>
                    <a:pt x="5230530" y="196454"/>
                  </a:lnTo>
                  <a:lnTo>
                    <a:pt x="5230624" y="196454"/>
                  </a:lnTo>
                  <a:lnTo>
                    <a:pt x="5230719" y="196454"/>
                  </a:lnTo>
                  <a:lnTo>
                    <a:pt x="5230813" y="196454"/>
                  </a:lnTo>
                  <a:lnTo>
                    <a:pt x="5230907" y="196454"/>
                  </a:lnTo>
                  <a:lnTo>
                    <a:pt x="5231001" y="196454"/>
                  </a:lnTo>
                  <a:lnTo>
                    <a:pt x="5231095" y="196454"/>
                  </a:lnTo>
                  <a:lnTo>
                    <a:pt x="5231189" y="196454"/>
                  </a:lnTo>
                  <a:lnTo>
                    <a:pt x="5231283" y="196454"/>
                  </a:lnTo>
                  <a:lnTo>
                    <a:pt x="5231378" y="196454"/>
                  </a:lnTo>
                  <a:lnTo>
                    <a:pt x="5231472" y="196454"/>
                  </a:lnTo>
                  <a:lnTo>
                    <a:pt x="5231566" y="196454"/>
                  </a:lnTo>
                  <a:lnTo>
                    <a:pt x="5231660" y="196454"/>
                  </a:lnTo>
                  <a:lnTo>
                    <a:pt x="5231754" y="196454"/>
                  </a:lnTo>
                  <a:lnTo>
                    <a:pt x="5231848" y="196454"/>
                  </a:lnTo>
                  <a:lnTo>
                    <a:pt x="5231942" y="196454"/>
                  </a:lnTo>
                  <a:lnTo>
                    <a:pt x="5232037" y="196454"/>
                  </a:lnTo>
                  <a:lnTo>
                    <a:pt x="5232131" y="196454"/>
                  </a:lnTo>
                  <a:lnTo>
                    <a:pt x="5232225" y="196454"/>
                  </a:lnTo>
                  <a:lnTo>
                    <a:pt x="5232319" y="196454"/>
                  </a:lnTo>
                  <a:lnTo>
                    <a:pt x="5232413" y="196454"/>
                  </a:lnTo>
                  <a:lnTo>
                    <a:pt x="5232507" y="196454"/>
                  </a:lnTo>
                  <a:lnTo>
                    <a:pt x="5232602" y="196454"/>
                  </a:lnTo>
                  <a:lnTo>
                    <a:pt x="5232696" y="196454"/>
                  </a:lnTo>
                  <a:lnTo>
                    <a:pt x="5232790" y="196454"/>
                  </a:lnTo>
                  <a:lnTo>
                    <a:pt x="5232884" y="196454"/>
                  </a:lnTo>
                  <a:lnTo>
                    <a:pt x="5232978" y="196454"/>
                  </a:lnTo>
                  <a:lnTo>
                    <a:pt x="5233072" y="196454"/>
                  </a:lnTo>
                  <a:lnTo>
                    <a:pt x="5233166" y="196454"/>
                  </a:lnTo>
                  <a:lnTo>
                    <a:pt x="5233261" y="196454"/>
                  </a:lnTo>
                  <a:lnTo>
                    <a:pt x="5233355" y="196454"/>
                  </a:lnTo>
                  <a:lnTo>
                    <a:pt x="5233449" y="196454"/>
                  </a:lnTo>
                  <a:lnTo>
                    <a:pt x="5233543" y="196454"/>
                  </a:lnTo>
                  <a:lnTo>
                    <a:pt x="5233637" y="196454"/>
                  </a:lnTo>
                  <a:lnTo>
                    <a:pt x="5233731" y="196454"/>
                  </a:lnTo>
                  <a:lnTo>
                    <a:pt x="5233826" y="196454"/>
                  </a:lnTo>
                  <a:lnTo>
                    <a:pt x="5233920" y="196454"/>
                  </a:lnTo>
                  <a:lnTo>
                    <a:pt x="5233920" y="191543"/>
                  </a:lnTo>
                  <a:lnTo>
                    <a:pt x="5234014" y="191543"/>
                  </a:lnTo>
                  <a:lnTo>
                    <a:pt x="5234108" y="191543"/>
                  </a:lnTo>
                  <a:lnTo>
                    <a:pt x="5234202" y="191543"/>
                  </a:lnTo>
                  <a:lnTo>
                    <a:pt x="5234296" y="191543"/>
                  </a:lnTo>
                  <a:lnTo>
                    <a:pt x="5234390" y="191543"/>
                  </a:lnTo>
                  <a:lnTo>
                    <a:pt x="5234485" y="191543"/>
                  </a:lnTo>
                  <a:lnTo>
                    <a:pt x="5234579" y="191543"/>
                  </a:lnTo>
                  <a:lnTo>
                    <a:pt x="5234673" y="191543"/>
                  </a:lnTo>
                  <a:lnTo>
                    <a:pt x="5234767" y="191543"/>
                  </a:lnTo>
                  <a:lnTo>
                    <a:pt x="5234861" y="191543"/>
                  </a:lnTo>
                  <a:lnTo>
                    <a:pt x="5234955" y="191543"/>
                  </a:lnTo>
                  <a:lnTo>
                    <a:pt x="5235050" y="191543"/>
                  </a:lnTo>
                  <a:lnTo>
                    <a:pt x="5235144" y="191543"/>
                  </a:lnTo>
                  <a:lnTo>
                    <a:pt x="5235238" y="191543"/>
                  </a:lnTo>
                  <a:lnTo>
                    <a:pt x="5235332" y="191543"/>
                  </a:lnTo>
                  <a:lnTo>
                    <a:pt x="5235426" y="191543"/>
                  </a:lnTo>
                  <a:lnTo>
                    <a:pt x="5235520" y="191543"/>
                  </a:lnTo>
                  <a:lnTo>
                    <a:pt x="5235614" y="191543"/>
                  </a:lnTo>
                  <a:lnTo>
                    <a:pt x="5235709" y="191543"/>
                  </a:lnTo>
                  <a:lnTo>
                    <a:pt x="5235803" y="191543"/>
                  </a:lnTo>
                  <a:lnTo>
                    <a:pt x="5235897" y="191543"/>
                  </a:lnTo>
                  <a:lnTo>
                    <a:pt x="5235991" y="191543"/>
                  </a:lnTo>
                  <a:lnTo>
                    <a:pt x="5236085" y="191543"/>
                  </a:lnTo>
                  <a:lnTo>
                    <a:pt x="5236179" y="191543"/>
                  </a:lnTo>
                  <a:lnTo>
                    <a:pt x="5236273" y="191543"/>
                  </a:lnTo>
                  <a:lnTo>
                    <a:pt x="5236368" y="191543"/>
                  </a:lnTo>
                  <a:lnTo>
                    <a:pt x="5236462" y="191543"/>
                  </a:lnTo>
                  <a:lnTo>
                    <a:pt x="5236556" y="191543"/>
                  </a:lnTo>
                  <a:lnTo>
                    <a:pt x="5236650" y="191543"/>
                  </a:lnTo>
                  <a:lnTo>
                    <a:pt x="5236744" y="191543"/>
                  </a:lnTo>
                  <a:lnTo>
                    <a:pt x="5236838" y="191543"/>
                  </a:lnTo>
                  <a:lnTo>
                    <a:pt x="5236933" y="191543"/>
                  </a:lnTo>
                  <a:lnTo>
                    <a:pt x="5237027" y="191543"/>
                  </a:lnTo>
                  <a:lnTo>
                    <a:pt x="5237121" y="191543"/>
                  </a:lnTo>
                  <a:lnTo>
                    <a:pt x="5237215" y="191543"/>
                  </a:lnTo>
                  <a:lnTo>
                    <a:pt x="5237309" y="191543"/>
                  </a:lnTo>
                  <a:lnTo>
                    <a:pt x="5237403" y="191543"/>
                  </a:lnTo>
                  <a:lnTo>
                    <a:pt x="5237497" y="191543"/>
                  </a:lnTo>
                  <a:lnTo>
                    <a:pt x="5237592" y="191543"/>
                  </a:lnTo>
                  <a:lnTo>
                    <a:pt x="5237686" y="191543"/>
                  </a:lnTo>
                  <a:lnTo>
                    <a:pt x="5237780" y="191543"/>
                  </a:lnTo>
                  <a:lnTo>
                    <a:pt x="5237874" y="191543"/>
                  </a:lnTo>
                  <a:lnTo>
                    <a:pt x="5237968" y="191543"/>
                  </a:lnTo>
                  <a:lnTo>
                    <a:pt x="5238062" y="191543"/>
                  </a:lnTo>
                  <a:lnTo>
                    <a:pt x="5238157" y="191543"/>
                  </a:lnTo>
                  <a:lnTo>
                    <a:pt x="5238251" y="191543"/>
                  </a:lnTo>
                  <a:lnTo>
                    <a:pt x="5238345" y="191543"/>
                  </a:lnTo>
                  <a:lnTo>
                    <a:pt x="5238439" y="191543"/>
                  </a:lnTo>
                  <a:lnTo>
                    <a:pt x="5238533" y="191543"/>
                  </a:lnTo>
                  <a:lnTo>
                    <a:pt x="5238627" y="191543"/>
                  </a:lnTo>
                  <a:lnTo>
                    <a:pt x="5238721" y="191543"/>
                  </a:lnTo>
                  <a:lnTo>
                    <a:pt x="5238816" y="191543"/>
                  </a:lnTo>
                  <a:lnTo>
                    <a:pt x="5238910" y="191543"/>
                  </a:lnTo>
                  <a:lnTo>
                    <a:pt x="5239004" y="191543"/>
                  </a:lnTo>
                  <a:lnTo>
                    <a:pt x="5239098" y="191543"/>
                  </a:lnTo>
                  <a:lnTo>
                    <a:pt x="5239192" y="191543"/>
                  </a:lnTo>
                  <a:lnTo>
                    <a:pt x="5239286" y="191543"/>
                  </a:lnTo>
                  <a:lnTo>
                    <a:pt x="5239381" y="191543"/>
                  </a:lnTo>
                  <a:lnTo>
                    <a:pt x="5239475" y="191543"/>
                  </a:lnTo>
                  <a:lnTo>
                    <a:pt x="5239569" y="191543"/>
                  </a:lnTo>
                  <a:lnTo>
                    <a:pt x="5239663" y="191543"/>
                  </a:lnTo>
                  <a:lnTo>
                    <a:pt x="5239757" y="191543"/>
                  </a:lnTo>
                  <a:lnTo>
                    <a:pt x="5239851" y="191543"/>
                  </a:lnTo>
                  <a:lnTo>
                    <a:pt x="5239945" y="191543"/>
                  </a:lnTo>
                  <a:lnTo>
                    <a:pt x="5240040" y="191543"/>
                  </a:lnTo>
                  <a:lnTo>
                    <a:pt x="5240134" y="191543"/>
                  </a:lnTo>
                  <a:lnTo>
                    <a:pt x="5240228" y="191543"/>
                  </a:lnTo>
                  <a:lnTo>
                    <a:pt x="5240322" y="191543"/>
                  </a:lnTo>
                  <a:lnTo>
                    <a:pt x="5240416" y="191543"/>
                  </a:lnTo>
                  <a:lnTo>
                    <a:pt x="5240510" y="191543"/>
                  </a:lnTo>
                  <a:lnTo>
                    <a:pt x="5240604" y="191543"/>
                  </a:lnTo>
                  <a:lnTo>
                    <a:pt x="5240699" y="191543"/>
                  </a:lnTo>
                  <a:lnTo>
                    <a:pt x="5240793" y="191543"/>
                  </a:lnTo>
                  <a:lnTo>
                    <a:pt x="5240887" y="191543"/>
                  </a:lnTo>
                  <a:lnTo>
                    <a:pt x="5240981" y="191543"/>
                  </a:lnTo>
                  <a:lnTo>
                    <a:pt x="5241075" y="191543"/>
                  </a:lnTo>
                  <a:lnTo>
                    <a:pt x="5241169" y="191543"/>
                  </a:lnTo>
                  <a:lnTo>
                    <a:pt x="5241264" y="191543"/>
                  </a:lnTo>
                  <a:lnTo>
                    <a:pt x="5241358" y="191543"/>
                  </a:lnTo>
                  <a:lnTo>
                    <a:pt x="5241452" y="191543"/>
                  </a:lnTo>
                  <a:lnTo>
                    <a:pt x="5241546" y="191543"/>
                  </a:lnTo>
                  <a:lnTo>
                    <a:pt x="5241640" y="191543"/>
                  </a:lnTo>
                  <a:lnTo>
                    <a:pt x="5241734" y="191543"/>
                  </a:lnTo>
                  <a:lnTo>
                    <a:pt x="5241828" y="191543"/>
                  </a:lnTo>
                  <a:lnTo>
                    <a:pt x="5241923" y="191543"/>
                  </a:lnTo>
                  <a:lnTo>
                    <a:pt x="5242017" y="191543"/>
                  </a:lnTo>
                  <a:lnTo>
                    <a:pt x="5242111" y="191543"/>
                  </a:lnTo>
                  <a:lnTo>
                    <a:pt x="5242205" y="191543"/>
                  </a:lnTo>
                  <a:lnTo>
                    <a:pt x="5242299" y="191543"/>
                  </a:lnTo>
                  <a:lnTo>
                    <a:pt x="5242393" y="191543"/>
                  </a:lnTo>
                  <a:lnTo>
                    <a:pt x="5242488" y="191543"/>
                  </a:lnTo>
                  <a:lnTo>
                    <a:pt x="5242582" y="191543"/>
                  </a:lnTo>
                  <a:lnTo>
                    <a:pt x="5242676" y="191543"/>
                  </a:lnTo>
                  <a:lnTo>
                    <a:pt x="5242770" y="191543"/>
                  </a:lnTo>
                  <a:lnTo>
                    <a:pt x="5242864" y="191543"/>
                  </a:lnTo>
                  <a:lnTo>
                    <a:pt x="5242958" y="191543"/>
                  </a:lnTo>
                  <a:lnTo>
                    <a:pt x="5243052" y="191543"/>
                  </a:lnTo>
                  <a:lnTo>
                    <a:pt x="5243147" y="191543"/>
                  </a:lnTo>
                  <a:lnTo>
                    <a:pt x="5243241" y="191543"/>
                  </a:lnTo>
                  <a:lnTo>
                    <a:pt x="5243335" y="191543"/>
                  </a:lnTo>
                  <a:lnTo>
                    <a:pt x="5243429" y="191543"/>
                  </a:lnTo>
                  <a:lnTo>
                    <a:pt x="5243523" y="191543"/>
                  </a:lnTo>
                  <a:lnTo>
                    <a:pt x="5243617" y="191543"/>
                  </a:lnTo>
                  <a:lnTo>
                    <a:pt x="5243712" y="191543"/>
                  </a:lnTo>
                  <a:lnTo>
                    <a:pt x="5243806" y="191543"/>
                  </a:lnTo>
                  <a:lnTo>
                    <a:pt x="5243900" y="191543"/>
                  </a:lnTo>
                  <a:lnTo>
                    <a:pt x="5243994" y="191543"/>
                  </a:lnTo>
                  <a:lnTo>
                    <a:pt x="5244088" y="191543"/>
                  </a:lnTo>
                  <a:lnTo>
                    <a:pt x="5244182" y="191543"/>
                  </a:lnTo>
                  <a:lnTo>
                    <a:pt x="5244276" y="191543"/>
                  </a:lnTo>
                  <a:lnTo>
                    <a:pt x="5244371" y="191543"/>
                  </a:lnTo>
                  <a:lnTo>
                    <a:pt x="5244465" y="191543"/>
                  </a:lnTo>
                  <a:lnTo>
                    <a:pt x="5244559" y="191543"/>
                  </a:lnTo>
                  <a:lnTo>
                    <a:pt x="5244653" y="191543"/>
                  </a:lnTo>
                  <a:lnTo>
                    <a:pt x="5244747" y="191543"/>
                  </a:lnTo>
                  <a:lnTo>
                    <a:pt x="5244841" y="191543"/>
                  </a:lnTo>
                  <a:lnTo>
                    <a:pt x="5244935" y="191543"/>
                  </a:lnTo>
                  <a:lnTo>
                    <a:pt x="5245030" y="191543"/>
                  </a:lnTo>
                  <a:lnTo>
                    <a:pt x="5245124" y="191543"/>
                  </a:lnTo>
                  <a:lnTo>
                    <a:pt x="5245218" y="191543"/>
                  </a:lnTo>
                  <a:lnTo>
                    <a:pt x="5245312" y="191543"/>
                  </a:lnTo>
                  <a:lnTo>
                    <a:pt x="5245406" y="191543"/>
                  </a:lnTo>
                  <a:lnTo>
                    <a:pt x="5245500" y="191543"/>
                  </a:lnTo>
                  <a:lnTo>
                    <a:pt x="5245595" y="191543"/>
                  </a:lnTo>
                  <a:lnTo>
                    <a:pt x="5245689" y="191543"/>
                  </a:lnTo>
                  <a:lnTo>
                    <a:pt x="5245783" y="191543"/>
                  </a:lnTo>
                  <a:lnTo>
                    <a:pt x="5245877" y="191543"/>
                  </a:lnTo>
                  <a:lnTo>
                    <a:pt x="5245971" y="191543"/>
                  </a:lnTo>
                  <a:lnTo>
                    <a:pt x="5246065" y="191543"/>
                  </a:lnTo>
                  <a:lnTo>
                    <a:pt x="5246159" y="191543"/>
                  </a:lnTo>
                  <a:lnTo>
                    <a:pt x="5246254" y="191543"/>
                  </a:lnTo>
                  <a:lnTo>
                    <a:pt x="5246348" y="191543"/>
                  </a:lnTo>
                  <a:lnTo>
                    <a:pt x="5246442" y="191543"/>
                  </a:lnTo>
                  <a:lnTo>
                    <a:pt x="5246536" y="191543"/>
                  </a:lnTo>
                  <a:lnTo>
                    <a:pt x="5246630" y="191543"/>
                  </a:lnTo>
                  <a:lnTo>
                    <a:pt x="5246724" y="191543"/>
                  </a:lnTo>
                  <a:lnTo>
                    <a:pt x="5246819" y="191543"/>
                  </a:lnTo>
                  <a:lnTo>
                    <a:pt x="5246913" y="191543"/>
                  </a:lnTo>
                  <a:lnTo>
                    <a:pt x="5247007" y="191543"/>
                  </a:lnTo>
                  <a:lnTo>
                    <a:pt x="5247101" y="191543"/>
                  </a:lnTo>
                  <a:lnTo>
                    <a:pt x="5247195" y="191543"/>
                  </a:lnTo>
                  <a:lnTo>
                    <a:pt x="5247289" y="191543"/>
                  </a:lnTo>
                  <a:lnTo>
                    <a:pt x="5247383" y="191543"/>
                  </a:lnTo>
                  <a:lnTo>
                    <a:pt x="5247478" y="191543"/>
                  </a:lnTo>
                  <a:lnTo>
                    <a:pt x="5247572" y="191543"/>
                  </a:lnTo>
                  <a:lnTo>
                    <a:pt x="5247666" y="191543"/>
                  </a:lnTo>
                  <a:lnTo>
                    <a:pt x="5247760" y="191543"/>
                  </a:lnTo>
                  <a:lnTo>
                    <a:pt x="5247854" y="191543"/>
                  </a:lnTo>
                  <a:lnTo>
                    <a:pt x="5247948" y="191543"/>
                  </a:lnTo>
                  <a:lnTo>
                    <a:pt x="5248043" y="191543"/>
                  </a:lnTo>
                  <a:lnTo>
                    <a:pt x="5248137" y="191543"/>
                  </a:lnTo>
                  <a:lnTo>
                    <a:pt x="5248231" y="191543"/>
                  </a:lnTo>
                  <a:lnTo>
                    <a:pt x="5248325" y="191543"/>
                  </a:lnTo>
                  <a:lnTo>
                    <a:pt x="5248419" y="191543"/>
                  </a:lnTo>
                  <a:lnTo>
                    <a:pt x="5248513" y="191543"/>
                  </a:lnTo>
                  <a:lnTo>
                    <a:pt x="5248607" y="191543"/>
                  </a:lnTo>
                  <a:lnTo>
                    <a:pt x="5248702" y="191543"/>
                  </a:lnTo>
                  <a:lnTo>
                    <a:pt x="5248702" y="186632"/>
                  </a:lnTo>
                  <a:lnTo>
                    <a:pt x="5248796" y="186632"/>
                  </a:lnTo>
                  <a:lnTo>
                    <a:pt x="5248890" y="186632"/>
                  </a:lnTo>
                  <a:lnTo>
                    <a:pt x="5248984" y="186632"/>
                  </a:lnTo>
                  <a:lnTo>
                    <a:pt x="5249078" y="186632"/>
                  </a:lnTo>
                  <a:lnTo>
                    <a:pt x="5249172" y="186632"/>
                  </a:lnTo>
                  <a:lnTo>
                    <a:pt x="5249266" y="186632"/>
                  </a:lnTo>
                  <a:lnTo>
                    <a:pt x="5249361" y="186632"/>
                  </a:lnTo>
                  <a:lnTo>
                    <a:pt x="5249455" y="186632"/>
                  </a:lnTo>
                  <a:lnTo>
                    <a:pt x="5249549" y="186632"/>
                  </a:lnTo>
                  <a:lnTo>
                    <a:pt x="5249643" y="186632"/>
                  </a:lnTo>
                  <a:lnTo>
                    <a:pt x="5249737" y="186632"/>
                  </a:lnTo>
                  <a:lnTo>
                    <a:pt x="5249831" y="186632"/>
                  </a:lnTo>
                  <a:lnTo>
                    <a:pt x="5249926" y="186632"/>
                  </a:lnTo>
                  <a:lnTo>
                    <a:pt x="5250020" y="186632"/>
                  </a:lnTo>
                  <a:lnTo>
                    <a:pt x="5250114" y="186632"/>
                  </a:lnTo>
                  <a:lnTo>
                    <a:pt x="5250208" y="186632"/>
                  </a:lnTo>
                  <a:lnTo>
                    <a:pt x="5250302" y="186632"/>
                  </a:lnTo>
                  <a:lnTo>
                    <a:pt x="5250396" y="186632"/>
                  </a:lnTo>
                  <a:lnTo>
                    <a:pt x="5250490" y="186632"/>
                  </a:lnTo>
                  <a:lnTo>
                    <a:pt x="5250585" y="186632"/>
                  </a:lnTo>
                  <a:lnTo>
                    <a:pt x="5250679" y="186632"/>
                  </a:lnTo>
                  <a:lnTo>
                    <a:pt x="5250773" y="186632"/>
                  </a:lnTo>
                  <a:lnTo>
                    <a:pt x="5250867" y="186632"/>
                  </a:lnTo>
                  <a:lnTo>
                    <a:pt x="5250961" y="186632"/>
                  </a:lnTo>
                  <a:lnTo>
                    <a:pt x="5251055" y="186632"/>
                  </a:lnTo>
                  <a:lnTo>
                    <a:pt x="5251150" y="186632"/>
                  </a:lnTo>
                  <a:lnTo>
                    <a:pt x="5251244" y="186632"/>
                  </a:lnTo>
                  <a:lnTo>
                    <a:pt x="5251338" y="186632"/>
                  </a:lnTo>
                  <a:lnTo>
                    <a:pt x="5251432" y="186632"/>
                  </a:lnTo>
                  <a:lnTo>
                    <a:pt x="5251526" y="186632"/>
                  </a:lnTo>
                  <a:lnTo>
                    <a:pt x="5251620" y="186632"/>
                  </a:lnTo>
                  <a:lnTo>
                    <a:pt x="5251714" y="186632"/>
                  </a:lnTo>
                  <a:lnTo>
                    <a:pt x="5251809" y="186632"/>
                  </a:lnTo>
                  <a:lnTo>
                    <a:pt x="5251903" y="186632"/>
                  </a:lnTo>
                  <a:lnTo>
                    <a:pt x="5251997" y="186632"/>
                  </a:lnTo>
                  <a:lnTo>
                    <a:pt x="5252091" y="186632"/>
                  </a:lnTo>
                  <a:lnTo>
                    <a:pt x="5252185" y="186632"/>
                  </a:lnTo>
                  <a:lnTo>
                    <a:pt x="5252279" y="186632"/>
                  </a:lnTo>
                  <a:lnTo>
                    <a:pt x="5252374" y="186632"/>
                  </a:lnTo>
                  <a:lnTo>
                    <a:pt x="5252468" y="186632"/>
                  </a:lnTo>
                  <a:lnTo>
                    <a:pt x="5252562" y="186632"/>
                  </a:lnTo>
                  <a:lnTo>
                    <a:pt x="5252656" y="186632"/>
                  </a:lnTo>
                  <a:lnTo>
                    <a:pt x="5252750" y="186632"/>
                  </a:lnTo>
                  <a:lnTo>
                    <a:pt x="5252844" y="186632"/>
                  </a:lnTo>
                  <a:lnTo>
                    <a:pt x="5252938" y="186632"/>
                  </a:lnTo>
                  <a:lnTo>
                    <a:pt x="5253033" y="186632"/>
                  </a:lnTo>
                  <a:lnTo>
                    <a:pt x="5253127" y="186632"/>
                  </a:lnTo>
                  <a:lnTo>
                    <a:pt x="5253221" y="186632"/>
                  </a:lnTo>
                  <a:lnTo>
                    <a:pt x="5253315" y="186632"/>
                  </a:lnTo>
                  <a:lnTo>
                    <a:pt x="5253409" y="186632"/>
                  </a:lnTo>
                  <a:lnTo>
                    <a:pt x="5253503" y="186632"/>
                  </a:lnTo>
                  <a:lnTo>
                    <a:pt x="5253597" y="186632"/>
                  </a:lnTo>
                  <a:lnTo>
                    <a:pt x="5253692" y="186632"/>
                  </a:lnTo>
                  <a:lnTo>
                    <a:pt x="5253786" y="186632"/>
                  </a:lnTo>
                  <a:lnTo>
                    <a:pt x="5253880" y="186632"/>
                  </a:lnTo>
                  <a:lnTo>
                    <a:pt x="5253974" y="186632"/>
                  </a:lnTo>
                  <a:lnTo>
                    <a:pt x="5254068" y="186632"/>
                  </a:lnTo>
                  <a:lnTo>
                    <a:pt x="5254068" y="181720"/>
                  </a:lnTo>
                  <a:lnTo>
                    <a:pt x="5254162" y="181720"/>
                  </a:lnTo>
                  <a:lnTo>
                    <a:pt x="5254257" y="181720"/>
                  </a:lnTo>
                  <a:lnTo>
                    <a:pt x="5254351" y="181720"/>
                  </a:lnTo>
                  <a:lnTo>
                    <a:pt x="5254445" y="181720"/>
                  </a:lnTo>
                  <a:lnTo>
                    <a:pt x="5254539" y="181720"/>
                  </a:lnTo>
                  <a:lnTo>
                    <a:pt x="5254633" y="181720"/>
                  </a:lnTo>
                  <a:lnTo>
                    <a:pt x="5254727" y="181720"/>
                  </a:lnTo>
                  <a:lnTo>
                    <a:pt x="5254821" y="181720"/>
                  </a:lnTo>
                  <a:lnTo>
                    <a:pt x="5254916" y="181720"/>
                  </a:lnTo>
                  <a:lnTo>
                    <a:pt x="5255010" y="181720"/>
                  </a:lnTo>
                  <a:lnTo>
                    <a:pt x="5255104" y="181720"/>
                  </a:lnTo>
                  <a:lnTo>
                    <a:pt x="5255198" y="181720"/>
                  </a:lnTo>
                  <a:lnTo>
                    <a:pt x="5255292" y="181720"/>
                  </a:lnTo>
                  <a:lnTo>
                    <a:pt x="5255386" y="181720"/>
                  </a:lnTo>
                  <a:lnTo>
                    <a:pt x="5255481" y="181720"/>
                  </a:lnTo>
                  <a:lnTo>
                    <a:pt x="5255575" y="181720"/>
                  </a:lnTo>
                  <a:lnTo>
                    <a:pt x="5255669" y="181720"/>
                  </a:lnTo>
                  <a:lnTo>
                    <a:pt x="5255763" y="181720"/>
                  </a:lnTo>
                  <a:lnTo>
                    <a:pt x="5255857" y="181720"/>
                  </a:lnTo>
                  <a:lnTo>
                    <a:pt x="5255951" y="181720"/>
                  </a:lnTo>
                  <a:lnTo>
                    <a:pt x="5256045" y="181720"/>
                  </a:lnTo>
                  <a:lnTo>
                    <a:pt x="5256140" y="181720"/>
                  </a:lnTo>
                  <a:lnTo>
                    <a:pt x="5256234" y="181720"/>
                  </a:lnTo>
                  <a:lnTo>
                    <a:pt x="5256328" y="181720"/>
                  </a:lnTo>
                  <a:lnTo>
                    <a:pt x="5256422" y="181720"/>
                  </a:lnTo>
                  <a:lnTo>
                    <a:pt x="5256516" y="181720"/>
                  </a:lnTo>
                  <a:lnTo>
                    <a:pt x="5256610" y="181720"/>
                  </a:lnTo>
                  <a:lnTo>
                    <a:pt x="5256705" y="181720"/>
                  </a:lnTo>
                  <a:lnTo>
                    <a:pt x="5256799" y="181720"/>
                  </a:lnTo>
                  <a:lnTo>
                    <a:pt x="5256893" y="181720"/>
                  </a:lnTo>
                  <a:lnTo>
                    <a:pt x="5256987" y="181720"/>
                  </a:lnTo>
                  <a:lnTo>
                    <a:pt x="5257081" y="181720"/>
                  </a:lnTo>
                  <a:lnTo>
                    <a:pt x="5257175" y="181720"/>
                  </a:lnTo>
                  <a:lnTo>
                    <a:pt x="5257269" y="181720"/>
                  </a:lnTo>
                  <a:lnTo>
                    <a:pt x="5257364" y="181720"/>
                  </a:lnTo>
                  <a:lnTo>
                    <a:pt x="5257458" y="181720"/>
                  </a:lnTo>
                  <a:lnTo>
                    <a:pt x="5257552" y="181720"/>
                  </a:lnTo>
                  <a:lnTo>
                    <a:pt x="5257646" y="181720"/>
                  </a:lnTo>
                  <a:lnTo>
                    <a:pt x="5257740" y="181720"/>
                  </a:lnTo>
                  <a:lnTo>
                    <a:pt x="5257834" y="181720"/>
                  </a:lnTo>
                  <a:lnTo>
                    <a:pt x="5257928" y="181720"/>
                  </a:lnTo>
                  <a:lnTo>
                    <a:pt x="5258023" y="181720"/>
                  </a:lnTo>
                  <a:lnTo>
                    <a:pt x="5258117" y="181720"/>
                  </a:lnTo>
                  <a:lnTo>
                    <a:pt x="5258211" y="181720"/>
                  </a:lnTo>
                  <a:lnTo>
                    <a:pt x="5258305" y="181720"/>
                  </a:lnTo>
                  <a:lnTo>
                    <a:pt x="5258399" y="181720"/>
                  </a:lnTo>
                  <a:lnTo>
                    <a:pt x="5258493" y="181720"/>
                  </a:lnTo>
                  <a:lnTo>
                    <a:pt x="5258588" y="181720"/>
                  </a:lnTo>
                  <a:lnTo>
                    <a:pt x="5258682" y="181720"/>
                  </a:lnTo>
                  <a:lnTo>
                    <a:pt x="5258776" y="181720"/>
                  </a:lnTo>
                  <a:lnTo>
                    <a:pt x="5258870" y="181720"/>
                  </a:lnTo>
                  <a:lnTo>
                    <a:pt x="5258964" y="181720"/>
                  </a:lnTo>
                  <a:lnTo>
                    <a:pt x="5259058" y="181720"/>
                  </a:lnTo>
                  <a:lnTo>
                    <a:pt x="5259152" y="181720"/>
                  </a:lnTo>
                  <a:lnTo>
                    <a:pt x="5259247" y="181720"/>
                  </a:lnTo>
                  <a:lnTo>
                    <a:pt x="5259341" y="181720"/>
                  </a:lnTo>
                  <a:lnTo>
                    <a:pt x="5259435" y="181720"/>
                  </a:lnTo>
                  <a:lnTo>
                    <a:pt x="5259529" y="181720"/>
                  </a:lnTo>
                  <a:lnTo>
                    <a:pt x="5259623" y="181720"/>
                  </a:lnTo>
                  <a:lnTo>
                    <a:pt x="5259717" y="181720"/>
                  </a:lnTo>
                  <a:lnTo>
                    <a:pt x="5259812" y="181720"/>
                  </a:lnTo>
                  <a:lnTo>
                    <a:pt x="5259906" y="181720"/>
                  </a:lnTo>
                  <a:lnTo>
                    <a:pt x="5260000" y="181720"/>
                  </a:lnTo>
                  <a:lnTo>
                    <a:pt x="5260094" y="181720"/>
                  </a:lnTo>
                  <a:lnTo>
                    <a:pt x="5260188" y="181720"/>
                  </a:lnTo>
                  <a:lnTo>
                    <a:pt x="5260282" y="181720"/>
                  </a:lnTo>
                  <a:lnTo>
                    <a:pt x="5260376" y="181720"/>
                  </a:lnTo>
                  <a:lnTo>
                    <a:pt x="5260471" y="181720"/>
                  </a:lnTo>
                  <a:lnTo>
                    <a:pt x="5260565" y="181720"/>
                  </a:lnTo>
                  <a:lnTo>
                    <a:pt x="5260659" y="181720"/>
                  </a:lnTo>
                  <a:lnTo>
                    <a:pt x="5260753" y="181720"/>
                  </a:lnTo>
                  <a:lnTo>
                    <a:pt x="5260847" y="181720"/>
                  </a:lnTo>
                  <a:lnTo>
                    <a:pt x="5260941" y="181720"/>
                  </a:lnTo>
                  <a:lnTo>
                    <a:pt x="5261036" y="181720"/>
                  </a:lnTo>
                  <a:lnTo>
                    <a:pt x="5261130" y="181720"/>
                  </a:lnTo>
                  <a:lnTo>
                    <a:pt x="5261224" y="181720"/>
                  </a:lnTo>
                  <a:lnTo>
                    <a:pt x="5261318" y="181720"/>
                  </a:lnTo>
                  <a:lnTo>
                    <a:pt x="5261412" y="181720"/>
                  </a:lnTo>
                  <a:lnTo>
                    <a:pt x="5261506" y="181720"/>
                  </a:lnTo>
                  <a:lnTo>
                    <a:pt x="5261600" y="181720"/>
                  </a:lnTo>
                  <a:lnTo>
                    <a:pt x="5261695" y="181720"/>
                  </a:lnTo>
                  <a:lnTo>
                    <a:pt x="5261789" y="181720"/>
                  </a:lnTo>
                  <a:lnTo>
                    <a:pt x="5261883" y="181720"/>
                  </a:lnTo>
                  <a:lnTo>
                    <a:pt x="5261977" y="181720"/>
                  </a:lnTo>
                  <a:lnTo>
                    <a:pt x="5262071" y="181720"/>
                  </a:lnTo>
                  <a:lnTo>
                    <a:pt x="5262165" y="181720"/>
                  </a:lnTo>
                  <a:lnTo>
                    <a:pt x="5262259" y="181720"/>
                  </a:lnTo>
                  <a:lnTo>
                    <a:pt x="5262354" y="181720"/>
                  </a:lnTo>
                  <a:lnTo>
                    <a:pt x="5262448" y="181720"/>
                  </a:lnTo>
                  <a:lnTo>
                    <a:pt x="5262542" y="181720"/>
                  </a:lnTo>
                  <a:lnTo>
                    <a:pt x="5262636" y="181720"/>
                  </a:lnTo>
                  <a:lnTo>
                    <a:pt x="5262730" y="181720"/>
                  </a:lnTo>
                  <a:lnTo>
                    <a:pt x="5262824" y="181720"/>
                  </a:lnTo>
                  <a:lnTo>
                    <a:pt x="5262919" y="181720"/>
                  </a:lnTo>
                  <a:lnTo>
                    <a:pt x="5263013" y="181720"/>
                  </a:lnTo>
                  <a:lnTo>
                    <a:pt x="5263107" y="181720"/>
                  </a:lnTo>
                  <a:lnTo>
                    <a:pt x="5263201" y="181720"/>
                  </a:lnTo>
                  <a:lnTo>
                    <a:pt x="5263295" y="181720"/>
                  </a:lnTo>
                  <a:lnTo>
                    <a:pt x="5263389" y="181720"/>
                  </a:lnTo>
                  <a:lnTo>
                    <a:pt x="5263483" y="181720"/>
                  </a:lnTo>
                  <a:lnTo>
                    <a:pt x="5263578" y="181720"/>
                  </a:lnTo>
                  <a:lnTo>
                    <a:pt x="5263672" y="181720"/>
                  </a:lnTo>
                  <a:lnTo>
                    <a:pt x="5263766" y="181720"/>
                  </a:lnTo>
                  <a:lnTo>
                    <a:pt x="5263860" y="181720"/>
                  </a:lnTo>
                  <a:lnTo>
                    <a:pt x="5263954" y="181720"/>
                  </a:lnTo>
                  <a:lnTo>
                    <a:pt x="5264048" y="181720"/>
                  </a:lnTo>
                  <a:lnTo>
                    <a:pt x="5264143" y="181720"/>
                  </a:lnTo>
                  <a:lnTo>
                    <a:pt x="5264237" y="181720"/>
                  </a:lnTo>
                  <a:lnTo>
                    <a:pt x="5264331" y="181720"/>
                  </a:lnTo>
                  <a:lnTo>
                    <a:pt x="5264425" y="181720"/>
                  </a:lnTo>
                  <a:lnTo>
                    <a:pt x="5264519" y="181720"/>
                  </a:lnTo>
                  <a:lnTo>
                    <a:pt x="5264613" y="181720"/>
                  </a:lnTo>
                  <a:lnTo>
                    <a:pt x="5264707" y="181720"/>
                  </a:lnTo>
                  <a:lnTo>
                    <a:pt x="5264802" y="181720"/>
                  </a:lnTo>
                  <a:lnTo>
                    <a:pt x="5264896" y="181720"/>
                  </a:lnTo>
                  <a:lnTo>
                    <a:pt x="5264990" y="181720"/>
                  </a:lnTo>
                  <a:lnTo>
                    <a:pt x="5265084" y="181720"/>
                  </a:lnTo>
                  <a:lnTo>
                    <a:pt x="5265178" y="181720"/>
                  </a:lnTo>
                  <a:lnTo>
                    <a:pt x="5265272" y="181720"/>
                  </a:lnTo>
                  <a:lnTo>
                    <a:pt x="5265367" y="181720"/>
                  </a:lnTo>
                  <a:lnTo>
                    <a:pt x="5265461" y="181720"/>
                  </a:lnTo>
                  <a:lnTo>
                    <a:pt x="5265555" y="181720"/>
                  </a:lnTo>
                  <a:lnTo>
                    <a:pt x="5265649" y="181720"/>
                  </a:lnTo>
                  <a:lnTo>
                    <a:pt x="5265743" y="181720"/>
                  </a:lnTo>
                  <a:lnTo>
                    <a:pt x="5265837" y="181720"/>
                  </a:lnTo>
                  <a:lnTo>
                    <a:pt x="5265931" y="181720"/>
                  </a:lnTo>
                  <a:lnTo>
                    <a:pt x="5266026" y="181720"/>
                  </a:lnTo>
                  <a:lnTo>
                    <a:pt x="5266120" y="181720"/>
                  </a:lnTo>
                  <a:lnTo>
                    <a:pt x="5266214" y="181720"/>
                  </a:lnTo>
                  <a:lnTo>
                    <a:pt x="5266308" y="181720"/>
                  </a:lnTo>
                  <a:lnTo>
                    <a:pt x="5266402" y="181720"/>
                  </a:lnTo>
                  <a:lnTo>
                    <a:pt x="5266496" y="181720"/>
                  </a:lnTo>
                  <a:lnTo>
                    <a:pt x="5266590" y="181720"/>
                  </a:lnTo>
                  <a:lnTo>
                    <a:pt x="5266685" y="181720"/>
                  </a:lnTo>
                  <a:lnTo>
                    <a:pt x="5266779" y="181720"/>
                  </a:lnTo>
                  <a:lnTo>
                    <a:pt x="5266873" y="181720"/>
                  </a:lnTo>
                  <a:lnTo>
                    <a:pt x="5266967" y="181720"/>
                  </a:lnTo>
                  <a:lnTo>
                    <a:pt x="5266967" y="176809"/>
                  </a:lnTo>
                  <a:lnTo>
                    <a:pt x="5267061" y="176809"/>
                  </a:lnTo>
                  <a:lnTo>
                    <a:pt x="5267155" y="176809"/>
                  </a:lnTo>
                  <a:lnTo>
                    <a:pt x="5267250" y="176809"/>
                  </a:lnTo>
                  <a:lnTo>
                    <a:pt x="5267344" y="176809"/>
                  </a:lnTo>
                  <a:lnTo>
                    <a:pt x="5267438" y="176809"/>
                  </a:lnTo>
                  <a:lnTo>
                    <a:pt x="5267532" y="176809"/>
                  </a:lnTo>
                  <a:lnTo>
                    <a:pt x="5267626" y="176809"/>
                  </a:lnTo>
                  <a:lnTo>
                    <a:pt x="5267720" y="176809"/>
                  </a:lnTo>
                  <a:lnTo>
                    <a:pt x="5267814" y="176809"/>
                  </a:lnTo>
                  <a:lnTo>
                    <a:pt x="5267909" y="176809"/>
                  </a:lnTo>
                  <a:lnTo>
                    <a:pt x="5268003" y="176809"/>
                  </a:lnTo>
                  <a:lnTo>
                    <a:pt x="5268097" y="176809"/>
                  </a:lnTo>
                  <a:lnTo>
                    <a:pt x="5268191" y="176809"/>
                  </a:lnTo>
                  <a:lnTo>
                    <a:pt x="5268285" y="176809"/>
                  </a:lnTo>
                  <a:lnTo>
                    <a:pt x="5268379" y="176809"/>
                  </a:lnTo>
                  <a:lnTo>
                    <a:pt x="5268474" y="176809"/>
                  </a:lnTo>
                  <a:lnTo>
                    <a:pt x="5268568" y="176809"/>
                  </a:lnTo>
                  <a:lnTo>
                    <a:pt x="5268662" y="176809"/>
                  </a:lnTo>
                  <a:lnTo>
                    <a:pt x="5268662" y="171898"/>
                  </a:lnTo>
                  <a:lnTo>
                    <a:pt x="5268756" y="171898"/>
                  </a:lnTo>
                  <a:lnTo>
                    <a:pt x="5268850" y="171898"/>
                  </a:lnTo>
                  <a:lnTo>
                    <a:pt x="5268944" y="171898"/>
                  </a:lnTo>
                  <a:lnTo>
                    <a:pt x="5269038" y="171898"/>
                  </a:lnTo>
                  <a:lnTo>
                    <a:pt x="5269133" y="171898"/>
                  </a:lnTo>
                  <a:lnTo>
                    <a:pt x="5269227" y="171898"/>
                  </a:lnTo>
                  <a:lnTo>
                    <a:pt x="5269321" y="171898"/>
                  </a:lnTo>
                  <a:lnTo>
                    <a:pt x="5269415" y="171898"/>
                  </a:lnTo>
                  <a:lnTo>
                    <a:pt x="5269509" y="171898"/>
                  </a:lnTo>
                  <a:lnTo>
                    <a:pt x="5269603" y="171898"/>
                  </a:lnTo>
                  <a:lnTo>
                    <a:pt x="5269698" y="171898"/>
                  </a:lnTo>
                  <a:lnTo>
                    <a:pt x="5269792" y="171898"/>
                  </a:lnTo>
                  <a:lnTo>
                    <a:pt x="5269886" y="171898"/>
                  </a:lnTo>
                  <a:lnTo>
                    <a:pt x="5269980" y="171898"/>
                  </a:lnTo>
                  <a:lnTo>
                    <a:pt x="5270074" y="171898"/>
                  </a:lnTo>
                  <a:lnTo>
                    <a:pt x="5270168" y="171898"/>
                  </a:lnTo>
                  <a:lnTo>
                    <a:pt x="5270262" y="171898"/>
                  </a:lnTo>
                  <a:lnTo>
                    <a:pt x="5270357" y="171898"/>
                  </a:lnTo>
                  <a:lnTo>
                    <a:pt x="5270451" y="171898"/>
                  </a:lnTo>
                  <a:lnTo>
                    <a:pt x="5270545" y="171898"/>
                  </a:lnTo>
                  <a:lnTo>
                    <a:pt x="5270639" y="171898"/>
                  </a:lnTo>
                  <a:lnTo>
                    <a:pt x="5270733" y="171898"/>
                  </a:lnTo>
                  <a:lnTo>
                    <a:pt x="5270827" y="171898"/>
                  </a:lnTo>
                  <a:lnTo>
                    <a:pt x="5270922" y="171898"/>
                  </a:lnTo>
                  <a:lnTo>
                    <a:pt x="5271016" y="171898"/>
                  </a:lnTo>
                  <a:lnTo>
                    <a:pt x="5271110" y="171898"/>
                  </a:lnTo>
                  <a:lnTo>
                    <a:pt x="5271204" y="171898"/>
                  </a:lnTo>
                  <a:lnTo>
                    <a:pt x="5271298" y="171898"/>
                  </a:lnTo>
                  <a:lnTo>
                    <a:pt x="5271392" y="171898"/>
                  </a:lnTo>
                  <a:lnTo>
                    <a:pt x="5271486" y="171898"/>
                  </a:lnTo>
                  <a:lnTo>
                    <a:pt x="5271581" y="171898"/>
                  </a:lnTo>
                  <a:lnTo>
                    <a:pt x="5271675" y="171898"/>
                  </a:lnTo>
                  <a:lnTo>
                    <a:pt x="5271769" y="171898"/>
                  </a:lnTo>
                  <a:lnTo>
                    <a:pt x="5271863" y="171898"/>
                  </a:lnTo>
                  <a:lnTo>
                    <a:pt x="5271957" y="171898"/>
                  </a:lnTo>
                  <a:lnTo>
                    <a:pt x="5272051" y="171898"/>
                  </a:lnTo>
                  <a:lnTo>
                    <a:pt x="5272145" y="171898"/>
                  </a:lnTo>
                  <a:lnTo>
                    <a:pt x="5272240" y="171898"/>
                  </a:lnTo>
                  <a:lnTo>
                    <a:pt x="5272334" y="171898"/>
                  </a:lnTo>
                  <a:lnTo>
                    <a:pt x="5272428" y="171898"/>
                  </a:lnTo>
                  <a:lnTo>
                    <a:pt x="5272522" y="171898"/>
                  </a:lnTo>
                  <a:lnTo>
                    <a:pt x="5272616" y="171898"/>
                  </a:lnTo>
                  <a:lnTo>
                    <a:pt x="5272710" y="171898"/>
                  </a:lnTo>
                  <a:lnTo>
                    <a:pt x="5272805" y="171898"/>
                  </a:lnTo>
                  <a:lnTo>
                    <a:pt x="5272899" y="171898"/>
                  </a:lnTo>
                  <a:lnTo>
                    <a:pt x="5272993" y="171898"/>
                  </a:lnTo>
                  <a:lnTo>
                    <a:pt x="5273087" y="171898"/>
                  </a:lnTo>
                  <a:lnTo>
                    <a:pt x="5273181" y="171898"/>
                  </a:lnTo>
                  <a:lnTo>
                    <a:pt x="5273275" y="171898"/>
                  </a:lnTo>
                  <a:lnTo>
                    <a:pt x="5273369" y="171898"/>
                  </a:lnTo>
                  <a:lnTo>
                    <a:pt x="5273464" y="171898"/>
                  </a:lnTo>
                  <a:lnTo>
                    <a:pt x="5273558" y="171898"/>
                  </a:lnTo>
                  <a:lnTo>
                    <a:pt x="5273652" y="171898"/>
                  </a:lnTo>
                  <a:lnTo>
                    <a:pt x="5273746" y="171898"/>
                  </a:lnTo>
                  <a:lnTo>
                    <a:pt x="5273840" y="171898"/>
                  </a:lnTo>
                  <a:lnTo>
                    <a:pt x="5273934" y="171898"/>
                  </a:lnTo>
                  <a:lnTo>
                    <a:pt x="5274029" y="171898"/>
                  </a:lnTo>
                  <a:lnTo>
                    <a:pt x="5274123" y="171898"/>
                  </a:lnTo>
                  <a:lnTo>
                    <a:pt x="5274217" y="171898"/>
                  </a:lnTo>
                  <a:lnTo>
                    <a:pt x="5274311" y="171898"/>
                  </a:lnTo>
                  <a:lnTo>
                    <a:pt x="5274405" y="171898"/>
                  </a:lnTo>
                  <a:lnTo>
                    <a:pt x="5274499" y="171898"/>
                  </a:lnTo>
                  <a:lnTo>
                    <a:pt x="5274593" y="171898"/>
                  </a:lnTo>
                  <a:lnTo>
                    <a:pt x="5274688" y="171898"/>
                  </a:lnTo>
                  <a:lnTo>
                    <a:pt x="5274782" y="171898"/>
                  </a:lnTo>
                  <a:lnTo>
                    <a:pt x="5274876" y="171898"/>
                  </a:lnTo>
                  <a:lnTo>
                    <a:pt x="5274970" y="171898"/>
                  </a:lnTo>
                  <a:lnTo>
                    <a:pt x="5275064" y="171898"/>
                  </a:lnTo>
                  <a:lnTo>
                    <a:pt x="5275158" y="171898"/>
                  </a:lnTo>
                  <a:lnTo>
                    <a:pt x="5275253" y="171898"/>
                  </a:lnTo>
                  <a:lnTo>
                    <a:pt x="5275347" y="171898"/>
                  </a:lnTo>
                  <a:lnTo>
                    <a:pt x="5275441" y="171898"/>
                  </a:lnTo>
                  <a:lnTo>
                    <a:pt x="5275535" y="171898"/>
                  </a:lnTo>
                  <a:lnTo>
                    <a:pt x="5275629" y="171898"/>
                  </a:lnTo>
                  <a:lnTo>
                    <a:pt x="5275723" y="171898"/>
                  </a:lnTo>
                  <a:lnTo>
                    <a:pt x="5275817" y="171898"/>
                  </a:lnTo>
                  <a:lnTo>
                    <a:pt x="5275912" y="171898"/>
                  </a:lnTo>
                  <a:lnTo>
                    <a:pt x="5276006" y="171898"/>
                  </a:lnTo>
                  <a:lnTo>
                    <a:pt x="5276100" y="171898"/>
                  </a:lnTo>
                  <a:lnTo>
                    <a:pt x="5276194" y="171898"/>
                  </a:lnTo>
                  <a:lnTo>
                    <a:pt x="5276288" y="171898"/>
                  </a:lnTo>
                  <a:lnTo>
                    <a:pt x="5276382" y="171898"/>
                  </a:lnTo>
                  <a:lnTo>
                    <a:pt x="5276476" y="171898"/>
                  </a:lnTo>
                  <a:lnTo>
                    <a:pt x="5276571" y="171898"/>
                  </a:lnTo>
                  <a:lnTo>
                    <a:pt x="5276665" y="171898"/>
                  </a:lnTo>
                  <a:lnTo>
                    <a:pt x="5276759" y="171898"/>
                  </a:lnTo>
                  <a:lnTo>
                    <a:pt x="5276853" y="171898"/>
                  </a:lnTo>
                  <a:lnTo>
                    <a:pt x="5276947" y="171898"/>
                  </a:lnTo>
                  <a:lnTo>
                    <a:pt x="5277041" y="171898"/>
                  </a:lnTo>
                  <a:lnTo>
                    <a:pt x="5277136" y="171898"/>
                  </a:lnTo>
                  <a:lnTo>
                    <a:pt x="5277230" y="171898"/>
                  </a:lnTo>
                  <a:lnTo>
                    <a:pt x="5277324" y="171898"/>
                  </a:lnTo>
                  <a:lnTo>
                    <a:pt x="5277418" y="171898"/>
                  </a:lnTo>
                  <a:lnTo>
                    <a:pt x="5277512" y="171898"/>
                  </a:lnTo>
                  <a:lnTo>
                    <a:pt x="5277606" y="171898"/>
                  </a:lnTo>
                  <a:lnTo>
                    <a:pt x="5277700" y="171898"/>
                  </a:lnTo>
                  <a:lnTo>
                    <a:pt x="5277795" y="171898"/>
                  </a:lnTo>
                  <a:lnTo>
                    <a:pt x="5277889" y="171898"/>
                  </a:lnTo>
                  <a:lnTo>
                    <a:pt x="5277983" y="171898"/>
                  </a:lnTo>
                  <a:lnTo>
                    <a:pt x="5278077" y="171898"/>
                  </a:lnTo>
                  <a:lnTo>
                    <a:pt x="5278171" y="171898"/>
                  </a:lnTo>
                  <a:lnTo>
                    <a:pt x="5278265" y="171898"/>
                  </a:lnTo>
                  <a:lnTo>
                    <a:pt x="5278360" y="171898"/>
                  </a:lnTo>
                  <a:lnTo>
                    <a:pt x="5278454" y="171898"/>
                  </a:lnTo>
                  <a:lnTo>
                    <a:pt x="5278548" y="171898"/>
                  </a:lnTo>
                  <a:lnTo>
                    <a:pt x="5278642" y="171898"/>
                  </a:lnTo>
                  <a:lnTo>
                    <a:pt x="5278736" y="171898"/>
                  </a:lnTo>
                  <a:lnTo>
                    <a:pt x="5278830" y="171898"/>
                  </a:lnTo>
                  <a:lnTo>
                    <a:pt x="5278924" y="171898"/>
                  </a:lnTo>
                  <a:lnTo>
                    <a:pt x="5279019" y="171898"/>
                  </a:lnTo>
                  <a:lnTo>
                    <a:pt x="5279113" y="171898"/>
                  </a:lnTo>
                  <a:lnTo>
                    <a:pt x="5279207" y="171898"/>
                  </a:lnTo>
                  <a:lnTo>
                    <a:pt x="5279301" y="171898"/>
                  </a:lnTo>
                  <a:lnTo>
                    <a:pt x="5279395" y="171898"/>
                  </a:lnTo>
                  <a:lnTo>
                    <a:pt x="5279489" y="171898"/>
                  </a:lnTo>
                  <a:lnTo>
                    <a:pt x="5279584" y="171898"/>
                  </a:lnTo>
                  <a:lnTo>
                    <a:pt x="5279678" y="171898"/>
                  </a:lnTo>
                  <a:lnTo>
                    <a:pt x="5279772" y="171898"/>
                  </a:lnTo>
                  <a:lnTo>
                    <a:pt x="5279866" y="171898"/>
                  </a:lnTo>
                  <a:lnTo>
                    <a:pt x="5279960" y="171898"/>
                  </a:lnTo>
                  <a:lnTo>
                    <a:pt x="5280054" y="171898"/>
                  </a:lnTo>
                  <a:lnTo>
                    <a:pt x="5280148" y="171898"/>
                  </a:lnTo>
                  <a:lnTo>
                    <a:pt x="5280243" y="171898"/>
                  </a:lnTo>
                  <a:lnTo>
                    <a:pt x="5280337" y="171898"/>
                  </a:lnTo>
                  <a:lnTo>
                    <a:pt x="5280431" y="171898"/>
                  </a:lnTo>
                  <a:lnTo>
                    <a:pt x="5280525" y="171898"/>
                  </a:lnTo>
                  <a:lnTo>
                    <a:pt x="5280619" y="171898"/>
                  </a:lnTo>
                  <a:lnTo>
                    <a:pt x="5280713" y="171898"/>
                  </a:lnTo>
                  <a:lnTo>
                    <a:pt x="5280807" y="171898"/>
                  </a:lnTo>
                  <a:lnTo>
                    <a:pt x="5280902" y="171898"/>
                  </a:lnTo>
                  <a:lnTo>
                    <a:pt x="5280996" y="171898"/>
                  </a:lnTo>
                  <a:lnTo>
                    <a:pt x="5281090" y="171898"/>
                  </a:lnTo>
                  <a:lnTo>
                    <a:pt x="5281184" y="171898"/>
                  </a:lnTo>
                  <a:lnTo>
                    <a:pt x="5281278" y="171898"/>
                  </a:lnTo>
                  <a:lnTo>
                    <a:pt x="5281372" y="171898"/>
                  </a:lnTo>
                  <a:lnTo>
                    <a:pt x="5281467" y="171898"/>
                  </a:lnTo>
                  <a:lnTo>
                    <a:pt x="5281561" y="171898"/>
                  </a:lnTo>
                  <a:lnTo>
                    <a:pt x="5281655" y="171898"/>
                  </a:lnTo>
                  <a:lnTo>
                    <a:pt x="5281749" y="171898"/>
                  </a:lnTo>
                  <a:lnTo>
                    <a:pt x="5281843" y="171898"/>
                  </a:lnTo>
                  <a:lnTo>
                    <a:pt x="5281937" y="171898"/>
                  </a:lnTo>
                  <a:lnTo>
                    <a:pt x="5282031" y="171898"/>
                  </a:lnTo>
                  <a:lnTo>
                    <a:pt x="5282126" y="171898"/>
                  </a:lnTo>
                  <a:lnTo>
                    <a:pt x="5282220" y="171898"/>
                  </a:lnTo>
                  <a:lnTo>
                    <a:pt x="5282314" y="171898"/>
                  </a:lnTo>
                  <a:lnTo>
                    <a:pt x="5282408" y="171898"/>
                  </a:lnTo>
                  <a:lnTo>
                    <a:pt x="5282502" y="171898"/>
                  </a:lnTo>
                  <a:lnTo>
                    <a:pt x="5282596" y="171898"/>
                  </a:lnTo>
                  <a:lnTo>
                    <a:pt x="5282691" y="171898"/>
                  </a:lnTo>
                  <a:lnTo>
                    <a:pt x="5282785" y="171898"/>
                  </a:lnTo>
                  <a:lnTo>
                    <a:pt x="5282879" y="171898"/>
                  </a:lnTo>
                  <a:lnTo>
                    <a:pt x="5282973" y="171898"/>
                  </a:lnTo>
                  <a:lnTo>
                    <a:pt x="5283067" y="171898"/>
                  </a:lnTo>
                  <a:lnTo>
                    <a:pt x="5283161" y="171898"/>
                  </a:lnTo>
                  <a:lnTo>
                    <a:pt x="5283255" y="171898"/>
                  </a:lnTo>
                  <a:lnTo>
                    <a:pt x="5283350" y="171898"/>
                  </a:lnTo>
                  <a:lnTo>
                    <a:pt x="5283444" y="171898"/>
                  </a:lnTo>
                  <a:lnTo>
                    <a:pt x="5283538" y="171898"/>
                  </a:lnTo>
                  <a:lnTo>
                    <a:pt x="5283632" y="171898"/>
                  </a:lnTo>
                  <a:lnTo>
                    <a:pt x="5283726" y="171898"/>
                  </a:lnTo>
                  <a:lnTo>
                    <a:pt x="5283820" y="171898"/>
                  </a:lnTo>
                  <a:lnTo>
                    <a:pt x="5283915" y="171898"/>
                  </a:lnTo>
                  <a:lnTo>
                    <a:pt x="5284009" y="171898"/>
                  </a:lnTo>
                  <a:lnTo>
                    <a:pt x="5284103" y="171898"/>
                  </a:lnTo>
                  <a:lnTo>
                    <a:pt x="5284197" y="171898"/>
                  </a:lnTo>
                  <a:lnTo>
                    <a:pt x="5284291" y="171898"/>
                  </a:lnTo>
                  <a:lnTo>
                    <a:pt x="5284385" y="171898"/>
                  </a:lnTo>
                  <a:lnTo>
                    <a:pt x="5284479" y="171898"/>
                  </a:lnTo>
                  <a:lnTo>
                    <a:pt x="5284574" y="171898"/>
                  </a:lnTo>
                  <a:lnTo>
                    <a:pt x="5284668" y="171898"/>
                  </a:lnTo>
                  <a:lnTo>
                    <a:pt x="5284762" y="171898"/>
                  </a:lnTo>
                  <a:lnTo>
                    <a:pt x="5284856" y="171898"/>
                  </a:lnTo>
                  <a:lnTo>
                    <a:pt x="5284950" y="171898"/>
                  </a:lnTo>
                  <a:lnTo>
                    <a:pt x="5285044" y="171898"/>
                  </a:lnTo>
                  <a:lnTo>
                    <a:pt x="5285138" y="171898"/>
                  </a:lnTo>
                  <a:lnTo>
                    <a:pt x="5285233" y="171898"/>
                  </a:lnTo>
                  <a:lnTo>
                    <a:pt x="5285327" y="171898"/>
                  </a:lnTo>
                  <a:lnTo>
                    <a:pt x="5285421" y="171898"/>
                  </a:lnTo>
                  <a:lnTo>
                    <a:pt x="5285515" y="171898"/>
                  </a:lnTo>
                  <a:lnTo>
                    <a:pt x="5285609" y="171898"/>
                  </a:lnTo>
                  <a:lnTo>
                    <a:pt x="5285703" y="171898"/>
                  </a:lnTo>
                  <a:lnTo>
                    <a:pt x="5285798" y="171898"/>
                  </a:lnTo>
                  <a:lnTo>
                    <a:pt x="5285892" y="171898"/>
                  </a:lnTo>
                  <a:lnTo>
                    <a:pt x="5285986" y="171898"/>
                  </a:lnTo>
                  <a:lnTo>
                    <a:pt x="5286080" y="171898"/>
                  </a:lnTo>
                  <a:lnTo>
                    <a:pt x="5286174" y="171898"/>
                  </a:lnTo>
                  <a:lnTo>
                    <a:pt x="5286268" y="171898"/>
                  </a:lnTo>
                  <a:lnTo>
                    <a:pt x="5286362" y="171898"/>
                  </a:lnTo>
                  <a:lnTo>
                    <a:pt x="5286457" y="171898"/>
                  </a:lnTo>
                  <a:lnTo>
                    <a:pt x="5286551" y="171898"/>
                  </a:lnTo>
                  <a:lnTo>
                    <a:pt x="5286645" y="171898"/>
                  </a:lnTo>
                  <a:lnTo>
                    <a:pt x="5286739" y="171898"/>
                  </a:lnTo>
                  <a:lnTo>
                    <a:pt x="5286833" y="171898"/>
                  </a:lnTo>
                  <a:lnTo>
                    <a:pt x="5286927" y="171898"/>
                  </a:lnTo>
                  <a:lnTo>
                    <a:pt x="5287022" y="171898"/>
                  </a:lnTo>
                  <a:lnTo>
                    <a:pt x="5287116" y="171898"/>
                  </a:lnTo>
                  <a:lnTo>
                    <a:pt x="5287210" y="171898"/>
                  </a:lnTo>
                  <a:lnTo>
                    <a:pt x="5287304" y="171898"/>
                  </a:lnTo>
                  <a:lnTo>
                    <a:pt x="5287398" y="171898"/>
                  </a:lnTo>
                  <a:lnTo>
                    <a:pt x="5287492" y="171898"/>
                  </a:lnTo>
                  <a:lnTo>
                    <a:pt x="5287586" y="171898"/>
                  </a:lnTo>
                  <a:lnTo>
                    <a:pt x="5287681" y="171898"/>
                  </a:lnTo>
                  <a:lnTo>
                    <a:pt x="5287775" y="171898"/>
                  </a:lnTo>
                  <a:lnTo>
                    <a:pt x="5287869" y="171898"/>
                  </a:lnTo>
                  <a:lnTo>
                    <a:pt x="5287963" y="171898"/>
                  </a:lnTo>
                  <a:lnTo>
                    <a:pt x="5288057" y="171898"/>
                  </a:lnTo>
                  <a:lnTo>
                    <a:pt x="5288151" y="171898"/>
                  </a:lnTo>
                  <a:lnTo>
                    <a:pt x="5288246" y="171898"/>
                  </a:lnTo>
                  <a:lnTo>
                    <a:pt x="5288340" y="171898"/>
                  </a:lnTo>
                  <a:lnTo>
                    <a:pt x="5288434" y="171898"/>
                  </a:lnTo>
                  <a:lnTo>
                    <a:pt x="5288528" y="171898"/>
                  </a:lnTo>
                  <a:lnTo>
                    <a:pt x="5288622" y="171898"/>
                  </a:lnTo>
                  <a:lnTo>
                    <a:pt x="5288716" y="171898"/>
                  </a:lnTo>
                  <a:lnTo>
                    <a:pt x="5288810" y="171898"/>
                  </a:lnTo>
                  <a:lnTo>
                    <a:pt x="5288905" y="171898"/>
                  </a:lnTo>
                  <a:lnTo>
                    <a:pt x="5288999" y="171898"/>
                  </a:lnTo>
                  <a:lnTo>
                    <a:pt x="5289093" y="171898"/>
                  </a:lnTo>
                  <a:lnTo>
                    <a:pt x="5289187" y="171898"/>
                  </a:lnTo>
                  <a:lnTo>
                    <a:pt x="5289281" y="171898"/>
                  </a:lnTo>
                  <a:lnTo>
                    <a:pt x="5289375" y="171898"/>
                  </a:lnTo>
                  <a:lnTo>
                    <a:pt x="5289469" y="171898"/>
                  </a:lnTo>
                  <a:lnTo>
                    <a:pt x="5289564" y="171898"/>
                  </a:lnTo>
                  <a:lnTo>
                    <a:pt x="5289658" y="171898"/>
                  </a:lnTo>
                  <a:lnTo>
                    <a:pt x="5289752" y="171898"/>
                  </a:lnTo>
                  <a:lnTo>
                    <a:pt x="5289846" y="171898"/>
                  </a:lnTo>
                  <a:lnTo>
                    <a:pt x="5289940" y="171898"/>
                  </a:lnTo>
                  <a:lnTo>
                    <a:pt x="5290034" y="171898"/>
                  </a:lnTo>
                  <a:lnTo>
                    <a:pt x="5290129" y="171898"/>
                  </a:lnTo>
                  <a:lnTo>
                    <a:pt x="5290223" y="171898"/>
                  </a:lnTo>
                  <a:lnTo>
                    <a:pt x="5290317" y="171898"/>
                  </a:lnTo>
                  <a:lnTo>
                    <a:pt x="5290411" y="171898"/>
                  </a:lnTo>
                  <a:lnTo>
                    <a:pt x="5290505" y="171898"/>
                  </a:lnTo>
                  <a:lnTo>
                    <a:pt x="5290599" y="171898"/>
                  </a:lnTo>
                  <a:lnTo>
                    <a:pt x="5290599" y="166986"/>
                  </a:lnTo>
                  <a:lnTo>
                    <a:pt x="5290693" y="166986"/>
                  </a:lnTo>
                  <a:lnTo>
                    <a:pt x="5290788" y="166986"/>
                  </a:lnTo>
                  <a:lnTo>
                    <a:pt x="5290882" y="166986"/>
                  </a:lnTo>
                  <a:lnTo>
                    <a:pt x="5290976" y="166986"/>
                  </a:lnTo>
                  <a:lnTo>
                    <a:pt x="5291070" y="166986"/>
                  </a:lnTo>
                  <a:lnTo>
                    <a:pt x="5291164" y="166986"/>
                  </a:lnTo>
                  <a:lnTo>
                    <a:pt x="5291258" y="166986"/>
                  </a:lnTo>
                  <a:lnTo>
                    <a:pt x="5291353" y="166986"/>
                  </a:lnTo>
                  <a:lnTo>
                    <a:pt x="5291447" y="166986"/>
                  </a:lnTo>
                  <a:lnTo>
                    <a:pt x="5291541" y="166986"/>
                  </a:lnTo>
                  <a:lnTo>
                    <a:pt x="5291635" y="166986"/>
                  </a:lnTo>
                  <a:lnTo>
                    <a:pt x="5291729" y="166986"/>
                  </a:lnTo>
                  <a:lnTo>
                    <a:pt x="5291823" y="166986"/>
                  </a:lnTo>
                  <a:lnTo>
                    <a:pt x="5291917" y="166986"/>
                  </a:lnTo>
                  <a:lnTo>
                    <a:pt x="5292012" y="166986"/>
                  </a:lnTo>
                  <a:lnTo>
                    <a:pt x="5292106" y="166986"/>
                  </a:lnTo>
                  <a:lnTo>
                    <a:pt x="5292200" y="166986"/>
                  </a:lnTo>
                  <a:lnTo>
                    <a:pt x="5292294" y="166986"/>
                  </a:lnTo>
                  <a:lnTo>
                    <a:pt x="5292388" y="166986"/>
                  </a:lnTo>
                  <a:lnTo>
                    <a:pt x="5292482" y="166986"/>
                  </a:lnTo>
                  <a:lnTo>
                    <a:pt x="5292577" y="166986"/>
                  </a:lnTo>
                  <a:lnTo>
                    <a:pt x="5292671" y="166986"/>
                  </a:lnTo>
                  <a:lnTo>
                    <a:pt x="5292765" y="166986"/>
                  </a:lnTo>
                  <a:lnTo>
                    <a:pt x="5292859" y="166986"/>
                  </a:lnTo>
                  <a:lnTo>
                    <a:pt x="5292953" y="166986"/>
                  </a:lnTo>
                  <a:lnTo>
                    <a:pt x="5293047" y="166986"/>
                  </a:lnTo>
                  <a:lnTo>
                    <a:pt x="5293141" y="166986"/>
                  </a:lnTo>
                  <a:lnTo>
                    <a:pt x="5293236" y="166986"/>
                  </a:lnTo>
                  <a:lnTo>
                    <a:pt x="5293330" y="166986"/>
                  </a:lnTo>
                  <a:lnTo>
                    <a:pt x="5293424" y="166986"/>
                  </a:lnTo>
                  <a:lnTo>
                    <a:pt x="5293518" y="166986"/>
                  </a:lnTo>
                  <a:lnTo>
                    <a:pt x="5293612" y="166986"/>
                  </a:lnTo>
                  <a:lnTo>
                    <a:pt x="5293706" y="166986"/>
                  </a:lnTo>
                  <a:lnTo>
                    <a:pt x="5293800" y="166986"/>
                  </a:lnTo>
                  <a:lnTo>
                    <a:pt x="5293895" y="166986"/>
                  </a:lnTo>
                  <a:lnTo>
                    <a:pt x="5293989" y="166986"/>
                  </a:lnTo>
                  <a:lnTo>
                    <a:pt x="5294083" y="166986"/>
                  </a:lnTo>
                  <a:lnTo>
                    <a:pt x="5294177" y="166986"/>
                  </a:lnTo>
                  <a:lnTo>
                    <a:pt x="5294271" y="166986"/>
                  </a:lnTo>
                  <a:lnTo>
                    <a:pt x="5294365" y="166986"/>
                  </a:lnTo>
                  <a:lnTo>
                    <a:pt x="5294460" y="166986"/>
                  </a:lnTo>
                  <a:lnTo>
                    <a:pt x="5294460" y="162075"/>
                  </a:lnTo>
                  <a:lnTo>
                    <a:pt x="5294554" y="162075"/>
                  </a:lnTo>
                  <a:lnTo>
                    <a:pt x="5294648" y="162075"/>
                  </a:lnTo>
                  <a:lnTo>
                    <a:pt x="5294742" y="162075"/>
                  </a:lnTo>
                  <a:lnTo>
                    <a:pt x="5294836" y="162075"/>
                  </a:lnTo>
                  <a:lnTo>
                    <a:pt x="5294930" y="162075"/>
                  </a:lnTo>
                  <a:lnTo>
                    <a:pt x="5295024" y="162075"/>
                  </a:lnTo>
                  <a:lnTo>
                    <a:pt x="5295119" y="162075"/>
                  </a:lnTo>
                  <a:lnTo>
                    <a:pt x="5295213" y="162075"/>
                  </a:lnTo>
                  <a:lnTo>
                    <a:pt x="5295307" y="162075"/>
                  </a:lnTo>
                  <a:lnTo>
                    <a:pt x="5295401" y="162075"/>
                  </a:lnTo>
                  <a:lnTo>
                    <a:pt x="5295495" y="162075"/>
                  </a:lnTo>
                  <a:lnTo>
                    <a:pt x="5295589" y="162075"/>
                  </a:lnTo>
                  <a:lnTo>
                    <a:pt x="5295684" y="162075"/>
                  </a:lnTo>
                  <a:lnTo>
                    <a:pt x="5295778" y="162075"/>
                  </a:lnTo>
                  <a:lnTo>
                    <a:pt x="5295872" y="162075"/>
                  </a:lnTo>
                  <a:lnTo>
                    <a:pt x="5295966" y="162075"/>
                  </a:lnTo>
                  <a:lnTo>
                    <a:pt x="5296060" y="162075"/>
                  </a:lnTo>
                  <a:lnTo>
                    <a:pt x="5296154" y="162075"/>
                  </a:lnTo>
                  <a:lnTo>
                    <a:pt x="5296248" y="162075"/>
                  </a:lnTo>
                  <a:lnTo>
                    <a:pt x="5296343" y="162075"/>
                  </a:lnTo>
                  <a:lnTo>
                    <a:pt x="5296437" y="162075"/>
                  </a:lnTo>
                  <a:lnTo>
                    <a:pt x="5296531" y="162075"/>
                  </a:lnTo>
                  <a:lnTo>
                    <a:pt x="5296625" y="162075"/>
                  </a:lnTo>
                  <a:lnTo>
                    <a:pt x="5296719" y="162075"/>
                  </a:lnTo>
                  <a:lnTo>
                    <a:pt x="5296813" y="162075"/>
                  </a:lnTo>
                  <a:lnTo>
                    <a:pt x="5296908" y="162075"/>
                  </a:lnTo>
                  <a:lnTo>
                    <a:pt x="5297002" y="162075"/>
                  </a:lnTo>
                  <a:lnTo>
                    <a:pt x="5297096" y="162075"/>
                  </a:lnTo>
                  <a:lnTo>
                    <a:pt x="5297190" y="162075"/>
                  </a:lnTo>
                  <a:lnTo>
                    <a:pt x="5297284" y="162075"/>
                  </a:lnTo>
                  <a:lnTo>
                    <a:pt x="5297378" y="162075"/>
                  </a:lnTo>
                  <a:lnTo>
                    <a:pt x="5297472" y="162075"/>
                  </a:lnTo>
                  <a:lnTo>
                    <a:pt x="5297567" y="162075"/>
                  </a:lnTo>
                  <a:lnTo>
                    <a:pt x="5297661" y="162075"/>
                  </a:lnTo>
                  <a:lnTo>
                    <a:pt x="5297755" y="162075"/>
                  </a:lnTo>
                  <a:lnTo>
                    <a:pt x="5297849" y="162075"/>
                  </a:lnTo>
                  <a:lnTo>
                    <a:pt x="5297943" y="162075"/>
                  </a:lnTo>
                  <a:lnTo>
                    <a:pt x="5298037" y="162075"/>
                  </a:lnTo>
                  <a:lnTo>
                    <a:pt x="5298131" y="162075"/>
                  </a:lnTo>
                  <a:lnTo>
                    <a:pt x="5298226" y="162075"/>
                  </a:lnTo>
                  <a:lnTo>
                    <a:pt x="5298320" y="162075"/>
                  </a:lnTo>
                  <a:lnTo>
                    <a:pt x="5298414" y="162075"/>
                  </a:lnTo>
                  <a:lnTo>
                    <a:pt x="5298508" y="162075"/>
                  </a:lnTo>
                  <a:lnTo>
                    <a:pt x="5298602" y="162075"/>
                  </a:lnTo>
                  <a:lnTo>
                    <a:pt x="5298696" y="162075"/>
                  </a:lnTo>
                  <a:lnTo>
                    <a:pt x="5298791" y="162075"/>
                  </a:lnTo>
                  <a:lnTo>
                    <a:pt x="5298885" y="162075"/>
                  </a:lnTo>
                  <a:lnTo>
                    <a:pt x="5298979" y="162075"/>
                  </a:lnTo>
                  <a:lnTo>
                    <a:pt x="5299073" y="162075"/>
                  </a:lnTo>
                  <a:lnTo>
                    <a:pt x="5299167" y="162075"/>
                  </a:lnTo>
                  <a:lnTo>
                    <a:pt x="5299261" y="162075"/>
                  </a:lnTo>
                  <a:lnTo>
                    <a:pt x="5299355" y="162075"/>
                  </a:lnTo>
                  <a:lnTo>
                    <a:pt x="5299450" y="162075"/>
                  </a:lnTo>
                  <a:lnTo>
                    <a:pt x="5299544" y="162075"/>
                  </a:lnTo>
                  <a:lnTo>
                    <a:pt x="5299638" y="162075"/>
                  </a:lnTo>
                  <a:lnTo>
                    <a:pt x="5299732" y="162075"/>
                  </a:lnTo>
                  <a:lnTo>
                    <a:pt x="5299826" y="162075"/>
                  </a:lnTo>
                  <a:lnTo>
                    <a:pt x="5299920" y="162075"/>
                  </a:lnTo>
                  <a:lnTo>
                    <a:pt x="5300015" y="162075"/>
                  </a:lnTo>
                  <a:lnTo>
                    <a:pt x="5300109" y="162075"/>
                  </a:lnTo>
                  <a:lnTo>
                    <a:pt x="5300203" y="162075"/>
                  </a:lnTo>
                  <a:lnTo>
                    <a:pt x="5300297" y="162075"/>
                  </a:lnTo>
                  <a:lnTo>
                    <a:pt x="5300391" y="162075"/>
                  </a:lnTo>
                  <a:lnTo>
                    <a:pt x="5300485" y="162075"/>
                  </a:lnTo>
                  <a:lnTo>
                    <a:pt x="5300579" y="162075"/>
                  </a:lnTo>
                  <a:lnTo>
                    <a:pt x="5300674" y="162075"/>
                  </a:lnTo>
                  <a:lnTo>
                    <a:pt x="5300768" y="162075"/>
                  </a:lnTo>
                  <a:lnTo>
                    <a:pt x="5300862" y="162075"/>
                  </a:lnTo>
                  <a:lnTo>
                    <a:pt x="5300956" y="162075"/>
                  </a:lnTo>
                  <a:lnTo>
                    <a:pt x="5301050" y="162075"/>
                  </a:lnTo>
                  <a:lnTo>
                    <a:pt x="5301144" y="162075"/>
                  </a:lnTo>
                  <a:lnTo>
                    <a:pt x="5301239" y="162075"/>
                  </a:lnTo>
                  <a:lnTo>
                    <a:pt x="5301333" y="162075"/>
                  </a:lnTo>
                  <a:lnTo>
                    <a:pt x="5301427" y="162075"/>
                  </a:lnTo>
                  <a:lnTo>
                    <a:pt x="5301521" y="162075"/>
                  </a:lnTo>
                  <a:lnTo>
                    <a:pt x="5301615" y="162075"/>
                  </a:lnTo>
                  <a:lnTo>
                    <a:pt x="5301709" y="162075"/>
                  </a:lnTo>
                  <a:lnTo>
                    <a:pt x="5301803" y="162075"/>
                  </a:lnTo>
                  <a:lnTo>
                    <a:pt x="5301898" y="162075"/>
                  </a:lnTo>
                  <a:lnTo>
                    <a:pt x="5301992" y="162075"/>
                  </a:lnTo>
                  <a:lnTo>
                    <a:pt x="5302086" y="162075"/>
                  </a:lnTo>
                  <a:lnTo>
                    <a:pt x="5302180" y="162075"/>
                  </a:lnTo>
                  <a:lnTo>
                    <a:pt x="5302274" y="162075"/>
                  </a:lnTo>
                  <a:lnTo>
                    <a:pt x="5302368" y="162075"/>
                  </a:lnTo>
                  <a:lnTo>
                    <a:pt x="5302462" y="162075"/>
                  </a:lnTo>
                  <a:lnTo>
                    <a:pt x="5302557" y="162075"/>
                  </a:lnTo>
                  <a:lnTo>
                    <a:pt x="5302651" y="162075"/>
                  </a:lnTo>
                  <a:lnTo>
                    <a:pt x="5302745" y="162075"/>
                  </a:lnTo>
                  <a:lnTo>
                    <a:pt x="5302839" y="162075"/>
                  </a:lnTo>
                  <a:lnTo>
                    <a:pt x="5302933" y="162075"/>
                  </a:lnTo>
                  <a:lnTo>
                    <a:pt x="5303027" y="162075"/>
                  </a:lnTo>
                  <a:lnTo>
                    <a:pt x="5303122" y="162075"/>
                  </a:lnTo>
                  <a:lnTo>
                    <a:pt x="5303216" y="162075"/>
                  </a:lnTo>
                  <a:lnTo>
                    <a:pt x="5303310" y="162075"/>
                  </a:lnTo>
                  <a:lnTo>
                    <a:pt x="5303404" y="162075"/>
                  </a:lnTo>
                  <a:lnTo>
                    <a:pt x="5303498" y="162075"/>
                  </a:lnTo>
                  <a:lnTo>
                    <a:pt x="5303592" y="162075"/>
                  </a:lnTo>
                  <a:lnTo>
                    <a:pt x="5303686" y="162075"/>
                  </a:lnTo>
                  <a:lnTo>
                    <a:pt x="5303781" y="162075"/>
                  </a:lnTo>
                  <a:lnTo>
                    <a:pt x="5303875" y="162075"/>
                  </a:lnTo>
                  <a:lnTo>
                    <a:pt x="5303969" y="162075"/>
                  </a:lnTo>
                  <a:lnTo>
                    <a:pt x="5304063" y="162075"/>
                  </a:lnTo>
                  <a:lnTo>
                    <a:pt x="5304157" y="162075"/>
                  </a:lnTo>
                  <a:lnTo>
                    <a:pt x="5304251" y="162075"/>
                  </a:lnTo>
                  <a:lnTo>
                    <a:pt x="5304346" y="162075"/>
                  </a:lnTo>
                  <a:lnTo>
                    <a:pt x="5304440" y="162075"/>
                  </a:lnTo>
                  <a:lnTo>
                    <a:pt x="5304534" y="162075"/>
                  </a:lnTo>
                  <a:lnTo>
                    <a:pt x="5304628" y="162075"/>
                  </a:lnTo>
                  <a:lnTo>
                    <a:pt x="5304722" y="162075"/>
                  </a:lnTo>
                  <a:lnTo>
                    <a:pt x="5304816" y="162075"/>
                  </a:lnTo>
                  <a:lnTo>
                    <a:pt x="5304910" y="162075"/>
                  </a:lnTo>
                  <a:lnTo>
                    <a:pt x="5305005" y="162075"/>
                  </a:lnTo>
                  <a:lnTo>
                    <a:pt x="5305099" y="162075"/>
                  </a:lnTo>
                  <a:lnTo>
                    <a:pt x="5305193" y="162075"/>
                  </a:lnTo>
                  <a:lnTo>
                    <a:pt x="5305287" y="162075"/>
                  </a:lnTo>
                  <a:lnTo>
                    <a:pt x="5305381" y="162075"/>
                  </a:lnTo>
                  <a:lnTo>
                    <a:pt x="5305475" y="162075"/>
                  </a:lnTo>
                  <a:lnTo>
                    <a:pt x="5305570" y="162075"/>
                  </a:lnTo>
                  <a:lnTo>
                    <a:pt x="5305664" y="162075"/>
                  </a:lnTo>
                  <a:lnTo>
                    <a:pt x="5305758" y="162075"/>
                  </a:lnTo>
                  <a:lnTo>
                    <a:pt x="5305852" y="162075"/>
                  </a:lnTo>
                  <a:lnTo>
                    <a:pt x="5305946" y="162075"/>
                  </a:lnTo>
                  <a:lnTo>
                    <a:pt x="5306040" y="162075"/>
                  </a:lnTo>
                  <a:lnTo>
                    <a:pt x="5306134" y="162075"/>
                  </a:lnTo>
                  <a:lnTo>
                    <a:pt x="5306229" y="162075"/>
                  </a:lnTo>
                  <a:lnTo>
                    <a:pt x="5306323" y="162075"/>
                  </a:lnTo>
                  <a:lnTo>
                    <a:pt x="5306417" y="162075"/>
                  </a:lnTo>
                  <a:lnTo>
                    <a:pt x="5306511" y="162075"/>
                  </a:lnTo>
                  <a:lnTo>
                    <a:pt x="5306605" y="162075"/>
                  </a:lnTo>
                  <a:lnTo>
                    <a:pt x="5306699" y="162075"/>
                  </a:lnTo>
                  <a:lnTo>
                    <a:pt x="5306793" y="162075"/>
                  </a:lnTo>
                  <a:lnTo>
                    <a:pt x="5306888" y="162075"/>
                  </a:lnTo>
                  <a:lnTo>
                    <a:pt x="5306982" y="162075"/>
                  </a:lnTo>
                  <a:lnTo>
                    <a:pt x="5307076" y="162075"/>
                  </a:lnTo>
                  <a:lnTo>
                    <a:pt x="5307170" y="162075"/>
                  </a:lnTo>
                  <a:lnTo>
                    <a:pt x="5307264" y="162075"/>
                  </a:lnTo>
                  <a:lnTo>
                    <a:pt x="5307358" y="162075"/>
                  </a:lnTo>
                  <a:lnTo>
                    <a:pt x="5307453" y="162075"/>
                  </a:lnTo>
                  <a:lnTo>
                    <a:pt x="5307547" y="162075"/>
                  </a:lnTo>
                  <a:lnTo>
                    <a:pt x="5307641" y="162075"/>
                  </a:lnTo>
                  <a:lnTo>
                    <a:pt x="5307735" y="162075"/>
                  </a:lnTo>
                  <a:lnTo>
                    <a:pt x="5307829" y="162075"/>
                  </a:lnTo>
                  <a:lnTo>
                    <a:pt x="5307923" y="162075"/>
                  </a:lnTo>
                  <a:lnTo>
                    <a:pt x="5308017" y="162075"/>
                  </a:lnTo>
                  <a:lnTo>
                    <a:pt x="5308112" y="162075"/>
                  </a:lnTo>
                  <a:lnTo>
                    <a:pt x="5308206" y="162075"/>
                  </a:lnTo>
                  <a:lnTo>
                    <a:pt x="5308300" y="162075"/>
                  </a:lnTo>
                  <a:lnTo>
                    <a:pt x="5308394" y="162075"/>
                  </a:lnTo>
                  <a:lnTo>
                    <a:pt x="5308488" y="162075"/>
                  </a:lnTo>
                  <a:lnTo>
                    <a:pt x="5308582" y="162075"/>
                  </a:lnTo>
                  <a:lnTo>
                    <a:pt x="5308677" y="162075"/>
                  </a:lnTo>
                  <a:lnTo>
                    <a:pt x="5308771" y="162075"/>
                  </a:lnTo>
                  <a:lnTo>
                    <a:pt x="5308865" y="162075"/>
                  </a:lnTo>
                  <a:lnTo>
                    <a:pt x="5308959" y="162075"/>
                  </a:lnTo>
                  <a:lnTo>
                    <a:pt x="5309053" y="162075"/>
                  </a:lnTo>
                  <a:lnTo>
                    <a:pt x="5309147" y="162075"/>
                  </a:lnTo>
                  <a:lnTo>
                    <a:pt x="5309241" y="162075"/>
                  </a:lnTo>
                  <a:lnTo>
                    <a:pt x="5309336" y="162075"/>
                  </a:lnTo>
                  <a:lnTo>
                    <a:pt x="5309430" y="162075"/>
                  </a:lnTo>
                  <a:lnTo>
                    <a:pt x="5309524" y="162075"/>
                  </a:lnTo>
                  <a:lnTo>
                    <a:pt x="5309618" y="162075"/>
                  </a:lnTo>
                  <a:lnTo>
                    <a:pt x="5309712" y="162075"/>
                  </a:lnTo>
                  <a:lnTo>
                    <a:pt x="5309806" y="162075"/>
                  </a:lnTo>
                  <a:lnTo>
                    <a:pt x="5309901" y="162075"/>
                  </a:lnTo>
                  <a:lnTo>
                    <a:pt x="5309995" y="162075"/>
                  </a:lnTo>
                  <a:lnTo>
                    <a:pt x="5310089" y="162075"/>
                  </a:lnTo>
                  <a:lnTo>
                    <a:pt x="5310183" y="162075"/>
                  </a:lnTo>
                  <a:lnTo>
                    <a:pt x="5310277" y="162075"/>
                  </a:lnTo>
                  <a:lnTo>
                    <a:pt x="5310371" y="162075"/>
                  </a:lnTo>
                  <a:lnTo>
                    <a:pt x="5310465" y="162075"/>
                  </a:lnTo>
                  <a:lnTo>
                    <a:pt x="5310560" y="162075"/>
                  </a:lnTo>
                  <a:lnTo>
                    <a:pt x="5310654" y="162075"/>
                  </a:lnTo>
                  <a:lnTo>
                    <a:pt x="5310748" y="162075"/>
                  </a:lnTo>
                  <a:lnTo>
                    <a:pt x="5310842" y="162075"/>
                  </a:lnTo>
                  <a:lnTo>
                    <a:pt x="5310936" y="162075"/>
                  </a:lnTo>
                  <a:lnTo>
                    <a:pt x="5311030" y="162075"/>
                  </a:lnTo>
                  <a:lnTo>
                    <a:pt x="5311124" y="162075"/>
                  </a:lnTo>
                  <a:lnTo>
                    <a:pt x="5311219" y="162075"/>
                  </a:lnTo>
                  <a:lnTo>
                    <a:pt x="5311313" y="162075"/>
                  </a:lnTo>
                  <a:lnTo>
                    <a:pt x="5311407" y="162075"/>
                  </a:lnTo>
                  <a:lnTo>
                    <a:pt x="5311501" y="162075"/>
                  </a:lnTo>
                  <a:lnTo>
                    <a:pt x="5311595" y="162075"/>
                  </a:lnTo>
                  <a:lnTo>
                    <a:pt x="5311689" y="162075"/>
                  </a:lnTo>
                  <a:lnTo>
                    <a:pt x="5311784" y="162075"/>
                  </a:lnTo>
                  <a:lnTo>
                    <a:pt x="5311878" y="162075"/>
                  </a:lnTo>
                  <a:lnTo>
                    <a:pt x="5311972" y="162075"/>
                  </a:lnTo>
                  <a:lnTo>
                    <a:pt x="5312066" y="162075"/>
                  </a:lnTo>
                  <a:lnTo>
                    <a:pt x="5312160" y="162075"/>
                  </a:lnTo>
                  <a:lnTo>
                    <a:pt x="5312254" y="162075"/>
                  </a:lnTo>
                  <a:lnTo>
                    <a:pt x="5312348" y="162075"/>
                  </a:lnTo>
                  <a:lnTo>
                    <a:pt x="5312443" y="162075"/>
                  </a:lnTo>
                  <a:lnTo>
                    <a:pt x="5312537" y="162075"/>
                  </a:lnTo>
                  <a:lnTo>
                    <a:pt x="5312631" y="162075"/>
                  </a:lnTo>
                  <a:lnTo>
                    <a:pt x="5312725" y="162075"/>
                  </a:lnTo>
                  <a:lnTo>
                    <a:pt x="5312819" y="162075"/>
                  </a:lnTo>
                  <a:lnTo>
                    <a:pt x="5312913" y="162075"/>
                  </a:lnTo>
                  <a:lnTo>
                    <a:pt x="5313008" y="162075"/>
                  </a:lnTo>
                  <a:lnTo>
                    <a:pt x="5313102" y="162075"/>
                  </a:lnTo>
                  <a:lnTo>
                    <a:pt x="5313196" y="162075"/>
                  </a:lnTo>
                  <a:lnTo>
                    <a:pt x="5313290" y="162075"/>
                  </a:lnTo>
                  <a:lnTo>
                    <a:pt x="5313384" y="162075"/>
                  </a:lnTo>
                  <a:lnTo>
                    <a:pt x="5313478" y="162075"/>
                  </a:lnTo>
                  <a:lnTo>
                    <a:pt x="5313572" y="162075"/>
                  </a:lnTo>
                  <a:lnTo>
                    <a:pt x="5313667" y="162075"/>
                  </a:lnTo>
                  <a:lnTo>
                    <a:pt x="5313761" y="162075"/>
                  </a:lnTo>
                  <a:lnTo>
                    <a:pt x="5313855" y="162075"/>
                  </a:lnTo>
                  <a:lnTo>
                    <a:pt x="5313949" y="162075"/>
                  </a:lnTo>
                  <a:lnTo>
                    <a:pt x="5314043" y="162075"/>
                  </a:lnTo>
                  <a:lnTo>
                    <a:pt x="5314137" y="162075"/>
                  </a:lnTo>
                  <a:lnTo>
                    <a:pt x="5314232" y="162075"/>
                  </a:lnTo>
                  <a:lnTo>
                    <a:pt x="5314326" y="162075"/>
                  </a:lnTo>
                  <a:lnTo>
                    <a:pt x="5314420" y="162075"/>
                  </a:lnTo>
                  <a:lnTo>
                    <a:pt x="5314514" y="162075"/>
                  </a:lnTo>
                  <a:lnTo>
                    <a:pt x="5314608" y="162075"/>
                  </a:lnTo>
                  <a:lnTo>
                    <a:pt x="5314702" y="162075"/>
                  </a:lnTo>
                  <a:lnTo>
                    <a:pt x="5314796" y="162075"/>
                  </a:lnTo>
                  <a:lnTo>
                    <a:pt x="5314891" y="162075"/>
                  </a:lnTo>
                  <a:lnTo>
                    <a:pt x="5314985" y="162075"/>
                  </a:lnTo>
                  <a:lnTo>
                    <a:pt x="5315079" y="162075"/>
                  </a:lnTo>
                  <a:lnTo>
                    <a:pt x="5315173" y="162075"/>
                  </a:lnTo>
                  <a:lnTo>
                    <a:pt x="5315267" y="162075"/>
                  </a:lnTo>
                  <a:lnTo>
                    <a:pt x="5315361" y="162075"/>
                  </a:lnTo>
                  <a:lnTo>
                    <a:pt x="5315455" y="162075"/>
                  </a:lnTo>
                  <a:lnTo>
                    <a:pt x="5315550" y="162075"/>
                  </a:lnTo>
                  <a:lnTo>
                    <a:pt x="5315644" y="162075"/>
                  </a:lnTo>
                  <a:lnTo>
                    <a:pt x="5315738" y="162075"/>
                  </a:lnTo>
                  <a:lnTo>
                    <a:pt x="5315832" y="162075"/>
                  </a:lnTo>
                  <a:lnTo>
                    <a:pt x="5315926" y="162075"/>
                  </a:lnTo>
                  <a:lnTo>
                    <a:pt x="5316020" y="162075"/>
                  </a:lnTo>
                  <a:lnTo>
                    <a:pt x="5316115" y="162075"/>
                  </a:lnTo>
                  <a:lnTo>
                    <a:pt x="5316209" y="162075"/>
                  </a:lnTo>
                  <a:lnTo>
                    <a:pt x="5316303" y="162075"/>
                  </a:lnTo>
                  <a:lnTo>
                    <a:pt x="5316397" y="162075"/>
                  </a:lnTo>
                  <a:lnTo>
                    <a:pt x="5316491" y="162075"/>
                  </a:lnTo>
                  <a:lnTo>
                    <a:pt x="5316585" y="162075"/>
                  </a:lnTo>
                  <a:lnTo>
                    <a:pt x="5316679" y="162075"/>
                  </a:lnTo>
                  <a:lnTo>
                    <a:pt x="5316774" y="162075"/>
                  </a:lnTo>
                  <a:lnTo>
                    <a:pt x="5316868" y="162075"/>
                  </a:lnTo>
                  <a:lnTo>
                    <a:pt x="5316962" y="162075"/>
                  </a:lnTo>
                  <a:lnTo>
                    <a:pt x="5317056" y="162075"/>
                  </a:lnTo>
                  <a:lnTo>
                    <a:pt x="5317150" y="162075"/>
                  </a:lnTo>
                  <a:lnTo>
                    <a:pt x="5317244" y="162075"/>
                  </a:lnTo>
                  <a:lnTo>
                    <a:pt x="5317339" y="162075"/>
                  </a:lnTo>
                  <a:lnTo>
                    <a:pt x="5317433" y="162075"/>
                  </a:lnTo>
                  <a:lnTo>
                    <a:pt x="5317527" y="162075"/>
                  </a:lnTo>
                  <a:lnTo>
                    <a:pt x="5317621" y="162075"/>
                  </a:lnTo>
                  <a:lnTo>
                    <a:pt x="5317715" y="162075"/>
                  </a:lnTo>
                  <a:lnTo>
                    <a:pt x="5317809" y="162075"/>
                  </a:lnTo>
                  <a:lnTo>
                    <a:pt x="5317903" y="162075"/>
                  </a:lnTo>
                  <a:lnTo>
                    <a:pt x="5317998" y="162075"/>
                  </a:lnTo>
                  <a:lnTo>
                    <a:pt x="5318092" y="162075"/>
                  </a:lnTo>
                  <a:lnTo>
                    <a:pt x="5318186" y="162075"/>
                  </a:lnTo>
                  <a:lnTo>
                    <a:pt x="5318280" y="162075"/>
                  </a:lnTo>
                  <a:lnTo>
                    <a:pt x="5318374" y="162075"/>
                  </a:lnTo>
                  <a:lnTo>
                    <a:pt x="5318468" y="162075"/>
                  </a:lnTo>
                  <a:lnTo>
                    <a:pt x="5318563" y="162075"/>
                  </a:lnTo>
                  <a:lnTo>
                    <a:pt x="5318657" y="162075"/>
                  </a:lnTo>
                  <a:lnTo>
                    <a:pt x="5318751" y="162075"/>
                  </a:lnTo>
                  <a:lnTo>
                    <a:pt x="5318845" y="162075"/>
                  </a:lnTo>
                  <a:lnTo>
                    <a:pt x="5318939" y="162075"/>
                  </a:lnTo>
                  <a:lnTo>
                    <a:pt x="5319033" y="162075"/>
                  </a:lnTo>
                  <a:lnTo>
                    <a:pt x="5319127" y="162075"/>
                  </a:lnTo>
                  <a:lnTo>
                    <a:pt x="5319222" y="162075"/>
                  </a:lnTo>
                  <a:lnTo>
                    <a:pt x="5319316" y="162075"/>
                  </a:lnTo>
                  <a:lnTo>
                    <a:pt x="5319410" y="162075"/>
                  </a:lnTo>
                  <a:lnTo>
                    <a:pt x="5319504" y="162075"/>
                  </a:lnTo>
                  <a:lnTo>
                    <a:pt x="5319598" y="162075"/>
                  </a:lnTo>
                  <a:lnTo>
                    <a:pt x="5319692" y="162075"/>
                  </a:lnTo>
                  <a:lnTo>
                    <a:pt x="5319786" y="162075"/>
                  </a:lnTo>
                  <a:lnTo>
                    <a:pt x="5319881" y="162075"/>
                  </a:lnTo>
                  <a:lnTo>
                    <a:pt x="5319975" y="162075"/>
                  </a:lnTo>
                  <a:lnTo>
                    <a:pt x="5320069" y="162075"/>
                  </a:lnTo>
                  <a:lnTo>
                    <a:pt x="5320163" y="162075"/>
                  </a:lnTo>
                  <a:lnTo>
                    <a:pt x="5320257" y="162075"/>
                  </a:lnTo>
                  <a:lnTo>
                    <a:pt x="5320351" y="162075"/>
                  </a:lnTo>
                  <a:lnTo>
                    <a:pt x="5320446" y="162075"/>
                  </a:lnTo>
                  <a:lnTo>
                    <a:pt x="5320540" y="162075"/>
                  </a:lnTo>
                  <a:lnTo>
                    <a:pt x="5320634" y="162075"/>
                  </a:lnTo>
                  <a:lnTo>
                    <a:pt x="5320728" y="162075"/>
                  </a:lnTo>
                  <a:lnTo>
                    <a:pt x="5320822" y="162075"/>
                  </a:lnTo>
                  <a:lnTo>
                    <a:pt x="5320916" y="162075"/>
                  </a:lnTo>
                  <a:lnTo>
                    <a:pt x="5321010" y="162075"/>
                  </a:lnTo>
                  <a:lnTo>
                    <a:pt x="5321105" y="162075"/>
                  </a:lnTo>
                  <a:lnTo>
                    <a:pt x="5321199" y="162075"/>
                  </a:lnTo>
                  <a:lnTo>
                    <a:pt x="5321293" y="162075"/>
                  </a:lnTo>
                  <a:lnTo>
                    <a:pt x="5321387" y="162075"/>
                  </a:lnTo>
                  <a:lnTo>
                    <a:pt x="5321481" y="162075"/>
                  </a:lnTo>
                  <a:lnTo>
                    <a:pt x="5321575" y="162075"/>
                  </a:lnTo>
                  <a:lnTo>
                    <a:pt x="5321670" y="162075"/>
                  </a:lnTo>
                  <a:lnTo>
                    <a:pt x="5321764" y="162075"/>
                  </a:lnTo>
                  <a:lnTo>
                    <a:pt x="5321858" y="162075"/>
                  </a:lnTo>
                  <a:lnTo>
                    <a:pt x="5321952" y="162075"/>
                  </a:lnTo>
                  <a:lnTo>
                    <a:pt x="5322046" y="162075"/>
                  </a:lnTo>
                  <a:lnTo>
                    <a:pt x="5322140" y="162075"/>
                  </a:lnTo>
                  <a:lnTo>
                    <a:pt x="5322234" y="162075"/>
                  </a:lnTo>
                  <a:lnTo>
                    <a:pt x="5322329" y="162075"/>
                  </a:lnTo>
                  <a:lnTo>
                    <a:pt x="5322423" y="162075"/>
                  </a:lnTo>
                  <a:lnTo>
                    <a:pt x="5322517" y="162075"/>
                  </a:lnTo>
                  <a:lnTo>
                    <a:pt x="5322611" y="162075"/>
                  </a:lnTo>
                  <a:lnTo>
                    <a:pt x="5322705" y="162075"/>
                  </a:lnTo>
                  <a:lnTo>
                    <a:pt x="5322799" y="162075"/>
                  </a:lnTo>
                  <a:lnTo>
                    <a:pt x="5322894" y="162075"/>
                  </a:lnTo>
                  <a:lnTo>
                    <a:pt x="5322988" y="162075"/>
                  </a:lnTo>
                  <a:lnTo>
                    <a:pt x="5323082" y="162075"/>
                  </a:lnTo>
                  <a:lnTo>
                    <a:pt x="5323176" y="162075"/>
                  </a:lnTo>
                  <a:lnTo>
                    <a:pt x="5323270" y="162075"/>
                  </a:lnTo>
                  <a:lnTo>
                    <a:pt x="5323364" y="162075"/>
                  </a:lnTo>
                  <a:lnTo>
                    <a:pt x="5323458" y="162075"/>
                  </a:lnTo>
                  <a:lnTo>
                    <a:pt x="5323553" y="162075"/>
                  </a:lnTo>
                  <a:lnTo>
                    <a:pt x="5323647" y="162075"/>
                  </a:lnTo>
                  <a:lnTo>
                    <a:pt x="5323741" y="162075"/>
                  </a:lnTo>
                  <a:lnTo>
                    <a:pt x="5323741" y="157163"/>
                  </a:lnTo>
                  <a:lnTo>
                    <a:pt x="5323835" y="157163"/>
                  </a:lnTo>
                  <a:lnTo>
                    <a:pt x="5323929" y="157163"/>
                  </a:lnTo>
                  <a:lnTo>
                    <a:pt x="5324023" y="157163"/>
                  </a:lnTo>
                  <a:lnTo>
                    <a:pt x="5324117" y="157163"/>
                  </a:lnTo>
                  <a:lnTo>
                    <a:pt x="5324212" y="157163"/>
                  </a:lnTo>
                  <a:lnTo>
                    <a:pt x="5324306" y="157163"/>
                  </a:lnTo>
                  <a:lnTo>
                    <a:pt x="5324400" y="157163"/>
                  </a:lnTo>
                  <a:lnTo>
                    <a:pt x="5324494" y="157163"/>
                  </a:lnTo>
                  <a:lnTo>
                    <a:pt x="5324588" y="157163"/>
                  </a:lnTo>
                  <a:lnTo>
                    <a:pt x="5324682" y="157163"/>
                  </a:lnTo>
                  <a:lnTo>
                    <a:pt x="5324777" y="157163"/>
                  </a:lnTo>
                  <a:lnTo>
                    <a:pt x="5324871" y="157163"/>
                  </a:lnTo>
                  <a:lnTo>
                    <a:pt x="5324965" y="157163"/>
                  </a:lnTo>
                  <a:lnTo>
                    <a:pt x="5325059" y="157163"/>
                  </a:lnTo>
                  <a:lnTo>
                    <a:pt x="5325153" y="157163"/>
                  </a:lnTo>
                  <a:lnTo>
                    <a:pt x="5325247" y="157163"/>
                  </a:lnTo>
                  <a:lnTo>
                    <a:pt x="5325341" y="157163"/>
                  </a:lnTo>
                  <a:lnTo>
                    <a:pt x="5325436" y="157163"/>
                  </a:lnTo>
                  <a:lnTo>
                    <a:pt x="5325530" y="157163"/>
                  </a:lnTo>
                  <a:lnTo>
                    <a:pt x="5325624" y="157163"/>
                  </a:lnTo>
                  <a:lnTo>
                    <a:pt x="5325718" y="157163"/>
                  </a:lnTo>
                  <a:lnTo>
                    <a:pt x="5325812" y="157163"/>
                  </a:lnTo>
                  <a:lnTo>
                    <a:pt x="5325906" y="157163"/>
                  </a:lnTo>
                  <a:lnTo>
                    <a:pt x="5326001" y="157163"/>
                  </a:lnTo>
                  <a:lnTo>
                    <a:pt x="5326095" y="157163"/>
                  </a:lnTo>
                  <a:lnTo>
                    <a:pt x="5326189" y="157163"/>
                  </a:lnTo>
                  <a:lnTo>
                    <a:pt x="5326283" y="157163"/>
                  </a:lnTo>
                  <a:lnTo>
                    <a:pt x="5326377" y="157163"/>
                  </a:lnTo>
                  <a:lnTo>
                    <a:pt x="5326471" y="157163"/>
                  </a:lnTo>
                  <a:lnTo>
                    <a:pt x="5326565" y="157163"/>
                  </a:lnTo>
                  <a:lnTo>
                    <a:pt x="5326660" y="157163"/>
                  </a:lnTo>
                  <a:lnTo>
                    <a:pt x="5326754" y="157163"/>
                  </a:lnTo>
                  <a:lnTo>
                    <a:pt x="5326848" y="157163"/>
                  </a:lnTo>
                  <a:lnTo>
                    <a:pt x="5326942" y="157163"/>
                  </a:lnTo>
                  <a:lnTo>
                    <a:pt x="5327036" y="157163"/>
                  </a:lnTo>
                  <a:lnTo>
                    <a:pt x="5327130" y="157163"/>
                  </a:lnTo>
                  <a:lnTo>
                    <a:pt x="5327225" y="157163"/>
                  </a:lnTo>
                  <a:lnTo>
                    <a:pt x="5327319" y="157163"/>
                  </a:lnTo>
                  <a:lnTo>
                    <a:pt x="5327413" y="157163"/>
                  </a:lnTo>
                  <a:lnTo>
                    <a:pt x="5327507" y="157163"/>
                  </a:lnTo>
                  <a:lnTo>
                    <a:pt x="5327601" y="157163"/>
                  </a:lnTo>
                  <a:lnTo>
                    <a:pt x="5327695" y="157163"/>
                  </a:lnTo>
                  <a:lnTo>
                    <a:pt x="5327789" y="157163"/>
                  </a:lnTo>
                  <a:lnTo>
                    <a:pt x="5327884" y="157163"/>
                  </a:lnTo>
                  <a:lnTo>
                    <a:pt x="5327978" y="157163"/>
                  </a:lnTo>
                  <a:lnTo>
                    <a:pt x="5328072" y="157163"/>
                  </a:lnTo>
                  <a:lnTo>
                    <a:pt x="5328166" y="157163"/>
                  </a:lnTo>
                  <a:lnTo>
                    <a:pt x="5328260" y="157163"/>
                  </a:lnTo>
                  <a:lnTo>
                    <a:pt x="5328354" y="157163"/>
                  </a:lnTo>
                  <a:lnTo>
                    <a:pt x="5328448" y="157163"/>
                  </a:lnTo>
                  <a:lnTo>
                    <a:pt x="5328543" y="157163"/>
                  </a:lnTo>
                  <a:lnTo>
                    <a:pt x="5328637" y="157163"/>
                  </a:lnTo>
                  <a:lnTo>
                    <a:pt x="5328731" y="157163"/>
                  </a:lnTo>
                  <a:lnTo>
                    <a:pt x="5328825" y="157163"/>
                  </a:lnTo>
                  <a:lnTo>
                    <a:pt x="5328919" y="157163"/>
                  </a:lnTo>
                  <a:lnTo>
                    <a:pt x="5329013" y="157163"/>
                  </a:lnTo>
                  <a:lnTo>
                    <a:pt x="5329108" y="157163"/>
                  </a:lnTo>
                  <a:lnTo>
                    <a:pt x="5329202" y="157163"/>
                  </a:lnTo>
                  <a:lnTo>
                    <a:pt x="5329296" y="157163"/>
                  </a:lnTo>
                  <a:lnTo>
                    <a:pt x="5329390" y="157163"/>
                  </a:lnTo>
                  <a:lnTo>
                    <a:pt x="5329484" y="157163"/>
                  </a:lnTo>
                  <a:lnTo>
                    <a:pt x="5329578" y="157163"/>
                  </a:lnTo>
                  <a:lnTo>
                    <a:pt x="5329672" y="157163"/>
                  </a:lnTo>
                  <a:lnTo>
                    <a:pt x="5329767" y="157163"/>
                  </a:lnTo>
                  <a:lnTo>
                    <a:pt x="5329861" y="157163"/>
                  </a:lnTo>
                  <a:lnTo>
                    <a:pt x="5329955" y="157163"/>
                  </a:lnTo>
                  <a:lnTo>
                    <a:pt x="5330049" y="157163"/>
                  </a:lnTo>
                  <a:lnTo>
                    <a:pt x="5330143" y="157163"/>
                  </a:lnTo>
                  <a:lnTo>
                    <a:pt x="5330237" y="157163"/>
                  </a:lnTo>
                  <a:lnTo>
                    <a:pt x="5330332" y="157163"/>
                  </a:lnTo>
                  <a:lnTo>
                    <a:pt x="5330426" y="157163"/>
                  </a:lnTo>
                  <a:lnTo>
                    <a:pt x="5330520" y="157163"/>
                  </a:lnTo>
                  <a:lnTo>
                    <a:pt x="5330614" y="157163"/>
                  </a:lnTo>
                  <a:lnTo>
                    <a:pt x="5330708" y="157163"/>
                  </a:lnTo>
                  <a:lnTo>
                    <a:pt x="5330802" y="157163"/>
                  </a:lnTo>
                  <a:lnTo>
                    <a:pt x="5330896" y="157163"/>
                  </a:lnTo>
                  <a:lnTo>
                    <a:pt x="5330991" y="157163"/>
                  </a:lnTo>
                  <a:lnTo>
                    <a:pt x="5331085" y="157163"/>
                  </a:lnTo>
                  <a:lnTo>
                    <a:pt x="5331179" y="157163"/>
                  </a:lnTo>
                  <a:lnTo>
                    <a:pt x="5331273" y="157163"/>
                  </a:lnTo>
                  <a:lnTo>
                    <a:pt x="5331367" y="157163"/>
                  </a:lnTo>
                  <a:lnTo>
                    <a:pt x="5331461" y="157163"/>
                  </a:lnTo>
                  <a:lnTo>
                    <a:pt x="5331556" y="157163"/>
                  </a:lnTo>
                  <a:lnTo>
                    <a:pt x="5331650" y="157163"/>
                  </a:lnTo>
                  <a:lnTo>
                    <a:pt x="5331744" y="157163"/>
                  </a:lnTo>
                  <a:lnTo>
                    <a:pt x="5331838" y="157163"/>
                  </a:lnTo>
                  <a:lnTo>
                    <a:pt x="5331932" y="157163"/>
                  </a:lnTo>
                  <a:lnTo>
                    <a:pt x="5332026" y="157163"/>
                  </a:lnTo>
                  <a:lnTo>
                    <a:pt x="5332120" y="157163"/>
                  </a:lnTo>
                  <a:lnTo>
                    <a:pt x="5332215" y="157163"/>
                  </a:lnTo>
                  <a:lnTo>
                    <a:pt x="5332309" y="157163"/>
                  </a:lnTo>
                  <a:lnTo>
                    <a:pt x="5332403" y="157163"/>
                  </a:lnTo>
                  <a:lnTo>
                    <a:pt x="5332497" y="157163"/>
                  </a:lnTo>
                  <a:lnTo>
                    <a:pt x="5332591" y="157163"/>
                  </a:lnTo>
                  <a:lnTo>
                    <a:pt x="5332685" y="157163"/>
                  </a:lnTo>
                  <a:lnTo>
                    <a:pt x="5332779" y="157163"/>
                  </a:lnTo>
                  <a:lnTo>
                    <a:pt x="5332874" y="157163"/>
                  </a:lnTo>
                  <a:lnTo>
                    <a:pt x="5332968" y="157163"/>
                  </a:lnTo>
                  <a:lnTo>
                    <a:pt x="5333062" y="157163"/>
                  </a:lnTo>
                  <a:lnTo>
                    <a:pt x="5333156" y="157163"/>
                  </a:lnTo>
                  <a:lnTo>
                    <a:pt x="5333250" y="157163"/>
                  </a:lnTo>
                  <a:lnTo>
                    <a:pt x="5333344" y="157163"/>
                  </a:lnTo>
                  <a:lnTo>
                    <a:pt x="5333439" y="157163"/>
                  </a:lnTo>
                  <a:lnTo>
                    <a:pt x="5333533" y="157163"/>
                  </a:lnTo>
                  <a:lnTo>
                    <a:pt x="5333627" y="157163"/>
                  </a:lnTo>
                  <a:lnTo>
                    <a:pt x="5333721" y="157163"/>
                  </a:lnTo>
                  <a:lnTo>
                    <a:pt x="5333815" y="157163"/>
                  </a:lnTo>
                  <a:lnTo>
                    <a:pt x="5333909" y="157163"/>
                  </a:lnTo>
                  <a:lnTo>
                    <a:pt x="5334003" y="157163"/>
                  </a:lnTo>
                  <a:lnTo>
                    <a:pt x="5334098" y="157163"/>
                  </a:lnTo>
                  <a:lnTo>
                    <a:pt x="5334192" y="157163"/>
                  </a:lnTo>
                  <a:lnTo>
                    <a:pt x="5334286" y="157163"/>
                  </a:lnTo>
                  <a:lnTo>
                    <a:pt x="5334380" y="157163"/>
                  </a:lnTo>
                  <a:lnTo>
                    <a:pt x="5334474" y="157163"/>
                  </a:lnTo>
                  <a:lnTo>
                    <a:pt x="5334568" y="157163"/>
                  </a:lnTo>
                  <a:lnTo>
                    <a:pt x="5334663" y="157163"/>
                  </a:lnTo>
                  <a:lnTo>
                    <a:pt x="5334757" y="157163"/>
                  </a:lnTo>
                  <a:lnTo>
                    <a:pt x="5334851" y="157163"/>
                  </a:lnTo>
                  <a:lnTo>
                    <a:pt x="5334945" y="157163"/>
                  </a:lnTo>
                  <a:lnTo>
                    <a:pt x="5335039" y="157163"/>
                  </a:lnTo>
                  <a:lnTo>
                    <a:pt x="5335133" y="157163"/>
                  </a:lnTo>
                  <a:lnTo>
                    <a:pt x="5335227" y="157163"/>
                  </a:lnTo>
                  <a:lnTo>
                    <a:pt x="5335322" y="157163"/>
                  </a:lnTo>
                  <a:lnTo>
                    <a:pt x="5335416" y="157163"/>
                  </a:lnTo>
                  <a:lnTo>
                    <a:pt x="5335510" y="157163"/>
                  </a:lnTo>
                  <a:lnTo>
                    <a:pt x="5335604" y="157163"/>
                  </a:lnTo>
                  <a:lnTo>
                    <a:pt x="5335698" y="157163"/>
                  </a:lnTo>
                  <a:lnTo>
                    <a:pt x="5335792" y="157163"/>
                  </a:lnTo>
                  <a:lnTo>
                    <a:pt x="5335887" y="157163"/>
                  </a:lnTo>
                  <a:lnTo>
                    <a:pt x="5335981" y="157163"/>
                  </a:lnTo>
                  <a:lnTo>
                    <a:pt x="5336075" y="157163"/>
                  </a:lnTo>
                  <a:lnTo>
                    <a:pt x="5336169" y="157163"/>
                  </a:lnTo>
                  <a:lnTo>
                    <a:pt x="5336263" y="157163"/>
                  </a:lnTo>
                  <a:lnTo>
                    <a:pt x="5336357" y="157163"/>
                  </a:lnTo>
                  <a:lnTo>
                    <a:pt x="5336451" y="157163"/>
                  </a:lnTo>
                  <a:lnTo>
                    <a:pt x="5336546" y="157163"/>
                  </a:lnTo>
                  <a:lnTo>
                    <a:pt x="5336640" y="157163"/>
                  </a:lnTo>
                  <a:lnTo>
                    <a:pt x="5336640" y="152252"/>
                  </a:lnTo>
                  <a:lnTo>
                    <a:pt x="5336734" y="152252"/>
                  </a:lnTo>
                  <a:lnTo>
                    <a:pt x="5336828" y="152252"/>
                  </a:lnTo>
                  <a:lnTo>
                    <a:pt x="5336922" y="152252"/>
                  </a:lnTo>
                  <a:lnTo>
                    <a:pt x="5337016" y="152252"/>
                  </a:lnTo>
                  <a:lnTo>
                    <a:pt x="5337110" y="152252"/>
                  </a:lnTo>
                  <a:lnTo>
                    <a:pt x="5337205" y="152252"/>
                  </a:lnTo>
                  <a:lnTo>
                    <a:pt x="5337299" y="152252"/>
                  </a:lnTo>
                  <a:lnTo>
                    <a:pt x="5337393" y="152252"/>
                  </a:lnTo>
                  <a:lnTo>
                    <a:pt x="5337487" y="152252"/>
                  </a:lnTo>
                  <a:lnTo>
                    <a:pt x="5337581" y="152252"/>
                  </a:lnTo>
                  <a:lnTo>
                    <a:pt x="5337675" y="152252"/>
                  </a:lnTo>
                  <a:lnTo>
                    <a:pt x="5337770" y="152252"/>
                  </a:lnTo>
                  <a:lnTo>
                    <a:pt x="5337864" y="152252"/>
                  </a:lnTo>
                  <a:lnTo>
                    <a:pt x="5337958" y="152252"/>
                  </a:lnTo>
                  <a:lnTo>
                    <a:pt x="5338052" y="152252"/>
                  </a:lnTo>
                  <a:lnTo>
                    <a:pt x="5338146" y="152252"/>
                  </a:lnTo>
                  <a:lnTo>
                    <a:pt x="5338240" y="152252"/>
                  </a:lnTo>
                  <a:lnTo>
                    <a:pt x="5338334" y="152252"/>
                  </a:lnTo>
                  <a:lnTo>
                    <a:pt x="5338429" y="152252"/>
                  </a:lnTo>
                  <a:lnTo>
                    <a:pt x="5338523" y="152252"/>
                  </a:lnTo>
                  <a:lnTo>
                    <a:pt x="5338617" y="152252"/>
                  </a:lnTo>
                  <a:lnTo>
                    <a:pt x="5338711" y="152252"/>
                  </a:lnTo>
                  <a:lnTo>
                    <a:pt x="5338805" y="152252"/>
                  </a:lnTo>
                  <a:lnTo>
                    <a:pt x="5338899" y="152252"/>
                  </a:lnTo>
                  <a:lnTo>
                    <a:pt x="5338994" y="152252"/>
                  </a:lnTo>
                  <a:lnTo>
                    <a:pt x="5339088" y="152252"/>
                  </a:lnTo>
                  <a:lnTo>
                    <a:pt x="5339182" y="152252"/>
                  </a:lnTo>
                  <a:lnTo>
                    <a:pt x="5339276" y="152252"/>
                  </a:lnTo>
                  <a:lnTo>
                    <a:pt x="5339370" y="152252"/>
                  </a:lnTo>
                  <a:lnTo>
                    <a:pt x="5339464" y="152252"/>
                  </a:lnTo>
                  <a:lnTo>
                    <a:pt x="5339558" y="152252"/>
                  </a:lnTo>
                  <a:lnTo>
                    <a:pt x="5339653" y="152252"/>
                  </a:lnTo>
                  <a:lnTo>
                    <a:pt x="5339747" y="152252"/>
                  </a:lnTo>
                  <a:lnTo>
                    <a:pt x="5339841" y="152252"/>
                  </a:lnTo>
                  <a:lnTo>
                    <a:pt x="5339935" y="152252"/>
                  </a:lnTo>
                  <a:lnTo>
                    <a:pt x="5340029" y="152252"/>
                  </a:lnTo>
                  <a:lnTo>
                    <a:pt x="5340123" y="152252"/>
                  </a:lnTo>
                  <a:lnTo>
                    <a:pt x="5340218" y="152252"/>
                  </a:lnTo>
                  <a:lnTo>
                    <a:pt x="5340312" y="152252"/>
                  </a:lnTo>
                  <a:lnTo>
                    <a:pt x="5340406" y="152252"/>
                  </a:lnTo>
                  <a:lnTo>
                    <a:pt x="5340500" y="152252"/>
                  </a:lnTo>
                  <a:lnTo>
                    <a:pt x="5340594" y="152252"/>
                  </a:lnTo>
                  <a:lnTo>
                    <a:pt x="5340688" y="152252"/>
                  </a:lnTo>
                  <a:lnTo>
                    <a:pt x="5340782" y="152252"/>
                  </a:lnTo>
                  <a:lnTo>
                    <a:pt x="5340877" y="152252"/>
                  </a:lnTo>
                  <a:lnTo>
                    <a:pt x="5340971" y="152252"/>
                  </a:lnTo>
                  <a:lnTo>
                    <a:pt x="5341065" y="152252"/>
                  </a:lnTo>
                  <a:lnTo>
                    <a:pt x="5341159" y="152252"/>
                  </a:lnTo>
                  <a:lnTo>
                    <a:pt x="5341253" y="152252"/>
                  </a:lnTo>
                  <a:lnTo>
                    <a:pt x="5341347" y="152252"/>
                  </a:lnTo>
                  <a:lnTo>
                    <a:pt x="5341441" y="152252"/>
                  </a:lnTo>
                  <a:lnTo>
                    <a:pt x="5341536" y="152252"/>
                  </a:lnTo>
                  <a:lnTo>
                    <a:pt x="5341630" y="152252"/>
                  </a:lnTo>
                  <a:lnTo>
                    <a:pt x="5341724" y="152252"/>
                  </a:lnTo>
                  <a:lnTo>
                    <a:pt x="5341818" y="152252"/>
                  </a:lnTo>
                  <a:lnTo>
                    <a:pt x="5341912" y="152252"/>
                  </a:lnTo>
                  <a:lnTo>
                    <a:pt x="5342006" y="152252"/>
                  </a:lnTo>
                  <a:lnTo>
                    <a:pt x="5342101" y="152252"/>
                  </a:lnTo>
                  <a:lnTo>
                    <a:pt x="5342195" y="152252"/>
                  </a:lnTo>
                  <a:lnTo>
                    <a:pt x="5342289" y="152252"/>
                  </a:lnTo>
                  <a:lnTo>
                    <a:pt x="5342289" y="147341"/>
                  </a:lnTo>
                  <a:lnTo>
                    <a:pt x="5342383" y="147341"/>
                  </a:lnTo>
                  <a:lnTo>
                    <a:pt x="5342477" y="147341"/>
                  </a:lnTo>
                  <a:lnTo>
                    <a:pt x="5342571" y="147341"/>
                  </a:lnTo>
                  <a:lnTo>
                    <a:pt x="5342665" y="147341"/>
                  </a:lnTo>
                  <a:lnTo>
                    <a:pt x="5342760" y="147341"/>
                  </a:lnTo>
                  <a:lnTo>
                    <a:pt x="5342854" y="147341"/>
                  </a:lnTo>
                  <a:lnTo>
                    <a:pt x="5342948" y="147341"/>
                  </a:lnTo>
                  <a:lnTo>
                    <a:pt x="5343042" y="147341"/>
                  </a:lnTo>
                  <a:lnTo>
                    <a:pt x="5343136" y="147341"/>
                  </a:lnTo>
                  <a:lnTo>
                    <a:pt x="5343230" y="147341"/>
                  </a:lnTo>
                  <a:lnTo>
                    <a:pt x="5343325" y="147341"/>
                  </a:lnTo>
                  <a:lnTo>
                    <a:pt x="5343419" y="147341"/>
                  </a:lnTo>
                  <a:lnTo>
                    <a:pt x="5343513" y="147341"/>
                  </a:lnTo>
                  <a:lnTo>
                    <a:pt x="5343607" y="147341"/>
                  </a:lnTo>
                  <a:lnTo>
                    <a:pt x="5343701" y="147341"/>
                  </a:lnTo>
                  <a:lnTo>
                    <a:pt x="5343795" y="147341"/>
                  </a:lnTo>
                  <a:lnTo>
                    <a:pt x="5343889" y="147341"/>
                  </a:lnTo>
                  <a:lnTo>
                    <a:pt x="5343984" y="147341"/>
                  </a:lnTo>
                  <a:lnTo>
                    <a:pt x="5344078" y="147341"/>
                  </a:lnTo>
                  <a:lnTo>
                    <a:pt x="5344172" y="147341"/>
                  </a:lnTo>
                  <a:lnTo>
                    <a:pt x="5344266" y="147341"/>
                  </a:lnTo>
                  <a:lnTo>
                    <a:pt x="5344360" y="147341"/>
                  </a:lnTo>
                  <a:lnTo>
                    <a:pt x="5344454" y="147341"/>
                  </a:lnTo>
                  <a:lnTo>
                    <a:pt x="5344549" y="147341"/>
                  </a:lnTo>
                  <a:lnTo>
                    <a:pt x="5344643" y="147341"/>
                  </a:lnTo>
                  <a:lnTo>
                    <a:pt x="5344737" y="147341"/>
                  </a:lnTo>
                  <a:lnTo>
                    <a:pt x="5344831" y="147341"/>
                  </a:lnTo>
                  <a:lnTo>
                    <a:pt x="5344925" y="147341"/>
                  </a:lnTo>
                  <a:lnTo>
                    <a:pt x="5345019" y="147341"/>
                  </a:lnTo>
                  <a:lnTo>
                    <a:pt x="5345113" y="147341"/>
                  </a:lnTo>
                  <a:lnTo>
                    <a:pt x="5345208" y="147341"/>
                  </a:lnTo>
                  <a:lnTo>
                    <a:pt x="5345302" y="147341"/>
                  </a:lnTo>
                  <a:lnTo>
                    <a:pt x="5345396" y="147341"/>
                  </a:lnTo>
                  <a:lnTo>
                    <a:pt x="5345490" y="147341"/>
                  </a:lnTo>
                  <a:lnTo>
                    <a:pt x="5345584" y="147341"/>
                  </a:lnTo>
                  <a:lnTo>
                    <a:pt x="5345678" y="147341"/>
                  </a:lnTo>
                  <a:lnTo>
                    <a:pt x="5345772" y="147341"/>
                  </a:lnTo>
                  <a:lnTo>
                    <a:pt x="5345867" y="147341"/>
                  </a:lnTo>
                  <a:lnTo>
                    <a:pt x="5345961" y="147341"/>
                  </a:lnTo>
                  <a:lnTo>
                    <a:pt x="5346055" y="147341"/>
                  </a:lnTo>
                  <a:lnTo>
                    <a:pt x="5346149" y="147341"/>
                  </a:lnTo>
                  <a:lnTo>
                    <a:pt x="5346243" y="147341"/>
                  </a:lnTo>
                  <a:lnTo>
                    <a:pt x="5346337" y="147341"/>
                  </a:lnTo>
                  <a:lnTo>
                    <a:pt x="5346432" y="147341"/>
                  </a:lnTo>
                  <a:lnTo>
                    <a:pt x="5346526" y="147341"/>
                  </a:lnTo>
                  <a:lnTo>
                    <a:pt x="5346620" y="147341"/>
                  </a:lnTo>
                  <a:lnTo>
                    <a:pt x="5346714" y="147341"/>
                  </a:lnTo>
                  <a:lnTo>
                    <a:pt x="5346808" y="147341"/>
                  </a:lnTo>
                  <a:lnTo>
                    <a:pt x="5346902" y="147341"/>
                  </a:lnTo>
                  <a:lnTo>
                    <a:pt x="5346996" y="147341"/>
                  </a:lnTo>
                  <a:lnTo>
                    <a:pt x="5347091" y="147341"/>
                  </a:lnTo>
                  <a:lnTo>
                    <a:pt x="5347185" y="147341"/>
                  </a:lnTo>
                  <a:lnTo>
                    <a:pt x="5347279" y="147341"/>
                  </a:lnTo>
                  <a:lnTo>
                    <a:pt x="5347373" y="147341"/>
                  </a:lnTo>
                  <a:lnTo>
                    <a:pt x="5347467" y="147341"/>
                  </a:lnTo>
                  <a:lnTo>
                    <a:pt x="5347561" y="147341"/>
                  </a:lnTo>
                  <a:lnTo>
                    <a:pt x="5347656" y="147341"/>
                  </a:lnTo>
                  <a:lnTo>
                    <a:pt x="5347750" y="147341"/>
                  </a:lnTo>
                  <a:lnTo>
                    <a:pt x="5347844" y="147341"/>
                  </a:lnTo>
                  <a:lnTo>
                    <a:pt x="5347938" y="147341"/>
                  </a:lnTo>
                  <a:lnTo>
                    <a:pt x="5348032" y="147341"/>
                  </a:lnTo>
                  <a:lnTo>
                    <a:pt x="5348126" y="147341"/>
                  </a:lnTo>
                  <a:lnTo>
                    <a:pt x="5348220" y="147341"/>
                  </a:lnTo>
                  <a:lnTo>
                    <a:pt x="5348315" y="147341"/>
                  </a:lnTo>
                  <a:lnTo>
                    <a:pt x="5348409" y="147341"/>
                  </a:lnTo>
                  <a:lnTo>
                    <a:pt x="5348503" y="147341"/>
                  </a:lnTo>
                  <a:lnTo>
                    <a:pt x="5348597" y="147341"/>
                  </a:lnTo>
                  <a:lnTo>
                    <a:pt x="5348691" y="147341"/>
                  </a:lnTo>
                  <a:lnTo>
                    <a:pt x="5348785" y="147341"/>
                  </a:lnTo>
                  <a:lnTo>
                    <a:pt x="5348880" y="147341"/>
                  </a:lnTo>
                  <a:lnTo>
                    <a:pt x="5348974" y="147341"/>
                  </a:lnTo>
                  <a:lnTo>
                    <a:pt x="5349068" y="147341"/>
                  </a:lnTo>
                  <a:lnTo>
                    <a:pt x="5349162" y="147341"/>
                  </a:lnTo>
                  <a:lnTo>
                    <a:pt x="5349256" y="147341"/>
                  </a:lnTo>
                  <a:lnTo>
                    <a:pt x="5349350" y="147341"/>
                  </a:lnTo>
                  <a:lnTo>
                    <a:pt x="5349444" y="147341"/>
                  </a:lnTo>
                  <a:lnTo>
                    <a:pt x="5349539" y="147341"/>
                  </a:lnTo>
                  <a:lnTo>
                    <a:pt x="5349633" y="147341"/>
                  </a:lnTo>
                  <a:lnTo>
                    <a:pt x="5349727" y="147341"/>
                  </a:lnTo>
                  <a:lnTo>
                    <a:pt x="5349821" y="147341"/>
                  </a:lnTo>
                  <a:lnTo>
                    <a:pt x="5349915" y="147341"/>
                  </a:lnTo>
                  <a:lnTo>
                    <a:pt x="5350009" y="147341"/>
                  </a:lnTo>
                  <a:lnTo>
                    <a:pt x="5350103" y="147341"/>
                  </a:lnTo>
                  <a:lnTo>
                    <a:pt x="5350198" y="147341"/>
                  </a:lnTo>
                  <a:lnTo>
                    <a:pt x="5350292" y="147341"/>
                  </a:lnTo>
                  <a:lnTo>
                    <a:pt x="5350386" y="147341"/>
                  </a:lnTo>
                  <a:lnTo>
                    <a:pt x="5350480" y="147341"/>
                  </a:lnTo>
                  <a:lnTo>
                    <a:pt x="5350574" y="147341"/>
                  </a:lnTo>
                  <a:lnTo>
                    <a:pt x="5350668" y="147341"/>
                  </a:lnTo>
                  <a:lnTo>
                    <a:pt x="5350763" y="147341"/>
                  </a:lnTo>
                  <a:lnTo>
                    <a:pt x="5350857" y="147341"/>
                  </a:lnTo>
                  <a:lnTo>
                    <a:pt x="5350951" y="147341"/>
                  </a:lnTo>
                  <a:lnTo>
                    <a:pt x="5351045" y="147341"/>
                  </a:lnTo>
                  <a:lnTo>
                    <a:pt x="5351139" y="147341"/>
                  </a:lnTo>
                  <a:lnTo>
                    <a:pt x="5351233" y="147341"/>
                  </a:lnTo>
                  <a:lnTo>
                    <a:pt x="5351327" y="147341"/>
                  </a:lnTo>
                  <a:lnTo>
                    <a:pt x="5351422" y="147341"/>
                  </a:lnTo>
                  <a:lnTo>
                    <a:pt x="5351516" y="147341"/>
                  </a:lnTo>
                  <a:lnTo>
                    <a:pt x="5351610" y="147341"/>
                  </a:lnTo>
                  <a:lnTo>
                    <a:pt x="5351704" y="147341"/>
                  </a:lnTo>
                  <a:lnTo>
                    <a:pt x="5351798" y="147341"/>
                  </a:lnTo>
                  <a:lnTo>
                    <a:pt x="5351892" y="147341"/>
                  </a:lnTo>
                  <a:lnTo>
                    <a:pt x="5351987" y="147341"/>
                  </a:lnTo>
                  <a:lnTo>
                    <a:pt x="5352081" y="147341"/>
                  </a:lnTo>
                  <a:lnTo>
                    <a:pt x="5352175" y="147341"/>
                  </a:lnTo>
                  <a:lnTo>
                    <a:pt x="5352269" y="147341"/>
                  </a:lnTo>
                  <a:lnTo>
                    <a:pt x="5352363" y="147341"/>
                  </a:lnTo>
                  <a:lnTo>
                    <a:pt x="5352457" y="147341"/>
                  </a:lnTo>
                  <a:lnTo>
                    <a:pt x="5352551" y="147341"/>
                  </a:lnTo>
                  <a:lnTo>
                    <a:pt x="5352646" y="147341"/>
                  </a:lnTo>
                  <a:lnTo>
                    <a:pt x="5352740" y="147341"/>
                  </a:lnTo>
                  <a:lnTo>
                    <a:pt x="5352834" y="147341"/>
                  </a:lnTo>
                  <a:lnTo>
                    <a:pt x="5352928" y="147341"/>
                  </a:lnTo>
                  <a:lnTo>
                    <a:pt x="5353022" y="147341"/>
                  </a:lnTo>
                  <a:lnTo>
                    <a:pt x="5353116" y="147341"/>
                  </a:lnTo>
                  <a:lnTo>
                    <a:pt x="5353211" y="147341"/>
                  </a:lnTo>
                  <a:lnTo>
                    <a:pt x="5353305" y="147341"/>
                  </a:lnTo>
                  <a:lnTo>
                    <a:pt x="5353399" y="147341"/>
                  </a:lnTo>
                  <a:lnTo>
                    <a:pt x="5353493" y="147341"/>
                  </a:lnTo>
                  <a:lnTo>
                    <a:pt x="5353587" y="147341"/>
                  </a:lnTo>
                  <a:lnTo>
                    <a:pt x="5353681" y="147341"/>
                  </a:lnTo>
                  <a:lnTo>
                    <a:pt x="5353775" y="147341"/>
                  </a:lnTo>
                  <a:lnTo>
                    <a:pt x="5353870" y="147341"/>
                  </a:lnTo>
                  <a:lnTo>
                    <a:pt x="5353964" y="147341"/>
                  </a:lnTo>
                  <a:lnTo>
                    <a:pt x="5354058" y="147341"/>
                  </a:lnTo>
                  <a:lnTo>
                    <a:pt x="5354152" y="147341"/>
                  </a:lnTo>
                  <a:lnTo>
                    <a:pt x="5354246" y="147341"/>
                  </a:lnTo>
                  <a:lnTo>
                    <a:pt x="5354340" y="147341"/>
                  </a:lnTo>
                  <a:lnTo>
                    <a:pt x="5354434" y="147341"/>
                  </a:lnTo>
                  <a:lnTo>
                    <a:pt x="5354529" y="147341"/>
                  </a:lnTo>
                  <a:lnTo>
                    <a:pt x="5354623" y="147341"/>
                  </a:lnTo>
                  <a:lnTo>
                    <a:pt x="5354717" y="147341"/>
                  </a:lnTo>
                  <a:lnTo>
                    <a:pt x="5354811" y="147341"/>
                  </a:lnTo>
                  <a:lnTo>
                    <a:pt x="5354905" y="147341"/>
                  </a:lnTo>
                  <a:lnTo>
                    <a:pt x="5354999" y="147341"/>
                  </a:lnTo>
                  <a:lnTo>
                    <a:pt x="5355094" y="147341"/>
                  </a:lnTo>
                  <a:lnTo>
                    <a:pt x="5355188" y="147341"/>
                  </a:lnTo>
                  <a:lnTo>
                    <a:pt x="5355282" y="147341"/>
                  </a:lnTo>
                  <a:lnTo>
                    <a:pt x="5355376" y="147341"/>
                  </a:lnTo>
                  <a:lnTo>
                    <a:pt x="5355470" y="147341"/>
                  </a:lnTo>
                  <a:lnTo>
                    <a:pt x="5355564" y="147341"/>
                  </a:lnTo>
                  <a:lnTo>
                    <a:pt x="5355658" y="147341"/>
                  </a:lnTo>
                  <a:lnTo>
                    <a:pt x="5355753" y="147341"/>
                  </a:lnTo>
                  <a:lnTo>
                    <a:pt x="5355847" y="147341"/>
                  </a:lnTo>
                  <a:lnTo>
                    <a:pt x="5355941" y="147341"/>
                  </a:lnTo>
                  <a:lnTo>
                    <a:pt x="5356035" y="147341"/>
                  </a:lnTo>
                  <a:lnTo>
                    <a:pt x="5356129" y="147341"/>
                  </a:lnTo>
                  <a:lnTo>
                    <a:pt x="5356223" y="147341"/>
                  </a:lnTo>
                  <a:lnTo>
                    <a:pt x="5356318" y="147341"/>
                  </a:lnTo>
                  <a:lnTo>
                    <a:pt x="5356412" y="147341"/>
                  </a:lnTo>
                  <a:lnTo>
                    <a:pt x="5356506" y="147341"/>
                  </a:lnTo>
                  <a:lnTo>
                    <a:pt x="5356600" y="147341"/>
                  </a:lnTo>
                  <a:lnTo>
                    <a:pt x="5356694" y="147341"/>
                  </a:lnTo>
                  <a:lnTo>
                    <a:pt x="5356788" y="147341"/>
                  </a:lnTo>
                  <a:lnTo>
                    <a:pt x="5356882" y="147341"/>
                  </a:lnTo>
                  <a:lnTo>
                    <a:pt x="5356977" y="147341"/>
                  </a:lnTo>
                  <a:lnTo>
                    <a:pt x="5357071" y="147341"/>
                  </a:lnTo>
                  <a:lnTo>
                    <a:pt x="5357165" y="147341"/>
                  </a:lnTo>
                  <a:lnTo>
                    <a:pt x="5357259" y="147341"/>
                  </a:lnTo>
                  <a:lnTo>
                    <a:pt x="5357353" y="147341"/>
                  </a:lnTo>
                  <a:lnTo>
                    <a:pt x="5357447" y="147341"/>
                  </a:lnTo>
                  <a:lnTo>
                    <a:pt x="5357542" y="147341"/>
                  </a:lnTo>
                  <a:lnTo>
                    <a:pt x="5357636" y="147341"/>
                  </a:lnTo>
                  <a:lnTo>
                    <a:pt x="5357730" y="147341"/>
                  </a:lnTo>
                  <a:lnTo>
                    <a:pt x="5357824" y="147341"/>
                  </a:lnTo>
                  <a:lnTo>
                    <a:pt x="5357918" y="147341"/>
                  </a:lnTo>
                  <a:lnTo>
                    <a:pt x="5358012" y="147341"/>
                  </a:lnTo>
                  <a:lnTo>
                    <a:pt x="5358106" y="147341"/>
                  </a:lnTo>
                  <a:lnTo>
                    <a:pt x="5358201" y="147341"/>
                  </a:lnTo>
                  <a:lnTo>
                    <a:pt x="5358295" y="147341"/>
                  </a:lnTo>
                  <a:lnTo>
                    <a:pt x="5358389" y="147341"/>
                  </a:lnTo>
                  <a:lnTo>
                    <a:pt x="5358483" y="147341"/>
                  </a:lnTo>
                  <a:lnTo>
                    <a:pt x="5358577" y="147341"/>
                  </a:lnTo>
                  <a:lnTo>
                    <a:pt x="5358671" y="147341"/>
                  </a:lnTo>
                  <a:lnTo>
                    <a:pt x="5358765" y="147341"/>
                  </a:lnTo>
                  <a:lnTo>
                    <a:pt x="5358860" y="147341"/>
                  </a:lnTo>
                  <a:lnTo>
                    <a:pt x="5358954" y="147341"/>
                  </a:lnTo>
                  <a:lnTo>
                    <a:pt x="5359048" y="147341"/>
                  </a:lnTo>
                  <a:lnTo>
                    <a:pt x="5359142" y="147341"/>
                  </a:lnTo>
                  <a:lnTo>
                    <a:pt x="5359236" y="147341"/>
                  </a:lnTo>
                  <a:lnTo>
                    <a:pt x="5359330" y="147341"/>
                  </a:lnTo>
                  <a:lnTo>
                    <a:pt x="5359425" y="147341"/>
                  </a:lnTo>
                  <a:lnTo>
                    <a:pt x="5359519" y="147341"/>
                  </a:lnTo>
                  <a:lnTo>
                    <a:pt x="5359613" y="147341"/>
                  </a:lnTo>
                  <a:lnTo>
                    <a:pt x="5359707" y="147341"/>
                  </a:lnTo>
                  <a:lnTo>
                    <a:pt x="5359801" y="147341"/>
                  </a:lnTo>
                  <a:lnTo>
                    <a:pt x="5359895" y="147341"/>
                  </a:lnTo>
                  <a:lnTo>
                    <a:pt x="5359989" y="147341"/>
                  </a:lnTo>
                  <a:lnTo>
                    <a:pt x="5360084" y="147341"/>
                  </a:lnTo>
                  <a:lnTo>
                    <a:pt x="5360178" y="147341"/>
                  </a:lnTo>
                  <a:lnTo>
                    <a:pt x="5360272" y="147341"/>
                  </a:lnTo>
                  <a:lnTo>
                    <a:pt x="5360366" y="147341"/>
                  </a:lnTo>
                  <a:lnTo>
                    <a:pt x="5360460" y="147341"/>
                  </a:lnTo>
                  <a:lnTo>
                    <a:pt x="5360554" y="147341"/>
                  </a:lnTo>
                  <a:lnTo>
                    <a:pt x="5360649" y="147341"/>
                  </a:lnTo>
                  <a:lnTo>
                    <a:pt x="5360743" y="147341"/>
                  </a:lnTo>
                  <a:lnTo>
                    <a:pt x="5360837" y="147341"/>
                  </a:lnTo>
                  <a:lnTo>
                    <a:pt x="5360931" y="147341"/>
                  </a:lnTo>
                  <a:lnTo>
                    <a:pt x="5361025" y="147341"/>
                  </a:lnTo>
                  <a:lnTo>
                    <a:pt x="5361119" y="147341"/>
                  </a:lnTo>
                  <a:lnTo>
                    <a:pt x="5361213" y="147341"/>
                  </a:lnTo>
                  <a:lnTo>
                    <a:pt x="5361308" y="147341"/>
                  </a:lnTo>
                  <a:lnTo>
                    <a:pt x="5361402" y="147341"/>
                  </a:lnTo>
                  <a:lnTo>
                    <a:pt x="5361496" y="147341"/>
                  </a:lnTo>
                  <a:lnTo>
                    <a:pt x="5361590" y="147341"/>
                  </a:lnTo>
                  <a:lnTo>
                    <a:pt x="5361684" y="147341"/>
                  </a:lnTo>
                  <a:lnTo>
                    <a:pt x="5361778" y="147341"/>
                  </a:lnTo>
                  <a:lnTo>
                    <a:pt x="5361873" y="147341"/>
                  </a:lnTo>
                  <a:lnTo>
                    <a:pt x="5361967" y="147341"/>
                  </a:lnTo>
                  <a:lnTo>
                    <a:pt x="5362061" y="147341"/>
                  </a:lnTo>
                  <a:lnTo>
                    <a:pt x="5362155" y="147341"/>
                  </a:lnTo>
                  <a:lnTo>
                    <a:pt x="5362249" y="147341"/>
                  </a:lnTo>
                  <a:lnTo>
                    <a:pt x="5362343" y="147341"/>
                  </a:lnTo>
                  <a:lnTo>
                    <a:pt x="5362437" y="147341"/>
                  </a:lnTo>
                  <a:lnTo>
                    <a:pt x="5362532" y="147341"/>
                  </a:lnTo>
                  <a:lnTo>
                    <a:pt x="5362626" y="147341"/>
                  </a:lnTo>
                  <a:lnTo>
                    <a:pt x="5362720" y="147341"/>
                  </a:lnTo>
                  <a:lnTo>
                    <a:pt x="5362814" y="147341"/>
                  </a:lnTo>
                  <a:lnTo>
                    <a:pt x="5362908" y="147341"/>
                  </a:lnTo>
                  <a:lnTo>
                    <a:pt x="5363002" y="147341"/>
                  </a:lnTo>
                  <a:lnTo>
                    <a:pt x="5363096" y="147341"/>
                  </a:lnTo>
                  <a:lnTo>
                    <a:pt x="5363191" y="147341"/>
                  </a:lnTo>
                  <a:lnTo>
                    <a:pt x="5363285" y="147341"/>
                  </a:lnTo>
                  <a:lnTo>
                    <a:pt x="5363379" y="147341"/>
                  </a:lnTo>
                  <a:lnTo>
                    <a:pt x="5363473" y="147341"/>
                  </a:lnTo>
                  <a:lnTo>
                    <a:pt x="5363567" y="147341"/>
                  </a:lnTo>
                  <a:lnTo>
                    <a:pt x="5363661" y="147341"/>
                  </a:lnTo>
                  <a:lnTo>
                    <a:pt x="5363756" y="147341"/>
                  </a:lnTo>
                  <a:lnTo>
                    <a:pt x="5363850" y="147341"/>
                  </a:lnTo>
                  <a:lnTo>
                    <a:pt x="5363944" y="147341"/>
                  </a:lnTo>
                  <a:lnTo>
                    <a:pt x="5364038" y="147341"/>
                  </a:lnTo>
                  <a:lnTo>
                    <a:pt x="5364132" y="147341"/>
                  </a:lnTo>
                  <a:lnTo>
                    <a:pt x="5364226" y="147341"/>
                  </a:lnTo>
                  <a:lnTo>
                    <a:pt x="5364320" y="147341"/>
                  </a:lnTo>
                  <a:lnTo>
                    <a:pt x="5364415" y="147341"/>
                  </a:lnTo>
                  <a:lnTo>
                    <a:pt x="5364509" y="147341"/>
                  </a:lnTo>
                  <a:lnTo>
                    <a:pt x="5364603" y="147341"/>
                  </a:lnTo>
                  <a:lnTo>
                    <a:pt x="5364697" y="147341"/>
                  </a:lnTo>
                  <a:lnTo>
                    <a:pt x="5364791" y="147341"/>
                  </a:lnTo>
                  <a:lnTo>
                    <a:pt x="5364885" y="147341"/>
                  </a:lnTo>
                  <a:lnTo>
                    <a:pt x="5364980" y="147341"/>
                  </a:lnTo>
                  <a:lnTo>
                    <a:pt x="5365074" y="147341"/>
                  </a:lnTo>
                  <a:lnTo>
                    <a:pt x="5365168" y="147341"/>
                  </a:lnTo>
                  <a:lnTo>
                    <a:pt x="5365262" y="147341"/>
                  </a:lnTo>
                  <a:lnTo>
                    <a:pt x="5365356" y="147341"/>
                  </a:lnTo>
                  <a:lnTo>
                    <a:pt x="5365450" y="147341"/>
                  </a:lnTo>
                  <a:lnTo>
                    <a:pt x="5365544" y="147341"/>
                  </a:lnTo>
                  <a:lnTo>
                    <a:pt x="5365639" y="147341"/>
                  </a:lnTo>
                  <a:lnTo>
                    <a:pt x="5365733" y="147341"/>
                  </a:lnTo>
                  <a:lnTo>
                    <a:pt x="5365827" y="147341"/>
                  </a:lnTo>
                  <a:lnTo>
                    <a:pt x="5365921" y="147341"/>
                  </a:lnTo>
                  <a:lnTo>
                    <a:pt x="5366015" y="147341"/>
                  </a:lnTo>
                  <a:lnTo>
                    <a:pt x="5366109" y="147341"/>
                  </a:lnTo>
                  <a:lnTo>
                    <a:pt x="5366204" y="147341"/>
                  </a:lnTo>
                  <a:lnTo>
                    <a:pt x="5366298" y="147341"/>
                  </a:lnTo>
                  <a:lnTo>
                    <a:pt x="5366392" y="147341"/>
                  </a:lnTo>
                  <a:lnTo>
                    <a:pt x="5366486" y="147341"/>
                  </a:lnTo>
                  <a:lnTo>
                    <a:pt x="5366580" y="147341"/>
                  </a:lnTo>
                  <a:lnTo>
                    <a:pt x="5366674" y="147341"/>
                  </a:lnTo>
                  <a:lnTo>
                    <a:pt x="5366768" y="147341"/>
                  </a:lnTo>
                  <a:lnTo>
                    <a:pt x="5366863" y="147341"/>
                  </a:lnTo>
                  <a:lnTo>
                    <a:pt x="5366957" y="147341"/>
                  </a:lnTo>
                  <a:lnTo>
                    <a:pt x="5367051" y="147341"/>
                  </a:lnTo>
                  <a:lnTo>
                    <a:pt x="5367051" y="142429"/>
                  </a:lnTo>
                  <a:lnTo>
                    <a:pt x="5367145" y="142429"/>
                  </a:lnTo>
                  <a:lnTo>
                    <a:pt x="5367239" y="142429"/>
                  </a:lnTo>
                  <a:lnTo>
                    <a:pt x="5367333" y="142429"/>
                  </a:lnTo>
                  <a:lnTo>
                    <a:pt x="5367427" y="142429"/>
                  </a:lnTo>
                  <a:lnTo>
                    <a:pt x="5367522" y="142429"/>
                  </a:lnTo>
                  <a:lnTo>
                    <a:pt x="5367616" y="142429"/>
                  </a:lnTo>
                  <a:lnTo>
                    <a:pt x="5367710" y="142429"/>
                  </a:lnTo>
                  <a:lnTo>
                    <a:pt x="5367804" y="142429"/>
                  </a:lnTo>
                  <a:lnTo>
                    <a:pt x="5367898" y="142429"/>
                  </a:lnTo>
                  <a:lnTo>
                    <a:pt x="5367992" y="142429"/>
                  </a:lnTo>
                  <a:lnTo>
                    <a:pt x="5368087" y="142429"/>
                  </a:lnTo>
                  <a:lnTo>
                    <a:pt x="5368181" y="142429"/>
                  </a:lnTo>
                  <a:lnTo>
                    <a:pt x="5368275" y="142429"/>
                  </a:lnTo>
                  <a:lnTo>
                    <a:pt x="5368369" y="142429"/>
                  </a:lnTo>
                  <a:lnTo>
                    <a:pt x="5368463" y="142429"/>
                  </a:lnTo>
                  <a:lnTo>
                    <a:pt x="5368557" y="142429"/>
                  </a:lnTo>
                  <a:lnTo>
                    <a:pt x="5368651" y="142429"/>
                  </a:lnTo>
                  <a:lnTo>
                    <a:pt x="5368746" y="142429"/>
                  </a:lnTo>
                  <a:lnTo>
                    <a:pt x="5368840" y="142429"/>
                  </a:lnTo>
                  <a:lnTo>
                    <a:pt x="5368934" y="142429"/>
                  </a:lnTo>
                  <a:lnTo>
                    <a:pt x="5369028" y="142429"/>
                  </a:lnTo>
                  <a:lnTo>
                    <a:pt x="5369122" y="142429"/>
                  </a:lnTo>
                  <a:lnTo>
                    <a:pt x="5369216" y="142429"/>
                  </a:lnTo>
                  <a:lnTo>
                    <a:pt x="5369311" y="142429"/>
                  </a:lnTo>
                  <a:lnTo>
                    <a:pt x="5369405" y="142429"/>
                  </a:lnTo>
                  <a:lnTo>
                    <a:pt x="5369499" y="142429"/>
                  </a:lnTo>
                  <a:lnTo>
                    <a:pt x="5369593" y="142429"/>
                  </a:lnTo>
                  <a:lnTo>
                    <a:pt x="5369687" y="142429"/>
                  </a:lnTo>
                  <a:lnTo>
                    <a:pt x="5369781" y="142429"/>
                  </a:lnTo>
                  <a:lnTo>
                    <a:pt x="5369875" y="142429"/>
                  </a:lnTo>
                  <a:lnTo>
                    <a:pt x="5369970" y="142429"/>
                  </a:lnTo>
                  <a:lnTo>
                    <a:pt x="5370064" y="142429"/>
                  </a:lnTo>
                  <a:lnTo>
                    <a:pt x="5370158" y="142429"/>
                  </a:lnTo>
                  <a:lnTo>
                    <a:pt x="5370252" y="142429"/>
                  </a:lnTo>
                  <a:lnTo>
                    <a:pt x="5370346" y="142429"/>
                  </a:lnTo>
                  <a:lnTo>
                    <a:pt x="5370440" y="142429"/>
                  </a:lnTo>
                  <a:lnTo>
                    <a:pt x="5370535" y="142429"/>
                  </a:lnTo>
                  <a:lnTo>
                    <a:pt x="5370629" y="142429"/>
                  </a:lnTo>
                  <a:lnTo>
                    <a:pt x="5370723" y="142429"/>
                  </a:lnTo>
                  <a:lnTo>
                    <a:pt x="5370817" y="142429"/>
                  </a:lnTo>
                  <a:lnTo>
                    <a:pt x="5370911" y="142429"/>
                  </a:lnTo>
                  <a:lnTo>
                    <a:pt x="5371005" y="142429"/>
                  </a:lnTo>
                  <a:lnTo>
                    <a:pt x="5371099" y="142429"/>
                  </a:lnTo>
                  <a:lnTo>
                    <a:pt x="5371194" y="142429"/>
                  </a:lnTo>
                  <a:lnTo>
                    <a:pt x="5371288" y="142429"/>
                  </a:lnTo>
                  <a:lnTo>
                    <a:pt x="5371382" y="142429"/>
                  </a:lnTo>
                  <a:lnTo>
                    <a:pt x="5371476" y="142429"/>
                  </a:lnTo>
                  <a:lnTo>
                    <a:pt x="5371570" y="142429"/>
                  </a:lnTo>
                  <a:lnTo>
                    <a:pt x="5371664" y="142429"/>
                  </a:lnTo>
                  <a:lnTo>
                    <a:pt x="5371758" y="142429"/>
                  </a:lnTo>
                  <a:lnTo>
                    <a:pt x="5371853" y="142429"/>
                  </a:lnTo>
                  <a:lnTo>
                    <a:pt x="5371947" y="142429"/>
                  </a:lnTo>
                  <a:lnTo>
                    <a:pt x="5372041" y="142429"/>
                  </a:lnTo>
                  <a:lnTo>
                    <a:pt x="5372135" y="142429"/>
                  </a:lnTo>
                  <a:lnTo>
                    <a:pt x="5372229" y="142429"/>
                  </a:lnTo>
                  <a:lnTo>
                    <a:pt x="5372323" y="142429"/>
                  </a:lnTo>
                  <a:lnTo>
                    <a:pt x="5372418" y="142429"/>
                  </a:lnTo>
                  <a:lnTo>
                    <a:pt x="5372512" y="142429"/>
                  </a:lnTo>
                  <a:lnTo>
                    <a:pt x="5372606" y="142429"/>
                  </a:lnTo>
                  <a:lnTo>
                    <a:pt x="5372700" y="142429"/>
                  </a:lnTo>
                  <a:lnTo>
                    <a:pt x="5372794" y="142429"/>
                  </a:lnTo>
                  <a:lnTo>
                    <a:pt x="5372888" y="142429"/>
                  </a:lnTo>
                  <a:lnTo>
                    <a:pt x="5372982" y="142429"/>
                  </a:lnTo>
                  <a:lnTo>
                    <a:pt x="5373077" y="142429"/>
                  </a:lnTo>
                  <a:lnTo>
                    <a:pt x="5373171" y="142429"/>
                  </a:lnTo>
                  <a:lnTo>
                    <a:pt x="5373265" y="142429"/>
                  </a:lnTo>
                  <a:lnTo>
                    <a:pt x="5373359" y="142429"/>
                  </a:lnTo>
                  <a:lnTo>
                    <a:pt x="5373453" y="142429"/>
                  </a:lnTo>
                  <a:lnTo>
                    <a:pt x="5373547" y="142429"/>
                  </a:lnTo>
                  <a:lnTo>
                    <a:pt x="5373642" y="142429"/>
                  </a:lnTo>
                  <a:lnTo>
                    <a:pt x="5373736" y="142429"/>
                  </a:lnTo>
                  <a:lnTo>
                    <a:pt x="5373830" y="142429"/>
                  </a:lnTo>
                  <a:lnTo>
                    <a:pt x="5373924" y="142429"/>
                  </a:lnTo>
                  <a:lnTo>
                    <a:pt x="5374018" y="142429"/>
                  </a:lnTo>
                  <a:lnTo>
                    <a:pt x="5374112" y="142429"/>
                  </a:lnTo>
                  <a:lnTo>
                    <a:pt x="5374206" y="142429"/>
                  </a:lnTo>
                  <a:lnTo>
                    <a:pt x="5374301" y="142429"/>
                  </a:lnTo>
                  <a:lnTo>
                    <a:pt x="5374395" y="142429"/>
                  </a:lnTo>
                  <a:lnTo>
                    <a:pt x="5374489" y="142429"/>
                  </a:lnTo>
                  <a:lnTo>
                    <a:pt x="5374583" y="142429"/>
                  </a:lnTo>
                  <a:lnTo>
                    <a:pt x="5374677" y="142429"/>
                  </a:lnTo>
                  <a:lnTo>
                    <a:pt x="5374771" y="142429"/>
                  </a:lnTo>
                  <a:lnTo>
                    <a:pt x="5374866" y="142429"/>
                  </a:lnTo>
                  <a:lnTo>
                    <a:pt x="5374960" y="142429"/>
                  </a:lnTo>
                  <a:lnTo>
                    <a:pt x="5375054" y="142429"/>
                  </a:lnTo>
                  <a:lnTo>
                    <a:pt x="5375148" y="142429"/>
                  </a:lnTo>
                  <a:lnTo>
                    <a:pt x="5375242" y="142429"/>
                  </a:lnTo>
                  <a:lnTo>
                    <a:pt x="5375336" y="142429"/>
                  </a:lnTo>
                  <a:lnTo>
                    <a:pt x="5375430" y="142429"/>
                  </a:lnTo>
                  <a:lnTo>
                    <a:pt x="5375525" y="142429"/>
                  </a:lnTo>
                  <a:lnTo>
                    <a:pt x="5375619" y="142429"/>
                  </a:lnTo>
                  <a:lnTo>
                    <a:pt x="5375713" y="142429"/>
                  </a:lnTo>
                  <a:lnTo>
                    <a:pt x="5375807" y="142429"/>
                  </a:lnTo>
                  <a:lnTo>
                    <a:pt x="5375901" y="142429"/>
                  </a:lnTo>
                  <a:lnTo>
                    <a:pt x="5375995" y="142429"/>
                  </a:lnTo>
                  <a:lnTo>
                    <a:pt x="5376089" y="142429"/>
                  </a:lnTo>
                  <a:lnTo>
                    <a:pt x="5376184" y="142429"/>
                  </a:lnTo>
                  <a:lnTo>
                    <a:pt x="5376278" y="142429"/>
                  </a:lnTo>
                  <a:lnTo>
                    <a:pt x="5376372" y="142429"/>
                  </a:lnTo>
                  <a:lnTo>
                    <a:pt x="5376466" y="142429"/>
                  </a:lnTo>
                  <a:lnTo>
                    <a:pt x="5376560" y="142429"/>
                  </a:lnTo>
                  <a:lnTo>
                    <a:pt x="5376654" y="142429"/>
                  </a:lnTo>
                  <a:lnTo>
                    <a:pt x="5376749" y="142429"/>
                  </a:lnTo>
                  <a:lnTo>
                    <a:pt x="5376843" y="142429"/>
                  </a:lnTo>
                  <a:lnTo>
                    <a:pt x="5376937" y="142429"/>
                  </a:lnTo>
                  <a:lnTo>
                    <a:pt x="5377031" y="142429"/>
                  </a:lnTo>
                  <a:lnTo>
                    <a:pt x="5377125" y="142429"/>
                  </a:lnTo>
                  <a:lnTo>
                    <a:pt x="5377219" y="142429"/>
                  </a:lnTo>
                  <a:lnTo>
                    <a:pt x="5377313" y="142429"/>
                  </a:lnTo>
                  <a:lnTo>
                    <a:pt x="5377408" y="142429"/>
                  </a:lnTo>
                  <a:lnTo>
                    <a:pt x="5377502" y="142429"/>
                  </a:lnTo>
                  <a:lnTo>
                    <a:pt x="5377596" y="142429"/>
                  </a:lnTo>
                  <a:lnTo>
                    <a:pt x="5377690" y="142429"/>
                  </a:lnTo>
                  <a:lnTo>
                    <a:pt x="5377784" y="142429"/>
                  </a:lnTo>
                  <a:lnTo>
                    <a:pt x="5377878" y="142429"/>
                  </a:lnTo>
                  <a:lnTo>
                    <a:pt x="5377973" y="142429"/>
                  </a:lnTo>
                  <a:lnTo>
                    <a:pt x="5378067" y="142429"/>
                  </a:lnTo>
                  <a:lnTo>
                    <a:pt x="5378161" y="142429"/>
                  </a:lnTo>
                  <a:lnTo>
                    <a:pt x="5378255" y="142429"/>
                  </a:lnTo>
                  <a:lnTo>
                    <a:pt x="5378349" y="142429"/>
                  </a:lnTo>
                  <a:lnTo>
                    <a:pt x="5378443" y="142429"/>
                  </a:lnTo>
                  <a:lnTo>
                    <a:pt x="5378537" y="142429"/>
                  </a:lnTo>
                  <a:lnTo>
                    <a:pt x="5378632" y="142429"/>
                  </a:lnTo>
                  <a:lnTo>
                    <a:pt x="5378726" y="142429"/>
                  </a:lnTo>
                  <a:lnTo>
                    <a:pt x="5378820" y="142429"/>
                  </a:lnTo>
                  <a:lnTo>
                    <a:pt x="5378914" y="142429"/>
                  </a:lnTo>
                  <a:lnTo>
                    <a:pt x="5379008" y="142429"/>
                  </a:lnTo>
                  <a:lnTo>
                    <a:pt x="5379102" y="142429"/>
                  </a:lnTo>
                  <a:lnTo>
                    <a:pt x="5379197" y="142429"/>
                  </a:lnTo>
                  <a:lnTo>
                    <a:pt x="5379291" y="142429"/>
                  </a:lnTo>
                  <a:lnTo>
                    <a:pt x="5379385" y="142429"/>
                  </a:lnTo>
                  <a:lnTo>
                    <a:pt x="5379479" y="142429"/>
                  </a:lnTo>
                  <a:lnTo>
                    <a:pt x="5379573" y="142429"/>
                  </a:lnTo>
                  <a:lnTo>
                    <a:pt x="5379667" y="142429"/>
                  </a:lnTo>
                  <a:lnTo>
                    <a:pt x="5379761" y="142429"/>
                  </a:lnTo>
                  <a:lnTo>
                    <a:pt x="5379856" y="142429"/>
                  </a:lnTo>
                  <a:lnTo>
                    <a:pt x="5379950" y="142429"/>
                  </a:lnTo>
                  <a:lnTo>
                    <a:pt x="5380044" y="142429"/>
                  </a:lnTo>
                  <a:lnTo>
                    <a:pt x="5380138" y="142429"/>
                  </a:lnTo>
                  <a:lnTo>
                    <a:pt x="5380232" y="142429"/>
                  </a:lnTo>
                  <a:lnTo>
                    <a:pt x="5380326" y="142429"/>
                  </a:lnTo>
                  <a:lnTo>
                    <a:pt x="5380420" y="142429"/>
                  </a:lnTo>
                  <a:lnTo>
                    <a:pt x="5380515" y="142429"/>
                  </a:lnTo>
                  <a:lnTo>
                    <a:pt x="5380609" y="142429"/>
                  </a:lnTo>
                  <a:lnTo>
                    <a:pt x="5380703" y="142429"/>
                  </a:lnTo>
                  <a:lnTo>
                    <a:pt x="5380797" y="142429"/>
                  </a:lnTo>
                  <a:lnTo>
                    <a:pt x="5380891" y="142429"/>
                  </a:lnTo>
                  <a:lnTo>
                    <a:pt x="5380985" y="142429"/>
                  </a:lnTo>
                  <a:lnTo>
                    <a:pt x="5381080" y="142429"/>
                  </a:lnTo>
                  <a:lnTo>
                    <a:pt x="5381174" y="142429"/>
                  </a:lnTo>
                  <a:lnTo>
                    <a:pt x="5381268" y="142429"/>
                  </a:lnTo>
                  <a:lnTo>
                    <a:pt x="5381362" y="142429"/>
                  </a:lnTo>
                  <a:lnTo>
                    <a:pt x="5381456" y="142429"/>
                  </a:lnTo>
                  <a:lnTo>
                    <a:pt x="5381550" y="142429"/>
                  </a:lnTo>
                  <a:lnTo>
                    <a:pt x="5381644" y="142429"/>
                  </a:lnTo>
                  <a:lnTo>
                    <a:pt x="5381739" y="142429"/>
                  </a:lnTo>
                  <a:lnTo>
                    <a:pt x="5381833" y="142429"/>
                  </a:lnTo>
                  <a:lnTo>
                    <a:pt x="5381927" y="142429"/>
                  </a:lnTo>
                  <a:lnTo>
                    <a:pt x="5382021" y="142429"/>
                  </a:lnTo>
                  <a:lnTo>
                    <a:pt x="5382115" y="142429"/>
                  </a:lnTo>
                  <a:lnTo>
                    <a:pt x="5382209" y="142429"/>
                  </a:lnTo>
                  <a:lnTo>
                    <a:pt x="5382304" y="142429"/>
                  </a:lnTo>
                  <a:lnTo>
                    <a:pt x="5382398" y="142429"/>
                  </a:lnTo>
                  <a:lnTo>
                    <a:pt x="5382492" y="142429"/>
                  </a:lnTo>
                  <a:lnTo>
                    <a:pt x="5382586" y="142429"/>
                  </a:lnTo>
                  <a:lnTo>
                    <a:pt x="5382680" y="142429"/>
                  </a:lnTo>
                  <a:lnTo>
                    <a:pt x="5382774" y="142429"/>
                  </a:lnTo>
                  <a:lnTo>
                    <a:pt x="5382868" y="142429"/>
                  </a:lnTo>
                  <a:lnTo>
                    <a:pt x="5382963" y="142429"/>
                  </a:lnTo>
                  <a:lnTo>
                    <a:pt x="5383057" y="142429"/>
                  </a:lnTo>
                  <a:lnTo>
                    <a:pt x="5383151" y="142429"/>
                  </a:lnTo>
                  <a:lnTo>
                    <a:pt x="5383245" y="142429"/>
                  </a:lnTo>
                  <a:lnTo>
                    <a:pt x="5383339" y="142429"/>
                  </a:lnTo>
                  <a:lnTo>
                    <a:pt x="5383433" y="142429"/>
                  </a:lnTo>
                  <a:lnTo>
                    <a:pt x="5383528" y="142429"/>
                  </a:lnTo>
                  <a:lnTo>
                    <a:pt x="5383622" y="142429"/>
                  </a:lnTo>
                  <a:lnTo>
                    <a:pt x="5383716" y="142429"/>
                  </a:lnTo>
                  <a:lnTo>
                    <a:pt x="5383810" y="142429"/>
                  </a:lnTo>
                  <a:lnTo>
                    <a:pt x="5383904" y="142429"/>
                  </a:lnTo>
                  <a:lnTo>
                    <a:pt x="5383998" y="142429"/>
                  </a:lnTo>
                  <a:lnTo>
                    <a:pt x="5384092" y="142429"/>
                  </a:lnTo>
                  <a:lnTo>
                    <a:pt x="5384187" y="142429"/>
                  </a:lnTo>
                  <a:lnTo>
                    <a:pt x="5384281" y="142429"/>
                  </a:lnTo>
                  <a:lnTo>
                    <a:pt x="5384375" y="142429"/>
                  </a:lnTo>
                  <a:lnTo>
                    <a:pt x="5384469" y="142429"/>
                  </a:lnTo>
                  <a:lnTo>
                    <a:pt x="5384563" y="142429"/>
                  </a:lnTo>
                  <a:lnTo>
                    <a:pt x="5384657" y="142429"/>
                  </a:lnTo>
                  <a:lnTo>
                    <a:pt x="5384751" y="142429"/>
                  </a:lnTo>
                  <a:lnTo>
                    <a:pt x="5384846" y="142429"/>
                  </a:lnTo>
                  <a:lnTo>
                    <a:pt x="5384940" y="142429"/>
                  </a:lnTo>
                  <a:lnTo>
                    <a:pt x="5385034" y="142429"/>
                  </a:lnTo>
                  <a:lnTo>
                    <a:pt x="5385128" y="142429"/>
                  </a:lnTo>
                  <a:lnTo>
                    <a:pt x="5385222" y="142429"/>
                  </a:lnTo>
                  <a:lnTo>
                    <a:pt x="5385316" y="142429"/>
                  </a:lnTo>
                  <a:lnTo>
                    <a:pt x="5385411" y="142429"/>
                  </a:lnTo>
                  <a:lnTo>
                    <a:pt x="5385505" y="142429"/>
                  </a:lnTo>
                  <a:lnTo>
                    <a:pt x="5385599" y="142429"/>
                  </a:lnTo>
                  <a:lnTo>
                    <a:pt x="5385693" y="142429"/>
                  </a:lnTo>
                  <a:lnTo>
                    <a:pt x="5385787" y="142429"/>
                  </a:lnTo>
                  <a:lnTo>
                    <a:pt x="5385881" y="142429"/>
                  </a:lnTo>
                  <a:lnTo>
                    <a:pt x="5385975" y="142429"/>
                  </a:lnTo>
                  <a:lnTo>
                    <a:pt x="5386070" y="142429"/>
                  </a:lnTo>
                  <a:lnTo>
                    <a:pt x="5386164" y="142429"/>
                  </a:lnTo>
                  <a:lnTo>
                    <a:pt x="5386258" y="142429"/>
                  </a:lnTo>
                  <a:lnTo>
                    <a:pt x="5386352" y="142429"/>
                  </a:lnTo>
                  <a:lnTo>
                    <a:pt x="5386446" y="142429"/>
                  </a:lnTo>
                  <a:lnTo>
                    <a:pt x="5386540" y="142429"/>
                  </a:lnTo>
                  <a:lnTo>
                    <a:pt x="5386635" y="142429"/>
                  </a:lnTo>
                  <a:lnTo>
                    <a:pt x="5386729" y="142429"/>
                  </a:lnTo>
                  <a:lnTo>
                    <a:pt x="5386823" y="142429"/>
                  </a:lnTo>
                  <a:lnTo>
                    <a:pt x="5386917" y="142429"/>
                  </a:lnTo>
                  <a:lnTo>
                    <a:pt x="5387011" y="142429"/>
                  </a:lnTo>
                  <a:lnTo>
                    <a:pt x="5387105" y="142429"/>
                  </a:lnTo>
                  <a:lnTo>
                    <a:pt x="5387199" y="142429"/>
                  </a:lnTo>
                  <a:lnTo>
                    <a:pt x="5387294" y="142429"/>
                  </a:lnTo>
                  <a:lnTo>
                    <a:pt x="5387388" y="142429"/>
                  </a:lnTo>
                  <a:lnTo>
                    <a:pt x="5387482" y="142429"/>
                  </a:lnTo>
                  <a:lnTo>
                    <a:pt x="5387576" y="142429"/>
                  </a:lnTo>
                  <a:lnTo>
                    <a:pt x="5387670" y="142429"/>
                  </a:lnTo>
                  <a:lnTo>
                    <a:pt x="5387764" y="142429"/>
                  </a:lnTo>
                  <a:lnTo>
                    <a:pt x="5387859" y="142429"/>
                  </a:lnTo>
                  <a:lnTo>
                    <a:pt x="5387953" y="142429"/>
                  </a:lnTo>
                  <a:lnTo>
                    <a:pt x="5388047" y="142429"/>
                  </a:lnTo>
                  <a:lnTo>
                    <a:pt x="5388141" y="142429"/>
                  </a:lnTo>
                  <a:lnTo>
                    <a:pt x="5388235" y="142429"/>
                  </a:lnTo>
                  <a:lnTo>
                    <a:pt x="5388329" y="142429"/>
                  </a:lnTo>
                  <a:lnTo>
                    <a:pt x="5388423" y="142429"/>
                  </a:lnTo>
                  <a:lnTo>
                    <a:pt x="5388518" y="142429"/>
                  </a:lnTo>
                  <a:lnTo>
                    <a:pt x="5388612" y="142429"/>
                  </a:lnTo>
                  <a:lnTo>
                    <a:pt x="5388706" y="142429"/>
                  </a:lnTo>
                  <a:lnTo>
                    <a:pt x="5388800" y="142429"/>
                  </a:lnTo>
                  <a:lnTo>
                    <a:pt x="5388894" y="142429"/>
                  </a:lnTo>
                  <a:lnTo>
                    <a:pt x="5388988" y="142429"/>
                  </a:lnTo>
                  <a:lnTo>
                    <a:pt x="5389082" y="142429"/>
                  </a:lnTo>
                  <a:lnTo>
                    <a:pt x="5389177" y="142429"/>
                  </a:lnTo>
                  <a:lnTo>
                    <a:pt x="5389271" y="142429"/>
                  </a:lnTo>
                  <a:lnTo>
                    <a:pt x="5389365" y="142429"/>
                  </a:lnTo>
                  <a:lnTo>
                    <a:pt x="5389459" y="142429"/>
                  </a:lnTo>
                  <a:lnTo>
                    <a:pt x="5389553" y="142429"/>
                  </a:lnTo>
                  <a:lnTo>
                    <a:pt x="5389647" y="142429"/>
                  </a:lnTo>
                  <a:lnTo>
                    <a:pt x="5389742" y="142429"/>
                  </a:lnTo>
                  <a:lnTo>
                    <a:pt x="5389836" y="142429"/>
                  </a:lnTo>
                  <a:lnTo>
                    <a:pt x="5389930" y="142429"/>
                  </a:lnTo>
                  <a:lnTo>
                    <a:pt x="5390024" y="142429"/>
                  </a:lnTo>
                  <a:lnTo>
                    <a:pt x="5390118" y="142429"/>
                  </a:lnTo>
                  <a:lnTo>
                    <a:pt x="5390212" y="142429"/>
                  </a:lnTo>
                  <a:lnTo>
                    <a:pt x="5390306" y="142429"/>
                  </a:lnTo>
                  <a:lnTo>
                    <a:pt x="5390401" y="142429"/>
                  </a:lnTo>
                  <a:lnTo>
                    <a:pt x="5390495" y="142429"/>
                  </a:lnTo>
                  <a:lnTo>
                    <a:pt x="5390589" y="142429"/>
                  </a:lnTo>
                  <a:lnTo>
                    <a:pt x="5390683" y="142429"/>
                  </a:lnTo>
                  <a:lnTo>
                    <a:pt x="5390777" y="142429"/>
                  </a:lnTo>
                  <a:lnTo>
                    <a:pt x="5390871" y="142429"/>
                  </a:lnTo>
                  <a:lnTo>
                    <a:pt x="5390966" y="142429"/>
                  </a:lnTo>
                  <a:lnTo>
                    <a:pt x="5391060" y="142429"/>
                  </a:lnTo>
                  <a:lnTo>
                    <a:pt x="5391154" y="142429"/>
                  </a:lnTo>
                  <a:lnTo>
                    <a:pt x="5391248" y="142429"/>
                  </a:lnTo>
                  <a:lnTo>
                    <a:pt x="5391342" y="142429"/>
                  </a:lnTo>
                  <a:lnTo>
                    <a:pt x="5391436" y="142429"/>
                  </a:lnTo>
                  <a:lnTo>
                    <a:pt x="5391530" y="142429"/>
                  </a:lnTo>
                  <a:lnTo>
                    <a:pt x="5391625" y="142429"/>
                  </a:lnTo>
                  <a:lnTo>
                    <a:pt x="5391719" y="142429"/>
                  </a:lnTo>
                  <a:lnTo>
                    <a:pt x="5391813" y="142429"/>
                  </a:lnTo>
                  <a:lnTo>
                    <a:pt x="5391907" y="142429"/>
                  </a:lnTo>
                  <a:lnTo>
                    <a:pt x="5392001" y="142429"/>
                  </a:lnTo>
                  <a:lnTo>
                    <a:pt x="5392095" y="142429"/>
                  </a:lnTo>
                  <a:lnTo>
                    <a:pt x="5392190" y="142429"/>
                  </a:lnTo>
                  <a:lnTo>
                    <a:pt x="5392284" y="142429"/>
                  </a:lnTo>
                  <a:lnTo>
                    <a:pt x="5392378" y="142429"/>
                  </a:lnTo>
                  <a:lnTo>
                    <a:pt x="5392472" y="142429"/>
                  </a:lnTo>
                  <a:lnTo>
                    <a:pt x="5392566" y="142429"/>
                  </a:lnTo>
                  <a:lnTo>
                    <a:pt x="5392660" y="142429"/>
                  </a:lnTo>
                  <a:lnTo>
                    <a:pt x="5392754" y="142429"/>
                  </a:lnTo>
                  <a:lnTo>
                    <a:pt x="5392849" y="142429"/>
                  </a:lnTo>
                  <a:lnTo>
                    <a:pt x="5392943" y="142429"/>
                  </a:lnTo>
                  <a:lnTo>
                    <a:pt x="5393037" y="142429"/>
                  </a:lnTo>
                  <a:lnTo>
                    <a:pt x="5393131" y="142429"/>
                  </a:lnTo>
                  <a:lnTo>
                    <a:pt x="5393225" y="142429"/>
                  </a:lnTo>
                  <a:lnTo>
                    <a:pt x="5393319" y="142429"/>
                  </a:lnTo>
                  <a:lnTo>
                    <a:pt x="5393413" y="142429"/>
                  </a:lnTo>
                  <a:lnTo>
                    <a:pt x="5393508" y="142429"/>
                  </a:lnTo>
                  <a:lnTo>
                    <a:pt x="5393602" y="142429"/>
                  </a:lnTo>
                  <a:lnTo>
                    <a:pt x="5393696" y="142429"/>
                  </a:lnTo>
                  <a:lnTo>
                    <a:pt x="5393790" y="142429"/>
                  </a:lnTo>
                  <a:lnTo>
                    <a:pt x="5393884" y="142429"/>
                  </a:lnTo>
                  <a:lnTo>
                    <a:pt x="5393978" y="142429"/>
                  </a:lnTo>
                  <a:lnTo>
                    <a:pt x="5394073" y="142429"/>
                  </a:lnTo>
                  <a:lnTo>
                    <a:pt x="5394167" y="142429"/>
                  </a:lnTo>
                  <a:lnTo>
                    <a:pt x="5394261" y="142429"/>
                  </a:lnTo>
                  <a:lnTo>
                    <a:pt x="5394355" y="142429"/>
                  </a:lnTo>
                  <a:lnTo>
                    <a:pt x="5394449" y="142429"/>
                  </a:lnTo>
                  <a:lnTo>
                    <a:pt x="5394543" y="142429"/>
                  </a:lnTo>
                  <a:lnTo>
                    <a:pt x="5394637" y="142429"/>
                  </a:lnTo>
                  <a:lnTo>
                    <a:pt x="5394732" y="142429"/>
                  </a:lnTo>
                  <a:lnTo>
                    <a:pt x="5394826" y="142429"/>
                  </a:lnTo>
                  <a:lnTo>
                    <a:pt x="5394920" y="142429"/>
                  </a:lnTo>
                  <a:lnTo>
                    <a:pt x="5395014" y="142429"/>
                  </a:lnTo>
                  <a:lnTo>
                    <a:pt x="5395108" y="142429"/>
                  </a:lnTo>
                  <a:lnTo>
                    <a:pt x="5395202" y="142429"/>
                  </a:lnTo>
                  <a:lnTo>
                    <a:pt x="5395297" y="142429"/>
                  </a:lnTo>
                  <a:lnTo>
                    <a:pt x="5395391" y="142429"/>
                  </a:lnTo>
                  <a:lnTo>
                    <a:pt x="5395485" y="142429"/>
                  </a:lnTo>
                  <a:lnTo>
                    <a:pt x="5395579" y="142429"/>
                  </a:lnTo>
                  <a:lnTo>
                    <a:pt x="5395673" y="142429"/>
                  </a:lnTo>
                  <a:lnTo>
                    <a:pt x="5395767" y="142429"/>
                  </a:lnTo>
                  <a:lnTo>
                    <a:pt x="5395861" y="142429"/>
                  </a:lnTo>
                  <a:lnTo>
                    <a:pt x="5395956" y="142429"/>
                  </a:lnTo>
                  <a:lnTo>
                    <a:pt x="5396050" y="142429"/>
                  </a:lnTo>
                  <a:lnTo>
                    <a:pt x="5396144" y="142429"/>
                  </a:lnTo>
                  <a:lnTo>
                    <a:pt x="5396238" y="142429"/>
                  </a:lnTo>
                  <a:lnTo>
                    <a:pt x="5396332" y="142429"/>
                  </a:lnTo>
                  <a:lnTo>
                    <a:pt x="5396426" y="142429"/>
                  </a:lnTo>
                  <a:lnTo>
                    <a:pt x="5396521" y="142429"/>
                  </a:lnTo>
                  <a:lnTo>
                    <a:pt x="5396615" y="142429"/>
                  </a:lnTo>
                  <a:lnTo>
                    <a:pt x="5396709" y="142429"/>
                  </a:lnTo>
                  <a:lnTo>
                    <a:pt x="5396803" y="142429"/>
                  </a:lnTo>
                  <a:lnTo>
                    <a:pt x="5396897" y="142429"/>
                  </a:lnTo>
                  <a:lnTo>
                    <a:pt x="5396991" y="142429"/>
                  </a:lnTo>
                  <a:lnTo>
                    <a:pt x="5397085" y="142429"/>
                  </a:lnTo>
                  <a:lnTo>
                    <a:pt x="5397180" y="142429"/>
                  </a:lnTo>
                  <a:lnTo>
                    <a:pt x="5397274" y="142429"/>
                  </a:lnTo>
                  <a:lnTo>
                    <a:pt x="5397368" y="142429"/>
                  </a:lnTo>
                  <a:lnTo>
                    <a:pt x="5397462" y="142429"/>
                  </a:lnTo>
                  <a:lnTo>
                    <a:pt x="5397556" y="142429"/>
                  </a:lnTo>
                  <a:lnTo>
                    <a:pt x="5397650" y="142429"/>
                  </a:lnTo>
                  <a:lnTo>
                    <a:pt x="5397744" y="142429"/>
                  </a:lnTo>
                  <a:lnTo>
                    <a:pt x="5397839" y="142429"/>
                  </a:lnTo>
                  <a:lnTo>
                    <a:pt x="5397933" y="142429"/>
                  </a:lnTo>
                  <a:lnTo>
                    <a:pt x="5397933" y="137518"/>
                  </a:lnTo>
                  <a:lnTo>
                    <a:pt x="5398027" y="137518"/>
                  </a:lnTo>
                  <a:lnTo>
                    <a:pt x="5398121" y="137518"/>
                  </a:lnTo>
                  <a:lnTo>
                    <a:pt x="5398215" y="137518"/>
                  </a:lnTo>
                  <a:lnTo>
                    <a:pt x="5398309" y="137518"/>
                  </a:lnTo>
                  <a:lnTo>
                    <a:pt x="5398404" y="137518"/>
                  </a:lnTo>
                  <a:lnTo>
                    <a:pt x="5398498" y="137518"/>
                  </a:lnTo>
                  <a:lnTo>
                    <a:pt x="5398592" y="137518"/>
                  </a:lnTo>
                  <a:lnTo>
                    <a:pt x="5398686" y="137518"/>
                  </a:lnTo>
                  <a:lnTo>
                    <a:pt x="5398780" y="137518"/>
                  </a:lnTo>
                  <a:lnTo>
                    <a:pt x="5398874" y="137518"/>
                  </a:lnTo>
                  <a:lnTo>
                    <a:pt x="5398968" y="137518"/>
                  </a:lnTo>
                  <a:lnTo>
                    <a:pt x="5399063" y="137518"/>
                  </a:lnTo>
                  <a:lnTo>
                    <a:pt x="5399157" y="137518"/>
                  </a:lnTo>
                  <a:lnTo>
                    <a:pt x="5399251" y="137518"/>
                  </a:lnTo>
                  <a:lnTo>
                    <a:pt x="5399345" y="137518"/>
                  </a:lnTo>
                  <a:lnTo>
                    <a:pt x="5399439" y="137518"/>
                  </a:lnTo>
                  <a:lnTo>
                    <a:pt x="5399533" y="137518"/>
                  </a:lnTo>
                  <a:lnTo>
                    <a:pt x="5399628" y="137518"/>
                  </a:lnTo>
                  <a:lnTo>
                    <a:pt x="5399722" y="137518"/>
                  </a:lnTo>
                  <a:lnTo>
                    <a:pt x="5399816" y="137518"/>
                  </a:lnTo>
                  <a:lnTo>
                    <a:pt x="5399910" y="137518"/>
                  </a:lnTo>
                  <a:lnTo>
                    <a:pt x="5400004" y="137518"/>
                  </a:lnTo>
                  <a:lnTo>
                    <a:pt x="5400098" y="137518"/>
                  </a:lnTo>
                  <a:lnTo>
                    <a:pt x="5400192" y="137518"/>
                  </a:lnTo>
                  <a:lnTo>
                    <a:pt x="5400287" y="137518"/>
                  </a:lnTo>
                  <a:lnTo>
                    <a:pt x="5400381" y="137518"/>
                  </a:lnTo>
                  <a:lnTo>
                    <a:pt x="5400475" y="137518"/>
                  </a:lnTo>
                  <a:lnTo>
                    <a:pt x="5400569" y="137518"/>
                  </a:lnTo>
                  <a:lnTo>
                    <a:pt x="5400663" y="137518"/>
                  </a:lnTo>
                  <a:lnTo>
                    <a:pt x="5400757" y="137518"/>
                  </a:lnTo>
                  <a:lnTo>
                    <a:pt x="5400852" y="137518"/>
                  </a:lnTo>
                  <a:lnTo>
                    <a:pt x="5400946" y="137518"/>
                  </a:lnTo>
                  <a:lnTo>
                    <a:pt x="5401040" y="137518"/>
                  </a:lnTo>
                  <a:lnTo>
                    <a:pt x="5401134" y="137518"/>
                  </a:lnTo>
                  <a:lnTo>
                    <a:pt x="5401228" y="137518"/>
                  </a:lnTo>
                  <a:lnTo>
                    <a:pt x="5401322" y="137518"/>
                  </a:lnTo>
                  <a:lnTo>
                    <a:pt x="5401416" y="137518"/>
                  </a:lnTo>
                  <a:lnTo>
                    <a:pt x="5401511" y="137518"/>
                  </a:lnTo>
                  <a:lnTo>
                    <a:pt x="5401605" y="137518"/>
                  </a:lnTo>
                  <a:lnTo>
                    <a:pt x="5401699" y="137518"/>
                  </a:lnTo>
                  <a:lnTo>
                    <a:pt x="5401793" y="137518"/>
                  </a:lnTo>
                  <a:lnTo>
                    <a:pt x="5401887" y="137518"/>
                  </a:lnTo>
                  <a:lnTo>
                    <a:pt x="5401981" y="137518"/>
                  </a:lnTo>
                  <a:lnTo>
                    <a:pt x="5402075" y="137518"/>
                  </a:lnTo>
                  <a:lnTo>
                    <a:pt x="5402170" y="137518"/>
                  </a:lnTo>
                  <a:lnTo>
                    <a:pt x="5402264" y="137518"/>
                  </a:lnTo>
                  <a:lnTo>
                    <a:pt x="5402358" y="137518"/>
                  </a:lnTo>
                  <a:lnTo>
                    <a:pt x="5402452" y="137518"/>
                  </a:lnTo>
                  <a:lnTo>
                    <a:pt x="5402546" y="137518"/>
                  </a:lnTo>
                  <a:lnTo>
                    <a:pt x="5402640" y="137518"/>
                  </a:lnTo>
                  <a:lnTo>
                    <a:pt x="5402735" y="137518"/>
                  </a:lnTo>
                  <a:lnTo>
                    <a:pt x="5402829" y="137518"/>
                  </a:lnTo>
                  <a:lnTo>
                    <a:pt x="5402923" y="137518"/>
                  </a:lnTo>
                  <a:lnTo>
                    <a:pt x="5403017" y="137518"/>
                  </a:lnTo>
                  <a:lnTo>
                    <a:pt x="5403111" y="137518"/>
                  </a:lnTo>
                  <a:lnTo>
                    <a:pt x="5403205" y="137518"/>
                  </a:lnTo>
                  <a:lnTo>
                    <a:pt x="5403299" y="137518"/>
                  </a:lnTo>
                  <a:lnTo>
                    <a:pt x="5403394" y="137518"/>
                  </a:lnTo>
                  <a:lnTo>
                    <a:pt x="5403488" y="137518"/>
                  </a:lnTo>
                  <a:lnTo>
                    <a:pt x="5403582" y="137518"/>
                  </a:lnTo>
                  <a:lnTo>
                    <a:pt x="5403676" y="137518"/>
                  </a:lnTo>
                  <a:lnTo>
                    <a:pt x="5403770" y="137518"/>
                  </a:lnTo>
                  <a:lnTo>
                    <a:pt x="5403864" y="137518"/>
                  </a:lnTo>
                  <a:lnTo>
                    <a:pt x="5403959" y="137518"/>
                  </a:lnTo>
                  <a:lnTo>
                    <a:pt x="5404053" y="137518"/>
                  </a:lnTo>
                  <a:lnTo>
                    <a:pt x="5404147" y="137518"/>
                  </a:lnTo>
                  <a:lnTo>
                    <a:pt x="5404241" y="137518"/>
                  </a:lnTo>
                  <a:lnTo>
                    <a:pt x="5404335" y="137518"/>
                  </a:lnTo>
                  <a:lnTo>
                    <a:pt x="5404429" y="137518"/>
                  </a:lnTo>
                  <a:lnTo>
                    <a:pt x="5404523" y="137518"/>
                  </a:lnTo>
                  <a:lnTo>
                    <a:pt x="5404618" y="137518"/>
                  </a:lnTo>
                  <a:lnTo>
                    <a:pt x="5404712" y="137518"/>
                  </a:lnTo>
                  <a:lnTo>
                    <a:pt x="5404806" y="137518"/>
                  </a:lnTo>
                  <a:lnTo>
                    <a:pt x="5404900" y="137518"/>
                  </a:lnTo>
                  <a:lnTo>
                    <a:pt x="5404994" y="137518"/>
                  </a:lnTo>
                  <a:lnTo>
                    <a:pt x="5405088" y="137518"/>
                  </a:lnTo>
                  <a:lnTo>
                    <a:pt x="5405183" y="137518"/>
                  </a:lnTo>
                  <a:lnTo>
                    <a:pt x="5405277" y="137518"/>
                  </a:lnTo>
                  <a:lnTo>
                    <a:pt x="5405371" y="137518"/>
                  </a:lnTo>
                  <a:lnTo>
                    <a:pt x="5405465" y="137518"/>
                  </a:lnTo>
                  <a:lnTo>
                    <a:pt x="5405559" y="137518"/>
                  </a:lnTo>
                  <a:lnTo>
                    <a:pt x="5405653" y="137518"/>
                  </a:lnTo>
                  <a:lnTo>
                    <a:pt x="5405747" y="137518"/>
                  </a:lnTo>
                  <a:lnTo>
                    <a:pt x="5405842" y="137518"/>
                  </a:lnTo>
                  <a:lnTo>
                    <a:pt x="5405936" y="137518"/>
                  </a:lnTo>
                  <a:lnTo>
                    <a:pt x="5406030" y="137518"/>
                  </a:lnTo>
                  <a:lnTo>
                    <a:pt x="5406124" y="137518"/>
                  </a:lnTo>
                  <a:lnTo>
                    <a:pt x="5406218" y="137518"/>
                  </a:lnTo>
                  <a:lnTo>
                    <a:pt x="5406312" y="137518"/>
                  </a:lnTo>
                  <a:lnTo>
                    <a:pt x="5406407" y="137518"/>
                  </a:lnTo>
                  <a:lnTo>
                    <a:pt x="5406501" y="137518"/>
                  </a:lnTo>
                  <a:lnTo>
                    <a:pt x="5406595" y="137518"/>
                  </a:lnTo>
                  <a:lnTo>
                    <a:pt x="5406689" y="137518"/>
                  </a:lnTo>
                  <a:lnTo>
                    <a:pt x="5406783" y="137518"/>
                  </a:lnTo>
                  <a:lnTo>
                    <a:pt x="5406877" y="137518"/>
                  </a:lnTo>
                  <a:lnTo>
                    <a:pt x="5406971" y="137518"/>
                  </a:lnTo>
                  <a:lnTo>
                    <a:pt x="5407066" y="137518"/>
                  </a:lnTo>
                  <a:lnTo>
                    <a:pt x="5407160" y="137518"/>
                  </a:lnTo>
                  <a:lnTo>
                    <a:pt x="5407254" y="137518"/>
                  </a:lnTo>
                  <a:lnTo>
                    <a:pt x="5407348" y="137518"/>
                  </a:lnTo>
                  <a:lnTo>
                    <a:pt x="5407442" y="137518"/>
                  </a:lnTo>
                  <a:lnTo>
                    <a:pt x="5407536" y="137518"/>
                  </a:lnTo>
                  <a:lnTo>
                    <a:pt x="5407630" y="137518"/>
                  </a:lnTo>
                  <a:lnTo>
                    <a:pt x="5407725" y="137518"/>
                  </a:lnTo>
                  <a:lnTo>
                    <a:pt x="5407819" y="137518"/>
                  </a:lnTo>
                  <a:lnTo>
                    <a:pt x="5407913" y="137518"/>
                  </a:lnTo>
                  <a:lnTo>
                    <a:pt x="5408007" y="137518"/>
                  </a:lnTo>
                  <a:lnTo>
                    <a:pt x="5408101" y="137518"/>
                  </a:lnTo>
                  <a:lnTo>
                    <a:pt x="5408195" y="137518"/>
                  </a:lnTo>
                  <a:lnTo>
                    <a:pt x="5408290" y="137518"/>
                  </a:lnTo>
                  <a:lnTo>
                    <a:pt x="5408384" y="137518"/>
                  </a:lnTo>
                  <a:lnTo>
                    <a:pt x="5408478" y="137518"/>
                  </a:lnTo>
                  <a:lnTo>
                    <a:pt x="5408572" y="137518"/>
                  </a:lnTo>
                  <a:lnTo>
                    <a:pt x="5408666" y="137518"/>
                  </a:lnTo>
                  <a:lnTo>
                    <a:pt x="5408760" y="137518"/>
                  </a:lnTo>
                  <a:lnTo>
                    <a:pt x="5408854" y="137518"/>
                  </a:lnTo>
                  <a:lnTo>
                    <a:pt x="5408949" y="137518"/>
                  </a:lnTo>
                  <a:lnTo>
                    <a:pt x="5409043" y="137518"/>
                  </a:lnTo>
                  <a:lnTo>
                    <a:pt x="5409137" y="137518"/>
                  </a:lnTo>
                  <a:lnTo>
                    <a:pt x="5409231" y="137518"/>
                  </a:lnTo>
                  <a:lnTo>
                    <a:pt x="5409325" y="137518"/>
                  </a:lnTo>
                  <a:lnTo>
                    <a:pt x="5409419" y="137518"/>
                  </a:lnTo>
                  <a:lnTo>
                    <a:pt x="5409514" y="137518"/>
                  </a:lnTo>
                  <a:lnTo>
                    <a:pt x="5409608" y="137518"/>
                  </a:lnTo>
                  <a:lnTo>
                    <a:pt x="5409702" y="137518"/>
                  </a:lnTo>
                  <a:lnTo>
                    <a:pt x="5409796" y="137518"/>
                  </a:lnTo>
                  <a:lnTo>
                    <a:pt x="5409890" y="137518"/>
                  </a:lnTo>
                  <a:lnTo>
                    <a:pt x="5409984" y="137518"/>
                  </a:lnTo>
                  <a:lnTo>
                    <a:pt x="5410078" y="137518"/>
                  </a:lnTo>
                  <a:lnTo>
                    <a:pt x="5410173" y="137518"/>
                  </a:lnTo>
                  <a:lnTo>
                    <a:pt x="5410267" y="137518"/>
                  </a:lnTo>
                  <a:lnTo>
                    <a:pt x="5410361" y="137518"/>
                  </a:lnTo>
                  <a:lnTo>
                    <a:pt x="5410455" y="137518"/>
                  </a:lnTo>
                  <a:lnTo>
                    <a:pt x="5410549" y="137518"/>
                  </a:lnTo>
                  <a:lnTo>
                    <a:pt x="5410643" y="137518"/>
                  </a:lnTo>
                  <a:lnTo>
                    <a:pt x="5410738" y="137518"/>
                  </a:lnTo>
                  <a:lnTo>
                    <a:pt x="5410832" y="137518"/>
                  </a:lnTo>
                  <a:lnTo>
                    <a:pt x="5410926" y="137518"/>
                  </a:lnTo>
                  <a:lnTo>
                    <a:pt x="5411020" y="137518"/>
                  </a:lnTo>
                  <a:lnTo>
                    <a:pt x="5411114" y="137518"/>
                  </a:lnTo>
                  <a:lnTo>
                    <a:pt x="5411208" y="137518"/>
                  </a:lnTo>
                  <a:lnTo>
                    <a:pt x="5411302" y="137518"/>
                  </a:lnTo>
                  <a:lnTo>
                    <a:pt x="5411397" y="137518"/>
                  </a:lnTo>
                  <a:lnTo>
                    <a:pt x="5411491" y="137518"/>
                  </a:lnTo>
                  <a:lnTo>
                    <a:pt x="5411585" y="137518"/>
                  </a:lnTo>
                  <a:lnTo>
                    <a:pt x="5411679" y="137518"/>
                  </a:lnTo>
                  <a:lnTo>
                    <a:pt x="5411773" y="137518"/>
                  </a:lnTo>
                  <a:lnTo>
                    <a:pt x="5411867" y="137518"/>
                  </a:lnTo>
                  <a:lnTo>
                    <a:pt x="5411961" y="137518"/>
                  </a:lnTo>
                  <a:lnTo>
                    <a:pt x="5412056" y="137518"/>
                  </a:lnTo>
                  <a:lnTo>
                    <a:pt x="5412150" y="137518"/>
                  </a:lnTo>
                  <a:lnTo>
                    <a:pt x="5412244" y="137518"/>
                  </a:lnTo>
                  <a:lnTo>
                    <a:pt x="5412338" y="137518"/>
                  </a:lnTo>
                  <a:lnTo>
                    <a:pt x="5412432" y="137518"/>
                  </a:lnTo>
                  <a:lnTo>
                    <a:pt x="5412526" y="137518"/>
                  </a:lnTo>
                  <a:lnTo>
                    <a:pt x="5412621" y="137518"/>
                  </a:lnTo>
                  <a:lnTo>
                    <a:pt x="5412715" y="137518"/>
                  </a:lnTo>
                  <a:lnTo>
                    <a:pt x="5412809" y="137518"/>
                  </a:lnTo>
                  <a:lnTo>
                    <a:pt x="5412903" y="137518"/>
                  </a:lnTo>
                  <a:lnTo>
                    <a:pt x="5412997" y="137518"/>
                  </a:lnTo>
                  <a:lnTo>
                    <a:pt x="5413091" y="137518"/>
                  </a:lnTo>
                  <a:lnTo>
                    <a:pt x="5413185" y="137518"/>
                  </a:lnTo>
                  <a:lnTo>
                    <a:pt x="5413280" y="137518"/>
                  </a:lnTo>
                  <a:lnTo>
                    <a:pt x="5413374" y="137518"/>
                  </a:lnTo>
                  <a:lnTo>
                    <a:pt x="5413468" y="137518"/>
                  </a:lnTo>
                  <a:lnTo>
                    <a:pt x="5413562" y="137518"/>
                  </a:lnTo>
                  <a:lnTo>
                    <a:pt x="5413656" y="137518"/>
                  </a:lnTo>
                  <a:lnTo>
                    <a:pt x="5413750" y="137518"/>
                  </a:lnTo>
                  <a:lnTo>
                    <a:pt x="5413845" y="137518"/>
                  </a:lnTo>
                  <a:lnTo>
                    <a:pt x="5413939" y="137518"/>
                  </a:lnTo>
                  <a:lnTo>
                    <a:pt x="5414033" y="137518"/>
                  </a:lnTo>
                  <a:lnTo>
                    <a:pt x="5414127" y="137518"/>
                  </a:lnTo>
                  <a:lnTo>
                    <a:pt x="5414221" y="137518"/>
                  </a:lnTo>
                  <a:lnTo>
                    <a:pt x="5414315" y="137518"/>
                  </a:lnTo>
                  <a:lnTo>
                    <a:pt x="5414409" y="137518"/>
                  </a:lnTo>
                  <a:lnTo>
                    <a:pt x="5414504" y="137518"/>
                  </a:lnTo>
                  <a:lnTo>
                    <a:pt x="5414598" y="137518"/>
                  </a:lnTo>
                  <a:lnTo>
                    <a:pt x="5414692" y="137518"/>
                  </a:lnTo>
                  <a:lnTo>
                    <a:pt x="5414786" y="137518"/>
                  </a:lnTo>
                  <a:lnTo>
                    <a:pt x="5414880" y="137518"/>
                  </a:lnTo>
                  <a:lnTo>
                    <a:pt x="5414974" y="137518"/>
                  </a:lnTo>
                  <a:lnTo>
                    <a:pt x="5415069" y="137518"/>
                  </a:lnTo>
                  <a:lnTo>
                    <a:pt x="5415163" y="137518"/>
                  </a:lnTo>
                  <a:lnTo>
                    <a:pt x="5415257" y="137518"/>
                  </a:lnTo>
                  <a:lnTo>
                    <a:pt x="5415351" y="137518"/>
                  </a:lnTo>
                  <a:lnTo>
                    <a:pt x="5415445" y="137518"/>
                  </a:lnTo>
                  <a:lnTo>
                    <a:pt x="5415539" y="137518"/>
                  </a:lnTo>
                  <a:lnTo>
                    <a:pt x="5415633" y="137518"/>
                  </a:lnTo>
                  <a:lnTo>
                    <a:pt x="5415728" y="137518"/>
                  </a:lnTo>
                  <a:lnTo>
                    <a:pt x="5415822" y="137518"/>
                  </a:lnTo>
                  <a:lnTo>
                    <a:pt x="5415916" y="137518"/>
                  </a:lnTo>
                  <a:lnTo>
                    <a:pt x="5416010" y="137518"/>
                  </a:lnTo>
                  <a:lnTo>
                    <a:pt x="5416104" y="137518"/>
                  </a:lnTo>
                  <a:lnTo>
                    <a:pt x="5416198" y="137518"/>
                  </a:lnTo>
                  <a:lnTo>
                    <a:pt x="5416292" y="137518"/>
                  </a:lnTo>
                  <a:lnTo>
                    <a:pt x="5416387" y="137518"/>
                  </a:lnTo>
                  <a:lnTo>
                    <a:pt x="5416481" y="137518"/>
                  </a:lnTo>
                  <a:lnTo>
                    <a:pt x="5416575" y="137518"/>
                  </a:lnTo>
                  <a:lnTo>
                    <a:pt x="5416669" y="137518"/>
                  </a:lnTo>
                  <a:lnTo>
                    <a:pt x="5416763" y="137518"/>
                  </a:lnTo>
                  <a:lnTo>
                    <a:pt x="5416857" y="137518"/>
                  </a:lnTo>
                  <a:lnTo>
                    <a:pt x="5416952" y="137518"/>
                  </a:lnTo>
                  <a:lnTo>
                    <a:pt x="5417046" y="137518"/>
                  </a:lnTo>
                  <a:lnTo>
                    <a:pt x="5417140" y="137518"/>
                  </a:lnTo>
                  <a:lnTo>
                    <a:pt x="5417234" y="137518"/>
                  </a:lnTo>
                  <a:lnTo>
                    <a:pt x="5417328" y="137518"/>
                  </a:lnTo>
                  <a:lnTo>
                    <a:pt x="5417422" y="137518"/>
                  </a:lnTo>
                  <a:lnTo>
                    <a:pt x="5417516" y="137518"/>
                  </a:lnTo>
                  <a:lnTo>
                    <a:pt x="5417611" y="137518"/>
                  </a:lnTo>
                  <a:lnTo>
                    <a:pt x="5417705" y="137518"/>
                  </a:lnTo>
                  <a:lnTo>
                    <a:pt x="5417799" y="137518"/>
                  </a:lnTo>
                  <a:lnTo>
                    <a:pt x="5417893" y="137518"/>
                  </a:lnTo>
                  <a:lnTo>
                    <a:pt x="5417987" y="137518"/>
                  </a:lnTo>
                  <a:lnTo>
                    <a:pt x="5418081" y="137518"/>
                  </a:lnTo>
                  <a:lnTo>
                    <a:pt x="5418176" y="137518"/>
                  </a:lnTo>
                  <a:lnTo>
                    <a:pt x="5418270" y="137518"/>
                  </a:lnTo>
                  <a:lnTo>
                    <a:pt x="5418364" y="137518"/>
                  </a:lnTo>
                  <a:lnTo>
                    <a:pt x="5418458" y="137518"/>
                  </a:lnTo>
                  <a:lnTo>
                    <a:pt x="5418552" y="137518"/>
                  </a:lnTo>
                  <a:lnTo>
                    <a:pt x="5418646" y="137518"/>
                  </a:lnTo>
                  <a:lnTo>
                    <a:pt x="5418740" y="137518"/>
                  </a:lnTo>
                  <a:lnTo>
                    <a:pt x="5418835" y="137518"/>
                  </a:lnTo>
                  <a:lnTo>
                    <a:pt x="5418929" y="137518"/>
                  </a:lnTo>
                  <a:lnTo>
                    <a:pt x="5419023" y="137518"/>
                  </a:lnTo>
                  <a:lnTo>
                    <a:pt x="5419117" y="137518"/>
                  </a:lnTo>
                  <a:lnTo>
                    <a:pt x="5419211" y="137518"/>
                  </a:lnTo>
                  <a:lnTo>
                    <a:pt x="5419305" y="137518"/>
                  </a:lnTo>
                  <a:lnTo>
                    <a:pt x="5419400" y="137518"/>
                  </a:lnTo>
                  <a:lnTo>
                    <a:pt x="5419494" y="137518"/>
                  </a:lnTo>
                  <a:lnTo>
                    <a:pt x="5419588" y="137518"/>
                  </a:lnTo>
                  <a:lnTo>
                    <a:pt x="5419682" y="137518"/>
                  </a:lnTo>
                  <a:lnTo>
                    <a:pt x="5419776" y="137518"/>
                  </a:lnTo>
                  <a:lnTo>
                    <a:pt x="5419870" y="137518"/>
                  </a:lnTo>
                  <a:lnTo>
                    <a:pt x="5419964" y="137518"/>
                  </a:lnTo>
                  <a:lnTo>
                    <a:pt x="5420059" y="137518"/>
                  </a:lnTo>
                  <a:lnTo>
                    <a:pt x="5420153" y="137518"/>
                  </a:lnTo>
                  <a:lnTo>
                    <a:pt x="5420247" y="137518"/>
                  </a:lnTo>
                  <a:lnTo>
                    <a:pt x="5420341" y="137518"/>
                  </a:lnTo>
                  <a:lnTo>
                    <a:pt x="5420435" y="137518"/>
                  </a:lnTo>
                  <a:lnTo>
                    <a:pt x="5420529" y="137518"/>
                  </a:lnTo>
                  <a:lnTo>
                    <a:pt x="5420623" y="137518"/>
                  </a:lnTo>
                  <a:lnTo>
                    <a:pt x="5420718" y="137518"/>
                  </a:lnTo>
                  <a:lnTo>
                    <a:pt x="5420812" y="137518"/>
                  </a:lnTo>
                  <a:lnTo>
                    <a:pt x="5420906" y="137518"/>
                  </a:lnTo>
                  <a:lnTo>
                    <a:pt x="5421000" y="137518"/>
                  </a:lnTo>
                  <a:lnTo>
                    <a:pt x="5421094" y="137518"/>
                  </a:lnTo>
                  <a:lnTo>
                    <a:pt x="5421188" y="137518"/>
                  </a:lnTo>
                  <a:lnTo>
                    <a:pt x="5421283" y="137518"/>
                  </a:lnTo>
                  <a:lnTo>
                    <a:pt x="5421377" y="137518"/>
                  </a:lnTo>
                  <a:lnTo>
                    <a:pt x="5421471" y="137518"/>
                  </a:lnTo>
                  <a:lnTo>
                    <a:pt x="5421565" y="137518"/>
                  </a:lnTo>
                  <a:lnTo>
                    <a:pt x="5421659" y="137518"/>
                  </a:lnTo>
                  <a:lnTo>
                    <a:pt x="5421753" y="137518"/>
                  </a:lnTo>
                  <a:lnTo>
                    <a:pt x="5421847" y="137518"/>
                  </a:lnTo>
                  <a:lnTo>
                    <a:pt x="5421942" y="137518"/>
                  </a:lnTo>
                  <a:lnTo>
                    <a:pt x="5422036" y="137518"/>
                  </a:lnTo>
                  <a:lnTo>
                    <a:pt x="5422130" y="137518"/>
                  </a:lnTo>
                  <a:lnTo>
                    <a:pt x="5422224" y="137518"/>
                  </a:lnTo>
                  <a:lnTo>
                    <a:pt x="5422318" y="137518"/>
                  </a:lnTo>
                  <a:lnTo>
                    <a:pt x="5422412" y="137518"/>
                  </a:lnTo>
                  <a:lnTo>
                    <a:pt x="5422507" y="137518"/>
                  </a:lnTo>
                  <a:lnTo>
                    <a:pt x="5422601" y="137518"/>
                  </a:lnTo>
                  <a:lnTo>
                    <a:pt x="5422695" y="137518"/>
                  </a:lnTo>
                  <a:lnTo>
                    <a:pt x="5422789" y="137518"/>
                  </a:lnTo>
                  <a:lnTo>
                    <a:pt x="5422883" y="137518"/>
                  </a:lnTo>
                  <a:lnTo>
                    <a:pt x="5422977" y="137518"/>
                  </a:lnTo>
                  <a:lnTo>
                    <a:pt x="5423071" y="137518"/>
                  </a:lnTo>
                  <a:lnTo>
                    <a:pt x="5423166" y="137518"/>
                  </a:lnTo>
                  <a:lnTo>
                    <a:pt x="5423260" y="137518"/>
                  </a:lnTo>
                  <a:lnTo>
                    <a:pt x="5423354" y="137518"/>
                  </a:lnTo>
                  <a:lnTo>
                    <a:pt x="5423448" y="137518"/>
                  </a:lnTo>
                  <a:lnTo>
                    <a:pt x="5423542" y="137518"/>
                  </a:lnTo>
                  <a:lnTo>
                    <a:pt x="5423636" y="137518"/>
                  </a:lnTo>
                  <a:lnTo>
                    <a:pt x="5423731" y="137518"/>
                  </a:lnTo>
                  <a:lnTo>
                    <a:pt x="5423825" y="137518"/>
                  </a:lnTo>
                  <a:lnTo>
                    <a:pt x="5423919" y="137518"/>
                  </a:lnTo>
                  <a:lnTo>
                    <a:pt x="5424013" y="137518"/>
                  </a:lnTo>
                  <a:lnTo>
                    <a:pt x="5424107" y="137518"/>
                  </a:lnTo>
                  <a:lnTo>
                    <a:pt x="5424201" y="137518"/>
                  </a:lnTo>
                  <a:lnTo>
                    <a:pt x="5424295" y="137518"/>
                  </a:lnTo>
                  <a:lnTo>
                    <a:pt x="5424390" y="137518"/>
                  </a:lnTo>
                  <a:lnTo>
                    <a:pt x="5424484" y="137518"/>
                  </a:lnTo>
                  <a:lnTo>
                    <a:pt x="5424578" y="137518"/>
                  </a:lnTo>
                  <a:lnTo>
                    <a:pt x="5424672" y="137518"/>
                  </a:lnTo>
                  <a:lnTo>
                    <a:pt x="5424766" y="137518"/>
                  </a:lnTo>
                  <a:lnTo>
                    <a:pt x="5424860" y="137518"/>
                  </a:lnTo>
                  <a:lnTo>
                    <a:pt x="5424954" y="137518"/>
                  </a:lnTo>
                  <a:lnTo>
                    <a:pt x="5425049" y="137518"/>
                  </a:lnTo>
                  <a:lnTo>
                    <a:pt x="5425143" y="137518"/>
                  </a:lnTo>
                  <a:lnTo>
                    <a:pt x="5425237" y="137518"/>
                  </a:lnTo>
                  <a:lnTo>
                    <a:pt x="5425331" y="137518"/>
                  </a:lnTo>
                  <a:lnTo>
                    <a:pt x="5425425" y="137518"/>
                  </a:lnTo>
                  <a:lnTo>
                    <a:pt x="5425519" y="137518"/>
                  </a:lnTo>
                  <a:lnTo>
                    <a:pt x="5425614" y="137518"/>
                  </a:lnTo>
                  <a:lnTo>
                    <a:pt x="5425708" y="137518"/>
                  </a:lnTo>
                  <a:lnTo>
                    <a:pt x="5425802" y="137518"/>
                  </a:lnTo>
                  <a:lnTo>
                    <a:pt x="5425896" y="137518"/>
                  </a:lnTo>
                  <a:lnTo>
                    <a:pt x="5425990" y="137518"/>
                  </a:lnTo>
                  <a:lnTo>
                    <a:pt x="5426084" y="137518"/>
                  </a:lnTo>
                  <a:lnTo>
                    <a:pt x="5426178" y="137518"/>
                  </a:lnTo>
                  <a:lnTo>
                    <a:pt x="5426273" y="137518"/>
                  </a:lnTo>
                  <a:lnTo>
                    <a:pt x="5426367" y="137518"/>
                  </a:lnTo>
                  <a:lnTo>
                    <a:pt x="5426461" y="137518"/>
                  </a:lnTo>
                  <a:lnTo>
                    <a:pt x="5426555" y="137518"/>
                  </a:lnTo>
                  <a:lnTo>
                    <a:pt x="5426649" y="137518"/>
                  </a:lnTo>
                  <a:lnTo>
                    <a:pt x="5426743" y="137518"/>
                  </a:lnTo>
                  <a:lnTo>
                    <a:pt x="5426838" y="137518"/>
                  </a:lnTo>
                  <a:lnTo>
                    <a:pt x="5426932" y="137518"/>
                  </a:lnTo>
                  <a:lnTo>
                    <a:pt x="5427026" y="137518"/>
                  </a:lnTo>
                  <a:lnTo>
                    <a:pt x="5427120" y="137518"/>
                  </a:lnTo>
                  <a:lnTo>
                    <a:pt x="5427214" y="137518"/>
                  </a:lnTo>
                  <a:lnTo>
                    <a:pt x="5427308" y="137518"/>
                  </a:lnTo>
                  <a:lnTo>
                    <a:pt x="5427402" y="137518"/>
                  </a:lnTo>
                  <a:lnTo>
                    <a:pt x="5427497" y="137518"/>
                  </a:lnTo>
                  <a:lnTo>
                    <a:pt x="5427591" y="137518"/>
                  </a:lnTo>
                  <a:lnTo>
                    <a:pt x="5427685" y="137518"/>
                  </a:lnTo>
                  <a:lnTo>
                    <a:pt x="5427779" y="137518"/>
                  </a:lnTo>
                  <a:lnTo>
                    <a:pt x="5427873" y="137518"/>
                  </a:lnTo>
                  <a:lnTo>
                    <a:pt x="5427967" y="137518"/>
                  </a:lnTo>
                  <a:lnTo>
                    <a:pt x="5428062" y="137518"/>
                  </a:lnTo>
                  <a:lnTo>
                    <a:pt x="5428156" y="137518"/>
                  </a:lnTo>
                  <a:lnTo>
                    <a:pt x="5428250" y="137518"/>
                  </a:lnTo>
                  <a:lnTo>
                    <a:pt x="5428344" y="137518"/>
                  </a:lnTo>
                  <a:lnTo>
                    <a:pt x="5428438" y="137518"/>
                  </a:lnTo>
                  <a:lnTo>
                    <a:pt x="5428532" y="137518"/>
                  </a:lnTo>
                  <a:lnTo>
                    <a:pt x="5428626" y="137518"/>
                  </a:lnTo>
                  <a:lnTo>
                    <a:pt x="5428721" y="137518"/>
                  </a:lnTo>
                  <a:lnTo>
                    <a:pt x="5428815" y="137518"/>
                  </a:lnTo>
                  <a:lnTo>
                    <a:pt x="5428909" y="137518"/>
                  </a:lnTo>
                  <a:lnTo>
                    <a:pt x="5429003" y="137518"/>
                  </a:lnTo>
                  <a:lnTo>
                    <a:pt x="5429097" y="137518"/>
                  </a:lnTo>
                  <a:lnTo>
                    <a:pt x="5429191" y="137518"/>
                  </a:lnTo>
                  <a:lnTo>
                    <a:pt x="5429285" y="137518"/>
                  </a:lnTo>
                  <a:lnTo>
                    <a:pt x="5429380" y="137518"/>
                  </a:lnTo>
                  <a:lnTo>
                    <a:pt x="5429474" y="137518"/>
                  </a:lnTo>
                  <a:lnTo>
                    <a:pt x="5429568" y="137518"/>
                  </a:lnTo>
                  <a:lnTo>
                    <a:pt x="5429662" y="137518"/>
                  </a:lnTo>
                  <a:lnTo>
                    <a:pt x="5429756" y="137518"/>
                  </a:lnTo>
                  <a:lnTo>
                    <a:pt x="5429850" y="137518"/>
                  </a:lnTo>
                  <a:lnTo>
                    <a:pt x="5429945" y="137518"/>
                  </a:lnTo>
                  <a:lnTo>
                    <a:pt x="5430039" y="137518"/>
                  </a:lnTo>
                  <a:lnTo>
                    <a:pt x="5430133" y="137518"/>
                  </a:lnTo>
                  <a:lnTo>
                    <a:pt x="5430227" y="137518"/>
                  </a:lnTo>
                  <a:lnTo>
                    <a:pt x="5430321" y="137518"/>
                  </a:lnTo>
                  <a:lnTo>
                    <a:pt x="5430415" y="137518"/>
                  </a:lnTo>
                  <a:lnTo>
                    <a:pt x="5430509" y="137518"/>
                  </a:lnTo>
                  <a:lnTo>
                    <a:pt x="5430604" y="137518"/>
                  </a:lnTo>
                  <a:lnTo>
                    <a:pt x="5430698" y="137518"/>
                  </a:lnTo>
                  <a:lnTo>
                    <a:pt x="5430792" y="137518"/>
                  </a:lnTo>
                  <a:lnTo>
                    <a:pt x="5430886" y="137518"/>
                  </a:lnTo>
                  <a:lnTo>
                    <a:pt x="5430980" y="137518"/>
                  </a:lnTo>
                  <a:lnTo>
                    <a:pt x="5431074" y="137518"/>
                  </a:lnTo>
                  <a:lnTo>
                    <a:pt x="5431169" y="137518"/>
                  </a:lnTo>
                  <a:lnTo>
                    <a:pt x="5431263" y="137518"/>
                  </a:lnTo>
                  <a:lnTo>
                    <a:pt x="5431357" y="137518"/>
                  </a:lnTo>
                  <a:lnTo>
                    <a:pt x="5431451" y="137518"/>
                  </a:lnTo>
                  <a:lnTo>
                    <a:pt x="5431545" y="137518"/>
                  </a:lnTo>
                  <a:lnTo>
                    <a:pt x="5431639" y="137518"/>
                  </a:lnTo>
                  <a:lnTo>
                    <a:pt x="5431733" y="137518"/>
                  </a:lnTo>
                  <a:lnTo>
                    <a:pt x="5431828" y="137518"/>
                  </a:lnTo>
                  <a:lnTo>
                    <a:pt x="5431922" y="137518"/>
                  </a:lnTo>
                  <a:lnTo>
                    <a:pt x="5432016" y="137518"/>
                  </a:lnTo>
                  <a:lnTo>
                    <a:pt x="5432110" y="137518"/>
                  </a:lnTo>
                  <a:lnTo>
                    <a:pt x="5432204" y="137518"/>
                  </a:lnTo>
                  <a:lnTo>
                    <a:pt x="5432298" y="137518"/>
                  </a:lnTo>
                  <a:lnTo>
                    <a:pt x="5432393" y="137518"/>
                  </a:lnTo>
                  <a:lnTo>
                    <a:pt x="5432487" y="137518"/>
                  </a:lnTo>
                  <a:lnTo>
                    <a:pt x="5432581" y="137518"/>
                  </a:lnTo>
                  <a:lnTo>
                    <a:pt x="5432675" y="137518"/>
                  </a:lnTo>
                  <a:lnTo>
                    <a:pt x="5432769" y="137518"/>
                  </a:lnTo>
                  <a:lnTo>
                    <a:pt x="5432863" y="137518"/>
                  </a:lnTo>
                  <a:lnTo>
                    <a:pt x="5432957" y="137518"/>
                  </a:lnTo>
                  <a:lnTo>
                    <a:pt x="5433052" y="137518"/>
                  </a:lnTo>
                  <a:lnTo>
                    <a:pt x="5433146" y="137518"/>
                  </a:lnTo>
                  <a:lnTo>
                    <a:pt x="5433240" y="137518"/>
                  </a:lnTo>
                  <a:lnTo>
                    <a:pt x="5433334" y="137518"/>
                  </a:lnTo>
                  <a:lnTo>
                    <a:pt x="5433428" y="137518"/>
                  </a:lnTo>
                  <a:lnTo>
                    <a:pt x="5433522" y="137518"/>
                  </a:lnTo>
                  <a:lnTo>
                    <a:pt x="5433616" y="137518"/>
                  </a:lnTo>
                  <a:lnTo>
                    <a:pt x="5433711" y="137518"/>
                  </a:lnTo>
                  <a:lnTo>
                    <a:pt x="5433805" y="137518"/>
                  </a:lnTo>
                  <a:lnTo>
                    <a:pt x="5433899" y="137518"/>
                  </a:lnTo>
                  <a:lnTo>
                    <a:pt x="5433993" y="137518"/>
                  </a:lnTo>
                  <a:lnTo>
                    <a:pt x="5434087" y="137518"/>
                  </a:lnTo>
                  <a:lnTo>
                    <a:pt x="5434181" y="137518"/>
                  </a:lnTo>
                  <a:lnTo>
                    <a:pt x="5434276" y="137518"/>
                  </a:lnTo>
                  <a:lnTo>
                    <a:pt x="5434370" y="137518"/>
                  </a:lnTo>
                  <a:lnTo>
                    <a:pt x="5434464" y="137518"/>
                  </a:lnTo>
                  <a:lnTo>
                    <a:pt x="5434558" y="137518"/>
                  </a:lnTo>
                  <a:lnTo>
                    <a:pt x="5434652" y="137518"/>
                  </a:lnTo>
                  <a:lnTo>
                    <a:pt x="5434746" y="137518"/>
                  </a:lnTo>
                  <a:lnTo>
                    <a:pt x="5434840" y="137518"/>
                  </a:lnTo>
                  <a:lnTo>
                    <a:pt x="5434935" y="137518"/>
                  </a:lnTo>
                  <a:lnTo>
                    <a:pt x="5435029" y="137518"/>
                  </a:lnTo>
                  <a:lnTo>
                    <a:pt x="5435123" y="137518"/>
                  </a:lnTo>
                  <a:lnTo>
                    <a:pt x="5435217" y="137518"/>
                  </a:lnTo>
                  <a:lnTo>
                    <a:pt x="5435311" y="137518"/>
                  </a:lnTo>
                  <a:lnTo>
                    <a:pt x="5435405" y="137518"/>
                  </a:lnTo>
                  <a:lnTo>
                    <a:pt x="5435500" y="137518"/>
                  </a:lnTo>
                  <a:lnTo>
                    <a:pt x="5435594" y="137518"/>
                  </a:lnTo>
                  <a:lnTo>
                    <a:pt x="5435688" y="137518"/>
                  </a:lnTo>
                  <a:lnTo>
                    <a:pt x="5435782" y="137518"/>
                  </a:lnTo>
                  <a:lnTo>
                    <a:pt x="5435876" y="137518"/>
                  </a:lnTo>
                  <a:lnTo>
                    <a:pt x="5435970" y="137518"/>
                  </a:lnTo>
                  <a:lnTo>
                    <a:pt x="5436064" y="137518"/>
                  </a:lnTo>
                  <a:lnTo>
                    <a:pt x="5436159" y="137518"/>
                  </a:lnTo>
                  <a:lnTo>
                    <a:pt x="5436253" y="137518"/>
                  </a:lnTo>
                  <a:lnTo>
                    <a:pt x="5436347" y="137518"/>
                  </a:lnTo>
                  <a:lnTo>
                    <a:pt x="5436441" y="137518"/>
                  </a:lnTo>
                  <a:lnTo>
                    <a:pt x="5436535" y="137518"/>
                  </a:lnTo>
                  <a:lnTo>
                    <a:pt x="5436629" y="137518"/>
                  </a:lnTo>
                  <a:lnTo>
                    <a:pt x="5436724" y="137518"/>
                  </a:lnTo>
                  <a:lnTo>
                    <a:pt x="5436818" y="137518"/>
                  </a:lnTo>
                  <a:lnTo>
                    <a:pt x="5436912" y="137518"/>
                  </a:lnTo>
                  <a:lnTo>
                    <a:pt x="5437006" y="137518"/>
                  </a:lnTo>
                  <a:lnTo>
                    <a:pt x="5437100" y="137518"/>
                  </a:lnTo>
                  <a:lnTo>
                    <a:pt x="5437194" y="137518"/>
                  </a:lnTo>
                  <a:lnTo>
                    <a:pt x="5437288" y="137518"/>
                  </a:lnTo>
                  <a:lnTo>
                    <a:pt x="5437383" y="137518"/>
                  </a:lnTo>
                  <a:lnTo>
                    <a:pt x="5437477" y="137518"/>
                  </a:lnTo>
                  <a:lnTo>
                    <a:pt x="5437571" y="137518"/>
                  </a:lnTo>
                  <a:lnTo>
                    <a:pt x="5437665" y="137518"/>
                  </a:lnTo>
                  <a:lnTo>
                    <a:pt x="5437759" y="137518"/>
                  </a:lnTo>
                  <a:lnTo>
                    <a:pt x="5437853" y="137518"/>
                  </a:lnTo>
                  <a:lnTo>
                    <a:pt x="5437947" y="137518"/>
                  </a:lnTo>
                  <a:lnTo>
                    <a:pt x="5438042" y="137518"/>
                  </a:lnTo>
                  <a:lnTo>
                    <a:pt x="5438136" y="137518"/>
                  </a:lnTo>
                  <a:lnTo>
                    <a:pt x="5438230" y="137518"/>
                  </a:lnTo>
                  <a:lnTo>
                    <a:pt x="5438324" y="137518"/>
                  </a:lnTo>
                  <a:lnTo>
                    <a:pt x="5438418" y="137518"/>
                  </a:lnTo>
                  <a:lnTo>
                    <a:pt x="5438512" y="137518"/>
                  </a:lnTo>
                  <a:lnTo>
                    <a:pt x="5438607" y="137518"/>
                  </a:lnTo>
                  <a:lnTo>
                    <a:pt x="5438701" y="137518"/>
                  </a:lnTo>
                  <a:lnTo>
                    <a:pt x="5438795" y="137518"/>
                  </a:lnTo>
                  <a:lnTo>
                    <a:pt x="5438889" y="137518"/>
                  </a:lnTo>
                  <a:lnTo>
                    <a:pt x="5438983" y="137518"/>
                  </a:lnTo>
                  <a:lnTo>
                    <a:pt x="5439077" y="137518"/>
                  </a:lnTo>
                  <a:lnTo>
                    <a:pt x="5439171" y="137518"/>
                  </a:lnTo>
                  <a:lnTo>
                    <a:pt x="5439266" y="137518"/>
                  </a:lnTo>
                  <a:lnTo>
                    <a:pt x="5439360" y="137518"/>
                  </a:lnTo>
                  <a:lnTo>
                    <a:pt x="5439454" y="137518"/>
                  </a:lnTo>
                  <a:lnTo>
                    <a:pt x="5439548" y="137518"/>
                  </a:lnTo>
                  <a:lnTo>
                    <a:pt x="5439642" y="137518"/>
                  </a:lnTo>
                  <a:lnTo>
                    <a:pt x="5439736" y="137518"/>
                  </a:lnTo>
                  <a:lnTo>
                    <a:pt x="5439831" y="137518"/>
                  </a:lnTo>
                  <a:lnTo>
                    <a:pt x="5439925" y="137518"/>
                  </a:lnTo>
                  <a:lnTo>
                    <a:pt x="5440019" y="137518"/>
                  </a:lnTo>
                  <a:lnTo>
                    <a:pt x="5440113" y="137518"/>
                  </a:lnTo>
                  <a:lnTo>
                    <a:pt x="5440207" y="137518"/>
                  </a:lnTo>
                  <a:lnTo>
                    <a:pt x="5440301" y="137518"/>
                  </a:lnTo>
                  <a:lnTo>
                    <a:pt x="5440395" y="137518"/>
                  </a:lnTo>
                  <a:lnTo>
                    <a:pt x="5440490" y="137518"/>
                  </a:lnTo>
                  <a:lnTo>
                    <a:pt x="5440584" y="137518"/>
                  </a:lnTo>
                  <a:lnTo>
                    <a:pt x="5440678" y="137518"/>
                  </a:lnTo>
                  <a:lnTo>
                    <a:pt x="5440772" y="137518"/>
                  </a:lnTo>
                  <a:lnTo>
                    <a:pt x="5440866" y="137518"/>
                  </a:lnTo>
                  <a:lnTo>
                    <a:pt x="5440960" y="137518"/>
                  </a:lnTo>
                  <a:lnTo>
                    <a:pt x="5441055" y="137518"/>
                  </a:lnTo>
                  <a:lnTo>
                    <a:pt x="5441149" y="137518"/>
                  </a:lnTo>
                  <a:lnTo>
                    <a:pt x="5441243" y="137518"/>
                  </a:lnTo>
                  <a:lnTo>
                    <a:pt x="5441337" y="137518"/>
                  </a:lnTo>
                  <a:lnTo>
                    <a:pt x="5441431" y="137518"/>
                  </a:lnTo>
                  <a:lnTo>
                    <a:pt x="5441525" y="137518"/>
                  </a:lnTo>
                  <a:lnTo>
                    <a:pt x="5441619" y="137518"/>
                  </a:lnTo>
                  <a:lnTo>
                    <a:pt x="5441714" y="137518"/>
                  </a:lnTo>
                  <a:lnTo>
                    <a:pt x="5441808" y="137518"/>
                  </a:lnTo>
                  <a:lnTo>
                    <a:pt x="5441902" y="137518"/>
                  </a:lnTo>
                  <a:lnTo>
                    <a:pt x="5441996" y="137518"/>
                  </a:lnTo>
                  <a:lnTo>
                    <a:pt x="5442090" y="137518"/>
                  </a:lnTo>
                  <a:lnTo>
                    <a:pt x="5442184" y="137518"/>
                  </a:lnTo>
                  <a:lnTo>
                    <a:pt x="5442278" y="137518"/>
                  </a:lnTo>
                  <a:lnTo>
                    <a:pt x="5442373" y="137518"/>
                  </a:lnTo>
                  <a:lnTo>
                    <a:pt x="5442467" y="137518"/>
                  </a:lnTo>
                  <a:lnTo>
                    <a:pt x="5442561" y="137518"/>
                  </a:lnTo>
                  <a:lnTo>
                    <a:pt x="5442655" y="137518"/>
                  </a:lnTo>
                  <a:lnTo>
                    <a:pt x="5442749" y="137518"/>
                  </a:lnTo>
                  <a:lnTo>
                    <a:pt x="5442843" y="137518"/>
                  </a:lnTo>
                  <a:lnTo>
                    <a:pt x="5442938" y="137518"/>
                  </a:lnTo>
                  <a:lnTo>
                    <a:pt x="5443032" y="137518"/>
                  </a:lnTo>
                  <a:lnTo>
                    <a:pt x="5443126" y="137518"/>
                  </a:lnTo>
                  <a:lnTo>
                    <a:pt x="5443220" y="137518"/>
                  </a:lnTo>
                  <a:lnTo>
                    <a:pt x="5443314" y="137518"/>
                  </a:lnTo>
                  <a:lnTo>
                    <a:pt x="5443408" y="137518"/>
                  </a:lnTo>
                  <a:lnTo>
                    <a:pt x="5443502" y="137518"/>
                  </a:lnTo>
                  <a:lnTo>
                    <a:pt x="5443597" y="137518"/>
                  </a:lnTo>
                  <a:lnTo>
                    <a:pt x="5443691" y="137518"/>
                  </a:lnTo>
                  <a:lnTo>
                    <a:pt x="5443785" y="137518"/>
                  </a:lnTo>
                  <a:lnTo>
                    <a:pt x="5443879" y="137518"/>
                  </a:lnTo>
                  <a:lnTo>
                    <a:pt x="5443973" y="137518"/>
                  </a:lnTo>
                  <a:lnTo>
                    <a:pt x="5444067" y="137518"/>
                  </a:lnTo>
                  <a:lnTo>
                    <a:pt x="5444162" y="137518"/>
                  </a:lnTo>
                  <a:lnTo>
                    <a:pt x="5444256" y="137518"/>
                  </a:lnTo>
                  <a:lnTo>
                    <a:pt x="5444350" y="137518"/>
                  </a:lnTo>
                  <a:lnTo>
                    <a:pt x="5444444" y="137518"/>
                  </a:lnTo>
                  <a:lnTo>
                    <a:pt x="5444538" y="137518"/>
                  </a:lnTo>
                  <a:lnTo>
                    <a:pt x="5444632" y="137518"/>
                  </a:lnTo>
                  <a:lnTo>
                    <a:pt x="5444726" y="137518"/>
                  </a:lnTo>
                  <a:lnTo>
                    <a:pt x="5444821" y="137518"/>
                  </a:lnTo>
                  <a:lnTo>
                    <a:pt x="5444915" y="137518"/>
                  </a:lnTo>
                  <a:lnTo>
                    <a:pt x="5445009" y="137518"/>
                  </a:lnTo>
                  <a:lnTo>
                    <a:pt x="5445103" y="137518"/>
                  </a:lnTo>
                  <a:lnTo>
                    <a:pt x="5445197" y="137518"/>
                  </a:lnTo>
                  <a:lnTo>
                    <a:pt x="5445291" y="137518"/>
                  </a:lnTo>
                  <a:lnTo>
                    <a:pt x="5445386" y="137518"/>
                  </a:lnTo>
                  <a:lnTo>
                    <a:pt x="5445480" y="137518"/>
                  </a:lnTo>
                  <a:lnTo>
                    <a:pt x="5445574" y="137518"/>
                  </a:lnTo>
                  <a:lnTo>
                    <a:pt x="5445668" y="137518"/>
                  </a:lnTo>
                  <a:lnTo>
                    <a:pt x="5445762" y="137518"/>
                  </a:lnTo>
                  <a:lnTo>
                    <a:pt x="5445856" y="137518"/>
                  </a:lnTo>
                  <a:lnTo>
                    <a:pt x="5445950" y="137518"/>
                  </a:lnTo>
                  <a:lnTo>
                    <a:pt x="5446045" y="137518"/>
                  </a:lnTo>
                  <a:lnTo>
                    <a:pt x="5446139" y="137518"/>
                  </a:lnTo>
                  <a:lnTo>
                    <a:pt x="5446233" y="137518"/>
                  </a:lnTo>
                  <a:lnTo>
                    <a:pt x="5446327" y="137518"/>
                  </a:lnTo>
                  <a:lnTo>
                    <a:pt x="5446421" y="137518"/>
                  </a:lnTo>
                  <a:lnTo>
                    <a:pt x="5446515" y="137518"/>
                  </a:lnTo>
                  <a:lnTo>
                    <a:pt x="5446609" y="137518"/>
                  </a:lnTo>
                  <a:lnTo>
                    <a:pt x="5446704" y="137518"/>
                  </a:lnTo>
                  <a:lnTo>
                    <a:pt x="5446798" y="137518"/>
                  </a:lnTo>
                  <a:lnTo>
                    <a:pt x="5446892" y="137518"/>
                  </a:lnTo>
                  <a:lnTo>
                    <a:pt x="5446986" y="137518"/>
                  </a:lnTo>
                  <a:lnTo>
                    <a:pt x="5447080" y="137518"/>
                  </a:lnTo>
                  <a:lnTo>
                    <a:pt x="5447174" y="137518"/>
                  </a:lnTo>
                  <a:lnTo>
                    <a:pt x="5447269" y="137518"/>
                  </a:lnTo>
                  <a:lnTo>
                    <a:pt x="5447363" y="137518"/>
                  </a:lnTo>
                  <a:lnTo>
                    <a:pt x="5447457" y="137518"/>
                  </a:lnTo>
                  <a:lnTo>
                    <a:pt x="5447551" y="137518"/>
                  </a:lnTo>
                  <a:lnTo>
                    <a:pt x="5447645" y="137518"/>
                  </a:lnTo>
                  <a:lnTo>
                    <a:pt x="5447739" y="137518"/>
                  </a:lnTo>
                  <a:lnTo>
                    <a:pt x="5447833" y="137518"/>
                  </a:lnTo>
                  <a:lnTo>
                    <a:pt x="5447928" y="137518"/>
                  </a:lnTo>
                  <a:lnTo>
                    <a:pt x="5448022" y="137518"/>
                  </a:lnTo>
                  <a:lnTo>
                    <a:pt x="5448116" y="137518"/>
                  </a:lnTo>
                  <a:lnTo>
                    <a:pt x="5448210" y="137518"/>
                  </a:lnTo>
                  <a:lnTo>
                    <a:pt x="5448304" y="137518"/>
                  </a:lnTo>
                  <a:lnTo>
                    <a:pt x="5448398" y="137518"/>
                  </a:lnTo>
                  <a:lnTo>
                    <a:pt x="5448493" y="137518"/>
                  </a:lnTo>
                  <a:lnTo>
                    <a:pt x="5448587" y="137518"/>
                  </a:lnTo>
                  <a:lnTo>
                    <a:pt x="5448681" y="137518"/>
                  </a:lnTo>
                  <a:lnTo>
                    <a:pt x="5448775" y="137518"/>
                  </a:lnTo>
                  <a:lnTo>
                    <a:pt x="5448869" y="137518"/>
                  </a:lnTo>
                  <a:lnTo>
                    <a:pt x="5448963" y="137518"/>
                  </a:lnTo>
                  <a:lnTo>
                    <a:pt x="5449057" y="137518"/>
                  </a:lnTo>
                  <a:lnTo>
                    <a:pt x="5449152" y="137518"/>
                  </a:lnTo>
                  <a:lnTo>
                    <a:pt x="5449246" y="137518"/>
                  </a:lnTo>
                  <a:lnTo>
                    <a:pt x="5449340" y="137518"/>
                  </a:lnTo>
                  <a:lnTo>
                    <a:pt x="5449434" y="137518"/>
                  </a:lnTo>
                  <a:lnTo>
                    <a:pt x="5449528" y="137518"/>
                  </a:lnTo>
                  <a:lnTo>
                    <a:pt x="5449622" y="137518"/>
                  </a:lnTo>
                  <a:lnTo>
                    <a:pt x="5449717" y="137518"/>
                  </a:lnTo>
                  <a:lnTo>
                    <a:pt x="5449811" y="137518"/>
                  </a:lnTo>
                  <a:lnTo>
                    <a:pt x="5449905" y="137518"/>
                  </a:lnTo>
                  <a:lnTo>
                    <a:pt x="5449999" y="137518"/>
                  </a:lnTo>
                  <a:lnTo>
                    <a:pt x="5450093" y="137518"/>
                  </a:lnTo>
                  <a:lnTo>
                    <a:pt x="5450187" y="137518"/>
                  </a:lnTo>
                  <a:lnTo>
                    <a:pt x="5450281" y="137518"/>
                  </a:lnTo>
                  <a:lnTo>
                    <a:pt x="5450376" y="137518"/>
                  </a:lnTo>
                  <a:lnTo>
                    <a:pt x="5450470" y="137518"/>
                  </a:lnTo>
                  <a:lnTo>
                    <a:pt x="5450564" y="137518"/>
                  </a:lnTo>
                  <a:lnTo>
                    <a:pt x="5450658" y="137518"/>
                  </a:lnTo>
                  <a:lnTo>
                    <a:pt x="5450752" y="137518"/>
                  </a:lnTo>
                  <a:lnTo>
                    <a:pt x="5450846" y="137518"/>
                  </a:lnTo>
                  <a:lnTo>
                    <a:pt x="5450940" y="137518"/>
                  </a:lnTo>
                  <a:lnTo>
                    <a:pt x="5451035" y="137518"/>
                  </a:lnTo>
                  <a:lnTo>
                    <a:pt x="5451129" y="137518"/>
                  </a:lnTo>
                  <a:lnTo>
                    <a:pt x="5451223" y="137518"/>
                  </a:lnTo>
                  <a:lnTo>
                    <a:pt x="5451317" y="137518"/>
                  </a:lnTo>
                  <a:lnTo>
                    <a:pt x="5451411" y="137518"/>
                  </a:lnTo>
                  <a:lnTo>
                    <a:pt x="5451505" y="137518"/>
                  </a:lnTo>
                  <a:lnTo>
                    <a:pt x="5451600" y="137518"/>
                  </a:lnTo>
                  <a:lnTo>
                    <a:pt x="5451694" y="137518"/>
                  </a:lnTo>
                  <a:lnTo>
                    <a:pt x="5451788" y="137518"/>
                  </a:lnTo>
                  <a:lnTo>
                    <a:pt x="5451882" y="137518"/>
                  </a:lnTo>
                  <a:lnTo>
                    <a:pt x="5451976" y="137518"/>
                  </a:lnTo>
                  <a:lnTo>
                    <a:pt x="5452070" y="137518"/>
                  </a:lnTo>
                  <a:lnTo>
                    <a:pt x="5452164" y="137518"/>
                  </a:lnTo>
                  <a:lnTo>
                    <a:pt x="5452259" y="137518"/>
                  </a:lnTo>
                  <a:lnTo>
                    <a:pt x="5452353" y="137518"/>
                  </a:lnTo>
                  <a:lnTo>
                    <a:pt x="5452447" y="137518"/>
                  </a:lnTo>
                  <a:lnTo>
                    <a:pt x="5452541" y="137518"/>
                  </a:lnTo>
                  <a:lnTo>
                    <a:pt x="5452635" y="137518"/>
                  </a:lnTo>
                  <a:lnTo>
                    <a:pt x="5452729" y="137518"/>
                  </a:lnTo>
                  <a:lnTo>
                    <a:pt x="5452824" y="137518"/>
                  </a:lnTo>
                  <a:lnTo>
                    <a:pt x="5452918" y="137518"/>
                  </a:lnTo>
                  <a:lnTo>
                    <a:pt x="5453012" y="137518"/>
                  </a:lnTo>
                  <a:lnTo>
                    <a:pt x="5453106" y="137518"/>
                  </a:lnTo>
                  <a:lnTo>
                    <a:pt x="5453200" y="137518"/>
                  </a:lnTo>
                  <a:lnTo>
                    <a:pt x="5453294" y="137518"/>
                  </a:lnTo>
                  <a:lnTo>
                    <a:pt x="5453388" y="137518"/>
                  </a:lnTo>
                  <a:lnTo>
                    <a:pt x="5453483" y="137518"/>
                  </a:lnTo>
                  <a:lnTo>
                    <a:pt x="5453577" y="137518"/>
                  </a:lnTo>
                  <a:lnTo>
                    <a:pt x="5453671" y="137518"/>
                  </a:lnTo>
                  <a:lnTo>
                    <a:pt x="5453765" y="137518"/>
                  </a:lnTo>
                  <a:lnTo>
                    <a:pt x="5453859" y="137518"/>
                  </a:lnTo>
                  <a:lnTo>
                    <a:pt x="5453953" y="137518"/>
                  </a:lnTo>
                  <a:lnTo>
                    <a:pt x="5454048" y="137518"/>
                  </a:lnTo>
                  <a:lnTo>
                    <a:pt x="5454142" y="137518"/>
                  </a:lnTo>
                  <a:lnTo>
                    <a:pt x="5454236" y="137518"/>
                  </a:lnTo>
                  <a:lnTo>
                    <a:pt x="5454330" y="137518"/>
                  </a:lnTo>
                  <a:lnTo>
                    <a:pt x="5454424" y="137518"/>
                  </a:lnTo>
                  <a:lnTo>
                    <a:pt x="5454518" y="137518"/>
                  </a:lnTo>
                  <a:lnTo>
                    <a:pt x="5454612" y="137518"/>
                  </a:lnTo>
                  <a:lnTo>
                    <a:pt x="5454707" y="137518"/>
                  </a:lnTo>
                  <a:lnTo>
                    <a:pt x="5454801" y="137518"/>
                  </a:lnTo>
                  <a:lnTo>
                    <a:pt x="5454895" y="137518"/>
                  </a:lnTo>
                  <a:lnTo>
                    <a:pt x="5454989" y="137518"/>
                  </a:lnTo>
                  <a:lnTo>
                    <a:pt x="5455083" y="137518"/>
                  </a:lnTo>
                  <a:lnTo>
                    <a:pt x="5455177" y="137518"/>
                  </a:lnTo>
                  <a:lnTo>
                    <a:pt x="5455271" y="137518"/>
                  </a:lnTo>
                  <a:lnTo>
                    <a:pt x="5455366" y="137518"/>
                  </a:lnTo>
                  <a:lnTo>
                    <a:pt x="5455366" y="132607"/>
                  </a:lnTo>
                  <a:lnTo>
                    <a:pt x="5455460" y="132607"/>
                  </a:lnTo>
                  <a:lnTo>
                    <a:pt x="5455554" y="132607"/>
                  </a:lnTo>
                  <a:lnTo>
                    <a:pt x="5455648" y="132607"/>
                  </a:lnTo>
                  <a:lnTo>
                    <a:pt x="5455742" y="132607"/>
                  </a:lnTo>
                  <a:lnTo>
                    <a:pt x="5455836" y="132607"/>
                  </a:lnTo>
                  <a:lnTo>
                    <a:pt x="5455931" y="132607"/>
                  </a:lnTo>
                  <a:lnTo>
                    <a:pt x="5456025" y="132607"/>
                  </a:lnTo>
                  <a:lnTo>
                    <a:pt x="5456119" y="132607"/>
                  </a:lnTo>
                  <a:lnTo>
                    <a:pt x="5456213" y="132607"/>
                  </a:lnTo>
                  <a:lnTo>
                    <a:pt x="5456307" y="132607"/>
                  </a:lnTo>
                  <a:lnTo>
                    <a:pt x="5456401" y="132607"/>
                  </a:lnTo>
                  <a:lnTo>
                    <a:pt x="5456495" y="132607"/>
                  </a:lnTo>
                  <a:lnTo>
                    <a:pt x="5456590" y="132607"/>
                  </a:lnTo>
                  <a:lnTo>
                    <a:pt x="5456684" y="132607"/>
                  </a:lnTo>
                  <a:lnTo>
                    <a:pt x="5456778" y="132607"/>
                  </a:lnTo>
                  <a:lnTo>
                    <a:pt x="5456872" y="132607"/>
                  </a:lnTo>
                  <a:lnTo>
                    <a:pt x="5456966" y="132607"/>
                  </a:lnTo>
                  <a:lnTo>
                    <a:pt x="5457060" y="132607"/>
                  </a:lnTo>
                  <a:lnTo>
                    <a:pt x="5457155" y="132607"/>
                  </a:lnTo>
                  <a:lnTo>
                    <a:pt x="5457249" y="132607"/>
                  </a:lnTo>
                  <a:lnTo>
                    <a:pt x="5457343" y="132607"/>
                  </a:lnTo>
                  <a:lnTo>
                    <a:pt x="5457437" y="132607"/>
                  </a:lnTo>
                  <a:lnTo>
                    <a:pt x="5457531" y="132607"/>
                  </a:lnTo>
                  <a:lnTo>
                    <a:pt x="5457625" y="132607"/>
                  </a:lnTo>
                  <a:lnTo>
                    <a:pt x="5457719" y="132607"/>
                  </a:lnTo>
                  <a:lnTo>
                    <a:pt x="5457814" y="132607"/>
                  </a:lnTo>
                  <a:lnTo>
                    <a:pt x="5457908" y="132607"/>
                  </a:lnTo>
                  <a:lnTo>
                    <a:pt x="5458002" y="132607"/>
                  </a:lnTo>
                  <a:lnTo>
                    <a:pt x="5458096" y="132607"/>
                  </a:lnTo>
                  <a:lnTo>
                    <a:pt x="5458190" y="132607"/>
                  </a:lnTo>
                  <a:lnTo>
                    <a:pt x="5458284" y="132607"/>
                  </a:lnTo>
                  <a:lnTo>
                    <a:pt x="5458379" y="132607"/>
                  </a:lnTo>
                  <a:lnTo>
                    <a:pt x="5458473" y="132607"/>
                  </a:lnTo>
                  <a:lnTo>
                    <a:pt x="5458567" y="132607"/>
                  </a:lnTo>
                  <a:lnTo>
                    <a:pt x="5458661" y="132607"/>
                  </a:lnTo>
                  <a:lnTo>
                    <a:pt x="5458755" y="132607"/>
                  </a:lnTo>
                  <a:lnTo>
                    <a:pt x="5458849" y="132607"/>
                  </a:lnTo>
                  <a:lnTo>
                    <a:pt x="5458943" y="132607"/>
                  </a:lnTo>
                  <a:lnTo>
                    <a:pt x="5459038" y="132607"/>
                  </a:lnTo>
                  <a:lnTo>
                    <a:pt x="5459132" y="132607"/>
                  </a:lnTo>
                  <a:lnTo>
                    <a:pt x="5459226" y="132607"/>
                  </a:lnTo>
                  <a:lnTo>
                    <a:pt x="5459320" y="132607"/>
                  </a:lnTo>
                  <a:lnTo>
                    <a:pt x="5459414" y="132607"/>
                  </a:lnTo>
                  <a:lnTo>
                    <a:pt x="5459508" y="132607"/>
                  </a:lnTo>
                  <a:lnTo>
                    <a:pt x="5459602" y="132607"/>
                  </a:lnTo>
                  <a:lnTo>
                    <a:pt x="5459697" y="132607"/>
                  </a:lnTo>
                  <a:lnTo>
                    <a:pt x="5459791" y="132607"/>
                  </a:lnTo>
                  <a:lnTo>
                    <a:pt x="5459885" y="132607"/>
                  </a:lnTo>
                  <a:lnTo>
                    <a:pt x="5459979" y="132607"/>
                  </a:lnTo>
                  <a:lnTo>
                    <a:pt x="5460073" y="132607"/>
                  </a:lnTo>
                  <a:lnTo>
                    <a:pt x="5460167" y="132607"/>
                  </a:lnTo>
                  <a:lnTo>
                    <a:pt x="5460262" y="132607"/>
                  </a:lnTo>
                  <a:lnTo>
                    <a:pt x="5460356" y="132607"/>
                  </a:lnTo>
                  <a:lnTo>
                    <a:pt x="5460450" y="132607"/>
                  </a:lnTo>
                  <a:lnTo>
                    <a:pt x="5460544" y="132607"/>
                  </a:lnTo>
                  <a:lnTo>
                    <a:pt x="5460638" y="132607"/>
                  </a:lnTo>
                  <a:lnTo>
                    <a:pt x="5460732" y="132607"/>
                  </a:lnTo>
                  <a:lnTo>
                    <a:pt x="5460826" y="132607"/>
                  </a:lnTo>
                  <a:lnTo>
                    <a:pt x="5460921" y="132607"/>
                  </a:lnTo>
                  <a:lnTo>
                    <a:pt x="5461015" y="132607"/>
                  </a:lnTo>
                  <a:lnTo>
                    <a:pt x="5461109" y="132607"/>
                  </a:lnTo>
                  <a:lnTo>
                    <a:pt x="5461203" y="132607"/>
                  </a:lnTo>
                  <a:lnTo>
                    <a:pt x="5461297" y="132607"/>
                  </a:lnTo>
                  <a:lnTo>
                    <a:pt x="5461391" y="132607"/>
                  </a:lnTo>
                  <a:lnTo>
                    <a:pt x="5461486" y="132607"/>
                  </a:lnTo>
                  <a:lnTo>
                    <a:pt x="5461580" y="132607"/>
                  </a:lnTo>
                  <a:lnTo>
                    <a:pt x="5461674" y="132607"/>
                  </a:lnTo>
                  <a:lnTo>
                    <a:pt x="5461768" y="132607"/>
                  </a:lnTo>
                  <a:lnTo>
                    <a:pt x="5461862" y="132607"/>
                  </a:lnTo>
                  <a:lnTo>
                    <a:pt x="5461956" y="132607"/>
                  </a:lnTo>
                  <a:lnTo>
                    <a:pt x="5462050" y="132607"/>
                  </a:lnTo>
                  <a:lnTo>
                    <a:pt x="5462145" y="132607"/>
                  </a:lnTo>
                  <a:lnTo>
                    <a:pt x="5462239" y="132607"/>
                  </a:lnTo>
                  <a:lnTo>
                    <a:pt x="5462333" y="132607"/>
                  </a:lnTo>
                  <a:lnTo>
                    <a:pt x="5462427" y="132607"/>
                  </a:lnTo>
                  <a:lnTo>
                    <a:pt x="5462521" y="132607"/>
                  </a:lnTo>
                  <a:lnTo>
                    <a:pt x="5462615" y="132607"/>
                  </a:lnTo>
                  <a:lnTo>
                    <a:pt x="5462710" y="132607"/>
                  </a:lnTo>
                  <a:lnTo>
                    <a:pt x="5462804" y="132607"/>
                  </a:lnTo>
                  <a:lnTo>
                    <a:pt x="5462898" y="132607"/>
                  </a:lnTo>
                  <a:lnTo>
                    <a:pt x="5462992" y="132607"/>
                  </a:lnTo>
                  <a:lnTo>
                    <a:pt x="5463086" y="132607"/>
                  </a:lnTo>
                  <a:lnTo>
                    <a:pt x="5463180" y="132607"/>
                  </a:lnTo>
                  <a:lnTo>
                    <a:pt x="5463274" y="132607"/>
                  </a:lnTo>
                  <a:lnTo>
                    <a:pt x="5463369" y="132607"/>
                  </a:lnTo>
                  <a:lnTo>
                    <a:pt x="5463463" y="132607"/>
                  </a:lnTo>
                  <a:lnTo>
                    <a:pt x="5463557" y="132607"/>
                  </a:lnTo>
                  <a:lnTo>
                    <a:pt x="5463651" y="132607"/>
                  </a:lnTo>
                  <a:lnTo>
                    <a:pt x="5463745" y="132607"/>
                  </a:lnTo>
                  <a:lnTo>
                    <a:pt x="5463839" y="132607"/>
                  </a:lnTo>
                  <a:lnTo>
                    <a:pt x="5463933" y="132607"/>
                  </a:lnTo>
                  <a:lnTo>
                    <a:pt x="5464028" y="132607"/>
                  </a:lnTo>
                  <a:lnTo>
                    <a:pt x="5464122" y="132607"/>
                  </a:lnTo>
                  <a:lnTo>
                    <a:pt x="5464216" y="132607"/>
                  </a:lnTo>
                  <a:lnTo>
                    <a:pt x="5464310" y="132607"/>
                  </a:lnTo>
                  <a:lnTo>
                    <a:pt x="5464404" y="132607"/>
                  </a:lnTo>
                  <a:lnTo>
                    <a:pt x="5464498" y="132607"/>
                  </a:lnTo>
                  <a:lnTo>
                    <a:pt x="5464593" y="132607"/>
                  </a:lnTo>
                  <a:lnTo>
                    <a:pt x="5464687" y="132607"/>
                  </a:lnTo>
                  <a:lnTo>
                    <a:pt x="5464781" y="132607"/>
                  </a:lnTo>
                  <a:lnTo>
                    <a:pt x="5464875" y="132607"/>
                  </a:lnTo>
                  <a:lnTo>
                    <a:pt x="5464969" y="132607"/>
                  </a:lnTo>
                  <a:lnTo>
                    <a:pt x="5465063" y="132607"/>
                  </a:lnTo>
                  <a:lnTo>
                    <a:pt x="5465157" y="132607"/>
                  </a:lnTo>
                  <a:lnTo>
                    <a:pt x="5465252" y="132607"/>
                  </a:lnTo>
                  <a:lnTo>
                    <a:pt x="5465346" y="132607"/>
                  </a:lnTo>
                  <a:lnTo>
                    <a:pt x="5465440" y="132607"/>
                  </a:lnTo>
                  <a:lnTo>
                    <a:pt x="5465534" y="132607"/>
                  </a:lnTo>
                  <a:lnTo>
                    <a:pt x="5465628" y="132607"/>
                  </a:lnTo>
                  <a:lnTo>
                    <a:pt x="5465722" y="132607"/>
                  </a:lnTo>
                  <a:lnTo>
                    <a:pt x="5465817" y="132607"/>
                  </a:lnTo>
                  <a:lnTo>
                    <a:pt x="5465911" y="132607"/>
                  </a:lnTo>
                  <a:lnTo>
                    <a:pt x="5466005" y="132607"/>
                  </a:lnTo>
                  <a:lnTo>
                    <a:pt x="5466099" y="132607"/>
                  </a:lnTo>
                  <a:lnTo>
                    <a:pt x="5466193" y="132607"/>
                  </a:lnTo>
                  <a:lnTo>
                    <a:pt x="5466287" y="132607"/>
                  </a:lnTo>
                  <a:lnTo>
                    <a:pt x="5466381" y="132607"/>
                  </a:lnTo>
                  <a:lnTo>
                    <a:pt x="5466476" y="132607"/>
                  </a:lnTo>
                  <a:lnTo>
                    <a:pt x="5466570" y="132607"/>
                  </a:lnTo>
                  <a:lnTo>
                    <a:pt x="5466664" y="132607"/>
                  </a:lnTo>
                  <a:lnTo>
                    <a:pt x="5466758" y="132607"/>
                  </a:lnTo>
                  <a:lnTo>
                    <a:pt x="5466852" y="132607"/>
                  </a:lnTo>
                  <a:lnTo>
                    <a:pt x="5466946" y="132607"/>
                  </a:lnTo>
                  <a:lnTo>
                    <a:pt x="5467041" y="132607"/>
                  </a:lnTo>
                  <a:lnTo>
                    <a:pt x="5467135" y="132607"/>
                  </a:lnTo>
                  <a:lnTo>
                    <a:pt x="5467229" y="132607"/>
                  </a:lnTo>
                  <a:lnTo>
                    <a:pt x="5467323" y="132607"/>
                  </a:lnTo>
                  <a:lnTo>
                    <a:pt x="5467417" y="132607"/>
                  </a:lnTo>
                  <a:lnTo>
                    <a:pt x="5467511" y="132607"/>
                  </a:lnTo>
                  <a:lnTo>
                    <a:pt x="5467605" y="132607"/>
                  </a:lnTo>
                  <a:lnTo>
                    <a:pt x="5467700" y="132607"/>
                  </a:lnTo>
                  <a:lnTo>
                    <a:pt x="5467794" y="132607"/>
                  </a:lnTo>
                  <a:lnTo>
                    <a:pt x="5467888" y="132607"/>
                  </a:lnTo>
                  <a:lnTo>
                    <a:pt x="5467982" y="132607"/>
                  </a:lnTo>
                  <a:lnTo>
                    <a:pt x="5468076" y="132607"/>
                  </a:lnTo>
                  <a:lnTo>
                    <a:pt x="5468170" y="132607"/>
                  </a:lnTo>
                  <a:lnTo>
                    <a:pt x="5468264" y="132607"/>
                  </a:lnTo>
                  <a:lnTo>
                    <a:pt x="5468359" y="132607"/>
                  </a:lnTo>
                  <a:lnTo>
                    <a:pt x="5468453" y="132607"/>
                  </a:lnTo>
                  <a:lnTo>
                    <a:pt x="5468547" y="132607"/>
                  </a:lnTo>
                  <a:lnTo>
                    <a:pt x="5468641" y="132607"/>
                  </a:lnTo>
                  <a:lnTo>
                    <a:pt x="5468735" y="132607"/>
                  </a:lnTo>
                  <a:lnTo>
                    <a:pt x="5468829" y="132607"/>
                  </a:lnTo>
                  <a:lnTo>
                    <a:pt x="5468924" y="132607"/>
                  </a:lnTo>
                  <a:lnTo>
                    <a:pt x="5469018" y="132607"/>
                  </a:lnTo>
                  <a:lnTo>
                    <a:pt x="5469112" y="132607"/>
                  </a:lnTo>
                  <a:lnTo>
                    <a:pt x="5469206" y="132607"/>
                  </a:lnTo>
                  <a:lnTo>
                    <a:pt x="5469300" y="132607"/>
                  </a:lnTo>
                  <a:lnTo>
                    <a:pt x="5469394" y="132607"/>
                  </a:lnTo>
                  <a:lnTo>
                    <a:pt x="5469488" y="132607"/>
                  </a:lnTo>
                  <a:lnTo>
                    <a:pt x="5469583" y="132607"/>
                  </a:lnTo>
                  <a:lnTo>
                    <a:pt x="5469677" y="132607"/>
                  </a:lnTo>
                  <a:lnTo>
                    <a:pt x="5469771" y="132607"/>
                  </a:lnTo>
                  <a:lnTo>
                    <a:pt x="5469865" y="132607"/>
                  </a:lnTo>
                  <a:lnTo>
                    <a:pt x="5469959" y="132607"/>
                  </a:lnTo>
                  <a:lnTo>
                    <a:pt x="5470053" y="132607"/>
                  </a:lnTo>
                  <a:lnTo>
                    <a:pt x="5470148" y="132607"/>
                  </a:lnTo>
                  <a:lnTo>
                    <a:pt x="5470242" y="132607"/>
                  </a:lnTo>
                  <a:lnTo>
                    <a:pt x="5470336" y="132607"/>
                  </a:lnTo>
                  <a:lnTo>
                    <a:pt x="5470430" y="132607"/>
                  </a:lnTo>
                  <a:lnTo>
                    <a:pt x="5470524" y="132607"/>
                  </a:lnTo>
                  <a:lnTo>
                    <a:pt x="5470618" y="132607"/>
                  </a:lnTo>
                  <a:lnTo>
                    <a:pt x="5470712" y="132607"/>
                  </a:lnTo>
                  <a:lnTo>
                    <a:pt x="5470807" y="132607"/>
                  </a:lnTo>
                  <a:lnTo>
                    <a:pt x="5470901" y="132607"/>
                  </a:lnTo>
                  <a:lnTo>
                    <a:pt x="5470995" y="132607"/>
                  </a:lnTo>
                  <a:lnTo>
                    <a:pt x="5471089" y="132607"/>
                  </a:lnTo>
                  <a:lnTo>
                    <a:pt x="5471183" y="132607"/>
                  </a:lnTo>
                  <a:lnTo>
                    <a:pt x="5471277" y="132607"/>
                  </a:lnTo>
                  <a:lnTo>
                    <a:pt x="5471372" y="132607"/>
                  </a:lnTo>
                  <a:lnTo>
                    <a:pt x="5471466" y="132607"/>
                  </a:lnTo>
                  <a:lnTo>
                    <a:pt x="5471560" y="132607"/>
                  </a:lnTo>
                  <a:lnTo>
                    <a:pt x="5471654" y="132607"/>
                  </a:lnTo>
                  <a:lnTo>
                    <a:pt x="5471748" y="132607"/>
                  </a:lnTo>
                  <a:lnTo>
                    <a:pt x="5471842" y="132607"/>
                  </a:lnTo>
                  <a:lnTo>
                    <a:pt x="5471936" y="132607"/>
                  </a:lnTo>
                  <a:lnTo>
                    <a:pt x="5472031" y="132607"/>
                  </a:lnTo>
                  <a:lnTo>
                    <a:pt x="5472125" y="132607"/>
                  </a:lnTo>
                  <a:lnTo>
                    <a:pt x="5472219" y="132607"/>
                  </a:lnTo>
                  <a:lnTo>
                    <a:pt x="5472313" y="132607"/>
                  </a:lnTo>
                  <a:lnTo>
                    <a:pt x="5472407" y="132607"/>
                  </a:lnTo>
                  <a:lnTo>
                    <a:pt x="5472501" y="132607"/>
                  </a:lnTo>
                  <a:lnTo>
                    <a:pt x="5472595" y="132607"/>
                  </a:lnTo>
                  <a:lnTo>
                    <a:pt x="5472690" y="132607"/>
                  </a:lnTo>
                  <a:lnTo>
                    <a:pt x="5472784" y="132607"/>
                  </a:lnTo>
                  <a:lnTo>
                    <a:pt x="5472878" y="132607"/>
                  </a:lnTo>
                  <a:lnTo>
                    <a:pt x="5472972" y="132607"/>
                  </a:lnTo>
                  <a:lnTo>
                    <a:pt x="5473066" y="132607"/>
                  </a:lnTo>
                  <a:lnTo>
                    <a:pt x="5473160" y="132607"/>
                  </a:lnTo>
                  <a:lnTo>
                    <a:pt x="5473255" y="132607"/>
                  </a:lnTo>
                  <a:lnTo>
                    <a:pt x="5473349" y="132607"/>
                  </a:lnTo>
                  <a:lnTo>
                    <a:pt x="5473443" y="132607"/>
                  </a:lnTo>
                  <a:lnTo>
                    <a:pt x="5473537" y="132607"/>
                  </a:lnTo>
                  <a:lnTo>
                    <a:pt x="5473631" y="132607"/>
                  </a:lnTo>
                  <a:lnTo>
                    <a:pt x="5473725" y="132607"/>
                  </a:lnTo>
                  <a:lnTo>
                    <a:pt x="5473819" y="132607"/>
                  </a:lnTo>
                  <a:lnTo>
                    <a:pt x="5473914" y="132607"/>
                  </a:lnTo>
                  <a:lnTo>
                    <a:pt x="5474008" y="132607"/>
                  </a:lnTo>
                  <a:lnTo>
                    <a:pt x="5474102" y="132607"/>
                  </a:lnTo>
                  <a:lnTo>
                    <a:pt x="5474196" y="132607"/>
                  </a:lnTo>
                  <a:lnTo>
                    <a:pt x="5474290" y="132607"/>
                  </a:lnTo>
                  <a:lnTo>
                    <a:pt x="5474384" y="132607"/>
                  </a:lnTo>
                  <a:lnTo>
                    <a:pt x="5474479" y="132607"/>
                  </a:lnTo>
                  <a:lnTo>
                    <a:pt x="5474573" y="132607"/>
                  </a:lnTo>
                  <a:lnTo>
                    <a:pt x="5474667" y="132607"/>
                  </a:lnTo>
                  <a:lnTo>
                    <a:pt x="5474761" y="132607"/>
                  </a:lnTo>
                  <a:lnTo>
                    <a:pt x="5474855" y="132607"/>
                  </a:lnTo>
                  <a:lnTo>
                    <a:pt x="5474949" y="132607"/>
                  </a:lnTo>
                  <a:lnTo>
                    <a:pt x="5475043" y="132607"/>
                  </a:lnTo>
                  <a:lnTo>
                    <a:pt x="5475138" y="132607"/>
                  </a:lnTo>
                  <a:lnTo>
                    <a:pt x="5475232" y="132607"/>
                  </a:lnTo>
                  <a:lnTo>
                    <a:pt x="5475326" y="132607"/>
                  </a:lnTo>
                  <a:lnTo>
                    <a:pt x="5475420" y="132607"/>
                  </a:lnTo>
                  <a:lnTo>
                    <a:pt x="5475514" y="132607"/>
                  </a:lnTo>
                  <a:lnTo>
                    <a:pt x="5475608" y="132607"/>
                  </a:lnTo>
                  <a:lnTo>
                    <a:pt x="5475703" y="132607"/>
                  </a:lnTo>
                  <a:lnTo>
                    <a:pt x="5475797" y="132607"/>
                  </a:lnTo>
                  <a:lnTo>
                    <a:pt x="5475891" y="132607"/>
                  </a:lnTo>
                  <a:lnTo>
                    <a:pt x="5475985" y="132607"/>
                  </a:lnTo>
                  <a:lnTo>
                    <a:pt x="5476079" y="132607"/>
                  </a:lnTo>
                  <a:lnTo>
                    <a:pt x="5476173" y="132607"/>
                  </a:lnTo>
                  <a:lnTo>
                    <a:pt x="5476267" y="132607"/>
                  </a:lnTo>
                  <a:lnTo>
                    <a:pt x="5476362" y="132607"/>
                  </a:lnTo>
                  <a:lnTo>
                    <a:pt x="5476456" y="132607"/>
                  </a:lnTo>
                  <a:lnTo>
                    <a:pt x="5476550" y="132607"/>
                  </a:lnTo>
                  <a:lnTo>
                    <a:pt x="5476644" y="132607"/>
                  </a:lnTo>
                  <a:lnTo>
                    <a:pt x="5476738" y="132607"/>
                  </a:lnTo>
                  <a:lnTo>
                    <a:pt x="5476832" y="132607"/>
                  </a:lnTo>
                  <a:lnTo>
                    <a:pt x="5476926" y="132607"/>
                  </a:lnTo>
                  <a:lnTo>
                    <a:pt x="5477021" y="132607"/>
                  </a:lnTo>
                  <a:lnTo>
                    <a:pt x="5477115" y="132607"/>
                  </a:lnTo>
                  <a:lnTo>
                    <a:pt x="5477209" y="132607"/>
                  </a:lnTo>
                  <a:lnTo>
                    <a:pt x="5477303" y="132607"/>
                  </a:lnTo>
                  <a:lnTo>
                    <a:pt x="5477397" y="132607"/>
                  </a:lnTo>
                  <a:lnTo>
                    <a:pt x="5477491" y="132607"/>
                  </a:lnTo>
                  <a:lnTo>
                    <a:pt x="5477586" y="132607"/>
                  </a:lnTo>
                  <a:lnTo>
                    <a:pt x="5477680" y="132607"/>
                  </a:lnTo>
                  <a:lnTo>
                    <a:pt x="5477774" y="132607"/>
                  </a:lnTo>
                  <a:lnTo>
                    <a:pt x="5477868" y="132607"/>
                  </a:lnTo>
                  <a:lnTo>
                    <a:pt x="5477962" y="132607"/>
                  </a:lnTo>
                  <a:lnTo>
                    <a:pt x="5478056" y="132607"/>
                  </a:lnTo>
                  <a:lnTo>
                    <a:pt x="5478150" y="132607"/>
                  </a:lnTo>
                  <a:lnTo>
                    <a:pt x="5478245" y="132607"/>
                  </a:lnTo>
                  <a:lnTo>
                    <a:pt x="5478339" y="132607"/>
                  </a:lnTo>
                  <a:lnTo>
                    <a:pt x="5478433" y="132607"/>
                  </a:lnTo>
                  <a:lnTo>
                    <a:pt x="5478527" y="132607"/>
                  </a:lnTo>
                  <a:lnTo>
                    <a:pt x="5478621" y="132607"/>
                  </a:lnTo>
                  <a:lnTo>
                    <a:pt x="5478715" y="132607"/>
                  </a:lnTo>
                  <a:lnTo>
                    <a:pt x="5478810" y="132607"/>
                  </a:lnTo>
                  <a:lnTo>
                    <a:pt x="5478904" y="132607"/>
                  </a:lnTo>
                  <a:lnTo>
                    <a:pt x="5478998" y="132607"/>
                  </a:lnTo>
                  <a:lnTo>
                    <a:pt x="5479092" y="132607"/>
                  </a:lnTo>
                  <a:lnTo>
                    <a:pt x="5479186" y="132607"/>
                  </a:lnTo>
                  <a:lnTo>
                    <a:pt x="5479280" y="132607"/>
                  </a:lnTo>
                  <a:lnTo>
                    <a:pt x="5479374" y="132607"/>
                  </a:lnTo>
                  <a:lnTo>
                    <a:pt x="5479469" y="132607"/>
                  </a:lnTo>
                  <a:lnTo>
                    <a:pt x="5479563" y="132607"/>
                  </a:lnTo>
                  <a:lnTo>
                    <a:pt x="5479657" y="132607"/>
                  </a:lnTo>
                  <a:lnTo>
                    <a:pt x="5479751" y="132607"/>
                  </a:lnTo>
                  <a:lnTo>
                    <a:pt x="5479845" y="132607"/>
                  </a:lnTo>
                  <a:lnTo>
                    <a:pt x="5479939" y="132607"/>
                  </a:lnTo>
                  <a:lnTo>
                    <a:pt x="5480034" y="132607"/>
                  </a:lnTo>
                  <a:lnTo>
                    <a:pt x="5480128" y="132607"/>
                  </a:lnTo>
                  <a:lnTo>
                    <a:pt x="5480222" y="132607"/>
                  </a:lnTo>
                  <a:lnTo>
                    <a:pt x="5480316" y="132607"/>
                  </a:lnTo>
                  <a:lnTo>
                    <a:pt x="5480410" y="132607"/>
                  </a:lnTo>
                  <a:lnTo>
                    <a:pt x="5480504" y="132607"/>
                  </a:lnTo>
                  <a:lnTo>
                    <a:pt x="5480598" y="132607"/>
                  </a:lnTo>
                  <a:lnTo>
                    <a:pt x="5480693" y="132607"/>
                  </a:lnTo>
                  <a:lnTo>
                    <a:pt x="5480787" y="132607"/>
                  </a:lnTo>
                  <a:lnTo>
                    <a:pt x="5480881" y="132607"/>
                  </a:lnTo>
                  <a:lnTo>
                    <a:pt x="5480975" y="132607"/>
                  </a:lnTo>
                  <a:lnTo>
                    <a:pt x="5481069" y="132607"/>
                  </a:lnTo>
                  <a:lnTo>
                    <a:pt x="5481163" y="132607"/>
                  </a:lnTo>
                  <a:lnTo>
                    <a:pt x="5481257" y="132607"/>
                  </a:lnTo>
                  <a:lnTo>
                    <a:pt x="5481352" y="132607"/>
                  </a:lnTo>
                  <a:lnTo>
                    <a:pt x="5481446" y="132607"/>
                  </a:lnTo>
                  <a:lnTo>
                    <a:pt x="5481540" y="132607"/>
                  </a:lnTo>
                  <a:lnTo>
                    <a:pt x="5481634" y="132607"/>
                  </a:lnTo>
                  <a:lnTo>
                    <a:pt x="5481728" y="132607"/>
                  </a:lnTo>
                  <a:lnTo>
                    <a:pt x="5481822" y="132607"/>
                  </a:lnTo>
                  <a:lnTo>
                    <a:pt x="5481917" y="132607"/>
                  </a:lnTo>
                  <a:lnTo>
                    <a:pt x="5482011" y="132607"/>
                  </a:lnTo>
                  <a:lnTo>
                    <a:pt x="5482105" y="132607"/>
                  </a:lnTo>
                  <a:lnTo>
                    <a:pt x="5482199" y="132607"/>
                  </a:lnTo>
                  <a:lnTo>
                    <a:pt x="5482293" y="132607"/>
                  </a:lnTo>
                  <a:lnTo>
                    <a:pt x="5482387" y="132607"/>
                  </a:lnTo>
                  <a:lnTo>
                    <a:pt x="5482481" y="132607"/>
                  </a:lnTo>
                  <a:lnTo>
                    <a:pt x="5482576" y="132607"/>
                  </a:lnTo>
                  <a:lnTo>
                    <a:pt x="5482670" y="132607"/>
                  </a:lnTo>
                  <a:lnTo>
                    <a:pt x="5482764" y="132607"/>
                  </a:lnTo>
                  <a:lnTo>
                    <a:pt x="5482858" y="132607"/>
                  </a:lnTo>
                  <a:lnTo>
                    <a:pt x="5482952" y="132607"/>
                  </a:lnTo>
                  <a:lnTo>
                    <a:pt x="5483046" y="132607"/>
                  </a:lnTo>
                  <a:lnTo>
                    <a:pt x="5483141" y="132607"/>
                  </a:lnTo>
                  <a:lnTo>
                    <a:pt x="5483235" y="132607"/>
                  </a:lnTo>
                  <a:lnTo>
                    <a:pt x="5483329" y="132607"/>
                  </a:lnTo>
                  <a:lnTo>
                    <a:pt x="5483423" y="132607"/>
                  </a:lnTo>
                  <a:lnTo>
                    <a:pt x="5483517" y="132607"/>
                  </a:lnTo>
                  <a:lnTo>
                    <a:pt x="5483611" y="132607"/>
                  </a:lnTo>
                  <a:lnTo>
                    <a:pt x="5483705" y="132607"/>
                  </a:lnTo>
                  <a:lnTo>
                    <a:pt x="5483800" y="132607"/>
                  </a:lnTo>
                  <a:lnTo>
                    <a:pt x="5483894" y="132607"/>
                  </a:lnTo>
                  <a:lnTo>
                    <a:pt x="5483988" y="132607"/>
                  </a:lnTo>
                  <a:lnTo>
                    <a:pt x="5484082" y="132607"/>
                  </a:lnTo>
                  <a:lnTo>
                    <a:pt x="5484176" y="132607"/>
                  </a:lnTo>
                  <a:lnTo>
                    <a:pt x="5484270" y="132607"/>
                  </a:lnTo>
                  <a:lnTo>
                    <a:pt x="5484365" y="132607"/>
                  </a:lnTo>
                  <a:lnTo>
                    <a:pt x="5484459" y="132607"/>
                  </a:lnTo>
                  <a:lnTo>
                    <a:pt x="5484553" y="132607"/>
                  </a:lnTo>
                  <a:lnTo>
                    <a:pt x="5484647" y="132607"/>
                  </a:lnTo>
                  <a:lnTo>
                    <a:pt x="5484741" y="132607"/>
                  </a:lnTo>
                  <a:lnTo>
                    <a:pt x="5484835" y="132607"/>
                  </a:lnTo>
                  <a:lnTo>
                    <a:pt x="5484929" y="132607"/>
                  </a:lnTo>
                  <a:lnTo>
                    <a:pt x="5485024" y="132607"/>
                  </a:lnTo>
                  <a:lnTo>
                    <a:pt x="5485118" y="132607"/>
                  </a:lnTo>
                  <a:lnTo>
                    <a:pt x="5485212" y="132607"/>
                  </a:lnTo>
                  <a:lnTo>
                    <a:pt x="5485306" y="132607"/>
                  </a:lnTo>
                  <a:lnTo>
                    <a:pt x="5485400" y="132607"/>
                  </a:lnTo>
                  <a:lnTo>
                    <a:pt x="5485494" y="132607"/>
                  </a:lnTo>
                  <a:lnTo>
                    <a:pt x="5485588" y="132607"/>
                  </a:lnTo>
                  <a:lnTo>
                    <a:pt x="5485683" y="132607"/>
                  </a:lnTo>
                  <a:lnTo>
                    <a:pt x="5485777" y="132607"/>
                  </a:lnTo>
                  <a:lnTo>
                    <a:pt x="5485871" y="132607"/>
                  </a:lnTo>
                  <a:lnTo>
                    <a:pt x="5485965" y="132607"/>
                  </a:lnTo>
                  <a:lnTo>
                    <a:pt x="5486059" y="132607"/>
                  </a:lnTo>
                  <a:lnTo>
                    <a:pt x="5486153" y="132607"/>
                  </a:lnTo>
                  <a:lnTo>
                    <a:pt x="5486248" y="132607"/>
                  </a:lnTo>
                  <a:lnTo>
                    <a:pt x="5486342" y="132607"/>
                  </a:lnTo>
                  <a:lnTo>
                    <a:pt x="5486436" y="132607"/>
                  </a:lnTo>
                  <a:lnTo>
                    <a:pt x="5486530" y="132607"/>
                  </a:lnTo>
                  <a:lnTo>
                    <a:pt x="5486624" y="132607"/>
                  </a:lnTo>
                  <a:lnTo>
                    <a:pt x="5486718" y="132607"/>
                  </a:lnTo>
                  <a:lnTo>
                    <a:pt x="5486812" y="132607"/>
                  </a:lnTo>
                  <a:lnTo>
                    <a:pt x="5486907" y="132607"/>
                  </a:lnTo>
                  <a:lnTo>
                    <a:pt x="5487001" y="132607"/>
                  </a:lnTo>
                  <a:lnTo>
                    <a:pt x="5487095" y="132607"/>
                  </a:lnTo>
                  <a:lnTo>
                    <a:pt x="5487189" y="132607"/>
                  </a:lnTo>
                  <a:lnTo>
                    <a:pt x="5487283" y="132607"/>
                  </a:lnTo>
                  <a:lnTo>
                    <a:pt x="5487377" y="132607"/>
                  </a:lnTo>
                  <a:lnTo>
                    <a:pt x="5487472" y="132607"/>
                  </a:lnTo>
                  <a:lnTo>
                    <a:pt x="5487566" y="132607"/>
                  </a:lnTo>
                  <a:lnTo>
                    <a:pt x="5487660" y="132607"/>
                  </a:lnTo>
                  <a:lnTo>
                    <a:pt x="5487754" y="132607"/>
                  </a:lnTo>
                  <a:lnTo>
                    <a:pt x="5487848" y="132607"/>
                  </a:lnTo>
                  <a:lnTo>
                    <a:pt x="5487942" y="132607"/>
                  </a:lnTo>
                  <a:lnTo>
                    <a:pt x="5488036" y="132607"/>
                  </a:lnTo>
                  <a:lnTo>
                    <a:pt x="5488131" y="132607"/>
                  </a:lnTo>
                  <a:lnTo>
                    <a:pt x="5488225" y="132607"/>
                  </a:lnTo>
                  <a:lnTo>
                    <a:pt x="5488319" y="132607"/>
                  </a:lnTo>
                  <a:lnTo>
                    <a:pt x="5488413" y="132607"/>
                  </a:lnTo>
                  <a:lnTo>
                    <a:pt x="5488507" y="132607"/>
                  </a:lnTo>
                  <a:lnTo>
                    <a:pt x="5488601" y="132607"/>
                  </a:lnTo>
                  <a:lnTo>
                    <a:pt x="5488696" y="132607"/>
                  </a:lnTo>
                  <a:lnTo>
                    <a:pt x="5488790" y="132607"/>
                  </a:lnTo>
                  <a:lnTo>
                    <a:pt x="5488884" y="132607"/>
                  </a:lnTo>
                  <a:lnTo>
                    <a:pt x="5488978" y="132607"/>
                  </a:lnTo>
                  <a:lnTo>
                    <a:pt x="5489072" y="132607"/>
                  </a:lnTo>
                  <a:lnTo>
                    <a:pt x="5489166" y="132607"/>
                  </a:lnTo>
                  <a:lnTo>
                    <a:pt x="5489260" y="132607"/>
                  </a:lnTo>
                  <a:lnTo>
                    <a:pt x="5489355" y="132607"/>
                  </a:lnTo>
                  <a:lnTo>
                    <a:pt x="5489449" y="132607"/>
                  </a:lnTo>
                  <a:lnTo>
                    <a:pt x="5489543" y="132607"/>
                  </a:lnTo>
                  <a:lnTo>
                    <a:pt x="5489637" y="132607"/>
                  </a:lnTo>
                  <a:lnTo>
                    <a:pt x="5489731" y="132607"/>
                  </a:lnTo>
                  <a:lnTo>
                    <a:pt x="5489825" y="132607"/>
                  </a:lnTo>
                  <a:lnTo>
                    <a:pt x="5489919" y="132607"/>
                  </a:lnTo>
                  <a:lnTo>
                    <a:pt x="5490014" y="132607"/>
                  </a:lnTo>
                  <a:lnTo>
                    <a:pt x="5490108" y="132607"/>
                  </a:lnTo>
                  <a:lnTo>
                    <a:pt x="5490202" y="132607"/>
                  </a:lnTo>
                  <a:lnTo>
                    <a:pt x="5490296" y="132607"/>
                  </a:lnTo>
                  <a:lnTo>
                    <a:pt x="5490390" y="132607"/>
                  </a:lnTo>
                  <a:lnTo>
                    <a:pt x="5490484" y="132607"/>
                  </a:lnTo>
                  <a:lnTo>
                    <a:pt x="5490579" y="132607"/>
                  </a:lnTo>
                  <a:lnTo>
                    <a:pt x="5490673" y="132607"/>
                  </a:lnTo>
                  <a:lnTo>
                    <a:pt x="5490767" y="132607"/>
                  </a:lnTo>
                  <a:lnTo>
                    <a:pt x="5490861" y="132607"/>
                  </a:lnTo>
                  <a:lnTo>
                    <a:pt x="5490955" y="132607"/>
                  </a:lnTo>
                  <a:lnTo>
                    <a:pt x="5491049" y="132607"/>
                  </a:lnTo>
                  <a:lnTo>
                    <a:pt x="5491143" y="132607"/>
                  </a:lnTo>
                  <a:lnTo>
                    <a:pt x="5491238" y="132607"/>
                  </a:lnTo>
                  <a:lnTo>
                    <a:pt x="5491332" y="132607"/>
                  </a:lnTo>
                  <a:lnTo>
                    <a:pt x="5491426" y="132607"/>
                  </a:lnTo>
                  <a:lnTo>
                    <a:pt x="5491520" y="132607"/>
                  </a:lnTo>
                  <a:lnTo>
                    <a:pt x="5491614" y="132607"/>
                  </a:lnTo>
                  <a:lnTo>
                    <a:pt x="5491708" y="132607"/>
                  </a:lnTo>
                  <a:lnTo>
                    <a:pt x="5491803" y="132607"/>
                  </a:lnTo>
                  <a:lnTo>
                    <a:pt x="5491897" y="132607"/>
                  </a:lnTo>
                  <a:lnTo>
                    <a:pt x="5491991" y="132607"/>
                  </a:lnTo>
                  <a:lnTo>
                    <a:pt x="5492085" y="132607"/>
                  </a:lnTo>
                  <a:lnTo>
                    <a:pt x="5492179" y="132607"/>
                  </a:lnTo>
                  <a:lnTo>
                    <a:pt x="5492273" y="132607"/>
                  </a:lnTo>
                  <a:lnTo>
                    <a:pt x="5492367" y="132607"/>
                  </a:lnTo>
                  <a:lnTo>
                    <a:pt x="5492462" y="132607"/>
                  </a:lnTo>
                  <a:lnTo>
                    <a:pt x="5492556" y="132607"/>
                  </a:lnTo>
                  <a:lnTo>
                    <a:pt x="5492650" y="132607"/>
                  </a:lnTo>
                  <a:lnTo>
                    <a:pt x="5492744" y="132607"/>
                  </a:lnTo>
                  <a:lnTo>
                    <a:pt x="5492838" y="132607"/>
                  </a:lnTo>
                  <a:lnTo>
                    <a:pt x="5492932" y="132607"/>
                  </a:lnTo>
                  <a:lnTo>
                    <a:pt x="5493027" y="132607"/>
                  </a:lnTo>
                  <a:lnTo>
                    <a:pt x="5493121" y="132607"/>
                  </a:lnTo>
                  <a:lnTo>
                    <a:pt x="5493215" y="132607"/>
                  </a:lnTo>
                  <a:lnTo>
                    <a:pt x="5493309" y="132607"/>
                  </a:lnTo>
                  <a:lnTo>
                    <a:pt x="5493403" y="132607"/>
                  </a:lnTo>
                  <a:lnTo>
                    <a:pt x="5493497" y="132607"/>
                  </a:lnTo>
                  <a:lnTo>
                    <a:pt x="5493591" y="132607"/>
                  </a:lnTo>
                  <a:lnTo>
                    <a:pt x="5493686" y="132607"/>
                  </a:lnTo>
                  <a:lnTo>
                    <a:pt x="5493780" y="132607"/>
                  </a:lnTo>
                  <a:lnTo>
                    <a:pt x="5493874" y="132607"/>
                  </a:lnTo>
                  <a:lnTo>
                    <a:pt x="5493968" y="132607"/>
                  </a:lnTo>
                  <a:lnTo>
                    <a:pt x="5494062" y="132607"/>
                  </a:lnTo>
                  <a:lnTo>
                    <a:pt x="5494156" y="132607"/>
                  </a:lnTo>
                  <a:lnTo>
                    <a:pt x="5494250" y="132607"/>
                  </a:lnTo>
                  <a:lnTo>
                    <a:pt x="5494345" y="132607"/>
                  </a:lnTo>
                  <a:lnTo>
                    <a:pt x="5494439" y="132607"/>
                  </a:lnTo>
                  <a:lnTo>
                    <a:pt x="5494533" y="132607"/>
                  </a:lnTo>
                  <a:lnTo>
                    <a:pt x="5494627" y="132607"/>
                  </a:lnTo>
                  <a:lnTo>
                    <a:pt x="5494721" y="132607"/>
                  </a:lnTo>
                  <a:lnTo>
                    <a:pt x="5494815" y="132607"/>
                  </a:lnTo>
                  <a:lnTo>
                    <a:pt x="5494910" y="132607"/>
                  </a:lnTo>
                  <a:lnTo>
                    <a:pt x="5495004" y="132607"/>
                  </a:lnTo>
                  <a:lnTo>
                    <a:pt x="5495098" y="132607"/>
                  </a:lnTo>
                  <a:lnTo>
                    <a:pt x="5495192" y="132607"/>
                  </a:lnTo>
                  <a:lnTo>
                    <a:pt x="5495286" y="132607"/>
                  </a:lnTo>
                  <a:lnTo>
                    <a:pt x="5495380" y="132607"/>
                  </a:lnTo>
                  <a:lnTo>
                    <a:pt x="5495474" y="132607"/>
                  </a:lnTo>
                  <a:lnTo>
                    <a:pt x="5495569" y="132607"/>
                  </a:lnTo>
                  <a:lnTo>
                    <a:pt x="5495663" y="132607"/>
                  </a:lnTo>
                  <a:lnTo>
                    <a:pt x="5495757" y="132607"/>
                  </a:lnTo>
                  <a:lnTo>
                    <a:pt x="5495851" y="132607"/>
                  </a:lnTo>
                  <a:lnTo>
                    <a:pt x="5495851" y="127695"/>
                  </a:lnTo>
                  <a:lnTo>
                    <a:pt x="5495945" y="127695"/>
                  </a:lnTo>
                  <a:lnTo>
                    <a:pt x="5496039" y="127695"/>
                  </a:lnTo>
                  <a:lnTo>
                    <a:pt x="5496134" y="127695"/>
                  </a:lnTo>
                  <a:lnTo>
                    <a:pt x="5496228" y="127695"/>
                  </a:lnTo>
                  <a:lnTo>
                    <a:pt x="5496322" y="127695"/>
                  </a:lnTo>
                  <a:lnTo>
                    <a:pt x="5496416" y="127695"/>
                  </a:lnTo>
                  <a:lnTo>
                    <a:pt x="5496510" y="127695"/>
                  </a:lnTo>
                  <a:lnTo>
                    <a:pt x="5496604" y="127695"/>
                  </a:lnTo>
                  <a:lnTo>
                    <a:pt x="5496698" y="127695"/>
                  </a:lnTo>
                  <a:lnTo>
                    <a:pt x="5496793" y="127695"/>
                  </a:lnTo>
                  <a:lnTo>
                    <a:pt x="5496887" y="127695"/>
                  </a:lnTo>
                  <a:lnTo>
                    <a:pt x="5496981" y="127695"/>
                  </a:lnTo>
                  <a:lnTo>
                    <a:pt x="5497075" y="127695"/>
                  </a:lnTo>
                  <a:lnTo>
                    <a:pt x="5497169" y="127695"/>
                  </a:lnTo>
                  <a:lnTo>
                    <a:pt x="5497263" y="127695"/>
                  </a:lnTo>
                  <a:lnTo>
                    <a:pt x="5497358" y="127695"/>
                  </a:lnTo>
                  <a:lnTo>
                    <a:pt x="5497452" y="127695"/>
                  </a:lnTo>
                  <a:lnTo>
                    <a:pt x="5497546" y="127695"/>
                  </a:lnTo>
                  <a:lnTo>
                    <a:pt x="5497640" y="127695"/>
                  </a:lnTo>
                  <a:lnTo>
                    <a:pt x="5497734" y="127695"/>
                  </a:lnTo>
                  <a:lnTo>
                    <a:pt x="5497828" y="127695"/>
                  </a:lnTo>
                  <a:lnTo>
                    <a:pt x="5497922" y="127695"/>
                  </a:lnTo>
                  <a:lnTo>
                    <a:pt x="5498017" y="127695"/>
                  </a:lnTo>
                  <a:lnTo>
                    <a:pt x="5498111" y="127695"/>
                  </a:lnTo>
                  <a:lnTo>
                    <a:pt x="5498205" y="127695"/>
                  </a:lnTo>
                  <a:lnTo>
                    <a:pt x="5498299" y="127695"/>
                  </a:lnTo>
                  <a:lnTo>
                    <a:pt x="5498393" y="127695"/>
                  </a:lnTo>
                  <a:lnTo>
                    <a:pt x="5498487" y="127695"/>
                  </a:lnTo>
                  <a:lnTo>
                    <a:pt x="5498581" y="127695"/>
                  </a:lnTo>
                  <a:lnTo>
                    <a:pt x="5498676" y="127695"/>
                  </a:lnTo>
                  <a:lnTo>
                    <a:pt x="5498770" y="127695"/>
                  </a:lnTo>
                  <a:lnTo>
                    <a:pt x="5498864" y="127695"/>
                  </a:lnTo>
                  <a:lnTo>
                    <a:pt x="5498958" y="127695"/>
                  </a:lnTo>
                  <a:lnTo>
                    <a:pt x="5499052" y="127695"/>
                  </a:lnTo>
                  <a:lnTo>
                    <a:pt x="5499146" y="127695"/>
                  </a:lnTo>
                  <a:lnTo>
                    <a:pt x="5499241" y="127695"/>
                  </a:lnTo>
                  <a:lnTo>
                    <a:pt x="5499335" y="127695"/>
                  </a:lnTo>
                  <a:lnTo>
                    <a:pt x="5499429" y="127695"/>
                  </a:lnTo>
                  <a:lnTo>
                    <a:pt x="5499523" y="127695"/>
                  </a:lnTo>
                  <a:lnTo>
                    <a:pt x="5499617" y="127695"/>
                  </a:lnTo>
                  <a:lnTo>
                    <a:pt x="5499711" y="127695"/>
                  </a:lnTo>
                  <a:lnTo>
                    <a:pt x="5499805" y="127695"/>
                  </a:lnTo>
                  <a:lnTo>
                    <a:pt x="5499900" y="127695"/>
                  </a:lnTo>
                  <a:lnTo>
                    <a:pt x="5499994" y="127695"/>
                  </a:lnTo>
                  <a:lnTo>
                    <a:pt x="5500088" y="127695"/>
                  </a:lnTo>
                  <a:lnTo>
                    <a:pt x="5500182" y="127695"/>
                  </a:lnTo>
                  <a:lnTo>
                    <a:pt x="5500276" y="127695"/>
                  </a:lnTo>
                  <a:lnTo>
                    <a:pt x="5500370" y="127695"/>
                  </a:lnTo>
                  <a:lnTo>
                    <a:pt x="5500465" y="127695"/>
                  </a:lnTo>
                  <a:lnTo>
                    <a:pt x="5500559" y="127695"/>
                  </a:lnTo>
                  <a:lnTo>
                    <a:pt x="5500653" y="127695"/>
                  </a:lnTo>
                  <a:lnTo>
                    <a:pt x="5500747" y="127695"/>
                  </a:lnTo>
                  <a:lnTo>
                    <a:pt x="5500841" y="127695"/>
                  </a:lnTo>
                  <a:lnTo>
                    <a:pt x="5500935" y="127695"/>
                  </a:lnTo>
                  <a:lnTo>
                    <a:pt x="5501029" y="127695"/>
                  </a:lnTo>
                  <a:lnTo>
                    <a:pt x="5501124" y="127695"/>
                  </a:lnTo>
                  <a:lnTo>
                    <a:pt x="5501218" y="127695"/>
                  </a:lnTo>
                  <a:lnTo>
                    <a:pt x="5501312" y="127695"/>
                  </a:lnTo>
                  <a:lnTo>
                    <a:pt x="5501406" y="127695"/>
                  </a:lnTo>
                  <a:lnTo>
                    <a:pt x="5501500" y="127695"/>
                  </a:lnTo>
                  <a:lnTo>
                    <a:pt x="5501594" y="127695"/>
                  </a:lnTo>
                  <a:lnTo>
                    <a:pt x="5501689" y="127695"/>
                  </a:lnTo>
                  <a:lnTo>
                    <a:pt x="5501783" y="127695"/>
                  </a:lnTo>
                  <a:lnTo>
                    <a:pt x="5501877" y="127695"/>
                  </a:lnTo>
                  <a:lnTo>
                    <a:pt x="5501971" y="127695"/>
                  </a:lnTo>
                  <a:lnTo>
                    <a:pt x="5502065" y="127695"/>
                  </a:lnTo>
                  <a:lnTo>
                    <a:pt x="5502159" y="127695"/>
                  </a:lnTo>
                  <a:lnTo>
                    <a:pt x="5502253" y="127695"/>
                  </a:lnTo>
                  <a:lnTo>
                    <a:pt x="5502348" y="127695"/>
                  </a:lnTo>
                  <a:lnTo>
                    <a:pt x="5502442" y="127695"/>
                  </a:lnTo>
                  <a:lnTo>
                    <a:pt x="5502536" y="127695"/>
                  </a:lnTo>
                  <a:lnTo>
                    <a:pt x="5502630" y="127695"/>
                  </a:lnTo>
                  <a:lnTo>
                    <a:pt x="5502724" y="127695"/>
                  </a:lnTo>
                  <a:lnTo>
                    <a:pt x="5502818" y="127695"/>
                  </a:lnTo>
                  <a:lnTo>
                    <a:pt x="5502912" y="127695"/>
                  </a:lnTo>
                  <a:lnTo>
                    <a:pt x="5503007" y="127695"/>
                  </a:lnTo>
                  <a:lnTo>
                    <a:pt x="5503101" y="127695"/>
                  </a:lnTo>
                  <a:lnTo>
                    <a:pt x="5503195" y="127695"/>
                  </a:lnTo>
                  <a:lnTo>
                    <a:pt x="5503289" y="127695"/>
                  </a:lnTo>
                  <a:lnTo>
                    <a:pt x="5503383" y="127695"/>
                  </a:lnTo>
                  <a:lnTo>
                    <a:pt x="5503477" y="127695"/>
                  </a:lnTo>
                  <a:lnTo>
                    <a:pt x="5503572" y="127695"/>
                  </a:lnTo>
                  <a:lnTo>
                    <a:pt x="5503666" y="127695"/>
                  </a:lnTo>
                  <a:lnTo>
                    <a:pt x="5503760" y="127695"/>
                  </a:lnTo>
                  <a:lnTo>
                    <a:pt x="5503854" y="127695"/>
                  </a:lnTo>
                  <a:lnTo>
                    <a:pt x="5503948" y="127695"/>
                  </a:lnTo>
                  <a:lnTo>
                    <a:pt x="5504042" y="127695"/>
                  </a:lnTo>
                  <a:lnTo>
                    <a:pt x="5504136" y="127695"/>
                  </a:lnTo>
                  <a:lnTo>
                    <a:pt x="5504231" y="127695"/>
                  </a:lnTo>
                  <a:lnTo>
                    <a:pt x="5504325" y="127695"/>
                  </a:lnTo>
                  <a:lnTo>
                    <a:pt x="5504419" y="127695"/>
                  </a:lnTo>
                  <a:lnTo>
                    <a:pt x="5504513" y="127695"/>
                  </a:lnTo>
                  <a:lnTo>
                    <a:pt x="5504607" y="127695"/>
                  </a:lnTo>
                  <a:lnTo>
                    <a:pt x="5504701" y="127695"/>
                  </a:lnTo>
                  <a:lnTo>
                    <a:pt x="5504796" y="127695"/>
                  </a:lnTo>
                  <a:lnTo>
                    <a:pt x="5504890" y="127695"/>
                  </a:lnTo>
                  <a:lnTo>
                    <a:pt x="5504984" y="127695"/>
                  </a:lnTo>
                  <a:lnTo>
                    <a:pt x="5505078" y="127695"/>
                  </a:lnTo>
                  <a:lnTo>
                    <a:pt x="5505172" y="127695"/>
                  </a:lnTo>
                  <a:lnTo>
                    <a:pt x="5505266" y="127695"/>
                  </a:lnTo>
                  <a:lnTo>
                    <a:pt x="5505360" y="127695"/>
                  </a:lnTo>
                  <a:lnTo>
                    <a:pt x="5505455" y="127695"/>
                  </a:lnTo>
                  <a:lnTo>
                    <a:pt x="5505549" y="127695"/>
                  </a:lnTo>
                  <a:lnTo>
                    <a:pt x="5505643" y="127695"/>
                  </a:lnTo>
                  <a:lnTo>
                    <a:pt x="5505737" y="127695"/>
                  </a:lnTo>
                  <a:lnTo>
                    <a:pt x="5505831" y="127695"/>
                  </a:lnTo>
                  <a:lnTo>
                    <a:pt x="5505925" y="127695"/>
                  </a:lnTo>
                  <a:lnTo>
                    <a:pt x="5506020" y="127695"/>
                  </a:lnTo>
                  <a:lnTo>
                    <a:pt x="5506114" y="127695"/>
                  </a:lnTo>
                  <a:lnTo>
                    <a:pt x="5506208" y="127695"/>
                  </a:lnTo>
                  <a:lnTo>
                    <a:pt x="5506302" y="127695"/>
                  </a:lnTo>
                  <a:lnTo>
                    <a:pt x="5506396" y="127695"/>
                  </a:lnTo>
                  <a:lnTo>
                    <a:pt x="5506490" y="127695"/>
                  </a:lnTo>
                  <a:lnTo>
                    <a:pt x="5506584" y="127695"/>
                  </a:lnTo>
                  <a:lnTo>
                    <a:pt x="5506679" y="127695"/>
                  </a:lnTo>
                  <a:lnTo>
                    <a:pt x="5506773" y="127695"/>
                  </a:lnTo>
                  <a:lnTo>
                    <a:pt x="5506867" y="127695"/>
                  </a:lnTo>
                  <a:lnTo>
                    <a:pt x="5506961" y="127695"/>
                  </a:lnTo>
                  <a:lnTo>
                    <a:pt x="5507055" y="127695"/>
                  </a:lnTo>
                  <a:lnTo>
                    <a:pt x="5507149" y="127695"/>
                  </a:lnTo>
                  <a:lnTo>
                    <a:pt x="5507243" y="127695"/>
                  </a:lnTo>
                  <a:lnTo>
                    <a:pt x="5507338" y="127695"/>
                  </a:lnTo>
                  <a:lnTo>
                    <a:pt x="5507432" y="127695"/>
                  </a:lnTo>
                  <a:lnTo>
                    <a:pt x="5507526" y="127695"/>
                  </a:lnTo>
                  <a:lnTo>
                    <a:pt x="5507620" y="127695"/>
                  </a:lnTo>
                  <a:lnTo>
                    <a:pt x="5507714" y="127695"/>
                  </a:lnTo>
                  <a:lnTo>
                    <a:pt x="5507808" y="127695"/>
                  </a:lnTo>
                  <a:lnTo>
                    <a:pt x="5507903" y="127695"/>
                  </a:lnTo>
                  <a:lnTo>
                    <a:pt x="5507997" y="127695"/>
                  </a:lnTo>
                  <a:lnTo>
                    <a:pt x="5508091" y="127695"/>
                  </a:lnTo>
                  <a:lnTo>
                    <a:pt x="5508185" y="127695"/>
                  </a:lnTo>
                  <a:lnTo>
                    <a:pt x="5508279" y="127695"/>
                  </a:lnTo>
                  <a:lnTo>
                    <a:pt x="5508373" y="127695"/>
                  </a:lnTo>
                  <a:lnTo>
                    <a:pt x="5508467" y="127695"/>
                  </a:lnTo>
                  <a:lnTo>
                    <a:pt x="5508562" y="127695"/>
                  </a:lnTo>
                  <a:lnTo>
                    <a:pt x="5508656" y="127695"/>
                  </a:lnTo>
                  <a:lnTo>
                    <a:pt x="5508750" y="127695"/>
                  </a:lnTo>
                  <a:lnTo>
                    <a:pt x="5508844" y="127695"/>
                  </a:lnTo>
                  <a:lnTo>
                    <a:pt x="5508938" y="127695"/>
                  </a:lnTo>
                  <a:lnTo>
                    <a:pt x="5509032" y="127695"/>
                  </a:lnTo>
                  <a:lnTo>
                    <a:pt x="5509127" y="127695"/>
                  </a:lnTo>
                  <a:lnTo>
                    <a:pt x="5509221" y="127695"/>
                  </a:lnTo>
                  <a:lnTo>
                    <a:pt x="5509315" y="127695"/>
                  </a:lnTo>
                  <a:lnTo>
                    <a:pt x="5509409" y="127695"/>
                  </a:lnTo>
                  <a:lnTo>
                    <a:pt x="5509503" y="127695"/>
                  </a:lnTo>
                  <a:lnTo>
                    <a:pt x="5509597" y="127695"/>
                  </a:lnTo>
                  <a:lnTo>
                    <a:pt x="5509691" y="127695"/>
                  </a:lnTo>
                  <a:lnTo>
                    <a:pt x="5509786" y="127695"/>
                  </a:lnTo>
                  <a:lnTo>
                    <a:pt x="5509880" y="127695"/>
                  </a:lnTo>
                  <a:lnTo>
                    <a:pt x="5509974" y="127695"/>
                  </a:lnTo>
                  <a:lnTo>
                    <a:pt x="5510068" y="127695"/>
                  </a:lnTo>
                  <a:lnTo>
                    <a:pt x="5510162" y="127695"/>
                  </a:lnTo>
                  <a:lnTo>
                    <a:pt x="5510256" y="127695"/>
                  </a:lnTo>
                  <a:lnTo>
                    <a:pt x="5510351" y="127695"/>
                  </a:lnTo>
                  <a:lnTo>
                    <a:pt x="5510445" y="127695"/>
                  </a:lnTo>
                  <a:lnTo>
                    <a:pt x="5510539" y="127695"/>
                  </a:lnTo>
                  <a:lnTo>
                    <a:pt x="5510633" y="127695"/>
                  </a:lnTo>
                  <a:lnTo>
                    <a:pt x="5510727" y="127695"/>
                  </a:lnTo>
                  <a:lnTo>
                    <a:pt x="5510821" y="127695"/>
                  </a:lnTo>
                  <a:lnTo>
                    <a:pt x="5510915" y="127695"/>
                  </a:lnTo>
                  <a:lnTo>
                    <a:pt x="5511010" y="127695"/>
                  </a:lnTo>
                  <a:lnTo>
                    <a:pt x="5511104" y="127695"/>
                  </a:lnTo>
                  <a:lnTo>
                    <a:pt x="5511198" y="127695"/>
                  </a:lnTo>
                  <a:lnTo>
                    <a:pt x="5511292" y="127695"/>
                  </a:lnTo>
                  <a:lnTo>
                    <a:pt x="5511386" y="127695"/>
                  </a:lnTo>
                  <a:lnTo>
                    <a:pt x="5511480" y="127695"/>
                  </a:lnTo>
                  <a:lnTo>
                    <a:pt x="5511574" y="127695"/>
                  </a:lnTo>
                  <a:lnTo>
                    <a:pt x="5511669" y="127695"/>
                  </a:lnTo>
                  <a:lnTo>
                    <a:pt x="5511763" y="127695"/>
                  </a:lnTo>
                  <a:lnTo>
                    <a:pt x="5511857" y="127695"/>
                  </a:lnTo>
                  <a:lnTo>
                    <a:pt x="5511951" y="127695"/>
                  </a:lnTo>
                  <a:lnTo>
                    <a:pt x="5512045" y="127695"/>
                  </a:lnTo>
                  <a:lnTo>
                    <a:pt x="5512139" y="127695"/>
                  </a:lnTo>
                  <a:lnTo>
                    <a:pt x="5512234" y="127695"/>
                  </a:lnTo>
                  <a:lnTo>
                    <a:pt x="5512328" y="127695"/>
                  </a:lnTo>
                  <a:lnTo>
                    <a:pt x="5512422" y="127695"/>
                  </a:lnTo>
                  <a:lnTo>
                    <a:pt x="5512516" y="127695"/>
                  </a:lnTo>
                  <a:lnTo>
                    <a:pt x="5512610" y="127695"/>
                  </a:lnTo>
                  <a:lnTo>
                    <a:pt x="5512704" y="127695"/>
                  </a:lnTo>
                  <a:lnTo>
                    <a:pt x="5512798" y="127695"/>
                  </a:lnTo>
                  <a:lnTo>
                    <a:pt x="5512893" y="127695"/>
                  </a:lnTo>
                  <a:lnTo>
                    <a:pt x="5512987" y="127695"/>
                  </a:lnTo>
                  <a:lnTo>
                    <a:pt x="5513081" y="127695"/>
                  </a:lnTo>
                  <a:lnTo>
                    <a:pt x="5513175" y="127695"/>
                  </a:lnTo>
                  <a:lnTo>
                    <a:pt x="5513269" y="127695"/>
                  </a:lnTo>
                  <a:lnTo>
                    <a:pt x="5513363" y="127695"/>
                  </a:lnTo>
                  <a:lnTo>
                    <a:pt x="5513458" y="127695"/>
                  </a:lnTo>
                  <a:lnTo>
                    <a:pt x="5513552" y="127695"/>
                  </a:lnTo>
                  <a:lnTo>
                    <a:pt x="5513646" y="127695"/>
                  </a:lnTo>
                  <a:lnTo>
                    <a:pt x="5513740" y="127695"/>
                  </a:lnTo>
                  <a:lnTo>
                    <a:pt x="5513834" y="127695"/>
                  </a:lnTo>
                  <a:lnTo>
                    <a:pt x="5513928" y="127695"/>
                  </a:lnTo>
                  <a:lnTo>
                    <a:pt x="5514022" y="127695"/>
                  </a:lnTo>
                  <a:lnTo>
                    <a:pt x="5514117" y="127695"/>
                  </a:lnTo>
                  <a:lnTo>
                    <a:pt x="5514211" y="127695"/>
                  </a:lnTo>
                  <a:lnTo>
                    <a:pt x="5514305" y="127695"/>
                  </a:lnTo>
                  <a:lnTo>
                    <a:pt x="5514399" y="127695"/>
                  </a:lnTo>
                  <a:lnTo>
                    <a:pt x="5514493" y="127695"/>
                  </a:lnTo>
                  <a:lnTo>
                    <a:pt x="5514587" y="127695"/>
                  </a:lnTo>
                  <a:lnTo>
                    <a:pt x="5514682" y="127695"/>
                  </a:lnTo>
                  <a:lnTo>
                    <a:pt x="5514776" y="127695"/>
                  </a:lnTo>
                  <a:lnTo>
                    <a:pt x="5514870" y="127695"/>
                  </a:lnTo>
                  <a:lnTo>
                    <a:pt x="5514964" y="127695"/>
                  </a:lnTo>
                  <a:lnTo>
                    <a:pt x="5515058" y="127695"/>
                  </a:lnTo>
                  <a:lnTo>
                    <a:pt x="5515152" y="127695"/>
                  </a:lnTo>
                  <a:lnTo>
                    <a:pt x="5515246" y="127695"/>
                  </a:lnTo>
                  <a:lnTo>
                    <a:pt x="5515341" y="127695"/>
                  </a:lnTo>
                  <a:lnTo>
                    <a:pt x="5515435" y="127695"/>
                  </a:lnTo>
                  <a:lnTo>
                    <a:pt x="5515529" y="127695"/>
                  </a:lnTo>
                  <a:lnTo>
                    <a:pt x="5515623" y="127695"/>
                  </a:lnTo>
                  <a:lnTo>
                    <a:pt x="5515717" y="127695"/>
                  </a:lnTo>
                  <a:lnTo>
                    <a:pt x="5515811" y="127695"/>
                  </a:lnTo>
                  <a:lnTo>
                    <a:pt x="5515905" y="127695"/>
                  </a:lnTo>
                  <a:lnTo>
                    <a:pt x="5516000" y="127695"/>
                  </a:lnTo>
                  <a:lnTo>
                    <a:pt x="5516094" y="127695"/>
                  </a:lnTo>
                  <a:lnTo>
                    <a:pt x="5516188" y="127695"/>
                  </a:lnTo>
                  <a:lnTo>
                    <a:pt x="5516282" y="127695"/>
                  </a:lnTo>
                  <a:lnTo>
                    <a:pt x="5516376" y="127695"/>
                  </a:lnTo>
                  <a:lnTo>
                    <a:pt x="5516470" y="127695"/>
                  </a:lnTo>
                  <a:lnTo>
                    <a:pt x="5516565" y="127695"/>
                  </a:lnTo>
                  <a:lnTo>
                    <a:pt x="5516659" y="127695"/>
                  </a:lnTo>
                  <a:lnTo>
                    <a:pt x="5516753" y="127695"/>
                  </a:lnTo>
                  <a:lnTo>
                    <a:pt x="5516847" y="127695"/>
                  </a:lnTo>
                  <a:lnTo>
                    <a:pt x="5516941" y="127695"/>
                  </a:lnTo>
                  <a:lnTo>
                    <a:pt x="5517035" y="127695"/>
                  </a:lnTo>
                  <a:lnTo>
                    <a:pt x="5517129" y="127695"/>
                  </a:lnTo>
                  <a:lnTo>
                    <a:pt x="5517224" y="127695"/>
                  </a:lnTo>
                  <a:lnTo>
                    <a:pt x="5517318" y="127695"/>
                  </a:lnTo>
                  <a:lnTo>
                    <a:pt x="5517412" y="127695"/>
                  </a:lnTo>
                  <a:lnTo>
                    <a:pt x="5517506" y="127695"/>
                  </a:lnTo>
                  <a:lnTo>
                    <a:pt x="5517600" y="127695"/>
                  </a:lnTo>
                  <a:lnTo>
                    <a:pt x="5517694" y="127695"/>
                  </a:lnTo>
                  <a:lnTo>
                    <a:pt x="5517789" y="127695"/>
                  </a:lnTo>
                  <a:lnTo>
                    <a:pt x="5517883" y="127695"/>
                  </a:lnTo>
                  <a:lnTo>
                    <a:pt x="5517977" y="127695"/>
                  </a:lnTo>
                  <a:lnTo>
                    <a:pt x="5518071" y="127695"/>
                  </a:lnTo>
                  <a:lnTo>
                    <a:pt x="5518165" y="127695"/>
                  </a:lnTo>
                  <a:lnTo>
                    <a:pt x="5518259" y="127695"/>
                  </a:lnTo>
                  <a:lnTo>
                    <a:pt x="5518353" y="127695"/>
                  </a:lnTo>
                  <a:lnTo>
                    <a:pt x="5518448" y="127695"/>
                  </a:lnTo>
                  <a:lnTo>
                    <a:pt x="5518542" y="127695"/>
                  </a:lnTo>
                  <a:lnTo>
                    <a:pt x="5518636" y="127695"/>
                  </a:lnTo>
                  <a:lnTo>
                    <a:pt x="5518730" y="127695"/>
                  </a:lnTo>
                  <a:lnTo>
                    <a:pt x="5518824" y="127695"/>
                  </a:lnTo>
                  <a:lnTo>
                    <a:pt x="5518918" y="127695"/>
                  </a:lnTo>
                  <a:lnTo>
                    <a:pt x="5519013" y="127695"/>
                  </a:lnTo>
                  <a:lnTo>
                    <a:pt x="5519107" y="127695"/>
                  </a:lnTo>
                  <a:lnTo>
                    <a:pt x="5519201" y="127695"/>
                  </a:lnTo>
                  <a:lnTo>
                    <a:pt x="5519295" y="127695"/>
                  </a:lnTo>
                  <a:lnTo>
                    <a:pt x="5519389" y="127695"/>
                  </a:lnTo>
                  <a:lnTo>
                    <a:pt x="5519483" y="127695"/>
                  </a:lnTo>
                  <a:lnTo>
                    <a:pt x="5519577" y="127695"/>
                  </a:lnTo>
                  <a:lnTo>
                    <a:pt x="5519672" y="127695"/>
                  </a:lnTo>
                  <a:lnTo>
                    <a:pt x="5519766" y="127695"/>
                  </a:lnTo>
                  <a:lnTo>
                    <a:pt x="5519860" y="127695"/>
                  </a:lnTo>
                  <a:lnTo>
                    <a:pt x="5519954" y="127695"/>
                  </a:lnTo>
                  <a:lnTo>
                    <a:pt x="5520048" y="127695"/>
                  </a:lnTo>
                  <a:lnTo>
                    <a:pt x="5520142" y="127695"/>
                  </a:lnTo>
                  <a:lnTo>
                    <a:pt x="5520236" y="127695"/>
                  </a:lnTo>
                  <a:lnTo>
                    <a:pt x="5520331" y="127695"/>
                  </a:lnTo>
                  <a:lnTo>
                    <a:pt x="5520425" y="127695"/>
                  </a:lnTo>
                  <a:lnTo>
                    <a:pt x="5520519" y="127695"/>
                  </a:lnTo>
                  <a:lnTo>
                    <a:pt x="5520613" y="127695"/>
                  </a:lnTo>
                  <a:lnTo>
                    <a:pt x="5520707" y="127695"/>
                  </a:lnTo>
                  <a:lnTo>
                    <a:pt x="5520801" y="127695"/>
                  </a:lnTo>
                  <a:lnTo>
                    <a:pt x="5520896" y="127695"/>
                  </a:lnTo>
                  <a:lnTo>
                    <a:pt x="5520990" y="127695"/>
                  </a:lnTo>
                  <a:lnTo>
                    <a:pt x="5521084" y="127695"/>
                  </a:lnTo>
                  <a:lnTo>
                    <a:pt x="5521178" y="127695"/>
                  </a:lnTo>
                  <a:lnTo>
                    <a:pt x="5521272" y="127695"/>
                  </a:lnTo>
                  <a:lnTo>
                    <a:pt x="5521366" y="127695"/>
                  </a:lnTo>
                  <a:lnTo>
                    <a:pt x="5521460" y="127695"/>
                  </a:lnTo>
                  <a:lnTo>
                    <a:pt x="5521555" y="127695"/>
                  </a:lnTo>
                  <a:lnTo>
                    <a:pt x="5521649" y="127695"/>
                  </a:lnTo>
                  <a:lnTo>
                    <a:pt x="5521743" y="127695"/>
                  </a:lnTo>
                  <a:lnTo>
                    <a:pt x="5521837" y="127695"/>
                  </a:lnTo>
                  <a:lnTo>
                    <a:pt x="5521931" y="127695"/>
                  </a:lnTo>
                  <a:lnTo>
                    <a:pt x="5522025" y="127695"/>
                  </a:lnTo>
                  <a:lnTo>
                    <a:pt x="5522120" y="127695"/>
                  </a:lnTo>
                  <a:lnTo>
                    <a:pt x="5522214" y="127695"/>
                  </a:lnTo>
                  <a:lnTo>
                    <a:pt x="5522308" y="127695"/>
                  </a:lnTo>
                  <a:lnTo>
                    <a:pt x="5522402" y="127695"/>
                  </a:lnTo>
                  <a:lnTo>
                    <a:pt x="5522496" y="127695"/>
                  </a:lnTo>
                  <a:lnTo>
                    <a:pt x="5522590" y="127695"/>
                  </a:lnTo>
                  <a:lnTo>
                    <a:pt x="5522684" y="127695"/>
                  </a:lnTo>
                  <a:lnTo>
                    <a:pt x="5522779" y="127695"/>
                  </a:lnTo>
                  <a:lnTo>
                    <a:pt x="5522873" y="127695"/>
                  </a:lnTo>
                  <a:lnTo>
                    <a:pt x="5522967" y="127695"/>
                  </a:lnTo>
                  <a:lnTo>
                    <a:pt x="5523061" y="127695"/>
                  </a:lnTo>
                  <a:lnTo>
                    <a:pt x="5523155" y="127695"/>
                  </a:lnTo>
                  <a:lnTo>
                    <a:pt x="5523249" y="127695"/>
                  </a:lnTo>
                  <a:lnTo>
                    <a:pt x="5523344" y="127695"/>
                  </a:lnTo>
                  <a:lnTo>
                    <a:pt x="5523438" y="127695"/>
                  </a:lnTo>
                  <a:lnTo>
                    <a:pt x="5523532" y="127695"/>
                  </a:lnTo>
                  <a:lnTo>
                    <a:pt x="5523626" y="127695"/>
                  </a:lnTo>
                  <a:lnTo>
                    <a:pt x="5523720" y="127695"/>
                  </a:lnTo>
                  <a:lnTo>
                    <a:pt x="5523814" y="127695"/>
                  </a:lnTo>
                  <a:lnTo>
                    <a:pt x="5523908" y="127695"/>
                  </a:lnTo>
                  <a:lnTo>
                    <a:pt x="5524003" y="127695"/>
                  </a:lnTo>
                  <a:lnTo>
                    <a:pt x="5524097" y="127695"/>
                  </a:lnTo>
                  <a:lnTo>
                    <a:pt x="5524191" y="127695"/>
                  </a:lnTo>
                  <a:lnTo>
                    <a:pt x="5524285" y="127695"/>
                  </a:lnTo>
                  <a:lnTo>
                    <a:pt x="5524379" y="127695"/>
                  </a:lnTo>
                  <a:lnTo>
                    <a:pt x="5524473" y="127695"/>
                  </a:lnTo>
                  <a:lnTo>
                    <a:pt x="5524567" y="127695"/>
                  </a:lnTo>
                  <a:lnTo>
                    <a:pt x="5524662" y="127695"/>
                  </a:lnTo>
                  <a:lnTo>
                    <a:pt x="5524756" y="127695"/>
                  </a:lnTo>
                  <a:lnTo>
                    <a:pt x="5524850" y="127695"/>
                  </a:lnTo>
                  <a:lnTo>
                    <a:pt x="5524944" y="127695"/>
                  </a:lnTo>
                  <a:lnTo>
                    <a:pt x="5525038" y="127695"/>
                  </a:lnTo>
                  <a:lnTo>
                    <a:pt x="5525132" y="127695"/>
                  </a:lnTo>
                  <a:lnTo>
                    <a:pt x="5525227" y="127695"/>
                  </a:lnTo>
                  <a:lnTo>
                    <a:pt x="5525321" y="127695"/>
                  </a:lnTo>
                  <a:lnTo>
                    <a:pt x="5525415" y="127695"/>
                  </a:lnTo>
                  <a:lnTo>
                    <a:pt x="5525509" y="127695"/>
                  </a:lnTo>
                  <a:lnTo>
                    <a:pt x="5525603" y="127695"/>
                  </a:lnTo>
                  <a:lnTo>
                    <a:pt x="5525697" y="127695"/>
                  </a:lnTo>
                  <a:lnTo>
                    <a:pt x="5525791" y="127695"/>
                  </a:lnTo>
                  <a:lnTo>
                    <a:pt x="5525886" y="127695"/>
                  </a:lnTo>
                  <a:lnTo>
                    <a:pt x="5525980" y="127695"/>
                  </a:lnTo>
                  <a:lnTo>
                    <a:pt x="5526074" y="127695"/>
                  </a:lnTo>
                  <a:lnTo>
                    <a:pt x="5526168" y="127695"/>
                  </a:lnTo>
                  <a:lnTo>
                    <a:pt x="5526262" y="127695"/>
                  </a:lnTo>
                  <a:lnTo>
                    <a:pt x="5526356" y="127695"/>
                  </a:lnTo>
                  <a:lnTo>
                    <a:pt x="5526451" y="127695"/>
                  </a:lnTo>
                  <a:lnTo>
                    <a:pt x="5526545" y="127695"/>
                  </a:lnTo>
                  <a:lnTo>
                    <a:pt x="5526639" y="127695"/>
                  </a:lnTo>
                  <a:lnTo>
                    <a:pt x="5526733" y="127695"/>
                  </a:lnTo>
                  <a:lnTo>
                    <a:pt x="5526827" y="127695"/>
                  </a:lnTo>
                  <a:lnTo>
                    <a:pt x="5526921" y="127695"/>
                  </a:lnTo>
                  <a:lnTo>
                    <a:pt x="5527015" y="127695"/>
                  </a:lnTo>
                  <a:lnTo>
                    <a:pt x="5527110" y="127695"/>
                  </a:lnTo>
                  <a:lnTo>
                    <a:pt x="5527204" y="127695"/>
                  </a:lnTo>
                  <a:lnTo>
                    <a:pt x="5527298" y="127695"/>
                  </a:lnTo>
                  <a:lnTo>
                    <a:pt x="5527392" y="127695"/>
                  </a:lnTo>
                  <a:lnTo>
                    <a:pt x="5527486" y="127695"/>
                  </a:lnTo>
                  <a:lnTo>
                    <a:pt x="5527580" y="127695"/>
                  </a:lnTo>
                  <a:lnTo>
                    <a:pt x="5527675" y="127695"/>
                  </a:lnTo>
                  <a:lnTo>
                    <a:pt x="5527769" y="127695"/>
                  </a:lnTo>
                  <a:lnTo>
                    <a:pt x="5527863" y="127695"/>
                  </a:lnTo>
                  <a:lnTo>
                    <a:pt x="5527957" y="127695"/>
                  </a:lnTo>
                  <a:lnTo>
                    <a:pt x="5528051" y="127695"/>
                  </a:lnTo>
                  <a:lnTo>
                    <a:pt x="5528145" y="127695"/>
                  </a:lnTo>
                  <a:lnTo>
                    <a:pt x="5528239" y="127695"/>
                  </a:lnTo>
                  <a:lnTo>
                    <a:pt x="5528334" y="127695"/>
                  </a:lnTo>
                  <a:lnTo>
                    <a:pt x="5528428" y="127695"/>
                  </a:lnTo>
                  <a:lnTo>
                    <a:pt x="5528522" y="127695"/>
                  </a:lnTo>
                  <a:lnTo>
                    <a:pt x="5528616" y="127695"/>
                  </a:lnTo>
                  <a:lnTo>
                    <a:pt x="5528710" y="127695"/>
                  </a:lnTo>
                  <a:lnTo>
                    <a:pt x="5528804" y="127695"/>
                  </a:lnTo>
                  <a:lnTo>
                    <a:pt x="5528898" y="127695"/>
                  </a:lnTo>
                  <a:lnTo>
                    <a:pt x="5528993" y="127695"/>
                  </a:lnTo>
                  <a:lnTo>
                    <a:pt x="5529087" y="127695"/>
                  </a:lnTo>
                  <a:lnTo>
                    <a:pt x="5529181" y="127695"/>
                  </a:lnTo>
                  <a:lnTo>
                    <a:pt x="5529275" y="127695"/>
                  </a:lnTo>
                  <a:lnTo>
                    <a:pt x="5529369" y="127695"/>
                  </a:lnTo>
                  <a:lnTo>
                    <a:pt x="5529463" y="127695"/>
                  </a:lnTo>
                  <a:lnTo>
                    <a:pt x="5529558" y="127695"/>
                  </a:lnTo>
                  <a:lnTo>
                    <a:pt x="5529652" y="127695"/>
                  </a:lnTo>
                  <a:lnTo>
                    <a:pt x="5529746" y="127695"/>
                  </a:lnTo>
                  <a:lnTo>
                    <a:pt x="5529840" y="127695"/>
                  </a:lnTo>
                  <a:lnTo>
                    <a:pt x="5529934" y="127695"/>
                  </a:lnTo>
                  <a:lnTo>
                    <a:pt x="5530028" y="127695"/>
                  </a:lnTo>
                  <a:lnTo>
                    <a:pt x="5530122" y="127695"/>
                  </a:lnTo>
                  <a:lnTo>
                    <a:pt x="5530217" y="127695"/>
                  </a:lnTo>
                  <a:lnTo>
                    <a:pt x="5530311" y="127695"/>
                  </a:lnTo>
                  <a:lnTo>
                    <a:pt x="5530405" y="127695"/>
                  </a:lnTo>
                  <a:lnTo>
                    <a:pt x="5530499" y="127695"/>
                  </a:lnTo>
                  <a:lnTo>
                    <a:pt x="5530593" y="127695"/>
                  </a:lnTo>
                  <a:lnTo>
                    <a:pt x="5530687" y="127695"/>
                  </a:lnTo>
                  <a:lnTo>
                    <a:pt x="5530782" y="127695"/>
                  </a:lnTo>
                  <a:lnTo>
                    <a:pt x="5530876" y="127695"/>
                  </a:lnTo>
                  <a:lnTo>
                    <a:pt x="5530970" y="127695"/>
                  </a:lnTo>
                  <a:lnTo>
                    <a:pt x="5531064" y="127695"/>
                  </a:lnTo>
                  <a:lnTo>
                    <a:pt x="5531158" y="127695"/>
                  </a:lnTo>
                  <a:lnTo>
                    <a:pt x="5531252" y="127695"/>
                  </a:lnTo>
                  <a:lnTo>
                    <a:pt x="5531346" y="127695"/>
                  </a:lnTo>
                  <a:lnTo>
                    <a:pt x="5531441" y="127695"/>
                  </a:lnTo>
                  <a:lnTo>
                    <a:pt x="5531535" y="127695"/>
                  </a:lnTo>
                  <a:lnTo>
                    <a:pt x="5531629" y="127695"/>
                  </a:lnTo>
                  <a:lnTo>
                    <a:pt x="5531723" y="127695"/>
                  </a:lnTo>
                  <a:lnTo>
                    <a:pt x="5531817" y="127695"/>
                  </a:lnTo>
                  <a:lnTo>
                    <a:pt x="5531911" y="127695"/>
                  </a:lnTo>
                  <a:lnTo>
                    <a:pt x="5532006" y="127695"/>
                  </a:lnTo>
                  <a:lnTo>
                    <a:pt x="5532100" y="127695"/>
                  </a:lnTo>
                  <a:lnTo>
                    <a:pt x="5532194" y="127695"/>
                  </a:lnTo>
                  <a:lnTo>
                    <a:pt x="5532288" y="127695"/>
                  </a:lnTo>
                  <a:lnTo>
                    <a:pt x="5532382" y="127695"/>
                  </a:lnTo>
                  <a:lnTo>
                    <a:pt x="5532476" y="127695"/>
                  </a:lnTo>
                  <a:lnTo>
                    <a:pt x="5532570" y="127695"/>
                  </a:lnTo>
                  <a:lnTo>
                    <a:pt x="5532665" y="127695"/>
                  </a:lnTo>
                  <a:lnTo>
                    <a:pt x="5532759" y="127695"/>
                  </a:lnTo>
                  <a:lnTo>
                    <a:pt x="5532853" y="127695"/>
                  </a:lnTo>
                  <a:lnTo>
                    <a:pt x="5532947" y="127695"/>
                  </a:lnTo>
                  <a:lnTo>
                    <a:pt x="5533041" y="127695"/>
                  </a:lnTo>
                  <a:lnTo>
                    <a:pt x="5533135" y="127695"/>
                  </a:lnTo>
                  <a:lnTo>
                    <a:pt x="5533229" y="127695"/>
                  </a:lnTo>
                  <a:lnTo>
                    <a:pt x="5533324" y="127695"/>
                  </a:lnTo>
                  <a:lnTo>
                    <a:pt x="5533418" y="127695"/>
                  </a:lnTo>
                  <a:lnTo>
                    <a:pt x="5533512" y="127695"/>
                  </a:lnTo>
                  <a:lnTo>
                    <a:pt x="5533606" y="127695"/>
                  </a:lnTo>
                  <a:lnTo>
                    <a:pt x="5533700" y="127695"/>
                  </a:lnTo>
                  <a:lnTo>
                    <a:pt x="5533794" y="127695"/>
                  </a:lnTo>
                  <a:lnTo>
                    <a:pt x="5533889" y="127695"/>
                  </a:lnTo>
                  <a:lnTo>
                    <a:pt x="5533983" y="127695"/>
                  </a:lnTo>
                  <a:lnTo>
                    <a:pt x="5534077" y="127695"/>
                  </a:lnTo>
                  <a:lnTo>
                    <a:pt x="5534171" y="127695"/>
                  </a:lnTo>
                  <a:lnTo>
                    <a:pt x="5534265" y="127695"/>
                  </a:lnTo>
                  <a:lnTo>
                    <a:pt x="5534359" y="127695"/>
                  </a:lnTo>
                  <a:lnTo>
                    <a:pt x="5534453" y="127695"/>
                  </a:lnTo>
                  <a:lnTo>
                    <a:pt x="5534548" y="127695"/>
                  </a:lnTo>
                  <a:lnTo>
                    <a:pt x="5534642" y="127695"/>
                  </a:lnTo>
                  <a:lnTo>
                    <a:pt x="5534736" y="127695"/>
                  </a:lnTo>
                  <a:lnTo>
                    <a:pt x="5534830" y="127695"/>
                  </a:lnTo>
                  <a:lnTo>
                    <a:pt x="5534924" y="127695"/>
                  </a:lnTo>
                  <a:lnTo>
                    <a:pt x="5535018" y="127695"/>
                  </a:lnTo>
                  <a:lnTo>
                    <a:pt x="5535113" y="127695"/>
                  </a:lnTo>
                  <a:lnTo>
                    <a:pt x="5535207" y="127695"/>
                  </a:lnTo>
                  <a:lnTo>
                    <a:pt x="5535301" y="127695"/>
                  </a:lnTo>
                  <a:lnTo>
                    <a:pt x="5535395" y="127695"/>
                  </a:lnTo>
                  <a:lnTo>
                    <a:pt x="5535489" y="127695"/>
                  </a:lnTo>
                  <a:lnTo>
                    <a:pt x="5535583" y="127695"/>
                  </a:lnTo>
                  <a:lnTo>
                    <a:pt x="5535677" y="127695"/>
                  </a:lnTo>
                  <a:lnTo>
                    <a:pt x="5535772" y="127695"/>
                  </a:lnTo>
                  <a:lnTo>
                    <a:pt x="5535866" y="127695"/>
                  </a:lnTo>
                  <a:lnTo>
                    <a:pt x="5535960" y="127695"/>
                  </a:lnTo>
                  <a:lnTo>
                    <a:pt x="5536054" y="127695"/>
                  </a:lnTo>
                  <a:lnTo>
                    <a:pt x="5536148" y="127695"/>
                  </a:lnTo>
                  <a:lnTo>
                    <a:pt x="5536242" y="127695"/>
                  </a:lnTo>
                  <a:lnTo>
                    <a:pt x="5536337" y="127695"/>
                  </a:lnTo>
                  <a:lnTo>
                    <a:pt x="5536431" y="127695"/>
                  </a:lnTo>
                  <a:lnTo>
                    <a:pt x="5536525" y="127695"/>
                  </a:lnTo>
                  <a:lnTo>
                    <a:pt x="5536619" y="127695"/>
                  </a:lnTo>
                  <a:lnTo>
                    <a:pt x="5536713" y="127695"/>
                  </a:lnTo>
                  <a:lnTo>
                    <a:pt x="5536807" y="127695"/>
                  </a:lnTo>
                  <a:lnTo>
                    <a:pt x="5536901" y="127695"/>
                  </a:lnTo>
                  <a:lnTo>
                    <a:pt x="5536996" y="127695"/>
                  </a:lnTo>
                  <a:lnTo>
                    <a:pt x="5537090" y="127695"/>
                  </a:lnTo>
                  <a:lnTo>
                    <a:pt x="5537184" y="127695"/>
                  </a:lnTo>
                  <a:lnTo>
                    <a:pt x="5537278" y="127695"/>
                  </a:lnTo>
                  <a:lnTo>
                    <a:pt x="5537372" y="127695"/>
                  </a:lnTo>
                  <a:lnTo>
                    <a:pt x="5537466" y="127695"/>
                  </a:lnTo>
                  <a:lnTo>
                    <a:pt x="5537560" y="127695"/>
                  </a:lnTo>
                  <a:lnTo>
                    <a:pt x="5537655" y="127695"/>
                  </a:lnTo>
                  <a:lnTo>
                    <a:pt x="5537749" y="127695"/>
                  </a:lnTo>
                  <a:lnTo>
                    <a:pt x="5537843" y="127695"/>
                  </a:lnTo>
                  <a:lnTo>
                    <a:pt x="5537937" y="127695"/>
                  </a:lnTo>
                  <a:lnTo>
                    <a:pt x="5538031" y="127695"/>
                  </a:lnTo>
                  <a:lnTo>
                    <a:pt x="5538125" y="127695"/>
                  </a:lnTo>
                  <a:lnTo>
                    <a:pt x="5538220" y="127695"/>
                  </a:lnTo>
                  <a:lnTo>
                    <a:pt x="5538314" y="127695"/>
                  </a:lnTo>
                  <a:lnTo>
                    <a:pt x="5538408" y="127695"/>
                  </a:lnTo>
                  <a:lnTo>
                    <a:pt x="5538502" y="127695"/>
                  </a:lnTo>
                  <a:lnTo>
                    <a:pt x="5538596" y="127695"/>
                  </a:lnTo>
                  <a:lnTo>
                    <a:pt x="5538690" y="127695"/>
                  </a:lnTo>
                  <a:lnTo>
                    <a:pt x="5538784" y="127695"/>
                  </a:lnTo>
                  <a:lnTo>
                    <a:pt x="5538879" y="127695"/>
                  </a:lnTo>
                  <a:lnTo>
                    <a:pt x="5538973" y="127695"/>
                  </a:lnTo>
                  <a:lnTo>
                    <a:pt x="5539067" y="127695"/>
                  </a:lnTo>
                  <a:lnTo>
                    <a:pt x="5539161" y="127695"/>
                  </a:lnTo>
                  <a:lnTo>
                    <a:pt x="5539255" y="127695"/>
                  </a:lnTo>
                  <a:lnTo>
                    <a:pt x="5539349" y="127695"/>
                  </a:lnTo>
                  <a:lnTo>
                    <a:pt x="5539444" y="127695"/>
                  </a:lnTo>
                  <a:lnTo>
                    <a:pt x="5539538" y="127695"/>
                  </a:lnTo>
                  <a:lnTo>
                    <a:pt x="5539632" y="127695"/>
                  </a:lnTo>
                  <a:lnTo>
                    <a:pt x="5539726" y="127695"/>
                  </a:lnTo>
                  <a:lnTo>
                    <a:pt x="5539820" y="127695"/>
                  </a:lnTo>
                  <a:lnTo>
                    <a:pt x="5539914" y="127695"/>
                  </a:lnTo>
                  <a:lnTo>
                    <a:pt x="5540008" y="127695"/>
                  </a:lnTo>
                  <a:lnTo>
                    <a:pt x="5540103" y="127695"/>
                  </a:lnTo>
                  <a:lnTo>
                    <a:pt x="5540197" y="127695"/>
                  </a:lnTo>
                  <a:lnTo>
                    <a:pt x="5540291" y="127695"/>
                  </a:lnTo>
                  <a:lnTo>
                    <a:pt x="5540385" y="127695"/>
                  </a:lnTo>
                  <a:lnTo>
                    <a:pt x="5540479" y="127695"/>
                  </a:lnTo>
                  <a:lnTo>
                    <a:pt x="5540573" y="127695"/>
                  </a:lnTo>
                  <a:lnTo>
                    <a:pt x="5540668" y="127695"/>
                  </a:lnTo>
                  <a:lnTo>
                    <a:pt x="5540762" y="127695"/>
                  </a:lnTo>
                  <a:lnTo>
                    <a:pt x="5540856" y="127695"/>
                  </a:lnTo>
                  <a:lnTo>
                    <a:pt x="5540950" y="127695"/>
                  </a:lnTo>
                  <a:lnTo>
                    <a:pt x="5541044" y="127695"/>
                  </a:lnTo>
                  <a:lnTo>
                    <a:pt x="5541138" y="127695"/>
                  </a:lnTo>
                  <a:lnTo>
                    <a:pt x="5541232" y="127695"/>
                  </a:lnTo>
                  <a:lnTo>
                    <a:pt x="5541327" y="127695"/>
                  </a:lnTo>
                  <a:lnTo>
                    <a:pt x="5541421" y="127695"/>
                  </a:lnTo>
                  <a:lnTo>
                    <a:pt x="5541515" y="127695"/>
                  </a:lnTo>
                  <a:lnTo>
                    <a:pt x="5541609" y="127695"/>
                  </a:lnTo>
                  <a:lnTo>
                    <a:pt x="5541703" y="127695"/>
                  </a:lnTo>
                  <a:lnTo>
                    <a:pt x="5541797" y="127695"/>
                  </a:lnTo>
                  <a:lnTo>
                    <a:pt x="5541892" y="127695"/>
                  </a:lnTo>
                  <a:lnTo>
                    <a:pt x="5541986" y="127695"/>
                  </a:lnTo>
                  <a:lnTo>
                    <a:pt x="5542080" y="127695"/>
                  </a:lnTo>
                  <a:lnTo>
                    <a:pt x="5542174" y="127695"/>
                  </a:lnTo>
                  <a:lnTo>
                    <a:pt x="5542268" y="127695"/>
                  </a:lnTo>
                  <a:lnTo>
                    <a:pt x="5542362" y="127695"/>
                  </a:lnTo>
                  <a:lnTo>
                    <a:pt x="5542456" y="127695"/>
                  </a:lnTo>
                  <a:lnTo>
                    <a:pt x="5542551" y="127695"/>
                  </a:lnTo>
                  <a:lnTo>
                    <a:pt x="5542645" y="127695"/>
                  </a:lnTo>
                  <a:lnTo>
                    <a:pt x="5542739" y="127695"/>
                  </a:lnTo>
                  <a:lnTo>
                    <a:pt x="5542833" y="127695"/>
                  </a:lnTo>
                  <a:lnTo>
                    <a:pt x="5542927" y="127695"/>
                  </a:lnTo>
                  <a:lnTo>
                    <a:pt x="5543021" y="127695"/>
                  </a:lnTo>
                  <a:lnTo>
                    <a:pt x="5543115" y="127695"/>
                  </a:lnTo>
                  <a:lnTo>
                    <a:pt x="5543210" y="127695"/>
                  </a:lnTo>
                  <a:lnTo>
                    <a:pt x="5543304" y="127695"/>
                  </a:lnTo>
                  <a:lnTo>
                    <a:pt x="5543398" y="127695"/>
                  </a:lnTo>
                  <a:lnTo>
                    <a:pt x="5543398" y="122784"/>
                  </a:lnTo>
                  <a:lnTo>
                    <a:pt x="5543492" y="122784"/>
                  </a:lnTo>
                  <a:lnTo>
                    <a:pt x="5543586" y="122784"/>
                  </a:lnTo>
                  <a:lnTo>
                    <a:pt x="5543680" y="122784"/>
                  </a:lnTo>
                  <a:lnTo>
                    <a:pt x="5543775" y="122784"/>
                  </a:lnTo>
                  <a:lnTo>
                    <a:pt x="5543869" y="122784"/>
                  </a:lnTo>
                  <a:lnTo>
                    <a:pt x="5543963" y="122784"/>
                  </a:lnTo>
                  <a:lnTo>
                    <a:pt x="5544057" y="122784"/>
                  </a:lnTo>
                  <a:lnTo>
                    <a:pt x="5544151" y="122784"/>
                  </a:lnTo>
                  <a:lnTo>
                    <a:pt x="5544245" y="122784"/>
                  </a:lnTo>
                  <a:lnTo>
                    <a:pt x="5544339" y="122784"/>
                  </a:lnTo>
                  <a:lnTo>
                    <a:pt x="5544434" y="122784"/>
                  </a:lnTo>
                  <a:lnTo>
                    <a:pt x="5544528" y="122784"/>
                  </a:lnTo>
                  <a:lnTo>
                    <a:pt x="5544622" y="122784"/>
                  </a:lnTo>
                  <a:lnTo>
                    <a:pt x="5544716" y="122784"/>
                  </a:lnTo>
                  <a:lnTo>
                    <a:pt x="5544810" y="122784"/>
                  </a:lnTo>
                  <a:lnTo>
                    <a:pt x="5544904" y="122784"/>
                  </a:lnTo>
                  <a:lnTo>
                    <a:pt x="5544999" y="122784"/>
                  </a:lnTo>
                  <a:lnTo>
                    <a:pt x="5545093" y="122784"/>
                  </a:lnTo>
                  <a:lnTo>
                    <a:pt x="5545187" y="122784"/>
                  </a:lnTo>
                  <a:lnTo>
                    <a:pt x="5545281" y="122784"/>
                  </a:lnTo>
                  <a:lnTo>
                    <a:pt x="5545375" y="122784"/>
                  </a:lnTo>
                  <a:lnTo>
                    <a:pt x="5545469" y="122784"/>
                  </a:lnTo>
                  <a:lnTo>
                    <a:pt x="5545563" y="122784"/>
                  </a:lnTo>
                  <a:lnTo>
                    <a:pt x="5545658" y="122784"/>
                  </a:lnTo>
                  <a:lnTo>
                    <a:pt x="5545752" y="122784"/>
                  </a:lnTo>
                  <a:lnTo>
                    <a:pt x="5545846" y="122784"/>
                  </a:lnTo>
                  <a:lnTo>
                    <a:pt x="5545940" y="122784"/>
                  </a:lnTo>
                  <a:lnTo>
                    <a:pt x="5546034" y="122784"/>
                  </a:lnTo>
                  <a:lnTo>
                    <a:pt x="5546034" y="117872"/>
                  </a:lnTo>
                  <a:lnTo>
                    <a:pt x="5546128" y="117872"/>
                  </a:lnTo>
                  <a:lnTo>
                    <a:pt x="5546223" y="117872"/>
                  </a:lnTo>
                  <a:lnTo>
                    <a:pt x="5546317" y="117872"/>
                  </a:lnTo>
                  <a:lnTo>
                    <a:pt x="5546411" y="117872"/>
                  </a:lnTo>
                  <a:lnTo>
                    <a:pt x="5546505" y="117872"/>
                  </a:lnTo>
                  <a:lnTo>
                    <a:pt x="5546599" y="117872"/>
                  </a:lnTo>
                  <a:lnTo>
                    <a:pt x="5546693" y="117872"/>
                  </a:lnTo>
                  <a:lnTo>
                    <a:pt x="5546787" y="117872"/>
                  </a:lnTo>
                  <a:lnTo>
                    <a:pt x="5546882" y="117872"/>
                  </a:lnTo>
                  <a:lnTo>
                    <a:pt x="5546976" y="117872"/>
                  </a:lnTo>
                  <a:lnTo>
                    <a:pt x="5547070" y="117872"/>
                  </a:lnTo>
                  <a:lnTo>
                    <a:pt x="5547164" y="117872"/>
                  </a:lnTo>
                  <a:lnTo>
                    <a:pt x="5547258" y="117872"/>
                  </a:lnTo>
                  <a:lnTo>
                    <a:pt x="5547352" y="117872"/>
                  </a:lnTo>
                  <a:lnTo>
                    <a:pt x="5547446" y="117872"/>
                  </a:lnTo>
                  <a:lnTo>
                    <a:pt x="5547541" y="117872"/>
                  </a:lnTo>
                  <a:lnTo>
                    <a:pt x="5547635" y="117872"/>
                  </a:lnTo>
                  <a:lnTo>
                    <a:pt x="5547729" y="117872"/>
                  </a:lnTo>
                  <a:lnTo>
                    <a:pt x="5547823" y="117872"/>
                  </a:lnTo>
                  <a:lnTo>
                    <a:pt x="5547917" y="117872"/>
                  </a:lnTo>
                  <a:lnTo>
                    <a:pt x="5548011" y="117872"/>
                  </a:lnTo>
                  <a:lnTo>
                    <a:pt x="5548106" y="117872"/>
                  </a:lnTo>
                  <a:lnTo>
                    <a:pt x="5548200" y="117872"/>
                  </a:lnTo>
                  <a:lnTo>
                    <a:pt x="5548294" y="117872"/>
                  </a:lnTo>
                  <a:lnTo>
                    <a:pt x="5548388" y="117872"/>
                  </a:lnTo>
                  <a:lnTo>
                    <a:pt x="5548482" y="117872"/>
                  </a:lnTo>
                  <a:lnTo>
                    <a:pt x="5548576" y="117872"/>
                  </a:lnTo>
                  <a:lnTo>
                    <a:pt x="5548670" y="117872"/>
                  </a:lnTo>
                  <a:lnTo>
                    <a:pt x="5548765" y="117872"/>
                  </a:lnTo>
                  <a:lnTo>
                    <a:pt x="5548859" y="117872"/>
                  </a:lnTo>
                  <a:lnTo>
                    <a:pt x="5548953" y="117872"/>
                  </a:lnTo>
                  <a:lnTo>
                    <a:pt x="5549047" y="117872"/>
                  </a:lnTo>
                  <a:lnTo>
                    <a:pt x="5549141" y="117872"/>
                  </a:lnTo>
                  <a:lnTo>
                    <a:pt x="5549235" y="117872"/>
                  </a:lnTo>
                  <a:lnTo>
                    <a:pt x="5549330" y="117872"/>
                  </a:lnTo>
                  <a:lnTo>
                    <a:pt x="5549424" y="117872"/>
                  </a:lnTo>
                  <a:lnTo>
                    <a:pt x="5549518" y="117872"/>
                  </a:lnTo>
                  <a:lnTo>
                    <a:pt x="5549612" y="117872"/>
                  </a:lnTo>
                  <a:lnTo>
                    <a:pt x="5549706" y="117872"/>
                  </a:lnTo>
                  <a:lnTo>
                    <a:pt x="5549800" y="117872"/>
                  </a:lnTo>
                  <a:lnTo>
                    <a:pt x="5549894" y="117872"/>
                  </a:lnTo>
                  <a:lnTo>
                    <a:pt x="5549989" y="117872"/>
                  </a:lnTo>
                  <a:lnTo>
                    <a:pt x="5550083" y="117872"/>
                  </a:lnTo>
                  <a:lnTo>
                    <a:pt x="5550177" y="117872"/>
                  </a:lnTo>
                  <a:lnTo>
                    <a:pt x="5550271" y="117872"/>
                  </a:lnTo>
                  <a:lnTo>
                    <a:pt x="5550365" y="117872"/>
                  </a:lnTo>
                  <a:lnTo>
                    <a:pt x="5550459" y="117872"/>
                  </a:lnTo>
                  <a:lnTo>
                    <a:pt x="5550554" y="117872"/>
                  </a:lnTo>
                  <a:lnTo>
                    <a:pt x="5550648" y="117872"/>
                  </a:lnTo>
                  <a:lnTo>
                    <a:pt x="5550742" y="117872"/>
                  </a:lnTo>
                  <a:lnTo>
                    <a:pt x="5550836" y="117872"/>
                  </a:lnTo>
                  <a:lnTo>
                    <a:pt x="5550930" y="117872"/>
                  </a:lnTo>
                  <a:lnTo>
                    <a:pt x="5551024" y="117872"/>
                  </a:lnTo>
                  <a:lnTo>
                    <a:pt x="5551118" y="117872"/>
                  </a:lnTo>
                  <a:lnTo>
                    <a:pt x="5551213" y="117872"/>
                  </a:lnTo>
                  <a:lnTo>
                    <a:pt x="5551307" y="117872"/>
                  </a:lnTo>
                  <a:lnTo>
                    <a:pt x="5551401" y="117872"/>
                  </a:lnTo>
                  <a:lnTo>
                    <a:pt x="5551495" y="117872"/>
                  </a:lnTo>
                  <a:lnTo>
                    <a:pt x="5551589" y="117872"/>
                  </a:lnTo>
                  <a:lnTo>
                    <a:pt x="5551683" y="117872"/>
                  </a:lnTo>
                  <a:lnTo>
                    <a:pt x="5551777" y="117872"/>
                  </a:lnTo>
                  <a:lnTo>
                    <a:pt x="5551872" y="117872"/>
                  </a:lnTo>
                  <a:lnTo>
                    <a:pt x="5551966" y="117872"/>
                  </a:lnTo>
                  <a:lnTo>
                    <a:pt x="5552060" y="117872"/>
                  </a:lnTo>
                  <a:lnTo>
                    <a:pt x="5552154" y="117872"/>
                  </a:lnTo>
                  <a:lnTo>
                    <a:pt x="5552248" y="117872"/>
                  </a:lnTo>
                  <a:lnTo>
                    <a:pt x="5552342" y="117872"/>
                  </a:lnTo>
                  <a:lnTo>
                    <a:pt x="5552437" y="117872"/>
                  </a:lnTo>
                  <a:lnTo>
                    <a:pt x="5552531" y="117872"/>
                  </a:lnTo>
                  <a:lnTo>
                    <a:pt x="5552625" y="117872"/>
                  </a:lnTo>
                  <a:lnTo>
                    <a:pt x="5552719" y="117872"/>
                  </a:lnTo>
                  <a:lnTo>
                    <a:pt x="5552813" y="117872"/>
                  </a:lnTo>
                  <a:lnTo>
                    <a:pt x="5552907" y="117872"/>
                  </a:lnTo>
                  <a:lnTo>
                    <a:pt x="5553001" y="117872"/>
                  </a:lnTo>
                  <a:lnTo>
                    <a:pt x="5553096" y="117872"/>
                  </a:lnTo>
                  <a:lnTo>
                    <a:pt x="5553190" y="117872"/>
                  </a:lnTo>
                  <a:lnTo>
                    <a:pt x="5553284" y="117872"/>
                  </a:lnTo>
                  <a:lnTo>
                    <a:pt x="5553378" y="117872"/>
                  </a:lnTo>
                  <a:lnTo>
                    <a:pt x="5553472" y="117872"/>
                  </a:lnTo>
                  <a:lnTo>
                    <a:pt x="5553566" y="117872"/>
                  </a:lnTo>
                  <a:lnTo>
                    <a:pt x="5553661" y="117872"/>
                  </a:lnTo>
                  <a:lnTo>
                    <a:pt x="5553755" y="117872"/>
                  </a:lnTo>
                  <a:lnTo>
                    <a:pt x="5553849" y="117872"/>
                  </a:lnTo>
                  <a:lnTo>
                    <a:pt x="5553943" y="117872"/>
                  </a:lnTo>
                  <a:lnTo>
                    <a:pt x="5554037" y="117872"/>
                  </a:lnTo>
                  <a:lnTo>
                    <a:pt x="5554131" y="117872"/>
                  </a:lnTo>
                  <a:lnTo>
                    <a:pt x="5554225" y="117872"/>
                  </a:lnTo>
                  <a:lnTo>
                    <a:pt x="5554320" y="117872"/>
                  </a:lnTo>
                  <a:lnTo>
                    <a:pt x="5554414" y="117872"/>
                  </a:lnTo>
                  <a:lnTo>
                    <a:pt x="5554508" y="117872"/>
                  </a:lnTo>
                  <a:lnTo>
                    <a:pt x="5554602" y="117872"/>
                  </a:lnTo>
                  <a:lnTo>
                    <a:pt x="5554696" y="117872"/>
                  </a:lnTo>
                  <a:lnTo>
                    <a:pt x="5554790" y="117872"/>
                  </a:lnTo>
                  <a:lnTo>
                    <a:pt x="5554885" y="117872"/>
                  </a:lnTo>
                  <a:lnTo>
                    <a:pt x="5554979" y="117872"/>
                  </a:lnTo>
                  <a:lnTo>
                    <a:pt x="5555073" y="117872"/>
                  </a:lnTo>
                  <a:lnTo>
                    <a:pt x="5555167" y="117872"/>
                  </a:lnTo>
                  <a:lnTo>
                    <a:pt x="5555261" y="117872"/>
                  </a:lnTo>
                  <a:lnTo>
                    <a:pt x="5555355" y="117872"/>
                  </a:lnTo>
                  <a:lnTo>
                    <a:pt x="5555449" y="117872"/>
                  </a:lnTo>
                  <a:lnTo>
                    <a:pt x="5555544" y="117872"/>
                  </a:lnTo>
                  <a:lnTo>
                    <a:pt x="5555638" y="117872"/>
                  </a:lnTo>
                  <a:lnTo>
                    <a:pt x="5555732" y="117872"/>
                  </a:lnTo>
                  <a:lnTo>
                    <a:pt x="5555826" y="117872"/>
                  </a:lnTo>
                  <a:lnTo>
                    <a:pt x="5555920" y="117872"/>
                  </a:lnTo>
                  <a:lnTo>
                    <a:pt x="5556014" y="117872"/>
                  </a:lnTo>
                  <a:lnTo>
                    <a:pt x="5556108" y="117872"/>
                  </a:lnTo>
                  <a:lnTo>
                    <a:pt x="5556203" y="117872"/>
                  </a:lnTo>
                  <a:lnTo>
                    <a:pt x="5556297" y="117872"/>
                  </a:lnTo>
                  <a:lnTo>
                    <a:pt x="5556391" y="117872"/>
                  </a:lnTo>
                  <a:lnTo>
                    <a:pt x="5556485" y="117872"/>
                  </a:lnTo>
                  <a:lnTo>
                    <a:pt x="5556579" y="117872"/>
                  </a:lnTo>
                  <a:lnTo>
                    <a:pt x="5556673" y="117872"/>
                  </a:lnTo>
                  <a:lnTo>
                    <a:pt x="5556768" y="117872"/>
                  </a:lnTo>
                  <a:lnTo>
                    <a:pt x="5556862" y="117872"/>
                  </a:lnTo>
                  <a:lnTo>
                    <a:pt x="5556956" y="117872"/>
                  </a:lnTo>
                  <a:lnTo>
                    <a:pt x="5557050" y="117872"/>
                  </a:lnTo>
                  <a:lnTo>
                    <a:pt x="5557144" y="117872"/>
                  </a:lnTo>
                  <a:lnTo>
                    <a:pt x="5557238" y="117872"/>
                  </a:lnTo>
                  <a:lnTo>
                    <a:pt x="5557332" y="117872"/>
                  </a:lnTo>
                  <a:lnTo>
                    <a:pt x="5557427" y="117872"/>
                  </a:lnTo>
                  <a:lnTo>
                    <a:pt x="5557521" y="117872"/>
                  </a:lnTo>
                  <a:lnTo>
                    <a:pt x="5557615" y="117872"/>
                  </a:lnTo>
                  <a:lnTo>
                    <a:pt x="5557709" y="117872"/>
                  </a:lnTo>
                  <a:lnTo>
                    <a:pt x="5557803" y="117872"/>
                  </a:lnTo>
                  <a:lnTo>
                    <a:pt x="5557897" y="117872"/>
                  </a:lnTo>
                  <a:lnTo>
                    <a:pt x="5557992" y="117872"/>
                  </a:lnTo>
                  <a:lnTo>
                    <a:pt x="5558086" y="117872"/>
                  </a:lnTo>
                  <a:lnTo>
                    <a:pt x="5558180" y="117872"/>
                  </a:lnTo>
                  <a:lnTo>
                    <a:pt x="5558274" y="117872"/>
                  </a:lnTo>
                  <a:lnTo>
                    <a:pt x="5558368" y="117872"/>
                  </a:lnTo>
                  <a:lnTo>
                    <a:pt x="5558462" y="117872"/>
                  </a:lnTo>
                  <a:lnTo>
                    <a:pt x="5558556" y="117872"/>
                  </a:lnTo>
                  <a:lnTo>
                    <a:pt x="5558651" y="117872"/>
                  </a:lnTo>
                  <a:lnTo>
                    <a:pt x="5558745" y="117872"/>
                  </a:lnTo>
                  <a:lnTo>
                    <a:pt x="5558839" y="117872"/>
                  </a:lnTo>
                  <a:lnTo>
                    <a:pt x="5558933" y="117872"/>
                  </a:lnTo>
                  <a:lnTo>
                    <a:pt x="5559027" y="117872"/>
                  </a:lnTo>
                  <a:lnTo>
                    <a:pt x="5559121" y="117872"/>
                  </a:lnTo>
                  <a:lnTo>
                    <a:pt x="5559216" y="117872"/>
                  </a:lnTo>
                  <a:lnTo>
                    <a:pt x="5559310" y="117872"/>
                  </a:lnTo>
                  <a:lnTo>
                    <a:pt x="5559404" y="117872"/>
                  </a:lnTo>
                  <a:lnTo>
                    <a:pt x="5559498" y="117872"/>
                  </a:lnTo>
                  <a:lnTo>
                    <a:pt x="5559592" y="117872"/>
                  </a:lnTo>
                  <a:lnTo>
                    <a:pt x="5559686" y="117872"/>
                  </a:lnTo>
                  <a:lnTo>
                    <a:pt x="5559780" y="117872"/>
                  </a:lnTo>
                  <a:lnTo>
                    <a:pt x="5559875" y="117872"/>
                  </a:lnTo>
                  <a:lnTo>
                    <a:pt x="5559969" y="117872"/>
                  </a:lnTo>
                  <a:lnTo>
                    <a:pt x="5560063" y="117872"/>
                  </a:lnTo>
                  <a:lnTo>
                    <a:pt x="5560157" y="117872"/>
                  </a:lnTo>
                  <a:lnTo>
                    <a:pt x="5560251" y="117872"/>
                  </a:lnTo>
                  <a:lnTo>
                    <a:pt x="5560345" y="117872"/>
                  </a:lnTo>
                  <a:lnTo>
                    <a:pt x="5560439" y="117872"/>
                  </a:lnTo>
                  <a:lnTo>
                    <a:pt x="5560534" y="117872"/>
                  </a:lnTo>
                  <a:lnTo>
                    <a:pt x="5560628" y="117872"/>
                  </a:lnTo>
                  <a:lnTo>
                    <a:pt x="5560722" y="117872"/>
                  </a:lnTo>
                  <a:lnTo>
                    <a:pt x="5560816" y="117872"/>
                  </a:lnTo>
                  <a:lnTo>
                    <a:pt x="5560910" y="117872"/>
                  </a:lnTo>
                  <a:lnTo>
                    <a:pt x="5561004" y="117872"/>
                  </a:lnTo>
                  <a:lnTo>
                    <a:pt x="5561099" y="117872"/>
                  </a:lnTo>
                  <a:lnTo>
                    <a:pt x="5561193" y="117872"/>
                  </a:lnTo>
                  <a:lnTo>
                    <a:pt x="5561287" y="117872"/>
                  </a:lnTo>
                  <a:lnTo>
                    <a:pt x="5561381" y="117872"/>
                  </a:lnTo>
                  <a:lnTo>
                    <a:pt x="5561475" y="117872"/>
                  </a:lnTo>
                  <a:lnTo>
                    <a:pt x="5561569" y="117872"/>
                  </a:lnTo>
                  <a:lnTo>
                    <a:pt x="5561663" y="117872"/>
                  </a:lnTo>
                  <a:lnTo>
                    <a:pt x="5561758" y="117872"/>
                  </a:lnTo>
                  <a:lnTo>
                    <a:pt x="5561852" y="117872"/>
                  </a:lnTo>
                  <a:lnTo>
                    <a:pt x="5561946" y="117872"/>
                  </a:lnTo>
                  <a:lnTo>
                    <a:pt x="5562040" y="117872"/>
                  </a:lnTo>
                  <a:lnTo>
                    <a:pt x="5562134" y="117872"/>
                  </a:lnTo>
                  <a:lnTo>
                    <a:pt x="5562228" y="117872"/>
                  </a:lnTo>
                  <a:lnTo>
                    <a:pt x="5562323" y="117872"/>
                  </a:lnTo>
                  <a:lnTo>
                    <a:pt x="5562417" y="117872"/>
                  </a:lnTo>
                  <a:lnTo>
                    <a:pt x="5562511" y="117872"/>
                  </a:lnTo>
                  <a:lnTo>
                    <a:pt x="5562605" y="117872"/>
                  </a:lnTo>
                  <a:lnTo>
                    <a:pt x="5562699" y="117872"/>
                  </a:lnTo>
                  <a:lnTo>
                    <a:pt x="5562793" y="117872"/>
                  </a:lnTo>
                  <a:lnTo>
                    <a:pt x="5562887" y="117872"/>
                  </a:lnTo>
                  <a:lnTo>
                    <a:pt x="5562982" y="117872"/>
                  </a:lnTo>
                  <a:lnTo>
                    <a:pt x="5563076" y="117872"/>
                  </a:lnTo>
                  <a:lnTo>
                    <a:pt x="5563170" y="117872"/>
                  </a:lnTo>
                  <a:lnTo>
                    <a:pt x="5563264" y="117872"/>
                  </a:lnTo>
                  <a:lnTo>
                    <a:pt x="5563358" y="117872"/>
                  </a:lnTo>
                  <a:lnTo>
                    <a:pt x="5563452" y="117872"/>
                  </a:lnTo>
                  <a:lnTo>
                    <a:pt x="5563547" y="117872"/>
                  </a:lnTo>
                  <a:lnTo>
                    <a:pt x="5563641" y="117872"/>
                  </a:lnTo>
                  <a:lnTo>
                    <a:pt x="5563735" y="117872"/>
                  </a:lnTo>
                  <a:lnTo>
                    <a:pt x="5563829" y="117872"/>
                  </a:lnTo>
                  <a:lnTo>
                    <a:pt x="5563923" y="117872"/>
                  </a:lnTo>
                  <a:lnTo>
                    <a:pt x="5564017" y="117872"/>
                  </a:lnTo>
                  <a:lnTo>
                    <a:pt x="5564111" y="117872"/>
                  </a:lnTo>
                  <a:lnTo>
                    <a:pt x="5564111" y="112961"/>
                  </a:lnTo>
                  <a:lnTo>
                    <a:pt x="5564206" y="112961"/>
                  </a:lnTo>
                  <a:lnTo>
                    <a:pt x="5564300" y="112961"/>
                  </a:lnTo>
                  <a:lnTo>
                    <a:pt x="5564394" y="112961"/>
                  </a:lnTo>
                  <a:lnTo>
                    <a:pt x="5564488" y="112961"/>
                  </a:lnTo>
                  <a:lnTo>
                    <a:pt x="5564582" y="112961"/>
                  </a:lnTo>
                  <a:lnTo>
                    <a:pt x="5564676" y="112961"/>
                  </a:lnTo>
                  <a:lnTo>
                    <a:pt x="5564770" y="112961"/>
                  </a:lnTo>
                  <a:lnTo>
                    <a:pt x="5564865" y="112961"/>
                  </a:lnTo>
                  <a:lnTo>
                    <a:pt x="5564959" y="112961"/>
                  </a:lnTo>
                  <a:lnTo>
                    <a:pt x="5565053" y="112961"/>
                  </a:lnTo>
                  <a:lnTo>
                    <a:pt x="5565147" y="112961"/>
                  </a:lnTo>
                  <a:lnTo>
                    <a:pt x="5565241" y="112961"/>
                  </a:lnTo>
                  <a:lnTo>
                    <a:pt x="5565335" y="112961"/>
                  </a:lnTo>
                  <a:lnTo>
                    <a:pt x="5565430" y="112961"/>
                  </a:lnTo>
                  <a:lnTo>
                    <a:pt x="5565524" y="112961"/>
                  </a:lnTo>
                  <a:lnTo>
                    <a:pt x="5565618" y="112961"/>
                  </a:lnTo>
                  <a:lnTo>
                    <a:pt x="5565712" y="112961"/>
                  </a:lnTo>
                  <a:lnTo>
                    <a:pt x="5565806" y="112961"/>
                  </a:lnTo>
                  <a:lnTo>
                    <a:pt x="5565900" y="112961"/>
                  </a:lnTo>
                  <a:lnTo>
                    <a:pt x="5565994" y="112961"/>
                  </a:lnTo>
                  <a:lnTo>
                    <a:pt x="5566089" y="112961"/>
                  </a:lnTo>
                  <a:lnTo>
                    <a:pt x="5566183" y="112961"/>
                  </a:lnTo>
                  <a:lnTo>
                    <a:pt x="5566277" y="112961"/>
                  </a:lnTo>
                  <a:lnTo>
                    <a:pt x="5566371" y="112961"/>
                  </a:lnTo>
                  <a:lnTo>
                    <a:pt x="5566465" y="112961"/>
                  </a:lnTo>
                  <a:lnTo>
                    <a:pt x="5566559" y="112961"/>
                  </a:lnTo>
                  <a:lnTo>
                    <a:pt x="5566654" y="112961"/>
                  </a:lnTo>
                  <a:lnTo>
                    <a:pt x="5566748" y="112961"/>
                  </a:lnTo>
                  <a:lnTo>
                    <a:pt x="5566842" y="112961"/>
                  </a:lnTo>
                  <a:lnTo>
                    <a:pt x="5566936" y="112961"/>
                  </a:lnTo>
                  <a:lnTo>
                    <a:pt x="5567030" y="112961"/>
                  </a:lnTo>
                  <a:lnTo>
                    <a:pt x="5567124" y="112961"/>
                  </a:lnTo>
                  <a:lnTo>
                    <a:pt x="5567218" y="112961"/>
                  </a:lnTo>
                  <a:lnTo>
                    <a:pt x="5567313" y="112961"/>
                  </a:lnTo>
                  <a:lnTo>
                    <a:pt x="5567407" y="112961"/>
                  </a:lnTo>
                  <a:lnTo>
                    <a:pt x="5567501" y="112961"/>
                  </a:lnTo>
                  <a:lnTo>
                    <a:pt x="5567595" y="112961"/>
                  </a:lnTo>
                  <a:lnTo>
                    <a:pt x="5567689" y="112961"/>
                  </a:lnTo>
                  <a:lnTo>
                    <a:pt x="5567783" y="112961"/>
                  </a:lnTo>
                  <a:lnTo>
                    <a:pt x="5567878" y="112961"/>
                  </a:lnTo>
                  <a:lnTo>
                    <a:pt x="5567972" y="112961"/>
                  </a:lnTo>
                  <a:lnTo>
                    <a:pt x="5568066" y="112961"/>
                  </a:lnTo>
                  <a:lnTo>
                    <a:pt x="5568160" y="112961"/>
                  </a:lnTo>
                  <a:lnTo>
                    <a:pt x="5568254" y="112961"/>
                  </a:lnTo>
                  <a:lnTo>
                    <a:pt x="5568348" y="112961"/>
                  </a:lnTo>
                  <a:lnTo>
                    <a:pt x="5568442" y="112961"/>
                  </a:lnTo>
                  <a:lnTo>
                    <a:pt x="5568537" y="112961"/>
                  </a:lnTo>
                  <a:lnTo>
                    <a:pt x="5568631" y="112961"/>
                  </a:lnTo>
                  <a:lnTo>
                    <a:pt x="5568725" y="112961"/>
                  </a:lnTo>
                  <a:lnTo>
                    <a:pt x="5568819" y="112961"/>
                  </a:lnTo>
                  <a:lnTo>
                    <a:pt x="5568913" y="112961"/>
                  </a:lnTo>
                  <a:lnTo>
                    <a:pt x="5569007" y="112961"/>
                  </a:lnTo>
                  <a:lnTo>
                    <a:pt x="5569101" y="112961"/>
                  </a:lnTo>
                  <a:lnTo>
                    <a:pt x="5569196" y="112961"/>
                  </a:lnTo>
                  <a:lnTo>
                    <a:pt x="5569290" y="112961"/>
                  </a:lnTo>
                  <a:lnTo>
                    <a:pt x="5569384" y="112961"/>
                  </a:lnTo>
                  <a:lnTo>
                    <a:pt x="5569478" y="112961"/>
                  </a:lnTo>
                  <a:lnTo>
                    <a:pt x="5569572" y="112961"/>
                  </a:lnTo>
                  <a:lnTo>
                    <a:pt x="5569666" y="112961"/>
                  </a:lnTo>
                  <a:lnTo>
                    <a:pt x="5569761" y="112961"/>
                  </a:lnTo>
                  <a:lnTo>
                    <a:pt x="5569855" y="112961"/>
                  </a:lnTo>
                  <a:lnTo>
                    <a:pt x="5569949" y="112961"/>
                  </a:lnTo>
                  <a:lnTo>
                    <a:pt x="5570043" y="112961"/>
                  </a:lnTo>
                  <a:lnTo>
                    <a:pt x="5570137" y="112961"/>
                  </a:lnTo>
                  <a:lnTo>
                    <a:pt x="5570231" y="112961"/>
                  </a:lnTo>
                  <a:lnTo>
                    <a:pt x="5570325" y="112961"/>
                  </a:lnTo>
                  <a:lnTo>
                    <a:pt x="5570420" y="112961"/>
                  </a:lnTo>
                  <a:lnTo>
                    <a:pt x="5570514" y="112961"/>
                  </a:lnTo>
                  <a:lnTo>
                    <a:pt x="5570608" y="112961"/>
                  </a:lnTo>
                  <a:lnTo>
                    <a:pt x="5570702" y="112961"/>
                  </a:lnTo>
                  <a:lnTo>
                    <a:pt x="5570796" y="112961"/>
                  </a:lnTo>
                  <a:lnTo>
                    <a:pt x="5570890" y="112961"/>
                  </a:lnTo>
                  <a:lnTo>
                    <a:pt x="5570985" y="112961"/>
                  </a:lnTo>
                  <a:lnTo>
                    <a:pt x="5571079" y="112961"/>
                  </a:lnTo>
                  <a:lnTo>
                    <a:pt x="5571173" y="112961"/>
                  </a:lnTo>
                  <a:lnTo>
                    <a:pt x="5571267" y="112961"/>
                  </a:lnTo>
                  <a:lnTo>
                    <a:pt x="5571361" y="112961"/>
                  </a:lnTo>
                  <a:lnTo>
                    <a:pt x="5571455" y="112961"/>
                  </a:lnTo>
                  <a:lnTo>
                    <a:pt x="5571549" y="112961"/>
                  </a:lnTo>
                  <a:lnTo>
                    <a:pt x="5571644" y="112961"/>
                  </a:lnTo>
                  <a:lnTo>
                    <a:pt x="5571738" y="112961"/>
                  </a:lnTo>
                  <a:lnTo>
                    <a:pt x="5571832" y="112961"/>
                  </a:lnTo>
                  <a:lnTo>
                    <a:pt x="5571926" y="112961"/>
                  </a:lnTo>
                  <a:lnTo>
                    <a:pt x="5572020" y="112961"/>
                  </a:lnTo>
                  <a:lnTo>
                    <a:pt x="5572114" y="112961"/>
                  </a:lnTo>
                  <a:lnTo>
                    <a:pt x="5572209" y="112961"/>
                  </a:lnTo>
                  <a:lnTo>
                    <a:pt x="5572303" y="112961"/>
                  </a:lnTo>
                  <a:lnTo>
                    <a:pt x="5572397" y="112961"/>
                  </a:lnTo>
                  <a:lnTo>
                    <a:pt x="5572491" y="112961"/>
                  </a:lnTo>
                  <a:lnTo>
                    <a:pt x="5572585" y="112961"/>
                  </a:lnTo>
                  <a:lnTo>
                    <a:pt x="5572679" y="112961"/>
                  </a:lnTo>
                  <a:lnTo>
                    <a:pt x="5572773" y="112961"/>
                  </a:lnTo>
                  <a:lnTo>
                    <a:pt x="5572868" y="112961"/>
                  </a:lnTo>
                  <a:lnTo>
                    <a:pt x="5572962" y="112961"/>
                  </a:lnTo>
                  <a:lnTo>
                    <a:pt x="5573056" y="112961"/>
                  </a:lnTo>
                  <a:lnTo>
                    <a:pt x="5573150" y="112961"/>
                  </a:lnTo>
                  <a:lnTo>
                    <a:pt x="5573244" y="112961"/>
                  </a:lnTo>
                  <a:lnTo>
                    <a:pt x="5573338" y="112961"/>
                  </a:lnTo>
                  <a:lnTo>
                    <a:pt x="5573432" y="112961"/>
                  </a:lnTo>
                  <a:lnTo>
                    <a:pt x="5573527" y="112961"/>
                  </a:lnTo>
                  <a:lnTo>
                    <a:pt x="5573621" y="112961"/>
                  </a:lnTo>
                  <a:lnTo>
                    <a:pt x="5573715" y="112961"/>
                  </a:lnTo>
                  <a:lnTo>
                    <a:pt x="5573809" y="112961"/>
                  </a:lnTo>
                  <a:lnTo>
                    <a:pt x="5573903" y="112961"/>
                  </a:lnTo>
                  <a:lnTo>
                    <a:pt x="5573997" y="112961"/>
                  </a:lnTo>
                  <a:lnTo>
                    <a:pt x="5574092" y="112961"/>
                  </a:lnTo>
                  <a:lnTo>
                    <a:pt x="5574186" y="112961"/>
                  </a:lnTo>
                  <a:lnTo>
                    <a:pt x="5574280" y="112961"/>
                  </a:lnTo>
                  <a:lnTo>
                    <a:pt x="5574374" y="112961"/>
                  </a:lnTo>
                  <a:lnTo>
                    <a:pt x="5574468" y="112961"/>
                  </a:lnTo>
                  <a:lnTo>
                    <a:pt x="5574562" y="112961"/>
                  </a:lnTo>
                  <a:lnTo>
                    <a:pt x="5574656" y="112961"/>
                  </a:lnTo>
                  <a:lnTo>
                    <a:pt x="5574751" y="112961"/>
                  </a:lnTo>
                  <a:lnTo>
                    <a:pt x="5574845" y="112961"/>
                  </a:lnTo>
                  <a:lnTo>
                    <a:pt x="5574939" y="112961"/>
                  </a:lnTo>
                  <a:lnTo>
                    <a:pt x="5575033" y="112961"/>
                  </a:lnTo>
                  <a:lnTo>
                    <a:pt x="5575127" y="112961"/>
                  </a:lnTo>
                  <a:lnTo>
                    <a:pt x="5575221" y="112961"/>
                  </a:lnTo>
                  <a:lnTo>
                    <a:pt x="5575316" y="112961"/>
                  </a:lnTo>
                  <a:lnTo>
                    <a:pt x="5575410" y="112961"/>
                  </a:lnTo>
                  <a:lnTo>
                    <a:pt x="5575504" y="112961"/>
                  </a:lnTo>
                  <a:lnTo>
                    <a:pt x="5575598" y="112961"/>
                  </a:lnTo>
                  <a:lnTo>
                    <a:pt x="5575692" y="112961"/>
                  </a:lnTo>
                  <a:lnTo>
                    <a:pt x="5575786" y="112961"/>
                  </a:lnTo>
                  <a:lnTo>
                    <a:pt x="5575880" y="112961"/>
                  </a:lnTo>
                  <a:lnTo>
                    <a:pt x="5575975" y="112961"/>
                  </a:lnTo>
                  <a:lnTo>
                    <a:pt x="5576069" y="112961"/>
                  </a:lnTo>
                  <a:lnTo>
                    <a:pt x="5576163" y="112961"/>
                  </a:lnTo>
                  <a:lnTo>
                    <a:pt x="5576257" y="112961"/>
                  </a:lnTo>
                  <a:lnTo>
                    <a:pt x="5576351" y="112961"/>
                  </a:lnTo>
                  <a:lnTo>
                    <a:pt x="5576445" y="112961"/>
                  </a:lnTo>
                  <a:lnTo>
                    <a:pt x="5576540" y="112961"/>
                  </a:lnTo>
                  <a:lnTo>
                    <a:pt x="5576634" y="112961"/>
                  </a:lnTo>
                  <a:lnTo>
                    <a:pt x="5576728" y="112961"/>
                  </a:lnTo>
                  <a:lnTo>
                    <a:pt x="5576822" y="112961"/>
                  </a:lnTo>
                  <a:lnTo>
                    <a:pt x="5576916" y="112961"/>
                  </a:lnTo>
                  <a:lnTo>
                    <a:pt x="5577010" y="112961"/>
                  </a:lnTo>
                  <a:lnTo>
                    <a:pt x="5577104" y="112961"/>
                  </a:lnTo>
                  <a:lnTo>
                    <a:pt x="5577199" y="112961"/>
                  </a:lnTo>
                  <a:lnTo>
                    <a:pt x="5577293" y="112961"/>
                  </a:lnTo>
                  <a:lnTo>
                    <a:pt x="5577387" y="112961"/>
                  </a:lnTo>
                  <a:lnTo>
                    <a:pt x="5577481" y="112961"/>
                  </a:lnTo>
                  <a:lnTo>
                    <a:pt x="5577575" y="112961"/>
                  </a:lnTo>
                  <a:lnTo>
                    <a:pt x="5577669" y="112961"/>
                  </a:lnTo>
                  <a:lnTo>
                    <a:pt x="5577763" y="112961"/>
                  </a:lnTo>
                  <a:lnTo>
                    <a:pt x="5577858" y="112961"/>
                  </a:lnTo>
                  <a:lnTo>
                    <a:pt x="5577952" y="112961"/>
                  </a:lnTo>
                  <a:lnTo>
                    <a:pt x="5578046" y="112961"/>
                  </a:lnTo>
                  <a:lnTo>
                    <a:pt x="5578140" y="112961"/>
                  </a:lnTo>
                  <a:lnTo>
                    <a:pt x="5578234" y="112961"/>
                  </a:lnTo>
                  <a:lnTo>
                    <a:pt x="5578328" y="112961"/>
                  </a:lnTo>
                  <a:lnTo>
                    <a:pt x="5578423" y="112961"/>
                  </a:lnTo>
                  <a:lnTo>
                    <a:pt x="5578517" y="112961"/>
                  </a:lnTo>
                  <a:lnTo>
                    <a:pt x="5578611" y="112961"/>
                  </a:lnTo>
                  <a:lnTo>
                    <a:pt x="5578705" y="112961"/>
                  </a:lnTo>
                  <a:lnTo>
                    <a:pt x="5578799" y="112961"/>
                  </a:lnTo>
                  <a:lnTo>
                    <a:pt x="5578893" y="112961"/>
                  </a:lnTo>
                  <a:lnTo>
                    <a:pt x="5578987" y="112961"/>
                  </a:lnTo>
                  <a:lnTo>
                    <a:pt x="5579082" y="112961"/>
                  </a:lnTo>
                  <a:lnTo>
                    <a:pt x="5579176" y="112961"/>
                  </a:lnTo>
                  <a:lnTo>
                    <a:pt x="5579270" y="112961"/>
                  </a:lnTo>
                  <a:lnTo>
                    <a:pt x="5579364" y="112961"/>
                  </a:lnTo>
                  <a:lnTo>
                    <a:pt x="5579458" y="112961"/>
                  </a:lnTo>
                  <a:lnTo>
                    <a:pt x="5579552" y="112961"/>
                  </a:lnTo>
                  <a:lnTo>
                    <a:pt x="5579647" y="112961"/>
                  </a:lnTo>
                  <a:lnTo>
                    <a:pt x="5579741" y="112961"/>
                  </a:lnTo>
                  <a:lnTo>
                    <a:pt x="5579835" y="112961"/>
                  </a:lnTo>
                  <a:lnTo>
                    <a:pt x="5579929" y="112961"/>
                  </a:lnTo>
                  <a:lnTo>
                    <a:pt x="5580023" y="112961"/>
                  </a:lnTo>
                  <a:lnTo>
                    <a:pt x="5580117" y="112961"/>
                  </a:lnTo>
                  <a:lnTo>
                    <a:pt x="5580211" y="112961"/>
                  </a:lnTo>
                  <a:lnTo>
                    <a:pt x="5580306" y="112961"/>
                  </a:lnTo>
                  <a:lnTo>
                    <a:pt x="5580400" y="112961"/>
                  </a:lnTo>
                  <a:lnTo>
                    <a:pt x="5580494" y="112961"/>
                  </a:lnTo>
                  <a:lnTo>
                    <a:pt x="5580588" y="112961"/>
                  </a:lnTo>
                  <a:lnTo>
                    <a:pt x="5580682" y="112961"/>
                  </a:lnTo>
                  <a:lnTo>
                    <a:pt x="5580776" y="112961"/>
                  </a:lnTo>
                  <a:lnTo>
                    <a:pt x="5580871" y="112961"/>
                  </a:lnTo>
                  <a:lnTo>
                    <a:pt x="5580965" y="112961"/>
                  </a:lnTo>
                  <a:lnTo>
                    <a:pt x="5581059" y="112961"/>
                  </a:lnTo>
                  <a:lnTo>
                    <a:pt x="5581153" y="112961"/>
                  </a:lnTo>
                  <a:lnTo>
                    <a:pt x="5581247" y="112961"/>
                  </a:lnTo>
                  <a:lnTo>
                    <a:pt x="5581341" y="112961"/>
                  </a:lnTo>
                  <a:lnTo>
                    <a:pt x="5581435" y="112961"/>
                  </a:lnTo>
                  <a:lnTo>
                    <a:pt x="5581530" y="112961"/>
                  </a:lnTo>
                  <a:lnTo>
                    <a:pt x="5581624" y="112961"/>
                  </a:lnTo>
                  <a:lnTo>
                    <a:pt x="5581718" y="112961"/>
                  </a:lnTo>
                  <a:lnTo>
                    <a:pt x="5581812" y="112961"/>
                  </a:lnTo>
                  <a:lnTo>
                    <a:pt x="5581906" y="112961"/>
                  </a:lnTo>
                  <a:lnTo>
                    <a:pt x="5582000" y="112961"/>
                  </a:lnTo>
                  <a:lnTo>
                    <a:pt x="5582094" y="112961"/>
                  </a:lnTo>
                  <a:lnTo>
                    <a:pt x="5582189" y="112961"/>
                  </a:lnTo>
                  <a:lnTo>
                    <a:pt x="5582283" y="112961"/>
                  </a:lnTo>
                  <a:lnTo>
                    <a:pt x="5582377" y="112961"/>
                  </a:lnTo>
                  <a:lnTo>
                    <a:pt x="5582471" y="112961"/>
                  </a:lnTo>
                  <a:lnTo>
                    <a:pt x="5582565" y="112961"/>
                  </a:lnTo>
                  <a:lnTo>
                    <a:pt x="5582659" y="112961"/>
                  </a:lnTo>
                  <a:lnTo>
                    <a:pt x="5582754" y="112961"/>
                  </a:lnTo>
                  <a:lnTo>
                    <a:pt x="5582848" y="112961"/>
                  </a:lnTo>
                  <a:lnTo>
                    <a:pt x="5582942" y="112961"/>
                  </a:lnTo>
                  <a:lnTo>
                    <a:pt x="5583036" y="112961"/>
                  </a:lnTo>
                  <a:lnTo>
                    <a:pt x="5583130" y="112961"/>
                  </a:lnTo>
                  <a:lnTo>
                    <a:pt x="5583224" y="112961"/>
                  </a:lnTo>
                  <a:lnTo>
                    <a:pt x="5583318" y="112961"/>
                  </a:lnTo>
                  <a:lnTo>
                    <a:pt x="5583413" y="112961"/>
                  </a:lnTo>
                  <a:lnTo>
                    <a:pt x="5583507" y="112961"/>
                  </a:lnTo>
                  <a:lnTo>
                    <a:pt x="5583601" y="112961"/>
                  </a:lnTo>
                  <a:lnTo>
                    <a:pt x="5583695" y="112961"/>
                  </a:lnTo>
                  <a:lnTo>
                    <a:pt x="5583789" y="112961"/>
                  </a:lnTo>
                  <a:lnTo>
                    <a:pt x="5583883" y="112961"/>
                  </a:lnTo>
                  <a:lnTo>
                    <a:pt x="5583978" y="112961"/>
                  </a:lnTo>
                  <a:lnTo>
                    <a:pt x="5584072" y="112961"/>
                  </a:lnTo>
                  <a:lnTo>
                    <a:pt x="5584166" y="112961"/>
                  </a:lnTo>
                  <a:lnTo>
                    <a:pt x="5584260" y="112961"/>
                  </a:lnTo>
                  <a:lnTo>
                    <a:pt x="5584354" y="112961"/>
                  </a:lnTo>
                  <a:lnTo>
                    <a:pt x="5584448" y="112961"/>
                  </a:lnTo>
                  <a:lnTo>
                    <a:pt x="5584542" y="112961"/>
                  </a:lnTo>
                  <a:lnTo>
                    <a:pt x="5584637" y="112961"/>
                  </a:lnTo>
                  <a:lnTo>
                    <a:pt x="5584731" y="112961"/>
                  </a:lnTo>
                  <a:lnTo>
                    <a:pt x="5584825" y="112961"/>
                  </a:lnTo>
                  <a:lnTo>
                    <a:pt x="5584919" y="112961"/>
                  </a:lnTo>
                  <a:lnTo>
                    <a:pt x="5585013" y="112961"/>
                  </a:lnTo>
                  <a:lnTo>
                    <a:pt x="5585107" y="112961"/>
                  </a:lnTo>
                  <a:lnTo>
                    <a:pt x="5585202" y="112961"/>
                  </a:lnTo>
                  <a:lnTo>
                    <a:pt x="5585296" y="112961"/>
                  </a:lnTo>
                  <a:lnTo>
                    <a:pt x="5585390" y="112961"/>
                  </a:lnTo>
                  <a:lnTo>
                    <a:pt x="5585484" y="112961"/>
                  </a:lnTo>
                  <a:lnTo>
                    <a:pt x="5585578" y="112961"/>
                  </a:lnTo>
                  <a:lnTo>
                    <a:pt x="5585672" y="112961"/>
                  </a:lnTo>
                  <a:lnTo>
                    <a:pt x="5585766" y="112961"/>
                  </a:lnTo>
                  <a:lnTo>
                    <a:pt x="5585861" y="112961"/>
                  </a:lnTo>
                  <a:lnTo>
                    <a:pt x="5585955" y="112961"/>
                  </a:lnTo>
                  <a:lnTo>
                    <a:pt x="5586049" y="112961"/>
                  </a:lnTo>
                  <a:lnTo>
                    <a:pt x="5586143" y="112961"/>
                  </a:lnTo>
                  <a:lnTo>
                    <a:pt x="5586237" y="112961"/>
                  </a:lnTo>
                  <a:lnTo>
                    <a:pt x="5586331" y="112961"/>
                  </a:lnTo>
                  <a:lnTo>
                    <a:pt x="5586425" y="112961"/>
                  </a:lnTo>
                  <a:lnTo>
                    <a:pt x="5586520" y="112961"/>
                  </a:lnTo>
                  <a:lnTo>
                    <a:pt x="5586614" y="112961"/>
                  </a:lnTo>
                  <a:lnTo>
                    <a:pt x="5586708" y="112961"/>
                  </a:lnTo>
                  <a:lnTo>
                    <a:pt x="5586802" y="112961"/>
                  </a:lnTo>
                  <a:lnTo>
                    <a:pt x="5586896" y="112961"/>
                  </a:lnTo>
                  <a:lnTo>
                    <a:pt x="5586990" y="112961"/>
                  </a:lnTo>
                  <a:lnTo>
                    <a:pt x="5587085" y="112961"/>
                  </a:lnTo>
                  <a:lnTo>
                    <a:pt x="5587179" y="112961"/>
                  </a:lnTo>
                  <a:lnTo>
                    <a:pt x="5587273" y="112961"/>
                  </a:lnTo>
                  <a:lnTo>
                    <a:pt x="5587367" y="112961"/>
                  </a:lnTo>
                  <a:lnTo>
                    <a:pt x="5587461" y="112961"/>
                  </a:lnTo>
                  <a:lnTo>
                    <a:pt x="5587555" y="112961"/>
                  </a:lnTo>
                  <a:lnTo>
                    <a:pt x="5587649" y="112961"/>
                  </a:lnTo>
                  <a:lnTo>
                    <a:pt x="5587744" y="112961"/>
                  </a:lnTo>
                  <a:lnTo>
                    <a:pt x="5587838" y="112961"/>
                  </a:lnTo>
                  <a:lnTo>
                    <a:pt x="5587932" y="112961"/>
                  </a:lnTo>
                  <a:lnTo>
                    <a:pt x="5588026" y="112961"/>
                  </a:lnTo>
                  <a:lnTo>
                    <a:pt x="5588120" y="112961"/>
                  </a:lnTo>
                  <a:lnTo>
                    <a:pt x="5588214" y="112961"/>
                  </a:lnTo>
                  <a:lnTo>
                    <a:pt x="5588309" y="112961"/>
                  </a:lnTo>
                  <a:lnTo>
                    <a:pt x="5588403" y="112961"/>
                  </a:lnTo>
                  <a:lnTo>
                    <a:pt x="5588497" y="112961"/>
                  </a:lnTo>
                  <a:lnTo>
                    <a:pt x="5588591" y="112961"/>
                  </a:lnTo>
                  <a:lnTo>
                    <a:pt x="5588685" y="112961"/>
                  </a:lnTo>
                  <a:lnTo>
                    <a:pt x="5588779" y="112961"/>
                  </a:lnTo>
                  <a:lnTo>
                    <a:pt x="5588873" y="112961"/>
                  </a:lnTo>
                  <a:lnTo>
                    <a:pt x="5588968" y="112961"/>
                  </a:lnTo>
                  <a:lnTo>
                    <a:pt x="5589062" y="112961"/>
                  </a:lnTo>
                  <a:lnTo>
                    <a:pt x="5589156" y="112961"/>
                  </a:lnTo>
                  <a:lnTo>
                    <a:pt x="5589250" y="112961"/>
                  </a:lnTo>
                  <a:lnTo>
                    <a:pt x="5589344" y="112961"/>
                  </a:lnTo>
                  <a:lnTo>
                    <a:pt x="5589438" y="112961"/>
                  </a:lnTo>
                  <a:lnTo>
                    <a:pt x="5589533" y="112961"/>
                  </a:lnTo>
                  <a:lnTo>
                    <a:pt x="5589627" y="112961"/>
                  </a:lnTo>
                  <a:lnTo>
                    <a:pt x="5589721" y="112961"/>
                  </a:lnTo>
                  <a:lnTo>
                    <a:pt x="5589815" y="112961"/>
                  </a:lnTo>
                  <a:lnTo>
                    <a:pt x="5589909" y="112961"/>
                  </a:lnTo>
                  <a:lnTo>
                    <a:pt x="5590003" y="112961"/>
                  </a:lnTo>
                  <a:lnTo>
                    <a:pt x="5590097" y="112961"/>
                  </a:lnTo>
                  <a:lnTo>
                    <a:pt x="5590192" y="112961"/>
                  </a:lnTo>
                  <a:lnTo>
                    <a:pt x="5590286" y="112961"/>
                  </a:lnTo>
                  <a:lnTo>
                    <a:pt x="5590380" y="112961"/>
                  </a:lnTo>
                  <a:lnTo>
                    <a:pt x="5590474" y="112961"/>
                  </a:lnTo>
                  <a:lnTo>
                    <a:pt x="5590568" y="112961"/>
                  </a:lnTo>
                  <a:lnTo>
                    <a:pt x="5590662" y="112961"/>
                  </a:lnTo>
                  <a:lnTo>
                    <a:pt x="5590756" y="112961"/>
                  </a:lnTo>
                  <a:lnTo>
                    <a:pt x="5590851" y="112961"/>
                  </a:lnTo>
                  <a:lnTo>
                    <a:pt x="5590945" y="112961"/>
                  </a:lnTo>
                  <a:lnTo>
                    <a:pt x="5591039" y="112961"/>
                  </a:lnTo>
                  <a:lnTo>
                    <a:pt x="5591133" y="112961"/>
                  </a:lnTo>
                  <a:lnTo>
                    <a:pt x="5591227" y="112961"/>
                  </a:lnTo>
                  <a:lnTo>
                    <a:pt x="5591321" y="112961"/>
                  </a:lnTo>
                  <a:lnTo>
                    <a:pt x="5591416" y="112961"/>
                  </a:lnTo>
                  <a:lnTo>
                    <a:pt x="5591510" y="112961"/>
                  </a:lnTo>
                  <a:lnTo>
                    <a:pt x="5591604" y="112961"/>
                  </a:lnTo>
                  <a:lnTo>
                    <a:pt x="5591698" y="112961"/>
                  </a:lnTo>
                  <a:lnTo>
                    <a:pt x="5591792" y="112961"/>
                  </a:lnTo>
                  <a:lnTo>
                    <a:pt x="5591886" y="112961"/>
                  </a:lnTo>
                  <a:lnTo>
                    <a:pt x="5591980" y="112961"/>
                  </a:lnTo>
                  <a:lnTo>
                    <a:pt x="5592075" y="112961"/>
                  </a:lnTo>
                  <a:lnTo>
                    <a:pt x="5592169" y="112961"/>
                  </a:lnTo>
                  <a:lnTo>
                    <a:pt x="5592263" y="112961"/>
                  </a:lnTo>
                  <a:lnTo>
                    <a:pt x="5592357" y="112961"/>
                  </a:lnTo>
                  <a:lnTo>
                    <a:pt x="5592451" y="112961"/>
                  </a:lnTo>
                  <a:lnTo>
                    <a:pt x="5592545" y="112961"/>
                  </a:lnTo>
                  <a:lnTo>
                    <a:pt x="5592640" y="112961"/>
                  </a:lnTo>
                  <a:lnTo>
                    <a:pt x="5592734" y="112961"/>
                  </a:lnTo>
                  <a:lnTo>
                    <a:pt x="5592828" y="112961"/>
                  </a:lnTo>
                  <a:lnTo>
                    <a:pt x="5592922" y="112961"/>
                  </a:lnTo>
                  <a:lnTo>
                    <a:pt x="5593016" y="112961"/>
                  </a:lnTo>
                  <a:lnTo>
                    <a:pt x="5593110" y="112961"/>
                  </a:lnTo>
                  <a:lnTo>
                    <a:pt x="5593204" y="112961"/>
                  </a:lnTo>
                  <a:lnTo>
                    <a:pt x="5593299" y="112961"/>
                  </a:lnTo>
                  <a:lnTo>
                    <a:pt x="5593393" y="112961"/>
                  </a:lnTo>
                  <a:lnTo>
                    <a:pt x="5593487" y="112961"/>
                  </a:lnTo>
                  <a:lnTo>
                    <a:pt x="5593581" y="112961"/>
                  </a:lnTo>
                  <a:lnTo>
                    <a:pt x="5593675" y="112961"/>
                  </a:lnTo>
                  <a:lnTo>
                    <a:pt x="5593769" y="112961"/>
                  </a:lnTo>
                  <a:lnTo>
                    <a:pt x="5593864" y="112961"/>
                  </a:lnTo>
                  <a:lnTo>
                    <a:pt x="5593958" y="112961"/>
                  </a:lnTo>
                  <a:lnTo>
                    <a:pt x="5594052" y="112961"/>
                  </a:lnTo>
                  <a:lnTo>
                    <a:pt x="5594146" y="112961"/>
                  </a:lnTo>
                  <a:lnTo>
                    <a:pt x="5594240" y="112961"/>
                  </a:lnTo>
                  <a:lnTo>
                    <a:pt x="5594334" y="112961"/>
                  </a:lnTo>
                  <a:lnTo>
                    <a:pt x="5594428" y="112961"/>
                  </a:lnTo>
                  <a:lnTo>
                    <a:pt x="5594523" y="112961"/>
                  </a:lnTo>
                  <a:lnTo>
                    <a:pt x="5594617" y="112961"/>
                  </a:lnTo>
                  <a:lnTo>
                    <a:pt x="5594711" y="112961"/>
                  </a:lnTo>
                  <a:lnTo>
                    <a:pt x="5594805" y="112961"/>
                  </a:lnTo>
                  <a:lnTo>
                    <a:pt x="5594899" y="112961"/>
                  </a:lnTo>
                  <a:lnTo>
                    <a:pt x="5594993" y="112961"/>
                  </a:lnTo>
                  <a:lnTo>
                    <a:pt x="5595087" y="112961"/>
                  </a:lnTo>
                  <a:lnTo>
                    <a:pt x="5595182" y="112961"/>
                  </a:lnTo>
                  <a:lnTo>
                    <a:pt x="5595276" y="112961"/>
                  </a:lnTo>
                  <a:lnTo>
                    <a:pt x="5595370" y="112961"/>
                  </a:lnTo>
                  <a:lnTo>
                    <a:pt x="5595464" y="112961"/>
                  </a:lnTo>
                  <a:lnTo>
                    <a:pt x="5595558" y="112961"/>
                  </a:lnTo>
                  <a:lnTo>
                    <a:pt x="5595652" y="112961"/>
                  </a:lnTo>
                  <a:lnTo>
                    <a:pt x="5595747" y="112961"/>
                  </a:lnTo>
                  <a:lnTo>
                    <a:pt x="5595841" y="112961"/>
                  </a:lnTo>
                  <a:lnTo>
                    <a:pt x="5595935" y="112961"/>
                  </a:lnTo>
                  <a:lnTo>
                    <a:pt x="5596029" y="112961"/>
                  </a:lnTo>
                  <a:lnTo>
                    <a:pt x="5596123" y="112961"/>
                  </a:lnTo>
                  <a:lnTo>
                    <a:pt x="5596217" y="112961"/>
                  </a:lnTo>
                  <a:lnTo>
                    <a:pt x="5596311" y="112961"/>
                  </a:lnTo>
                  <a:lnTo>
                    <a:pt x="5596406" y="112961"/>
                  </a:lnTo>
                  <a:lnTo>
                    <a:pt x="5596500" y="112961"/>
                  </a:lnTo>
                  <a:lnTo>
                    <a:pt x="5596594" y="112961"/>
                  </a:lnTo>
                  <a:lnTo>
                    <a:pt x="5596688" y="112961"/>
                  </a:lnTo>
                  <a:lnTo>
                    <a:pt x="5596782" y="112961"/>
                  </a:lnTo>
                  <a:lnTo>
                    <a:pt x="5596876" y="112961"/>
                  </a:lnTo>
                  <a:lnTo>
                    <a:pt x="5596971" y="112961"/>
                  </a:lnTo>
                  <a:lnTo>
                    <a:pt x="5597065" y="112961"/>
                  </a:lnTo>
                  <a:lnTo>
                    <a:pt x="5597159" y="112961"/>
                  </a:lnTo>
                  <a:lnTo>
                    <a:pt x="5597253" y="112961"/>
                  </a:lnTo>
                  <a:lnTo>
                    <a:pt x="5597347" y="112961"/>
                  </a:lnTo>
                  <a:lnTo>
                    <a:pt x="5597441" y="112961"/>
                  </a:lnTo>
                  <a:lnTo>
                    <a:pt x="5597535" y="112961"/>
                  </a:lnTo>
                  <a:lnTo>
                    <a:pt x="5597630" y="112961"/>
                  </a:lnTo>
                  <a:lnTo>
                    <a:pt x="5597724" y="112961"/>
                  </a:lnTo>
                  <a:lnTo>
                    <a:pt x="5597818" y="112961"/>
                  </a:lnTo>
                  <a:lnTo>
                    <a:pt x="5597912" y="112961"/>
                  </a:lnTo>
                  <a:lnTo>
                    <a:pt x="5598006" y="112961"/>
                  </a:lnTo>
                  <a:lnTo>
                    <a:pt x="5598100" y="112961"/>
                  </a:lnTo>
                  <a:lnTo>
                    <a:pt x="5598195" y="112961"/>
                  </a:lnTo>
                  <a:lnTo>
                    <a:pt x="5598289" y="112961"/>
                  </a:lnTo>
                  <a:lnTo>
                    <a:pt x="5598383" y="112961"/>
                  </a:lnTo>
                  <a:lnTo>
                    <a:pt x="5598477" y="112961"/>
                  </a:lnTo>
                  <a:lnTo>
                    <a:pt x="5598571" y="112961"/>
                  </a:lnTo>
                  <a:lnTo>
                    <a:pt x="5598665" y="112961"/>
                  </a:lnTo>
                  <a:lnTo>
                    <a:pt x="5598759" y="112961"/>
                  </a:lnTo>
                  <a:lnTo>
                    <a:pt x="5598854" y="112961"/>
                  </a:lnTo>
                  <a:lnTo>
                    <a:pt x="5598948" y="112961"/>
                  </a:lnTo>
                  <a:lnTo>
                    <a:pt x="5599042" y="112961"/>
                  </a:lnTo>
                  <a:lnTo>
                    <a:pt x="5599136" y="112961"/>
                  </a:lnTo>
                  <a:lnTo>
                    <a:pt x="5599230" y="112961"/>
                  </a:lnTo>
                  <a:lnTo>
                    <a:pt x="5599324" y="112961"/>
                  </a:lnTo>
                  <a:lnTo>
                    <a:pt x="5599418" y="112961"/>
                  </a:lnTo>
                  <a:lnTo>
                    <a:pt x="5599513" y="112961"/>
                  </a:lnTo>
                  <a:lnTo>
                    <a:pt x="5599607" y="112961"/>
                  </a:lnTo>
                  <a:lnTo>
                    <a:pt x="5599701" y="112961"/>
                  </a:lnTo>
                  <a:lnTo>
                    <a:pt x="5599795" y="112961"/>
                  </a:lnTo>
                  <a:lnTo>
                    <a:pt x="5599889" y="112961"/>
                  </a:lnTo>
                  <a:lnTo>
                    <a:pt x="5599983" y="112961"/>
                  </a:lnTo>
                  <a:lnTo>
                    <a:pt x="5600078" y="112961"/>
                  </a:lnTo>
                  <a:lnTo>
                    <a:pt x="5600172" y="112961"/>
                  </a:lnTo>
                  <a:lnTo>
                    <a:pt x="5600266" y="112961"/>
                  </a:lnTo>
                  <a:lnTo>
                    <a:pt x="5600360" y="112961"/>
                  </a:lnTo>
                  <a:lnTo>
                    <a:pt x="5600454" y="112961"/>
                  </a:lnTo>
                  <a:lnTo>
                    <a:pt x="5600548" y="112961"/>
                  </a:lnTo>
                  <a:lnTo>
                    <a:pt x="5600642" y="112961"/>
                  </a:lnTo>
                  <a:lnTo>
                    <a:pt x="5600737" y="112961"/>
                  </a:lnTo>
                  <a:lnTo>
                    <a:pt x="5600831" y="112961"/>
                  </a:lnTo>
                  <a:lnTo>
                    <a:pt x="5600925" y="112961"/>
                  </a:lnTo>
                  <a:lnTo>
                    <a:pt x="5601019" y="112961"/>
                  </a:lnTo>
                  <a:lnTo>
                    <a:pt x="5601113" y="112961"/>
                  </a:lnTo>
                  <a:lnTo>
                    <a:pt x="5601207" y="112961"/>
                  </a:lnTo>
                  <a:lnTo>
                    <a:pt x="5601302" y="112961"/>
                  </a:lnTo>
                  <a:lnTo>
                    <a:pt x="5601396" y="112961"/>
                  </a:lnTo>
                  <a:lnTo>
                    <a:pt x="5601490" y="112961"/>
                  </a:lnTo>
                  <a:lnTo>
                    <a:pt x="5601584" y="112961"/>
                  </a:lnTo>
                  <a:lnTo>
                    <a:pt x="5601678" y="112961"/>
                  </a:lnTo>
                  <a:lnTo>
                    <a:pt x="5601772" y="112961"/>
                  </a:lnTo>
                  <a:lnTo>
                    <a:pt x="5601866" y="112961"/>
                  </a:lnTo>
                  <a:lnTo>
                    <a:pt x="5601961" y="112961"/>
                  </a:lnTo>
                  <a:lnTo>
                    <a:pt x="5602055" y="112961"/>
                  </a:lnTo>
                  <a:lnTo>
                    <a:pt x="5602149" y="112961"/>
                  </a:lnTo>
                  <a:lnTo>
                    <a:pt x="5602243" y="112961"/>
                  </a:lnTo>
                  <a:lnTo>
                    <a:pt x="5602337" y="112961"/>
                  </a:lnTo>
                  <a:lnTo>
                    <a:pt x="5602431" y="112961"/>
                  </a:lnTo>
                  <a:lnTo>
                    <a:pt x="5602526" y="112961"/>
                  </a:lnTo>
                  <a:lnTo>
                    <a:pt x="5602620" y="112961"/>
                  </a:lnTo>
                  <a:lnTo>
                    <a:pt x="5602714" y="112961"/>
                  </a:lnTo>
                  <a:lnTo>
                    <a:pt x="5602808" y="112961"/>
                  </a:lnTo>
                  <a:lnTo>
                    <a:pt x="5602902" y="112961"/>
                  </a:lnTo>
                  <a:lnTo>
                    <a:pt x="5602996" y="112961"/>
                  </a:lnTo>
                  <a:lnTo>
                    <a:pt x="5603090" y="112961"/>
                  </a:lnTo>
                  <a:lnTo>
                    <a:pt x="5603185" y="112961"/>
                  </a:lnTo>
                  <a:lnTo>
                    <a:pt x="5603279" y="112961"/>
                  </a:lnTo>
                  <a:lnTo>
                    <a:pt x="5603373" y="112961"/>
                  </a:lnTo>
                  <a:lnTo>
                    <a:pt x="5603467" y="112961"/>
                  </a:lnTo>
                  <a:lnTo>
                    <a:pt x="5603561" y="112961"/>
                  </a:lnTo>
                  <a:lnTo>
                    <a:pt x="5603655" y="112961"/>
                  </a:lnTo>
                  <a:lnTo>
                    <a:pt x="5603749" y="112961"/>
                  </a:lnTo>
                  <a:lnTo>
                    <a:pt x="5603844" y="112961"/>
                  </a:lnTo>
                  <a:lnTo>
                    <a:pt x="5603938" y="112961"/>
                  </a:lnTo>
                  <a:lnTo>
                    <a:pt x="5604032" y="112961"/>
                  </a:lnTo>
                  <a:lnTo>
                    <a:pt x="5604126" y="112961"/>
                  </a:lnTo>
                  <a:lnTo>
                    <a:pt x="5604220" y="112961"/>
                  </a:lnTo>
                  <a:lnTo>
                    <a:pt x="5604314" y="112961"/>
                  </a:lnTo>
                  <a:lnTo>
                    <a:pt x="5604409" y="112961"/>
                  </a:lnTo>
                  <a:lnTo>
                    <a:pt x="5604503" y="112961"/>
                  </a:lnTo>
                  <a:lnTo>
                    <a:pt x="5604597" y="112961"/>
                  </a:lnTo>
                  <a:lnTo>
                    <a:pt x="5604691" y="112961"/>
                  </a:lnTo>
                  <a:lnTo>
                    <a:pt x="5604785" y="112961"/>
                  </a:lnTo>
                  <a:lnTo>
                    <a:pt x="5604879" y="112961"/>
                  </a:lnTo>
                  <a:lnTo>
                    <a:pt x="5604973" y="112961"/>
                  </a:lnTo>
                  <a:lnTo>
                    <a:pt x="5605068" y="112961"/>
                  </a:lnTo>
                  <a:lnTo>
                    <a:pt x="5605162" y="112961"/>
                  </a:lnTo>
                  <a:lnTo>
                    <a:pt x="5605256" y="112961"/>
                  </a:lnTo>
                  <a:lnTo>
                    <a:pt x="5605350" y="112961"/>
                  </a:lnTo>
                  <a:lnTo>
                    <a:pt x="5605444" y="112961"/>
                  </a:lnTo>
                  <a:lnTo>
                    <a:pt x="5605538" y="112961"/>
                  </a:lnTo>
                  <a:lnTo>
                    <a:pt x="5605633" y="112961"/>
                  </a:lnTo>
                  <a:lnTo>
                    <a:pt x="5605727" y="112961"/>
                  </a:lnTo>
                  <a:lnTo>
                    <a:pt x="5605821" y="112961"/>
                  </a:lnTo>
                  <a:lnTo>
                    <a:pt x="5605915" y="112961"/>
                  </a:lnTo>
                  <a:lnTo>
                    <a:pt x="5606009" y="112961"/>
                  </a:lnTo>
                  <a:lnTo>
                    <a:pt x="5606103" y="112961"/>
                  </a:lnTo>
                  <a:lnTo>
                    <a:pt x="5606197" y="112961"/>
                  </a:lnTo>
                  <a:lnTo>
                    <a:pt x="5606292" y="112961"/>
                  </a:lnTo>
                  <a:lnTo>
                    <a:pt x="5606386" y="112961"/>
                  </a:lnTo>
                  <a:lnTo>
                    <a:pt x="5606480" y="112961"/>
                  </a:lnTo>
                  <a:lnTo>
                    <a:pt x="5606574" y="112961"/>
                  </a:lnTo>
                  <a:lnTo>
                    <a:pt x="5606668" y="112961"/>
                  </a:lnTo>
                  <a:lnTo>
                    <a:pt x="5606762" y="112961"/>
                  </a:lnTo>
                  <a:lnTo>
                    <a:pt x="5606857" y="112961"/>
                  </a:lnTo>
                  <a:lnTo>
                    <a:pt x="5606951" y="112961"/>
                  </a:lnTo>
                  <a:lnTo>
                    <a:pt x="5607045" y="112961"/>
                  </a:lnTo>
                  <a:lnTo>
                    <a:pt x="5607139" y="112961"/>
                  </a:lnTo>
                  <a:lnTo>
                    <a:pt x="5607233" y="112961"/>
                  </a:lnTo>
                  <a:lnTo>
                    <a:pt x="5607327" y="112961"/>
                  </a:lnTo>
                  <a:lnTo>
                    <a:pt x="5607421" y="112961"/>
                  </a:lnTo>
                  <a:lnTo>
                    <a:pt x="5607516" y="112961"/>
                  </a:lnTo>
                  <a:lnTo>
                    <a:pt x="5607610" y="112961"/>
                  </a:lnTo>
                  <a:lnTo>
                    <a:pt x="5607704" y="112961"/>
                  </a:lnTo>
                  <a:lnTo>
                    <a:pt x="5607798" y="112961"/>
                  </a:lnTo>
                  <a:lnTo>
                    <a:pt x="5607892" y="112961"/>
                  </a:lnTo>
                  <a:lnTo>
                    <a:pt x="5607986" y="112961"/>
                  </a:lnTo>
                  <a:lnTo>
                    <a:pt x="5608080" y="112961"/>
                  </a:lnTo>
                  <a:lnTo>
                    <a:pt x="5608175" y="112961"/>
                  </a:lnTo>
                  <a:lnTo>
                    <a:pt x="5608269" y="112961"/>
                  </a:lnTo>
                  <a:lnTo>
                    <a:pt x="5608363" y="112961"/>
                  </a:lnTo>
                  <a:lnTo>
                    <a:pt x="5608457" y="112961"/>
                  </a:lnTo>
                  <a:lnTo>
                    <a:pt x="5608551" y="112961"/>
                  </a:lnTo>
                  <a:lnTo>
                    <a:pt x="5608645" y="112961"/>
                  </a:lnTo>
                  <a:lnTo>
                    <a:pt x="5608740" y="112961"/>
                  </a:lnTo>
                  <a:lnTo>
                    <a:pt x="5608834" y="112961"/>
                  </a:lnTo>
                  <a:lnTo>
                    <a:pt x="5608928" y="112961"/>
                  </a:lnTo>
                  <a:lnTo>
                    <a:pt x="5609022" y="112961"/>
                  </a:lnTo>
                  <a:lnTo>
                    <a:pt x="5609116" y="112961"/>
                  </a:lnTo>
                  <a:lnTo>
                    <a:pt x="5609210" y="112961"/>
                  </a:lnTo>
                  <a:lnTo>
                    <a:pt x="5609304" y="112961"/>
                  </a:lnTo>
                  <a:lnTo>
                    <a:pt x="5609399" y="112961"/>
                  </a:lnTo>
                  <a:lnTo>
                    <a:pt x="5609493" y="112961"/>
                  </a:lnTo>
                  <a:lnTo>
                    <a:pt x="5609587" y="112961"/>
                  </a:lnTo>
                  <a:lnTo>
                    <a:pt x="5609681" y="112961"/>
                  </a:lnTo>
                  <a:lnTo>
                    <a:pt x="5609775" y="112961"/>
                  </a:lnTo>
                  <a:lnTo>
                    <a:pt x="5609869" y="112961"/>
                  </a:lnTo>
                  <a:lnTo>
                    <a:pt x="5609964" y="112961"/>
                  </a:lnTo>
                  <a:lnTo>
                    <a:pt x="5610058" y="112961"/>
                  </a:lnTo>
                  <a:lnTo>
                    <a:pt x="5610152" y="112961"/>
                  </a:lnTo>
                  <a:lnTo>
                    <a:pt x="5610246" y="112961"/>
                  </a:lnTo>
                  <a:lnTo>
                    <a:pt x="5610340" y="112961"/>
                  </a:lnTo>
                  <a:lnTo>
                    <a:pt x="5610434" y="112961"/>
                  </a:lnTo>
                  <a:lnTo>
                    <a:pt x="5610528" y="112961"/>
                  </a:lnTo>
                  <a:lnTo>
                    <a:pt x="5610623" y="112961"/>
                  </a:lnTo>
                  <a:lnTo>
                    <a:pt x="5610717" y="112961"/>
                  </a:lnTo>
                  <a:lnTo>
                    <a:pt x="5610811" y="112961"/>
                  </a:lnTo>
                  <a:lnTo>
                    <a:pt x="5610905" y="112961"/>
                  </a:lnTo>
                  <a:lnTo>
                    <a:pt x="5610999" y="112961"/>
                  </a:lnTo>
                  <a:lnTo>
                    <a:pt x="5611093" y="112961"/>
                  </a:lnTo>
                  <a:lnTo>
                    <a:pt x="5611188" y="112961"/>
                  </a:lnTo>
                  <a:lnTo>
                    <a:pt x="5611282" y="112961"/>
                  </a:lnTo>
                  <a:lnTo>
                    <a:pt x="5611376" y="112961"/>
                  </a:lnTo>
                  <a:lnTo>
                    <a:pt x="5611470" y="112961"/>
                  </a:lnTo>
                  <a:lnTo>
                    <a:pt x="5611564" y="112961"/>
                  </a:lnTo>
                  <a:lnTo>
                    <a:pt x="5611658" y="112961"/>
                  </a:lnTo>
                  <a:lnTo>
                    <a:pt x="5611752" y="112961"/>
                  </a:lnTo>
                  <a:lnTo>
                    <a:pt x="5611847" y="112961"/>
                  </a:lnTo>
                  <a:lnTo>
                    <a:pt x="5611941" y="112961"/>
                  </a:lnTo>
                  <a:lnTo>
                    <a:pt x="5612035" y="112961"/>
                  </a:lnTo>
                  <a:lnTo>
                    <a:pt x="5612129" y="112961"/>
                  </a:lnTo>
                  <a:lnTo>
                    <a:pt x="5612223" y="112961"/>
                  </a:lnTo>
                  <a:lnTo>
                    <a:pt x="5612317" y="112961"/>
                  </a:lnTo>
                  <a:lnTo>
                    <a:pt x="5612411" y="112961"/>
                  </a:lnTo>
                  <a:lnTo>
                    <a:pt x="5612506" y="112961"/>
                  </a:lnTo>
                  <a:lnTo>
                    <a:pt x="5612600" y="112961"/>
                  </a:lnTo>
                  <a:lnTo>
                    <a:pt x="5612694" y="112961"/>
                  </a:lnTo>
                  <a:lnTo>
                    <a:pt x="5612788" y="112961"/>
                  </a:lnTo>
                  <a:lnTo>
                    <a:pt x="5612882" y="112961"/>
                  </a:lnTo>
                  <a:lnTo>
                    <a:pt x="5612976" y="112961"/>
                  </a:lnTo>
                  <a:lnTo>
                    <a:pt x="5613071" y="112961"/>
                  </a:lnTo>
                  <a:lnTo>
                    <a:pt x="5613165" y="112961"/>
                  </a:lnTo>
                  <a:lnTo>
                    <a:pt x="5613259" y="112961"/>
                  </a:lnTo>
                  <a:lnTo>
                    <a:pt x="5613353" y="112961"/>
                  </a:lnTo>
                  <a:lnTo>
                    <a:pt x="5613447" y="112961"/>
                  </a:lnTo>
                  <a:lnTo>
                    <a:pt x="5613541" y="112961"/>
                  </a:lnTo>
                  <a:lnTo>
                    <a:pt x="5613635" y="112961"/>
                  </a:lnTo>
                  <a:lnTo>
                    <a:pt x="5613730" y="112961"/>
                  </a:lnTo>
                  <a:lnTo>
                    <a:pt x="5613824" y="112961"/>
                  </a:lnTo>
                  <a:lnTo>
                    <a:pt x="5613918" y="112961"/>
                  </a:lnTo>
                  <a:lnTo>
                    <a:pt x="5614012" y="112961"/>
                  </a:lnTo>
                  <a:lnTo>
                    <a:pt x="5614106" y="112961"/>
                  </a:lnTo>
                  <a:lnTo>
                    <a:pt x="5614200" y="112961"/>
                  </a:lnTo>
                  <a:lnTo>
                    <a:pt x="5614295" y="112961"/>
                  </a:lnTo>
                  <a:lnTo>
                    <a:pt x="5614389" y="112961"/>
                  </a:lnTo>
                  <a:lnTo>
                    <a:pt x="5614483" y="112961"/>
                  </a:lnTo>
                  <a:lnTo>
                    <a:pt x="5614577" y="112961"/>
                  </a:lnTo>
                  <a:lnTo>
                    <a:pt x="5614671" y="112961"/>
                  </a:lnTo>
                  <a:lnTo>
                    <a:pt x="5614765" y="112961"/>
                  </a:lnTo>
                  <a:lnTo>
                    <a:pt x="5614859" y="112961"/>
                  </a:lnTo>
                  <a:lnTo>
                    <a:pt x="5614954" y="112961"/>
                  </a:lnTo>
                  <a:lnTo>
                    <a:pt x="5615048" y="112961"/>
                  </a:lnTo>
                  <a:lnTo>
                    <a:pt x="5615142" y="112961"/>
                  </a:lnTo>
                  <a:lnTo>
                    <a:pt x="5615236" y="112961"/>
                  </a:lnTo>
                  <a:lnTo>
                    <a:pt x="5615330" y="112961"/>
                  </a:lnTo>
                  <a:lnTo>
                    <a:pt x="5615424" y="112961"/>
                  </a:lnTo>
                  <a:lnTo>
                    <a:pt x="5615519" y="112961"/>
                  </a:lnTo>
                  <a:lnTo>
                    <a:pt x="5615613" y="112961"/>
                  </a:lnTo>
                  <a:lnTo>
                    <a:pt x="5615707" y="112961"/>
                  </a:lnTo>
                  <a:lnTo>
                    <a:pt x="5615801" y="112961"/>
                  </a:lnTo>
                  <a:lnTo>
                    <a:pt x="5615895" y="112961"/>
                  </a:lnTo>
                  <a:lnTo>
                    <a:pt x="5615989" y="112961"/>
                  </a:lnTo>
                  <a:lnTo>
                    <a:pt x="5616083" y="112961"/>
                  </a:lnTo>
                  <a:lnTo>
                    <a:pt x="5616178" y="112961"/>
                  </a:lnTo>
                  <a:lnTo>
                    <a:pt x="5616272" y="112961"/>
                  </a:lnTo>
                  <a:lnTo>
                    <a:pt x="5616366" y="112961"/>
                  </a:lnTo>
                  <a:lnTo>
                    <a:pt x="5616460" y="112961"/>
                  </a:lnTo>
                  <a:lnTo>
                    <a:pt x="5616554" y="112961"/>
                  </a:lnTo>
                  <a:lnTo>
                    <a:pt x="5616648" y="112961"/>
                  </a:lnTo>
                  <a:lnTo>
                    <a:pt x="5616742" y="112961"/>
                  </a:lnTo>
                  <a:lnTo>
                    <a:pt x="5616837" y="112961"/>
                  </a:lnTo>
                  <a:lnTo>
                    <a:pt x="5616931" y="112961"/>
                  </a:lnTo>
                  <a:lnTo>
                    <a:pt x="5617025" y="112961"/>
                  </a:lnTo>
                  <a:lnTo>
                    <a:pt x="5617119" y="112961"/>
                  </a:lnTo>
                  <a:lnTo>
                    <a:pt x="5617213" y="112961"/>
                  </a:lnTo>
                  <a:lnTo>
                    <a:pt x="5617307" y="112961"/>
                  </a:lnTo>
                  <a:lnTo>
                    <a:pt x="5617402" y="112961"/>
                  </a:lnTo>
                  <a:lnTo>
                    <a:pt x="5617496" y="112961"/>
                  </a:lnTo>
                  <a:lnTo>
                    <a:pt x="5617590" y="112961"/>
                  </a:lnTo>
                  <a:lnTo>
                    <a:pt x="5617684" y="112961"/>
                  </a:lnTo>
                  <a:lnTo>
                    <a:pt x="5617778" y="112961"/>
                  </a:lnTo>
                  <a:lnTo>
                    <a:pt x="5617872" y="112961"/>
                  </a:lnTo>
                  <a:lnTo>
                    <a:pt x="5617966" y="112961"/>
                  </a:lnTo>
                  <a:lnTo>
                    <a:pt x="5618061" y="112961"/>
                  </a:lnTo>
                  <a:lnTo>
                    <a:pt x="5618155" y="112961"/>
                  </a:lnTo>
                  <a:lnTo>
                    <a:pt x="5618249" y="112961"/>
                  </a:lnTo>
                  <a:lnTo>
                    <a:pt x="5618343" y="112961"/>
                  </a:lnTo>
                  <a:lnTo>
                    <a:pt x="5618437" y="112961"/>
                  </a:lnTo>
                  <a:lnTo>
                    <a:pt x="5618531" y="112961"/>
                  </a:lnTo>
                  <a:lnTo>
                    <a:pt x="5618626" y="112961"/>
                  </a:lnTo>
                  <a:lnTo>
                    <a:pt x="5618720" y="112961"/>
                  </a:lnTo>
                  <a:lnTo>
                    <a:pt x="5618814" y="112961"/>
                  </a:lnTo>
                  <a:lnTo>
                    <a:pt x="5618908" y="112961"/>
                  </a:lnTo>
                  <a:lnTo>
                    <a:pt x="5619002" y="112961"/>
                  </a:lnTo>
                  <a:lnTo>
                    <a:pt x="5619096" y="112961"/>
                  </a:lnTo>
                  <a:lnTo>
                    <a:pt x="5619190" y="112961"/>
                  </a:lnTo>
                  <a:lnTo>
                    <a:pt x="5619285" y="112961"/>
                  </a:lnTo>
                  <a:lnTo>
                    <a:pt x="5619379" y="112961"/>
                  </a:lnTo>
                  <a:lnTo>
                    <a:pt x="5619473" y="112961"/>
                  </a:lnTo>
                  <a:lnTo>
                    <a:pt x="5619567" y="112961"/>
                  </a:lnTo>
                  <a:lnTo>
                    <a:pt x="5619661" y="112961"/>
                  </a:lnTo>
                  <a:lnTo>
                    <a:pt x="5619755" y="112961"/>
                  </a:lnTo>
                  <a:lnTo>
                    <a:pt x="5619850" y="112961"/>
                  </a:lnTo>
                  <a:lnTo>
                    <a:pt x="5619944" y="112961"/>
                  </a:lnTo>
                  <a:lnTo>
                    <a:pt x="5620038" y="112961"/>
                  </a:lnTo>
                  <a:lnTo>
                    <a:pt x="5620132" y="112961"/>
                  </a:lnTo>
                  <a:lnTo>
                    <a:pt x="5620226" y="112961"/>
                  </a:lnTo>
                  <a:lnTo>
                    <a:pt x="5620320" y="112961"/>
                  </a:lnTo>
                  <a:lnTo>
                    <a:pt x="5620414" y="112961"/>
                  </a:lnTo>
                  <a:lnTo>
                    <a:pt x="5620509" y="112961"/>
                  </a:lnTo>
                  <a:lnTo>
                    <a:pt x="5620603" y="112961"/>
                  </a:lnTo>
                  <a:lnTo>
                    <a:pt x="5620697" y="112961"/>
                  </a:lnTo>
                  <a:lnTo>
                    <a:pt x="5620791" y="112961"/>
                  </a:lnTo>
                  <a:lnTo>
                    <a:pt x="5620885" y="112961"/>
                  </a:lnTo>
                  <a:lnTo>
                    <a:pt x="5620979" y="112961"/>
                  </a:lnTo>
                  <a:lnTo>
                    <a:pt x="5621073" y="112961"/>
                  </a:lnTo>
                  <a:lnTo>
                    <a:pt x="5621168" y="112961"/>
                  </a:lnTo>
                  <a:lnTo>
                    <a:pt x="5621262" y="112961"/>
                  </a:lnTo>
                  <a:lnTo>
                    <a:pt x="5621356" y="112961"/>
                  </a:lnTo>
                  <a:lnTo>
                    <a:pt x="5621450" y="112961"/>
                  </a:lnTo>
                  <a:lnTo>
                    <a:pt x="5621544" y="112961"/>
                  </a:lnTo>
                  <a:lnTo>
                    <a:pt x="5621638" y="112961"/>
                  </a:lnTo>
                  <a:lnTo>
                    <a:pt x="5621733" y="112961"/>
                  </a:lnTo>
                  <a:lnTo>
                    <a:pt x="5621827" y="112961"/>
                  </a:lnTo>
                  <a:lnTo>
                    <a:pt x="5621827" y="108050"/>
                  </a:lnTo>
                  <a:lnTo>
                    <a:pt x="5621921" y="108050"/>
                  </a:lnTo>
                  <a:lnTo>
                    <a:pt x="5622015" y="108050"/>
                  </a:lnTo>
                  <a:lnTo>
                    <a:pt x="5622109" y="108050"/>
                  </a:lnTo>
                  <a:lnTo>
                    <a:pt x="5622203" y="108050"/>
                  </a:lnTo>
                  <a:lnTo>
                    <a:pt x="5622297" y="108050"/>
                  </a:lnTo>
                  <a:lnTo>
                    <a:pt x="5622392" y="108050"/>
                  </a:lnTo>
                  <a:lnTo>
                    <a:pt x="5622486" y="108050"/>
                  </a:lnTo>
                  <a:lnTo>
                    <a:pt x="5622580" y="108050"/>
                  </a:lnTo>
                  <a:lnTo>
                    <a:pt x="5622674" y="108050"/>
                  </a:lnTo>
                  <a:lnTo>
                    <a:pt x="5622768" y="108050"/>
                  </a:lnTo>
                  <a:lnTo>
                    <a:pt x="5622862" y="108050"/>
                  </a:lnTo>
                  <a:lnTo>
                    <a:pt x="5622957" y="108050"/>
                  </a:lnTo>
                  <a:lnTo>
                    <a:pt x="5623051" y="108050"/>
                  </a:lnTo>
                  <a:lnTo>
                    <a:pt x="5623145" y="108050"/>
                  </a:lnTo>
                  <a:lnTo>
                    <a:pt x="5623239" y="108050"/>
                  </a:lnTo>
                  <a:lnTo>
                    <a:pt x="5623333" y="108050"/>
                  </a:lnTo>
                  <a:lnTo>
                    <a:pt x="5623427" y="108050"/>
                  </a:lnTo>
                  <a:lnTo>
                    <a:pt x="5623521" y="108050"/>
                  </a:lnTo>
                  <a:lnTo>
                    <a:pt x="5623616" y="108050"/>
                  </a:lnTo>
                  <a:lnTo>
                    <a:pt x="5623710" y="108050"/>
                  </a:lnTo>
                  <a:lnTo>
                    <a:pt x="5623804" y="108050"/>
                  </a:lnTo>
                  <a:lnTo>
                    <a:pt x="5623898" y="108050"/>
                  </a:lnTo>
                  <a:lnTo>
                    <a:pt x="5623992" y="108050"/>
                  </a:lnTo>
                  <a:lnTo>
                    <a:pt x="5624086" y="108050"/>
                  </a:lnTo>
                  <a:lnTo>
                    <a:pt x="5624181" y="108050"/>
                  </a:lnTo>
                  <a:lnTo>
                    <a:pt x="5624275" y="108050"/>
                  </a:lnTo>
                  <a:lnTo>
                    <a:pt x="5624369" y="108050"/>
                  </a:lnTo>
                  <a:lnTo>
                    <a:pt x="5624463" y="108050"/>
                  </a:lnTo>
                  <a:lnTo>
                    <a:pt x="5624557" y="108050"/>
                  </a:lnTo>
                  <a:lnTo>
                    <a:pt x="5624651" y="108050"/>
                  </a:lnTo>
                  <a:lnTo>
                    <a:pt x="5624745" y="108050"/>
                  </a:lnTo>
                  <a:lnTo>
                    <a:pt x="5624840" y="108050"/>
                  </a:lnTo>
                  <a:lnTo>
                    <a:pt x="5624934" y="108050"/>
                  </a:lnTo>
                  <a:lnTo>
                    <a:pt x="5625028" y="108050"/>
                  </a:lnTo>
                  <a:lnTo>
                    <a:pt x="5625122" y="108050"/>
                  </a:lnTo>
                  <a:lnTo>
                    <a:pt x="5625216" y="108050"/>
                  </a:lnTo>
                  <a:lnTo>
                    <a:pt x="5625310" y="108050"/>
                  </a:lnTo>
                  <a:lnTo>
                    <a:pt x="5625404" y="108050"/>
                  </a:lnTo>
                  <a:lnTo>
                    <a:pt x="5625499" y="108050"/>
                  </a:lnTo>
                  <a:lnTo>
                    <a:pt x="5625593" y="108050"/>
                  </a:lnTo>
                  <a:lnTo>
                    <a:pt x="5625687" y="108050"/>
                  </a:lnTo>
                  <a:lnTo>
                    <a:pt x="5625781" y="108050"/>
                  </a:lnTo>
                  <a:lnTo>
                    <a:pt x="5625875" y="108050"/>
                  </a:lnTo>
                  <a:lnTo>
                    <a:pt x="5625969" y="108050"/>
                  </a:lnTo>
                  <a:lnTo>
                    <a:pt x="5626064" y="108050"/>
                  </a:lnTo>
                  <a:lnTo>
                    <a:pt x="5626158" y="108050"/>
                  </a:lnTo>
                  <a:lnTo>
                    <a:pt x="5626252" y="108050"/>
                  </a:lnTo>
                  <a:lnTo>
                    <a:pt x="5626346" y="108050"/>
                  </a:lnTo>
                  <a:lnTo>
                    <a:pt x="5626440" y="108050"/>
                  </a:lnTo>
                  <a:lnTo>
                    <a:pt x="5626534" y="108050"/>
                  </a:lnTo>
                  <a:lnTo>
                    <a:pt x="5626628" y="108050"/>
                  </a:lnTo>
                  <a:lnTo>
                    <a:pt x="5626723" y="108050"/>
                  </a:lnTo>
                  <a:lnTo>
                    <a:pt x="5626817" y="108050"/>
                  </a:lnTo>
                  <a:lnTo>
                    <a:pt x="5626911" y="108050"/>
                  </a:lnTo>
                  <a:lnTo>
                    <a:pt x="5627005" y="108050"/>
                  </a:lnTo>
                  <a:lnTo>
                    <a:pt x="5627099" y="108050"/>
                  </a:lnTo>
                  <a:lnTo>
                    <a:pt x="5627193" y="108050"/>
                  </a:lnTo>
                  <a:lnTo>
                    <a:pt x="5627288" y="108050"/>
                  </a:lnTo>
                  <a:lnTo>
                    <a:pt x="5627382" y="108050"/>
                  </a:lnTo>
                  <a:lnTo>
                    <a:pt x="5627476" y="108050"/>
                  </a:lnTo>
                  <a:lnTo>
                    <a:pt x="5627570" y="108050"/>
                  </a:lnTo>
                  <a:lnTo>
                    <a:pt x="5627664" y="108050"/>
                  </a:lnTo>
                  <a:lnTo>
                    <a:pt x="5627758" y="108050"/>
                  </a:lnTo>
                  <a:lnTo>
                    <a:pt x="5627852" y="108050"/>
                  </a:lnTo>
                  <a:lnTo>
                    <a:pt x="5627947" y="108050"/>
                  </a:lnTo>
                  <a:lnTo>
                    <a:pt x="5628041" y="108050"/>
                  </a:lnTo>
                  <a:lnTo>
                    <a:pt x="5628135" y="108050"/>
                  </a:lnTo>
                  <a:lnTo>
                    <a:pt x="5628229" y="108050"/>
                  </a:lnTo>
                  <a:lnTo>
                    <a:pt x="5628323" y="108050"/>
                  </a:lnTo>
                  <a:lnTo>
                    <a:pt x="5628417" y="108050"/>
                  </a:lnTo>
                  <a:lnTo>
                    <a:pt x="5628512" y="108050"/>
                  </a:lnTo>
                  <a:lnTo>
                    <a:pt x="5628606" y="108050"/>
                  </a:lnTo>
                  <a:lnTo>
                    <a:pt x="5628700" y="108050"/>
                  </a:lnTo>
                  <a:lnTo>
                    <a:pt x="5628794" y="108050"/>
                  </a:lnTo>
                  <a:lnTo>
                    <a:pt x="5628888" y="108050"/>
                  </a:lnTo>
                  <a:lnTo>
                    <a:pt x="5628982" y="108050"/>
                  </a:lnTo>
                  <a:lnTo>
                    <a:pt x="5629076" y="108050"/>
                  </a:lnTo>
                  <a:lnTo>
                    <a:pt x="5629171" y="108050"/>
                  </a:lnTo>
                  <a:lnTo>
                    <a:pt x="5629265" y="108050"/>
                  </a:lnTo>
                  <a:lnTo>
                    <a:pt x="5629359" y="108050"/>
                  </a:lnTo>
                  <a:lnTo>
                    <a:pt x="5629453" y="108050"/>
                  </a:lnTo>
                  <a:lnTo>
                    <a:pt x="5629547" y="108050"/>
                  </a:lnTo>
                  <a:lnTo>
                    <a:pt x="5629641" y="108050"/>
                  </a:lnTo>
                  <a:lnTo>
                    <a:pt x="5629735" y="108050"/>
                  </a:lnTo>
                  <a:lnTo>
                    <a:pt x="5629830" y="108050"/>
                  </a:lnTo>
                  <a:lnTo>
                    <a:pt x="5629924" y="108050"/>
                  </a:lnTo>
                  <a:lnTo>
                    <a:pt x="5630018" y="108050"/>
                  </a:lnTo>
                  <a:lnTo>
                    <a:pt x="5630112" y="108050"/>
                  </a:lnTo>
                  <a:lnTo>
                    <a:pt x="5630206" y="108050"/>
                  </a:lnTo>
                  <a:lnTo>
                    <a:pt x="5630300" y="108050"/>
                  </a:lnTo>
                  <a:lnTo>
                    <a:pt x="5630395" y="108050"/>
                  </a:lnTo>
                  <a:lnTo>
                    <a:pt x="5630489" y="108050"/>
                  </a:lnTo>
                  <a:lnTo>
                    <a:pt x="5630583" y="108050"/>
                  </a:lnTo>
                  <a:lnTo>
                    <a:pt x="5630677" y="108050"/>
                  </a:lnTo>
                  <a:lnTo>
                    <a:pt x="5630771" y="108050"/>
                  </a:lnTo>
                  <a:lnTo>
                    <a:pt x="5630865" y="108050"/>
                  </a:lnTo>
                  <a:lnTo>
                    <a:pt x="5630959" y="108050"/>
                  </a:lnTo>
                  <a:lnTo>
                    <a:pt x="5631054" y="108050"/>
                  </a:lnTo>
                  <a:lnTo>
                    <a:pt x="5631148" y="108050"/>
                  </a:lnTo>
                  <a:lnTo>
                    <a:pt x="5631242" y="108050"/>
                  </a:lnTo>
                  <a:lnTo>
                    <a:pt x="5631336" y="108050"/>
                  </a:lnTo>
                  <a:lnTo>
                    <a:pt x="5631430" y="108050"/>
                  </a:lnTo>
                  <a:lnTo>
                    <a:pt x="5631524" y="108050"/>
                  </a:lnTo>
                  <a:lnTo>
                    <a:pt x="5631619" y="108050"/>
                  </a:lnTo>
                  <a:lnTo>
                    <a:pt x="5631713" y="108050"/>
                  </a:lnTo>
                  <a:lnTo>
                    <a:pt x="5631807" y="108050"/>
                  </a:lnTo>
                  <a:lnTo>
                    <a:pt x="5631901" y="108050"/>
                  </a:lnTo>
                  <a:lnTo>
                    <a:pt x="5631995" y="108050"/>
                  </a:lnTo>
                  <a:lnTo>
                    <a:pt x="5632089" y="108050"/>
                  </a:lnTo>
                  <a:lnTo>
                    <a:pt x="5632183" y="108050"/>
                  </a:lnTo>
                  <a:lnTo>
                    <a:pt x="5632278" y="108050"/>
                  </a:lnTo>
                  <a:lnTo>
                    <a:pt x="5632372" y="108050"/>
                  </a:lnTo>
                  <a:lnTo>
                    <a:pt x="5632466" y="108050"/>
                  </a:lnTo>
                  <a:lnTo>
                    <a:pt x="5632560" y="108050"/>
                  </a:lnTo>
                  <a:lnTo>
                    <a:pt x="5632654" y="108050"/>
                  </a:lnTo>
                  <a:lnTo>
                    <a:pt x="5632748" y="108050"/>
                  </a:lnTo>
                  <a:lnTo>
                    <a:pt x="5632843" y="108050"/>
                  </a:lnTo>
                  <a:lnTo>
                    <a:pt x="5632937" y="108050"/>
                  </a:lnTo>
                  <a:lnTo>
                    <a:pt x="5633031" y="108050"/>
                  </a:lnTo>
                  <a:lnTo>
                    <a:pt x="5633125" y="108050"/>
                  </a:lnTo>
                  <a:lnTo>
                    <a:pt x="5633219" y="108050"/>
                  </a:lnTo>
                  <a:lnTo>
                    <a:pt x="5633313" y="108050"/>
                  </a:lnTo>
                  <a:lnTo>
                    <a:pt x="5633407" y="108050"/>
                  </a:lnTo>
                  <a:lnTo>
                    <a:pt x="5633407" y="103138"/>
                  </a:lnTo>
                  <a:lnTo>
                    <a:pt x="5633502" y="103138"/>
                  </a:lnTo>
                  <a:lnTo>
                    <a:pt x="5633596" y="103138"/>
                  </a:lnTo>
                  <a:lnTo>
                    <a:pt x="5633690" y="103138"/>
                  </a:lnTo>
                  <a:lnTo>
                    <a:pt x="5633784" y="103138"/>
                  </a:lnTo>
                  <a:lnTo>
                    <a:pt x="5633878" y="103138"/>
                  </a:lnTo>
                  <a:lnTo>
                    <a:pt x="5633972" y="103138"/>
                  </a:lnTo>
                  <a:lnTo>
                    <a:pt x="5634066" y="103138"/>
                  </a:lnTo>
                  <a:lnTo>
                    <a:pt x="5634161" y="103138"/>
                  </a:lnTo>
                  <a:lnTo>
                    <a:pt x="5634255" y="103138"/>
                  </a:lnTo>
                  <a:lnTo>
                    <a:pt x="5634349" y="103138"/>
                  </a:lnTo>
                  <a:lnTo>
                    <a:pt x="5634443" y="103138"/>
                  </a:lnTo>
                  <a:lnTo>
                    <a:pt x="5634537" y="103138"/>
                  </a:lnTo>
                  <a:lnTo>
                    <a:pt x="5634631" y="103138"/>
                  </a:lnTo>
                  <a:lnTo>
                    <a:pt x="5634726" y="103138"/>
                  </a:lnTo>
                  <a:lnTo>
                    <a:pt x="5634820" y="103138"/>
                  </a:lnTo>
                  <a:lnTo>
                    <a:pt x="5634914" y="103138"/>
                  </a:lnTo>
                  <a:lnTo>
                    <a:pt x="5635008" y="103138"/>
                  </a:lnTo>
                  <a:lnTo>
                    <a:pt x="5635102" y="103138"/>
                  </a:lnTo>
                  <a:lnTo>
                    <a:pt x="5635196" y="103138"/>
                  </a:lnTo>
                  <a:lnTo>
                    <a:pt x="5635290" y="103138"/>
                  </a:lnTo>
                  <a:lnTo>
                    <a:pt x="5635385" y="103138"/>
                  </a:lnTo>
                  <a:lnTo>
                    <a:pt x="5635479" y="103138"/>
                  </a:lnTo>
                  <a:lnTo>
                    <a:pt x="5635573" y="103138"/>
                  </a:lnTo>
                  <a:lnTo>
                    <a:pt x="5635667" y="103138"/>
                  </a:lnTo>
                  <a:lnTo>
                    <a:pt x="5635761" y="103138"/>
                  </a:lnTo>
                  <a:lnTo>
                    <a:pt x="5635855" y="103138"/>
                  </a:lnTo>
                  <a:lnTo>
                    <a:pt x="5635855" y="98227"/>
                  </a:lnTo>
                  <a:lnTo>
                    <a:pt x="5635950" y="98227"/>
                  </a:lnTo>
                  <a:lnTo>
                    <a:pt x="5636044" y="98227"/>
                  </a:lnTo>
                  <a:lnTo>
                    <a:pt x="5636138" y="98227"/>
                  </a:lnTo>
                  <a:lnTo>
                    <a:pt x="5636232" y="98227"/>
                  </a:lnTo>
                  <a:lnTo>
                    <a:pt x="5636326" y="98227"/>
                  </a:lnTo>
                  <a:lnTo>
                    <a:pt x="5636420" y="98227"/>
                  </a:lnTo>
                  <a:lnTo>
                    <a:pt x="5636514" y="98227"/>
                  </a:lnTo>
                  <a:lnTo>
                    <a:pt x="5636609" y="98227"/>
                  </a:lnTo>
                  <a:lnTo>
                    <a:pt x="5636703" y="98227"/>
                  </a:lnTo>
                  <a:lnTo>
                    <a:pt x="5636797" y="98227"/>
                  </a:lnTo>
                  <a:lnTo>
                    <a:pt x="5636891" y="98227"/>
                  </a:lnTo>
                  <a:lnTo>
                    <a:pt x="5636985" y="98227"/>
                  </a:lnTo>
                  <a:lnTo>
                    <a:pt x="5637079" y="98227"/>
                  </a:lnTo>
                  <a:lnTo>
                    <a:pt x="5637174" y="98227"/>
                  </a:lnTo>
                  <a:lnTo>
                    <a:pt x="5637268" y="98227"/>
                  </a:lnTo>
                  <a:lnTo>
                    <a:pt x="5637362" y="98227"/>
                  </a:lnTo>
                  <a:lnTo>
                    <a:pt x="5637456" y="98227"/>
                  </a:lnTo>
                  <a:lnTo>
                    <a:pt x="5637550" y="98227"/>
                  </a:lnTo>
                  <a:lnTo>
                    <a:pt x="5637644" y="98227"/>
                  </a:lnTo>
                  <a:lnTo>
                    <a:pt x="5637738" y="98227"/>
                  </a:lnTo>
                  <a:lnTo>
                    <a:pt x="5637833" y="98227"/>
                  </a:lnTo>
                  <a:lnTo>
                    <a:pt x="5637927" y="98227"/>
                  </a:lnTo>
                  <a:lnTo>
                    <a:pt x="5638021" y="98227"/>
                  </a:lnTo>
                  <a:lnTo>
                    <a:pt x="5638115" y="98227"/>
                  </a:lnTo>
                  <a:lnTo>
                    <a:pt x="5638209" y="98227"/>
                  </a:lnTo>
                  <a:lnTo>
                    <a:pt x="5638303" y="98227"/>
                  </a:lnTo>
                  <a:lnTo>
                    <a:pt x="5638397" y="98227"/>
                  </a:lnTo>
                  <a:lnTo>
                    <a:pt x="5638492" y="98227"/>
                  </a:lnTo>
                  <a:lnTo>
                    <a:pt x="5638586" y="98227"/>
                  </a:lnTo>
                  <a:lnTo>
                    <a:pt x="5638680" y="98227"/>
                  </a:lnTo>
                  <a:lnTo>
                    <a:pt x="5638774" y="98227"/>
                  </a:lnTo>
                  <a:lnTo>
                    <a:pt x="5638868" y="98227"/>
                  </a:lnTo>
                  <a:lnTo>
                    <a:pt x="5638962" y="98227"/>
                  </a:lnTo>
                  <a:lnTo>
                    <a:pt x="5639057" y="98227"/>
                  </a:lnTo>
                  <a:lnTo>
                    <a:pt x="5639151" y="98227"/>
                  </a:lnTo>
                  <a:lnTo>
                    <a:pt x="5639245" y="98227"/>
                  </a:lnTo>
                  <a:lnTo>
                    <a:pt x="5639339" y="98227"/>
                  </a:lnTo>
                  <a:lnTo>
                    <a:pt x="5639433" y="98227"/>
                  </a:lnTo>
                  <a:lnTo>
                    <a:pt x="5639527" y="98227"/>
                  </a:lnTo>
                  <a:lnTo>
                    <a:pt x="5639621" y="98227"/>
                  </a:lnTo>
                  <a:lnTo>
                    <a:pt x="5639716" y="98227"/>
                  </a:lnTo>
                  <a:lnTo>
                    <a:pt x="5639810" y="98227"/>
                  </a:lnTo>
                  <a:lnTo>
                    <a:pt x="5639904" y="98227"/>
                  </a:lnTo>
                  <a:lnTo>
                    <a:pt x="5639998" y="98227"/>
                  </a:lnTo>
                  <a:lnTo>
                    <a:pt x="5640092" y="98227"/>
                  </a:lnTo>
                  <a:lnTo>
                    <a:pt x="5640186" y="98227"/>
                  </a:lnTo>
                  <a:lnTo>
                    <a:pt x="5640281" y="98227"/>
                  </a:lnTo>
                  <a:lnTo>
                    <a:pt x="5640375" y="98227"/>
                  </a:lnTo>
                  <a:lnTo>
                    <a:pt x="5640469" y="98227"/>
                  </a:lnTo>
                  <a:lnTo>
                    <a:pt x="5640563" y="98227"/>
                  </a:lnTo>
                  <a:lnTo>
                    <a:pt x="5640657" y="98227"/>
                  </a:lnTo>
                  <a:lnTo>
                    <a:pt x="5640751" y="98227"/>
                  </a:lnTo>
                  <a:lnTo>
                    <a:pt x="5640845" y="98227"/>
                  </a:lnTo>
                  <a:lnTo>
                    <a:pt x="5640940" y="98227"/>
                  </a:lnTo>
                  <a:lnTo>
                    <a:pt x="5641034" y="98227"/>
                  </a:lnTo>
                  <a:lnTo>
                    <a:pt x="5641128" y="98227"/>
                  </a:lnTo>
                  <a:lnTo>
                    <a:pt x="5641222" y="98227"/>
                  </a:lnTo>
                  <a:lnTo>
                    <a:pt x="5641316" y="98227"/>
                  </a:lnTo>
                  <a:lnTo>
                    <a:pt x="5641410" y="98227"/>
                  </a:lnTo>
                  <a:lnTo>
                    <a:pt x="5641505" y="98227"/>
                  </a:lnTo>
                  <a:lnTo>
                    <a:pt x="5641599" y="98227"/>
                  </a:lnTo>
                  <a:lnTo>
                    <a:pt x="5641693" y="98227"/>
                  </a:lnTo>
                  <a:lnTo>
                    <a:pt x="5641787" y="98227"/>
                  </a:lnTo>
                  <a:lnTo>
                    <a:pt x="5641881" y="98227"/>
                  </a:lnTo>
                  <a:lnTo>
                    <a:pt x="5641975" y="98227"/>
                  </a:lnTo>
                  <a:lnTo>
                    <a:pt x="5642069" y="98227"/>
                  </a:lnTo>
                  <a:lnTo>
                    <a:pt x="5642164" y="98227"/>
                  </a:lnTo>
                  <a:lnTo>
                    <a:pt x="5642258" y="98227"/>
                  </a:lnTo>
                  <a:lnTo>
                    <a:pt x="5642352" y="98227"/>
                  </a:lnTo>
                  <a:lnTo>
                    <a:pt x="5642446" y="98227"/>
                  </a:lnTo>
                  <a:lnTo>
                    <a:pt x="5642540" y="98227"/>
                  </a:lnTo>
                  <a:lnTo>
                    <a:pt x="5642634" y="98227"/>
                  </a:lnTo>
                  <a:lnTo>
                    <a:pt x="5642728" y="98227"/>
                  </a:lnTo>
                  <a:lnTo>
                    <a:pt x="5642823" y="98227"/>
                  </a:lnTo>
                  <a:lnTo>
                    <a:pt x="5642917" y="98227"/>
                  </a:lnTo>
                  <a:lnTo>
                    <a:pt x="5643011" y="98227"/>
                  </a:lnTo>
                  <a:lnTo>
                    <a:pt x="5643105" y="98227"/>
                  </a:lnTo>
                  <a:lnTo>
                    <a:pt x="5643199" y="98227"/>
                  </a:lnTo>
                  <a:lnTo>
                    <a:pt x="5643293" y="98227"/>
                  </a:lnTo>
                  <a:lnTo>
                    <a:pt x="5643388" y="98227"/>
                  </a:lnTo>
                  <a:lnTo>
                    <a:pt x="5643482" y="98227"/>
                  </a:lnTo>
                  <a:lnTo>
                    <a:pt x="5643576" y="98227"/>
                  </a:lnTo>
                  <a:lnTo>
                    <a:pt x="5643670" y="98227"/>
                  </a:lnTo>
                  <a:lnTo>
                    <a:pt x="5643764" y="98227"/>
                  </a:lnTo>
                  <a:lnTo>
                    <a:pt x="5643858" y="98227"/>
                  </a:lnTo>
                  <a:lnTo>
                    <a:pt x="5643952" y="98227"/>
                  </a:lnTo>
                  <a:lnTo>
                    <a:pt x="5644047" y="98227"/>
                  </a:lnTo>
                  <a:lnTo>
                    <a:pt x="5644141" y="98227"/>
                  </a:lnTo>
                  <a:lnTo>
                    <a:pt x="5644235" y="98227"/>
                  </a:lnTo>
                  <a:lnTo>
                    <a:pt x="5644329" y="98227"/>
                  </a:lnTo>
                  <a:lnTo>
                    <a:pt x="5644423" y="98227"/>
                  </a:lnTo>
                  <a:lnTo>
                    <a:pt x="5644517" y="98227"/>
                  </a:lnTo>
                  <a:lnTo>
                    <a:pt x="5644612" y="98227"/>
                  </a:lnTo>
                  <a:lnTo>
                    <a:pt x="5644706" y="98227"/>
                  </a:lnTo>
                  <a:lnTo>
                    <a:pt x="5644800" y="98227"/>
                  </a:lnTo>
                  <a:lnTo>
                    <a:pt x="5644894" y="98227"/>
                  </a:lnTo>
                  <a:lnTo>
                    <a:pt x="5644988" y="98227"/>
                  </a:lnTo>
                  <a:lnTo>
                    <a:pt x="5645082" y="98227"/>
                  </a:lnTo>
                  <a:lnTo>
                    <a:pt x="5645176" y="98227"/>
                  </a:lnTo>
                  <a:lnTo>
                    <a:pt x="5645271" y="98227"/>
                  </a:lnTo>
                  <a:lnTo>
                    <a:pt x="5645365" y="98227"/>
                  </a:lnTo>
                  <a:lnTo>
                    <a:pt x="5645459" y="98227"/>
                  </a:lnTo>
                  <a:lnTo>
                    <a:pt x="5645553" y="98227"/>
                  </a:lnTo>
                  <a:lnTo>
                    <a:pt x="5645647" y="98227"/>
                  </a:lnTo>
                  <a:lnTo>
                    <a:pt x="5645741" y="98227"/>
                  </a:lnTo>
                  <a:lnTo>
                    <a:pt x="5645836" y="98227"/>
                  </a:lnTo>
                  <a:lnTo>
                    <a:pt x="5645930" y="98227"/>
                  </a:lnTo>
                  <a:lnTo>
                    <a:pt x="5646024" y="98227"/>
                  </a:lnTo>
                  <a:lnTo>
                    <a:pt x="5646118" y="98227"/>
                  </a:lnTo>
                  <a:lnTo>
                    <a:pt x="5646212" y="98227"/>
                  </a:lnTo>
                  <a:lnTo>
                    <a:pt x="5646306" y="98227"/>
                  </a:lnTo>
                  <a:lnTo>
                    <a:pt x="5646400" y="98227"/>
                  </a:lnTo>
                  <a:lnTo>
                    <a:pt x="5646495" y="98227"/>
                  </a:lnTo>
                  <a:lnTo>
                    <a:pt x="5646589" y="98227"/>
                  </a:lnTo>
                  <a:lnTo>
                    <a:pt x="5646683" y="98227"/>
                  </a:lnTo>
                  <a:lnTo>
                    <a:pt x="5646777" y="98227"/>
                  </a:lnTo>
                  <a:lnTo>
                    <a:pt x="5646871" y="98227"/>
                  </a:lnTo>
                  <a:lnTo>
                    <a:pt x="5646965" y="98227"/>
                  </a:lnTo>
                  <a:lnTo>
                    <a:pt x="5647059" y="98227"/>
                  </a:lnTo>
                  <a:lnTo>
                    <a:pt x="5647154" y="98227"/>
                  </a:lnTo>
                  <a:lnTo>
                    <a:pt x="5647248" y="98227"/>
                  </a:lnTo>
                  <a:lnTo>
                    <a:pt x="5647342" y="98227"/>
                  </a:lnTo>
                  <a:lnTo>
                    <a:pt x="5647436" y="98227"/>
                  </a:lnTo>
                  <a:lnTo>
                    <a:pt x="5647530" y="98227"/>
                  </a:lnTo>
                  <a:lnTo>
                    <a:pt x="5647624" y="98227"/>
                  </a:lnTo>
                  <a:lnTo>
                    <a:pt x="5647719" y="98227"/>
                  </a:lnTo>
                  <a:lnTo>
                    <a:pt x="5647813" y="98227"/>
                  </a:lnTo>
                  <a:lnTo>
                    <a:pt x="5647907" y="98227"/>
                  </a:lnTo>
                  <a:lnTo>
                    <a:pt x="5648001" y="98227"/>
                  </a:lnTo>
                  <a:lnTo>
                    <a:pt x="5648095" y="98227"/>
                  </a:lnTo>
                  <a:lnTo>
                    <a:pt x="5648189" y="98227"/>
                  </a:lnTo>
                  <a:lnTo>
                    <a:pt x="5648283" y="98227"/>
                  </a:lnTo>
                  <a:lnTo>
                    <a:pt x="5648378" y="98227"/>
                  </a:lnTo>
                  <a:lnTo>
                    <a:pt x="5648472" y="98227"/>
                  </a:lnTo>
                  <a:lnTo>
                    <a:pt x="5648566" y="98227"/>
                  </a:lnTo>
                  <a:lnTo>
                    <a:pt x="5648660" y="98227"/>
                  </a:lnTo>
                  <a:lnTo>
                    <a:pt x="5648754" y="98227"/>
                  </a:lnTo>
                  <a:lnTo>
                    <a:pt x="5648848" y="98227"/>
                  </a:lnTo>
                  <a:lnTo>
                    <a:pt x="5648848" y="93316"/>
                  </a:lnTo>
                  <a:lnTo>
                    <a:pt x="5648943" y="93316"/>
                  </a:lnTo>
                  <a:lnTo>
                    <a:pt x="5649037" y="93316"/>
                  </a:lnTo>
                  <a:lnTo>
                    <a:pt x="5649131" y="93316"/>
                  </a:lnTo>
                  <a:lnTo>
                    <a:pt x="5649225" y="93316"/>
                  </a:lnTo>
                  <a:lnTo>
                    <a:pt x="5649319" y="93316"/>
                  </a:lnTo>
                  <a:lnTo>
                    <a:pt x="5649413" y="93316"/>
                  </a:lnTo>
                  <a:lnTo>
                    <a:pt x="5649507" y="93316"/>
                  </a:lnTo>
                  <a:lnTo>
                    <a:pt x="5649602" y="93316"/>
                  </a:lnTo>
                  <a:lnTo>
                    <a:pt x="5649696" y="93316"/>
                  </a:lnTo>
                  <a:lnTo>
                    <a:pt x="5649790" y="93316"/>
                  </a:lnTo>
                  <a:lnTo>
                    <a:pt x="5649884" y="93316"/>
                  </a:lnTo>
                  <a:lnTo>
                    <a:pt x="5649978" y="93316"/>
                  </a:lnTo>
                  <a:lnTo>
                    <a:pt x="5650072" y="93316"/>
                  </a:lnTo>
                  <a:lnTo>
                    <a:pt x="5650167" y="93316"/>
                  </a:lnTo>
                  <a:lnTo>
                    <a:pt x="5650261" y="93316"/>
                  </a:lnTo>
                  <a:lnTo>
                    <a:pt x="5650355" y="93316"/>
                  </a:lnTo>
                  <a:lnTo>
                    <a:pt x="5650449" y="93316"/>
                  </a:lnTo>
                  <a:lnTo>
                    <a:pt x="5650543" y="93316"/>
                  </a:lnTo>
                  <a:lnTo>
                    <a:pt x="5650637" y="93316"/>
                  </a:lnTo>
                  <a:lnTo>
                    <a:pt x="5650731" y="93316"/>
                  </a:lnTo>
                  <a:lnTo>
                    <a:pt x="5650826" y="93316"/>
                  </a:lnTo>
                  <a:lnTo>
                    <a:pt x="5650920" y="93316"/>
                  </a:lnTo>
                  <a:lnTo>
                    <a:pt x="5651014" y="93316"/>
                  </a:lnTo>
                  <a:lnTo>
                    <a:pt x="5651108" y="93316"/>
                  </a:lnTo>
                  <a:lnTo>
                    <a:pt x="5651202" y="93316"/>
                  </a:lnTo>
                  <a:lnTo>
                    <a:pt x="5651296" y="93316"/>
                  </a:lnTo>
                  <a:lnTo>
                    <a:pt x="5651390" y="93316"/>
                  </a:lnTo>
                  <a:lnTo>
                    <a:pt x="5651485" y="93316"/>
                  </a:lnTo>
                  <a:lnTo>
                    <a:pt x="5651579" y="93316"/>
                  </a:lnTo>
                  <a:lnTo>
                    <a:pt x="5651673" y="93316"/>
                  </a:lnTo>
                  <a:lnTo>
                    <a:pt x="5651767" y="93316"/>
                  </a:lnTo>
                  <a:lnTo>
                    <a:pt x="5651861" y="93316"/>
                  </a:lnTo>
                  <a:lnTo>
                    <a:pt x="5651955" y="93316"/>
                  </a:lnTo>
                  <a:lnTo>
                    <a:pt x="5652050" y="93316"/>
                  </a:lnTo>
                  <a:lnTo>
                    <a:pt x="5652144" y="93316"/>
                  </a:lnTo>
                  <a:lnTo>
                    <a:pt x="5652238" y="93316"/>
                  </a:lnTo>
                  <a:lnTo>
                    <a:pt x="5652332" y="93316"/>
                  </a:lnTo>
                  <a:lnTo>
                    <a:pt x="5652426" y="93316"/>
                  </a:lnTo>
                  <a:lnTo>
                    <a:pt x="5652520" y="93316"/>
                  </a:lnTo>
                  <a:lnTo>
                    <a:pt x="5652614" y="93316"/>
                  </a:lnTo>
                  <a:lnTo>
                    <a:pt x="5652709" y="93316"/>
                  </a:lnTo>
                  <a:lnTo>
                    <a:pt x="5652803" y="93316"/>
                  </a:lnTo>
                  <a:lnTo>
                    <a:pt x="5652897" y="93316"/>
                  </a:lnTo>
                  <a:lnTo>
                    <a:pt x="5652991" y="93316"/>
                  </a:lnTo>
                  <a:lnTo>
                    <a:pt x="5653085" y="93316"/>
                  </a:lnTo>
                  <a:lnTo>
                    <a:pt x="5653179" y="93316"/>
                  </a:lnTo>
                  <a:lnTo>
                    <a:pt x="5653274" y="93316"/>
                  </a:lnTo>
                  <a:lnTo>
                    <a:pt x="5653368" y="93316"/>
                  </a:lnTo>
                  <a:lnTo>
                    <a:pt x="5653462" y="93316"/>
                  </a:lnTo>
                  <a:lnTo>
                    <a:pt x="5653556" y="93316"/>
                  </a:lnTo>
                  <a:lnTo>
                    <a:pt x="5653650" y="93316"/>
                  </a:lnTo>
                  <a:lnTo>
                    <a:pt x="5653744" y="93316"/>
                  </a:lnTo>
                  <a:lnTo>
                    <a:pt x="5653838" y="93316"/>
                  </a:lnTo>
                  <a:lnTo>
                    <a:pt x="5653933" y="93316"/>
                  </a:lnTo>
                  <a:lnTo>
                    <a:pt x="5654027" y="93316"/>
                  </a:lnTo>
                  <a:lnTo>
                    <a:pt x="5654121" y="93316"/>
                  </a:lnTo>
                  <a:lnTo>
                    <a:pt x="5654215" y="93316"/>
                  </a:lnTo>
                  <a:lnTo>
                    <a:pt x="5654309" y="93316"/>
                  </a:lnTo>
                  <a:lnTo>
                    <a:pt x="5654403" y="93316"/>
                  </a:lnTo>
                  <a:lnTo>
                    <a:pt x="5654498" y="93316"/>
                  </a:lnTo>
                  <a:lnTo>
                    <a:pt x="5654592" y="93316"/>
                  </a:lnTo>
                  <a:lnTo>
                    <a:pt x="5654686" y="93316"/>
                  </a:lnTo>
                  <a:lnTo>
                    <a:pt x="5654780" y="93316"/>
                  </a:lnTo>
                  <a:lnTo>
                    <a:pt x="5654874" y="93316"/>
                  </a:lnTo>
                  <a:lnTo>
                    <a:pt x="5654968" y="93316"/>
                  </a:lnTo>
                  <a:lnTo>
                    <a:pt x="5655062" y="93316"/>
                  </a:lnTo>
                  <a:lnTo>
                    <a:pt x="5655157" y="93316"/>
                  </a:lnTo>
                  <a:lnTo>
                    <a:pt x="5655251" y="93316"/>
                  </a:lnTo>
                  <a:lnTo>
                    <a:pt x="5655345" y="93316"/>
                  </a:lnTo>
                  <a:lnTo>
                    <a:pt x="5655439" y="93316"/>
                  </a:lnTo>
                  <a:lnTo>
                    <a:pt x="5655533" y="93316"/>
                  </a:lnTo>
                  <a:lnTo>
                    <a:pt x="5655627" y="93316"/>
                  </a:lnTo>
                  <a:lnTo>
                    <a:pt x="5655721" y="93316"/>
                  </a:lnTo>
                  <a:lnTo>
                    <a:pt x="5655816" y="93316"/>
                  </a:lnTo>
                  <a:lnTo>
                    <a:pt x="5655910" y="93316"/>
                  </a:lnTo>
                  <a:lnTo>
                    <a:pt x="5656004" y="93316"/>
                  </a:lnTo>
                  <a:lnTo>
                    <a:pt x="5656098" y="93316"/>
                  </a:lnTo>
                  <a:lnTo>
                    <a:pt x="5656192" y="93316"/>
                  </a:lnTo>
                  <a:lnTo>
                    <a:pt x="5656286" y="93316"/>
                  </a:lnTo>
                  <a:lnTo>
                    <a:pt x="5656381" y="93316"/>
                  </a:lnTo>
                  <a:lnTo>
                    <a:pt x="5656475" y="93316"/>
                  </a:lnTo>
                  <a:lnTo>
                    <a:pt x="5656569" y="93316"/>
                  </a:lnTo>
                  <a:lnTo>
                    <a:pt x="5656663" y="93316"/>
                  </a:lnTo>
                  <a:lnTo>
                    <a:pt x="5656757" y="93316"/>
                  </a:lnTo>
                  <a:lnTo>
                    <a:pt x="5656851" y="93316"/>
                  </a:lnTo>
                  <a:lnTo>
                    <a:pt x="5656945" y="93316"/>
                  </a:lnTo>
                  <a:lnTo>
                    <a:pt x="5657040" y="93316"/>
                  </a:lnTo>
                  <a:lnTo>
                    <a:pt x="5657134" y="93316"/>
                  </a:lnTo>
                  <a:lnTo>
                    <a:pt x="5657228" y="93316"/>
                  </a:lnTo>
                  <a:lnTo>
                    <a:pt x="5657322" y="93316"/>
                  </a:lnTo>
                  <a:lnTo>
                    <a:pt x="5657416" y="93316"/>
                  </a:lnTo>
                  <a:lnTo>
                    <a:pt x="5657510" y="93316"/>
                  </a:lnTo>
                  <a:lnTo>
                    <a:pt x="5657605" y="93316"/>
                  </a:lnTo>
                  <a:lnTo>
                    <a:pt x="5657699" y="93316"/>
                  </a:lnTo>
                  <a:lnTo>
                    <a:pt x="5657793" y="93316"/>
                  </a:lnTo>
                  <a:lnTo>
                    <a:pt x="5657887" y="93316"/>
                  </a:lnTo>
                  <a:lnTo>
                    <a:pt x="5657981" y="93316"/>
                  </a:lnTo>
                  <a:lnTo>
                    <a:pt x="5658075" y="93316"/>
                  </a:lnTo>
                  <a:lnTo>
                    <a:pt x="5658169" y="93316"/>
                  </a:lnTo>
                  <a:lnTo>
                    <a:pt x="5658264" y="93316"/>
                  </a:lnTo>
                  <a:lnTo>
                    <a:pt x="5658358" y="93316"/>
                  </a:lnTo>
                  <a:lnTo>
                    <a:pt x="5658452" y="93316"/>
                  </a:lnTo>
                  <a:lnTo>
                    <a:pt x="5658546" y="93316"/>
                  </a:lnTo>
                  <a:lnTo>
                    <a:pt x="5658640" y="93316"/>
                  </a:lnTo>
                  <a:lnTo>
                    <a:pt x="5658734" y="93316"/>
                  </a:lnTo>
                  <a:lnTo>
                    <a:pt x="5658829" y="93316"/>
                  </a:lnTo>
                  <a:lnTo>
                    <a:pt x="5658923" y="93316"/>
                  </a:lnTo>
                  <a:lnTo>
                    <a:pt x="5659017" y="93316"/>
                  </a:lnTo>
                  <a:lnTo>
                    <a:pt x="5659111" y="93316"/>
                  </a:lnTo>
                  <a:lnTo>
                    <a:pt x="5659205" y="93316"/>
                  </a:lnTo>
                  <a:lnTo>
                    <a:pt x="5659299" y="93316"/>
                  </a:lnTo>
                  <a:lnTo>
                    <a:pt x="5659393" y="93316"/>
                  </a:lnTo>
                  <a:lnTo>
                    <a:pt x="5659488" y="93316"/>
                  </a:lnTo>
                  <a:lnTo>
                    <a:pt x="5659582" y="93316"/>
                  </a:lnTo>
                  <a:lnTo>
                    <a:pt x="5659676" y="93316"/>
                  </a:lnTo>
                  <a:lnTo>
                    <a:pt x="5659770" y="93316"/>
                  </a:lnTo>
                  <a:lnTo>
                    <a:pt x="5659864" y="93316"/>
                  </a:lnTo>
                  <a:lnTo>
                    <a:pt x="5659958" y="93316"/>
                  </a:lnTo>
                  <a:lnTo>
                    <a:pt x="5660052" y="93316"/>
                  </a:lnTo>
                  <a:lnTo>
                    <a:pt x="5660147" y="93316"/>
                  </a:lnTo>
                  <a:lnTo>
                    <a:pt x="5660241" y="93316"/>
                  </a:lnTo>
                  <a:lnTo>
                    <a:pt x="5660335" y="93316"/>
                  </a:lnTo>
                  <a:lnTo>
                    <a:pt x="5660429" y="93316"/>
                  </a:lnTo>
                  <a:lnTo>
                    <a:pt x="5660523" y="93316"/>
                  </a:lnTo>
                  <a:lnTo>
                    <a:pt x="5660617" y="93316"/>
                  </a:lnTo>
                  <a:lnTo>
                    <a:pt x="5660712" y="93316"/>
                  </a:lnTo>
                  <a:lnTo>
                    <a:pt x="5660806" y="93316"/>
                  </a:lnTo>
                  <a:lnTo>
                    <a:pt x="5660900" y="93316"/>
                  </a:lnTo>
                  <a:lnTo>
                    <a:pt x="5660994" y="93316"/>
                  </a:lnTo>
                  <a:lnTo>
                    <a:pt x="5661088" y="93316"/>
                  </a:lnTo>
                  <a:lnTo>
                    <a:pt x="5661182" y="93316"/>
                  </a:lnTo>
                  <a:lnTo>
                    <a:pt x="5661276" y="93316"/>
                  </a:lnTo>
                  <a:lnTo>
                    <a:pt x="5661371" y="93316"/>
                  </a:lnTo>
                  <a:lnTo>
                    <a:pt x="5661465" y="93316"/>
                  </a:lnTo>
                  <a:lnTo>
                    <a:pt x="5661559" y="93316"/>
                  </a:lnTo>
                  <a:lnTo>
                    <a:pt x="5661653" y="93316"/>
                  </a:lnTo>
                  <a:lnTo>
                    <a:pt x="5661747" y="93316"/>
                  </a:lnTo>
                  <a:lnTo>
                    <a:pt x="5661841" y="93316"/>
                  </a:lnTo>
                  <a:lnTo>
                    <a:pt x="5661936" y="93316"/>
                  </a:lnTo>
                  <a:lnTo>
                    <a:pt x="5662030" y="93316"/>
                  </a:lnTo>
                  <a:lnTo>
                    <a:pt x="5662124" y="93316"/>
                  </a:lnTo>
                  <a:lnTo>
                    <a:pt x="5662218" y="93316"/>
                  </a:lnTo>
                  <a:lnTo>
                    <a:pt x="5662312" y="93316"/>
                  </a:lnTo>
                  <a:lnTo>
                    <a:pt x="5662406" y="93316"/>
                  </a:lnTo>
                  <a:lnTo>
                    <a:pt x="5662500" y="93316"/>
                  </a:lnTo>
                  <a:lnTo>
                    <a:pt x="5662595" y="93316"/>
                  </a:lnTo>
                  <a:lnTo>
                    <a:pt x="5662689" y="93316"/>
                  </a:lnTo>
                  <a:lnTo>
                    <a:pt x="5662783" y="93316"/>
                  </a:lnTo>
                  <a:lnTo>
                    <a:pt x="5662877" y="93316"/>
                  </a:lnTo>
                  <a:lnTo>
                    <a:pt x="5662971" y="93316"/>
                  </a:lnTo>
                  <a:lnTo>
                    <a:pt x="5663065" y="93316"/>
                  </a:lnTo>
                  <a:lnTo>
                    <a:pt x="5663160" y="93316"/>
                  </a:lnTo>
                  <a:lnTo>
                    <a:pt x="5663254" y="93316"/>
                  </a:lnTo>
                  <a:lnTo>
                    <a:pt x="5663348" y="93316"/>
                  </a:lnTo>
                  <a:lnTo>
                    <a:pt x="5663442" y="93316"/>
                  </a:lnTo>
                  <a:lnTo>
                    <a:pt x="5663536" y="93316"/>
                  </a:lnTo>
                  <a:lnTo>
                    <a:pt x="5663630" y="93316"/>
                  </a:lnTo>
                  <a:lnTo>
                    <a:pt x="5663724" y="93316"/>
                  </a:lnTo>
                  <a:lnTo>
                    <a:pt x="5663819" y="93316"/>
                  </a:lnTo>
                  <a:lnTo>
                    <a:pt x="5663913" y="93316"/>
                  </a:lnTo>
                  <a:lnTo>
                    <a:pt x="5664007" y="93316"/>
                  </a:lnTo>
                  <a:lnTo>
                    <a:pt x="5664101" y="93316"/>
                  </a:lnTo>
                  <a:lnTo>
                    <a:pt x="5664195" y="93316"/>
                  </a:lnTo>
                  <a:lnTo>
                    <a:pt x="5664289" y="93316"/>
                  </a:lnTo>
                  <a:lnTo>
                    <a:pt x="5664383" y="93316"/>
                  </a:lnTo>
                  <a:lnTo>
                    <a:pt x="5664478" y="93316"/>
                  </a:lnTo>
                  <a:lnTo>
                    <a:pt x="5664572" y="93316"/>
                  </a:lnTo>
                  <a:lnTo>
                    <a:pt x="5664666" y="93316"/>
                  </a:lnTo>
                  <a:lnTo>
                    <a:pt x="5664760" y="93316"/>
                  </a:lnTo>
                  <a:lnTo>
                    <a:pt x="5664854" y="93316"/>
                  </a:lnTo>
                  <a:lnTo>
                    <a:pt x="5664854" y="88404"/>
                  </a:lnTo>
                  <a:lnTo>
                    <a:pt x="5664948" y="88404"/>
                  </a:lnTo>
                  <a:lnTo>
                    <a:pt x="5665043" y="88404"/>
                  </a:lnTo>
                  <a:lnTo>
                    <a:pt x="5665137" y="88404"/>
                  </a:lnTo>
                  <a:lnTo>
                    <a:pt x="5665231" y="88404"/>
                  </a:lnTo>
                  <a:lnTo>
                    <a:pt x="5665325" y="88404"/>
                  </a:lnTo>
                  <a:lnTo>
                    <a:pt x="5665419" y="88404"/>
                  </a:lnTo>
                  <a:lnTo>
                    <a:pt x="5665513" y="88404"/>
                  </a:lnTo>
                  <a:lnTo>
                    <a:pt x="5665607" y="88404"/>
                  </a:lnTo>
                  <a:lnTo>
                    <a:pt x="5665702" y="88404"/>
                  </a:lnTo>
                  <a:lnTo>
                    <a:pt x="5665796" y="88404"/>
                  </a:lnTo>
                  <a:lnTo>
                    <a:pt x="5665890" y="88404"/>
                  </a:lnTo>
                  <a:lnTo>
                    <a:pt x="5665984" y="88404"/>
                  </a:lnTo>
                  <a:lnTo>
                    <a:pt x="5666078" y="88404"/>
                  </a:lnTo>
                  <a:lnTo>
                    <a:pt x="5666172" y="88404"/>
                  </a:lnTo>
                  <a:lnTo>
                    <a:pt x="5666267" y="88404"/>
                  </a:lnTo>
                  <a:lnTo>
                    <a:pt x="5666361" y="88404"/>
                  </a:lnTo>
                  <a:lnTo>
                    <a:pt x="5666455" y="88404"/>
                  </a:lnTo>
                  <a:lnTo>
                    <a:pt x="5666549" y="88404"/>
                  </a:lnTo>
                  <a:lnTo>
                    <a:pt x="5666643" y="88404"/>
                  </a:lnTo>
                  <a:lnTo>
                    <a:pt x="5666737" y="88404"/>
                  </a:lnTo>
                  <a:lnTo>
                    <a:pt x="5666831" y="88404"/>
                  </a:lnTo>
                  <a:lnTo>
                    <a:pt x="5666926" y="88404"/>
                  </a:lnTo>
                  <a:lnTo>
                    <a:pt x="5667020" y="88404"/>
                  </a:lnTo>
                  <a:lnTo>
                    <a:pt x="5667114" y="88404"/>
                  </a:lnTo>
                  <a:lnTo>
                    <a:pt x="5667208" y="88404"/>
                  </a:lnTo>
                  <a:lnTo>
                    <a:pt x="5667302" y="88404"/>
                  </a:lnTo>
                  <a:lnTo>
                    <a:pt x="5667396" y="88404"/>
                  </a:lnTo>
                  <a:lnTo>
                    <a:pt x="5667491" y="88404"/>
                  </a:lnTo>
                  <a:lnTo>
                    <a:pt x="5667585" y="88404"/>
                  </a:lnTo>
                  <a:lnTo>
                    <a:pt x="5667679" y="88404"/>
                  </a:lnTo>
                  <a:lnTo>
                    <a:pt x="5667773" y="88404"/>
                  </a:lnTo>
                  <a:lnTo>
                    <a:pt x="5667867" y="88404"/>
                  </a:lnTo>
                  <a:lnTo>
                    <a:pt x="5667961" y="88404"/>
                  </a:lnTo>
                  <a:lnTo>
                    <a:pt x="5668055" y="88404"/>
                  </a:lnTo>
                  <a:lnTo>
                    <a:pt x="5668150" y="88404"/>
                  </a:lnTo>
                  <a:lnTo>
                    <a:pt x="5668244" y="88404"/>
                  </a:lnTo>
                  <a:lnTo>
                    <a:pt x="5668244" y="83493"/>
                  </a:lnTo>
                  <a:lnTo>
                    <a:pt x="5668338" y="83493"/>
                  </a:lnTo>
                  <a:lnTo>
                    <a:pt x="5668432" y="83493"/>
                  </a:lnTo>
                  <a:lnTo>
                    <a:pt x="5668526" y="83493"/>
                  </a:lnTo>
                  <a:lnTo>
                    <a:pt x="5668620" y="83493"/>
                  </a:lnTo>
                  <a:lnTo>
                    <a:pt x="5668714" y="83493"/>
                  </a:lnTo>
                  <a:lnTo>
                    <a:pt x="5668809" y="83493"/>
                  </a:lnTo>
                  <a:lnTo>
                    <a:pt x="5668903" y="83493"/>
                  </a:lnTo>
                  <a:lnTo>
                    <a:pt x="5668997" y="83493"/>
                  </a:lnTo>
                  <a:lnTo>
                    <a:pt x="5669091" y="83493"/>
                  </a:lnTo>
                  <a:lnTo>
                    <a:pt x="5669185" y="83493"/>
                  </a:lnTo>
                  <a:lnTo>
                    <a:pt x="5669279" y="83493"/>
                  </a:lnTo>
                  <a:lnTo>
                    <a:pt x="5669374" y="83493"/>
                  </a:lnTo>
                  <a:lnTo>
                    <a:pt x="5669468" y="83493"/>
                  </a:lnTo>
                  <a:lnTo>
                    <a:pt x="5669562" y="83493"/>
                  </a:lnTo>
                  <a:lnTo>
                    <a:pt x="5669656" y="83493"/>
                  </a:lnTo>
                  <a:lnTo>
                    <a:pt x="5669750" y="83493"/>
                  </a:lnTo>
                  <a:lnTo>
                    <a:pt x="5669844" y="83493"/>
                  </a:lnTo>
                  <a:lnTo>
                    <a:pt x="5669938" y="83493"/>
                  </a:lnTo>
                  <a:lnTo>
                    <a:pt x="5670033" y="83493"/>
                  </a:lnTo>
                  <a:lnTo>
                    <a:pt x="5670127" y="83493"/>
                  </a:lnTo>
                  <a:lnTo>
                    <a:pt x="5670221" y="83493"/>
                  </a:lnTo>
                  <a:lnTo>
                    <a:pt x="5670315" y="83493"/>
                  </a:lnTo>
                  <a:lnTo>
                    <a:pt x="5670409" y="83493"/>
                  </a:lnTo>
                  <a:lnTo>
                    <a:pt x="5670503" y="83493"/>
                  </a:lnTo>
                  <a:lnTo>
                    <a:pt x="5670598" y="83493"/>
                  </a:lnTo>
                  <a:lnTo>
                    <a:pt x="5670692" y="83493"/>
                  </a:lnTo>
                  <a:lnTo>
                    <a:pt x="5670786" y="83493"/>
                  </a:lnTo>
                  <a:lnTo>
                    <a:pt x="5670880" y="83493"/>
                  </a:lnTo>
                  <a:lnTo>
                    <a:pt x="5670974" y="83493"/>
                  </a:lnTo>
                  <a:lnTo>
                    <a:pt x="5671068" y="83493"/>
                  </a:lnTo>
                  <a:lnTo>
                    <a:pt x="5671162" y="83493"/>
                  </a:lnTo>
                  <a:lnTo>
                    <a:pt x="5671257" y="83493"/>
                  </a:lnTo>
                  <a:lnTo>
                    <a:pt x="5671351" y="83493"/>
                  </a:lnTo>
                  <a:lnTo>
                    <a:pt x="5671445" y="83493"/>
                  </a:lnTo>
                  <a:lnTo>
                    <a:pt x="5671539" y="83493"/>
                  </a:lnTo>
                  <a:lnTo>
                    <a:pt x="5671633" y="83493"/>
                  </a:lnTo>
                  <a:lnTo>
                    <a:pt x="5671727" y="83493"/>
                  </a:lnTo>
                  <a:lnTo>
                    <a:pt x="5671822" y="83493"/>
                  </a:lnTo>
                  <a:lnTo>
                    <a:pt x="5671916" y="83493"/>
                  </a:lnTo>
                  <a:lnTo>
                    <a:pt x="5672010" y="83493"/>
                  </a:lnTo>
                  <a:lnTo>
                    <a:pt x="5672104" y="83493"/>
                  </a:lnTo>
                  <a:lnTo>
                    <a:pt x="5672198" y="83493"/>
                  </a:lnTo>
                  <a:lnTo>
                    <a:pt x="5672292" y="83493"/>
                  </a:lnTo>
                  <a:lnTo>
                    <a:pt x="5672386" y="83493"/>
                  </a:lnTo>
                  <a:lnTo>
                    <a:pt x="5672481" y="83493"/>
                  </a:lnTo>
                  <a:lnTo>
                    <a:pt x="5672575" y="83493"/>
                  </a:lnTo>
                  <a:lnTo>
                    <a:pt x="5672669" y="83493"/>
                  </a:lnTo>
                  <a:lnTo>
                    <a:pt x="5672763" y="83493"/>
                  </a:lnTo>
                  <a:lnTo>
                    <a:pt x="5672857" y="83493"/>
                  </a:lnTo>
                  <a:lnTo>
                    <a:pt x="5672951" y="83493"/>
                  </a:lnTo>
                  <a:lnTo>
                    <a:pt x="5673045" y="83493"/>
                  </a:lnTo>
                  <a:lnTo>
                    <a:pt x="5673140" y="83493"/>
                  </a:lnTo>
                  <a:lnTo>
                    <a:pt x="5673234" y="83493"/>
                  </a:lnTo>
                  <a:lnTo>
                    <a:pt x="5673328" y="83493"/>
                  </a:lnTo>
                  <a:lnTo>
                    <a:pt x="5673422" y="83493"/>
                  </a:lnTo>
                  <a:lnTo>
                    <a:pt x="5673516" y="83493"/>
                  </a:lnTo>
                  <a:lnTo>
                    <a:pt x="5673610" y="83493"/>
                  </a:lnTo>
                  <a:lnTo>
                    <a:pt x="5673705" y="83493"/>
                  </a:lnTo>
                  <a:lnTo>
                    <a:pt x="5673799" y="83493"/>
                  </a:lnTo>
                  <a:lnTo>
                    <a:pt x="5673893" y="83493"/>
                  </a:lnTo>
                  <a:lnTo>
                    <a:pt x="5673987" y="83493"/>
                  </a:lnTo>
                  <a:lnTo>
                    <a:pt x="5674081" y="83493"/>
                  </a:lnTo>
                  <a:lnTo>
                    <a:pt x="5674175" y="83493"/>
                  </a:lnTo>
                  <a:lnTo>
                    <a:pt x="5674269" y="83493"/>
                  </a:lnTo>
                  <a:lnTo>
                    <a:pt x="5674364" y="83493"/>
                  </a:lnTo>
                  <a:lnTo>
                    <a:pt x="5674458" y="83493"/>
                  </a:lnTo>
                  <a:lnTo>
                    <a:pt x="5674552" y="83493"/>
                  </a:lnTo>
                  <a:lnTo>
                    <a:pt x="5674646" y="83493"/>
                  </a:lnTo>
                  <a:lnTo>
                    <a:pt x="5674740" y="83493"/>
                  </a:lnTo>
                  <a:lnTo>
                    <a:pt x="5674834" y="83493"/>
                  </a:lnTo>
                  <a:lnTo>
                    <a:pt x="5674929" y="83493"/>
                  </a:lnTo>
                  <a:lnTo>
                    <a:pt x="5675023" y="83493"/>
                  </a:lnTo>
                  <a:lnTo>
                    <a:pt x="5675117" y="83493"/>
                  </a:lnTo>
                  <a:lnTo>
                    <a:pt x="5675211" y="83493"/>
                  </a:lnTo>
                  <a:lnTo>
                    <a:pt x="5675305" y="83493"/>
                  </a:lnTo>
                  <a:lnTo>
                    <a:pt x="5675399" y="83493"/>
                  </a:lnTo>
                  <a:lnTo>
                    <a:pt x="5675493" y="83493"/>
                  </a:lnTo>
                  <a:lnTo>
                    <a:pt x="5675588" y="83493"/>
                  </a:lnTo>
                  <a:lnTo>
                    <a:pt x="5675682" y="83493"/>
                  </a:lnTo>
                  <a:lnTo>
                    <a:pt x="5675776" y="83493"/>
                  </a:lnTo>
                  <a:lnTo>
                    <a:pt x="5675870" y="83493"/>
                  </a:lnTo>
                  <a:lnTo>
                    <a:pt x="5675964" y="83493"/>
                  </a:lnTo>
                  <a:lnTo>
                    <a:pt x="5676058" y="83493"/>
                  </a:lnTo>
                  <a:lnTo>
                    <a:pt x="5676153" y="83493"/>
                  </a:lnTo>
                  <a:lnTo>
                    <a:pt x="5676247" y="83493"/>
                  </a:lnTo>
                  <a:lnTo>
                    <a:pt x="5676341" y="83493"/>
                  </a:lnTo>
                  <a:lnTo>
                    <a:pt x="5676435" y="83493"/>
                  </a:lnTo>
                  <a:lnTo>
                    <a:pt x="5676529" y="83493"/>
                  </a:lnTo>
                  <a:lnTo>
                    <a:pt x="5676623" y="83493"/>
                  </a:lnTo>
                  <a:lnTo>
                    <a:pt x="5676717" y="83493"/>
                  </a:lnTo>
                  <a:lnTo>
                    <a:pt x="5676812" y="83493"/>
                  </a:lnTo>
                  <a:lnTo>
                    <a:pt x="5676906" y="83493"/>
                  </a:lnTo>
                  <a:lnTo>
                    <a:pt x="5677000" y="83493"/>
                  </a:lnTo>
                  <a:lnTo>
                    <a:pt x="5677094" y="83493"/>
                  </a:lnTo>
                  <a:lnTo>
                    <a:pt x="5677188" y="83493"/>
                  </a:lnTo>
                  <a:lnTo>
                    <a:pt x="5677282" y="83493"/>
                  </a:lnTo>
                  <a:lnTo>
                    <a:pt x="5677377" y="83493"/>
                  </a:lnTo>
                  <a:lnTo>
                    <a:pt x="5677471" y="83493"/>
                  </a:lnTo>
                  <a:lnTo>
                    <a:pt x="5677565" y="83493"/>
                  </a:lnTo>
                  <a:lnTo>
                    <a:pt x="5677659" y="83493"/>
                  </a:lnTo>
                  <a:lnTo>
                    <a:pt x="5677753" y="83493"/>
                  </a:lnTo>
                  <a:lnTo>
                    <a:pt x="5677847" y="83493"/>
                  </a:lnTo>
                  <a:lnTo>
                    <a:pt x="5677941" y="83493"/>
                  </a:lnTo>
                  <a:lnTo>
                    <a:pt x="5678036" y="83493"/>
                  </a:lnTo>
                  <a:lnTo>
                    <a:pt x="5678130" y="83493"/>
                  </a:lnTo>
                  <a:lnTo>
                    <a:pt x="5678224" y="83493"/>
                  </a:lnTo>
                  <a:lnTo>
                    <a:pt x="5678318" y="83493"/>
                  </a:lnTo>
                  <a:lnTo>
                    <a:pt x="5678412" y="83493"/>
                  </a:lnTo>
                  <a:lnTo>
                    <a:pt x="5678506" y="83493"/>
                  </a:lnTo>
                  <a:lnTo>
                    <a:pt x="5678600" y="83493"/>
                  </a:lnTo>
                  <a:lnTo>
                    <a:pt x="5678695" y="83493"/>
                  </a:lnTo>
                  <a:lnTo>
                    <a:pt x="5678789" y="83493"/>
                  </a:lnTo>
                  <a:lnTo>
                    <a:pt x="5678883" y="83493"/>
                  </a:lnTo>
                  <a:lnTo>
                    <a:pt x="5678977" y="83493"/>
                  </a:lnTo>
                  <a:lnTo>
                    <a:pt x="5679071" y="83493"/>
                  </a:lnTo>
                  <a:lnTo>
                    <a:pt x="5679165" y="83493"/>
                  </a:lnTo>
                  <a:lnTo>
                    <a:pt x="5679260" y="83493"/>
                  </a:lnTo>
                  <a:lnTo>
                    <a:pt x="5679354" y="83493"/>
                  </a:lnTo>
                  <a:lnTo>
                    <a:pt x="5679448" y="83493"/>
                  </a:lnTo>
                  <a:lnTo>
                    <a:pt x="5679542" y="83493"/>
                  </a:lnTo>
                  <a:lnTo>
                    <a:pt x="5679636" y="83493"/>
                  </a:lnTo>
                  <a:lnTo>
                    <a:pt x="5679730" y="83493"/>
                  </a:lnTo>
                  <a:lnTo>
                    <a:pt x="5679824" y="83493"/>
                  </a:lnTo>
                  <a:lnTo>
                    <a:pt x="5679919" y="83493"/>
                  </a:lnTo>
                  <a:lnTo>
                    <a:pt x="5679919" y="78581"/>
                  </a:lnTo>
                  <a:lnTo>
                    <a:pt x="5680013" y="78581"/>
                  </a:lnTo>
                  <a:lnTo>
                    <a:pt x="5680107" y="78581"/>
                  </a:lnTo>
                  <a:lnTo>
                    <a:pt x="5680201" y="78581"/>
                  </a:lnTo>
                  <a:lnTo>
                    <a:pt x="5680295" y="78581"/>
                  </a:lnTo>
                  <a:lnTo>
                    <a:pt x="5680389" y="78581"/>
                  </a:lnTo>
                  <a:lnTo>
                    <a:pt x="5680484" y="78581"/>
                  </a:lnTo>
                  <a:lnTo>
                    <a:pt x="5680578" y="78581"/>
                  </a:lnTo>
                  <a:lnTo>
                    <a:pt x="5680672" y="78581"/>
                  </a:lnTo>
                  <a:lnTo>
                    <a:pt x="5680766" y="78581"/>
                  </a:lnTo>
                  <a:lnTo>
                    <a:pt x="5680860" y="78581"/>
                  </a:lnTo>
                  <a:lnTo>
                    <a:pt x="5680954" y="78581"/>
                  </a:lnTo>
                  <a:lnTo>
                    <a:pt x="5681048" y="78581"/>
                  </a:lnTo>
                  <a:lnTo>
                    <a:pt x="5681143" y="78581"/>
                  </a:lnTo>
                  <a:lnTo>
                    <a:pt x="5681237" y="78581"/>
                  </a:lnTo>
                  <a:lnTo>
                    <a:pt x="5681331" y="78581"/>
                  </a:lnTo>
                  <a:lnTo>
                    <a:pt x="5681425" y="78581"/>
                  </a:lnTo>
                  <a:lnTo>
                    <a:pt x="5681519" y="78581"/>
                  </a:lnTo>
                  <a:lnTo>
                    <a:pt x="5681613" y="78581"/>
                  </a:lnTo>
                  <a:lnTo>
                    <a:pt x="5681708" y="78581"/>
                  </a:lnTo>
                  <a:lnTo>
                    <a:pt x="5681802" y="78581"/>
                  </a:lnTo>
                  <a:lnTo>
                    <a:pt x="5681896" y="78581"/>
                  </a:lnTo>
                  <a:lnTo>
                    <a:pt x="5681990" y="78581"/>
                  </a:lnTo>
                  <a:lnTo>
                    <a:pt x="5682084" y="78581"/>
                  </a:lnTo>
                  <a:lnTo>
                    <a:pt x="5682178" y="78581"/>
                  </a:lnTo>
                  <a:lnTo>
                    <a:pt x="5682272" y="78581"/>
                  </a:lnTo>
                  <a:lnTo>
                    <a:pt x="5682367" y="78581"/>
                  </a:lnTo>
                  <a:lnTo>
                    <a:pt x="5682461" y="78581"/>
                  </a:lnTo>
                  <a:lnTo>
                    <a:pt x="5682555" y="78581"/>
                  </a:lnTo>
                  <a:lnTo>
                    <a:pt x="5682649" y="78581"/>
                  </a:lnTo>
                  <a:lnTo>
                    <a:pt x="5682743" y="78581"/>
                  </a:lnTo>
                  <a:lnTo>
                    <a:pt x="5682837" y="78581"/>
                  </a:lnTo>
                  <a:lnTo>
                    <a:pt x="5682931" y="78581"/>
                  </a:lnTo>
                  <a:lnTo>
                    <a:pt x="5683026" y="78581"/>
                  </a:lnTo>
                  <a:lnTo>
                    <a:pt x="5683120" y="78581"/>
                  </a:lnTo>
                  <a:lnTo>
                    <a:pt x="5683214" y="78581"/>
                  </a:lnTo>
                  <a:lnTo>
                    <a:pt x="5683308" y="78581"/>
                  </a:lnTo>
                  <a:lnTo>
                    <a:pt x="5683402" y="78581"/>
                  </a:lnTo>
                  <a:lnTo>
                    <a:pt x="5683496" y="78581"/>
                  </a:lnTo>
                  <a:lnTo>
                    <a:pt x="5683591" y="78581"/>
                  </a:lnTo>
                  <a:lnTo>
                    <a:pt x="5683685" y="78581"/>
                  </a:lnTo>
                  <a:lnTo>
                    <a:pt x="5683779" y="78581"/>
                  </a:lnTo>
                  <a:lnTo>
                    <a:pt x="5683873" y="78581"/>
                  </a:lnTo>
                  <a:lnTo>
                    <a:pt x="5683967" y="78581"/>
                  </a:lnTo>
                  <a:lnTo>
                    <a:pt x="5684061" y="78581"/>
                  </a:lnTo>
                  <a:lnTo>
                    <a:pt x="5684155" y="78581"/>
                  </a:lnTo>
                  <a:lnTo>
                    <a:pt x="5684250" y="78581"/>
                  </a:lnTo>
                  <a:lnTo>
                    <a:pt x="5684344" y="78581"/>
                  </a:lnTo>
                  <a:lnTo>
                    <a:pt x="5684438" y="78581"/>
                  </a:lnTo>
                  <a:lnTo>
                    <a:pt x="5684532" y="78581"/>
                  </a:lnTo>
                  <a:lnTo>
                    <a:pt x="5684626" y="78581"/>
                  </a:lnTo>
                  <a:lnTo>
                    <a:pt x="5684720" y="78581"/>
                  </a:lnTo>
                  <a:lnTo>
                    <a:pt x="5684815" y="78581"/>
                  </a:lnTo>
                  <a:lnTo>
                    <a:pt x="5684909" y="78581"/>
                  </a:lnTo>
                  <a:lnTo>
                    <a:pt x="5685003" y="78581"/>
                  </a:lnTo>
                  <a:lnTo>
                    <a:pt x="5685097" y="78581"/>
                  </a:lnTo>
                  <a:lnTo>
                    <a:pt x="5685191" y="78581"/>
                  </a:lnTo>
                  <a:lnTo>
                    <a:pt x="5685285" y="78581"/>
                  </a:lnTo>
                  <a:lnTo>
                    <a:pt x="5685379" y="78581"/>
                  </a:lnTo>
                  <a:lnTo>
                    <a:pt x="5685474" y="78581"/>
                  </a:lnTo>
                  <a:lnTo>
                    <a:pt x="5685568" y="78581"/>
                  </a:lnTo>
                  <a:lnTo>
                    <a:pt x="5685662" y="78581"/>
                  </a:lnTo>
                  <a:lnTo>
                    <a:pt x="5685756" y="78581"/>
                  </a:lnTo>
                  <a:lnTo>
                    <a:pt x="5685850" y="78581"/>
                  </a:lnTo>
                  <a:lnTo>
                    <a:pt x="5685944" y="78581"/>
                  </a:lnTo>
                  <a:lnTo>
                    <a:pt x="5686039" y="78581"/>
                  </a:lnTo>
                  <a:lnTo>
                    <a:pt x="5686133" y="78581"/>
                  </a:lnTo>
                  <a:lnTo>
                    <a:pt x="5686227" y="78581"/>
                  </a:lnTo>
                  <a:lnTo>
                    <a:pt x="5686321" y="78581"/>
                  </a:lnTo>
                  <a:lnTo>
                    <a:pt x="5686415" y="78581"/>
                  </a:lnTo>
                  <a:lnTo>
                    <a:pt x="5686509" y="78581"/>
                  </a:lnTo>
                  <a:lnTo>
                    <a:pt x="5686603" y="78581"/>
                  </a:lnTo>
                  <a:lnTo>
                    <a:pt x="5686698" y="78581"/>
                  </a:lnTo>
                  <a:lnTo>
                    <a:pt x="5686792" y="78581"/>
                  </a:lnTo>
                  <a:lnTo>
                    <a:pt x="5686886" y="78581"/>
                  </a:lnTo>
                  <a:lnTo>
                    <a:pt x="5686980" y="78581"/>
                  </a:lnTo>
                  <a:lnTo>
                    <a:pt x="5687074" y="78581"/>
                  </a:lnTo>
                  <a:lnTo>
                    <a:pt x="5687168" y="78581"/>
                  </a:lnTo>
                  <a:lnTo>
                    <a:pt x="5687262" y="78581"/>
                  </a:lnTo>
                  <a:lnTo>
                    <a:pt x="5687357" y="78581"/>
                  </a:lnTo>
                  <a:lnTo>
                    <a:pt x="5687451" y="78581"/>
                  </a:lnTo>
                  <a:lnTo>
                    <a:pt x="5687545" y="78581"/>
                  </a:lnTo>
                  <a:lnTo>
                    <a:pt x="5687639" y="78581"/>
                  </a:lnTo>
                  <a:lnTo>
                    <a:pt x="5687733" y="78581"/>
                  </a:lnTo>
                  <a:lnTo>
                    <a:pt x="5687827" y="78581"/>
                  </a:lnTo>
                  <a:lnTo>
                    <a:pt x="5687922" y="78581"/>
                  </a:lnTo>
                  <a:lnTo>
                    <a:pt x="5688016" y="78581"/>
                  </a:lnTo>
                  <a:lnTo>
                    <a:pt x="5688110" y="78581"/>
                  </a:lnTo>
                  <a:lnTo>
                    <a:pt x="5688204" y="78581"/>
                  </a:lnTo>
                  <a:lnTo>
                    <a:pt x="5688298" y="78581"/>
                  </a:lnTo>
                  <a:lnTo>
                    <a:pt x="5688392" y="78581"/>
                  </a:lnTo>
                  <a:lnTo>
                    <a:pt x="5688486" y="78581"/>
                  </a:lnTo>
                  <a:lnTo>
                    <a:pt x="5688581" y="78581"/>
                  </a:lnTo>
                  <a:lnTo>
                    <a:pt x="5688675" y="78581"/>
                  </a:lnTo>
                  <a:lnTo>
                    <a:pt x="5688769" y="78581"/>
                  </a:lnTo>
                  <a:lnTo>
                    <a:pt x="5688863" y="78581"/>
                  </a:lnTo>
                  <a:lnTo>
                    <a:pt x="5688957" y="78581"/>
                  </a:lnTo>
                  <a:lnTo>
                    <a:pt x="5689051" y="78581"/>
                  </a:lnTo>
                  <a:lnTo>
                    <a:pt x="5689146" y="78581"/>
                  </a:lnTo>
                  <a:lnTo>
                    <a:pt x="5689240" y="78581"/>
                  </a:lnTo>
                  <a:lnTo>
                    <a:pt x="5689334" y="78581"/>
                  </a:lnTo>
                  <a:lnTo>
                    <a:pt x="5689428" y="78581"/>
                  </a:lnTo>
                  <a:lnTo>
                    <a:pt x="5689522" y="78581"/>
                  </a:lnTo>
                  <a:lnTo>
                    <a:pt x="5689616" y="78581"/>
                  </a:lnTo>
                  <a:lnTo>
                    <a:pt x="5689710" y="78581"/>
                  </a:lnTo>
                  <a:lnTo>
                    <a:pt x="5689805" y="78581"/>
                  </a:lnTo>
                  <a:lnTo>
                    <a:pt x="5689899" y="78581"/>
                  </a:lnTo>
                  <a:lnTo>
                    <a:pt x="5689993" y="78581"/>
                  </a:lnTo>
                  <a:lnTo>
                    <a:pt x="5690087" y="78581"/>
                  </a:lnTo>
                  <a:lnTo>
                    <a:pt x="5690181" y="78581"/>
                  </a:lnTo>
                  <a:lnTo>
                    <a:pt x="5690275" y="78581"/>
                  </a:lnTo>
                  <a:lnTo>
                    <a:pt x="5690370" y="78581"/>
                  </a:lnTo>
                  <a:lnTo>
                    <a:pt x="5690464" y="78581"/>
                  </a:lnTo>
                  <a:lnTo>
                    <a:pt x="5690558" y="78581"/>
                  </a:lnTo>
                  <a:lnTo>
                    <a:pt x="5690652" y="78581"/>
                  </a:lnTo>
                  <a:lnTo>
                    <a:pt x="5690746" y="78581"/>
                  </a:lnTo>
                  <a:lnTo>
                    <a:pt x="5690840" y="78581"/>
                  </a:lnTo>
                  <a:lnTo>
                    <a:pt x="5690934" y="78581"/>
                  </a:lnTo>
                  <a:lnTo>
                    <a:pt x="5691029" y="78581"/>
                  </a:lnTo>
                  <a:lnTo>
                    <a:pt x="5691123" y="78581"/>
                  </a:lnTo>
                  <a:lnTo>
                    <a:pt x="5691217" y="78581"/>
                  </a:lnTo>
                  <a:lnTo>
                    <a:pt x="5691311" y="78581"/>
                  </a:lnTo>
                  <a:lnTo>
                    <a:pt x="5691405" y="78581"/>
                  </a:lnTo>
                  <a:lnTo>
                    <a:pt x="5691499" y="78581"/>
                  </a:lnTo>
                  <a:lnTo>
                    <a:pt x="5691593" y="78581"/>
                  </a:lnTo>
                  <a:lnTo>
                    <a:pt x="5691688" y="78581"/>
                  </a:lnTo>
                  <a:lnTo>
                    <a:pt x="5691782" y="78581"/>
                  </a:lnTo>
                  <a:lnTo>
                    <a:pt x="5691876" y="78581"/>
                  </a:lnTo>
                  <a:lnTo>
                    <a:pt x="5691970" y="78581"/>
                  </a:lnTo>
                  <a:lnTo>
                    <a:pt x="5692064" y="78581"/>
                  </a:lnTo>
                  <a:lnTo>
                    <a:pt x="5692158" y="78581"/>
                  </a:lnTo>
                  <a:lnTo>
                    <a:pt x="5692253" y="78581"/>
                  </a:lnTo>
                  <a:lnTo>
                    <a:pt x="5692347" y="78581"/>
                  </a:lnTo>
                  <a:lnTo>
                    <a:pt x="5692441" y="78581"/>
                  </a:lnTo>
                  <a:lnTo>
                    <a:pt x="5692535" y="78581"/>
                  </a:lnTo>
                  <a:lnTo>
                    <a:pt x="5692629" y="78581"/>
                  </a:lnTo>
                  <a:lnTo>
                    <a:pt x="5692723" y="78581"/>
                  </a:lnTo>
                  <a:lnTo>
                    <a:pt x="5692817" y="78581"/>
                  </a:lnTo>
                  <a:lnTo>
                    <a:pt x="5692912" y="78581"/>
                  </a:lnTo>
                  <a:lnTo>
                    <a:pt x="5693006" y="78581"/>
                  </a:lnTo>
                  <a:lnTo>
                    <a:pt x="5693100" y="78581"/>
                  </a:lnTo>
                  <a:lnTo>
                    <a:pt x="5693194" y="78581"/>
                  </a:lnTo>
                  <a:lnTo>
                    <a:pt x="5693288" y="78581"/>
                  </a:lnTo>
                  <a:lnTo>
                    <a:pt x="5693382" y="78581"/>
                  </a:lnTo>
                  <a:lnTo>
                    <a:pt x="5693477" y="78581"/>
                  </a:lnTo>
                  <a:lnTo>
                    <a:pt x="5693571" y="78581"/>
                  </a:lnTo>
                  <a:lnTo>
                    <a:pt x="5693665" y="78581"/>
                  </a:lnTo>
                  <a:lnTo>
                    <a:pt x="5693759" y="78581"/>
                  </a:lnTo>
                  <a:lnTo>
                    <a:pt x="5693853" y="78581"/>
                  </a:lnTo>
                  <a:lnTo>
                    <a:pt x="5693947" y="78581"/>
                  </a:lnTo>
                  <a:lnTo>
                    <a:pt x="5694041" y="78581"/>
                  </a:lnTo>
                  <a:lnTo>
                    <a:pt x="5694136" y="78581"/>
                  </a:lnTo>
                  <a:lnTo>
                    <a:pt x="5694230" y="78581"/>
                  </a:lnTo>
                  <a:lnTo>
                    <a:pt x="5694324" y="78581"/>
                  </a:lnTo>
                  <a:lnTo>
                    <a:pt x="5694418" y="78581"/>
                  </a:lnTo>
                  <a:lnTo>
                    <a:pt x="5694512" y="78581"/>
                  </a:lnTo>
                  <a:lnTo>
                    <a:pt x="5694606" y="78581"/>
                  </a:lnTo>
                  <a:lnTo>
                    <a:pt x="5694701" y="78581"/>
                  </a:lnTo>
                  <a:lnTo>
                    <a:pt x="5694795" y="78581"/>
                  </a:lnTo>
                  <a:lnTo>
                    <a:pt x="5694889" y="78581"/>
                  </a:lnTo>
                  <a:lnTo>
                    <a:pt x="5694983" y="78581"/>
                  </a:lnTo>
                  <a:lnTo>
                    <a:pt x="5695077" y="78581"/>
                  </a:lnTo>
                  <a:lnTo>
                    <a:pt x="5695171" y="78581"/>
                  </a:lnTo>
                  <a:lnTo>
                    <a:pt x="5695265" y="78581"/>
                  </a:lnTo>
                  <a:lnTo>
                    <a:pt x="5695360" y="78581"/>
                  </a:lnTo>
                  <a:lnTo>
                    <a:pt x="5695454" y="78581"/>
                  </a:lnTo>
                  <a:lnTo>
                    <a:pt x="5695548" y="78581"/>
                  </a:lnTo>
                  <a:lnTo>
                    <a:pt x="5695642" y="78581"/>
                  </a:lnTo>
                  <a:lnTo>
                    <a:pt x="5695736" y="78581"/>
                  </a:lnTo>
                  <a:lnTo>
                    <a:pt x="5695830" y="78581"/>
                  </a:lnTo>
                  <a:lnTo>
                    <a:pt x="5695924" y="78581"/>
                  </a:lnTo>
                  <a:lnTo>
                    <a:pt x="5696019" y="78581"/>
                  </a:lnTo>
                  <a:lnTo>
                    <a:pt x="5696113" y="78581"/>
                  </a:lnTo>
                  <a:lnTo>
                    <a:pt x="5696207" y="78581"/>
                  </a:lnTo>
                  <a:lnTo>
                    <a:pt x="5696301" y="78581"/>
                  </a:lnTo>
                  <a:lnTo>
                    <a:pt x="5696395" y="78581"/>
                  </a:lnTo>
                  <a:lnTo>
                    <a:pt x="5696489" y="78581"/>
                  </a:lnTo>
                  <a:lnTo>
                    <a:pt x="5696584" y="78581"/>
                  </a:lnTo>
                  <a:lnTo>
                    <a:pt x="5696678" y="78581"/>
                  </a:lnTo>
                  <a:lnTo>
                    <a:pt x="5696772" y="78581"/>
                  </a:lnTo>
                  <a:lnTo>
                    <a:pt x="5696866" y="78581"/>
                  </a:lnTo>
                  <a:lnTo>
                    <a:pt x="5696960" y="78581"/>
                  </a:lnTo>
                  <a:lnTo>
                    <a:pt x="5697054" y="78581"/>
                  </a:lnTo>
                  <a:lnTo>
                    <a:pt x="5697148" y="78581"/>
                  </a:lnTo>
                  <a:lnTo>
                    <a:pt x="5697243" y="78581"/>
                  </a:lnTo>
                  <a:lnTo>
                    <a:pt x="5697337" y="78581"/>
                  </a:lnTo>
                  <a:lnTo>
                    <a:pt x="5697431" y="78581"/>
                  </a:lnTo>
                  <a:lnTo>
                    <a:pt x="5697525" y="78581"/>
                  </a:lnTo>
                  <a:lnTo>
                    <a:pt x="5697619" y="78581"/>
                  </a:lnTo>
                  <a:lnTo>
                    <a:pt x="5697713" y="78581"/>
                  </a:lnTo>
                  <a:lnTo>
                    <a:pt x="5697808" y="78581"/>
                  </a:lnTo>
                  <a:lnTo>
                    <a:pt x="5697902" y="78581"/>
                  </a:lnTo>
                  <a:lnTo>
                    <a:pt x="5697996" y="78581"/>
                  </a:lnTo>
                  <a:lnTo>
                    <a:pt x="5698090" y="78581"/>
                  </a:lnTo>
                  <a:lnTo>
                    <a:pt x="5698184" y="78581"/>
                  </a:lnTo>
                  <a:lnTo>
                    <a:pt x="5698278" y="78581"/>
                  </a:lnTo>
                  <a:lnTo>
                    <a:pt x="5698372" y="78581"/>
                  </a:lnTo>
                  <a:lnTo>
                    <a:pt x="5698467" y="78581"/>
                  </a:lnTo>
                  <a:lnTo>
                    <a:pt x="5698561" y="78581"/>
                  </a:lnTo>
                  <a:lnTo>
                    <a:pt x="5698655" y="78581"/>
                  </a:lnTo>
                  <a:lnTo>
                    <a:pt x="5698749" y="78581"/>
                  </a:lnTo>
                  <a:lnTo>
                    <a:pt x="5698843" y="78581"/>
                  </a:lnTo>
                  <a:lnTo>
                    <a:pt x="5698937" y="78581"/>
                  </a:lnTo>
                  <a:lnTo>
                    <a:pt x="5699032" y="78581"/>
                  </a:lnTo>
                  <a:lnTo>
                    <a:pt x="5699126" y="78581"/>
                  </a:lnTo>
                  <a:lnTo>
                    <a:pt x="5699220" y="78581"/>
                  </a:lnTo>
                  <a:lnTo>
                    <a:pt x="5699314" y="78581"/>
                  </a:lnTo>
                  <a:lnTo>
                    <a:pt x="5699408" y="78581"/>
                  </a:lnTo>
                  <a:lnTo>
                    <a:pt x="5699502" y="78581"/>
                  </a:lnTo>
                  <a:lnTo>
                    <a:pt x="5699596" y="78581"/>
                  </a:lnTo>
                  <a:lnTo>
                    <a:pt x="5699691" y="78581"/>
                  </a:lnTo>
                  <a:lnTo>
                    <a:pt x="5699785" y="78581"/>
                  </a:lnTo>
                  <a:lnTo>
                    <a:pt x="5699879" y="78581"/>
                  </a:lnTo>
                  <a:lnTo>
                    <a:pt x="5699973" y="78581"/>
                  </a:lnTo>
                  <a:lnTo>
                    <a:pt x="5700067" y="78581"/>
                  </a:lnTo>
                  <a:lnTo>
                    <a:pt x="5700161" y="78581"/>
                  </a:lnTo>
                  <a:lnTo>
                    <a:pt x="5700255" y="78581"/>
                  </a:lnTo>
                  <a:lnTo>
                    <a:pt x="5700350" y="78581"/>
                  </a:lnTo>
                  <a:lnTo>
                    <a:pt x="5700444" y="78581"/>
                  </a:lnTo>
                  <a:lnTo>
                    <a:pt x="5700538" y="78581"/>
                  </a:lnTo>
                  <a:lnTo>
                    <a:pt x="5700632" y="78581"/>
                  </a:lnTo>
                  <a:lnTo>
                    <a:pt x="5700726" y="78581"/>
                  </a:lnTo>
                  <a:lnTo>
                    <a:pt x="5700820" y="78581"/>
                  </a:lnTo>
                  <a:lnTo>
                    <a:pt x="5700915" y="78581"/>
                  </a:lnTo>
                  <a:lnTo>
                    <a:pt x="5701009" y="78581"/>
                  </a:lnTo>
                  <a:lnTo>
                    <a:pt x="5701103" y="78581"/>
                  </a:lnTo>
                  <a:lnTo>
                    <a:pt x="5701197" y="78581"/>
                  </a:lnTo>
                  <a:lnTo>
                    <a:pt x="5701291" y="78581"/>
                  </a:lnTo>
                  <a:lnTo>
                    <a:pt x="5701385" y="78581"/>
                  </a:lnTo>
                  <a:lnTo>
                    <a:pt x="5701479" y="78581"/>
                  </a:lnTo>
                  <a:lnTo>
                    <a:pt x="5701574" y="78581"/>
                  </a:lnTo>
                  <a:lnTo>
                    <a:pt x="5701668" y="78581"/>
                  </a:lnTo>
                  <a:lnTo>
                    <a:pt x="5701762" y="78581"/>
                  </a:lnTo>
                  <a:lnTo>
                    <a:pt x="5701856" y="78581"/>
                  </a:lnTo>
                  <a:lnTo>
                    <a:pt x="5701950" y="78581"/>
                  </a:lnTo>
                  <a:lnTo>
                    <a:pt x="5702044" y="78581"/>
                  </a:lnTo>
                  <a:lnTo>
                    <a:pt x="5702139" y="78581"/>
                  </a:lnTo>
                  <a:lnTo>
                    <a:pt x="5702233" y="78581"/>
                  </a:lnTo>
                  <a:lnTo>
                    <a:pt x="5702327" y="78581"/>
                  </a:lnTo>
                  <a:lnTo>
                    <a:pt x="5702421" y="78581"/>
                  </a:lnTo>
                  <a:lnTo>
                    <a:pt x="5702515" y="78581"/>
                  </a:lnTo>
                  <a:lnTo>
                    <a:pt x="5702609" y="78581"/>
                  </a:lnTo>
                  <a:lnTo>
                    <a:pt x="5702703" y="78581"/>
                  </a:lnTo>
                  <a:lnTo>
                    <a:pt x="5702798" y="78581"/>
                  </a:lnTo>
                  <a:lnTo>
                    <a:pt x="5702892" y="78581"/>
                  </a:lnTo>
                  <a:lnTo>
                    <a:pt x="5702986" y="78581"/>
                  </a:lnTo>
                  <a:lnTo>
                    <a:pt x="5703080" y="78581"/>
                  </a:lnTo>
                  <a:lnTo>
                    <a:pt x="5703174" y="78581"/>
                  </a:lnTo>
                  <a:lnTo>
                    <a:pt x="5703268" y="78581"/>
                  </a:lnTo>
                  <a:lnTo>
                    <a:pt x="5703363" y="78581"/>
                  </a:lnTo>
                  <a:lnTo>
                    <a:pt x="5703457" y="78581"/>
                  </a:lnTo>
                  <a:lnTo>
                    <a:pt x="5703551" y="78581"/>
                  </a:lnTo>
                  <a:lnTo>
                    <a:pt x="5703645" y="78581"/>
                  </a:lnTo>
                  <a:lnTo>
                    <a:pt x="5703739" y="78581"/>
                  </a:lnTo>
                  <a:lnTo>
                    <a:pt x="5703833" y="78581"/>
                  </a:lnTo>
                  <a:lnTo>
                    <a:pt x="5703927" y="78581"/>
                  </a:lnTo>
                  <a:lnTo>
                    <a:pt x="5704022" y="78581"/>
                  </a:lnTo>
                  <a:lnTo>
                    <a:pt x="5704116" y="78581"/>
                  </a:lnTo>
                  <a:lnTo>
                    <a:pt x="5704210" y="78581"/>
                  </a:lnTo>
                  <a:lnTo>
                    <a:pt x="5704304" y="78581"/>
                  </a:lnTo>
                  <a:lnTo>
                    <a:pt x="5704398" y="78581"/>
                  </a:lnTo>
                  <a:lnTo>
                    <a:pt x="5704492" y="78581"/>
                  </a:lnTo>
                  <a:lnTo>
                    <a:pt x="5704586" y="78581"/>
                  </a:lnTo>
                  <a:lnTo>
                    <a:pt x="5704681" y="78581"/>
                  </a:lnTo>
                  <a:lnTo>
                    <a:pt x="5704775" y="78581"/>
                  </a:lnTo>
                  <a:lnTo>
                    <a:pt x="5704869" y="78581"/>
                  </a:lnTo>
                  <a:lnTo>
                    <a:pt x="5704963" y="78581"/>
                  </a:lnTo>
                  <a:lnTo>
                    <a:pt x="5705057" y="78581"/>
                  </a:lnTo>
                  <a:lnTo>
                    <a:pt x="5705151" y="78581"/>
                  </a:lnTo>
                  <a:lnTo>
                    <a:pt x="5705246" y="78581"/>
                  </a:lnTo>
                  <a:lnTo>
                    <a:pt x="5705340" y="78581"/>
                  </a:lnTo>
                  <a:lnTo>
                    <a:pt x="5705434" y="78581"/>
                  </a:lnTo>
                  <a:lnTo>
                    <a:pt x="5705528" y="78581"/>
                  </a:lnTo>
                  <a:lnTo>
                    <a:pt x="5705622" y="78581"/>
                  </a:lnTo>
                  <a:lnTo>
                    <a:pt x="5705716" y="78581"/>
                  </a:lnTo>
                  <a:lnTo>
                    <a:pt x="5705810" y="78581"/>
                  </a:lnTo>
                  <a:lnTo>
                    <a:pt x="5705905" y="78581"/>
                  </a:lnTo>
                  <a:lnTo>
                    <a:pt x="5705999" y="78581"/>
                  </a:lnTo>
                  <a:lnTo>
                    <a:pt x="5706093" y="78581"/>
                  </a:lnTo>
                  <a:lnTo>
                    <a:pt x="5706187" y="78581"/>
                  </a:lnTo>
                  <a:lnTo>
                    <a:pt x="5706281" y="78581"/>
                  </a:lnTo>
                  <a:lnTo>
                    <a:pt x="5706375" y="78581"/>
                  </a:lnTo>
                  <a:lnTo>
                    <a:pt x="5706470" y="78581"/>
                  </a:lnTo>
                  <a:lnTo>
                    <a:pt x="5706564" y="78581"/>
                  </a:lnTo>
                  <a:lnTo>
                    <a:pt x="5706658" y="78581"/>
                  </a:lnTo>
                  <a:lnTo>
                    <a:pt x="5706752" y="78581"/>
                  </a:lnTo>
                  <a:lnTo>
                    <a:pt x="5706846" y="78581"/>
                  </a:lnTo>
                  <a:lnTo>
                    <a:pt x="5706940" y="78581"/>
                  </a:lnTo>
                  <a:lnTo>
                    <a:pt x="5707034" y="78581"/>
                  </a:lnTo>
                  <a:lnTo>
                    <a:pt x="5707129" y="78581"/>
                  </a:lnTo>
                  <a:lnTo>
                    <a:pt x="5707223" y="78581"/>
                  </a:lnTo>
                  <a:lnTo>
                    <a:pt x="5707317" y="78581"/>
                  </a:lnTo>
                  <a:lnTo>
                    <a:pt x="5707411" y="78581"/>
                  </a:lnTo>
                  <a:lnTo>
                    <a:pt x="5707505" y="78581"/>
                  </a:lnTo>
                  <a:lnTo>
                    <a:pt x="5707599" y="78581"/>
                  </a:lnTo>
                  <a:lnTo>
                    <a:pt x="5707694" y="78581"/>
                  </a:lnTo>
                  <a:lnTo>
                    <a:pt x="5707788" y="78581"/>
                  </a:lnTo>
                  <a:lnTo>
                    <a:pt x="5707882" y="78581"/>
                  </a:lnTo>
                  <a:lnTo>
                    <a:pt x="5707976" y="78581"/>
                  </a:lnTo>
                  <a:lnTo>
                    <a:pt x="5708070" y="78581"/>
                  </a:lnTo>
                  <a:lnTo>
                    <a:pt x="5708164" y="78581"/>
                  </a:lnTo>
                  <a:lnTo>
                    <a:pt x="5708258" y="78581"/>
                  </a:lnTo>
                  <a:lnTo>
                    <a:pt x="5708353" y="78581"/>
                  </a:lnTo>
                  <a:lnTo>
                    <a:pt x="5708447" y="78581"/>
                  </a:lnTo>
                  <a:lnTo>
                    <a:pt x="5708541" y="78581"/>
                  </a:lnTo>
                  <a:lnTo>
                    <a:pt x="5708635" y="78581"/>
                  </a:lnTo>
                  <a:lnTo>
                    <a:pt x="5708729" y="78581"/>
                  </a:lnTo>
                  <a:lnTo>
                    <a:pt x="5708823" y="78581"/>
                  </a:lnTo>
                  <a:lnTo>
                    <a:pt x="5708917" y="78581"/>
                  </a:lnTo>
                  <a:lnTo>
                    <a:pt x="5709012" y="78581"/>
                  </a:lnTo>
                  <a:lnTo>
                    <a:pt x="5709106" y="78581"/>
                  </a:lnTo>
                  <a:lnTo>
                    <a:pt x="5709200" y="78581"/>
                  </a:lnTo>
                  <a:lnTo>
                    <a:pt x="5709294" y="78581"/>
                  </a:lnTo>
                  <a:lnTo>
                    <a:pt x="5709388" y="78581"/>
                  </a:lnTo>
                  <a:lnTo>
                    <a:pt x="5709482" y="78581"/>
                  </a:lnTo>
                  <a:lnTo>
                    <a:pt x="5709577" y="78581"/>
                  </a:lnTo>
                  <a:lnTo>
                    <a:pt x="5709671" y="78581"/>
                  </a:lnTo>
                  <a:lnTo>
                    <a:pt x="5709765" y="78581"/>
                  </a:lnTo>
                  <a:lnTo>
                    <a:pt x="5709859" y="78581"/>
                  </a:lnTo>
                  <a:lnTo>
                    <a:pt x="5709953" y="78581"/>
                  </a:lnTo>
                  <a:lnTo>
                    <a:pt x="5710047" y="78581"/>
                  </a:lnTo>
                  <a:lnTo>
                    <a:pt x="5710141" y="78581"/>
                  </a:lnTo>
                  <a:lnTo>
                    <a:pt x="5710236" y="78581"/>
                  </a:lnTo>
                  <a:lnTo>
                    <a:pt x="5710330" y="78581"/>
                  </a:lnTo>
                  <a:lnTo>
                    <a:pt x="5710424" y="78581"/>
                  </a:lnTo>
                  <a:lnTo>
                    <a:pt x="5710518" y="78581"/>
                  </a:lnTo>
                  <a:lnTo>
                    <a:pt x="5710612" y="78581"/>
                  </a:lnTo>
                  <a:lnTo>
                    <a:pt x="5710706" y="78581"/>
                  </a:lnTo>
                  <a:lnTo>
                    <a:pt x="5710801" y="78581"/>
                  </a:lnTo>
                  <a:lnTo>
                    <a:pt x="5710895" y="78581"/>
                  </a:lnTo>
                  <a:lnTo>
                    <a:pt x="5710989" y="78581"/>
                  </a:lnTo>
                  <a:lnTo>
                    <a:pt x="5711083" y="78581"/>
                  </a:lnTo>
                  <a:lnTo>
                    <a:pt x="5711177" y="78581"/>
                  </a:lnTo>
                  <a:lnTo>
                    <a:pt x="5711271" y="78581"/>
                  </a:lnTo>
                  <a:lnTo>
                    <a:pt x="5711365" y="78581"/>
                  </a:lnTo>
                  <a:lnTo>
                    <a:pt x="5711460" y="78581"/>
                  </a:lnTo>
                  <a:lnTo>
                    <a:pt x="5711554" y="78581"/>
                  </a:lnTo>
                  <a:lnTo>
                    <a:pt x="5711648" y="78581"/>
                  </a:lnTo>
                  <a:lnTo>
                    <a:pt x="5711742" y="78581"/>
                  </a:lnTo>
                  <a:lnTo>
                    <a:pt x="5711836" y="78581"/>
                  </a:lnTo>
                  <a:lnTo>
                    <a:pt x="5711930" y="78581"/>
                  </a:lnTo>
                  <a:lnTo>
                    <a:pt x="5712025" y="78581"/>
                  </a:lnTo>
                  <a:lnTo>
                    <a:pt x="5712119" y="78581"/>
                  </a:lnTo>
                  <a:lnTo>
                    <a:pt x="5712213" y="78581"/>
                  </a:lnTo>
                  <a:lnTo>
                    <a:pt x="5712307" y="78581"/>
                  </a:lnTo>
                  <a:lnTo>
                    <a:pt x="5712401" y="78581"/>
                  </a:lnTo>
                  <a:lnTo>
                    <a:pt x="5712495" y="78581"/>
                  </a:lnTo>
                  <a:lnTo>
                    <a:pt x="5712589" y="78581"/>
                  </a:lnTo>
                  <a:lnTo>
                    <a:pt x="5712684" y="78581"/>
                  </a:lnTo>
                  <a:lnTo>
                    <a:pt x="5712778" y="78581"/>
                  </a:lnTo>
                  <a:lnTo>
                    <a:pt x="5712872" y="78581"/>
                  </a:lnTo>
                  <a:lnTo>
                    <a:pt x="5712966" y="78581"/>
                  </a:lnTo>
                  <a:lnTo>
                    <a:pt x="5713060" y="78581"/>
                  </a:lnTo>
                  <a:lnTo>
                    <a:pt x="5713154" y="78581"/>
                  </a:lnTo>
                  <a:lnTo>
                    <a:pt x="5713248" y="78581"/>
                  </a:lnTo>
                  <a:lnTo>
                    <a:pt x="5713343" y="78581"/>
                  </a:lnTo>
                  <a:lnTo>
                    <a:pt x="5713437" y="78581"/>
                  </a:lnTo>
                  <a:lnTo>
                    <a:pt x="5713531" y="78581"/>
                  </a:lnTo>
                  <a:lnTo>
                    <a:pt x="5713625" y="78581"/>
                  </a:lnTo>
                  <a:lnTo>
                    <a:pt x="5713719" y="78581"/>
                  </a:lnTo>
                  <a:lnTo>
                    <a:pt x="5713813" y="78581"/>
                  </a:lnTo>
                  <a:lnTo>
                    <a:pt x="5713908" y="78581"/>
                  </a:lnTo>
                  <a:lnTo>
                    <a:pt x="5714002" y="78581"/>
                  </a:lnTo>
                  <a:lnTo>
                    <a:pt x="5714096" y="78581"/>
                  </a:lnTo>
                  <a:lnTo>
                    <a:pt x="5714190" y="78581"/>
                  </a:lnTo>
                  <a:lnTo>
                    <a:pt x="5714284" y="78581"/>
                  </a:lnTo>
                  <a:lnTo>
                    <a:pt x="5714378" y="78581"/>
                  </a:lnTo>
                  <a:lnTo>
                    <a:pt x="5714472" y="78581"/>
                  </a:lnTo>
                  <a:lnTo>
                    <a:pt x="5714567" y="78581"/>
                  </a:lnTo>
                  <a:lnTo>
                    <a:pt x="5714661" y="78581"/>
                  </a:lnTo>
                  <a:lnTo>
                    <a:pt x="5714755" y="78581"/>
                  </a:lnTo>
                  <a:lnTo>
                    <a:pt x="5714849" y="78581"/>
                  </a:lnTo>
                  <a:lnTo>
                    <a:pt x="5714943" y="78581"/>
                  </a:lnTo>
                  <a:lnTo>
                    <a:pt x="5715037" y="78581"/>
                  </a:lnTo>
                  <a:lnTo>
                    <a:pt x="5715132" y="78581"/>
                  </a:lnTo>
                  <a:lnTo>
                    <a:pt x="5715226" y="78581"/>
                  </a:lnTo>
                  <a:lnTo>
                    <a:pt x="5715320" y="78581"/>
                  </a:lnTo>
                  <a:lnTo>
                    <a:pt x="5715414" y="78581"/>
                  </a:lnTo>
                  <a:lnTo>
                    <a:pt x="5715508" y="78581"/>
                  </a:lnTo>
                  <a:lnTo>
                    <a:pt x="5715602" y="78581"/>
                  </a:lnTo>
                  <a:lnTo>
                    <a:pt x="5715696" y="78581"/>
                  </a:lnTo>
                  <a:lnTo>
                    <a:pt x="5715791" y="78581"/>
                  </a:lnTo>
                  <a:lnTo>
                    <a:pt x="5715885" y="78581"/>
                  </a:lnTo>
                  <a:lnTo>
                    <a:pt x="5715979" y="78581"/>
                  </a:lnTo>
                  <a:lnTo>
                    <a:pt x="5716073" y="78581"/>
                  </a:lnTo>
                  <a:lnTo>
                    <a:pt x="5716167" y="78581"/>
                  </a:lnTo>
                  <a:lnTo>
                    <a:pt x="5716261" y="78581"/>
                  </a:lnTo>
                  <a:lnTo>
                    <a:pt x="5716356" y="78581"/>
                  </a:lnTo>
                  <a:lnTo>
                    <a:pt x="5716450" y="78581"/>
                  </a:lnTo>
                  <a:lnTo>
                    <a:pt x="5716544" y="78581"/>
                  </a:lnTo>
                  <a:lnTo>
                    <a:pt x="5716638" y="78581"/>
                  </a:lnTo>
                  <a:lnTo>
                    <a:pt x="5716732" y="78581"/>
                  </a:lnTo>
                  <a:lnTo>
                    <a:pt x="5716826" y="78581"/>
                  </a:lnTo>
                  <a:lnTo>
                    <a:pt x="5716920" y="78581"/>
                  </a:lnTo>
                  <a:lnTo>
                    <a:pt x="5717015" y="78581"/>
                  </a:lnTo>
                  <a:lnTo>
                    <a:pt x="5717109" y="78581"/>
                  </a:lnTo>
                  <a:lnTo>
                    <a:pt x="5717203" y="78581"/>
                  </a:lnTo>
                  <a:lnTo>
                    <a:pt x="5717297" y="78581"/>
                  </a:lnTo>
                  <a:lnTo>
                    <a:pt x="5717391" y="78581"/>
                  </a:lnTo>
                  <a:lnTo>
                    <a:pt x="5717485" y="78581"/>
                  </a:lnTo>
                  <a:lnTo>
                    <a:pt x="5717579" y="78581"/>
                  </a:lnTo>
                  <a:lnTo>
                    <a:pt x="5717674" y="78581"/>
                  </a:lnTo>
                  <a:lnTo>
                    <a:pt x="5717768" y="78581"/>
                  </a:lnTo>
                  <a:lnTo>
                    <a:pt x="5717862" y="78581"/>
                  </a:lnTo>
                  <a:lnTo>
                    <a:pt x="5717956" y="78581"/>
                  </a:lnTo>
                  <a:lnTo>
                    <a:pt x="5718050" y="78581"/>
                  </a:lnTo>
                  <a:lnTo>
                    <a:pt x="5718144" y="78581"/>
                  </a:lnTo>
                  <a:lnTo>
                    <a:pt x="5718239" y="78581"/>
                  </a:lnTo>
                  <a:lnTo>
                    <a:pt x="5718333" y="78581"/>
                  </a:lnTo>
                  <a:lnTo>
                    <a:pt x="5718427" y="78581"/>
                  </a:lnTo>
                  <a:lnTo>
                    <a:pt x="5718521" y="78581"/>
                  </a:lnTo>
                  <a:lnTo>
                    <a:pt x="5718615" y="78581"/>
                  </a:lnTo>
                  <a:lnTo>
                    <a:pt x="5718709" y="78581"/>
                  </a:lnTo>
                  <a:lnTo>
                    <a:pt x="5718803" y="78581"/>
                  </a:lnTo>
                  <a:lnTo>
                    <a:pt x="5718898" y="78581"/>
                  </a:lnTo>
                  <a:lnTo>
                    <a:pt x="5718992" y="78581"/>
                  </a:lnTo>
                  <a:lnTo>
                    <a:pt x="5719086" y="78581"/>
                  </a:lnTo>
                  <a:lnTo>
                    <a:pt x="5719180" y="78581"/>
                  </a:lnTo>
                  <a:lnTo>
                    <a:pt x="5719274" y="78581"/>
                  </a:lnTo>
                  <a:lnTo>
                    <a:pt x="5719368" y="78581"/>
                  </a:lnTo>
                  <a:lnTo>
                    <a:pt x="5719463" y="78581"/>
                  </a:lnTo>
                  <a:lnTo>
                    <a:pt x="5719557" y="78581"/>
                  </a:lnTo>
                  <a:lnTo>
                    <a:pt x="5719651" y="78581"/>
                  </a:lnTo>
                  <a:lnTo>
                    <a:pt x="5719745" y="78581"/>
                  </a:lnTo>
                  <a:lnTo>
                    <a:pt x="5719839" y="78581"/>
                  </a:lnTo>
                  <a:lnTo>
                    <a:pt x="5719933" y="78581"/>
                  </a:lnTo>
                  <a:lnTo>
                    <a:pt x="5720027" y="78581"/>
                  </a:lnTo>
                  <a:lnTo>
                    <a:pt x="5720122" y="78581"/>
                  </a:lnTo>
                  <a:lnTo>
                    <a:pt x="5720216" y="78581"/>
                  </a:lnTo>
                  <a:lnTo>
                    <a:pt x="5720310" y="78581"/>
                  </a:lnTo>
                  <a:lnTo>
                    <a:pt x="5720404" y="78581"/>
                  </a:lnTo>
                  <a:lnTo>
                    <a:pt x="5720498" y="78581"/>
                  </a:lnTo>
                  <a:lnTo>
                    <a:pt x="5720592" y="78581"/>
                  </a:lnTo>
                  <a:lnTo>
                    <a:pt x="5720687" y="78581"/>
                  </a:lnTo>
                  <a:lnTo>
                    <a:pt x="5720781" y="78581"/>
                  </a:lnTo>
                  <a:lnTo>
                    <a:pt x="5720875" y="78581"/>
                  </a:lnTo>
                  <a:lnTo>
                    <a:pt x="5720969" y="78581"/>
                  </a:lnTo>
                  <a:lnTo>
                    <a:pt x="5721063" y="78581"/>
                  </a:lnTo>
                  <a:lnTo>
                    <a:pt x="5721157" y="78581"/>
                  </a:lnTo>
                  <a:lnTo>
                    <a:pt x="5721251" y="78581"/>
                  </a:lnTo>
                  <a:lnTo>
                    <a:pt x="5721346" y="78581"/>
                  </a:lnTo>
                  <a:lnTo>
                    <a:pt x="5721440" y="78581"/>
                  </a:lnTo>
                  <a:lnTo>
                    <a:pt x="5721534" y="78581"/>
                  </a:lnTo>
                  <a:lnTo>
                    <a:pt x="5721628" y="78581"/>
                  </a:lnTo>
                  <a:lnTo>
                    <a:pt x="5721722" y="78581"/>
                  </a:lnTo>
                  <a:lnTo>
                    <a:pt x="5721816" y="78581"/>
                  </a:lnTo>
                  <a:lnTo>
                    <a:pt x="5721910" y="78581"/>
                  </a:lnTo>
                  <a:lnTo>
                    <a:pt x="5722005" y="78581"/>
                  </a:lnTo>
                  <a:lnTo>
                    <a:pt x="5722099" y="78581"/>
                  </a:lnTo>
                  <a:lnTo>
                    <a:pt x="5722193" y="78581"/>
                  </a:lnTo>
                  <a:lnTo>
                    <a:pt x="5722287" y="78581"/>
                  </a:lnTo>
                  <a:lnTo>
                    <a:pt x="5722381" y="78581"/>
                  </a:lnTo>
                  <a:lnTo>
                    <a:pt x="5722475" y="78581"/>
                  </a:lnTo>
                  <a:lnTo>
                    <a:pt x="5722570" y="78581"/>
                  </a:lnTo>
                  <a:lnTo>
                    <a:pt x="5722664" y="78581"/>
                  </a:lnTo>
                  <a:lnTo>
                    <a:pt x="5722758" y="78581"/>
                  </a:lnTo>
                  <a:lnTo>
                    <a:pt x="5722852" y="78581"/>
                  </a:lnTo>
                  <a:lnTo>
                    <a:pt x="5722946" y="78581"/>
                  </a:lnTo>
                  <a:lnTo>
                    <a:pt x="5723040" y="78581"/>
                  </a:lnTo>
                  <a:lnTo>
                    <a:pt x="5723134" y="78581"/>
                  </a:lnTo>
                  <a:lnTo>
                    <a:pt x="5723229" y="78581"/>
                  </a:lnTo>
                  <a:lnTo>
                    <a:pt x="5723323" y="78581"/>
                  </a:lnTo>
                  <a:lnTo>
                    <a:pt x="5723417" y="78581"/>
                  </a:lnTo>
                  <a:lnTo>
                    <a:pt x="5723511" y="78581"/>
                  </a:lnTo>
                  <a:lnTo>
                    <a:pt x="5723605" y="78581"/>
                  </a:lnTo>
                  <a:lnTo>
                    <a:pt x="5723699" y="78581"/>
                  </a:lnTo>
                  <a:lnTo>
                    <a:pt x="5723794" y="78581"/>
                  </a:lnTo>
                  <a:lnTo>
                    <a:pt x="5723888" y="78581"/>
                  </a:lnTo>
                  <a:lnTo>
                    <a:pt x="5723982" y="78581"/>
                  </a:lnTo>
                  <a:lnTo>
                    <a:pt x="5724076" y="78581"/>
                  </a:lnTo>
                  <a:lnTo>
                    <a:pt x="5724170" y="78581"/>
                  </a:lnTo>
                  <a:lnTo>
                    <a:pt x="5724264" y="78581"/>
                  </a:lnTo>
                  <a:lnTo>
                    <a:pt x="5724358" y="78581"/>
                  </a:lnTo>
                  <a:lnTo>
                    <a:pt x="5724453" y="78581"/>
                  </a:lnTo>
                  <a:lnTo>
                    <a:pt x="5724547" y="78581"/>
                  </a:lnTo>
                  <a:lnTo>
                    <a:pt x="5724641" y="78581"/>
                  </a:lnTo>
                  <a:lnTo>
                    <a:pt x="5724735" y="78581"/>
                  </a:lnTo>
                  <a:lnTo>
                    <a:pt x="5724829" y="78581"/>
                  </a:lnTo>
                  <a:lnTo>
                    <a:pt x="5724923" y="78581"/>
                  </a:lnTo>
                  <a:lnTo>
                    <a:pt x="5725018" y="78581"/>
                  </a:lnTo>
                  <a:lnTo>
                    <a:pt x="5725112" y="78581"/>
                  </a:lnTo>
                  <a:lnTo>
                    <a:pt x="5725206" y="78581"/>
                  </a:lnTo>
                  <a:lnTo>
                    <a:pt x="5725300" y="78581"/>
                  </a:lnTo>
                  <a:lnTo>
                    <a:pt x="5725394" y="78581"/>
                  </a:lnTo>
                  <a:lnTo>
                    <a:pt x="5725488" y="78581"/>
                  </a:lnTo>
                  <a:lnTo>
                    <a:pt x="5725582" y="78581"/>
                  </a:lnTo>
                  <a:lnTo>
                    <a:pt x="5725677" y="78581"/>
                  </a:lnTo>
                  <a:lnTo>
                    <a:pt x="5725771" y="78581"/>
                  </a:lnTo>
                  <a:lnTo>
                    <a:pt x="5725865" y="78581"/>
                  </a:lnTo>
                  <a:lnTo>
                    <a:pt x="5725959" y="78581"/>
                  </a:lnTo>
                  <a:lnTo>
                    <a:pt x="5726053" y="78581"/>
                  </a:lnTo>
                  <a:lnTo>
                    <a:pt x="5726147" y="78581"/>
                  </a:lnTo>
                  <a:lnTo>
                    <a:pt x="5726241" y="78581"/>
                  </a:lnTo>
                  <a:lnTo>
                    <a:pt x="5726336" y="78581"/>
                  </a:lnTo>
                  <a:lnTo>
                    <a:pt x="5726430" y="78581"/>
                  </a:lnTo>
                  <a:lnTo>
                    <a:pt x="5726524" y="78581"/>
                  </a:lnTo>
                  <a:lnTo>
                    <a:pt x="5726618" y="78581"/>
                  </a:lnTo>
                  <a:lnTo>
                    <a:pt x="5726712" y="78581"/>
                  </a:lnTo>
                  <a:lnTo>
                    <a:pt x="5726806" y="78581"/>
                  </a:lnTo>
                  <a:lnTo>
                    <a:pt x="5726901" y="78581"/>
                  </a:lnTo>
                  <a:lnTo>
                    <a:pt x="5726995" y="78581"/>
                  </a:lnTo>
                  <a:lnTo>
                    <a:pt x="5727089" y="78581"/>
                  </a:lnTo>
                  <a:lnTo>
                    <a:pt x="5727183" y="78581"/>
                  </a:lnTo>
                  <a:lnTo>
                    <a:pt x="5727277" y="78581"/>
                  </a:lnTo>
                  <a:lnTo>
                    <a:pt x="5727371" y="78581"/>
                  </a:lnTo>
                  <a:lnTo>
                    <a:pt x="5727465" y="78581"/>
                  </a:lnTo>
                  <a:lnTo>
                    <a:pt x="5727560" y="78581"/>
                  </a:lnTo>
                  <a:lnTo>
                    <a:pt x="5727654" y="78581"/>
                  </a:lnTo>
                  <a:lnTo>
                    <a:pt x="5727748" y="78581"/>
                  </a:lnTo>
                  <a:lnTo>
                    <a:pt x="5727842" y="78581"/>
                  </a:lnTo>
                  <a:lnTo>
                    <a:pt x="5727936" y="78581"/>
                  </a:lnTo>
                  <a:lnTo>
                    <a:pt x="5728030" y="78581"/>
                  </a:lnTo>
                  <a:lnTo>
                    <a:pt x="5728125" y="78581"/>
                  </a:lnTo>
                  <a:lnTo>
                    <a:pt x="5728219" y="78581"/>
                  </a:lnTo>
                  <a:lnTo>
                    <a:pt x="5728313" y="78581"/>
                  </a:lnTo>
                  <a:lnTo>
                    <a:pt x="5728407" y="78581"/>
                  </a:lnTo>
                  <a:lnTo>
                    <a:pt x="5728501" y="78581"/>
                  </a:lnTo>
                  <a:lnTo>
                    <a:pt x="5728595" y="78581"/>
                  </a:lnTo>
                  <a:lnTo>
                    <a:pt x="5728689" y="78581"/>
                  </a:lnTo>
                  <a:lnTo>
                    <a:pt x="5728784" y="78581"/>
                  </a:lnTo>
                  <a:lnTo>
                    <a:pt x="5728878" y="78581"/>
                  </a:lnTo>
                  <a:lnTo>
                    <a:pt x="5728972" y="78581"/>
                  </a:lnTo>
                  <a:lnTo>
                    <a:pt x="5729066" y="78581"/>
                  </a:lnTo>
                  <a:lnTo>
                    <a:pt x="5729160" y="78581"/>
                  </a:lnTo>
                  <a:lnTo>
                    <a:pt x="5729254" y="78581"/>
                  </a:lnTo>
                  <a:lnTo>
                    <a:pt x="5729349" y="78581"/>
                  </a:lnTo>
                  <a:lnTo>
                    <a:pt x="5729443" y="78581"/>
                  </a:lnTo>
                  <a:lnTo>
                    <a:pt x="5729537" y="78581"/>
                  </a:lnTo>
                  <a:lnTo>
                    <a:pt x="5729631" y="78581"/>
                  </a:lnTo>
                  <a:lnTo>
                    <a:pt x="5729725" y="78581"/>
                  </a:lnTo>
                  <a:lnTo>
                    <a:pt x="5729819" y="78581"/>
                  </a:lnTo>
                  <a:lnTo>
                    <a:pt x="5729913" y="78581"/>
                  </a:lnTo>
                  <a:lnTo>
                    <a:pt x="5730008" y="78581"/>
                  </a:lnTo>
                  <a:lnTo>
                    <a:pt x="5730102" y="78581"/>
                  </a:lnTo>
                  <a:lnTo>
                    <a:pt x="5730196" y="78581"/>
                  </a:lnTo>
                  <a:lnTo>
                    <a:pt x="5730290" y="78581"/>
                  </a:lnTo>
                  <a:lnTo>
                    <a:pt x="5730384" y="78581"/>
                  </a:lnTo>
                  <a:lnTo>
                    <a:pt x="5730478" y="78581"/>
                  </a:lnTo>
                  <a:lnTo>
                    <a:pt x="5730572" y="78581"/>
                  </a:lnTo>
                  <a:lnTo>
                    <a:pt x="5730667" y="78581"/>
                  </a:lnTo>
                  <a:lnTo>
                    <a:pt x="5730761" y="78581"/>
                  </a:lnTo>
                  <a:lnTo>
                    <a:pt x="5730855" y="78581"/>
                  </a:lnTo>
                  <a:lnTo>
                    <a:pt x="5730949" y="78581"/>
                  </a:lnTo>
                  <a:lnTo>
                    <a:pt x="5731043" y="78581"/>
                  </a:lnTo>
                  <a:lnTo>
                    <a:pt x="5731137" y="78581"/>
                  </a:lnTo>
                  <a:lnTo>
                    <a:pt x="5731232" y="78581"/>
                  </a:lnTo>
                  <a:lnTo>
                    <a:pt x="5731326" y="78581"/>
                  </a:lnTo>
                  <a:lnTo>
                    <a:pt x="5731420" y="78581"/>
                  </a:lnTo>
                  <a:lnTo>
                    <a:pt x="5731514" y="78581"/>
                  </a:lnTo>
                  <a:lnTo>
                    <a:pt x="5731608" y="78581"/>
                  </a:lnTo>
                  <a:lnTo>
                    <a:pt x="5731702" y="78581"/>
                  </a:lnTo>
                  <a:lnTo>
                    <a:pt x="5731796" y="78581"/>
                  </a:lnTo>
                  <a:lnTo>
                    <a:pt x="5731891" y="78581"/>
                  </a:lnTo>
                  <a:lnTo>
                    <a:pt x="5731891" y="73670"/>
                  </a:lnTo>
                  <a:lnTo>
                    <a:pt x="5731985" y="73670"/>
                  </a:lnTo>
                  <a:lnTo>
                    <a:pt x="5732079" y="73670"/>
                  </a:lnTo>
                  <a:lnTo>
                    <a:pt x="5732173" y="73670"/>
                  </a:lnTo>
                  <a:lnTo>
                    <a:pt x="5732267" y="73670"/>
                  </a:lnTo>
                  <a:lnTo>
                    <a:pt x="5732361" y="73670"/>
                  </a:lnTo>
                  <a:lnTo>
                    <a:pt x="5732456" y="73670"/>
                  </a:lnTo>
                  <a:lnTo>
                    <a:pt x="5732550" y="73670"/>
                  </a:lnTo>
                  <a:lnTo>
                    <a:pt x="5732644" y="73670"/>
                  </a:lnTo>
                  <a:lnTo>
                    <a:pt x="5732738" y="73670"/>
                  </a:lnTo>
                  <a:lnTo>
                    <a:pt x="5732832" y="73670"/>
                  </a:lnTo>
                  <a:lnTo>
                    <a:pt x="5732926" y="73670"/>
                  </a:lnTo>
                  <a:lnTo>
                    <a:pt x="5733020" y="73670"/>
                  </a:lnTo>
                  <a:lnTo>
                    <a:pt x="5733115" y="73670"/>
                  </a:lnTo>
                  <a:lnTo>
                    <a:pt x="5733209" y="73670"/>
                  </a:lnTo>
                  <a:lnTo>
                    <a:pt x="5733303" y="73670"/>
                  </a:lnTo>
                  <a:lnTo>
                    <a:pt x="5733397" y="73670"/>
                  </a:lnTo>
                  <a:lnTo>
                    <a:pt x="5733491" y="73670"/>
                  </a:lnTo>
                  <a:lnTo>
                    <a:pt x="5733585" y="73670"/>
                  </a:lnTo>
                  <a:lnTo>
                    <a:pt x="5733680" y="73670"/>
                  </a:lnTo>
                  <a:lnTo>
                    <a:pt x="5733774" y="73670"/>
                  </a:lnTo>
                  <a:lnTo>
                    <a:pt x="5733868" y="73670"/>
                  </a:lnTo>
                  <a:lnTo>
                    <a:pt x="5733962" y="73670"/>
                  </a:lnTo>
                  <a:lnTo>
                    <a:pt x="5734056" y="73670"/>
                  </a:lnTo>
                  <a:lnTo>
                    <a:pt x="5734150" y="73670"/>
                  </a:lnTo>
                  <a:lnTo>
                    <a:pt x="5734244" y="73670"/>
                  </a:lnTo>
                  <a:lnTo>
                    <a:pt x="5734339" y="73670"/>
                  </a:lnTo>
                  <a:lnTo>
                    <a:pt x="5734433" y="73670"/>
                  </a:lnTo>
                  <a:lnTo>
                    <a:pt x="5734527" y="73670"/>
                  </a:lnTo>
                  <a:lnTo>
                    <a:pt x="5734621" y="73670"/>
                  </a:lnTo>
                  <a:lnTo>
                    <a:pt x="5734715" y="73670"/>
                  </a:lnTo>
                  <a:lnTo>
                    <a:pt x="5734809" y="73670"/>
                  </a:lnTo>
                  <a:lnTo>
                    <a:pt x="5734903" y="73670"/>
                  </a:lnTo>
                  <a:lnTo>
                    <a:pt x="5734998" y="73670"/>
                  </a:lnTo>
                  <a:lnTo>
                    <a:pt x="5735092" y="73670"/>
                  </a:lnTo>
                  <a:lnTo>
                    <a:pt x="5735186" y="73670"/>
                  </a:lnTo>
                  <a:lnTo>
                    <a:pt x="5735280" y="73670"/>
                  </a:lnTo>
                  <a:lnTo>
                    <a:pt x="5735374" y="73670"/>
                  </a:lnTo>
                  <a:lnTo>
                    <a:pt x="5735468" y="73670"/>
                  </a:lnTo>
                  <a:lnTo>
                    <a:pt x="5735563" y="73670"/>
                  </a:lnTo>
                  <a:lnTo>
                    <a:pt x="5735657" y="73670"/>
                  </a:lnTo>
                  <a:lnTo>
                    <a:pt x="5735751" y="73670"/>
                  </a:lnTo>
                  <a:lnTo>
                    <a:pt x="5735845" y="73670"/>
                  </a:lnTo>
                  <a:lnTo>
                    <a:pt x="5735939" y="73670"/>
                  </a:lnTo>
                  <a:lnTo>
                    <a:pt x="5736033" y="73670"/>
                  </a:lnTo>
                  <a:lnTo>
                    <a:pt x="5736127" y="73670"/>
                  </a:lnTo>
                  <a:lnTo>
                    <a:pt x="5736222" y="73670"/>
                  </a:lnTo>
                  <a:lnTo>
                    <a:pt x="5736316" y="73670"/>
                  </a:lnTo>
                  <a:lnTo>
                    <a:pt x="5736410" y="73670"/>
                  </a:lnTo>
                  <a:lnTo>
                    <a:pt x="5736504" y="73670"/>
                  </a:lnTo>
                  <a:lnTo>
                    <a:pt x="5736598" y="73670"/>
                  </a:lnTo>
                  <a:lnTo>
                    <a:pt x="5736692" y="73670"/>
                  </a:lnTo>
                  <a:lnTo>
                    <a:pt x="5736787" y="73670"/>
                  </a:lnTo>
                  <a:lnTo>
                    <a:pt x="5736881" y="73670"/>
                  </a:lnTo>
                  <a:lnTo>
                    <a:pt x="5736975" y="73670"/>
                  </a:lnTo>
                  <a:lnTo>
                    <a:pt x="5737069" y="73670"/>
                  </a:lnTo>
                  <a:lnTo>
                    <a:pt x="5737163" y="73670"/>
                  </a:lnTo>
                  <a:lnTo>
                    <a:pt x="5737257" y="73670"/>
                  </a:lnTo>
                  <a:lnTo>
                    <a:pt x="5737351" y="73670"/>
                  </a:lnTo>
                  <a:lnTo>
                    <a:pt x="5737446" y="73670"/>
                  </a:lnTo>
                  <a:lnTo>
                    <a:pt x="5737540" y="73670"/>
                  </a:lnTo>
                  <a:lnTo>
                    <a:pt x="5737634" y="73670"/>
                  </a:lnTo>
                  <a:lnTo>
                    <a:pt x="5737728" y="73670"/>
                  </a:lnTo>
                  <a:lnTo>
                    <a:pt x="5737822" y="73670"/>
                  </a:lnTo>
                  <a:lnTo>
                    <a:pt x="5737916" y="73670"/>
                  </a:lnTo>
                  <a:lnTo>
                    <a:pt x="5738011" y="73670"/>
                  </a:lnTo>
                  <a:lnTo>
                    <a:pt x="5738105" y="73670"/>
                  </a:lnTo>
                  <a:lnTo>
                    <a:pt x="5738199" y="73670"/>
                  </a:lnTo>
                  <a:lnTo>
                    <a:pt x="5738293" y="73670"/>
                  </a:lnTo>
                  <a:lnTo>
                    <a:pt x="5738387" y="73670"/>
                  </a:lnTo>
                  <a:lnTo>
                    <a:pt x="5738481" y="73670"/>
                  </a:lnTo>
                  <a:lnTo>
                    <a:pt x="5738575" y="73670"/>
                  </a:lnTo>
                  <a:lnTo>
                    <a:pt x="5738670" y="73670"/>
                  </a:lnTo>
                  <a:lnTo>
                    <a:pt x="5738764" y="73670"/>
                  </a:lnTo>
                  <a:lnTo>
                    <a:pt x="5738858" y="73670"/>
                  </a:lnTo>
                  <a:lnTo>
                    <a:pt x="5738952" y="73670"/>
                  </a:lnTo>
                  <a:lnTo>
                    <a:pt x="5739046" y="73670"/>
                  </a:lnTo>
                  <a:lnTo>
                    <a:pt x="5739140" y="73670"/>
                  </a:lnTo>
                  <a:lnTo>
                    <a:pt x="5739234" y="73670"/>
                  </a:lnTo>
                  <a:lnTo>
                    <a:pt x="5739329" y="73670"/>
                  </a:lnTo>
                  <a:lnTo>
                    <a:pt x="5739423" y="73670"/>
                  </a:lnTo>
                  <a:lnTo>
                    <a:pt x="5739517" y="73670"/>
                  </a:lnTo>
                  <a:lnTo>
                    <a:pt x="5739611" y="73670"/>
                  </a:lnTo>
                  <a:lnTo>
                    <a:pt x="5739705" y="73670"/>
                  </a:lnTo>
                  <a:lnTo>
                    <a:pt x="5739799" y="73670"/>
                  </a:lnTo>
                  <a:lnTo>
                    <a:pt x="5739894" y="73670"/>
                  </a:lnTo>
                  <a:lnTo>
                    <a:pt x="5739988" y="73670"/>
                  </a:lnTo>
                  <a:lnTo>
                    <a:pt x="5740082" y="73670"/>
                  </a:lnTo>
                  <a:lnTo>
                    <a:pt x="5740176" y="73670"/>
                  </a:lnTo>
                  <a:lnTo>
                    <a:pt x="5740270" y="73670"/>
                  </a:lnTo>
                  <a:lnTo>
                    <a:pt x="5740364" y="73670"/>
                  </a:lnTo>
                  <a:lnTo>
                    <a:pt x="5740458" y="73670"/>
                  </a:lnTo>
                  <a:lnTo>
                    <a:pt x="5740553" y="73670"/>
                  </a:lnTo>
                  <a:lnTo>
                    <a:pt x="5740647" y="73670"/>
                  </a:lnTo>
                  <a:lnTo>
                    <a:pt x="5740741" y="73670"/>
                  </a:lnTo>
                  <a:lnTo>
                    <a:pt x="5740835" y="73670"/>
                  </a:lnTo>
                  <a:lnTo>
                    <a:pt x="5740929" y="73670"/>
                  </a:lnTo>
                  <a:lnTo>
                    <a:pt x="5741023" y="73670"/>
                  </a:lnTo>
                  <a:lnTo>
                    <a:pt x="5741118" y="73670"/>
                  </a:lnTo>
                  <a:lnTo>
                    <a:pt x="5741212" y="73670"/>
                  </a:lnTo>
                  <a:lnTo>
                    <a:pt x="5741306" y="73670"/>
                  </a:lnTo>
                  <a:lnTo>
                    <a:pt x="5741400" y="73670"/>
                  </a:lnTo>
                  <a:lnTo>
                    <a:pt x="5741494" y="73670"/>
                  </a:lnTo>
                  <a:lnTo>
                    <a:pt x="5741588" y="73670"/>
                  </a:lnTo>
                  <a:lnTo>
                    <a:pt x="5741682" y="73670"/>
                  </a:lnTo>
                  <a:lnTo>
                    <a:pt x="5741777" y="73670"/>
                  </a:lnTo>
                  <a:lnTo>
                    <a:pt x="5741871" y="73670"/>
                  </a:lnTo>
                  <a:lnTo>
                    <a:pt x="5741965" y="73670"/>
                  </a:lnTo>
                  <a:lnTo>
                    <a:pt x="5742059" y="73670"/>
                  </a:lnTo>
                  <a:lnTo>
                    <a:pt x="5742153" y="73670"/>
                  </a:lnTo>
                  <a:lnTo>
                    <a:pt x="5742247" y="73670"/>
                  </a:lnTo>
                  <a:lnTo>
                    <a:pt x="5742342" y="73670"/>
                  </a:lnTo>
                  <a:lnTo>
                    <a:pt x="5742436" y="73670"/>
                  </a:lnTo>
                  <a:lnTo>
                    <a:pt x="5742530" y="73670"/>
                  </a:lnTo>
                  <a:lnTo>
                    <a:pt x="5742624" y="73670"/>
                  </a:lnTo>
                  <a:lnTo>
                    <a:pt x="5742718" y="73670"/>
                  </a:lnTo>
                  <a:lnTo>
                    <a:pt x="5742812" y="73670"/>
                  </a:lnTo>
                  <a:lnTo>
                    <a:pt x="5742906" y="73670"/>
                  </a:lnTo>
                  <a:lnTo>
                    <a:pt x="5743001" y="73670"/>
                  </a:lnTo>
                  <a:lnTo>
                    <a:pt x="5743095" y="73670"/>
                  </a:lnTo>
                  <a:lnTo>
                    <a:pt x="5743189" y="73670"/>
                  </a:lnTo>
                  <a:lnTo>
                    <a:pt x="5743283" y="73670"/>
                  </a:lnTo>
                  <a:lnTo>
                    <a:pt x="5743377" y="73670"/>
                  </a:lnTo>
                  <a:lnTo>
                    <a:pt x="5743471" y="73670"/>
                  </a:lnTo>
                  <a:lnTo>
                    <a:pt x="5743565" y="73670"/>
                  </a:lnTo>
                  <a:lnTo>
                    <a:pt x="5743660" y="73670"/>
                  </a:lnTo>
                  <a:lnTo>
                    <a:pt x="5743754" y="73670"/>
                  </a:lnTo>
                  <a:lnTo>
                    <a:pt x="5743848" y="73670"/>
                  </a:lnTo>
                  <a:lnTo>
                    <a:pt x="5743942" y="73670"/>
                  </a:lnTo>
                  <a:lnTo>
                    <a:pt x="5744036" y="73670"/>
                  </a:lnTo>
                  <a:lnTo>
                    <a:pt x="5744130" y="73670"/>
                  </a:lnTo>
                  <a:lnTo>
                    <a:pt x="5744225" y="73670"/>
                  </a:lnTo>
                  <a:lnTo>
                    <a:pt x="5744319" y="73670"/>
                  </a:lnTo>
                  <a:lnTo>
                    <a:pt x="5744413" y="73670"/>
                  </a:lnTo>
                  <a:lnTo>
                    <a:pt x="5744507" y="73670"/>
                  </a:lnTo>
                  <a:lnTo>
                    <a:pt x="5744601" y="73670"/>
                  </a:lnTo>
                  <a:lnTo>
                    <a:pt x="5744695" y="73670"/>
                  </a:lnTo>
                  <a:lnTo>
                    <a:pt x="5744789" y="73670"/>
                  </a:lnTo>
                  <a:lnTo>
                    <a:pt x="5744884" y="73670"/>
                  </a:lnTo>
                  <a:lnTo>
                    <a:pt x="5744978" y="73670"/>
                  </a:lnTo>
                  <a:lnTo>
                    <a:pt x="5745072" y="73670"/>
                  </a:lnTo>
                  <a:lnTo>
                    <a:pt x="5745166" y="73670"/>
                  </a:lnTo>
                  <a:lnTo>
                    <a:pt x="5745260" y="73670"/>
                  </a:lnTo>
                  <a:lnTo>
                    <a:pt x="5745354" y="73670"/>
                  </a:lnTo>
                  <a:lnTo>
                    <a:pt x="5745449" y="73670"/>
                  </a:lnTo>
                  <a:lnTo>
                    <a:pt x="5745543" y="73670"/>
                  </a:lnTo>
                  <a:lnTo>
                    <a:pt x="5745637" y="73670"/>
                  </a:lnTo>
                  <a:lnTo>
                    <a:pt x="5745731" y="73670"/>
                  </a:lnTo>
                  <a:lnTo>
                    <a:pt x="5745825" y="73670"/>
                  </a:lnTo>
                  <a:lnTo>
                    <a:pt x="5745919" y="73670"/>
                  </a:lnTo>
                  <a:lnTo>
                    <a:pt x="5746013" y="73670"/>
                  </a:lnTo>
                  <a:lnTo>
                    <a:pt x="5746108" y="73670"/>
                  </a:lnTo>
                  <a:lnTo>
                    <a:pt x="5746202" y="73670"/>
                  </a:lnTo>
                  <a:lnTo>
                    <a:pt x="5746296" y="73670"/>
                  </a:lnTo>
                  <a:lnTo>
                    <a:pt x="5746390" y="73670"/>
                  </a:lnTo>
                  <a:lnTo>
                    <a:pt x="5746484" y="73670"/>
                  </a:lnTo>
                  <a:lnTo>
                    <a:pt x="5746578" y="73670"/>
                  </a:lnTo>
                  <a:lnTo>
                    <a:pt x="5746673" y="73670"/>
                  </a:lnTo>
                  <a:lnTo>
                    <a:pt x="5746767" y="73670"/>
                  </a:lnTo>
                  <a:lnTo>
                    <a:pt x="5746861" y="73670"/>
                  </a:lnTo>
                  <a:lnTo>
                    <a:pt x="5746955" y="73670"/>
                  </a:lnTo>
                  <a:lnTo>
                    <a:pt x="5747049" y="73670"/>
                  </a:lnTo>
                  <a:lnTo>
                    <a:pt x="5747143" y="73670"/>
                  </a:lnTo>
                  <a:lnTo>
                    <a:pt x="5747237" y="73670"/>
                  </a:lnTo>
                  <a:lnTo>
                    <a:pt x="5747332" y="73670"/>
                  </a:lnTo>
                  <a:lnTo>
                    <a:pt x="5747426" y="73670"/>
                  </a:lnTo>
                  <a:lnTo>
                    <a:pt x="5747520" y="73670"/>
                  </a:lnTo>
                  <a:lnTo>
                    <a:pt x="5747614" y="73670"/>
                  </a:lnTo>
                  <a:lnTo>
                    <a:pt x="5747708" y="73670"/>
                  </a:lnTo>
                  <a:lnTo>
                    <a:pt x="5747802" y="73670"/>
                  </a:lnTo>
                  <a:lnTo>
                    <a:pt x="5747896" y="73670"/>
                  </a:lnTo>
                  <a:lnTo>
                    <a:pt x="5747991" y="73670"/>
                  </a:lnTo>
                  <a:lnTo>
                    <a:pt x="5748085" y="73670"/>
                  </a:lnTo>
                  <a:lnTo>
                    <a:pt x="5748179" y="73670"/>
                  </a:lnTo>
                  <a:lnTo>
                    <a:pt x="5748273" y="73670"/>
                  </a:lnTo>
                  <a:lnTo>
                    <a:pt x="5748367" y="73670"/>
                  </a:lnTo>
                  <a:lnTo>
                    <a:pt x="5748461" y="73670"/>
                  </a:lnTo>
                  <a:lnTo>
                    <a:pt x="5748556" y="73670"/>
                  </a:lnTo>
                  <a:lnTo>
                    <a:pt x="5748650" y="73670"/>
                  </a:lnTo>
                  <a:lnTo>
                    <a:pt x="5748744" y="73670"/>
                  </a:lnTo>
                  <a:lnTo>
                    <a:pt x="5748838" y="73670"/>
                  </a:lnTo>
                  <a:lnTo>
                    <a:pt x="5748932" y="73670"/>
                  </a:lnTo>
                  <a:lnTo>
                    <a:pt x="5749026" y="73670"/>
                  </a:lnTo>
                  <a:lnTo>
                    <a:pt x="5749120" y="73670"/>
                  </a:lnTo>
                  <a:lnTo>
                    <a:pt x="5749215" y="73670"/>
                  </a:lnTo>
                  <a:lnTo>
                    <a:pt x="5749309" y="73670"/>
                  </a:lnTo>
                  <a:lnTo>
                    <a:pt x="5749403" y="73670"/>
                  </a:lnTo>
                  <a:lnTo>
                    <a:pt x="5749497" y="73670"/>
                  </a:lnTo>
                  <a:lnTo>
                    <a:pt x="5749591" y="73670"/>
                  </a:lnTo>
                  <a:lnTo>
                    <a:pt x="5749685" y="73670"/>
                  </a:lnTo>
                  <a:lnTo>
                    <a:pt x="5749780" y="73670"/>
                  </a:lnTo>
                  <a:lnTo>
                    <a:pt x="5749874" y="73670"/>
                  </a:lnTo>
                  <a:lnTo>
                    <a:pt x="5749968" y="73670"/>
                  </a:lnTo>
                  <a:lnTo>
                    <a:pt x="5750062" y="73670"/>
                  </a:lnTo>
                  <a:lnTo>
                    <a:pt x="5750156" y="73670"/>
                  </a:lnTo>
                  <a:lnTo>
                    <a:pt x="5750250" y="73670"/>
                  </a:lnTo>
                  <a:lnTo>
                    <a:pt x="5750344" y="73670"/>
                  </a:lnTo>
                  <a:lnTo>
                    <a:pt x="5750439" y="73670"/>
                  </a:lnTo>
                  <a:lnTo>
                    <a:pt x="5750533" y="73670"/>
                  </a:lnTo>
                  <a:lnTo>
                    <a:pt x="5750627" y="73670"/>
                  </a:lnTo>
                  <a:lnTo>
                    <a:pt x="5750721" y="73670"/>
                  </a:lnTo>
                  <a:lnTo>
                    <a:pt x="5750815" y="73670"/>
                  </a:lnTo>
                  <a:lnTo>
                    <a:pt x="5750909" y="73670"/>
                  </a:lnTo>
                  <a:lnTo>
                    <a:pt x="5751004" y="73670"/>
                  </a:lnTo>
                  <a:lnTo>
                    <a:pt x="5751098" y="73670"/>
                  </a:lnTo>
                  <a:lnTo>
                    <a:pt x="5751192" y="73670"/>
                  </a:lnTo>
                  <a:lnTo>
                    <a:pt x="5751286" y="73670"/>
                  </a:lnTo>
                  <a:lnTo>
                    <a:pt x="5751380" y="73670"/>
                  </a:lnTo>
                  <a:lnTo>
                    <a:pt x="5751474" y="73670"/>
                  </a:lnTo>
                  <a:lnTo>
                    <a:pt x="5751568" y="73670"/>
                  </a:lnTo>
                  <a:lnTo>
                    <a:pt x="5751663" y="73670"/>
                  </a:lnTo>
                  <a:lnTo>
                    <a:pt x="5751757" y="73670"/>
                  </a:lnTo>
                  <a:lnTo>
                    <a:pt x="5751851" y="73670"/>
                  </a:lnTo>
                  <a:lnTo>
                    <a:pt x="5751945" y="73670"/>
                  </a:lnTo>
                  <a:lnTo>
                    <a:pt x="5752039" y="73670"/>
                  </a:lnTo>
                  <a:lnTo>
                    <a:pt x="5752133" y="73670"/>
                  </a:lnTo>
                  <a:lnTo>
                    <a:pt x="5752227" y="73670"/>
                  </a:lnTo>
                  <a:lnTo>
                    <a:pt x="5752322" y="73670"/>
                  </a:lnTo>
                  <a:lnTo>
                    <a:pt x="5752416" y="73670"/>
                  </a:lnTo>
                  <a:lnTo>
                    <a:pt x="5752510" y="73670"/>
                  </a:lnTo>
                  <a:lnTo>
                    <a:pt x="5752604" y="73670"/>
                  </a:lnTo>
                  <a:lnTo>
                    <a:pt x="5752698" y="73670"/>
                  </a:lnTo>
                  <a:lnTo>
                    <a:pt x="5752792" y="73670"/>
                  </a:lnTo>
                  <a:lnTo>
                    <a:pt x="5752887" y="73670"/>
                  </a:lnTo>
                  <a:lnTo>
                    <a:pt x="5752981" y="73670"/>
                  </a:lnTo>
                  <a:lnTo>
                    <a:pt x="5753075" y="73670"/>
                  </a:lnTo>
                  <a:lnTo>
                    <a:pt x="5753169" y="73670"/>
                  </a:lnTo>
                  <a:lnTo>
                    <a:pt x="5753263" y="73670"/>
                  </a:lnTo>
                  <a:lnTo>
                    <a:pt x="5753357" y="73670"/>
                  </a:lnTo>
                  <a:lnTo>
                    <a:pt x="5753451" y="73670"/>
                  </a:lnTo>
                  <a:lnTo>
                    <a:pt x="5753546" y="73670"/>
                  </a:lnTo>
                  <a:lnTo>
                    <a:pt x="5753640" y="73670"/>
                  </a:lnTo>
                  <a:lnTo>
                    <a:pt x="5753734" y="73670"/>
                  </a:lnTo>
                  <a:lnTo>
                    <a:pt x="5753828" y="73670"/>
                  </a:lnTo>
                  <a:lnTo>
                    <a:pt x="5753922" y="73670"/>
                  </a:lnTo>
                  <a:lnTo>
                    <a:pt x="5754016" y="73670"/>
                  </a:lnTo>
                  <a:lnTo>
                    <a:pt x="5754111" y="73670"/>
                  </a:lnTo>
                  <a:lnTo>
                    <a:pt x="5754205" y="73670"/>
                  </a:lnTo>
                  <a:lnTo>
                    <a:pt x="5754299" y="73670"/>
                  </a:lnTo>
                  <a:lnTo>
                    <a:pt x="5754393" y="73670"/>
                  </a:lnTo>
                  <a:lnTo>
                    <a:pt x="5754487" y="73670"/>
                  </a:lnTo>
                  <a:lnTo>
                    <a:pt x="5754581" y="73670"/>
                  </a:lnTo>
                  <a:lnTo>
                    <a:pt x="5754675" y="73670"/>
                  </a:lnTo>
                  <a:lnTo>
                    <a:pt x="5754770" y="73670"/>
                  </a:lnTo>
                  <a:lnTo>
                    <a:pt x="5754864" y="73670"/>
                  </a:lnTo>
                  <a:lnTo>
                    <a:pt x="5754958" y="73670"/>
                  </a:lnTo>
                  <a:lnTo>
                    <a:pt x="5755052" y="73670"/>
                  </a:lnTo>
                  <a:lnTo>
                    <a:pt x="5755146" y="73670"/>
                  </a:lnTo>
                  <a:lnTo>
                    <a:pt x="5755240" y="73670"/>
                  </a:lnTo>
                  <a:lnTo>
                    <a:pt x="5755335" y="73670"/>
                  </a:lnTo>
                  <a:lnTo>
                    <a:pt x="5755429" y="73670"/>
                  </a:lnTo>
                  <a:lnTo>
                    <a:pt x="5755523" y="73670"/>
                  </a:lnTo>
                  <a:lnTo>
                    <a:pt x="5755617" y="73670"/>
                  </a:lnTo>
                  <a:lnTo>
                    <a:pt x="5755711" y="73670"/>
                  </a:lnTo>
                  <a:lnTo>
                    <a:pt x="5755805" y="73670"/>
                  </a:lnTo>
                  <a:lnTo>
                    <a:pt x="5755899" y="73670"/>
                  </a:lnTo>
                  <a:lnTo>
                    <a:pt x="5755994" y="73670"/>
                  </a:lnTo>
                  <a:lnTo>
                    <a:pt x="5756088" y="73670"/>
                  </a:lnTo>
                  <a:lnTo>
                    <a:pt x="5756182" y="73670"/>
                  </a:lnTo>
                  <a:lnTo>
                    <a:pt x="5756276" y="73670"/>
                  </a:lnTo>
                  <a:lnTo>
                    <a:pt x="5756370" y="73670"/>
                  </a:lnTo>
                  <a:lnTo>
                    <a:pt x="5756464" y="73670"/>
                  </a:lnTo>
                  <a:lnTo>
                    <a:pt x="5756558" y="73670"/>
                  </a:lnTo>
                  <a:lnTo>
                    <a:pt x="5756653" y="73670"/>
                  </a:lnTo>
                  <a:lnTo>
                    <a:pt x="5756747" y="73670"/>
                  </a:lnTo>
                  <a:lnTo>
                    <a:pt x="5756841" y="73670"/>
                  </a:lnTo>
                  <a:lnTo>
                    <a:pt x="5756935" y="73670"/>
                  </a:lnTo>
                  <a:lnTo>
                    <a:pt x="5757029" y="73670"/>
                  </a:lnTo>
                  <a:lnTo>
                    <a:pt x="5757123" y="73670"/>
                  </a:lnTo>
                  <a:lnTo>
                    <a:pt x="5757218" y="73670"/>
                  </a:lnTo>
                  <a:lnTo>
                    <a:pt x="5757312" y="73670"/>
                  </a:lnTo>
                  <a:lnTo>
                    <a:pt x="5757406" y="73670"/>
                  </a:lnTo>
                  <a:lnTo>
                    <a:pt x="5757500" y="73670"/>
                  </a:lnTo>
                  <a:lnTo>
                    <a:pt x="5757594" y="73670"/>
                  </a:lnTo>
                  <a:lnTo>
                    <a:pt x="5757688" y="73670"/>
                  </a:lnTo>
                  <a:lnTo>
                    <a:pt x="5757782" y="73670"/>
                  </a:lnTo>
                  <a:lnTo>
                    <a:pt x="5757877" y="73670"/>
                  </a:lnTo>
                  <a:lnTo>
                    <a:pt x="5757971" y="73670"/>
                  </a:lnTo>
                  <a:lnTo>
                    <a:pt x="5758065" y="73670"/>
                  </a:lnTo>
                  <a:lnTo>
                    <a:pt x="5758159" y="73670"/>
                  </a:lnTo>
                  <a:lnTo>
                    <a:pt x="5758253" y="73670"/>
                  </a:lnTo>
                  <a:lnTo>
                    <a:pt x="5758347" y="73670"/>
                  </a:lnTo>
                  <a:lnTo>
                    <a:pt x="5758442" y="73670"/>
                  </a:lnTo>
                  <a:lnTo>
                    <a:pt x="5758536" y="73670"/>
                  </a:lnTo>
                  <a:lnTo>
                    <a:pt x="5758630" y="73670"/>
                  </a:lnTo>
                  <a:lnTo>
                    <a:pt x="5758724" y="73670"/>
                  </a:lnTo>
                  <a:lnTo>
                    <a:pt x="5758818" y="73670"/>
                  </a:lnTo>
                  <a:lnTo>
                    <a:pt x="5758912" y="73670"/>
                  </a:lnTo>
                  <a:lnTo>
                    <a:pt x="5759006" y="73670"/>
                  </a:lnTo>
                  <a:lnTo>
                    <a:pt x="5759101" y="73670"/>
                  </a:lnTo>
                  <a:lnTo>
                    <a:pt x="5759195" y="73670"/>
                  </a:lnTo>
                  <a:lnTo>
                    <a:pt x="5759289" y="73670"/>
                  </a:lnTo>
                  <a:lnTo>
                    <a:pt x="5759383" y="73670"/>
                  </a:lnTo>
                  <a:lnTo>
                    <a:pt x="5759477" y="73670"/>
                  </a:lnTo>
                  <a:lnTo>
                    <a:pt x="5759571" y="73670"/>
                  </a:lnTo>
                  <a:lnTo>
                    <a:pt x="5759666" y="73670"/>
                  </a:lnTo>
                  <a:lnTo>
                    <a:pt x="5759760" y="73670"/>
                  </a:lnTo>
                  <a:lnTo>
                    <a:pt x="5759854" y="73670"/>
                  </a:lnTo>
                  <a:lnTo>
                    <a:pt x="5759948" y="73670"/>
                  </a:lnTo>
                  <a:lnTo>
                    <a:pt x="5760042" y="73670"/>
                  </a:lnTo>
                  <a:lnTo>
                    <a:pt x="5760136" y="73670"/>
                  </a:lnTo>
                  <a:lnTo>
                    <a:pt x="5760230" y="73670"/>
                  </a:lnTo>
                  <a:lnTo>
                    <a:pt x="5760325" y="73670"/>
                  </a:lnTo>
                  <a:lnTo>
                    <a:pt x="5760419" y="73670"/>
                  </a:lnTo>
                  <a:lnTo>
                    <a:pt x="5760513" y="73670"/>
                  </a:lnTo>
                  <a:lnTo>
                    <a:pt x="5760607" y="73670"/>
                  </a:lnTo>
                  <a:lnTo>
                    <a:pt x="5760701" y="73670"/>
                  </a:lnTo>
                  <a:lnTo>
                    <a:pt x="5760795" y="73670"/>
                  </a:lnTo>
                  <a:lnTo>
                    <a:pt x="5760889" y="73670"/>
                  </a:lnTo>
                  <a:lnTo>
                    <a:pt x="5760984" y="73670"/>
                  </a:lnTo>
                  <a:lnTo>
                    <a:pt x="5761078" y="73670"/>
                  </a:lnTo>
                  <a:lnTo>
                    <a:pt x="5761172" y="73670"/>
                  </a:lnTo>
                  <a:lnTo>
                    <a:pt x="5761266" y="73670"/>
                  </a:lnTo>
                  <a:lnTo>
                    <a:pt x="5761360" y="73670"/>
                  </a:lnTo>
                  <a:lnTo>
                    <a:pt x="5761454" y="73670"/>
                  </a:lnTo>
                  <a:lnTo>
                    <a:pt x="5761549" y="73670"/>
                  </a:lnTo>
                  <a:lnTo>
                    <a:pt x="5761643" y="73670"/>
                  </a:lnTo>
                  <a:lnTo>
                    <a:pt x="5761737" y="73670"/>
                  </a:lnTo>
                  <a:lnTo>
                    <a:pt x="5761831" y="73670"/>
                  </a:lnTo>
                  <a:lnTo>
                    <a:pt x="5761925" y="73670"/>
                  </a:lnTo>
                  <a:lnTo>
                    <a:pt x="5762019" y="73670"/>
                  </a:lnTo>
                  <a:lnTo>
                    <a:pt x="5762113" y="73670"/>
                  </a:lnTo>
                  <a:lnTo>
                    <a:pt x="5762208" y="73670"/>
                  </a:lnTo>
                  <a:lnTo>
                    <a:pt x="5762302" y="73670"/>
                  </a:lnTo>
                  <a:lnTo>
                    <a:pt x="5762396" y="73670"/>
                  </a:lnTo>
                  <a:lnTo>
                    <a:pt x="5762490" y="73670"/>
                  </a:lnTo>
                  <a:lnTo>
                    <a:pt x="5762584" y="73670"/>
                  </a:lnTo>
                  <a:lnTo>
                    <a:pt x="5762678" y="73670"/>
                  </a:lnTo>
                  <a:lnTo>
                    <a:pt x="5762773" y="73670"/>
                  </a:lnTo>
                  <a:lnTo>
                    <a:pt x="5762867" y="73670"/>
                  </a:lnTo>
                  <a:lnTo>
                    <a:pt x="5762961" y="73670"/>
                  </a:lnTo>
                  <a:lnTo>
                    <a:pt x="5763055" y="73670"/>
                  </a:lnTo>
                  <a:lnTo>
                    <a:pt x="5763149" y="73670"/>
                  </a:lnTo>
                  <a:lnTo>
                    <a:pt x="5763243" y="73670"/>
                  </a:lnTo>
                  <a:lnTo>
                    <a:pt x="5763337" y="73670"/>
                  </a:lnTo>
                  <a:lnTo>
                    <a:pt x="5763432" y="73670"/>
                  </a:lnTo>
                  <a:lnTo>
                    <a:pt x="5763526" y="73670"/>
                  </a:lnTo>
                  <a:lnTo>
                    <a:pt x="5763620" y="73670"/>
                  </a:lnTo>
                  <a:lnTo>
                    <a:pt x="5763714" y="73670"/>
                  </a:lnTo>
                  <a:lnTo>
                    <a:pt x="5763808" y="73670"/>
                  </a:lnTo>
                  <a:lnTo>
                    <a:pt x="5763902" y="73670"/>
                  </a:lnTo>
                  <a:lnTo>
                    <a:pt x="5763997" y="73670"/>
                  </a:lnTo>
                  <a:lnTo>
                    <a:pt x="5764091" y="73670"/>
                  </a:lnTo>
                  <a:lnTo>
                    <a:pt x="5764185" y="73670"/>
                  </a:lnTo>
                  <a:lnTo>
                    <a:pt x="5764279" y="73670"/>
                  </a:lnTo>
                  <a:lnTo>
                    <a:pt x="5764373" y="73670"/>
                  </a:lnTo>
                  <a:lnTo>
                    <a:pt x="5764467" y="73670"/>
                  </a:lnTo>
                  <a:lnTo>
                    <a:pt x="5764561" y="73670"/>
                  </a:lnTo>
                  <a:lnTo>
                    <a:pt x="5764656" y="73670"/>
                  </a:lnTo>
                  <a:lnTo>
                    <a:pt x="5764750" y="73670"/>
                  </a:lnTo>
                  <a:lnTo>
                    <a:pt x="5764844" y="73670"/>
                  </a:lnTo>
                  <a:lnTo>
                    <a:pt x="5764938" y="73670"/>
                  </a:lnTo>
                  <a:lnTo>
                    <a:pt x="5765032" y="73670"/>
                  </a:lnTo>
                  <a:lnTo>
                    <a:pt x="5765126" y="73670"/>
                  </a:lnTo>
                  <a:lnTo>
                    <a:pt x="5765220" y="73670"/>
                  </a:lnTo>
                  <a:lnTo>
                    <a:pt x="5765315" y="73670"/>
                  </a:lnTo>
                  <a:lnTo>
                    <a:pt x="5765409" y="73670"/>
                  </a:lnTo>
                  <a:lnTo>
                    <a:pt x="5765503" y="73670"/>
                  </a:lnTo>
                  <a:lnTo>
                    <a:pt x="5765597" y="73670"/>
                  </a:lnTo>
                  <a:lnTo>
                    <a:pt x="5765691" y="73670"/>
                  </a:lnTo>
                  <a:lnTo>
                    <a:pt x="5765785" y="73670"/>
                  </a:lnTo>
                  <a:lnTo>
                    <a:pt x="5765880" y="73670"/>
                  </a:lnTo>
                  <a:lnTo>
                    <a:pt x="5765974" y="73670"/>
                  </a:lnTo>
                  <a:lnTo>
                    <a:pt x="5766068" y="73670"/>
                  </a:lnTo>
                  <a:lnTo>
                    <a:pt x="5766162" y="73670"/>
                  </a:lnTo>
                  <a:lnTo>
                    <a:pt x="5766256" y="73670"/>
                  </a:lnTo>
                  <a:lnTo>
                    <a:pt x="5766350" y="73670"/>
                  </a:lnTo>
                  <a:lnTo>
                    <a:pt x="5766444" y="73670"/>
                  </a:lnTo>
                  <a:lnTo>
                    <a:pt x="5766539" y="73670"/>
                  </a:lnTo>
                  <a:lnTo>
                    <a:pt x="5766633" y="73670"/>
                  </a:lnTo>
                  <a:lnTo>
                    <a:pt x="5766727" y="73670"/>
                  </a:lnTo>
                  <a:lnTo>
                    <a:pt x="5766821" y="73670"/>
                  </a:lnTo>
                  <a:lnTo>
                    <a:pt x="5766915" y="73670"/>
                  </a:lnTo>
                  <a:lnTo>
                    <a:pt x="5767009" y="73670"/>
                  </a:lnTo>
                  <a:lnTo>
                    <a:pt x="5767104" y="73670"/>
                  </a:lnTo>
                  <a:lnTo>
                    <a:pt x="5767198" y="73670"/>
                  </a:lnTo>
                  <a:lnTo>
                    <a:pt x="5767292" y="73670"/>
                  </a:lnTo>
                  <a:lnTo>
                    <a:pt x="5767386" y="73670"/>
                  </a:lnTo>
                  <a:lnTo>
                    <a:pt x="5767480" y="73670"/>
                  </a:lnTo>
                  <a:lnTo>
                    <a:pt x="5767574" y="73670"/>
                  </a:lnTo>
                  <a:lnTo>
                    <a:pt x="5767668" y="73670"/>
                  </a:lnTo>
                  <a:lnTo>
                    <a:pt x="5767763" y="73670"/>
                  </a:lnTo>
                  <a:lnTo>
                    <a:pt x="5767857" y="73670"/>
                  </a:lnTo>
                  <a:lnTo>
                    <a:pt x="5767951" y="73670"/>
                  </a:lnTo>
                  <a:lnTo>
                    <a:pt x="5768045" y="73670"/>
                  </a:lnTo>
                  <a:lnTo>
                    <a:pt x="5768139" y="73670"/>
                  </a:lnTo>
                  <a:lnTo>
                    <a:pt x="5768233" y="73670"/>
                  </a:lnTo>
                  <a:lnTo>
                    <a:pt x="5768328" y="73670"/>
                  </a:lnTo>
                  <a:lnTo>
                    <a:pt x="5768422" y="73670"/>
                  </a:lnTo>
                  <a:lnTo>
                    <a:pt x="5768516" y="73670"/>
                  </a:lnTo>
                  <a:lnTo>
                    <a:pt x="5768610" y="73670"/>
                  </a:lnTo>
                  <a:lnTo>
                    <a:pt x="5768704" y="73670"/>
                  </a:lnTo>
                  <a:lnTo>
                    <a:pt x="5768798" y="73670"/>
                  </a:lnTo>
                  <a:lnTo>
                    <a:pt x="5768892" y="73670"/>
                  </a:lnTo>
                  <a:lnTo>
                    <a:pt x="5768987" y="73670"/>
                  </a:lnTo>
                  <a:lnTo>
                    <a:pt x="5769081" y="73670"/>
                  </a:lnTo>
                  <a:lnTo>
                    <a:pt x="5769175" y="73670"/>
                  </a:lnTo>
                  <a:lnTo>
                    <a:pt x="5769269" y="73670"/>
                  </a:lnTo>
                  <a:lnTo>
                    <a:pt x="5769363" y="73670"/>
                  </a:lnTo>
                  <a:lnTo>
                    <a:pt x="5769457" y="73670"/>
                  </a:lnTo>
                  <a:lnTo>
                    <a:pt x="5769551" y="73670"/>
                  </a:lnTo>
                  <a:lnTo>
                    <a:pt x="5769646" y="73670"/>
                  </a:lnTo>
                  <a:lnTo>
                    <a:pt x="5769740" y="73670"/>
                  </a:lnTo>
                  <a:lnTo>
                    <a:pt x="5769834" y="73670"/>
                  </a:lnTo>
                  <a:lnTo>
                    <a:pt x="5769928" y="73670"/>
                  </a:lnTo>
                  <a:lnTo>
                    <a:pt x="5770022" y="73670"/>
                  </a:lnTo>
                  <a:lnTo>
                    <a:pt x="5770116" y="73670"/>
                  </a:lnTo>
                  <a:lnTo>
                    <a:pt x="5770211" y="73670"/>
                  </a:lnTo>
                  <a:lnTo>
                    <a:pt x="5770305" y="73670"/>
                  </a:lnTo>
                  <a:lnTo>
                    <a:pt x="5770399" y="73670"/>
                  </a:lnTo>
                  <a:lnTo>
                    <a:pt x="5770493" y="73670"/>
                  </a:lnTo>
                  <a:lnTo>
                    <a:pt x="5770587" y="73670"/>
                  </a:lnTo>
                  <a:lnTo>
                    <a:pt x="5770681" y="73670"/>
                  </a:lnTo>
                  <a:lnTo>
                    <a:pt x="5770775" y="73670"/>
                  </a:lnTo>
                  <a:lnTo>
                    <a:pt x="5770870" y="73670"/>
                  </a:lnTo>
                  <a:lnTo>
                    <a:pt x="5770964" y="73670"/>
                  </a:lnTo>
                  <a:lnTo>
                    <a:pt x="5771058" y="73670"/>
                  </a:lnTo>
                  <a:lnTo>
                    <a:pt x="5771152" y="73670"/>
                  </a:lnTo>
                  <a:lnTo>
                    <a:pt x="5771246" y="73670"/>
                  </a:lnTo>
                  <a:lnTo>
                    <a:pt x="5771340" y="73670"/>
                  </a:lnTo>
                  <a:lnTo>
                    <a:pt x="5771435" y="73670"/>
                  </a:lnTo>
                  <a:lnTo>
                    <a:pt x="5771529" y="73670"/>
                  </a:lnTo>
                  <a:lnTo>
                    <a:pt x="5771623" y="73670"/>
                  </a:lnTo>
                  <a:lnTo>
                    <a:pt x="5771717" y="73670"/>
                  </a:lnTo>
                  <a:lnTo>
                    <a:pt x="5771811" y="73670"/>
                  </a:lnTo>
                  <a:lnTo>
                    <a:pt x="5771905" y="73670"/>
                  </a:lnTo>
                  <a:lnTo>
                    <a:pt x="5771999" y="73670"/>
                  </a:lnTo>
                  <a:lnTo>
                    <a:pt x="5772094" y="73670"/>
                  </a:lnTo>
                  <a:lnTo>
                    <a:pt x="5772188" y="73670"/>
                  </a:lnTo>
                  <a:lnTo>
                    <a:pt x="5772282" y="73670"/>
                  </a:lnTo>
                  <a:lnTo>
                    <a:pt x="5772376" y="73670"/>
                  </a:lnTo>
                  <a:lnTo>
                    <a:pt x="5772470" y="73670"/>
                  </a:lnTo>
                  <a:lnTo>
                    <a:pt x="5772564" y="73670"/>
                  </a:lnTo>
                  <a:lnTo>
                    <a:pt x="5772659" y="73670"/>
                  </a:lnTo>
                  <a:lnTo>
                    <a:pt x="5772753" y="73670"/>
                  </a:lnTo>
                  <a:lnTo>
                    <a:pt x="5772847" y="73670"/>
                  </a:lnTo>
                  <a:lnTo>
                    <a:pt x="5772941" y="73670"/>
                  </a:lnTo>
                  <a:lnTo>
                    <a:pt x="5773035" y="73670"/>
                  </a:lnTo>
                  <a:lnTo>
                    <a:pt x="5773129" y="73670"/>
                  </a:lnTo>
                  <a:lnTo>
                    <a:pt x="5773223" y="73670"/>
                  </a:lnTo>
                  <a:lnTo>
                    <a:pt x="5773318" y="73670"/>
                  </a:lnTo>
                  <a:lnTo>
                    <a:pt x="5773412" y="73670"/>
                  </a:lnTo>
                  <a:lnTo>
                    <a:pt x="5773506" y="73670"/>
                  </a:lnTo>
                  <a:lnTo>
                    <a:pt x="5773600" y="73670"/>
                  </a:lnTo>
                  <a:lnTo>
                    <a:pt x="5773694" y="73670"/>
                  </a:lnTo>
                  <a:lnTo>
                    <a:pt x="5773788" y="73670"/>
                  </a:lnTo>
                  <a:lnTo>
                    <a:pt x="5773882" y="73670"/>
                  </a:lnTo>
                  <a:lnTo>
                    <a:pt x="5773977" y="73670"/>
                  </a:lnTo>
                  <a:lnTo>
                    <a:pt x="5774071" y="73670"/>
                  </a:lnTo>
                  <a:lnTo>
                    <a:pt x="5774165" y="73670"/>
                  </a:lnTo>
                  <a:lnTo>
                    <a:pt x="5774259" y="73670"/>
                  </a:lnTo>
                  <a:lnTo>
                    <a:pt x="5774353" y="73670"/>
                  </a:lnTo>
                  <a:lnTo>
                    <a:pt x="5774447" y="73670"/>
                  </a:lnTo>
                  <a:lnTo>
                    <a:pt x="5774542" y="73670"/>
                  </a:lnTo>
                  <a:lnTo>
                    <a:pt x="5774636" y="73670"/>
                  </a:lnTo>
                  <a:lnTo>
                    <a:pt x="5774730" y="73670"/>
                  </a:lnTo>
                  <a:lnTo>
                    <a:pt x="5774824" y="73670"/>
                  </a:lnTo>
                  <a:lnTo>
                    <a:pt x="5774918" y="73670"/>
                  </a:lnTo>
                  <a:lnTo>
                    <a:pt x="5775012" y="73670"/>
                  </a:lnTo>
                  <a:lnTo>
                    <a:pt x="5775106" y="73670"/>
                  </a:lnTo>
                  <a:lnTo>
                    <a:pt x="5775201" y="73670"/>
                  </a:lnTo>
                  <a:lnTo>
                    <a:pt x="5775295" y="73670"/>
                  </a:lnTo>
                  <a:lnTo>
                    <a:pt x="5775389" y="73670"/>
                  </a:lnTo>
                  <a:lnTo>
                    <a:pt x="5775483" y="73670"/>
                  </a:lnTo>
                  <a:lnTo>
                    <a:pt x="5775577" y="73670"/>
                  </a:lnTo>
                  <a:lnTo>
                    <a:pt x="5775671" y="73670"/>
                  </a:lnTo>
                  <a:lnTo>
                    <a:pt x="5775766" y="73670"/>
                  </a:lnTo>
                  <a:lnTo>
                    <a:pt x="5775860" y="73670"/>
                  </a:lnTo>
                  <a:lnTo>
                    <a:pt x="5775954" y="73670"/>
                  </a:lnTo>
                  <a:lnTo>
                    <a:pt x="5776048" y="73670"/>
                  </a:lnTo>
                  <a:lnTo>
                    <a:pt x="5776142" y="73670"/>
                  </a:lnTo>
                  <a:lnTo>
                    <a:pt x="5776236" y="73670"/>
                  </a:lnTo>
                  <a:lnTo>
                    <a:pt x="5776330" y="73670"/>
                  </a:lnTo>
                  <a:lnTo>
                    <a:pt x="5776425" y="73670"/>
                  </a:lnTo>
                  <a:lnTo>
                    <a:pt x="5776425" y="68759"/>
                  </a:lnTo>
                  <a:lnTo>
                    <a:pt x="5776519" y="68759"/>
                  </a:lnTo>
                  <a:lnTo>
                    <a:pt x="5776613" y="68759"/>
                  </a:lnTo>
                  <a:lnTo>
                    <a:pt x="5776707" y="68759"/>
                  </a:lnTo>
                  <a:lnTo>
                    <a:pt x="5776801" y="68759"/>
                  </a:lnTo>
                  <a:lnTo>
                    <a:pt x="5776895" y="68759"/>
                  </a:lnTo>
                  <a:lnTo>
                    <a:pt x="5776990" y="68759"/>
                  </a:lnTo>
                  <a:lnTo>
                    <a:pt x="5777084" y="68759"/>
                  </a:lnTo>
                  <a:lnTo>
                    <a:pt x="5777178" y="68759"/>
                  </a:lnTo>
                  <a:lnTo>
                    <a:pt x="5777272" y="68759"/>
                  </a:lnTo>
                  <a:lnTo>
                    <a:pt x="5777366" y="68759"/>
                  </a:lnTo>
                  <a:lnTo>
                    <a:pt x="5777460" y="68759"/>
                  </a:lnTo>
                  <a:lnTo>
                    <a:pt x="5777554" y="68759"/>
                  </a:lnTo>
                  <a:lnTo>
                    <a:pt x="5777649" y="68759"/>
                  </a:lnTo>
                  <a:lnTo>
                    <a:pt x="5777743" y="68759"/>
                  </a:lnTo>
                  <a:lnTo>
                    <a:pt x="5777837" y="68759"/>
                  </a:lnTo>
                  <a:lnTo>
                    <a:pt x="5777931" y="68759"/>
                  </a:lnTo>
                  <a:lnTo>
                    <a:pt x="5778025" y="68759"/>
                  </a:lnTo>
                  <a:lnTo>
                    <a:pt x="5778119" y="68759"/>
                  </a:lnTo>
                  <a:lnTo>
                    <a:pt x="5778213" y="68759"/>
                  </a:lnTo>
                  <a:lnTo>
                    <a:pt x="5778308" y="68759"/>
                  </a:lnTo>
                  <a:lnTo>
                    <a:pt x="5778402" y="68759"/>
                  </a:lnTo>
                  <a:lnTo>
                    <a:pt x="5778496" y="68759"/>
                  </a:lnTo>
                  <a:lnTo>
                    <a:pt x="5778590" y="68759"/>
                  </a:lnTo>
                  <a:lnTo>
                    <a:pt x="5778684" y="68759"/>
                  </a:lnTo>
                  <a:lnTo>
                    <a:pt x="5778778" y="68759"/>
                  </a:lnTo>
                  <a:lnTo>
                    <a:pt x="5778873" y="68759"/>
                  </a:lnTo>
                  <a:lnTo>
                    <a:pt x="5778967" y="68759"/>
                  </a:lnTo>
                  <a:lnTo>
                    <a:pt x="5779061" y="68759"/>
                  </a:lnTo>
                  <a:lnTo>
                    <a:pt x="5779155" y="68759"/>
                  </a:lnTo>
                  <a:lnTo>
                    <a:pt x="5779249" y="68759"/>
                  </a:lnTo>
                  <a:lnTo>
                    <a:pt x="5779343" y="68759"/>
                  </a:lnTo>
                  <a:lnTo>
                    <a:pt x="5779437" y="68759"/>
                  </a:lnTo>
                  <a:lnTo>
                    <a:pt x="5779532" y="68759"/>
                  </a:lnTo>
                  <a:lnTo>
                    <a:pt x="5779626" y="68759"/>
                  </a:lnTo>
                  <a:lnTo>
                    <a:pt x="5779720" y="68759"/>
                  </a:lnTo>
                  <a:lnTo>
                    <a:pt x="5779814" y="68759"/>
                  </a:lnTo>
                  <a:lnTo>
                    <a:pt x="5779908" y="68759"/>
                  </a:lnTo>
                  <a:lnTo>
                    <a:pt x="5780002" y="68759"/>
                  </a:lnTo>
                  <a:lnTo>
                    <a:pt x="5780097" y="68759"/>
                  </a:lnTo>
                  <a:lnTo>
                    <a:pt x="5780191" y="68759"/>
                  </a:lnTo>
                  <a:lnTo>
                    <a:pt x="5780285" y="68759"/>
                  </a:lnTo>
                  <a:lnTo>
                    <a:pt x="5780379" y="68759"/>
                  </a:lnTo>
                  <a:lnTo>
                    <a:pt x="5780473" y="68759"/>
                  </a:lnTo>
                  <a:lnTo>
                    <a:pt x="5780567" y="68759"/>
                  </a:lnTo>
                  <a:lnTo>
                    <a:pt x="5780661" y="68759"/>
                  </a:lnTo>
                  <a:lnTo>
                    <a:pt x="5780756" y="68759"/>
                  </a:lnTo>
                  <a:lnTo>
                    <a:pt x="5780850" y="68759"/>
                  </a:lnTo>
                  <a:lnTo>
                    <a:pt x="5780944" y="68759"/>
                  </a:lnTo>
                  <a:lnTo>
                    <a:pt x="5781038" y="68759"/>
                  </a:lnTo>
                  <a:lnTo>
                    <a:pt x="5781132" y="68759"/>
                  </a:lnTo>
                  <a:lnTo>
                    <a:pt x="5781226" y="68759"/>
                  </a:lnTo>
                  <a:lnTo>
                    <a:pt x="5781321" y="68759"/>
                  </a:lnTo>
                  <a:lnTo>
                    <a:pt x="5781415" y="68759"/>
                  </a:lnTo>
                  <a:lnTo>
                    <a:pt x="5781509" y="68759"/>
                  </a:lnTo>
                  <a:lnTo>
                    <a:pt x="5781603" y="68759"/>
                  </a:lnTo>
                  <a:lnTo>
                    <a:pt x="5781697" y="68759"/>
                  </a:lnTo>
                  <a:lnTo>
                    <a:pt x="5781791" y="68759"/>
                  </a:lnTo>
                  <a:lnTo>
                    <a:pt x="5781885" y="68759"/>
                  </a:lnTo>
                  <a:lnTo>
                    <a:pt x="5781980" y="68759"/>
                  </a:lnTo>
                  <a:lnTo>
                    <a:pt x="5782074" y="68759"/>
                  </a:lnTo>
                  <a:lnTo>
                    <a:pt x="5782168" y="68759"/>
                  </a:lnTo>
                  <a:lnTo>
                    <a:pt x="5782262" y="68759"/>
                  </a:lnTo>
                  <a:lnTo>
                    <a:pt x="5782356" y="68759"/>
                  </a:lnTo>
                  <a:lnTo>
                    <a:pt x="5782450" y="68759"/>
                  </a:lnTo>
                  <a:lnTo>
                    <a:pt x="5782544" y="68759"/>
                  </a:lnTo>
                  <a:lnTo>
                    <a:pt x="5782639" y="68759"/>
                  </a:lnTo>
                  <a:lnTo>
                    <a:pt x="5782733" y="68759"/>
                  </a:lnTo>
                  <a:lnTo>
                    <a:pt x="5782827" y="68759"/>
                  </a:lnTo>
                  <a:lnTo>
                    <a:pt x="5782921" y="68759"/>
                  </a:lnTo>
                  <a:lnTo>
                    <a:pt x="5783015" y="68759"/>
                  </a:lnTo>
                  <a:lnTo>
                    <a:pt x="5783109" y="68759"/>
                  </a:lnTo>
                  <a:lnTo>
                    <a:pt x="5783204" y="68759"/>
                  </a:lnTo>
                  <a:lnTo>
                    <a:pt x="5783298" y="68759"/>
                  </a:lnTo>
                  <a:lnTo>
                    <a:pt x="5783392" y="68759"/>
                  </a:lnTo>
                  <a:lnTo>
                    <a:pt x="5783486" y="68759"/>
                  </a:lnTo>
                  <a:lnTo>
                    <a:pt x="5783580" y="68759"/>
                  </a:lnTo>
                  <a:lnTo>
                    <a:pt x="5783674" y="68759"/>
                  </a:lnTo>
                  <a:lnTo>
                    <a:pt x="5783768" y="68759"/>
                  </a:lnTo>
                  <a:lnTo>
                    <a:pt x="5783863" y="68759"/>
                  </a:lnTo>
                  <a:lnTo>
                    <a:pt x="5783957" y="68759"/>
                  </a:lnTo>
                  <a:lnTo>
                    <a:pt x="5784051" y="68759"/>
                  </a:lnTo>
                  <a:lnTo>
                    <a:pt x="5784145" y="68759"/>
                  </a:lnTo>
                  <a:lnTo>
                    <a:pt x="5784239" y="68759"/>
                  </a:lnTo>
                  <a:lnTo>
                    <a:pt x="5784333" y="68759"/>
                  </a:lnTo>
                  <a:lnTo>
                    <a:pt x="5784428" y="68759"/>
                  </a:lnTo>
                  <a:lnTo>
                    <a:pt x="5784522" y="68759"/>
                  </a:lnTo>
                  <a:lnTo>
                    <a:pt x="5784616" y="68759"/>
                  </a:lnTo>
                  <a:lnTo>
                    <a:pt x="5784710" y="68759"/>
                  </a:lnTo>
                  <a:lnTo>
                    <a:pt x="5784804" y="68759"/>
                  </a:lnTo>
                  <a:lnTo>
                    <a:pt x="5784898" y="68759"/>
                  </a:lnTo>
                  <a:lnTo>
                    <a:pt x="5784992" y="68759"/>
                  </a:lnTo>
                  <a:lnTo>
                    <a:pt x="5785087" y="68759"/>
                  </a:lnTo>
                  <a:lnTo>
                    <a:pt x="5785181" y="68759"/>
                  </a:lnTo>
                  <a:lnTo>
                    <a:pt x="5785275" y="68759"/>
                  </a:lnTo>
                  <a:lnTo>
                    <a:pt x="5785369" y="68759"/>
                  </a:lnTo>
                  <a:lnTo>
                    <a:pt x="5785463" y="68759"/>
                  </a:lnTo>
                  <a:lnTo>
                    <a:pt x="5785557" y="68759"/>
                  </a:lnTo>
                  <a:lnTo>
                    <a:pt x="5785652" y="68759"/>
                  </a:lnTo>
                  <a:lnTo>
                    <a:pt x="5785746" y="68759"/>
                  </a:lnTo>
                  <a:lnTo>
                    <a:pt x="5785840" y="68759"/>
                  </a:lnTo>
                  <a:lnTo>
                    <a:pt x="5785934" y="68759"/>
                  </a:lnTo>
                  <a:lnTo>
                    <a:pt x="5786028" y="68759"/>
                  </a:lnTo>
                  <a:lnTo>
                    <a:pt x="5786122" y="68759"/>
                  </a:lnTo>
                  <a:lnTo>
                    <a:pt x="5786216" y="68759"/>
                  </a:lnTo>
                  <a:lnTo>
                    <a:pt x="5786311" y="68759"/>
                  </a:lnTo>
                  <a:lnTo>
                    <a:pt x="5786405" y="68759"/>
                  </a:lnTo>
                  <a:lnTo>
                    <a:pt x="5786499" y="68759"/>
                  </a:lnTo>
                  <a:lnTo>
                    <a:pt x="5786593" y="68759"/>
                  </a:lnTo>
                  <a:lnTo>
                    <a:pt x="5786687" y="68759"/>
                  </a:lnTo>
                  <a:lnTo>
                    <a:pt x="5786781" y="68759"/>
                  </a:lnTo>
                  <a:lnTo>
                    <a:pt x="5786875" y="68759"/>
                  </a:lnTo>
                  <a:lnTo>
                    <a:pt x="5786970" y="68759"/>
                  </a:lnTo>
                  <a:lnTo>
                    <a:pt x="5787064" y="68759"/>
                  </a:lnTo>
                  <a:lnTo>
                    <a:pt x="5787158" y="68759"/>
                  </a:lnTo>
                  <a:lnTo>
                    <a:pt x="5787252" y="68759"/>
                  </a:lnTo>
                  <a:lnTo>
                    <a:pt x="5787346" y="68759"/>
                  </a:lnTo>
                  <a:lnTo>
                    <a:pt x="5787440" y="68759"/>
                  </a:lnTo>
                  <a:lnTo>
                    <a:pt x="5787535" y="68759"/>
                  </a:lnTo>
                  <a:lnTo>
                    <a:pt x="5787629" y="68759"/>
                  </a:lnTo>
                  <a:lnTo>
                    <a:pt x="5787723" y="68759"/>
                  </a:lnTo>
                  <a:lnTo>
                    <a:pt x="5787817" y="68759"/>
                  </a:lnTo>
                  <a:lnTo>
                    <a:pt x="5787911" y="68759"/>
                  </a:lnTo>
                  <a:lnTo>
                    <a:pt x="5788005" y="68759"/>
                  </a:lnTo>
                  <a:lnTo>
                    <a:pt x="5788099" y="68759"/>
                  </a:lnTo>
                  <a:lnTo>
                    <a:pt x="5788194" y="68759"/>
                  </a:lnTo>
                  <a:lnTo>
                    <a:pt x="5788288" y="68759"/>
                  </a:lnTo>
                  <a:lnTo>
                    <a:pt x="5788382" y="68759"/>
                  </a:lnTo>
                  <a:lnTo>
                    <a:pt x="5788476" y="68759"/>
                  </a:lnTo>
                  <a:lnTo>
                    <a:pt x="5788570" y="68759"/>
                  </a:lnTo>
                  <a:lnTo>
                    <a:pt x="5788664" y="68759"/>
                  </a:lnTo>
                  <a:lnTo>
                    <a:pt x="5788759" y="68759"/>
                  </a:lnTo>
                  <a:lnTo>
                    <a:pt x="5788853" y="68759"/>
                  </a:lnTo>
                  <a:lnTo>
                    <a:pt x="5788947" y="68759"/>
                  </a:lnTo>
                  <a:lnTo>
                    <a:pt x="5789041" y="68759"/>
                  </a:lnTo>
                  <a:lnTo>
                    <a:pt x="5789135" y="68759"/>
                  </a:lnTo>
                  <a:lnTo>
                    <a:pt x="5789229" y="68759"/>
                  </a:lnTo>
                  <a:lnTo>
                    <a:pt x="5789323" y="68759"/>
                  </a:lnTo>
                  <a:lnTo>
                    <a:pt x="5789418" y="68759"/>
                  </a:lnTo>
                  <a:lnTo>
                    <a:pt x="5789512" y="68759"/>
                  </a:lnTo>
                  <a:lnTo>
                    <a:pt x="5789606" y="68759"/>
                  </a:lnTo>
                  <a:lnTo>
                    <a:pt x="5789700" y="68759"/>
                  </a:lnTo>
                  <a:lnTo>
                    <a:pt x="5789794" y="68759"/>
                  </a:lnTo>
                  <a:lnTo>
                    <a:pt x="5789888" y="68759"/>
                  </a:lnTo>
                  <a:lnTo>
                    <a:pt x="5789983" y="68759"/>
                  </a:lnTo>
                  <a:lnTo>
                    <a:pt x="5790077" y="68759"/>
                  </a:lnTo>
                  <a:lnTo>
                    <a:pt x="5790171" y="68759"/>
                  </a:lnTo>
                  <a:lnTo>
                    <a:pt x="5790265" y="68759"/>
                  </a:lnTo>
                  <a:lnTo>
                    <a:pt x="5790359" y="68759"/>
                  </a:lnTo>
                  <a:lnTo>
                    <a:pt x="5790453" y="68759"/>
                  </a:lnTo>
                  <a:lnTo>
                    <a:pt x="5790547" y="68759"/>
                  </a:lnTo>
                  <a:lnTo>
                    <a:pt x="5790642" y="68759"/>
                  </a:lnTo>
                  <a:lnTo>
                    <a:pt x="5790736" y="68759"/>
                  </a:lnTo>
                  <a:lnTo>
                    <a:pt x="5790830" y="68759"/>
                  </a:lnTo>
                  <a:lnTo>
                    <a:pt x="5790924" y="68759"/>
                  </a:lnTo>
                  <a:lnTo>
                    <a:pt x="5791018" y="68759"/>
                  </a:lnTo>
                  <a:lnTo>
                    <a:pt x="5791112" y="68759"/>
                  </a:lnTo>
                  <a:lnTo>
                    <a:pt x="5791206" y="68759"/>
                  </a:lnTo>
                  <a:lnTo>
                    <a:pt x="5791301" y="68759"/>
                  </a:lnTo>
                  <a:lnTo>
                    <a:pt x="5791395" y="68759"/>
                  </a:lnTo>
                  <a:lnTo>
                    <a:pt x="5791489" y="68759"/>
                  </a:lnTo>
                  <a:lnTo>
                    <a:pt x="5791583" y="68759"/>
                  </a:lnTo>
                  <a:lnTo>
                    <a:pt x="5791677" y="68759"/>
                  </a:lnTo>
                  <a:lnTo>
                    <a:pt x="5791771" y="68759"/>
                  </a:lnTo>
                  <a:lnTo>
                    <a:pt x="5791866" y="68759"/>
                  </a:lnTo>
                  <a:lnTo>
                    <a:pt x="5791960" y="68759"/>
                  </a:lnTo>
                  <a:lnTo>
                    <a:pt x="5792054" y="68759"/>
                  </a:lnTo>
                  <a:lnTo>
                    <a:pt x="5792148" y="68759"/>
                  </a:lnTo>
                  <a:lnTo>
                    <a:pt x="5792242" y="68759"/>
                  </a:lnTo>
                  <a:lnTo>
                    <a:pt x="5792336" y="68759"/>
                  </a:lnTo>
                  <a:lnTo>
                    <a:pt x="5792430" y="68759"/>
                  </a:lnTo>
                  <a:lnTo>
                    <a:pt x="5792525" y="68759"/>
                  </a:lnTo>
                  <a:lnTo>
                    <a:pt x="5792619" y="68759"/>
                  </a:lnTo>
                  <a:lnTo>
                    <a:pt x="5792713" y="68759"/>
                  </a:lnTo>
                  <a:lnTo>
                    <a:pt x="5792807" y="68759"/>
                  </a:lnTo>
                  <a:lnTo>
                    <a:pt x="5792901" y="68759"/>
                  </a:lnTo>
                  <a:lnTo>
                    <a:pt x="5792995" y="68759"/>
                  </a:lnTo>
                  <a:lnTo>
                    <a:pt x="5793090" y="68759"/>
                  </a:lnTo>
                  <a:lnTo>
                    <a:pt x="5793184" y="68759"/>
                  </a:lnTo>
                  <a:lnTo>
                    <a:pt x="5793278" y="68759"/>
                  </a:lnTo>
                  <a:lnTo>
                    <a:pt x="5793372" y="68759"/>
                  </a:lnTo>
                  <a:lnTo>
                    <a:pt x="5793466" y="68759"/>
                  </a:lnTo>
                  <a:lnTo>
                    <a:pt x="5793560" y="68759"/>
                  </a:lnTo>
                  <a:lnTo>
                    <a:pt x="5793654" y="68759"/>
                  </a:lnTo>
                  <a:lnTo>
                    <a:pt x="5793749" y="68759"/>
                  </a:lnTo>
                  <a:lnTo>
                    <a:pt x="5793843" y="68759"/>
                  </a:lnTo>
                  <a:lnTo>
                    <a:pt x="5793937" y="68759"/>
                  </a:lnTo>
                  <a:lnTo>
                    <a:pt x="5794031" y="68759"/>
                  </a:lnTo>
                  <a:lnTo>
                    <a:pt x="5794125" y="68759"/>
                  </a:lnTo>
                  <a:lnTo>
                    <a:pt x="5794219" y="68759"/>
                  </a:lnTo>
                  <a:lnTo>
                    <a:pt x="5794314" y="68759"/>
                  </a:lnTo>
                  <a:lnTo>
                    <a:pt x="5794408" y="68759"/>
                  </a:lnTo>
                  <a:lnTo>
                    <a:pt x="5794502" y="68759"/>
                  </a:lnTo>
                  <a:lnTo>
                    <a:pt x="5794596" y="68759"/>
                  </a:lnTo>
                  <a:lnTo>
                    <a:pt x="5794690" y="68759"/>
                  </a:lnTo>
                  <a:lnTo>
                    <a:pt x="5794784" y="68759"/>
                  </a:lnTo>
                  <a:lnTo>
                    <a:pt x="5794878" y="68759"/>
                  </a:lnTo>
                  <a:lnTo>
                    <a:pt x="5794973" y="68759"/>
                  </a:lnTo>
                  <a:lnTo>
                    <a:pt x="5795067" y="68759"/>
                  </a:lnTo>
                  <a:lnTo>
                    <a:pt x="5795161" y="68759"/>
                  </a:lnTo>
                  <a:lnTo>
                    <a:pt x="5795255" y="68759"/>
                  </a:lnTo>
                  <a:lnTo>
                    <a:pt x="5795349" y="68759"/>
                  </a:lnTo>
                  <a:lnTo>
                    <a:pt x="5795443" y="68759"/>
                  </a:lnTo>
                  <a:lnTo>
                    <a:pt x="5795537" y="68759"/>
                  </a:lnTo>
                  <a:lnTo>
                    <a:pt x="5795632" y="68759"/>
                  </a:lnTo>
                  <a:lnTo>
                    <a:pt x="5795726" y="68759"/>
                  </a:lnTo>
                  <a:lnTo>
                    <a:pt x="5795820" y="68759"/>
                  </a:lnTo>
                  <a:lnTo>
                    <a:pt x="5795914" y="68759"/>
                  </a:lnTo>
                  <a:lnTo>
                    <a:pt x="5796008" y="68759"/>
                  </a:lnTo>
                  <a:lnTo>
                    <a:pt x="5796102" y="68759"/>
                  </a:lnTo>
                  <a:lnTo>
                    <a:pt x="5796197" y="68759"/>
                  </a:lnTo>
                  <a:lnTo>
                    <a:pt x="5796291" y="68759"/>
                  </a:lnTo>
                  <a:lnTo>
                    <a:pt x="5796385" y="68759"/>
                  </a:lnTo>
                  <a:lnTo>
                    <a:pt x="5796479" y="68759"/>
                  </a:lnTo>
                  <a:lnTo>
                    <a:pt x="5796573" y="68759"/>
                  </a:lnTo>
                  <a:lnTo>
                    <a:pt x="5796667" y="68759"/>
                  </a:lnTo>
                  <a:lnTo>
                    <a:pt x="5796761" y="68759"/>
                  </a:lnTo>
                  <a:lnTo>
                    <a:pt x="5796856" y="68759"/>
                  </a:lnTo>
                  <a:lnTo>
                    <a:pt x="5796950" y="68759"/>
                  </a:lnTo>
                  <a:lnTo>
                    <a:pt x="5797044" y="68759"/>
                  </a:lnTo>
                  <a:lnTo>
                    <a:pt x="5797138" y="68759"/>
                  </a:lnTo>
                  <a:lnTo>
                    <a:pt x="5797232" y="68759"/>
                  </a:lnTo>
                  <a:lnTo>
                    <a:pt x="5797326" y="68759"/>
                  </a:lnTo>
                  <a:lnTo>
                    <a:pt x="5797421" y="68759"/>
                  </a:lnTo>
                  <a:lnTo>
                    <a:pt x="5797515" y="68759"/>
                  </a:lnTo>
                  <a:lnTo>
                    <a:pt x="5797609" y="68759"/>
                  </a:lnTo>
                  <a:lnTo>
                    <a:pt x="5797703" y="68759"/>
                  </a:lnTo>
                  <a:lnTo>
                    <a:pt x="5797797" y="68759"/>
                  </a:lnTo>
                  <a:lnTo>
                    <a:pt x="5797891" y="68759"/>
                  </a:lnTo>
                  <a:lnTo>
                    <a:pt x="5797985" y="68759"/>
                  </a:lnTo>
                  <a:lnTo>
                    <a:pt x="5798080" y="68759"/>
                  </a:lnTo>
                  <a:lnTo>
                    <a:pt x="5798174" y="68759"/>
                  </a:lnTo>
                  <a:lnTo>
                    <a:pt x="5798268" y="68759"/>
                  </a:lnTo>
                  <a:lnTo>
                    <a:pt x="5798362" y="68759"/>
                  </a:lnTo>
                  <a:lnTo>
                    <a:pt x="5798456" y="68759"/>
                  </a:lnTo>
                  <a:lnTo>
                    <a:pt x="5798550" y="68759"/>
                  </a:lnTo>
                  <a:lnTo>
                    <a:pt x="5798645" y="68759"/>
                  </a:lnTo>
                  <a:lnTo>
                    <a:pt x="5798739" y="68759"/>
                  </a:lnTo>
                  <a:lnTo>
                    <a:pt x="5798833" y="68759"/>
                  </a:lnTo>
                  <a:lnTo>
                    <a:pt x="5798927" y="68759"/>
                  </a:lnTo>
                  <a:lnTo>
                    <a:pt x="5799021" y="68759"/>
                  </a:lnTo>
                  <a:lnTo>
                    <a:pt x="5799115" y="68759"/>
                  </a:lnTo>
                  <a:lnTo>
                    <a:pt x="5799209" y="68759"/>
                  </a:lnTo>
                  <a:lnTo>
                    <a:pt x="5799304" y="68759"/>
                  </a:lnTo>
                  <a:lnTo>
                    <a:pt x="5799398" y="68759"/>
                  </a:lnTo>
                  <a:lnTo>
                    <a:pt x="5799492" y="68759"/>
                  </a:lnTo>
                  <a:lnTo>
                    <a:pt x="5799586" y="68759"/>
                  </a:lnTo>
                  <a:lnTo>
                    <a:pt x="5799680" y="68759"/>
                  </a:lnTo>
                  <a:lnTo>
                    <a:pt x="5799774" y="68759"/>
                  </a:lnTo>
                  <a:lnTo>
                    <a:pt x="5799868" y="68759"/>
                  </a:lnTo>
                  <a:lnTo>
                    <a:pt x="5799963" y="68759"/>
                  </a:lnTo>
                  <a:lnTo>
                    <a:pt x="5800057" y="68759"/>
                  </a:lnTo>
                  <a:lnTo>
                    <a:pt x="5800151" y="68759"/>
                  </a:lnTo>
                  <a:lnTo>
                    <a:pt x="5800245" y="68759"/>
                  </a:lnTo>
                  <a:lnTo>
                    <a:pt x="5800339" y="68759"/>
                  </a:lnTo>
                  <a:lnTo>
                    <a:pt x="5800433" y="68759"/>
                  </a:lnTo>
                  <a:lnTo>
                    <a:pt x="5800528" y="68759"/>
                  </a:lnTo>
                  <a:lnTo>
                    <a:pt x="5800622" y="68759"/>
                  </a:lnTo>
                  <a:lnTo>
                    <a:pt x="5800716" y="68759"/>
                  </a:lnTo>
                  <a:lnTo>
                    <a:pt x="5800810" y="68759"/>
                  </a:lnTo>
                  <a:lnTo>
                    <a:pt x="5800904" y="68759"/>
                  </a:lnTo>
                  <a:lnTo>
                    <a:pt x="5800998" y="68759"/>
                  </a:lnTo>
                  <a:lnTo>
                    <a:pt x="5801092" y="68759"/>
                  </a:lnTo>
                  <a:lnTo>
                    <a:pt x="5801187" y="68759"/>
                  </a:lnTo>
                  <a:lnTo>
                    <a:pt x="5801281" y="68759"/>
                  </a:lnTo>
                  <a:lnTo>
                    <a:pt x="5801375" y="68759"/>
                  </a:lnTo>
                  <a:lnTo>
                    <a:pt x="5801469" y="68759"/>
                  </a:lnTo>
                  <a:lnTo>
                    <a:pt x="5801563" y="68759"/>
                  </a:lnTo>
                  <a:lnTo>
                    <a:pt x="5801657" y="68759"/>
                  </a:lnTo>
                  <a:lnTo>
                    <a:pt x="5801752" y="68759"/>
                  </a:lnTo>
                  <a:lnTo>
                    <a:pt x="5801846" y="68759"/>
                  </a:lnTo>
                  <a:lnTo>
                    <a:pt x="5801940" y="68759"/>
                  </a:lnTo>
                  <a:lnTo>
                    <a:pt x="5802034" y="68759"/>
                  </a:lnTo>
                  <a:lnTo>
                    <a:pt x="5802128" y="68759"/>
                  </a:lnTo>
                  <a:lnTo>
                    <a:pt x="5802222" y="68759"/>
                  </a:lnTo>
                  <a:lnTo>
                    <a:pt x="5802316" y="68759"/>
                  </a:lnTo>
                  <a:lnTo>
                    <a:pt x="5802411" y="68759"/>
                  </a:lnTo>
                  <a:lnTo>
                    <a:pt x="5802505" y="68759"/>
                  </a:lnTo>
                  <a:lnTo>
                    <a:pt x="5802599" y="68759"/>
                  </a:lnTo>
                  <a:lnTo>
                    <a:pt x="5802693" y="68759"/>
                  </a:lnTo>
                  <a:lnTo>
                    <a:pt x="5802787" y="68759"/>
                  </a:lnTo>
                  <a:lnTo>
                    <a:pt x="5802881" y="68759"/>
                  </a:lnTo>
                  <a:lnTo>
                    <a:pt x="5802976" y="68759"/>
                  </a:lnTo>
                  <a:lnTo>
                    <a:pt x="5803070" y="68759"/>
                  </a:lnTo>
                  <a:lnTo>
                    <a:pt x="5803164" y="68759"/>
                  </a:lnTo>
                  <a:lnTo>
                    <a:pt x="5803258" y="68759"/>
                  </a:lnTo>
                  <a:lnTo>
                    <a:pt x="5803352" y="68759"/>
                  </a:lnTo>
                  <a:lnTo>
                    <a:pt x="5803446" y="68759"/>
                  </a:lnTo>
                  <a:lnTo>
                    <a:pt x="5803540" y="68759"/>
                  </a:lnTo>
                  <a:lnTo>
                    <a:pt x="5803635" y="68759"/>
                  </a:lnTo>
                  <a:lnTo>
                    <a:pt x="5803729" y="68759"/>
                  </a:lnTo>
                  <a:lnTo>
                    <a:pt x="5803823" y="68759"/>
                  </a:lnTo>
                  <a:lnTo>
                    <a:pt x="5803917" y="68759"/>
                  </a:lnTo>
                  <a:lnTo>
                    <a:pt x="5804011" y="68759"/>
                  </a:lnTo>
                  <a:lnTo>
                    <a:pt x="5804105" y="68759"/>
                  </a:lnTo>
                  <a:lnTo>
                    <a:pt x="5804199" y="68759"/>
                  </a:lnTo>
                  <a:lnTo>
                    <a:pt x="5804294" y="68759"/>
                  </a:lnTo>
                  <a:lnTo>
                    <a:pt x="5804388" y="68759"/>
                  </a:lnTo>
                  <a:lnTo>
                    <a:pt x="5804482" y="68759"/>
                  </a:lnTo>
                  <a:lnTo>
                    <a:pt x="5804576" y="68759"/>
                  </a:lnTo>
                  <a:lnTo>
                    <a:pt x="5804670" y="68759"/>
                  </a:lnTo>
                  <a:lnTo>
                    <a:pt x="5804764" y="68759"/>
                  </a:lnTo>
                  <a:lnTo>
                    <a:pt x="5804859" y="68759"/>
                  </a:lnTo>
                  <a:lnTo>
                    <a:pt x="5804953" y="68759"/>
                  </a:lnTo>
                  <a:lnTo>
                    <a:pt x="5805047" y="68759"/>
                  </a:lnTo>
                  <a:lnTo>
                    <a:pt x="5805141" y="68759"/>
                  </a:lnTo>
                  <a:lnTo>
                    <a:pt x="5805235" y="68759"/>
                  </a:lnTo>
                  <a:lnTo>
                    <a:pt x="5805329" y="68759"/>
                  </a:lnTo>
                  <a:lnTo>
                    <a:pt x="5805423" y="68759"/>
                  </a:lnTo>
                  <a:lnTo>
                    <a:pt x="5805518" y="68759"/>
                  </a:lnTo>
                  <a:lnTo>
                    <a:pt x="5805612" y="68759"/>
                  </a:lnTo>
                  <a:lnTo>
                    <a:pt x="5805706" y="68759"/>
                  </a:lnTo>
                  <a:lnTo>
                    <a:pt x="5805800" y="68759"/>
                  </a:lnTo>
                  <a:lnTo>
                    <a:pt x="5805894" y="68759"/>
                  </a:lnTo>
                  <a:lnTo>
                    <a:pt x="5805988" y="68759"/>
                  </a:lnTo>
                  <a:lnTo>
                    <a:pt x="5806083" y="68759"/>
                  </a:lnTo>
                  <a:lnTo>
                    <a:pt x="5806177" y="68759"/>
                  </a:lnTo>
                  <a:lnTo>
                    <a:pt x="5806271" y="68759"/>
                  </a:lnTo>
                  <a:lnTo>
                    <a:pt x="5806365" y="68759"/>
                  </a:lnTo>
                  <a:lnTo>
                    <a:pt x="5806459" y="68759"/>
                  </a:lnTo>
                  <a:lnTo>
                    <a:pt x="5806553" y="68759"/>
                  </a:lnTo>
                  <a:lnTo>
                    <a:pt x="5806647" y="68759"/>
                  </a:lnTo>
                  <a:lnTo>
                    <a:pt x="5806742" y="68759"/>
                  </a:lnTo>
                  <a:lnTo>
                    <a:pt x="5806836" y="68759"/>
                  </a:lnTo>
                  <a:lnTo>
                    <a:pt x="5806930" y="68759"/>
                  </a:lnTo>
                  <a:lnTo>
                    <a:pt x="5807024" y="68759"/>
                  </a:lnTo>
                  <a:lnTo>
                    <a:pt x="5807118" y="68759"/>
                  </a:lnTo>
                  <a:lnTo>
                    <a:pt x="5807212" y="68759"/>
                  </a:lnTo>
                  <a:lnTo>
                    <a:pt x="5807307" y="68759"/>
                  </a:lnTo>
                  <a:lnTo>
                    <a:pt x="5807401" y="68759"/>
                  </a:lnTo>
                  <a:lnTo>
                    <a:pt x="5807495" y="68759"/>
                  </a:lnTo>
                  <a:lnTo>
                    <a:pt x="5807589" y="68759"/>
                  </a:lnTo>
                  <a:lnTo>
                    <a:pt x="5807683" y="68759"/>
                  </a:lnTo>
                  <a:lnTo>
                    <a:pt x="5807777" y="68759"/>
                  </a:lnTo>
                  <a:lnTo>
                    <a:pt x="5807871" y="68759"/>
                  </a:lnTo>
                  <a:lnTo>
                    <a:pt x="5807966" y="68759"/>
                  </a:lnTo>
                  <a:lnTo>
                    <a:pt x="5808060" y="68759"/>
                  </a:lnTo>
                  <a:lnTo>
                    <a:pt x="5808154" y="68759"/>
                  </a:lnTo>
                  <a:lnTo>
                    <a:pt x="5808248" y="68759"/>
                  </a:lnTo>
                  <a:lnTo>
                    <a:pt x="5808342" y="68759"/>
                  </a:lnTo>
                  <a:lnTo>
                    <a:pt x="5808436" y="68759"/>
                  </a:lnTo>
                  <a:lnTo>
                    <a:pt x="5808530" y="68759"/>
                  </a:lnTo>
                  <a:lnTo>
                    <a:pt x="5808625" y="68759"/>
                  </a:lnTo>
                  <a:lnTo>
                    <a:pt x="5808719" y="68759"/>
                  </a:lnTo>
                  <a:lnTo>
                    <a:pt x="5808813" y="68759"/>
                  </a:lnTo>
                  <a:lnTo>
                    <a:pt x="5808907" y="68759"/>
                  </a:lnTo>
                  <a:lnTo>
                    <a:pt x="5809001" y="68759"/>
                  </a:lnTo>
                  <a:lnTo>
                    <a:pt x="5809095" y="68759"/>
                  </a:lnTo>
                  <a:lnTo>
                    <a:pt x="5809190" y="68759"/>
                  </a:lnTo>
                  <a:lnTo>
                    <a:pt x="5809284" y="68759"/>
                  </a:lnTo>
                  <a:lnTo>
                    <a:pt x="5809378" y="68759"/>
                  </a:lnTo>
                  <a:lnTo>
                    <a:pt x="5809472" y="68759"/>
                  </a:lnTo>
                  <a:lnTo>
                    <a:pt x="5809566" y="68759"/>
                  </a:lnTo>
                  <a:lnTo>
                    <a:pt x="5809660" y="68759"/>
                  </a:lnTo>
                  <a:lnTo>
                    <a:pt x="5809754" y="68759"/>
                  </a:lnTo>
                  <a:lnTo>
                    <a:pt x="5809849" y="68759"/>
                  </a:lnTo>
                  <a:lnTo>
                    <a:pt x="5809943" y="68759"/>
                  </a:lnTo>
                  <a:lnTo>
                    <a:pt x="5810037" y="68759"/>
                  </a:lnTo>
                  <a:lnTo>
                    <a:pt x="5810131" y="68759"/>
                  </a:lnTo>
                  <a:lnTo>
                    <a:pt x="5810225" y="68759"/>
                  </a:lnTo>
                  <a:lnTo>
                    <a:pt x="5810319" y="68759"/>
                  </a:lnTo>
                  <a:lnTo>
                    <a:pt x="5810414" y="68759"/>
                  </a:lnTo>
                  <a:lnTo>
                    <a:pt x="5810508" y="68759"/>
                  </a:lnTo>
                  <a:lnTo>
                    <a:pt x="5810602" y="68759"/>
                  </a:lnTo>
                  <a:lnTo>
                    <a:pt x="5810696" y="68759"/>
                  </a:lnTo>
                  <a:lnTo>
                    <a:pt x="5810790" y="68759"/>
                  </a:lnTo>
                  <a:lnTo>
                    <a:pt x="5810884" y="68759"/>
                  </a:lnTo>
                  <a:lnTo>
                    <a:pt x="5810978" y="68759"/>
                  </a:lnTo>
                  <a:lnTo>
                    <a:pt x="5811073" y="68759"/>
                  </a:lnTo>
                  <a:lnTo>
                    <a:pt x="5811167" y="68759"/>
                  </a:lnTo>
                  <a:lnTo>
                    <a:pt x="5811261" y="68759"/>
                  </a:lnTo>
                  <a:lnTo>
                    <a:pt x="5811355" y="68759"/>
                  </a:lnTo>
                  <a:lnTo>
                    <a:pt x="5811449" y="68759"/>
                  </a:lnTo>
                  <a:lnTo>
                    <a:pt x="5811543" y="68759"/>
                  </a:lnTo>
                  <a:lnTo>
                    <a:pt x="5811638" y="68759"/>
                  </a:lnTo>
                  <a:lnTo>
                    <a:pt x="5811732" y="68759"/>
                  </a:lnTo>
                  <a:lnTo>
                    <a:pt x="5811826" y="68759"/>
                  </a:lnTo>
                  <a:lnTo>
                    <a:pt x="5811920" y="68759"/>
                  </a:lnTo>
                  <a:lnTo>
                    <a:pt x="5812014" y="68759"/>
                  </a:lnTo>
                  <a:lnTo>
                    <a:pt x="5812108" y="68759"/>
                  </a:lnTo>
                  <a:lnTo>
                    <a:pt x="5812202" y="68759"/>
                  </a:lnTo>
                  <a:lnTo>
                    <a:pt x="5812297" y="68759"/>
                  </a:lnTo>
                  <a:lnTo>
                    <a:pt x="5812391" y="68759"/>
                  </a:lnTo>
                  <a:lnTo>
                    <a:pt x="5812485" y="68759"/>
                  </a:lnTo>
                  <a:lnTo>
                    <a:pt x="5812579" y="68759"/>
                  </a:lnTo>
                  <a:lnTo>
                    <a:pt x="5812673" y="68759"/>
                  </a:lnTo>
                  <a:lnTo>
                    <a:pt x="5812767" y="68759"/>
                  </a:lnTo>
                  <a:lnTo>
                    <a:pt x="5812862" y="68759"/>
                  </a:lnTo>
                  <a:lnTo>
                    <a:pt x="5812956" y="68759"/>
                  </a:lnTo>
                  <a:lnTo>
                    <a:pt x="5813050" y="68759"/>
                  </a:lnTo>
                  <a:lnTo>
                    <a:pt x="5813144" y="68759"/>
                  </a:lnTo>
                  <a:lnTo>
                    <a:pt x="5813238" y="68759"/>
                  </a:lnTo>
                  <a:lnTo>
                    <a:pt x="5813332" y="68759"/>
                  </a:lnTo>
                  <a:lnTo>
                    <a:pt x="5813426" y="68759"/>
                  </a:lnTo>
                  <a:lnTo>
                    <a:pt x="5813521" y="68759"/>
                  </a:lnTo>
                  <a:lnTo>
                    <a:pt x="5813615" y="68759"/>
                  </a:lnTo>
                  <a:lnTo>
                    <a:pt x="5813709" y="68759"/>
                  </a:lnTo>
                  <a:lnTo>
                    <a:pt x="5813803" y="68759"/>
                  </a:lnTo>
                  <a:lnTo>
                    <a:pt x="5813897" y="68759"/>
                  </a:lnTo>
                  <a:lnTo>
                    <a:pt x="5813991" y="68759"/>
                  </a:lnTo>
                  <a:lnTo>
                    <a:pt x="5814085" y="68759"/>
                  </a:lnTo>
                  <a:lnTo>
                    <a:pt x="5814180" y="68759"/>
                  </a:lnTo>
                  <a:lnTo>
                    <a:pt x="5814274" y="68759"/>
                  </a:lnTo>
                  <a:lnTo>
                    <a:pt x="5814368" y="68759"/>
                  </a:lnTo>
                  <a:lnTo>
                    <a:pt x="5814462" y="68759"/>
                  </a:lnTo>
                  <a:lnTo>
                    <a:pt x="5814556" y="68759"/>
                  </a:lnTo>
                  <a:lnTo>
                    <a:pt x="5814650" y="68759"/>
                  </a:lnTo>
                  <a:lnTo>
                    <a:pt x="5814745" y="68759"/>
                  </a:lnTo>
                  <a:lnTo>
                    <a:pt x="5814839" y="68759"/>
                  </a:lnTo>
                  <a:lnTo>
                    <a:pt x="5814933" y="68759"/>
                  </a:lnTo>
                  <a:lnTo>
                    <a:pt x="5815027" y="68759"/>
                  </a:lnTo>
                  <a:lnTo>
                    <a:pt x="5815121" y="68759"/>
                  </a:lnTo>
                  <a:lnTo>
                    <a:pt x="5815215" y="68759"/>
                  </a:lnTo>
                  <a:lnTo>
                    <a:pt x="5815309" y="68759"/>
                  </a:lnTo>
                  <a:lnTo>
                    <a:pt x="5815404" y="68759"/>
                  </a:lnTo>
                  <a:lnTo>
                    <a:pt x="5815498" y="68759"/>
                  </a:lnTo>
                  <a:lnTo>
                    <a:pt x="5815592" y="68759"/>
                  </a:lnTo>
                  <a:lnTo>
                    <a:pt x="5815686" y="68759"/>
                  </a:lnTo>
                  <a:lnTo>
                    <a:pt x="5815780" y="68759"/>
                  </a:lnTo>
                  <a:lnTo>
                    <a:pt x="5815874" y="68759"/>
                  </a:lnTo>
                  <a:lnTo>
                    <a:pt x="5815969" y="68759"/>
                  </a:lnTo>
                  <a:lnTo>
                    <a:pt x="5816063" y="68759"/>
                  </a:lnTo>
                  <a:lnTo>
                    <a:pt x="5816157" y="68759"/>
                  </a:lnTo>
                  <a:lnTo>
                    <a:pt x="5816251" y="68759"/>
                  </a:lnTo>
                  <a:lnTo>
                    <a:pt x="5816345" y="68759"/>
                  </a:lnTo>
                  <a:lnTo>
                    <a:pt x="5816439" y="68759"/>
                  </a:lnTo>
                  <a:lnTo>
                    <a:pt x="5816533" y="68759"/>
                  </a:lnTo>
                  <a:lnTo>
                    <a:pt x="5816628" y="68759"/>
                  </a:lnTo>
                  <a:lnTo>
                    <a:pt x="5816722" y="68759"/>
                  </a:lnTo>
                  <a:lnTo>
                    <a:pt x="5816816" y="68759"/>
                  </a:lnTo>
                  <a:lnTo>
                    <a:pt x="5816910" y="68759"/>
                  </a:lnTo>
                  <a:lnTo>
                    <a:pt x="5817004" y="68759"/>
                  </a:lnTo>
                  <a:lnTo>
                    <a:pt x="5817098" y="68759"/>
                  </a:lnTo>
                  <a:lnTo>
                    <a:pt x="5817193" y="68759"/>
                  </a:lnTo>
                  <a:lnTo>
                    <a:pt x="5817287" y="68759"/>
                  </a:lnTo>
                  <a:lnTo>
                    <a:pt x="5817381" y="68759"/>
                  </a:lnTo>
                  <a:lnTo>
                    <a:pt x="5817475" y="68759"/>
                  </a:lnTo>
                  <a:lnTo>
                    <a:pt x="5817569" y="68759"/>
                  </a:lnTo>
                  <a:lnTo>
                    <a:pt x="5817663" y="68759"/>
                  </a:lnTo>
                  <a:lnTo>
                    <a:pt x="5817757" y="68759"/>
                  </a:lnTo>
                  <a:lnTo>
                    <a:pt x="5817852" y="68759"/>
                  </a:lnTo>
                  <a:lnTo>
                    <a:pt x="5817946" y="68759"/>
                  </a:lnTo>
                  <a:lnTo>
                    <a:pt x="5818040" y="68759"/>
                  </a:lnTo>
                  <a:lnTo>
                    <a:pt x="5818134" y="68759"/>
                  </a:lnTo>
                  <a:lnTo>
                    <a:pt x="5818228" y="68759"/>
                  </a:lnTo>
                  <a:lnTo>
                    <a:pt x="5818322" y="68759"/>
                  </a:lnTo>
                  <a:lnTo>
                    <a:pt x="5818416" y="68759"/>
                  </a:lnTo>
                  <a:lnTo>
                    <a:pt x="5818511" y="68759"/>
                  </a:lnTo>
                  <a:lnTo>
                    <a:pt x="5818605" y="68759"/>
                  </a:lnTo>
                  <a:lnTo>
                    <a:pt x="5818699" y="68759"/>
                  </a:lnTo>
                  <a:lnTo>
                    <a:pt x="5818793" y="68759"/>
                  </a:lnTo>
                  <a:lnTo>
                    <a:pt x="5818887" y="68759"/>
                  </a:lnTo>
                  <a:lnTo>
                    <a:pt x="5818981" y="68759"/>
                  </a:lnTo>
                  <a:lnTo>
                    <a:pt x="5819076" y="68759"/>
                  </a:lnTo>
                  <a:lnTo>
                    <a:pt x="5819170" y="68759"/>
                  </a:lnTo>
                  <a:lnTo>
                    <a:pt x="5819264" y="68759"/>
                  </a:lnTo>
                  <a:lnTo>
                    <a:pt x="5819358" y="68759"/>
                  </a:lnTo>
                  <a:lnTo>
                    <a:pt x="5819452" y="68759"/>
                  </a:lnTo>
                  <a:lnTo>
                    <a:pt x="5819546" y="68759"/>
                  </a:lnTo>
                  <a:lnTo>
                    <a:pt x="5819640" y="68759"/>
                  </a:lnTo>
                  <a:lnTo>
                    <a:pt x="5819735" y="68759"/>
                  </a:lnTo>
                  <a:lnTo>
                    <a:pt x="5819829" y="68759"/>
                  </a:lnTo>
                  <a:lnTo>
                    <a:pt x="5819923" y="68759"/>
                  </a:lnTo>
                  <a:lnTo>
                    <a:pt x="5820017" y="68759"/>
                  </a:lnTo>
                  <a:lnTo>
                    <a:pt x="5820111" y="68759"/>
                  </a:lnTo>
                  <a:lnTo>
                    <a:pt x="5820205" y="68759"/>
                  </a:lnTo>
                  <a:lnTo>
                    <a:pt x="5820300" y="68759"/>
                  </a:lnTo>
                  <a:lnTo>
                    <a:pt x="5820394" y="68759"/>
                  </a:lnTo>
                  <a:lnTo>
                    <a:pt x="5820488" y="68759"/>
                  </a:lnTo>
                  <a:lnTo>
                    <a:pt x="5820582" y="68759"/>
                  </a:lnTo>
                  <a:lnTo>
                    <a:pt x="5820676" y="68759"/>
                  </a:lnTo>
                  <a:lnTo>
                    <a:pt x="5820770" y="68759"/>
                  </a:lnTo>
                  <a:lnTo>
                    <a:pt x="5820864" y="68759"/>
                  </a:lnTo>
                  <a:lnTo>
                    <a:pt x="5820959" y="68759"/>
                  </a:lnTo>
                  <a:lnTo>
                    <a:pt x="5821053" y="68759"/>
                  </a:lnTo>
                  <a:lnTo>
                    <a:pt x="5821147" y="68759"/>
                  </a:lnTo>
                  <a:lnTo>
                    <a:pt x="5821241" y="68759"/>
                  </a:lnTo>
                  <a:lnTo>
                    <a:pt x="5821335" y="68759"/>
                  </a:lnTo>
                  <a:lnTo>
                    <a:pt x="5821429" y="68759"/>
                  </a:lnTo>
                  <a:lnTo>
                    <a:pt x="5821524" y="68759"/>
                  </a:lnTo>
                  <a:lnTo>
                    <a:pt x="5821618" y="68759"/>
                  </a:lnTo>
                  <a:lnTo>
                    <a:pt x="5821712" y="68759"/>
                  </a:lnTo>
                  <a:lnTo>
                    <a:pt x="5821806" y="68759"/>
                  </a:lnTo>
                  <a:lnTo>
                    <a:pt x="5821900" y="68759"/>
                  </a:lnTo>
                  <a:lnTo>
                    <a:pt x="5821994" y="68759"/>
                  </a:lnTo>
                  <a:lnTo>
                    <a:pt x="5822088" y="68759"/>
                  </a:lnTo>
                  <a:lnTo>
                    <a:pt x="5822183" y="68759"/>
                  </a:lnTo>
                  <a:lnTo>
                    <a:pt x="5822277" y="68759"/>
                  </a:lnTo>
                  <a:lnTo>
                    <a:pt x="5822371" y="68759"/>
                  </a:lnTo>
                  <a:lnTo>
                    <a:pt x="5822465" y="68759"/>
                  </a:lnTo>
                  <a:lnTo>
                    <a:pt x="5822465" y="63847"/>
                  </a:lnTo>
                  <a:lnTo>
                    <a:pt x="5822559" y="63847"/>
                  </a:lnTo>
                  <a:lnTo>
                    <a:pt x="5822653" y="63847"/>
                  </a:lnTo>
                  <a:lnTo>
                    <a:pt x="5822747" y="63847"/>
                  </a:lnTo>
                  <a:lnTo>
                    <a:pt x="5822842" y="63847"/>
                  </a:lnTo>
                  <a:lnTo>
                    <a:pt x="5822936" y="63847"/>
                  </a:lnTo>
                  <a:lnTo>
                    <a:pt x="5823030" y="63847"/>
                  </a:lnTo>
                  <a:lnTo>
                    <a:pt x="5823124" y="63847"/>
                  </a:lnTo>
                  <a:lnTo>
                    <a:pt x="5823218" y="63847"/>
                  </a:lnTo>
                  <a:lnTo>
                    <a:pt x="5823312" y="63847"/>
                  </a:lnTo>
                  <a:lnTo>
                    <a:pt x="5823407" y="63847"/>
                  </a:lnTo>
                  <a:lnTo>
                    <a:pt x="5823501" y="63847"/>
                  </a:lnTo>
                  <a:lnTo>
                    <a:pt x="5823595" y="63847"/>
                  </a:lnTo>
                  <a:lnTo>
                    <a:pt x="5823689" y="63847"/>
                  </a:lnTo>
                  <a:lnTo>
                    <a:pt x="5823783" y="63847"/>
                  </a:lnTo>
                  <a:lnTo>
                    <a:pt x="5823877" y="63847"/>
                  </a:lnTo>
                  <a:lnTo>
                    <a:pt x="5823971" y="63847"/>
                  </a:lnTo>
                  <a:lnTo>
                    <a:pt x="5823971" y="58936"/>
                  </a:lnTo>
                  <a:lnTo>
                    <a:pt x="5824066" y="58936"/>
                  </a:lnTo>
                  <a:lnTo>
                    <a:pt x="5824160" y="58936"/>
                  </a:lnTo>
                  <a:lnTo>
                    <a:pt x="5824254" y="58936"/>
                  </a:lnTo>
                  <a:lnTo>
                    <a:pt x="5824348" y="58936"/>
                  </a:lnTo>
                  <a:lnTo>
                    <a:pt x="5824442" y="58936"/>
                  </a:lnTo>
                  <a:lnTo>
                    <a:pt x="5824536" y="58936"/>
                  </a:lnTo>
                  <a:lnTo>
                    <a:pt x="5824631" y="58936"/>
                  </a:lnTo>
                  <a:lnTo>
                    <a:pt x="5824725" y="58936"/>
                  </a:lnTo>
                  <a:lnTo>
                    <a:pt x="5824819" y="58936"/>
                  </a:lnTo>
                  <a:lnTo>
                    <a:pt x="5824913" y="58936"/>
                  </a:lnTo>
                  <a:lnTo>
                    <a:pt x="5825007" y="58936"/>
                  </a:lnTo>
                  <a:lnTo>
                    <a:pt x="5825101" y="58936"/>
                  </a:lnTo>
                  <a:lnTo>
                    <a:pt x="5825195" y="58936"/>
                  </a:lnTo>
                  <a:lnTo>
                    <a:pt x="5825290" y="58936"/>
                  </a:lnTo>
                  <a:lnTo>
                    <a:pt x="5825384" y="58936"/>
                  </a:lnTo>
                  <a:lnTo>
                    <a:pt x="5825478" y="58936"/>
                  </a:lnTo>
                  <a:lnTo>
                    <a:pt x="5825572" y="58936"/>
                  </a:lnTo>
                  <a:lnTo>
                    <a:pt x="5825666" y="58936"/>
                  </a:lnTo>
                  <a:lnTo>
                    <a:pt x="5825760" y="58936"/>
                  </a:lnTo>
                  <a:lnTo>
                    <a:pt x="5825855" y="58936"/>
                  </a:lnTo>
                  <a:lnTo>
                    <a:pt x="5825949" y="58936"/>
                  </a:lnTo>
                  <a:lnTo>
                    <a:pt x="5826043" y="58936"/>
                  </a:lnTo>
                  <a:lnTo>
                    <a:pt x="5826137" y="58936"/>
                  </a:lnTo>
                  <a:lnTo>
                    <a:pt x="5826231" y="58936"/>
                  </a:lnTo>
                  <a:lnTo>
                    <a:pt x="5826325" y="58936"/>
                  </a:lnTo>
                  <a:lnTo>
                    <a:pt x="5826419" y="58936"/>
                  </a:lnTo>
                  <a:lnTo>
                    <a:pt x="5826514" y="58936"/>
                  </a:lnTo>
                  <a:lnTo>
                    <a:pt x="5826608" y="58936"/>
                  </a:lnTo>
                  <a:lnTo>
                    <a:pt x="5826702" y="58936"/>
                  </a:lnTo>
                  <a:lnTo>
                    <a:pt x="5826796" y="58936"/>
                  </a:lnTo>
                  <a:lnTo>
                    <a:pt x="5826890" y="58936"/>
                  </a:lnTo>
                  <a:lnTo>
                    <a:pt x="5826984" y="58936"/>
                  </a:lnTo>
                  <a:lnTo>
                    <a:pt x="5827078" y="58936"/>
                  </a:lnTo>
                  <a:lnTo>
                    <a:pt x="5827173" y="58936"/>
                  </a:lnTo>
                  <a:lnTo>
                    <a:pt x="5827267" y="58936"/>
                  </a:lnTo>
                  <a:lnTo>
                    <a:pt x="5827361" y="58936"/>
                  </a:lnTo>
                  <a:lnTo>
                    <a:pt x="5827455" y="58936"/>
                  </a:lnTo>
                  <a:lnTo>
                    <a:pt x="5827549" y="58936"/>
                  </a:lnTo>
                  <a:lnTo>
                    <a:pt x="5827643" y="58936"/>
                  </a:lnTo>
                  <a:lnTo>
                    <a:pt x="5827738" y="58936"/>
                  </a:lnTo>
                  <a:lnTo>
                    <a:pt x="5827832" y="58936"/>
                  </a:lnTo>
                  <a:lnTo>
                    <a:pt x="5827926" y="58936"/>
                  </a:lnTo>
                  <a:lnTo>
                    <a:pt x="5828020" y="58936"/>
                  </a:lnTo>
                  <a:lnTo>
                    <a:pt x="5828114" y="58936"/>
                  </a:lnTo>
                  <a:lnTo>
                    <a:pt x="5828208" y="58936"/>
                  </a:lnTo>
                  <a:lnTo>
                    <a:pt x="5828302" y="58936"/>
                  </a:lnTo>
                  <a:lnTo>
                    <a:pt x="5828397" y="58936"/>
                  </a:lnTo>
                  <a:lnTo>
                    <a:pt x="5828491" y="58936"/>
                  </a:lnTo>
                  <a:lnTo>
                    <a:pt x="5828585" y="58936"/>
                  </a:lnTo>
                  <a:lnTo>
                    <a:pt x="5828679" y="58936"/>
                  </a:lnTo>
                  <a:lnTo>
                    <a:pt x="5828773" y="58936"/>
                  </a:lnTo>
                  <a:lnTo>
                    <a:pt x="5828867" y="58936"/>
                  </a:lnTo>
                  <a:lnTo>
                    <a:pt x="5828962" y="58936"/>
                  </a:lnTo>
                  <a:lnTo>
                    <a:pt x="5829056" y="58936"/>
                  </a:lnTo>
                  <a:lnTo>
                    <a:pt x="5829150" y="58936"/>
                  </a:lnTo>
                  <a:lnTo>
                    <a:pt x="5829244" y="58936"/>
                  </a:lnTo>
                  <a:lnTo>
                    <a:pt x="5829338" y="58936"/>
                  </a:lnTo>
                  <a:lnTo>
                    <a:pt x="5829432" y="58936"/>
                  </a:lnTo>
                  <a:lnTo>
                    <a:pt x="5829526" y="58936"/>
                  </a:lnTo>
                  <a:lnTo>
                    <a:pt x="5829621" y="58936"/>
                  </a:lnTo>
                  <a:lnTo>
                    <a:pt x="5829715" y="58936"/>
                  </a:lnTo>
                  <a:lnTo>
                    <a:pt x="5829809" y="58936"/>
                  </a:lnTo>
                  <a:lnTo>
                    <a:pt x="5829903" y="58936"/>
                  </a:lnTo>
                  <a:lnTo>
                    <a:pt x="5829997" y="58936"/>
                  </a:lnTo>
                  <a:lnTo>
                    <a:pt x="5830091" y="58936"/>
                  </a:lnTo>
                  <a:lnTo>
                    <a:pt x="5830186" y="58936"/>
                  </a:lnTo>
                  <a:lnTo>
                    <a:pt x="5830280" y="58936"/>
                  </a:lnTo>
                  <a:lnTo>
                    <a:pt x="5830374" y="58936"/>
                  </a:lnTo>
                  <a:lnTo>
                    <a:pt x="5830468" y="58936"/>
                  </a:lnTo>
                  <a:lnTo>
                    <a:pt x="5830562" y="58936"/>
                  </a:lnTo>
                  <a:lnTo>
                    <a:pt x="5830656" y="58936"/>
                  </a:lnTo>
                  <a:lnTo>
                    <a:pt x="5830750" y="58936"/>
                  </a:lnTo>
                  <a:lnTo>
                    <a:pt x="5830845" y="58936"/>
                  </a:lnTo>
                  <a:lnTo>
                    <a:pt x="5830939" y="58936"/>
                  </a:lnTo>
                  <a:lnTo>
                    <a:pt x="5831033" y="58936"/>
                  </a:lnTo>
                  <a:lnTo>
                    <a:pt x="5831127" y="58936"/>
                  </a:lnTo>
                  <a:lnTo>
                    <a:pt x="5831221" y="58936"/>
                  </a:lnTo>
                  <a:lnTo>
                    <a:pt x="5831315" y="58936"/>
                  </a:lnTo>
                  <a:lnTo>
                    <a:pt x="5831409" y="58936"/>
                  </a:lnTo>
                  <a:lnTo>
                    <a:pt x="5831504" y="58936"/>
                  </a:lnTo>
                  <a:lnTo>
                    <a:pt x="5831598" y="58936"/>
                  </a:lnTo>
                  <a:lnTo>
                    <a:pt x="5831692" y="58936"/>
                  </a:lnTo>
                  <a:lnTo>
                    <a:pt x="5831786" y="58936"/>
                  </a:lnTo>
                  <a:lnTo>
                    <a:pt x="5831880" y="58936"/>
                  </a:lnTo>
                  <a:lnTo>
                    <a:pt x="5831974" y="58936"/>
                  </a:lnTo>
                  <a:lnTo>
                    <a:pt x="5832069" y="58936"/>
                  </a:lnTo>
                  <a:lnTo>
                    <a:pt x="5832163" y="58936"/>
                  </a:lnTo>
                  <a:lnTo>
                    <a:pt x="5832257" y="58936"/>
                  </a:lnTo>
                  <a:lnTo>
                    <a:pt x="5832351" y="58936"/>
                  </a:lnTo>
                  <a:lnTo>
                    <a:pt x="5832445" y="58936"/>
                  </a:lnTo>
                  <a:lnTo>
                    <a:pt x="5832539" y="58936"/>
                  </a:lnTo>
                  <a:lnTo>
                    <a:pt x="5832633" y="58936"/>
                  </a:lnTo>
                  <a:lnTo>
                    <a:pt x="5832728" y="58936"/>
                  </a:lnTo>
                  <a:lnTo>
                    <a:pt x="5832822" y="58936"/>
                  </a:lnTo>
                  <a:lnTo>
                    <a:pt x="5832916" y="58936"/>
                  </a:lnTo>
                  <a:lnTo>
                    <a:pt x="5833010" y="58936"/>
                  </a:lnTo>
                  <a:lnTo>
                    <a:pt x="5833104" y="58936"/>
                  </a:lnTo>
                  <a:lnTo>
                    <a:pt x="5833198" y="58936"/>
                  </a:lnTo>
                  <a:lnTo>
                    <a:pt x="5833293" y="58936"/>
                  </a:lnTo>
                  <a:lnTo>
                    <a:pt x="5833387" y="58936"/>
                  </a:lnTo>
                  <a:lnTo>
                    <a:pt x="5833481" y="58936"/>
                  </a:lnTo>
                  <a:lnTo>
                    <a:pt x="5833575" y="58936"/>
                  </a:lnTo>
                  <a:lnTo>
                    <a:pt x="5833669" y="58936"/>
                  </a:lnTo>
                  <a:lnTo>
                    <a:pt x="5833763" y="58936"/>
                  </a:lnTo>
                  <a:lnTo>
                    <a:pt x="5833857" y="58936"/>
                  </a:lnTo>
                  <a:lnTo>
                    <a:pt x="5833952" y="58936"/>
                  </a:lnTo>
                  <a:lnTo>
                    <a:pt x="5834046" y="58936"/>
                  </a:lnTo>
                  <a:lnTo>
                    <a:pt x="5834140" y="58936"/>
                  </a:lnTo>
                  <a:lnTo>
                    <a:pt x="5834234" y="58936"/>
                  </a:lnTo>
                  <a:lnTo>
                    <a:pt x="5834328" y="58936"/>
                  </a:lnTo>
                  <a:lnTo>
                    <a:pt x="5834422" y="58936"/>
                  </a:lnTo>
                  <a:lnTo>
                    <a:pt x="5834517" y="58936"/>
                  </a:lnTo>
                  <a:lnTo>
                    <a:pt x="5834611" y="58936"/>
                  </a:lnTo>
                  <a:lnTo>
                    <a:pt x="5834705" y="58936"/>
                  </a:lnTo>
                  <a:lnTo>
                    <a:pt x="5834799" y="58936"/>
                  </a:lnTo>
                  <a:lnTo>
                    <a:pt x="5834893" y="58936"/>
                  </a:lnTo>
                  <a:lnTo>
                    <a:pt x="5834987" y="58936"/>
                  </a:lnTo>
                  <a:lnTo>
                    <a:pt x="5835081" y="58936"/>
                  </a:lnTo>
                  <a:lnTo>
                    <a:pt x="5835176" y="58936"/>
                  </a:lnTo>
                  <a:lnTo>
                    <a:pt x="5835270" y="58936"/>
                  </a:lnTo>
                  <a:lnTo>
                    <a:pt x="5835364" y="58936"/>
                  </a:lnTo>
                  <a:lnTo>
                    <a:pt x="5835458" y="58936"/>
                  </a:lnTo>
                  <a:lnTo>
                    <a:pt x="5835552" y="58936"/>
                  </a:lnTo>
                  <a:lnTo>
                    <a:pt x="5835646" y="58936"/>
                  </a:lnTo>
                  <a:lnTo>
                    <a:pt x="5835740" y="58936"/>
                  </a:lnTo>
                  <a:lnTo>
                    <a:pt x="5835835" y="58936"/>
                  </a:lnTo>
                  <a:lnTo>
                    <a:pt x="5835929" y="58936"/>
                  </a:lnTo>
                  <a:lnTo>
                    <a:pt x="5836023" y="58936"/>
                  </a:lnTo>
                  <a:lnTo>
                    <a:pt x="5836117" y="58936"/>
                  </a:lnTo>
                  <a:lnTo>
                    <a:pt x="5836211" y="58936"/>
                  </a:lnTo>
                  <a:lnTo>
                    <a:pt x="5836305" y="58936"/>
                  </a:lnTo>
                  <a:lnTo>
                    <a:pt x="5836400" y="58936"/>
                  </a:lnTo>
                  <a:lnTo>
                    <a:pt x="5836494" y="58936"/>
                  </a:lnTo>
                  <a:lnTo>
                    <a:pt x="5836588" y="58936"/>
                  </a:lnTo>
                  <a:lnTo>
                    <a:pt x="5836682" y="58936"/>
                  </a:lnTo>
                  <a:lnTo>
                    <a:pt x="5836776" y="58936"/>
                  </a:lnTo>
                  <a:lnTo>
                    <a:pt x="5836870" y="58936"/>
                  </a:lnTo>
                  <a:lnTo>
                    <a:pt x="5836964" y="58936"/>
                  </a:lnTo>
                  <a:lnTo>
                    <a:pt x="5837059" y="58936"/>
                  </a:lnTo>
                  <a:lnTo>
                    <a:pt x="5837153" y="58936"/>
                  </a:lnTo>
                  <a:lnTo>
                    <a:pt x="5837247" y="58936"/>
                  </a:lnTo>
                  <a:lnTo>
                    <a:pt x="5837341" y="58936"/>
                  </a:lnTo>
                  <a:lnTo>
                    <a:pt x="5837435" y="58936"/>
                  </a:lnTo>
                  <a:lnTo>
                    <a:pt x="5837529" y="58936"/>
                  </a:lnTo>
                  <a:lnTo>
                    <a:pt x="5837624" y="58936"/>
                  </a:lnTo>
                  <a:lnTo>
                    <a:pt x="5837718" y="58936"/>
                  </a:lnTo>
                  <a:lnTo>
                    <a:pt x="5837812" y="58936"/>
                  </a:lnTo>
                  <a:lnTo>
                    <a:pt x="5837906" y="58936"/>
                  </a:lnTo>
                  <a:lnTo>
                    <a:pt x="5838000" y="58936"/>
                  </a:lnTo>
                  <a:lnTo>
                    <a:pt x="5838094" y="58936"/>
                  </a:lnTo>
                  <a:lnTo>
                    <a:pt x="5838188" y="58936"/>
                  </a:lnTo>
                  <a:lnTo>
                    <a:pt x="5838283" y="58936"/>
                  </a:lnTo>
                  <a:lnTo>
                    <a:pt x="5838377" y="58936"/>
                  </a:lnTo>
                  <a:lnTo>
                    <a:pt x="5838471" y="58936"/>
                  </a:lnTo>
                  <a:lnTo>
                    <a:pt x="5838565" y="58936"/>
                  </a:lnTo>
                  <a:lnTo>
                    <a:pt x="5838659" y="58936"/>
                  </a:lnTo>
                  <a:lnTo>
                    <a:pt x="5838753" y="58936"/>
                  </a:lnTo>
                  <a:lnTo>
                    <a:pt x="5838848" y="58936"/>
                  </a:lnTo>
                  <a:lnTo>
                    <a:pt x="5838942" y="58936"/>
                  </a:lnTo>
                  <a:lnTo>
                    <a:pt x="5839036" y="58936"/>
                  </a:lnTo>
                  <a:lnTo>
                    <a:pt x="5839130" y="58936"/>
                  </a:lnTo>
                  <a:lnTo>
                    <a:pt x="5839224" y="58936"/>
                  </a:lnTo>
                  <a:lnTo>
                    <a:pt x="5839318" y="58936"/>
                  </a:lnTo>
                  <a:lnTo>
                    <a:pt x="5839412" y="58936"/>
                  </a:lnTo>
                  <a:lnTo>
                    <a:pt x="5839507" y="58936"/>
                  </a:lnTo>
                  <a:lnTo>
                    <a:pt x="5839601" y="58936"/>
                  </a:lnTo>
                  <a:lnTo>
                    <a:pt x="5839695" y="58936"/>
                  </a:lnTo>
                  <a:lnTo>
                    <a:pt x="5839789" y="58936"/>
                  </a:lnTo>
                  <a:lnTo>
                    <a:pt x="5839883" y="58936"/>
                  </a:lnTo>
                  <a:lnTo>
                    <a:pt x="5839977" y="58936"/>
                  </a:lnTo>
                  <a:lnTo>
                    <a:pt x="5840071" y="58936"/>
                  </a:lnTo>
                  <a:lnTo>
                    <a:pt x="5840166" y="58936"/>
                  </a:lnTo>
                  <a:lnTo>
                    <a:pt x="5840260" y="58936"/>
                  </a:lnTo>
                  <a:lnTo>
                    <a:pt x="5840354" y="58936"/>
                  </a:lnTo>
                  <a:lnTo>
                    <a:pt x="5840448" y="58936"/>
                  </a:lnTo>
                  <a:lnTo>
                    <a:pt x="5840542" y="58936"/>
                  </a:lnTo>
                  <a:lnTo>
                    <a:pt x="5840636" y="58936"/>
                  </a:lnTo>
                  <a:lnTo>
                    <a:pt x="5840731" y="58936"/>
                  </a:lnTo>
                  <a:lnTo>
                    <a:pt x="5840825" y="58936"/>
                  </a:lnTo>
                  <a:lnTo>
                    <a:pt x="5840919" y="58936"/>
                  </a:lnTo>
                  <a:lnTo>
                    <a:pt x="5841013" y="58936"/>
                  </a:lnTo>
                  <a:lnTo>
                    <a:pt x="5841107" y="58936"/>
                  </a:lnTo>
                  <a:lnTo>
                    <a:pt x="5841201" y="58936"/>
                  </a:lnTo>
                  <a:lnTo>
                    <a:pt x="5841295" y="58936"/>
                  </a:lnTo>
                  <a:lnTo>
                    <a:pt x="5841390" y="58936"/>
                  </a:lnTo>
                  <a:lnTo>
                    <a:pt x="5841484" y="58936"/>
                  </a:lnTo>
                  <a:lnTo>
                    <a:pt x="5841578" y="58936"/>
                  </a:lnTo>
                  <a:lnTo>
                    <a:pt x="5841672" y="58936"/>
                  </a:lnTo>
                  <a:lnTo>
                    <a:pt x="5841766" y="58936"/>
                  </a:lnTo>
                  <a:lnTo>
                    <a:pt x="5841860" y="58936"/>
                  </a:lnTo>
                  <a:lnTo>
                    <a:pt x="5841955" y="58936"/>
                  </a:lnTo>
                  <a:lnTo>
                    <a:pt x="5842049" y="58936"/>
                  </a:lnTo>
                  <a:lnTo>
                    <a:pt x="5842143" y="58936"/>
                  </a:lnTo>
                  <a:lnTo>
                    <a:pt x="5842237" y="58936"/>
                  </a:lnTo>
                  <a:lnTo>
                    <a:pt x="5842331" y="58936"/>
                  </a:lnTo>
                  <a:lnTo>
                    <a:pt x="5842425" y="58936"/>
                  </a:lnTo>
                  <a:lnTo>
                    <a:pt x="5842519" y="58936"/>
                  </a:lnTo>
                  <a:lnTo>
                    <a:pt x="5842614" y="58936"/>
                  </a:lnTo>
                  <a:lnTo>
                    <a:pt x="5842708" y="58936"/>
                  </a:lnTo>
                  <a:lnTo>
                    <a:pt x="5842802" y="58936"/>
                  </a:lnTo>
                  <a:lnTo>
                    <a:pt x="5842896" y="58936"/>
                  </a:lnTo>
                  <a:lnTo>
                    <a:pt x="5842990" y="58936"/>
                  </a:lnTo>
                  <a:lnTo>
                    <a:pt x="5843084" y="58936"/>
                  </a:lnTo>
                  <a:lnTo>
                    <a:pt x="5843179" y="58936"/>
                  </a:lnTo>
                  <a:lnTo>
                    <a:pt x="5843273" y="58936"/>
                  </a:lnTo>
                  <a:lnTo>
                    <a:pt x="5843367" y="58936"/>
                  </a:lnTo>
                  <a:lnTo>
                    <a:pt x="5843461" y="58936"/>
                  </a:lnTo>
                  <a:lnTo>
                    <a:pt x="5843555" y="58936"/>
                  </a:lnTo>
                  <a:lnTo>
                    <a:pt x="5843649" y="58936"/>
                  </a:lnTo>
                  <a:lnTo>
                    <a:pt x="5843743" y="58936"/>
                  </a:lnTo>
                  <a:lnTo>
                    <a:pt x="5843838" y="58936"/>
                  </a:lnTo>
                  <a:lnTo>
                    <a:pt x="5843932" y="58936"/>
                  </a:lnTo>
                  <a:lnTo>
                    <a:pt x="5844026" y="58936"/>
                  </a:lnTo>
                  <a:lnTo>
                    <a:pt x="5844120" y="58936"/>
                  </a:lnTo>
                  <a:lnTo>
                    <a:pt x="5844214" y="58936"/>
                  </a:lnTo>
                  <a:lnTo>
                    <a:pt x="5844308" y="58936"/>
                  </a:lnTo>
                  <a:lnTo>
                    <a:pt x="5844402" y="58936"/>
                  </a:lnTo>
                  <a:lnTo>
                    <a:pt x="5844497" y="58936"/>
                  </a:lnTo>
                  <a:lnTo>
                    <a:pt x="5844591" y="58936"/>
                  </a:lnTo>
                  <a:lnTo>
                    <a:pt x="5844685" y="58936"/>
                  </a:lnTo>
                  <a:lnTo>
                    <a:pt x="5844779" y="58936"/>
                  </a:lnTo>
                  <a:lnTo>
                    <a:pt x="5844873" y="58936"/>
                  </a:lnTo>
                  <a:lnTo>
                    <a:pt x="5844967" y="58936"/>
                  </a:lnTo>
                  <a:lnTo>
                    <a:pt x="5845062" y="58936"/>
                  </a:lnTo>
                  <a:lnTo>
                    <a:pt x="5845156" y="58936"/>
                  </a:lnTo>
                  <a:lnTo>
                    <a:pt x="5845250" y="58936"/>
                  </a:lnTo>
                  <a:lnTo>
                    <a:pt x="5845344" y="58936"/>
                  </a:lnTo>
                  <a:lnTo>
                    <a:pt x="5845438" y="58936"/>
                  </a:lnTo>
                  <a:lnTo>
                    <a:pt x="5845532" y="58936"/>
                  </a:lnTo>
                  <a:lnTo>
                    <a:pt x="5845626" y="58936"/>
                  </a:lnTo>
                  <a:lnTo>
                    <a:pt x="5845721" y="58936"/>
                  </a:lnTo>
                  <a:lnTo>
                    <a:pt x="5845815" y="58936"/>
                  </a:lnTo>
                  <a:lnTo>
                    <a:pt x="5845909" y="58936"/>
                  </a:lnTo>
                  <a:lnTo>
                    <a:pt x="5846003" y="58936"/>
                  </a:lnTo>
                  <a:lnTo>
                    <a:pt x="5846097" y="58936"/>
                  </a:lnTo>
                  <a:lnTo>
                    <a:pt x="5846191" y="58936"/>
                  </a:lnTo>
                  <a:lnTo>
                    <a:pt x="5846286" y="58936"/>
                  </a:lnTo>
                  <a:lnTo>
                    <a:pt x="5846380" y="58936"/>
                  </a:lnTo>
                  <a:lnTo>
                    <a:pt x="5846474" y="58936"/>
                  </a:lnTo>
                  <a:lnTo>
                    <a:pt x="5846568" y="58936"/>
                  </a:lnTo>
                  <a:lnTo>
                    <a:pt x="5846662" y="58936"/>
                  </a:lnTo>
                  <a:lnTo>
                    <a:pt x="5846756" y="58936"/>
                  </a:lnTo>
                  <a:lnTo>
                    <a:pt x="5846850" y="58936"/>
                  </a:lnTo>
                  <a:lnTo>
                    <a:pt x="5846945" y="58936"/>
                  </a:lnTo>
                  <a:lnTo>
                    <a:pt x="5847039" y="58936"/>
                  </a:lnTo>
                  <a:lnTo>
                    <a:pt x="5847133" y="58936"/>
                  </a:lnTo>
                  <a:lnTo>
                    <a:pt x="5847227" y="58936"/>
                  </a:lnTo>
                  <a:lnTo>
                    <a:pt x="5847321" y="58936"/>
                  </a:lnTo>
                  <a:lnTo>
                    <a:pt x="5847415" y="58936"/>
                  </a:lnTo>
                  <a:lnTo>
                    <a:pt x="5847510" y="58936"/>
                  </a:lnTo>
                  <a:lnTo>
                    <a:pt x="5847604" y="58936"/>
                  </a:lnTo>
                  <a:lnTo>
                    <a:pt x="5847698" y="58936"/>
                  </a:lnTo>
                  <a:lnTo>
                    <a:pt x="5847792" y="58936"/>
                  </a:lnTo>
                  <a:lnTo>
                    <a:pt x="5847886" y="58936"/>
                  </a:lnTo>
                  <a:lnTo>
                    <a:pt x="5847980" y="58936"/>
                  </a:lnTo>
                  <a:lnTo>
                    <a:pt x="5848074" y="58936"/>
                  </a:lnTo>
                  <a:lnTo>
                    <a:pt x="5848169" y="58936"/>
                  </a:lnTo>
                  <a:lnTo>
                    <a:pt x="5848263" y="58936"/>
                  </a:lnTo>
                  <a:lnTo>
                    <a:pt x="5848357" y="58936"/>
                  </a:lnTo>
                  <a:lnTo>
                    <a:pt x="5848451" y="58936"/>
                  </a:lnTo>
                  <a:lnTo>
                    <a:pt x="5848545" y="58936"/>
                  </a:lnTo>
                  <a:lnTo>
                    <a:pt x="5848639" y="58936"/>
                  </a:lnTo>
                  <a:lnTo>
                    <a:pt x="5848733" y="58936"/>
                  </a:lnTo>
                  <a:lnTo>
                    <a:pt x="5848828" y="58936"/>
                  </a:lnTo>
                  <a:lnTo>
                    <a:pt x="5848922" y="58936"/>
                  </a:lnTo>
                  <a:lnTo>
                    <a:pt x="5849016" y="58936"/>
                  </a:lnTo>
                  <a:lnTo>
                    <a:pt x="5849110" y="58936"/>
                  </a:lnTo>
                  <a:lnTo>
                    <a:pt x="5849204" y="58936"/>
                  </a:lnTo>
                  <a:lnTo>
                    <a:pt x="5849298" y="58936"/>
                  </a:lnTo>
                  <a:lnTo>
                    <a:pt x="5849393" y="58936"/>
                  </a:lnTo>
                  <a:lnTo>
                    <a:pt x="5849487" y="58936"/>
                  </a:lnTo>
                  <a:lnTo>
                    <a:pt x="5849581" y="58936"/>
                  </a:lnTo>
                  <a:lnTo>
                    <a:pt x="5849675" y="58936"/>
                  </a:lnTo>
                  <a:lnTo>
                    <a:pt x="5849769" y="58936"/>
                  </a:lnTo>
                  <a:lnTo>
                    <a:pt x="5849863" y="58936"/>
                  </a:lnTo>
                  <a:lnTo>
                    <a:pt x="5849957" y="58936"/>
                  </a:lnTo>
                  <a:lnTo>
                    <a:pt x="5850052" y="58936"/>
                  </a:lnTo>
                  <a:lnTo>
                    <a:pt x="5850146" y="58936"/>
                  </a:lnTo>
                  <a:lnTo>
                    <a:pt x="5850240" y="58936"/>
                  </a:lnTo>
                  <a:lnTo>
                    <a:pt x="5850334" y="58936"/>
                  </a:lnTo>
                  <a:lnTo>
                    <a:pt x="5850428" y="58936"/>
                  </a:lnTo>
                  <a:lnTo>
                    <a:pt x="5850522" y="58936"/>
                  </a:lnTo>
                  <a:lnTo>
                    <a:pt x="5850617" y="58936"/>
                  </a:lnTo>
                  <a:lnTo>
                    <a:pt x="5850711" y="58936"/>
                  </a:lnTo>
                  <a:lnTo>
                    <a:pt x="5850805" y="58936"/>
                  </a:lnTo>
                  <a:lnTo>
                    <a:pt x="5850899" y="58936"/>
                  </a:lnTo>
                  <a:lnTo>
                    <a:pt x="5850993" y="58936"/>
                  </a:lnTo>
                  <a:lnTo>
                    <a:pt x="5851087" y="58936"/>
                  </a:lnTo>
                  <a:lnTo>
                    <a:pt x="5851181" y="58936"/>
                  </a:lnTo>
                  <a:lnTo>
                    <a:pt x="5851276" y="58936"/>
                  </a:lnTo>
                  <a:lnTo>
                    <a:pt x="5851370" y="58936"/>
                  </a:lnTo>
                  <a:lnTo>
                    <a:pt x="5851464" y="58936"/>
                  </a:lnTo>
                  <a:lnTo>
                    <a:pt x="5851558" y="58936"/>
                  </a:lnTo>
                  <a:lnTo>
                    <a:pt x="5851652" y="58936"/>
                  </a:lnTo>
                  <a:lnTo>
                    <a:pt x="5851746" y="58936"/>
                  </a:lnTo>
                  <a:lnTo>
                    <a:pt x="5851841" y="58936"/>
                  </a:lnTo>
                  <a:lnTo>
                    <a:pt x="5851935" y="58936"/>
                  </a:lnTo>
                  <a:lnTo>
                    <a:pt x="5852029" y="58936"/>
                  </a:lnTo>
                  <a:lnTo>
                    <a:pt x="5852123" y="58936"/>
                  </a:lnTo>
                  <a:lnTo>
                    <a:pt x="5852217" y="58936"/>
                  </a:lnTo>
                  <a:lnTo>
                    <a:pt x="5852311" y="58936"/>
                  </a:lnTo>
                  <a:lnTo>
                    <a:pt x="5852405" y="58936"/>
                  </a:lnTo>
                  <a:lnTo>
                    <a:pt x="5852500" y="58936"/>
                  </a:lnTo>
                  <a:lnTo>
                    <a:pt x="5852594" y="58936"/>
                  </a:lnTo>
                  <a:lnTo>
                    <a:pt x="5852688" y="58936"/>
                  </a:lnTo>
                  <a:lnTo>
                    <a:pt x="5852782" y="58936"/>
                  </a:lnTo>
                  <a:lnTo>
                    <a:pt x="5852876" y="58936"/>
                  </a:lnTo>
                  <a:lnTo>
                    <a:pt x="5852970" y="58936"/>
                  </a:lnTo>
                  <a:lnTo>
                    <a:pt x="5853064" y="58936"/>
                  </a:lnTo>
                  <a:lnTo>
                    <a:pt x="5853159" y="58936"/>
                  </a:lnTo>
                  <a:lnTo>
                    <a:pt x="5853253" y="58936"/>
                  </a:lnTo>
                  <a:lnTo>
                    <a:pt x="5853347" y="58936"/>
                  </a:lnTo>
                  <a:lnTo>
                    <a:pt x="5853441" y="58936"/>
                  </a:lnTo>
                  <a:lnTo>
                    <a:pt x="5853535" y="58936"/>
                  </a:lnTo>
                  <a:lnTo>
                    <a:pt x="5853629" y="58936"/>
                  </a:lnTo>
                  <a:lnTo>
                    <a:pt x="5853724" y="58936"/>
                  </a:lnTo>
                  <a:lnTo>
                    <a:pt x="5853818" y="58936"/>
                  </a:lnTo>
                  <a:lnTo>
                    <a:pt x="5853912" y="58936"/>
                  </a:lnTo>
                  <a:lnTo>
                    <a:pt x="5854006" y="58936"/>
                  </a:lnTo>
                  <a:lnTo>
                    <a:pt x="5854100" y="58936"/>
                  </a:lnTo>
                  <a:lnTo>
                    <a:pt x="5854194" y="58936"/>
                  </a:lnTo>
                  <a:lnTo>
                    <a:pt x="5854288" y="58936"/>
                  </a:lnTo>
                  <a:lnTo>
                    <a:pt x="5854383" y="58936"/>
                  </a:lnTo>
                  <a:lnTo>
                    <a:pt x="5854477" y="58936"/>
                  </a:lnTo>
                  <a:lnTo>
                    <a:pt x="5854571" y="58936"/>
                  </a:lnTo>
                  <a:lnTo>
                    <a:pt x="5854665" y="58936"/>
                  </a:lnTo>
                  <a:lnTo>
                    <a:pt x="5854759" y="58936"/>
                  </a:lnTo>
                  <a:lnTo>
                    <a:pt x="5854853" y="58936"/>
                  </a:lnTo>
                  <a:lnTo>
                    <a:pt x="5854948" y="58936"/>
                  </a:lnTo>
                  <a:lnTo>
                    <a:pt x="5855042" y="58936"/>
                  </a:lnTo>
                  <a:lnTo>
                    <a:pt x="5855136" y="58936"/>
                  </a:lnTo>
                  <a:lnTo>
                    <a:pt x="5855230" y="58936"/>
                  </a:lnTo>
                  <a:lnTo>
                    <a:pt x="5855324" y="58936"/>
                  </a:lnTo>
                  <a:lnTo>
                    <a:pt x="5855418" y="58936"/>
                  </a:lnTo>
                  <a:lnTo>
                    <a:pt x="5855512" y="58936"/>
                  </a:lnTo>
                  <a:lnTo>
                    <a:pt x="5855607" y="58936"/>
                  </a:lnTo>
                  <a:lnTo>
                    <a:pt x="5855701" y="58936"/>
                  </a:lnTo>
                  <a:lnTo>
                    <a:pt x="5855795" y="58936"/>
                  </a:lnTo>
                  <a:lnTo>
                    <a:pt x="5855889" y="58936"/>
                  </a:lnTo>
                  <a:lnTo>
                    <a:pt x="5855983" y="58936"/>
                  </a:lnTo>
                  <a:lnTo>
                    <a:pt x="5856077" y="58936"/>
                  </a:lnTo>
                  <a:lnTo>
                    <a:pt x="5856172" y="58936"/>
                  </a:lnTo>
                  <a:lnTo>
                    <a:pt x="5856266" y="58936"/>
                  </a:lnTo>
                  <a:lnTo>
                    <a:pt x="5856360" y="58936"/>
                  </a:lnTo>
                  <a:lnTo>
                    <a:pt x="5856454" y="58936"/>
                  </a:lnTo>
                  <a:lnTo>
                    <a:pt x="5856548" y="58936"/>
                  </a:lnTo>
                  <a:lnTo>
                    <a:pt x="5856642" y="58936"/>
                  </a:lnTo>
                  <a:lnTo>
                    <a:pt x="5856736" y="58936"/>
                  </a:lnTo>
                  <a:lnTo>
                    <a:pt x="5856831" y="58936"/>
                  </a:lnTo>
                  <a:lnTo>
                    <a:pt x="5856925" y="58936"/>
                  </a:lnTo>
                  <a:lnTo>
                    <a:pt x="5857019" y="58936"/>
                  </a:lnTo>
                  <a:lnTo>
                    <a:pt x="5857113" y="58936"/>
                  </a:lnTo>
                  <a:lnTo>
                    <a:pt x="5857207" y="58936"/>
                  </a:lnTo>
                  <a:lnTo>
                    <a:pt x="5857301" y="58936"/>
                  </a:lnTo>
                  <a:lnTo>
                    <a:pt x="5857395" y="58936"/>
                  </a:lnTo>
                  <a:lnTo>
                    <a:pt x="5857490" y="58936"/>
                  </a:lnTo>
                  <a:lnTo>
                    <a:pt x="5857584" y="58936"/>
                  </a:lnTo>
                  <a:lnTo>
                    <a:pt x="5857678" y="58936"/>
                  </a:lnTo>
                  <a:lnTo>
                    <a:pt x="5857772" y="58936"/>
                  </a:lnTo>
                  <a:lnTo>
                    <a:pt x="5857866" y="58936"/>
                  </a:lnTo>
                  <a:lnTo>
                    <a:pt x="5857960" y="58936"/>
                  </a:lnTo>
                  <a:lnTo>
                    <a:pt x="5858055" y="58936"/>
                  </a:lnTo>
                  <a:lnTo>
                    <a:pt x="5858149" y="58936"/>
                  </a:lnTo>
                  <a:lnTo>
                    <a:pt x="5858243" y="58936"/>
                  </a:lnTo>
                  <a:lnTo>
                    <a:pt x="5858337" y="58936"/>
                  </a:lnTo>
                  <a:lnTo>
                    <a:pt x="5858431" y="58936"/>
                  </a:lnTo>
                  <a:lnTo>
                    <a:pt x="5858525" y="58936"/>
                  </a:lnTo>
                  <a:lnTo>
                    <a:pt x="5858619" y="58936"/>
                  </a:lnTo>
                  <a:lnTo>
                    <a:pt x="5858714" y="58936"/>
                  </a:lnTo>
                  <a:lnTo>
                    <a:pt x="5858808" y="58936"/>
                  </a:lnTo>
                  <a:lnTo>
                    <a:pt x="5858902" y="58936"/>
                  </a:lnTo>
                  <a:lnTo>
                    <a:pt x="5858996" y="58936"/>
                  </a:lnTo>
                  <a:lnTo>
                    <a:pt x="5859090" y="58936"/>
                  </a:lnTo>
                  <a:lnTo>
                    <a:pt x="5859184" y="58936"/>
                  </a:lnTo>
                  <a:lnTo>
                    <a:pt x="5859279" y="58936"/>
                  </a:lnTo>
                  <a:lnTo>
                    <a:pt x="5859373" y="58936"/>
                  </a:lnTo>
                  <a:lnTo>
                    <a:pt x="5859467" y="58936"/>
                  </a:lnTo>
                  <a:lnTo>
                    <a:pt x="5859561" y="58936"/>
                  </a:lnTo>
                  <a:lnTo>
                    <a:pt x="5859655" y="58936"/>
                  </a:lnTo>
                  <a:lnTo>
                    <a:pt x="5859749" y="58936"/>
                  </a:lnTo>
                  <a:lnTo>
                    <a:pt x="5859843" y="58936"/>
                  </a:lnTo>
                  <a:lnTo>
                    <a:pt x="5859938" y="58936"/>
                  </a:lnTo>
                  <a:lnTo>
                    <a:pt x="5860032" y="58936"/>
                  </a:lnTo>
                  <a:lnTo>
                    <a:pt x="5860126" y="58936"/>
                  </a:lnTo>
                  <a:lnTo>
                    <a:pt x="5860220" y="58936"/>
                  </a:lnTo>
                  <a:lnTo>
                    <a:pt x="5860314" y="58936"/>
                  </a:lnTo>
                  <a:lnTo>
                    <a:pt x="5860408" y="58936"/>
                  </a:lnTo>
                  <a:lnTo>
                    <a:pt x="5860503" y="58936"/>
                  </a:lnTo>
                  <a:lnTo>
                    <a:pt x="5860597" y="58936"/>
                  </a:lnTo>
                  <a:lnTo>
                    <a:pt x="5860691" y="58936"/>
                  </a:lnTo>
                  <a:lnTo>
                    <a:pt x="5860785" y="58936"/>
                  </a:lnTo>
                  <a:lnTo>
                    <a:pt x="5860879" y="58936"/>
                  </a:lnTo>
                  <a:lnTo>
                    <a:pt x="5860973" y="58936"/>
                  </a:lnTo>
                  <a:lnTo>
                    <a:pt x="5861067" y="58936"/>
                  </a:lnTo>
                  <a:lnTo>
                    <a:pt x="5861162" y="58936"/>
                  </a:lnTo>
                  <a:lnTo>
                    <a:pt x="5861256" y="58936"/>
                  </a:lnTo>
                  <a:lnTo>
                    <a:pt x="5861350" y="58936"/>
                  </a:lnTo>
                  <a:lnTo>
                    <a:pt x="5861444" y="58936"/>
                  </a:lnTo>
                  <a:lnTo>
                    <a:pt x="5861538" y="58936"/>
                  </a:lnTo>
                  <a:lnTo>
                    <a:pt x="5861632" y="58936"/>
                  </a:lnTo>
                  <a:lnTo>
                    <a:pt x="5861726" y="58936"/>
                  </a:lnTo>
                  <a:lnTo>
                    <a:pt x="5861821" y="58936"/>
                  </a:lnTo>
                  <a:lnTo>
                    <a:pt x="5861915" y="58936"/>
                  </a:lnTo>
                  <a:lnTo>
                    <a:pt x="5862009" y="58936"/>
                  </a:lnTo>
                  <a:lnTo>
                    <a:pt x="5862103" y="58936"/>
                  </a:lnTo>
                  <a:lnTo>
                    <a:pt x="5862197" y="58936"/>
                  </a:lnTo>
                  <a:lnTo>
                    <a:pt x="5862291" y="58936"/>
                  </a:lnTo>
                  <a:lnTo>
                    <a:pt x="5862386" y="58936"/>
                  </a:lnTo>
                  <a:lnTo>
                    <a:pt x="5862386" y="54025"/>
                  </a:lnTo>
                  <a:lnTo>
                    <a:pt x="5862480" y="54025"/>
                  </a:lnTo>
                  <a:lnTo>
                    <a:pt x="5862574" y="54025"/>
                  </a:lnTo>
                  <a:lnTo>
                    <a:pt x="5862668" y="54025"/>
                  </a:lnTo>
                  <a:lnTo>
                    <a:pt x="5862762" y="54025"/>
                  </a:lnTo>
                  <a:lnTo>
                    <a:pt x="5862856" y="54025"/>
                  </a:lnTo>
                  <a:lnTo>
                    <a:pt x="5862950" y="54025"/>
                  </a:lnTo>
                  <a:lnTo>
                    <a:pt x="5863045" y="54025"/>
                  </a:lnTo>
                  <a:lnTo>
                    <a:pt x="5863139" y="54025"/>
                  </a:lnTo>
                  <a:lnTo>
                    <a:pt x="5863233" y="54025"/>
                  </a:lnTo>
                  <a:lnTo>
                    <a:pt x="5863327" y="54025"/>
                  </a:lnTo>
                  <a:lnTo>
                    <a:pt x="5863421" y="54025"/>
                  </a:lnTo>
                  <a:lnTo>
                    <a:pt x="5863515" y="54025"/>
                  </a:lnTo>
                  <a:lnTo>
                    <a:pt x="5863610" y="54025"/>
                  </a:lnTo>
                  <a:lnTo>
                    <a:pt x="5863704" y="54025"/>
                  </a:lnTo>
                  <a:lnTo>
                    <a:pt x="5863798" y="54025"/>
                  </a:lnTo>
                  <a:lnTo>
                    <a:pt x="5863892" y="54025"/>
                  </a:lnTo>
                  <a:lnTo>
                    <a:pt x="5863986" y="54025"/>
                  </a:lnTo>
                  <a:lnTo>
                    <a:pt x="5864080" y="54025"/>
                  </a:lnTo>
                  <a:lnTo>
                    <a:pt x="5864174" y="54025"/>
                  </a:lnTo>
                  <a:lnTo>
                    <a:pt x="5864269" y="54025"/>
                  </a:lnTo>
                  <a:lnTo>
                    <a:pt x="5864363" y="54025"/>
                  </a:lnTo>
                  <a:lnTo>
                    <a:pt x="5864457" y="54025"/>
                  </a:lnTo>
                  <a:lnTo>
                    <a:pt x="5864551" y="54025"/>
                  </a:lnTo>
                  <a:lnTo>
                    <a:pt x="5864645" y="54025"/>
                  </a:lnTo>
                  <a:lnTo>
                    <a:pt x="5864739" y="54025"/>
                  </a:lnTo>
                  <a:lnTo>
                    <a:pt x="5864834" y="54025"/>
                  </a:lnTo>
                  <a:lnTo>
                    <a:pt x="5864928" y="54025"/>
                  </a:lnTo>
                  <a:lnTo>
                    <a:pt x="5865022" y="54025"/>
                  </a:lnTo>
                  <a:lnTo>
                    <a:pt x="5865116" y="54025"/>
                  </a:lnTo>
                  <a:lnTo>
                    <a:pt x="5865210" y="54025"/>
                  </a:lnTo>
                  <a:lnTo>
                    <a:pt x="5865304" y="54025"/>
                  </a:lnTo>
                  <a:lnTo>
                    <a:pt x="5865398" y="54025"/>
                  </a:lnTo>
                  <a:lnTo>
                    <a:pt x="5865493" y="54025"/>
                  </a:lnTo>
                  <a:lnTo>
                    <a:pt x="5865587" y="54025"/>
                  </a:lnTo>
                  <a:lnTo>
                    <a:pt x="5865681" y="54025"/>
                  </a:lnTo>
                  <a:lnTo>
                    <a:pt x="5865775" y="54025"/>
                  </a:lnTo>
                  <a:lnTo>
                    <a:pt x="5865869" y="54025"/>
                  </a:lnTo>
                  <a:lnTo>
                    <a:pt x="5865963" y="54025"/>
                  </a:lnTo>
                  <a:lnTo>
                    <a:pt x="5866057" y="54025"/>
                  </a:lnTo>
                  <a:lnTo>
                    <a:pt x="5866152" y="54025"/>
                  </a:lnTo>
                  <a:lnTo>
                    <a:pt x="5866246" y="54025"/>
                  </a:lnTo>
                  <a:lnTo>
                    <a:pt x="5866340" y="54025"/>
                  </a:lnTo>
                  <a:lnTo>
                    <a:pt x="5866434" y="54025"/>
                  </a:lnTo>
                  <a:lnTo>
                    <a:pt x="5866528" y="54025"/>
                  </a:lnTo>
                  <a:lnTo>
                    <a:pt x="5866622" y="54025"/>
                  </a:lnTo>
                  <a:lnTo>
                    <a:pt x="5866717" y="54025"/>
                  </a:lnTo>
                  <a:lnTo>
                    <a:pt x="5866811" y="54025"/>
                  </a:lnTo>
                  <a:lnTo>
                    <a:pt x="5866905" y="54025"/>
                  </a:lnTo>
                  <a:lnTo>
                    <a:pt x="5866999" y="54025"/>
                  </a:lnTo>
                  <a:lnTo>
                    <a:pt x="5867093" y="54025"/>
                  </a:lnTo>
                  <a:lnTo>
                    <a:pt x="5867187" y="54025"/>
                  </a:lnTo>
                  <a:lnTo>
                    <a:pt x="5867281" y="54025"/>
                  </a:lnTo>
                  <a:lnTo>
                    <a:pt x="5867376" y="54025"/>
                  </a:lnTo>
                  <a:lnTo>
                    <a:pt x="5867470" y="54025"/>
                  </a:lnTo>
                  <a:lnTo>
                    <a:pt x="5867564" y="54025"/>
                  </a:lnTo>
                  <a:lnTo>
                    <a:pt x="5867658" y="54025"/>
                  </a:lnTo>
                  <a:lnTo>
                    <a:pt x="5867752" y="54025"/>
                  </a:lnTo>
                  <a:lnTo>
                    <a:pt x="5867846" y="54025"/>
                  </a:lnTo>
                  <a:lnTo>
                    <a:pt x="5867941" y="54025"/>
                  </a:lnTo>
                  <a:lnTo>
                    <a:pt x="5868035" y="54025"/>
                  </a:lnTo>
                  <a:lnTo>
                    <a:pt x="5868129" y="54025"/>
                  </a:lnTo>
                  <a:lnTo>
                    <a:pt x="5868223" y="54025"/>
                  </a:lnTo>
                  <a:lnTo>
                    <a:pt x="5868317" y="54025"/>
                  </a:lnTo>
                  <a:lnTo>
                    <a:pt x="5868411" y="54025"/>
                  </a:lnTo>
                  <a:lnTo>
                    <a:pt x="5868505" y="54025"/>
                  </a:lnTo>
                  <a:lnTo>
                    <a:pt x="5868600" y="54025"/>
                  </a:lnTo>
                  <a:lnTo>
                    <a:pt x="5868694" y="54025"/>
                  </a:lnTo>
                  <a:lnTo>
                    <a:pt x="5868788" y="54025"/>
                  </a:lnTo>
                  <a:lnTo>
                    <a:pt x="5868882" y="54025"/>
                  </a:lnTo>
                  <a:lnTo>
                    <a:pt x="5868976" y="54025"/>
                  </a:lnTo>
                  <a:lnTo>
                    <a:pt x="5869070" y="54025"/>
                  </a:lnTo>
                  <a:lnTo>
                    <a:pt x="5869165" y="54025"/>
                  </a:lnTo>
                  <a:lnTo>
                    <a:pt x="5869259" y="54025"/>
                  </a:lnTo>
                  <a:lnTo>
                    <a:pt x="5869353" y="54025"/>
                  </a:lnTo>
                  <a:lnTo>
                    <a:pt x="5869447" y="54025"/>
                  </a:lnTo>
                  <a:lnTo>
                    <a:pt x="5869541" y="54025"/>
                  </a:lnTo>
                  <a:lnTo>
                    <a:pt x="5869635" y="54025"/>
                  </a:lnTo>
                  <a:lnTo>
                    <a:pt x="5869729" y="54025"/>
                  </a:lnTo>
                  <a:lnTo>
                    <a:pt x="5869824" y="54025"/>
                  </a:lnTo>
                  <a:lnTo>
                    <a:pt x="5869918" y="54025"/>
                  </a:lnTo>
                  <a:lnTo>
                    <a:pt x="5870012" y="54025"/>
                  </a:lnTo>
                  <a:lnTo>
                    <a:pt x="5870106" y="54025"/>
                  </a:lnTo>
                  <a:lnTo>
                    <a:pt x="5870200" y="54025"/>
                  </a:lnTo>
                  <a:lnTo>
                    <a:pt x="5870294" y="54025"/>
                  </a:lnTo>
                  <a:lnTo>
                    <a:pt x="5870388" y="54025"/>
                  </a:lnTo>
                  <a:lnTo>
                    <a:pt x="5870483" y="54025"/>
                  </a:lnTo>
                  <a:lnTo>
                    <a:pt x="5870577" y="54025"/>
                  </a:lnTo>
                  <a:lnTo>
                    <a:pt x="5870671" y="54025"/>
                  </a:lnTo>
                  <a:lnTo>
                    <a:pt x="5870765" y="54025"/>
                  </a:lnTo>
                  <a:lnTo>
                    <a:pt x="5870859" y="54025"/>
                  </a:lnTo>
                  <a:lnTo>
                    <a:pt x="5870953" y="54025"/>
                  </a:lnTo>
                  <a:lnTo>
                    <a:pt x="5871048" y="54025"/>
                  </a:lnTo>
                  <a:lnTo>
                    <a:pt x="5871142" y="54025"/>
                  </a:lnTo>
                  <a:lnTo>
                    <a:pt x="5871236" y="54025"/>
                  </a:lnTo>
                  <a:lnTo>
                    <a:pt x="5871330" y="54025"/>
                  </a:lnTo>
                  <a:lnTo>
                    <a:pt x="5871424" y="54025"/>
                  </a:lnTo>
                  <a:lnTo>
                    <a:pt x="5871518" y="54025"/>
                  </a:lnTo>
                  <a:lnTo>
                    <a:pt x="5871612" y="54025"/>
                  </a:lnTo>
                  <a:lnTo>
                    <a:pt x="5871707" y="54025"/>
                  </a:lnTo>
                  <a:lnTo>
                    <a:pt x="5871801" y="54025"/>
                  </a:lnTo>
                  <a:lnTo>
                    <a:pt x="5871895" y="54025"/>
                  </a:lnTo>
                  <a:lnTo>
                    <a:pt x="5871989" y="54025"/>
                  </a:lnTo>
                  <a:lnTo>
                    <a:pt x="5872083" y="54025"/>
                  </a:lnTo>
                  <a:lnTo>
                    <a:pt x="5872177" y="54025"/>
                  </a:lnTo>
                  <a:lnTo>
                    <a:pt x="5872272" y="54025"/>
                  </a:lnTo>
                  <a:lnTo>
                    <a:pt x="5872366" y="54025"/>
                  </a:lnTo>
                  <a:lnTo>
                    <a:pt x="5872460" y="54025"/>
                  </a:lnTo>
                  <a:lnTo>
                    <a:pt x="5872554" y="54025"/>
                  </a:lnTo>
                  <a:lnTo>
                    <a:pt x="5872648" y="54025"/>
                  </a:lnTo>
                  <a:lnTo>
                    <a:pt x="5872742" y="54025"/>
                  </a:lnTo>
                  <a:lnTo>
                    <a:pt x="5872836" y="54025"/>
                  </a:lnTo>
                  <a:lnTo>
                    <a:pt x="5872931" y="54025"/>
                  </a:lnTo>
                  <a:lnTo>
                    <a:pt x="5873025" y="54025"/>
                  </a:lnTo>
                  <a:lnTo>
                    <a:pt x="5873119" y="54025"/>
                  </a:lnTo>
                  <a:lnTo>
                    <a:pt x="5873213" y="54025"/>
                  </a:lnTo>
                  <a:lnTo>
                    <a:pt x="5873307" y="54025"/>
                  </a:lnTo>
                  <a:lnTo>
                    <a:pt x="5873401" y="54025"/>
                  </a:lnTo>
                  <a:lnTo>
                    <a:pt x="5873496" y="54025"/>
                  </a:lnTo>
                  <a:lnTo>
                    <a:pt x="5873590" y="54025"/>
                  </a:lnTo>
                  <a:lnTo>
                    <a:pt x="5873684" y="54025"/>
                  </a:lnTo>
                  <a:lnTo>
                    <a:pt x="5873778" y="54025"/>
                  </a:lnTo>
                  <a:lnTo>
                    <a:pt x="5873872" y="54025"/>
                  </a:lnTo>
                  <a:lnTo>
                    <a:pt x="5873966" y="54025"/>
                  </a:lnTo>
                  <a:lnTo>
                    <a:pt x="5874060" y="54025"/>
                  </a:lnTo>
                  <a:lnTo>
                    <a:pt x="5874155" y="54025"/>
                  </a:lnTo>
                  <a:lnTo>
                    <a:pt x="5874249" y="54025"/>
                  </a:lnTo>
                  <a:lnTo>
                    <a:pt x="5874343" y="54025"/>
                  </a:lnTo>
                  <a:lnTo>
                    <a:pt x="5874437" y="54025"/>
                  </a:lnTo>
                  <a:lnTo>
                    <a:pt x="5874531" y="54025"/>
                  </a:lnTo>
                  <a:lnTo>
                    <a:pt x="5874625" y="54025"/>
                  </a:lnTo>
                  <a:lnTo>
                    <a:pt x="5874719" y="54025"/>
                  </a:lnTo>
                  <a:lnTo>
                    <a:pt x="5874814" y="54025"/>
                  </a:lnTo>
                  <a:lnTo>
                    <a:pt x="5874908" y="54025"/>
                  </a:lnTo>
                  <a:lnTo>
                    <a:pt x="5875002" y="54025"/>
                  </a:lnTo>
                  <a:lnTo>
                    <a:pt x="5875096" y="54025"/>
                  </a:lnTo>
                  <a:lnTo>
                    <a:pt x="5875190" y="54025"/>
                  </a:lnTo>
                  <a:lnTo>
                    <a:pt x="5875284" y="54025"/>
                  </a:lnTo>
                  <a:lnTo>
                    <a:pt x="5875379" y="54025"/>
                  </a:lnTo>
                  <a:lnTo>
                    <a:pt x="5875473" y="54025"/>
                  </a:lnTo>
                  <a:lnTo>
                    <a:pt x="5875567" y="54025"/>
                  </a:lnTo>
                  <a:lnTo>
                    <a:pt x="5875661" y="54025"/>
                  </a:lnTo>
                  <a:lnTo>
                    <a:pt x="5875755" y="54025"/>
                  </a:lnTo>
                  <a:lnTo>
                    <a:pt x="5875849" y="54025"/>
                  </a:lnTo>
                  <a:lnTo>
                    <a:pt x="5875943" y="54025"/>
                  </a:lnTo>
                  <a:lnTo>
                    <a:pt x="5876038" y="54025"/>
                  </a:lnTo>
                  <a:lnTo>
                    <a:pt x="5876132" y="54025"/>
                  </a:lnTo>
                  <a:lnTo>
                    <a:pt x="5876226" y="54025"/>
                  </a:lnTo>
                  <a:lnTo>
                    <a:pt x="5876320" y="54025"/>
                  </a:lnTo>
                  <a:lnTo>
                    <a:pt x="5876414" y="54025"/>
                  </a:lnTo>
                  <a:lnTo>
                    <a:pt x="5876508" y="54025"/>
                  </a:lnTo>
                  <a:lnTo>
                    <a:pt x="5876603" y="54025"/>
                  </a:lnTo>
                  <a:lnTo>
                    <a:pt x="5876697" y="54025"/>
                  </a:lnTo>
                  <a:lnTo>
                    <a:pt x="5876791" y="54025"/>
                  </a:lnTo>
                  <a:lnTo>
                    <a:pt x="5876885" y="54025"/>
                  </a:lnTo>
                  <a:lnTo>
                    <a:pt x="5876979" y="54025"/>
                  </a:lnTo>
                  <a:lnTo>
                    <a:pt x="5877073" y="54025"/>
                  </a:lnTo>
                  <a:lnTo>
                    <a:pt x="5877167" y="54025"/>
                  </a:lnTo>
                  <a:lnTo>
                    <a:pt x="5877262" y="54025"/>
                  </a:lnTo>
                  <a:lnTo>
                    <a:pt x="5877356" y="54025"/>
                  </a:lnTo>
                  <a:lnTo>
                    <a:pt x="5877450" y="54025"/>
                  </a:lnTo>
                  <a:lnTo>
                    <a:pt x="5877544" y="54025"/>
                  </a:lnTo>
                  <a:lnTo>
                    <a:pt x="5877638" y="54025"/>
                  </a:lnTo>
                  <a:lnTo>
                    <a:pt x="5877732" y="54025"/>
                  </a:lnTo>
                  <a:lnTo>
                    <a:pt x="5877827" y="54025"/>
                  </a:lnTo>
                  <a:lnTo>
                    <a:pt x="5877921" y="54025"/>
                  </a:lnTo>
                  <a:lnTo>
                    <a:pt x="5878015" y="54025"/>
                  </a:lnTo>
                  <a:lnTo>
                    <a:pt x="5878109" y="54025"/>
                  </a:lnTo>
                  <a:lnTo>
                    <a:pt x="5878203" y="54025"/>
                  </a:lnTo>
                  <a:lnTo>
                    <a:pt x="5878297" y="54025"/>
                  </a:lnTo>
                  <a:lnTo>
                    <a:pt x="5878391" y="54025"/>
                  </a:lnTo>
                  <a:lnTo>
                    <a:pt x="5878486" y="54025"/>
                  </a:lnTo>
                  <a:lnTo>
                    <a:pt x="5878580" y="54025"/>
                  </a:lnTo>
                  <a:lnTo>
                    <a:pt x="5878674" y="54025"/>
                  </a:lnTo>
                  <a:lnTo>
                    <a:pt x="5878768" y="54025"/>
                  </a:lnTo>
                  <a:lnTo>
                    <a:pt x="5878862" y="54025"/>
                  </a:lnTo>
                  <a:lnTo>
                    <a:pt x="5878956" y="54025"/>
                  </a:lnTo>
                  <a:lnTo>
                    <a:pt x="5879050" y="54025"/>
                  </a:lnTo>
                  <a:lnTo>
                    <a:pt x="5879145" y="54025"/>
                  </a:lnTo>
                  <a:lnTo>
                    <a:pt x="5879239" y="54025"/>
                  </a:lnTo>
                  <a:lnTo>
                    <a:pt x="5879333" y="54025"/>
                  </a:lnTo>
                  <a:lnTo>
                    <a:pt x="5879427" y="54025"/>
                  </a:lnTo>
                  <a:lnTo>
                    <a:pt x="5879521" y="54025"/>
                  </a:lnTo>
                  <a:lnTo>
                    <a:pt x="5879615" y="54025"/>
                  </a:lnTo>
                  <a:lnTo>
                    <a:pt x="5879710" y="54025"/>
                  </a:lnTo>
                  <a:lnTo>
                    <a:pt x="5879804" y="54025"/>
                  </a:lnTo>
                  <a:lnTo>
                    <a:pt x="5879898" y="54025"/>
                  </a:lnTo>
                  <a:lnTo>
                    <a:pt x="5879992" y="54025"/>
                  </a:lnTo>
                  <a:lnTo>
                    <a:pt x="5880086" y="54025"/>
                  </a:lnTo>
                  <a:lnTo>
                    <a:pt x="5880180" y="54025"/>
                  </a:lnTo>
                  <a:lnTo>
                    <a:pt x="5880274" y="54025"/>
                  </a:lnTo>
                  <a:lnTo>
                    <a:pt x="5880369" y="54025"/>
                  </a:lnTo>
                  <a:lnTo>
                    <a:pt x="5880463" y="54025"/>
                  </a:lnTo>
                  <a:lnTo>
                    <a:pt x="5880557" y="54025"/>
                  </a:lnTo>
                  <a:lnTo>
                    <a:pt x="5880651" y="54025"/>
                  </a:lnTo>
                  <a:lnTo>
                    <a:pt x="5880745" y="54025"/>
                  </a:lnTo>
                  <a:lnTo>
                    <a:pt x="5880839" y="54025"/>
                  </a:lnTo>
                  <a:lnTo>
                    <a:pt x="5880934" y="54025"/>
                  </a:lnTo>
                  <a:lnTo>
                    <a:pt x="5881028" y="54025"/>
                  </a:lnTo>
                  <a:lnTo>
                    <a:pt x="5881122" y="54025"/>
                  </a:lnTo>
                  <a:lnTo>
                    <a:pt x="5881216" y="54025"/>
                  </a:lnTo>
                  <a:lnTo>
                    <a:pt x="5881310" y="54025"/>
                  </a:lnTo>
                  <a:lnTo>
                    <a:pt x="5881404" y="54025"/>
                  </a:lnTo>
                  <a:lnTo>
                    <a:pt x="5881498" y="54025"/>
                  </a:lnTo>
                  <a:lnTo>
                    <a:pt x="5881593" y="54025"/>
                  </a:lnTo>
                  <a:lnTo>
                    <a:pt x="5881687" y="54025"/>
                  </a:lnTo>
                  <a:lnTo>
                    <a:pt x="5881781" y="54025"/>
                  </a:lnTo>
                  <a:lnTo>
                    <a:pt x="5881875" y="54025"/>
                  </a:lnTo>
                  <a:lnTo>
                    <a:pt x="5881969" y="54025"/>
                  </a:lnTo>
                  <a:lnTo>
                    <a:pt x="5882063" y="54025"/>
                  </a:lnTo>
                  <a:lnTo>
                    <a:pt x="5882158" y="54025"/>
                  </a:lnTo>
                  <a:lnTo>
                    <a:pt x="5882252" y="54025"/>
                  </a:lnTo>
                  <a:lnTo>
                    <a:pt x="5882346" y="54025"/>
                  </a:lnTo>
                  <a:lnTo>
                    <a:pt x="5882440" y="54025"/>
                  </a:lnTo>
                  <a:lnTo>
                    <a:pt x="5882534" y="54025"/>
                  </a:lnTo>
                  <a:lnTo>
                    <a:pt x="5882628" y="54025"/>
                  </a:lnTo>
                  <a:lnTo>
                    <a:pt x="5882722" y="54025"/>
                  </a:lnTo>
                  <a:lnTo>
                    <a:pt x="5882817" y="54025"/>
                  </a:lnTo>
                  <a:lnTo>
                    <a:pt x="5882911" y="54025"/>
                  </a:lnTo>
                  <a:lnTo>
                    <a:pt x="5883005" y="54025"/>
                  </a:lnTo>
                  <a:lnTo>
                    <a:pt x="5883099" y="54025"/>
                  </a:lnTo>
                  <a:lnTo>
                    <a:pt x="5883193" y="54025"/>
                  </a:lnTo>
                  <a:lnTo>
                    <a:pt x="5883287" y="54025"/>
                  </a:lnTo>
                  <a:lnTo>
                    <a:pt x="5883381" y="54025"/>
                  </a:lnTo>
                  <a:lnTo>
                    <a:pt x="5883476" y="54025"/>
                  </a:lnTo>
                  <a:lnTo>
                    <a:pt x="5883570" y="54025"/>
                  </a:lnTo>
                  <a:lnTo>
                    <a:pt x="5883664" y="54025"/>
                  </a:lnTo>
                  <a:lnTo>
                    <a:pt x="5883758" y="54025"/>
                  </a:lnTo>
                  <a:lnTo>
                    <a:pt x="5883852" y="54025"/>
                  </a:lnTo>
                  <a:lnTo>
                    <a:pt x="5883946" y="54025"/>
                  </a:lnTo>
                  <a:lnTo>
                    <a:pt x="5884041" y="54025"/>
                  </a:lnTo>
                  <a:lnTo>
                    <a:pt x="5884135" y="54025"/>
                  </a:lnTo>
                  <a:lnTo>
                    <a:pt x="5884229" y="54025"/>
                  </a:lnTo>
                  <a:lnTo>
                    <a:pt x="5884323" y="54025"/>
                  </a:lnTo>
                  <a:lnTo>
                    <a:pt x="5884417" y="54025"/>
                  </a:lnTo>
                  <a:lnTo>
                    <a:pt x="5884511" y="54025"/>
                  </a:lnTo>
                  <a:lnTo>
                    <a:pt x="5884605" y="54025"/>
                  </a:lnTo>
                  <a:lnTo>
                    <a:pt x="5884700" y="54025"/>
                  </a:lnTo>
                  <a:lnTo>
                    <a:pt x="5884794" y="54025"/>
                  </a:lnTo>
                  <a:lnTo>
                    <a:pt x="5884888" y="54025"/>
                  </a:lnTo>
                  <a:lnTo>
                    <a:pt x="5884982" y="54025"/>
                  </a:lnTo>
                  <a:lnTo>
                    <a:pt x="5885076" y="54025"/>
                  </a:lnTo>
                  <a:lnTo>
                    <a:pt x="5885170" y="54025"/>
                  </a:lnTo>
                  <a:lnTo>
                    <a:pt x="5885265" y="54025"/>
                  </a:lnTo>
                  <a:lnTo>
                    <a:pt x="5885359" y="54025"/>
                  </a:lnTo>
                  <a:lnTo>
                    <a:pt x="5885453" y="54025"/>
                  </a:lnTo>
                  <a:lnTo>
                    <a:pt x="5885547" y="54025"/>
                  </a:lnTo>
                  <a:lnTo>
                    <a:pt x="5885641" y="54025"/>
                  </a:lnTo>
                  <a:lnTo>
                    <a:pt x="5885735" y="54025"/>
                  </a:lnTo>
                  <a:lnTo>
                    <a:pt x="5885829" y="54025"/>
                  </a:lnTo>
                  <a:lnTo>
                    <a:pt x="5885924" y="54025"/>
                  </a:lnTo>
                  <a:lnTo>
                    <a:pt x="5886018" y="54025"/>
                  </a:lnTo>
                  <a:lnTo>
                    <a:pt x="5886112" y="54025"/>
                  </a:lnTo>
                  <a:lnTo>
                    <a:pt x="5886206" y="54025"/>
                  </a:lnTo>
                  <a:lnTo>
                    <a:pt x="5886300" y="54025"/>
                  </a:lnTo>
                  <a:lnTo>
                    <a:pt x="5886394" y="54025"/>
                  </a:lnTo>
                  <a:lnTo>
                    <a:pt x="5886489" y="54025"/>
                  </a:lnTo>
                  <a:lnTo>
                    <a:pt x="5886583" y="54025"/>
                  </a:lnTo>
                  <a:lnTo>
                    <a:pt x="5886677" y="54025"/>
                  </a:lnTo>
                  <a:lnTo>
                    <a:pt x="5886771" y="54025"/>
                  </a:lnTo>
                  <a:lnTo>
                    <a:pt x="5886865" y="54025"/>
                  </a:lnTo>
                  <a:lnTo>
                    <a:pt x="5886959" y="54025"/>
                  </a:lnTo>
                  <a:lnTo>
                    <a:pt x="5887053" y="54025"/>
                  </a:lnTo>
                  <a:lnTo>
                    <a:pt x="5887148" y="54025"/>
                  </a:lnTo>
                  <a:lnTo>
                    <a:pt x="5887242" y="54025"/>
                  </a:lnTo>
                  <a:lnTo>
                    <a:pt x="5887336" y="54025"/>
                  </a:lnTo>
                  <a:lnTo>
                    <a:pt x="5887430" y="54025"/>
                  </a:lnTo>
                  <a:lnTo>
                    <a:pt x="5887524" y="54025"/>
                  </a:lnTo>
                  <a:lnTo>
                    <a:pt x="5887618" y="54025"/>
                  </a:lnTo>
                  <a:lnTo>
                    <a:pt x="5887712" y="54025"/>
                  </a:lnTo>
                  <a:lnTo>
                    <a:pt x="5887807" y="54025"/>
                  </a:lnTo>
                  <a:lnTo>
                    <a:pt x="5887901" y="54025"/>
                  </a:lnTo>
                  <a:lnTo>
                    <a:pt x="5887995" y="54025"/>
                  </a:lnTo>
                  <a:lnTo>
                    <a:pt x="5888089" y="54025"/>
                  </a:lnTo>
                  <a:lnTo>
                    <a:pt x="5888183" y="54025"/>
                  </a:lnTo>
                  <a:lnTo>
                    <a:pt x="5888277" y="54025"/>
                  </a:lnTo>
                  <a:lnTo>
                    <a:pt x="5888372" y="54025"/>
                  </a:lnTo>
                  <a:lnTo>
                    <a:pt x="5888466" y="54025"/>
                  </a:lnTo>
                  <a:lnTo>
                    <a:pt x="5888560" y="54025"/>
                  </a:lnTo>
                  <a:lnTo>
                    <a:pt x="5888654" y="54025"/>
                  </a:lnTo>
                  <a:lnTo>
                    <a:pt x="5888748" y="54025"/>
                  </a:lnTo>
                  <a:lnTo>
                    <a:pt x="5888842" y="54025"/>
                  </a:lnTo>
                  <a:lnTo>
                    <a:pt x="5888936" y="54025"/>
                  </a:lnTo>
                  <a:lnTo>
                    <a:pt x="5889031" y="54025"/>
                  </a:lnTo>
                  <a:lnTo>
                    <a:pt x="5889125" y="54025"/>
                  </a:lnTo>
                  <a:lnTo>
                    <a:pt x="5889219" y="54025"/>
                  </a:lnTo>
                  <a:lnTo>
                    <a:pt x="5889313" y="54025"/>
                  </a:lnTo>
                  <a:lnTo>
                    <a:pt x="5889407" y="54025"/>
                  </a:lnTo>
                  <a:lnTo>
                    <a:pt x="5889501" y="54025"/>
                  </a:lnTo>
                  <a:lnTo>
                    <a:pt x="5889596" y="54025"/>
                  </a:lnTo>
                  <a:lnTo>
                    <a:pt x="5889690" y="54025"/>
                  </a:lnTo>
                  <a:lnTo>
                    <a:pt x="5889784" y="54025"/>
                  </a:lnTo>
                  <a:lnTo>
                    <a:pt x="5889878" y="54025"/>
                  </a:lnTo>
                  <a:lnTo>
                    <a:pt x="5889878" y="49113"/>
                  </a:lnTo>
                  <a:lnTo>
                    <a:pt x="5889972" y="49113"/>
                  </a:lnTo>
                  <a:lnTo>
                    <a:pt x="5890066" y="49113"/>
                  </a:lnTo>
                  <a:lnTo>
                    <a:pt x="5890160" y="49113"/>
                  </a:lnTo>
                  <a:lnTo>
                    <a:pt x="5890255" y="49113"/>
                  </a:lnTo>
                  <a:lnTo>
                    <a:pt x="5890349" y="49113"/>
                  </a:lnTo>
                  <a:lnTo>
                    <a:pt x="5890443" y="49113"/>
                  </a:lnTo>
                  <a:lnTo>
                    <a:pt x="5890537" y="49113"/>
                  </a:lnTo>
                  <a:lnTo>
                    <a:pt x="5890631" y="49113"/>
                  </a:lnTo>
                  <a:lnTo>
                    <a:pt x="5890725" y="49113"/>
                  </a:lnTo>
                  <a:lnTo>
                    <a:pt x="5890820" y="49113"/>
                  </a:lnTo>
                  <a:lnTo>
                    <a:pt x="5890914" y="49113"/>
                  </a:lnTo>
                  <a:lnTo>
                    <a:pt x="5891008" y="49113"/>
                  </a:lnTo>
                  <a:lnTo>
                    <a:pt x="5891102" y="49113"/>
                  </a:lnTo>
                  <a:lnTo>
                    <a:pt x="5891196" y="49113"/>
                  </a:lnTo>
                  <a:lnTo>
                    <a:pt x="5891290" y="49113"/>
                  </a:lnTo>
                  <a:lnTo>
                    <a:pt x="5891384" y="49113"/>
                  </a:lnTo>
                  <a:lnTo>
                    <a:pt x="5891479" y="49113"/>
                  </a:lnTo>
                  <a:lnTo>
                    <a:pt x="5891573" y="49113"/>
                  </a:lnTo>
                  <a:lnTo>
                    <a:pt x="5891667" y="49113"/>
                  </a:lnTo>
                  <a:lnTo>
                    <a:pt x="5891761" y="49113"/>
                  </a:lnTo>
                  <a:lnTo>
                    <a:pt x="5891855" y="49113"/>
                  </a:lnTo>
                  <a:lnTo>
                    <a:pt x="5891949" y="49113"/>
                  </a:lnTo>
                  <a:lnTo>
                    <a:pt x="5892043" y="49113"/>
                  </a:lnTo>
                  <a:lnTo>
                    <a:pt x="5892138" y="49113"/>
                  </a:lnTo>
                  <a:lnTo>
                    <a:pt x="5892232" y="49113"/>
                  </a:lnTo>
                  <a:lnTo>
                    <a:pt x="5892326" y="49113"/>
                  </a:lnTo>
                  <a:lnTo>
                    <a:pt x="5892420" y="49113"/>
                  </a:lnTo>
                  <a:lnTo>
                    <a:pt x="5892514" y="49113"/>
                  </a:lnTo>
                  <a:lnTo>
                    <a:pt x="5892608" y="49113"/>
                  </a:lnTo>
                  <a:lnTo>
                    <a:pt x="5892703" y="49113"/>
                  </a:lnTo>
                  <a:lnTo>
                    <a:pt x="5892797" y="49113"/>
                  </a:lnTo>
                  <a:lnTo>
                    <a:pt x="5892891" y="49113"/>
                  </a:lnTo>
                  <a:lnTo>
                    <a:pt x="5892985" y="49113"/>
                  </a:lnTo>
                  <a:lnTo>
                    <a:pt x="5893079" y="49113"/>
                  </a:lnTo>
                  <a:lnTo>
                    <a:pt x="5893173" y="49113"/>
                  </a:lnTo>
                  <a:lnTo>
                    <a:pt x="5893267" y="49113"/>
                  </a:lnTo>
                  <a:lnTo>
                    <a:pt x="5893362" y="49113"/>
                  </a:lnTo>
                  <a:lnTo>
                    <a:pt x="5893456" y="49113"/>
                  </a:lnTo>
                  <a:lnTo>
                    <a:pt x="5893550" y="49113"/>
                  </a:lnTo>
                  <a:lnTo>
                    <a:pt x="5893644" y="49113"/>
                  </a:lnTo>
                  <a:lnTo>
                    <a:pt x="5893738" y="49113"/>
                  </a:lnTo>
                  <a:lnTo>
                    <a:pt x="5893832" y="49113"/>
                  </a:lnTo>
                  <a:lnTo>
                    <a:pt x="5893927" y="49113"/>
                  </a:lnTo>
                  <a:lnTo>
                    <a:pt x="5894021" y="49113"/>
                  </a:lnTo>
                  <a:lnTo>
                    <a:pt x="5894115" y="49113"/>
                  </a:lnTo>
                  <a:lnTo>
                    <a:pt x="5894209" y="49113"/>
                  </a:lnTo>
                  <a:lnTo>
                    <a:pt x="5894303" y="49113"/>
                  </a:lnTo>
                  <a:lnTo>
                    <a:pt x="5894397" y="49113"/>
                  </a:lnTo>
                  <a:lnTo>
                    <a:pt x="5894491" y="49113"/>
                  </a:lnTo>
                  <a:lnTo>
                    <a:pt x="5894586" y="49113"/>
                  </a:lnTo>
                  <a:lnTo>
                    <a:pt x="5894680" y="49113"/>
                  </a:lnTo>
                  <a:lnTo>
                    <a:pt x="5894774" y="49113"/>
                  </a:lnTo>
                  <a:lnTo>
                    <a:pt x="5894868" y="49113"/>
                  </a:lnTo>
                  <a:lnTo>
                    <a:pt x="5894962" y="49113"/>
                  </a:lnTo>
                  <a:lnTo>
                    <a:pt x="5895056" y="49113"/>
                  </a:lnTo>
                  <a:lnTo>
                    <a:pt x="5895151" y="49113"/>
                  </a:lnTo>
                  <a:lnTo>
                    <a:pt x="5895245" y="49113"/>
                  </a:lnTo>
                  <a:lnTo>
                    <a:pt x="5895339" y="49113"/>
                  </a:lnTo>
                  <a:lnTo>
                    <a:pt x="5895433" y="49113"/>
                  </a:lnTo>
                  <a:lnTo>
                    <a:pt x="5895527" y="49113"/>
                  </a:lnTo>
                  <a:lnTo>
                    <a:pt x="5895621" y="49113"/>
                  </a:lnTo>
                  <a:lnTo>
                    <a:pt x="5895715" y="49113"/>
                  </a:lnTo>
                  <a:lnTo>
                    <a:pt x="5895810" y="49113"/>
                  </a:lnTo>
                  <a:lnTo>
                    <a:pt x="5895904" y="49113"/>
                  </a:lnTo>
                  <a:lnTo>
                    <a:pt x="5895998" y="49113"/>
                  </a:lnTo>
                  <a:lnTo>
                    <a:pt x="5896092" y="49113"/>
                  </a:lnTo>
                  <a:lnTo>
                    <a:pt x="5896186" y="49113"/>
                  </a:lnTo>
                  <a:lnTo>
                    <a:pt x="5896280" y="49113"/>
                  </a:lnTo>
                  <a:lnTo>
                    <a:pt x="5896374" y="49113"/>
                  </a:lnTo>
                  <a:lnTo>
                    <a:pt x="5896469" y="49113"/>
                  </a:lnTo>
                  <a:lnTo>
                    <a:pt x="5896563" y="49113"/>
                  </a:lnTo>
                  <a:lnTo>
                    <a:pt x="5896657" y="49113"/>
                  </a:lnTo>
                  <a:lnTo>
                    <a:pt x="5896751" y="49113"/>
                  </a:lnTo>
                  <a:lnTo>
                    <a:pt x="5896845" y="49113"/>
                  </a:lnTo>
                  <a:lnTo>
                    <a:pt x="5896939" y="49113"/>
                  </a:lnTo>
                  <a:lnTo>
                    <a:pt x="5897034" y="49113"/>
                  </a:lnTo>
                  <a:lnTo>
                    <a:pt x="5897128" y="49113"/>
                  </a:lnTo>
                  <a:lnTo>
                    <a:pt x="5897222" y="49113"/>
                  </a:lnTo>
                  <a:lnTo>
                    <a:pt x="5897316" y="49113"/>
                  </a:lnTo>
                  <a:lnTo>
                    <a:pt x="5897410" y="49113"/>
                  </a:lnTo>
                  <a:lnTo>
                    <a:pt x="5897504" y="49113"/>
                  </a:lnTo>
                  <a:lnTo>
                    <a:pt x="5897598" y="49113"/>
                  </a:lnTo>
                  <a:lnTo>
                    <a:pt x="5897693" y="49113"/>
                  </a:lnTo>
                  <a:lnTo>
                    <a:pt x="5897787" y="49113"/>
                  </a:lnTo>
                  <a:lnTo>
                    <a:pt x="5897881" y="49113"/>
                  </a:lnTo>
                  <a:lnTo>
                    <a:pt x="5897975" y="49113"/>
                  </a:lnTo>
                  <a:lnTo>
                    <a:pt x="5898069" y="49113"/>
                  </a:lnTo>
                  <a:lnTo>
                    <a:pt x="5898163" y="49113"/>
                  </a:lnTo>
                  <a:lnTo>
                    <a:pt x="5898258" y="49113"/>
                  </a:lnTo>
                  <a:lnTo>
                    <a:pt x="5898352" y="49113"/>
                  </a:lnTo>
                  <a:lnTo>
                    <a:pt x="5898446" y="49113"/>
                  </a:lnTo>
                  <a:lnTo>
                    <a:pt x="5898540" y="49113"/>
                  </a:lnTo>
                  <a:lnTo>
                    <a:pt x="5898634" y="49113"/>
                  </a:lnTo>
                  <a:lnTo>
                    <a:pt x="5898728" y="49113"/>
                  </a:lnTo>
                  <a:lnTo>
                    <a:pt x="5898822" y="49113"/>
                  </a:lnTo>
                  <a:lnTo>
                    <a:pt x="5898917" y="49113"/>
                  </a:lnTo>
                  <a:lnTo>
                    <a:pt x="5899011" y="49113"/>
                  </a:lnTo>
                  <a:lnTo>
                    <a:pt x="5899105" y="49113"/>
                  </a:lnTo>
                  <a:lnTo>
                    <a:pt x="5899199" y="49113"/>
                  </a:lnTo>
                  <a:lnTo>
                    <a:pt x="5899293" y="49113"/>
                  </a:lnTo>
                  <a:lnTo>
                    <a:pt x="5899387" y="49113"/>
                  </a:lnTo>
                  <a:lnTo>
                    <a:pt x="5899482" y="49113"/>
                  </a:lnTo>
                  <a:lnTo>
                    <a:pt x="5899576" y="49113"/>
                  </a:lnTo>
                  <a:lnTo>
                    <a:pt x="5899670" y="49113"/>
                  </a:lnTo>
                  <a:lnTo>
                    <a:pt x="5899764" y="49113"/>
                  </a:lnTo>
                  <a:lnTo>
                    <a:pt x="5899858" y="49113"/>
                  </a:lnTo>
                  <a:lnTo>
                    <a:pt x="5899952" y="49113"/>
                  </a:lnTo>
                  <a:lnTo>
                    <a:pt x="5900046" y="49113"/>
                  </a:lnTo>
                  <a:lnTo>
                    <a:pt x="5900141" y="49113"/>
                  </a:lnTo>
                  <a:lnTo>
                    <a:pt x="5900235" y="49113"/>
                  </a:lnTo>
                  <a:lnTo>
                    <a:pt x="5900329" y="49113"/>
                  </a:lnTo>
                  <a:lnTo>
                    <a:pt x="5900423" y="49113"/>
                  </a:lnTo>
                  <a:lnTo>
                    <a:pt x="5900517" y="49113"/>
                  </a:lnTo>
                  <a:lnTo>
                    <a:pt x="5900611" y="49113"/>
                  </a:lnTo>
                  <a:lnTo>
                    <a:pt x="5900705" y="49113"/>
                  </a:lnTo>
                  <a:lnTo>
                    <a:pt x="5900800" y="49113"/>
                  </a:lnTo>
                  <a:lnTo>
                    <a:pt x="5900894" y="49113"/>
                  </a:lnTo>
                  <a:lnTo>
                    <a:pt x="5900988" y="49113"/>
                  </a:lnTo>
                  <a:lnTo>
                    <a:pt x="5901082" y="49113"/>
                  </a:lnTo>
                  <a:lnTo>
                    <a:pt x="5901176" y="49113"/>
                  </a:lnTo>
                  <a:lnTo>
                    <a:pt x="5901270" y="49113"/>
                  </a:lnTo>
                  <a:lnTo>
                    <a:pt x="5901365" y="49113"/>
                  </a:lnTo>
                  <a:lnTo>
                    <a:pt x="5901459" y="49113"/>
                  </a:lnTo>
                  <a:lnTo>
                    <a:pt x="5901553" y="49113"/>
                  </a:lnTo>
                  <a:lnTo>
                    <a:pt x="5901647" y="49113"/>
                  </a:lnTo>
                  <a:lnTo>
                    <a:pt x="5901741" y="49113"/>
                  </a:lnTo>
                  <a:lnTo>
                    <a:pt x="5901835" y="49113"/>
                  </a:lnTo>
                  <a:lnTo>
                    <a:pt x="5901929" y="49113"/>
                  </a:lnTo>
                  <a:lnTo>
                    <a:pt x="5902024" y="49113"/>
                  </a:lnTo>
                  <a:lnTo>
                    <a:pt x="5902118" y="49113"/>
                  </a:lnTo>
                  <a:lnTo>
                    <a:pt x="5902212" y="49113"/>
                  </a:lnTo>
                  <a:lnTo>
                    <a:pt x="5902306" y="49113"/>
                  </a:lnTo>
                  <a:lnTo>
                    <a:pt x="5902400" y="49113"/>
                  </a:lnTo>
                  <a:lnTo>
                    <a:pt x="5902494" y="49113"/>
                  </a:lnTo>
                  <a:lnTo>
                    <a:pt x="5902589" y="49113"/>
                  </a:lnTo>
                  <a:lnTo>
                    <a:pt x="5902683" y="49113"/>
                  </a:lnTo>
                  <a:lnTo>
                    <a:pt x="5902777" y="49113"/>
                  </a:lnTo>
                  <a:lnTo>
                    <a:pt x="5902871" y="49113"/>
                  </a:lnTo>
                  <a:lnTo>
                    <a:pt x="5902965" y="49113"/>
                  </a:lnTo>
                  <a:lnTo>
                    <a:pt x="5903059" y="49113"/>
                  </a:lnTo>
                  <a:lnTo>
                    <a:pt x="5903153" y="49113"/>
                  </a:lnTo>
                  <a:lnTo>
                    <a:pt x="5903248" y="49113"/>
                  </a:lnTo>
                  <a:lnTo>
                    <a:pt x="5903342" y="49113"/>
                  </a:lnTo>
                  <a:lnTo>
                    <a:pt x="5903436" y="49113"/>
                  </a:lnTo>
                  <a:lnTo>
                    <a:pt x="5903530" y="49113"/>
                  </a:lnTo>
                  <a:lnTo>
                    <a:pt x="5903624" y="49113"/>
                  </a:lnTo>
                  <a:lnTo>
                    <a:pt x="5903718" y="49113"/>
                  </a:lnTo>
                  <a:lnTo>
                    <a:pt x="5903813" y="49113"/>
                  </a:lnTo>
                  <a:lnTo>
                    <a:pt x="5903907" y="49113"/>
                  </a:lnTo>
                  <a:lnTo>
                    <a:pt x="5904001" y="49113"/>
                  </a:lnTo>
                  <a:lnTo>
                    <a:pt x="5904095" y="49113"/>
                  </a:lnTo>
                  <a:lnTo>
                    <a:pt x="5904189" y="49113"/>
                  </a:lnTo>
                  <a:lnTo>
                    <a:pt x="5904283" y="49113"/>
                  </a:lnTo>
                  <a:lnTo>
                    <a:pt x="5904377" y="49113"/>
                  </a:lnTo>
                  <a:lnTo>
                    <a:pt x="5904472" y="49113"/>
                  </a:lnTo>
                  <a:lnTo>
                    <a:pt x="5904566" y="49113"/>
                  </a:lnTo>
                  <a:lnTo>
                    <a:pt x="5904660" y="49113"/>
                  </a:lnTo>
                  <a:lnTo>
                    <a:pt x="5904754" y="49113"/>
                  </a:lnTo>
                  <a:lnTo>
                    <a:pt x="5904848" y="49113"/>
                  </a:lnTo>
                  <a:lnTo>
                    <a:pt x="5904942" y="49113"/>
                  </a:lnTo>
                  <a:lnTo>
                    <a:pt x="5905036" y="49113"/>
                  </a:lnTo>
                  <a:lnTo>
                    <a:pt x="5905131" y="49113"/>
                  </a:lnTo>
                  <a:lnTo>
                    <a:pt x="5905225" y="49113"/>
                  </a:lnTo>
                  <a:lnTo>
                    <a:pt x="5905319" y="49113"/>
                  </a:lnTo>
                  <a:lnTo>
                    <a:pt x="5905413" y="49113"/>
                  </a:lnTo>
                  <a:lnTo>
                    <a:pt x="5905507" y="49113"/>
                  </a:lnTo>
                  <a:lnTo>
                    <a:pt x="5905601" y="49113"/>
                  </a:lnTo>
                  <a:lnTo>
                    <a:pt x="5905696" y="49113"/>
                  </a:lnTo>
                  <a:lnTo>
                    <a:pt x="5905790" y="49113"/>
                  </a:lnTo>
                  <a:lnTo>
                    <a:pt x="5905884" y="49113"/>
                  </a:lnTo>
                  <a:lnTo>
                    <a:pt x="5905978" y="49113"/>
                  </a:lnTo>
                  <a:lnTo>
                    <a:pt x="5906072" y="49113"/>
                  </a:lnTo>
                  <a:lnTo>
                    <a:pt x="5906166" y="49113"/>
                  </a:lnTo>
                  <a:lnTo>
                    <a:pt x="5906260" y="49113"/>
                  </a:lnTo>
                  <a:lnTo>
                    <a:pt x="5906355" y="49113"/>
                  </a:lnTo>
                  <a:lnTo>
                    <a:pt x="5906449" y="49113"/>
                  </a:lnTo>
                  <a:lnTo>
                    <a:pt x="5906543" y="49113"/>
                  </a:lnTo>
                  <a:lnTo>
                    <a:pt x="5906637" y="49113"/>
                  </a:lnTo>
                  <a:lnTo>
                    <a:pt x="5906731" y="49113"/>
                  </a:lnTo>
                  <a:lnTo>
                    <a:pt x="5906825" y="49113"/>
                  </a:lnTo>
                  <a:lnTo>
                    <a:pt x="5906920" y="49113"/>
                  </a:lnTo>
                  <a:lnTo>
                    <a:pt x="5907014" y="49113"/>
                  </a:lnTo>
                  <a:lnTo>
                    <a:pt x="5907108" y="49113"/>
                  </a:lnTo>
                  <a:lnTo>
                    <a:pt x="5907202" y="49113"/>
                  </a:lnTo>
                  <a:lnTo>
                    <a:pt x="5907296" y="49113"/>
                  </a:lnTo>
                  <a:lnTo>
                    <a:pt x="5907390" y="49113"/>
                  </a:lnTo>
                  <a:lnTo>
                    <a:pt x="5907484" y="49113"/>
                  </a:lnTo>
                  <a:lnTo>
                    <a:pt x="5907579" y="49113"/>
                  </a:lnTo>
                  <a:lnTo>
                    <a:pt x="5907673" y="49113"/>
                  </a:lnTo>
                  <a:lnTo>
                    <a:pt x="5907767" y="49113"/>
                  </a:lnTo>
                  <a:lnTo>
                    <a:pt x="5907861" y="49113"/>
                  </a:lnTo>
                  <a:lnTo>
                    <a:pt x="5907955" y="49113"/>
                  </a:lnTo>
                  <a:lnTo>
                    <a:pt x="5908049" y="49113"/>
                  </a:lnTo>
                  <a:lnTo>
                    <a:pt x="5908144" y="49113"/>
                  </a:lnTo>
                  <a:lnTo>
                    <a:pt x="5908238" y="49113"/>
                  </a:lnTo>
                  <a:lnTo>
                    <a:pt x="5908332" y="49113"/>
                  </a:lnTo>
                  <a:lnTo>
                    <a:pt x="5908426" y="49113"/>
                  </a:lnTo>
                  <a:lnTo>
                    <a:pt x="5908520" y="49113"/>
                  </a:lnTo>
                  <a:lnTo>
                    <a:pt x="5908614" y="49113"/>
                  </a:lnTo>
                  <a:lnTo>
                    <a:pt x="5908708" y="49113"/>
                  </a:lnTo>
                  <a:lnTo>
                    <a:pt x="5908803" y="49113"/>
                  </a:lnTo>
                  <a:lnTo>
                    <a:pt x="5908897" y="49113"/>
                  </a:lnTo>
                  <a:lnTo>
                    <a:pt x="5908991" y="49113"/>
                  </a:lnTo>
                  <a:lnTo>
                    <a:pt x="5909085" y="49113"/>
                  </a:lnTo>
                  <a:lnTo>
                    <a:pt x="5909179" y="49113"/>
                  </a:lnTo>
                  <a:lnTo>
                    <a:pt x="5909273" y="49113"/>
                  </a:lnTo>
                  <a:lnTo>
                    <a:pt x="5909367" y="49113"/>
                  </a:lnTo>
                  <a:lnTo>
                    <a:pt x="5909462" y="49113"/>
                  </a:lnTo>
                  <a:lnTo>
                    <a:pt x="5909556" y="49113"/>
                  </a:lnTo>
                  <a:lnTo>
                    <a:pt x="5909650" y="49113"/>
                  </a:lnTo>
                  <a:lnTo>
                    <a:pt x="5909744" y="49113"/>
                  </a:lnTo>
                  <a:lnTo>
                    <a:pt x="5909838" y="49113"/>
                  </a:lnTo>
                  <a:lnTo>
                    <a:pt x="5909932" y="49113"/>
                  </a:lnTo>
                  <a:lnTo>
                    <a:pt x="5910027" y="49113"/>
                  </a:lnTo>
                  <a:lnTo>
                    <a:pt x="5910121" y="49113"/>
                  </a:lnTo>
                  <a:lnTo>
                    <a:pt x="5910215" y="49113"/>
                  </a:lnTo>
                  <a:lnTo>
                    <a:pt x="5910309" y="49113"/>
                  </a:lnTo>
                  <a:lnTo>
                    <a:pt x="5910403" y="49113"/>
                  </a:lnTo>
                  <a:lnTo>
                    <a:pt x="5910497" y="49113"/>
                  </a:lnTo>
                  <a:lnTo>
                    <a:pt x="5910591" y="49113"/>
                  </a:lnTo>
                  <a:lnTo>
                    <a:pt x="5910686" y="49113"/>
                  </a:lnTo>
                  <a:lnTo>
                    <a:pt x="5910780" y="49113"/>
                  </a:lnTo>
                  <a:lnTo>
                    <a:pt x="5910874" y="49113"/>
                  </a:lnTo>
                  <a:lnTo>
                    <a:pt x="5910968" y="49113"/>
                  </a:lnTo>
                  <a:lnTo>
                    <a:pt x="5911062" y="49113"/>
                  </a:lnTo>
                  <a:lnTo>
                    <a:pt x="5911156" y="49113"/>
                  </a:lnTo>
                  <a:lnTo>
                    <a:pt x="5911251" y="49113"/>
                  </a:lnTo>
                  <a:lnTo>
                    <a:pt x="5911251" y="44202"/>
                  </a:lnTo>
                  <a:lnTo>
                    <a:pt x="5911345" y="44202"/>
                  </a:lnTo>
                  <a:lnTo>
                    <a:pt x="5911439" y="44202"/>
                  </a:lnTo>
                  <a:lnTo>
                    <a:pt x="5911533" y="44202"/>
                  </a:lnTo>
                  <a:lnTo>
                    <a:pt x="5911627" y="44202"/>
                  </a:lnTo>
                  <a:lnTo>
                    <a:pt x="5911721" y="44202"/>
                  </a:lnTo>
                  <a:lnTo>
                    <a:pt x="5911815" y="44202"/>
                  </a:lnTo>
                  <a:lnTo>
                    <a:pt x="5911910" y="44202"/>
                  </a:lnTo>
                  <a:lnTo>
                    <a:pt x="5912004" y="44202"/>
                  </a:lnTo>
                  <a:lnTo>
                    <a:pt x="5912098" y="44202"/>
                  </a:lnTo>
                  <a:lnTo>
                    <a:pt x="5912192" y="44202"/>
                  </a:lnTo>
                  <a:lnTo>
                    <a:pt x="5912286" y="44202"/>
                  </a:lnTo>
                  <a:lnTo>
                    <a:pt x="5912380" y="44202"/>
                  </a:lnTo>
                  <a:lnTo>
                    <a:pt x="5912475" y="44202"/>
                  </a:lnTo>
                  <a:lnTo>
                    <a:pt x="5912569" y="44202"/>
                  </a:lnTo>
                  <a:lnTo>
                    <a:pt x="5912663" y="44202"/>
                  </a:lnTo>
                  <a:lnTo>
                    <a:pt x="5912757" y="44202"/>
                  </a:lnTo>
                  <a:lnTo>
                    <a:pt x="5912851" y="44202"/>
                  </a:lnTo>
                  <a:lnTo>
                    <a:pt x="5912945" y="44202"/>
                  </a:lnTo>
                  <a:lnTo>
                    <a:pt x="5913039" y="44202"/>
                  </a:lnTo>
                  <a:lnTo>
                    <a:pt x="5913134" y="44202"/>
                  </a:lnTo>
                  <a:lnTo>
                    <a:pt x="5913228" y="44202"/>
                  </a:lnTo>
                  <a:lnTo>
                    <a:pt x="5913322" y="44202"/>
                  </a:lnTo>
                  <a:lnTo>
                    <a:pt x="5913416" y="44202"/>
                  </a:lnTo>
                  <a:lnTo>
                    <a:pt x="5913510" y="44202"/>
                  </a:lnTo>
                  <a:lnTo>
                    <a:pt x="5913604" y="44202"/>
                  </a:lnTo>
                  <a:lnTo>
                    <a:pt x="5913698" y="44202"/>
                  </a:lnTo>
                  <a:lnTo>
                    <a:pt x="5913793" y="44202"/>
                  </a:lnTo>
                  <a:lnTo>
                    <a:pt x="5913887" y="44202"/>
                  </a:lnTo>
                  <a:lnTo>
                    <a:pt x="5913981" y="44202"/>
                  </a:lnTo>
                  <a:lnTo>
                    <a:pt x="5914075" y="44202"/>
                  </a:lnTo>
                  <a:lnTo>
                    <a:pt x="5914169" y="44202"/>
                  </a:lnTo>
                  <a:lnTo>
                    <a:pt x="5914263" y="44202"/>
                  </a:lnTo>
                  <a:lnTo>
                    <a:pt x="5914358" y="44202"/>
                  </a:lnTo>
                  <a:lnTo>
                    <a:pt x="5914452" y="44202"/>
                  </a:lnTo>
                  <a:lnTo>
                    <a:pt x="5914546" y="44202"/>
                  </a:lnTo>
                  <a:lnTo>
                    <a:pt x="5914640" y="44202"/>
                  </a:lnTo>
                  <a:lnTo>
                    <a:pt x="5914734" y="44202"/>
                  </a:lnTo>
                  <a:lnTo>
                    <a:pt x="5914828" y="44202"/>
                  </a:lnTo>
                  <a:lnTo>
                    <a:pt x="5914922" y="44202"/>
                  </a:lnTo>
                  <a:lnTo>
                    <a:pt x="5915017" y="44202"/>
                  </a:lnTo>
                  <a:lnTo>
                    <a:pt x="5915111" y="44202"/>
                  </a:lnTo>
                  <a:lnTo>
                    <a:pt x="5915205" y="44202"/>
                  </a:lnTo>
                  <a:lnTo>
                    <a:pt x="5915299" y="44202"/>
                  </a:lnTo>
                  <a:lnTo>
                    <a:pt x="5915393" y="44202"/>
                  </a:lnTo>
                  <a:lnTo>
                    <a:pt x="5915487" y="44202"/>
                  </a:lnTo>
                  <a:lnTo>
                    <a:pt x="5915582" y="44202"/>
                  </a:lnTo>
                  <a:lnTo>
                    <a:pt x="5915676" y="44202"/>
                  </a:lnTo>
                  <a:lnTo>
                    <a:pt x="5915770" y="44202"/>
                  </a:lnTo>
                  <a:lnTo>
                    <a:pt x="5915864" y="44202"/>
                  </a:lnTo>
                  <a:lnTo>
                    <a:pt x="5915958" y="44202"/>
                  </a:lnTo>
                  <a:lnTo>
                    <a:pt x="5916052" y="44202"/>
                  </a:lnTo>
                  <a:lnTo>
                    <a:pt x="5916146" y="44202"/>
                  </a:lnTo>
                  <a:lnTo>
                    <a:pt x="5916241" y="44202"/>
                  </a:lnTo>
                  <a:lnTo>
                    <a:pt x="5916335" y="44202"/>
                  </a:lnTo>
                  <a:lnTo>
                    <a:pt x="5916429" y="44202"/>
                  </a:lnTo>
                  <a:lnTo>
                    <a:pt x="5916523" y="44202"/>
                  </a:lnTo>
                  <a:lnTo>
                    <a:pt x="5916617" y="44202"/>
                  </a:lnTo>
                  <a:lnTo>
                    <a:pt x="5916711" y="44202"/>
                  </a:lnTo>
                  <a:lnTo>
                    <a:pt x="5916806" y="44202"/>
                  </a:lnTo>
                  <a:lnTo>
                    <a:pt x="5916900" y="44202"/>
                  </a:lnTo>
                  <a:lnTo>
                    <a:pt x="5916994" y="44202"/>
                  </a:lnTo>
                  <a:lnTo>
                    <a:pt x="5917088" y="44202"/>
                  </a:lnTo>
                  <a:lnTo>
                    <a:pt x="5917182" y="44202"/>
                  </a:lnTo>
                  <a:lnTo>
                    <a:pt x="5917276" y="44202"/>
                  </a:lnTo>
                  <a:lnTo>
                    <a:pt x="5917370" y="44202"/>
                  </a:lnTo>
                  <a:lnTo>
                    <a:pt x="5917465" y="44202"/>
                  </a:lnTo>
                  <a:lnTo>
                    <a:pt x="5917559" y="44202"/>
                  </a:lnTo>
                  <a:lnTo>
                    <a:pt x="5917653" y="44202"/>
                  </a:lnTo>
                  <a:lnTo>
                    <a:pt x="5917747" y="44202"/>
                  </a:lnTo>
                  <a:lnTo>
                    <a:pt x="5917841" y="44202"/>
                  </a:lnTo>
                  <a:lnTo>
                    <a:pt x="5917935" y="44202"/>
                  </a:lnTo>
                  <a:lnTo>
                    <a:pt x="5918029" y="44202"/>
                  </a:lnTo>
                  <a:lnTo>
                    <a:pt x="5918124" y="44202"/>
                  </a:lnTo>
                  <a:lnTo>
                    <a:pt x="5918218" y="44202"/>
                  </a:lnTo>
                  <a:lnTo>
                    <a:pt x="5918312" y="44202"/>
                  </a:lnTo>
                  <a:lnTo>
                    <a:pt x="5918406" y="44202"/>
                  </a:lnTo>
                  <a:lnTo>
                    <a:pt x="5918500" y="44202"/>
                  </a:lnTo>
                  <a:lnTo>
                    <a:pt x="5918594" y="44202"/>
                  </a:lnTo>
                  <a:lnTo>
                    <a:pt x="5918689" y="44202"/>
                  </a:lnTo>
                  <a:lnTo>
                    <a:pt x="5918783" y="44202"/>
                  </a:lnTo>
                  <a:lnTo>
                    <a:pt x="5918877" y="44202"/>
                  </a:lnTo>
                  <a:lnTo>
                    <a:pt x="5918971" y="44202"/>
                  </a:lnTo>
                  <a:lnTo>
                    <a:pt x="5919065" y="44202"/>
                  </a:lnTo>
                  <a:lnTo>
                    <a:pt x="5919159" y="44202"/>
                  </a:lnTo>
                  <a:lnTo>
                    <a:pt x="5919253" y="44202"/>
                  </a:lnTo>
                  <a:lnTo>
                    <a:pt x="5919348" y="44202"/>
                  </a:lnTo>
                  <a:lnTo>
                    <a:pt x="5919442" y="44202"/>
                  </a:lnTo>
                  <a:lnTo>
                    <a:pt x="5919536" y="44202"/>
                  </a:lnTo>
                  <a:lnTo>
                    <a:pt x="5919630" y="44202"/>
                  </a:lnTo>
                  <a:lnTo>
                    <a:pt x="5919724" y="44202"/>
                  </a:lnTo>
                  <a:lnTo>
                    <a:pt x="5919818" y="44202"/>
                  </a:lnTo>
                  <a:lnTo>
                    <a:pt x="5919913" y="44202"/>
                  </a:lnTo>
                  <a:lnTo>
                    <a:pt x="5920007" y="44202"/>
                  </a:lnTo>
                  <a:lnTo>
                    <a:pt x="5920101" y="44202"/>
                  </a:lnTo>
                  <a:lnTo>
                    <a:pt x="5920195" y="44202"/>
                  </a:lnTo>
                  <a:lnTo>
                    <a:pt x="5920289" y="44202"/>
                  </a:lnTo>
                  <a:lnTo>
                    <a:pt x="5920383" y="44202"/>
                  </a:lnTo>
                  <a:lnTo>
                    <a:pt x="5920477" y="44202"/>
                  </a:lnTo>
                  <a:lnTo>
                    <a:pt x="5920572" y="44202"/>
                  </a:lnTo>
                  <a:lnTo>
                    <a:pt x="5920666" y="44202"/>
                  </a:lnTo>
                  <a:lnTo>
                    <a:pt x="5920760" y="44202"/>
                  </a:lnTo>
                  <a:lnTo>
                    <a:pt x="5920854" y="44202"/>
                  </a:lnTo>
                  <a:lnTo>
                    <a:pt x="5920948" y="44202"/>
                  </a:lnTo>
                  <a:lnTo>
                    <a:pt x="5921042" y="44202"/>
                  </a:lnTo>
                  <a:lnTo>
                    <a:pt x="5921137" y="44202"/>
                  </a:lnTo>
                  <a:lnTo>
                    <a:pt x="5921231" y="44202"/>
                  </a:lnTo>
                  <a:lnTo>
                    <a:pt x="5921325" y="44202"/>
                  </a:lnTo>
                  <a:lnTo>
                    <a:pt x="5921419" y="44202"/>
                  </a:lnTo>
                  <a:lnTo>
                    <a:pt x="5921513" y="44202"/>
                  </a:lnTo>
                  <a:lnTo>
                    <a:pt x="5921607" y="44202"/>
                  </a:lnTo>
                  <a:lnTo>
                    <a:pt x="5921701" y="44202"/>
                  </a:lnTo>
                  <a:lnTo>
                    <a:pt x="5921796" y="44202"/>
                  </a:lnTo>
                  <a:lnTo>
                    <a:pt x="5921890" y="44202"/>
                  </a:lnTo>
                  <a:lnTo>
                    <a:pt x="5921984" y="44202"/>
                  </a:lnTo>
                  <a:lnTo>
                    <a:pt x="5922078" y="44202"/>
                  </a:lnTo>
                  <a:lnTo>
                    <a:pt x="5922172" y="44202"/>
                  </a:lnTo>
                  <a:lnTo>
                    <a:pt x="5922266" y="44202"/>
                  </a:lnTo>
                  <a:lnTo>
                    <a:pt x="5922360" y="44202"/>
                  </a:lnTo>
                  <a:lnTo>
                    <a:pt x="5922455" y="44202"/>
                  </a:lnTo>
                  <a:lnTo>
                    <a:pt x="5922549" y="44202"/>
                  </a:lnTo>
                  <a:lnTo>
                    <a:pt x="5922643" y="44202"/>
                  </a:lnTo>
                  <a:lnTo>
                    <a:pt x="5922737" y="44202"/>
                  </a:lnTo>
                  <a:lnTo>
                    <a:pt x="5922831" y="44202"/>
                  </a:lnTo>
                  <a:lnTo>
                    <a:pt x="5922925" y="44202"/>
                  </a:lnTo>
                  <a:lnTo>
                    <a:pt x="5923020" y="44202"/>
                  </a:lnTo>
                  <a:lnTo>
                    <a:pt x="5923114" y="44202"/>
                  </a:lnTo>
                  <a:lnTo>
                    <a:pt x="5923208" y="44202"/>
                  </a:lnTo>
                  <a:lnTo>
                    <a:pt x="5923302" y="44202"/>
                  </a:lnTo>
                  <a:lnTo>
                    <a:pt x="5923396" y="44202"/>
                  </a:lnTo>
                  <a:lnTo>
                    <a:pt x="5923490" y="44202"/>
                  </a:lnTo>
                  <a:lnTo>
                    <a:pt x="5923584" y="44202"/>
                  </a:lnTo>
                  <a:lnTo>
                    <a:pt x="5923679" y="44202"/>
                  </a:lnTo>
                  <a:lnTo>
                    <a:pt x="5923773" y="44202"/>
                  </a:lnTo>
                  <a:lnTo>
                    <a:pt x="5923867" y="44202"/>
                  </a:lnTo>
                  <a:lnTo>
                    <a:pt x="5923961" y="44202"/>
                  </a:lnTo>
                  <a:lnTo>
                    <a:pt x="5924055" y="44202"/>
                  </a:lnTo>
                  <a:lnTo>
                    <a:pt x="5924149" y="44202"/>
                  </a:lnTo>
                  <a:lnTo>
                    <a:pt x="5924244" y="44202"/>
                  </a:lnTo>
                  <a:lnTo>
                    <a:pt x="5924338" y="44202"/>
                  </a:lnTo>
                  <a:lnTo>
                    <a:pt x="5924432" y="44202"/>
                  </a:lnTo>
                  <a:lnTo>
                    <a:pt x="5924526" y="44202"/>
                  </a:lnTo>
                  <a:lnTo>
                    <a:pt x="5924620" y="44202"/>
                  </a:lnTo>
                  <a:lnTo>
                    <a:pt x="5924714" y="44202"/>
                  </a:lnTo>
                  <a:lnTo>
                    <a:pt x="5924808" y="44202"/>
                  </a:lnTo>
                  <a:lnTo>
                    <a:pt x="5924903" y="44202"/>
                  </a:lnTo>
                  <a:lnTo>
                    <a:pt x="5924997" y="44202"/>
                  </a:lnTo>
                  <a:lnTo>
                    <a:pt x="5925091" y="44202"/>
                  </a:lnTo>
                  <a:lnTo>
                    <a:pt x="5925185" y="44202"/>
                  </a:lnTo>
                  <a:lnTo>
                    <a:pt x="5925279" y="44202"/>
                  </a:lnTo>
                  <a:lnTo>
                    <a:pt x="5925373" y="44202"/>
                  </a:lnTo>
                  <a:lnTo>
                    <a:pt x="5925468" y="44202"/>
                  </a:lnTo>
                  <a:lnTo>
                    <a:pt x="5925562" y="44202"/>
                  </a:lnTo>
                  <a:lnTo>
                    <a:pt x="5925656" y="44202"/>
                  </a:lnTo>
                  <a:lnTo>
                    <a:pt x="5925750" y="44202"/>
                  </a:lnTo>
                  <a:lnTo>
                    <a:pt x="5925844" y="44202"/>
                  </a:lnTo>
                  <a:lnTo>
                    <a:pt x="5925938" y="44202"/>
                  </a:lnTo>
                  <a:lnTo>
                    <a:pt x="5926032" y="44202"/>
                  </a:lnTo>
                  <a:lnTo>
                    <a:pt x="5926127" y="44202"/>
                  </a:lnTo>
                  <a:lnTo>
                    <a:pt x="5926221" y="44202"/>
                  </a:lnTo>
                  <a:lnTo>
                    <a:pt x="5926315" y="44202"/>
                  </a:lnTo>
                  <a:lnTo>
                    <a:pt x="5926409" y="44202"/>
                  </a:lnTo>
                  <a:lnTo>
                    <a:pt x="5926503" y="44202"/>
                  </a:lnTo>
                  <a:lnTo>
                    <a:pt x="5926597" y="44202"/>
                  </a:lnTo>
                  <a:lnTo>
                    <a:pt x="5926691" y="44202"/>
                  </a:lnTo>
                  <a:lnTo>
                    <a:pt x="5926786" y="44202"/>
                  </a:lnTo>
                  <a:lnTo>
                    <a:pt x="5926880" y="44202"/>
                  </a:lnTo>
                  <a:lnTo>
                    <a:pt x="5926974" y="44202"/>
                  </a:lnTo>
                  <a:lnTo>
                    <a:pt x="5927068" y="44202"/>
                  </a:lnTo>
                  <a:lnTo>
                    <a:pt x="5927162" y="44202"/>
                  </a:lnTo>
                  <a:lnTo>
                    <a:pt x="5927256" y="44202"/>
                  </a:lnTo>
                  <a:lnTo>
                    <a:pt x="5927351" y="44202"/>
                  </a:lnTo>
                  <a:lnTo>
                    <a:pt x="5927445" y="44202"/>
                  </a:lnTo>
                  <a:lnTo>
                    <a:pt x="5927539" y="44202"/>
                  </a:lnTo>
                  <a:lnTo>
                    <a:pt x="5927633" y="44202"/>
                  </a:lnTo>
                  <a:lnTo>
                    <a:pt x="5927727" y="44202"/>
                  </a:lnTo>
                  <a:lnTo>
                    <a:pt x="5927821" y="44202"/>
                  </a:lnTo>
                  <a:lnTo>
                    <a:pt x="5927915" y="44202"/>
                  </a:lnTo>
                  <a:lnTo>
                    <a:pt x="5928010" y="44202"/>
                  </a:lnTo>
                  <a:lnTo>
                    <a:pt x="5928104" y="44202"/>
                  </a:lnTo>
                  <a:lnTo>
                    <a:pt x="5928198" y="44202"/>
                  </a:lnTo>
                  <a:lnTo>
                    <a:pt x="5928292" y="44202"/>
                  </a:lnTo>
                  <a:lnTo>
                    <a:pt x="5928386" y="44202"/>
                  </a:lnTo>
                  <a:lnTo>
                    <a:pt x="5928480" y="44202"/>
                  </a:lnTo>
                  <a:lnTo>
                    <a:pt x="5928575" y="44202"/>
                  </a:lnTo>
                  <a:lnTo>
                    <a:pt x="5928669" y="44202"/>
                  </a:lnTo>
                  <a:lnTo>
                    <a:pt x="5928763" y="44202"/>
                  </a:lnTo>
                  <a:lnTo>
                    <a:pt x="5928857" y="44202"/>
                  </a:lnTo>
                  <a:lnTo>
                    <a:pt x="5928951" y="44202"/>
                  </a:lnTo>
                  <a:lnTo>
                    <a:pt x="5929045" y="44202"/>
                  </a:lnTo>
                  <a:lnTo>
                    <a:pt x="5929139" y="44202"/>
                  </a:lnTo>
                  <a:lnTo>
                    <a:pt x="5929234" y="44202"/>
                  </a:lnTo>
                  <a:lnTo>
                    <a:pt x="5929328" y="44202"/>
                  </a:lnTo>
                  <a:lnTo>
                    <a:pt x="5929422" y="44202"/>
                  </a:lnTo>
                  <a:lnTo>
                    <a:pt x="5929516" y="44202"/>
                  </a:lnTo>
                  <a:lnTo>
                    <a:pt x="5929610" y="44202"/>
                  </a:lnTo>
                  <a:lnTo>
                    <a:pt x="5929610" y="39290"/>
                  </a:lnTo>
                  <a:lnTo>
                    <a:pt x="5929704" y="39290"/>
                  </a:lnTo>
                  <a:lnTo>
                    <a:pt x="5929799" y="39290"/>
                  </a:lnTo>
                  <a:lnTo>
                    <a:pt x="5929893" y="39290"/>
                  </a:lnTo>
                  <a:lnTo>
                    <a:pt x="5929987" y="39290"/>
                  </a:lnTo>
                  <a:lnTo>
                    <a:pt x="5930081" y="39290"/>
                  </a:lnTo>
                  <a:lnTo>
                    <a:pt x="5930175" y="39290"/>
                  </a:lnTo>
                  <a:lnTo>
                    <a:pt x="5930269" y="39290"/>
                  </a:lnTo>
                  <a:lnTo>
                    <a:pt x="5930363" y="39290"/>
                  </a:lnTo>
                  <a:lnTo>
                    <a:pt x="5930458" y="39290"/>
                  </a:lnTo>
                  <a:lnTo>
                    <a:pt x="5930552" y="39290"/>
                  </a:lnTo>
                  <a:lnTo>
                    <a:pt x="5930646" y="39290"/>
                  </a:lnTo>
                  <a:lnTo>
                    <a:pt x="5930740" y="39290"/>
                  </a:lnTo>
                  <a:lnTo>
                    <a:pt x="5930834" y="39290"/>
                  </a:lnTo>
                  <a:lnTo>
                    <a:pt x="5930928" y="39290"/>
                  </a:lnTo>
                  <a:lnTo>
                    <a:pt x="5931022" y="39290"/>
                  </a:lnTo>
                  <a:lnTo>
                    <a:pt x="5931117" y="39290"/>
                  </a:lnTo>
                  <a:lnTo>
                    <a:pt x="5931211" y="39290"/>
                  </a:lnTo>
                  <a:lnTo>
                    <a:pt x="5931305" y="39290"/>
                  </a:lnTo>
                  <a:lnTo>
                    <a:pt x="5931399" y="39290"/>
                  </a:lnTo>
                  <a:lnTo>
                    <a:pt x="5931493" y="39290"/>
                  </a:lnTo>
                  <a:lnTo>
                    <a:pt x="5931587" y="39290"/>
                  </a:lnTo>
                  <a:lnTo>
                    <a:pt x="5931682" y="39290"/>
                  </a:lnTo>
                  <a:lnTo>
                    <a:pt x="5931776" y="39290"/>
                  </a:lnTo>
                  <a:lnTo>
                    <a:pt x="5931870" y="39290"/>
                  </a:lnTo>
                  <a:lnTo>
                    <a:pt x="5931964" y="39290"/>
                  </a:lnTo>
                  <a:lnTo>
                    <a:pt x="5932058" y="39290"/>
                  </a:lnTo>
                  <a:lnTo>
                    <a:pt x="5932152" y="39290"/>
                  </a:lnTo>
                  <a:lnTo>
                    <a:pt x="5932246" y="39290"/>
                  </a:lnTo>
                  <a:lnTo>
                    <a:pt x="5932341" y="39290"/>
                  </a:lnTo>
                  <a:lnTo>
                    <a:pt x="5932435" y="39290"/>
                  </a:lnTo>
                  <a:lnTo>
                    <a:pt x="5932529" y="39290"/>
                  </a:lnTo>
                  <a:lnTo>
                    <a:pt x="5932623" y="39290"/>
                  </a:lnTo>
                  <a:lnTo>
                    <a:pt x="5932717" y="39290"/>
                  </a:lnTo>
                  <a:lnTo>
                    <a:pt x="5932811" y="39290"/>
                  </a:lnTo>
                  <a:lnTo>
                    <a:pt x="5932906" y="39290"/>
                  </a:lnTo>
                  <a:lnTo>
                    <a:pt x="5933000" y="39290"/>
                  </a:lnTo>
                  <a:lnTo>
                    <a:pt x="5933094" y="39290"/>
                  </a:lnTo>
                  <a:lnTo>
                    <a:pt x="5933188" y="39290"/>
                  </a:lnTo>
                  <a:lnTo>
                    <a:pt x="5933282" y="39290"/>
                  </a:lnTo>
                  <a:lnTo>
                    <a:pt x="5933376" y="39290"/>
                  </a:lnTo>
                  <a:lnTo>
                    <a:pt x="5933470" y="39290"/>
                  </a:lnTo>
                  <a:lnTo>
                    <a:pt x="5933565" y="39290"/>
                  </a:lnTo>
                  <a:lnTo>
                    <a:pt x="5933659" y="39290"/>
                  </a:lnTo>
                  <a:lnTo>
                    <a:pt x="5933753" y="39290"/>
                  </a:lnTo>
                  <a:lnTo>
                    <a:pt x="5933847" y="39290"/>
                  </a:lnTo>
                  <a:lnTo>
                    <a:pt x="5933941" y="39290"/>
                  </a:lnTo>
                  <a:lnTo>
                    <a:pt x="5934035" y="39290"/>
                  </a:lnTo>
                  <a:lnTo>
                    <a:pt x="5934130" y="39290"/>
                  </a:lnTo>
                  <a:lnTo>
                    <a:pt x="5934224" y="39290"/>
                  </a:lnTo>
                  <a:lnTo>
                    <a:pt x="5934318" y="39290"/>
                  </a:lnTo>
                  <a:lnTo>
                    <a:pt x="5934412" y="39290"/>
                  </a:lnTo>
                  <a:lnTo>
                    <a:pt x="5934506" y="39290"/>
                  </a:lnTo>
                  <a:lnTo>
                    <a:pt x="5934600" y="39290"/>
                  </a:lnTo>
                  <a:lnTo>
                    <a:pt x="5934694" y="39290"/>
                  </a:lnTo>
                  <a:lnTo>
                    <a:pt x="5934789" y="39290"/>
                  </a:lnTo>
                  <a:lnTo>
                    <a:pt x="5934883" y="39290"/>
                  </a:lnTo>
                  <a:lnTo>
                    <a:pt x="5934977" y="39290"/>
                  </a:lnTo>
                  <a:lnTo>
                    <a:pt x="5935071" y="39290"/>
                  </a:lnTo>
                  <a:lnTo>
                    <a:pt x="5935165" y="39290"/>
                  </a:lnTo>
                  <a:lnTo>
                    <a:pt x="5935259" y="39290"/>
                  </a:lnTo>
                  <a:lnTo>
                    <a:pt x="5935353" y="39290"/>
                  </a:lnTo>
                  <a:lnTo>
                    <a:pt x="5935448" y="39290"/>
                  </a:lnTo>
                  <a:lnTo>
                    <a:pt x="5935542" y="39290"/>
                  </a:lnTo>
                  <a:lnTo>
                    <a:pt x="5935636" y="39290"/>
                  </a:lnTo>
                  <a:lnTo>
                    <a:pt x="5935730" y="39290"/>
                  </a:lnTo>
                  <a:lnTo>
                    <a:pt x="5935824" y="39290"/>
                  </a:lnTo>
                  <a:lnTo>
                    <a:pt x="5935918" y="39290"/>
                  </a:lnTo>
                  <a:lnTo>
                    <a:pt x="5936013" y="39290"/>
                  </a:lnTo>
                  <a:lnTo>
                    <a:pt x="5936107" y="39290"/>
                  </a:lnTo>
                  <a:lnTo>
                    <a:pt x="5936201" y="39290"/>
                  </a:lnTo>
                  <a:lnTo>
                    <a:pt x="5936295" y="39290"/>
                  </a:lnTo>
                  <a:lnTo>
                    <a:pt x="5936389" y="39290"/>
                  </a:lnTo>
                  <a:lnTo>
                    <a:pt x="5936483" y="39290"/>
                  </a:lnTo>
                  <a:lnTo>
                    <a:pt x="5936577" y="39290"/>
                  </a:lnTo>
                  <a:lnTo>
                    <a:pt x="5936672" y="39290"/>
                  </a:lnTo>
                  <a:lnTo>
                    <a:pt x="5936766" y="39290"/>
                  </a:lnTo>
                  <a:lnTo>
                    <a:pt x="5936860" y="39290"/>
                  </a:lnTo>
                  <a:lnTo>
                    <a:pt x="5936954" y="39290"/>
                  </a:lnTo>
                  <a:lnTo>
                    <a:pt x="5937048" y="39290"/>
                  </a:lnTo>
                  <a:lnTo>
                    <a:pt x="5937142" y="39290"/>
                  </a:lnTo>
                  <a:lnTo>
                    <a:pt x="5937237" y="39290"/>
                  </a:lnTo>
                  <a:lnTo>
                    <a:pt x="5937331" y="39290"/>
                  </a:lnTo>
                  <a:lnTo>
                    <a:pt x="5937425" y="39290"/>
                  </a:lnTo>
                  <a:lnTo>
                    <a:pt x="5937519" y="39290"/>
                  </a:lnTo>
                  <a:lnTo>
                    <a:pt x="5937613" y="39290"/>
                  </a:lnTo>
                  <a:lnTo>
                    <a:pt x="5937707" y="39290"/>
                  </a:lnTo>
                  <a:lnTo>
                    <a:pt x="5937801" y="39290"/>
                  </a:lnTo>
                  <a:lnTo>
                    <a:pt x="5937896" y="39290"/>
                  </a:lnTo>
                  <a:lnTo>
                    <a:pt x="5937990" y="39290"/>
                  </a:lnTo>
                  <a:lnTo>
                    <a:pt x="5938084" y="39290"/>
                  </a:lnTo>
                  <a:lnTo>
                    <a:pt x="5938178" y="39290"/>
                  </a:lnTo>
                  <a:lnTo>
                    <a:pt x="5938272" y="39290"/>
                  </a:lnTo>
                  <a:lnTo>
                    <a:pt x="5938366" y="39290"/>
                  </a:lnTo>
                  <a:lnTo>
                    <a:pt x="5938461" y="39290"/>
                  </a:lnTo>
                  <a:lnTo>
                    <a:pt x="5938555" y="39290"/>
                  </a:lnTo>
                  <a:lnTo>
                    <a:pt x="5938649" y="39290"/>
                  </a:lnTo>
                  <a:lnTo>
                    <a:pt x="5938743" y="39290"/>
                  </a:lnTo>
                  <a:lnTo>
                    <a:pt x="5938837" y="39290"/>
                  </a:lnTo>
                  <a:lnTo>
                    <a:pt x="5938931" y="39290"/>
                  </a:lnTo>
                  <a:lnTo>
                    <a:pt x="5939025" y="39290"/>
                  </a:lnTo>
                  <a:lnTo>
                    <a:pt x="5939120" y="39290"/>
                  </a:lnTo>
                  <a:lnTo>
                    <a:pt x="5939214" y="39290"/>
                  </a:lnTo>
                  <a:lnTo>
                    <a:pt x="5939308" y="39290"/>
                  </a:lnTo>
                  <a:lnTo>
                    <a:pt x="5939402" y="39290"/>
                  </a:lnTo>
                  <a:lnTo>
                    <a:pt x="5939496" y="39290"/>
                  </a:lnTo>
                  <a:lnTo>
                    <a:pt x="5939590" y="39290"/>
                  </a:lnTo>
                  <a:lnTo>
                    <a:pt x="5939684" y="39290"/>
                  </a:lnTo>
                  <a:lnTo>
                    <a:pt x="5939779" y="39290"/>
                  </a:lnTo>
                  <a:lnTo>
                    <a:pt x="5939873" y="39290"/>
                  </a:lnTo>
                  <a:lnTo>
                    <a:pt x="5939967" y="39290"/>
                  </a:lnTo>
                  <a:lnTo>
                    <a:pt x="5940061" y="39290"/>
                  </a:lnTo>
                  <a:lnTo>
                    <a:pt x="5940155" y="39290"/>
                  </a:lnTo>
                  <a:lnTo>
                    <a:pt x="5940249" y="39290"/>
                  </a:lnTo>
                  <a:lnTo>
                    <a:pt x="5940344" y="39290"/>
                  </a:lnTo>
                  <a:lnTo>
                    <a:pt x="5940438" y="39290"/>
                  </a:lnTo>
                  <a:lnTo>
                    <a:pt x="5940532" y="39290"/>
                  </a:lnTo>
                  <a:lnTo>
                    <a:pt x="5940626" y="39290"/>
                  </a:lnTo>
                  <a:lnTo>
                    <a:pt x="5940720" y="39290"/>
                  </a:lnTo>
                  <a:lnTo>
                    <a:pt x="5940814" y="39290"/>
                  </a:lnTo>
                  <a:lnTo>
                    <a:pt x="5940908" y="39290"/>
                  </a:lnTo>
                  <a:lnTo>
                    <a:pt x="5941003" y="39290"/>
                  </a:lnTo>
                  <a:lnTo>
                    <a:pt x="5941097" y="39290"/>
                  </a:lnTo>
                  <a:lnTo>
                    <a:pt x="5941191" y="39290"/>
                  </a:lnTo>
                  <a:lnTo>
                    <a:pt x="5941285" y="39290"/>
                  </a:lnTo>
                  <a:lnTo>
                    <a:pt x="5941379" y="39290"/>
                  </a:lnTo>
                  <a:lnTo>
                    <a:pt x="5941473" y="39290"/>
                  </a:lnTo>
                  <a:lnTo>
                    <a:pt x="5941568" y="39290"/>
                  </a:lnTo>
                  <a:lnTo>
                    <a:pt x="5941662" y="39290"/>
                  </a:lnTo>
                  <a:lnTo>
                    <a:pt x="5941756" y="39290"/>
                  </a:lnTo>
                  <a:lnTo>
                    <a:pt x="5941850" y="39290"/>
                  </a:lnTo>
                  <a:lnTo>
                    <a:pt x="5941944" y="39290"/>
                  </a:lnTo>
                  <a:lnTo>
                    <a:pt x="5942038" y="39290"/>
                  </a:lnTo>
                  <a:lnTo>
                    <a:pt x="5942132" y="39290"/>
                  </a:lnTo>
                  <a:lnTo>
                    <a:pt x="5942227" y="39290"/>
                  </a:lnTo>
                  <a:lnTo>
                    <a:pt x="5942321" y="39290"/>
                  </a:lnTo>
                  <a:lnTo>
                    <a:pt x="5942415" y="39290"/>
                  </a:lnTo>
                  <a:lnTo>
                    <a:pt x="5942509" y="39290"/>
                  </a:lnTo>
                  <a:lnTo>
                    <a:pt x="5942603" y="39290"/>
                  </a:lnTo>
                  <a:lnTo>
                    <a:pt x="5942697" y="39290"/>
                  </a:lnTo>
                  <a:lnTo>
                    <a:pt x="5942792" y="39290"/>
                  </a:lnTo>
                  <a:lnTo>
                    <a:pt x="5942886" y="39290"/>
                  </a:lnTo>
                  <a:lnTo>
                    <a:pt x="5942980" y="39290"/>
                  </a:lnTo>
                  <a:lnTo>
                    <a:pt x="5943074" y="39290"/>
                  </a:lnTo>
                  <a:lnTo>
                    <a:pt x="5943168" y="39290"/>
                  </a:lnTo>
                  <a:lnTo>
                    <a:pt x="5943262" y="39290"/>
                  </a:lnTo>
                  <a:lnTo>
                    <a:pt x="5943356" y="39290"/>
                  </a:lnTo>
                  <a:lnTo>
                    <a:pt x="5943451" y="39290"/>
                  </a:lnTo>
                  <a:lnTo>
                    <a:pt x="5943545" y="39290"/>
                  </a:lnTo>
                  <a:lnTo>
                    <a:pt x="5943639" y="39290"/>
                  </a:lnTo>
                  <a:lnTo>
                    <a:pt x="5943733" y="39290"/>
                  </a:lnTo>
                  <a:lnTo>
                    <a:pt x="5943827" y="39290"/>
                  </a:lnTo>
                  <a:lnTo>
                    <a:pt x="5943921" y="39290"/>
                  </a:lnTo>
                  <a:lnTo>
                    <a:pt x="5944015" y="39290"/>
                  </a:lnTo>
                  <a:lnTo>
                    <a:pt x="5944110" y="39290"/>
                  </a:lnTo>
                  <a:lnTo>
                    <a:pt x="5944204" y="39290"/>
                  </a:lnTo>
                  <a:lnTo>
                    <a:pt x="5944298" y="39290"/>
                  </a:lnTo>
                  <a:lnTo>
                    <a:pt x="5944392" y="39290"/>
                  </a:lnTo>
                  <a:lnTo>
                    <a:pt x="5944486" y="39290"/>
                  </a:lnTo>
                  <a:lnTo>
                    <a:pt x="5944580" y="39290"/>
                  </a:lnTo>
                  <a:lnTo>
                    <a:pt x="5944675" y="39290"/>
                  </a:lnTo>
                  <a:lnTo>
                    <a:pt x="5944769" y="39290"/>
                  </a:lnTo>
                  <a:lnTo>
                    <a:pt x="5944863" y="39290"/>
                  </a:lnTo>
                  <a:lnTo>
                    <a:pt x="5944957" y="39290"/>
                  </a:lnTo>
                  <a:lnTo>
                    <a:pt x="5945051" y="39290"/>
                  </a:lnTo>
                  <a:lnTo>
                    <a:pt x="5945145" y="39290"/>
                  </a:lnTo>
                  <a:lnTo>
                    <a:pt x="5945239" y="39290"/>
                  </a:lnTo>
                  <a:lnTo>
                    <a:pt x="5945334" y="39290"/>
                  </a:lnTo>
                  <a:lnTo>
                    <a:pt x="5945428" y="39290"/>
                  </a:lnTo>
                  <a:lnTo>
                    <a:pt x="5945522" y="39290"/>
                  </a:lnTo>
                  <a:lnTo>
                    <a:pt x="5945616" y="39290"/>
                  </a:lnTo>
                  <a:lnTo>
                    <a:pt x="5945710" y="39290"/>
                  </a:lnTo>
                  <a:lnTo>
                    <a:pt x="5945804" y="39290"/>
                  </a:lnTo>
                  <a:lnTo>
                    <a:pt x="5945899" y="39290"/>
                  </a:lnTo>
                  <a:lnTo>
                    <a:pt x="5945993" y="39290"/>
                  </a:lnTo>
                  <a:lnTo>
                    <a:pt x="5946087" y="39290"/>
                  </a:lnTo>
                  <a:lnTo>
                    <a:pt x="5946181" y="39290"/>
                  </a:lnTo>
                  <a:lnTo>
                    <a:pt x="5946275" y="39290"/>
                  </a:lnTo>
                  <a:lnTo>
                    <a:pt x="5946369" y="39290"/>
                  </a:lnTo>
                  <a:lnTo>
                    <a:pt x="5946463" y="39290"/>
                  </a:lnTo>
                  <a:lnTo>
                    <a:pt x="5946558" y="39290"/>
                  </a:lnTo>
                  <a:lnTo>
                    <a:pt x="5946652" y="39290"/>
                  </a:lnTo>
                  <a:lnTo>
                    <a:pt x="5946746" y="39290"/>
                  </a:lnTo>
                  <a:lnTo>
                    <a:pt x="5946840" y="39290"/>
                  </a:lnTo>
                  <a:lnTo>
                    <a:pt x="5946934" y="39290"/>
                  </a:lnTo>
                  <a:lnTo>
                    <a:pt x="5947028" y="39290"/>
                  </a:lnTo>
                  <a:lnTo>
                    <a:pt x="5947123" y="39290"/>
                  </a:lnTo>
                  <a:lnTo>
                    <a:pt x="5947217" y="39290"/>
                  </a:lnTo>
                  <a:lnTo>
                    <a:pt x="5947311" y="39290"/>
                  </a:lnTo>
                  <a:lnTo>
                    <a:pt x="5947405" y="39290"/>
                  </a:lnTo>
                  <a:lnTo>
                    <a:pt x="5947499" y="39290"/>
                  </a:lnTo>
                  <a:lnTo>
                    <a:pt x="5947593" y="39290"/>
                  </a:lnTo>
                  <a:lnTo>
                    <a:pt x="5947687" y="39290"/>
                  </a:lnTo>
                  <a:lnTo>
                    <a:pt x="5947782" y="39290"/>
                  </a:lnTo>
                  <a:lnTo>
                    <a:pt x="5947876" y="39290"/>
                  </a:lnTo>
                  <a:lnTo>
                    <a:pt x="5947970" y="39290"/>
                  </a:lnTo>
                  <a:lnTo>
                    <a:pt x="5948064" y="39290"/>
                  </a:lnTo>
                  <a:lnTo>
                    <a:pt x="5948158" y="39290"/>
                  </a:lnTo>
                  <a:lnTo>
                    <a:pt x="5948252" y="39290"/>
                  </a:lnTo>
                  <a:lnTo>
                    <a:pt x="5948347" y="39290"/>
                  </a:lnTo>
                  <a:lnTo>
                    <a:pt x="5948441" y="39290"/>
                  </a:lnTo>
                  <a:lnTo>
                    <a:pt x="5948535" y="39290"/>
                  </a:lnTo>
                  <a:lnTo>
                    <a:pt x="5948629" y="39290"/>
                  </a:lnTo>
                  <a:lnTo>
                    <a:pt x="5948723" y="39290"/>
                  </a:lnTo>
                  <a:lnTo>
                    <a:pt x="5948817" y="39290"/>
                  </a:lnTo>
                  <a:lnTo>
                    <a:pt x="5948911" y="39290"/>
                  </a:lnTo>
                  <a:lnTo>
                    <a:pt x="5949006" y="39290"/>
                  </a:lnTo>
                  <a:lnTo>
                    <a:pt x="5949100" y="39290"/>
                  </a:lnTo>
                  <a:lnTo>
                    <a:pt x="5949194" y="39290"/>
                  </a:lnTo>
                  <a:lnTo>
                    <a:pt x="5949288" y="39290"/>
                  </a:lnTo>
                  <a:lnTo>
                    <a:pt x="5949382" y="39290"/>
                  </a:lnTo>
                  <a:lnTo>
                    <a:pt x="5949476" y="39290"/>
                  </a:lnTo>
                  <a:lnTo>
                    <a:pt x="5949570" y="39290"/>
                  </a:lnTo>
                  <a:lnTo>
                    <a:pt x="5949665" y="39290"/>
                  </a:lnTo>
                  <a:lnTo>
                    <a:pt x="5949759" y="39290"/>
                  </a:lnTo>
                  <a:lnTo>
                    <a:pt x="5949853" y="39290"/>
                  </a:lnTo>
                  <a:lnTo>
                    <a:pt x="5949947" y="39290"/>
                  </a:lnTo>
                  <a:lnTo>
                    <a:pt x="5950041" y="39290"/>
                  </a:lnTo>
                  <a:lnTo>
                    <a:pt x="5950135" y="39290"/>
                  </a:lnTo>
                  <a:lnTo>
                    <a:pt x="5950230" y="39290"/>
                  </a:lnTo>
                  <a:lnTo>
                    <a:pt x="5950324" y="39290"/>
                  </a:lnTo>
                  <a:lnTo>
                    <a:pt x="5950418" y="39290"/>
                  </a:lnTo>
                  <a:lnTo>
                    <a:pt x="5950512" y="39290"/>
                  </a:lnTo>
                  <a:lnTo>
                    <a:pt x="5950606" y="39290"/>
                  </a:lnTo>
                  <a:lnTo>
                    <a:pt x="5950700" y="39290"/>
                  </a:lnTo>
                  <a:lnTo>
                    <a:pt x="5950794" y="39290"/>
                  </a:lnTo>
                  <a:lnTo>
                    <a:pt x="5950889" y="39290"/>
                  </a:lnTo>
                  <a:lnTo>
                    <a:pt x="5950983" y="39290"/>
                  </a:lnTo>
                  <a:lnTo>
                    <a:pt x="5951077" y="39290"/>
                  </a:lnTo>
                  <a:lnTo>
                    <a:pt x="5951171" y="39290"/>
                  </a:lnTo>
                  <a:lnTo>
                    <a:pt x="5951265" y="39290"/>
                  </a:lnTo>
                  <a:lnTo>
                    <a:pt x="5951359" y="39290"/>
                  </a:lnTo>
                  <a:lnTo>
                    <a:pt x="5951454" y="39290"/>
                  </a:lnTo>
                  <a:lnTo>
                    <a:pt x="5951548" y="39290"/>
                  </a:lnTo>
                  <a:lnTo>
                    <a:pt x="5951642" y="39290"/>
                  </a:lnTo>
                  <a:lnTo>
                    <a:pt x="5951736" y="39290"/>
                  </a:lnTo>
                  <a:lnTo>
                    <a:pt x="5951830" y="39290"/>
                  </a:lnTo>
                  <a:lnTo>
                    <a:pt x="5951924" y="39290"/>
                  </a:lnTo>
                  <a:lnTo>
                    <a:pt x="5952018" y="39290"/>
                  </a:lnTo>
                  <a:lnTo>
                    <a:pt x="5952113" y="39290"/>
                  </a:lnTo>
                  <a:lnTo>
                    <a:pt x="5952207" y="39290"/>
                  </a:lnTo>
                  <a:lnTo>
                    <a:pt x="5952301" y="39290"/>
                  </a:lnTo>
                  <a:lnTo>
                    <a:pt x="5952395" y="39290"/>
                  </a:lnTo>
                  <a:lnTo>
                    <a:pt x="5952489" y="39290"/>
                  </a:lnTo>
                  <a:lnTo>
                    <a:pt x="5952583" y="39290"/>
                  </a:lnTo>
                  <a:lnTo>
                    <a:pt x="5952678" y="39290"/>
                  </a:lnTo>
                  <a:lnTo>
                    <a:pt x="5952772" y="39290"/>
                  </a:lnTo>
                  <a:lnTo>
                    <a:pt x="5952866" y="39290"/>
                  </a:lnTo>
                  <a:lnTo>
                    <a:pt x="5952960" y="39290"/>
                  </a:lnTo>
                  <a:lnTo>
                    <a:pt x="5953054" y="39290"/>
                  </a:lnTo>
                  <a:lnTo>
                    <a:pt x="5953148" y="39290"/>
                  </a:lnTo>
                  <a:lnTo>
                    <a:pt x="5953242" y="39290"/>
                  </a:lnTo>
                  <a:lnTo>
                    <a:pt x="5953337" y="39290"/>
                  </a:lnTo>
                  <a:lnTo>
                    <a:pt x="5953431" y="39290"/>
                  </a:lnTo>
                  <a:lnTo>
                    <a:pt x="5953525" y="39290"/>
                  </a:lnTo>
                  <a:lnTo>
                    <a:pt x="5953619" y="39290"/>
                  </a:lnTo>
                  <a:lnTo>
                    <a:pt x="5953713" y="39290"/>
                  </a:lnTo>
                  <a:lnTo>
                    <a:pt x="5953713" y="34379"/>
                  </a:lnTo>
                  <a:lnTo>
                    <a:pt x="5953807" y="34379"/>
                  </a:lnTo>
                  <a:lnTo>
                    <a:pt x="5953901" y="34379"/>
                  </a:lnTo>
                  <a:lnTo>
                    <a:pt x="5953996" y="34379"/>
                  </a:lnTo>
                  <a:lnTo>
                    <a:pt x="5954090" y="34379"/>
                  </a:lnTo>
                  <a:lnTo>
                    <a:pt x="5954184" y="34379"/>
                  </a:lnTo>
                  <a:lnTo>
                    <a:pt x="5954278" y="34379"/>
                  </a:lnTo>
                  <a:lnTo>
                    <a:pt x="5954372" y="34379"/>
                  </a:lnTo>
                  <a:lnTo>
                    <a:pt x="5954466" y="34379"/>
                  </a:lnTo>
                  <a:lnTo>
                    <a:pt x="5954561" y="34379"/>
                  </a:lnTo>
                  <a:lnTo>
                    <a:pt x="5954655" y="34379"/>
                  </a:lnTo>
                  <a:lnTo>
                    <a:pt x="5954749" y="34379"/>
                  </a:lnTo>
                  <a:lnTo>
                    <a:pt x="5954843" y="34379"/>
                  </a:lnTo>
                  <a:lnTo>
                    <a:pt x="5954937" y="34379"/>
                  </a:lnTo>
                  <a:lnTo>
                    <a:pt x="5955031" y="34379"/>
                  </a:lnTo>
                  <a:lnTo>
                    <a:pt x="5955125" y="34379"/>
                  </a:lnTo>
                  <a:lnTo>
                    <a:pt x="5955220" y="34379"/>
                  </a:lnTo>
                  <a:lnTo>
                    <a:pt x="5955314" y="34379"/>
                  </a:lnTo>
                  <a:lnTo>
                    <a:pt x="5955408" y="34379"/>
                  </a:lnTo>
                  <a:lnTo>
                    <a:pt x="5955502" y="34379"/>
                  </a:lnTo>
                  <a:lnTo>
                    <a:pt x="5955596" y="34379"/>
                  </a:lnTo>
                  <a:lnTo>
                    <a:pt x="5955690" y="34379"/>
                  </a:lnTo>
                  <a:lnTo>
                    <a:pt x="5955785" y="34379"/>
                  </a:lnTo>
                  <a:lnTo>
                    <a:pt x="5955879" y="34379"/>
                  </a:lnTo>
                  <a:lnTo>
                    <a:pt x="5955973" y="34379"/>
                  </a:lnTo>
                  <a:lnTo>
                    <a:pt x="5956067" y="34379"/>
                  </a:lnTo>
                  <a:lnTo>
                    <a:pt x="5956161" y="34379"/>
                  </a:lnTo>
                  <a:lnTo>
                    <a:pt x="5956255" y="34379"/>
                  </a:lnTo>
                  <a:lnTo>
                    <a:pt x="5956349" y="34379"/>
                  </a:lnTo>
                  <a:lnTo>
                    <a:pt x="5956444" y="34379"/>
                  </a:lnTo>
                  <a:lnTo>
                    <a:pt x="5956538" y="34379"/>
                  </a:lnTo>
                  <a:lnTo>
                    <a:pt x="5956632" y="34379"/>
                  </a:lnTo>
                  <a:lnTo>
                    <a:pt x="5956726" y="34379"/>
                  </a:lnTo>
                  <a:lnTo>
                    <a:pt x="5956820" y="34379"/>
                  </a:lnTo>
                  <a:lnTo>
                    <a:pt x="5956914" y="34379"/>
                  </a:lnTo>
                  <a:lnTo>
                    <a:pt x="5957009" y="34379"/>
                  </a:lnTo>
                  <a:lnTo>
                    <a:pt x="5957103" y="34379"/>
                  </a:lnTo>
                  <a:lnTo>
                    <a:pt x="5957197" y="34379"/>
                  </a:lnTo>
                  <a:lnTo>
                    <a:pt x="5957291" y="34379"/>
                  </a:lnTo>
                  <a:lnTo>
                    <a:pt x="5957385" y="34379"/>
                  </a:lnTo>
                  <a:lnTo>
                    <a:pt x="5957479" y="34379"/>
                  </a:lnTo>
                  <a:lnTo>
                    <a:pt x="5957573" y="34379"/>
                  </a:lnTo>
                  <a:lnTo>
                    <a:pt x="5957668" y="34379"/>
                  </a:lnTo>
                  <a:lnTo>
                    <a:pt x="5957762" y="34379"/>
                  </a:lnTo>
                  <a:lnTo>
                    <a:pt x="5957856" y="34379"/>
                  </a:lnTo>
                  <a:lnTo>
                    <a:pt x="5957950" y="34379"/>
                  </a:lnTo>
                  <a:lnTo>
                    <a:pt x="5958044" y="34379"/>
                  </a:lnTo>
                  <a:lnTo>
                    <a:pt x="5958138" y="34379"/>
                  </a:lnTo>
                  <a:lnTo>
                    <a:pt x="5958232" y="34379"/>
                  </a:lnTo>
                  <a:lnTo>
                    <a:pt x="5958327" y="34379"/>
                  </a:lnTo>
                  <a:lnTo>
                    <a:pt x="5958421" y="34379"/>
                  </a:lnTo>
                  <a:lnTo>
                    <a:pt x="5958515" y="34379"/>
                  </a:lnTo>
                  <a:lnTo>
                    <a:pt x="5958609" y="34379"/>
                  </a:lnTo>
                  <a:lnTo>
                    <a:pt x="5958703" y="34379"/>
                  </a:lnTo>
                  <a:lnTo>
                    <a:pt x="5958797" y="34379"/>
                  </a:lnTo>
                  <a:lnTo>
                    <a:pt x="5958892" y="34379"/>
                  </a:lnTo>
                  <a:lnTo>
                    <a:pt x="5958986" y="34379"/>
                  </a:lnTo>
                  <a:lnTo>
                    <a:pt x="5959080" y="34379"/>
                  </a:lnTo>
                  <a:lnTo>
                    <a:pt x="5959174" y="34379"/>
                  </a:lnTo>
                  <a:lnTo>
                    <a:pt x="5959268" y="34379"/>
                  </a:lnTo>
                  <a:lnTo>
                    <a:pt x="5959362" y="34379"/>
                  </a:lnTo>
                  <a:lnTo>
                    <a:pt x="5959456" y="34379"/>
                  </a:lnTo>
                  <a:lnTo>
                    <a:pt x="5959551" y="34379"/>
                  </a:lnTo>
                  <a:lnTo>
                    <a:pt x="5959645" y="34379"/>
                  </a:lnTo>
                  <a:lnTo>
                    <a:pt x="5959739" y="34379"/>
                  </a:lnTo>
                  <a:lnTo>
                    <a:pt x="5959833" y="34379"/>
                  </a:lnTo>
                  <a:lnTo>
                    <a:pt x="5959927" y="34379"/>
                  </a:lnTo>
                  <a:lnTo>
                    <a:pt x="5960021" y="34379"/>
                  </a:lnTo>
                  <a:lnTo>
                    <a:pt x="5960116" y="34379"/>
                  </a:lnTo>
                  <a:lnTo>
                    <a:pt x="5960210" y="34379"/>
                  </a:lnTo>
                  <a:lnTo>
                    <a:pt x="5960304" y="34379"/>
                  </a:lnTo>
                  <a:lnTo>
                    <a:pt x="5960398" y="34379"/>
                  </a:lnTo>
                  <a:lnTo>
                    <a:pt x="5960492" y="34379"/>
                  </a:lnTo>
                  <a:lnTo>
                    <a:pt x="5960586" y="34379"/>
                  </a:lnTo>
                  <a:lnTo>
                    <a:pt x="5960680" y="34379"/>
                  </a:lnTo>
                  <a:lnTo>
                    <a:pt x="5960775" y="34379"/>
                  </a:lnTo>
                  <a:lnTo>
                    <a:pt x="5960869" y="34379"/>
                  </a:lnTo>
                  <a:lnTo>
                    <a:pt x="5960963" y="34379"/>
                  </a:lnTo>
                  <a:lnTo>
                    <a:pt x="5961057" y="34379"/>
                  </a:lnTo>
                  <a:lnTo>
                    <a:pt x="5961151" y="34379"/>
                  </a:lnTo>
                  <a:lnTo>
                    <a:pt x="5961245" y="34379"/>
                  </a:lnTo>
                  <a:lnTo>
                    <a:pt x="5961340" y="34379"/>
                  </a:lnTo>
                  <a:lnTo>
                    <a:pt x="5961434" y="34379"/>
                  </a:lnTo>
                  <a:lnTo>
                    <a:pt x="5961528" y="34379"/>
                  </a:lnTo>
                  <a:lnTo>
                    <a:pt x="5961622" y="34379"/>
                  </a:lnTo>
                  <a:lnTo>
                    <a:pt x="5961716" y="34379"/>
                  </a:lnTo>
                  <a:lnTo>
                    <a:pt x="5961810" y="34379"/>
                  </a:lnTo>
                  <a:lnTo>
                    <a:pt x="5961904" y="34379"/>
                  </a:lnTo>
                  <a:lnTo>
                    <a:pt x="5961999" y="34379"/>
                  </a:lnTo>
                  <a:lnTo>
                    <a:pt x="5962093" y="34379"/>
                  </a:lnTo>
                  <a:lnTo>
                    <a:pt x="5962187" y="34379"/>
                  </a:lnTo>
                  <a:lnTo>
                    <a:pt x="5962281" y="34379"/>
                  </a:lnTo>
                  <a:lnTo>
                    <a:pt x="5962375" y="34379"/>
                  </a:lnTo>
                  <a:lnTo>
                    <a:pt x="5962469" y="34379"/>
                  </a:lnTo>
                  <a:lnTo>
                    <a:pt x="5962563" y="34379"/>
                  </a:lnTo>
                  <a:lnTo>
                    <a:pt x="5962658" y="34379"/>
                  </a:lnTo>
                  <a:lnTo>
                    <a:pt x="5962752" y="34379"/>
                  </a:lnTo>
                  <a:lnTo>
                    <a:pt x="5962846" y="34379"/>
                  </a:lnTo>
                  <a:lnTo>
                    <a:pt x="5962940" y="34379"/>
                  </a:lnTo>
                  <a:lnTo>
                    <a:pt x="5963034" y="34379"/>
                  </a:lnTo>
                  <a:lnTo>
                    <a:pt x="5963128" y="34379"/>
                  </a:lnTo>
                  <a:lnTo>
                    <a:pt x="5963223" y="34379"/>
                  </a:lnTo>
                  <a:lnTo>
                    <a:pt x="5963317" y="34379"/>
                  </a:lnTo>
                  <a:lnTo>
                    <a:pt x="5963411" y="34379"/>
                  </a:lnTo>
                  <a:lnTo>
                    <a:pt x="5963505" y="34379"/>
                  </a:lnTo>
                  <a:lnTo>
                    <a:pt x="5963599" y="34379"/>
                  </a:lnTo>
                  <a:lnTo>
                    <a:pt x="5963693" y="34379"/>
                  </a:lnTo>
                  <a:lnTo>
                    <a:pt x="5963787" y="34379"/>
                  </a:lnTo>
                  <a:lnTo>
                    <a:pt x="5963882" y="34379"/>
                  </a:lnTo>
                  <a:lnTo>
                    <a:pt x="5963976" y="34379"/>
                  </a:lnTo>
                  <a:lnTo>
                    <a:pt x="5964070" y="34379"/>
                  </a:lnTo>
                  <a:lnTo>
                    <a:pt x="5964164" y="34379"/>
                  </a:lnTo>
                  <a:lnTo>
                    <a:pt x="5964258" y="34379"/>
                  </a:lnTo>
                  <a:lnTo>
                    <a:pt x="5964352" y="34379"/>
                  </a:lnTo>
                  <a:lnTo>
                    <a:pt x="5964447" y="34379"/>
                  </a:lnTo>
                  <a:lnTo>
                    <a:pt x="5964541" y="34379"/>
                  </a:lnTo>
                  <a:lnTo>
                    <a:pt x="5964635" y="34379"/>
                  </a:lnTo>
                  <a:lnTo>
                    <a:pt x="5964729" y="34379"/>
                  </a:lnTo>
                  <a:lnTo>
                    <a:pt x="5964823" y="34379"/>
                  </a:lnTo>
                  <a:lnTo>
                    <a:pt x="5964917" y="34379"/>
                  </a:lnTo>
                  <a:lnTo>
                    <a:pt x="5965011" y="34379"/>
                  </a:lnTo>
                  <a:lnTo>
                    <a:pt x="5965106" y="34379"/>
                  </a:lnTo>
                  <a:lnTo>
                    <a:pt x="5965200" y="34379"/>
                  </a:lnTo>
                  <a:lnTo>
                    <a:pt x="5965294" y="34379"/>
                  </a:lnTo>
                  <a:lnTo>
                    <a:pt x="5965388" y="34379"/>
                  </a:lnTo>
                  <a:lnTo>
                    <a:pt x="5965482" y="34379"/>
                  </a:lnTo>
                  <a:lnTo>
                    <a:pt x="5965576" y="34379"/>
                  </a:lnTo>
                  <a:lnTo>
                    <a:pt x="5965671" y="34379"/>
                  </a:lnTo>
                  <a:lnTo>
                    <a:pt x="5965765" y="34379"/>
                  </a:lnTo>
                  <a:lnTo>
                    <a:pt x="5965859" y="34379"/>
                  </a:lnTo>
                  <a:lnTo>
                    <a:pt x="5965953" y="34379"/>
                  </a:lnTo>
                  <a:lnTo>
                    <a:pt x="5966047" y="34379"/>
                  </a:lnTo>
                  <a:lnTo>
                    <a:pt x="5966141" y="34379"/>
                  </a:lnTo>
                  <a:lnTo>
                    <a:pt x="5966235" y="34379"/>
                  </a:lnTo>
                  <a:lnTo>
                    <a:pt x="5966330" y="34379"/>
                  </a:lnTo>
                  <a:lnTo>
                    <a:pt x="5966424" y="34379"/>
                  </a:lnTo>
                  <a:lnTo>
                    <a:pt x="5966518" y="34379"/>
                  </a:lnTo>
                  <a:lnTo>
                    <a:pt x="5966612" y="34379"/>
                  </a:lnTo>
                  <a:lnTo>
                    <a:pt x="5966706" y="34379"/>
                  </a:lnTo>
                  <a:lnTo>
                    <a:pt x="5966800" y="34379"/>
                  </a:lnTo>
                  <a:lnTo>
                    <a:pt x="5966894" y="34379"/>
                  </a:lnTo>
                  <a:lnTo>
                    <a:pt x="5966989" y="34379"/>
                  </a:lnTo>
                  <a:lnTo>
                    <a:pt x="5967083" y="34379"/>
                  </a:lnTo>
                  <a:lnTo>
                    <a:pt x="5967177" y="34379"/>
                  </a:lnTo>
                  <a:lnTo>
                    <a:pt x="5967271" y="34379"/>
                  </a:lnTo>
                  <a:lnTo>
                    <a:pt x="5967365" y="34379"/>
                  </a:lnTo>
                  <a:lnTo>
                    <a:pt x="5967459" y="34379"/>
                  </a:lnTo>
                  <a:lnTo>
                    <a:pt x="5967554" y="34379"/>
                  </a:lnTo>
                  <a:lnTo>
                    <a:pt x="5967648" y="34379"/>
                  </a:lnTo>
                  <a:lnTo>
                    <a:pt x="5967742" y="34379"/>
                  </a:lnTo>
                  <a:lnTo>
                    <a:pt x="5967836" y="34379"/>
                  </a:lnTo>
                  <a:lnTo>
                    <a:pt x="5967930" y="34379"/>
                  </a:lnTo>
                  <a:lnTo>
                    <a:pt x="5968024" y="34379"/>
                  </a:lnTo>
                  <a:lnTo>
                    <a:pt x="5968118" y="34379"/>
                  </a:lnTo>
                  <a:lnTo>
                    <a:pt x="5968213" y="34379"/>
                  </a:lnTo>
                  <a:lnTo>
                    <a:pt x="5968307" y="34379"/>
                  </a:lnTo>
                  <a:lnTo>
                    <a:pt x="5968401" y="34379"/>
                  </a:lnTo>
                  <a:lnTo>
                    <a:pt x="5968495" y="34379"/>
                  </a:lnTo>
                  <a:lnTo>
                    <a:pt x="5968589" y="34379"/>
                  </a:lnTo>
                  <a:lnTo>
                    <a:pt x="5968683" y="34379"/>
                  </a:lnTo>
                  <a:lnTo>
                    <a:pt x="5968778" y="34379"/>
                  </a:lnTo>
                  <a:lnTo>
                    <a:pt x="5968872" y="34379"/>
                  </a:lnTo>
                  <a:lnTo>
                    <a:pt x="5968966" y="34379"/>
                  </a:lnTo>
                  <a:lnTo>
                    <a:pt x="5969060" y="34379"/>
                  </a:lnTo>
                  <a:lnTo>
                    <a:pt x="5969154" y="34379"/>
                  </a:lnTo>
                  <a:lnTo>
                    <a:pt x="5969248" y="34379"/>
                  </a:lnTo>
                  <a:lnTo>
                    <a:pt x="5969342" y="34379"/>
                  </a:lnTo>
                  <a:lnTo>
                    <a:pt x="5969437" y="34379"/>
                  </a:lnTo>
                  <a:lnTo>
                    <a:pt x="5969531" y="34379"/>
                  </a:lnTo>
                  <a:lnTo>
                    <a:pt x="5969625" y="34379"/>
                  </a:lnTo>
                  <a:lnTo>
                    <a:pt x="5969719" y="34379"/>
                  </a:lnTo>
                  <a:lnTo>
                    <a:pt x="5969813" y="34379"/>
                  </a:lnTo>
                  <a:lnTo>
                    <a:pt x="5969907" y="34379"/>
                  </a:lnTo>
                  <a:lnTo>
                    <a:pt x="5970002" y="34379"/>
                  </a:lnTo>
                  <a:lnTo>
                    <a:pt x="5970096" y="34379"/>
                  </a:lnTo>
                  <a:lnTo>
                    <a:pt x="5970190" y="34379"/>
                  </a:lnTo>
                  <a:lnTo>
                    <a:pt x="5970284" y="34379"/>
                  </a:lnTo>
                  <a:lnTo>
                    <a:pt x="5970378" y="34379"/>
                  </a:lnTo>
                  <a:lnTo>
                    <a:pt x="5970472" y="34379"/>
                  </a:lnTo>
                  <a:lnTo>
                    <a:pt x="5970566" y="34379"/>
                  </a:lnTo>
                  <a:lnTo>
                    <a:pt x="5970661" y="34379"/>
                  </a:lnTo>
                  <a:lnTo>
                    <a:pt x="5970755" y="34379"/>
                  </a:lnTo>
                  <a:lnTo>
                    <a:pt x="5970849" y="34379"/>
                  </a:lnTo>
                  <a:lnTo>
                    <a:pt x="5970943" y="34379"/>
                  </a:lnTo>
                  <a:lnTo>
                    <a:pt x="5971037" y="34379"/>
                  </a:lnTo>
                  <a:lnTo>
                    <a:pt x="5971131" y="34379"/>
                  </a:lnTo>
                  <a:lnTo>
                    <a:pt x="5971225" y="34379"/>
                  </a:lnTo>
                  <a:lnTo>
                    <a:pt x="5971320" y="34379"/>
                  </a:lnTo>
                  <a:lnTo>
                    <a:pt x="5971414" y="34379"/>
                  </a:lnTo>
                  <a:lnTo>
                    <a:pt x="5971508" y="34379"/>
                  </a:lnTo>
                  <a:lnTo>
                    <a:pt x="5971602" y="34379"/>
                  </a:lnTo>
                  <a:lnTo>
                    <a:pt x="5971696" y="34379"/>
                  </a:lnTo>
                  <a:lnTo>
                    <a:pt x="5971790" y="34379"/>
                  </a:lnTo>
                  <a:lnTo>
                    <a:pt x="5971885" y="34379"/>
                  </a:lnTo>
                  <a:lnTo>
                    <a:pt x="5971979" y="34379"/>
                  </a:lnTo>
                  <a:lnTo>
                    <a:pt x="5972073" y="34379"/>
                  </a:lnTo>
                  <a:lnTo>
                    <a:pt x="5972167" y="34379"/>
                  </a:lnTo>
                  <a:lnTo>
                    <a:pt x="5972261" y="34379"/>
                  </a:lnTo>
                  <a:lnTo>
                    <a:pt x="5972355" y="34379"/>
                  </a:lnTo>
                  <a:lnTo>
                    <a:pt x="5972449" y="34379"/>
                  </a:lnTo>
                  <a:lnTo>
                    <a:pt x="5972544" y="34379"/>
                  </a:lnTo>
                  <a:lnTo>
                    <a:pt x="5972638" y="34379"/>
                  </a:lnTo>
                  <a:lnTo>
                    <a:pt x="5972732" y="34379"/>
                  </a:lnTo>
                  <a:lnTo>
                    <a:pt x="5972826" y="34379"/>
                  </a:lnTo>
                  <a:lnTo>
                    <a:pt x="5972920" y="34379"/>
                  </a:lnTo>
                  <a:lnTo>
                    <a:pt x="5973014" y="34379"/>
                  </a:lnTo>
                  <a:lnTo>
                    <a:pt x="5973109" y="34379"/>
                  </a:lnTo>
                  <a:lnTo>
                    <a:pt x="5973203" y="34379"/>
                  </a:lnTo>
                  <a:lnTo>
                    <a:pt x="5973297" y="34379"/>
                  </a:lnTo>
                  <a:lnTo>
                    <a:pt x="5973391" y="34379"/>
                  </a:lnTo>
                  <a:lnTo>
                    <a:pt x="5973485" y="34379"/>
                  </a:lnTo>
                  <a:lnTo>
                    <a:pt x="5973579" y="34379"/>
                  </a:lnTo>
                  <a:lnTo>
                    <a:pt x="5973673" y="34379"/>
                  </a:lnTo>
                  <a:lnTo>
                    <a:pt x="5973768" y="34379"/>
                  </a:lnTo>
                  <a:lnTo>
                    <a:pt x="5973862" y="34379"/>
                  </a:lnTo>
                  <a:lnTo>
                    <a:pt x="5973956" y="34379"/>
                  </a:lnTo>
                  <a:lnTo>
                    <a:pt x="5974050" y="34379"/>
                  </a:lnTo>
                  <a:lnTo>
                    <a:pt x="5974144" y="34379"/>
                  </a:lnTo>
                  <a:lnTo>
                    <a:pt x="5974238" y="34379"/>
                  </a:lnTo>
                  <a:lnTo>
                    <a:pt x="5974333" y="34379"/>
                  </a:lnTo>
                  <a:lnTo>
                    <a:pt x="5974427" y="34379"/>
                  </a:lnTo>
                  <a:lnTo>
                    <a:pt x="5974521" y="34379"/>
                  </a:lnTo>
                  <a:lnTo>
                    <a:pt x="5974615" y="34379"/>
                  </a:lnTo>
                  <a:lnTo>
                    <a:pt x="5974709" y="34379"/>
                  </a:lnTo>
                  <a:lnTo>
                    <a:pt x="5974803" y="34379"/>
                  </a:lnTo>
                  <a:lnTo>
                    <a:pt x="5974897" y="34379"/>
                  </a:lnTo>
                  <a:lnTo>
                    <a:pt x="5974992" y="34379"/>
                  </a:lnTo>
                  <a:lnTo>
                    <a:pt x="5975086" y="34379"/>
                  </a:lnTo>
                  <a:lnTo>
                    <a:pt x="5975180" y="34379"/>
                  </a:lnTo>
                  <a:lnTo>
                    <a:pt x="5975274" y="34379"/>
                  </a:lnTo>
                  <a:lnTo>
                    <a:pt x="5975368" y="34379"/>
                  </a:lnTo>
                  <a:lnTo>
                    <a:pt x="5975462" y="34379"/>
                  </a:lnTo>
                  <a:lnTo>
                    <a:pt x="5975556" y="34379"/>
                  </a:lnTo>
                  <a:lnTo>
                    <a:pt x="5975651" y="34379"/>
                  </a:lnTo>
                  <a:lnTo>
                    <a:pt x="5975745" y="34379"/>
                  </a:lnTo>
                  <a:lnTo>
                    <a:pt x="5975839" y="34379"/>
                  </a:lnTo>
                  <a:lnTo>
                    <a:pt x="5975933" y="34379"/>
                  </a:lnTo>
                  <a:lnTo>
                    <a:pt x="5976027" y="34379"/>
                  </a:lnTo>
                  <a:lnTo>
                    <a:pt x="5976121" y="34379"/>
                  </a:lnTo>
                  <a:lnTo>
                    <a:pt x="5976216" y="34379"/>
                  </a:lnTo>
                  <a:lnTo>
                    <a:pt x="5976310" y="34379"/>
                  </a:lnTo>
                  <a:lnTo>
                    <a:pt x="5976404" y="34379"/>
                  </a:lnTo>
                  <a:lnTo>
                    <a:pt x="5976498" y="34379"/>
                  </a:lnTo>
                  <a:lnTo>
                    <a:pt x="5976592" y="34379"/>
                  </a:lnTo>
                  <a:lnTo>
                    <a:pt x="5976686" y="34379"/>
                  </a:lnTo>
                  <a:lnTo>
                    <a:pt x="5976780" y="34379"/>
                  </a:lnTo>
                  <a:lnTo>
                    <a:pt x="5976875" y="34379"/>
                  </a:lnTo>
                  <a:lnTo>
                    <a:pt x="5976969" y="34379"/>
                  </a:lnTo>
                  <a:lnTo>
                    <a:pt x="5977063" y="34379"/>
                  </a:lnTo>
                  <a:lnTo>
                    <a:pt x="5977157" y="34379"/>
                  </a:lnTo>
                  <a:lnTo>
                    <a:pt x="5977251" y="34379"/>
                  </a:lnTo>
                  <a:lnTo>
                    <a:pt x="5977345" y="34379"/>
                  </a:lnTo>
                  <a:lnTo>
                    <a:pt x="5977440" y="34379"/>
                  </a:lnTo>
                  <a:lnTo>
                    <a:pt x="5977534" y="34379"/>
                  </a:lnTo>
                  <a:lnTo>
                    <a:pt x="5977628" y="34379"/>
                  </a:lnTo>
                  <a:lnTo>
                    <a:pt x="5977722" y="34379"/>
                  </a:lnTo>
                  <a:lnTo>
                    <a:pt x="5977816" y="34379"/>
                  </a:lnTo>
                  <a:lnTo>
                    <a:pt x="5977910" y="34379"/>
                  </a:lnTo>
                  <a:lnTo>
                    <a:pt x="5978004" y="34379"/>
                  </a:lnTo>
                  <a:lnTo>
                    <a:pt x="5978099" y="34379"/>
                  </a:lnTo>
                  <a:lnTo>
                    <a:pt x="5978193" y="34379"/>
                  </a:lnTo>
                  <a:lnTo>
                    <a:pt x="5978287" y="34379"/>
                  </a:lnTo>
                  <a:lnTo>
                    <a:pt x="5978381" y="34379"/>
                  </a:lnTo>
                  <a:lnTo>
                    <a:pt x="5978475" y="34379"/>
                  </a:lnTo>
                  <a:lnTo>
                    <a:pt x="5978569" y="34379"/>
                  </a:lnTo>
                  <a:lnTo>
                    <a:pt x="5978664" y="34379"/>
                  </a:lnTo>
                  <a:lnTo>
                    <a:pt x="5978758" y="34379"/>
                  </a:lnTo>
                  <a:lnTo>
                    <a:pt x="5978852" y="34379"/>
                  </a:lnTo>
                  <a:lnTo>
                    <a:pt x="5978946" y="34379"/>
                  </a:lnTo>
                  <a:lnTo>
                    <a:pt x="5979040" y="34379"/>
                  </a:lnTo>
                  <a:lnTo>
                    <a:pt x="5979134" y="34379"/>
                  </a:lnTo>
                  <a:lnTo>
                    <a:pt x="5979228" y="34379"/>
                  </a:lnTo>
                  <a:lnTo>
                    <a:pt x="5979323" y="34379"/>
                  </a:lnTo>
                  <a:lnTo>
                    <a:pt x="5979417" y="34379"/>
                  </a:lnTo>
                  <a:lnTo>
                    <a:pt x="5979511" y="34379"/>
                  </a:lnTo>
                  <a:lnTo>
                    <a:pt x="5979605" y="34379"/>
                  </a:lnTo>
                  <a:lnTo>
                    <a:pt x="5979699" y="34379"/>
                  </a:lnTo>
                  <a:lnTo>
                    <a:pt x="5979793" y="34379"/>
                  </a:lnTo>
                  <a:lnTo>
                    <a:pt x="5979887" y="34379"/>
                  </a:lnTo>
                  <a:lnTo>
                    <a:pt x="5979982" y="34379"/>
                  </a:lnTo>
                  <a:lnTo>
                    <a:pt x="5980076" y="34379"/>
                  </a:lnTo>
                  <a:lnTo>
                    <a:pt x="5980170" y="34379"/>
                  </a:lnTo>
                  <a:lnTo>
                    <a:pt x="5980264" y="34379"/>
                  </a:lnTo>
                  <a:lnTo>
                    <a:pt x="5980358" y="34379"/>
                  </a:lnTo>
                  <a:lnTo>
                    <a:pt x="5980452" y="34379"/>
                  </a:lnTo>
                  <a:lnTo>
                    <a:pt x="5980547" y="34379"/>
                  </a:lnTo>
                  <a:lnTo>
                    <a:pt x="5980641" y="34379"/>
                  </a:lnTo>
                  <a:lnTo>
                    <a:pt x="5980735" y="34379"/>
                  </a:lnTo>
                  <a:lnTo>
                    <a:pt x="5980829" y="34379"/>
                  </a:lnTo>
                  <a:lnTo>
                    <a:pt x="5980829" y="29468"/>
                  </a:lnTo>
                  <a:lnTo>
                    <a:pt x="5980923" y="29468"/>
                  </a:lnTo>
                  <a:lnTo>
                    <a:pt x="5981017" y="29468"/>
                  </a:lnTo>
                  <a:lnTo>
                    <a:pt x="5981111" y="29468"/>
                  </a:lnTo>
                  <a:lnTo>
                    <a:pt x="5981206" y="29468"/>
                  </a:lnTo>
                  <a:lnTo>
                    <a:pt x="5981300" y="29468"/>
                  </a:lnTo>
                  <a:lnTo>
                    <a:pt x="5981394" y="29468"/>
                  </a:lnTo>
                  <a:lnTo>
                    <a:pt x="5981488" y="29468"/>
                  </a:lnTo>
                  <a:lnTo>
                    <a:pt x="5981582" y="29468"/>
                  </a:lnTo>
                  <a:lnTo>
                    <a:pt x="5981676" y="29468"/>
                  </a:lnTo>
                  <a:lnTo>
                    <a:pt x="5981771" y="29468"/>
                  </a:lnTo>
                  <a:lnTo>
                    <a:pt x="5981865" y="29468"/>
                  </a:lnTo>
                  <a:lnTo>
                    <a:pt x="5981959" y="29468"/>
                  </a:lnTo>
                  <a:lnTo>
                    <a:pt x="5982053" y="29468"/>
                  </a:lnTo>
                  <a:lnTo>
                    <a:pt x="5982147" y="29468"/>
                  </a:lnTo>
                  <a:lnTo>
                    <a:pt x="5982241" y="29468"/>
                  </a:lnTo>
                  <a:lnTo>
                    <a:pt x="5982335" y="29468"/>
                  </a:lnTo>
                  <a:lnTo>
                    <a:pt x="5982430" y="29468"/>
                  </a:lnTo>
                  <a:lnTo>
                    <a:pt x="5982524" y="29468"/>
                  </a:lnTo>
                  <a:lnTo>
                    <a:pt x="5982618" y="29468"/>
                  </a:lnTo>
                  <a:lnTo>
                    <a:pt x="5982712" y="29468"/>
                  </a:lnTo>
                  <a:lnTo>
                    <a:pt x="5982806" y="29468"/>
                  </a:lnTo>
                  <a:lnTo>
                    <a:pt x="5982900" y="29468"/>
                  </a:lnTo>
                  <a:lnTo>
                    <a:pt x="5982995" y="29468"/>
                  </a:lnTo>
                  <a:lnTo>
                    <a:pt x="5983089" y="29468"/>
                  </a:lnTo>
                  <a:lnTo>
                    <a:pt x="5983183" y="29468"/>
                  </a:lnTo>
                  <a:lnTo>
                    <a:pt x="5983277" y="29468"/>
                  </a:lnTo>
                  <a:lnTo>
                    <a:pt x="5983371" y="29468"/>
                  </a:lnTo>
                  <a:lnTo>
                    <a:pt x="5983465" y="29468"/>
                  </a:lnTo>
                  <a:lnTo>
                    <a:pt x="5983559" y="29468"/>
                  </a:lnTo>
                  <a:lnTo>
                    <a:pt x="5983654" y="29468"/>
                  </a:lnTo>
                  <a:lnTo>
                    <a:pt x="5983748" y="29468"/>
                  </a:lnTo>
                  <a:lnTo>
                    <a:pt x="5983842" y="29468"/>
                  </a:lnTo>
                  <a:lnTo>
                    <a:pt x="5983936" y="29468"/>
                  </a:lnTo>
                  <a:lnTo>
                    <a:pt x="5984030" y="29468"/>
                  </a:lnTo>
                  <a:lnTo>
                    <a:pt x="5984124" y="29468"/>
                  </a:lnTo>
                  <a:lnTo>
                    <a:pt x="5984218" y="29468"/>
                  </a:lnTo>
                  <a:lnTo>
                    <a:pt x="5984313" y="29468"/>
                  </a:lnTo>
                  <a:lnTo>
                    <a:pt x="5984407" y="29468"/>
                  </a:lnTo>
                  <a:lnTo>
                    <a:pt x="5984501" y="29468"/>
                  </a:lnTo>
                  <a:lnTo>
                    <a:pt x="5984595" y="29468"/>
                  </a:lnTo>
                  <a:lnTo>
                    <a:pt x="5984689" y="29468"/>
                  </a:lnTo>
                  <a:lnTo>
                    <a:pt x="5984783" y="29468"/>
                  </a:lnTo>
                  <a:lnTo>
                    <a:pt x="5984878" y="29468"/>
                  </a:lnTo>
                  <a:lnTo>
                    <a:pt x="5984972" y="29468"/>
                  </a:lnTo>
                  <a:lnTo>
                    <a:pt x="5985066" y="29468"/>
                  </a:lnTo>
                  <a:lnTo>
                    <a:pt x="5985160" y="29468"/>
                  </a:lnTo>
                  <a:lnTo>
                    <a:pt x="5985254" y="29468"/>
                  </a:lnTo>
                  <a:lnTo>
                    <a:pt x="5985348" y="29468"/>
                  </a:lnTo>
                  <a:lnTo>
                    <a:pt x="5985442" y="29468"/>
                  </a:lnTo>
                  <a:lnTo>
                    <a:pt x="5985537" y="29468"/>
                  </a:lnTo>
                  <a:lnTo>
                    <a:pt x="5985631" y="29468"/>
                  </a:lnTo>
                  <a:lnTo>
                    <a:pt x="5985725" y="29468"/>
                  </a:lnTo>
                  <a:lnTo>
                    <a:pt x="5985819" y="29468"/>
                  </a:lnTo>
                  <a:lnTo>
                    <a:pt x="5985913" y="29468"/>
                  </a:lnTo>
                  <a:lnTo>
                    <a:pt x="5986007" y="29468"/>
                  </a:lnTo>
                  <a:lnTo>
                    <a:pt x="5986102" y="29468"/>
                  </a:lnTo>
                  <a:lnTo>
                    <a:pt x="5986196" y="29468"/>
                  </a:lnTo>
                  <a:lnTo>
                    <a:pt x="5986290" y="29468"/>
                  </a:lnTo>
                  <a:lnTo>
                    <a:pt x="5986384" y="29468"/>
                  </a:lnTo>
                  <a:lnTo>
                    <a:pt x="5986478" y="29468"/>
                  </a:lnTo>
                  <a:lnTo>
                    <a:pt x="5986572" y="29468"/>
                  </a:lnTo>
                  <a:lnTo>
                    <a:pt x="5986666" y="29468"/>
                  </a:lnTo>
                  <a:lnTo>
                    <a:pt x="5986761" y="29468"/>
                  </a:lnTo>
                  <a:lnTo>
                    <a:pt x="5986855" y="29468"/>
                  </a:lnTo>
                  <a:lnTo>
                    <a:pt x="5986949" y="29468"/>
                  </a:lnTo>
                  <a:lnTo>
                    <a:pt x="5987043" y="29468"/>
                  </a:lnTo>
                  <a:lnTo>
                    <a:pt x="5987137" y="29468"/>
                  </a:lnTo>
                  <a:lnTo>
                    <a:pt x="5987231" y="29468"/>
                  </a:lnTo>
                  <a:lnTo>
                    <a:pt x="5987326" y="29468"/>
                  </a:lnTo>
                  <a:lnTo>
                    <a:pt x="5987420" y="29468"/>
                  </a:lnTo>
                  <a:lnTo>
                    <a:pt x="5987514" y="29468"/>
                  </a:lnTo>
                  <a:lnTo>
                    <a:pt x="5987608" y="29468"/>
                  </a:lnTo>
                  <a:lnTo>
                    <a:pt x="5987702" y="29468"/>
                  </a:lnTo>
                  <a:lnTo>
                    <a:pt x="5987796" y="29468"/>
                  </a:lnTo>
                  <a:lnTo>
                    <a:pt x="5987890" y="29468"/>
                  </a:lnTo>
                  <a:lnTo>
                    <a:pt x="5987985" y="29468"/>
                  </a:lnTo>
                  <a:lnTo>
                    <a:pt x="5988079" y="29468"/>
                  </a:lnTo>
                  <a:lnTo>
                    <a:pt x="5988173" y="29468"/>
                  </a:lnTo>
                  <a:lnTo>
                    <a:pt x="5988267" y="29468"/>
                  </a:lnTo>
                  <a:lnTo>
                    <a:pt x="5988361" y="29468"/>
                  </a:lnTo>
                  <a:lnTo>
                    <a:pt x="5988455" y="29468"/>
                  </a:lnTo>
                  <a:lnTo>
                    <a:pt x="5988549" y="29468"/>
                  </a:lnTo>
                  <a:lnTo>
                    <a:pt x="5988644" y="29468"/>
                  </a:lnTo>
                  <a:lnTo>
                    <a:pt x="5988738" y="29468"/>
                  </a:lnTo>
                  <a:lnTo>
                    <a:pt x="5988832" y="29468"/>
                  </a:lnTo>
                  <a:lnTo>
                    <a:pt x="5988926" y="29468"/>
                  </a:lnTo>
                  <a:lnTo>
                    <a:pt x="5989020" y="29468"/>
                  </a:lnTo>
                  <a:lnTo>
                    <a:pt x="5989114" y="29468"/>
                  </a:lnTo>
                  <a:lnTo>
                    <a:pt x="5989209" y="29468"/>
                  </a:lnTo>
                  <a:lnTo>
                    <a:pt x="5989303" y="29468"/>
                  </a:lnTo>
                  <a:lnTo>
                    <a:pt x="5989397" y="29468"/>
                  </a:lnTo>
                  <a:lnTo>
                    <a:pt x="5989491" y="29468"/>
                  </a:lnTo>
                  <a:lnTo>
                    <a:pt x="5989585" y="29468"/>
                  </a:lnTo>
                  <a:lnTo>
                    <a:pt x="5989679" y="29468"/>
                  </a:lnTo>
                  <a:lnTo>
                    <a:pt x="5989773" y="29468"/>
                  </a:lnTo>
                  <a:lnTo>
                    <a:pt x="5989868" y="29468"/>
                  </a:lnTo>
                  <a:lnTo>
                    <a:pt x="5989962" y="29468"/>
                  </a:lnTo>
                  <a:lnTo>
                    <a:pt x="5990056" y="29468"/>
                  </a:lnTo>
                  <a:lnTo>
                    <a:pt x="5990150" y="29468"/>
                  </a:lnTo>
                  <a:lnTo>
                    <a:pt x="5990244" y="29468"/>
                  </a:lnTo>
                  <a:lnTo>
                    <a:pt x="5990338" y="29468"/>
                  </a:lnTo>
                  <a:lnTo>
                    <a:pt x="5990433" y="29468"/>
                  </a:lnTo>
                  <a:lnTo>
                    <a:pt x="5990527" y="29468"/>
                  </a:lnTo>
                  <a:lnTo>
                    <a:pt x="5990621" y="29468"/>
                  </a:lnTo>
                  <a:lnTo>
                    <a:pt x="5990715" y="29468"/>
                  </a:lnTo>
                  <a:lnTo>
                    <a:pt x="5990809" y="29468"/>
                  </a:lnTo>
                  <a:lnTo>
                    <a:pt x="5990903" y="29468"/>
                  </a:lnTo>
                  <a:lnTo>
                    <a:pt x="5990997" y="29468"/>
                  </a:lnTo>
                  <a:lnTo>
                    <a:pt x="5991092" y="29468"/>
                  </a:lnTo>
                  <a:lnTo>
                    <a:pt x="5991186" y="29468"/>
                  </a:lnTo>
                  <a:lnTo>
                    <a:pt x="5991280" y="29468"/>
                  </a:lnTo>
                  <a:lnTo>
                    <a:pt x="5991374" y="29468"/>
                  </a:lnTo>
                  <a:lnTo>
                    <a:pt x="5991468" y="29468"/>
                  </a:lnTo>
                  <a:lnTo>
                    <a:pt x="5991562" y="29468"/>
                  </a:lnTo>
                  <a:lnTo>
                    <a:pt x="5991657" y="29468"/>
                  </a:lnTo>
                  <a:lnTo>
                    <a:pt x="5991751" y="29468"/>
                  </a:lnTo>
                  <a:lnTo>
                    <a:pt x="5991845" y="29468"/>
                  </a:lnTo>
                  <a:lnTo>
                    <a:pt x="5991939" y="29468"/>
                  </a:lnTo>
                  <a:lnTo>
                    <a:pt x="5992033" y="29468"/>
                  </a:lnTo>
                  <a:lnTo>
                    <a:pt x="5992127" y="29468"/>
                  </a:lnTo>
                  <a:lnTo>
                    <a:pt x="5992221" y="29468"/>
                  </a:lnTo>
                  <a:lnTo>
                    <a:pt x="5992316" y="29468"/>
                  </a:lnTo>
                  <a:lnTo>
                    <a:pt x="5992410" y="29468"/>
                  </a:lnTo>
                  <a:lnTo>
                    <a:pt x="5992504" y="29468"/>
                  </a:lnTo>
                  <a:lnTo>
                    <a:pt x="5992598" y="29468"/>
                  </a:lnTo>
                  <a:lnTo>
                    <a:pt x="5992692" y="29468"/>
                  </a:lnTo>
                  <a:lnTo>
                    <a:pt x="5992786" y="29468"/>
                  </a:lnTo>
                  <a:lnTo>
                    <a:pt x="5992880" y="29468"/>
                  </a:lnTo>
                  <a:lnTo>
                    <a:pt x="5992975" y="29468"/>
                  </a:lnTo>
                  <a:lnTo>
                    <a:pt x="5993069" y="29468"/>
                  </a:lnTo>
                  <a:lnTo>
                    <a:pt x="5993163" y="29468"/>
                  </a:lnTo>
                  <a:lnTo>
                    <a:pt x="5993257" y="29468"/>
                  </a:lnTo>
                  <a:lnTo>
                    <a:pt x="5993351" y="29468"/>
                  </a:lnTo>
                  <a:lnTo>
                    <a:pt x="5993445" y="29468"/>
                  </a:lnTo>
                  <a:lnTo>
                    <a:pt x="5993540" y="29468"/>
                  </a:lnTo>
                  <a:lnTo>
                    <a:pt x="5993634" y="29468"/>
                  </a:lnTo>
                  <a:lnTo>
                    <a:pt x="5993728" y="29468"/>
                  </a:lnTo>
                  <a:lnTo>
                    <a:pt x="5993822" y="29468"/>
                  </a:lnTo>
                  <a:lnTo>
                    <a:pt x="5993916" y="29468"/>
                  </a:lnTo>
                  <a:lnTo>
                    <a:pt x="5994010" y="29468"/>
                  </a:lnTo>
                  <a:lnTo>
                    <a:pt x="5994104" y="29468"/>
                  </a:lnTo>
                  <a:lnTo>
                    <a:pt x="5994199" y="29468"/>
                  </a:lnTo>
                  <a:lnTo>
                    <a:pt x="5994293" y="29468"/>
                  </a:lnTo>
                  <a:lnTo>
                    <a:pt x="5994387" y="29468"/>
                  </a:lnTo>
                  <a:lnTo>
                    <a:pt x="5994481" y="29468"/>
                  </a:lnTo>
                  <a:lnTo>
                    <a:pt x="5994575" y="29468"/>
                  </a:lnTo>
                  <a:lnTo>
                    <a:pt x="5994669" y="29468"/>
                  </a:lnTo>
                  <a:lnTo>
                    <a:pt x="5994764" y="29468"/>
                  </a:lnTo>
                  <a:lnTo>
                    <a:pt x="5994858" y="29468"/>
                  </a:lnTo>
                  <a:lnTo>
                    <a:pt x="5994952" y="29468"/>
                  </a:lnTo>
                  <a:lnTo>
                    <a:pt x="5995046" y="29468"/>
                  </a:lnTo>
                  <a:lnTo>
                    <a:pt x="5995140" y="29468"/>
                  </a:lnTo>
                  <a:lnTo>
                    <a:pt x="5995234" y="29468"/>
                  </a:lnTo>
                  <a:lnTo>
                    <a:pt x="5995328" y="29468"/>
                  </a:lnTo>
                  <a:lnTo>
                    <a:pt x="5995423" y="29468"/>
                  </a:lnTo>
                  <a:lnTo>
                    <a:pt x="5995517" y="29468"/>
                  </a:lnTo>
                  <a:lnTo>
                    <a:pt x="5995611" y="29468"/>
                  </a:lnTo>
                  <a:lnTo>
                    <a:pt x="5995705" y="29468"/>
                  </a:lnTo>
                  <a:lnTo>
                    <a:pt x="5995799" y="29468"/>
                  </a:lnTo>
                  <a:lnTo>
                    <a:pt x="5995893" y="29468"/>
                  </a:lnTo>
                  <a:lnTo>
                    <a:pt x="5995988" y="29468"/>
                  </a:lnTo>
                  <a:lnTo>
                    <a:pt x="5996082" y="29468"/>
                  </a:lnTo>
                  <a:lnTo>
                    <a:pt x="5996176" y="29468"/>
                  </a:lnTo>
                  <a:lnTo>
                    <a:pt x="5996270" y="29468"/>
                  </a:lnTo>
                  <a:lnTo>
                    <a:pt x="5996364" y="29468"/>
                  </a:lnTo>
                  <a:lnTo>
                    <a:pt x="5996458" y="29468"/>
                  </a:lnTo>
                  <a:lnTo>
                    <a:pt x="5996552" y="29468"/>
                  </a:lnTo>
                  <a:lnTo>
                    <a:pt x="5996647" y="29468"/>
                  </a:lnTo>
                  <a:lnTo>
                    <a:pt x="5996741" y="29468"/>
                  </a:lnTo>
                  <a:lnTo>
                    <a:pt x="5996835" y="29468"/>
                  </a:lnTo>
                  <a:lnTo>
                    <a:pt x="5996929" y="29468"/>
                  </a:lnTo>
                  <a:lnTo>
                    <a:pt x="5997023" y="29468"/>
                  </a:lnTo>
                  <a:lnTo>
                    <a:pt x="5997117" y="29468"/>
                  </a:lnTo>
                  <a:lnTo>
                    <a:pt x="5997211" y="29468"/>
                  </a:lnTo>
                  <a:lnTo>
                    <a:pt x="5997306" y="29468"/>
                  </a:lnTo>
                  <a:lnTo>
                    <a:pt x="5997400" y="29468"/>
                  </a:lnTo>
                  <a:lnTo>
                    <a:pt x="5997494" y="29468"/>
                  </a:lnTo>
                  <a:lnTo>
                    <a:pt x="5997588" y="29468"/>
                  </a:lnTo>
                  <a:lnTo>
                    <a:pt x="5997682" y="29468"/>
                  </a:lnTo>
                  <a:lnTo>
                    <a:pt x="5997776" y="29468"/>
                  </a:lnTo>
                  <a:lnTo>
                    <a:pt x="5997871" y="29468"/>
                  </a:lnTo>
                  <a:lnTo>
                    <a:pt x="5997965" y="29468"/>
                  </a:lnTo>
                  <a:lnTo>
                    <a:pt x="5998059" y="29468"/>
                  </a:lnTo>
                  <a:lnTo>
                    <a:pt x="5998153" y="29468"/>
                  </a:lnTo>
                  <a:lnTo>
                    <a:pt x="5998247" y="29468"/>
                  </a:lnTo>
                  <a:lnTo>
                    <a:pt x="5998341" y="29468"/>
                  </a:lnTo>
                  <a:lnTo>
                    <a:pt x="5998435" y="29468"/>
                  </a:lnTo>
                  <a:lnTo>
                    <a:pt x="5998530" y="29468"/>
                  </a:lnTo>
                  <a:lnTo>
                    <a:pt x="5998624" y="29468"/>
                  </a:lnTo>
                  <a:lnTo>
                    <a:pt x="5998718" y="29468"/>
                  </a:lnTo>
                  <a:lnTo>
                    <a:pt x="5998812" y="29468"/>
                  </a:lnTo>
                  <a:lnTo>
                    <a:pt x="5998906" y="29468"/>
                  </a:lnTo>
                  <a:lnTo>
                    <a:pt x="5999000" y="29468"/>
                  </a:lnTo>
                  <a:lnTo>
                    <a:pt x="5999095" y="29468"/>
                  </a:lnTo>
                  <a:lnTo>
                    <a:pt x="5999189" y="29468"/>
                  </a:lnTo>
                  <a:lnTo>
                    <a:pt x="5999283" y="29468"/>
                  </a:lnTo>
                  <a:lnTo>
                    <a:pt x="5999377" y="29468"/>
                  </a:lnTo>
                  <a:lnTo>
                    <a:pt x="5999471" y="29468"/>
                  </a:lnTo>
                  <a:lnTo>
                    <a:pt x="5999565" y="29468"/>
                  </a:lnTo>
                  <a:lnTo>
                    <a:pt x="5999659" y="29468"/>
                  </a:lnTo>
                  <a:lnTo>
                    <a:pt x="5999754" y="29468"/>
                  </a:lnTo>
                  <a:lnTo>
                    <a:pt x="5999848" y="29468"/>
                  </a:lnTo>
                  <a:lnTo>
                    <a:pt x="5999942" y="29468"/>
                  </a:lnTo>
                  <a:lnTo>
                    <a:pt x="6000036" y="29468"/>
                  </a:lnTo>
                  <a:lnTo>
                    <a:pt x="6000130" y="29468"/>
                  </a:lnTo>
                  <a:lnTo>
                    <a:pt x="6000224" y="29468"/>
                  </a:lnTo>
                  <a:lnTo>
                    <a:pt x="6000319" y="29468"/>
                  </a:lnTo>
                  <a:lnTo>
                    <a:pt x="6000413" y="29468"/>
                  </a:lnTo>
                  <a:lnTo>
                    <a:pt x="6000507" y="29468"/>
                  </a:lnTo>
                  <a:lnTo>
                    <a:pt x="6000601" y="29468"/>
                  </a:lnTo>
                  <a:lnTo>
                    <a:pt x="6000695" y="29468"/>
                  </a:lnTo>
                  <a:lnTo>
                    <a:pt x="6000789" y="29468"/>
                  </a:lnTo>
                  <a:lnTo>
                    <a:pt x="6000883" y="29468"/>
                  </a:lnTo>
                  <a:lnTo>
                    <a:pt x="6000978" y="29468"/>
                  </a:lnTo>
                  <a:lnTo>
                    <a:pt x="6001072" y="29468"/>
                  </a:lnTo>
                  <a:lnTo>
                    <a:pt x="6001166" y="29468"/>
                  </a:lnTo>
                  <a:lnTo>
                    <a:pt x="6001260" y="29468"/>
                  </a:lnTo>
                  <a:lnTo>
                    <a:pt x="6001354" y="29468"/>
                  </a:lnTo>
                  <a:lnTo>
                    <a:pt x="6001448" y="29468"/>
                  </a:lnTo>
                  <a:lnTo>
                    <a:pt x="6001542" y="29468"/>
                  </a:lnTo>
                  <a:lnTo>
                    <a:pt x="6001637" y="29468"/>
                  </a:lnTo>
                  <a:lnTo>
                    <a:pt x="6001731" y="29468"/>
                  </a:lnTo>
                  <a:lnTo>
                    <a:pt x="6001825" y="29468"/>
                  </a:lnTo>
                  <a:lnTo>
                    <a:pt x="6001919" y="29468"/>
                  </a:lnTo>
                  <a:lnTo>
                    <a:pt x="6002013" y="29468"/>
                  </a:lnTo>
                  <a:lnTo>
                    <a:pt x="6002107" y="29468"/>
                  </a:lnTo>
                  <a:lnTo>
                    <a:pt x="6002202" y="29468"/>
                  </a:lnTo>
                  <a:lnTo>
                    <a:pt x="6002296" y="29468"/>
                  </a:lnTo>
                  <a:lnTo>
                    <a:pt x="6002390" y="29468"/>
                  </a:lnTo>
                  <a:lnTo>
                    <a:pt x="6002484" y="29468"/>
                  </a:lnTo>
                  <a:lnTo>
                    <a:pt x="6002578" y="29468"/>
                  </a:lnTo>
                  <a:lnTo>
                    <a:pt x="6002672" y="29468"/>
                  </a:lnTo>
                  <a:lnTo>
                    <a:pt x="6002766" y="29468"/>
                  </a:lnTo>
                  <a:lnTo>
                    <a:pt x="6002861" y="29468"/>
                  </a:lnTo>
                  <a:lnTo>
                    <a:pt x="6002955" y="29468"/>
                  </a:lnTo>
                  <a:lnTo>
                    <a:pt x="6003049" y="29468"/>
                  </a:lnTo>
                  <a:lnTo>
                    <a:pt x="6003143" y="29468"/>
                  </a:lnTo>
                  <a:lnTo>
                    <a:pt x="6003237" y="29468"/>
                  </a:lnTo>
                  <a:lnTo>
                    <a:pt x="6003331" y="29468"/>
                  </a:lnTo>
                  <a:lnTo>
                    <a:pt x="6003426" y="29468"/>
                  </a:lnTo>
                  <a:lnTo>
                    <a:pt x="6003520" y="29468"/>
                  </a:lnTo>
                  <a:lnTo>
                    <a:pt x="6003614" y="29468"/>
                  </a:lnTo>
                  <a:lnTo>
                    <a:pt x="6003708" y="29468"/>
                  </a:lnTo>
                  <a:lnTo>
                    <a:pt x="6003802" y="29468"/>
                  </a:lnTo>
                  <a:lnTo>
                    <a:pt x="6003896" y="29468"/>
                  </a:lnTo>
                  <a:lnTo>
                    <a:pt x="6003990" y="29468"/>
                  </a:lnTo>
                  <a:lnTo>
                    <a:pt x="6004085" y="29468"/>
                  </a:lnTo>
                  <a:lnTo>
                    <a:pt x="6004179" y="29468"/>
                  </a:lnTo>
                  <a:lnTo>
                    <a:pt x="6004273" y="29468"/>
                  </a:lnTo>
                  <a:lnTo>
                    <a:pt x="6004367" y="29468"/>
                  </a:lnTo>
                  <a:lnTo>
                    <a:pt x="6004461" y="29468"/>
                  </a:lnTo>
                  <a:lnTo>
                    <a:pt x="6004555" y="29468"/>
                  </a:lnTo>
                  <a:lnTo>
                    <a:pt x="6004650" y="29468"/>
                  </a:lnTo>
                  <a:lnTo>
                    <a:pt x="6004744" y="29468"/>
                  </a:lnTo>
                  <a:lnTo>
                    <a:pt x="6004838" y="29468"/>
                  </a:lnTo>
                  <a:lnTo>
                    <a:pt x="6004932" y="29468"/>
                  </a:lnTo>
                  <a:lnTo>
                    <a:pt x="6005026" y="29468"/>
                  </a:lnTo>
                  <a:lnTo>
                    <a:pt x="6005120" y="29468"/>
                  </a:lnTo>
                  <a:lnTo>
                    <a:pt x="6005214" y="29468"/>
                  </a:lnTo>
                  <a:lnTo>
                    <a:pt x="6005309" y="29468"/>
                  </a:lnTo>
                  <a:lnTo>
                    <a:pt x="6005403" y="29468"/>
                  </a:lnTo>
                  <a:lnTo>
                    <a:pt x="6005497" y="29468"/>
                  </a:lnTo>
                  <a:lnTo>
                    <a:pt x="6005591" y="29468"/>
                  </a:lnTo>
                  <a:lnTo>
                    <a:pt x="6005685" y="29468"/>
                  </a:lnTo>
                  <a:lnTo>
                    <a:pt x="6005779" y="29468"/>
                  </a:lnTo>
                  <a:lnTo>
                    <a:pt x="6005873" y="29468"/>
                  </a:lnTo>
                  <a:lnTo>
                    <a:pt x="6005968" y="29468"/>
                  </a:lnTo>
                  <a:lnTo>
                    <a:pt x="6006062" y="29468"/>
                  </a:lnTo>
                  <a:lnTo>
                    <a:pt x="6006156" y="29468"/>
                  </a:lnTo>
                  <a:lnTo>
                    <a:pt x="6006250" y="29468"/>
                  </a:lnTo>
                  <a:lnTo>
                    <a:pt x="6006344" y="29468"/>
                  </a:lnTo>
                  <a:lnTo>
                    <a:pt x="6006438" y="29468"/>
                  </a:lnTo>
                  <a:lnTo>
                    <a:pt x="6006533" y="29468"/>
                  </a:lnTo>
                  <a:lnTo>
                    <a:pt x="6006627" y="29468"/>
                  </a:lnTo>
                  <a:lnTo>
                    <a:pt x="6006721" y="29468"/>
                  </a:lnTo>
                  <a:lnTo>
                    <a:pt x="6006815" y="29468"/>
                  </a:lnTo>
                  <a:lnTo>
                    <a:pt x="6006909" y="29468"/>
                  </a:lnTo>
                  <a:lnTo>
                    <a:pt x="6007003" y="29468"/>
                  </a:lnTo>
                  <a:lnTo>
                    <a:pt x="6007097" y="29468"/>
                  </a:lnTo>
                  <a:lnTo>
                    <a:pt x="6007192" y="29468"/>
                  </a:lnTo>
                  <a:lnTo>
                    <a:pt x="6007286" y="29468"/>
                  </a:lnTo>
                  <a:lnTo>
                    <a:pt x="6007380" y="29468"/>
                  </a:lnTo>
                  <a:lnTo>
                    <a:pt x="6007474" y="29468"/>
                  </a:lnTo>
                  <a:lnTo>
                    <a:pt x="6007568" y="29468"/>
                  </a:lnTo>
                  <a:lnTo>
                    <a:pt x="6007662" y="29468"/>
                  </a:lnTo>
                  <a:lnTo>
                    <a:pt x="6007757" y="29468"/>
                  </a:lnTo>
                  <a:lnTo>
                    <a:pt x="6007851" y="29468"/>
                  </a:lnTo>
                  <a:lnTo>
                    <a:pt x="6007945" y="29468"/>
                  </a:lnTo>
                  <a:lnTo>
                    <a:pt x="6008039" y="29468"/>
                  </a:lnTo>
                  <a:lnTo>
                    <a:pt x="6008133" y="29468"/>
                  </a:lnTo>
                  <a:lnTo>
                    <a:pt x="6008227" y="29468"/>
                  </a:lnTo>
                  <a:lnTo>
                    <a:pt x="6008321" y="29468"/>
                  </a:lnTo>
                  <a:lnTo>
                    <a:pt x="6008416" y="29468"/>
                  </a:lnTo>
                  <a:lnTo>
                    <a:pt x="6008510" y="29468"/>
                  </a:lnTo>
                  <a:lnTo>
                    <a:pt x="6008604" y="29468"/>
                  </a:lnTo>
                  <a:lnTo>
                    <a:pt x="6008698" y="29468"/>
                  </a:lnTo>
                  <a:lnTo>
                    <a:pt x="6008792" y="29468"/>
                  </a:lnTo>
                  <a:lnTo>
                    <a:pt x="6008886" y="29468"/>
                  </a:lnTo>
                  <a:lnTo>
                    <a:pt x="6008981" y="29468"/>
                  </a:lnTo>
                  <a:lnTo>
                    <a:pt x="6009075" y="29468"/>
                  </a:lnTo>
                  <a:lnTo>
                    <a:pt x="6009169" y="29468"/>
                  </a:lnTo>
                  <a:lnTo>
                    <a:pt x="6009263" y="29468"/>
                  </a:lnTo>
                  <a:lnTo>
                    <a:pt x="6009357" y="29468"/>
                  </a:lnTo>
                  <a:lnTo>
                    <a:pt x="6009451" y="29468"/>
                  </a:lnTo>
                  <a:lnTo>
                    <a:pt x="6009545" y="29468"/>
                  </a:lnTo>
                  <a:lnTo>
                    <a:pt x="6009640" y="29468"/>
                  </a:lnTo>
                  <a:lnTo>
                    <a:pt x="6009734" y="29468"/>
                  </a:lnTo>
                  <a:lnTo>
                    <a:pt x="6009828" y="29468"/>
                  </a:lnTo>
                  <a:lnTo>
                    <a:pt x="6009922" y="29468"/>
                  </a:lnTo>
                  <a:lnTo>
                    <a:pt x="6010016" y="29468"/>
                  </a:lnTo>
                  <a:lnTo>
                    <a:pt x="6010110" y="29468"/>
                  </a:lnTo>
                  <a:lnTo>
                    <a:pt x="6010204" y="29468"/>
                  </a:lnTo>
                  <a:lnTo>
                    <a:pt x="6010299" y="29468"/>
                  </a:lnTo>
                  <a:lnTo>
                    <a:pt x="6010393" y="29468"/>
                  </a:lnTo>
                  <a:lnTo>
                    <a:pt x="6010487" y="29468"/>
                  </a:lnTo>
                  <a:lnTo>
                    <a:pt x="6010581" y="29468"/>
                  </a:lnTo>
                  <a:lnTo>
                    <a:pt x="6010675" y="29468"/>
                  </a:lnTo>
                  <a:lnTo>
                    <a:pt x="6010769" y="29468"/>
                  </a:lnTo>
                  <a:lnTo>
                    <a:pt x="6010864" y="29468"/>
                  </a:lnTo>
                  <a:lnTo>
                    <a:pt x="6010958" y="29468"/>
                  </a:lnTo>
                  <a:lnTo>
                    <a:pt x="6011052" y="29468"/>
                  </a:lnTo>
                  <a:lnTo>
                    <a:pt x="6011146" y="29468"/>
                  </a:lnTo>
                  <a:lnTo>
                    <a:pt x="6011240" y="29468"/>
                  </a:lnTo>
                  <a:lnTo>
                    <a:pt x="6011334" y="29468"/>
                  </a:lnTo>
                  <a:lnTo>
                    <a:pt x="6011428" y="29468"/>
                  </a:lnTo>
                  <a:lnTo>
                    <a:pt x="6011523" y="29468"/>
                  </a:lnTo>
                  <a:lnTo>
                    <a:pt x="6011617" y="29468"/>
                  </a:lnTo>
                  <a:lnTo>
                    <a:pt x="6011711" y="29468"/>
                  </a:lnTo>
                  <a:lnTo>
                    <a:pt x="6011805" y="29468"/>
                  </a:lnTo>
                  <a:lnTo>
                    <a:pt x="6011899" y="29468"/>
                  </a:lnTo>
                  <a:lnTo>
                    <a:pt x="6011993" y="29468"/>
                  </a:lnTo>
                  <a:lnTo>
                    <a:pt x="6012088" y="29468"/>
                  </a:lnTo>
                  <a:lnTo>
                    <a:pt x="6012182" y="29468"/>
                  </a:lnTo>
                  <a:lnTo>
                    <a:pt x="6012276" y="29468"/>
                  </a:lnTo>
                  <a:lnTo>
                    <a:pt x="6012370" y="29468"/>
                  </a:lnTo>
                  <a:lnTo>
                    <a:pt x="6012464" y="29468"/>
                  </a:lnTo>
                  <a:lnTo>
                    <a:pt x="6012558" y="29468"/>
                  </a:lnTo>
                  <a:lnTo>
                    <a:pt x="6012652" y="29468"/>
                  </a:lnTo>
                  <a:lnTo>
                    <a:pt x="6012747" y="29468"/>
                  </a:lnTo>
                  <a:lnTo>
                    <a:pt x="6012841" y="29468"/>
                  </a:lnTo>
                  <a:lnTo>
                    <a:pt x="6012935" y="29468"/>
                  </a:lnTo>
                  <a:lnTo>
                    <a:pt x="6013029" y="29468"/>
                  </a:lnTo>
                  <a:lnTo>
                    <a:pt x="6013123" y="29468"/>
                  </a:lnTo>
                  <a:lnTo>
                    <a:pt x="6013217" y="29468"/>
                  </a:lnTo>
                  <a:lnTo>
                    <a:pt x="6013312" y="29468"/>
                  </a:lnTo>
                  <a:lnTo>
                    <a:pt x="6013406" y="29468"/>
                  </a:lnTo>
                  <a:lnTo>
                    <a:pt x="6013500" y="29468"/>
                  </a:lnTo>
                  <a:lnTo>
                    <a:pt x="6013594" y="29468"/>
                  </a:lnTo>
                  <a:lnTo>
                    <a:pt x="6013688" y="29468"/>
                  </a:lnTo>
                  <a:lnTo>
                    <a:pt x="6013782" y="29468"/>
                  </a:lnTo>
                  <a:lnTo>
                    <a:pt x="6013876" y="29468"/>
                  </a:lnTo>
                  <a:lnTo>
                    <a:pt x="6013971" y="29468"/>
                  </a:lnTo>
                  <a:lnTo>
                    <a:pt x="6014065" y="29468"/>
                  </a:lnTo>
                  <a:lnTo>
                    <a:pt x="6014159" y="29468"/>
                  </a:lnTo>
                  <a:lnTo>
                    <a:pt x="6014253" y="29468"/>
                  </a:lnTo>
                  <a:lnTo>
                    <a:pt x="6014347" y="29468"/>
                  </a:lnTo>
                  <a:lnTo>
                    <a:pt x="6014441" y="29468"/>
                  </a:lnTo>
                  <a:lnTo>
                    <a:pt x="6014535" y="29468"/>
                  </a:lnTo>
                  <a:lnTo>
                    <a:pt x="6014630" y="29468"/>
                  </a:lnTo>
                  <a:lnTo>
                    <a:pt x="6014724" y="29468"/>
                  </a:lnTo>
                  <a:lnTo>
                    <a:pt x="6014818" y="29468"/>
                  </a:lnTo>
                  <a:lnTo>
                    <a:pt x="6014912" y="29468"/>
                  </a:lnTo>
                  <a:lnTo>
                    <a:pt x="6015006" y="29468"/>
                  </a:lnTo>
                  <a:lnTo>
                    <a:pt x="6015100" y="29468"/>
                  </a:lnTo>
                  <a:lnTo>
                    <a:pt x="6015195" y="29468"/>
                  </a:lnTo>
                  <a:lnTo>
                    <a:pt x="6015289" y="29468"/>
                  </a:lnTo>
                  <a:lnTo>
                    <a:pt x="6015383" y="29468"/>
                  </a:lnTo>
                  <a:lnTo>
                    <a:pt x="6015477" y="29468"/>
                  </a:lnTo>
                  <a:lnTo>
                    <a:pt x="6015571" y="29468"/>
                  </a:lnTo>
                  <a:lnTo>
                    <a:pt x="6015665" y="29468"/>
                  </a:lnTo>
                  <a:lnTo>
                    <a:pt x="6015759" y="29468"/>
                  </a:lnTo>
                  <a:lnTo>
                    <a:pt x="6015854" y="29468"/>
                  </a:lnTo>
                  <a:lnTo>
                    <a:pt x="6015948" y="29468"/>
                  </a:lnTo>
                  <a:lnTo>
                    <a:pt x="6016042" y="29468"/>
                  </a:lnTo>
                  <a:lnTo>
                    <a:pt x="6016136" y="29468"/>
                  </a:lnTo>
                  <a:lnTo>
                    <a:pt x="6016230" y="29468"/>
                  </a:lnTo>
                  <a:lnTo>
                    <a:pt x="6016324" y="29468"/>
                  </a:lnTo>
                  <a:lnTo>
                    <a:pt x="6016419" y="29468"/>
                  </a:lnTo>
                  <a:lnTo>
                    <a:pt x="6016513" y="29468"/>
                  </a:lnTo>
                  <a:lnTo>
                    <a:pt x="6016607" y="29468"/>
                  </a:lnTo>
                  <a:lnTo>
                    <a:pt x="6016701" y="29468"/>
                  </a:lnTo>
                  <a:lnTo>
                    <a:pt x="6016795" y="29468"/>
                  </a:lnTo>
                  <a:lnTo>
                    <a:pt x="6016795" y="24556"/>
                  </a:lnTo>
                  <a:lnTo>
                    <a:pt x="6016889" y="24556"/>
                  </a:lnTo>
                  <a:lnTo>
                    <a:pt x="6016983" y="24556"/>
                  </a:lnTo>
                  <a:lnTo>
                    <a:pt x="6017078" y="24556"/>
                  </a:lnTo>
                  <a:lnTo>
                    <a:pt x="6017172" y="24556"/>
                  </a:lnTo>
                  <a:lnTo>
                    <a:pt x="6017266" y="24556"/>
                  </a:lnTo>
                  <a:lnTo>
                    <a:pt x="6017360" y="24556"/>
                  </a:lnTo>
                  <a:lnTo>
                    <a:pt x="6017454" y="24556"/>
                  </a:lnTo>
                  <a:lnTo>
                    <a:pt x="6017548" y="24556"/>
                  </a:lnTo>
                  <a:lnTo>
                    <a:pt x="6017643" y="24556"/>
                  </a:lnTo>
                  <a:lnTo>
                    <a:pt x="6017737" y="24556"/>
                  </a:lnTo>
                  <a:lnTo>
                    <a:pt x="6017831" y="24556"/>
                  </a:lnTo>
                  <a:lnTo>
                    <a:pt x="6017925" y="24556"/>
                  </a:lnTo>
                  <a:lnTo>
                    <a:pt x="6018019" y="24556"/>
                  </a:lnTo>
                  <a:lnTo>
                    <a:pt x="6018113" y="24556"/>
                  </a:lnTo>
                  <a:lnTo>
                    <a:pt x="6018207" y="24556"/>
                  </a:lnTo>
                  <a:lnTo>
                    <a:pt x="6018302" y="24556"/>
                  </a:lnTo>
                  <a:lnTo>
                    <a:pt x="6018396" y="24556"/>
                  </a:lnTo>
                  <a:lnTo>
                    <a:pt x="6018490" y="24556"/>
                  </a:lnTo>
                  <a:lnTo>
                    <a:pt x="6018584" y="24556"/>
                  </a:lnTo>
                  <a:lnTo>
                    <a:pt x="6018678" y="24556"/>
                  </a:lnTo>
                  <a:lnTo>
                    <a:pt x="6018772" y="24556"/>
                  </a:lnTo>
                  <a:lnTo>
                    <a:pt x="6018866" y="24556"/>
                  </a:lnTo>
                  <a:lnTo>
                    <a:pt x="6018961" y="24556"/>
                  </a:lnTo>
                  <a:lnTo>
                    <a:pt x="6019055" y="24556"/>
                  </a:lnTo>
                  <a:lnTo>
                    <a:pt x="6019149" y="24556"/>
                  </a:lnTo>
                  <a:lnTo>
                    <a:pt x="6019243" y="24556"/>
                  </a:lnTo>
                  <a:lnTo>
                    <a:pt x="6019337" y="24556"/>
                  </a:lnTo>
                  <a:lnTo>
                    <a:pt x="6019431" y="24556"/>
                  </a:lnTo>
                  <a:lnTo>
                    <a:pt x="6019526" y="24556"/>
                  </a:lnTo>
                  <a:lnTo>
                    <a:pt x="6019620" y="24556"/>
                  </a:lnTo>
                  <a:lnTo>
                    <a:pt x="6019714" y="24556"/>
                  </a:lnTo>
                  <a:lnTo>
                    <a:pt x="6019808" y="24556"/>
                  </a:lnTo>
                  <a:lnTo>
                    <a:pt x="6019902" y="24556"/>
                  </a:lnTo>
                  <a:lnTo>
                    <a:pt x="6019996" y="24556"/>
                  </a:lnTo>
                  <a:lnTo>
                    <a:pt x="6020090" y="24556"/>
                  </a:lnTo>
                  <a:lnTo>
                    <a:pt x="6020185" y="24556"/>
                  </a:lnTo>
                  <a:lnTo>
                    <a:pt x="6020279" y="24556"/>
                  </a:lnTo>
                  <a:lnTo>
                    <a:pt x="6020373" y="24556"/>
                  </a:lnTo>
                  <a:lnTo>
                    <a:pt x="6020467" y="24556"/>
                  </a:lnTo>
                  <a:lnTo>
                    <a:pt x="6020561" y="24556"/>
                  </a:lnTo>
                  <a:lnTo>
                    <a:pt x="6020655" y="24556"/>
                  </a:lnTo>
                  <a:lnTo>
                    <a:pt x="6020750" y="24556"/>
                  </a:lnTo>
                  <a:lnTo>
                    <a:pt x="6020844" y="24556"/>
                  </a:lnTo>
                  <a:lnTo>
                    <a:pt x="6020938" y="24556"/>
                  </a:lnTo>
                  <a:lnTo>
                    <a:pt x="6021032" y="24556"/>
                  </a:lnTo>
                  <a:lnTo>
                    <a:pt x="6021126" y="24556"/>
                  </a:lnTo>
                  <a:lnTo>
                    <a:pt x="6021220" y="24556"/>
                  </a:lnTo>
                  <a:lnTo>
                    <a:pt x="6021314" y="24556"/>
                  </a:lnTo>
                  <a:lnTo>
                    <a:pt x="6021409" y="24556"/>
                  </a:lnTo>
                  <a:lnTo>
                    <a:pt x="6021503" y="24556"/>
                  </a:lnTo>
                  <a:lnTo>
                    <a:pt x="6021597" y="24556"/>
                  </a:lnTo>
                  <a:lnTo>
                    <a:pt x="6021691" y="24556"/>
                  </a:lnTo>
                  <a:lnTo>
                    <a:pt x="6021785" y="24556"/>
                  </a:lnTo>
                  <a:lnTo>
                    <a:pt x="6021879" y="24556"/>
                  </a:lnTo>
                  <a:lnTo>
                    <a:pt x="6021974" y="24556"/>
                  </a:lnTo>
                  <a:lnTo>
                    <a:pt x="6022068" y="24556"/>
                  </a:lnTo>
                  <a:lnTo>
                    <a:pt x="6022162" y="24556"/>
                  </a:lnTo>
                  <a:lnTo>
                    <a:pt x="6022256" y="24556"/>
                  </a:lnTo>
                  <a:lnTo>
                    <a:pt x="6022350" y="24556"/>
                  </a:lnTo>
                  <a:lnTo>
                    <a:pt x="6022444" y="24556"/>
                  </a:lnTo>
                  <a:lnTo>
                    <a:pt x="6022538" y="24556"/>
                  </a:lnTo>
                  <a:lnTo>
                    <a:pt x="6022633" y="24556"/>
                  </a:lnTo>
                  <a:lnTo>
                    <a:pt x="6022727" y="24556"/>
                  </a:lnTo>
                  <a:lnTo>
                    <a:pt x="6022821" y="24556"/>
                  </a:lnTo>
                  <a:lnTo>
                    <a:pt x="6022915" y="24556"/>
                  </a:lnTo>
                  <a:lnTo>
                    <a:pt x="6023009" y="24556"/>
                  </a:lnTo>
                  <a:lnTo>
                    <a:pt x="6023103" y="24556"/>
                  </a:lnTo>
                  <a:lnTo>
                    <a:pt x="6023197" y="24556"/>
                  </a:lnTo>
                  <a:lnTo>
                    <a:pt x="6023292" y="24556"/>
                  </a:lnTo>
                  <a:lnTo>
                    <a:pt x="6023386" y="24556"/>
                  </a:lnTo>
                  <a:lnTo>
                    <a:pt x="6023480" y="24556"/>
                  </a:lnTo>
                  <a:lnTo>
                    <a:pt x="6023574" y="24556"/>
                  </a:lnTo>
                  <a:lnTo>
                    <a:pt x="6023668" y="24556"/>
                  </a:lnTo>
                  <a:lnTo>
                    <a:pt x="6023762" y="24556"/>
                  </a:lnTo>
                  <a:lnTo>
                    <a:pt x="6023857" y="24556"/>
                  </a:lnTo>
                  <a:lnTo>
                    <a:pt x="6023951" y="24556"/>
                  </a:lnTo>
                  <a:lnTo>
                    <a:pt x="6024045" y="24556"/>
                  </a:lnTo>
                  <a:lnTo>
                    <a:pt x="6024139" y="24556"/>
                  </a:lnTo>
                  <a:lnTo>
                    <a:pt x="6024233" y="24556"/>
                  </a:lnTo>
                  <a:lnTo>
                    <a:pt x="6024327" y="24556"/>
                  </a:lnTo>
                  <a:lnTo>
                    <a:pt x="6024421" y="24556"/>
                  </a:lnTo>
                  <a:lnTo>
                    <a:pt x="6024516" y="24556"/>
                  </a:lnTo>
                  <a:lnTo>
                    <a:pt x="6024610" y="24556"/>
                  </a:lnTo>
                  <a:lnTo>
                    <a:pt x="6024704" y="24556"/>
                  </a:lnTo>
                  <a:lnTo>
                    <a:pt x="6024798" y="24556"/>
                  </a:lnTo>
                  <a:lnTo>
                    <a:pt x="6024892" y="24556"/>
                  </a:lnTo>
                  <a:lnTo>
                    <a:pt x="6024986" y="24556"/>
                  </a:lnTo>
                  <a:lnTo>
                    <a:pt x="6025081" y="24556"/>
                  </a:lnTo>
                  <a:lnTo>
                    <a:pt x="6025175" y="24556"/>
                  </a:lnTo>
                  <a:lnTo>
                    <a:pt x="6025269" y="24556"/>
                  </a:lnTo>
                  <a:lnTo>
                    <a:pt x="6025363" y="24556"/>
                  </a:lnTo>
                  <a:lnTo>
                    <a:pt x="6025457" y="24556"/>
                  </a:lnTo>
                  <a:lnTo>
                    <a:pt x="6025551" y="24556"/>
                  </a:lnTo>
                  <a:lnTo>
                    <a:pt x="6025645" y="24556"/>
                  </a:lnTo>
                  <a:lnTo>
                    <a:pt x="6025740" y="24556"/>
                  </a:lnTo>
                  <a:lnTo>
                    <a:pt x="6025834" y="24556"/>
                  </a:lnTo>
                  <a:lnTo>
                    <a:pt x="6025928" y="24556"/>
                  </a:lnTo>
                  <a:lnTo>
                    <a:pt x="6026022" y="24556"/>
                  </a:lnTo>
                  <a:lnTo>
                    <a:pt x="6026116" y="24556"/>
                  </a:lnTo>
                  <a:lnTo>
                    <a:pt x="6026210" y="24556"/>
                  </a:lnTo>
                  <a:lnTo>
                    <a:pt x="6026305" y="24556"/>
                  </a:lnTo>
                  <a:lnTo>
                    <a:pt x="6026399" y="24556"/>
                  </a:lnTo>
                  <a:lnTo>
                    <a:pt x="6026493" y="24556"/>
                  </a:lnTo>
                  <a:lnTo>
                    <a:pt x="6026587" y="24556"/>
                  </a:lnTo>
                  <a:lnTo>
                    <a:pt x="6026681" y="24556"/>
                  </a:lnTo>
                  <a:lnTo>
                    <a:pt x="6026681" y="19645"/>
                  </a:lnTo>
                  <a:lnTo>
                    <a:pt x="6026775" y="19645"/>
                  </a:lnTo>
                  <a:lnTo>
                    <a:pt x="6026869" y="19645"/>
                  </a:lnTo>
                  <a:lnTo>
                    <a:pt x="6026964" y="19645"/>
                  </a:lnTo>
                  <a:lnTo>
                    <a:pt x="6027058" y="19645"/>
                  </a:lnTo>
                  <a:lnTo>
                    <a:pt x="6027152" y="19645"/>
                  </a:lnTo>
                  <a:lnTo>
                    <a:pt x="6027246" y="19645"/>
                  </a:lnTo>
                  <a:lnTo>
                    <a:pt x="6027340" y="19645"/>
                  </a:lnTo>
                  <a:lnTo>
                    <a:pt x="6027434" y="19645"/>
                  </a:lnTo>
                  <a:lnTo>
                    <a:pt x="6027528" y="19645"/>
                  </a:lnTo>
                  <a:lnTo>
                    <a:pt x="6027623" y="19645"/>
                  </a:lnTo>
                  <a:lnTo>
                    <a:pt x="6027717" y="19645"/>
                  </a:lnTo>
                  <a:lnTo>
                    <a:pt x="6027811" y="19645"/>
                  </a:lnTo>
                  <a:lnTo>
                    <a:pt x="6027905" y="19645"/>
                  </a:lnTo>
                  <a:lnTo>
                    <a:pt x="6027999" y="19645"/>
                  </a:lnTo>
                  <a:lnTo>
                    <a:pt x="6028093" y="19645"/>
                  </a:lnTo>
                  <a:lnTo>
                    <a:pt x="6028188" y="19645"/>
                  </a:lnTo>
                  <a:lnTo>
                    <a:pt x="6028282" y="19645"/>
                  </a:lnTo>
                  <a:lnTo>
                    <a:pt x="6028376" y="19645"/>
                  </a:lnTo>
                  <a:lnTo>
                    <a:pt x="6028470" y="19645"/>
                  </a:lnTo>
                  <a:lnTo>
                    <a:pt x="6028564" y="19645"/>
                  </a:lnTo>
                  <a:lnTo>
                    <a:pt x="6028658" y="19645"/>
                  </a:lnTo>
                  <a:lnTo>
                    <a:pt x="6028752" y="19645"/>
                  </a:lnTo>
                  <a:lnTo>
                    <a:pt x="6028847" y="19645"/>
                  </a:lnTo>
                  <a:lnTo>
                    <a:pt x="6028941" y="19645"/>
                  </a:lnTo>
                  <a:lnTo>
                    <a:pt x="6029035" y="19645"/>
                  </a:lnTo>
                  <a:lnTo>
                    <a:pt x="6029129" y="19645"/>
                  </a:lnTo>
                  <a:lnTo>
                    <a:pt x="6029223" y="19645"/>
                  </a:lnTo>
                  <a:lnTo>
                    <a:pt x="6029317" y="19645"/>
                  </a:lnTo>
                  <a:lnTo>
                    <a:pt x="6029412" y="19645"/>
                  </a:lnTo>
                  <a:lnTo>
                    <a:pt x="6029506" y="19645"/>
                  </a:lnTo>
                  <a:lnTo>
                    <a:pt x="6029600" y="19645"/>
                  </a:lnTo>
                  <a:lnTo>
                    <a:pt x="6029694" y="19645"/>
                  </a:lnTo>
                  <a:lnTo>
                    <a:pt x="6029788" y="19645"/>
                  </a:lnTo>
                  <a:lnTo>
                    <a:pt x="6029882" y="19645"/>
                  </a:lnTo>
                  <a:lnTo>
                    <a:pt x="6029976" y="19645"/>
                  </a:lnTo>
                  <a:lnTo>
                    <a:pt x="6030071" y="19645"/>
                  </a:lnTo>
                  <a:lnTo>
                    <a:pt x="6030165" y="19645"/>
                  </a:lnTo>
                  <a:lnTo>
                    <a:pt x="6030259" y="19645"/>
                  </a:lnTo>
                  <a:lnTo>
                    <a:pt x="6030353" y="19645"/>
                  </a:lnTo>
                  <a:lnTo>
                    <a:pt x="6030447" y="19645"/>
                  </a:lnTo>
                  <a:lnTo>
                    <a:pt x="6030541" y="19645"/>
                  </a:lnTo>
                  <a:lnTo>
                    <a:pt x="6030636" y="19645"/>
                  </a:lnTo>
                  <a:lnTo>
                    <a:pt x="6030730" y="19645"/>
                  </a:lnTo>
                  <a:lnTo>
                    <a:pt x="6030824" y="19645"/>
                  </a:lnTo>
                  <a:lnTo>
                    <a:pt x="6030918" y="19645"/>
                  </a:lnTo>
                  <a:lnTo>
                    <a:pt x="6031012" y="19645"/>
                  </a:lnTo>
                  <a:lnTo>
                    <a:pt x="6031106" y="19645"/>
                  </a:lnTo>
                  <a:lnTo>
                    <a:pt x="6031200" y="19645"/>
                  </a:lnTo>
                  <a:lnTo>
                    <a:pt x="6031295" y="19645"/>
                  </a:lnTo>
                  <a:lnTo>
                    <a:pt x="6031389" y="19645"/>
                  </a:lnTo>
                  <a:lnTo>
                    <a:pt x="6031483" y="19645"/>
                  </a:lnTo>
                  <a:lnTo>
                    <a:pt x="6031577" y="19645"/>
                  </a:lnTo>
                  <a:lnTo>
                    <a:pt x="6031671" y="19645"/>
                  </a:lnTo>
                  <a:lnTo>
                    <a:pt x="6031765" y="19645"/>
                  </a:lnTo>
                  <a:lnTo>
                    <a:pt x="6031859" y="19645"/>
                  </a:lnTo>
                  <a:lnTo>
                    <a:pt x="6031954" y="19645"/>
                  </a:lnTo>
                  <a:lnTo>
                    <a:pt x="6032048" y="19645"/>
                  </a:lnTo>
                  <a:lnTo>
                    <a:pt x="6032142" y="19645"/>
                  </a:lnTo>
                  <a:lnTo>
                    <a:pt x="6032236" y="19645"/>
                  </a:lnTo>
                  <a:lnTo>
                    <a:pt x="6032330" y="19645"/>
                  </a:lnTo>
                  <a:lnTo>
                    <a:pt x="6032424" y="19645"/>
                  </a:lnTo>
                  <a:lnTo>
                    <a:pt x="6032519" y="19645"/>
                  </a:lnTo>
                  <a:lnTo>
                    <a:pt x="6032613" y="19645"/>
                  </a:lnTo>
                  <a:lnTo>
                    <a:pt x="6032707" y="19645"/>
                  </a:lnTo>
                  <a:lnTo>
                    <a:pt x="6032801" y="19645"/>
                  </a:lnTo>
                  <a:lnTo>
                    <a:pt x="6032895" y="19645"/>
                  </a:lnTo>
                  <a:lnTo>
                    <a:pt x="6032989" y="19645"/>
                  </a:lnTo>
                  <a:lnTo>
                    <a:pt x="6032989" y="14734"/>
                  </a:lnTo>
                  <a:lnTo>
                    <a:pt x="6033083" y="14734"/>
                  </a:lnTo>
                  <a:lnTo>
                    <a:pt x="6033178" y="14734"/>
                  </a:lnTo>
                  <a:lnTo>
                    <a:pt x="6033272" y="14734"/>
                  </a:lnTo>
                  <a:lnTo>
                    <a:pt x="6033366" y="14734"/>
                  </a:lnTo>
                  <a:lnTo>
                    <a:pt x="6033460" y="14734"/>
                  </a:lnTo>
                  <a:lnTo>
                    <a:pt x="6033554" y="14734"/>
                  </a:lnTo>
                  <a:lnTo>
                    <a:pt x="6033648" y="14734"/>
                  </a:lnTo>
                  <a:lnTo>
                    <a:pt x="6033743" y="14734"/>
                  </a:lnTo>
                  <a:lnTo>
                    <a:pt x="6033837" y="14734"/>
                  </a:lnTo>
                  <a:lnTo>
                    <a:pt x="6033931" y="14734"/>
                  </a:lnTo>
                  <a:lnTo>
                    <a:pt x="6034025" y="14734"/>
                  </a:lnTo>
                  <a:lnTo>
                    <a:pt x="6034119" y="14734"/>
                  </a:lnTo>
                  <a:lnTo>
                    <a:pt x="6034213" y="14734"/>
                  </a:lnTo>
                  <a:lnTo>
                    <a:pt x="6034307" y="14734"/>
                  </a:lnTo>
                  <a:lnTo>
                    <a:pt x="6034402" y="14734"/>
                  </a:lnTo>
                  <a:lnTo>
                    <a:pt x="6034496" y="14734"/>
                  </a:lnTo>
                  <a:lnTo>
                    <a:pt x="6034590" y="14734"/>
                  </a:lnTo>
                  <a:lnTo>
                    <a:pt x="6034684" y="14734"/>
                  </a:lnTo>
                  <a:lnTo>
                    <a:pt x="6034778" y="14734"/>
                  </a:lnTo>
                  <a:lnTo>
                    <a:pt x="6034872" y="14734"/>
                  </a:lnTo>
                  <a:lnTo>
                    <a:pt x="6034967" y="14734"/>
                  </a:lnTo>
                  <a:lnTo>
                    <a:pt x="6035061" y="14734"/>
                  </a:lnTo>
                  <a:lnTo>
                    <a:pt x="6035155" y="14734"/>
                  </a:lnTo>
                  <a:lnTo>
                    <a:pt x="6035249" y="14734"/>
                  </a:lnTo>
                  <a:lnTo>
                    <a:pt x="6035343" y="14734"/>
                  </a:lnTo>
                  <a:lnTo>
                    <a:pt x="6035437" y="14734"/>
                  </a:lnTo>
                  <a:lnTo>
                    <a:pt x="6035531" y="14734"/>
                  </a:lnTo>
                  <a:lnTo>
                    <a:pt x="6035626" y="14734"/>
                  </a:lnTo>
                  <a:lnTo>
                    <a:pt x="6035720" y="14734"/>
                  </a:lnTo>
                  <a:lnTo>
                    <a:pt x="6035814" y="14734"/>
                  </a:lnTo>
                  <a:lnTo>
                    <a:pt x="6035908" y="14734"/>
                  </a:lnTo>
                  <a:lnTo>
                    <a:pt x="6036002" y="14734"/>
                  </a:lnTo>
                  <a:lnTo>
                    <a:pt x="6036096" y="14734"/>
                  </a:lnTo>
                  <a:lnTo>
                    <a:pt x="6036190" y="14734"/>
                  </a:lnTo>
                  <a:lnTo>
                    <a:pt x="6036285" y="14734"/>
                  </a:lnTo>
                  <a:lnTo>
                    <a:pt x="6036379" y="14734"/>
                  </a:lnTo>
                  <a:lnTo>
                    <a:pt x="6036473" y="14734"/>
                  </a:lnTo>
                  <a:lnTo>
                    <a:pt x="6036567" y="14734"/>
                  </a:lnTo>
                  <a:lnTo>
                    <a:pt x="6036661" y="14734"/>
                  </a:lnTo>
                  <a:lnTo>
                    <a:pt x="6036755" y="14734"/>
                  </a:lnTo>
                  <a:lnTo>
                    <a:pt x="6036850" y="14734"/>
                  </a:lnTo>
                  <a:lnTo>
                    <a:pt x="6036944" y="14734"/>
                  </a:lnTo>
                  <a:lnTo>
                    <a:pt x="6037038" y="14734"/>
                  </a:lnTo>
                  <a:lnTo>
                    <a:pt x="6037132" y="14734"/>
                  </a:lnTo>
                  <a:lnTo>
                    <a:pt x="6037226" y="14734"/>
                  </a:lnTo>
                  <a:lnTo>
                    <a:pt x="6037320" y="14734"/>
                  </a:lnTo>
                  <a:lnTo>
                    <a:pt x="6037414" y="14734"/>
                  </a:lnTo>
                  <a:lnTo>
                    <a:pt x="6037509" y="14734"/>
                  </a:lnTo>
                  <a:lnTo>
                    <a:pt x="6037603" y="14734"/>
                  </a:lnTo>
                  <a:lnTo>
                    <a:pt x="6037697" y="14734"/>
                  </a:lnTo>
                  <a:lnTo>
                    <a:pt x="6037791" y="14734"/>
                  </a:lnTo>
                  <a:lnTo>
                    <a:pt x="6037885" y="14734"/>
                  </a:lnTo>
                  <a:lnTo>
                    <a:pt x="6037979" y="14734"/>
                  </a:lnTo>
                  <a:lnTo>
                    <a:pt x="6038074" y="14734"/>
                  </a:lnTo>
                  <a:lnTo>
                    <a:pt x="6038168" y="14734"/>
                  </a:lnTo>
                  <a:lnTo>
                    <a:pt x="6038262" y="14734"/>
                  </a:lnTo>
                  <a:lnTo>
                    <a:pt x="6038356" y="14734"/>
                  </a:lnTo>
                  <a:lnTo>
                    <a:pt x="6038450" y="14734"/>
                  </a:lnTo>
                  <a:lnTo>
                    <a:pt x="6038544" y="14734"/>
                  </a:lnTo>
                  <a:lnTo>
                    <a:pt x="6038638" y="14734"/>
                  </a:lnTo>
                  <a:lnTo>
                    <a:pt x="6038733" y="14734"/>
                  </a:lnTo>
                  <a:lnTo>
                    <a:pt x="6038827" y="14734"/>
                  </a:lnTo>
                  <a:lnTo>
                    <a:pt x="6038921" y="14734"/>
                  </a:lnTo>
                  <a:lnTo>
                    <a:pt x="6039015" y="14734"/>
                  </a:lnTo>
                  <a:lnTo>
                    <a:pt x="6039109" y="14734"/>
                  </a:lnTo>
                  <a:lnTo>
                    <a:pt x="6039203" y="14734"/>
                  </a:lnTo>
                  <a:lnTo>
                    <a:pt x="6039298" y="14734"/>
                  </a:lnTo>
                  <a:lnTo>
                    <a:pt x="6039392" y="14734"/>
                  </a:lnTo>
                  <a:lnTo>
                    <a:pt x="6039486" y="14734"/>
                  </a:lnTo>
                  <a:lnTo>
                    <a:pt x="6039580" y="14734"/>
                  </a:lnTo>
                  <a:lnTo>
                    <a:pt x="6039674" y="14734"/>
                  </a:lnTo>
                  <a:lnTo>
                    <a:pt x="6039768" y="14734"/>
                  </a:lnTo>
                  <a:lnTo>
                    <a:pt x="6039862" y="14734"/>
                  </a:lnTo>
                  <a:lnTo>
                    <a:pt x="6039957" y="14734"/>
                  </a:lnTo>
                  <a:lnTo>
                    <a:pt x="6040051" y="14734"/>
                  </a:lnTo>
                  <a:lnTo>
                    <a:pt x="6040145" y="14734"/>
                  </a:lnTo>
                  <a:lnTo>
                    <a:pt x="6040239" y="14734"/>
                  </a:lnTo>
                  <a:lnTo>
                    <a:pt x="6040333" y="14734"/>
                  </a:lnTo>
                  <a:lnTo>
                    <a:pt x="6040427" y="14734"/>
                  </a:lnTo>
                  <a:lnTo>
                    <a:pt x="6040521" y="14734"/>
                  </a:lnTo>
                  <a:lnTo>
                    <a:pt x="6040616" y="14734"/>
                  </a:lnTo>
                  <a:lnTo>
                    <a:pt x="6040710" y="14734"/>
                  </a:lnTo>
                  <a:lnTo>
                    <a:pt x="6040804" y="14734"/>
                  </a:lnTo>
                  <a:lnTo>
                    <a:pt x="6040898" y="14734"/>
                  </a:lnTo>
                  <a:lnTo>
                    <a:pt x="6040992" y="14734"/>
                  </a:lnTo>
                  <a:lnTo>
                    <a:pt x="6041086" y="14734"/>
                  </a:lnTo>
                  <a:lnTo>
                    <a:pt x="6041181" y="14734"/>
                  </a:lnTo>
                  <a:lnTo>
                    <a:pt x="6041275" y="14734"/>
                  </a:lnTo>
                  <a:lnTo>
                    <a:pt x="6041369" y="14734"/>
                  </a:lnTo>
                  <a:lnTo>
                    <a:pt x="6041463" y="14734"/>
                  </a:lnTo>
                  <a:lnTo>
                    <a:pt x="6041557" y="14734"/>
                  </a:lnTo>
                  <a:lnTo>
                    <a:pt x="6041651" y="14734"/>
                  </a:lnTo>
                  <a:lnTo>
                    <a:pt x="6041745" y="14734"/>
                  </a:lnTo>
                  <a:lnTo>
                    <a:pt x="6041840" y="14734"/>
                  </a:lnTo>
                  <a:lnTo>
                    <a:pt x="6041934" y="14734"/>
                  </a:lnTo>
                  <a:lnTo>
                    <a:pt x="6042028" y="14734"/>
                  </a:lnTo>
                  <a:lnTo>
                    <a:pt x="6042122" y="14734"/>
                  </a:lnTo>
                  <a:lnTo>
                    <a:pt x="6042216" y="14734"/>
                  </a:lnTo>
                  <a:lnTo>
                    <a:pt x="6042310" y="14734"/>
                  </a:lnTo>
                  <a:lnTo>
                    <a:pt x="6042405" y="14734"/>
                  </a:lnTo>
                  <a:lnTo>
                    <a:pt x="6042499" y="14734"/>
                  </a:lnTo>
                  <a:lnTo>
                    <a:pt x="6042593" y="14734"/>
                  </a:lnTo>
                  <a:lnTo>
                    <a:pt x="6042687" y="14734"/>
                  </a:lnTo>
                  <a:lnTo>
                    <a:pt x="6042781" y="14734"/>
                  </a:lnTo>
                  <a:lnTo>
                    <a:pt x="6042875" y="14734"/>
                  </a:lnTo>
                  <a:lnTo>
                    <a:pt x="6042969" y="14734"/>
                  </a:lnTo>
                  <a:lnTo>
                    <a:pt x="6043064" y="14734"/>
                  </a:lnTo>
                  <a:lnTo>
                    <a:pt x="6043158" y="14734"/>
                  </a:lnTo>
                  <a:lnTo>
                    <a:pt x="6043252" y="14734"/>
                  </a:lnTo>
                  <a:lnTo>
                    <a:pt x="6043346" y="14734"/>
                  </a:lnTo>
                  <a:lnTo>
                    <a:pt x="6043440" y="14734"/>
                  </a:lnTo>
                  <a:lnTo>
                    <a:pt x="6043534" y="14734"/>
                  </a:lnTo>
                  <a:lnTo>
                    <a:pt x="6043629" y="14734"/>
                  </a:lnTo>
                  <a:lnTo>
                    <a:pt x="6043723" y="14734"/>
                  </a:lnTo>
                  <a:lnTo>
                    <a:pt x="6043817" y="14734"/>
                  </a:lnTo>
                  <a:lnTo>
                    <a:pt x="6043911" y="14734"/>
                  </a:lnTo>
                  <a:lnTo>
                    <a:pt x="6044005" y="14734"/>
                  </a:lnTo>
                  <a:lnTo>
                    <a:pt x="6044099" y="14734"/>
                  </a:lnTo>
                  <a:lnTo>
                    <a:pt x="6044193" y="14734"/>
                  </a:lnTo>
                  <a:lnTo>
                    <a:pt x="6044288" y="14734"/>
                  </a:lnTo>
                  <a:lnTo>
                    <a:pt x="6044382" y="14734"/>
                  </a:lnTo>
                  <a:lnTo>
                    <a:pt x="6044476" y="14734"/>
                  </a:lnTo>
                  <a:lnTo>
                    <a:pt x="6044570" y="14734"/>
                  </a:lnTo>
                  <a:lnTo>
                    <a:pt x="6044664" y="14734"/>
                  </a:lnTo>
                  <a:lnTo>
                    <a:pt x="6044758" y="14734"/>
                  </a:lnTo>
                  <a:lnTo>
                    <a:pt x="6044852" y="14734"/>
                  </a:lnTo>
                  <a:lnTo>
                    <a:pt x="6044947" y="14734"/>
                  </a:lnTo>
                  <a:lnTo>
                    <a:pt x="6045041" y="14734"/>
                  </a:lnTo>
                  <a:lnTo>
                    <a:pt x="6045135" y="14734"/>
                  </a:lnTo>
                  <a:lnTo>
                    <a:pt x="6045229" y="14734"/>
                  </a:lnTo>
                  <a:lnTo>
                    <a:pt x="6045323" y="14734"/>
                  </a:lnTo>
                  <a:lnTo>
                    <a:pt x="6045417" y="14734"/>
                  </a:lnTo>
                  <a:lnTo>
                    <a:pt x="6045512" y="14734"/>
                  </a:lnTo>
                  <a:lnTo>
                    <a:pt x="6045606" y="14734"/>
                  </a:lnTo>
                  <a:lnTo>
                    <a:pt x="6045700" y="14734"/>
                  </a:lnTo>
                  <a:lnTo>
                    <a:pt x="6045794" y="14734"/>
                  </a:lnTo>
                  <a:lnTo>
                    <a:pt x="6045888" y="14734"/>
                  </a:lnTo>
                  <a:lnTo>
                    <a:pt x="6045982" y="14734"/>
                  </a:lnTo>
                  <a:lnTo>
                    <a:pt x="6046076" y="14734"/>
                  </a:lnTo>
                  <a:lnTo>
                    <a:pt x="6046171" y="14734"/>
                  </a:lnTo>
                  <a:lnTo>
                    <a:pt x="6046265" y="14734"/>
                  </a:lnTo>
                  <a:lnTo>
                    <a:pt x="6046359" y="14734"/>
                  </a:lnTo>
                  <a:lnTo>
                    <a:pt x="6046453" y="14734"/>
                  </a:lnTo>
                  <a:lnTo>
                    <a:pt x="6046547" y="14734"/>
                  </a:lnTo>
                  <a:lnTo>
                    <a:pt x="6046641" y="14734"/>
                  </a:lnTo>
                  <a:lnTo>
                    <a:pt x="6046736" y="14734"/>
                  </a:lnTo>
                  <a:lnTo>
                    <a:pt x="6046830" y="14734"/>
                  </a:lnTo>
                  <a:lnTo>
                    <a:pt x="6046924" y="14734"/>
                  </a:lnTo>
                  <a:lnTo>
                    <a:pt x="6047018" y="14734"/>
                  </a:lnTo>
                  <a:lnTo>
                    <a:pt x="6047112" y="14734"/>
                  </a:lnTo>
                  <a:lnTo>
                    <a:pt x="6047206" y="14734"/>
                  </a:lnTo>
                  <a:lnTo>
                    <a:pt x="6047300" y="14734"/>
                  </a:lnTo>
                  <a:lnTo>
                    <a:pt x="6047395" y="14734"/>
                  </a:lnTo>
                  <a:lnTo>
                    <a:pt x="6047489" y="14734"/>
                  </a:lnTo>
                  <a:lnTo>
                    <a:pt x="6047583" y="14734"/>
                  </a:lnTo>
                  <a:lnTo>
                    <a:pt x="6047677" y="14734"/>
                  </a:lnTo>
                  <a:lnTo>
                    <a:pt x="6047771" y="14734"/>
                  </a:lnTo>
                  <a:lnTo>
                    <a:pt x="6047865" y="14734"/>
                  </a:lnTo>
                  <a:lnTo>
                    <a:pt x="6047960" y="14734"/>
                  </a:lnTo>
                  <a:lnTo>
                    <a:pt x="6048054" y="14734"/>
                  </a:lnTo>
                  <a:lnTo>
                    <a:pt x="6048148" y="14734"/>
                  </a:lnTo>
                  <a:lnTo>
                    <a:pt x="6048242" y="14734"/>
                  </a:lnTo>
                  <a:lnTo>
                    <a:pt x="6048336" y="14734"/>
                  </a:lnTo>
                  <a:lnTo>
                    <a:pt x="6048430" y="14734"/>
                  </a:lnTo>
                  <a:lnTo>
                    <a:pt x="6048524" y="14734"/>
                  </a:lnTo>
                  <a:lnTo>
                    <a:pt x="6048619" y="14734"/>
                  </a:lnTo>
                  <a:lnTo>
                    <a:pt x="6048713" y="14734"/>
                  </a:lnTo>
                  <a:lnTo>
                    <a:pt x="6048807" y="14734"/>
                  </a:lnTo>
                  <a:lnTo>
                    <a:pt x="6048901" y="14734"/>
                  </a:lnTo>
                  <a:lnTo>
                    <a:pt x="6048995" y="14734"/>
                  </a:lnTo>
                  <a:lnTo>
                    <a:pt x="6049089" y="14734"/>
                  </a:lnTo>
                  <a:lnTo>
                    <a:pt x="6049183" y="14734"/>
                  </a:lnTo>
                  <a:lnTo>
                    <a:pt x="6049278" y="14734"/>
                  </a:lnTo>
                  <a:lnTo>
                    <a:pt x="6049372" y="14734"/>
                  </a:lnTo>
                  <a:lnTo>
                    <a:pt x="6049466" y="14734"/>
                  </a:lnTo>
                  <a:lnTo>
                    <a:pt x="6049560" y="14734"/>
                  </a:lnTo>
                  <a:lnTo>
                    <a:pt x="6049654" y="14734"/>
                  </a:lnTo>
                  <a:lnTo>
                    <a:pt x="6049748" y="14734"/>
                  </a:lnTo>
                  <a:lnTo>
                    <a:pt x="6049843" y="14734"/>
                  </a:lnTo>
                  <a:lnTo>
                    <a:pt x="6049937" y="14734"/>
                  </a:lnTo>
                  <a:lnTo>
                    <a:pt x="6050031" y="14734"/>
                  </a:lnTo>
                  <a:lnTo>
                    <a:pt x="6050125" y="14734"/>
                  </a:lnTo>
                  <a:lnTo>
                    <a:pt x="6050219" y="14734"/>
                  </a:lnTo>
                  <a:lnTo>
                    <a:pt x="6050313" y="14734"/>
                  </a:lnTo>
                  <a:lnTo>
                    <a:pt x="6050407" y="14734"/>
                  </a:lnTo>
                  <a:lnTo>
                    <a:pt x="6050502" y="14734"/>
                  </a:lnTo>
                  <a:lnTo>
                    <a:pt x="6050596" y="14734"/>
                  </a:lnTo>
                  <a:lnTo>
                    <a:pt x="6050690" y="14734"/>
                  </a:lnTo>
                  <a:lnTo>
                    <a:pt x="6050784" y="14734"/>
                  </a:lnTo>
                  <a:lnTo>
                    <a:pt x="6050878" y="14734"/>
                  </a:lnTo>
                  <a:lnTo>
                    <a:pt x="6050972" y="14734"/>
                  </a:lnTo>
                  <a:lnTo>
                    <a:pt x="6051067" y="14734"/>
                  </a:lnTo>
                  <a:lnTo>
                    <a:pt x="6051161" y="14734"/>
                  </a:lnTo>
                  <a:lnTo>
                    <a:pt x="6051255" y="14734"/>
                  </a:lnTo>
                  <a:lnTo>
                    <a:pt x="6051349" y="14734"/>
                  </a:lnTo>
                  <a:lnTo>
                    <a:pt x="6051443" y="14734"/>
                  </a:lnTo>
                  <a:lnTo>
                    <a:pt x="6051537" y="14734"/>
                  </a:lnTo>
                  <a:lnTo>
                    <a:pt x="6051631" y="14734"/>
                  </a:lnTo>
                  <a:lnTo>
                    <a:pt x="6051726" y="14734"/>
                  </a:lnTo>
                  <a:lnTo>
                    <a:pt x="6051820" y="14734"/>
                  </a:lnTo>
                  <a:lnTo>
                    <a:pt x="6051914" y="14734"/>
                  </a:lnTo>
                  <a:lnTo>
                    <a:pt x="6052008" y="14734"/>
                  </a:lnTo>
                  <a:lnTo>
                    <a:pt x="6052102" y="14734"/>
                  </a:lnTo>
                  <a:lnTo>
                    <a:pt x="6052196" y="14734"/>
                  </a:lnTo>
                  <a:lnTo>
                    <a:pt x="6052291" y="14734"/>
                  </a:lnTo>
                  <a:lnTo>
                    <a:pt x="6052385" y="14734"/>
                  </a:lnTo>
                  <a:lnTo>
                    <a:pt x="6052479" y="14734"/>
                  </a:lnTo>
                  <a:lnTo>
                    <a:pt x="6052573" y="14734"/>
                  </a:lnTo>
                  <a:lnTo>
                    <a:pt x="6052667" y="14734"/>
                  </a:lnTo>
                  <a:lnTo>
                    <a:pt x="6052761" y="14734"/>
                  </a:lnTo>
                  <a:lnTo>
                    <a:pt x="6052855" y="14734"/>
                  </a:lnTo>
                  <a:lnTo>
                    <a:pt x="6052950" y="14734"/>
                  </a:lnTo>
                  <a:lnTo>
                    <a:pt x="6053044" y="14734"/>
                  </a:lnTo>
                  <a:lnTo>
                    <a:pt x="6053138" y="14734"/>
                  </a:lnTo>
                  <a:lnTo>
                    <a:pt x="6053232" y="14734"/>
                  </a:lnTo>
                  <a:lnTo>
                    <a:pt x="6053326" y="14734"/>
                  </a:lnTo>
                  <a:lnTo>
                    <a:pt x="6053420" y="14734"/>
                  </a:lnTo>
                  <a:lnTo>
                    <a:pt x="6053514" y="14734"/>
                  </a:lnTo>
                  <a:lnTo>
                    <a:pt x="6053609" y="14734"/>
                  </a:lnTo>
                  <a:lnTo>
                    <a:pt x="6053703" y="14734"/>
                  </a:lnTo>
                  <a:lnTo>
                    <a:pt x="6053797" y="14734"/>
                  </a:lnTo>
                  <a:lnTo>
                    <a:pt x="6053891" y="14734"/>
                  </a:lnTo>
                  <a:lnTo>
                    <a:pt x="6053985" y="14734"/>
                  </a:lnTo>
                  <a:lnTo>
                    <a:pt x="6054079" y="14734"/>
                  </a:lnTo>
                  <a:lnTo>
                    <a:pt x="6054174" y="14734"/>
                  </a:lnTo>
                  <a:lnTo>
                    <a:pt x="6054268" y="14734"/>
                  </a:lnTo>
                  <a:lnTo>
                    <a:pt x="6054362" y="14734"/>
                  </a:lnTo>
                  <a:lnTo>
                    <a:pt x="6054456" y="14734"/>
                  </a:lnTo>
                  <a:lnTo>
                    <a:pt x="6054550" y="14734"/>
                  </a:lnTo>
                  <a:lnTo>
                    <a:pt x="6054644" y="14734"/>
                  </a:lnTo>
                  <a:lnTo>
                    <a:pt x="6054738" y="14734"/>
                  </a:lnTo>
                  <a:lnTo>
                    <a:pt x="6054833" y="14734"/>
                  </a:lnTo>
                  <a:lnTo>
                    <a:pt x="6054927" y="14734"/>
                  </a:lnTo>
                  <a:lnTo>
                    <a:pt x="6055021" y="14734"/>
                  </a:lnTo>
                  <a:lnTo>
                    <a:pt x="6055115" y="14734"/>
                  </a:lnTo>
                  <a:lnTo>
                    <a:pt x="6055209" y="14734"/>
                  </a:lnTo>
                  <a:lnTo>
                    <a:pt x="6055303" y="14734"/>
                  </a:lnTo>
                  <a:lnTo>
                    <a:pt x="6055398" y="14734"/>
                  </a:lnTo>
                  <a:lnTo>
                    <a:pt x="6055492" y="14734"/>
                  </a:lnTo>
                  <a:lnTo>
                    <a:pt x="6055586" y="14734"/>
                  </a:lnTo>
                  <a:lnTo>
                    <a:pt x="6055680" y="14734"/>
                  </a:lnTo>
                  <a:lnTo>
                    <a:pt x="6055774" y="14734"/>
                  </a:lnTo>
                  <a:lnTo>
                    <a:pt x="6055868" y="14734"/>
                  </a:lnTo>
                  <a:lnTo>
                    <a:pt x="6055962" y="14734"/>
                  </a:lnTo>
                  <a:lnTo>
                    <a:pt x="6056057" y="14734"/>
                  </a:lnTo>
                  <a:lnTo>
                    <a:pt x="6056151" y="14734"/>
                  </a:lnTo>
                  <a:lnTo>
                    <a:pt x="6056245" y="14734"/>
                  </a:lnTo>
                  <a:lnTo>
                    <a:pt x="6056339" y="14734"/>
                  </a:lnTo>
                  <a:lnTo>
                    <a:pt x="6056433" y="14734"/>
                  </a:lnTo>
                  <a:lnTo>
                    <a:pt x="6056527" y="14734"/>
                  </a:lnTo>
                  <a:lnTo>
                    <a:pt x="6056622" y="14734"/>
                  </a:lnTo>
                  <a:lnTo>
                    <a:pt x="6056716" y="14734"/>
                  </a:lnTo>
                  <a:lnTo>
                    <a:pt x="6056810" y="14734"/>
                  </a:lnTo>
                  <a:lnTo>
                    <a:pt x="6056904" y="14734"/>
                  </a:lnTo>
                  <a:lnTo>
                    <a:pt x="6056998" y="14734"/>
                  </a:lnTo>
                  <a:lnTo>
                    <a:pt x="6057092" y="14734"/>
                  </a:lnTo>
                  <a:lnTo>
                    <a:pt x="6057186" y="14734"/>
                  </a:lnTo>
                  <a:lnTo>
                    <a:pt x="6057281" y="14734"/>
                  </a:lnTo>
                  <a:lnTo>
                    <a:pt x="6057375" y="14734"/>
                  </a:lnTo>
                  <a:lnTo>
                    <a:pt x="6057469" y="14734"/>
                  </a:lnTo>
                  <a:lnTo>
                    <a:pt x="6057563" y="14734"/>
                  </a:lnTo>
                  <a:lnTo>
                    <a:pt x="6057657" y="14734"/>
                  </a:lnTo>
                  <a:lnTo>
                    <a:pt x="6057751" y="14734"/>
                  </a:lnTo>
                  <a:lnTo>
                    <a:pt x="6057845" y="14734"/>
                  </a:lnTo>
                  <a:lnTo>
                    <a:pt x="6057940" y="14734"/>
                  </a:lnTo>
                  <a:lnTo>
                    <a:pt x="6058034" y="14734"/>
                  </a:lnTo>
                  <a:lnTo>
                    <a:pt x="6058128" y="14734"/>
                  </a:lnTo>
                  <a:lnTo>
                    <a:pt x="6058222" y="14734"/>
                  </a:lnTo>
                  <a:lnTo>
                    <a:pt x="6058316" y="14734"/>
                  </a:lnTo>
                  <a:lnTo>
                    <a:pt x="6058410" y="14734"/>
                  </a:lnTo>
                  <a:lnTo>
                    <a:pt x="6058505" y="14734"/>
                  </a:lnTo>
                  <a:lnTo>
                    <a:pt x="6058599" y="14734"/>
                  </a:lnTo>
                  <a:lnTo>
                    <a:pt x="6058693" y="14734"/>
                  </a:lnTo>
                  <a:lnTo>
                    <a:pt x="6058787" y="14734"/>
                  </a:lnTo>
                  <a:lnTo>
                    <a:pt x="6058881" y="14734"/>
                  </a:lnTo>
                  <a:lnTo>
                    <a:pt x="6058975" y="14734"/>
                  </a:lnTo>
                  <a:lnTo>
                    <a:pt x="6059069" y="14734"/>
                  </a:lnTo>
                  <a:lnTo>
                    <a:pt x="6059164" y="14734"/>
                  </a:lnTo>
                  <a:lnTo>
                    <a:pt x="6059258" y="14734"/>
                  </a:lnTo>
                  <a:lnTo>
                    <a:pt x="6059352" y="14734"/>
                  </a:lnTo>
                  <a:lnTo>
                    <a:pt x="6059446" y="14734"/>
                  </a:lnTo>
                  <a:lnTo>
                    <a:pt x="6059540" y="14734"/>
                  </a:lnTo>
                  <a:lnTo>
                    <a:pt x="6059634" y="14734"/>
                  </a:lnTo>
                  <a:lnTo>
                    <a:pt x="6059729" y="14734"/>
                  </a:lnTo>
                  <a:lnTo>
                    <a:pt x="6059823" y="14734"/>
                  </a:lnTo>
                  <a:lnTo>
                    <a:pt x="6059917" y="14734"/>
                  </a:lnTo>
                  <a:lnTo>
                    <a:pt x="6060011" y="14734"/>
                  </a:lnTo>
                  <a:lnTo>
                    <a:pt x="6060105" y="14734"/>
                  </a:lnTo>
                  <a:lnTo>
                    <a:pt x="6060199" y="14734"/>
                  </a:lnTo>
                  <a:lnTo>
                    <a:pt x="6060293" y="14734"/>
                  </a:lnTo>
                  <a:lnTo>
                    <a:pt x="6060388" y="14734"/>
                  </a:lnTo>
                  <a:lnTo>
                    <a:pt x="6060482" y="14734"/>
                  </a:lnTo>
                  <a:lnTo>
                    <a:pt x="6060576" y="14734"/>
                  </a:lnTo>
                  <a:lnTo>
                    <a:pt x="6060670" y="14734"/>
                  </a:lnTo>
                  <a:lnTo>
                    <a:pt x="6060764" y="14734"/>
                  </a:lnTo>
                  <a:lnTo>
                    <a:pt x="6060858" y="14734"/>
                  </a:lnTo>
                  <a:lnTo>
                    <a:pt x="6060953" y="14734"/>
                  </a:lnTo>
                  <a:lnTo>
                    <a:pt x="6061047" y="14734"/>
                  </a:lnTo>
                  <a:lnTo>
                    <a:pt x="6061141" y="14734"/>
                  </a:lnTo>
                  <a:lnTo>
                    <a:pt x="6061235" y="14734"/>
                  </a:lnTo>
                  <a:lnTo>
                    <a:pt x="6061329" y="14734"/>
                  </a:lnTo>
                  <a:lnTo>
                    <a:pt x="6061423" y="14734"/>
                  </a:lnTo>
                  <a:lnTo>
                    <a:pt x="6061517" y="14734"/>
                  </a:lnTo>
                  <a:lnTo>
                    <a:pt x="6061612" y="14734"/>
                  </a:lnTo>
                  <a:lnTo>
                    <a:pt x="6061706" y="14734"/>
                  </a:lnTo>
                  <a:lnTo>
                    <a:pt x="6061800" y="14734"/>
                  </a:lnTo>
                  <a:lnTo>
                    <a:pt x="6061894" y="14734"/>
                  </a:lnTo>
                  <a:lnTo>
                    <a:pt x="6061988" y="14734"/>
                  </a:lnTo>
                  <a:lnTo>
                    <a:pt x="6062082" y="14734"/>
                  </a:lnTo>
                  <a:lnTo>
                    <a:pt x="6062176" y="14734"/>
                  </a:lnTo>
                  <a:lnTo>
                    <a:pt x="6062271" y="14734"/>
                  </a:lnTo>
                  <a:lnTo>
                    <a:pt x="6062365" y="14734"/>
                  </a:lnTo>
                  <a:lnTo>
                    <a:pt x="6062459" y="14734"/>
                  </a:lnTo>
                  <a:lnTo>
                    <a:pt x="6062553" y="14734"/>
                  </a:lnTo>
                  <a:lnTo>
                    <a:pt x="6062647" y="14734"/>
                  </a:lnTo>
                  <a:lnTo>
                    <a:pt x="6062741" y="14734"/>
                  </a:lnTo>
                  <a:lnTo>
                    <a:pt x="6062836" y="14734"/>
                  </a:lnTo>
                  <a:lnTo>
                    <a:pt x="6062930" y="14734"/>
                  </a:lnTo>
                  <a:lnTo>
                    <a:pt x="6063024" y="14734"/>
                  </a:lnTo>
                  <a:lnTo>
                    <a:pt x="6063118" y="14734"/>
                  </a:lnTo>
                  <a:lnTo>
                    <a:pt x="6063212" y="14734"/>
                  </a:lnTo>
                  <a:lnTo>
                    <a:pt x="6063306" y="14734"/>
                  </a:lnTo>
                  <a:lnTo>
                    <a:pt x="6063400" y="14734"/>
                  </a:lnTo>
                  <a:lnTo>
                    <a:pt x="6063495" y="14734"/>
                  </a:lnTo>
                  <a:lnTo>
                    <a:pt x="6063589" y="14734"/>
                  </a:lnTo>
                  <a:lnTo>
                    <a:pt x="6063683" y="14734"/>
                  </a:lnTo>
                  <a:lnTo>
                    <a:pt x="6063777" y="14734"/>
                  </a:lnTo>
                  <a:lnTo>
                    <a:pt x="6063871" y="14734"/>
                  </a:lnTo>
                  <a:lnTo>
                    <a:pt x="6063965" y="14734"/>
                  </a:lnTo>
                  <a:lnTo>
                    <a:pt x="6064060" y="14734"/>
                  </a:lnTo>
                  <a:lnTo>
                    <a:pt x="6064154" y="14734"/>
                  </a:lnTo>
                  <a:lnTo>
                    <a:pt x="6064248" y="14734"/>
                  </a:lnTo>
                  <a:lnTo>
                    <a:pt x="6064342" y="14734"/>
                  </a:lnTo>
                  <a:lnTo>
                    <a:pt x="6064436" y="14734"/>
                  </a:lnTo>
                  <a:lnTo>
                    <a:pt x="6064530" y="14734"/>
                  </a:lnTo>
                  <a:lnTo>
                    <a:pt x="6064624" y="14734"/>
                  </a:lnTo>
                  <a:lnTo>
                    <a:pt x="6064719" y="14734"/>
                  </a:lnTo>
                  <a:lnTo>
                    <a:pt x="6064813" y="14734"/>
                  </a:lnTo>
                  <a:lnTo>
                    <a:pt x="6064907" y="14734"/>
                  </a:lnTo>
                  <a:lnTo>
                    <a:pt x="6065001" y="14734"/>
                  </a:lnTo>
                  <a:lnTo>
                    <a:pt x="6065095" y="14734"/>
                  </a:lnTo>
                  <a:lnTo>
                    <a:pt x="6065189" y="14734"/>
                  </a:lnTo>
                  <a:lnTo>
                    <a:pt x="6065284" y="14734"/>
                  </a:lnTo>
                  <a:lnTo>
                    <a:pt x="6065378" y="14734"/>
                  </a:lnTo>
                  <a:lnTo>
                    <a:pt x="6065472" y="14734"/>
                  </a:lnTo>
                  <a:lnTo>
                    <a:pt x="6065566" y="14734"/>
                  </a:lnTo>
                  <a:lnTo>
                    <a:pt x="6065660" y="14734"/>
                  </a:lnTo>
                  <a:lnTo>
                    <a:pt x="6065754" y="14734"/>
                  </a:lnTo>
                  <a:lnTo>
                    <a:pt x="6065848" y="14734"/>
                  </a:lnTo>
                  <a:lnTo>
                    <a:pt x="6065943" y="14734"/>
                  </a:lnTo>
                  <a:lnTo>
                    <a:pt x="6066037" y="14734"/>
                  </a:lnTo>
                  <a:lnTo>
                    <a:pt x="6066131" y="14734"/>
                  </a:lnTo>
                  <a:lnTo>
                    <a:pt x="6066225" y="14734"/>
                  </a:lnTo>
                  <a:lnTo>
                    <a:pt x="6066319" y="14734"/>
                  </a:lnTo>
                  <a:lnTo>
                    <a:pt x="6066413" y="14734"/>
                  </a:lnTo>
                  <a:lnTo>
                    <a:pt x="6066507" y="14734"/>
                  </a:lnTo>
                  <a:lnTo>
                    <a:pt x="6066602" y="14734"/>
                  </a:lnTo>
                  <a:lnTo>
                    <a:pt x="6066696" y="14734"/>
                  </a:lnTo>
                  <a:lnTo>
                    <a:pt x="6066790" y="14734"/>
                  </a:lnTo>
                  <a:lnTo>
                    <a:pt x="6066884" y="14734"/>
                  </a:lnTo>
                  <a:lnTo>
                    <a:pt x="6066978" y="14734"/>
                  </a:lnTo>
                  <a:lnTo>
                    <a:pt x="6067072" y="14734"/>
                  </a:lnTo>
                  <a:lnTo>
                    <a:pt x="6067167" y="14734"/>
                  </a:lnTo>
                  <a:lnTo>
                    <a:pt x="6067261" y="14734"/>
                  </a:lnTo>
                  <a:lnTo>
                    <a:pt x="6067355" y="14734"/>
                  </a:lnTo>
                  <a:lnTo>
                    <a:pt x="6067449" y="14734"/>
                  </a:lnTo>
                  <a:lnTo>
                    <a:pt x="6067543" y="14734"/>
                  </a:lnTo>
                  <a:lnTo>
                    <a:pt x="6067637" y="14734"/>
                  </a:lnTo>
                  <a:lnTo>
                    <a:pt x="6067731" y="14734"/>
                  </a:lnTo>
                  <a:lnTo>
                    <a:pt x="6067826" y="14734"/>
                  </a:lnTo>
                  <a:lnTo>
                    <a:pt x="6067920" y="14734"/>
                  </a:lnTo>
                  <a:lnTo>
                    <a:pt x="6068014" y="14734"/>
                  </a:lnTo>
                  <a:lnTo>
                    <a:pt x="6068108" y="14734"/>
                  </a:lnTo>
                  <a:lnTo>
                    <a:pt x="6068202" y="14734"/>
                  </a:lnTo>
                  <a:lnTo>
                    <a:pt x="6068296" y="14734"/>
                  </a:lnTo>
                  <a:lnTo>
                    <a:pt x="6068391" y="14734"/>
                  </a:lnTo>
                  <a:lnTo>
                    <a:pt x="6068485" y="14734"/>
                  </a:lnTo>
                  <a:lnTo>
                    <a:pt x="6068579" y="14734"/>
                  </a:lnTo>
                  <a:lnTo>
                    <a:pt x="6068673" y="14734"/>
                  </a:lnTo>
                  <a:lnTo>
                    <a:pt x="6068767" y="14734"/>
                  </a:lnTo>
                  <a:lnTo>
                    <a:pt x="6068861" y="14734"/>
                  </a:lnTo>
                  <a:lnTo>
                    <a:pt x="6068955" y="14734"/>
                  </a:lnTo>
                  <a:lnTo>
                    <a:pt x="6069050" y="14734"/>
                  </a:lnTo>
                  <a:lnTo>
                    <a:pt x="6069144" y="14734"/>
                  </a:lnTo>
                  <a:lnTo>
                    <a:pt x="6069238" y="14734"/>
                  </a:lnTo>
                  <a:lnTo>
                    <a:pt x="6069332" y="14734"/>
                  </a:lnTo>
                  <a:lnTo>
                    <a:pt x="6069426" y="14734"/>
                  </a:lnTo>
                  <a:lnTo>
                    <a:pt x="6069520" y="14734"/>
                  </a:lnTo>
                  <a:lnTo>
                    <a:pt x="6069615" y="14734"/>
                  </a:lnTo>
                  <a:lnTo>
                    <a:pt x="6069709" y="14734"/>
                  </a:lnTo>
                  <a:lnTo>
                    <a:pt x="6069803" y="14734"/>
                  </a:lnTo>
                  <a:lnTo>
                    <a:pt x="6069897" y="14734"/>
                  </a:lnTo>
                  <a:lnTo>
                    <a:pt x="6069991" y="14734"/>
                  </a:lnTo>
                  <a:lnTo>
                    <a:pt x="6070085" y="14734"/>
                  </a:lnTo>
                  <a:lnTo>
                    <a:pt x="6070179" y="14734"/>
                  </a:lnTo>
                  <a:lnTo>
                    <a:pt x="6070274" y="14734"/>
                  </a:lnTo>
                  <a:lnTo>
                    <a:pt x="6070368" y="14734"/>
                  </a:lnTo>
                  <a:lnTo>
                    <a:pt x="6070462" y="14734"/>
                  </a:lnTo>
                  <a:lnTo>
                    <a:pt x="6070556" y="14734"/>
                  </a:lnTo>
                  <a:lnTo>
                    <a:pt x="6070650" y="14734"/>
                  </a:lnTo>
                  <a:lnTo>
                    <a:pt x="6070744" y="14734"/>
                  </a:lnTo>
                  <a:lnTo>
                    <a:pt x="6070838" y="14734"/>
                  </a:lnTo>
                  <a:lnTo>
                    <a:pt x="6070933" y="14734"/>
                  </a:lnTo>
                  <a:lnTo>
                    <a:pt x="6071027" y="14734"/>
                  </a:lnTo>
                  <a:lnTo>
                    <a:pt x="6071121" y="14734"/>
                  </a:lnTo>
                  <a:lnTo>
                    <a:pt x="6071215" y="14734"/>
                  </a:lnTo>
                  <a:lnTo>
                    <a:pt x="6071309" y="14734"/>
                  </a:lnTo>
                  <a:lnTo>
                    <a:pt x="6071403" y="14734"/>
                  </a:lnTo>
                  <a:lnTo>
                    <a:pt x="6071498" y="14734"/>
                  </a:lnTo>
                  <a:lnTo>
                    <a:pt x="6071592" y="14734"/>
                  </a:lnTo>
                  <a:lnTo>
                    <a:pt x="6071686" y="14734"/>
                  </a:lnTo>
                  <a:lnTo>
                    <a:pt x="6071780" y="14734"/>
                  </a:lnTo>
                  <a:lnTo>
                    <a:pt x="6071874" y="14734"/>
                  </a:lnTo>
                  <a:lnTo>
                    <a:pt x="6071968" y="14734"/>
                  </a:lnTo>
                  <a:lnTo>
                    <a:pt x="6072062" y="14734"/>
                  </a:lnTo>
                  <a:lnTo>
                    <a:pt x="6072157" y="14734"/>
                  </a:lnTo>
                  <a:lnTo>
                    <a:pt x="6072251" y="14734"/>
                  </a:lnTo>
                  <a:lnTo>
                    <a:pt x="6072345" y="14734"/>
                  </a:lnTo>
                  <a:lnTo>
                    <a:pt x="6072439" y="14734"/>
                  </a:lnTo>
                  <a:lnTo>
                    <a:pt x="6072533" y="14734"/>
                  </a:lnTo>
                  <a:lnTo>
                    <a:pt x="6072627" y="14734"/>
                  </a:lnTo>
                  <a:lnTo>
                    <a:pt x="6072722" y="14734"/>
                  </a:lnTo>
                  <a:lnTo>
                    <a:pt x="6072816" y="14734"/>
                  </a:lnTo>
                  <a:lnTo>
                    <a:pt x="6072910" y="14734"/>
                  </a:lnTo>
                  <a:lnTo>
                    <a:pt x="6073004" y="14734"/>
                  </a:lnTo>
                  <a:lnTo>
                    <a:pt x="6073098" y="14734"/>
                  </a:lnTo>
                  <a:lnTo>
                    <a:pt x="6073192" y="14734"/>
                  </a:lnTo>
                  <a:lnTo>
                    <a:pt x="6073286" y="14734"/>
                  </a:lnTo>
                  <a:lnTo>
                    <a:pt x="6073381" y="14734"/>
                  </a:lnTo>
                  <a:lnTo>
                    <a:pt x="6073475" y="14734"/>
                  </a:lnTo>
                  <a:lnTo>
                    <a:pt x="6073569" y="14734"/>
                  </a:lnTo>
                  <a:lnTo>
                    <a:pt x="6073663" y="14734"/>
                  </a:lnTo>
                  <a:lnTo>
                    <a:pt x="6073757" y="14734"/>
                  </a:lnTo>
                  <a:lnTo>
                    <a:pt x="6073851" y="14734"/>
                  </a:lnTo>
                  <a:lnTo>
                    <a:pt x="6073946" y="14734"/>
                  </a:lnTo>
                  <a:lnTo>
                    <a:pt x="6074040" y="14734"/>
                  </a:lnTo>
                  <a:lnTo>
                    <a:pt x="6074134" y="14734"/>
                  </a:lnTo>
                  <a:lnTo>
                    <a:pt x="6074228" y="14734"/>
                  </a:lnTo>
                  <a:lnTo>
                    <a:pt x="6074322" y="14734"/>
                  </a:lnTo>
                  <a:lnTo>
                    <a:pt x="6074416" y="14734"/>
                  </a:lnTo>
                  <a:lnTo>
                    <a:pt x="6074510" y="14734"/>
                  </a:lnTo>
                  <a:lnTo>
                    <a:pt x="6074605" y="14734"/>
                  </a:lnTo>
                  <a:lnTo>
                    <a:pt x="6074699" y="14734"/>
                  </a:lnTo>
                  <a:lnTo>
                    <a:pt x="6074793" y="14734"/>
                  </a:lnTo>
                  <a:lnTo>
                    <a:pt x="6074887" y="14734"/>
                  </a:lnTo>
                  <a:lnTo>
                    <a:pt x="6074981" y="14734"/>
                  </a:lnTo>
                  <a:lnTo>
                    <a:pt x="6075075" y="14734"/>
                  </a:lnTo>
                  <a:lnTo>
                    <a:pt x="6075169" y="14734"/>
                  </a:lnTo>
                  <a:lnTo>
                    <a:pt x="6075264" y="14734"/>
                  </a:lnTo>
                  <a:lnTo>
                    <a:pt x="6075358" y="14734"/>
                  </a:lnTo>
                  <a:lnTo>
                    <a:pt x="6075452" y="14734"/>
                  </a:lnTo>
                  <a:lnTo>
                    <a:pt x="6075546" y="14734"/>
                  </a:lnTo>
                  <a:lnTo>
                    <a:pt x="6075640" y="14734"/>
                  </a:lnTo>
                  <a:lnTo>
                    <a:pt x="6075734" y="14734"/>
                  </a:lnTo>
                  <a:lnTo>
                    <a:pt x="6075829" y="14734"/>
                  </a:lnTo>
                  <a:lnTo>
                    <a:pt x="6075923" y="14734"/>
                  </a:lnTo>
                  <a:lnTo>
                    <a:pt x="6076017" y="14734"/>
                  </a:lnTo>
                  <a:lnTo>
                    <a:pt x="6076111" y="14734"/>
                  </a:lnTo>
                  <a:lnTo>
                    <a:pt x="6076205" y="14734"/>
                  </a:lnTo>
                  <a:lnTo>
                    <a:pt x="6076299" y="14734"/>
                  </a:lnTo>
                  <a:lnTo>
                    <a:pt x="6076393" y="14734"/>
                  </a:lnTo>
                  <a:lnTo>
                    <a:pt x="6076488" y="14734"/>
                  </a:lnTo>
                  <a:lnTo>
                    <a:pt x="6076582" y="14734"/>
                  </a:lnTo>
                  <a:lnTo>
                    <a:pt x="6076676" y="14734"/>
                  </a:lnTo>
                  <a:lnTo>
                    <a:pt x="6076770" y="14734"/>
                  </a:lnTo>
                  <a:lnTo>
                    <a:pt x="6076864" y="14734"/>
                  </a:lnTo>
                  <a:lnTo>
                    <a:pt x="6076958" y="14734"/>
                  </a:lnTo>
                  <a:lnTo>
                    <a:pt x="6077053" y="14734"/>
                  </a:lnTo>
                  <a:lnTo>
                    <a:pt x="6077147" y="14734"/>
                  </a:lnTo>
                  <a:lnTo>
                    <a:pt x="6077241" y="14734"/>
                  </a:lnTo>
                  <a:lnTo>
                    <a:pt x="6077335" y="14734"/>
                  </a:lnTo>
                  <a:lnTo>
                    <a:pt x="6077429" y="14734"/>
                  </a:lnTo>
                  <a:lnTo>
                    <a:pt x="6077523" y="14734"/>
                  </a:lnTo>
                  <a:lnTo>
                    <a:pt x="6077617" y="14734"/>
                  </a:lnTo>
                  <a:lnTo>
                    <a:pt x="6077712" y="14734"/>
                  </a:lnTo>
                  <a:lnTo>
                    <a:pt x="6077806" y="14734"/>
                  </a:lnTo>
                  <a:lnTo>
                    <a:pt x="6077900" y="14734"/>
                  </a:lnTo>
                  <a:lnTo>
                    <a:pt x="6077994" y="14734"/>
                  </a:lnTo>
                  <a:lnTo>
                    <a:pt x="6078088" y="14734"/>
                  </a:lnTo>
                  <a:lnTo>
                    <a:pt x="6078182" y="14734"/>
                  </a:lnTo>
                  <a:lnTo>
                    <a:pt x="6078277" y="14734"/>
                  </a:lnTo>
                  <a:lnTo>
                    <a:pt x="6078371" y="14734"/>
                  </a:lnTo>
                  <a:lnTo>
                    <a:pt x="6078465" y="14734"/>
                  </a:lnTo>
                  <a:lnTo>
                    <a:pt x="6078559" y="14734"/>
                  </a:lnTo>
                  <a:lnTo>
                    <a:pt x="6078653" y="14734"/>
                  </a:lnTo>
                  <a:lnTo>
                    <a:pt x="6078747" y="14734"/>
                  </a:lnTo>
                  <a:lnTo>
                    <a:pt x="6078841" y="14734"/>
                  </a:lnTo>
                  <a:lnTo>
                    <a:pt x="6078936" y="14734"/>
                  </a:lnTo>
                  <a:lnTo>
                    <a:pt x="6079030" y="14734"/>
                  </a:lnTo>
                  <a:lnTo>
                    <a:pt x="6079124" y="14734"/>
                  </a:lnTo>
                  <a:lnTo>
                    <a:pt x="6079218" y="14734"/>
                  </a:lnTo>
                  <a:lnTo>
                    <a:pt x="6079312" y="14734"/>
                  </a:lnTo>
                  <a:lnTo>
                    <a:pt x="6079406" y="14734"/>
                  </a:lnTo>
                  <a:lnTo>
                    <a:pt x="6079501" y="14734"/>
                  </a:lnTo>
                  <a:lnTo>
                    <a:pt x="6079595" y="14734"/>
                  </a:lnTo>
                  <a:lnTo>
                    <a:pt x="6079689" y="14734"/>
                  </a:lnTo>
                  <a:lnTo>
                    <a:pt x="6079783" y="14734"/>
                  </a:lnTo>
                  <a:lnTo>
                    <a:pt x="6079877" y="14734"/>
                  </a:lnTo>
                  <a:lnTo>
                    <a:pt x="6079971" y="14734"/>
                  </a:lnTo>
                  <a:lnTo>
                    <a:pt x="6080065" y="14734"/>
                  </a:lnTo>
                  <a:lnTo>
                    <a:pt x="6080160" y="14734"/>
                  </a:lnTo>
                  <a:lnTo>
                    <a:pt x="6080254" y="14734"/>
                  </a:lnTo>
                  <a:lnTo>
                    <a:pt x="6080348" y="14734"/>
                  </a:lnTo>
                  <a:lnTo>
                    <a:pt x="6080442" y="14734"/>
                  </a:lnTo>
                  <a:lnTo>
                    <a:pt x="6080536" y="14734"/>
                  </a:lnTo>
                  <a:lnTo>
                    <a:pt x="6080630" y="14734"/>
                  </a:lnTo>
                  <a:lnTo>
                    <a:pt x="6080724" y="14734"/>
                  </a:lnTo>
                  <a:lnTo>
                    <a:pt x="6080819" y="14734"/>
                  </a:lnTo>
                  <a:lnTo>
                    <a:pt x="6080913" y="14734"/>
                  </a:lnTo>
                  <a:lnTo>
                    <a:pt x="6081007" y="14734"/>
                  </a:lnTo>
                  <a:lnTo>
                    <a:pt x="6081101" y="14734"/>
                  </a:lnTo>
                  <a:lnTo>
                    <a:pt x="6081195" y="14734"/>
                  </a:lnTo>
                  <a:lnTo>
                    <a:pt x="6081289" y="14734"/>
                  </a:lnTo>
                  <a:lnTo>
                    <a:pt x="6081384" y="14734"/>
                  </a:lnTo>
                  <a:lnTo>
                    <a:pt x="6081478" y="14734"/>
                  </a:lnTo>
                  <a:lnTo>
                    <a:pt x="6081572" y="14734"/>
                  </a:lnTo>
                  <a:lnTo>
                    <a:pt x="6081666" y="14734"/>
                  </a:lnTo>
                  <a:lnTo>
                    <a:pt x="6081760" y="14734"/>
                  </a:lnTo>
                  <a:lnTo>
                    <a:pt x="6081854" y="14734"/>
                  </a:lnTo>
                  <a:lnTo>
                    <a:pt x="6081948" y="14734"/>
                  </a:lnTo>
                  <a:lnTo>
                    <a:pt x="6082043" y="14734"/>
                  </a:lnTo>
                  <a:lnTo>
                    <a:pt x="6082137" y="14734"/>
                  </a:lnTo>
                  <a:lnTo>
                    <a:pt x="6082231" y="14734"/>
                  </a:lnTo>
                  <a:lnTo>
                    <a:pt x="6082325" y="14734"/>
                  </a:lnTo>
                  <a:lnTo>
                    <a:pt x="6082419" y="14734"/>
                  </a:lnTo>
                  <a:lnTo>
                    <a:pt x="6082513" y="14734"/>
                  </a:lnTo>
                  <a:lnTo>
                    <a:pt x="6082608" y="14734"/>
                  </a:lnTo>
                  <a:lnTo>
                    <a:pt x="6082702" y="14734"/>
                  </a:lnTo>
                  <a:lnTo>
                    <a:pt x="6082796" y="14734"/>
                  </a:lnTo>
                  <a:lnTo>
                    <a:pt x="6082890" y="14734"/>
                  </a:lnTo>
                  <a:lnTo>
                    <a:pt x="6082984" y="14734"/>
                  </a:lnTo>
                  <a:lnTo>
                    <a:pt x="6083078" y="14734"/>
                  </a:lnTo>
                  <a:lnTo>
                    <a:pt x="6083172" y="14734"/>
                  </a:lnTo>
                  <a:lnTo>
                    <a:pt x="6083267" y="14734"/>
                  </a:lnTo>
                  <a:lnTo>
                    <a:pt x="6083361" y="14734"/>
                  </a:lnTo>
                  <a:lnTo>
                    <a:pt x="6083455" y="14734"/>
                  </a:lnTo>
                  <a:lnTo>
                    <a:pt x="6083549" y="14734"/>
                  </a:lnTo>
                  <a:lnTo>
                    <a:pt x="6083643" y="14734"/>
                  </a:lnTo>
                  <a:lnTo>
                    <a:pt x="6083737" y="14734"/>
                  </a:lnTo>
                  <a:lnTo>
                    <a:pt x="6083832" y="14734"/>
                  </a:lnTo>
                  <a:lnTo>
                    <a:pt x="6083926" y="14734"/>
                  </a:lnTo>
                  <a:lnTo>
                    <a:pt x="6084020" y="14734"/>
                  </a:lnTo>
                  <a:lnTo>
                    <a:pt x="6084114" y="14734"/>
                  </a:lnTo>
                  <a:lnTo>
                    <a:pt x="6084208" y="14734"/>
                  </a:lnTo>
                  <a:lnTo>
                    <a:pt x="6084302" y="14734"/>
                  </a:lnTo>
                  <a:lnTo>
                    <a:pt x="6084396" y="14734"/>
                  </a:lnTo>
                  <a:lnTo>
                    <a:pt x="6084491" y="14734"/>
                  </a:lnTo>
                  <a:lnTo>
                    <a:pt x="6084585" y="14734"/>
                  </a:lnTo>
                  <a:lnTo>
                    <a:pt x="6084679" y="14734"/>
                  </a:lnTo>
                  <a:lnTo>
                    <a:pt x="6084773" y="14734"/>
                  </a:lnTo>
                  <a:lnTo>
                    <a:pt x="6084867" y="14734"/>
                  </a:lnTo>
                  <a:lnTo>
                    <a:pt x="6084961" y="14734"/>
                  </a:lnTo>
                  <a:lnTo>
                    <a:pt x="6085055" y="14734"/>
                  </a:lnTo>
                  <a:lnTo>
                    <a:pt x="6085150" y="14734"/>
                  </a:lnTo>
                  <a:lnTo>
                    <a:pt x="6085244" y="14734"/>
                  </a:lnTo>
                  <a:lnTo>
                    <a:pt x="6085338" y="14734"/>
                  </a:lnTo>
                  <a:lnTo>
                    <a:pt x="6085432" y="14734"/>
                  </a:lnTo>
                  <a:lnTo>
                    <a:pt x="6085526" y="14734"/>
                  </a:lnTo>
                  <a:lnTo>
                    <a:pt x="6085620" y="14734"/>
                  </a:lnTo>
                  <a:lnTo>
                    <a:pt x="6085715" y="14734"/>
                  </a:lnTo>
                  <a:lnTo>
                    <a:pt x="6085809" y="14734"/>
                  </a:lnTo>
                  <a:lnTo>
                    <a:pt x="6085903" y="14734"/>
                  </a:lnTo>
                  <a:lnTo>
                    <a:pt x="6085997" y="14734"/>
                  </a:lnTo>
                  <a:lnTo>
                    <a:pt x="6086091" y="14734"/>
                  </a:lnTo>
                  <a:lnTo>
                    <a:pt x="6086185" y="14734"/>
                  </a:lnTo>
                  <a:lnTo>
                    <a:pt x="6086279" y="14734"/>
                  </a:lnTo>
                  <a:lnTo>
                    <a:pt x="6086374" y="14734"/>
                  </a:lnTo>
                  <a:lnTo>
                    <a:pt x="6086468" y="14734"/>
                  </a:lnTo>
                  <a:lnTo>
                    <a:pt x="6086562" y="14734"/>
                  </a:lnTo>
                  <a:lnTo>
                    <a:pt x="6086656" y="14734"/>
                  </a:lnTo>
                  <a:lnTo>
                    <a:pt x="6086750" y="14734"/>
                  </a:lnTo>
                  <a:lnTo>
                    <a:pt x="6086844" y="14734"/>
                  </a:lnTo>
                  <a:lnTo>
                    <a:pt x="6086939" y="14734"/>
                  </a:lnTo>
                  <a:lnTo>
                    <a:pt x="6087033" y="14734"/>
                  </a:lnTo>
                  <a:lnTo>
                    <a:pt x="6087127" y="14734"/>
                  </a:lnTo>
                  <a:lnTo>
                    <a:pt x="6087221" y="14734"/>
                  </a:lnTo>
                  <a:lnTo>
                    <a:pt x="6087315" y="14734"/>
                  </a:lnTo>
                  <a:lnTo>
                    <a:pt x="6087409" y="14734"/>
                  </a:lnTo>
                  <a:lnTo>
                    <a:pt x="6087503" y="14734"/>
                  </a:lnTo>
                  <a:lnTo>
                    <a:pt x="6087598" y="14734"/>
                  </a:lnTo>
                  <a:lnTo>
                    <a:pt x="6087692" y="14734"/>
                  </a:lnTo>
                  <a:lnTo>
                    <a:pt x="6087786" y="14734"/>
                  </a:lnTo>
                  <a:lnTo>
                    <a:pt x="6087880" y="14734"/>
                  </a:lnTo>
                  <a:lnTo>
                    <a:pt x="6087974" y="14734"/>
                  </a:lnTo>
                  <a:lnTo>
                    <a:pt x="6088068" y="14734"/>
                  </a:lnTo>
                  <a:lnTo>
                    <a:pt x="6088163" y="14734"/>
                  </a:lnTo>
                  <a:lnTo>
                    <a:pt x="6088257" y="14734"/>
                  </a:lnTo>
                  <a:lnTo>
                    <a:pt x="6088351" y="14734"/>
                  </a:lnTo>
                  <a:lnTo>
                    <a:pt x="6088445" y="14734"/>
                  </a:lnTo>
                  <a:lnTo>
                    <a:pt x="6088539" y="14734"/>
                  </a:lnTo>
                  <a:lnTo>
                    <a:pt x="6088633" y="14734"/>
                  </a:lnTo>
                  <a:lnTo>
                    <a:pt x="6088727" y="14734"/>
                  </a:lnTo>
                  <a:lnTo>
                    <a:pt x="6088822" y="14734"/>
                  </a:lnTo>
                  <a:lnTo>
                    <a:pt x="6088916" y="14734"/>
                  </a:lnTo>
                  <a:lnTo>
                    <a:pt x="6089010" y="14734"/>
                  </a:lnTo>
                  <a:lnTo>
                    <a:pt x="6089104" y="14734"/>
                  </a:lnTo>
                  <a:lnTo>
                    <a:pt x="6089198" y="14734"/>
                  </a:lnTo>
                  <a:lnTo>
                    <a:pt x="6089292" y="14734"/>
                  </a:lnTo>
                  <a:lnTo>
                    <a:pt x="6089386" y="14734"/>
                  </a:lnTo>
                  <a:lnTo>
                    <a:pt x="6089481" y="14734"/>
                  </a:lnTo>
                  <a:lnTo>
                    <a:pt x="6089575" y="14734"/>
                  </a:lnTo>
                  <a:lnTo>
                    <a:pt x="6089669" y="14734"/>
                  </a:lnTo>
                  <a:lnTo>
                    <a:pt x="6089763" y="14734"/>
                  </a:lnTo>
                  <a:lnTo>
                    <a:pt x="6089857" y="14734"/>
                  </a:lnTo>
                  <a:lnTo>
                    <a:pt x="6089951" y="14734"/>
                  </a:lnTo>
                  <a:lnTo>
                    <a:pt x="6090046" y="14734"/>
                  </a:lnTo>
                  <a:lnTo>
                    <a:pt x="6090140" y="14734"/>
                  </a:lnTo>
                  <a:lnTo>
                    <a:pt x="6090234" y="14734"/>
                  </a:lnTo>
                  <a:lnTo>
                    <a:pt x="6090328" y="14734"/>
                  </a:lnTo>
                  <a:lnTo>
                    <a:pt x="6090422" y="14734"/>
                  </a:lnTo>
                  <a:lnTo>
                    <a:pt x="6090516" y="14734"/>
                  </a:lnTo>
                  <a:lnTo>
                    <a:pt x="6090610" y="14734"/>
                  </a:lnTo>
                  <a:lnTo>
                    <a:pt x="6090705" y="14734"/>
                  </a:lnTo>
                  <a:lnTo>
                    <a:pt x="6090799" y="14734"/>
                  </a:lnTo>
                  <a:lnTo>
                    <a:pt x="6090893" y="14734"/>
                  </a:lnTo>
                  <a:lnTo>
                    <a:pt x="6090987" y="14734"/>
                  </a:lnTo>
                  <a:lnTo>
                    <a:pt x="6091081" y="14734"/>
                  </a:lnTo>
                  <a:lnTo>
                    <a:pt x="6091175" y="14734"/>
                  </a:lnTo>
                  <a:lnTo>
                    <a:pt x="6091270" y="14734"/>
                  </a:lnTo>
                  <a:lnTo>
                    <a:pt x="6091364" y="14734"/>
                  </a:lnTo>
                  <a:lnTo>
                    <a:pt x="6091458" y="14734"/>
                  </a:lnTo>
                  <a:lnTo>
                    <a:pt x="6091552" y="14734"/>
                  </a:lnTo>
                  <a:lnTo>
                    <a:pt x="6091646" y="14734"/>
                  </a:lnTo>
                  <a:lnTo>
                    <a:pt x="6091740" y="14734"/>
                  </a:lnTo>
                  <a:lnTo>
                    <a:pt x="6091834" y="14734"/>
                  </a:lnTo>
                  <a:lnTo>
                    <a:pt x="6091929" y="14734"/>
                  </a:lnTo>
                  <a:lnTo>
                    <a:pt x="6092023" y="14734"/>
                  </a:lnTo>
                  <a:lnTo>
                    <a:pt x="6092117" y="14734"/>
                  </a:lnTo>
                  <a:lnTo>
                    <a:pt x="6092211" y="14734"/>
                  </a:lnTo>
                  <a:lnTo>
                    <a:pt x="6092305" y="14734"/>
                  </a:lnTo>
                  <a:lnTo>
                    <a:pt x="6092399" y="14734"/>
                  </a:lnTo>
                  <a:lnTo>
                    <a:pt x="6092494" y="14734"/>
                  </a:lnTo>
                  <a:lnTo>
                    <a:pt x="6092588" y="14734"/>
                  </a:lnTo>
                  <a:lnTo>
                    <a:pt x="6092682" y="14734"/>
                  </a:lnTo>
                  <a:lnTo>
                    <a:pt x="6092776" y="14734"/>
                  </a:lnTo>
                  <a:lnTo>
                    <a:pt x="6092870" y="14734"/>
                  </a:lnTo>
                  <a:lnTo>
                    <a:pt x="6092964" y="14734"/>
                  </a:lnTo>
                  <a:lnTo>
                    <a:pt x="6093058" y="14734"/>
                  </a:lnTo>
                  <a:lnTo>
                    <a:pt x="6093153" y="14734"/>
                  </a:lnTo>
                  <a:lnTo>
                    <a:pt x="6093247" y="14734"/>
                  </a:lnTo>
                  <a:lnTo>
                    <a:pt x="6093341" y="14734"/>
                  </a:lnTo>
                  <a:lnTo>
                    <a:pt x="6093435" y="14734"/>
                  </a:lnTo>
                  <a:lnTo>
                    <a:pt x="6093529" y="14734"/>
                  </a:lnTo>
                  <a:lnTo>
                    <a:pt x="6093623" y="14734"/>
                  </a:lnTo>
                  <a:lnTo>
                    <a:pt x="6093717" y="14734"/>
                  </a:lnTo>
                  <a:lnTo>
                    <a:pt x="6093812" y="14734"/>
                  </a:lnTo>
                  <a:lnTo>
                    <a:pt x="6093906" y="14734"/>
                  </a:lnTo>
                  <a:lnTo>
                    <a:pt x="6094000" y="14734"/>
                  </a:lnTo>
                  <a:lnTo>
                    <a:pt x="6094094" y="14734"/>
                  </a:lnTo>
                  <a:lnTo>
                    <a:pt x="6094188" y="14734"/>
                  </a:lnTo>
                  <a:lnTo>
                    <a:pt x="6094282" y="14734"/>
                  </a:lnTo>
                  <a:lnTo>
                    <a:pt x="6094377" y="14734"/>
                  </a:lnTo>
                  <a:lnTo>
                    <a:pt x="6094471" y="14734"/>
                  </a:lnTo>
                  <a:lnTo>
                    <a:pt x="6094565" y="14734"/>
                  </a:lnTo>
                  <a:lnTo>
                    <a:pt x="6094659" y="14734"/>
                  </a:lnTo>
                  <a:lnTo>
                    <a:pt x="6094753" y="14734"/>
                  </a:lnTo>
                  <a:lnTo>
                    <a:pt x="6094847" y="14734"/>
                  </a:lnTo>
                  <a:lnTo>
                    <a:pt x="6094941" y="14734"/>
                  </a:lnTo>
                  <a:lnTo>
                    <a:pt x="6095036" y="14734"/>
                  </a:lnTo>
                  <a:lnTo>
                    <a:pt x="6095130" y="14734"/>
                  </a:lnTo>
                  <a:lnTo>
                    <a:pt x="6095224" y="14734"/>
                  </a:lnTo>
                  <a:lnTo>
                    <a:pt x="6095318" y="14734"/>
                  </a:lnTo>
                  <a:lnTo>
                    <a:pt x="6095412" y="14734"/>
                  </a:lnTo>
                  <a:lnTo>
                    <a:pt x="6095506" y="14734"/>
                  </a:lnTo>
                  <a:lnTo>
                    <a:pt x="6095601" y="14734"/>
                  </a:lnTo>
                  <a:lnTo>
                    <a:pt x="6095695" y="14734"/>
                  </a:lnTo>
                  <a:lnTo>
                    <a:pt x="6095789" y="14734"/>
                  </a:lnTo>
                  <a:lnTo>
                    <a:pt x="6095883" y="14734"/>
                  </a:lnTo>
                  <a:lnTo>
                    <a:pt x="6095977" y="14734"/>
                  </a:lnTo>
                  <a:lnTo>
                    <a:pt x="6096071" y="14734"/>
                  </a:lnTo>
                  <a:lnTo>
                    <a:pt x="6096165" y="14734"/>
                  </a:lnTo>
                  <a:lnTo>
                    <a:pt x="6096260" y="14734"/>
                  </a:lnTo>
                  <a:lnTo>
                    <a:pt x="6096354" y="14734"/>
                  </a:lnTo>
                  <a:lnTo>
                    <a:pt x="6096448" y="14734"/>
                  </a:lnTo>
                  <a:lnTo>
                    <a:pt x="6096542" y="14734"/>
                  </a:lnTo>
                  <a:lnTo>
                    <a:pt x="6096636" y="14734"/>
                  </a:lnTo>
                  <a:lnTo>
                    <a:pt x="6096730" y="14734"/>
                  </a:lnTo>
                  <a:lnTo>
                    <a:pt x="6096825" y="14734"/>
                  </a:lnTo>
                  <a:lnTo>
                    <a:pt x="6096919" y="14734"/>
                  </a:lnTo>
                  <a:lnTo>
                    <a:pt x="6097013" y="14734"/>
                  </a:lnTo>
                  <a:lnTo>
                    <a:pt x="6097107" y="14734"/>
                  </a:lnTo>
                  <a:lnTo>
                    <a:pt x="6097201" y="14734"/>
                  </a:lnTo>
                  <a:lnTo>
                    <a:pt x="6097295" y="14734"/>
                  </a:lnTo>
                  <a:lnTo>
                    <a:pt x="6097389" y="14734"/>
                  </a:lnTo>
                  <a:lnTo>
                    <a:pt x="6097484" y="14734"/>
                  </a:lnTo>
                  <a:lnTo>
                    <a:pt x="6097578" y="14734"/>
                  </a:lnTo>
                  <a:lnTo>
                    <a:pt x="6097672" y="14734"/>
                  </a:lnTo>
                  <a:lnTo>
                    <a:pt x="6097766" y="14734"/>
                  </a:lnTo>
                  <a:lnTo>
                    <a:pt x="6097860" y="14734"/>
                  </a:lnTo>
                  <a:lnTo>
                    <a:pt x="6097954" y="14734"/>
                  </a:lnTo>
                  <a:lnTo>
                    <a:pt x="6098048" y="14734"/>
                  </a:lnTo>
                  <a:lnTo>
                    <a:pt x="6098143" y="14734"/>
                  </a:lnTo>
                  <a:lnTo>
                    <a:pt x="6098237" y="14734"/>
                  </a:lnTo>
                  <a:lnTo>
                    <a:pt x="6098331" y="14734"/>
                  </a:lnTo>
                  <a:lnTo>
                    <a:pt x="6098425" y="14734"/>
                  </a:lnTo>
                  <a:lnTo>
                    <a:pt x="6098519" y="14734"/>
                  </a:lnTo>
                  <a:lnTo>
                    <a:pt x="6098613" y="14734"/>
                  </a:lnTo>
                  <a:lnTo>
                    <a:pt x="6098708" y="14734"/>
                  </a:lnTo>
                  <a:lnTo>
                    <a:pt x="6098802" y="14734"/>
                  </a:lnTo>
                  <a:lnTo>
                    <a:pt x="6098896" y="14734"/>
                  </a:lnTo>
                  <a:lnTo>
                    <a:pt x="6098990" y="14734"/>
                  </a:lnTo>
                  <a:lnTo>
                    <a:pt x="6099084" y="14734"/>
                  </a:lnTo>
                  <a:lnTo>
                    <a:pt x="6099178" y="14734"/>
                  </a:lnTo>
                  <a:lnTo>
                    <a:pt x="6099272" y="14734"/>
                  </a:lnTo>
                  <a:lnTo>
                    <a:pt x="6099367" y="14734"/>
                  </a:lnTo>
                  <a:lnTo>
                    <a:pt x="6099461" y="14734"/>
                  </a:lnTo>
                  <a:lnTo>
                    <a:pt x="6099555" y="14734"/>
                  </a:lnTo>
                  <a:lnTo>
                    <a:pt x="6099649" y="14734"/>
                  </a:lnTo>
                  <a:lnTo>
                    <a:pt x="6099743" y="14734"/>
                  </a:lnTo>
                  <a:lnTo>
                    <a:pt x="6099837" y="14734"/>
                  </a:lnTo>
                  <a:lnTo>
                    <a:pt x="6099932" y="14734"/>
                  </a:lnTo>
                  <a:lnTo>
                    <a:pt x="6100026" y="14734"/>
                  </a:lnTo>
                  <a:lnTo>
                    <a:pt x="6100120" y="14734"/>
                  </a:lnTo>
                  <a:lnTo>
                    <a:pt x="6100214" y="14734"/>
                  </a:lnTo>
                  <a:lnTo>
                    <a:pt x="6100308" y="14734"/>
                  </a:lnTo>
                  <a:lnTo>
                    <a:pt x="6100402" y="14734"/>
                  </a:lnTo>
                  <a:lnTo>
                    <a:pt x="6100496" y="14734"/>
                  </a:lnTo>
                  <a:lnTo>
                    <a:pt x="6100591" y="14734"/>
                  </a:lnTo>
                  <a:lnTo>
                    <a:pt x="6100685" y="14734"/>
                  </a:lnTo>
                  <a:lnTo>
                    <a:pt x="6100779" y="14734"/>
                  </a:lnTo>
                  <a:lnTo>
                    <a:pt x="6100873" y="14734"/>
                  </a:lnTo>
                  <a:lnTo>
                    <a:pt x="6100967" y="14734"/>
                  </a:lnTo>
                  <a:lnTo>
                    <a:pt x="6101061" y="14734"/>
                  </a:lnTo>
                  <a:lnTo>
                    <a:pt x="6101156" y="14734"/>
                  </a:lnTo>
                  <a:lnTo>
                    <a:pt x="6101250" y="14734"/>
                  </a:lnTo>
                  <a:lnTo>
                    <a:pt x="6101344" y="14734"/>
                  </a:lnTo>
                  <a:lnTo>
                    <a:pt x="6101438" y="14734"/>
                  </a:lnTo>
                  <a:lnTo>
                    <a:pt x="6101532" y="14734"/>
                  </a:lnTo>
                  <a:lnTo>
                    <a:pt x="6101626" y="14734"/>
                  </a:lnTo>
                  <a:lnTo>
                    <a:pt x="6101720" y="14734"/>
                  </a:lnTo>
                  <a:lnTo>
                    <a:pt x="6101815" y="14734"/>
                  </a:lnTo>
                  <a:lnTo>
                    <a:pt x="6101909" y="14734"/>
                  </a:lnTo>
                  <a:lnTo>
                    <a:pt x="6102003" y="14734"/>
                  </a:lnTo>
                  <a:lnTo>
                    <a:pt x="6102097" y="14734"/>
                  </a:lnTo>
                  <a:lnTo>
                    <a:pt x="6102191" y="14734"/>
                  </a:lnTo>
                  <a:lnTo>
                    <a:pt x="6102285" y="14734"/>
                  </a:lnTo>
                  <a:lnTo>
                    <a:pt x="6102379" y="14734"/>
                  </a:lnTo>
                  <a:lnTo>
                    <a:pt x="6102474" y="14734"/>
                  </a:lnTo>
                  <a:lnTo>
                    <a:pt x="6102568" y="14734"/>
                  </a:lnTo>
                  <a:lnTo>
                    <a:pt x="6102662" y="14734"/>
                  </a:lnTo>
                  <a:lnTo>
                    <a:pt x="6102756" y="14734"/>
                  </a:lnTo>
                  <a:lnTo>
                    <a:pt x="6102850" y="14734"/>
                  </a:lnTo>
                  <a:lnTo>
                    <a:pt x="6102944" y="14734"/>
                  </a:lnTo>
                  <a:lnTo>
                    <a:pt x="6103039" y="14734"/>
                  </a:lnTo>
                  <a:lnTo>
                    <a:pt x="6103133" y="14734"/>
                  </a:lnTo>
                  <a:lnTo>
                    <a:pt x="6103227" y="14734"/>
                  </a:lnTo>
                  <a:lnTo>
                    <a:pt x="6103321" y="14734"/>
                  </a:lnTo>
                  <a:lnTo>
                    <a:pt x="6103415" y="14734"/>
                  </a:lnTo>
                  <a:lnTo>
                    <a:pt x="6103509" y="14734"/>
                  </a:lnTo>
                  <a:lnTo>
                    <a:pt x="6103603" y="14734"/>
                  </a:lnTo>
                  <a:lnTo>
                    <a:pt x="6103698" y="14734"/>
                  </a:lnTo>
                  <a:lnTo>
                    <a:pt x="6103792" y="14734"/>
                  </a:lnTo>
                  <a:lnTo>
                    <a:pt x="6103886" y="14734"/>
                  </a:lnTo>
                  <a:lnTo>
                    <a:pt x="6103980" y="14734"/>
                  </a:lnTo>
                  <a:lnTo>
                    <a:pt x="6104074" y="14734"/>
                  </a:lnTo>
                  <a:lnTo>
                    <a:pt x="6104168" y="14734"/>
                  </a:lnTo>
                  <a:lnTo>
                    <a:pt x="6104263" y="14734"/>
                  </a:lnTo>
                  <a:lnTo>
                    <a:pt x="6104357" y="14734"/>
                  </a:lnTo>
                  <a:lnTo>
                    <a:pt x="6104451" y="14734"/>
                  </a:lnTo>
                  <a:lnTo>
                    <a:pt x="6104545" y="14734"/>
                  </a:lnTo>
                  <a:lnTo>
                    <a:pt x="6104639" y="14734"/>
                  </a:lnTo>
                  <a:lnTo>
                    <a:pt x="6104733" y="14734"/>
                  </a:lnTo>
                  <a:lnTo>
                    <a:pt x="6104827" y="14734"/>
                  </a:lnTo>
                  <a:lnTo>
                    <a:pt x="6104922" y="14734"/>
                  </a:lnTo>
                  <a:lnTo>
                    <a:pt x="6105016" y="14734"/>
                  </a:lnTo>
                  <a:lnTo>
                    <a:pt x="6105110" y="14734"/>
                  </a:lnTo>
                  <a:lnTo>
                    <a:pt x="6105204" y="14734"/>
                  </a:lnTo>
                  <a:lnTo>
                    <a:pt x="6105298" y="14734"/>
                  </a:lnTo>
                  <a:lnTo>
                    <a:pt x="6105392" y="14734"/>
                  </a:lnTo>
                  <a:lnTo>
                    <a:pt x="6105487" y="14734"/>
                  </a:lnTo>
                  <a:lnTo>
                    <a:pt x="6105581" y="14734"/>
                  </a:lnTo>
                  <a:lnTo>
                    <a:pt x="6105675" y="14734"/>
                  </a:lnTo>
                  <a:lnTo>
                    <a:pt x="6105769" y="14734"/>
                  </a:lnTo>
                  <a:lnTo>
                    <a:pt x="6105863" y="14734"/>
                  </a:lnTo>
                  <a:lnTo>
                    <a:pt x="6105957" y="14734"/>
                  </a:lnTo>
                  <a:lnTo>
                    <a:pt x="6106051" y="14734"/>
                  </a:lnTo>
                  <a:lnTo>
                    <a:pt x="6106146" y="14734"/>
                  </a:lnTo>
                  <a:lnTo>
                    <a:pt x="6106240" y="14734"/>
                  </a:lnTo>
                  <a:lnTo>
                    <a:pt x="6106334" y="14734"/>
                  </a:lnTo>
                  <a:lnTo>
                    <a:pt x="6106428" y="14734"/>
                  </a:lnTo>
                  <a:lnTo>
                    <a:pt x="6106522" y="14734"/>
                  </a:lnTo>
                  <a:lnTo>
                    <a:pt x="6106616" y="14734"/>
                  </a:lnTo>
                  <a:lnTo>
                    <a:pt x="6106710" y="14734"/>
                  </a:lnTo>
                  <a:lnTo>
                    <a:pt x="6106805" y="14734"/>
                  </a:lnTo>
                  <a:lnTo>
                    <a:pt x="6106899" y="14734"/>
                  </a:lnTo>
                  <a:lnTo>
                    <a:pt x="6106993" y="14734"/>
                  </a:lnTo>
                  <a:lnTo>
                    <a:pt x="6107087" y="14734"/>
                  </a:lnTo>
                  <a:lnTo>
                    <a:pt x="6107181" y="14734"/>
                  </a:lnTo>
                  <a:lnTo>
                    <a:pt x="6107275" y="14734"/>
                  </a:lnTo>
                  <a:lnTo>
                    <a:pt x="6107370" y="14734"/>
                  </a:lnTo>
                  <a:lnTo>
                    <a:pt x="6107464" y="14734"/>
                  </a:lnTo>
                  <a:lnTo>
                    <a:pt x="6107558" y="14734"/>
                  </a:lnTo>
                  <a:lnTo>
                    <a:pt x="6107652" y="14734"/>
                  </a:lnTo>
                  <a:lnTo>
                    <a:pt x="6107746" y="14734"/>
                  </a:lnTo>
                  <a:lnTo>
                    <a:pt x="6107840" y="14734"/>
                  </a:lnTo>
                  <a:lnTo>
                    <a:pt x="6107934" y="14734"/>
                  </a:lnTo>
                  <a:lnTo>
                    <a:pt x="6108029" y="14734"/>
                  </a:lnTo>
                  <a:lnTo>
                    <a:pt x="6108123" y="14734"/>
                  </a:lnTo>
                  <a:lnTo>
                    <a:pt x="6108217" y="14734"/>
                  </a:lnTo>
                  <a:lnTo>
                    <a:pt x="6108311" y="14734"/>
                  </a:lnTo>
                  <a:lnTo>
                    <a:pt x="6108405" y="14734"/>
                  </a:lnTo>
                  <a:lnTo>
                    <a:pt x="6108499" y="14734"/>
                  </a:lnTo>
                  <a:lnTo>
                    <a:pt x="6108594" y="14734"/>
                  </a:lnTo>
                  <a:lnTo>
                    <a:pt x="6108688" y="14734"/>
                  </a:lnTo>
                  <a:lnTo>
                    <a:pt x="6108782" y="14734"/>
                  </a:lnTo>
                  <a:lnTo>
                    <a:pt x="6108876" y="14734"/>
                  </a:lnTo>
                  <a:lnTo>
                    <a:pt x="6108970" y="14734"/>
                  </a:lnTo>
                  <a:lnTo>
                    <a:pt x="6109064" y="14734"/>
                  </a:lnTo>
                  <a:lnTo>
                    <a:pt x="6109158" y="14734"/>
                  </a:lnTo>
                  <a:lnTo>
                    <a:pt x="6109253" y="14734"/>
                  </a:lnTo>
                  <a:lnTo>
                    <a:pt x="6109347" y="14734"/>
                  </a:lnTo>
                  <a:lnTo>
                    <a:pt x="6109441" y="14734"/>
                  </a:lnTo>
                  <a:lnTo>
                    <a:pt x="6109535" y="14734"/>
                  </a:lnTo>
                  <a:lnTo>
                    <a:pt x="6109629" y="14734"/>
                  </a:lnTo>
                  <a:lnTo>
                    <a:pt x="6109723" y="14734"/>
                  </a:lnTo>
                  <a:lnTo>
                    <a:pt x="6109818" y="14734"/>
                  </a:lnTo>
                  <a:lnTo>
                    <a:pt x="6109912" y="14734"/>
                  </a:lnTo>
                  <a:lnTo>
                    <a:pt x="6110006" y="14734"/>
                  </a:lnTo>
                  <a:lnTo>
                    <a:pt x="6110100" y="14734"/>
                  </a:lnTo>
                  <a:lnTo>
                    <a:pt x="6110194" y="14734"/>
                  </a:lnTo>
                  <a:lnTo>
                    <a:pt x="6110288" y="14734"/>
                  </a:lnTo>
                  <a:lnTo>
                    <a:pt x="6110382" y="14734"/>
                  </a:lnTo>
                  <a:lnTo>
                    <a:pt x="6110477" y="14734"/>
                  </a:lnTo>
                  <a:lnTo>
                    <a:pt x="6110571" y="14734"/>
                  </a:lnTo>
                  <a:lnTo>
                    <a:pt x="6110665" y="14734"/>
                  </a:lnTo>
                  <a:lnTo>
                    <a:pt x="6110759" y="14734"/>
                  </a:lnTo>
                  <a:lnTo>
                    <a:pt x="6110853" y="14734"/>
                  </a:lnTo>
                  <a:lnTo>
                    <a:pt x="6110947" y="14734"/>
                  </a:lnTo>
                  <a:lnTo>
                    <a:pt x="6111041" y="14734"/>
                  </a:lnTo>
                  <a:lnTo>
                    <a:pt x="6111136" y="14734"/>
                  </a:lnTo>
                  <a:lnTo>
                    <a:pt x="6111230" y="14734"/>
                  </a:lnTo>
                  <a:lnTo>
                    <a:pt x="6111324" y="14734"/>
                  </a:lnTo>
                  <a:lnTo>
                    <a:pt x="6111418" y="14734"/>
                  </a:lnTo>
                  <a:lnTo>
                    <a:pt x="6111512" y="14734"/>
                  </a:lnTo>
                  <a:lnTo>
                    <a:pt x="6111606" y="14734"/>
                  </a:lnTo>
                  <a:lnTo>
                    <a:pt x="6111701" y="14734"/>
                  </a:lnTo>
                  <a:lnTo>
                    <a:pt x="6111795" y="14734"/>
                  </a:lnTo>
                  <a:lnTo>
                    <a:pt x="6111889" y="14734"/>
                  </a:lnTo>
                  <a:lnTo>
                    <a:pt x="6111983" y="14734"/>
                  </a:lnTo>
                  <a:lnTo>
                    <a:pt x="6112077" y="14734"/>
                  </a:lnTo>
                  <a:lnTo>
                    <a:pt x="6112171" y="14734"/>
                  </a:lnTo>
                  <a:lnTo>
                    <a:pt x="6112265" y="14734"/>
                  </a:lnTo>
                  <a:lnTo>
                    <a:pt x="6112360" y="14734"/>
                  </a:lnTo>
                  <a:lnTo>
                    <a:pt x="6112454" y="14734"/>
                  </a:lnTo>
                  <a:lnTo>
                    <a:pt x="6112548" y="14734"/>
                  </a:lnTo>
                  <a:lnTo>
                    <a:pt x="6112642" y="14734"/>
                  </a:lnTo>
                  <a:lnTo>
                    <a:pt x="6112736" y="14734"/>
                  </a:lnTo>
                  <a:lnTo>
                    <a:pt x="6112830" y="14734"/>
                  </a:lnTo>
                  <a:lnTo>
                    <a:pt x="6112925" y="14734"/>
                  </a:lnTo>
                  <a:lnTo>
                    <a:pt x="6113019" y="14734"/>
                  </a:lnTo>
                  <a:lnTo>
                    <a:pt x="6113113" y="14734"/>
                  </a:lnTo>
                  <a:lnTo>
                    <a:pt x="6113207" y="14734"/>
                  </a:lnTo>
                  <a:lnTo>
                    <a:pt x="6113301" y="14734"/>
                  </a:lnTo>
                  <a:lnTo>
                    <a:pt x="6113395" y="14734"/>
                  </a:lnTo>
                  <a:lnTo>
                    <a:pt x="6113489" y="14734"/>
                  </a:lnTo>
                  <a:lnTo>
                    <a:pt x="6113584" y="14734"/>
                  </a:lnTo>
                  <a:lnTo>
                    <a:pt x="6113678" y="14734"/>
                  </a:lnTo>
                  <a:lnTo>
                    <a:pt x="6113772" y="14734"/>
                  </a:lnTo>
                  <a:lnTo>
                    <a:pt x="6113866" y="14734"/>
                  </a:lnTo>
                  <a:lnTo>
                    <a:pt x="6113960" y="14734"/>
                  </a:lnTo>
                  <a:lnTo>
                    <a:pt x="6114054" y="14734"/>
                  </a:lnTo>
                  <a:lnTo>
                    <a:pt x="6114149" y="14734"/>
                  </a:lnTo>
                  <a:lnTo>
                    <a:pt x="6114243" y="14734"/>
                  </a:lnTo>
                  <a:lnTo>
                    <a:pt x="6114337" y="14734"/>
                  </a:lnTo>
                  <a:lnTo>
                    <a:pt x="6114431" y="14734"/>
                  </a:lnTo>
                  <a:lnTo>
                    <a:pt x="6114525" y="14734"/>
                  </a:lnTo>
                  <a:lnTo>
                    <a:pt x="6114619" y="14734"/>
                  </a:lnTo>
                  <a:lnTo>
                    <a:pt x="6114713" y="14734"/>
                  </a:lnTo>
                  <a:lnTo>
                    <a:pt x="6114808" y="14734"/>
                  </a:lnTo>
                  <a:lnTo>
                    <a:pt x="6114902" y="14734"/>
                  </a:lnTo>
                  <a:lnTo>
                    <a:pt x="6114996" y="14734"/>
                  </a:lnTo>
                  <a:lnTo>
                    <a:pt x="6115090" y="14734"/>
                  </a:lnTo>
                  <a:lnTo>
                    <a:pt x="6115184" y="14734"/>
                  </a:lnTo>
                  <a:lnTo>
                    <a:pt x="6115278" y="14734"/>
                  </a:lnTo>
                  <a:lnTo>
                    <a:pt x="6115372" y="14734"/>
                  </a:lnTo>
                  <a:lnTo>
                    <a:pt x="6115467" y="14734"/>
                  </a:lnTo>
                  <a:lnTo>
                    <a:pt x="6115561" y="14734"/>
                  </a:lnTo>
                  <a:lnTo>
                    <a:pt x="6115655" y="14734"/>
                  </a:lnTo>
                  <a:lnTo>
                    <a:pt x="6115749" y="14734"/>
                  </a:lnTo>
                  <a:lnTo>
                    <a:pt x="6115843" y="14734"/>
                  </a:lnTo>
                  <a:lnTo>
                    <a:pt x="6115937" y="14734"/>
                  </a:lnTo>
                  <a:lnTo>
                    <a:pt x="6116032" y="14734"/>
                  </a:lnTo>
                  <a:lnTo>
                    <a:pt x="6116126" y="14734"/>
                  </a:lnTo>
                  <a:lnTo>
                    <a:pt x="6116220" y="14734"/>
                  </a:lnTo>
                  <a:lnTo>
                    <a:pt x="6116314" y="14734"/>
                  </a:lnTo>
                  <a:lnTo>
                    <a:pt x="6116408" y="14734"/>
                  </a:lnTo>
                  <a:lnTo>
                    <a:pt x="6116502" y="14734"/>
                  </a:lnTo>
                  <a:lnTo>
                    <a:pt x="6116596" y="14734"/>
                  </a:lnTo>
                  <a:lnTo>
                    <a:pt x="6116691" y="14734"/>
                  </a:lnTo>
                  <a:lnTo>
                    <a:pt x="6116785" y="14734"/>
                  </a:lnTo>
                  <a:lnTo>
                    <a:pt x="6116879" y="14734"/>
                  </a:lnTo>
                  <a:lnTo>
                    <a:pt x="6116973" y="14734"/>
                  </a:lnTo>
                  <a:lnTo>
                    <a:pt x="6117067" y="14734"/>
                  </a:lnTo>
                  <a:lnTo>
                    <a:pt x="6117161" y="14734"/>
                  </a:lnTo>
                  <a:lnTo>
                    <a:pt x="6117256" y="14734"/>
                  </a:lnTo>
                  <a:lnTo>
                    <a:pt x="6117350" y="14734"/>
                  </a:lnTo>
                  <a:lnTo>
                    <a:pt x="6117444" y="14734"/>
                  </a:lnTo>
                  <a:lnTo>
                    <a:pt x="6117538" y="14734"/>
                  </a:lnTo>
                  <a:lnTo>
                    <a:pt x="6117632" y="14734"/>
                  </a:lnTo>
                  <a:lnTo>
                    <a:pt x="6117726" y="14734"/>
                  </a:lnTo>
                  <a:lnTo>
                    <a:pt x="6117820" y="14734"/>
                  </a:lnTo>
                  <a:lnTo>
                    <a:pt x="6117915" y="14734"/>
                  </a:lnTo>
                  <a:lnTo>
                    <a:pt x="6118009" y="14734"/>
                  </a:lnTo>
                  <a:lnTo>
                    <a:pt x="6118103" y="14734"/>
                  </a:lnTo>
                  <a:lnTo>
                    <a:pt x="6118197" y="14734"/>
                  </a:lnTo>
                  <a:lnTo>
                    <a:pt x="6118291" y="14734"/>
                  </a:lnTo>
                  <a:lnTo>
                    <a:pt x="6118385" y="14734"/>
                  </a:lnTo>
                  <a:lnTo>
                    <a:pt x="6118480" y="14734"/>
                  </a:lnTo>
                  <a:lnTo>
                    <a:pt x="6118574" y="14734"/>
                  </a:lnTo>
                  <a:lnTo>
                    <a:pt x="6118668" y="14734"/>
                  </a:lnTo>
                  <a:lnTo>
                    <a:pt x="6118762" y="14734"/>
                  </a:lnTo>
                  <a:lnTo>
                    <a:pt x="6118856" y="14734"/>
                  </a:lnTo>
                  <a:lnTo>
                    <a:pt x="6118950" y="14734"/>
                  </a:lnTo>
                  <a:lnTo>
                    <a:pt x="6119044" y="14734"/>
                  </a:lnTo>
                  <a:lnTo>
                    <a:pt x="6119139" y="14734"/>
                  </a:lnTo>
                  <a:lnTo>
                    <a:pt x="6119233" y="14734"/>
                  </a:lnTo>
                  <a:lnTo>
                    <a:pt x="6119327" y="14734"/>
                  </a:lnTo>
                  <a:lnTo>
                    <a:pt x="6119421" y="14734"/>
                  </a:lnTo>
                  <a:lnTo>
                    <a:pt x="6119515" y="14734"/>
                  </a:lnTo>
                  <a:lnTo>
                    <a:pt x="6119609" y="14734"/>
                  </a:lnTo>
                  <a:lnTo>
                    <a:pt x="6119703" y="14734"/>
                  </a:lnTo>
                  <a:lnTo>
                    <a:pt x="6119798" y="14734"/>
                  </a:lnTo>
                  <a:lnTo>
                    <a:pt x="6119892" y="14734"/>
                  </a:lnTo>
                  <a:lnTo>
                    <a:pt x="6119986" y="14734"/>
                  </a:lnTo>
                  <a:lnTo>
                    <a:pt x="6120080" y="14734"/>
                  </a:lnTo>
                  <a:lnTo>
                    <a:pt x="6120174" y="14734"/>
                  </a:lnTo>
                  <a:lnTo>
                    <a:pt x="6120268" y="14734"/>
                  </a:lnTo>
                  <a:lnTo>
                    <a:pt x="6120363" y="14734"/>
                  </a:lnTo>
                  <a:lnTo>
                    <a:pt x="6120457" y="14734"/>
                  </a:lnTo>
                  <a:lnTo>
                    <a:pt x="6120551" y="14734"/>
                  </a:lnTo>
                  <a:lnTo>
                    <a:pt x="6120645" y="14734"/>
                  </a:lnTo>
                  <a:lnTo>
                    <a:pt x="6120739" y="14734"/>
                  </a:lnTo>
                  <a:lnTo>
                    <a:pt x="6120833" y="14734"/>
                  </a:lnTo>
                  <a:lnTo>
                    <a:pt x="6120927" y="14734"/>
                  </a:lnTo>
                  <a:lnTo>
                    <a:pt x="6121022" y="14734"/>
                  </a:lnTo>
                  <a:lnTo>
                    <a:pt x="6121116" y="14734"/>
                  </a:lnTo>
                  <a:lnTo>
                    <a:pt x="6121210" y="14734"/>
                  </a:lnTo>
                  <a:lnTo>
                    <a:pt x="6121304" y="14734"/>
                  </a:lnTo>
                  <a:lnTo>
                    <a:pt x="6121398" y="14734"/>
                  </a:lnTo>
                  <a:lnTo>
                    <a:pt x="6121492" y="14734"/>
                  </a:lnTo>
                  <a:lnTo>
                    <a:pt x="6121587" y="14734"/>
                  </a:lnTo>
                  <a:lnTo>
                    <a:pt x="6121681" y="14734"/>
                  </a:lnTo>
                  <a:lnTo>
                    <a:pt x="6121775" y="14734"/>
                  </a:lnTo>
                  <a:lnTo>
                    <a:pt x="6121869" y="14734"/>
                  </a:lnTo>
                  <a:lnTo>
                    <a:pt x="6121963" y="14734"/>
                  </a:lnTo>
                  <a:lnTo>
                    <a:pt x="6122057" y="14734"/>
                  </a:lnTo>
                  <a:lnTo>
                    <a:pt x="6122151" y="14734"/>
                  </a:lnTo>
                  <a:lnTo>
                    <a:pt x="6122246" y="14734"/>
                  </a:lnTo>
                  <a:lnTo>
                    <a:pt x="6122340" y="14734"/>
                  </a:lnTo>
                  <a:lnTo>
                    <a:pt x="6122434" y="14734"/>
                  </a:lnTo>
                  <a:lnTo>
                    <a:pt x="6122528" y="14734"/>
                  </a:lnTo>
                  <a:lnTo>
                    <a:pt x="6122622" y="14734"/>
                  </a:lnTo>
                  <a:lnTo>
                    <a:pt x="6122716" y="14734"/>
                  </a:lnTo>
                  <a:lnTo>
                    <a:pt x="6122811" y="14734"/>
                  </a:lnTo>
                  <a:lnTo>
                    <a:pt x="6122905" y="14734"/>
                  </a:lnTo>
                  <a:lnTo>
                    <a:pt x="6122999" y="14734"/>
                  </a:lnTo>
                  <a:lnTo>
                    <a:pt x="6123093" y="14734"/>
                  </a:lnTo>
                  <a:lnTo>
                    <a:pt x="6123187" y="14734"/>
                  </a:lnTo>
                  <a:lnTo>
                    <a:pt x="6123281" y="14734"/>
                  </a:lnTo>
                  <a:lnTo>
                    <a:pt x="6123375" y="14734"/>
                  </a:lnTo>
                  <a:lnTo>
                    <a:pt x="6123470" y="14734"/>
                  </a:lnTo>
                  <a:lnTo>
                    <a:pt x="6123564" y="14734"/>
                  </a:lnTo>
                  <a:lnTo>
                    <a:pt x="6123658" y="14734"/>
                  </a:lnTo>
                  <a:lnTo>
                    <a:pt x="6123752" y="14734"/>
                  </a:lnTo>
                  <a:lnTo>
                    <a:pt x="6123846" y="14734"/>
                  </a:lnTo>
                  <a:lnTo>
                    <a:pt x="6123940" y="14734"/>
                  </a:lnTo>
                  <a:lnTo>
                    <a:pt x="6124034" y="14734"/>
                  </a:lnTo>
                  <a:lnTo>
                    <a:pt x="6124129" y="14734"/>
                  </a:lnTo>
                  <a:lnTo>
                    <a:pt x="6124223" y="14734"/>
                  </a:lnTo>
                  <a:lnTo>
                    <a:pt x="6124317" y="14734"/>
                  </a:lnTo>
                  <a:lnTo>
                    <a:pt x="6124411" y="14734"/>
                  </a:lnTo>
                  <a:lnTo>
                    <a:pt x="6124505" y="14734"/>
                  </a:lnTo>
                  <a:lnTo>
                    <a:pt x="6124599" y="14734"/>
                  </a:lnTo>
                  <a:lnTo>
                    <a:pt x="6124694" y="14734"/>
                  </a:lnTo>
                  <a:lnTo>
                    <a:pt x="6124788" y="14734"/>
                  </a:lnTo>
                  <a:lnTo>
                    <a:pt x="6124882" y="14734"/>
                  </a:lnTo>
                  <a:lnTo>
                    <a:pt x="6124976" y="14734"/>
                  </a:lnTo>
                  <a:lnTo>
                    <a:pt x="6125070" y="14734"/>
                  </a:lnTo>
                  <a:lnTo>
                    <a:pt x="6125164" y="14734"/>
                  </a:lnTo>
                  <a:lnTo>
                    <a:pt x="6125258" y="14734"/>
                  </a:lnTo>
                  <a:lnTo>
                    <a:pt x="6125353" y="14734"/>
                  </a:lnTo>
                  <a:lnTo>
                    <a:pt x="6125447" y="14734"/>
                  </a:lnTo>
                  <a:lnTo>
                    <a:pt x="6125541" y="14734"/>
                  </a:lnTo>
                  <a:lnTo>
                    <a:pt x="6125635" y="14734"/>
                  </a:lnTo>
                  <a:lnTo>
                    <a:pt x="6125729" y="14734"/>
                  </a:lnTo>
                  <a:lnTo>
                    <a:pt x="6125823" y="14734"/>
                  </a:lnTo>
                  <a:lnTo>
                    <a:pt x="6125918" y="14734"/>
                  </a:lnTo>
                  <a:lnTo>
                    <a:pt x="6126012" y="14734"/>
                  </a:lnTo>
                  <a:lnTo>
                    <a:pt x="6126106" y="14734"/>
                  </a:lnTo>
                  <a:lnTo>
                    <a:pt x="6126200" y="14734"/>
                  </a:lnTo>
                  <a:lnTo>
                    <a:pt x="6126294" y="14734"/>
                  </a:lnTo>
                  <a:lnTo>
                    <a:pt x="6126388" y="14734"/>
                  </a:lnTo>
                  <a:lnTo>
                    <a:pt x="6126482" y="14734"/>
                  </a:lnTo>
                  <a:lnTo>
                    <a:pt x="6126577" y="14734"/>
                  </a:lnTo>
                  <a:lnTo>
                    <a:pt x="6126671" y="14734"/>
                  </a:lnTo>
                  <a:lnTo>
                    <a:pt x="6126765" y="14734"/>
                  </a:lnTo>
                  <a:lnTo>
                    <a:pt x="6126859" y="14734"/>
                  </a:lnTo>
                  <a:lnTo>
                    <a:pt x="6126953" y="14734"/>
                  </a:lnTo>
                  <a:lnTo>
                    <a:pt x="6127047" y="14734"/>
                  </a:lnTo>
                  <a:lnTo>
                    <a:pt x="6127142" y="14734"/>
                  </a:lnTo>
                  <a:lnTo>
                    <a:pt x="6127236" y="14734"/>
                  </a:lnTo>
                  <a:lnTo>
                    <a:pt x="6127330" y="14734"/>
                  </a:lnTo>
                  <a:lnTo>
                    <a:pt x="6127424" y="14734"/>
                  </a:lnTo>
                  <a:lnTo>
                    <a:pt x="6127518" y="14734"/>
                  </a:lnTo>
                  <a:lnTo>
                    <a:pt x="6127612" y="14734"/>
                  </a:lnTo>
                  <a:lnTo>
                    <a:pt x="6127706" y="14734"/>
                  </a:lnTo>
                  <a:lnTo>
                    <a:pt x="6127801" y="14734"/>
                  </a:lnTo>
                  <a:lnTo>
                    <a:pt x="6127895" y="14734"/>
                  </a:lnTo>
                  <a:lnTo>
                    <a:pt x="6127989" y="14734"/>
                  </a:lnTo>
                  <a:lnTo>
                    <a:pt x="6128083" y="14734"/>
                  </a:lnTo>
                  <a:lnTo>
                    <a:pt x="6128177" y="14734"/>
                  </a:lnTo>
                  <a:lnTo>
                    <a:pt x="6128271" y="14734"/>
                  </a:lnTo>
                  <a:lnTo>
                    <a:pt x="6128365" y="14734"/>
                  </a:lnTo>
                  <a:lnTo>
                    <a:pt x="6128460" y="14734"/>
                  </a:lnTo>
                  <a:lnTo>
                    <a:pt x="6128554" y="14734"/>
                  </a:lnTo>
                  <a:lnTo>
                    <a:pt x="6128648" y="14734"/>
                  </a:lnTo>
                  <a:lnTo>
                    <a:pt x="6128742" y="14734"/>
                  </a:lnTo>
                  <a:lnTo>
                    <a:pt x="6128836" y="14734"/>
                  </a:lnTo>
                  <a:lnTo>
                    <a:pt x="6128930" y="14734"/>
                  </a:lnTo>
                  <a:lnTo>
                    <a:pt x="6129025" y="14734"/>
                  </a:lnTo>
                  <a:lnTo>
                    <a:pt x="6129119" y="14734"/>
                  </a:lnTo>
                  <a:lnTo>
                    <a:pt x="6129213" y="14734"/>
                  </a:lnTo>
                  <a:lnTo>
                    <a:pt x="6129307" y="14734"/>
                  </a:lnTo>
                  <a:lnTo>
                    <a:pt x="6129401" y="14734"/>
                  </a:lnTo>
                  <a:lnTo>
                    <a:pt x="6129495" y="14734"/>
                  </a:lnTo>
                  <a:lnTo>
                    <a:pt x="6129589" y="14734"/>
                  </a:lnTo>
                  <a:lnTo>
                    <a:pt x="6129684" y="14734"/>
                  </a:lnTo>
                  <a:lnTo>
                    <a:pt x="6129778" y="14734"/>
                  </a:lnTo>
                  <a:lnTo>
                    <a:pt x="6129872" y="14734"/>
                  </a:lnTo>
                  <a:lnTo>
                    <a:pt x="6129966" y="14734"/>
                  </a:lnTo>
                  <a:lnTo>
                    <a:pt x="6130060" y="14734"/>
                  </a:lnTo>
                  <a:lnTo>
                    <a:pt x="6130154" y="14734"/>
                  </a:lnTo>
                  <a:lnTo>
                    <a:pt x="6130249" y="14734"/>
                  </a:lnTo>
                  <a:lnTo>
                    <a:pt x="6130343" y="14734"/>
                  </a:lnTo>
                  <a:lnTo>
                    <a:pt x="6130437" y="14734"/>
                  </a:lnTo>
                  <a:lnTo>
                    <a:pt x="6130531" y="14734"/>
                  </a:lnTo>
                  <a:lnTo>
                    <a:pt x="6130625" y="14734"/>
                  </a:lnTo>
                  <a:lnTo>
                    <a:pt x="6130719" y="14734"/>
                  </a:lnTo>
                  <a:lnTo>
                    <a:pt x="6130813" y="14734"/>
                  </a:lnTo>
                  <a:lnTo>
                    <a:pt x="6130908" y="14734"/>
                  </a:lnTo>
                  <a:lnTo>
                    <a:pt x="6131002" y="14734"/>
                  </a:lnTo>
                  <a:lnTo>
                    <a:pt x="6131096" y="14734"/>
                  </a:lnTo>
                  <a:lnTo>
                    <a:pt x="6131190" y="14734"/>
                  </a:lnTo>
                  <a:lnTo>
                    <a:pt x="6131284" y="14734"/>
                  </a:lnTo>
                  <a:lnTo>
                    <a:pt x="6131378" y="14734"/>
                  </a:lnTo>
                  <a:lnTo>
                    <a:pt x="6131473" y="14734"/>
                  </a:lnTo>
                  <a:lnTo>
                    <a:pt x="6131567" y="14734"/>
                  </a:lnTo>
                  <a:lnTo>
                    <a:pt x="6131661" y="14734"/>
                  </a:lnTo>
                  <a:lnTo>
                    <a:pt x="6131755" y="14734"/>
                  </a:lnTo>
                  <a:lnTo>
                    <a:pt x="6131849" y="14734"/>
                  </a:lnTo>
                  <a:lnTo>
                    <a:pt x="6131943" y="14734"/>
                  </a:lnTo>
                  <a:lnTo>
                    <a:pt x="6132037" y="14734"/>
                  </a:lnTo>
                  <a:lnTo>
                    <a:pt x="6132132" y="14734"/>
                  </a:lnTo>
                  <a:lnTo>
                    <a:pt x="6132226" y="14734"/>
                  </a:lnTo>
                  <a:lnTo>
                    <a:pt x="6132320" y="14734"/>
                  </a:lnTo>
                  <a:lnTo>
                    <a:pt x="6132414" y="14734"/>
                  </a:lnTo>
                  <a:lnTo>
                    <a:pt x="6132508" y="14734"/>
                  </a:lnTo>
                  <a:lnTo>
                    <a:pt x="6132602" y="14734"/>
                  </a:lnTo>
                  <a:lnTo>
                    <a:pt x="6132696" y="14734"/>
                  </a:lnTo>
                  <a:lnTo>
                    <a:pt x="6132791" y="14734"/>
                  </a:lnTo>
                  <a:lnTo>
                    <a:pt x="6132885" y="14734"/>
                  </a:lnTo>
                  <a:lnTo>
                    <a:pt x="6132979" y="14734"/>
                  </a:lnTo>
                  <a:lnTo>
                    <a:pt x="6133073" y="14734"/>
                  </a:lnTo>
                  <a:lnTo>
                    <a:pt x="6133167" y="14734"/>
                  </a:lnTo>
                  <a:lnTo>
                    <a:pt x="6133261" y="14734"/>
                  </a:lnTo>
                  <a:lnTo>
                    <a:pt x="6133356" y="14734"/>
                  </a:lnTo>
                  <a:lnTo>
                    <a:pt x="6133450" y="14734"/>
                  </a:lnTo>
                  <a:lnTo>
                    <a:pt x="6133544" y="14734"/>
                  </a:lnTo>
                  <a:lnTo>
                    <a:pt x="6133638" y="14734"/>
                  </a:lnTo>
                  <a:lnTo>
                    <a:pt x="6133732" y="14734"/>
                  </a:lnTo>
                  <a:lnTo>
                    <a:pt x="6133826" y="14734"/>
                  </a:lnTo>
                  <a:lnTo>
                    <a:pt x="6133920" y="14734"/>
                  </a:lnTo>
                  <a:lnTo>
                    <a:pt x="6134015" y="14734"/>
                  </a:lnTo>
                  <a:lnTo>
                    <a:pt x="6134109" y="14734"/>
                  </a:lnTo>
                  <a:lnTo>
                    <a:pt x="6134203" y="14734"/>
                  </a:lnTo>
                  <a:lnTo>
                    <a:pt x="6134297" y="14734"/>
                  </a:lnTo>
                  <a:lnTo>
                    <a:pt x="6134391" y="14734"/>
                  </a:lnTo>
                  <a:lnTo>
                    <a:pt x="6134485" y="14734"/>
                  </a:lnTo>
                  <a:lnTo>
                    <a:pt x="6134580" y="14734"/>
                  </a:lnTo>
                  <a:lnTo>
                    <a:pt x="6134674" y="14734"/>
                  </a:lnTo>
                  <a:lnTo>
                    <a:pt x="6134768" y="14734"/>
                  </a:lnTo>
                  <a:lnTo>
                    <a:pt x="6134862" y="14734"/>
                  </a:lnTo>
                  <a:lnTo>
                    <a:pt x="6134956" y="14734"/>
                  </a:lnTo>
                  <a:lnTo>
                    <a:pt x="6135050" y="14734"/>
                  </a:lnTo>
                  <a:lnTo>
                    <a:pt x="6135144" y="14734"/>
                  </a:lnTo>
                  <a:lnTo>
                    <a:pt x="6135239" y="14734"/>
                  </a:lnTo>
                  <a:lnTo>
                    <a:pt x="6135333" y="14734"/>
                  </a:lnTo>
                  <a:lnTo>
                    <a:pt x="6135427" y="14734"/>
                  </a:lnTo>
                  <a:lnTo>
                    <a:pt x="6135521" y="14734"/>
                  </a:lnTo>
                  <a:lnTo>
                    <a:pt x="6135615" y="14734"/>
                  </a:lnTo>
                  <a:lnTo>
                    <a:pt x="6135709" y="14734"/>
                  </a:lnTo>
                  <a:lnTo>
                    <a:pt x="6135804" y="14734"/>
                  </a:lnTo>
                  <a:lnTo>
                    <a:pt x="6135898" y="14734"/>
                  </a:lnTo>
                  <a:lnTo>
                    <a:pt x="6135992" y="14734"/>
                  </a:lnTo>
                  <a:lnTo>
                    <a:pt x="6136086" y="14734"/>
                  </a:lnTo>
                  <a:lnTo>
                    <a:pt x="6136180" y="14734"/>
                  </a:lnTo>
                  <a:lnTo>
                    <a:pt x="6136274" y="14734"/>
                  </a:lnTo>
                  <a:lnTo>
                    <a:pt x="6136368" y="14734"/>
                  </a:lnTo>
                  <a:lnTo>
                    <a:pt x="6136463" y="14734"/>
                  </a:lnTo>
                  <a:lnTo>
                    <a:pt x="6136557" y="14734"/>
                  </a:lnTo>
                  <a:lnTo>
                    <a:pt x="6136651" y="14734"/>
                  </a:lnTo>
                  <a:lnTo>
                    <a:pt x="6136745" y="14734"/>
                  </a:lnTo>
                  <a:lnTo>
                    <a:pt x="6136839" y="14734"/>
                  </a:lnTo>
                  <a:lnTo>
                    <a:pt x="6136933" y="14734"/>
                  </a:lnTo>
                  <a:lnTo>
                    <a:pt x="6137027" y="14734"/>
                  </a:lnTo>
                  <a:lnTo>
                    <a:pt x="6137122" y="14734"/>
                  </a:lnTo>
                  <a:lnTo>
                    <a:pt x="6137216" y="14734"/>
                  </a:lnTo>
                  <a:lnTo>
                    <a:pt x="6137310" y="14734"/>
                  </a:lnTo>
                  <a:lnTo>
                    <a:pt x="6137404" y="14734"/>
                  </a:lnTo>
                  <a:lnTo>
                    <a:pt x="6137498" y="14734"/>
                  </a:lnTo>
                  <a:lnTo>
                    <a:pt x="6137592" y="14734"/>
                  </a:lnTo>
                  <a:lnTo>
                    <a:pt x="6137687" y="14734"/>
                  </a:lnTo>
                  <a:lnTo>
                    <a:pt x="6137781" y="14734"/>
                  </a:lnTo>
                  <a:lnTo>
                    <a:pt x="6137875" y="14734"/>
                  </a:lnTo>
                  <a:lnTo>
                    <a:pt x="6137969" y="14734"/>
                  </a:lnTo>
                  <a:lnTo>
                    <a:pt x="6138063" y="14734"/>
                  </a:lnTo>
                  <a:lnTo>
                    <a:pt x="6138157" y="14734"/>
                  </a:lnTo>
                  <a:lnTo>
                    <a:pt x="6138251" y="14734"/>
                  </a:lnTo>
                  <a:lnTo>
                    <a:pt x="6138346" y="14734"/>
                  </a:lnTo>
                  <a:lnTo>
                    <a:pt x="6138440" y="14734"/>
                  </a:lnTo>
                  <a:lnTo>
                    <a:pt x="6138534" y="14734"/>
                  </a:lnTo>
                  <a:lnTo>
                    <a:pt x="6138628" y="14734"/>
                  </a:lnTo>
                  <a:lnTo>
                    <a:pt x="6138722" y="14734"/>
                  </a:lnTo>
                  <a:lnTo>
                    <a:pt x="6138816" y="14734"/>
                  </a:lnTo>
                  <a:lnTo>
                    <a:pt x="6138911" y="14734"/>
                  </a:lnTo>
                  <a:lnTo>
                    <a:pt x="6138911" y="9822"/>
                  </a:lnTo>
                  <a:lnTo>
                    <a:pt x="6139005" y="9822"/>
                  </a:lnTo>
                  <a:lnTo>
                    <a:pt x="6139099" y="9822"/>
                  </a:lnTo>
                  <a:lnTo>
                    <a:pt x="6139193" y="9822"/>
                  </a:lnTo>
                  <a:lnTo>
                    <a:pt x="6139287" y="9822"/>
                  </a:lnTo>
                  <a:lnTo>
                    <a:pt x="6139381" y="9822"/>
                  </a:lnTo>
                  <a:lnTo>
                    <a:pt x="6139475" y="9822"/>
                  </a:lnTo>
                  <a:lnTo>
                    <a:pt x="6139570" y="9822"/>
                  </a:lnTo>
                  <a:lnTo>
                    <a:pt x="6139664" y="9822"/>
                  </a:lnTo>
                  <a:lnTo>
                    <a:pt x="6139758" y="9822"/>
                  </a:lnTo>
                  <a:lnTo>
                    <a:pt x="6139852" y="9822"/>
                  </a:lnTo>
                  <a:lnTo>
                    <a:pt x="6139946" y="9822"/>
                  </a:lnTo>
                  <a:lnTo>
                    <a:pt x="6140040" y="9822"/>
                  </a:lnTo>
                  <a:lnTo>
                    <a:pt x="6140135" y="9822"/>
                  </a:lnTo>
                  <a:lnTo>
                    <a:pt x="6140229" y="9822"/>
                  </a:lnTo>
                  <a:lnTo>
                    <a:pt x="6140323" y="9822"/>
                  </a:lnTo>
                  <a:lnTo>
                    <a:pt x="6140417" y="9822"/>
                  </a:lnTo>
                  <a:lnTo>
                    <a:pt x="6140511" y="9822"/>
                  </a:lnTo>
                  <a:lnTo>
                    <a:pt x="6140605" y="9822"/>
                  </a:lnTo>
                  <a:lnTo>
                    <a:pt x="6140699" y="9822"/>
                  </a:lnTo>
                  <a:lnTo>
                    <a:pt x="6140794" y="9822"/>
                  </a:lnTo>
                  <a:lnTo>
                    <a:pt x="6140888" y="9822"/>
                  </a:lnTo>
                  <a:lnTo>
                    <a:pt x="6140982" y="9822"/>
                  </a:lnTo>
                  <a:lnTo>
                    <a:pt x="6141076" y="9822"/>
                  </a:lnTo>
                  <a:lnTo>
                    <a:pt x="6141170" y="9822"/>
                  </a:lnTo>
                  <a:lnTo>
                    <a:pt x="6141264" y="9822"/>
                  </a:lnTo>
                  <a:lnTo>
                    <a:pt x="6141358" y="9822"/>
                  </a:lnTo>
                  <a:lnTo>
                    <a:pt x="6141453" y="9822"/>
                  </a:lnTo>
                  <a:lnTo>
                    <a:pt x="6141547" y="9822"/>
                  </a:lnTo>
                  <a:lnTo>
                    <a:pt x="6141641" y="9822"/>
                  </a:lnTo>
                  <a:lnTo>
                    <a:pt x="6141735" y="9822"/>
                  </a:lnTo>
                  <a:lnTo>
                    <a:pt x="6141829" y="9822"/>
                  </a:lnTo>
                  <a:lnTo>
                    <a:pt x="6141923" y="9822"/>
                  </a:lnTo>
                  <a:lnTo>
                    <a:pt x="6142018" y="9822"/>
                  </a:lnTo>
                  <a:lnTo>
                    <a:pt x="6142112" y="9822"/>
                  </a:lnTo>
                  <a:lnTo>
                    <a:pt x="6142206" y="9822"/>
                  </a:lnTo>
                  <a:lnTo>
                    <a:pt x="6142300" y="9822"/>
                  </a:lnTo>
                  <a:lnTo>
                    <a:pt x="6142394" y="9822"/>
                  </a:lnTo>
                  <a:lnTo>
                    <a:pt x="6142488" y="9822"/>
                  </a:lnTo>
                  <a:lnTo>
                    <a:pt x="6142582" y="9822"/>
                  </a:lnTo>
                  <a:lnTo>
                    <a:pt x="6142677" y="9822"/>
                  </a:lnTo>
                  <a:lnTo>
                    <a:pt x="6142771" y="9822"/>
                  </a:lnTo>
                  <a:lnTo>
                    <a:pt x="6142865" y="9822"/>
                  </a:lnTo>
                  <a:lnTo>
                    <a:pt x="6142959" y="9822"/>
                  </a:lnTo>
                  <a:lnTo>
                    <a:pt x="6143053" y="9822"/>
                  </a:lnTo>
                  <a:lnTo>
                    <a:pt x="6143147" y="9822"/>
                  </a:lnTo>
                  <a:lnTo>
                    <a:pt x="6143242" y="9822"/>
                  </a:lnTo>
                  <a:lnTo>
                    <a:pt x="6143336" y="9822"/>
                  </a:lnTo>
                  <a:lnTo>
                    <a:pt x="6143430" y="9822"/>
                  </a:lnTo>
                  <a:lnTo>
                    <a:pt x="6143524" y="9822"/>
                  </a:lnTo>
                  <a:lnTo>
                    <a:pt x="6143618" y="9822"/>
                  </a:lnTo>
                  <a:lnTo>
                    <a:pt x="6143712" y="9822"/>
                  </a:lnTo>
                  <a:lnTo>
                    <a:pt x="6143806" y="9822"/>
                  </a:lnTo>
                  <a:lnTo>
                    <a:pt x="6143901" y="9822"/>
                  </a:lnTo>
                  <a:lnTo>
                    <a:pt x="6143995" y="9822"/>
                  </a:lnTo>
                  <a:lnTo>
                    <a:pt x="6144089" y="9822"/>
                  </a:lnTo>
                  <a:lnTo>
                    <a:pt x="6144183" y="9822"/>
                  </a:lnTo>
                  <a:lnTo>
                    <a:pt x="6144277" y="9822"/>
                  </a:lnTo>
                  <a:lnTo>
                    <a:pt x="6144371" y="9822"/>
                  </a:lnTo>
                  <a:lnTo>
                    <a:pt x="6144466" y="9822"/>
                  </a:lnTo>
                  <a:lnTo>
                    <a:pt x="6144560" y="9822"/>
                  </a:lnTo>
                  <a:lnTo>
                    <a:pt x="6144654" y="9822"/>
                  </a:lnTo>
                  <a:lnTo>
                    <a:pt x="6144748" y="9822"/>
                  </a:lnTo>
                  <a:lnTo>
                    <a:pt x="6144842" y="9822"/>
                  </a:lnTo>
                  <a:lnTo>
                    <a:pt x="6144936" y="9822"/>
                  </a:lnTo>
                  <a:lnTo>
                    <a:pt x="6145030" y="9822"/>
                  </a:lnTo>
                  <a:lnTo>
                    <a:pt x="6145125" y="9822"/>
                  </a:lnTo>
                  <a:lnTo>
                    <a:pt x="6145219" y="9822"/>
                  </a:lnTo>
                  <a:lnTo>
                    <a:pt x="6145313" y="9822"/>
                  </a:lnTo>
                  <a:lnTo>
                    <a:pt x="6145407" y="9822"/>
                  </a:lnTo>
                  <a:lnTo>
                    <a:pt x="6145501" y="9822"/>
                  </a:lnTo>
                  <a:lnTo>
                    <a:pt x="6145595" y="9822"/>
                  </a:lnTo>
                  <a:lnTo>
                    <a:pt x="6145689" y="9822"/>
                  </a:lnTo>
                  <a:lnTo>
                    <a:pt x="6145784" y="9822"/>
                  </a:lnTo>
                  <a:lnTo>
                    <a:pt x="6145878" y="9822"/>
                  </a:lnTo>
                  <a:lnTo>
                    <a:pt x="6145972" y="9822"/>
                  </a:lnTo>
                  <a:lnTo>
                    <a:pt x="6146066" y="9822"/>
                  </a:lnTo>
                  <a:lnTo>
                    <a:pt x="6146160" y="9822"/>
                  </a:lnTo>
                  <a:lnTo>
                    <a:pt x="6146254" y="9822"/>
                  </a:lnTo>
                  <a:lnTo>
                    <a:pt x="6146349" y="9822"/>
                  </a:lnTo>
                  <a:lnTo>
                    <a:pt x="6146443" y="9822"/>
                  </a:lnTo>
                  <a:lnTo>
                    <a:pt x="6146537" y="9822"/>
                  </a:lnTo>
                  <a:lnTo>
                    <a:pt x="6146631" y="9822"/>
                  </a:lnTo>
                  <a:lnTo>
                    <a:pt x="6146725" y="9822"/>
                  </a:lnTo>
                  <a:lnTo>
                    <a:pt x="6146819" y="9822"/>
                  </a:lnTo>
                  <a:lnTo>
                    <a:pt x="6146913" y="9822"/>
                  </a:lnTo>
                  <a:lnTo>
                    <a:pt x="6147008" y="9822"/>
                  </a:lnTo>
                  <a:lnTo>
                    <a:pt x="6147102" y="9822"/>
                  </a:lnTo>
                  <a:lnTo>
                    <a:pt x="6147196" y="9822"/>
                  </a:lnTo>
                  <a:lnTo>
                    <a:pt x="6147290" y="9822"/>
                  </a:lnTo>
                  <a:lnTo>
                    <a:pt x="6147384" y="9822"/>
                  </a:lnTo>
                  <a:lnTo>
                    <a:pt x="6147478" y="9822"/>
                  </a:lnTo>
                  <a:lnTo>
                    <a:pt x="6147573" y="9822"/>
                  </a:lnTo>
                  <a:lnTo>
                    <a:pt x="6147667" y="9822"/>
                  </a:lnTo>
                  <a:lnTo>
                    <a:pt x="6147761" y="9822"/>
                  </a:lnTo>
                  <a:lnTo>
                    <a:pt x="6147855" y="9822"/>
                  </a:lnTo>
                  <a:lnTo>
                    <a:pt x="6147949" y="9822"/>
                  </a:lnTo>
                  <a:lnTo>
                    <a:pt x="6148043" y="9822"/>
                  </a:lnTo>
                  <a:lnTo>
                    <a:pt x="6148137" y="9822"/>
                  </a:lnTo>
                  <a:lnTo>
                    <a:pt x="6148232" y="9822"/>
                  </a:lnTo>
                  <a:lnTo>
                    <a:pt x="6148326" y="9822"/>
                  </a:lnTo>
                  <a:lnTo>
                    <a:pt x="6148420" y="9822"/>
                  </a:lnTo>
                  <a:lnTo>
                    <a:pt x="6148514" y="9822"/>
                  </a:lnTo>
                  <a:lnTo>
                    <a:pt x="6148608" y="9822"/>
                  </a:lnTo>
                  <a:lnTo>
                    <a:pt x="6148702" y="9822"/>
                  </a:lnTo>
                  <a:lnTo>
                    <a:pt x="6148797" y="9822"/>
                  </a:lnTo>
                  <a:lnTo>
                    <a:pt x="6148891" y="9822"/>
                  </a:lnTo>
                  <a:lnTo>
                    <a:pt x="6148985" y="9822"/>
                  </a:lnTo>
                  <a:lnTo>
                    <a:pt x="6149079" y="9822"/>
                  </a:lnTo>
                  <a:lnTo>
                    <a:pt x="6149173" y="9822"/>
                  </a:lnTo>
                  <a:lnTo>
                    <a:pt x="6149267" y="9822"/>
                  </a:lnTo>
                  <a:lnTo>
                    <a:pt x="6149361" y="9822"/>
                  </a:lnTo>
                  <a:lnTo>
                    <a:pt x="6149456" y="9822"/>
                  </a:lnTo>
                  <a:lnTo>
                    <a:pt x="6149550" y="9822"/>
                  </a:lnTo>
                  <a:lnTo>
                    <a:pt x="6149644" y="9822"/>
                  </a:lnTo>
                  <a:lnTo>
                    <a:pt x="6149738" y="9822"/>
                  </a:lnTo>
                  <a:lnTo>
                    <a:pt x="6149832" y="9822"/>
                  </a:lnTo>
                  <a:lnTo>
                    <a:pt x="6149926" y="9822"/>
                  </a:lnTo>
                  <a:lnTo>
                    <a:pt x="6150020" y="9822"/>
                  </a:lnTo>
                  <a:lnTo>
                    <a:pt x="6150115" y="9822"/>
                  </a:lnTo>
                  <a:lnTo>
                    <a:pt x="6150209" y="9822"/>
                  </a:lnTo>
                  <a:lnTo>
                    <a:pt x="6150303" y="9822"/>
                  </a:lnTo>
                  <a:lnTo>
                    <a:pt x="6150397" y="9822"/>
                  </a:lnTo>
                  <a:lnTo>
                    <a:pt x="6150491" y="9822"/>
                  </a:lnTo>
                  <a:lnTo>
                    <a:pt x="6150585" y="9822"/>
                  </a:lnTo>
                  <a:lnTo>
                    <a:pt x="6150680" y="9822"/>
                  </a:lnTo>
                  <a:lnTo>
                    <a:pt x="6150774" y="9822"/>
                  </a:lnTo>
                  <a:lnTo>
                    <a:pt x="6150868" y="9822"/>
                  </a:lnTo>
                  <a:lnTo>
                    <a:pt x="6150962" y="9822"/>
                  </a:lnTo>
                  <a:lnTo>
                    <a:pt x="6151056" y="9822"/>
                  </a:lnTo>
                  <a:lnTo>
                    <a:pt x="6151150" y="9822"/>
                  </a:lnTo>
                  <a:lnTo>
                    <a:pt x="6151244" y="9822"/>
                  </a:lnTo>
                  <a:lnTo>
                    <a:pt x="6151339" y="9822"/>
                  </a:lnTo>
                  <a:lnTo>
                    <a:pt x="6151433" y="9822"/>
                  </a:lnTo>
                  <a:lnTo>
                    <a:pt x="6151527" y="9822"/>
                  </a:lnTo>
                  <a:lnTo>
                    <a:pt x="6151621" y="9822"/>
                  </a:lnTo>
                  <a:lnTo>
                    <a:pt x="6151715" y="9822"/>
                  </a:lnTo>
                  <a:lnTo>
                    <a:pt x="6151809" y="9822"/>
                  </a:lnTo>
                  <a:lnTo>
                    <a:pt x="6151904" y="9822"/>
                  </a:lnTo>
                  <a:lnTo>
                    <a:pt x="6151998" y="9822"/>
                  </a:lnTo>
                  <a:lnTo>
                    <a:pt x="6152092" y="9822"/>
                  </a:lnTo>
                  <a:lnTo>
                    <a:pt x="6152186" y="9822"/>
                  </a:lnTo>
                  <a:lnTo>
                    <a:pt x="6152280" y="9822"/>
                  </a:lnTo>
                  <a:lnTo>
                    <a:pt x="6152374" y="9822"/>
                  </a:lnTo>
                  <a:lnTo>
                    <a:pt x="6152468" y="9822"/>
                  </a:lnTo>
                  <a:lnTo>
                    <a:pt x="6152563" y="9822"/>
                  </a:lnTo>
                  <a:lnTo>
                    <a:pt x="6152657" y="9822"/>
                  </a:lnTo>
                  <a:lnTo>
                    <a:pt x="6152751" y="9822"/>
                  </a:lnTo>
                  <a:lnTo>
                    <a:pt x="6152845" y="9822"/>
                  </a:lnTo>
                  <a:lnTo>
                    <a:pt x="6152939" y="9822"/>
                  </a:lnTo>
                  <a:lnTo>
                    <a:pt x="6153033" y="9822"/>
                  </a:lnTo>
                  <a:lnTo>
                    <a:pt x="6153128" y="9822"/>
                  </a:lnTo>
                  <a:lnTo>
                    <a:pt x="6153222" y="9822"/>
                  </a:lnTo>
                  <a:lnTo>
                    <a:pt x="6153316" y="9822"/>
                  </a:lnTo>
                  <a:lnTo>
                    <a:pt x="6153410" y="9822"/>
                  </a:lnTo>
                  <a:lnTo>
                    <a:pt x="6153504" y="9822"/>
                  </a:lnTo>
                  <a:lnTo>
                    <a:pt x="6153598" y="9822"/>
                  </a:lnTo>
                  <a:lnTo>
                    <a:pt x="6153692" y="9822"/>
                  </a:lnTo>
                  <a:lnTo>
                    <a:pt x="6153787" y="9822"/>
                  </a:lnTo>
                  <a:lnTo>
                    <a:pt x="6153881" y="9822"/>
                  </a:lnTo>
                  <a:lnTo>
                    <a:pt x="6153975" y="9822"/>
                  </a:lnTo>
                  <a:lnTo>
                    <a:pt x="6154069" y="9822"/>
                  </a:lnTo>
                  <a:lnTo>
                    <a:pt x="6154163" y="9822"/>
                  </a:lnTo>
                  <a:lnTo>
                    <a:pt x="6154257" y="9822"/>
                  </a:lnTo>
                  <a:lnTo>
                    <a:pt x="6154351" y="9822"/>
                  </a:lnTo>
                  <a:lnTo>
                    <a:pt x="6154446" y="9822"/>
                  </a:lnTo>
                  <a:lnTo>
                    <a:pt x="6154540" y="9822"/>
                  </a:lnTo>
                  <a:lnTo>
                    <a:pt x="6154634" y="9822"/>
                  </a:lnTo>
                  <a:lnTo>
                    <a:pt x="6154728" y="9822"/>
                  </a:lnTo>
                  <a:lnTo>
                    <a:pt x="6154822" y="9822"/>
                  </a:lnTo>
                  <a:lnTo>
                    <a:pt x="6154916" y="9822"/>
                  </a:lnTo>
                  <a:lnTo>
                    <a:pt x="6155011" y="9822"/>
                  </a:lnTo>
                  <a:lnTo>
                    <a:pt x="6155105" y="9822"/>
                  </a:lnTo>
                  <a:lnTo>
                    <a:pt x="6155199" y="9822"/>
                  </a:lnTo>
                  <a:lnTo>
                    <a:pt x="6155293" y="9822"/>
                  </a:lnTo>
                  <a:lnTo>
                    <a:pt x="6155387" y="9822"/>
                  </a:lnTo>
                  <a:lnTo>
                    <a:pt x="6155481" y="9822"/>
                  </a:lnTo>
                  <a:lnTo>
                    <a:pt x="6155575" y="9822"/>
                  </a:lnTo>
                  <a:lnTo>
                    <a:pt x="6155670" y="9822"/>
                  </a:lnTo>
                  <a:lnTo>
                    <a:pt x="6155764" y="9822"/>
                  </a:lnTo>
                  <a:lnTo>
                    <a:pt x="6155858" y="9822"/>
                  </a:lnTo>
                  <a:lnTo>
                    <a:pt x="6155952" y="9822"/>
                  </a:lnTo>
                  <a:lnTo>
                    <a:pt x="6156046" y="9822"/>
                  </a:lnTo>
                  <a:lnTo>
                    <a:pt x="6156140" y="9822"/>
                  </a:lnTo>
                  <a:lnTo>
                    <a:pt x="6156235" y="9822"/>
                  </a:lnTo>
                  <a:lnTo>
                    <a:pt x="6156329" y="9822"/>
                  </a:lnTo>
                  <a:lnTo>
                    <a:pt x="6156423" y="9822"/>
                  </a:lnTo>
                  <a:lnTo>
                    <a:pt x="6156517" y="9822"/>
                  </a:lnTo>
                  <a:lnTo>
                    <a:pt x="6156611" y="9822"/>
                  </a:lnTo>
                  <a:lnTo>
                    <a:pt x="6156705" y="9822"/>
                  </a:lnTo>
                  <a:lnTo>
                    <a:pt x="6156799" y="9822"/>
                  </a:lnTo>
                  <a:lnTo>
                    <a:pt x="6156894" y="9822"/>
                  </a:lnTo>
                  <a:lnTo>
                    <a:pt x="6156988" y="9822"/>
                  </a:lnTo>
                  <a:lnTo>
                    <a:pt x="6157082" y="9822"/>
                  </a:lnTo>
                  <a:lnTo>
                    <a:pt x="6157176" y="9822"/>
                  </a:lnTo>
                  <a:lnTo>
                    <a:pt x="6157270" y="9822"/>
                  </a:lnTo>
                  <a:lnTo>
                    <a:pt x="6157364" y="9822"/>
                  </a:lnTo>
                  <a:lnTo>
                    <a:pt x="6157459" y="9822"/>
                  </a:lnTo>
                  <a:lnTo>
                    <a:pt x="6157553" y="9822"/>
                  </a:lnTo>
                  <a:lnTo>
                    <a:pt x="6157647" y="9822"/>
                  </a:lnTo>
                  <a:lnTo>
                    <a:pt x="6157741" y="9822"/>
                  </a:lnTo>
                  <a:lnTo>
                    <a:pt x="6157835" y="9822"/>
                  </a:lnTo>
                  <a:lnTo>
                    <a:pt x="6157929" y="9822"/>
                  </a:lnTo>
                  <a:lnTo>
                    <a:pt x="6158023" y="9822"/>
                  </a:lnTo>
                  <a:lnTo>
                    <a:pt x="6158118" y="9822"/>
                  </a:lnTo>
                  <a:lnTo>
                    <a:pt x="6158212" y="9822"/>
                  </a:lnTo>
                  <a:lnTo>
                    <a:pt x="6158306" y="9822"/>
                  </a:lnTo>
                  <a:lnTo>
                    <a:pt x="6158400" y="9822"/>
                  </a:lnTo>
                  <a:lnTo>
                    <a:pt x="6158494" y="9822"/>
                  </a:lnTo>
                  <a:lnTo>
                    <a:pt x="6158588" y="9822"/>
                  </a:lnTo>
                  <a:lnTo>
                    <a:pt x="6158682" y="9822"/>
                  </a:lnTo>
                  <a:lnTo>
                    <a:pt x="6158777" y="9822"/>
                  </a:lnTo>
                  <a:lnTo>
                    <a:pt x="6158871" y="9822"/>
                  </a:lnTo>
                  <a:lnTo>
                    <a:pt x="6158965" y="9822"/>
                  </a:lnTo>
                  <a:lnTo>
                    <a:pt x="6159059" y="9822"/>
                  </a:lnTo>
                  <a:lnTo>
                    <a:pt x="6159153" y="9822"/>
                  </a:lnTo>
                  <a:lnTo>
                    <a:pt x="6159247" y="9822"/>
                  </a:lnTo>
                  <a:lnTo>
                    <a:pt x="6159342" y="9822"/>
                  </a:lnTo>
                  <a:lnTo>
                    <a:pt x="6159436" y="9822"/>
                  </a:lnTo>
                  <a:lnTo>
                    <a:pt x="6159530" y="9822"/>
                  </a:lnTo>
                  <a:lnTo>
                    <a:pt x="6159624" y="9822"/>
                  </a:lnTo>
                  <a:lnTo>
                    <a:pt x="6159718" y="9822"/>
                  </a:lnTo>
                  <a:lnTo>
                    <a:pt x="6159812" y="9822"/>
                  </a:lnTo>
                  <a:lnTo>
                    <a:pt x="6159906" y="9822"/>
                  </a:lnTo>
                  <a:lnTo>
                    <a:pt x="6160001" y="9822"/>
                  </a:lnTo>
                  <a:lnTo>
                    <a:pt x="6160095" y="9822"/>
                  </a:lnTo>
                  <a:lnTo>
                    <a:pt x="6160189" y="9822"/>
                  </a:lnTo>
                  <a:lnTo>
                    <a:pt x="6160283" y="9822"/>
                  </a:lnTo>
                  <a:lnTo>
                    <a:pt x="6160377" y="9822"/>
                  </a:lnTo>
                  <a:lnTo>
                    <a:pt x="6160471" y="9822"/>
                  </a:lnTo>
                  <a:lnTo>
                    <a:pt x="6160566" y="9822"/>
                  </a:lnTo>
                  <a:lnTo>
                    <a:pt x="6160660" y="9822"/>
                  </a:lnTo>
                  <a:lnTo>
                    <a:pt x="6160754" y="9822"/>
                  </a:lnTo>
                  <a:lnTo>
                    <a:pt x="6160848" y="9822"/>
                  </a:lnTo>
                  <a:lnTo>
                    <a:pt x="6160942" y="9822"/>
                  </a:lnTo>
                  <a:lnTo>
                    <a:pt x="6161036" y="9822"/>
                  </a:lnTo>
                  <a:lnTo>
                    <a:pt x="6161130" y="9822"/>
                  </a:lnTo>
                  <a:lnTo>
                    <a:pt x="6161225" y="9822"/>
                  </a:lnTo>
                  <a:lnTo>
                    <a:pt x="6161319" y="9822"/>
                  </a:lnTo>
                  <a:lnTo>
                    <a:pt x="6161413" y="9822"/>
                  </a:lnTo>
                  <a:lnTo>
                    <a:pt x="6161507" y="9822"/>
                  </a:lnTo>
                  <a:lnTo>
                    <a:pt x="6161601" y="9822"/>
                  </a:lnTo>
                  <a:lnTo>
                    <a:pt x="6161695" y="9822"/>
                  </a:lnTo>
                  <a:lnTo>
                    <a:pt x="6161790" y="9822"/>
                  </a:lnTo>
                  <a:lnTo>
                    <a:pt x="6161884" y="9822"/>
                  </a:lnTo>
                  <a:lnTo>
                    <a:pt x="6161978" y="9822"/>
                  </a:lnTo>
                  <a:lnTo>
                    <a:pt x="6162072" y="9822"/>
                  </a:lnTo>
                  <a:lnTo>
                    <a:pt x="6162166" y="9822"/>
                  </a:lnTo>
                  <a:lnTo>
                    <a:pt x="6162260" y="9822"/>
                  </a:lnTo>
                  <a:lnTo>
                    <a:pt x="6162354" y="9822"/>
                  </a:lnTo>
                  <a:lnTo>
                    <a:pt x="6162449" y="9822"/>
                  </a:lnTo>
                  <a:lnTo>
                    <a:pt x="6162543" y="9822"/>
                  </a:lnTo>
                  <a:lnTo>
                    <a:pt x="6162637" y="9822"/>
                  </a:lnTo>
                  <a:lnTo>
                    <a:pt x="6162731" y="9822"/>
                  </a:lnTo>
                  <a:lnTo>
                    <a:pt x="6162825" y="9822"/>
                  </a:lnTo>
                  <a:lnTo>
                    <a:pt x="6162919" y="9822"/>
                  </a:lnTo>
                  <a:lnTo>
                    <a:pt x="6163013" y="9822"/>
                  </a:lnTo>
                  <a:lnTo>
                    <a:pt x="6163108" y="9822"/>
                  </a:lnTo>
                  <a:lnTo>
                    <a:pt x="6163202" y="9822"/>
                  </a:lnTo>
                  <a:lnTo>
                    <a:pt x="6163296" y="9822"/>
                  </a:lnTo>
                  <a:lnTo>
                    <a:pt x="6163390" y="9822"/>
                  </a:lnTo>
                  <a:lnTo>
                    <a:pt x="6163484" y="9822"/>
                  </a:lnTo>
                  <a:lnTo>
                    <a:pt x="6163578" y="9822"/>
                  </a:lnTo>
                  <a:lnTo>
                    <a:pt x="6163673" y="9822"/>
                  </a:lnTo>
                  <a:lnTo>
                    <a:pt x="6163767" y="9822"/>
                  </a:lnTo>
                  <a:lnTo>
                    <a:pt x="6163861" y="9822"/>
                  </a:lnTo>
                  <a:lnTo>
                    <a:pt x="6163955" y="9822"/>
                  </a:lnTo>
                  <a:lnTo>
                    <a:pt x="6164049" y="9822"/>
                  </a:lnTo>
                  <a:lnTo>
                    <a:pt x="6164143" y="9822"/>
                  </a:lnTo>
                  <a:lnTo>
                    <a:pt x="6164237" y="9822"/>
                  </a:lnTo>
                  <a:lnTo>
                    <a:pt x="6164332" y="9822"/>
                  </a:lnTo>
                  <a:lnTo>
                    <a:pt x="6164426" y="9822"/>
                  </a:lnTo>
                  <a:lnTo>
                    <a:pt x="6164520" y="9822"/>
                  </a:lnTo>
                  <a:lnTo>
                    <a:pt x="6164614" y="9822"/>
                  </a:lnTo>
                  <a:lnTo>
                    <a:pt x="6164708" y="9822"/>
                  </a:lnTo>
                  <a:lnTo>
                    <a:pt x="6164802" y="9822"/>
                  </a:lnTo>
                  <a:lnTo>
                    <a:pt x="6164897" y="9822"/>
                  </a:lnTo>
                  <a:lnTo>
                    <a:pt x="6164991" y="9822"/>
                  </a:lnTo>
                  <a:lnTo>
                    <a:pt x="6165085" y="9822"/>
                  </a:lnTo>
                  <a:lnTo>
                    <a:pt x="6165179" y="9822"/>
                  </a:lnTo>
                  <a:lnTo>
                    <a:pt x="6165273" y="9822"/>
                  </a:lnTo>
                  <a:lnTo>
                    <a:pt x="6165367" y="9822"/>
                  </a:lnTo>
                  <a:lnTo>
                    <a:pt x="6165461" y="9822"/>
                  </a:lnTo>
                  <a:lnTo>
                    <a:pt x="6165556" y="9822"/>
                  </a:lnTo>
                  <a:lnTo>
                    <a:pt x="6165650" y="9822"/>
                  </a:lnTo>
                  <a:lnTo>
                    <a:pt x="6165744" y="9822"/>
                  </a:lnTo>
                  <a:lnTo>
                    <a:pt x="6165838" y="9822"/>
                  </a:lnTo>
                  <a:lnTo>
                    <a:pt x="6165932" y="9822"/>
                  </a:lnTo>
                  <a:lnTo>
                    <a:pt x="6166026" y="9822"/>
                  </a:lnTo>
                  <a:lnTo>
                    <a:pt x="6166121" y="9822"/>
                  </a:lnTo>
                  <a:lnTo>
                    <a:pt x="6166215" y="9822"/>
                  </a:lnTo>
                  <a:lnTo>
                    <a:pt x="6166309" y="9822"/>
                  </a:lnTo>
                  <a:lnTo>
                    <a:pt x="6166403" y="9822"/>
                  </a:lnTo>
                  <a:lnTo>
                    <a:pt x="6166497" y="9822"/>
                  </a:lnTo>
                  <a:lnTo>
                    <a:pt x="6166591" y="9822"/>
                  </a:lnTo>
                  <a:lnTo>
                    <a:pt x="6166685" y="9822"/>
                  </a:lnTo>
                  <a:lnTo>
                    <a:pt x="6166780" y="9822"/>
                  </a:lnTo>
                  <a:lnTo>
                    <a:pt x="6166874" y="9822"/>
                  </a:lnTo>
                  <a:lnTo>
                    <a:pt x="6166968" y="9822"/>
                  </a:lnTo>
                  <a:lnTo>
                    <a:pt x="6167062" y="9822"/>
                  </a:lnTo>
                  <a:lnTo>
                    <a:pt x="6167156" y="9822"/>
                  </a:lnTo>
                  <a:lnTo>
                    <a:pt x="6167250" y="9822"/>
                  </a:lnTo>
                  <a:lnTo>
                    <a:pt x="6167344" y="9822"/>
                  </a:lnTo>
                  <a:lnTo>
                    <a:pt x="6167439" y="9822"/>
                  </a:lnTo>
                  <a:lnTo>
                    <a:pt x="6167533" y="9822"/>
                  </a:lnTo>
                  <a:lnTo>
                    <a:pt x="6167627" y="9822"/>
                  </a:lnTo>
                  <a:lnTo>
                    <a:pt x="6167721" y="9822"/>
                  </a:lnTo>
                  <a:lnTo>
                    <a:pt x="6167815" y="9822"/>
                  </a:lnTo>
                  <a:lnTo>
                    <a:pt x="6167909" y="9822"/>
                  </a:lnTo>
                  <a:lnTo>
                    <a:pt x="6168004" y="9822"/>
                  </a:lnTo>
                  <a:lnTo>
                    <a:pt x="6168098" y="9822"/>
                  </a:lnTo>
                  <a:lnTo>
                    <a:pt x="6168192" y="9822"/>
                  </a:lnTo>
                  <a:lnTo>
                    <a:pt x="6168286" y="9822"/>
                  </a:lnTo>
                  <a:lnTo>
                    <a:pt x="6168380" y="9822"/>
                  </a:lnTo>
                  <a:lnTo>
                    <a:pt x="6168474" y="9822"/>
                  </a:lnTo>
                  <a:lnTo>
                    <a:pt x="6168568" y="9822"/>
                  </a:lnTo>
                  <a:lnTo>
                    <a:pt x="6168663" y="9822"/>
                  </a:lnTo>
                  <a:lnTo>
                    <a:pt x="6168757" y="9822"/>
                  </a:lnTo>
                  <a:lnTo>
                    <a:pt x="6168851" y="9822"/>
                  </a:lnTo>
                  <a:lnTo>
                    <a:pt x="6168945" y="9822"/>
                  </a:lnTo>
                  <a:lnTo>
                    <a:pt x="6169039" y="9822"/>
                  </a:lnTo>
                  <a:lnTo>
                    <a:pt x="6169133" y="9822"/>
                  </a:lnTo>
                  <a:lnTo>
                    <a:pt x="6169228" y="9822"/>
                  </a:lnTo>
                  <a:lnTo>
                    <a:pt x="6169322" y="9822"/>
                  </a:lnTo>
                  <a:lnTo>
                    <a:pt x="6169416" y="9822"/>
                  </a:lnTo>
                  <a:lnTo>
                    <a:pt x="6169510" y="9822"/>
                  </a:lnTo>
                  <a:lnTo>
                    <a:pt x="6169604" y="9822"/>
                  </a:lnTo>
                  <a:lnTo>
                    <a:pt x="6169698" y="9822"/>
                  </a:lnTo>
                  <a:lnTo>
                    <a:pt x="6169792" y="9822"/>
                  </a:lnTo>
                  <a:lnTo>
                    <a:pt x="6169887" y="9822"/>
                  </a:lnTo>
                  <a:lnTo>
                    <a:pt x="6169981" y="9822"/>
                  </a:lnTo>
                  <a:lnTo>
                    <a:pt x="6170075" y="9822"/>
                  </a:lnTo>
                  <a:lnTo>
                    <a:pt x="6170169" y="9822"/>
                  </a:lnTo>
                  <a:lnTo>
                    <a:pt x="6170263" y="9822"/>
                  </a:lnTo>
                  <a:lnTo>
                    <a:pt x="6170357" y="9822"/>
                  </a:lnTo>
                  <a:lnTo>
                    <a:pt x="6170452" y="9822"/>
                  </a:lnTo>
                  <a:lnTo>
                    <a:pt x="6170546" y="9822"/>
                  </a:lnTo>
                  <a:lnTo>
                    <a:pt x="6170640" y="9822"/>
                  </a:lnTo>
                  <a:lnTo>
                    <a:pt x="6170734" y="9822"/>
                  </a:lnTo>
                  <a:lnTo>
                    <a:pt x="6170828" y="9822"/>
                  </a:lnTo>
                  <a:lnTo>
                    <a:pt x="6170922" y="9822"/>
                  </a:lnTo>
                  <a:lnTo>
                    <a:pt x="6171016" y="9822"/>
                  </a:lnTo>
                  <a:lnTo>
                    <a:pt x="6171111" y="9822"/>
                  </a:lnTo>
                  <a:lnTo>
                    <a:pt x="6171205" y="9822"/>
                  </a:lnTo>
                  <a:lnTo>
                    <a:pt x="6171299" y="9822"/>
                  </a:lnTo>
                  <a:lnTo>
                    <a:pt x="6171393" y="9822"/>
                  </a:lnTo>
                  <a:lnTo>
                    <a:pt x="6171487" y="9822"/>
                  </a:lnTo>
                  <a:lnTo>
                    <a:pt x="6171581" y="9822"/>
                  </a:lnTo>
                  <a:lnTo>
                    <a:pt x="6171675" y="9822"/>
                  </a:lnTo>
                  <a:lnTo>
                    <a:pt x="6171770" y="9822"/>
                  </a:lnTo>
                  <a:lnTo>
                    <a:pt x="6171864" y="9822"/>
                  </a:lnTo>
                  <a:lnTo>
                    <a:pt x="6171958" y="9822"/>
                  </a:lnTo>
                  <a:lnTo>
                    <a:pt x="6172052" y="9822"/>
                  </a:lnTo>
                  <a:lnTo>
                    <a:pt x="6172146" y="9822"/>
                  </a:lnTo>
                  <a:lnTo>
                    <a:pt x="6172240" y="9822"/>
                  </a:lnTo>
                  <a:lnTo>
                    <a:pt x="6172335" y="9822"/>
                  </a:lnTo>
                  <a:lnTo>
                    <a:pt x="6172429" y="9822"/>
                  </a:lnTo>
                  <a:lnTo>
                    <a:pt x="6172523" y="9822"/>
                  </a:lnTo>
                  <a:lnTo>
                    <a:pt x="6172617" y="9822"/>
                  </a:lnTo>
                  <a:lnTo>
                    <a:pt x="6172711" y="9822"/>
                  </a:lnTo>
                  <a:lnTo>
                    <a:pt x="6172805" y="9822"/>
                  </a:lnTo>
                  <a:lnTo>
                    <a:pt x="6172899" y="9822"/>
                  </a:lnTo>
                  <a:lnTo>
                    <a:pt x="6172994" y="9822"/>
                  </a:lnTo>
                  <a:lnTo>
                    <a:pt x="6173088" y="9822"/>
                  </a:lnTo>
                  <a:lnTo>
                    <a:pt x="6173182" y="9822"/>
                  </a:lnTo>
                  <a:lnTo>
                    <a:pt x="6173276" y="9822"/>
                  </a:lnTo>
                  <a:lnTo>
                    <a:pt x="6173370" y="9822"/>
                  </a:lnTo>
                  <a:lnTo>
                    <a:pt x="6173464" y="9822"/>
                  </a:lnTo>
                  <a:lnTo>
                    <a:pt x="6173559" y="9822"/>
                  </a:lnTo>
                  <a:lnTo>
                    <a:pt x="6173653" y="9822"/>
                  </a:lnTo>
                  <a:lnTo>
                    <a:pt x="6173747" y="9822"/>
                  </a:lnTo>
                  <a:lnTo>
                    <a:pt x="6173841" y="9822"/>
                  </a:lnTo>
                  <a:lnTo>
                    <a:pt x="6173935" y="9822"/>
                  </a:lnTo>
                  <a:lnTo>
                    <a:pt x="6174029" y="9822"/>
                  </a:lnTo>
                  <a:lnTo>
                    <a:pt x="6174123" y="9822"/>
                  </a:lnTo>
                  <a:lnTo>
                    <a:pt x="6174218" y="9822"/>
                  </a:lnTo>
                  <a:lnTo>
                    <a:pt x="6174312" y="9822"/>
                  </a:lnTo>
                  <a:lnTo>
                    <a:pt x="6174406" y="9822"/>
                  </a:lnTo>
                  <a:lnTo>
                    <a:pt x="6174500" y="9822"/>
                  </a:lnTo>
                  <a:lnTo>
                    <a:pt x="6174594" y="9822"/>
                  </a:lnTo>
                  <a:lnTo>
                    <a:pt x="6174688" y="9822"/>
                  </a:lnTo>
                  <a:lnTo>
                    <a:pt x="6174783" y="9822"/>
                  </a:lnTo>
                  <a:lnTo>
                    <a:pt x="6174877" y="9822"/>
                  </a:lnTo>
                  <a:lnTo>
                    <a:pt x="6174971" y="9822"/>
                  </a:lnTo>
                  <a:lnTo>
                    <a:pt x="6175065" y="9822"/>
                  </a:lnTo>
                  <a:lnTo>
                    <a:pt x="6175159" y="9822"/>
                  </a:lnTo>
                  <a:lnTo>
                    <a:pt x="6175253" y="9822"/>
                  </a:lnTo>
                  <a:lnTo>
                    <a:pt x="6175347" y="9822"/>
                  </a:lnTo>
                  <a:lnTo>
                    <a:pt x="6175442" y="9822"/>
                  </a:lnTo>
                  <a:lnTo>
                    <a:pt x="6175536" y="9822"/>
                  </a:lnTo>
                  <a:lnTo>
                    <a:pt x="6175630" y="9822"/>
                  </a:lnTo>
                  <a:lnTo>
                    <a:pt x="6175724" y="9822"/>
                  </a:lnTo>
                  <a:lnTo>
                    <a:pt x="6175818" y="9822"/>
                  </a:lnTo>
                  <a:lnTo>
                    <a:pt x="6175912" y="9822"/>
                  </a:lnTo>
                  <a:lnTo>
                    <a:pt x="6176006" y="9822"/>
                  </a:lnTo>
                  <a:lnTo>
                    <a:pt x="6176101" y="9822"/>
                  </a:lnTo>
                  <a:lnTo>
                    <a:pt x="6176195" y="9822"/>
                  </a:lnTo>
                  <a:lnTo>
                    <a:pt x="6176289" y="9822"/>
                  </a:lnTo>
                  <a:lnTo>
                    <a:pt x="6176383" y="9822"/>
                  </a:lnTo>
                  <a:lnTo>
                    <a:pt x="6176477" y="9822"/>
                  </a:lnTo>
                  <a:lnTo>
                    <a:pt x="6176571" y="9822"/>
                  </a:lnTo>
                  <a:lnTo>
                    <a:pt x="6176666" y="9822"/>
                  </a:lnTo>
                  <a:lnTo>
                    <a:pt x="6176760" y="9822"/>
                  </a:lnTo>
                  <a:lnTo>
                    <a:pt x="6176854" y="9822"/>
                  </a:lnTo>
                  <a:lnTo>
                    <a:pt x="6176948" y="9822"/>
                  </a:lnTo>
                  <a:lnTo>
                    <a:pt x="6177042" y="9822"/>
                  </a:lnTo>
                  <a:lnTo>
                    <a:pt x="6177136" y="9822"/>
                  </a:lnTo>
                  <a:lnTo>
                    <a:pt x="6177230" y="9822"/>
                  </a:lnTo>
                  <a:lnTo>
                    <a:pt x="6177325" y="9822"/>
                  </a:lnTo>
                  <a:lnTo>
                    <a:pt x="6177419" y="9822"/>
                  </a:lnTo>
                  <a:lnTo>
                    <a:pt x="6177513" y="9822"/>
                  </a:lnTo>
                  <a:lnTo>
                    <a:pt x="6177607" y="9822"/>
                  </a:lnTo>
                  <a:lnTo>
                    <a:pt x="6177701" y="9822"/>
                  </a:lnTo>
                  <a:lnTo>
                    <a:pt x="6177795" y="9822"/>
                  </a:lnTo>
                  <a:lnTo>
                    <a:pt x="6177890" y="9822"/>
                  </a:lnTo>
                  <a:lnTo>
                    <a:pt x="6177984" y="9822"/>
                  </a:lnTo>
                  <a:lnTo>
                    <a:pt x="6178078" y="9822"/>
                  </a:lnTo>
                  <a:lnTo>
                    <a:pt x="6178172" y="9822"/>
                  </a:lnTo>
                  <a:lnTo>
                    <a:pt x="6178266" y="9822"/>
                  </a:lnTo>
                  <a:lnTo>
                    <a:pt x="6178360" y="9822"/>
                  </a:lnTo>
                  <a:lnTo>
                    <a:pt x="6178454" y="9822"/>
                  </a:lnTo>
                  <a:lnTo>
                    <a:pt x="6178549" y="9822"/>
                  </a:lnTo>
                  <a:lnTo>
                    <a:pt x="6178643" y="9822"/>
                  </a:lnTo>
                  <a:lnTo>
                    <a:pt x="6178737" y="9822"/>
                  </a:lnTo>
                  <a:lnTo>
                    <a:pt x="6178831" y="9822"/>
                  </a:lnTo>
                  <a:lnTo>
                    <a:pt x="6178925" y="9822"/>
                  </a:lnTo>
                  <a:lnTo>
                    <a:pt x="6179019" y="9822"/>
                  </a:lnTo>
                  <a:lnTo>
                    <a:pt x="6179114" y="9822"/>
                  </a:lnTo>
                  <a:lnTo>
                    <a:pt x="6179208" y="9822"/>
                  </a:lnTo>
                  <a:lnTo>
                    <a:pt x="6179302" y="9822"/>
                  </a:lnTo>
                  <a:lnTo>
                    <a:pt x="6179396" y="9822"/>
                  </a:lnTo>
                  <a:lnTo>
                    <a:pt x="6179490" y="9822"/>
                  </a:lnTo>
                  <a:lnTo>
                    <a:pt x="6179584" y="9822"/>
                  </a:lnTo>
                  <a:lnTo>
                    <a:pt x="6179678" y="9822"/>
                  </a:lnTo>
                  <a:lnTo>
                    <a:pt x="6179773" y="9822"/>
                  </a:lnTo>
                  <a:lnTo>
                    <a:pt x="6179867" y="9822"/>
                  </a:lnTo>
                  <a:lnTo>
                    <a:pt x="6179961" y="9822"/>
                  </a:lnTo>
                  <a:lnTo>
                    <a:pt x="6180055" y="9822"/>
                  </a:lnTo>
                  <a:lnTo>
                    <a:pt x="6180149" y="9822"/>
                  </a:lnTo>
                  <a:lnTo>
                    <a:pt x="6180243" y="9822"/>
                  </a:lnTo>
                  <a:lnTo>
                    <a:pt x="6180337" y="9822"/>
                  </a:lnTo>
                  <a:lnTo>
                    <a:pt x="6180432" y="9822"/>
                  </a:lnTo>
                  <a:lnTo>
                    <a:pt x="6180526" y="9822"/>
                  </a:lnTo>
                  <a:lnTo>
                    <a:pt x="6180620" y="9822"/>
                  </a:lnTo>
                  <a:lnTo>
                    <a:pt x="6180714" y="9822"/>
                  </a:lnTo>
                  <a:lnTo>
                    <a:pt x="6180808" y="9822"/>
                  </a:lnTo>
                  <a:lnTo>
                    <a:pt x="6180902" y="9822"/>
                  </a:lnTo>
                  <a:lnTo>
                    <a:pt x="6180997" y="9822"/>
                  </a:lnTo>
                  <a:lnTo>
                    <a:pt x="6181091" y="9822"/>
                  </a:lnTo>
                  <a:lnTo>
                    <a:pt x="6181185" y="9822"/>
                  </a:lnTo>
                  <a:lnTo>
                    <a:pt x="6181279" y="9822"/>
                  </a:lnTo>
                  <a:lnTo>
                    <a:pt x="6181373" y="9822"/>
                  </a:lnTo>
                  <a:lnTo>
                    <a:pt x="6181467" y="9822"/>
                  </a:lnTo>
                  <a:lnTo>
                    <a:pt x="6181561" y="9822"/>
                  </a:lnTo>
                  <a:lnTo>
                    <a:pt x="6181656" y="9822"/>
                  </a:lnTo>
                  <a:lnTo>
                    <a:pt x="6181750" y="9822"/>
                  </a:lnTo>
                  <a:lnTo>
                    <a:pt x="6181844" y="9822"/>
                  </a:lnTo>
                  <a:lnTo>
                    <a:pt x="6181938" y="9822"/>
                  </a:lnTo>
                  <a:lnTo>
                    <a:pt x="6182032" y="9822"/>
                  </a:lnTo>
                  <a:lnTo>
                    <a:pt x="6182126" y="9822"/>
                  </a:lnTo>
                  <a:lnTo>
                    <a:pt x="6182221" y="9822"/>
                  </a:lnTo>
                  <a:lnTo>
                    <a:pt x="6182315" y="9822"/>
                  </a:lnTo>
                  <a:lnTo>
                    <a:pt x="6182409" y="9822"/>
                  </a:lnTo>
                  <a:lnTo>
                    <a:pt x="6182503" y="9822"/>
                  </a:lnTo>
                  <a:lnTo>
                    <a:pt x="6182597" y="9822"/>
                  </a:lnTo>
                  <a:lnTo>
                    <a:pt x="6182691" y="9822"/>
                  </a:lnTo>
                  <a:lnTo>
                    <a:pt x="6182785" y="9822"/>
                  </a:lnTo>
                  <a:lnTo>
                    <a:pt x="6182880" y="9822"/>
                  </a:lnTo>
                  <a:lnTo>
                    <a:pt x="6182974" y="9822"/>
                  </a:lnTo>
                  <a:lnTo>
                    <a:pt x="6183068" y="9822"/>
                  </a:lnTo>
                  <a:lnTo>
                    <a:pt x="6183162" y="9822"/>
                  </a:lnTo>
                  <a:lnTo>
                    <a:pt x="6183256" y="9822"/>
                  </a:lnTo>
                  <a:lnTo>
                    <a:pt x="6183350" y="9822"/>
                  </a:lnTo>
                  <a:lnTo>
                    <a:pt x="6183445" y="9822"/>
                  </a:lnTo>
                  <a:lnTo>
                    <a:pt x="6183539" y="9822"/>
                  </a:lnTo>
                  <a:lnTo>
                    <a:pt x="6183633" y="9822"/>
                  </a:lnTo>
                  <a:lnTo>
                    <a:pt x="6183727" y="9822"/>
                  </a:lnTo>
                  <a:lnTo>
                    <a:pt x="6183821" y="9822"/>
                  </a:lnTo>
                  <a:lnTo>
                    <a:pt x="6183915" y="9822"/>
                  </a:lnTo>
                  <a:lnTo>
                    <a:pt x="6184009" y="9822"/>
                  </a:lnTo>
                  <a:lnTo>
                    <a:pt x="6184104" y="9822"/>
                  </a:lnTo>
                  <a:lnTo>
                    <a:pt x="6184198" y="9822"/>
                  </a:lnTo>
                  <a:lnTo>
                    <a:pt x="6184292" y="9822"/>
                  </a:lnTo>
                  <a:lnTo>
                    <a:pt x="6184386" y="9822"/>
                  </a:lnTo>
                  <a:lnTo>
                    <a:pt x="6184480" y="9822"/>
                  </a:lnTo>
                  <a:lnTo>
                    <a:pt x="6184574" y="9822"/>
                  </a:lnTo>
                  <a:lnTo>
                    <a:pt x="6184668" y="9822"/>
                  </a:lnTo>
                  <a:lnTo>
                    <a:pt x="6184763" y="9822"/>
                  </a:lnTo>
                  <a:lnTo>
                    <a:pt x="6184857" y="9822"/>
                  </a:lnTo>
                  <a:lnTo>
                    <a:pt x="6184951" y="9822"/>
                  </a:lnTo>
                  <a:lnTo>
                    <a:pt x="6185045" y="9822"/>
                  </a:lnTo>
                  <a:lnTo>
                    <a:pt x="6185139" y="9822"/>
                  </a:lnTo>
                  <a:lnTo>
                    <a:pt x="6185233" y="9822"/>
                  </a:lnTo>
                  <a:lnTo>
                    <a:pt x="6185328" y="9822"/>
                  </a:lnTo>
                  <a:lnTo>
                    <a:pt x="6185422" y="9822"/>
                  </a:lnTo>
                  <a:lnTo>
                    <a:pt x="6185516" y="9822"/>
                  </a:lnTo>
                  <a:lnTo>
                    <a:pt x="6185610" y="9822"/>
                  </a:lnTo>
                  <a:lnTo>
                    <a:pt x="6185704" y="9822"/>
                  </a:lnTo>
                  <a:lnTo>
                    <a:pt x="6185798" y="9822"/>
                  </a:lnTo>
                  <a:lnTo>
                    <a:pt x="6185892" y="9822"/>
                  </a:lnTo>
                  <a:lnTo>
                    <a:pt x="6185987" y="9822"/>
                  </a:lnTo>
                  <a:lnTo>
                    <a:pt x="6186081" y="9822"/>
                  </a:lnTo>
                  <a:lnTo>
                    <a:pt x="6186175" y="9822"/>
                  </a:lnTo>
                  <a:lnTo>
                    <a:pt x="6186269" y="9822"/>
                  </a:lnTo>
                  <a:lnTo>
                    <a:pt x="6186363" y="9822"/>
                  </a:lnTo>
                  <a:lnTo>
                    <a:pt x="6186457" y="9822"/>
                  </a:lnTo>
                  <a:lnTo>
                    <a:pt x="6186552" y="9822"/>
                  </a:lnTo>
                  <a:lnTo>
                    <a:pt x="6186646" y="9822"/>
                  </a:lnTo>
                  <a:lnTo>
                    <a:pt x="6186740" y="9822"/>
                  </a:lnTo>
                  <a:lnTo>
                    <a:pt x="6186834" y="9822"/>
                  </a:lnTo>
                  <a:lnTo>
                    <a:pt x="6186928" y="9822"/>
                  </a:lnTo>
                  <a:lnTo>
                    <a:pt x="6187022" y="9822"/>
                  </a:lnTo>
                  <a:lnTo>
                    <a:pt x="6187116" y="9822"/>
                  </a:lnTo>
                  <a:lnTo>
                    <a:pt x="6187211" y="9822"/>
                  </a:lnTo>
                  <a:lnTo>
                    <a:pt x="6187305" y="9822"/>
                  </a:lnTo>
                  <a:lnTo>
                    <a:pt x="6187399" y="9822"/>
                  </a:lnTo>
                  <a:lnTo>
                    <a:pt x="6187493" y="9822"/>
                  </a:lnTo>
                  <a:lnTo>
                    <a:pt x="6187587" y="9822"/>
                  </a:lnTo>
                  <a:lnTo>
                    <a:pt x="6187681" y="9822"/>
                  </a:lnTo>
                  <a:lnTo>
                    <a:pt x="6187776" y="9822"/>
                  </a:lnTo>
                  <a:lnTo>
                    <a:pt x="6187870" y="9822"/>
                  </a:lnTo>
                  <a:lnTo>
                    <a:pt x="6187964" y="9822"/>
                  </a:lnTo>
                  <a:lnTo>
                    <a:pt x="6188058" y="9822"/>
                  </a:lnTo>
                  <a:lnTo>
                    <a:pt x="6188152" y="9822"/>
                  </a:lnTo>
                  <a:lnTo>
                    <a:pt x="6188246" y="9822"/>
                  </a:lnTo>
                  <a:lnTo>
                    <a:pt x="6188340" y="9822"/>
                  </a:lnTo>
                  <a:lnTo>
                    <a:pt x="6188435" y="9822"/>
                  </a:lnTo>
                  <a:lnTo>
                    <a:pt x="6188529" y="9822"/>
                  </a:lnTo>
                  <a:lnTo>
                    <a:pt x="6188623" y="9822"/>
                  </a:lnTo>
                  <a:lnTo>
                    <a:pt x="6188717" y="9822"/>
                  </a:lnTo>
                  <a:lnTo>
                    <a:pt x="6188811" y="9822"/>
                  </a:lnTo>
                  <a:lnTo>
                    <a:pt x="6188905" y="9822"/>
                  </a:lnTo>
                  <a:lnTo>
                    <a:pt x="6188999" y="9822"/>
                  </a:lnTo>
                  <a:lnTo>
                    <a:pt x="6189094" y="9822"/>
                  </a:lnTo>
                  <a:lnTo>
                    <a:pt x="6189188" y="9822"/>
                  </a:lnTo>
                  <a:lnTo>
                    <a:pt x="6189282" y="9822"/>
                  </a:lnTo>
                  <a:lnTo>
                    <a:pt x="6189376" y="9822"/>
                  </a:lnTo>
                  <a:lnTo>
                    <a:pt x="6189470" y="9822"/>
                  </a:lnTo>
                  <a:lnTo>
                    <a:pt x="6189564" y="9822"/>
                  </a:lnTo>
                  <a:lnTo>
                    <a:pt x="6189659" y="9822"/>
                  </a:lnTo>
                  <a:lnTo>
                    <a:pt x="6189753" y="9822"/>
                  </a:lnTo>
                  <a:lnTo>
                    <a:pt x="6189847" y="9822"/>
                  </a:lnTo>
                  <a:lnTo>
                    <a:pt x="6189941" y="9822"/>
                  </a:lnTo>
                  <a:lnTo>
                    <a:pt x="6190035" y="9822"/>
                  </a:lnTo>
                  <a:lnTo>
                    <a:pt x="6190129" y="9822"/>
                  </a:lnTo>
                  <a:lnTo>
                    <a:pt x="6190223" y="9822"/>
                  </a:lnTo>
                  <a:lnTo>
                    <a:pt x="6190318" y="9822"/>
                  </a:lnTo>
                  <a:lnTo>
                    <a:pt x="6190412" y="9822"/>
                  </a:lnTo>
                  <a:lnTo>
                    <a:pt x="6190506" y="9822"/>
                  </a:lnTo>
                  <a:lnTo>
                    <a:pt x="6190600" y="9822"/>
                  </a:lnTo>
                  <a:lnTo>
                    <a:pt x="6190694" y="9822"/>
                  </a:lnTo>
                  <a:lnTo>
                    <a:pt x="6190788" y="9822"/>
                  </a:lnTo>
                  <a:lnTo>
                    <a:pt x="6190883" y="9822"/>
                  </a:lnTo>
                  <a:lnTo>
                    <a:pt x="6190977" y="9822"/>
                  </a:lnTo>
                  <a:lnTo>
                    <a:pt x="6191071" y="9822"/>
                  </a:lnTo>
                  <a:lnTo>
                    <a:pt x="6191165" y="9822"/>
                  </a:lnTo>
                  <a:lnTo>
                    <a:pt x="6191259" y="9822"/>
                  </a:lnTo>
                  <a:lnTo>
                    <a:pt x="6191353" y="9822"/>
                  </a:lnTo>
                  <a:lnTo>
                    <a:pt x="6191447" y="9822"/>
                  </a:lnTo>
                  <a:lnTo>
                    <a:pt x="6191542" y="9822"/>
                  </a:lnTo>
                  <a:lnTo>
                    <a:pt x="6191636" y="9822"/>
                  </a:lnTo>
                  <a:lnTo>
                    <a:pt x="6191730" y="9822"/>
                  </a:lnTo>
                  <a:lnTo>
                    <a:pt x="6191824" y="9822"/>
                  </a:lnTo>
                  <a:lnTo>
                    <a:pt x="6191918" y="9822"/>
                  </a:lnTo>
                  <a:lnTo>
                    <a:pt x="6192012" y="9822"/>
                  </a:lnTo>
                  <a:lnTo>
                    <a:pt x="6192107" y="9822"/>
                  </a:lnTo>
                  <a:lnTo>
                    <a:pt x="6192201" y="9822"/>
                  </a:lnTo>
                  <a:lnTo>
                    <a:pt x="6192295" y="9822"/>
                  </a:lnTo>
                  <a:lnTo>
                    <a:pt x="6192389" y="9822"/>
                  </a:lnTo>
                  <a:lnTo>
                    <a:pt x="6192483" y="9822"/>
                  </a:lnTo>
                  <a:lnTo>
                    <a:pt x="6192577" y="9822"/>
                  </a:lnTo>
                  <a:lnTo>
                    <a:pt x="6192671" y="9822"/>
                  </a:lnTo>
                  <a:lnTo>
                    <a:pt x="6192766" y="9822"/>
                  </a:lnTo>
                  <a:lnTo>
                    <a:pt x="6192860" y="9822"/>
                  </a:lnTo>
                  <a:lnTo>
                    <a:pt x="6192954" y="9822"/>
                  </a:lnTo>
                  <a:lnTo>
                    <a:pt x="6193048" y="9822"/>
                  </a:lnTo>
                  <a:lnTo>
                    <a:pt x="6193142" y="9822"/>
                  </a:lnTo>
                  <a:lnTo>
                    <a:pt x="6193236" y="9822"/>
                  </a:lnTo>
                  <a:lnTo>
                    <a:pt x="6193330" y="9822"/>
                  </a:lnTo>
                  <a:lnTo>
                    <a:pt x="6193425" y="9822"/>
                  </a:lnTo>
                  <a:lnTo>
                    <a:pt x="6193519" y="9822"/>
                  </a:lnTo>
                  <a:lnTo>
                    <a:pt x="6193613" y="9822"/>
                  </a:lnTo>
                  <a:lnTo>
                    <a:pt x="6193707" y="9822"/>
                  </a:lnTo>
                  <a:lnTo>
                    <a:pt x="6193801" y="9822"/>
                  </a:lnTo>
                  <a:lnTo>
                    <a:pt x="6193895" y="9822"/>
                  </a:lnTo>
                  <a:lnTo>
                    <a:pt x="6193990" y="9822"/>
                  </a:lnTo>
                  <a:lnTo>
                    <a:pt x="6194084" y="9822"/>
                  </a:lnTo>
                  <a:lnTo>
                    <a:pt x="6194178" y="9822"/>
                  </a:lnTo>
                  <a:lnTo>
                    <a:pt x="6194272" y="9822"/>
                  </a:lnTo>
                  <a:lnTo>
                    <a:pt x="6194366" y="9822"/>
                  </a:lnTo>
                  <a:lnTo>
                    <a:pt x="6194460" y="9822"/>
                  </a:lnTo>
                  <a:lnTo>
                    <a:pt x="6194554" y="9822"/>
                  </a:lnTo>
                  <a:lnTo>
                    <a:pt x="6194649" y="9822"/>
                  </a:lnTo>
                  <a:lnTo>
                    <a:pt x="6194743" y="9822"/>
                  </a:lnTo>
                  <a:lnTo>
                    <a:pt x="6194837" y="9822"/>
                  </a:lnTo>
                  <a:lnTo>
                    <a:pt x="6194931" y="9822"/>
                  </a:lnTo>
                  <a:lnTo>
                    <a:pt x="6195025" y="9822"/>
                  </a:lnTo>
                  <a:lnTo>
                    <a:pt x="6195119" y="9822"/>
                  </a:lnTo>
                  <a:lnTo>
                    <a:pt x="6195214" y="9822"/>
                  </a:lnTo>
                  <a:lnTo>
                    <a:pt x="6195308" y="9822"/>
                  </a:lnTo>
                  <a:lnTo>
                    <a:pt x="6195402" y="9822"/>
                  </a:lnTo>
                  <a:lnTo>
                    <a:pt x="6195496" y="9822"/>
                  </a:lnTo>
                  <a:lnTo>
                    <a:pt x="6195590" y="9822"/>
                  </a:lnTo>
                  <a:lnTo>
                    <a:pt x="6195684" y="9822"/>
                  </a:lnTo>
                  <a:lnTo>
                    <a:pt x="6195778" y="9822"/>
                  </a:lnTo>
                  <a:lnTo>
                    <a:pt x="6195873" y="9822"/>
                  </a:lnTo>
                  <a:lnTo>
                    <a:pt x="6195967" y="9822"/>
                  </a:lnTo>
                  <a:lnTo>
                    <a:pt x="6196061" y="9822"/>
                  </a:lnTo>
                  <a:lnTo>
                    <a:pt x="6196155" y="9822"/>
                  </a:lnTo>
                  <a:lnTo>
                    <a:pt x="6196249" y="9822"/>
                  </a:lnTo>
                  <a:lnTo>
                    <a:pt x="6196343" y="9822"/>
                  </a:lnTo>
                  <a:lnTo>
                    <a:pt x="6196438" y="9822"/>
                  </a:lnTo>
                  <a:lnTo>
                    <a:pt x="6196532" y="9822"/>
                  </a:lnTo>
                  <a:lnTo>
                    <a:pt x="6196626" y="9822"/>
                  </a:lnTo>
                  <a:lnTo>
                    <a:pt x="6196720" y="9822"/>
                  </a:lnTo>
                  <a:lnTo>
                    <a:pt x="6196814" y="9822"/>
                  </a:lnTo>
                  <a:lnTo>
                    <a:pt x="6196908" y="9822"/>
                  </a:lnTo>
                  <a:lnTo>
                    <a:pt x="6197002" y="9822"/>
                  </a:lnTo>
                  <a:lnTo>
                    <a:pt x="6197097" y="9822"/>
                  </a:lnTo>
                  <a:lnTo>
                    <a:pt x="6197191" y="9822"/>
                  </a:lnTo>
                  <a:lnTo>
                    <a:pt x="6197285" y="9822"/>
                  </a:lnTo>
                  <a:lnTo>
                    <a:pt x="6197379" y="9822"/>
                  </a:lnTo>
                  <a:lnTo>
                    <a:pt x="6197473" y="9822"/>
                  </a:lnTo>
                  <a:lnTo>
                    <a:pt x="6197567" y="9822"/>
                  </a:lnTo>
                  <a:lnTo>
                    <a:pt x="6197661" y="9822"/>
                  </a:lnTo>
                  <a:lnTo>
                    <a:pt x="6197756" y="9822"/>
                  </a:lnTo>
                  <a:lnTo>
                    <a:pt x="6197850" y="9822"/>
                  </a:lnTo>
                  <a:lnTo>
                    <a:pt x="6197944" y="9822"/>
                  </a:lnTo>
                  <a:lnTo>
                    <a:pt x="6198038" y="9822"/>
                  </a:lnTo>
                  <a:lnTo>
                    <a:pt x="6198132" y="9822"/>
                  </a:lnTo>
                  <a:lnTo>
                    <a:pt x="6198226" y="9822"/>
                  </a:lnTo>
                  <a:lnTo>
                    <a:pt x="6198321" y="9822"/>
                  </a:lnTo>
                  <a:lnTo>
                    <a:pt x="6198415" y="9822"/>
                  </a:lnTo>
                  <a:lnTo>
                    <a:pt x="6198509" y="9822"/>
                  </a:lnTo>
                  <a:lnTo>
                    <a:pt x="6198603" y="9822"/>
                  </a:lnTo>
                  <a:lnTo>
                    <a:pt x="6198697" y="9822"/>
                  </a:lnTo>
                  <a:lnTo>
                    <a:pt x="6198791" y="9822"/>
                  </a:lnTo>
                  <a:lnTo>
                    <a:pt x="6198885" y="9822"/>
                  </a:lnTo>
                  <a:lnTo>
                    <a:pt x="6198980" y="9822"/>
                  </a:lnTo>
                  <a:lnTo>
                    <a:pt x="6199074" y="9822"/>
                  </a:lnTo>
                  <a:lnTo>
                    <a:pt x="6199168" y="9822"/>
                  </a:lnTo>
                  <a:lnTo>
                    <a:pt x="6199262" y="9822"/>
                  </a:lnTo>
                  <a:lnTo>
                    <a:pt x="6199356" y="9822"/>
                  </a:lnTo>
                  <a:lnTo>
                    <a:pt x="6199450" y="9822"/>
                  </a:lnTo>
                  <a:lnTo>
                    <a:pt x="6199545" y="9822"/>
                  </a:lnTo>
                  <a:lnTo>
                    <a:pt x="6199639" y="9822"/>
                  </a:lnTo>
                  <a:lnTo>
                    <a:pt x="6199733" y="9822"/>
                  </a:lnTo>
                  <a:lnTo>
                    <a:pt x="6199827" y="9822"/>
                  </a:lnTo>
                  <a:lnTo>
                    <a:pt x="6199921" y="9822"/>
                  </a:lnTo>
                  <a:lnTo>
                    <a:pt x="6200015" y="9822"/>
                  </a:lnTo>
                  <a:lnTo>
                    <a:pt x="6200109" y="9822"/>
                  </a:lnTo>
                  <a:lnTo>
                    <a:pt x="6200204" y="9822"/>
                  </a:lnTo>
                  <a:lnTo>
                    <a:pt x="6200298" y="9822"/>
                  </a:lnTo>
                  <a:lnTo>
                    <a:pt x="6200392" y="9822"/>
                  </a:lnTo>
                  <a:lnTo>
                    <a:pt x="6200486" y="9822"/>
                  </a:lnTo>
                  <a:lnTo>
                    <a:pt x="6200580" y="9822"/>
                  </a:lnTo>
                  <a:lnTo>
                    <a:pt x="6200674" y="9822"/>
                  </a:lnTo>
                  <a:lnTo>
                    <a:pt x="6200769" y="9822"/>
                  </a:lnTo>
                  <a:lnTo>
                    <a:pt x="6200863" y="9822"/>
                  </a:lnTo>
                  <a:lnTo>
                    <a:pt x="6200957" y="9822"/>
                  </a:lnTo>
                  <a:lnTo>
                    <a:pt x="6201051" y="9822"/>
                  </a:lnTo>
                  <a:lnTo>
                    <a:pt x="6201145" y="9822"/>
                  </a:lnTo>
                  <a:lnTo>
                    <a:pt x="6201239" y="9822"/>
                  </a:lnTo>
                  <a:lnTo>
                    <a:pt x="6201333" y="9822"/>
                  </a:lnTo>
                  <a:lnTo>
                    <a:pt x="6201428" y="9822"/>
                  </a:lnTo>
                  <a:lnTo>
                    <a:pt x="6201522" y="9822"/>
                  </a:lnTo>
                  <a:lnTo>
                    <a:pt x="6201616" y="9822"/>
                  </a:lnTo>
                  <a:lnTo>
                    <a:pt x="6201710" y="9822"/>
                  </a:lnTo>
                  <a:lnTo>
                    <a:pt x="6201804" y="9822"/>
                  </a:lnTo>
                  <a:lnTo>
                    <a:pt x="6201898" y="9822"/>
                  </a:lnTo>
                  <a:lnTo>
                    <a:pt x="6201992" y="9822"/>
                  </a:lnTo>
                  <a:lnTo>
                    <a:pt x="6202087" y="9822"/>
                  </a:lnTo>
                  <a:lnTo>
                    <a:pt x="6202181" y="9822"/>
                  </a:lnTo>
                  <a:lnTo>
                    <a:pt x="6202275" y="9822"/>
                  </a:lnTo>
                  <a:lnTo>
                    <a:pt x="6202369" y="9822"/>
                  </a:lnTo>
                  <a:lnTo>
                    <a:pt x="6202463" y="9822"/>
                  </a:lnTo>
                  <a:lnTo>
                    <a:pt x="6202557" y="9822"/>
                  </a:lnTo>
                  <a:lnTo>
                    <a:pt x="6202652" y="9822"/>
                  </a:lnTo>
                  <a:lnTo>
                    <a:pt x="6202746" y="9822"/>
                  </a:lnTo>
                  <a:lnTo>
                    <a:pt x="6202840" y="9822"/>
                  </a:lnTo>
                  <a:lnTo>
                    <a:pt x="6202934" y="9822"/>
                  </a:lnTo>
                  <a:lnTo>
                    <a:pt x="6203028" y="9822"/>
                  </a:lnTo>
                  <a:lnTo>
                    <a:pt x="6203122" y="9822"/>
                  </a:lnTo>
                  <a:lnTo>
                    <a:pt x="6203216" y="9822"/>
                  </a:lnTo>
                  <a:lnTo>
                    <a:pt x="6203311" y="9822"/>
                  </a:lnTo>
                  <a:lnTo>
                    <a:pt x="6203405" y="9822"/>
                  </a:lnTo>
                  <a:lnTo>
                    <a:pt x="6203499" y="9822"/>
                  </a:lnTo>
                  <a:lnTo>
                    <a:pt x="6203593" y="9822"/>
                  </a:lnTo>
                  <a:lnTo>
                    <a:pt x="6203687" y="9822"/>
                  </a:lnTo>
                  <a:lnTo>
                    <a:pt x="6203781" y="9822"/>
                  </a:lnTo>
                  <a:lnTo>
                    <a:pt x="6203876" y="9822"/>
                  </a:lnTo>
                  <a:lnTo>
                    <a:pt x="6203970" y="9822"/>
                  </a:lnTo>
                  <a:lnTo>
                    <a:pt x="6204064" y="9822"/>
                  </a:lnTo>
                  <a:lnTo>
                    <a:pt x="6204158" y="9822"/>
                  </a:lnTo>
                  <a:lnTo>
                    <a:pt x="6204252" y="9822"/>
                  </a:lnTo>
                  <a:lnTo>
                    <a:pt x="6204346" y="9822"/>
                  </a:lnTo>
                  <a:lnTo>
                    <a:pt x="6204440" y="9822"/>
                  </a:lnTo>
                  <a:lnTo>
                    <a:pt x="6204535" y="9822"/>
                  </a:lnTo>
                  <a:lnTo>
                    <a:pt x="6204629" y="9822"/>
                  </a:lnTo>
                  <a:lnTo>
                    <a:pt x="6204723" y="9822"/>
                  </a:lnTo>
                  <a:lnTo>
                    <a:pt x="6204817" y="9822"/>
                  </a:lnTo>
                  <a:lnTo>
                    <a:pt x="6204911" y="9822"/>
                  </a:lnTo>
                  <a:lnTo>
                    <a:pt x="6205005" y="9822"/>
                  </a:lnTo>
                  <a:lnTo>
                    <a:pt x="6205100" y="9822"/>
                  </a:lnTo>
                  <a:lnTo>
                    <a:pt x="6205194" y="9822"/>
                  </a:lnTo>
                  <a:lnTo>
                    <a:pt x="6205288" y="9822"/>
                  </a:lnTo>
                  <a:lnTo>
                    <a:pt x="6205382" y="9822"/>
                  </a:lnTo>
                  <a:lnTo>
                    <a:pt x="6205476" y="9822"/>
                  </a:lnTo>
                  <a:lnTo>
                    <a:pt x="6205570" y="9822"/>
                  </a:lnTo>
                  <a:lnTo>
                    <a:pt x="6205664" y="9822"/>
                  </a:lnTo>
                  <a:lnTo>
                    <a:pt x="6205759" y="9822"/>
                  </a:lnTo>
                  <a:lnTo>
                    <a:pt x="6205853" y="9822"/>
                  </a:lnTo>
                  <a:lnTo>
                    <a:pt x="6205947" y="9822"/>
                  </a:lnTo>
                  <a:lnTo>
                    <a:pt x="6206041" y="9822"/>
                  </a:lnTo>
                  <a:lnTo>
                    <a:pt x="6206135" y="9822"/>
                  </a:lnTo>
                  <a:lnTo>
                    <a:pt x="6206229" y="9822"/>
                  </a:lnTo>
                  <a:lnTo>
                    <a:pt x="6206323" y="9822"/>
                  </a:lnTo>
                  <a:lnTo>
                    <a:pt x="6206418" y="9822"/>
                  </a:lnTo>
                  <a:lnTo>
                    <a:pt x="6206512" y="9822"/>
                  </a:lnTo>
                  <a:lnTo>
                    <a:pt x="6206606" y="9822"/>
                  </a:lnTo>
                  <a:lnTo>
                    <a:pt x="6206700" y="9822"/>
                  </a:lnTo>
                  <a:lnTo>
                    <a:pt x="6206794" y="9822"/>
                  </a:lnTo>
                  <a:lnTo>
                    <a:pt x="6206888" y="9822"/>
                  </a:lnTo>
                  <a:lnTo>
                    <a:pt x="6206983" y="9822"/>
                  </a:lnTo>
                  <a:lnTo>
                    <a:pt x="6207077" y="9822"/>
                  </a:lnTo>
                  <a:lnTo>
                    <a:pt x="6207171" y="9822"/>
                  </a:lnTo>
                  <a:lnTo>
                    <a:pt x="6207265" y="9822"/>
                  </a:lnTo>
                  <a:lnTo>
                    <a:pt x="6207359" y="9822"/>
                  </a:lnTo>
                  <a:lnTo>
                    <a:pt x="6207453" y="9822"/>
                  </a:lnTo>
                  <a:lnTo>
                    <a:pt x="6207547" y="9822"/>
                  </a:lnTo>
                  <a:lnTo>
                    <a:pt x="6207642" y="9822"/>
                  </a:lnTo>
                  <a:lnTo>
                    <a:pt x="6207736" y="9822"/>
                  </a:lnTo>
                  <a:lnTo>
                    <a:pt x="6207830" y="9822"/>
                  </a:lnTo>
                  <a:lnTo>
                    <a:pt x="6207924" y="9822"/>
                  </a:lnTo>
                  <a:lnTo>
                    <a:pt x="6208018" y="9822"/>
                  </a:lnTo>
                  <a:lnTo>
                    <a:pt x="6208112" y="9822"/>
                  </a:lnTo>
                  <a:lnTo>
                    <a:pt x="6208207" y="9822"/>
                  </a:lnTo>
                  <a:lnTo>
                    <a:pt x="6208301" y="9822"/>
                  </a:lnTo>
                  <a:lnTo>
                    <a:pt x="6208395" y="9822"/>
                  </a:lnTo>
                  <a:lnTo>
                    <a:pt x="6208489" y="9822"/>
                  </a:lnTo>
                  <a:lnTo>
                    <a:pt x="6208583" y="9822"/>
                  </a:lnTo>
                  <a:lnTo>
                    <a:pt x="6208677" y="9822"/>
                  </a:lnTo>
                  <a:lnTo>
                    <a:pt x="6208771" y="9822"/>
                  </a:lnTo>
                  <a:lnTo>
                    <a:pt x="6208866" y="9822"/>
                  </a:lnTo>
                  <a:lnTo>
                    <a:pt x="6208960" y="9822"/>
                  </a:lnTo>
                  <a:lnTo>
                    <a:pt x="6209054" y="9822"/>
                  </a:lnTo>
                  <a:lnTo>
                    <a:pt x="6209148" y="9822"/>
                  </a:lnTo>
                  <a:lnTo>
                    <a:pt x="6209242" y="9822"/>
                  </a:lnTo>
                  <a:lnTo>
                    <a:pt x="6209336" y="9822"/>
                  </a:lnTo>
                  <a:lnTo>
                    <a:pt x="6209431" y="9822"/>
                  </a:lnTo>
                  <a:lnTo>
                    <a:pt x="6209525" y="9822"/>
                  </a:lnTo>
                  <a:lnTo>
                    <a:pt x="6209619" y="9822"/>
                  </a:lnTo>
                  <a:lnTo>
                    <a:pt x="6209713" y="9822"/>
                  </a:lnTo>
                  <a:lnTo>
                    <a:pt x="6209807" y="9822"/>
                  </a:lnTo>
                  <a:lnTo>
                    <a:pt x="6209901" y="9822"/>
                  </a:lnTo>
                  <a:lnTo>
                    <a:pt x="6209995" y="9822"/>
                  </a:lnTo>
                  <a:lnTo>
                    <a:pt x="6210090" y="9822"/>
                  </a:lnTo>
                  <a:lnTo>
                    <a:pt x="6210184" y="9822"/>
                  </a:lnTo>
                  <a:lnTo>
                    <a:pt x="6210278" y="9822"/>
                  </a:lnTo>
                  <a:lnTo>
                    <a:pt x="6210372" y="9822"/>
                  </a:lnTo>
                  <a:lnTo>
                    <a:pt x="6210466" y="9822"/>
                  </a:lnTo>
                  <a:lnTo>
                    <a:pt x="6210560" y="9822"/>
                  </a:lnTo>
                  <a:lnTo>
                    <a:pt x="6210654" y="9822"/>
                  </a:lnTo>
                  <a:lnTo>
                    <a:pt x="6210749" y="9822"/>
                  </a:lnTo>
                  <a:lnTo>
                    <a:pt x="6210843" y="9822"/>
                  </a:lnTo>
                  <a:lnTo>
                    <a:pt x="6210937" y="9822"/>
                  </a:lnTo>
                  <a:lnTo>
                    <a:pt x="6211031" y="9822"/>
                  </a:lnTo>
                  <a:lnTo>
                    <a:pt x="6211125" y="9822"/>
                  </a:lnTo>
                  <a:lnTo>
                    <a:pt x="6211219" y="9822"/>
                  </a:lnTo>
                  <a:lnTo>
                    <a:pt x="6211314" y="9822"/>
                  </a:lnTo>
                  <a:lnTo>
                    <a:pt x="6211408" y="9822"/>
                  </a:lnTo>
                  <a:lnTo>
                    <a:pt x="6211502" y="9822"/>
                  </a:lnTo>
                  <a:lnTo>
                    <a:pt x="6211596" y="9822"/>
                  </a:lnTo>
                  <a:lnTo>
                    <a:pt x="6211690" y="9822"/>
                  </a:lnTo>
                  <a:lnTo>
                    <a:pt x="6211784" y="9822"/>
                  </a:lnTo>
                  <a:lnTo>
                    <a:pt x="6211878" y="9822"/>
                  </a:lnTo>
                  <a:lnTo>
                    <a:pt x="6211973" y="9822"/>
                  </a:lnTo>
                  <a:lnTo>
                    <a:pt x="6212067" y="9822"/>
                  </a:lnTo>
                  <a:lnTo>
                    <a:pt x="6212161" y="9822"/>
                  </a:lnTo>
                  <a:lnTo>
                    <a:pt x="6212255" y="9822"/>
                  </a:lnTo>
                  <a:lnTo>
                    <a:pt x="6212349" y="9822"/>
                  </a:lnTo>
                  <a:lnTo>
                    <a:pt x="6212443" y="9822"/>
                  </a:lnTo>
                  <a:lnTo>
                    <a:pt x="6212538" y="9822"/>
                  </a:lnTo>
                  <a:lnTo>
                    <a:pt x="6212632" y="9822"/>
                  </a:lnTo>
                  <a:lnTo>
                    <a:pt x="6212726" y="9822"/>
                  </a:lnTo>
                  <a:lnTo>
                    <a:pt x="6212820" y="9822"/>
                  </a:lnTo>
                  <a:lnTo>
                    <a:pt x="6212914" y="9822"/>
                  </a:lnTo>
                  <a:lnTo>
                    <a:pt x="6213008" y="9822"/>
                  </a:lnTo>
                  <a:lnTo>
                    <a:pt x="6213102" y="9822"/>
                  </a:lnTo>
                  <a:lnTo>
                    <a:pt x="6213197" y="9822"/>
                  </a:lnTo>
                  <a:lnTo>
                    <a:pt x="6213291" y="9822"/>
                  </a:lnTo>
                  <a:lnTo>
                    <a:pt x="6213385" y="9822"/>
                  </a:lnTo>
                  <a:lnTo>
                    <a:pt x="6213479" y="9822"/>
                  </a:lnTo>
                  <a:lnTo>
                    <a:pt x="6213573" y="9822"/>
                  </a:lnTo>
                  <a:lnTo>
                    <a:pt x="6213667" y="9822"/>
                  </a:lnTo>
                  <a:lnTo>
                    <a:pt x="6213762" y="9822"/>
                  </a:lnTo>
                  <a:lnTo>
                    <a:pt x="6213856" y="9822"/>
                  </a:lnTo>
                  <a:lnTo>
                    <a:pt x="6213950" y="9822"/>
                  </a:lnTo>
                  <a:lnTo>
                    <a:pt x="6214044" y="9822"/>
                  </a:lnTo>
                  <a:lnTo>
                    <a:pt x="6214138" y="9822"/>
                  </a:lnTo>
                  <a:lnTo>
                    <a:pt x="6214232" y="9822"/>
                  </a:lnTo>
                  <a:lnTo>
                    <a:pt x="6214326" y="9822"/>
                  </a:lnTo>
                  <a:lnTo>
                    <a:pt x="6214421" y="9822"/>
                  </a:lnTo>
                  <a:lnTo>
                    <a:pt x="6214515" y="9822"/>
                  </a:lnTo>
                  <a:lnTo>
                    <a:pt x="6214609" y="9822"/>
                  </a:lnTo>
                  <a:lnTo>
                    <a:pt x="6214703" y="9822"/>
                  </a:lnTo>
                  <a:lnTo>
                    <a:pt x="6214797" y="9822"/>
                  </a:lnTo>
                  <a:lnTo>
                    <a:pt x="6214891" y="9822"/>
                  </a:lnTo>
                  <a:lnTo>
                    <a:pt x="6214986" y="9822"/>
                  </a:lnTo>
                  <a:lnTo>
                    <a:pt x="6215080" y="9822"/>
                  </a:lnTo>
                  <a:lnTo>
                    <a:pt x="6215174" y="9822"/>
                  </a:lnTo>
                  <a:lnTo>
                    <a:pt x="6215268" y="9822"/>
                  </a:lnTo>
                  <a:lnTo>
                    <a:pt x="6215362" y="9822"/>
                  </a:lnTo>
                  <a:lnTo>
                    <a:pt x="6215456" y="9822"/>
                  </a:lnTo>
                  <a:lnTo>
                    <a:pt x="6215550" y="9822"/>
                  </a:lnTo>
                  <a:lnTo>
                    <a:pt x="6215645" y="9822"/>
                  </a:lnTo>
                  <a:lnTo>
                    <a:pt x="6215739" y="9822"/>
                  </a:lnTo>
                  <a:lnTo>
                    <a:pt x="6215833" y="9822"/>
                  </a:lnTo>
                  <a:lnTo>
                    <a:pt x="6215927" y="9822"/>
                  </a:lnTo>
                  <a:lnTo>
                    <a:pt x="6216021" y="9822"/>
                  </a:lnTo>
                  <a:lnTo>
                    <a:pt x="6216115" y="9822"/>
                  </a:lnTo>
                  <a:lnTo>
                    <a:pt x="6216209" y="9822"/>
                  </a:lnTo>
                  <a:lnTo>
                    <a:pt x="6216304" y="9822"/>
                  </a:lnTo>
                  <a:lnTo>
                    <a:pt x="6216398" y="9822"/>
                  </a:lnTo>
                  <a:lnTo>
                    <a:pt x="6216492" y="9822"/>
                  </a:lnTo>
                  <a:lnTo>
                    <a:pt x="6216586" y="9822"/>
                  </a:lnTo>
                  <a:lnTo>
                    <a:pt x="6216680" y="9822"/>
                  </a:lnTo>
                  <a:lnTo>
                    <a:pt x="6216774" y="9822"/>
                  </a:lnTo>
                  <a:lnTo>
                    <a:pt x="6216869" y="9822"/>
                  </a:lnTo>
                  <a:lnTo>
                    <a:pt x="6216963" y="9822"/>
                  </a:lnTo>
                  <a:lnTo>
                    <a:pt x="6217057" y="9822"/>
                  </a:lnTo>
                  <a:lnTo>
                    <a:pt x="6217151" y="9822"/>
                  </a:lnTo>
                  <a:lnTo>
                    <a:pt x="6217245" y="9822"/>
                  </a:lnTo>
                  <a:lnTo>
                    <a:pt x="6217339" y="9822"/>
                  </a:lnTo>
                  <a:lnTo>
                    <a:pt x="6217433" y="9822"/>
                  </a:lnTo>
                  <a:lnTo>
                    <a:pt x="6217528" y="9822"/>
                  </a:lnTo>
                  <a:lnTo>
                    <a:pt x="6217622" y="9822"/>
                  </a:lnTo>
                  <a:lnTo>
                    <a:pt x="6217716" y="9822"/>
                  </a:lnTo>
                  <a:lnTo>
                    <a:pt x="6217810" y="9822"/>
                  </a:lnTo>
                  <a:lnTo>
                    <a:pt x="6217904" y="9822"/>
                  </a:lnTo>
                  <a:lnTo>
                    <a:pt x="6217998" y="9822"/>
                  </a:lnTo>
                  <a:lnTo>
                    <a:pt x="6218093" y="9822"/>
                  </a:lnTo>
                  <a:lnTo>
                    <a:pt x="6218187" y="9822"/>
                  </a:lnTo>
                  <a:lnTo>
                    <a:pt x="6218281" y="9822"/>
                  </a:lnTo>
                  <a:lnTo>
                    <a:pt x="6218375" y="9822"/>
                  </a:lnTo>
                  <a:lnTo>
                    <a:pt x="6218469" y="9822"/>
                  </a:lnTo>
                  <a:lnTo>
                    <a:pt x="6218563" y="9822"/>
                  </a:lnTo>
                  <a:lnTo>
                    <a:pt x="6218657" y="9822"/>
                  </a:lnTo>
                  <a:lnTo>
                    <a:pt x="6218752" y="9822"/>
                  </a:lnTo>
                  <a:lnTo>
                    <a:pt x="6218846" y="9822"/>
                  </a:lnTo>
                  <a:lnTo>
                    <a:pt x="6218940" y="9822"/>
                  </a:lnTo>
                  <a:lnTo>
                    <a:pt x="6219034" y="9822"/>
                  </a:lnTo>
                  <a:lnTo>
                    <a:pt x="6219128" y="9822"/>
                  </a:lnTo>
                  <a:lnTo>
                    <a:pt x="6219222" y="9822"/>
                  </a:lnTo>
                  <a:lnTo>
                    <a:pt x="6219317" y="9822"/>
                  </a:lnTo>
                  <a:lnTo>
                    <a:pt x="6219411" y="9822"/>
                  </a:lnTo>
                  <a:lnTo>
                    <a:pt x="6219505" y="9822"/>
                  </a:lnTo>
                  <a:lnTo>
                    <a:pt x="6219599" y="9822"/>
                  </a:lnTo>
                  <a:lnTo>
                    <a:pt x="6219693" y="9822"/>
                  </a:lnTo>
                  <a:lnTo>
                    <a:pt x="6219787" y="9822"/>
                  </a:lnTo>
                  <a:lnTo>
                    <a:pt x="6219881" y="9822"/>
                  </a:lnTo>
                  <a:lnTo>
                    <a:pt x="6219976" y="9822"/>
                  </a:lnTo>
                  <a:lnTo>
                    <a:pt x="6220070" y="9822"/>
                  </a:lnTo>
                  <a:lnTo>
                    <a:pt x="6220164" y="9822"/>
                  </a:lnTo>
                  <a:lnTo>
                    <a:pt x="6220258" y="9822"/>
                  </a:lnTo>
                  <a:lnTo>
                    <a:pt x="6220352" y="9822"/>
                  </a:lnTo>
                  <a:lnTo>
                    <a:pt x="6220446" y="9822"/>
                  </a:lnTo>
                  <a:lnTo>
                    <a:pt x="6220540" y="9822"/>
                  </a:lnTo>
                  <a:lnTo>
                    <a:pt x="6220635" y="9822"/>
                  </a:lnTo>
                  <a:lnTo>
                    <a:pt x="6220729" y="9822"/>
                  </a:lnTo>
                  <a:lnTo>
                    <a:pt x="6220823" y="9822"/>
                  </a:lnTo>
                  <a:lnTo>
                    <a:pt x="6220917" y="9822"/>
                  </a:lnTo>
                  <a:lnTo>
                    <a:pt x="6221011" y="9822"/>
                  </a:lnTo>
                  <a:lnTo>
                    <a:pt x="6221105" y="9822"/>
                  </a:lnTo>
                  <a:lnTo>
                    <a:pt x="6221200" y="9822"/>
                  </a:lnTo>
                  <a:lnTo>
                    <a:pt x="6221294" y="9822"/>
                  </a:lnTo>
                  <a:lnTo>
                    <a:pt x="6221388" y="9822"/>
                  </a:lnTo>
                  <a:lnTo>
                    <a:pt x="6221482" y="9822"/>
                  </a:lnTo>
                  <a:lnTo>
                    <a:pt x="6221576" y="9822"/>
                  </a:lnTo>
                  <a:lnTo>
                    <a:pt x="6221670" y="9822"/>
                  </a:lnTo>
                  <a:lnTo>
                    <a:pt x="6221764" y="9822"/>
                  </a:lnTo>
                  <a:lnTo>
                    <a:pt x="6221859" y="9822"/>
                  </a:lnTo>
                  <a:lnTo>
                    <a:pt x="6221953" y="9822"/>
                  </a:lnTo>
                  <a:lnTo>
                    <a:pt x="6222047" y="9822"/>
                  </a:lnTo>
                  <a:lnTo>
                    <a:pt x="6222141" y="9822"/>
                  </a:lnTo>
                  <a:lnTo>
                    <a:pt x="6222235" y="9822"/>
                  </a:lnTo>
                  <a:lnTo>
                    <a:pt x="6222329" y="9822"/>
                  </a:lnTo>
                  <a:lnTo>
                    <a:pt x="6222424" y="9822"/>
                  </a:lnTo>
                  <a:lnTo>
                    <a:pt x="6222518" y="9822"/>
                  </a:lnTo>
                  <a:lnTo>
                    <a:pt x="6222612" y="9822"/>
                  </a:lnTo>
                  <a:lnTo>
                    <a:pt x="6222706" y="9822"/>
                  </a:lnTo>
                  <a:lnTo>
                    <a:pt x="6222800" y="9822"/>
                  </a:lnTo>
                  <a:lnTo>
                    <a:pt x="6222894" y="9822"/>
                  </a:lnTo>
                  <a:lnTo>
                    <a:pt x="6222988" y="9822"/>
                  </a:lnTo>
                  <a:lnTo>
                    <a:pt x="6223083" y="9822"/>
                  </a:lnTo>
                  <a:lnTo>
                    <a:pt x="6223177" y="9822"/>
                  </a:lnTo>
                  <a:lnTo>
                    <a:pt x="6223271" y="9822"/>
                  </a:lnTo>
                  <a:lnTo>
                    <a:pt x="6223365" y="9822"/>
                  </a:lnTo>
                  <a:lnTo>
                    <a:pt x="6223459" y="9822"/>
                  </a:lnTo>
                  <a:lnTo>
                    <a:pt x="6223553" y="9822"/>
                  </a:lnTo>
                  <a:lnTo>
                    <a:pt x="6223648" y="9822"/>
                  </a:lnTo>
                  <a:lnTo>
                    <a:pt x="6223742" y="9822"/>
                  </a:lnTo>
                  <a:lnTo>
                    <a:pt x="6223836" y="9822"/>
                  </a:lnTo>
                  <a:lnTo>
                    <a:pt x="6223930" y="9822"/>
                  </a:lnTo>
                  <a:lnTo>
                    <a:pt x="6224024" y="9822"/>
                  </a:lnTo>
                  <a:lnTo>
                    <a:pt x="6224118" y="9822"/>
                  </a:lnTo>
                  <a:lnTo>
                    <a:pt x="6224212" y="9822"/>
                  </a:lnTo>
                  <a:lnTo>
                    <a:pt x="6224307" y="9822"/>
                  </a:lnTo>
                  <a:lnTo>
                    <a:pt x="6224401" y="9822"/>
                  </a:lnTo>
                  <a:lnTo>
                    <a:pt x="6224495" y="9822"/>
                  </a:lnTo>
                  <a:lnTo>
                    <a:pt x="6224589" y="9822"/>
                  </a:lnTo>
                  <a:lnTo>
                    <a:pt x="6224683" y="9822"/>
                  </a:lnTo>
                  <a:lnTo>
                    <a:pt x="6224777" y="9822"/>
                  </a:lnTo>
                  <a:lnTo>
                    <a:pt x="6224871" y="9822"/>
                  </a:lnTo>
                  <a:lnTo>
                    <a:pt x="6224966" y="9822"/>
                  </a:lnTo>
                  <a:lnTo>
                    <a:pt x="6225060" y="9822"/>
                  </a:lnTo>
                  <a:lnTo>
                    <a:pt x="6225154" y="9822"/>
                  </a:lnTo>
                  <a:lnTo>
                    <a:pt x="6225248" y="9822"/>
                  </a:lnTo>
                  <a:lnTo>
                    <a:pt x="6225342" y="9822"/>
                  </a:lnTo>
                  <a:lnTo>
                    <a:pt x="6225436" y="9822"/>
                  </a:lnTo>
                  <a:lnTo>
                    <a:pt x="6225531" y="9822"/>
                  </a:lnTo>
                  <a:lnTo>
                    <a:pt x="6225625" y="9822"/>
                  </a:lnTo>
                  <a:lnTo>
                    <a:pt x="6225719" y="9822"/>
                  </a:lnTo>
                  <a:lnTo>
                    <a:pt x="6225813" y="9822"/>
                  </a:lnTo>
                  <a:lnTo>
                    <a:pt x="6225907" y="9822"/>
                  </a:lnTo>
                  <a:lnTo>
                    <a:pt x="6226001" y="9822"/>
                  </a:lnTo>
                  <a:lnTo>
                    <a:pt x="6226095" y="9822"/>
                  </a:lnTo>
                  <a:lnTo>
                    <a:pt x="6226190" y="9822"/>
                  </a:lnTo>
                  <a:lnTo>
                    <a:pt x="6226284" y="9822"/>
                  </a:lnTo>
                  <a:lnTo>
                    <a:pt x="6226378" y="9822"/>
                  </a:lnTo>
                  <a:lnTo>
                    <a:pt x="6226472" y="9822"/>
                  </a:lnTo>
                  <a:lnTo>
                    <a:pt x="6226566" y="9822"/>
                  </a:lnTo>
                  <a:lnTo>
                    <a:pt x="6226660" y="9822"/>
                  </a:lnTo>
                  <a:lnTo>
                    <a:pt x="6226755" y="9822"/>
                  </a:lnTo>
                  <a:lnTo>
                    <a:pt x="6226849" y="9822"/>
                  </a:lnTo>
                  <a:lnTo>
                    <a:pt x="6226943" y="9822"/>
                  </a:lnTo>
                  <a:lnTo>
                    <a:pt x="6227037" y="9822"/>
                  </a:lnTo>
                  <a:lnTo>
                    <a:pt x="6227131" y="9822"/>
                  </a:lnTo>
                  <a:lnTo>
                    <a:pt x="6227225" y="9822"/>
                  </a:lnTo>
                  <a:lnTo>
                    <a:pt x="6227319" y="9822"/>
                  </a:lnTo>
                  <a:lnTo>
                    <a:pt x="6227414" y="9822"/>
                  </a:lnTo>
                  <a:lnTo>
                    <a:pt x="6227508" y="9822"/>
                  </a:lnTo>
                  <a:lnTo>
                    <a:pt x="6227602" y="9822"/>
                  </a:lnTo>
                  <a:lnTo>
                    <a:pt x="6227696" y="9822"/>
                  </a:lnTo>
                  <a:lnTo>
                    <a:pt x="6227790" y="9822"/>
                  </a:lnTo>
                  <a:lnTo>
                    <a:pt x="6227884" y="9822"/>
                  </a:lnTo>
                  <a:lnTo>
                    <a:pt x="6227979" y="9822"/>
                  </a:lnTo>
                  <a:lnTo>
                    <a:pt x="6228073" y="9822"/>
                  </a:lnTo>
                  <a:lnTo>
                    <a:pt x="6228167" y="9822"/>
                  </a:lnTo>
                  <a:lnTo>
                    <a:pt x="6228261" y="9822"/>
                  </a:lnTo>
                  <a:lnTo>
                    <a:pt x="6228355" y="9822"/>
                  </a:lnTo>
                  <a:lnTo>
                    <a:pt x="6228449" y="9822"/>
                  </a:lnTo>
                  <a:lnTo>
                    <a:pt x="6228543" y="9822"/>
                  </a:lnTo>
                  <a:lnTo>
                    <a:pt x="6228638" y="9822"/>
                  </a:lnTo>
                  <a:lnTo>
                    <a:pt x="6228732" y="9822"/>
                  </a:lnTo>
                  <a:lnTo>
                    <a:pt x="6228826" y="9822"/>
                  </a:lnTo>
                  <a:lnTo>
                    <a:pt x="6228920" y="9822"/>
                  </a:lnTo>
                  <a:lnTo>
                    <a:pt x="6229014" y="9822"/>
                  </a:lnTo>
                  <a:lnTo>
                    <a:pt x="6229108" y="9822"/>
                  </a:lnTo>
                  <a:lnTo>
                    <a:pt x="6229202" y="9822"/>
                  </a:lnTo>
                  <a:lnTo>
                    <a:pt x="6229297" y="9822"/>
                  </a:lnTo>
                  <a:lnTo>
                    <a:pt x="6229391" y="9822"/>
                  </a:lnTo>
                  <a:lnTo>
                    <a:pt x="6229485" y="9822"/>
                  </a:lnTo>
                  <a:lnTo>
                    <a:pt x="6229579" y="9822"/>
                  </a:lnTo>
                  <a:lnTo>
                    <a:pt x="6229673" y="9822"/>
                  </a:lnTo>
                  <a:lnTo>
                    <a:pt x="6229767" y="9822"/>
                  </a:lnTo>
                  <a:lnTo>
                    <a:pt x="6229862" y="9822"/>
                  </a:lnTo>
                  <a:lnTo>
                    <a:pt x="6229956" y="9822"/>
                  </a:lnTo>
                  <a:lnTo>
                    <a:pt x="6230050" y="9822"/>
                  </a:lnTo>
                  <a:lnTo>
                    <a:pt x="6230144" y="9822"/>
                  </a:lnTo>
                  <a:lnTo>
                    <a:pt x="6230238" y="9822"/>
                  </a:lnTo>
                  <a:lnTo>
                    <a:pt x="6230332" y="9822"/>
                  </a:lnTo>
                  <a:lnTo>
                    <a:pt x="6230426" y="9822"/>
                  </a:lnTo>
                  <a:lnTo>
                    <a:pt x="6230521" y="9822"/>
                  </a:lnTo>
                  <a:lnTo>
                    <a:pt x="6230615" y="9822"/>
                  </a:lnTo>
                  <a:lnTo>
                    <a:pt x="6230709" y="9822"/>
                  </a:lnTo>
                  <a:lnTo>
                    <a:pt x="6230803" y="9822"/>
                  </a:lnTo>
                  <a:lnTo>
                    <a:pt x="6230897" y="9822"/>
                  </a:lnTo>
                  <a:lnTo>
                    <a:pt x="6230991" y="9822"/>
                  </a:lnTo>
                  <a:lnTo>
                    <a:pt x="6231086" y="9822"/>
                  </a:lnTo>
                  <a:lnTo>
                    <a:pt x="6231180" y="9822"/>
                  </a:lnTo>
                  <a:lnTo>
                    <a:pt x="6231274" y="9822"/>
                  </a:lnTo>
                  <a:lnTo>
                    <a:pt x="6231368" y="9822"/>
                  </a:lnTo>
                  <a:lnTo>
                    <a:pt x="6231462" y="9822"/>
                  </a:lnTo>
                  <a:lnTo>
                    <a:pt x="6231556" y="9822"/>
                  </a:lnTo>
                  <a:lnTo>
                    <a:pt x="6231650" y="9822"/>
                  </a:lnTo>
                  <a:lnTo>
                    <a:pt x="6231745" y="9822"/>
                  </a:lnTo>
                  <a:lnTo>
                    <a:pt x="6231839" y="9822"/>
                  </a:lnTo>
                  <a:lnTo>
                    <a:pt x="6231933" y="9822"/>
                  </a:lnTo>
                  <a:lnTo>
                    <a:pt x="6232027" y="9822"/>
                  </a:lnTo>
                  <a:lnTo>
                    <a:pt x="6232121" y="9822"/>
                  </a:lnTo>
                  <a:lnTo>
                    <a:pt x="6232215" y="9822"/>
                  </a:lnTo>
                  <a:lnTo>
                    <a:pt x="6232310" y="9822"/>
                  </a:lnTo>
                  <a:lnTo>
                    <a:pt x="6232404" y="9822"/>
                  </a:lnTo>
                  <a:lnTo>
                    <a:pt x="6232498" y="9822"/>
                  </a:lnTo>
                  <a:lnTo>
                    <a:pt x="6232592" y="9822"/>
                  </a:lnTo>
                  <a:lnTo>
                    <a:pt x="6232686" y="9822"/>
                  </a:lnTo>
                  <a:lnTo>
                    <a:pt x="6232780" y="9822"/>
                  </a:lnTo>
                  <a:lnTo>
                    <a:pt x="6232874" y="9822"/>
                  </a:lnTo>
                  <a:lnTo>
                    <a:pt x="6232969" y="9822"/>
                  </a:lnTo>
                  <a:lnTo>
                    <a:pt x="6233063" y="9822"/>
                  </a:lnTo>
                  <a:lnTo>
                    <a:pt x="6233157" y="9822"/>
                  </a:lnTo>
                  <a:lnTo>
                    <a:pt x="6233251" y="9822"/>
                  </a:lnTo>
                  <a:lnTo>
                    <a:pt x="6233345" y="9822"/>
                  </a:lnTo>
                  <a:lnTo>
                    <a:pt x="6233439" y="9822"/>
                  </a:lnTo>
                  <a:lnTo>
                    <a:pt x="6233533" y="9822"/>
                  </a:lnTo>
                  <a:lnTo>
                    <a:pt x="6233628" y="9822"/>
                  </a:lnTo>
                  <a:lnTo>
                    <a:pt x="6233722" y="9822"/>
                  </a:lnTo>
                  <a:lnTo>
                    <a:pt x="6233816" y="9822"/>
                  </a:lnTo>
                  <a:lnTo>
                    <a:pt x="6233910" y="9822"/>
                  </a:lnTo>
                  <a:lnTo>
                    <a:pt x="6234004" y="9822"/>
                  </a:lnTo>
                  <a:lnTo>
                    <a:pt x="6234098" y="9822"/>
                  </a:lnTo>
                  <a:lnTo>
                    <a:pt x="6234193" y="9822"/>
                  </a:lnTo>
                  <a:lnTo>
                    <a:pt x="6234287" y="9822"/>
                  </a:lnTo>
                  <a:lnTo>
                    <a:pt x="6234381" y="9822"/>
                  </a:lnTo>
                  <a:lnTo>
                    <a:pt x="6234475" y="9822"/>
                  </a:lnTo>
                  <a:lnTo>
                    <a:pt x="6234569" y="9822"/>
                  </a:lnTo>
                  <a:lnTo>
                    <a:pt x="6234663" y="9822"/>
                  </a:lnTo>
                  <a:lnTo>
                    <a:pt x="6234757" y="9822"/>
                  </a:lnTo>
                  <a:lnTo>
                    <a:pt x="6234852" y="9822"/>
                  </a:lnTo>
                  <a:lnTo>
                    <a:pt x="6234946" y="9822"/>
                  </a:lnTo>
                  <a:lnTo>
                    <a:pt x="6235040" y="9822"/>
                  </a:lnTo>
                  <a:lnTo>
                    <a:pt x="6235134" y="9822"/>
                  </a:lnTo>
                  <a:lnTo>
                    <a:pt x="6235228" y="9822"/>
                  </a:lnTo>
                  <a:lnTo>
                    <a:pt x="6235322" y="9822"/>
                  </a:lnTo>
                  <a:lnTo>
                    <a:pt x="6235417" y="9822"/>
                  </a:lnTo>
                  <a:lnTo>
                    <a:pt x="6235511" y="9822"/>
                  </a:lnTo>
                  <a:lnTo>
                    <a:pt x="6235605" y="9822"/>
                  </a:lnTo>
                  <a:lnTo>
                    <a:pt x="6235699" y="9822"/>
                  </a:lnTo>
                  <a:lnTo>
                    <a:pt x="6235793" y="9822"/>
                  </a:lnTo>
                  <a:lnTo>
                    <a:pt x="6235887" y="9822"/>
                  </a:lnTo>
                  <a:lnTo>
                    <a:pt x="6235981" y="9822"/>
                  </a:lnTo>
                  <a:lnTo>
                    <a:pt x="6236076" y="9822"/>
                  </a:lnTo>
                  <a:lnTo>
                    <a:pt x="6236170" y="9822"/>
                  </a:lnTo>
                  <a:lnTo>
                    <a:pt x="6236264" y="9822"/>
                  </a:lnTo>
                  <a:lnTo>
                    <a:pt x="6236358" y="9822"/>
                  </a:lnTo>
                  <a:lnTo>
                    <a:pt x="6236452" y="9822"/>
                  </a:lnTo>
                  <a:lnTo>
                    <a:pt x="6236546" y="9822"/>
                  </a:lnTo>
                  <a:lnTo>
                    <a:pt x="6236641" y="9822"/>
                  </a:lnTo>
                  <a:lnTo>
                    <a:pt x="6236735" y="9822"/>
                  </a:lnTo>
                  <a:lnTo>
                    <a:pt x="6236829" y="9822"/>
                  </a:lnTo>
                  <a:lnTo>
                    <a:pt x="6236923" y="9822"/>
                  </a:lnTo>
                  <a:lnTo>
                    <a:pt x="6237017" y="9822"/>
                  </a:lnTo>
                  <a:lnTo>
                    <a:pt x="6237111" y="9822"/>
                  </a:lnTo>
                  <a:lnTo>
                    <a:pt x="6237205" y="9822"/>
                  </a:lnTo>
                  <a:lnTo>
                    <a:pt x="6237300" y="9822"/>
                  </a:lnTo>
                  <a:lnTo>
                    <a:pt x="6237394" y="9822"/>
                  </a:lnTo>
                  <a:lnTo>
                    <a:pt x="6237488" y="9822"/>
                  </a:lnTo>
                  <a:lnTo>
                    <a:pt x="6237582" y="9822"/>
                  </a:lnTo>
                  <a:lnTo>
                    <a:pt x="6237676" y="9822"/>
                  </a:lnTo>
                  <a:lnTo>
                    <a:pt x="6237770" y="9822"/>
                  </a:lnTo>
                  <a:lnTo>
                    <a:pt x="6237864" y="9822"/>
                  </a:lnTo>
                  <a:lnTo>
                    <a:pt x="6237959" y="9822"/>
                  </a:lnTo>
                  <a:lnTo>
                    <a:pt x="6238053" y="9822"/>
                  </a:lnTo>
                  <a:lnTo>
                    <a:pt x="6238147" y="9822"/>
                  </a:lnTo>
                  <a:lnTo>
                    <a:pt x="6238241" y="9822"/>
                  </a:lnTo>
                  <a:lnTo>
                    <a:pt x="6238335" y="9822"/>
                  </a:lnTo>
                  <a:lnTo>
                    <a:pt x="6238429" y="9822"/>
                  </a:lnTo>
                  <a:lnTo>
                    <a:pt x="6238524" y="9822"/>
                  </a:lnTo>
                  <a:lnTo>
                    <a:pt x="6238618" y="9822"/>
                  </a:lnTo>
                  <a:lnTo>
                    <a:pt x="6238712" y="9822"/>
                  </a:lnTo>
                  <a:lnTo>
                    <a:pt x="6238806" y="9822"/>
                  </a:lnTo>
                  <a:lnTo>
                    <a:pt x="6238900" y="9822"/>
                  </a:lnTo>
                  <a:lnTo>
                    <a:pt x="6238994" y="9822"/>
                  </a:lnTo>
                  <a:lnTo>
                    <a:pt x="6239088" y="9822"/>
                  </a:lnTo>
                  <a:lnTo>
                    <a:pt x="6239183" y="9822"/>
                  </a:lnTo>
                  <a:lnTo>
                    <a:pt x="6239277" y="9822"/>
                  </a:lnTo>
                  <a:lnTo>
                    <a:pt x="6239371" y="9822"/>
                  </a:lnTo>
                  <a:lnTo>
                    <a:pt x="6239465" y="9822"/>
                  </a:lnTo>
                  <a:lnTo>
                    <a:pt x="6239559" y="9822"/>
                  </a:lnTo>
                  <a:lnTo>
                    <a:pt x="6239653" y="9822"/>
                  </a:lnTo>
                  <a:lnTo>
                    <a:pt x="6239748" y="9822"/>
                  </a:lnTo>
                  <a:lnTo>
                    <a:pt x="6239842" y="9822"/>
                  </a:lnTo>
                  <a:lnTo>
                    <a:pt x="6239936" y="9822"/>
                  </a:lnTo>
                  <a:lnTo>
                    <a:pt x="6240030" y="9822"/>
                  </a:lnTo>
                  <a:lnTo>
                    <a:pt x="6240124" y="9822"/>
                  </a:lnTo>
                  <a:lnTo>
                    <a:pt x="6240218" y="9822"/>
                  </a:lnTo>
                  <a:lnTo>
                    <a:pt x="6240312" y="9822"/>
                  </a:lnTo>
                  <a:lnTo>
                    <a:pt x="6240407" y="9822"/>
                  </a:lnTo>
                  <a:lnTo>
                    <a:pt x="6240501" y="9822"/>
                  </a:lnTo>
                  <a:lnTo>
                    <a:pt x="6240595" y="9822"/>
                  </a:lnTo>
                  <a:lnTo>
                    <a:pt x="6240689" y="9822"/>
                  </a:lnTo>
                  <a:lnTo>
                    <a:pt x="6240783" y="9822"/>
                  </a:lnTo>
                  <a:lnTo>
                    <a:pt x="6240877" y="9822"/>
                  </a:lnTo>
                  <a:lnTo>
                    <a:pt x="6240972" y="9822"/>
                  </a:lnTo>
                  <a:lnTo>
                    <a:pt x="6241066" y="9822"/>
                  </a:lnTo>
                  <a:lnTo>
                    <a:pt x="6241160" y="9822"/>
                  </a:lnTo>
                  <a:lnTo>
                    <a:pt x="6241254" y="9822"/>
                  </a:lnTo>
                  <a:lnTo>
                    <a:pt x="6241348" y="9822"/>
                  </a:lnTo>
                  <a:lnTo>
                    <a:pt x="6241442" y="9822"/>
                  </a:lnTo>
                  <a:lnTo>
                    <a:pt x="6241536" y="9822"/>
                  </a:lnTo>
                  <a:lnTo>
                    <a:pt x="6241631" y="9822"/>
                  </a:lnTo>
                  <a:lnTo>
                    <a:pt x="6241725" y="9822"/>
                  </a:lnTo>
                  <a:lnTo>
                    <a:pt x="6241819" y="9822"/>
                  </a:lnTo>
                  <a:lnTo>
                    <a:pt x="6241913" y="9822"/>
                  </a:lnTo>
                  <a:lnTo>
                    <a:pt x="6242007" y="9822"/>
                  </a:lnTo>
                  <a:lnTo>
                    <a:pt x="6242101" y="9822"/>
                  </a:lnTo>
                  <a:lnTo>
                    <a:pt x="6242195" y="9822"/>
                  </a:lnTo>
                  <a:lnTo>
                    <a:pt x="6242290" y="9822"/>
                  </a:lnTo>
                  <a:lnTo>
                    <a:pt x="6242384" y="9822"/>
                  </a:lnTo>
                  <a:lnTo>
                    <a:pt x="6242478" y="9822"/>
                  </a:lnTo>
                  <a:lnTo>
                    <a:pt x="6242572" y="9822"/>
                  </a:lnTo>
                  <a:lnTo>
                    <a:pt x="6242666" y="9822"/>
                  </a:lnTo>
                  <a:lnTo>
                    <a:pt x="6242760" y="9822"/>
                  </a:lnTo>
                  <a:lnTo>
                    <a:pt x="6242855" y="9822"/>
                  </a:lnTo>
                  <a:lnTo>
                    <a:pt x="6242949" y="9822"/>
                  </a:lnTo>
                  <a:lnTo>
                    <a:pt x="6243043" y="9822"/>
                  </a:lnTo>
                  <a:lnTo>
                    <a:pt x="6243137" y="9822"/>
                  </a:lnTo>
                  <a:lnTo>
                    <a:pt x="6243231" y="9822"/>
                  </a:lnTo>
                  <a:lnTo>
                    <a:pt x="6243325" y="9822"/>
                  </a:lnTo>
                  <a:lnTo>
                    <a:pt x="6243419" y="9822"/>
                  </a:lnTo>
                  <a:lnTo>
                    <a:pt x="6243514" y="9822"/>
                  </a:lnTo>
                  <a:lnTo>
                    <a:pt x="6243608" y="9822"/>
                  </a:lnTo>
                  <a:lnTo>
                    <a:pt x="6243702" y="9822"/>
                  </a:lnTo>
                  <a:lnTo>
                    <a:pt x="6243796" y="9822"/>
                  </a:lnTo>
                  <a:lnTo>
                    <a:pt x="6243890" y="9822"/>
                  </a:lnTo>
                  <a:lnTo>
                    <a:pt x="6243984" y="9822"/>
                  </a:lnTo>
                  <a:lnTo>
                    <a:pt x="6244079" y="9822"/>
                  </a:lnTo>
                  <a:lnTo>
                    <a:pt x="6244173" y="9822"/>
                  </a:lnTo>
                  <a:lnTo>
                    <a:pt x="6244267" y="9822"/>
                  </a:lnTo>
                  <a:lnTo>
                    <a:pt x="6244361" y="9822"/>
                  </a:lnTo>
                  <a:lnTo>
                    <a:pt x="6244455" y="9822"/>
                  </a:lnTo>
                  <a:lnTo>
                    <a:pt x="6244549" y="9822"/>
                  </a:lnTo>
                  <a:lnTo>
                    <a:pt x="6244643" y="9822"/>
                  </a:lnTo>
                  <a:lnTo>
                    <a:pt x="6244738" y="9822"/>
                  </a:lnTo>
                  <a:lnTo>
                    <a:pt x="6244832" y="9822"/>
                  </a:lnTo>
                  <a:lnTo>
                    <a:pt x="6244926" y="9822"/>
                  </a:lnTo>
                  <a:lnTo>
                    <a:pt x="6245020" y="9822"/>
                  </a:lnTo>
                  <a:lnTo>
                    <a:pt x="6245114" y="9822"/>
                  </a:lnTo>
                  <a:lnTo>
                    <a:pt x="6245208" y="9822"/>
                  </a:lnTo>
                  <a:lnTo>
                    <a:pt x="6245303" y="9822"/>
                  </a:lnTo>
                  <a:lnTo>
                    <a:pt x="6245397" y="9822"/>
                  </a:lnTo>
                  <a:lnTo>
                    <a:pt x="6245491" y="9822"/>
                  </a:lnTo>
                  <a:lnTo>
                    <a:pt x="6245585" y="9822"/>
                  </a:lnTo>
                  <a:lnTo>
                    <a:pt x="6245679" y="9822"/>
                  </a:lnTo>
                  <a:lnTo>
                    <a:pt x="6245773" y="9822"/>
                  </a:lnTo>
                  <a:lnTo>
                    <a:pt x="6245867" y="9822"/>
                  </a:lnTo>
                  <a:lnTo>
                    <a:pt x="6245962" y="9822"/>
                  </a:lnTo>
                  <a:lnTo>
                    <a:pt x="6246056" y="9822"/>
                  </a:lnTo>
                  <a:lnTo>
                    <a:pt x="6246150" y="9822"/>
                  </a:lnTo>
                  <a:lnTo>
                    <a:pt x="6246244" y="9822"/>
                  </a:lnTo>
                  <a:lnTo>
                    <a:pt x="6246338" y="9822"/>
                  </a:lnTo>
                  <a:lnTo>
                    <a:pt x="6246432" y="9822"/>
                  </a:lnTo>
                  <a:lnTo>
                    <a:pt x="6246526" y="9822"/>
                  </a:lnTo>
                  <a:lnTo>
                    <a:pt x="6246621" y="9822"/>
                  </a:lnTo>
                  <a:lnTo>
                    <a:pt x="6246715" y="9822"/>
                  </a:lnTo>
                  <a:lnTo>
                    <a:pt x="6246809" y="9822"/>
                  </a:lnTo>
                  <a:lnTo>
                    <a:pt x="6246903" y="9822"/>
                  </a:lnTo>
                  <a:lnTo>
                    <a:pt x="6246997" y="9822"/>
                  </a:lnTo>
                  <a:lnTo>
                    <a:pt x="6247091" y="9822"/>
                  </a:lnTo>
                  <a:lnTo>
                    <a:pt x="6247186" y="9822"/>
                  </a:lnTo>
                  <a:lnTo>
                    <a:pt x="6247280" y="9822"/>
                  </a:lnTo>
                  <a:lnTo>
                    <a:pt x="6247374" y="9822"/>
                  </a:lnTo>
                  <a:lnTo>
                    <a:pt x="6247468" y="9822"/>
                  </a:lnTo>
                  <a:lnTo>
                    <a:pt x="6247562" y="9822"/>
                  </a:lnTo>
                  <a:lnTo>
                    <a:pt x="6247656" y="9822"/>
                  </a:lnTo>
                  <a:lnTo>
                    <a:pt x="6247750" y="9822"/>
                  </a:lnTo>
                  <a:lnTo>
                    <a:pt x="6247845" y="9822"/>
                  </a:lnTo>
                  <a:lnTo>
                    <a:pt x="6247939" y="9822"/>
                  </a:lnTo>
                  <a:lnTo>
                    <a:pt x="6248033" y="9822"/>
                  </a:lnTo>
                  <a:lnTo>
                    <a:pt x="6248127" y="9822"/>
                  </a:lnTo>
                  <a:lnTo>
                    <a:pt x="6248221" y="9822"/>
                  </a:lnTo>
                  <a:lnTo>
                    <a:pt x="6248315" y="9822"/>
                  </a:lnTo>
                  <a:lnTo>
                    <a:pt x="6248410" y="9822"/>
                  </a:lnTo>
                  <a:lnTo>
                    <a:pt x="6248504" y="9822"/>
                  </a:lnTo>
                  <a:lnTo>
                    <a:pt x="6248598" y="9822"/>
                  </a:lnTo>
                  <a:lnTo>
                    <a:pt x="6248692" y="9822"/>
                  </a:lnTo>
                  <a:lnTo>
                    <a:pt x="6248786" y="9822"/>
                  </a:lnTo>
                  <a:lnTo>
                    <a:pt x="6248786" y="4911"/>
                  </a:lnTo>
                  <a:lnTo>
                    <a:pt x="6248880" y="4911"/>
                  </a:lnTo>
                  <a:lnTo>
                    <a:pt x="6248974" y="4911"/>
                  </a:lnTo>
                  <a:lnTo>
                    <a:pt x="6249069" y="4911"/>
                  </a:lnTo>
                  <a:lnTo>
                    <a:pt x="6249163" y="4911"/>
                  </a:lnTo>
                  <a:lnTo>
                    <a:pt x="6249257" y="4911"/>
                  </a:lnTo>
                  <a:lnTo>
                    <a:pt x="6249351" y="4911"/>
                  </a:lnTo>
                  <a:lnTo>
                    <a:pt x="6249445" y="4911"/>
                  </a:lnTo>
                  <a:lnTo>
                    <a:pt x="6249539" y="4911"/>
                  </a:lnTo>
                  <a:lnTo>
                    <a:pt x="6249634" y="4911"/>
                  </a:lnTo>
                  <a:lnTo>
                    <a:pt x="6249728" y="4911"/>
                  </a:lnTo>
                  <a:lnTo>
                    <a:pt x="6249822" y="4911"/>
                  </a:lnTo>
                  <a:lnTo>
                    <a:pt x="6249916" y="4911"/>
                  </a:lnTo>
                  <a:lnTo>
                    <a:pt x="6250010" y="4911"/>
                  </a:lnTo>
                  <a:lnTo>
                    <a:pt x="6250104" y="4911"/>
                  </a:lnTo>
                  <a:lnTo>
                    <a:pt x="6250198" y="4911"/>
                  </a:lnTo>
                  <a:lnTo>
                    <a:pt x="6250293" y="4911"/>
                  </a:lnTo>
                  <a:lnTo>
                    <a:pt x="6250387" y="4911"/>
                  </a:lnTo>
                  <a:lnTo>
                    <a:pt x="6250481" y="4911"/>
                  </a:lnTo>
                  <a:lnTo>
                    <a:pt x="6250575" y="4911"/>
                  </a:lnTo>
                  <a:lnTo>
                    <a:pt x="6250669" y="4911"/>
                  </a:lnTo>
                  <a:lnTo>
                    <a:pt x="6250763" y="4911"/>
                  </a:lnTo>
                  <a:lnTo>
                    <a:pt x="6250857" y="4911"/>
                  </a:lnTo>
                  <a:lnTo>
                    <a:pt x="6250952" y="4911"/>
                  </a:lnTo>
                  <a:lnTo>
                    <a:pt x="6251046" y="4911"/>
                  </a:lnTo>
                  <a:lnTo>
                    <a:pt x="6251140" y="4911"/>
                  </a:lnTo>
                  <a:lnTo>
                    <a:pt x="6251234" y="4911"/>
                  </a:lnTo>
                  <a:lnTo>
                    <a:pt x="6251328" y="4911"/>
                  </a:lnTo>
                  <a:lnTo>
                    <a:pt x="6251422" y="4911"/>
                  </a:lnTo>
                  <a:lnTo>
                    <a:pt x="6251517" y="4911"/>
                  </a:lnTo>
                  <a:lnTo>
                    <a:pt x="6251611" y="4911"/>
                  </a:lnTo>
                  <a:lnTo>
                    <a:pt x="6251705" y="4911"/>
                  </a:lnTo>
                  <a:lnTo>
                    <a:pt x="6251799" y="4911"/>
                  </a:lnTo>
                  <a:lnTo>
                    <a:pt x="6251893" y="4911"/>
                  </a:lnTo>
                  <a:lnTo>
                    <a:pt x="6251987" y="4911"/>
                  </a:lnTo>
                  <a:lnTo>
                    <a:pt x="6252081" y="4911"/>
                  </a:lnTo>
                  <a:lnTo>
                    <a:pt x="6252176" y="4911"/>
                  </a:lnTo>
                  <a:lnTo>
                    <a:pt x="6252270" y="4911"/>
                  </a:lnTo>
                  <a:lnTo>
                    <a:pt x="6252364" y="4911"/>
                  </a:lnTo>
                  <a:lnTo>
                    <a:pt x="6252458" y="4911"/>
                  </a:lnTo>
                  <a:lnTo>
                    <a:pt x="6252552" y="4911"/>
                  </a:lnTo>
                  <a:lnTo>
                    <a:pt x="6252646" y="4911"/>
                  </a:lnTo>
                  <a:lnTo>
                    <a:pt x="6252741" y="4911"/>
                  </a:lnTo>
                  <a:lnTo>
                    <a:pt x="6252835" y="4911"/>
                  </a:lnTo>
                  <a:lnTo>
                    <a:pt x="6252929" y="4911"/>
                  </a:lnTo>
                  <a:lnTo>
                    <a:pt x="6253023" y="4911"/>
                  </a:lnTo>
                  <a:lnTo>
                    <a:pt x="6253117" y="4911"/>
                  </a:lnTo>
                  <a:lnTo>
                    <a:pt x="6253211" y="4911"/>
                  </a:lnTo>
                  <a:lnTo>
                    <a:pt x="6253305" y="4911"/>
                  </a:lnTo>
                  <a:lnTo>
                    <a:pt x="6253400" y="4911"/>
                  </a:lnTo>
                  <a:lnTo>
                    <a:pt x="6253494" y="4911"/>
                  </a:lnTo>
                  <a:lnTo>
                    <a:pt x="6253588" y="4911"/>
                  </a:lnTo>
                  <a:lnTo>
                    <a:pt x="6253682" y="4911"/>
                  </a:lnTo>
                  <a:lnTo>
                    <a:pt x="6253776" y="4911"/>
                  </a:lnTo>
                  <a:lnTo>
                    <a:pt x="6253870" y="4911"/>
                  </a:lnTo>
                  <a:lnTo>
                    <a:pt x="6253965" y="4911"/>
                  </a:lnTo>
                  <a:lnTo>
                    <a:pt x="6254059" y="4911"/>
                  </a:lnTo>
                  <a:lnTo>
                    <a:pt x="6254153" y="4911"/>
                  </a:lnTo>
                  <a:lnTo>
                    <a:pt x="6254247" y="4911"/>
                  </a:lnTo>
                  <a:lnTo>
                    <a:pt x="6254341" y="4911"/>
                  </a:lnTo>
                  <a:lnTo>
                    <a:pt x="6254435" y="4911"/>
                  </a:lnTo>
                  <a:lnTo>
                    <a:pt x="6254529" y="4911"/>
                  </a:lnTo>
                  <a:lnTo>
                    <a:pt x="6254624" y="4911"/>
                  </a:lnTo>
                  <a:lnTo>
                    <a:pt x="6254718" y="4911"/>
                  </a:lnTo>
                  <a:lnTo>
                    <a:pt x="6254812" y="4911"/>
                  </a:lnTo>
                  <a:lnTo>
                    <a:pt x="6254906" y="4911"/>
                  </a:lnTo>
                  <a:lnTo>
                    <a:pt x="6255000" y="4911"/>
                  </a:lnTo>
                  <a:lnTo>
                    <a:pt x="6255094" y="4911"/>
                  </a:lnTo>
                  <a:lnTo>
                    <a:pt x="6255188" y="4911"/>
                  </a:lnTo>
                  <a:lnTo>
                    <a:pt x="6255283" y="4911"/>
                  </a:lnTo>
                  <a:lnTo>
                    <a:pt x="6255377" y="4911"/>
                  </a:lnTo>
                  <a:lnTo>
                    <a:pt x="6255471" y="4911"/>
                  </a:lnTo>
                  <a:lnTo>
                    <a:pt x="6255565" y="4911"/>
                  </a:lnTo>
                  <a:lnTo>
                    <a:pt x="6255659" y="4911"/>
                  </a:lnTo>
                  <a:lnTo>
                    <a:pt x="6255753" y="4911"/>
                  </a:lnTo>
                  <a:lnTo>
                    <a:pt x="6255848" y="4911"/>
                  </a:lnTo>
                  <a:lnTo>
                    <a:pt x="6255942" y="4911"/>
                  </a:lnTo>
                  <a:lnTo>
                    <a:pt x="6256036" y="4911"/>
                  </a:lnTo>
                  <a:lnTo>
                    <a:pt x="6256130" y="4911"/>
                  </a:lnTo>
                  <a:lnTo>
                    <a:pt x="6256224" y="4911"/>
                  </a:lnTo>
                  <a:lnTo>
                    <a:pt x="6256318" y="4911"/>
                  </a:lnTo>
                  <a:lnTo>
                    <a:pt x="6256412" y="4911"/>
                  </a:lnTo>
                  <a:lnTo>
                    <a:pt x="6256507" y="4911"/>
                  </a:lnTo>
                  <a:lnTo>
                    <a:pt x="6256601" y="4911"/>
                  </a:lnTo>
                  <a:lnTo>
                    <a:pt x="6256695" y="4911"/>
                  </a:lnTo>
                  <a:lnTo>
                    <a:pt x="6256789" y="4911"/>
                  </a:lnTo>
                  <a:lnTo>
                    <a:pt x="6256883" y="4911"/>
                  </a:lnTo>
                  <a:lnTo>
                    <a:pt x="6256977" y="4911"/>
                  </a:lnTo>
                  <a:lnTo>
                    <a:pt x="6257072" y="4911"/>
                  </a:lnTo>
                  <a:lnTo>
                    <a:pt x="6257166" y="4911"/>
                  </a:lnTo>
                  <a:lnTo>
                    <a:pt x="6257260" y="4911"/>
                  </a:lnTo>
                  <a:lnTo>
                    <a:pt x="6257354" y="4911"/>
                  </a:lnTo>
                  <a:lnTo>
                    <a:pt x="6257448" y="4911"/>
                  </a:lnTo>
                  <a:lnTo>
                    <a:pt x="6257542" y="4911"/>
                  </a:lnTo>
                  <a:lnTo>
                    <a:pt x="6257636" y="4911"/>
                  </a:lnTo>
                  <a:lnTo>
                    <a:pt x="6257731" y="4911"/>
                  </a:lnTo>
                  <a:lnTo>
                    <a:pt x="6257825" y="4911"/>
                  </a:lnTo>
                  <a:lnTo>
                    <a:pt x="6257919" y="4911"/>
                  </a:lnTo>
                  <a:lnTo>
                    <a:pt x="6258013" y="4911"/>
                  </a:lnTo>
                  <a:lnTo>
                    <a:pt x="6258107" y="4911"/>
                  </a:lnTo>
                  <a:lnTo>
                    <a:pt x="6258201" y="4911"/>
                  </a:lnTo>
                  <a:lnTo>
                    <a:pt x="6258296" y="4911"/>
                  </a:lnTo>
                  <a:lnTo>
                    <a:pt x="6258390" y="4911"/>
                  </a:lnTo>
                  <a:lnTo>
                    <a:pt x="6258484" y="4911"/>
                  </a:lnTo>
                  <a:lnTo>
                    <a:pt x="6258578" y="4911"/>
                  </a:lnTo>
                  <a:lnTo>
                    <a:pt x="6258672" y="4911"/>
                  </a:lnTo>
                  <a:lnTo>
                    <a:pt x="6258766" y="4911"/>
                  </a:lnTo>
                  <a:lnTo>
                    <a:pt x="6258860" y="4911"/>
                  </a:lnTo>
                  <a:lnTo>
                    <a:pt x="6258955" y="4911"/>
                  </a:lnTo>
                  <a:lnTo>
                    <a:pt x="6259049" y="4911"/>
                  </a:lnTo>
                  <a:lnTo>
                    <a:pt x="6259143" y="4911"/>
                  </a:lnTo>
                  <a:lnTo>
                    <a:pt x="6259237" y="4911"/>
                  </a:lnTo>
                  <a:lnTo>
                    <a:pt x="6259331" y="4911"/>
                  </a:lnTo>
                  <a:lnTo>
                    <a:pt x="6259425" y="4911"/>
                  </a:lnTo>
                  <a:lnTo>
                    <a:pt x="6259519" y="4911"/>
                  </a:lnTo>
                  <a:lnTo>
                    <a:pt x="6259614" y="4911"/>
                  </a:lnTo>
                  <a:lnTo>
                    <a:pt x="6259708" y="4911"/>
                  </a:lnTo>
                  <a:lnTo>
                    <a:pt x="6259802" y="4911"/>
                  </a:lnTo>
                  <a:lnTo>
                    <a:pt x="6259896" y="4911"/>
                  </a:lnTo>
                  <a:lnTo>
                    <a:pt x="6259990" y="4911"/>
                  </a:lnTo>
                  <a:lnTo>
                    <a:pt x="6260084" y="4911"/>
                  </a:lnTo>
                  <a:lnTo>
                    <a:pt x="6260179" y="4911"/>
                  </a:lnTo>
                  <a:lnTo>
                    <a:pt x="6260273" y="4911"/>
                  </a:lnTo>
                  <a:lnTo>
                    <a:pt x="6260367" y="4911"/>
                  </a:lnTo>
                  <a:lnTo>
                    <a:pt x="6260461" y="4911"/>
                  </a:lnTo>
                  <a:lnTo>
                    <a:pt x="6260555" y="4911"/>
                  </a:lnTo>
                  <a:lnTo>
                    <a:pt x="6260649" y="4911"/>
                  </a:lnTo>
                  <a:lnTo>
                    <a:pt x="6260743" y="4911"/>
                  </a:lnTo>
                  <a:lnTo>
                    <a:pt x="6260838" y="4911"/>
                  </a:lnTo>
                  <a:lnTo>
                    <a:pt x="6260932" y="4911"/>
                  </a:lnTo>
                  <a:lnTo>
                    <a:pt x="6261026" y="4911"/>
                  </a:lnTo>
                  <a:lnTo>
                    <a:pt x="6261120" y="4911"/>
                  </a:lnTo>
                  <a:lnTo>
                    <a:pt x="6261214" y="4911"/>
                  </a:lnTo>
                  <a:lnTo>
                    <a:pt x="6261308" y="4911"/>
                  </a:lnTo>
                  <a:lnTo>
                    <a:pt x="6261403" y="4911"/>
                  </a:lnTo>
                  <a:lnTo>
                    <a:pt x="6261497" y="4911"/>
                  </a:lnTo>
                  <a:lnTo>
                    <a:pt x="6261591" y="4911"/>
                  </a:lnTo>
                  <a:lnTo>
                    <a:pt x="6261685" y="4911"/>
                  </a:lnTo>
                  <a:lnTo>
                    <a:pt x="6261779" y="4911"/>
                  </a:lnTo>
                  <a:lnTo>
                    <a:pt x="6261873" y="4911"/>
                  </a:lnTo>
                  <a:lnTo>
                    <a:pt x="6261967" y="4911"/>
                  </a:lnTo>
                  <a:lnTo>
                    <a:pt x="6262062" y="4911"/>
                  </a:lnTo>
                  <a:lnTo>
                    <a:pt x="6262156" y="4911"/>
                  </a:lnTo>
                  <a:lnTo>
                    <a:pt x="6262250" y="4911"/>
                  </a:lnTo>
                  <a:lnTo>
                    <a:pt x="6262344" y="4911"/>
                  </a:lnTo>
                  <a:lnTo>
                    <a:pt x="6262438" y="4911"/>
                  </a:lnTo>
                  <a:lnTo>
                    <a:pt x="6262532" y="4911"/>
                  </a:lnTo>
                  <a:lnTo>
                    <a:pt x="6262627" y="4911"/>
                  </a:lnTo>
                  <a:lnTo>
                    <a:pt x="6262721" y="4911"/>
                  </a:lnTo>
                  <a:lnTo>
                    <a:pt x="6262815" y="4911"/>
                  </a:lnTo>
                  <a:lnTo>
                    <a:pt x="6262909" y="4911"/>
                  </a:lnTo>
                  <a:lnTo>
                    <a:pt x="6263003" y="4911"/>
                  </a:lnTo>
                  <a:lnTo>
                    <a:pt x="6263097" y="4911"/>
                  </a:lnTo>
                  <a:lnTo>
                    <a:pt x="6263191" y="4911"/>
                  </a:lnTo>
                  <a:lnTo>
                    <a:pt x="6263286" y="4911"/>
                  </a:lnTo>
                  <a:lnTo>
                    <a:pt x="6263380" y="4911"/>
                  </a:lnTo>
                  <a:lnTo>
                    <a:pt x="6263474" y="4911"/>
                  </a:lnTo>
                  <a:lnTo>
                    <a:pt x="6263568" y="4911"/>
                  </a:lnTo>
                  <a:lnTo>
                    <a:pt x="6263662" y="4911"/>
                  </a:lnTo>
                  <a:lnTo>
                    <a:pt x="6263756" y="4911"/>
                  </a:lnTo>
                  <a:lnTo>
                    <a:pt x="6263850" y="4911"/>
                  </a:lnTo>
                  <a:lnTo>
                    <a:pt x="6263945" y="4911"/>
                  </a:lnTo>
                  <a:lnTo>
                    <a:pt x="6264039" y="4911"/>
                  </a:lnTo>
                  <a:lnTo>
                    <a:pt x="6264133" y="4911"/>
                  </a:lnTo>
                  <a:lnTo>
                    <a:pt x="6264227" y="4911"/>
                  </a:lnTo>
                  <a:lnTo>
                    <a:pt x="6264321" y="4911"/>
                  </a:lnTo>
                  <a:lnTo>
                    <a:pt x="6264415" y="4911"/>
                  </a:lnTo>
                  <a:lnTo>
                    <a:pt x="6264510" y="4911"/>
                  </a:lnTo>
                  <a:lnTo>
                    <a:pt x="6264604" y="4911"/>
                  </a:lnTo>
                  <a:lnTo>
                    <a:pt x="6264698" y="4911"/>
                  </a:lnTo>
                  <a:lnTo>
                    <a:pt x="6264792" y="4911"/>
                  </a:lnTo>
                  <a:lnTo>
                    <a:pt x="6264886" y="4911"/>
                  </a:lnTo>
                  <a:lnTo>
                    <a:pt x="6264980" y="4911"/>
                  </a:lnTo>
                  <a:lnTo>
                    <a:pt x="6265074" y="4911"/>
                  </a:lnTo>
                  <a:lnTo>
                    <a:pt x="6265169" y="4911"/>
                  </a:lnTo>
                  <a:lnTo>
                    <a:pt x="6265263" y="4911"/>
                  </a:lnTo>
                  <a:lnTo>
                    <a:pt x="6265357" y="4911"/>
                  </a:lnTo>
                  <a:lnTo>
                    <a:pt x="6265451" y="4911"/>
                  </a:lnTo>
                  <a:lnTo>
                    <a:pt x="6265545" y="4911"/>
                  </a:lnTo>
                  <a:lnTo>
                    <a:pt x="6265639" y="4911"/>
                  </a:lnTo>
                  <a:lnTo>
                    <a:pt x="6265734" y="4911"/>
                  </a:lnTo>
                  <a:lnTo>
                    <a:pt x="6265828" y="4911"/>
                  </a:lnTo>
                  <a:lnTo>
                    <a:pt x="6265922" y="4911"/>
                  </a:lnTo>
                  <a:lnTo>
                    <a:pt x="6266016" y="4911"/>
                  </a:lnTo>
                  <a:lnTo>
                    <a:pt x="6266110" y="4911"/>
                  </a:lnTo>
                  <a:lnTo>
                    <a:pt x="6266204" y="4911"/>
                  </a:lnTo>
                  <a:lnTo>
                    <a:pt x="6266298" y="4911"/>
                  </a:lnTo>
                  <a:lnTo>
                    <a:pt x="6266393" y="4911"/>
                  </a:lnTo>
                  <a:lnTo>
                    <a:pt x="6266487" y="4911"/>
                  </a:lnTo>
                  <a:lnTo>
                    <a:pt x="6266581" y="4911"/>
                  </a:lnTo>
                  <a:lnTo>
                    <a:pt x="6266675" y="4911"/>
                  </a:lnTo>
                  <a:lnTo>
                    <a:pt x="6266769" y="4911"/>
                  </a:lnTo>
                  <a:lnTo>
                    <a:pt x="6266863" y="4911"/>
                  </a:lnTo>
                  <a:lnTo>
                    <a:pt x="6266958" y="4911"/>
                  </a:lnTo>
                  <a:lnTo>
                    <a:pt x="6267052" y="4911"/>
                  </a:lnTo>
                  <a:lnTo>
                    <a:pt x="6267146" y="4911"/>
                  </a:lnTo>
                  <a:lnTo>
                    <a:pt x="6267240" y="4911"/>
                  </a:lnTo>
                  <a:lnTo>
                    <a:pt x="6267334" y="4911"/>
                  </a:lnTo>
                  <a:lnTo>
                    <a:pt x="6267428" y="4911"/>
                  </a:lnTo>
                  <a:lnTo>
                    <a:pt x="6267522" y="4911"/>
                  </a:lnTo>
                  <a:lnTo>
                    <a:pt x="6267617" y="4911"/>
                  </a:lnTo>
                  <a:lnTo>
                    <a:pt x="6267711" y="4911"/>
                  </a:lnTo>
                  <a:lnTo>
                    <a:pt x="6267805" y="4911"/>
                  </a:lnTo>
                  <a:lnTo>
                    <a:pt x="6267899" y="4911"/>
                  </a:lnTo>
                  <a:lnTo>
                    <a:pt x="6267993" y="4911"/>
                  </a:lnTo>
                  <a:lnTo>
                    <a:pt x="6268087" y="4911"/>
                  </a:lnTo>
                  <a:lnTo>
                    <a:pt x="6268181" y="4911"/>
                  </a:lnTo>
                  <a:lnTo>
                    <a:pt x="6268276" y="4911"/>
                  </a:lnTo>
                  <a:lnTo>
                    <a:pt x="6268370" y="4911"/>
                  </a:lnTo>
                  <a:lnTo>
                    <a:pt x="6268464" y="4911"/>
                  </a:lnTo>
                  <a:lnTo>
                    <a:pt x="6268558" y="4911"/>
                  </a:lnTo>
                  <a:lnTo>
                    <a:pt x="6268652" y="4911"/>
                  </a:lnTo>
                  <a:lnTo>
                    <a:pt x="6268746" y="4911"/>
                  </a:lnTo>
                  <a:lnTo>
                    <a:pt x="6268841" y="4911"/>
                  </a:lnTo>
                  <a:lnTo>
                    <a:pt x="6268935" y="4911"/>
                  </a:lnTo>
                  <a:lnTo>
                    <a:pt x="6269029" y="4911"/>
                  </a:lnTo>
                  <a:lnTo>
                    <a:pt x="6269123" y="4911"/>
                  </a:lnTo>
                  <a:lnTo>
                    <a:pt x="6269217" y="4911"/>
                  </a:lnTo>
                  <a:lnTo>
                    <a:pt x="6269311" y="4911"/>
                  </a:lnTo>
                  <a:lnTo>
                    <a:pt x="6269405" y="4911"/>
                  </a:lnTo>
                  <a:lnTo>
                    <a:pt x="6269500" y="4911"/>
                  </a:lnTo>
                  <a:lnTo>
                    <a:pt x="6269594" y="4911"/>
                  </a:lnTo>
                  <a:lnTo>
                    <a:pt x="6269688" y="4911"/>
                  </a:lnTo>
                  <a:lnTo>
                    <a:pt x="6269782" y="4911"/>
                  </a:lnTo>
                  <a:lnTo>
                    <a:pt x="6269876" y="4911"/>
                  </a:lnTo>
                  <a:lnTo>
                    <a:pt x="6269970" y="4911"/>
                  </a:lnTo>
                  <a:lnTo>
                    <a:pt x="6270065" y="4911"/>
                  </a:lnTo>
                  <a:lnTo>
                    <a:pt x="6270159" y="4911"/>
                  </a:lnTo>
                  <a:lnTo>
                    <a:pt x="6270253" y="4911"/>
                  </a:lnTo>
                  <a:lnTo>
                    <a:pt x="6270347" y="4911"/>
                  </a:lnTo>
                  <a:lnTo>
                    <a:pt x="6270441" y="4911"/>
                  </a:lnTo>
                  <a:lnTo>
                    <a:pt x="6270535" y="4911"/>
                  </a:lnTo>
                  <a:lnTo>
                    <a:pt x="6270629" y="4911"/>
                  </a:lnTo>
                  <a:lnTo>
                    <a:pt x="6270724" y="4911"/>
                  </a:lnTo>
                  <a:lnTo>
                    <a:pt x="6270818" y="4911"/>
                  </a:lnTo>
                  <a:lnTo>
                    <a:pt x="6270912" y="4911"/>
                  </a:lnTo>
                  <a:lnTo>
                    <a:pt x="6271006" y="4911"/>
                  </a:lnTo>
                  <a:lnTo>
                    <a:pt x="6271100" y="4911"/>
                  </a:lnTo>
                  <a:lnTo>
                    <a:pt x="6271194" y="4911"/>
                  </a:lnTo>
                  <a:lnTo>
                    <a:pt x="6271289" y="4911"/>
                  </a:lnTo>
                  <a:lnTo>
                    <a:pt x="6271383" y="4911"/>
                  </a:lnTo>
                  <a:lnTo>
                    <a:pt x="6271477" y="4911"/>
                  </a:lnTo>
                  <a:lnTo>
                    <a:pt x="6271571" y="4911"/>
                  </a:lnTo>
                  <a:lnTo>
                    <a:pt x="6271665" y="4911"/>
                  </a:lnTo>
                  <a:lnTo>
                    <a:pt x="6271759" y="4911"/>
                  </a:lnTo>
                  <a:lnTo>
                    <a:pt x="6271853" y="4911"/>
                  </a:lnTo>
                  <a:lnTo>
                    <a:pt x="6271948" y="4911"/>
                  </a:lnTo>
                  <a:lnTo>
                    <a:pt x="6272042" y="4911"/>
                  </a:lnTo>
                  <a:lnTo>
                    <a:pt x="6272136" y="4911"/>
                  </a:lnTo>
                  <a:lnTo>
                    <a:pt x="6272230" y="4911"/>
                  </a:lnTo>
                  <a:lnTo>
                    <a:pt x="6272324" y="4911"/>
                  </a:lnTo>
                  <a:lnTo>
                    <a:pt x="6272418" y="4911"/>
                  </a:lnTo>
                  <a:lnTo>
                    <a:pt x="6272512" y="4911"/>
                  </a:lnTo>
                  <a:lnTo>
                    <a:pt x="6272607" y="4911"/>
                  </a:lnTo>
                  <a:lnTo>
                    <a:pt x="6272701" y="4911"/>
                  </a:lnTo>
                  <a:lnTo>
                    <a:pt x="6272795" y="4911"/>
                  </a:lnTo>
                  <a:lnTo>
                    <a:pt x="6272889" y="4911"/>
                  </a:lnTo>
                  <a:lnTo>
                    <a:pt x="6272983" y="4911"/>
                  </a:lnTo>
                  <a:lnTo>
                    <a:pt x="6273077" y="4911"/>
                  </a:lnTo>
                  <a:lnTo>
                    <a:pt x="6273172" y="4911"/>
                  </a:lnTo>
                  <a:lnTo>
                    <a:pt x="6273266" y="4911"/>
                  </a:lnTo>
                  <a:lnTo>
                    <a:pt x="6273360" y="4911"/>
                  </a:lnTo>
                  <a:lnTo>
                    <a:pt x="6273454" y="4911"/>
                  </a:lnTo>
                  <a:lnTo>
                    <a:pt x="6273548" y="4911"/>
                  </a:lnTo>
                  <a:lnTo>
                    <a:pt x="6273642" y="4911"/>
                  </a:lnTo>
                  <a:lnTo>
                    <a:pt x="6273736" y="4911"/>
                  </a:lnTo>
                  <a:lnTo>
                    <a:pt x="6273831" y="4911"/>
                  </a:lnTo>
                  <a:lnTo>
                    <a:pt x="6273925" y="4911"/>
                  </a:lnTo>
                  <a:lnTo>
                    <a:pt x="6274019" y="4911"/>
                  </a:lnTo>
                  <a:lnTo>
                    <a:pt x="6274113" y="4911"/>
                  </a:lnTo>
                  <a:lnTo>
                    <a:pt x="6274207" y="4911"/>
                  </a:lnTo>
                  <a:lnTo>
                    <a:pt x="6274301" y="4911"/>
                  </a:lnTo>
                  <a:lnTo>
                    <a:pt x="6274396" y="4911"/>
                  </a:lnTo>
                  <a:lnTo>
                    <a:pt x="6274490" y="4911"/>
                  </a:lnTo>
                  <a:lnTo>
                    <a:pt x="6274584" y="4911"/>
                  </a:lnTo>
                  <a:lnTo>
                    <a:pt x="6274678" y="4911"/>
                  </a:lnTo>
                  <a:lnTo>
                    <a:pt x="6274772" y="4911"/>
                  </a:lnTo>
                  <a:lnTo>
                    <a:pt x="6274866" y="4911"/>
                  </a:lnTo>
                  <a:lnTo>
                    <a:pt x="6274960" y="4911"/>
                  </a:lnTo>
                  <a:lnTo>
                    <a:pt x="6275055" y="4911"/>
                  </a:lnTo>
                  <a:lnTo>
                    <a:pt x="6275149" y="4911"/>
                  </a:lnTo>
                  <a:lnTo>
                    <a:pt x="6275243" y="4911"/>
                  </a:lnTo>
                  <a:lnTo>
                    <a:pt x="6275337" y="4911"/>
                  </a:lnTo>
                  <a:lnTo>
                    <a:pt x="6275431" y="4911"/>
                  </a:lnTo>
                  <a:lnTo>
                    <a:pt x="6275525" y="4911"/>
                  </a:lnTo>
                  <a:lnTo>
                    <a:pt x="6275620" y="4911"/>
                  </a:lnTo>
                  <a:lnTo>
                    <a:pt x="6275714" y="4911"/>
                  </a:lnTo>
                  <a:lnTo>
                    <a:pt x="6275808" y="4911"/>
                  </a:lnTo>
                  <a:lnTo>
                    <a:pt x="6275902" y="4911"/>
                  </a:lnTo>
                  <a:lnTo>
                    <a:pt x="6275996" y="4911"/>
                  </a:lnTo>
                  <a:lnTo>
                    <a:pt x="6276090" y="4911"/>
                  </a:lnTo>
                  <a:lnTo>
                    <a:pt x="6276184" y="4911"/>
                  </a:lnTo>
                  <a:lnTo>
                    <a:pt x="6276279" y="4911"/>
                  </a:lnTo>
                  <a:lnTo>
                    <a:pt x="6276373" y="4911"/>
                  </a:lnTo>
                  <a:lnTo>
                    <a:pt x="6276467" y="4911"/>
                  </a:lnTo>
                  <a:lnTo>
                    <a:pt x="6276561" y="4911"/>
                  </a:lnTo>
                  <a:lnTo>
                    <a:pt x="6276655" y="4911"/>
                  </a:lnTo>
                  <a:lnTo>
                    <a:pt x="6276749" y="4911"/>
                  </a:lnTo>
                  <a:lnTo>
                    <a:pt x="6276843" y="4911"/>
                  </a:lnTo>
                  <a:lnTo>
                    <a:pt x="6276938" y="4911"/>
                  </a:lnTo>
                  <a:lnTo>
                    <a:pt x="6277032" y="4911"/>
                  </a:lnTo>
                  <a:lnTo>
                    <a:pt x="6277126" y="4911"/>
                  </a:lnTo>
                  <a:lnTo>
                    <a:pt x="6277220" y="4911"/>
                  </a:lnTo>
                  <a:lnTo>
                    <a:pt x="6277314" y="4911"/>
                  </a:lnTo>
                  <a:lnTo>
                    <a:pt x="6277408" y="4911"/>
                  </a:lnTo>
                  <a:lnTo>
                    <a:pt x="6277503" y="4911"/>
                  </a:lnTo>
                  <a:lnTo>
                    <a:pt x="6277597" y="4911"/>
                  </a:lnTo>
                  <a:lnTo>
                    <a:pt x="6277691" y="4911"/>
                  </a:lnTo>
                  <a:lnTo>
                    <a:pt x="6277785" y="4911"/>
                  </a:lnTo>
                  <a:lnTo>
                    <a:pt x="6277879" y="4911"/>
                  </a:lnTo>
                  <a:lnTo>
                    <a:pt x="6277973" y="4911"/>
                  </a:lnTo>
                  <a:lnTo>
                    <a:pt x="6278067" y="4911"/>
                  </a:lnTo>
                  <a:lnTo>
                    <a:pt x="6278162" y="4911"/>
                  </a:lnTo>
                  <a:lnTo>
                    <a:pt x="6278256" y="4911"/>
                  </a:lnTo>
                  <a:lnTo>
                    <a:pt x="6278350" y="4911"/>
                  </a:lnTo>
                  <a:lnTo>
                    <a:pt x="6278444" y="4911"/>
                  </a:lnTo>
                  <a:lnTo>
                    <a:pt x="6278538" y="4911"/>
                  </a:lnTo>
                  <a:lnTo>
                    <a:pt x="6278632" y="4911"/>
                  </a:lnTo>
                  <a:lnTo>
                    <a:pt x="6278727" y="4911"/>
                  </a:lnTo>
                  <a:lnTo>
                    <a:pt x="6278821" y="4911"/>
                  </a:lnTo>
                  <a:lnTo>
                    <a:pt x="6278915" y="4911"/>
                  </a:lnTo>
                  <a:lnTo>
                    <a:pt x="6279009" y="4911"/>
                  </a:lnTo>
                  <a:lnTo>
                    <a:pt x="6279103" y="4911"/>
                  </a:lnTo>
                  <a:lnTo>
                    <a:pt x="6279197" y="4911"/>
                  </a:lnTo>
                  <a:lnTo>
                    <a:pt x="6279291" y="4911"/>
                  </a:lnTo>
                  <a:lnTo>
                    <a:pt x="6279386" y="4911"/>
                  </a:lnTo>
                  <a:lnTo>
                    <a:pt x="6279480" y="4911"/>
                  </a:lnTo>
                  <a:lnTo>
                    <a:pt x="6279574" y="4911"/>
                  </a:lnTo>
                  <a:lnTo>
                    <a:pt x="6279668" y="4911"/>
                  </a:lnTo>
                  <a:lnTo>
                    <a:pt x="6279762" y="4911"/>
                  </a:lnTo>
                  <a:lnTo>
                    <a:pt x="6279856" y="4911"/>
                  </a:lnTo>
                  <a:lnTo>
                    <a:pt x="6279951" y="4911"/>
                  </a:lnTo>
                  <a:lnTo>
                    <a:pt x="6280045" y="4911"/>
                  </a:lnTo>
                  <a:lnTo>
                    <a:pt x="6280139" y="4911"/>
                  </a:lnTo>
                  <a:lnTo>
                    <a:pt x="6280233" y="4911"/>
                  </a:lnTo>
                  <a:lnTo>
                    <a:pt x="6280327" y="4911"/>
                  </a:lnTo>
                  <a:lnTo>
                    <a:pt x="6280421" y="4911"/>
                  </a:lnTo>
                  <a:lnTo>
                    <a:pt x="6280515" y="4911"/>
                  </a:lnTo>
                  <a:lnTo>
                    <a:pt x="6280610" y="4911"/>
                  </a:lnTo>
                  <a:lnTo>
                    <a:pt x="6280704" y="4911"/>
                  </a:lnTo>
                  <a:lnTo>
                    <a:pt x="6280798" y="4911"/>
                  </a:lnTo>
                  <a:lnTo>
                    <a:pt x="6280892" y="4911"/>
                  </a:lnTo>
                  <a:lnTo>
                    <a:pt x="6280986" y="4911"/>
                  </a:lnTo>
                  <a:lnTo>
                    <a:pt x="6281080" y="4911"/>
                  </a:lnTo>
                  <a:lnTo>
                    <a:pt x="6281174" y="4911"/>
                  </a:lnTo>
                  <a:lnTo>
                    <a:pt x="6281269" y="4911"/>
                  </a:lnTo>
                  <a:lnTo>
                    <a:pt x="6281363" y="4911"/>
                  </a:lnTo>
                  <a:lnTo>
                    <a:pt x="6281457" y="4911"/>
                  </a:lnTo>
                  <a:lnTo>
                    <a:pt x="6281551" y="4911"/>
                  </a:lnTo>
                  <a:lnTo>
                    <a:pt x="6281645" y="4911"/>
                  </a:lnTo>
                  <a:lnTo>
                    <a:pt x="6281739" y="4911"/>
                  </a:lnTo>
                  <a:lnTo>
                    <a:pt x="6281834" y="4911"/>
                  </a:lnTo>
                  <a:lnTo>
                    <a:pt x="6281928" y="4911"/>
                  </a:lnTo>
                  <a:lnTo>
                    <a:pt x="6282022" y="4911"/>
                  </a:lnTo>
                  <a:lnTo>
                    <a:pt x="6282116" y="4911"/>
                  </a:lnTo>
                  <a:lnTo>
                    <a:pt x="6282210" y="4911"/>
                  </a:lnTo>
                  <a:lnTo>
                    <a:pt x="6282304" y="4911"/>
                  </a:lnTo>
                  <a:lnTo>
                    <a:pt x="6282398" y="4911"/>
                  </a:lnTo>
                  <a:lnTo>
                    <a:pt x="6282493" y="4911"/>
                  </a:lnTo>
                  <a:lnTo>
                    <a:pt x="6282587" y="4911"/>
                  </a:lnTo>
                  <a:lnTo>
                    <a:pt x="6282681" y="4911"/>
                  </a:lnTo>
                  <a:lnTo>
                    <a:pt x="6282775" y="4911"/>
                  </a:lnTo>
                  <a:lnTo>
                    <a:pt x="6282869" y="4911"/>
                  </a:lnTo>
                  <a:lnTo>
                    <a:pt x="6282963" y="4911"/>
                  </a:lnTo>
                  <a:lnTo>
                    <a:pt x="6283058" y="4911"/>
                  </a:lnTo>
                  <a:lnTo>
                    <a:pt x="6283152" y="4911"/>
                  </a:lnTo>
                  <a:lnTo>
                    <a:pt x="6283246" y="4911"/>
                  </a:lnTo>
                  <a:lnTo>
                    <a:pt x="6283340" y="4911"/>
                  </a:lnTo>
                  <a:lnTo>
                    <a:pt x="6283434" y="4911"/>
                  </a:lnTo>
                  <a:lnTo>
                    <a:pt x="6283528" y="4911"/>
                  </a:lnTo>
                  <a:lnTo>
                    <a:pt x="6283622" y="4911"/>
                  </a:lnTo>
                  <a:lnTo>
                    <a:pt x="6283717" y="4911"/>
                  </a:lnTo>
                  <a:lnTo>
                    <a:pt x="6283811" y="4911"/>
                  </a:lnTo>
                  <a:lnTo>
                    <a:pt x="6283905" y="4911"/>
                  </a:lnTo>
                  <a:lnTo>
                    <a:pt x="6283999" y="4911"/>
                  </a:lnTo>
                  <a:lnTo>
                    <a:pt x="6284093" y="4911"/>
                  </a:lnTo>
                  <a:lnTo>
                    <a:pt x="6284187" y="4911"/>
                  </a:lnTo>
                  <a:lnTo>
                    <a:pt x="6284282" y="4911"/>
                  </a:lnTo>
                  <a:lnTo>
                    <a:pt x="6284376" y="4911"/>
                  </a:lnTo>
                  <a:lnTo>
                    <a:pt x="6284470" y="4911"/>
                  </a:lnTo>
                  <a:lnTo>
                    <a:pt x="6284564" y="4911"/>
                  </a:lnTo>
                  <a:lnTo>
                    <a:pt x="6284658" y="4911"/>
                  </a:lnTo>
                  <a:lnTo>
                    <a:pt x="6284752" y="4911"/>
                  </a:lnTo>
                  <a:lnTo>
                    <a:pt x="6284846" y="4911"/>
                  </a:lnTo>
                  <a:lnTo>
                    <a:pt x="6284941" y="4911"/>
                  </a:lnTo>
                  <a:lnTo>
                    <a:pt x="6285035" y="4911"/>
                  </a:lnTo>
                  <a:lnTo>
                    <a:pt x="6285129" y="4911"/>
                  </a:lnTo>
                  <a:lnTo>
                    <a:pt x="6285223" y="4911"/>
                  </a:lnTo>
                  <a:lnTo>
                    <a:pt x="6285317" y="4911"/>
                  </a:lnTo>
                  <a:lnTo>
                    <a:pt x="6285411" y="4911"/>
                  </a:lnTo>
                  <a:lnTo>
                    <a:pt x="6285505" y="4911"/>
                  </a:lnTo>
                  <a:lnTo>
                    <a:pt x="6285600" y="4911"/>
                  </a:lnTo>
                  <a:lnTo>
                    <a:pt x="6285694" y="4911"/>
                  </a:lnTo>
                  <a:lnTo>
                    <a:pt x="6285788" y="4911"/>
                  </a:lnTo>
                  <a:lnTo>
                    <a:pt x="6285882" y="4911"/>
                  </a:lnTo>
                  <a:lnTo>
                    <a:pt x="6285976" y="4911"/>
                  </a:lnTo>
                  <a:lnTo>
                    <a:pt x="6286070" y="4911"/>
                  </a:lnTo>
                  <a:lnTo>
                    <a:pt x="6286165" y="4911"/>
                  </a:lnTo>
                  <a:lnTo>
                    <a:pt x="6286259" y="4911"/>
                  </a:lnTo>
                  <a:lnTo>
                    <a:pt x="6286353" y="4911"/>
                  </a:lnTo>
                  <a:lnTo>
                    <a:pt x="6286447" y="4911"/>
                  </a:lnTo>
                  <a:lnTo>
                    <a:pt x="6286541" y="4911"/>
                  </a:lnTo>
                  <a:lnTo>
                    <a:pt x="6286635" y="4911"/>
                  </a:lnTo>
                  <a:lnTo>
                    <a:pt x="6286729" y="4911"/>
                  </a:lnTo>
                  <a:lnTo>
                    <a:pt x="6286824" y="4911"/>
                  </a:lnTo>
                  <a:lnTo>
                    <a:pt x="6286918" y="4911"/>
                  </a:lnTo>
                  <a:lnTo>
                    <a:pt x="6287012" y="4911"/>
                  </a:lnTo>
                  <a:lnTo>
                    <a:pt x="6287106" y="4911"/>
                  </a:lnTo>
                  <a:lnTo>
                    <a:pt x="6287200" y="4911"/>
                  </a:lnTo>
                  <a:lnTo>
                    <a:pt x="6287294" y="4911"/>
                  </a:lnTo>
                  <a:lnTo>
                    <a:pt x="6287389" y="4911"/>
                  </a:lnTo>
                  <a:lnTo>
                    <a:pt x="6287483" y="4911"/>
                  </a:lnTo>
                  <a:lnTo>
                    <a:pt x="6287577" y="4911"/>
                  </a:lnTo>
                  <a:lnTo>
                    <a:pt x="6287671" y="4911"/>
                  </a:lnTo>
                  <a:lnTo>
                    <a:pt x="6287765" y="4911"/>
                  </a:lnTo>
                  <a:lnTo>
                    <a:pt x="6287859" y="4911"/>
                  </a:lnTo>
                  <a:lnTo>
                    <a:pt x="6287953" y="4911"/>
                  </a:lnTo>
                  <a:lnTo>
                    <a:pt x="6288048" y="4911"/>
                  </a:lnTo>
                  <a:lnTo>
                    <a:pt x="6288142" y="4911"/>
                  </a:lnTo>
                  <a:lnTo>
                    <a:pt x="6288236" y="4911"/>
                  </a:lnTo>
                  <a:lnTo>
                    <a:pt x="6288330" y="4911"/>
                  </a:lnTo>
                  <a:lnTo>
                    <a:pt x="6288424" y="4911"/>
                  </a:lnTo>
                  <a:lnTo>
                    <a:pt x="6288518" y="4911"/>
                  </a:lnTo>
                  <a:lnTo>
                    <a:pt x="6288613" y="4911"/>
                  </a:lnTo>
                  <a:lnTo>
                    <a:pt x="6288707" y="4911"/>
                  </a:lnTo>
                  <a:lnTo>
                    <a:pt x="6288801" y="4911"/>
                  </a:lnTo>
                  <a:lnTo>
                    <a:pt x="6288895" y="4911"/>
                  </a:lnTo>
                  <a:lnTo>
                    <a:pt x="6288989" y="4911"/>
                  </a:lnTo>
                  <a:lnTo>
                    <a:pt x="6289083" y="4911"/>
                  </a:lnTo>
                  <a:lnTo>
                    <a:pt x="6289177" y="4911"/>
                  </a:lnTo>
                  <a:lnTo>
                    <a:pt x="6289272" y="4911"/>
                  </a:lnTo>
                  <a:lnTo>
                    <a:pt x="6289366" y="4911"/>
                  </a:lnTo>
                  <a:lnTo>
                    <a:pt x="6289460" y="4911"/>
                  </a:lnTo>
                  <a:lnTo>
                    <a:pt x="6289554" y="4911"/>
                  </a:lnTo>
                  <a:lnTo>
                    <a:pt x="6289648" y="4911"/>
                  </a:lnTo>
                  <a:lnTo>
                    <a:pt x="6289742" y="4911"/>
                  </a:lnTo>
                  <a:lnTo>
                    <a:pt x="6289836" y="4911"/>
                  </a:lnTo>
                  <a:lnTo>
                    <a:pt x="6289931" y="4911"/>
                  </a:lnTo>
                  <a:lnTo>
                    <a:pt x="6290025" y="4911"/>
                  </a:lnTo>
                  <a:lnTo>
                    <a:pt x="6290119" y="4911"/>
                  </a:lnTo>
                  <a:lnTo>
                    <a:pt x="6290213" y="4911"/>
                  </a:lnTo>
                  <a:lnTo>
                    <a:pt x="6290307" y="4911"/>
                  </a:lnTo>
                  <a:lnTo>
                    <a:pt x="6290401" y="4911"/>
                  </a:lnTo>
                  <a:lnTo>
                    <a:pt x="6290496" y="4911"/>
                  </a:lnTo>
                  <a:lnTo>
                    <a:pt x="6290590" y="4911"/>
                  </a:lnTo>
                  <a:lnTo>
                    <a:pt x="6290684" y="4911"/>
                  </a:lnTo>
                  <a:lnTo>
                    <a:pt x="6290778" y="4911"/>
                  </a:lnTo>
                  <a:lnTo>
                    <a:pt x="6290872" y="4911"/>
                  </a:lnTo>
                  <a:lnTo>
                    <a:pt x="6290966" y="4911"/>
                  </a:lnTo>
                  <a:lnTo>
                    <a:pt x="6291060" y="4911"/>
                  </a:lnTo>
                  <a:lnTo>
                    <a:pt x="6291155" y="4911"/>
                  </a:lnTo>
                  <a:lnTo>
                    <a:pt x="6291249" y="4911"/>
                  </a:lnTo>
                  <a:lnTo>
                    <a:pt x="6291343" y="4911"/>
                  </a:lnTo>
                  <a:lnTo>
                    <a:pt x="6291437" y="4911"/>
                  </a:lnTo>
                  <a:lnTo>
                    <a:pt x="6291531" y="4911"/>
                  </a:lnTo>
                  <a:lnTo>
                    <a:pt x="6291625" y="4911"/>
                  </a:lnTo>
                  <a:lnTo>
                    <a:pt x="6291720" y="4911"/>
                  </a:lnTo>
                  <a:lnTo>
                    <a:pt x="6291814" y="4911"/>
                  </a:lnTo>
                  <a:lnTo>
                    <a:pt x="6291908" y="4911"/>
                  </a:lnTo>
                  <a:lnTo>
                    <a:pt x="6292002" y="4911"/>
                  </a:lnTo>
                  <a:lnTo>
                    <a:pt x="6292096" y="4911"/>
                  </a:lnTo>
                  <a:lnTo>
                    <a:pt x="6292190" y="4911"/>
                  </a:lnTo>
                  <a:lnTo>
                    <a:pt x="6292284" y="4911"/>
                  </a:lnTo>
                  <a:lnTo>
                    <a:pt x="6292379" y="4911"/>
                  </a:lnTo>
                  <a:lnTo>
                    <a:pt x="6292473" y="4911"/>
                  </a:lnTo>
                  <a:lnTo>
                    <a:pt x="6292567" y="4911"/>
                  </a:lnTo>
                  <a:lnTo>
                    <a:pt x="6292661" y="4911"/>
                  </a:lnTo>
                  <a:lnTo>
                    <a:pt x="6292755" y="4911"/>
                  </a:lnTo>
                  <a:lnTo>
                    <a:pt x="6292849" y="4911"/>
                  </a:lnTo>
                  <a:lnTo>
                    <a:pt x="6292944" y="4911"/>
                  </a:lnTo>
                  <a:lnTo>
                    <a:pt x="6293038" y="4911"/>
                  </a:lnTo>
                  <a:lnTo>
                    <a:pt x="6293132" y="4911"/>
                  </a:lnTo>
                  <a:lnTo>
                    <a:pt x="6293226" y="4911"/>
                  </a:lnTo>
                  <a:lnTo>
                    <a:pt x="6293320" y="4911"/>
                  </a:lnTo>
                  <a:lnTo>
                    <a:pt x="6293414" y="4911"/>
                  </a:lnTo>
                  <a:lnTo>
                    <a:pt x="6293508" y="4911"/>
                  </a:lnTo>
                  <a:lnTo>
                    <a:pt x="6293603" y="4911"/>
                  </a:lnTo>
                  <a:lnTo>
                    <a:pt x="6293697" y="4911"/>
                  </a:lnTo>
                  <a:lnTo>
                    <a:pt x="6293791" y="4911"/>
                  </a:lnTo>
                  <a:lnTo>
                    <a:pt x="6293885" y="4911"/>
                  </a:lnTo>
                  <a:lnTo>
                    <a:pt x="6293979" y="4911"/>
                  </a:lnTo>
                  <a:lnTo>
                    <a:pt x="6294073" y="4911"/>
                  </a:lnTo>
                  <a:lnTo>
                    <a:pt x="6294167" y="4911"/>
                  </a:lnTo>
                  <a:lnTo>
                    <a:pt x="6294262" y="4911"/>
                  </a:lnTo>
                  <a:lnTo>
                    <a:pt x="6294356" y="4911"/>
                  </a:lnTo>
                  <a:lnTo>
                    <a:pt x="6294450" y="4911"/>
                  </a:lnTo>
                  <a:lnTo>
                    <a:pt x="6294544" y="4911"/>
                  </a:lnTo>
                  <a:lnTo>
                    <a:pt x="6294638" y="4911"/>
                  </a:lnTo>
                  <a:lnTo>
                    <a:pt x="6294732" y="4911"/>
                  </a:lnTo>
                  <a:lnTo>
                    <a:pt x="6294827" y="4911"/>
                  </a:lnTo>
                  <a:lnTo>
                    <a:pt x="6294921" y="4911"/>
                  </a:lnTo>
                  <a:lnTo>
                    <a:pt x="6295015" y="4911"/>
                  </a:lnTo>
                  <a:lnTo>
                    <a:pt x="6295109" y="4911"/>
                  </a:lnTo>
                  <a:lnTo>
                    <a:pt x="6295203" y="4911"/>
                  </a:lnTo>
                  <a:lnTo>
                    <a:pt x="6295297" y="4911"/>
                  </a:lnTo>
                  <a:lnTo>
                    <a:pt x="6295391" y="4911"/>
                  </a:lnTo>
                  <a:lnTo>
                    <a:pt x="6295486" y="4911"/>
                  </a:lnTo>
                  <a:lnTo>
                    <a:pt x="6295580" y="4911"/>
                  </a:lnTo>
                  <a:lnTo>
                    <a:pt x="6295674" y="4911"/>
                  </a:lnTo>
                  <a:lnTo>
                    <a:pt x="6295768" y="4911"/>
                  </a:lnTo>
                  <a:lnTo>
                    <a:pt x="6295862" y="4911"/>
                  </a:lnTo>
                  <a:lnTo>
                    <a:pt x="6295956" y="4911"/>
                  </a:lnTo>
                  <a:lnTo>
                    <a:pt x="6296051" y="4911"/>
                  </a:lnTo>
                  <a:lnTo>
                    <a:pt x="6296145" y="4911"/>
                  </a:lnTo>
                  <a:lnTo>
                    <a:pt x="6296239" y="4911"/>
                  </a:lnTo>
                  <a:lnTo>
                    <a:pt x="6296333" y="4911"/>
                  </a:lnTo>
                  <a:lnTo>
                    <a:pt x="6296427" y="4911"/>
                  </a:lnTo>
                  <a:lnTo>
                    <a:pt x="6296521" y="4911"/>
                  </a:lnTo>
                  <a:lnTo>
                    <a:pt x="6296615" y="4911"/>
                  </a:lnTo>
                  <a:lnTo>
                    <a:pt x="6296710" y="4911"/>
                  </a:lnTo>
                  <a:lnTo>
                    <a:pt x="6296804" y="4911"/>
                  </a:lnTo>
                  <a:lnTo>
                    <a:pt x="6296898" y="4911"/>
                  </a:lnTo>
                  <a:lnTo>
                    <a:pt x="6296992" y="4911"/>
                  </a:lnTo>
                  <a:lnTo>
                    <a:pt x="6297086" y="4911"/>
                  </a:lnTo>
                  <a:lnTo>
                    <a:pt x="6297180" y="4911"/>
                  </a:lnTo>
                  <a:lnTo>
                    <a:pt x="6297275" y="4911"/>
                  </a:lnTo>
                  <a:lnTo>
                    <a:pt x="6297369" y="4911"/>
                  </a:lnTo>
                  <a:lnTo>
                    <a:pt x="6297463" y="4911"/>
                  </a:lnTo>
                  <a:lnTo>
                    <a:pt x="6297557" y="4911"/>
                  </a:lnTo>
                  <a:lnTo>
                    <a:pt x="6297651" y="4911"/>
                  </a:lnTo>
                  <a:lnTo>
                    <a:pt x="6297745" y="4911"/>
                  </a:lnTo>
                  <a:lnTo>
                    <a:pt x="6297839" y="4911"/>
                  </a:lnTo>
                  <a:lnTo>
                    <a:pt x="6297934" y="4911"/>
                  </a:lnTo>
                  <a:lnTo>
                    <a:pt x="6298028" y="4911"/>
                  </a:lnTo>
                  <a:lnTo>
                    <a:pt x="6298122" y="4911"/>
                  </a:lnTo>
                  <a:lnTo>
                    <a:pt x="6298216" y="4911"/>
                  </a:lnTo>
                  <a:lnTo>
                    <a:pt x="6298310" y="4911"/>
                  </a:lnTo>
                  <a:lnTo>
                    <a:pt x="6298404" y="4911"/>
                  </a:lnTo>
                  <a:lnTo>
                    <a:pt x="6298498" y="4911"/>
                  </a:lnTo>
                  <a:lnTo>
                    <a:pt x="6298593" y="4911"/>
                  </a:lnTo>
                  <a:lnTo>
                    <a:pt x="6298687" y="4911"/>
                  </a:lnTo>
                  <a:lnTo>
                    <a:pt x="6298781" y="4911"/>
                  </a:lnTo>
                  <a:lnTo>
                    <a:pt x="6298875" y="4911"/>
                  </a:lnTo>
                  <a:lnTo>
                    <a:pt x="6298969" y="4911"/>
                  </a:lnTo>
                  <a:lnTo>
                    <a:pt x="6299063" y="4911"/>
                  </a:lnTo>
                  <a:lnTo>
                    <a:pt x="6299158" y="4911"/>
                  </a:lnTo>
                  <a:lnTo>
                    <a:pt x="6299252" y="4911"/>
                  </a:lnTo>
                  <a:lnTo>
                    <a:pt x="6299346" y="4911"/>
                  </a:lnTo>
                  <a:lnTo>
                    <a:pt x="6299440" y="4911"/>
                  </a:lnTo>
                  <a:lnTo>
                    <a:pt x="6299534" y="4911"/>
                  </a:lnTo>
                  <a:lnTo>
                    <a:pt x="6299628" y="4911"/>
                  </a:lnTo>
                  <a:lnTo>
                    <a:pt x="6299722" y="4911"/>
                  </a:lnTo>
                  <a:lnTo>
                    <a:pt x="6299817" y="4911"/>
                  </a:lnTo>
                  <a:lnTo>
                    <a:pt x="6299911" y="4911"/>
                  </a:lnTo>
                  <a:lnTo>
                    <a:pt x="6300005" y="4911"/>
                  </a:lnTo>
                  <a:lnTo>
                    <a:pt x="6300099" y="4911"/>
                  </a:lnTo>
                  <a:lnTo>
                    <a:pt x="6300193" y="4911"/>
                  </a:lnTo>
                  <a:lnTo>
                    <a:pt x="6300287" y="4911"/>
                  </a:lnTo>
                  <a:lnTo>
                    <a:pt x="6300382" y="4911"/>
                  </a:lnTo>
                  <a:lnTo>
                    <a:pt x="6300476" y="4911"/>
                  </a:lnTo>
                  <a:lnTo>
                    <a:pt x="6300570" y="4911"/>
                  </a:lnTo>
                  <a:lnTo>
                    <a:pt x="6300664" y="4911"/>
                  </a:lnTo>
                  <a:lnTo>
                    <a:pt x="6300758" y="4911"/>
                  </a:lnTo>
                  <a:lnTo>
                    <a:pt x="6300852" y="4911"/>
                  </a:lnTo>
                  <a:lnTo>
                    <a:pt x="6300946" y="4911"/>
                  </a:lnTo>
                  <a:lnTo>
                    <a:pt x="6301041" y="4911"/>
                  </a:lnTo>
                  <a:lnTo>
                    <a:pt x="6301135" y="4911"/>
                  </a:lnTo>
                  <a:lnTo>
                    <a:pt x="6301229" y="4911"/>
                  </a:lnTo>
                  <a:lnTo>
                    <a:pt x="6301323" y="4911"/>
                  </a:lnTo>
                  <a:lnTo>
                    <a:pt x="6301417" y="4911"/>
                  </a:lnTo>
                  <a:lnTo>
                    <a:pt x="6301511" y="4911"/>
                  </a:lnTo>
                  <a:lnTo>
                    <a:pt x="6301606" y="4911"/>
                  </a:lnTo>
                  <a:lnTo>
                    <a:pt x="6301700" y="4911"/>
                  </a:lnTo>
                  <a:lnTo>
                    <a:pt x="6301794" y="4911"/>
                  </a:lnTo>
                  <a:lnTo>
                    <a:pt x="6301888" y="4911"/>
                  </a:lnTo>
                  <a:lnTo>
                    <a:pt x="6301982" y="4911"/>
                  </a:lnTo>
                  <a:lnTo>
                    <a:pt x="6302076" y="4911"/>
                  </a:lnTo>
                  <a:lnTo>
                    <a:pt x="6302170" y="4911"/>
                  </a:lnTo>
                  <a:lnTo>
                    <a:pt x="6302265" y="4911"/>
                  </a:lnTo>
                  <a:lnTo>
                    <a:pt x="6302359" y="4911"/>
                  </a:lnTo>
                  <a:lnTo>
                    <a:pt x="6302453" y="4911"/>
                  </a:lnTo>
                  <a:lnTo>
                    <a:pt x="6302547" y="4911"/>
                  </a:lnTo>
                  <a:lnTo>
                    <a:pt x="6302641" y="4911"/>
                  </a:lnTo>
                  <a:lnTo>
                    <a:pt x="6302735" y="4911"/>
                  </a:lnTo>
                  <a:lnTo>
                    <a:pt x="6302829" y="4911"/>
                  </a:lnTo>
                  <a:lnTo>
                    <a:pt x="6302924" y="4911"/>
                  </a:lnTo>
                  <a:lnTo>
                    <a:pt x="6303018" y="4911"/>
                  </a:lnTo>
                  <a:lnTo>
                    <a:pt x="6303112" y="4911"/>
                  </a:lnTo>
                  <a:lnTo>
                    <a:pt x="6303206" y="4911"/>
                  </a:lnTo>
                  <a:lnTo>
                    <a:pt x="6303300" y="4911"/>
                  </a:lnTo>
                  <a:lnTo>
                    <a:pt x="6303394" y="4911"/>
                  </a:lnTo>
                  <a:lnTo>
                    <a:pt x="6303489" y="4911"/>
                  </a:lnTo>
                  <a:lnTo>
                    <a:pt x="6303583" y="4911"/>
                  </a:lnTo>
                  <a:lnTo>
                    <a:pt x="6303677" y="4911"/>
                  </a:lnTo>
                  <a:lnTo>
                    <a:pt x="6303771" y="4911"/>
                  </a:lnTo>
                  <a:lnTo>
                    <a:pt x="6303865" y="4911"/>
                  </a:lnTo>
                  <a:lnTo>
                    <a:pt x="6303959" y="4911"/>
                  </a:lnTo>
                  <a:lnTo>
                    <a:pt x="6304053" y="4911"/>
                  </a:lnTo>
                  <a:lnTo>
                    <a:pt x="6304148" y="4911"/>
                  </a:lnTo>
                  <a:lnTo>
                    <a:pt x="6304242" y="4911"/>
                  </a:lnTo>
                  <a:lnTo>
                    <a:pt x="6304336" y="4911"/>
                  </a:lnTo>
                  <a:lnTo>
                    <a:pt x="6304430" y="4911"/>
                  </a:lnTo>
                  <a:lnTo>
                    <a:pt x="6304524" y="4911"/>
                  </a:lnTo>
                  <a:lnTo>
                    <a:pt x="6304618" y="4911"/>
                  </a:lnTo>
                  <a:lnTo>
                    <a:pt x="6304713" y="4911"/>
                  </a:lnTo>
                  <a:lnTo>
                    <a:pt x="6304807" y="4911"/>
                  </a:lnTo>
                  <a:lnTo>
                    <a:pt x="6304901" y="4911"/>
                  </a:lnTo>
                  <a:lnTo>
                    <a:pt x="6304995" y="4911"/>
                  </a:lnTo>
                  <a:lnTo>
                    <a:pt x="6305089" y="4911"/>
                  </a:lnTo>
                  <a:lnTo>
                    <a:pt x="6305183" y="4911"/>
                  </a:lnTo>
                  <a:lnTo>
                    <a:pt x="6305277" y="4911"/>
                  </a:lnTo>
                  <a:lnTo>
                    <a:pt x="6305372" y="4911"/>
                  </a:lnTo>
                  <a:lnTo>
                    <a:pt x="6305466" y="4911"/>
                  </a:lnTo>
                  <a:lnTo>
                    <a:pt x="6305560" y="4911"/>
                  </a:lnTo>
                  <a:lnTo>
                    <a:pt x="6305654" y="4911"/>
                  </a:lnTo>
                  <a:lnTo>
                    <a:pt x="6305748" y="4911"/>
                  </a:lnTo>
                  <a:lnTo>
                    <a:pt x="6305842" y="4911"/>
                  </a:lnTo>
                  <a:lnTo>
                    <a:pt x="6305937" y="4911"/>
                  </a:lnTo>
                  <a:lnTo>
                    <a:pt x="6306031" y="4911"/>
                  </a:lnTo>
                  <a:lnTo>
                    <a:pt x="6306125" y="4911"/>
                  </a:lnTo>
                  <a:lnTo>
                    <a:pt x="6306219" y="4911"/>
                  </a:lnTo>
                  <a:lnTo>
                    <a:pt x="6306313" y="4911"/>
                  </a:lnTo>
                  <a:lnTo>
                    <a:pt x="6306407" y="4911"/>
                  </a:lnTo>
                  <a:lnTo>
                    <a:pt x="6306501" y="4911"/>
                  </a:lnTo>
                  <a:lnTo>
                    <a:pt x="6306596" y="4911"/>
                  </a:lnTo>
                  <a:lnTo>
                    <a:pt x="6306690" y="4911"/>
                  </a:lnTo>
                  <a:lnTo>
                    <a:pt x="6306784" y="4911"/>
                  </a:lnTo>
                  <a:lnTo>
                    <a:pt x="6306878" y="4911"/>
                  </a:lnTo>
                  <a:lnTo>
                    <a:pt x="6306972" y="4911"/>
                  </a:lnTo>
                  <a:lnTo>
                    <a:pt x="6307066" y="4911"/>
                  </a:lnTo>
                  <a:lnTo>
                    <a:pt x="6307160" y="4911"/>
                  </a:lnTo>
                  <a:lnTo>
                    <a:pt x="6307255" y="4911"/>
                  </a:lnTo>
                  <a:lnTo>
                    <a:pt x="6307349" y="4911"/>
                  </a:lnTo>
                  <a:lnTo>
                    <a:pt x="6307443" y="4911"/>
                  </a:lnTo>
                  <a:lnTo>
                    <a:pt x="6307537" y="4911"/>
                  </a:lnTo>
                  <a:lnTo>
                    <a:pt x="6307631" y="4911"/>
                  </a:lnTo>
                  <a:lnTo>
                    <a:pt x="6307725" y="4911"/>
                  </a:lnTo>
                  <a:lnTo>
                    <a:pt x="6307820" y="4911"/>
                  </a:lnTo>
                  <a:lnTo>
                    <a:pt x="6307914" y="4911"/>
                  </a:lnTo>
                  <a:lnTo>
                    <a:pt x="6308008" y="4911"/>
                  </a:lnTo>
                  <a:lnTo>
                    <a:pt x="6308102" y="4911"/>
                  </a:lnTo>
                  <a:lnTo>
                    <a:pt x="6308196" y="4911"/>
                  </a:lnTo>
                  <a:lnTo>
                    <a:pt x="6308290" y="4911"/>
                  </a:lnTo>
                  <a:lnTo>
                    <a:pt x="6308384" y="4911"/>
                  </a:lnTo>
                  <a:lnTo>
                    <a:pt x="6308479" y="4911"/>
                  </a:lnTo>
                  <a:lnTo>
                    <a:pt x="6308573" y="4911"/>
                  </a:lnTo>
                  <a:lnTo>
                    <a:pt x="6308667" y="4911"/>
                  </a:lnTo>
                  <a:lnTo>
                    <a:pt x="6308761" y="4911"/>
                  </a:lnTo>
                  <a:lnTo>
                    <a:pt x="6308855" y="4911"/>
                  </a:lnTo>
                  <a:lnTo>
                    <a:pt x="6308949" y="4911"/>
                  </a:lnTo>
                  <a:lnTo>
                    <a:pt x="6309044" y="4911"/>
                  </a:lnTo>
                  <a:lnTo>
                    <a:pt x="6309138" y="4911"/>
                  </a:lnTo>
                  <a:lnTo>
                    <a:pt x="6309232" y="4911"/>
                  </a:lnTo>
                  <a:lnTo>
                    <a:pt x="6309326" y="4911"/>
                  </a:lnTo>
                  <a:lnTo>
                    <a:pt x="6309420" y="4911"/>
                  </a:lnTo>
                  <a:lnTo>
                    <a:pt x="6309514" y="4911"/>
                  </a:lnTo>
                  <a:lnTo>
                    <a:pt x="6309608" y="4911"/>
                  </a:lnTo>
                  <a:lnTo>
                    <a:pt x="6309703" y="4911"/>
                  </a:lnTo>
                  <a:lnTo>
                    <a:pt x="6309797" y="4911"/>
                  </a:lnTo>
                  <a:lnTo>
                    <a:pt x="6309891" y="4911"/>
                  </a:lnTo>
                  <a:lnTo>
                    <a:pt x="6309985" y="4911"/>
                  </a:lnTo>
                  <a:lnTo>
                    <a:pt x="6310079" y="4911"/>
                  </a:lnTo>
                  <a:lnTo>
                    <a:pt x="6310173" y="4911"/>
                  </a:lnTo>
                  <a:lnTo>
                    <a:pt x="6310268" y="4911"/>
                  </a:lnTo>
                  <a:lnTo>
                    <a:pt x="6310362" y="4911"/>
                  </a:lnTo>
                  <a:lnTo>
                    <a:pt x="6310456" y="4911"/>
                  </a:lnTo>
                  <a:lnTo>
                    <a:pt x="6310550" y="4911"/>
                  </a:lnTo>
                  <a:lnTo>
                    <a:pt x="6310644" y="4911"/>
                  </a:lnTo>
                  <a:lnTo>
                    <a:pt x="6310738" y="4911"/>
                  </a:lnTo>
                  <a:lnTo>
                    <a:pt x="6310832" y="4911"/>
                  </a:lnTo>
                  <a:lnTo>
                    <a:pt x="6310927" y="4911"/>
                  </a:lnTo>
                  <a:lnTo>
                    <a:pt x="6311021" y="4911"/>
                  </a:lnTo>
                  <a:lnTo>
                    <a:pt x="6311115" y="4911"/>
                  </a:lnTo>
                  <a:lnTo>
                    <a:pt x="6311209" y="4911"/>
                  </a:lnTo>
                  <a:lnTo>
                    <a:pt x="6311303" y="4911"/>
                  </a:lnTo>
                  <a:lnTo>
                    <a:pt x="6311397" y="4911"/>
                  </a:lnTo>
                  <a:lnTo>
                    <a:pt x="6311491" y="4911"/>
                  </a:lnTo>
                  <a:lnTo>
                    <a:pt x="6311586" y="4911"/>
                  </a:lnTo>
                  <a:lnTo>
                    <a:pt x="6311680" y="4911"/>
                  </a:lnTo>
                  <a:lnTo>
                    <a:pt x="6311774" y="4911"/>
                  </a:lnTo>
                  <a:lnTo>
                    <a:pt x="6311868" y="4911"/>
                  </a:lnTo>
                  <a:lnTo>
                    <a:pt x="6311962" y="4911"/>
                  </a:lnTo>
                  <a:lnTo>
                    <a:pt x="6312056" y="4911"/>
                  </a:lnTo>
                  <a:lnTo>
                    <a:pt x="6312151" y="4911"/>
                  </a:lnTo>
                  <a:lnTo>
                    <a:pt x="6312245" y="4911"/>
                  </a:lnTo>
                  <a:lnTo>
                    <a:pt x="6312339" y="4911"/>
                  </a:lnTo>
                  <a:lnTo>
                    <a:pt x="6312433" y="4911"/>
                  </a:lnTo>
                  <a:lnTo>
                    <a:pt x="6312527" y="4911"/>
                  </a:lnTo>
                  <a:lnTo>
                    <a:pt x="6312621" y="4911"/>
                  </a:lnTo>
                  <a:lnTo>
                    <a:pt x="6312715" y="4911"/>
                  </a:lnTo>
                  <a:lnTo>
                    <a:pt x="6312810" y="4911"/>
                  </a:lnTo>
                  <a:lnTo>
                    <a:pt x="6312904" y="4911"/>
                  </a:lnTo>
                  <a:lnTo>
                    <a:pt x="6312998" y="4911"/>
                  </a:lnTo>
                  <a:lnTo>
                    <a:pt x="6313092" y="4911"/>
                  </a:lnTo>
                  <a:lnTo>
                    <a:pt x="6313186" y="4911"/>
                  </a:lnTo>
                  <a:lnTo>
                    <a:pt x="6313280" y="4911"/>
                  </a:lnTo>
                  <a:lnTo>
                    <a:pt x="6313375" y="4911"/>
                  </a:lnTo>
                  <a:lnTo>
                    <a:pt x="6313469" y="4911"/>
                  </a:lnTo>
                  <a:lnTo>
                    <a:pt x="6313563" y="4911"/>
                  </a:lnTo>
                  <a:lnTo>
                    <a:pt x="6313657" y="4911"/>
                  </a:lnTo>
                  <a:lnTo>
                    <a:pt x="6313751" y="4911"/>
                  </a:lnTo>
                  <a:lnTo>
                    <a:pt x="6313845" y="4911"/>
                  </a:lnTo>
                  <a:lnTo>
                    <a:pt x="6313939" y="4911"/>
                  </a:lnTo>
                  <a:lnTo>
                    <a:pt x="6314034" y="4911"/>
                  </a:lnTo>
                  <a:lnTo>
                    <a:pt x="6314128" y="4911"/>
                  </a:lnTo>
                  <a:lnTo>
                    <a:pt x="6314222" y="4911"/>
                  </a:lnTo>
                  <a:lnTo>
                    <a:pt x="6314316" y="4911"/>
                  </a:lnTo>
                  <a:lnTo>
                    <a:pt x="6314410" y="4911"/>
                  </a:lnTo>
                  <a:lnTo>
                    <a:pt x="6314504" y="4911"/>
                  </a:lnTo>
                  <a:lnTo>
                    <a:pt x="6314599" y="4911"/>
                  </a:lnTo>
                  <a:lnTo>
                    <a:pt x="6314693" y="4911"/>
                  </a:lnTo>
                  <a:lnTo>
                    <a:pt x="6314787" y="4911"/>
                  </a:lnTo>
                  <a:lnTo>
                    <a:pt x="6314881" y="4911"/>
                  </a:lnTo>
                  <a:lnTo>
                    <a:pt x="6314975" y="4911"/>
                  </a:lnTo>
                  <a:lnTo>
                    <a:pt x="6315069" y="4911"/>
                  </a:lnTo>
                  <a:lnTo>
                    <a:pt x="6315163" y="4911"/>
                  </a:lnTo>
                  <a:lnTo>
                    <a:pt x="6315258" y="4911"/>
                  </a:lnTo>
                  <a:lnTo>
                    <a:pt x="6315352" y="4911"/>
                  </a:lnTo>
                  <a:lnTo>
                    <a:pt x="6315446" y="4911"/>
                  </a:lnTo>
                  <a:lnTo>
                    <a:pt x="6315540" y="4911"/>
                  </a:lnTo>
                  <a:lnTo>
                    <a:pt x="6315634" y="4911"/>
                  </a:lnTo>
                  <a:lnTo>
                    <a:pt x="6315728" y="4911"/>
                  </a:lnTo>
                  <a:lnTo>
                    <a:pt x="6315822" y="4911"/>
                  </a:lnTo>
                  <a:lnTo>
                    <a:pt x="6315917" y="4911"/>
                  </a:lnTo>
                  <a:lnTo>
                    <a:pt x="6316011" y="4911"/>
                  </a:lnTo>
                  <a:lnTo>
                    <a:pt x="6316105" y="4911"/>
                  </a:lnTo>
                  <a:lnTo>
                    <a:pt x="6316199" y="4911"/>
                  </a:lnTo>
                  <a:lnTo>
                    <a:pt x="6316293" y="4911"/>
                  </a:lnTo>
                  <a:lnTo>
                    <a:pt x="6316387" y="4911"/>
                  </a:lnTo>
                  <a:lnTo>
                    <a:pt x="6316482" y="4911"/>
                  </a:lnTo>
                  <a:lnTo>
                    <a:pt x="6316576" y="4911"/>
                  </a:lnTo>
                  <a:lnTo>
                    <a:pt x="6316670" y="4911"/>
                  </a:lnTo>
                  <a:lnTo>
                    <a:pt x="6316764" y="4911"/>
                  </a:lnTo>
                  <a:lnTo>
                    <a:pt x="6316858" y="4911"/>
                  </a:lnTo>
                  <a:lnTo>
                    <a:pt x="6316952" y="4911"/>
                  </a:lnTo>
                  <a:lnTo>
                    <a:pt x="6317046" y="4911"/>
                  </a:lnTo>
                  <a:lnTo>
                    <a:pt x="6317141" y="4911"/>
                  </a:lnTo>
                  <a:lnTo>
                    <a:pt x="6317235" y="4911"/>
                  </a:lnTo>
                  <a:lnTo>
                    <a:pt x="6317329" y="4911"/>
                  </a:lnTo>
                  <a:lnTo>
                    <a:pt x="6317423" y="4911"/>
                  </a:lnTo>
                  <a:lnTo>
                    <a:pt x="6317517" y="4911"/>
                  </a:lnTo>
                  <a:lnTo>
                    <a:pt x="6317611" y="4911"/>
                  </a:lnTo>
                  <a:lnTo>
                    <a:pt x="6317706" y="4911"/>
                  </a:lnTo>
                  <a:lnTo>
                    <a:pt x="6317800" y="4911"/>
                  </a:lnTo>
                  <a:lnTo>
                    <a:pt x="6317894" y="4911"/>
                  </a:lnTo>
                  <a:lnTo>
                    <a:pt x="6317988" y="4911"/>
                  </a:lnTo>
                  <a:lnTo>
                    <a:pt x="6318082" y="4911"/>
                  </a:lnTo>
                  <a:lnTo>
                    <a:pt x="6318176" y="4911"/>
                  </a:lnTo>
                  <a:lnTo>
                    <a:pt x="6318270" y="4911"/>
                  </a:lnTo>
                  <a:lnTo>
                    <a:pt x="6318365" y="4911"/>
                  </a:lnTo>
                  <a:lnTo>
                    <a:pt x="6318459" y="4911"/>
                  </a:lnTo>
                  <a:lnTo>
                    <a:pt x="6318553" y="4911"/>
                  </a:lnTo>
                  <a:lnTo>
                    <a:pt x="6318647" y="4911"/>
                  </a:lnTo>
                  <a:lnTo>
                    <a:pt x="6318741" y="4911"/>
                  </a:lnTo>
                  <a:lnTo>
                    <a:pt x="6318835" y="4911"/>
                  </a:lnTo>
                  <a:lnTo>
                    <a:pt x="6318930" y="4911"/>
                  </a:lnTo>
                  <a:lnTo>
                    <a:pt x="6319024" y="4911"/>
                  </a:lnTo>
                  <a:lnTo>
                    <a:pt x="6319118" y="4911"/>
                  </a:lnTo>
                  <a:lnTo>
                    <a:pt x="6319212" y="4911"/>
                  </a:lnTo>
                  <a:lnTo>
                    <a:pt x="6319306" y="4911"/>
                  </a:lnTo>
                  <a:lnTo>
                    <a:pt x="6319400" y="4911"/>
                  </a:lnTo>
                  <a:lnTo>
                    <a:pt x="6319494" y="4911"/>
                  </a:lnTo>
                  <a:lnTo>
                    <a:pt x="6319589" y="4911"/>
                  </a:lnTo>
                  <a:lnTo>
                    <a:pt x="6319683" y="4911"/>
                  </a:lnTo>
                  <a:lnTo>
                    <a:pt x="6319777" y="4911"/>
                  </a:lnTo>
                  <a:lnTo>
                    <a:pt x="6319871" y="4911"/>
                  </a:lnTo>
                  <a:lnTo>
                    <a:pt x="6319965" y="4911"/>
                  </a:lnTo>
                  <a:lnTo>
                    <a:pt x="6320059" y="4911"/>
                  </a:lnTo>
                  <a:lnTo>
                    <a:pt x="6320153" y="4911"/>
                  </a:lnTo>
                  <a:lnTo>
                    <a:pt x="6320248" y="4911"/>
                  </a:lnTo>
                  <a:lnTo>
                    <a:pt x="6320342" y="4911"/>
                  </a:lnTo>
                  <a:lnTo>
                    <a:pt x="6320436" y="4911"/>
                  </a:lnTo>
                  <a:lnTo>
                    <a:pt x="6320530" y="4911"/>
                  </a:lnTo>
                  <a:lnTo>
                    <a:pt x="6320624" y="4911"/>
                  </a:lnTo>
                  <a:lnTo>
                    <a:pt x="6320718" y="4911"/>
                  </a:lnTo>
                  <a:lnTo>
                    <a:pt x="6320813" y="4911"/>
                  </a:lnTo>
                  <a:lnTo>
                    <a:pt x="6320907" y="4911"/>
                  </a:lnTo>
                  <a:lnTo>
                    <a:pt x="6321001" y="4911"/>
                  </a:lnTo>
                  <a:lnTo>
                    <a:pt x="6321095" y="4911"/>
                  </a:lnTo>
                  <a:lnTo>
                    <a:pt x="6321189" y="4911"/>
                  </a:lnTo>
                  <a:lnTo>
                    <a:pt x="6321283" y="4911"/>
                  </a:lnTo>
                  <a:lnTo>
                    <a:pt x="6321377" y="4911"/>
                  </a:lnTo>
                  <a:lnTo>
                    <a:pt x="6321472" y="4911"/>
                  </a:lnTo>
                  <a:lnTo>
                    <a:pt x="6321566" y="4911"/>
                  </a:lnTo>
                  <a:lnTo>
                    <a:pt x="6321660" y="4911"/>
                  </a:lnTo>
                  <a:lnTo>
                    <a:pt x="6321754" y="4911"/>
                  </a:lnTo>
                  <a:lnTo>
                    <a:pt x="6321848" y="4911"/>
                  </a:lnTo>
                  <a:lnTo>
                    <a:pt x="6321942" y="4911"/>
                  </a:lnTo>
                  <a:lnTo>
                    <a:pt x="6322037" y="4911"/>
                  </a:lnTo>
                  <a:lnTo>
                    <a:pt x="6322131" y="4911"/>
                  </a:lnTo>
                  <a:lnTo>
                    <a:pt x="6322225" y="4911"/>
                  </a:lnTo>
                  <a:lnTo>
                    <a:pt x="6322319" y="4911"/>
                  </a:lnTo>
                  <a:lnTo>
                    <a:pt x="6322413" y="4911"/>
                  </a:lnTo>
                  <a:lnTo>
                    <a:pt x="6322507" y="4911"/>
                  </a:lnTo>
                  <a:lnTo>
                    <a:pt x="6322601" y="4911"/>
                  </a:lnTo>
                  <a:lnTo>
                    <a:pt x="6322696" y="4911"/>
                  </a:lnTo>
                  <a:lnTo>
                    <a:pt x="6322790" y="4911"/>
                  </a:lnTo>
                  <a:lnTo>
                    <a:pt x="6322884" y="4911"/>
                  </a:lnTo>
                  <a:lnTo>
                    <a:pt x="6322978" y="4911"/>
                  </a:lnTo>
                  <a:lnTo>
                    <a:pt x="6323072" y="4911"/>
                  </a:lnTo>
                  <a:lnTo>
                    <a:pt x="6323166" y="4911"/>
                  </a:lnTo>
                  <a:lnTo>
                    <a:pt x="6323261" y="4911"/>
                  </a:lnTo>
                  <a:lnTo>
                    <a:pt x="6323355" y="4911"/>
                  </a:lnTo>
                  <a:lnTo>
                    <a:pt x="6323449" y="4911"/>
                  </a:lnTo>
                  <a:lnTo>
                    <a:pt x="6323543" y="4911"/>
                  </a:lnTo>
                  <a:lnTo>
                    <a:pt x="6323637" y="4911"/>
                  </a:lnTo>
                  <a:lnTo>
                    <a:pt x="6323731" y="4911"/>
                  </a:lnTo>
                  <a:lnTo>
                    <a:pt x="6323825" y="4911"/>
                  </a:lnTo>
                  <a:lnTo>
                    <a:pt x="6323920" y="4911"/>
                  </a:lnTo>
                  <a:lnTo>
                    <a:pt x="6324014" y="4911"/>
                  </a:lnTo>
                  <a:lnTo>
                    <a:pt x="6324108" y="4911"/>
                  </a:lnTo>
                  <a:lnTo>
                    <a:pt x="6324202" y="4911"/>
                  </a:lnTo>
                  <a:lnTo>
                    <a:pt x="6324296" y="4911"/>
                  </a:lnTo>
                  <a:lnTo>
                    <a:pt x="6324390" y="4911"/>
                  </a:lnTo>
                  <a:lnTo>
                    <a:pt x="6324484" y="4911"/>
                  </a:lnTo>
                  <a:lnTo>
                    <a:pt x="6324579" y="4911"/>
                  </a:lnTo>
                  <a:lnTo>
                    <a:pt x="6324673" y="4911"/>
                  </a:lnTo>
                  <a:lnTo>
                    <a:pt x="6324767" y="4911"/>
                  </a:lnTo>
                  <a:lnTo>
                    <a:pt x="6324861" y="4911"/>
                  </a:lnTo>
                  <a:lnTo>
                    <a:pt x="6324955" y="4911"/>
                  </a:lnTo>
                  <a:lnTo>
                    <a:pt x="6325049" y="4911"/>
                  </a:lnTo>
                  <a:lnTo>
                    <a:pt x="6325144" y="4911"/>
                  </a:lnTo>
                  <a:lnTo>
                    <a:pt x="6325238" y="4911"/>
                  </a:lnTo>
                  <a:lnTo>
                    <a:pt x="6325332" y="4911"/>
                  </a:lnTo>
                  <a:lnTo>
                    <a:pt x="6325426" y="4911"/>
                  </a:lnTo>
                  <a:lnTo>
                    <a:pt x="6325520" y="4911"/>
                  </a:lnTo>
                  <a:lnTo>
                    <a:pt x="6325614" y="4911"/>
                  </a:lnTo>
                  <a:lnTo>
                    <a:pt x="6325708" y="4911"/>
                  </a:lnTo>
                  <a:lnTo>
                    <a:pt x="6325803" y="4911"/>
                  </a:lnTo>
                  <a:lnTo>
                    <a:pt x="6325897" y="4911"/>
                  </a:lnTo>
                  <a:lnTo>
                    <a:pt x="6325991" y="4911"/>
                  </a:lnTo>
                  <a:lnTo>
                    <a:pt x="6326085" y="4911"/>
                  </a:lnTo>
                  <a:lnTo>
                    <a:pt x="6326179" y="4911"/>
                  </a:lnTo>
                  <a:lnTo>
                    <a:pt x="6326273" y="4911"/>
                  </a:lnTo>
                  <a:lnTo>
                    <a:pt x="6326368" y="4911"/>
                  </a:lnTo>
                  <a:lnTo>
                    <a:pt x="6326462" y="4911"/>
                  </a:lnTo>
                  <a:lnTo>
                    <a:pt x="6326556" y="4911"/>
                  </a:lnTo>
                  <a:lnTo>
                    <a:pt x="6326650" y="4911"/>
                  </a:lnTo>
                  <a:lnTo>
                    <a:pt x="6326744" y="4911"/>
                  </a:lnTo>
                  <a:lnTo>
                    <a:pt x="6326838" y="4911"/>
                  </a:lnTo>
                  <a:lnTo>
                    <a:pt x="6326932" y="4911"/>
                  </a:lnTo>
                  <a:lnTo>
                    <a:pt x="6327027" y="4911"/>
                  </a:lnTo>
                  <a:lnTo>
                    <a:pt x="6327121" y="4911"/>
                  </a:lnTo>
                  <a:lnTo>
                    <a:pt x="6327215" y="4911"/>
                  </a:lnTo>
                  <a:lnTo>
                    <a:pt x="6327309" y="4911"/>
                  </a:lnTo>
                  <a:lnTo>
                    <a:pt x="6327403" y="4911"/>
                  </a:lnTo>
                  <a:lnTo>
                    <a:pt x="6327497" y="4911"/>
                  </a:lnTo>
                  <a:lnTo>
                    <a:pt x="6327592" y="4911"/>
                  </a:lnTo>
                  <a:lnTo>
                    <a:pt x="6327686" y="4911"/>
                  </a:lnTo>
                  <a:lnTo>
                    <a:pt x="6327780" y="4911"/>
                  </a:lnTo>
                  <a:lnTo>
                    <a:pt x="6327874" y="4911"/>
                  </a:lnTo>
                  <a:lnTo>
                    <a:pt x="6327968" y="4911"/>
                  </a:lnTo>
                  <a:lnTo>
                    <a:pt x="6328062" y="4911"/>
                  </a:lnTo>
                  <a:lnTo>
                    <a:pt x="6328156" y="4911"/>
                  </a:lnTo>
                  <a:lnTo>
                    <a:pt x="6328251" y="4911"/>
                  </a:lnTo>
                  <a:lnTo>
                    <a:pt x="6328345" y="4911"/>
                  </a:lnTo>
                  <a:lnTo>
                    <a:pt x="6328439" y="4911"/>
                  </a:lnTo>
                  <a:lnTo>
                    <a:pt x="6328533" y="4911"/>
                  </a:lnTo>
                  <a:lnTo>
                    <a:pt x="6328627" y="4911"/>
                  </a:lnTo>
                  <a:lnTo>
                    <a:pt x="6328721" y="4911"/>
                  </a:lnTo>
                  <a:lnTo>
                    <a:pt x="6328815" y="4911"/>
                  </a:lnTo>
                  <a:lnTo>
                    <a:pt x="6328910" y="4911"/>
                  </a:lnTo>
                  <a:lnTo>
                    <a:pt x="6329004" y="4911"/>
                  </a:lnTo>
                  <a:lnTo>
                    <a:pt x="6329098" y="4911"/>
                  </a:lnTo>
                  <a:lnTo>
                    <a:pt x="6329192" y="4911"/>
                  </a:lnTo>
                  <a:lnTo>
                    <a:pt x="6329286" y="4911"/>
                  </a:lnTo>
                  <a:lnTo>
                    <a:pt x="6329380" y="4911"/>
                  </a:lnTo>
                  <a:lnTo>
                    <a:pt x="6329475" y="4911"/>
                  </a:lnTo>
                  <a:lnTo>
                    <a:pt x="6329569" y="4911"/>
                  </a:lnTo>
                  <a:lnTo>
                    <a:pt x="6329663" y="4911"/>
                  </a:lnTo>
                  <a:lnTo>
                    <a:pt x="6329757" y="4911"/>
                  </a:lnTo>
                  <a:lnTo>
                    <a:pt x="6329851" y="4911"/>
                  </a:lnTo>
                  <a:lnTo>
                    <a:pt x="6329945" y="4911"/>
                  </a:lnTo>
                  <a:lnTo>
                    <a:pt x="6330039" y="4911"/>
                  </a:lnTo>
                  <a:lnTo>
                    <a:pt x="6330134" y="4911"/>
                  </a:lnTo>
                  <a:lnTo>
                    <a:pt x="6330228" y="4911"/>
                  </a:lnTo>
                  <a:lnTo>
                    <a:pt x="6330322" y="4911"/>
                  </a:lnTo>
                  <a:lnTo>
                    <a:pt x="6330416" y="4911"/>
                  </a:lnTo>
                  <a:lnTo>
                    <a:pt x="6330510" y="4911"/>
                  </a:lnTo>
                  <a:lnTo>
                    <a:pt x="6330604" y="4911"/>
                  </a:lnTo>
                  <a:lnTo>
                    <a:pt x="6330699" y="4911"/>
                  </a:lnTo>
                  <a:lnTo>
                    <a:pt x="6330793" y="4911"/>
                  </a:lnTo>
                  <a:lnTo>
                    <a:pt x="6330887" y="4911"/>
                  </a:lnTo>
                  <a:lnTo>
                    <a:pt x="6330981" y="4911"/>
                  </a:lnTo>
                  <a:lnTo>
                    <a:pt x="6331075" y="4911"/>
                  </a:lnTo>
                  <a:lnTo>
                    <a:pt x="6331169" y="4911"/>
                  </a:lnTo>
                  <a:lnTo>
                    <a:pt x="6331263" y="4911"/>
                  </a:lnTo>
                  <a:lnTo>
                    <a:pt x="6331358" y="4911"/>
                  </a:lnTo>
                  <a:lnTo>
                    <a:pt x="6331452" y="4911"/>
                  </a:lnTo>
                  <a:lnTo>
                    <a:pt x="6331546" y="4911"/>
                  </a:lnTo>
                  <a:lnTo>
                    <a:pt x="6331640" y="4911"/>
                  </a:lnTo>
                  <a:lnTo>
                    <a:pt x="6331734" y="4911"/>
                  </a:lnTo>
                  <a:lnTo>
                    <a:pt x="6331828" y="4911"/>
                  </a:lnTo>
                  <a:lnTo>
                    <a:pt x="6331923" y="4911"/>
                  </a:lnTo>
                  <a:lnTo>
                    <a:pt x="6332017" y="4911"/>
                  </a:lnTo>
                  <a:lnTo>
                    <a:pt x="6332111" y="4911"/>
                  </a:lnTo>
                  <a:lnTo>
                    <a:pt x="6332205" y="4911"/>
                  </a:lnTo>
                  <a:lnTo>
                    <a:pt x="6332299" y="4911"/>
                  </a:lnTo>
                  <a:lnTo>
                    <a:pt x="6332393" y="4911"/>
                  </a:lnTo>
                  <a:lnTo>
                    <a:pt x="6332487" y="4911"/>
                  </a:lnTo>
                  <a:lnTo>
                    <a:pt x="6332582" y="4911"/>
                  </a:lnTo>
                  <a:lnTo>
                    <a:pt x="6332676" y="4911"/>
                  </a:lnTo>
                  <a:lnTo>
                    <a:pt x="6332770" y="4911"/>
                  </a:lnTo>
                  <a:lnTo>
                    <a:pt x="6332864" y="4911"/>
                  </a:lnTo>
                  <a:lnTo>
                    <a:pt x="6332958" y="4911"/>
                  </a:lnTo>
                  <a:lnTo>
                    <a:pt x="6333052" y="4911"/>
                  </a:lnTo>
                  <a:lnTo>
                    <a:pt x="6333146" y="4911"/>
                  </a:lnTo>
                  <a:lnTo>
                    <a:pt x="6333241" y="4911"/>
                  </a:lnTo>
                  <a:lnTo>
                    <a:pt x="6333335" y="4911"/>
                  </a:lnTo>
                  <a:lnTo>
                    <a:pt x="6333429" y="4911"/>
                  </a:lnTo>
                  <a:lnTo>
                    <a:pt x="6333523" y="4911"/>
                  </a:lnTo>
                  <a:lnTo>
                    <a:pt x="6333617" y="4911"/>
                  </a:lnTo>
                  <a:lnTo>
                    <a:pt x="6333711" y="4911"/>
                  </a:lnTo>
                  <a:lnTo>
                    <a:pt x="6333806" y="4911"/>
                  </a:lnTo>
                  <a:lnTo>
                    <a:pt x="6333900" y="4911"/>
                  </a:lnTo>
                  <a:lnTo>
                    <a:pt x="6333994" y="4911"/>
                  </a:lnTo>
                  <a:lnTo>
                    <a:pt x="6334088" y="4911"/>
                  </a:lnTo>
                  <a:lnTo>
                    <a:pt x="6334182" y="4911"/>
                  </a:lnTo>
                  <a:lnTo>
                    <a:pt x="6334276" y="4911"/>
                  </a:lnTo>
                  <a:lnTo>
                    <a:pt x="6334370" y="4911"/>
                  </a:lnTo>
                  <a:lnTo>
                    <a:pt x="6334465" y="4911"/>
                  </a:lnTo>
                  <a:lnTo>
                    <a:pt x="6334559" y="4911"/>
                  </a:lnTo>
                  <a:lnTo>
                    <a:pt x="6334653" y="4911"/>
                  </a:lnTo>
                  <a:lnTo>
                    <a:pt x="6334747" y="4911"/>
                  </a:lnTo>
                  <a:lnTo>
                    <a:pt x="6334841" y="4911"/>
                  </a:lnTo>
                  <a:lnTo>
                    <a:pt x="6334935" y="4911"/>
                  </a:lnTo>
                  <a:lnTo>
                    <a:pt x="6335030" y="4911"/>
                  </a:lnTo>
                  <a:lnTo>
                    <a:pt x="6335124" y="4911"/>
                  </a:lnTo>
                  <a:lnTo>
                    <a:pt x="6335218" y="4911"/>
                  </a:lnTo>
                  <a:lnTo>
                    <a:pt x="6335312" y="4911"/>
                  </a:lnTo>
                  <a:lnTo>
                    <a:pt x="6335406" y="4911"/>
                  </a:lnTo>
                  <a:lnTo>
                    <a:pt x="6335500" y="4911"/>
                  </a:lnTo>
                  <a:lnTo>
                    <a:pt x="6335594" y="4911"/>
                  </a:lnTo>
                  <a:lnTo>
                    <a:pt x="6335689" y="4911"/>
                  </a:lnTo>
                  <a:lnTo>
                    <a:pt x="6335783" y="4911"/>
                  </a:lnTo>
                  <a:lnTo>
                    <a:pt x="6335877" y="4911"/>
                  </a:lnTo>
                  <a:lnTo>
                    <a:pt x="6335971" y="4911"/>
                  </a:lnTo>
                  <a:lnTo>
                    <a:pt x="6336065" y="4911"/>
                  </a:lnTo>
                  <a:lnTo>
                    <a:pt x="6336159" y="4911"/>
                  </a:lnTo>
                  <a:lnTo>
                    <a:pt x="6336254" y="4911"/>
                  </a:lnTo>
                  <a:lnTo>
                    <a:pt x="6336348" y="4911"/>
                  </a:lnTo>
                  <a:lnTo>
                    <a:pt x="6336442" y="4911"/>
                  </a:lnTo>
                  <a:lnTo>
                    <a:pt x="6336536" y="4911"/>
                  </a:lnTo>
                  <a:lnTo>
                    <a:pt x="6336630" y="4911"/>
                  </a:lnTo>
                  <a:lnTo>
                    <a:pt x="6336724" y="4911"/>
                  </a:lnTo>
                  <a:lnTo>
                    <a:pt x="6336818" y="4911"/>
                  </a:lnTo>
                  <a:lnTo>
                    <a:pt x="6336913" y="4911"/>
                  </a:lnTo>
                  <a:lnTo>
                    <a:pt x="6337007" y="4911"/>
                  </a:lnTo>
                  <a:lnTo>
                    <a:pt x="6337101" y="4911"/>
                  </a:lnTo>
                  <a:lnTo>
                    <a:pt x="6337195" y="4911"/>
                  </a:lnTo>
                  <a:lnTo>
                    <a:pt x="6337289" y="4911"/>
                  </a:lnTo>
                  <a:lnTo>
                    <a:pt x="6337383" y="4911"/>
                  </a:lnTo>
                  <a:lnTo>
                    <a:pt x="6337477" y="4911"/>
                  </a:lnTo>
                  <a:lnTo>
                    <a:pt x="6337572" y="4911"/>
                  </a:lnTo>
                  <a:lnTo>
                    <a:pt x="6337666" y="4911"/>
                  </a:lnTo>
                  <a:lnTo>
                    <a:pt x="6337760" y="4911"/>
                  </a:lnTo>
                  <a:lnTo>
                    <a:pt x="6337854" y="4911"/>
                  </a:lnTo>
                  <a:lnTo>
                    <a:pt x="6337948" y="4911"/>
                  </a:lnTo>
                  <a:lnTo>
                    <a:pt x="6338042" y="4911"/>
                  </a:lnTo>
                  <a:lnTo>
                    <a:pt x="6338137" y="4911"/>
                  </a:lnTo>
                  <a:lnTo>
                    <a:pt x="6338231" y="4911"/>
                  </a:lnTo>
                  <a:lnTo>
                    <a:pt x="6338325" y="4911"/>
                  </a:lnTo>
                  <a:lnTo>
                    <a:pt x="6338419" y="4911"/>
                  </a:lnTo>
                  <a:lnTo>
                    <a:pt x="6338513" y="4911"/>
                  </a:lnTo>
                  <a:lnTo>
                    <a:pt x="6338607" y="4911"/>
                  </a:lnTo>
                  <a:lnTo>
                    <a:pt x="6338701" y="4911"/>
                  </a:lnTo>
                  <a:lnTo>
                    <a:pt x="6338796" y="4911"/>
                  </a:lnTo>
                  <a:lnTo>
                    <a:pt x="6338890" y="4911"/>
                  </a:lnTo>
                  <a:lnTo>
                    <a:pt x="6338984" y="4911"/>
                  </a:lnTo>
                  <a:lnTo>
                    <a:pt x="6339078" y="4911"/>
                  </a:lnTo>
                  <a:lnTo>
                    <a:pt x="6339172" y="4911"/>
                  </a:lnTo>
                  <a:lnTo>
                    <a:pt x="6339266" y="4911"/>
                  </a:lnTo>
                  <a:lnTo>
                    <a:pt x="6339361" y="4911"/>
                  </a:lnTo>
                  <a:lnTo>
                    <a:pt x="6339361" y="0"/>
                  </a:lnTo>
                  <a:lnTo>
                    <a:pt x="6339361" y="0"/>
                  </a:lnTo>
                  <a:lnTo>
                    <a:pt x="6339455" y="0"/>
                  </a:lnTo>
                  <a:lnTo>
                    <a:pt x="6339549" y="0"/>
                  </a:lnTo>
                  <a:lnTo>
                    <a:pt x="6339643" y="0"/>
                  </a:lnTo>
                  <a:lnTo>
                    <a:pt x="6339737" y="0"/>
                  </a:lnTo>
                  <a:lnTo>
                    <a:pt x="6339831" y="0"/>
                  </a:lnTo>
                  <a:lnTo>
                    <a:pt x="6339925" y="0"/>
                  </a:lnTo>
                  <a:lnTo>
                    <a:pt x="6340020" y="0"/>
                  </a:lnTo>
                  <a:lnTo>
                    <a:pt x="6340114" y="0"/>
                  </a:lnTo>
                  <a:lnTo>
                    <a:pt x="6340208" y="0"/>
                  </a:lnTo>
                  <a:lnTo>
                    <a:pt x="6340302" y="0"/>
                  </a:lnTo>
                  <a:lnTo>
                    <a:pt x="6340396" y="0"/>
                  </a:lnTo>
                  <a:lnTo>
                    <a:pt x="6340490" y="0"/>
                  </a:lnTo>
                  <a:lnTo>
                    <a:pt x="6340585" y="0"/>
                  </a:lnTo>
                  <a:lnTo>
                    <a:pt x="6340585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652822" y="69589"/>
              <a:ext cx="6340585" cy="6340585"/>
            </a:xfrm>
            <a:custGeom>
              <a:avLst/>
              <a:pathLst>
                <a:path w="6340585" h="6340585">
                  <a:moveTo>
                    <a:pt x="0" y="6340585"/>
                  </a:moveTo>
                  <a:lnTo>
                    <a:pt x="94" y="6340585"/>
                  </a:lnTo>
                  <a:lnTo>
                    <a:pt x="188" y="6340585"/>
                  </a:lnTo>
                  <a:lnTo>
                    <a:pt x="282" y="6340585"/>
                  </a:lnTo>
                  <a:lnTo>
                    <a:pt x="376" y="6340585"/>
                  </a:lnTo>
                  <a:lnTo>
                    <a:pt x="470" y="6340585"/>
                  </a:lnTo>
                  <a:lnTo>
                    <a:pt x="564" y="6340585"/>
                  </a:lnTo>
                  <a:lnTo>
                    <a:pt x="659" y="6340585"/>
                  </a:lnTo>
                  <a:lnTo>
                    <a:pt x="753" y="6340585"/>
                  </a:lnTo>
                  <a:lnTo>
                    <a:pt x="847" y="6340585"/>
                  </a:lnTo>
                  <a:lnTo>
                    <a:pt x="941" y="6340585"/>
                  </a:lnTo>
                  <a:lnTo>
                    <a:pt x="1035" y="6340585"/>
                  </a:lnTo>
                  <a:lnTo>
                    <a:pt x="1129" y="6340585"/>
                  </a:lnTo>
                  <a:lnTo>
                    <a:pt x="1223" y="6340585"/>
                  </a:lnTo>
                  <a:lnTo>
                    <a:pt x="1318" y="6340585"/>
                  </a:lnTo>
                  <a:lnTo>
                    <a:pt x="1412" y="6340585"/>
                  </a:lnTo>
                  <a:lnTo>
                    <a:pt x="1506" y="6340585"/>
                  </a:lnTo>
                  <a:lnTo>
                    <a:pt x="1600" y="6340585"/>
                  </a:lnTo>
                  <a:lnTo>
                    <a:pt x="1694" y="6340585"/>
                  </a:lnTo>
                  <a:lnTo>
                    <a:pt x="1788" y="6340585"/>
                  </a:lnTo>
                  <a:lnTo>
                    <a:pt x="1883" y="6340585"/>
                  </a:lnTo>
                  <a:lnTo>
                    <a:pt x="1977" y="6340585"/>
                  </a:lnTo>
                  <a:lnTo>
                    <a:pt x="2071" y="6340585"/>
                  </a:lnTo>
                  <a:lnTo>
                    <a:pt x="2165" y="6340585"/>
                  </a:lnTo>
                  <a:lnTo>
                    <a:pt x="2259" y="6340585"/>
                  </a:lnTo>
                  <a:lnTo>
                    <a:pt x="2353" y="6340585"/>
                  </a:lnTo>
                  <a:lnTo>
                    <a:pt x="2447" y="6340585"/>
                  </a:lnTo>
                  <a:lnTo>
                    <a:pt x="2542" y="6340585"/>
                  </a:lnTo>
                  <a:lnTo>
                    <a:pt x="2636" y="6340585"/>
                  </a:lnTo>
                  <a:lnTo>
                    <a:pt x="2730" y="6340585"/>
                  </a:lnTo>
                  <a:lnTo>
                    <a:pt x="2824" y="6340585"/>
                  </a:lnTo>
                  <a:lnTo>
                    <a:pt x="2918" y="6340585"/>
                  </a:lnTo>
                  <a:lnTo>
                    <a:pt x="3012" y="6340585"/>
                  </a:lnTo>
                  <a:lnTo>
                    <a:pt x="3107" y="6340585"/>
                  </a:lnTo>
                  <a:lnTo>
                    <a:pt x="3201" y="6340585"/>
                  </a:lnTo>
                  <a:lnTo>
                    <a:pt x="3295" y="6340585"/>
                  </a:lnTo>
                  <a:lnTo>
                    <a:pt x="3389" y="6340585"/>
                  </a:lnTo>
                  <a:lnTo>
                    <a:pt x="3483" y="6340585"/>
                  </a:lnTo>
                  <a:lnTo>
                    <a:pt x="3577" y="6340585"/>
                  </a:lnTo>
                  <a:lnTo>
                    <a:pt x="3671" y="6340585"/>
                  </a:lnTo>
                  <a:lnTo>
                    <a:pt x="3766" y="6340585"/>
                  </a:lnTo>
                  <a:lnTo>
                    <a:pt x="3860" y="6340585"/>
                  </a:lnTo>
                  <a:lnTo>
                    <a:pt x="3954" y="6340585"/>
                  </a:lnTo>
                  <a:lnTo>
                    <a:pt x="4048" y="6340585"/>
                  </a:lnTo>
                  <a:lnTo>
                    <a:pt x="4142" y="6340585"/>
                  </a:lnTo>
                  <a:lnTo>
                    <a:pt x="4236" y="6340585"/>
                  </a:lnTo>
                  <a:lnTo>
                    <a:pt x="4331" y="6340585"/>
                  </a:lnTo>
                  <a:lnTo>
                    <a:pt x="4425" y="6340585"/>
                  </a:lnTo>
                  <a:lnTo>
                    <a:pt x="4519" y="6340585"/>
                  </a:lnTo>
                  <a:lnTo>
                    <a:pt x="4613" y="6340585"/>
                  </a:lnTo>
                  <a:lnTo>
                    <a:pt x="4707" y="6340585"/>
                  </a:lnTo>
                  <a:lnTo>
                    <a:pt x="4801" y="6340585"/>
                  </a:lnTo>
                  <a:lnTo>
                    <a:pt x="4895" y="6340585"/>
                  </a:lnTo>
                  <a:lnTo>
                    <a:pt x="4990" y="6340585"/>
                  </a:lnTo>
                  <a:lnTo>
                    <a:pt x="5084" y="6340585"/>
                  </a:lnTo>
                  <a:lnTo>
                    <a:pt x="5178" y="6340585"/>
                  </a:lnTo>
                  <a:lnTo>
                    <a:pt x="5272" y="6340585"/>
                  </a:lnTo>
                  <a:lnTo>
                    <a:pt x="5366" y="6340585"/>
                  </a:lnTo>
                  <a:lnTo>
                    <a:pt x="5460" y="6340585"/>
                  </a:lnTo>
                  <a:lnTo>
                    <a:pt x="5554" y="6340585"/>
                  </a:lnTo>
                  <a:lnTo>
                    <a:pt x="5649" y="6340585"/>
                  </a:lnTo>
                  <a:lnTo>
                    <a:pt x="5649" y="6335673"/>
                  </a:lnTo>
                  <a:lnTo>
                    <a:pt x="5743" y="6335673"/>
                  </a:lnTo>
                  <a:lnTo>
                    <a:pt x="5837" y="6335673"/>
                  </a:lnTo>
                  <a:lnTo>
                    <a:pt x="5931" y="6335673"/>
                  </a:lnTo>
                  <a:lnTo>
                    <a:pt x="6025" y="6335673"/>
                  </a:lnTo>
                  <a:lnTo>
                    <a:pt x="6119" y="6335673"/>
                  </a:lnTo>
                  <a:lnTo>
                    <a:pt x="6214" y="6335673"/>
                  </a:lnTo>
                  <a:lnTo>
                    <a:pt x="6308" y="6335673"/>
                  </a:lnTo>
                  <a:lnTo>
                    <a:pt x="6402" y="6335673"/>
                  </a:lnTo>
                  <a:lnTo>
                    <a:pt x="6496" y="6335673"/>
                  </a:lnTo>
                  <a:lnTo>
                    <a:pt x="6590" y="6335673"/>
                  </a:lnTo>
                  <a:lnTo>
                    <a:pt x="6684" y="6335673"/>
                  </a:lnTo>
                  <a:lnTo>
                    <a:pt x="6778" y="6335673"/>
                  </a:lnTo>
                  <a:lnTo>
                    <a:pt x="6873" y="6335673"/>
                  </a:lnTo>
                  <a:lnTo>
                    <a:pt x="6967" y="6335673"/>
                  </a:lnTo>
                  <a:lnTo>
                    <a:pt x="7061" y="6335673"/>
                  </a:lnTo>
                  <a:lnTo>
                    <a:pt x="7155" y="6335673"/>
                  </a:lnTo>
                  <a:lnTo>
                    <a:pt x="7249" y="6335673"/>
                  </a:lnTo>
                  <a:lnTo>
                    <a:pt x="7343" y="6335673"/>
                  </a:lnTo>
                  <a:lnTo>
                    <a:pt x="7438" y="6335673"/>
                  </a:lnTo>
                  <a:lnTo>
                    <a:pt x="7532" y="6335673"/>
                  </a:lnTo>
                  <a:lnTo>
                    <a:pt x="7626" y="6335673"/>
                  </a:lnTo>
                  <a:lnTo>
                    <a:pt x="7720" y="6335673"/>
                  </a:lnTo>
                  <a:lnTo>
                    <a:pt x="7814" y="6335673"/>
                  </a:lnTo>
                  <a:lnTo>
                    <a:pt x="7908" y="6335673"/>
                  </a:lnTo>
                  <a:lnTo>
                    <a:pt x="8002" y="6335673"/>
                  </a:lnTo>
                  <a:lnTo>
                    <a:pt x="8097" y="6335673"/>
                  </a:lnTo>
                  <a:lnTo>
                    <a:pt x="8191" y="6335673"/>
                  </a:lnTo>
                  <a:lnTo>
                    <a:pt x="8285" y="6335673"/>
                  </a:lnTo>
                  <a:lnTo>
                    <a:pt x="8379" y="6335673"/>
                  </a:lnTo>
                  <a:lnTo>
                    <a:pt x="8473" y="6335673"/>
                  </a:lnTo>
                  <a:lnTo>
                    <a:pt x="8567" y="6335673"/>
                  </a:lnTo>
                  <a:lnTo>
                    <a:pt x="8662" y="6335673"/>
                  </a:lnTo>
                  <a:lnTo>
                    <a:pt x="8756" y="6335673"/>
                  </a:lnTo>
                  <a:lnTo>
                    <a:pt x="8850" y="6335673"/>
                  </a:lnTo>
                  <a:lnTo>
                    <a:pt x="8944" y="6335673"/>
                  </a:lnTo>
                  <a:lnTo>
                    <a:pt x="9038" y="6335673"/>
                  </a:lnTo>
                  <a:lnTo>
                    <a:pt x="9132" y="6335673"/>
                  </a:lnTo>
                  <a:lnTo>
                    <a:pt x="9226" y="6335673"/>
                  </a:lnTo>
                  <a:lnTo>
                    <a:pt x="9321" y="6335673"/>
                  </a:lnTo>
                  <a:lnTo>
                    <a:pt x="9415" y="6335673"/>
                  </a:lnTo>
                  <a:lnTo>
                    <a:pt x="9509" y="6335673"/>
                  </a:lnTo>
                  <a:lnTo>
                    <a:pt x="9603" y="6335673"/>
                  </a:lnTo>
                  <a:lnTo>
                    <a:pt x="9697" y="6335673"/>
                  </a:lnTo>
                  <a:lnTo>
                    <a:pt x="9791" y="6335673"/>
                  </a:lnTo>
                  <a:lnTo>
                    <a:pt x="9885" y="6335673"/>
                  </a:lnTo>
                  <a:lnTo>
                    <a:pt x="9980" y="6335673"/>
                  </a:lnTo>
                  <a:lnTo>
                    <a:pt x="10074" y="6335673"/>
                  </a:lnTo>
                  <a:lnTo>
                    <a:pt x="10168" y="6335673"/>
                  </a:lnTo>
                  <a:lnTo>
                    <a:pt x="10262" y="6335673"/>
                  </a:lnTo>
                  <a:lnTo>
                    <a:pt x="10356" y="6335673"/>
                  </a:lnTo>
                  <a:lnTo>
                    <a:pt x="10450" y="6335673"/>
                  </a:lnTo>
                  <a:lnTo>
                    <a:pt x="10545" y="6335673"/>
                  </a:lnTo>
                  <a:lnTo>
                    <a:pt x="10639" y="6335673"/>
                  </a:lnTo>
                  <a:lnTo>
                    <a:pt x="10733" y="6335673"/>
                  </a:lnTo>
                  <a:lnTo>
                    <a:pt x="10827" y="6335673"/>
                  </a:lnTo>
                  <a:lnTo>
                    <a:pt x="10921" y="6335673"/>
                  </a:lnTo>
                  <a:lnTo>
                    <a:pt x="11015" y="6335673"/>
                  </a:lnTo>
                  <a:lnTo>
                    <a:pt x="11109" y="6335673"/>
                  </a:lnTo>
                  <a:lnTo>
                    <a:pt x="11204" y="6335673"/>
                  </a:lnTo>
                  <a:lnTo>
                    <a:pt x="11298" y="6335673"/>
                  </a:lnTo>
                  <a:lnTo>
                    <a:pt x="11392" y="6335673"/>
                  </a:lnTo>
                  <a:lnTo>
                    <a:pt x="11486" y="6335673"/>
                  </a:lnTo>
                  <a:lnTo>
                    <a:pt x="11674" y="6335673"/>
                  </a:lnTo>
                  <a:lnTo>
                    <a:pt x="11769" y="6335673"/>
                  </a:lnTo>
                  <a:lnTo>
                    <a:pt x="11863" y="6335673"/>
                  </a:lnTo>
                  <a:lnTo>
                    <a:pt x="11957" y="6335673"/>
                  </a:lnTo>
                  <a:lnTo>
                    <a:pt x="12051" y="6335673"/>
                  </a:lnTo>
                  <a:lnTo>
                    <a:pt x="12145" y="6335673"/>
                  </a:lnTo>
                  <a:lnTo>
                    <a:pt x="12239" y="6335673"/>
                  </a:lnTo>
                  <a:lnTo>
                    <a:pt x="12333" y="6335673"/>
                  </a:lnTo>
                  <a:lnTo>
                    <a:pt x="12428" y="6335673"/>
                  </a:lnTo>
                  <a:lnTo>
                    <a:pt x="12522" y="6335673"/>
                  </a:lnTo>
                  <a:lnTo>
                    <a:pt x="12616" y="6335673"/>
                  </a:lnTo>
                  <a:lnTo>
                    <a:pt x="12710" y="6335673"/>
                  </a:lnTo>
                  <a:lnTo>
                    <a:pt x="12804" y="6335673"/>
                  </a:lnTo>
                  <a:lnTo>
                    <a:pt x="12898" y="6335673"/>
                  </a:lnTo>
                  <a:lnTo>
                    <a:pt x="12993" y="6335673"/>
                  </a:lnTo>
                  <a:lnTo>
                    <a:pt x="13087" y="6335673"/>
                  </a:lnTo>
                  <a:lnTo>
                    <a:pt x="13181" y="6335673"/>
                  </a:lnTo>
                  <a:lnTo>
                    <a:pt x="13275" y="6335673"/>
                  </a:lnTo>
                  <a:lnTo>
                    <a:pt x="13369" y="6335673"/>
                  </a:lnTo>
                  <a:lnTo>
                    <a:pt x="13463" y="6335673"/>
                  </a:lnTo>
                  <a:lnTo>
                    <a:pt x="13557" y="6335673"/>
                  </a:lnTo>
                  <a:lnTo>
                    <a:pt x="13652" y="6335673"/>
                  </a:lnTo>
                  <a:lnTo>
                    <a:pt x="13746" y="6335673"/>
                  </a:lnTo>
                  <a:lnTo>
                    <a:pt x="13840" y="6335673"/>
                  </a:lnTo>
                  <a:lnTo>
                    <a:pt x="13934" y="6335673"/>
                  </a:lnTo>
                  <a:lnTo>
                    <a:pt x="14028" y="6335673"/>
                  </a:lnTo>
                  <a:lnTo>
                    <a:pt x="14122" y="6335673"/>
                  </a:lnTo>
                  <a:lnTo>
                    <a:pt x="14216" y="6335673"/>
                  </a:lnTo>
                  <a:lnTo>
                    <a:pt x="14311" y="6335673"/>
                  </a:lnTo>
                  <a:lnTo>
                    <a:pt x="14405" y="6335673"/>
                  </a:lnTo>
                  <a:lnTo>
                    <a:pt x="14499" y="6335673"/>
                  </a:lnTo>
                  <a:lnTo>
                    <a:pt x="14593" y="6335673"/>
                  </a:lnTo>
                  <a:lnTo>
                    <a:pt x="14687" y="6335673"/>
                  </a:lnTo>
                  <a:lnTo>
                    <a:pt x="14781" y="6335673"/>
                  </a:lnTo>
                  <a:lnTo>
                    <a:pt x="14876" y="6335673"/>
                  </a:lnTo>
                  <a:lnTo>
                    <a:pt x="14970" y="6335673"/>
                  </a:lnTo>
                  <a:lnTo>
                    <a:pt x="15064" y="6335673"/>
                  </a:lnTo>
                  <a:lnTo>
                    <a:pt x="15158" y="6335673"/>
                  </a:lnTo>
                  <a:lnTo>
                    <a:pt x="15252" y="6335673"/>
                  </a:lnTo>
                  <a:lnTo>
                    <a:pt x="15346" y="6335673"/>
                  </a:lnTo>
                  <a:lnTo>
                    <a:pt x="15440" y="6335673"/>
                  </a:lnTo>
                  <a:lnTo>
                    <a:pt x="15535" y="6335673"/>
                  </a:lnTo>
                  <a:lnTo>
                    <a:pt x="15629" y="6335673"/>
                  </a:lnTo>
                  <a:lnTo>
                    <a:pt x="15723" y="6335673"/>
                  </a:lnTo>
                  <a:lnTo>
                    <a:pt x="15817" y="6335673"/>
                  </a:lnTo>
                  <a:lnTo>
                    <a:pt x="15911" y="6335673"/>
                  </a:lnTo>
                  <a:lnTo>
                    <a:pt x="16005" y="6335673"/>
                  </a:lnTo>
                  <a:lnTo>
                    <a:pt x="16100" y="6335673"/>
                  </a:lnTo>
                  <a:lnTo>
                    <a:pt x="16194" y="6335673"/>
                  </a:lnTo>
                  <a:lnTo>
                    <a:pt x="16288" y="6335673"/>
                  </a:lnTo>
                  <a:lnTo>
                    <a:pt x="16382" y="6335673"/>
                  </a:lnTo>
                  <a:lnTo>
                    <a:pt x="16476" y="6335673"/>
                  </a:lnTo>
                  <a:lnTo>
                    <a:pt x="16570" y="6335673"/>
                  </a:lnTo>
                  <a:lnTo>
                    <a:pt x="16664" y="6335673"/>
                  </a:lnTo>
                  <a:lnTo>
                    <a:pt x="16759" y="6335673"/>
                  </a:lnTo>
                  <a:lnTo>
                    <a:pt x="16853" y="6335673"/>
                  </a:lnTo>
                  <a:lnTo>
                    <a:pt x="16947" y="6335673"/>
                  </a:lnTo>
                  <a:lnTo>
                    <a:pt x="17041" y="6335673"/>
                  </a:lnTo>
                  <a:lnTo>
                    <a:pt x="17135" y="6335673"/>
                  </a:lnTo>
                  <a:lnTo>
                    <a:pt x="17229" y="6335673"/>
                  </a:lnTo>
                  <a:lnTo>
                    <a:pt x="17324" y="6335673"/>
                  </a:lnTo>
                  <a:lnTo>
                    <a:pt x="17324" y="6330762"/>
                  </a:lnTo>
                  <a:lnTo>
                    <a:pt x="17418" y="6330762"/>
                  </a:lnTo>
                  <a:lnTo>
                    <a:pt x="17512" y="6330762"/>
                  </a:lnTo>
                  <a:lnTo>
                    <a:pt x="17606" y="6330762"/>
                  </a:lnTo>
                  <a:lnTo>
                    <a:pt x="17700" y="6330762"/>
                  </a:lnTo>
                  <a:lnTo>
                    <a:pt x="17794" y="6330762"/>
                  </a:lnTo>
                  <a:lnTo>
                    <a:pt x="17888" y="6330762"/>
                  </a:lnTo>
                  <a:lnTo>
                    <a:pt x="17983" y="6330762"/>
                  </a:lnTo>
                  <a:lnTo>
                    <a:pt x="18077" y="6330762"/>
                  </a:lnTo>
                  <a:lnTo>
                    <a:pt x="18171" y="6330762"/>
                  </a:lnTo>
                  <a:lnTo>
                    <a:pt x="18265" y="6330762"/>
                  </a:lnTo>
                  <a:lnTo>
                    <a:pt x="18359" y="6330762"/>
                  </a:lnTo>
                  <a:lnTo>
                    <a:pt x="18453" y="6330762"/>
                  </a:lnTo>
                  <a:lnTo>
                    <a:pt x="18547" y="6330762"/>
                  </a:lnTo>
                  <a:lnTo>
                    <a:pt x="18642" y="6330762"/>
                  </a:lnTo>
                  <a:lnTo>
                    <a:pt x="18736" y="6330762"/>
                  </a:lnTo>
                  <a:lnTo>
                    <a:pt x="18830" y="6330762"/>
                  </a:lnTo>
                  <a:lnTo>
                    <a:pt x="18924" y="6330762"/>
                  </a:lnTo>
                  <a:lnTo>
                    <a:pt x="19018" y="6330762"/>
                  </a:lnTo>
                  <a:lnTo>
                    <a:pt x="19112" y="6330762"/>
                  </a:lnTo>
                  <a:lnTo>
                    <a:pt x="19207" y="6330762"/>
                  </a:lnTo>
                  <a:lnTo>
                    <a:pt x="19301" y="6330762"/>
                  </a:lnTo>
                  <a:lnTo>
                    <a:pt x="19395" y="6330762"/>
                  </a:lnTo>
                  <a:lnTo>
                    <a:pt x="19489" y="6330762"/>
                  </a:lnTo>
                  <a:lnTo>
                    <a:pt x="19583" y="6330762"/>
                  </a:lnTo>
                  <a:lnTo>
                    <a:pt x="19677" y="6330762"/>
                  </a:lnTo>
                  <a:lnTo>
                    <a:pt x="19771" y="6330762"/>
                  </a:lnTo>
                  <a:lnTo>
                    <a:pt x="19866" y="6330762"/>
                  </a:lnTo>
                  <a:lnTo>
                    <a:pt x="19960" y="6330762"/>
                  </a:lnTo>
                  <a:lnTo>
                    <a:pt x="20148" y="6330762"/>
                  </a:lnTo>
                  <a:lnTo>
                    <a:pt x="20242" y="6330762"/>
                  </a:lnTo>
                  <a:lnTo>
                    <a:pt x="20336" y="6330762"/>
                  </a:lnTo>
                  <a:lnTo>
                    <a:pt x="20431" y="6330762"/>
                  </a:lnTo>
                  <a:lnTo>
                    <a:pt x="20525" y="6330762"/>
                  </a:lnTo>
                  <a:lnTo>
                    <a:pt x="20619" y="6330762"/>
                  </a:lnTo>
                  <a:lnTo>
                    <a:pt x="20713" y="6330762"/>
                  </a:lnTo>
                  <a:lnTo>
                    <a:pt x="20807" y="6330762"/>
                  </a:lnTo>
                  <a:lnTo>
                    <a:pt x="20901" y="6330762"/>
                  </a:lnTo>
                  <a:lnTo>
                    <a:pt x="20995" y="6330762"/>
                  </a:lnTo>
                  <a:lnTo>
                    <a:pt x="21090" y="6330762"/>
                  </a:lnTo>
                  <a:lnTo>
                    <a:pt x="21184" y="6330762"/>
                  </a:lnTo>
                  <a:lnTo>
                    <a:pt x="21278" y="6330762"/>
                  </a:lnTo>
                  <a:lnTo>
                    <a:pt x="21372" y="6330762"/>
                  </a:lnTo>
                  <a:lnTo>
                    <a:pt x="21466" y="6330762"/>
                  </a:lnTo>
                  <a:lnTo>
                    <a:pt x="21560" y="6330762"/>
                  </a:lnTo>
                  <a:lnTo>
                    <a:pt x="21655" y="6330762"/>
                  </a:lnTo>
                  <a:lnTo>
                    <a:pt x="21749" y="6330762"/>
                  </a:lnTo>
                  <a:lnTo>
                    <a:pt x="21843" y="6330762"/>
                  </a:lnTo>
                  <a:lnTo>
                    <a:pt x="21937" y="6330762"/>
                  </a:lnTo>
                  <a:lnTo>
                    <a:pt x="22031" y="6330762"/>
                  </a:lnTo>
                  <a:lnTo>
                    <a:pt x="22125" y="6330762"/>
                  </a:lnTo>
                  <a:lnTo>
                    <a:pt x="22219" y="6330762"/>
                  </a:lnTo>
                  <a:lnTo>
                    <a:pt x="22314" y="6330762"/>
                  </a:lnTo>
                  <a:lnTo>
                    <a:pt x="22408" y="6330762"/>
                  </a:lnTo>
                  <a:lnTo>
                    <a:pt x="22502" y="6330762"/>
                  </a:lnTo>
                  <a:lnTo>
                    <a:pt x="22596" y="6330762"/>
                  </a:lnTo>
                  <a:lnTo>
                    <a:pt x="22690" y="6330762"/>
                  </a:lnTo>
                  <a:lnTo>
                    <a:pt x="22784" y="6330762"/>
                  </a:lnTo>
                  <a:lnTo>
                    <a:pt x="22878" y="6330762"/>
                  </a:lnTo>
                  <a:lnTo>
                    <a:pt x="22973" y="6330762"/>
                  </a:lnTo>
                  <a:lnTo>
                    <a:pt x="23067" y="6330762"/>
                  </a:lnTo>
                  <a:lnTo>
                    <a:pt x="23161" y="6330762"/>
                  </a:lnTo>
                  <a:lnTo>
                    <a:pt x="23255" y="6330762"/>
                  </a:lnTo>
                  <a:lnTo>
                    <a:pt x="23349" y="6330762"/>
                  </a:lnTo>
                  <a:lnTo>
                    <a:pt x="23443" y="6330762"/>
                  </a:lnTo>
                  <a:lnTo>
                    <a:pt x="23538" y="6330762"/>
                  </a:lnTo>
                  <a:lnTo>
                    <a:pt x="23632" y="6330762"/>
                  </a:lnTo>
                  <a:lnTo>
                    <a:pt x="23726" y="6330762"/>
                  </a:lnTo>
                  <a:lnTo>
                    <a:pt x="23820" y="6330762"/>
                  </a:lnTo>
                  <a:lnTo>
                    <a:pt x="23914" y="6330762"/>
                  </a:lnTo>
                  <a:lnTo>
                    <a:pt x="24008" y="6330762"/>
                  </a:lnTo>
                  <a:lnTo>
                    <a:pt x="24102" y="6330762"/>
                  </a:lnTo>
                  <a:lnTo>
                    <a:pt x="24197" y="6330762"/>
                  </a:lnTo>
                  <a:lnTo>
                    <a:pt x="24291" y="6330762"/>
                  </a:lnTo>
                  <a:lnTo>
                    <a:pt x="24385" y="6330762"/>
                  </a:lnTo>
                  <a:lnTo>
                    <a:pt x="24479" y="6330762"/>
                  </a:lnTo>
                  <a:lnTo>
                    <a:pt x="24573" y="6330762"/>
                  </a:lnTo>
                  <a:lnTo>
                    <a:pt x="24667" y="6330762"/>
                  </a:lnTo>
                  <a:lnTo>
                    <a:pt x="24762" y="6330762"/>
                  </a:lnTo>
                  <a:lnTo>
                    <a:pt x="24856" y="6330762"/>
                  </a:lnTo>
                  <a:lnTo>
                    <a:pt x="24950" y="6330762"/>
                  </a:lnTo>
                  <a:lnTo>
                    <a:pt x="25044" y="6330762"/>
                  </a:lnTo>
                  <a:lnTo>
                    <a:pt x="25138" y="6330762"/>
                  </a:lnTo>
                  <a:lnTo>
                    <a:pt x="25232" y="6330762"/>
                  </a:lnTo>
                  <a:lnTo>
                    <a:pt x="25326" y="6330762"/>
                  </a:lnTo>
                  <a:lnTo>
                    <a:pt x="25421" y="6330762"/>
                  </a:lnTo>
                  <a:lnTo>
                    <a:pt x="25515" y="6330762"/>
                  </a:lnTo>
                  <a:lnTo>
                    <a:pt x="25609" y="6330762"/>
                  </a:lnTo>
                  <a:lnTo>
                    <a:pt x="25703" y="6330762"/>
                  </a:lnTo>
                  <a:lnTo>
                    <a:pt x="25797" y="6330762"/>
                  </a:lnTo>
                  <a:lnTo>
                    <a:pt x="25891" y="6330762"/>
                  </a:lnTo>
                  <a:lnTo>
                    <a:pt x="25986" y="6330762"/>
                  </a:lnTo>
                  <a:lnTo>
                    <a:pt x="26080" y="6330762"/>
                  </a:lnTo>
                  <a:lnTo>
                    <a:pt x="26174" y="6330762"/>
                  </a:lnTo>
                  <a:lnTo>
                    <a:pt x="26268" y="6330762"/>
                  </a:lnTo>
                  <a:lnTo>
                    <a:pt x="26362" y="6330762"/>
                  </a:lnTo>
                  <a:lnTo>
                    <a:pt x="26456" y="6330762"/>
                  </a:lnTo>
                  <a:lnTo>
                    <a:pt x="26550" y="6330762"/>
                  </a:lnTo>
                  <a:lnTo>
                    <a:pt x="26645" y="6330762"/>
                  </a:lnTo>
                  <a:lnTo>
                    <a:pt x="26739" y="6330762"/>
                  </a:lnTo>
                  <a:lnTo>
                    <a:pt x="26833" y="6330762"/>
                  </a:lnTo>
                  <a:lnTo>
                    <a:pt x="26927" y="6330762"/>
                  </a:lnTo>
                  <a:lnTo>
                    <a:pt x="27021" y="6330762"/>
                  </a:lnTo>
                  <a:lnTo>
                    <a:pt x="27115" y="6330762"/>
                  </a:lnTo>
                  <a:lnTo>
                    <a:pt x="27209" y="6330762"/>
                  </a:lnTo>
                  <a:lnTo>
                    <a:pt x="27304" y="6330762"/>
                  </a:lnTo>
                  <a:lnTo>
                    <a:pt x="27398" y="6330762"/>
                  </a:lnTo>
                  <a:lnTo>
                    <a:pt x="27492" y="6330762"/>
                  </a:lnTo>
                  <a:lnTo>
                    <a:pt x="27586" y="6330762"/>
                  </a:lnTo>
                  <a:lnTo>
                    <a:pt x="27586" y="6325850"/>
                  </a:lnTo>
                  <a:lnTo>
                    <a:pt x="27680" y="6325850"/>
                  </a:lnTo>
                  <a:lnTo>
                    <a:pt x="27774" y="6325850"/>
                  </a:lnTo>
                  <a:lnTo>
                    <a:pt x="27869" y="6325850"/>
                  </a:lnTo>
                  <a:lnTo>
                    <a:pt x="27963" y="6325850"/>
                  </a:lnTo>
                  <a:lnTo>
                    <a:pt x="28057" y="6325850"/>
                  </a:lnTo>
                  <a:lnTo>
                    <a:pt x="28151" y="6325850"/>
                  </a:lnTo>
                  <a:lnTo>
                    <a:pt x="28245" y="6325850"/>
                  </a:lnTo>
                  <a:lnTo>
                    <a:pt x="28339" y="6325850"/>
                  </a:lnTo>
                  <a:lnTo>
                    <a:pt x="28433" y="6325850"/>
                  </a:lnTo>
                  <a:lnTo>
                    <a:pt x="28528" y="6325850"/>
                  </a:lnTo>
                  <a:lnTo>
                    <a:pt x="28622" y="6325850"/>
                  </a:lnTo>
                  <a:lnTo>
                    <a:pt x="28716" y="6325850"/>
                  </a:lnTo>
                  <a:lnTo>
                    <a:pt x="28810" y="6325850"/>
                  </a:lnTo>
                  <a:lnTo>
                    <a:pt x="28904" y="6325850"/>
                  </a:lnTo>
                  <a:lnTo>
                    <a:pt x="28998" y="6325850"/>
                  </a:lnTo>
                  <a:lnTo>
                    <a:pt x="29093" y="6325850"/>
                  </a:lnTo>
                  <a:lnTo>
                    <a:pt x="29187" y="6325850"/>
                  </a:lnTo>
                  <a:lnTo>
                    <a:pt x="29281" y="6325850"/>
                  </a:lnTo>
                  <a:lnTo>
                    <a:pt x="29375" y="6325850"/>
                  </a:lnTo>
                  <a:lnTo>
                    <a:pt x="29469" y="6325850"/>
                  </a:lnTo>
                  <a:lnTo>
                    <a:pt x="29563" y="6325850"/>
                  </a:lnTo>
                  <a:lnTo>
                    <a:pt x="29657" y="6325850"/>
                  </a:lnTo>
                  <a:lnTo>
                    <a:pt x="29657" y="6320939"/>
                  </a:lnTo>
                  <a:lnTo>
                    <a:pt x="29752" y="6320939"/>
                  </a:lnTo>
                  <a:lnTo>
                    <a:pt x="29846" y="6320939"/>
                  </a:lnTo>
                  <a:lnTo>
                    <a:pt x="29940" y="6320939"/>
                  </a:lnTo>
                  <a:lnTo>
                    <a:pt x="30034" y="6320939"/>
                  </a:lnTo>
                  <a:lnTo>
                    <a:pt x="30128" y="6320939"/>
                  </a:lnTo>
                  <a:lnTo>
                    <a:pt x="30222" y="6320939"/>
                  </a:lnTo>
                  <a:lnTo>
                    <a:pt x="30317" y="6320939"/>
                  </a:lnTo>
                  <a:lnTo>
                    <a:pt x="30411" y="6320939"/>
                  </a:lnTo>
                  <a:lnTo>
                    <a:pt x="30505" y="6320939"/>
                  </a:lnTo>
                  <a:lnTo>
                    <a:pt x="30599" y="6320939"/>
                  </a:lnTo>
                  <a:lnTo>
                    <a:pt x="30693" y="6320939"/>
                  </a:lnTo>
                  <a:lnTo>
                    <a:pt x="30787" y="6320939"/>
                  </a:lnTo>
                  <a:lnTo>
                    <a:pt x="30881" y="6320939"/>
                  </a:lnTo>
                  <a:lnTo>
                    <a:pt x="30976" y="6320939"/>
                  </a:lnTo>
                  <a:lnTo>
                    <a:pt x="31070" y="6320939"/>
                  </a:lnTo>
                  <a:lnTo>
                    <a:pt x="31164" y="6320939"/>
                  </a:lnTo>
                  <a:lnTo>
                    <a:pt x="31258" y="6320939"/>
                  </a:lnTo>
                  <a:lnTo>
                    <a:pt x="31352" y="6320939"/>
                  </a:lnTo>
                  <a:lnTo>
                    <a:pt x="31446" y="6320939"/>
                  </a:lnTo>
                  <a:lnTo>
                    <a:pt x="31540" y="6320939"/>
                  </a:lnTo>
                  <a:lnTo>
                    <a:pt x="31729" y="6316028"/>
                  </a:lnTo>
                  <a:lnTo>
                    <a:pt x="31823" y="6316028"/>
                  </a:lnTo>
                  <a:lnTo>
                    <a:pt x="31917" y="6316028"/>
                  </a:lnTo>
                  <a:lnTo>
                    <a:pt x="32011" y="6316028"/>
                  </a:lnTo>
                  <a:lnTo>
                    <a:pt x="32105" y="6316028"/>
                  </a:lnTo>
                  <a:lnTo>
                    <a:pt x="32200" y="6316028"/>
                  </a:lnTo>
                  <a:lnTo>
                    <a:pt x="32294" y="6316028"/>
                  </a:lnTo>
                  <a:lnTo>
                    <a:pt x="32388" y="6316028"/>
                  </a:lnTo>
                  <a:lnTo>
                    <a:pt x="32482" y="6316028"/>
                  </a:lnTo>
                  <a:lnTo>
                    <a:pt x="32576" y="6316028"/>
                  </a:lnTo>
                  <a:lnTo>
                    <a:pt x="32670" y="6316028"/>
                  </a:lnTo>
                  <a:lnTo>
                    <a:pt x="32764" y="6316028"/>
                  </a:lnTo>
                  <a:lnTo>
                    <a:pt x="32859" y="6316028"/>
                  </a:lnTo>
                  <a:lnTo>
                    <a:pt x="32953" y="6316028"/>
                  </a:lnTo>
                  <a:lnTo>
                    <a:pt x="33047" y="6316028"/>
                  </a:lnTo>
                  <a:lnTo>
                    <a:pt x="33141" y="6316028"/>
                  </a:lnTo>
                  <a:lnTo>
                    <a:pt x="33235" y="6316028"/>
                  </a:lnTo>
                  <a:lnTo>
                    <a:pt x="33329" y="6316028"/>
                  </a:lnTo>
                  <a:lnTo>
                    <a:pt x="33424" y="6316028"/>
                  </a:lnTo>
                  <a:lnTo>
                    <a:pt x="33518" y="6316028"/>
                  </a:lnTo>
                  <a:lnTo>
                    <a:pt x="33612" y="6316028"/>
                  </a:lnTo>
                  <a:lnTo>
                    <a:pt x="33706" y="6316028"/>
                  </a:lnTo>
                  <a:lnTo>
                    <a:pt x="33800" y="6316028"/>
                  </a:lnTo>
                  <a:lnTo>
                    <a:pt x="33894" y="6316028"/>
                  </a:lnTo>
                  <a:lnTo>
                    <a:pt x="33988" y="6316028"/>
                  </a:lnTo>
                  <a:lnTo>
                    <a:pt x="34083" y="6316028"/>
                  </a:lnTo>
                  <a:lnTo>
                    <a:pt x="34177" y="6316028"/>
                  </a:lnTo>
                  <a:lnTo>
                    <a:pt x="34271" y="6316028"/>
                  </a:lnTo>
                  <a:lnTo>
                    <a:pt x="34365" y="6316028"/>
                  </a:lnTo>
                  <a:lnTo>
                    <a:pt x="34459" y="6316028"/>
                  </a:lnTo>
                  <a:lnTo>
                    <a:pt x="34553" y="6316028"/>
                  </a:lnTo>
                  <a:lnTo>
                    <a:pt x="34648" y="6316028"/>
                  </a:lnTo>
                  <a:lnTo>
                    <a:pt x="34742" y="6316028"/>
                  </a:lnTo>
                  <a:lnTo>
                    <a:pt x="34836" y="6316028"/>
                  </a:lnTo>
                  <a:lnTo>
                    <a:pt x="34930" y="6316028"/>
                  </a:lnTo>
                  <a:lnTo>
                    <a:pt x="35024" y="6316028"/>
                  </a:lnTo>
                  <a:lnTo>
                    <a:pt x="35118" y="6316028"/>
                  </a:lnTo>
                  <a:lnTo>
                    <a:pt x="35212" y="6316028"/>
                  </a:lnTo>
                  <a:lnTo>
                    <a:pt x="35307" y="6316028"/>
                  </a:lnTo>
                  <a:lnTo>
                    <a:pt x="35401" y="6316028"/>
                  </a:lnTo>
                  <a:lnTo>
                    <a:pt x="35495" y="6316028"/>
                  </a:lnTo>
                  <a:lnTo>
                    <a:pt x="35589" y="6316028"/>
                  </a:lnTo>
                  <a:lnTo>
                    <a:pt x="35683" y="6316028"/>
                  </a:lnTo>
                  <a:lnTo>
                    <a:pt x="35777" y="6316028"/>
                  </a:lnTo>
                  <a:lnTo>
                    <a:pt x="35871" y="6316028"/>
                  </a:lnTo>
                  <a:lnTo>
                    <a:pt x="35871" y="6311116"/>
                  </a:lnTo>
                  <a:lnTo>
                    <a:pt x="35966" y="6311116"/>
                  </a:lnTo>
                  <a:lnTo>
                    <a:pt x="36060" y="6311116"/>
                  </a:lnTo>
                  <a:lnTo>
                    <a:pt x="36154" y="6311116"/>
                  </a:lnTo>
                  <a:lnTo>
                    <a:pt x="36248" y="6311116"/>
                  </a:lnTo>
                  <a:lnTo>
                    <a:pt x="36342" y="6311116"/>
                  </a:lnTo>
                  <a:lnTo>
                    <a:pt x="36436" y="6311116"/>
                  </a:lnTo>
                  <a:lnTo>
                    <a:pt x="36531" y="6311116"/>
                  </a:lnTo>
                  <a:lnTo>
                    <a:pt x="36625" y="6311116"/>
                  </a:lnTo>
                  <a:lnTo>
                    <a:pt x="36719" y="6311116"/>
                  </a:lnTo>
                  <a:lnTo>
                    <a:pt x="36813" y="6311116"/>
                  </a:lnTo>
                  <a:lnTo>
                    <a:pt x="36907" y="6311116"/>
                  </a:lnTo>
                  <a:lnTo>
                    <a:pt x="37001" y="6311116"/>
                  </a:lnTo>
                  <a:lnTo>
                    <a:pt x="37095" y="6311116"/>
                  </a:lnTo>
                  <a:lnTo>
                    <a:pt x="37190" y="6311116"/>
                  </a:lnTo>
                  <a:lnTo>
                    <a:pt x="37284" y="6311116"/>
                  </a:lnTo>
                  <a:lnTo>
                    <a:pt x="37378" y="6311116"/>
                  </a:lnTo>
                  <a:lnTo>
                    <a:pt x="37472" y="6311116"/>
                  </a:lnTo>
                  <a:lnTo>
                    <a:pt x="37566" y="6311116"/>
                  </a:lnTo>
                  <a:lnTo>
                    <a:pt x="37660" y="6311116"/>
                  </a:lnTo>
                  <a:lnTo>
                    <a:pt x="37755" y="6311116"/>
                  </a:lnTo>
                  <a:lnTo>
                    <a:pt x="37849" y="6311116"/>
                  </a:lnTo>
                  <a:lnTo>
                    <a:pt x="37943" y="6311116"/>
                  </a:lnTo>
                  <a:lnTo>
                    <a:pt x="38037" y="6311116"/>
                  </a:lnTo>
                  <a:lnTo>
                    <a:pt x="38131" y="6311116"/>
                  </a:lnTo>
                  <a:lnTo>
                    <a:pt x="38225" y="6311116"/>
                  </a:lnTo>
                  <a:lnTo>
                    <a:pt x="38319" y="6311116"/>
                  </a:lnTo>
                  <a:lnTo>
                    <a:pt x="38414" y="6311116"/>
                  </a:lnTo>
                  <a:lnTo>
                    <a:pt x="38508" y="6311116"/>
                  </a:lnTo>
                  <a:lnTo>
                    <a:pt x="38602" y="6311116"/>
                  </a:lnTo>
                  <a:lnTo>
                    <a:pt x="38696" y="6311116"/>
                  </a:lnTo>
                  <a:lnTo>
                    <a:pt x="38790" y="6311116"/>
                  </a:lnTo>
                  <a:lnTo>
                    <a:pt x="38884" y="6311116"/>
                  </a:lnTo>
                  <a:lnTo>
                    <a:pt x="38979" y="6311116"/>
                  </a:lnTo>
                  <a:lnTo>
                    <a:pt x="39073" y="6311116"/>
                  </a:lnTo>
                  <a:lnTo>
                    <a:pt x="39167" y="6311116"/>
                  </a:lnTo>
                  <a:lnTo>
                    <a:pt x="39261" y="6311116"/>
                  </a:lnTo>
                  <a:lnTo>
                    <a:pt x="39355" y="6311116"/>
                  </a:lnTo>
                  <a:lnTo>
                    <a:pt x="39449" y="6311116"/>
                  </a:lnTo>
                  <a:lnTo>
                    <a:pt x="39638" y="6311116"/>
                  </a:lnTo>
                  <a:lnTo>
                    <a:pt x="39732" y="6311116"/>
                  </a:lnTo>
                  <a:lnTo>
                    <a:pt x="39826" y="6311116"/>
                  </a:lnTo>
                  <a:lnTo>
                    <a:pt x="39920" y="6311116"/>
                  </a:lnTo>
                  <a:lnTo>
                    <a:pt x="40014" y="6311116"/>
                  </a:lnTo>
                  <a:lnTo>
                    <a:pt x="40108" y="6311116"/>
                  </a:lnTo>
                  <a:lnTo>
                    <a:pt x="40202" y="6311116"/>
                  </a:lnTo>
                  <a:lnTo>
                    <a:pt x="40297" y="6311116"/>
                  </a:lnTo>
                  <a:lnTo>
                    <a:pt x="40391" y="6311116"/>
                  </a:lnTo>
                  <a:lnTo>
                    <a:pt x="40485" y="6311116"/>
                  </a:lnTo>
                  <a:lnTo>
                    <a:pt x="40579" y="6311116"/>
                  </a:lnTo>
                  <a:lnTo>
                    <a:pt x="40673" y="6311116"/>
                  </a:lnTo>
                  <a:lnTo>
                    <a:pt x="40767" y="6311116"/>
                  </a:lnTo>
                  <a:lnTo>
                    <a:pt x="40862" y="6311116"/>
                  </a:lnTo>
                  <a:lnTo>
                    <a:pt x="40956" y="6311116"/>
                  </a:lnTo>
                  <a:lnTo>
                    <a:pt x="41050" y="6311116"/>
                  </a:lnTo>
                  <a:lnTo>
                    <a:pt x="41144" y="6311116"/>
                  </a:lnTo>
                  <a:lnTo>
                    <a:pt x="41238" y="6311116"/>
                  </a:lnTo>
                  <a:lnTo>
                    <a:pt x="41332" y="6311116"/>
                  </a:lnTo>
                  <a:lnTo>
                    <a:pt x="41426" y="6311116"/>
                  </a:lnTo>
                  <a:lnTo>
                    <a:pt x="41521" y="6311116"/>
                  </a:lnTo>
                  <a:lnTo>
                    <a:pt x="41615" y="6311116"/>
                  </a:lnTo>
                  <a:lnTo>
                    <a:pt x="41709" y="6311116"/>
                  </a:lnTo>
                  <a:lnTo>
                    <a:pt x="41803" y="6311116"/>
                  </a:lnTo>
                  <a:lnTo>
                    <a:pt x="41897" y="6311116"/>
                  </a:lnTo>
                  <a:lnTo>
                    <a:pt x="41991" y="6311116"/>
                  </a:lnTo>
                  <a:lnTo>
                    <a:pt x="42086" y="6311116"/>
                  </a:lnTo>
                  <a:lnTo>
                    <a:pt x="42180" y="6311116"/>
                  </a:lnTo>
                  <a:lnTo>
                    <a:pt x="42274" y="6311116"/>
                  </a:lnTo>
                  <a:lnTo>
                    <a:pt x="42368" y="6311116"/>
                  </a:lnTo>
                  <a:lnTo>
                    <a:pt x="42462" y="6311116"/>
                  </a:lnTo>
                  <a:lnTo>
                    <a:pt x="42556" y="6311116"/>
                  </a:lnTo>
                  <a:lnTo>
                    <a:pt x="42650" y="6311116"/>
                  </a:lnTo>
                  <a:lnTo>
                    <a:pt x="42745" y="6311116"/>
                  </a:lnTo>
                  <a:lnTo>
                    <a:pt x="42839" y="6311116"/>
                  </a:lnTo>
                  <a:lnTo>
                    <a:pt x="42933" y="6311116"/>
                  </a:lnTo>
                  <a:lnTo>
                    <a:pt x="43027" y="6311116"/>
                  </a:lnTo>
                  <a:lnTo>
                    <a:pt x="43121" y="6311116"/>
                  </a:lnTo>
                  <a:lnTo>
                    <a:pt x="43215" y="6311116"/>
                  </a:lnTo>
                  <a:lnTo>
                    <a:pt x="43310" y="6311116"/>
                  </a:lnTo>
                  <a:lnTo>
                    <a:pt x="43404" y="6311116"/>
                  </a:lnTo>
                  <a:lnTo>
                    <a:pt x="43498" y="6311116"/>
                  </a:lnTo>
                  <a:lnTo>
                    <a:pt x="43592" y="6311116"/>
                  </a:lnTo>
                  <a:lnTo>
                    <a:pt x="43686" y="6311116"/>
                  </a:lnTo>
                  <a:lnTo>
                    <a:pt x="43780" y="6311116"/>
                  </a:lnTo>
                  <a:lnTo>
                    <a:pt x="43874" y="6311116"/>
                  </a:lnTo>
                  <a:lnTo>
                    <a:pt x="43969" y="6311116"/>
                  </a:lnTo>
                  <a:lnTo>
                    <a:pt x="44063" y="6311116"/>
                  </a:lnTo>
                  <a:lnTo>
                    <a:pt x="44157" y="6311116"/>
                  </a:lnTo>
                  <a:lnTo>
                    <a:pt x="44251" y="6311116"/>
                  </a:lnTo>
                  <a:lnTo>
                    <a:pt x="44345" y="6311116"/>
                  </a:lnTo>
                  <a:lnTo>
                    <a:pt x="44439" y="6311116"/>
                  </a:lnTo>
                  <a:lnTo>
                    <a:pt x="44533" y="6311116"/>
                  </a:lnTo>
                  <a:lnTo>
                    <a:pt x="44628" y="6311116"/>
                  </a:lnTo>
                  <a:lnTo>
                    <a:pt x="44722" y="6311116"/>
                  </a:lnTo>
                  <a:lnTo>
                    <a:pt x="44816" y="6311116"/>
                  </a:lnTo>
                  <a:lnTo>
                    <a:pt x="44910" y="6311116"/>
                  </a:lnTo>
                  <a:lnTo>
                    <a:pt x="45004" y="6311116"/>
                  </a:lnTo>
                  <a:lnTo>
                    <a:pt x="45098" y="6311116"/>
                  </a:lnTo>
                  <a:lnTo>
                    <a:pt x="45193" y="6311116"/>
                  </a:lnTo>
                  <a:lnTo>
                    <a:pt x="45287" y="6311116"/>
                  </a:lnTo>
                  <a:lnTo>
                    <a:pt x="45381" y="6311116"/>
                  </a:lnTo>
                  <a:lnTo>
                    <a:pt x="45475" y="6311116"/>
                  </a:lnTo>
                  <a:lnTo>
                    <a:pt x="45569" y="6311116"/>
                  </a:lnTo>
                  <a:lnTo>
                    <a:pt x="45663" y="6311116"/>
                  </a:lnTo>
                  <a:lnTo>
                    <a:pt x="45757" y="6311116"/>
                  </a:lnTo>
                  <a:lnTo>
                    <a:pt x="45852" y="6311116"/>
                  </a:lnTo>
                  <a:lnTo>
                    <a:pt x="45946" y="6311116"/>
                  </a:lnTo>
                  <a:lnTo>
                    <a:pt x="46040" y="6311116"/>
                  </a:lnTo>
                  <a:lnTo>
                    <a:pt x="46134" y="6311116"/>
                  </a:lnTo>
                  <a:lnTo>
                    <a:pt x="46228" y="6311116"/>
                  </a:lnTo>
                  <a:lnTo>
                    <a:pt x="46322" y="6311116"/>
                  </a:lnTo>
                  <a:lnTo>
                    <a:pt x="46417" y="6311116"/>
                  </a:lnTo>
                  <a:lnTo>
                    <a:pt x="46511" y="6311116"/>
                  </a:lnTo>
                  <a:lnTo>
                    <a:pt x="46605" y="6311116"/>
                  </a:lnTo>
                  <a:lnTo>
                    <a:pt x="46699" y="6311116"/>
                  </a:lnTo>
                  <a:lnTo>
                    <a:pt x="46793" y="6311116"/>
                  </a:lnTo>
                  <a:lnTo>
                    <a:pt x="46887" y="6311116"/>
                  </a:lnTo>
                  <a:lnTo>
                    <a:pt x="46981" y="6311116"/>
                  </a:lnTo>
                  <a:lnTo>
                    <a:pt x="47076" y="6311116"/>
                  </a:lnTo>
                  <a:lnTo>
                    <a:pt x="47170" y="6311116"/>
                  </a:lnTo>
                  <a:lnTo>
                    <a:pt x="47264" y="6311116"/>
                  </a:lnTo>
                  <a:lnTo>
                    <a:pt x="47358" y="6311116"/>
                  </a:lnTo>
                  <a:lnTo>
                    <a:pt x="47452" y="6311116"/>
                  </a:lnTo>
                  <a:lnTo>
                    <a:pt x="47546" y="6311116"/>
                  </a:lnTo>
                  <a:lnTo>
                    <a:pt x="47641" y="6311116"/>
                  </a:lnTo>
                  <a:lnTo>
                    <a:pt x="47735" y="6311116"/>
                  </a:lnTo>
                  <a:lnTo>
                    <a:pt x="47829" y="6311116"/>
                  </a:lnTo>
                  <a:lnTo>
                    <a:pt x="47923" y="6311116"/>
                  </a:lnTo>
                  <a:lnTo>
                    <a:pt x="48017" y="6311116"/>
                  </a:lnTo>
                  <a:lnTo>
                    <a:pt x="48111" y="6311116"/>
                  </a:lnTo>
                  <a:lnTo>
                    <a:pt x="48205" y="6311116"/>
                  </a:lnTo>
                  <a:lnTo>
                    <a:pt x="48300" y="6311116"/>
                  </a:lnTo>
                  <a:lnTo>
                    <a:pt x="48394" y="6311116"/>
                  </a:lnTo>
                  <a:lnTo>
                    <a:pt x="48488" y="6311116"/>
                  </a:lnTo>
                  <a:lnTo>
                    <a:pt x="48582" y="6311116"/>
                  </a:lnTo>
                  <a:lnTo>
                    <a:pt x="48676" y="6311116"/>
                  </a:lnTo>
                  <a:lnTo>
                    <a:pt x="48770" y="6311116"/>
                  </a:lnTo>
                  <a:lnTo>
                    <a:pt x="48864" y="6311116"/>
                  </a:lnTo>
                  <a:lnTo>
                    <a:pt x="48959" y="6311116"/>
                  </a:lnTo>
                  <a:lnTo>
                    <a:pt x="49053" y="6311116"/>
                  </a:lnTo>
                  <a:lnTo>
                    <a:pt x="49147" y="6311116"/>
                  </a:lnTo>
                  <a:lnTo>
                    <a:pt x="49241" y="6311116"/>
                  </a:lnTo>
                  <a:lnTo>
                    <a:pt x="49335" y="6311116"/>
                  </a:lnTo>
                  <a:lnTo>
                    <a:pt x="49429" y="6311116"/>
                  </a:lnTo>
                  <a:lnTo>
                    <a:pt x="49524" y="6311116"/>
                  </a:lnTo>
                  <a:lnTo>
                    <a:pt x="49618" y="6311116"/>
                  </a:lnTo>
                  <a:lnTo>
                    <a:pt x="49712" y="6311116"/>
                  </a:lnTo>
                  <a:lnTo>
                    <a:pt x="49806" y="6311116"/>
                  </a:lnTo>
                  <a:lnTo>
                    <a:pt x="49900" y="6311116"/>
                  </a:lnTo>
                  <a:lnTo>
                    <a:pt x="49994" y="6311116"/>
                  </a:lnTo>
                  <a:lnTo>
                    <a:pt x="50088" y="6311116"/>
                  </a:lnTo>
                  <a:lnTo>
                    <a:pt x="50183" y="6311116"/>
                  </a:lnTo>
                  <a:lnTo>
                    <a:pt x="50277" y="6311116"/>
                  </a:lnTo>
                  <a:lnTo>
                    <a:pt x="50371" y="6311116"/>
                  </a:lnTo>
                  <a:lnTo>
                    <a:pt x="50465" y="6311116"/>
                  </a:lnTo>
                  <a:lnTo>
                    <a:pt x="50559" y="6311116"/>
                  </a:lnTo>
                  <a:lnTo>
                    <a:pt x="50653" y="6311116"/>
                  </a:lnTo>
                  <a:lnTo>
                    <a:pt x="50748" y="6311116"/>
                  </a:lnTo>
                  <a:lnTo>
                    <a:pt x="50842" y="6311116"/>
                  </a:lnTo>
                  <a:lnTo>
                    <a:pt x="50936" y="6311116"/>
                  </a:lnTo>
                  <a:lnTo>
                    <a:pt x="51030" y="6311116"/>
                  </a:lnTo>
                  <a:lnTo>
                    <a:pt x="51124" y="6311116"/>
                  </a:lnTo>
                  <a:lnTo>
                    <a:pt x="51218" y="6311116"/>
                  </a:lnTo>
                  <a:lnTo>
                    <a:pt x="51312" y="6311116"/>
                  </a:lnTo>
                  <a:lnTo>
                    <a:pt x="51407" y="6311116"/>
                  </a:lnTo>
                  <a:lnTo>
                    <a:pt x="51501" y="6311116"/>
                  </a:lnTo>
                  <a:lnTo>
                    <a:pt x="51595" y="6311116"/>
                  </a:lnTo>
                  <a:lnTo>
                    <a:pt x="51689" y="6311116"/>
                  </a:lnTo>
                  <a:lnTo>
                    <a:pt x="51783" y="6311116"/>
                  </a:lnTo>
                  <a:lnTo>
                    <a:pt x="51877" y="6311116"/>
                  </a:lnTo>
                  <a:lnTo>
                    <a:pt x="51972" y="6311116"/>
                  </a:lnTo>
                  <a:lnTo>
                    <a:pt x="52066" y="6311116"/>
                  </a:lnTo>
                  <a:lnTo>
                    <a:pt x="52160" y="6311116"/>
                  </a:lnTo>
                  <a:lnTo>
                    <a:pt x="52254" y="6311116"/>
                  </a:lnTo>
                  <a:lnTo>
                    <a:pt x="52442" y="6311116"/>
                  </a:lnTo>
                  <a:lnTo>
                    <a:pt x="52536" y="6311116"/>
                  </a:lnTo>
                  <a:lnTo>
                    <a:pt x="52631" y="6311116"/>
                  </a:lnTo>
                  <a:lnTo>
                    <a:pt x="52725" y="6311116"/>
                  </a:lnTo>
                  <a:lnTo>
                    <a:pt x="52819" y="6311116"/>
                  </a:lnTo>
                  <a:lnTo>
                    <a:pt x="52913" y="6311116"/>
                  </a:lnTo>
                  <a:lnTo>
                    <a:pt x="53007" y="6311116"/>
                  </a:lnTo>
                  <a:lnTo>
                    <a:pt x="53101" y="6311116"/>
                  </a:lnTo>
                  <a:lnTo>
                    <a:pt x="53195" y="6311116"/>
                  </a:lnTo>
                  <a:lnTo>
                    <a:pt x="53290" y="6311116"/>
                  </a:lnTo>
                  <a:lnTo>
                    <a:pt x="53384" y="6311116"/>
                  </a:lnTo>
                  <a:lnTo>
                    <a:pt x="53478" y="6311116"/>
                  </a:lnTo>
                  <a:lnTo>
                    <a:pt x="53572" y="6311116"/>
                  </a:lnTo>
                  <a:lnTo>
                    <a:pt x="53666" y="6311116"/>
                  </a:lnTo>
                  <a:lnTo>
                    <a:pt x="53760" y="6311116"/>
                  </a:lnTo>
                  <a:lnTo>
                    <a:pt x="53855" y="6311116"/>
                  </a:lnTo>
                  <a:lnTo>
                    <a:pt x="53949" y="6311116"/>
                  </a:lnTo>
                  <a:lnTo>
                    <a:pt x="54043" y="6311116"/>
                  </a:lnTo>
                  <a:lnTo>
                    <a:pt x="54137" y="6311116"/>
                  </a:lnTo>
                  <a:lnTo>
                    <a:pt x="54231" y="6311116"/>
                  </a:lnTo>
                  <a:lnTo>
                    <a:pt x="54325" y="6311116"/>
                  </a:lnTo>
                  <a:lnTo>
                    <a:pt x="54419" y="6311116"/>
                  </a:lnTo>
                  <a:lnTo>
                    <a:pt x="54514" y="6311116"/>
                  </a:lnTo>
                  <a:lnTo>
                    <a:pt x="54608" y="6311116"/>
                  </a:lnTo>
                  <a:lnTo>
                    <a:pt x="54702" y="6311116"/>
                  </a:lnTo>
                  <a:lnTo>
                    <a:pt x="54796" y="6311116"/>
                  </a:lnTo>
                  <a:lnTo>
                    <a:pt x="54890" y="6311116"/>
                  </a:lnTo>
                  <a:lnTo>
                    <a:pt x="54984" y="6311116"/>
                  </a:lnTo>
                  <a:lnTo>
                    <a:pt x="55079" y="6311116"/>
                  </a:lnTo>
                  <a:lnTo>
                    <a:pt x="55173" y="6311116"/>
                  </a:lnTo>
                  <a:lnTo>
                    <a:pt x="55267" y="6311116"/>
                  </a:lnTo>
                  <a:lnTo>
                    <a:pt x="55361" y="6311116"/>
                  </a:lnTo>
                  <a:lnTo>
                    <a:pt x="55455" y="6311116"/>
                  </a:lnTo>
                  <a:lnTo>
                    <a:pt x="55455" y="6306205"/>
                  </a:lnTo>
                  <a:lnTo>
                    <a:pt x="55549" y="6306205"/>
                  </a:lnTo>
                  <a:lnTo>
                    <a:pt x="55643" y="6306205"/>
                  </a:lnTo>
                  <a:lnTo>
                    <a:pt x="55738" y="6306205"/>
                  </a:lnTo>
                  <a:lnTo>
                    <a:pt x="55832" y="6306205"/>
                  </a:lnTo>
                  <a:lnTo>
                    <a:pt x="55926" y="6306205"/>
                  </a:lnTo>
                  <a:lnTo>
                    <a:pt x="56114" y="6306205"/>
                  </a:lnTo>
                  <a:lnTo>
                    <a:pt x="56208" y="6306205"/>
                  </a:lnTo>
                  <a:lnTo>
                    <a:pt x="56303" y="6306205"/>
                  </a:lnTo>
                  <a:lnTo>
                    <a:pt x="56397" y="6306205"/>
                  </a:lnTo>
                  <a:lnTo>
                    <a:pt x="56491" y="6306205"/>
                  </a:lnTo>
                  <a:lnTo>
                    <a:pt x="56585" y="6306205"/>
                  </a:lnTo>
                  <a:lnTo>
                    <a:pt x="56679" y="6306205"/>
                  </a:lnTo>
                  <a:lnTo>
                    <a:pt x="56867" y="6306205"/>
                  </a:lnTo>
                  <a:lnTo>
                    <a:pt x="56962" y="6306205"/>
                  </a:lnTo>
                  <a:lnTo>
                    <a:pt x="57056" y="6306205"/>
                  </a:lnTo>
                  <a:lnTo>
                    <a:pt x="57150" y="6306205"/>
                  </a:lnTo>
                  <a:lnTo>
                    <a:pt x="57244" y="6306205"/>
                  </a:lnTo>
                  <a:lnTo>
                    <a:pt x="57338" y="6306205"/>
                  </a:lnTo>
                  <a:lnTo>
                    <a:pt x="57432" y="6306205"/>
                  </a:lnTo>
                  <a:lnTo>
                    <a:pt x="57526" y="6306205"/>
                  </a:lnTo>
                  <a:lnTo>
                    <a:pt x="57621" y="6306205"/>
                  </a:lnTo>
                  <a:lnTo>
                    <a:pt x="57715" y="6306205"/>
                  </a:lnTo>
                  <a:lnTo>
                    <a:pt x="57809" y="6306205"/>
                  </a:lnTo>
                  <a:lnTo>
                    <a:pt x="57903" y="6306205"/>
                  </a:lnTo>
                  <a:lnTo>
                    <a:pt x="57997" y="6306205"/>
                  </a:lnTo>
                  <a:lnTo>
                    <a:pt x="58091" y="6306205"/>
                  </a:lnTo>
                  <a:lnTo>
                    <a:pt x="58186" y="6306205"/>
                  </a:lnTo>
                  <a:lnTo>
                    <a:pt x="58280" y="6306205"/>
                  </a:lnTo>
                  <a:lnTo>
                    <a:pt x="58374" y="6306205"/>
                  </a:lnTo>
                  <a:lnTo>
                    <a:pt x="58468" y="6306205"/>
                  </a:lnTo>
                  <a:lnTo>
                    <a:pt x="58562" y="6306205"/>
                  </a:lnTo>
                  <a:lnTo>
                    <a:pt x="58656" y="6306205"/>
                  </a:lnTo>
                  <a:lnTo>
                    <a:pt x="58750" y="6306205"/>
                  </a:lnTo>
                  <a:lnTo>
                    <a:pt x="58845" y="6306205"/>
                  </a:lnTo>
                  <a:lnTo>
                    <a:pt x="58939" y="6306205"/>
                  </a:lnTo>
                  <a:lnTo>
                    <a:pt x="59033" y="6306205"/>
                  </a:lnTo>
                  <a:lnTo>
                    <a:pt x="59127" y="6306205"/>
                  </a:lnTo>
                  <a:lnTo>
                    <a:pt x="59221" y="6306205"/>
                  </a:lnTo>
                  <a:lnTo>
                    <a:pt x="59315" y="6306205"/>
                  </a:lnTo>
                  <a:lnTo>
                    <a:pt x="59410" y="6306205"/>
                  </a:lnTo>
                  <a:lnTo>
                    <a:pt x="59598" y="6306205"/>
                  </a:lnTo>
                  <a:lnTo>
                    <a:pt x="59598" y="6301294"/>
                  </a:lnTo>
                  <a:lnTo>
                    <a:pt x="59692" y="6301294"/>
                  </a:lnTo>
                  <a:lnTo>
                    <a:pt x="59786" y="6301294"/>
                  </a:lnTo>
                  <a:lnTo>
                    <a:pt x="59880" y="6301294"/>
                  </a:lnTo>
                  <a:lnTo>
                    <a:pt x="59974" y="6301294"/>
                  </a:lnTo>
                  <a:lnTo>
                    <a:pt x="60069" y="6301294"/>
                  </a:lnTo>
                  <a:lnTo>
                    <a:pt x="60163" y="6301294"/>
                  </a:lnTo>
                  <a:lnTo>
                    <a:pt x="60257" y="6301294"/>
                  </a:lnTo>
                  <a:lnTo>
                    <a:pt x="60351" y="6301294"/>
                  </a:lnTo>
                  <a:lnTo>
                    <a:pt x="60445" y="6301294"/>
                  </a:lnTo>
                  <a:lnTo>
                    <a:pt x="60539" y="6301294"/>
                  </a:lnTo>
                  <a:lnTo>
                    <a:pt x="60634" y="6301294"/>
                  </a:lnTo>
                  <a:lnTo>
                    <a:pt x="60728" y="6301294"/>
                  </a:lnTo>
                  <a:lnTo>
                    <a:pt x="60822" y="6301294"/>
                  </a:lnTo>
                  <a:lnTo>
                    <a:pt x="60916" y="6301294"/>
                  </a:lnTo>
                  <a:lnTo>
                    <a:pt x="61010" y="6301294"/>
                  </a:lnTo>
                  <a:lnTo>
                    <a:pt x="61104" y="6301294"/>
                  </a:lnTo>
                  <a:lnTo>
                    <a:pt x="61198" y="6301294"/>
                  </a:lnTo>
                  <a:lnTo>
                    <a:pt x="61293" y="6301294"/>
                  </a:lnTo>
                  <a:lnTo>
                    <a:pt x="61387" y="6301294"/>
                  </a:lnTo>
                  <a:lnTo>
                    <a:pt x="61481" y="6301294"/>
                  </a:lnTo>
                  <a:lnTo>
                    <a:pt x="61575" y="6301294"/>
                  </a:lnTo>
                  <a:lnTo>
                    <a:pt x="61669" y="6301294"/>
                  </a:lnTo>
                  <a:lnTo>
                    <a:pt x="61763" y="6301294"/>
                  </a:lnTo>
                  <a:lnTo>
                    <a:pt x="61857" y="6301294"/>
                  </a:lnTo>
                  <a:lnTo>
                    <a:pt x="61952" y="6301294"/>
                  </a:lnTo>
                  <a:lnTo>
                    <a:pt x="62046" y="6301294"/>
                  </a:lnTo>
                  <a:lnTo>
                    <a:pt x="62140" y="6301294"/>
                  </a:lnTo>
                  <a:lnTo>
                    <a:pt x="62234" y="6301294"/>
                  </a:lnTo>
                  <a:lnTo>
                    <a:pt x="62328" y="6301294"/>
                  </a:lnTo>
                  <a:lnTo>
                    <a:pt x="62422" y="6301294"/>
                  </a:lnTo>
                  <a:lnTo>
                    <a:pt x="62517" y="6301294"/>
                  </a:lnTo>
                  <a:lnTo>
                    <a:pt x="62611" y="6301294"/>
                  </a:lnTo>
                  <a:lnTo>
                    <a:pt x="62705" y="6301294"/>
                  </a:lnTo>
                  <a:lnTo>
                    <a:pt x="62799" y="6301294"/>
                  </a:lnTo>
                  <a:lnTo>
                    <a:pt x="62893" y="6301294"/>
                  </a:lnTo>
                  <a:lnTo>
                    <a:pt x="62987" y="6301294"/>
                  </a:lnTo>
                  <a:lnTo>
                    <a:pt x="63081" y="6301294"/>
                  </a:lnTo>
                  <a:lnTo>
                    <a:pt x="63176" y="6301294"/>
                  </a:lnTo>
                  <a:lnTo>
                    <a:pt x="63270" y="6301294"/>
                  </a:lnTo>
                  <a:lnTo>
                    <a:pt x="63364" y="6301294"/>
                  </a:lnTo>
                  <a:lnTo>
                    <a:pt x="63458" y="6301294"/>
                  </a:lnTo>
                  <a:lnTo>
                    <a:pt x="63552" y="6301294"/>
                  </a:lnTo>
                  <a:lnTo>
                    <a:pt x="63646" y="6301294"/>
                  </a:lnTo>
                  <a:lnTo>
                    <a:pt x="63741" y="6301294"/>
                  </a:lnTo>
                  <a:lnTo>
                    <a:pt x="63835" y="6301294"/>
                  </a:lnTo>
                  <a:lnTo>
                    <a:pt x="63929" y="6301294"/>
                  </a:lnTo>
                  <a:lnTo>
                    <a:pt x="64023" y="6301294"/>
                  </a:lnTo>
                  <a:lnTo>
                    <a:pt x="64117" y="6301294"/>
                  </a:lnTo>
                  <a:lnTo>
                    <a:pt x="64211" y="6301294"/>
                  </a:lnTo>
                  <a:lnTo>
                    <a:pt x="64305" y="6301294"/>
                  </a:lnTo>
                  <a:lnTo>
                    <a:pt x="64400" y="6301294"/>
                  </a:lnTo>
                  <a:lnTo>
                    <a:pt x="64494" y="6301294"/>
                  </a:lnTo>
                  <a:lnTo>
                    <a:pt x="64588" y="6301294"/>
                  </a:lnTo>
                  <a:lnTo>
                    <a:pt x="64682" y="6301294"/>
                  </a:lnTo>
                  <a:lnTo>
                    <a:pt x="64776" y="6301294"/>
                  </a:lnTo>
                  <a:lnTo>
                    <a:pt x="64965" y="6301294"/>
                  </a:lnTo>
                  <a:lnTo>
                    <a:pt x="65059" y="6301294"/>
                  </a:lnTo>
                  <a:lnTo>
                    <a:pt x="65153" y="6301294"/>
                  </a:lnTo>
                  <a:lnTo>
                    <a:pt x="65247" y="6301294"/>
                  </a:lnTo>
                  <a:lnTo>
                    <a:pt x="65341" y="6301294"/>
                  </a:lnTo>
                  <a:lnTo>
                    <a:pt x="65435" y="6301294"/>
                  </a:lnTo>
                  <a:lnTo>
                    <a:pt x="65529" y="6301294"/>
                  </a:lnTo>
                  <a:lnTo>
                    <a:pt x="65624" y="6301294"/>
                  </a:lnTo>
                  <a:lnTo>
                    <a:pt x="65718" y="6301294"/>
                  </a:lnTo>
                  <a:lnTo>
                    <a:pt x="65812" y="6301294"/>
                  </a:lnTo>
                  <a:lnTo>
                    <a:pt x="65906" y="6301294"/>
                  </a:lnTo>
                  <a:lnTo>
                    <a:pt x="66000" y="6301294"/>
                  </a:lnTo>
                  <a:lnTo>
                    <a:pt x="66094" y="6301294"/>
                  </a:lnTo>
                  <a:lnTo>
                    <a:pt x="66188" y="6301294"/>
                  </a:lnTo>
                  <a:lnTo>
                    <a:pt x="66283" y="6301294"/>
                  </a:lnTo>
                  <a:lnTo>
                    <a:pt x="66377" y="6301294"/>
                  </a:lnTo>
                  <a:lnTo>
                    <a:pt x="66377" y="6296382"/>
                  </a:lnTo>
                  <a:lnTo>
                    <a:pt x="66471" y="6296382"/>
                  </a:lnTo>
                  <a:lnTo>
                    <a:pt x="66565" y="6296382"/>
                  </a:lnTo>
                  <a:lnTo>
                    <a:pt x="66659" y="6296382"/>
                  </a:lnTo>
                  <a:lnTo>
                    <a:pt x="66753" y="6296382"/>
                  </a:lnTo>
                  <a:lnTo>
                    <a:pt x="66848" y="6296382"/>
                  </a:lnTo>
                  <a:lnTo>
                    <a:pt x="66942" y="6296382"/>
                  </a:lnTo>
                  <a:lnTo>
                    <a:pt x="67036" y="6296382"/>
                  </a:lnTo>
                  <a:lnTo>
                    <a:pt x="67130" y="6296382"/>
                  </a:lnTo>
                  <a:lnTo>
                    <a:pt x="67224" y="6296382"/>
                  </a:lnTo>
                  <a:lnTo>
                    <a:pt x="67318" y="6296382"/>
                  </a:lnTo>
                  <a:lnTo>
                    <a:pt x="67412" y="6296382"/>
                  </a:lnTo>
                  <a:lnTo>
                    <a:pt x="67507" y="6296382"/>
                  </a:lnTo>
                  <a:lnTo>
                    <a:pt x="67601" y="6296382"/>
                  </a:lnTo>
                  <a:lnTo>
                    <a:pt x="67601" y="6291471"/>
                  </a:lnTo>
                  <a:lnTo>
                    <a:pt x="67695" y="6291471"/>
                  </a:lnTo>
                  <a:lnTo>
                    <a:pt x="67789" y="6291471"/>
                  </a:lnTo>
                  <a:lnTo>
                    <a:pt x="67883" y="6291471"/>
                  </a:lnTo>
                  <a:lnTo>
                    <a:pt x="67977" y="6291471"/>
                  </a:lnTo>
                  <a:lnTo>
                    <a:pt x="68072" y="6291471"/>
                  </a:lnTo>
                  <a:lnTo>
                    <a:pt x="68166" y="6291471"/>
                  </a:lnTo>
                  <a:lnTo>
                    <a:pt x="68260" y="6291471"/>
                  </a:lnTo>
                  <a:lnTo>
                    <a:pt x="68354" y="6291471"/>
                  </a:lnTo>
                  <a:lnTo>
                    <a:pt x="68542" y="6291471"/>
                  </a:lnTo>
                  <a:lnTo>
                    <a:pt x="68636" y="6291471"/>
                  </a:lnTo>
                  <a:lnTo>
                    <a:pt x="68731" y="6291471"/>
                  </a:lnTo>
                  <a:lnTo>
                    <a:pt x="68825" y="6291471"/>
                  </a:lnTo>
                  <a:lnTo>
                    <a:pt x="68919" y="6291471"/>
                  </a:lnTo>
                  <a:lnTo>
                    <a:pt x="69013" y="6291471"/>
                  </a:lnTo>
                  <a:lnTo>
                    <a:pt x="69107" y="6291471"/>
                  </a:lnTo>
                  <a:lnTo>
                    <a:pt x="69201" y="6291471"/>
                  </a:lnTo>
                  <a:lnTo>
                    <a:pt x="69296" y="6291471"/>
                  </a:lnTo>
                  <a:lnTo>
                    <a:pt x="69390" y="6291471"/>
                  </a:lnTo>
                  <a:lnTo>
                    <a:pt x="69484" y="6291471"/>
                  </a:lnTo>
                  <a:lnTo>
                    <a:pt x="69578" y="6291471"/>
                  </a:lnTo>
                  <a:lnTo>
                    <a:pt x="69672" y="6291471"/>
                  </a:lnTo>
                  <a:lnTo>
                    <a:pt x="69766" y="6291471"/>
                  </a:lnTo>
                  <a:lnTo>
                    <a:pt x="69860" y="6291471"/>
                  </a:lnTo>
                  <a:lnTo>
                    <a:pt x="69955" y="6291471"/>
                  </a:lnTo>
                  <a:lnTo>
                    <a:pt x="70049" y="6291471"/>
                  </a:lnTo>
                  <a:lnTo>
                    <a:pt x="70143" y="6291471"/>
                  </a:lnTo>
                  <a:lnTo>
                    <a:pt x="70237" y="6291471"/>
                  </a:lnTo>
                  <a:lnTo>
                    <a:pt x="70331" y="6291471"/>
                  </a:lnTo>
                  <a:lnTo>
                    <a:pt x="70425" y="6291471"/>
                  </a:lnTo>
                  <a:lnTo>
                    <a:pt x="70519" y="6291471"/>
                  </a:lnTo>
                  <a:lnTo>
                    <a:pt x="70614" y="6291471"/>
                  </a:lnTo>
                  <a:lnTo>
                    <a:pt x="70708" y="6291471"/>
                  </a:lnTo>
                  <a:lnTo>
                    <a:pt x="70802" y="6291471"/>
                  </a:lnTo>
                  <a:lnTo>
                    <a:pt x="70896" y="6291471"/>
                  </a:lnTo>
                  <a:lnTo>
                    <a:pt x="70990" y="6291471"/>
                  </a:lnTo>
                  <a:lnTo>
                    <a:pt x="71084" y="6291471"/>
                  </a:lnTo>
                  <a:lnTo>
                    <a:pt x="71179" y="6291471"/>
                  </a:lnTo>
                  <a:lnTo>
                    <a:pt x="71273" y="6291471"/>
                  </a:lnTo>
                  <a:lnTo>
                    <a:pt x="71367" y="6291471"/>
                  </a:lnTo>
                  <a:lnTo>
                    <a:pt x="71461" y="6291471"/>
                  </a:lnTo>
                  <a:lnTo>
                    <a:pt x="71555" y="6291471"/>
                  </a:lnTo>
                  <a:lnTo>
                    <a:pt x="71649" y="6291471"/>
                  </a:lnTo>
                  <a:lnTo>
                    <a:pt x="71743" y="6291471"/>
                  </a:lnTo>
                  <a:lnTo>
                    <a:pt x="71838" y="6291471"/>
                  </a:lnTo>
                  <a:lnTo>
                    <a:pt x="71932" y="6291471"/>
                  </a:lnTo>
                  <a:lnTo>
                    <a:pt x="72026" y="6291471"/>
                  </a:lnTo>
                  <a:lnTo>
                    <a:pt x="72120" y="6291471"/>
                  </a:lnTo>
                  <a:lnTo>
                    <a:pt x="72214" y="6291471"/>
                  </a:lnTo>
                  <a:lnTo>
                    <a:pt x="72308" y="6291471"/>
                  </a:lnTo>
                  <a:lnTo>
                    <a:pt x="72403" y="6291471"/>
                  </a:lnTo>
                  <a:lnTo>
                    <a:pt x="72497" y="6291471"/>
                  </a:lnTo>
                  <a:lnTo>
                    <a:pt x="72591" y="6291471"/>
                  </a:lnTo>
                  <a:lnTo>
                    <a:pt x="72685" y="6291471"/>
                  </a:lnTo>
                  <a:lnTo>
                    <a:pt x="72779" y="6291471"/>
                  </a:lnTo>
                  <a:lnTo>
                    <a:pt x="72873" y="6291471"/>
                  </a:lnTo>
                  <a:lnTo>
                    <a:pt x="72967" y="6291471"/>
                  </a:lnTo>
                  <a:lnTo>
                    <a:pt x="73062" y="6291471"/>
                  </a:lnTo>
                  <a:lnTo>
                    <a:pt x="73156" y="6291471"/>
                  </a:lnTo>
                  <a:lnTo>
                    <a:pt x="73250" y="6291471"/>
                  </a:lnTo>
                  <a:lnTo>
                    <a:pt x="73344" y="6291471"/>
                  </a:lnTo>
                  <a:lnTo>
                    <a:pt x="73438" y="6291471"/>
                  </a:lnTo>
                  <a:lnTo>
                    <a:pt x="73532" y="6291471"/>
                  </a:lnTo>
                  <a:lnTo>
                    <a:pt x="73627" y="6291471"/>
                  </a:lnTo>
                  <a:lnTo>
                    <a:pt x="73721" y="6291471"/>
                  </a:lnTo>
                  <a:lnTo>
                    <a:pt x="73815" y="6291471"/>
                  </a:lnTo>
                  <a:lnTo>
                    <a:pt x="73909" y="6291471"/>
                  </a:lnTo>
                  <a:lnTo>
                    <a:pt x="74003" y="6291471"/>
                  </a:lnTo>
                  <a:lnTo>
                    <a:pt x="74097" y="6291471"/>
                  </a:lnTo>
                  <a:lnTo>
                    <a:pt x="74191" y="6291471"/>
                  </a:lnTo>
                  <a:lnTo>
                    <a:pt x="74286" y="6291471"/>
                  </a:lnTo>
                  <a:lnTo>
                    <a:pt x="74380" y="6291471"/>
                  </a:lnTo>
                  <a:lnTo>
                    <a:pt x="74474" y="6291471"/>
                  </a:lnTo>
                  <a:lnTo>
                    <a:pt x="74568" y="6291471"/>
                  </a:lnTo>
                  <a:lnTo>
                    <a:pt x="74662" y="6291471"/>
                  </a:lnTo>
                  <a:lnTo>
                    <a:pt x="74662" y="6286559"/>
                  </a:lnTo>
                  <a:lnTo>
                    <a:pt x="74756" y="6286559"/>
                  </a:lnTo>
                  <a:lnTo>
                    <a:pt x="74850" y="6286559"/>
                  </a:lnTo>
                  <a:lnTo>
                    <a:pt x="74945" y="6286559"/>
                  </a:lnTo>
                  <a:lnTo>
                    <a:pt x="75039" y="6286559"/>
                  </a:lnTo>
                  <a:lnTo>
                    <a:pt x="75133" y="6286559"/>
                  </a:lnTo>
                  <a:lnTo>
                    <a:pt x="75227" y="6286559"/>
                  </a:lnTo>
                  <a:lnTo>
                    <a:pt x="75321" y="6286559"/>
                  </a:lnTo>
                  <a:lnTo>
                    <a:pt x="75510" y="6286559"/>
                  </a:lnTo>
                  <a:lnTo>
                    <a:pt x="75604" y="6286559"/>
                  </a:lnTo>
                  <a:lnTo>
                    <a:pt x="75698" y="6286559"/>
                  </a:lnTo>
                  <a:lnTo>
                    <a:pt x="75792" y="6286559"/>
                  </a:lnTo>
                  <a:lnTo>
                    <a:pt x="75886" y="6286559"/>
                  </a:lnTo>
                  <a:lnTo>
                    <a:pt x="75980" y="6286559"/>
                  </a:lnTo>
                  <a:lnTo>
                    <a:pt x="76074" y="6286559"/>
                  </a:lnTo>
                  <a:lnTo>
                    <a:pt x="76169" y="6286559"/>
                  </a:lnTo>
                  <a:lnTo>
                    <a:pt x="76263" y="6286559"/>
                  </a:lnTo>
                  <a:lnTo>
                    <a:pt x="76357" y="6286559"/>
                  </a:lnTo>
                  <a:lnTo>
                    <a:pt x="76451" y="6286559"/>
                  </a:lnTo>
                  <a:lnTo>
                    <a:pt x="76545" y="6286559"/>
                  </a:lnTo>
                  <a:lnTo>
                    <a:pt x="76639" y="6286559"/>
                  </a:lnTo>
                  <a:lnTo>
                    <a:pt x="76734" y="6286559"/>
                  </a:lnTo>
                  <a:lnTo>
                    <a:pt x="76828" y="6286559"/>
                  </a:lnTo>
                  <a:lnTo>
                    <a:pt x="76922" y="6286559"/>
                  </a:lnTo>
                  <a:lnTo>
                    <a:pt x="77016" y="6286559"/>
                  </a:lnTo>
                  <a:lnTo>
                    <a:pt x="77110" y="6286559"/>
                  </a:lnTo>
                  <a:lnTo>
                    <a:pt x="77204" y="6286559"/>
                  </a:lnTo>
                  <a:lnTo>
                    <a:pt x="77298" y="6286559"/>
                  </a:lnTo>
                  <a:lnTo>
                    <a:pt x="77393" y="6286559"/>
                  </a:lnTo>
                  <a:lnTo>
                    <a:pt x="77487" y="6286559"/>
                  </a:lnTo>
                  <a:lnTo>
                    <a:pt x="77581" y="6286559"/>
                  </a:lnTo>
                  <a:lnTo>
                    <a:pt x="77675" y="6286559"/>
                  </a:lnTo>
                  <a:lnTo>
                    <a:pt x="77769" y="6286559"/>
                  </a:lnTo>
                  <a:lnTo>
                    <a:pt x="77863" y="6286559"/>
                  </a:lnTo>
                  <a:lnTo>
                    <a:pt x="77958" y="6286559"/>
                  </a:lnTo>
                  <a:lnTo>
                    <a:pt x="78052" y="6286559"/>
                  </a:lnTo>
                  <a:lnTo>
                    <a:pt x="78052" y="6281648"/>
                  </a:lnTo>
                  <a:lnTo>
                    <a:pt x="78146" y="6281648"/>
                  </a:lnTo>
                  <a:lnTo>
                    <a:pt x="78240" y="6281648"/>
                  </a:lnTo>
                  <a:lnTo>
                    <a:pt x="78334" y="6281648"/>
                  </a:lnTo>
                  <a:lnTo>
                    <a:pt x="78428" y="6281648"/>
                  </a:lnTo>
                  <a:lnTo>
                    <a:pt x="78522" y="6281648"/>
                  </a:lnTo>
                  <a:lnTo>
                    <a:pt x="78617" y="6281648"/>
                  </a:lnTo>
                  <a:lnTo>
                    <a:pt x="78711" y="6281648"/>
                  </a:lnTo>
                  <a:lnTo>
                    <a:pt x="78805" y="6281648"/>
                  </a:lnTo>
                  <a:lnTo>
                    <a:pt x="78899" y="6281648"/>
                  </a:lnTo>
                  <a:lnTo>
                    <a:pt x="78993" y="6281648"/>
                  </a:lnTo>
                  <a:lnTo>
                    <a:pt x="79087" y="6281648"/>
                  </a:lnTo>
                  <a:lnTo>
                    <a:pt x="79181" y="6281648"/>
                  </a:lnTo>
                  <a:lnTo>
                    <a:pt x="79276" y="6281648"/>
                  </a:lnTo>
                  <a:lnTo>
                    <a:pt x="79370" y="6281648"/>
                  </a:lnTo>
                  <a:lnTo>
                    <a:pt x="79464" y="6281648"/>
                  </a:lnTo>
                  <a:lnTo>
                    <a:pt x="79558" y="6281648"/>
                  </a:lnTo>
                  <a:lnTo>
                    <a:pt x="79652" y="6281648"/>
                  </a:lnTo>
                  <a:lnTo>
                    <a:pt x="79746" y="6281648"/>
                  </a:lnTo>
                  <a:lnTo>
                    <a:pt x="79841" y="6281648"/>
                  </a:lnTo>
                  <a:lnTo>
                    <a:pt x="79935" y="6281648"/>
                  </a:lnTo>
                  <a:lnTo>
                    <a:pt x="80029" y="6281648"/>
                  </a:lnTo>
                  <a:lnTo>
                    <a:pt x="80123" y="6281648"/>
                  </a:lnTo>
                  <a:lnTo>
                    <a:pt x="80217" y="6281648"/>
                  </a:lnTo>
                  <a:lnTo>
                    <a:pt x="80311" y="6281648"/>
                  </a:lnTo>
                  <a:lnTo>
                    <a:pt x="80405" y="6281648"/>
                  </a:lnTo>
                  <a:lnTo>
                    <a:pt x="80500" y="6281648"/>
                  </a:lnTo>
                  <a:lnTo>
                    <a:pt x="80594" y="6281648"/>
                  </a:lnTo>
                  <a:lnTo>
                    <a:pt x="80688" y="6281648"/>
                  </a:lnTo>
                  <a:lnTo>
                    <a:pt x="80782" y="6281648"/>
                  </a:lnTo>
                  <a:lnTo>
                    <a:pt x="80876" y="6281648"/>
                  </a:lnTo>
                  <a:lnTo>
                    <a:pt x="81065" y="6281648"/>
                  </a:lnTo>
                  <a:lnTo>
                    <a:pt x="81159" y="6281648"/>
                  </a:lnTo>
                  <a:lnTo>
                    <a:pt x="81253" y="6281648"/>
                  </a:lnTo>
                  <a:lnTo>
                    <a:pt x="81347" y="6281648"/>
                  </a:lnTo>
                  <a:lnTo>
                    <a:pt x="81441" y="6281648"/>
                  </a:lnTo>
                  <a:lnTo>
                    <a:pt x="81535" y="6281648"/>
                  </a:lnTo>
                  <a:lnTo>
                    <a:pt x="81535" y="6276737"/>
                  </a:lnTo>
                  <a:lnTo>
                    <a:pt x="81629" y="6276737"/>
                  </a:lnTo>
                  <a:lnTo>
                    <a:pt x="81724" y="6276737"/>
                  </a:lnTo>
                  <a:lnTo>
                    <a:pt x="81818" y="6276737"/>
                  </a:lnTo>
                  <a:lnTo>
                    <a:pt x="81912" y="6276737"/>
                  </a:lnTo>
                  <a:lnTo>
                    <a:pt x="82006" y="6276737"/>
                  </a:lnTo>
                  <a:lnTo>
                    <a:pt x="82100" y="6276737"/>
                  </a:lnTo>
                  <a:lnTo>
                    <a:pt x="82194" y="6276737"/>
                  </a:lnTo>
                  <a:lnTo>
                    <a:pt x="82289" y="6276737"/>
                  </a:lnTo>
                  <a:lnTo>
                    <a:pt x="82383" y="6276737"/>
                  </a:lnTo>
                  <a:lnTo>
                    <a:pt x="82477" y="6276737"/>
                  </a:lnTo>
                  <a:lnTo>
                    <a:pt x="82571" y="6276737"/>
                  </a:lnTo>
                  <a:lnTo>
                    <a:pt x="82665" y="6276737"/>
                  </a:lnTo>
                  <a:lnTo>
                    <a:pt x="82759" y="6276737"/>
                  </a:lnTo>
                  <a:lnTo>
                    <a:pt x="82853" y="6276737"/>
                  </a:lnTo>
                  <a:lnTo>
                    <a:pt x="82948" y="6276737"/>
                  </a:lnTo>
                  <a:lnTo>
                    <a:pt x="83042" y="6276737"/>
                  </a:lnTo>
                  <a:lnTo>
                    <a:pt x="83136" y="6276737"/>
                  </a:lnTo>
                  <a:lnTo>
                    <a:pt x="83230" y="6276737"/>
                  </a:lnTo>
                  <a:lnTo>
                    <a:pt x="83324" y="6276737"/>
                  </a:lnTo>
                  <a:lnTo>
                    <a:pt x="83418" y="6276737"/>
                  </a:lnTo>
                  <a:lnTo>
                    <a:pt x="83512" y="6276737"/>
                  </a:lnTo>
                  <a:lnTo>
                    <a:pt x="83607" y="6276737"/>
                  </a:lnTo>
                  <a:lnTo>
                    <a:pt x="83701" y="6276737"/>
                  </a:lnTo>
                  <a:lnTo>
                    <a:pt x="83795" y="6276737"/>
                  </a:lnTo>
                  <a:lnTo>
                    <a:pt x="83889" y="6276737"/>
                  </a:lnTo>
                  <a:lnTo>
                    <a:pt x="83983" y="6276737"/>
                  </a:lnTo>
                  <a:lnTo>
                    <a:pt x="84077" y="6276737"/>
                  </a:lnTo>
                  <a:lnTo>
                    <a:pt x="84172" y="6276737"/>
                  </a:lnTo>
                  <a:lnTo>
                    <a:pt x="84266" y="6276737"/>
                  </a:lnTo>
                  <a:lnTo>
                    <a:pt x="84360" y="6276737"/>
                  </a:lnTo>
                  <a:lnTo>
                    <a:pt x="84454" y="6276737"/>
                  </a:lnTo>
                  <a:lnTo>
                    <a:pt x="84548" y="6276737"/>
                  </a:lnTo>
                  <a:lnTo>
                    <a:pt x="84642" y="6276737"/>
                  </a:lnTo>
                  <a:lnTo>
                    <a:pt x="84736" y="6276737"/>
                  </a:lnTo>
                  <a:lnTo>
                    <a:pt x="84831" y="6276737"/>
                  </a:lnTo>
                  <a:lnTo>
                    <a:pt x="84925" y="6276737"/>
                  </a:lnTo>
                  <a:lnTo>
                    <a:pt x="85019" y="6276737"/>
                  </a:lnTo>
                  <a:lnTo>
                    <a:pt x="85113" y="6276737"/>
                  </a:lnTo>
                  <a:lnTo>
                    <a:pt x="85207" y="6276737"/>
                  </a:lnTo>
                  <a:lnTo>
                    <a:pt x="85301" y="6276737"/>
                  </a:lnTo>
                  <a:lnTo>
                    <a:pt x="85396" y="6276737"/>
                  </a:lnTo>
                  <a:lnTo>
                    <a:pt x="85490" y="6276737"/>
                  </a:lnTo>
                  <a:lnTo>
                    <a:pt x="85584" y="6276737"/>
                  </a:lnTo>
                  <a:lnTo>
                    <a:pt x="85678" y="6276737"/>
                  </a:lnTo>
                  <a:lnTo>
                    <a:pt x="85772" y="6276737"/>
                  </a:lnTo>
                  <a:lnTo>
                    <a:pt x="85866" y="6276737"/>
                  </a:lnTo>
                  <a:lnTo>
                    <a:pt x="85960" y="6276737"/>
                  </a:lnTo>
                  <a:lnTo>
                    <a:pt x="86055" y="6276737"/>
                  </a:lnTo>
                  <a:lnTo>
                    <a:pt x="86149" y="6276737"/>
                  </a:lnTo>
                  <a:lnTo>
                    <a:pt x="86243" y="6276737"/>
                  </a:lnTo>
                  <a:lnTo>
                    <a:pt x="86337" y="6276737"/>
                  </a:lnTo>
                  <a:lnTo>
                    <a:pt x="86431" y="6276737"/>
                  </a:lnTo>
                  <a:lnTo>
                    <a:pt x="86525" y="6276737"/>
                  </a:lnTo>
                  <a:lnTo>
                    <a:pt x="86714" y="6276737"/>
                  </a:lnTo>
                  <a:lnTo>
                    <a:pt x="86808" y="6276737"/>
                  </a:lnTo>
                  <a:lnTo>
                    <a:pt x="86902" y="6276737"/>
                  </a:lnTo>
                  <a:lnTo>
                    <a:pt x="86996" y="6276737"/>
                  </a:lnTo>
                  <a:lnTo>
                    <a:pt x="87090" y="6276737"/>
                  </a:lnTo>
                  <a:lnTo>
                    <a:pt x="87184" y="6276737"/>
                  </a:lnTo>
                  <a:lnTo>
                    <a:pt x="87279" y="6276737"/>
                  </a:lnTo>
                  <a:lnTo>
                    <a:pt x="87373" y="6276737"/>
                  </a:lnTo>
                  <a:lnTo>
                    <a:pt x="87467" y="6276737"/>
                  </a:lnTo>
                  <a:lnTo>
                    <a:pt x="87561" y="6276737"/>
                  </a:lnTo>
                  <a:lnTo>
                    <a:pt x="87655" y="6276737"/>
                  </a:lnTo>
                  <a:lnTo>
                    <a:pt x="87749" y="6276737"/>
                  </a:lnTo>
                  <a:lnTo>
                    <a:pt x="87843" y="6276737"/>
                  </a:lnTo>
                  <a:lnTo>
                    <a:pt x="87938" y="6276737"/>
                  </a:lnTo>
                  <a:lnTo>
                    <a:pt x="88032" y="6276737"/>
                  </a:lnTo>
                  <a:lnTo>
                    <a:pt x="88126" y="6276737"/>
                  </a:lnTo>
                  <a:lnTo>
                    <a:pt x="88220" y="6276737"/>
                  </a:lnTo>
                  <a:lnTo>
                    <a:pt x="88314" y="6276737"/>
                  </a:lnTo>
                  <a:lnTo>
                    <a:pt x="88408" y="6276737"/>
                  </a:lnTo>
                  <a:lnTo>
                    <a:pt x="88503" y="6276737"/>
                  </a:lnTo>
                  <a:lnTo>
                    <a:pt x="88597" y="6276737"/>
                  </a:lnTo>
                  <a:lnTo>
                    <a:pt x="88691" y="6276737"/>
                  </a:lnTo>
                  <a:lnTo>
                    <a:pt x="88785" y="6276737"/>
                  </a:lnTo>
                  <a:lnTo>
                    <a:pt x="88973" y="6276737"/>
                  </a:lnTo>
                  <a:lnTo>
                    <a:pt x="89067" y="6276737"/>
                  </a:lnTo>
                  <a:lnTo>
                    <a:pt x="89162" y="6276737"/>
                  </a:lnTo>
                  <a:lnTo>
                    <a:pt x="89256" y="6276737"/>
                  </a:lnTo>
                  <a:lnTo>
                    <a:pt x="89350" y="6276737"/>
                  </a:lnTo>
                  <a:lnTo>
                    <a:pt x="89444" y="6276737"/>
                  </a:lnTo>
                  <a:lnTo>
                    <a:pt x="89538" y="6276737"/>
                  </a:lnTo>
                  <a:lnTo>
                    <a:pt x="89632" y="6276737"/>
                  </a:lnTo>
                  <a:lnTo>
                    <a:pt x="89727" y="6276737"/>
                  </a:lnTo>
                  <a:lnTo>
                    <a:pt x="89821" y="6276737"/>
                  </a:lnTo>
                  <a:lnTo>
                    <a:pt x="89915" y="6276737"/>
                  </a:lnTo>
                  <a:lnTo>
                    <a:pt x="90009" y="6276737"/>
                  </a:lnTo>
                  <a:lnTo>
                    <a:pt x="90103" y="6276737"/>
                  </a:lnTo>
                  <a:lnTo>
                    <a:pt x="90197" y="6276737"/>
                  </a:lnTo>
                  <a:lnTo>
                    <a:pt x="90291" y="6276737"/>
                  </a:lnTo>
                  <a:lnTo>
                    <a:pt x="90386" y="6276737"/>
                  </a:lnTo>
                  <a:lnTo>
                    <a:pt x="90480" y="6276737"/>
                  </a:lnTo>
                  <a:lnTo>
                    <a:pt x="90574" y="6276737"/>
                  </a:lnTo>
                  <a:lnTo>
                    <a:pt x="90668" y="6276737"/>
                  </a:lnTo>
                  <a:lnTo>
                    <a:pt x="90762" y="6276737"/>
                  </a:lnTo>
                  <a:lnTo>
                    <a:pt x="90856" y="6276737"/>
                  </a:lnTo>
                  <a:lnTo>
                    <a:pt x="90951" y="6276737"/>
                  </a:lnTo>
                  <a:lnTo>
                    <a:pt x="91045" y="6276737"/>
                  </a:lnTo>
                  <a:lnTo>
                    <a:pt x="91139" y="6276737"/>
                  </a:lnTo>
                  <a:lnTo>
                    <a:pt x="91233" y="6276737"/>
                  </a:lnTo>
                  <a:lnTo>
                    <a:pt x="91327" y="6276737"/>
                  </a:lnTo>
                  <a:lnTo>
                    <a:pt x="91421" y="6276737"/>
                  </a:lnTo>
                  <a:lnTo>
                    <a:pt x="91515" y="6276737"/>
                  </a:lnTo>
                  <a:lnTo>
                    <a:pt x="91610" y="6276737"/>
                  </a:lnTo>
                  <a:lnTo>
                    <a:pt x="91704" y="6276737"/>
                  </a:lnTo>
                  <a:lnTo>
                    <a:pt x="91798" y="6276737"/>
                  </a:lnTo>
                  <a:lnTo>
                    <a:pt x="91892" y="6276737"/>
                  </a:lnTo>
                  <a:lnTo>
                    <a:pt x="91986" y="6276737"/>
                  </a:lnTo>
                  <a:lnTo>
                    <a:pt x="92080" y="6276737"/>
                  </a:lnTo>
                  <a:lnTo>
                    <a:pt x="92174" y="6276737"/>
                  </a:lnTo>
                  <a:lnTo>
                    <a:pt x="92269" y="6276737"/>
                  </a:lnTo>
                  <a:lnTo>
                    <a:pt x="92363" y="6276737"/>
                  </a:lnTo>
                  <a:lnTo>
                    <a:pt x="92457" y="6276737"/>
                  </a:lnTo>
                  <a:lnTo>
                    <a:pt x="92551" y="6276737"/>
                  </a:lnTo>
                  <a:lnTo>
                    <a:pt x="92645" y="6276737"/>
                  </a:lnTo>
                  <a:lnTo>
                    <a:pt x="92739" y="6276737"/>
                  </a:lnTo>
                  <a:lnTo>
                    <a:pt x="92834" y="6276737"/>
                  </a:lnTo>
                  <a:lnTo>
                    <a:pt x="92928" y="6276737"/>
                  </a:lnTo>
                  <a:lnTo>
                    <a:pt x="93022" y="6276737"/>
                  </a:lnTo>
                  <a:lnTo>
                    <a:pt x="93116" y="6276737"/>
                  </a:lnTo>
                  <a:lnTo>
                    <a:pt x="93210" y="6276737"/>
                  </a:lnTo>
                  <a:lnTo>
                    <a:pt x="93304" y="6276737"/>
                  </a:lnTo>
                  <a:lnTo>
                    <a:pt x="93398" y="6276737"/>
                  </a:lnTo>
                  <a:lnTo>
                    <a:pt x="93493" y="6276737"/>
                  </a:lnTo>
                  <a:lnTo>
                    <a:pt x="93681" y="6276737"/>
                  </a:lnTo>
                  <a:lnTo>
                    <a:pt x="93775" y="6276737"/>
                  </a:lnTo>
                  <a:lnTo>
                    <a:pt x="93869" y="6276737"/>
                  </a:lnTo>
                  <a:lnTo>
                    <a:pt x="93963" y="6276737"/>
                  </a:lnTo>
                  <a:lnTo>
                    <a:pt x="94058" y="6276737"/>
                  </a:lnTo>
                  <a:lnTo>
                    <a:pt x="94152" y="6276737"/>
                  </a:lnTo>
                  <a:lnTo>
                    <a:pt x="94246" y="6276737"/>
                  </a:lnTo>
                  <a:lnTo>
                    <a:pt x="94340" y="6276737"/>
                  </a:lnTo>
                  <a:lnTo>
                    <a:pt x="94434" y="6276737"/>
                  </a:lnTo>
                  <a:lnTo>
                    <a:pt x="94528" y="6276737"/>
                  </a:lnTo>
                  <a:lnTo>
                    <a:pt x="94622" y="6276737"/>
                  </a:lnTo>
                  <a:lnTo>
                    <a:pt x="94717" y="6276737"/>
                  </a:lnTo>
                  <a:lnTo>
                    <a:pt x="94811" y="6276737"/>
                  </a:lnTo>
                  <a:lnTo>
                    <a:pt x="94905" y="6276737"/>
                  </a:lnTo>
                  <a:lnTo>
                    <a:pt x="94999" y="6276737"/>
                  </a:lnTo>
                  <a:lnTo>
                    <a:pt x="95093" y="6276737"/>
                  </a:lnTo>
                  <a:lnTo>
                    <a:pt x="95187" y="6276737"/>
                  </a:lnTo>
                  <a:lnTo>
                    <a:pt x="95282" y="6276737"/>
                  </a:lnTo>
                  <a:lnTo>
                    <a:pt x="95376" y="6276737"/>
                  </a:lnTo>
                  <a:lnTo>
                    <a:pt x="95470" y="6276737"/>
                  </a:lnTo>
                  <a:lnTo>
                    <a:pt x="95564" y="6276737"/>
                  </a:lnTo>
                  <a:lnTo>
                    <a:pt x="95658" y="6276737"/>
                  </a:lnTo>
                  <a:lnTo>
                    <a:pt x="95752" y="6276737"/>
                  </a:lnTo>
                  <a:lnTo>
                    <a:pt x="95846" y="6276737"/>
                  </a:lnTo>
                  <a:lnTo>
                    <a:pt x="95941" y="6276737"/>
                  </a:lnTo>
                  <a:lnTo>
                    <a:pt x="96035" y="6276737"/>
                  </a:lnTo>
                  <a:lnTo>
                    <a:pt x="96129" y="6276737"/>
                  </a:lnTo>
                  <a:lnTo>
                    <a:pt x="96223" y="6276737"/>
                  </a:lnTo>
                  <a:lnTo>
                    <a:pt x="96223" y="6271825"/>
                  </a:lnTo>
                  <a:lnTo>
                    <a:pt x="96317" y="6271825"/>
                  </a:lnTo>
                  <a:lnTo>
                    <a:pt x="96505" y="6271825"/>
                  </a:lnTo>
                  <a:lnTo>
                    <a:pt x="96600" y="6271825"/>
                  </a:lnTo>
                  <a:lnTo>
                    <a:pt x="96694" y="6271825"/>
                  </a:lnTo>
                  <a:lnTo>
                    <a:pt x="96788" y="6271825"/>
                  </a:lnTo>
                  <a:lnTo>
                    <a:pt x="96882" y="6271825"/>
                  </a:lnTo>
                  <a:lnTo>
                    <a:pt x="96976" y="6271825"/>
                  </a:lnTo>
                  <a:lnTo>
                    <a:pt x="97070" y="6271825"/>
                  </a:lnTo>
                  <a:lnTo>
                    <a:pt x="97259" y="6271825"/>
                  </a:lnTo>
                  <a:lnTo>
                    <a:pt x="97353" y="6271825"/>
                  </a:lnTo>
                  <a:lnTo>
                    <a:pt x="97447" y="6271825"/>
                  </a:lnTo>
                  <a:lnTo>
                    <a:pt x="97541" y="6271825"/>
                  </a:lnTo>
                  <a:lnTo>
                    <a:pt x="97635" y="6271825"/>
                  </a:lnTo>
                  <a:lnTo>
                    <a:pt x="97729" y="6271825"/>
                  </a:lnTo>
                  <a:lnTo>
                    <a:pt x="97824" y="6271825"/>
                  </a:lnTo>
                  <a:lnTo>
                    <a:pt x="97918" y="6271825"/>
                  </a:lnTo>
                  <a:lnTo>
                    <a:pt x="98012" y="6271825"/>
                  </a:lnTo>
                  <a:lnTo>
                    <a:pt x="98106" y="6271825"/>
                  </a:lnTo>
                  <a:lnTo>
                    <a:pt x="98200" y="6271825"/>
                  </a:lnTo>
                  <a:lnTo>
                    <a:pt x="98294" y="6271825"/>
                  </a:lnTo>
                  <a:lnTo>
                    <a:pt x="98389" y="6271825"/>
                  </a:lnTo>
                  <a:lnTo>
                    <a:pt x="98483" y="6271825"/>
                  </a:lnTo>
                  <a:lnTo>
                    <a:pt x="98577" y="6271825"/>
                  </a:lnTo>
                  <a:lnTo>
                    <a:pt x="98671" y="6271825"/>
                  </a:lnTo>
                  <a:lnTo>
                    <a:pt x="98765" y="6271825"/>
                  </a:lnTo>
                  <a:lnTo>
                    <a:pt x="98859" y="6271825"/>
                  </a:lnTo>
                  <a:lnTo>
                    <a:pt x="98953" y="6271825"/>
                  </a:lnTo>
                  <a:lnTo>
                    <a:pt x="99048" y="6271825"/>
                  </a:lnTo>
                  <a:lnTo>
                    <a:pt x="99142" y="6271825"/>
                  </a:lnTo>
                  <a:lnTo>
                    <a:pt x="99236" y="6271825"/>
                  </a:lnTo>
                  <a:lnTo>
                    <a:pt x="99330" y="6271825"/>
                  </a:lnTo>
                  <a:lnTo>
                    <a:pt x="99424" y="6271825"/>
                  </a:lnTo>
                  <a:lnTo>
                    <a:pt x="99518" y="6271825"/>
                  </a:lnTo>
                  <a:lnTo>
                    <a:pt x="99613" y="6271825"/>
                  </a:lnTo>
                  <a:lnTo>
                    <a:pt x="99707" y="6271825"/>
                  </a:lnTo>
                  <a:lnTo>
                    <a:pt x="99801" y="6271825"/>
                  </a:lnTo>
                  <a:lnTo>
                    <a:pt x="99895" y="6271825"/>
                  </a:lnTo>
                  <a:lnTo>
                    <a:pt x="99989" y="6271825"/>
                  </a:lnTo>
                  <a:lnTo>
                    <a:pt x="100083" y="6271825"/>
                  </a:lnTo>
                  <a:lnTo>
                    <a:pt x="100177" y="6271825"/>
                  </a:lnTo>
                  <a:lnTo>
                    <a:pt x="100272" y="6271825"/>
                  </a:lnTo>
                  <a:lnTo>
                    <a:pt x="100366" y="6271825"/>
                  </a:lnTo>
                  <a:lnTo>
                    <a:pt x="100460" y="6271825"/>
                  </a:lnTo>
                  <a:lnTo>
                    <a:pt x="100554" y="6271825"/>
                  </a:lnTo>
                  <a:lnTo>
                    <a:pt x="100648" y="6271825"/>
                  </a:lnTo>
                  <a:lnTo>
                    <a:pt x="100648" y="6266914"/>
                  </a:lnTo>
                  <a:lnTo>
                    <a:pt x="100742" y="6266914"/>
                  </a:lnTo>
                  <a:lnTo>
                    <a:pt x="100836" y="6266914"/>
                  </a:lnTo>
                  <a:lnTo>
                    <a:pt x="100931" y="6266914"/>
                  </a:lnTo>
                  <a:lnTo>
                    <a:pt x="101025" y="6266914"/>
                  </a:lnTo>
                  <a:lnTo>
                    <a:pt x="101119" y="6266914"/>
                  </a:lnTo>
                  <a:lnTo>
                    <a:pt x="101213" y="6266914"/>
                  </a:lnTo>
                  <a:lnTo>
                    <a:pt x="101307" y="6266914"/>
                  </a:lnTo>
                  <a:lnTo>
                    <a:pt x="101401" y="6266914"/>
                  </a:lnTo>
                  <a:lnTo>
                    <a:pt x="101496" y="6266914"/>
                  </a:lnTo>
                  <a:lnTo>
                    <a:pt x="101684" y="6266914"/>
                  </a:lnTo>
                  <a:lnTo>
                    <a:pt x="101778" y="6266914"/>
                  </a:lnTo>
                  <a:lnTo>
                    <a:pt x="101872" y="6266914"/>
                  </a:lnTo>
                  <a:lnTo>
                    <a:pt x="101966" y="6266914"/>
                  </a:lnTo>
                  <a:lnTo>
                    <a:pt x="102060" y="6266914"/>
                  </a:lnTo>
                  <a:lnTo>
                    <a:pt x="102155" y="6266914"/>
                  </a:lnTo>
                  <a:lnTo>
                    <a:pt x="102249" y="6266914"/>
                  </a:lnTo>
                  <a:lnTo>
                    <a:pt x="102343" y="6266914"/>
                  </a:lnTo>
                  <a:lnTo>
                    <a:pt x="102437" y="6266914"/>
                  </a:lnTo>
                  <a:lnTo>
                    <a:pt x="102437" y="6262003"/>
                  </a:lnTo>
                  <a:lnTo>
                    <a:pt x="102531" y="6262003"/>
                  </a:lnTo>
                  <a:lnTo>
                    <a:pt x="102625" y="6262003"/>
                  </a:lnTo>
                  <a:lnTo>
                    <a:pt x="102720" y="6262003"/>
                  </a:lnTo>
                  <a:lnTo>
                    <a:pt x="102814" y="6262003"/>
                  </a:lnTo>
                  <a:lnTo>
                    <a:pt x="102908" y="6262003"/>
                  </a:lnTo>
                  <a:lnTo>
                    <a:pt x="103002" y="6262003"/>
                  </a:lnTo>
                  <a:lnTo>
                    <a:pt x="103096" y="6262003"/>
                  </a:lnTo>
                  <a:lnTo>
                    <a:pt x="103190" y="6262003"/>
                  </a:lnTo>
                  <a:lnTo>
                    <a:pt x="103284" y="6262003"/>
                  </a:lnTo>
                  <a:lnTo>
                    <a:pt x="103379" y="6262003"/>
                  </a:lnTo>
                  <a:lnTo>
                    <a:pt x="103473" y="6262003"/>
                  </a:lnTo>
                  <a:lnTo>
                    <a:pt x="103567" y="6262003"/>
                  </a:lnTo>
                  <a:lnTo>
                    <a:pt x="103661" y="6262003"/>
                  </a:lnTo>
                  <a:lnTo>
                    <a:pt x="103849" y="6262003"/>
                  </a:lnTo>
                  <a:lnTo>
                    <a:pt x="103944" y="6262003"/>
                  </a:lnTo>
                  <a:lnTo>
                    <a:pt x="104038" y="6262003"/>
                  </a:lnTo>
                  <a:lnTo>
                    <a:pt x="104132" y="6262003"/>
                  </a:lnTo>
                  <a:lnTo>
                    <a:pt x="104226" y="6262003"/>
                  </a:lnTo>
                  <a:lnTo>
                    <a:pt x="104320" y="6262003"/>
                  </a:lnTo>
                  <a:lnTo>
                    <a:pt x="104414" y="6262003"/>
                  </a:lnTo>
                  <a:lnTo>
                    <a:pt x="104508" y="6262003"/>
                  </a:lnTo>
                  <a:lnTo>
                    <a:pt x="104603" y="6262003"/>
                  </a:lnTo>
                  <a:lnTo>
                    <a:pt x="104697" y="6262003"/>
                  </a:lnTo>
                  <a:lnTo>
                    <a:pt x="104791" y="6262003"/>
                  </a:lnTo>
                  <a:lnTo>
                    <a:pt x="104885" y="6262003"/>
                  </a:lnTo>
                  <a:lnTo>
                    <a:pt x="104979" y="6262003"/>
                  </a:lnTo>
                  <a:lnTo>
                    <a:pt x="105073" y="6262003"/>
                  </a:lnTo>
                  <a:lnTo>
                    <a:pt x="105167" y="6262003"/>
                  </a:lnTo>
                  <a:lnTo>
                    <a:pt x="105262" y="6262003"/>
                  </a:lnTo>
                  <a:lnTo>
                    <a:pt x="105356" y="6262003"/>
                  </a:lnTo>
                  <a:lnTo>
                    <a:pt x="105544" y="6262003"/>
                  </a:lnTo>
                  <a:lnTo>
                    <a:pt x="105638" y="6262003"/>
                  </a:lnTo>
                  <a:lnTo>
                    <a:pt x="105732" y="6262003"/>
                  </a:lnTo>
                  <a:lnTo>
                    <a:pt x="105827" y="6262003"/>
                  </a:lnTo>
                  <a:lnTo>
                    <a:pt x="105921" y="6262003"/>
                  </a:lnTo>
                  <a:lnTo>
                    <a:pt x="106015" y="6262003"/>
                  </a:lnTo>
                  <a:lnTo>
                    <a:pt x="106109" y="6262003"/>
                  </a:lnTo>
                  <a:lnTo>
                    <a:pt x="106203" y="6262003"/>
                  </a:lnTo>
                  <a:lnTo>
                    <a:pt x="106297" y="6262003"/>
                  </a:lnTo>
                  <a:lnTo>
                    <a:pt x="106391" y="6262003"/>
                  </a:lnTo>
                  <a:lnTo>
                    <a:pt x="106486" y="6262003"/>
                  </a:lnTo>
                  <a:lnTo>
                    <a:pt x="106580" y="6262003"/>
                  </a:lnTo>
                  <a:lnTo>
                    <a:pt x="106674" y="6262003"/>
                  </a:lnTo>
                  <a:lnTo>
                    <a:pt x="106768" y="6262003"/>
                  </a:lnTo>
                  <a:lnTo>
                    <a:pt x="106862" y="6262003"/>
                  </a:lnTo>
                  <a:lnTo>
                    <a:pt x="106956" y="6262003"/>
                  </a:lnTo>
                  <a:lnTo>
                    <a:pt x="107051" y="6262003"/>
                  </a:lnTo>
                  <a:lnTo>
                    <a:pt x="107145" y="6262003"/>
                  </a:lnTo>
                  <a:lnTo>
                    <a:pt x="107239" y="6262003"/>
                  </a:lnTo>
                  <a:lnTo>
                    <a:pt x="107333" y="6262003"/>
                  </a:lnTo>
                  <a:lnTo>
                    <a:pt x="107427" y="6262003"/>
                  </a:lnTo>
                  <a:lnTo>
                    <a:pt x="107521" y="6262003"/>
                  </a:lnTo>
                  <a:lnTo>
                    <a:pt x="107615" y="6262003"/>
                  </a:lnTo>
                  <a:lnTo>
                    <a:pt x="107710" y="6262003"/>
                  </a:lnTo>
                  <a:lnTo>
                    <a:pt x="107804" y="6262003"/>
                  </a:lnTo>
                  <a:lnTo>
                    <a:pt x="107898" y="6262003"/>
                  </a:lnTo>
                  <a:lnTo>
                    <a:pt x="107992" y="6262003"/>
                  </a:lnTo>
                  <a:lnTo>
                    <a:pt x="108086" y="6262003"/>
                  </a:lnTo>
                  <a:lnTo>
                    <a:pt x="108180" y="6262003"/>
                  </a:lnTo>
                  <a:lnTo>
                    <a:pt x="108275" y="6262003"/>
                  </a:lnTo>
                  <a:lnTo>
                    <a:pt x="108369" y="6262003"/>
                  </a:lnTo>
                  <a:lnTo>
                    <a:pt x="108557" y="6262003"/>
                  </a:lnTo>
                  <a:lnTo>
                    <a:pt x="108651" y="6262003"/>
                  </a:lnTo>
                  <a:lnTo>
                    <a:pt x="108745" y="6262003"/>
                  </a:lnTo>
                  <a:lnTo>
                    <a:pt x="108839" y="6262003"/>
                  </a:lnTo>
                  <a:lnTo>
                    <a:pt x="108934" y="6262003"/>
                  </a:lnTo>
                  <a:lnTo>
                    <a:pt x="109028" y="6262003"/>
                  </a:lnTo>
                  <a:lnTo>
                    <a:pt x="109122" y="6262003"/>
                  </a:lnTo>
                  <a:lnTo>
                    <a:pt x="109216" y="6262003"/>
                  </a:lnTo>
                  <a:lnTo>
                    <a:pt x="109310" y="6262003"/>
                  </a:lnTo>
                  <a:lnTo>
                    <a:pt x="109404" y="6262003"/>
                  </a:lnTo>
                  <a:lnTo>
                    <a:pt x="109781" y="6262003"/>
                  </a:lnTo>
                  <a:lnTo>
                    <a:pt x="109875" y="6262003"/>
                  </a:lnTo>
                  <a:lnTo>
                    <a:pt x="109969" y="6262003"/>
                  </a:lnTo>
                  <a:lnTo>
                    <a:pt x="110063" y="6262003"/>
                  </a:lnTo>
                  <a:lnTo>
                    <a:pt x="110252" y="6262003"/>
                  </a:lnTo>
                  <a:lnTo>
                    <a:pt x="110346" y="6262003"/>
                  </a:lnTo>
                  <a:lnTo>
                    <a:pt x="110440" y="6262003"/>
                  </a:lnTo>
                  <a:lnTo>
                    <a:pt x="110534" y="6262003"/>
                  </a:lnTo>
                  <a:lnTo>
                    <a:pt x="110628" y="6262003"/>
                  </a:lnTo>
                  <a:lnTo>
                    <a:pt x="110722" y="6262003"/>
                  </a:lnTo>
                  <a:lnTo>
                    <a:pt x="110817" y="6262003"/>
                  </a:lnTo>
                  <a:lnTo>
                    <a:pt x="110911" y="6262003"/>
                  </a:lnTo>
                  <a:lnTo>
                    <a:pt x="111005" y="6262003"/>
                  </a:lnTo>
                  <a:lnTo>
                    <a:pt x="111099" y="6262003"/>
                  </a:lnTo>
                  <a:lnTo>
                    <a:pt x="111193" y="6262003"/>
                  </a:lnTo>
                  <a:lnTo>
                    <a:pt x="111287" y="6262003"/>
                  </a:lnTo>
                  <a:lnTo>
                    <a:pt x="111382" y="6262003"/>
                  </a:lnTo>
                  <a:lnTo>
                    <a:pt x="111476" y="6262003"/>
                  </a:lnTo>
                  <a:lnTo>
                    <a:pt x="111570" y="6262003"/>
                  </a:lnTo>
                  <a:lnTo>
                    <a:pt x="111664" y="6262003"/>
                  </a:lnTo>
                  <a:lnTo>
                    <a:pt x="111758" y="6262003"/>
                  </a:lnTo>
                  <a:lnTo>
                    <a:pt x="111852" y="6262003"/>
                  </a:lnTo>
                  <a:lnTo>
                    <a:pt x="111946" y="6262003"/>
                  </a:lnTo>
                  <a:lnTo>
                    <a:pt x="112041" y="6262003"/>
                  </a:lnTo>
                  <a:lnTo>
                    <a:pt x="112135" y="6262003"/>
                  </a:lnTo>
                  <a:lnTo>
                    <a:pt x="112229" y="6262003"/>
                  </a:lnTo>
                  <a:lnTo>
                    <a:pt x="112323" y="6262003"/>
                  </a:lnTo>
                  <a:lnTo>
                    <a:pt x="112417" y="6262003"/>
                  </a:lnTo>
                  <a:lnTo>
                    <a:pt x="112511" y="6262003"/>
                  </a:lnTo>
                  <a:lnTo>
                    <a:pt x="112606" y="6262003"/>
                  </a:lnTo>
                  <a:lnTo>
                    <a:pt x="112700" y="6262003"/>
                  </a:lnTo>
                  <a:lnTo>
                    <a:pt x="112794" y="6262003"/>
                  </a:lnTo>
                  <a:lnTo>
                    <a:pt x="112888" y="6262003"/>
                  </a:lnTo>
                  <a:lnTo>
                    <a:pt x="112982" y="6262003"/>
                  </a:lnTo>
                  <a:lnTo>
                    <a:pt x="113076" y="6262003"/>
                  </a:lnTo>
                  <a:lnTo>
                    <a:pt x="113170" y="6262003"/>
                  </a:lnTo>
                  <a:lnTo>
                    <a:pt x="113359" y="6262003"/>
                  </a:lnTo>
                  <a:lnTo>
                    <a:pt x="113453" y="6262003"/>
                  </a:lnTo>
                  <a:lnTo>
                    <a:pt x="113547" y="6262003"/>
                  </a:lnTo>
                  <a:lnTo>
                    <a:pt x="113641" y="6262003"/>
                  </a:lnTo>
                  <a:lnTo>
                    <a:pt x="113735" y="6262003"/>
                  </a:lnTo>
                  <a:lnTo>
                    <a:pt x="113829" y="6262003"/>
                  </a:lnTo>
                  <a:lnTo>
                    <a:pt x="113924" y="6262003"/>
                  </a:lnTo>
                  <a:lnTo>
                    <a:pt x="114018" y="6262003"/>
                  </a:lnTo>
                  <a:lnTo>
                    <a:pt x="114112" y="6262003"/>
                  </a:lnTo>
                  <a:lnTo>
                    <a:pt x="114206" y="6262003"/>
                  </a:lnTo>
                  <a:lnTo>
                    <a:pt x="114300" y="6262003"/>
                  </a:lnTo>
                  <a:lnTo>
                    <a:pt x="114394" y="6262003"/>
                  </a:lnTo>
                  <a:lnTo>
                    <a:pt x="114489" y="6262003"/>
                  </a:lnTo>
                  <a:lnTo>
                    <a:pt x="114583" y="6262003"/>
                  </a:lnTo>
                  <a:lnTo>
                    <a:pt x="114677" y="6262003"/>
                  </a:lnTo>
                  <a:lnTo>
                    <a:pt x="114771" y="6262003"/>
                  </a:lnTo>
                  <a:lnTo>
                    <a:pt x="114865" y="6262003"/>
                  </a:lnTo>
                  <a:lnTo>
                    <a:pt x="114959" y="6262003"/>
                  </a:lnTo>
                  <a:lnTo>
                    <a:pt x="115053" y="6262003"/>
                  </a:lnTo>
                  <a:lnTo>
                    <a:pt x="115148" y="6262003"/>
                  </a:lnTo>
                  <a:lnTo>
                    <a:pt x="115242" y="6262003"/>
                  </a:lnTo>
                  <a:lnTo>
                    <a:pt x="115336" y="6262003"/>
                  </a:lnTo>
                  <a:lnTo>
                    <a:pt x="115430" y="6262003"/>
                  </a:lnTo>
                  <a:lnTo>
                    <a:pt x="115524" y="6262003"/>
                  </a:lnTo>
                  <a:lnTo>
                    <a:pt x="115618" y="6262003"/>
                  </a:lnTo>
                  <a:lnTo>
                    <a:pt x="115713" y="6262003"/>
                  </a:lnTo>
                  <a:lnTo>
                    <a:pt x="115901" y="6262003"/>
                  </a:lnTo>
                  <a:lnTo>
                    <a:pt x="115995" y="6262003"/>
                  </a:lnTo>
                  <a:lnTo>
                    <a:pt x="116089" y="6262003"/>
                  </a:lnTo>
                  <a:lnTo>
                    <a:pt x="116183" y="6262003"/>
                  </a:lnTo>
                  <a:lnTo>
                    <a:pt x="116277" y="6262003"/>
                  </a:lnTo>
                  <a:lnTo>
                    <a:pt x="116372" y="6262003"/>
                  </a:lnTo>
                  <a:lnTo>
                    <a:pt x="116466" y="6262003"/>
                  </a:lnTo>
                  <a:lnTo>
                    <a:pt x="116466" y="6257091"/>
                  </a:lnTo>
                  <a:lnTo>
                    <a:pt x="116560" y="6257091"/>
                  </a:lnTo>
                  <a:lnTo>
                    <a:pt x="116654" y="6257091"/>
                  </a:lnTo>
                  <a:lnTo>
                    <a:pt x="116748" y="6257091"/>
                  </a:lnTo>
                  <a:lnTo>
                    <a:pt x="116842" y="6257091"/>
                  </a:lnTo>
                  <a:lnTo>
                    <a:pt x="116937" y="6257091"/>
                  </a:lnTo>
                  <a:lnTo>
                    <a:pt x="117031" y="6257091"/>
                  </a:lnTo>
                  <a:lnTo>
                    <a:pt x="117125" y="6257091"/>
                  </a:lnTo>
                  <a:lnTo>
                    <a:pt x="117219" y="6257091"/>
                  </a:lnTo>
                  <a:lnTo>
                    <a:pt x="117313" y="6257091"/>
                  </a:lnTo>
                  <a:lnTo>
                    <a:pt x="117407" y="6257091"/>
                  </a:lnTo>
                  <a:lnTo>
                    <a:pt x="117501" y="6257091"/>
                  </a:lnTo>
                  <a:lnTo>
                    <a:pt x="117596" y="6257091"/>
                  </a:lnTo>
                  <a:lnTo>
                    <a:pt x="117690" y="6257091"/>
                  </a:lnTo>
                  <a:lnTo>
                    <a:pt x="117784" y="6257091"/>
                  </a:lnTo>
                  <a:lnTo>
                    <a:pt x="117878" y="6257091"/>
                  </a:lnTo>
                  <a:lnTo>
                    <a:pt x="117972" y="6257091"/>
                  </a:lnTo>
                  <a:lnTo>
                    <a:pt x="118066" y="6257091"/>
                  </a:lnTo>
                  <a:lnTo>
                    <a:pt x="118160" y="6257091"/>
                  </a:lnTo>
                  <a:lnTo>
                    <a:pt x="118255" y="6257091"/>
                  </a:lnTo>
                  <a:lnTo>
                    <a:pt x="118349" y="6257091"/>
                  </a:lnTo>
                  <a:lnTo>
                    <a:pt x="118443" y="6257091"/>
                  </a:lnTo>
                  <a:lnTo>
                    <a:pt x="118537" y="6257091"/>
                  </a:lnTo>
                  <a:lnTo>
                    <a:pt x="118631" y="6257091"/>
                  </a:lnTo>
                  <a:lnTo>
                    <a:pt x="118725" y="6257091"/>
                  </a:lnTo>
                  <a:lnTo>
                    <a:pt x="118820" y="6257091"/>
                  </a:lnTo>
                  <a:lnTo>
                    <a:pt x="118914" y="6257091"/>
                  </a:lnTo>
                  <a:lnTo>
                    <a:pt x="119008" y="6257091"/>
                  </a:lnTo>
                  <a:lnTo>
                    <a:pt x="119102" y="6257091"/>
                  </a:lnTo>
                  <a:lnTo>
                    <a:pt x="119196" y="6257091"/>
                  </a:lnTo>
                  <a:lnTo>
                    <a:pt x="119290" y="6257091"/>
                  </a:lnTo>
                  <a:lnTo>
                    <a:pt x="119384" y="6257091"/>
                  </a:lnTo>
                  <a:lnTo>
                    <a:pt x="119479" y="6257091"/>
                  </a:lnTo>
                  <a:lnTo>
                    <a:pt x="119573" y="6257091"/>
                  </a:lnTo>
                  <a:lnTo>
                    <a:pt x="119667" y="6257091"/>
                  </a:lnTo>
                  <a:lnTo>
                    <a:pt x="119761" y="6257091"/>
                  </a:lnTo>
                  <a:lnTo>
                    <a:pt x="119855" y="6257091"/>
                  </a:lnTo>
                  <a:lnTo>
                    <a:pt x="120044" y="6257091"/>
                  </a:lnTo>
                  <a:lnTo>
                    <a:pt x="120138" y="6257091"/>
                  </a:lnTo>
                  <a:lnTo>
                    <a:pt x="120232" y="6257091"/>
                  </a:lnTo>
                  <a:lnTo>
                    <a:pt x="120420" y="6257091"/>
                  </a:lnTo>
                  <a:lnTo>
                    <a:pt x="120514" y="6257091"/>
                  </a:lnTo>
                  <a:lnTo>
                    <a:pt x="120608" y="6257091"/>
                  </a:lnTo>
                  <a:lnTo>
                    <a:pt x="120703" y="6257091"/>
                  </a:lnTo>
                  <a:lnTo>
                    <a:pt x="120797" y="6257091"/>
                  </a:lnTo>
                  <a:lnTo>
                    <a:pt x="120891" y="6257091"/>
                  </a:lnTo>
                  <a:lnTo>
                    <a:pt x="120985" y="6257091"/>
                  </a:lnTo>
                  <a:lnTo>
                    <a:pt x="121079" y="6257091"/>
                  </a:lnTo>
                  <a:lnTo>
                    <a:pt x="121173" y="6257091"/>
                  </a:lnTo>
                  <a:lnTo>
                    <a:pt x="121362" y="6257091"/>
                  </a:lnTo>
                  <a:lnTo>
                    <a:pt x="121456" y="6257091"/>
                  </a:lnTo>
                  <a:lnTo>
                    <a:pt x="121550" y="6257091"/>
                  </a:lnTo>
                  <a:lnTo>
                    <a:pt x="121644" y="6257091"/>
                  </a:lnTo>
                  <a:lnTo>
                    <a:pt x="121738" y="6257091"/>
                  </a:lnTo>
                  <a:lnTo>
                    <a:pt x="121738" y="6252180"/>
                  </a:lnTo>
                  <a:lnTo>
                    <a:pt x="121832" y="6252180"/>
                  </a:lnTo>
                  <a:lnTo>
                    <a:pt x="121927" y="6252180"/>
                  </a:lnTo>
                  <a:lnTo>
                    <a:pt x="122021" y="6252180"/>
                  </a:lnTo>
                  <a:lnTo>
                    <a:pt x="122115" y="6252180"/>
                  </a:lnTo>
                  <a:lnTo>
                    <a:pt x="122209" y="6252180"/>
                  </a:lnTo>
                  <a:lnTo>
                    <a:pt x="122303" y="6252180"/>
                  </a:lnTo>
                  <a:lnTo>
                    <a:pt x="122397" y="6252180"/>
                  </a:lnTo>
                  <a:lnTo>
                    <a:pt x="122491" y="6252180"/>
                  </a:lnTo>
                  <a:lnTo>
                    <a:pt x="122586" y="6252180"/>
                  </a:lnTo>
                  <a:lnTo>
                    <a:pt x="122680" y="6252180"/>
                  </a:lnTo>
                  <a:lnTo>
                    <a:pt x="122774" y="6252180"/>
                  </a:lnTo>
                  <a:lnTo>
                    <a:pt x="122868" y="6252180"/>
                  </a:lnTo>
                  <a:lnTo>
                    <a:pt x="122962" y="6252180"/>
                  </a:lnTo>
                  <a:lnTo>
                    <a:pt x="123056" y="6252180"/>
                  </a:lnTo>
                  <a:lnTo>
                    <a:pt x="123151" y="6252180"/>
                  </a:lnTo>
                  <a:lnTo>
                    <a:pt x="123245" y="6252180"/>
                  </a:lnTo>
                  <a:lnTo>
                    <a:pt x="123339" y="6252180"/>
                  </a:lnTo>
                  <a:lnTo>
                    <a:pt x="123433" y="6252180"/>
                  </a:lnTo>
                  <a:lnTo>
                    <a:pt x="123433" y="6247268"/>
                  </a:lnTo>
                  <a:lnTo>
                    <a:pt x="123715" y="6247268"/>
                  </a:lnTo>
                  <a:lnTo>
                    <a:pt x="123810" y="6247268"/>
                  </a:lnTo>
                  <a:lnTo>
                    <a:pt x="123904" y="6247268"/>
                  </a:lnTo>
                  <a:lnTo>
                    <a:pt x="123998" y="6247268"/>
                  </a:lnTo>
                  <a:lnTo>
                    <a:pt x="124092" y="6247268"/>
                  </a:lnTo>
                  <a:lnTo>
                    <a:pt x="124186" y="6247268"/>
                  </a:lnTo>
                  <a:lnTo>
                    <a:pt x="124280" y="6247268"/>
                  </a:lnTo>
                  <a:lnTo>
                    <a:pt x="124375" y="6247268"/>
                  </a:lnTo>
                  <a:lnTo>
                    <a:pt x="124469" y="6247268"/>
                  </a:lnTo>
                  <a:lnTo>
                    <a:pt x="124563" y="6247268"/>
                  </a:lnTo>
                  <a:lnTo>
                    <a:pt x="124751" y="6247268"/>
                  </a:lnTo>
                  <a:lnTo>
                    <a:pt x="124845" y="6247268"/>
                  </a:lnTo>
                  <a:lnTo>
                    <a:pt x="124939" y="6247268"/>
                  </a:lnTo>
                  <a:lnTo>
                    <a:pt x="125034" y="6247268"/>
                  </a:lnTo>
                  <a:lnTo>
                    <a:pt x="125128" y="6247268"/>
                  </a:lnTo>
                  <a:lnTo>
                    <a:pt x="125316" y="6247268"/>
                  </a:lnTo>
                  <a:lnTo>
                    <a:pt x="125410" y="6247268"/>
                  </a:lnTo>
                  <a:lnTo>
                    <a:pt x="125504" y="6247268"/>
                  </a:lnTo>
                  <a:lnTo>
                    <a:pt x="125599" y="6247268"/>
                  </a:lnTo>
                  <a:lnTo>
                    <a:pt x="125693" y="6247268"/>
                  </a:lnTo>
                  <a:lnTo>
                    <a:pt x="125787" y="6247268"/>
                  </a:lnTo>
                  <a:lnTo>
                    <a:pt x="125787" y="6242357"/>
                  </a:lnTo>
                  <a:lnTo>
                    <a:pt x="125881" y="6242357"/>
                  </a:lnTo>
                  <a:lnTo>
                    <a:pt x="125975" y="6242357"/>
                  </a:lnTo>
                  <a:lnTo>
                    <a:pt x="126069" y="6242357"/>
                  </a:lnTo>
                  <a:lnTo>
                    <a:pt x="126163" y="6242357"/>
                  </a:lnTo>
                  <a:lnTo>
                    <a:pt x="126258" y="6242357"/>
                  </a:lnTo>
                  <a:lnTo>
                    <a:pt x="126352" y="6242357"/>
                  </a:lnTo>
                  <a:lnTo>
                    <a:pt x="126446" y="6242357"/>
                  </a:lnTo>
                  <a:lnTo>
                    <a:pt x="126540" y="6242357"/>
                  </a:lnTo>
                  <a:lnTo>
                    <a:pt x="126634" y="6242357"/>
                  </a:lnTo>
                  <a:lnTo>
                    <a:pt x="126728" y="6242357"/>
                  </a:lnTo>
                  <a:lnTo>
                    <a:pt x="126917" y="6242357"/>
                  </a:lnTo>
                  <a:lnTo>
                    <a:pt x="127011" y="6242357"/>
                  </a:lnTo>
                  <a:lnTo>
                    <a:pt x="127105" y="6242357"/>
                  </a:lnTo>
                  <a:lnTo>
                    <a:pt x="127199" y="6242357"/>
                  </a:lnTo>
                  <a:lnTo>
                    <a:pt x="127293" y="6242357"/>
                  </a:lnTo>
                  <a:lnTo>
                    <a:pt x="127387" y="6242357"/>
                  </a:lnTo>
                  <a:lnTo>
                    <a:pt x="127482" y="6242357"/>
                  </a:lnTo>
                  <a:lnTo>
                    <a:pt x="127576" y="6242357"/>
                  </a:lnTo>
                  <a:lnTo>
                    <a:pt x="127670" y="6242357"/>
                  </a:lnTo>
                  <a:lnTo>
                    <a:pt x="127764" y="6242357"/>
                  </a:lnTo>
                  <a:lnTo>
                    <a:pt x="127858" y="6242357"/>
                  </a:lnTo>
                  <a:lnTo>
                    <a:pt x="127952" y="6242357"/>
                  </a:lnTo>
                  <a:lnTo>
                    <a:pt x="128046" y="6242357"/>
                  </a:lnTo>
                  <a:lnTo>
                    <a:pt x="128141" y="6242357"/>
                  </a:lnTo>
                  <a:lnTo>
                    <a:pt x="128235" y="6242357"/>
                  </a:lnTo>
                  <a:lnTo>
                    <a:pt x="128329" y="6242357"/>
                  </a:lnTo>
                  <a:lnTo>
                    <a:pt x="128423" y="6242357"/>
                  </a:lnTo>
                  <a:lnTo>
                    <a:pt x="128517" y="6242357"/>
                  </a:lnTo>
                  <a:lnTo>
                    <a:pt x="128611" y="6242357"/>
                  </a:lnTo>
                  <a:lnTo>
                    <a:pt x="128706" y="6242357"/>
                  </a:lnTo>
                  <a:lnTo>
                    <a:pt x="128800" y="6242357"/>
                  </a:lnTo>
                  <a:lnTo>
                    <a:pt x="128894" y="6242357"/>
                  </a:lnTo>
                  <a:lnTo>
                    <a:pt x="128988" y="6242357"/>
                  </a:lnTo>
                  <a:lnTo>
                    <a:pt x="129082" y="6242357"/>
                  </a:lnTo>
                  <a:lnTo>
                    <a:pt x="129176" y="6242357"/>
                  </a:lnTo>
                  <a:lnTo>
                    <a:pt x="129270" y="6242357"/>
                  </a:lnTo>
                  <a:lnTo>
                    <a:pt x="129365" y="6242357"/>
                  </a:lnTo>
                  <a:lnTo>
                    <a:pt x="129459" y="6242357"/>
                  </a:lnTo>
                  <a:lnTo>
                    <a:pt x="129553" y="6242357"/>
                  </a:lnTo>
                  <a:lnTo>
                    <a:pt x="129647" y="6242357"/>
                  </a:lnTo>
                  <a:lnTo>
                    <a:pt x="129647" y="6237446"/>
                  </a:lnTo>
                  <a:lnTo>
                    <a:pt x="129741" y="6237446"/>
                  </a:lnTo>
                  <a:lnTo>
                    <a:pt x="129835" y="6237446"/>
                  </a:lnTo>
                  <a:lnTo>
                    <a:pt x="129930" y="6237446"/>
                  </a:lnTo>
                  <a:lnTo>
                    <a:pt x="130024" y="6237446"/>
                  </a:lnTo>
                  <a:lnTo>
                    <a:pt x="130118" y="6237446"/>
                  </a:lnTo>
                  <a:lnTo>
                    <a:pt x="130212" y="6237446"/>
                  </a:lnTo>
                  <a:lnTo>
                    <a:pt x="130306" y="6237446"/>
                  </a:lnTo>
                  <a:lnTo>
                    <a:pt x="130400" y="6237446"/>
                  </a:lnTo>
                  <a:lnTo>
                    <a:pt x="130494" y="6237446"/>
                  </a:lnTo>
                  <a:lnTo>
                    <a:pt x="130589" y="6237446"/>
                  </a:lnTo>
                  <a:lnTo>
                    <a:pt x="130683" y="6237446"/>
                  </a:lnTo>
                  <a:lnTo>
                    <a:pt x="130777" y="6237446"/>
                  </a:lnTo>
                  <a:lnTo>
                    <a:pt x="130871" y="6237446"/>
                  </a:lnTo>
                  <a:lnTo>
                    <a:pt x="130965" y="6237446"/>
                  </a:lnTo>
                  <a:lnTo>
                    <a:pt x="131059" y="6237446"/>
                  </a:lnTo>
                  <a:lnTo>
                    <a:pt x="131153" y="6237446"/>
                  </a:lnTo>
                  <a:lnTo>
                    <a:pt x="131248" y="6232534"/>
                  </a:lnTo>
                  <a:lnTo>
                    <a:pt x="131342" y="6232534"/>
                  </a:lnTo>
                  <a:lnTo>
                    <a:pt x="131436" y="6232534"/>
                  </a:lnTo>
                  <a:lnTo>
                    <a:pt x="131530" y="6232534"/>
                  </a:lnTo>
                  <a:lnTo>
                    <a:pt x="131624" y="6232534"/>
                  </a:lnTo>
                  <a:lnTo>
                    <a:pt x="131718" y="6232534"/>
                  </a:lnTo>
                  <a:lnTo>
                    <a:pt x="131813" y="6232534"/>
                  </a:lnTo>
                  <a:lnTo>
                    <a:pt x="131907" y="6232534"/>
                  </a:lnTo>
                  <a:lnTo>
                    <a:pt x="132001" y="6232534"/>
                  </a:lnTo>
                  <a:lnTo>
                    <a:pt x="132095" y="6232534"/>
                  </a:lnTo>
                  <a:lnTo>
                    <a:pt x="132189" y="6232534"/>
                  </a:lnTo>
                  <a:lnTo>
                    <a:pt x="132283" y="6232534"/>
                  </a:lnTo>
                  <a:lnTo>
                    <a:pt x="132377" y="6232534"/>
                  </a:lnTo>
                  <a:lnTo>
                    <a:pt x="132472" y="6232534"/>
                  </a:lnTo>
                  <a:lnTo>
                    <a:pt x="132566" y="6232534"/>
                  </a:lnTo>
                  <a:lnTo>
                    <a:pt x="132660" y="6232534"/>
                  </a:lnTo>
                  <a:lnTo>
                    <a:pt x="132754" y="6232534"/>
                  </a:lnTo>
                  <a:lnTo>
                    <a:pt x="132848" y="6232534"/>
                  </a:lnTo>
                  <a:lnTo>
                    <a:pt x="132942" y="6232534"/>
                  </a:lnTo>
                  <a:lnTo>
                    <a:pt x="133037" y="6232534"/>
                  </a:lnTo>
                  <a:lnTo>
                    <a:pt x="133131" y="6232534"/>
                  </a:lnTo>
                  <a:lnTo>
                    <a:pt x="133225" y="6232534"/>
                  </a:lnTo>
                  <a:lnTo>
                    <a:pt x="133319" y="6232534"/>
                  </a:lnTo>
                  <a:lnTo>
                    <a:pt x="133413" y="6232534"/>
                  </a:lnTo>
                  <a:lnTo>
                    <a:pt x="133507" y="6232534"/>
                  </a:lnTo>
                  <a:lnTo>
                    <a:pt x="133601" y="6232534"/>
                  </a:lnTo>
                  <a:lnTo>
                    <a:pt x="133696" y="6232534"/>
                  </a:lnTo>
                  <a:lnTo>
                    <a:pt x="133790" y="6232534"/>
                  </a:lnTo>
                  <a:lnTo>
                    <a:pt x="133790" y="6227623"/>
                  </a:lnTo>
                  <a:lnTo>
                    <a:pt x="133884" y="6227623"/>
                  </a:lnTo>
                  <a:lnTo>
                    <a:pt x="133978" y="6227623"/>
                  </a:lnTo>
                  <a:lnTo>
                    <a:pt x="134072" y="6227623"/>
                  </a:lnTo>
                  <a:lnTo>
                    <a:pt x="134166" y="6227623"/>
                  </a:lnTo>
                  <a:lnTo>
                    <a:pt x="134261" y="6227623"/>
                  </a:lnTo>
                  <a:lnTo>
                    <a:pt x="134355" y="6227623"/>
                  </a:lnTo>
                  <a:lnTo>
                    <a:pt x="134543" y="6227623"/>
                  </a:lnTo>
                  <a:lnTo>
                    <a:pt x="134637" y="6227623"/>
                  </a:lnTo>
                  <a:lnTo>
                    <a:pt x="134731" y="6227623"/>
                  </a:lnTo>
                  <a:lnTo>
                    <a:pt x="134825" y="6227623"/>
                  </a:lnTo>
                  <a:lnTo>
                    <a:pt x="134920" y="6227623"/>
                  </a:lnTo>
                  <a:lnTo>
                    <a:pt x="135014" y="6227623"/>
                  </a:lnTo>
                  <a:lnTo>
                    <a:pt x="135108" y="6227623"/>
                  </a:lnTo>
                  <a:lnTo>
                    <a:pt x="135202" y="6227623"/>
                  </a:lnTo>
                  <a:lnTo>
                    <a:pt x="135296" y="6227623"/>
                  </a:lnTo>
                  <a:lnTo>
                    <a:pt x="135390" y="6227623"/>
                  </a:lnTo>
                  <a:lnTo>
                    <a:pt x="135485" y="6227623"/>
                  </a:lnTo>
                  <a:lnTo>
                    <a:pt x="135579" y="6227623"/>
                  </a:lnTo>
                  <a:lnTo>
                    <a:pt x="135673" y="6227623"/>
                  </a:lnTo>
                  <a:lnTo>
                    <a:pt x="135767" y="6227623"/>
                  </a:lnTo>
                  <a:lnTo>
                    <a:pt x="135861" y="6227623"/>
                  </a:lnTo>
                  <a:lnTo>
                    <a:pt x="135955" y="6227623"/>
                  </a:lnTo>
                  <a:lnTo>
                    <a:pt x="136049" y="6227623"/>
                  </a:lnTo>
                  <a:lnTo>
                    <a:pt x="136238" y="6227623"/>
                  </a:lnTo>
                  <a:lnTo>
                    <a:pt x="136332" y="6227623"/>
                  </a:lnTo>
                  <a:lnTo>
                    <a:pt x="136426" y="6227623"/>
                  </a:lnTo>
                  <a:lnTo>
                    <a:pt x="136520" y="6227623"/>
                  </a:lnTo>
                  <a:lnTo>
                    <a:pt x="136614" y="6227623"/>
                  </a:lnTo>
                  <a:lnTo>
                    <a:pt x="136708" y="6227623"/>
                  </a:lnTo>
                  <a:lnTo>
                    <a:pt x="136803" y="6227623"/>
                  </a:lnTo>
                  <a:lnTo>
                    <a:pt x="136897" y="6227623"/>
                  </a:lnTo>
                  <a:lnTo>
                    <a:pt x="136991" y="6227623"/>
                  </a:lnTo>
                  <a:lnTo>
                    <a:pt x="137085" y="6227623"/>
                  </a:lnTo>
                  <a:lnTo>
                    <a:pt x="137179" y="6227623"/>
                  </a:lnTo>
                  <a:lnTo>
                    <a:pt x="137650" y="6227623"/>
                  </a:lnTo>
                  <a:lnTo>
                    <a:pt x="137744" y="6227623"/>
                  </a:lnTo>
                  <a:lnTo>
                    <a:pt x="137838" y="6227623"/>
                  </a:lnTo>
                  <a:lnTo>
                    <a:pt x="137932" y="6227623"/>
                  </a:lnTo>
                  <a:lnTo>
                    <a:pt x="138027" y="6227623"/>
                  </a:lnTo>
                  <a:lnTo>
                    <a:pt x="138121" y="6227623"/>
                  </a:lnTo>
                  <a:lnTo>
                    <a:pt x="138215" y="6227623"/>
                  </a:lnTo>
                  <a:lnTo>
                    <a:pt x="138403" y="6227623"/>
                  </a:lnTo>
                  <a:lnTo>
                    <a:pt x="138497" y="6227623"/>
                  </a:lnTo>
                  <a:lnTo>
                    <a:pt x="138592" y="6227623"/>
                  </a:lnTo>
                  <a:lnTo>
                    <a:pt x="138780" y="6227623"/>
                  </a:lnTo>
                  <a:lnTo>
                    <a:pt x="138874" y="6227623"/>
                  </a:lnTo>
                  <a:lnTo>
                    <a:pt x="138968" y="6227623"/>
                  </a:lnTo>
                  <a:lnTo>
                    <a:pt x="139062" y="6227623"/>
                  </a:lnTo>
                  <a:lnTo>
                    <a:pt x="139156" y="6227623"/>
                  </a:lnTo>
                  <a:lnTo>
                    <a:pt x="139251" y="6227623"/>
                  </a:lnTo>
                  <a:lnTo>
                    <a:pt x="139345" y="6227623"/>
                  </a:lnTo>
                  <a:lnTo>
                    <a:pt x="139533" y="6227623"/>
                  </a:lnTo>
                  <a:lnTo>
                    <a:pt x="139627" y="6227623"/>
                  </a:lnTo>
                  <a:lnTo>
                    <a:pt x="139721" y="6227623"/>
                  </a:lnTo>
                  <a:lnTo>
                    <a:pt x="139816" y="6227623"/>
                  </a:lnTo>
                  <a:lnTo>
                    <a:pt x="139910" y="6227623"/>
                  </a:lnTo>
                  <a:lnTo>
                    <a:pt x="140004" y="6227623"/>
                  </a:lnTo>
                  <a:lnTo>
                    <a:pt x="140098" y="6227623"/>
                  </a:lnTo>
                  <a:lnTo>
                    <a:pt x="140192" y="6227623"/>
                  </a:lnTo>
                  <a:lnTo>
                    <a:pt x="140192" y="6222712"/>
                  </a:lnTo>
                  <a:lnTo>
                    <a:pt x="140286" y="6222712"/>
                  </a:lnTo>
                  <a:lnTo>
                    <a:pt x="140380" y="6222712"/>
                  </a:lnTo>
                  <a:lnTo>
                    <a:pt x="140475" y="6222712"/>
                  </a:lnTo>
                  <a:lnTo>
                    <a:pt x="140569" y="6222712"/>
                  </a:lnTo>
                  <a:lnTo>
                    <a:pt x="140663" y="6222712"/>
                  </a:lnTo>
                  <a:lnTo>
                    <a:pt x="140757" y="6222712"/>
                  </a:lnTo>
                  <a:lnTo>
                    <a:pt x="140851" y="6222712"/>
                  </a:lnTo>
                  <a:lnTo>
                    <a:pt x="140945" y="6222712"/>
                  </a:lnTo>
                  <a:lnTo>
                    <a:pt x="141039" y="6222712"/>
                  </a:lnTo>
                  <a:lnTo>
                    <a:pt x="141134" y="6222712"/>
                  </a:lnTo>
                  <a:lnTo>
                    <a:pt x="141228" y="6222712"/>
                  </a:lnTo>
                  <a:lnTo>
                    <a:pt x="141322" y="6222712"/>
                  </a:lnTo>
                  <a:lnTo>
                    <a:pt x="141416" y="6222712"/>
                  </a:lnTo>
                  <a:lnTo>
                    <a:pt x="141510" y="6222712"/>
                  </a:lnTo>
                  <a:lnTo>
                    <a:pt x="141604" y="6222712"/>
                  </a:lnTo>
                  <a:lnTo>
                    <a:pt x="141699" y="6222712"/>
                  </a:lnTo>
                  <a:lnTo>
                    <a:pt x="141793" y="6222712"/>
                  </a:lnTo>
                  <a:lnTo>
                    <a:pt x="141887" y="6222712"/>
                  </a:lnTo>
                  <a:lnTo>
                    <a:pt x="141981" y="6222712"/>
                  </a:lnTo>
                  <a:lnTo>
                    <a:pt x="142169" y="6222712"/>
                  </a:lnTo>
                  <a:lnTo>
                    <a:pt x="142263" y="6222712"/>
                  </a:lnTo>
                  <a:lnTo>
                    <a:pt x="142452" y="6222712"/>
                  </a:lnTo>
                  <a:lnTo>
                    <a:pt x="142546" y="6222712"/>
                  </a:lnTo>
                  <a:lnTo>
                    <a:pt x="142640" y="6222712"/>
                  </a:lnTo>
                  <a:lnTo>
                    <a:pt x="142734" y="6222712"/>
                  </a:lnTo>
                  <a:lnTo>
                    <a:pt x="142828" y="6222712"/>
                  </a:lnTo>
                  <a:lnTo>
                    <a:pt x="142923" y="6222712"/>
                  </a:lnTo>
                  <a:lnTo>
                    <a:pt x="143017" y="6222712"/>
                  </a:lnTo>
                  <a:lnTo>
                    <a:pt x="143111" y="6222712"/>
                  </a:lnTo>
                  <a:lnTo>
                    <a:pt x="143205" y="6222712"/>
                  </a:lnTo>
                  <a:lnTo>
                    <a:pt x="143393" y="6222712"/>
                  </a:lnTo>
                  <a:lnTo>
                    <a:pt x="143487" y="6222712"/>
                  </a:lnTo>
                  <a:lnTo>
                    <a:pt x="143582" y="6222712"/>
                  </a:lnTo>
                  <a:lnTo>
                    <a:pt x="143676" y="6222712"/>
                  </a:lnTo>
                  <a:lnTo>
                    <a:pt x="143770" y="6222712"/>
                  </a:lnTo>
                  <a:lnTo>
                    <a:pt x="143864" y="6222712"/>
                  </a:lnTo>
                  <a:lnTo>
                    <a:pt x="143958" y="6222712"/>
                  </a:lnTo>
                  <a:lnTo>
                    <a:pt x="144052" y="6222712"/>
                  </a:lnTo>
                  <a:lnTo>
                    <a:pt x="144147" y="6222712"/>
                  </a:lnTo>
                  <a:lnTo>
                    <a:pt x="144241" y="6222712"/>
                  </a:lnTo>
                  <a:lnTo>
                    <a:pt x="144335" y="6222712"/>
                  </a:lnTo>
                  <a:lnTo>
                    <a:pt x="144429" y="6222712"/>
                  </a:lnTo>
                  <a:lnTo>
                    <a:pt x="144523" y="6222712"/>
                  </a:lnTo>
                  <a:lnTo>
                    <a:pt x="144617" y="6222712"/>
                  </a:lnTo>
                  <a:lnTo>
                    <a:pt x="144711" y="6222712"/>
                  </a:lnTo>
                  <a:lnTo>
                    <a:pt x="144711" y="6217800"/>
                  </a:lnTo>
                  <a:lnTo>
                    <a:pt x="144806" y="6217800"/>
                  </a:lnTo>
                  <a:lnTo>
                    <a:pt x="144900" y="6217800"/>
                  </a:lnTo>
                  <a:lnTo>
                    <a:pt x="144994" y="6217800"/>
                  </a:lnTo>
                  <a:lnTo>
                    <a:pt x="145088" y="6217800"/>
                  </a:lnTo>
                  <a:lnTo>
                    <a:pt x="145182" y="6217800"/>
                  </a:lnTo>
                  <a:lnTo>
                    <a:pt x="145276" y="6217800"/>
                  </a:lnTo>
                  <a:lnTo>
                    <a:pt x="145370" y="6217800"/>
                  </a:lnTo>
                  <a:lnTo>
                    <a:pt x="145465" y="6217800"/>
                  </a:lnTo>
                  <a:lnTo>
                    <a:pt x="145653" y="6217800"/>
                  </a:lnTo>
                  <a:lnTo>
                    <a:pt x="145747" y="6217800"/>
                  </a:lnTo>
                  <a:lnTo>
                    <a:pt x="145841" y="6217800"/>
                  </a:lnTo>
                  <a:lnTo>
                    <a:pt x="145935" y="6217800"/>
                  </a:lnTo>
                  <a:lnTo>
                    <a:pt x="146030" y="6217800"/>
                  </a:lnTo>
                  <a:lnTo>
                    <a:pt x="146124" y="6217800"/>
                  </a:lnTo>
                  <a:lnTo>
                    <a:pt x="146218" y="6217800"/>
                  </a:lnTo>
                  <a:lnTo>
                    <a:pt x="146312" y="6217800"/>
                  </a:lnTo>
                  <a:lnTo>
                    <a:pt x="146406" y="6217800"/>
                  </a:lnTo>
                  <a:lnTo>
                    <a:pt x="146594" y="6217800"/>
                  </a:lnTo>
                  <a:lnTo>
                    <a:pt x="146689" y="6217800"/>
                  </a:lnTo>
                  <a:lnTo>
                    <a:pt x="146783" y="6217800"/>
                  </a:lnTo>
                  <a:lnTo>
                    <a:pt x="146877" y="6217800"/>
                  </a:lnTo>
                  <a:lnTo>
                    <a:pt x="146971" y="6217800"/>
                  </a:lnTo>
                  <a:lnTo>
                    <a:pt x="147065" y="6217800"/>
                  </a:lnTo>
                  <a:lnTo>
                    <a:pt x="147159" y="6217800"/>
                  </a:lnTo>
                  <a:lnTo>
                    <a:pt x="147348" y="6217800"/>
                  </a:lnTo>
                  <a:lnTo>
                    <a:pt x="147442" y="6217800"/>
                  </a:lnTo>
                  <a:lnTo>
                    <a:pt x="147536" y="6217800"/>
                  </a:lnTo>
                  <a:lnTo>
                    <a:pt x="147630" y="6217800"/>
                  </a:lnTo>
                  <a:lnTo>
                    <a:pt x="147724" y="6217800"/>
                  </a:lnTo>
                  <a:lnTo>
                    <a:pt x="147818" y="6217800"/>
                  </a:lnTo>
                  <a:lnTo>
                    <a:pt x="147913" y="6217800"/>
                  </a:lnTo>
                  <a:lnTo>
                    <a:pt x="148007" y="6217800"/>
                  </a:lnTo>
                  <a:lnTo>
                    <a:pt x="148101" y="6217800"/>
                  </a:lnTo>
                  <a:lnTo>
                    <a:pt x="148195" y="6217800"/>
                  </a:lnTo>
                  <a:lnTo>
                    <a:pt x="148289" y="6217800"/>
                  </a:lnTo>
                  <a:lnTo>
                    <a:pt x="148383" y="6217800"/>
                  </a:lnTo>
                  <a:lnTo>
                    <a:pt x="148478" y="6217800"/>
                  </a:lnTo>
                  <a:lnTo>
                    <a:pt x="148572" y="6217800"/>
                  </a:lnTo>
                  <a:lnTo>
                    <a:pt x="148666" y="6217800"/>
                  </a:lnTo>
                  <a:lnTo>
                    <a:pt x="148760" y="6217800"/>
                  </a:lnTo>
                  <a:lnTo>
                    <a:pt x="148760" y="6212889"/>
                  </a:lnTo>
                  <a:lnTo>
                    <a:pt x="148854" y="6212889"/>
                  </a:lnTo>
                  <a:lnTo>
                    <a:pt x="148948" y="6212889"/>
                  </a:lnTo>
                  <a:lnTo>
                    <a:pt x="149042" y="6212889"/>
                  </a:lnTo>
                  <a:lnTo>
                    <a:pt x="149137" y="6212889"/>
                  </a:lnTo>
                  <a:lnTo>
                    <a:pt x="149231" y="6212889"/>
                  </a:lnTo>
                  <a:lnTo>
                    <a:pt x="149325" y="6212889"/>
                  </a:lnTo>
                  <a:lnTo>
                    <a:pt x="149419" y="6212889"/>
                  </a:lnTo>
                  <a:lnTo>
                    <a:pt x="149607" y="6212889"/>
                  </a:lnTo>
                  <a:lnTo>
                    <a:pt x="149701" y="6212889"/>
                  </a:lnTo>
                  <a:lnTo>
                    <a:pt x="149796" y="6212889"/>
                  </a:lnTo>
                  <a:lnTo>
                    <a:pt x="149890" y="6212889"/>
                  </a:lnTo>
                  <a:lnTo>
                    <a:pt x="150078" y="6212889"/>
                  </a:lnTo>
                  <a:lnTo>
                    <a:pt x="150172" y="6212889"/>
                  </a:lnTo>
                  <a:lnTo>
                    <a:pt x="150266" y="6212889"/>
                  </a:lnTo>
                  <a:lnTo>
                    <a:pt x="150266" y="6207977"/>
                  </a:lnTo>
                  <a:lnTo>
                    <a:pt x="150361" y="6207977"/>
                  </a:lnTo>
                  <a:lnTo>
                    <a:pt x="150455" y="6207977"/>
                  </a:lnTo>
                  <a:lnTo>
                    <a:pt x="150549" y="6207977"/>
                  </a:lnTo>
                  <a:lnTo>
                    <a:pt x="150643" y="6207977"/>
                  </a:lnTo>
                  <a:lnTo>
                    <a:pt x="150737" y="6207977"/>
                  </a:lnTo>
                  <a:lnTo>
                    <a:pt x="150831" y="6207977"/>
                  </a:lnTo>
                  <a:lnTo>
                    <a:pt x="150925" y="6207977"/>
                  </a:lnTo>
                  <a:lnTo>
                    <a:pt x="151020" y="6207977"/>
                  </a:lnTo>
                  <a:lnTo>
                    <a:pt x="151114" y="6207977"/>
                  </a:lnTo>
                  <a:lnTo>
                    <a:pt x="151208" y="6207977"/>
                  </a:lnTo>
                  <a:lnTo>
                    <a:pt x="151396" y="6207977"/>
                  </a:lnTo>
                  <a:lnTo>
                    <a:pt x="151490" y="6207977"/>
                  </a:lnTo>
                  <a:lnTo>
                    <a:pt x="151585" y="6207977"/>
                  </a:lnTo>
                  <a:lnTo>
                    <a:pt x="151679" y="6207977"/>
                  </a:lnTo>
                  <a:lnTo>
                    <a:pt x="151773" y="6207977"/>
                  </a:lnTo>
                  <a:lnTo>
                    <a:pt x="151867" y="6207977"/>
                  </a:lnTo>
                  <a:lnTo>
                    <a:pt x="151961" y="6207977"/>
                  </a:lnTo>
                  <a:lnTo>
                    <a:pt x="152055" y="6207977"/>
                  </a:lnTo>
                  <a:lnTo>
                    <a:pt x="152149" y="6207977"/>
                  </a:lnTo>
                  <a:lnTo>
                    <a:pt x="152244" y="6207977"/>
                  </a:lnTo>
                  <a:lnTo>
                    <a:pt x="152338" y="6207977"/>
                  </a:lnTo>
                  <a:lnTo>
                    <a:pt x="152432" y="6207977"/>
                  </a:lnTo>
                  <a:lnTo>
                    <a:pt x="152526" y="6207977"/>
                  </a:lnTo>
                  <a:lnTo>
                    <a:pt x="152620" y="6207977"/>
                  </a:lnTo>
                  <a:lnTo>
                    <a:pt x="152714" y="6207977"/>
                  </a:lnTo>
                  <a:lnTo>
                    <a:pt x="152809" y="6207977"/>
                  </a:lnTo>
                  <a:lnTo>
                    <a:pt x="152903" y="6207977"/>
                  </a:lnTo>
                  <a:lnTo>
                    <a:pt x="152997" y="6207977"/>
                  </a:lnTo>
                  <a:lnTo>
                    <a:pt x="153091" y="6207977"/>
                  </a:lnTo>
                  <a:lnTo>
                    <a:pt x="153185" y="6207977"/>
                  </a:lnTo>
                  <a:lnTo>
                    <a:pt x="153279" y="6207977"/>
                  </a:lnTo>
                  <a:lnTo>
                    <a:pt x="153373" y="6207977"/>
                  </a:lnTo>
                  <a:lnTo>
                    <a:pt x="153468" y="6207977"/>
                  </a:lnTo>
                  <a:lnTo>
                    <a:pt x="153656" y="6207977"/>
                  </a:lnTo>
                  <a:lnTo>
                    <a:pt x="153750" y="6207977"/>
                  </a:lnTo>
                  <a:lnTo>
                    <a:pt x="153844" y="6207977"/>
                  </a:lnTo>
                  <a:lnTo>
                    <a:pt x="153938" y="6207977"/>
                  </a:lnTo>
                  <a:lnTo>
                    <a:pt x="154127" y="6207977"/>
                  </a:lnTo>
                  <a:lnTo>
                    <a:pt x="154221" y="6207977"/>
                  </a:lnTo>
                  <a:lnTo>
                    <a:pt x="154315" y="6207977"/>
                  </a:lnTo>
                  <a:lnTo>
                    <a:pt x="154409" y="6207977"/>
                  </a:lnTo>
                  <a:lnTo>
                    <a:pt x="154503" y="6207977"/>
                  </a:lnTo>
                  <a:lnTo>
                    <a:pt x="154597" y="6207977"/>
                  </a:lnTo>
                  <a:lnTo>
                    <a:pt x="154692" y="6207977"/>
                  </a:lnTo>
                  <a:lnTo>
                    <a:pt x="154786" y="6207977"/>
                  </a:lnTo>
                  <a:lnTo>
                    <a:pt x="154880" y="6207977"/>
                  </a:lnTo>
                  <a:lnTo>
                    <a:pt x="154974" y="6207977"/>
                  </a:lnTo>
                  <a:lnTo>
                    <a:pt x="155068" y="6207977"/>
                  </a:lnTo>
                  <a:lnTo>
                    <a:pt x="155162" y="6207977"/>
                  </a:lnTo>
                  <a:lnTo>
                    <a:pt x="155256" y="6207977"/>
                  </a:lnTo>
                  <a:lnTo>
                    <a:pt x="155351" y="6207977"/>
                  </a:lnTo>
                  <a:lnTo>
                    <a:pt x="155445" y="6207977"/>
                  </a:lnTo>
                  <a:lnTo>
                    <a:pt x="155539" y="6207977"/>
                  </a:lnTo>
                  <a:lnTo>
                    <a:pt x="155539" y="6203066"/>
                  </a:lnTo>
                  <a:lnTo>
                    <a:pt x="155633" y="6203066"/>
                  </a:lnTo>
                  <a:lnTo>
                    <a:pt x="155727" y="6203066"/>
                  </a:lnTo>
                  <a:lnTo>
                    <a:pt x="155821" y="6203066"/>
                  </a:lnTo>
                  <a:lnTo>
                    <a:pt x="155916" y="6203066"/>
                  </a:lnTo>
                  <a:lnTo>
                    <a:pt x="156010" y="6203066"/>
                  </a:lnTo>
                  <a:lnTo>
                    <a:pt x="156104" y="6203066"/>
                  </a:lnTo>
                  <a:lnTo>
                    <a:pt x="156198" y="6203066"/>
                  </a:lnTo>
                  <a:lnTo>
                    <a:pt x="156198" y="6198155"/>
                  </a:lnTo>
                  <a:lnTo>
                    <a:pt x="156292" y="6198155"/>
                  </a:lnTo>
                  <a:lnTo>
                    <a:pt x="156386" y="6198155"/>
                  </a:lnTo>
                  <a:lnTo>
                    <a:pt x="156480" y="6198155"/>
                  </a:lnTo>
                  <a:lnTo>
                    <a:pt x="156575" y="6198155"/>
                  </a:lnTo>
                  <a:lnTo>
                    <a:pt x="156669" y="6198155"/>
                  </a:lnTo>
                  <a:lnTo>
                    <a:pt x="156763" y="6198155"/>
                  </a:lnTo>
                  <a:lnTo>
                    <a:pt x="156857" y="6198155"/>
                  </a:lnTo>
                  <a:lnTo>
                    <a:pt x="156951" y="6198155"/>
                  </a:lnTo>
                  <a:lnTo>
                    <a:pt x="157045" y="6198155"/>
                  </a:lnTo>
                  <a:lnTo>
                    <a:pt x="157140" y="6198155"/>
                  </a:lnTo>
                  <a:lnTo>
                    <a:pt x="157234" y="6198155"/>
                  </a:lnTo>
                  <a:lnTo>
                    <a:pt x="157328" y="6198155"/>
                  </a:lnTo>
                  <a:lnTo>
                    <a:pt x="157422" y="6198155"/>
                  </a:lnTo>
                  <a:lnTo>
                    <a:pt x="157516" y="6198155"/>
                  </a:lnTo>
                  <a:lnTo>
                    <a:pt x="157610" y="6198155"/>
                  </a:lnTo>
                  <a:lnTo>
                    <a:pt x="157704" y="6198155"/>
                  </a:lnTo>
                  <a:lnTo>
                    <a:pt x="157799" y="6198155"/>
                  </a:lnTo>
                  <a:lnTo>
                    <a:pt x="157893" y="6198155"/>
                  </a:lnTo>
                  <a:lnTo>
                    <a:pt x="157987" y="6198155"/>
                  </a:lnTo>
                  <a:lnTo>
                    <a:pt x="158081" y="6198155"/>
                  </a:lnTo>
                  <a:lnTo>
                    <a:pt x="158175" y="6198155"/>
                  </a:lnTo>
                  <a:lnTo>
                    <a:pt x="158269" y="6198155"/>
                  </a:lnTo>
                  <a:lnTo>
                    <a:pt x="158363" y="6198155"/>
                  </a:lnTo>
                  <a:lnTo>
                    <a:pt x="158458" y="6198155"/>
                  </a:lnTo>
                  <a:lnTo>
                    <a:pt x="158552" y="6198155"/>
                  </a:lnTo>
                  <a:lnTo>
                    <a:pt x="158646" y="6198155"/>
                  </a:lnTo>
                  <a:lnTo>
                    <a:pt x="158740" y="6198155"/>
                  </a:lnTo>
                  <a:lnTo>
                    <a:pt x="158834" y="6198155"/>
                  </a:lnTo>
                  <a:lnTo>
                    <a:pt x="158928" y="6198155"/>
                  </a:lnTo>
                  <a:lnTo>
                    <a:pt x="159023" y="6198155"/>
                  </a:lnTo>
                  <a:lnTo>
                    <a:pt x="159117" y="6198155"/>
                  </a:lnTo>
                  <a:lnTo>
                    <a:pt x="159211" y="6198155"/>
                  </a:lnTo>
                  <a:lnTo>
                    <a:pt x="159305" y="6198155"/>
                  </a:lnTo>
                  <a:lnTo>
                    <a:pt x="159399" y="6198155"/>
                  </a:lnTo>
                  <a:lnTo>
                    <a:pt x="159493" y="6198155"/>
                  </a:lnTo>
                  <a:lnTo>
                    <a:pt x="159587" y="6198155"/>
                  </a:lnTo>
                  <a:lnTo>
                    <a:pt x="159682" y="6198155"/>
                  </a:lnTo>
                  <a:lnTo>
                    <a:pt x="159776" y="6198155"/>
                  </a:lnTo>
                  <a:lnTo>
                    <a:pt x="159870" y="6198155"/>
                  </a:lnTo>
                  <a:lnTo>
                    <a:pt x="159964" y="6198155"/>
                  </a:lnTo>
                  <a:lnTo>
                    <a:pt x="160058" y="6198155"/>
                  </a:lnTo>
                  <a:lnTo>
                    <a:pt x="160152" y="6198155"/>
                  </a:lnTo>
                  <a:lnTo>
                    <a:pt x="160247" y="6198155"/>
                  </a:lnTo>
                  <a:lnTo>
                    <a:pt x="160341" y="6198155"/>
                  </a:lnTo>
                  <a:lnTo>
                    <a:pt x="160341" y="6193243"/>
                  </a:lnTo>
                  <a:lnTo>
                    <a:pt x="160435" y="6193243"/>
                  </a:lnTo>
                  <a:lnTo>
                    <a:pt x="160529" y="6193243"/>
                  </a:lnTo>
                  <a:lnTo>
                    <a:pt x="160623" y="6193243"/>
                  </a:lnTo>
                  <a:lnTo>
                    <a:pt x="160717" y="6193243"/>
                  </a:lnTo>
                  <a:lnTo>
                    <a:pt x="160811" y="6193243"/>
                  </a:lnTo>
                  <a:lnTo>
                    <a:pt x="160906" y="6193243"/>
                  </a:lnTo>
                  <a:lnTo>
                    <a:pt x="161000" y="6193243"/>
                  </a:lnTo>
                  <a:lnTo>
                    <a:pt x="161094" y="6193243"/>
                  </a:lnTo>
                  <a:lnTo>
                    <a:pt x="161188" y="6193243"/>
                  </a:lnTo>
                  <a:lnTo>
                    <a:pt x="161282" y="6193243"/>
                  </a:lnTo>
                  <a:lnTo>
                    <a:pt x="161376" y="6193243"/>
                  </a:lnTo>
                  <a:lnTo>
                    <a:pt x="161471" y="6193243"/>
                  </a:lnTo>
                  <a:lnTo>
                    <a:pt x="161565" y="6193243"/>
                  </a:lnTo>
                  <a:lnTo>
                    <a:pt x="161753" y="6193243"/>
                  </a:lnTo>
                  <a:lnTo>
                    <a:pt x="161847" y="6193243"/>
                  </a:lnTo>
                  <a:lnTo>
                    <a:pt x="161941" y="6193243"/>
                  </a:lnTo>
                  <a:lnTo>
                    <a:pt x="162035" y="6193243"/>
                  </a:lnTo>
                  <a:lnTo>
                    <a:pt x="162130" y="6193243"/>
                  </a:lnTo>
                  <a:lnTo>
                    <a:pt x="162130" y="6188332"/>
                  </a:lnTo>
                  <a:lnTo>
                    <a:pt x="162224" y="6188332"/>
                  </a:lnTo>
                  <a:lnTo>
                    <a:pt x="162318" y="6188332"/>
                  </a:lnTo>
                  <a:lnTo>
                    <a:pt x="162412" y="6188332"/>
                  </a:lnTo>
                  <a:lnTo>
                    <a:pt x="162506" y="6188332"/>
                  </a:lnTo>
                  <a:lnTo>
                    <a:pt x="162600" y="6188332"/>
                  </a:lnTo>
                  <a:lnTo>
                    <a:pt x="162694" y="6188332"/>
                  </a:lnTo>
                  <a:lnTo>
                    <a:pt x="162789" y="6188332"/>
                  </a:lnTo>
                  <a:lnTo>
                    <a:pt x="162883" y="6188332"/>
                  </a:lnTo>
                  <a:lnTo>
                    <a:pt x="162977" y="6188332"/>
                  </a:lnTo>
                  <a:lnTo>
                    <a:pt x="163071" y="6188332"/>
                  </a:lnTo>
                  <a:lnTo>
                    <a:pt x="163165" y="6188332"/>
                  </a:lnTo>
                  <a:lnTo>
                    <a:pt x="163259" y="6188332"/>
                  </a:lnTo>
                  <a:lnTo>
                    <a:pt x="163354" y="6188332"/>
                  </a:lnTo>
                  <a:lnTo>
                    <a:pt x="163448" y="6188332"/>
                  </a:lnTo>
                  <a:lnTo>
                    <a:pt x="163542" y="6188332"/>
                  </a:lnTo>
                  <a:lnTo>
                    <a:pt x="163636" y="6188332"/>
                  </a:lnTo>
                  <a:lnTo>
                    <a:pt x="163730" y="6188332"/>
                  </a:lnTo>
                  <a:lnTo>
                    <a:pt x="163824" y="6188332"/>
                  </a:lnTo>
                  <a:lnTo>
                    <a:pt x="163918" y="6188332"/>
                  </a:lnTo>
                  <a:lnTo>
                    <a:pt x="164013" y="6188332"/>
                  </a:lnTo>
                  <a:lnTo>
                    <a:pt x="164107" y="6188332"/>
                  </a:lnTo>
                  <a:lnTo>
                    <a:pt x="164201" y="6188332"/>
                  </a:lnTo>
                  <a:lnTo>
                    <a:pt x="164295" y="6188332"/>
                  </a:lnTo>
                  <a:lnTo>
                    <a:pt x="164389" y="6188332"/>
                  </a:lnTo>
                  <a:lnTo>
                    <a:pt x="164483" y="6188332"/>
                  </a:lnTo>
                  <a:lnTo>
                    <a:pt x="164578" y="6188332"/>
                  </a:lnTo>
                  <a:lnTo>
                    <a:pt x="164672" y="6188332"/>
                  </a:lnTo>
                  <a:lnTo>
                    <a:pt x="164766" y="6188332"/>
                  </a:lnTo>
                  <a:lnTo>
                    <a:pt x="164860" y="6188332"/>
                  </a:lnTo>
                  <a:lnTo>
                    <a:pt x="164954" y="6188332"/>
                  </a:lnTo>
                  <a:lnTo>
                    <a:pt x="165048" y="6188332"/>
                  </a:lnTo>
                  <a:lnTo>
                    <a:pt x="165142" y="6188332"/>
                  </a:lnTo>
                  <a:lnTo>
                    <a:pt x="165237" y="6188332"/>
                  </a:lnTo>
                  <a:lnTo>
                    <a:pt x="165331" y="6188332"/>
                  </a:lnTo>
                  <a:lnTo>
                    <a:pt x="165425" y="6188332"/>
                  </a:lnTo>
                  <a:lnTo>
                    <a:pt x="165519" y="6188332"/>
                  </a:lnTo>
                  <a:lnTo>
                    <a:pt x="165613" y="6188332"/>
                  </a:lnTo>
                  <a:lnTo>
                    <a:pt x="165707" y="6188332"/>
                  </a:lnTo>
                  <a:lnTo>
                    <a:pt x="165802" y="6188332"/>
                  </a:lnTo>
                  <a:lnTo>
                    <a:pt x="165896" y="6188332"/>
                  </a:lnTo>
                  <a:lnTo>
                    <a:pt x="165990" y="6188332"/>
                  </a:lnTo>
                  <a:lnTo>
                    <a:pt x="166084" y="6188332"/>
                  </a:lnTo>
                  <a:lnTo>
                    <a:pt x="166178" y="6188332"/>
                  </a:lnTo>
                  <a:lnTo>
                    <a:pt x="166272" y="6188332"/>
                  </a:lnTo>
                  <a:lnTo>
                    <a:pt x="166366" y="6188332"/>
                  </a:lnTo>
                  <a:lnTo>
                    <a:pt x="166366" y="6183421"/>
                  </a:lnTo>
                  <a:lnTo>
                    <a:pt x="166461" y="6183421"/>
                  </a:lnTo>
                  <a:lnTo>
                    <a:pt x="166555" y="6183421"/>
                  </a:lnTo>
                  <a:lnTo>
                    <a:pt x="166649" y="6183421"/>
                  </a:lnTo>
                  <a:lnTo>
                    <a:pt x="166743" y="6183421"/>
                  </a:lnTo>
                  <a:lnTo>
                    <a:pt x="166837" y="6183421"/>
                  </a:lnTo>
                  <a:lnTo>
                    <a:pt x="166931" y="6183421"/>
                  </a:lnTo>
                  <a:lnTo>
                    <a:pt x="167025" y="6183421"/>
                  </a:lnTo>
                  <a:lnTo>
                    <a:pt x="167214" y="6183421"/>
                  </a:lnTo>
                  <a:lnTo>
                    <a:pt x="167402" y="6183421"/>
                  </a:lnTo>
                  <a:lnTo>
                    <a:pt x="167496" y="6183421"/>
                  </a:lnTo>
                  <a:lnTo>
                    <a:pt x="167590" y="6183421"/>
                  </a:lnTo>
                  <a:lnTo>
                    <a:pt x="167685" y="6183421"/>
                  </a:lnTo>
                  <a:lnTo>
                    <a:pt x="167779" y="6183421"/>
                  </a:lnTo>
                  <a:lnTo>
                    <a:pt x="167873" y="6183421"/>
                  </a:lnTo>
                  <a:lnTo>
                    <a:pt x="167967" y="6183421"/>
                  </a:lnTo>
                  <a:lnTo>
                    <a:pt x="168061" y="6183421"/>
                  </a:lnTo>
                  <a:lnTo>
                    <a:pt x="168249" y="6183421"/>
                  </a:lnTo>
                  <a:lnTo>
                    <a:pt x="168344" y="6183421"/>
                  </a:lnTo>
                  <a:lnTo>
                    <a:pt x="168438" y="6183421"/>
                  </a:lnTo>
                  <a:lnTo>
                    <a:pt x="168532" y="6183421"/>
                  </a:lnTo>
                  <a:lnTo>
                    <a:pt x="168626" y="6183421"/>
                  </a:lnTo>
                  <a:lnTo>
                    <a:pt x="168720" y="6183421"/>
                  </a:lnTo>
                  <a:lnTo>
                    <a:pt x="169003" y="6183421"/>
                  </a:lnTo>
                  <a:lnTo>
                    <a:pt x="169097" y="6183421"/>
                  </a:lnTo>
                  <a:lnTo>
                    <a:pt x="169191" y="6183421"/>
                  </a:lnTo>
                  <a:lnTo>
                    <a:pt x="169285" y="6183421"/>
                  </a:lnTo>
                  <a:lnTo>
                    <a:pt x="169379" y="6183421"/>
                  </a:lnTo>
                  <a:lnTo>
                    <a:pt x="169473" y="6183421"/>
                  </a:lnTo>
                  <a:lnTo>
                    <a:pt x="169568" y="6183421"/>
                  </a:lnTo>
                  <a:lnTo>
                    <a:pt x="169662" y="6183421"/>
                  </a:lnTo>
                  <a:lnTo>
                    <a:pt x="169756" y="6183421"/>
                  </a:lnTo>
                  <a:lnTo>
                    <a:pt x="169850" y="6183421"/>
                  </a:lnTo>
                  <a:lnTo>
                    <a:pt x="169944" y="6183421"/>
                  </a:lnTo>
                  <a:lnTo>
                    <a:pt x="170038" y="6183421"/>
                  </a:lnTo>
                  <a:lnTo>
                    <a:pt x="170133" y="6183421"/>
                  </a:lnTo>
                  <a:lnTo>
                    <a:pt x="170321" y="6183421"/>
                  </a:lnTo>
                  <a:lnTo>
                    <a:pt x="170415" y="6183421"/>
                  </a:lnTo>
                  <a:lnTo>
                    <a:pt x="170509" y="6183421"/>
                  </a:lnTo>
                  <a:lnTo>
                    <a:pt x="170603" y="6183421"/>
                  </a:lnTo>
                  <a:lnTo>
                    <a:pt x="170697" y="6183421"/>
                  </a:lnTo>
                  <a:lnTo>
                    <a:pt x="170792" y="6183421"/>
                  </a:lnTo>
                  <a:lnTo>
                    <a:pt x="170886" y="6183421"/>
                  </a:lnTo>
                  <a:lnTo>
                    <a:pt x="170980" y="6183421"/>
                  </a:lnTo>
                  <a:lnTo>
                    <a:pt x="171074" y="6183421"/>
                  </a:lnTo>
                  <a:lnTo>
                    <a:pt x="171168" y="6183421"/>
                  </a:lnTo>
                  <a:lnTo>
                    <a:pt x="171262" y="6183421"/>
                  </a:lnTo>
                  <a:lnTo>
                    <a:pt x="171356" y="6183421"/>
                  </a:lnTo>
                  <a:lnTo>
                    <a:pt x="171451" y="6183421"/>
                  </a:lnTo>
                  <a:lnTo>
                    <a:pt x="171545" y="6183421"/>
                  </a:lnTo>
                  <a:lnTo>
                    <a:pt x="171639" y="6183421"/>
                  </a:lnTo>
                  <a:lnTo>
                    <a:pt x="171733" y="6183421"/>
                  </a:lnTo>
                  <a:lnTo>
                    <a:pt x="171827" y="6183421"/>
                  </a:lnTo>
                  <a:lnTo>
                    <a:pt x="171921" y="6183421"/>
                  </a:lnTo>
                  <a:lnTo>
                    <a:pt x="172016" y="6183421"/>
                  </a:lnTo>
                  <a:lnTo>
                    <a:pt x="172110" y="6183421"/>
                  </a:lnTo>
                  <a:lnTo>
                    <a:pt x="172204" y="6183421"/>
                  </a:lnTo>
                  <a:lnTo>
                    <a:pt x="172298" y="6183421"/>
                  </a:lnTo>
                  <a:lnTo>
                    <a:pt x="172392" y="6183421"/>
                  </a:lnTo>
                  <a:lnTo>
                    <a:pt x="172486" y="6183421"/>
                  </a:lnTo>
                  <a:lnTo>
                    <a:pt x="172580" y="6183421"/>
                  </a:lnTo>
                  <a:lnTo>
                    <a:pt x="172675" y="6183421"/>
                  </a:lnTo>
                  <a:lnTo>
                    <a:pt x="172769" y="6183421"/>
                  </a:lnTo>
                  <a:lnTo>
                    <a:pt x="172863" y="6183421"/>
                  </a:lnTo>
                  <a:lnTo>
                    <a:pt x="172957" y="6183421"/>
                  </a:lnTo>
                  <a:lnTo>
                    <a:pt x="173051" y="6183421"/>
                  </a:lnTo>
                  <a:lnTo>
                    <a:pt x="173145" y="6183421"/>
                  </a:lnTo>
                  <a:lnTo>
                    <a:pt x="173240" y="6183421"/>
                  </a:lnTo>
                  <a:lnTo>
                    <a:pt x="173334" y="6183421"/>
                  </a:lnTo>
                  <a:lnTo>
                    <a:pt x="173428" y="6183421"/>
                  </a:lnTo>
                  <a:lnTo>
                    <a:pt x="173522" y="6183421"/>
                  </a:lnTo>
                  <a:lnTo>
                    <a:pt x="173616" y="6183421"/>
                  </a:lnTo>
                  <a:lnTo>
                    <a:pt x="173710" y="6183421"/>
                  </a:lnTo>
                  <a:lnTo>
                    <a:pt x="173804" y="6183421"/>
                  </a:lnTo>
                  <a:lnTo>
                    <a:pt x="173899" y="6183421"/>
                  </a:lnTo>
                  <a:lnTo>
                    <a:pt x="174087" y="6183421"/>
                  </a:lnTo>
                  <a:lnTo>
                    <a:pt x="174181" y="6183421"/>
                  </a:lnTo>
                  <a:lnTo>
                    <a:pt x="174275" y="6183421"/>
                  </a:lnTo>
                  <a:lnTo>
                    <a:pt x="174369" y="6183421"/>
                  </a:lnTo>
                  <a:lnTo>
                    <a:pt x="174464" y="6183421"/>
                  </a:lnTo>
                  <a:lnTo>
                    <a:pt x="174558" y="6183421"/>
                  </a:lnTo>
                  <a:lnTo>
                    <a:pt x="174652" y="6183421"/>
                  </a:lnTo>
                  <a:lnTo>
                    <a:pt x="174746" y="6183421"/>
                  </a:lnTo>
                  <a:lnTo>
                    <a:pt x="174840" y="6183421"/>
                  </a:lnTo>
                  <a:lnTo>
                    <a:pt x="174934" y="6183421"/>
                  </a:lnTo>
                  <a:lnTo>
                    <a:pt x="175028" y="6183421"/>
                  </a:lnTo>
                  <a:lnTo>
                    <a:pt x="175217" y="6183421"/>
                  </a:lnTo>
                  <a:lnTo>
                    <a:pt x="175311" y="6183421"/>
                  </a:lnTo>
                  <a:lnTo>
                    <a:pt x="175405" y="6183421"/>
                  </a:lnTo>
                  <a:lnTo>
                    <a:pt x="175499" y="6183421"/>
                  </a:lnTo>
                  <a:lnTo>
                    <a:pt x="175593" y="6183421"/>
                  </a:lnTo>
                  <a:lnTo>
                    <a:pt x="175687" y="6183421"/>
                  </a:lnTo>
                  <a:lnTo>
                    <a:pt x="175782" y="6183421"/>
                  </a:lnTo>
                  <a:lnTo>
                    <a:pt x="175876" y="6183421"/>
                  </a:lnTo>
                  <a:lnTo>
                    <a:pt x="175970" y="6183421"/>
                  </a:lnTo>
                  <a:lnTo>
                    <a:pt x="176064" y="6183421"/>
                  </a:lnTo>
                  <a:lnTo>
                    <a:pt x="176158" y="6183421"/>
                  </a:lnTo>
                  <a:lnTo>
                    <a:pt x="176252" y="6183421"/>
                  </a:lnTo>
                  <a:lnTo>
                    <a:pt x="176347" y="6183421"/>
                  </a:lnTo>
                  <a:lnTo>
                    <a:pt x="176441" y="6183421"/>
                  </a:lnTo>
                  <a:lnTo>
                    <a:pt x="176535" y="6183421"/>
                  </a:lnTo>
                  <a:lnTo>
                    <a:pt x="176629" y="6183421"/>
                  </a:lnTo>
                  <a:lnTo>
                    <a:pt x="176723" y="6183421"/>
                  </a:lnTo>
                  <a:lnTo>
                    <a:pt x="176817" y="6183421"/>
                  </a:lnTo>
                  <a:lnTo>
                    <a:pt x="176911" y="6183421"/>
                  </a:lnTo>
                  <a:lnTo>
                    <a:pt x="177006" y="6183421"/>
                  </a:lnTo>
                  <a:lnTo>
                    <a:pt x="177100" y="6183421"/>
                  </a:lnTo>
                  <a:lnTo>
                    <a:pt x="177194" y="6183421"/>
                  </a:lnTo>
                  <a:lnTo>
                    <a:pt x="177288" y="6183421"/>
                  </a:lnTo>
                  <a:lnTo>
                    <a:pt x="177382" y="6183421"/>
                  </a:lnTo>
                  <a:lnTo>
                    <a:pt x="177476" y="6183421"/>
                  </a:lnTo>
                  <a:lnTo>
                    <a:pt x="177571" y="6183421"/>
                  </a:lnTo>
                  <a:lnTo>
                    <a:pt x="177665" y="6183421"/>
                  </a:lnTo>
                  <a:lnTo>
                    <a:pt x="177759" y="6183421"/>
                  </a:lnTo>
                  <a:lnTo>
                    <a:pt x="177853" y="6183421"/>
                  </a:lnTo>
                  <a:lnTo>
                    <a:pt x="177947" y="6183421"/>
                  </a:lnTo>
                  <a:lnTo>
                    <a:pt x="178041" y="6183421"/>
                  </a:lnTo>
                  <a:lnTo>
                    <a:pt x="178041" y="6178509"/>
                  </a:lnTo>
                  <a:lnTo>
                    <a:pt x="178135" y="6178509"/>
                  </a:lnTo>
                  <a:lnTo>
                    <a:pt x="178230" y="6178509"/>
                  </a:lnTo>
                  <a:lnTo>
                    <a:pt x="178324" y="6178509"/>
                  </a:lnTo>
                  <a:lnTo>
                    <a:pt x="178418" y="6178509"/>
                  </a:lnTo>
                  <a:lnTo>
                    <a:pt x="178512" y="6178509"/>
                  </a:lnTo>
                  <a:lnTo>
                    <a:pt x="178606" y="6178509"/>
                  </a:lnTo>
                  <a:lnTo>
                    <a:pt x="178700" y="6178509"/>
                  </a:lnTo>
                  <a:lnTo>
                    <a:pt x="178795" y="6178509"/>
                  </a:lnTo>
                  <a:lnTo>
                    <a:pt x="178889" y="6178509"/>
                  </a:lnTo>
                  <a:lnTo>
                    <a:pt x="178983" y="6178509"/>
                  </a:lnTo>
                  <a:lnTo>
                    <a:pt x="179077" y="6178509"/>
                  </a:lnTo>
                  <a:lnTo>
                    <a:pt x="179171" y="6178509"/>
                  </a:lnTo>
                  <a:lnTo>
                    <a:pt x="179265" y="6178509"/>
                  </a:lnTo>
                  <a:lnTo>
                    <a:pt x="179359" y="6178509"/>
                  </a:lnTo>
                  <a:lnTo>
                    <a:pt x="179548" y="6178509"/>
                  </a:lnTo>
                  <a:lnTo>
                    <a:pt x="179642" y="6178509"/>
                  </a:lnTo>
                  <a:lnTo>
                    <a:pt x="179736" y="6178509"/>
                  </a:lnTo>
                  <a:lnTo>
                    <a:pt x="179830" y="6178509"/>
                  </a:lnTo>
                  <a:lnTo>
                    <a:pt x="179924" y="6178509"/>
                  </a:lnTo>
                  <a:lnTo>
                    <a:pt x="180113" y="6178509"/>
                  </a:lnTo>
                  <a:lnTo>
                    <a:pt x="180207" y="6178509"/>
                  </a:lnTo>
                  <a:lnTo>
                    <a:pt x="180301" y="6178509"/>
                  </a:lnTo>
                  <a:lnTo>
                    <a:pt x="180301" y="6173598"/>
                  </a:lnTo>
                  <a:lnTo>
                    <a:pt x="180395" y="6173598"/>
                  </a:lnTo>
                  <a:lnTo>
                    <a:pt x="180489" y="6173598"/>
                  </a:lnTo>
                  <a:lnTo>
                    <a:pt x="180583" y="6173598"/>
                  </a:lnTo>
                  <a:lnTo>
                    <a:pt x="180678" y="6173598"/>
                  </a:lnTo>
                  <a:lnTo>
                    <a:pt x="180772" y="6173598"/>
                  </a:lnTo>
                  <a:lnTo>
                    <a:pt x="180960" y="6173598"/>
                  </a:lnTo>
                  <a:lnTo>
                    <a:pt x="181054" y="6173598"/>
                  </a:lnTo>
                  <a:lnTo>
                    <a:pt x="181148" y="6173598"/>
                  </a:lnTo>
                  <a:lnTo>
                    <a:pt x="181242" y="6173598"/>
                  </a:lnTo>
                  <a:lnTo>
                    <a:pt x="181337" y="6173598"/>
                  </a:lnTo>
                  <a:lnTo>
                    <a:pt x="181431" y="6173598"/>
                  </a:lnTo>
                  <a:lnTo>
                    <a:pt x="181525" y="6173598"/>
                  </a:lnTo>
                  <a:lnTo>
                    <a:pt x="181619" y="6173598"/>
                  </a:lnTo>
                  <a:lnTo>
                    <a:pt x="181713" y="6173598"/>
                  </a:lnTo>
                  <a:lnTo>
                    <a:pt x="181807" y="6173598"/>
                  </a:lnTo>
                  <a:lnTo>
                    <a:pt x="181902" y="6173598"/>
                  </a:lnTo>
                  <a:lnTo>
                    <a:pt x="181996" y="6173598"/>
                  </a:lnTo>
                  <a:lnTo>
                    <a:pt x="182090" y="6173598"/>
                  </a:lnTo>
                  <a:lnTo>
                    <a:pt x="182184" y="6173598"/>
                  </a:lnTo>
                  <a:lnTo>
                    <a:pt x="182278" y="6173598"/>
                  </a:lnTo>
                  <a:lnTo>
                    <a:pt x="182372" y="6173598"/>
                  </a:lnTo>
                  <a:lnTo>
                    <a:pt x="182466" y="6173598"/>
                  </a:lnTo>
                  <a:lnTo>
                    <a:pt x="182561" y="6173598"/>
                  </a:lnTo>
                  <a:lnTo>
                    <a:pt x="182655" y="6173598"/>
                  </a:lnTo>
                  <a:lnTo>
                    <a:pt x="182749" y="6173598"/>
                  </a:lnTo>
                  <a:lnTo>
                    <a:pt x="182843" y="6173598"/>
                  </a:lnTo>
                  <a:lnTo>
                    <a:pt x="182937" y="6173598"/>
                  </a:lnTo>
                  <a:lnTo>
                    <a:pt x="183031" y="6173598"/>
                  </a:lnTo>
                  <a:lnTo>
                    <a:pt x="183126" y="6173598"/>
                  </a:lnTo>
                  <a:lnTo>
                    <a:pt x="183220" y="6173598"/>
                  </a:lnTo>
                  <a:lnTo>
                    <a:pt x="183314" y="6173598"/>
                  </a:lnTo>
                  <a:lnTo>
                    <a:pt x="183408" y="6173598"/>
                  </a:lnTo>
                  <a:lnTo>
                    <a:pt x="183502" y="6173598"/>
                  </a:lnTo>
                  <a:lnTo>
                    <a:pt x="183596" y="6173598"/>
                  </a:lnTo>
                  <a:lnTo>
                    <a:pt x="183690" y="6173598"/>
                  </a:lnTo>
                  <a:lnTo>
                    <a:pt x="183785" y="6173598"/>
                  </a:lnTo>
                  <a:lnTo>
                    <a:pt x="183879" y="6173598"/>
                  </a:lnTo>
                  <a:lnTo>
                    <a:pt x="183973" y="6173598"/>
                  </a:lnTo>
                  <a:lnTo>
                    <a:pt x="184067" y="6173598"/>
                  </a:lnTo>
                  <a:lnTo>
                    <a:pt x="184161" y="6173598"/>
                  </a:lnTo>
                  <a:lnTo>
                    <a:pt x="184255" y="6173598"/>
                  </a:lnTo>
                  <a:lnTo>
                    <a:pt x="184349" y="6173598"/>
                  </a:lnTo>
                  <a:lnTo>
                    <a:pt x="184444" y="6173598"/>
                  </a:lnTo>
                  <a:lnTo>
                    <a:pt x="184538" y="6173598"/>
                  </a:lnTo>
                  <a:lnTo>
                    <a:pt x="184632" y="6173598"/>
                  </a:lnTo>
                  <a:lnTo>
                    <a:pt x="184726" y="6173598"/>
                  </a:lnTo>
                  <a:lnTo>
                    <a:pt x="184914" y="6173598"/>
                  </a:lnTo>
                  <a:lnTo>
                    <a:pt x="185009" y="6173598"/>
                  </a:lnTo>
                  <a:lnTo>
                    <a:pt x="185103" y="6173598"/>
                  </a:lnTo>
                  <a:lnTo>
                    <a:pt x="185197" y="6173598"/>
                  </a:lnTo>
                  <a:lnTo>
                    <a:pt x="185291" y="6173598"/>
                  </a:lnTo>
                  <a:lnTo>
                    <a:pt x="185385" y="6173598"/>
                  </a:lnTo>
                  <a:lnTo>
                    <a:pt x="185479" y="6173598"/>
                  </a:lnTo>
                  <a:lnTo>
                    <a:pt x="185573" y="6173598"/>
                  </a:lnTo>
                  <a:lnTo>
                    <a:pt x="185668" y="6173598"/>
                  </a:lnTo>
                  <a:lnTo>
                    <a:pt x="185762" y="6173598"/>
                  </a:lnTo>
                  <a:lnTo>
                    <a:pt x="185856" y="6173598"/>
                  </a:lnTo>
                  <a:lnTo>
                    <a:pt x="185950" y="6173598"/>
                  </a:lnTo>
                  <a:lnTo>
                    <a:pt x="186138" y="6173598"/>
                  </a:lnTo>
                  <a:lnTo>
                    <a:pt x="186233" y="6173598"/>
                  </a:lnTo>
                  <a:lnTo>
                    <a:pt x="186327" y="6173598"/>
                  </a:lnTo>
                  <a:lnTo>
                    <a:pt x="186421" y="6173598"/>
                  </a:lnTo>
                  <a:lnTo>
                    <a:pt x="186515" y="6173598"/>
                  </a:lnTo>
                  <a:lnTo>
                    <a:pt x="186609" y="6173598"/>
                  </a:lnTo>
                  <a:lnTo>
                    <a:pt x="186703" y="6173598"/>
                  </a:lnTo>
                  <a:lnTo>
                    <a:pt x="186797" y="6173598"/>
                  </a:lnTo>
                  <a:lnTo>
                    <a:pt x="187080" y="6173598"/>
                  </a:lnTo>
                  <a:lnTo>
                    <a:pt x="187174" y="6173598"/>
                  </a:lnTo>
                  <a:lnTo>
                    <a:pt x="187268" y="6173598"/>
                  </a:lnTo>
                  <a:lnTo>
                    <a:pt x="187362" y="6173598"/>
                  </a:lnTo>
                  <a:lnTo>
                    <a:pt x="187645" y="6173598"/>
                  </a:lnTo>
                  <a:lnTo>
                    <a:pt x="187739" y="6173598"/>
                  </a:lnTo>
                  <a:lnTo>
                    <a:pt x="187833" y="6173598"/>
                  </a:lnTo>
                  <a:lnTo>
                    <a:pt x="187927" y="6173598"/>
                  </a:lnTo>
                  <a:lnTo>
                    <a:pt x="188021" y="6173598"/>
                  </a:lnTo>
                  <a:lnTo>
                    <a:pt x="188116" y="6173598"/>
                  </a:lnTo>
                  <a:lnTo>
                    <a:pt x="188210" y="6173598"/>
                  </a:lnTo>
                  <a:lnTo>
                    <a:pt x="188210" y="6168686"/>
                  </a:lnTo>
                  <a:lnTo>
                    <a:pt x="188304" y="6163775"/>
                  </a:lnTo>
                  <a:lnTo>
                    <a:pt x="188398" y="6163775"/>
                  </a:lnTo>
                  <a:lnTo>
                    <a:pt x="188492" y="6163775"/>
                  </a:lnTo>
                  <a:lnTo>
                    <a:pt x="188586" y="6163775"/>
                  </a:lnTo>
                  <a:lnTo>
                    <a:pt x="188680" y="6163775"/>
                  </a:lnTo>
                  <a:lnTo>
                    <a:pt x="188869" y="6163775"/>
                  </a:lnTo>
                  <a:lnTo>
                    <a:pt x="188963" y="6163775"/>
                  </a:lnTo>
                  <a:lnTo>
                    <a:pt x="189057" y="6163775"/>
                  </a:lnTo>
                  <a:lnTo>
                    <a:pt x="189151" y="6163775"/>
                  </a:lnTo>
                  <a:lnTo>
                    <a:pt x="189245" y="6163775"/>
                  </a:lnTo>
                  <a:lnTo>
                    <a:pt x="189340" y="6163775"/>
                  </a:lnTo>
                  <a:lnTo>
                    <a:pt x="189528" y="6163775"/>
                  </a:lnTo>
                  <a:lnTo>
                    <a:pt x="189622" y="6163775"/>
                  </a:lnTo>
                  <a:lnTo>
                    <a:pt x="189716" y="6163775"/>
                  </a:lnTo>
                  <a:lnTo>
                    <a:pt x="189810" y="6163775"/>
                  </a:lnTo>
                  <a:lnTo>
                    <a:pt x="189904" y="6163775"/>
                  </a:lnTo>
                  <a:lnTo>
                    <a:pt x="189999" y="6163775"/>
                  </a:lnTo>
                  <a:lnTo>
                    <a:pt x="190187" y="6163775"/>
                  </a:lnTo>
                  <a:lnTo>
                    <a:pt x="190281" y="6163775"/>
                  </a:lnTo>
                  <a:lnTo>
                    <a:pt x="190375" y="6163775"/>
                  </a:lnTo>
                  <a:lnTo>
                    <a:pt x="190469" y="6163775"/>
                  </a:lnTo>
                  <a:lnTo>
                    <a:pt x="190658" y="6163775"/>
                  </a:lnTo>
                  <a:lnTo>
                    <a:pt x="190752" y="6163775"/>
                  </a:lnTo>
                  <a:lnTo>
                    <a:pt x="190846" y="6163775"/>
                  </a:lnTo>
                  <a:lnTo>
                    <a:pt x="190940" y="6163775"/>
                  </a:lnTo>
                  <a:lnTo>
                    <a:pt x="191034" y="6163775"/>
                  </a:lnTo>
                  <a:lnTo>
                    <a:pt x="191128" y="6163775"/>
                  </a:lnTo>
                  <a:lnTo>
                    <a:pt x="191223" y="6163775"/>
                  </a:lnTo>
                  <a:lnTo>
                    <a:pt x="191317" y="6163775"/>
                  </a:lnTo>
                  <a:lnTo>
                    <a:pt x="191411" y="6163775"/>
                  </a:lnTo>
                  <a:lnTo>
                    <a:pt x="191505" y="6163775"/>
                  </a:lnTo>
                  <a:lnTo>
                    <a:pt x="191693" y="6163775"/>
                  </a:lnTo>
                  <a:lnTo>
                    <a:pt x="191788" y="6163775"/>
                  </a:lnTo>
                  <a:lnTo>
                    <a:pt x="191882" y="6163775"/>
                  </a:lnTo>
                  <a:lnTo>
                    <a:pt x="191976" y="6163775"/>
                  </a:lnTo>
                  <a:lnTo>
                    <a:pt x="192070" y="6163775"/>
                  </a:lnTo>
                  <a:lnTo>
                    <a:pt x="192164" y="6163775"/>
                  </a:lnTo>
                  <a:lnTo>
                    <a:pt x="192258" y="6163775"/>
                  </a:lnTo>
                  <a:lnTo>
                    <a:pt x="192352" y="6163775"/>
                  </a:lnTo>
                  <a:lnTo>
                    <a:pt x="192447" y="6163775"/>
                  </a:lnTo>
                  <a:lnTo>
                    <a:pt x="192541" y="6163775"/>
                  </a:lnTo>
                  <a:lnTo>
                    <a:pt x="192635" y="6163775"/>
                  </a:lnTo>
                  <a:lnTo>
                    <a:pt x="192729" y="6163775"/>
                  </a:lnTo>
                  <a:lnTo>
                    <a:pt x="192823" y="6163775"/>
                  </a:lnTo>
                  <a:lnTo>
                    <a:pt x="193011" y="6163775"/>
                  </a:lnTo>
                  <a:lnTo>
                    <a:pt x="193200" y="6163775"/>
                  </a:lnTo>
                  <a:lnTo>
                    <a:pt x="193294" y="6163775"/>
                  </a:lnTo>
                  <a:lnTo>
                    <a:pt x="193388" y="6163775"/>
                  </a:lnTo>
                  <a:lnTo>
                    <a:pt x="193482" y="6163775"/>
                  </a:lnTo>
                  <a:lnTo>
                    <a:pt x="193576" y="6163775"/>
                  </a:lnTo>
                  <a:lnTo>
                    <a:pt x="193671" y="6163775"/>
                  </a:lnTo>
                  <a:lnTo>
                    <a:pt x="193765" y="6163775"/>
                  </a:lnTo>
                  <a:lnTo>
                    <a:pt x="193859" y="6163775"/>
                  </a:lnTo>
                  <a:lnTo>
                    <a:pt x="193953" y="6163775"/>
                  </a:lnTo>
                  <a:lnTo>
                    <a:pt x="194047" y="6163775"/>
                  </a:lnTo>
                  <a:lnTo>
                    <a:pt x="194141" y="6163775"/>
                  </a:lnTo>
                  <a:lnTo>
                    <a:pt x="194235" y="6163775"/>
                  </a:lnTo>
                  <a:lnTo>
                    <a:pt x="194330" y="6163775"/>
                  </a:lnTo>
                  <a:lnTo>
                    <a:pt x="194424" y="6163775"/>
                  </a:lnTo>
                  <a:lnTo>
                    <a:pt x="194518" y="6163775"/>
                  </a:lnTo>
                  <a:lnTo>
                    <a:pt x="194706" y="6163775"/>
                  </a:lnTo>
                  <a:lnTo>
                    <a:pt x="194800" y="6163775"/>
                  </a:lnTo>
                  <a:lnTo>
                    <a:pt x="194895" y="6163775"/>
                  </a:lnTo>
                  <a:lnTo>
                    <a:pt x="195177" y="6163775"/>
                  </a:lnTo>
                  <a:lnTo>
                    <a:pt x="195271" y="6163775"/>
                  </a:lnTo>
                  <a:lnTo>
                    <a:pt x="195365" y="6163775"/>
                  </a:lnTo>
                  <a:lnTo>
                    <a:pt x="195459" y="6163775"/>
                  </a:lnTo>
                  <a:lnTo>
                    <a:pt x="195554" y="6163775"/>
                  </a:lnTo>
                  <a:lnTo>
                    <a:pt x="195648" y="6163775"/>
                  </a:lnTo>
                  <a:lnTo>
                    <a:pt x="195742" y="6163775"/>
                  </a:lnTo>
                  <a:lnTo>
                    <a:pt x="195836" y="6163775"/>
                  </a:lnTo>
                  <a:lnTo>
                    <a:pt x="195930" y="6163775"/>
                  </a:lnTo>
                  <a:lnTo>
                    <a:pt x="196024" y="6163775"/>
                  </a:lnTo>
                  <a:lnTo>
                    <a:pt x="196213" y="6163775"/>
                  </a:lnTo>
                  <a:lnTo>
                    <a:pt x="196307" y="6163775"/>
                  </a:lnTo>
                  <a:lnTo>
                    <a:pt x="196401" y="6163775"/>
                  </a:lnTo>
                  <a:lnTo>
                    <a:pt x="196495" y="6163775"/>
                  </a:lnTo>
                  <a:lnTo>
                    <a:pt x="196589" y="6163775"/>
                  </a:lnTo>
                  <a:lnTo>
                    <a:pt x="196683" y="6163775"/>
                  </a:lnTo>
                  <a:lnTo>
                    <a:pt x="196778" y="6163775"/>
                  </a:lnTo>
                  <a:lnTo>
                    <a:pt x="196872" y="6163775"/>
                  </a:lnTo>
                  <a:lnTo>
                    <a:pt x="196966" y="6163775"/>
                  </a:lnTo>
                  <a:lnTo>
                    <a:pt x="197060" y="6163775"/>
                  </a:lnTo>
                  <a:lnTo>
                    <a:pt x="197154" y="6163775"/>
                  </a:lnTo>
                  <a:lnTo>
                    <a:pt x="197248" y="6163775"/>
                  </a:lnTo>
                  <a:lnTo>
                    <a:pt x="197342" y="6163775"/>
                  </a:lnTo>
                  <a:lnTo>
                    <a:pt x="197437" y="6163775"/>
                  </a:lnTo>
                  <a:lnTo>
                    <a:pt x="197531" y="6163775"/>
                  </a:lnTo>
                  <a:lnTo>
                    <a:pt x="197625" y="6163775"/>
                  </a:lnTo>
                  <a:lnTo>
                    <a:pt x="197719" y="6163775"/>
                  </a:lnTo>
                  <a:lnTo>
                    <a:pt x="197813" y="6163775"/>
                  </a:lnTo>
                  <a:lnTo>
                    <a:pt x="198002" y="6163775"/>
                  </a:lnTo>
                  <a:lnTo>
                    <a:pt x="198096" y="6163775"/>
                  </a:lnTo>
                  <a:lnTo>
                    <a:pt x="198190" y="6163775"/>
                  </a:lnTo>
                  <a:lnTo>
                    <a:pt x="198284" y="6163775"/>
                  </a:lnTo>
                  <a:lnTo>
                    <a:pt x="198378" y="6163775"/>
                  </a:lnTo>
                  <a:lnTo>
                    <a:pt x="198472" y="6163775"/>
                  </a:lnTo>
                  <a:lnTo>
                    <a:pt x="198566" y="6163775"/>
                  </a:lnTo>
                  <a:lnTo>
                    <a:pt x="198661" y="6163775"/>
                  </a:lnTo>
                  <a:lnTo>
                    <a:pt x="198755" y="6163775"/>
                  </a:lnTo>
                  <a:lnTo>
                    <a:pt x="198849" y="6163775"/>
                  </a:lnTo>
                  <a:lnTo>
                    <a:pt x="198943" y="6163775"/>
                  </a:lnTo>
                  <a:lnTo>
                    <a:pt x="199037" y="6163775"/>
                  </a:lnTo>
                  <a:lnTo>
                    <a:pt x="199131" y="6163775"/>
                  </a:lnTo>
                  <a:lnTo>
                    <a:pt x="199226" y="6163775"/>
                  </a:lnTo>
                  <a:lnTo>
                    <a:pt x="199320" y="6163775"/>
                  </a:lnTo>
                  <a:lnTo>
                    <a:pt x="199414" y="6163775"/>
                  </a:lnTo>
                  <a:lnTo>
                    <a:pt x="199508" y="6163775"/>
                  </a:lnTo>
                  <a:lnTo>
                    <a:pt x="199602" y="6163775"/>
                  </a:lnTo>
                  <a:lnTo>
                    <a:pt x="199696" y="6163775"/>
                  </a:lnTo>
                  <a:lnTo>
                    <a:pt x="199790" y="6163775"/>
                  </a:lnTo>
                  <a:lnTo>
                    <a:pt x="199885" y="6163775"/>
                  </a:lnTo>
                  <a:lnTo>
                    <a:pt x="199979" y="6163775"/>
                  </a:lnTo>
                  <a:lnTo>
                    <a:pt x="200073" y="6163775"/>
                  </a:lnTo>
                  <a:lnTo>
                    <a:pt x="200167" y="6163775"/>
                  </a:lnTo>
                  <a:lnTo>
                    <a:pt x="200355" y="6163775"/>
                  </a:lnTo>
                  <a:lnTo>
                    <a:pt x="200450" y="6163775"/>
                  </a:lnTo>
                  <a:lnTo>
                    <a:pt x="200544" y="6163775"/>
                  </a:lnTo>
                  <a:lnTo>
                    <a:pt x="200638" y="6163775"/>
                  </a:lnTo>
                  <a:lnTo>
                    <a:pt x="200732" y="6163775"/>
                  </a:lnTo>
                  <a:lnTo>
                    <a:pt x="200826" y="6163775"/>
                  </a:lnTo>
                  <a:lnTo>
                    <a:pt x="200920" y="6163775"/>
                  </a:lnTo>
                  <a:lnTo>
                    <a:pt x="201014" y="6163775"/>
                  </a:lnTo>
                  <a:lnTo>
                    <a:pt x="201109" y="6163775"/>
                  </a:lnTo>
                  <a:lnTo>
                    <a:pt x="201203" y="6163775"/>
                  </a:lnTo>
                  <a:lnTo>
                    <a:pt x="201297" y="6163775"/>
                  </a:lnTo>
                  <a:lnTo>
                    <a:pt x="201391" y="6163775"/>
                  </a:lnTo>
                  <a:lnTo>
                    <a:pt x="201485" y="6163775"/>
                  </a:lnTo>
                  <a:lnTo>
                    <a:pt x="201673" y="6163775"/>
                  </a:lnTo>
                  <a:lnTo>
                    <a:pt x="201768" y="6163775"/>
                  </a:lnTo>
                  <a:lnTo>
                    <a:pt x="201862" y="6163775"/>
                  </a:lnTo>
                  <a:lnTo>
                    <a:pt x="201956" y="6163775"/>
                  </a:lnTo>
                  <a:lnTo>
                    <a:pt x="202050" y="6163775"/>
                  </a:lnTo>
                  <a:lnTo>
                    <a:pt x="202144" y="6163775"/>
                  </a:lnTo>
                  <a:lnTo>
                    <a:pt x="202238" y="6163775"/>
                  </a:lnTo>
                  <a:lnTo>
                    <a:pt x="202333" y="6163775"/>
                  </a:lnTo>
                  <a:lnTo>
                    <a:pt x="202427" y="6163775"/>
                  </a:lnTo>
                  <a:lnTo>
                    <a:pt x="202521" y="6163775"/>
                  </a:lnTo>
                  <a:lnTo>
                    <a:pt x="202615" y="6163775"/>
                  </a:lnTo>
                  <a:lnTo>
                    <a:pt x="202709" y="6163775"/>
                  </a:lnTo>
                  <a:lnTo>
                    <a:pt x="202803" y="6163775"/>
                  </a:lnTo>
                  <a:lnTo>
                    <a:pt x="202897" y="6163775"/>
                  </a:lnTo>
                  <a:lnTo>
                    <a:pt x="203086" y="6163775"/>
                  </a:lnTo>
                  <a:lnTo>
                    <a:pt x="203274" y="6163775"/>
                  </a:lnTo>
                  <a:lnTo>
                    <a:pt x="203368" y="6163775"/>
                  </a:lnTo>
                  <a:lnTo>
                    <a:pt x="203462" y="6163775"/>
                  </a:lnTo>
                  <a:lnTo>
                    <a:pt x="203651" y="6163775"/>
                  </a:lnTo>
                  <a:lnTo>
                    <a:pt x="203745" y="6163775"/>
                  </a:lnTo>
                  <a:lnTo>
                    <a:pt x="203839" y="6163775"/>
                  </a:lnTo>
                  <a:lnTo>
                    <a:pt x="203933" y="6163775"/>
                  </a:lnTo>
                  <a:lnTo>
                    <a:pt x="204027" y="6163775"/>
                  </a:lnTo>
                  <a:lnTo>
                    <a:pt x="204121" y="6163775"/>
                  </a:lnTo>
                  <a:lnTo>
                    <a:pt x="204216" y="6163775"/>
                  </a:lnTo>
                  <a:lnTo>
                    <a:pt x="204310" y="6163775"/>
                  </a:lnTo>
                  <a:lnTo>
                    <a:pt x="204592" y="6163775"/>
                  </a:lnTo>
                  <a:lnTo>
                    <a:pt x="204781" y="6163775"/>
                  </a:lnTo>
                  <a:lnTo>
                    <a:pt x="204875" y="6163775"/>
                  </a:lnTo>
                  <a:lnTo>
                    <a:pt x="204969" y="6163775"/>
                  </a:lnTo>
                  <a:lnTo>
                    <a:pt x="205063" y="6163775"/>
                  </a:lnTo>
                  <a:lnTo>
                    <a:pt x="205157" y="6163775"/>
                  </a:lnTo>
                  <a:lnTo>
                    <a:pt x="205251" y="6163775"/>
                  </a:lnTo>
                  <a:lnTo>
                    <a:pt x="205440" y="6163775"/>
                  </a:lnTo>
                  <a:lnTo>
                    <a:pt x="205534" y="6163775"/>
                  </a:lnTo>
                  <a:lnTo>
                    <a:pt x="205628" y="6163775"/>
                  </a:lnTo>
                  <a:lnTo>
                    <a:pt x="205722" y="6163775"/>
                  </a:lnTo>
                  <a:lnTo>
                    <a:pt x="205816" y="6163775"/>
                  </a:lnTo>
                  <a:lnTo>
                    <a:pt x="205910" y="6163775"/>
                  </a:lnTo>
                  <a:lnTo>
                    <a:pt x="206004" y="6163775"/>
                  </a:lnTo>
                  <a:lnTo>
                    <a:pt x="206004" y="6158864"/>
                  </a:lnTo>
                  <a:lnTo>
                    <a:pt x="206099" y="6158864"/>
                  </a:lnTo>
                  <a:lnTo>
                    <a:pt x="206193" y="6158864"/>
                  </a:lnTo>
                  <a:lnTo>
                    <a:pt x="206287" y="6158864"/>
                  </a:lnTo>
                  <a:lnTo>
                    <a:pt x="206381" y="6153952"/>
                  </a:lnTo>
                  <a:lnTo>
                    <a:pt x="206475" y="6153952"/>
                  </a:lnTo>
                  <a:lnTo>
                    <a:pt x="206569" y="6153952"/>
                  </a:lnTo>
                  <a:lnTo>
                    <a:pt x="206664" y="6153952"/>
                  </a:lnTo>
                  <a:lnTo>
                    <a:pt x="206758" y="6153952"/>
                  </a:lnTo>
                  <a:lnTo>
                    <a:pt x="206852" y="6153952"/>
                  </a:lnTo>
                  <a:lnTo>
                    <a:pt x="206946" y="6153952"/>
                  </a:lnTo>
                  <a:lnTo>
                    <a:pt x="207040" y="6153952"/>
                  </a:lnTo>
                  <a:lnTo>
                    <a:pt x="207134" y="6153952"/>
                  </a:lnTo>
                  <a:lnTo>
                    <a:pt x="207228" y="6153952"/>
                  </a:lnTo>
                  <a:lnTo>
                    <a:pt x="207323" y="6153952"/>
                  </a:lnTo>
                  <a:lnTo>
                    <a:pt x="207417" y="6153952"/>
                  </a:lnTo>
                  <a:lnTo>
                    <a:pt x="207511" y="6153952"/>
                  </a:lnTo>
                  <a:lnTo>
                    <a:pt x="207605" y="6153952"/>
                  </a:lnTo>
                  <a:lnTo>
                    <a:pt x="207793" y="6153952"/>
                  </a:lnTo>
                  <a:lnTo>
                    <a:pt x="207888" y="6153952"/>
                  </a:lnTo>
                  <a:lnTo>
                    <a:pt x="207982" y="6153952"/>
                  </a:lnTo>
                  <a:lnTo>
                    <a:pt x="208076" y="6153952"/>
                  </a:lnTo>
                  <a:lnTo>
                    <a:pt x="208170" y="6153952"/>
                  </a:lnTo>
                  <a:lnTo>
                    <a:pt x="208264" y="6153952"/>
                  </a:lnTo>
                  <a:lnTo>
                    <a:pt x="208452" y="6153952"/>
                  </a:lnTo>
                  <a:lnTo>
                    <a:pt x="208547" y="6153952"/>
                  </a:lnTo>
                  <a:lnTo>
                    <a:pt x="208641" y="6153952"/>
                  </a:lnTo>
                  <a:lnTo>
                    <a:pt x="208735" y="6153952"/>
                  </a:lnTo>
                  <a:lnTo>
                    <a:pt x="208829" y="6153952"/>
                  </a:lnTo>
                  <a:lnTo>
                    <a:pt x="208923" y="6153952"/>
                  </a:lnTo>
                  <a:lnTo>
                    <a:pt x="209112" y="6153952"/>
                  </a:lnTo>
                  <a:lnTo>
                    <a:pt x="209206" y="6153952"/>
                  </a:lnTo>
                  <a:lnTo>
                    <a:pt x="209300" y="6153952"/>
                  </a:lnTo>
                  <a:lnTo>
                    <a:pt x="209394" y="6153952"/>
                  </a:lnTo>
                  <a:lnTo>
                    <a:pt x="209488" y="6153952"/>
                  </a:lnTo>
                  <a:lnTo>
                    <a:pt x="209488" y="6149041"/>
                  </a:lnTo>
                  <a:lnTo>
                    <a:pt x="209582" y="6149041"/>
                  </a:lnTo>
                  <a:lnTo>
                    <a:pt x="209676" y="6149041"/>
                  </a:lnTo>
                  <a:lnTo>
                    <a:pt x="209771" y="6149041"/>
                  </a:lnTo>
                  <a:lnTo>
                    <a:pt x="209865" y="6149041"/>
                  </a:lnTo>
                  <a:lnTo>
                    <a:pt x="209959" y="6149041"/>
                  </a:lnTo>
                  <a:lnTo>
                    <a:pt x="210053" y="6149041"/>
                  </a:lnTo>
                  <a:lnTo>
                    <a:pt x="210147" y="6149041"/>
                  </a:lnTo>
                  <a:lnTo>
                    <a:pt x="210241" y="6149041"/>
                  </a:lnTo>
                  <a:lnTo>
                    <a:pt x="210335" y="6149041"/>
                  </a:lnTo>
                  <a:lnTo>
                    <a:pt x="210430" y="6149041"/>
                  </a:lnTo>
                  <a:lnTo>
                    <a:pt x="210524" y="6149041"/>
                  </a:lnTo>
                  <a:lnTo>
                    <a:pt x="210618" y="6149041"/>
                  </a:lnTo>
                  <a:lnTo>
                    <a:pt x="210806" y="6149041"/>
                  </a:lnTo>
                  <a:lnTo>
                    <a:pt x="210995" y="6149041"/>
                  </a:lnTo>
                  <a:lnTo>
                    <a:pt x="211089" y="6149041"/>
                  </a:lnTo>
                  <a:lnTo>
                    <a:pt x="211183" y="6149041"/>
                  </a:lnTo>
                  <a:lnTo>
                    <a:pt x="211277" y="6149041"/>
                  </a:lnTo>
                  <a:lnTo>
                    <a:pt x="211371" y="6149041"/>
                  </a:lnTo>
                  <a:lnTo>
                    <a:pt x="211465" y="6149041"/>
                  </a:lnTo>
                  <a:lnTo>
                    <a:pt x="211559" y="6149041"/>
                  </a:lnTo>
                  <a:lnTo>
                    <a:pt x="211654" y="6149041"/>
                  </a:lnTo>
                  <a:lnTo>
                    <a:pt x="211748" y="6149041"/>
                  </a:lnTo>
                  <a:lnTo>
                    <a:pt x="211842" y="6149041"/>
                  </a:lnTo>
                  <a:lnTo>
                    <a:pt x="211936" y="6149041"/>
                  </a:lnTo>
                  <a:lnTo>
                    <a:pt x="211936" y="6144130"/>
                  </a:lnTo>
                  <a:lnTo>
                    <a:pt x="212030" y="6144130"/>
                  </a:lnTo>
                  <a:lnTo>
                    <a:pt x="212124" y="6144130"/>
                  </a:lnTo>
                  <a:lnTo>
                    <a:pt x="212219" y="6144130"/>
                  </a:lnTo>
                  <a:lnTo>
                    <a:pt x="212313" y="6144130"/>
                  </a:lnTo>
                  <a:lnTo>
                    <a:pt x="212407" y="6144130"/>
                  </a:lnTo>
                  <a:lnTo>
                    <a:pt x="212501" y="6144130"/>
                  </a:lnTo>
                  <a:lnTo>
                    <a:pt x="212595" y="6144130"/>
                  </a:lnTo>
                  <a:lnTo>
                    <a:pt x="212783" y="6144130"/>
                  </a:lnTo>
                  <a:lnTo>
                    <a:pt x="212878" y="6144130"/>
                  </a:lnTo>
                  <a:lnTo>
                    <a:pt x="212972" y="6144130"/>
                  </a:lnTo>
                  <a:lnTo>
                    <a:pt x="213066" y="6144130"/>
                  </a:lnTo>
                  <a:lnTo>
                    <a:pt x="213254" y="6144130"/>
                  </a:lnTo>
                  <a:lnTo>
                    <a:pt x="213348" y="6144130"/>
                  </a:lnTo>
                  <a:lnTo>
                    <a:pt x="213443" y="6144130"/>
                  </a:lnTo>
                  <a:lnTo>
                    <a:pt x="213443" y="6139218"/>
                  </a:lnTo>
                  <a:lnTo>
                    <a:pt x="213537" y="6139218"/>
                  </a:lnTo>
                  <a:lnTo>
                    <a:pt x="213537" y="6134307"/>
                  </a:lnTo>
                  <a:lnTo>
                    <a:pt x="213631" y="6134307"/>
                  </a:lnTo>
                  <a:lnTo>
                    <a:pt x="213725" y="6134307"/>
                  </a:lnTo>
                  <a:lnTo>
                    <a:pt x="213913" y="6134307"/>
                  </a:lnTo>
                  <a:lnTo>
                    <a:pt x="214007" y="6134307"/>
                  </a:lnTo>
                  <a:lnTo>
                    <a:pt x="214102" y="6134307"/>
                  </a:lnTo>
                  <a:lnTo>
                    <a:pt x="214384" y="6134307"/>
                  </a:lnTo>
                  <a:lnTo>
                    <a:pt x="214478" y="6134307"/>
                  </a:lnTo>
                  <a:lnTo>
                    <a:pt x="214572" y="6134307"/>
                  </a:lnTo>
                  <a:lnTo>
                    <a:pt x="214666" y="6134307"/>
                  </a:lnTo>
                  <a:lnTo>
                    <a:pt x="214761" y="6134307"/>
                  </a:lnTo>
                  <a:lnTo>
                    <a:pt x="214855" y="6134307"/>
                  </a:lnTo>
                  <a:lnTo>
                    <a:pt x="214949" y="6134307"/>
                  </a:lnTo>
                  <a:lnTo>
                    <a:pt x="215043" y="6134307"/>
                  </a:lnTo>
                  <a:lnTo>
                    <a:pt x="215326" y="6134307"/>
                  </a:lnTo>
                  <a:lnTo>
                    <a:pt x="215420" y="6134307"/>
                  </a:lnTo>
                  <a:lnTo>
                    <a:pt x="215514" y="6134307"/>
                  </a:lnTo>
                  <a:lnTo>
                    <a:pt x="215608" y="6134307"/>
                  </a:lnTo>
                  <a:lnTo>
                    <a:pt x="215702" y="6134307"/>
                  </a:lnTo>
                  <a:lnTo>
                    <a:pt x="215796" y="6134307"/>
                  </a:lnTo>
                  <a:lnTo>
                    <a:pt x="215890" y="6134307"/>
                  </a:lnTo>
                  <a:lnTo>
                    <a:pt x="215985" y="6134307"/>
                  </a:lnTo>
                  <a:lnTo>
                    <a:pt x="216079" y="6134307"/>
                  </a:lnTo>
                  <a:lnTo>
                    <a:pt x="216267" y="6134307"/>
                  </a:lnTo>
                  <a:lnTo>
                    <a:pt x="216361" y="6134307"/>
                  </a:lnTo>
                  <a:lnTo>
                    <a:pt x="216455" y="6134307"/>
                  </a:lnTo>
                  <a:lnTo>
                    <a:pt x="216550" y="6134307"/>
                  </a:lnTo>
                  <a:lnTo>
                    <a:pt x="216644" y="6134307"/>
                  </a:lnTo>
                  <a:lnTo>
                    <a:pt x="216832" y="6134307"/>
                  </a:lnTo>
                  <a:lnTo>
                    <a:pt x="216926" y="6134307"/>
                  </a:lnTo>
                  <a:lnTo>
                    <a:pt x="217020" y="6134307"/>
                  </a:lnTo>
                  <a:lnTo>
                    <a:pt x="217114" y="6134307"/>
                  </a:lnTo>
                  <a:lnTo>
                    <a:pt x="217209" y="6134307"/>
                  </a:lnTo>
                  <a:lnTo>
                    <a:pt x="217303" y="6134307"/>
                  </a:lnTo>
                  <a:lnTo>
                    <a:pt x="217397" y="6134307"/>
                  </a:lnTo>
                  <a:lnTo>
                    <a:pt x="217491" y="6134307"/>
                  </a:lnTo>
                  <a:lnTo>
                    <a:pt x="217585" y="6134307"/>
                  </a:lnTo>
                  <a:lnTo>
                    <a:pt x="217679" y="6134307"/>
                  </a:lnTo>
                  <a:lnTo>
                    <a:pt x="217774" y="6134307"/>
                  </a:lnTo>
                  <a:lnTo>
                    <a:pt x="217868" y="6134307"/>
                  </a:lnTo>
                  <a:lnTo>
                    <a:pt x="217962" y="6134307"/>
                  </a:lnTo>
                  <a:lnTo>
                    <a:pt x="218056" y="6134307"/>
                  </a:lnTo>
                  <a:lnTo>
                    <a:pt x="218150" y="6134307"/>
                  </a:lnTo>
                  <a:lnTo>
                    <a:pt x="218433" y="6134307"/>
                  </a:lnTo>
                  <a:lnTo>
                    <a:pt x="218621" y="6134307"/>
                  </a:lnTo>
                  <a:lnTo>
                    <a:pt x="218715" y="6134307"/>
                  </a:lnTo>
                  <a:lnTo>
                    <a:pt x="218809" y="6134307"/>
                  </a:lnTo>
                  <a:lnTo>
                    <a:pt x="218997" y="6134307"/>
                  </a:lnTo>
                  <a:lnTo>
                    <a:pt x="219092" y="6134307"/>
                  </a:lnTo>
                  <a:lnTo>
                    <a:pt x="219186" y="6134307"/>
                  </a:lnTo>
                  <a:lnTo>
                    <a:pt x="219280" y="6134307"/>
                  </a:lnTo>
                  <a:lnTo>
                    <a:pt x="219374" y="6134307"/>
                  </a:lnTo>
                  <a:lnTo>
                    <a:pt x="219374" y="6129395"/>
                  </a:lnTo>
                  <a:lnTo>
                    <a:pt x="219468" y="6129395"/>
                  </a:lnTo>
                  <a:lnTo>
                    <a:pt x="219562" y="6129395"/>
                  </a:lnTo>
                  <a:lnTo>
                    <a:pt x="219751" y="6129395"/>
                  </a:lnTo>
                  <a:lnTo>
                    <a:pt x="219845" y="6129395"/>
                  </a:lnTo>
                  <a:lnTo>
                    <a:pt x="219939" y="6129395"/>
                  </a:lnTo>
                  <a:lnTo>
                    <a:pt x="220033" y="6129395"/>
                  </a:lnTo>
                  <a:lnTo>
                    <a:pt x="220127" y="6129395"/>
                  </a:lnTo>
                  <a:lnTo>
                    <a:pt x="220221" y="6129395"/>
                  </a:lnTo>
                  <a:lnTo>
                    <a:pt x="220316" y="6129395"/>
                  </a:lnTo>
                  <a:lnTo>
                    <a:pt x="220504" y="6129395"/>
                  </a:lnTo>
                  <a:lnTo>
                    <a:pt x="220598" y="6129395"/>
                  </a:lnTo>
                  <a:lnTo>
                    <a:pt x="220786" y="6129395"/>
                  </a:lnTo>
                  <a:lnTo>
                    <a:pt x="220881" y="6129395"/>
                  </a:lnTo>
                  <a:lnTo>
                    <a:pt x="220881" y="6124484"/>
                  </a:lnTo>
                  <a:lnTo>
                    <a:pt x="221069" y="6124484"/>
                  </a:lnTo>
                  <a:lnTo>
                    <a:pt x="221163" y="6124484"/>
                  </a:lnTo>
                  <a:lnTo>
                    <a:pt x="221257" y="6124484"/>
                  </a:lnTo>
                  <a:lnTo>
                    <a:pt x="221351" y="6124484"/>
                  </a:lnTo>
                  <a:lnTo>
                    <a:pt x="221445" y="6124484"/>
                  </a:lnTo>
                  <a:lnTo>
                    <a:pt x="221540" y="6124484"/>
                  </a:lnTo>
                  <a:lnTo>
                    <a:pt x="221634" y="6124484"/>
                  </a:lnTo>
                  <a:lnTo>
                    <a:pt x="221634" y="6119573"/>
                  </a:lnTo>
                  <a:lnTo>
                    <a:pt x="221728" y="6119573"/>
                  </a:lnTo>
                  <a:lnTo>
                    <a:pt x="221916" y="6119573"/>
                  </a:lnTo>
                  <a:lnTo>
                    <a:pt x="222010" y="6119573"/>
                  </a:lnTo>
                  <a:lnTo>
                    <a:pt x="222105" y="6119573"/>
                  </a:lnTo>
                  <a:lnTo>
                    <a:pt x="222199" y="6119573"/>
                  </a:lnTo>
                  <a:lnTo>
                    <a:pt x="222293" y="6119573"/>
                  </a:lnTo>
                  <a:lnTo>
                    <a:pt x="222387" y="6119573"/>
                  </a:lnTo>
                  <a:lnTo>
                    <a:pt x="222481" y="6119573"/>
                  </a:lnTo>
                  <a:lnTo>
                    <a:pt x="222575" y="6119573"/>
                  </a:lnTo>
                  <a:lnTo>
                    <a:pt x="222669" y="6119573"/>
                  </a:lnTo>
                  <a:lnTo>
                    <a:pt x="222764" y="6119573"/>
                  </a:lnTo>
                  <a:lnTo>
                    <a:pt x="222858" y="6119573"/>
                  </a:lnTo>
                  <a:lnTo>
                    <a:pt x="222952" y="6119573"/>
                  </a:lnTo>
                  <a:lnTo>
                    <a:pt x="223046" y="6119573"/>
                  </a:lnTo>
                  <a:lnTo>
                    <a:pt x="223140" y="6119573"/>
                  </a:lnTo>
                  <a:lnTo>
                    <a:pt x="223234" y="6119573"/>
                  </a:lnTo>
                  <a:lnTo>
                    <a:pt x="223328" y="6119573"/>
                  </a:lnTo>
                  <a:lnTo>
                    <a:pt x="223423" y="6119573"/>
                  </a:lnTo>
                  <a:lnTo>
                    <a:pt x="223611" y="6119573"/>
                  </a:lnTo>
                  <a:lnTo>
                    <a:pt x="223705" y="6119573"/>
                  </a:lnTo>
                  <a:lnTo>
                    <a:pt x="223799" y="6119573"/>
                  </a:lnTo>
                  <a:lnTo>
                    <a:pt x="223893" y="6119573"/>
                  </a:lnTo>
                  <a:lnTo>
                    <a:pt x="224082" y="6119573"/>
                  </a:lnTo>
                  <a:lnTo>
                    <a:pt x="224176" y="6119573"/>
                  </a:lnTo>
                  <a:lnTo>
                    <a:pt x="224270" y="6119573"/>
                  </a:lnTo>
                  <a:lnTo>
                    <a:pt x="225023" y="6119573"/>
                  </a:lnTo>
                  <a:lnTo>
                    <a:pt x="225212" y="6119573"/>
                  </a:lnTo>
                  <a:lnTo>
                    <a:pt x="225306" y="6119573"/>
                  </a:lnTo>
                  <a:lnTo>
                    <a:pt x="225400" y="6119573"/>
                  </a:lnTo>
                  <a:lnTo>
                    <a:pt x="225494" y="6119573"/>
                  </a:lnTo>
                  <a:lnTo>
                    <a:pt x="225588" y="6119573"/>
                  </a:lnTo>
                  <a:lnTo>
                    <a:pt x="225682" y="6119573"/>
                  </a:lnTo>
                  <a:lnTo>
                    <a:pt x="225776" y="6119573"/>
                  </a:lnTo>
                  <a:lnTo>
                    <a:pt x="225871" y="6119573"/>
                  </a:lnTo>
                  <a:lnTo>
                    <a:pt x="225965" y="6119573"/>
                  </a:lnTo>
                  <a:lnTo>
                    <a:pt x="226059" y="6119573"/>
                  </a:lnTo>
                  <a:lnTo>
                    <a:pt x="226153" y="6119573"/>
                  </a:lnTo>
                  <a:lnTo>
                    <a:pt x="226247" y="6119573"/>
                  </a:lnTo>
                  <a:lnTo>
                    <a:pt x="226341" y="6119573"/>
                  </a:lnTo>
                  <a:lnTo>
                    <a:pt x="226436" y="6119573"/>
                  </a:lnTo>
                  <a:lnTo>
                    <a:pt x="226530" y="6119573"/>
                  </a:lnTo>
                  <a:lnTo>
                    <a:pt x="226624" y="6119573"/>
                  </a:lnTo>
                  <a:lnTo>
                    <a:pt x="226718" y="6119573"/>
                  </a:lnTo>
                  <a:lnTo>
                    <a:pt x="226906" y="6119573"/>
                  </a:lnTo>
                  <a:lnTo>
                    <a:pt x="227000" y="6119573"/>
                  </a:lnTo>
                  <a:lnTo>
                    <a:pt x="227095" y="6119573"/>
                  </a:lnTo>
                  <a:lnTo>
                    <a:pt x="227189" y="6119573"/>
                  </a:lnTo>
                  <a:lnTo>
                    <a:pt x="227283" y="6119573"/>
                  </a:lnTo>
                  <a:lnTo>
                    <a:pt x="227377" y="6119573"/>
                  </a:lnTo>
                  <a:lnTo>
                    <a:pt x="227471" y="6119573"/>
                  </a:lnTo>
                  <a:lnTo>
                    <a:pt x="227565" y="6119573"/>
                  </a:lnTo>
                  <a:lnTo>
                    <a:pt x="227659" y="6119573"/>
                  </a:lnTo>
                  <a:lnTo>
                    <a:pt x="227754" y="6119573"/>
                  </a:lnTo>
                  <a:lnTo>
                    <a:pt x="227848" y="6119573"/>
                  </a:lnTo>
                  <a:lnTo>
                    <a:pt x="227942" y="6119573"/>
                  </a:lnTo>
                  <a:lnTo>
                    <a:pt x="228130" y="6119573"/>
                  </a:lnTo>
                  <a:lnTo>
                    <a:pt x="228224" y="6119573"/>
                  </a:lnTo>
                  <a:lnTo>
                    <a:pt x="228319" y="6119573"/>
                  </a:lnTo>
                  <a:lnTo>
                    <a:pt x="228413" y="6119573"/>
                  </a:lnTo>
                  <a:lnTo>
                    <a:pt x="228507" y="6119573"/>
                  </a:lnTo>
                  <a:lnTo>
                    <a:pt x="228601" y="6119573"/>
                  </a:lnTo>
                  <a:lnTo>
                    <a:pt x="228695" y="6119573"/>
                  </a:lnTo>
                  <a:lnTo>
                    <a:pt x="228789" y="6119573"/>
                  </a:lnTo>
                  <a:lnTo>
                    <a:pt x="228883" y="6119573"/>
                  </a:lnTo>
                  <a:lnTo>
                    <a:pt x="228978" y="6119573"/>
                  </a:lnTo>
                  <a:lnTo>
                    <a:pt x="229072" y="6119573"/>
                  </a:lnTo>
                  <a:lnTo>
                    <a:pt x="229072" y="6114661"/>
                  </a:lnTo>
                  <a:lnTo>
                    <a:pt x="229166" y="6114661"/>
                  </a:lnTo>
                  <a:lnTo>
                    <a:pt x="229260" y="6114661"/>
                  </a:lnTo>
                  <a:lnTo>
                    <a:pt x="229260" y="6109750"/>
                  </a:lnTo>
                  <a:lnTo>
                    <a:pt x="229354" y="6109750"/>
                  </a:lnTo>
                  <a:lnTo>
                    <a:pt x="229448" y="6109750"/>
                  </a:lnTo>
                  <a:lnTo>
                    <a:pt x="229543" y="6109750"/>
                  </a:lnTo>
                  <a:lnTo>
                    <a:pt x="229637" y="6109750"/>
                  </a:lnTo>
                  <a:lnTo>
                    <a:pt x="229825" y="6109750"/>
                  </a:lnTo>
                  <a:lnTo>
                    <a:pt x="229919" y="6109750"/>
                  </a:lnTo>
                  <a:lnTo>
                    <a:pt x="230013" y="6109750"/>
                  </a:lnTo>
                  <a:lnTo>
                    <a:pt x="230107" y="6109750"/>
                  </a:lnTo>
                  <a:lnTo>
                    <a:pt x="230202" y="6109750"/>
                  </a:lnTo>
                  <a:lnTo>
                    <a:pt x="230390" y="6109750"/>
                  </a:lnTo>
                  <a:lnTo>
                    <a:pt x="230578" y="6109750"/>
                  </a:lnTo>
                  <a:lnTo>
                    <a:pt x="230672" y="6109750"/>
                  </a:lnTo>
                  <a:lnTo>
                    <a:pt x="230767" y="6109750"/>
                  </a:lnTo>
                  <a:lnTo>
                    <a:pt x="230861" y="6109750"/>
                  </a:lnTo>
                  <a:lnTo>
                    <a:pt x="230955" y="6109750"/>
                  </a:lnTo>
                  <a:lnTo>
                    <a:pt x="231049" y="6109750"/>
                  </a:lnTo>
                  <a:lnTo>
                    <a:pt x="231143" y="6109750"/>
                  </a:lnTo>
                  <a:lnTo>
                    <a:pt x="231237" y="6109750"/>
                  </a:lnTo>
                  <a:lnTo>
                    <a:pt x="231426" y="6109750"/>
                  </a:lnTo>
                  <a:lnTo>
                    <a:pt x="231520" y="6109750"/>
                  </a:lnTo>
                  <a:lnTo>
                    <a:pt x="231614" y="6109750"/>
                  </a:lnTo>
                  <a:lnTo>
                    <a:pt x="231708" y="6109750"/>
                  </a:lnTo>
                  <a:lnTo>
                    <a:pt x="231802" y="6109750"/>
                  </a:lnTo>
                  <a:lnTo>
                    <a:pt x="231896" y="6109750"/>
                  </a:lnTo>
                  <a:lnTo>
                    <a:pt x="231990" y="6109750"/>
                  </a:lnTo>
                  <a:lnTo>
                    <a:pt x="232085" y="6109750"/>
                  </a:lnTo>
                  <a:lnTo>
                    <a:pt x="232179" y="6109750"/>
                  </a:lnTo>
                  <a:lnTo>
                    <a:pt x="232179" y="6104839"/>
                  </a:lnTo>
                  <a:lnTo>
                    <a:pt x="232273" y="6104839"/>
                  </a:lnTo>
                  <a:lnTo>
                    <a:pt x="232367" y="6104839"/>
                  </a:lnTo>
                  <a:lnTo>
                    <a:pt x="232461" y="6104839"/>
                  </a:lnTo>
                  <a:lnTo>
                    <a:pt x="232555" y="6104839"/>
                  </a:lnTo>
                  <a:lnTo>
                    <a:pt x="232650" y="6104839"/>
                  </a:lnTo>
                  <a:lnTo>
                    <a:pt x="232744" y="6104839"/>
                  </a:lnTo>
                  <a:lnTo>
                    <a:pt x="232932" y="6104839"/>
                  </a:lnTo>
                  <a:lnTo>
                    <a:pt x="233026" y="6104839"/>
                  </a:lnTo>
                  <a:lnTo>
                    <a:pt x="233120" y="6104839"/>
                  </a:lnTo>
                  <a:lnTo>
                    <a:pt x="233214" y="6104839"/>
                  </a:lnTo>
                  <a:lnTo>
                    <a:pt x="233309" y="6104839"/>
                  </a:lnTo>
                  <a:lnTo>
                    <a:pt x="233403" y="6104839"/>
                  </a:lnTo>
                  <a:lnTo>
                    <a:pt x="233497" y="6104839"/>
                  </a:lnTo>
                  <a:lnTo>
                    <a:pt x="233591" y="6104839"/>
                  </a:lnTo>
                  <a:lnTo>
                    <a:pt x="233685" y="6104839"/>
                  </a:lnTo>
                  <a:lnTo>
                    <a:pt x="233779" y="6104839"/>
                  </a:lnTo>
                  <a:lnTo>
                    <a:pt x="233968" y="6104839"/>
                  </a:lnTo>
                  <a:lnTo>
                    <a:pt x="233968" y="6095016"/>
                  </a:lnTo>
                  <a:lnTo>
                    <a:pt x="234062" y="6095016"/>
                  </a:lnTo>
                  <a:lnTo>
                    <a:pt x="234156" y="6095016"/>
                  </a:lnTo>
                  <a:lnTo>
                    <a:pt x="234250" y="6095016"/>
                  </a:lnTo>
                  <a:lnTo>
                    <a:pt x="234344" y="6095016"/>
                  </a:lnTo>
                  <a:lnTo>
                    <a:pt x="234438" y="6095016"/>
                  </a:lnTo>
                  <a:lnTo>
                    <a:pt x="234533" y="6095016"/>
                  </a:lnTo>
                  <a:lnTo>
                    <a:pt x="234627" y="6095016"/>
                  </a:lnTo>
                  <a:lnTo>
                    <a:pt x="234721" y="6095016"/>
                  </a:lnTo>
                  <a:lnTo>
                    <a:pt x="234909" y="6095016"/>
                  </a:lnTo>
                  <a:lnTo>
                    <a:pt x="235003" y="6095016"/>
                  </a:lnTo>
                  <a:lnTo>
                    <a:pt x="235098" y="6095016"/>
                  </a:lnTo>
                  <a:lnTo>
                    <a:pt x="235192" y="6095016"/>
                  </a:lnTo>
                  <a:lnTo>
                    <a:pt x="235380" y="6095016"/>
                  </a:lnTo>
                  <a:lnTo>
                    <a:pt x="235474" y="6095016"/>
                  </a:lnTo>
                  <a:lnTo>
                    <a:pt x="235568" y="6095016"/>
                  </a:lnTo>
                  <a:lnTo>
                    <a:pt x="235662" y="6095016"/>
                  </a:lnTo>
                  <a:lnTo>
                    <a:pt x="235757" y="6095016"/>
                  </a:lnTo>
                  <a:lnTo>
                    <a:pt x="235851" y="6095016"/>
                  </a:lnTo>
                  <a:lnTo>
                    <a:pt x="235945" y="6095016"/>
                  </a:lnTo>
                  <a:lnTo>
                    <a:pt x="236039" y="6095016"/>
                  </a:lnTo>
                  <a:lnTo>
                    <a:pt x="236227" y="6095016"/>
                  </a:lnTo>
                  <a:lnTo>
                    <a:pt x="236321" y="6095016"/>
                  </a:lnTo>
                  <a:lnTo>
                    <a:pt x="236416" y="6095016"/>
                  </a:lnTo>
                  <a:lnTo>
                    <a:pt x="236510" y="6095016"/>
                  </a:lnTo>
                  <a:lnTo>
                    <a:pt x="236604" y="6095016"/>
                  </a:lnTo>
                  <a:lnTo>
                    <a:pt x="236886" y="6095016"/>
                  </a:lnTo>
                  <a:lnTo>
                    <a:pt x="236981" y="6095016"/>
                  </a:lnTo>
                  <a:lnTo>
                    <a:pt x="237075" y="6095016"/>
                  </a:lnTo>
                  <a:lnTo>
                    <a:pt x="237169" y="6095016"/>
                  </a:lnTo>
                  <a:lnTo>
                    <a:pt x="237263" y="6095016"/>
                  </a:lnTo>
                  <a:lnTo>
                    <a:pt x="237357" y="6095016"/>
                  </a:lnTo>
                  <a:lnTo>
                    <a:pt x="237451" y="6095016"/>
                  </a:lnTo>
                  <a:lnTo>
                    <a:pt x="237545" y="6095016"/>
                  </a:lnTo>
                  <a:lnTo>
                    <a:pt x="237640" y="6095016"/>
                  </a:lnTo>
                  <a:lnTo>
                    <a:pt x="237734" y="6095016"/>
                  </a:lnTo>
                  <a:lnTo>
                    <a:pt x="237828" y="6095016"/>
                  </a:lnTo>
                  <a:lnTo>
                    <a:pt x="237922" y="6095016"/>
                  </a:lnTo>
                  <a:lnTo>
                    <a:pt x="238016" y="6095016"/>
                  </a:lnTo>
                  <a:lnTo>
                    <a:pt x="238110" y="6095016"/>
                  </a:lnTo>
                  <a:lnTo>
                    <a:pt x="238205" y="6095016"/>
                  </a:lnTo>
                  <a:lnTo>
                    <a:pt x="238299" y="6095016"/>
                  </a:lnTo>
                  <a:lnTo>
                    <a:pt x="238487" y="6095016"/>
                  </a:lnTo>
                  <a:lnTo>
                    <a:pt x="238581" y="6095016"/>
                  </a:lnTo>
                  <a:lnTo>
                    <a:pt x="238675" y="6095016"/>
                  </a:lnTo>
                  <a:lnTo>
                    <a:pt x="238675" y="6090104"/>
                  </a:lnTo>
                  <a:lnTo>
                    <a:pt x="238769" y="6090104"/>
                  </a:lnTo>
                  <a:lnTo>
                    <a:pt x="238864" y="6090104"/>
                  </a:lnTo>
                  <a:lnTo>
                    <a:pt x="238958" y="6090104"/>
                  </a:lnTo>
                  <a:lnTo>
                    <a:pt x="239052" y="6090104"/>
                  </a:lnTo>
                  <a:lnTo>
                    <a:pt x="239146" y="6090104"/>
                  </a:lnTo>
                  <a:lnTo>
                    <a:pt x="239240" y="6090104"/>
                  </a:lnTo>
                  <a:lnTo>
                    <a:pt x="239523" y="6090104"/>
                  </a:lnTo>
                  <a:lnTo>
                    <a:pt x="239711" y="6090104"/>
                  </a:lnTo>
                  <a:lnTo>
                    <a:pt x="239805" y="6090104"/>
                  </a:lnTo>
                  <a:lnTo>
                    <a:pt x="239899" y="6090104"/>
                  </a:lnTo>
                  <a:lnTo>
                    <a:pt x="239993" y="6090104"/>
                  </a:lnTo>
                  <a:lnTo>
                    <a:pt x="240088" y="6090104"/>
                  </a:lnTo>
                  <a:lnTo>
                    <a:pt x="240182" y="6090104"/>
                  </a:lnTo>
                  <a:lnTo>
                    <a:pt x="240276" y="6090104"/>
                  </a:lnTo>
                  <a:lnTo>
                    <a:pt x="240370" y="6090104"/>
                  </a:lnTo>
                  <a:lnTo>
                    <a:pt x="240464" y="6090104"/>
                  </a:lnTo>
                  <a:lnTo>
                    <a:pt x="240558" y="6090104"/>
                  </a:lnTo>
                  <a:lnTo>
                    <a:pt x="240935" y="6090104"/>
                  </a:lnTo>
                  <a:lnTo>
                    <a:pt x="241029" y="6090104"/>
                  </a:lnTo>
                  <a:lnTo>
                    <a:pt x="241123" y="6090104"/>
                  </a:lnTo>
                  <a:lnTo>
                    <a:pt x="241217" y="6090104"/>
                  </a:lnTo>
                  <a:lnTo>
                    <a:pt x="241312" y="6090104"/>
                  </a:lnTo>
                  <a:lnTo>
                    <a:pt x="241406" y="6090104"/>
                  </a:lnTo>
                  <a:lnTo>
                    <a:pt x="241594" y="6090104"/>
                  </a:lnTo>
                  <a:lnTo>
                    <a:pt x="241688" y="6090104"/>
                  </a:lnTo>
                  <a:lnTo>
                    <a:pt x="241782" y="6090104"/>
                  </a:lnTo>
                  <a:lnTo>
                    <a:pt x="241876" y="6090104"/>
                  </a:lnTo>
                  <a:lnTo>
                    <a:pt x="241971" y="6090104"/>
                  </a:lnTo>
                  <a:lnTo>
                    <a:pt x="242065" y="6090104"/>
                  </a:lnTo>
                  <a:lnTo>
                    <a:pt x="242253" y="6090104"/>
                  </a:lnTo>
                  <a:lnTo>
                    <a:pt x="242347" y="6090104"/>
                  </a:lnTo>
                  <a:lnTo>
                    <a:pt x="242441" y="6090104"/>
                  </a:lnTo>
                  <a:lnTo>
                    <a:pt x="242536" y="6090104"/>
                  </a:lnTo>
                  <a:lnTo>
                    <a:pt x="242630" y="6090104"/>
                  </a:lnTo>
                  <a:lnTo>
                    <a:pt x="242724" y="6090104"/>
                  </a:lnTo>
                  <a:lnTo>
                    <a:pt x="242818" y="6090104"/>
                  </a:lnTo>
                  <a:lnTo>
                    <a:pt x="242912" y="6090104"/>
                  </a:lnTo>
                  <a:lnTo>
                    <a:pt x="243006" y="6090104"/>
                  </a:lnTo>
                  <a:lnTo>
                    <a:pt x="243100" y="6090104"/>
                  </a:lnTo>
                  <a:lnTo>
                    <a:pt x="243195" y="6090104"/>
                  </a:lnTo>
                  <a:lnTo>
                    <a:pt x="243289" y="6090104"/>
                  </a:lnTo>
                  <a:lnTo>
                    <a:pt x="243383" y="6090104"/>
                  </a:lnTo>
                  <a:lnTo>
                    <a:pt x="243477" y="6090104"/>
                  </a:lnTo>
                  <a:lnTo>
                    <a:pt x="243571" y="6090104"/>
                  </a:lnTo>
                  <a:lnTo>
                    <a:pt x="243665" y="6090104"/>
                  </a:lnTo>
                  <a:lnTo>
                    <a:pt x="243854" y="6090104"/>
                  </a:lnTo>
                  <a:lnTo>
                    <a:pt x="243948" y="6090104"/>
                  </a:lnTo>
                  <a:lnTo>
                    <a:pt x="244042" y="6090104"/>
                  </a:lnTo>
                  <a:lnTo>
                    <a:pt x="244136" y="6090104"/>
                  </a:lnTo>
                  <a:lnTo>
                    <a:pt x="244230" y="6090104"/>
                  </a:lnTo>
                  <a:lnTo>
                    <a:pt x="244230" y="6085193"/>
                  </a:lnTo>
                  <a:lnTo>
                    <a:pt x="244324" y="6085193"/>
                  </a:lnTo>
                  <a:lnTo>
                    <a:pt x="244419" y="6085193"/>
                  </a:lnTo>
                  <a:lnTo>
                    <a:pt x="244513" y="6085193"/>
                  </a:lnTo>
                  <a:lnTo>
                    <a:pt x="244607" y="6085193"/>
                  </a:lnTo>
                  <a:lnTo>
                    <a:pt x="244701" y="6085193"/>
                  </a:lnTo>
                  <a:lnTo>
                    <a:pt x="244795" y="6085193"/>
                  </a:lnTo>
                  <a:lnTo>
                    <a:pt x="244889" y="6085193"/>
                  </a:lnTo>
                  <a:lnTo>
                    <a:pt x="245078" y="6085193"/>
                  </a:lnTo>
                  <a:lnTo>
                    <a:pt x="245266" y="6085193"/>
                  </a:lnTo>
                  <a:lnTo>
                    <a:pt x="245360" y="6085193"/>
                  </a:lnTo>
                  <a:lnTo>
                    <a:pt x="245454" y="6085193"/>
                  </a:lnTo>
                  <a:lnTo>
                    <a:pt x="245548" y="6085193"/>
                  </a:lnTo>
                  <a:lnTo>
                    <a:pt x="245643" y="6085193"/>
                  </a:lnTo>
                  <a:lnTo>
                    <a:pt x="245643" y="6080282"/>
                  </a:lnTo>
                  <a:lnTo>
                    <a:pt x="245737" y="6080282"/>
                  </a:lnTo>
                  <a:lnTo>
                    <a:pt x="245831" y="6080282"/>
                  </a:lnTo>
                  <a:lnTo>
                    <a:pt x="245925" y="6080282"/>
                  </a:lnTo>
                  <a:lnTo>
                    <a:pt x="246019" y="6080282"/>
                  </a:lnTo>
                  <a:lnTo>
                    <a:pt x="246113" y="6080282"/>
                  </a:lnTo>
                  <a:lnTo>
                    <a:pt x="246207" y="6080282"/>
                  </a:lnTo>
                  <a:lnTo>
                    <a:pt x="246302" y="6080282"/>
                  </a:lnTo>
                  <a:lnTo>
                    <a:pt x="246396" y="6080282"/>
                  </a:lnTo>
                  <a:lnTo>
                    <a:pt x="246490" y="6080282"/>
                  </a:lnTo>
                  <a:lnTo>
                    <a:pt x="246490" y="6075370"/>
                  </a:lnTo>
                  <a:lnTo>
                    <a:pt x="246584" y="6075370"/>
                  </a:lnTo>
                  <a:lnTo>
                    <a:pt x="246772" y="6075370"/>
                  </a:lnTo>
                  <a:lnTo>
                    <a:pt x="246867" y="6075370"/>
                  </a:lnTo>
                  <a:lnTo>
                    <a:pt x="246961" y="6075370"/>
                  </a:lnTo>
                  <a:lnTo>
                    <a:pt x="247055" y="6075370"/>
                  </a:lnTo>
                  <a:lnTo>
                    <a:pt x="247149" y="6075370"/>
                  </a:lnTo>
                  <a:lnTo>
                    <a:pt x="247243" y="6075370"/>
                  </a:lnTo>
                  <a:lnTo>
                    <a:pt x="247337" y="6075370"/>
                  </a:lnTo>
                  <a:lnTo>
                    <a:pt x="247431" y="6075370"/>
                  </a:lnTo>
                  <a:lnTo>
                    <a:pt x="247526" y="6075370"/>
                  </a:lnTo>
                  <a:lnTo>
                    <a:pt x="247620" y="6075370"/>
                  </a:lnTo>
                  <a:lnTo>
                    <a:pt x="247714" y="6075370"/>
                  </a:lnTo>
                  <a:lnTo>
                    <a:pt x="247714" y="6070459"/>
                  </a:lnTo>
                  <a:lnTo>
                    <a:pt x="247808" y="6070459"/>
                  </a:lnTo>
                  <a:lnTo>
                    <a:pt x="247902" y="6070459"/>
                  </a:lnTo>
                  <a:lnTo>
                    <a:pt x="247996" y="6070459"/>
                  </a:lnTo>
                  <a:lnTo>
                    <a:pt x="248091" y="6070459"/>
                  </a:lnTo>
                  <a:lnTo>
                    <a:pt x="248185" y="6070459"/>
                  </a:lnTo>
                  <a:lnTo>
                    <a:pt x="248467" y="6070459"/>
                  </a:lnTo>
                  <a:lnTo>
                    <a:pt x="248561" y="6070459"/>
                  </a:lnTo>
                  <a:lnTo>
                    <a:pt x="248655" y="6070459"/>
                  </a:lnTo>
                  <a:lnTo>
                    <a:pt x="248750" y="6070459"/>
                  </a:lnTo>
                  <a:lnTo>
                    <a:pt x="248844" y="6070459"/>
                  </a:lnTo>
                  <a:lnTo>
                    <a:pt x="249032" y="6070459"/>
                  </a:lnTo>
                  <a:lnTo>
                    <a:pt x="249126" y="6070459"/>
                  </a:lnTo>
                  <a:lnTo>
                    <a:pt x="249220" y="6070459"/>
                  </a:lnTo>
                  <a:lnTo>
                    <a:pt x="249409" y="6070459"/>
                  </a:lnTo>
                  <a:lnTo>
                    <a:pt x="249503" y="6070459"/>
                  </a:lnTo>
                  <a:lnTo>
                    <a:pt x="249597" y="6070459"/>
                  </a:lnTo>
                  <a:lnTo>
                    <a:pt x="249691" y="6070459"/>
                  </a:lnTo>
                  <a:lnTo>
                    <a:pt x="249785" y="6070459"/>
                  </a:lnTo>
                  <a:lnTo>
                    <a:pt x="250068" y="6070459"/>
                  </a:lnTo>
                  <a:lnTo>
                    <a:pt x="250162" y="6070459"/>
                  </a:lnTo>
                  <a:lnTo>
                    <a:pt x="250256" y="6070459"/>
                  </a:lnTo>
                  <a:lnTo>
                    <a:pt x="250444" y="6070459"/>
                  </a:lnTo>
                  <a:lnTo>
                    <a:pt x="250538" y="6070459"/>
                  </a:lnTo>
                  <a:lnTo>
                    <a:pt x="250633" y="6070459"/>
                  </a:lnTo>
                  <a:lnTo>
                    <a:pt x="250727" y="6070459"/>
                  </a:lnTo>
                  <a:lnTo>
                    <a:pt x="250821" y="6070459"/>
                  </a:lnTo>
                  <a:lnTo>
                    <a:pt x="250915" y="6070459"/>
                  </a:lnTo>
                  <a:lnTo>
                    <a:pt x="251009" y="6070459"/>
                  </a:lnTo>
                  <a:lnTo>
                    <a:pt x="251103" y="6070459"/>
                  </a:lnTo>
                  <a:lnTo>
                    <a:pt x="251198" y="6070459"/>
                  </a:lnTo>
                  <a:lnTo>
                    <a:pt x="251292" y="6070459"/>
                  </a:lnTo>
                  <a:lnTo>
                    <a:pt x="251386" y="6070459"/>
                  </a:lnTo>
                  <a:lnTo>
                    <a:pt x="251480" y="6070459"/>
                  </a:lnTo>
                  <a:lnTo>
                    <a:pt x="251574" y="6070459"/>
                  </a:lnTo>
                  <a:lnTo>
                    <a:pt x="251668" y="6070459"/>
                  </a:lnTo>
                  <a:lnTo>
                    <a:pt x="251762" y="6070459"/>
                  </a:lnTo>
                  <a:lnTo>
                    <a:pt x="251857" y="6070459"/>
                  </a:lnTo>
                  <a:lnTo>
                    <a:pt x="252139" y="6070459"/>
                  </a:lnTo>
                  <a:lnTo>
                    <a:pt x="252233" y="6070459"/>
                  </a:lnTo>
                  <a:lnTo>
                    <a:pt x="252327" y="6070459"/>
                  </a:lnTo>
                  <a:lnTo>
                    <a:pt x="252327" y="6065548"/>
                  </a:lnTo>
                  <a:lnTo>
                    <a:pt x="252422" y="6065548"/>
                  </a:lnTo>
                  <a:lnTo>
                    <a:pt x="252516" y="6065548"/>
                  </a:lnTo>
                  <a:lnTo>
                    <a:pt x="252610" y="6065548"/>
                  </a:lnTo>
                  <a:lnTo>
                    <a:pt x="252704" y="6065548"/>
                  </a:lnTo>
                  <a:lnTo>
                    <a:pt x="252798" y="6065548"/>
                  </a:lnTo>
                  <a:lnTo>
                    <a:pt x="252986" y="6065548"/>
                  </a:lnTo>
                  <a:lnTo>
                    <a:pt x="253081" y="6065548"/>
                  </a:lnTo>
                  <a:lnTo>
                    <a:pt x="253175" y="6065548"/>
                  </a:lnTo>
                  <a:lnTo>
                    <a:pt x="253269" y="6065548"/>
                  </a:lnTo>
                  <a:lnTo>
                    <a:pt x="253363" y="6065548"/>
                  </a:lnTo>
                  <a:lnTo>
                    <a:pt x="253457" y="6065548"/>
                  </a:lnTo>
                  <a:lnTo>
                    <a:pt x="253551" y="6065548"/>
                  </a:lnTo>
                  <a:lnTo>
                    <a:pt x="253645" y="6065548"/>
                  </a:lnTo>
                  <a:lnTo>
                    <a:pt x="253740" y="6065548"/>
                  </a:lnTo>
                  <a:lnTo>
                    <a:pt x="253928" y="6065548"/>
                  </a:lnTo>
                  <a:lnTo>
                    <a:pt x="254022" y="6065548"/>
                  </a:lnTo>
                  <a:lnTo>
                    <a:pt x="254116" y="6065548"/>
                  </a:lnTo>
                  <a:lnTo>
                    <a:pt x="254210" y="6065548"/>
                  </a:lnTo>
                  <a:lnTo>
                    <a:pt x="254305" y="6065548"/>
                  </a:lnTo>
                  <a:lnTo>
                    <a:pt x="254493" y="6065548"/>
                  </a:lnTo>
                  <a:lnTo>
                    <a:pt x="254587" y="6065548"/>
                  </a:lnTo>
                  <a:lnTo>
                    <a:pt x="254681" y="6065548"/>
                  </a:lnTo>
                  <a:lnTo>
                    <a:pt x="254775" y="6065548"/>
                  </a:lnTo>
                  <a:lnTo>
                    <a:pt x="254869" y="6065548"/>
                  </a:lnTo>
                  <a:lnTo>
                    <a:pt x="254964" y="6065548"/>
                  </a:lnTo>
                  <a:lnTo>
                    <a:pt x="255058" y="6065548"/>
                  </a:lnTo>
                  <a:lnTo>
                    <a:pt x="255152" y="6065548"/>
                  </a:lnTo>
                  <a:lnTo>
                    <a:pt x="255340" y="6065548"/>
                  </a:lnTo>
                  <a:lnTo>
                    <a:pt x="255434" y="6065548"/>
                  </a:lnTo>
                  <a:lnTo>
                    <a:pt x="255529" y="6065548"/>
                  </a:lnTo>
                  <a:lnTo>
                    <a:pt x="255623" y="6065548"/>
                  </a:lnTo>
                  <a:lnTo>
                    <a:pt x="255717" y="6065548"/>
                  </a:lnTo>
                  <a:lnTo>
                    <a:pt x="255811" y="6065548"/>
                  </a:lnTo>
                  <a:lnTo>
                    <a:pt x="255905" y="6065548"/>
                  </a:lnTo>
                  <a:lnTo>
                    <a:pt x="255999" y="6065548"/>
                  </a:lnTo>
                  <a:lnTo>
                    <a:pt x="255999" y="6060636"/>
                  </a:lnTo>
                  <a:lnTo>
                    <a:pt x="256093" y="6060636"/>
                  </a:lnTo>
                  <a:lnTo>
                    <a:pt x="256188" y="6060636"/>
                  </a:lnTo>
                  <a:lnTo>
                    <a:pt x="256376" y="6060636"/>
                  </a:lnTo>
                  <a:lnTo>
                    <a:pt x="256470" y="6060636"/>
                  </a:lnTo>
                  <a:lnTo>
                    <a:pt x="256564" y="6060636"/>
                  </a:lnTo>
                  <a:lnTo>
                    <a:pt x="256658" y="6060636"/>
                  </a:lnTo>
                  <a:lnTo>
                    <a:pt x="256753" y="6060636"/>
                  </a:lnTo>
                  <a:lnTo>
                    <a:pt x="256847" y="6060636"/>
                  </a:lnTo>
                  <a:lnTo>
                    <a:pt x="256941" y="6060636"/>
                  </a:lnTo>
                  <a:lnTo>
                    <a:pt x="257035" y="6060636"/>
                  </a:lnTo>
                  <a:lnTo>
                    <a:pt x="257129" y="6060636"/>
                  </a:lnTo>
                  <a:lnTo>
                    <a:pt x="257223" y="6060636"/>
                  </a:lnTo>
                  <a:lnTo>
                    <a:pt x="257317" y="6060636"/>
                  </a:lnTo>
                  <a:lnTo>
                    <a:pt x="257412" y="6060636"/>
                  </a:lnTo>
                  <a:lnTo>
                    <a:pt x="257506" y="6060636"/>
                  </a:lnTo>
                  <a:lnTo>
                    <a:pt x="257600" y="6060636"/>
                  </a:lnTo>
                  <a:lnTo>
                    <a:pt x="257788" y="6060636"/>
                  </a:lnTo>
                  <a:lnTo>
                    <a:pt x="257882" y="6060636"/>
                  </a:lnTo>
                  <a:lnTo>
                    <a:pt x="258071" y="6060636"/>
                  </a:lnTo>
                  <a:lnTo>
                    <a:pt x="258165" y="6060636"/>
                  </a:lnTo>
                  <a:lnTo>
                    <a:pt x="258259" y="6060636"/>
                  </a:lnTo>
                  <a:lnTo>
                    <a:pt x="258447" y="6060636"/>
                  </a:lnTo>
                  <a:lnTo>
                    <a:pt x="258541" y="6060636"/>
                  </a:lnTo>
                  <a:lnTo>
                    <a:pt x="258636" y="6060636"/>
                  </a:lnTo>
                  <a:lnTo>
                    <a:pt x="258730" y="6060636"/>
                  </a:lnTo>
                  <a:lnTo>
                    <a:pt x="259012" y="6060636"/>
                  </a:lnTo>
                  <a:lnTo>
                    <a:pt x="259200" y="6060636"/>
                  </a:lnTo>
                  <a:lnTo>
                    <a:pt x="259389" y="6060636"/>
                  </a:lnTo>
                  <a:lnTo>
                    <a:pt x="259483" y="6060636"/>
                  </a:lnTo>
                  <a:lnTo>
                    <a:pt x="259577" y="6060636"/>
                  </a:lnTo>
                  <a:lnTo>
                    <a:pt x="259671" y="6060636"/>
                  </a:lnTo>
                  <a:lnTo>
                    <a:pt x="259765" y="6060636"/>
                  </a:lnTo>
                  <a:lnTo>
                    <a:pt x="259860" y="6060636"/>
                  </a:lnTo>
                  <a:lnTo>
                    <a:pt x="259954" y="6060636"/>
                  </a:lnTo>
                  <a:lnTo>
                    <a:pt x="260048" y="6060636"/>
                  </a:lnTo>
                  <a:lnTo>
                    <a:pt x="260142" y="6060636"/>
                  </a:lnTo>
                  <a:lnTo>
                    <a:pt x="260236" y="6060636"/>
                  </a:lnTo>
                  <a:lnTo>
                    <a:pt x="260330" y="6060636"/>
                  </a:lnTo>
                  <a:lnTo>
                    <a:pt x="260424" y="6060636"/>
                  </a:lnTo>
                  <a:lnTo>
                    <a:pt x="260519" y="6060636"/>
                  </a:lnTo>
                  <a:lnTo>
                    <a:pt x="260613" y="6060636"/>
                  </a:lnTo>
                  <a:lnTo>
                    <a:pt x="260707" y="6060636"/>
                  </a:lnTo>
                  <a:lnTo>
                    <a:pt x="260801" y="6060636"/>
                  </a:lnTo>
                  <a:lnTo>
                    <a:pt x="260895" y="6060636"/>
                  </a:lnTo>
                  <a:lnTo>
                    <a:pt x="260989" y="6060636"/>
                  </a:lnTo>
                  <a:lnTo>
                    <a:pt x="261084" y="6060636"/>
                  </a:lnTo>
                  <a:lnTo>
                    <a:pt x="261178" y="6060636"/>
                  </a:lnTo>
                  <a:lnTo>
                    <a:pt x="261272" y="6060636"/>
                  </a:lnTo>
                  <a:lnTo>
                    <a:pt x="261366" y="6060636"/>
                  </a:lnTo>
                  <a:lnTo>
                    <a:pt x="261460" y="6060636"/>
                  </a:lnTo>
                  <a:lnTo>
                    <a:pt x="261554" y="6060636"/>
                  </a:lnTo>
                  <a:lnTo>
                    <a:pt x="261648" y="6060636"/>
                  </a:lnTo>
                  <a:lnTo>
                    <a:pt x="261743" y="6060636"/>
                  </a:lnTo>
                  <a:lnTo>
                    <a:pt x="261837" y="6060636"/>
                  </a:lnTo>
                  <a:lnTo>
                    <a:pt x="261931" y="6060636"/>
                  </a:lnTo>
                  <a:lnTo>
                    <a:pt x="262025" y="6060636"/>
                  </a:lnTo>
                  <a:lnTo>
                    <a:pt x="262119" y="6060636"/>
                  </a:lnTo>
                  <a:lnTo>
                    <a:pt x="262213" y="6060636"/>
                  </a:lnTo>
                  <a:lnTo>
                    <a:pt x="262307" y="6060636"/>
                  </a:lnTo>
                  <a:lnTo>
                    <a:pt x="262496" y="6060636"/>
                  </a:lnTo>
                  <a:lnTo>
                    <a:pt x="262590" y="6060636"/>
                  </a:lnTo>
                  <a:lnTo>
                    <a:pt x="262684" y="6060636"/>
                  </a:lnTo>
                  <a:lnTo>
                    <a:pt x="262778" y="6060636"/>
                  </a:lnTo>
                  <a:lnTo>
                    <a:pt x="262872" y="6060636"/>
                  </a:lnTo>
                  <a:lnTo>
                    <a:pt x="262967" y="6060636"/>
                  </a:lnTo>
                  <a:lnTo>
                    <a:pt x="263155" y="6060636"/>
                  </a:lnTo>
                  <a:lnTo>
                    <a:pt x="263155" y="6055725"/>
                  </a:lnTo>
                  <a:lnTo>
                    <a:pt x="263437" y="6055725"/>
                  </a:lnTo>
                  <a:lnTo>
                    <a:pt x="263626" y="6055725"/>
                  </a:lnTo>
                  <a:lnTo>
                    <a:pt x="263720" y="6055725"/>
                  </a:lnTo>
                  <a:lnTo>
                    <a:pt x="263814" y="6055725"/>
                  </a:lnTo>
                  <a:lnTo>
                    <a:pt x="263908" y="6055725"/>
                  </a:lnTo>
                  <a:lnTo>
                    <a:pt x="264002" y="6055725"/>
                  </a:lnTo>
                  <a:lnTo>
                    <a:pt x="264191" y="6055725"/>
                  </a:lnTo>
                  <a:lnTo>
                    <a:pt x="264285" y="6055725"/>
                  </a:lnTo>
                  <a:lnTo>
                    <a:pt x="264379" y="6055725"/>
                  </a:lnTo>
                  <a:lnTo>
                    <a:pt x="264567" y="6055725"/>
                  </a:lnTo>
                  <a:lnTo>
                    <a:pt x="264755" y="6055725"/>
                  </a:lnTo>
                  <a:lnTo>
                    <a:pt x="264850" y="6055725"/>
                  </a:lnTo>
                  <a:lnTo>
                    <a:pt x="265038" y="6055725"/>
                  </a:lnTo>
                  <a:lnTo>
                    <a:pt x="265132" y="6055725"/>
                  </a:lnTo>
                  <a:lnTo>
                    <a:pt x="265226" y="6055725"/>
                  </a:lnTo>
                  <a:lnTo>
                    <a:pt x="265415" y="6055725"/>
                  </a:lnTo>
                  <a:lnTo>
                    <a:pt x="265509" y="6055725"/>
                  </a:lnTo>
                  <a:lnTo>
                    <a:pt x="265603" y="6055725"/>
                  </a:lnTo>
                  <a:lnTo>
                    <a:pt x="265697" y="6055725"/>
                  </a:lnTo>
                  <a:lnTo>
                    <a:pt x="265791" y="6055725"/>
                  </a:lnTo>
                  <a:lnTo>
                    <a:pt x="265979" y="6055725"/>
                  </a:lnTo>
                  <a:lnTo>
                    <a:pt x="266074" y="6055725"/>
                  </a:lnTo>
                  <a:lnTo>
                    <a:pt x="266168" y="6055725"/>
                  </a:lnTo>
                  <a:lnTo>
                    <a:pt x="266262" y="6055725"/>
                  </a:lnTo>
                  <a:lnTo>
                    <a:pt x="266356" y="6055725"/>
                  </a:lnTo>
                  <a:lnTo>
                    <a:pt x="266450" y="6055725"/>
                  </a:lnTo>
                  <a:lnTo>
                    <a:pt x="266544" y="6055725"/>
                  </a:lnTo>
                  <a:lnTo>
                    <a:pt x="266638" y="6055725"/>
                  </a:lnTo>
                  <a:lnTo>
                    <a:pt x="266733" y="6055725"/>
                  </a:lnTo>
                  <a:lnTo>
                    <a:pt x="266827" y="6055725"/>
                  </a:lnTo>
                  <a:lnTo>
                    <a:pt x="266921" y="6055725"/>
                  </a:lnTo>
                  <a:lnTo>
                    <a:pt x="267015" y="6055725"/>
                  </a:lnTo>
                  <a:lnTo>
                    <a:pt x="267109" y="6055725"/>
                  </a:lnTo>
                  <a:lnTo>
                    <a:pt x="267203" y="6055725"/>
                  </a:lnTo>
                  <a:lnTo>
                    <a:pt x="267298" y="6055725"/>
                  </a:lnTo>
                  <a:lnTo>
                    <a:pt x="267392" y="6055725"/>
                  </a:lnTo>
                  <a:lnTo>
                    <a:pt x="267486" y="6055725"/>
                  </a:lnTo>
                  <a:lnTo>
                    <a:pt x="267580" y="6055725"/>
                  </a:lnTo>
                  <a:lnTo>
                    <a:pt x="267674" y="6055725"/>
                  </a:lnTo>
                  <a:lnTo>
                    <a:pt x="267768" y="6055725"/>
                  </a:lnTo>
                  <a:lnTo>
                    <a:pt x="267862" y="6055725"/>
                  </a:lnTo>
                  <a:lnTo>
                    <a:pt x="267957" y="6050813"/>
                  </a:lnTo>
                  <a:lnTo>
                    <a:pt x="268239" y="6050813"/>
                  </a:lnTo>
                  <a:lnTo>
                    <a:pt x="268333" y="6050813"/>
                  </a:lnTo>
                  <a:lnTo>
                    <a:pt x="268333" y="6045902"/>
                  </a:lnTo>
                  <a:lnTo>
                    <a:pt x="268427" y="6045902"/>
                  </a:lnTo>
                  <a:lnTo>
                    <a:pt x="268616" y="6045902"/>
                  </a:lnTo>
                  <a:lnTo>
                    <a:pt x="268710" y="6045902"/>
                  </a:lnTo>
                  <a:lnTo>
                    <a:pt x="268804" y="6045902"/>
                  </a:lnTo>
                  <a:lnTo>
                    <a:pt x="268898" y="6045902"/>
                  </a:lnTo>
                  <a:lnTo>
                    <a:pt x="269086" y="6045902"/>
                  </a:lnTo>
                  <a:lnTo>
                    <a:pt x="269181" y="6045902"/>
                  </a:lnTo>
                  <a:lnTo>
                    <a:pt x="269275" y="6045902"/>
                  </a:lnTo>
                  <a:lnTo>
                    <a:pt x="269369" y="6045902"/>
                  </a:lnTo>
                  <a:lnTo>
                    <a:pt x="269557" y="6045902"/>
                  </a:lnTo>
                  <a:lnTo>
                    <a:pt x="269651" y="6045902"/>
                  </a:lnTo>
                  <a:lnTo>
                    <a:pt x="269840" y="6045902"/>
                  </a:lnTo>
                  <a:lnTo>
                    <a:pt x="269934" y="6045902"/>
                  </a:lnTo>
                  <a:lnTo>
                    <a:pt x="270122" y="6045902"/>
                  </a:lnTo>
                  <a:lnTo>
                    <a:pt x="270216" y="6045902"/>
                  </a:lnTo>
                  <a:lnTo>
                    <a:pt x="270310" y="6045902"/>
                  </a:lnTo>
                  <a:lnTo>
                    <a:pt x="270405" y="6045902"/>
                  </a:lnTo>
                  <a:lnTo>
                    <a:pt x="270499" y="6045902"/>
                  </a:lnTo>
                  <a:lnTo>
                    <a:pt x="270593" y="6045902"/>
                  </a:lnTo>
                  <a:lnTo>
                    <a:pt x="271158" y="6045902"/>
                  </a:lnTo>
                  <a:lnTo>
                    <a:pt x="271346" y="6040991"/>
                  </a:lnTo>
                  <a:lnTo>
                    <a:pt x="271440" y="6040991"/>
                  </a:lnTo>
                  <a:lnTo>
                    <a:pt x="271534" y="6040991"/>
                  </a:lnTo>
                  <a:lnTo>
                    <a:pt x="271629" y="6040991"/>
                  </a:lnTo>
                  <a:lnTo>
                    <a:pt x="271723" y="6040991"/>
                  </a:lnTo>
                  <a:lnTo>
                    <a:pt x="271817" y="6040991"/>
                  </a:lnTo>
                  <a:lnTo>
                    <a:pt x="271911" y="6040991"/>
                  </a:lnTo>
                  <a:lnTo>
                    <a:pt x="272005" y="6040991"/>
                  </a:lnTo>
                  <a:lnTo>
                    <a:pt x="272099" y="6040991"/>
                  </a:lnTo>
                  <a:lnTo>
                    <a:pt x="272193" y="6040991"/>
                  </a:lnTo>
                  <a:lnTo>
                    <a:pt x="272288" y="6040991"/>
                  </a:lnTo>
                  <a:lnTo>
                    <a:pt x="272382" y="6040991"/>
                  </a:lnTo>
                  <a:lnTo>
                    <a:pt x="272476" y="6040991"/>
                  </a:lnTo>
                  <a:lnTo>
                    <a:pt x="272570" y="6040991"/>
                  </a:lnTo>
                  <a:lnTo>
                    <a:pt x="272664" y="6040991"/>
                  </a:lnTo>
                  <a:lnTo>
                    <a:pt x="272758" y="6040991"/>
                  </a:lnTo>
                  <a:lnTo>
                    <a:pt x="272853" y="6040991"/>
                  </a:lnTo>
                  <a:lnTo>
                    <a:pt x="272947" y="6040991"/>
                  </a:lnTo>
                  <a:lnTo>
                    <a:pt x="273041" y="6040991"/>
                  </a:lnTo>
                  <a:lnTo>
                    <a:pt x="273135" y="6040991"/>
                  </a:lnTo>
                  <a:lnTo>
                    <a:pt x="273229" y="6040991"/>
                  </a:lnTo>
                  <a:lnTo>
                    <a:pt x="273323" y="6040991"/>
                  </a:lnTo>
                  <a:lnTo>
                    <a:pt x="273512" y="6040991"/>
                  </a:lnTo>
                  <a:lnTo>
                    <a:pt x="273606" y="6040991"/>
                  </a:lnTo>
                  <a:lnTo>
                    <a:pt x="273700" y="6040991"/>
                  </a:lnTo>
                  <a:lnTo>
                    <a:pt x="273888" y="6040991"/>
                  </a:lnTo>
                  <a:lnTo>
                    <a:pt x="273982" y="6040991"/>
                  </a:lnTo>
                  <a:lnTo>
                    <a:pt x="274077" y="6040991"/>
                  </a:lnTo>
                  <a:lnTo>
                    <a:pt x="274171" y="6040991"/>
                  </a:lnTo>
                  <a:lnTo>
                    <a:pt x="274265" y="6040991"/>
                  </a:lnTo>
                  <a:lnTo>
                    <a:pt x="274453" y="6040991"/>
                  </a:lnTo>
                  <a:lnTo>
                    <a:pt x="274641" y="6040991"/>
                  </a:lnTo>
                  <a:lnTo>
                    <a:pt x="274736" y="6040991"/>
                  </a:lnTo>
                  <a:lnTo>
                    <a:pt x="274830" y="6040991"/>
                  </a:lnTo>
                  <a:lnTo>
                    <a:pt x="274924" y="6040991"/>
                  </a:lnTo>
                  <a:lnTo>
                    <a:pt x="275112" y="6040991"/>
                  </a:lnTo>
                  <a:lnTo>
                    <a:pt x="275206" y="6040991"/>
                  </a:lnTo>
                  <a:lnTo>
                    <a:pt x="275301" y="6040991"/>
                  </a:lnTo>
                  <a:lnTo>
                    <a:pt x="275489" y="6040991"/>
                  </a:lnTo>
                  <a:lnTo>
                    <a:pt x="275583" y="6040991"/>
                  </a:lnTo>
                  <a:lnTo>
                    <a:pt x="275677" y="6040991"/>
                  </a:lnTo>
                  <a:lnTo>
                    <a:pt x="275771" y="6040991"/>
                  </a:lnTo>
                  <a:lnTo>
                    <a:pt x="275865" y="6040991"/>
                  </a:lnTo>
                  <a:lnTo>
                    <a:pt x="275960" y="6040991"/>
                  </a:lnTo>
                  <a:lnTo>
                    <a:pt x="276148" y="6040991"/>
                  </a:lnTo>
                  <a:lnTo>
                    <a:pt x="276242" y="6040991"/>
                  </a:lnTo>
                  <a:lnTo>
                    <a:pt x="276336" y="6040991"/>
                  </a:lnTo>
                  <a:lnTo>
                    <a:pt x="276430" y="6040991"/>
                  </a:lnTo>
                  <a:lnTo>
                    <a:pt x="276524" y="6040991"/>
                  </a:lnTo>
                  <a:lnTo>
                    <a:pt x="276619" y="6040991"/>
                  </a:lnTo>
                  <a:lnTo>
                    <a:pt x="276713" y="6040991"/>
                  </a:lnTo>
                  <a:lnTo>
                    <a:pt x="276901" y="6040991"/>
                  </a:lnTo>
                  <a:lnTo>
                    <a:pt x="276995" y="6040991"/>
                  </a:lnTo>
                  <a:lnTo>
                    <a:pt x="277184" y="6040991"/>
                  </a:lnTo>
                  <a:lnTo>
                    <a:pt x="277278" y="6040991"/>
                  </a:lnTo>
                  <a:lnTo>
                    <a:pt x="277372" y="6040991"/>
                  </a:lnTo>
                  <a:lnTo>
                    <a:pt x="277466" y="6040991"/>
                  </a:lnTo>
                  <a:lnTo>
                    <a:pt x="277654" y="6040991"/>
                  </a:lnTo>
                  <a:lnTo>
                    <a:pt x="277843" y="6040991"/>
                  </a:lnTo>
                  <a:lnTo>
                    <a:pt x="278031" y="6040991"/>
                  </a:lnTo>
                  <a:lnTo>
                    <a:pt x="278125" y="6040991"/>
                  </a:lnTo>
                  <a:lnTo>
                    <a:pt x="278219" y="6040991"/>
                  </a:lnTo>
                  <a:lnTo>
                    <a:pt x="278313" y="6040991"/>
                  </a:lnTo>
                  <a:lnTo>
                    <a:pt x="278408" y="6040991"/>
                  </a:lnTo>
                  <a:lnTo>
                    <a:pt x="278502" y="6040991"/>
                  </a:lnTo>
                  <a:lnTo>
                    <a:pt x="278596" y="6040991"/>
                  </a:lnTo>
                  <a:lnTo>
                    <a:pt x="278690" y="6040991"/>
                  </a:lnTo>
                  <a:lnTo>
                    <a:pt x="278784" y="6040991"/>
                  </a:lnTo>
                  <a:lnTo>
                    <a:pt x="278878" y="6040991"/>
                  </a:lnTo>
                  <a:lnTo>
                    <a:pt x="278972" y="6040991"/>
                  </a:lnTo>
                  <a:lnTo>
                    <a:pt x="279067" y="6040991"/>
                  </a:lnTo>
                  <a:lnTo>
                    <a:pt x="279161" y="6040991"/>
                  </a:lnTo>
                  <a:lnTo>
                    <a:pt x="279349" y="6040991"/>
                  </a:lnTo>
                  <a:lnTo>
                    <a:pt x="279443" y="6040991"/>
                  </a:lnTo>
                  <a:lnTo>
                    <a:pt x="279537" y="6040991"/>
                  </a:lnTo>
                  <a:lnTo>
                    <a:pt x="279632" y="6040991"/>
                  </a:lnTo>
                  <a:lnTo>
                    <a:pt x="279726" y="6040991"/>
                  </a:lnTo>
                  <a:lnTo>
                    <a:pt x="279820" y="6040991"/>
                  </a:lnTo>
                  <a:lnTo>
                    <a:pt x="279914" y="6040991"/>
                  </a:lnTo>
                  <a:lnTo>
                    <a:pt x="280008" y="6040991"/>
                  </a:lnTo>
                  <a:lnTo>
                    <a:pt x="280102" y="6040991"/>
                  </a:lnTo>
                  <a:lnTo>
                    <a:pt x="280196" y="6040991"/>
                  </a:lnTo>
                  <a:lnTo>
                    <a:pt x="280291" y="6040991"/>
                  </a:lnTo>
                  <a:lnTo>
                    <a:pt x="280385" y="6040991"/>
                  </a:lnTo>
                  <a:lnTo>
                    <a:pt x="280479" y="6040991"/>
                  </a:lnTo>
                  <a:lnTo>
                    <a:pt x="280573" y="6040991"/>
                  </a:lnTo>
                  <a:lnTo>
                    <a:pt x="280667" y="6040991"/>
                  </a:lnTo>
                  <a:lnTo>
                    <a:pt x="280761" y="6040991"/>
                  </a:lnTo>
                  <a:lnTo>
                    <a:pt x="280855" y="6040991"/>
                  </a:lnTo>
                  <a:lnTo>
                    <a:pt x="280950" y="6040991"/>
                  </a:lnTo>
                  <a:lnTo>
                    <a:pt x="281044" y="6040991"/>
                  </a:lnTo>
                  <a:lnTo>
                    <a:pt x="281138" y="6040991"/>
                  </a:lnTo>
                  <a:lnTo>
                    <a:pt x="281232" y="6040991"/>
                  </a:lnTo>
                  <a:lnTo>
                    <a:pt x="281326" y="6040991"/>
                  </a:lnTo>
                  <a:lnTo>
                    <a:pt x="281420" y="6040991"/>
                  </a:lnTo>
                  <a:lnTo>
                    <a:pt x="281515" y="6040991"/>
                  </a:lnTo>
                  <a:lnTo>
                    <a:pt x="281609" y="6040991"/>
                  </a:lnTo>
                  <a:lnTo>
                    <a:pt x="281703" y="6040991"/>
                  </a:lnTo>
                  <a:lnTo>
                    <a:pt x="281797" y="6040991"/>
                  </a:lnTo>
                  <a:lnTo>
                    <a:pt x="281985" y="6040991"/>
                  </a:lnTo>
                  <a:lnTo>
                    <a:pt x="282079" y="6040991"/>
                  </a:lnTo>
                  <a:lnTo>
                    <a:pt x="282174" y="6040991"/>
                  </a:lnTo>
                  <a:lnTo>
                    <a:pt x="282362" y="6040991"/>
                  </a:lnTo>
                  <a:lnTo>
                    <a:pt x="282456" y="6040991"/>
                  </a:lnTo>
                  <a:lnTo>
                    <a:pt x="282739" y="6040991"/>
                  </a:lnTo>
                  <a:lnTo>
                    <a:pt x="282833" y="6040991"/>
                  </a:lnTo>
                  <a:lnTo>
                    <a:pt x="282927" y="6040991"/>
                  </a:lnTo>
                  <a:lnTo>
                    <a:pt x="283115" y="6040991"/>
                  </a:lnTo>
                  <a:lnTo>
                    <a:pt x="283209" y="6040991"/>
                  </a:lnTo>
                  <a:lnTo>
                    <a:pt x="283303" y="6040991"/>
                  </a:lnTo>
                  <a:lnTo>
                    <a:pt x="283398" y="6040991"/>
                  </a:lnTo>
                  <a:lnTo>
                    <a:pt x="283586" y="6040991"/>
                  </a:lnTo>
                  <a:lnTo>
                    <a:pt x="283680" y="6040991"/>
                  </a:lnTo>
                  <a:lnTo>
                    <a:pt x="283774" y="6040991"/>
                  </a:lnTo>
                  <a:lnTo>
                    <a:pt x="283868" y="6040991"/>
                  </a:lnTo>
                  <a:lnTo>
                    <a:pt x="283963" y="6040991"/>
                  </a:lnTo>
                  <a:lnTo>
                    <a:pt x="284057" y="6040991"/>
                  </a:lnTo>
                  <a:lnTo>
                    <a:pt x="284151" y="6040991"/>
                  </a:lnTo>
                  <a:lnTo>
                    <a:pt x="284245" y="6040991"/>
                  </a:lnTo>
                  <a:lnTo>
                    <a:pt x="284339" y="6040991"/>
                  </a:lnTo>
                  <a:lnTo>
                    <a:pt x="284433" y="6040991"/>
                  </a:lnTo>
                  <a:lnTo>
                    <a:pt x="284433" y="6036079"/>
                  </a:lnTo>
                  <a:lnTo>
                    <a:pt x="284527" y="6036079"/>
                  </a:lnTo>
                  <a:lnTo>
                    <a:pt x="284622" y="6036079"/>
                  </a:lnTo>
                  <a:lnTo>
                    <a:pt x="284716" y="6036079"/>
                  </a:lnTo>
                  <a:lnTo>
                    <a:pt x="284810" y="6036079"/>
                  </a:lnTo>
                  <a:lnTo>
                    <a:pt x="284904" y="6036079"/>
                  </a:lnTo>
                  <a:lnTo>
                    <a:pt x="284998" y="6036079"/>
                  </a:lnTo>
                  <a:lnTo>
                    <a:pt x="285092" y="6036079"/>
                  </a:lnTo>
                  <a:lnTo>
                    <a:pt x="285186" y="6036079"/>
                  </a:lnTo>
                  <a:lnTo>
                    <a:pt x="285375" y="6036079"/>
                  </a:lnTo>
                  <a:lnTo>
                    <a:pt x="285469" y="6036079"/>
                  </a:lnTo>
                  <a:lnTo>
                    <a:pt x="285563" y="6036079"/>
                  </a:lnTo>
                  <a:lnTo>
                    <a:pt x="285751" y="6036079"/>
                  </a:lnTo>
                  <a:lnTo>
                    <a:pt x="285846" y="6036079"/>
                  </a:lnTo>
                  <a:lnTo>
                    <a:pt x="285940" y="6036079"/>
                  </a:lnTo>
                  <a:lnTo>
                    <a:pt x="286034" y="6036079"/>
                  </a:lnTo>
                  <a:lnTo>
                    <a:pt x="286128" y="6036079"/>
                  </a:lnTo>
                  <a:lnTo>
                    <a:pt x="286222" y="6036079"/>
                  </a:lnTo>
                  <a:lnTo>
                    <a:pt x="286410" y="6036079"/>
                  </a:lnTo>
                  <a:lnTo>
                    <a:pt x="286505" y="6036079"/>
                  </a:lnTo>
                  <a:lnTo>
                    <a:pt x="286599" y="6036079"/>
                  </a:lnTo>
                  <a:lnTo>
                    <a:pt x="286693" y="6036079"/>
                  </a:lnTo>
                  <a:lnTo>
                    <a:pt x="286881" y="6036079"/>
                  </a:lnTo>
                  <a:lnTo>
                    <a:pt x="286975" y="6036079"/>
                  </a:lnTo>
                  <a:lnTo>
                    <a:pt x="287258" y="6036079"/>
                  </a:lnTo>
                  <a:lnTo>
                    <a:pt x="287352" y="6036079"/>
                  </a:lnTo>
                  <a:lnTo>
                    <a:pt x="287446" y="6036079"/>
                  </a:lnTo>
                  <a:lnTo>
                    <a:pt x="287540" y="6036079"/>
                  </a:lnTo>
                  <a:lnTo>
                    <a:pt x="287634" y="6036079"/>
                  </a:lnTo>
                  <a:lnTo>
                    <a:pt x="287729" y="6036079"/>
                  </a:lnTo>
                  <a:lnTo>
                    <a:pt x="287823" y="6036079"/>
                  </a:lnTo>
                  <a:lnTo>
                    <a:pt x="287917" y="6036079"/>
                  </a:lnTo>
                  <a:lnTo>
                    <a:pt x="288011" y="6036079"/>
                  </a:lnTo>
                  <a:lnTo>
                    <a:pt x="288105" y="6036079"/>
                  </a:lnTo>
                  <a:lnTo>
                    <a:pt x="288199" y="6036079"/>
                  </a:lnTo>
                  <a:lnTo>
                    <a:pt x="288294" y="6036079"/>
                  </a:lnTo>
                  <a:lnTo>
                    <a:pt x="288388" y="6036079"/>
                  </a:lnTo>
                  <a:lnTo>
                    <a:pt x="288482" y="6036079"/>
                  </a:lnTo>
                  <a:lnTo>
                    <a:pt x="288576" y="6036079"/>
                  </a:lnTo>
                  <a:lnTo>
                    <a:pt x="288670" y="6036079"/>
                  </a:lnTo>
                  <a:lnTo>
                    <a:pt x="288858" y="6036079"/>
                  </a:lnTo>
                  <a:lnTo>
                    <a:pt x="288953" y="6036079"/>
                  </a:lnTo>
                  <a:lnTo>
                    <a:pt x="289047" y="6036079"/>
                  </a:lnTo>
                  <a:lnTo>
                    <a:pt x="289235" y="6036079"/>
                  </a:lnTo>
                  <a:lnTo>
                    <a:pt x="289423" y="6036079"/>
                  </a:lnTo>
                  <a:lnTo>
                    <a:pt x="289423" y="6031168"/>
                  </a:lnTo>
                  <a:lnTo>
                    <a:pt x="289517" y="6031168"/>
                  </a:lnTo>
                  <a:lnTo>
                    <a:pt x="289800" y="6031168"/>
                  </a:lnTo>
                  <a:lnTo>
                    <a:pt x="289894" y="6031168"/>
                  </a:lnTo>
                  <a:lnTo>
                    <a:pt x="289988" y="6031168"/>
                  </a:lnTo>
                  <a:lnTo>
                    <a:pt x="290082" y="6031168"/>
                  </a:lnTo>
                  <a:lnTo>
                    <a:pt x="290177" y="6031168"/>
                  </a:lnTo>
                  <a:lnTo>
                    <a:pt x="290177" y="6026257"/>
                  </a:lnTo>
                  <a:lnTo>
                    <a:pt x="290271" y="6026257"/>
                  </a:lnTo>
                  <a:lnTo>
                    <a:pt x="290365" y="6026257"/>
                  </a:lnTo>
                  <a:lnTo>
                    <a:pt x="290553" y="6026257"/>
                  </a:lnTo>
                  <a:lnTo>
                    <a:pt x="290647" y="6026257"/>
                  </a:lnTo>
                  <a:lnTo>
                    <a:pt x="290741" y="6026257"/>
                  </a:lnTo>
                  <a:lnTo>
                    <a:pt x="290836" y="6026257"/>
                  </a:lnTo>
                  <a:lnTo>
                    <a:pt x="290930" y="6026257"/>
                  </a:lnTo>
                  <a:lnTo>
                    <a:pt x="291024" y="6026257"/>
                  </a:lnTo>
                  <a:lnTo>
                    <a:pt x="291118" y="6026257"/>
                  </a:lnTo>
                  <a:lnTo>
                    <a:pt x="291212" y="6026257"/>
                  </a:lnTo>
                  <a:lnTo>
                    <a:pt x="291401" y="6026257"/>
                  </a:lnTo>
                  <a:lnTo>
                    <a:pt x="291495" y="6026257"/>
                  </a:lnTo>
                  <a:lnTo>
                    <a:pt x="291589" y="6026257"/>
                  </a:lnTo>
                  <a:lnTo>
                    <a:pt x="291683" y="6026257"/>
                  </a:lnTo>
                  <a:lnTo>
                    <a:pt x="291777" y="6026257"/>
                  </a:lnTo>
                  <a:lnTo>
                    <a:pt x="291965" y="6026257"/>
                  </a:lnTo>
                  <a:lnTo>
                    <a:pt x="292060" y="6026257"/>
                  </a:lnTo>
                  <a:lnTo>
                    <a:pt x="292154" y="6026257"/>
                  </a:lnTo>
                  <a:lnTo>
                    <a:pt x="292342" y="6026257"/>
                  </a:lnTo>
                  <a:lnTo>
                    <a:pt x="292436" y="6026257"/>
                  </a:lnTo>
                  <a:lnTo>
                    <a:pt x="292436" y="6021345"/>
                  </a:lnTo>
                  <a:lnTo>
                    <a:pt x="292625" y="6021345"/>
                  </a:lnTo>
                  <a:lnTo>
                    <a:pt x="292719" y="6021345"/>
                  </a:lnTo>
                  <a:lnTo>
                    <a:pt x="292813" y="6021345"/>
                  </a:lnTo>
                  <a:lnTo>
                    <a:pt x="292907" y="6021345"/>
                  </a:lnTo>
                  <a:lnTo>
                    <a:pt x="293001" y="6021345"/>
                  </a:lnTo>
                  <a:lnTo>
                    <a:pt x="293095" y="6021345"/>
                  </a:lnTo>
                  <a:lnTo>
                    <a:pt x="293189" y="6021345"/>
                  </a:lnTo>
                  <a:lnTo>
                    <a:pt x="293284" y="6021345"/>
                  </a:lnTo>
                  <a:lnTo>
                    <a:pt x="293378" y="6021345"/>
                  </a:lnTo>
                  <a:lnTo>
                    <a:pt x="293472" y="6021345"/>
                  </a:lnTo>
                  <a:lnTo>
                    <a:pt x="293566" y="6021345"/>
                  </a:lnTo>
                  <a:lnTo>
                    <a:pt x="293566" y="6016434"/>
                  </a:lnTo>
                  <a:lnTo>
                    <a:pt x="293754" y="6016434"/>
                  </a:lnTo>
                  <a:lnTo>
                    <a:pt x="293848" y="6016434"/>
                  </a:lnTo>
                  <a:lnTo>
                    <a:pt x="293943" y="6016434"/>
                  </a:lnTo>
                  <a:lnTo>
                    <a:pt x="294037" y="6016434"/>
                  </a:lnTo>
                  <a:lnTo>
                    <a:pt x="294131" y="6016434"/>
                  </a:lnTo>
                  <a:lnTo>
                    <a:pt x="294225" y="6016434"/>
                  </a:lnTo>
                  <a:lnTo>
                    <a:pt x="294319" y="6016434"/>
                  </a:lnTo>
                  <a:lnTo>
                    <a:pt x="294413" y="6016434"/>
                  </a:lnTo>
                  <a:lnTo>
                    <a:pt x="294508" y="6016434"/>
                  </a:lnTo>
                  <a:lnTo>
                    <a:pt x="294602" y="6016434"/>
                  </a:lnTo>
                  <a:lnTo>
                    <a:pt x="294696" y="6016434"/>
                  </a:lnTo>
                  <a:lnTo>
                    <a:pt x="294790" y="6016434"/>
                  </a:lnTo>
                  <a:lnTo>
                    <a:pt x="294978" y="6016434"/>
                  </a:lnTo>
                  <a:lnTo>
                    <a:pt x="295072" y="6016434"/>
                  </a:lnTo>
                  <a:lnTo>
                    <a:pt x="295167" y="6016434"/>
                  </a:lnTo>
                  <a:lnTo>
                    <a:pt x="295261" y="6016434"/>
                  </a:lnTo>
                  <a:lnTo>
                    <a:pt x="295355" y="6016434"/>
                  </a:lnTo>
                  <a:lnTo>
                    <a:pt x="295449" y="6016434"/>
                  </a:lnTo>
                  <a:lnTo>
                    <a:pt x="295543" y="6016434"/>
                  </a:lnTo>
                  <a:lnTo>
                    <a:pt x="295732" y="6016434"/>
                  </a:lnTo>
                  <a:lnTo>
                    <a:pt x="295826" y="6016434"/>
                  </a:lnTo>
                  <a:lnTo>
                    <a:pt x="295920" y="6016434"/>
                  </a:lnTo>
                  <a:lnTo>
                    <a:pt x="296014" y="6016434"/>
                  </a:lnTo>
                  <a:lnTo>
                    <a:pt x="296108" y="6016434"/>
                  </a:lnTo>
                  <a:lnTo>
                    <a:pt x="296296" y="6016434"/>
                  </a:lnTo>
                  <a:lnTo>
                    <a:pt x="296391" y="6016434"/>
                  </a:lnTo>
                  <a:lnTo>
                    <a:pt x="296485" y="6016434"/>
                  </a:lnTo>
                  <a:lnTo>
                    <a:pt x="296579" y="6016434"/>
                  </a:lnTo>
                  <a:lnTo>
                    <a:pt x="296673" y="6016434"/>
                  </a:lnTo>
                  <a:lnTo>
                    <a:pt x="296767" y="6016434"/>
                  </a:lnTo>
                  <a:lnTo>
                    <a:pt x="297050" y="6016434"/>
                  </a:lnTo>
                  <a:lnTo>
                    <a:pt x="297144" y="6016434"/>
                  </a:lnTo>
                  <a:lnTo>
                    <a:pt x="297238" y="6016434"/>
                  </a:lnTo>
                  <a:lnTo>
                    <a:pt x="297332" y="6016434"/>
                  </a:lnTo>
                  <a:lnTo>
                    <a:pt x="297426" y="6016434"/>
                  </a:lnTo>
                  <a:lnTo>
                    <a:pt x="297520" y="6016434"/>
                  </a:lnTo>
                  <a:lnTo>
                    <a:pt x="297615" y="6016434"/>
                  </a:lnTo>
                  <a:lnTo>
                    <a:pt x="297709" y="6016434"/>
                  </a:lnTo>
                  <a:lnTo>
                    <a:pt x="297897" y="6016434"/>
                  </a:lnTo>
                  <a:lnTo>
                    <a:pt x="297991" y="6016434"/>
                  </a:lnTo>
                  <a:lnTo>
                    <a:pt x="298085" y="6016434"/>
                  </a:lnTo>
                  <a:lnTo>
                    <a:pt x="298179" y="6016434"/>
                  </a:lnTo>
                  <a:lnTo>
                    <a:pt x="298368" y="6016434"/>
                  </a:lnTo>
                  <a:lnTo>
                    <a:pt x="298462" y="6016434"/>
                  </a:lnTo>
                  <a:lnTo>
                    <a:pt x="298556" y="6016434"/>
                  </a:lnTo>
                  <a:lnTo>
                    <a:pt x="298650" y="6016434"/>
                  </a:lnTo>
                  <a:lnTo>
                    <a:pt x="298744" y="6016434"/>
                  </a:lnTo>
                  <a:lnTo>
                    <a:pt x="298744" y="6011522"/>
                  </a:lnTo>
                  <a:lnTo>
                    <a:pt x="298933" y="6011522"/>
                  </a:lnTo>
                  <a:lnTo>
                    <a:pt x="299027" y="6011522"/>
                  </a:lnTo>
                  <a:lnTo>
                    <a:pt x="299121" y="6011522"/>
                  </a:lnTo>
                  <a:lnTo>
                    <a:pt x="299215" y="6011522"/>
                  </a:lnTo>
                  <a:lnTo>
                    <a:pt x="299309" y="6011522"/>
                  </a:lnTo>
                  <a:lnTo>
                    <a:pt x="299403" y="6011522"/>
                  </a:lnTo>
                  <a:lnTo>
                    <a:pt x="299498" y="6011522"/>
                  </a:lnTo>
                  <a:lnTo>
                    <a:pt x="300157" y="6011522"/>
                  </a:lnTo>
                  <a:lnTo>
                    <a:pt x="300251" y="6011522"/>
                  </a:lnTo>
                  <a:lnTo>
                    <a:pt x="300345" y="6011522"/>
                  </a:lnTo>
                  <a:lnTo>
                    <a:pt x="300439" y="6011522"/>
                  </a:lnTo>
                  <a:lnTo>
                    <a:pt x="300627" y="6011522"/>
                  </a:lnTo>
                  <a:lnTo>
                    <a:pt x="300722" y="6011522"/>
                  </a:lnTo>
                  <a:lnTo>
                    <a:pt x="300816" y="6011522"/>
                  </a:lnTo>
                  <a:lnTo>
                    <a:pt x="300910" y="6011522"/>
                  </a:lnTo>
                  <a:lnTo>
                    <a:pt x="301004" y="6011522"/>
                  </a:lnTo>
                  <a:lnTo>
                    <a:pt x="301098" y="6011522"/>
                  </a:lnTo>
                  <a:lnTo>
                    <a:pt x="301192" y="6011522"/>
                  </a:lnTo>
                  <a:lnTo>
                    <a:pt x="301287" y="6011522"/>
                  </a:lnTo>
                  <a:lnTo>
                    <a:pt x="301381" y="6011522"/>
                  </a:lnTo>
                  <a:lnTo>
                    <a:pt x="301475" y="6011522"/>
                  </a:lnTo>
                  <a:lnTo>
                    <a:pt x="301569" y="6011522"/>
                  </a:lnTo>
                  <a:lnTo>
                    <a:pt x="301663" y="6011522"/>
                  </a:lnTo>
                  <a:lnTo>
                    <a:pt x="301757" y="6011522"/>
                  </a:lnTo>
                  <a:lnTo>
                    <a:pt x="301851" y="6011522"/>
                  </a:lnTo>
                  <a:lnTo>
                    <a:pt x="301946" y="6011522"/>
                  </a:lnTo>
                  <a:lnTo>
                    <a:pt x="302040" y="6011522"/>
                  </a:lnTo>
                  <a:lnTo>
                    <a:pt x="302228" y="6011522"/>
                  </a:lnTo>
                  <a:lnTo>
                    <a:pt x="302322" y="6011522"/>
                  </a:lnTo>
                  <a:lnTo>
                    <a:pt x="302416" y="6011522"/>
                  </a:lnTo>
                  <a:lnTo>
                    <a:pt x="302510" y="6011522"/>
                  </a:lnTo>
                  <a:lnTo>
                    <a:pt x="302605" y="6011522"/>
                  </a:lnTo>
                  <a:lnTo>
                    <a:pt x="302699" y="6011522"/>
                  </a:lnTo>
                  <a:lnTo>
                    <a:pt x="302887" y="6011522"/>
                  </a:lnTo>
                  <a:lnTo>
                    <a:pt x="302981" y="6011522"/>
                  </a:lnTo>
                  <a:lnTo>
                    <a:pt x="303170" y="6011522"/>
                  </a:lnTo>
                  <a:lnTo>
                    <a:pt x="303264" y="6011522"/>
                  </a:lnTo>
                  <a:lnTo>
                    <a:pt x="303358" y="6011522"/>
                  </a:lnTo>
                  <a:lnTo>
                    <a:pt x="303452" y="6011522"/>
                  </a:lnTo>
                  <a:lnTo>
                    <a:pt x="303640" y="6011522"/>
                  </a:lnTo>
                  <a:lnTo>
                    <a:pt x="303734" y="6011522"/>
                  </a:lnTo>
                  <a:lnTo>
                    <a:pt x="303829" y="6011522"/>
                  </a:lnTo>
                  <a:lnTo>
                    <a:pt x="303923" y="6011522"/>
                  </a:lnTo>
                  <a:lnTo>
                    <a:pt x="304017" y="6011522"/>
                  </a:lnTo>
                  <a:lnTo>
                    <a:pt x="304111" y="6011522"/>
                  </a:lnTo>
                  <a:lnTo>
                    <a:pt x="304205" y="6011522"/>
                  </a:lnTo>
                  <a:lnTo>
                    <a:pt x="304299" y="6011522"/>
                  </a:lnTo>
                  <a:lnTo>
                    <a:pt x="304394" y="6011522"/>
                  </a:lnTo>
                  <a:lnTo>
                    <a:pt x="304488" y="6011522"/>
                  </a:lnTo>
                  <a:lnTo>
                    <a:pt x="304582" y="6011522"/>
                  </a:lnTo>
                  <a:lnTo>
                    <a:pt x="304676" y="6011522"/>
                  </a:lnTo>
                  <a:lnTo>
                    <a:pt x="304770" y="6011522"/>
                  </a:lnTo>
                  <a:lnTo>
                    <a:pt x="304864" y="6011522"/>
                  </a:lnTo>
                  <a:lnTo>
                    <a:pt x="304958" y="6011522"/>
                  </a:lnTo>
                  <a:lnTo>
                    <a:pt x="305053" y="6011522"/>
                  </a:lnTo>
                  <a:lnTo>
                    <a:pt x="305147" y="6011522"/>
                  </a:lnTo>
                  <a:lnTo>
                    <a:pt x="305241" y="6011522"/>
                  </a:lnTo>
                  <a:lnTo>
                    <a:pt x="305335" y="6011522"/>
                  </a:lnTo>
                  <a:lnTo>
                    <a:pt x="305429" y="6011522"/>
                  </a:lnTo>
                  <a:lnTo>
                    <a:pt x="305523" y="6011522"/>
                  </a:lnTo>
                  <a:lnTo>
                    <a:pt x="305618" y="6011522"/>
                  </a:lnTo>
                  <a:lnTo>
                    <a:pt x="305712" y="6011522"/>
                  </a:lnTo>
                  <a:lnTo>
                    <a:pt x="305900" y="6011522"/>
                  </a:lnTo>
                  <a:lnTo>
                    <a:pt x="305994" y="6011522"/>
                  </a:lnTo>
                  <a:lnTo>
                    <a:pt x="306088" y="6011522"/>
                  </a:lnTo>
                  <a:lnTo>
                    <a:pt x="306182" y="6011522"/>
                  </a:lnTo>
                  <a:lnTo>
                    <a:pt x="306371" y="6011522"/>
                  </a:lnTo>
                  <a:lnTo>
                    <a:pt x="306465" y="6011522"/>
                  </a:lnTo>
                  <a:lnTo>
                    <a:pt x="306653" y="6011522"/>
                  </a:lnTo>
                  <a:lnTo>
                    <a:pt x="306747" y="6011522"/>
                  </a:lnTo>
                  <a:lnTo>
                    <a:pt x="306841" y="6011522"/>
                  </a:lnTo>
                  <a:lnTo>
                    <a:pt x="307030" y="6011522"/>
                  </a:lnTo>
                  <a:lnTo>
                    <a:pt x="307218" y="6011522"/>
                  </a:lnTo>
                  <a:lnTo>
                    <a:pt x="307312" y="6011522"/>
                  </a:lnTo>
                  <a:lnTo>
                    <a:pt x="307406" y="6011522"/>
                  </a:lnTo>
                  <a:lnTo>
                    <a:pt x="307501" y="6011522"/>
                  </a:lnTo>
                  <a:lnTo>
                    <a:pt x="307595" y="6011522"/>
                  </a:lnTo>
                  <a:lnTo>
                    <a:pt x="307689" y="6011522"/>
                  </a:lnTo>
                  <a:lnTo>
                    <a:pt x="307783" y="6011522"/>
                  </a:lnTo>
                  <a:lnTo>
                    <a:pt x="307877" y="6011522"/>
                  </a:lnTo>
                  <a:lnTo>
                    <a:pt x="307971" y="6011522"/>
                  </a:lnTo>
                  <a:lnTo>
                    <a:pt x="308065" y="6011522"/>
                  </a:lnTo>
                  <a:lnTo>
                    <a:pt x="308160" y="6011522"/>
                  </a:lnTo>
                  <a:lnTo>
                    <a:pt x="308254" y="6011522"/>
                  </a:lnTo>
                  <a:lnTo>
                    <a:pt x="308348" y="6011522"/>
                  </a:lnTo>
                  <a:lnTo>
                    <a:pt x="308442" y="6011522"/>
                  </a:lnTo>
                  <a:lnTo>
                    <a:pt x="308536" y="6011522"/>
                  </a:lnTo>
                  <a:lnTo>
                    <a:pt x="308630" y="6011522"/>
                  </a:lnTo>
                  <a:lnTo>
                    <a:pt x="308725" y="6011522"/>
                  </a:lnTo>
                  <a:lnTo>
                    <a:pt x="308819" y="6011522"/>
                  </a:lnTo>
                  <a:lnTo>
                    <a:pt x="308913" y="6011522"/>
                  </a:lnTo>
                  <a:lnTo>
                    <a:pt x="309101" y="6011522"/>
                  </a:lnTo>
                  <a:lnTo>
                    <a:pt x="309195" y="6011522"/>
                  </a:lnTo>
                  <a:lnTo>
                    <a:pt x="309289" y="6011522"/>
                  </a:lnTo>
                  <a:lnTo>
                    <a:pt x="309384" y="6011522"/>
                  </a:lnTo>
                  <a:lnTo>
                    <a:pt x="309478" y="6011522"/>
                  </a:lnTo>
                  <a:lnTo>
                    <a:pt x="309572" y="6011522"/>
                  </a:lnTo>
                  <a:lnTo>
                    <a:pt x="309666" y="6011522"/>
                  </a:lnTo>
                  <a:lnTo>
                    <a:pt x="309760" y="6011522"/>
                  </a:lnTo>
                  <a:lnTo>
                    <a:pt x="310043" y="6011522"/>
                  </a:lnTo>
                  <a:lnTo>
                    <a:pt x="310137" y="6011522"/>
                  </a:lnTo>
                  <a:lnTo>
                    <a:pt x="310231" y="6011522"/>
                  </a:lnTo>
                  <a:lnTo>
                    <a:pt x="310325" y="6011522"/>
                  </a:lnTo>
                  <a:lnTo>
                    <a:pt x="310419" y="6011522"/>
                  </a:lnTo>
                  <a:lnTo>
                    <a:pt x="310702" y="6011522"/>
                  </a:lnTo>
                  <a:lnTo>
                    <a:pt x="310796" y="6011522"/>
                  </a:lnTo>
                  <a:lnTo>
                    <a:pt x="310890" y="6011522"/>
                  </a:lnTo>
                  <a:lnTo>
                    <a:pt x="310984" y="6011522"/>
                  </a:lnTo>
                  <a:lnTo>
                    <a:pt x="311078" y="6011522"/>
                  </a:lnTo>
                  <a:lnTo>
                    <a:pt x="311172" y="6011522"/>
                  </a:lnTo>
                  <a:lnTo>
                    <a:pt x="311267" y="6011522"/>
                  </a:lnTo>
                  <a:lnTo>
                    <a:pt x="311361" y="6011522"/>
                  </a:lnTo>
                  <a:lnTo>
                    <a:pt x="311455" y="6011522"/>
                  </a:lnTo>
                  <a:lnTo>
                    <a:pt x="311549" y="6011522"/>
                  </a:lnTo>
                  <a:lnTo>
                    <a:pt x="311643" y="6011522"/>
                  </a:lnTo>
                  <a:lnTo>
                    <a:pt x="311737" y="6011522"/>
                  </a:lnTo>
                  <a:lnTo>
                    <a:pt x="312020" y="6011522"/>
                  </a:lnTo>
                  <a:lnTo>
                    <a:pt x="312114" y="6011522"/>
                  </a:lnTo>
                  <a:lnTo>
                    <a:pt x="312208" y="6011522"/>
                  </a:lnTo>
                  <a:lnTo>
                    <a:pt x="312302" y="6011522"/>
                  </a:lnTo>
                  <a:lnTo>
                    <a:pt x="312396" y="6011522"/>
                  </a:lnTo>
                  <a:lnTo>
                    <a:pt x="312491" y="6011522"/>
                  </a:lnTo>
                  <a:lnTo>
                    <a:pt x="312585" y="6011522"/>
                  </a:lnTo>
                  <a:lnTo>
                    <a:pt x="312773" y="6011522"/>
                  </a:lnTo>
                  <a:lnTo>
                    <a:pt x="313056" y="6006611"/>
                  </a:lnTo>
                  <a:lnTo>
                    <a:pt x="313150" y="6006611"/>
                  </a:lnTo>
                  <a:lnTo>
                    <a:pt x="313244" y="6006611"/>
                  </a:lnTo>
                  <a:lnTo>
                    <a:pt x="313338" y="6006611"/>
                  </a:lnTo>
                  <a:lnTo>
                    <a:pt x="313526" y="6006611"/>
                  </a:lnTo>
                  <a:lnTo>
                    <a:pt x="313620" y="6006611"/>
                  </a:lnTo>
                  <a:lnTo>
                    <a:pt x="313715" y="6006611"/>
                  </a:lnTo>
                  <a:lnTo>
                    <a:pt x="313809" y="6006611"/>
                  </a:lnTo>
                  <a:lnTo>
                    <a:pt x="313903" y="6006611"/>
                  </a:lnTo>
                  <a:lnTo>
                    <a:pt x="313997" y="6006611"/>
                  </a:lnTo>
                  <a:lnTo>
                    <a:pt x="314091" y="6006611"/>
                  </a:lnTo>
                  <a:lnTo>
                    <a:pt x="314185" y="6006611"/>
                  </a:lnTo>
                  <a:lnTo>
                    <a:pt x="314280" y="6006611"/>
                  </a:lnTo>
                  <a:lnTo>
                    <a:pt x="314374" y="6006611"/>
                  </a:lnTo>
                  <a:lnTo>
                    <a:pt x="314562" y="6006611"/>
                  </a:lnTo>
                  <a:lnTo>
                    <a:pt x="314656" y="6006611"/>
                  </a:lnTo>
                  <a:lnTo>
                    <a:pt x="314750" y="6006611"/>
                  </a:lnTo>
                  <a:lnTo>
                    <a:pt x="314844" y="6006611"/>
                  </a:lnTo>
                  <a:lnTo>
                    <a:pt x="314939" y="6006611"/>
                  </a:lnTo>
                  <a:lnTo>
                    <a:pt x="315033" y="6006611"/>
                  </a:lnTo>
                  <a:lnTo>
                    <a:pt x="315127" y="6006611"/>
                  </a:lnTo>
                  <a:lnTo>
                    <a:pt x="315221" y="6006611"/>
                  </a:lnTo>
                  <a:lnTo>
                    <a:pt x="315409" y="6006611"/>
                  </a:lnTo>
                  <a:lnTo>
                    <a:pt x="315503" y="6006611"/>
                  </a:lnTo>
                  <a:lnTo>
                    <a:pt x="315598" y="6006611"/>
                  </a:lnTo>
                  <a:lnTo>
                    <a:pt x="315692" y="6006611"/>
                  </a:lnTo>
                  <a:lnTo>
                    <a:pt x="315880" y="6006611"/>
                  </a:lnTo>
                  <a:lnTo>
                    <a:pt x="316163" y="6006611"/>
                  </a:lnTo>
                  <a:lnTo>
                    <a:pt x="316257" y="6006611"/>
                  </a:lnTo>
                  <a:lnTo>
                    <a:pt x="316351" y="6006611"/>
                  </a:lnTo>
                  <a:lnTo>
                    <a:pt x="316445" y="6006611"/>
                  </a:lnTo>
                  <a:lnTo>
                    <a:pt x="316445" y="6001700"/>
                  </a:lnTo>
                  <a:lnTo>
                    <a:pt x="316539" y="6001700"/>
                  </a:lnTo>
                  <a:lnTo>
                    <a:pt x="316633" y="6001700"/>
                  </a:lnTo>
                  <a:lnTo>
                    <a:pt x="316727" y="6001700"/>
                  </a:lnTo>
                  <a:lnTo>
                    <a:pt x="316822" y="6001700"/>
                  </a:lnTo>
                  <a:lnTo>
                    <a:pt x="316916" y="6001700"/>
                  </a:lnTo>
                  <a:lnTo>
                    <a:pt x="317010" y="6001700"/>
                  </a:lnTo>
                  <a:lnTo>
                    <a:pt x="317104" y="6001700"/>
                  </a:lnTo>
                  <a:lnTo>
                    <a:pt x="317292" y="6001700"/>
                  </a:lnTo>
                  <a:lnTo>
                    <a:pt x="317481" y="6001700"/>
                  </a:lnTo>
                  <a:lnTo>
                    <a:pt x="317669" y="6001700"/>
                  </a:lnTo>
                  <a:lnTo>
                    <a:pt x="317763" y="6001700"/>
                  </a:lnTo>
                  <a:lnTo>
                    <a:pt x="317857" y="6001700"/>
                  </a:lnTo>
                  <a:lnTo>
                    <a:pt x="317951" y="6001700"/>
                  </a:lnTo>
                  <a:lnTo>
                    <a:pt x="318046" y="6001700"/>
                  </a:lnTo>
                  <a:lnTo>
                    <a:pt x="318140" y="6001700"/>
                  </a:lnTo>
                  <a:lnTo>
                    <a:pt x="318234" y="6001700"/>
                  </a:lnTo>
                  <a:lnTo>
                    <a:pt x="318328" y="6001700"/>
                  </a:lnTo>
                  <a:lnTo>
                    <a:pt x="318422" y="6001700"/>
                  </a:lnTo>
                  <a:lnTo>
                    <a:pt x="318516" y="6001700"/>
                  </a:lnTo>
                  <a:lnTo>
                    <a:pt x="318611" y="6001700"/>
                  </a:lnTo>
                  <a:lnTo>
                    <a:pt x="318705" y="6001700"/>
                  </a:lnTo>
                  <a:lnTo>
                    <a:pt x="318799" y="6001700"/>
                  </a:lnTo>
                  <a:lnTo>
                    <a:pt x="318893" y="6001700"/>
                  </a:lnTo>
                  <a:lnTo>
                    <a:pt x="318987" y="6001700"/>
                  </a:lnTo>
                  <a:lnTo>
                    <a:pt x="319081" y="6001700"/>
                  </a:lnTo>
                  <a:lnTo>
                    <a:pt x="319175" y="6001700"/>
                  </a:lnTo>
                  <a:lnTo>
                    <a:pt x="319270" y="6001700"/>
                  </a:lnTo>
                  <a:lnTo>
                    <a:pt x="319364" y="6001700"/>
                  </a:lnTo>
                  <a:lnTo>
                    <a:pt x="319458" y="6001700"/>
                  </a:lnTo>
                  <a:lnTo>
                    <a:pt x="319552" y="6001700"/>
                  </a:lnTo>
                  <a:lnTo>
                    <a:pt x="319646" y="6001700"/>
                  </a:lnTo>
                  <a:lnTo>
                    <a:pt x="319740" y="6001700"/>
                  </a:lnTo>
                  <a:lnTo>
                    <a:pt x="319834" y="6001700"/>
                  </a:lnTo>
                  <a:lnTo>
                    <a:pt x="319929" y="6001700"/>
                  </a:lnTo>
                  <a:lnTo>
                    <a:pt x="320023" y="6001700"/>
                  </a:lnTo>
                  <a:lnTo>
                    <a:pt x="320117" y="6001700"/>
                  </a:lnTo>
                  <a:lnTo>
                    <a:pt x="320211" y="6001700"/>
                  </a:lnTo>
                  <a:lnTo>
                    <a:pt x="320399" y="6001700"/>
                  </a:lnTo>
                  <a:lnTo>
                    <a:pt x="320494" y="6001700"/>
                  </a:lnTo>
                  <a:lnTo>
                    <a:pt x="320588" y="6001700"/>
                  </a:lnTo>
                  <a:lnTo>
                    <a:pt x="320682" y="6001700"/>
                  </a:lnTo>
                  <a:lnTo>
                    <a:pt x="320870" y="6001700"/>
                  </a:lnTo>
                  <a:lnTo>
                    <a:pt x="320964" y="6001700"/>
                  </a:lnTo>
                  <a:lnTo>
                    <a:pt x="321058" y="6001700"/>
                  </a:lnTo>
                  <a:lnTo>
                    <a:pt x="321153" y="6001700"/>
                  </a:lnTo>
                  <a:lnTo>
                    <a:pt x="321247" y="6001700"/>
                  </a:lnTo>
                  <a:lnTo>
                    <a:pt x="321341" y="6001700"/>
                  </a:lnTo>
                  <a:lnTo>
                    <a:pt x="321435" y="6001700"/>
                  </a:lnTo>
                  <a:lnTo>
                    <a:pt x="321529" y="6001700"/>
                  </a:lnTo>
                  <a:lnTo>
                    <a:pt x="321623" y="6001700"/>
                  </a:lnTo>
                  <a:lnTo>
                    <a:pt x="321812" y="6001700"/>
                  </a:lnTo>
                  <a:lnTo>
                    <a:pt x="322000" y="6001700"/>
                  </a:lnTo>
                  <a:lnTo>
                    <a:pt x="322094" y="6001700"/>
                  </a:lnTo>
                  <a:lnTo>
                    <a:pt x="322282" y="6001700"/>
                  </a:lnTo>
                  <a:lnTo>
                    <a:pt x="322471" y="6001700"/>
                  </a:lnTo>
                  <a:lnTo>
                    <a:pt x="322565" y="6001700"/>
                  </a:lnTo>
                  <a:lnTo>
                    <a:pt x="322659" y="6001700"/>
                  </a:lnTo>
                  <a:lnTo>
                    <a:pt x="322753" y="6001700"/>
                  </a:lnTo>
                  <a:lnTo>
                    <a:pt x="322847" y="6001700"/>
                  </a:lnTo>
                  <a:lnTo>
                    <a:pt x="322942" y="6001700"/>
                  </a:lnTo>
                  <a:lnTo>
                    <a:pt x="323036" y="6001700"/>
                  </a:lnTo>
                  <a:lnTo>
                    <a:pt x="323130" y="6001700"/>
                  </a:lnTo>
                  <a:lnTo>
                    <a:pt x="323224" y="6001700"/>
                  </a:lnTo>
                  <a:lnTo>
                    <a:pt x="323318" y="6001700"/>
                  </a:lnTo>
                  <a:lnTo>
                    <a:pt x="323412" y="6001700"/>
                  </a:lnTo>
                  <a:lnTo>
                    <a:pt x="323506" y="6001700"/>
                  </a:lnTo>
                  <a:lnTo>
                    <a:pt x="323695" y="6001700"/>
                  </a:lnTo>
                  <a:lnTo>
                    <a:pt x="323789" y="6001700"/>
                  </a:lnTo>
                  <a:lnTo>
                    <a:pt x="323883" y="6001700"/>
                  </a:lnTo>
                  <a:lnTo>
                    <a:pt x="324071" y="6001700"/>
                  </a:lnTo>
                  <a:lnTo>
                    <a:pt x="324165" y="6001700"/>
                  </a:lnTo>
                  <a:lnTo>
                    <a:pt x="324260" y="6001700"/>
                  </a:lnTo>
                  <a:lnTo>
                    <a:pt x="324636" y="6001700"/>
                  </a:lnTo>
                  <a:lnTo>
                    <a:pt x="324730" y="6001700"/>
                  </a:lnTo>
                  <a:lnTo>
                    <a:pt x="324825" y="6001700"/>
                  </a:lnTo>
                  <a:lnTo>
                    <a:pt x="324919" y="6001700"/>
                  </a:lnTo>
                  <a:lnTo>
                    <a:pt x="325013" y="6001700"/>
                  </a:lnTo>
                  <a:lnTo>
                    <a:pt x="325013" y="5996788"/>
                  </a:lnTo>
                  <a:lnTo>
                    <a:pt x="325107" y="5996788"/>
                  </a:lnTo>
                  <a:lnTo>
                    <a:pt x="325201" y="5996788"/>
                  </a:lnTo>
                  <a:lnTo>
                    <a:pt x="325295" y="5996788"/>
                  </a:lnTo>
                  <a:lnTo>
                    <a:pt x="325389" y="5996788"/>
                  </a:lnTo>
                  <a:lnTo>
                    <a:pt x="325484" y="5996788"/>
                  </a:lnTo>
                  <a:lnTo>
                    <a:pt x="325578" y="5996788"/>
                  </a:lnTo>
                  <a:lnTo>
                    <a:pt x="325672" y="5996788"/>
                  </a:lnTo>
                  <a:lnTo>
                    <a:pt x="325766" y="5996788"/>
                  </a:lnTo>
                  <a:lnTo>
                    <a:pt x="325954" y="5996788"/>
                  </a:lnTo>
                  <a:lnTo>
                    <a:pt x="326049" y="5996788"/>
                  </a:lnTo>
                  <a:lnTo>
                    <a:pt x="326143" y="5996788"/>
                  </a:lnTo>
                  <a:lnTo>
                    <a:pt x="326237" y="5996788"/>
                  </a:lnTo>
                  <a:lnTo>
                    <a:pt x="326331" y="5996788"/>
                  </a:lnTo>
                  <a:lnTo>
                    <a:pt x="326519" y="5996788"/>
                  </a:lnTo>
                  <a:lnTo>
                    <a:pt x="326613" y="5996788"/>
                  </a:lnTo>
                  <a:lnTo>
                    <a:pt x="326708" y="5996788"/>
                  </a:lnTo>
                  <a:lnTo>
                    <a:pt x="326802" y="5996788"/>
                  </a:lnTo>
                  <a:lnTo>
                    <a:pt x="326896" y="5996788"/>
                  </a:lnTo>
                  <a:lnTo>
                    <a:pt x="326990" y="5996788"/>
                  </a:lnTo>
                  <a:lnTo>
                    <a:pt x="327084" y="5996788"/>
                  </a:lnTo>
                  <a:lnTo>
                    <a:pt x="327178" y="5996788"/>
                  </a:lnTo>
                  <a:lnTo>
                    <a:pt x="327273" y="5996788"/>
                  </a:lnTo>
                  <a:lnTo>
                    <a:pt x="327367" y="5996788"/>
                  </a:lnTo>
                  <a:lnTo>
                    <a:pt x="327555" y="5996788"/>
                  </a:lnTo>
                  <a:lnTo>
                    <a:pt x="327649" y="5996788"/>
                  </a:lnTo>
                  <a:lnTo>
                    <a:pt x="327743" y="5996788"/>
                  </a:lnTo>
                  <a:lnTo>
                    <a:pt x="327837" y="5996788"/>
                  </a:lnTo>
                  <a:lnTo>
                    <a:pt x="327932" y="5996788"/>
                  </a:lnTo>
                  <a:lnTo>
                    <a:pt x="328026" y="5996788"/>
                  </a:lnTo>
                  <a:lnTo>
                    <a:pt x="328120" y="5996788"/>
                  </a:lnTo>
                  <a:lnTo>
                    <a:pt x="328214" y="5996788"/>
                  </a:lnTo>
                  <a:lnTo>
                    <a:pt x="328402" y="5996788"/>
                  </a:lnTo>
                  <a:lnTo>
                    <a:pt x="328591" y="5996788"/>
                  </a:lnTo>
                  <a:lnTo>
                    <a:pt x="328685" y="5996788"/>
                  </a:lnTo>
                  <a:lnTo>
                    <a:pt x="328779" y="5996788"/>
                  </a:lnTo>
                  <a:lnTo>
                    <a:pt x="328873" y="5996788"/>
                  </a:lnTo>
                  <a:lnTo>
                    <a:pt x="328967" y="5996788"/>
                  </a:lnTo>
                  <a:lnTo>
                    <a:pt x="329061" y="5996788"/>
                  </a:lnTo>
                  <a:lnTo>
                    <a:pt x="329156" y="5996788"/>
                  </a:lnTo>
                  <a:lnTo>
                    <a:pt x="329250" y="5996788"/>
                  </a:lnTo>
                  <a:lnTo>
                    <a:pt x="329344" y="5996788"/>
                  </a:lnTo>
                  <a:lnTo>
                    <a:pt x="329438" y="5996788"/>
                  </a:lnTo>
                  <a:lnTo>
                    <a:pt x="329532" y="5996788"/>
                  </a:lnTo>
                  <a:lnTo>
                    <a:pt x="329626" y="5996788"/>
                  </a:lnTo>
                  <a:lnTo>
                    <a:pt x="329815" y="5996788"/>
                  </a:lnTo>
                  <a:lnTo>
                    <a:pt x="329909" y="5996788"/>
                  </a:lnTo>
                  <a:lnTo>
                    <a:pt x="330097" y="5996788"/>
                  </a:lnTo>
                  <a:lnTo>
                    <a:pt x="330191" y="5996788"/>
                  </a:lnTo>
                  <a:lnTo>
                    <a:pt x="330285" y="5996788"/>
                  </a:lnTo>
                  <a:lnTo>
                    <a:pt x="330380" y="5996788"/>
                  </a:lnTo>
                  <a:lnTo>
                    <a:pt x="330474" y="5996788"/>
                  </a:lnTo>
                  <a:lnTo>
                    <a:pt x="330568" y="5996788"/>
                  </a:lnTo>
                  <a:lnTo>
                    <a:pt x="330662" y="5996788"/>
                  </a:lnTo>
                  <a:lnTo>
                    <a:pt x="330756" y="5996788"/>
                  </a:lnTo>
                  <a:lnTo>
                    <a:pt x="330944" y="5996788"/>
                  </a:lnTo>
                  <a:lnTo>
                    <a:pt x="331039" y="5996788"/>
                  </a:lnTo>
                  <a:lnTo>
                    <a:pt x="331133" y="5996788"/>
                  </a:lnTo>
                  <a:lnTo>
                    <a:pt x="331227" y="5996788"/>
                  </a:lnTo>
                  <a:lnTo>
                    <a:pt x="331321" y="5996788"/>
                  </a:lnTo>
                  <a:lnTo>
                    <a:pt x="331415" y="5996788"/>
                  </a:lnTo>
                  <a:lnTo>
                    <a:pt x="331509" y="5996788"/>
                  </a:lnTo>
                  <a:lnTo>
                    <a:pt x="331604" y="5996788"/>
                  </a:lnTo>
                  <a:lnTo>
                    <a:pt x="331698" y="5996788"/>
                  </a:lnTo>
                  <a:lnTo>
                    <a:pt x="331886" y="5996788"/>
                  </a:lnTo>
                  <a:lnTo>
                    <a:pt x="331980" y="5996788"/>
                  </a:lnTo>
                  <a:lnTo>
                    <a:pt x="332074" y="5996788"/>
                  </a:lnTo>
                  <a:lnTo>
                    <a:pt x="332168" y="5996788"/>
                  </a:lnTo>
                  <a:lnTo>
                    <a:pt x="332263" y="5996788"/>
                  </a:lnTo>
                  <a:lnTo>
                    <a:pt x="332357" y="5996788"/>
                  </a:lnTo>
                  <a:lnTo>
                    <a:pt x="332451" y="5996788"/>
                  </a:lnTo>
                  <a:lnTo>
                    <a:pt x="332545" y="5996788"/>
                  </a:lnTo>
                  <a:lnTo>
                    <a:pt x="332733" y="5996788"/>
                  </a:lnTo>
                  <a:lnTo>
                    <a:pt x="332827" y="5996788"/>
                  </a:lnTo>
                  <a:lnTo>
                    <a:pt x="332922" y="5996788"/>
                  </a:lnTo>
                  <a:lnTo>
                    <a:pt x="333016" y="5996788"/>
                  </a:lnTo>
                  <a:lnTo>
                    <a:pt x="333110" y="5996788"/>
                  </a:lnTo>
                  <a:lnTo>
                    <a:pt x="333204" y="5996788"/>
                  </a:lnTo>
                  <a:lnTo>
                    <a:pt x="333298" y="5996788"/>
                  </a:lnTo>
                  <a:lnTo>
                    <a:pt x="333487" y="5996788"/>
                  </a:lnTo>
                  <a:lnTo>
                    <a:pt x="333487" y="5991877"/>
                  </a:lnTo>
                  <a:lnTo>
                    <a:pt x="333581" y="5991877"/>
                  </a:lnTo>
                  <a:lnTo>
                    <a:pt x="333675" y="5991877"/>
                  </a:lnTo>
                  <a:lnTo>
                    <a:pt x="333769" y="5991877"/>
                  </a:lnTo>
                  <a:lnTo>
                    <a:pt x="333863" y="5986966"/>
                  </a:lnTo>
                  <a:lnTo>
                    <a:pt x="333957" y="5986966"/>
                  </a:lnTo>
                  <a:lnTo>
                    <a:pt x="334051" y="5986966"/>
                  </a:lnTo>
                  <a:lnTo>
                    <a:pt x="334146" y="5986966"/>
                  </a:lnTo>
                  <a:lnTo>
                    <a:pt x="334240" y="5986966"/>
                  </a:lnTo>
                  <a:lnTo>
                    <a:pt x="334334" y="5986966"/>
                  </a:lnTo>
                  <a:lnTo>
                    <a:pt x="334428" y="5986966"/>
                  </a:lnTo>
                  <a:lnTo>
                    <a:pt x="334522" y="5986966"/>
                  </a:lnTo>
                  <a:lnTo>
                    <a:pt x="334616" y="5986966"/>
                  </a:lnTo>
                  <a:lnTo>
                    <a:pt x="334616" y="5982054"/>
                  </a:lnTo>
                  <a:lnTo>
                    <a:pt x="334711" y="5982054"/>
                  </a:lnTo>
                  <a:lnTo>
                    <a:pt x="334993" y="5982054"/>
                  </a:lnTo>
                  <a:lnTo>
                    <a:pt x="335181" y="5982054"/>
                  </a:lnTo>
                  <a:lnTo>
                    <a:pt x="335275" y="5982054"/>
                  </a:lnTo>
                  <a:lnTo>
                    <a:pt x="335464" y="5982054"/>
                  </a:lnTo>
                  <a:lnTo>
                    <a:pt x="335558" y="5982054"/>
                  </a:lnTo>
                  <a:lnTo>
                    <a:pt x="335652" y="5982054"/>
                  </a:lnTo>
                  <a:lnTo>
                    <a:pt x="335746" y="5982054"/>
                  </a:lnTo>
                  <a:lnTo>
                    <a:pt x="335840" y="5982054"/>
                  </a:lnTo>
                  <a:lnTo>
                    <a:pt x="335935" y="5982054"/>
                  </a:lnTo>
                  <a:lnTo>
                    <a:pt x="336029" y="5982054"/>
                  </a:lnTo>
                  <a:lnTo>
                    <a:pt x="336123" y="5982054"/>
                  </a:lnTo>
                  <a:lnTo>
                    <a:pt x="336311" y="5982054"/>
                  </a:lnTo>
                  <a:lnTo>
                    <a:pt x="336405" y="5982054"/>
                  </a:lnTo>
                  <a:lnTo>
                    <a:pt x="336499" y="5982054"/>
                  </a:lnTo>
                  <a:lnTo>
                    <a:pt x="336594" y="5982054"/>
                  </a:lnTo>
                  <a:lnTo>
                    <a:pt x="336688" y="5982054"/>
                  </a:lnTo>
                  <a:lnTo>
                    <a:pt x="336876" y="5982054"/>
                  </a:lnTo>
                  <a:lnTo>
                    <a:pt x="337064" y="5982054"/>
                  </a:lnTo>
                  <a:lnTo>
                    <a:pt x="337158" y="5982054"/>
                  </a:lnTo>
                  <a:lnTo>
                    <a:pt x="337253" y="5982054"/>
                  </a:lnTo>
                  <a:lnTo>
                    <a:pt x="337347" y="5982054"/>
                  </a:lnTo>
                  <a:lnTo>
                    <a:pt x="337441" y="5982054"/>
                  </a:lnTo>
                  <a:lnTo>
                    <a:pt x="337535" y="5982054"/>
                  </a:lnTo>
                  <a:lnTo>
                    <a:pt x="337629" y="5982054"/>
                  </a:lnTo>
                  <a:lnTo>
                    <a:pt x="337723" y="5982054"/>
                  </a:lnTo>
                  <a:lnTo>
                    <a:pt x="337818" y="5982054"/>
                  </a:lnTo>
                  <a:lnTo>
                    <a:pt x="338006" y="5982054"/>
                  </a:lnTo>
                  <a:lnTo>
                    <a:pt x="338100" y="5982054"/>
                  </a:lnTo>
                  <a:lnTo>
                    <a:pt x="338194" y="5982054"/>
                  </a:lnTo>
                  <a:lnTo>
                    <a:pt x="338288" y="5982054"/>
                  </a:lnTo>
                  <a:lnTo>
                    <a:pt x="338477" y="5982054"/>
                  </a:lnTo>
                  <a:lnTo>
                    <a:pt x="338571" y="5982054"/>
                  </a:lnTo>
                  <a:lnTo>
                    <a:pt x="338665" y="5982054"/>
                  </a:lnTo>
                  <a:lnTo>
                    <a:pt x="338853" y="5982054"/>
                  </a:lnTo>
                  <a:lnTo>
                    <a:pt x="339042" y="5982054"/>
                  </a:lnTo>
                  <a:lnTo>
                    <a:pt x="339136" y="5982054"/>
                  </a:lnTo>
                  <a:lnTo>
                    <a:pt x="339324" y="5982054"/>
                  </a:lnTo>
                  <a:lnTo>
                    <a:pt x="339606" y="5982054"/>
                  </a:lnTo>
                  <a:lnTo>
                    <a:pt x="339701" y="5982054"/>
                  </a:lnTo>
                  <a:lnTo>
                    <a:pt x="339795" y="5982054"/>
                  </a:lnTo>
                  <a:lnTo>
                    <a:pt x="339889" y="5982054"/>
                  </a:lnTo>
                  <a:lnTo>
                    <a:pt x="339983" y="5982054"/>
                  </a:lnTo>
                  <a:lnTo>
                    <a:pt x="340077" y="5982054"/>
                  </a:lnTo>
                  <a:lnTo>
                    <a:pt x="340171" y="5982054"/>
                  </a:lnTo>
                  <a:lnTo>
                    <a:pt x="340266" y="5982054"/>
                  </a:lnTo>
                  <a:lnTo>
                    <a:pt x="340360" y="5982054"/>
                  </a:lnTo>
                  <a:lnTo>
                    <a:pt x="340454" y="5982054"/>
                  </a:lnTo>
                  <a:lnTo>
                    <a:pt x="340548" y="5982054"/>
                  </a:lnTo>
                  <a:lnTo>
                    <a:pt x="340642" y="5982054"/>
                  </a:lnTo>
                  <a:lnTo>
                    <a:pt x="340830" y="5982054"/>
                  </a:lnTo>
                  <a:lnTo>
                    <a:pt x="340925" y="5982054"/>
                  </a:lnTo>
                  <a:lnTo>
                    <a:pt x="341019" y="5982054"/>
                  </a:lnTo>
                  <a:lnTo>
                    <a:pt x="341113" y="5982054"/>
                  </a:lnTo>
                  <a:lnTo>
                    <a:pt x="341301" y="5982054"/>
                  </a:lnTo>
                  <a:lnTo>
                    <a:pt x="341395" y="5982054"/>
                  </a:lnTo>
                  <a:lnTo>
                    <a:pt x="341489" y="5982054"/>
                  </a:lnTo>
                  <a:lnTo>
                    <a:pt x="341584" y="5982054"/>
                  </a:lnTo>
                  <a:lnTo>
                    <a:pt x="341866" y="5982054"/>
                  </a:lnTo>
                  <a:lnTo>
                    <a:pt x="341960" y="5982054"/>
                  </a:lnTo>
                  <a:lnTo>
                    <a:pt x="342054" y="5982054"/>
                  </a:lnTo>
                  <a:lnTo>
                    <a:pt x="342149" y="5982054"/>
                  </a:lnTo>
                  <a:lnTo>
                    <a:pt x="342243" y="5982054"/>
                  </a:lnTo>
                  <a:lnTo>
                    <a:pt x="342337" y="5982054"/>
                  </a:lnTo>
                  <a:lnTo>
                    <a:pt x="342525" y="5982054"/>
                  </a:lnTo>
                  <a:lnTo>
                    <a:pt x="342713" y="5982054"/>
                  </a:lnTo>
                  <a:lnTo>
                    <a:pt x="342808" y="5982054"/>
                  </a:lnTo>
                  <a:lnTo>
                    <a:pt x="342902" y="5982054"/>
                  </a:lnTo>
                  <a:lnTo>
                    <a:pt x="343090" y="5982054"/>
                  </a:lnTo>
                  <a:lnTo>
                    <a:pt x="343184" y="5982054"/>
                  </a:lnTo>
                  <a:lnTo>
                    <a:pt x="343278" y="5982054"/>
                  </a:lnTo>
                  <a:lnTo>
                    <a:pt x="343373" y="5982054"/>
                  </a:lnTo>
                  <a:lnTo>
                    <a:pt x="343467" y="5982054"/>
                  </a:lnTo>
                  <a:lnTo>
                    <a:pt x="343561" y="5982054"/>
                  </a:lnTo>
                  <a:lnTo>
                    <a:pt x="343655" y="5982054"/>
                  </a:lnTo>
                  <a:lnTo>
                    <a:pt x="343749" y="5982054"/>
                  </a:lnTo>
                  <a:lnTo>
                    <a:pt x="343843" y="5982054"/>
                  </a:lnTo>
                  <a:lnTo>
                    <a:pt x="343937" y="5982054"/>
                  </a:lnTo>
                  <a:lnTo>
                    <a:pt x="344032" y="5982054"/>
                  </a:lnTo>
                  <a:lnTo>
                    <a:pt x="344126" y="5982054"/>
                  </a:lnTo>
                  <a:lnTo>
                    <a:pt x="344314" y="5982054"/>
                  </a:lnTo>
                  <a:lnTo>
                    <a:pt x="344502" y="5982054"/>
                  </a:lnTo>
                  <a:lnTo>
                    <a:pt x="344691" y="5982054"/>
                  </a:lnTo>
                  <a:lnTo>
                    <a:pt x="344785" y="5982054"/>
                  </a:lnTo>
                  <a:lnTo>
                    <a:pt x="344879" y="5982054"/>
                  </a:lnTo>
                  <a:lnTo>
                    <a:pt x="344973" y="5982054"/>
                  </a:lnTo>
                  <a:lnTo>
                    <a:pt x="345067" y="5982054"/>
                  </a:lnTo>
                  <a:lnTo>
                    <a:pt x="345161" y="5982054"/>
                  </a:lnTo>
                  <a:lnTo>
                    <a:pt x="345350" y="5982054"/>
                  </a:lnTo>
                  <a:lnTo>
                    <a:pt x="345444" y="5982054"/>
                  </a:lnTo>
                  <a:lnTo>
                    <a:pt x="345632" y="5982054"/>
                  </a:lnTo>
                  <a:lnTo>
                    <a:pt x="345726" y="5982054"/>
                  </a:lnTo>
                  <a:lnTo>
                    <a:pt x="345820" y="5982054"/>
                  </a:lnTo>
                  <a:lnTo>
                    <a:pt x="345915" y="5982054"/>
                  </a:lnTo>
                  <a:lnTo>
                    <a:pt x="346009" y="5982054"/>
                  </a:lnTo>
                  <a:lnTo>
                    <a:pt x="346197" y="5982054"/>
                  </a:lnTo>
                  <a:lnTo>
                    <a:pt x="346385" y="5982054"/>
                  </a:lnTo>
                  <a:lnTo>
                    <a:pt x="346480" y="5982054"/>
                  </a:lnTo>
                  <a:lnTo>
                    <a:pt x="346574" y="5982054"/>
                  </a:lnTo>
                  <a:lnTo>
                    <a:pt x="346668" y="5982054"/>
                  </a:lnTo>
                  <a:lnTo>
                    <a:pt x="346762" y="5982054"/>
                  </a:lnTo>
                  <a:lnTo>
                    <a:pt x="346856" y="5982054"/>
                  </a:lnTo>
                  <a:lnTo>
                    <a:pt x="346950" y="5982054"/>
                  </a:lnTo>
                  <a:lnTo>
                    <a:pt x="347044" y="5982054"/>
                  </a:lnTo>
                  <a:lnTo>
                    <a:pt x="347044" y="5977143"/>
                  </a:lnTo>
                  <a:lnTo>
                    <a:pt x="347139" y="5977143"/>
                  </a:lnTo>
                  <a:lnTo>
                    <a:pt x="347233" y="5977143"/>
                  </a:lnTo>
                  <a:lnTo>
                    <a:pt x="347327" y="5977143"/>
                  </a:lnTo>
                  <a:lnTo>
                    <a:pt x="347421" y="5977143"/>
                  </a:lnTo>
                  <a:lnTo>
                    <a:pt x="347515" y="5977143"/>
                  </a:lnTo>
                  <a:lnTo>
                    <a:pt x="347609" y="5977143"/>
                  </a:lnTo>
                  <a:lnTo>
                    <a:pt x="347704" y="5977143"/>
                  </a:lnTo>
                  <a:lnTo>
                    <a:pt x="347798" y="5977143"/>
                  </a:lnTo>
                  <a:lnTo>
                    <a:pt x="347892" y="5977143"/>
                  </a:lnTo>
                  <a:lnTo>
                    <a:pt x="347986" y="5977143"/>
                  </a:lnTo>
                  <a:lnTo>
                    <a:pt x="348080" y="5977143"/>
                  </a:lnTo>
                  <a:lnTo>
                    <a:pt x="348268" y="5977143"/>
                  </a:lnTo>
                  <a:lnTo>
                    <a:pt x="348363" y="5977143"/>
                  </a:lnTo>
                  <a:lnTo>
                    <a:pt x="348457" y="5977143"/>
                  </a:lnTo>
                  <a:lnTo>
                    <a:pt x="348551" y="5977143"/>
                  </a:lnTo>
                  <a:lnTo>
                    <a:pt x="348645" y="5977143"/>
                  </a:lnTo>
                  <a:lnTo>
                    <a:pt x="348833" y="5977143"/>
                  </a:lnTo>
                  <a:lnTo>
                    <a:pt x="348928" y="5977143"/>
                  </a:lnTo>
                  <a:lnTo>
                    <a:pt x="349022" y="5977143"/>
                  </a:lnTo>
                  <a:lnTo>
                    <a:pt x="349116" y="5977143"/>
                  </a:lnTo>
                  <a:lnTo>
                    <a:pt x="349116" y="5972231"/>
                  </a:lnTo>
                  <a:lnTo>
                    <a:pt x="349210" y="5972231"/>
                  </a:lnTo>
                  <a:lnTo>
                    <a:pt x="349304" y="5972231"/>
                  </a:lnTo>
                  <a:lnTo>
                    <a:pt x="349398" y="5972231"/>
                  </a:lnTo>
                  <a:lnTo>
                    <a:pt x="349492" y="5972231"/>
                  </a:lnTo>
                  <a:lnTo>
                    <a:pt x="349587" y="5972231"/>
                  </a:lnTo>
                  <a:lnTo>
                    <a:pt x="349681" y="5972231"/>
                  </a:lnTo>
                  <a:lnTo>
                    <a:pt x="349775" y="5972231"/>
                  </a:lnTo>
                  <a:lnTo>
                    <a:pt x="349963" y="5972231"/>
                  </a:lnTo>
                  <a:lnTo>
                    <a:pt x="350057" y="5972231"/>
                  </a:lnTo>
                  <a:lnTo>
                    <a:pt x="350151" y="5972231"/>
                  </a:lnTo>
                  <a:lnTo>
                    <a:pt x="350246" y="5972231"/>
                  </a:lnTo>
                  <a:lnTo>
                    <a:pt x="350340" y="5972231"/>
                  </a:lnTo>
                  <a:lnTo>
                    <a:pt x="350434" y="5972231"/>
                  </a:lnTo>
                  <a:lnTo>
                    <a:pt x="350528" y="5972231"/>
                  </a:lnTo>
                  <a:lnTo>
                    <a:pt x="350622" y="5972231"/>
                  </a:lnTo>
                  <a:lnTo>
                    <a:pt x="350716" y="5972231"/>
                  </a:lnTo>
                  <a:lnTo>
                    <a:pt x="350811" y="5972231"/>
                  </a:lnTo>
                  <a:lnTo>
                    <a:pt x="350905" y="5972231"/>
                  </a:lnTo>
                  <a:lnTo>
                    <a:pt x="350999" y="5972231"/>
                  </a:lnTo>
                  <a:lnTo>
                    <a:pt x="351093" y="5972231"/>
                  </a:lnTo>
                  <a:lnTo>
                    <a:pt x="351187" y="5972231"/>
                  </a:lnTo>
                  <a:lnTo>
                    <a:pt x="351375" y="5972231"/>
                  </a:lnTo>
                  <a:lnTo>
                    <a:pt x="351470" y="5972231"/>
                  </a:lnTo>
                  <a:lnTo>
                    <a:pt x="351564" y="5972231"/>
                  </a:lnTo>
                  <a:lnTo>
                    <a:pt x="351658" y="5972231"/>
                  </a:lnTo>
                  <a:lnTo>
                    <a:pt x="351752" y="5972231"/>
                  </a:lnTo>
                  <a:lnTo>
                    <a:pt x="351846" y="5972231"/>
                  </a:lnTo>
                  <a:lnTo>
                    <a:pt x="351940" y="5972231"/>
                  </a:lnTo>
                  <a:lnTo>
                    <a:pt x="352035" y="5972231"/>
                  </a:lnTo>
                  <a:lnTo>
                    <a:pt x="352129" y="5972231"/>
                  </a:lnTo>
                  <a:lnTo>
                    <a:pt x="352223" y="5972231"/>
                  </a:lnTo>
                  <a:lnTo>
                    <a:pt x="352317" y="5972231"/>
                  </a:lnTo>
                  <a:lnTo>
                    <a:pt x="352411" y="5972231"/>
                  </a:lnTo>
                  <a:lnTo>
                    <a:pt x="352505" y="5972231"/>
                  </a:lnTo>
                  <a:lnTo>
                    <a:pt x="352599" y="5972231"/>
                  </a:lnTo>
                  <a:lnTo>
                    <a:pt x="352694" y="5972231"/>
                  </a:lnTo>
                  <a:lnTo>
                    <a:pt x="352788" y="5972231"/>
                  </a:lnTo>
                  <a:lnTo>
                    <a:pt x="352882" y="5972231"/>
                  </a:lnTo>
                  <a:lnTo>
                    <a:pt x="352976" y="5972231"/>
                  </a:lnTo>
                  <a:lnTo>
                    <a:pt x="352976" y="5967320"/>
                  </a:lnTo>
                  <a:lnTo>
                    <a:pt x="353070" y="5967320"/>
                  </a:lnTo>
                  <a:lnTo>
                    <a:pt x="353164" y="5967320"/>
                  </a:lnTo>
                  <a:lnTo>
                    <a:pt x="353259" y="5967320"/>
                  </a:lnTo>
                  <a:lnTo>
                    <a:pt x="353353" y="5967320"/>
                  </a:lnTo>
                  <a:lnTo>
                    <a:pt x="353447" y="5967320"/>
                  </a:lnTo>
                  <a:lnTo>
                    <a:pt x="353635" y="5967320"/>
                  </a:lnTo>
                  <a:lnTo>
                    <a:pt x="353729" y="5967320"/>
                  </a:lnTo>
                  <a:lnTo>
                    <a:pt x="353823" y="5967320"/>
                  </a:lnTo>
                  <a:lnTo>
                    <a:pt x="353918" y="5967320"/>
                  </a:lnTo>
                  <a:lnTo>
                    <a:pt x="354012" y="5967320"/>
                  </a:lnTo>
                  <a:lnTo>
                    <a:pt x="354106" y="5967320"/>
                  </a:lnTo>
                  <a:lnTo>
                    <a:pt x="354200" y="5967320"/>
                  </a:lnTo>
                  <a:lnTo>
                    <a:pt x="354294" y="5967320"/>
                  </a:lnTo>
                  <a:lnTo>
                    <a:pt x="354388" y="5967320"/>
                  </a:lnTo>
                  <a:lnTo>
                    <a:pt x="354482" y="5967320"/>
                  </a:lnTo>
                  <a:lnTo>
                    <a:pt x="354577" y="5967320"/>
                  </a:lnTo>
                  <a:lnTo>
                    <a:pt x="354671" y="5967320"/>
                  </a:lnTo>
                  <a:lnTo>
                    <a:pt x="354765" y="5967320"/>
                  </a:lnTo>
                  <a:lnTo>
                    <a:pt x="354859" y="5967320"/>
                  </a:lnTo>
                  <a:lnTo>
                    <a:pt x="354953" y="5967320"/>
                  </a:lnTo>
                  <a:lnTo>
                    <a:pt x="355047" y="5967320"/>
                  </a:lnTo>
                  <a:lnTo>
                    <a:pt x="355142" y="5967320"/>
                  </a:lnTo>
                  <a:lnTo>
                    <a:pt x="355236" y="5967320"/>
                  </a:lnTo>
                  <a:lnTo>
                    <a:pt x="355330" y="5967320"/>
                  </a:lnTo>
                  <a:lnTo>
                    <a:pt x="355424" y="5967320"/>
                  </a:lnTo>
                  <a:lnTo>
                    <a:pt x="355518" y="5967320"/>
                  </a:lnTo>
                  <a:lnTo>
                    <a:pt x="355612" y="5967320"/>
                  </a:lnTo>
                  <a:lnTo>
                    <a:pt x="355706" y="5967320"/>
                  </a:lnTo>
                  <a:lnTo>
                    <a:pt x="355801" y="5967320"/>
                  </a:lnTo>
                  <a:lnTo>
                    <a:pt x="355895" y="5967320"/>
                  </a:lnTo>
                  <a:lnTo>
                    <a:pt x="356177" y="5967320"/>
                  </a:lnTo>
                  <a:lnTo>
                    <a:pt x="356271" y="5967320"/>
                  </a:lnTo>
                  <a:lnTo>
                    <a:pt x="356366" y="5967320"/>
                  </a:lnTo>
                  <a:lnTo>
                    <a:pt x="356460" y="5967320"/>
                  </a:lnTo>
                  <a:lnTo>
                    <a:pt x="356554" y="5967320"/>
                  </a:lnTo>
                  <a:lnTo>
                    <a:pt x="356648" y="5967320"/>
                  </a:lnTo>
                  <a:lnTo>
                    <a:pt x="356742" y="5967320"/>
                  </a:lnTo>
                  <a:lnTo>
                    <a:pt x="357213" y="5967320"/>
                  </a:lnTo>
                  <a:lnTo>
                    <a:pt x="357307" y="5967320"/>
                  </a:lnTo>
                  <a:lnTo>
                    <a:pt x="357401" y="5967320"/>
                  </a:lnTo>
                  <a:lnTo>
                    <a:pt x="357495" y="5967320"/>
                  </a:lnTo>
                  <a:lnTo>
                    <a:pt x="357590" y="5967320"/>
                  </a:lnTo>
                  <a:lnTo>
                    <a:pt x="357684" y="5967320"/>
                  </a:lnTo>
                  <a:lnTo>
                    <a:pt x="357778" y="5967320"/>
                  </a:lnTo>
                  <a:lnTo>
                    <a:pt x="357872" y="5967320"/>
                  </a:lnTo>
                  <a:lnTo>
                    <a:pt x="357966" y="5967320"/>
                  </a:lnTo>
                  <a:lnTo>
                    <a:pt x="358060" y="5967320"/>
                  </a:lnTo>
                  <a:lnTo>
                    <a:pt x="358154" y="5967320"/>
                  </a:lnTo>
                  <a:lnTo>
                    <a:pt x="358249" y="5967320"/>
                  </a:lnTo>
                  <a:lnTo>
                    <a:pt x="358343" y="5967320"/>
                  </a:lnTo>
                  <a:lnTo>
                    <a:pt x="358437" y="5967320"/>
                  </a:lnTo>
                  <a:lnTo>
                    <a:pt x="358531" y="5967320"/>
                  </a:lnTo>
                  <a:lnTo>
                    <a:pt x="358625" y="5967320"/>
                  </a:lnTo>
                  <a:lnTo>
                    <a:pt x="358719" y="5967320"/>
                  </a:lnTo>
                  <a:lnTo>
                    <a:pt x="358813" y="5967320"/>
                  </a:lnTo>
                  <a:lnTo>
                    <a:pt x="359002" y="5967320"/>
                  </a:lnTo>
                  <a:lnTo>
                    <a:pt x="359096" y="5967320"/>
                  </a:lnTo>
                  <a:lnTo>
                    <a:pt x="359190" y="5967320"/>
                  </a:lnTo>
                  <a:lnTo>
                    <a:pt x="359284" y="5962409"/>
                  </a:lnTo>
                  <a:lnTo>
                    <a:pt x="359473" y="5962409"/>
                  </a:lnTo>
                  <a:lnTo>
                    <a:pt x="359567" y="5962409"/>
                  </a:lnTo>
                  <a:lnTo>
                    <a:pt x="359661" y="5962409"/>
                  </a:lnTo>
                  <a:lnTo>
                    <a:pt x="360132" y="5962409"/>
                  </a:lnTo>
                  <a:lnTo>
                    <a:pt x="360414" y="5962409"/>
                  </a:lnTo>
                  <a:lnTo>
                    <a:pt x="360508" y="5962409"/>
                  </a:lnTo>
                  <a:lnTo>
                    <a:pt x="360602" y="5962409"/>
                  </a:lnTo>
                  <a:lnTo>
                    <a:pt x="360697" y="5962409"/>
                  </a:lnTo>
                  <a:lnTo>
                    <a:pt x="360791" y="5962409"/>
                  </a:lnTo>
                  <a:lnTo>
                    <a:pt x="360885" y="5962409"/>
                  </a:lnTo>
                  <a:lnTo>
                    <a:pt x="361073" y="5962409"/>
                  </a:lnTo>
                  <a:lnTo>
                    <a:pt x="361167" y="5962409"/>
                  </a:lnTo>
                  <a:lnTo>
                    <a:pt x="361261" y="5962409"/>
                  </a:lnTo>
                  <a:lnTo>
                    <a:pt x="361356" y="5962409"/>
                  </a:lnTo>
                  <a:lnTo>
                    <a:pt x="361450" y="5962409"/>
                  </a:lnTo>
                  <a:lnTo>
                    <a:pt x="361544" y="5962409"/>
                  </a:lnTo>
                  <a:lnTo>
                    <a:pt x="361638" y="5962409"/>
                  </a:lnTo>
                  <a:lnTo>
                    <a:pt x="361732" y="5962409"/>
                  </a:lnTo>
                  <a:lnTo>
                    <a:pt x="361826" y="5962409"/>
                  </a:lnTo>
                  <a:lnTo>
                    <a:pt x="361921" y="5962409"/>
                  </a:lnTo>
                  <a:lnTo>
                    <a:pt x="362015" y="5957497"/>
                  </a:lnTo>
                  <a:lnTo>
                    <a:pt x="362109" y="5957497"/>
                  </a:lnTo>
                  <a:lnTo>
                    <a:pt x="362203" y="5957497"/>
                  </a:lnTo>
                  <a:lnTo>
                    <a:pt x="362297" y="5957497"/>
                  </a:lnTo>
                  <a:lnTo>
                    <a:pt x="362485" y="5957497"/>
                  </a:lnTo>
                  <a:lnTo>
                    <a:pt x="362674" y="5957497"/>
                  </a:lnTo>
                  <a:lnTo>
                    <a:pt x="362768" y="5957497"/>
                  </a:lnTo>
                  <a:lnTo>
                    <a:pt x="362862" y="5957497"/>
                  </a:lnTo>
                  <a:lnTo>
                    <a:pt x="362956" y="5957497"/>
                  </a:lnTo>
                  <a:lnTo>
                    <a:pt x="363050" y="5957497"/>
                  </a:lnTo>
                  <a:lnTo>
                    <a:pt x="363144" y="5957497"/>
                  </a:lnTo>
                  <a:lnTo>
                    <a:pt x="363427" y="5957497"/>
                  </a:lnTo>
                  <a:lnTo>
                    <a:pt x="363521" y="5957497"/>
                  </a:lnTo>
                  <a:lnTo>
                    <a:pt x="363615" y="5957497"/>
                  </a:lnTo>
                  <a:lnTo>
                    <a:pt x="363709" y="5957497"/>
                  </a:lnTo>
                  <a:lnTo>
                    <a:pt x="363804" y="5957497"/>
                  </a:lnTo>
                  <a:lnTo>
                    <a:pt x="363898" y="5957497"/>
                  </a:lnTo>
                  <a:lnTo>
                    <a:pt x="363992" y="5957497"/>
                  </a:lnTo>
                  <a:lnTo>
                    <a:pt x="364086" y="5957497"/>
                  </a:lnTo>
                  <a:lnTo>
                    <a:pt x="364180" y="5957497"/>
                  </a:lnTo>
                  <a:lnTo>
                    <a:pt x="364368" y="5957497"/>
                  </a:lnTo>
                  <a:lnTo>
                    <a:pt x="364463" y="5957497"/>
                  </a:lnTo>
                  <a:lnTo>
                    <a:pt x="364557" y="5957497"/>
                  </a:lnTo>
                  <a:lnTo>
                    <a:pt x="364651" y="5957497"/>
                  </a:lnTo>
                  <a:lnTo>
                    <a:pt x="364839" y="5957497"/>
                  </a:lnTo>
                  <a:lnTo>
                    <a:pt x="364933" y="5957497"/>
                  </a:lnTo>
                  <a:lnTo>
                    <a:pt x="365028" y="5957497"/>
                  </a:lnTo>
                  <a:lnTo>
                    <a:pt x="365122" y="5957497"/>
                  </a:lnTo>
                  <a:lnTo>
                    <a:pt x="365216" y="5957497"/>
                  </a:lnTo>
                  <a:lnTo>
                    <a:pt x="365310" y="5957497"/>
                  </a:lnTo>
                  <a:lnTo>
                    <a:pt x="365404" y="5957497"/>
                  </a:lnTo>
                  <a:lnTo>
                    <a:pt x="365498" y="5957497"/>
                  </a:lnTo>
                  <a:lnTo>
                    <a:pt x="365592" y="5957497"/>
                  </a:lnTo>
                  <a:lnTo>
                    <a:pt x="365687" y="5957497"/>
                  </a:lnTo>
                  <a:lnTo>
                    <a:pt x="365781" y="5957497"/>
                  </a:lnTo>
                  <a:lnTo>
                    <a:pt x="365875" y="5957497"/>
                  </a:lnTo>
                  <a:lnTo>
                    <a:pt x="365969" y="5957497"/>
                  </a:lnTo>
                  <a:lnTo>
                    <a:pt x="366063" y="5957497"/>
                  </a:lnTo>
                  <a:lnTo>
                    <a:pt x="366157" y="5957497"/>
                  </a:lnTo>
                  <a:lnTo>
                    <a:pt x="366440" y="5957497"/>
                  </a:lnTo>
                  <a:lnTo>
                    <a:pt x="366534" y="5957497"/>
                  </a:lnTo>
                  <a:lnTo>
                    <a:pt x="366722" y="5957497"/>
                  </a:lnTo>
                  <a:lnTo>
                    <a:pt x="366816" y="5957497"/>
                  </a:lnTo>
                  <a:lnTo>
                    <a:pt x="366911" y="5957497"/>
                  </a:lnTo>
                  <a:lnTo>
                    <a:pt x="367005" y="5957497"/>
                  </a:lnTo>
                  <a:lnTo>
                    <a:pt x="367099" y="5957497"/>
                  </a:lnTo>
                  <a:lnTo>
                    <a:pt x="367193" y="5957497"/>
                  </a:lnTo>
                  <a:lnTo>
                    <a:pt x="367287" y="5957497"/>
                  </a:lnTo>
                  <a:lnTo>
                    <a:pt x="367381" y="5957497"/>
                  </a:lnTo>
                  <a:lnTo>
                    <a:pt x="367475" y="5957497"/>
                  </a:lnTo>
                  <a:lnTo>
                    <a:pt x="367570" y="5957497"/>
                  </a:lnTo>
                  <a:lnTo>
                    <a:pt x="367664" y="5957497"/>
                  </a:lnTo>
                  <a:lnTo>
                    <a:pt x="367758" y="5957497"/>
                  </a:lnTo>
                  <a:lnTo>
                    <a:pt x="367852" y="5957497"/>
                  </a:lnTo>
                  <a:lnTo>
                    <a:pt x="367946" y="5957497"/>
                  </a:lnTo>
                  <a:lnTo>
                    <a:pt x="368040" y="5957497"/>
                  </a:lnTo>
                  <a:lnTo>
                    <a:pt x="368135" y="5957497"/>
                  </a:lnTo>
                  <a:lnTo>
                    <a:pt x="368229" y="5957497"/>
                  </a:lnTo>
                  <a:lnTo>
                    <a:pt x="368323" y="5957497"/>
                  </a:lnTo>
                  <a:lnTo>
                    <a:pt x="368417" y="5957497"/>
                  </a:lnTo>
                  <a:lnTo>
                    <a:pt x="368794" y="5957497"/>
                  </a:lnTo>
                  <a:lnTo>
                    <a:pt x="368888" y="5957497"/>
                  </a:lnTo>
                  <a:lnTo>
                    <a:pt x="368982" y="5957497"/>
                  </a:lnTo>
                  <a:lnTo>
                    <a:pt x="369076" y="5957497"/>
                  </a:lnTo>
                  <a:lnTo>
                    <a:pt x="369170" y="5957497"/>
                  </a:lnTo>
                  <a:lnTo>
                    <a:pt x="369359" y="5957497"/>
                  </a:lnTo>
                  <a:lnTo>
                    <a:pt x="369453" y="5957497"/>
                  </a:lnTo>
                  <a:lnTo>
                    <a:pt x="369547" y="5957497"/>
                  </a:lnTo>
                  <a:lnTo>
                    <a:pt x="369641" y="5957497"/>
                  </a:lnTo>
                  <a:lnTo>
                    <a:pt x="369735" y="5957497"/>
                  </a:lnTo>
                  <a:lnTo>
                    <a:pt x="369829" y="5957497"/>
                  </a:lnTo>
                  <a:lnTo>
                    <a:pt x="369923" y="5957497"/>
                  </a:lnTo>
                  <a:lnTo>
                    <a:pt x="370018" y="5957497"/>
                  </a:lnTo>
                  <a:lnTo>
                    <a:pt x="370112" y="5957497"/>
                  </a:lnTo>
                  <a:lnTo>
                    <a:pt x="370206" y="5957497"/>
                  </a:lnTo>
                  <a:lnTo>
                    <a:pt x="370300" y="5957497"/>
                  </a:lnTo>
                  <a:lnTo>
                    <a:pt x="370394" y="5957497"/>
                  </a:lnTo>
                  <a:lnTo>
                    <a:pt x="370488" y="5957497"/>
                  </a:lnTo>
                  <a:lnTo>
                    <a:pt x="370771" y="5957497"/>
                  </a:lnTo>
                  <a:lnTo>
                    <a:pt x="370865" y="5957497"/>
                  </a:lnTo>
                  <a:lnTo>
                    <a:pt x="370959" y="5957497"/>
                  </a:lnTo>
                  <a:lnTo>
                    <a:pt x="371053" y="5957497"/>
                  </a:lnTo>
                  <a:lnTo>
                    <a:pt x="371147" y="5957497"/>
                  </a:lnTo>
                  <a:lnTo>
                    <a:pt x="371242" y="5957497"/>
                  </a:lnTo>
                  <a:lnTo>
                    <a:pt x="371430" y="5957497"/>
                  </a:lnTo>
                  <a:lnTo>
                    <a:pt x="371618" y="5957497"/>
                  </a:lnTo>
                  <a:lnTo>
                    <a:pt x="371806" y="5957497"/>
                  </a:lnTo>
                  <a:lnTo>
                    <a:pt x="371901" y="5957497"/>
                  </a:lnTo>
                  <a:lnTo>
                    <a:pt x="371995" y="5957497"/>
                  </a:lnTo>
                  <a:lnTo>
                    <a:pt x="372089" y="5957497"/>
                  </a:lnTo>
                  <a:lnTo>
                    <a:pt x="372183" y="5957497"/>
                  </a:lnTo>
                  <a:lnTo>
                    <a:pt x="372277" y="5957497"/>
                  </a:lnTo>
                  <a:lnTo>
                    <a:pt x="372371" y="5957497"/>
                  </a:lnTo>
                  <a:lnTo>
                    <a:pt x="372466" y="5957497"/>
                  </a:lnTo>
                  <a:lnTo>
                    <a:pt x="372560" y="5957497"/>
                  </a:lnTo>
                  <a:lnTo>
                    <a:pt x="372654" y="5957497"/>
                  </a:lnTo>
                  <a:lnTo>
                    <a:pt x="372748" y="5957497"/>
                  </a:lnTo>
                  <a:lnTo>
                    <a:pt x="372936" y="5957497"/>
                  </a:lnTo>
                  <a:lnTo>
                    <a:pt x="373030" y="5957497"/>
                  </a:lnTo>
                  <a:lnTo>
                    <a:pt x="373125" y="5957497"/>
                  </a:lnTo>
                  <a:lnTo>
                    <a:pt x="373219" y="5957497"/>
                  </a:lnTo>
                  <a:lnTo>
                    <a:pt x="373313" y="5957497"/>
                  </a:lnTo>
                  <a:lnTo>
                    <a:pt x="373407" y="5957497"/>
                  </a:lnTo>
                  <a:lnTo>
                    <a:pt x="373501" y="5957497"/>
                  </a:lnTo>
                  <a:lnTo>
                    <a:pt x="373501" y="5952586"/>
                  </a:lnTo>
                  <a:lnTo>
                    <a:pt x="373595" y="5952586"/>
                  </a:lnTo>
                  <a:lnTo>
                    <a:pt x="373690" y="5952586"/>
                  </a:lnTo>
                  <a:lnTo>
                    <a:pt x="373784" y="5952586"/>
                  </a:lnTo>
                  <a:lnTo>
                    <a:pt x="373878" y="5952586"/>
                  </a:lnTo>
                  <a:lnTo>
                    <a:pt x="373972" y="5952586"/>
                  </a:lnTo>
                  <a:lnTo>
                    <a:pt x="374066" y="5952586"/>
                  </a:lnTo>
                  <a:lnTo>
                    <a:pt x="374160" y="5952586"/>
                  </a:lnTo>
                  <a:lnTo>
                    <a:pt x="374349" y="5952586"/>
                  </a:lnTo>
                  <a:lnTo>
                    <a:pt x="374443" y="5952586"/>
                  </a:lnTo>
                  <a:lnTo>
                    <a:pt x="374537" y="5952586"/>
                  </a:lnTo>
                  <a:lnTo>
                    <a:pt x="374631" y="5952586"/>
                  </a:lnTo>
                  <a:lnTo>
                    <a:pt x="374725" y="5952586"/>
                  </a:lnTo>
                  <a:lnTo>
                    <a:pt x="374819" y="5952586"/>
                  </a:lnTo>
                  <a:lnTo>
                    <a:pt x="374914" y="5952586"/>
                  </a:lnTo>
                  <a:lnTo>
                    <a:pt x="375008" y="5952586"/>
                  </a:lnTo>
                  <a:lnTo>
                    <a:pt x="375102" y="5952586"/>
                  </a:lnTo>
                  <a:lnTo>
                    <a:pt x="375196" y="5952586"/>
                  </a:lnTo>
                  <a:lnTo>
                    <a:pt x="375290" y="5952586"/>
                  </a:lnTo>
                  <a:lnTo>
                    <a:pt x="375384" y="5952586"/>
                  </a:lnTo>
                  <a:lnTo>
                    <a:pt x="375478" y="5952586"/>
                  </a:lnTo>
                  <a:lnTo>
                    <a:pt x="375573" y="5952586"/>
                  </a:lnTo>
                  <a:lnTo>
                    <a:pt x="375667" y="5952586"/>
                  </a:lnTo>
                  <a:lnTo>
                    <a:pt x="375761" y="5952586"/>
                  </a:lnTo>
                  <a:lnTo>
                    <a:pt x="375855" y="5952586"/>
                  </a:lnTo>
                  <a:lnTo>
                    <a:pt x="376137" y="5952586"/>
                  </a:lnTo>
                  <a:lnTo>
                    <a:pt x="376232" y="5952586"/>
                  </a:lnTo>
                  <a:lnTo>
                    <a:pt x="376326" y="5952586"/>
                  </a:lnTo>
                  <a:lnTo>
                    <a:pt x="376420" y="5952586"/>
                  </a:lnTo>
                  <a:lnTo>
                    <a:pt x="376514" y="5952586"/>
                  </a:lnTo>
                  <a:lnTo>
                    <a:pt x="376608" y="5952586"/>
                  </a:lnTo>
                  <a:lnTo>
                    <a:pt x="376702" y="5952586"/>
                  </a:lnTo>
                  <a:lnTo>
                    <a:pt x="376891" y="5952586"/>
                  </a:lnTo>
                  <a:lnTo>
                    <a:pt x="376985" y="5952586"/>
                  </a:lnTo>
                  <a:lnTo>
                    <a:pt x="377079" y="5952586"/>
                  </a:lnTo>
                  <a:lnTo>
                    <a:pt x="377456" y="5952586"/>
                  </a:lnTo>
                  <a:lnTo>
                    <a:pt x="377550" y="5952586"/>
                  </a:lnTo>
                  <a:lnTo>
                    <a:pt x="377644" y="5952586"/>
                  </a:lnTo>
                  <a:lnTo>
                    <a:pt x="377738" y="5952586"/>
                  </a:lnTo>
                  <a:lnTo>
                    <a:pt x="377832" y="5952586"/>
                  </a:lnTo>
                  <a:lnTo>
                    <a:pt x="377926" y="5952586"/>
                  </a:lnTo>
                  <a:lnTo>
                    <a:pt x="378115" y="5952586"/>
                  </a:lnTo>
                  <a:lnTo>
                    <a:pt x="378209" y="5952586"/>
                  </a:lnTo>
                  <a:lnTo>
                    <a:pt x="378303" y="5952586"/>
                  </a:lnTo>
                  <a:lnTo>
                    <a:pt x="378397" y="5952586"/>
                  </a:lnTo>
                  <a:lnTo>
                    <a:pt x="378491" y="5952586"/>
                  </a:lnTo>
                  <a:lnTo>
                    <a:pt x="378585" y="5952586"/>
                  </a:lnTo>
                  <a:lnTo>
                    <a:pt x="378680" y="5952586"/>
                  </a:lnTo>
                  <a:lnTo>
                    <a:pt x="378774" y="5952586"/>
                  </a:lnTo>
                  <a:lnTo>
                    <a:pt x="378868" y="5952586"/>
                  </a:lnTo>
                  <a:lnTo>
                    <a:pt x="379056" y="5952586"/>
                  </a:lnTo>
                  <a:lnTo>
                    <a:pt x="379433" y="5952586"/>
                  </a:lnTo>
                  <a:lnTo>
                    <a:pt x="379527" y="5952586"/>
                  </a:lnTo>
                  <a:lnTo>
                    <a:pt x="379621" y="5952586"/>
                  </a:lnTo>
                  <a:lnTo>
                    <a:pt x="379715" y="5952586"/>
                  </a:lnTo>
                  <a:lnTo>
                    <a:pt x="379809" y="5947675"/>
                  </a:lnTo>
                  <a:lnTo>
                    <a:pt x="379904" y="5947675"/>
                  </a:lnTo>
                  <a:lnTo>
                    <a:pt x="379998" y="5947675"/>
                  </a:lnTo>
                  <a:lnTo>
                    <a:pt x="380092" y="5947675"/>
                  </a:lnTo>
                  <a:lnTo>
                    <a:pt x="380186" y="5947675"/>
                  </a:lnTo>
                  <a:lnTo>
                    <a:pt x="380280" y="5947675"/>
                  </a:lnTo>
                  <a:lnTo>
                    <a:pt x="380374" y="5947675"/>
                  </a:lnTo>
                  <a:lnTo>
                    <a:pt x="380468" y="5947675"/>
                  </a:lnTo>
                  <a:lnTo>
                    <a:pt x="380563" y="5947675"/>
                  </a:lnTo>
                  <a:lnTo>
                    <a:pt x="380657" y="5947675"/>
                  </a:lnTo>
                  <a:lnTo>
                    <a:pt x="380657" y="5942763"/>
                  </a:lnTo>
                  <a:lnTo>
                    <a:pt x="380751" y="5942763"/>
                  </a:lnTo>
                  <a:lnTo>
                    <a:pt x="380939" y="5942763"/>
                  </a:lnTo>
                  <a:lnTo>
                    <a:pt x="381033" y="5942763"/>
                  </a:lnTo>
                  <a:lnTo>
                    <a:pt x="381222" y="5942763"/>
                  </a:lnTo>
                  <a:lnTo>
                    <a:pt x="381316" y="5942763"/>
                  </a:lnTo>
                  <a:lnTo>
                    <a:pt x="381410" y="5942763"/>
                  </a:lnTo>
                  <a:lnTo>
                    <a:pt x="381504" y="5942763"/>
                  </a:lnTo>
                  <a:lnTo>
                    <a:pt x="381598" y="5942763"/>
                  </a:lnTo>
                  <a:lnTo>
                    <a:pt x="381692" y="5942763"/>
                  </a:lnTo>
                  <a:lnTo>
                    <a:pt x="381787" y="5942763"/>
                  </a:lnTo>
                  <a:lnTo>
                    <a:pt x="381881" y="5942763"/>
                  </a:lnTo>
                  <a:lnTo>
                    <a:pt x="382069" y="5942763"/>
                  </a:lnTo>
                  <a:lnTo>
                    <a:pt x="382540" y="5942763"/>
                  </a:lnTo>
                  <a:lnTo>
                    <a:pt x="382634" y="5942763"/>
                  </a:lnTo>
                  <a:lnTo>
                    <a:pt x="382728" y="5942763"/>
                  </a:lnTo>
                  <a:lnTo>
                    <a:pt x="382822" y="5942763"/>
                  </a:lnTo>
                  <a:lnTo>
                    <a:pt x="382916" y="5942763"/>
                  </a:lnTo>
                  <a:lnTo>
                    <a:pt x="383011" y="5942763"/>
                  </a:lnTo>
                  <a:lnTo>
                    <a:pt x="383105" y="5942763"/>
                  </a:lnTo>
                  <a:lnTo>
                    <a:pt x="383199" y="5942763"/>
                  </a:lnTo>
                  <a:lnTo>
                    <a:pt x="383293" y="5942763"/>
                  </a:lnTo>
                  <a:lnTo>
                    <a:pt x="383387" y="5942763"/>
                  </a:lnTo>
                  <a:lnTo>
                    <a:pt x="383481" y="5942763"/>
                  </a:lnTo>
                  <a:lnTo>
                    <a:pt x="383576" y="5942763"/>
                  </a:lnTo>
                  <a:lnTo>
                    <a:pt x="383670" y="5942763"/>
                  </a:lnTo>
                  <a:lnTo>
                    <a:pt x="383764" y="5942763"/>
                  </a:lnTo>
                  <a:lnTo>
                    <a:pt x="383858" y="5942763"/>
                  </a:lnTo>
                  <a:lnTo>
                    <a:pt x="383952" y="5942763"/>
                  </a:lnTo>
                  <a:lnTo>
                    <a:pt x="384046" y="5942763"/>
                  </a:lnTo>
                  <a:lnTo>
                    <a:pt x="384235" y="5942763"/>
                  </a:lnTo>
                  <a:lnTo>
                    <a:pt x="384329" y="5942763"/>
                  </a:lnTo>
                  <a:lnTo>
                    <a:pt x="384423" y="5942763"/>
                  </a:lnTo>
                  <a:lnTo>
                    <a:pt x="384517" y="5942763"/>
                  </a:lnTo>
                  <a:lnTo>
                    <a:pt x="384611" y="5942763"/>
                  </a:lnTo>
                  <a:lnTo>
                    <a:pt x="384705" y="5942763"/>
                  </a:lnTo>
                  <a:lnTo>
                    <a:pt x="384799" y="5942763"/>
                  </a:lnTo>
                  <a:lnTo>
                    <a:pt x="384988" y="5942763"/>
                  </a:lnTo>
                  <a:lnTo>
                    <a:pt x="385082" y="5942763"/>
                  </a:lnTo>
                  <a:lnTo>
                    <a:pt x="385176" y="5942763"/>
                  </a:lnTo>
                  <a:lnTo>
                    <a:pt x="385270" y="5942763"/>
                  </a:lnTo>
                  <a:lnTo>
                    <a:pt x="385364" y="5942763"/>
                  </a:lnTo>
                  <a:lnTo>
                    <a:pt x="385459" y="5942763"/>
                  </a:lnTo>
                  <a:lnTo>
                    <a:pt x="385553" y="5942763"/>
                  </a:lnTo>
                  <a:lnTo>
                    <a:pt x="385647" y="5942763"/>
                  </a:lnTo>
                  <a:lnTo>
                    <a:pt x="385741" y="5942763"/>
                  </a:lnTo>
                  <a:lnTo>
                    <a:pt x="385835" y="5942763"/>
                  </a:lnTo>
                  <a:lnTo>
                    <a:pt x="386212" y="5942763"/>
                  </a:lnTo>
                  <a:lnTo>
                    <a:pt x="386306" y="5942763"/>
                  </a:lnTo>
                  <a:lnTo>
                    <a:pt x="386400" y="5942763"/>
                  </a:lnTo>
                  <a:lnTo>
                    <a:pt x="386494" y="5942763"/>
                  </a:lnTo>
                  <a:lnTo>
                    <a:pt x="386588" y="5942763"/>
                  </a:lnTo>
                  <a:lnTo>
                    <a:pt x="386683" y="5942763"/>
                  </a:lnTo>
                  <a:lnTo>
                    <a:pt x="386777" y="5942763"/>
                  </a:lnTo>
                  <a:lnTo>
                    <a:pt x="386871" y="5942763"/>
                  </a:lnTo>
                  <a:lnTo>
                    <a:pt x="386965" y="5942763"/>
                  </a:lnTo>
                  <a:lnTo>
                    <a:pt x="387059" y="5942763"/>
                  </a:lnTo>
                  <a:lnTo>
                    <a:pt x="387247" y="5942763"/>
                  </a:lnTo>
                  <a:lnTo>
                    <a:pt x="387342" y="5942763"/>
                  </a:lnTo>
                  <a:lnTo>
                    <a:pt x="387436" y="5942763"/>
                  </a:lnTo>
                  <a:lnTo>
                    <a:pt x="387530" y="5942763"/>
                  </a:lnTo>
                  <a:lnTo>
                    <a:pt x="387624" y="5942763"/>
                  </a:lnTo>
                  <a:lnTo>
                    <a:pt x="388001" y="5942763"/>
                  </a:lnTo>
                  <a:lnTo>
                    <a:pt x="388095" y="5942763"/>
                  </a:lnTo>
                  <a:lnTo>
                    <a:pt x="388189" y="5942763"/>
                  </a:lnTo>
                  <a:lnTo>
                    <a:pt x="388189" y="5937852"/>
                  </a:lnTo>
                  <a:lnTo>
                    <a:pt x="388283" y="5937852"/>
                  </a:lnTo>
                  <a:lnTo>
                    <a:pt x="388471" y="5937852"/>
                  </a:lnTo>
                  <a:lnTo>
                    <a:pt x="388566" y="5937852"/>
                  </a:lnTo>
                  <a:lnTo>
                    <a:pt x="388660" y="5937852"/>
                  </a:lnTo>
                  <a:lnTo>
                    <a:pt x="388754" y="5937852"/>
                  </a:lnTo>
                  <a:lnTo>
                    <a:pt x="388848" y="5937852"/>
                  </a:lnTo>
                  <a:lnTo>
                    <a:pt x="389036" y="5937852"/>
                  </a:lnTo>
                  <a:lnTo>
                    <a:pt x="389130" y="5937852"/>
                  </a:lnTo>
                  <a:lnTo>
                    <a:pt x="389225" y="5937852"/>
                  </a:lnTo>
                  <a:lnTo>
                    <a:pt x="389319" y="5937852"/>
                  </a:lnTo>
                  <a:lnTo>
                    <a:pt x="389413" y="5937852"/>
                  </a:lnTo>
                  <a:lnTo>
                    <a:pt x="389507" y="5937852"/>
                  </a:lnTo>
                  <a:lnTo>
                    <a:pt x="389695" y="5937852"/>
                  </a:lnTo>
                  <a:lnTo>
                    <a:pt x="389790" y="5937852"/>
                  </a:lnTo>
                  <a:lnTo>
                    <a:pt x="389884" y="5937852"/>
                  </a:lnTo>
                  <a:lnTo>
                    <a:pt x="390166" y="5937852"/>
                  </a:lnTo>
                  <a:lnTo>
                    <a:pt x="390260" y="5937852"/>
                  </a:lnTo>
                  <a:lnTo>
                    <a:pt x="390449" y="5937852"/>
                  </a:lnTo>
                  <a:lnTo>
                    <a:pt x="390543" y="5937852"/>
                  </a:lnTo>
                  <a:lnTo>
                    <a:pt x="390637" y="5937852"/>
                  </a:lnTo>
                  <a:lnTo>
                    <a:pt x="390637" y="5932940"/>
                  </a:lnTo>
                  <a:lnTo>
                    <a:pt x="390731" y="5932940"/>
                  </a:lnTo>
                  <a:lnTo>
                    <a:pt x="390919" y="5932940"/>
                  </a:lnTo>
                  <a:lnTo>
                    <a:pt x="391014" y="5932940"/>
                  </a:lnTo>
                  <a:lnTo>
                    <a:pt x="391202" y="5932940"/>
                  </a:lnTo>
                  <a:lnTo>
                    <a:pt x="391296" y="5932940"/>
                  </a:lnTo>
                  <a:lnTo>
                    <a:pt x="391390" y="5932940"/>
                  </a:lnTo>
                  <a:lnTo>
                    <a:pt x="391484" y="5932940"/>
                  </a:lnTo>
                  <a:lnTo>
                    <a:pt x="391578" y="5932940"/>
                  </a:lnTo>
                  <a:lnTo>
                    <a:pt x="391673" y="5932940"/>
                  </a:lnTo>
                  <a:lnTo>
                    <a:pt x="391861" y="5932940"/>
                  </a:lnTo>
                  <a:lnTo>
                    <a:pt x="392049" y="5932940"/>
                  </a:lnTo>
                  <a:lnTo>
                    <a:pt x="392143" y="5932940"/>
                  </a:lnTo>
                  <a:lnTo>
                    <a:pt x="392238" y="5932940"/>
                  </a:lnTo>
                  <a:lnTo>
                    <a:pt x="392332" y="5932940"/>
                  </a:lnTo>
                  <a:lnTo>
                    <a:pt x="392426" y="5932940"/>
                  </a:lnTo>
                  <a:lnTo>
                    <a:pt x="392520" y="5932940"/>
                  </a:lnTo>
                  <a:lnTo>
                    <a:pt x="392708" y="5932940"/>
                  </a:lnTo>
                  <a:lnTo>
                    <a:pt x="392802" y="5932940"/>
                  </a:lnTo>
                  <a:lnTo>
                    <a:pt x="392897" y="5932940"/>
                  </a:lnTo>
                  <a:lnTo>
                    <a:pt x="392991" y="5932940"/>
                  </a:lnTo>
                  <a:lnTo>
                    <a:pt x="392991" y="5923118"/>
                  </a:lnTo>
                  <a:lnTo>
                    <a:pt x="393273" y="5923118"/>
                  </a:lnTo>
                  <a:lnTo>
                    <a:pt x="393367" y="5923118"/>
                  </a:lnTo>
                  <a:lnTo>
                    <a:pt x="393461" y="5923118"/>
                  </a:lnTo>
                  <a:lnTo>
                    <a:pt x="393556" y="5923118"/>
                  </a:lnTo>
                  <a:lnTo>
                    <a:pt x="393650" y="5923118"/>
                  </a:lnTo>
                  <a:lnTo>
                    <a:pt x="393932" y="5923118"/>
                  </a:lnTo>
                  <a:lnTo>
                    <a:pt x="394026" y="5923118"/>
                  </a:lnTo>
                  <a:lnTo>
                    <a:pt x="394121" y="5923118"/>
                  </a:lnTo>
                  <a:lnTo>
                    <a:pt x="394215" y="5923118"/>
                  </a:lnTo>
                  <a:lnTo>
                    <a:pt x="394309" y="5923118"/>
                  </a:lnTo>
                  <a:lnTo>
                    <a:pt x="394403" y="5923118"/>
                  </a:lnTo>
                  <a:lnTo>
                    <a:pt x="394497" y="5923118"/>
                  </a:lnTo>
                  <a:lnTo>
                    <a:pt x="394591" y="5923118"/>
                  </a:lnTo>
                  <a:lnTo>
                    <a:pt x="394685" y="5923118"/>
                  </a:lnTo>
                  <a:lnTo>
                    <a:pt x="394780" y="5923118"/>
                  </a:lnTo>
                  <a:lnTo>
                    <a:pt x="394874" y="5923118"/>
                  </a:lnTo>
                  <a:lnTo>
                    <a:pt x="394968" y="5923118"/>
                  </a:lnTo>
                  <a:lnTo>
                    <a:pt x="395156" y="5923118"/>
                  </a:lnTo>
                  <a:lnTo>
                    <a:pt x="395250" y="5923118"/>
                  </a:lnTo>
                  <a:lnTo>
                    <a:pt x="395345" y="5923118"/>
                  </a:lnTo>
                  <a:lnTo>
                    <a:pt x="395533" y="5923118"/>
                  </a:lnTo>
                  <a:lnTo>
                    <a:pt x="395627" y="5923118"/>
                  </a:lnTo>
                  <a:lnTo>
                    <a:pt x="395909" y="5923118"/>
                  </a:lnTo>
                  <a:lnTo>
                    <a:pt x="396004" y="5923118"/>
                  </a:lnTo>
                  <a:lnTo>
                    <a:pt x="396098" y="5923118"/>
                  </a:lnTo>
                  <a:lnTo>
                    <a:pt x="396192" y="5923118"/>
                  </a:lnTo>
                  <a:lnTo>
                    <a:pt x="396286" y="5923118"/>
                  </a:lnTo>
                  <a:lnTo>
                    <a:pt x="396380" y="5923118"/>
                  </a:lnTo>
                  <a:lnTo>
                    <a:pt x="396474" y="5923118"/>
                  </a:lnTo>
                  <a:lnTo>
                    <a:pt x="396569" y="5923118"/>
                  </a:lnTo>
                  <a:lnTo>
                    <a:pt x="396663" y="5923118"/>
                  </a:lnTo>
                  <a:lnTo>
                    <a:pt x="396757" y="5923118"/>
                  </a:lnTo>
                  <a:lnTo>
                    <a:pt x="396851" y="5923118"/>
                  </a:lnTo>
                  <a:lnTo>
                    <a:pt x="396945" y="5923118"/>
                  </a:lnTo>
                  <a:lnTo>
                    <a:pt x="397133" y="5923118"/>
                  </a:lnTo>
                  <a:lnTo>
                    <a:pt x="397228" y="5923118"/>
                  </a:lnTo>
                  <a:lnTo>
                    <a:pt x="397322" y="5923118"/>
                  </a:lnTo>
                  <a:lnTo>
                    <a:pt x="397416" y="5923118"/>
                  </a:lnTo>
                  <a:lnTo>
                    <a:pt x="397510" y="5923118"/>
                  </a:lnTo>
                  <a:lnTo>
                    <a:pt x="397604" y="5923118"/>
                  </a:lnTo>
                  <a:lnTo>
                    <a:pt x="397698" y="5923118"/>
                  </a:lnTo>
                  <a:lnTo>
                    <a:pt x="397792" y="5923118"/>
                  </a:lnTo>
                  <a:lnTo>
                    <a:pt x="397887" y="5923118"/>
                  </a:lnTo>
                  <a:lnTo>
                    <a:pt x="397981" y="5923118"/>
                  </a:lnTo>
                  <a:lnTo>
                    <a:pt x="398075" y="5923118"/>
                  </a:lnTo>
                  <a:lnTo>
                    <a:pt x="398169" y="5923118"/>
                  </a:lnTo>
                  <a:lnTo>
                    <a:pt x="398263" y="5923118"/>
                  </a:lnTo>
                  <a:lnTo>
                    <a:pt x="398357" y="5923118"/>
                  </a:lnTo>
                  <a:lnTo>
                    <a:pt x="398452" y="5923118"/>
                  </a:lnTo>
                  <a:lnTo>
                    <a:pt x="398546" y="5923118"/>
                  </a:lnTo>
                  <a:lnTo>
                    <a:pt x="398640" y="5923118"/>
                  </a:lnTo>
                  <a:lnTo>
                    <a:pt x="398734" y="5923118"/>
                  </a:lnTo>
                  <a:lnTo>
                    <a:pt x="398828" y="5923118"/>
                  </a:lnTo>
                  <a:lnTo>
                    <a:pt x="398922" y="5923118"/>
                  </a:lnTo>
                  <a:lnTo>
                    <a:pt x="399016" y="5923118"/>
                  </a:lnTo>
                  <a:lnTo>
                    <a:pt x="399205" y="5923118"/>
                  </a:lnTo>
                  <a:lnTo>
                    <a:pt x="399299" y="5923118"/>
                  </a:lnTo>
                  <a:lnTo>
                    <a:pt x="399393" y="5923118"/>
                  </a:lnTo>
                  <a:lnTo>
                    <a:pt x="399581" y="5923118"/>
                  </a:lnTo>
                  <a:lnTo>
                    <a:pt x="399676" y="5923118"/>
                  </a:lnTo>
                  <a:lnTo>
                    <a:pt x="399770" y="5923118"/>
                  </a:lnTo>
                  <a:lnTo>
                    <a:pt x="399864" y="5923118"/>
                  </a:lnTo>
                  <a:lnTo>
                    <a:pt x="399958" y="5923118"/>
                  </a:lnTo>
                  <a:lnTo>
                    <a:pt x="400146" y="5923118"/>
                  </a:lnTo>
                  <a:lnTo>
                    <a:pt x="400240" y="5923118"/>
                  </a:lnTo>
                  <a:lnTo>
                    <a:pt x="400429" y="5923118"/>
                  </a:lnTo>
                  <a:lnTo>
                    <a:pt x="400523" y="5923118"/>
                  </a:lnTo>
                  <a:lnTo>
                    <a:pt x="400523" y="5918206"/>
                  </a:lnTo>
                  <a:lnTo>
                    <a:pt x="400617" y="5918206"/>
                  </a:lnTo>
                  <a:lnTo>
                    <a:pt x="400711" y="5918206"/>
                  </a:lnTo>
                  <a:lnTo>
                    <a:pt x="400805" y="5918206"/>
                  </a:lnTo>
                  <a:lnTo>
                    <a:pt x="400900" y="5918206"/>
                  </a:lnTo>
                  <a:lnTo>
                    <a:pt x="400994" y="5918206"/>
                  </a:lnTo>
                  <a:lnTo>
                    <a:pt x="401088" y="5918206"/>
                  </a:lnTo>
                  <a:lnTo>
                    <a:pt x="401182" y="5918206"/>
                  </a:lnTo>
                  <a:lnTo>
                    <a:pt x="401276" y="5918206"/>
                  </a:lnTo>
                  <a:lnTo>
                    <a:pt x="401370" y="5918206"/>
                  </a:lnTo>
                  <a:lnTo>
                    <a:pt x="401464" y="5918206"/>
                  </a:lnTo>
                  <a:lnTo>
                    <a:pt x="401559" y="5918206"/>
                  </a:lnTo>
                  <a:lnTo>
                    <a:pt x="401653" y="5918206"/>
                  </a:lnTo>
                  <a:lnTo>
                    <a:pt x="401747" y="5918206"/>
                  </a:lnTo>
                  <a:lnTo>
                    <a:pt x="401841" y="5918206"/>
                  </a:lnTo>
                  <a:lnTo>
                    <a:pt x="401935" y="5918206"/>
                  </a:lnTo>
                  <a:lnTo>
                    <a:pt x="402029" y="5918206"/>
                  </a:lnTo>
                  <a:lnTo>
                    <a:pt x="402123" y="5918206"/>
                  </a:lnTo>
                  <a:lnTo>
                    <a:pt x="402218" y="5918206"/>
                  </a:lnTo>
                  <a:lnTo>
                    <a:pt x="402312" y="5918206"/>
                  </a:lnTo>
                  <a:lnTo>
                    <a:pt x="402406" y="5918206"/>
                  </a:lnTo>
                  <a:lnTo>
                    <a:pt x="402406" y="5913295"/>
                  </a:lnTo>
                  <a:lnTo>
                    <a:pt x="402594" y="5913295"/>
                  </a:lnTo>
                  <a:lnTo>
                    <a:pt x="402688" y="5913295"/>
                  </a:lnTo>
                  <a:lnTo>
                    <a:pt x="402783" y="5913295"/>
                  </a:lnTo>
                  <a:lnTo>
                    <a:pt x="402877" y="5913295"/>
                  </a:lnTo>
                  <a:lnTo>
                    <a:pt x="402971" y="5913295"/>
                  </a:lnTo>
                  <a:lnTo>
                    <a:pt x="403159" y="5913295"/>
                  </a:lnTo>
                  <a:lnTo>
                    <a:pt x="403253" y="5913295"/>
                  </a:lnTo>
                  <a:lnTo>
                    <a:pt x="403347" y="5913295"/>
                  </a:lnTo>
                  <a:lnTo>
                    <a:pt x="403442" y="5913295"/>
                  </a:lnTo>
                  <a:lnTo>
                    <a:pt x="403536" y="5913295"/>
                  </a:lnTo>
                  <a:lnTo>
                    <a:pt x="403630" y="5913295"/>
                  </a:lnTo>
                  <a:lnTo>
                    <a:pt x="403724" y="5913295"/>
                  </a:lnTo>
                  <a:lnTo>
                    <a:pt x="403912" y="5913295"/>
                  </a:lnTo>
                  <a:lnTo>
                    <a:pt x="404007" y="5913295"/>
                  </a:lnTo>
                  <a:lnTo>
                    <a:pt x="404101" y="5913295"/>
                  </a:lnTo>
                  <a:lnTo>
                    <a:pt x="404195" y="5913295"/>
                  </a:lnTo>
                  <a:lnTo>
                    <a:pt x="404289" y="5913295"/>
                  </a:lnTo>
                  <a:lnTo>
                    <a:pt x="404383" y="5913295"/>
                  </a:lnTo>
                  <a:lnTo>
                    <a:pt x="404477" y="5913295"/>
                  </a:lnTo>
                  <a:lnTo>
                    <a:pt x="404666" y="5913295"/>
                  </a:lnTo>
                  <a:lnTo>
                    <a:pt x="404760" y="5913295"/>
                  </a:lnTo>
                  <a:lnTo>
                    <a:pt x="404854" y="5913295"/>
                  </a:lnTo>
                  <a:lnTo>
                    <a:pt x="404948" y="5913295"/>
                  </a:lnTo>
                  <a:lnTo>
                    <a:pt x="405042" y="5913295"/>
                  </a:lnTo>
                  <a:lnTo>
                    <a:pt x="405136" y="5913295"/>
                  </a:lnTo>
                  <a:lnTo>
                    <a:pt x="405231" y="5913295"/>
                  </a:lnTo>
                  <a:lnTo>
                    <a:pt x="405325" y="5913295"/>
                  </a:lnTo>
                  <a:lnTo>
                    <a:pt x="405325" y="5908384"/>
                  </a:lnTo>
                  <a:lnTo>
                    <a:pt x="405419" y="5908384"/>
                  </a:lnTo>
                  <a:lnTo>
                    <a:pt x="405513" y="5908384"/>
                  </a:lnTo>
                  <a:lnTo>
                    <a:pt x="405607" y="5908384"/>
                  </a:lnTo>
                  <a:lnTo>
                    <a:pt x="405890" y="5908384"/>
                  </a:lnTo>
                  <a:lnTo>
                    <a:pt x="405984" y="5908384"/>
                  </a:lnTo>
                  <a:lnTo>
                    <a:pt x="406078" y="5908384"/>
                  </a:lnTo>
                  <a:lnTo>
                    <a:pt x="406266" y="5908384"/>
                  </a:lnTo>
                  <a:lnTo>
                    <a:pt x="406455" y="5908384"/>
                  </a:lnTo>
                  <a:lnTo>
                    <a:pt x="406549" y="5908384"/>
                  </a:lnTo>
                  <a:lnTo>
                    <a:pt x="406643" y="5908384"/>
                  </a:lnTo>
                  <a:lnTo>
                    <a:pt x="406737" y="5908384"/>
                  </a:lnTo>
                  <a:lnTo>
                    <a:pt x="406831" y="5908384"/>
                  </a:lnTo>
                  <a:lnTo>
                    <a:pt x="406925" y="5908384"/>
                  </a:lnTo>
                  <a:lnTo>
                    <a:pt x="407019" y="5908384"/>
                  </a:lnTo>
                  <a:lnTo>
                    <a:pt x="407114" y="5908384"/>
                  </a:lnTo>
                  <a:lnTo>
                    <a:pt x="407867" y="5908384"/>
                  </a:lnTo>
                  <a:lnTo>
                    <a:pt x="407961" y="5908384"/>
                  </a:lnTo>
                  <a:lnTo>
                    <a:pt x="408055" y="5908384"/>
                  </a:lnTo>
                  <a:lnTo>
                    <a:pt x="408149" y="5908384"/>
                  </a:lnTo>
                  <a:lnTo>
                    <a:pt x="408243" y="5908384"/>
                  </a:lnTo>
                  <a:lnTo>
                    <a:pt x="408338" y="5908384"/>
                  </a:lnTo>
                  <a:lnTo>
                    <a:pt x="408432" y="5908384"/>
                  </a:lnTo>
                  <a:lnTo>
                    <a:pt x="408526" y="5908384"/>
                  </a:lnTo>
                  <a:lnTo>
                    <a:pt x="408620" y="5908384"/>
                  </a:lnTo>
                  <a:lnTo>
                    <a:pt x="408714" y="5908384"/>
                  </a:lnTo>
                  <a:lnTo>
                    <a:pt x="408808" y="5908384"/>
                  </a:lnTo>
                  <a:lnTo>
                    <a:pt x="408997" y="5908384"/>
                  </a:lnTo>
                  <a:lnTo>
                    <a:pt x="409091" y="5908384"/>
                  </a:lnTo>
                  <a:lnTo>
                    <a:pt x="409185" y="5908384"/>
                  </a:lnTo>
                  <a:lnTo>
                    <a:pt x="409467" y="5908384"/>
                  </a:lnTo>
                  <a:lnTo>
                    <a:pt x="409562" y="5908384"/>
                  </a:lnTo>
                  <a:lnTo>
                    <a:pt x="409656" y="5908384"/>
                  </a:lnTo>
                  <a:lnTo>
                    <a:pt x="409844" y="5908384"/>
                  </a:lnTo>
                  <a:lnTo>
                    <a:pt x="410221" y="5908384"/>
                  </a:lnTo>
                  <a:lnTo>
                    <a:pt x="410315" y="5908384"/>
                  </a:lnTo>
                  <a:lnTo>
                    <a:pt x="410503" y="5908384"/>
                  </a:lnTo>
                  <a:lnTo>
                    <a:pt x="410786" y="5908384"/>
                  </a:lnTo>
                  <a:lnTo>
                    <a:pt x="410880" y="5908384"/>
                  </a:lnTo>
                  <a:lnTo>
                    <a:pt x="410974" y="5908384"/>
                  </a:lnTo>
                  <a:lnTo>
                    <a:pt x="411068" y="5908384"/>
                  </a:lnTo>
                  <a:lnTo>
                    <a:pt x="411256" y="5908384"/>
                  </a:lnTo>
                  <a:lnTo>
                    <a:pt x="411350" y="5908384"/>
                  </a:lnTo>
                  <a:lnTo>
                    <a:pt x="411445" y="5908384"/>
                  </a:lnTo>
                  <a:lnTo>
                    <a:pt x="411539" y="5908384"/>
                  </a:lnTo>
                  <a:lnTo>
                    <a:pt x="411633" y="5908384"/>
                  </a:lnTo>
                  <a:lnTo>
                    <a:pt x="411727" y="5908384"/>
                  </a:lnTo>
                  <a:lnTo>
                    <a:pt x="411821" y="5908384"/>
                  </a:lnTo>
                  <a:lnTo>
                    <a:pt x="412009" y="5908384"/>
                  </a:lnTo>
                  <a:lnTo>
                    <a:pt x="412104" y="5908384"/>
                  </a:lnTo>
                  <a:lnTo>
                    <a:pt x="412198" y="5908384"/>
                  </a:lnTo>
                  <a:lnTo>
                    <a:pt x="412292" y="5908384"/>
                  </a:lnTo>
                  <a:lnTo>
                    <a:pt x="412480" y="5908384"/>
                  </a:lnTo>
                  <a:lnTo>
                    <a:pt x="412669" y="5908384"/>
                  </a:lnTo>
                  <a:lnTo>
                    <a:pt x="412763" y="5908384"/>
                  </a:lnTo>
                  <a:lnTo>
                    <a:pt x="412857" y="5908384"/>
                  </a:lnTo>
                  <a:lnTo>
                    <a:pt x="412951" y="5908384"/>
                  </a:lnTo>
                  <a:lnTo>
                    <a:pt x="413045" y="5908384"/>
                  </a:lnTo>
                  <a:lnTo>
                    <a:pt x="413139" y="5908384"/>
                  </a:lnTo>
                  <a:lnTo>
                    <a:pt x="413233" y="5908384"/>
                  </a:lnTo>
                  <a:lnTo>
                    <a:pt x="413328" y="5908384"/>
                  </a:lnTo>
                  <a:lnTo>
                    <a:pt x="413422" y="5908384"/>
                  </a:lnTo>
                  <a:lnTo>
                    <a:pt x="413516" y="5908384"/>
                  </a:lnTo>
                  <a:lnTo>
                    <a:pt x="413704" y="5908384"/>
                  </a:lnTo>
                  <a:lnTo>
                    <a:pt x="413798" y="5908384"/>
                  </a:lnTo>
                  <a:lnTo>
                    <a:pt x="413893" y="5908384"/>
                  </a:lnTo>
                  <a:lnTo>
                    <a:pt x="414081" y="5908384"/>
                  </a:lnTo>
                  <a:lnTo>
                    <a:pt x="414175" y="5908384"/>
                  </a:lnTo>
                  <a:lnTo>
                    <a:pt x="414269" y="5908384"/>
                  </a:lnTo>
                  <a:lnTo>
                    <a:pt x="414363" y="5908384"/>
                  </a:lnTo>
                  <a:lnTo>
                    <a:pt x="414457" y="5908384"/>
                  </a:lnTo>
                  <a:lnTo>
                    <a:pt x="414646" y="5908384"/>
                  </a:lnTo>
                  <a:lnTo>
                    <a:pt x="414740" y="5908384"/>
                  </a:lnTo>
                  <a:lnTo>
                    <a:pt x="414834" y="5908384"/>
                  </a:lnTo>
                  <a:lnTo>
                    <a:pt x="414928" y="5908384"/>
                  </a:lnTo>
                  <a:lnTo>
                    <a:pt x="415117" y="5908384"/>
                  </a:lnTo>
                  <a:lnTo>
                    <a:pt x="415211" y="5908384"/>
                  </a:lnTo>
                  <a:lnTo>
                    <a:pt x="415399" y="5908384"/>
                  </a:lnTo>
                  <a:lnTo>
                    <a:pt x="415493" y="5908384"/>
                  </a:lnTo>
                  <a:lnTo>
                    <a:pt x="415587" y="5908384"/>
                  </a:lnTo>
                  <a:lnTo>
                    <a:pt x="415681" y="5908384"/>
                  </a:lnTo>
                  <a:lnTo>
                    <a:pt x="415776" y="5908384"/>
                  </a:lnTo>
                  <a:lnTo>
                    <a:pt x="415870" y="5908384"/>
                  </a:lnTo>
                  <a:lnTo>
                    <a:pt x="415964" y="5908384"/>
                  </a:lnTo>
                  <a:lnTo>
                    <a:pt x="416058" y="5908384"/>
                  </a:lnTo>
                  <a:lnTo>
                    <a:pt x="416152" y="5908384"/>
                  </a:lnTo>
                  <a:lnTo>
                    <a:pt x="416246" y="5908384"/>
                  </a:lnTo>
                  <a:lnTo>
                    <a:pt x="416340" y="5908384"/>
                  </a:lnTo>
                  <a:lnTo>
                    <a:pt x="416435" y="5908384"/>
                  </a:lnTo>
                  <a:lnTo>
                    <a:pt x="416529" y="5908384"/>
                  </a:lnTo>
                  <a:lnTo>
                    <a:pt x="416623" y="5908384"/>
                  </a:lnTo>
                  <a:lnTo>
                    <a:pt x="416717" y="5908384"/>
                  </a:lnTo>
                  <a:lnTo>
                    <a:pt x="416811" y="5908384"/>
                  </a:lnTo>
                  <a:lnTo>
                    <a:pt x="416811" y="5903472"/>
                  </a:lnTo>
                  <a:lnTo>
                    <a:pt x="416905" y="5903472"/>
                  </a:lnTo>
                  <a:lnTo>
                    <a:pt x="417000" y="5903472"/>
                  </a:lnTo>
                  <a:lnTo>
                    <a:pt x="417094" y="5903472"/>
                  </a:lnTo>
                  <a:lnTo>
                    <a:pt x="417188" y="5903472"/>
                  </a:lnTo>
                  <a:lnTo>
                    <a:pt x="417376" y="5903472"/>
                  </a:lnTo>
                  <a:lnTo>
                    <a:pt x="417470" y="5903472"/>
                  </a:lnTo>
                  <a:lnTo>
                    <a:pt x="417564" y="5903472"/>
                  </a:lnTo>
                  <a:lnTo>
                    <a:pt x="417659" y="5903472"/>
                  </a:lnTo>
                  <a:lnTo>
                    <a:pt x="417753" y="5903472"/>
                  </a:lnTo>
                  <a:lnTo>
                    <a:pt x="417847" y="5903472"/>
                  </a:lnTo>
                  <a:lnTo>
                    <a:pt x="417941" y="5903472"/>
                  </a:lnTo>
                  <a:lnTo>
                    <a:pt x="418035" y="5903472"/>
                  </a:lnTo>
                  <a:lnTo>
                    <a:pt x="418129" y="5903472"/>
                  </a:lnTo>
                  <a:lnTo>
                    <a:pt x="418224" y="5903472"/>
                  </a:lnTo>
                  <a:lnTo>
                    <a:pt x="418318" y="5903472"/>
                  </a:lnTo>
                  <a:lnTo>
                    <a:pt x="418412" y="5903472"/>
                  </a:lnTo>
                  <a:lnTo>
                    <a:pt x="418506" y="5903472"/>
                  </a:lnTo>
                  <a:lnTo>
                    <a:pt x="418694" y="5903472"/>
                  </a:lnTo>
                  <a:lnTo>
                    <a:pt x="418788" y="5903472"/>
                  </a:lnTo>
                  <a:lnTo>
                    <a:pt x="418977" y="5903472"/>
                  </a:lnTo>
                  <a:lnTo>
                    <a:pt x="419071" y="5903472"/>
                  </a:lnTo>
                  <a:lnTo>
                    <a:pt x="419165" y="5903472"/>
                  </a:lnTo>
                  <a:lnTo>
                    <a:pt x="419259" y="5903472"/>
                  </a:lnTo>
                  <a:lnTo>
                    <a:pt x="419353" y="5903472"/>
                  </a:lnTo>
                  <a:lnTo>
                    <a:pt x="419542" y="5903472"/>
                  </a:lnTo>
                  <a:lnTo>
                    <a:pt x="419636" y="5903472"/>
                  </a:lnTo>
                  <a:lnTo>
                    <a:pt x="419730" y="5903472"/>
                  </a:lnTo>
                  <a:lnTo>
                    <a:pt x="420012" y="5903472"/>
                  </a:lnTo>
                  <a:lnTo>
                    <a:pt x="420107" y="5903472"/>
                  </a:lnTo>
                  <a:lnTo>
                    <a:pt x="420201" y="5903472"/>
                  </a:lnTo>
                  <a:lnTo>
                    <a:pt x="420295" y="5903472"/>
                  </a:lnTo>
                  <a:lnTo>
                    <a:pt x="420389" y="5903472"/>
                  </a:lnTo>
                  <a:lnTo>
                    <a:pt x="420483" y="5903472"/>
                  </a:lnTo>
                  <a:lnTo>
                    <a:pt x="420577" y="5903472"/>
                  </a:lnTo>
                  <a:lnTo>
                    <a:pt x="420671" y="5903472"/>
                  </a:lnTo>
                  <a:lnTo>
                    <a:pt x="420766" y="5903472"/>
                  </a:lnTo>
                  <a:lnTo>
                    <a:pt x="420860" y="5903472"/>
                  </a:lnTo>
                  <a:lnTo>
                    <a:pt x="420954" y="5903472"/>
                  </a:lnTo>
                  <a:lnTo>
                    <a:pt x="421048" y="5903472"/>
                  </a:lnTo>
                  <a:lnTo>
                    <a:pt x="421142" y="5903472"/>
                  </a:lnTo>
                  <a:lnTo>
                    <a:pt x="421236" y="5903472"/>
                  </a:lnTo>
                  <a:lnTo>
                    <a:pt x="421331" y="5898561"/>
                  </a:lnTo>
                  <a:lnTo>
                    <a:pt x="421425" y="5898561"/>
                  </a:lnTo>
                  <a:lnTo>
                    <a:pt x="421613" y="5898561"/>
                  </a:lnTo>
                  <a:lnTo>
                    <a:pt x="421801" y="5898561"/>
                  </a:lnTo>
                  <a:lnTo>
                    <a:pt x="421990" y="5898561"/>
                  </a:lnTo>
                  <a:lnTo>
                    <a:pt x="422084" y="5898561"/>
                  </a:lnTo>
                  <a:lnTo>
                    <a:pt x="422272" y="5898561"/>
                  </a:lnTo>
                  <a:lnTo>
                    <a:pt x="422366" y="5898561"/>
                  </a:lnTo>
                  <a:lnTo>
                    <a:pt x="422460" y="5898561"/>
                  </a:lnTo>
                  <a:lnTo>
                    <a:pt x="422555" y="5898561"/>
                  </a:lnTo>
                  <a:lnTo>
                    <a:pt x="422649" y="5898561"/>
                  </a:lnTo>
                  <a:lnTo>
                    <a:pt x="422837" y="5898561"/>
                  </a:lnTo>
                  <a:lnTo>
                    <a:pt x="422931" y="5898561"/>
                  </a:lnTo>
                  <a:lnTo>
                    <a:pt x="423025" y="5898561"/>
                  </a:lnTo>
                  <a:lnTo>
                    <a:pt x="423308" y="5898561"/>
                  </a:lnTo>
                  <a:lnTo>
                    <a:pt x="423496" y="5898561"/>
                  </a:lnTo>
                  <a:lnTo>
                    <a:pt x="423590" y="5898561"/>
                  </a:lnTo>
                  <a:lnTo>
                    <a:pt x="423684" y="5898561"/>
                  </a:lnTo>
                  <a:lnTo>
                    <a:pt x="423779" y="5898561"/>
                  </a:lnTo>
                  <a:lnTo>
                    <a:pt x="423873" y="5898561"/>
                  </a:lnTo>
                  <a:lnTo>
                    <a:pt x="423873" y="5893649"/>
                  </a:lnTo>
                  <a:lnTo>
                    <a:pt x="423967" y="5893649"/>
                  </a:lnTo>
                  <a:lnTo>
                    <a:pt x="424061" y="5893649"/>
                  </a:lnTo>
                  <a:lnTo>
                    <a:pt x="424155" y="5893649"/>
                  </a:lnTo>
                  <a:lnTo>
                    <a:pt x="424249" y="5893649"/>
                  </a:lnTo>
                  <a:lnTo>
                    <a:pt x="424343" y="5893649"/>
                  </a:lnTo>
                  <a:lnTo>
                    <a:pt x="424438" y="5893649"/>
                  </a:lnTo>
                  <a:lnTo>
                    <a:pt x="424532" y="5893649"/>
                  </a:lnTo>
                  <a:lnTo>
                    <a:pt x="424626" y="5893649"/>
                  </a:lnTo>
                  <a:lnTo>
                    <a:pt x="424720" y="5893649"/>
                  </a:lnTo>
                  <a:lnTo>
                    <a:pt x="424814" y="5893649"/>
                  </a:lnTo>
                  <a:lnTo>
                    <a:pt x="424908" y="5893649"/>
                  </a:lnTo>
                  <a:lnTo>
                    <a:pt x="425002" y="5888738"/>
                  </a:lnTo>
                  <a:lnTo>
                    <a:pt x="425097" y="5888738"/>
                  </a:lnTo>
                  <a:lnTo>
                    <a:pt x="425191" y="5888738"/>
                  </a:lnTo>
                  <a:lnTo>
                    <a:pt x="425379" y="5888738"/>
                  </a:lnTo>
                  <a:lnTo>
                    <a:pt x="425473" y="5888738"/>
                  </a:lnTo>
                  <a:lnTo>
                    <a:pt x="425567" y="5888738"/>
                  </a:lnTo>
                  <a:lnTo>
                    <a:pt x="425662" y="5888738"/>
                  </a:lnTo>
                  <a:lnTo>
                    <a:pt x="425756" y="5888738"/>
                  </a:lnTo>
                  <a:lnTo>
                    <a:pt x="425850" y="5888738"/>
                  </a:lnTo>
                  <a:lnTo>
                    <a:pt x="425944" y="5888738"/>
                  </a:lnTo>
                  <a:lnTo>
                    <a:pt x="426038" y="5888738"/>
                  </a:lnTo>
                  <a:lnTo>
                    <a:pt x="426132" y="5888738"/>
                  </a:lnTo>
                  <a:lnTo>
                    <a:pt x="426226" y="5888738"/>
                  </a:lnTo>
                  <a:lnTo>
                    <a:pt x="426321" y="5888738"/>
                  </a:lnTo>
                  <a:lnTo>
                    <a:pt x="426415" y="5888738"/>
                  </a:lnTo>
                  <a:lnTo>
                    <a:pt x="426509" y="5888738"/>
                  </a:lnTo>
                  <a:lnTo>
                    <a:pt x="426603" y="5888738"/>
                  </a:lnTo>
                  <a:lnTo>
                    <a:pt x="426697" y="5888738"/>
                  </a:lnTo>
                  <a:lnTo>
                    <a:pt x="426791" y="5888738"/>
                  </a:lnTo>
                  <a:lnTo>
                    <a:pt x="426886" y="5888738"/>
                  </a:lnTo>
                  <a:lnTo>
                    <a:pt x="426980" y="5888738"/>
                  </a:lnTo>
                  <a:lnTo>
                    <a:pt x="427356" y="5888738"/>
                  </a:lnTo>
                  <a:lnTo>
                    <a:pt x="427450" y="5888738"/>
                  </a:lnTo>
                  <a:lnTo>
                    <a:pt x="427545" y="5888738"/>
                  </a:lnTo>
                  <a:lnTo>
                    <a:pt x="427639" y="5888738"/>
                  </a:lnTo>
                  <a:lnTo>
                    <a:pt x="427733" y="5888738"/>
                  </a:lnTo>
                  <a:lnTo>
                    <a:pt x="427827" y="5888738"/>
                  </a:lnTo>
                  <a:lnTo>
                    <a:pt x="428015" y="5888738"/>
                  </a:lnTo>
                  <a:lnTo>
                    <a:pt x="428110" y="5888738"/>
                  </a:lnTo>
                  <a:lnTo>
                    <a:pt x="428204" y="5888738"/>
                  </a:lnTo>
                  <a:lnTo>
                    <a:pt x="428298" y="5888738"/>
                  </a:lnTo>
                  <a:lnTo>
                    <a:pt x="428486" y="5888738"/>
                  </a:lnTo>
                  <a:lnTo>
                    <a:pt x="428580" y="5888738"/>
                  </a:lnTo>
                  <a:lnTo>
                    <a:pt x="428674" y="5888738"/>
                  </a:lnTo>
                  <a:lnTo>
                    <a:pt x="428769" y="5883827"/>
                  </a:lnTo>
                  <a:lnTo>
                    <a:pt x="428863" y="5883827"/>
                  </a:lnTo>
                  <a:lnTo>
                    <a:pt x="428957" y="5883827"/>
                  </a:lnTo>
                  <a:lnTo>
                    <a:pt x="429239" y="5883827"/>
                  </a:lnTo>
                  <a:lnTo>
                    <a:pt x="429333" y="5883827"/>
                  </a:lnTo>
                  <a:lnTo>
                    <a:pt x="429428" y="5883827"/>
                  </a:lnTo>
                  <a:lnTo>
                    <a:pt x="429522" y="5883827"/>
                  </a:lnTo>
                  <a:lnTo>
                    <a:pt x="429616" y="5883827"/>
                  </a:lnTo>
                  <a:lnTo>
                    <a:pt x="429710" y="5883827"/>
                  </a:lnTo>
                  <a:lnTo>
                    <a:pt x="429993" y="5883827"/>
                  </a:lnTo>
                  <a:lnTo>
                    <a:pt x="430275" y="5883827"/>
                  </a:lnTo>
                  <a:lnTo>
                    <a:pt x="430369" y="5883827"/>
                  </a:lnTo>
                  <a:lnTo>
                    <a:pt x="430463" y="5883827"/>
                  </a:lnTo>
                  <a:lnTo>
                    <a:pt x="430652" y="5883827"/>
                  </a:lnTo>
                  <a:lnTo>
                    <a:pt x="430746" y="5883827"/>
                  </a:lnTo>
                  <a:lnTo>
                    <a:pt x="430840" y="5883827"/>
                  </a:lnTo>
                  <a:lnTo>
                    <a:pt x="430934" y="5883827"/>
                  </a:lnTo>
                  <a:lnTo>
                    <a:pt x="431122" y="5883827"/>
                  </a:lnTo>
                  <a:lnTo>
                    <a:pt x="431217" y="5883827"/>
                  </a:lnTo>
                  <a:lnTo>
                    <a:pt x="431311" y="5883827"/>
                  </a:lnTo>
                  <a:lnTo>
                    <a:pt x="431405" y="5883827"/>
                  </a:lnTo>
                  <a:lnTo>
                    <a:pt x="431687" y="5883827"/>
                  </a:lnTo>
                  <a:lnTo>
                    <a:pt x="431781" y="5883827"/>
                  </a:lnTo>
                  <a:lnTo>
                    <a:pt x="431876" y="5883827"/>
                  </a:lnTo>
                  <a:lnTo>
                    <a:pt x="431970" y="5883827"/>
                  </a:lnTo>
                  <a:lnTo>
                    <a:pt x="432158" y="5883827"/>
                  </a:lnTo>
                  <a:lnTo>
                    <a:pt x="432252" y="5883827"/>
                  </a:lnTo>
                  <a:lnTo>
                    <a:pt x="432441" y="5883827"/>
                  </a:lnTo>
                  <a:lnTo>
                    <a:pt x="432535" y="5883827"/>
                  </a:lnTo>
                  <a:lnTo>
                    <a:pt x="432629" y="5883827"/>
                  </a:lnTo>
                  <a:lnTo>
                    <a:pt x="432723" y="5883827"/>
                  </a:lnTo>
                  <a:lnTo>
                    <a:pt x="432817" y="5883827"/>
                  </a:lnTo>
                  <a:lnTo>
                    <a:pt x="432911" y="5883827"/>
                  </a:lnTo>
                  <a:lnTo>
                    <a:pt x="433100" y="5883827"/>
                  </a:lnTo>
                  <a:lnTo>
                    <a:pt x="433194" y="5883827"/>
                  </a:lnTo>
                  <a:lnTo>
                    <a:pt x="433288" y="5883827"/>
                  </a:lnTo>
                  <a:lnTo>
                    <a:pt x="433382" y="5883827"/>
                  </a:lnTo>
                  <a:lnTo>
                    <a:pt x="433476" y="5883827"/>
                  </a:lnTo>
                  <a:lnTo>
                    <a:pt x="433570" y="5883827"/>
                  </a:lnTo>
                  <a:lnTo>
                    <a:pt x="433759" y="5883827"/>
                  </a:lnTo>
                  <a:lnTo>
                    <a:pt x="433853" y="5883827"/>
                  </a:lnTo>
                  <a:lnTo>
                    <a:pt x="433947" y="5883827"/>
                  </a:lnTo>
                  <a:lnTo>
                    <a:pt x="434229" y="5883827"/>
                  </a:lnTo>
                  <a:lnTo>
                    <a:pt x="434418" y="5883827"/>
                  </a:lnTo>
                  <a:lnTo>
                    <a:pt x="434700" y="5883827"/>
                  </a:lnTo>
                  <a:lnTo>
                    <a:pt x="434888" y="5883827"/>
                  </a:lnTo>
                  <a:lnTo>
                    <a:pt x="434983" y="5883827"/>
                  </a:lnTo>
                  <a:lnTo>
                    <a:pt x="435171" y="5883827"/>
                  </a:lnTo>
                  <a:lnTo>
                    <a:pt x="435265" y="5883827"/>
                  </a:lnTo>
                  <a:lnTo>
                    <a:pt x="435359" y="5883827"/>
                  </a:lnTo>
                  <a:lnTo>
                    <a:pt x="435548" y="5883827"/>
                  </a:lnTo>
                  <a:lnTo>
                    <a:pt x="435642" y="5883827"/>
                  </a:lnTo>
                  <a:lnTo>
                    <a:pt x="435736" y="5883827"/>
                  </a:lnTo>
                  <a:lnTo>
                    <a:pt x="435830" y="5883827"/>
                  </a:lnTo>
                  <a:lnTo>
                    <a:pt x="436018" y="5883827"/>
                  </a:lnTo>
                  <a:lnTo>
                    <a:pt x="436112" y="5883827"/>
                  </a:lnTo>
                  <a:lnTo>
                    <a:pt x="436207" y="5883827"/>
                  </a:lnTo>
                  <a:lnTo>
                    <a:pt x="436301" y="5883827"/>
                  </a:lnTo>
                  <a:lnTo>
                    <a:pt x="436395" y="5883827"/>
                  </a:lnTo>
                  <a:lnTo>
                    <a:pt x="436489" y="5883827"/>
                  </a:lnTo>
                  <a:lnTo>
                    <a:pt x="436583" y="5883827"/>
                  </a:lnTo>
                  <a:lnTo>
                    <a:pt x="436772" y="5883827"/>
                  </a:lnTo>
                  <a:lnTo>
                    <a:pt x="436866" y="5883827"/>
                  </a:lnTo>
                  <a:lnTo>
                    <a:pt x="436960" y="5883827"/>
                  </a:lnTo>
                  <a:lnTo>
                    <a:pt x="437054" y="5883827"/>
                  </a:lnTo>
                  <a:lnTo>
                    <a:pt x="437148" y="5883827"/>
                  </a:lnTo>
                  <a:lnTo>
                    <a:pt x="437242" y="5883827"/>
                  </a:lnTo>
                  <a:lnTo>
                    <a:pt x="437525" y="5883827"/>
                  </a:lnTo>
                  <a:lnTo>
                    <a:pt x="437713" y="5883827"/>
                  </a:lnTo>
                  <a:lnTo>
                    <a:pt x="437807" y="5883827"/>
                  </a:lnTo>
                  <a:lnTo>
                    <a:pt x="437901" y="5883827"/>
                  </a:lnTo>
                  <a:lnTo>
                    <a:pt x="437995" y="5883827"/>
                  </a:lnTo>
                  <a:lnTo>
                    <a:pt x="438090" y="5883827"/>
                  </a:lnTo>
                  <a:lnTo>
                    <a:pt x="438184" y="5883827"/>
                  </a:lnTo>
                  <a:lnTo>
                    <a:pt x="438560" y="5883827"/>
                  </a:lnTo>
                  <a:lnTo>
                    <a:pt x="438749" y="5883827"/>
                  </a:lnTo>
                  <a:lnTo>
                    <a:pt x="438843" y="5883827"/>
                  </a:lnTo>
                  <a:lnTo>
                    <a:pt x="438937" y="5883827"/>
                  </a:lnTo>
                  <a:lnTo>
                    <a:pt x="439031" y="5883827"/>
                  </a:lnTo>
                  <a:lnTo>
                    <a:pt x="439125" y="5883827"/>
                  </a:lnTo>
                  <a:lnTo>
                    <a:pt x="439219" y="5883827"/>
                  </a:lnTo>
                  <a:lnTo>
                    <a:pt x="439408" y="5883827"/>
                  </a:lnTo>
                  <a:lnTo>
                    <a:pt x="439502" y="5883827"/>
                  </a:lnTo>
                  <a:lnTo>
                    <a:pt x="439596" y="5883827"/>
                  </a:lnTo>
                  <a:lnTo>
                    <a:pt x="439690" y="5883827"/>
                  </a:lnTo>
                  <a:lnTo>
                    <a:pt x="439784" y="5883827"/>
                  </a:lnTo>
                  <a:lnTo>
                    <a:pt x="439879" y="5883827"/>
                  </a:lnTo>
                  <a:lnTo>
                    <a:pt x="439973" y="5883827"/>
                  </a:lnTo>
                  <a:lnTo>
                    <a:pt x="440161" y="5883827"/>
                  </a:lnTo>
                  <a:lnTo>
                    <a:pt x="440255" y="5883827"/>
                  </a:lnTo>
                  <a:lnTo>
                    <a:pt x="440349" y="5883827"/>
                  </a:lnTo>
                  <a:lnTo>
                    <a:pt x="440443" y="5883827"/>
                  </a:lnTo>
                  <a:lnTo>
                    <a:pt x="440538" y="5883827"/>
                  </a:lnTo>
                  <a:lnTo>
                    <a:pt x="440632" y="5883827"/>
                  </a:lnTo>
                  <a:lnTo>
                    <a:pt x="440726" y="5883827"/>
                  </a:lnTo>
                  <a:lnTo>
                    <a:pt x="440820" y="5883827"/>
                  </a:lnTo>
                  <a:lnTo>
                    <a:pt x="440914" y="5883827"/>
                  </a:lnTo>
                  <a:lnTo>
                    <a:pt x="441008" y="5883827"/>
                  </a:lnTo>
                  <a:lnTo>
                    <a:pt x="441103" y="5883827"/>
                  </a:lnTo>
                  <a:lnTo>
                    <a:pt x="441197" y="5883827"/>
                  </a:lnTo>
                  <a:lnTo>
                    <a:pt x="441385" y="5883827"/>
                  </a:lnTo>
                  <a:lnTo>
                    <a:pt x="441479" y="5883827"/>
                  </a:lnTo>
                  <a:lnTo>
                    <a:pt x="441573" y="5883827"/>
                  </a:lnTo>
                  <a:lnTo>
                    <a:pt x="441667" y="5883827"/>
                  </a:lnTo>
                  <a:lnTo>
                    <a:pt x="441762" y="5883827"/>
                  </a:lnTo>
                  <a:lnTo>
                    <a:pt x="441856" y="5883827"/>
                  </a:lnTo>
                  <a:lnTo>
                    <a:pt x="441950" y="5883827"/>
                  </a:lnTo>
                  <a:lnTo>
                    <a:pt x="442044" y="5883827"/>
                  </a:lnTo>
                  <a:lnTo>
                    <a:pt x="442138" y="5883827"/>
                  </a:lnTo>
                  <a:lnTo>
                    <a:pt x="442232" y="5883827"/>
                  </a:lnTo>
                  <a:lnTo>
                    <a:pt x="442326" y="5883827"/>
                  </a:lnTo>
                  <a:lnTo>
                    <a:pt x="442421" y="5883827"/>
                  </a:lnTo>
                  <a:lnTo>
                    <a:pt x="442515" y="5883827"/>
                  </a:lnTo>
                  <a:lnTo>
                    <a:pt x="442609" y="5883827"/>
                  </a:lnTo>
                  <a:lnTo>
                    <a:pt x="442703" y="5883827"/>
                  </a:lnTo>
                  <a:lnTo>
                    <a:pt x="442797" y="5883827"/>
                  </a:lnTo>
                  <a:lnTo>
                    <a:pt x="442891" y="5883827"/>
                  </a:lnTo>
                  <a:lnTo>
                    <a:pt x="442986" y="5883827"/>
                  </a:lnTo>
                  <a:lnTo>
                    <a:pt x="443080" y="5883827"/>
                  </a:lnTo>
                  <a:lnTo>
                    <a:pt x="443268" y="5883827"/>
                  </a:lnTo>
                  <a:lnTo>
                    <a:pt x="443362" y="5883827"/>
                  </a:lnTo>
                  <a:lnTo>
                    <a:pt x="443456" y="5883827"/>
                  </a:lnTo>
                  <a:lnTo>
                    <a:pt x="443550" y="5883827"/>
                  </a:lnTo>
                  <a:lnTo>
                    <a:pt x="443645" y="5883827"/>
                  </a:lnTo>
                  <a:lnTo>
                    <a:pt x="443739" y="5883827"/>
                  </a:lnTo>
                  <a:lnTo>
                    <a:pt x="443927" y="5883827"/>
                  </a:lnTo>
                  <a:lnTo>
                    <a:pt x="444115" y="5883827"/>
                  </a:lnTo>
                  <a:lnTo>
                    <a:pt x="444304" y="5883827"/>
                  </a:lnTo>
                  <a:lnTo>
                    <a:pt x="444398" y="5883827"/>
                  </a:lnTo>
                  <a:lnTo>
                    <a:pt x="444492" y="5883827"/>
                  </a:lnTo>
                  <a:lnTo>
                    <a:pt x="444680" y="5878915"/>
                  </a:lnTo>
                  <a:lnTo>
                    <a:pt x="444774" y="5878915"/>
                  </a:lnTo>
                  <a:lnTo>
                    <a:pt x="444869" y="5878915"/>
                  </a:lnTo>
                  <a:lnTo>
                    <a:pt x="444963" y="5874004"/>
                  </a:lnTo>
                  <a:lnTo>
                    <a:pt x="445151" y="5874004"/>
                  </a:lnTo>
                  <a:lnTo>
                    <a:pt x="445528" y="5874004"/>
                  </a:lnTo>
                  <a:lnTo>
                    <a:pt x="445622" y="5874004"/>
                  </a:lnTo>
                  <a:lnTo>
                    <a:pt x="445716" y="5874004"/>
                  </a:lnTo>
                  <a:lnTo>
                    <a:pt x="445810" y="5874004"/>
                  </a:lnTo>
                  <a:lnTo>
                    <a:pt x="445904" y="5874004"/>
                  </a:lnTo>
                  <a:lnTo>
                    <a:pt x="445998" y="5874004"/>
                  </a:lnTo>
                  <a:lnTo>
                    <a:pt x="446281" y="5874004"/>
                  </a:lnTo>
                  <a:lnTo>
                    <a:pt x="446469" y="5874004"/>
                  </a:lnTo>
                  <a:lnTo>
                    <a:pt x="446563" y="5874004"/>
                  </a:lnTo>
                  <a:lnTo>
                    <a:pt x="447034" y="5874004"/>
                  </a:lnTo>
                  <a:lnTo>
                    <a:pt x="447222" y="5874004"/>
                  </a:lnTo>
                  <a:lnTo>
                    <a:pt x="447317" y="5874004"/>
                  </a:lnTo>
                  <a:lnTo>
                    <a:pt x="447411" y="5874004"/>
                  </a:lnTo>
                  <a:lnTo>
                    <a:pt x="447505" y="5874004"/>
                  </a:lnTo>
                  <a:lnTo>
                    <a:pt x="447599" y="5874004"/>
                  </a:lnTo>
                  <a:lnTo>
                    <a:pt x="447693" y="5874004"/>
                  </a:lnTo>
                  <a:lnTo>
                    <a:pt x="447693" y="5869093"/>
                  </a:lnTo>
                  <a:lnTo>
                    <a:pt x="447881" y="5869093"/>
                  </a:lnTo>
                  <a:lnTo>
                    <a:pt x="448164" y="5869093"/>
                  </a:lnTo>
                  <a:lnTo>
                    <a:pt x="448258" y="5869093"/>
                  </a:lnTo>
                  <a:lnTo>
                    <a:pt x="448352" y="5869093"/>
                  </a:lnTo>
                  <a:lnTo>
                    <a:pt x="448446" y="5869093"/>
                  </a:lnTo>
                  <a:lnTo>
                    <a:pt x="448541" y="5869093"/>
                  </a:lnTo>
                  <a:lnTo>
                    <a:pt x="448635" y="5869093"/>
                  </a:lnTo>
                  <a:lnTo>
                    <a:pt x="448729" y="5869093"/>
                  </a:lnTo>
                  <a:lnTo>
                    <a:pt x="448823" y="5869093"/>
                  </a:lnTo>
                  <a:lnTo>
                    <a:pt x="448917" y="5869093"/>
                  </a:lnTo>
                  <a:lnTo>
                    <a:pt x="449011" y="5869093"/>
                  </a:lnTo>
                  <a:lnTo>
                    <a:pt x="449105" y="5869093"/>
                  </a:lnTo>
                  <a:lnTo>
                    <a:pt x="449200" y="5869093"/>
                  </a:lnTo>
                  <a:lnTo>
                    <a:pt x="449294" y="5869093"/>
                  </a:lnTo>
                  <a:lnTo>
                    <a:pt x="449482" y="5869093"/>
                  </a:lnTo>
                  <a:lnTo>
                    <a:pt x="449670" y="5869093"/>
                  </a:lnTo>
                  <a:lnTo>
                    <a:pt x="449859" y="5869093"/>
                  </a:lnTo>
                  <a:lnTo>
                    <a:pt x="449953" y="5869093"/>
                  </a:lnTo>
                  <a:lnTo>
                    <a:pt x="450047" y="5869093"/>
                  </a:lnTo>
                  <a:lnTo>
                    <a:pt x="450235" y="5869093"/>
                  </a:lnTo>
                  <a:lnTo>
                    <a:pt x="450329" y="5869093"/>
                  </a:lnTo>
                  <a:lnTo>
                    <a:pt x="450518" y="5869093"/>
                  </a:lnTo>
                  <a:lnTo>
                    <a:pt x="450612" y="5869093"/>
                  </a:lnTo>
                  <a:lnTo>
                    <a:pt x="450706" y="5869093"/>
                  </a:lnTo>
                  <a:lnTo>
                    <a:pt x="450800" y="5869093"/>
                  </a:lnTo>
                  <a:lnTo>
                    <a:pt x="450894" y="5869093"/>
                  </a:lnTo>
                  <a:lnTo>
                    <a:pt x="450988" y="5869093"/>
                  </a:lnTo>
                  <a:lnTo>
                    <a:pt x="451083" y="5869093"/>
                  </a:lnTo>
                  <a:lnTo>
                    <a:pt x="451271" y="5869093"/>
                  </a:lnTo>
                  <a:lnTo>
                    <a:pt x="451365" y="5869093"/>
                  </a:lnTo>
                  <a:lnTo>
                    <a:pt x="451459" y="5869093"/>
                  </a:lnTo>
                  <a:lnTo>
                    <a:pt x="451553" y="5869093"/>
                  </a:lnTo>
                  <a:lnTo>
                    <a:pt x="451648" y="5869093"/>
                  </a:lnTo>
                  <a:lnTo>
                    <a:pt x="451742" y="5869093"/>
                  </a:lnTo>
                  <a:lnTo>
                    <a:pt x="451836" y="5869093"/>
                  </a:lnTo>
                  <a:lnTo>
                    <a:pt x="452024" y="5869093"/>
                  </a:lnTo>
                  <a:lnTo>
                    <a:pt x="452118" y="5869093"/>
                  </a:lnTo>
                  <a:lnTo>
                    <a:pt x="452212" y="5869093"/>
                  </a:lnTo>
                  <a:lnTo>
                    <a:pt x="452307" y="5864181"/>
                  </a:lnTo>
                  <a:lnTo>
                    <a:pt x="452401" y="5864181"/>
                  </a:lnTo>
                  <a:lnTo>
                    <a:pt x="452495" y="5864181"/>
                  </a:lnTo>
                  <a:lnTo>
                    <a:pt x="452777" y="5864181"/>
                  </a:lnTo>
                  <a:lnTo>
                    <a:pt x="452966" y="5864181"/>
                  </a:lnTo>
                  <a:lnTo>
                    <a:pt x="453154" y="5864181"/>
                  </a:lnTo>
                  <a:lnTo>
                    <a:pt x="453248" y="5864181"/>
                  </a:lnTo>
                  <a:lnTo>
                    <a:pt x="453436" y="5864181"/>
                  </a:lnTo>
                  <a:lnTo>
                    <a:pt x="453531" y="5864181"/>
                  </a:lnTo>
                  <a:lnTo>
                    <a:pt x="453813" y="5864181"/>
                  </a:lnTo>
                  <a:lnTo>
                    <a:pt x="454001" y="5864181"/>
                  </a:lnTo>
                  <a:lnTo>
                    <a:pt x="454096" y="5864181"/>
                  </a:lnTo>
                  <a:lnTo>
                    <a:pt x="454190" y="5864181"/>
                  </a:lnTo>
                  <a:lnTo>
                    <a:pt x="454284" y="5864181"/>
                  </a:lnTo>
                  <a:lnTo>
                    <a:pt x="454378" y="5864181"/>
                  </a:lnTo>
                  <a:lnTo>
                    <a:pt x="454472" y="5864181"/>
                  </a:lnTo>
                  <a:lnTo>
                    <a:pt x="454566" y="5864181"/>
                  </a:lnTo>
                  <a:lnTo>
                    <a:pt x="454660" y="5864181"/>
                  </a:lnTo>
                  <a:lnTo>
                    <a:pt x="454755" y="5864181"/>
                  </a:lnTo>
                  <a:lnTo>
                    <a:pt x="454849" y="5864181"/>
                  </a:lnTo>
                  <a:lnTo>
                    <a:pt x="455037" y="5864181"/>
                  </a:lnTo>
                  <a:lnTo>
                    <a:pt x="455131" y="5864181"/>
                  </a:lnTo>
                  <a:lnTo>
                    <a:pt x="455225" y="5864181"/>
                  </a:lnTo>
                  <a:lnTo>
                    <a:pt x="455319" y="5864181"/>
                  </a:lnTo>
                  <a:lnTo>
                    <a:pt x="455414" y="5864181"/>
                  </a:lnTo>
                  <a:lnTo>
                    <a:pt x="455508" y="5864181"/>
                  </a:lnTo>
                  <a:lnTo>
                    <a:pt x="455602" y="5864181"/>
                  </a:lnTo>
                  <a:lnTo>
                    <a:pt x="455696" y="5864181"/>
                  </a:lnTo>
                  <a:lnTo>
                    <a:pt x="455790" y="5864181"/>
                  </a:lnTo>
                  <a:lnTo>
                    <a:pt x="456073" y="5864181"/>
                  </a:lnTo>
                  <a:lnTo>
                    <a:pt x="456167" y="5864181"/>
                  </a:lnTo>
                  <a:lnTo>
                    <a:pt x="456261" y="5864181"/>
                  </a:lnTo>
                  <a:lnTo>
                    <a:pt x="456355" y="5864181"/>
                  </a:lnTo>
                  <a:lnTo>
                    <a:pt x="456449" y="5864181"/>
                  </a:lnTo>
                  <a:lnTo>
                    <a:pt x="456543" y="5864181"/>
                  </a:lnTo>
                  <a:lnTo>
                    <a:pt x="456638" y="5864181"/>
                  </a:lnTo>
                  <a:lnTo>
                    <a:pt x="456732" y="5864181"/>
                  </a:lnTo>
                  <a:lnTo>
                    <a:pt x="456826" y="5864181"/>
                  </a:lnTo>
                  <a:lnTo>
                    <a:pt x="456920" y="5864181"/>
                  </a:lnTo>
                  <a:lnTo>
                    <a:pt x="457014" y="5864181"/>
                  </a:lnTo>
                  <a:lnTo>
                    <a:pt x="457108" y="5864181"/>
                  </a:lnTo>
                  <a:lnTo>
                    <a:pt x="457203" y="5864181"/>
                  </a:lnTo>
                  <a:lnTo>
                    <a:pt x="457297" y="5864181"/>
                  </a:lnTo>
                  <a:lnTo>
                    <a:pt x="457391" y="5864181"/>
                  </a:lnTo>
                  <a:lnTo>
                    <a:pt x="457485" y="5864181"/>
                  </a:lnTo>
                  <a:lnTo>
                    <a:pt x="457673" y="5864181"/>
                  </a:lnTo>
                  <a:lnTo>
                    <a:pt x="457862" y="5864181"/>
                  </a:lnTo>
                  <a:lnTo>
                    <a:pt x="458050" y="5864181"/>
                  </a:lnTo>
                  <a:lnTo>
                    <a:pt x="458144" y="5864181"/>
                  </a:lnTo>
                  <a:lnTo>
                    <a:pt x="458427" y="5864181"/>
                  </a:lnTo>
                  <a:lnTo>
                    <a:pt x="458521" y="5864181"/>
                  </a:lnTo>
                  <a:lnTo>
                    <a:pt x="458615" y="5864181"/>
                  </a:lnTo>
                  <a:lnTo>
                    <a:pt x="458709" y="5864181"/>
                  </a:lnTo>
                  <a:lnTo>
                    <a:pt x="458803" y="5864181"/>
                  </a:lnTo>
                  <a:lnTo>
                    <a:pt x="458897" y="5864181"/>
                  </a:lnTo>
                  <a:lnTo>
                    <a:pt x="459086" y="5864181"/>
                  </a:lnTo>
                  <a:lnTo>
                    <a:pt x="459274" y="5864181"/>
                  </a:lnTo>
                  <a:lnTo>
                    <a:pt x="459368" y="5864181"/>
                  </a:lnTo>
                  <a:lnTo>
                    <a:pt x="459650" y="5864181"/>
                  </a:lnTo>
                  <a:lnTo>
                    <a:pt x="459745" y="5864181"/>
                  </a:lnTo>
                  <a:lnTo>
                    <a:pt x="459839" y="5864181"/>
                  </a:lnTo>
                  <a:lnTo>
                    <a:pt x="459933" y="5864181"/>
                  </a:lnTo>
                  <a:lnTo>
                    <a:pt x="460027" y="5864181"/>
                  </a:lnTo>
                  <a:lnTo>
                    <a:pt x="460121" y="5864181"/>
                  </a:lnTo>
                  <a:lnTo>
                    <a:pt x="460215" y="5864181"/>
                  </a:lnTo>
                  <a:lnTo>
                    <a:pt x="460310" y="5864181"/>
                  </a:lnTo>
                  <a:lnTo>
                    <a:pt x="460404" y="5864181"/>
                  </a:lnTo>
                  <a:lnTo>
                    <a:pt x="460498" y="5864181"/>
                  </a:lnTo>
                  <a:lnTo>
                    <a:pt x="460592" y="5864181"/>
                  </a:lnTo>
                  <a:lnTo>
                    <a:pt x="460686" y="5864181"/>
                  </a:lnTo>
                  <a:lnTo>
                    <a:pt x="460780" y="5864181"/>
                  </a:lnTo>
                  <a:lnTo>
                    <a:pt x="460874" y="5864181"/>
                  </a:lnTo>
                  <a:lnTo>
                    <a:pt x="460969" y="5864181"/>
                  </a:lnTo>
                  <a:lnTo>
                    <a:pt x="461063" y="5864181"/>
                  </a:lnTo>
                  <a:lnTo>
                    <a:pt x="461157" y="5864181"/>
                  </a:lnTo>
                  <a:lnTo>
                    <a:pt x="461251" y="5864181"/>
                  </a:lnTo>
                  <a:lnTo>
                    <a:pt x="461345" y="5864181"/>
                  </a:lnTo>
                  <a:lnTo>
                    <a:pt x="461439" y="5864181"/>
                  </a:lnTo>
                  <a:lnTo>
                    <a:pt x="461534" y="5864181"/>
                  </a:lnTo>
                  <a:lnTo>
                    <a:pt x="461628" y="5864181"/>
                  </a:lnTo>
                  <a:lnTo>
                    <a:pt x="461722" y="5859270"/>
                  </a:lnTo>
                  <a:lnTo>
                    <a:pt x="462381" y="5859270"/>
                  </a:lnTo>
                  <a:lnTo>
                    <a:pt x="462475" y="5859270"/>
                  </a:lnTo>
                  <a:lnTo>
                    <a:pt x="462569" y="5859270"/>
                  </a:lnTo>
                  <a:lnTo>
                    <a:pt x="462663" y="5859270"/>
                  </a:lnTo>
                  <a:lnTo>
                    <a:pt x="462852" y="5859270"/>
                  </a:lnTo>
                  <a:lnTo>
                    <a:pt x="463040" y="5859270"/>
                  </a:lnTo>
                  <a:lnTo>
                    <a:pt x="463134" y="5859270"/>
                  </a:lnTo>
                  <a:lnTo>
                    <a:pt x="463228" y="5859270"/>
                  </a:lnTo>
                  <a:lnTo>
                    <a:pt x="463322" y="5859270"/>
                  </a:lnTo>
                  <a:lnTo>
                    <a:pt x="463511" y="5859270"/>
                  </a:lnTo>
                  <a:lnTo>
                    <a:pt x="463699" y="5859270"/>
                  </a:lnTo>
                  <a:lnTo>
                    <a:pt x="463793" y="5859270"/>
                  </a:lnTo>
                  <a:lnTo>
                    <a:pt x="463887" y="5859270"/>
                  </a:lnTo>
                  <a:lnTo>
                    <a:pt x="463981" y="5859270"/>
                  </a:lnTo>
                  <a:lnTo>
                    <a:pt x="464076" y="5859270"/>
                  </a:lnTo>
                  <a:lnTo>
                    <a:pt x="464170" y="5859270"/>
                  </a:lnTo>
                  <a:lnTo>
                    <a:pt x="464264" y="5859270"/>
                  </a:lnTo>
                  <a:lnTo>
                    <a:pt x="464358" y="5859270"/>
                  </a:lnTo>
                  <a:lnTo>
                    <a:pt x="464452" y="5859270"/>
                  </a:lnTo>
                  <a:lnTo>
                    <a:pt x="464546" y="5859270"/>
                  </a:lnTo>
                  <a:lnTo>
                    <a:pt x="464641" y="5859270"/>
                  </a:lnTo>
                  <a:lnTo>
                    <a:pt x="464735" y="5859270"/>
                  </a:lnTo>
                  <a:lnTo>
                    <a:pt x="464829" y="5859270"/>
                  </a:lnTo>
                  <a:lnTo>
                    <a:pt x="464923" y="5859270"/>
                  </a:lnTo>
                  <a:lnTo>
                    <a:pt x="465017" y="5859270"/>
                  </a:lnTo>
                  <a:lnTo>
                    <a:pt x="465111" y="5859270"/>
                  </a:lnTo>
                  <a:lnTo>
                    <a:pt x="465205" y="5859270"/>
                  </a:lnTo>
                  <a:lnTo>
                    <a:pt x="465300" y="5859270"/>
                  </a:lnTo>
                  <a:lnTo>
                    <a:pt x="465394" y="5859270"/>
                  </a:lnTo>
                  <a:lnTo>
                    <a:pt x="465582" y="5859270"/>
                  </a:lnTo>
                  <a:lnTo>
                    <a:pt x="465676" y="5859270"/>
                  </a:lnTo>
                  <a:lnTo>
                    <a:pt x="465770" y="5859270"/>
                  </a:lnTo>
                  <a:lnTo>
                    <a:pt x="465865" y="5859270"/>
                  </a:lnTo>
                  <a:lnTo>
                    <a:pt x="465959" y="5859270"/>
                  </a:lnTo>
                  <a:lnTo>
                    <a:pt x="466241" y="5859270"/>
                  </a:lnTo>
                  <a:lnTo>
                    <a:pt x="466335" y="5859270"/>
                  </a:lnTo>
                  <a:lnTo>
                    <a:pt x="466429" y="5859270"/>
                  </a:lnTo>
                  <a:lnTo>
                    <a:pt x="466524" y="5859270"/>
                  </a:lnTo>
                  <a:lnTo>
                    <a:pt x="466618" y="5859270"/>
                  </a:lnTo>
                  <a:lnTo>
                    <a:pt x="466712" y="5859270"/>
                  </a:lnTo>
                  <a:lnTo>
                    <a:pt x="466806" y="5859270"/>
                  </a:lnTo>
                  <a:lnTo>
                    <a:pt x="466994" y="5859270"/>
                  </a:lnTo>
                  <a:lnTo>
                    <a:pt x="467089" y="5859270"/>
                  </a:lnTo>
                  <a:lnTo>
                    <a:pt x="467183" y="5859270"/>
                  </a:lnTo>
                  <a:lnTo>
                    <a:pt x="467277" y="5859270"/>
                  </a:lnTo>
                  <a:lnTo>
                    <a:pt x="467371" y="5859270"/>
                  </a:lnTo>
                  <a:lnTo>
                    <a:pt x="467465" y="5859270"/>
                  </a:lnTo>
                  <a:lnTo>
                    <a:pt x="467559" y="5859270"/>
                  </a:lnTo>
                  <a:lnTo>
                    <a:pt x="467653" y="5859270"/>
                  </a:lnTo>
                  <a:lnTo>
                    <a:pt x="467748" y="5859270"/>
                  </a:lnTo>
                  <a:lnTo>
                    <a:pt x="467936" y="5859270"/>
                  </a:lnTo>
                  <a:lnTo>
                    <a:pt x="468030" y="5859270"/>
                  </a:lnTo>
                  <a:lnTo>
                    <a:pt x="468218" y="5859270"/>
                  </a:lnTo>
                  <a:lnTo>
                    <a:pt x="468595" y="5859270"/>
                  </a:lnTo>
                  <a:lnTo>
                    <a:pt x="468689" y="5859270"/>
                  </a:lnTo>
                  <a:lnTo>
                    <a:pt x="468783" y="5859270"/>
                  </a:lnTo>
                  <a:lnTo>
                    <a:pt x="469066" y="5859270"/>
                  </a:lnTo>
                  <a:lnTo>
                    <a:pt x="469160" y="5859270"/>
                  </a:lnTo>
                  <a:lnTo>
                    <a:pt x="469254" y="5859270"/>
                  </a:lnTo>
                  <a:lnTo>
                    <a:pt x="469348" y="5859270"/>
                  </a:lnTo>
                  <a:lnTo>
                    <a:pt x="469442" y="5859270"/>
                  </a:lnTo>
                  <a:lnTo>
                    <a:pt x="469725" y="5859270"/>
                  </a:lnTo>
                  <a:lnTo>
                    <a:pt x="470007" y="5859270"/>
                  </a:lnTo>
                  <a:lnTo>
                    <a:pt x="470196" y="5859270"/>
                  </a:lnTo>
                  <a:lnTo>
                    <a:pt x="470290" y="5859270"/>
                  </a:lnTo>
                  <a:lnTo>
                    <a:pt x="470384" y="5859270"/>
                  </a:lnTo>
                  <a:lnTo>
                    <a:pt x="470478" y="5859270"/>
                  </a:lnTo>
                  <a:lnTo>
                    <a:pt x="470572" y="5859270"/>
                  </a:lnTo>
                  <a:lnTo>
                    <a:pt x="470666" y="5859270"/>
                  </a:lnTo>
                  <a:lnTo>
                    <a:pt x="470760" y="5859270"/>
                  </a:lnTo>
                  <a:lnTo>
                    <a:pt x="470855" y="5859270"/>
                  </a:lnTo>
                  <a:lnTo>
                    <a:pt x="470949" y="5859270"/>
                  </a:lnTo>
                  <a:lnTo>
                    <a:pt x="471043" y="5859270"/>
                  </a:lnTo>
                  <a:lnTo>
                    <a:pt x="471137" y="5859270"/>
                  </a:lnTo>
                  <a:lnTo>
                    <a:pt x="471231" y="5859270"/>
                  </a:lnTo>
                  <a:lnTo>
                    <a:pt x="471325" y="5859270"/>
                  </a:lnTo>
                  <a:lnTo>
                    <a:pt x="471420" y="5859270"/>
                  </a:lnTo>
                  <a:lnTo>
                    <a:pt x="471514" y="5859270"/>
                  </a:lnTo>
                  <a:lnTo>
                    <a:pt x="471608" y="5859270"/>
                  </a:lnTo>
                  <a:lnTo>
                    <a:pt x="471702" y="5859270"/>
                  </a:lnTo>
                  <a:lnTo>
                    <a:pt x="471796" y="5859270"/>
                  </a:lnTo>
                  <a:lnTo>
                    <a:pt x="471890" y="5859270"/>
                  </a:lnTo>
                  <a:lnTo>
                    <a:pt x="471984" y="5859270"/>
                  </a:lnTo>
                  <a:lnTo>
                    <a:pt x="472079" y="5859270"/>
                  </a:lnTo>
                  <a:lnTo>
                    <a:pt x="472173" y="5859270"/>
                  </a:lnTo>
                  <a:lnTo>
                    <a:pt x="472267" y="5859270"/>
                  </a:lnTo>
                  <a:lnTo>
                    <a:pt x="472361" y="5859270"/>
                  </a:lnTo>
                  <a:lnTo>
                    <a:pt x="472455" y="5859270"/>
                  </a:lnTo>
                  <a:lnTo>
                    <a:pt x="472643" y="5859270"/>
                  </a:lnTo>
                  <a:lnTo>
                    <a:pt x="472738" y="5859270"/>
                  </a:lnTo>
                  <a:lnTo>
                    <a:pt x="472832" y="5859270"/>
                  </a:lnTo>
                  <a:lnTo>
                    <a:pt x="472926" y="5859270"/>
                  </a:lnTo>
                  <a:lnTo>
                    <a:pt x="473020" y="5859270"/>
                  </a:lnTo>
                  <a:lnTo>
                    <a:pt x="473114" y="5859270"/>
                  </a:lnTo>
                  <a:lnTo>
                    <a:pt x="473208" y="5859270"/>
                  </a:lnTo>
                  <a:lnTo>
                    <a:pt x="473303" y="5859270"/>
                  </a:lnTo>
                  <a:lnTo>
                    <a:pt x="473491" y="5859270"/>
                  </a:lnTo>
                  <a:lnTo>
                    <a:pt x="473585" y="5859270"/>
                  </a:lnTo>
                  <a:lnTo>
                    <a:pt x="473679" y="5859270"/>
                  </a:lnTo>
                  <a:lnTo>
                    <a:pt x="473773" y="5859270"/>
                  </a:lnTo>
                  <a:lnTo>
                    <a:pt x="473867" y="5859270"/>
                  </a:lnTo>
                  <a:lnTo>
                    <a:pt x="473962" y="5859270"/>
                  </a:lnTo>
                  <a:lnTo>
                    <a:pt x="474056" y="5859270"/>
                  </a:lnTo>
                  <a:lnTo>
                    <a:pt x="474150" y="5859270"/>
                  </a:lnTo>
                  <a:lnTo>
                    <a:pt x="474338" y="5859270"/>
                  </a:lnTo>
                  <a:lnTo>
                    <a:pt x="474432" y="5859270"/>
                  </a:lnTo>
                  <a:lnTo>
                    <a:pt x="474527" y="5859270"/>
                  </a:lnTo>
                  <a:lnTo>
                    <a:pt x="474527" y="5854358"/>
                  </a:lnTo>
                  <a:lnTo>
                    <a:pt x="474621" y="5854358"/>
                  </a:lnTo>
                  <a:lnTo>
                    <a:pt x="474715" y="5854358"/>
                  </a:lnTo>
                  <a:lnTo>
                    <a:pt x="474809" y="5854358"/>
                  </a:lnTo>
                  <a:lnTo>
                    <a:pt x="474903" y="5854358"/>
                  </a:lnTo>
                  <a:lnTo>
                    <a:pt x="474997" y="5854358"/>
                  </a:lnTo>
                  <a:lnTo>
                    <a:pt x="475091" y="5854358"/>
                  </a:lnTo>
                  <a:lnTo>
                    <a:pt x="475280" y="5854358"/>
                  </a:lnTo>
                  <a:lnTo>
                    <a:pt x="475374" y="5854358"/>
                  </a:lnTo>
                  <a:lnTo>
                    <a:pt x="475468" y="5854358"/>
                  </a:lnTo>
                  <a:lnTo>
                    <a:pt x="475656" y="5854358"/>
                  </a:lnTo>
                  <a:lnTo>
                    <a:pt x="475845" y="5854358"/>
                  </a:lnTo>
                  <a:lnTo>
                    <a:pt x="475939" y="5854358"/>
                  </a:lnTo>
                  <a:lnTo>
                    <a:pt x="476033" y="5854358"/>
                  </a:lnTo>
                  <a:lnTo>
                    <a:pt x="476127" y="5854358"/>
                  </a:lnTo>
                  <a:lnTo>
                    <a:pt x="476221" y="5854358"/>
                  </a:lnTo>
                  <a:lnTo>
                    <a:pt x="476315" y="5854358"/>
                  </a:lnTo>
                  <a:lnTo>
                    <a:pt x="476410" y="5854358"/>
                  </a:lnTo>
                  <a:lnTo>
                    <a:pt x="476504" y="5854358"/>
                  </a:lnTo>
                  <a:lnTo>
                    <a:pt x="476880" y="5854358"/>
                  </a:lnTo>
                  <a:lnTo>
                    <a:pt x="476974" y="5854358"/>
                  </a:lnTo>
                  <a:lnTo>
                    <a:pt x="477069" y="5854358"/>
                  </a:lnTo>
                  <a:lnTo>
                    <a:pt x="477163" y="5854358"/>
                  </a:lnTo>
                  <a:lnTo>
                    <a:pt x="477257" y="5854358"/>
                  </a:lnTo>
                  <a:lnTo>
                    <a:pt x="477351" y="5854358"/>
                  </a:lnTo>
                  <a:lnTo>
                    <a:pt x="477539" y="5854358"/>
                  </a:lnTo>
                  <a:lnTo>
                    <a:pt x="477634" y="5854358"/>
                  </a:lnTo>
                  <a:lnTo>
                    <a:pt x="477728" y="5854358"/>
                  </a:lnTo>
                  <a:lnTo>
                    <a:pt x="477822" y="5854358"/>
                  </a:lnTo>
                  <a:lnTo>
                    <a:pt x="477916" y="5854358"/>
                  </a:lnTo>
                  <a:lnTo>
                    <a:pt x="478010" y="5854358"/>
                  </a:lnTo>
                  <a:lnTo>
                    <a:pt x="478104" y="5854358"/>
                  </a:lnTo>
                  <a:lnTo>
                    <a:pt x="478198" y="5854358"/>
                  </a:lnTo>
                  <a:lnTo>
                    <a:pt x="478293" y="5854358"/>
                  </a:lnTo>
                  <a:lnTo>
                    <a:pt x="478387" y="5854358"/>
                  </a:lnTo>
                  <a:lnTo>
                    <a:pt x="478481" y="5854358"/>
                  </a:lnTo>
                  <a:lnTo>
                    <a:pt x="478669" y="5854358"/>
                  </a:lnTo>
                  <a:lnTo>
                    <a:pt x="478858" y="5854358"/>
                  </a:lnTo>
                  <a:lnTo>
                    <a:pt x="478952" y="5854358"/>
                  </a:lnTo>
                  <a:lnTo>
                    <a:pt x="479046" y="5854358"/>
                  </a:lnTo>
                  <a:lnTo>
                    <a:pt x="479046" y="5849447"/>
                  </a:lnTo>
                  <a:lnTo>
                    <a:pt x="479140" y="5849447"/>
                  </a:lnTo>
                  <a:lnTo>
                    <a:pt x="479234" y="5849447"/>
                  </a:lnTo>
                  <a:lnTo>
                    <a:pt x="479328" y="5849447"/>
                  </a:lnTo>
                  <a:lnTo>
                    <a:pt x="479422" y="5849447"/>
                  </a:lnTo>
                  <a:lnTo>
                    <a:pt x="479611" y="5849447"/>
                  </a:lnTo>
                  <a:lnTo>
                    <a:pt x="479705" y="5849447"/>
                  </a:lnTo>
                  <a:lnTo>
                    <a:pt x="479799" y="5849447"/>
                  </a:lnTo>
                  <a:lnTo>
                    <a:pt x="479987" y="5849447"/>
                  </a:lnTo>
                  <a:lnTo>
                    <a:pt x="480176" y="5849447"/>
                  </a:lnTo>
                  <a:lnTo>
                    <a:pt x="480270" y="5849447"/>
                  </a:lnTo>
                  <a:lnTo>
                    <a:pt x="480270" y="5844536"/>
                  </a:lnTo>
                  <a:lnTo>
                    <a:pt x="480364" y="5844536"/>
                  </a:lnTo>
                  <a:lnTo>
                    <a:pt x="480835" y="5844536"/>
                  </a:lnTo>
                  <a:lnTo>
                    <a:pt x="480929" y="5844536"/>
                  </a:lnTo>
                  <a:lnTo>
                    <a:pt x="481117" y="5844536"/>
                  </a:lnTo>
                  <a:lnTo>
                    <a:pt x="481211" y="5844536"/>
                  </a:lnTo>
                  <a:lnTo>
                    <a:pt x="481305" y="5844536"/>
                  </a:lnTo>
                  <a:lnTo>
                    <a:pt x="481400" y="5844536"/>
                  </a:lnTo>
                  <a:lnTo>
                    <a:pt x="481682" y="5844536"/>
                  </a:lnTo>
                  <a:lnTo>
                    <a:pt x="481776" y="5844536"/>
                  </a:lnTo>
                  <a:lnTo>
                    <a:pt x="481776" y="5839624"/>
                  </a:lnTo>
                  <a:lnTo>
                    <a:pt x="481870" y="5839624"/>
                  </a:lnTo>
                  <a:lnTo>
                    <a:pt x="482059" y="5839624"/>
                  </a:lnTo>
                  <a:lnTo>
                    <a:pt x="482153" y="5839624"/>
                  </a:lnTo>
                  <a:lnTo>
                    <a:pt x="482247" y="5839624"/>
                  </a:lnTo>
                  <a:lnTo>
                    <a:pt x="482435" y="5839624"/>
                  </a:lnTo>
                  <a:lnTo>
                    <a:pt x="482529" y="5839624"/>
                  </a:lnTo>
                  <a:lnTo>
                    <a:pt x="482624" y="5839624"/>
                  </a:lnTo>
                  <a:lnTo>
                    <a:pt x="482718" y="5839624"/>
                  </a:lnTo>
                  <a:lnTo>
                    <a:pt x="482812" y="5839624"/>
                  </a:lnTo>
                  <a:lnTo>
                    <a:pt x="482906" y="5839624"/>
                  </a:lnTo>
                  <a:lnTo>
                    <a:pt x="483000" y="5839624"/>
                  </a:lnTo>
                  <a:lnTo>
                    <a:pt x="483094" y="5839624"/>
                  </a:lnTo>
                  <a:lnTo>
                    <a:pt x="483189" y="5839624"/>
                  </a:lnTo>
                  <a:lnTo>
                    <a:pt x="483283" y="5839624"/>
                  </a:lnTo>
                  <a:lnTo>
                    <a:pt x="483377" y="5839624"/>
                  </a:lnTo>
                  <a:lnTo>
                    <a:pt x="483471" y="5839624"/>
                  </a:lnTo>
                  <a:lnTo>
                    <a:pt x="483848" y="5839624"/>
                  </a:lnTo>
                  <a:lnTo>
                    <a:pt x="483942" y="5839624"/>
                  </a:lnTo>
                  <a:lnTo>
                    <a:pt x="484224" y="5839624"/>
                  </a:lnTo>
                  <a:lnTo>
                    <a:pt x="484224" y="5834713"/>
                  </a:lnTo>
                  <a:lnTo>
                    <a:pt x="484413" y="5834713"/>
                  </a:lnTo>
                  <a:lnTo>
                    <a:pt x="484507" y="5834713"/>
                  </a:lnTo>
                  <a:lnTo>
                    <a:pt x="484601" y="5834713"/>
                  </a:lnTo>
                  <a:lnTo>
                    <a:pt x="484695" y="5834713"/>
                  </a:lnTo>
                  <a:lnTo>
                    <a:pt x="484789" y="5834713"/>
                  </a:lnTo>
                  <a:lnTo>
                    <a:pt x="484883" y="5834713"/>
                  </a:lnTo>
                  <a:lnTo>
                    <a:pt x="484977" y="5834713"/>
                  </a:lnTo>
                  <a:lnTo>
                    <a:pt x="485072" y="5834713"/>
                  </a:lnTo>
                  <a:lnTo>
                    <a:pt x="485260" y="5834713"/>
                  </a:lnTo>
                  <a:lnTo>
                    <a:pt x="485354" y="5834713"/>
                  </a:lnTo>
                  <a:lnTo>
                    <a:pt x="485448" y="5834713"/>
                  </a:lnTo>
                  <a:lnTo>
                    <a:pt x="485542" y="5834713"/>
                  </a:lnTo>
                  <a:lnTo>
                    <a:pt x="485636" y="5834713"/>
                  </a:lnTo>
                  <a:lnTo>
                    <a:pt x="485731" y="5834713"/>
                  </a:lnTo>
                  <a:lnTo>
                    <a:pt x="485825" y="5834713"/>
                  </a:lnTo>
                  <a:lnTo>
                    <a:pt x="485919" y="5834713"/>
                  </a:lnTo>
                  <a:lnTo>
                    <a:pt x="486107" y="5834713"/>
                  </a:lnTo>
                  <a:lnTo>
                    <a:pt x="486201" y="5834713"/>
                  </a:lnTo>
                  <a:lnTo>
                    <a:pt x="486296" y="5834713"/>
                  </a:lnTo>
                  <a:lnTo>
                    <a:pt x="486390" y="5834713"/>
                  </a:lnTo>
                  <a:lnTo>
                    <a:pt x="486484" y="5834713"/>
                  </a:lnTo>
                  <a:lnTo>
                    <a:pt x="486578" y="5834713"/>
                  </a:lnTo>
                  <a:lnTo>
                    <a:pt x="486672" y="5834713"/>
                  </a:lnTo>
                  <a:lnTo>
                    <a:pt x="486860" y="5834713"/>
                  </a:lnTo>
                  <a:lnTo>
                    <a:pt x="486955" y="5834713"/>
                  </a:lnTo>
                  <a:lnTo>
                    <a:pt x="487049" y="5834713"/>
                  </a:lnTo>
                  <a:lnTo>
                    <a:pt x="487143" y="5834713"/>
                  </a:lnTo>
                  <a:lnTo>
                    <a:pt x="487237" y="5834713"/>
                  </a:lnTo>
                  <a:lnTo>
                    <a:pt x="487331" y="5834713"/>
                  </a:lnTo>
                  <a:lnTo>
                    <a:pt x="487425" y="5834713"/>
                  </a:lnTo>
                  <a:lnTo>
                    <a:pt x="487520" y="5834713"/>
                  </a:lnTo>
                  <a:lnTo>
                    <a:pt x="487614" y="5834713"/>
                  </a:lnTo>
                  <a:lnTo>
                    <a:pt x="487708" y="5834713"/>
                  </a:lnTo>
                  <a:lnTo>
                    <a:pt x="487802" y="5834713"/>
                  </a:lnTo>
                  <a:lnTo>
                    <a:pt x="487896" y="5834713"/>
                  </a:lnTo>
                  <a:lnTo>
                    <a:pt x="487990" y="5834713"/>
                  </a:lnTo>
                  <a:lnTo>
                    <a:pt x="488084" y="5829802"/>
                  </a:lnTo>
                  <a:lnTo>
                    <a:pt x="488179" y="5829802"/>
                  </a:lnTo>
                  <a:lnTo>
                    <a:pt x="488273" y="5829802"/>
                  </a:lnTo>
                  <a:lnTo>
                    <a:pt x="488367" y="5829802"/>
                  </a:lnTo>
                  <a:lnTo>
                    <a:pt x="488555" y="5829802"/>
                  </a:lnTo>
                  <a:lnTo>
                    <a:pt x="488649" y="5829802"/>
                  </a:lnTo>
                  <a:lnTo>
                    <a:pt x="488744" y="5829802"/>
                  </a:lnTo>
                  <a:lnTo>
                    <a:pt x="488838" y="5829802"/>
                  </a:lnTo>
                  <a:lnTo>
                    <a:pt x="488932" y="5829802"/>
                  </a:lnTo>
                  <a:lnTo>
                    <a:pt x="489026" y="5829802"/>
                  </a:lnTo>
                  <a:lnTo>
                    <a:pt x="489120" y="5819979"/>
                  </a:lnTo>
                  <a:lnTo>
                    <a:pt x="489308" y="5819979"/>
                  </a:lnTo>
                  <a:lnTo>
                    <a:pt x="489403" y="5819979"/>
                  </a:lnTo>
                  <a:lnTo>
                    <a:pt x="489497" y="5819979"/>
                  </a:lnTo>
                  <a:lnTo>
                    <a:pt x="489591" y="5819979"/>
                  </a:lnTo>
                  <a:lnTo>
                    <a:pt x="489685" y="5819979"/>
                  </a:lnTo>
                  <a:lnTo>
                    <a:pt x="489779" y="5819979"/>
                  </a:lnTo>
                  <a:lnTo>
                    <a:pt x="489873" y="5819979"/>
                  </a:lnTo>
                  <a:lnTo>
                    <a:pt x="489967" y="5819979"/>
                  </a:lnTo>
                  <a:lnTo>
                    <a:pt x="490156" y="5819979"/>
                  </a:lnTo>
                  <a:lnTo>
                    <a:pt x="490250" y="5819979"/>
                  </a:lnTo>
                  <a:lnTo>
                    <a:pt x="490344" y="5819979"/>
                  </a:lnTo>
                  <a:lnTo>
                    <a:pt x="490438" y="5819979"/>
                  </a:lnTo>
                  <a:lnTo>
                    <a:pt x="490532" y="5819979"/>
                  </a:lnTo>
                  <a:lnTo>
                    <a:pt x="490627" y="5819979"/>
                  </a:lnTo>
                  <a:lnTo>
                    <a:pt x="490721" y="5819979"/>
                  </a:lnTo>
                  <a:lnTo>
                    <a:pt x="490815" y="5819979"/>
                  </a:lnTo>
                  <a:lnTo>
                    <a:pt x="490909" y="5819979"/>
                  </a:lnTo>
                  <a:lnTo>
                    <a:pt x="491003" y="5819979"/>
                  </a:lnTo>
                  <a:lnTo>
                    <a:pt x="491097" y="5819979"/>
                  </a:lnTo>
                  <a:lnTo>
                    <a:pt x="491191" y="5819979"/>
                  </a:lnTo>
                  <a:lnTo>
                    <a:pt x="491286" y="5815067"/>
                  </a:lnTo>
                  <a:lnTo>
                    <a:pt x="491380" y="5815067"/>
                  </a:lnTo>
                  <a:lnTo>
                    <a:pt x="491474" y="5815067"/>
                  </a:lnTo>
                  <a:lnTo>
                    <a:pt x="491568" y="5815067"/>
                  </a:lnTo>
                  <a:lnTo>
                    <a:pt x="491662" y="5815067"/>
                  </a:lnTo>
                  <a:lnTo>
                    <a:pt x="491662" y="5810156"/>
                  </a:lnTo>
                  <a:lnTo>
                    <a:pt x="491756" y="5810156"/>
                  </a:lnTo>
                  <a:lnTo>
                    <a:pt x="491851" y="5810156"/>
                  </a:lnTo>
                  <a:lnTo>
                    <a:pt x="492133" y="5810156"/>
                  </a:lnTo>
                  <a:lnTo>
                    <a:pt x="492227" y="5810156"/>
                  </a:lnTo>
                  <a:lnTo>
                    <a:pt x="492321" y="5810156"/>
                  </a:lnTo>
                  <a:lnTo>
                    <a:pt x="492510" y="5810156"/>
                  </a:lnTo>
                  <a:lnTo>
                    <a:pt x="492604" y="5810156"/>
                  </a:lnTo>
                  <a:lnTo>
                    <a:pt x="492792" y="5810156"/>
                  </a:lnTo>
                  <a:lnTo>
                    <a:pt x="492886" y="5810156"/>
                  </a:lnTo>
                  <a:lnTo>
                    <a:pt x="492980" y="5810156"/>
                  </a:lnTo>
                  <a:lnTo>
                    <a:pt x="493075" y="5810156"/>
                  </a:lnTo>
                  <a:lnTo>
                    <a:pt x="493169" y="5810156"/>
                  </a:lnTo>
                  <a:lnTo>
                    <a:pt x="493357" y="5810156"/>
                  </a:lnTo>
                  <a:lnTo>
                    <a:pt x="493451" y="5810156"/>
                  </a:lnTo>
                  <a:lnTo>
                    <a:pt x="493545" y="5810156"/>
                  </a:lnTo>
                  <a:lnTo>
                    <a:pt x="493639" y="5810156"/>
                  </a:lnTo>
                  <a:lnTo>
                    <a:pt x="493734" y="5810156"/>
                  </a:lnTo>
                  <a:lnTo>
                    <a:pt x="493828" y="5810156"/>
                  </a:lnTo>
                  <a:lnTo>
                    <a:pt x="493922" y="5810156"/>
                  </a:lnTo>
                  <a:lnTo>
                    <a:pt x="494016" y="5810156"/>
                  </a:lnTo>
                  <a:lnTo>
                    <a:pt x="494110" y="5810156"/>
                  </a:lnTo>
                  <a:lnTo>
                    <a:pt x="494204" y="5810156"/>
                  </a:lnTo>
                  <a:lnTo>
                    <a:pt x="494298" y="5810156"/>
                  </a:lnTo>
                  <a:lnTo>
                    <a:pt x="494393" y="5810156"/>
                  </a:lnTo>
                  <a:lnTo>
                    <a:pt x="494487" y="5810156"/>
                  </a:lnTo>
                  <a:lnTo>
                    <a:pt x="494581" y="5810156"/>
                  </a:lnTo>
                  <a:lnTo>
                    <a:pt x="494675" y="5810156"/>
                  </a:lnTo>
                  <a:lnTo>
                    <a:pt x="494769" y="5810156"/>
                  </a:lnTo>
                  <a:lnTo>
                    <a:pt x="494863" y="5810156"/>
                  </a:lnTo>
                  <a:lnTo>
                    <a:pt x="495052" y="5810156"/>
                  </a:lnTo>
                  <a:lnTo>
                    <a:pt x="495146" y="5810156"/>
                  </a:lnTo>
                  <a:lnTo>
                    <a:pt x="495240" y="5810156"/>
                  </a:lnTo>
                  <a:lnTo>
                    <a:pt x="495428" y="5810156"/>
                  </a:lnTo>
                  <a:lnTo>
                    <a:pt x="495617" y="5810156"/>
                  </a:lnTo>
                  <a:lnTo>
                    <a:pt x="495711" y="5810156"/>
                  </a:lnTo>
                  <a:lnTo>
                    <a:pt x="495805" y="5810156"/>
                  </a:lnTo>
                  <a:lnTo>
                    <a:pt x="495993" y="5810156"/>
                  </a:lnTo>
                  <a:lnTo>
                    <a:pt x="496087" y="5810156"/>
                  </a:lnTo>
                  <a:lnTo>
                    <a:pt x="496182" y="5810156"/>
                  </a:lnTo>
                  <a:lnTo>
                    <a:pt x="496276" y="5810156"/>
                  </a:lnTo>
                  <a:lnTo>
                    <a:pt x="496370" y="5810156"/>
                  </a:lnTo>
                  <a:lnTo>
                    <a:pt x="496464" y="5810156"/>
                  </a:lnTo>
                  <a:lnTo>
                    <a:pt x="496652" y="5810156"/>
                  </a:lnTo>
                  <a:lnTo>
                    <a:pt x="496746" y="5810156"/>
                  </a:lnTo>
                  <a:lnTo>
                    <a:pt x="496841" y="5810156"/>
                  </a:lnTo>
                  <a:lnTo>
                    <a:pt x="496935" y="5810156"/>
                  </a:lnTo>
                  <a:lnTo>
                    <a:pt x="497029" y="5810156"/>
                  </a:lnTo>
                  <a:lnTo>
                    <a:pt x="497123" y="5810156"/>
                  </a:lnTo>
                  <a:lnTo>
                    <a:pt x="497217" y="5810156"/>
                  </a:lnTo>
                  <a:lnTo>
                    <a:pt x="497311" y="5810156"/>
                  </a:lnTo>
                  <a:lnTo>
                    <a:pt x="497594" y="5810156"/>
                  </a:lnTo>
                  <a:lnTo>
                    <a:pt x="497688" y="5810156"/>
                  </a:lnTo>
                  <a:lnTo>
                    <a:pt x="497782" y="5810156"/>
                  </a:lnTo>
                  <a:lnTo>
                    <a:pt x="497876" y="5810156"/>
                  </a:lnTo>
                  <a:lnTo>
                    <a:pt x="497970" y="5810156"/>
                  </a:lnTo>
                  <a:lnTo>
                    <a:pt x="498065" y="5810156"/>
                  </a:lnTo>
                  <a:lnTo>
                    <a:pt x="498159" y="5810156"/>
                  </a:lnTo>
                  <a:lnTo>
                    <a:pt x="498253" y="5810156"/>
                  </a:lnTo>
                  <a:lnTo>
                    <a:pt x="498347" y="5810156"/>
                  </a:lnTo>
                  <a:lnTo>
                    <a:pt x="498441" y="5810156"/>
                  </a:lnTo>
                  <a:lnTo>
                    <a:pt x="498535" y="5810156"/>
                  </a:lnTo>
                  <a:lnTo>
                    <a:pt x="498629" y="5810156"/>
                  </a:lnTo>
                  <a:lnTo>
                    <a:pt x="498724" y="5810156"/>
                  </a:lnTo>
                  <a:lnTo>
                    <a:pt x="498912" y="5810156"/>
                  </a:lnTo>
                  <a:lnTo>
                    <a:pt x="499289" y="5810156"/>
                  </a:lnTo>
                  <a:lnTo>
                    <a:pt x="499383" y="5810156"/>
                  </a:lnTo>
                  <a:lnTo>
                    <a:pt x="499477" y="5810156"/>
                  </a:lnTo>
                  <a:lnTo>
                    <a:pt x="499665" y="5810156"/>
                  </a:lnTo>
                  <a:lnTo>
                    <a:pt x="499759" y="5810156"/>
                  </a:lnTo>
                  <a:lnTo>
                    <a:pt x="499948" y="5810156"/>
                  </a:lnTo>
                  <a:lnTo>
                    <a:pt x="500042" y="5810156"/>
                  </a:lnTo>
                  <a:lnTo>
                    <a:pt x="500136" y="5810156"/>
                  </a:lnTo>
                  <a:lnTo>
                    <a:pt x="500324" y="5810156"/>
                  </a:lnTo>
                  <a:lnTo>
                    <a:pt x="500513" y="5810156"/>
                  </a:lnTo>
                  <a:lnTo>
                    <a:pt x="500607" y="5810156"/>
                  </a:lnTo>
                  <a:lnTo>
                    <a:pt x="500701" y="5810156"/>
                  </a:lnTo>
                  <a:lnTo>
                    <a:pt x="500795" y="5810156"/>
                  </a:lnTo>
                  <a:lnTo>
                    <a:pt x="500889" y="5810156"/>
                  </a:lnTo>
                  <a:lnTo>
                    <a:pt x="501077" y="5810156"/>
                  </a:lnTo>
                  <a:lnTo>
                    <a:pt x="501172" y="5810156"/>
                  </a:lnTo>
                  <a:lnTo>
                    <a:pt x="501266" y="5810156"/>
                  </a:lnTo>
                  <a:lnTo>
                    <a:pt x="501360" y="5810156"/>
                  </a:lnTo>
                  <a:lnTo>
                    <a:pt x="501642" y="5810156"/>
                  </a:lnTo>
                  <a:lnTo>
                    <a:pt x="501831" y="5810156"/>
                  </a:lnTo>
                  <a:lnTo>
                    <a:pt x="502019" y="5810156"/>
                  </a:lnTo>
                  <a:lnTo>
                    <a:pt x="502207" y="5810156"/>
                  </a:lnTo>
                  <a:lnTo>
                    <a:pt x="502207" y="5805245"/>
                  </a:lnTo>
                  <a:lnTo>
                    <a:pt x="502301" y="5805245"/>
                  </a:lnTo>
                  <a:lnTo>
                    <a:pt x="502490" y="5805245"/>
                  </a:lnTo>
                  <a:lnTo>
                    <a:pt x="502584" y="5805245"/>
                  </a:lnTo>
                  <a:lnTo>
                    <a:pt x="502678" y="5805245"/>
                  </a:lnTo>
                  <a:lnTo>
                    <a:pt x="502772" y="5805245"/>
                  </a:lnTo>
                  <a:lnTo>
                    <a:pt x="502866" y="5805245"/>
                  </a:lnTo>
                  <a:lnTo>
                    <a:pt x="502960" y="5805245"/>
                  </a:lnTo>
                  <a:lnTo>
                    <a:pt x="503055" y="5805245"/>
                  </a:lnTo>
                  <a:lnTo>
                    <a:pt x="503149" y="5805245"/>
                  </a:lnTo>
                  <a:lnTo>
                    <a:pt x="503337" y="5805245"/>
                  </a:lnTo>
                  <a:lnTo>
                    <a:pt x="503431" y="5805245"/>
                  </a:lnTo>
                  <a:lnTo>
                    <a:pt x="503525" y="5805245"/>
                  </a:lnTo>
                  <a:lnTo>
                    <a:pt x="503620" y="5805245"/>
                  </a:lnTo>
                  <a:lnTo>
                    <a:pt x="503714" y="5805245"/>
                  </a:lnTo>
                  <a:lnTo>
                    <a:pt x="503808" y="5800333"/>
                  </a:lnTo>
                  <a:lnTo>
                    <a:pt x="503902" y="5795422"/>
                  </a:lnTo>
                  <a:lnTo>
                    <a:pt x="503996" y="5795422"/>
                  </a:lnTo>
                  <a:lnTo>
                    <a:pt x="504184" y="5795422"/>
                  </a:lnTo>
                  <a:lnTo>
                    <a:pt x="504279" y="5795422"/>
                  </a:lnTo>
                  <a:lnTo>
                    <a:pt x="504279" y="5790511"/>
                  </a:lnTo>
                  <a:lnTo>
                    <a:pt x="504467" y="5790511"/>
                  </a:lnTo>
                  <a:lnTo>
                    <a:pt x="504561" y="5790511"/>
                  </a:lnTo>
                  <a:lnTo>
                    <a:pt x="504655" y="5790511"/>
                  </a:lnTo>
                  <a:lnTo>
                    <a:pt x="504749" y="5790511"/>
                  </a:lnTo>
                  <a:lnTo>
                    <a:pt x="504844" y="5790511"/>
                  </a:lnTo>
                  <a:lnTo>
                    <a:pt x="504938" y="5790511"/>
                  </a:lnTo>
                  <a:lnTo>
                    <a:pt x="505032" y="5790511"/>
                  </a:lnTo>
                  <a:lnTo>
                    <a:pt x="505220" y="5790511"/>
                  </a:lnTo>
                  <a:lnTo>
                    <a:pt x="505314" y="5790511"/>
                  </a:lnTo>
                  <a:lnTo>
                    <a:pt x="505408" y="5790511"/>
                  </a:lnTo>
                  <a:lnTo>
                    <a:pt x="505597" y="5790511"/>
                  </a:lnTo>
                  <a:lnTo>
                    <a:pt x="505691" y="5790511"/>
                  </a:lnTo>
                  <a:lnTo>
                    <a:pt x="505785" y="5790511"/>
                  </a:lnTo>
                  <a:lnTo>
                    <a:pt x="505879" y="5790511"/>
                  </a:lnTo>
                  <a:lnTo>
                    <a:pt x="506444" y="5790511"/>
                  </a:lnTo>
                  <a:lnTo>
                    <a:pt x="506538" y="5790511"/>
                  </a:lnTo>
                  <a:lnTo>
                    <a:pt x="506632" y="5790511"/>
                  </a:lnTo>
                  <a:lnTo>
                    <a:pt x="506727" y="5790511"/>
                  </a:lnTo>
                  <a:lnTo>
                    <a:pt x="507009" y="5790511"/>
                  </a:lnTo>
                  <a:lnTo>
                    <a:pt x="507103" y="5790511"/>
                  </a:lnTo>
                  <a:lnTo>
                    <a:pt x="507197" y="5790511"/>
                  </a:lnTo>
                  <a:lnTo>
                    <a:pt x="507291" y="5785599"/>
                  </a:lnTo>
                  <a:lnTo>
                    <a:pt x="507386" y="5785599"/>
                  </a:lnTo>
                  <a:lnTo>
                    <a:pt x="507480" y="5785599"/>
                  </a:lnTo>
                  <a:lnTo>
                    <a:pt x="507762" y="5785599"/>
                  </a:lnTo>
                  <a:lnTo>
                    <a:pt x="507856" y="5785599"/>
                  </a:lnTo>
                  <a:lnTo>
                    <a:pt x="507951" y="5785599"/>
                  </a:lnTo>
                  <a:lnTo>
                    <a:pt x="508045" y="5785599"/>
                  </a:lnTo>
                  <a:lnTo>
                    <a:pt x="508139" y="5785599"/>
                  </a:lnTo>
                  <a:lnTo>
                    <a:pt x="508233" y="5785599"/>
                  </a:lnTo>
                  <a:lnTo>
                    <a:pt x="508327" y="5785599"/>
                  </a:lnTo>
                  <a:lnTo>
                    <a:pt x="508515" y="5785599"/>
                  </a:lnTo>
                  <a:lnTo>
                    <a:pt x="508986" y="5785599"/>
                  </a:lnTo>
                  <a:lnTo>
                    <a:pt x="509080" y="5785599"/>
                  </a:lnTo>
                  <a:lnTo>
                    <a:pt x="509175" y="5785599"/>
                  </a:lnTo>
                  <a:lnTo>
                    <a:pt x="509269" y="5785599"/>
                  </a:lnTo>
                  <a:lnTo>
                    <a:pt x="509363" y="5785599"/>
                  </a:lnTo>
                  <a:lnTo>
                    <a:pt x="509551" y="5785599"/>
                  </a:lnTo>
                  <a:lnTo>
                    <a:pt x="509739" y="5785599"/>
                  </a:lnTo>
                  <a:lnTo>
                    <a:pt x="509834" y="5785599"/>
                  </a:lnTo>
                  <a:lnTo>
                    <a:pt x="510022" y="5785599"/>
                  </a:lnTo>
                  <a:lnTo>
                    <a:pt x="510116" y="5785599"/>
                  </a:lnTo>
                  <a:lnTo>
                    <a:pt x="510210" y="5785599"/>
                  </a:lnTo>
                  <a:lnTo>
                    <a:pt x="510304" y="5785599"/>
                  </a:lnTo>
                  <a:lnTo>
                    <a:pt x="510399" y="5785599"/>
                  </a:lnTo>
                  <a:lnTo>
                    <a:pt x="510493" y="5785599"/>
                  </a:lnTo>
                  <a:lnTo>
                    <a:pt x="510587" y="5785599"/>
                  </a:lnTo>
                  <a:lnTo>
                    <a:pt x="510681" y="5785599"/>
                  </a:lnTo>
                  <a:lnTo>
                    <a:pt x="510775" y="5785599"/>
                  </a:lnTo>
                  <a:lnTo>
                    <a:pt x="510869" y="5785599"/>
                  </a:lnTo>
                  <a:lnTo>
                    <a:pt x="510963" y="5785599"/>
                  </a:lnTo>
                  <a:lnTo>
                    <a:pt x="511152" y="5785599"/>
                  </a:lnTo>
                  <a:lnTo>
                    <a:pt x="511246" y="5785599"/>
                  </a:lnTo>
                  <a:lnTo>
                    <a:pt x="511340" y="5785599"/>
                  </a:lnTo>
                  <a:lnTo>
                    <a:pt x="511528" y="5785599"/>
                  </a:lnTo>
                  <a:lnTo>
                    <a:pt x="511622" y="5785599"/>
                  </a:lnTo>
                  <a:lnTo>
                    <a:pt x="511717" y="5785599"/>
                  </a:lnTo>
                  <a:lnTo>
                    <a:pt x="511811" y="5785599"/>
                  </a:lnTo>
                  <a:lnTo>
                    <a:pt x="511905" y="5785599"/>
                  </a:lnTo>
                  <a:lnTo>
                    <a:pt x="511999" y="5785599"/>
                  </a:lnTo>
                  <a:lnTo>
                    <a:pt x="512093" y="5785599"/>
                  </a:lnTo>
                  <a:lnTo>
                    <a:pt x="512187" y="5785599"/>
                  </a:lnTo>
                  <a:lnTo>
                    <a:pt x="512282" y="5785599"/>
                  </a:lnTo>
                  <a:lnTo>
                    <a:pt x="512376" y="5785599"/>
                  </a:lnTo>
                  <a:lnTo>
                    <a:pt x="512564" y="5785599"/>
                  </a:lnTo>
                  <a:lnTo>
                    <a:pt x="512658" y="5785599"/>
                  </a:lnTo>
                  <a:lnTo>
                    <a:pt x="512941" y="5785599"/>
                  </a:lnTo>
                  <a:lnTo>
                    <a:pt x="513035" y="5785599"/>
                  </a:lnTo>
                  <a:lnTo>
                    <a:pt x="513129" y="5785599"/>
                  </a:lnTo>
                  <a:lnTo>
                    <a:pt x="513317" y="5785599"/>
                  </a:lnTo>
                  <a:lnTo>
                    <a:pt x="513600" y="5785599"/>
                  </a:lnTo>
                  <a:lnTo>
                    <a:pt x="513694" y="5785599"/>
                  </a:lnTo>
                  <a:lnTo>
                    <a:pt x="513788" y="5785599"/>
                  </a:lnTo>
                  <a:lnTo>
                    <a:pt x="513882" y="5785599"/>
                  </a:lnTo>
                  <a:lnTo>
                    <a:pt x="513976" y="5785599"/>
                  </a:lnTo>
                  <a:lnTo>
                    <a:pt x="514165" y="5785599"/>
                  </a:lnTo>
                  <a:lnTo>
                    <a:pt x="514353" y="5785599"/>
                  </a:lnTo>
                  <a:lnTo>
                    <a:pt x="514447" y="5785599"/>
                  </a:lnTo>
                  <a:lnTo>
                    <a:pt x="514541" y="5785599"/>
                  </a:lnTo>
                  <a:lnTo>
                    <a:pt x="514730" y="5785599"/>
                  </a:lnTo>
                  <a:lnTo>
                    <a:pt x="514824" y="5785599"/>
                  </a:lnTo>
                  <a:lnTo>
                    <a:pt x="514918" y="5785599"/>
                  </a:lnTo>
                  <a:lnTo>
                    <a:pt x="515106" y="5785599"/>
                  </a:lnTo>
                  <a:lnTo>
                    <a:pt x="515200" y="5785599"/>
                  </a:lnTo>
                  <a:lnTo>
                    <a:pt x="515294" y="5785599"/>
                  </a:lnTo>
                  <a:lnTo>
                    <a:pt x="515671" y="5785599"/>
                  </a:lnTo>
                  <a:lnTo>
                    <a:pt x="515765" y="5785599"/>
                  </a:lnTo>
                  <a:lnTo>
                    <a:pt x="515953" y="5785599"/>
                  </a:lnTo>
                  <a:lnTo>
                    <a:pt x="516142" y="5785599"/>
                  </a:lnTo>
                  <a:lnTo>
                    <a:pt x="516236" y="5785599"/>
                  </a:lnTo>
                  <a:lnTo>
                    <a:pt x="516330" y="5785599"/>
                  </a:lnTo>
                  <a:lnTo>
                    <a:pt x="516613" y="5785599"/>
                  </a:lnTo>
                  <a:lnTo>
                    <a:pt x="516707" y="5785599"/>
                  </a:lnTo>
                  <a:lnTo>
                    <a:pt x="516801" y="5785599"/>
                  </a:lnTo>
                  <a:lnTo>
                    <a:pt x="516895" y="5785599"/>
                  </a:lnTo>
                  <a:lnTo>
                    <a:pt x="516989" y="5785599"/>
                  </a:lnTo>
                  <a:lnTo>
                    <a:pt x="517083" y="5785599"/>
                  </a:lnTo>
                  <a:lnTo>
                    <a:pt x="517177" y="5785599"/>
                  </a:lnTo>
                  <a:lnTo>
                    <a:pt x="517272" y="5785599"/>
                  </a:lnTo>
                  <a:lnTo>
                    <a:pt x="517366" y="5785599"/>
                  </a:lnTo>
                  <a:lnTo>
                    <a:pt x="517460" y="5785599"/>
                  </a:lnTo>
                  <a:lnTo>
                    <a:pt x="517554" y="5785599"/>
                  </a:lnTo>
                  <a:lnTo>
                    <a:pt x="517648" y="5785599"/>
                  </a:lnTo>
                  <a:lnTo>
                    <a:pt x="517742" y="5785599"/>
                  </a:lnTo>
                  <a:lnTo>
                    <a:pt x="517837" y="5785599"/>
                  </a:lnTo>
                  <a:lnTo>
                    <a:pt x="517931" y="5785599"/>
                  </a:lnTo>
                  <a:lnTo>
                    <a:pt x="518025" y="5785599"/>
                  </a:lnTo>
                  <a:lnTo>
                    <a:pt x="518119" y="5785599"/>
                  </a:lnTo>
                  <a:lnTo>
                    <a:pt x="518213" y="5785599"/>
                  </a:lnTo>
                  <a:lnTo>
                    <a:pt x="518307" y="5785599"/>
                  </a:lnTo>
                  <a:lnTo>
                    <a:pt x="518778" y="5785599"/>
                  </a:lnTo>
                  <a:lnTo>
                    <a:pt x="518872" y="5785599"/>
                  </a:lnTo>
                  <a:lnTo>
                    <a:pt x="518966" y="5785599"/>
                  </a:lnTo>
                  <a:lnTo>
                    <a:pt x="519061" y="5785599"/>
                  </a:lnTo>
                  <a:lnTo>
                    <a:pt x="519155" y="5785599"/>
                  </a:lnTo>
                  <a:lnTo>
                    <a:pt x="519249" y="5785599"/>
                  </a:lnTo>
                  <a:lnTo>
                    <a:pt x="519437" y="5785599"/>
                  </a:lnTo>
                  <a:lnTo>
                    <a:pt x="519625" y="5785599"/>
                  </a:lnTo>
                  <a:lnTo>
                    <a:pt x="520002" y="5785599"/>
                  </a:lnTo>
                  <a:lnTo>
                    <a:pt x="520096" y="5785599"/>
                  </a:lnTo>
                  <a:lnTo>
                    <a:pt x="520190" y="5785599"/>
                  </a:lnTo>
                  <a:lnTo>
                    <a:pt x="520284" y="5785599"/>
                  </a:lnTo>
                  <a:lnTo>
                    <a:pt x="520379" y="5785599"/>
                  </a:lnTo>
                  <a:lnTo>
                    <a:pt x="520473" y="5785599"/>
                  </a:lnTo>
                  <a:lnTo>
                    <a:pt x="520661" y="5785599"/>
                  </a:lnTo>
                  <a:lnTo>
                    <a:pt x="520944" y="5785599"/>
                  </a:lnTo>
                  <a:lnTo>
                    <a:pt x="521038" y="5785599"/>
                  </a:lnTo>
                  <a:lnTo>
                    <a:pt x="521038" y="5780688"/>
                  </a:lnTo>
                  <a:lnTo>
                    <a:pt x="521132" y="5780688"/>
                  </a:lnTo>
                  <a:lnTo>
                    <a:pt x="521226" y="5780688"/>
                  </a:lnTo>
                  <a:lnTo>
                    <a:pt x="521320" y="5780688"/>
                  </a:lnTo>
                  <a:lnTo>
                    <a:pt x="521414" y="5780688"/>
                  </a:lnTo>
                  <a:lnTo>
                    <a:pt x="521508" y="5780688"/>
                  </a:lnTo>
                  <a:lnTo>
                    <a:pt x="521697" y="5780688"/>
                  </a:lnTo>
                  <a:lnTo>
                    <a:pt x="521791" y="5780688"/>
                  </a:lnTo>
                  <a:lnTo>
                    <a:pt x="521885" y="5780688"/>
                  </a:lnTo>
                  <a:lnTo>
                    <a:pt x="521979" y="5780688"/>
                  </a:lnTo>
                  <a:lnTo>
                    <a:pt x="522073" y="5780688"/>
                  </a:lnTo>
                  <a:lnTo>
                    <a:pt x="522168" y="5780688"/>
                  </a:lnTo>
                  <a:lnTo>
                    <a:pt x="522262" y="5780688"/>
                  </a:lnTo>
                  <a:lnTo>
                    <a:pt x="522450" y="5780688"/>
                  </a:lnTo>
                  <a:lnTo>
                    <a:pt x="522638" y="5780688"/>
                  </a:lnTo>
                  <a:lnTo>
                    <a:pt x="522732" y="5780688"/>
                  </a:lnTo>
                  <a:lnTo>
                    <a:pt x="522827" y="5780688"/>
                  </a:lnTo>
                  <a:lnTo>
                    <a:pt x="522921" y="5780688"/>
                  </a:lnTo>
                  <a:lnTo>
                    <a:pt x="523015" y="5780688"/>
                  </a:lnTo>
                  <a:lnTo>
                    <a:pt x="523109" y="5780688"/>
                  </a:lnTo>
                  <a:lnTo>
                    <a:pt x="523203" y="5780688"/>
                  </a:lnTo>
                  <a:lnTo>
                    <a:pt x="523392" y="5780688"/>
                  </a:lnTo>
                  <a:lnTo>
                    <a:pt x="523580" y="5780688"/>
                  </a:lnTo>
                  <a:lnTo>
                    <a:pt x="523674" y="5780688"/>
                  </a:lnTo>
                  <a:lnTo>
                    <a:pt x="523768" y="5780688"/>
                  </a:lnTo>
                  <a:lnTo>
                    <a:pt x="523862" y="5780688"/>
                  </a:lnTo>
                  <a:lnTo>
                    <a:pt x="524145" y="5780688"/>
                  </a:lnTo>
                  <a:lnTo>
                    <a:pt x="524239" y="5780688"/>
                  </a:lnTo>
                  <a:lnTo>
                    <a:pt x="524333" y="5780688"/>
                  </a:lnTo>
                  <a:lnTo>
                    <a:pt x="524615" y="5780688"/>
                  </a:lnTo>
                  <a:lnTo>
                    <a:pt x="524710" y="5780688"/>
                  </a:lnTo>
                  <a:lnTo>
                    <a:pt x="524804" y="5780688"/>
                  </a:lnTo>
                  <a:lnTo>
                    <a:pt x="524898" y="5780688"/>
                  </a:lnTo>
                  <a:lnTo>
                    <a:pt x="524992" y="5780688"/>
                  </a:lnTo>
                  <a:lnTo>
                    <a:pt x="525086" y="5780688"/>
                  </a:lnTo>
                  <a:lnTo>
                    <a:pt x="525180" y="5780688"/>
                  </a:lnTo>
                  <a:lnTo>
                    <a:pt x="525275" y="5780688"/>
                  </a:lnTo>
                  <a:lnTo>
                    <a:pt x="525369" y="5780688"/>
                  </a:lnTo>
                  <a:lnTo>
                    <a:pt x="525557" y="5780688"/>
                  </a:lnTo>
                  <a:lnTo>
                    <a:pt x="525651" y="5780688"/>
                  </a:lnTo>
                  <a:lnTo>
                    <a:pt x="525745" y="5780688"/>
                  </a:lnTo>
                  <a:lnTo>
                    <a:pt x="525839" y="5780688"/>
                  </a:lnTo>
                  <a:lnTo>
                    <a:pt x="526028" y="5780688"/>
                  </a:lnTo>
                  <a:lnTo>
                    <a:pt x="526122" y="5780688"/>
                  </a:lnTo>
                  <a:lnTo>
                    <a:pt x="526216" y="5780688"/>
                  </a:lnTo>
                  <a:lnTo>
                    <a:pt x="526687" y="5780688"/>
                  </a:lnTo>
                  <a:lnTo>
                    <a:pt x="526781" y="5780688"/>
                  </a:lnTo>
                  <a:lnTo>
                    <a:pt x="526875" y="5780688"/>
                  </a:lnTo>
                  <a:lnTo>
                    <a:pt x="526969" y="5780688"/>
                  </a:lnTo>
                  <a:lnTo>
                    <a:pt x="527063" y="5780688"/>
                  </a:lnTo>
                  <a:lnTo>
                    <a:pt x="527158" y="5780688"/>
                  </a:lnTo>
                  <a:lnTo>
                    <a:pt x="527252" y="5780688"/>
                  </a:lnTo>
                  <a:lnTo>
                    <a:pt x="527346" y="5780688"/>
                  </a:lnTo>
                  <a:lnTo>
                    <a:pt x="527534" y="5780688"/>
                  </a:lnTo>
                  <a:lnTo>
                    <a:pt x="527817" y="5780688"/>
                  </a:lnTo>
                  <a:lnTo>
                    <a:pt x="527911" y="5780688"/>
                  </a:lnTo>
                  <a:lnTo>
                    <a:pt x="528099" y="5780688"/>
                  </a:lnTo>
                  <a:lnTo>
                    <a:pt x="528287" y="5780688"/>
                  </a:lnTo>
                  <a:lnTo>
                    <a:pt x="528382" y="5780688"/>
                  </a:lnTo>
                  <a:lnTo>
                    <a:pt x="528664" y="5780688"/>
                  </a:lnTo>
                  <a:lnTo>
                    <a:pt x="528758" y="5780688"/>
                  </a:lnTo>
                  <a:lnTo>
                    <a:pt x="528852" y="5780688"/>
                  </a:lnTo>
                  <a:lnTo>
                    <a:pt x="528946" y="5780688"/>
                  </a:lnTo>
                  <a:lnTo>
                    <a:pt x="529135" y="5780688"/>
                  </a:lnTo>
                  <a:lnTo>
                    <a:pt x="529229" y="5780688"/>
                  </a:lnTo>
                  <a:lnTo>
                    <a:pt x="529323" y="5780688"/>
                  </a:lnTo>
                  <a:lnTo>
                    <a:pt x="529417" y="5780688"/>
                  </a:lnTo>
                  <a:lnTo>
                    <a:pt x="529511" y="5780688"/>
                  </a:lnTo>
                  <a:lnTo>
                    <a:pt x="529794" y="5780688"/>
                  </a:lnTo>
                  <a:lnTo>
                    <a:pt x="530076" y="5780688"/>
                  </a:lnTo>
                  <a:lnTo>
                    <a:pt x="530265" y="5780688"/>
                  </a:lnTo>
                  <a:lnTo>
                    <a:pt x="530359" y="5780688"/>
                  </a:lnTo>
                  <a:lnTo>
                    <a:pt x="530453" y="5780688"/>
                  </a:lnTo>
                  <a:lnTo>
                    <a:pt x="530453" y="5775776"/>
                  </a:lnTo>
                  <a:lnTo>
                    <a:pt x="530641" y="5775776"/>
                  </a:lnTo>
                  <a:lnTo>
                    <a:pt x="530830" y="5775776"/>
                  </a:lnTo>
                  <a:lnTo>
                    <a:pt x="531112" y="5775776"/>
                  </a:lnTo>
                  <a:lnTo>
                    <a:pt x="531300" y="5775776"/>
                  </a:lnTo>
                  <a:lnTo>
                    <a:pt x="531394" y="5775776"/>
                  </a:lnTo>
                  <a:lnTo>
                    <a:pt x="531489" y="5775776"/>
                  </a:lnTo>
                  <a:lnTo>
                    <a:pt x="531583" y="5775776"/>
                  </a:lnTo>
                  <a:lnTo>
                    <a:pt x="531677" y="5775776"/>
                  </a:lnTo>
                  <a:lnTo>
                    <a:pt x="531771" y="5775776"/>
                  </a:lnTo>
                  <a:lnTo>
                    <a:pt x="531865" y="5775776"/>
                  </a:lnTo>
                  <a:lnTo>
                    <a:pt x="531959" y="5775776"/>
                  </a:lnTo>
                  <a:lnTo>
                    <a:pt x="532054" y="5775776"/>
                  </a:lnTo>
                  <a:lnTo>
                    <a:pt x="532148" y="5775776"/>
                  </a:lnTo>
                  <a:lnTo>
                    <a:pt x="532242" y="5775776"/>
                  </a:lnTo>
                  <a:lnTo>
                    <a:pt x="532336" y="5775776"/>
                  </a:lnTo>
                  <a:lnTo>
                    <a:pt x="532430" y="5775776"/>
                  </a:lnTo>
                  <a:lnTo>
                    <a:pt x="532524" y="5775776"/>
                  </a:lnTo>
                  <a:lnTo>
                    <a:pt x="532618" y="5775776"/>
                  </a:lnTo>
                  <a:lnTo>
                    <a:pt x="532713" y="5775776"/>
                  </a:lnTo>
                  <a:lnTo>
                    <a:pt x="532807" y="5775776"/>
                  </a:lnTo>
                  <a:lnTo>
                    <a:pt x="532901" y="5775776"/>
                  </a:lnTo>
                  <a:lnTo>
                    <a:pt x="532995" y="5775776"/>
                  </a:lnTo>
                  <a:lnTo>
                    <a:pt x="533183" y="5775776"/>
                  </a:lnTo>
                  <a:lnTo>
                    <a:pt x="533277" y="5775776"/>
                  </a:lnTo>
                  <a:lnTo>
                    <a:pt x="533372" y="5775776"/>
                  </a:lnTo>
                  <a:lnTo>
                    <a:pt x="533466" y="5775776"/>
                  </a:lnTo>
                  <a:lnTo>
                    <a:pt x="533560" y="5775776"/>
                  </a:lnTo>
                  <a:lnTo>
                    <a:pt x="533937" y="5775776"/>
                  </a:lnTo>
                  <a:lnTo>
                    <a:pt x="534031" y="5775776"/>
                  </a:lnTo>
                  <a:lnTo>
                    <a:pt x="534219" y="5775776"/>
                  </a:lnTo>
                  <a:lnTo>
                    <a:pt x="534313" y="5775776"/>
                  </a:lnTo>
                  <a:lnTo>
                    <a:pt x="534407" y="5775776"/>
                  </a:lnTo>
                  <a:lnTo>
                    <a:pt x="534596" y="5775776"/>
                  </a:lnTo>
                  <a:lnTo>
                    <a:pt x="534690" y="5775776"/>
                  </a:lnTo>
                  <a:lnTo>
                    <a:pt x="534784" y="5775776"/>
                  </a:lnTo>
                  <a:lnTo>
                    <a:pt x="534878" y="5775776"/>
                  </a:lnTo>
                  <a:lnTo>
                    <a:pt x="534972" y="5775776"/>
                  </a:lnTo>
                  <a:lnTo>
                    <a:pt x="535066" y="5775776"/>
                  </a:lnTo>
                  <a:lnTo>
                    <a:pt x="535161" y="5775776"/>
                  </a:lnTo>
                  <a:lnTo>
                    <a:pt x="535255" y="5775776"/>
                  </a:lnTo>
                  <a:lnTo>
                    <a:pt x="535537" y="5775776"/>
                  </a:lnTo>
                  <a:lnTo>
                    <a:pt x="535631" y="5775776"/>
                  </a:lnTo>
                  <a:lnTo>
                    <a:pt x="535725" y="5775776"/>
                  </a:lnTo>
                  <a:lnTo>
                    <a:pt x="535820" y="5775776"/>
                  </a:lnTo>
                  <a:lnTo>
                    <a:pt x="535914" y="5775776"/>
                  </a:lnTo>
                  <a:lnTo>
                    <a:pt x="536102" y="5775776"/>
                  </a:lnTo>
                  <a:lnTo>
                    <a:pt x="536196" y="5775776"/>
                  </a:lnTo>
                  <a:lnTo>
                    <a:pt x="536290" y="5775776"/>
                  </a:lnTo>
                  <a:lnTo>
                    <a:pt x="536385" y="5775776"/>
                  </a:lnTo>
                  <a:lnTo>
                    <a:pt x="536573" y="5775776"/>
                  </a:lnTo>
                  <a:lnTo>
                    <a:pt x="536761" y="5775776"/>
                  </a:lnTo>
                  <a:lnTo>
                    <a:pt x="536949" y="5775776"/>
                  </a:lnTo>
                  <a:lnTo>
                    <a:pt x="537044" y="5775776"/>
                  </a:lnTo>
                  <a:lnTo>
                    <a:pt x="537044" y="5770865"/>
                  </a:lnTo>
                  <a:lnTo>
                    <a:pt x="537138" y="5770865"/>
                  </a:lnTo>
                  <a:lnTo>
                    <a:pt x="537326" y="5770865"/>
                  </a:lnTo>
                  <a:lnTo>
                    <a:pt x="537420" y="5770865"/>
                  </a:lnTo>
                  <a:lnTo>
                    <a:pt x="537514" y="5770865"/>
                  </a:lnTo>
                  <a:lnTo>
                    <a:pt x="537703" y="5770865"/>
                  </a:lnTo>
                  <a:lnTo>
                    <a:pt x="537797" y="5770865"/>
                  </a:lnTo>
                  <a:lnTo>
                    <a:pt x="537797" y="5765954"/>
                  </a:lnTo>
                  <a:lnTo>
                    <a:pt x="537797" y="5761042"/>
                  </a:lnTo>
                  <a:lnTo>
                    <a:pt x="537891" y="5761042"/>
                  </a:lnTo>
                  <a:lnTo>
                    <a:pt x="537985" y="5761042"/>
                  </a:lnTo>
                  <a:lnTo>
                    <a:pt x="538173" y="5761042"/>
                  </a:lnTo>
                  <a:lnTo>
                    <a:pt x="538268" y="5761042"/>
                  </a:lnTo>
                  <a:lnTo>
                    <a:pt x="538362" y="5761042"/>
                  </a:lnTo>
                  <a:lnTo>
                    <a:pt x="538644" y="5761042"/>
                  </a:lnTo>
                  <a:lnTo>
                    <a:pt x="538738" y="5761042"/>
                  </a:lnTo>
                  <a:lnTo>
                    <a:pt x="538832" y="5761042"/>
                  </a:lnTo>
                  <a:lnTo>
                    <a:pt x="538927" y="5761042"/>
                  </a:lnTo>
                  <a:lnTo>
                    <a:pt x="539397" y="5761042"/>
                  </a:lnTo>
                  <a:lnTo>
                    <a:pt x="539586" y="5761042"/>
                  </a:lnTo>
                  <a:lnTo>
                    <a:pt x="539868" y="5761042"/>
                  </a:lnTo>
                  <a:lnTo>
                    <a:pt x="539962" y="5761042"/>
                  </a:lnTo>
                  <a:lnTo>
                    <a:pt x="540245" y="5761042"/>
                  </a:lnTo>
                  <a:lnTo>
                    <a:pt x="540433" y="5761042"/>
                  </a:lnTo>
                  <a:lnTo>
                    <a:pt x="540527" y="5761042"/>
                  </a:lnTo>
                  <a:lnTo>
                    <a:pt x="540621" y="5761042"/>
                  </a:lnTo>
                  <a:lnTo>
                    <a:pt x="540904" y="5761042"/>
                  </a:lnTo>
                  <a:lnTo>
                    <a:pt x="541186" y="5761042"/>
                  </a:lnTo>
                  <a:lnTo>
                    <a:pt x="541375" y="5761042"/>
                  </a:lnTo>
                  <a:lnTo>
                    <a:pt x="541563" y="5761042"/>
                  </a:lnTo>
                  <a:lnTo>
                    <a:pt x="541657" y="5761042"/>
                  </a:lnTo>
                  <a:lnTo>
                    <a:pt x="541751" y="5761042"/>
                  </a:lnTo>
                  <a:lnTo>
                    <a:pt x="541845" y="5761042"/>
                  </a:lnTo>
                  <a:lnTo>
                    <a:pt x="542034" y="5761042"/>
                  </a:lnTo>
                  <a:lnTo>
                    <a:pt x="542128" y="5761042"/>
                  </a:lnTo>
                  <a:lnTo>
                    <a:pt x="542316" y="5761042"/>
                  </a:lnTo>
                  <a:lnTo>
                    <a:pt x="542410" y="5761042"/>
                  </a:lnTo>
                  <a:lnTo>
                    <a:pt x="542504" y="5761042"/>
                  </a:lnTo>
                  <a:lnTo>
                    <a:pt x="542599" y="5761042"/>
                  </a:lnTo>
                  <a:lnTo>
                    <a:pt x="542693" y="5761042"/>
                  </a:lnTo>
                  <a:lnTo>
                    <a:pt x="542787" y="5761042"/>
                  </a:lnTo>
                  <a:lnTo>
                    <a:pt x="542881" y="5761042"/>
                  </a:lnTo>
                  <a:lnTo>
                    <a:pt x="542975" y="5761042"/>
                  </a:lnTo>
                  <a:lnTo>
                    <a:pt x="543069" y="5761042"/>
                  </a:lnTo>
                  <a:lnTo>
                    <a:pt x="543163" y="5761042"/>
                  </a:lnTo>
                  <a:lnTo>
                    <a:pt x="543258" y="5761042"/>
                  </a:lnTo>
                  <a:lnTo>
                    <a:pt x="543352" y="5761042"/>
                  </a:lnTo>
                  <a:lnTo>
                    <a:pt x="543446" y="5761042"/>
                  </a:lnTo>
                  <a:lnTo>
                    <a:pt x="543540" y="5761042"/>
                  </a:lnTo>
                  <a:lnTo>
                    <a:pt x="543634" y="5761042"/>
                  </a:lnTo>
                  <a:lnTo>
                    <a:pt x="543728" y="5761042"/>
                  </a:lnTo>
                  <a:lnTo>
                    <a:pt x="543823" y="5761042"/>
                  </a:lnTo>
                  <a:lnTo>
                    <a:pt x="544011" y="5761042"/>
                  </a:lnTo>
                  <a:lnTo>
                    <a:pt x="544105" y="5761042"/>
                  </a:lnTo>
                  <a:lnTo>
                    <a:pt x="544293" y="5761042"/>
                  </a:lnTo>
                  <a:lnTo>
                    <a:pt x="544387" y="5761042"/>
                  </a:lnTo>
                  <a:lnTo>
                    <a:pt x="544482" y="5761042"/>
                  </a:lnTo>
                  <a:lnTo>
                    <a:pt x="544576" y="5761042"/>
                  </a:lnTo>
                  <a:lnTo>
                    <a:pt x="544670" y="5761042"/>
                  </a:lnTo>
                  <a:lnTo>
                    <a:pt x="544764" y="5761042"/>
                  </a:lnTo>
                  <a:lnTo>
                    <a:pt x="544858" y="5761042"/>
                  </a:lnTo>
                  <a:lnTo>
                    <a:pt x="545141" y="5761042"/>
                  </a:lnTo>
                  <a:lnTo>
                    <a:pt x="545235" y="5761042"/>
                  </a:lnTo>
                  <a:lnTo>
                    <a:pt x="545329" y="5761042"/>
                  </a:lnTo>
                  <a:lnTo>
                    <a:pt x="545329" y="5756131"/>
                  </a:lnTo>
                  <a:lnTo>
                    <a:pt x="545423" y="5756131"/>
                  </a:lnTo>
                  <a:lnTo>
                    <a:pt x="545611" y="5756131"/>
                  </a:lnTo>
                  <a:lnTo>
                    <a:pt x="545706" y="5756131"/>
                  </a:lnTo>
                  <a:lnTo>
                    <a:pt x="545894" y="5756131"/>
                  </a:lnTo>
                  <a:lnTo>
                    <a:pt x="545988" y="5756131"/>
                  </a:lnTo>
                  <a:lnTo>
                    <a:pt x="546082" y="5756131"/>
                  </a:lnTo>
                  <a:lnTo>
                    <a:pt x="546365" y="5756131"/>
                  </a:lnTo>
                  <a:lnTo>
                    <a:pt x="546459" y="5756131"/>
                  </a:lnTo>
                  <a:lnTo>
                    <a:pt x="546741" y="5756131"/>
                  </a:lnTo>
                  <a:lnTo>
                    <a:pt x="546835" y="5756131"/>
                  </a:lnTo>
                  <a:lnTo>
                    <a:pt x="546930" y="5756131"/>
                  </a:lnTo>
                  <a:lnTo>
                    <a:pt x="547212" y="5756131"/>
                  </a:lnTo>
                  <a:lnTo>
                    <a:pt x="547306" y="5756131"/>
                  </a:lnTo>
                  <a:lnTo>
                    <a:pt x="547400" y="5756131"/>
                  </a:lnTo>
                  <a:lnTo>
                    <a:pt x="547494" y="5756131"/>
                  </a:lnTo>
                  <a:lnTo>
                    <a:pt x="547683" y="5751220"/>
                  </a:lnTo>
                  <a:lnTo>
                    <a:pt x="547777" y="5751220"/>
                  </a:lnTo>
                  <a:lnTo>
                    <a:pt x="547871" y="5751220"/>
                  </a:lnTo>
                  <a:lnTo>
                    <a:pt x="548059" y="5751220"/>
                  </a:lnTo>
                  <a:lnTo>
                    <a:pt x="548154" y="5751220"/>
                  </a:lnTo>
                  <a:lnTo>
                    <a:pt x="548342" y="5751220"/>
                  </a:lnTo>
                  <a:lnTo>
                    <a:pt x="548436" y="5751220"/>
                  </a:lnTo>
                  <a:lnTo>
                    <a:pt x="548530" y="5751220"/>
                  </a:lnTo>
                  <a:lnTo>
                    <a:pt x="548813" y="5751220"/>
                  </a:lnTo>
                  <a:lnTo>
                    <a:pt x="548907" y="5751220"/>
                  </a:lnTo>
                  <a:lnTo>
                    <a:pt x="549001" y="5751220"/>
                  </a:lnTo>
                  <a:lnTo>
                    <a:pt x="549095" y="5751220"/>
                  </a:lnTo>
                  <a:lnTo>
                    <a:pt x="549189" y="5751220"/>
                  </a:lnTo>
                  <a:lnTo>
                    <a:pt x="549283" y="5741397"/>
                  </a:lnTo>
                  <a:lnTo>
                    <a:pt x="549472" y="5741397"/>
                  </a:lnTo>
                  <a:lnTo>
                    <a:pt x="549566" y="5741397"/>
                  </a:lnTo>
                  <a:lnTo>
                    <a:pt x="549660" y="5741397"/>
                  </a:lnTo>
                  <a:lnTo>
                    <a:pt x="549754" y="5741397"/>
                  </a:lnTo>
                  <a:lnTo>
                    <a:pt x="549848" y="5741397"/>
                  </a:lnTo>
                  <a:lnTo>
                    <a:pt x="549942" y="5741397"/>
                  </a:lnTo>
                  <a:lnTo>
                    <a:pt x="550037" y="5741397"/>
                  </a:lnTo>
                  <a:lnTo>
                    <a:pt x="550225" y="5741397"/>
                  </a:lnTo>
                  <a:lnTo>
                    <a:pt x="550319" y="5741397"/>
                  </a:lnTo>
                  <a:lnTo>
                    <a:pt x="550413" y="5741397"/>
                  </a:lnTo>
                  <a:lnTo>
                    <a:pt x="550507" y="5741397"/>
                  </a:lnTo>
                  <a:lnTo>
                    <a:pt x="550602" y="5741397"/>
                  </a:lnTo>
                  <a:lnTo>
                    <a:pt x="550696" y="5741397"/>
                  </a:lnTo>
                  <a:lnTo>
                    <a:pt x="550790" y="5741397"/>
                  </a:lnTo>
                  <a:lnTo>
                    <a:pt x="550884" y="5741397"/>
                  </a:lnTo>
                  <a:lnTo>
                    <a:pt x="551072" y="5741397"/>
                  </a:lnTo>
                  <a:lnTo>
                    <a:pt x="551261" y="5741397"/>
                  </a:lnTo>
                  <a:lnTo>
                    <a:pt x="551355" y="5741397"/>
                  </a:lnTo>
                  <a:lnTo>
                    <a:pt x="551449" y="5741397"/>
                  </a:lnTo>
                  <a:lnTo>
                    <a:pt x="551449" y="5736485"/>
                  </a:lnTo>
                  <a:lnTo>
                    <a:pt x="551543" y="5736485"/>
                  </a:lnTo>
                  <a:lnTo>
                    <a:pt x="551637" y="5736485"/>
                  </a:lnTo>
                  <a:lnTo>
                    <a:pt x="551731" y="5736485"/>
                  </a:lnTo>
                  <a:lnTo>
                    <a:pt x="551825" y="5736485"/>
                  </a:lnTo>
                  <a:lnTo>
                    <a:pt x="551920" y="5736485"/>
                  </a:lnTo>
                  <a:lnTo>
                    <a:pt x="552014" y="5731574"/>
                  </a:lnTo>
                  <a:lnTo>
                    <a:pt x="552108" y="5726663"/>
                  </a:lnTo>
                  <a:lnTo>
                    <a:pt x="552202" y="5726663"/>
                  </a:lnTo>
                  <a:lnTo>
                    <a:pt x="552296" y="5726663"/>
                  </a:lnTo>
                  <a:lnTo>
                    <a:pt x="552390" y="5726663"/>
                  </a:lnTo>
                  <a:lnTo>
                    <a:pt x="552485" y="5726663"/>
                  </a:lnTo>
                  <a:lnTo>
                    <a:pt x="552861" y="5726663"/>
                  </a:lnTo>
                  <a:lnTo>
                    <a:pt x="552955" y="5726663"/>
                  </a:lnTo>
                  <a:lnTo>
                    <a:pt x="553049" y="5726663"/>
                  </a:lnTo>
                  <a:lnTo>
                    <a:pt x="553144" y="5726663"/>
                  </a:lnTo>
                  <a:lnTo>
                    <a:pt x="553238" y="5726663"/>
                  </a:lnTo>
                  <a:lnTo>
                    <a:pt x="553332" y="5726663"/>
                  </a:lnTo>
                  <a:lnTo>
                    <a:pt x="553426" y="5726663"/>
                  </a:lnTo>
                  <a:lnTo>
                    <a:pt x="553520" y="5726663"/>
                  </a:lnTo>
                  <a:lnTo>
                    <a:pt x="553614" y="5726663"/>
                  </a:lnTo>
                  <a:lnTo>
                    <a:pt x="553709" y="5726663"/>
                  </a:lnTo>
                  <a:lnTo>
                    <a:pt x="553803" y="5726663"/>
                  </a:lnTo>
                  <a:lnTo>
                    <a:pt x="553897" y="5726663"/>
                  </a:lnTo>
                  <a:lnTo>
                    <a:pt x="553991" y="5726663"/>
                  </a:lnTo>
                  <a:lnTo>
                    <a:pt x="554085" y="5726663"/>
                  </a:lnTo>
                  <a:lnTo>
                    <a:pt x="554273" y="5726663"/>
                  </a:lnTo>
                  <a:lnTo>
                    <a:pt x="554368" y="5726663"/>
                  </a:lnTo>
                  <a:lnTo>
                    <a:pt x="554462" y="5726663"/>
                  </a:lnTo>
                  <a:lnTo>
                    <a:pt x="554838" y="5726663"/>
                  </a:lnTo>
                  <a:lnTo>
                    <a:pt x="554933" y="5726663"/>
                  </a:lnTo>
                  <a:lnTo>
                    <a:pt x="555027" y="5726663"/>
                  </a:lnTo>
                  <a:lnTo>
                    <a:pt x="555121" y="5726663"/>
                  </a:lnTo>
                  <a:lnTo>
                    <a:pt x="555215" y="5726663"/>
                  </a:lnTo>
                  <a:lnTo>
                    <a:pt x="555309" y="5726663"/>
                  </a:lnTo>
                  <a:lnTo>
                    <a:pt x="555497" y="5726663"/>
                  </a:lnTo>
                  <a:lnTo>
                    <a:pt x="555592" y="5726663"/>
                  </a:lnTo>
                  <a:lnTo>
                    <a:pt x="555686" y="5726663"/>
                  </a:lnTo>
                  <a:lnTo>
                    <a:pt x="555780" y="5726663"/>
                  </a:lnTo>
                  <a:lnTo>
                    <a:pt x="555874" y="5726663"/>
                  </a:lnTo>
                  <a:lnTo>
                    <a:pt x="555968" y="5726663"/>
                  </a:lnTo>
                  <a:lnTo>
                    <a:pt x="556062" y="5726663"/>
                  </a:lnTo>
                  <a:lnTo>
                    <a:pt x="556156" y="5726663"/>
                  </a:lnTo>
                  <a:lnTo>
                    <a:pt x="556251" y="5726663"/>
                  </a:lnTo>
                  <a:lnTo>
                    <a:pt x="556345" y="5726663"/>
                  </a:lnTo>
                  <a:lnTo>
                    <a:pt x="556439" y="5726663"/>
                  </a:lnTo>
                  <a:lnTo>
                    <a:pt x="556533" y="5726663"/>
                  </a:lnTo>
                  <a:lnTo>
                    <a:pt x="556627" y="5726663"/>
                  </a:lnTo>
                  <a:lnTo>
                    <a:pt x="556721" y="5726663"/>
                  </a:lnTo>
                  <a:lnTo>
                    <a:pt x="556816" y="5726663"/>
                  </a:lnTo>
                  <a:lnTo>
                    <a:pt x="556910" y="5726663"/>
                  </a:lnTo>
                  <a:lnTo>
                    <a:pt x="557004" y="5726663"/>
                  </a:lnTo>
                  <a:lnTo>
                    <a:pt x="557098" y="5726663"/>
                  </a:lnTo>
                  <a:lnTo>
                    <a:pt x="557192" y="5726663"/>
                  </a:lnTo>
                  <a:lnTo>
                    <a:pt x="557286" y="5726663"/>
                  </a:lnTo>
                  <a:lnTo>
                    <a:pt x="557380" y="5726663"/>
                  </a:lnTo>
                  <a:lnTo>
                    <a:pt x="557475" y="5726663"/>
                  </a:lnTo>
                  <a:lnTo>
                    <a:pt x="557569" y="5726663"/>
                  </a:lnTo>
                  <a:lnTo>
                    <a:pt x="557851" y="5726663"/>
                  </a:lnTo>
                  <a:lnTo>
                    <a:pt x="558040" y="5726663"/>
                  </a:lnTo>
                  <a:lnTo>
                    <a:pt x="558228" y="5726663"/>
                  </a:lnTo>
                  <a:lnTo>
                    <a:pt x="558322" y="5726663"/>
                  </a:lnTo>
                  <a:lnTo>
                    <a:pt x="558510" y="5726663"/>
                  </a:lnTo>
                  <a:lnTo>
                    <a:pt x="558604" y="5726663"/>
                  </a:lnTo>
                  <a:lnTo>
                    <a:pt x="558699" y="5726663"/>
                  </a:lnTo>
                  <a:lnTo>
                    <a:pt x="558793" y="5726663"/>
                  </a:lnTo>
                  <a:lnTo>
                    <a:pt x="558981" y="5726663"/>
                  </a:lnTo>
                  <a:lnTo>
                    <a:pt x="559169" y="5726663"/>
                  </a:lnTo>
                  <a:lnTo>
                    <a:pt x="559358" y="5726663"/>
                  </a:lnTo>
                  <a:lnTo>
                    <a:pt x="559452" y="5726663"/>
                  </a:lnTo>
                  <a:lnTo>
                    <a:pt x="559546" y="5726663"/>
                  </a:lnTo>
                  <a:lnTo>
                    <a:pt x="559640" y="5726663"/>
                  </a:lnTo>
                  <a:lnTo>
                    <a:pt x="559828" y="5726663"/>
                  </a:lnTo>
                  <a:lnTo>
                    <a:pt x="560017" y="5726663"/>
                  </a:lnTo>
                  <a:lnTo>
                    <a:pt x="560205" y="5726663"/>
                  </a:lnTo>
                  <a:lnTo>
                    <a:pt x="560299" y="5726663"/>
                  </a:lnTo>
                  <a:lnTo>
                    <a:pt x="560393" y="5726663"/>
                  </a:lnTo>
                  <a:lnTo>
                    <a:pt x="560487" y="5726663"/>
                  </a:lnTo>
                  <a:lnTo>
                    <a:pt x="560582" y="5726663"/>
                  </a:lnTo>
                  <a:lnTo>
                    <a:pt x="560864" y="5726663"/>
                  </a:lnTo>
                  <a:lnTo>
                    <a:pt x="560958" y="5726663"/>
                  </a:lnTo>
                  <a:lnTo>
                    <a:pt x="561052" y="5726663"/>
                  </a:lnTo>
                  <a:lnTo>
                    <a:pt x="561147" y="5726663"/>
                  </a:lnTo>
                  <a:lnTo>
                    <a:pt x="561241" y="5726663"/>
                  </a:lnTo>
                  <a:lnTo>
                    <a:pt x="561429" y="5726663"/>
                  </a:lnTo>
                  <a:lnTo>
                    <a:pt x="561523" y="5721751"/>
                  </a:lnTo>
                  <a:lnTo>
                    <a:pt x="561617" y="5721751"/>
                  </a:lnTo>
                  <a:lnTo>
                    <a:pt x="561711" y="5721751"/>
                  </a:lnTo>
                  <a:lnTo>
                    <a:pt x="561806" y="5721751"/>
                  </a:lnTo>
                  <a:lnTo>
                    <a:pt x="561900" y="5721751"/>
                  </a:lnTo>
                  <a:lnTo>
                    <a:pt x="561994" y="5721751"/>
                  </a:lnTo>
                  <a:lnTo>
                    <a:pt x="562088" y="5721751"/>
                  </a:lnTo>
                  <a:lnTo>
                    <a:pt x="562276" y="5721751"/>
                  </a:lnTo>
                  <a:lnTo>
                    <a:pt x="562465" y="5721751"/>
                  </a:lnTo>
                  <a:lnTo>
                    <a:pt x="562559" y="5721751"/>
                  </a:lnTo>
                  <a:lnTo>
                    <a:pt x="562653" y="5721751"/>
                  </a:lnTo>
                  <a:lnTo>
                    <a:pt x="562747" y="5721751"/>
                  </a:lnTo>
                  <a:lnTo>
                    <a:pt x="562841" y="5721751"/>
                  </a:lnTo>
                  <a:lnTo>
                    <a:pt x="563406" y="5721751"/>
                  </a:lnTo>
                  <a:lnTo>
                    <a:pt x="563500" y="5721751"/>
                  </a:lnTo>
                  <a:lnTo>
                    <a:pt x="563595" y="5721751"/>
                  </a:lnTo>
                  <a:lnTo>
                    <a:pt x="563689" y="5721751"/>
                  </a:lnTo>
                  <a:lnTo>
                    <a:pt x="563783" y="5721751"/>
                  </a:lnTo>
                  <a:lnTo>
                    <a:pt x="564065" y="5721751"/>
                  </a:lnTo>
                  <a:lnTo>
                    <a:pt x="564254" y="5721751"/>
                  </a:lnTo>
                  <a:lnTo>
                    <a:pt x="564348" y="5721751"/>
                  </a:lnTo>
                  <a:lnTo>
                    <a:pt x="564536" y="5716840"/>
                  </a:lnTo>
                  <a:lnTo>
                    <a:pt x="564818" y="5716840"/>
                  </a:lnTo>
                  <a:lnTo>
                    <a:pt x="564913" y="5716840"/>
                  </a:lnTo>
                  <a:lnTo>
                    <a:pt x="565007" y="5716840"/>
                  </a:lnTo>
                  <a:lnTo>
                    <a:pt x="565101" y="5716840"/>
                  </a:lnTo>
                  <a:lnTo>
                    <a:pt x="565289" y="5716840"/>
                  </a:lnTo>
                  <a:lnTo>
                    <a:pt x="565478" y="5716840"/>
                  </a:lnTo>
                  <a:lnTo>
                    <a:pt x="565572" y="5716840"/>
                  </a:lnTo>
                  <a:lnTo>
                    <a:pt x="565666" y="5716840"/>
                  </a:lnTo>
                  <a:lnTo>
                    <a:pt x="565760" y="5716840"/>
                  </a:lnTo>
                  <a:lnTo>
                    <a:pt x="565854" y="5716840"/>
                  </a:lnTo>
                  <a:lnTo>
                    <a:pt x="565948" y="5716840"/>
                  </a:lnTo>
                  <a:lnTo>
                    <a:pt x="566042" y="5716840"/>
                  </a:lnTo>
                  <a:lnTo>
                    <a:pt x="566137" y="5716840"/>
                  </a:lnTo>
                  <a:lnTo>
                    <a:pt x="566231" y="5716840"/>
                  </a:lnTo>
                  <a:lnTo>
                    <a:pt x="566231" y="5711929"/>
                  </a:lnTo>
                  <a:lnTo>
                    <a:pt x="566325" y="5711929"/>
                  </a:lnTo>
                  <a:lnTo>
                    <a:pt x="566419" y="5711929"/>
                  </a:lnTo>
                  <a:lnTo>
                    <a:pt x="566702" y="5711929"/>
                  </a:lnTo>
                  <a:lnTo>
                    <a:pt x="566796" y="5711929"/>
                  </a:lnTo>
                  <a:lnTo>
                    <a:pt x="566890" y="5711929"/>
                  </a:lnTo>
                  <a:lnTo>
                    <a:pt x="567078" y="5711929"/>
                  </a:lnTo>
                  <a:lnTo>
                    <a:pt x="567172" y="5711929"/>
                  </a:lnTo>
                  <a:lnTo>
                    <a:pt x="567266" y="5711929"/>
                  </a:lnTo>
                  <a:lnTo>
                    <a:pt x="567361" y="5711929"/>
                  </a:lnTo>
                  <a:lnTo>
                    <a:pt x="567455" y="5711929"/>
                  </a:lnTo>
                  <a:lnTo>
                    <a:pt x="567643" y="5711929"/>
                  </a:lnTo>
                  <a:lnTo>
                    <a:pt x="567737" y="5711929"/>
                  </a:lnTo>
                  <a:lnTo>
                    <a:pt x="567926" y="5711929"/>
                  </a:lnTo>
                  <a:lnTo>
                    <a:pt x="568020" y="5711929"/>
                  </a:lnTo>
                  <a:lnTo>
                    <a:pt x="568208" y="5711929"/>
                  </a:lnTo>
                  <a:lnTo>
                    <a:pt x="568302" y="5707017"/>
                  </a:lnTo>
                  <a:lnTo>
                    <a:pt x="568396" y="5707017"/>
                  </a:lnTo>
                  <a:lnTo>
                    <a:pt x="568490" y="5707017"/>
                  </a:lnTo>
                  <a:lnTo>
                    <a:pt x="568585" y="5707017"/>
                  </a:lnTo>
                  <a:lnTo>
                    <a:pt x="568679" y="5707017"/>
                  </a:lnTo>
                  <a:lnTo>
                    <a:pt x="568867" y="5707017"/>
                  </a:lnTo>
                  <a:lnTo>
                    <a:pt x="569055" y="5707017"/>
                  </a:lnTo>
                  <a:lnTo>
                    <a:pt x="569149" y="5707017"/>
                  </a:lnTo>
                  <a:lnTo>
                    <a:pt x="569244" y="5707017"/>
                  </a:lnTo>
                  <a:lnTo>
                    <a:pt x="569338" y="5707017"/>
                  </a:lnTo>
                  <a:lnTo>
                    <a:pt x="569432" y="5707017"/>
                  </a:lnTo>
                  <a:lnTo>
                    <a:pt x="569526" y="5707017"/>
                  </a:lnTo>
                  <a:lnTo>
                    <a:pt x="569620" y="5707017"/>
                  </a:lnTo>
                  <a:lnTo>
                    <a:pt x="569714" y="5707017"/>
                  </a:lnTo>
                  <a:lnTo>
                    <a:pt x="569809" y="5707017"/>
                  </a:lnTo>
                  <a:lnTo>
                    <a:pt x="569997" y="5707017"/>
                  </a:lnTo>
                  <a:lnTo>
                    <a:pt x="570091" y="5702106"/>
                  </a:lnTo>
                  <a:lnTo>
                    <a:pt x="570373" y="5702106"/>
                  </a:lnTo>
                  <a:lnTo>
                    <a:pt x="570468" y="5702106"/>
                  </a:lnTo>
                  <a:lnTo>
                    <a:pt x="570562" y="5702106"/>
                  </a:lnTo>
                  <a:lnTo>
                    <a:pt x="570656" y="5702106"/>
                  </a:lnTo>
                  <a:lnTo>
                    <a:pt x="570750" y="5702106"/>
                  </a:lnTo>
                  <a:lnTo>
                    <a:pt x="570844" y="5702106"/>
                  </a:lnTo>
                  <a:lnTo>
                    <a:pt x="571127" y="5702106"/>
                  </a:lnTo>
                  <a:lnTo>
                    <a:pt x="571221" y="5702106"/>
                  </a:lnTo>
                  <a:lnTo>
                    <a:pt x="571315" y="5702106"/>
                  </a:lnTo>
                  <a:lnTo>
                    <a:pt x="571409" y="5702106"/>
                  </a:lnTo>
                  <a:lnTo>
                    <a:pt x="571503" y="5702106"/>
                  </a:lnTo>
                  <a:lnTo>
                    <a:pt x="571597" y="5702106"/>
                  </a:lnTo>
                  <a:lnTo>
                    <a:pt x="571692" y="5702106"/>
                  </a:lnTo>
                  <a:lnTo>
                    <a:pt x="571786" y="5702106"/>
                  </a:lnTo>
                  <a:lnTo>
                    <a:pt x="571880" y="5702106"/>
                  </a:lnTo>
                  <a:lnTo>
                    <a:pt x="571974" y="5702106"/>
                  </a:lnTo>
                  <a:lnTo>
                    <a:pt x="572068" y="5702106"/>
                  </a:lnTo>
                  <a:lnTo>
                    <a:pt x="572162" y="5702106"/>
                  </a:lnTo>
                  <a:lnTo>
                    <a:pt x="572445" y="5702106"/>
                  </a:lnTo>
                  <a:lnTo>
                    <a:pt x="572539" y="5702106"/>
                  </a:lnTo>
                  <a:lnTo>
                    <a:pt x="572633" y="5702106"/>
                  </a:lnTo>
                  <a:lnTo>
                    <a:pt x="572727" y="5702106"/>
                  </a:lnTo>
                  <a:lnTo>
                    <a:pt x="572821" y="5702106"/>
                  </a:lnTo>
                  <a:lnTo>
                    <a:pt x="572916" y="5702106"/>
                  </a:lnTo>
                  <a:lnTo>
                    <a:pt x="573010" y="5702106"/>
                  </a:lnTo>
                  <a:lnTo>
                    <a:pt x="573198" y="5702106"/>
                  </a:lnTo>
                  <a:lnTo>
                    <a:pt x="573292" y="5702106"/>
                  </a:lnTo>
                  <a:lnTo>
                    <a:pt x="573386" y="5702106"/>
                  </a:lnTo>
                  <a:lnTo>
                    <a:pt x="573669" y="5702106"/>
                  </a:lnTo>
                  <a:lnTo>
                    <a:pt x="573951" y="5702106"/>
                  </a:lnTo>
                  <a:lnTo>
                    <a:pt x="574045" y="5702106"/>
                  </a:lnTo>
                  <a:lnTo>
                    <a:pt x="574140" y="5702106"/>
                  </a:lnTo>
                  <a:lnTo>
                    <a:pt x="574234" y="5702106"/>
                  </a:lnTo>
                  <a:lnTo>
                    <a:pt x="574328" y="5702106"/>
                  </a:lnTo>
                  <a:lnTo>
                    <a:pt x="574422" y="5702106"/>
                  </a:lnTo>
                  <a:lnTo>
                    <a:pt x="574610" y="5702106"/>
                  </a:lnTo>
                  <a:lnTo>
                    <a:pt x="574799" y="5702106"/>
                  </a:lnTo>
                  <a:lnTo>
                    <a:pt x="574893" y="5702106"/>
                  </a:lnTo>
                  <a:lnTo>
                    <a:pt x="574987" y="5702106"/>
                  </a:lnTo>
                  <a:lnTo>
                    <a:pt x="575175" y="5702106"/>
                  </a:lnTo>
                  <a:lnTo>
                    <a:pt x="575269" y="5702106"/>
                  </a:lnTo>
                  <a:lnTo>
                    <a:pt x="575364" y="5702106"/>
                  </a:lnTo>
                  <a:lnTo>
                    <a:pt x="575458" y="5702106"/>
                  </a:lnTo>
                  <a:lnTo>
                    <a:pt x="575646" y="5702106"/>
                  </a:lnTo>
                  <a:lnTo>
                    <a:pt x="575740" y="5702106"/>
                  </a:lnTo>
                  <a:lnTo>
                    <a:pt x="575834" y="5702106"/>
                  </a:lnTo>
                  <a:lnTo>
                    <a:pt x="575928" y="5702106"/>
                  </a:lnTo>
                  <a:lnTo>
                    <a:pt x="576023" y="5702106"/>
                  </a:lnTo>
                  <a:lnTo>
                    <a:pt x="576117" y="5702106"/>
                  </a:lnTo>
                  <a:lnTo>
                    <a:pt x="576211" y="5702106"/>
                  </a:lnTo>
                  <a:lnTo>
                    <a:pt x="576305" y="5702106"/>
                  </a:lnTo>
                  <a:lnTo>
                    <a:pt x="576399" y="5702106"/>
                  </a:lnTo>
                  <a:lnTo>
                    <a:pt x="576493" y="5702106"/>
                  </a:lnTo>
                  <a:lnTo>
                    <a:pt x="576588" y="5702106"/>
                  </a:lnTo>
                  <a:lnTo>
                    <a:pt x="576682" y="5702106"/>
                  </a:lnTo>
                  <a:lnTo>
                    <a:pt x="576776" y="5702106"/>
                  </a:lnTo>
                  <a:lnTo>
                    <a:pt x="576870" y="5702106"/>
                  </a:lnTo>
                  <a:lnTo>
                    <a:pt x="576964" y="5702106"/>
                  </a:lnTo>
                  <a:lnTo>
                    <a:pt x="576964" y="5697194"/>
                  </a:lnTo>
                  <a:lnTo>
                    <a:pt x="577152" y="5697194"/>
                  </a:lnTo>
                  <a:lnTo>
                    <a:pt x="577247" y="5697194"/>
                  </a:lnTo>
                  <a:lnTo>
                    <a:pt x="577341" y="5697194"/>
                  </a:lnTo>
                  <a:lnTo>
                    <a:pt x="577435" y="5697194"/>
                  </a:lnTo>
                  <a:lnTo>
                    <a:pt x="577529" y="5697194"/>
                  </a:lnTo>
                  <a:lnTo>
                    <a:pt x="577623" y="5697194"/>
                  </a:lnTo>
                  <a:lnTo>
                    <a:pt x="577717" y="5692283"/>
                  </a:lnTo>
                  <a:lnTo>
                    <a:pt x="577811" y="5692283"/>
                  </a:lnTo>
                  <a:lnTo>
                    <a:pt x="577906" y="5692283"/>
                  </a:lnTo>
                  <a:lnTo>
                    <a:pt x="578094" y="5692283"/>
                  </a:lnTo>
                  <a:lnTo>
                    <a:pt x="578188" y="5692283"/>
                  </a:lnTo>
                  <a:lnTo>
                    <a:pt x="578282" y="5692283"/>
                  </a:lnTo>
                  <a:lnTo>
                    <a:pt x="578376" y="5692283"/>
                  </a:lnTo>
                  <a:lnTo>
                    <a:pt x="578565" y="5692283"/>
                  </a:lnTo>
                  <a:lnTo>
                    <a:pt x="578659" y="5692283"/>
                  </a:lnTo>
                  <a:lnTo>
                    <a:pt x="578753" y="5692283"/>
                  </a:lnTo>
                  <a:lnTo>
                    <a:pt x="578941" y="5692283"/>
                  </a:lnTo>
                  <a:lnTo>
                    <a:pt x="579035" y="5692283"/>
                  </a:lnTo>
                  <a:lnTo>
                    <a:pt x="579130" y="5692283"/>
                  </a:lnTo>
                  <a:lnTo>
                    <a:pt x="579412" y="5692283"/>
                  </a:lnTo>
                  <a:lnTo>
                    <a:pt x="579506" y="5692283"/>
                  </a:lnTo>
                  <a:lnTo>
                    <a:pt x="579600" y="5692283"/>
                  </a:lnTo>
                  <a:lnTo>
                    <a:pt x="579695" y="5692283"/>
                  </a:lnTo>
                  <a:lnTo>
                    <a:pt x="579789" y="5692283"/>
                  </a:lnTo>
                  <a:lnTo>
                    <a:pt x="579883" y="5692283"/>
                  </a:lnTo>
                  <a:lnTo>
                    <a:pt x="579977" y="5692283"/>
                  </a:lnTo>
                  <a:lnTo>
                    <a:pt x="580071" y="5692283"/>
                  </a:lnTo>
                  <a:lnTo>
                    <a:pt x="580165" y="5692283"/>
                  </a:lnTo>
                  <a:lnTo>
                    <a:pt x="580259" y="5687372"/>
                  </a:lnTo>
                  <a:lnTo>
                    <a:pt x="580354" y="5687372"/>
                  </a:lnTo>
                  <a:lnTo>
                    <a:pt x="580448" y="5687372"/>
                  </a:lnTo>
                  <a:lnTo>
                    <a:pt x="580542" y="5687372"/>
                  </a:lnTo>
                  <a:lnTo>
                    <a:pt x="580636" y="5687372"/>
                  </a:lnTo>
                  <a:lnTo>
                    <a:pt x="580824" y="5687372"/>
                  </a:lnTo>
                  <a:lnTo>
                    <a:pt x="580919" y="5687372"/>
                  </a:lnTo>
                  <a:lnTo>
                    <a:pt x="581013" y="5687372"/>
                  </a:lnTo>
                  <a:lnTo>
                    <a:pt x="581201" y="5687372"/>
                  </a:lnTo>
                  <a:lnTo>
                    <a:pt x="581295" y="5687372"/>
                  </a:lnTo>
                  <a:lnTo>
                    <a:pt x="581389" y="5687372"/>
                  </a:lnTo>
                  <a:lnTo>
                    <a:pt x="581483" y="5687372"/>
                  </a:lnTo>
                  <a:lnTo>
                    <a:pt x="581578" y="5687372"/>
                  </a:lnTo>
                  <a:lnTo>
                    <a:pt x="581672" y="5687372"/>
                  </a:lnTo>
                  <a:lnTo>
                    <a:pt x="581860" y="5687372"/>
                  </a:lnTo>
                  <a:lnTo>
                    <a:pt x="581954" y="5687372"/>
                  </a:lnTo>
                  <a:lnTo>
                    <a:pt x="582048" y="5687372"/>
                  </a:lnTo>
                  <a:lnTo>
                    <a:pt x="582142" y="5687372"/>
                  </a:lnTo>
                  <a:lnTo>
                    <a:pt x="582237" y="5687372"/>
                  </a:lnTo>
                  <a:lnTo>
                    <a:pt x="582331" y="5687372"/>
                  </a:lnTo>
                  <a:lnTo>
                    <a:pt x="582425" y="5687372"/>
                  </a:lnTo>
                  <a:lnTo>
                    <a:pt x="584402" y="5682460"/>
                  </a:lnTo>
                  <a:lnTo>
                    <a:pt x="584496" y="5682460"/>
                  </a:lnTo>
                  <a:lnTo>
                    <a:pt x="584590" y="5682460"/>
                  </a:lnTo>
                  <a:lnTo>
                    <a:pt x="584685" y="5682460"/>
                  </a:lnTo>
                  <a:lnTo>
                    <a:pt x="584779" y="5682460"/>
                  </a:lnTo>
                  <a:lnTo>
                    <a:pt x="584967" y="5682460"/>
                  </a:lnTo>
                  <a:lnTo>
                    <a:pt x="585061" y="5682460"/>
                  </a:lnTo>
                  <a:lnTo>
                    <a:pt x="585155" y="5682460"/>
                  </a:lnTo>
                  <a:lnTo>
                    <a:pt x="585155" y="5677549"/>
                  </a:lnTo>
                  <a:lnTo>
                    <a:pt x="585250" y="5677549"/>
                  </a:lnTo>
                  <a:lnTo>
                    <a:pt x="585532" y="5677549"/>
                  </a:lnTo>
                  <a:lnTo>
                    <a:pt x="585626" y="5677549"/>
                  </a:lnTo>
                  <a:lnTo>
                    <a:pt x="585720" y="5677549"/>
                  </a:lnTo>
                  <a:lnTo>
                    <a:pt x="585909" y="5677549"/>
                  </a:lnTo>
                  <a:lnTo>
                    <a:pt x="586003" y="5672638"/>
                  </a:lnTo>
                  <a:lnTo>
                    <a:pt x="586097" y="5672638"/>
                  </a:lnTo>
                  <a:lnTo>
                    <a:pt x="586191" y="5672638"/>
                  </a:lnTo>
                  <a:lnTo>
                    <a:pt x="586285" y="5672638"/>
                  </a:lnTo>
                  <a:lnTo>
                    <a:pt x="586379" y="5672638"/>
                  </a:lnTo>
                  <a:lnTo>
                    <a:pt x="586473" y="5672638"/>
                  </a:lnTo>
                  <a:lnTo>
                    <a:pt x="586568" y="5672638"/>
                  </a:lnTo>
                  <a:lnTo>
                    <a:pt x="586662" y="5672638"/>
                  </a:lnTo>
                  <a:lnTo>
                    <a:pt x="586850" y="5672638"/>
                  </a:lnTo>
                  <a:lnTo>
                    <a:pt x="586944" y="5672638"/>
                  </a:lnTo>
                  <a:lnTo>
                    <a:pt x="587038" y="5672638"/>
                  </a:lnTo>
                  <a:lnTo>
                    <a:pt x="587038" y="5667726"/>
                  </a:lnTo>
                  <a:lnTo>
                    <a:pt x="587133" y="5667726"/>
                  </a:lnTo>
                  <a:lnTo>
                    <a:pt x="587227" y="5667726"/>
                  </a:lnTo>
                  <a:lnTo>
                    <a:pt x="587321" y="5667726"/>
                  </a:lnTo>
                  <a:lnTo>
                    <a:pt x="587415" y="5667726"/>
                  </a:lnTo>
                  <a:lnTo>
                    <a:pt x="587509" y="5667726"/>
                  </a:lnTo>
                  <a:lnTo>
                    <a:pt x="587603" y="5667726"/>
                  </a:lnTo>
                  <a:lnTo>
                    <a:pt x="587697" y="5667726"/>
                  </a:lnTo>
                  <a:lnTo>
                    <a:pt x="587792" y="5667726"/>
                  </a:lnTo>
                  <a:lnTo>
                    <a:pt x="588074" y="5667726"/>
                  </a:lnTo>
                  <a:lnTo>
                    <a:pt x="588168" y="5667726"/>
                  </a:lnTo>
                  <a:lnTo>
                    <a:pt x="588262" y="5667726"/>
                  </a:lnTo>
                  <a:lnTo>
                    <a:pt x="588357" y="5667726"/>
                  </a:lnTo>
                  <a:lnTo>
                    <a:pt x="588639" y="5667726"/>
                  </a:lnTo>
                  <a:lnTo>
                    <a:pt x="588921" y="5667726"/>
                  </a:lnTo>
                  <a:lnTo>
                    <a:pt x="589016" y="5667726"/>
                  </a:lnTo>
                  <a:lnTo>
                    <a:pt x="589110" y="5667726"/>
                  </a:lnTo>
                  <a:lnTo>
                    <a:pt x="589298" y="5667726"/>
                  </a:lnTo>
                  <a:lnTo>
                    <a:pt x="589392" y="5667726"/>
                  </a:lnTo>
                  <a:lnTo>
                    <a:pt x="589486" y="5667726"/>
                  </a:lnTo>
                  <a:lnTo>
                    <a:pt x="589675" y="5662815"/>
                  </a:lnTo>
                  <a:lnTo>
                    <a:pt x="589769" y="5662815"/>
                  </a:lnTo>
                  <a:lnTo>
                    <a:pt x="589863" y="5662815"/>
                  </a:lnTo>
                  <a:lnTo>
                    <a:pt x="589957" y="5662815"/>
                  </a:lnTo>
                  <a:lnTo>
                    <a:pt x="590145" y="5662815"/>
                  </a:lnTo>
                  <a:lnTo>
                    <a:pt x="590428" y="5662815"/>
                  </a:lnTo>
                  <a:lnTo>
                    <a:pt x="590522" y="5662815"/>
                  </a:lnTo>
                  <a:lnTo>
                    <a:pt x="590616" y="5662815"/>
                  </a:lnTo>
                  <a:lnTo>
                    <a:pt x="590710" y="5662815"/>
                  </a:lnTo>
                  <a:lnTo>
                    <a:pt x="590804" y="5662815"/>
                  </a:lnTo>
                  <a:lnTo>
                    <a:pt x="590993" y="5662815"/>
                  </a:lnTo>
                  <a:lnTo>
                    <a:pt x="591087" y="5662815"/>
                  </a:lnTo>
                  <a:lnTo>
                    <a:pt x="591181" y="5662815"/>
                  </a:lnTo>
                  <a:lnTo>
                    <a:pt x="591275" y="5662815"/>
                  </a:lnTo>
                  <a:lnTo>
                    <a:pt x="591275" y="5657903"/>
                  </a:lnTo>
                  <a:lnTo>
                    <a:pt x="591369" y="5657903"/>
                  </a:lnTo>
                  <a:lnTo>
                    <a:pt x="591464" y="5657903"/>
                  </a:lnTo>
                  <a:lnTo>
                    <a:pt x="591558" y="5657903"/>
                  </a:lnTo>
                  <a:lnTo>
                    <a:pt x="591652" y="5657903"/>
                  </a:lnTo>
                  <a:lnTo>
                    <a:pt x="591840" y="5657903"/>
                  </a:lnTo>
                  <a:lnTo>
                    <a:pt x="591934" y="5657903"/>
                  </a:lnTo>
                  <a:lnTo>
                    <a:pt x="592028" y="5657903"/>
                  </a:lnTo>
                  <a:lnTo>
                    <a:pt x="592123" y="5657903"/>
                  </a:lnTo>
                  <a:lnTo>
                    <a:pt x="592311" y="5657903"/>
                  </a:lnTo>
                  <a:lnTo>
                    <a:pt x="592405" y="5657903"/>
                  </a:lnTo>
                  <a:lnTo>
                    <a:pt x="592499" y="5657903"/>
                  </a:lnTo>
                  <a:lnTo>
                    <a:pt x="592593" y="5657903"/>
                  </a:lnTo>
                  <a:lnTo>
                    <a:pt x="592688" y="5657903"/>
                  </a:lnTo>
                  <a:lnTo>
                    <a:pt x="592782" y="5657903"/>
                  </a:lnTo>
                  <a:lnTo>
                    <a:pt x="592970" y="5657903"/>
                  </a:lnTo>
                  <a:lnTo>
                    <a:pt x="593158" y="5657903"/>
                  </a:lnTo>
                  <a:lnTo>
                    <a:pt x="593252" y="5657903"/>
                  </a:lnTo>
                  <a:lnTo>
                    <a:pt x="593441" y="5657903"/>
                  </a:lnTo>
                  <a:lnTo>
                    <a:pt x="593535" y="5657903"/>
                  </a:lnTo>
                  <a:lnTo>
                    <a:pt x="593629" y="5657903"/>
                  </a:lnTo>
                  <a:lnTo>
                    <a:pt x="593912" y="5657903"/>
                  </a:lnTo>
                  <a:lnTo>
                    <a:pt x="594006" y="5657903"/>
                  </a:lnTo>
                  <a:lnTo>
                    <a:pt x="594194" y="5657903"/>
                  </a:lnTo>
                  <a:lnTo>
                    <a:pt x="594382" y="5657903"/>
                  </a:lnTo>
                  <a:lnTo>
                    <a:pt x="594476" y="5657903"/>
                  </a:lnTo>
                  <a:lnTo>
                    <a:pt x="594476" y="5652992"/>
                  </a:lnTo>
                  <a:lnTo>
                    <a:pt x="594571" y="5652992"/>
                  </a:lnTo>
                  <a:lnTo>
                    <a:pt x="594759" y="5652992"/>
                  </a:lnTo>
                  <a:lnTo>
                    <a:pt x="594853" y="5652992"/>
                  </a:lnTo>
                  <a:lnTo>
                    <a:pt x="594947" y="5652992"/>
                  </a:lnTo>
                  <a:lnTo>
                    <a:pt x="595041" y="5652992"/>
                  </a:lnTo>
                  <a:lnTo>
                    <a:pt x="595135" y="5652992"/>
                  </a:lnTo>
                  <a:lnTo>
                    <a:pt x="595230" y="5652992"/>
                  </a:lnTo>
                  <a:lnTo>
                    <a:pt x="595324" y="5652992"/>
                  </a:lnTo>
                  <a:lnTo>
                    <a:pt x="595324" y="5648081"/>
                  </a:lnTo>
                  <a:lnTo>
                    <a:pt x="595512" y="5648081"/>
                  </a:lnTo>
                  <a:lnTo>
                    <a:pt x="595606" y="5648081"/>
                  </a:lnTo>
                  <a:lnTo>
                    <a:pt x="595700" y="5648081"/>
                  </a:lnTo>
                  <a:lnTo>
                    <a:pt x="595889" y="5648081"/>
                  </a:lnTo>
                  <a:lnTo>
                    <a:pt x="595983" y="5648081"/>
                  </a:lnTo>
                  <a:lnTo>
                    <a:pt x="596077" y="5648081"/>
                  </a:lnTo>
                  <a:lnTo>
                    <a:pt x="596171" y="5648081"/>
                  </a:lnTo>
                  <a:lnTo>
                    <a:pt x="596265" y="5648081"/>
                  </a:lnTo>
                  <a:lnTo>
                    <a:pt x="596454" y="5648081"/>
                  </a:lnTo>
                  <a:lnTo>
                    <a:pt x="596642" y="5648081"/>
                  </a:lnTo>
                  <a:lnTo>
                    <a:pt x="596736" y="5648081"/>
                  </a:lnTo>
                  <a:lnTo>
                    <a:pt x="596830" y="5648081"/>
                  </a:lnTo>
                  <a:lnTo>
                    <a:pt x="597019" y="5648081"/>
                  </a:lnTo>
                  <a:lnTo>
                    <a:pt x="597489" y="5648081"/>
                  </a:lnTo>
                  <a:lnTo>
                    <a:pt x="597583" y="5648081"/>
                  </a:lnTo>
                  <a:lnTo>
                    <a:pt x="597772" y="5648081"/>
                  </a:lnTo>
                  <a:lnTo>
                    <a:pt x="597866" y="5648081"/>
                  </a:lnTo>
                  <a:lnTo>
                    <a:pt x="597866" y="5643169"/>
                  </a:lnTo>
                  <a:lnTo>
                    <a:pt x="597960" y="5643169"/>
                  </a:lnTo>
                  <a:lnTo>
                    <a:pt x="598054" y="5643169"/>
                  </a:lnTo>
                  <a:lnTo>
                    <a:pt x="598148" y="5643169"/>
                  </a:lnTo>
                  <a:lnTo>
                    <a:pt x="598337" y="5643169"/>
                  </a:lnTo>
                  <a:lnTo>
                    <a:pt x="598431" y="5643169"/>
                  </a:lnTo>
                  <a:lnTo>
                    <a:pt x="598619" y="5643169"/>
                  </a:lnTo>
                  <a:lnTo>
                    <a:pt x="598713" y="5643169"/>
                  </a:lnTo>
                  <a:lnTo>
                    <a:pt x="598996" y="5643169"/>
                  </a:lnTo>
                  <a:lnTo>
                    <a:pt x="599278" y="5643169"/>
                  </a:lnTo>
                  <a:lnTo>
                    <a:pt x="599372" y="5643169"/>
                  </a:lnTo>
                  <a:lnTo>
                    <a:pt x="599466" y="5643169"/>
                  </a:lnTo>
                  <a:lnTo>
                    <a:pt x="599561" y="5643169"/>
                  </a:lnTo>
                  <a:lnTo>
                    <a:pt x="599655" y="5643169"/>
                  </a:lnTo>
                  <a:lnTo>
                    <a:pt x="599749" y="5643169"/>
                  </a:lnTo>
                  <a:lnTo>
                    <a:pt x="600031" y="5643169"/>
                  </a:lnTo>
                  <a:lnTo>
                    <a:pt x="600220" y="5643169"/>
                  </a:lnTo>
                  <a:lnTo>
                    <a:pt x="600502" y="5643169"/>
                  </a:lnTo>
                  <a:lnTo>
                    <a:pt x="600596" y="5643169"/>
                  </a:lnTo>
                  <a:lnTo>
                    <a:pt x="600690" y="5643169"/>
                  </a:lnTo>
                  <a:lnTo>
                    <a:pt x="600785" y="5643169"/>
                  </a:lnTo>
                  <a:lnTo>
                    <a:pt x="600879" y="5643169"/>
                  </a:lnTo>
                  <a:lnTo>
                    <a:pt x="600973" y="5643169"/>
                  </a:lnTo>
                  <a:lnTo>
                    <a:pt x="601067" y="5643169"/>
                  </a:lnTo>
                  <a:lnTo>
                    <a:pt x="601161" y="5643169"/>
                  </a:lnTo>
                  <a:lnTo>
                    <a:pt x="601444" y="5643169"/>
                  </a:lnTo>
                  <a:lnTo>
                    <a:pt x="601538" y="5643169"/>
                  </a:lnTo>
                  <a:lnTo>
                    <a:pt x="601538" y="5638258"/>
                  </a:lnTo>
                  <a:lnTo>
                    <a:pt x="601538" y="5633347"/>
                  </a:lnTo>
                  <a:lnTo>
                    <a:pt x="601632" y="5633347"/>
                  </a:lnTo>
                  <a:lnTo>
                    <a:pt x="601726" y="5633347"/>
                  </a:lnTo>
                  <a:lnTo>
                    <a:pt x="602009" y="5633347"/>
                  </a:lnTo>
                  <a:lnTo>
                    <a:pt x="602103" y="5633347"/>
                  </a:lnTo>
                  <a:lnTo>
                    <a:pt x="602197" y="5633347"/>
                  </a:lnTo>
                  <a:lnTo>
                    <a:pt x="602291" y="5633347"/>
                  </a:lnTo>
                  <a:lnTo>
                    <a:pt x="602479" y="5633347"/>
                  </a:lnTo>
                  <a:lnTo>
                    <a:pt x="602574" y="5633347"/>
                  </a:lnTo>
                  <a:lnTo>
                    <a:pt x="602762" y="5633347"/>
                  </a:lnTo>
                  <a:lnTo>
                    <a:pt x="602856" y="5633347"/>
                  </a:lnTo>
                  <a:lnTo>
                    <a:pt x="602950" y="5633347"/>
                  </a:lnTo>
                  <a:lnTo>
                    <a:pt x="603044" y="5633347"/>
                  </a:lnTo>
                  <a:lnTo>
                    <a:pt x="603138" y="5633347"/>
                  </a:lnTo>
                  <a:lnTo>
                    <a:pt x="603327" y="5633347"/>
                  </a:lnTo>
                  <a:lnTo>
                    <a:pt x="603515" y="5633347"/>
                  </a:lnTo>
                  <a:lnTo>
                    <a:pt x="603703" y="5633347"/>
                  </a:lnTo>
                  <a:lnTo>
                    <a:pt x="603797" y="5633347"/>
                  </a:lnTo>
                  <a:lnTo>
                    <a:pt x="603986" y="5633347"/>
                  </a:lnTo>
                  <a:lnTo>
                    <a:pt x="604080" y="5633347"/>
                  </a:lnTo>
                  <a:lnTo>
                    <a:pt x="604268" y="5633347"/>
                  </a:lnTo>
                  <a:lnTo>
                    <a:pt x="604362" y="5633347"/>
                  </a:lnTo>
                  <a:lnTo>
                    <a:pt x="604457" y="5633347"/>
                  </a:lnTo>
                  <a:lnTo>
                    <a:pt x="604551" y="5633347"/>
                  </a:lnTo>
                  <a:lnTo>
                    <a:pt x="604739" y="5628435"/>
                  </a:lnTo>
                  <a:lnTo>
                    <a:pt x="605021" y="5628435"/>
                  </a:lnTo>
                  <a:lnTo>
                    <a:pt x="605210" y="5628435"/>
                  </a:lnTo>
                  <a:lnTo>
                    <a:pt x="605304" y="5628435"/>
                  </a:lnTo>
                  <a:lnTo>
                    <a:pt x="605398" y="5628435"/>
                  </a:lnTo>
                  <a:lnTo>
                    <a:pt x="605492" y="5628435"/>
                  </a:lnTo>
                  <a:lnTo>
                    <a:pt x="605586" y="5628435"/>
                  </a:lnTo>
                  <a:lnTo>
                    <a:pt x="605681" y="5628435"/>
                  </a:lnTo>
                  <a:lnTo>
                    <a:pt x="605775" y="5628435"/>
                  </a:lnTo>
                  <a:lnTo>
                    <a:pt x="605963" y="5628435"/>
                  </a:lnTo>
                  <a:lnTo>
                    <a:pt x="606057" y="5628435"/>
                  </a:lnTo>
                  <a:lnTo>
                    <a:pt x="606245" y="5628435"/>
                  </a:lnTo>
                  <a:lnTo>
                    <a:pt x="606340" y="5628435"/>
                  </a:lnTo>
                  <a:lnTo>
                    <a:pt x="606434" y="5628435"/>
                  </a:lnTo>
                  <a:lnTo>
                    <a:pt x="606622" y="5628435"/>
                  </a:lnTo>
                  <a:lnTo>
                    <a:pt x="606716" y="5628435"/>
                  </a:lnTo>
                  <a:lnTo>
                    <a:pt x="606905" y="5628435"/>
                  </a:lnTo>
                  <a:lnTo>
                    <a:pt x="606999" y="5628435"/>
                  </a:lnTo>
                  <a:lnTo>
                    <a:pt x="607093" y="5628435"/>
                  </a:lnTo>
                  <a:lnTo>
                    <a:pt x="607281" y="5628435"/>
                  </a:lnTo>
                  <a:lnTo>
                    <a:pt x="607375" y="5628435"/>
                  </a:lnTo>
                  <a:lnTo>
                    <a:pt x="607469" y="5628435"/>
                  </a:lnTo>
                  <a:lnTo>
                    <a:pt x="607658" y="5628435"/>
                  </a:lnTo>
                  <a:lnTo>
                    <a:pt x="607846" y="5628435"/>
                  </a:lnTo>
                  <a:lnTo>
                    <a:pt x="607940" y="5628435"/>
                  </a:lnTo>
                  <a:lnTo>
                    <a:pt x="608034" y="5628435"/>
                  </a:lnTo>
                  <a:lnTo>
                    <a:pt x="608223" y="5628435"/>
                  </a:lnTo>
                  <a:lnTo>
                    <a:pt x="608317" y="5628435"/>
                  </a:lnTo>
                  <a:lnTo>
                    <a:pt x="608411" y="5628435"/>
                  </a:lnTo>
                  <a:lnTo>
                    <a:pt x="608599" y="5628435"/>
                  </a:lnTo>
                  <a:lnTo>
                    <a:pt x="608693" y="5628435"/>
                  </a:lnTo>
                  <a:lnTo>
                    <a:pt x="609164" y="5628435"/>
                  </a:lnTo>
                  <a:lnTo>
                    <a:pt x="609258" y="5628435"/>
                  </a:lnTo>
                  <a:lnTo>
                    <a:pt x="609352" y="5628435"/>
                  </a:lnTo>
                  <a:lnTo>
                    <a:pt x="609541" y="5628435"/>
                  </a:lnTo>
                  <a:lnTo>
                    <a:pt x="609635" y="5628435"/>
                  </a:lnTo>
                  <a:lnTo>
                    <a:pt x="609729" y="5628435"/>
                  </a:lnTo>
                  <a:lnTo>
                    <a:pt x="609917" y="5628435"/>
                  </a:lnTo>
                  <a:lnTo>
                    <a:pt x="610106" y="5628435"/>
                  </a:lnTo>
                  <a:lnTo>
                    <a:pt x="610294" y="5628435"/>
                  </a:lnTo>
                  <a:lnTo>
                    <a:pt x="610388" y="5628435"/>
                  </a:lnTo>
                  <a:lnTo>
                    <a:pt x="610765" y="5628435"/>
                  </a:lnTo>
                  <a:lnTo>
                    <a:pt x="610859" y="5628435"/>
                  </a:lnTo>
                  <a:lnTo>
                    <a:pt x="611047" y="5628435"/>
                  </a:lnTo>
                  <a:lnTo>
                    <a:pt x="611424" y="5628435"/>
                  </a:lnTo>
                  <a:lnTo>
                    <a:pt x="611518" y="5628435"/>
                  </a:lnTo>
                  <a:lnTo>
                    <a:pt x="611612" y="5628435"/>
                  </a:lnTo>
                  <a:lnTo>
                    <a:pt x="611706" y="5628435"/>
                  </a:lnTo>
                  <a:lnTo>
                    <a:pt x="611800" y="5628435"/>
                  </a:lnTo>
                  <a:lnTo>
                    <a:pt x="611895" y="5628435"/>
                  </a:lnTo>
                  <a:lnTo>
                    <a:pt x="612083" y="5628435"/>
                  </a:lnTo>
                  <a:lnTo>
                    <a:pt x="612271" y="5628435"/>
                  </a:lnTo>
                  <a:lnTo>
                    <a:pt x="612554" y="5628435"/>
                  </a:lnTo>
                  <a:lnTo>
                    <a:pt x="612648" y="5628435"/>
                  </a:lnTo>
                  <a:lnTo>
                    <a:pt x="612742" y="5628435"/>
                  </a:lnTo>
                  <a:lnTo>
                    <a:pt x="612836" y="5628435"/>
                  </a:lnTo>
                  <a:lnTo>
                    <a:pt x="612930" y="5628435"/>
                  </a:lnTo>
                  <a:lnTo>
                    <a:pt x="613024" y="5628435"/>
                  </a:lnTo>
                  <a:lnTo>
                    <a:pt x="613119" y="5628435"/>
                  </a:lnTo>
                  <a:lnTo>
                    <a:pt x="613213" y="5628435"/>
                  </a:lnTo>
                  <a:lnTo>
                    <a:pt x="613307" y="5628435"/>
                  </a:lnTo>
                  <a:lnTo>
                    <a:pt x="613401" y="5628435"/>
                  </a:lnTo>
                  <a:lnTo>
                    <a:pt x="613495" y="5628435"/>
                  </a:lnTo>
                  <a:lnTo>
                    <a:pt x="613589" y="5628435"/>
                  </a:lnTo>
                  <a:lnTo>
                    <a:pt x="613683" y="5628435"/>
                  </a:lnTo>
                  <a:lnTo>
                    <a:pt x="613778" y="5628435"/>
                  </a:lnTo>
                  <a:lnTo>
                    <a:pt x="613872" y="5628435"/>
                  </a:lnTo>
                  <a:lnTo>
                    <a:pt x="613966" y="5623524"/>
                  </a:lnTo>
                  <a:lnTo>
                    <a:pt x="614060" y="5623524"/>
                  </a:lnTo>
                  <a:lnTo>
                    <a:pt x="614154" y="5623524"/>
                  </a:lnTo>
                  <a:lnTo>
                    <a:pt x="614248" y="5623524"/>
                  </a:lnTo>
                  <a:lnTo>
                    <a:pt x="614343" y="5623524"/>
                  </a:lnTo>
                  <a:lnTo>
                    <a:pt x="614437" y="5623524"/>
                  </a:lnTo>
                  <a:lnTo>
                    <a:pt x="614531" y="5623524"/>
                  </a:lnTo>
                  <a:lnTo>
                    <a:pt x="614813" y="5623524"/>
                  </a:lnTo>
                  <a:lnTo>
                    <a:pt x="614907" y="5623524"/>
                  </a:lnTo>
                  <a:lnTo>
                    <a:pt x="615096" y="5623524"/>
                  </a:lnTo>
                  <a:lnTo>
                    <a:pt x="615190" y="5623524"/>
                  </a:lnTo>
                  <a:lnTo>
                    <a:pt x="615284" y="5623524"/>
                  </a:lnTo>
                  <a:lnTo>
                    <a:pt x="615378" y="5623524"/>
                  </a:lnTo>
                  <a:lnTo>
                    <a:pt x="615472" y="5623524"/>
                  </a:lnTo>
                  <a:lnTo>
                    <a:pt x="615567" y="5623524"/>
                  </a:lnTo>
                  <a:lnTo>
                    <a:pt x="615943" y="5623524"/>
                  </a:lnTo>
                  <a:lnTo>
                    <a:pt x="616037" y="5623524"/>
                  </a:lnTo>
                  <a:lnTo>
                    <a:pt x="616131" y="5623524"/>
                  </a:lnTo>
                  <a:lnTo>
                    <a:pt x="616414" y="5623524"/>
                  </a:lnTo>
                  <a:lnTo>
                    <a:pt x="616602" y="5623524"/>
                  </a:lnTo>
                  <a:lnTo>
                    <a:pt x="616696" y="5623524"/>
                  </a:lnTo>
                  <a:lnTo>
                    <a:pt x="617261" y="5623524"/>
                  </a:lnTo>
                  <a:lnTo>
                    <a:pt x="617355" y="5623524"/>
                  </a:lnTo>
                  <a:lnTo>
                    <a:pt x="617450" y="5623524"/>
                  </a:lnTo>
                  <a:lnTo>
                    <a:pt x="617544" y="5623524"/>
                  </a:lnTo>
                  <a:lnTo>
                    <a:pt x="617638" y="5623524"/>
                  </a:lnTo>
                  <a:lnTo>
                    <a:pt x="617732" y="5623524"/>
                  </a:lnTo>
                  <a:lnTo>
                    <a:pt x="617826" y="5623524"/>
                  </a:lnTo>
                  <a:lnTo>
                    <a:pt x="617920" y="5623524"/>
                  </a:lnTo>
                  <a:lnTo>
                    <a:pt x="618109" y="5623524"/>
                  </a:lnTo>
                  <a:lnTo>
                    <a:pt x="618203" y="5623524"/>
                  </a:lnTo>
                  <a:lnTo>
                    <a:pt x="618297" y="5623524"/>
                  </a:lnTo>
                  <a:lnTo>
                    <a:pt x="618485" y="5618612"/>
                  </a:lnTo>
                  <a:lnTo>
                    <a:pt x="618674" y="5618612"/>
                  </a:lnTo>
                  <a:lnTo>
                    <a:pt x="618956" y="5618612"/>
                  </a:lnTo>
                  <a:lnTo>
                    <a:pt x="619050" y="5618612"/>
                  </a:lnTo>
                  <a:lnTo>
                    <a:pt x="619144" y="5618612"/>
                  </a:lnTo>
                  <a:lnTo>
                    <a:pt x="619333" y="5618612"/>
                  </a:lnTo>
                  <a:lnTo>
                    <a:pt x="619427" y="5613701"/>
                  </a:lnTo>
                  <a:lnTo>
                    <a:pt x="619521" y="5613701"/>
                  </a:lnTo>
                  <a:lnTo>
                    <a:pt x="619615" y="5613701"/>
                  </a:lnTo>
                  <a:lnTo>
                    <a:pt x="619803" y="5613701"/>
                  </a:lnTo>
                  <a:lnTo>
                    <a:pt x="619898" y="5613701"/>
                  </a:lnTo>
                  <a:lnTo>
                    <a:pt x="619992" y="5613701"/>
                  </a:lnTo>
                  <a:lnTo>
                    <a:pt x="620180" y="5613701"/>
                  </a:lnTo>
                  <a:lnTo>
                    <a:pt x="620274" y="5613701"/>
                  </a:lnTo>
                  <a:lnTo>
                    <a:pt x="620368" y="5613701"/>
                  </a:lnTo>
                  <a:lnTo>
                    <a:pt x="620557" y="5613701"/>
                  </a:lnTo>
                  <a:lnTo>
                    <a:pt x="620651" y="5613701"/>
                  </a:lnTo>
                  <a:lnTo>
                    <a:pt x="620745" y="5613701"/>
                  </a:lnTo>
                  <a:lnTo>
                    <a:pt x="620745" y="5608790"/>
                  </a:lnTo>
                  <a:lnTo>
                    <a:pt x="621027" y="5608790"/>
                  </a:lnTo>
                  <a:lnTo>
                    <a:pt x="621216" y="5608790"/>
                  </a:lnTo>
                  <a:lnTo>
                    <a:pt x="621310" y="5608790"/>
                  </a:lnTo>
                  <a:lnTo>
                    <a:pt x="621592" y="5608790"/>
                  </a:lnTo>
                  <a:lnTo>
                    <a:pt x="621686" y="5608790"/>
                  </a:lnTo>
                  <a:lnTo>
                    <a:pt x="621875" y="5608790"/>
                  </a:lnTo>
                  <a:lnTo>
                    <a:pt x="621969" y="5608790"/>
                  </a:lnTo>
                  <a:lnTo>
                    <a:pt x="622063" y="5608790"/>
                  </a:lnTo>
                  <a:lnTo>
                    <a:pt x="622157" y="5608790"/>
                  </a:lnTo>
                  <a:lnTo>
                    <a:pt x="622251" y="5608790"/>
                  </a:lnTo>
                  <a:lnTo>
                    <a:pt x="622345" y="5608790"/>
                  </a:lnTo>
                  <a:lnTo>
                    <a:pt x="622345" y="5603878"/>
                  </a:lnTo>
                  <a:lnTo>
                    <a:pt x="622534" y="5603878"/>
                  </a:lnTo>
                  <a:lnTo>
                    <a:pt x="622722" y="5603878"/>
                  </a:lnTo>
                  <a:lnTo>
                    <a:pt x="622816" y="5603878"/>
                  </a:lnTo>
                  <a:lnTo>
                    <a:pt x="622910" y="5603878"/>
                  </a:lnTo>
                  <a:lnTo>
                    <a:pt x="623193" y="5603878"/>
                  </a:lnTo>
                  <a:lnTo>
                    <a:pt x="623287" y="5603878"/>
                  </a:lnTo>
                  <a:lnTo>
                    <a:pt x="623287" y="5598967"/>
                  </a:lnTo>
                  <a:lnTo>
                    <a:pt x="623381" y="5598967"/>
                  </a:lnTo>
                  <a:lnTo>
                    <a:pt x="623475" y="5598967"/>
                  </a:lnTo>
                  <a:lnTo>
                    <a:pt x="623569" y="5598967"/>
                  </a:lnTo>
                  <a:lnTo>
                    <a:pt x="623758" y="5598967"/>
                  </a:lnTo>
                  <a:lnTo>
                    <a:pt x="623852" y="5598967"/>
                  </a:lnTo>
                  <a:lnTo>
                    <a:pt x="623946" y="5598967"/>
                  </a:lnTo>
                  <a:lnTo>
                    <a:pt x="624040" y="5598967"/>
                  </a:lnTo>
                  <a:lnTo>
                    <a:pt x="624134" y="5598967"/>
                  </a:lnTo>
                  <a:lnTo>
                    <a:pt x="624417" y="5598967"/>
                  </a:lnTo>
                  <a:lnTo>
                    <a:pt x="624793" y="5598967"/>
                  </a:lnTo>
                  <a:lnTo>
                    <a:pt x="625076" y="5598967"/>
                  </a:lnTo>
                  <a:lnTo>
                    <a:pt x="625264" y="5598967"/>
                  </a:lnTo>
                  <a:lnTo>
                    <a:pt x="625358" y="5598967"/>
                  </a:lnTo>
                  <a:lnTo>
                    <a:pt x="625452" y="5598967"/>
                  </a:lnTo>
                  <a:lnTo>
                    <a:pt x="625547" y="5598967"/>
                  </a:lnTo>
                  <a:lnTo>
                    <a:pt x="625735" y="5598967"/>
                  </a:lnTo>
                  <a:lnTo>
                    <a:pt x="625829" y="5598967"/>
                  </a:lnTo>
                  <a:lnTo>
                    <a:pt x="626017" y="5598967"/>
                  </a:lnTo>
                  <a:lnTo>
                    <a:pt x="626206" y="5598967"/>
                  </a:lnTo>
                  <a:lnTo>
                    <a:pt x="626394" y="5598967"/>
                  </a:lnTo>
                  <a:lnTo>
                    <a:pt x="626488" y="5598967"/>
                  </a:lnTo>
                  <a:lnTo>
                    <a:pt x="626676" y="5594056"/>
                  </a:lnTo>
                  <a:lnTo>
                    <a:pt x="626865" y="5594056"/>
                  </a:lnTo>
                  <a:lnTo>
                    <a:pt x="626959" y="5594056"/>
                  </a:lnTo>
                  <a:lnTo>
                    <a:pt x="627053" y="5594056"/>
                  </a:lnTo>
                  <a:lnTo>
                    <a:pt x="627147" y="5594056"/>
                  </a:lnTo>
                  <a:lnTo>
                    <a:pt x="627524" y="5594056"/>
                  </a:lnTo>
                  <a:lnTo>
                    <a:pt x="627618" y="5594056"/>
                  </a:lnTo>
                  <a:lnTo>
                    <a:pt x="627712" y="5594056"/>
                  </a:lnTo>
                  <a:lnTo>
                    <a:pt x="627806" y="5594056"/>
                  </a:lnTo>
                  <a:lnTo>
                    <a:pt x="627900" y="5594056"/>
                  </a:lnTo>
                  <a:lnTo>
                    <a:pt x="628089" y="5594056"/>
                  </a:lnTo>
                  <a:lnTo>
                    <a:pt x="628183" y="5594056"/>
                  </a:lnTo>
                  <a:lnTo>
                    <a:pt x="628371" y="5594056"/>
                  </a:lnTo>
                  <a:lnTo>
                    <a:pt x="628465" y="5594056"/>
                  </a:lnTo>
                  <a:lnTo>
                    <a:pt x="628560" y="5594056"/>
                  </a:lnTo>
                  <a:lnTo>
                    <a:pt x="628748" y="5594056"/>
                  </a:lnTo>
                  <a:lnTo>
                    <a:pt x="628842" y="5594056"/>
                  </a:lnTo>
                  <a:lnTo>
                    <a:pt x="628936" y="5594056"/>
                  </a:lnTo>
                  <a:lnTo>
                    <a:pt x="629030" y="5594056"/>
                  </a:lnTo>
                  <a:lnTo>
                    <a:pt x="629219" y="5594056"/>
                  </a:lnTo>
                  <a:lnTo>
                    <a:pt x="629313" y="5594056"/>
                  </a:lnTo>
                  <a:lnTo>
                    <a:pt x="629501" y="5594056"/>
                  </a:lnTo>
                  <a:lnTo>
                    <a:pt x="629595" y="5594056"/>
                  </a:lnTo>
                  <a:lnTo>
                    <a:pt x="629878" y="5594056"/>
                  </a:lnTo>
                  <a:lnTo>
                    <a:pt x="629972" y="5594056"/>
                  </a:lnTo>
                  <a:lnTo>
                    <a:pt x="630160" y="5594056"/>
                  </a:lnTo>
                  <a:lnTo>
                    <a:pt x="630254" y="5594056"/>
                  </a:lnTo>
                  <a:lnTo>
                    <a:pt x="630348" y="5594056"/>
                  </a:lnTo>
                  <a:lnTo>
                    <a:pt x="630443" y="5589144"/>
                  </a:lnTo>
                  <a:lnTo>
                    <a:pt x="630537" y="5589144"/>
                  </a:lnTo>
                  <a:lnTo>
                    <a:pt x="630631" y="5589144"/>
                  </a:lnTo>
                  <a:lnTo>
                    <a:pt x="630725" y="5589144"/>
                  </a:lnTo>
                  <a:lnTo>
                    <a:pt x="630819" y="5589144"/>
                  </a:lnTo>
                  <a:lnTo>
                    <a:pt x="631007" y="5589144"/>
                  </a:lnTo>
                  <a:lnTo>
                    <a:pt x="631102" y="5589144"/>
                  </a:lnTo>
                  <a:lnTo>
                    <a:pt x="631196" y="5589144"/>
                  </a:lnTo>
                  <a:lnTo>
                    <a:pt x="631290" y="5589144"/>
                  </a:lnTo>
                  <a:lnTo>
                    <a:pt x="631478" y="5589144"/>
                  </a:lnTo>
                  <a:lnTo>
                    <a:pt x="631572" y="5589144"/>
                  </a:lnTo>
                  <a:lnTo>
                    <a:pt x="631667" y="5589144"/>
                  </a:lnTo>
                  <a:lnTo>
                    <a:pt x="631761" y="5589144"/>
                  </a:lnTo>
                  <a:lnTo>
                    <a:pt x="631949" y="5589144"/>
                  </a:lnTo>
                  <a:lnTo>
                    <a:pt x="632137" y="5584233"/>
                  </a:lnTo>
                  <a:lnTo>
                    <a:pt x="632326" y="5584233"/>
                  </a:lnTo>
                  <a:lnTo>
                    <a:pt x="632420" y="5584233"/>
                  </a:lnTo>
                  <a:lnTo>
                    <a:pt x="632514" y="5584233"/>
                  </a:lnTo>
                  <a:lnTo>
                    <a:pt x="632608" y="5584233"/>
                  </a:lnTo>
                  <a:lnTo>
                    <a:pt x="632702" y="5584233"/>
                  </a:lnTo>
                  <a:lnTo>
                    <a:pt x="632796" y="5584233"/>
                  </a:lnTo>
                  <a:lnTo>
                    <a:pt x="632891" y="5584233"/>
                  </a:lnTo>
                  <a:lnTo>
                    <a:pt x="632985" y="5584233"/>
                  </a:lnTo>
                  <a:lnTo>
                    <a:pt x="633079" y="5584233"/>
                  </a:lnTo>
                  <a:lnTo>
                    <a:pt x="633267" y="5584233"/>
                  </a:lnTo>
                  <a:lnTo>
                    <a:pt x="633361" y="5584233"/>
                  </a:lnTo>
                  <a:lnTo>
                    <a:pt x="633550" y="5584233"/>
                  </a:lnTo>
                  <a:lnTo>
                    <a:pt x="633644" y="5584233"/>
                  </a:lnTo>
                  <a:lnTo>
                    <a:pt x="633738" y="5584233"/>
                  </a:lnTo>
                  <a:lnTo>
                    <a:pt x="633832" y="5584233"/>
                  </a:lnTo>
                  <a:lnTo>
                    <a:pt x="634020" y="5584233"/>
                  </a:lnTo>
                  <a:lnTo>
                    <a:pt x="634114" y="5584233"/>
                  </a:lnTo>
                  <a:lnTo>
                    <a:pt x="634303" y="5584233"/>
                  </a:lnTo>
                  <a:lnTo>
                    <a:pt x="634397" y="5584233"/>
                  </a:lnTo>
                  <a:lnTo>
                    <a:pt x="634491" y="5584233"/>
                  </a:lnTo>
                  <a:lnTo>
                    <a:pt x="634585" y="5584233"/>
                  </a:lnTo>
                  <a:lnTo>
                    <a:pt x="634679" y="5584233"/>
                  </a:lnTo>
                  <a:lnTo>
                    <a:pt x="634868" y="5584233"/>
                  </a:lnTo>
                  <a:lnTo>
                    <a:pt x="634962" y="5584233"/>
                  </a:lnTo>
                  <a:lnTo>
                    <a:pt x="635150" y="5584233"/>
                  </a:lnTo>
                  <a:lnTo>
                    <a:pt x="635244" y="5584233"/>
                  </a:lnTo>
                  <a:lnTo>
                    <a:pt x="635338" y="5584233"/>
                  </a:lnTo>
                  <a:lnTo>
                    <a:pt x="635433" y="5584233"/>
                  </a:lnTo>
                  <a:lnTo>
                    <a:pt x="635527" y="5584233"/>
                  </a:lnTo>
                  <a:lnTo>
                    <a:pt x="635621" y="5584233"/>
                  </a:lnTo>
                  <a:lnTo>
                    <a:pt x="635998" y="5584233"/>
                  </a:lnTo>
                  <a:lnTo>
                    <a:pt x="636186" y="5584233"/>
                  </a:lnTo>
                  <a:lnTo>
                    <a:pt x="636280" y="5584233"/>
                  </a:lnTo>
                  <a:lnTo>
                    <a:pt x="636468" y="5584233"/>
                  </a:lnTo>
                  <a:lnTo>
                    <a:pt x="636562" y="5584233"/>
                  </a:lnTo>
                  <a:lnTo>
                    <a:pt x="636657" y="5584233"/>
                  </a:lnTo>
                  <a:lnTo>
                    <a:pt x="636751" y="5584233"/>
                  </a:lnTo>
                  <a:lnTo>
                    <a:pt x="636845" y="5584233"/>
                  </a:lnTo>
                  <a:lnTo>
                    <a:pt x="636939" y="5584233"/>
                  </a:lnTo>
                  <a:lnTo>
                    <a:pt x="637033" y="5584233"/>
                  </a:lnTo>
                  <a:lnTo>
                    <a:pt x="637316" y="5584233"/>
                  </a:lnTo>
                  <a:lnTo>
                    <a:pt x="637504" y="5584233"/>
                  </a:lnTo>
                  <a:lnTo>
                    <a:pt x="637598" y="5584233"/>
                  </a:lnTo>
                  <a:lnTo>
                    <a:pt x="637692" y="5584233"/>
                  </a:lnTo>
                  <a:lnTo>
                    <a:pt x="637786" y="5584233"/>
                  </a:lnTo>
                  <a:lnTo>
                    <a:pt x="637975" y="5584233"/>
                  </a:lnTo>
                  <a:lnTo>
                    <a:pt x="638634" y="5584233"/>
                  </a:lnTo>
                  <a:lnTo>
                    <a:pt x="638728" y="5584233"/>
                  </a:lnTo>
                  <a:lnTo>
                    <a:pt x="638916" y="5584233"/>
                  </a:lnTo>
                  <a:lnTo>
                    <a:pt x="639010" y="5584233"/>
                  </a:lnTo>
                  <a:lnTo>
                    <a:pt x="639105" y="5584233"/>
                  </a:lnTo>
                  <a:lnTo>
                    <a:pt x="639293" y="5584233"/>
                  </a:lnTo>
                  <a:lnTo>
                    <a:pt x="639481" y="5584233"/>
                  </a:lnTo>
                  <a:lnTo>
                    <a:pt x="639575" y="5584233"/>
                  </a:lnTo>
                  <a:lnTo>
                    <a:pt x="639669" y="5579321"/>
                  </a:lnTo>
                  <a:lnTo>
                    <a:pt x="639764" y="5579321"/>
                  </a:lnTo>
                  <a:lnTo>
                    <a:pt x="639858" y="5579321"/>
                  </a:lnTo>
                  <a:lnTo>
                    <a:pt x="639952" y="5579321"/>
                  </a:lnTo>
                  <a:lnTo>
                    <a:pt x="640046" y="5579321"/>
                  </a:lnTo>
                  <a:lnTo>
                    <a:pt x="640140" y="5579321"/>
                  </a:lnTo>
                  <a:lnTo>
                    <a:pt x="640234" y="5579321"/>
                  </a:lnTo>
                  <a:lnTo>
                    <a:pt x="640329" y="5579321"/>
                  </a:lnTo>
                  <a:lnTo>
                    <a:pt x="640423" y="5579321"/>
                  </a:lnTo>
                  <a:lnTo>
                    <a:pt x="640517" y="5579321"/>
                  </a:lnTo>
                  <a:lnTo>
                    <a:pt x="640705" y="5579321"/>
                  </a:lnTo>
                  <a:lnTo>
                    <a:pt x="640799" y="5579321"/>
                  </a:lnTo>
                  <a:lnTo>
                    <a:pt x="640893" y="5579321"/>
                  </a:lnTo>
                  <a:lnTo>
                    <a:pt x="640988" y="5579321"/>
                  </a:lnTo>
                  <a:lnTo>
                    <a:pt x="641082" y="5579321"/>
                  </a:lnTo>
                  <a:lnTo>
                    <a:pt x="641176" y="5579321"/>
                  </a:lnTo>
                  <a:lnTo>
                    <a:pt x="641270" y="5579321"/>
                  </a:lnTo>
                  <a:lnTo>
                    <a:pt x="641364" y="5579321"/>
                  </a:lnTo>
                  <a:lnTo>
                    <a:pt x="641553" y="5579321"/>
                  </a:lnTo>
                  <a:lnTo>
                    <a:pt x="641647" y="5579321"/>
                  </a:lnTo>
                  <a:lnTo>
                    <a:pt x="641929" y="5579321"/>
                  </a:lnTo>
                  <a:lnTo>
                    <a:pt x="642117" y="5579321"/>
                  </a:lnTo>
                  <a:lnTo>
                    <a:pt x="642306" y="5579321"/>
                  </a:lnTo>
                  <a:lnTo>
                    <a:pt x="642494" y="5579321"/>
                  </a:lnTo>
                  <a:lnTo>
                    <a:pt x="642588" y="5579321"/>
                  </a:lnTo>
                  <a:lnTo>
                    <a:pt x="642682" y="5579321"/>
                  </a:lnTo>
                  <a:lnTo>
                    <a:pt x="642776" y="5579321"/>
                  </a:lnTo>
                  <a:lnTo>
                    <a:pt x="642871" y="5579321"/>
                  </a:lnTo>
                  <a:lnTo>
                    <a:pt x="642965" y="5579321"/>
                  </a:lnTo>
                  <a:lnTo>
                    <a:pt x="643059" y="5579321"/>
                  </a:lnTo>
                  <a:lnTo>
                    <a:pt x="643153" y="5579321"/>
                  </a:lnTo>
                  <a:lnTo>
                    <a:pt x="644095" y="5579321"/>
                  </a:lnTo>
                  <a:lnTo>
                    <a:pt x="644189" y="5579321"/>
                  </a:lnTo>
                  <a:lnTo>
                    <a:pt x="644283" y="5579321"/>
                  </a:lnTo>
                  <a:lnTo>
                    <a:pt x="644377" y="5579321"/>
                  </a:lnTo>
                  <a:lnTo>
                    <a:pt x="644471" y="5579321"/>
                  </a:lnTo>
                  <a:lnTo>
                    <a:pt x="644565" y="5579321"/>
                  </a:lnTo>
                  <a:lnTo>
                    <a:pt x="644660" y="5579321"/>
                  </a:lnTo>
                  <a:lnTo>
                    <a:pt x="644754" y="5579321"/>
                  </a:lnTo>
                  <a:lnTo>
                    <a:pt x="644848" y="5579321"/>
                  </a:lnTo>
                  <a:lnTo>
                    <a:pt x="645036" y="5579321"/>
                  </a:lnTo>
                  <a:lnTo>
                    <a:pt x="645130" y="5579321"/>
                  </a:lnTo>
                  <a:lnTo>
                    <a:pt x="645224" y="5579321"/>
                  </a:lnTo>
                  <a:lnTo>
                    <a:pt x="645319" y="5579321"/>
                  </a:lnTo>
                  <a:lnTo>
                    <a:pt x="645413" y="5579321"/>
                  </a:lnTo>
                  <a:lnTo>
                    <a:pt x="645695" y="5579321"/>
                  </a:lnTo>
                  <a:lnTo>
                    <a:pt x="645789" y="5579321"/>
                  </a:lnTo>
                  <a:lnTo>
                    <a:pt x="645884" y="5579321"/>
                  </a:lnTo>
                  <a:lnTo>
                    <a:pt x="645978" y="5579321"/>
                  </a:lnTo>
                  <a:lnTo>
                    <a:pt x="646166" y="5574410"/>
                  </a:lnTo>
                  <a:lnTo>
                    <a:pt x="646260" y="5574410"/>
                  </a:lnTo>
                  <a:lnTo>
                    <a:pt x="646354" y="5574410"/>
                  </a:lnTo>
                  <a:lnTo>
                    <a:pt x="646448" y="5574410"/>
                  </a:lnTo>
                  <a:lnTo>
                    <a:pt x="646543" y="5574410"/>
                  </a:lnTo>
                  <a:lnTo>
                    <a:pt x="646637" y="5574410"/>
                  </a:lnTo>
                  <a:lnTo>
                    <a:pt x="646919" y="5574410"/>
                  </a:lnTo>
                  <a:lnTo>
                    <a:pt x="647013" y="5574410"/>
                  </a:lnTo>
                  <a:lnTo>
                    <a:pt x="647107" y="5574410"/>
                  </a:lnTo>
                  <a:lnTo>
                    <a:pt x="647296" y="5574410"/>
                  </a:lnTo>
                  <a:lnTo>
                    <a:pt x="647390" y="5574410"/>
                  </a:lnTo>
                  <a:lnTo>
                    <a:pt x="647578" y="5574410"/>
                  </a:lnTo>
                  <a:lnTo>
                    <a:pt x="647672" y="5574410"/>
                  </a:lnTo>
                  <a:lnTo>
                    <a:pt x="647767" y="5574410"/>
                  </a:lnTo>
                  <a:lnTo>
                    <a:pt x="647955" y="5574410"/>
                  </a:lnTo>
                  <a:lnTo>
                    <a:pt x="648143" y="5574410"/>
                  </a:lnTo>
                  <a:lnTo>
                    <a:pt x="648237" y="5574410"/>
                  </a:lnTo>
                  <a:lnTo>
                    <a:pt x="648331" y="5574410"/>
                  </a:lnTo>
                  <a:lnTo>
                    <a:pt x="648426" y="5574410"/>
                  </a:lnTo>
                  <a:lnTo>
                    <a:pt x="648708" y="5574410"/>
                  </a:lnTo>
                  <a:lnTo>
                    <a:pt x="648896" y="5574410"/>
                  </a:lnTo>
                  <a:lnTo>
                    <a:pt x="648991" y="5574410"/>
                  </a:lnTo>
                  <a:lnTo>
                    <a:pt x="649085" y="5574410"/>
                  </a:lnTo>
                  <a:lnTo>
                    <a:pt x="649179" y="5574410"/>
                  </a:lnTo>
                  <a:lnTo>
                    <a:pt x="649273" y="5574410"/>
                  </a:lnTo>
                  <a:lnTo>
                    <a:pt x="649461" y="5574410"/>
                  </a:lnTo>
                  <a:lnTo>
                    <a:pt x="649555" y="5574410"/>
                  </a:lnTo>
                  <a:lnTo>
                    <a:pt x="649744" y="5574410"/>
                  </a:lnTo>
                  <a:lnTo>
                    <a:pt x="649838" y="5574410"/>
                  </a:lnTo>
                  <a:lnTo>
                    <a:pt x="649932" y="5574410"/>
                  </a:lnTo>
                  <a:lnTo>
                    <a:pt x="650026" y="5574410"/>
                  </a:lnTo>
                  <a:lnTo>
                    <a:pt x="650309" y="5574410"/>
                  </a:lnTo>
                  <a:lnTo>
                    <a:pt x="650403" y="5574410"/>
                  </a:lnTo>
                  <a:lnTo>
                    <a:pt x="650591" y="5574410"/>
                  </a:lnTo>
                  <a:lnTo>
                    <a:pt x="650685" y="5574410"/>
                  </a:lnTo>
                  <a:lnTo>
                    <a:pt x="650779" y="5574410"/>
                  </a:lnTo>
                  <a:lnTo>
                    <a:pt x="650968" y="5574410"/>
                  </a:lnTo>
                  <a:lnTo>
                    <a:pt x="651062" y="5574410"/>
                  </a:lnTo>
                  <a:lnTo>
                    <a:pt x="651062" y="5569499"/>
                  </a:lnTo>
                  <a:lnTo>
                    <a:pt x="651438" y="5569499"/>
                  </a:lnTo>
                  <a:lnTo>
                    <a:pt x="651533" y="5569499"/>
                  </a:lnTo>
                  <a:lnTo>
                    <a:pt x="651627" y="5569499"/>
                  </a:lnTo>
                  <a:lnTo>
                    <a:pt x="651815" y="5569499"/>
                  </a:lnTo>
                  <a:lnTo>
                    <a:pt x="651909" y="5569499"/>
                  </a:lnTo>
                  <a:lnTo>
                    <a:pt x="652003" y="5569499"/>
                  </a:lnTo>
                  <a:lnTo>
                    <a:pt x="652098" y="5569499"/>
                  </a:lnTo>
                  <a:lnTo>
                    <a:pt x="652192" y="5564587"/>
                  </a:lnTo>
                  <a:lnTo>
                    <a:pt x="652286" y="5564587"/>
                  </a:lnTo>
                  <a:lnTo>
                    <a:pt x="652380" y="5564587"/>
                  </a:lnTo>
                  <a:lnTo>
                    <a:pt x="652568" y="5564587"/>
                  </a:lnTo>
                  <a:lnTo>
                    <a:pt x="652662" y="5564587"/>
                  </a:lnTo>
                  <a:lnTo>
                    <a:pt x="652851" y="5564587"/>
                  </a:lnTo>
                  <a:lnTo>
                    <a:pt x="652945" y="5564587"/>
                  </a:lnTo>
                  <a:lnTo>
                    <a:pt x="653039" y="5564587"/>
                  </a:lnTo>
                  <a:lnTo>
                    <a:pt x="653133" y="5564587"/>
                  </a:lnTo>
                  <a:lnTo>
                    <a:pt x="653322" y="5564587"/>
                  </a:lnTo>
                  <a:lnTo>
                    <a:pt x="653416" y="5564587"/>
                  </a:lnTo>
                  <a:lnTo>
                    <a:pt x="653510" y="5564587"/>
                  </a:lnTo>
                  <a:lnTo>
                    <a:pt x="653698" y="5564587"/>
                  </a:lnTo>
                  <a:lnTo>
                    <a:pt x="653792" y="5564587"/>
                  </a:lnTo>
                  <a:lnTo>
                    <a:pt x="653886" y="5559676"/>
                  </a:lnTo>
                  <a:lnTo>
                    <a:pt x="653981" y="5559676"/>
                  </a:lnTo>
                  <a:lnTo>
                    <a:pt x="654075" y="5559676"/>
                  </a:lnTo>
                  <a:lnTo>
                    <a:pt x="654169" y="5559676"/>
                  </a:lnTo>
                  <a:lnTo>
                    <a:pt x="654263" y="5559676"/>
                  </a:lnTo>
                  <a:lnTo>
                    <a:pt x="654357" y="5559676"/>
                  </a:lnTo>
                  <a:lnTo>
                    <a:pt x="654546" y="5559676"/>
                  </a:lnTo>
                  <a:lnTo>
                    <a:pt x="654546" y="5554765"/>
                  </a:lnTo>
                  <a:lnTo>
                    <a:pt x="654640" y="5554765"/>
                  </a:lnTo>
                  <a:lnTo>
                    <a:pt x="654734" y="5554765"/>
                  </a:lnTo>
                  <a:lnTo>
                    <a:pt x="654828" y="5554765"/>
                  </a:lnTo>
                  <a:lnTo>
                    <a:pt x="654922" y="5554765"/>
                  </a:lnTo>
                  <a:lnTo>
                    <a:pt x="655016" y="5554765"/>
                  </a:lnTo>
                  <a:lnTo>
                    <a:pt x="655205" y="5554765"/>
                  </a:lnTo>
                  <a:lnTo>
                    <a:pt x="655299" y="5554765"/>
                  </a:lnTo>
                  <a:lnTo>
                    <a:pt x="655487" y="5549853"/>
                  </a:lnTo>
                  <a:lnTo>
                    <a:pt x="655581" y="5549853"/>
                  </a:lnTo>
                  <a:lnTo>
                    <a:pt x="655581" y="5544942"/>
                  </a:lnTo>
                  <a:lnTo>
                    <a:pt x="655675" y="5544942"/>
                  </a:lnTo>
                  <a:lnTo>
                    <a:pt x="655864" y="5544942"/>
                  </a:lnTo>
                  <a:lnTo>
                    <a:pt x="655958" y="5544942"/>
                  </a:lnTo>
                  <a:lnTo>
                    <a:pt x="656146" y="5544942"/>
                  </a:lnTo>
                  <a:lnTo>
                    <a:pt x="656240" y="5544942"/>
                  </a:lnTo>
                  <a:lnTo>
                    <a:pt x="656429" y="5544942"/>
                  </a:lnTo>
                  <a:lnTo>
                    <a:pt x="656523" y="5544942"/>
                  </a:lnTo>
                  <a:lnTo>
                    <a:pt x="656617" y="5544942"/>
                  </a:lnTo>
                  <a:lnTo>
                    <a:pt x="656805" y="5544942"/>
                  </a:lnTo>
                  <a:lnTo>
                    <a:pt x="656899" y="5544942"/>
                  </a:lnTo>
                  <a:lnTo>
                    <a:pt x="656993" y="5544942"/>
                  </a:lnTo>
                  <a:lnTo>
                    <a:pt x="657276" y="5544942"/>
                  </a:lnTo>
                  <a:lnTo>
                    <a:pt x="657370" y="5544942"/>
                  </a:lnTo>
                  <a:lnTo>
                    <a:pt x="657464" y="5544942"/>
                  </a:lnTo>
                  <a:lnTo>
                    <a:pt x="657653" y="5544942"/>
                  </a:lnTo>
                  <a:lnTo>
                    <a:pt x="657653" y="5540030"/>
                  </a:lnTo>
                  <a:lnTo>
                    <a:pt x="657747" y="5540030"/>
                  </a:lnTo>
                  <a:lnTo>
                    <a:pt x="657935" y="5540030"/>
                  </a:lnTo>
                  <a:lnTo>
                    <a:pt x="658029" y="5540030"/>
                  </a:lnTo>
                  <a:lnTo>
                    <a:pt x="658123" y="5540030"/>
                  </a:lnTo>
                  <a:lnTo>
                    <a:pt x="658217" y="5540030"/>
                  </a:lnTo>
                  <a:lnTo>
                    <a:pt x="658406" y="5540030"/>
                  </a:lnTo>
                  <a:lnTo>
                    <a:pt x="658500" y="5540030"/>
                  </a:lnTo>
                  <a:lnTo>
                    <a:pt x="658594" y="5540030"/>
                  </a:lnTo>
                  <a:lnTo>
                    <a:pt x="658688" y="5540030"/>
                  </a:lnTo>
                  <a:lnTo>
                    <a:pt x="658782" y="5540030"/>
                  </a:lnTo>
                  <a:lnTo>
                    <a:pt x="658971" y="5540030"/>
                  </a:lnTo>
                  <a:lnTo>
                    <a:pt x="659065" y="5540030"/>
                  </a:lnTo>
                  <a:lnTo>
                    <a:pt x="659159" y="5540030"/>
                  </a:lnTo>
                  <a:lnTo>
                    <a:pt x="659253" y="5540030"/>
                  </a:lnTo>
                  <a:lnTo>
                    <a:pt x="659347" y="5540030"/>
                  </a:lnTo>
                  <a:lnTo>
                    <a:pt x="659441" y="5540030"/>
                  </a:lnTo>
                  <a:lnTo>
                    <a:pt x="659536" y="5540030"/>
                  </a:lnTo>
                  <a:lnTo>
                    <a:pt x="659630" y="5540030"/>
                  </a:lnTo>
                  <a:lnTo>
                    <a:pt x="659724" y="5540030"/>
                  </a:lnTo>
                  <a:lnTo>
                    <a:pt x="659818" y="5540030"/>
                  </a:lnTo>
                  <a:lnTo>
                    <a:pt x="659912" y="5540030"/>
                  </a:lnTo>
                  <a:lnTo>
                    <a:pt x="660100" y="5540030"/>
                  </a:lnTo>
                  <a:lnTo>
                    <a:pt x="660100" y="5535119"/>
                  </a:lnTo>
                  <a:lnTo>
                    <a:pt x="660289" y="5535119"/>
                  </a:lnTo>
                  <a:lnTo>
                    <a:pt x="660477" y="5535119"/>
                  </a:lnTo>
                  <a:lnTo>
                    <a:pt x="660571" y="5535119"/>
                  </a:lnTo>
                  <a:lnTo>
                    <a:pt x="660760" y="5535119"/>
                  </a:lnTo>
                  <a:lnTo>
                    <a:pt x="660854" y="5535119"/>
                  </a:lnTo>
                  <a:lnTo>
                    <a:pt x="660948" y="5535119"/>
                  </a:lnTo>
                  <a:lnTo>
                    <a:pt x="661042" y="5535119"/>
                  </a:lnTo>
                  <a:lnTo>
                    <a:pt x="661701" y="5535119"/>
                  </a:lnTo>
                  <a:lnTo>
                    <a:pt x="661795" y="5535119"/>
                  </a:lnTo>
                  <a:lnTo>
                    <a:pt x="661889" y="5535119"/>
                  </a:lnTo>
                  <a:lnTo>
                    <a:pt x="661984" y="5535119"/>
                  </a:lnTo>
                  <a:lnTo>
                    <a:pt x="662078" y="5535119"/>
                  </a:lnTo>
                  <a:lnTo>
                    <a:pt x="662172" y="5535119"/>
                  </a:lnTo>
                  <a:lnTo>
                    <a:pt x="662266" y="5530208"/>
                  </a:lnTo>
                  <a:lnTo>
                    <a:pt x="662360" y="5530208"/>
                  </a:lnTo>
                  <a:lnTo>
                    <a:pt x="662454" y="5530208"/>
                  </a:lnTo>
                  <a:lnTo>
                    <a:pt x="662643" y="5530208"/>
                  </a:lnTo>
                  <a:lnTo>
                    <a:pt x="662737" y="5530208"/>
                  </a:lnTo>
                  <a:lnTo>
                    <a:pt x="662831" y="5530208"/>
                  </a:lnTo>
                  <a:lnTo>
                    <a:pt x="662925" y="5530208"/>
                  </a:lnTo>
                  <a:lnTo>
                    <a:pt x="663113" y="5530208"/>
                  </a:lnTo>
                  <a:lnTo>
                    <a:pt x="663208" y="5530208"/>
                  </a:lnTo>
                  <a:lnTo>
                    <a:pt x="663302" y="5530208"/>
                  </a:lnTo>
                  <a:lnTo>
                    <a:pt x="663396" y="5530208"/>
                  </a:lnTo>
                  <a:lnTo>
                    <a:pt x="663490" y="5530208"/>
                  </a:lnTo>
                  <a:lnTo>
                    <a:pt x="663584" y="5530208"/>
                  </a:lnTo>
                  <a:lnTo>
                    <a:pt x="663678" y="5530208"/>
                  </a:lnTo>
                  <a:lnTo>
                    <a:pt x="663772" y="5530208"/>
                  </a:lnTo>
                  <a:lnTo>
                    <a:pt x="663867" y="5530208"/>
                  </a:lnTo>
                  <a:lnTo>
                    <a:pt x="663961" y="5530208"/>
                  </a:lnTo>
                  <a:lnTo>
                    <a:pt x="664055" y="5530208"/>
                  </a:lnTo>
                  <a:lnTo>
                    <a:pt x="664149" y="5530208"/>
                  </a:lnTo>
                  <a:lnTo>
                    <a:pt x="664714" y="5525296"/>
                  </a:lnTo>
                  <a:lnTo>
                    <a:pt x="664808" y="5525296"/>
                  </a:lnTo>
                  <a:lnTo>
                    <a:pt x="664902" y="5525296"/>
                  </a:lnTo>
                  <a:lnTo>
                    <a:pt x="664996" y="5525296"/>
                  </a:lnTo>
                  <a:lnTo>
                    <a:pt x="665091" y="5525296"/>
                  </a:lnTo>
                  <a:lnTo>
                    <a:pt x="665185" y="5525296"/>
                  </a:lnTo>
                  <a:lnTo>
                    <a:pt x="665279" y="5525296"/>
                  </a:lnTo>
                  <a:lnTo>
                    <a:pt x="665373" y="5525296"/>
                  </a:lnTo>
                  <a:lnTo>
                    <a:pt x="665467" y="5525296"/>
                  </a:lnTo>
                  <a:lnTo>
                    <a:pt x="665561" y="5525296"/>
                  </a:lnTo>
                  <a:lnTo>
                    <a:pt x="665655" y="5525296"/>
                  </a:lnTo>
                  <a:lnTo>
                    <a:pt x="665750" y="5525296"/>
                  </a:lnTo>
                  <a:lnTo>
                    <a:pt x="665844" y="5525296"/>
                  </a:lnTo>
                  <a:lnTo>
                    <a:pt x="665938" y="5525296"/>
                  </a:lnTo>
                  <a:lnTo>
                    <a:pt x="666032" y="5525296"/>
                  </a:lnTo>
                  <a:lnTo>
                    <a:pt x="666220" y="5525296"/>
                  </a:lnTo>
                  <a:lnTo>
                    <a:pt x="666409" y="5525296"/>
                  </a:lnTo>
                  <a:lnTo>
                    <a:pt x="666691" y="5525296"/>
                  </a:lnTo>
                  <a:lnTo>
                    <a:pt x="666691" y="5520385"/>
                  </a:lnTo>
                  <a:lnTo>
                    <a:pt x="666785" y="5520385"/>
                  </a:lnTo>
                  <a:lnTo>
                    <a:pt x="666879" y="5520385"/>
                  </a:lnTo>
                  <a:lnTo>
                    <a:pt x="667068" y="5520385"/>
                  </a:lnTo>
                  <a:lnTo>
                    <a:pt x="667162" y="5520385"/>
                  </a:lnTo>
                  <a:lnTo>
                    <a:pt x="667256" y="5520385"/>
                  </a:lnTo>
                  <a:lnTo>
                    <a:pt x="667350" y="5520385"/>
                  </a:lnTo>
                  <a:lnTo>
                    <a:pt x="667444" y="5520385"/>
                  </a:lnTo>
                  <a:lnTo>
                    <a:pt x="667539" y="5520385"/>
                  </a:lnTo>
                  <a:lnTo>
                    <a:pt x="667633" y="5520385"/>
                  </a:lnTo>
                  <a:lnTo>
                    <a:pt x="668009" y="5520385"/>
                  </a:lnTo>
                  <a:lnTo>
                    <a:pt x="668198" y="5515474"/>
                  </a:lnTo>
                  <a:lnTo>
                    <a:pt x="668292" y="5515474"/>
                  </a:lnTo>
                  <a:lnTo>
                    <a:pt x="668386" y="5515474"/>
                  </a:lnTo>
                  <a:lnTo>
                    <a:pt x="668480" y="5515474"/>
                  </a:lnTo>
                  <a:lnTo>
                    <a:pt x="668762" y="5515474"/>
                  </a:lnTo>
                  <a:lnTo>
                    <a:pt x="668857" y="5515474"/>
                  </a:lnTo>
                  <a:lnTo>
                    <a:pt x="668951" y="5515474"/>
                  </a:lnTo>
                  <a:lnTo>
                    <a:pt x="669045" y="5515474"/>
                  </a:lnTo>
                  <a:lnTo>
                    <a:pt x="669139" y="5515474"/>
                  </a:lnTo>
                  <a:lnTo>
                    <a:pt x="669233" y="5515474"/>
                  </a:lnTo>
                  <a:lnTo>
                    <a:pt x="669327" y="5515474"/>
                  </a:lnTo>
                  <a:lnTo>
                    <a:pt x="669422" y="5515474"/>
                  </a:lnTo>
                  <a:lnTo>
                    <a:pt x="669704" y="5515474"/>
                  </a:lnTo>
                  <a:lnTo>
                    <a:pt x="669798" y="5515474"/>
                  </a:lnTo>
                  <a:lnTo>
                    <a:pt x="669986" y="5515474"/>
                  </a:lnTo>
                  <a:lnTo>
                    <a:pt x="670081" y="5515474"/>
                  </a:lnTo>
                  <a:lnTo>
                    <a:pt x="670269" y="5515474"/>
                  </a:lnTo>
                  <a:lnTo>
                    <a:pt x="670457" y="5515474"/>
                  </a:lnTo>
                  <a:lnTo>
                    <a:pt x="670551" y="5515474"/>
                  </a:lnTo>
                  <a:lnTo>
                    <a:pt x="670646" y="5515474"/>
                  </a:lnTo>
                  <a:lnTo>
                    <a:pt x="670834" y="5515474"/>
                  </a:lnTo>
                  <a:lnTo>
                    <a:pt x="670928" y="5515474"/>
                  </a:lnTo>
                  <a:lnTo>
                    <a:pt x="671022" y="5515474"/>
                  </a:lnTo>
                  <a:lnTo>
                    <a:pt x="671116" y="5515474"/>
                  </a:lnTo>
                  <a:lnTo>
                    <a:pt x="671305" y="5515474"/>
                  </a:lnTo>
                  <a:lnTo>
                    <a:pt x="671587" y="5515474"/>
                  </a:lnTo>
                  <a:lnTo>
                    <a:pt x="671681" y="5510562"/>
                  </a:lnTo>
                  <a:lnTo>
                    <a:pt x="671775" y="5510562"/>
                  </a:lnTo>
                  <a:lnTo>
                    <a:pt x="671964" y="5510562"/>
                  </a:lnTo>
                  <a:lnTo>
                    <a:pt x="672058" y="5510562"/>
                  </a:lnTo>
                  <a:lnTo>
                    <a:pt x="672340" y="5510562"/>
                  </a:lnTo>
                  <a:lnTo>
                    <a:pt x="672434" y="5510562"/>
                  </a:lnTo>
                  <a:lnTo>
                    <a:pt x="672529" y="5510562"/>
                  </a:lnTo>
                  <a:lnTo>
                    <a:pt x="672811" y="5510562"/>
                  </a:lnTo>
                  <a:lnTo>
                    <a:pt x="672905" y="5510562"/>
                  </a:lnTo>
                  <a:lnTo>
                    <a:pt x="672999" y="5510562"/>
                  </a:lnTo>
                  <a:lnTo>
                    <a:pt x="673093" y="5505651"/>
                  </a:lnTo>
                  <a:lnTo>
                    <a:pt x="673188" y="5505651"/>
                  </a:lnTo>
                  <a:lnTo>
                    <a:pt x="673376" y="5505651"/>
                  </a:lnTo>
                  <a:lnTo>
                    <a:pt x="673564" y="5505651"/>
                  </a:lnTo>
                  <a:lnTo>
                    <a:pt x="673847" y="5505651"/>
                  </a:lnTo>
                  <a:lnTo>
                    <a:pt x="674035" y="5505651"/>
                  </a:lnTo>
                  <a:lnTo>
                    <a:pt x="674129" y="5505651"/>
                  </a:lnTo>
                  <a:lnTo>
                    <a:pt x="674317" y="5505651"/>
                  </a:lnTo>
                  <a:lnTo>
                    <a:pt x="674412" y="5505651"/>
                  </a:lnTo>
                  <a:lnTo>
                    <a:pt x="674600" y="5505651"/>
                  </a:lnTo>
                  <a:lnTo>
                    <a:pt x="674694" y="5505651"/>
                  </a:lnTo>
                  <a:lnTo>
                    <a:pt x="674788" y="5505651"/>
                  </a:lnTo>
                  <a:lnTo>
                    <a:pt x="674882" y="5505651"/>
                  </a:lnTo>
                  <a:lnTo>
                    <a:pt x="675071" y="5505651"/>
                  </a:lnTo>
                  <a:lnTo>
                    <a:pt x="675353" y="5505651"/>
                  </a:lnTo>
                  <a:lnTo>
                    <a:pt x="675447" y="5505651"/>
                  </a:lnTo>
                  <a:lnTo>
                    <a:pt x="675541" y="5505651"/>
                  </a:lnTo>
                  <a:lnTo>
                    <a:pt x="675636" y="5505651"/>
                  </a:lnTo>
                  <a:lnTo>
                    <a:pt x="675730" y="5505651"/>
                  </a:lnTo>
                  <a:lnTo>
                    <a:pt x="675824" y="5505651"/>
                  </a:lnTo>
                  <a:lnTo>
                    <a:pt x="675918" y="5505651"/>
                  </a:lnTo>
                  <a:lnTo>
                    <a:pt x="676012" y="5505651"/>
                  </a:lnTo>
                  <a:lnTo>
                    <a:pt x="676201" y="5505651"/>
                  </a:lnTo>
                  <a:lnTo>
                    <a:pt x="676295" y="5505651"/>
                  </a:lnTo>
                  <a:lnTo>
                    <a:pt x="676389" y="5505651"/>
                  </a:lnTo>
                  <a:lnTo>
                    <a:pt x="676483" y="5505651"/>
                  </a:lnTo>
                  <a:lnTo>
                    <a:pt x="676671" y="5505651"/>
                  </a:lnTo>
                  <a:lnTo>
                    <a:pt x="676954" y="5505651"/>
                  </a:lnTo>
                  <a:lnTo>
                    <a:pt x="677048" y="5505651"/>
                  </a:lnTo>
                  <a:lnTo>
                    <a:pt x="677142" y="5505651"/>
                  </a:lnTo>
                  <a:lnTo>
                    <a:pt x="677236" y="5505651"/>
                  </a:lnTo>
                  <a:lnTo>
                    <a:pt x="677330" y="5505651"/>
                  </a:lnTo>
                  <a:lnTo>
                    <a:pt x="677425" y="5505651"/>
                  </a:lnTo>
                  <a:lnTo>
                    <a:pt x="677519" y="5505651"/>
                  </a:lnTo>
                  <a:lnTo>
                    <a:pt x="677613" y="5505651"/>
                  </a:lnTo>
                  <a:lnTo>
                    <a:pt x="677707" y="5505651"/>
                  </a:lnTo>
                  <a:lnTo>
                    <a:pt x="677801" y="5505651"/>
                  </a:lnTo>
                  <a:lnTo>
                    <a:pt x="677895" y="5505651"/>
                  </a:lnTo>
                  <a:lnTo>
                    <a:pt x="678178" y="5505651"/>
                  </a:lnTo>
                  <a:lnTo>
                    <a:pt x="678272" y="5505651"/>
                  </a:lnTo>
                  <a:lnTo>
                    <a:pt x="678366" y="5505651"/>
                  </a:lnTo>
                  <a:lnTo>
                    <a:pt x="678460" y="5505651"/>
                  </a:lnTo>
                  <a:lnTo>
                    <a:pt x="678648" y="5505651"/>
                  </a:lnTo>
                  <a:lnTo>
                    <a:pt x="678837" y="5505651"/>
                  </a:lnTo>
                  <a:lnTo>
                    <a:pt x="678931" y="5505651"/>
                  </a:lnTo>
                  <a:lnTo>
                    <a:pt x="679025" y="5505651"/>
                  </a:lnTo>
                  <a:lnTo>
                    <a:pt x="679119" y="5505651"/>
                  </a:lnTo>
                  <a:lnTo>
                    <a:pt x="679213" y="5505651"/>
                  </a:lnTo>
                  <a:lnTo>
                    <a:pt x="679308" y="5505651"/>
                  </a:lnTo>
                  <a:lnTo>
                    <a:pt x="679402" y="5505651"/>
                  </a:lnTo>
                  <a:lnTo>
                    <a:pt x="679590" y="5505651"/>
                  </a:lnTo>
                  <a:lnTo>
                    <a:pt x="679684" y="5505651"/>
                  </a:lnTo>
                  <a:lnTo>
                    <a:pt x="679778" y="5505651"/>
                  </a:lnTo>
                  <a:lnTo>
                    <a:pt x="679872" y="5505651"/>
                  </a:lnTo>
                  <a:lnTo>
                    <a:pt x="679967" y="5505651"/>
                  </a:lnTo>
                  <a:lnTo>
                    <a:pt x="680061" y="5505651"/>
                  </a:lnTo>
                  <a:lnTo>
                    <a:pt x="680437" y="5505651"/>
                  </a:lnTo>
                  <a:lnTo>
                    <a:pt x="680532" y="5505651"/>
                  </a:lnTo>
                  <a:lnTo>
                    <a:pt x="680626" y="5505651"/>
                  </a:lnTo>
                  <a:lnTo>
                    <a:pt x="680720" y="5505651"/>
                  </a:lnTo>
                  <a:lnTo>
                    <a:pt x="680814" y="5505651"/>
                  </a:lnTo>
                  <a:lnTo>
                    <a:pt x="680908" y="5505651"/>
                  </a:lnTo>
                  <a:lnTo>
                    <a:pt x="681002" y="5505651"/>
                  </a:lnTo>
                  <a:lnTo>
                    <a:pt x="681191" y="5495828"/>
                  </a:lnTo>
                  <a:lnTo>
                    <a:pt x="681473" y="5495828"/>
                  </a:lnTo>
                  <a:lnTo>
                    <a:pt x="681567" y="5495828"/>
                  </a:lnTo>
                  <a:lnTo>
                    <a:pt x="681661" y="5495828"/>
                  </a:lnTo>
                  <a:lnTo>
                    <a:pt x="681756" y="5495828"/>
                  </a:lnTo>
                  <a:lnTo>
                    <a:pt x="681850" y="5495828"/>
                  </a:lnTo>
                  <a:lnTo>
                    <a:pt x="681944" y="5495828"/>
                  </a:lnTo>
                  <a:lnTo>
                    <a:pt x="682038" y="5495828"/>
                  </a:lnTo>
                  <a:lnTo>
                    <a:pt x="682132" y="5495828"/>
                  </a:lnTo>
                  <a:lnTo>
                    <a:pt x="682320" y="5495828"/>
                  </a:lnTo>
                  <a:lnTo>
                    <a:pt x="682415" y="5495828"/>
                  </a:lnTo>
                  <a:lnTo>
                    <a:pt x="682603" y="5495828"/>
                  </a:lnTo>
                  <a:lnTo>
                    <a:pt x="682697" y="5495828"/>
                  </a:lnTo>
                  <a:lnTo>
                    <a:pt x="682791" y="5495828"/>
                  </a:lnTo>
                  <a:lnTo>
                    <a:pt x="682885" y="5495828"/>
                  </a:lnTo>
                  <a:lnTo>
                    <a:pt x="683074" y="5495828"/>
                  </a:lnTo>
                  <a:lnTo>
                    <a:pt x="683262" y="5495828"/>
                  </a:lnTo>
                  <a:lnTo>
                    <a:pt x="683356" y="5495828"/>
                  </a:lnTo>
                  <a:lnTo>
                    <a:pt x="683544" y="5495828"/>
                  </a:lnTo>
                  <a:lnTo>
                    <a:pt x="683639" y="5495828"/>
                  </a:lnTo>
                  <a:lnTo>
                    <a:pt x="683733" y="5490917"/>
                  </a:lnTo>
                  <a:lnTo>
                    <a:pt x="683827" y="5490917"/>
                  </a:lnTo>
                  <a:lnTo>
                    <a:pt x="684015" y="5490917"/>
                  </a:lnTo>
                  <a:lnTo>
                    <a:pt x="684109" y="5490917"/>
                  </a:lnTo>
                  <a:lnTo>
                    <a:pt x="684298" y="5490917"/>
                  </a:lnTo>
                  <a:lnTo>
                    <a:pt x="684392" y="5490917"/>
                  </a:lnTo>
                  <a:lnTo>
                    <a:pt x="684486" y="5490917"/>
                  </a:lnTo>
                  <a:lnTo>
                    <a:pt x="684580" y="5490917"/>
                  </a:lnTo>
                  <a:lnTo>
                    <a:pt x="684768" y="5490917"/>
                  </a:lnTo>
                  <a:lnTo>
                    <a:pt x="684863" y="5490917"/>
                  </a:lnTo>
                  <a:lnTo>
                    <a:pt x="685051" y="5490917"/>
                  </a:lnTo>
                  <a:lnTo>
                    <a:pt x="685145" y="5490917"/>
                  </a:lnTo>
                  <a:lnTo>
                    <a:pt x="685239" y="5490917"/>
                  </a:lnTo>
                  <a:lnTo>
                    <a:pt x="685333" y="5490917"/>
                  </a:lnTo>
                  <a:lnTo>
                    <a:pt x="685427" y="5490917"/>
                  </a:lnTo>
                  <a:lnTo>
                    <a:pt x="685804" y="5490917"/>
                  </a:lnTo>
                  <a:lnTo>
                    <a:pt x="685898" y="5490917"/>
                  </a:lnTo>
                  <a:lnTo>
                    <a:pt x="686087" y="5490917"/>
                  </a:lnTo>
                  <a:lnTo>
                    <a:pt x="686181" y="5490917"/>
                  </a:lnTo>
                  <a:lnTo>
                    <a:pt x="686369" y="5490917"/>
                  </a:lnTo>
                  <a:lnTo>
                    <a:pt x="686463" y="5490917"/>
                  </a:lnTo>
                  <a:lnTo>
                    <a:pt x="686557" y="5490917"/>
                  </a:lnTo>
                  <a:lnTo>
                    <a:pt x="686651" y="5490917"/>
                  </a:lnTo>
                  <a:lnTo>
                    <a:pt x="686746" y="5490917"/>
                  </a:lnTo>
                  <a:lnTo>
                    <a:pt x="686840" y="5490917"/>
                  </a:lnTo>
                  <a:lnTo>
                    <a:pt x="687405" y="5490917"/>
                  </a:lnTo>
                  <a:lnTo>
                    <a:pt x="687499" y="5490917"/>
                  </a:lnTo>
                  <a:lnTo>
                    <a:pt x="687593" y="5490917"/>
                  </a:lnTo>
                  <a:lnTo>
                    <a:pt x="687687" y="5490917"/>
                  </a:lnTo>
                  <a:lnTo>
                    <a:pt x="687875" y="5490917"/>
                  </a:lnTo>
                  <a:lnTo>
                    <a:pt x="687970" y="5490917"/>
                  </a:lnTo>
                  <a:lnTo>
                    <a:pt x="688064" y="5490917"/>
                  </a:lnTo>
                  <a:lnTo>
                    <a:pt x="688158" y="5490917"/>
                  </a:lnTo>
                  <a:lnTo>
                    <a:pt x="688252" y="5490917"/>
                  </a:lnTo>
                  <a:lnTo>
                    <a:pt x="688440" y="5490917"/>
                  </a:lnTo>
                  <a:lnTo>
                    <a:pt x="688534" y="5490917"/>
                  </a:lnTo>
                  <a:lnTo>
                    <a:pt x="688723" y="5490917"/>
                  </a:lnTo>
                  <a:lnTo>
                    <a:pt x="688911" y="5490917"/>
                  </a:lnTo>
                  <a:lnTo>
                    <a:pt x="689005" y="5490917"/>
                  </a:lnTo>
                  <a:lnTo>
                    <a:pt x="689382" y="5490917"/>
                  </a:lnTo>
                  <a:lnTo>
                    <a:pt x="689758" y="5490917"/>
                  </a:lnTo>
                  <a:lnTo>
                    <a:pt x="689853" y="5490917"/>
                  </a:lnTo>
                  <a:lnTo>
                    <a:pt x="690041" y="5490917"/>
                  </a:lnTo>
                  <a:lnTo>
                    <a:pt x="690135" y="5490917"/>
                  </a:lnTo>
                  <a:lnTo>
                    <a:pt x="690229" y="5490917"/>
                  </a:lnTo>
                  <a:lnTo>
                    <a:pt x="690323" y="5490917"/>
                  </a:lnTo>
                  <a:lnTo>
                    <a:pt x="690418" y="5490917"/>
                  </a:lnTo>
                  <a:lnTo>
                    <a:pt x="690512" y="5490917"/>
                  </a:lnTo>
                  <a:lnTo>
                    <a:pt x="690606" y="5490917"/>
                  </a:lnTo>
                  <a:lnTo>
                    <a:pt x="690794" y="5490917"/>
                  </a:lnTo>
                  <a:lnTo>
                    <a:pt x="690888" y="5490917"/>
                  </a:lnTo>
                  <a:lnTo>
                    <a:pt x="690982" y="5490917"/>
                  </a:lnTo>
                  <a:lnTo>
                    <a:pt x="690982" y="5486005"/>
                  </a:lnTo>
                  <a:lnTo>
                    <a:pt x="691265" y="5486005"/>
                  </a:lnTo>
                  <a:lnTo>
                    <a:pt x="691359" y="5486005"/>
                  </a:lnTo>
                  <a:lnTo>
                    <a:pt x="691453" y="5486005"/>
                  </a:lnTo>
                  <a:lnTo>
                    <a:pt x="691547" y="5486005"/>
                  </a:lnTo>
                  <a:lnTo>
                    <a:pt x="691641" y="5486005"/>
                  </a:lnTo>
                  <a:lnTo>
                    <a:pt x="691736" y="5486005"/>
                  </a:lnTo>
                  <a:lnTo>
                    <a:pt x="691830" y="5486005"/>
                  </a:lnTo>
                  <a:lnTo>
                    <a:pt x="692206" y="5486005"/>
                  </a:lnTo>
                  <a:lnTo>
                    <a:pt x="692395" y="5486005"/>
                  </a:lnTo>
                  <a:lnTo>
                    <a:pt x="692489" y="5486005"/>
                  </a:lnTo>
                  <a:lnTo>
                    <a:pt x="692771" y="5486005"/>
                  </a:lnTo>
                  <a:lnTo>
                    <a:pt x="692865" y="5486005"/>
                  </a:lnTo>
                  <a:lnTo>
                    <a:pt x="693054" y="5486005"/>
                  </a:lnTo>
                  <a:lnTo>
                    <a:pt x="693242" y="5486005"/>
                  </a:lnTo>
                  <a:lnTo>
                    <a:pt x="693336" y="5486005"/>
                  </a:lnTo>
                  <a:lnTo>
                    <a:pt x="693430" y="5486005"/>
                  </a:lnTo>
                  <a:lnTo>
                    <a:pt x="693430" y="5481094"/>
                  </a:lnTo>
                  <a:lnTo>
                    <a:pt x="693619" y="5481094"/>
                  </a:lnTo>
                  <a:lnTo>
                    <a:pt x="693713" y="5481094"/>
                  </a:lnTo>
                  <a:lnTo>
                    <a:pt x="693807" y="5481094"/>
                  </a:lnTo>
                  <a:lnTo>
                    <a:pt x="693901" y="5481094"/>
                  </a:lnTo>
                  <a:lnTo>
                    <a:pt x="694089" y="5481094"/>
                  </a:lnTo>
                  <a:lnTo>
                    <a:pt x="694184" y="5481094"/>
                  </a:lnTo>
                  <a:lnTo>
                    <a:pt x="694278" y="5481094"/>
                  </a:lnTo>
                  <a:lnTo>
                    <a:pt x="694372" y="5481094"/>
                  </a:lnTo>
                  <a:lnTo>
                    <a:pt x="694466" y="5481094"/>
                  </a:lnTo>
                  <a:lnTo>
                    <a:pt x="694560" y="5481094"/>
                  </a:lnTo>
                  <a:lnTo>
                    <a:pt x="694654" y="5481094"/>
                  </a:lnTo>
                  <a:lnTo>
                    <a:pt x="694749" y="5481094"/>
                  </a:lnTo>
                  <a:lnTo>
                    <a:pt x="694843" y="5481094"/>
                  </a:lnTo>
                  <a:lnTo>
                    <a:pt x="694937" y="5481094"/>
                  </a:lnTo>
                  <a:lnTo>
                    <a:pt x="695031" y="5481094"/>
                  </a:lnTo>
                  <a:lnTo>
                    <a:pt x="695125" y="5481094"/>
                  </a:lnTo>
                  <a:lnTo>
                    <a:pt x="695408" y="5481094"/>
                  </a:lnTo>
                  <a:lnTo>
                    <a:pt x="695784" y="5481094"/>
                  </a:lnTo>
                  <a:lnTo>
                    <a:pt x="695878" y="5481094"/>
                  </a:lnTo>
                  <a:lnTo>
                    <a:pt x="695972" y="5481094"/>
                  </a:lnTo>
                  <a:lnTo>
                    <a:pt x="696161" y="5481094"/>
                  </a:lnTo>
                  <a:lnTo>
                    <a:pt x="696255" y="5481094"/>
                  </a:lnTo>
                  <a:lnTo>
                    <a:pt x="696349" y="5481094"/>
                  </a:lnTo>
                  <a:lnTo>
                    <a:pt x="696443" y="5481094"/>
                  </a:lnTo>
                  <a:lnTo>
                    <a:pt x="696632" y="5481094"/>
                  </a:lnTo>
                  <a:lnTo>
                    <a:pt x="696726" y="5481094"/>
                  </a:lnTo>
                  <a:lnTo>
                    <a:pt x="696820" y="5481094"/>
                  </a:lnTo>
                  <a:lnTo>
                    <a:pt x="696914" y="5481094"/>
                  </a:lnTo>
                  <a:lnTo>
                    <a:pt x="697008" y="5481094"/>
                  </a:lnTo>
                  <a:lnTo>
                    <a:pt x="697102" y="5481094"/>
                  </a:lnTo>
                  <a:lnTo>
                    <a:pt x="697196" y="5481094"/>
                  </a:lnTo>
                  <a:lnTo>
                    <a:pt x="697291" y="5481094"/>
                  </a:lnTo>
                  <a:lnTo>
                    <a:pt x="697291" y="5476183"/>
                  </a:lnTo>
                  <a:lnTo>
                    <a:pt x="697385" y="5476183"/>
                  </a:lnTo>
                  <a:lnTo>
                    <a:pt x="697573" y="5476183"/>
                  </a:lnTo>
                  <a:lnTo>
                    <a:pt x="697667" y="5476183"/>
                  </a:lnTo>
                  <a:lnTo>
                    <a:pt x="698044" y="5471271"/>
                  </a:lnTo>
                  <a:lnTo>
                    <a:pt x="698138" y="5471271"/>
                  </a:lnTo>
                  <a:lnTo>
                    <a:pt x="698232" y="5471271"/>
                  </a:lnTo>
                  <a:lnTo>
                    <a:pt x="698326" y="5471271"/>
                  </a:lnTo>
                  <a:lnTo>
                    <a:pt x="698420" y="5471271"/>
                  </a:lnTo>
                  <a:lnTo>
                    <a:pt x="698609" y="5471271"/>
                  </a:lnTo>
                  <a:lnTo>
                    <a:pt x="698703" y="5471271"/>
                  </a:lnTo>
                  <a:lnTo>
                    <a:pt x="698797" y="5471271"/>
                  </a:lnTo>
                  <a:lnTo>
                    <a:pt x="698985" y="5471271"/>
                  </a:lnTo>
                  <a:lnTo>
                    <a:pt x="699080" y="5471271"/>
                  </a:lnTo>
                  <a:lnTo>
                    <a:pt x="699362" y="5466360"/>
                  </a:lnTo>
                  <a:lnTo>
                    <a:pt x="699456" y="5466360"/>
                  </a:lnTo>
                  <a:lnTo>
                    <a:pt x="699550" y="5466360"/>
                  </a:lnTo>
                  <a:lnTo>
                    <a:pt x="699739" y="5466360"/>
                  </a:lnTo>
                  <a:lnTo>
                    <a:pt x="699833" y="5461448"/>
                  </a:lnTo>
                  <a:lnTo>
                    <a:pt x="700115" y="5461448"/>
                  </a:lnTo>
                  <a:lnTo>
                    <a:pt x="700209" y="5461448"/>
                  </a:lnTo>
                  <a:lnTo>
                    <a:pt x="700303" y="5461448"/>
                  </a:lnTo>
                  <a:lnTo>
                    <a:pt x="700398" y="5461448"/>
                  </a:lnTo>
                  <a:lnTo>
                    <a:pt x="700492" y="5461448"/>
                  </a:lnTo>
                  <a:lnTo>
                    <a:pt x="700586" y="5461448"/>
                  </a:lnTo>
                  <a:lnTo>
                    <a:pt x="700680" y="5461448"/>
                  </a:lnTo>
                  <a:lnTo>
                    <a:pt x="700963" y="5461448"/>
                  </a:lnTo>
                  <a:lnTo>
                    <a:pt x="701057" y="5461448"/>
                  </a:lnTo>
                  <a:lnTo>
                    <a:pt x="701151" y="5461448"/>
                  </a:lnTo>
                  <a:lnTo>
                    <a:pt x="701245" y="5461448"/>
                  </a:lnTo>
                  <a:lnTo>
                    <a:pt x="701716" y="5461448"/>
                  </a:lnTo>
                  <a:lnTo>
                    <a:pt x="701810" y="5461448"/>
                  </a:lnTo>
                  <a:lnTo>
                    <a:pt x="701904" y="5461448"/>
                  </a:lnTo>
                  <a:lnTo>
                    <a:pt x="701998" y="5456537"/>
                  </a:lnTo>
                  <a:lnTo>
                    <a:pt x="702092" y="5456537"/>
                  </a:lnTo>
                  <a:lnTo>
                    <a:pt x="702187" y="5456537"/>
                  </a:lnTo>
                  <a:lnTo>
                    <a:pt x="702281" y="5456537"/>
                  </a:lnTo>
                  <a:lnTo>
                    <a:pt x="702375" y="5456537"/>
                  </a:lnTo>
                  <a:lnTo>
                    <a:pt x="702469" y="5456537"/>
                  </a:lnTo>
                  <a:lnTo>
                    <a:pt x="702563" y="5456537"/>
                  </a:lnTo>
                  <a:lnTo>
                    <a:pt x="702657" y="5456537"/>
                  </a:lnTo>
                  <a:lnTo>
                    <a:pt x="702751" y="5456537"/>
                  </a:lnTo>
                  <a:lnTo>
                    <a:pt x="702940" y="5456537"/>
                  </a:lnTo>
                  <a:lnTo>
                    <a:pt x="703128" y="5456537"/>
                  </a:lnTo>
                  <a:lnTo>
                    <a:pt x="703222" y="5456537"/>
                  </a:lnTo>
                  <a:lnTo>
                    <a:pt x="703316" y="5456537"/>
                  </a:lnTo>
                  <a:lnTo>
                    <a:pt x="703693" y="5456537"/>
                  </a:lnTo>
                  <a:lnTo>
                    <a:pt x="703787" y="5456537"/>
                  </a:lnTo>
                  <a:lnTo>
                    <a:pt x="703975" y="5456537"/>
                  </a:lnTo>
                  <a:lnTo>
                    <a:pt x="704070" y="5456537"/>
                  </a:lnTo>
                  <a:lnTo>
                    <a:pt x="704164" y="5456537"/>
                  </a:lnTo>
                  <a:lnTo>
                    <a:pt x="704352" y="5456537"/>
                  </a:lnTo>
                  <a:lnTo>
                    <a:pt x="704446" y="5456537"/>
                  </a:lnTo>
                  <a:lnTo>
                    <a:pt x="704540" y="5456537"/>
                  </a:lnTo>
                  <a:lnTo>
                    <a:pt x="704634" y="5456537"/>
                  </a:lnTo>
                  <a:lnTo>
                    <a:pt x="704729" y="5456537"/>
                  </a:lnTo>
                  <a:lnTo>
                    <a:pt x="704823" y="5456537"/>
                  </a:lnTo>
                  <a:lnTo>
                    <a:pt x="704917" y="5456537"/>
                  </a:lnTo>
                  <a:lnTo>
                    <a:pt x="705011" y="5456537"/>
                  </a:lnTo>
                  <a:lnTo>
                    <a:pt x="705105" y="5456537"/>
                  </a:lnTo>
                  <a:lnTo>
                    <a:pt x="705199" y="5456537"/>
                  </a:lnTo>
                  <a:lnTo>
                    <a:pt x="706329" y="5456537"/>
                  </a:lnTo>
                  <a:lnTo>
                    <a:pt x="706423" y="5456537"/>
                  </a:lnTo>
                  <a:lnTo>
                    <a:pt x="706518" y="5456537"/>
                  </a:lnTo>
                  <a:lnTo>
                    <a:pt x="706612" y="5456537"/>
                  </a:lnTo>
                  <a:lnTo>
                    <a:pt x="706706" y="5456537"/>
                  </a:lnTo>
                  <a:lnTo>
                    <a:pt x="706800" y="5456537"/>
                  </a:lnTo>
                  <a:lnTo>
                    <a:pt x="706894" y="5456537"/>
                  </a:lnTo>
                  <a:lnTo>
                    <a:pt x="706988" y="5456537"/>
                  </a:lnTo>
                  <a:lnTo>
                    <a:pt x="707082" y="5456537"/>
                  </a:lnTo>
                  <a:lnTo>
                    <a:pt x="707177" y="5456537"/>
                  </a:lnTo>
                  <a:lnTo>
                    <a:pt x="707271" y="5456537"/>
                  </a:lnTo>
                  <a:lnTo>
                    <a:pt x="707365" y="5456537"/>
                  </a:lnTo>
                  <a:lnTo>
                    <a:pt x="707459" y="5456537"/>
                  </a:lnTo>
                  <a:lnTo>
                    <a:pt x="707647" y="5456537"/>
                  </a:lnTo>
                  <a:lnTo>
                    <a:pt x="707742" y="5456537"/>
                  </a:lnTo>
                  <a:lnTo>
                    <a:pt x="707836" y="5456537"/>
                  </a:lnTo>
                  <a:lnTo>
                    <a:pt x="707930" y="5456537"/>
                  </a:lnTo>
                  <a:lnTo>
                    <a:pt x="708024" y="5456537"/>
                  </a:lnTo>
                  <a:lnTo>
                    <a:pt x="708118" y="5456537"/>
                  </a:lnTo>
                  <a:lnTo>
                    <a:pt x="708306" y="5456537"/>
                  </a:lnTo>
                  <a:lnTo>
                    <a:pt x="708871" y="5456537"/>
                  </a:lnTo>
                  <a:lnTo>
                    <a:pt x="709060" y="5456537"/>
                  </a:lnTo>
                  <a:lnTo>
                    <a:pt x="709248" y="5456537"/>
                  </a:lnTo>
                  <a:lnTo>
                    <a:pt x="709342" y="5456537"/>
                  </a:lnTo>
                  <a:lnTo>
                    <a:pt x="709530" y="5456537"/>
                  </a:lnTo>
                  <a:lnTo>
                    <a:pt x="709719" y="5456537"/>
                  </a:lnTo>
                  <a:lnTo>
                    <a:pt x="709813" y="5456537"/>
                  </a:lnTo>
                  <a:lnTo>
                    <a:pt x="710001" y="5456537"/>
                  </a:lnTo>
                  <a:lnTo>
                    <a:pt x="710189" y="5456537"/>
                  </a:lnTo>
                  <a:lnTo>
                    <a:pt x="710472" y="5456537"/>
                  </a:lnTo>
                  <a:lnTo>
                    <a:pt x="710566" y="5456537"/>
                  </a:lnTo>
                  <a:lnTo>
                    <a:pt x="710754" y="5456537"/>
                  </a:lnTo>
                  <a:lnTo>
                    <a:pt x="710849" y="5456537"/>
                  </a:lnTo>
                  <a:lnTo>
                    <a:pt x="710943" y="5456537"/>
                  </a:lnTo>
                  <a:lnTo>
                    <a:pt x="711037" y="5456537"/>
                  </a:lnTo>
                  <a:lnTo>
                    <a:pt x="711131" y="5456537"/>
                  </a:lnTo>
                  <a:lnTo>
                    <a:pt x="711319" y="5456537"/>
                  </a:lnTo>
                  <a:lnTo>
                    <a:pt x="711413" y="5456537"/>
                  </a:lnTo>
                  <a:lnTo>
                    <a:pt x="711508" y="5456537"/>
                  </a:lnTo>
                  <a:lnTo>
                    <a:pt x="711602" y="5456537"/>
                  </a:lnTo>
                  <a:lnTo>
                    <a:pt x="711790" y="5456537"/>
                  </a:lnTo>
                  <a:lnTo>
                    <a:pt x="711884" y="5456537"/>
                  </a:lnTo>
                  <a:lnTo>
                    <a:pt x="711978" y="5456537"/>
                  </a:lnTo>
                  <a:lnTo>
                    <a:pt x="712073" y="5456537"/>
                  </a:lnTo>
                  <a:lnTo>
                    <a:pt x="712167" y="5456537"/>
                  </a:lnTo>
                  <a:lnTo>
                    <a:pt x="712261" y="5456537"/>
                  </a:lnTo>
                  <a:lnTo>
                    <a:pt x="712449" y="5456537"/>
                  </a:lnTo>
                  <a:lnTo>
                    <a:pt x="712732" y="5456537"/>
                  </a:lnTo>
                  <a:lnTo>
                    <a:pt x="712826" y="5456537"/>
                  </a:lnTo>
                  <a:lnTo>
                    <a:pt x="712920" y="5456537"/>
                  </a:lnTo>
                  <a:lnTo>
                    <a:pt x="713108" y="5456537"/>
                  </a:lnTo>
                  <a:lnTo>
                    <a:pt x="713202" y="5456537"/>
                  </a:lnTo>
                  <a:lnTo>
                    <a:pt x="713391" y="5456537"/>
                  </a:lnTo>
                  <a:lnTo>
                    <a:pt x="713579" y="5456537"/>
                  </a:lnTo>
                  <a:lnTo>
                    <a:pt x="713861" y="5456537"/>
                  </a:lnTo>
                  <a:lnTo>
                    <a:pt x="713956" y="5456537"/>
                  </a:lnTo>
                  <a:lnTo>
                    <a:pt x="714050" y="5456537"/>
                  </a:lnTo>
                  <a:lnTo>
                    <a:pt x="714144" y="5456537"/>
                  </a:lnTo>
                  <a:lnTo>
                    <a:pt x="714238" y="5456537"/>
                  </a:lnTo>
                  <a:lnTo>
                    <a:pt x="714238" y="5451626"/>
                  </a:lnTo>
                  <a:lnTo>
                    <a:pt x="714426" y="5451626"/>
                  </a:lnTo>
                  <a:lnTo>
                    <a:pt x="714520" y="5451626"/>
                  </a:lnTo>
                  <a:lnTo>
                    <a:pt x="714615" y="5451626"/>
                  </a:lnTo>
                  <a:lnTo>
                    <a:pt x="714709" y="5451626"/>
                  </a:lnTo>
                  <a:lnTo>
                    <a:pt x="714991" y="5451626"/>
                  </a:lnTo>
                  <a:lnTo>
                    <a:pt x="715085" y="5451626"/>
                  </a:lnTo>
                  <a:lnTo>
                    <a:pt x="715180" y="5451626"/>
                  </a:lnTo>
                  <a:lnTo>
                    <a:pt x="715274" y="5451626"/>
                  </a:lnTo>
                  <a:lnTo>
                    <a:pt x="715368" y="5451626"/>
                  </a:lnTo>
                  <a:lnTo>
                    <a:pt x="715462" y="5451626"/>
                  </a:lnTo>
                  <a:lnTo>
                    <a:pt x="715556" y="5451626"/>
                  </a:lnTo>
                  <a:lnTo>
                    <a:pt x="715650" y="5446714"/>
                  </a:lnTo>
                  <a:lnTo>
                    <a:pt x="715744" y="5446714"/>
                  </a:lnTo>
                  <a:lnTo>
                    <a:pt x="716027" y="5446714"/>
                  </a:lnTo>
                  <a:lnTo>
                    <a:pt x="716309" y="5446714"/>
                  </a:lnTo>
                  <a:lnTo>
                    <a:pt x="716404" y="5446714"/>
                  </a:lnTo>
                  <a:lnTo>
                    <a:pt x="716498" y="5446714"/>
                  </a:lnTo>
                  <a:lnTo>
                    <a:pt x="716686" y="5446714"/>
                  </a:lnTo>
                  <a:lnTo>
                    <a:pt x="716780" y="5446714"/>
                  </a:lnTo>
                  <a:lnTo>
                    <a:pt x="716874" y="5446714"/>
                  </a:lnTo>
                  <a:lnTo>
                    <a:pt x="717251" y="5441803"/>
                  </a:lnTo>
                  <a:lnTo>
                    <a:pt x="717345" y="5441803"/>
                  </a:lnTo>
                  <a:lnTo>
                    <a:pt x="717533" y="5441803"/>
                  </a:lnTo>
                  <a:lnTo>
                    <a:pt x="717627" y="5441803"/>
                  </a:lnTo>
                  <a:lnTo>
                    <a:pt x="717722" y="5441803"/>
                  </a:lnTo>
                  <a:lnTo>
                    <a:pt x="717816" y="5441803"/>
                  </a:lnTo>
                  <a:lnTo>
                    <a:pt x="718192" y="5441803"/>
                  </a:lnTo>
                  <a:lnTo>
                    <a:pt x="718287" y="5441803"/>
                  </a:lnTo>
                  <a:lnTo>
                    <a:pt x="718475" y="5441803"/>
                  </a:lnTo>
                  <a:lnTo>
                    <a:pt x="718569" y="5441803"/>
                  </a:lnTo>
                  <a:lnTo>
                    <a:pt x="718663" y="5441803"/>
                  </a:lnTo>
                  <a:lnTo>
                    <a:pt x="718663" y="5431980"/>
                  </a:lnTo>
                  <a:lnTo>
                    <a:pt x="718946" y="5431980"/>
                  </a:lnTo>
                  <a:lnTo>
                    <a:pt x="719134" y="5431980"/>
                  </a:lnTo>
                  <a:lnTo>
                    <a:pt x="719228" y="5431980"/>
                  </a:lnTo>
                  <a:lnTo>
                    <a:pt x="719416" y="5431980"/>
                  </a:lnTo>
                  <a:lnTo>
                    <a:pt x="719511" y="5431980"/>
                  </a:lnTo>
                  <a:lnTo>
                    <a:pt x="719605" y="5431980"/>
                  </a:lnTo>
                  <a:lnTo>
                    <a:pt x="719793" y="5431980"/>
                  </a:lnTo>
                  <a:lnTo>
                    <a:pt x="719887" y="5431980"/>
                  </a:lnTo>
                  <a:lnTo>
                    <a:pt x="719981" y="5431980"/>
                  </a:lnTo>
                  <a:lnTo>
                    <a:pt x="720075" y="5431980"/>
                  </a:lnTo>
                  <a:lnTo>
                    <a:pt x="720170" y="5431980"/>
                  </a:lnTo>
                  <a:lnTo>
                    <a:pt x="720264" y="5431980"/>
                  </a:lnTo>
                  <a:lnTo>
                    <a:pt x="720358" y="5431980"/>
                  </a:lnTo>
                  <a:lnTo>
                    <a:pt x="720546" y="5431980"/>
                  </a:lnTo>
                  <a:lnTo>
                    <a:pt x="720640" y="5431980"/>
                  </a:lnTo>
                  <a:lnTo>
                    <a:pt x="720735" y="5431980"/>
                  </a:lnTo>
                  <a:lnTo>
                    <a:pt x="720829" y="5431980"/>
                  </a:lnTo>
                  <a:lnTo>
                    <a:pt x="720923" y="5431980"/>
                  </a:lnTo>
                  <a:lnTo>
                    <a:pt x="721299" y="5431980"/>
                  </a:lnTo>
                  <a:lnTo>
                    <a:pt x="721394" y="5431980"/>
                  </a:lnTo>
                  <a:lnTo>
                    <a:pt x="721582" y="5427069"/>
                  </a:lnTo>
                  <a:lnTo>
                    <a:pt x="721676" y="5427069"/>
                  </a:lnTo>
                  <a:lnTo>
                    <a:pt x="721770" y="5427069"/>
                  </a:lnTo>
                  <a:lnTo>
                    <a:pt x="721864" y="5427069"/>
                  </a:lnTo>
                  <a:lnTo>
                    <a:pt x="721958" y="5427069"/>
                  </a:lnTo>
                  <a:lnTo>
                    <a:pt x="721958" y="5422157"/>
                  </a:lnTo>
                  <a:lnTo>
                    <a:pt x="722053" y="5422157"/>
                  </a:lnTo>
                  <a:lnTo>
                    <a:pt x="722147" y="5422157"/>
                  </a:lnTo>
                  <a:lnTo>
                    <a:pt x="722335" y="5422157"/>
                  </a:lnTo>
                  <a:lnTo>
                    <a:pt x="722429" y="5422157"/>
                  </a:lnTo>
                  <a:lnTo>
                    <a:pt x="722618" y="5422157"/>
                  </a:lnTo>
                  <a:lnTo>
                    <a:pt x="722712" y="5422157"/>
                  </a:lnTo>
                  <a:lnTo>
                    <a:pt x="722806" y="5422157"/>
                  </a:lnTo>
                  <a:lnTo>
                    <a:pt x="722900" y="5422157"/>
                  </a:lnTo>
                  <a:lnTo>
                    <a:pt x="722994" y="5422157"/>
                  </a:lnTo>
                  <a:lnTo>
                    <a:pt x="723088" y="5422157"/>
                  </a:lnTo>
                  <a:lnTo>
                    <a:pt x="723182" y="5422157"/>
                  </a:lnTo>
                  <a:lnTo>
                    <a:pt x="723371" y="5422157"/>
                  </a:lnTo>
                  <a:lnTo>
                    <a:pt x="723465" y="5422157"/>
                  </a:lnTo>
                  <a:lnTo>
                    <a:pt x="723653" y="5422157"/>
                  </a:lnTo>
                  <a:lnTo>
                    <a:pt x="723842" y="5422157"/>
                  </a:lnTo>
                  <a:lnTo>
                    <a:pt x="724124" y="5422157"/>
                  </a:lnTo>
                  <a:lnTo>
                    <a:pt x="724218" y="5422157"/>
                  </a:lnTo>
                  <a:lnTo>
                    <a:pt x="724406" y="5422157"/>
                  </a:lnTo>
                  <a:lnTo>
                    <a:pt x="724501" y="5422157"/>
                  </a:lnTo>
                  <a:lnTo>
                    <a:pt x="724595" y="5422157"/>
                  </a:lnTo>
                  <a:lnTo>
                    <a:pt x="724689" y="5422157"/>
                  </a:lnTo>
                  <a:lnTo>
                    <a:pt x="724783" y="5422157"/>
                  </a:lnTo>
                  <a:lnTo>
                    <a:pt x="724971" y="5422157"/>
                  </a:lnTo>
                  <a:lnTo>
                    <a:pt x="725066" y="5422157"/>
                  </a:lnTo>
                  <a:lnTo>
                    <a:pt x="725160" y="5422157"/>
                  </a:lnTo>
                  <a:lnTo>
                    <a:pt x="725254" y="5422157"/>
                  </a:lnTo>
                  <a:lnTo>
                    <a:pt x="725348" y="5422157"/>
                  </a:lnTo>
                  <a:lnTo>
                    <a:pt x="725442" y="5422157"/>
                  </a:lnTo>
                  <a:lnTo>
                    <a:pt x="725536" y="5422157"/>
                  </a:lnTo>
                  <a:lnTo>
                    <a:pt x="725630" y="5422157"/>
                  </a:lnTo>
                  <a:lnTo>
                    <a:pt x="726007" y="5417246"/>
                  </a:lnTo>
                  <a:lnTo>
                    <a:pt x="726101" y="5417246"/>
                  </a:lnTo>
                  <a:lnTo>
                    <a:pt x="726289" y="5417246"/>
                  </a:lnTo>
                  <a:lnTo>
                    <a:pt x="726384" y="5417246"/>
                  </a:lnTo>
                  <a:lnTo>
                    <a:pt x="726478" y="5417246"/>
                  </a:lnTo>
                  <a:lnTo>
                    <a:pt x="726666" y="5417246"/>
                  </a:lnTo>
                  <a:lnTo>
                    <a:pt x="726854" y="5417246"/>
                  </a:lnTo>
                  <a:lnTo>
                    <a:pt x="726949" y="5417246"/>
                  </a:lnTo>
                  <a:lnTo>
                    <a:pt x="727043" y="5417246"/>
                  </a:lnTo>
                  <a:lnTo>
                    <a:pt x="727137" y="5417246"/>
                  </a:lnTo>
                  <a:lnTo>
                    <a:pt x="727325" y="5417246"/>
                  </a:lnTo>
                  <a:lnTo>
                    <a:pt x="727419" y="5417246"/>
                  </a:lnTo>
                  <a:lnTo>
                    <a:pt x="727608" y="5417246"/>
                  </a:lnTo>
                  <a:lnTo>
                    <a:pt x="727702" y="5417246"/>
                  </a:lnTo>
                  <a:lnTo>
                    <a:pt x="727796" y="5417246"/>
                  </a:lnTo>
                  <a:lnTo>
                    <a:pt x="727984" y="5417246"/>
                  </a:lnTo>
                  <a:lnTo>
                    <a:pt x="728173" y="5417246"/>
                  </a:lnTo>
                  <a:lnTo>
                    <a:pt x="728267" y="5417246"/>
                  </a:lnTo>
                  <a:lnTo>
                    <a:pt x="728737" y="5412335"/>
                  </a:lnTo>
                  <a:lnTo>
                    <a:pt x="729114" y="5412335"/>
                  </a:lnTo>
                  <a:lnTo>
                    <a:pt x="729302" y="5412335"/>
                  </a:lnTo>
                  <a:lnTo>
                    <a:pt x="729397" y="5412335"/>
                  </a:lnTo>
                  <a:lnTo>
                    <a:pt x="729491" y="5412335"/>
                  </a:lnTo>
                  <a:lnTo>
                    <a:pt x="729585" y="5412335"/>
                  </a:lnTo>
                  <a:lnTo>
                    <a:pt x="729867" y="5412335"/>
                  </a:lnTo>
                  <a:lnTo>
                    <a:pt x="729961" y="5412335"/>
                  </a:lnTo>
                  <a:lnTo>
                    <a:pt x="730056" y="5412335"/>
                  </a:lnTo>
                  <a:lnTo>
                    <a:pt x="730150" y="5412335"/>
                  </a:lnTo>
                  <a:lnTo>
                    <a:pt x="730338" y="5412335"/>
                  </a:lnTo>
                  <a:lnTo>
                    <a:pt x="730432" y="5412335"/>
                  </a:lnTo>
                  <a:lnTo>
                    <a:pt x="730526" y="5412335"/>
                  </a:lnTo>
                  <a:lnTo>
                    <a:pt x="731280" y="5412335"/>
                  </a:lnTo>
                  <a:lnTo>
                    <a:pt x="731374" y="5412335"/>
                  </a:lnTo>
                  <a:lnTo>
                    <a:pt x="731468" y="5412335"/>
                  </a:lnTo>
                  <a:lnTo>
                    <a:pt x="731656" y="5412335"/>
                  </a:lnTo>
                  <a:lnTo>
                    <a:pt x="731844" y="5412335"/>
                  </a:lnTo>
                  <a:lnTo>
                    <a:pt x="732127" y="5412335"/>
                  </a:lnTo>
                  <a:lnTo>
                    <a:pt x="732315" y="5412335"/>
                  </a:lnTo>
                  <a:lnTo>
                    <a:pt x="732504" y="5412335"/>
                  </a:lnTo>
                  <a:lnTo>
                    <a:pt x="732598" y="5412335"/>
                  </a:lnTo>
                  <a:lnTo>
                    <a:pt x="732692" y="5412335"/>
                  </a:lnTo>
                  <a:lnTo>
                    <a:pt x="732786" y="5412335"/>
                  </a:lnTo>
                  <a:lnTo>
                    <a:pt x="732974" y="5412335"/>
                  </a:lnTo>
                  <a:lnTo>
                    <a:pt x="733257" y="5412335"/>
                  </a:lnTo>
                  <a:lnTo>
                    <a:pt x="733351" y="5412335"/>
                  </a:lnTo>
                  <a:lnTo>
                    <a:pt x="733445" y="5412335"/>
                  </a:lnTo>
                  <a:lnTo>
                    <a:pt x="733539" y="5412335"/>
                  </a:lnTo>
                  <a:lnTo>
                    <a:pt x="734010" y="5412335"/>
                  </a:lnTo>
                  <a:lnTo>
                    <a:pt x="734104" y="5412335"/>
                  </a:lnTo>
                  <a:lnTo>
                    <a:pt x="734198" y="5412335"/>
                  </a:lnTo>
                  <a:lnTo>
                    <a:pt x="734763" y="5412335"/>
                  </a:lnTo>
                  <a:lnTo>
                    <a:pt x="734857" y="5412335"/>
                  </a:lnTo>
                  <a:lnTo>
                    <a:pt x="735140" y="5407423"/>
                  </a:lnTo>
                  <a:lnTo>
                    <a:pt x="735234" y="5407423"/>
                  </a:lnTo>
                  <a:lnTo>
                    <a:pt x="735328" y="5407423"/>
                  </a:lnTo>
                  <a:lnTo>
                    <a:pt x="735422" y="5407423"/>
                  </a:lnTo>
                  <a:lnTo>
                    <a:pt x="735516" y="5407423"/>
                  </a:lnTo>
                  <a:lnTo>
                    <a:pt x="735705" y="5407423"/>
                  </a:lnTo>
                  <a:lnTo>
                    <a:pt x="735799" y="5407423"/>
                  </a:lnTo>
                  <a:lnTo>
                    <a:pt x="735893" y="5407423"/>
                  </a:lnTo>
                  <a:lnTo>
                    <a:pt x="735987" y="5407423"/>
                  </a:lnTo>
                  <a:lnTo>
                    <a:pt x="736081" y="5407423"/>
                  </a:lnTo>
                  <a:lnTo>
                    <a:pt x="736175" y="5407423"/>
                  </a:lnTo>
                  <a:lnTo>
                    <a:pt x="736270" y="5407423"/>
                  </a:lnTo>
                  <a:lnTo>
                    <a:pt x="736364" y="5407423"/>
                  </a:lnTo>
                  <a:lnTo>
                    <a:pt x="736458" y="5407423"/>
                  </a:lnTo>
                  <a:lnTo>
                    <a:pt x="736552" y="5407423"/>
                  </a:lnTo>
                  <a:lnTo>
                    <a:pt x="736835" y="5407423"/>
                  </a:lnTo>
                  <a:lnTo>
                    <a:pt x="736929" y="5407423"/>
                  </a:lnTo>
                  <a:lnTo>
                    <a:pt x="737023" y="5407423"/>
                  </a:lnTo>
                  <a:lnTo>
                    <a:pt x="737117" y="5407423"/>
                  </a:lnTo>
                  <a:lnTo>
                    <a:pt x="737211" y="5407423"/>
                  </a:lnTo>
                  <a:lnTo>
                    <a:pt x="737682" y="5407423"/>
                  </a:lnTo>
                  <a:lnTo>
                    <a:pt x="737776" y="5407423"/>
                  </a:lnTo>
                  <a:lnTo>
                    <a:pt x="737870" y="5407423"/>
                  </a:lnTo>
                  <a:lnTo>
                    <a:pt x="737964" y="5407423"/>
                  </a:lnTo>
                  <a:lnTo>
                    <a:pt x="738059" y="5407423"/>
                  </a:lnTo>
                  <a:lnTo>
                    <a:pt x="738153" y="5407423"/>
                  </a:lnTo>
                  <a:lnTo>
                    <a:pt x="738435" y="5407423"/>
                  </a:lnTo>
                  <a:lnTo>
                    <a:pt x="738529" y="5407423"/>
                  </a:lnTo>
                  <a:lnTo>
                    <a:pt x="738623" y="5407423"/>
                  </a:lnTo>
                  <a:lnTo>
                    <a:pt x="739094" y="5407423"/>
                  </a:lnTo>
                  <a:lnTo>
                    <a:pt x="739282" y="5407423"/>
                  </a:lnTo>
                  <a:lnTo>
                    <a:pt x="739377" y="5407423"/>
                  </a:lnTo>
                  <a:lnTo>
                    <a:pt x="739753" y="5407423"/>
                  </a:lnTo>
                  <a:lnTo>
                    <a:pt x="739847" y="5407423"/>
                  </a:lnTo>
                  <a:lnTo>
                    <a:pt x="739942" y="5407423"/>
                  </a:lnTo>
                  <a:lnTo>
                    <a:pt x="740036" y="5407423"/>
                  </a:lnTo>
                  <a:lnTo>
                    <a:pt x="740318" y="5407423"/>
                  </a:lnTo>
                  <a:lnTo>
                    <a:pt x="740412" y="5407423"/>
                  </a:lnTo>
                  <a:lnTo>
                    <a:pt x="740506" y="5407423"/>
                  </a:lnTo>
                  <a:lnTo>
                    <a:pt x="740789" y="5407423"/>
                  </a:lnTo>
                  <a:lnTo>
                    <a:pt x="740789" y="5402512"/>
                  </a:lnTo>
                  <a:lnTo>
                    <a:pt x="740883" y="5402512"/>
                  </a:lnTo>
                  <a:lnTo>
                    <a:pt x="740977" y="5402512"/>
                  </a:lnTo>
                  <a:lnTo>
                    <a:pt x="741071" y="5402512"/>
                  </a:lnTo>
                  <a:lnTo>
                    <a:pt x="741166" y="5402512"/>
                  </a:lnTo>
                  <a:lnTo>
                    <a:pt x="741354" y="5402512"/>
                  </a:lnTo>
                  <a:lnTo>
                    <a:pt x="741448" y="5402512"/>
                  </a:lnTo>
                  <a:lnTo>
                    <a:pt x="741636" y="5397601"/>
                  </a:lnTo>
                  <a:lnTo>
                    <a:pt x="741730" y="5397601"/>
                  </a:lnTo>
                  <a:lnTo>
                    <a:pt x="741825" y="5397601"/>
                  </a:lnTo>
                  <a:lnTo>
                    <a:pt x="742295" y="5397601"/>
                  </a:lnTo>
                  <a:lnTo>
                    <a:pt x="742390" y="5397601"/>
                  </a:lnTo>
                  <a:lnTo>
                    <a:pt x="742484" y="5397601"/>
                  </a:lnTo>
                  <a:lnTo>
                    <a:pt x="742578" y="5397601"/>
                  </a:lnTo>
                  <a:lnTo>
                    <a:pt x="742672" y="5397601"/>
                  </a:lnTo>
                  <a:lnTo>
                    <a:pt x="742766" y="5397601"/>
                  </a:lnTo>
                  <a:lnTo>
                    <a:pt x="743143" y="5397601"/>
                  </a:lnTo>
                  <a:lnTo>
                    <a:pt x="743331" y="5397601"/>
                  </a:lnTo>
                  <a:lnTo>
                    <a:pt x="743331" y="5392689"/>
                  </a:lnTo>
                  <a:lnTo>
                    <a:pt x="743425" y="5392689"/>
                  </a:lnTo>
                  <a:lnTo>
                    <a:pt x="743519" y="5392689"/>
                  </a:lnTo>
                  <a:lnTo>
                    <a:pt x="743613" y="5392689"/>
                  </a:lnTo>
                  <a:lnTo>
                    <a:pt x="743708" y="5392689"/>
                  </a:lnTo>
                  <a:lnTo>
                    <a:pt x="743896" y="5392689"/>
                  </a:lnTo>
                  <a:lnTo>
                    <a:pt x="744461" y="5392689"/>
                  </a:lnTo>
                  <a:lnTo>
                    <a:pt x="744649" y="5392689"/>
                  </a:lnTo>
                  <a:lnTo>
                    <a:pt x="744837" y="5392689"/>
                  </a:lnTo>
                  <a:lnTo>
                    <a:pt x="745026" y="5392689"/>
                  </a:lnTo>
                  <a:lnTo>
                    <a:pt x="745214" y="5392689"/>
                  </a:lnTo>
                  <a:lnTo>
                    <a:pt x="745308" y="5392689"/>
                  </a:lnTo>
                  <a:lnTo>
                    <a:pt x="745402" y="5392689"/>
                  </a:lnTo>
                  <a:lnTo>
                    <a:pt x="745497" y="5392689"/>
                  </a:lnTo>
                  <a:lnTo>
                    <a:pt x="745591" y="5392689"/>
                  </a:lnTo>
                  <a:lnTo>
                    <a:pt x="745685" y="5392689"/>
                  </a:lnTo>
                  <a:lnTo>
                    <a:pt x="745685" y="5387778"/>
                  </a:lnTo>
                  <a:lnTo>
                    <a:pt x="745873" y="5387778"/>
                  </a:lnTo>
                  <a:lnTo>
                    <a:pt x="745967" y="5387778"/>
                  </a:lnTo>
                  <a:lnTo>
                    <a:pt x="745967" y="5382866"/>
                  </a:lnTo>
                  <a:lnTo>
                    <a:pt x="746061" y="5382866"/>
                  </a:lnTo>
                  <a:lnTo>
                    <a:pt x="746250" y="5382866"/>
                  </a:lnTo>
                  <a:lnTo>
                    <a:pt x="746344" y="5382866"/>
                  </a:lnTo>
                  <a:lnTo>
                    <a:pt x="746438" y="5382866"/>
                  </a:lnTo>
                  <a:lnTo>
                    <a:pt x="746626" y="5382866"/>
                  </a:lnTo>
                  <a:lnTo>
                    <a:pt x="746815" y="5382866"/>
                  </a:lnTo>
                  <a:lnTo>
                    <a:pt x="746909" y="5382866"/>
                  </a:lnTo>
                  <a:lnTo>
                    <a:pt x="747097" y="5382866"/>
                  </a:lnTo>
                  <a:lnTo>
                    <a:pt x="747191" y="5382866"/>
                  </a:lnTo>
                  <a:lnTo>
                    <a:pt x="747285" y="5382866"/>
                  </a:lnTo>
                  <a:lnTo>
                    <a:pt x="747380" y="5382866"/>
                  </a:lnTo>
                  <a:lnTo>
                    <a:pt x="747568" y="5382866"/>
                  </a:lnTo>
                  <a:lnTo>
                    <a:pt x="747662" y="5382866"/>
                  </a:lnTo>
                  <a:lnTo>
                    <a:pt x="747944" y="5382866"/>
                  </a:lnTo>
                  <a:lnTo>
                    <a:pt x="748039" y="5382866"/>
                  </a:lnTo>
                  <a:lnTo>
                    <a:pt x="748133" y="5382866"/>
                  </a:lnTo>
                  <a:lnTo>
                    <a:pt x="748227" y="5382866"/>
                  </a:lnTo>
                  <a:lnTo>
                    <a:pt x="748321" y="5382866"/>
                  </a:lnTo>
                  <a:lnTo>
                    <a:pt x="748415" y="5382866"/>
                  </a:lnTo>
                  <a:lnTo>
                    <a:pt x="748509" y="5382866"/>
                  </a:lnTo>
                  <a:lnTo>
                    <a:pt x="748698" y="5382866"/>
                  </a:lnTo>
                  <a:lnTo>
                    <a:pt x="748792" y="5382866"/>
                  </a:lnTo>
                  <a:lnTo>
                    <a:pt x="748886" y="5382866"/>
                  </a:lnTo>
                  <a:lnTo>
                    <a:pt x="748980" y="5382866"/>
                  </a:lnTo>
                  <a:lnTo>
                    <a:pt x="749168" y="5382866"/>
                  </a:lnTo>
                  <a:lnTo>
                    <a:pt x="749263" y="5382866"/>
                  </a:lnTo>
                  <a:lnTo>
                    <a:pt x="749451" y="5382866"/>
                  </a:lnTo>
                  <a:lnTo>
                    <a:pt x="749545" y="5382866"/>
                  </a:lnTo>
                  <a:lnTo>
                    <a:pt x="749639" y="5382866"/>
                  </a:lnTo>
                  <a:lnTo>
                    <a:pt x="749733" y="5382866"/>
                  </a:lnTo>
                  <a:lnTo>
                    <a:pt x="749828" y="5382866"/>
                  </a:lnTo>
                  <a:lnTo>
                    <a:pt x="750204" y="5382866"/>
                  </a:lnTo>
                  <a:lnTo>
                    <a:pt x="750392" y="5382866"/>
                  </a:lnTo>
                  <a:lnTo>
                    <a:pt x="750487" y="5382866"/>
                  </a:lnTo>
                  <a:lnTo>
                    <a:pt x="750581" y="5382866"/>
                  </a:lnTo>
                  <a:lnTo>
                    <a:pt x="750675" y="5382866"/>
                  </a:lnTo>
                  <a:lnTo>
                    <a:pt x="750769" y="5382866"/>
                  </a:lnTo>
                  <a:lnTo>
                    <a:pt x="750863" y="5382866"/>
                  </a:lnTo>
                  <a:lnTo>
                    <a:pt x="750957" y="5382866"/>
                  </a:lnTo>
                  <a:lnTo>
                    <a:pt x="751052" y="5382866"/>
                  </a:lnTo>
                  <a:lnTo>
                    <a:pt x="751240" y="5382866"/>
                  </a:lnTo>
                  <a:lnTo>
                    <a:pt x="751334" y="5382866"/>
                  </a:lnTo>
                  <a:lnTo>
                    <a:pt x="751428" y="5382866"/>
                  </a:lnTo>
                  <a:lnTo>
                    <a:pt x="751522" y="5377955"/>
                  </a:lnTo>
                  <a:lnTo>
                    <a:pt x="751616" y="5377955"/>
                  </a:lnTo>
                  <a:lnTo>
                    <a:pt x="751711" y="5377955"/>
                  </a:lnTo>
                  <a:lnTo>
                    <a:pt x="751805" y="5377955"/>
                  </a:lnTo>
                  <a:lnTo>
                    <a:pt x="752087" y="5377955"/>
                  </a:lnTo>
                  <a:lnTo>
                    <a:pt x="752181" y="5377955"/>
                  </a:lnTo>
                  <a:lnTo>
                    <a:pt x="752275" y="5377955"/>
                  </a:lnTo>
                  <a:lnTo>
                    <a:pt x="752464" y="5377955"/>
                  </a:lnTo>
                  <a:lnTo>
                    <a:pt x="752558" y="5377955"/>
                  </a:lnTo>
                  <a:lnTo>
                    <a:pt x="752652" y="5377955"/>
                  </a:lnTo>
                  <a:lnTo>
                    <a:pt x="752840" y="5377955"/>
                  </a:lnTo>
                  <a:lnTo>
                    <a:pt x="752935" y="5377955"/>
                  </a:lnTo>
                  <a:lnTo>
                    <a:pt x="753029" y="5377955"/>
                  </a:lnTo>
                  <a:lnTo>
                    <a:pt x="753123" y="5377955"/>
                  </a:lnTo>
                  <a:lnTo>
                    <a:pt x="753217" y="5377955"/>
                  </a:lnTo>
                  <a:lnTo>
                    <a:pt x="753405" y="5377955"/>
                  </a:lnTo>
                  <a:lnTo>
                    <a:pt x="753499" y="5377955"/>
                  </a:lnTo>
                  <a:lnTo>
                    <a:pt x="753594" y="5373044"/>
                  </a:lnTo>
                  <a:lnTo>
                    <a:pt x="753594" y="5368132"/>
                  </a:lnTo>
                  <a:lnTo>
                    <a:pt x="753970" y="5368132"/>
                  </a:lnTo>
                  <a:lnTo>
                    <a:pt x="754064" y="5368132"/>
                  </a:lnTo>
                  <a:lnTo>
                    <a:pt x="754253" y="5368132"/>
                  </a:lnTo>
                  <a:lnTo>
                    <a:pt x="754347" y="5368132"/>
                  </a:lnTo>
                  <a:lnTo>
                    <a:pt x="754441" y="5368132"/>
                  </a:lnTo>
                  <a:lnTo>
                    <a:pt x="754535" y="5368132"/>
                  </a:lnTo>
                  <a:lnTo>
                    <a:pt x="754629" y="5368132"/>
                  </a:lnTo>
                  <a:lnTo>
                    <a:pt x="754818" y="5368132"/>
                  </a:lnTo>
                  <a:lnTo>
                    <a:pt x="755100" y="5368132"/>
                  </a:lnTo>
                  <a:lnTo>
                    <a:pt x="755288" y="5368132"/>
                  </a:lnTo>
                  <a:lnTo>
                    <a:pt x="755383" y="5368132"/>
                  </a:lnTo>
                  <a:lnTo>
                    <a:pt x="755665" y="5368132"/>
                  </a:lnTo>
                  <a:lnTo>
                    <a:pt x="755947" y="5368132"/>
                  </a:lnTo>
                  <a:lnTo>
                    <a:pt x="756042" y="5368132"/>
                  </a:lnTo>
                  <a:lnTo>
                    <a:pt x="756230" y="5368132"/>
                  </a:lnTo>
                  <a:lnTo>
                    <a:pt x="756324" y="5363221"/>
                  </a:lnTo>
                  <a:lnTo>
                    <a:pt x="756418" y="5363221"/>
                  </a:lnTo>
                  <a:lnTo>
                    <a:pt x="756512" y="5363221"/>
                  </a:lnTo>
                  <a:lnTo>
                    <a:pt x="756606" y="5363221"/>
                  </a:lnTo>
                  <a:lnTo>
                    <a:pt x="756889" y="5363221"/>
                  </a:lnTo>
                  <a:lnTo>
                    <a:pt x="756983" y="5363221"/>
                  </a:lnTo>
                  <a:lnTo>
                    <a:pt x="757077" y="5363221"/>
                  </a:lnTo>
                  <a:lnTo>
                    <a:pt x="757171" y="5358310"/>
                  </a:lnTo>
                  <a:lnTo>
                    <a:pt x="757266" y="5358310"/>
                  </a:lnTo>
                  <a:lnTo>
                    <a:pt x="757454" y="5358310"/>
                  </a:lnTo>
                  <a:lnTo>
                    <a:pt x="757830" y="5358310"/>
                  </a:lnTo>
                  <a:lnTo>
                    <a:pt x="757925" y="5358310"/>
                  </a:lnTo>
                  <a:lnTo>
                    <a:pt x="758019" y="5358310"/>
                  </a:lnTo>
                  <a:lnTo>
                    <a:pt x="758113" y="5358310"/>
                  </a:lnTo>
                  <a:lnTo>
                    <a:pt x="758207" y="5358310"/>
                  </a:lnTo>
                  <a:lnTo>
                    <a:pt x="758395" y="5358310"/>
                  </a:lnTo>
                  <a:lnTo>
                    <a:pt x="758490" y="5358310"/>
                  </a:lnTo>
                  <a:lnTo>
                    <a:pt x="758584" y="5358310"/>
                  </a:lnTo>
                  <a:lnTo>
                    <a:pt x="758772" y="5358310"/>
                  </a:lnTo>
                  <a:lnTo>
                    <a:pt x="758866" y="5358310"/>
                  </a:lnTo>
                  <a:lnTo>
                    <a:pt x="758960" y="5358310"/>
                  </a:lnTo>
                  <a:lnTo>
                    <a:pt x="759149" y="5358310"/>
                  </a:lnTo>
                  <a:lnTo>
                    <a:pt x="759243" y="5358310"/>
                  </a:lnTo>
                  <a:lnTo>
                    <a:pt x="759337" y="5358310"/>
                  </a:lnTo>
                  <a:lnTo>
                    <a:pt x="759431" y="5358310"/>
                  </a:lnTo>
                  <a:lnTo>
                    <a:pt x="759525" y="5358310"/>
                  </a:lnTo>
                  <a:lnTo>
                    <a:pt x="759619" y="5358310"/>
                  </a:lnTo>
                  <a:lnTo>
                    <a:pt x="759808" y="5358310"/>
                  </a:lnTo>
                  <a:lnTo>
                    <a:pt x="760090" y="5358310"/>
                  </a:lnTo>
                  <a:lnTo>
                    <a:pt x="760184" y="5358310"/>
                  </a:lnTo>
                  <a:lnTo>
                    <a:pt x="760278" y="5358310"/>
                  </a:lnTo>
                  <a:lnTo>
                    <a:pt x="760467" y="5358310"/>
                  </a:lnTo>
                  <a:lnTo>
                    <a:pt x="760655" y="5358310"/>
                  </a:lnTo>
                  <a:lnTo>
                    <a:pt x="760749" y="5358310"/>
                  </a:lnTo>
                  <a:lnTo>
                    <a:pt x="761220" y="5358310"/>
                  </a:lnTo>
                  <a:lnTo>
                    <a:pt x="761314" y="5358310"/>
                  </a:lnTo>
                  <a:lnTo>
                    <a:pt x="761408" y="5358310"/>
                  </a:lnTo>
                  <a:lnTo>
                    <a:pt x="761597" y="5358310"/>
                  </a:lnTo>
                  <a:lnTo>
                    <a:pt x="761691" y="5358310"/>
                  </a:lnTo>
                  <a:lnTo>
                    <a:pt x="761785" y="5358310"/>
                  </a:lnTo>
                  <a:lnTo>
                    <a:pt x="762256" y="5358310"/>
                  </a:lnTo>
                  <a:lnTo>
                    <a:pt x="762350" y="5358310"/>
                  </a:lnTo>
                  <a:lnTo>
                    <a:pt x="762444" y="5358310"/>
                  </a:lnTo>
                  <a:lnTo>
                    <a:pt x="762538" y="5358310"/>
                  </a:lnTo>
                  <a:lnTo>
                    <a:pt x="762632" y="5358310"/>
                  </a:lnTo>
                  <a:lnTo>
                    <a:pt x="762726" y="5358310"/>
                  </a:lnTo>
                  <a:lnTo>
                    <a:pt x="762821" y="5358310"/>
                  </a:lnTo>
                  <a:lnTo>
                    <a:pt x="762915" y="5358310"/>
                  </a:lnTo>
                  <a:lnTo>
                    <a:pt x="763009" y="5358310"/>
                  </a:lnTo>
                  <a:lnTo>
                    <a:pt x="763103" y="5358310"/>
                  </a:lnTo>
                  <a:lnTo>
                    <a:pt x="763197" y="5358310"/>
                  </a:lnTo>
                  <a:lnTo>
                    <a:pt x="763291" y="5358310"/>
                  </a:lnTo>
                  <a:lnTo>
                    <a:pt x="763480" y="5358310"/>
                  </a:lnTo>
                  <a:lnTo>
                    <a:pt x="763574" y="5358310"/>
                  </a:lnTo>
                  <a:lnTo>
                    <a:pt x="763668" y="5358310"/>
                  </a:lnTo>
                  <a:lnTo>
                    <a:pt x="763762" y="5358310"/>
                  </a:lnTo>
                  <a:lnTo>
                    <a:pt x="764233" y="5358310"/>
                  </a:lnTo>
                  <a:lnTo>
                    <a:pt x="764327" y="5358310"/>
                  </a:lnTo>
                  <a:lnTo>
                    <a:pt x="764421" y="5358310"/>
                  </a:lnTo>
                  <a:lnTo>
                    <a:pt x="764515" y="5358310"/>
                  </a:lnTo>
                  <a:lnTo>
                    <a:pt x="764704" y="5358310"/>
                  </a:lnTo>
                  <a:lnTo>
                    <a:pt x="764798" y="5358310"/>
                  </a:lnTo>
                  <a:lnTo>
                    <a:pt x="764986" y="5358310"/>
                  </a:lnTo>
                  <a:lnTo>
                    <a:pt x="765174" y="5358310"/>
                  </a:lnTo>
                  <a:lnTo>
                    <a:pt x="765268" y="5358310"/>
                  </a:lnTo>
                  <a:lnTo>
                    <a:pt x="765363" y="5358310"/>
                  </a:lnTo>
                  <a:lnTo>
                    <a:pt x="765457" y="5358310"/>
                  </a:lnTo>
                  <a:lnTo>
                    <a:pt x="765551" y="5358310"/>
                  </a:lnTo>
                  <a:lnTo>
                    <a:pt x="765645" y="5358310"/>
                  </a:lnTo>
                  <a:lnTo>
                    <a:pt x="765739" y="5358310"/>
                  </a:lnTo>
                  <a:lnTo>
                    <a:pt x="765833" y="5358310"/>
                  </a:lnTo>
                  <a:lnTo>
                    <a:pt x="766022" y="5358310"/>
                  </a:lnTo>
                  <a:lnTo>
                    <a:pt x="766116" y="5358310"/>
                  </a:lnTo>
                  <a:lnTo>
                    <a:pt x="766210" y="5358310"/>
                  </a:lnTo>
                  <a:lnTo>
                    <a:pt x="766304" y="5358310"/>
                  </a:lnTo>
                  <a:lnTo>
                    <a:pt x="766398" y="5358310"/>
                  </a:lnTo>
                  <a:lnTo>
                    <a:pt x="766492" y="5358310"/>
                  </a:lnTo>
                  <a:lnTo>
                    <a:pt x="767057" y="5358310"/>
                  </a:lnTo>
                  <a:lnTo>
                    <a:pt x="767152" y="5358310"/>
                  </a:lnTo>
                  <a:lnTo>
                    <a:pt x="767246" y="5358310"/>
                  </a:lnTo>
                  <a:lnTo>
                    <a:pt x="767340" y="5358310"/>
                  </a:lnTo>
                  <a:lnTo>
                    <a:pt x="767434" y="5358310"/>
                  </a:lnTo>
                  <a:lnTo>
                    <a:pt x="767622" y="5358310"/>
                  </a:lnTo>
                  <a:lnTo>
                    <a:pt x="767716" y="5358310"/>
                  </a:lnTo>
                  <a:lnTo>
                    <a:pt x="767811" y="5358310"/>
                  </a:lnTo>
                  <a:lnTo>
                    <a:pt x="767905" y="5358310"/>
                  </a:lnTo>
                  <a:lnTo>
                    <a:pt x="767999" y="5353398"/>
                  </a:lnTo>
                  <a:lnTo>
                    <a:pt x="768093" y="5353398"/>
                  </a:lnTo>
                  <a:lnTo>
                    <a:pt x="768187" y="5353398"/>
                  </a:lnTo>
                  <a:lnTo>
                    <a:pt x="768376" y="5353398"/>
                  </a:lnTo>
                  <a:lnTo>
                    <a:pt x="768470" y="5353398"/>
                  </a:lnTo>
                  <a:lnTo>
                    <a:pt x="768564" y="5353398"/>
                  </a:lnTo>
                  <a:lnTo>
                    <a:pt x="768658" y="5353398"/>
                  </a:lnTo>
                  <a:lnTo>
                    <a:pt x="768752" y="5353398"/>
                  </a:lnTo>
                  <a:lnTo>
                    <a:pt x="768846" y="5353398"/>
                  </a:lnTo>
                  <a:lnTo>
                    <a:pt x="769035" y="5353398"/>
                  </a:lnTo>
                  <a:lnTo>
                    <a:pt x="769129" y="5353398"/>
                  </a:lnTo>
                  <a:lnTo>
                    <a:pt x="769223" y="5353398"/>
                  </a:lnTo>
                  <a:lnTo>
                    <a:pt x="769317" y="5353398"/>
                  </a:lnTo>
                  <a:lnTo>
                    <a:pt x="770070" y="5353398"/>
                  </a:lnTo>
                  <a:lnTo>
                    <a:pt x="770070" y="5348487"/>
                  </a:lnTo>
                  <a:lnTo>
                    <a:pt x="770164" y="5348487"/>
                  </a:lnTo>
                  <a:lnTo>
                    <a:pt x="770259" y="5348487"/>
                  </a:lnTo>
                  <a:lnTo>
                    <a:pt x="770353" y="5348487"/>
                  </a:lnTo>
                  <a:lnTo>
                    <a:pt x="770447" y="5348487"/>
                  </a:lnTo>
                  <a:lnTo>
                    <a:pt x="770541" y="5348487"/>
                  </a:lnTo>
                  <a:lnTo>
                    <a:pt x="770635" y="5348487"/>
                  </a:lnTo>
                  <a:lnTo>
                    <a:pt x="770823" y="5348487"/>
                  </a:lnTo>
                  <a:lnTo>
                    <a:pt x="770918" y="5348487"/>
                  </a:lnTo>
                  <a:lnTo>
                    <a:pt x="771294" y="5348487"/>
                  </a:lnTo>
                  <a:lnTo>
                    <a:pt x="771388" y="5348487"/>
                  </a:lnTo>
                  <a:lnTo>
                    <a:pt x="771483" y="5348487"/>
                  </a:lnTo>
                  <a:lnTo>
                    <a:pt x="771577" y="5348487"/>
                  </a:lnTo>
                  <a:lnTo>
                    <a:pt x="771671" y="5348487"/>
                  </a:lnTo>
                  <a:lnTo>
                    <a:pt x="771765" y="5348487"/>
                  </a:lnTo>
                  <a:lnTo>
                    <a:pt x="771953" y="5348487"/>
                  </a:lnTo>
                  <a:lnTo>
                    <a:pt x="772047" y="5348487"/>
                  </a:lnTo>
                  <a:lnTo>
                    <a:pt x="772236" y="5348487"/>
                  </a:lnTo>
                  <a:lnTo>
                    <a:pt x="772330" y="5348487"/>
                  </a:lnTo>
                  <a:lnTo>
                    <a:pt x="772424" y="5348487"/>
                  </a:lnTo>
                  <a:lnTo>
                    <a:pt x="772518" y="5348487"/>
                  </a:lnTo>
                  <a:lnTo>
                    <a:pt x="772612" y="5348487"/>
                  </a:lnTo>
                  <a:lnTo>
                    <a:pt x="772801" y="5348487"/>
                  </a:lnTo>
                  <a:lnTo>
                    <a:pt x="772895" y="5348487"/>
                  </a:lnTo>
                  <a:lnTo>
                    <a:pt x="772989" y="5348487"/>
                  </a:lnTo>
                  <a:lnTo>
                    <a:pt x="773271" y="5348487"/>
                  </a:lnTo>
                  <a:lnTo>
                    <a:pt x="773366" y="5348487"/>
                  </a:lnTo>
                  <a:lnTo>
                    <a:pt x="773460" y="5348487"/>
                  </a:lnTo>
                  <a:lnTo>
                    <a:pt x="773648" y="5348487"/>
                  </a:lnTo>
                  <a:lnTo>
                    <a:pt x="773836" y="5348487"/>
                  </a:lnTo>
                  <a:lnTo>
                    <a:pt x="773930" y="5348487"/>
                  </a:lnTo>
                  <a:lnTo>
                    <a:pt x="774025" y="5348487"/>
                  </a:lnTo>
                  <a:lnTo>
                    <a:pt x="774119" y="5348487"/>
                  </a:lnTo>
                  <a:lnTo>
                    <a:pt x="774213" y="5348487"/>
                  </a:lnTo>
                  <a:lnTo>
                    <a:pt x="774307" y="5348487"/>
                  </a:lnTo>
                  <a:lnTo>
                    <a:pt x="774495" y="5348487"/>
                  </a:lnTo>
                  <a:lnTo>
                    <a:pt x="774684" y="5348487"/>
                  </a:lnTo>
                  <a:lnTo>
                    <a:pt x="774966" y="5343575"/>
                  </a:lnTo>
                  <a:lnTo>
                    <a:pt x="775060" y="5343575"/>
                  </a:lnTo>
                  <a:lnTo>
                    <a:pt x="775154" y="5343575"/>
                  </a:lnTo>
                  <a:lnTo>
                    <a:pt x="775437" y="5343575"/>
                  </a:lnTo>
                  <a:lnTo>
                    <a:pt x="775625" y="5343575"/>
                  </a:lnTo>
                  <a:lnTo>
                    <a:pt x="775719" y="5343575"/>
                  </a:lnTo>
                  <a:lnTo>
                    <a:pt x="775814" y="5343575"/>
                  </a:lnTo>
                  <a:lnTo>
                    <a:pt x="775908" y="5343575"/>
                  </a:lnTo>
                  <a:lnTo>
                    <a:pt x="776002" y="5343575"/>
                  </a:lnTo>
                  <a:lnTo>
                    <a:pt x="776567" y="5343575"/>
                  </a:lnTo>
                  <a:lnTo>
                    <a:pt x="776661" y="5343575"/>
                  </a:lnTo>
                  <a:lnTo>
                    <a:pt x="776755" y="5343575"/>
                  </a:lnTo>
                  <a:lnTo>
                    <a:pt x="776943" y="5343575"/>
                  </a:lnTo>
                  <a:lnTo>
                    <a:pt x="777132" y="5343575"/>
                  </a:lnTo>
                  <a:lnTo>
                    <a:pt x="777226" y="5343575"/>
                  </a:lnTo>
                  <a:lnTo>
                    <a:pt x="777320" y="5343575"/>
                  </a:lnTo>
                  <a:lnTo>
                    <a:pt x="777414" y="5343575"/>
                  </a:lnTo>
                  <a:lnTo>
                    <a:pt x="777508" y="5343575"/>
                  </a:lnTo>
                  <a:lnTo>
                    <a:pt x="777602" y="5343575"/>
                  </a:lnTo>
                  <a:lnTo>
                    <a:pt x="777697" y="5343575"/>
                  </a:lnTo>
                  <a:lnTo>
                    <a:pt x="777791" y="5343575"/>
                  </a:lnTo>
                  <a:lnTo>
                    <a:pt x="777885" y="5343575"/>
                  </a:lnTo>
                  <a:lnTo>
                    <a:pt x="777979" y="5343575"/>
                  </a:lnTo>
                  <a:lnTo>
                    <a:pt x="778167" y="5343575"/>
                  </a:lnTo>
                  <a:lnTo>
                    <a:pt x="778261" y="5343575"/>
                  </a:lnTo>
                  <a:lnTo>
                    <a:pt x="778356" y="5343575"/>
                  </a:lnTo>
                  <a:lnTo>
                    <a:pt x="778638" y="5343575"/>
                  </a:lnTo>
                  <a:lnTo>
                    <a:pt x="778732" y="5343575"/>
                  </a:lnTo>
                  <a:lnTo>
                    <a:pt x="778826" y="5343575"/>
                  </a:lnTo>
                  <a:lnTo>
                    <a:pt x="779015" y="5343575"/>
                  </a:lnTo>
                  <a:lnTo>
                    <a:pt x="779109" y="5343575"/>
                  </a:lnTo>
                  <a:lnTo>
                    <a:pt x="779203" y="5343575"/>
                  </a:lnTo>
                  <a:lnTo>
                    <a:pt x="779297" y="5343575"/>
                  </a:lnTo>
                  <a:lnTo>
                    <a:pt x="779391" y="5343575"/>
                  </a:lnTo>
                  <a:lnTo>
                    <a:pt x="779674" y="5343575"/>
                  </a:lnTo>
                  <a:lnTo>
                    <a:pt x="779768" y="5343575"/>
                  </a:lnTo>
                  <a:lnTo>
                    <a:pt x="779862" y="5343575"/>
                  </a:lnTo>
                  <a:lnTo>
                    <a:pt x="780050" y="5343575"/>
                  </a:lnTo>
                  <a:lnTo>
                    <a:pt x="780145" y="5343575"/>
                  </a:lnTo>
                  <a:lnTo>
                    <a:pt x="780239" y="5343575"/>
                  </a:lnTo>
                  <a:lnTo>
                    <a:pt x="780333" y="5343575"/>
                  </a:lnTo>
                  <a:lnTo>
                    <a:pt x="780427" y="5343575"/>
                  </a:lnTo>
                  <a:lnTo>
                    <a:pt x="780521" y="5343575"/>
                  </a:lnTo>
                  <a:lnTo>
                    <a:pt x="780709" y="5343575"/>
                  </a:lnTo>
                  <a:lnTo>
                    <a:pt x="780898" y="5343575"/>
                  </a:lnTo>
                  <a:lnTo>
                    <a:pt x="780992" y="5343575"/>
                  </a:lnTo>
                  <a:lnTo>
                    <a:pt x="781180" y="5343575"/>
                  </a:lnTo>
                  <a:lnTo>
                    <a:pt x="781274" y="5343575"/>
                  </a:lnTo>
                  <a:lnTo>
                    <a:pt x="781369" y="5343575"/>
                  </a:lnTo>
                  <a:lnTo>
                    <a:pt x="781463" y="5343575"/>
                  </a:lnTo>
                  <a:lnTo>
                    <a:pt x="781651" y="5343575"/>
                  </a:lnTo>
                  <a:lnTo>
                    <a:pt x="781933" y="5343575"/>
                  </a:lnTo>
                  <a:lnTo>
                    <a:pt x="782028" y="5343575"/>
                  </a:lnTo>
                  <a:lnTo>
                    <a:pt x="782122" y="5343575"/>
                  </a:lnTo>
                  <a:lnTo>
                    <a:pt x="782404" y="5343575"/>
                  </a:lnTo>
                  <a:lnTo>
                    <a:pt x="782498" y="5343575"/>
                  </a:lnTo>
                  <a:lnTo>
                    <a:pt x="782592" y="5338664"/>
                  </a:lnTo>
                  <a:lnTo>
                    <a:pt x="782781" y="5338664"/>
                  </a:lnTo>
                  <a:lnTo>
                    <a:pt x="782875" y="5338664"/>
                  </a:lnTo>
                  <a:lnTo>
                    <a:pt x="782969" y="5338664"/>
                  </a:lnTo>
                  <a:lnTo>
                    <a:pt x="783252" y="5338664"/>
                  </a:lnTo>
                  <a:lnTo>
                    <a:pt x="783534" y="5338664"/>
                  </a:lnTo>
                  <a:lnTo>
                    <a:pt x="783628" y="5338664"/>
                  </a:lnTo>
                  <a:lnTo>
                    <a:pt x="783722" y="5338664"/>
                  </a:lnTo>
                  <a:lnTo>
                    <a:pt x="783816" y="5338664"/>
                  </a:lnTo>
                  <a:lnTo>
                    <a:pt x="783911" y="5338664"/>
                  </a:lnTo>
                  <a:lnTo>
                    <a:pt x="784005" y="5338664"/>
                  </a:lnTo>
                  <a:lnTo>
                    <a:pt x="784099" y="5338664"/>
                  </a:lnTo>
                  <a:lnTo>
                    <a:pt x="784287" y="5338664"/>
                  </a:lnTo>
                  <a:lnTo>
                    <a:pt x="784381" y="5338664"/>
                  </a:lnTo>
                  <a:lnTo>
                    <a:pt x="784476" y="5338664"/>
                  </a:lnTo>
                  <a:lnTo>
                    <a:pt x="784570" y="5338664"/>
                  </a:lnTo>
                  <a:lnTo>
                    <a:pt x="784664" y="5338664"/>
                  </a:lnTo>
                  <a:lnTo>
                    <a:pt x="785229" y="5338664"/>
                  </a:lnTo>
                  <a:lnTo>
                    <a:pt x="785323" y="5338664"/>
                  </a:lnTo>
                  <a:lnTo>
                    <a:pt x="785417" y="5338664"/>
                  </a:lnTo>
                  <a:lnTo>
                    <a:pt x="785605" y="5338664"/>
                  </a:lnTo>
                  <a:lnTo>
                    <a:pt x="785700" y="5338664"/>
                  </a:lnTo>
                  <a:lnTo>
                    <a:pt x="785794" y="5338664"/>
                  </a:lnTo>
                  <a:lnTo>
                    <a:pt x="785982" y="5338664"/>
                  </a:lnTo>
                  <a:lnTo>
                    <a:pt x="786076" y="5338664"/>
                  </a:lnTo>
                  <a:lnTo>
                    <a:pt x="786547" y="5338664"/>
                  </a:lnTo>
                  <a:lnTo>
                    <a:pt x="786641" y="5338664"/>
                  </a:lnTo>
                  <a:lnTo>
                    <a:pt x="786735" y="5338664"/>
                  </a:lnTo>
                  <a:lnTo>
                    <a:pt x="786829" y="5338664"/>
                  </a:lnTo>
                  <a:lnTo>
                    <a:pt x="786923" y="5338664"/>
                  </a:lnTo>
                  <a:lnTo>
                    <a:pt x="787112" y="5338664"/>
                  </a:lnTo>
                  <a:lnTo>
                    <a:pt x="787206" y="5338664"/>
                  </a:lnTo>
                  <a:lnTo>
                    <a:pt x="787394" y="5338664"/>
                  </a:lnTo>
                  <a:lnTo>
                    <a:pt x="787488" y="5338664"/>
                  </a:lnTo>
                  <a:lnTo>
                    <a:pt x="787583" y="5338664"/>
                  </a:lnTo>
                  <a:lnTo>
                    <a:pt x="787677" y="5338664"/>
                  </a:lnTo>
                  <a:lnTo>
                    <a:pt x="787771" y="5338664"/>
                  </a:lnTo>
                  <a:lnTo>
                    <a:pt x="787865" y="5338664"/>
                  </a:lnTo>
                  <a:lnTo>
                    <a:pt x="788242" y="5338664"/>
                  </a:lnTo>
                  <a:lnTo>
                    <a:pt x="788430" y="5338664"/>
                  </a:lnTo>
                  <a:lnTo>
                    <a:pt x="788807" y="5338664"/>
                  </a:lnTo>
                  <a:lnTo>
                    <a:pt x="788901" y="5338664"/>
                  </a:lnTo>
                  <a:lnTo>
                    <a:pt x="789089" y="5338664"/>
                  </a:lnTo>
                  <a:lnTo>
                    <a:pt x="789277" y="5338664"/>
                  </a:lnTo>
                  <a:lnTo>
                    <a:pt x="789466" y="5338664"/>
                  </a:lnTo>
                  <a:lnTo>
                    <a:pt x="789560" y="5338664"/>
                  </a:lnTo>
                  <a:lnTo>
                    <a:pt x="789654" y="5338664"/>
                  </a:lnTo>
                  <a:lnTo>
                    <a:pt x="789748" y="5338664"/>
                  </a:lnTo>
                  <a:lnTo>
                    <a:pt x="789842" y="5338664"/>
                  </a:lnTo>
                  <a:lnTo>
                    <a:pt x="790031" y="5338664"/>
                  </a:lnTo>
                  <a:lnTo>
                    <a:pt x="790219" y="5338664"/>
                  </a:lnTo>
                  <a:lnTo>
                    <a:pt x="790501" y="5338664"/>
                  </a:lnTo>
                  <a:lnTo>
                    <a:pt x="790595" y="5338664"/>
                  </a:lnTo>
                  <a:lnTo>
                    <a:pt x="790784" y="5338664"/>
                  </a:lnTo>
                  <a:lnTo>
                    <a:pt x="790878" y="5338664"/>
                  </a:lnTo>
                  <a:lnTo>
                    <a:pt x="790972" y="5338664"/>
                  </a:lnTo>
                  <a:lnTo>
                    <a:pt x="791066" y="5338664"/>
                  </a:lnTo>
                  <a:lnTo>
                    <a:pt x="791254" y="5338664"/>
                  </a:lnTo>
                  <a:lnTo>
                    <a:pt x="791443" y="5338664"/>
                  </a:lnTo>
                  <a:lnTo>
                    <a:pt x="791725" y="5338664"/>
                  </a:lnTo>
                  <a:lnTo>
                    <a:pt x="791819" y="5333753"/>
                  </a:lnTo>
                  <a:lnTo>
                    <a:pt x="791914" y="5333753"/>
                  </a:lnTo>
                  <a:lnTo>
                    <a:pt x="792102" y="5333753"/>
                  </a:lnTo>
                  <a:lnTo>
                    <a:pt x="792290" y="5333753"/>
                  </a:lnTo>
                  <a:lnTo>
                    <a:pt x="792384" y="5333753"/>
                  </a:lnTo>
                  <a:lnTo>
                    <a:pt x="792478" y="5333753"/>
                  </a:lnTo>
                  <a:lnTo>
                    <a:pt x="792573" y="5333753"/>
                  </a:lnTo>
                  <a:lnTo>
                    <a:pt x="792667" y="5333753"/>
                  </a:lnTo>
                  <a:lnTo>
                    <a:pt x="792949" y="5333753"/>
                  </a:lnTo>
                  <a:lnTo>
                    <a:pt x="793043" y="5333753"/>
                  </a:lnTo>
                  <a:lnTo>
                    <a:pt x="793326" y="5333753"/>
                  </a:lnTo>
                  <a:lnTo>
                    <a:pt x="793514" y="5333753"/>
                  </a:lnTo>
                  <a:lnTo>
                    <a:pt x="793608" y="5333753"/>
                  </a:lnTo>
                  <a:lnTo>
                    <a:pt x="793797" y="5333753"/>
                  </a:lnTo>
                  <a:lnTo>
                    <a:pt x="793891" y="5333753"/>
                  </a:lnTo>
                  <a:lnTo>
                    <a:pt x="794079" y="5333753"/>
                  </a:lnTo>
                  <a:lnTo>
                    <a:pt x="794173" y="5333753"/>
                  </a:lnTo>
                  <a:lnTo>
                    <a:pt x="794267" y="5333753"/>
                  </a:lnTo>
                  <a:lnTo>
                    <a:pt x="794362" y="5333753"/>
                  </a:lnTo>
                  <a:lnTo>
                    <a:pt x="794456" y="5333753"/>
                  </a:lnTo>
                  <a:lnTo>
                    <a:pt x="794550" y="5333753"/>
                  </a:lnTo>
                  <a:lnTo>
                    <a:pt x="794738" y="5333753"/>
                  </a:lnTo>
                  <a:lnTo>
                    <a:pt x="794926" y="5333753"/>
                  </a:lnTo>
                  <a:lnTo>
                    <a:pt x="795115" y="5333753"/>
                  </a:lnTo>
                  <a:lnTo>
                    <a:pt x="795209" y="5333753"/>
                  </a:lnTo>
                  <a:lnTo>
                    <a:pt x="795397" y="5333753"/>
                  </a:lnTo>
                  <a:lnTo>
                    <a:pt x="795491" y="5333753"/>
                  </a:lnTo>
                  <a:lnTo>
                    <a:pt x="795680" y="5333753"/>
                  </a:lnTo>
                  <a:lnTo>
                    <a:pt x="795774" y="5333753"/>
                  </a:lnTo>
                  <a:lnTo>
                    <a:pt x="795868" y="5333753"/>
                  </a:lnTo>
                  <a:lnTo>
                    <a:pt x="795962" y="5333753"/>
                  </a:lnTo>
                  <a:lnTo>
                    <a:pt x="796056" y="5333753"/>
                  </a:lnTo>
                  <a:lnTo>
                    <a:pt x="796150" y="5333753"/>
                  </a:lnTo>
                  <a:lnTo>
                    <a:pt x="796245" y="5333753"/>
                  </a:lnTo>
                  <a:lnTo>
                    <a:pt x="796339" y="5333753"/>
                  </a:lnTo>
                  <a:lnTo>
                    <a:pt x="796433" y="5333753"/>
                  </a:lnTo>
                  <a:lnTo>
                    <a:pt x="796527" y="5333753"/>
                  </a:lnTo>
                  <a:lnTo>
                    <a:pt x="796621" y="5333753"/>
                  </a:lnTo>
                  <a:lnTo>
                    <a:pt x="796809" y="5333753"/>
                  </a:lnTo>
                  <a:lnTo>
                    <a:pt x="796904" y="5333753"/>
                  </a:lnTo>
                  <a:lnTo>
                    <a:pt x="796998" y="5333753"/>
                  </a:lnTo>
                  <a:lnTo>
                    <a:pt x="797092" y="5333753"/>
                  </a:lnTo>
                  <a:lnTo>
                    <a:pt x="797374" y="5333753"/>
                  </a:lnTo>
                  <a:lnTo>
                    <a:pt x="797469" y="5333753"/>
                  </a:lnTo>
                  <a:lnTo>
                    <a:pt x="797751" y="5333753"/>
                  </a:lnTo>
                  <a:lnTo>
                    <a:pt x="797845" y="5333753"/>
                  </a:lnTo>
                  <a:lnTo>
                    <a:pt x="797939" y="5333753"/>
                  </a:lnTo>
                  <a:lnTo>
                    <a:pt x="798033" y="5333753"/>
                  </a:lnTo>
                  <a:lnTo>
                    <a:pt x="798128" y="5333753"/>
                  </a:lnTo>
                  <a:lnTo>
                    <a:pt x="798316" y="5333753"/>
                  </a:lnTo>
                  <a:lnTo>
                    <a:pt x="798410" y="5333753"/>
                  </a:lnTo>
                  <a:lnTo>
                    <a:pt x="798504" y="5333753"/>
                  </a:lnTo>
                  <a:lnTo>
                    <a:pt x="798598" y="5333753"/>
                  </a:lnTo>
                  <a:lnTo>
                    <a:pt x="798693" y="5333753"/>
                  </a:lnTo>
                  <a:lnTo>
                    <a:pt x="798787" y="5333753"/>
                  </a:lnTo>
                  <a:lnTo>
                    <a:pt x="798975" y="5333753"/>
                  </a:lnTo>
                  <a:lnTo>
                    <a:pt x="799069" y="5333753"/>
                  </a:lnTo>
                  <a:lnTo>
                    <a:pt x="799163" y="5333753"/>
                  </a:lnTo>
                  <a:lnTo>
                    <a:pt x="799257" y="5333753"/>
                  </a:lnTo>
                  <a:lnTo>
                    <a:pt x="799352" y="5333753"/>
                  </a:lnTo>
                  <a:lnTo>
                    <a:pt x="799446" y="5333753"/>
                  </a:lnTo>
                  <a:lnTo>
                    <a:pt x="799634" y="5333753"/>
                  </a:lnTo>
                  <a:lnTo>
                    <a:pt x="799728" y="5333753"/>
                  </a:lnTo>
                  <a:lnTo>
                    <a:pt x="800011" y="5333753"/>
                  </a:lnTo>
                  <a:lnTo>
                    <a:pt x="800199" y="5333753"/>
                  </a:lnTo>
                  <a:lnTo>
                    <a:pt x="800293" y="5333753"/>
                  </a:lnTo>
                  <a:lnTo>
                    <a:pt x="800481" y="5333753"/>
                  </a:lnTo>
                  <a:lnTo>
                    <a:pt x="800670" y="5333753"/>
                  </a:lnTo>
                  <a:lnTo>
                    <a:pt x="800764" y="5333753"/>
                  </a:lnTo>
                  <a:lnTo>
                    <a:pt x="800858" y="5333753"/>
                  </a:lnTo>
                  <a:lnTo>
                    <a:pt x="801046" y="5333753"/>
                  </a:lnTo>
                  <a:lnTo>
                    <a:pt x="801329" y="5333753"/>
                  </a:lnTo>
                  <a:lnTo>
                    <a:pt x="801423" y="5333753"/>
                  </a:lnTo>
                  <a:lnTo>
                    <a:pt x="801517" y="5333753"/>
                  </a:lnTo>
                  <a:lnTo>
                    <a:pt x="801611" y="5328841"/>
                  </a:lnTo>
                  <a:lnTo>
                    <a:pt x="801705" y="5328841"/>
                  </a:lnTo>
                  <a:lnTo>
                    <a:pt x="801894" y="5328841"/>
                  </a:lnTo>
                  <a:lnTo>
                    <a:pt x="801988" y="5328841"/>
                  </a:lnTo>
                  <a:lnTo>
                    <a:pt x="802082" y="5328841"/>
                  </a:lnTo>
                  <a:lnTo>
                    <a:pt x="802459" y="5328841"/>
                  </a:lnTo>
                  <a:lnTo>
                    <a:pt x="802553" y="5328841"/>
                  </a:lnTo>
                  <a:lnTo>
                    <a:pt x="802741" y="5328841"/>
                  </a:lnTo>
                  <a:lnTo>
                    <a:pt x="802929" y="5328841"/>
                  </a:lnTo>
                  <a:lnTo>
                    <a:pt x="803118" y="5328841"/>
                  </a:lnTo>
                  <a:lnTo>
                    <a:pt x="803212" y="5328841"/>
                  </a:lnTo>
                  <a:lnTo>
                    <a:pt x="803306" y="5328841"/>
                  </a:lnTo>
                  <a:lnTo>
                    <a:pt x="803400" y="5328841"/>
                  </a:lnTo>
                  <a:lnTo>
                    <a:pt x="803494" y="5328841"/>
                  </a:lnTo>
                  <a:lnTo>
                    <a:pt x="803777" y="5328841"/>
                  </a:lnTo>
                  <a:lnTo>
                    <a:pt x="804059" y="5328841"/>
                  </a:lnTo>
                  <a:lnTo>
                    <a:pt x="804153" y="5328841"/>
                  </a:lnTo>
                  <a:lnTo>
                    <a:pt x="804247" y="5328841"/>
                  </a:lnTo>
                  <a:lnTo>
                    <a:pt x="804342" y="5328841"/>
                  </a:lnTo>
                  <a:lnTo>
                    <a:pt x="804530" y="5328841"/>
                  </a:lnTo>
                  <a:lnTo>
                    <a:pt x="804624" y="5328841"/>
                  </a:lnTo>
                  <a:lnTo>
                    <a:pt x="804812" y="5328841"/>
                  </a:lnTo>
                  <a:lnTo>
                    <a:pt x="805001" y="5328841"/>
                  </a:lnTo>
                  <a:lnTo>
                    <a:pt x="805283" y="5328841"/>
                  </a:lnTo>
                  <a:lnTo>
                    <a:pt x="805377" y="5328841"/>
                  </a:lnTo>
                  <a:lnTo>
                    <a:pt x="805471" y="5328841"/>
                  </a:lnTo>
                  <a:lnTo>
                    <a:pt x="805566" y="5328841"/>
                  </a:lnTo>
                  <a:lnTo>
                    <a:pt x="805660" y="5328841"/>
                  </a:lnTo>
                  <a:lnTo>
                    <a:pt x="805848" y="5328841"/>
                  </a:lnTo>
                  <a:lnTo>
                    <a:pt x="806131" y="5328841"/>
                  </a:lnTo>
                  <a:lnTo>
                    <a:pt x="806319" y="5328841"/>
                  </a:lnTo>
                  <a:lnTo>
                    <a:pt x="806319" y="5323930"/>
                  </a:lnTo>
                  <a:lnTo>
                    <a:pt x="806507" y="5323930"/>
                  </a:lnTo>
                  <a:lnTo>
                    <a:pt x="806601" y="5323930"/>
                  </a:lnTo>
                  <a:lnTo>
                    <a:pt x="806695" y="5323930"/>
                  </a:lnTo>
                  <a:lnTo>
                    <a:pt x="806790" y="5323930"/>
                  </a:lnTo>
                  <a:lnTo>
                    <a:pt x="806978" y="5323930"/>
                  </a:lnTo>
                  <a:lnTo>
                    <a:pt x="807072" y="5323930"/>
                  </a:lnTo>
                  <a:lnTo>
                    <a:pt x="807260" y="5323930"/>
                  </a:lnTo>
                  <a:lnTo>
                    <a:pt x="807355" y="5323930"/>
                  </a:lnTo>
                  <a:lnTo>
                    <a:pt x="807449" y="5323930"/>
                  </a:lnTo>
                  <a:lnTo>
                    <a:pt x="807637" y="5323930"/>
                  </a:lnTo>
                  <a:lnTo>
                    <a:pt x="807731" y="5323930"/>
                  </a:lnTo>
                  <a:lnTo>
                    <a:pt x="807825" y="5323930"/>
                  </a:lnTo>
                  <a:lnTo>
                    <a:pt x="808202" y="5323930"/>
                  </a:lnTo>
                  <a:lnTo>
                    <a:pt x="808296" y="5323930"/>
                  </a:lnTo>
                  <a:lnTo>
                    <a:pt x="808484" y="5323930"/>
                  </a:lnTo>
                  <a:lnTo>
                    <a:pt x="808673" y="5323930"/>
                  </a:lnTo>
                  <a:lnTo>
                    <a:pt x="808767" y="5323930"/>
                  </a:lnTo>
                  <a:lnTo>
                    <a:pt x="808861" y="5323930"/>
                  </a:lnTo>
                  <a:lnTo>
                    <a:pt x="808955" y="5323930"/>
                  </a:lnTo>
                  <a:lnTo>
                    <a:pt x="809049" y="5323930"/>
                  </a:lnTo>
                  <a:lnTo>
                    <a:pt x="809238" y="5323930"/>
                  </a:lnTo>
                  <a:lnTo>
                    <a:pt x="809332" y="5323930"/>
                  </a:lnTo>
                  <a:lnTo>
                    <a:pt x="809520" y="5323930"/>
                  </a:lnTo>
                  <a:lnTo>
                    <a:pt x="809614" y="5323930"/>
                  </a:lnTo>
                  <a:lnTo>
                    <a:pt x="809708" y="5323930"/>
                  </a:lnTo>
                  <a:lnTo>
                    <a:pt x="809897" y="5323930"/>
                  </a:lnTo>
                  <a:lnTo>
                    <a:pt x="809991" y="5323930"/>
                  </a:lnTo>
                  <a:lnTo>
                    <a:pt x="810085" y="5323930"/>
                  </a:lnTo>
                  <a:lnTo>
                    <a:pt x="810367" y="5319019"/>
                  </a:lnTo>
                  <a:lnTo>
                    <a:pt x="810462" y="5319019"/>
                  </a:lnTo>
                  <a:lnTo>
                    <a:pt x="810556" y="5319019"/>
                  </a:lnTo>
                  <a:lnTo>
                    <a:pt x="810650" y="5319019"/>
                  </a:lnTo>
                  <a:lnTo>
                    <a:pt x="810744" y="5319019"/>
                  </a:lnTo>
                  <a:lnTo>
                    <a:pt x="810838" y="5319019"/>
                  </a:lnTo>
                  <a:lnTo>
                    <a:pt x="810932" y="5319019"/>
                  </a:lnTo>
                  <a:lnTo>
                    <a:pt x="811026" y="5319019"/>
                  </a:lnTo>
                  <a:lnTo>
                    <a:pt x="811121" y="5319019"/>
                  </a:lnTo>
                  <a:lnTo>
                    <a:pt x="811215" y="5319019"/>
                  </a:lnTo>
                  <a:lnTo>
                    <a:pt x="811309" y="5319019"/>
                  </a:lnTo>
                  <a:lnTo>
                    <a:pt x="811403" y="5319019"/>
                  </a:lnTo>
                  <a:lnTo>
                    <a:pt x="811591" y="5319019"/>
                  </a:lnTo>
                  <a:lnTo>
                    <a:pt x="811780" y="5319019"/>
                  </a:lnTo>
                  <a:lnTo>
                    <a:pt x="811874" y="5319019"/>
                  </a:lnTo>
                  <a:lnTo>
                    <a:pt x="811968" y="5319019"/>
                  </a:lnTo>
                  <a:lnTo>
                    <a:pt x="812062" y="5319019"/>
                  </a:lnTo>
                  <a:lnTo>
                    <a:pt x="812156" y="5319019"/>
                  </a:lnTo>
                  <a:lnTo>
                    <a:pt x="812250" y="5319019"/>
                  </a:lnTo>
                  <a:lnTo>
                    <a:pt x="812345" y="5319019"/>
                  </a:lnTo>
                  <a:lnTo>
                    <a:pt x="812439" y="5319019"/>
                  </a:lnTo>
                  <a:lnTo>
                    <a:pt x="812533" y="5319019"/>
                  </a:lnTo>
                  <a:lnTo>
                    <a:pt x="812627" y="5319019"/>
                  </a:lnTo>
                  <a:lnTo>
                    <a:pt x="812815" y="5319019"/>
                  </a:lnTo>
                  <a:lnTo>
                    <a:pt x="812910" y="5319019"/>
                  </a:lnTo>
                  <a:lnTo>
                    <a:pt x="813004" y="5319019"/>
                  </a:lnTo>
                  <a:lnTo>
                    <a:pt x="813098" y="5319019"/>
                  </a:lnTo>
                  <a:lnTo>
                    <a:pt x="813474" y="5319019"/>
                  </a:lnTo>
                  <a:lnTo>
                    <a:pt x="813569" y="5319019"/>
                  </a:lnTo>
                  <a:lnTo>
                    <a:pt x="813757" y="5319019"/>
                  </a:lnTo>
                  <a:lnTo>
                    <a:pt x="813851" y="5319019"/>
                  </a:lnTo>
                  <a:lnTo>
                    <a:pt x="813945" y="5319019"/>
                  </a:lnTo>
                  <a:lnTo>
                    <a:pt x="814039" y="5319019"/>
                  </a:lnTo>
                  <a:lnTo>
                    <a:pt x="814133" y="5319019"/>
                  </a:lnTo>
                  <a:lnTo>
                    <a:pt x="814228" y="5319019"/>
                  </a:lnTo>
                  <a:lnTo>
                    <a:pt x="814322" y="5319019"/>
                  </a:lnTo>
                  <a:lnTo>
                    <a:pt x="814416" y="5319019"/>
                  </a:lnTo>
                  <a:lnTo>
                    <a:pt x="814510" y="5319019"/>
                  </a:lnTo>
                  <a:lnTo>
                    <a:pt x="814604" y="5319019"/>
                  </a:lnTo>
                  <a:lnTo>
                    <a:pt x="814698" y="5319019"/>
                  </a:lnTo>
                  <a:lnTo>
                    <a:pt x="814887" y="5319019"/>
                  </a:lnTo>
                  <a:lnTo>
                    <a:pt x="814887" y="5314107"/>
                  </a:lnTo>
                  <a:lnTo>
                    <a:pt x="815452" y="5314107"/>
                  </a:lnTo>
                  <a:lnTo>
                    <a:pt x="815640" y="5314107"/>
                  </a:lnTo>
                  <a:lnTo>
                    <a:pt x="815734" y="5314107"/>
                  </a:lnTo>
                  <a:lnTo>
                    <a:pt x="815828" y="5314107"/>
                  </a:lnTo>
                  <a:lnTo>
                    <a:pt x="815922" y="5314107"/>
                  </a:lnTo>
                  <a:lnTo>
                    <a:pt x="816017" y="5309196"/>
                  </a:lnTo>
                  <a:lnTo>
                    <a:pt x="816111" y="5309196"/>
                  </a:lnTo>
                  <a:lnTo>
                    <a:pt x="816205" y="5309196"/>
                  </a:lnTo>
                  <a:lnTo>
                    <a:pt x="816299" y="5309196"/>
                  </a:lnTo>
                  <a:lnTo>
                    <a:pt x="816393" y="5309196"/>
                  </a:lnTo>
                  <a:lnTo>
                    <a:pt x="816487" y="5309196"/>
                  </a:lnTo>
                  <a:lnTo>
                    <a:pt x="816676" y="5309196"/>
                  </a:lnTo>
                  <a:lnTo>
                    <a:pt x="816770" y="5309196"/>
                  </a:lnTo>
                  <a:lnTo>
                    <a:pt x="816864" y="5309196"/>
                  </a:lnTo>
                  <a:lnTo>
                    <a:pt x="817052" y="5309196"/>
                  </a:lnTo>
                  <a:lnTo>
                    <a:pt x="817241" y="5304284"/>
                  </a:lnTo>
                  <a:lnTo>
                    <a:pt x="817335" y="5304284"/>
                  </a:lnTo>
                  <a:lnTo>
                    <a:pt x="817429" y="5304284"/>
                  </a:lnTo>
                  <a:lnTo>
                    <a:pt x="817523" y="5304284"/>
                  </a:lnTo>
                  <a:lnTo>
                    <a:pt x="817617" y="5304284"/>
                  </a:lnTo>
                  <a:lnTo>
                    <a:pt x="817711" y="5304284"/>
                  </a:lnTo>
                  <a:lnTo>
                    <a:pt x="817805" y="5304284"/>
                  </a:lnTo>
                  <a:lnTo>
                    <a:pt x="817994" y="5304284"/>
                  </a:lnTo>
                  <a:lnTo>
                    <a:pt x="818088" y="5304284"/>
                  </a:lnTo>
                  <a:lnTo>
                    <a:pt x="818182" y="5304284"/>
                  </a:lnTo>
                  <a:lnTo>
                    <a:pt x="818276" y="5304284"/>
                  </a:lnTo>
                  <a:lnTo>
                    <a:pt x="818464" y="5304284"/>
                  </a:lnTo>
                  <a:lnTo>
                    <a:pt x="818559" y="5304284"/>
                  </a:lnTo>
                  <a:lnTo>
                    <a:pt x="818747" y="5304284"/>
                  </a:lnTo>
                  <a:lnTo>
                    <a:pt x="818841" y="5304284"/>
                  </a:lnTo>
                  <a:lnTo>
                    <a:pt x="818841" y="5299373"/>
                  </a:lnTo>
                  <a:lnTo>
                    <a:pt x="819029" y="5299373"/>
                  </a:lnTo>
                  <a:lnTo>
                    <a:pt x="819124" y="5299373"/>
                  </a:lnTo>
                  <a:lnTo>
                    <a:pt x="819218" y="5299373"/>
                  </a:lnTo>
                  <a:lnTo>
                    <a:pt x="819312" y="5299373"/>
                  </a:lnTo>
                  <a:lnTo>
                    <a:pt x="819406" y="5299373"/>
                  </a:lnTo>
                  <a:lnTo>
                    <a:pt x="819500" y="5299373"/>
                  </a:lnTo>
                  <a:lnTo>
                    <a:pt x="819594" y="5299373"/>
                  </a:lnTo>
                  <a:lnTo>
                    <a:pt x="819688" y="5299373"/>
                  </a:lnTo>
                  <a:lnTo>
                    <a:pt x="819783" y="5299373"/>
                  </a:lnTo>
                  <a:lnTo>
                    <a:pt x="819877" y="5299373"/>
                  </a:lnTo>
                  <a:lnTo>
                    <a:pt x="820065" y="5299373"/>
                  </a:lnTo>
                  <a:lnTo>
                    <a:pt x="820159" y="5299373"/>
                  </a:lnTo>
                  <a:lnTo>
                    <a:pt x="820253" y="5299373"/>
                  </a:lnTo>
                  <a:lnTo>
                    <a:pt x="820348" y="5299373"/>
                  </a:lnTo>
                  <a:lnTo>
                    <a:pt x="820536" y="5299373"/>
                  </a:lnTo>
                  <a:lnTo>
                    <a:pt x="820630" y="5299373"/>
                  </a:lnTo>
                  <a:lnTo>
                    <a:pt x="820724" y="5299373"/>
                  </a:lnTo>
                  <a:lnTo>
                    <a:pt x="820818" y="5299373"/>
                  </a:lnTo>
                  <a:lnTo>
                    <a:pt x="821007" y="5299373"/>
                  </a:lnTo>
                  <a:lnTo>
                    <a:pt x="821101" y="5299373"/>
                  </a:lnTo>
                  <a:lnTo>
                    <a:pt x="821195" y="5299373"/>
                  </a:lnTo>
                  <a:lnTo>
                    <a:pt x="821289" y="5299373"/>
                  </a:lnTo>
                  <a:lnTo>
                    <a:pt x="821383" y="5299373"/>
                  </a:lnTo>
                  <a:lnTo>
                    <a:pt x="821477" y="5299373"/>
                  </a:lnTo>
                  <a:lnTo>
                    <a:pt x="821666" y="5299373"/>
                  </a:lnTo>
                  <a:lnTo>
                    <a:pt x="821948" y="5299373"/>
                  </a:lnTo>
                  <a:lnTo>
                    <a:pt x="822136" y="5299373"/>
                  </a:lnTo>
                  <a:lnTo>
                    <a:pt x="822607" y="5299373"/>
                  </a:lnTo>
                  <a:lnTo>
                    <a:pt x="822701" y="5299373"/>
                  </a:lnTo>
                  <a:lnTo>
                    <a:pt x="822795" y="5299373"/>
                  </a:lnTo>
                  <a:lnTo>
                    <a:pt x="822890" y="5299373"/>
                  </a:lnTo>
                  <a:lnTo>
                    <a:pt x="822984" y="5299373"/>
                  </a:lnTo>
                  <a:lnTo>
                    <a:pt x="823078" y="5299373"/>
                  </a:lnTo>
                  <a:lnTo>
                    <a:pt x="823172" y="5299373"/>
                  </a:lnTo>
                  <a:lnTo>
                    <a:pt x="823266" y="5299373"/>
                  </a:lnTo>
                  <a:lnTo>
                    <a:pt x="823360" y="5299373"/>
                  </a:lnTo>
                  <a:lnTo>
                    <a:pt x="823455" y="5299373"/>
                  </a:lnTo>
                  <a:lnTo>
                    <a:pt x="823549" y="5299373"/>
                  </a:lnTo>
                  <a:lnTo>
                    <a:pt x="823643" y="5299373"/>
                  </a:lnTo>
                  <a:lnTo>
                    <a:pt x="823737" y="5299373"/>
                  </a:lnTo>
                  <a:lnTo>
                    <a:pt x="823737" y="5294462"/>
                  </a:lnTo>
                  <a:lnTo>
                    <a:pt x="823831" y="5294462"/>
                  </a:lnTo>
                  <a:lnTo>
                    <a:pt x="823925" y="5294462"/>
                  </a:lnTo>
                  <a:lnTo>
                    <a:pt x="824019" y="5294462"/>
                  </a:lnTo>
                  <a:lnTo>
                    <a:pt x="824208" y="5294462"/>
                  </a:lnTo>
                  <a:lnTo>
                    <a:pt x="824302" y="5294462"/>
                  </a:lnTo>
                  <a:lnTo>
                    <a:pt x="824679" y="5294462"/>
                  </a:lnTo>
                  <a:lnTo>
                    <a:pt x="824773" y="5294462"/>
                  </a:lnTo>
                  <a:lnTo>
                    <a:pt x="825055" y="5294462"/>
                  </a:lnTo>
                  <a:lnTo>
                    <a:pt x="825149" y="5294462"/>
                  </a:lnTo>
                  <a:lnTo>
                    <a:pt x="825243" y="5294462"/>
                  </a:lnTo>
                  <a:lnTo>
                    <a:pt x="825338" y="5294462"/>
                  </a:lnTo>
                  <a:lnTo>
                    <a:pt x="825432" y="5294462"/>
                  </a:lnTo>
                  <a:lnTo>
                    <a:pt x="825808" y="5294462"/>
                  </a:lnTo>
                  <a:lnTo>
                    <a:pt x="825903" y="5294462"/>
                  </a:lnTo>
                  <a:lnTo>
                    <a:pt x="825997" y="5294462"/>
                  </a:lnTo>
                  <a:lnTo>
                    <a:pt x="826185" y="5294462"/>
                  </a:lnTo>
                  <a:lnTo>
                    <a:pt x="826373" y="5294462"/>
                  </a:lnTo>
                  <a:lnTo>
                    <a:pt x="826467" y="5294462"/>
                  </a:lnTo>
                  <a:lnTo>
                    <a:pt x="826562" y="5294462"/>
                  </a:lnTo>
                  <a:lnTo>
                    <a:pt x="826656" y="5294462"/>
                  </a:lnTo>
                  <a:lnTo>
                    <a:pt x="826750" y="5294462"/>
                  </a:lnTo>
                  <a:lnTo>
                    <a:pt x="826844" y="5294462"/>
                  </a:lnTo>
                  <a:lnTo>
                    <a:pt x="826938" y="5294462"/>
                  </a:lnTo>
                  <a:lnTo>
                    <a:pt x="827032" y="5294462"/>
                  </a:lnTo>
                  <a:lnTo>
                    <a:pt x="827315" y="5294462"/>
                  </a:lnTo>
                  <a:lnTo>
                    <a:pt x="827409" y="5294462"/>
                  </a:lnTo>
                  <a:lnTo>
                    <a:pt x="827503" y="5294462"/>
                  </a:lnTo>
                  <a:lnTo>
                    <a:pt x="827597" y="5294462"/>
                  </a:lnTo>
                  <a:lnTo>
                    <a:pt x="827691" y="5294462"/>
                  </a:lnTo>
                  <a:lnTo>
                    <a:pt x="827786" y="5294462"/>
                  </a:lnTo>
                  <a:lnTo>
                    <a:pt x="827974" y="5294462"/>
                  </a:lnTo>
                  <a:lnTo>
                    <a:pt x="828162" y="5294462"/>
                  </a:lnTo>
                  <a:lnTo>
                    <a:pt x="828256" y="5294462"/>
                  </a:lnTo>
                  <a:lnTo>
                    <a:pt x="828350" y="5294462"/>
                  </a:lnTo>
                  <a:lnTo>
                    <a:pt x="828445" y="5294462"/>
                  </a:lnTo>
                  <a:lnTo>
                    <a:pt x="828821" y="5294462"/>
                  </a:lnTo>
                  <a:lnTo>
                    <a:pt x="828915" y="5294462"/>
                  </a:lnTo>
                  <a:lnTo>
                    <a:pt x="829104" y="5294462"/>
                  </a:lnTo>
                  <a:lnTo>
                    <a:pt x="829198" y="5294462"/>
                  </a:lnTo>
                  <a:lnTo>
                    <a:pt x="829292" y="5294462"/>
                  </a:lnTo>
                  <a:lnTo>
                    <a:pt x="829386" y="5294462"/>
                  </a:lnTo>
                  <a:lnTo>
                    <a:pt x="829480" y="5294462"/>
                  </a:lnTo>
                  <a:lnTo>
                    <a:pt x="829574" y="5294462"/>
                  </a:lnTo>
                  <a:lnTo>
                    <a:pt x="829669" y="5294462"/>
                  </a:lnTo>
                  <a:lnTo>
                    <a:pt x="829763" y="5294462"/>
                  </a:lnTo>
                  <a:lnTo>
                    <a:pt x="829857" y="5294462"/>
                  </a:lnTo>
                  <a:lnTo>
                    <a:pt x="829951" y="5294462"/>
                  </a:lnTo>
                  <a:lnTo>
                    <a:pt x="830045" y="5294462"/>
                  </a:lnTo>
                  <a:lnTo>
                    <a:pt x="830139" y="5294462"/>
                  </a:lnTo>
                  <a:lnTo>
                    <a:pt x="830234" y="5294462"/>
                  </a:lnTo>
                  <a:lnTo>
                    <a:pt x="830422" y="5294462"/>
                  </a:lnTo>
                  <a:lnTo>
                    <a:pt x="830516" y="5294462"/>
                  </a:lnTo>
                  <a:lnTo>
                    <a:pt x="830610" y="5294462"/>
                  </a:lnTo>
                  <a:lnTo>
                    <a:pt x="830704" y="5289550"/>
                  </a:lnTo>
                  <a:lnTo>
                    <a:pt x="830798" y="5289550"/>
                  </a:lnTo>
                  <a:lnTo>
                    <a:pt x="830893" y="5289550"/>
                  </a:lnTo>
                  <a:lnTo>
                    <a:pt x="830987" y="5289550"/>
                  </a:lnTo>
                  <a:lnTo>
                    <a:pt x="831081" y="5289550"/>
                  </a:lnTo>
                  <a:lnTo>
                    <a:pt x="831175" y="5289550"/>
                  </a:lnTo>
                  <a:lnTo>
                    <a:pt x="831269" y="5289550"/>
                  </a:lnTo>
                  <a:lnTo>
                    <a:pt x="831457" y="5289550"/>
                  </a:lnTo>
                  <a:lnTo>
                    <a:pt x="831552" y="5289550"/>
                  </a:lnTo>
                  <a:lnTo>
                    <a:pt x="831646" y="5289550"/>
                  </a:lnTo>
                  <a:lnTo>
                    <a:pt x="831740" y="5289550"/>
                  </a:lnTo>
                  <a:lnTo>
                    <a:pt x="831834" y="5289550"/>
                  </a:lnTo>
                  <a:lnTo>
                    <a:pt x="831928" y="5289550"/>
                  </a:lnTo>
                  <a:lnTo>
                    <a:pt x="832022" y="5289550"/>
                  </a:lnTo>
                  <a:lnTo>
                    <a:pt x="832117" y="5289550"/>
                  </a:lnTo>
                  <a:lnTo>
                    <a:pt x="832305" y="5289550"/>
                  </a:lnTo>
                  <a:lnTo>
                    <a:pt x="832399" y="5289550"/>
                  </a:lnTo>
                  <a:lnTo>
                    <a:pt x="832493" y="5289550"/>
                  </a:lnTo>
                  <a:lnTo>
                    <a:pt x="832587" y="5289550"/>
                  </a:lnTo>
                  <a:lnTo>
                    <a:pt x="832776" y="5289550"/>
                  </a:lnTo>
                  <a:lnTo>
                    <a:pt x="832870" y="5289550"/>
                  </a:lnTo>
                  <a:lnTo>
                    <a:pt x="833058" y="5289550"/>
                  </a:lnTo>
                  <a:lnTo>
                    <a:pt x="833246" y="5289550"/>
                  </a:lnTo>
                  <a:lnTo>
                    <a:pt x="833435" y="5289550"/>
                  </a:lnTo>
                  <a:lnTo>
                    <a:pt x="833529" y="5289550"/>
                  </a:lnTo>
                  <a:lnTo>
                    <a:pt x="833623" y="5289550"/>
                  </a:lnTo>
                  <a:lnTo>
                    <a:pt x="833717" y="5289550"/>
                  </a:lnTo>
                  <a:lnTo>
                    <a:pt x="834000" y="5289550"/>
                  </a:lnTo>
                  <a:lnTo>
                    <a:pt x="834094" y="5289550"/>
                  </a:lnTo>
                  <a:lnTo>
                    <a:pt x="834282" y="5289550"/>
                  </a:lnTo>
                  <a:lnTo>
                    <a:pt x="834376" y="5289550"/>
                  </a:lnTo>
                  <a:lnTo>
                    <a:pt x="834470" y="5289550"/>
                  </a:lnTo>
                  <a:lnTo>
                    <a:pt x="834753" y="5289550"/>
                  </a:lnTo>
                  <a:lnTo>
                    <a:pt x="834847" y="5289550"/>
                  </a:lnTo>
                  <a:lnTo>
                    <a:pt x="835035" y="5289550"/>
                  </a:lnTo>
                  <a:lnTo>
                    <a:pt x="835129" y="5289550"/>
                  </a:lnTo>
                  <a:lnTo>
                    <a:pt x="835412" y="5289550"/>
                  </a:lnTo>
                  <a:lnTo>
                    <a:pt x="835600" y="5289550"/>
                  </a:lnTo>
                  <a:lnTo>
                    <a:pt x="835788" y="5289550"/>
                  </a:lnTo>
                  <a:lnTo>
                    <a:pt x="835883" y="5289550"/>
                  </a:lnTo>
                  <a:lnTo>
                    <a:pt x="835977" y="5289550"/>
                  </a:lnTo>
                  <a:lnTo>
                    <a:pt x="836165" y="5289550"/>
                  </a:lnTo>
                  <a:lnTo>
                    <a:pt x="836259" y="5289550"/>
                  </a:lnTo>
                  <a:lnTo>
                    <a:pt x="836353" y="5289550"/>
                  </a:lnTo>
                  <a:lnTo>
                    <a:pt x="836448" y="5289550"/>
                  </a:lnTo>
                  <a:lnTo>
                    <a:pt x="836542" y="5289550"/>
                  </a:lnTo>
                  <a:lnTo>
                    <a:pt x="836636" y="5289550"/>
                  </a:lnTo>
                  <a:lnTo>
                    <a:pt x="836730" y="5289550"/>
                  </a:lnTo>
                  <a:lnTo>
                    <a:pt x="837012" y="5289550"/>
                  </a:lnTo>
                  <a:lnTo>
                    <a:pt x="837201" y="5284639"/>
                  </a:lnTo>
                  <a:lnTo>
                    <a:pt x="837295" y="5284639"/>
                  </a:lnTo>
                  <a:lnTo>
                    <a:pt x="837483" y="5284639"/>
                  </a:lnTo>
                  <a:lnTo>
                    <a:pt x="837577" y="5284639"/>
                  </a:lnTo>
                  <a:lnTo>
                    <a:pt x="837860" y="5284639"/>
                  </a:lnTo>
                  <a:lnTo>
                    <a:pt x="837954" y="5284639"/>
                  </a:lnTo>
                  <a:lnTo>
                    <a:pt x="838048" y="5284639"/>
                  </a:lnTo>
                  <a:lnTo>
                    <a:pt x="838142" y="5284639"/>
                  </a:lnTo>
                  <a:lnTo>
                    <a:pt x="838331" y="5284639"/>
                  </a:lnTo>
                  <a:lnTo>
                    <a:pt x="838519" y="5284639"/>
                  </a:lnTo>
                  <a:lnTo>
                    <a:pt x="838613" y="5284639"/>
                  </a:lnTo>
                  <a:lnTo>
                    <a:pt x="838707" y="5284639"/>
                  </a:lnTo>
                  <a:lnTo>
                    <a:pt x="838896" y="5284639"/>
                  </a:lnTo>
                  <a:lnTo>
                    <a:pt x="839084" y="5284639"/>
                  </a:lnTo>
                  <a:lnTo>
                    <a:pt x="839178" y="5284639"/>
                  </a:lnTo>
                  <a:lnTo>
                    <a:pt x="839460" y="5284639"/>
                  </a:lnTo>
                  <a:lnTo>
                    <a:pt x="839555" y="5284639"/>
                  </a:lnTo>
                  <a:lnTo>
                    <a:pt x="839649" y="5284639"/>
                  </a:lnTo>
                  <a:lnTo>
                    <a:pt x="839743" y="5284639"/>
                  </a:lnTo>
                  <a:lnTo>
                    <a:pt x="840025" y="5284639"/>
                  </a:lnTo>
                  <a:lnTo>
                    <a:pt x="840119" y="5284639"/>
                  </a:lnTo>
                  <a:lnTo>
                    <a:pt x="840214" y="5284639"/>
                  </a:lnTo>
                  <a:lnTo>
                    <a:pt x="840308" y="5284639"/>
                  </a:lnTo>
                  <a:lnTo>
                    <a:pt x="840402" y="5284639"/>
                  </a:lnTo>
                  <a:lnTo>
                    <a:pt x="840496" y="5284639"/>
                  </a:lnTo>
                  <a:lnTo>
                    <a:pt x="840590" y="5284639"/>
                  </a:lnTo>
                  <a:lnTo>
                    <a:pt x="840684" y="5284639"/>
                  </a:lnTo>
                  <a:lnTo>
                    <a:pt x="840779" y="5284639"/>
                  </a:lnTo>
                  <a:lnTo>
                    <a:pt x="840873" y="5284639"/>
                  </a:lnTo>
                  <a:lnTo>
                    <a:pt x="840967" y="5284639"/>
                  </a:lnTo>
                  <a:lnTo>
                    <a:pt x="841061" y="5284639"/>
                  </a:lnTo>
                  <a:lnTo>
                    <a:pt x="841155" y="5284639"/>
                  </a:lnTo>
                  <a:lnTo>
                    <a:pt x="841249" y="5284639"/>
                  </a:lnTo>
                  <a:lnTo>
                    <a:pt x="841626" y="5284639"/>
                  </a:lnTo>
                  <a:lnTo>
                    <a:pt x="841720" y="5284639"/>
                  </a:lnTo>
                  <a:lnTo>
                    <a:pt x="841814" y="5284639"/>
                  </a:lnTo>
                  <a:lnTo>
                    <a:pt x="841908" y="5284639"/>
                  </a:lnTo>
                  <a:lnTo>
                    <a:pt x="842003" y="5284639"/>
                  </a:lnTo>
                  <a:lnTo>
                    <a:pt x="842097" y="5284639"/>
                  </a:lnTo>
                  <a:lnTo>
                    <a:pt x="842191" y="5284639"/>
                  </a:lnTo>
                  <a:lnTo>
                    <a:pt x="842285" y="5284639"/>
                  </a:lnTo>
                  <a:lnTo>
                    <a:pt x="842379" y="5284639"/>
                  </a:lnTo>
                  <a:lnTo>
                    <a:pt x="842567" y="5284639"/>
                  </a:lnTo>
                  <a:lnTo>
                    <a:pt x="842662" y="5284639"/>
                  </a:lnTo>
                  <a:lnTo>
                    <a:pt x="842756" y="5284639"/>
                  </a:lnTo>
                  <a:lnTo>
                    <a:pt x="842850" y="5284639"/>
                  </a:lnTo>
                  <a:lnTo>
                    <a:pt x="842944" y="5284639"/>
                  </a:lnTo>
                  <a:lnTo>
                    <a:pt x="843038" y="5284639"/>
                  </a:lnTo>
                  <a:lnTo>
                    <a:pt x="843132" y="5284639"/>
                  </a:lnTo>
                  <a:lnTo>
                    <a:pt x="843227" y="5284639"/>
                  </a:lnTo>
                  <a:lnTo>
                    <a:pt x="843321" y="5284639"/>
                  </a:lnTo>
                  <a:lnTo>
                    <a:pt x="843415" y="5284639"/>
                  </a:lnTo>
                  <a:lnTo>
                    <a:pt x="843509" y="5284639"/>
                  </a:lnTo>
                  <a:lnTo>
                    <a:pt x="843603" y="5284639"/>
                  </a:lnTo>
                  <a:lnTo>
                    <a:pt x="843697" y="5284639"/>
                  </a:lnTo>
                  <a:lnTo>
                    <a:pt x="843697" y="5279728"/>
                  </a:lnTo>
                  <a:lnTo>
                    <a:pt x="843791" y="5279728"/>
                  </a:lnTo>
                  <a:lnTo>
                    <a:pt x="843980" y="5279728"/>
                  </a:lnTo>
                  <a:lnTo>
                    <a:pt x="844074" y="5279728"/>
                  </a:lnTo>
                  <a:lnTo>
                    <a:pt x="844168" y="5279728"/>
                  </a:lnTo>
                  <a:lnTo>
                    <a:pt x="844262" y="5279728"/>
                  </a:lnTo>
                  <a:lnTo>
                    <a:pt x="844356" y="5279728"/>
                  </a:lnTo>
                  <a:lnTo>
                    <a:pt x="844545" y="5279728"/>
                  </a:lnTo>
                  <a:lnTo>
                    <a:pt x="844733" y="5279728"/>
                  </a:lnTo>
                  <a:lnTo>
                    <a:pt x="844827" y="5279728"/>
                  </a:lnTo>
                  <a:lnTo>
                    <a:pt x="844921" y="5279728"/>
                  </a:lnTo>
                  <a:lnTo>
                    <a:pt x="845015" y="5279728"/>
                  </a:lnTo>
                  <a:lnTo>
                    <a:pt x="845110" y="5279728"/>
                  </a:lnTo>
                  <a:lnTo>
                    <a:pt x="845392" y="5279728"/>
                  </a:lnTo>
                  <a:lnTo>
                    <a:pt x="845674" y="5279728"/>
                  </a:lnTo>
                  <a:lnTo>
                    <a:pt x="845957" y="5279728"/>
                  </a:lnTo>
                  <a:lnTo>
                    <a:pt x="846051" y="5279728"/>
                  </a:lnTo>
                  <a:lnTo>
                    <a:pt x="846145" y="5279728"/>
                  </a:lnTo>
                  <a:lnTo>
                    <a:pt x="846710" y="5279728"/>
                  </a:lnTo>
                  <a:lnTo>
                    <a:pt x="846804" y="5279728"/>
                  </a:lnTo>
                  <a:lnTo>
                    <a:pt x="846993" y="5279728"/>
                  </a:lnTo>
                  <a:lnTo>
                    <a:pt x="847275" y="5279728"/>
                  </a:lnTo>
                  <a:lnTo>
                    <a:pt x="847463" y="5279728"/>
                  </a:lnTo>
                  <a:lnTo>
                    <a:pt x="847840" y="5279728"/>
                  </a:lnTo>
                  <a:lnTo>
                    <a:pt x="847934" y="5279728"/>
                  </a:lnTo>
                  <a:lnTo>
                    <a:pt x="848217" y="5279728"/>
                  </a:lnTo>
                  <a:lnTo>
                    <a:pt x="848311" y="5279728"/>
                  </a:lnTo>
                  <a:lnTo>
                    <a:pt x="848499" y="5279728"/>
                  </a:lnTo>
                  <a:lnTo>
                    <a:pt x="848687" y="5279728"/>
                  </a:lnTo>
                  <a:lnTo>
                    <a:pt x="849158" y="5279728"/>
                  </a:lnTo>
                  <a:lnTo>
                    <a:pt x="849535" y="5279728"/>
                  </a:lnTo>
                  <a:lnTo>
                    <a:pt x="849629" y="5279728"/>
                  </a:lnTo>
                  <a:lnTo>
                    <a:pt x="849817" y="5279728"/>
                  </a:lnTo>
                  <a:lnTo>
                    <a:pt x="849911" y="5279728"/>
                  </a:lnTo>
                  <a:lnTo>
                    <a:pt x="850005" y="5279728"/>
                  </a:lnTo>
                  <a:lnTo>
                    <a:pt x="850100" y="5279728"/>
                  </a:lnTo>
                  <a:lnTo>
                    <a:pt x="850194" y="5279728"/>
                  </a:lnTo>
                  <a:lnTo>
                    <a:pt x="850382" y="5279728"/>
                  </a:lnTo>
                  <a:lnTo>
                    <a:pt x="850476" y="5279728"/>
                  </a:lnTo>
                  <a:lnTo>
                    <a:pt x="850665" y="5279728"/>
                  </a:lnTo>
                  <a:lnTo>
                    <a:pt x="850759" y="5279728"/>
                  </a:lnTo>
                  <a:lnTo>
                    <a:pt x="850947" y="5279728"/>
                  </a:lnTo>
                  <a:lnTo>
                    <a:pt x="851041" y="5279728"/>
                  </a:lnTo>
                  <a:lnTo>
                    <a:pt x="851135" y="5279728"/>
                  </a:lnTo>
                  <a:lnTo>
                    <a:pt x="851229" y="5279728"/>
                  </a:lnTo>
                  <a:lnTo>
                    <a:pt x="851418" y="5279728"/>
                  </a:lnTo>
                  <a:lnTo>
                    <a:pt x="851512" y="5279728"/>
                  </a:lnTo>
                  <a:lnTo>
                    <a:pt x="851606" y="5279728"/>
                  </a:lnTo>
                  <a:lnTo>
                    <a:pt x="851794" y="5279728"/>
                  </a:lnTo>
                  <a:lnTo>
                    <a:pt x="851889" y="5279728"/>
                  </a:lnTo>
                  <a:lnTo>
                    <a:pt x="852077" y="5279728"/>
                  </a:lnTo>
                  <a:lnTo>
                    <a:pt x="852171" y="5279728"/>
                  </a:lnTo>
                  <a:lnTo>
                    <a:pt x="852265" y="5279728"/>
                  </a:lnTo>
                  <a:lnTo>
                    <a:pt x="852548" y="5279728"/>
                  </a:lnTo>
                  <a:lnTo>
                    <a:pt x="852642" y="5279728"/>
                  </a:lnTo>
                  <a:lnTo>
                    <a:pt x="852736" y="5279728"/>
                  </a:lnTo>
                  <a:lnTo>
                    <a:pt x="852830" y="5279728"/>
                  </a:lnTo>
                  <a:lnTo>
                    <a:pt x="852924" y="5279728"/>
                  </a:lnTo>
                  <a:lnTo>
                    <a:pt x="853018" y="5279728"/>
                  </a:lnTo>
                  <a:lnTo>
                    <a:pt x="853112" y="5279728"/>
                  </a:lnTo>
                  <a:lnTo>
                    <a:pt x="853301" y="5279728"/>
                  </a:lnTo>
                  <a:lnTo>
                    <a:pt x="853395" y="5279728"/>
                  </a:lnTo>
                  <a:lnTo>
                    <a:pt x="853489" y="5279728"/>
                  </a:lnTo>
                  <a:lnTo>
                    <a:pt x="853583" y="5279728"/>
                  </a:lnTo>
                  <a:lnTo>
                    <a:pt x="853677" y="5279728"/>
                  </a:lnTo>
                  <a:lnTo>
                    <a:pt x="853772" y="5279728"/>
                  </a:lnTo>
                  <a:lnTo>
                    <a:pt x="853866" y="5279728"/>
                  </a:lnTo>
                  <a:lnTo>
                    <a:pt x="853960" y="5279728"/>
                  </a:lnTo>
                  <a:lnTo>
                    <a:pt x="854054" y="5279728"/>
                  </a:lnTo>
                  <a:lnTo>
                    <a:pt x="854242" y="5279728"/>
                  </a:lnTo>
                  <a:lnTo>
                    <a:pt x="854336" y="5279728"/>
                  </a:lnTo>
                  <a:lnTo>
                    <a:pt x="854431" y="5279728"/>
                  </a:lnTo>
                  <a:lnTo>
                    <a:pt x="854525" y="5279728"/>
                  </a:lnTo>
                  <a:lnTo>
                    <a:pt x="854713" y="5279728"/>
                  </a:lnTo>
                  <a:lnTo>
                    <a:pt x="854996" y="5279728"/>
                  </a:lnTo>
                  <a:lnTo>
                    <a:pt x="855090" y="5279728"/>
                  </a:lnTo>
                  <a:lnTo>
                    <a:pt x="855090" y="5274816"/>
                  </a:lnTo>
                  <a:lnTo>
                    <a:pt x="855184" y="5274816"/>
                  </a:lnTo>
                  <a:lnTo>
                    <a:pt x="855278" y="5274816"/>
                  </a:lnTo>
                  <a:lnTo>
                    <a:pt x="855372" y="5274816"/>
                  </a:lnTo>
                  <a:lnTo>
                    <a:pt x="858479" y="5264993"/>
                  </a:lnTo>
                  <a:lnTo>
                    <a:pt x="858573" y="5264993"/>
                  </a:lnTo>
                  <a:lnTo>
                    <a:pt x="858667" y="5264993"/>
                  </a:lnTo>
                  <a:lnTo>
                    <a:pt x="858762" y="5264993"/>
                  </a:lnTo>
                  <a:lnTo>
                    <a:pt x="858856" y="5264993"/>
                  </a:lnTo>
                  <a:lnTo>
                    <a:pt x="858950" y="5264993"/>
                  </a:lnTo>
                  <a:lnTo>
                    <a:pt x="859138" y="5264993"/>
                  </a:lnTo>
                  <a:lnTo>
                    <a:pt x="859232" y="5264993"/>
                  </a:lnTo>
                  <a:lnTo>
                    <a:pt x="859327" y="5264993"/>
                  </a:lnTo>
                  <a:lnTo>
                    <a:pt x="859609" y="5264993"/>
                  </a:lnTo>
                  <a:lnTo>
                    <a:pt x="859703" y="5264993"/>
                  </a:lnTo>
                  <a:lnTo>
                    <a:pt x="859891" y="5264993"/>
                  </a:lnTo>
                  <a:lnTo>
                    <a:pt x="859986" y="5264993"/>
                  </a:lnTo>
                  <a:lnTo>
                    <a:pt x="860080" y="5264993"/>
                  </a:lnTo>
                  <a:lnTo>
                    <a:pt x="860174" y="5264993"/>
                  </a:lnTo>
                  <a:lnTo>
                    <a:pt x="860268" y="5264993"/>
                  </a:lnTo>
                  <a:lnTo>
                    <a:pt x="860362" y="5264993"/>
                  </a:lnTo>
                  <a:lnTo>
                    <a:pt x="860739" y="5264993"/>
                  </a:lnTo>
                  <a:lnTo>
                    <a:pt x="860833" y="5264993"/>
                  </a:lnTo>
                  <a:lnTo>
                    <a:pt x="860927" y="5264993"/>
                  </a:lnTo>
                  <a:lnTo>
                    <a:pt x="861021" y="5264993"/>
                  </a:lnTo>
                  <a:lnTo>
                    <a:pt x="861115" y="5264993"/>
                  </a:lnTo>
                  <a:lnTo>
                    <a:pt x="861210" y="5264993"/>
                  </a:lnTo>
                  <a:lnTo>
                    <a:pt x="861398" y="5264993"/>
                  </a:lnTo>
                  <a:lnTo>
                    <a:pt x="861492" y="5264993"/>
                  </a:lnTo>
                  <a:lnTo>
                    <a:pt x="861586" y="5264993"/>
                  </a:lnTo>
                  <a:lnTo>
                    <a:pt x="861586" y="5260082"/>
                  </a:lnTo>
                  <a:lnTo>
                    <a:pt x="861774" y="5260082"/>
                  </a:lnTo>
                  <a:lnTo>
                    <a:pt x="861869" y="5260082"/>
                  </a:lnTo>
                  <a:lnTo>
                    <a:pt x="861963" y="5260082"/>
                  </a:lnTo>
                  <a:lnTo>
                    <a:pt x="862057" y="5260082"/>
                  </a:lnTo>
                  <a:lnTo>
                    <a:pt x="862151" y="5260082"/>
                  </a:lnTo>
                  <a:lnTo>
                    <a:pt x="862151" y="5255171"/>
                  </a:lnTo>
                  <a:lnTo>
                    <a:pt x="862339" y="5255171"/>
                  </a:lnTo>
                  <a:lnTo>
                    <a:pt x="862434" y="5255171"/>
                  </a:lnTo>
                  <a:lnTo>
                    <a:pt x="862622" y="5255171"/>
                  </a:lnTo>
                  <a:lnTo>
                    <a:pt x="862716" y="5255171"/>
                  </a:lnTo>
                  <a:lnTo>
                    <a:pt x="862810" y="5255171"/>
                  </a:lnTo>
                  <a:lnTo>
                    <a:pt x="862904" y="5255171"/>
                  </a:lnTo>
                  <a:lnTo>
                    <a:pt x="863187" y="5255171"/>
                  </a:lnTo>
                  <a:lnTo>
                    <a:pt x="863281" y="5255171"/>
                  </a:lnTo>
                  <a:lnTo>
                    <a:pt x="863375" y="5255171"/>
                  </a:lnTo>
                  <a:lnTo>
                    <a:pt x="863469" y="5255171"/>
                  </a:lnTo>
                  <a:lnTo>
                    <a:pt x="863563" y="5255171"/>
                  </a:lnTo>
                  <a:lnTo>
                    <a:pt x="863658" y="5255171"/>
                  </a:lnTo>
                  <a:lnTo>
                    <a:pt x="863846" y="5255171"/>
                  </a:lnTo>
                  <a:lnTo>
                    <a:pt x="863940" y="5255171"/>
                  </a:lnTo>
                  <a:lnTo>
                    <a:pt x="864128" y="5255171"/>
                  </a:lnTo>
                  <a:lnTo>
                    <a:pt x="864222" y="5255171"/>
                  </a:lnTo>
                  <a:lnTo>
                    <a:pt x="864317" y="5255171"/>
                  </a:lnTo>
                  <a:lnTo>
                    <a:pt x="864411" y="5255171"/>
                  </a:lnTo>
                  <a:lnTo>
                    <a:pt x="864505" y="5255171"/>
                  </a:lnTo>
                  <a:lnTo>
                    <a:pt x="864787" y="5255171"/>
                  </a:lnTo>
                  <a:lnTo>
                    <a:pt x="865070" y="5255171"/>
                  </a:lnTo>
                  <a:lnTo>
                    <a:pt x="865164" y="5255171"/>
                  </a:lnTo>
                  <a:lnTo>
                    <a:pt x="865258" y="5255171"/>
                  </a:lnTo>
                  <a:lnTo>
                    <a:pt x="865446" y="5255171"/>
                  </a:lnTo>
                  <a:lnTo>
                    <a:pt x="865541" y="5255171"/>
                  </a:lnTo>
                  <a:lnTo>
                    <a:pt x="865635" y="5255171"/>
                  </a:lnTo>
                  <a:lnTo>
                    <a:pt x="865729" y="5255171"/>
                  </a:lnTo>
                  <a:lnTo>
                    <a:pt x="865917" y="5255171"/>
                  </a:lnTo>
                  <a:lnTo>
                    <a:pt x="866011" y="5255171"/>
                  </a:lnTo>
                  <a:lnTo>
                    <a:pt x="866105" y="5250259"/>
                  </a:lnTo>
                  <a:lnTo>
                    <a:pt x="866200" y="5250259"/>
                  </a:lnTo>
                  <a:lnTo>
                    <a:pt x="866388" y="5250259"/>
                  </a:lnTo>
                  <a:lnTo>
                    <a:pt x="866482" y="5250259"/>
                  </a:lnTo>
                  <a:lnTo>
                    <a:pt x="866670" y="5250259"/>
                  </a:lnTo>
                  <a:lnTo>
                    <a:pt x="866765" y="5250259"/>
                  </a:lnTo>
                  <a:lnTo>
                    <a:pt x="866859" y="5250259"/>
                  </a:lnTo>
                  <a:lnTo>
                    <a:pt x="866953" y="5245348"/>
                  </a:lnTo>
                  <a:lnTo>
                    <a:pt x="867047" y="5240437"/>
                  </a:lnTo>
                  <a:lnTo>
                    <a:pt x="867235" y="5240437"/>
                  </a:lnTo>
                  <a:lnTo>
                    <a:pt x="867235" y="5235525"/>
                  </a:lnTo>
                  <a:lnTo>
                    <a:pt x="867329" y="5235525"/>
                  </a:lnTo>
                  <a:lnTo>
                    <a:pt x="867424" y="5235525"/>
                  </a:lnTo>
                  <a:lnTo>
                    <a:pt x="867612" y="5235525"/>
                  </a:lnTo>
                  <a:lnTo>
                    <a:pt x="867800" y="5235525"/>
                  </a:lnTo>
                  <a:lnTo>
                    <a:pt x="867989" y="5235525"/>
                  </a:lnTo>
                  <a:lnTo>
                    <a:pt x="868177" y="5235525"/>
                  </a:lnTo>
                  <a:lnTo>
                    <a:pt x="868271" y="5235525"/>
                  </a:lnTo>
                  <a:lnTo>
                    <a:pt x="868365" y="5235525"/>
                  </a:lnTo>
                  <a:lnTo>
                    <a:pt x="868459" y="5235525"/>
                  </a:lnTo>
                  <a:lnTo>
                    <a:pt x="868553" y="5235525"/>
                  </a:lnTo>
                  <a:lnTo>
                    <a:pt x="868648" y="5235525"/>
                  </a:lnTo>
                  <a:lnTo>
                    <a:pt x="868742" y="5235525"/>
                  </a:lnTo>
                  <a:lnTo>
                    <a:pt x="868930" y="5230614"/>
                  </a:lnTo>
                  <a:lnTo>
                    <a:pt x="869024" y="5230614"/>
                  </a:lnTo>
                  <a:lnTo>
                    <a:pt x="869118" y="5230614"/>
                  </a:lnTo>
                  <a:lnTo>
                    <a:pt x="869213" y="5230614"/>
                  </a:lnTo>
                  <a:lnTo>
                    <a:pt x="869307" y="5230614"/>
                  </a:lnTo>
                  <a:lnTo>
                    <a:pt x="869401" y="5230614"/>
                  </a:lnTo>
                  <a:lnTo>
                    <a:pt x="869495" y="5230614"/>
                  </a:lnTo>
                  <a:lnTo>
                    <a:pt x="869589" y="5230614"/>
                  </a:lnTo>
                  <a:lnTo>
                    <a:pt x="869683" y="5230614"/>
                  </a:lnTo>
                  <a:lnTo>
                    <a:pt x="869777" y="5230614"/>
                  </a:lnTo>
                  <a:lnTo>
                    <a:pt x="869872" y="5230614"/>
                  </a:lnTo>
                  <a:lnTo>
                    <a:pt x="870248" y="5230614"/>
                  </a:lnTo>
                  <a:lnTo>
                    <a:pt x="870342" y="5230614"/>
                  </a:lnTo>
                  <a:lnTo>
                    <a:pt x="870436" y="5230614"/>
                  </a:lnTo>
                  <a:lnTo>
                    <a:pt x="870719" y="5230614"/>
                  </a:lnTo>
                  <a:lnTo>
                    <a:pt x="870907" y="5230614"/>
                  </a:lnTo>
                  <a:lnTo>
                    <a:pt x="871001" y="5230614"/>
                  </a:lnTo>
                  <a:lnTo>
                    <a:pt x="871284" y="5230614"/>
                  </a:lnTo>
                  <a:lnTo>
                    <a:pt x="871755" y="5230614"/>
                  </a:lnTo>
                  <a:lnTo>
                    <a:pt x="871849" y="5230614"/>
                  </a:lnTo>
                  <a:lnTo>
                    <a:pt x="872037" y="5230614"/>
                  </a:lnTo>
                  <a:lnTo>
                    <a:pt x="872131" y="5230614"/>
                  </a:lnTo>
                  <a:lnTo>
                    <a:pt x="872225" y="5230614"/>
                  </a:lnTo>
                  <a:lnTo>
                    <a:pt x="872320" y="5230614"/>
                  </a:lnTo>
                  <a:lnTo>
                    <a:pt x="872414" y="5225702"/>
                  </a:lnTo>
                  <a:lnTo>
                    <a:pt x="872508" y="5225702"/>
                  </a:lnTo>
                  <a:lnTo>
                    <a:pt x="872790" y="5225702"/>
                  </a:lnTo>
                  <a:lnTo>
                    <a:pt x="872884" y="5225702"/>
                  </a:lnTo>
                  <a:lnTo>
                    <a:pt x="872979" y="5225702"/>
                  </a:lnTo>
                  <a:lnTo>
                    <a:pt x="873073" y="5225702"/>
                  </a:lnTo>
                  <a:lnTo>
                    <a:pt x="873261" y="5225702"/>
                  </a:lnTo>
                  <a:lnTo>
                    <a:pt x="873449" y="5225702"/>
                  </a:lnTo>
                  <a:lnTo>
                    <a:pt x="873732" y="5225702"/>
                  </a:lnTo>
                  <a:lnTo>
                    <a:pt x="873920" y="5225702"/>
                  </a:lnTo>
                  <a:lnTo>
                    <a:pt x="874203" y="5225702"/>
                  </a:lnTo>
                  <a:lnTo>
                    <a:pt x="874485" y="5225702"/>
                  </a:lnTo>
                  <a:lnTo>
                    <a:pt x="874673" y="5225702"/>
                  </a:lnTo>
                  <a:lnTo>
                    <a:pt x="874767" y="5225702"/>
                  </a:lnTo>
                  <a:lnTo>
                    <a:pt x="874862" y="5225702"/>
                  </a:lnTo>
                  <a:lnTo>
                    <a:pt x="874956" y="5225702"/>
                  </a:lnTo>
                  <a:lnTo>
                    <a:pt x="875144" y="5225702"/>
                  </a:lnTo>
                  <a:lnTo>
                    <a:pt x="875332" y="5225702"/>
                  </a:lnTo>
                  <a:lnTo>
                    <a:pt x="875615" y="5225702"/>
                  </a:lnTo>
                  <a:lnTo>
                    <a:pt x="875709" y="5225702"/>
                  </a:lnTo>
                  <a:lnTo>
                    <a:pt x="875897" y="5225702"/>
                  </a:lnTo>
                  <a:lnTo>
                    <a:pt x="875991" y="5225702"/>
                  </a:lnTo>
                  <a:lnTo>
                    <a:pt x="876368" y="5225702"/>
                  </a:lnTo>
                  <a:lnTo>
                    <a:pt x="876651" y="5225702"/>
                  </a:lnTo>
                  <a:lnTo>
                    <a:pt x="876745" y="5225702"/>
                  </a:lnTo>
                  <a:lnTo>
                    <a:pt x="876839" y="5225702"/>
                  </a:lnTo>
                  <a:lnTo>
                    <a:pt x="876933" y="5225702"/>
                  </a:lnTo>
                  <a:lnTo>
                    <a:pt x="877027" y="5225702"/>
                  </a:lnTo>
                  <a:lnTo>
                    <a:pt x="877121" y="5225702"/>
                  </a:lnTo>
                  <a:lnTo>
                    <a:pt x="877215" y="5225702"/>
                  </a:lnTo>
                  <a:lnTo>
                    <a:pt x="877310" y="5225702"/>
                  </a:lnTo>
                  <a:lnTo>
                    <a:pt x="877498" y="5225702"/>
                  </a:lnTo>
                  <a:lnTo>
                    <a:pt x="877592" y="5225702"/>
                  </a:lnTo>
                  <a:lnTo>
                    <a:pt x="877686" y="5225702"/>
                  </a:lnTo>
                  <a:lnTo>
                    <a:pt x="877780" y="5225702"/>
                  </a:lnTo>
                  <a:lnTo>
                    <a:pt x="877875" y="5225702"/>
                  </a:lnTo>
                  <a:lnTo>
                    <a:pt x="878063" y="5225702"/>
                  </a:lnTo>
                  <a:lnTo>
                    <a:pt x="878251" y="5225702"/>
                  </a:lnTo>
                  <a:lnTo>
                    <a:pt x="878439" y="5225702"/>
                  </a:lnTo>
                  <a:lnTo>
                    <a:pt x="878534" y="5225702"/>
                  </a:lnTo>
                  <a:lnTo>
                    <a:pt x="878628" y="5225702"/>
                  </a:lnTo>
                  <a:lnTo>
                    <a:pt x="878722" y="5225702"/>
                  </a:lnTo>
                  <a:lnTo>
                    <a:pt x="878910" y="5225702"/>
                  </a:lnTo>
                  <a:lnTo>
                    <a:pt x="879004" y="5220791"/>
                  </a:lnTo>
                  <a:lnTo>
                    <a:pt x="879193" y="5220791"/>
                  </a:lnTo>
                  <a:lnTo>
                    <a:pt x="879287" y="5220791"/>
                  </a:lnTo>
                  <a:lnTo>
                    <a:pt x="879475" y="5220791"/>
                  </a:lnTo>
                  <a:lnTo>
                    <a:pt x="879569" y="5220791"/>
                  </a:lnTo>
                  <a:lnTo>
                    <a:pt x="879663" y="5220791"/>
                  </a:lnTo>
                  <a:lnTo>
                    <a:pt x="879852" y="5220791"/>
                  </a:lnTo>
                  <a:lnTo>
                    <a:pt x="879946" y="5220791"/>
                  </a:lnTo>
                  <a:lnTo>
                    <a:pt x="880040" y="5220791"/>
                  </a:lnTo>
                  <a:lnTo>
                    <a:pt x="880228" y="5220791"/>
                  </a:lnTo>
                  <a:lnTo>
                    <a:pt x="880417" y="5220791"/>
                  </a:lnTo>
                  <a:lnTo>
                    <a:pt x="880511" y="5220791"/>
                  </a:lnTo>
                  <a:lnTo>
                    <a:pt x="880605" y="5220791"/>
                  </a:lnTo>
                  <a:lnTo>
                    <a:pt x="880982" y="5220791"/>
                  </a:lnTo>
                  <a:lnTo>
                    <a:pt x="881076" y="5220791"/>
                  </a:lnTo>
                  <a:lnTo>
                    <a:pt x="881170" y="5220791"/>
                  </a:lnTo>
                  <a:lnTo>
                    <a:pt x="881170" y="5215880"/>
                  </a:lnTo>
                  <a:lnTo>
                    <a:pt x="881264" y="5215880"/>
                  </a:lnTo>
                  <a:lnTo>
                    <a:pt x="881358" y="5215880"/>
                  </a:lnTo>
                  <a:lnTo>
                    <a:pt x="881452" y="5215880"/>
                  </a:lnTo>
                  <a:lnTo>
                    <a:pt x="881546" y="5215880"/>
                  </a:lnTo>
                  <a:lnTo>
                    <a:pt x="881735" y="5215880"/>
                  </a:lnTo>
                  <a:lnTo>
                    <a:pt x="881829" y="5215880"/>
                  </a:lnTo>
                  <a:lnTo>
                    <a:pt x="881923" y="5215880"/>
                  </a:lnTo>
                  <a:lnTo>
                    <a:pt x="882111" y="5215880"/>
                  </a:lnTo>
                  <a:lnTo>
                    <a:pt x="882300" y="5215880"/>
                  </a:lnTo>
                  <a:lnTo>
                    <a:pt x="882394" y="5210968"/>
                  </a:lnTo>
                  <a:lnTo>
                    <a:pt x="882394" y="5206057"/>
                  </a:lnTo>
                  <a:lnTo>
                    <a:pt x="882582" y="5206057"/>
                  </a:lnTo>
                  <a:lnTo>
                    <a:pt x="882959" y="5206057"/>
                  </a:lnTo>
                  <a:lnTo>
                    <a:pt x="883147" y="5206057"/>
                  </a:lnTo>
                  <a:lnTo>
                    <a:pt x="883241" y="5206057"/>
                  </a:lnTo>
                  <a:lnTo>
                    <a:pt x="883335" y="5206057"/>
                  </a:lnTo>
                  <a:lnTo>
                    <a:pt x="883524" y="5206057"/>
                  </a:lnTo>
                  <a:lnTo>
                    <a:pt x="883712" y="5206057"/>
                  </a:lnTo>
                  <a:lnTo>
                    <a:pt x="883806" y="5206057"/>
                  </a:lnTo>
                  <a:lnTo>
                    <a:pt x="883900" y="5206057"/>
                  </a:lnTo>
                  <a:lnTo>
                    <a:pt x="883994" y="5206057"/>
                  </a:lnTo>
                  <a:lnTo>
                    <a:pt x="884089" y="5206057"/>
                  </a:lnTo>
                  <a:lnTo>
                    <a:pt x="884183" y="5206057"/>
                  </a:lnTo>
                  <a:lnTo>
                    <a:pt x="884277" y="5206057"/>
                  </a:lnTo>
                  <a:lnTo>
                    <a:pt x="884559" y="5206057"/>
                  </a:lnTo>
                  <a:lnTo>
                    <a:pt x="884653" y="5206057"/>
                  </a:lnTo>
                  <a:lnTo>
                    <a:pt x="884842" y="5206057"/>
                  </a:lnTo>
                  <a:lnTo>
                    <a:pt x="885124" y="5206057"/>
                  </a:lnTo>
                  <a:lnTo>
                    <a:pt x="885124" y="5201146"/>
                  </a:lnTo>
                  <a:lnTo>
                    <a:pt x="885218" y="5201146"/>
                  </a:lnTo>
                  <a:lnTo>
                    <a:pt x="885313" y="5201146"/>
                  </a:lnTo>
                  <a:lnTo>
                    <a:pt x="885407" y="5201146"/>
                  </a:lnTo>
                  <a:lnTo>
                    <a:pt x="885501" y="5201146"/>
                  </a:lnTo>
                  <a:lnTo>
                    <a:pt x="885595" y="5201146"/>
                  </a:lnTo>
                  <a:lnTo>
                    <a:pt x="885689" y="5201146"/>
                  </a:lnTo>
                  <a:lnTo>
                    <a:pt x="885972" y="5201146"/>
                  </a:lnTo>
                  <a:lnTo>
                    <a:pt x="886066" y="5201146"/>
                  </a:lnTo>
                  <a:lnTo>
                    <a:pt x="886348" y="5201146"/>
                  </a:lnTo>
                  <a:lnTo>
                    <a:pt x="886442" y="5201146"/>
                  </a:lnTo>
                  <a:lnTo>
                    <a:pt x="886537" y="5201146"/>
                  </a:lnTo>
                  <a:lnTo>
                    <a:pt x="886631" y="5201146"/>
                  </a:lnTo>
                  <a:lnTo>
                    <a:pt x="886725" y="5201146"/>
                  </a:lnTo>
                  <a:lnTo>
                    <a:pt x="886913" y="5201146"/>
                  </a:lnTo>
                  <a:lnTo>
                    <a:pt x="887007" y="5201146"/>
                  </a:lnTo>
                  <a:lnTo>
                    <a:pt x="887101" y="5201146"/>
                  </a:lnTo>
                  <a:lnTo>
                    <a:pt x="887666" y="5201146"/>
                  </a:lnTo>
                  <a:lnTo>
                    <a:pt x="887760" y="5201146"/>
                  </a:lnTo>
                  <a:lnTo>
                    <a:pt x="887855" y="5201146"/>
                  </a:lnTo>
                  <a:lnTo>
                    <a:pt x="888043" y="5201146"/>
                  </a:lnTo>
                  <a:lnTo>
                    <a:pt x="888137" y="5201146"/>
                  </a:lnTo>
                  <a:lnTo>
                    <a:pt x="888231" y="5201146"/>
                  </a:lnTo>
                  <a:lnTo>
                    <a:pt x="888325" y="5201146"/>
                  </a:lnTo>
                  <a:lnTo>
                    <a:pt x="888420" y="5201146"/>
                  </a:lnTo>
                  <a:lnTo>
                    <a:pt x="888514" y="5201146"/>
                  </a:lnTo>
                  <a:lnTo>
                    <a:pt x="888608" y="5201146"/>
                  </a:lnTo>
                  <a:lnTo>
                    <a:pt x="888702" y="5201146"/>
                  </a:lnTo>
                  <a:lnTo>
                    <a:pt x="888796" y="5201146"/>
                  </a:lnTo>
                  <a:lnTo>
                    <a:pt x="888890" y="5201146"/>
                  </a:lnTo>
                  <a:lnTo>
                    <a:pt x="889079" y="5201146"/>
                  </a:lnTo>
                  <a:lnTo>
                    <a:pt x="889173" y="5191323"/>
                  </a:lnTo>
                  <a:lnTo>
                    <a:pt x="889267" y="5191323"/>
                  </a:lnTo>
                  <a:lnTo>
                    <a:pt x="889361" y="5191323"/>
                  </a:lnTo>
                  <a:lnTo>
                    <a:pt x="889455" y="5191323"/>
                  </a:lnTo>
                  <a:lnTo>
                    <a:pt x="889549" y="5191323"/>
                  </a:lnTo>
                  <a:lnTo>
                    <a:pt x="889738" y="5191323"/>
                  </a:lnTo>
                  <a:lnTo>
                    <a:pt x="889832" y="5191323"/>
                  </a:lnTo>
                  <a:lnTo>
                    <a:pt x="889926" y="5191323"/>
                  </a:lnTo>
                  <a:lnTo>
                    <a:pt x="890020" y="5191323"/>
                  </a:lnTo>
                  <a:lnTo>
                    <a:pt x="890114" y="5191323"/>
                  </a:lnTo>
                  <a:lnTo>
                    <a:pt x="890208" y="5191323"/>
                  </a:lnTo>
                  <a:lnTo>
                    <a:pt x="890303" y="5191323"/>
                  </a:lnTo>
                  <a:lnTo>
                    <a:pt x="890397" y="5191323"/>
                  </a:lnTo>
                  <a:lnTo>
                    <a:pt x="890773" y="5191323"/>
                  </a:lnTo>
                  <a:lnTo>
                    <a:pt x="890868" y="5191323"/>
                  </a:lnTo>
                  <a:lnTo>
                    <a:pt x="890962" y="5191323"/>
                  </a:lnTo>
                  <a:lnTo>
                    <a:pt x="891244" y="5191323"/>
                  </a:lnTo>
                  <a:lnTo>
                    <a:pt x="891621" y="5191323"/>
                  </a:lnTo>
                  <a:lnTo>
                    <a:pt x="891715" y="5191323"/>
                  </a:lnTo>
                  <a:lnTo>
                    <a:pt x="891809" y="5191323"/>
                  </a:lnTo>
                  <a:lnTo>
                    <a:pt x="891903" y="5191323"/>
                  </a:lnTo>
                  <a:lnTo>
                    <a:pt x="892091" y="5191323"/>
                  </a:lnTo>
                  <a:lnTo>
                    <a:pt x="892280" y="5191323"/>
                  </a:lnTo>
                  <a:lnTo>
                    <a:pt x="892468" y="5191323"/>
                  </a:lnTo>
                  <a:lnTo>
                    <a:pt x="892562" y="5191323"/>
                  </a:lnTo>
                  <a:lnTo>
                    <a:pt x="892656" y="5191323"/>
                  </a:lnTo>
                  <a:lnTo>
                    <a:pt x="892939" y="5191323"/>
                  </a:lnTo>
                  <a:lnTo>
                    <a:pt x="893127" y="5191323"/>
                  </a:lnTo>
                  <a:lnTo>
                    <a:pt x="893221" y="5191323"/>
                  </a:lnTo>
                  <a:lnTo>
                    <a:pt x="893315" y="5191323"/>
                  </a:lnTo>
                  <a:lnTo>
                    <a:pt x="893410" y="5191323"/>
                  </a:lnTo>
                  <a:lnTo>
                    <a:pt x="893504" y="5191323"/>
                  </a:lnTo>
                  <a:lnTo>
                    <a:pt x="893598" y="5191323"/>
                  </a:lnTo>
                  <a:lnTo>
                    <a:pt x="893975" y="5186411"/>
                  </a:lnTo>
                  <a:lnTo>
                    <a:pt x="894163" y="5186411"/>
                  </a:lnTo>
                  <a:lnTo>
                    <a:pt x="894257" y="5186411"/>
                  </a:lnTo>
                  <a:lnTo>
                    <a:pt x="894351" y="5186411"/>
                  </a:lnTo>
                  <a:lnTo>
                    <a:pt x="894445" y="5186411"/>
                  </a:lnTo>
                  <a:lnTo>
                    <a:pt x="894634" y="5186411"/>
                  </a:lnTo>
                  <a:lnTo>
                    <a:pt x="894728" y="5181500"/>
                  </a:lnTo>
                  <a:lnTo>
                    <a:pt x="894822" y="5181500"/>
                  </a:lnTo>
                  <a:lnTo>
                    <a:pt x="894916" y="5181500"/>
                  </a:lnTo>
                  <a:lnTo>
                    <a:pt x="895104" y="5181500"/>
                  </a:lnTo>
                  <a:lnTo>
                    <a:pt x="895669" y="5181500"/>
                  </a:lnTo>
                  <a:lnTo>
                    <a:pt x="895858" y="5181500"/>
                  </a:lnTo>
                  <a:lnTo>
                    <a:pt x="895952" y="5181500"/>
                  </a:lnTo>
                  <a:lnTo>
                    <a:pt x="896046" y="5181500"/>
                  </a:lnTo>
                  <a:lnTo>
                    <a:pt x="896328" y="5181500"/>
                  </a:lnTo>
                  <a:lnTo>
                    <a:pt x="896422" y="5181500"/>
                  </a:lnTo>
                  <a:lnTo>
                    <a:pt x="896611" y="5181500"/>
                  </a:lnTo>
                  <a:lnTo>
                    <a:pt x="896705" y="5181500"/>
                  </a:lnTo>
                  <a:lnTo>
                    <a:pt x="896799" y="5181500"/>
                  </a:lnTo>
                  <a:lnTo>
                    <a:pt x="896893" y="5181500"/>
                  </a:lnTo>
                  <a:lnTo>
                    <a:pt x="897082" y="5181500"/>
                  </a:lnTo>
                  <a:lnTo>
                    <a:pt x="897270" y="5181500"/>
                  </a:lnTo>
                  <a:lnTo>
                    <a:pt x="897458" y="5181500"/>
                  </a:lnTo>
                  <a:lnTo>
                    <a:pt x="897552" y="5181500"/>
                  </a:lnTo>
                  <a:lnTo>
                    <a:pt x="897646" y="5181500"/>
                  </a:lnTo>
                  <a:lnTo>
                    <a:pt x="897835" y="5181500"/>
                  </a:lnTo>
                  <a:lnTo>
                    <a:pt x="898023" y="5181500"/>
                  </a:lnTo>
                  <a:lnTo>
                    <a:pt x="898117" y="5181500"/>
                  </a:lnTo>
                  <a:lnTo>
                    <a:pt x="898211" y="5181500"/>
                  </a:lnTo>
                  <a:lnTo>
                    <a:pt x="898400" y="5181500"/>
                  </a:lnTo>
                  <a:lnTo>
                    <a:pt x="898400" y="5176589"/>
                  </a:lnTo>
                  <a:lnTo>
                    <a:pt x="898494" y="5176589"/>
                  </a:lnTo>
                  <a:lnTo>
                    <a:pt x="898588" y="5176589"/>
                  </a:lnTo>
                  <a:lnTo>
                    <a:pt x="898682" y="5176589"/>
                  </a:lnTo>
                  <a:lnTo>
                    <a:pt x="898965" y="5176589"/>
                  </a:lnTo>
                  <a:lnTo>
                    <a:pt x="899153" y="5176589"/>
                  </a:lnTo>
                  <a:lnTo>
                    <a:pt x="899341" y="5176589"/>
                  </a:lnTo>
                  <a:lnTo>
                    <a:pt x="899435" y="5176589"/>
                  </a:lnTo>
                  <a:lnTo>
                    <a:pt x="899530" y="5176589"/>
                  </a:lnTo>
                  <a:lnTo>
                    <a:pt x="899624" y="5176589"/>
                  </a:lnTo>
                  <a:lnTo>
                    <a:pt x="899624" y="5171677"/>
                  </a:lnTo>
                  <a:lnTo>
                    <a:pt x="899812" y="5171677"/>
                  </a:lnTo>
                  <a:lnTo>
                    <a:pt x="899906" y="5171677"/>
                  </a:lnTo>
                  <a:lnTo>
                    <a:pt x="900094" y="5171677"/>
                  </a:lnTo>
                  <a:lnTo>
                    <a:pt x="900189" y="5171677"/>
                  </a:lnTo>
                  <a:lnTo>
                    <a:pt x="900283" y="5171677"/>
                  </a:lnTo>
                  <a:lnTo>
                    <a:pt x="900377" y="5171677"/>
                  </a:lnTo>
                  <a:lnTo>
                    <a:pt x="900565" y="5171677"/>
                  </a:lnTo>
                  <a:lnTo>
                    <a:pt x="900659" y="5171677"/>
                  </a:lnTo>
                  <a:lnTo>
                    <a:pt x="900848" y="5171677"/>
                  </a:lnTo>
                  <a:lnTo>
                    <a:pt x="900942" y="5171677"/>
                  </a:lnTo>
                  <a:lnTo>
                    <a:pt x="901036" y="5171677"/>
                  </a:lnTo>
                  <a:lnTo>
                    <a:pt x="901224" y="5171677"/>
                  </a:lnTo>
                  <a:lnTo>
                    <a:pt x="901318" y="5171677"/>
                  </a:lnTo>
                  <a:lnTo>
                    <a:pt x="901413" y="5171677"/>
                  </a:lnTo>
                  <a:lnTo>
                    <a:pt x="901507" y="5171677"/>
                  </a:lnTo>
                  <a:lnTo>
                    <a:pt x="901695" y="5171677"/>
                  </a:lnTo>
                  <a:lnTo>
                    <a:pt x="901789" y="5171677"/>
                  </a:lnTo>
                  <a:lnTo>
                    <a:pt x="901883" y="5171677"/>
                  </a:lnTo>
                  <a:lnTo>
                    <a:pt x="901977" y="5171677"/>
                  </a:lnTo>
                  <a:lnTo>
                    <a:pt x="902072" y="5171677"/>
                  </a:lnTo>
                  <a:lnTo>
                    <a:pt x="902260" y="5171677"/>
                  </a:lnTo>
                  <a:lnTo>
                    <a:pt x="902354" y="5171677"/>
                  </a:lnTo>
                  <a:lnTo>
                    <a:pt x="902448" y="5171677"/>
                  </a:lnTo>
                  <a:lnTo>
                    <a:pt x="902637" y="5171677"/>
                  </a:lnTo>
                  <a:lnTo>
                    <a:pt x="903201" y="5171677"/>
                  </a:lnTo>
                  <a:lnTo>
                    <a:pt x="903296" y="5171677"/>
                  </a:lnTo>
                  <a:lnTo>
                    <a:pt x="903484" y="5171677"/>
                  </a:lnTo>
                  <a:lnTo>
                    <a:pt x="903578" y="5171677"/>
                  </a:lnTo>
                  <a:lnTo>
                    <a:pt x="903766" y="5171677"/>
                  </a:lnTo>
                  <a:lnTo>
                    <a:pt x="903861" y="5171677"/>
                  </a:lnTo>
                  <a:lnTo>
                    <a:pt x="903955" y="5171677"/>
                  </a:lnTo>
                  <a:lnTo>
                    <a:pt x="904049" y="5171677"/>
                  </a:lnTo>
                  <a:lnTo>
                    <a:pt x="904143" y="5171677"/>
                  </a:lnTo>
                  <a:lnTo>
                    <a:pt x="904331" y="5171677"/>
                  </a:lnTo>
                  <a:lnTo>
                    <a:pt x="904520" y="5166766"/>
                  </a:lnTo>
                  <a:lnTo>
                    <a:pt x="904614" y="5166766"/>
                  </a:lnTo>
                  <a:lnTo>
                    <a:pt x="904708" y="5166766"/>
                  </a:lnTo>
                  <a:lnTo>
                    <a:pt x="904896" y="5166766"/>
                  </a:lnTo>
                  <a:lnTo>
                    <a:pt x="904990" y="5166766"/>
                  </a:lnTo>
                  <a:lnTo>
                    <a:pt x="905179" y="5166766"/>
                  </a:lnTo>
                  <a:lnTo>
                    <a:pt x="905273" y="5166766"/>
                  </a:lnTo>
                  <a:lnTo>
                    <a:pt x="905367" y="5166766"/>
                  </a:lnTo>
                  <a:lnTo>
                    <a:pt x="905932" y="5166766"/>
                  </a:lnTo>
                  <a:lnTo>
                    <a:pt x="906026" y="5166766"/>
                  </a:lnTo>
                  <a:lnTo>
                    <a:pt x="906120" y="5166766"/>
                  </a:lnTo>
                  <a:lnTo>
                    <a:pt x="906308" y="5166766"/>
                  </a:lnTo>
                  <a:lnTo>
                    <a:pt x="906403" y="5166766"/>
                  </a:lnTo>
                  <a:lnTo>
                    <a:pt x="906591" y="5166766"/>
                  </a:lnTo>
                  <a:lnTo>
                    <a:pt x="906779" y="5166766"/>
                  </a:lnTo>
                  <a:lnTo>
                    <a:pt x="906968" y="5166766"/>
                  </a:lnTo>
                  <a:lnTo>
                    <a:pt x="907062" y="5166766"/>
                  </a:lnTo>
                  <a:lnTo>
                    <a:pt x="907344" y="5166766"/>
                  </a:lnTo>
                  <a:lnTo>
                    <a:pt x="907438" y="5166766"/>
                  </a:lnTo>
                  <a:lnTo>
                    <a:pt x="907532" y="5166766"/>
                  </a:lnTo>
                  <a:lnTo>
                    <a:pt x="907627" y="5166766"/>
                  </a:lnTo>
                  <a:lnTo>
                    <a:pt x="907721" y="5166766"/>
                  </a:lnTo>
                  <a:lnTo>
                    <a:pt x="907815" y="5166766"/>
                  </a:lnTo>
                  <a:lnTo>
                    <a:pt x="907909" y="5166766"/>
                  </a:lnTo>
                  <a:lnTo>
                    <a:pt x="908003" y="5161855"/>
                  </a:lnTo>
                  <a:lnTo>
                    <a:pt x="908192" y="5161855"/>
                  </a:lnTo>
                  <a:lnTo>
                    <a:pt x="908286" y="5161855"/>
                  </a:lnTo>
                  <a:lnTo>
                    <a:pt x="908474" y="5161855"/>
                  </a:lnTo>
                  <a:lnTo>
                    <a:pt x="908662" y="5161855"/>
                  </a:lnTo>
                  <a:lnTo>
                    <a:pt x="908851" y="5161855"/>
                  </a:lnTo>
                  <a:lnTo>
                    <a:pt x="909039" y="5161855"/>
                  </a:lnTo>
                  <a:lnTo>
                    <a:pt x="909133" y="5161855"/>
                  </a:lnTo>
                  <a:lnTo>
                    <a:pt x="909227" y="5161855"/>
                  </a:lnTo>
                  <a:lnTo>
                    <a:pt x="909415" y="5161855"/>
                  </a:lnTo>
                  <a:lnTo>
                    <a:pt x="909510" y="5161855"/>
                  </a:lnTo>
                  <a:lnTo>
                    <a:pt x="909604" y="5161855"/>
                  </a:lnTo>
                  <a:lnTo>
                    <a:pt x="909980" y="5161855"/>
                  </a:lnTo>
                  <a:lnTo>
                    <a:pt x="910075" y="5161855"/>
                  </a:lnTo>
                  <a:lnTo>
                    <a:pt x="910545" y="5161855"/>
                  </a:lnTo>
                  <a:lnTo>
                    <a:pt x="910639" y="5161855"/>
                  </a:lnTo>
                  <a:lnTo>
                    <a:pt x="910639" y="5156943"/>
                  </a:lnTo>
                  <a:lnTo>
                    <a:pt x="910734" y="5156943"/>
                  </a:lnTo>
                  <a:lnTo>
                    <a:pt x="910828" y="5156943"/>
                  </a:lnTo>
                  <a:lnTo>
                    <a:pt x="911016" y="5156943"/>
                  </a:lnTo>
                  <a:lnTo>
                    <a:pt x="911204" y="5156943"/>
                  </a:lnTo>
                  <a:lnTo>
                    <a:pt x="911393" y="5156943"/>
                  </a:lnTo>
                  <a:lnTo>
                    <a:pt x="911581" y="5156943"/>
                  </a:lnTo>
                  <a:lnTo>
                    <a:pt x="911675" y="5156943"/>
                  </a:lnTo>
                  <a:lnTo>
                    <a:pt x="911863" y="5156943"/>
                  </a:lnTo>
                  <a:lnTo>
                    <a:pt x="911958" y="5156943"/>
                  </a:lnTo>
                  <a:lnTo>
                    <a:pt x="912052" y="5156943"/>
                  </a:lnTo>
                  <a:lnTo>
                    <a:pt x="912146" y="5156943"/>
                  </a:lnTo>
                  <a:lnTo>
                    <a:pt x="912428" y="5156943"/>
                  </a:lnTo>
                  <a:lnTo>
                    <a:pt x="912617" y="5156943"/>
                  </a:lnTo>
                  <a:lnTo>
                    <a:pt x="912711" y="5156943"/>
                  </a:lnTo>
                  <a:lnTo>
                    <a:pt x="912805" y="5156943"/>
                  </a:lnTo>
                  <a:lnTo>
                    <a:pt x="912899" y="5156943"/>
                  </a:lnTo>
                  <a:lnTo>
                    <a:pt x="913087" y="5156943"/>
                  </a:lnTo>
                  <a:lnTo>
                    <a:pt x="913182" y="5156943"/>
                  </a:lnTo>
                  <a:lnTo>
                    <a:pt x="913276" y="5156943"/>
                  </a:lnTo>
                  <a:lnTo>
                    <a:pt x="913370" y="5156943"/>
                  </a:lnTo>
                  <a:lnTo>
                    <a:pt x="913464" y="5156943"/>
                  </a:lnTo>
                  <a:lnTo>
                    <a:pt x="913558" y="5156943"/>
                  </a:lnTo>
                  <a:lnTo>
                    <a:pt x="913746" y="5156943"/>
                  </a:lnTo>
                  <a:lnTo>
                    <a:pt x="913841" y="5156943"/>
                  </a:lnTo>
                  <a:lnTo>
                    <a:pt x="913935" y="5156943"/>
                  </a:lnTo>
                  <a:lnTo>
                    <a:pt x="914029" y="5156943"/>
                  </a:lnTo>
                  <a:lnTo>
                    <a:pt x="914123" y="5156943"/>
                  </a:lnTo>
                  <a:lnTo>
                    <a:pt x="914217" y="5156943"/>
                  </a:lnTo>
                  <a:lnTo>
                    <a:pt x="914311" y="5156943"/>
                  </a:lnTo>
                  <a:lnTo>
                    <a:pt x="914406" y="5156943"/>
                  </a:lnTo>
                  <a:lnTo>
                    <a:pt x="914500" y="5156943"/>
                  </a:lnTo>
                  <a:lnTo>
                    <a:pt x="914594" y="5156943"/>
                  </a:lnTo>
                  <a:lnTo>
                    <a:pt x="914970" y="5156943"/>
                  </a:lnTo>
                  <a:lnTo>
                    <a:pt x="915065" y="5156943"/>
                  </a:lnTo>
                  <a:lnTo>
                    <a:pt x="915347" y="5156943"/>
                  </a:lnTo>
                  <a:lnTo>
                    <a:pt x="915535" y="5156943"/>
                  </a:lnTo>
                  <a:lnTo>
                    <a:pt x="915630" y="5156943"/>
                  </a:lnTo>
                  <a:lnTo>
                    <a:pt x="915724" y="5156943"/>
                  </a:lnTo>
                  <a:lnTo>
                    <a:pt x="915818" y="5156943"/>
                  </a:lnTo>
                  <a:lnTo>
                    <a:pt x="915912" y="5156943"/>
                  </a:lnTo>
                  <a:lnTo>
                    <a:pt x="916006" y="5156943"/>
                  </a:lnTo>
                  <a:lnTo>
                    <a:pt x="916289" y="5156943"/>
                  </a:lnTo>
                  <a:lnTo>
                    <a:pt x="916571" y="5156943"/>
                  </a:lnTo>
                  <a:lnTo>
                    <a:pt x="916665" y="5156943"/>
                  </a:lnTo>
                  <a:lnTo>
                    <a:pt x="916759" y="5156943"/>
                  </a:lnTo>
                  <a:lnTo>
                    <a:pt x="916854" y="5156943"/>
                  </a:lnTo>
                  <a:lnTo>
                    <a:pt x="916948" y="5156943"/>
                  </a:lnTo>
                  <a:lnTo>
                    <a:pt x="916948" y="5152032"/>
                  </a:lnTo>
                  <a:lnTo>
                    <a:pt x="917136" y="5152032"/>
                  </a:lnTo>
                  <a:lnTo>
                    <a:pt x="917230" y="5152032"/>
                  </a:lnTo>
                  <a:lnTo>
                    <a:pt x="917324" y="5152032"/>
                  </a:lnTo>
                  <a:lnTo>
                    <a:pt x="917418" y="5152032"/>
                  </a:lnTo>
                  <a:lnTo>
                    <a:pt x="917513" y="5152032"/>
                  </a:lnTo>
                  <a:lnTo>
                    <a:pt x="917795" y="5152032"/>
                  </a:lnTo>
                  <a:lnTo>
                    <a:pt x="917983" y="5152032"/>
                  </a:lnTo>
                  <a:lnTo>
                    <a:pt x="918172" y="5152032"/>
                  </a:lnTo>
                  <a:lnTo>
                    <a:pt x="918266" y="5152032"/>
                  </a:lnTo>
                  <a:lnTo>
                    <a:pt x="918454" y="5152032"/>
                  </a:lnTo>
                  <a:lnTo>
                    <a:pt x="918548" y="5152032"/>
                  </a:lnTo>
                  <a:lnTo>
                    <a:pt x="918642" y="5152032"/>
                  </a:lnTo>
                  <a:lnTo>
                    <a:pt x="918737" y="5152032"/>
                  </a:lnTo>
                  <a:lnTo>
                    <a:pt x="918831" y="5152032"/>
                  </a:lnTo>
                  <a:lnTo>
                    <a:pt x="919207" y="5152032"/>
                  </a:lnTo>
                  <a:lnTo>
                    <a:pt x="919301" y="5152032"/>
                  </a:lnTo>
                  <a:lnTo>
                    <a:pt x="919396" y="5152032"/>
                  </a:lnTo>
                  <a:lnTo>
                    <a:pt x="919490" y="5152032"/>
                  </a:lnTo>
                  <a:lnTo>
                    <a:pt x="919678" y="5152032"/>
                  </a:lnTo>
                  <a:lnTo>
                    <a:pt x="919772" y="5152032"/>
                  </a:lnTo>
                  <a:lnTo>
                    <a:pt x="919866" y="5152032"/>
                  </a:lnTo>
                  <a:lnTo>
                    <a:pt x="920055" y="5152032"/>
                  </a:lnTo>
                  <a:lnTo>
                    <a:pt x="920149" y="5152032"/>
                  </a:lnTo>
                  <a:lnTo>
                    <a:pt x="920337" y="5152032"/>
                  </a:lnTo>
                  <a:lnTo>
                    <a:pt x="920431" y="5152032"/>
                  </a:lnTo>
                  <a:lnTo>
                    <a:pt x="920525" y="5152032"/>
                  </a:lnTo>
                  <a:lnTo>
                    <a:pt x="921185" y="5152032"/>
                  </a:lnTo>
                  <a:lnTo>
                    <a:pt x="921279" y="5152032"/>
                  </a:lnTo>
                  <a:lnTo>
                    <a:pt x="921373" y="5152032"/>
                  </a:lnTo>
                  <a:lnTo>
                    <a:pt x="921467" y="5152032"/>
                  </a:lnTo>
                  <a:lnTo>
                    <a:pt x="921467" y="5147120"/>
                  </a:lnTo>
                  <a:lnTo>
                    <a:pt x="921561" y="5147120"/>
                  </a:lnTo>
                  <a:lnTo>
                    <a:pt x="921749" y="5147120"/>
                  </a:lnTo>
                  <a:lnTo>
                    <a:pt x="921938" y="5147120"/>
                  </a:lnTo>
                  <a:lnTo>
                    <a:pt x="922032" y="5147120"/>
                  </a:lnTo>
                  <a:lnTo>
                    <a:pt x="922126" y="5147120"/>
                  </a:lnTo>
                  <a:lnTo>
                    <a:pt x="922220" y="5147120"/>
                  </a:lnTo>
                  <a:lnTo>
                    <a:pt x="922314" y="5147120"/>
                  </a:lnTo>
                  <a:lnTo>
                    <a:pt x="922408" y="5147120"/>
                  </a:lnTo>
                  <a:lnTo>
                    <a:pt x="922691" y="5147120"/>
                  </a:lnTo>
                  <a:lnTo>
                    <a:pt x="922973" y="5147120"/>
                  </a:lnTo>
                  <a:lnTo>
                    <a:pt x="923068" y="5147120"/>
                  </a:lnTo>
                  <a:lnTo>
                    <a:pt x="923162" y="5147120"/>
                  </a:lnTo>
                  <a:lnTo>
                    <a:pt x="923256" y="5147120"/>
                  </a:lnTo>
                  <a:lnTo>
                    <a:pt x="923538" y="5147120"/>
                  </a:lnTo>
                  <a:lnTo>
                    <a:pt x="923821" y="5147120"/>
                  </a:lnTo>
                  <a:lnTo>
                    <a:pt x="923915" y="5147120"/>
                  </a:lnTo>
                  <a:lnTo>
                    <a:pt x="924197" y="5147120"/>
                  </a:lnTo>
                  <a:lnTo>
                    <a:pt x="924386" y="5147120"/>
                  </a:lnTo>
                  <a:lnTo>
                    <a:pt x="924480" y="5147120"/>
                  </a:lnTo>
                  <a:lnTo>
                    <a:pt x="924574" y="5147120"/>
                  </a:lnTo>
                  <a:lnTo>
                    <a:pt x="924668" y="5147120"/>
                  </a:lnTo>
                  <a:lnTo>
                    <a:pt x="924762" y="5147120"/>
                  </a:lnTo>
                  <a:lnTo>
                    <a:pt x="924856" y="5147120"/>
                  </a:lnTo>
                  <a:lnTo>
                    <a:pt x="924951" y="5147120"/>
                  </a:lnTo>
                  <a:lnTo>
                    <a:pt x="925045" y="5147120"/>
                  </a:lnTo>
                  <a:lnTo>
                    <a:pt x="925327" y="5147120"/>
                  </a:lnTo>
                  <a:lnTo>
                    <a:pt x="925421" y="5147120"/>
                  </a:lnTo>
                  <a:lnTo>
                    <a:pt x="925610" y="5147120"/>
                  </a:lnTo>
                  <a:lnTo>
                    <a:pt x="925892" y="5147120"/>
                  </a:lnTo>
                  <a:lnTo>
                    <a:pt x="925986" y="5147120"/>
                  </a:lnTo>
                  <a:lnTo>
                    <a:pt x="926080" y="5147120"/>
                  </a:lnTo>
                  <a:lnTo>
                    <a:pt x="926645" y="5147120"/>
                  </a:lnTo>
                  <a:lnTo>
                    <a:pt x="926834" y="5147120"/>
                  </a:lnTo>
                  <a:lnTo>
                    <a:pt x="927210" y="5147120"/>
                  </a:lnTo>
                  <a:lnTo>
                    <a:pt x="927304" y="5147120"/>
                  </a:lnTo>
                  <a:lnTo>
                    <a:pt x="927399" y="5147120"/>
                  </a:lnTo>
                  <a:lnTo>
                    <a:pt x="927493" y="5147120"/>
                  </a:lnTo>
                  <a:lnTo>
                    <a:pt x="927587" y="5142209"/>
                  </a:lnTo>
                  <a:lnTo>
                    <a:pt x="927775" y="5142209"/>
                  </a:lnTo>
                  <a:lnTo>
                    <a:pt x="927963" y="5142209"/>
                  </a:lnTo>
                  <a:lnTo>
                    <a:pt x="928152" y="5142209"/>
                  </a:lnTo>
                  <a:lnTo>
                    <a:pt x="928246" y="5142209"/>
                  </a:lnTo>
                  <a:lnTo>
                    <a:pt x="928528" y="5142209"/>
                  </a:lnTo>
                  <a:lnTo>
                    <a:pt x="928717" y="5142209"/>
                  </a:lnTo>
                  <a:lnTo>
                    <a:pt x="928717" y="5137298"/>
                  </a:lnTo>
                  <a:lnTo>
                    <a:pt x="928811" y="5137298"/>
                  </a:lnTo>
                  <a:lnTo>
                    <a:pt x="929187" y="5132386"/>
                  </a:lnTo>
                  <a:lnTo>
                    <a:pt x="929282" y="5132386"/>
                  </a:lnTo>
                  <a:lnTo>
                    <a:pt x="929376" y="5132386"/>
                  </a:lnTo>
                  <a:lnTo>
                    <a:pt x="929470" y="5132386"/>
                  </a:lnTo>
                  <a:lnTo>
                    <a:pt x="929658" y="5132386"/>
                  </a:lnTo>
                  <a:lnTo>
                    <a:pt x="929752" y="5132386"/>
                  </a:lnTo>
                  <a:lnTo>
                    <a:pt x="929847" y="5132386"/>
                  </a:lnTo>
                  <a:lnTo>
                    <a:pt x="929941" y="5132386"/>
                  </a:lnTo>
                  <a:lnTo>
                    <a:pt x="930035" y="5132386"/>
                  </a:lnTo>
                  <a:lnTo>
                    <a:pt x="930129" y="5132386"/>
                  </a:lnTo>
                  <a:lnTo>
                    <a:pt x="930223" y="5132386"/>
                  </a:lnTo>
                  <a:lnTo>
                    <a:pt x="930506" y="5132386"/>
                  </a:lnTo>
                  <a:lnTo>
                    <a:pt x="930600" y="5132386"/>
                  </a:lnTo>
                  <a:lnTo>
                    <a:pt x="930694" y="5132386"/>
                  </a:lnTo>
                  <a:lnTo>
                    <a:pt x="930976" y="5132386"/>
                  </a:lnTo>
                  <a:lnTo>
                    <a:pt x="931824" y="5132386"/>
                  </a:lnTo>
                  <a:lnTo>
                    <a:pt x="931918" y="5132386"/>
                  </a:lnTo>
                  <a:lnTo>
                    <a:pt x="932012" y="5132386"/>
                  </a:lnTo>
                  <a:lnTo>
                    <a:pt x="932294" y="5132386"/>
                  </a:lnTo>
                  <a:lnTo>
                    <a:pt x="932483" y="5132386"/>
                  </a:lnTo>
                  <a:lnTo>
                    <a:pt x="932577" y="5132386"/>
                  </a:lnTo>
                  <a:lnTo>
                    <a:pt x="932765" y="5132386"/>
                  </a:lnTo>
                  <a:lnTo>
                    <a:pt x="932954" y="5132386"/>
                  </a:lnTo>
                  <a:lnTo>
                    <a:pt x="933048" y="5132386"/>
                  </a:lnTo>
                  <a:lnTo>
                    <a:pt x="933142" y="5132386"/>
                  </a:lnTo>
                  <a:lnTo>
                    <a:pt x="933236" y="5132386"/>
                  </a:lnTo>
                  <a:lnTo>
                    <a:pt x="933330" y="5132386"/>
                  </a:lnTo>
                  <a:lnTo>
                    <a:pt x="933424" y="5132386"/>
                  </a:lnTo>
                  <a:lnTo>
                    <a:pt x="933801" y="5132386"/>
                  </a:lnTo>
                  <a:lnTo>
                    <a:pt x="933895" y="5132386"/>
                  </a:lnTo>
                  <a:lnTo>
                    <a:pt x="933989" y="5132386"/>
                  </a:lnTo>
                  <a:lnTo>
                    <a:pt x="934083" y="5132386"/>
                  </a:lnTo>
                  <a:lnTo>
                    <a:pt x="934272" y="5127475"/>
                  </a:lnTo>
                  <a:lnTo>
                    <a:pt x="934366" y="5127475"/>
                  </a:lnTo>
                  <a:lnTo>
                    <a:pt x="934460" y="5127475"/>
                  </a:lnTo>
                  <a:lnTo>
                    <a:pt x="934648" y="5127475"/>
                  </a:lnTo>
                  <a:lnTo>
                    <a:pt x="934837" y="5127475"/>
                  </a:lnTo>
                  <a:lnTo>
                    <a:pt x="934931" y="5127475"/>
                  </a:lnTo>
                  <a:lnTo>
                    <a:pt x="935119" y="5127475"/>
                  </a:lnTo>
                  <a:lnTo>
                    <a:pt x="935213" y="5127475"/>
                  </a:lnTo>
                  <a:lnTo>
                    <a:pt x="935307" y="5127475"/>
                  </a:lnTo>
                  <a:lnTo>
                    <a:pt x="935496" y="5127475"/>
                  </a:lnTo>
                  <a:lnTo>
                    <a:pt x="935684" y="5127475"/>
                  </a:lnTo>
                  <a:lnTo>
                    <a:pt x="935872" y="5127475"/>
                  </a:lnTo>
                  <a:lnTo>
                    <a:pt x="936155" y="5127475"/>
                  </a:lnTo>
                  <a:lnTo>
                    <a:pt x="936343" y="5127475"/>
                  </a:lnTo>
                  <a:lnTo>
                    <a:pt x="936625" y="5127475"/>
                  </a:lnTo>
                  <a:lnTo>
                    <a:pt x="936720" y="5127475"/>
                  </a:lnTo>
                  <a:lnTo>
                    <a:pt x="937096" y="5127475"/>
                  </a:lnTo>
                  <a:lnTo>
                    <a:pt x="937285" y="5127475"/>
                  </a:lnTo>
                  <a:lnTo>
                    <a:pt x="937473" y="5127475"/>
                  </a:lnTo>
                  <a:lnTo>
                    <a:pt x="937661" y="5127475"/>
                  </a:lnTo>
                  <a:lnTo>
                    <a:pt x="937755" y="5127475"/>
                  </a:lnTo>
                  <a:lnTo>
                    <a:pt x="937849" y="5127475"/>
                  </a:lnTo>
                  <a:lnTo>
                    <a:pt x="937944" y="5127475"/>
                  </a:lnTo>
                  <a:lnTo>
                    <a:pt x="938226" y="5127475"/>
                  </a:lnTo>
                  <a:lnTo>
                    <a:pt x="938320" y="5127475"/>
                  </a:lnTo>
                  <a:lnTo>
                    <a:pt x="938509" y="5127475"/>
                  </a:lnTo>
                  <a:lnTo>
                    <a:pt x="938603" y="5127475"/>
                  </a:lnTo>
                  <a:lnTo>
                    <a:pt x="938791" y="5127475"/>
                  </a:lnTo>
                  <a:lnTo>
                    <a:pt x="938885" y="5127475"/>
                  </a:lnTo>
                  <a:lnTo>
                    <a:pt x="938979" y="5127475"/>
                  </a:lnTo>
                  <a:lnTo>
                    <a:pt x="939073" y="5127475"/>
                  </a:lnTo>
                  <a:lnTo>
                    <a:pt x="939168" y="5127475"/>
                  </a:lnTo>
                  <a:lnTo>
                    <a:pt x="939262" y="5127475"/>
                  </a:lnTo>
                  <a:lnTo>
                    <a:pt x="939356" y="5127475"/>
                  </a:lnTo>
                  <a:lnTo>
                    <a:pt x="939450" y="5127475"/>
                  </a:lnTo>
                  <a:lnTo>
                    <a:pt x="939544" y="5127475"/>
                  </a:lnTo>
                  <a:lnTo>
                    <a:pt x="939638" y="5127475"/>
                  </a:lnTo>
                  <a:lnTo>
                    <a:pt x="939732" y="5127475"/>
                  </a:lnTo>
                  <a:lnTo>
                    <a:pt x="939827" y="5122564"/>
                  </a:lnTo>
                  <a:lnTo>
                    <a:pt x="939921" y="5122564"/>
                  </a:lnTo>
                  <a:lnTo>
                    <a:pt x="940015" y="5122564"/>
                  </a:lnTo>
                  <a:lnTo>
                    <a:pt x="940392" y="5122564"/>
                  </a:lnTo>
                  <a:lnTo>
                    <a:pt x="940486" y="5122564"/>
                  </a:lnTo>
                  <a:lnTo>
                    <a:pt x="940580" y="5122564"/>
                  </a:lnTo>
                  <a:lnTo>
                    <a:pt x="940674" y="5122564"/>
                  </a:lnTo>
                  <a:lnTo>
                    <a:pt x="940862" y="5122564"/>
                  </a:lnTo>
                  <a:lnTo>
                    <a:pt x="940956" y="5122564"/>
                  </a:lnTo>
                  <a:lnTo>
                    <a:pt x="941051" y="5122564"/>
                  </a:lnTo>
                  <a:lnTo>
                    <a:pt x="941145" y="5122564"/>
                  </a:lnTo>
                  <a:lnTo>
                    <a:pt x="941333" y="5122564"/>
                  </a:lnTo>
                  <a:lnTo>
                    <a:pt x="941521" y="5122564"/>
                  </a:lnTo>
                  <a:lnTo>
                    <a:pt x="941616" y="5122564"/>
                  </a:lnTo>
                  <a:lnTo>
                    <a:pt x="941710" y="5122564"/>
                  </a:lnTo>
                  <a:lnTo>
                    <a:pt x="941898" y="5122564"/>
                  </a:lnTo>
                  <a:lnTo>
                    <a:pt x="942180" y="5122564"/>
                  </a:lnTo>
                  <a:lnTo>
                    <a:pt x="942369" y="5122564"/>
                  </a:lnTo>
                  <a:lnTo>
                    <a:pt x="942463" y="5122564"/>
                  </a:lnTo>
                  <a:lnTo>
                    <a:pt x="942651" y="5122564"/>
                  </a:lnTo>
                  <a:lnTo>
                    <a:pt x="942840" y="5122564"/>
                  </a:lnTo>
                  <a:lnTo>
                    <a:pt x="942934" y="5122564"/>
                  </a:lnTo>
                  <a:lnTo>
                    <a:pt x="943028" y="5122564"/>
                  </a:lnTo>
                  <a:lnTo>
                    <a:pt x="943122" y="5122564"/>
                  </a:lnTo>
                  <a:lnTo>
                    <a:pt x="943216" y="5122564"/>
                  </a:lnTo>
                  <a:lnTo>
                    <a:pt x="943404" y="5122564"/>
                  </a:lnTo>
                  <a:lnTo>
                    <a:pt x="943499" y="5122564"/>
                  </a:lnTo>
                  <a:lnTo>
                    <a:pt x="943593" y="5122564"/>
                  </a:lnTo>
                  <a:lnTo>
                    <a:pt x="943687" y="5122564"/>
                  </a:lnTo>
                  <a:lnTo>
                    <a:pt x="943781" y="5122564"/>
                  </a:lnTo>
                  <a:lnTo>
                    <a:pt x="943875" y="5122564"/>
                  </a:lnTo>
                  <a:lnTo>
                    <a:pt x="943969" y="5122564"/>
                  </a:lnTo>
                  <a:lnTo>
                    <a:pt x="944063" y="5122564"/>
                  </a:lnTo>
                  <a:lnTo>
                    <a:pt x="944158" y="5122564"/>
                  </a:lnTo>
                  <a:lnTo>
                    <a:pt x="944252" y="5122564"/>
                  </a:lnTo>
                  <a:lnTo>
                    <a:pt x="944346" y="5122564"/>
                  </a:lnTo>
                  <a:lnTo>
                    <a:pt x="944534" y="5122564"/>
                  </a:lnTo>
                  <a:lnTo>
                    <a:pt x="944628" y="5122564"/>
                  </a:lnTo>
                  <a:lnTo>
                    <a:pt x="944723" y="5122564"/>
                  </a:lnTo>
                  <a:lnTo>
                    <a:pt x="944817" y="5122564"/>
                  </a:lnTo>
                  <a:lnTo>
                    <a:pt x="944911" y="5122564"/>
                  </a:lnTo>
                  <a:lnTo>
                    <a:pt x="945005" y="5122564"/>
                  </a:lnTo>
                  <a:lnTo>
                    <a:pt x="945099" y="5122564"/>
                  </a:lnTo>
                  <a:lnTo>
                    <a:pt x="945193" y="5122564"/>
                  </a:lnTo>
                  <a:lnTo>
                    <a:pt x="945382" y="5122564"/>
                  </a:lnTo>
                  <a:lnTo>
                    <a:pt x="945758" y="5122564"/>
                  </a:lnTo>
                  <a:lnTo>
                    <a:pt x="945852" y="5122564"/>
                  </a:lnTo>
                  <a:lnTo>
                    <a:pt x="946041" y="5117652"/>
                  </a:lnTo>
                  <a:lnTo>
                    <a:pt x="946135" y="5117652"/>
                  </a:lnTo>
                  <a:lnTo>
                    <a:pt x="946229" y="5117652"/>
                  </a:lnTo>
                  <a:lnTo>
                    <a:pt x="946417" y="5117652"/>
                  </a:lnTo>
                  <a:lnTo>
                    <a:pt x="946511" y="5117652"/>
                  </a:lnTo>
                  <a:lnTo>
                    <a:pt x="946606" y="5117652"/>
                  </a:lnTo>
                  <a:lnTo>
                    <a:pt x="946794" y="5117652"/>
                  </a:lnTo>
                  <a:lnTo>
                    <a:pt x="946888" y="5117652"/>
                  </a:lnTo>
                  <a:lnTo>
                    <a:pt x="946982" y="5117652"/>
                  </a:lnTo>
                  <a:lnTo>
                    <a:pt x="947076" y="5117652"/>
                  </a:lnTo>
                  <a:lnTo>
                    <a:pt x="947171" y="5117652"/>
                  </a:lnTo>
                  <a:lnTo>
                    <a:pt x="947265" y="5117652"/>
                  </a:lnTo>
                  <a:lnTo>
                    <a:pt x="947359" y="5117652"/>
                  </a:lnTo>
                  <a:lnTo>
                    <a:pt x="947453" y="5117652"/>
                  </a:lnTo>
                  <a:lnTo>
                    <a:pt x="947547" y="5117652"/>
                  </a:lnTo>
                  <a:lnTo>
                    <a:pt x="947641" y="5117652"/>
                  </a:lnTo>
                  <a:lnTo>
                    <a:pt x="947735" y="5117652"/>
                  </a:lnTo>
                  <a:lnTo>
                    <a:pt x="947924" y="5117652"/>
                  </a:lnTo>
                  <a:lnTo>
                    <a:pt x="948018" y="5117652"/>
                  </a:lnTo>
                  <a:lnTo>
                    <a:pt x="948112" y="5117652"/>
                  </a:lnTo>
                  <a:lnTo>
                    <a:pt x="949336" y="5117652"/>
                  </a:lnTo>
                  <a:lnTo>
                    <a:pt x="949430" y="5117652"/>
                  </a:lnTo>
                  <a:lnTo>
                    <a:pt x="949524" y="5117652"/>
                  </a:lnTo>
                  <a:lnTo>
                    <a:pt x="949713" y="5117652"/>
                  </a:lnTo>
                  <a:lnTo>
                    <a:pt x="949807" y="5117652"/>
                  </a:lnTo>
                  <a:lnTo>
                    <a:pt x="949901" y="5117652"/>
                  </a:lnTo>
                  <a:lnTo>
                    <a:pt x="949995" y="5117652"/>
                  </a:lnTo>
                  <a:lnTo>
                    <a:pt x="950089" y="5117652"/>
                  </a:lnTo>
                  <a:lnTo>
                    <a:pt x="950183" y="5117652"/>
                  </a:lnTo>
                  <a:lnTo>
                    <a:pt x="950372" y="5117652"/>
                  </a:lnTo>
                  <a:lnTo>
                    <a:pt x="950560" y="5117652"/>
                  </a:lnTo>
                  <a:lnTo>
                    <a:pt x="950654" y="5117652"/>
                  </a:lnTo>
                  <a:lnTo>
                    <a:pt x="950748" y="5117652"/>
                  </a:lnTo>
                  <a:lnTo>
                    <a:pt x="950842" y="5117652"/>
                  </a:lnTo>
                  <a:lnTo>
                    <a:pt x="951031" y="5117652"/>
                  </a:lnTo>
                  <a:lnTo>
                    <a:pt x="951125" y="5117652"/>
                  </a:lnTo>
                  <a:lnTo>
                    <a:pt x="951219" y="5117652"/>
                  </a:lnTo>
                  <a:lnTo>
                    <a:pt x="951407" y="5117652"/>
                  </a:lnTo>
                  <a:lnTo>
                    <a:pt x="951502" y="5117652"/>
                  </a:lnTo>
                  <a:lnTo>
                    <a:pt x="951596" y="5117652"/>
                  </a:lnTo>
                  <a:lnTo>
                    <a:pt x="951690" y="5117652"/>
                  </a:lnTo>
                  <a:lnTo>
                    <a:pt x="951784" y="5117652"/>
                  </a:lnTo>
                  <a:lnTo>
                    <a:pt x="951972" y="5117652"/>
                  </a:lnTo>
                  <a:lnTo>
                    <a:pt x="952066" y="5117652"/>
                  </a:lnTo>
                  <a:lnTo>
                    <a:pt x="952255" y="5112741"/>
                  </a:lnTo>
                  <a:lnTo>
                    <a:pt x="952537" y="5112741"/>
                  </a:lnTo>
                  <a:lnTo>
                    <a:pt x="952631" y="5112741"/>
                  </a:lnTo>
                  <a:lnTo>
                    <a:pt x="952820" y="5112741"/>
                  </a:lnTo>
                  <a:lnTo>
                    <a:pt x="953008" y="5112741"/>
                  </a:lnTo>
                  <a:lnTo>
                    <a:pt x="953102" y="5112741"/>
                  </a:lnTo>
                  <a:lnTo>
                    <a:pt x="953196" y="5112741"/>
                  </a:lnTo>
                  <a:lnTo>
                    <a:pt x="953290" y="5112741"/>
                  </a:lnTo>
                  <a:lnTo>
                    <a:pt x="953385" y="5112741"/>
                  </a:lnTo>
                  <a:lnTo>
                    <a:pt x="953573" y="5112741"/>
                  </a:lnTo>
                  <a:lnTo>
                    <a:pt x="953667" y="5112741"/>
                  </a:lnTo>
                  <a:lnTo>
                    <a:pt x="953855" y="5107829"/>
                  </a:lnTo>
                  <a:lnTo>
                    <a:pt x="954044" y="5107829"/>
                  </a:lnTo>
                  <a:lnTo>
                    <a:pt x="954138" y="5107829"/>
                  </a:lnTo>
                  <a:lnTo>
                    <a:pt x="954232" y="5107829"/>
                  </a:lnTo>
                  <a:lnTo>
                    <a:pt x="954420" y="5107829"/>
                  </a:lnTo>
                  <a:lnTo>
                    <a:pt x="954703" y="5107829"/>
                  </a:lnTo>
                  <a:lnTo>
                    <a:pt x="954797" y="5107829"/>
                  </a:lnTo>
                  <a:lnTo>
                    <a:pt x="954891" y="5107829"/>
                  </a:lnTo>
                  <a:lnTo>
                    <a:pt x="954985" y="5107829"/>
                  </a:lnTo>
                  <a:lnTo>
                    <a:pt x="955173" y="5107829"/>
                  </a:lnTo>
                  <a:lnTo>
                    <a:pt x="955362" y="5107829"/>
                  </a:lnTo>
                  <a:lnTo>
                    <a:pt x="955550" y="5107829"/>
                  </a:lnTo>
                  <a:lnTo>
                    <a:pt x="955644" y="5107829"/>
                  </a:lnTo>
                  <a:lnTo>
                    <a:pt x="955738" y="5107829"/>
                  </a:lnTo>
                  <a:lnTo>
                    <a:pt x="956021" y="5107829"/>
                  </a:lnTo>
                  <a:lnTo>
                    <a:pt x="956209" y="5107829"/>
                  </a:lnTo>
                  <a:lnTo>
                    <a:pt x="956492" y="5107829"/>
                  </a:lnTo>
                  <a:lnTo>
                    <a:pt x="956586" y="5107829"/>
                  </a:lnTo>
                  <a:lnTo>
                    <a:pt x="956680" y="5107829"/>
                  </a:lnTo>
                  <a:lnTo>
                    <a:pt x="956868" y="5107829"/>
                  </a:lnTo>
                  <a:lnTo>
                    <a:pt x="956962" y="5107829"/>
                  </a:lnTo>
                  <a:lnTo>
                    <a:pt x="957151" y="5107829"/>
                  </a:lnTo>
                  <a:lnTo>
                    <a:pt x="957245" y="5107829"/>
                  </a:lnTo>
                  <a:lnTo>
                    <a:pt x="957621" y="5107829"/>
                  </a:lnTo>
                  <a:lnTo>
                    <a:pt x="957716" y="5107829"/>
                  </a:lnTo>
                  <a:lnTo>
                    <a:pt x="957810" y="5107829"/>
                  </a:lnTo>
                  <a:lnTo>
                    <a:pt x="957904" y="5107829"/>
                  </a:lnTo>
                  <a:lnTo>
                    <a:pt x="957998" y="5107829"/>
                  </a:lnTo>
                  <a:lnTo>
                    <a:pt x="958186" y="5107829"/>
                  </a:lnTo>
                  <a:lnTo>
                    <a:pt x="958280" y="5107829"/>
                  </a:lnTo>
                  <a:lnTo>
                    <a:pt x="958375" y="5107829"/>
                  </a:lnTo>
                  <a:lnTo>
                    <a:pt x="958469" y="5107829"/>
                  </a:lnTo>
                  <a:lnTo>
                    <a:pt x="958563" y="5107829"/>
                  </a:lnTo>
                  <a:lnTo>
                    <a:pt x="958751" y="5107829"/>
                  </a:lnTo>
                  <a:lnTo>
                    <a:pt x="959034" y="5107829"/>
                  </a:lnTo>
                  <a:lnTo>
                    <a:pt x="959128" y="5107829"/>
                  </a:lnTo>
                  <a:lnTo>
                    <a:pt x="959410" y="5107829"/>
                  </a:lnTo>
                  <a:lnTo>
                    <a:pt x="959599" y="5107829"/>
                  </a:lnTo>
                  <a:lnTo>
                    <a:pt x="959787" y="5107829"/>
                  </a:lnTo>
                  <a:lnTo>
                    <a:pt x="959881" y="5107829"/>
                  </a:lnTo>
                  <a:lnTo>
                    <a:pt x="960069" y="5107829"/>
                  </a:lnTo>
                  <a:lnTo>
                    <a:pt x="960258" y="5107829"/>
                  </a:lnTo>
                  <a:lnTo>
                    <a:pt x="960352" y="5107829"/>
                  </a:lnTo>
                  <a:lnTo>
                    <a:pt x="960446" y="5107829"/>
                  </a:lnTo>
                  <a:lnTo>
                    <a:pt x="960540" y="5107829"/>
                  </a:lnTo>
                  <a:lnTo>
                    <a:pt x="960728" y="5107829"/>
                  </a:lnTo>
                  <a:lnTo>
                    <a:pt x="961105" y="5107829"/>
                  </a:lnTo>
                  <a:lnTo>
                    <a:pt x="961293" y="5107829"/>
                  </a:lnTo>
                  <a:lnTo>
                    <a:pt x="961388" y="5107829"/>
                  </a:lnTo>
                  <a:lnTo>
                    <a:pt x="961388" y="5102918"/>
                  </a:lnTo>
                  <a:lnTo>
                    <a:pt x="961576" y="5102918"/>
                  </a:lnTo>
                  <a:lnTo>
                    <a:pt x="961764" y="5102918"/>
                  </a:lnTo>
                  <a:lnTo>
                    <a:pt x="961858" y="5102918"/>
                  </a:lnTo>
                  <a:lnTo>
                    <a:pt x="961952" y="5098007"/>
                  </a:lnTo>
                  <a:lnTo>
                    <a:pt x="962047" y="5098007"/>
                  </a:lnTo>
                  <a:lnTo>
                    <a:pt x="962141" y="5093095"/>
                  </a:lnTo>
                  <a:lnTo>
                    <a:pt x="962329" y="5093095"/>
                  </a:lnTo>
                  <a:lnTo>
                    <a:pt x="962611" y="5093095"/>
                  </a:lnTo>
                  <a:lnTo>
                    <a:pt x="962706" y="5093095"/>
                  </a:lnTo>
                  <a:lnTo>
                    <a:pt x="962988" y="5093095"/>
                  </a:lnTo>
                  <a:lnTo>
                    <a:pt x="963082" y="5093095"/>
                  </a:lnTo>
                  <a:lnTo>
                    <a:pt x="963176" y="5093095"/>
                  </a:lnTo>
                  <a:lnTo>
                    <a:pt x="963271" y="5093095"/>
                  </a:lnTo>
                  <a:lnTo>
                    <a:pt x="963553" y="5093095"/>
                  </a:lnTo>
                  <a:lnTo>
                    <a:pt x="963647" y="5093095"/>
                  </a:lnTo>
                  <a:lnTo>
                    <a:pt x="963741" y="5093095"/>
                  </a:lnTo>
                  <a:lnTo>
                    <a:pt x="963930" y="5093095"/>
                  </a:lnTo>
                  <a:lnTo>
                    <a:pt x="964024" y="5093095"/>
                  </a:lnTo>
                  <a:lnTo>
                    <a:pt x="964118" y="5093095"/>
                  </a:lnTo>
                  <a:lnTo>
                    <a:pt x="964212" y="5093095"/>
                  </a:lnTo>
                  <a:lnTo>
                    <a:pt x="964400" y="5093095"/>
                  </a:lnTo>
                  <a:lnTo>
                    <a:pt x="964495" y="5093095"/>
                  </a:lnTo>
                  <a:lnTo>
                    <a:pt x="964683" y="5093095"/>
                  </a:lnTo>
                  <a:lnTo>
                    <a:pt x="964871" y="5093095"/>
                  </a:lnTo>
                  <a:lnTo>
                    <a:pt x="964965" y="5093095"/>
                  </a:lnTo>
                  <a:lnTo>
                    <a:pt x="965059" y="5093095"/>
                  </a:lnTo>
                  <a:lnTo>
                    <a:pt x="965154" y="5093095"/>
                  </a:lnTo>
                  <a:lnTo>
                    <a:pt x="965248" y="5093095"/>
                  </a:lnTo>
                  <a:lnTo>
                    <a:pt x="965342" y="5093095"/>
                  </a:lnTo>
                  <a:lnTo>
                    <a:pt x="965907" y="5093095"/>
                  </a:lnTo>
                  <a:lnTo>
                    <a:pt x="966095" y="5093095"/>
                  </a:lnTo>
                  <a:lnTo>
                    <a:pt x="966283" y="5093095"/>
                  </a:lnTo>
                  <a:lnTo>
                    <a:pt x="966378" y="5093095"/>
                  </a:lnTo>
                  <a:lnTo>
                    <a:pt x="966566" y="5093095"/>
                  </a:lnTo>
                  <a:lnTo>
                    <a:pt x="966660" y="5093095"/>
                  </a:lnTo>
                  <a:lnTo>
                    <a:pt x="966848" y="5093095"/>
                  </a:lnTo>
                  <a:lnTo>
                    <a:pt x="967037" y="5093095"/>
                  </a:lnTo>
                  <a:lnTo>
                    <a:pt x="967131" y="5093095"/>
                  </a:lnTo>
                  <a:lnTo>
                    <a:pt x="967413" y="5093095"/>
                  </a:lnTo>
                  <a:lnTo>
                    <a:pt x="967507" y="5093095"/>
                  </a:lnTo>
                  <a:lnTo>
                    <a:pt x="967790" y="5093095"/>
                  </a:lnTo>
                  <a:lnTo>
                    <a:pt x="967884" y="5093095"/>
                  </a:lnTo>
                  <a:lnTo>
                    <a:pt x="967978" y="5088184"/>
                  </a:lnTo>
                  <a:lnTo>
                    <a:pt x="968166" y="5088184"/>
                  </a:lnTo>
                  <a:lnTo>
                    <a:pt x="968261" y="5088184"/>
                  </a:lnTo>
                  <a:lnTo>
                    <a:pt x="968355" y="5088184"/>
                  </a:lnTo>
                  <a:lnTo>
                    <a:pt x="968449" y="5088184"/>
                  </a:lnTo>
                  <a:lnTo>
                    <a:pt x="968543" y="5088184"/>
                  </a:lnTo>
                  <a:lnTo>
                    <a:pt x="968731" y="5088184"/>
                  </a:lnTo>
                  <a:lnTo>
                    <a:pt x="968826" y="5088184"/>
                  </a:lnTo>
                  <a:lnTo>
                    <a:pt x="968920" y="5088184"/>
                  </a:lnTo>
                  <a:lnTo>
                    <a:pt x="969014" y="5088184"/>
                  </a:lnTo>
                  <a:lnTo>
                    <a:pt x="969390" y="5088184"/>
                  </a:lnTo>
                  <a:lnTo>
                    <a:pt x="969485" y="5088184"/>
                  </a:lnTo>
                  <a:lnTo>
                    <a:pt x="969861" y="5088184"/>
                  </a:lnTo>
                  <a:lnTo>
                    <a:pt x="970144" y="5088184"/>
                  </a:lnTo>
                  <a:lnTo>
                    <a:pt x="970238" y="5088184"/>
                  </a:lnTo>
                  <a:lnTo>
                    <a:pt x="970426" y="5088184"/>
                  </a:lnTo>
                  <a:lnTo>
                    <a:pt x="970520" y="5088184"/>
                  </a:lnTo>
                  <a:lnTo>
                    <a:pt x="970520" y="5083273"/>
                  </a:lnTo>
                  <a:lnTo>
                    <a:pt x="970614" y="5083273"/>
                  </a:lnTo>
                  <a:lnTo>
                    <a:pt x="970803" y="5083273"/>
                  </a:lnTo>
                  <a:lnTo>
                    <a:pt x="970991" y="5083273"/>
                  </a:lnTo>
                  <a:lnTo>
                    <a:pt x="971085" y="5083273"/>
                  </a:lnTo>
                  <a:lnTo>
                    <a:pt x="971179" y="5083273"/>
                  </a:lnTo>
                  <a:lnTo>
                    <a:pt x="971650" y="5083273"/>
                  </a:lnTo>
                  <a:lnTo>
                    <a:pt x="971838" y="5083273"/>
                  </a:lnTo>
                  <a:lnTo>
                    <a:pt x="971933" y="5083273"/>
                  </a:lnTo>
                  <a:lnTo>
                    <a:pt x="972027" y="5083273"/>
                  </a:lnTo>
                  <a:lnTo>
                    <a:pt x="972121" y="5083273"/>
                  </a:lnTo>
                  <a:lnTo>
                    <a:pt x="972215" y="5083273"/>
                  </a:lnTo>
                  <a:lnTo>
                    <a:pt x="972497" y="5083273"/>
                  </a:lnTo>
                  <a:lnTo>
                    <a:pt x="972686" y="5083273"/>
                  </a:lnTo>
                  <a:lnTo>
                    <a:pt x="973062" y="5083273"/>
                  </a:lnTo>
                  <a:lnTo>
                    <a:pt x="973157" y="5083273"/>
                  </a:lnTo>
                  <a:lnTo>
                    <a:pt x="973251" y="5083273"/>
                  </a:lnTo>
                  <a:lnTo>
                    <a:pt x="973345" y="5083273"/>
                  </a:lnTo>
                  <a:lnTo>
                    <a:pt x="973439" y="5083273"/>
                  </a:lnTo>
                  <a:lnTo>
                    <a:pt x="973627" y="5083273"/>
                  </a:lnTo>
                  <a:lnTo>
                    <a:pt x="973816" y="5083273"/>
                  </a:lnTo>
                  <a:lnTo>
                    <a:pt x="973910" y="5083273"/>
                  </a:lnTo>
                  <a:lnTo>
                    <a:pt x="974004" y="5083273"/>
                  </a:lnTo>
                  <a:lnTo>
                    <a:pt x="974286" y="5083273"/>
                  </a:lnTo>
                  <a:lnTo>
                    <a:pt x="974286" y="5078361"/>
                  </a:lnTo>
                  <a:lnTo>
                    <a:pt x="974381" y="5078361"/>
                  </a:lnTo>
                  <a:lnTo>
                    <a:pt x="974569" y="5078361"/>
                  </a:lnTo>
                  <a:lnTo>
                    <a:pt x="974663" y="5078361"/>
                  </a:lnTo>
                  <a:lnTo>
                    <a:pt x="974757" y="5078361"/>
                  </a:lnTo>
                  <a:lnTo>
                    <a:pt x="974851" y="5078361"/>
                  </a:lnTo>
                  <a:lnTo>
                    <a:pt x="975040" y="5078361"/>
                  </a:lnTo>
                  <a:lnTo>
                    <a:pt x="975040" y="5073450"/>
                  </a:lnTo>
                  <a:lnTo>
                    <a:pt x="975322" y="5073450"/>
                  </a:lnTo>
                  <a:lnTo>
                    <a:pt x="975416" y="5073450"/>
                  </a:lnTo>
                  <a:lnTo>
                    <a:pt x="975604" y="5073450"/>
                  </a:lnTo>
                  <a:lnTo>
                    <a:pt x="975793" y="5073450"/>
                  </a:lnTo>
                  <a:lnTo>
                    <a:pt x="975981" y="5073450"/>
                  </a:lnTo>
                  <a:lnTo>
                    <a:pt x="976264" y="5073450"/>
                  </a:lnTo>
                  <a:lnTo>
                    <a:pt x="976358" y="5073450"/>
                  </a:lnTo>
                  <a:lnTo>
                    <a:pt x="976640" y="5073450"/>
                  </a:lnTo>
                  <a:lnTo>
                    <a:pt x="976734" y="5073450"/>
                  </a:lnTo>
                  <a:lnTo>
                    <a:pt x="976828" y="5073450"/>
                  </a:lnTo>
                  <a:lnTo>
                    <a:pt x="976923" y="5073450"/>
                  </a:lnTo>
                  <a:lnTo>
                    <a:pt x="977017" y="5073450"/>
                  </a:lnTo>
                  <a:lnTo>
                    <a:pt x="977488" y="5073450"/>
                  </a:lnTo>
                  <a:lnTo>
                    <a:pt x="977582" y="5073450"/>
                  </a:lnTo>
                  <a:lnTo>
                    <a:pt x="977770" y="5073450"/>
                  </a:lnTo>
                  <a:lnTo>
                    <a:pt x="977864" y="5073450"/>
                  </a:lnTo>
                  <a:lnTo>
                    <a:pt x="977958" y="5073450"/>
                  </a:lnTo>
                  <a:lnTo>
                    <a:pt x="978052" y="5073450"/>
                  </a:lnTo>
                  <a:lnTo>
                    <a:pt x="978241" y="5073450"/>
                  </a:lnTo>
                  <a:lnTo>
                    <a:pt x="978429" y="5073450"/>
                  </a:lnTo>
                  <a:lnTo>
                    <a:pt x="978523" y="5073450"/>
                  </a:lnTo>
                  <a:lnTo>
                    <a:pt x="978617" y="5073450"/>
                  </a:lnTo>
                  <a:lnTo>
                    <a:pt x="978712" y="5068538"/>
                  </a:lnTo>
                  <a:lnTo>
                    <a:pt x="978806" y="5068538"/>
                  </a:lnTo>
                  <a:lnTo>
                    <a:pt x="978900" y="5068538"/>
                  </a:lnTo>
                  <a:lnTo>
                    <a:pt x="978994" y="5068538"/>
                  </a:lnTo>
                  <a:lnTo>
                    <a:pt x="979182" y="5068538"/>
                  </a:lnTo>
                  <a:lnTo>
                    <a:pt x="979465" y="5068538"/>
                  </a:lnTo>
                  <a:lnTo>
                    <a:pt x="979559" y="5068538"/>
                  </a:lnTo>
                  <a:lnTo>
                    <a:pt x="979653" y="5068538"/>
                  </a:lnTo>
                  <a:lnTo>
                    <a:pt x="979747" y="5068538"/>
                  </a:lnTo>
                  <a:lnTo>
                    <a:pt x="979841" y="5068538"/>
                  </a:lnTo>
                  <a:lnTo>
                    <a:pt x="979935" y="5068538"/>
                  </a:lnTo>
                  <a:lnTo>
                    <a:pt x="980124" y="5068538"/>
                  </a:lnTo>
                  <a:lnTo>
                    <a:pt x="980218" y="5068538"/>
                  </a:lnTo>
                  <a:lnTo>
                    <a:pt x="980312" y="5068538"/>
                  </a:lnTo>
                  <a:lnTo>
                    <a:pt x="980406" y="5068538"/>
                  </a:lnTo>
                  <a:lnTo>
                    <a:pt x="980500" y="5068538"/>
                  </a:lnTo>
                  <a:lnTo>
                    <a:pt x="980689" y="5068538"/>
                  </a:lnTo>
                  <a:lnTo>
                    <a:pt x="980783" y="5068538"/>
                  </a:lnTo>
                  <a:lnTo>
                    <a:pt x="980971" y="5068538"/>
                  </a:lnTo>
                  <a:lnTo>
                    <a:pt x="981159" y="5068538"/>
                  </a:lnTo>
                  <a:lnTo>
                    <a:pt x="981254" y="5068538"/>
                  </a:lnTo>
                  <a:lnTo>
                    <a:pt x="981348" y="5068538"/>
                  </a:lnTo>
                  <a:lnTo>
                    <a:pt x="981442" y="5068538"/>
                  </a:lnTo>
                  <a:lnTo>
                    <a:pt x="981536" y="5068538"/>
                  </a:lnTo>
                  <a:lnTo>
                    <a:pt x="981630" y="5068538"/>
                  </a:lnTo>
                  <a:lnTo>
                    <a:pt x="981819" y="5068538"/>
                  </a:lnTo>
                  <a:lnTo>
                    <a:pt x="981913" y="5068538"/>
                  </a:lnTo>
                  <a:lnTo>
                    <a:pt x="982007" y="5068538"/>
                  </a:lnTo>
                  <a:lnTo>
                    <a:pt x="982101" y="5068538"/>
                  </a:lnTo>
                  <a:lnTo>
                    <a:pt x="982195" y="5068538"/>
                  </a:lnTo>
                  <a:lnTo>
                    <a:pt x="982195" y="5063627"/>
                  </a:lnTo>
                  <a:lnTo>
                    <a:pt x="982289" y="5063627"/>
                  </a:lnTo>
                  <a:lnTo>
                    <a:pt x="982383" y="5063627"/>
                  </a:lnTo>
                  <a:lnTo>
                    <a:pt x="983796" y="5063627"/>
                  </a:lnTo>
                  <a:lnTo>
                    <a:pt x="983890" y="5063627"/>
                  </a:lnTo>
                  <a:lnTo>
                    <a:pt x="983984" y="5063627"/>
                  </a:lnTo>
                  <a:lnTo>
                    <a:pt x="984078" y="5063627"/>
                  </a:lnTo>
                  <a:lnTo>
                    <a:pt x="984172" y="5063627"/>
                  </a:lnTo>
                  <a:lnTo>
                    <a:pt x="984266" y="5058716"/>
                  </a:lnTo>
                  <a:lnTo>
                    <a:pt x="984361" y="5058716"/>
                  </a:lnTo>
                  <a:lnTo>
                    <a:pt x="984549" y="5058716"/>
                  </a:lnTo>
                  <a:lnTo>
                    <a:pt x="984643" y="5058716"/>
                  </a:lnTo>
                  <a:lnTo>
                    <a:pt x="984737" y="5058716"/>
                  </a:lnTo>
                  <a:lnTo>
                    <a:pt x="984926" y="5058716"/>
                  </a:lnTo>
                  <a:lnTo>
                    <a:pt x="985020" y="5058716"/>
                  </a:lnTo>
                  <a:lnTo>
                    <a:pt x="985114" y="5058716"/>
                  </a:lnTo>
                  <a:lnTo>
                    <a:pt x="985208" y="5058716"/>
                  </a:lnTo>
                  <a:lnTo>
                    <a:pt x="985396" y="5058716"/>
                  </a:lnTo>
                  <a:lnTo>
                    <a:pt x="985490" y="5058716"/>
                  </a:lnTo>
                  <a:lnTo>
                    <a:pt x="985585" y="5058716"/>
                  </a:lnTo>
                  <a:lnTo>
                    <a:pt x="985679" y="5058716"/>
                  </a:lnTo>
                  <a:lnTo>
                    <a:pt x="985867" y="5058716"/>
                  </a:lnTo>
                  <a:lnTo>
                    <a:pt x="986150" y="5058716"/>
                  </a:lnTo>
                  <a:lnTo>
                    <a:pt x="986244" y="5058716"/>
                  </a:lnTo>
                  <a:lnTo>
                    <a:pt x="986338" y="5058716"/>
                  </a:lnTo>
                  <a:lnTo>
                    <a:pt x="986620" y="5053804"/>
                  </a:lnTo>
                  <a:lnTo>
                    <a:pt x="986714" y="5053804"/>
                  </a:lnTo>
                  <a:lnTo>
                    <a:pt x="986809" y="5053804"/>
                  </a:lnTo>
                  <a:lnTo>
                    <a:pt x="986903" y="5053804"/>
                  </a:lnTo>
                  <a:lnTo>
                    <a:pt x="986997" y="5053804"/>
                  </a:lnTo>
                  <a:lnTo>
                    <a:pt x="987091" y="5053804"/>
                  </a:lnTo>
                  <a:lnTo>
                    <a:pt x="987185" y="5053804"/>
                  </a:lnTo>
                  <a:lnTo>
                    <a:pt x="987374" y="5053804"/>
                  </a:lnTo>
                  <a:lnTo>
                    <a:pt x="987468" y="5053804"/>
                  </a:lnTo>
                  <a:lnTo>
                    <a:pt x="987656" y="5053804"/>
                  </a:lnTo>
                  <a:lnTo>
                    <a:pt x="987750" y="5053804"/>
                  </a:lnTo>
                  <a:lnTo>
                    <a:pt x="988033" y="5053804"/>
                  </a:lnTo>
                  <a:lnTo>
                    <a:pt x="988127" y="5053804"/>
                  </a:lnTo>
                  <a:lnTo>
                    <a:pt x="988221" y="5053804"/>
                  </a:lnTo>
                  <a:lnTo>
                    <a:pt x="988315" y="5053804"/>
                  </a:lnTo>
                  <a:lnTo>
                    <a:pt x="988409" y="5053804"/>
                  </a:lnTo>
                  <a:lnTo>
                    <a:pt x="988597" y="5053804"/>
                  </a:lnTo>
                  <a:lnTo>
                    <a:pt x="988692" y="5053804"/>
                  </a:lnTo>
                  <a:lnTo>
                    <a:pt x="988786" y="5053804"/>
                  </a:lnTo>
                  <a:lnTo>
                    <a:pt x="988880" y="5053804"/>
                  </a:lnTo>
                  <a:lnTo>
                    <a:pt x="988974" y="5053804"/>
                  </a:lnTo>
                  <a:lnTo>
                    <a:pt x="989257" y="5053804"/>
                  </a:lnTo>
                  <a:lnTo>
                    <a:pt x="989351" y="5053804"/>
                  </a:lnTo>
                  <a:lnTo>
                    <a:pt x="989445" y="5053804"/>
                  </a:lnTo>
                  <a:lnTo>
                    <a:pt x="989633" y="5053804"/>
                  </a:lnTo>
                  <a:lnTo>
                    <a:pt x="989727" y="5053804"/>
                  </a:lnTo>
                  <a:lnTo>
                    <a:pt x="990010" y="5053804"/>
                  </a:lnTo>
                  <a:lnTo>
                    <a:pt x="990104" y="5053804"/>
                  </a:lnTo>
                  <a:lnTo>
                    <a:pt x="990386" y="5053804"/>
                  </a:lnTo>
                  <a:lnTo>
                    <a:pt x="990575" y="5053804"/>
                  </a:lnTo>
                  <a:lnTo>
                    <a:pt x="990669" y="5053804"/>
                  </a:lnTo>
                  <a:lnTo>
                    <a:pt x="990763" y="5053804"/>
                  </a:lnTo>
                  <a:lnTo>
                    <a:pt x="990857" y="5053804"/>
                  </a:lnTo>
                  <a:lnTo>
                    <a:pt x="990951" y="5053804"/>
                  </a:lnTo>
                  <a:lnTo>
                    <a:pt x="991045" y="5048893"/>
                  </a:lnTo>
                  <a:lnTo>
                    <a:pt x="991140" y="5048893"/>
                  </a:lnTo>
                  <a:lnTo>
                    <a:pt x="991234" y="5048893"/>
                  </a:lnTo>
                  <a:lnTo>
                    <a:pt x="991328" y="5048893"/>
                  </a:lnTo>
                  <a:lnTo>
                    <a:pt x="991422" y="5048893"/>
                  </a:lnTo>
                  <a:lnTo>
                    <a:pt x="991610" y="5048893"/>
                  </a:lnTo>
                  <a:lnTo>
                    <a:pt x="991799" y="5048893"/>
                  </a:lnTo>
                  <a:lnTo>
                    <a:pt x="991893" y="5048893"/>
                  </a:lnTo>
                  <a:lnTo>
                    <a:pt x="991987" y="5048893"/>
                  </a:lnTo>
                  <a:lnTo>
                    <a:pt x="992081" y="5048893"/>
                  </a:lnTo>
                  <a:lnTo>
                    <a:pt x="992364" y="5048893"/>
                  </a:lnTo>
                  <a:lnTo>
                    <a:pt x="992458" y="5048893"/>
                  </a:lnTo>
                  <a:lnTo>
                    <a:pt x="992552" y="5048893"/>
                  </a:lnTo>
                  <a:lnTo>
                    <a:pt x="992740" y="5048893"/>
                  </a:lnTo>
                  <a:lnTo>
                    <a:pt x="992928" y="5048893"/>
                  </a:lnTo>
                  <a:lnTo>
                    <a:pt x="993023" y="5048893"/>
                  </a:lnTo>
                  <a:lnTo>
                    <a:pt x="993117" y="5048893"/>
                  </a:lnTo>
                  <a:lnTo>
                    <a:pt x="993211" y="5048893"/>
                  </a:lnTo>
                  <a:lnTo>
                    <a:pt x="993305" y="5048893"/>
                  </a:lnTo>
                  <a:lnTo>
                    <a:pt x="993399" y="5048893"/>
                  </a:lnTo>
                  <a:lnTo>
                    <a:pt x="993493" y="5048893"/>
                  </a:lnTo>
                  <a:lnTo>
                    <a:pt x="993964" y="5048893"/>
                  </a:lnTo>
                  <a:lnTo>
                    <a:pt x="994058" y="5048893"/>
                  </a:lnTo>
                  <a:lnTo>
                    <a:pt x="994152" y="5048893"/>
                  </a:lnTo>
                  <a:lnTo>
                    <a:pt x="994341" y="5048893"/>
                  </a:lnTo>
                  <a:lnTo>
                    <a:pt x="994435" y="5048893"/>
                  </a:lnTo>
                  <a:lnTo>
                    <a:pt x="994529" y="5048893"/>
                  </a:lnTo>
                  <a:lnTo>
                    <a:pt x="994623" y="5048893"/>
                  </a:lnTo>
                  <a:lnTo>
                    <a:pt x="994812" y="5048893"/>
                  </a:lnTo>
                  <a:lnTo>
                    <a:pt x="995282" y="5048893"/>
                  </a:lnTo>
                  <a:lnTo>
                    <a:pt x="995376" y="5048893"/>
                  </a:lnTo>
                  <a:lnTo>
                    <a:pt x="995471" y="5048893"/>
                  </a:lnTo>
                  <a:lnTo>
                    <a:pt x="995659" y="5048893"/>
                  </a:lnTo>
                  <a:lnTo>
                    <a:pt x="995847" y="5048893"/>
                  </a:lnTo>
                  <a:lnTo>
                    <a:pt x="995941" y="5048893"/>
                  </a:lnTo>
                  <a:lnTo>
                    <a:pt x="996130" y="5048893"/>
                  </a:lnTo>
                  <a:lnTo>
                    <a:pt x="996318" y="5048893"/>
                  </a:lnTo>
                  <a:lnTo>
                    <a:pt x="996506" y="5048893"/>
                  </a:lnTo>
                  <a:lnTo>
                    <a:pt x="996789" y="5048893"/>
                  </a:lnTo>
                  <a:lnTo>
                    <a:pt x="996883" y="5048893"/>
                  </a:lnTo>
                  <a:lnTo>
                    <a:pt x="996977" y="5048893"/>
                  </a:lnTo>
                  <a:lnTo>
                    <a:pt x="997165" y="5048893"/>
                  </a:lnTo>
                  <a:lnTo>
                    <a:pt x="997542" y="5048893"/>
                  </a:lnTo>
                  <a:lnTo>
                    <a:pt x="997824" y="5048893"/>
                  </a:lnTo>
                  <a:lnTo>
                    <a:pt x="997824" y="5043982"/>
                  </a:lnTo>
                  <a:lnTo>
                    <a:pt x="998107" y="5043982"/>
                  </a:lnTo>
                  <a:lnTo>
                    <a:pt x="998201" y="5043982"/>
                  </a:lnTo>
                  <a:lnTo>
                    <a:pt x="998389" y="5043982"/>
                  </a:lnTo>
                  <a:lnTo>
                    <a:pt x="998483" y="5043982"/>
                  </a:lnTo>
                  <a:lnTo>
                    <a:pt x="998578" y="5043982"/>
                  </a:lnTo>
                  <a:lnTo>
                    <a:pt x="998766" y="5043982"/>
                  </a:lnTo>
                  <a:lnTo>
                    <a:pt x="998860" y="5043982"/>
                  </a:lnTo>
                  <a:lnTo>
                    <a:pt x="999048" y="5043982"/>
                  </a:lnTo>
                  <a:lnTo>
                    <a:pt x="999143" y="5043982"/>
                  </a:lnTo>
                  <a:lnTo>
                    <a:pt x="999331" y="5043982"/>
                  </a:lnTo>
                  <a:lnTo>
                    <a:pt x="999519" y="5043982"/>
                  </a:lnTo>
                  <a:lnTo>
                    <a:pt x="999613" y="5043982"/>
                  </a:lnTo>
                  <a:lnTo>
                    <a:pt x="999707" y="5043982"/>
                  </a:lnTo>
                  <a:lnTo>
                    <a:pt x="999802" y="5043982"/>
                  </a:lnTo>
                  <a:lnTo>
                    <a:pt x="999896" y="5043982"/>
                  </a:lnTo>
                  <a:lnTo>
                    <a:pt x="999990" y="5043982"/>
                  </a:lnTo>
                  <a:lnTo>
                    <a:pt x="1000084" y="5034159"/>
                  </a:lnTo>
                  <a:lnTo>
                    <a:pt x="1000178" y="5034159"/>
                  </a:lnTo>
                  <a:lnTo>
                    <a:pt x="1000367" y="5034159"/>
                  </a:lnTo>
                  <a:lnTo>
                    <a:pt x="1001026" y="5034159"/>
                  </a:lnTo>
                  <a:lnTo>
                    <a:pt x="1001120" y="5034159"/>
                  </a:lnTo>
                  <a:lnTo>
                    <a:pt x="1001214" y="5034159"/>
                  </a:lnTo>
                  <a:lnTo>
                    <a:pt x="1001308" y="5034159"/>
                  </a:lnTo>
                  <a:lnTo>
                    <a:pt x="1001590" y="5034159"/>
                  </a:lnTo>
                  <a:lnTo>
                    <a:pt x="1001779" y="5034159"/>
                  </a:lnTo>
                  <a:lnTo>
                    <a:pt x="1001873" y="5034159"/>
                  </a:lnTo>
                  <a:lnTo>
                    <a:pt x="1002061" y="5034159"/>
                  </a:lnTo>
                  <a:lnTo>
                    <a:pt x="1002250" y="5034159"/>
                  </a:lnTo>
                  <a:lnTo>
                    <a:pt x="1002250" y="5029247"/>
                  </a:lnTo>
                  <a:lnTo>
                    <a:pt x="1002344" y="5029247"/>
                  </a:lnTo>
                  <a:lnTo>
                    <a:pt x="1002438" y="5029247"/>
                  </a:lnTo>
                  <a:lnTo>
                    <a:pt x="1002532" y="5029247"/>
                  </a:lnTo>
                  <a:lnTo>
                    <a:pt x="1002720" y="5029247"/>
                  </a:lnTo>
                  <a:lnTo>
                    <a:pt x="1002814" y="5029247"/>
                  </a:lnTo>
                  <a:lnTo>
                    <a:pt x="1002909" y="5029247"/>
                  </a:lnTo>
                  <a:lnTo>
                    <a:pt x="1003003" y="5029247"/>
                  </a:lnTo>
                  <a:lnTo>
                    <a:pt x="1003097" y="5029247"/>
                  </a:lnTo>
                  <a:lnTo>
                    <a:pt x="1003285" y="5029247"/>
                  </a:lnTo>
                  <a:lnTo>
                    <a:pt x="1003379" y="5029247"/>
                  </a:lnTo>
                  <a:lnTo>
                    <a:pt x="1003474" y="5029247"/>
                  </a:lnTo>
                  <a:lnTo>
                    <a:pt x="1003850" y="5029247"/>
                  </a:lnTo>
                  <a:lnTo>
                    <a:pt x="1003944" y="5029247"/>
                  </a:lnTo>
                  <a:lnTo>
                    <a:pt x="1004038" y="5029247"/>
                  </a:lnTo>
                  <a:lnTo>
                    <a:pt x="1004133" y="5029247"/>
                  </a:lnTo>
                  <a:lnTo>
                    <a:pt x="1004227" y="5029247"/>
                  </a:lnTo>
                  <a:lnTo>
                    <a:pt x="1004509" y="5029247"/>
                  </a:lnTo>
                  <a:lnTo>
                    <a:pt x="1004603" y="5029247"/>
                  </a:lnTo>
                  <a:lnTo>
                    <a:pt x="1004698" y="5029247"/>
                  </a:lnTo>
                  <a:lnTo>
                    <a:pt x="1004792" y="5029247"/>
                  </a:lnTo>
                  <a:lnTo>
                    <a:pt x="1004886" y="5029247"/>
                  </a:lnTo>
                  <a:lnTo>
                    <a:pt x="1004980" y="5029247"/>
                  </a:lnTo>
                  <a:lnTo>
                    <a:pt x="1005074" y="5029247"/>
                  </a:lnTo>
                  <a:lnTo>
                    <a:pt x="1005262" y="5029247"/>
                  </a:lnTo>
                  <a:lnTo>
                    <a:pt x="1005357" y="5029247"/>
                  </a:lnTo>
                  <a:lnTo>
                    <a:pt x="1005451" y="5029247"/>
                  </a:lnTo>
                  <a:lnTo>
                    <a:pt x="1005639" y="5029247"/>
                  </a:lnTo>
                  <a:lnTo>
                    <a:pt x="1005733" y="5029247"/>
                  </a:lnTo>
                  <a:lnTo>
                    <a:pt x="1005827" y="5029247"/>
                  </a:lnTo>
                  <a:lnTo>
                    <a:pt x="1006110" y="5029247"/>
                  </a:lnTo>
                  <a:lnTo>
                    <a:pt x="1006298" y="5029247"/>
                  </a:lnTo>
                  <a:lnTo>
                    <a:pt x="1006392" y="5029247"/>
                  </a:lnTo>
                  <a:lnTo>
                    <a:pt x="1006581" y="5029247"/>
                  </a:lnTo>
                  <a:lnTo>
                    <a:pt x="1006675" y="5029247"/>
                  </a:lnTo>
                  <a:lnTo>
                    <a:pt x="1006863" y="5029247"/>
                  </a:lnTo>
                  <a:lnTo>
                    <a:pt x="1006957" y="5029247"/>
                  </a:lnTo>
                  <a:lnTo>
                    <a:pt x="1007145" y="5029247"/>
                  </a:lnTo>
                  <a:lnTo>
                    <a:pt x="1007334" y="5029247"/>
                  </a:lnTo>
                  <a:lnTo>
                    <a:pt x="1007428" y="5029247"/>
                  </a:lnTo>
                  <a:lnTo>
                    <a:pt x="1007616" y="5029247"/>
                  </a:lnTo>
                  <a:lnTo>
                    <a:pt x="1007899" y="5029247"/>
                  </a:lnTo>
                  <a:lnTo>
                    <a:pt x="1008181" y="5029247"/>
                  </a:lnTo>
                  <a:lnTo>
                    <a:pt x="1008275" y="5029247"/>
                  </a:lnTo>
                  <a:lnTo>
                    <a:pt x="1008558" y="5029247"/>
                  </a:lnTo>
                  <a:lnTo>
                    <a:pt x="1008746" y="5029247"/>
                  </a:lnTo>
                  <a:lnTo>
                    <a:pt x="1008934" y="5029247"/>
                  </a:lnTo>
                  <a:lnTo>
                    <a:pt x="1009217" y="5029247"/>
                  </a:lnTo>
                  <a:lnTo>
                    <a:pt x="1009311" y="5029247"/>
                  </a:lnTo>
                  <a:lnTo>
                    <a:pt x="1009499" y="5029247"/>
                  </a:lnTo>
                  <a:lnTo>
                    <a:pt x="1009876" y="5029247"/>
                  </a:lnTo>
                  <a:lnTo>
                    <a:pt x="1010064" y="5029247"/>
                  </a:lnTo>
                  <a:lnTo>
                    <a:pt x="1010158" y="5029247"/>
                  </a:lnTo>
                  <a:lnTo>
                    <a:pt x="1010441" y="5029247"/>
                  </a:lnTo>
                  <a:lnTo>
                    <a:pt x="1010629" y="5029247"/>
                  </a:lnTo>
                  <a:lnTo>
                    <a:pt x="1010723" y="5029247"/>
                  </a:lnTo>
                  <a:lnTo>
                    <a:pt x="1010912" y="5029247"/>
                  </a:lnTo>
                  <a:lnTo>
                    <a:pt x="1011006" y="5029247"/>
                  </a:lnTo>
                  <a:lnTo>
                    <a:pt x="1011100" y="5029247"/>
                  </a:lnTo>
                  <a:lnTo>
                    <a:pt x="1011194" y="5029247"/>
                  </a:lnTo>
                  <a:lnTo>
                    <a:pt x="1011288" y="5029247"/>
                  </a:lnTo>
                  <a:lnTo>
                    <a:pt x="1011382" y="5029247"/>
                  </a:lnTo>
                  <a:lnTo>
                    <a:pt x="1011571" y="5029247"/>
                  </a:lnTo>
                  <a:lnTo>
                    <a:pt x="1011759" y="5029247"/>
                  </a:lnTo>
                  <a:lnTo>
                    <a:pt x="1011853" y="5029247"/>
                  </a:lnTo>
                  <a:lnTo>
                    <a:pt x="1012230" y="5029247"/>
                  </a:lnTo>
                  <a:lnTo>
                    <a:pt x="1012324" y="5029247"/>
                  </a:lnTo>
                  <a:lnTo>
                    <a:pt x="1012418" y="5029247"/>
                  </a:lnTo>
                  <a:lnTo>
                    <a:pt x="1012512" y="5029247"/>
                  </a:lnTo>
                  <a:lnTo>
                    <a:pt x="1012606" y="5029247"/>
                  </a:lnTo>
                  <a:lnTo>
                    <a:pt x="1012700" y="5029247"/>
                  </a:lnTo>
                  <a:lnTo>
                    <a:pt x="1012795" y="5029247"/>
                  </a:lnTo>
                  <a:lnTo>
                    <a:pt x="1012889" y="5029247"/>
                  </a:lnTo>
                  <a:lnTo>
                    <a:pt x="1012983" y="5029247"/>
                  </a:lnTo>
                  <a:lnTo>
                    <a:pt x="1012983" y="5024336"/>
                  </a:lnTo>
                  <a:lnTo>
                    <a:pt x="1013077" y="5024336"/>
                  </a:lnTo>
                  <a:lnTo>
                    <a:pt x="1013171" y="5024336"/>
                  </a:lnTo>
                  <a:lnTo>
                    <a:pt x="1013265" y="5024336"/>
                  </a:lnTo>
                  <a:lnTo>
                    <a:pt x="1013360" y="5024336"/>
                  </a:lnTo>
                  <a:lnTo>
                    <a:pt x="1013548" y="5024336"/>
                  </a:lnTo>
                  <a:lnTo>
                    <a:pt x="1013924" y="5024336"/>
                  </a:lnTo>
                  <a:lnTo>
                    <a:pt x="1014019" y="5024336"/>
                  </a:lnTo>
                  <a:lnTo>
                    <a:pt x="1014113" y="5024336"/>
                  </a:lnTo>
                  <a:lnTo>
                    <a:pt x="1014207" y="5024336"/>
                  </a:lnTo>
                  <a:lnTo>
                    <a:pt x="1014301" y="5024336"/>
                  </a:lnTo>
                  <a:lnTo>
                    <a:pt x="1014301" y="5019425"/>
                  </a:lnTo>
                  <a:lnTo>
                    <a:pt x="1014395" y="5019425"/>
                  </a:lnTo>
                  <a:lnTo>
                    <a:pt x="1014772" y="5019425"/>
                  </a:lnTo>
                  <a:lnTo>
                    <a:pt x="1015054" y="5019425"/>
                  </a:lnTo>
                  <a:lnTo>
                    <a:pt x="1015148" y="5019425"/>
                  </a:lnTo>
                  <a:lnTo>
                    <a:pt x="1015243" y="5019425"/>
                  </a:lnTo>
                  <a:lnTo>
                    <a:pt x="1015337" y="5019425"/>
                  </a:lnTo>
                  <a:lnTo>
                    <a:pt x="1015431" y="5019425"/>
                  </a:lnTo>
                  <a:lnTo>
                    <a:pt x="1015619" y="5019425"/>
                  </a:lnTo>
                  <a:lnTo>
                    <a:pt x="1016278" y="5019425"/>
                  </a:lnTo>
                  <a:lnTo>
                    <a:pt x="1016372" y="5019425"/>
                  </a:lnTo>
                  <a:lnTo>
                    <a:pt x="1016467" y="5019425"/>
                  </a:lnTo>
                  <a:lnTo>
                    <a:pt x="1016561" y="5019425"/>
                  </a:lnTo>
                  <a:lnTo>
                    <a:pt x="1016655" y="5019425"/>
                  </a:lnTo>
                  <a:lnTo>
                    <a:pt x="1016937" y="5019425"/>
                  </a:lnTo>
                  <a:lnTo>
                    <a:pt x="1017031" y="5019425"/>
                  </a:lnTo>
                  <a:lnTo>
                    <a:pt x="1017220" y="5014513"/>
                  </a:lnTo>
                  <a:lnTo>
                    <a:pt x="1017408" y="5014513"/>
                  </a:lnTo>
                  <a:lnTo>
                    <a:pt x="1017502" y="5014513"/>
                  </a:lnTo>
                  <a:lnTo>
                    <a:pt x="1017691" y="5014513"/>
                  </a:lnTo>
                  <a:lnTo>
                    <a:pt x="1017785" y="5014513"/>
                  </a:lnTo>
                  <a:lnTo>
                    <a:pt x="1017879" y="5014513"/>
                  </a:lnTo>
                  <a:lnTo>
                    <a:pt x="1017973" y="5014513"/>
                  </a:lnTo>
                  <a:lnTo>
                    <a:pt x="1018067" y="5014513"/>
                  </a:lnTo>
                  <a:lnTo>
                    <a:pt x="1018161" y="5014513"/>
                  </a:lnTo>
                  <a:lnTo>
                    <a:pt x="1018350" y="5014513"/>
                  </a:lnTo>
                  <a:lnTo>
                    <a:pt x="1018632" y="5014513"/>
                  </a:lnTo>
                  <a:lnTo>
                    <a:pt x="1018726" y="5014513"/>
                  </a:lnTo>
                  <a:lnTo>
                    <a:pt x="1018914" y="5014513"/>
                  </a:lnTo>
                  <a:lnTo>
                    <a:pt x="1019103" y="5014513"/>
                  </a:lnTo>
                  <a:lnTo>
                    <a:pt x="1019103" y="5009602"/>
                  </a:lnTo>
                  <a:lnTo>
                    <a:pt x="1019291" y="5009602"/>
                  </a:lnTo>
                  <a:lnTo>
                    <a:pt x="1019479" y="5009602"/>
                  </a:lnTo>
                  <a:lnTo>
                    <a:pt x="1019574" y="5009602"/>
                  </a:lnTo>
                  <a:lnTo>
                    <a:pt x="1019950" y="5009602"/>
                  </a:lnTo>
                  <a:lnTo>
                    <a:pt x="1020044" y="5009602"/>
                  </a:lnTo>
                  <a:lnTo>
                    <a:pt x="1020233" y="5009602"/>
                  </a:lnTo>
                  <a:lnTo>
                    <a:pt x="1020327" y="5009602"/>
                  </a:lnTo>
                  <a:lnTo>
                    <a:pt x="1020609" y="5009602"/>
                  </a:lnTo>
                  <a:lnTo>
                    <a:pt x="1020798" y="5009602"/>
                  </a:lnTo>
                  <a:lnTo>
                    <a:pt x="1021080" y="5009602"/>
                  </a:lnTo>
                  <a:lnTo>
                    <a:pt x="1021174" y="5009602"/>
                  </a:lnTo>
                  <a:lnTo>
                    <a:pt x="1021457" y="5009602"/>
                  </a:lnTo>
                  <a:lnTo>
                    <a:pt x="1021645" y="5009602"/>
                  </a:lnTo>
                  <a:lnTo>
                    <a:pt x="1021739" y="5009602"/>
                  </a:lnTo>
                  <a:lnTo>
                    <a:pt x="1021927" y="5009602"/>
                  </a:lnTo>
                  <a:lnTo>
                    <a:pt x="1022116" y="5009602"/>
                  </a:lnTo>
                  <a:lnTo>
                    <a:pt x="1022210" y="5009602"/>
                  </a:lnTo>
                  <a:lnTo>
                    <a:pt x="1022492" y="5009602"/>
                  </a:lnTo>
                  <a:lnTo>
                    <a:pt x="1022586" y="5009602"/>
                  </a:lnTo>
                  <a:lnTo>
                    <a:pt x="1022681" y="5009602"/>
                  </a:lnTo>
                  <a:lnTo>
                    <a:pt x="1022775" y="5009602"/>
                  </a:lnTo>
                  <a:lnTo>
                    <a:pt x="1022869" y="5009602"/>
                  </a:lnTo>
                  <a:lnTo>
                    <a:pt x="1022963" y="5009602"/>
                  </a:lnTo>
                  <a:lnTo>
                    <a:pt x="1023434" y="5009602"/>
                  </a:lnTo>
                  <a:lnTo>
                    <a:pt x="1023528" y="5009602"/>
                  </a:lnTo>
                  <a:lnTo>
                    <a:pt x="1023716" y="5009602"/>
                  </a:lnTo>
                  <a:lnTo>
                    <a:pt x="1023810" y="5009602"/>
                  </a:lnTo>
                  <a:lnTo>
                    <a:pt x="1023999" y="5009602"/>
                  </a:lnTo>
                  <a:lnTo>
                    <a:pt x="1024093" y="5004691"/>
                  </a:lnTo>
                  <a:lnTo>
                    <a:pt x="1024281" y="5004691"/>
                  </a:lnTo>
                  <a:lnTo>
                    <a:pt x="1024375" y="5004691"/>
                  </a:lnTo>
                  <a:lnTo>
                    <a:pt x="1024658" y="5004691"/>
                  </a:lnTo>
                  <a:lnTo>
                    <a:pt x="1024752" y="5004691"/>
                  </a:lnTo>
                  <a:lnTo>
                    <a:pt x="1024846" y="5004691"/>
                  </a:lnTo>
                  <a:lnTo>
                    <a:pt x="1024940" y="5004691"/>
                  </a:lnTo>
                  <a:lnTo>
                    <a:pt x="1025034" y="5004691"/>
                  </a:lnTo>
                  <a:lnTo>
                    <a:pt x="1025129" y="5004691"/>
                  </a:lnTo>
                  <a:lnTo>
                    <a:pt x="1025223" y="5004691"/>
                  </a:lnTo>
                  <a:lnTo>
                    <a:pt x="1025223" y="4999779"/>
                  </a:lnTo>
                  <a:lnTo>
                    <a:pt x="1025411" y="4999779"/>
                  </a:lnTo>
                  <a:lnTo>
                    <a:pt x="1025505" y="4999779"/>
                  </a:lnTo>
                  <a:lnTo>
                    <a:pt x="1025693" y="4999779"/>
                  </a:lnTo>
                  <a:lnTo>
                    <a:pt x="1025882" y="4999779"/>
                  </a:lnTo>
                  <a:lnTo>
                    <a:pt x="1025976" y="4999779"/>
                  </a:lnTo>
                  <a:lnTo>
                    <a:pt x="1026070" y="4999779"/>
                  </a:lnTo>
                  <a:lnTo>
                    <a:pt x="1026164" y="4999779"/>
                  </a:lnTo>
                  <a:lnTo>
                    <a:pt x="1026353" y="4999779"/>
                  </a:lnTo>
                  <a:lnTo>
                    <a:pt x="1026447" y="4999779"/>
                  </a:lnTo>
                  <a:lnTo>
                    <a:pt x="1026823" y="4999779"/>
                  </a:lnTo>
                  <a:lnTo>
                    <a:pt x="1026917" y="4999779"/>
                  </a:lnTo>
                  <a:lnTo>
                    <a:pt x="1027294" y="4999779"/>
                  </a:lnTo>
                  <a:lnTo>
                    <a:pt x="1027388" y="4999779"/>
                  </a:lnTo>
                  <a:lnTo>
                    <a:pt x="1027482" y="4999779"/>
                  </a:lnTo>
                  <a:lnTo>
                    <a:pt x="1027671" y="4999779"/>
                  </a:lnTo>
                  <a:lnTo>
                    <a:pt x="1027765" y="4999779"/>
                  </a:lnTo>
                  <a:lnTo>
                    <a:pt x="1027859" y="4999779"/>
                  </a:lnTo>
                  <a:lnTo>
                    <a:pt x="1027953" y="4999779"/>
                  </a:lnTo>
                  <a:lnTo>
                    <a:pt x="1028047" y="4999779"/>
                  </a:lnTo>
                  <a:lnTo>
                    <a:pt x="1028141" y="4994868"/>
                  </a:lnTo>
                  <a:lnTo>
                    <a:pt x="1028141" y="4989956"/>
                  </a:lnTo>
                  <a:lnTo>
                    <a:pt x="1028236" y="4989956"/>
                  </a:lnTo>
                  <a:lnTo>
                    <a:pt x="1028330" y="4989956"/>
                  </a:lnTo>
                  <a:lnTo>
                    <a:pt x="1028518" y="4989956"/>
                  </a:lnTo>
                  <a:lnTo>
                    <a:pt x="1028612" y="4989956"/>
                  </a:lnTo>
                  <a:lnTo>
                    <a:pt x="1028706" y="4989956"/>
                  </a:lnTo>
                  <a:lnTo>
                    <a:pt x="1028800" y="4989956"/>
                  </a:lnTo>
                  <a:lnTo>
                    <a:pt x="1028895" y="4989956"/>
                  </a:lnTo>
                  <a:lnTo>
                    <a:pt x="1028989" y="4989956"/>
                  </a:lnTo>
                  <a:lnTo>
                    <a:pt x="1029083" y="4989956"/>
                  </a:lnTo>
                  <a:lnTo>
                    <a:pt x="1029271" y="4989956"/>
                  </a:lnTo>
                  <a:lnTo>
                    <a:pt x="1029365" y="4989956"/>
                  </a:lnTo>
                  <a:lnTo>
                    <a:pt x="1029742" y="4989956"/>
                  </a:lnTo>
                  <a:lnTo>
                    <a:pt x="1029836" y="4989956"/>
                  </a:lnTo>
                  <a:lnTo>
                    <a:pt x="1029930" y="4989956"/>
                  </a:lnTo>
                  <a:lnTo>
                    <a:pt x="1030119" y="4989956"/>
                  </a:lnTo>
                  <a:lnTo>
                    <a:pt x="1030213" y="4989956"/>
                  </a:lnTo>
                  <a:lnTo>
                    <a:pt x="1030401" y="4989956"/>
                  </a:lnTo>
                  <a:lnTo>
                    <a:pt x="1030495" y="4989956"/>
                  </a:lnTo>
                  <a:lnTo>
                    <a:pt x="1030589" y="4985045"/>
                  </a:lnTo>
                  <a:lnTo>
                    <a:pt x="1030684" y="4985045"/>
                  </a:lnTo>
                  <a:lnTo>
                    <a:pt x="1030778" y="4985045"/>
                  </a:lnTo>
                  <a:lnTo>
                    <a:pt x="1030966" y="4985045"/>
                  </a:lnTo>
                  <a:lnTo>
                    <a:pt x="1031060" y="4985045"/>
                  </a:lnTo>
                  <a:lnTo>
                    <a:pt x="1031154" y="4985045"/>
                  </a:lnTo>
                  <a:lnTo>
                    <a:pt x="1031437" y="4985045"/>
                  </a:lnTo>
                  <a:lnTo>
                    <a:pt x="1031531" y="4985045"/>
                  </a:lnTo>
                  <a:lnTo>
                    <a:pt x="1031625" y="4985045"/>
                  </a:lnTo>
                  <a:lnTo>
                    <a:pt x="1031719" y="4985045"/>
                  </a:lnTo>
                  <a:lnTo>
                    <a:pt x="1031907" y="4985045"/>
                  </a:lnTo>
                  <a:lnTo>
                    <a:pt x="1032002" y="4985045"/>
                  </a:lnTo>
                  <a:lnTo>
                    <a:pt x="1032190" y="4985045"/>
                  </a:lnTo>
                  <a:lnTo>
                    <a:pt x="1032284" y="4985045"/>
                  </a:lnTo>
                  <a:lnTo>
                    <a:pt x="1032378" y="4985045"/>
                  </a:lnTo>
                  <a:lnTo>
                    <a:pt x="1032472" y="4985045"/>
                  </a:lnTo>
                  <a:lnTo>
                    <a:pt x="1032567" y="4985045"/>
                  </a:lnTo>
                  <a:lnTo>
                    <a:pt x="1032849" y="4985045"/>
                  </a:lnTo>
                  <a:lnTo>
                    <a:pt x="1032943" y="4985045"/>
                  </a:lnTo>
                  <a:lnTo>
                    <a:pt x="1033226" y="4985045"/>
                  </a:lnTo>
                  <a:lnTo>
                    <a:pt x="1033320" y="4985045"/>
                  </a:lnTo>
                  <a:lnTo>
                    <a:pt x="1033696" y="4985045"/>
                  </a:lnTo>
                  <a:lnTo>
                    <a:pt x="1033885" y="4985045"/>
                  </a:lnTo>
                  <a:lnTo>
                    <a:pt x="1033979" y="4985045"/>
                  </a:lnTo>
                  <a:lnTo>
                    <a:pt x="1034073" y="4985045"/>
                  </a:lnTo>
                  <a:lnTo>
                    <a:pt x="1034450" y="4980134"/>
                  </a:lnTo>
                  <a:lnTo>
                    <a:pt x="1034638" y="4980134"/>
                  </a:lnTo>
                  <a:lnTo>
                    <a:pt x="1034732" y="4980134"/>
                  </a:lnTo>
                  <a:lnTo>
                    <a:pt x="1034920" y="4980134"/>
                  </a:lnTo>
                  <a:lnTo>
                    <a:pt x="1035297" y="4980134"/>
                  </a:lnTo>
                  <a:lnTo>
                    <a:pt x="1035485" y="4980134"/>
                  </a:lnTo>
                  <a:lnTo>
                    <a:pt x="1035674" y="4980134"/>
                  </a:lnTo>
                  <a:lnTo>
                    <a:pt x="1035768" y="4980134"/>
                  </a:lnTo>
                  <a:lnTo>
                    <a:pt x="1036050" y="4980134"/>
                  </a:lnTo>
                  <a:lnTo>
                    <a:pt x="1036238" y="4980134"/>
                  </a:lnTo>
                  <a:lnTo>
                    <a:pt x="1036333" y="4980134"/>
                  </a:lnTo>
                  <a:lnTo>
                    <a:pt x="1036521" y="4980134"/>
                  </a:lnTo>
                  <a:lnTo>
                    <a:pt x="1036709" y="4980134"/>
                  </a:lnTo>
                  <a:lnTo>
                    <a:pt x="1036898" y="4980134"/>
                  </a:lnTo>
                  <a:lnTo>
                    <a:pt x="1036992" y="4980134"/>
                  </a:lnTo>
                  <a:lnTo>
                    <a:pt x="1037180" y="4980134"/>
                  </a:lnTo>
                  <a:lnTo>
                    <a:pt x="1037180" y="4975222"/>
                  </a:lnTo>
                  <a:lnTo>
                    <a:pt x="1037368" y="4975222"/>
                  </a:lnTo>
                  <a:lnTo>
                    <a:pt x="1037462" y="4975222"/>
                  </a:lnTo>
                  <a:lnTo>
                    <a:pt x="1037557" y="4975222"/>
                  </a:lnTo>
                  <a:lnTo>
                    <a:pt x="1037651" y="4975222"/>
                  </a:lnTo>
                  <a:lnTo>
                    <a:pt x="1037745" y="4975222"/>
                  </a:lnTo>
                  <a:lnTo>
                    <a:pt x="1037933" y="4975222"/>
                  </a:lnTo>
                  <a:lnTo>
                    <a:pt x="1038122" y="4975222"/>
                  </a:lnTo>
                  <a:lnTo>
                    <a:pt x="1038404" y="4975222"/>
                  </a:lnTo>
                  <a:lnTo>
                    <a:pt x="1038781" y="4975222"/>
                  </a:lnTo>
                  <a:lnTo>
                    <a:pt x="1039063" y="4975222"/>
                  </a:lnTo>
                  <a:lnTo>
                    <a:pt x="1039157" y="4975222"/>
                  </a:lnTo>
                  <a:lnTo>
                    <a:pt x="1039346" y="4975222"/>
                  </a:lnTo>
                  <a:lnTo>
                    <a:pt x="1039440" y="4975222"/>
                  </a:lnTo>
                  <a:lnTo>
                    <a:pt x="1039534" y="4975222"/>
                  </a:lnTo>
                  <a:lnTo>
                    <a:pt x="1039628" y="4970311"/>
                  </a:lnTo>
                  <a:lnTo>
                    <a:pt x="1039722" y="4970311"/>
                  </a:lnTo>
                  <a:lnTo>
                    <a:pt x="1039816" y="4970311"/>
                  </a:lnTo>
                  <a:lnTo>
                    <a:pt x="1039910" y="4970311"/>
                  </a:lnTo>
                  <a:lnTo>
                    <a:pt x="1040099" y="4970311"/>
                  </a:lnTo>
                  <a:lnTo>
                    <a:pt x="1040381" y="4965400"/>
                  </a:lnTo>
                  <a:lnTo>
                    <a:pt x="1040569" y="4965400"/>
                  </a:lnTo>
                  <a:lnTo>
                    <a:pt x="1040664" y="4965400"/>
                  </a:lnTo>
                  <a:lnTo>
                    <a:pt x="1040852" y="4965400"/>
                  </a:lnTo>
                  <a:lnTo>
                    <a:pt x="1040946" y="4965400"/>
                  </a:lnTo>
                  <a:lnTo>
                    <a:pt x="1041040" y="4965400"/>
                  </a:lnTo>
                  <a:lnTo>
                    <a:pt x="1041134" y="4960488"/>
                  </a:lnTo>
                  <a:lnTo>
                    <a:pt x="1041229" y="4960488"/>
                  </a:lnTo>
                  <a:lnTo>
                    <a:pt x="1041511" y="4960488"/>
                  </a:lnTo>
                  <a:lnTo>
                    <a:pt x="1041605" y="4960488"/>
                  </a:lnTo>
                  <a:lnTo>
                    <a:pt x="1041699" y="4960488"/>
                  </a:lnTo>
                  <a:lnTo>
                    <a:pt x="1041793" y="4960488"/>
                  </a:lnTo>
                  <a:lnTo>
                    <a:pt x="1042264" y="4960488"/>
                  </a:lnTo>
                  <a:lnTo>
                    <a:pt x="1042358" y="4960488"/>
                  </a:lnTo>
                  <a:lnTo>
                    <a:pt x="1042641" y="4960488"/>
                  </a:lnTo>
                  <a:lnTo>
                    <a:pt x="1042923" y="4960488"/>
                  </a:lnTo>
                  <a:lnTo>
                    <a:pt x="1043017" y="4960488"/>
                  </a:lnTo>
                  <a:lnTo>
                    <a:pt x="1043112" y="4960488"/>
                  </a:lnTo>
                  <a:lnTo>
                    <a:pt x="1043206" y="4960488"/>
                  </a:lnTo>
                  <a:lnTo>
                    <a:pt x="1043300" y="4960488"/>
                  </a:lnTo>
                  <a:lnTo>
                    <a:pt x="1043394" y="4960488"/>
                  </a:lnTo>
                  <a:lnTo>
                    <a:pt x="1043865" y="4960488"/>
                  </a:lnTo>
                  <a:lnTo>
                    <a:pt x="1044241" y="4960488"/>
                  </a:lnTo>
                  <a:lnTo>
                    <a:pt x="1044336" y="4960488"/>
                  </a:lnTo>
                  <a:lnTo>
                    <a:pt x="1044430" y="4960488"/>
                  </a:lnTo>
                  <a:lnTo>
                    <a:pt x="1044524" y="4960488"/>
                  </a:lnTo>
                  <a:lnTo>
                    <a:pt x="1044618" y="4960488"/>
                  </a:lnTo>
                  <a:lnTo>
                    <a:pt x="1044900" y="4960488"/>
                  </a:lnTo>
                  <a:lnTo>
                    <a:pt x="1044995" y="4960488"/>
                  </a:lnTo>
                  <a:lnTo>
                    <a:pt x="1045183" y="4960488"/>
                  </a:lnTo>
                  <a:lnTo>
                    <a:pt x="1045277" y="4960488"/>
                  </a:lnTo>
                  <a:lnTo>
                    <a:pt x="1045371" y="4960488"/>
                  </a:lnTo>
                  <a:lnTo>
                    <a:pt x="1045465" y="4960488"/>
                  </a:lnTo>
                  <a:lnTo>
                    <a:pt x="1045560" y="4960488"/>
                  </a:lnTo>
                  <a:lnTo>
                    <a:pt x="1045842" y="4960488"/>
                  </a:lnTo>
                  <a:lnTo>
                    <a:pt x="1045936" y="4960488"/>
                  </a:lnTo>
                  <a:lnTo>
                    <a:pt x="1046030" y="4960488"/>
                  </a:lnTo>
                  <a:lnTo>
                    <a:pt x="1046313" y="4960488"/>
                  </a:lnTo>
                  <a:lnTo>
                    <a:pt x="1046407" y="4960488"/>
                  </a:lnTo>
                  <a:lnTo>
                    <a:pt x="1046501" y="4960488"/>
                  </a:lnTo>
                  <a:lnTo>
                    <a:pt x="1046595" y="4960488"/>
                  </a:lnTo>
                  <a:lnTo>
                    <a:pt x="1046878" y="4960488"/>
                  </a:lnTo>
                  <a:lnTo>
                    <a:pt x="1047066" y="4960488"/>
                  </a:lnTo>
                  <a:lnTo>
                    <a:pt x="1047160" y="4960488"/>
                  </a:lnTo>
                  <a:lnTo>
                    <a:pt x="1047160" y="4955577"/>
                  </a:lnTo>
                  <a:lnTo>
                    <a:pt x="1047348" y="4955577"/>
                  </a:lnTo>
                  <a:lnTo>
                    <a:pt x="1047443" y="4955577"/>
                  </a:lnTo>
                  <a:lnTo>
                    <a:pt x="1047537" y="4955577"/>
                  </a:lnTo>
                  <a:lnTo>
                    <a:pt x="1047631" y="4955577"/>
                  </a:lnTo>
                  <a:lnTo>
                    <a:pt x="1047819" y="4955577"/>
                  </a:lnTo>
                  <a:lnTo>
                    <a:pt x="1047913" y="4955577"/>
                  </a:lnTo>
                  <a:lnTo>
                    <a:pt x="1048008" y="4955577"/>
                  </a:lnTo>
                  <a:lnTo>
                    <a:pt x="1048008" y="4950665"/>
                  </a:lnTo>
                  <a:lnTo>
                    <a:pt x="1048102" y="4950665"/>
                  </a:lnTo>
                  <a:lnTo>
                    <a:pt x="1048290" y="4950665"/>
                  </a:lnTo>
                  <a:lnTo>
                    <a:pt x="1048384" y="4950665"/>
                  </a:lnTo>
                  <a:lnTo>
                    <a:pt x="1048667" y="4950665"/>
                  </a:lnTo>
                  <a:lnTo>
                    <a:pt x="1048855" y="4950665"/>
                  </a:lnTo>
                  <a:lnTo>
                    <a:pt x="1048949" y="4950665"/>
                  </a:lnTo>
                  <a:lnTo>
                    <a:pt x="1049137" y="4950665"/>
                  </a:lnTo>
                  <a:lnTo>
                    <a:pt x="1049231" y="4950665"/>
                  </a:lnTo>
                  <a:lnTo>
                    <a:pt x="1049326" y="4950665"/>
                  </a:lnTo>
                  <a:lnTo>
                    <a:pt x="1049608" y="4950665"/>
                  </a:lnTo>
                  <a:lnTo>
                    <a:pt x="1049702" y="4950665"/>
                  </a:lnTo>
                  <a:lnTo>
                    <a:pt x="1049796" y="4950665"/>
                  </a:lnTo>
                  <a:lnTo>
                    <a:pt x="1049985" y="4950665"/>
                  </a:lnTo>
                  <a:lnTo>
                    <a:pt x="1050173" y="4950665"/>
                  </a:lnTo>
                  <a:lnTo>
                    <a:pt x="1050267" y="4950665"/>
                  </a:lnTo>
                  <a:lnTo>
                    <a:pt x="1050361" y="4950665"/>
                  </a:lnTo>
                  <a:lnTo>
                    <a:pt x="1050550" y="4950665"/>
                  </a:lnTo>
                  <a:lnTo>
                    <a:pt x="1050644" y="4950665"/>
                  </a:lnTo>
                  <a:lnTo>
                    <a:pt x="1050738" y="4950665"/>
                  </a:lnTo>
                  <a:lnTo>
                    <a:pt x="1050832" y="4950665"/>
                  </a:lnTo>
                  <a:lnTo>
                    <a:pt x="1051303" y="4950665"/>
                  </a:lnTo>
                  <a:lnTo>
                    <a:pt x="1051491" y="4950665"/>
                  </a:lnTo>
                  <a:lnTo>
                    <a:pt x="1051585" y="4950665"/>
                  </a:lnTo>
                  <a:lnTo>
                    <a:pt x="1051679" y="4950665"/>
                  </a:lnTo>
                  <a:lnTo>
                    <a:pt x="1051774" y="4950665"/>
                  </a:lnTo>
                  <a:lnTo>
                    <a:pt x="1051774" y="4945754"/>
                  </a:lnTo>
                  <a:lnTo>
                    <a:pt x="1051868" y="4945754"/>
                  </a:lnTo>
                  <a:lnTo>
                    <a:pt x="1051962" y="4945754"/>
                  </a:lnTo>
                  <a:lnTo>
                    <a:pt x="1052056" y="4945754"/>
                  </a:lnTo>
                  <a:lnTo>
                    <a:pt x="1052150" y="4945754"/>
                  </a:lnTo>
                  <a:lnTo>
                    <a:pt x="1052244" y="4945754"/>
                  </a:lnTo>
                  <a:lnTo>
                    <a:pt x="1052433" y="4945754"/>
                  </a:lnTo>
                  <a:lnTo>
                    <a:pt x="1052527" y="4945754"/>
                  </a:lnTo>
                  <a:lnTo>
                    <a:pt x="1052621" y="4945754"/>
                  </a:lnTo>
                  <a:lnTo>
                    <a:pt x="1052715" y="4945754"/>
                  </a:lnTo>
                  <a:lnTo>
                    <a:pt x="1052903" y="4945754"/>
                  </a:lnTo>
                  <a:lnTo>
                    <a:pt x="1052998" y="4945754"/>
                  </a:lnTo>
                  <a:lnTo>
                    <a:pt x="1053186" y="4945754"/>
                  </a:lnTo>
                  <a:lnTo>
                    <a:pt x="1053280" y="4940843"/>
                  </a:lnTo>
                  <a:lnTo>
                    <a:pt x="1053468" y="4940843"/>
                  </a:lnTo>
                  <a:lnTo>
                    <a:pt x="1053657" y="4940843"/>
                  </a:lnTo>
                  <a:lnTo>
                    <a:pt x="1053845" y="4940843"/>
                  </a:lnTo>
                  <a:lnTo>
                    <a:pt x="1054222" y="4940843"/>
                  </a:lnTo>
                  <a:lnTo>
                    <a:pt x="1054316" y="4940843"/>
                  </a:lnTo>
                  <a:lnTo>
                    <a:pt x="1054410" y="4940843"/>
                  </a:lnTo>
                  <a:lnTo>
                    <a:pt x="1054504" y="4940843"/>
                  </a:lnTo>
                  <a:lnTo>
                    <a:pt x="1054786" y="4940843"/>
                  </a:lnTo>
                  <a:lnTo>
                    <a:pt x="1054881" y="4940843"/>
                  </a:lnTo>
                  <a:lnTo>
                    <a:pt x="1054975" y="4940843"/>
                  </a:lnTo>
                  <a:lnTo>
                    <a:pt x="1055069" y="4940843"/>
                  </a:lnTo>
                  <a:lnTo>
                    <a:pt x="1055163" y="4940843"/>
                  </a:lnTo>
                  <a:lnTo>
                    <a:pt x="1055257" y="4935931"/>
                  </a:lnTo>
                  <a:lnTo>
                    <a:pt x="1055351" y="4935931"/>
                  </a:lnTo>
                  <a:lnTo>
                    <a:pt x="1056858" y="4935931"/>
                  </a:lnTo>
                  <a:lnTo>
                    <a:pt x="1057234" y="4935931"/>
                  </a:lnTo>
                  <a:lnTo>
                    <a:pt x="1057329" y="4935931"/>
                  </a:lnTo>
                  <a:lnTo>
                    <a:pt x="1057517" y="4935931"/>
                  </a:lnTo>
                  <a:lnTo>
                    <a:pt x="1057611" y="4935931"/>
                  </a:lnTo>
                  <a:lnTo>
                    <a:pt x="1057705" y="4935931"/>
                  </a:lnTo>
                  <a:lnTo>
                    <a:pt x="1057799" y="4935931"/>
                  </a:lnTo>
                  <a:lnTo>
                    <a:pt x="1057988" y="4935931"/>
                  </a:lnTo>
                  <a:lnTo>
                    <a:pt x="1058082" y="4935931"/>
                  </a:lnTo>
                  <a:lnTo>
                    <a:pt x="1058270" y="4935931"/>
                  </a:lnTo>
                  <a:lnTo>
                    <a:pt x="1058364" y="4935931"/>
                  </a:lnTo>
                  <a:lnTo>
                    <a:pt x="1058458" y="4935931"/>
                  </a:lnTo>
                  <a:lnTo>
                    <a:pt x="1058553" y="4935931"/>
                  </a:lnTo>
                  <a:lnTo>
                    <a:pt x="1058741" y="4935931"/>
                  </a:lnTo>
                  <a:lnTo>
                    <a:pt x="1058835" y="4935931"/>
                  </a:lnTo>
                  <a:lnTo>
                    <a:pt x="1059023" y="4935931"/>
                  </a:lnTo>
                  <a:lnTo>
                    <a:pt x="1059117" y="4935931"/>
                  </a:lnTo>
                  <a:lnTo>
                    <a:pt x="1059212" y="4935931"/>
                  </a:lnTo>
                  <a:lnTo>
                    <a:pt x="1059306" y="4935931"/>
                  </a:lnTo>
                  <a:lnTo>
                    <a:pt x="1059494" y="4935931"/>
                  </a:lnTo>
                  <a:lnTo>
                    <a:pt x="1059682" y="4935931"/>
                  </a:lnTo>
                  <a:lnTo>
                    <a:pt x="1059777" y="4935931"/>
                  </a:lnTo>
                  <a:lnTo>
                    <a:pt x="1059871" y="4931020"/>
                  </a:lnTo>
                  <a:lnTo>
                    <a:pt x="1059965" y="4931020"/>
                  </a:lnTo>
                  <a:lnTo>
                    <a:pt x="1060059" y="4931020"/>
                  </a:lnTo>
                  <a:lnTo>
                    <a:pt x="1060153" y="4931020"/>
                  </a:lnTo>
                  <a:lnTo>
                    <a:pt x="1060341" y="4931020"/>
                  </a:lnTo>
                  <a:lnTo>
                    <a:pt x="1060436" y="4931020"/>
                  </a:lnTo>
                  <a:lnTo>
                    <a:pt x="1060530" y="4926109"/>
                  </a:lnTo>
                  <a:lnTo>
                    <a:pt x="1060718" y="4926109"/>
                  </a:lnTo>
                  <a:lnTo>
                    <a:pt x="1060906" y="4926109"/>
                  </a:lnTo>
                  <a:lnTo>
                    <a:pt x="1061001" y="4926109"/>
                  </a:lnTo>
                  <a:lnTo>
                    <a:pt x="1061095" y="4926109"/>
                  </a:lnTo>
                  <a:lnTo>
                    <a:pt x="1061377" y="4926109"/>
                  </a:lnTo>
                  <a:lnTo>
                    <a:pt x="1061660" y="4926109"/>
                  </a:lnTo>
                  <a:lnTo>
                    <a:pt x="1061754" y="4926109"/>
                  </a:lnTo>
                  <a:lnTo>
                    <a:pt x="1061848" y="4926109"/>
                  </a:lnTo>
                  <a:lnTo>
                    <a:pt x="1061942" y="4926109"/>
                  </a:lnTo>
                  <a:lnTo>
                    <a:pt x="1062413" y="4926109"/>
                  </a:lnTo>
                  <a:lnTo>
                    <a:pt x="1062507" y="4926109"/>
                  </a:lnTo>
                  <a:lnTo>
                    <a:pt x="1062601" y="4926109"/>
                  </a:lnTo>
                  <a:lnTo>
                    <a:pt x="1062884" y="4926109"/>
                  </a:lnTo>
                  <a:lnTo>
                    <a:pt x="1062978" y="4926109"/>
                  </a:lnTo>
                  <a:lnTo>
                    <a:pt x="1063166" y="4926109"/>
                  </a:lnTo>
                  <a:lnTo>
                    <a:pt x="1063354" y="4926109"/>
                  </a:lnTo>
                  <a:lnTo>
                    <a:pt x="1063448" y="4926109"/>
                  </a:lnTo>
                  <a:lnTo>
                    <a:pt x="1063637" y="4926109"/>
                  </a:lnTo>
                  <a:lnTo>
                    <a:pt x="1063825" y="4926109"/>
                  </a:lnTo>
                  <a:lnTo>
                    <a:pt x="1064013" y="4926109"/>
                  </a:lnTo>
                  <a:lnTo>
                    <a:pt x="1064108" y="4926109"/>
                  </a:lnTo>
                  <a:lnTo>
                    <a:pt x="1064202" y="4926109"/>
                  </a:lnTo>
                  <a:lnTo>
                    <a:pt x="1064296" y="4926109"/>
                  </a:lnTo>
                  <a:lnTo>
                    <a:pt x="1064484" y="4926109"/>
                  </a:lnTo>
                  <a:lnTo>
                    <a:pt x="1064578" y="4926109"/>
                  </a:lnTo>
                  <a:lnTo>
                    <a:pt x="1064672" y="4926109"/>
                  </a:lnTo>
                  <a:lnTo>
                    <a:pt x="1064767" y="4926109"/>
                  </a:lnTo>
                  <a:lnTo>
                    <a:pt x="1064861" y="4926109"/>
                  </a:lnTo>
                  <a:lnTo>
                    <a:pt x="1064955" y="4926109"/>
                  </a:lnTo>
                  <a:lnTo>
                    <a:pt x="1065143" y="4926109"/>
                  </a:lnTo>
                  <a:lnTo>
                    <a:pt x="1065237" y="4926109"/>
                  </a:lnTo>
                  <a:lnTo>
                    <a:pt x="1065520" y="4926109"/>
                  </a:lnTo>
                  <a:lnTo>
                    <a:pt x="1065614" y="4926109"/>
                  </a:lnTo>
                  <a:lnTo>
                    <a:pt x="1065708" y="4926109"/>
                  </a:lnTo>
                  <a:lnTo>
                    <a:pt x="1065802" y="4926109"/>
                  </a:lnTo>
                  <a:lnTo>
                    <a:pt x="1065896" y="4926109"/>
                  </a:lnTo>
                  <a:lnTo>
                    <a:pt x="1065991" y="4926109"/>
                  </a:lnTo>
                  <a:lnTo>
                    <a:pt x="1066085" y="4926109"/>
                  </a:lnTo>
                  <a:lnTo>
                    <a:pt x="1066179" y="4926109"/>
                  </a:lnTo>
                  <a:lnTo>
                    <a:pt x="1066367" y="4926109"/>
                  </a:lnTo>
                  <a:lnTo>
                    <a:pt x="1066461" y="4926109"/>
                  </a:lnTo>
                  <a:lnTo>
                    <a:pt x="1066932" y="4926109"/>
                  </a:lnTo>
                  <a:lnTo>
                    <a:pt x="1067026" y="4926109"/>
                  </a:lnTo>
                  <a:lnTo>
                    <a:pt x="1067120" y="4926109"/>
                  </a:lnTo>
                  <a:lnTo>
                    <a:pt x="1067591" y="4926109"/>
                  </a:lnTo>
                  <a:lnTo>
                    <a:pt x="1067685" y="4926109"/>
                  </a:lnTo>
                  <a:lnTo>
                    <a:pt x="1067779" y="4926109"/>
                  </a:lnTo>
                  <a:lnTo>
                    <a:pt x="1067968" y="4921197"/>
                  </a:lnTo>
                  <a:lnTo>
                    <a:pt x="1068062" y="4921197"/>
                  </a:lnTo>
                  <a:lnTo>
                    <a:pt x="1068156" y="4921197"/>
                  </a:lnTo>
                  <a:lnTo>
                    <a:pt x="1068250" y="4921197"/>
                  </a:lnTo>
                  <a:lnTo>
                    <a:pt x="1068344" y="4921197"/>
                  </a:lnTo>
                  <a:lnTo>
                    <a:pt x="1068439" y="4921197"/>
                  </a:lnTo>
                  <a:lnTo>
                    <a:pt x="1068627" y="4921197"/>
                  </a:lnTo>
                  <a:lnTo>
                    <a:pt x="1069098" y="4921197"/>
                  </a:lnTo>
                  <a:lnTo>
                    <a:pt x="1069192" y="4921197"/>
                  </a:lnTo>
                  <a:lnTo>
                    <a:pt x="1069380" y="4921197"/>
                  </a:lnTo>
                  <a:lnTo>
                    <a:pt x="1069663" y="4921197"/>
                  </a:lnTo>
                  <a:lnTo>
                    <a:pt x="1069757" y="4921197"/>
                  </a:lnTo>
                  <a:lnTo>
                    <a:pt x="1069851" y="4921197"/>
                  </a:lnTo>
                  <a:lnTo>
                    <a:pt x="1070133" y="4921197"/>
                  </a:lnTo>
                  <a:lnTo>
                    <a:pt x="1070227" y="4921197"/>
                  </a:lnTo>
                  <a:lnTo>
                    <a:pt x="1070322" y="4921197"/>
                  </a:lnTo>
                  <a:lnTo>
                    <a:pt x="1070510" y="4921197"/>
                  </a:lnTo>
                  <a:lnTo>
                    <a:pt x="1070698" y="4921197"/>
                  </a:lnTo>
                  <a:lnTo>
                    <a:pt x="1071263" y="4921197"/>
                  </a:lnTo>
                  <a:lnTo>
                    <a:pt x="1071451" y="4921197"/>
                  </a:lnTo>
                  <a:lnTo>
                    <a:pt x="1071546" y="4921197"/>
                  </a:lnTo>
                  <a:lnTo>
                    <a:pt x="1071734" y="4921197"/>
                  </a:lnTo>
                  <a:lnTo>
                    <a:pt x="1071828" y="4921197"/>
                  </a:lnTo>
                  <a:lnTo>
                    <a:pt x="1071922" y="4921197"/>
                  </a:lnTo>
                  <a:lnTo>
                    <a:pt x="1072110" y="4921197"/>
                  </a:lnTo>
                  <a:lnTo>
                    <a:pt x="1072205" y="4921197"/>
                  </a:lnTo>
                  <a:lnTo>
                    <a:pt x="1072299" y="4921197"/>
                  </a:lnTo>
                  <a:lnTo>
                    <a:pt x="1072393" y="4921197"/>
                  </a:lnTo>
                  <a:lnTo>
                    <a:pt x="1072487" y="4921197"/>
                  </a:lnTo>
                  <a:lnTo>
                    <a:pt x="1072581" y="4921197"/>
                  </a:lnTo>
                  <a:lnTo>
                    <a:pt x="1072675" y="4921197"/>
                  </a:lnTo>
                  <a:lnTo>
                    <a:pt x="1072864" y="4921197"/>
                  </a:lnTo>
                  <a:lnTo>
                    <a:pt x="1072958" y="4921197"/>
                  </a:lnTo>
                  <a:lnTo>
                    <a:pt x="1073146" y="4921197"/>
                  </a:lnTo>
                  <a:lnTo>
                    <a:pt x="1073240" y="4921197"/>
                  </a:lnTo>
                  <a:lnTo>
                    <a:pt x="1073617" y="4921197"/>
                  </a:lnTo>
                  <a:lnTo>
                    <a:pt x="1073711" y="4921197"/>
                  </a:lnTo>
                  <a:lnTo>
                    <a:pt x="1073805" y="4921197"/>
                  </a:lnTo>
                  <a:lnTo>
                    <a:pt x="1073899" y="4921197"/>
                  </a:lnTo>
                  <a:lnTo>
                    <a:pt x="1074088" y="4921197"/>
                  </a:lnTo>
                  <a:lnTo>
                    <a:pt x="1074276" y="4921197"/>
                  </a:lnTo>
                  <a:lnTo>
                    <a:pt x="1074653" y="4921197"/>
                  </a:lnTo>
                  <a:lnTo>
                    <a:pt x="1074747" y="4921197"/>
                  </a:lnTo>
                  <a:lnTo>
                    <a:pt x="1075217" y="4921197"/>
                  </a:lnTo>
                  <a:lnTo>
                    <a:pt x="1075312" y="4921197"/>
                  </a:lnTo>
                  <a:lnTo>
                    <a:pt x="1075406" y="4921197"/>
                  </a:lnTo>
                  <a:lnTo>
                    <a:pt x="1075500" y="4921197"/>
                  </a:lnTo>
                  <a:lnTo>
                    <a:pt x="1075594" y="4921197"/>
                  </a:lnTo>
                  <a:lnTo>
                    <a:pt x="1075877" y="4921197"/>
                  </a:lnTo>
                  <a:lnTo>
                    <a:pt x="1075971" y="4921197"/>
                  </a:lnTo>
                  <a:lnTo>
                    <a:pt x="1076159" y="4921197"/>
                  </a:lnTo>
                  <a:lnTo>
                    <a:pt x="1076536" y="4921197"/>
                  </a:lnTo>
                  <a:lnTo>
                    <a:pt x="1076724" y="4921197"/>
                  </a:lnTo>
                  <a:lnTo>
                    <a:pt x="1076818" y="4921197"/>
                  </a:lnTo>
                  <a:lnTo>
                    <a:pt x="1076912" y="4921197"/>
                  </a:lnTo>
                  <a:lnTo>
                    <a:pt x="1077006" y="4921197"/>
                  </a:lnTo>
                  <a:lnTo>
                    <a:pt x="1077101" y="4921197"/>
                  </a:lnTo>
                  <a:lnTo>
                    <a:pt x="1077195" y="4921197"/>
                  </a:lnTo>
                  <a:lnTo>
                    <a:pt x="1077289" y="4921197"/>
                  </a:lnTo>
                  <a:lnTo>
                    <a:pt x="1077571" y="4921197"/>
                  </a:lnTo>
                  <a:lnTo>
                    <a:pt x="1077665" y="4921197"/>
                  </a:lnTo>
                  <a:lnTo>
                    <a:pt x="1077665" y="4916286"/>
                  </a:lnTo>
                  <a:lnTo>
                    <a:pt x="1077760" y="4916286"/>
                  </a:lnTo>
                  <a:lnTo>
                    <a:pt x="1078042" y="4916286"/>
                  </a:lnTo>
                  <a:lnTo>
                    <a:pt x="1078136" y="4916286"/>
                  </a:lnTo>
                  <a:lnTo>
                    <a:pt x="1078325" y="4916286"/>
                  </a:lnTo>
                  <a:lnTo>
                    <a:pt x="1078513" y="4916286"/>
                  </a:lnTo>
                  <a:lnTo>
                    <a:pt x="1078795" y="4916286"/>
                  </a:lnTo>
                  <a:lnTo>
                    <a:pt x="1078889" y="4916286"/>
                  </a:lnTo>
                  <a:lnTo>
                    <a:pt x="1078984" y="4916286"/>
                  </a:lnTo>
                  <a:lnTo>
                    <a:pt x="1079078" y="4916286"/>
                  </a:lnTo>
                  <a:lnTo>
                    <a:pt x="1079548" y="4916286"/>
                  </a:lnTo>
                  <a:lnTo>
                    <a:pt x="1079643" y="4916286"/>
                  </a:lnTo>
                  <a:lnTo>
                    <a:pt x="1079737" y="4916286"/>
                  </a:lnTo>
                  <a:lnTo>
                    <a:pt x="1079831" y="4916286"/>
                  </a:lnTo>
                  <a:lnTo>
                    <a:pt x="1080019" y="4916286"/>
                  </a:lnTo>
                  <a:lnTo>
                    <a:pt x="1080113" y="4916286"/>
                  </a:lnTo>
                  <a:lnTo>
                    <a:pt x="1080302" y="4916286"/>
                  </a:lnTo>
                  <a:lnTo>
                    <a:pt x="1080396" y="4911374"/>
                  </a:lnTo>
                  <a:lnTo>
                    <a:pt x="1080490" y="4911374"/>
                  </a:lnTo>
                  <a:lnTo>
                    <a:pt x="1080584" y="4911374"/>
                  </a:lnTo>
                  <a:lnTo>
                    <a:pt x="1080678" y="4911374"/>
                  </a:lnTo>
                  <a:lnTo>
                    <a:pt x="1080772" y="4911374"/>
                  </a:lnTo>
                  <a:lnTo>
                    <a:pt x="1081149" y="4911374"/>
                  </a:lnTo>
                  <a:lnTo>
                    <a:pt x="1081337" y="4911374"/>
                  </a:lnTo>
                  <a:lnTo>
                    <a:pt x="1081432" y="4911374"/>
                  </a:lnTo>
                  <a:lnTo>
                    <a:pt x="1081620" y="4911374"/>
                  </a:lnTo>
                  <a:lnTo>
                    <a:pt x="1081902" y="4911374"/>
                  </a:lnTo>
                  <a:lnTo>
                    <a:pt x="1081996" y="4911374"/>
                  </a:lnTo>
                  <a:lnTo>
                    <a:pt x="1082091" y="4911374"/>
                  </a:lnTo>
                  <a:lnTo>
                    <a:pt x="1082279" y="4911374"/>
                  </a:lnTo>
                  <a:lnTo>
                    <a:pt x="1082373" y="4911374"/>
                  </a:lnTo>
                  <a:lnTo>
                    <a:pt x="1082561" y="4911374"/>
                  </a:lnTo>
                  <a:lnTo>
                    <a:pt x="1082656" y="4911374"/>
                  </a:lnTo>
                  <a:lnTo>
                    <a:pt x="1082750" y="4911374"/>
                  </a:lnTo>
                  <a:lnTo>
                    <a:pt x="1082844" y="4911374"/>
                  </a:lnTo>
                  <a:lnTo>
                    <a:pt x="1083126" y="4911374"/>
                  </a:lnTo>
                  <a:lnTo>
                    <a:pt x="1083220" y="4911374"/>
                  </a:lnTo>
                  <a:lnTo>
                    <a:pt x="1083315" y="4911374"/>
                  </a:lnTo>
                  <a:lnTo>
                    <a:pt x="1083409" y="4911374"/>
                  </a:lnTo>
                  <a:lnTo>
                    <a:pt x="1083691" y="4911374"/>
                  </a:lnTo>
                  <a:lnTo>
                    <a:pt x="1083785" y="4911374"/>
                  </a:lnTo>
                  <a:lnTo>
                    <a:pt x="1083974" y="4911374"/>
                  </a:lnTo>
                  <a:lnTo>
                    <a:pt x="1084068" y="4911374"/>
                  </a:lnTo>
                  <a:lnTo>
                    <a:pt x="1084444" y="4911374"/>
                  </a:lnTo>
                  <a:lnTo>
                    <a:pt x="1084539" y="4911374"/>
                  </a:lnTo>
                  <a:lnTo>
                    <a:pt x="1084633" y="4911374"/>
                  </a:lnTo>
                  <a:lnTo>
                    <a:pt x="1084633" y="4906463"/>
                  </a:lnTo>
                  <a:lnTo>
                    <a:pt x="1084727" y="4906463"/>
                  </a:lnTo>
                  <a:lnTo>
                    <a:pt x="1084915" y="4906463"/>
                  </a:lnTo>
                  <a:lnTo>
                    <a:pt x="1085292" y="4906463"/>
                  </a:lnTo>
                  <a:lnTo>
                    <a:pt x="1085480" y="4906463"/>
                  </a:lnTo>
                  <a:lnTo>
                    <a:pt x="1085668" y="4906463"/>
                  </a:lnTo>
                  <a:lnTo>
                    <a:pt x="1085763" y="4906463"/>
                  </a:lnTo>
                  <a:lnTo>
                    <a:pt x="1085857" y="4906463"/>
                  </a:lnTo>
                  <a:lnTo>
                    <a:pt x="1086045" y="4901552"/>
                  </a:lnTo>
                  <a:lnTo>
                    <a:pt x="1086233" y="4901552"/>
                  </a:lnTo>
                  <a:lnTo>
                    <a:pt x="1086516" y="4901552"/>
                  </a:lnTo>
                  <a:lnTo>
                    <a:pt x="1086704" y="4901552"/>
                  </a:lnTo>
                  <a:lnTo>
                    <a:pt x="1086798" y="4901552"/>
                  </a:lnTo>
                  <a:lnTo>
                    <a:pt x="1086892" y="4901552"/>
                  </a:lnTo>
                  <a:lnTo>
                    <a:pt x="1086987" y="4901552"/>
                  </a:lnTo>
                  <a:lnTo>
                    <a:pt x="1087081" y="4901552"/>
                  </a:lnTo>
                  <a:lnTo>
                    <a:pt x="1087175" y="4901552"/>
                  </a:lnTo>
                  <a:lnTo>
                    <a:pt x="1087363" y="4901552"/>
                  </a:lnTo>
                  <a:lnTo>
                    <a:pt x="1087457" y="4901552"/>
                  </a:lnTo>
                  <a:lnTo>
                    <a:pt x="1087740" y="4901552"/>
                  </a:lnTo>
                  <a:lnTo>
                    <a:pt x="1087834" y="4901552"/>
                  </a:lnTo>
                  <a:lnTo>
                    <a:pt x="1087928" y="4901552"/>
                  </a:lnTo>
                  <a:lnTo>
                    <a:pt x="1088116" y="4901552"/>
                  </a:lnTo>
                  <a:lnTo>
                    <a:pt x="1088305" y="4901552"/>
                  </a:lnTo>
                  <a:lnTo>
                    <a:pt x="1088399" y="4901552"/>
                  </a:lnTo>
                  <a:lnTo>
                    <a:pt x="1088493" y="4901552"/>
                  </a:lnTo>
                  <a:lnTo>
                    <a:pt x="1088681" y="4901552"/>
                  </a:lnTo>
                  <a:lnTo>
                    <a:pt x="1088775" y="4901552"/>
                  </a:lnTo>
                  <a:lnTo>
                    <a:pt x="1089246" y="4901552"/>
                  </a:lnTo>
                  <a:lnTo>
                    <a:pt x="1089434" y="4901552"/>
                  </a:lnTo>
                  <a:lnTo>
                    <a:pt x="1089529" y="4901552"/>
                  </a:lnTo>
                  <a:lnTo>
                    <a:pt x="1089905" y="4901552"/>
                  </a:lnTo>
                  <a:lnTo>
                    <a:pt x="1090376" y="4901552"/>
                  </a:lnTo>
                  <a:lnTo>
                    <a:pt x="1090470" y="4901552"/>
                  </a:lnTo>
                  <a:lnTo>
                    <a:pt x="1090564" y="4901552"/>
                  </a:lnTo>
                  <a:lnTo>
                    <a:pt x="1090658" y="4901552"/>
                  </a:lnTo>
                  <a:lnTo>
                    <a:pt x="1090658" y="4896640"/>
                  </a:lnTo>
                  <a:lnTo>
                    <a:pt x="1090847" y="4896640"/>
                  </a:lnTo>
                  <a:lnTo>
                    <a:pt x="1090941" y="4896640"/>
                  </a:lnTo>
                  <a:lnTo>
                    <a:pt x="1091694" y="4896640"/>
                  </a:lnTo>
                  <a:lnTo>
                    <a:pt x="1091788" y="4896640"/>
                  </a:lnTo>
                  <a:lnTo>
                    <a:pt x="1091882" y="4896640"/>
                  </a:lnTo>
                  <a:lnTo>
                    <a:pt x="1091977" y="4896640"/>
                  </a:lnTo>
                  <a:lnTo>
                    <a:pt x="1092071" y="4896640"/>
                  </a:lnTo>
                  <a:lnTo>
                    <a:pt x="1092259" y="4896640"/>
                  </a:lnTo>
                  <a:lnTo>
                    <a:pt x="1092447" y="4896640"/>
                  </a:lnTo>
                  <a:lnTo>
                    <a:pt x="1092542" y="4896640"/>
                  </a:lnTo>
                  <a:lnTo>
                    <a:pt x="1092730" y="4896640"/>
                  </a:lnTo>
                  <a:lnTo>
                    <a:pt x="1092824" y="4896640"/>
                  </a:lnTo>
                  <a:lnTo>
                    <a:pt x="1092918" y="4896640"/>
                  </a:lnTo>
                  <a:lnTo>
                    <a:pt x="1093295" y="4896640"/>
                  </a:lnTo>
                  <a:lnTo>
                    <a:pt x="1093389" y="4896640"/>
                  </a:lnTo>
                  <a:lnTo>
                    <a:pt x="1093483" y="4896640"/>
                  </a:lnTo>
                  <a:lnTo>
                    <a:pt x="1093577" y="4896640"/>
                  </a:lnTo>
                  <a:lnTo>
                    <a:pt x="1093765" y="4896640"/>
                  </a:lnTo>
                  <a:lnTo>
                    <a:pt x="1093954" y="4896640"/>
                  </a:lnTo>
                  <a:lnTo>
                    <a:pt x="1094048" y="4896640"/>
                  </a:lnTo>
                  <a:lnTo>
                    <a:pt x="1094236" y="4896640"/>
                  </a:lnTo>
                  <a:lnTo>
                    <a:pt x="1094425" y="4896640"/>
                  </a:lnTo>
                  <a:lnTo>
                    <a:pt x="1094519" y="4896640"/>
                  </a:lnTo>
                  <a:lnTo>
                    <a:pt x="1094613" y="4896640"/>
                  </a:lnTo>
                  <a:lnTo>
                    <a:pt x="1094895" y="4896640"/>
                  </a:lnTo>
                  <a:lnTo>
                    <a:pt x="1094989" y="4896640"/>
                  </a:lnTo>
                  <a:lnTo>
                    <a:pt x="1095084" y="4896640"/>
                  </a:lnTo>
                  <a:lnTo>
                    <a:pt x="1095272" y="4896640"/>
                  </a:lnTo>
                  <a:lnTo>
                    <a:pt x="1095743" y="4896640"/>
                  </a:lnTo>
                  <a:lnTo>
                    <a:pt x="1095837" y="4896640"/>
                  </a:lnTo>
                  <a:lnTo>
                    <a:pt x="1095931" y="4896640"/>
                  </a:lnTo>
                  <a:lnTo>
                    <a:pt x="1096308" y="4896640"/>
                  </a:lnTo>
                  <a:lnTo>
                    <a:pt x="1096496" y="4896640"/>
                  </a:lnTo>
                  <a:lnTo>
                    <a:pt x="1096873" y="4896640"/>
                  </a:lnTo>
                  <a:lnTo>
                    <a:pt x="1097061" y="4896640"/>
                  </a:lnTo>
                  <a:lnTo>
                    <a:pt x="1097155" y="4896640"/>
                  </a:lnTo>
                  <a:lnTo>
                    <a:pt x="1097437" y="4896640"/>
                  </a:lnTo>
                  <a:lnTo>
                    <a:pt x="1097532" y="4896640"/>
                  </a:lnTo>
                  <a:lnTo>
                    <a:pt x="1097626" y="4896640"/>
                  </a:lnTo>
                  <a:lnTo>
                    <a:pt x="1097720" y="4896640"/>
                  </a:lnTo>
                  <a:lnTo>
                    <a:pt x="1097908" y="4896640"/>
                  </a:lnTo>
                  <a:lnTo>
                    <a:pt x="1098002" y="4896640"/>
                  </a:lnTo>
                  <a:lnTo>
                    <a:pt x="1098096" y="4896640"/>
                  </a:lnTo>
                  <a:lnTo>
                    <a:pt x="1098191" y="4896640"/>
                  </a:lnTo>
                  <a:lnTo>
                    <a:pt x="1098285" y="4896640"/>
                  </a:lnTo>
                  <a:lnTo>
                    <a:pt x="1098379" y="4896640"/>
                  </a:lnTo>
                  <a:lnTo>
                    <a:pt x="1098661" y="4896640"/>
                  </a:lnTo>
                  <a:lnTo>
                    <a:pt x="1098756" y="4896640"/>
                  </a:lnTo>
                  <a:lnTo>
                    <a:pt x="1099132" y="4896640"/>
                  </a:lnTo>
                  <a:lnTo>
                    <a:pt x="1099320" y="4896640"/>
                  </a:lnTo>
                  <a:lnTo>
                    <a:pt x="1099509" y="4896640"/>
                  </a:lnTo>
                  <a:lnTo>
                    <a:pt x="1099603" y="4896640"/>
                  </a:lnTo>
                  <a:lnTo>
                    <a:pt x="1099697" y="4896640"/>
                  </a:lnTo>
                  <a:lnTo>
                    <a:pt x="1099885" y="4896640"/>
                  </a:lnTo>
                  <a:lnTo>
                    <a:pt x="1099980" y="4896640"/>
                  </a:lnTo>
                  <a:lnTo>
                    <a:pt x="1100074" y="4896640"/>
                  </a:lnTo>
                  <a:lnTo>
                    <a:pt x="1100168" y="4896640"/>
                  </a:lnTo>
                  <a:lnTo>
                    <a:pt x="1100262" y="4896640"/>
                  </a:lnTo>
                  <a:lnTo>
                    <a:pt x="1100450" y="4896640"/>
                  </a:lnTo>
                  <a:lnTo>
                    <a:pt x="1100639" y="4896640"/>
                  </a:lnTo>
                  <a:lnTo>
                    <a:pt x="1100733" y="4896640"/>
                  </a:lnTo>
                  <a:lnTo>
                    <a:pt x="1100827" y="4896640"/>
                  </a:lnTo>
                  <a:lnTo>
                    <a:pt x="1100921" y="4896640"/>
                  </a:lnTo>
                  <a:lnTo>
                    <a:pt x="1101109" y="4896640"/>
                  </a:lnTo>
                  <a:lnTo>
                    <a:pt x="1101298" y="4896640"/>
                  </a:lnTo>
                  <a:lnTo>
                    <a:pt x="1101486" y="4896640"/>
                  </a:lnTo>
                  <a:lnTo>
                    <a:pt x="1101580" y="4896640"/>
                  </a:lnTo>
                  <a:lnTo>
                    <a:pt x="1101768" y="4896640"/>
                  </a:lnTo>
                  <a:lnTo>
                    <a:pt x="1101863" y="4896640"/>
                  </a:lnTo>
                  <a:lnTo>
                    <a:pt x="1101957" y="4896640"/>
                  </a:lnTo>
                  <a:lnTo>
                    <a:pt x="1102051" y="4896640"/>
                  </a:lnTo>
                  <a:lnTo>
                    <a:pt x="1102239" y="4896640"/>
                  </a:lnTo>
                  <a:lnTo>
                    <a:pt x="1102333" y="4891729"/>
                  </a:lnTo>
                  <a:lnTo>
                    <a:pt x="1102427" y="4891729"/>
                  </a:lnTo>
                  <a:lnTo>
                    <a:pt x="1102522" y="4891729"/>
                  </a:lnTo>
                  <a:lnTo>
                    <a:pt x="1102804" y="4891729"/>
                  </a:lnTo>
                  <a:lnTo>
                    <a:pt x="1102898" y="4891729"/>
                  </a:lnTo>
                  <a:lnTo>
                    <a:pt x="1102992" y="4891729"/>
                  </a:lnTo>
                  <a:lnTo>
                    <a:pt x="1103087" y="4891729"/>
                  </a:lnTo>
                  <a:lnTo>
                    <a:pt x="1103181" y="4891729"/>
                  </a:lnTo>
                  <a:lnTo>
                    <a:pt x="1103369" y="4891729"/>
                  </a:lnTo>
                  <a:lnTo>
                    <a:pt x="1103746" y="4891729"/>
                  </a:lnTo>
                  <a:lnTo>
                    <a:pt x="1103840" y="4891729"/>
                  </a:lnTo>
                  <a:lnTo>
                    <a:pt x="1103934" y="4891729"/>
                  </a:lnTo>
                  <a:lnTo>
                    <a:pt x="1104028" y="4891729"/>
                  </a:lnTo>
                  <a:lnTo>
                    <a:pt x="1104122" y="4891729"/>
                  </a:lnTo>
                  <a:lnTo>
                    <a:pt x="1104216" y="4891729"/>
                  </a:lnTo>
                  <a:lnTo>
                    <a:pt x="1104405" y="4891729"/>
                  </a:lnTo>
                  <a:lnTo>
                    <a:pt x="1104499" y="4891729"/>
                  </a:lnTo>
                  <a:lnTo>
                    <a:pt x="1104970" y="4891729"/>
                  </a:lnTo>
                  <a:lnTo>
                    <a:pt x="1105064" y="4891729"/>
                  </a:lnTo>
                  <a:lnTo>
                    <a:pt x="1105346" y="4891729"/>
                  </a:lnTo>
                  <a:lnTo>
                    <a:pt x="1105440" y="4891729"/>
                  </a:lnTo>
                  <a:lnTo>
                    <a:pt x="1105817" y="4891729"/>
                  </a:lnTo>
                  <a:lnTo>
                    <a:pt x="1105911" y="4891729"/>
                  </a:lnTo>
                  <a:lnTo>
                    <a:pt x="1106005" y="4891729"/>
                  </a:lnTo>
                  <a:lnTo>
                    <a:pt x="1106194" y="4891729"/>
                  </a:lnTo>
                  <a:lnTo>
                    <a:pt x="1106288" y="4891729"/>
                  </a:lnTo>
                  <a:lnTo>
                    <a:pt x="1106382" y="4891729"/>
                  </a:lnTo>
                  <a:lnTo>
                    <a:pt x="1106476" y="4891729"/>
                  </a:lnTo>
                  <a:lnTo>
                    <a:pt x="1107323" y="4891729"/>
                  </a:lnTo>
                  <a:lnTo>
                    <a:pt x="1107418" y="4891729"/>
                  </a:lnTo>
                  <a:lnTo>
                    <a:pt x="1107512" y="4891729"/>
                  </a:lnTo>
                  <a:lnTo>
                    <a:pt x="1107606" y="4891729"/>
                  </a:lnTo>
                  <a:lnTo>
                    <a:pt x="1107700" y="4891729"/>
                  </a:lnTo>
                  <a:lnTo>
                    <a:pt x="1107794" y="4891729"/>
                  </a:lnTo>
                  <a:lnTo>
                    <a:pt x="1107888" y="4891729"/>
                  </a:lnTo>
                  <a:lnTo>
                    <a:pt x="1107982" y="4891729"/>
                  </a:lnTo>
                  <a:lnTo>
                    <a:pt x="1108171" y="4891729"/>
                  </a:lnTo>
                  <a:lnTo>
                    <a:pt x="1108265" y="4891729"/>
                  </a:lnTo>
                  <a:lnTo>
                    <a:pt x="1108359" y="4891729"/>
                  </a:lnTo>
                  <a:lnTo>
                    <a:pt x="1108453" y="4891729"/>
                  </a:lnTo>
                  <a:lnTo>
                    <a:pt x="1108642" y="4891729"/>
                  </a:lnTo>
                  <a:lnTo>
                    <a:pt x="1108736" y="4891729"/>
                  </a:lnTo>
                  <a:lnTo>
                    <a:pt x="1108830" y="4891729"/>
                  </a:lnTo>
                  <a:lnTo>
                    <a:pt x="1108924" y="4891729"/>
                  </a:lnTo>
                  <a:lnTo>
                    <a:pt x="1109112" y="4891729"/>
                  </a:lnTo>
                  <a:lnTo>
                    <a:pt x="1109206" y="4891729"/>
                  </a:lnTo>
                  <a:lnTo>
                    <a:pt x="1109301" y="4891729"/>
                  </a:lnTo>
                  <a:lnTo>
                    <a:pt x="1109395" y="4891729"/>
                  </a:lnTo>
                  <a:lnTo>
                    <a:pt x="1109489" y="4891729"/>
                  </a:lnTo>
                  <a:lnTo>
                    <a:pt x="1109771" y="4891729"/>
                  </a:lnTo>
                  <a:lnTo>
                    <a:pt x="1110054" y="4891729"/>
                  </a:lnTo>
                  <a:lnTo>
                    <a:pt x="1110242" y="4891729"/>
                  </a:lnTo>
                  <a:lnTo>
                    <a:pt x="1110336" y="4891729"/>
                  </a:lnTo>
                  <a:lnTo>
                    <a:pt x="1110336" y="4886818"/>
                  </a:lnTo>
                  <a:lnTo>
                    <a:pt x="1110525" y="4886818"/>
                  </a:lnTo>
                  <a:lnTo>
                    <a:pt x="1110619" y="4886818"/>
                  </a:lnTo>
                  <a:lnTo>
                    <a:pt x="1110807" y="4886818"/>
                  </a:lnTo>
                  <a:lnTo>
                    <a:pt x="1110901" y="4886818"/>
                  </a:lnTo>
                  <a:lnTo>
                    <a:pt x="1111184" y="4886818"/>
                  </a:lnTo>
                  <a:lnTo>
                    <a:pt x="1111278" y="4886818"/>
                  </a:lnTo>
                  <a:lnTo>
                    <a:pt x="1111372" y="4886818"/>
                  </a:lnTo>
                  <a:lnTo>
                    <a:pt x="1111749" y="4886818"/>
                  </a:lnTo>
                  <a:lnTo>
                    <a:pt x="1111843" y="4886818"/>
                  </a:lnTo>
                  <a:lnTo>
                    <a:pt x="1111937" y="4886818"/>
                  </a:lnTo>
                  <a:lnTo>
                    <a:pt x="1112031" y="4886818"/>
                  </a:lnTo>
                  <a:lnTo>
                    <a:pt x="1112125" y="4886818"/>
                  </a:lnTo>
                  <a:lnTo>
                    <a:pt x="1112219" y="4886818"/>
                  </a:lnTo>
                  <a:lnTo>
                    <a:pt x="1112408" y="4886818"/>
                  </a:lnTo>
                  <a:lnTo>
                    <a:pt x="1112784" y="4886818"/>
                  </a:lnTo>
                  <a:lnTo>
                    <a:pt x="1112878" y="4886818"/>
                  </a:lnTo>
                  <a:lnTo>
                    <a:pt x="1113067" y="4886818"/>
                  </a:lnTo>
                  <a:lnTo>
                    <a:pt x="1113443" y="4886818"/>
                  </a:lnTo>
                  <a:lnTo>
                    <a:pt x="1113537" y="4886818"/>
                  </a:lnTo>
                  <a:lnTo>
                    <a:pt x="1113726" y="4886818"/>
                  </a:lnTo>
                  <a:lnTo>
                    <a:pt x="1114008" y="4886818"/>
                  </a:lnTo>
                  <a:lnTo>
                    <a:pt x="1114385" y="4886818"/>
                  </a:lnTo>
                  <a:lnTo>
                    <a:pt x="1114479" y="4886818"/>
                  </a:lnTo>
                  <a:lnTo>
                    <a:pt x="1114667" y="4886818"/>
                  </a:lnTo>
                  <a:lnTo>
                    <a:pt x="1114761" y="4886818"/>
                  </a:lnTo>
                  <a:lnTo>
                    <a:pt x="1115044" y="4886818"/>
                  </a:lnTo>
                  <a:lnTo>
                    <a:pt x="1115138" y="4886818"/>
                  </a:lnTo>
                  <a:lnTo>
                    <a:pt x="1115420" y="4886818"/>
                  </a:lnTo>
                  <a:lnTo>
                    <a:pt x="1115515" y="4886818"/>
                  </a:lnTo>
                  <a:lnTo>
                    <a:pt x="1115609" y="4886818"/>
                  </a:lnTo>
                  <a:lnTo>
                    <a:pt x="1115797" y="4886818"/>
                  </a:lnTo>
                  <a:lnTo>
                    <a:pt x="1116080" y="4886818"/>
                  </a:lnTo>
                  <a:lnTo>
                    <a:pt x="1116174" y="4886818"/>
                  </a:lnTo>
                  <a:lnTo>
                    <a:pt x="1116550" y="4886818"/>
                  </a:lnTo>
                  <a:lnTo>
                    <a:pt x="1116644" y="4886818"/>
                  </a:lnTo>
                  <a:lnTo>
                    <a:pt x="1116739" y="4886818"/>
                  </a:lnTo>
                  <a:lnTo>
                    <a:pt x="1117209" y="4886818"/>
                  </a:lnTo>
                  <a:lnTo>
                    <a:pt x="1117398" y="4886818"/>
                  </a:lnTo>
                  <a:lnTo>
                    <a:pt x="1117492" y="4886818"/>
                  </a:lnTo>
                  <a:lnTo>
                    <a:pt x="1117586" y="4886818"/>
                  </a:lnTo>
                  <a:lnTo>
                    <a:pt x="1117774" y="4886818"/>
                  </a:lnTo>
                  <a:lnTo>
                    <a:pt x="1117868" y="4886818"/>
                  </a:lnTo>
                  <a:lnTo>
                    <a:pt x="1118057" y="4886818"/>
                  </a:lnTo>
                  <a:lnTo>
                    <a:pt x="1118339" y="4886818"/>
                  </a:lnTo>
                  <a:lnTo>
                    <a:pt x="1119187" y="4886818"/>
                  </a:lnTo>
                  <a:lnTo>
                    <a:pt x="1119281" y="4886818"/>
                  </a:lnTo>
                  <a:lnTo>
                    <a:pt x="1119375" y="4886818"/>
                  </a:lnTo>
                  <a:lnTo>
                    <a:pt x="1119563" y="4886818"/>
                  </a:lnTo>
                  <a:lnTo>
                    <a:pt x="1119657" y="4886818"/>
                  </a:lnTo>
                  <a:lnTo>
                    <a:pt x="1119751" y="4886818"/>
                  </a:lnTo>
                  <a:lnTo>
                    <a:pt x="1119846" y="4886818"/>
                  </a:lnTo>
                  <a:lnTo>
                    <a:pt x="1119940" y="4886818"/>
                  </a:lnTo>
                  <a:lnTo>
                    <a:pt x="1120128" y="4886818"/>
                  </a:lnTo>
                  <a:lnTo>
                    <a:pt x="1120222" y="4886818"/>
                  </a:lnTo>
                  <a:lnTo>
                    <a:pt x="1120222" y="4881906"/>
                  </a:lnTo>
                  <a:lnTo>
                    <a:pt x="1120505" y="4881906"/>
                  </a:lnTo>
                  <a:lnTo>
                    <a:pt x="1120599" y="4881906"/>
                  </a:lnTo>
                  <a:lnTo>
                    <a:pt x="1120693" y="4881906"/>
                  </a:lnTo>
                  <a:lnTo>
                    <a:pt x="1120787" y="4881906"/>
                  </a:lnTo>
                  <a:lnTo>
                    <a:pt x="1120975" y="4881906"/>
                  </a:lnTo>
                  <a:lnTo>
                    <a:pt x="1121070" y="4881906"/>
                  </a:lnTo>
                  <a:lnTo>
                    <a:pt x="1121258" y="4881906"/>
                  </a:lnTo>
                  <a:lnTo>
                    <a:pt x="1121446" y="4881906"/>
                  </a:lnTo>
                  <a:lnTo>
                    <a:pt x="1121635" y="4881906"/>
                  </a:lnTo>
                  <a:lnTo>
                    <a:pt x="1121729" y="4881906"/>
                  </a:lnTo>
                  <a:lnTo>
                    <a:pt x="1121823" y="4881906"/>
                  </a:lnTo>
                  <a:lnTo>
                    <a:pt x="1121917" y="4881906"/>
                  </a:lnTo>
                  <a:lnTo>
                    <a:pt x="1122105" y="4881906"/>
                  </a:lnTo>
                  <a:lnTo>
                    <a:pt x="1122199" y="4881906"/>
                  </a:lnTo>
                  <a:lnTo>
                    <a:pt x="1122294" y="4881906"/>
                  </a:lnTo>
                  <a:lnTo>
                    <a:pt x="1122388" y="4881906"/>
                  </a:lnTo>
                  <a:lnTo>
                    <a:pt x="1122388" y="4876995"/>
                  </a:lnTo>
                  <a:lnTo>
                    <a:pt x="1122670" y="4876995"/>
                  </a:lnTo>
                  <a:lnTo>
                    <a:pt x="1122764" y="4876995"/>
                  </a:lnTo>
                  <a:lnTo>
                    <a:pt x="1122859" y="4876995"/>
                  </a:lnTo>
                  <a:lnTo>
                    <a:pt x="1123235" y="4876995"/>
                  </a:lnTo>
                  <a:lnTo>
                    <a:pt x="1123423" y="4876995"/>
                  </a:lnTo>
                  <a:lnTo>
                    <a:pt x="1123612" y="4876995"/>
                  </a:lnTo>
                  <a:lnTo>
                    <a:pt x="1123706" y="4876995"/>
                  </a:lnTo>
                  <a:lnTo>
                    <a:pt x="1123800" y="4876995"/>
                  </a:lnTo>
                  <a:lnTo>
                    <a:pt x="1123988" y="4876995"/>
                  </a:lnTo>
                  <a:lnTo>
                    <a:pt x="1124082" y="4876995"/>
                  </a:lnTo>
                  <a:lnTo>
                    <a:pt x="1124177" y="4876995"/>
                  </a:lnTo>
                  <a:lnTo>
                    <a:pt x="1124365" y="4876995"/>
                  </a:lnTo>
                  <a:lnTo>
                    <a:pt x="1124647" y="4876995"/>
                  </a:lnTo>
                  <a:lnTo>
                    <a:pt x="1124930" y="4876995"/>
                  </a:lnTo>
                  <a:lnTo>
                    <a:pt x="1124930" y="4867172"/>
                  </a:lnTo>
                  <a:lnTo>
                    <a:pt x="1125495" y="4867172"/>
                  </a:lnTo>
                  <a:lnTo>
                    <a:pt x="1125683" y="4867172"/>
                  </a:lnTo>
                  <a:lnTo>
                    <a:pt x="1125777" y="4867172"/>
                  </a:lnTo>
                  <a:lnTo>
                    <a:pt x="1125966" y="4867172"/>
                  </a:lnTo>
                  <a:lnTo>
                    <a:pt x="1126248" y="4862261"/>
                  </a:lnTo>
                  <a:lnTo>
                    <a:pt x="1126436" y="4862261"/>
                  </a:lnTo>
                  <a:lnTo>
                    <a:pt x="1126719" y="4862261"/>
                  </a:lnTo>
                  <a:lnTo>
                    <a:pt x="1126813" y="4862261"/>
                  </a:lnTo>
                  <a:lnTo>
                    <a:pt x="1127095" y="4862261"/>
                  </a:lnTo>
                  <a:lnTo>
                    <a:pt x="1127190" y="4862261"/>
                  </a:lnTo>
                  <a:lnTo>
                    <a:pt x="1127284" y="4862261"/>
                  </a:lnTo>
                  <a:lnTo>
                    <a:pt x="1127472" y="4862261"/>
                  </a:lnTo>
                  <a:lnTo>
                    <a:pt x="1127566" y="4862261"/>
                  </a:lnTo>
                  <a:lnTo>
                    <a:pt x="1127754" y="4862261"/>
                  </a:lnTo>
                  <a:lnTo>
                    <a:pt x="1127849" y="4862261"/>
                  </a:lnTo>
                  <a:lnTo>
                    <a:pt x="1128037" y="4862261"/>
                  </a:lnTo>
                  <a:lnTo>
                    <a:pt x="1128131" y="4862261"/>
                  </a:lnTo>
                  <a:lnTo>
                    <a:pt x="1128225" y="4862261"/>
                  </a:lnTo>
                  <a:lnTo>
                    <a:pt x="1128413" y="4862261"/>
                  </a:lnTo>
                  <a:lnTo>
                    <a:pt x="1128508" y="4862261"/>
                  </a:lnTo>
                  <a:lnTo>
                    <a:pt x="1128602" y="4862261"/>
                  </a:lnTo>
                  <a:lnTo>
                    <a:pt x="1128884" y="4862261"/>
                  </a:lnTo>
                  <a:lnTo>
                    <a:pt x="1128978" y="4862261"/>
                  </a:lnTo>
                  <a:lnTo>
                    <a:pt x="1129073" y="4862261"/>
                  </a:lnTo>
                  <a:lnTo>
                    <a:pt x="1129167" y="4862261"/>
                  </a:lnTo>
                  <a:lnTo>
                    <a:pt x="1129261" y="4862261"/>
                  </a:lnTo>
                  <a:lnTo>
                    <a:pt x="1129449" y="4862261"/>
                  </a:lnTo>
                  <a:lnTo>
                    <a:pt x="1129637" y="4862261"/>
                  </a:lnTo>
                  <a:lnTo>
                    <a:pt x="1130014" y="4862261"/>
                  </a:lnTo>
                  <a:lnTo>
                    <a:pt x="1130202" y="4857349"/>
                  </a:lnTo>
                  <a:lnTo>
                    <a:pt x="1130297" y="4857349"/>
                  </a:lnTo>
                  <a:lnTo>
                    <a:pt x="1130391" y="4857349"/>
                  </a:lnTo>
                  <a:lnTo>
                    <a:pt x="1130485" y="4857349"/>
                  </a:lnTo>
                  <a:lnTo>
                    <a:pt x="1130579" y="4857349"/>
                  </a:lnTo>
                  <a:lnTo>
                    <a:pt x="1130767" y="4857349"/>
                  </a:lnTo>
                  <a:lnTo>
                    <a:pt x="1130861" y="4857349"/>
                  </a:lnTo>
                  <a:lnTo>
                    <a:pt x="1131050" y="4857349"/>
                  </a:lnTo>
                  <a:lnTo>
                    <a:pt x="1131238" y="4857349"/>
                  </a:lnTo>
                  <a:lnTo>
                    <a:pt x="1131332" y="4857349"/>
                  </a:lnTo>
                  <a:lnTo>
                    <a:pt x="1131426" y="4857349"/>
                  </a:lnTo>
                  <a:lnTo>
                    <a:pt x="1131521" y="4857349"/>
                  </a:lnTo>
                  <a:lnTo>
                    <a:pt x="1131615" y="4857349"/>
                  </a:lnTo>
                  <a:lnTo>
                    <a:pt x="1131803" y="4857349"/>
                  </a:lnTo>
                  <a:lnTo>
                    <a:pt x="1131897" y="4857349"/>
                  </a:lnTo>
                  <a:lnTo>
                    <a:pt x="1132085" y="4857349"/>
                  </a:lnTo>
                  <a:lnTo>
                    <a:pt x="1132180" y="4857349"/>
                  </a:lnTo>
                  <a:lnTo>
                    <a:pt x="1132650" y="4857349"/>
                  </a:lnTo>
                  <a:lnTo>
                    <a:pt x="1132744" y="4857349"/>
                  </a:lnTo>
                  <a:lnTo>
                    <a:pt x="1132933" y="4857349"/>
                  </a:lnTo>
                  <a:lnTo>
                    <a:pt x="1133027" y="4857349"/>
                  </a:lnTo>
                  <a:lnTo>
                    <a:pt x="1133121" y="4857349"/>
                  </a:lnTo>
                  <a:lnTo>
                    <a:pt x="1133215" y="4857349"/>
                  </a:lnTo>
                  <a:lnTo>
                    <a:pt x="1133404" y="4857349"/>
                  </a:lnTo>
                  <a:lnTo>
                    <a:pt x="1133498" y="4857349"/>
                  </a:lnTo>
                  <a:lnTo>
                    <a:pt x="1133686" y="4852438"/>
                  </a:lnTo>
                  <a:lnTo>
                    <a:pt x="1133780" y="4852438"/>
                  </a:lnTo>
                  <a:lnTo>
                    <a:pt x="1133874" y="4852438"/>
                  </a:lnTo>
                  <a:lnTo>
                    <a:pt x="1133968" y="4852438"/>
                  </a:lnTo>
                  <a:lnTo>
                    <a:pt x="1134251" y="4852438"/>
                  </a:lnTo>
                  <a:lnTo>
                    <a:pt x="1134345" y="4852438"/>
                  </a:lnTo>
                  <a:lnTo>
                    <a:pt x="1134345" y="4847527"/>
                  </a:lnTo>
                  <a:lnTo>
                    <a:pt x="1134533" y="4847527"/>
                  </a:lnTo>
                  <a:lnTo>
                    <a:pt x="1134722" y="4847527"/>
                  </a:lnTo>
                  <a:lnTo>
                    <a:pt x="1134910" y="4847527"/>
                  </a:lnTo>
                  <a:lnTo>
                    <a:pt x="1135004" y="4847527"/>
                  </a:lnTo>
                  <a:lnTo>
                    <a:pt x="1135098" y="4847527"/>
                  </a:lnTo>
                  <a:lnTo>
                    <a:pt x="1135192" y="4847527"/>
                  </a:lnTo>
                  <a:lnTo>
                    <a:pt x="1135381" y="4847527"/>
                  </a:lnTo>
                  <a:lnTo>
                    <a:pt x="1135569" y="4847527"/>
                  </a:lnTo>
                  <a:lnTo>
                    <a:pt x="1135946" y="4847527"/>
                  </a:lnTo>
                  <a:lnTo>
                    <a:pt x="1136228" y="4847527"/>
                  </a:lnTo>
                  <a:lnTo>
                    <a:pt x="1136322" y="4847527"/>
                  </a:lnTo>
                  <a:lnTo>
                    <a:pt x="1136416" y="4847527"/>
                  </a:lnTo>
                  <a:lnTo>
                    <a:pt x="1136511" y="4847527"/>
                  </a:lnTo>
                  <a:lnTo>
                    <a:pt x="1136699" y="4847527"/>
                  </a:lnTo>
                  <a:lnTo>
                    <a:pt x="1136793" y="4847527"/>
                  </a:lnTo>
                  <a:lnTo>
                    <a:pt x="1136887" y="4847527"/>
                  </a:lnTo>
                  <a:lnTo>
                    <a:pt x="1137075" y="4847527"/>
                  </a:lnTo>
                  <a:lnTo>
                    <a:pt x="1137170" y="4847527"/>
                  </a:lnTo>
                  <a:lnTo>
                    <a:pt x="1137264" y="4847527"/>
                  </a:lnTo>
                  <a:lnTo>
                    <a:pt x="1137358" y="4847527"/>
                  </a:lnTo>
                  <a:lnTo>
                    <a:pt x="1137452" y="4847527"/>
                  </a:lnTo>
                  <a:lnTo>
                    <a:pt x="1137546" y="4847527"/>
                  </a:lnTo>
                  <a:lnTo>
                    <a:pt x="1137640" y="4847527"/>
                  </a:lnTo>
                  <a:lnTo>
                    <a:pt x="1137735" y="4847527"/>
                  </a:lnTo>
                  <a:lnTo>
                    <a:pt x="1138111" y="4847527"/>
                  </a:lnTo>
                  <a:lnTo>
                    <a:pt x="1138205" y="4847527"/>
                  </a:lnTo>
                  <a:lnTo>
                    <a:pt x="1138299" y="4847527"/>
                  </a:lnTo>
                  <a:lnTo>
                    <a:pt x="1140277" y="4847527"/>
                  </a:lnTo>
                  <a:lnTo>
                    <a:pt x="1140559" y="4842615"/>
                  </a:lnTo>
                  <a:lnTo>
                    <a:pt x="1140747" y="4842615"/>
                  </a:lnTo>
                  <a:lnTo>
                    <a:pt x="1140842" y="4842615"/>
                  </a:lnTo>
                  <a:lnTo>
                    <a:pt x="1140936" y="4842615"/>
                  </a:lnTo>
                  <a:lnTo>
                    <a:pt x="1141030" y="4842615"/>
                  </a:lnTo>
                  <a:lnTo>
                    <a:pt x="1141124" y="4842615"/>
                  </a:lnTo>
                  <a:lnTo>
                    <a:pt x="1141218" y="4842615"/>
                  </a:lnTo>
                  <a:lnTo>
                    <a:pt x="1141312" y="4842615"/>
                  </a:lnTo>
                  <a:lnTo>
                    <a:pt x="1141406" y="4842615"/>
                  </a:lnTo>
                  <a:lnTo>
                    <a:pt x="1141501" y="4842615"/>
                  </a:lnTo>
                  <a:lnTo>
                    <a:pt x="1141595" y="4842615"/>
                  </a:lnTo>
                  <a:lnTo>
                    <a:pt x="1141689" y="4842615"/>
                  </a:lnTo>
                  <a:lnTo>
                    <a:pt x="1141783" y="4842615"/>
                  </a:lnTo>
                  <a:lnTo>
                    <a:pt x="1141877" y="4842615"/>
                  </a:lnTo>
                  <a:lnTo>
                    <a:pt x="1142254" y="4842615"/>
                  </a:lnTo>
                  <a:lnTo>
                    <a:pt x="1142442" y="4842615"/>
                  </a:lnTo>
                  <a:lnTo>
                    <a:pt x="1142536" y="4842615"/>
                  </a:lnTo>
                  <a:lnTo>
                    <a:pt x="1142630" y="4842615"/>
                  </a:lnTo>
                  <a:lnTo>
                    <a:pt x="1142725" y="4842615"/>
                  </a:lnTo>
                  <a:lnTo>
                    <a:pt x="1142913" y="4842615"/>
                  </a:lnTo>
                  <a:lnTo>
                    <a:pt x="1143195" y="4842615"/>
                  </a:lnTo>
                  <a:lnTo>
                    <a:pt x="1143384" y="4842615"/>
                  </a:lnTo>
                  <a:lnTo>
                    <a:pt x="1143478" y="4842615"/>
                  </a:lnTo>
                  <a:lnTo>
                    <a:pt x="1143572" y="4842615"/>
                  </a:lnTo>
                  <a:lnTo>
                    <a:pt x="1143760" y="4842615"/>
                  </a:lnTo>
                  <a:lnTo>
                    <a:pt x="1143854" y="4842615"/>
                  </a:lnTo>
                  <a:lnTo>
                    <a:pt x="1143949" y="4842615"/>
                  </a:lnTo>
                  <a:lnTo>
                    <a:pt x="1144043" y="4842615"/>
                  </a:lnTo>
                  <a:lnTo>
                    <a:pt x="1144231" y="4842615"/>
                  </a:lnTo>
                  <a:lnTo>
                    <a:pt x="1144325" y="4842615"/>
                  </a:lnTo>
                  <a:lnTo>
                    <a:pt x="1144419" y="4842615"/>
                  </a:lnTo>
                  <a:lnTo>
                    <a:pt x="1144514" y="4842615"/>
                  </a:lnTo>
                  <a:lnTo>
                    <a:pt x="1144702" y="4842615"/>
                  </a:lnTo>
                  <a:lnTo>
                    <a:pt x="1144796" y="4842615"/>
                  </a:lnTo>
                  <a:lnTo>
                    <a:pt x="1144984" y="4842615"/>
                  </a:lnTo>
                  <a:lnTo>
                    <a:pt x="1145173" y="4842615"/>
                  </a:lnTo>
                  <a:lnTo>
                    <a:pt x="1145267" y="4842615"/>
                  </a:lnTo>
                  <a:lnTo>
                    <a:pt x="1145361" y="4842615"/>
                  </a:lnTo>
                  <a:lnTo>
                    <a:pt x="1145549" y="4842615"/>
                  </a:lnTo>
                  <a:lnTo>
                    <a:pt x="1145643" y="4842615"/>
                  </a:lnTo>
                  <a:lnTo>
                    <a:pt x="1145737" y="4842615"/>
                  </a:lnTo>
                  <a:lnTo>
                    <a:pt x="1145832" y="4842615"/>
                  </a:lnTo>
                  <a:lnTo>
                    <a:pt x="1145926" y="4842615"/>
                  </a:lnTo>
                  <a:lnTo>
                    <a:pt x="1146020" y="4842615"/>
                  </a:lnTo>
                  <a:lnTo>
                    <a:pt x="1146114" y="4842615"/>
                  </a:lnTo>
                  <a:lnTo>
                    <a:pt x="1146397" y="4842615"/>
                  </a:lnTo>
                  <a:lnTo>
                    <a:pt x="1146491" y="4842615"/>
                  </a:lnTo>
                  <a:lnTo>
                    <a:pt x="1146585" y="4842615"/>
                  </a:lnTo>
                  <a:lnTo>
                    <a:pt x="1147150" y="4842615"/>
                  </a:lnTo>
                  <a:lnTo>
                    <a:pt x="1147338" y="4842615"/>
                  </a:lnTo>
                  <a:lnTo>
                    <a:pt x="1147621" y="4842615"/>
                  </a:lnTo>
                  <a:lnTo>
                    <a:pt x="1147715" y="4842615"/>
                  </a:lnTo>
                  <a:lnTo>
                    <a:pt x="1148185" y="4842615"/>
                  </a:lnTo>
                  <a:lnTo>
                    <a:pt x="1148185" y="4837704"/>
                  </a:lnTo>
                  <a:lnTo>
                    <a:pt x="1148374" y="4837704"/>
                  </a:lnTo>
                  <a:lnTo>
                    <a:pt x="1148562" y="4837704"/>
                  </a:lnTo>
                  <a:lnTo>
                    <a:pt x="1148656" y="4837704"/>
                  </a:lnTo>
                  <a:lnTo>
                    <a:pt x="1148750" y="4837704"/>
                  </a:lnTo>
                  <a:lnTo>
                    <a:pt x="1148845" y="4837704"/>
                  </a:lnTo>
                  <a:lnTo>
                    <a:pt x="1148939" y="4837704"/>
                  </a:lnTo>
                  <a:lnTo>
                    <a:pt x="1149033" y="4837704"/>
                  </a:lnTo>
                  <a:lnTo>
                    <a:pt x="1149127" y="4837704"/>
                  </a:lnTo>
                  <a:lnTo>
                    <a:pt x="1149221" y="4837704"/>
                  </a:lnTo>
                  <a:lnTo>
                    <a:pt x="1149504" y="4837704"/>
                  </a:lnTo>
                  <a:lnTo>
                    <a:pt x="1149598" y="4837704"/>
                  </a:lnTo>
                  <a:lnTo>
                    <a:pt x="1149692" y="4837704"/>
                  </a:lnTo>
                  <a:lnTo>
                    <a:pt x="1149786" y="4837704"/>
                  </a:lnTo>
                  <a:lnTo>
                    <a:pt x="1150068" y="4837704"/>
                  </a:lnTo>
                  <a:lnTo>
                    <a:pt x="1150163" y="4837704"/>
                  </a:lnTo>
                  <a:lnTo>
                    <a:pt x="1150257" y="4837704"/>
                  </a:lnTo>
                  <a:lnTo>
                    <a:pt x="1150351" y="4837704"/>
                  </a:lnTo>
                  <a:lnTo>
                    <a:pt x="1150445" y="4837704"/>
                  </a:lnTo>
                  <a:lnTo>
                    <a:pt x="1150728" y="4837704"/>
                  </a:lnTo>
                  <a:lnTo>
                    <a:pt x="1150822" y="4837704"/>
                  </a:lnTo>
                  <a:lnTo>
                    <a:pt x="1150916" y="4837704"/>
                  </a:lnTo>
                  <a:lnTo>
                    <a:pt x="1151010" y="4837704"/>
                  </a:lnTo>
                  <a:lnTo>
                    <a:pt x="1151104" y="4837704"/>
                  </a:lnTo>
                  <a:lnTo>
                    <a:pt x="1151198" y="4837704"/>
                  </a:lnTo>
                  <a:lnTo>
                    <a:pt x="1151292" y="4837704"/>
                  </a:lnTo>
                  <a:lnTo>
                    <a:pt x="1151575" y="4837704"/>
                  </a:lnTo>
                  <a:lnTo>
                    <a:pt x="1151857" y="4837704"/>
                  </a:lnTo>
                  <a:lnTo>
                    <a:pt x="1151952" y="4837704"/>
                  </a:lnTo>
                  <a:lnTo>
                    <a:pt x="1152140" y="4837704"/>
                  </a:lnTo>
                  <a:lnTo>
                    <a:pt x="1152328" y="4837704"/>
                  </a:lnTo>
                  <a:lnTo>
                    <a:pt x="1152611" y="4837704"/>
                  </a:lnTo>
                  <a:lnTo>
                    <a:pt x="1152705" y="4837704"/>
                  </a:lnTo>
                  <a:lnTo>
                    <a:pt x="1152893" y="4832792"/>
                  </a:lnTo>
                  <a:lnTo>
                    <a:pt x="1152987" y="4832792"/>
                  </a:lnTo>
                  <a:lnTo>
                    <a:pt x="1153081" y="4832792"/>
                  </a:lnTo>
                  <a:lnTo>
                    <a:pt x="1153364" y="4832792"/>
                  </a:lnTo>
                  <a:lnTo>
                    <a:pt x="1153552" y="4832792"/>
                  </a:lnTo>
                  <a:lnTo>
                    <a:pt x="1153929" y="4832792"/>
                  </a:lnTo>
                  <a:lnTo>
                    <a:pt x="1154117" y="4832792"/>
                  </a:lnTo>
                  <a:lnTo>
                    <a:pt x="1154211" y="4832792"/>
                  </a:lnTo>
                  <a:lnTo>
                    <a:pt x="1154211" y="4827881"/>
                  </a:lnTo>
                  <a:lnTo>
                    <a:pt x="1154305" y="4827881"/>
                  </a:lnTo>
                  <a:lnTo>
                    <a:pt x="1154588" y="4827881"/>
                  </a:lnTo>
                  <a:lnTo>
                    <a:pt x="1154682" y="4827881"/>
                  </a:lnTo>
                  <a:lnTo>
                    <a:pt x="1154776" y="4827881"/>
                  </a:lnTo>
                  <a:lnTo>
                    <a:pt x="1155435" y="4827881"/>
                  </a:lnTo>
                  <a:lnTo>
                    <a:pt x="1155529" y="4827881"/>
                  </a:lnTo>
                  <a:lnTo>
                    <a:pt x="1155623" y="4827881"/>
                  </a:lnTo>
                  <a:lnTo>
                    <a:pt x="1155718" y="4827881"/>
                  </a:lnTo>
                  <a:lnTo>
                    <a:pt x="1155906" y="4827881"/>
                  </a:lnTo>
                  <a:lnTo>
                    <a:pt x="1156000" y="4827881"/>
                  </a:lnTo>
                  <a:lnTo>
                    <a:pt x="1156094" y="4827881"/>
                  </a:lnTo>
                  <a:lnTo>
                    <a:pt x="1156283" y="4822970"/>
                  </a:lnTo>
                  <a:lnTo>
                    <a:pt x="1156471" y="4822970"/>
                  </a:lnTo>
                  <a:lnTo>
                    <a:pt x="1156565" y="4822970"/>
                  </a:lnTo>
                  <a:lnTo>
                    <a:pt x="1156659" y="4822970"/>
                  </a:lnTo>
                  <a:lnTo>
                    <a:pt x="1156753" y="4822970"/>
                  </a:lnTo>
                  <a:lnTo>
                    <a:pt x="1156847" y="4822970"/>
                  </a:lnTo>
                  <a:lnTo>
                    <a:pt x="1157318" y="4822970"/>
                  </a:lnTo>
                  <a:lnTo>
                    <a:pt x="1157412" y="4822970"/>
                  </a:lnTo>
                  <a:lnTo>
                    <a:pt x="1157507" y="4822970"/>
                  </a:lnTo>
                  <a:lnTo>
                    <a:pt x="1157601" y="4822970"/>
                  </a:lnTo>
                  <a:lnTo>
                    <a:pt x="1157695" y="4822970"/>
                  </a:lnTo>
                  <a:lnTo>
                    <a:pt x="1157789" y="4822970"/>
                  </a:lnTo>
                  <a:lnTo>
                    <a:pt x="1157883" y="4822970"/>
                  </a:lnTo>
                  <a:lnTo>
                    <a:pt x="1158071" y="4822970"/>
                  </a:lnTo>
                  <a:lnTo>
                    <a:pt x="1158166" y="4822970"/>
                  </a:lnTo>
                  <a:lnTo>
                    <a:pt x="1158260" y="4822970"/>
                  </a:lnTo>
                  <a:lnTo>
                    <a:pt x="1158448" y="4822970"/>
                  </a:lnTo>
                  <a:lnTo>
                    <a:pt x="1158542" y="4822970"/>
                  </a:lnTo>
                  <a:lnTo>
                    <a:pt x="1158636" y="4822970"/>
                  </a:lnTo>
                  <a:lnTo>
                    <a:pt x="1158730" y="4822970"/>
                  </a:lnTo>
                  <a:lnTo>
                    <a:pt x="1158825" y="4822970"/>
                  </a:lnTo>
                  <a:lnTo>
                    <a:pt x="1159107" y="4822970"/>
                  </a:lnTo>
                  <a:lnTo>
                    <a:pt x="1159201" y="4822970"/>
                  </a:lnTo>
                  <a:lnTo>
                    <a:pt x="1159390" y="4822970"/>
                  </a:lnTo>
                  <a:lnTo>
                    <a:pt x="1159578" y="4822970"/>
                  </a:lnTo>
                  <a:lnTo>
                    <a:pt x="1159954" y="4822970"/>
                  </a:lnTo>
                  <a:lnTo>
                    <a:pt x="1160143" y="4822970"/>
                  </a:lnTo>
                  <a:lnTo>
                    <a:pt x="1160331" y="4822970"/>
                  </a:lnTo>
                  <a:lnTo>
                    <a:pt x="1160425" y="4822970"/>
                  </a:lnTo>
                  <a:lnTo>
                    <a:pt x="1160519" y="4822970"/>
                  </a:lnTo>
                  <a:lnTo>
                    <a:pt x="1160708" y="4822970"/>
                  </a:lnTo>
                  <a:lnTo>
                    <a:pt x="1160802" y="4822970"/>
                  </a:lnTo>
                  <a:lnTo>
                    <a:pt x="1160990" y="4822970"/>
                  </a:lnTo>
                  <a:lnTo>
                    <a:pt x="1161273" y="4822970"/>
                  </a:lnTo>
                  <a:lnTo>
                    <a:pt x="1161461" y="4822970"/>
                  </a:lnTo>
                  <a:lnTo>
                    <a:pt x="1161555" y="4822970"/>
                  </a:lnTo>
                  <a:lnTo>
                    <a:pt x="1161649" y="4822970"/>
                  </a:lnTo>
                  <a:lnTo>
                    <a:pt x="1161743" y="4822970"/>
                  </a:lnTo>
                  <a:lnTo>
                    <a:pt x="1161838" y="4822970"/>
                  </a:lnTo>
                  <a:lnTo>
                    <a:pt x="1162026" y="4822970"/>
                  </a:lnTo>
                  <a:lnTo>
                    <a:pt x="1162120" y="4822970"/>
                  </a:lnTo>
                  <a:lnTo>
                    <a:pt x="1162214" y="4822970"/>
                  </a:lnTo>
                  <a:lnTo>
                    <a:pt x="1162308" y="4822970"/>
                  </a:lnTo>
                  <a:lnTo>
                    <a:pt x="1162591" y="4822970"/>
                  </a:lnTo>
                  <a:lnTo>
                    <a:pt x="1162591" y="4818058"/>
                  </a:lnTo>
                  <a:lnTo>
                    <a:pt x="1163250" y="4818058"/>
                  </a:lnTo>
                  <a:lnTo>
                    <a:pt x="1163344" y="4818058"/>
                  </a:lnTo>
                  <a:lnTo>
                    <a:pt x="1163532" y="4818058"/>
                  </a:lnTo>
                  <a:lnTo>
                    <a:pt x="1163626" y="4818058"/>
                  </a:lnTo>
                  <a:lnTo>
                    <a:pt x="1163721" y="4818058"/>
                  </a:lnTo>
                  <a:lnTo>
                    <a:pt x="1163815" y="4818058"/>
                  </a:lnTo>
                  <a:lnTo>
                    <a:pt x="1163909" y="4818058"/>
                  </a:lnTo>
                  <a:lnTo>
                    <a:pt x="1164003" y="4818058"/>
                  </a:lnTo>
                  <a:lnTo>
                    <a:pt x="1164097" y="4818058"/>
                  </a:lnTo>
                  <a:lnTo>
                    <a:pt x="1164380" y="4818058"/>
                  </a:lnTo>
                  <a:lnTo>
                    <a:pt x="1164662" y="4818058"/>
                  </a:lnTo>
                  <a:lnTo>
                    <a:pt x="1164850" y="4818058"/>
                  </a:lnTo>
                  <a:lnTo>
                    <a:pt x="1165133" y="4818058"/>
                  </a:lnTo>
                  <a:lnTo>
                    <a:pt x="1165415" y="4818058"/>
                  </a:lnTo>
                  <a:lnTo>
                    <a:pt x="1165509" y="4818058"/>
                  </a:lnTo>
                  <a:lnTo>
                    <a:pt x="1165604" y="4818058"/>
                  </a:lnTo>
                  <a:lnTo>
                    <a:pt x="1165698" y="4818058"/>
                  </a:lnTo>
                  <a:lnTo>
                    <a:pt x="1165792" y="4818058"/>
                  </a:lnTo>
                  <a:lnTo>
                    <a:pt x="1165980" y="4818058"/>
                  </a:lnTo>
                  <a:lnTo>
                    <a:pt x="1166263" y="4818058"/>
                  </a:lnTo>
                  <a:lnTo>
                    <a:pt x="1166451" y="4818058"/>
                  </a:lnTo>
                  <a:lnTo>
                    <a:pt x="1166545" y="4818058"/>
                  </a:lnTo>
                  <a:lnTo>
                    <a:pt x="1166639" y="4818058"/>
                  </a:lnTo>
                  <a:lnTo>
                    <a:pt x="1166733" y="4818058"/>
                  </a:lnTo>
                  <a:lnTo>
                    <a:pt x="1167016" y="4818058"/>
                  </a:lnTo>
                  <a:lnTo>
                    <a:pt x="1167298" y="4818058"/>
                  </a:lnTo>
                  <a:lnTo>
                    <a:pt x="1167392" y="4818058"/>
                  </a:lnTo>
                  <a:lnTo>
                    <a:pt x="1167487" y="4818058"/>
                  </a:lnTo>
                  <a:lnTo>
                    <a:pt x="1167769" y="4818058"/>
                  </a:lnTo>
                  <a:lnTo>
                    <a:pt x="1167863" y="4818058"/>
                  </a:lnTo>
                  <a:lnTo>
                    <a:pt x="1168146" y="4818058"/>
                  </a:lnTo>
                  <a:lnTo>
                    <a:pt x="1168240" y="4818058"/>
                  </a:lnTo>
                  <a:lnTo>
                    <a:pt x="1168428" y="4818058"/>
                  </a:lnTo>
                  <a:lnTo>
                    <a:pt x="1168993" y="4818058"/>
                  </a:lnTo>
                  <a:lnTo>
                    <a:pt x="1169276" y="4818058"/>
                  </a:lnTo>
                  <a:lnTo>
                    <a:pt x="1169370" y="4818058"/>
                  </a:lnTo>
                  <a:lnTo>
                    <a:pt x="1169464" y="4818058"/>
                  </a:lnTo>
                  <a:lnTo>
                    <a:pt x="1169558" y="4818058"/>
                  </a:lnTo>
                  <a:lnTo>
                    <a:pt x="1170029" y="4813147"/>
                  </a:lnTo>
                  <a:lnTo>
                    <a:pt x="1170123" y="4813147"/>
                  </a:lnTo>
                  <a:lnTo>
                    <a:pt x="1170217" y="4813147"/>
                  </a:lnTo>
                  <a:lnTo>
                    <a:pt x="1170311" y="4808236"/>
                  </a:lnTo>
                  <a:lnTo>
                    <a:pt x="1170405" y="4808236"/>
                  </a:lnTo>
                  <a:lnTo>
                    <a:pt x="1170500" y="4808236"/>
                  </a:lnTo>
                  <a:lnTo>
                    <a:pt x="1170688" y="4808236"/>
                  </a:lnTo>
                  <a:lnTo>
                    <a:pt x="1170970" y="4808236"/>
                  </a:lnTo>
                  <a:lnTo>
                    <a:pt x="1171253" y="4808236"/>
                  </a:lnTo>
                  <a:lnTo>
                    <a:pt x="1171441" y="4808236"/>
                  </a:lnTo>
                  <a:lnTo>
                    <a:pt x="1171535" y="4808236"/>
                  </a:lnTo>
                  <a:lnTo>
                    <a:pt x="1171629" y="4808236"/>
                  </a:lnTo>
                  <a:lnTo>
                    <a:pt x="1171723" y="4808236"/>
                  </a:lnTo>
                  <a:lnTo>
                    <a:pt x="1171912" y="4808236"/>
                  </a:lnTo>
                  <a:lnTo>
                    <a:pt x="1172100" y="4808236"/>
                  </a:lnTo>
                  <a:lnTo>
                    <a:pt x="1172477" y="4808236"/>
                  </a:lnTo>
                  <a:lnTo>
                    <a:pt x="1172571" y="4808236"/>
                  </a:lnTo>
                  <a:lnTo>
                    <a:pt x="1172665" y="4808236"/>
                  </a:lnTo>
                  <a:lnTo>
                    <a:pt x="1172759" y="4803324"/>
                  </a:lnTo>
                  <a:lnTo>
                    <a:pt x="1173324" y="4803324"/>
                  </a:lnTo>
                  <a:lnTo>
                    <a:pt x="1173512" y="4803324"/>
                  </a:lnTo>
                  <a:lnTo>
                    <a:pt x="1173607" y="4803324"/>
                  </a:lnTo>
                  <a:lnTo>
                    <a:pt x="1173701" y="4803324"/>
                  </a:lnTo>
                  <a:lnTo>
                    <a:pt x="1173795" y="4803324"/>
                  </a:lnTo>
                  <a:lnTo>
                    <a:pt x="1173983" y="4803324"/>
                  </a:lnTo>
                  <a:lnTo>
                    <a:pt x="1174266" y="4803324"/>
                  </a:lnTo>
                  <a:lnTo>
                    <a:pt x="1174642" y="4803324"/>
                  </a:lnTo>
                  <a:lnTo>
                    <a:pt x="1174736" y="4803324"/>
                  </a:lnTo>
                  <a:lnTo>
                    <a:pt x="1174831" y="4803324"/>
                  </a:lnTo>
                  <a:lnTo>
                    <a:pt x="1174925" y="4803324"/>
                  </a:lnTo>
                  <a:lnTo>
                    <a:pt x="1175113" y="4803324"/>
                  </a:lnTo>
                  <a:lnTo>
                    <a:pt x="1175207" y="4803324"/>
                  </a:lnTo>
                  <a:lnTo>
                    <a:pt x="1175395" y="4803324"/>
                  </a:lnTo>
                  <a:lnTo>
                    <a:pt x="1175584" y="4803324"/>
                  </a:lnTo>
                  <a:lnTo>
                    <a:pt x="1175772" y="4803324"/>
                  </a:lnTo>
                  <a:lnTo>
                    <a:pt x="1175866" y="4803324"/>
                  </a:lnTo>
                  <a:lnTo>
                    <a:pt x="1175960" y="4803324"/>
                  </a:lnTo>
                  <a:lnTo>
                    <a:pt x="1176054" y="4803324"/>
                  </a:lnTo>
                  <a:lnTo>
                    <a:pt x="1176149" y="4803324"/>
                  </a:lnTo>
                  <a:lnTo>
                    <a:pt x="1176243" y="4803324"/>
                  </a:lnTo>
                  <a:lnTo>
                    <a:pt x="1176337" y="4803324"/>
                  </a:lnTo>
                  <a:lnTo>
                    <a:pt x="1176525" y="4803324"/>
                  </a:lnTo>
                  <a:lnTo>
                    <a:pt x="1176902" y="4803324"/>
                  </a:lnTo>
                  <a:lnTo>
                    <a:pt x="1177090" y="4803324"/>
                  </a:lnTo>
                  <a:lnTo>
                    <a:pt x="1177278" y="4803324"/>
                  </a:lnTo>
                  <a:lnTo>
                    <a:pt x="1177373" y="4803324"/>
                  </a:lnTo>
                  <a:lnTo>
                    <a:pt x="1177467" y="4803324"/>
                  </a:lnTo>
                  <a:lnTo>
                    <a:pt x="1177655" y="4803324"/>
                  </a:lnTo>
                  <a:lnTo>
                    <a:pt x="1177749" y="4803324"/>
                  </a:lnTo>
                  <a:lnTo>
                    <a:pt x="1177843" y="4803324"/>
                  </a:lnTo>
                  <a:lnTo>
                    <a:pt x="1178314" y="4803324"/>
                  </a:lnTo>
                  <a:lnTo>
                    <a:pt x="1178408" y="4803324"/>
                  </a:lnTo>
                  <a:lnTo>
                    <a:pt x="1178502" y="4803324"/>
                  </a:lnTo>
                  <a:lnTo>
                    <a:pt x="1178597" y="4803324"/>
                  </a:lnTo>
                  <a:lnTo>
                    <a:pt x="1178785" y="4803324"/>
                  </a:lnTo>
                  <a:lnTo>
                    <a:pt x="1178879" y="4803324"/>
                  </a:lnTo>
                  <a:lnTo>
                    <a:pt x="1178973" y="4803324"/>
                  </a:lnTo>
                  <a:lnTo>
                    <a:pt x="1179162" y="4798413"/>
                  </a:lnTo>
                  <a:lnTo>
                    <a:pt x="1179256" y="4798413"/>
                  </a:lnTo>
                  <a:lnTo>
                    <a:pt x="1179350" y="4798413"/>
                  </a:lnTo>
                  <a:lnTo>
                    <a:pt x="1179444" y="4798413"/>
                  </a:lnTo>
                  <a:lnTo>
                    <a:pt x="1179538" y="4798413"/>
                  </a:lnTo>
                  <a:lnTo>
                    <a:pt x="1179726" y="4798413"/>
                  </a:lnTo>
                  <a:lnTo>
                    <a:pt x="1179821" y="4798413"/>
                  </a:lnTo>
                  <a:lnTo>
                    <a:pt x="1179915" y="4798413"/>
                  </a:lnTo>
                  <a:lnTo>
                    <a:pt x="1180009" y="4798413"/>
                  </a:lnTo>
                  <a:lnTo>
                    <a:pt x="1180103" y="4798413"/>
                  </a:lnTo>
                  <a:lnTo>
                    <a:pt x="1180291" y="4798413"/>
                  </a:lnTo>
                  <a:lnTo>
                    <a:pt x="1180480" y="4798413"/>
                  </a:lnTo>
                  <a:lnTo>
                    <a:pt x="1180950" y="4798413"/>
                  </a:lnTo>
                  <a:lnTo>
                    <a:pt x="1181139" y="4798413"/>
                  </a:lnTo>
                  <a:lnTo>
                    <a:pt x="1181327" y="4798413"/>
                  </a:lnTo>
                  <a:lnTo>
                    <a:pt x="1181421" y="4798413"/>
                  </a:lnTo>
                  <a:lnTo>
                    <a:pt x="1181515" y="4798413"/>
                  </a:lnTo>
                  <a:lnTo>
                    <a:pt x="1181704" y="4798413"/>
                  </a:lnTo>
                  <a:lnTo>
                    <a:pt x="1181798" y="4798413"/>
                  </a:lnTo>
                  <a:lnTo>
                    <a:pt x="1181892" y="4798413"/>
                  </a:lnTo>
                  <a:lnTo>
                    <a:pt x="1181986" y="4798413"/>
                  </a:lnTo>
                  <a:lnTo>
                    <a:pt x="1182080" y="4798413"/>
                  </a:lnTo>
                  <a:lnTo>
                    <a:pt x="1182174" y="4798413"/>
                  </a:lnTo>
                  <a:lnTo>
                    <a:pt x="1182457" y="4798413"/>
                  </a:lnTo>
                  <a:lnTo>
                    <a:pt x="1182551" y="4798413"/>
                  </a:lnTo>
                  <a:lnTo>
                    <a:pt x="1182645" y="4798413"/>
                  </a:lnTo>
                  <a:lnTo>
                    <a:pt x="1182739" y="4798413"/>
                  </a:lnTo>
                  <a:lnTo>
                    <a:pt x="1183304" y="4798413"/>
                  </a:lnTo>
                  <a:lnTo>
                    <a:pt x="1183398" y="4798413"/>
                  </a:lnTo>
                  <a:lnTo>
                    <a:pt x="1183493" y="4798413"/>
                  </a:lnTo>
                  <a:lnTo>
                    <a:pt x="1183587" y="4798413"/>
                  </a:lnTo>
                  <a:lnTo>
                    <a:pt x="1183681" y="4798413"/>
                  </a:lnTo>
                  <a:lnTo>
                    <a:pt x="1183775" y="4798413"/>
                  </a:lnTo>
                  <a:lnTo>
                    <a:pt x="1183869" y="4798413"/>
                  </a:lnTo>
                  <a:lnTo>
                    <a:pt x="1184152" y="4798413"/>
                  </a:lnTo>
                  <a:lnTo>
                    <a:pt x="1184246" y="4798413"/>
                  </a:lnTo>
                  <a:lnTo>
                    <a:pt x="1184340" y="4798413"/>
                  </a:lnTo>
                  <a:lnTo>
                    <a:pt x="1184434" y="4798413"/>
                  </a:lnTo>
                  <a:lnTo>
                    <a:pt x="1184528" y="4798413"/>
                  </a:lnTo>
                  <a:lnTo>
                    <a:pt x="1184622" y="4798413"/>
                  </a:lnTo>
                  <a:lnTo>
                    <a:pt x="1184716" y="4798413"/>
                  </a:lnTo>
                  <a:lnTo>
                    <a:pt x="1184811" y="4798413"/>
                  </a:lnTo>
                  <a:lnTo>
                    <a:pt x="1184999" y="4793501"/>
                  </a:lnTo>
                  <a:lnTo>
                    <a:pt x="1185281" y="4793501"/>
                  </a:lnTo>
                  <a:lnTo>
                    <a:pt x="1185376" y="4793501"/>
                  </a:lnTo>
                  <a:lnTo>
                    <a:pt x="1185470" y="4793501"/>
                  </a:lnTo>
                  <a:lnTo>
                    <a:pt x="1185658" y="4793501"/>
                  </a:lnTo>
                  <a:lnTo>
                    <a:pt x="1185752" y="4793501"/>
                  </a:lnTo>
                  <a:lnTo>
                    <a:pt x="1186035" y="4793501"/>
                  </a:lnTo>
                  <a:lnTo>
                    <a:pt x="1186411" y="4793501"/>
                  </a:lnTo>
                  <a:lnTo>
                    <a:pt x="1186505" y="4793501"/>
                  </a:lnTo>
                  <a:lnTo>
                    <a:pt x="1186694" y="4793501"/>
                  </a:lnTo>
                  <a:lnTo>
                    <a:pt x="1186788" y="4793501"/>
                  </a:lnTo>
                  <a:lnTo>
                    <a:pt x="1186882" y="4793501"/>
                  </a:lnTo>
                  <a:lnTo>
                    <a:pt x="1186976" y="4793501"/>
                  </a:lnTo>
                  <a:lnTo>
                    <a:pt x="1187259" y="4793501"/>
                  </a:lnTo>
                  <a:lnTo>
                    <a:pt x="1187353" y="4793501"/>
                  </a:lnTo>
                  <a:lnTo>
                    <a:pt x="1187635" y="4793501"/>
                  </a:lnTo>
                  <a:lnTo>
                    <a:pt x="1187729" y="4793501"/>
                  </a:lnTo>
                  <a:lnTo>
                    <a:pt x="1188012" y="4793501"/>
                  </a:lnTo>
                  <a:lnTo>
                    <a:pt x="1188106" y="4793501"/>
                  </a:lnTo>
                  <a:lnTo>
                    <a:pt x="1188294" y="4793501"/>
                  </a:lnTo>
                  <a:lnTo>
                    <a:pt x="1188483" y="4793501"/>
                  </a:lnTo>
                  <a:lnTo>
                    <a:pt x="1188671" y="4793501"/>
                  </a:lnTo>
                  <a:lnTo>
                    <a:pt x="1188765" y="4793501"/>
                  </a:lnTo>
                  <a:lnTo>
                    <a:pt x="1188859" y="4793501"/>
                  </a:lnTo>
                  <a:lnTo>
                    <a:pt x="1189330" y="4793501"/>
                  </a:lnTo>
                  <a:lnTo>
                    <a:pt x="1189424" y="4793501"/>
                  </a:lnTo>
                  <a:lnTo>
                    <a:pt x="1189612" y="4783679"/>
                  </a:lnTo>
                  <a:lnTo>
                    <a:pt x="1189707" y="4783679"/>
                  </a:lnTo>
                  <a:lnTo>
                    <a:pt x="1189801" y="4783679"/>
                  </a:lnTo>
                  <a:lnTo>
                    <a:pt x="1189801" y="4778767"/>
                  </a:lnTo>
                  <a:lnTo>
                    <a:pt x="1189895" y="4778767"/>
                  </a:lnTo>
                  <a:lnTo>
                    <a:pt x="1190177" y="4778767"/>
                  </a:lnTo>
                  <a:lnTo>
                    <a:pt x="1190366" y="4778767"/>
                  </a:lnTo>
                  <a:lnTo>
                    <a:pt x="1190460" y="4778767"/>
                  </a:lnTo>
                  <a:lnTo>
                    <a:pt x="1190648" y="4778767"/>
                  </a:lnTo>
                  <a:lnTo>
                    <a:pt x="1191119" y="4778767"/>
                  </a:lnTo>
                  <a:lnTo>
                    <a:pt x="1191213" y="4778767"/>
                  </a:lnTo>
                  <a:lnTo>
                    <a:pt x="1191307" y="4778767"/>
                  </a:lnTo>
                  <a:lnTo>
                    <a:pt x="1191401" y="4778767"/>
                  </a:lnTo>
                  <a:lnTo>
                    <a:pt x="1191684" y="4778767"/>
                  </a:lnTo>
                  <a:lnTo>
                    <a:pt x="1191872" y="4778767"/>
                  </a:lnTo>
                  <a:lnTo>
                    <a:pt x="1192060" y="4778767"/>
                  </a:lnTo>
                  <a:lnTo>
                    <a:pt x="1192249" y="4778767"/>
                  </a:lnTo>
                  <a:lnTo>
                    <a:pt x="1192343" y="4778767"/>
                  </a:lnTo>
                  <a:lnTo>
                    <a:pt x="1192437" y="4778767"/>
                  </a:lnTo>
                  <a:lnTo>
                    <a:pt x="1192719" y="4778767"/>
                  </a:lnTo>
                  <a:lnTo>
                    <a:pt x="1192814" y="4778767"/>
                  </a:lnTo>
                  <a:lnTo>
                    <a:pt x="1192908" y="4773856"/>
                  </a:lnTo>
                  <a:lnTo>
                    <a:pt x="1193096" y="4773856"/>
                  </a:lnTo>
                  <a:lnTo>
                    <a:pt x="1193190" y="4773856"/>
                  </a:lnTo>
                  <a:lnTo>
                    <a:pt x="1193284" y="4773856"/>
                  </a:lnTo>
                  <a:lnTo>
                    <a:pt x="1193473" y="4773856"/>
                  </a:lnTo>
                  <a:lnTo>
                    <a:pt x="1194038" y="4773856"/>
                  </a:lnTo>
                  <a:lnTo>
                    <a:pt x="1194132" y="4773856"/>
                  </a:lnTo>
                  <a:lnTo>
                    <a:pt x="1194414" y="4773856"/>
                  </a:lnTo>
                  <a:lnTo>
                    <a:pt x="1194508" y="4773856"/>
                  </a:lnTo>
                  <a:lnTo>
                    <a:pt x="1194697" y="4773856"/>
                  </a:lnTo>
                  <a:lnTo>
                    <a:pt x="1194791" y="4773856"/>
                  </a:lnTo>
                  <a:lnTo>
                    <a:pt x="1194791" y="4768945"/>
                  </a:lnTo>
                  <a:lnTo>
                    <a:pt x="1194885" y="4768945"/>
                  </a:lnTo>
                  <a:lnTo>
                    <a:pt x="1194979" y="4768945"/>
                  </a:lnTo>
                  <a:lnTo>
                    <a:pt x="1195167" y="4768945"/>
                  </a:lnTo>
                  <a:lnTo>
                    <a:pt x="1195262" y="4768945"/>
                  </a:lnTo>
                  <a:lnTo>
                    <a:pt x="1195356" y="4768945"/>
                  </a:lnTo>
                  <a:lnTo>
                    <a:pt x="1195450" y="4768945"/>
                  </a:lnTo>
                  <a:lnTo>
                    <a:pt x="1195544" y="4768945"/>
                  </a:lnTo>
                  <a:lnTo>
                    <a:pt x="1195732" y="4768945"/>
                  </a:lnTo>
                  <a:lnTo>
                    <a:pt x="1195826" y="4768945"/>
                  </a:lnTo>
                  <a:lnTo>
                    <a:pt x="1195921" y="4768945"/>
                  </a:lnTo>
                  <a:lnTo>
                    <a:pt x="1196015" y="4768945"/>
                  </a:lnTo>
                  <a:lnTo>
                    <a:pt x="1196203" y="4768945"/>
                  </a:lnTo>
                  <a:lnTo>
                    <a:pt x="1196391" y="4768945"/>
                  </a:lnTo>
                  <a:lnTo>
                    <a:pt x="1196674" y="4768945"/>
                  </a:lnTo>
                  <a:lnTo>
                    <a:pt x="1196768" y="4768945"/>
                  </a:lnTo>
                  <a:lnTo>
                    <a:pt x="1196956" y="4768945"/>
                  </a:lnTo>
                  <a:lnTo>
                    <a:pt x="1197145" y="4768945"/>
                  </a:lnTo>
                  <a:lnTo>
                    <a:pt x="1197239" y="4768945"/>
                  </a:lnTo>
                  <a:lnTo>
                    <a:pt x="1197521" y="4768945"/>
                  </a:lnTo>
                  <a:lnTo>
                    <a:pt x="1197615" y="4768945"/>
                  </a:lnTo>
                  <a:lnTo>
                    <a:pt x="1197804" y="4768945"/>
                  </a:lnTo>
                  <a:lnTo>
                    <a:pt x="1197898" y="4768945"/>
                  </a:lnTo>
                  <a:lnTo>
                    <a:pt x="1197992" y="4768945"/>
                  </a:lnTo>
                  <a:lnTo>
                    <a:pt x="1198086" y="4768945"/>
                  </a:lnTo>
                  <a:lnTo>
                    <a:pt x="1198180" y="4768945"/>
                  </a:lnTo>
                  <a:lnTo>
                    <a:pt x="1198274" y="4768945"/>
                  </a:lnTo>
                  <a:lnTo>
                    <a:pt x="1198463" y="4768945"/>
                  </a:lnTo>
                  <a:lnTo>
                    <a:pt x="1198557" y="4768945"/>
                  </a:lnTo>
                  <a:lnTo>
                    <a:pt x="1198651" y="4768945"/>
                  </a:lnTo>
                  <a:lnTo>
                    <a:pt x="1198839" y="4764033"/>
                  </a:lnTo>
                  <a:lnTo>
                    <a:pt x="1199028" y="4764033"/>
                  </a:lnTo>
                  <a:lnTo>
                    <a:pt x="1199216" y="4764033"/>
                  </a:lnTo>
                  <a:lnTo>
                    <a:pt x="1199310" y="4764033"/>
                  </a:lnTo>
                  <a:lnTo>
                    <a:pt x="1199404" y="4764033"/>
                  </a:lnTo>
                  <a:lnTo>
                    <a:pt x="1199498" y="4764033"/>
                  </a:lnTo>
                  <a:lnTo>
                    <a:pt x="1199781" y="4764033"/>
                  </a:lnTo>
                  <a:lnTo>
                    <a:pt x="1199875" y="4764033"/>
                  </a:lnTo>
                  <a:lnTo>
                    <a:pt x="1200346" y="4759122"/>
                  </a:lnTo>
                  <a:lnTo>
                    <a:pt x="1200628" y="4759122"/>
                  </a:lnTo>
                  <a:lnTo>
                    <a:pt x="1200817" y="4759122"/>
                  </a:lnTo>
                  <a:lnTo>
                    <a:pt x="1200911" y="4759122"/>
                  </a:lnTo>
                  <a:lnTo>
                    <a:pt x="1201099" y="4759122"/>
                  </a:lnTo>
                  <a:lnTo>
                    <a:pt x="1201193" y="4759122"/>
                  </a:lnTo>
                  <a:lnTo>
                    <a:pt x="1201287" y="4759122"/>
                  </a:lnTo>
                  <a:lnTo>
                    <a:pt x="1201381" y="4759122"/>
                  </a:lnTo>
                  <a:lnTo>
                    <a:pt x="1201476" y="4759122"/>
                  </a:lnTo>
                  <a:lnTo>
                    <a:pt x="1201570" y="4759122"/>
                  </a:lnTo>
                  <a:lnTo>
                    <a:pt x="1201664" y="4759122"/>
                  </a:lnTo>
                  <a:lnTo>
                    <a:pt x="1201758" y="4759122"/>
                  </a:lnTo>
                  <a:lnTo>
                    <a:pt x="1201852" y="4759122"/>
                  </a:lnTo>
                  <a:lnTo>
                    <a:pt x="1201946" y="4759122"/>
                  </a:lnTo>
                  <a:lnTo>
                    <a:pt x="1202040" y="4759122"/>
                  </a:lnTo>
                  <a:lnTo>
                    <a:pt x="1202135" y="4759122"/>
                  </a:lnTo>
                  <a:lnTo>
                    <a:pt x="1202323" y="4759122"/>
                  </a:lnTo>
                  <a:lnTo>
                    <a:pt x="1202605" y="4759122"/>
                  </a:lnTo>
                  <a:lnTo>
                    <a:pt x="1202700" y="4759122"/>
                  </a:lnTo>
                  <a:lnTo>
                    <a:pt x="1202794" y="4759122"/>
                  </a:lnTo>
                  <a:lnTo>
                    <a:pt x="1202888" y="4759122"/>
                  </a:lnTo>
                  <a:lnTo>
                    <a:pt x="1202982" y="4759122"/>
                  </a:lnTo>
                  <a:lnTo>
                    <a:pt x="1203076" y="4759122"/>
                  </a:lnTo>
                  <a:lnTo>
                    <a:pt x="1203170" y="4759122"/>
                  </a:lnTo>
                  <a:lnTo>
                    <a:pt x="1203547" y="4759122"/>
                  </a:lnTo>
                  <a:lnTo>
                    <a:pt x="1203641" y="4759122"/>
                  </a:lnTo>
                  <a:lnTo>
                    <a:pt x="1203924" y="4759122"/>
                  </a:lnTo>
                  <a:lnTo>
                    <a:pt x="1204018" y="4759122"/>
                  </a:lnTo>
                  <a:lnTo>
                    <a:pt x="1204206" y="4759122"/>
                  </a:lnTo>
                  <a:lnTo>
                    <a:pt x="1204300" y="4759122"/>
                  </a:lnTo>
                  <a:lnTo>
                    <a:pt x="1204394" y="4759122"/>
                  </a:lnTo>
                  <a:lnTo>
                    <a:pt x="1204583" y="4759122"/>
                  </a:lnTo>
                  <a:lnTo>
                    <a:pt x="1204677" y="4759122"/>
                  </a:lnTo>
                  <a:lnTo>
                    <a:pt x="1206183" y="4759122"/>
                  </a:lnTo>
                  <a:lnTo>
                    <a:pt x="1206277" y="4759122"/>
                  </a:lnTo>
                  <a:lnTo>
                    <a:pt x="1206371" y="4759122"/>
                  </a:lnTo>
                  <a:lnTo>
                    <a:pt x="1206466" y="4759122"/>
                  </a:lnTo>
                  <a:lnTo>
                    <a:pt x="1206654" y="4759122"/>
                  </a:lnTo>
                  <a:lnTo>
                    <a:pt x="1206748" y="4759122"/>
                  </a:lnTo>
                  <a:lnTo>
                    <a:pt x="1206842" y="4759122"/>
                  </a:lnTo>
                  <a:lnTo>
                    <a:pt x="1207031" y="4759122"/>
                  </a:lnTo>
                  <a:lnTo>
                    <a:pt x="1207313" y="4759122"/>
                  </a:lnTo>
                  <a:lnTo>
                    <a:pt x="1207407" y="4759122"/>
                  </a:lnTo>
                  <a:lnTo>
                    <a:pt x="1207878" y="4759122"/>
                  </a:lnTo>
                  <a:lnTo>
                    <a:pt x="1208066" y="4759122"/>
                  </a:lnTo>
                  <a:lnTo>
                    <a:pt x="1208349" y="4759122"/>
                  </a:lnTo>
                  <a:lnTo>
                    <a:pt x="1208443" y="4759122"/>
                  </a:lnTo>
                  <a:lnTo>
                    <a:pt x="1208537" y="4759122"/>
                  </a:lnTo>
                  <a:lnTo>
                    <a:pt x="1208819" y="4759122"/>
                  </a:lnTo>
                  <a:lnTo>
                    <a:pt x="1208914" y="4759122"/>
                  </a:lnTo>
                  <a:lnTo>
                    <a:pt x="1209008" y="4759122"/>
                  </a:lnTo>
                  <a:lnTo>
                    <a:pt x="1209102" y="4759122"/>
                  </a:lnTo>
                  <a:lnTo>
                    <a:pt x="1209196" y="4759122"/>
                  </a:lnTo>
                  <a:lnTo>
                    <a:pt x="1209290" y="4759122"/>
                  </a:lnTo>
                  <a:lnTo>
                    <a:pt x="1209384" y="4759122"/>
                  </a:lnTo>
                  <a:lnTo>
                    <a:pt x="1209479" y="4759122"/>
                  </a:lnTo>
                  <a:lnTo>
                    <a:pt x="1209573" y="4759122"/>
                  </a:lnTo>
                  <a:lnTo>
                    <a:pt x="1209855" y="4759122"/>
                  </a:lnTo>
                  <a:lnTo>
                    <a:pt x="1209949" y="4759122"/>
                  </a:lnTo>
                  <a:lnTo>
                    <a:pt x="1210043" y="4759122"/>
                  </a:lnTo>
                  <a:lnTo>
                    <a:pt x="1210138" y="4759122"/>
                  </a:lnTo>
                  <a:lnTo>
                    <a:pt x="1210232" y="4759122"/>
                  </a:lnTo>
                  <a:lnTo>
                    <a:pt x="1210420" y="4759122"/>
                  </a:lnTo>
                  <a:lnTo>
                    <a:pt x="1210514" y="4759122"/>
                  </a:lnTo>
                  <a:lnTo>
                    <a:pt x="1210608" y="4754210"/>
                  </a:lnTo>
                  <a:lnTo>
                    <a:pt x="1210797" y="4754210"/>
                  </a:lnTo>
                  <a:lnTo>
                    <a:pt x="1210891" y="4754210"/>
                  </a:lnTo>
                  <a:lnTo>
                    <a:pt x="1210891" y="4749299"/>
                  </a:lnTo>
                  <a:lnTo>
                    <a:pt x="1210891" y="4744388"/>
                  </a:lnTo>
                  <a:lnTo>
                    <a:pt x="1210985" y="4744388"/>
                  </a:lnTo>
                  <a:lnTo>
                    <a:pt x="1211173" y="4744388"/>
                  </a:lnTo>
                  <a:lnTo>
                    <a:pt x="1211267" y="4744388"/>
                  </a:lnTo>
                  <a:lnTo>
                    <a:pt x="1211644" y="4744388"/>
                  </a:lnTo>
                  <a:lnTo>
                    <a:pt x="1211832" y="4744388"/>
                  </a:lnTo>
                  <a:lnTo>
                    <a:pt x="1211926" y="4744388"/>
                  </a:lnTo>
                  <a:lnTo>
                    <a:pt x="1212209" y="4744388"/>
                  </a:lnTo>
                  <a:lnTo>
                    <a:pt x="1212586" y="4744388"/>
                  </a:lnTo>
                  <a:lnTo>
                    <a:pt x="1212774" y="4744388"/>
                  </a:lnTo>
                  <a:lnTo>
                    <a:pt x="1212962" y="4744388"/>
                  </a:lnTo>
                  <a:lnTo>
                    <a:pt x="1213150" y="4744388"/>
                  </a:lnTo>
                  <a:lnTo>
                    <a:pt x="1213245" y="4744388"/>
                  </a:lnTo>
                  <a:lnTo>
                    <a:pt x="1213339" y="4744388"/>
                  </a:lnTo>
                  <a:lnTo>
                    <a:pt x="1213433" y="4744388"/>
                  </a:lnTo>
                  <a:lnTo>
                    <a:pt x="1213621" y="4744388"/>
                  </a:lnTo>
                  <a:lnTo>
                    <a:pt x="1213904" y="4744388"/>
                  </a:lnTo>
                  <a:lnTo>
                    <a:pt x="1214092" y="4744388"/>
                  </a:lnTo>
                  <a:lnTo>
                    <a:pt x="1214186" y="4744388"/>
                  </a:lnTo>
                  <a:lnTo>
                    <a:pt x="1214280" y="4744388"/>
                  </a:lnTo>
                  <a:lnTo>
                    <a:pt x="1214374" y="4744388"/>
                  </a:lnTo>
                  <a:lnTo>
                    <a:pt x="1214751" y="4744388"/>
                  </a:lnTo>
                  <a:lnTo>
                    <a:pt x="1214845" y="4744388"/>
                  </a:lnTo>
                  <a:lnTo>
                    <a:pt x="1215033" y="4744388"/>
                  </a:lnTo>
                  <a:lnTo>
                    <a:pt x="1215128" y="4744388"/>
                  </a:lnTo>
                  <a:lnTo>
                    <a:pt x="1215128" y="4739476"/>
                  </a:lnTo>
                  <a:lnTo>
                    <a:pt x="1215222" y="4739476"/>
                  </a:lnTo>
                  <a:lnTo>
                    <a:pt x="1215504" y="4739476"/>
                  </a:lnTo>
                  <a:lnTo>
                    <a:pt x="1215975" y="4739476"/>
                  </a:lnTo>
                  <a:lnTo>
                    <a:pt x="1216069" y="4739476"/>
                  </a:lnTo>
                  <a:lnTo>
                    <a:pt x="1216163" y="4739476"/>
                  </a:lnTo>
                  <a:lnTo>
                    <a:pt x="1216257" y="4739476"/>
                  </a:lnTo>
                  <a:lnTo>
                    <a:pt x="1216352" y="4739476"/>
                  </a:lnTo>
                  <a:lnTo>
                    <a:pt x="1216540" y="4739476"/>
                  </a:lnTo>
                  <a:lnTo>
                    <a:pt x="1217011" y="4739476"/>
                  </a:lnTo>
                  <a:lnTo>
                    <a:pt x="1217105" y="4739476"/>
                  </a:lnTo>
                  <a:lnTo>
                    <a:pt x="1217293" y="4739476"/>
                  </a:lnTo>
                  <a:lnTo>
                    <a:pt x="1217387" y="4739476"/>
                  </a:lnTo>
                  <a:lnTo>
                    <a:pt x="1217576" y="4739476"/>
                  </a:lnTo>
                  <a:lnTo>
                    <a:pt x="1217670" y="4739476"/>
                  </a:lnTo>
                  <a:lnTo>
                    <a:pt x="1217858" y="4739476"/>
                  </a:lnTo>
                  <a:lnTo>
                    <a:pt x="1217952" y="4739476"/>
                  </a:lnTo>
                  <a:lnTo>
                    <a:pt x="1218046" y="4739476"/>
                  </a:lnTo>
                  <a:lnTo>
                    <a:pt x="1218141" y="4739476"/>
                  </a:lnTo>
                  <a:lnTo>
                    <a:pt x="1218800" y="4739476"/>
                  </a:lnTo>
                  <a:lnTo>
                    <a:pt x="1218894" y="4739476"/>
                  </a:lnTo>
                  <a:lnTo>
                    <a:pt x="1218988" y="4739476"/>
                  </a:lnTo>
                  <a:lnTo>
                    <a:pt x="1219365" y="4739476"/>
                  </a:lnTo>
                  <a:lnTo>
                    <a:pt x="1219647" y="4739476"/>
                  </a:lnTo>
                  <a:lnTo>
                    <a:pt x="1219741" y="4739476"/>
                  </a:lnTo>
                  <a:lnTo>
                    <a:pt x="1219929" y="4739476"/>
                  </a:lnTo>
                  <a:lnTo>
                    <a:pt x="1220118" y="4739476"/>
                  </a:lnTo>
                  <a:lnTo>
                    <a:pt x="1220212" y="4739476"/>
                  </a:lnTo>
                  <a:lnTo>
                    <a:pt x="1220494" y="4739476"/>
                  </a:lnTo>
                  <a:lnTo>
                    <a:pt x="1220683" y="4739476"/>
                  </a:lnTo>
                  <a:lnTo>
                    <a:pt x="1220871" y="4739476"/>
                  </a:lnTo>
                  <a:lnTo>
                    <a:pt x="1220965" y="4739476"/>
                  </a:lnTo>
                  <a:lnTo>
                    <a:pt x="1221059" y="4739476"/>
                  </a:lnTo>
                  <a:lnTo>
                    <a:pt x="1221436" y="4739476"/>
                  </a:lnTo>
                  <a:lnTo>
                    <a:pt x="1221530" y="4739476"/>
                  </a:lnTo>
                  <a:lnTo>
                    <a:pt x="1221624" y="4739476"/>
                  </a:lnTo>
                  <a:lnTo>
                    <a:pt x="1221718" y="4739476"/>
                  </a:lnTo>
                  <a:lnTo>
                    <a:pt x="1222095" y="4739476"/>
                  </a:lnTo>
                  <a:lnTo>
                    <a:pt x="1222189" y="4739476"/>
                  </a:lnTo>
                  <a:lnTo>
                    <a:pt x="1222377" y="4739476"/>
                  </a:lnTo>
                  <a:lnTo>
                    <a:pt x="1222472" y="4739476"/>
                  </a:lnTo>
                  <a:lnTo>
                    <a:pt x="1222566" y="4739476"/>
                  </a:lnTo>
                  <a:lnTo>
                    <a:pt x="1222660" y="4739476"/>
                  </a:lnTo>
                  <a:lnTo>
                    <a:pt x="1222754" y="4739476"/>
                  </a:lnTo>
                  <a:lnTo>
                    <a:pt x="1222848" y="4739476"/>
                  </a:lnTo>
                  <a:lnTo>
                    <a:pt x="1223036" y="4739476"/>
                  </a:lnTo>
                  <a:lnTo>
                    <a:pt x="1223225" y="4739476"/>
                  </a:lnTo>
                  <a:lnTo>
                    <a:pt x="1224072" y="4739476"/>
                  </a:lnTo>
                  <a:lnTo>
                    <a:pt x="1224260" y="4739476"/>
                  </a:lnTo>
                  <a:lnTo>
                    <a:pt x="1224355" y="4739476"/>
                  </a:lnTo>
                  <a:lnTo>
                    <a:pt x="1224543" y="4739476"/>
                  </a:lnTo>
                  <a:lnTo>
                    <a:pt x="1224637" y="4739476"/>
                  </a:lnTo>
                  <a:lnTo>
                    <a:pt x="1224825" y="4739476"/>
                  </a:lnTo>
                  <a:lnTo>
                    <a:pt x="1225108" y="4739476"/>
                  </a:lnTo>
                  <a:lnTo>
                    <a:pt x="1225202" y="4739476"/>
                  </a:lnTo>
                  <a:lnTo>
                    <a:pt x="1225484" y="4739476"/>
                  </a:lnTo>
                  <a:lnTo>
                    <a:pt x="1225673" y="4739476"/>
                  </a:lnTo>
                  <a:lnTo>
                    <a:pt x="1226049" y="4739476"/>
                  </a:lnTo>
                  <a:lnTo>
                    <a:pt x="1226143" y="4739476"/>
                  </a:lnTo>
                  <a:lnTo>
                    <a:pt x="1226332" y="4739476"/>
                  </a:lnTo>
                  <a:lnTo>
                    <a:pt x="1226614" y="4739476"/>
                  </a:lnTo>
                  <a:lnTo>
                    <a:pt x="1226708" y="4739476"/>
                  </a:lnTo>
                  <a:lnTo>
                    <a:pt x="1226803" y="4739476"/>
                  </a:lnTo>
                  <a:lnTo>
                    <a:pt x="1226991" y="4739476"/>
                  </a:lnTo>
                  <a:lnTo>
                    <a:pt x="1227085" y="4739476"/>
                  </a:lnTo>
                  <a:lnTo>
                    <a:pt x="1227179" y="4739476"/>
                  </a:lnTo>
                  <a:lnTo>
                    <a:pt x="1227367" y="4739476"/>
                  </a:lnTo>
                  <a:lnTo>
                    <a:pt x="1227556" y="4739476"/>
                  </a:lnTo>
                  <a:lnTo>
                    <a:pt x="1227650" y="4739476"/>
                  </a:lnTo>
                  <a:lnTo>
                    <a:pt x="1227744" y="4739476"/>
                  </a:lnTo>
                  <a:lnTo>
                    <a:pt x="1227932" y="4739476"/>
                  </a:lnTo>
                  <a:lnTo>
                    <a:pt x="1228027" y="4739476"/>
                  </a:lnTo>
                  <a:lnTo>
                    <a:pt x="1228121" y="4739476"/>
                  </a:lnTo>
                  <a:lnTo>
                    <a:pt x="1228215" y="4739476"/>
                  </a:lnTo>
                  <a:lnTo>
                    <a:pt x="1228309" y="4739476"/>
                  </a:lnTo>
                  <a:lnTo>
                    <a:pt x="1228403" y="4739476"/>
                  </a:lnTo>
                  <a:lnTo>
                    <a:pt x="1228686" y="4739476"/>
                  </a:lnTo>
                  <a:lnTo>
                    <a:pt x="1228968" y="4739476"/>
                  </a:lnTo>
                  <a:lnTo>
                    <a:pt x="1229062" y="4739476"/>
                  </a:lnTo>
                  <a:lnTo>
                    <a:pt x="1229439" y="4739476"/>
                  </a:lnTo>
                  <a:lnTo>
                    <a:pt x="1229533" y="4739476"/>
                  </a:lnTo>
                  <a:lnTo>
                    <a:pt x="1229533" y="4734565"/>
                  </a:lnTo>
                  <a:lnTo>
                    <a:pt x="1229627" y="4734565"/>
                  </a:lnTo>
                  <a:lnTo>
                    <a:pt x="1229721" y="4734565"/>
                  </a:lnTo>
                  <a:lnTo>
                    <a:pt x="1229815" y="4734565"/>
                  </a:lnTo>
                  <a:lnTo>
                    <a:pt x="1229910" y="4734565"/>
                  </a:lnTo>
                  <a:lnTo>
                    <a:pt x="1230286" y="4734565"/>
                  </a:lnTo>
                  <a:lnTo>
                    <a:pt x="1230380" y="4734565"/>
                  </a:lnTo>
                  <a:lnTo>
                    <a:pt x="1230757" y="4734565"/>
                  </a:lnTo>
                  <a:lnTo>
                    <a:pt x="1230851" y="4734565"/>
                  </a:lnTo>
                  <a:lnTo>
                    <a:pt x="1230945" y="4734565"/>
                  </a:lnTo>
                  <a:lnTo>
                    <a:pt x="1231039" y="4734565"/>
                  </a:lnTo>
                  <a:lnTo>
                    <a:pt x="1231134" y="4734565"/>
                  </a:lnTo>
                  <a:lnTo>
                    <a:pt x="1231228" y="4734565"/>
                  </a:lnTo>
                  <a:lnTo>
                    <a:pt x="1231698" y="4734565"/>
                  </a:lnTo>
                  <a:lnTo>
                    <a:pt x="1231887" y="4734565"/>
                  </a:lnTo>
                  <a:lnTo>
                    <a:pt x="1231981" y="4734565"/>
                  </a:lnTo>
                  <a:lnTo>
                    <a:pt x="1232452" y="4734565"/>
                  </a:lnTo>
                  <a:lnTo>
                    <a:pt x="1232546" y="4734565"/>
                  </a:lnTo>
                  <a:lnTo>
                    <a:pt x="1232922" y="4734565"/>
                  </a:lnTo>
                  <a:lnTo>
                    <a:pt x="1233111" y="4734565"/>
                  </a:lnTo>
                  <a:lnTo>
                    <a:pt x="1233205" y="4734565"/>
                  </a:lnTo>
                  <a:lnTo>
                    <a:pt x="1233299" y="4734565"/>
                  </a:lnTo>
                  <a:lnTo>
                    <a:pt x="1233487" y="4734565"/>
                  </a:lnTo>
                  <a:lnTo>
                    <a:pt x="1233487" y="4729654"/>
                  </a:lnTo>
                  <a:lnTo>
                    <a:pt x="1233581" y="4729654"/>
                  </a:lnTo>
                  <a:lnTo>
                    <a:pt x="1233676" y="4729654"/>
                  </a:lnTo>
                  <a:lnTo>
                    <a:pt x="1233770" y="4729654"/>
                  </a:lnTo>
                  <a:lnTo>
                    <a:pt x="1233864" y="4729654"/>
                  </a:lnTo>
                  <a:lnTo>
                    <a:pt x="1233958" y="4729654"/>
                  </a:lnTo>
                  <a:lnTo>
                    <a:pt x="1234052" y="4729654"/>
                  </a:lnTo>
                  <a:lnTo>
                    <a:pt x="1234335" y="4729654"/>
                  </a:lnTo>
                  <a:lnTo>
                    <a:pt x="1234429" y="4729654"/>
                  </a:lnTo>
                  <a:lnTo>
                    <a:pt x="1234523" y="4729654"/>
                  </a:lnTo>
                  <a:lnTo>
                    <a:pt x="1234711" y="4729654"/>
                  </a:lnTo>
                  <a:lnTo>
                    <a:pt x="1234805" y="4729654"/>
                  </a:lnTo>
                  <a:lnTo>
                    <a:pt x="1234994" y="4729654"/>
                  </a:lnTo>
                  <a:lnTo>
                    <a:pt x="1235088" y="4729654"/>
                  </a:lnTo>
                  <a:lnTo>
                    <a:pt x="1235182" y="4729654"/>
                  </a:lnTo>
                  <a:lnTo>
                    <a:pt x="1235276" y="4729654"/>
                  </a:lnTo>
                  <a:lnTo>
                    <a:pt x="1235370" y="4729654"/>
                  </a:lnTo>
                  <a:lnTo>
                    <a:pt x="1235465" y="4729654"/>
                  </a:lnTo>
                  <a:lnTo>
                    <a:pt x="1235559" y="4729654"/>
                  </a:lnTo>
                  <a:lnTo>
                    <a:pt x="1236406" y="4729654"/>
                  </a:lnTo>
                  <a:lnTo>
                    <a:pt x="1236500" y="4729654"/>
                  </a:lnTo>
                  <a:lnTo>
                    <a:pt x="1236783" y="4729654"/>
                  </a:lnTo>
                  <a:lnTo>
                    <a:pt x="1236877" y="4729654"/>
                  </a:lnTo>
                  <a:lnTo>
                    <a:pt x="1236971" y="4729654"/>
                  </a:lnTo>
                  <a:lnTo>
                    <a:pt x="1237065" y="4729654"/>
                  </a:lnTo>
                  <a:lnTo>
                    <a:pt x="1237159" y="4729654"/>
                  </a:lnTo>
                  <a:lnTo>
                    <a:pt x="1237253" y="4729654"/>
                  </a:lnTo>
                  <a:lnTo>
                    <a:pt x="1237912" y="4729654"/>
                  </a:lnTo>
                  <a:lnTo>
                    <a:pt x="1238101" y="4729654"/>
                  </a:lnTo>
                  <a:lnTo>
                    <a:pt x="1238195" y="4729654"/>
                  </a:lnTo>
                  <a:lnTo>
                    <a:pt x="1238383" y="4729654"/>
                  </a:lnTo>
                  <a:lnTo>
                    <a:pt x="1238383" y="4724742"/>
                  </a:lnTo>
                  <a:lnTo>
                    <a:pt x="1238477" y="4724742"/>
                  </a:lnTo>
                  <a:lnTo>
                    <a:pt x="1238948" y="4724742"/>
                  </a:lnTo>
                  <a:lnTo>
                    <a:pt x="1239042" y="4724742"/>
                  </a:lnTo>
                  <a:lnTo>
                    <a:pt x="1239231" y="4724742"/>
                  </a:lnTo>
                  <a:lnTo>
                    <a:pt x="1239513" y="4719831"/>
                  </a:lnTo>
                  <a:lnTo>
                    <a:pt x="1239796" y="4719831"/>
                  </a:lnTo>
                  <a:lnTo>
                    <a:pt x="1239984" y="4719831"/>
                  </a:lnTo>
                  <a:lnTo>
                    <a:pt x="1240078" y="4719831"/>
                  </a:lnTo>
                  <a:lnTo>
                    <a:pt x="1240360" y="4719831"/>
                  </a:lnTo>
                  <a:lnTo>
                    <a:pt x="1240455" y="4719831"/>
                  </a:lnTo>
                  <a:lnTo>
                    <a:pt x="1240549" y="4719831"/>
                  </a:lnTo>
                  <a:lnTo>
                    <a:pt x="1240643" y="4719831"/>
                  </a:lnTo>
                  <a:lnTo>
                    <a:pt x="1240737" y="4719831"/>
                  </a:lnTo>
                  <a:lnTo>
                    <a:pt x="1240831" y="4719831"/>
                  </a:lnTo>
                  <a:lnTo>
                    <a:pt x="1240925" y="4719831"/>
                  </a:lnTo>
                  <a:lnTo>
                    <a:pt x="1241208" y="4719831"/>
                  </a:lnTo>
                  <a:lnTo>
                    <a:pt x="1241302" y="4719831"/>
                  </a:lnTo>
                  <a:lnTo>
                    <a:pt x="1241396" y="4719831"/>
                  </a:lnTo>
                  <a:lnTo>
                    <a:pt x="1241584" y="4719831"/>
                  </a:lnTo>
                  <a:lnTo>
                    <a:pt x="1241867" y="4719831"/>
                  </a:lnTo>
                  <a:lnTo>
                    <a:pt x="1242055" y="4719831"/>
                  </a:lnTo>
                  <a:lnTo>
                    <a:pt x="1242243" y="4719831"/>
                  </a:lnTo>
                  <a:lnTo>
                    <a:pt x="1242338" y="4719831"/>
                  </a:lnTo>
                  <a:lnTo>
                    <a:pt x="1242620" y="4719831"/>
                  </a:lnTo>
                  <a:lnTo>
                    <a:pt x="1242714" y="4719831"/>
                  </a:lnTo>
                  <a:lnTo>
                    <a:pt x="1242808" y="4719831"/>
                  </a:lnTo>
                  <a:lnTo>
                    <a:pt x="1242997" y="4714919"/>
                  </a:lnTo>
                  <a:lnTo>
                    <a:pt x="1243279" y="4714919"/>
                  </a:lnTo>
                  <a:lnTo>
                    <a:pt x="1243373" y="4714919"/>
                  </a:lnTo>
                  <a:lnTo>
                    <a:pt x="1243467" y="4714919"/>
                  </a:lnTo>
                  <a:lnTo>
                    <a:pt x="1243562" y="4714919"/>
                  </a:lnTo>
                  <a:lnTo>
                    <a:pt x="1243844" y="4714919"/>
                  </a:lnTo>
                  <a:lnTo>
                    <a:pt x="1243938" y="4714919"/>
                  </a:lnTo>
                  <a:lnTo>
                    <a:pt x="1244221" y="4714919"/>
                  </a:lnTo>
                  <a:lnTo>
                    <a:pt x="1244409" y="4714919"/>
                  </a:lnTo>
                  <a:lnTo>
                    <a:pt x="1244503" y="4714919"/>
                  </a:lnTo>
                  <a:lnTo>
                    <a:pt x="1244597" y="4714919"/>
                  </a:lnTo>
                  <a:lnTo>
                    <a:pt x="1244974" y="4714919"/>
                  </a:lnTo>
                  <a:lnTo>
                    <a:pt x="1245068" y="4714919"/>
                  </a:lnTo>
                  <a:lnTo>
                    <a:pt x="1245162" y="4714919"/>
                  </a:lnTo>
                  <a:lnTo>
                    <a:pt x="1245351" y="4714919"/>
                  </a:lnTo>
                  <a:lnTo>
                    <a:pt x="1245445" y="4714919"/>
                  </a:lnTo>
                  <a:lnTo>
                    <a:pt x="1246104" y="4714919"/>
                  </a:lnTo>
                  <a:lnTo>
                    <a:pt x="1246198" y="4714919"/>
                  </a:lnTo>
                  <a:lnTo>
                    <a:pt x="1246292" y="4714919"/>
                  </a:lnTo>
                  <a:lnTo>
                    <a:pt x="1246386" y="4714919"/>
                  </a:lnTo>
                  <a:lnTo>
                    <a:pt x="1246574" y="4714919"/>
                  </a:lnTo>
                  <a:lnTo>
                    <a:pt x="1246669" y="4714919"/>
                  </a:lnTo>
                  <a:lnTo>
                    <a:pt x="1246951" y="4714919"/>
                  </a:lnTo>
                  <a:lnTo>
                    <a:pt x="1247045" y="4714919"/>
                  </a:lnTo>
                  <a:lnTo>
                    <a:pt x="1247139" y="4714919"/>
                  </a:lnTo>
                  <a:lnTo>
                    <a:pt x="1247234" y="4714919"/>
                  </a:lnTo>
                  <a:lnTo>
                    <a:pt x="1247422" y="4714919"/>
                  </a:lnTo>
                  <a:lnTo>
                    <a:pt x="1247516" y="4714919"/>
                  </a:lnTo>
                  <a:lnTo>
                    <a:pt x="1247704" y="4714919"/>
                  </a:lnTo>
                  <a:lnTo>
                    <a:pt x="1247798" y="4714919"/>
                  </a:lnTo>
                  <a:lnTo>
                    <a:pt x="1248081" y="4714919"/>
                  </a:lnTo>
                  <a:lnTo>
                    <a:pt x="1248175" y="4714919"/>
                  </a:lnTo>
                  <a:lnTo>
                    <a:pt x="1248269" y="4714919"/>
                  </a:lnTo>
                  <a:lnTo>
                    <a:pt x="1248363" y="4714919"/>
                  </a:lnTo>
                  <a:lnTo>
                    <a:pt x="1248458" y="4714919"/>
                  </a:lnTo>
                  <a:lnTo>
                    <a:pt x="1248552" y="4714919"/>
                  </a:lnTo>
                  <a:lnTo>
                    <a:pt x="1248834" y="4714919"/>
                  </a:lnTo>
                  <a:lnTo>
                    <a:pt x="1248928" y="4714919"/>
                  </a:lnTo>
                  <a:lnTo>
                    <a:pt x="1249022" y="4714919"/>
                  </a:lnTo>
                  <a:lnTo>
                    <a:pt x="1249305" y="4714919"/>
                  </a:lnTo>
                  <a:lnTo>
                    <a:pt x="1249399" y="4714919"/>
                  </a:lnTo>
                  <a:lnTo>
                    <a:pt x="1249493" y="4714919"/>
                  </a:lnTo>
                  <a:lnTo>
                    <a:pt x="1249587" y="4714919"/>
                  </a:lnTo>
                  <a:lnTo>
                    <a:pt x="1249682" y="4714919"/>
                  </a:lnTo>
                  <a:lnTo>
                    <a:pt x="1250058" y="4714919"/>
                  </a:lnTo>
                  <a:lnTo>
                    <a:pt x="1250246" y="4714919"/>
                  </a:lnTo>
                  <a:lnTo>
                    <a:pt x="1250341" y="4714919"/>
                  </a:lnTo>
                  <a:lnTo>
                    <a:pt x="1250623" y="4714919"/>
                  </a:lnTo>
                  <a:lnTo>
                    <a:pt x="1250717" y="4714919"/>
                  </a:lnTo>
                  <a:lnTo>
                    <a:pt x="1250905" y="4714919"/>
                  </a:lnTo>
                  <a:lnTo>
                    <a:pt x="1251188" y="4714919"/>
                  </a:lnTo>
                  <a:lnTo>
                    <a:pt x="1251376" y="4714919"/>
                  </a:lnTo>
                  <a:lnTo>
                    <a:pt x="1251470" y="4714919"/>
                  </a:lnTo>
                  <a:lnTo>
                    <a:pt x="1251659" y="4714919"/>
                  </a:lnTo>
                  <a:lnTo>
                    <a:pt x="1251941" y="4714919"/>
                  </a:lnTo>
                  <a:lnTo>
                    <a:pt x="1252129" y="4714919"/>
                  </a:lnTo>
                  <a:lnTo>
                    <a:pt x="1252224" y="4714919"/>
                  </a:lnTo>
                  <a:lnTo>
                    <a:pt x="1252318" y="4714919"/>
                  </a:lnTo>
                  <a:lnTo>
                    <a:pt x="1252600" y="4714919"/>
                  </a:lnTo>
                  <a:lnTo>
                    <a:pt x="1252694" y="4714919"/>
                  </a:lnTo>
                  <a:lnTo>
                    <a:pt x="1253071" y="4714919"/>
                  </a:lnTo>
                  <a:lnTo>
                    <a:pt x="1253165" y="4710008"/>
                  </a:lnTo>
                  <a:lnTo>
                    <a:pt x="1253259" y="4710008"/>
                  </a:lnTo>
                  <a:lnTo>
                    <a:pt x="1253353" y="4710008"/>
                  </a:lnTo>
                  <a:lnTo>
                    <a:pt x="1253448" y="4710008"/>
                  </a:lnTo>
                  <a:lnTo>
                    <a:pt x="1253824" y="4710008"/>
                  </a:lnTo>
                  <a:lnTo>
                    <a:pt x="1254201" y="4710008"/>
                  </a:lnTo>
                  <a:lnTo>
                    <a:pt x="1254201" y="4705097"/>
                  </a:lnTo>
                  <a:lnTo>
                    <a:pt x="1254389" y="4705097"/>
                  </a:lnTo>
                  <a:lnTo>
                    <a:pt x="1254577" y="4700185"/>
                  </a:lnTo>
                  <a:lnTo>
                    <a:pt x="1254672" y="4700185"/>
                  </a:lnTo>
                  <a:lnTo>
                    <a:pt x="1255048" y="4700185"/>
                  </a:lnTo>
                  <a:lnTo>
                    <a:pt x="1255142" y="4700185"/>
                  </a:lnTo>
                  <a:lnTo>
                    <a:pt x="1255236" y="4700185"/>
                  </a:lnTo>
                  <a:lnTo>
                    <a:pt x="1255331" y="4700185"/>
                  </a:lnTo>
                  <a:lnTo>
                    <a:pt x="1255425" y="4700185"/>
                  </a:lnTo>
                  <a:lnTo>
                    <a:pt x="1255613" y="4700185"/>
                  </a:lnTo>
                  <a:lnTo>
                    <a:pt x="1255896" y="4700185"/>
                  </a:lnTo>
                  <a:lnTo>
                    <a:pt x="1255990" y="4700185"/>
                  </a:lnTo>
                  <a:lnTo>
                    <a:pt x="1256084" y="4700185"/>
                  </a:lnTo>
                  <a:lnTo>
                    <a:pt x="1256178" y="4700185"/>
                  </a:lnTo>
                  <a:lnTo>
                    <a:pt x="1256272" y="4700185"/>
                  </a:lnTo>
                  <a:lnTo>
                    <a:pt x="1256460" y="4700185"/>
                  </a:lnTo>
                  <a:lnTo>
                    <a:pt x="1256555" y="4700185"/>
                  </a:lnTo>
                  <a:lnTo>
                    <a:pt x="1256931" y="4700185"/>
                  </a:lnTo>
                  <a:lnTo>
                    <a:pt x="1257120" y="4700185"/>
                  </a:lnTo>
                  <a:lnTo>
                    <a:pt x="1257402" y="4700185"/>
                  </a:lnTo>
                  <a:lnTo>
                    <a:pt x="1257496" y="4700185"/>
                  </a:lnTo>
                  <a:lnTo>
                    <a:pt x="1257684" y="4700185"/>
                  </a:lnTo>
                  <a:lnTo>
                    <a:pt x="1257873" y="4700185"/>
                  </a:lnTo>
                  <a:lnTo>
                    <a:pt x="1257967" y="4700185"/>
                  </a:lnTo>
                  <a:lnTo>
                    <a:pt x="1258155" y="4700185"/>
                  </a:lnTo>
                  <a:lnTo>
                    <a:pt x="1258344" y="4700185"/>
                  </a:lnTo>
                  <a:lnTo>
                    <a:pt x="1258344" y="4695274"/>
                  </a:lnTo>
                  <a:lnTo>
                    <a:pt x="1258532" y="4695274"/>
                  </a:lnTo>
                  <a:lnTo>
                    <a:pt x="1258720" y="4695274"/>
                  </a:lnTo>
                  <a:lnTo>
                    <a:pt x="1258814" y="4695274"/>
                  </a:lnTo>
                  <a:lnTo>
                    <a:pt x="1258908" y="4695274"/>
                  </a:lnTo>
                  <a:lnTo>
                    <a:pt x="1259003" y="4695274"/>
                  </a:lnTo>
                  <a:lnTo>
                    <a:pt x="1259097" y="4695274"/>
                  </a:lnTo>
                  <a:lnTo>
                    <a:pt x="1259191" y="4695274"/>
                  </a:lnTo>
                  <a:lnTo>
                    <a:pt x="1259756" y="4695274"/>
                  </a:lnTo>
                  <a:lnTo>
                    <a:pt x="1259850" y="4695274"/>
                  </a:lnTo>
                  <a:lnTo>
                    <a:pt x="1259944" y="4695274"/>
                  </a:lnTo>
                  <a:lnTo>
                    <a:pt x="1260038" y="4695274"/>
                  </a:lnTo>
                  <a:lnTo>
                    <a:pt x="1260132" y="4695274"/>
                  </a:lnTo>
                  <a:lnTo>
                    <a:pt x="1260227" y="4695274"/>
                  </a:lnTo>
                  <a:lnTo>
                    <a:pt x="1260321" y="4695274"/>
                  </a:lnTo>
                  <a:lnTo>
                    <a:pt x="1260415" y="4695274"/>
                  </a:lnTo>
                  <a:lnTo>
                    <a:pt x="1260509" y="4695274"/>
                  </a:lnTo>
                  <a:lnTo>
                    <a:pt x="1260603" y="4695274"/>
                  </a:lnTo>
                  <a:lnTo>
                    <a:pt x="1260791" y="4695274"/>
                  </a:lnTo>
                  <a:lnTo>
                    <a:pt x="1260980" y="4695274"/>
                  </a:lnTo>
                  <a:lnTo>
                    <a:pt x="1261074" y="4695274"/>
                  </a:lnTo>
                  <a:lnTo>
                    <a:pt x="1261168" y="4695274"/>
                  </a:lnTo>
                  <a:lnTo>
                    <a:pt x="1261262" y="4695274"/>
                  </a:lnTo>
                  <a:lnTo>
                    <a:pt x="1261639" y="4690363"/>
                  </a:lnTo>
                  <a:lnTo>
                    <a:pt x="1261921" y="4690363"/>
                  </a:lnTo>
                  <a:lnTo>
                    <a:pt x="1262204" y="4690363"/>
                  </a:lnTo>
                  <a:lnTo>
                    <a:pt x="1262486" y="4690363"/>
                  </a:lnTo>
                  <a:lnTo>
                    <a:pt x="1262580" y="4690363"/>
                  </a:lnTo>
                  <a:lnTo>
                    <a:pt x="1262675" y="4690363"/>
                  </a:lnTo>
                  <a:lnTo>
                    <a:pt x="1262863" y="4690363"/>
                  </a:lnTo>
                  <a:lnTo>
                    <a:pt x="1262957" y="4690363"/>
                  </a:lnTo>
                  <a:lnTo>
                    <a:pt x="1263051" y="4690363"/>
                  </a:lnTo>
                  <a:lnTo>
                    <a:pt x="1263145" y="4690363"/>
                  </a:lnTo>
                  <a:lnTo>
                    <a:pt x="1263428" y="4690363"/>
                  </a:lnTo>
                  <a:lnTo>
                    <a:pt x="1263522" y="4690363"/>
                  </a:lnTo>
                  <a:lnTo>
                    <a:pt x="1263898" y="4690363"/>
                  </a:lnTo>
                  <a:lnTo>
                    <a:pt x="1264181" y="4690363"/>
                  </a:lnTo>
                  <a:lnTo>
                    <a:pt x="1264275" y="4690363"/>
                  </a:lnTo>
                  <a:lnTo>
                    <a:pt x="1264369" y="4685451"/>
                  </a:lnTo>
                  <a:lnTo>
                    <a:pt x="1264463" y="4685451"/>
                  </a:lnTo>
                  <a:lnTo>
                    <a:pt x="1264652" y="4685451"/>
                  </a:lnTo>
                  <a:lnTo>
                    <a:pt x="1264840" y="4685451"/>
                  </a:lnTo>
                  <a:lnTo>
                    <a:pt x="1264934" y="4685451"/>
                  </a:lnTo>
                  <a:lnTo>
                    <a:pt x="1265122" y="4685451"/>
                  </a:lnTo>
                  <a:lnTo>
                    <a:pt x="1265499" y="4685451"/>
                  </a:lnTo>
                  <a:lnTo>
                    <a:pt x="1265499" y="4680540"/>
                  </a:lnTo>
                  <a:lnTo>
                    <a:pt x="1265687" y="4680540"/>
                  </a:lnTo>
                  <a:lnTo>
                    <a:pt x="1265782" y="4680540"/>
                  </a:lnTo>
                  <a:lnTo>
                    <a:pt x="1265970" y="4680540"/>
                  </a:lnTo>
                  <a:lnTo>
                    <a:pt x="1266064" y="4680540"/>
                  </a:lnTo>
                  <a:lnTo>
                    <a:pt x="1266158" y="4680540"/>
                  </a:lnTo>
                  <a:lnTo>
                    <a:pt x="1266441" y="4680540"/>
                  </a:lnTo>
                  <a:lnTo>
                    <a:pt x="1266535" y="4680540"/>
                  </a:lnTo>
                  <a:lnTo>
                    <a:pt x="1266629" y="4680540"/>
                  </a:lnTo>
                  <a:lnTo>
                    <a:pt x="1266911" y="4680540"/>
                  </a:lnTo>
                  <a:lnTo>
                    <a:pt x="1267006" y="4680540"/>
                  </a:lnTo>
                  <a:lnTo>
                    <a:pt x="1267100" y="4680540"/>
                  </a:lnTo>
                  <a:lnTo>
                    <a:pt x="1267194" y="4680540"/>
                  </a:lnTo>
                  <a:lnTo>
                    <a:pt x="1267194" y="4675628"/>
                  </a:lnTo>
                  <a:lnTo>
                    <a:pt x="1267382" y="4675628"/>
                  </a:lnTo>
                  <a:lnTo>
                    <a:pt x="1267476" y="4675628"/>
                  </a:lnTo>
                  <a:lnTo>
                    <a:pt x="1267570" y="4675628"/>
                  </a:lnTo>
                  <a:lnTo>
                    <a:pt x="1267665" y="4675628"/>
                  </a:lnTo>
                  <a:lnTo>
                    <a:pt x="1267947" y="4675628"/>
                  </a:lnTo>
                  <a:lnTo>
                    <a:pt x="1268041" y="4675628"/>
                  </a:lnTo>
                  <a:lnTo>
                    <a:pt x="1268135" y="4675628"/>
                  </a:lnTo>
                  <a:lnTo>
                    <a:pt x="1268229" y="4675628"/>
                  </a:lnTo>
                  <a:lnTo>
                    <a:pt x="1268324" y="4675628"/>
                  </a:lnTo>
                  <a:lnTo>
                    <a:pt x="1268418" y="4675628"/>
                  </a:lnTo>
                  <a:lnTo>
                    <a:pt x="1268512" y="4675628"/>
                  </a:lnTo>
                  <a:lnTo>
                    <a:pt x="1268794" y="4675628"/>
                  </a:lnTo>
                  <a:lnTo>
                    <a:pt x="1268889" y="4675628"/>
                  </a:lnTo>
                  <a:lnTo>
                    <a:pt x="1268983" y="4675628"/>
                  </a:lnTo>
                  <a:lnTo>
                    <a:pt x="1269077" y="4675628"/>
                  </a:lnTo>
                  <a:lnTo>
                    <a:pt x="1269265" y="4675628"/>
                  </a:lnTo>
                  <a:lnTo>
                    <a:pt x="1269453" y="4675628"/>
                  </a:lnTo>
                  <a:lnTo>
                    <a:pt x="1269642" y="4675628"/>
                  </a:lnTo>
                  <a:lnTo>
                    <a:pt x="1269736" y="4675628"/>
                  </a:lnTo>
                  <a:lnTo>
                    <a:pt x="1269924" y="4675628"/>
                  </a:lnTo>
                  <a:lnTo>
                    <a:pt x="1270207" y="4675628"/>
                  </a:lnTo>
                  <a:lnTo>
                    <a:pt x="1270677" y="4675628"/>
                  </a:lnTo>
                  <a:lnTo>
                    <a:pt x="1270866" y="4675628"/>
                  </a:lnTo>
                  <a:lnTo>
                    <a:pt x="1270960" y="4675628"/>
                  </a:lnTo>
                  <a:lnTo>
                    <a:pt x="1271148" y="4675628"/>
                  </a:lnTo>
                  <a:lnTo>
                    <a:pt x="1271242" y="4675628"/>
                  </a:lnTo>
                  <a:lnTo>
                    <a:pt x="1271619" y="4675628"/>
                  </a:lnTo>
                  <a:lnTo>
                    <a:pt x="1271713" y="4675628"/>
                  </a:lnTo>
                  <a:lnTo>
                    <a:pt x="1271807" y="4675628"/>
                  </a:lnTo>
                  <a:lnTo>
                    <a:pt x="1271901" y="4675628"/>
                  </a:lnTo>
                  <a:lnTo>
                    <a:pt x="1272090" y="4675628"/>
                  </a:lnTo>
                  <a:lnTo>
                    <a:pt x="1272278" y="4675628"/>
                  </a:lnTo>
                  <a:lnTo>
                    <a:pt x="1272372" y="4675628"/>
                  </a:lnTo>
                  <a:lnTo>
                    <a:pt x="1272466" y="4675628"/>
                  </a:lnTo>
                  <a:lnTo>
                    <a:pt x="1272560" y="4675628"/>
                  </a:lnTo>
                  <a:lnTo>
                    <a:pt x="1272749" y="4675628"/>
                  </a:lnTo>
                  <a:lnTo>
                    <a:pt x="1272843" y="4675628"/>
                  </a:lnTo>
                  <a:lnTo>
                    <a:pt x="1272937" y="4675628"/>
                  </a:lnTo>
                  <a:lnTo>
                    <a:pt x="1273031" y="4675628"/>
                  </a:lnTo>
                  <a:lnTo>
                    <a:pt x="1273314" y="4675628"/>
                  </a:lnTo>
                  <a:lnTo>
                    <a:pt x="1273408" y="4675628"/>
                  </a:lnTo>
                  <a:lnTo>
                    <a:pt x="1273502" y="4675628"/>
                  </a:lnTo>
                  <a:lnTo>
                    <a:pt x="1273690" y="4675628"/>
                  </a:lnTo>
                  <a:lnTo>
                    <a:pt x="1273879" y="4675628"/>
                  </a:lnTo>
                  <a:lnTo>
                    <a:pt x="1273973" y="4675628"/>
                  </a:lnTo>
                  <a:lnTo>
                    <a:pt x="1274067" y="4675628"/>
                  </a:lnTo>
                  <a:lnTo>
                    <a:pt x="1274161" y="4675628"/>
                  </a:lnTo>
                  <a:lnTo>
                    <a:pt x="1274349" y="4675628"/>
                  </a:lnTo>
                  <a:lnTo>
                    <a:pt x="1274444" y="4675628"/>
                  </a:lnTo>
                  <a:lnTo>
                    <a:pt x="1274632" y="4675628"/>
                  </a:lnTo>
                  <a:lnTo>
                    <a:pt x="1274820" y="4675628"/>
                  </a:lnTo>
                  <a:lnTo>
                    <a:pt x="1274914" y="4675628"/>
                  </a:lnTo>
                  <a:lnTo>
                    <a:pt x="1275103" y="4675628"/>
                  </a:lnTo>
                  <a:lnTo>
                    <a:pt x="1275479" y="4670717"/>
                  </a:lnTo>
                  <a:lnTo>
                    <a:pt x="1275573" y="4670717"/>
                  </a:lnTo>
                  <a:lnTo>
                    <a:pt x="1275668" y="4670717"/>
                  </a:lnTo>
                  <a:lnTo>
                    <a:pt x="1275762" y="4670717"/>
                  </a:lnTo>
                  <a:lnTo>
                    <a:pt x="1275856" y="4665806"/>
                  </a:lnTo>
                  <a:lnTo>
                    <a:pt x="1275950" y="4665806"/>
                  </a:lnTo>
                  <a:lnTo>
                    <a:pt x="1276044" y="4665806"/>
                  </a:lnTo>
                  <a:lnTo>
                    <a:pt x="1276138" y="4665806"/>
                  </a:lnTo>
                  <a:lnTo>
                    <a:pt x="1276232" y="4665806"/>
                  </a:lnTo>
                  <a:lnTo>
                    <a:pt x="1276609" y="4665806"/>
                  </a:lnTo>
                  <a:lnTo>
                    <a:pt x="1276703" y="4665806"/>
                  </a:lnTo>
                  <a:lnTo>
                    <a:pt x="1276797" y="4665806"/>
                  </a:lnTo>
                  <a:lnTo>
                    <a:pt x="1276986" y="4665806"/>
                  </a:lnTo>
                  <a:lnTo>
                    <a:pt x="1277174" y="4665806"/>
                  </a:lnTo>
                  <a:lnTo>
                    <a:pt x="1277268" y="4665806"/>
                  </a:lnTo>
                  <a:lnTo>
                    <a:pt x="1277362" y="4665806"/>
                  </a:lnTo>
                  <a:lnTo>
                    <a:pt x="1277645" y="4665806"/>
                  </a:lnTo>
                  <a:lnTo>
                    <a:pt x="1277739" y="4665806"/>
                  </a:lnTo>
                  <a:lnTo>
                    <a:pt x="1277833" y="4665806"/>
                  </a:lnTo>
                  <a:lnTo>
                    <a:pt x="1277927" y="4665806"/>
                  </a:lnTo>
                  <a:lnTo>
                    <a:pt x="1278021" y="4665806"/>
                  </a:lnTo>
                  <a:lnTo>
                    <a:pt x="1278210" y="4665806"/>
                  </a:lnTo>
                  <a:lnTo>
                    <a:pt x="1278586" y="4665806"/>
                  </a:lnTo>
                  <a:lnTo>
                    <a:pt x="1278680" y="4665806"/>
                  </a:lnTo>
                  <a:lnTo>
                    <a:pt x="1278775" y="4665806"/>
                  </a:lnTo>
                  <a:lnTo>
                    <a:pt x="1279151" y="4665806"/>
                  </a:lnTo>
                  <a:lnTo>
                    <a:pt x="1279245" y="4665806"/>
                  </a:lnTo>
                  <a:lnTo>
                    <a:pt x="1279339" y="4665806"/>
                  </a:lnTo>
                  <a:lnTo>
                    <a:pt x="1279528" y="4665806"/>
                  </a:lnTo>
                  <a:lnTo>
                    <a:pt x="1279622" y="4665806"/>
                  </a:lnTo>
                  <a:lnTo>
                    <a:pt x="1279716" y="4665806"/>
                  </a:lnTo>
                  <a:lnTo>
                    <a:pt x="1279810" y="4665806"/>
                  </a:lnTo>
                  <a:lnTo>
                    <a:pt x="1279904" y="4665806"/>
                  </a:lnTo>
                  <a:lnTo>
                    <a:pt x="1279999" y="4665806"/>
                  </a:lnTo>
                  <a:lnTo>
                    <a:pt x="1280093" y="4665806"/>
                  </a:lnTo>
                  <a:lnTo>
                    <a:pt x="1280375" y="4665806"/>
                  </a:lnTo>
                  <a:lnTo>
                    <a:pt x="1280469" y="4665806"/>
                  </a:lnTo>
                  <a:lnTo>
                    <a:pt x="1280563" y="4665806"/>
                  </a:lnTo>
                  <a:lnTo>
                    <a:pt x="1280658" y="4665806"/>
                  </a:lnTo>
                  <a:lnTo>
                    <a:pt x="1280752" y="4665806"/>
                  </a:lnTo>
                  <a:lnTo>
                    <a:pt x="1280940" y="4665806"/>
                  </a:lnTo>
                  <a:lnTo>
                    <a:pt x="1281034" y="4665806"/>
                  </a:lnTo>
                  <a:lnTo>
                    <a:pt x="1281222" y="4665806"/>
                  </a:lnTo>
                  <a:lnTo>
                    <a:pt x="1281317" y="4665806"/>
                  </a:lnTo>
                  <a:lnTo>
                    <a:pt x="1281411" y="4665806"/>
                  </a:lnTo>
                  <a:lnTo>
                    <a:pt x="1281505" y="4660894"/>
                  </a:lnTo>
                  <a:lnTo>
                    <a:pt x="1281787" y="4660894"/>
                  </a:lnTo>
                  <a:lnTo>
                    <a:pt x="1281882" y="4660894"/>
                  </a:lnTo>
                  <a:lnTo>
                    <a:pt x="1281976" y="4660894"/>
                  </a:lnTo>
                  <a:lnTo>
                    <a:pt x="1282070" y="4660894"/>
                  </a:lnTo>
                  <a:lnTo>
                    <a:pt x="1282352" y="4660894"/>
                  </a:lnTo>
                  <a:lnTo>
                    <a:pt x="1282446" y="4660894"/>
                  </a:lnTo>
                  <a:lnTo>
                    <a:pt x="1282541" y="4660894"/>
                  </a:lnTo>
                  <a:lnTo>
                    <a:pt x="1282635" y="4660894"/>
                  </a:lnTo>
                  <a:lnTo>
                    <a:pt x="1282729" y="4660894"/>
                  </a:lnTo>
                  <a:lnTo>
                    <a:pt x="1282823" y="4660894"/>
                  </a:lnTo>
                  <a:lnTo>
                    <a:pt x="1282917" y="4660894"/>
                  </a:lnTo>
                  <a:lnTo>
                    <a:pt x="1283294" y="4660894"/>
                  </a:lnTo>
                  <a:lnTo>
                    <a:pt x="1283388" y="4660894"/>
                  </a:lnTo>
                  <a:lnTo>
                    <a:pt x="1283482" y="4660894"/>
                  </a:lnTo>
                  <a:lnTo>
                    <a:pt x="1283576" y="4660894"/>
                  </a:lnTo>
                  <a:lnTo>
                    <a:pt x="1283765" y="4660894"/>
                  </a:lnTo>
                  <a:lnTo>
                    <a:pt x="1283859" y="4660894"/>
                  </a:lnTo>
                  <a:lnTo>
                    <a:pt x="1284047" y="4660894"/>
                  </a:lnTo>
                  <a:lnTo>
                    <a:pt x="1284141" y="4660894"/>
                  </a:lnTo>
                  <a:lnTo>
                    <a:pt x="1284424" y="4660894"/>
                  </a:lnTo>
                  <a:lnTo>
                    <a:pt x="1284612" y="4660894"/>
                  </a:lnTo>
                  <a:lnTo>
                    <a:pt x="1284989" y="4660894"/>
                  </a:lnTo>
                  <a:lnTo>
                    <a:pt x="1285365" y="4660894"/>
                  </a:lnTo>
                  <a:lnTo>
                    <a:pt x="1285553" y="4660894"/>
                  </a:lnTo>
                  <a:lnTo>
                    <a:pt x="1285742" y="4660894"/>
                  </a:lnTo>
                  <a:lnTo>
                    <a:pt x="1286118" y="4660894"/>
                  </a:lnTo>
                  <a:lnTo>
                    <a:pt x="1286213" y="4660894"/>
                  </a:lnTo>
                  <a:lnTo>
                    <a:pt x="1286401" y="4660894"/>
                  </a:lnTo>
                  <a:lnTo>
                    <a:pt x="1286495" y="4660894"/>
                  </a:lnTo>
                  <a:lnTo>
                    <a:pt x="1286872" y="4660894"/>
                  </a:lnTo>
                  <a:lnTo>
                    <a:pt x="1287060" y="4660894"/>
                  </a:lnTo>
                  <a:lnTo>
                    <a:pt x="1287248" y="4655983"/>
                  </a:lnTo>
                  <a:lnTo>
                    <a:pt x="1287437" y="4655983"/>
                  </a:lnTo>
                  <a:lnTo>
                    <a:pt x="1287531" y="4655983"/>
                  </a:lnTo>
                  <a:lnTo>
                    <a:pt x="1287625" y="4655983"/>
                  </a:lnTo>
                  <a:lnTo>
                    <a:pt x="1287813" y="4655983"/>
                  </a:lnTo>
                  <a:lnTo>
                    <a:pt x="1288001" y="4655983"/>
                  </a:lnTo>
                  <a:lnTo>
                    <a:pt x="1288190" y="4655983"/>
                  </a:lnTo>
                  <a:lnTo>
                    <a:pt x="1288849" y="4655983"/>
                  </a:lnTo>
                  <a:lnTo>
                    <a:pt x="1288943" y="4655983"/>
                  </a:lnTo>
                  <a:lnTo>
                    <a:pt x="1289225" y="4655983"/>
                  </a:lnTo>
                  <a:lnTo>
                    <a:pt x="1289320" y="4655983"/>
                  </a:lnTo>
                  <a:lnTo>
                    <a:pt x="1289414" y="4655983"/>
                  </a:lnTo>
                  <a:lnTo>
                    <a:pt x="1289508" y="4655983"/>
                  </a:lnTo>
                  <a:lnTo>
                    <a:pt x="1289602" y="4655983"/>
                  </a:lnTo>
                  <a:lnTo>
                    <a:pt x="1289696" y="4655983"/>
                  </a:lnTo>
                  <a:lnTo>
                    <a:pt x="1289790" y="4655983"/>
                  </a:lnTo>
                  <a:lnTo>
                    <a:pt x="1289979" y="4655983"/>
                  </a:lnTo>
                  <a:lnTo>
                    <a:pt x="1290261" y="4655983"/>
                  </a:lnTo>
                  <a:lnTo>
                    <a:pt x="1290449" y="4655983"/>
                  </a:lnTo>
                  <a:lnTo>
                    <a:pt x="1290544" y="4655983"/>
                  </a:lnTo>
                  <a:lnTo>
                    <a:pt x="1290732" y="4655983"/>
                  </a:lnTo>
                  <a:lnTo>
                    <a:pt x="1290826" y="4655983"/>
                  </a:lnTo>
                  <a:lnTo>
                    <a:pt x="1291108" y="4655983"/>
                  </a:lnTo>
                  <a:lnTo>
                    <a:pt x="1291203" y="4655983"/>
                  </a:lnTo>
                  <a:lnTo>
                    <a:pt x="1291297" y="4655983"/>
                  </a:lnTo>
                  <a:lnTo>
                    <a:pt x="1291485" y="4655983"/>
                  </a:lnTo>
                  <a:lnTo>
                    <a:pt x="1291579" y="4655983"/>
                  </a:lnTo>
                  <a:lnTo>
                    <a:pt x="1291956" y="4655983"/>
                  </a:lnTo>
                  <a:lnTo>
                    <a:pt x="1292050" y="4655983"/>
                  </a:lnTo>
                  <a:lnTo>
                    <a:pt x="1292144" y="4655983"/>
                  </a:lnTo>
                  <a:lnTo>
                    <a:pt x="1292238" y="4655983"/>
                  </a:lnTo>
                  <a:lnTo>
                    <a:pt x="1292332" y="4655983"/>
                  </a:lnTo>
                  <a:lnTo>
                    <a:pt x="1292521" y="4655983"/>
                  </a:lnTo>
                  <a:lnTo>
                    <a:pt x="1292615" y="4655983"/>
                  </a:lnTo>
                  <a:lnTo>
                    <a:pt x="1292709" y="4655983"/>
                  </a:lnTo>
                  <a:lnTo>
                    <a:pt x="1292803" y="4655983"/>
                  </a:lnTo>
                  <a:lnTo>
                    <a:pt x="1292897" y="4655983"/>
                  </a:lnTo>
                  <a:lnTo>
                    <a:pt x="1293180" y="4655983"/>
                  </a:lnTo>
                  <a:lnTo>
                    <a:pt x="1293274" y="4655983"/>
                  </a:lnTo>
                  <a:lnTo>
                    <a:pt x="1293462" y="4655983"/>
                  </a:lnTo>
                  <a:lnTo>
                    <a:pt x="1293556" y="4655983"/>
                  </a:lnTo>
                  <a:lnTo>
                    <a:pt x="1293651" y="4655983"/>
                  </a:lnTo>
                  <a:lnTo>
                    <a:pt x="1293745" y="4655983"/>
                  </a:lnTo>
                  <a:lnTo>
                    <a:pt x="1293839" y="4655983"/>
                  </a:lnTo>
                  <a:lnTo>
                    <a:pt x="1294027" y="4655983"/>
                  </a:lnTo>
                  <a:lnTo>
                    <a:pt x="1294498" y="4655983"/>
                  </a:lnTo>
                  <a:lnTo>
                    <a:pt x="1294780" y="4655983"/>
                  </a:lnTo>
                  <a:lnTo>
                    <a:pt x="1294969" y="4655983"/>
                  </a:lnTo>
                  <a:lnTo>
                    <a:pt x="1295063" y="4655983"/>
                  </a:lnTo>
                  <a:lnTo>
                    <a:pt x="1295345" y="4655983"/>
                  </a:lnTo>
                  <a:lnTo>
                    <a:pt x="1295439" y="4655983"/>
                  </a:lnTo>
                  <a:lnTo>
                    <a:pt x="1295534" y="4655983"/>
                  </a:lnTo>
                  <a:lnTo>
                    <a:pt x="1295816" y="4655983"/>
                  </a:lnTo>
                  <a:lnTo>
                    <a:pt x="1295910" y="4655983"/>
                  </a:lnTo>
                  <a:lnTo>
                    <a:pt x="1296099" y="4655983"/>
                  </a:lnTo>
                  <a:lnTo>
                    <a:pt x="1296381" y="4655983"/>
                  </a:lnTo>
                  <a:lnTo>
                    <a:pt x="1296569" y="4655983"/>
                  </a:lnTo>
                  <a:lnTo>
                    <a:pt x="1296758" y="4655983"/>
                  </a:lnTo>
                  <a:lnTo>
                    <a:pt x="1296852" y="4655983"/>
                  </a:lnTo>
                  <a:lnTo>
                    <a:pt x="1296946" y="4655983"/>
                  </a:lnTo>
                  <a:lnTo>
                    <a:pt x="1297040" y="4655983"/>
                  </a:lnTo>
                  <a:lnTo>
                    <a:pt x="1297323" y="4655983"/>
                  </a:lnTo>
                  <a:lnTo>
                    <a:pt x="1297793" y="4655983"/>
                  </a:lnTo>
                  <a:lnTo>
                    <a:pt x="1297887" y="4655983"/>
                  </a:lnTo>
                  <a:lnTo>
                    <a:pt x="1298076" y="4655983"/>
                  </a:lnTo>
                  <a:lnTo>
                    <a:pt x="1298170" y="4655983"/>
                  </a:lnTo>
                  <a:lnTo>
                    <a:pt x="1298358" y="4655983"/>
                  </a:lnTo>
                  <a:lnTo>
                    <a:pt x="1298452" y="4655983"/>
                  </a:lnTo>
                  <a:lnTo>
                    <a:pt x="1299111" y="4655983"/>
                  </a:lnTo>
                  <a:lnTo>
                    <a:pt x="1299300" y="4655983"/>
                  </a:lnTo>
                  <a:lnTo>
                    <a:pt x="1299394" y="4655983"/>
                  </a:lnTo>
                  <a:lnTo>
                    <a:pt x="1299488" y="4655983"/>
                  </a:lnTo>
                  <a:lnTo>
                    <a:pt x="1299959" y="4655983"/>
                  </a:lnTo>
                  <a:lnTo>
                    <a:pt x="1300053" y="4655983"/>
                  </a:lnTo>
                  <a:lnTo>
                    <a:pt x="1300335" y="4655983"/>
                  </a:lnTo>
                  <a:lnTo>
                    <a:pt x="1300618" y="4655983"/>
                  </a:lnTo>
                  <a:lnTo>
                    <a:pt x="1300712" y="4655983"/>
                  </a:lnTo>
                  <a:lnTo>
                    <a:pt x="1300806" y="4655983"/>
                  </a:lnTo>
                  <a:lnTo>
                    <a:pt x="1301183" y="4655983"/>
                  </a:lnTo>
                  <a:lnTo>
                    <a:pt x="1301371" y="4655983"/>
                  </a:lnTo>
                  <a:lnTo>
                    <a:pt x="1301559" y="4655983"/>
                  </a:lnTo>
                  <a:lnTo>
                    <a:pt x="1301654" y="4655983"/>
                  </a:lnTo>
                  <a:lnTo>
                    <a:pt x="1302030" y="4655983"/>
                  </a:lnTo>
                  <a:lnTo>
                    <a:pt x="1302124" y="4655983"/>
                  </a:lnTo>
                  <a:lnTo>
                    <a:pt x="1302218" y="4651072"/>
                  </a:lnTo>
                  <a:lnTo>
                    <a:pt x="1302313" y="4646160"/>
                  </a:lnTo>
                  <a:lnTo>
                    <a:pt x="1302689" y="4646160"/>
                  </a:lnTo>
                  <a:lnTo>
                    <a:pt x="1302783" y="4646160"/>
                  </a:lnTo>
                  <a:lnTo>
                    <a:pt x="1302877" y="4646160"/>
                  </a:lnTo>
                  <a:lnTo>
                    <a:pt x="1303066" y="4646160"/>
                  </a:lnTo>
                  <a:lnTo>
                    <a:pt x="1303160" y="4646160"/>
                  </a:lnTo>
                  <a:lnTo>
                    <a:pt x="1303254" y="4646160"/>
                  </a:lnTo>
                  <a:lnTo>
                    <a:pt x="1303442" y="4646160"/>
                  </a:lnTo>
                  <a:lnTo>
                    <a:pt x="1303537" y="4646160"/>
                  </a:lnTo>
                  <a:lnTo>
                    <a:pt x="1303631" y="4646160"/>
                  </a:lnTo>
                  <a:lnTo>
                    <a:pt x="1303725" y="4646160"/>
                  </a:lnTo>
                  <a:lnTo>
                    <a:pt x="1303819" y="4646160"/>
                  </a:lnTo>
                  <a:lnTo>
                    <a:pt x="1303913" y="4646160"/>
                  </a:lnTo>
                  <a:lnTo>
                    <a:pt x="1304007" y="4646160"/>
                  </a:lnTo>
                  <a:lnTo>
                    <a:pt x="1304101" y="4646160"/>
                  </a:lnTo>
                  <a:lnTo>
                    <a:pt x="1304196" y="4646160"/>
                  </a:lnTo>
                  <a:lnTo>
                    <a:pt x="1304290" y="4646160"/>
                  </a:lnTo>
                  <a:lnTo>
                    <a:pt x="1304384" y="4646160"/>
                  </a:lnTo>
                  <a:lnTo>
                    <a:pt x="1304478" y="4646160"/>
                  </a:lnTo>
                  <a:lnTo>
                    <a:pt x="1304666" y="4646160"/>
                  </a:lnTo>
                  <a:lnTo>
                    <a:pt x="1304855" y="4646160"/>
                  </a:lnTo>
                  <a:lnTo>
                    <a:pt x="1304949" y="4646160"/>
                  </a:lnTo>
                  <a:lnTo>
                    <a:pt x="1305043" y="4646160"/>
                  </a:lnTo>
                  <a:lnTo>
                    <a:pt x="1305231" y="4646160"/>
                  </a:lnTo>
                  <a:lnTo>
                    <a:pt x="1305420" y="4646160"/>
                  </a:lnTo>
                  <a:lnTo>
                    <a:pt x="1305514" y="4636337"/>
                  </a:lnTo>
                  <a:lnTo>
                    <a:pt x="1305608" y="4636337"/>
                  </a:lnTo>
                  <a:lnTo>
                    <a:pt x="1305890" y="4636337"/>
                  </a:lnTo>
                  <a:lnTo>
                    <a:pt x="1305985" y="4636337"/>
                  </a:lnTo>
                  <a:lnTo>
                    <a:pt x="1306079" y="4636337"/>
                  </a:lnTo>
                  <a:lnTo>
                    <a:pt x="1306173" y="4636337"/>
                  </a:lnTo>
                  <a:lnTo>
                    <a:pt x="1306267" y="4636337"/>
                  </a:lnTo>
                  <a:lnTo>
                    <a:pt x="1306455" y="4636337"/>
                  </a:lnTo>
                  <a:lnTo>
                    <a:pt x="1306549" y="4636337"/>
                  </a:lnTo>
                  <a:lnTo>
                    <a:pt x="1306738" y="4636337"/>
                  </a:lnTo>
                  <a:lnTo>
                    <a:pt x="1306832" y="4636337"/>
                  </a:lnTo>
                  <a:lnTo>
                    <a:pt x="1307020" y="4636337"/>
                  </a:lnTo>
                  <a:lnTo>
                    <a:pt x="1307114" y="4631426"/>
                  </a:lnTo>
                  <a:lnTo>
                    <a:pt x="1307303" y="4631426"/>
                  </a:lnTo>
                  <a:lnTo>
                    <a:pt x="1307397" y="4631426"/>
                  </a:lnTo>
                  <a:lnTo>
                    <a:pt x="1307491" y="4631426"/>
                  </a:lnTo>
                  <a:lnTo>
                    <a:pt x="1307585" y="4631426"/>
                  </a:lnTo>
                  <a:lnTo>
                    <a:pt x="1307679" y="4631426"/>
                  </a:lnTo>
                  <a:lnTo>
                    <a:pt x="1307773" y="4631426"/>
                  </a:lnTo>
                  <a:lnTo>
                    <a:pt x="1307962" y="4631426"/>
                  </a:lnTo>
                  <a:lnTo>
                    <a:pt x="1308056" y="4631426"/>
                  </a:lnTo>
                  <a:lnTo>
                    <a:pt x="1308244" y="4631426"/>
                  </a:lnTo>
                  <a:lnTo>
                    <a:pt x="1308338" y="4631426"/>
                  </a:lnTo>
                  <a:lnTo>
                    <a:pt x="1308715" y="4631426"/>
                  </a:lnTo>
                  <a:lnTo>
                    <a:pt x="1308903" y="4631426"/>
                  </a:lnTo>
                  <a:lnTo>
                    <a:pt x="1308997" y="4631426"/>
                  </a:lnTo>
                  <a:lnTo>
                    <a:pt x="1309186" y="4631426"/>
                  </a:lnTo>
                  <a:lnTo>
                    <a:pt x="1309374" y="4631426"/>
                  </a:lnTo>
                  <a:lnTo>
                    <a:pt x="1309374" y="4626515"/>
                  </a:lnTo>
                  <a:lnTo>
                    <a:pt x="1309468" y="4626515"/>
                  </a:lnTo>
                  <a:lnTo>
                    <a:pt x="1309656" y="4626515"/>
                  </a:lnTo>
                  <a:lnTo>
                    <a:pt x="1309751" y="4626515"/>
                  </a:lnTo>
                  <a:lnTo>
                    <a:pt x="1309845" y="4626515"/>
                  </a:lnTo>
                  <a:lnTo>
                    <a:pt x="1309939" y="4626515"/>
                  </a:lnTo>
                  <a:lnTo>
                    <a:pt x="1315494" y="4621603"/>
                  </a:lnTo>
                  <a:lnTo>
                    <a:pt x="1315682" y="4616692"/>
                  </a:lnTo>
                  <a:lnTo>
                    <a:pt x="1315776" y="4616692"/>
                  </a:lnTo>
                  <a:lnTo>
                    <a:pt x="1316059" y="4616692"/>
                  </a:lnTo>
                  <a:lnTo>
                    <a:pt x="1316153" y="4616692"/>
                  </a:lnTo>
                  <a:lnTo>
                    <a:pt x="1316435" y="4616692"/>
                  </a:lnTo>
                  <a:lnTo>
                    <a:pt x="1316530" y="4616692"/>
                  </a:lnTo>
                  <a:lnTo>
                    <a:pt x="1316624" y="4616692"/>
                  </a:lnTo>
                  <a:lnTo>
                    <a:pt x="1316718" y="4616692"/>
                  </a:lnTo>
                  <a:lnTo>
                    <a:pt x="1316812" y="4616692"/>
                  </a:lnTo>
                  <a:lnTo>
                    <a:pt x="1316906" y="4616692"/>
                  </a:lnTo>
                  <a:lnTo>
                    <a:pt x="1317000" y="4616692"/>
                  </a:lnTo>
                  <a:lnTo>
                    <a:pt x="1317189" y="4616692"/>
                  </a:lnTo>
                  <a:lnTo>
                    <a:pt x="1317283" y="4616692"/>
                  </a:lnTo>
                  <a:lnTo>
                    <a:pt x="1317377" y="4616692"/>
                  </a:lnTo>
                  <a:lnTo>
                    <a:pt x="1317471" y="4616692"/>
                  </a:lnTo>
                  <a:lnTo>
                    <a:pt x="1317659" y="4616692"/>
                  </a:lnTo>
                  <a:lnTo>
                    <a:pt x="1317754" y="4616692"/>
                  </a:lnTo>
                  <a:lnTo>
                    <a:pt x="1317848" y="4616692"/>
                  </a:lnTo>
                  <a:lnTo>
                    <a:pt x="1317942" y="4616692"/>
                  </a:lnTo>
                  <a:lnTo>
                    <a:pt x="1318318" y="4616692"/>
                  </a:lnTo>
                  <a:lnTo>
                    <a:pt x="1318507" y="4616692"/>
                  </a:lnTo>
                  <a:lnTo>
                    <a:pt x="1318789" y="4611781"/>
                  </a:lnTo>
                  <a:lnTo>
                    <a:pt x="1318883" y="4611781"/>
                  </a:lnTo>
                  <a:lnTo>
                    <a:pt x="1318978" y="4611781"/>
                  </a:lnTo>
                  <a:lnTo>
                    <a:pt x="1319166" y="4611781"/>
                  </a:lnTo>
                  <a:lnTo>
                    <a:pt x="1319260" y="4611781"/>
                  </a:lnTo>
                  <a:lnTo>
                    <a:pt x="1319448" y="4611781"/>
                  </a:lnTo>
                  <a:lnTo>
                    <a:pt x="1319448" y="4606869"/>
                  </a:lnTo>
                  <a:lnTo>
                    <a:pt x="1319542" y="4606869"/>
                  </a:lnTo>
                  <a:lnTo>
                    <a:pt x="1319731" y="4606869"/>
                  </a:lnTo>
                  <a:lnTo>
                    <a:pt x="1319825" y="4606869"/>
                  </a:lnTo>
                  <a:lnTo>
                    <a:pt x="1319919" y="4606869"/>
                  </a:lnTo>
                  <a:lnTo>
                    <a:pt x="1320107" y="4606869"/>
                  </a:lnTo>
                  <a:lnTo>
                    <a:pt x="1320296" y="4606869"/>
                  </a:lnTo>
                  <a:lnTo>
                    <a:pt x="1320484" y="4606869"/>
                  </a:lnTo>
                  <a:lnTo>
                    <a:pt x="1320578" y="4606869"/>
                  </a:lnTo>
                  <a:lnTo>
                    <a:pt x="1320672" y="4606869"/>
                  </a:lnTo>
                  <a:lnTo>
                    <a:pt x="1320766" y="4606869"/>
                  </a:lnTo>
                  <a:lnTo>
                    <a:pt x="1320861" y="4606869"/>
                  </a:lnTo>
                  <a:lnTo>
                    <a:pt x="1320955" y="4606869"/>
                  </a:lnTo>
                  <a:lnTo>
                    <a:pt x="1321049" y="4606869"/>
                  </a:lnTo>
                  <a:lnTo>
                    <a:pt x="1321143" y="4606869"/>
                  </a:lnTo>
                  <a:lnTo>
                    <a:pt x="1321331" y="4606869"/>
                  </a:lnTo>
                  <a:lnTo>
                    <a:pt x="1321425" y="4606869"/>
                  </a:lnTo>
                  <a:lnTo>
                    <a:pt x="1321614" y="4606869"/>
                  </a:lnTo>
                  <a:lnTo>
                    <a:pt x="1321802" y="4606869"/>
                  </a:lnTo>
                  <a:lnTo>
                    <a:pt x="1322085" y="4606869"/>
                  </a:lnTo>
                  <a:lnTo>
                    <a:pt x="1322179" y="4606869"/>
                  </a:lnTo>
                  <a:lnTo>
                    <a:pt x="1322273" y="4606869"/>
                  </a:lnTo>
                  <a:lnTo>
                    <a:pt x="1322461" y="4606869"/>
                  </a:lnTo>
                  <a:lnTo>
                    <a:pt x="1322649" y="4606869"/>
                  </a:lnTo>
                  <a:lnTo>
                    <a:pt x="1322838" y="4606869"/>
                  </a:lnTo>
                  <a:lnTo>
                    <a:pt x="1322932" y="4606869"/>
                  </a:lnTo>
                  <a:lnTo>
                    <a:pt x="1323120" y="4606869"/>
                  </a:lnTo>
                  <a:lnTo>
                    <a:pt x="1323214" y="4606869"/>
                  </a:lnTo>
                  <a:lnTo>
                    <a:pt x="1323403" y="4606869"/>
                  </a:lnTo>
                  <a:lnTo>
                    <a:pt x="1323591" y="4606869"/>
                  </a:lnTo>
                  <a:lnTo>
                    <a:pt x="1323873" y="4606869"/>
                  </a:lnTo>
                  <a:lnTo>
                    <a:pt x="1324062" y="4606869"/>
                  </a:lnTo>
                  <a:lnTo>
                    <a:pt x="1324344" y="4606869"/>
                  </a:lnTo>
                  <a:lnTo>
                    <a:pt x="1324438" y="4606869"/>
                  </a:lnTo>
                  <a:lnTo>
                    <a:pt x="1324815" y="4606869"/>
                  </a:lnTo>
                  <a:lnTo>
                    <a:pt x="1324909" y="4606869"/>
                  </a:lnTo>
                  <a:lnTo>
                    <a:pt x="1325003" y="4606869"/>
                  </a:lnTo>
                  <a:lnTo>
                    <a:pt x="1325097" y="4606869"/>
                  </a:lnTo>
                  <a:lnTo>
                    <a:pt x="1325286" y="4606869"/>
                  </a:lnTo>
                  <a:lnTo>
                    <a:pt x="1325662" y="4606869"/>
                  </a:lnTo>
                  <a:lnTo>
                    <a:pt x="1325756" y="4606869"/>
                  </a:lnTo>
                  <a:lnTo>
                    <a:pt x="1325945" y="4606869"/>
                  </a:lnTo>
                  <a:lnTo>
                    <a:pt x="1326133" y="4606869"/>
                  </a:lnTo>
                  <a:lnTo>
                    <a:pt x="1326227" y="4606869"/>
                  </a:lnTo>
                  <a:lnTo>
                    <a:pt x="1326227" y="4601958"/>
                  </a:lnTo>
                  <a:lnTo>
                    <a:pt x="1326416" y="4601958"/>
                  </a:lnTo>
                  <a:lnTo>
                    <a:pt x="1326604" y="4601958"/>
                  </a:lnTo>
                  <a:lnTo>
                    <a:pt x="1326698" y="4601958"/>
                  </a:lnTo>
                  <a:lnTo>
                    <a:pt x="1326886" y="4601958"/>
                  </a:lnTo>
                  <a:lnTo>
                    <a:pt x="1327357" y="4601958"/>
                  </a:lnTo>
                  <a:lnTo>
                    <a:pt x="1327734" y="4601958"/>
                  </a:lnTo>
                  <a:lnTo>
                    <a:pt x="1327828" y="4601958"/>
                  </a:lnTo>
                  <a:lnTo>
                    <a:pt x="1328016" y="4601958"/>
                  </a:lnTo>
                  <a:lnTo>
                    <a:pt x="1328110" y="4601958"/>
                  </a:lnTo>
                  <a:lnTo>
                    <a:pt x="1328299" y="4601958"/>
                  </a:lnTo>
                  <a:lnTo>
                    <a:pt x="1328675" y="4601958"/>
                  </a:lnTo>
                  <a:lnTo>
                    <a:pt x="1328958" y="4601958"/>
                  </a:lnTo>
                  <a:lnTo>
                    <a:pt x="1329240" y="4601958"/>
                  </a:lnTo>
                  <a:lnTo>
                    <a:pt x="1329711" y="4601958"/>
                  </a:lnTo>
                  <a:lnTo>
                    <a:pt x="1329805" y="4601958"/>
                  </a:lnTo>
                  <a:lnTo>
                    <a:pt x="1330087" y="4597046"/>
                  </a:lnTo>
                  <a:lnTo>
                    <a:pt x="1330276" y="4597046"/>
                  </a:lnTo>
                  <a:lnTo>
                    <a:pt x="1330370" y="4597046"/>
                  </a:lnTo>
                  <a:lnTo>
                    <a:pt x="1330464" y="4597046"/>
                  </a:lnTo>
                  <a:lnTo>
                    <a:pt x="1330652" y="4597046"/>
                  </a:lnTo>
                  <a:lnTo>
                    <a:pt x="1330747" y="4597046"/>
                  </a:lnTo>
                  <a:lnTo>
                    <a:pt x="1330935" y="4597046"/>
                  </a:lnTo>
                  <a:lnTo>
                    <a:pt x="1331311" y="4597046"/>
                  </a:lnTo>
                  <a:lnTo>
                    <a:pt x="1331406" y="4597046"/>
                  </a:lnTo>
                  <a:lnTo>
                    <a:pt x="1331500" y="4597046"/>
                  </a:lnTo>
                  <a:lnTo>
                    <a:pt x="1331688" y="4597046"/>
                  </a:lnTo>
                  <a:lnTo>
                    <a:pt x="1331782" y="4597046"/>
                  </a:lnTo>
                  <a:lnTo>
                    <a:pt x="1331876" y="4597046"/>
                  </a:lnTo>
                  <a:lnTo>
                    <a:pt x="1332065" y="4597046"/>
                  </a:lnTo>
                  <a:lnTo>
                    <a:pt x="1332253" y="4597046"/>
                  </a:lnTo>
                  <a:lnTo>
                    <a:pt x="1332347" y="4597046"/>
                  </a:lnTo>
                  <a:lnTo>
                    <a:pt x="1332441" y="4597046"/>
                  </a:lnTo>
                  <a:lnTo>
                    <a:pt x="1332535" y="4597046"/>
                  </a:lnTo>
                  <a:lnTo>
                    <a:pt x="1332630" y="4597046"/>
                  </a:lnTo>
                  <a:lnTo>
                    <a:pt x="1332818" y="4597046"/>
                  </a:lnTo>
                  <a:lnTo>
                    <a:pt x="1332818" y="4592135"/>
                  </a:lnTo>
                  <a:lnTo>
                    <a:pt x="1332912" y="4592135"/>
                  </a:lnTo>
                  <a:lnTo>
                    <a:pt x="1333006" y="4592135"/>
                  </a:lnTo>
                  <a:lnTo>
                    <a:pt x="1333100" y="4592135"/>
                  </a:lnTo>
                  <a:lnTo>
                    <a:pt x="1333383" y="4592135"/>
                  </a:lnTo>
                  <a:lnTo>
                    <a:pt x="1333571" y="4592135"/>
                  </a:lnTo>
                  <a:lnTo>
                    <a:pt x="1333665" y="4592135"/>
                  </a:lnTo>
                  <a:lnTo>
                    <a:pt x="1333759" y="4592135"/>
                  </a:lnTo>
                  <a:lnTo>
                    <a:pt x="1333948" y="4592135"/>
                  </a:lnTo>
                  <a:lnTo>
                    <a:pt x="1334607" y="4592135"/>
                  </a:lnTo>
                  <a:lnTo>
                    <a:pt x="1334701" y="4592135"/>
                  </a:lnTo>
                  <a:lnTo>
                    <a:pt x="1334795" y="4592135"/>
                  </a:lnTo>
                  <a:lnTo>
                    <a:pt x="1334889" y="4592135"/>
                  </a:lnTo>
                  <a:lnTo>
                    <a:pt x="1334983" y="4592135"/>
                  </a:lnTo>
                  <a:lnTo>
                    <a:pt x="1335078" y="4592135"/>
                  </a:lnTo>
                  <a:lnTo>
                    <a:pt x="1335360" y="4592135"/>
                  </a:lnTo>
                  <a:lnTo>
                    <a:pt x="1335454" y="4592135"/>
                  </a:lnTo>
                  <a:lnTo>
                    <a:pt x="1335642" y="4592135"/>
                  </a:lnTo>
                  <a:lnTo>
                    <a:pt x="1335737" y="4592135"/>
                  </a:lnTo>
                  <a:lnTo>
                    <a:pt x="1335831" y="4592135"/>
                  </a:lnTo>
                  <a:lnTo>
                    <a:pt x="1335925" y="4592135"/>
                  </a:lnTo>
                  <a:lnTo>
                    <a:pt x="1336302" y="4592135"/>
                  </a:lnTo>
                  <a:lnTo>
                    <a:pt x="1336396" y="4592135"/>
                  </a:lnTo>
                  <a:lnTo>
                    <a:pt x="1336678" y="4592135"/>
                  </a:lnTo>
                  <a:lnTo>
                    <a:pt x="1336866" y="4592135"/>
                  </a:lnTo>
                  <a:lnTo>
                    <a:pt x="1336961" y="4592135"/>
                  </a:lnTo>
                  <a:lnTo>
                    <a:pt x="1337149" y="4592135"/>
                  </a:lnTo>
                  <a:lnTo>
                    <a:pt x="1337431" y="4592135"/>
                  </a:lnTo>
                  <a:lnTo>
                    <a:pt x="1337620" y="4592135"/>
                  </a:lnTo>
                  <a:lnTo>
                    <a:pt x="1337714" y="4592135"/>
                  </a:lnTo>
                  <a:lnTo>
                    <a:pt x="1338090" y="4592135"/>
                  </a:lnTo>
                  <a:lnTo>
                    <a:pt x="1338185" y="4592135"/>
                  </a:lnTo>
                  <a:lnTo>
                    <a:pt x="1338279" y="4592135"/>
                  </a:lnTo>
                  <a:lnTo>
                    <a:pt x="1338655" y="4592135"/>
                  </a:lnTo>
                  <a:lnTo>
                    <a:pt x="1338749" y="4592135"/>
                  </a:lnTo>
                  <a:lnTo>
                    <a:pt x="1338844" y="4592135"/>
                  </a:lnTo>
                  <a:lnTo>
                    <a:pt x="1339032" y="4592135"/>
                  </a:lnTo>
                  <a:lnTo>
                    <a:pt x="1339409" y="4587224"/>
                  </a:lnTo>
                  <a:lnTo>
                    <a:pt x="1339503" y="4587224"/>
                  </a:lnTo>
                  <a:lnTo>
                    <a:pt x="1339879" y="4587224"/>
                  </a:lnTo>
                  <a:lnTo>
                    <a:pt x="1339973" y="4587224"/>
                  </a:lnTo>
                  <a:lnTo>
                    <a:pt x="1340162" y="4587224"/>
                  </a:lnTo>
                  <a:lnTo>
                    <a:pt x="1340538" y="4587224"/>
                  </a:lnTo>
                  <a:lnTo>
                    <a:pt x="1340727" y="4587224"/>
                  </a:lnTo>
                  <a:lnTo>
                    <a:pt x="1340821" y="4587224"/>
                  </a:lnTo>
                  <a:lnTo>
                    <a:pt x="1340915" y="4587224"/>
                  </a:lnTo>
                  <a:lnTo>
                    <a:pt x="1341292" y="4587224"/>
                  </a:lnTo>
                  <a:lnTo>
                    <a:pt x="1341386" y="4587224"/>
                  </a:lnTo>
                  <a:lnTo>
                    <a:pt x="1341480" y="4587224"/>
                  </a:lnTo>
                  <a:lnTo>
                    <a:pt x="1341856" y="4587224"/>
                  </a:lnTo>
                  <a:lnTo>
                    <a:pt x="1342045" y="4587224"/>
                  </a:lnTo>
                  <a:lnTo>
                    <a:pt x="1342139" y="4587224"/>
                  </a:lnTo>
                  <a:lnTo>
                    <a:pt x="1342516" y="4587224"/>
                  </a:lnTo>
                  <a:lnTo>
                    <a:pt x="1342610" y="4587224"/>
                  </a:lnTo>
                  <a:lnTo>
                    <a:pt x="1342704" y="4587224"/>
                  </a:lnTo>
                  <a:lnTo>
                    <a:pt x="1342892" y="4587224"/>
                  </a:lnTo>
                  <a:lnTo>
                    <a:pt x="1343457" y="4587224"/>
                  </a:lnTo>
                  <a:lnTo>
                    <a:pt x="1343645" y="4587224"/>
                  </a:lnTo>
                  <a:lnTo>
                    <a:pt x="1343740" y="4587224"/>
                  </a:lnTo>
                  <a:lnTo>
                    <a:pt x="1343834" y="4587224"/>
                  </a:lnTo>
                  <a:lnTo>
                    <a:pt x="1343928" y="4587224"/>
                  </a:lnTo>
                  <a:lnTo>
                    <a:pt x="1344022" y="4587224"/>
                  </a:lnTo>
                  <a:lnTo>
                    <a:pt x="1344116" y="4587224"/>
                  </a:lnTo>
                  <a:lnTo>
                    <a:pt x="1344681" y="4587224"/>
                  </a:lnTo>
                  <a:lnTo>
                    <a:pt x="1344869" y="4587224"/>
                  </a:lnTo>
                  <a:lnTo>
                    <a:pt x="1344964" y="4587224"/>
                  </a:lnTo>
                  <a:lnTo>
                    <a:pt x="1345058" y="4587224"/>
                  </a:lnTo>
                  <a:lnTo>
                    <a:pt x="1345340" y="4587224"/>
                  </a:lnTo>
                  <a:lnTo>
                    <a:pt x="1345434" y="4587224"/>
                  </a:lnTo>
                  <a:lnTo>
                    <a:pt x="1345528" y="4587224"/>
                  </a:lnTo>
                  <a:lnTo>
                    <a:pt x="1345811" y="4587224"/>
                  </a:lnTo>
                  <a:lnTo>
                    <a:pt x="1346093" y="4587224"/>
                  </a:lnTo>
                  <a:lnTo>
                    <a:pt x="1346187" y="4587224"/>
                  </a:lnTo>
                  <a:lnTo>
                    <a:pt x="1346376" y="4587224"/>
                  </a:lnTo>
                  <a:lnTo>
                    <a:pt x="1346564" y="4587224"/>
                  </a:lnTo>
                  <a:lnTo>
                    <a:pt x="1346658" y="4587224"/>
                  </a:lnTo>
                  <a:lnTo>
                    <a:pt x="1346752" y="4587224"/>
                  </a:lnTo>
                  <a:lnTo>
                    <a:pt x="1346847" y="4587224"/>
                  </a:lnTo>
                  <a:lnTo>
                    <a:pt x="1347129" y="4587224"/>
                  </a:lnTo>
                  <a:lnTo>
                    <a:pt x="1347317" y="4587224"/>
                  </a:lnTo>
                  <a:lnTo>
                    <a:pt x="1347411" y="4587224"/>
                  </a:lnTo>
                  <a:lnTo>
                    <a:pt x="1347506" y="4587224"/>
                  </a:lnTo>
                  <a:lnTo>
                    <a:pt x="1347694" y="4587224"/>
                  </a:lnTo>
                  <a:lnTo>
                    <a:pt x="1347788" y="4587224"/>
                  </a:lnTo>
                  <a:lnTo>
                    <a:pt x="1347976" y="4587224"/>
                  </a:lnTo>
                  <a:lnTo>
                    <a:pt x="1348071" y="4587224"/>
                  </a:lnTo>
                  <a:lnTo>
                    <a:pt x="1348165" y="4587224"/>
                  </a:lnTo>
                  <a:lnTo>
                    <a:pt x="1348259" y="4587224"/>
                  </a:lnTo>
                  <a:lnTo>
                    <a:pt x="1348635" y="4587224"/>
                  </a:lnTo>
                  <a:lnTo>
                    <a:pt x="1348824" y="4587224"/>
                  </a:lnTo>
                  <a:lnTo>
                    <a:pt x="1349106" y="4587224"/>
                  </a:lnTo>
                  <a:lnTo>
                    <a:pt x="1349200" y="4587224"/>
                  </a:lnTo>
                  <a:lnTo>
                    <a:pt x="1349389" y="4587224"/>
                  </a:lnTo>
                  <a:lnTo>
                    <a:pt x="1349483" y="4587224"/>
                  </a:lnTo>
                  <a:lnTo>
                    <a:pt x="1349671" y="4587224"/>
                  </a:lnTo>
                  <a:lnTo>
                    <a:pt x="1349765" y="4587224"/>
                  </a:lnTo>
                  <a:lnTo>
                    <a:pt x="1350048" y="4587224"/>
                  </a:lnTo>
                  <a:lnTo>
                    <a:pt x="1350142" y="4587224"/>
                  </a:lnTo>
                  <a:lnTo>
                    <a:pt x="1350330" y="4587224"/>
                  </a:lnTo>
                  <a:lnTo>
                    <a:pt x="1350424" y="4587224"/>
                  </a:lnTo>
                  <a:lnTo>
                    <a:pt x="1350518" y="4587224"/>
                  </a:lnTo>
                  <a:lnTo>
                    <a:pt x="1350613" y="4587224"/>
                  </a:lnTo>
                  <a:lnTo>
                    <a:pt x="1350801" y="4587224"/>
                  </a:lnTo>
                  <a:lnTo>
                    <a:pt x="1351366" y="4587224"/>
                  </a:lnTo>
                  <a:lnTo>
                    <a:pt x="1351460" y="4587224"/>
                  </a:lnTo>
                  <a:lnTo>
                    <a:pt x="1351648" y="4587224"/>
                  </a:lnTo>
                  <a:lnTo>
                    <a:pt x="1351742" y="4587224"/>
                  </a:lnTo>
                  <a:lnTo>
                    <a:pt x="1351837" y="4587224"/>
                  </a:lnTo>
                  <a:lnTo>
                    <a:pt x="1351931" y="4587224"/>
                  </a:lnTo>
                  <a:lnTo>
                    <a:pt x="1352119" y="4587224"/>
                  </a:lnTo>
                  <a:lnTo>
                    <a:pt x="1352213" y="4587224"/>
                  </a:lnTo>
                  <a:lnTo>
                    <a:pt x="1352307" y="4587224"/>
                  </a:lnTo>
                  <a:lnTo>
                    <a:pt x="1352496" y="4587224"/>
                  </a:lnTo>
                  <a:lnTo>
                    <a:pt x="1352684" y="4587224"/>
                  </a:lnTo>
                  <a:lnTo>
                    <a:pt x="1352778" y="4587224"/>
                  </a:lnTo>
                  <a:lnTo>
                    <a:pt x="1352966" y="4587224"/>
                  </a:lnTo>
                  <a:lnTo>
                    <a:pt x="1353155" y="4587224"/>
                  </a:lnTo>
                  <a:lnTo>
                    <a:pt x="1353249" y="4587224"/>
                  </a:lnTo>
                  <a:lnTo>
                    <a:pt x="1353343" y="4587224"/>
                  </a:lnTo>
                  <a:lnTo>
                    <a:pt x="1353437" y="4587224"/>
                  </a:lnTo>
                  <a:lnTo>
                    <a:pt x="1353531" y="4587224"/>
                  </a:lnTo>
                  <a:lnTo>
                    <a:pt x="1354002" y="4587224"/>
                  </a:lnTo>
                  <a:lnTo>
                    <a:pt x="1354379" y="4587224"/>
                  </a:lnTo>
                  <a:lnTo>
                    <a:pt x="1354473" y="4587224"/>
                  </a:lnTo>
                  <a:lnTo>
                    <a:pt x="1354567" y="4587224"/>
                  </a:lnTo>
                  <a:lnTo>
                    <a:pt x="1354661" y="4587224"/>
                  </a:lnTo>
                  <a:lnTo>
                    <a:pt x="1354944" y="4582312"/>
                  </a:lnTo>
                  <a:lnTo>
                    <a:pt x="1355038" y="4582312"/>
                  </a:lnTo>
                  <a:lnTo>
                    <a:pt x="1355132" y="4582312"/>
                  </a:lnTo>
                  <a:lnTo>
                    <a:pt x="1355226" y="4582312"/>
                  </a:lnTo>
                  <a:lnTo>
                    <a:pt x="1355320" y="4582312"/>
                  </a:lnTo>
                  <a:lnTo>
                    <a:pt x="1355414" y="4577401"/>
                  </a:lnTo>
                  <a:lnTo>
                    <a:pt x="1355791" y="4577401"/>
                  </a:lnTo>
                  <a:lnTo>
                    <a:pt x="1355885" y="4577401"/>
                  </a:lnTo>
                  <a:lnTo>
                    <a:pt x="1356168" y="4577401"/>
                  </a:lnTo>
                  <a:lnTo>
                    <a:pt x="1356262" y="4577401"/>
                  </a:lnTo>
                  <a:lnTo>
                    <a:pt x="1356356" y="4577401"/>
                  </a:lnTo>
                  <a:lnTo>
                    <a:pt x="1356827" y="4577401"/>
                  </a:lnTo>
                  <a:lnTo>
                    <a:pt x="1357109" y="4577401"/>
                  </a:lnTo>
                  <a:lnTo>
                    <a:pt x="1357203" y="4577401"/>
                  </a:lnTo>
                  <a:lnTo>
                    <a:pt x="1357297" y="4577401"/>
                  </a:lnTo>
                  <a:lnTo>
                    <a:pt x="1357486" y="4577401"/>
                  </a:lnTo>
                  <a:lnTo>
                    <a:pt x="1357580" y="4577401"/>
                  </a:lnTo>
                  <a:lnTo>
                    <a:pt x="1357674" y="4577401"/>
                  </a:lnTo>
                  <a:lnTo>
                    <a:pt x="1357862" y="4577401"/>
                  </a:lnTo>
                  <a:lnTo>
                    <a:pt x="1357957" y="4577401"/>
                  </a:lnTo>
                  <a:lnTo>
                    <a:pt x="1358239" y="4577401"/>
                  </a:lnTo>
                  <a:lnTo>
                    <a:pt x="1358333" y="4577401"/>
                  </a:lnTo>
                  <a:lnTo>
                    <a:pt x="1358521" y="4577401"/>
                  </a:lnTo>
                  <a:lnTo>
                    <a:pt x="1358710" y="4577401"/>
                  </a:lnTo>
                  <a:lnTo>
                    <a:pt x="1358804" y="4577401"/>
                  </a:lnTo>
                  <a:lnTo>
                    <a:pt x="1358898" y="4577401"/>
                  </a:lnTo>
                  <a:lnTo>
                    <a:pt x="1358992" y="4577401"/>
                  </a:lnTo>
                  <a:lnTo>
                    <a:pt x="1359181" y="4577401"/>
                  </a:lnTo>
                  <a:lnTo>
                    <a:pt x="1359557" y="4577401"/>
                  </a:lnTo>
                  <a:lnTo>
                    <a:pt x="1359840" y="4577401"/>
                  </a:lnTo>
                  <a:lnTo>
                    <a:pt x="1360028" y="4577401"/>
                  </a:lnTo>
                  <a:lnTo>
                    <a:pt x="1360122" y="4577401"/>
                  </a:lnTo>
                  <a:lnTo>
                    <a:pt x="1360216" y="4577401"/>
                  </a:lnTo>
                  <a:lnTo>
                    <a:pt x="1360499" y="4577401"/>
                  </a:lnTo>
                  <a:lnTo>
                    <a:pt x="1360593" y="4577401"/>
                  </a:lnTo>
                  <a:lnTo>
                    <a:pt x="1360687" y="4577401"/>
                  </a:lnTo>
                  <a:lnTo>
                    <a:pt x="1360875" y="4577401"/>
                  </a:lnTo>
                  <a:lnTo>
                    <a:pt x="1360969" y="4577401"/>
                  </a:lnTo>
                  <a:lnTo>
                    <a:pt x="1361440" y="4577401"/>
                  </a:lnTo>
                  <a:lnTo>
                    <a:pt x="1361911" y="4577401"/>
                  </a:lnTo>
                  <a:lnTo>
                    <a:pt x="1362099" y="4577401"/>
                  </a:lnTo>
                  <a:lnTo>
                    <a:pt x="1362288" y="4577401"/>
                  </a:lnTo>
                  <a:lnTo>
                    <a:pt x="1362382" y="4577401"/>
                  </a:lnTo>
                  <a:lnTo>
                    <a:pt x="1362476" y="4577401"/>
                  </a:lnTo>
                  <a:lnTo>
                    <a:pt x="1362664" y="4577401"/>
                  </a:lnTo>
                  <a:lnTo>
                    <a:pt x="1362947" y="4577401"/>
                  </a:lnTo>
                  <a:lnTo>
                    <a:pt x="1363041" y="4577401"/>
                  </a:lnTo>
                  <a:lnTo>
                    <a:pt x="1363512" y="4577401"/>
                  </a:lnTo>
                  <a:lnTo>
                    <a:pt x="1363700" y="4577401"/>
                  </a:lnTo>
                  <a:lnTo>
                    <a:pt x="1363794" y="4577401"/>
                  </a:lnTo>
                  <a:lnTo>
                    <a:pt x="1364265" y="4577401"/>
                  </a:lnTo>
                  <a:lnTo>
                    <a:pt x="1364453" y="4577401"/>
                  </a:lnTo>
                  <a:lnTo>
                    <a:pt x="1364547" y="4577401"/>
                  </a:lnTo>
                  <a:lnTo>
                    <a:pt x="1364735" y="4577401"/>
                  </a:lnTo>
                  <a:lnTo>
                    <a:pt x="1364830" y="4577401"/>
                  </a:lnTo>
                  <a:lnTo>
                    <a:pt x="1364924" y="4577401"/>
                  </a:lnTo>
                  <a:lnTo>
                    <a:pt x="1365018" y="4577401"/>
                  </a:lnTo>
                  <a:lnTo>
                    <a:pt x="1365300" y="4577401"/>
                  </a:lnTo>
                  <a:lnTo>
                    <a:pt x="1365395" y="4577401"/>
                  </a:lnTo>
                  <a:lnTo>
                    <a:pt x="1365583" y="4577401"/>
                  </a:lnTo>
                  <a:lnTo>
                    <a:pt x="1365677" y="4577401"/>
                  </a:lnTo>
                  <a:lnTo>
                    <a:pt x="1365771" y="4577401"/>
                  </a:lnTo>
                  <a:lnTo>
                    <a:pt x="1366054" y="4577401"/>
                  </a:lnTo>
                  <a:lnTo>
                    <a:pt x="1366148" y="4577401"/>
                  </a:lnTo>
                  <a:lnTo>
                    <a:pt x="1366242" y="4577401"/>
                  </a:lnTo>
                  <a:lnTo>
                    <a:pt x="1366336" y="4577401"/>
                  </a:lnTo>
                  <a:lnTo>
                    <a:pt x="1366430" y="4577401"/>
                  </a:lnTo>
                  <a:lnTo>
                    <a:pt x="1366524" y="4577401"/>
                  </a:lnTo>
                  <a:lnTo>
                    <a:pt x="1366713" y="4577401"/>
                  </a:lnTo>
                  <a:lnTo>
                    <a:pt x="1366807" y="4577401"/>
                  </a:lnTo>
                  <a:lnTo>
                    <a:pt x="1366901" y="4577401"/>
                  </a:lnTo>
                  <a:lnTo>
                    <a:pt x="1367560" y="4577401"/>
                  </a:lnTo>
                  <a:lnTo>
                    <a:pt x="1367748" y="4577401"/>
                  </a:lnTo>
                  <a:lnTo>
                    <a:pt x="1367843" y="4577401"/>
                  </a:lnTo>
                  <a:lnTo>
                    <a:pt x="1367937" y="4577401"/>
                  </a:lnTo>
                  <a:lnTo>
                    <a:pt x="1368313" y="4577401"/>
                  </a:lnTo>
                  <a:lnTo>
                    <a:pt x="1368407" y="4577401"/>
                  </a:lnTo>
                  <a:lnTo>
                    <a:pt x="1368596" y="4577401"/>
                  </a:lnTo>
                  <a:lnTo>
                    <a:pt x="1368690" y="4577401"/>
                  </a:lnTo>
                  <a:lnTo>
                    <a:pt x="1368784" y="4577401"/>
                  </a:lnTo>
                  <a:lnTo>
                    <a:pt x="1368878" y="4577401"/>
                  </a:lnTo>
                  <a:lnTo>
                    <a:pt x="1369161" y="4577401"/>
                  </a:lnTo>
                  <a:lnTo>
                    <a:pt x="1369255" y="4577401"/>
                  </a:lnTo>
                  <a:lnTo>
                    <a:pt x="1369631" y="4577401"/>
                  </a:lnTo>
                  <a:lnTo>
                    <a:pt x="1369726" y="4577401"/>
                  </a:lnTo>
                  <a:lnTo>
                    <a:pt x="1369914" y="4577401"/>
                  </a:lnTo>
                  <a:lnTo>
                    <a:pt x="1370102" y="4577401"/>
                  </a:lnTo>
                  <a:lnTo>
                    <a:pt x="1370196" y="4577401"/>
                  </a:lnTo>
                  <a:lnTo>
                    <a:pt x="1370290" y="4577401"/>
                  </a:lnTo>
                  <a:lnTo>
                    <a:pt x="1370385" y="4577401"/>
                  </a:lnTo>
                  <a:lnTo>
                    <a:pt x="1370667" y="4577401"/>
                  </a:lnTo>
                  <a:lnTo>
                    <a:pt x="1370855" y="4577401"/>
                  </a:lnTo>
                  <a:lnTo>
                    <a:pt x="1371138" y="4577401"/>
                  </a:lnTo>
                  <a:lnTo>
                    <a:pt x="1371232" y="4577401"/>
                  </a:lnTo>
                  <a:lnTo>
                    <a:pt x="1371326" y="4577401"/>
                  </a:lnTo>
                  <a:lnTo>
                    <a:pt x="1371420" y="4577401"/>
                  </a:lnTo>
                  <a:lnTo>
                    <a:pt x="1371514" y="4577401"/>
                  </a:lnTo>
                  <a:lnTo>
                    <a:pt x="1371609" y="4577401"/>
                  </a:lnTo>
                  <a:lnTo>
                    <a:pt x="1371703" y="4577401"/>
                  </a:lnTo>
                  <a:lnTo>
                    <a:pt x="1372079" y="4577401"/>
                  </a:lnTo>
                  <a:lnTo>
                    <a:pt x="1372362" y="4577401"/>
                  </a:lnTo>
                  <a:lnTo>
                    <a:pt x="1372456" y="4577401"/>
                  </a:lnTo>
                  <a:lnTo>
                    <a:pt x="1372550" y="4577401"/>
                  </a:lnTo>
                  <a:lnTo>
                    <a:pt x="1372927" y="4577401"/>
                  </a:lnTo>
                  <a:lnTo>
                    <a:pt x="1373021" y="4577401"/>
                  </a:lnTo>
                  <a:lnTo>
                    <a:pt x="1373115" y="4577401"/>
                  </a:lnTo>
                  <a:lnTo>
                    <a:pt x="1373209" y="4577401"/>
                  </a:lnTo>
                  <a:lnTo>
                    <a:pt x="1373303" y="4577401"/>
                  </a:lnTo>
                  <a:lnTo>
                    <a:pt x="1373397" y="4577401"/>
                  </a:lnTo>
                  <a:lnTo>
                    <a:pt x="1373586" y="4577401"/>
                  </a:lnTo>
                  <a:lnTo>
                    <a:pt x="1373680" y="4577401"/>
                  </a:lnTo>
                  <a:lnTo>
                    <a:pt x="1373868" y="4577401"/>
                  </a:lnTo>
                  <a:lnTo>
                    <a:pt x="1374151" y="4577401"/>
                  </a:lnTo>
                  <a:lnTo>
                    <a:pt x="1374433" y="4577401"/>
                  </a:lnTo>
                  <a:lnTo>
                    <a:pt x="1374527" y="4577401"/>
                  </a:lnTo>
                  <a:lnTo>
                    <a:pt x="1374621" y="4577401"/>
                  </a:lnTo>
                  <a:lnTo>
                    <a:pt x="1374716" y="4577401"/>
                  </a:lnTo>
                  <a:lnTo>
                    <a:pt x="1374810" y="4577401"/>
                  </a:lnTo>
                  <a:lnTo>
                    <a:pt x="1374904" y="4577401"/>
                  </a:lnTo>
                  <a:lnTo>
                    <a:pt x="1375092" y="4577401"/>
                  </a:lnTo>
                  <a:lnTo>
                    <a:pt x="1375281" y="4577401"/>
                  </a:lnTo>
                  <a:lnTo>
                    <a:pt x="1375563" y="4577401"/>
                  </a:lnTo>
                  <a:lnTo>
                    <a:pt x="1375657" y="4577401"/>
                  </a:lnTo>
                  <a:lnTo>
                    <a:pt x="1375751" y="4577401"/>
                  </a:lnTo>
                  <a:lnTo>
                    <a:pt x="1375845" y="4577401"/>
                  </a:lnTo>
                  <a:lnTo>
                    <a:pt x="1376316" y="4577401"/>
                  </a:lnTo>
                  <a:lnTo>
                    <a:pt x="1376787" y="4577401"/>
                  </a:lnTo>
                  <a:lnTo>
                    <a:pt x="1376881" y="4577401"/>
                  </a:lnTo>
                  <a:lnTo>
                    <a:pt x="1376975" y="4577401"/>
                  </a:lnTo>
                  <a:lnTo>
                    <a:pt x="1377069" y="4577401"/>
                  </a:lnTo>
                  <a:lnTo>
                    <a:pt x="1377258" y="4577401"/>
                  </a:lnTo>
                  <a:lnTo>
                    <a:pt x="1377352" y="4577401"/>
                  </a:lnTo>
                  <a:lnTo>
                    <a:pt x="1377446" y="4577401"/>
                  </a:lnTo>
                  <a:lnTo>
                    <a:pt x="1377634" y="4577401"/>
                  </a:lnTo>
                  <a:lnTo>
                    <a:pt x="1377728" y="4577401"/>
                  </a:lnTo>
                  <a:lnTo>
                    <a:pt x="1377917" y="4577401"/>
                  </a:lnTo>
                  <a:lnTo>
                    <a:pt x="1378011" y="4577401"/>
                  </a:lnTo>
                  <a:lnTo>
                    <a:pt x="1378199" y="4577401"/>
                  </a:lnTo>
                  <a:lnTo>
                    <a:pt x="1378293" y="4577401"/>
                  </a:lnTo>
                  <a:lnTo>
                    <a:pt x="1378576" y="4577401"/>
                  </a:lnTo>
                  <a:lnTo>
                    <a:pt x="1378670" y="4577401"/>
                  </a:lnTo>
                  <a:lnTo>
                    <a:pt x="1378764" y="4577401"/>
                  </a:lnTo>
                  <a:lnTo>
                    <a:pt x="1378952" y="4577401"/>
                  </a:lnTo>
                  <a:lnTo>
                    <a:pt x="1379047" y="4577401"/>
                  </a:lnTo>
                  <a:lnTo>
                    <a:pt x="1379141" y="4572490"/>
                  </a:lnTo>
                  <a:lnTo>
                    <a:pt x="1379329" y="4572490"/>
                  </a:lnTo>
                  <a:lnTo>
                    <a:pt x="1379706" y="4572490"/>
                  </a:lnTo>
                  <a:lnTo>
                    <a:pt x="1379800" y="4572490"/>
                  </a:lnTo>
                  <a:lnTo>
                    <a:pt x="1379894" y="4572490"/>
                  </a:lnTo>
                  <a:lnTo>
                    <a:pt x="1380082" y="4572490"/>
                  </a:lnTo>
                  <a:lnTo>
                    <a:pt x="1380176" y="4572490"/>
                  </a:lnTo>
                  <a:lnTo>
                    <a:pt x="1380271" y="4572490"/>
                  </a:lnTo>
                  <a:lnTo>
                    <a:pt x="1380365" y="4572490"/>
                  </a:lnTo>
                  <a:lnTo>
                    <a:pt x="1380459" y="4572490"/>
                  </a:lnTo>
                  <a:lnTo>
                    <a:pt x="1380647" y="4572490"/>
                  </a:lnTo>
                  <a:lnTo>
                    <a:pt x="1380741" y="4572490"/>
                  </a:lnTo>
                  <a:lnTo>
                    <a:pt x="1380836" y="4572490"/>
                  </a:lnTo>
                  <a:lnTo>
                    <a:pt x="1381400" y="4572490"/>
                  </a:lnTo>
                  <a:lnTo>
                    <a:pt x="1381683" y="4572490"/>
                  </a:lnTo>
                  <a:lnTo>
                    <a:pt x="1381965" y="4572490"/>
                  </a:lnTo>
                  <a:lnTo>
                    <a:pt x="1382154" y="4572490"/>
                  </a:lnTo>
                  <a:lnTo>
                    <a:pt x="1382248" y="4572490"/>
                  </a:lnTo>
                  <a:lnTo>
                    <a:pt x="1382624" y="4572490"/>
                  </a:lnTo>
                  <a:lnTo>
                    <a:pt x="1382719" y="4572490"/>
                  </a:lnTo>
                  <a:lnTo>
                    <a:pt x="1382813" y="4572490"/>
                  </a:lnTo>
                  <a:lnTo>
                    <a:pt x="1382907" y="4572490"/>
                  </a:lnTo>
                  <a:lnTo>
                    <a:pt x="1383001" y="4572490"/>
                  </a:lnTo>
                  <a:lnTo>
                    <a:pt x="1383095" y="4572490"/>
                  </a:lnTo>
                  <a:lnTo>
                    <a:pt x="1383189" y="4572490"/>
                  </a:lnTo>
                  <a:lnTo>
                    <a:pt x="1383472" y="4572490"/>
                  </a:lnTo>
                  <a:lnTo>
                    <a:pt x="1383848" y="4572490"/>
                  </a:lnTo>
                  <a:lnTo>
                    <a:pt x="1383943" y="4572490"/>
                  </a:lnTo>
                  <a:lnTo>
                    <a:pt x="1384037" y="4572490"/>
                  </a:lnTo>
                  <a:lnTo>
                    <a:pt x="1384225" y="4572490"/>
                  </a:lnTo>
                  <a:lnTo>
                    <a:pt x="1384413" y="4572490"/>
                  </a:lnTo>
                  <a:lnTo>
                    <a:pt x="1384507" y="4572490"/>
                  </a:lnTo>
                  <a:lnTo>
                    <a:pt x="1384696" y="4567578"/>
                  </a:lnTo>
                  <a:lnTo>
                    <a:pt x="1384790" y="4567578"/>
                  </a:lnTo>
                  <a:lnTo>
                    <a:pt x="1384884" y="4567578"/>
                  </a:lnTo>
                  <a:lnTo>
                    <a:pt x="1384978" y="4567578"/>
                  </a:lnTo>
                  <a:lnTo>
                    <a:pt x="1385072" y="4567578"/>
                  </a:lnTo>
                  <a:lnTo>
                    <a:pt x="1385261" y="4567578"/>
                  </a:lnTo>
                  <a:lnTo>
                    <a:pt x="1385543" y="4567578"/>
                  </a:lnTo>
                  <a:lnTo>
                    <a:pt x="1385637" y="4567578"/>
                  </a:lnTo>
                  <a:lnTo>
                    <a:pt x="1385731" y="4567578"/>
                  </a:lnTo>
                  <a:lnTo>
                    <a:pt x="1385826" y="4567578"/>
                  </a:lnTo>
                  <a:lnTo>
                    <a:pt x="1385920" y="4567578"/>
                  </a:lnTo>
                  <a:lnTo>
                    <a:pt x="1386390" y="4567578"/>
                  </a:lnTo>
                  <a:lnTo>
                    <a:pt x="1386673" y="4567578"/>
                  </a:lnTo>
                  <a:lnTo>
                    <a:pt x="1386767" y="4567578"/>
                  </a:lnTo>
                  <a:lnTo>
                    <a:pt x="1386861" y="4567578"/>
                  </a:lnTo>
                  <a:lnTo>
                    <a:pt x="1387050" y="4567578"/>
                  </a:lnTo>
                  <a:lnTo>
                    <a:pt x="1387144" y="4567578"/>
                  </a:lnTo>
                  <a:lnTo>
                    <a:pt x="1387238" y="4567578"/>
                  </a:lnTo>
                  <a:lnTo>
                    <a:pt x="1387332" y="4567578"/>
                  </a:lnTo>
                  <a:lnTo>
                    <a:pt x="1387332" y="4562667"/>
                  </a:lnTo>
                  <a:lnTo>
                    <a:pt x="1387520" y="4562667"/>
                  </a:lnTo>
                  <a:lnTo>
                    <a:pt x="1388085" y="4562667"/>
                  </a:lnTo>
                  <a:lnTo>
                    <a:pt x="1388179" y="4562667"/>
                  </a:lnTo>
                  <a:lnTo>
                    <a:pt x="1388274" y="4562667"/>
                  </a:lnTo>
                  <a:lnTo>
                    <a:pt x="1388368" y="4562667"/>
                  </a:lnTo>
                  <a:lnTo>
                    <a:pt x="1388462" y="4562667"/>
                  </a:lnTo>
                  <a:lnTo>
                    <a:pt x="1388556" y="4562667"/>
                  </a:lnTo>
                  <a:lnTo>
                    <a:pt x="1388650" y="4562667"/>
                  </a:lnTo>
                  <a:lnTo>
                    <a:pt x="1388744" y="4562667"/>
                  </a:lnTo>
                  <a:lnTo>
                    <a:pt x="1388838" y="4562667"/>
                  </a:lnTo>
                  <a:lnTo>
                    <a:pt x="1389121" y="4562667"/>
                  </a:lnTo>
                  <a:lnTo>
                    <a:pt x="1389309" y="4562667"/>
                  </a:lnTo>
                  <a:lnTo>
                    <a:pt x="1389403" y="4562667"/>
                  </a:lnTo>
                  <a:lnTo>
                    <a:pt x="1389498" y="4562667"/>
                  </a:lnTo>
                  <a:lnTo>
                    <a:pt x="1389592" y="4562667"/>
                  </a:lnTo>
                  <a:lnTo>
                    <a:pt x="1389686" y="4562667"/>
                  </a:lnTo>
                  <a:lnTo>
                    <a:pt x="1389874" y="4562667"/>
                  </a:lnTo>
                  <a:lnTo>
                    <a:pt x="1389968" y="4562667"/>
                  </a:lnTo>
                  <a:lnTo>
                    <a:pt x="1389968" y="4557755"/>
                  </a:lnTo>
                  <a:lnTo>
                    <a:pt x="1390157" y="4557755"/>
                  </a:lnTo>
                  <a:lnTo>
                    <a:pt x="1390345" y="4557755"/>
                  </a:lnTo>
                  <a:lnTo>
                    <a:pt x="1390627" y="4557755"/>
                  </a:lnTo>
                  <a:lnTo>
                    <a:pt x="1390721" y="4557755"/>
                  </a:lnTo>
                  <a:lnTo>
                    <a:pt x="1390910" y="4557755"/>
                  </a:lnTo>
                  <a:lnTo>
                    <a:pt x="1391098" y="4557755"/>
                  </a:lnTo>
                  <a:lnTo>
                    <a:pt x="1391286" y="4557755"/>
                  </a:lnTo>
                  <a:lnTo>
                    <a:pt x="1391381" y="4557755"/>
                  </a:lnTo>
                  <a:lnTo>
                    <a:pt x="1391475" y="4557755"/>
                  </a:lnTo>
                  <a:lnTo>
                    <a:pt x="1391569" y="4557755"/>
                  </a:lnTo>
                  <a:lnTo>
                    <a:pt x="1391851" y="4557755"/>
                  </a:lnTo>
                  <a:lnTo>
                    <a:pt x="1392228" y="4557755"/>
                  </a:lnTo>
                  <a:lnTo>
                    <a:pt x="1392322" y="4557755"/>
                  </a:lnTo>
                  <a:lnTo>
                    <a:pt x="1392510" y="4557755"/>
                  </a:lnTo>
                  <a:lnTo>
                    <a:pt x="1392605" y="4557755"/>
                  </a:lnTo>
                  <a:lnTo>
                    <a:pt x="1392793" y="4557755"/>
                  </a:lnTo>
                  <a:lnTo>
                    <a:pt x="1392887" y="4557755"/>
                  </a:lnTo>
                  <a:lnTo>
                    <a:pt x="1392981" y="4557755"/>
                  </a:lnTo>
                  <a:lnTo>
                    <a:pt x="1393075" y="4557755"/>
                  </a:lnTo>
                  <a:lnTo>
                    <a:pt x="1393452" y="4557755"/>
                  </a:lnTo>
                  <a:lnTo>
                    <a:pt x="1393640" y="4557755"/>
                  </a:lnTo>
                  <a:lnTo>
                    <a:pt x="1393734" y="4552844"/>
                  </a:lnTo>
                  <a:lnTo>
                    <a:pt x="1393829" y="4552844"/>
                  </a:lnTo>
                  <a:lnTo>
                    <a:pt x="1394205" y="4552844"/>
                  </a:lnTo>
                  <a:lnTo>
                    <a:pt x="1394299" y="4552844"/>
                  </a:lnTo>
                  <a:lnTo>
                    <a:pt x="1394393" y="4552844"/>
                  </a:lnTo>
                  <a:lnTo>
                    <a:pt x="1394488" y="4552844"/>
                  </a:lnTo>
                  <a:lnTo>
                    <a:pt x="1394582" y="4552844"/>
                  </a:lnTo>
                  <a:lnTo>
                    <a:pt x="1394770" y="4552844"/>
                  </a:lnTo>
                  <a:lnTo>
                    <a:pt x="1394958" y="4552844"/>
                  </a:lnTo>
                  <a:lnTo>
                    <a:pt x="1395147" y="4552844"/>
                  </a:lnTo>
                  <a:lnTo>
                    <a:pt x="1395241" y="4552844"/>
                  </a:lnTo>
                  <a:lnTo>
                    <a:pt x="1395335" y="4552844"/>
                  </a:lnTo>
                  <a:lnTo>
                    <a:pt x="1395429" y="4552844"/>
                  </a:lnTo>
                  <a:lnTo>
                    <a:pt x="1395712" y="4552844"/>
                  </a:lnTo>
                  <a:lnTo>
                    <a:pt x="1395806" y="4552844"/>
                  </a:lnTo>
                  <a:lnTo>
                    <a:pt x="1395900" y="4552844"/>
                  </a:lnTo>
                  <a:lnTo>
                    <a:pt x="1396088" y="4552844"/>
                  </a:lnTo>
                  <a:lnTo>
                    <a:pt x="1396182" y="4552844"/>
                  </a:lnTo>
                  <a:lnTo>
                    <a:pt x="1396276" y="4552844"/>
                  </a:lnTo>
                  <a:lnTo>
                    <a:pt x="1396371" y="4552844"/>
                  </a:lnTo>
                  <a:lnTo>
                    <a:pt x="1396841" y="4552844"/>
                  </a:lnTo>
                  <a:lnTo>
                    <a:pt x="1396936" y="4552844"/>
                  </a:lnTo>
                  <a:lnTo>
                    <a:pt x="1397783" y="4552844"/>
                  </a:lnTo>
                  <a:lnTo>
                    <a:pt x="1398065" y="4552844"/>
                  </a:lnTo>
                  <a:lnTo>
                    <a:pt x="1398348" y="4552844"/>
                  </a:lnTo>
                  <a:lnTo>
                    <a:pt x="1398442" y="4552844"/>
                  </a:lnTo>
                  <a:lnTo>
                    <a:pt x="1398536" y="4552844"/>
                  </a:lnTo>
                  <a:lnTo>
                    <a:pt x="1398630" y="4552844"/>
                  </a:lnTo>
                  <a:lnTo>
                    <a:pt x="1398724" y="4547933"/>
                  </a:lnTo>
                  <a:lnTo>
                    <a:pt x="1399101" y="4547933"/>
                  </a:lnTo>
                  <a:lnTo>
                    <a:pt x="1399195" y="4547933"/>
                  </a:lnTo>
                  <a:lnTo>
                    <a:pt x="1399478" y="4547933"/>
                  </a:lnTo>
                  <a:lnTo>
                    <a:pt x="1399572" y="4547933"/>
                  </a:lnTo>
                  <a:lnTo>
                    <a:pt x="1399666" y="4547933"/>
                  </a:lnTo>
                  <a:lnTo>
                    <a:pt x="1399854" y="4543021"/>
                  </a:lnTo>
                  <a:lnTo>
                    <a:pt x="1399948" y="4543021"/>
                  </a:lnTo>
                  <a:lnTo>
                    <a:pt x="1400043" y="4543021"/>
                  </a:lnTo>
                  <a:lnTo>
                    <a:pt x="1400137" y="4543021"/>
                  </a:lnTo>
                  <a:lnTo>
                    <a:pt x="1400231" y="4543021"/>
                  </a:lnTo>
                  <a:lnTo>
                    <a:pt x="1400419" y="4543021"/>
                  </a:lnTo>
                  <a:lnTo>
                    <a:pt x="1400513" y="4543021"/>
                  </a:lnTo>
                  <a:lnTo>
                    <a:pt x="1400796" y="4543021"/>
                  </a:lnTo>
                  <a:lnTo>
                    <a:pt x="1400890" y="4543021"/>
                  </a:lnTo>
                  <a:lnTo>
                    <a:pt x="1401078" y="4543021"/>
                  </a:lnTo>
                  <a:lnTo>
                    <a:pt x="1401172" y="4543021"/>
                  </a:lnTo>
                  <a:lnTo>
                    <a:pt x="1401267" y="4543021"/>
                  </a:lnTo>
                  <a:lnTo>
                    <a:pt x="1401455" y="4538110"/>
                  </a:lnTo>
                  <a:lnTo>
                    <a:pt x="1401549" y="4538110"/>
                  </a:lnTo>
                  <a:lnTo>
                    <a:pt x="1401549" y="4533199"/>
                  </a:lnTo>
                  <a:lnTo>
                    <a:pt x="1401737" y="4533199"/>
                  </a:lnTo>
                  <a:lnTo>
                    <a:pt x="1401926" y="4533199"/>
                  </a:lnTo>
                  <a:lnTo>
                    <a:pt x="1402208" y="4533199"/>
                  </a:lnTo>
                  <a:lnTo>
                    <a:pt x="1402302" y="4533199"/>
                  </a:lnTo>
                  <a:lnTo>
                    <a:pt x="1402491" y="4533199"/>
                  </a:lnTo>
                  <a:lnTo>
                    <a:pt x="1402679" y="4533199"/>
                  </a:lnTo>
                  <a:lnTo>
                    <a:pt x="1402961" y="4533199"/>
                  </a:lnTo>
                  <a:lnTo>
                    <a:pt x="1403055" y="4533199"/>
                  </a:lnTo>
                  <a:lnTo>
                    <a:pt x="1403150" y="4533199"/>
                  </a:lnTo>
                  <a:lnTo>
                    <a:pt x="1403338" y="4533199"/>
                  </a:lnTo>
                  <a:lnTo>
                    <a:pt x="1403432" y="4533199"/>
                  </a:lnTo>
                  <a:lnTo>
                    <a:pt x="1403526" y="4533199"/>
                  </a:lnTo>
                  <a:lnTo>
                    <a:pt x="1403620" y="4533199"/>
                  </a:lnTo>
                  <a:lnTo>
                    <a:pt x="1404279" y="4533199"/>
                  </a:lnTo>
                  <a:lnTo>
                    <a:pt x="1404374" y="4533199"/>
                  </a:lnTo>
                  <a:lnTo>
                    <a:pt x="1404562" y="4533199"/>
                  </a:lnTo>
                  <a:lnTo>
                    <a:pt x="1404750" y="4533199"/>
                  </a:lnTo>
                  <a:lnTo>
                    <a:pt x="1404844" y="4533199"/>
                  </a:lnTo>
                  <a:lnTo>
                    <a:pt x="1404938" y="4533199"/>
                  </a:lnTo>
                  <a:lnTo>
                    <a:pt x="1405033" y="4533199"/>
                  </a:lnTo>
                  <a:lnTo>
                    <a:pt x="1405127" y="4533199"/>
                  </a:lnTo>
                  <a:lnTo>
                    <a:pt x="1405221" y="4533199"/>
                  </a:lnTo>
                  <a:lnTo>
                    <a:pt x="1405315" y="4533199"/>
                  </a:lnTo>
                  <a:lnTo>
                    <a:pt x="1405409" y="4533199"/>
                  </a:lnTo>
                  <a:lnTo>
                    <a:pt x="1405503" y="4533199"/>
                  </a:lnTo>
                  <a:lnTo>
                    <a:pt x="1405692" y="4533199"/>
                  </a:lnTo>
                  <a:lnTo>
                    <a:pt x="1405786" y="4533199"/>
                  </a:lnTo>
                  <a:lnTo>
                    <a:pt x="1405880" y="4533199"/>
                  </a:lnTo>
                  <a:lnTo>
                    <a:pt x="1406162" y="4533199"/>
                  </a:lnTo>
                  <a:lnTo>
                    <a:pt x="1406257" y="4533199"/>
                  </a:lnTo>
                  <a:lnTo>
                    <a:pt x="1406445" y="4533199"/>
                  </a:lnTo>
                  <a:lnTo>
                    <a:pt x="1406539" y="4533199"/>
                  </a:lnTo>
                  <a:lnTo>
                    <a:pt x="1406727" y="4533199"/>
                  </a:lnTo>
                  <a:lnTo>
                    <a:pt x="1407198" y="4533199"/>
                  </a:lnTo>
                  <a:lnTo>
                    <a:pt x="1407386" y="4533199"/>
                  </a:lnTo>
                  <a:lnTo>
                    <a:pt x="1407481" y="4533199"/>
                  </a:lnTo>
                  <a:lnTo>
                    <a:pt x="1407763" y="4533199"/>
                  </a:lnTo>
                  <a:lnTo>
                    <a:pt x="1407857" y="4533199"/>
                  </a:lnTo>
                  <a:lnTo>
                    <a:pt x="1407951" y="4533199"/>
                  </a:lnTo>
                  <a:lnTo>
                    <a:pt x="1408140" y="4533199"/>
                  </a:lnTo>
                  <a:lnTo>
                    <a:pt x="1408234" y="4533199"/>
                  </a:lnTo>
                  <a:lnTo>
                    <a:pt x="1408328" y="4533199"/>
                  </a:lnTo>
                  <a:lnTo>
                    <a:pt x="1408610" y="4533199"/>
                  </a:lnTo>
                  <a:lnTo>
                    <a:pt x="1408799" y="4533199"/>
                  </a:lnTo>
                  <a:lnTo>
                    <a:pt x="1409081" y="4533199"/>
                  </a:lnTo>
                  <a:lnTo>
                    <a:pt x="1409458" y="4533199"/>
                  </a:lnTo>
                  <a:lnTo>
                    <a:pt x="1409646" y="4533199"/>
                  </a:lnTo>
                  <a:lnTo>
                    <a:pt x="1409740" y="4533199"/>
                  </a:lnTo>
                  <a:lnTo>
                    <a:pt x="1409834" y="4533199"/>
                  </a:lnTo>
                  <a:lnTo>
                    <a:pt x="1410023" y="4533199"/>
                  </a:lnTo>
                  <a:lnTo>
                    <a:pt x="1410117" y="4533199"/>
                  </a:lnTo>
                  <a:lnTo>
                    <a:pt x="1410211" y="4533199"/>
                  </a:lnTo>
                  <a:lnTo>
                    <a:pt x="1410305" y="4533199"/>
                  </a:lnTo>
                  <a:lnTo>
                    <a:pt x="1410493" y="4533199"/>
                  </a:lnTo>
                  <a:lnTo>
                    <a:pt x="1411247" y="4533199"/>
                  </a:lnTo>
                  <a:lnTo>
                    <a:pt x="1411529" y="4533199"/>
                  </a:lnTo>
                  <a:lnTo>
                    <a:pt x="1411623" y="4533199"/>
                  </a:lnTo>
                  <a:lnTo>
                    <a:pt x="1411812" y="4533199"/>
                  </a:lnTo>
                  <a:lnTo>
                    <a:pt x="1411906" y="4533199"/>
                  </a:lnTo>
                  <a:lnTo>
                    <a:pt x="1412188" y="4533199"/>
                  </a:lnTo>
                  <a:lnTo>
                    <a:pt x="1412282" y="4533199"/>
                  </a:lnTo>
                  <a:lnTo>
                    <a:pt x="1412471" y="4533199"/>
                  </a:lnTo>
                  <a:lnTo>
                    <a:pt x="1412565" y="4533199"/>
                  </a:lnTo>
                  <a:lnTo>
                    <a:pt x="1412941" y="4533199"/>
                  </a:lnTo>
                  <a:lnTo>
                    <a:pt x="1413224" y="4533199"/>
                  </a:lnTo>
                  <a:lnTo>
                    <a:pt x="1413695" y="4533199"/>
                  </a:lnTo>
                  <a:lnTo>
                    <a:pt x="1413977" y="4533199"/>
                  </a:lnTo>
                  <a:lnTo>
                    <a:pt x="1414071" y="4533199"/>
                  </a:lnTo>
                  <a:lnTo>
                    <a:pt x="1414165" y="4533199"/>
                  </a:lnTo>
                  <a:lnTo>
                    <a:pt x="1414354" y="4533199"/>
                  </a:lnTo>
                  <a:lnTo>
                    <a:pt x="1414448" y="4533199"/>
                  </a:lnTo>
                  <a:lnTo>
                    <a:pt x="1414542" y="4533199"/>
                  </a:lnTo>
                  <a:lnTo>
                    <a:pt x="1414919" y="4533199"/>
                  </a:lnTo>
                  <a:lnTo>
                    <a:pt x="1415013" y="4533199"/>
                  </a:lnTo>
                  <a:lnTo>
                    <a:pt x="1415201" y="4533199"/>
                  </a:lnTo>
                  <a:lnTo>
                    <a:pt x="1415295" y="4533199"/>
                  </a:lnTo>
                  <a:lnTo>
                    <a:pt x="1415484" y="4533199"/>
                  </a:lnTo>
                  <a:lnTo>
                    <a:pt x="1415578" y="4533199"/>
                  </a:lnTo>
                  <a:lnTo>
                    <a:pt x="1415860" y="4533199"/>
                  </a:lnTo>
                  <a:lnTo>
                    <a:pt x="1415954" y="4533199"/>
                  </a:lnTo>
                  <a:lnTo>
                    <a:pt x="1416048" y="4533199"/>
                  </a:lnTo>
                  <a:lnTo>
                    <a:pt x="1416143" y="4533199"/>
                  </a:lnTo>
                  <a:lnTo>
                    <a:pt x="1416331" y="4533199"/>
                  </a:lnTo>
                  <a:lnTo>
                    <a:pt x="1416896" y="4533199"/>
                  </a:lnTo>
                  <a:lnTo>
                    <a:pt x="1416990" y="4533199"/>
                  </a:lnTo>
                  <a:lnTo>
                    <a:pt x="1417178" y="4533199"/>
                  </a:lnTo>
                  <a:lnTo>
                    <a:pt x="1417461" y="4533199"/>
                  </a:lnTo>
                  <a:lnTo>
                    <a:pt x="1417649" y="4533199"/>
                  </a:lnTo>
                  <a:lnTo>
                    <a:pt x="1417743" y="4533199"/>
                  </a:lnTo>
                  <a:lnTo>
                    <a:pt x="1418026" y="4533199"/>
                  </a:lnTo>
                  <a:lnTo>
                    <a:pt x="1418120" y="4533199"/>
                  </a:lnTo>
                  <a:lnTo>
                    <a:pt x="1418308" y="4533199"/>
                  </a:lnTo>
                  <a:lnTo>
                    <a:pt x="1418496" y="4533199"/>
                  </a:lnTo>
                  <a:lnTo>
                    <a:pt x="1418779" y="4533199"/>
                  </a:lnTo>
                  <a:lnTo>
                    <a:pt x="1418873" y="4533199"/>
                  </a:lnTo>
                  <a:lnTo>
                    <a:pt x="1418967" y="4533199"/>
                  </a:lnTo>
                  <a:lnTo>
                    <a:pt x="1419061" y="4533199"/>
                  </a:lnTo>
                  <a:lnTo>
                    <a:pt x="1419155" y="4528287"/>
                  </a:lnTo>
                  <a:lnTo>
                    <a:pt x="1419438" y="4528287"/>
                  </a:lnTo>
                  <a:lnTo>
                    <a:pt x="1419626" y="4528287"/>
                  </a:lnTo>
                  <a:lnTo>
                    <a:pt x="1419815" y="4528287"/>
                  </a:lnTo>
                  <a:lnTo>
                    <a:pt x="1420003" y="4528287"/>
                  </a:lnTo>
                  <a:lnTo>
                    <a:pt x="1420191" y="4528287"/>
                  </a:lnTo>
                  <a:lnTo>
                    <a:pt x="1420474" y="4528287"/>
                  </a:lnTo>
                  <a:lnTo>
                    <a:pt x="1420662" y="4528287"/>
                  </a:lnTo>
                  <a:lnTo>
                    <a:pt x="1420756" y="4528287"/>
                  </a:lnTo>
                  <a:lnTo>
                    <a:pt x="1420850" y="4528287"/>
                  </a:lnTo>
                  <a:lnTo>
                    <a:pt x="1420944" y="4528287"/>
                  </a:lnTo>
                  <a:lnTo>
                    <a:pt x="1421038" y="4528287"/>
                  </a:lnTo>
                  <a:lnTo>
                    <a:pt x="1421133" y="4528287"/>
                  </a:lnTo>
                  <a:lnTo>
                    <a:pt x="1421792" y="4528287"/>
                  </a:lnTo>
                  <a:lnTo>
                    <a:pt x="1421886" y="4528287"/>
                  </a:lnTo>
                  <a:lnTo>
                    <a:pt x="1421980" y="4528287"/>
                  </a:lnTo>
                  <a:lnTo>
                    <a:pt x="1422074" y="4528287"/>
                  </a:lnTo>
                  <a:lnTo>
                    <a:pt x="1422168" y="4528287"/>
                  </a:lnTo>
                  <a:lnTo>
                    <a:pt x="1422262" y="4528287"/>
                  </a:lnTo>
                  <a:lnTo>
                    <a:pt x="1422357" y="4528287"/>
                  </a:lnTo>
                  <a:lnTo>
                    <a:pt x="1422545" y="4528287"/>
                  </a:lnTo>
                  <a:lnTo>
                    <a:pt x="1422733" y="4528287"/>
                  </a:lnTo>
                  <a:lnTo>
                    <a:pt x="1422922" y="4528287"/>
                  </a:lnTo>
                  <a:lnTo>
                    <a:pt x="1423016" y="4528287"/>
                  </a:lnTo>
                  <a:lnTo>
                    <a:pt x="1423110" y="4528287"/>
                  </a:lnTo>
                  <a:lnTo>
                    <a:pt x="1423204" y="4528287"/>
                  </a:lnTo>
                  <a:lnTo>
                    <a:pt x="1423392" y="4523376"/>
                  </a:lnTo>
                  <a:lnTo>
                    <a:pt x="1423581" y="4523376"/>
                  </a:lnTo>
                  <a:lnTo>
                    <a:pt x="1423675" y="4523376"/>
                  </a:lnTo>
                  <a:lnTo>
                    <a:pt x="1423769" y="4523376"/>
                  </a:lnTo>
                  <a:lnTo>
                    <a:pt x="1423957" y="4523376"/>
                  </a:lnTo>
                  <a:lnTo>
                    <a:pt x="1424051" y="4523376"/>
                  </a:lnTo>
                  <a:lnTo>
                    <a:pt x="1424334" y="4518464"/>
                  </a:lnTo>
                  <a:lnTo>
                    <a:pt x="1424522" y="4518464"/>
                  </a:lnTo>
                  <a:lnTo>
                    <a:pt x="1424616" y="4518464"/>
                  </a:lnTo>
                  <a:lnTo>
                    <a:pt x="1424710" y="4518464"/>
                  </a:lnTo>
                  <a:lnTo>
                    <a:pt x="1424993" y="4518464"/>
                  </a:lnTo>
                  <a:lnTo>
                    <a:pt x="1425087" y="4518464"/>
                  </a:lnTo>
                  <a:lnTo>
                    <a:pt x="1425181" y="4518464"/>
                  </a:lnTo>
                  <a:lnTo>
                    <a:pt x="1425275" y="4518464"/>
                  </a:lnTo>
                  <a:lnTo>
                    <a:pt x="1425369" y="4518464"/>
                  </a:lnTo>
                  <a:lnTo>
                    <a:pt x="1425464" y="4518464"/>
                  </a:lnTo>
                  <a:lnTo>
                    <a:pt x="1425558" y="4518464"/>
                  </a:lnTo>
                  <a:lnTo>
                    <a:pt x="1425840" y="4518464"/>
                  </a:lnTo>
                  <a:lnTo>
                    <a:pt x="1426029" y="4518464"/>
                  </a:lnTo>
                  <a:lnTo>
                    <a:pt x="1426311" y="4518464"/>
                  </a:lnTo>
                  <a:lnTo>
                    <a:pt x="1426405" y="4518464"/>
                  </a:lnTo>
                  <a:lnTo>
                    <a:pt x="1426499" y="4518464"/>
                  </a:lnTo>
                  <a:lnTo>
                    <a:pt x="1426499" y="4513553"/>
                  </a:lnTo>
                  <a:lnTo>
                    <a:pt x="1426782" y="4513553"/>
                  </a:lnTo>
                  <a:lnTo>
                    <a:pt x="1426970" y="4513553"/>
                  </a:lnTo>
                  <a:lnTo>
                    <a:pt x="1427158" y="4513553"/>
                  </a:lnTo>
                  <a:lnTo>
                    <a:pt x="1427253" y="4513553"/>
                  </a:lnTo>
                  <a:lnTo>
                    <a:pt x="1427347" y="4513553"/>
                  </a:lnTo>
                  <a:lnTo>
                    <a:pt x="1427817" y="4513553"/>
                  </a:lnTo>
                  <a:lnTo>
                    <a:pt x="1427912" y="4513553"/>
                  </a:lnTo>
                  <a:lnTo>
                    <a:pt x="1428006" y="4513553"/>
                  </a:lnTo>
                  <a:lnTo>
                    <a:pt x="1428288" y="4513553"/>
                  </a:lnTo>
                  <a:lnTo>
                    <a:pt x="1428382" y="4513553"/>
                  </a:lnTo>
                  <a:lnTo>
                    <a:pt x="1428571" y="4513553"/>
                  </a:lnTo>
                  <a:lnTo>
                    <a:pt x="1428759" y="4513553"/>
                  </a:lnTo>
                  <a:lnTo>
                    <a:pt x="1428853" y="4513553"/>
                  </a:lnTo>
                  <a:lnTo>
                    <a:pt x="1428947" y="4513553"/>
                  </a:lnTo>
                  <a:lnTo>
                    <a:pt x="1429512" y="4513553"/>
                  </a:lnTo>
                  <a:lnTo>
                    <a:pt x="1429889" y="4513553"/>
                  </a:lnTo>
                  <a:lnTo>
                    <a:pt x="1429983" y="4513553"/>
                  </a:lnTo>
                  <a:lnTo>
                    <a:pt x="1429983" y="4508642"/>
                  </a:lnTo>
                  <a:lnTo>
                    <a:pt x="1430265" y="4508642"/>
                  </a:lnTo>
                  <a:lnTo>
                    <a:pt x="1430360" y="4508642"/>
                  </a:lnTo>
                  <a:lnTo>
                    <a:pt x="1430548" y="4508642"/>
                  </a:lnTo>
                  <a:lnTo>
                    <a:pt x="1430642" y="4508642"/>
                  </a:lnTo>
                  <a:lnTo>
                    <a:pt x="1430736" y="4508642"/>
                  </a:lnTo>
                  <a:lnTo>
                    <a:pt x="1430830" y="4508642"/>
                  </a:lnTo>
                  <a:lnTo>
                    <a:pt x="1431207" y="4508642"/>
                  </a:lnTo>
                  <a:lnTo>
                    <a:pt x="1431395" y="4508642"/>
                  </a:lnTo>
                  <a:lnTo>
                    <a:pt x="1431678" y="4508642"/>
                  </a:lnTo>
                  <a:lnTo>
                    <a:pt x="1432996" y="4508642"/>
                  </a:lnTo>
                  <a:lnTo>
                    <a:pt x="1432996" y="4503730"/>
                  </a:lnTo>
                  <a:lnTo>
                    <a:pt x="1433184" y="4503730"/>
                  </a:lnTo>
                  <a:lnTo>
                    <a:pt x="1433278" y="4503730"/>
                  </a:lnTo>
                  <a:lnTo>
                    <a:pt x="1433372" y="4503730"/>
                  </a:lnTo>
                  <a:lnTo>
                    <a:pt x="1433561" y="4503730"/>
                  </a:lnTo>
                  <a:lnTo>
                    <a:pt x="1433655" y="4503730"/>
                  </a:lnTo>
                  <a:lnTo>
                    <a:pt x="1433843" y="4503730"/>
                  </a:lnTo>
                  <a:lnTo>
                    <a:pt x="1433937" y="4503730"/>
                  </a:lnTo>
                  <a:lnTo>
                    <a:pt x="1434031" y="4503730"/>
                  </a:lnTo>
                  <a:lnTo>
                    <a:pt x="1434314" y="4503730"/>
                  </a:lnTo>
                  <a:lnTo>
                    <a:pt x="1434502" y="4503730"/>
                  </a:lnTo>
                  <a:lnTo>
                    <a:pt x="1434596" y="4503730"/>
                  </a:lnTo>
                  <a:lnTo>
                    <a:pt x="1434691" y="4503730"/>
                  </a:lnTo>
                  <a:lnTo>
                    <a:pt x="1434879" y="4503730"/>
                  </a:lnTo>
                  <a:lnTo>
                    <a:pt x="1435067" y="4503730"/>
                  </a:lnTo>
                  <a:lnTo>
                    <a:pt x="1435255" y="4503730"/>
                  </a:lnTo>
                  <a:lnTo>
                    <a:pt x="1435444" y="4503730"/>
                  </a:lnTo>
                  <a:lnTo>
                    <a:pt x="1435915" y="4503730"/>
                  </a:lnTo>
                  <a:lnTo>
                    <a:pt x="1436009" y="4503730"/>
                  </a:lnTo>
                  <a:lnTo>
                    <a:pt x="1436103" y="4503730"/>
                  </a:lnTo>
                  <a:lnTo>
                    <a:pt x="1436291" y="4498819"/>
                  </a:lnTo>
                  <a:lnTo>
                    <a:pt x="1436385" y="4498819"/>
                  </a:lnTo>
                  <a:lnTo>
                    <a:pt x="1436479" y="4498819"/>
                  </a:lnTo>
                  <a:lnTo>
                    <a:pt x="1436574" y="4498819"/>
                  </a:lnTo>
                  <a:lnTo>
                    <a:pt x="1436762" y="4498819"/>
                  </a:lnTo>
                  <a:lnTo>
                    <a:pt x="1436856" y="4498819"/>
                  </a:lnTo>
                  <a:lnTo>
                    <a:pt x="1436950" y="4498819"/>
                  </a:lnTo>
                  <a:lnTo>
                    <a:pt x="1437233" y="4498819"/>
                  </a:lnTo>
                  <a:lnTo>
                    <a:pt x="1437327" y="4498819"/>
                  </a:lnTo>
                  <a:lnTo>
                    <a:pt x="1437327" y="4493908"/>
                  </a:lnTo>
                  <a:lnTo>
                    <a:pt x="1437515" y="4493908"/>
                  </a:lnTo>
                  <a:lnTo>
                    <a:pt x="1437609" y="4493908"/>
                  </a:lnTo>
                  <a:lnTo>
                    <a:pt x="1438080" y="4493908"/>
                  </a:lnTo>
                  <a:lnTo>
                    <a:pt x="1438174" y="4493908"/>
                  </a:lnTo>
                  <a:lnTo>
                    <a:pt x="1438457" y="4488996"/>
                  </a:lnTo>
                  <a:lnTo>
                    <a:pt x="1438551" y="4488996"/>
                  </a:lnTo>
                  <a:lnTo>
                    <a:pt x="1438645" y="4488996"/>
                  </a:lnTo>
                  <a:lnTo>
                    <a:pt x="1438739" y="4488996"/>
                  </a:lnTo>
                  <a:lnTo>
                    <a:pt x="1439304" y="4488996"/>
                  </a:lnTo>
                  <a:lnTo>
                    <a:pt x="1439398" y="4488996"/>
                  </a:lnTo>
                  <a:lnTo>
                    <a:pt x="1439586" y="4488996"/>
                  </a:lnTo>
                  <a:lnTo>
                    <a:pt x="1439681" y="4488996"/>
                  </a:lnTo>
                  <a:lnTo>
                    <a:pt x="1439775" y="4488996"/>
                  </a:lnTo>
                  <a:lnTo>
                    <a:pt x="1439869" y="4488996"/>
                  </a:lnTo>
                  <a:lnTo>
                    <a:pt x="1440340" y="4488996"/>
                  </a:lnTo>
                  <a:lnTo>
                    <a:pt x="1440434" y="4488996"/>
                  </a:lnTo>
                  <a:lnTo>
                    <a:pt x="1440528" y="4488996"/>
                  </a:lnTo>
                  <a:lnTo>
                    <a:pt x="1440716" y="4488996"/>
                  </a:lnTo>
                  <a:lnTo>
                    <a:pt x="1440905" y="4488996"/>
                  </a:lnTo>
                  <a:lnTo>
                    <a:pt x="1441093" y="4488996"/>
                  </a:lnTo>
                  <a:lnTo>
                    <a:pt x="1441187" y="4488996"/>
                  </a:lnTo>
                  <a:lnTo>
                    <a:pt x="1441281" y="4488996"/>
                  </a:lnTo>
                  <a:lnTo>
                    <a:pt x="1441564" y="4488996"/>
                  </a:lnTo>
                  <a:lnTo>
                    <a:pt x="1441752" y="4488996"/>
                  </a:lnTo>
                  <a:lnTo>
                    <a:pt x="1441846" y="4488996"/>
                  </a:lnTo>
                  <a:lnTo>
                    <a:pt x="1442034" y="4488996"/>
                  </a:lnTo>
                  <a:lnTo>
                    <a:pt x="1442223" y="4488996"/>
                  </a:lnTo>
                  <a:lnTo>
                    <a:pt x="1442317" y="4488996"/>
                  </a:lnTo>
                  <a:lnTo>
                    <a:pt x="1442788" y="4484085"/>
                  </a:lnTo>
                  <a:lnTo>
                    <a:pt x="1442788" y="4479173"/>
                  </a:lnTo>
                  <a:lnTo>
                    <a:pt x="1443070" y="4479173"/>
                  </a:lnTo>
                  <a:lnTo>
                    <a:pt x="1443164" y="4479173"/>
                  </a:lnTo>
                  <a:lnTo>
                    <a:pt x="1443447" y="4479173"/>
                  </a:lnTo>
                  <a:lnTo>
                    <a:pt x="1443635" y="4479173"/>
                  </a:lnTo>
                  <a:lnTo>
                    <a:pt x="1443917" y="4479173"/>
                  </a:lnTo>
                  <a:lnTo>
                    <a:pt x="1444106" y="4479173"/>
                  </a:lnTo>
                  <a:lnTo>
                    <a:pt x="1444388" y="4479173"/>
                  </a:lnTo>
                  <a:lnTo>
                    <a:pt x="1444482" y="4479173"/>
                  </a:lnTo>
                  <a:lnTo>
                    <a:pt x="1444577" y="4479173"/>
                  </a:lnTo>
                  <a:lnTo>
                    <a:pt x="1444671" y="4479173"/>
                  </a:lnTo>
                  <a:lnTo>
                    <a:pt x="1444765" y="4479173"/>
                  </a:lnTo>
                  <a:lnTo>
                    <a:pt x="1444859" y="4479173"/>
                  </a:lnTo>
                  <a:lnTo>
                    <a:pt x="1444953" y="4479173"/>
                  </a:lnTo>
                  <a:lnTo>
                    <a:pt x="1445047" y="4479173"/>
                  </a:lnTo>
                  <a:lnTo>
                    <a:pt x="1445141" y="4479173"/>
                  </a:lnTo>
                  <a:lnTo>
                    <a:pt x="1445330" y="4479173"/>
                  </a:lnTo>
                  <a:lnTo>
                    <a:pt x="1445424" y="4479173"/>
                  </a:lnTo>
                  <a:lnTo>
                    <a:pt x="1445518" y="4479173"/>
                  </a:lnTo>
                  <a:lnTo>
                    <a:pt x="1445518" y="4474262"/>
                  </a:lnTo>
                  <a:lnTo>
                    <a:pt x="1445706" y="4474262"/>
                  </a:lnTo>
                  <a:lnTo>
                    <a:pt x="1445801" y="4474262"/>
                  </a:lnTo>
                  <a:lnTo>
                    <a:pt x="1446083" y="4474262"/>
                  </a:lnTo>
                  <a:lnTo>
                    <a:pt x="1446177" y="4474262"/>
                  </a:lnTo>
                  <a:lnTo>
                    <a:pt x="1446271" y="4474262"/>
                  </a:lnTo>
                  <a:lnTo>
                    <a:pt x="1446365" y="4474262"/>
                  </a:lnTo>
                  <a:lnTo>
                    <a:pt x="1446460" y="4474262"/>
                  </a:lnTo>
                  <a:lnTo>
                    <a:pt x="1446554" y="4474262"/>
                  </a:lnTo>
                  <a:lnTo>
                    <a:pt x="1446648" y="4474262"/>
                  </a:lnTo>
                  <a:lnTo>
                    <a:pt x="1446742" y="4474262"/>
                  </a:lnTo>
                  <a:lnTo>
                    <a:pt x="1447024" y="4474262"/>
                  </a:lnTo>
                  <a:lnTo>
                    <a:pt x="1447119" y="4474262"/>
                  </a:lnTo>
                  <a:lnTo>
                    <a:pt x="1447307" y="4474262"/>
                  </a:lnTo>
                  <a:lnTo>
                    <a:pt x="1447684" y="4469351"/>
                  </a:lnTo>
                  <a:lnTo>
                    <a:pt x="1447778" y="4469351"/>
                  </a:lnTo>
                  <a:lnTo>
                    <a:pt x="1447966" y="4469351"/>
                  </a:lnTo>
                  <a:lnTo>
                    <a:pt x="1448154" y="4469351"/>
                  </a:lnTo>
                  <a:lnTo>
                    <a:pt x="1448248" y="4469351"/>
                  </a:lnTo>
                  <a:lnTo>
                    <a:pt x="1448343" y="4469351"/>
                  </a:lnTo>
                  <a:lnTo>
                    <a:pt x="1448531" y="4469351"/>
                  </a:lnTo>
                  <a:lnTo>
                    <a:pt x="1448813" y="4469351"/>
                  </a:lnTo>
                  <a:lnTo>
                    <a:pt x="1449002" y="4469351"/>
                  </a:lnTo>
                  <a:lnTo>
                    <a:pt x="1449190" y="4469351"/>
                  </a:lnTo>
                  <a:lnTo>
                    <a:pt x="1449284" y="4469351"/>
                  </a:lnTo>
                  <a:lnTo>
                    <a:pt x="1449472" y="4469351"/>
                  </a:lnTo>
                  <a:lnTo>
                    <a:pt x="1449567" y="4469351"/>
                  </a:lnTo>
                  <a:lnTo>
                    <a:pt x="1449755" y="4469351"/>
                  </a:lnTo>
                  <a:lnTo>
                    <a:pt x="1449849" y="4469351"/>
                  </a:lnTo>
                  <a:lnTo>
                    <a:pt x="1450132" y="4469351"/>
                  </a:lnTo>
                  <a:lnTo>
                    <a:pt x="1450320" y="4469351"/>
                  </a:lnTo>
                  <a:lnTo>
                    <a:pt x="1450508" y="4469351"/>
                  </a:lnTo>
                  <a:lnTo>
                    <a:pt x="1450602" y="4469351"/>
                  </a:lnTo>
                  <a:lnTo>
                    <a:pt x="1450885" y="4464439"/>
                  </a:lnTo>
                  <a:lnTo>
                    <a:pt x="1451261" y="4464439"/>
                  </a:lnTo>
                  <a:lnTo>
                    <a:pt x="1451355" y="4464439"/>
                  </a:lnTo>
                  <a:lnTo>
                    <a:pt x="1451544" y="4464439"/>
                  </a:lnTo>
                  <a:lnTo>
                    <a:pt x="1451826" y="4464439"/>
                  </a:lnTo>
                  <a:lnTo>
                    <a:pt x="1451920" y="4464439"/>
                  </a:lnTo>
                  <a:lnTo>
                    <a:pt x="1452015" y="4464439"/>
                  </a:lnTo>
                  <a:lnTo>
                    <a:pt x="1452109" y="4464439"/>
                  </a:lnTo>
                  <a:lnTo>
                    <a:pt x="1452297" y="4464439"/>
                  </a:lnTo>
                  <a:lnTo>
                    <a:pt x="1452862" y="4459528"/>
                  </a:lnTo>
                  <a:lnTo>
                    <a:pt x="1452956" y="4459528"/>
                  </a:lnTo>
                  <a:lnTo>
                    <a:pt x="1453144" y="4459528"/>
                  </a:lnTo>
                  <a:lnTo>
                    <a:pt x="1453427" y="4459528"/>
                  </a:lnTo>
                  <a:lnTo>
                    <a:pt x="1453521" y="4459528"/>
                  </a:lnTo>
                  <a:lnTo>
                    <a:pt x="1453615" y="4454617"/>
                  </a:lnTo>
                  <a:lnTo>
                    <a:pt x="1453709" y="4454617"/>
                  </a:lnTo>
                  <a:lnTo>
                    <a:pt x="1453992" y="4454617"/>
                  </a:lnTo>
                  <a:lnTo>
                    <a:pt x="1454180" y="4454617"/>
                  </a:lnTo>
                  <a:lnTo>
                    <a:pt x="1454274" y="4454617"/>
                  </a:lnTo>
                  <a:lnTo>
                    <a:pt x="1454557" y="4449705"/>
                  </a:lnTo>
                  <a:lnTo>
                    <a:pt x="1454651" y="4449705"/>
                  </a:lnTo>
                  <a:lnTo>
                    <a:pt x="1454745" y="4449705"/>
                  </a:lnTo>
                  <a:lnTo>
                    <a:pt x="1454839" y="4449705"/>
                  </a:lnTo>
                  <a:lnTo>
                    <a:pt x="1454933" y="4449705"/>
                  </a:lnTo>
                  <a:lnTo>
                    <a:pt x="1455027" y="4449705"/>
                  </a:lnTo>
                  <a:lnTo>
                    <a:pt x="1455122" y="4444794"/>
                  </a:lnTo>
                  <a:lnTo>
                    <a:pt x="1455122" y="4439882"/>
                  </a:lnTo>
                  <a:lnTo>
                    <a:pt x="1455404" y="4434971"/>
                  </a:lnTo>
                  <a:lnTo>
                    <a:pt x="1455498" y="4434971"/>
                  </a:lnTo>
                  <a:lnTo>
                    <a:pt x="1455592" y="4434971"/>
                  </a:lnTo>
                  <a:lnTo>
                    <a:pt x="1455686" y="4434971"/>
                  </a:lnTo>
                  <a:lnTo>
                    <a:pt x="1455781" y="4434971"/>
                  </a:lnTo>
                  <a:lnTo>
                    <a:pt x="1455875" y="4434971"/>
                  </a:lnTo>
                  <a:lnTo>
                    <a:pt x="1455969" y="4434971"/>
                  </a:lnTo>
                  <a:lnTo>
                    <a:pt x="1456346" y="4434971"/>
                  </a:lnTo>
                  <a:lnTo>
                    <a:pt x="1456722" y="4434971"/>
                  </a:lnTo>
                  <a:lnTo>
                    <a:pt x="1456910" y="4434971"/>
                  </a:lnTo>
                  <a:lnTo>
                    <a:pt x="1457005" y="4434971"/>
                  </a:lnTo>
                  <a:lnTo>
                    <a:pt x="1457287" y="4434971"/>
                  </a:lnTo>
                  <a:lnTo>
                    <a:pt x="1457570" y="4434971"/>
                  </a:lnTo>
                  <a:lnTo>
                    <a:pt x="1457664" y="4434971"/>
                  </a:lnTo>
                  <a:lnTo>
                    <a:pt x="1457852" y="4434971"/>
                  </a:lnTo>
                  <a:lnTo>
                    <a:pt x="1458323" y="4434971"/>
                  </a:lnTo>
                  <a:lnTo>
                    <a:pt x="1458417" y="4434971"/>
                  </a:lnTo>
                  <a:lnTo>
                    <a:pt x="1458511" y="4434971"/>
                  </a:lnTo>
                  <a:lnTo>
                    <a:pt x="1458605" y="4434971"/>
                  </a:lnTo>
                  <a:lnTo>
                    <a:pt x="1458699" y="4434971"/>
                  </a:lnTo>
                  <a:lnTo>
                    <a:pt x="1458699" y="4430060"/>
                  </a:lnTo>
                  <a:lnTo>
                    <a:pt x="1458794" y="4430060"/>
                  </a:lnTo>
                  <a:lnTo>
                    <a:pt x="1458888" y="4430060"/>
                  </a:lnTo>
                  <a:lnTo>
                    <a:pt x="1458982" y="4430060"/>
                  </a:lnTo>
                  <a:lnTo>
                    <a:pt x="1459076" y="4430060"/>
                  </a:lnTo>
                  <a:lnTo>
                    <a:pt x="1459358" y="4430060"/>
                  </a:lnTo>
                  <a:lnTo>
                    <a:pt x="1459453" y="4430060"/>
                  </a:lnTo>
                  <a:lnTo>
                    <a:pt x="1459547" y="4430060"/>
                  </a:lnTo>
                  <a:lnTo>
                    <a:pt x="1459641" y="4430060"/>
                  </a:lnTo>
                  <a:lnTo>
                    <a:pt x="1459829" y="4430060"/>
                  </a:lnTo>
                  <a:lnTo>
                    <a:pt x="1459923" y="4430060"/>
                  </a:lnTo>
                  <a:lnTo>
                    <a:pt x="1460112" y="4430060"/>
                  </a:lnTo>
                  <a:lnTo>
                    <a:pt x="1460300" y="4430060"/>
                  </a:lnTo>
                  <a:lnTo>
                    <a:pt x="1460394" y="4430060"/>
                  </a:lnTo>
                  <a:lnTo>
                    <a:pt x="1460865" y="4430060"/>
                  </a:lnTo>
                  <a:lnTo>
                    <a:pt x="1461053" y="4430060"/>
                  </a:lnTo>
                  <a:lnTo>
                    <a:pt x="1461147" y="4430060"/>
                  </a:lnTo>
                  <a:lnTo>
                    <a:pt x="1461241" y="4430060"/>
                  </a:lnTo>
                  <a:lnTo>
                    <a:pt x="1461430" y="4430060"/>
                  </a:lnTo>
                  <a:lnTo>
                    <a:pt x="1461618" y="4430060"/>
                  </a:lnTo>
                  <a:lnTo>
                    <a:pt x="1461995" y="4430060"/>
                  </a:lnTo>
                  <a:lnTo>
                    <a:pt x="1462183" y="4430060"/>
                  </a:lnTo>
                  <a:lnTo>
                    <a:pt x="1462371" y="4430060"/>
                  </a:lnTo>
                  <a:lnTo>
                    <a:pt x="1462465" y="4430060"/>
                  </a:lnTo>
                  <a:lnTo>
                    <a:pt x="1462465" y="4425148"/>
                  </a:lnTo>
                  <a:lnTo>
                    <a:pt x="1462654" y="4425148"/>
                  </a:lnTo>
                  <a:lnTo>
                    <a:pt x="1462748" y="4425148"/>
                  </a:lnTo>
                  <a:lnTo>
                    <a:pt x="1463030" y="4425148"/>
                  </a:lnTo>
                  <a:lnTo>
                    <a:pt x="1463407" y="4425148"/>
                  </a:lnTo>
                  <a:lnTo>
                    <a:pt x="1463501" y="4425148"/>
                  </a:lnTo>
                  <a:lnTo>
                    <a:pt x="1463689" y="4425148"/>
                  </a:lnTo>
                  <a:lnTo>
                    <a:pt x="1463972" y="4425148"/>
                  </a:lnTo>
                  <a:lnTo>
                    <a:pt x="1464066" y="4425148"/>
                  </a:lnTo>
                  <a:lnTo>
                    <a:pt x="1464160" y="4425148"/>
                  </a:lnTo>
                  <a:lnTo>
                    <a:pt x="1464254" y="4425148"/>
                  </a:lnTo>
                  <a:lnTo>
                    <a:pt x="1464443" y="4425148"/>
                  </a:lnTo>
                  <a:lnTo>
                    <a:pt x="1465667" y="4425148"/>
                  </a:lnTo>
                  <a:lnTo>
                    <a:pt x="1465761" y="4425148"/>
                  </a:lnTo>
                  <a:lnTo>
                    <a:pt x="1465855" y="4425148"/>
                  </a:lnTo>
                  <a:lnTo>
                    <a:pt x="1465949" y="4425148"/>
                  </a:lnTo>
                  <a:lnTo>
                    <a:pt x="1466043" y="4425148"/>
                  </a:lnTo>
                  <a:lnTo>
                    <a:pt x="1466137" y="4425148"/>
                  </a:lnTo>
                  <a:lnTo>
                    <a:pt x="1466232" y="4425148"/>
                  </a:lnTo>
                  <a:lnTo>
                    <a:pt x="1466326" y="4425148"/>
                  </a:lnTo>
                  <a:lnTo>
                    <a:pt x="1466420" y="4425148"/>
                  </a:lnTo>
                  <a:lnTo>
                    <a:pt x="1466608" y="4425148"/>
                  </a:lnTo>
                  <a:lnTo>
                    <a:pt x="1466702" y="4425148"/>
                  </a:lnTo>
                  <a:lnTo>
                    <a:pt x="1466796" y="4425148"/>
                  </a:lnTo>
                  <a:lnTo>
                    <a:pt x="1466891" y="4425148"/>
                  </a:lnTo>
                  <a:lnTo>
                    <a:pt x="1466985" y="4425148"/>
                  </a:lnTo>
                  <a:lnTo>
                    <a:pt x="1467079" y="4425148"/>
                  </a:lnTo>
                  <a:lnTo>
                    <a:pt x="1467267" y="4425148"/>
                  </a:lnTo>
                  <a:lnTo>
                    <a:pt x="1467456" y="4425148"/>
                  </a:lnTo>
                  <a:lnTo>
                    <a:pt x="1467550" y="4425148"/>
                  </a:lnTo>
                  <a:lnTo>
                    <a:pt x="1467644" y="4425148"/>
                  </a:lnTo>
                  <a:lnTo>
                    <a:pt x="1467738" y="4425148"/>
                  </a:lnTo>
                  <a:lnTo>
                    <a:pt x="1467832" y="4425148"/>
                  </a:lnTo>
                  <a:lnTo>
                    <a:pt x="1467926" y="4425148"/>
                  </a:lnTo>
                  <a:lnTo>
                    <a:pt x="1468020" y="4425148"/>
                  </a:lnTo>
                  <a:lnTo>
                    <a:pt x="1468115" y="4425148"/>
                  </a:lnTo>
                  <a:lnTo>
                    <a:pt x="1468303" y="4425148"/>
                  </a:lnTo>
                  <a:lnTo>
                    <a:pt x="1468397" y="4425148"/>
                  </a:lnTo>
                  <a:lnTo>
                    <a:pt x="1468585" y="4425148"/>
                  </a:lnTo>
                  <a:lnTo>
                    <a:pt x="1468679" y="4425148"/>
                  </a:lnTo>
                  <a:lnTo>
                    <a:pt x="1468868" y="4420237"/>
                  </a:lnTo>
                  <a:lnTo>
                    <a:pt x="1469244" y="4415326"/>
                  </a:lnTo>
                  <a:lnTo>
                    <a:pt x="1469433" y="4415326"/>
                  </a:lnTo>
                  <a:lnTo>
                    <a:pt x="1469527" y="4415326"/>
                  </a:lnTo>
                  <a:lnTo>
                    <a:pt x="1469621" y="4415326"/>
                  </a:lnTo>
                  <a:lnTo>
                    <a:pt x="1469903" y="4415326"/>
                  </a:lnTo>
                  <a:lnTo>
                    <a:pt x="1469998" y="4415326"/>
                  </a:lnTo>
                  <a:lnTo>
                    <a:pt x="1470092" y="4415326"/>
                  </a:lnTo>
                  <a:lnTo>
                    <a:pt x="1470186" y="4415326"/>
                  </a:lnTo>
                  <a:lnTo>
                    <a:pt x="1470280" y="4415326"/>
                  </a:lnTo>
                  <a:lnTo>
                    <a:pt x="1470374" y="4415326"/>
                  </a:lnTo>
                  <a:lnTo>
                    <a:pt x="1470468" y="4415326"/>
                  </a:lnTo>
                  <a:lnTo>
                    <a:pt x="1470751" y="4415326"/>
                  </a:lnTo>
                  <a:lnTo>
                    <a:pt x="1470845" y="4415326"/>
                  </a:lnTo>
                  <a:lnTo>
                    <a:pt x="1470939" y="4415326"/>
                  </a:lnTo>
                  <a:lnTo>
                    <a:pt x="1471033" y="4415326"/>
                  </a:lnTo>
                  <a:lnTo>
                    <a:pt x="1471127" y="4415326"/>
                  </a:lnTo>
                  <a:lnTo>
                    <a:pt x="1471222" y="4415326"/>
                  </a:lnTo>
                  <a:lnTo>
                    <a:pt x="1471410" y="4415326"/>
                  </a:lnTo>
                  <a:lnTo>
                    <a:pt x="1471504" y="4415326"/>
                  </a:lnTo>
                  <a:lnTo>
                    <a:pt x="1471598" y="4415326"/>
                  </a:lnTo>
                  <a:lnTo>
                    <a:pt x="1471881" y="4410414"/>
                  </a:lnTo>
                  <a:lnTo>
                    <a:pt x="1471975" y="4410414"/>
                  </a:lnTo>
                  <a:lnTo>
                    <a:pt x="1472069" y="4410414"/>
                  </a:lnTo>
                  <a:lnTo>
                    <a:pt x="1472540" y="4410414"/>
                  </a:lnTo>
                  <a:lnTo>
                    <a:pt x="1472634" y="4410414"/>
                  </a:lnTo>
                  <a:lnTo>
                    <a:pt x="1472822" y="4410414"/>
                  </a:lnTo>
                  <a:lnTo>
                    <a:pt x="1473105" y="4410414"/>
                  </a:lnTo>
                  <a:lnTo>
                    <a:pt x="1473481" y="4410414"/>
                  </a:lnTo>
                  <a:lnTo>
                    <a:pt x="1473575" y="4410414"/>
                  </a:lnTo>
                  <a:lnTo>
                    <a:pt x="1473670" y="4410414"/>
                  </a:lnTo>
                  <a:lnTo>
                    <a:pt x="1473764" y="4410414"/>
                  </a:lnTo>
                  <a:lnTo>
                    <a:pt x="1473858" y="4410414"/>
                  </a:lnTo>
                  <a:lnTo>
                    <a:pt x="1474234" y="4410414"/>
                  </a:lnTo>
                  <a:lnTo>
                    <a:pt x="1474329" y="4410414"/>
                  </a:lnTo>
                  <a:lnTo>
                    <a:pt x="1474423" y="4410414"/>
                  </a:lnTo>
                  <a:lnTo>
                    <a:pt x="1474517" y="4410414"/>
                  </a:lnTo>
                  <a:lnTo>
                    <a:pt x="1474705" y="4410414"/>
                  </a:lnTo>
                  <a:lnTo>
                    <a:pt x="1474988" y="4410414"/>
                  </a:lnTo>
                  <a:lnTo>
                    <a:pt x="1475176" y="4410414"/>
                  </a:lnTo>
                  <a:lnTo>
                    <a:pt x="1475364" y="4410414"/>
                  </a:lnTo>
                  <a:lnTo>
                    <a:pt x="1475458" y="4410414"/>
                  </a:lnTo>
                  <a:lnTo>
                    <a:pt x="1475553" y="4410414"/>
                  </a:lnTo>
                  <a:lnTo>
                    <a:pt x="1475647" y="4410414"/>
                  </a:lnTo>
                  <a:lnTo>
                    <a:pt x="1476118" y="4410414"/>
                  </a:lnTo>
                  <a:lnTo>
                    <a:pt x="1476306" y="4410414"/>
                  </a:lnTo>
                  <a:lnTo>
                    <a:pt x="1476494" y="4410414"/>
                  </a:lnTo>
                  <a:lnTo>
                    <a:pt x="1476588" y="4410414"/>
                  </a:lnTo>
                  <a:lnTo>
                    <a:pt x="1476777" y="4410414"/>
                  </a:lnTo>
                  <a:lnTo>
                    <a:pt x="1476871" y="4410414"/>
                  </a:lnTo>
                  <a:lnTo>
                    <a:pt x="1477153" y="4410414"/>
                  </a:lnTo>
                  <a:lnTo>
                    <a:pt x="1477247" y="4410414"/>
                  </a:lnTo>
                  <a:lnTo>
                    <a:pt x="1477530" y="4410414"/>
                  </a:lnTo>
                  <a:lnTo>
                    <a:pt x="1477624" y="4410414"/>
                  </a:lnTo>
                  <a:lnTo>
                    <a:pt x="1477718" y="4410414"/>
                  </a:lnTo>
                  <a:lnTo>
                    <a:pt x="1478095" y="4410414"/>
                  </a:lnTo>
                  <a:lnTo>
                    <a:pt x="1478377" y="4410414"/>
                  </a:lnTo>
                  <a:lnTo>
                    <a:pt x="1478471" y="4410414"/>
                  </a:lnTo>
                  <a:lnTo>
                    <a:pt x="1478565" y="4410414"/>
                  </a:lnTo>
                  <a:lnTo>
                    <a:pt x="1478660" y="4410414"/>
                  </a:lnTo>
                  <a:lnTo>
                    <a:pt x="1478848" y="4410414"/>
                  </a:lnTo>
                  <a:lnTo>
                    <a:pt x="1478942" y="4410414"/>
                  </a:lnTo>
                  <a:lnTo>
                    <a:pt x="1479036" y="4410414"/>
                  </a:lnTo>
                  <a:lnTo>
                    <a:pt x="1479130" y="4410414"/>
                  </a:lnTo>
                  <a:lnTo>
                    <a:pt x="1479225" y="4410414"/>
                  </a:lnTo>
                  <a:lnTo>
                    <a:pt x="1479601" y="4405503"/>
                  </a:lnTo>
                  <a:lnTo>
                    <a:pt x="1479695" y="4405503"/>
                  </a:lnTo>
                  <a:lnTo>
                    <a:pt x="1479789" y="4405503"/>
                  </a:lnTo>
                  <a:lnTo>
                    <a:pt x="1479978" y="4405503"/>
                  </a:lnTo>
                  <a:lnTo>
                    <a:pt x="1480072" y="4405503"/>
                  </a:lnTo>
                  <a:lnTo>
                    <a:pt x="1480260" y="4405503"/>
                  </a:lnTo>
                  <a:lnTo>
                    <a:pt x="1480354" y="4405503"/>
                  </a:lnTo>
                  <a:lnTo>
                    <a:pt x="1480543" y="4405503"/>
                  </a:lnTo>
                  <a:lnTo>
                    <a:pt x="1480637" y="4405503"/>
                  </a:lnTo>
                  <a:lnTo>
                    <a:pt x="1480731" y="4405503"/>
                  </a:lnTo>
                  <a:lnTo>
                    <a:pt x="1480825" y="4405503"/>
                  </a:lnTo>
                  <a:lnTo>
                    <a:pt x="1481296" y="4405503"/>
                  </a:lnTo>
                  <a:lnTo>
                    <a:pt x="1481390" y="4405503"/>
                  </a:lnTo>
                  <a:lnTo>
                    <a:pt x="1481578" y="4405503"/>
                  </a:lnTo>
                  <a:lnTo>
                    <a:pt x="1481672" y="4405503"/>
                  </a:lnTo>
                  <a:lnTo>
                    <a:pt x="1481861" y="4405503"/>
                  </a:lnTo>
                  <a:lnTo>
                    <a:pt x="1482049" y="4405503"/>
                  </a:lnTo>
                  <a:lnTo>
                    <a:pt x="1482143" y="4405503"/>
                  </a:lnTo>
                  <a:lnTo>
                    <a:pt x="1482332" y="4405503"/>
                  </a:lnTo>
                  <a:lnTo>
                    <a:pt x="1482426" y="4405503"/>
                  </a:lnTo>
                  <a:lnTo>
                    <a:pt x="1482520" y="4405503"/>
                  </a:lnTo>
                  <a:lnTo>
                    <a:pt x="1482614" y="4405503"/>
                  </a:lnTo>
                  <a:lnTo>
                    <a:pt x="1482802" y="4405503"/>
                  </a:lnTo>
                  <a:lnTo>
                    <a:pt x="1483085" y="4405503"/>
                  </a:lnTo>
                  <a:lnTo>
                    <a:pt x="1483179" y="4405503"/>
                  </a:lnTo>
                  <a:lnTo>
                    <a:pt x="1483556" y="4405503"/>
                  </a:lnTo>
                  <a:lnTo>
                    <a:pt x="1483838" y="4405503"/>
                  </a:lnTo>
                  <a:lnTo>
                    <a:pt x="1483932" y="4405503"/>
                  </a:lnTo>
                  <a:lnTo>
                    <a:pt x="1484026" y="4405503"/>
                  </a:lnTo>
                  <a:lnTo>
                    <a:pt x="1484120" y="4405503"/>
                  </a:lnTo>
                  <a:lnTo>
                    <a:pt x="1484215" y="4405503"/>
                  </a:lnTo>
                  <a:lnTo>
                    <a:pt x="1484309" y="4405503"/>
                  </a:lnTo>
                  <a:lnTo>
                    <a:pt x="1484497" y="4405503"/>
                  </a:lnTo>
                  <a:lnTo>
                    <a:pt x="1484591" y="4405503"/>
                  </a:lnTo>
                  <a:lnTo>
                    <a:pt x="1484685" y="4405503"/>
                  </a:lnTo>
                  <a:lnTo>
                    <a:pt x="1484780" y="4405503"/>
                  </a:lnTo>
                  <a:lnTo>
                    <a:pt x="1484968" y="4405503"/>
                  </a:lnTo>
                  <a:lnTo>
                    <a:pt x="1485062" y="4405503"/>
                  </a:lnTo>
                  <a:lnTo>
                    <a:pt x="1485344" y="4405503"/>
                  </a:lnTo>
                  <a:lnTo>
                    <a:pt x="1486098" y="4405503"/>
                  </a:lnTo>
                  <a:lnTo>
                    <a:pt x="1486192" y="4405503"/>
                  </a:lnTo>
                  <a:lnTo>
                    <a:pt x="1486380" y="4405503"/>
                  </a:lnTo>
                  <a:lnTo>
                    <a:pt x="1486474" y="4405503"/>
                  </a:lnTo>
                  <a:lnTo>
                    <a:pt x="1486568" y="4405503"/>
                  </a:lnTo>
                  <a:lnTo>
                    <a:pt x="1486663" y="4405503"/>
                  </a:lnTo>
                  <a:lnTo>
                    <a:pt x="1486757" y="4405503"/>
                  </a:lnTo>
                  <a:lnTo>
                    <a:pt x="1486851" y="4405503"/>
                  </a:lnTo>
                  <a:lnTo>
                    <a:pt x="1487133" y="4405503"/>
                  </a:lnTo>
                  <a:lnTo>
                    <a:pt x="1488169" y="4405503"/>
                  </a:lnTo>
                  <a:lnTo>
                    <a:pt x="1488263" y="4405503"/>
                  </a:lnTo>
                  <a:lnTo>
                    <a:pt x="1488357" y="4405503"/>
                  </a:lnTo>
                  <a:lnTo>
                    <a:pt x="1488451" y="4405503"/>
                  </a:lnTo>
                  <a:lnTo>
                    <a:pt x="1488640" y="4405503"/>
                  </a:lnTo>
                  <a:lnTo>
                    <a:pt x="1488734" y="4405503"/>
                  </a:lnTo>
                  <a:lnTo>
                    <a:pt x="1488828" y="4405503"/>
                  </a:lnTo>
                  <a:lnTo>
                    <a:pt x="1489016" y="4405503"/>
                  </a:lnTo>
                  <a:lnTo>
                    <a:pt x="1489111" y="4405503"/>
                  </a:lnTo>
                  <a:lnTo>
                    <a:pt x="1489205" y="4405503"/>
                  </a:lnTo>
                  <a:lnTo>
                    <a:pt x="1489299" y="4405503"/>
                  </a:lnTo>
                  <a:lnTo>
                    <a:pt x="1489393" y="4405503"/>
                  </a:lnTo>
                  <a:lnTo>
                    <a:pt x="1489487" y="4405503"/>
                  </a:lnTo>
                  <a:lnTo>
                    <a:pt x="1489770" y="4405503"/>
                  </a:lnTo>
                  <a:lnTo>
                    <a:pt x="1490052" y="4405503"/>
                  </a:lnTo>
                  <a:lnTo>
                    <a:pt x="1490335" y="4405503"/>
                  </a:lnTo>
                  <a:lnTo>
                    <a:pt x="1490523" y="4405503"/>
                  </a:lnTo>
                  <a:lnTo>
                    <a:pt x="1490617" y="4405503"/>
                  </a:lnTo>
                  <a:lnTo>
                    <a:pt x="1490711" y="4405503"/>
                  </a:lnTo>
                  <a:lnTo>
                    <a:pt x="1490805" y="4405503"/>
                  </a:lnTo>
                  <a:lnTo>
                    <a:pt x="1490994" y="4405503"/>
                  </a:lnTo>
                  <a:lnTo>
                    <a:pt x="1491088" y="4405503"/>
                  </a:lnTo>
                  <a:lnTo>
                    <a:pt x="1491370" y="4405503"/>
                  </a:lnTo>
                  <a:lnTo>
                    <a:pt x="1491464" y="4405503"/>
                  </a:lnTo>
                  <a:lnTo>
                    <a:pt x="1491653" y="4405503"/>
                  </a:lnTo>
                  <a:lnTo>
                    <a:pt x="1491747" y="4405503"/>
                  </a:lnTo>
                  <a:lnTo>
                    <a:pt x="1492123" y="4405503"/>
                  </a:lnTo>
                  <a:lnTo>
                    <a:pt x="1492218" y="4405503"/>
                  </a:lnTo>
                  <a:lnTo>
                    <a:pt x="1492406" y="4405503"/>
                  </a:lnTo>
                  <a:lnTo>
                    <a:pt x="1492500" y="4405503"/>
                  </a:lnTo>
                  <a:lnTo>
                    <a:pt x="1492688" y="4405503"/>
                  </a:lnTo>
                  <a:lnTo>
                    <a:pt x="1492782" y="4405503"/>
                  </a:lnTo>
                  <a:lnTo>
                    <a:pt x="1492877" y="4405503"/>
                  </a:lnTo>
                  <a:lnTo>
                    <a:pt x="1493159" y="4405503"/>
                  </a:lnTo>
                  <a:lnTo>
                    <a:pt x="1493253" y="4405503"/>
                  </a:lnTo>
                  <a:lnTo>
                    <a:pt x="1493347" y="4405503"/>
                  </a:lnTo>
                  <a:lnTo>
                    <a:pt x="1493442" y="4405503"/>
                  </a:lnTo>
                  <a:lnTo>
                    <a:pt x="1493536" y="4405503"/>
                  </a:lnTo>
                  <a:lnTo>
                    <a:pt x="1493630" y="4400591"/>
                  </a:lnTo>
                  <a:lnTo>
                    <a:pt x="1493724" y="4400591"/>
                  </a:lnTo>
                  <a:lnTo>
                    <a:pt x="1493912" y="4400591"/>
                  </a:lnTo>
                  <a:lnTo>
                    <a:pt x="1494006" y="4400591"/>
                  </a:lnTo>
                  <a:lnTo>
                    <a:pt x="1494006" y="4395680"/>
                  </a:lnTo>
                  <a:lnTo>
                    <a:pt x="1494195" y="4395680"/>
                  </a:lnTo>
                  <a:lnTo>
                    <a:pt x="1494383" y="4395680"/>
                  </a:lnTo>
                  <a:lnTo>
                    <a:pt x="1494477" y="4395680"/>
                  </a:lnTo>
                  <a:lnTo>
                    <a:pt x="1494571" y="4395680"/>
                  </a:lnTo>
                  <a:lnTo>
                    <a:pt x="1494666" y="4395680"/>
                  </a:lnTo>
                  <a:lnTo>
                    <a:pt x="1494760" y="4395680"/>
                  </a:lnTo>
                  <a:lnTo>
                    <a:pt x="1494854" y="4395680"/>
                  </a:lnTo>
                  <a:lnTo>
                    <a:pt x="1494948" y="4395680"/>
                  </a:lnTo>
                  <a:lnTo>
                    <a:pt x="1495136" y="4395680"/>
                  </a:lnTo>
                  <a:lnTo>
                    <a:pt x="1495230" y="4395680"/>
                  </a:lnTo>
                  <a:lnTo>
                    <a:pt x="1495325" y="4395680"/>
                  </a:lnTo>
                  <a:lnTo>
                    <a:pt x="1495701" y="4395680"/>
                  </a:lnTo>
                  <a:lnTo>
                    <a:pt x="1495795" y="4395680"/>
                  </a:lnTo>
                  <a:lnTo>
                    <a:pt x="1496266" y="4395680"/>
                  </a:lnTo>
                  <a:lnTo>
                    <a:pt x="1496360" y="4395680"/>
                  </a:lnTo>
                  <a:lnTo>
                    <a:pt x="1496549" y="4395680"/>
                  </a:lnTo>
                  <a:lnTo>
                    <a:pt x="1496925" y="4395680"/>
                  </a:lnTo>
                  <a:lnTo>
                    <a:pt x="1497208" y="4395680"/>
                  </a:lnTo>
                  <a:lnTo>
                    <a:pt x="1497302" y="4395680"/>
                  </a:lnTo>
                  <a:lnTo>
                    <a:pt x="1497584" y="4395680"/>
                  </a:lnTo>
                  <a:lnTo>
                    <a:pt x="1497678" y="4395680"/>
                  </a:lnTo>
                  <a:lnTo>
                    <a:pt x="1497773" y="4390769"/>
                  </a:lnTo>
                  <a:lnTo>
                    <a:pt x="1497961" y="4390769"/>
                  </a:lnTo>
                  <a:lnTo>
                    <a:pt x="1498149" y="4390769"/>
                  </a:lnTo>
                  <a:lnTo>
                    <a:pt x="1498337" y="4390769"/>
                  </a:lnTo>
                  <a:lnTo>
                    <a:pt x="1498526" y="4390769"/>
                  </a:lnTo>
                  <a:lnTo>
                    <a:pt x="1498620" y="4390769"/>
                  </a:lnTo>
                  <a:lnTo>
                    <a:pt x="1498714" y="4390769"/>
                  </a:lnTo>
                  <a:lnTo>
                    <a:pt x="1498808" y="4390769"/>
                  </a:lnTo>
                  <a:lnTo>
                    <a:pt x="1499091" y="4390769"/>
                  </a:lnTo>
                  <a:lnTo>
                    <a:pt x="1499467" y="4390769"/>
                  </a:lnTo>
                  <a:lnTo>
                    <a:pt x="1499656" y="4390769"/>
                  </a:lnTo>
                  <a:lnTo>
                    <a:pt x="1499750" y="4390769"/>
                  </a:lnTo>
                  <a:lnTo>
                    <a:pt x="1499844" y="4390769"/>
                  </a:lnTo>
                  <a:lnTo>
                    <a:pt x="1499938" y="4390769"/>
                  </a:lnTo>
                  <a:lnTo>
                    <a:pt x="1500032" y="4390769"/>
                  </a:lnTo>
                  <a:lnTo>
                    <a:pt x="1500126" y="4390769"/>
                  </a:lnTo>
                  <a:lnTo>
                    <a:pt x="1500220" y="4390769"/>
                  </a:lnTo>
                  <a:lnTo>
                    <a:pt x="1500315" y="4390769"/>
                  </a:lnTo>
                  <a:lnTo>
                    <a:pt x="1500409" y="4390769"/>
                  </a:lnTo>
                  <a:lnTo>
                    <a:pt x="1500503" y="4390769"/>
                  </a:lnTo>
                  <a:lnTo>
                    <a:pt x="1500785" y="4390769"/>
                  </a:lnTo>
                  <a:lnTo>
                    <a:pt x="1501068" y="4385857"/>
                  </a:lnTo>
                  <a:lnTo>
                    <a:pt x="1501162" y="4385857"/>
                  </a:lnTo>
                  <a:lnTo>
                    <a:pt x="1501256" y="4385857"/>
                  </a:lnTo>
                  <a:lnTo>
                    <a:pt x="1501633" y="4385857"/>
                  </a:lnTo>
                  <a:lnTo>
                    <a:pt x="1502009" y="4385857"/>
                  </a:lnTo>
                  <a:lnTo>
                    <a:pt x="1502104" y="4385857"/>
                  </a:lnTo>
                  <a:lnTo>
                    <a:pt x="1502386" y="4385857"/>
                  </a:lnTo>
                  <a:lnTo>
                    <a:pt x="1502574" y="4385857"/>
                  </a:lnTo>
                  <a:lnTo>
                    <a:pt x="1502668" y="4385857"/>
                  </a:lnTo>
                  <a:lnTo>
                    <a:pt x="1502763" y="4385857"/>
                  </a:lnTo>
                  <a:lnTo>
                    <a:pt x="1502857" y="4385857"/>
                  </a:lnTo>
                  <a:lnTo>
                    <a:pt x="1503045" y="4385857"/>
                  </a:lnTo>
                  <a:lnTo>
                    <a:pt x="1503233" y="4385857"/>
                  </a:lnTo>
                  <a:lnTo>
                    <a:pt x="1503328" y="4385857"/>
                  </a:lnTo>
                  <a:lnTo>
                    <a:pt x="1503422" y="4385857"/>
                  </a:lnTo>
                  <a:lnTo>
                    <a:pt x="1504175" y="4385857"/>
                  </a:lnTo>
                  <a:lnTo>
                    <a:pt x="1504269" y="4385857"/>
                  </a:lnTo>
                  <a:lnTo>
                    <a:pt x="1504363" y="4385857"/>
                  </a:lnTo>
                  <a:lnTo>
                    <a:pt x="1504457" y="4385857"/>
                  </a:lnTo>
                  <a:lnTo>
                    <a:pt x="1504551" y="4385857"/>
                  </a:lnTo>
                  <a:lnTo>
                    <a:pt x="1504834" y="4385857"/>
                  </a:lnTo>
                  <a:lnTo>
                    <a:pt x="1504928" y="4385857"/>
                  </a:lnTo>
                  <a:lnTo>
                    <a:pt x="1505116" y="4385857"/>
                  </a:lnTo>
                  <a:lnTo>
                    <a:pt x="1505305" y="4385857"/>
                  </a:lnTo>
                  <a:lnTo>
                    <a:pt x="1505399" y="4385857"/>
                  </a:lnTo>
                  <a:lnTo>
                    <a:pt x="1505493" y="4385857"/>
                  </a:lnTo>
                  <a:lnTo>
                    <a:pt x="1505775" y="4385857"/>
                  </a:lnTo>
                  <a:lnTo>
                    <a:pt x="1506435" y="4380946"/>
                  </a:lnTo>
                  <a:lnTo>
                    <a:pt x="1506529" y="4380946"/>
                  </a:lnTo>
                  <a:lnTo>
                    <a:pt x="1506717" y="4380946"/>
                  </a:lnTo>
                  <a:lnTo>
                    <a:pt x="1506811" y="4380946"/>
                  </a:lnTo>
                  <a:lnTo>
                    <a:pt x="1506811" y="4376035"/>
                  </a:lnTo>
                  <a:lnTo>
                    <a:pt x="1506905" y="4376035"/>
                  </a:lnTo>
                  <a:lnTo>
                    <a:pt x="1507564" y="4376035"/>
                  </a:lnTo>
                  <a:lnTo>
                    <a:pt x="1507659" y="4376035"/>
                  </a:lnTo>
                  <a:lnTo>
                    <a:pt x="1507941" y="4371123"/>
                  </a:lnTo>
                  <a:lnTo>
                    <a:pt x="1508129" y="4371123"/>
                  </a:lnTo>
                  <a:lnTo>
                    <a:pt x="1508223" y="4371123"/>
                  </a:lnTo>
                  <a:lnTo>
                    <a:pt x="1508318" y="4371123"/>
                  </a:lnTo>
                  <a:lnTo>
                    <a:pt x="1508506" y="4371123"/>
                  </a:lnTo>
                  <a:lnTo>
                    <a:pt x="1508694" y="4371123"/>
                  </a:lnTo>
                  <a:lnTo>
                    <a:pt x="1508788" y="4371123"/>
                  </a:lnTo>
                  <a:lnTo>
                    <a:pt x="1509071" y="4371123"/>
                  </a:lnTo>
                  <a:lnTo>
                    <a:pt x="1509259" y="4371123"/>
                  </a:lnTo>
                  <a:lnTo>
                    <a:pt x="1509447" y="4371123"/>
                  </a:lnTo>
                  <a:lnTo>
                    <a:pt x="1509542" y="4371123"/>
                  </a:lnTo>
                  <a:lnTo>
                    <a:pt x="1509636" y="4371123"/>
                  </a:lnTo>
                  <a:lnTo>
                    <a:pt x="1509730" y="4371123"/>
                  </a:lnTo>
                  <a:lnTo>
                    <a:pt x="1509918" y="4371123"/>
                  </a:lnTo>
                  <a:lnTo>
                    <a:pt x="1510106" y="4371123"/>
                  </a:lnTo>
                  <a:lnTo>
                    <a:pt x="1510201" y="4371123"/>
                  </a:lnTo>
                  <a:lnTo>
                    <a:pt x="1510389" y="4371123"/>
                  </a:lnTo>
                  <a:lnTo>
                    <a:pt x="1510483" y="4371123"/>
                  </a:lnTo>
                  <a:lnTo>
                    <a:pt x="1510671" y="4371123"/>
                  </a:lnTo>
                  <a:lnTo>
                    <a:pt x="1510766" y="4371123"/>
                  </a:lnTo>
                  <a:lnTo>
                    <a:pt x="1511048" y="4371123"/>
                  </a:lnTo>
                  <a:lnTo>
                    <a:pt x="1511236" y="4371123"/>
                  </a:lnTo>
                  <a:lnTo>
                    <a:pt x="1511330" y="4371123"/>
                  </a:lnTo>
                  <a:lnTo>
                    <a:pt x="1511613" y="4371123"/>
                  </a:lnTo>
                  <a:lnTo>
                    <a:pt x="1511707" y="4371123"/>
                  </a:lnTo>
                  <a:lnTo>
                    <a:pt x="1511895" y="4371123"/>
                  </a:lnTo>
                  <a:lnTo>
                    <a:pt x="1511990" y="4371123"/>
                  </a:lnTo>
                  <a:lnTo>
                    <a:pt x="1512272" y="4371123"/>
                  </a:lnTo>
                  <a:lnTo>
                    <a:pt x="1512554" y="4371123"/>
                  </a:lnTo>
                  <a:lnTo>
                    <a:pt x="1512743" y="4371123"/>
                  </a:lnTo>
                  <a:lnTo>
                    <a:pt x="1512931" y="4371123"/>
                  </a:lnTo>
                  <a:lnTo>
                    <a:pt x="1513590" y="4366212"/>
                  </a:lnTo>
                  <a:lnTo>
                    <a:pt x="1513873" y="4366212"/>
                  </a:lnTo>
                  <a:lnTo>
                    <a:pt x="1514061" y="4366212"/>
                  </a:lnTo>
                  <a:lnTo>
                    <a:pt x="1514155" y="4366212"/>
                  </a:lnTo>
                  <a:lnTo>
                    <a:pt x="1514249" y="4366212"/>
                  </a:lnTo>
                  <a:lnTo>
                    <a:pt x="1514343" y="4366212"/>
                  </a:lnTo>
                  <a:lnTo>
                    <a:pt x="1514437" y="4366212"/>
                  </a:lnTo>
                  <a:lnTo>
                    <a:pt x="1514626" y="4366212"/>
                  </a:lnTo>
                  <a:lnTo>
                    <a:pt x="1514908" y="4366212"/>
                  </a:lnTo>
                  <a:lnTo>
                    <a:pt x="1515002" y="4366212"/>
                  </a:lnTo>
                  <a:lnTo>
                    <a:pt x="1515097" y="4366212"/>
                  </a:lnTo>
                  <a:lnTo>
                    <a:pt x="1515191" y="4366212"/>
                  </a:lnTo>
                  <a:lnTo>
                    <a:pt x="1515285" y="4366212"/>
                  </a:lnTo>
                  <a:lnTo>
                    <a:pt x="1515379" y="4366212"/>
                  </a:lnTo>
                  <a:lnTo>
                    <a:pt x="1515473" y="4366212"/>
                  </a:lnTo>
                  <a:lnTo>
                    <a:pt x="1515567" y="4366212"/>
                  </a:lnTo>
                  <a:lnTo>
                    <a:pt x="1515661" y="4366212"/>
                  </a:lnTo>
                  <a:lnTo>
                    <a:pt x="1515850" y="4366212"/>
                  </a:lnTo>
                  <a:lnTo>
                    <a:pt x="1515944" y="4366212"/>
                  </a:lnTo>
                  <a:lnTo>
                    <a:pt x="1516038" y="4366212"/>
                  </a:lnTo>
                  <a:lnTo>
                    <a:pt x="1516132" y="4366212"/>
                  </a:lnTo>
                  <a:lnTo>
                    <a:pt x="1516321" y="4366212"/>
                  </a:lnTo>
                  <a:lnTo>
                    <a:pt x="1516509" y="4366212"/>
                  </a:lnTo>
                  <a:lnTo>
                    <a:pt x="1516603" y="4366212"/>
                  </a:lnTo>
                  <a:lnTo>
                    <a:pt x="1516697" y="4361300"/>
                  </a:lnTo>
                  <a:lnTo>
                    <a:pt x="1516791" y="4361300"/>
                  </a:lnTo>
                  <a:lnTo>
                    <a:pt x="1516980" y="4361300"/>
                  </a:lnTo>
                  <a:lnTo>
                    <a:pt x="1519145" y="4361300"/>
                  </a:lnTo>
                  <a:lnTo>
                    <a:pt x="1519239" y="4361300"/>
                  </a:lnTo>
                  <a:lnTo>
                    <a:pt x="1519428" y="4361300"/>
                  </a:lnTo>
                  <a:lnTo>
                    <a:pt x="1519898" y="4361300"/>
                  </a:lnTo>
                  <a:lnTo>
                    <a:pt x="1520463" y="4361300"/>
                  </a:lnTo>
                  <a:lnTo>
                    <a:pt x="1520746" y="4361300"/>
                  </a:lnTo>
                  <a:lnTo>
                    <a:pt x="1521028" y="4361300"/>
                  </a:lnTo>
                  <a:lnTo>
                    <a:pt x="1521122" y="4361300"/>
                  </a:lnTo>
                  <a:lnTo>
                    <a:pt x="1521216" y="4361300"/>
                  </a:lnTo>
                  <a:lnTo>
                    <a:pt x="1521311" y="4361300"/>
                  </a:lnTo>
                  <a:lnTo>
                    <a:pt x="1521593" y="4361300"/>
                  </a:lnTo>
                  <a:lnTo>
                    <a:pt x="1521687" y="4361300"/>
                  </a:lnTo>
                  <a:lnTo>
                    <a:pt x="1521781" y="4361300"/>
                  </a:lnTo>
                  <a:lnTo>
                    <a:pt x="1521875" y="4361300"/>
                  </a:lnTo>
                  <a:lnTo>
                    <a:pt x="1521970" y="4361300"/>
                  </a:lnTo>
                  <a:lnTo>
                    <a:pt x="1522064" y="4361300"/>
                  </a:lnTo>
                  <a:lnTo>
                    <a:pt x="1522158" y="4361300"/>
                  </a:lnTo>
                  <a:lnTo>
                    <a:pt x="1522252" y="4361300"/>
                  </a:lnTo>
                  <a:lnTo>
                    <a:pt x="1522440" y="4361300"/>
                  </a:lnTo>
                  <a:lnTo>
                    <a:pt x="1522535" y="4361300"/>
                  </a:lnTo>
                  <a:lnTo>
                    <a:pt x="1523099" y="4361300"/>
                  </a:lnTo>
                  <a:lnTo>
                    <a:pt x="1523194" y="4361300"/>
                  </a:lnTo>
                  <a:lnTo>
                    <a:pt x="1523288" y="4361300"/>
                  </a:lnTo>
                  <a:lnTo>
                    <a:pt x="1523476" y="4361300"/>
                  </a:lnTo>
                  <a:lnTo>
                    <a:pt x="1523759" y="4361300"/>
                  </a:lnTo>
                  <a:lnTo>
                    <a:pt x="1523853" y="4361300"/>
                  </a:lnTo>
                  <a:lnTo>
                    <a:pt x="1523947" y="4361300"/>
                  </a:lnTo>
                  <a:lnTo>
                    <a:pt x="1524041" y="4361300"/>
                  </a:lnTo>
                  <a:lnTo>
                    <a:pt x="1524135" y="4361300"/>
                  </a:lnTo>
                  <a:lnTo>
                    <a:pt x="1524418" y="4361300"/>
                  </a:lnTo>
                  <a:lnTo>
                    <a:pt x="1524512" y="4361300"/>
                  </a:lnTo>
                  <a:lnTo>
                    <a:pt x="1524512" y="4356389"/>
                  </a:lnTo>
                  <a:lnTo>
                    <a:pt x="1524606" y="4356389"/>
                  </a:lnTo>
                  <a:lnTo>
                    <a:pt x="1524700" y="4356389"/>
                  </a:lnTo>
                  <a:lnTo>
                    <a:pt x="1524794" y="4356389"/>
                  </a:lnTo>
                  <a:lnTo>
                    <a:pt x="1524888" y="4356389"/>
                  </a:lnTo>
                  <a:lnTo>
                    <a:pt x="1524983" y="4356389"/>
                  </a:lnTo>
                  <a:lnTo>
                    <a:pt x="1524983" y="4351478"/>
                  </a:lnTo>
                  <a:lnTo>
                    <a:pt x="1525077" y="4351478"/>
                  </a:lnTo>
                  <a:lnTo>
                    <a:pt x="1525171" y="4351478"/>
                  </a:lnTo>
                  <a:lnTo>
                    <a:pt x="1525359" y="4351478"/>
                  </a:lnTo>
                  <a:lnTo>
                    <a:pt x="1525453" y="4351478"/>
                  </a:lnTo>
                  <a:lnTo>
                    <a:pt x="1525547" y="4351478"/>
                  </a:lnTo>
                  <a:lnTo>
                    <a:pt x="1525642" y="4351478"/>
                  </a:lnTo>
                  <a:lnTo>
                    <a:pt x="1525924" y="4346566"/>
                  </a:lnTo>
                  <a:lnTo>
                    <a:pt x="1526018" y="4346566"/>
                  </a:lnTo>
                  <a:lnTo>
                    <a:pt x="1526112" y="4346566"/>
                  </a:lnTo>
                  <a:lnTo>
                    <a:pt x="1526301" y="4346566"/>
                  </a:lnTo>
                  <a:lnTo>
                    <a:pt x="1526395" y="4346566"/>
                  </a:lnTo>
                  <a:lnTo>
                    <a:pt x="1526489" y="4346566"/>
                  </a:lnTo>
                  <a:lnTo>
                    <a:pt x="1526677" y="4346566"/>
                  </a:lnTo>
                  <a:lnTo>
                    <a:pt x="1527054" y="4346566"/>
                  </a:lnTo>
                  <a:lnTo>
                    <a:pt x="1527336" y="4346566"/>
                  </a:lnTo>
                  <a:lnTo>
                    <a:pt x="1527619" y="4346566"/>
                  </a:lnTo>
                  <a:lnTo>
                    <a:pt x="1527807" y="4346566"/>
                  </a:lnTo>
                  <a:lnTo>
                    <a:pt x="1527901" y="4346566"/>
                  </a:lnTo>
                  <a:lnTo>
                    <a:pt x="1528278" y="4346566"/>
                  </a:lnTo>
                  <a:lnTo>
                    <a:pt x="1528466" y="4346566"/>
                  </a:lnTo>
                  <a:lnTo>
                    <a:pt x="1528560" y="4346566"/>
                  </a:lnTo>
                  <a:lnTo>
                    <a:pt x="1528654" y="4346566"/>
                  </a:lnTo>
                  <a:lnTo>
                    <a:pt x="1528749" y="4346566"/>
                  </a:lnTo>
                  <a:lnTo>
                    <a:pt x="1528937" y="4346566"/>
                  </a:lnTo>
                  <a:lnTo>
                    <a:pt x="1529031" y="4346566"/>
                  </a:lnTo>
                  <a:lnTo>
                    <a:pt x="1529125" y="4346566"/>
                  </a:lnTo>
                  <a:lnTo>
                    <a:pt x="1529314" y="4346566"/>
                  </a:lnTo>
                  <a:lnTo>
                    <a:pt x="1529690" y="4346566"/>
                  </a:lnTo>
                  <a:lnTo>
                    <a:pt x="1529878" y="4346566"/>
                  </a:lnTo>
                  <a:lnTo>
                    <a:pt x="1529973" y="4346566"/>
                  </a:lnTo>
                  <a:lnTo>
                    <a:pt x="1530067" y="4346566"/>
                  </a:lnTo>
                  <a:lnTo>
                    <a:pt x="1530161" y="4346566"/>
                  </a:lnTo>
                  <a:lnTo>
                    <a:pt x="1530349" y="4346566"/>
                  </a:lnTo>
                  <a:lnTo>
                    <a:pt x="1530632" y="4346566"/>
                  </a:lnTo>
                  <a:lnTo>
                    <a:pt x="1530914" y="4346566"/>
                  </a:lnTo>
                  <a:lnTo>
                    <a:pt x="1531102" y="4346566"/>
                  </a:lnTo>
                  <a:lnTo>
                    <a:pt x="1531291" y="4346566"/>
                  </a:lnTo>
                  <a:lnTo>
                    <a:pt x="1531667" y="4346566"/>
                  </a:lnTo>
                  <a:lnTo>
                    <a:pt x="1531761" y="4346566"/>
                  </a:lnTo>
                  <a:lnTo>
                    <a:pt x="1531856" y="4346566"/>
                  </a:lnTo>
                  <a:lnTo>
                    <a:pt x="1532232" y="4346566"/>
                  </a:lnTo>
                  <a:lnTo>
                    <a:pt x="1532421" y="4346566"/>
                  </a:lnTo>
                  <a:lnTo>
                    <a:pt x="1532515" y="4346566"/>
                  </a:lnTo>
                  <a:lnTo>
                    <a:pt x="1532703" y="4346566"/>
                  </a:lnTo>
                  <a:lnTo>
                    <a:pt x="1532797" y="4346566"/>
                  </a:lnTo>
                  <a:lnTo>
                    <a:pt x="1533080" y="4346566"/>
                  </a:lnTo>
                  <a:lnTo>
                    <a:pt x="1533362" y="4346566"/>
                  </a:lnTo>
                  <a:lnTo>
                    <a:pt x="1533456" y="4346566"/>
                  </a:lnTo>
                  <a:lnTo>
                    <a:pt x="1533550" y="4346566"/>
                  </a:lnTo>
                  <a:lnTo>
                    <a:pt x="1533550" y="4341655"/>
                  </a:lnTo>
                  <a:lnTo>
                    <a:pt x="1533739" y="4341655"/>
                  </a:lnTo>
                  <a:lnTo>
                    <a:pt x="1533927" y="4341655"/>
                  </a:lnTo>
                  <a:lnTo>
                    <a:pt x="1534021" y="4341655"/>
                  </a:lnTo>
                  <a:lnTo>
                    <a:pt x="1534115" y="4341655"/>
                  </a:lnTo>
                  <a:lnTo>
                    <a:pt x="1534209" y="4341655"/>
                  </a:lnTo>
                  <a:lnTo>
                    <a:pt x="1534398" y="4341655"/>
                  </a:lnTo>
                  <a:lnTo>
                    <a:pt x="1534680" y="4341655"/>
                  </a:lnTo>
                  <a:lnTo>
                    <a:pt x="1534963" y="4341655"/>
                  </a:lnTo>
                  <a:lnTo>
                    <a:pt x="1535057" y="4341655"/>
                  </a:lnTo>
                  <a:lnTo>
                    <a:pt x="1535245" y="4341655"/>
                  </a:lnTo>
                  <a:lnTo>
                    <a:pt x="1535528" y="4341655"/>
                  </a:lnTo>
                  <a:lnTo>
                    <a:pt x="1535622" y="4341655"/>
                  </a:lnTo>
                  <a:lnTo>
                    <a:pt x="1535904" y="4341655"/>
                  </a:lnTo>
                  <a:lnTo>
                    <a:pt x="1535998" y="4341655"/>
                  </a:lnTo>
                  <a:lnTo>
                    <a:pt x="1536187" y="4341655"/>
                  </a:lnTo>
                  <a:lnTo>
                    <a:pt x="1536469" y="4341655"/>
                  </a:lnTo>
                  <a:lnTo>
                    <a:pt x="1537787" y="4341655"/>
                  </a:lnTo>
                  <a:lnTo>
                    <a:pt x="1537881" y="4341655"/>
                  </a:lnTo>
                  <a:lnTo>
                    <a:pt x="1538070" y="4341655"/>
                  </a:lnTo>
                  <a:lnTo>
                    <a:pt x="1538164" y="4341655"/>
                  </a:lnTo>
                  <a:lnTo>
                    <a:pt x="1538258" y="4341655"/>
                  </a:lnTo>
                  <a:lnTo>
                    <a:pt x="1538352" y="4341655"/>
                  </a:lnTo>
                  <a:lnTo>
                    <a:pt x="1538540" y="4341655"/>
                  </a:lnTo>
                  <a:lnTo>
                    <a:pt x="1538823" y="4341655"/>
                  </a:lnTo>
                  <a:lnTo>
                    <a:pt x="1538917" y="4341655"/>
                  </a:lnTo>
                  <a:lnTo>
                    <a:pt x="1539011" y="4341655"/>
                  </a:lnTo>
                  <a:lnTo>
                    <a:pt x="1539199" y="4341655"/>
                  </a:lnTo>
                  <a:lnTo>
                    <a:pt x="1539294" y="4341655"/>
                  </a:lnTo>
                  <a:lnTo>
                    <a:pt x="1539294" y="4336744"/>
                  </a:lnTo>
                  <a:lnTo>
                    <a:pt x="1539670" y="4336744"/>
                  </a:lnTo>
                  <a:lnTo>
                    <a:pt x="1539859" y="4336744"/>
                  </a:lnTo>
                  <a:lnTo>
                    <a:pt x="1539953" y="4336744"/>
                  </a:lnTo>
                  <a:lnTo>
                    <a:pt x="1540047" y="4336744"/>
                  </a:lnTo>
                  <a:lnTo>
                    <a:pt x="1540141" y="4336744"/>
                  </a:lnTo>
                  <a:lnTo>
                    <a:pt x="1540423" y="4331832"/>
                  </a:lnTo>
                  <a:lnTo>
                    <a:pt x="1540518" y="4331832"/>
                  </a:lnTo>
                  <a:lnTo>
                    <a:pt x="1540612" y="4331832"/>
                  </a:lnTo>
                  <a:lnTo>
                    <a:pt x="1541459" y="4331832"/>
                  </a:lnTo>
                  <a:lnTo>
                    <a:pt x="1541553" y="4331832"/>
                  </a:lnTo>
                  <a:lnTo>
                    <a:pt x="1541647" y="4331832"/>
                  </a:lnTo>
                  <a:lnTo>
                    <a:pt x="1541742" y="4331832"/>
                  </a:lnTo>
                  <a:lnTo>
                    <a:pt x="1542118" y="4331832"/>
                  </a:lnTo>
                  <a:lnTo>
                    <a:pt x="1542307" y="4331832"/>
                  </a:lnTo>
                  <a:lnTo>
                    <a:pt x="1542401" y="4331832"/>
                  </a:lnTo>
                  <a:lnTo>
                    <a:pt x="1542589" y="4331832"/>
                  </a:lnTo>
                  <a:lnTo>
                    <a:pt x="1542683" y="4331832"/>
                  </a:lnTo>
                  <a:lnTo>
                    <a:pt x="1542966" y="4331832"/>
                  </a:lnTo>
                  <a:lnTo>
                    <a:pt x="1543154" y="4331832"/>
                  </a:lnTo>
                  <a:lnTo>
                    <a:pt x="1543248" y="4331832"/>
                  </a:lnTo>
                  <a:lnTo>
                    <a:pt x="1543436" y="4331832"/>
                  </a:lnTo>
                  <a:lnTo>
                    <a:pt x="1543436" y="4326921"/>
                  </a:lnTo>
                  <a:lnTo>
                    <a:pt x="1543719" y="4326921"/>
                  </a:lnTo>
                  <a:lnTo>
                    <a:pt x="1543813" y="4326921"/>
                  </a:lnTo>
                  <a:lnTo>
                    <a:pt x="1543907" y="4326921"/>
                  </a:lnTo>
                  <a:lnTo>
                    <a:pt x="1544095" y="4326921"/>
                  </a:lnTo>
                  <a:lnTo>
                    <a:pt x="1544190" y="4326921"/>
                  </a:lnTo>
                  <a:lnTo>
                    <a:pt x="1544284" y="4326921"/>
                  </a:lnTo>
                  <a:lnTo>
                    <a:pt x="1544378" y="4326921"/>
                  </a:lnTo>
                  <a:lnTo>
                    <a:pt x="1544566" y="4326921"/>
                  </a:lnTo>
                  <a:lnTo>
                    <a:pt x="1544849" y="4326921"/>
                  </a:lnTo>
                  <a:lnTo>
                    <a:pt x="1544943" y="4326921"/>
                  </a:lnTo>
                  <a:lnTo>
                    <a:pt x="1545131" y="4326921"/>
                  </a:lnTo>
                  <a:lnTo>
                    <a:pt x="1545225" y="4326921"/>
                  </a:lnTo>
                  <a:lnTo>
                    <a:pt x="1545414" y="4326921"/>
                  </a:lnTo>
                  <a:lnTo>
                    <a:pt x="1545790" y="4326921"/>
                  </a:lnTo>
                  <a:lnTo>
                    <a:pt x="1545884" y="4326921"/>
                  </a:lnTo>
                  <a:lnTo>
                    <a:pt x="1545978" y="4326921"/>
                  </a:lnTo>
                  <a:lnTo>
                    <a:pt x="1546073" y="4326921"/>
                  </a:lnTo>
                  <a:lnTo>
                    <a:pt x="1546355" y="4326921"/>
                  </a:lnTo>
                  <a:lnTo>
                    <a:pt x="1546449" y="4326921"/>
                  </a:lnTo>
                  <a:lnTo>
                    <a:pt x="1546543" y="4326921"/>
                  </a:lnTo>
                  <a:lnTo>
                    <a:pt x="1546638" y="4326921"/>
                  </a:lnTo>
                  <a:lnTo>
                    <a:pt x="1546826" y="4322009"/>
                  </a:lnTo>
                  <a:lnTo>
                    <a:pt x="1547014" y="4322009"/>
                  </a:lnTo>
                  <a:lnTo>
                    <a:pt x="1547391" y="4322009"/>
                  </a:lnTo>
                  <a:lnTo>
                    <a:pt x="1547485" y="4322009"/>
                  </a:lnTo>
                  <a:lnTo>
                    <a:pt x="1547673" y="4322009"/>
                  </a:lnTo>
                  <a:lnTo>
                    <a:pt x="1547956" y="4322009"/>
                  </a:lnTo>
                  <a:lnTo>
                    <a:pt x="1548050" y="4322009"/>
                  </a:lnTo>
                  <a:lnTo>
                    <a:pt x="1548426" y="4322009"/>
                  </a:lnTo>
                  <a:lnTo>
                    <a:pt x="1548709" y="4322009"/>
                  </a:lnTo>
                  <a:lnTo>
                    <a:pt x="1548897" y="4322009"/>
                  </a:lnTo>
                  <a:lnTo>
                    <a:pt x="1549180" y="4322009"/>
                  </a:lnTo>
                  <a:lnTo>
                    <a:pt x="1549462" y="4322009"/>
                  </a:lnTo>
                  <a:lnTo>
                    <a:pt x="1549650" y="4322009"/>
                  </a:lnTo>
                  <a:lnTo>
                    <a:pt x="1549933" y="4322009"/>
                  </a:lnTo>
                  <a:lnTo>
                    <a:pt x="1550027" y="4322009"/>
                  </a:lnTo>
                  <a:lnTo>
                    <a:pt x="1550121" y="4322009"/>
                  </a:lnTo>
                  <a:lnTo>
                    <a:pt x="1550309" y="4322009"/>
                  </a:lnTo>
                  <a:lnTo>
                    <a:pt x="1550498" y="4322009"/>
                  </a:lnTo>
                  <a:lnTo>
                    <a:pt x="1550592" y="4322009"/>
                  </a:lnTo>
                  <a:lnTo>
                    <a:pt x="1550686" y="4322009"/>
                  </a:lnTo>
                  <a:lnTo>
                    <a:pt x="1550780" y="4322009"/>
                  </a:lnTo>
                  <a:lnTo>
                    <a:pt x="1550874" y="4322009"/>
                  </a:lnTo>
                  <a:lnTo>
                    <a:pt x="1551157" y="4322009"/>
                  </a:lnTo>
                  <a:lnTo>
                    <a:pt x="1551533" y="4322009"/>
                  </a:lnTo>
                  <a:lnTo>
                    <a:pt x="1551628" y="4322009"/>
                  </a:lnTo>
                  <a:lnTo>
                    <a:pt x="1551910" y="4322009"/>
                  </a:lnTo>
                  <a:lnTo>
                    <a:pt x="1552004" y="4322009"/>
                  </a:lnTo>
                  <a:lnTo>
                    <a:pt x="1552192" y="4322009"/>
                  </a:lnTo>
                  <a:lnTo>
                    <a:pt x="1552475" y="4322009"/>
                  </a:lnTo>
                  <a:lnTo>
                    <a:pt x="1553040" y="4322009"/>
                  </a:lnTo>
                  <a:lnTo>
                    <a:pt x="1553416" y="4322009"/>
                  </a:lnTo>
                  <a:lnTo>
                    <a:pt x="1553605" y="4322009"/>
                  </a:lnTo>
                  <a:lnTo>
                    <a:pt x="1553699" y="4322009"/>
                  </a:lnTo>
                  <a:lnTo>
                    <a:pt x="1554076" y="4322009"/>
                  </a:lnTo>
                  <a:lnTo>
                    <a:pt x="1554170" y="4322009"/>
                  </a:lnTo>
                  <a:lnTo>
                    <a:pt x="1554264" y="4322009"/>
                  </a:lnTo>
                  <a:lnTo>
                    <a:pt x="1554358" y="4322009"/>
                  </a:lnTo>
                  <a:lnTo>
                    <a:pt x="1554829" y="4322009"/>
                  </a:lnTo>
                  <a:lnTo>
                    <a:pt x="1554923" y="4322009"/>
                  </a:lnTo>
                  <a:lnTo>
                    <a:pt x="1555111" y="4322009"/>
                  </a:lnTo>
                  <a:lnTo>
                    <a:pt x="1555300" y="4322009"/>
                  </a:lnTo>
                  <a:lnTo>
                    <a:pt x="1555488" y="4322009"/>
                  </a:lnTo>
                  <a:lnTo>
                    <a:pt x="1555770" y="4322009"/>
                  </a:lnTo>
                  <a:lnTo>
                    <a:pt x="1555864" y="4322009"/>
                  </a:lnTo>
                  <a:lnTo>
                    <a:pt x="1555959" y="4322009"/>
                  </a:lnTo>
                  <a:lnTo>
                    <a:pt x="1556147" y="4322009"/>
                  </a:lnTo>
                  <a:lnTo>
                    <a:pt x="1556241" y="4322009"/>
                  </a:lnTo>
                  <a:lnTo>
                    <a:pt x="1556335" y="4322009"/>
                  </a:lnTo>
                  <a:lnTo>
                    <a:pt x="1556523" y="4322009"/>
                  </a:lnTo>
                  <a:lnTo>
                    <a:pt x="1556618" y="4322009"/>
                  </a:lnTo>
                  <a:lnTo>
                    <a:pt x="1556712" y="4322009"/>
                  </a:lnTo>
                  <a:lnTo>
                    <a:pt x="1556806" y="4322009"/>
                  </a:lnTo>
                  <a:lnTo>
                    <a:pt x="1556994" y="4322009"/>
                  </a:lnTo>
                  <a:lnTo>
                    <a:pt x="1557371" y="4322009"/>
                  </a:lnTo>
                  <a:lnTo>
                    <a:pt x="1557559" y="4322009"/>
                  </a:lnTo>
                  <a:lnTo>
                    <a:pt x="1557653" y="4322009"/>
                  </a:lnTo>
                  <a:lnTo>
                    <a:pt x="1557747" y="4322009"/>
                  </a:lnTo>
                  <a:lnTo>
                    <a:pt x="1557936" y="4322009"/>
                  </a:lnTo>
                  <a:lnTo>
                    <a:pt x="1558124" y="4322009"/>
                  </a:lnTo>
                  <a:lnTo>
                    <a:pt x="1558407" y="4322009"/>
                  </a:lnTo>
                  <a:lnTo>
                    <a:pt x="1558501" y="4322009"/>
                  </a:lnTo>
                  <a:lnTo>
                    <a:pt x="1558595" y="4322009"/>
                  </a:lnTo>
                  <a:lnTo>
                    <a:pt x="1558689" y="4322009"/>
                  </a:lnTo>
                  <a:lnTo>
                    <a:pt x="1558971" y="4322009"/>
                  </a:lnTo>
                  <a:lnTo>
                    <a:pt x="1559631" y="4322009"/>
                  </a:lnTo>
                  <a:lnTo>
                    <a:pt x="1559913" y="4322009"/>
                  </a:lnTo>
                  <a:lnTo>
                    <a:pt x="1560007" y="4322009"/>
                  </a:lnTo>
                  <a:lnTo>
                    <a:pt x="1560101" y="4322009"/>
                  </a:lnTo>
                  <a:lnTo>
                    <a:pt x="1560384" y="4322009"/>
                  </a:lnTo>
                  <a:lnTo>
                    <a:pt x="1560478" y="4322009"/>
                  </a:lnTo>
                  <a:lnTo>
                    <a:pt x="1560572" y="4322009"/>
                  </a:lnTo>
                  <a:lnTo>
                    <a:pt x="1560666" y="4322009"/>
                  </a:lnTo>
                  <a:lnTo>
                    <a:pt x="1560760" y="4322009"/>
                  </a:lnTo>
                  <a:lnTo>
                    <a:pt x="1560854" y="4322009"/>
                  </a:lnTo>
                  <a:lnTo>
                    <a:pt x="1561137" y="4322009"/>
                  </a:lnTo>
                  <a:lnTo>
                    <a:pt x="1561608" y="4317098"/>
                  </a:lnTo>
                  <a:lnTo>
                    <a:pt x="1561702" y="4317098"/>
                  </a:lnTo>
                  <a:lnTo>
                    <a:pt x="1561796" y="4317098"/>
                  </a:lnTo>
                  <a:lnTo>
                    <a:pt x="1561890" y="4317098"/>
                  </a:lnTo>
                  <a:lnTo>
                    <a:pt x="1562549" y="4317098"/>
                  </a:lnTo>
                  <a:lnTo>
                    <a:pt x="1562738" y="4317098"/>
                  </a:lnTo>
                  <a:lnTo>
                    <a:pt x="1562926" y="4317098"/>
                  </a:lnTo>
                  <a:lnTo>
                    <a:pt x="1563208" y="4317098"/>
                  </a:lnTo>
                  <a:lnTo>
                    <a:pt x="1563491" y="4317098"/>
                  </a:lnTo>
                  <a:lnTo>
                    <a:pt x="1563773" y="4317098"/>
                  </a:lnTo>
                  <a:lnTo>
                    <a:pt x="1563867" y="4317098"/>
                  </a:lnTo>
                  <a:lnTo>
                    <a:pt x="1564150" y="4317098"/>
                  </a:lnTo>
                  <a:lnTo>
                    <a:pt x="1564244" y="4317098"/>
                  </a:lnTo>
                  <a:lnTo>
                    <a:pt x="1564338" y="4317098"/>
                  </a:lnTo>
                  <a:lnTo>
                    <a:pt x="1564432" y="4317098"/>
                  </a:lnTo>
                  <a:lnTo>
                    <a:pt x="1564526" y="4317098"/>
                  </a:lnTo>
                  <a:lnTo>
                    <a:pt x="1564809" y="4317098"/>
                  </a:lnTo>
                  <a:lnTo>
                    <a:pt x="1565091" y="4317098"/>
                  </a:lnTo>
                  <a:lnTo>
                    <a:pt x="1565280" y="4317098"/>
                  </a:lnTo>
                  <a:lnTo>
                    <a:pt x="1565374" y="4317098"/>
                  </a:lnTo>
                  <a:lnTo>
                    <a:pt x="1565468" y="4317098"/>
                  </a:lnTo>
                  <a:lnTo>
                    <a:pt x="1565562" y="4317098"/>
                  </a:lnTo>
                  <a:lnTo>
                    <a:pt x="1565656" y="4317098"/>
                  </a:lnTo>
                  <a:lnTo>
                    <a:pt x="1566127" y="4317098"/>
                  </a:lnTo>
                  <a:lnTo>
                    <a:pt x="1566409" y="4317098"/>
                  </a:lnTo>
                  <a:lnTo>
                    <a:pt x="1566786" y="4317098"/>
                  </a:lnTo>
                  <a:lnTo>
                    <a:pt x="1566880" y="4317098"/>
                  </a:lnTo>
                  <a:lnTo>
                    <a:pt x="1566974" y="4312187"/>
                  </a:lnTo>
                  <a:lnTo>
                    <a:pt x="1567163" y="4312187"/>
                  </a:lnTo>
                  <a:lnTo>
                    <a:pt x="1567351" y="4312187"/>
                  </a:lnTo>
                  <a:lnTo>
                    <a:pt x="1567445" y="4312187"/>
                  </a:lnTo>
                  <a:lnTo>
                    <a:pt x="1567539" y="4312187"/>
                  </a:lnTo>
                  <a:lnTo>
                    <a:pt x="1567633" y="4312187"/>
                  </a:lnTo>
                  <a:lnTo>
                    <a:pt x="1567822" y="4312187"/>
                  </a:lnTo>
                  <a:lnTo>
                    <a:pt x="1567916" y="4312187"/>
                  </a:lnTo>
                  <a:lnTo>
                    <a:pt x="1568104" y="4312187"/>
                  </a:lnTo>
                  <a:lnTo>
                    <a:pt x="1568104" y="4307275"/>
                  </a:lnTo>
                  <a:lnTo>
                    <a:pt x="1568198" y="4307275"/>
                  </a:lnTo>
                  <a:lnTo>
                    <a:pt x="1568669" y="4307275"/>
                  </a:lnTo>
                  <a:lnTo>
                    <a:pt x="1568763" y="4307275"/>
                  </a:lnTo>
                  <a:lnTo>
                    <a:pt x="1569140" y="4307275"/>
                  </a:lnTo>
                  <a:lnTo>
                    <a:pt x="1569328" y="4307275"/>
                  </a:lnTo>
                  <a:lnTo>
                    <a:pt x="1569987" y="4307275"/>
                  </a:lnTo>
                  <a:lnTo>
                    <a:pt x="1570270" y="4302364"/>
                  </a:lnTo>
                  <a:lnTo>
                    <a:pt x="1570458" y="4302364"/>
                  </a:lnTo>
                  <a:lnTo>
                    <a:pt x="1570552" y="4302364"/>
                  </a:lnTo>
                  <a:lnTo>
                    <a:pt x="1570646" y="4302364"/>
                  </a:lnTo>
                  <a:lnTo>
                    <a:pt x="1570740" y="4302364"/>
                  </a:lnTo>
                  <a:lnTo>
                    <a:pt x="1570835" y="4302364"/>
                  </a:lnTo>
                  <a:lnTo>
                    <a:pt x="1571117" y="4302364"/>
                  </a:lnTo>
                  <a:lnTo>
                    <a:pt x="1571211" y="4302364"/>
                  </a:lnTo>
                  <a:lnTo>
                    <a:pt x="1571494" y="4302364"/>
                  </a:lnTo>
                  <a:lnTo>
                    <a:pt x="1571682" y="4302364"/>
                  </a:lnTo>
                  <a:lnTo>
                    <a:pt x="1571776" y="4302364"/>
                  </a:lnTo>
                  <a:lnTo>
                    <a:pt x="1572153" y="4302364"/>
                  </a:lnTo>
                  <a:lnTo>
                    <a:pt x="1572247" y="4302364"/>
                  </a:lnTo>
                  <a:lnTo>
                    <a:pt x="1572341" y="4302364"/>
                  </a:lnTo>
                  <a:lnTo>
                    <a:pt x="1572529" y="4302364"/>
                  </a:lnTo>
                  <a:lnTo>
                    <a:pt x="1572906" y="4302364"/>
                  </a:lnTo>
                  <a:lnTo>
                    <a:pt x="1573094" y="4302364"/>
                  </a:lnTo>
                  <a:lnTo>
                    <a:pt x="1573377" y="4302364"/>
                  </a:lnTo>
                  <a:lnTo>
                    <a:pt x="1573565" y="4302364"/>
                  </a:lnTo>
                  <a:lnTo>
                    <a:pt x="1573753" y="4302364"/>
                  </a:lnTo>
                  <a:lnTo>
                    <a:pt x="1573942" y="4302364"/>
                  </a:lnTo>
                  <a:lnTo>
                    <a:pt x="1574036" y="4302364"/>
                  </a:lnTo>
                  <a:lnTo>
                    <a:pt x="1574130" y="4302364"/>
                  </a:lnTo>
                  <a:lnTo>
                    <a:pt x="1574412" y="4302364"/>
                  </a:lnTo>
                  <a:lnTo>
                    <a:pt x="1574601" y="4302364"/>
                  </a:lnTo>
                  <a:lnTo>
                    <a:pt x="1574883" y="4302364"/>
                  </a:lnTo>
                  <a:lnTo>
                    <a:pt x="1574977" y="4302364"/>
                  </a:lnTo>
                  <a:lnTo>
                    <a:pt x="1575071" y="4297453"/>
                  </a:lnTo>
                  <a:lnTo>
                    <a:pt x="1575166" y="4297453"/>
                  </a:lnTo>
                  <a:lnTo>
                    <a:pt x="1575260" y="4297453"/>
                  </a:lnTo>
                  <a:lnTo>
                    <a:pt x="1575354" y="4297453"/>
                  </a:lnTo>
                  <a:lnTo>
                    <a:pt x="1575448" y="4297453"/>
                  </a:lnTo>
                  <a:lnTo>
                    <a:pt x="1575731" y="4297453"/>
                  </a:lnTo>
                  <a:lnTo>
                    <a:pt x="1576013" y="4297453"/>
                  </a:lnTo>
                  <a:lnTo>
                    <a:pt x="1576107" y="4297453"/>
                  </a:lnTo>
                  <a:lnTo>
                    <a:pt x="1576295" y="4292541"/>
                  </a:lnTo>
                  <a:lnTo>
                    <a:pt x="1576672" y="4287630"/>
                  </a:lnTo>
                  <a:lnTo>
                    <a:pt x="1576955" y="4287630"/>
                  </a:lnTo>
                  <a:lnTo>
                    <a:pt x="1577237" y="4287630"/>
                  </a:lnTo>
                  <a:lnTo>
                    <a:pt x="1577331" y="4287630"/>
                  </a:lnTo>
                  <a:lnTo>
                    <a:pt x="1577708" y="4287630"/>
                  </a:lnTo>
                  <a:lnTo>
                    <a:pt x="1577802" y="4287630"/>
                  </a:lnTo>
                  <a:lnTo>
                    <a:pt x="1577990" y="4287630"/>
                  </a:lnTo>
                  <a:lnTo>
                    <a:pt x="1578273" y="4287630"/>
                  </a:lnTo>
                  <a:lnTo>
                    <a:pt x="1578367" y="4287630"/>
                  </a:lnTo>
                  <a:lnTo>
                    <a:pt x="1578555" y="4287630"/>
                  </a:lnTo>
                  <a:lnTo>
                    <a:pt x="1578649" y="4287630"/>
                  </a:lnTo>
                  <a:lnTo>
                    <a:pt x="1578838" y="4287630"/>
                  </a:lnTo>
                  <a:lnTo>
                    <a:pt x="1578932" y="4287630"/>
                  </a:lnTo>
                  <a:lnTo>
                    <a:pt x="1579026" y="4282718"/>
                  </a:lnTo>
                  <a:lnTo>
                    <a:pt x="1579308" y="4282718"/>
                  </a:lnTo>
                  <a:lnTo>
                    <a:pt x="1579591" y="4282718"/>
                  </a:lnTo>
                  <a:lnTo>
                    <a:pt x="1579685" y="4282718"/>
                  </a:lnTo>
                  <a:lnTo>
                    <a:pt x="1579873" y="4282718"/>
                  </a:lnTo>
                  <a:lnTo>
                    <a:pt x="1580062" y="4282718"/>
                  </a:lnTo>
                  <a:lnTo>
                    <a:pt x="1580344" y="4282718"/>
                  </a:lnTo>
                  <a:lnTo>
                    <a:pt x="1580438" y="4282718"/>
                  </a:lnTo>
                  <a:lnTo>
                    <a:pt x="1580532" y="4282718"/>
                  </a:lnTo>
                  <a:lnTo>
                    <a:pt x="1580626" y="4282718"/>
                  </a:lnTo>
                  <a:lnTo>
                    <a:pt x="1580721" y="4282718"/>
                  </a:lnTo>
                  <a:lnTo>
                    <a:pt x="1580815" y="4282718"/>
                  </a:lnTo>
                  <a:lnTo>
                    <a:pt x="1580909" y="4282718"/>
                  </a:lnTo>
                  <a:lnTo>
                    <a:pt x="1581097" y="4282718"/>
                  </a:lnTo>
                  <a:lnTo>
                    <a:pt x="1581380" y="4282718"/>
                  </a:lnTo>
                  <a:lnTo>
                    <a:pt x="1581568" y="4282718"/>
                  </a:lnTo>
                  <a:lnTo>
                    <a:pt x="1581662" y="4282718"/>
                  </a:lnTo>
                  <a:lnTo>
                    <a:pt x="1581756" y="4282718"/>
                  </a:lnTo>
                  <a:lnTo>
                    <a:pt x="1581945" y="4282718"/>
                  </a:lnTo>
                  <a:lnTo>
                    <a:pt x="1582039" y="4282718"/>
                  </a:lnTo>
                  <a:lnTo>
                    <a:pt x="1582133" y="4282718"/>
                  </a:lnTo>
                  <a:lnTo>
                    <a:pt x="1582321" y="4282718"/>
                  </a:lnTo>
                  <a:lnTo>
                    <a:pt x="1582415" y="4282718"/>
                  </a:lnTo>
                  <a:lnTo>
                    <a:pt x="1582509" y="4282718"/>
                  </a:lnTo>
                  <a:lnTo>
                    <a:pt x="1582604" y="4282718"/>
                  </a:lnTo>
                  <a:lnTo>
                    <a:pt x="1582698" y="4282718"/>
                  </a:lnTo>
                  <a:lnTo>
                    <a:pt x="1582792" y="4282718"/>
                  </a:lnTo>
                  <a:lnTo>
                    <a:pt x="1582980" y="4282718"/>
                  </a:lnTo>
                  <a:lnTo>
                    <a:pt x="1583074" y="4282718"/>
                  </a:lnTo>
                  <a:lnTo>
                    <a:pt x="1583451" y="4282718"/>
                  </a:lnTo>
                  <a:lnTo>
                    <a:pt x="1583545" y="4282718"/>
                  </a:lnTo>
                  <a:lnTo>
                    <a:pt x="1584957" y="4282718"/>
                  </a:lnTo>
                  <a:lnTo>
                    <a:pt x="1585146" y="4282718"/>
                  </a:lnTo>
                  <a:lnTo>
                    <a:pt x="1585240" y="4282718"/>
                  </a:lnTo>
                  <a:lnTo>
                    <a:pt x="1585334" y="4282718"/>
                  </a:lnTo>
                  <a:lnTo>
                    <a:pt x="1585617" y="4282718"/>
                  </a:lnTo>
                  <a:lnTo>
                    <a:pt x="1585899" y="4282718"/>
                  </a:lnTo>
                  <a:lnTo>
                    <a:pt x="1586087" y="4282718"/>
                  </a:lnTo>
                  <a:lnTo>
                    <a:pt x="1586276" y="4282718"/>
                  </a:lnTo>
                  <a:lnTo>
                    <a:pt x="1586652" y="4282718"/>
                  </a:lnTo>
                  <a:lnTo>
                    <a:pt x="1586840" y="4282718"/>
                  </a:lnTo>
                  <a:lnTo>
                    <a:pt x="1586840" y="4277807"/>
                  </a:lnTo>
                  <a:lnTo>
                    <a:pt x="1587029" y="4277807"/>
                  </a:lnTo>
                  <a:lnTo>
                    <a:pt x="1587123" y="4277807"/>
                  </a:lnTo>
                  <a:lnTo>
                    <a:pt x="1587311" y="4277807"/>
                  </a:lnTo>
                  <a:lnTo>
                    <a:pt x="1587782" y="4277807"/>
                  </a:lnTo>
                  <a:lnTo>
                    <a:pt x="1587970" y="4277807"/>
                  </a:lnTo>
                  <a:lnTo>
                    <a:pt x="1588253" y="4277807"/>
                  </a:lnTo>
                  <a:lnTo>
                    <a:pt x="1588253" y="4272896"/>
                  </a:lnTo>
                  <a:lnTo>
                    <a:pt x="1588347" y="4272896"/>
                  </a:lnTo>
                  <a:lnTo>
                    <a:pt x="1588535" y="4272896"/>
                  </a:lnTo>
                  <a:lnTo>
                    <a:pt x="1588724" y="4272896"/>
                  </a:lnTo>
                  <a:lnTo>
                    <a:pt x="1588818" y="4272896"/>
                  </a:lnTo>
                  <a:lnTo>
                    <a:pt x="1589100" y="4272896"/>
                  </a:lnTo>
                  <a:lnTo>
                    <a:pt x="1589477" y="4272896"/>
                  </a:lnTo>
                  <a:lnTo>
                    <a:pt x="1589571" y="4272896"/>
                  </a:lnTo>
                  <a:lnTo>
                    <a:pt x="1589665" y="4272896"/>
                  </a:lnTo>
                  <a:lnTo>
                    <a:pt x="1589759" y="4272896"/>
                  </a:lnTo>
                  <a:lnTo>
                    <a:pt x="1590136" y="4272896"/>
                  </a:lnTo>
                  <a:lnTo>
                    <a:pt x="1590230" y="4272896"/>
                  </a:lnTo>
                  <a:lnTo>
                    <a:pt x="1590324" y="4272896"/>
                  </a:lnTo>
                  <a:lnTo>
                    <a:pt x="1590512" y="4272896"/>
                  </a:lnTo>
                  <a:lnTo>
                    <a:pt x="1590607" y="4272896"/>
                  </a:lnTo>
                  <a:lnTo>
                    <a:pt x="1590795" y="4272896"/>
                  </a:lnTo>
                  <a:lnTo>
                    <a:pt x="1590983" y="4272896"/>
                  </a:lnTo>
                  <a:lnTo>
                    <a:pt x="1591077" y="4272896"/>
                  </a:lnTo>
                  <a:lnTo>
                    <a:pt x="1591266" y="4272896"/>
                  </a:lnTo>
                  <a:lnTo>
                    <a:pt x="1591548" y="4267984"/>
                  </a:lnTo>
                  <a:lnTo>
                    <a:pt x="1591642" y="4267984"/>
                  </a:lnTo>
                  <a:lnTo>
                    <a:pt x="1591925" y="4267984"/>
                  </a:lnTo>
                  <a:lnTo>
                    <a:pt x="1592019" y="4267984"/>
                  </a:lnTo>
                  <a:lnTo>
                    <a:pt x="1592113" y="4267984"/>
                  </a:lnTo>
                  <a:lnTo>
                    <a:pt x="1592301" y="4267984"/>
                  </a:lnTo>
                  <a:lnTo>
                    <a:pt x="1592395" y="4267984"/>
                  </a:lnTo>
                  <a:lnTo>
                    <a:pt x="1592490" y="4267984"/>
                  </a:lnTo>
                  <a:lnTo>
                    <a:pt x="1592584" y="4267984"/>
                  </a:lnTo>
                  <a:lnTo>
                    <a:pt x="1592678" y="4267984"/>
                  </a:lnTo>
                  <a:lnTo>
                    <a:pt x="1592866" y="4267984"/>
                  </a:lnTo>
                  <a:lnTo>
                    <a:pt x="1593243" y="4267984"/>
                  </a:lnTo>
                  <a:lnTo>
                    <a:pt x="1593337" y="4267984"/>
                  </a:lnTo>
                  <a:lnTo>
                    <a:pt x="1593525" y="4267984"/>
                  </a:lnTo>
                  <a:lnTo>
                    <a:pt x="1593619" y="4267984"/>
                  </a:lnTo>
                  <a:lnTo>
                    <a:pt x="1593808" y="4267984"/>
                  </a:lnTo>
                  <a:lnTo>
                    <a:pt x="1594467" y="4267984"/>
                  </a:lnTo>
                  <a:lnTo>
                    <a:pt x="1594655" y="4267984"/>
                  </a:lnTo>
                  <a:lnTo>
                    <a:pt x="1594749" y="4267984"/>
                  </a:lnTo>
                  <a:lnTo>
                    <a:pt x="1594843" y="4267984"/>
                  </a:lnTo>
                  <a:lnTo>
                    <a:pt x="1594843" y="4263073"/>
                  </a:lnTo>
                  <a:lnTo>
                    <a:pt x="1595032" y="4263073"/>
                  </a:lnTo>
                  <a:lnTo>
                    <a:pt x="1595220" y="4263073"/>
                  </a:lnTo>
                  <a:lnTo>
                    <a:pt x="1595408" y="4263073"/>
                  </a:lnTo>
                  <a:lnTo>
                    <a:pt x="1595597" y="4263073"/>
                  </a:lnTo>
                  <a:lnTo>
                    <a:pt x="1595973" y="4263073"/>
                  </a:lnTo>
                  <a:lnTo>
                    <a:pt x="1596067" y="4263073"/>
                  </a:lnTo>
                  <a:lnTo>
                    <a:pt x="1596538" y="4258162"/>
                  </a:lnTo>
                  <a:lnTo>
                    <a:pt x="1596632" y="4258162"/>
                  </a:lnTo>
                  <a:lnTo>
                    <a:pt x="1596726" y="4258162"/>
                  </a:lnTo>
                  <a:lnTo>
                    <a:pt x="1597009" y="4258162"/>
                  </a:lnTo>
                  <a:lnTo>
                    <a:pt x="1597103" y="4258162"/>
                  </a:lnTo>
                  <a:lnTo>
                    <a:pt x="1597197" y="4258162"/>
                  </a:lnTo>
                  <a:lnTo>
                    <a:pt x="1597291" y="4258162"/>
                  </a:lnTo>
                  <a:lnTo>
                    <a:pt x="1597386" y="4258162"/>
                  </a:lnTo>
                  <a:lnTo>
                    <a:pt x="1597668" y="4258162"/>
                  </a:lnTo>
                  <a:lnTo>
                    <a:pt x="1597950" y="4258162"/>
                  </a:lnTo>
                  <a:lnTo>
                    <a:pt x="1598327" y="4258162"/>
                  </a:lnTo>
                  <a:lnTo>
                    <a:pt x="1598421" y="4258162"/>
                  </a:lnTo>
                  <a:lnTo>
                    <a:pt x="1598704" y="4258162"/>
                  </a:lnTo>
                  <a:lnTo>
                    <a:pt x="1598798" y="4258162"/>
                  </a:lnTo>
                  <a:lnTo>
                    <a:pt x="1598892" y="4258162"/>
                  </a:lnTo>
                  <a:lnTo>
                    <a:pt x="1599080" y="4258162"/>
                  </a:lnTo>
                  <a:lnTo>
                    <a:pt x="1599269" y="4258162"/>
                  </a:lnTo>
                  <a:lnTo>
                    <a:pt x="1599457" y="4258162"/>
                  </a:lnTo>
                  <a:lnTo>
                    <a:pt x="1599645" y="4258162"/>
                  </a:lnTo>
                  <a:lnTo>
                    <a:pt x="1599739" y="4258162"/>
                  </a:lnTo>
                  <a:lnTo>
                    <a:pt x="1600022" y="4258162"/>
                  </a:lnTo>
                  <a:lnTo>
                    <a:pt x="1600210" y="4258162"/>
                  </a:lnTo>
                  <a:lnTo>
                    <a:pt x="1600398" y="4258162"/>
                  </a:lnTo>
                  <a:lnTo>
                    <a:pt x="1600493" y="4258162"/>
                  </a:lnTo>
                  <a:lnTo>
                    <a:pt x="1600587" y="4258162"/>
                  </a:lnTo>
                  <a:lnTo>
                    <a:pt x="1600681" y="4258162"/>
                  </a:lnTo>
                  <a:lnTo>
                    <a:pt x="1600869" y="4258162"/>
                  </a:lnTo>
                  <a:lnTo>
                    <a:pt x="1601246" y="4258162"/>
                  </a:lnTo>
                  <a:lnTo>
                    <a:pt x="1602187" y="4258162"/>
                  </a:lnTo>
                  <a:lnTo>
                    <a:pt x="1602281" y="4258162"/>
                  </a:lnTo>
                  <a:lnTo>
                    <a:pt x="1602376" y="4253250"/>
                  </a:lnTo>
                  <a:lnTo>
                    <a:pt x="1602564" y="4253250"/>
                  </a:lnTo>
                  <a:lnTo>
                    <a:pt x="1602846" y="4253250"/>
                  </a:lnTo>
                  <a:lnTo>
                    <a:pt x="1603035" y="4253250"/>
                  </a:lnTo>
                  <a:lnTo>
                    <a:pt x="1603129" y="4253250"/>
                  </a:lnTo>
                  <a:lnTo>
                    <a:pt x="1603411" y="4253250"/>
                  </a:lnTo>
                  <a:lnTo>
                    <a:pt x="1603600" y="4253250"/>
                  </a:lnTo>
                  <a:lnTo>
                    <a:pt x="1603788" y="4253250"/>
                  </a:lnTo>
                  <a:lnTo>
                    <a:pt x="1603882" y="4253250"/>
                  </a:lnTo>
                  <a:lnTo>
                    <a:pt x="1604164" y="4253250"/>
                  </a:lnTo>
                  <a:lnTo>
                    <a:pt x="1604541" y="4253250"/>
                  </a:lnTo>
                  <a:lnTo>
                    <a:pt x="1604824" y="4253250"/>
                  </a:lnTo>
                  <a:lnTo>
                    <a:pt x="1604918" y="4253250"/>
                  </a:lnTo>
                  <a:lnTo>
                    <a:pt x="1605012" y="4253250"/>
                  </a:lnTo>
                  <a:lnTo>
                    <a:pt x="1605294" y="4253250"/>
                  </a:lnTo>
                  <a:lnTo>
                    <a:pt x="1605388" y="4253250"/>
                  </a:lnTo>
                  <a:lnTo>
                    <a:pt x="1605483" y="4253250"/>
                  </a:lnTo>
                  <a:lnTo>
                    <a:pt x="1605577" y="4253250"/>
                  </a:lnTo>
                  <a:lnTo>
                    <a:pt x="1605765" y="4253250"/>
                  </a:lnTo>
                  <a:lnTo>
                    <a:pt x="1605953" y="4253250"/>
                  </a:lnTo>
                  <a:lnTo>
                    <a:pt x="1606048" y="4253250"/>
                  </a:lnTo>
                  <a:lnTo>
                    <a:pt x="1606142" y="4253250"/>
                  </a:lnTo>
                  <a:lnTo>
                    <a:pt x="1606330" y="4253250"/>
                  </a:lnTo>
                  <a:lnTo>
                    <a:pt x="1606424" y="4253250"/>
                  </a:lnTo>
                  <a:lnTo>
                    <a:pt x="1606518" y="4253250"/>
                  </a:lnTo>
                  <a:lnTo>
                    <a:pt x="1606612" y="4253250"/>
                  </a:lnTo>
                  <a:lnTo>
                    <a:pt x="1606707" y="4253250"/>
                  </a:lnTo>
                  <a:lnTo>
                    <a:pt x="1606801" y="4253250"/>
                  </a:lnTo>
                  <a:lnTo>
                    <a:pt x="1606895" y="4253250"/>
                  </a:lnTo>
                  <a:lnTo>
                    <a:pt x="1607177" y="4253250"/>
                  </a:lnTo>
                  <a:lnTo>
                    <a:pt x="1607648" y="4253250"/>
                  </a:lnTo>
                  <a:lnTo>
                    <a:pt x="1607742" y="4253250"/>
                  </a:lnTo>
                  <a:lnTo>
                    <a:pt x="1607836" y="4253250"/>
                  </a:lnTo>
                  <a:lnTo>
                    <a:pt x="1607931" y="4253250"/>
                  </a:lnTo>
                  <a:lnTo>
                    <a:pt x="1608213" y="4253250"/>
                  </a:lnTo>
                  <a:lnTo>
                    <a:pt x="1608307" y="4253250"/>
                  </a:lnTo>
                  <a:lnTo>
                    <a:pt x="1608401" y="4253250"/>
                  </a:lnTo>
                  <a:lnTo>
                    <a:pt x="1608590" y="4253250"/>
                  </a:lnTo>
                  <a:lnTo>
                    <a:pt x="1608872" y="4253250"/>
                  </a:lnTo>
                  <a:lnTo>
                    <a:pt x="1609249" y="4253250"/>
                  </a:lnTo>
                  <a:lnTo>
                    <a:pt x="1609343" y="4253250"/>
                  </a:lnTo>
                  <a:lnTo>
                    <a:pt x="1609437" y="4253250"/>
                  </a:lnTo>
                  <a:lnTo>
                    <a:pt x="1609625" y="4253250"/>
                  </a:lnTo>
                  <a:lnTo>
                    <a:pt x="1609814" y="4253250"/>
                  </a:lnTo>
                  <a:lnTo>
                    <a:pt x="1610190" y="4253250"/>
                  </a:lnTo>
                  <a:lnTo>
                    <a:pt x="1610284" y="4253250"/>
                  </a:lnTo>
                  <a:lnTo>
                    <a:pt x="1610379" y="4253250"/>
                  </a:lnTo>
                  <a:lnTo>
                    <a:pt x="1610473" y="4253250"/>
                  </a:lnTo>
                  <a:lnTo>
                    <a:pt x="1610567" y="4253250"/>
                  </a:lnTo>
                  <a:lnTo>
                    <a:pt x="1610755" y="4253250"/>
                  </a:lnTo>
                  <a:lnTo>
                    <a:pt x="1610943" y="4253250"/>
                  </a:lnTo>
                  <a:lnTo>
                    <a:pt x="1611132" y="4253250"/>
                  </a:lnTo>
                  <a:lnTo>
                    <a:pt x="1611226" y="4253250"/>
                  </a:lnTo>
                  <a:lnTo>
                    <a:pt x="1611320" y="4253250"/>
                  </a:lnTo>
                  <a:lnTo>
                    <a:pt x="1611414" y="4253250"/>
                  </a:lnTo>
                  <a:lnTo>
                    <a:pt x="1611603" y="4253250"/>
                  </a:lnTo>
                  <a:lnTo>
                    <a:pt x="1611979" y="4253250"/>
                  </a:lnTo>
                  <a:lnTo>
                    <a:pt x="1612073" y="4253250"/>
                  </a:lnTo>
                  <a:lnTo>
                    <a:pt x="1612167" y="4253250"/>
                  </a:lnTo>
                  <a:lnTo>
                    <a:pt x="1612262" y="4253250"/>
                  </a:lnTo>
                  <a:lnTo>
                    <a:pt x="1612450" y="4253250"/>
                  </a:lnTo>
                  <a:lnTo>
                    <a:pt x="1612544" y="4253250"/>
                  </a:lnTo>
                  <a:lnTo>
                    <a:pt x="1612732" y="4253250"/>
                  </a:lnTo>
                  <a:lnTo>
                    <a:pt x="1612826" y="4253250"/>
                  </a:lnTo>
                  <a:lnTo>
                    <a:pt x="1612921" y="4253250"/>
                  </a:lnTo>
                  <a:lnTo>
                    <a:pt x="1613015" y="4253250"/>
                  </a:lnTo>
                  <a:lnTo>
                    <a:pt x="1613203" y="4253250"/>
                  </a:lnTo>
                  <a:lnTo>
                    <a:pt x="1613297" y="4253250"/>
                  </a:lnTo>
                  <a:lnTo>
                    <a:pt x="1613391" y="4253250"/>
                  </a:lnTo>
                  <a:lnTo>
                    <a:pt x="1613486" y="4253250"/>
                  </a:lnTo>
                  <a:lnTo>
                    <a:pt x="1613674" y="4253250"/>
                  </a:lnTo>
                  <a:lnTo>
                    <a:pt x="1613862" y="4253250"/>
                  </a:lnTo>
                  <a:lnTo>
                    <a:pt x="1613956" y="4253250"/>
                  </a:lnTo>
                  <a:lnTo>
                    <a:pt x="1614050" y="4253250"/>
                  </a:lnTo>
                  <a:lnTo>
                    <a:pt x="1614239" y="4253250"/>
                  </a:lnTo>
                  <a:lnTo>
                    <a:pt x="1614521" y="4253250"/>
                  </a:lnTo>
                  <a:lnTo>
                    <a:pt x="1614615" y="4253250"/>
                  </a:lnTo>
                  <a:lnTo>
                    <a:pt x="1614710" y="4253250"/>
                  </a:lnTo>
                  <a:lnTo>
                    <a:pt x="1615086" y="4253250"/>
                  </a:lnTo>
                  <a:lnTo>
                    <a:pt x="1615463" y="4253250"/>
                  </a:lnTo>
                  <a:lnTo>
                    <a:pt x="1615557" y="4253250"/>
                  </a:lnTo>
                  <a:lnTo>
                    <a:pt x="1615651" y="4253250"/>
                  </a:lnTo>
                  <a:lnTo>
                    <a:pt x="1615745" y="4253250"/>
                  </a:lnTo>
                  <a:lnTo>
                    <a:pt x="1616310" y="4248339"/>
                  </a:lnTo>
                  <a:lnTo>
                    <a:pt x="1616404" y="4248339"/>
                  </a:lnTo>
                  <a:lnTo>
                    <a:pt x="1616687" y="4248339"/>
                  </a:lnTo>
                  <a:lnTo>
                    <a:pt x="1617252" y="4248339"/>
                  </a:lnTo>
                  <a:lnTo>
                    <a:pt x="1617346" y="4243427"/>
                  </a:lnTo>
                  <a:lnTo>
                    <a:pt x="1617440" y="4243427"/>
                  </a:lnTo>
                  <a:lnTo>
                    <a:pt x="1617628" y="4243427"/>
                  </a:lnTo>
                  <a:lnTo>
                    <a:pt x="1618381" y="4243427"/>
                  </a:lnTo>
                  <a:lnTo>
                    <a:pt x="1618570" y="4243427"/>
                  </a:lnTo>
                  <a:lnTo>
                    <a:pt x="1618570" y="4238516"/>
                  </a:lnTo>
                  <a:lnTo>
                    <a:pt x="1618852" y="4238516"/>
                  </a:lnTo>
                  <a:lnTo>
                    <a:pt x="1618946" y="4238516"/>
                  </a:lnTo>
                  <a:lnTo>
                    <a:pt x="1619041" y="4238516"/>
                  </a:lnTo>
                  <a:lnTo>
                    <a:pt x="1619135" y="4238516"/>
                  </a:lnTo>
                  <a:lnTo>
                    <a:pt x="1619229" y="4238516"/>
                  </a:lnTo>
                  <a:lnTo>
                    <a:pt x="1619323" y="4238516"/>
                  </a:lnTo>
                  <a:lnTo>
                    <a:pt x="1619417" y="4238516"/>
                  </a:lnTo>
                  <a:lnTo>
                    <a:pt x="1619511" y="4238516"/>
                  </a:lnTo>
                  <a:lnTo>
                    <a:pt x="1619888" y="4238516"/>
                  </a:lnTo>
                  <a:lnTo>
                    <a:pt x="1620076" y="4238516"/>
                  </a:lnTo>
                  <a:lnTo>
                    <a:pt x="1620170" y="4238516"/>
                  </a:lnTo>
                  <a:lnTo>
                    <a:pt x="1620359" y="4238516"/>
                  </a:lnTo>
                  <a:lnTo>
                    <a:pt x="1620547" y="4238516"/>
                  </a:lnTo>
                  <a:lnTo>
                    <a:pt x="1620924" y="4238516"/>
                  </a:lnTo>
                  <a:lnTo>
                    <a:pt x="1621112" y="4238516"/>
                  </a:lnTo>
                  <a:lnTo>
                    <a:pt x="1621489" y="4238516"/>
                  </a:lnTo>
                  <a:lnTo>
                    <a:pt x="1621583" y="4238516"/>
                  </a:lnTo>
                  <a:lnTo>
                    <a:pt x="1621677" y="4238516"/>
                  </a:lnTo>
                  <a:lnTo>
                    <a:pt x="1621771" y="4238516"/>
                  </a:lnTo>
                  <a:lnTo>
                    <a:pt x="1621959" y="4238516"/>
                  </a:lnTo>
                  <a:lnTo>
                    <a:pt x="1621959" y="4233605"/>
                  </a:lnTo>
                  <a:lnTo>
                    <a:pt x="1622148" y="4233605"/>
                  </a:lnTo>
                  <a:lnTo>
                    <a:pt x="1622524" y="4233605"/>
                  </a:lnTo>
                  <a:lnTo>
                    <a:pt x="1622618" y="4233605"/>
                  </a:lnTo>
                  <a:lnTo>
                    <a:pt x="1622712" y="4233605"/>
                  </a:lnTo>
                  <a:lnTo>
                    <a:pt x="1622901" y="4233605"/>
                  </a:lnTo>
                  <a:lnTo>
                    <a:pt x="1622995" y="4233605"/>
                  </a:lnTo>
                  <a:lnTo>
                    <a:pt x="1623183" y="4233605"/>
                  </a:lnTo>
                  <a:lnTo>
                    <a:pt x="1623277" y="4233605"/>
                  </a:lnTo>
                  <a:lnTo>
                    <a:pt x="1623372" y="4233605"/>
                  </a:lnTo>
                  <a:lnTo>
                    <a:pt x="1623560" y="4233605"/>
                  </a:lnTo>
                  <a:lnTo>
                    <a:pt x="1623654" y="4233605"/>
                  </a:lnTo>
                  <a:lnTo>
                    <a:pt x="1623748" y="4233605"/>
                  </a:lnTo>
                  <a:lnTo>
                    <a:pt x="1623842" y="4233605"/>
                  </a:lnTo>
                  <a:lnTo>
                    <a:pt x="1623936" y="4233605"/>
                  </a:lnTo>
                  <a:lnTo>
                    <a:pt x="1624125" y="4233605"/>
                  </a:lnTo>
                  <a:lnTo>
                    <a:pt x="1624501" y="4233605"/>
                  </a:lnTo>
                  <a:lnTo>
                    <a:pt x="1624972" y="4228693"/>
                  </a:lnTo>
                  <a:lnTo>
                    <a:pt x="1625066" y="4228693"/>
                  </a:lnTo>
                  <a:lnTo>
                    <a:pt x="1625255" y="4228693"/>
                  </a:lnTo>
                  <a:lnTo>
                    <a:pt x="1625443" y="4228693"/>
                  </a:lnTo>
                  <a:lnTo>
                    <a:pt x="1625631" y="4228693"/>
                  </a:lnTo>
                  <a:lnTo>
                    <a:pt x="1625914" y="4228693"/>
                  </a:lnTo>
                  <a:lnTo>
                    <a:pt x="1626290" y="4228693"/>
                  </a:lnTo>
                  <a:lnTo>
                    <a:pt x="1626384" y="4228693"/>
                  </a:lnTo>
                  <a:lnTo>
                    <a:pt x="1626761" y="4228693"/>
                  </a:lnTo>
                  <a:lnTo>
                    <a:pt x="1626855" y="4228693"/>
                  </a:lnTo>
                  <a:lnTo>
                    <a:pt x="1627326" y="4228693"/>
                  </a:lnTo>
                  <a:lnTo>
                    <a:pt x="1627514" y="4228693"/>
                  </a:lnTo>
                  <a:lnTo>
                    <a:pt x="1627891" y="4228693"/>
                  </a:lnTo>
                  <a:lnTo>
                    <a:pt x="1627985" y="4228693"/>
                  </a:lnTo>
                  <a:lnTo>
                    <a:pt x="1628079" y="4228693"/>
                  </a:lnTo>
                  <a:lnTo>
                    <a:pt x="1628267" y="4228693"/>
                  </a:lnTo>
                  <a:lnTo>
                    <a:pt x="1628362" y="4228693"/>
                  </a:lnTo>
                  <a:lnTo>
                    <a:pt x="1628550" y="4228693"/>
                  </a:lnTo>
                  <a:lnTo>
                    <a:pt x="1628644" y="4228693"/>
                  </a:lnTo>
                  <a:lnTo>
                    <a:pt x="1629021" y="4228693"/>
                  </a:lnTo>
                  <a:lnTo>
                    <a:pt x="1629115" y="4228693"/>
                  </a:lnTo>
                  <a:lnTo>
                    <a:pt x="1629491" y="4228693"/>
                  </a:lnTo>
                  <a:lnTo>
                    <a:pt x="1629774" y="4228693"/>
                  </a:lnTo>
                  <a:lnTo>
                    <a:pt x="1629868" y="4228693"/>
                  </a:lnTo>
                  <a:lnTo>
                    <a:pt x="1630056" y="4228693"/>
                  </a:lnTo>
                  <a:lnTo>
                    <a:pt x="1630151" y="4228693"/>
                  </a:lnTo>
                  <a:lnTo>
                    <a:pt x="1630245" y="4228693"/>
                  </a:lnTo>
                  <a:lnTo>
                    <a:pt x="1630621" y="4228693"/>
                  </a:lnTo>
                  <a:lnTo>
                    <a:pt x="1630715" y="4228693"/>
                  </a:lnTo>
                  <a:lnTo>
                    <a:pt x="1630810" y="4228693"/>
                  </a:lnTo>
                  <a:lnTo>
                    <a:pt x="1630904" y="4228693"/>
                  </a:lnTo>
                  <a:lnTo>
                    <a:pt x="1631186" y="4228693"/>
                  </a:lnTo>
                  <a:lnTo>
                    <a:pt x="1631280" y="4228693"/>
                  </a:lnTo>
                  <a:lnTo>
                    <a:pt x="1631374" y="4228693"/>
                  </a:lnTo>
                  <a:lnTo>
                    <a:pt x="1631469" y="4228693"/>
                  </a:lnTo>
                  <a:lnTo>
                    <a:pt x="1631563" y="4228693"/>
                  </a:lnTo>
                  <a:lnTo>
                    <a:pt x="1631751" y="4228693"/>
                  </a:lnTo>
                  <a:lnTo>
                    <a:pt x="1632034" y="4228693"/>
                  </a:lnTo>
                  <a:lnTo>
                    <a:pt x="1632128" y="4228693"/>
                  </a:lnTo>
                  <a:lnTo>
                    <a:pt x="1632410" y="4228693"/>
                  </a:lnTo>
                  <a:lnTo>
                    <a:pt x="1632598" y="4228693"/>
                  </a:lnTo>
                  <a:lnTo>
                    <a:pt x="1632693" y="4228693"/>
                  </a:lnTo>
                  <a:lnTo>
                    <a:pt x="1633069" y="4223782"/>
                  </a:lnTo>
                  <a:lnTo>
                    <a:pt x="1633540" y="4223782"/>
                  </a:lnTo>
                  <a:lnTo>
                    <a:pt x="1633634" y="4223782"/>
                  </a:lnTo>
                  <a:lnTo>
                    <a:pt x="1633822" y="4223782"/>
                  </a:lnTo>
                  <a:lnTo>
                    <a:pt x="1634011" y="4223782"/>
                  </a:lnTo>
                  <a:lnTo>
                    <a:pt x="1636270" y="4218871"/>
                  </a:lnTo>
                  <a:lnTo>
                    <a:pt x="1636553" y="4218871"/>
                  </a:lnTo>
                  <a:lnTo>
                    <a:pt x="1636647" y="4218871"/>
                  </a:lnTo>
                  <a:lnTo>
                    <a:pt x="1636835" y="4218871"/>
                  </a:lnTo>
                  <a:lnTo>
                    <a:pt x="1636929" y="4218871"/>
                  </a:lnTo>
                  <a:lnTo>
                    <a:pt x="1637118" y="4218871"/>
                  </a:lnTo>
                  <a:lnTo>
                    <a:pt x="1637306" y="4218871"/>
                  </a:lnTo>
                  <a:lnTo>
                    <a:pt x="1637400" y="4218871"/>
                  </a:lnTo>
                  <a:lnTo>
                    <a:pt x="1637777" y="4218871"/>
                  </a:lnTo>
                  <a:lnTo>
                    <a:pt x="1638153" y="4218871"/>
                  </a:lnTo>
                  <a:lnTo>
                    <a:pt x="1638342" y="4218871"/>
                  </a:lnTo>
                  <a:lnTo>
                    <a:pt x="1638624" y="4213959"/>
                  </a:lnTo>
                  <a:lnTo>
                    <a:pt x="1638718" y="4213959"/>
                  </a:lnTo>
                  <a:lnTo>
                    <a:pt x="1638813" y="4213959"/>
                  </a:lnTo>
                  <a:lnTo>
                    <a:pt x="1639095" y="4213959"/>
                  </a:lnTo>
                  <a:lnTo>
                    <a:pt x="1639189" y="4213959"/>
                  </a:lnTo>
                  <a:lnTo>
                    <a:pt x="1639283" y="4213959"/>
                  </a:lnTo>
                  <a:lnTo>
                    <a:pt x="1639472" y="4213959"/>
                  </a:lnTo>
                  <a:lnTo>
                    <a:pt x="1639660" y="4213959"/>
                  </a:lnTo>
                  <a:lnTo>
                    <a:pt x="1639754" y="4213959"/>
                  </a:lnTo>
                  <a:lnTo>
                    <a:pt x="1639942" y="4209048"/>
                  </a:lnTo>
                  <a:lnTo>
                    <a:pt x="1640036" y="4209048"/>
                  </a:lnTo>
                  <a:lnTo>
                    <a:pt x="1640131" y="4209048"/>
                  </a:lnTo>
                  <a:lnTo>
                    <a:pt x="1640225" y="4209048"/>
                  </a:lnTo>
                  <a:lnTo>
                    <a:pt x="1640319" y="4209048"/>
                  </a:lnTo>
                  <a:lnTo>
                    <a:pt x="1640413" y="4209048"/>
                  </a:lnTo>
                  <a:lnTo>
                    <a:pt x="1640601" y="4209048"/>
                  </a:lnTo>
                  <a:lnTo>
                    <a:pt x="1640696" y="4209048"/>
                  </a:lnTo>
                  <a:lnTo>
                    <a:pt x="1640790" y="4209048"/>
                  </a:lnTo>
                  <a:lnTo>
                    <a:pt x="1640884" y="4209048"/>
                  </a:lnTo>
                  <a:lnTo>
                    <a:pt x="1641072" y="4209048"/>
                  </a:lnTo>
                  <a:lnTo>
                    <a:pt x="1641260" y="4209048"/>
                  </a:lnTo>
                  <a:lnTo>
                    <a:pt x="1641260" y="4204136"/>
                  </a:lnTo>
                  <a:lnTo>
                    <a:pt x="1641355" y="4204136"/>
                  </a:lnTo>
                  <a:lnTo>
                    <a:pt x="1641449" y="4204136"/>
                  </a:lnTo>
                  <a:lnTo>
                    <a:pt x="1641543" y="4204136"/>
                  </a:lnTo>
                  <a:lnTo>
                    <a:pt x="1641637" y="4204136"/>
                  </a:lnTo>
                  <a:lnTo>
                    <a:pt x="1641825" y="4204136"/>
                  </a:lnTo>
                  <a:lnTo>
                    <a:pt x="1642108" y="4204136"/>
                  </a:lnTo>
                  <a:lnTo>
                    <a:pt x="1642202" y="4204136"/>
                  </a:lnTo>
                  <a:lnTo>
                    <a:pt x="1642296" y="4204136"/>
                  </a:lnTo>
                  <a:lnTo>
                    <a:pt x="1642390" y="4204136"/>
                  </a:lnTo>
                  <a:lnTo>
                    <a:pt x="1642484" y="4204136"/>
                  </a:lnTo>
                  <a:lnTo>
                    <a:pt x="1642767" y="4204136"/>
                  </a:lnTo>
                  <a:lnTo>
                    <a:pt x="1642861" y="4204136"/>
                  </a:lnTo>
                  <a:lnTo>
                    <a:pt x="1643049" y="4204136"/>
                  </a:lnTo>
                  <a:lnTo>
                    <a:pt x="1643144" y="4204136"/>
                  </a:lnTo>
                  <a:lnTo>
                    <a:pt x="1643708" y="4204136"/>
                  </a:lnTo>
                  <a:lnTo>
                    <a:pt x="1643897" y="4204136"/>
                  </a:lnTo>
                  <a:lnTo>
                    <a:pt x="1644367" y="4204136"/>
                  </a:lnTo>
                  <a:lnTo>
                    <a:pt x="1644556" y="4204136"/>
                  </a:lnTo>
                  <a:lnTo>
                    <a:pt x="1644932" y="4204136"/>
                  </a:lnTo>
                  <a:lnTo>
                    <a:pt x="1645121" y="4204136"/>
                  </a:lnTo>
                  <a:lnTo>
                    <a:pt x="1645215" y="4204136"/>
                  </a:lnTo>
                  <a:lnTo>
                    <a:pt x="1645591" y="4204136"/>
                  </a:lnTo>
                  <a:lnTo>
                    <a:pt x="1645780" y="4204136"/>
                  </a:lnTo>
                  <a:lnTo>
                    <a:pt x="1645874" y="4204136"/>
                  </a:lnTo>
                  <a:lnTo>
                    <a:pt x="1646062" y="4199225"/>
                  </a:lnTo>
                  <a:lnTo>
                    <a:pt x="1646156" y="4199225"/>
                  </a:lnTo>
                  <a:lnTo>
                    <a:pt x="1646251" y="4199225"/>
                  </a:lnTo>
                  <a:lnTo>
                    <a:pt x="1646439" y="4199225"/>
                  </a:lnTo>
                  <a:lnTo>
                    <a:pt x="1646627" y="4199225"/>
                  </a:lnTo>
                  <a:lnTo>
                    <a:pt x="1646815" y="4199225"/>
                  </a:lnTo>
                  <a:lnTo>
                    <a:pt x="1646910" y="4199225"/>
                  </a:lnTo>
                  <a:lnTo>
                    <a:pt x="1647098" y="4199225"/>
                  </a:lnTo>
                  <a:lnTo>
                    <a:pt x="1647380" y="4199225"/>
                  </a:lnTo>
                  <a:lnTo>
                    <a:pt x="1647475" y="4199225"/>
                  </a:lnTo>
                  <a:lnTo>
                    <a:pt x="1647569" y="4199225"/>
                  </a:lnTo>
                  <a:lnTo>
                    <a:pt x="1647663" y="4199225"/>
                  </a:lnTo>
                  <a:lnTo>
                    <a:pt x="1647757" y="4199225"/>
                  </a:lnTo>
                  <a:lnTo>
                    <a:pt x="1647851" y="4199225"/>
                  </a:lnTo>
                  <a:lnTo>
                    <a:pt x="1647945" y="4199225"/>
                  </a:lnTo>
                  <a:lnTo>
                    <a:pt x="1648039" y="4199225"/>
                  </a:lnTo>
                  <a:lnTo>
                    <a:pt x="1648134" y="4199225"/>
                  </a:lnTo>
                  <a:lnTo>
                    <a:pt x="1648228" y="4199225"/>
                  </a:lnTo>
                  <a:lnTo>
                    <a:pt x="1648322" y="4199225"/>
                  </a:lnTo>
                  <a:lnTo>
                    <a:pt x="1648416" y="4199225"/>
                  </a:lnTo>
                  <a:lnTo>
                    <a:pt x="1648604" y="4199225"/>
                  </a:lnTo>
                  <a:lnTo>
                    <a:pt x="1648793" y="4199225"/>
                  </a:lnTo>
                  <a:lnTo>
                    <a:pt x="1648887" y="4199225"/>
                  </a:lnTo>
                  <a:lnTo>
                    <a:pt x="1648887" y="4194314"/>
                  </a:lnTo>
                  <a:lnTo>
                    <a:pt x="1649075" y="4194314"/>
                  </a:lnTo>
                  <a:lnTo>
                    <a:pt x="1649169" y="4194314"/>
                  </a:lnTo>
                  <a:lnTo>
                    <a:pt x="1649263" y="4194314"/>
                  </a:lnTo>
                  <a:lnTo>
                    <a:pt x="1649358" y="4194314"/>
                  </a:lnTo>
                  <a:lnTo>
                    <a:pt x="1649452" y="4194314"/>
                  </a:lnTo>
                  <a:lnTo>
                    <a:pt x="1649546" y="4194314"/>
                  </a:lnTo>
                  <a:lnTo>
                    <a:pt x="1649640" y="4194314"/>
                  </a:lnTo>
                  <a:lnTo>
                    <a:pt x="1650111" y="4194314"/>
                  </a:lnTo>
                  <a:lnTo>
                    <a:pt x="1650487" y="4194314"/>
                  </a:lnTo>
                  <a:lnTo>
                    <a:pt x="1650582" y="4194314"/>
                  </a:lnTo>
                  <a:lnTo>
                    <a:pt x="1650676" y="4194314"/>
                  </a:lnTo>
                  <a:lnTo>
                    <a:pt x="1650770" y="4194314"/>
                  </a:lnTo>
                  <a:lnTo>
                    <a:pt x="1650864" y="4194314"/>
                  </a:lnTo>
                  <a:lnTo>
                    <a:pt x="1651052" y="4194314"/>
                  </a:lnTo>
                  <a:lnTo>
                    <a:pt x="1651146" y="4194314"/>
                  </a:lnTo>
                  <a:lnTo>
                    <a:pt x="1651241" y="4194314"/>
                  </a:lnTo>
                  <a:lnTo>
                    <a:pt x="1651523" y="4194314"/>
                  </a:lnTo>
                  <a:lnTo>
                    <a:pt x="1652465" y="4194314"/>
                  </a:lnTo>
                  <a:lnTo>
                    <a:pt x="1652747" y="4194314"/>
                  </a:lnTo>
                  <a:lnTo>
                    <a:pt x="1653029" y="4194314"/>
                  </a:lnTo>
                  <a:lnTo>
                    <a:pt x="1653312" y="4194314"/>
                  </a:lnTo>
                  <a:lnTo>
                    <a:pt x="1653406" y="4194314"/>
                  </a:lnTo>
                  <a:lnTo>
                    <a:pt x="1653500" y="4194314"/>
                  </a:lnTo>
                  <a:lnTo>
                    <a:pt x="1653783" y="4194314"/>
                  </a:lnTo>
                  <a:lnTo>
                    <a:pt x="1653877" y="4194314"/>
                  </a:lnTo>
                  <a:lnTo>
                    <a:pt x="1654253" y="4194314"/>
                  </a:lnTo>
                  <a:lnTo>
                    <a:pt x="1654536" y="4194314"/>
                  </a:lnTo>
                  <a:lnTo>
                    <a:pt x="1654724" y="4189402"/>
                  </a:lnTo>
                  <a:lnTo>
                    <a:pt x="1654818" y="4189402"/>
                  </a:lnTo>
                  <a:lnTo>
                    <a:pt x="1655007" y="4189402"/>
                  </a:lnTo>
                  <a:lnTo>
                    <a:pt x="1655101" y="4189402"/>
                  </a:lnTo>
                  <a:lnTo>
                    <a:pt x="1655383" y="4189402"/>
                  </a:lnTo>
                  <a:lnTo>
                    <a:pt x="1655666" y="4189402"/>
                  </a:lnTo>
                  <a:lnTo>
                    <a:pt x="1655854" y="4189402"/>
                  </a:lnTo>
                  <a:lnTo>
                    <a:pt x="1655948" y="4189402"/>
                  </a:lnTo>
                  <a:lnTo>
                    <a:pt x="1656325" y="4189402"/>
                  </a:lnTo>
                  <a:lnTo>
                    <a:pt x="1656419" y="4189402"/>
                  </a:lnTo>
                  <a:lnTo>
                    <a:pt x="1656513" y="4189402"/>
                  </a:lnTo>
                  <a:lnTo>
                    <a:pt x="1657078" y="4189402"/>
                  </a:lnTo>
                  <a:lnTo>
                    <a:pt x="1657455" y="4189402"/>
                  </a:lnTo>
                  <a:lnTo>
                    <a:pt x="1657549" y="4189402"/>
                  </a:lnTo>
                  <a:lnTo>
                    <a:pt x="1657831" y="4189402"/>
                  </a:lnTo>
                  <a:lnTo>
                    <a:pt x="1657925" y="4189402"/>
                  </a:lnTo>
                  <a:lnTo>
                    <a:pt x="1658020" y="4189402"/>
                  </a:lnTo>
                  <a:lnTo>
                    <a:pt x="1658114" y="4189402"/>
                  </a:lnTo>
                  <a:lnTo>
                    <a:pt x="1658490" y="4189402"/>
                  </a:lnTo>
                  <a:lnTo>
                    <a:pt x="1658584" y="4189402"/>
                  </a:lnTo>
                  <a:lnTo>
                    <a:pt x="1658679" y="4189402"/>
                  </a:lnTo>
                  <a:lnTo>
                    <a:pt x="1659055" y="4189402"/>
                  </a:lnTo>
                  <a:lnTo>
                    <a:pt x="1659149" y="4189402"/>
                  </a:lnTo>
                  <a:lnTo>
                    <a:pt x="1659620" y="4189402"/>
                  </a:lnTo>
                  <a:lnTo>
                    <a:pt x="1659714" y="4189402"/>
                  </a:lnTo>
                  <a:lnTo>
                    <a:pt x="1660091" y="4189402"/>
                  </a:lnTo>
                  <a:lnTo>
                    <a:pt x="1660185" y="4189402"/>
                  </a:lnTo>
                  <a:lnTo>
                    <a:pt x="1660279" y="4189402"/>
                  </a:lnTo>
                  <a:lnTo>
                    <a:pt x="1660750" y="4189402"/>
                  </a:lnTo>
                  <a:lnTo>
                    <a:pt x="1660938" y="4189402"/>
                  </a:lnTo>
                  <a:lnTo>
                    <a:pt x="1661127" y="4189402"/>
                  </a:lnTo>
                  <a:lnTo>
                    <a:pt x="1661221" y="4189402"/>
                  </a:lnTo>
                  <a:lnTo>
                    <a:pt x="1661315" y="4189402"/>
                  </a:lnTo>
                  <a:lnTo>
                    <a:pt x="1661409" y="4189402"/>
                  </a:lnTo>
                  <a:lnTo>
                    <a:pt x="1661691" y="4189402"/>
                  </a:lnTo>
                  <a:lnTo>
                    <a:pt x="1661880" y="4189402"/>
                  </a:lnTo>
                  <a:lnTo>
                    <a:pt x="1662068" y="4189402"/>
                  </a:lnTo>
                  <a:lnTo>
                    <a:pt x="1662162" y="4189402"/>
                  </a:lnTo>
                  <a:lnTo>
                    <a:pt x="1662351" y="4189402"/>
                  </a:lnTo>
                  <a:lnTo>
                    <a:pt x="1662445" y="4189402"/>
                  </a:lnTo>
                  <a:lnTo>
                    <a:pt x="1662633" y="4189402"/>
                  </a:lnTo>
                  <a:lnTo>
                    <a:pt x="1662727" y="4189402"/>
                  </a:lnTo>
                  <a:lnTo>
                    <a:pt x="1663010" y="4189402"/>
                  </a:lnTo>
                  <a:lnTo>
                    <a:pt x="1663104" y="4189402"/>
                  </a:lnTo>
                  <a:lnTo>
                    <a:pt x="1663480" y="4189402"/>
                  </a:lnTo>
                  <a:lnTo>
                    <a:pt x="1663669" y="4189402"/>
                  </a:lnTo>
                  <a:lnTo>
                    <a:pt x="1663763" y="4189402"/>
                  </a:lnTo>
                  <a:lnTo>
                    <a:pt x="1664516" y="4189402"/>
                  </a:lnTo>
                  <a:lnTo>
                    <a:pt x="1664610" y="4189402"/>
                  </a:lnTo>
                  <a:lnTo>
                    <a:pt x="1664704" y="4189402"/>
                  </a:lnTo>
                  <a:lnTo>
                    <a:pt x="1664799" y="4189402"/>
                  </a:lnTo>
                  <a:lnTo>
                    <a:pt x="1665175" y="4189402"/>
                  </a:lnTo>
                  <a:lnTo>
                    <a:pt x="1665552" y="4189402"/>
                  </a:lnTo>
                  <a:lnTo>
                    <a:pt x="1665834" y="4189402"/>
                  </a:lnTo>
                  <a:lnTo>
                    <a:pt x="1665928" y="4189402"/>
                  </a:lnTo>
                  <a:lnTo>
                    <a:pt x="1666117" y="4189402"/>
                  </a:lnTo>
                  <a:lnTo>
                    <a:pt x="1666211" y="4189402"/>
                  </a:lnTo>
                  <a:lnTo>
                    <a:pt x="1666305" y="4189402"/>
                  </a:lnTo>
                  <a:lnTo>
                    <a:pt x="1666399" y="4189402"/>
                  </a:lnTo>
                  <a:lnTo>
                    <a:pt x="1666493" y="4189402"/>
                  </a:lnTo>
                  <a:lnTo>
                    <a:pt x="1666682" y="4189402"/>
                  </a:lnTo>
                  <a:lnTo>
                    <a:pt x="1666776" y="4189402"/>
                  </a:lnTo>
                  <a:lnTo>
                    <a:pt x="1666870" y="4189402"/>
                  </a:lnTo>
                  <a:lnTo>
                    <a:pt x="1667152" y="4189402"/>
                  </a:lnTo>
                  <a:lnTo>
                    <a:pt x="1667246" y="4189402"/>
                  </a:lnTo>
                  <a:lnTo>
                    <a:pt x="1667341" y="4189402"/>
                  </a:lnTo>
                  <a:lnTo>
                    <a:pt x="1667435" y="4189402"/>
                  </a:lnTo>
                  <a:lnTo>
                    <a:pt x="1667529" y="4189402"/>
                  </a:lnTo>
                  <a:lnTo>
                    <a:pt x="1667623" y="4189402"/>
                  </a:lnTo>
                  <a:lnTo>
                    <a:pt x="1667717" y="4189402"/>
                  </a:lnTo>
                  <a:lnTo>
                    <a:pt x="1667811" y="4189402"/>
                  </a:lnTo>
                  <a:lnTo>
                    <a:pt x="1668000" y="4189402"/>
                  </a:lnTo>
                  <a:lnTo>
                    <a:pt x="1668188" y="4189402"/>
                  </a:lnTo>
                  <a:lnTo>
                    <a:pt x="1668376" y="4189402"/>
                  </a:lnTo>
                  <a:lnTo>
                    <a:pt x="1668470" y="4189402"/>
                  </a:lnTo>
                  <a:lnTo>
                    <a:pt x="1668565" y="4189402"/>
                  </a:lnTo>
                  <a:lnTo>
                    <a:pt x="1669600" y="4189402"/>
                  </a:lnTo>
                  <a:lnTo>
                    <a:pt x="1669789" y="4189402"/>
                  </a:lnTo>
                  <a:lnTo>
                    <a:pt x="1669883" y="4189402"/>
                  </a:lnTo>
                  <a:lnTo>
                    <a:pt x="1670071" y="4189402"/>
                  </a:lnTo>
                  <a:lnTo>
                    <a:pt x="1670165" y="4189402"/>
                  </a:lnTo>
                  <a:lnTo>
                    <a:pt x="1670448" y="4189402"/>
                  </a:lnTo>
                  <a:lnTo>
                    <a:pt x="1670542" y="4189402"/>
                  </a:lnTo>
                  <a:lnTo>
                    <a:pt x="1670636" y="4189402"/>
                  </a:lnTo>
                  <a:lnTo>
                    <a:pt x="1670730" y="4189402"/>
                  </a:lnTo>
                  <a:lnTo>
                    <a:pt x="1670918" y="4189402"/>
                  </a:lnTo>
                  <a:lnTo>
                    <a:pt x="1671013" y="4189402"/>
                  </a:lnTo>
                  <a:lnTo>
                    <a:pt x="1671295" y="4189402"/>
                  </a:lnTo>
                  <a:lnTo>
                    <a:pt x="1671389" y="4189402"/>
                  </a:lnTo>
                  <a:lnTo>
                    <a:pt x="1671577" y="4189402"/>
                  </a:lnTo>
                  <a:lnTo>
                    <a:pt x="1671672" y="4189402"/>
                  </a:lnTo>
                  <a:lnTo>
                    <a:pt x="1671860" y="4189402"/>
                  </a:lnTo>
                  <a:lnTo>
                    <a:pt x="1672142" y="4189402"/>
                  </a:lnTo>
                  <a:lnTo>
                    <a:pt x="1672237" y="4189402"/>
                  </a:lnTo>
                  <a:lnTo>
                    <a:pt x="1672331" y="4189402"/>
                  </a:lnTo>
                  <a:lnTo>
                    <a:pt x="1672519" y="4189402"/>
                  </a:lnTo>
                  <a:lnTo>
                    <a:pt x="1672613" y="4189402"/>
                  </a:lnTo>
                  <a:lnTo>
                    <a:pt x="1672896" y="4184491"/>
                  </a:lnTo>
                  <a:lnTo>
                    <a:pt x="1672990" y="4184491"/>
                  </a:lnTo>
                  <a:lnTo>
                    <a:pt x="1673084" y="4184491"/>
                  </a:lnTo>
                  <a:lnTo>
                    <a:pt x="1673272" y="4184491"/>
                  </a:lnTo>
                  <a:lnTo>
                    <a:pt x="1673461" y="4184491"/>
                  </a:lnTo>
                  <a:lnTo>
                    <a:pt x="1673555" y="4184491"/>
                  </a:lnTo>
                  <a:lnTo>
                    <a:pt x="1673649" y="4184491"/>
                  </a:lnTo>
                  <a:lnTo>
                    <a:pt x="1673743" y="4184491"/>
                  </a:lnTo>
                  <a:lnTo>
                    <a:pt x="1674308" y="4184491"/>
                  </a:lnTo>
                  <a:lnTo>
                    <a:pt x="1674402" y="4184491"/>
                  </a:lnTo>
                  <a:lnTo>
                    <a:pt x="1674496" y="4184491"/>
                  </a:lnTo>
                  <a:lnTo>
                    <a:pt x="1674496" y="4179580"/>
                  </a:lnTo>
                  <a:lnTo>
                    <a:pt x="1674590" y="4179580"/>
                  </a:lnTo>
                  <a:lnTo>
                    <a:pt x="1674684" y="4179580"/>
                  </a:lnTo>
                  <a:lnTo>
                    <a:pt x="1675061" y="4179580"/>
                  </a:lnTo>
                  <a:lnTo>
                    <a:pt x="1675155" y="4179580"/>
                  </a:lnTo>
                  <a:lnTo>
                    <a:pt x="1675249" y="4179580"/>
                  </a:lnTo>
                  <a:lnTo>
                    <a:pt x="1675720" y="4179580"/>
                  </a:lnTo>
                  <a:lnTo>
                    <a:pt x="1675814" y="4179580"/>
                  </a:lnTo>
                  <a:lnTo>
                    <a:pt x="1676003" y="4179580"/>
                  </a:lnTo>
                  <a:lnTo>
                    <a:pt x="1676097" y="4179580"/>
                  </a:lnTo>
                  <a:lnTo>
                    <a:pt x="1676191" y="4179580"/>
                  </a:lnTo>
                  <a:lnTo>
                    <a:pt x="1676285" y="4179580"/>
                  </a:lnTo>
                  <a:lnTo>
                    <a:pt x="1676379" y="4179580"/>
                  </a:lnTo>
                  <a:lnTo>
                    <a:pt x="1676473" y="4179580"/>
                  </a:lnTo>
                  <a:lnTo>
                    <a:pt x="1677038" y="4179580"/>
                  </a:lnTo>
                  <a:lnTo>
                    <a:pt x="1677132" y="4179580"/>
                  </a:lnTo>
                  <a:lnTo>
                    <a:pt x="1677227" y="4179580"/>
                  </a:lnTo>
                  <a:lnTo>
                    <a:pt x="1677792" y="4179580"/>
                  </a:lnTo>
                  <a:lnTo>
                    <a:pt x="1678262" y="4179580"/>
                  </a:lnTo>
                  <a:lnTo>
                    <a:pt x="1678356" y="4179580"/>
                  </a:lnTo>
                  <a:lnTo>
                    <a:pt x="1678545" y="4179580"/>
                  </a:lnTo>
                  <a:lnTo>
                    <a:pt x="1678733" y="4179580"/>
                  </a:lnTo>
                  <a:lnTo>
                    <a:pt x="1678921" y="4179580"/>
                  </a:lnTo>
                  <a:lnTo>
                    <a:pt x="1679110" y="4179580"/>
                  </a:lnTo>
                  <a:lnTo>
                    <a:pt x="1679486" y="4174668"/>
                  </a:lnTo>
                  <a:lnTo>
                    <a:pt x="1679580" y="4174668"/>
                  </a:lnTo>
                  <a:lnTo>
                    <a:pt x="1679769" y="4174668"/>
                  </a:lnTo>
                  <a:lnTo>
                    <a:pt x="1679957" y="4174668"/>
                  </a:lnTo>
                  <a:lnTo>
                    <a:pt x="1680145" y="4174668"/>
                  </a:lnTo>
                  <a:lnTo>
                    <a:pt x="1680334" y="4174668"/>
                  </a:lnTo>
                  <a:lnTo>
                    <a:pt x="1680428" y="4174668"/>
                  </a:lnTo>
                  <a:lnTo>
                    <a:pt x="1680522" y="4174668"/>
                  </a:lnTo>
                  <a:lnTo>
                    <a:pt x="1680616" y="4174668"/>
                  </a:lnTo>
                  <a:lnTo>
                    <a:pt x="1680710" y="4174668"/>
                  </a:lnTo>
                  <a:lnTo>
                    <a:pt x="1680804" y="4174668"/>
                  </a:lnTo>
                  <a:lnTo>
                    <a:pt x="1680899" y="4174668"/>
                  </a:lnTo>
                  <a:lnTo>
                    <a:pt x="1680993" y="4174668"/>
                  </a:lnTo>
                  <a:lnTo>
                    <a:pt x="1681087" y="4174668"/>
                  </a:lnTo>
                  <a:lnTo>
                    <a:pt x="1681181" y="4174668"/>
                  </a:lnTo>
                  <a:lnTo>
                    <a:pt x="1681275" y="4174668"/>
                  </a:lnTo>
                  <a:lnTo>
                    <a:pt x="1681369" y="4174668"/>
                  </a:lnTo>
                  <a:lnTo>
                    <a:pt x="1681463" y="4174668"/>
                  </a:lnTo>
                  <a:lnTo>
                    <a:pt x="1681558" y="4174668"/>
                  </a:lnTo>
                  <a:lnTo>
                    <a:pt x="1681652" y="4174668"/>
                  </a:lnTo>
                  <a:lnTo>
                    <a:pt x="1681746" y="4174668"/>
                  </a:lnTo>
                  <a:lnTo>
                    <a:pt x="1681840" y="4174668"/>
                  </a:lnTo>
                  <a:lnTo>
                    <a:pt x="1682217" y="4174668"/>
                  </a:lnTo>
                  <a:lnTo>
                    <a:pt x="1682405" y="4174668"/>
                  </a:lnTo>
                  <a:lnTo>
                    <a:pt x="1682499" y="4174668"/>
                  </a:lnTo>
                  <a:lnTo>
                    <a:pt x="1682782" y="4174668"/>
                  </a:lnTo>
                  <a:lnTo>
                    <a:pt x="1682876" y="4169757"/>
                  </a:lnTo>
                  <a:lnTo>
                    <a:pt x="1683158" y="4169757"/>
                  </a:lnTo>
                  <a:lnTo>
                    <a:pt x="1683252" y="4169757"/>
                  </a:lnTo>
                  <a:lnTo>
                    <a:pt x="1683346" y="4169757"/>
                  </a:lnTo>
                  <a:lnTo>
                    <a:pt x="1683629" y="4169757"/>
                  </a:lnTo>
                  <a:lnTo>
                    <a:pt x="1683723" y="4169757"/>
                  </a:lnTo>
                  <a:lnTo>
                    <a:pt x="1683817" y="4169757"/>
                  </a:lnTo>
                  <a:lnTo>
                    <a:pt x="1684006" y="4169757"/>
                  </a:lnTo>
                  <a:lnTo>
                    <a:pt x="1684100" y="4169757"/>
                  </a:lnTo>
                  <a:lnTo>
                    <a:pt x="1684382" y="4164845"/>
                  </a:lnTo>
                  <a:lnTo>
                    <a:pt x="1684476" y="4164845"/>
                  </a:lnTo>
                  <a:lnTo>
                    <a:pt x="1684570" y="4164845"/>
                  </a:lnTo>
                  <a:lnTo>
                    <a:pt x="1684759" y="4164845"/>
                  </a:lnTo>
                  <a:lnTo>
                    <a:pt x="1684853" y="4164845"/>
                  </a:lnTo>
                  <a:lnTo>
                    <a:pt x="1684947" y="4164845"/>
                  </a:lnTo>
                  <a:lnTo>
                    <a:pt x="1685041" y="4164845"/>
                  </a:lnTo>
                  <a:lnTo>
                    <a:pt x="1685230" y="4164845"/>
                  </a:lnTo>
                  <a:lnTo>
                    <a:pt x="1685324" y="4164845"/>
                  </a:lnTo>
                  <a:lnTo>
                    <a:pt x="1685418" y="4164845"/>
                  </a:lnTo>
                  <a:lnTo>
                    <a:pt x="1685606" y="4164845"/>
                  </a:lnTo>
                  <a:lnTo>
                    <a:pt x="1685983" y="4164845"/>
                  </a:lnTo>
                  <a:lnTo>
                    <a:pt x="1686265" y="4164845"/>
                  </a:lnTo>
                  <a:lnTo>
                    <a:pt x="1686454" y="4164845"/>
                  </a:lnTo>
                  <a:lnTo>
                    <a:pt x="1686548" y="4164845"/>
                  </a:lnTo>
                  <a:lnTo>
                    <a:pt x="1686642" y="4164845"/>
                  </a:lnTo>
                  <a:lnTo>
                    <a:pt x="1686830" y="4164845"/>
                  </a:lnTo>
                  <a:lnTo>
                    <a:pt x="1686924" y="4164845"/>
                  </a:lnTo>
                  <a:lnTo>
                    <a:pt x="1687018" y="4164845"/>
                  </a:lnTo>
                  <a:lnTo>
                    <a:pt x="1687489" y="4164845"/>
                  </a:lnTo>
                  <a:lnTo>
                    <a:pt x="1687583" y="4164845"/>
                  </a:lnTo>
                  <a:lnTo>
                    <a:pt x="1687677" y="4164845"/>
                  </a:lnTo>
                  <a:lnTo>
                    <a:pt x="1687772" y="4164845"/>
                  </a:lnTo>
                  <a:lnTo>
                    <a:pt x="1687960" y="4164845"/>
                  </a:lnTo>
                  <a:lnTo>
                    <a:pt x="1688242" y="4164845"/>
                  </a:lnTo>
                  <a:lnTo>
                    <a:pt x="1689090" y="4164845"/>
                  </a:lnTo>
                  <a:lnTo>
                    <a:pt x="1689278" y="4164845"/>
                  </a:lnTo>
                  <a:lnTo>
                    <a:pt x="1689466" y="4164845"/>
                  </a:lnTo>
                  <a:lnTo>
                    <a:pt x="1689655" y="4164845"/>
                  </a:lnTo>
                  <a:lnTo>
                    <a:pt x="1689843" y="4164845"/>
                  </a:lnTo>
                  <a:lnTo>
                    <a:pt x="1689937" y="4164845"/>
                  </a:lnTo>
                  <a:lnTo>
                    <a:pt x="1690031" y="4164845"/>
                  </a:lnTo>
                  <a:lnTo>
                    <a:pt x="1690220" y="4164845"/>
                  </a:lnTo>
                  <a:lnTo>
                    <a:pt x="1690408" y="4164845"/>
                  </a:lnTo>
                  <a:lnTo>
                    <a:pt x="1690596" y="4164845"/>
                  </a:lnTo>
                  <a:lnTo>
                    <a:pt x="1690690" y="4164845"/>
                  </a:lnTo>
                  <a:lnTo>
                    <a:pt x="1690879" y="4164845"/>
                  </a:lnTo>
                  <a:lnTo>
                    <a:pt x="1691067" y="4164845"/>
                  </a:lnTo>
                  <a:lnTo>
                    <a:pt x="1691726" y="4164845"/>
                  </a:lnTo>
                  <a:lnTo>
                    <a:pt x="1692008" y="4164845"/>
                  </a:lnTo>
                  <a:lnTo>
                    <a:pt x="1692103" y="4164845"/>
                  </a:lnTo>
                  <a:lnTo>
                    <a:pt x="1692385" y="4164845"/>
                  </a:lnTo>
                  <a:lnTo>
                    <a:pt x="1692479" y="4164845"/>
                  </a:lnTo>
                  <a:lnTo>
                    <a:pt x="1692479" y="4159934"/>
                  </a:lnTo>
                  <a:lnTo>
                    <a:pt x="1692856" y="4159934"/>
                  </a:lnTo>
                  <a:lnTo>
                    <a:pt x="1693138" y="4159934"/>
                  </a:lnTo>
                  <a:lnTo>
                    <a:pt x="1693327" y="4159934"/>
                  </a:lnTo>
                  <a:lnTo>
                    <a:pt x="1693797" y="4159934"/>
                  </a:lnTo>
                  <a:lnTo>
                    <a:pt x="1694080" y="4159934"/>
                  </a:lnTo>
                  <a:lnTo>
                    <a:pt x="1694174" y="4159934"/>
                  </a:lnTo>
                  <a:lnTo>
                    <a:pt x="1694268" y="4159934"/>
                  </a:lnTo>
                  <a:lnTo>
                    <a:pt x="1694456" y="4155023"/>
                  </a:lnTo>
                  <a:lnTo>
                    <a:pt x="1694551" y="4155023"/>
                  </a:lnTo>
                  <a:lnTo>
                    <a:pt x="1694645" y="4155023"/>
                  </a:lnTo>
                  <a:lnTo>
                    <a:pt x="1694739" y="4155023"/>
                  </a:lnTo>
                  <a:lnTo>
                    <a:pt x="1694833" y="4155023"/>
                  </a:lnTo>
                  <a:lnTo>
                    <a:pt x="1694927" y="4155023"/>
                  </a:lnTo>
                  <a:lnTo>
                    <a:pt x="1695021" y="4155023"/>
                  </a:lnTo>
                  <a:lnTo>
                    <a:pt x="1695492" y="4155023"/>
                  </a:lnTo>
                  <a:lnTo>
                    <a:pt x="1695869" y="4155023"/>
                  </a:lnTo>
                  <a:lnTo>
                    <a:pt x="1696057" y="4155023"/>
                  </a:lnTo>
                  <a:lnTo>
                    <a:pt x="1696245" y="4155023"/>
                  </a:lnTo>
                  <a:lnTo>
                    <a:pt x="1696622" y="4155023"/>
                  </a:lnTo>
                  <a:lnTo>
                    <a:pt x="1696716" y="4155023"/>
                  </a:lnTo>
                  <a:lnTo>
                    <a:pt x="1696810" y="4155023"/>
                  </a:lnTo>
                  <a:lnTo>
                    <a:pt x="1696904" y="4155023"/>
                  </a:lnTo>
                  <a:lnTo>
                    <a:pt x="1697281" y="4155023"/>
                  </a:lnTo>
                  <a:lnTo>
                    <a:pt x="1697375" y="4155023"/>
                  </a:lnTo>
                  <a:lnTo>
                    <a:pt x="1697375" y="4150111"/>
                  </a:lnTo>
                  <a:lnTo>
                    <a:pt x="1697658" y="4150111"/>
                  </a:lnTo>
                  <a:lnTo>
                    <a:pt x="1698128" y="4150111"/>
                  </a:lnTo>
                  <a:lnTo>
                    <a:pt x="1698223" y="4150111"/>
                  </a:lnTo>
                  <a:lnTo>
                    <a:pt x="1698317" y="4150111"/>
                  </a:lnTo>
                  <a:lnTo>
                    <a:pt x="1698411" y="4150111"/>
                  </a:lnTo>
                  <a:lnTo>
                    <a:pt x="1698599" y="4150111"/>
                  </a:lnTo>
                  <a:lnTo>
                    <a:pt x="1698976" y="4150111"/>
                  </a:lnTo>
                  <a:lnTo>
                    <a:pt x="1699070" y="4150111"/>
                  </a:lnTo>
                  <a:lnTo>
                    <a:pt x="1699258" y="4150111"/>
                  </a:lnTo>
                  <a:lnTo>
                    <a:pt x="1699541" y="4150111"/>
                  </a:lnTo>
                  <a:lnTo>
                    <a:pt x="1699635" y="4150111"/>
                  </a:lnTo>
                  <a:lnTo>
                    <a:pt x="1699729" y="4150111"/>
                  </a:lnTo>
                  <a:lnTo>
                    <a:pt x="1699823" y="4150111"/>
                  </a:lnTo>
                  <a:lnTo>
                    <a:pt x="1700011" y="4145200"/>
                  </a:lnTo>
                  <a:lnTo>
                    <a:pt x="1700200" y="4145200"/>
                  </a:lnTo>
                  <a:lnTo>
                    <a:pt x="1700294" y="4145200"/>
                  </a:lnTo>
                  <a:lnTo>
                    <a:pt x="1700388" y="4145200"/>
                  </a:lnTo>
                  <a:lnTo>
                    <a:pt x="1700670" y="4145200"/>
                  </a:lnTo>
                  <a:lnTo>
                    <a:pt x="1700765" y="4145200"/>
                  </a:lnTo>
                  <a:lnTo>
                    <a:pt x="1700859" y="4145200"/>
                  </a:lnTo>
                  <a:lnTo>
                    <a:pt x="1700953" y="4145200"/>
                  </a:lnTo>
                  <a:lnTo>
                    <a:pt x="1701424" y="4145200"/>
                  </a:lnTo>
                  <a:lnTo>
                    <a:pt x="1701518" y="4145200"/>
                  </a:lnTo>
                  <a:lnTo>
                    <a:pt x="1701706" y="4145200"/>
                  </a:lnTo>
                  <a:lnTo>
                    <a:pt x="1701894" y="4145200"/>
                  </a:lnTo>
                  <a:lnTo>
                    <a:pt x="1702083" y="4145200"/>
                  </a:lnTo>
                  <a:lnTo>
                    <a:pt x="1702271" y="4145200"/>
                  </a:lnTo>
                  <a:lnTo>
                    <a:pt x="1702648" y="4140289"/>
                  </a:lnTo>
                  <a:lnTo>
                    <a:pt x="1702742" y="4140289"/>
                  </a:lnTo>
                  <a:lnTo>
                    <a:pt x="1702836" y="4140289"/>
                  </a:lnTo>
                  <a:lnTo>
                    <a:pt x="1703589" y="4135377"/>
                  </a:lnTo>
                  <a:lnTo>
                    <a:pt x="1703683" y="4135377"/>
                  </a:lnTo>
                  <a:lnTo>
                    <a:pt x="1703778" y="4135377"/>
                  </a:lnTo>
                  <a:lnTo>
                    <a:pt x="1703966" y="4135377"/>
                  </a:lnTo>
                  <a:lnTo>
                    <a:pt x="1704060" y="4135377"/>
                  </a:lnTo>
                  <a:lnTo>
                    <a:pt x="1704154" y="4135377"/>
                  </a:lnTo>
                  <a:lnTo>
                    <a:pt x="1704342" y="4135377"/>
                  </a:lnTo>
                  <a:lnTo>
                    <a:pt x="1704531" y="4135377"/>
                  </a:lnTo>
                  <a:lnTo>
                    <a:pt x="1704719" y="4135377"/>
                  </a:lnTo>
                  <a:lnTo>
                    <a:pt x="1705190" y="4135377"/>
                  </a:lnTo>
                  <a:lnTo>
                    <a:pt x="1705566" y="4135377"/>
                  </a:lnTo>
                  <a:lnTo>
                    <a:pt x="1705755" y="4135377"/>
                  </a:lnTo>
                  <a:lnTo>
                    <a:pt x="1705849" y="4135377"/>
                  </a:lnTo>
                  <a:lnTo>
                    <a:pt x="1706037" y="4135377"/>
                  </a:lnTo>
                  <a:lnTo>
                    <a:pt x="1706225" y="4135377"/>
                  </a:lnTo>
                  <a:lnTo>
                    <a:pt x="1706414" y="4135377"/>
                  </a:lnTo>
                  <a:lnTo>
                    <a:pt x="1706508" y="4135377"/>
                  </a:lnTo>
                  <a:lnTo>
                    <a:pt x="1706885" y="4135377"/>
                  </a:lnTo>
                  <a:lnTo>
                    <a:pt x="1707449" y="4135377"/>
                  </a:lnTo>
                  <a:lnTo>
                    <a:pt x="1707544" y="4135377"/>
                  </a:lnTo>
                  <a:lnTo>
                    <a:pt x="1707638" y="4135377"/>
                  </a:lnTo>
                  <a:lnTo>
                    <a:pt x="1707732" y="4135377"/>
                  </a:lnTo>
                  <a:lnTo>
                    <a:pt x="1707920" y="4135377"/>
                  </a:lnTo>
                  <a:lnTo>
                    <a:pt x="1708109" y="4135377"/>
                  </a:lnTo>
                  <a:lnTo>
                    <a:pt x="1708297" y="4135377"/>
                  </a:lnTo>
                  <a:lnTo>
                    <a:pt x="1708391" y="4135377"/>
                  </a:lnTo>
                  <a:lnTo>
                    <a:pt x="1708768" y="4135377"/>
                  </a:lnTo>
                  <a:lnTo>
                    <a:pt x="1709050" y="4135377"/>
                  </a:lnTo>
                  <a:lnTo>
                    <a:pt x="1709332" y="4135377"/>
                  </a:lnTo>
                  <a:lnTo>
                    <a:pt x="1709427" y="4135377"/>
                  </a:lnTo>
                  <a:lnTo>
                    <a:pt x="1709709" y="4135377"/>
                  </a:lnTo>
                  <a:lnTo>
                    <a:pt x="1709992" y="4135377"/>
                  </a:lnTo>
                  <a:lnTo>
                    <a:pt x="1710086" y="4135377"/>
                  </a:lnTo>
                  <a:lnTo>
                    <a:pt x="1710462" y="4135377"/>
                  </a:lnTo>
                  <a:lnTo>
                    <a:pt x="1710556" y="4135377"/>
                  </a:lnTo>
                  <a:lnTo>
                    <a:pt x="1710651" y="4135377"/>
                  </a:lnTo>
                  <a:lnTo>
                    <a:pt x="1710745" y="4135377"/>
                  </a:lnTo>
                  <a:lnTo>
                    <a:pt x="1710839" y="4135377"/>
                  </a:lnTo>
                  <a:lnTo>
                    <a:pt x="1710933" y="4135377"/>
                  </a:lnTo>
                  <a:lnTo>
                    <a:pt x="1711121" y="4135377"/>
                  </a:lnTo>
                  <a:lnTo>
                    <a:pt x="1711216" y="4135377"/>
                  </a:lnTo>
                  <a:lnTo>
                    <a:pt x="1711498" y="4130466"/>
                  </a:lnTo>
                  <a:lnTo>
                    <a:pt x="1711592" y="4130466"/>
                  </a:lnTo>
                  <a:lnTo>
                    <a:pt x="1712722" y="4130466"/>
                  </a:lnTo>
                  <a:lnTo>
                    <a:pt x="1712816" y="4130466"/>
                  </a:lnTo>
                  <a:lnTo>
                    <a:pt x="1712910" y="4130466"/>
                  </a:lnTo>
                  <a:lnTo>
                    <a:pt x="1713004" y="4130466"/>
                  </a:lnTo>
                  <a:lnTo>
                    <a:pt x="1713099" y="4130466"/>
                  </a:lnTo>
                  <a:lnTo>
                    <a:pt x="1713381" y="4130466"/>
                  </a:lnTo>
                  <a:lnTo>
                    <a:pt x="1713569" y="4130466"/>
                  </a:lnTo>
                  <a:lnTo>
                    <a:pt x="1713852" y="4130466"/>
                  </a:lnTo>
                  <a:lnTo>
                    <a:pt x="1713946" y="4130466"/>
                  </a:lnTo>
                  <a:lnTo>
                    <a:pt x="1714040" y="4130466"/>
                  </a:lnTo>
                  <a:lnTo>
                    <a:pt x="1714134" y="4130466"/>
                  </a:lnTo>
                  <a:lnTo>
                    <a:pt x="1714323" y="4130466"/>
                  </a:lnTo>
                  <a:lnTo>
                    <a:pt x="1714511" y="4130466"/>
                  </a:lnTo>
                  <a:lnTo>
                    <a:pt x="1714605" y="4130466"/>
                  </a:lnTo>
                  <a:lnTo>
                    <a:pt x="1714793" y="4130466"/>
                  </a:lnTo>
                  <a:lnTo>
                    <a:pt x="1714887" y="4130466"/>
                  </a:lnTo>
                  <a:lnTo>
                    <a:pt x="1714982" y="4130466"/>
                  </a:lnTo>
                  <a:lnTo>
                    <a:pt x="1715076" y="4130466"/>
                  </a:lnTo>
                  <a:lnTo>
                    <a:pt x="1715264" y="4130466"/>
                  </a:lnTo>
                  <a:lnTo>
                    <a:pt x="1715358" y="4130466"/>
                  </a:lnTo>
                  <a:lnTo>
                    <a:pt x="1715452" y="4130466"/>
                  </a:lnTo>
                  <a:lnTo>
                    <a:pt x="1715547" y="4130466"/>
                  </a:lnTo>
                  <a:lnTo>
                    <a:pt x="1715641" y="4130466"/>
                  </a:lnTo>
                  <a:lnTo>
                    <a:pt x="1715735" y="4130466"/>
                  </a:lnTo>
                  <a:lnTo>
                    <a:pt x="1716111" y="4130466"/>
                  </a:lnTo>
                  <a:lnTo>
                    <a:pt x="1716206" y="4130466"/>
                  </a:lnTo>
                  <a:lnTo>
                    <a:pt x="1716488" y="4130466"/>
                  </a:lnTo>
                  <a:lnTo>
                    <a:pt x="1716582" y="4130466"/>
                  </a:lnTo>
                  <a:lnTo>
                    <a:pt x="1716676" y="4130466"/>
                  </a:lnTo>
                  <a:lnTo>
                    <a:pt x="1716959" y="4130466"/>
                  </a:lnTo>
                  <a:lnTo>
                    <a:pt x="1716959" y="4125554"/>
                  </a:lnTo>
                  <a:lnTo>
                    <a:pt x="1717053" y="4125554"/>
                  </a:lnTo>
                  <a:lnTo>
                    <a:pt x="1717147" y="4125554"/>
                  </a:lnTo>
                  <a:lnTo>
                    <a:pt x="1717241" y="4125554"/>
                  </a:lnTo>
                  <a:lnTo>
                    <a:pt x="1717430" y="4125554"/>
                  </a:lnTo>
                  <a:lnTo>
                    <a:pt x="1717712" y="4125554"/>
                  </a:lnTo>
                  <a:lnTo>
                    <a:pt x="1717994" y="4125554"/>
                  </a:lnTo>
                  <a:lnTo>
                    <a:pt x="1718371" y="4125554"/>
                  </a:lnTo>
                  <a:lnTo>
                    <a:pt x="1718559" y="4125554"/>
                  </a:lnTo>
                  <a:lnTo>
                    <a:pt x="1718654" y="4125554"/>
                  </a:lnTo>
                  <a:lnTo>
                    <a:pt x="1719030" y="4125554"/>
                  </a:lnTo>
                  <a:lnTo>
                    <a:pt x="1719218" y="4125554"/>
                  </a:lnTo>
                  <a:lnTo>
                    <a:pt x="1719595" y="4125554"/>
                  </a:lnTo>
                  <a:lnTo>
                    <a:pt x="1719689" y="4125554"/>
                  </a:lnTo>
                  <a:lnTo>
                    <a:pt x="1720254" y="4125554"/>
                  </a:lnTo>
                  <a:lnTo>
                    <a:pt x="1720631" y="4125554"/>
                  </a:lnTo>
                  <a:lnTo>
                    <a:pt x="1720819" y="4125554"/>
                  </a:lnTo>
                  <a:lnTo>
                    <a:pt x="1721007" y="4125554"/>
                  </a:lnTo>
                  <a:lnTo>
                    <a:pt x="1721290" y="4125554"/>
                  </a:lnTo>
                  <a:lnTo>
                    <a:pt x="1721384" y="4125554"/>
                  </a:lnTo>
                  <a:lnTo>
                    <a:pt x="1721478" y="4125554"/>
                  </a:lnTo>
                  <a:lnTo>
                    <a:pt x="1721666" y="4125554"/>
                  </a:lnTo>
                  <a:lnTo>
                    <a:pt x="1721761" y="4125554"/>
                  </a:lnTo>
                  <a:lnTo>
                    <a:pt x="1722043" y="4125554"/>
                  </a:lnTo>
                  <a:lnTo>
                    <a:pt x="1722514" y="4125554"/>
                  </a:lnTo>
                  <a:lnTo>
                    <a:pt x="1722796" y="4125554"/>
                  </a:lnTo>
                  <a:lnTo>
                    <a:pt x="1722985" y="4125554"/>
                  </a:lnTo>
                  <a:lnTo>
                    <a:pt x="1723079" y="4120643"/>
                  </a:lnTo>
                  <a:lnTo>
                    <a:pt x="1723173" y="4120643"/>
                  </a:lnTo>
                  <a:lnTo>
                    <a:pt x="1723267" y="4120643"/>
                  </a:lnTo>
                  <a:lnTo>
                    <a:pt x="1723455" y="4120643"/>
                  </a:lnTo>
                  <a:lnTo>
                    <a:pt x="1723926" y="4120643"/>
                  </a:lnTo>
                  <a:lnTo>
                    <a:pt x="1724020" y="4120643"/>
                  </a:lnTo>
                  <a:lnTo>
                    <a:pt x="1724209" y="4120643"/>
                  </a:lnTo>
                  <a:lnTo>
                    <a:pt x="1724491" y="4120643"/>
                  </a:lnTo>
                  <a:lnTo>
                    <a:pt x="1724679" y="4120643"/>
                  </a:lnTo>
                  <a:lnTo>
                    <a:pt x="1724679" y="4115732"/>
                  </a:lnTo>
                  <a:lnTo>
                    <a:pt x="1724962" y="4115732"/>
                  </a:lnTo>
                  <a:lnTo>
                    <a:pt x="1725056" y="4115732"/>
                  </a:lnTo>
                  <a:lnTo>
                    <a:pt x="1725056" y="4110820"/>
                  </a:lnTo>
                  <a:lnTo>
                    <a:pt x="1725244" y="4110820"/>
                  </a:lnTo>
                  <a:lnTo>
                    <a:pt x="1725527" y="4110820"/>
                  </a:lnTo>
                  <a:lnTo>
                    <a:pt x="1725621" y="4110820"/>
                  </a:lnTo>
                  <a:lnTo>
                    <a:pt x="1725715" y="4110820"/>
                  </a:lnTo>
                  <a:lnTo>
                    <a:pt x="1725715" y="4105909"/>
                  </a:lnTo>
                  <a:lnTo>
                    <a:pt x="1726468" y="4105909"/>
                  </a:lnTo>
                  <a:lnTo>
                    <a:pt x="1726751" y="4105909"/>
                  </a:lnTo>
                  <a:lnTo>
                    <a:pt x="1726845" y="4105909"/>
                  </a:lnTo>
                  <a:lnTo>
                    <a:pt x="1727033" y="4105909"/>
                  </a:lnTo>
                  <a:lnTo>
                    <a:pt x="1727127" y="4105909"/>
                  </a:lnTo>
                  <a:lnTo>
                    <a:pt x="1727221" y="4105909"/>
                  </a:lnTo>
                  <a:lnTo>
                    <a:pt x="1727316" y="4105909"/>
                  </a:lnTo>
                  <a:lnTo>
                    <a:pt x="1727786" y="4105909"/>
                  </a:lnTo>
                  <a:lnTo>
                    <a:pt x="1727880" y="4105909"/>
                  </a:lnTo>
                  <a:lnTo>
                    <a:pt x="1728257" y="4105909"/>
                  </a:lnTo>
                  <a:lnTo>
                    <a:pt x="1728540" y="4105909"/>
                  </a:lnTo>
                  <a:lnTo>
                    <a:pt x="1728634" y="4105909"/>
                  </a:lnTo>
                  <a:lnTo>
                    <a:pt x="1728728" y="4105909"/>
                  </a:lnTo>
                  <a:lnTo>
                    <a:pt x="1728822" y="4105909"/>
                  </a:lnTo>
                  <a:lnTo>
                    <a:pt x="1728916" y="4105909"/>
                  </a:lnTo>
                  <a:lnTo>
                    <a:pt x="1729387" y="4105909"/>
                  </a:lnTo>
                  <a:lnTo>
                    <a:pt x="1729481" y="4105909"/>
                  </a:lnTo>
                  <a:lnTo>
                    <a:pt x="1729575" y="4105909"/>
                  </a:lnTo>
                  <a:lnTo>
                    <a:pt x="1729669" y="4105909"/>
                  </a:lnTo>
                  <a:lnTo>
                    <a:pt x="1730234" y="4105909"/>
                  </a:lnTo>
                  <a:lnTo>
                    <a:pt x="1730328" y="4105909"/>
                  </a:lnTo>
                  <a:lnTo>
                    <a:pt x="1730705" y="4105909"/>
                  </a:lnTo>
                  <a:lnTo>
                    <a:pt x="1730799" y="4105909"/>
                  </a:lnTo>
                  <a:lnTo>
                    <a:pt x="1730893" y="4105909"/>
                  </a:lnTo>
                  <a:lnTo>
                    <a:pt x="1730987" y="4105909"/>
                  </a:lnTo>
                  <a:lnTo>
                    <a:pt x="1731082" y="4105909"/>
                  </a:lnTo>
                  <a:lnTo>
                    <a:pt x="1731176" y="4105909"/>
                  </a:lnTo>
                  <a:lnTo>
                    <a:pt x="1731552" y="4105909"/>
                  </a:lnTo>
                  <a:lnTo>
                    <a:pt x="1731929" y="4105909"/>
                  </a:lnTo>
                  <a:lnTo>
                    <a:pt x="1732023" y="4105909"/>
                  </a:lnTo>
                  <a:lnTo>
                    <a:pt x="1732211" y="4100998"/>
                  </a:lnTo>
                  <a:lnTo>
                    <a:pt x="1732306" y="4100998"/>
                  </a:lnTo>
                  <a:lnTo>
                    <a:pt x="1732400" y="4100998"/>
                  </a:lnTo>
                  <a:lnTo>
                    <a:pt x="1732682" y="4100998"/>
                  </a:lnTo>
                  <a:lnTo>
                    <a:pt x="1732871" y="4100998"/>
                  </a:lnTo>
                  <a:lnTo>
                    <a:pt x="1733341" y="4100998"/>
                  </a:lnTo>
                  <a:lnTo>
                    <a:pt x="1733530" y="4100998"/>
                  </a:lnTo>
                  <a:lnTo>
                    <a:pt x="1733812" y="4100998"/>
                  </a:lnTo>
                  <a:lnTo>
                    <a:pt x="1734000" y="4100998"/>
                  </a:lnTo>
                  <a:lnTo>
                    <a:pt x="1734283" y="4100998"/>
                  </a:lnTo>
                  <a:lnTo>
                    <a:pt x="1734377" y="4100998"/>
                  </a:lnTo>
                  <a:lnTo>
                    <a:pt x="1734471" y="4100998"/>
                  </a:lnTo>
                  <a:lnTo>
                    <a:pt x="1734659" y="4100998"/>
                  </a:lnTo>
                  <a:lnTo>
                    <a:pt x="1734848" y="4100998"/>
                  </a:lnTo>
                  <a:lnTo>
                    <a:pt x="1734942" y="4100998"/>
                  </a:lnTo>
                  <a:lnTo>
                    <a:pt x="1735318" y="4100998"/>
                  </a:lnTo>
                  <a:lnTo>
                    <a:pt x="1735507" y="4100998"/>
                  </a:lnTo>
                  <a:lnTo>
                    <a:pt x="1735601" y="4100998"/>
                  </a:lnTo>
                  <a:lnTo>
                    <a:pt x="1735883" y="4100998"/>
                  </a:lnTo>
                  <a:lnTo>
                    <a:pt x="1735978" y="4100998"/>
                  </a:lnTo>
                  <a:lnTo>
                    <a:pt x="1736354" y="4100998"/>
                  </a:lnTo>
                  <a:lnTo>
                    <a:pt x="1736637" y="4100998"/>
                  </a:lnTo>
                  <a:lnTo>
                    <a:pt x="1736731" y="4100998"/>
                  </a:lnTo>
                  <a:lnTo>
                    <a:pt x="1736919" y="4100998"/>
                  </a:lnTo>
                  <a:lnTo>
                    <a:pt x="1737107" y="4100998"/>
                  </a:lnTo>
                  <a:lnTo>
                    <a:pt x="1737296" y="4100998"/>
                  </a:lnTo>
                  <a:lnTo>
                    <a:pt x="1737484" y="4100998"/>
                  </a:lnTo>
                  <a:lnTo>
                    <a:pt x="1737578" y="4100998"/>
                  </a:lnTo>
                  <a:lnTo>
                    <a:pt x="1737672" y="4100998"/>
                  </a:lnTo>
                  <a:lnTo>
                    <a:pt x="1737766" y="4100998"/>
                  </a:lnTo>
                  <a:lnTo>
                    <a:pt x="1738143" y="4100998"/>
                  </a:lnTo>
                  <a:lnTo>
                    <a:pt x="1738614" y="4100998"/>
                  </a:lnTo>
                  <a:lnTo>
                    <a:pt x="1738802" y="4100998"/>
                  </a:lnTo>
                  <a:lnTo>
                    <a:pt x="1738896" y="4100998"/>
                  </a:lnTo>
                  <a:lnTo>
                    <a:pt x="1738990" y="4100998"/>
                  </a:lnTo>
                  <a:lnTo>
                    <a:pt x="1739085" y="4100998"/>
                  </a:lnTo>
                  <a:lnTo>
                    <a:pt x="1739273" y="4100998"/>
                  </a:lnTo>
                  <a:lnTo>
                    <a:pt x="1739367" y="4100998"/>
                  </a:lnTo>
                  <a:lnTo>
                    <a:pt x="1739649" y="4100998"/>
                  </a:lnTo>
                  <a:lnTo>
                    <a:pt x="1739744" y="4100998"/>
                  </a:lnTo>
                  <a:lnTo>
                    <a:pt x="1739932" y="4100998"/>
                  </a:lnTo>
                  <a:lnTo>
                    <a:pt x="1740403" y="4100998"/>
                  </a:lnTo>
                  <a:lnTo>
                    <a:pt x="1740497" y="4100998"/>
                  </a:lnTo>
                  <a:lnTo>
                    <a:pt x="1740591" y="4100998"/>
                  </a:lnTo>
                  <a:lnTo>
                    <a:pt x="1740685" y="4100998"/>
                  </a:lnTo>
                  <a:lnTo>
                    <a:pt x="1740873" y="4100998"/>
                  </a:lnTo>
                  <a:lnTo>
                    <a:pt x="1740968" y="4100998"/>
                  </a:lnTo>
                  <a:lnTo>
                    <a:pt x="1741062" y="4100998"/>
                  </a:lnTo>
                  <a:lnTo>
                    <a:pt x="1741250" y="4100998"/>
                  </a:lnTo>
                  <a:lnTo>
                    <a:pt x="1741250" y="4096086"/>
                  </a:lnTo>
                  <a:lnTo>
                    <a:pt x="1741344" y="4096086"/>
                  </a:lnTo>
                  <a:lnTo>
                    <a:pt x="1741533" y="4096086"/>
                  </a:lnTo>
                  <a:lnTo>
                    <a:pt x="1741627" y="4096086"/>
                  </a:lnTo>
                  <a:lnTo>
                    <a:pt x="1741815" y="4096086"/>
                  </a:lnTo>
                  <a:lnTo>
                    <a:pt x="1741909" y="4096086"/>
                  </a:lnTo>
                  <a:lnTo>
                    <a:pt x="1742097" y="4096086"/>
                  </a:lnTo>
                  <a:lnTo>
                    <a:pt x="1742192" y="4096086"/>
                  </a:lnTo>
                  <a:lnTo>
                    <a:pt x="1742380" y="4096086"/>
                  </a:lnTo>
                  <a:lnTo>
                    <a:pt x="1742474" y="4096086"/>
                  </a:lnTo>
                  <a:lnTo>
                    <a:pt x="1742568" y="4096086"/>
                  </a:lnTo>
                  <a:lnTo>
                    <a:pt x="1742662" y="4096086"/>
                  </a:lnTo>
                  <a:lnTo>
                    <a:pt x="1742851" y="4096086"/>
                  </a:lnTo>
                  <a:lnTo>
                    <a:pt x="1743227" y="4096086"/>
                  </a:lnTo>
                  <a:lnTo>
                    <a:pt x="1743321" y="4096086"/>
                  </a:lnTo>
                  <a:lnTo>
                    <a:pt x="1743510" y="4096086"/>
                  </a:lnTo>
                  <a:lnTo>
                    <a:pt x="1743980" y="4091175"/>
                  </a:lnTo>
                  <a:lnTo>
                    <a:pt x="1744357" y="4091175"/>
                  </a:lnTo>
                  <a:lnTo>
                    <a:pt x="1744640" y="4091175"/>
                  </a:lnTo>
                  <a:lnTo>
                    <a:pt x="1744734" y="4091175"/>
                  </a:lnTo>
                  <a:lnTo>
                    <a:pt x="1744922" y="4091175"/>
                  </a:lnTo>
                  <a:lnTo>
                    <a:pt x="1745016" y="4091175"/>
                  </a:lnTo>
                  <a:lnTo>
                    <a:pt x="1745110" y="4091175"/>
                  </a:lnTo>
                  <a:lnTo>
                    <a:pt x="1745204" y="4091175"/>
                  </a:lnTo>
                  <a:lnTo>
                    <a:pt x="1745675" y="4091175"/>
                  </a:lnTo>
                  <a:lnTo>
                    <a:pt x="1745769" y="4091175"/>
                  </a:lnTo>
                  <a:lnTo>
                    <a:pt x="1745864" y="4091175"/>
                  </a:lnTo>
                  <a:lnTo>
                    <a:pt x="1745958" y="4091175"/>
                  </a:lnTo>
                  <a:lnTo>
                    <a:pt x="1746052" y="4091175"/>
                  </a:lnTo>
                  <a:lnTo>
                    <a:pt x="1746146" y="4091175"/>
                  </a:lnTo>
                  <a:lnTo>
                    <a:pt x="1746240" y="4091175"/>
                  </a:lnTo>
                  <a:lnTo>
                    <a:pt x="1746334" y="4091175"/>
                  </a:lnTo>
                  <a:lnTo>
                    <a:pt x="1746523" y="4091175"/>
                  </a:lnTo>
                  <a:lnTo>
                    <a:pt x="1746711" y="4091175"/>
                  </a:lnTo>
                  <a:lnTo>
                    <a:pt x="1746805" y="4091175"/>
                  </a:lnTo>
                  <a:lnTo>
                    <a:pt x="1746899" y="4091175"/>
                  </a:lnTo>
                  <a:lnTo>
                    <a:pt x="1747276" y="4091175"/>
                  </a:lnTo>
                  <a:lnTo>
                    <a:pt x="1747370" y="4091175"/>
                  </a:lnTo>
                  <a:lnTo>
                    <a:pt x="1747464" y="4091175"/>
                  </a:lnTo>
                  <a:lnTo>
                    <a:pt x="1747841" y="4091175"/>
                  </a:lnTo>
                  <a:lnTo>
                    <a:pt x="1748123" y="4086263"/>
                  </a:lnTo>
                  <a:lnTo>
                    <a:pt x="1748311" y="4086263"/>
                  </a:lnTo>
                  <a:lnTo>
                    <a:pt x="1748406" y="4086263"/>
                  </a:lnTo>
                  <a:lnTo>
                    <a:pt x="1748500" y="4086263"/>
                  </a:lnTo>
                  <a:lnTo>
                    <a:pt x="1748594" y="4086263"/>
                  </a:lnTo>
                  <a:lnTo>
                    <a:pt x="1748688" y="4086263"/>
                  </a:lnTo>
                  <a:lnTo>
                    <a:pt x="1748782" y="4086263"/>
                  </a:lnTo>
                  <a:lnTo>
                    <a:pt x="1748876" y="4086263"/>
                  </a:lnTo>
                  <a:lnTo>
                    <a:pt x="1748971" y="4086263"/>
                  </a:lnTo>
                  <a:lnTo>
                    <a:pt x="1749065" y="4086263"/>
                  </a:lnTo>
                  <a:lnTo>
                    <a:pt x="1749253" y="4086263"/>
                  </a:lnTo>
                  <a:lnTo>
                    <a:pt x="1749630" y="4086263"/>
                  </a:lnTo>
                  <a:lnTo>
                    <a:pt x="1749724" y="4086263"/>
                  </a:lnTo>
                  <a:lnTo>
                    <a:pt x="1749912" y="4086263"/>
                  </a:lnTo>
                  <a:lnTo>
                    <a:pt x="1750100" y="4086263"/>
                  </a:lnTo>
                  <a:lnTo>
                    <a:pt x="1750195" y="4086263"/>
                  </a:lnTo>
                  <a:lnTo>
                    <a:pt x="1750477" y="4086263"/>
                  </a:lnTo>
                  <a:lnTo>
                    <a:pt x="1750665" y="4086263"/>
                  </a:lnTo>
                  <a:lnTo>
                    <a:pt x="1750759" y="4086263"/>
                  </a:lnTo>
                  <a:lnTo>
                    <a:pt x="1750854" y="4086263"/>
                  </a:lnTo>
                  <a:lnTo>
                    <a:pt x="1750948" y="4086263"/>
                  </a:lnTo>
                  <a:lnTo>
                    <a:pt x="1751230" y="4081352"/>
                  </a:lnTo>
                  <a:lnTo>
                    <a:pt x="1751795" y="4081352"/>
                  </a:lnTo>
                  <a:lnTo>
                    <a:pt x="1751889" y="4081352"/>
                  </a:lnTo>
                  <a:lnTo>
                    <a:pt x="1752078" y="4081352"/>
                  </a:lnTo>
                  <a:lnTo>
                    <a:pt x="1752172" y="4081352"/>
                  </a:lnTo>
                  <a:lnTo>
                    <a:pt x="1752360" y="4081352"/>
                  </a:lnTo>
                  <a:lnTo>
                    <a:pt x="1752548" y="4081352"/>
                  </a:lnTo>
                  <a:lnTo>
                    <a:pt x="1752642" y="4081352"/>
                  </a:lnTo>
                  <a:lnTo>
                    <a:pt x="1752737" y="4081352"/>
                  </a:lnTo>
                  <a:lnTo>
                    <a:pt x="1753113" y="4081352"/>
                  </a:lnTo>
                  <a:lnTo>
                    <a:pt x="1753207" y="4081352"/>
                  </a:lnTo>
                  <a:lnTo>
                    <a:pt x="1753396" y="4081352"/>
                  </a:lnTo>
                  <a:lnTo>
                    <a:pt x="1753772" y="4076441"/>
                  </a:lnTo>
                  <a:lnTo>
                    <a:pt x="1753866" y="4076441"/>
                  </a:lnTo>
                  <a:lnTo>
                    <a:pt x="1754243" y="4076441"/>
                  </a:lnTo>
                  <a:lnTo>
                    <a:pt x="1754337" y="4076441"/>
                  </a:lnTo>
                  <a:lnTo>
                    <a:pt x="1754620" y="4076441"/>
                  </a:lnTo>
                  <a:lnTo>
                    <a:pt x="1754714" y="4076441"/>
                  </a:lnTo>
                  <a:lnTo>
                    <a:pt x="1754808" y="4076441"/>
                  </a:lnTo>
                  <a:lnTo>
                    <a:pt x="1755279" y="4076441"/>
                  </a:lnTo>
                  <a:lnTo>
                    <a:pt x="1755373" y="4076441"/>
                  </a:lnTo>
                  <a:lnTo>
                    <a:pt x="1755467" y="4076441"/>
                  </a:lnTo>
                  <a:lnTo>
                    <a:pt x="1755561" y="4076441"/>
                  </a:lnTo>
                  <a:lnTo>
                    <a:pt x="1755750" y="4076441"/>
                  </a:lnTo>
                  <a:lnTo>
                    <a:pt x="1756032" y="4076441"/>
                  </a:lnTo>
                  <a:lnTo>
                    <a:pt x="1756126" y="4076441"/>
                  </a:lnTo>
                  <a:lnTo>
                    <a:pt x="1756314" y="4076441"/>
                  </a:lnTo>
                  <a:lnTo>
                    <a:pt x="1756409" y="4076441"/>
                  </a:lnTo>
                  <a:lnTo>
                    <a:pt x="1756503" y="4076441"/>
                  </a:lnTo>
                  <a:lnTo>
                    <a:pt x="1756597" y="4076441"/>
                  </a:lnTo>
                  <a:lnTo>
                    <a:pt x="1756691" y="4076441"/>
                  </a:lnTo>
                  <a:lnTo>
                    <a:pt x="1756785" y="4076441"/>
                  </a:lnTo>
                  <a:lnTo>
                    <a:pt x="1756879" y="4076441"/>
                  </a:lnTo>
                  <a:lnTo>
                    <a:pt x="1757256" y="4071529"/>
                  </a:lnTo>
                  <a:lnTo>
                    <a:pt x="1757350" y="4071529"/>
                  </a:lnTo>
                  <a:lnTo>
                    <a:pt x="1757444" y="4071529"/>
                  </a:lnTo>
                  <a:lnTo>
                    <a:pt x="1757727" y="4071529"/>
                  </a:lnTo>
                  <a:lnTo>
                    <a:pt x="1757821" y="4071529"/>
                  </a:lnTo>
                  <a:lnTo>
                    <a:pt x="1757915" y="4071529"/>
                  </a:lnTo>
                  <a:lnTo>
                    <a:pt x="1758009" y="4071529"/>
                  </a:lnTo>
                  <a:lnTo>
                    <a:pt x="1758292" y="4071529"/>
                  </a:lnTo>
                  <a:lnTo>
                    <a:pt x="1758574" y="4071529"/>
                  </a:lnTo>
                  <a:lnTo>
                    <a:pt x="1758762" y="4071529"/>
                  </a:lnTo>
                  <a:lnTo>
                    <a:pt x="1758857" y="4071529"/>
                  </a:lnTo>
                  <a:lnTo>
                    <a:pt x="1758951" y="4071529"/>
                  </a:lnTo>
                  <a:lnTo>
                    <a:pt x="1759045" y="4071529"/>
                  </a:lnTo>
                  <a:lnTo>
                    <a:pt x="1759233" y="4071529"/>
                  </a:lnTo>
                  <a:lnTo>
                    <a:pt x="1759421" y="4071529"/>
                  </a:lnTo>
                  <a:lnTo>
                    <a:pt x="1759798" y="4071529"/>
                  </a:lnTo>
                  <a:lnTo>
                    <a:pt x="1759986" y="4071529"/>
                  </a:lnTo>
                  <a:lnTo>
                    <a:pt x="1760081" y="4071529"/>
                  </a:lnTo>
                  <a:lnTo>
                    <a:pt x="1760175" y="4071529"/>
                  </a:lnTo>
                  <a:lnTo>
                    <a:pt x="1760269" y="4071529"/>
                  </a:lnTo>
                  <a:lnTo>
                    <a:pt x="1760363" y="4071529"/>
                  </a:lnTo>
                  <a:lnTo>
                    <a:pt x="1760457" y="4071529"/>
                  </a:lnTo>
                  <a:lnTo>
                    <a:pt x="1760551" y="4071529"/>
                  </a:lnTo>
                  <a:lnTo>
                    <a:pt x="1760645" y="4071529"/>
                  </a:lnTo>
                  <a:lnTo>
                    <a:pt x="1761022" y="4071529"/>
                  </a:lnTo>
                  <a:lnTo>
                    <a:pt x="1761305" y="4071529"/>
                  </a:lnTo>
                  <a:lnTo>
                    <a:pt x="1761399" y="4071529"/>
                  </a:lnTo>
                  <a:lnTo>
                    <a:pt x="1761587" y="4071529"/>
                  </a:lnTo>
                  <a:lnTo>
                    <a:pt x="1762058" y="4071529"/>
                  </a:lnTo>
                  <a:lnTo>
                    <a:pt x="1762152" y="4071529"/>
                  </a:lnTo>
                  <a:lnTo>
                    <a:pt x="1762246" y="4071529"/>
                  </a:lnTo>
                  <a:lnTo>
                    <a:pt x="1762528" y="4071529"/>
                  </a:lnTo>
                  <a:lnTo>
                    <a:pt x="1762811" y="4071529"/>
                  </a:lnTo>
                  <a:lnTo>
                    <a:pt x="1762905" y="4071529"/>
                  </a:lnTo>
                  <a:lnTo>
                    <a:pt x="1762999" y="4071529"/>
                  </a:lnTo>
                  <a:lnTo>
                    <a:pt x="1763188" y="4071529"/>
                  </a:lnTo>
                  <a:lnTo>
                    <a:pt x="1763282" y="4071529"/>
                  </a:lnTo>
                  <a:lnTo>
                    <a:pt x="1763376" y="4071529"/>
                  </a:lnTo>
                  <a:lnTo>
                    <a:pt x="1765447" y="4071529"/>
                  </a:lnTo>
                  <a:lnTo>
                    <a:pt x="1765541" y="4071529"/>
                  </a:lnTo>
                  <a:lnTo>
                    <a:pt x="1765636" y="4071529"/>
                  </a:lnTo>
                  <a:lnTo>
                    <a:pt x="1765824" y="4071529"/>
                  </a:lnTo>
                  <a:lnTo>
                    <a:pt x="1766012" y="4071529"/>
                  </a:lnTo>
                  <a:lnTo>
                    <a:pt x="1766200" y="4071529"/>
                  </a:lnTo>
                  <a:lnTo>
                    <a:pt x="1766295" y="4071529"/>
                  </a:lnTo>
                  <a:lnTo>
                    <a:pt x="1766389" y="4071529"/>
                  </a:lnTo>
                  <a:lnTo>
                    <a:pt x="1766483" y="4071529"/>
                  </a:lnTo>
                  <a:lnTo>
                    <a:pt x="1766671" y="4071529"/>
                  </a:lnTo>
                  <a:lnTo>
                    <a:pt x="1766859" y="4071529"/>
                  </a:lnTo>
                  <a:lnTo>
                    <a:pt x="1766954" y="4071529"/>
                  </a:lnTo>
                  <a:lnTo>
                    <a:pt x="1767142" y="4071529"/>
                  </a:lnTo>
                  <a:lnTo>
                    <a:pt x="1767236" y="4071529"/>
                  </a:lnTo>
                  <a:lnTo>
                    <a:pt x="1767330" y="4071529"/>
                  </a:lnTo>
                  <a:lnTo>
                    <a:pt x="1767424" y="4071529"/>
                  </a:lnTo>
                  <a:lnTo>
                    <a:pt x="1767519" y="4071529"/>
                  </a:lnTo>
                  <a:lnTo>
                    <a:pt x="1767707" y="4071529"/>
                  </a:lnTo>
                  <a:lnTo>
                    <a:pt x="1767895" y="4071529"/>
                  </a:lnTo>
                  <a:lnTo>
                    <a:pt x="1767989" y="4071529"/>
                  </a:lnTo>
                  <a:lnTo>
                    <a:pt x="1768178" y="4071529"/>
                  </a:lnTo>
                  <a:lnTo>
                    <a:pt x="1768272" y="4071529"/>
                  </a:lnTo>
                  <a:lnTo>
                    <a:pt x="1768460" y="4071529"/>
                  </a:lnTo>
                  <a:lnTo>
                    <a:pt x="1768648" y="4071529"/>
                  </a:lnTo>
                  <a:lnTo>
                    <a:pt x="1768743" y="4071529"/>
                  </a:lnTo>
                  <a:lnTo>
                    <a:pt x="1769119" y="4071529"/>
                  </a:lnTo>
                  <a:lnTo>
                    <a:pt x="1769496" y="4071529"/>
                  </a:lnTo>
                  <a:lnTo>
                    <a:pt x="1769590" y="4071529"/>
                  </a:lnTo>
                  <a:lnTo>
                    <a:pt x="1769967" y="4071529"/>
                  </a:lnTo>
                  <a:lnTo>
                    <a:pt x="1770061" y="4066618"/>
                  </a:lnTo>
                  <a:lnTo>
                    <a:pt x="1770155" y="4066618"/>
                  </a:lnTo>
                  <a:lnTo>
                    <a:pt x="1770531" y="4066618"/>
                  </a:lnTo>
                  <a:lnTo>
                    <a:pt x="1770814" y="4061707"/>
                  </a:lnTo>
                  <a:lnTo>
                    <a:pt x="1771096" y="4061707"/>
                  </a:lnTo>
                  <a:lnTo>
                    <a:pt x="1771661" y="4061707"/>
                  </a:lnTo>
                  <a:lnTo>
                    <a:pt x="1771850" y="4061707"/>
                  </a:lnTo>
                  <a:lnTo>
                    <a:pt x="1772038" y="4061707"/>
                  </a:lnTo>
                  <a:lnTo>
                    <a:pt x="1772226" y="4061707"/>
                  </a:lnTo>
                  <a:lnTo>
                    <a:pt x="1772509" y="4061707"/>
                  </a:lnTo>
                  <a:lnTo>
                    <a:pt x="1772603" y="4061707"/>
                  </a:lnTo>
                  <a:lnTo>
                    <a:pt x="1772697" y="4061707"/>
                  </a:lnTo>
                  <a:lnTo>
                    <a:pt x="1772885" y="4061707"/>
                  </a:lnTo>
                  <a:lnTo>
                    <a:pt x="1772979" y="4061707"/>
                  </a:lnTo>
                  <a:lnTo>
                    <a:pt x="1773074" y="4061707"/>
                  </a:lnTo>
                  <a:lnTo>
                    <a:pt x="1773262" y="4061707"/>
                  </a:lnTo>
                  <a:lnTo>
                    <a:pt x="1773356" y="4061707"/>
                  </a:lnTo>
                  <a:lnTo>
                    <a:pt x="1773638" y="4061707"/>
                  </a:lnTo>
                  <a:lnTo>
                    <a:pt x="1773827" y="4061707"/>
                  </a:lnTo>
                  <a:lnTo>
                    <a:pt x="1774109" y="4061707"/>
                  </a:lnTo>
                  <a:lnTo>
                    <a:pt x="1774298" y="4061707"/>
                  </a:lnTo>
                  <a:lnTo>
                    <a:pt x="1774392" y="4061707"/>
                  </a:lnTo>
                  <a:lnTo>
                    <a:pt x="1774580" y="4061707"/>
                  </a:lnTo>
                  <a:lnTo>
                    <a:pt x="1774957" y="4061707"/>
                  </a:lnTo>
                  <a:lnTo>
                    <a:pt x="1775051" y="4061707"/>
                  </a:lnTo>
                  <a:lnTo>
                    <a:pt x="1775239" y="4061707"/>
                  </a:lnTo>
                  <a:lnTo>
                    <a:pt x="1775333" y="4061707"/>
                  </a:lnTo>
                  <a:lnTo>
                    <a:pt x="1775427" y="4061707"/>
                  </a:lnTo>
                  <a:lnTo>
                    <a:pt x="1775710" y="4061707"/>
                  </a:lnTo>
                  <a:lnTo>
                    <a:pt x="1775804" y="4061707"/>
                  </a:lnTo>
                  <a:lnTo>
                    <a:pt x="1776369" y="4061707"/>
                  </a:lnTo>
                  <a:lnTo>
                    <a:pt x="1776557" y="4061707"/>
                  </a:lnTo>
                  <a:lnTo>
                    <a:pt x="1776840" y="4061707"/>
                  </a:lnTo>
                  <a:lnTo>
                    <a:pt x="1777028" y="4061707"/>
                  </a:lnTo>
                  <a:lnTo>
                    <a:pt x="1777310" y="4061707"/>
                  </a:lnTo>
                  <a:lnTo>
                    <a:pt x="1777499" y="4061707"/>
                  </a:lnTo>
                  <a:lnTo>
                    <a:pt x="1777781" y="4061707"/>
                  </a:lnTo>
                  <a:lnTo>
                    <a:pt x="1777875" y="4061707"/>
                  </a:lnTo>
                  <a:lnTo>
                    <a:pt x="1778064" y="4061707"/>
                  </a:lnTo>
                  <a:lnTo>
                    <a:pt x="1778158" y="4061707"/>
                  </a:lnTo>
                  <a:lnTo>
                    <a:pt x="1778346" y="4061707"/>
                  </a:lnTo>
                  <a:lnTo>
                    <a:pt x="1778440" y="4061707"/>
                  </a:lnTo>
                  <a:lnTo>
                    <a:pt x="1778534" y="4061707"/>
                  </a:lnTo>
                  <a:lnTo>
                    <a:pt x="1778629" y="4061707"/>
                  </a:lnTo>
                  <a:lnTo>
                    <a:pt x="1778911" y="4061707"/>
                  </a:lnTo>
                  <a:lnTo>
                    <a:pt x="1779099" y="4056795"/>
                  </a:lnTo>
                  <a:lnTo>
                    <a:pt x="1779288" y="4056795"/>
                  </a:lnTo>
                  <a:lnTo>
                    <a:pt x="1779382" y="4056795"/>
                  </a:lnTo>
                  <a:lnTo>
                    <a:pt x="1779476" y="4056795"/>
                  </a:lnTo>
                  <a:lnTo>
                    <a:pt x="1779758" y="4056795"/>
                  </a:lnTo>
                  <a:lnTo>
                    <a:pt x="1779947" y="4056795"/>
                  </a:lnTo>
                  <a:lnTo>
                    <a:pt x="1780135" y="4056795"/>
                  </a:lnTo>
                  <a:lnTo>
                    <a:pt x="1780229" y="4056795"/>
                  </a:lnTo>
                  <a:lnTo>
                    <a:pt x="1780323" y="4056795"/>
                  </a:lnTo>
                  <a:lnTo>
                    <a:pt x="1780606" y="4051884"/>
                  </a:lnTo>
                  <a:lnTo>
                    <a:pt x="1780700" y="4051884"/>
                  </a:lnTo>
                  <a:lnTo>
                    <a:pt x="1780794" y="4051884"/>
                  </a:lnTo>
                  <a:lnTo>
                    <a:pt x="1780888" y="4051884"/>
                  </a:lnTo>
                  <a:lnTo>
                    <a:pt x="1780982" y="4051884"/>
                  </a:lnTo>
                  <a:lnTo>
                    <a:pt x="1781076" y="4051884"/>
                  </a:lnTo>
                  <a:lnTo>
                    <a:pt x="1781265" y="4051884"/>
                  </a:lnTo>
                  <a:lnTo>
                    <a:pt x="1781453" y="4051884"/>
                  </a:lnTo>
                  <a:lnTo>
                    <a:pt x="1781736" y="4051884"/>
                  </a:lnTo>
                  <a:lnTo>
                    <a:pt x="1782018" y="4051884"/>
                  </a:lnTo>
                  <a:lnTo>
                    <a:pt x="1782112" y="4051884"/>
                  </a:lnTo>
                  <a:lnTo>
                    <a:pt x="1782206" y="4051884"/>
                  </a:lnTo>
                  <a:lnTo>
                    <a:pt x="1782300" y="4051884"/>
                  </a:lnTo>
                  <a:lnTo>
                    <a:pt x="1782677" y="4051884"/>
                  </a:lnTo>
                  <a:lnTo>
                    <a:pt x="1783148" y="4051884"/>
                  </a:lnTo>
                  <a:lnTo>
                    <a:pt x="1783430" y="4051884"/>
                  </a:lnTo>
                  <a:lnTo>
                    <a:pt x="1783524" y="4051884"/>
                  </a:lnTo>
                  <a:lnTo>
                    <a:pt x="1783807" y="4046972"/>
                  </a:lnTo>
                  <a:lnTo>
                    <a:pt x="1783901" y="4046972"/>
                  </a:lnTo>
                  <a:lnTo>
                    <a:pt x="1783995" y="4046972"/>
                  </a:lnTo>
                  <a:lnTo>
                    <a:pt x="1784089" y="4046972"/>
                  </a:lnTo>
                  <a:lnTo>
                    <a:pt x="1784278" y="4046972"/>
                  </a:lnTo>
                  <a:lnTo>
                    <a:pt x="1784372" y="4046972"/>
                  </a:lnTo>
                  <a:lnTo>
                    <a:pt x="1784748" y="4046972"/>
                  </a:lnTo>
                  <a:lnTo>
                    <a:pt x="1784843" y="4046972"/>
                  </a:lnTo>
                  <a:lnTo>
                    <a:pt x="1785313" y="4046972"/>
                  </a:lnTo>
                  <a:lnTo>
                    <a:pt x="1785690" y="4046972"/>
                  </a:lnTo>
                  <a:lnTo>
                    <a:pt x="1785784" y="4046972"/>
                  </a:lnTo>
                  <a:lnTo>
                    <a:pt x="1785972" y="4046972"/>
                  </a:lnTo>
                  <a:lnTo>
                    <a:pt x="1786537" y="4046972"/>
                  </a:lnTo>
                  <a:lnTo>
                    <a:pt x="1786631" y="4046972"/>
                  </a:lnTo>
                  <a:lnTo>
                    <a:pt x="1786726" y="4046972"/>
                  </a:lnTo>
                  <a:lnTo>
                    <a:pt x="1786914" y="4046972"/>
                  </a:lnTo>
                  <a:lnTo>
                    <a:pt x="1787008" y="4046972"/>
                  </a:lnTo>
                  <a:lnTo>
                    <a:pt x="1787102" y="4046972"/>
                  </a:lnTo>
                  <a:lnTo>
                    <a:pt x="1787385" y="4046972"/>
                  </a:lnTo>
                  <a:lnTo>
                    <a:pt x="1787479" y="4046972"/>
                  </a:lnTo>
                  <a:lnTo>
                    <a:pt x="1787573" y="4046972"/>
                  </a:lnTo>
                  <a:lnTo>
                    <a:pt x="1787667" y="4046972"/>
                  </a:lnTo>
                  <a:lnTo>
                    <a:pt x="1787950" y="4046972"/>
                  </a:lnTo>
                  <a:lnTo>
                    <a:pt x="1788044" y="4046972"/>
                  </a:lnTo>
                  <a:lnTo>
                    <a:pt x="1788232" y="4046972"/>
                  </a:lnTo>
                  <a:lnTo>
                    <a:pt x="1788420" y="4046972"/>
                  </a:lnTo>
                  <a:lnTo>
                    <a:pt x="1788514" y="4046972"/>
                  </a:lnTo>
                  <a:lnTo>
                    <a:pt x="1788609" y="4046972"/>
                  </a:lnTo>
                  <a:lnTo>
                    <a:pt x="1788797" y="4046972"/>
                  </a:lnTo>
                  <a:lnTo>
                    <a:pt x="1788891" y="4046972"/>
                  </a:lnTo>
                  <a:lnTo>
                    <a:pt x="1788985" y="4046972"/>
                  </a:lnTo>
                  <a:lnTo>
                    <a:pt x="1789362" y="4046972"/>
                  </a:lnTo>
                  <a:lnTo>
                    <a:pt x="1789456" y="4046972"/>
                  </a:lnTo>
                  <a:lnTo>
                    <a:pt x="1789550" y="4046972"/>
                  </a:lnTo>
                  <a:lnTo>
                    <a:pt x="1789644" y="4046972"/>
                  </a:lnTo>
                  <a:lnTo>
                    <a:pt x="1789833" y="4046972"/>
                  </a:lnTo>
                  <a:lnTo>
                    <a:pt x="1790209" y="4046972"/>
                  </a:lnTo>
                  <a:lnTo>
                    <a:pt x="1790303" y="4046972"/>
                  </a:lnTo>
                  <a:lnTo>
                    <a:pt x="1790398" y="4046972"/>
                  </a:lnTo>
                  <a:lnTo>
                    <a:pt x="1790492" y="4046972"/>
                  </a:lnTo>
                  <a:lnTo>
                    <a:pt x="1790680" y="4046972"/>
                  </a:lnTo>
                  <a:lnTo>
                    <a:pt x="1791433" y="4046972"/>
                  </a:lnTo>
                  <a:lnTo>
                    <a:pt x="1791527" y="4046972"/>
                  </a:lnTo>
                  <a:lnTo>
                    <a:pt x="1791622" y="4046972"/>
                  </a:lnTo>
                  <a:lnTo>
                    <a:pt x="1791716" y="4046972"/>
                  </a:lnTo>
                  <a:lnTo>
                    <a:pt x="1791904" y="4046972"/>
                  </a:lnTo>
                  <a:lnTo>
                    <a:pt x="1792092" y="4046972"/>
                  </a:lnTo>
                  <a:lnTo>
                    <a:pt x="1792469" y="4046972"/>
                  </a:lnTo>
                  <a:lnTo>
                    <a:pt x="1792563" y="4046972"/>
                  </a:lnTo>
                  <a:lnTo>
                    <a:pt x="1792940" y="4046972"/>
                  </a:lnTo>
                  <a:lnTo>
                    <a:pt x="1793410" y="4046972"/>
                  </a:lnTo>
                  <a:lnTo>
                    <a:pt x="1793505" y="4046972"/>
                  </a:lnTo>
                  <a:lnTo>
                    <a:pt x="1793693" y="4046972"/>
                  </a:lnTo>
                  <a:lnTo>
                    <a:pt x="1793787" y="4046972"/>
                  </a:lnTo>
                  <a:lnTo>
                    <a:pt x="1793881" y="4046972"/>
                  </a:lnTo>
                  <a:lnTo>
                    <a:pt x="1793975" y="4046972"/>
                  </a:lnTo>
                  <a:lnTo>
                    <a:pt x="1794164" y="4046972"/>
                  </a:lnTo>
                  <a:lnTo>
                    <a:pt x="1794258" y="4046972"/>
                  </a:lnTo>
                  <a:lnTo>
                    <a:pt x="1794352" y="4046972"/>
                  </a:lnTo>
                  <a:lnTo>
                    <a:pt x="1794540" y="4042061"/>
                  </a:lnTo>
                  <a:lnTo>
                    <a:pt x="1794823" y="4037150"/>
                  </a:lnTo>
                  <a:lnTo>
                    <a:pt x="1795105" y="4037150"/>
                  </a:lnTo>
                  <a:lnTo>
                    <a:pt x="1795482" y="4037150"/>
                  </a:lnTo>
                  <a:lnTo>
                    <a:pt x="1795482" y="4032238"/>
                  </a:lnTo>
                  <a:lnTo>
                    <a:pt x="1795576" y="4032238"/>
                  </a:lnTo>
                  <a:lnTo>
                    <a:pt x="1795670" y="4032238"/>
                  </a:lnTo>
                  <a:lnTo>
                    <a:pt x="1795858" y="4032238"/>
                  </a:lnTo>
                  <a:lnTo>
                    <a:pt x="1796141" y="4032238"/>
                  </a:lnTo>
                  <a:lnTo>
                    <a:pt x="1796235" y="4032238"/>
                  </a:lnTo>
                  <a:lnTo>
                    <a:pt x="1796329" y="4032238"/>
                  </a:lnTo>
                  <a:lnTo>
                    <a:pt x="1796612" y="4032238"/>
                  </a:lnTo>
                  <a:lnTo>
                    <a:pt x="1796800" y="4032238"/>
                  </a:lnTo>
                  <a:lnTo>
                    <a:pt x="1797459" y="4032238"/>
                  </a:lnTo>
                  <a:lnTo>
                    <a:pt x="1797741" y="4032238"/>
                  </a:lnTo>
                  <a:lnTo>
                    <a:pt x="1798024" y="4032238"/>
                  </a:lnTo>
                  <a:lnTo>
                    <a:pt x="1798118" y="4032238"/>
                  </a:lnTo>
                  <a:lnTo>
                    <a:pt x="1798212" y="4032238"/>
                  </a:lnTo>
                  <a:lnTo>
                    <a:pt x="1798871" y="4032238"/>
                  </a:lnTo>
                  <a:lnTo>
                    <a:pt x="1798965" y="4032238"/>
                  </a:lnTo>
                  <a:lnTo>
                    <a:pt x="1799342" y="4032238"/>
                  </a:lnTo>
                  <a:lnTo>
                    <a:pt x="1799719" y="4032238"/>
                  </a:lnTo>
                  <a:lnTo>
                    <a:pt x="1800001" y="4032238"/>
                  </a:lnTo>
                  <a:lnTo>
                    <a:pt x="1800095" y="4032238"/>
                  </a:lnTo>
                  <a:lnTo>
                    <a:pt x="1800378" y="4032238"/>
                  </a:lnTo>
                  <a:lnTo>
                    <a:pt x="1800566" y="4032238"/>
                  </a:lnTo>
                  <a:lnTo>
                    <a:pt x="1800660" y="4032238"/>
                  </a:lnTo>
                  <a:lnTo>
                    <a:pt x="1800754" y="4032238"/>
                  </a:lnTo>
                  <a:lnTo>
                    <a:pt x="1800848" y="4032238"/>
                  </a:lnTo>
                  <a:lnTo>
                    <a:pt x="1801131" y="4032238"/>
                  </a:lnTo>
                  <a:lnTo>
                    <a:pt x="1801225" y="4032238"/>
                  </a:lnTo>
                  <a:lnTo>
                    <a:pt x="1801602" y="4027327"/>
                  </a:lnTo>
                  <a:lnTo>
                    <a:pt x="1801790" y="4027327"/>
                  </a:lnTo>
                  <a:lnTo>
                    <a:pt x="1801790" y="4022416"/>
                  </a:lnTo>
                  <a:lnTo>
                    <a:pt x="1802261" y="4022416"/>
                  </a:lnTo>
                  <a:lnTo>
                    <a:pt x="1802449" y="4022416"/>
                  </a:lnTo>
                  <a:lnTo>
                    <a:pt x="1802731" y="4022416"/>
                  </a:lnTo>
                  <a:lnTo>
                    <a:pt x="1802920" y="4022416"/>
                  </a:lnTo>
                  <a:lnTo>
                    <a:pt x="1803014" y="4022416"/>
                  </a:lnTo>
                  <a:lnTo>
                    <a:pt x="1803108" y="4022416"/>
                  </a:lnTo>
                  <a:lnTo>
                    <a:pt x="1803202" y="4022416"/>
                  </a:lnTo>
                  <a:lnTo>
                    <a:pt x="1803296" y="4022416"/>
                  </a:lnTo>
                  <a:lnTo>
                    <a:pt x="1803485" y="4022416"/>
                  </a:lnTo>
                  <a:lnTo>
                    <a:pt x="1803579" y="4022416"/>
                  </a:lnTo>
                  <a:lnTo>
                    <a:pt x="1803673" y="4022416"/>
                  </a:lnTo>
                  <a:lnTo>
                    <a:pt x="1803955" y="4022416"/>
                  </a:lnTo>
                  <a:lnTo>
                    <a:pt x="1804050" y="4022416"/>
                  </a:lnTo>
                  <a:lnTo>
                    <a:pt x="1804144" y="4022416"/>
                  </a:lnTo>
                  <a:lnTo>
                    <a:pt x="1804238" y="4022416"/>
                  </a:lnTo>
                  <a:lnTo>
                    <a:pt x="1804426" y="4022416"/>
                  </a:lnTo>
                  <a:lnTo>
                    <a:pt x="1805650" y="4012593"/>
                  </a:lnTo>
                  <a:lnTo>
                    <a:pt x="1805744" y="4012593"/>
                  </a:lnTo>
                  <a:lnTo>
                    <a:pt x="1806027" y="4012593"/>
                  </a:lnTo>
                  <a:lnTo>
                    <a:pt x="1806309" y="4012593"/>
                  </a:lnTo>
                  <a:lnTo>
                    <a:pt x="1806403" y="4012593"/>
                  </a:lnTo>
                  <a:lnTo>
                    <a:pt x="1806498" y="4012593"/>
                  </a:lnTo>
                  <a:lnTo>
                    <a:pt x="1806686" y="4012593"/>
                  </a:lnTo>
                  <a:lnTo>
                    <a:pt x="1806780" y="4012593"/>
                  </a:lnTo>
                  <a:lnTo>
                    <a:pt x="1806968" y="4012593"/>
                  </a:lnTo>
                  <a:lnTo>
                    <a:pt x="1807062" y="4012593"/>
                  </a:lnTo>
                  <a:lnTo>
                    <a:pt x="1807251" y="4012593"/>
                  </a:lnTo>
                  <a:lnTo>
                    <a:pt x="1807345" y="4012593"/>
                  </a:lnTo>
                  <a:lnTo>
                    <a:pt x="1807439" y="4012593"/>
                  </a:lnTo>
                  <a:lnTo>
                    <a:pt x="1807816" y="4012593"/>
                  </a:lnTo>
                  <a:lnTo>
                    <a:pt x="1808286" y="4012593"/>
                  </a:lnTo>
                  <a:lnTo>
                    <a:pt x="1808381" y="4012593"/>
                  </a:lnTo>
                  <a:lnTo>
                    <a:pt x="1808569" y="4012593"/>
                  </a:lnTo>
                  <a:lnTo>
                    <a:pt x="1809040" y="4012593"/>
                  </a:lnTo>
                  <a:lnTo>
                    <a:pt x="1809134" y="4012593"/>
                  </a:lnTo>
                  <a:lnTo>
                    <a:pt x="1809228" y="4012593"/>
                  </a:lnTo>
                  <a:lnTo>
                    <a:pt x="1809322" y="4012593"/>
                  </a:lnTo>
                  <a:lnTo>
                    <a:pt x="1809416" y="4012593"/>
                  </a:lnTo>
                  <a:lnTo>
                    <a:pt x="1809605" y="4012593"/>
                  </a:lnTo>
                  <a:lnTo>
                    <a:pt x="1809699" y="4012593"/>
                  </a:lnTo>
                  <a:lnTo>
                    <a:pt x="1809981" y="4012593"/>
                  </a:lnTo>
                  <a:lnTo>
                    <a:pt x="1810169" y="4012593"/>
                  </a:lnTo>
                  <a:lnTo>
                    <a:pt x="1810546" y="4007681"/>
                  </a:lnTo>
                  <a:lnTo>
                    <a:pt x="1810640" y="4007681"/>
                  </a:lnTo>
                  <a:lnTo>
                    <a:pt x="1810734" y="4007681"/>
                  </a:lnTo>
                  <a:lnTo>
                    <a:pt x="1811017" y="4007681"/>
                  </a:lnTo>
                  <a:lnTo>
                    <a:pt x="1811205" y="4007681"/>
                  </a:lnTo>
                  <a:lnTo>
                    <a:pt x="1811299" y="4007681"/>
                  </a:lnTo>
                  <a:lnTo>
                    <a:pt x="1811393" y="4007681"/>
                  </a:lnTo>
                  <a:lnTo>
                    <a:pt x="1811488" y="4007681"/>
                  </a:lnTo>
                  <a:lnTo>
                    <a:pt x="1811582" y="4007681"/>
                  </a:lnTo>
                  <a:lnTo>
                    <a:pt x="1811958" y="4007681"/>
                  </a:lnTo>
                  <a:lnTo>
                    <a:pt x="1812053" y="4007681"/>
                  </a:lnTo>
                  <a:lnTo>
                    <a:pt x="1812147" y="4007681"/>
                  </a:lnTo>
                  <a:lnTo>
                    <a:pt x="1812617" y="4007681"/>
                  </a:lnTo>
                  <a:lnTo>
                    <a:pt x="1812712" y="4007681"/>
                  </a:lnTo>
                  <a:lnTo>
                    <a:pt x="1812806" y="4007681"/>
                  </a:lnTo>
                  <a:lnTo>
                    <a:pt x="1812900" y="4002770"/>
                  </a:lnTo>
                  <a:lnTo>
                    <a:pt x="1812994" y="4002770"/>
                  </a:lnTo>
                  <a:lnTo>
                    <a:pt x="1813088" y="4002770"/>
                  </a:lnTo>
                  <a:lnTo>
                    <a:pt x="1813182" y="4002770"/>
                  </a:lnTo>
                  <a:lnTo>
                    <a:pt x="1813277" y="4002770"/>
                  </a:lnTo>
                  <a:lnTo>
                    <a:pt x="1813465" y="4002770"/>
                  </a:lnTo>
                  <a:lnTo>
                    <a:pt x="1813747" y="4002770"/>
                  </a:lnTo>
                  <a:lnTo>
                    <a:pt x="1813841" y="4002770"/>
                  </a:lnTo>
                  <a:lnTo>
                    <a:pt x="1814030" y="4002770"/>
                  </a:lnTo>
                  <a:lnTo>
                    <a:pt x="1814124" y="4002770"/>
                  </a:lnTo>
                  <a:lnTo>
                    <a:pt x="1814218" y="4002770"/>
                  </a:lnTo>
                  <a:lnTo>
                    <a:pt x="1814406" y="4002770"/>
                  </a:lnTo>
                  <a:lnTo>
                    <a:pt x="1814500" y="4002770"/>
                  </a:lnTo>
                  <a:lnTo>
                    <a:pt x="1814595" y="4002770"/>
                  </a:lnTo>
                  <a:lnTo>
                    <a:pt x="1814689" y="4002770"/>
                  </a:lnTo>
                  <a:lnTo>
                    <a:pt x="1815065" y="3997859"/>
                  </a:lnTo>
                  <a:lnTo>
                    <a:pt x="1815160" y="3997859"/>
                  </a:lnTo>
                  <a:lnTo>
                    <a:pt x="1815254" y="3997859"/>
                  </a:lnTo>
                  <a:lnTo>
                    <a:pt x="1815348" y="3997859"/>
                  </a:lnTo>
                  <a:lnTo>
                    <a:pt x="1815536" y="3997859"/>
                  </a:lnTo>
                  <a:lnTo>
                    <a:pt x="1815630" y="3997859"/>
                  </a:lnTo>
                  <a:lnTo>
                    <a:pt x="1815724" y="3997859"/>
                  </a:lnTo>
                  <a:lnTo>
                    <a:pt x="1815819" y="3997859"/>
                  </a:lnTo>
                  <a:lnTo>
                    <a:pt x="1816195" y="3997859"/>
                  </a:lnTo>
                  <a:lnTo>
                    <a:pt x="1816384" y="3997859"/>
                  </a:lnTo>
                  <a:lnTo>
                    <a:pt x="1816478" y="3997859"/>
                  </a:lnTo>
                  <a:lnTo>
                    <a:pt x="1817043" y="3997859"/>
                  </a:lnTo>
                  <a:lnTo>
                    <a:pt x="1817137" y="3997859"/>
                  </a:lnTo>
                  <a:lnTo>
                    <a:pt x="1817231" y="3988036"/>
                  </a:lnTo>
                  <a:lnTo>
                    <a:pt x="1817513" y="3988036"/>
                  </a:lnTo>
                  <a:lnTo>
                    <a:pt x="1817608" y="3988036"/>
                  </a:lnTo>
                  <a:lnTo>
                    <a:pt x="1817702" y="3988036"/>
                  </a:lnTo>
                  <a:lnTo>
                    <a:pt x="1817796" y="3988036"/>
                  </a:lnTo>
                  <a:lnTo>
                    <a:pt x="1817984" y="3988036"/>
                  </a:lnTo>
                  <a:lnTo>
                    <a:pt x="1818078" y="3988036"/>
                  </a:lnTo>
                  <a:lnTo>
                    <a:pt x="1818267" y="3988036"/>
                  </a:lnTo>
                  <a:lnTo>
                    <a:pt x="1818361" y="3988036"/>
                  </a:lnTo>
                  <a:lnTo>
                    <a:pt x="1819020" y="3988036"/>
                  </a:lnTo>
                  <a:lnTo>
                    <a:pt x="1819114" y="3988036"/>
                  </a:lnTo>
                  <a:lnTo>
                    <a:pt x="1819302" y="3988036"/>
                  </a:lnTo>
                  <a:lnTo>
                    <a:pt x="1819396" y="3988036"/>
                  </a:lnTo>
                  <a:lnTo>
                    <a:pt x="1819491" y="3988036"/>
                  </a:lnTo>
                  <a:lnTo>
                    <a:pt x="1819679" y="3988036"/>
                  </a:lnTo>
                  <a:lnTo>
                    <a:pt x="1819867" y="3988036"/>
                  </a:lnTo>
                  <a:lnTo>
                    <a:pt x="1819961" y="3988036"/>
                  </a:lnTo>
                  <a:lnTo>
                    <a:pt x="1820055" y="3988036"/>
                  </a:lnTo>
                  <a:lnTo>
                    <a:pt x="1820150" y="3983125"/>
                  </a:lnTo>
                  <a:lnTo>
                    <a:pt x="1820244" y="3983125"/>
                  </a:lnTo>
                  <a:lnTo>
                    <a:pt x="1820338" y="3983125"/>
                  </a:lnTo>
                  <a:lnTo>
                    <a:pt x="1820715" y="3983125"/>
                  </a:lnTo>
                  <a:lnTo>
                    <a:pt x="1820997" y="3983125"/>
                  </a:lnTo>
                  <a:lnTo>
                    <a:pt x="1821091" y="3983125"/>
                  </a:lnTo>
                  <a:lnTo>
                    <a:pt x="1821279" y="3983125"/>
                  </a:lnTo>
                  <a:lnTo>
                    <a:pt x="1821374" y="3983125"/>
                  </a:lnTo>
                  <a:lnTo>
                    <a:pt x="1821468" y="3983125"/>
                  </a:lnTo>
                  <a:lnTo>
                    <a:pt x="1821750" y="3983125"/>
                  </a:lnTo>
                  <a:lnTo>
                    <a:pt x="1822033" y="3983125"/>
                  </a:lnTo>
                  <a:lnTo>
                    <a:pt x="1822033" y="3978213"/>
                  </a:lnTo>
                  <a:lnTo>
                    <a:pt x="1822127" y="3978213"/>
                  </a:lnTo>
                  <a:lnTo>
                    <a:pt x="1822221" y="3978213"/>
                  </a:lnTo>
                  <a:lnTo>
                    <a:pt x="1822503" y="3978213"/>
                  </a:lnTo>
                  <a:lnTo>
                    <a:pt x="1823068" y="3978213"/>
                  </a:lnTo>
                  <a:lnTo>
                    <a:pt x="1823257" y="3978213"/>
                  </a:lnTo>
                  <a:lnTo>
                    <a:pt x="1823351" y="3978213"/>
                  </a:lnTo>
                  <a:lnTo>
                    <a:pt x="1823445" y="3978213"/>
                  </a:lnTo>
                  <a:lnTo>
                    <a:pt x="1823822" y="3978213"/>
                  </a:lnTo>
                  <a:lnTo>
                    <a:pt x="1823916" y="3978213"/>
                  </a:lnTo>
                  <a:lnTo>
                    <a:pt x="1824010" y="3978213"/>
                  </a:lnTo>
                  <a:lnTo>
                    <a:pt x="1824104" y="3978213"/>
                  </a:lnTo>
                  <a:lnTo>
                    <a:pt x="1824951" y="3978213"/>
                  </a:lnTo>
                  <a:lnTo>
                    <a:pt x="1825046" y="3978213"/>
                  </a:lnTo>
                  <a:lnTo>
                    <a:pt x="1825140" y="3978213"/>
                  </a:lnTo>
                  <a:lnTo>
                    <a:pt x="1825422" y="3978213"/>
                  </a:lnTo>
                  <a:lnTo>
                    <a:pt x="1825610" y="3978213"/>
                  </a:lnTo>
                  <a:lnTo>
                    <a:pt x="1825705" y="3978213"/>
                  </a:lnTo>
                  <a:lnTo>
                    <a:pt x="1826364" y="3978213"/>
                  </a:lnTo>
                  <a:lnTo>
                    <a:pt x="1826458" y="3978213"/>
                  </a:lnTo>
                  <a:lnTo>
                    <a:pt x="1826552" y="3978213"/>
                  </a:lnTo>
                  <a:lnTo>
                    <a:pt x="1826646" y="3978213"/>
                  </a:lnTo>
                  <a:lnTo>
                    <a:pt x="1826740" y="3978213"/>
                  </a:lnTo>
                  <a:lnTo>
                    <a:pt x="1827117" y="3978213"/>
                  </a:lnTo>
                  <a:lnTo>
                    <a:pt x="1827493" y="3978213"/>
                  </a:lnTo>
                  <a:lnTo>
                    <a:pt x="1827682" y="3978213"/>
                  </a:lnTo>
                  <a:lnTo>
                    <a:pt x="1827776" y="3978213"/>
                  </a:lnTo>
                  <a:lnTo>
                    <a:pt x="1827870" y="3978213"/>
                  </a:lnTo>
                  <a:lnTo>
                    <a:pt x="1827964" y="3978213"/>
                  </a:lnTo>
                  <a:lnTo>
                    <a:pt x="1828247" y="3973302"/>
                  </a:lnTo>
                  <a:lnTo>
                    <a:pt x="1828341" y="3973302"/>
                  </a:lnTo>
                  <a:lnTo>
                    <a:pt x="1828435" y="3973302"/>
                  </a:lnTo>
                  <a:lnTo>
                    <a:pt x="1828529" y="3968390"/>
                  </a:lnTo>
                  <a:lnTo>
                    <a:pt x="1828529" y="3963479"/>
                  </a:lnTo>
                  <a:lnTo>
                    <a:pt x="1828623" y="3963479"/>
                  </a:lnTo>
                  <a:lnTo>
                    <a:pt x="1828717" y="3963479"/>
                  </a:lnTo>
                  <a:lnTo>
                    <a:pt x="1828812" y="3963479"/>
                  </a:lnTo>
                  <a:lnTo>
                    <a:pt x="1829000" y="3963479"/>
                  </a:lnTo>
                  <a:lnTo>
                    <a:pt x="1829282" y="3963479"/>
                  </a:lnTo>
                  <a:lnTo>
                    <a:pt x="1829377" y="3963479"/>
                  </a:lnTo>
                  <a:lnTo>
                    <a:pt x="1829565" y="3963479"/>
                  </a:lnTo>
                  <a:lnTo>
                    <a:pt x="1829941" y="3963479"/>
                  </a:lnTo>
                  <a:lnTo>
                    <a:pt x="1830036" y="3963479"/>
                  </a:lnTo>
                  <a:lnTo>
                    <a:pt x="1830130" y="3958568"/>
                  </a:lnTo>
                  <a:lnTo>
                    <a:pt x="1830695" y="3958568"/>
                  </a:lnTo>
                  <a:lnTo>
                    <a:pt x="1830789" y="3958568"/>
                  </a:lnTo>
                  <a:lnTo>
                    <a:pt x="1830883" y="3958568"/>
                  </a:lnTo>
                  <a:lnTo>
                    <a:pt x="1830977" y="3958568"/>
                  </a:lnTo>
                  <a:lnTo>
                    <a:pt x="1831165" y="3958568"/>
                  </a:lnTo>
                  <a:lnTo>
                    <a:pt x="1831542" y="3958568"/>
                  </a:lnTo>
                  <a:lnTo>
                    <a:pt x="1831636" y="3958568"/>
                  </a:lnTo>
                  <a:lnTo>
                    <a:pt x="1831730" y="3958568"/>
                  </a:lnTo>
                  <a:lnTo>
                    <a:pt x="1831824" y="3958568"/>
                  </a:lnTo>
                  <a:lnTo>
                    <a:pt x="1831919" y="3958568"/>
                  </a:lnTo>
                  <a:lnTo>
                    <a:pt x="1832107" y="3958568"/>
                  </a:lnTo>
                  <a:lnTo>
                    <a:pt x="1832578" y="3958568"/>
                  </a:lnTo>
                  <a:lnTo>
                    <a:pt x="1832954" y="3958568"/>
                  </a:lnTo>
                  <a:lnTo>
                    <a:pt x="1833143" y="3958568"/>
                  </a:lnTo>
                  <a:lnTo>
                    <a:pt x="1833425" y="3958568"/>
                  </a:lnTo>
                  <a:lnTo>
                    <a:pt x="1833519" y="3958568"/>
                  </a:lnTo>
                  <a:lnTo>
                    <a:pt x="1833613" y="3958568"/>
                  </a:lnTo>
                  <a:lnTo>
                    <a:pt x="1833802" y="3958568"/>
                  </a:lnTo>
                  <a:lnTo>
                    <a:pt x="1833990" y="3958568"/>
                  </a:lnTo>
                  <a:lnTo>
                    <a:pt x="1834272" y="3953656"/>
                  </a:lnTo>
                  <a:lnTo>
                    <a:pt x="1834555" y="3953656"/>
                  </a:lnTo>
                  <a:lnTo>
                    <a:pt x="1834743" y="3953656"/>
                  </a:lnTo>
                  <a:lnTo>
                    <a:pt x="1837097" y="3948745"/>
                  </a:lnTo>
                  <a:lnTo>
                    <a:pt x="1837285" y="3948745"/>
                  </a:lnTo>
                  <a:lnTo>
                    <a:pt x="1837379" y="3948745"/>
                  </a:lnTo>
                  <a:lnTo>
                    <a:pt x="1837474" y="3948745"/>
                  </a:lnTo>
                  <a:lnTo>
                    <a:pt x="1837568" y="3943834"/>
                  </a:lnTo>
                  <a:lnTo>
                    <a:pt x="1837850" y="3943834"/>
                  </a:lnTo>
                  <a:lnTo>
                    <a:pt x="1838039" y="3943834"/>
                  </a:lnTo>
                  <a:lnTo>
                    <a:pt x="1838133" y="3943834"/>
                  </a:lnTo>
                  <a:lnTo>
                    <a:pt x="1838227" y="3943834"/>
                  </a:lnTo>
                  <a:lnTo>
                    <a:pt x="1838321" y="3943834"/>
                  </a:lnTo>
                  <a:lnTo>
                    <a:pt x="1838603" y="3943834"/>
                  </a:lnTo>
                  <a:lnTo>
                    <a:pt x="1838698" y="3943834"/>
                  </a:lnTo>
                  <a:lnTo>
                    <a:pt x="1838792" y="3943834"/>
                  </a:lnTo>
                  <a:lnTo>
                    <a:pt x="1838980" y="3943834"/>
                  </a:lnTo>
                  <a:lnTo>
                    <a:pt x="1839074" y="3943834"/>
                  </a:lnTo>
                  <a:lnTo>
                    <a:pt x="1839168" y="3938922"/>
                  </a:lnTo>
                  <a:lnTo>
                    <a:pt x="1839263" y="3938922"/>
                  </a:lnTo>
                  <a:lnTo>
                    <a:pt x="1839357" y="3938922"/>
                  </a:lnTo>
                  <a:lnTo>
                    <a:pt x="1839639" y="3938922"/>
                  </a:lnTo>
                  <a:lnTo>
                    <a:pt x="1839639" y="3934011"/>
                  </a:lnTo>
                  <a:lnTo>
                    <a:pt x="1839827" y="3934011"/>
                  </a:lnTo>
                  <a:lnTo>
                    <a:pt x="1839922" y="3934011"/>
                  </a:lnTo>
                  <a:lnTo>
                    <a:pt x="1840016" y="3934011"/>
                  </a:lnTo>
                  <a:lnTo>
                    <a:pt x="1840298" y="3924188"/>
                  </a:lnTo>
                  <a:lnTo>
                    <a:pt x="1841051" y="3924188"/>
                  </a:lnTo>
                  <a:lnTo>
                    <a:pt x="1841334" y="3924188"/>
                  </a:lnTo>
                  <a:lnTo>
                    <a:pt x="1841710" y="3924188"/>
                  </a:lnTo>
                  <a:lnTo>
                    <a:pt x="1841993" y="3924188"/>
                  </a:lnTo>
                  <a:lnTo>
                    <a:pt x="1842087" y="3924188"/>
                  </a:lnTo>
                  <a:lnTo>
                    <a:pt x="1842181" y="3924188"/>
                  </a:lnTo>
                  <a:lnTo>
                    <a:pt x="1842746" y="3924188"/>
                  </a:lnTo>
                  <a:lnTo>
                    <a:pt x="1842840" y="3924188"/>
                  </a:lnTo>
                  <a:lnTo>
                    <a:pt x="1842934" y="3924188"/>
                  </a:lnTo>
                  <a:lnTo>
                    <a:pt x="1843029" y="3924188"/>
                  </a:lnTo>
                  <a:lnTo>
                    <a:pt x="1843311" y="3924188"/>
                  </a:lnTo>
                  <a:lnTo>
                    <a:pt x="1843405" y="3924188"/>
                  </a:lnTo>
                  <a:lnTo>
                    <a:pt x="1843594" y="3924188"/>
                  </a:lnTo>
                  <a:lnTo>
                    <a:pt x="1843876" y="3924188"/>
                  </a:lnTo>
                  <a:lnTo>
                    <a:pt x="1843970" y="3924188"/>
                  </a:lnTo>
                  <a:lnTo>
                    <a:pt x="1844064" y="3924188"/>
                  </a:lnTo>
                  <a:lnTo>
                    <a:pt x="1844347" y="3919277"/>
                  </a:lnTo>
                  <a:lnTo>
                    <a:pt x="1844535" y="3919277"/>
                  </a:lnTo>
                  <a:lnTo>
                    <a:pt x="1844817" y="3919277"/>
                  </a:lnTo>
                  <a:lnTo>
                    <a:pt x="1844912" y="3919277"/>
                  </a:lnTo>
                  <a:lnTo>
                    <a:pt x="1845006" y="3919277"/>
                  </a:lnTo>
                  <a:lnTo>
                    <a:pt x="1845382" y="3919277"/>
                  </a:lnTo>
                  <a:lnTo>
                    <a:pt x="1845665" y="3919277"/>
                  </a:lnTo>
                  <a:lnTo>
                    <a:pt x="1845759" y="3919277"/>
                  </a:lnTo>
                  <a:lnTo>
                    <a:pt x="1846041" y="3919277"/>
                  </a:lnTo>
                  <a:lnTo>
                    <a:pt x="1846136" y="3919277"/>
                  </a:lnTo>
                  <a:lnTo>
                    <a:pt x="1846418" y="3919277"/>
                  </a:lnTo>
                  <a:lnTo>
                    <a:pt x="1846512" y="3919277"/>
                  </a:lnTo>
                  <a:lnTo>
                    <a:pt x="1846795" y="3919277"/>
                  </a:lnTo>
                  <a:lnTo>
                    <a:pt x="1846889" y="3919277"/>
                  </a:lnTo>
                  <a:lnTo>
                    <a:pt x="1847077" y="3919277"/>
                  </a:lnTo>
                  <a:lnTo>
                    <a:pt x="1847360" y="3919277"/>
                  </a:lnTo>
                  <a:lnTo>
                    <a:pt x="1847548" y="3914365"/>
                  </a:lnTo>
                  <a:lnTo>
                    <a:pt x="1847830" y="3914365"/>
                  </a:lnTo>
                  <a:lnTo>
                    <a:pt x="1847925" y="3914365"/>
                  </a:lnTo>
                  <a:lnTo>
                    <a:pt x="1848113" y="3914365"/>
                  </a:lnTo>
                  <a:lnTo>
                    <a:pt x="1848207" y="3914365"/>
                  </a:lnTo>
                  <a:lnTo>
                    <a:pt x="1848301" y="3914365"/>
                  </a:lnTo>
                  <a:lnTo>
                    <a:pt x="1849148" y="3914365"/>
                  </a:lnTo>
                  <a:lnTo>
                    <a:pt x="1849431" y="3914365"/>
                  </a:lnTo>
                  <a:lnTo>
                    <a:pt x="1849525" y="3914365"/>
                  </a:lnTo>
                  <a:lnTo>
                    <a:pt x="1849619" y="3914365"/>
                  </a:lnTo>
                  <a:lnTo>
                    <a:pt x="1849713" y="3914365"/>
                  </a:lnTo>
                  <a:lnTo>
                    <a:pt x="1849996" y="3914365"/>
                  </a:lnTo>
                  <a:lnTo>
                    <a:pt x="1850561" y="3914365"/>
                  </a:lnTo>
                  <a:lnTo>
                    <a:pt x="1850937" y="3914365"/>
                  </a:lnTo>
                  <a:lnTo>
                    <a:pt x="1851032" y="3914365"/>
                  </a:lnTo>
                  <a:lnTo>
                    <a:pt x="1851220" y="3914365"/>
                  </a:lnTo>
                  <a:lnTo>
                    <a:pt x="1851691" y="3914365"/>
                  </a:lnTo>
                  <a:lnTo>
                    <a:pt x="1851973" y="3914365"/>
                  </a:lnTo>
                  <a:lnTo>
                    <a:pt x="1852067" y="3914365"/>
                  </a:lnTo>
                  <a:lnTo>
                    <a:pt x="1852161" y="3914365"/>
                  </a:lnTo>
                  <a:lnTo>
                    <a:pt x="1852256" y="3914365"/>
                  </a:lnTo>
                  <a:lnTo>
                    <a:pt x="1852632" y="3914365"/>
                  </a:lnTo>
                  <a:lnTo>
                    <a:pt x="1852726" y="3914365"/>
                  </a:lnTo>
                  <a:lnTo>
                    <a:pt x="1853009" y="3914365"/>
                  </a:lnTo>
                  <a:lnTo>
                    <a:pt x="1853103" y="3914365"/>
                  </a:lnTo>
                  <a:lnTo>
                    <a:pt x="1853479" y="3909454"/>
                  </a:lnTo>
                  <a:lnTo>
                    <a:pt x="1853574" y="3909454"/>
                  </a:lnTo>
                  <a:lnTo>
                    <a:pt x="1853668" y="3909454"/>
                  </a:lnTo>
                  <a:lnTo>
                    <a:pt x="1853856" y="3904543"/>
                  </a:lnTo>
                  <a:lnTo>
                    <a:pt x="1853950" y="3904543"/>
                  </a:lnTo>
                  <a:lnTo>
                    <a:pt x="1854044" y="3904543"/>
                  </a:lnTo>
                  <a:lnTo>
                    <a:pt x="1854139" y="3904543"/>
                  </a:lnTo>
                  <a:lnTo>
                    <a:pt x="1854327" y="3904543"/>
                  </a:lnTo>
                  <a:lnTo>
                    <a:pt x="1855174" y="3904543"/>
                  </a:lnTo>
                  <a:lnTo>
                    <a:pt x="1855268" y="3904543"/>
                  </a:lnTo>
                  <a:lnTo>
                    <a:pt x="1855457" y="3904543"/>
                  </a:lnTo>
                  <a:lnTo>
                    <a:pt x="1855551" y="3904543"/>
                  </a:lnTo>
                  <a:lnTo>
                    <a:pt x="1855739" y="3904543"/>
                  </a:lnTo>
                  <a:lnTo>
                    <a:pt x="1855833" y="3904543"/>
                  </a:lnTo>
                  <a:lnTo>
                    <a:pt x="1856116" y="3904543"/>
                  </a:lnTo>
                  <a:lnTo>
                    <a:pt x="1856492" y="3904543"/>
                  </a:lnTo>
                  <a:lnTo>
                    <a:pt x="1857340" y="3904543"/>
                  </a:lnTo>
                  <a:lnTo>
                    <a:pt x="1857528" y="3904543"/>
                  </a:lnTo>
                  <a:lnTo>
                    <a:pt x="1857716" y="3904543"/>
                  </a:lnTo>
                  <a:lnTo>
                    <a:pt x="1857810" y="3899631"/>
                  </a:lnTo>
                  <a:lnTo>
                    <a:pt x="1857905" y="3899631"/>
                  </a:lnTo>
                  <a:lnTo>
                    <a:pt x="1857999" y="3899631"/>
                  </a:lnTo>
                  <a:lnTo>
                    <a:pt x="1858093" y="3899631"/>
                  </a:lnTo>
                  <a:lnTo>
                    <a:pt x="1858187" y="3899631"/>
                  </a:lnTo>
                  <a:lnTo>
                    <a:pt x="1858470" y="3899631"/>
                  </a:lnTo>
                  <a:lnTo>
                    <a:pt x="1858940" y="3899631"/>
                  </a:lnTo>
                  <a:lnTo>
                    <a:pt x="1859129" y="3899631"/>
                  </a:lnTo>
                  <a:lnTo>
                    <a:pt x="1859694" y="3899631"/>
                  </a:lnTo>
                  <a:lnTo>
                    <a:pt x="1859788" y="3899631"/>
                  </a:lnTo>
                  <a:lnTo>
                    <a:pt x="1859882" y="3899631"/>
                  </a:lnTo>
                  <a:lnTo>
                    <a:pt x="1860164" y="3899631"/>
                  </a:lnTo>
                  <a:lnTo>
                    <a:pt x="1860258" y="3899631"/>
                  </a:lnTo>
                  <a:lnTo>
                    <a:pt x="1860353" y="3899631"/>
                  </a:lnTo>
                  <a:lnTo>
                    <a:pt x="1860541" y="3899631"/>
                  </a:lnTo>
                  <a:lnTo>
                    <a:pt x="1860635" y="3899631"/>
                  </a:lnTo>
                  <a:lnTo>
                    <a:pt x="1860729" y="3899631"/>
                  </a:lnTo>
                  <a:lnTo>
                    <a:pt x="1861106" y="3899631"/>
                  </a:lnTo>
                  <a:lnTo>
                    <a:pt x="1861200" y="3899631"/>
                  </a:lnTo>
                  <a:lnTo>
                    <a:pt x="1861577" y="3899631"/>
                  </a:lnTo>
                  <a:lnTo>
                    <a:pt x="1861671" y="3899631"/>
                  </a:lnTo>
                  <a:lnTo>
                    <a:pt x="1861765" y="3899631"/>
                  </a:lnTo>
                  <a:lnTo>
                    <a:pt x="1861859" y="3899631"/>
                  </a:lnTo>
                  <a:lnTo>
                    <a:pt x="1861953" y="3899631"/>
                  </a:lnTo>
                  <a:lnTo>
                    <a:pt x="1861953" y="3894720"/>
                  </a:lnTo>
                  <a:lnTo>
                    <a:pt x="1862141" y="3894720"/>
                  </a:lnTo>
                  <a:lnTo>
                    <a:pt x="1862236" y="3894720"/>
                  </a:lnTo>
                  <a:lnTo>
                    <a:pt x="1862330" y="3894720"/>
                  </a:lnTo>
                  <a:lnTo>
                    <a:pt x="1862424" y="3894720"/>
                  </a:lnTo>
                  <a:lnTo>
                    <a:pt x="1862612" y="3894720"/>
                  </a:lnTo>
                  <a:lnTo>
                    <a:pt x="1862895" y="3894720"/>
                  </a:lnTo>
                  <a:lnTo>
                    <a:pt x="1862989" y="3894720"/>
                  </a:lnTo>
                  <a:lnTo>
                    <a:pt x="1863271" y="3894720"/>
                  </a:lnTo>
                  <a:lnTo>
                    <a:pt x="1863460" y="3894720"/>
                  </a:lnTo>
                  <a:lnTo>
                    <a:pt x="1864307" y="3894720"/>
                  </a:lnTo>
                  <a:lnTo>
                    <a:pt x="1864589" y="3894720"/>
                  </a:lnTo>
                  <a:lnTo>
                    <a:pt x="1864778" y="3894720"/>
                  </a:lnTo>
                  <a:lnTo>
                    <a:pt x="1864872" y="3894720"/>
                  </a:lnTo>
                  <a:lnTo>
                    <a:pt x="1864966" y="3894720"/>
                  </a:lnTo>
                  <a:lnTo>
                    <a:pt x="1865154" y="3889808"/>
                  </a:lnTo>
                  <a:lnTo>
                    <a:pt x="1865249" y="3884897"/>
                  </a:lnTo>
                  <a:lnTo>
                    <a:pt x="1865343" y="3884897"/>
                  </a:lnTo>
                  <a:lnTo>
                    <a:pt x="1865625" y="3884897"/>
                  </a:lnTo>
                  <a:lnTo>
                    <a:pt x="1865719" y="3884897"/>
                  </a:lnTo>
                  <a:lnTo>
                    <a:pt x="1865813" y="3884897"/>
                  </a:lnTo>
                  <a:lnTo>
                    <a:pt x="1865908" y="3884897"/>
                  </a:lnTo>
                  <a:lnTo>
                    <a:pt x="1866002" y="3884897"/>
                  </a:lnTo>
                  <a:lnTo>
                    <a:pt x="1866190" y="3884897"/>
                  </a:lnTo>
                  <a:lnTo>
                    <a:pt x="1866284" y="3884897"/>
                  </a:lnTo>
                  <a:lnTo>
                    <a:pt x="1866378" y="3884897"/>
                  </a:lnTo>
                  <a:lnTo>
                    <a:pt x="1866472" y="3884897"/>
                  </a:lnTo>
                  <a:lnTo>
                    <a:pt x="1866755" y="3884897"/>
                  </a:lnTo>
                  <a:lnTo>
                    <a:pt x="1866849" y="3884897"/>
                  </a:lnTo>
                  <a:lnTo>
                    <a:pt x="1867132" y="3884897"/>
                  </a:lnTo>
                  <a:lnTo>
                    <a:pt x="1867414" y="3884897"/>
                  </a:lnTo>
                  <a:lnTo>
                    <a:pt x="1867602" y="3884897"/>
                  </a:lnTo>
                  <a:lnTo>
                    <a:pt x="1867885" y="3884897"/>
                  </a:lnTo>
                  <a:lnTo>
                    <a:pt x="1868073" y="3884897"/>
                  </a:lnTo>
                  <a:lnTo>
                    <a:pt x="1868167" y="3884897"/>
                  </a:lnTo>
                  <a:lnTo>
                    <a:pt x="1868261" y="3884897"/>
                  </a:lnTo>
                  <a:lnTo>
                    <a:pt x="1868450" y="3884897"/>
                  </a:lnTo>
                  <a:lnTo>
                    <a:pt x="1868544" y="3884897"/>
                  </a:lnTo>
                  <a:lnTo>
                    <a:pt x="1868920" y="3884897"/>
                  </a:lnTo>
                  <a:lnTo>
                    <a:pt x="1869015" y="3884897"/>
                  </a:lnTo>
                  <a:lnTo>
                    <a:pt x="1869109" y="3884897"/>
                  </a:lnTo>
                  <a:lnTo>
                    <a:pt x="1869674" y="3884897"/>
                  </a:lnTo>
                  <a:lnTo>
                    <a:pt x="1869768" y="3884897"/>
                  </a:lnTo>
                  <a:lnTo>
                    <a:pt x="1870050" y="3879986"/>
                  </a:lnTo>
                  <a:lnTo>
                    <a:pt x="1870144" y="3879986"/>
                  </a:lnTo>
                  <a:lnTo>
                    <a:pt x="1870427" y="3879986"/>
                  </a:lnTo>
                  <a:lnTo>
                    <a:pt x="1870521" y="3879986"/>
                  </a:lnTo>
                  <a:lnTo>
                    <a:pt x="1870709" y="3879986"/>
                  </a:lnTo>
                  <a:lnTo>
                    <a:pt x="1870992" y="3879986"/>
                  </a:lnTo>
                  <a:lnTo>
                    <a:pt x="1871180" y="3879986"/>
                  </a:lnTo>
                  <a:lnTo>
                    <a:pt x="1871274" y="3879986"/>
                  </a:lnTo>
                  <a:lnTo>
                    <a:pt x="1871651" y="3879986"/>
                  </a:lnTo>
                  <a:lnTo>
                    <a:pt x="1871745" y="3879986"/>
                  </a:lnTo>
                  <a:lnTo>
                    <a:pt x="1871933" y="3879986"/>
                  </a:lnTo>
                  <a:lnTo>
                    <a:pt x="1872122" y="3879986"/>
                  </a:lnTo>
                  <a:lnTo>
                    <a:pt x="1872216" y="3879986"/>
                  </a:lnTo>
                  <a:lnTo>
                    <a:pt x="1872310" y="3879986"/>
                  </a:lnTo>
                  <a:lnTo>
                    <a:pt x="1872404" y="3879986"/>
                  </a:lnTo>
                  <a:lnTo>
                    <a:pt x="1872592" y="3875074"/>
                  </a:lnTo>
                  <a:lnTo>
                    <a:pt x="1872781" y="3875074"/>
                  </a:lnTo>
                  <a:lnTo>
                    <a:pt x="1872781" y="3870163"/>
                  </a:lnTo>
                  <a:lnTo>
                    <a:pt x="1873063" y="3870163"/>
                  </a:lnTo>
                  <a:lnTo>
                    <a:pt x="1873251" y="3870163"/>
                  </a:lnTo>
                  <a:lnTo>
                    <a:pt x="1873346" y="3865252"/>
                  </a:lnTo>
                  <a:lnTo>
                    <a:pt x="1873534" y="3865252"/>
                  </a:lnTo>
                  <a:lnTo>
                    <a:pt x="1873911" y="3865252"/>
                  </a:lnTo>
                  <a:lnTo>
                    <a:pt x="1874005" y="3865252"/>
                  </a:lnTo>
                  <a:lnTo>
                    <a:pt x="1874099" y="3865252"/>
                  </a:lnTo>
                  <a:lnTo>
                    <a:pt x="1874475" y="3865252"/>
                  </a:lnTo>
                  <a:lnTo>
                    <a:pt x="1874852" y="3865252"/>
                  </a:lnTo>
                  <a:lnTo>
                    <a:pt x="1875888" y="3865252"/>
                  </a:lnTo>
                  <a:lnTo>
                    <a:pt x="1876076" y="3865252"/>
                  </a:lnTo>
                  <a:lnTo>
                    <a:pt x="1876170" y="3865252"/>
                  </a:lnTo>
                  <a:lnTo>
                    <a:pt x="1876264" y="3865252"/>
                  </a:lnTo>
                  <a:lnTo>
                    <a:pt x="1876358" y="3865252"/>
                  </a:lnTo>
                  <a:lnTo>
                    <a:pt x="1876453" y="3865252"/>
                  </a:lnTo>
                  <a:lnTo>
                    <a:pt x="1876735" y="3865252"/>
                  </a:lnTo>
                  <a:lnTo>
                    <a:pt x="1877018" y="3865252"/>
                  </a:lnTo>
                  <a:lnTo>
                    <a:pt x="1877206" y="3865252"/>
                  </a:lnTo>
                  <a:lnTo>
                    <a:pt x="1877300" y="3865252"/>
                  </a:lnTo>
                  <a:lnTo>
                    <a:pt x="1877394" y="3865252"/>
                  </a:lnTo>
                  <a:lnTo>
                    <a:pt x="1877488" y="3865252"/>
                  </a:lnTo>
                  <a:lnTo>
                    <a:pt x="1877771" y="3865252"/>
                  </a:lnTo>
                  <a:lnTo>
                    <a:pt x="1877865" y="3865252"/>
                  </a:lnTo>
                  <a:lnTo>
                    <a:pt x="1878147" y="3860340"/>
                  </a:lnTo>
                  <a:lnTo>
                    <a:pt x="1878524" y="3860340"/>
                  </a:lnTo>
                  <a:lnTo>
                    <a:pt x="1879183" y="3860340"/>
                  </a:lnTo>
                  <a:lnTo>
                    <a:pt x="1879371" y="3860340"/>
                  </a:lnTo>
                  <a:lnTo>
                    <a:pt x="1879654" y="3860340"/>
                  </a:lnTo>
                  <a:lnTo>
                    <a:pt x="1879842" y="3860340"/>
                  </a:lnTo>
                  <a:lnTo>
                    <a:pt x="1880030" y="3860340"/>
                  </a:lnTo>
                  <a:lnTo>
                    <a:pt x="1880219" y="3860340"/>
                  </a:lnTo>
                  <a:lnTo>
                    <a:pt x="1880501" y="3860340"/>
                  </a:lnTo>
                  <a:lnTo>
                    <a:pt x="1880689" y="3860340"/>
                  </a:lnTo>
                  <a:lnTo>
                    <a:pt x="1880878" y="3860340"/>
                  </a:lnTo>
                  <a:lnTo>
                    <a:pt x="1880972" y="3860340"/>
                  </a:lnTo>
                  <a:lnTo>
                    <a:pt x="1881254" y="3860340"/>
                  </a:lnTo>
                  <a:lnTo>
                    <a:pt x="1881725" y="3860340"/>
                  </a:lnTo>
                  <a:lnTo>
                    <a:pt x="1881819" y="3860340"/>
                  </a:lnTo>
                  <a:lnTo>
                    <a:pt x="1881913" y="3860340"/>
                  </a:lnTo>
                  <a:lnTo>
                    <a:pt x="1883702" y="3855429"/>
                  </a:lnTo>
                  <a:lnTo>
                    <a:pt x="1883796" y="3855429"/>
                  </a:lnTo>
                  <a:lnTo>
                    <a:pt x="1883891" y="3855429"/>
                  </a:lnTo>
                  <a:lnTo>
                    <a:pt x="1884173" y="3855429"/>
                  </a:lnTo>
                  <a:lnTo>
                    <a:pt x="1884267" y="3855429"/>
                  </a:lnTo>
                  <a:lnTo>
                    <a:pt x="1884361" y="3855429"/>
                  </a:lnTo>
                  <a:lnTo>
                    <a:pt x="1884644" y="3855429"/>
                  </a:lnTo>
                  <a:lnTo>
                    <a:pt x="1884738" y="3855429"/>
                  </a:lnTo>
                  <a:lnTo>
                    <a:pt x="1884832" y="3855429"/>
                  </a:lnTo>
                  <a:lnTo>
                    <a:pt x="1884926" y="3855429"/>
                  </a:lnTo>
                  <a:lnTo>
                    <a:pt x="1885020" y="3855429"/>
                  </a:lnTo>
                  <a:lnTo>
                    <a:pt x="1885115" y="3855429"/>
                  </a:lnTo>
                  <a:lnTo>
                    <a:pt x="1885209" y="3855429"/>
                  </a:lnTo>
                  <a:lnTo>
                    <a:pt x="1885303" y="3855429"/>
                  </a:lnTo>
                  <a:lnTo>
                    <a:pt x="1885397" y="3855429"/>
                  </a:lnTo>
                  <a:lnTo>
                    <a:pt x="1885491" y="3855429"/>
                  </a:lnTo>
                  <a:lnTo>
                    <a:pt x="1885680" y="3855429"/>
                  </a:lnTo>
                  <a:lnTo>
                    <a:pt x="1885962" y="3855429"/>
                  </a:lnTo>
                  <a:lnTo>
                    <a:pt x="1886339" y="3855429"/>
                  </a:lnTo>
                  <a:lnTo>
                    <a:pt x="1886433" y="3855429"/>
                  </a:lnTo>
                  <a:lnTo>
                    <a:pt x="1886527" y="3855429"/>
                  </a:lnTo>
                  <a:lnTo>
                    <a:pt x="1886904" y="3855429"/>
                  </a:lnTo>
                  <a:lnTo>
                    <a:pt x="1886998" y="3855429"/>
                  </a:lnTo>
                  <a:lnTo>
                    <a:pt x="1887092" y="3855429"/>
                  </a:lnTo>
                  <a:lnTo>
                    <a:pt x="1887186" y="3855429"/>
                  </a:lnTo>
                  <a:lnTo>
                    <a:pt x="1887468" y="3855429"/>
                  </a:lnTo>
                  <a:lnTo>
                    <a:pt x="1887751" y="3855429"/>
                  </a:lnTo>
                  <a:lnTo>
                    <a:pt x="1887845" y="3855429"/>
                  </a:lnTo>
                  <a:lnTo>
                    <a:pt x="1887939" y="3855429"/>
                  </a:lnTo>
                  <a:lnTo>
                    <a:pt x="1888033" y="3855429"/>
                  </a:lnTo>
                  <a:lnTo>
                    <a:pt x="1888127" y="3855429"/>
                  </a:lnTo>
                  <a:lnTo>
                    <a:pt x="1888222" y="3855429"/>
                  </a:lnTo>
                  <a:lnTo>
                    <a:pt x="1888316" y="3855429"/>
                  </a:lnTo>
                  <a:lnTo>
                    <a:pt x="1888410" y="3855429"/>
                  </a:lnTo>
                  <a:lnTo>
                    <a:pt x="1888504" y="3855429"/>
                  </a:lnTo>
                  <a:lnTo>
                    <a:pt x="1888598" y="3855429"/>
                  </a:lnTo>
                  <a:lnTo>
                    <a:pt x="1888975" y="3855429"/>
                  </a:lnTo>
                  <a:lnTo>
                    <a:pt x="1889069" y="3855429"/>
                  </a:lnTo>
                  <a:lnTo>
                    <a:pt x="1889351" y="3855429"/>
                  </a:lnTo>
                  <a:lnTo>
                    <a:pt x="1889540" y="3855429"/>
                  </a:lnTo>
                  <a:lnTo>
                    <a:pt x="1889728" y="3855429"/>
                  </a:lnTo>
                  <a:lnTo>
                    <a:pt x="1889822" y="3855429"/>
                  </a:lnTo>
                  <a:lnTo>
                    <a:pt x="1889916" y="3855429"/>
                  </a:lnTo>
                  <a:lnTo>
                    <a:pt x="1890199" y="3855429"/>
                  </a:lnTo>
                  <a:lnTo>
                    <a:pt x="1890387" y="3855429"/>
                  </a:lnTo>
                  <a:lnTo>
                    <a:pt x="1890481" y="3855429"/>
                  </a:lnTo>
                  <a:lnTo>
                    <a:pt x="1890764" y="3855429"/>
                  </a:lnTo>
                  <a:lnTo>
                    <a:pt x="1891423" y="3855429"/>
                  </a:lnTo>
                  <a:lnTo>
                    <a:pt x="1891611" y="3855429"/>
                  </a:lnTo>
                  <a:lnTo>
                    <a:pt x="1891705" y="3855429"/>
                  </a:lnTo>
                  <a:lnTo>
                    <a:pt x="1891799" y="3855429"/>
                  </a:lnTo>
                  <a:lnTo>
                    <a:pt x="1892270" y="3855429"/>
                  </a:lnTo>
                  <a:lnTo>
                    <a:pt x="1892459" y="3855429"/>
                  </a:lnTo>
                  <a:lnTo>
                    <a:pt x="1893118" y="3855429"/>
                  </a:lnTo>
                  <a:lnTo>
                    <a:pt x="1893306" y="3855429"/>
                  </a:lnTo>
                  <a:lnTo>
                    <a:pt x="1893400" y="3855429"/>
                  </a:lnTo>
                  <a:lnTo>
                    <a:pt x="1893777" y="3855429"/>
                  </a:lnTo>
                  <a:lnTo>
                    <a:pt x="1894059" y="3855429"/>
                  </a:lnTo>
                  <a:lnTo>
                    <a:pt x="1894153" y="3855429"/>
                  </a:lnTo>
                  <a:lnTo>
                    <a:pt x="1894247" y="3855429"/>
                  </a:lnTo>
                  <a:lnTo>
                    <a:pt x="1894247" y="3850517"/>
                  </a:lnTo>
                  <a:lnTo>
                    <a:pt x="1894342" y="3850517"/>
                  </a:lnTo>
                  <a:lnTo>
                    <a:pt x="1894624" y="3845606"/>
                  </a:lnTo>
                  <a:lnTo>
                    <a:pt x="1894718" y="3845606"/>
                  </a:lnTo>
                  <a:lnTo>
                    <a:pt x="1894812" y="3845606"/>
                  </a:lnTo>
                  <a:lnTo>
                    <a:pt x="1894906" y="3845606"/>
                  </a:lnTo>
                  <a:lnTo>
                    <a:pt x="1895001" y="3845606"/>
                  </a:lnTo>
                  <a:lnTo>
                    <a:pt x="1895095" y="3845606"/>
                  </a:lnTo>
                  <a:lnTo>
                    <a:pt x="1895189" y="3845606"/>
                  </a:lnTo>
                  <a:lnTo>
                    <a:pt x="1895377" y="3845606"/>
                  </a:lnTo>
                  <a:lnTo>
                    <a:pt x="1895566" y="3845606"/>
                  </a:lnTo>
                  <a:lnTo>
                    <a:pt x="1895754" y="3845606"/>
                  </a:lnTo>
                  <a:lnTo>
                    <a:pt x="1896036" y="3845606"/>
                  </a:lnTo>
                  <a:lnTo>
                    <a:pt x="1896225" y="3845606"/>
                  </a:lnTo>
                  <a:lnTo>
                    <a:pt x="1896319" y="3845606"/>
                  </a:lnTo>
                  <a:lnTo>
                    <a:pt x="1896507" y="3845606"/>
                  </a:lnTo>
                  <a:lnTo>
                    <a:pt x="1896695" y="3845606"/>
                  </a:lnTo>
                  <a:lnTo>
                    <a:pt x="1896978" y="3845606"/>
                  </a:lnTo>
                  <a:lnTo>
                    <a:pt x="1897354" y="3845606"/>
                  </a:lnTo>
                  <a:lnTo>
                    <a:pt x="1897449" y="3845606"/>
                  </a:lnTo>
                  <a:lnTo>
                    <a:pt x="1897543" y="3845606"/>
                  </a:lnTo>
                  <a:lnTo>
                    <a:pt x="1897637" y="3845606"/>
                  </a:lnTo>
                  <a:lnTo>
                    <a:pt x="1898108" y="3845606"/>
                  </a:lnTo>
                  <a:lnTo>
                    <a:pt x="1898390" y="3845606"/>
                  </a:lnTo>
                  <a:lnTo>
                    <a:pt x="1898484" y="3845606"/>
                  </a:lnTo>
                  <a:lnTo>
                    <a:pt x="1898578" y="3845606"/>
                  </a:lnTo>
                  <a:lnTo>
                    <a:pt x="1898673" y="3845606"/>
                  </a:lnTo>
                  <a:lnTo>
                    <a:pt x="1898861" y="3845606"/>
                  </a:lnTo>
                  <a:lnTo>
                    <a:pt x="1898955" y="3845606"/>
                  </a:lnTo>
                  <a:lnTo>
                    <a:pt x="1899049" y="3845606"/>
                  </a:lnTo>
                  <a:lnTo>
                    <a:pt x="1900179" y="3845606"/>
                  </a:lnTo>
                  <a:lnTo>
                    <a:pt x="1900461" y="3845606"/>
                  </a:lnTo>
                  <a:lnTo>
                    <a:pt x="1900556" y="3845606"/>
                  </a:lnTo>
                  <a:lnTo>
                    <a:pt x="1900556" y="3840695"/>
                  </a:lnTo>
                  <a:lnTo>
                    <a:pt x="1900650" y="3840695"/>
                  </a:lnTo>
                  <a:lnTo>
                    <a:pt x="1900744" y="3840695"/>
                  </a:lnTo>
                  <a:lnTo>
                    <a:pt x="1901026" y="3835783"/>
                  </a:lnTo>
                  <a:lnTo>
                    <a:pt x="1901215" y="3835783"/>
                  </a:lnTo>
                  <a:lnTo>
                    <a:pt x="1901685" y="3835783"/>
                  </a:lnTo>
                  <a:lnTo>
                    <a:pt x="1901780" y="3835783"/>
                  </a:lnTo>
                  <a:lnTo>
                    <a:pt x="1901874" y="3835783"/>
                  </a:lnTo>
                  <a:lnTo>
                    <a:pt x="1901968" y="3835783"/>
                  </a:lnTo>
                  <a:lnTo>
                    <a:pt x="1902062" y="3835783"/>
                  </a:lnTo>
                  <a:lnTo>
                    <a:pt x="1902156" y="3835783"/>
                  </a:lnTo>
                  <a:lnTo>
                    <a:pt x="1902439" y="3835783"/>
                  </a:lnTo>
                  <a:lnTo>
                    <a:pt x="1903004" y="3835783"/>
                  </a:lnTo>
                  <a:lnTo>
                    <a:pt x="1903098" y="3835783"/>
                  </a:lnTo>
                  <a:lnTo>
                    <a:pt x="1903380" y="3835783"/>
                  </a:lnTo>
                  <a:lnTo>
                    <a:pt x="1903568" y="3835783"/>
                  </a:lnTo>
                  <a:lnTo>
                    <a:pt x="1904133" y="3835783"/>
                  </a:lnTo>
                  <a:lnTo>
                    <a:pt x="1904322" y="3835783"/>
                  </a:lnTo>
                  <a:lnTo>
                    <a:pt x="1904510" y="3835783"/>
                  </a:lnTo>
                  <a:lnTo>
                    <a:pt x="1904604" y="3835783"/>
                  </a:lnTo>
                  <a:lnTo>
                    <a:pt x="1904792" y="3835783"/>
                  </a:lnTo>
                  <a:lnTo>
                    <a:pt x="1904887" y="3835783"/>
                  </a:lnTo>
                  <a:lnTo>
                    <a:pt x="1905263" y="3830872"/>
                  </a:lnTo>
                  <a:lnTo>
                    <a:pt x="1905546" y="3830872"/>
                  </a:lnTo>
                  <a:lnTo>
                    <a:pt x="1905734" y="3830872"/>
                  </a:lnTo>
                  <a:lnTo>
                    <a:pt x="1905828" y="3830872"/>
                  </a:lnTo>
                  <a:lnTo>
                    <a:pt x="1905922" y="3830872"/>
                  </a:lnTo>
                  <a:lnTo>
                    <a:pt x="1906016" y="3830872"/>
                  </a:lnTo>
                  <a:lnTo>
                    <a:pt x="1906299" y="3830872"/>
                  </a:lnTo>
                  <a:lnTo>
                    <a:pt x="1906864" y="3830872"/>
                  </a:lnTo>
                  <a:lnTo>
                    <a:pt x="1906958" y="3830872"/>
                  </a:lnTo>
                  <a:lnTo>
                    <a:pt x="1907146" y="3830872"/>
                  </a:lnTo>
                  <a:lnTo>
                    <a:pt x="1907335" y="3825961"/>
                  </a:lnTo>
                  <a:lnTo>
                    <a:pt x="1907617" y="3825961"/>
                  </a:lnTo>
                  <a:lnTo>
                    <a:pt x="1907805" y="3825961"/>
                  </a:lnTo>
                  <a:lnTo>
                    <a:pt x="1907994" y="3825961"/>
                  </a:lnTo>
                  <a:lnTo>
                    <a:pt x="1908182" y="3825961"/>
                  </a:lnTo>
                  <a:lnTo>
                    <a:pt x="1908370" y="3825961"/>
                  </a:lnTo>
                  <a:lnTo>
                    <a:pt x="1908464" y="3825961"/>
                  </a:lnTo>
                  <a:lnTo>
                    <a:pt x="1908747" y="3825961"/>
                  </a:lnTo>
                  <a:lnTo>
                    <a:pt x="1908935" y="3825961"/>
                  </a:lnTo>
                  <a:lnTo>
                    <a:pt x="1909029" y="3825961"/>
                  </a:lnTo>
                  <a:lnTo>
                    <a:pt x="1909123" y="3825961"/>
                  </a:lnTo>
                  <a:lnTo>
                    <a:pt x="1909218" y="3825961"/>
                  </a:lnTo>
                  <a:lnTo>
                    <a:pt x="1909312" y="3825961"/>
                  </a:lnTo>
                  <a:lnTo>
                    <a:pt x="1909971" y="3825961"/>
                  </a:lnTo>
                  <a:lnTo>
                    <a:pt x="1910159" y="3825961"/>
                  </a:lnTo>
                  <a:lnTo>
                    <a:pt x="1910536" y="3825961"/>
                  </a:lnTo>
                  <a:lnTo>
                    <a:pt x="1910630" y="3825961"/>
                  </a:lnTo>
                  <a:lnTo>
                    <a:pt x="1910912" y="3825961"/>
                  </a:lnTo>
                  <a:lnTo>
                    <a:pt x="1911006" y="3825961"/>
                  </a:lnTo>
                  <a:lnTo>
                    <a:pt x="1911289" y="3825961"/>
                  </a:lnTo>
                  <a:lnTo>
                    <a:pt x="1911383" y="3825961"/>
                  </a:lnTo>
                  <a:lnTo>
                    <a:pt x="1911571" y="3825961"/>
                  </a:lnTo>
                  <a:lnTo>
                    <a:pt x="1911666" y="3825961"/>
                  </a:lnTo>
                  <a:lnTo>
                    <a:pt x="1911948" y="3825961"/>
                  </a:lnTo>
                  <a:lnTo>
                    <a:pt x="1912136" y="3825961"/>
                  </a:lnTo>
                  <a:lnTo>
                    <a:pt x="1912230" y="3825961"/>
                  </a:lnTo>
                  <a:lnTo>
                    <a:pt x="1912325" y="3825961"/>
                  </a:lnTo>
                  <a:lnTo>
                    <a:pt x="1912513" y="3825961"/>
                  </a:lnTo>
                  <a:lnTo>
                    <a:pt x="1912607" y="3825961"/>
                  </a:lnTo>
                  <a:lnTo>
                    <a:pt x="1913454" y="3825961"/>
                  </a:lnTo>
                  <a:lnTo>
                    <a:pt x="1913643" y="3825961"/>
                  </a:lnTo>
                  <a:lnTo>
                    <a:pt x="1913737" y="3825961"/>
                  </a:lnTo>
                  <a:lnTo>
                    <a:pt x="1913737" y="3821049"/>
                  </a:lnTo>
                  <a:lnTo>
                    <a:pt x="1913831" y="3821049"/>
                  </a:lnTo>
                  <a:lnTo>
                    <a:pt x="1914019" y="3821049"/>
                  </a:lnTo>
                  <a:lnTo>
                    <a:pt x="1914396" y="3821049"/>
                  </a:lnTo>
                  <a:lnTo>
                    <a:pt x="1914867" y="3821049"/>
                  </a:lnTo>
                  <a:lnTo>
                    <a:pt x="1914961" y="3821049"/>
                  </a:lnTo>
                  <a:lnTo>
                    <a:pt x="1915149" y="3821049"/>
                  </a:lnTo>
                  <a:lnTo>
                    <a:pt x="1915337" y="3821049"/>
                  </a:lnTo>
                  <a:lnTo>
                    <a:pt x="1915620" y="3821049"/>
                  </a:lnTo>
                  <a:lnTo>
                    <a:pt x="1915714" y="3821049"/>
                  </a:lnTo>
                  <a:lnTo>
                    <a:pt x="1915808" y="3821049"/>
                  </a:lnTo>
                  <a:lnTo>
                    <a:pt x="1915902" y="3821049"/>
                  </a:lnTo>
                  <a:lnTo>
                    <a:pt x="1915997" y="3821049"/>
                  </a:lnTo>
                  <a:lnTo>
                    <a:pt x="1916185" y="3821049"/>
                  </a:lnTo>
                  <a:lnTo>
                    <a:pt x="1916373" y="3821049"/>
                  </a:lnTo>
                  <a:lnTo>
                    <a:pt x="1916656" y="3821049"/>
                  </a:lnTo>
                  <a:lnTo>
                    <a:pt x="1916938" y="3821049"/>
                  </a:lnTo>
                  <a:lnTo>
                    <a:pt x="1917126" y="3821049"/>
                  </a:lnTo>
                  <a:lnTo>
                    <a:pt x="1917315" y="3821049"/>
                  </a:lnTo>
                  <a:lnTo>
                    <a:pt x="1917409" y="3821049"/>
                  </a:lnTo>
                  <a:lnTo>
                    <a:pt x="1917785" y="3821049"/>
                  </a:lnTo>
                  <a:lnTo>
                    <a:pt x="1917880" y="3821049"/>
                  </a:lnTo>
                  <a:lnTo>
                    <a:pt x="1918256" y="3821049"/>
                  </a:lnTo>
                  <a:lnTo>
                    <a:pt x="1918350" y="3821049"/>
                  </a:lnTo>
                  <a:lnTo>
                    <a:pt x="1918445" y="3821049"/>
                  </a:lnTo>
                  <a:lnTo>
                    <a:pt x="1918539" y="3821049"/>
                  </a:lnTo>
                  <a:lnTo>
                    <a:pt x="1918727" y="3821049"/>
                  </a:lnTo>
                  <a:lnTo>
                    <a:pt x="1918821" y="3821049"/>
                  </a:lnTo>
                  <a:lnTo>
                    <a:pt x="1918915" y="3821049"/>
                  </a:lnTo>
                  <a:lnTo>
                    <a:pt x="1919009" y="3821049"/>
                  </a:lnTo>
                  <a:lnTo>
                    <a:pt x="1919198" y="3821049"/>
                  </a:lnTo>
                  <a:lnTo>
                    <a:pt x="1919386" y="3821049"/>
                  </a:lnTo>
                  <a:lnTo>
                    <a:pt x="1919574" y="3821049"/>
                  </a:lnTo>
                  <a:lnTo>
                    <a:pt x="1919668" y="3821049"/>
                  </a:lnTo>
                  <a:lnTo>
                    <a:pt x="1919857" y="3821049"/>
                  </a:lnTo>
                  <a:lnTo>
                    <a:pt x="1920045" y="3821049"/>
                  </a:lnTo>
                  <a:lnTo>
                    <a:pt x="1920139" y="3821049"/>
                  </a:lnTo>
                  <a:lnTo>
                    <a:pt x="1920233" y="3821049"/>
                  </a:lnTo>
                  <a:lnTo>
                    <a:pt x="1920422" y="3821049"/>
                  </a:lnTo>
                  <a:lnTo>
                    <a:pt x="1920516" y="3821049"/>
                  </a:lnTo>
                  <a:lnTo>
                    <a:pt x="1920704" y="3816138"/>
                  </a:lnTo>
                  <a:lnTo>
                    <a:pt x="1920987" y="3816138"/>
                  </a:lnTo>
                  <a:lnTo>
                    <a:pt x="1921081" y="3816138"/>
                  </a:lnTo>
                  <a:lnTo>
                    <a:pt x="1921269" y="3816138"/>
                  </a:lnTo>
                  <a:lnTo>
                    <a:pt x="1921457" y="3816138"/>
                  </a:lnTo>
                  <a:lnTo>
                    <a:pt x="1921646" y="3816138"/>
                  </a:lnTo>
                  <a:lnTo>
                    <a:pt x="1921740" y="3816138"/>
                  </a:lnTo>
                  <a:lnTo>
                    <a:pt x="1921928" y="3816138"/>
                  </a:lnTo>
                  <a:lnTo>
                    <a:pt x="1922022" y="3816138"/>
                  </a:lnTo>
                  <a:lnTo>
                    <a:pt x="1922211" y="3816138"/>
                  </a:lnTo>
                  <a:lnTo>
                    <a:pt x="1922399" y="3816138"/>
                  </a:lnTo>
                  <a:lnTo>
                    <a:pt x="1922964" y="3816138"/>
                  </a:lnTo>
                  <a:lnTo>
                    <a:pt x="1923246" y="3811226"/>
                  </a:lnTo>
                  <a:lnTo>
                    <a:pt x="1923340" y="3811226"/>
                  </a:lnTo>
                  <a:lnTo>
                    <a:pt x="1923529" y="3811226"/>
                  </a:lnTo>
                  <a:lnTo>
                    <a:pt x="1924094" y="3811226"/>
                  </a:lnTo>
                  <a:lnTo>
                    <a:pt x="1924659" y="3811226"/>
                  </a:lnTo>
                  <a:lnTo>
                    <a:pt x="1924659" y="3806315"/>
                  </a:lnTo>
                  <a:lnTo>
                    <a:pt x="1924753" y="3806315"/>
                  </a:lnTo>
                  <a:lnTo>
                    <a:pt x="1925318" y="3806315"/>
                  </a:lnTo>
                  <a:lnTo>
                    <a:pt x="1926165" y="3806315"/>
                  </a:lnTo>
                  <a:lnTo>
                    <a:pt x="1926259" y="3806315"/>
                  </a:lnTo>
                  <a:lnTo>
                    <a:pt x="1926353" y="3806315"/>
                  </a:lnTo>
                  <a:lnTo>
                    <a:pt x="1926447" y="3806315"/>
                  </a:lnTo>
                  <a:lnTo>
                    <a:pt x="1926447" y="3801404"/>
                  </a:lnTo>
                  <a:lnTo>
                    <a:pt x="1926730" y="3801404"/>
                  </a:lnTo>
                  <a:lnTo>
                    <a:pt x="1926918" y="3801404"/>
                  </a:lnTo>
                  <a:lnTo>
                    <a:pt x="1927012" y="3801404"/>
                  </a:lnTo>
                  <a:lnTo>
                    <a:pt x="1927577" y="3801404"/>
                  </a:lnTo>
                  <a:lnTo>
                    <a:pt x="1927766" y="3801404"/>
                  </a:lnTo>
                  <a:lnTo>
                    <a:pt x="1927860" y="3801404"/>
                  </a:lnTo>
                  <a:lnTo>
                    <a:pt x="1928048" y="3801404"/>
                  </a:lnTo>
                  <a:lnTo>
                    <a:pt x="1928236" y="3801404"/>
                  </a:lnTo>
                  <a:lnTo>
                    <a:pt x="1928519" y="3796492"/>
                  </a:lnTo>
                  <a:lnTo>
                    <a:pt x="1928613" y="3796492"/>
                  </a:lnTo>
                  <a:lnTo>
                    <a:pt x="1928990" y="3791581"/>
                  </a:lnTo>
                  <a:lnTo>
                    <a:pt x="1929084" y="3791581"/>
                  </a:lnTo>
                  <a:lnTo>
                    <a:pt x="1929554" y="3791581"/>
                  </a:lnTo>
                  <a:lnTo>
                    <a:pt x="1929649" y="3791581"/>
                  </a:lnTo>
                  <a:lnTo>
                    <a:pt x="1929931" y="3791581"/>
                  </a:lnTo>
                  <a:lnTo>
                    <a:pt x="1930025" y="3791581"/>
                  </a:lnTo>
                  <a:lnTo>
                    <a:pt x="1930214" y="3791581"/>
                  </a:lnTo>
                  <a:lnTo>
                    <a:pt x="1930308" y="3791581"/>
                  </a:lnTo>
                  <a:lnTo>
                    <a:pt x="1930496" y="3781758"/>
                  </a:lnTo>
                  <a:lnTo>
                    <a:pt x="1930967" y="3781758"/>
                  </a:lnTo>
                  <a:lnTo>
                    <a:pt x="1931343" y="3781758"/>
                  </a:lnTo>
                  <a:lnTo>
                    <a:pt x="1931438" y="3781758"/>
                  </a:lnTo>
                  <a:lnTo>
                    <a:pt x="1931532" y="3781758"/>
                  </a:lnTo>
                  <a:lnTo>
                    <a:pt x="1931626" y="3781758"/>
                  </a:lnTo>
                  <a:lnTo>
                    <a:pt x="1932379" y="3781758"/>
                  </a:lnTo>
                  <a:lnTo>
                    <a:pt x="1932473" y="3781758"/>
                  </a:lnTo>
                  <a:lnTo>
                    <a:pt x="1932661" y="3781758"/>
                  </a:lnTo>
                  <a:lnTo>
                    <a:pt x="1932756" y="3781758"/>
                  </a:lnTo>
                  <a:lnTo>
                    <a:pt x="1932850" y="3781758"/>
                  </a:lnTo>
                  <a:lnTo>
                    <a:pt x="1933603" y="3781758"/>
                  </a:lnTo>
                  <a:lnTo>
                    <a:pt x="1933791" y="3781758"/>
                  </a:lnTo>
                  <a:lnTo>
                    <a:pt x="1933885" y="3781758"/>
                  </a:lnTo>
                  <a:lnTo>
                    <a:pt x="1933980" y="3781758"/>
                  </a:lnTo>
                  <a:lnTo>
                    <a:pt x="1934168" y="3781758"/>
                  </a:lnTo>
                  <a:lnTo>
                    <a:pt x="1934356" y="3781758"/>
                  </a:lnTo>
                  <a:lnTo>
                    <a:pt x="1934450" y="3776847"/>
                  </a:lnTo>
                  <a:lnTo>
                    <a:pt x="1934545" y="3776847"/>
                  </a:lnTo>
                  <a:lnTo>
                    <a:pt x="1934639" y="3776847"/>
                  </a:lnTo>
                  <a:lnTo>
                    <a:pt x="1934733" y="3776847"/>
                  </a:lnTo>
                  <a:lnTo>
                    <a:pt x="1935486" y="3776847"/>
                  </a:lnTo>
                  <a:lnTo>
                    <a:pt x="1935674" y="3776847"/>
                  </a:lnTo>
                  <a:lnTo>
                    <a:pt x="1935769" y="3776847"/>
                  </a:lnTo>
                  <a:lnTo>
                    <a:pt x="1935957" y="3776847"/>
                  </a:lnTo>
                  <a:lnTo>
                    <a:pt x="1936333" y="3776847"/>
                  </a:lnTo>
                  <a:lnTo>
                    <a:pt x="1936428" y="3776847"/>
                  </a:lnTo>
                  <a:lnTo>
                    <a:pt x="1936616" y="3776847"/>
                  </a:lnTo>
                  <a:lnTo>
                    <a:pt x="1936804" y="3776847"/>
                  </a:lnTo>
                  <a:lnTo>
                    <a:pt x="1937087" y="3776847"/>
                  </a:lnTo>
                  <a:lnTo>
                    <a:pt x="1937463" y="3776847"/>
                  </a:lnTo>
                  <a:lnTo>
                    <a:pt x="1937840" y="3776847"/>
                  </a:lnTo>
                  <a:lnTo>
                    <a:pt x="1938028" y="3776847"/>
                  </a:lnTo>
                  <a:lnTo>
                    <a:pt x="1938122" y="3776847"/>
                  </a:lnTo>
                  <a:lnTo>
                    <a:pt x="1938216" y="3776847"/>
                  </a:lnTo>
                  <a:lnTo>
                    <a:pt x="1938311" y="3776847"/>
                  </a:lnTo>
                  <a:lnTo>
                    <a:pt x="1938499" y="3776847"/>
                  </a:lnTo>
                  <a:lnTo>
                    <a:pt x="1938593" y="3776847"/>
                  </a:lnTo>
                  <a:lnTo>
                    <a:pt x="1938687" y="3776847"/>
                  </a:lnTo>
                  <a:lnTo>
                    <a:pt x="1938970" y="3776847"/>
                  </a:lnTo>
                  <a:lnTo>
                    <a:pt x="1939346" y="3776847"/>
                  </a:lnTo>
                  <a:lnTo>
                    <a:pt x="1939535" y="3776847"/>
                  </a:lnTo>
                  <a:lnTo>
                    <a:pt x="1939629" y="3776847"/>
                  </a:lnTo>
                  <a:lnTo>
                    <a:pt x="1939911" y="3776847"/>
                  </a:lnTo>
                  <a:lnTo>
                    <a:pt x="1940476" y="3776847"/>
                  </a:lnTo>
                  <a:lnTo>
                    <a:pt x="1940664" y="3776847"/>
                  </a:lnTo>
                  <a:lnTo>
                    <a:pt x="1940759" y="3776847"/>
                  </a:lnTo>
                  <a:lnTo>
                    <a:pt x="1940853" y="3776847"/>
                  </a:lnTo>
                  <a:lnTo>
                    <a:pt x="1941135" y="3776847"/>
                  </a:lnTo>
                  <a:lnTo>
                    <a:pt x="1941229" y="3776847"/>
                  </a:lnTo>
                  <a:lnTo>
                    <a:pt x="1941323" y="3776847"/>
                  </a:lnTo>
                  <a:lnTo>
                    <a:pt x="1941512" y="3776847"/>
                  </a:lnTo>
                  <a:lnTo>
                    <a:pt x="1941512" y="3771935"/>
                  </a:lnTo>
                  <a:lnTo>
                    <a:pt x="1941606" y="3771935"/>
                  </a:lnTo>
                  <a:lnTo>
                    <a:pt x="1941700" y="3771935"/>
                  </a:lnTo>
                  <a:lnTo>
                    <a:pt x="1941794" y="3771935"/>
                  </a:lnTo>
                  <a:lnTo>
                    <a:pt x="1941888" y="3771935"/>
                  </a:lnTo>
                  <a:lnTo>
                    <a:pt x="1942171" y="3771935"/>
                  </a:lnTo>
                  <a:lnTo>
                    <a:pt x="1942359" y="3771935"/>
                  </a:lnTo>
                  <a:lnTo>
                    <a:pt x="1942642" y="3771935"/>
                  </a:lnTo>
                  <a:lnTo>
                    <a:pt x="1942736" y="3771935"/>
                  </a:lnTo>
                  <a:lnTo>
                    <a:pt x="1942924" y="3771935"/>
                  </a:lnTo>
                  <a:lnTo>
                    <a:pt x="1943112" y="3771935"/>
                  </a:lnTo>
                  <a:lnTo>
                    <a:pt x="1943207" y="3771935"/>
                  </a:lnTo>
                  <a:lnTo>
                    <a:pt x="1943489" y="3771935"/>
                  </a:lnTo>
                  <a:lnTo>
                    <a:pt x="1943583" y="3771935"/>
                  </a:lnTo>
                  <a:lnTo>
                    <a:pt x="1943677" y="3771935"/>
                  </a:lnTo>
                  <a:lnTo>
                    <a:pt x="1943866" y="3771935"/>
                  </a:lnTo>
                  <a:lnTo>
                    <a:pt x="1944431" y="3771935"/>
                  </a:lnTo>
                  <a:lnTo>
                    <a:pt x="1944525" y="3771935"/>
                  </a:lnTo>
                  <a:lnTo>
                    <a:pt x="1944713" y="3771935"/>
                  </a:lnTo>
                  <a:lnTo>
                    <a:pt x="1944807" y="3771935"/>
                  </a:lnTo>
                  <a:lnTo>
                    <a:pt x="1944901" y="3771935"/>
                  </a:lnTo>
                  <a:lnTo>
                    <a:pt x="1944995" y="3771935"/>
                  </a:lnTo>
                  <a:lnTo>
                    <a:pt x="1945090" y="3771935"/>
                  </a:lnTo>
                  <a:lnTo>
                    <a:pt x="1945184" y="3771935"/>
                  </a:lnTo>
                  <a:lnTo>
                    <a:pt x="1945466" y="3771935"/>
                  </a:lnTo>
                  <a:lnTo>
                    <a:pt x="1945749" y="3771935"/>
                  </a:lnTo>
                  <a:lnTo>
                    <a:pt x="1945937" y="3771935"/>
                  </a:lnTo>
                  <a:lnTo>
                    <a:pt x="1946031" y="3771935"/>
                  </a:lnTo>
                  <a:lnTo>
                    <a:pt x="1946314" y="3771935"/>
                  </a:lnTo>
                  <a:lnTo>
                    <a:pt x="1946784" y="3771935"/>
                  </a:lnTo>
                  <a:lnTo>
                    <a:pt x="1946878" y="3771935"/>
                  </a:lnTo>
                  <a:lnTo>
                    <a:pt x="1947443" y="3771935"/>
                  </a:lnTo>
                  <a:lnTo>
                    <a:pt x="1947538" y="3771935"/>
                  </a:lnTo>
                  <a:lnTo>
                    <a:pt x="1947820" y="3771935"/>
                  </a:lnTo>
                  <a:lnTo>
                    <a:pt x="1947914" y="3771935"/>
                  </a:lnTo>
                  <a:lnTo>
                    <a:pt x="1948197" y="3771935"/>
                  </a:lnTo>
                  <a:lnTo>
                    <a:pt x="1948479" y="3771935"/>
                  </a:lnTo>
                  <a:lnTo>
                    <a:pt x="1948573" y="3771935"/>
                  </a:lnTo>
                  <a:lnTo>
                    <a:pt x="1948762" y="3771935"/>
                  </a:lnTo>
                  <a:lnTo>
                    <a:pt x="1948762" y="3767024"/>
                  </a:lnTo>
                  <a:lnTo>
                    <a:pt x="1948856" y="3767024"/>
                  </a:lnTo>
                  <a:lnTo>
                    <a:pt x="1949138" y="3767024"/>
                  </a:lnTo>
                  <a:lnTo>
                    <a:pt x="1949515" y="3767024"/>
                  </a:lnTo>
                  <a:lnTo>
                    <a:pt x="1949609" y="3767024"/>
                  </a:lnTo>
                  <a:lnTo>
                    <a:pt x="1949891" y="3767024"/>
                  </a:lnTo>
                  <a:lnTo>
                    <a:pt x="1949985" y="3767024"/>
                  </a:lnTo>
                  <a:lnTo>
                    <a:pt x="1950080" y="3767024"/>
                  </a:lnTo>
                  <a:lnTo>
                    <a:pt x="1950174" y="3767024"/>
                  </a:lnTo>
                  <a:lnTo>
                    <a:pt x="1950456" y="3767024"/>
                  </a:lnTo>
                  <a:lnTo>
                    <a:pt x="1950739" y="3767024"/>
                  </a:lnTo>
                  <a:lnTo>
                    <a:pt x="1950833" y="3767024"/>
                  </a:lnTo>
                  <a:lnTo>
                    <a:pt x="1951209" y="3767024"/>
                  </a:lnTo>
                  <a:lnTo>
                    <a:pt x="1951304" y="3767024"/>
                  </a:lnTo>
                  <a:lnTo>
                    <a:pt x="1951398" y="3767024"/>
                  </a:lnTo>
                  <a:lnTo>
                    <a:pt x="1951492" y="3767024"/>
                  </a:lnTo>
                  <a:lnTo>
                    <a:pt x="1951680" y="3767024"/>
                  </a:lnTo>
                  <a:lnTo>
                    <a:pt x="1951774" y="3767024"/>
                  </a:lnTo>
                  <a:lnTo>
                    <a:pt x="1952810" y="3762113"/>
                  </a:lnTo>
                  <a:lnTo>
                    <a:pt x="1952904" y="3762113"/>
                  </a:lnTo>
                  <a:lnTo>
                    <a:pt x="1952998" y="3762113"/>
                  </a:lnTo>
                  <a:lnTo>
                    <a:pt x="1953093" y="3762113"/>
                  </a:lnTo>
                  <a:lnTo>
                    <a:pt x="1953187" y="3762113"/>
                  </a:lnTo>
                  <a:lnTo>
                    <a:pt x="1953281" y="3762113"/>
                  </a:lnTo>
                  <a:lnTo>
                    <a:pt x="1953375" y="3762113"/>
                  </a:lnTo>
                  <a:lnTo>
                    <a:pt x="1953563" y="3762113"/>
                  </a:lnTo>
                  <a:lnTo>
                    <a:pt x="1953657" y="3762113"/>
                  </a:lnTo>
                  <a:lnTo>
                    <a:pt x="1953752" y="3762113"/>
                  </a:lnTo>
                  <a:lnTo>
                    <a:pt x="1953846" y="3762113"/>
                  </a:lnTo>
                  <a:lnTo>
                    <a:pt x="1954034" y="3762113"/>
                  </a:lnTo>
                  <a:lnTo>
                    <a:pt x="1954411" y="3762113"/>
                  </a:lnTo>
                  <a:lnTo>
                    <a:pt x="1954505" y="3762113"/>
                  </a:lnTo>
                  <a:lnTo>
                    <a:pt x="1955070" y="3762113"/>
                  </a:lnTo>
                  <a:lnTo>
                    <a:pt x="1955352" y="3762113"/>
                  </a:lnTo>
                  <a:lnTo>
                    <a:pt x="1955446" y="3762113"/>
                  </a:lnTo>
                  <a:lnTo>
                    <a:pt x="1955635" y="3762113"/>
                  </a:lnTo>
                  <a:lnTo>
                    <a:pt x="1955729" y="3762113"/>
                  </a:lnTo>
                  <a:lnTo>
                    <a:pt x="1956011" y="3762113"/>
                  </a:lnTo>
                  <a:lnTo>
                    <a:pt x="1956105" y="3762113"/>
                  </a:lnTo>
                  <a:lnTo>
                    <a:pt x="1956200" y="3762113"/>
                  </a:lnTo>
                  <a:lnTo>
                    <a:pt x="1956294" y="3762113"/>
                  </a:lnTo>
                  <a:lnTo>
                    <a:pt x="1956388" y="3762113"/>
                  </a:lnTo>
                  <a:lnTo>
                    <a:pt x="1956576" y="3762113"/>
                  </a:lnTo>
                  <a:lnTo>
                    <a:pt x="1956859" y="3762113"/>
                  </a:lnTo>
                  <a:lnTo>
                    <a:pt x="1956953" y="3762113"/>
                  </a:lnTo>
                  <a:lnTo>
                    <a:pt x="1957047" y="3762113"/>
                  </a:lnTo>
                  <a:lnTo>
                    <a:pt x="1957141" y="3762113"/>
                  </a:lnTo>
                  <a:lnTo>
                    <a:pt x="1957235" y="3762113"/>
                  </a:lnTo>
                  <a:lnTo>
                    <a:pt x="1957424" y="3757201"/>
                  </a:lnTo>
                  <a:lnTo>
                    <a:pt x="1957518" y="3757201"/>
                  </a:lnTo>
                  <a:lnTo>
                    <a:pt x="1957988" y="3757201"/>
                  </a:lnTo>
                  <a:lnTo>
                    <a:pt x="1958177" y="3757201"/>
                  </a:lnTo>
                  <a:lnTo>
                    <a:pt x="1958271" y="3757201"/>
                  </a:lnTo>
                  <a:lnTo>
                    <a:pt x="1958365" y="3757201"/>
                  </a:lnTo>
                  <a:lnTo>
                    <a:pt x="1958553" y="3757201"/>
                  </a:lnTo>
                  <a:lnTo>
                    <a:pt x="1958742" y="3752290"/>
                  </a:lnTo>
                  <a:lnTo>
                    <a:pt x="1959118" y="3752290"/>
                  </a:lnTo>
                  <a:lnTo>
                    <a:pt x="1959307" y="3752290"/>
                  </a:lnTo>
                  <a:lnTo>
                    <a:pt x="1959401" y="3752290"/>
                  </a:lnTo>
                  <a:lnTo>
                    <a:pt x="1959589" y="3752290"/>
                  </a:lnTo>
                  <a:lnTo>
                    <a:pt x="1959777" y="3752290"/>
                  </a:lnTo>
                  <a:lnTo>
                    <a:pt x="1960060" y="3752290"/>
                  </a:lnTo>
                  <a:lnTo>
                    <a:pt x="1960248" y="3752290"/>
                  </a:lnTo>
                  <a:lnTo>
                    <a:pt x="1960342" y="3752290"/>
                  </a:lnTo>
                  <a:lnTo>
                    <a:pt x="1960342" y="3747379"/>
                  </a:lnTo>
                  <a:lnTo>
                    <a:pt x="1960531" y="3747379"/>
                  </a:lnTo>
                  <a:lnTo>
                    <a:pt x="1961001" y="3747379"/>
                  </a:lnTo>
                  <a:lnTo>
                    <a:pt x="1961095" y="3747379"/>
                  </a:lnTo>
                  <a:lnTo>
                    <a:pt x="1961284" y="3747379"/>
                  </a:lnTo>
                  <a:lnTo>
                    <a:pt x="1961378" y="3747379"/>
                  </a:lnTo>
                  <a:lnTo>
                    <a:pt x="1961472" y="3747379"/>
                  </a:lnTo>
                  <a:lnTo>
                    <a:pt x="1961566" y="3747379"/>
                  </a:lnTo>
                  <a:lnTo>
                    <a:pt x="1961849" y="3747379"/>
                  </a:lnTo>
                  <a:lnTo>
                    <a:pt x="1962225" y="3747379"/>
                  </a:lnTo>
                  <a:lnTo>
                    <a:pt x="1962414" y="3747379"/>
                  </a:lnTo>
                  <a:lnTo>
                    <a:pt x="1962696" y="3747379"/>
                  </a:lnTo>
                  <a:lnTo>
                    <a:pt x="1962790" y="3747379"/>
                  </a:lnTo>
                  <a:lnTo>
                    <a:pt x="1962884" y="3747379"/>
                  </a:lnTo>
                  <a:lnTo>
                    <a:pt x="1963261" y="3747379"/>
                  </a:lnTo>
                  <a:lnTo>
                    <a:pt x="1963355" y="3747379"/>
                  </a:lnTo>
                  <a:lnTo>
                    <a:pt x="1963449" y="3742467"/>
                  </a:lnTo>
                  <a:lnTo>
                    <a:pt x="1963543" y="3742467"/>
                  </a:lnTo>
                  <a:lnTo>
                    <a:pt x="1963638" y="3742467"/>
                  </a:lnTo>
                  <a:lnTo>
                    <a:pt x="1963826" y="3742467"/>
                  </a:lnTo>
                  <a:lnTo>
                    <a:pt x="1963920" y="3742467"/>
                  </a:lnTo>
                  <a:lnTo>
                    <a:pt x="1964108" y="3742467"/>
                  </a:lnTo>
                  <a:lnTo>
                    <a:pt x="1964202" y="3742467"/>
                  </a:lnTo>
                  <a:lnTo>
                    <a:pt x="1964297" y="3742467"/>
                  </a:lnTo>
                  <a:lnTo>
                    <a:pt x="1965332" y="3742467"/>
                  </a:lnTo>
                  <a:lnTo>
                    <a:pt x="1965426" y="3742467"/>
                  </a:lnTo>
                  <a:lnTo>
                    <a:pt x="1965521" y="3742467"/>
                  </a:lnTo>
                  <a:lnTo>
                    <a:pt x="1965709" y="3742467"/>
                  </a:lnTo>
                  <a:lnTo>
                    <a:pt x="1965803" y="3742467"/>
                  </a:lnTo>
                  <a:lnTo>
                    <a:pt x="1965991" y="3742467"/>
                  </a:lnTo>
                  <a:lnTo>
                    <a:pt x="1966086" y="3742467"/>
                  </a:lnTo>
                  <a:lnTo>
                    <a:pt x="1966180" y="3742467"/>
                  </a:lnTo>
                  <a:lnTo>
                    <a:pt x="1966274" y="3742467"/>
                  </a:lnTo>
                  <a:lnTo>
                    <a:pt x="1966556" y="3742467"/>
                  </a:lnTo>
                  <a:lnTo>
                    <a:pt x="1966745" y="3742467"/>
                  </a:lnTo>
                  <a:lnTo>
                    <a:pt x="1966839" y="3742467"/>
                  </a:lnTo>
                  <a:lnTo>
                    <a:pt x="1967215" y="3737556"/>
                  </a:lnTo>
                  <a:lnTo>
                    <a:pt x="1967498" y="3737556"/>
                  </a:lnTo>
                  <a:lnTo>
                    <a:pt x="1967780" y="3737556"/>
                  </a:lnTo>
                  <a:lnTo>
                    <a:pt x="1968157" y="3737556"/>
                  </a:lnTo>
                  <a:lnTo>
                    <a:pt x="1968345" y="3737556"/>
                  </a:lnTo>
                  <a:lnTo>
                    <a:pt x="1968533" y="3737556"/>
                  </a:lnTo>
                  <a:lnTo>
                    <a:pt x="1968628" y="3737556"/>
                  </a:lnTo>
                  <a:lnTo>
                    <a:pt x="1968722" y="3737556"/>
                  </a:lnTo>
                  <a:lnTo>
                    <a:pt x="1968910" y="3737556"/>
                  </a:lnTo>
                  <a:lnTo>
                    <a:pt x="1969004" y="3737556"/>
                  </a:lnTo>
                  <a:lnTo>
                    <a:pt x="1969098" y="3737556"/>
                  </a:lnTo>
                  <a:lnTo>
                    <a:pt x="1969193" y="3737556"/>
                  </a:lnTo>
                  <a:lnTo>
                    <a:pt x="1969287" y="3737556"/>
                  </a:lnTo>
                  <a:lnTo>
                    <a:pt x="1969569" y="3737556"/>
                  </a:lnTo>
                  <a:lnTo>
                    <a:pt x="1969852" y="3737556"/>
                  </a:lnTo>
                  <a:lnTo>
                    <a:pt x="1969946" y="3737556"/>
                  </a:lnTo>
                  <a:lnTo>
                    <a:pt x="1970040" y="3737556"/>
                  </a:lnTo>
                  <a:lnTo>
                    <a:pt x="1970793" y="3737556"/>
                  </a:lnTo>
                  <a:lnTo>
                    <a:pt x="1970887" y="3737556"/>
                  </a:lnTo>
                  <a:lnTo>
                    <a:pt x="1971170" y="3737556"/>
                  </a:lnTo>
                  <a:lnTo>
                    <a:pt x="1971264" y="3737556"/>
                  </a:lnTo>
                  <a:lnTo>
                    <a:pt x="1971640" y="3732644"/>
                  </a:lnTo>
                  <a:lnTo>
                    <a:pt x="1971735" y="3732644"/>
                  </a:lnTo>
                  <a:lnTo>
                    <a:pt x="1971829" y="3732644"/>
                  </a:lnTo>
                  <a:lnTo>
                    <a:pt x="1971923" y="3732644"/>
                  </a:lnTo>
                  <a:lnTo>
                    <a:pt x="1972017" y="3732644"/>
                  </a:lnTo>
                  <a:lnTo>
                    <a:pt x="1972111" y="3732644"/>
                  </a:lnTo>
                  <a:lnTo>
                    <a:pt x="1972205" y="3732644"/>
                  </a:lnTo>
                  <a:lnTo>
                    <a:pt x="1972488" y="3727733"/>
                  </a:lnTo>
                  <a:lnTo>
                    <a:pt x="1972582" y="3727733"/>
                  </a:lnTo>
                  <a:lnTo>
                    <a:pt x="1972770" y="3722822"/>
                  </a:lnTo>
                  <a:lnTo>
                    <a:pt x="1972959" y="3722822"/>
                  </a:lnTo>
                  <a:lnTo>
                    <a:pt x="1973147" y="3722822"/>
                  </a:lnTo>
                  <a:lnTo>
                    <a:pt x="1973241" y="3722822"/>
                  </a:lnTo>
                  <a:lnTo>
                    <a:pt x="1973335" y="3722822"/>
                  </a:lnTo>
                  <a:lnTo>
                    <a:pt x="1973335" y="3717910"/>
                  </a:lnTo>
                  <a:lnTo>
                    <a:pt x="1973429" y="3717910"/>
                  </a:lnTo>
                  <a:lnTo>
                    <a:pt x="1973524" y="3717910"/>
                  </a:lnTo>
                  <a:lnTo>
                    <a:pt x="1973806" y="3717910"/>
                  </a:lnTo>
                  <a:lnTo>
                    <a:pt x="1973994" y="3717910"/>
                  </a:lnTo>
                  <a:lnTo>
                    <a:pt x="1974088" y="3717910"/>
                  </a:lnTo>
                  <a:lnTo>
                    <a:pt x="1975312" y="3712999"/>
                  </a:lnTo>
                  <a:lnTo>
                    <a:pt x="1975689" y="3712999"/>
                  </a:lnTo>
                  <a:lnTo>
                    <a:pt x="1975783" y="3712999"/>
                  </a:lnTo>
                  <a:lnTo>
                    <a:pt x="1975877" y="3712999"/>
                  </a:lnTo>
                  <a:lnTo>
                    <a:pt x="1975971" y="3712999"/>
                  </a:lnTo>
                  <a:lnTo>
                    <a:pt x="1976160" y="3712999"/>
                  </a:lnTo>
                  <a:lnTo>
                    <a:pt x="1976254" y="3708088"/>
                  </a:lnTo>
                  <a:lnTo>
                    <a:pt x="1976348" y="3708088"/>
                  </a:lnTo>
                  <a:lnTo>
                    <a:pt x="1976442" y="3708088"/>
                  </a:lnTo>
                  <a:lnTo>
                    <a:pt x="1976536" y="3703176"/>
                  </a:lnTo>
                  <a:lnTo>
                    <a:pt x="1976631" y="3703176"/>
                  </a:lnTo>
                  <a:lnTo>
                    <a:pt x="1976819" y="3703176"/>
                  </a:lnTo>
                  <a:lnTo>
                    <a:pt x="1977101" y="3703176"/>
                  </a:lnTo>
                  <a:lnTo>
                    <a:pt x="1977195" y="3703176"/>
                  </a:lnTo>
                  <a:lnTo>
                    <a:pt x="1977572" y="3703176"/>
                  </a:lnTo>
                  <a:lnTo>
                    <a:pt x="1977666" y="3703176"/>
                  </a:lnTo>
                  <a:lnTo>
                    <a:pt x="1977760" y="3703176"/>
                  </a:lnTo>
                  <a:lnTo>
                    <a:pt x="1977855" y="3703176"/>
                  </a:lnTo>
                  <a:lnTo>
                    <a:pt x="1977949" y="3703176"/>
                  </a:lnTo>
                  <a:lnTo>
                    <a:pt x="1978043" y="3703176"/>
                  </a:lnTo>
                  <a:lnTo>
                    <a:pt x="1978325" y="3703176"/>
                  </a:lnTo>
                  <a:lnTo>
                    <a:pt x="1978514" y="3703176"/>
                  </a:lnTo>
                  <a:lnTo>
                    <a:pt x="1978702" y="3703176"/>
                  </a:lnTo>
                  <a:lnTo>
                    <a:pt x="1979173" y="3703176"/>
                  </a:lnTo>
                  <a:lnTo>
                    <a:pt x="1979926" y="3703176"/>
                  </a:lnTo>
                  <a:lnTo>
                    <a:pt x="1980020" y="3703176"/>
                  </a:lnTo>
                  <a:lnTo>
                    <a:pt x="1980114" y="3703176"/>
                  </a:lnTo>
                  <a:lnTo>
                    <a:pt x="1980491" y="3703176"/>
                  </a:lnTo>
                  <a:lnTo>
                    <a:pt x="1980773" y="3703176"/>
                  </a:lnTo>
                  <a:lnTo>
                    <a:pt x="1981150" y="3703176"/>
                  </a:lnTo>
                  <a:lnTo>
                    <a:pt x="1981621" y="3703176"/>
                  </a:lnTo>
                  <a:lnTo>
                    <a:pt x="1981715" y="3703176"/>
                  </a:lnTo>
                  <a:lnTo>
                    <a:pt x="1981809" y="3703176"/>
                  </a:lnTo>
                  <a:lnTo>
                    <a:pt x="1982186" y="3703176"/>
                  </a:lnTo>
                  <a:lnTo>
                    <a:pt x="1982374" y="3703176"/>
                  </a:lnTo>
                  <a:lnTo>
                    <a:pt x="1982468" y="3703176"/>
                  </a:lnTo>
                  <a:lnTo>
                    <a:pt x="1982562" y="3703176"/>
                  </a:lnTo>
                  <a:lnTo>
                    <a:pt x="1982656" y="3703176"/>
                  </a:lnTo>
                  <a:lnTo>
                    <a:pt x="1982750" y="3703176"/>
                  </a:lnTo>
                  <a:lnTo>
                    <a:pt x="1982845" y="3703176"/>
                  </a:lnTo>
                  <a:lnTo>
                    <a:pt x="1983692" y="3703176"/>
                  </a:lnTo>
                  <a:lnTo>
                    <a:pt x="1983786" y="3703176"/>
                  </a:lnTo>
                  <a:lnTo>
                    <a:pt x="1984163" y="3703176"/>
                  </a:lnTo>
                  <a:lnTo>
                    <a:pt x="1984257" y="3703176"/>
                  </a:lnTo>
                  <a:lnTo>
                    <a:pt x="1984351" y="3703176"/>
                  </a:lnTo>
                  <a:lnTo>
                    <a:pt x="1984445" y="3703176"/>
                  </a:lnTo>
                  <a:lnTo>
                    <a:pt x="1985010" y="3703176"/>
                  </a:lnTo>
                  <a:lnTo>
                    <a:pt x="1985387" y="3703176"/>
                  </a:lnTo>
                  <a:lnTo>
                    <a:pt x="1985481" y="3703176"/>
                  </a:lnTo>
                  <a:lnTo>
                    <a:pt x="1985575" y="3703176"/>
                  </a:lnTo>
                  <a:lnTo>
                    <a:pt x="1985669" y="3703176"/>
                  </a:lnTo>
                  <a:lnTo>
                    <a:pt x="1986046" y="3703176"/>
                  </a:lnTo>
                  <a:lnTo>
                    <a:pt x="1986328" y="3703176"/>
                  </a:lnTo>
                  <a:lnTo>
                    <a:pt x="1986422" y="3703176"/>
                  </a:lnTo>
                  <a:lnTo>
                    <a:pt x="1986517" y="3703176"/>
                  </a:lnTo>
                  <a:lnTo>
                    <a:pt x="1986705" y="3703176"/>
                  </a:lnTo>
                  <a:lnTo>
                    <a:pt x="1986893" y="3703176"/>
                  </a:lnTo>
                  <a:lnTo>
                    <a:pt x="1987270" y="3703176"/>
                  </a:lnTo>
                  <a:lnTo>
                    <a:pt x="1987364" y="3703176"/>
                  </a:lnTo>
                  <a:lnTo>
                    <a:pt x="1987552" y="3698265"/>
                  </a:lnTo>
                  <a:lnTo>
                    <a:pt x="1987646" y="3698265"/>
                  </a:lnTo>
                  <a:lnTo>
                    <a:pt x="1987835" y="3698265"/>
                  </a:lnTo>
                  <a:lnTo>
                    <a:pt x="1988117" y="3698265"/>
                  </a:lnTo>
                  <a:lnTo>
                    <a:pt x="1988400" y="3698265"/>
                  </a:lnTo>
                  <a:lnTo>
                    <a:pt x="1988494" y="3698265"/>
                  </a:lnTo>
                  <a:lnTo>
                    <a:pt x="1988588" y="3698265"/>
                  </a:lnTo>
                  <a:lnTo>
                    <a:pt x="1988682" y="3698265"/>
                  </a:lnTo>
                  <a:lnTo>
                    <a:pt x="1988776" y="3698265"/>
                  </a:lnTo>
                  <a:lnTo>
                    <a:pt x="1988964" y="3698265"/>
                  </a:lnTo>
                  <a:lnTo>
                    <a:pt x="1989341" y="3698265"/>
                  </a:lnTo>
                  <a:lnTo>
                    <a:pt x="1989906" y="3698265"/>
                  </a:lnTo>
                  <a:lnTo>
                    <a:pt x="1990188" y="3698265"/>
                  </a:lnTo>
                  <a:lnTo>
                    <a:pt x="1990377" y="3698265"/>
                  </a:lnTo>
                  <a:lnTo>
                    <a:pt x="1990659" y="3698265"/>
                  </a:lnTo>
                  <a:lnTo>
                    <a:pt x="1990753" y="3698265"/>
                  </a:lnTo>
                  <a:lnTo>
                    <a:pt x="1990942" y="3698265"/>
                  </a:lnTo>
                  <a:lnTo>
                    <a:pt x="1991036" y="3698265"/>
                  </a:lnTo>
                  <a:lnTo>
                    <a:pt x="1991130" y="3698265"/>
                  </a:lnTo>
                  <a:lnTo>
                    <a:pt x="1991318" y="3698265"/>
                  </a:lnTo>
                  <a:lnTo>
                    <a:pt x="1991507" y="3698265"/>
                  </a:lnTo>
                  <a:lnTo>
                    <a:pt x="1991601" y="3698265"/>
                  </a:lnTo>
                  <a:lnTo>
                    <a:pt x="1991695" y="3698265"/>
                  </a:lnTo>
                  <a:lnTo>
                    <a:pt x="1991789" y="3698265"/>
                  </a:lnTo>
                  <a:lnTo>
                    <a:pt x="1991883" y="3698265"/>
                  </a:lnTo>
                  <a:lnTo>
                    <a:pt x="1992166" y="3698265"/>
                  </a:lnTo>
                  <a:lnTo>
                    <a:pt x="1992354" y="3698265"/>
                  </a:lnTo>
                  <a:lnTo>
                    <a:pt x="1992448" y="3698265"/>
                  </a:lnTo>
                  <a:lnTo>
                    <a:pt x="1992542" y="3698265"/>
                  </a:lnTo>
                  <a:lnTo>
                    <a:pt x="1992636" y="3698265"/>
                  </a:lnTo>
                  <a:lnTo>
                    <a:pt x="1993013" y="3698265"/>
                  </a:lnTo>
                  <a:lnTo>
                    <a:pt x="1993107" y="3698265"/>
                  </a:lnTo>
                  <a:lnTo>
                    <a:pt x="1993201" y="3698265"/>
                  </a:lnTo>
                  <a:lnTo>
                    <a:pt x="1993390" y="3698265"/>
                  </a:lnTo>
                  <a:lnTo>
                    <a:pt x="1993578" y="3698265"/>
                  </a:lnTo>
                  <a:lnTo>
                    <a:pt x="1993672" y="3698265"/>
                  </a:lnTo>
                  <a:lnTo>
                    <a:pt x="1993766" y="3698265"/>
                  </a:lnTo>
                  <a:lnTo>
                    <a:pt x="1993955" y="3698265"/>
                  </a:lnTo>
                  <a:lnTo>
                    <a:pt x="1994049" y="3698265"/>
                  </a:lnTo>
                  <a:lnTo>
                    <a:pt x="1994237" y="3698265"/>
                  </a:lnTo>
                  <a:lnTo>
                    <a:pt x="1994519" y="3698265"/>
                  </a:lnTo>
                  <a:lnTo>
                    <a:pt x="1994802" y="3693353"/>
                  </a:lnTo>
                  <a:lnTo>
                    <a:pt x="1994896" y="3693353"/>
                  </a:lnTo>
                  <a:lnTo>
                    <a:pt x="1994990" y="3693353"/>
                  </a:lnTo>
                  <a:lnTo>
                    <a:pt x="1995367" y="3693353"/>
                  </a:lnTo>
                  <a:lnTo>
                    <a:pt x="1995461" y="3693353"/>
                  </a:lnTo>
                  <a:lnTo>
                    <a:pt x="1995932" y="3693353"/>
                  </a:lnTo>
                  <a:lnTo>
                    <a:pt x="1996026" y="3693353"/>
                  </a:lnTo>
                  <a:lnTo>
                    <a:pt x="1996308" y="3693353"/>
                  </a:lnTo>
                  <a:lnTo>
                    <a:pt x="1996967" y="3693353"/>
                  </a:lnTo>
                  <a:lnTo>
                    <a:pt x="1997250" y="3693353"/>
                  </a:lnTo>
                  <a:lnTo>
                    <a:pt x="1997344" y="3693353"/>
                  </a:lnTo>
                  <a:lnTo>
                    <a:pt x="1997438" y="3693353"/>
                  </a:lnTo>
                  <a:lnTo>
                    <a:pt x="1997532" y="3693353"/>
                  </a:lnTo>
                  <a:lnTo>
                    <a:pt x="1997626" y="3693353"/>
                  </a:lnTo>
                  <a:lnTo>
                    <a:pt x="1997815" y="3693353"/>
                  </a:lnTo>
                  <a:lnTo>
                    <a:pt x="1997909" y="3693353"/>
                  </a:lnTo>
                  <a:lnTo>
                    <a:pt x="1998003" y="3693353"/>
                  </a:lnTo>
                  <a:lnTo>
                    <a:pt x="1998286" y="3693353"/>
                  </a:lnTo>
                  <a:lnTo>
                    <a:pt x="1998474" y="3688442"/>
                  </a:lnTo>
                  <a:lnTo>
                    <a:pt x="1998945" y="3688442"/>
                  </a:lnTo>
                  <a:lnTo>
                    <a:pt x="1999039" y="3688442"/>
                  </a:lnTo>
                  <a:lnTo>
                    <a:pt x="1999133" y="3688442"/>
                  </a:lnTo>
                  <a:lnTo>
                    <a:pt x="1999321" y="3688442"/>
                  </a:lnTo>
                  <a:lnTo>
                    <a:pt x="1999415" y="3688442"/>
                  </a:lnTo>
                  <a:lnTo>
                    <a:pt x="1999510" y="3688442"/>
                  </a:lnTo>
                  <a:lnTo>
                    <a:pt x="1999604" y="3688442"/>
                  </a:lnTo>
                  <a:lnTo>
                    <a:pt x="1999886" y="3688442"/>
                  </a:lnTo>
                  <a:lnTo>
                    <a:pt x="1999980" y="3688442"/>
                  </a:lnTo>
                  <a:lnTo>
                    <a:pt x="2000074" y="3688442"/>
                  </a:lnTo>
                  <a:lnTo>
                    <a:pt x="2000263" y="3688442"/>
                  </a:lnTo>
                  <a:lnTo>
                    <a:pt x="2000357" y="3688442"/>
                  </a:lnTo>
                  <a:lnTo>
                    <a:pt x="2000734" y="3688442"/>
                  </a:lnTo>
                  <a:lnTo>
                    <a:pt x="2000922" y="3688442"/>
                  </a:lnTo>
                  <a:lnTo>
                    <a:pt x="2001110" y="3688442"/>
                  </a:lnTo>
                  <a:lnTo>
                    <a:pt x="2001204" y="3688442"/>
                  </a:lnTo>
                  <a:lnTo>
                    <a:pt x="2001957" y="3683531"/>
                  </a:lnTo>
                  <a:lnTo>
                    <a:pt x="2002334" y="3683531"/>
                  </a:lnTo>
                  <a:lnTo>
                    <a:pt x="2002428" y="3683531"/>
                  </a:lnTo>
                  <a:lnTo>
                    <a:pt x="2002617" y="3683531"/>
                  </a:lnTo>
                  <a:lnTo>
                    <a:pt x="2002805" y="3683531"/>
                  </a:lnTo>
                  <a:lnTo>
                    <a:pt x="2003087" y="3683531"/>
                  </a:lnTo>
                  <a:lnTo>
                    <a:pt x="2003181" y="3683531"/>
                  </a:lnTo>
                  <a:lnTo>
                    <a:pt x="2003276" y="3683531"/>
                  </a:lnTo>
                  <a:lnTo>
                    <a:pt x="2003841" y="3683531"/>
                  </a:lnTo>
                  <a:lnTo>
                    <a:pt x="2003935" y="3683531"/>
                  </a:lnTo>
                  <a:lnTo>
                    <a:pt x="2004029" y="3683531"/>
                  </a:lnTo>
                  <a:lnTo>
                    <a:pt x="2004123" y="3683531"/>
                  </a:lnTo>
                  <a:lnTo>
                    <a:pt x="2004500" y="3683531"/>
                  </a:lnTo>
                  <a:lnTo>
                    <a:pt x="2004594" y="3683531"/>
                  </a:lnTo>
                  <a:lnTo>
                    <a:pt x="2004688" y="3683531"/>
                  </a:lnTo>
                  <a:lnTo>
                    <a:pt x="2004782" y="3683531"/>
                  </a:lnTo>
                  <a:lnTo>
                    <a:pt x="2004876" y="3683531"/>
                  </a:lnTo>
                  <a:lnTo>
                    <a:pt x="2005535" y="3683531"/>
                  </a:lnTo>
                  <a:lnTo>
                    <a:pt x="2005629" y="3683531"/>
                  </a:lnTo>
                  <a:lnTo>
                    <a:pt x="2005912" y="3683531"/>
                  </a:lnTo>
                  <a:lnTo>
                    <a:pt x="2006006" y="3683531"/>
                  </a:lnTo>
                  <a:lnTo>
                    <a:pt x="2006194" y="3683531"/>
                  </a:lnTo>
                  <a:lnTo>
                    <a:pt x="2006288" y="3683531"/>
                  </a:lnTo>
                  <a:lnTo>
                    <a:pt x="2006571" y="3683531"/>
                  </a:lnTo>
                  <a:lnTo>
                    <a:pt x="2006665" y="3683531"/>
                  </a:lnTo>
                  <a:lnTo>
                    <a:pt x="2006948" y="3683531"/>
                  </a:lnTo>
                  <a:lnTo>
                    <a:pt x="2007042" y="3683531"/>
                  </a:lnTo>
                  <a:lnTo>
                    <a:pt x="2007324" y="3683531"/>
                  </a:lnTo>
                  <a:lnTo>
                    <a:pt x="2007418" y="3683531"/>
                  </a:lnTo>
                  <a:lnTo>
                    <a:pt x="2007512" y="3683531"/>
                  </a:lnTo>
                  <a:lnTo>
                    <a:pt x="2007607" y="3683531"/>
                  </a:lnTo>
                  <a:lnTo>
                    <a:pt x="2007795" y="3683531"/>
                  </a:lnTo>
                  <a:lnTo>
                    <a:pt x="2007983" y="3683531"/>
                  </a:lnTo>
                  <a:lnTo>
                    <a:pt x="2008077" y="3683531"/>
                  </a:lnTo>
                  <a:lnTo>
                    <a:pt x="2009019" y="3683531"/>
                  </a:lnTo>
                  <a:lnTo>
                    <a:pt x="2009301" y="3683531"/>
                  </a:lnTo>
                  <a:lnTo>
                    <a:pt x="2009490" y="3683531"/>
                  </a:lnTo>
                  <a:lnTo>
                    <a:pt x="2009772" y="3683531"/>
                  </a:lnTo>
                  <a:lnTo>
                    <a:pt x="2009960" y="3683531"/>
                  </a:lnTo>
                  <a:lnTo>
                    <a:pt x="2010055" y="3678619"/>
                  </a:lnTo>
                  <a:lnTo>
                    <a:pt x="2010149" y="3678619"/>
                  </a:lnTo>
                  <a:lnTo>
                    <a:pt x="2010243" y="3678619"/>
                  </a:lnTo>
                  <a:lnTo>
                    <a:pt x="2010431" y="3678619"/>
                  </a:lnTo>
                  <a:lnTo>
                    <a:pt x="2010619" y="3678619"/>
                  </a:lnTo>
                  <a:lnTo>
                    <a:pt x="2010714" y="3678619"/>
                  </a:lnTo>
                  <a:lnTo>
                    <a:pt x="2010902" y="3678619"/>
                  </a:lnTo>
                  <a:lnTo>
                    <a:pt x="2010996" y="3678619"/>
                  </a:lnTo>
                  <a:lnTo>
                    <a:pt x="2011090" y="3678619"/>
                  </a:lnTo>
                  <a:lnTo>
                    <a:pt x="2011184" y="3678619"/>
                  </a:lnTo>
                  <a:lnTo>
                    <a:pt x="2011279" y="3678619"/>
                  </a:lnTo>
                  <a:lnTo>
                    <a:pt x="2011373" y="3678619"/>
                  </a:lnTo>
                  <a:lnTo>
                    <a:pt x="2011467" y="3678619"/>
                  </a:lnTo>
                  <a:lnTo>
                    <a:pt x="2011561" y="3673708"/>
                  </a:lnTo>
                  <a:lnTo>
                    <a:pt x="2011749" y="3673708"/>
                  </a:lnTo>
                  <a:lnTo>
                    <a:pt x="2011843" y="3673708"/>
                  </a:lnTo>
                  <a:lnTo>
                    <a:pt x="2011938" y="3673708"/>
                  </a:lnTo>
                  <a:lnTo>
                    <a:pt x="2012503" y="3673708"/>
                  </a:lnTo>
                  <a:lnTo>
                    <a:pt x="2012597" y="3673708"/>
                  </a:lnTo>
                  <a:lnTo>
                    <a:pt x="2012973" y="3673708"/>
                  </a:lnTo>
                  <a:lnTo>
                    <a:pt x="2013067" y="3673708"/>
                  </a:lnTo>
                  <a:lnTo>
                    <a:pt x="2013162" y="3673708"/>
                  </a:lnTo>
                  <a:lnTo>
                    <a:pt x="2013256" y="3673708"/>
                  </a:lnTo>
                  <a:lnTo>
                    <a:pt x="2013444" y="3673708"/>
                  </a:lnTo>
                  <a:lnTo>
                    <a:pt x="2013538" y="3673708"/>
                  </a:lnTo>
                  <a:lnTo>
                    <a:pt x="2013915" y="3673708"/>
                  </a:lnTo>
                  <a:lnTo>
                    <a:pt x="2014197" y="3673708"/>
                  </a:lnTo>
                  <a:lnTo>
                    <a:pt x="2014291" y="3673708"/>
                  </a:lnTo>
                  <a:lnTo>
                    <a:pt x="2014386" y="3673708"/>
                  </a:lnTo>
                  <a:lnTo>
                    <a:pt x="2014480" y="3673708"/>
                  </a:lnTo>
                  <a:lnTo>
                    <a:pt x="2014762" y="3673708"/>
                  </a:lnTo>
                  <a:lnTo>
                    <a:pt x="2014950" y="3673708"/>
                  </a:lnTo>
                  <a:lnTo>
                    <a:pt x="2015045" y="3673708"/>
                  </a:lnTo>
                  <a:lnTo>
                    <a:pt x="2015233" y="3673708"/>
                  </a:lnTo>
                  <a:lnTo>
                    <a:pt x="2015327" y="3673708"/>
                  </a:lnTo>
                  <a:lnTo>
                    <a:pt x="2015515" y="3668797"/>
                  </a:lnTo>
                  <a:lnTo>
                    <a:pt x="2015610" y="3668797"/>
                  </a:lnTo>
                  <a:lnTo>
                    <a:pt x="2015798" y="3668797"/>
                  </a:lnTo>
                  <a:lnTo>
                    <a:pt x="2015892" y="3668797"/>
                  </a:lnTo>
                  <a:lnTo>
                    <a:pt x="2016080" y="3668797"/>
                  </a:lnTo>
                  <a:lnTo>
                    <a:pt x="2016269" y="3668797"/>
                  </a:lnTo>
                  <a:lnTo>
                    <a:pt x="2016645" y="3668797"/>
                  </a:lnTo>
                  <a:lnTo>
                    <a:pt x="2016739" y="3668797"/>
                  </a:lnTo>
                  <a:lnTo>
                    <a:pt x="2016834" y="3668797"/>
                  </a:lnTo>
                  <a:lnTo>
                    <a:pt x="2016928" y="3668797"/>
                  </a:lnTo>
                  <a:lnTo>
                    <a:pt x="2017022" y="3668797"/>
                  </a:lnTo>
                  <a:lnTo>
                    <a:pt x="2017304" y="3668797"/>
                  </a:lnTo>
                  <a:lnTo>
                    <a:pt x="2017493" y="3668797"/>
                  </a:lnTo>
                  <a:lnTo>
                    <a:pt x="2017587" y="3668797"/>
                  </a:lnTo>
                  <a:lnTo>
                    <a:pt x="2017681" y="3668797"/>
                  </a:lnTo>
                  <a:lnTo>
                    <a:pt x="2017869" y="3668797"/>
                  </a:lnTo>
                  <a:lnTo>
                    <a:pt x="2018152" y="3668797"/>
                  </a:lnTo>
                  <a:lnTo>
                    <a:pt x="2018340" y="3668797"/>
                  </a:lnTo>
                  <a:lnTo>
                    <a:pt x="2018434" y="3668797"/>
                  </a:lnTo>
                  <a:lnTo>
                    <a:pt x="2018622" y="3668797"/>
                  </a:lnTo>
                  <a:lnTo>
                    <a:pt x="2018999" y="3668797"/>
                  </a:lnTo>
                  <a:lnTo>
                    <a:pt x="2019093" y="3663885"/>
                  </a:lnTo>
                  <a:lnTo>
                    <a:pt x="2019187" y="3663885"/>
                  </a:lnTo>
                  <a:lnTo>
                    <a:pt x="2019281" y="3663885"/>
                  </a:lnTo>
                  <a:lnTo>
                    <a:pt x="2019564" y="3663885"/>
                  </a:lnTo>
                  <a:lnTo>
                    <a:pt x="2020129" y="3663885"/>
                  </a:lnTo>
                  <a:lnTo>
                    <a:pt x="2020317" y="3663885"/>
                  </a:lnTo>
                  <a:lnTo>
                    <a:pt x="2020411" y="3663885"/>
                  </a:lnTo>
                  <a:lnTo>
                    <a:pt x="2020505" y="3663885"/>
                  </a:lnTo>
                  <a:lnTo>
                    <a:pt x="2020600" y="3663885"/>
                  </a:lnTo>
                  <a:lnTo>
                    <a:pt x="2020976" y="3663885"/>
                  </a:lnTo>
                  <a:lnTo>
                    <a:pt x="2021165" y="3663885"/>
                  </a:lnTo>
                  <a:lnTo>
                    <a:pt x="2021353" y="3663885"/>
                  </a:lnTo>
                  <a:lnTo>
                    <a:pt x="2021353" y="3658974"/>
                  </a:lnTo>
                  <a:lnTo>
                    <a:pt x="2021447" y="3658974"/>
                  </a:lnTo>
                  <a:lnTo>
                    <a:pt x="2021918" y="3658974"/>
                  </a:lnTo>
                  <a:lnTo>
                    <a:pt x="2022294" y="3658974"/>
                  </a:lnTo>
                  <a:lnTo>
                    <a:pt x="2022389" y="3658974"/>
                  </a:lnTo>
                  <a:lnTo>
                    <a:pt x="2022671" y="3658974"/>
                  </a:lnTo>
                  <a:lnTo>
                    <a:pt x="2023048" y="3649151"/>
                  </a:lnTo>
                  <a:lnTo>
                    <a:pt x="2023330" y="3649151"/>
                  </a:lnTo>
                  <a:lnTo>
                    <a:pt x="2023424" y="3649151"/>
                  </a:lnTo>
                  <a:lnTo>
                    <a:pt x="2023612" y="3649151"/>
                  </a:lnTo>
                  <a:lnTo>
                    <a:pt x="2023707" y="3649151"/>
                  </a:lnTo>
                  <a:lnTo>
                    <a:pt x="2023895" y="3649151"/>
                  </a:lnTo>
                  <a:lnTo>
                    <a:pt x="2023989" y="3649151"/>
                  </a:lnTo>
                  <a:lnTo>
                    <a:pt x="2024366" y="3649151"/>
                  </a:lnTo>
                  <a:lnTo>
                    <a:pt x="2024648" y="3649151"/>
                  </a:lnTo>
                  <a:lnTo>
                    <a:pt x="2024931" y="3649151"/>
                  </a:lnTo>
                  <a:lnTo>
                    <a:pt x="2025025" y="3649151"/>
                  </a:lnTo>
                  <a:lnTo>
                    <a:pt x="2025401" y="3649151"/>
                  </a:lnTo>
                  <a:lnTo>
                    <a:pt x="2025590" y="3649151"/>
                  </a:lnTo>
                  <a:lnTo>
                    <a:pt x="2025684" y="3649151"/>
                  </a:lnTo>
                  <a:lnTo>
                    <a:pt x="2025778" y="3649151"/>
                  </a:lnTo>
                  <a:lnTo>
                    <a:pt x="2026625" y="3649151"/>
                  </a:lnTo>
                  <a:lnTo>
                    <a:pt x="2026720" y="3649151"/>
                  </a:lnTo>
                  <a:lnTo>
                    <a:pt x="2026720" y="3644240"/>
                  </a:lnTo>
                  <a:lnTo>
                    <a:pt x="2026908" y="3644240"/>
                  </a:lnTo>
                  <a:lnTo>
                    <a:pt x="2027002" y="3644240"/>
                  </a:lnTo>
                  <a:lnTo>
                    <a:pt x="2027096" y="3644240"/>
                  </a:lnTo>
                  <a:lnTo>
                    <a:pt x="2027190" y="3644240"/>
                  </a:lnTo>
                  <a:lnTo>
                    <a:pt x="2027284" y="3644240"/>
                  </a:lnTo>
                  <a:lnTo>
                    <a:pt x="2027567" y="3644240"/>
                  </a:lnTo>
                  <a:lnTo>
                    <a:pt x="2027567" y="3639328"/>
                  </a:lnTo>
                  <a:lnTo>
                    <a:pt x="2027661" y="3639328"/>
                  </a:lnTo>
                  <a:lnTo>
                    <a:pt x="2027849" y="3634417"/>
                  </a:lnTo>
                  <a:lnTo>
                    <a:pt x="2028038" y="3634417"/>
                  </a:lnTo>
                  <a:lnTo>
                    <a:pt x="2028320" y="3634417"/>
                  </a:lnTo>
                  <a:lnTo>
                    <a:pt x="2028508" y="3634417"/>
                  </a:lnTo>
                  <a:lnTo>
                    <a:pt x="2028697" y="3634417"/>
                  </a:lnTo>
                  <a:lnTo>
                    <a:pt x="2028791" y="3634417"/>
                  </a:lnTo>
                  <a:lnTo>
                    <a:pt x="2029073" y="3634417"/>
                  </a:lnTo>
                  <a:lnTo>
                    <a:pt x="2029544" y="3629506"/>
                  </a:lnTo>
                  <a:lnTo>
                    <a:pt x="2029638" y="3629506"/>
                  </a:lnTo>
                  <a:lnTo>
                    <a:pt x="2029921" y="3629506"/>
                  </a:lnTo>
                  <a:lnTo>
                    <a:pt x="2030015" y="3629506"/>
                  </a:lnTo>
                  <a:lnTo>
                    <a:pt x="2030391" y="3629506"/>
                  </a:lnTo>
                  <a:lnTo>
                    <a:pt x="2030580" y="3629506"/>
                  </a:lnTo>
                  <a:lnTo>
                    <a:pt x="2030674" y="3629506"/>
                  </a:lnTo>
                  <a:lnTo>
                    <a:pt x="2030768" y="3629506"/>
                  </a:lnTo>
                  <a:lnTo>
                    <a:pt x="2030862" y="3629506"/>
                  </a:lnTo>
                  <a:lnTo>
                    <a:pt x="2031051" y="3624594"/>
                  </a:lnTo>
                  <a:lnTo>
                    <a:pt x="2031145" y="3624594"/>
                  </a:lnTo>
                  <a:lnTo>
                    <a:pt x="2031427" y="3624594"/>
                  </a:lnTo>
                  <a:lnTo>
                    <a:pt x="2031804" y="3624594"/>
                  </a:lnTo>
                  <a:lnTo>
                    <a:pt x="2031992" y="3624594"/>
                  </a:lnTo>
                  <a:lnTo>
                    <a:pt x="2032086" y="3624594"/>
                  </a:lnTo>
                  <a:lnTo>
                    <a:pt x="2032180" y="3624594"/>
                  </a:lnTo>
                  <a:lnTo>
                    <a:pt x="2032180" y="3619683"/>
                  </a:lnTo>
                  <a:lnTo>
                    <a:pt x="2032275" y="3619683"/>
                  </a:lnTo>
                  <a:lnTo>
                    <a:pt x="2032651" y="3619683"/>
                  </a:lnTo>
                  <a:lnTo>
                    <a:pt x="2032934" y="3619683"/>
                  </a:lnTo>
                  <a:lnTo>
                    <a:pt x="2033122" y="3619683"/>
                  </a:lnTo>
                  <a:lnTo>
                    <a:pt x="2033404" y="3619683"/>
                  </a:lnTo>
                  <a:lnTo>
                    <a:pt x="2033593" y="3619683"/>
                  </a:lnTo>
                  <a:lnTo>
                    <a:pt x="2033687" y="3619683"/>
                  </a:lnTo>
                  <a:lnTo>
                    <a:pt x="2033781" y="3619683"/>
                  </a:lnTo>
                  <a:lnTo>
                    <a:pt x="2034063" y="3619683"/>
                  </a:lnTo>
                  <a:lnTo>
                    <a:pt x="2034252" y="3619683"/>
                  </a:lnTo>
                  <a:lnTo>
                    <a:pt x="2034534" y="3619683"/>
                  </a:lnTo>
                  <a:lnTo>
                    <a:pt x="2034722" y="3619683"/>
                  </a:lnTo>
                  <a:lnTo>
                    <a:pt x="2034817" y="3619683"/>
                  </a:lnTo>
                  <a:lnTo>
                    <a:pt x="2034911" y="3619683"/>
                  </a:lnTo>
                  <a:lnTo>
                    <a:pt x="2035005" y="3619683"/>
                  </a:lnTo>
                  <a:lnTo>
                    <a:pt x="2035476" y="3619683"/>
                  </a:lnTo>
                  <a:lnTo>
                    <a:pt x="2035664" y="3619683"/>
                  </a:lnTo>
                  <a:lnTo>
                    <a:pt x="2036041" y="3619683"/>
                  </a:lnTo>
                  <a:lnTo>
                    <a:pt x="2036229" y="3619683"/>
                  </a:lnTo>
                  <a:lnTo>
                    <a:pt x="2036323" y="3619683"/>
                  </a:lnTo>
                  <a:lnTo>
                    <a:pt x="2036511" y="3619683"/>
                  </a:lnTo>
                  <a:lnTo>
                    <a:pt x="2036700" y="3619683"/>
                  </a:lnTo>
                  <a:lnTo>
                    <a:pt x="2036794" y="3619683"/>
                  </a:lnTo>
                  <a:lnTo>
                    <a:pt x="2036888" y="3619683"/>
                  </a:lnTo>
                  <a:lnTo>
                    <a:pt x="2037170" y="3619683"/>
                  </a:lnTo>
                  <a:lnTo>
                    <a:pt x="2037265" y="3619683"/>
                  </a:lnTo>
                  <a:lnTo>
                    <a:pt x="2037453" y="3619683"/>
                  </a:lnTo>
                  <a:lnTo>
                    <a:pt x="2037547" y="3619683"/>
                  </a:lnTo>
                  <a:lnTo>
                    <a:pt x="2037641" y="3619683"/>
                  </a:lnTo>
                  <a:lnTo>
                    <a:pt x="2037735" y="3619683"/>
                  </a:lnTo>
                  <a:lnTo>
                    <a:pt x="2038018" y="3619683"/>
                  </a:lnTo>
                  <a:lnTo>
                    <a:pt x="2038300" y="3619683"/>
                  </a:lnTo>
                  <a:lnTo>
                    <a:pt x="2038489" y="3619683"/>
                  </a:lnTo>
                  <a:lnTo>
                    <a:pt x="2038677" y="3619683"/>
                  </a:lnTo>
                  <a:lnTo>
                    <a:pt x="2038771" y="3619683"/>
                  </a:lnTo>
                  <a:lnTo>
                    <a:pt x="2038865" y="3619683"/>
                  </a:lnTo>
                  <a:lnTo>
                    <a:pt x="2039053" y="3619683"/>
                  </a:lnTo>
                  <a:lnTo>
                    <a:pt x="2039242" y="3619683"/>
                  </a:lnTo>
                  <a:lnTo>
                    <a:pt x="2039336" y="3619683"/>
                  </a:lnTo>
                  <a:lnTo>
                    <a:pt x="2039430" y="3619683"/>
                  </a:lnTo>
                  <a:lnTo>
                    <a:pt x="2039524" y="3619683"/>
                  </a:lnTo>
                  <a:lnTo>
                    <a:pt x="2039807" y="3619683"/>
                  </a:lnTo>
                  <a:lnTo>
                    <a:pt x="2039901" y="3619683"/>
                  </a:lnTo>
                  <a:lnTo>
                    <a:pt x="2039995" y="3619683"/>
                  </a:lnTo>
                  <a:lnTo>
                    <a:pt x="2040089" y="3619683"/>
                  </a:lnTo>
                  <a:lnTo>
                    <a:pt x="2040560" y="3619683"/>
                  </a:lnTo>
                  <a:lnTo>
                    <a:pt x="2040654" y="3619683"/>
                  </a:lnTo>
                  <a:lnTo>
                    <a:pt x="2040748" y="3619683"/>
                  </a:lnTo>
                  <a:lnTo>
                    <a:pt x="2040937" y="3619683"/>
                  </a:lnTo>
                  <a:lnTo>
                    <a:pt x="2041219" y="3619683"/>
                  </a:lnTo>
                  <a:lnTo>
                    <a:pt x="2041407" y="3619683"/>
                  </a:lnTo>
                  <a:lnTo>
                    <a:pt x="2041501" y="3619683"/>
                  </a:lnTo>
                  <a:lnTo>
                    <a:pt x="2041878" y="3619683"/>
                  </a:lnTo>
                  <a:lnTo>
                    <a:pt x="2042160" y="3619683"/>
                  </a:lnTo>
                  <a:lnTo>
                    <a:pt x="2042255" y="3619683"/>
                  </a:lnTo>
                  <a:lnTo>
                    <a:pt x="2042349" y="3619683"/>
                  </a:lnTo>
                  <a:lnTo>
                    <a:pt x="2042914" y="3619683"/>
                  </a:lnTo>
                  <a:lnTo>
                    <a:pt x="2043102" y="3619683"/>
                  </a:lnTo>
                  <a:lnTo>
                    <a:pt x="2043290" y="3619683"/>
                  </a:lnTo>
                  <a:lnTo>
                    <a:pt x="2043573" y="3619683"/>
                  </a:lnTo>
                  <a:lnTo>
                    <a:pt x="2044232" y="3619683"/>
                  </a:lnTo>
                  <a:lnTo>
                    <a:pt x="2044420" y="3619683"/>
                  </a:lnTo>
                  <a:lnTo>
                    <a:pt x="2044514" y="3619683"/>
                  </a:lnTo>
                  <a:lnTo>
                    <a:pt x="2045079" y="3619683"/>
                  </a:lnTo>
                  <a:lnTo>
                    <a:pt x="2045362" y="3619683"/>
                  </a:lnTo>
                  <a:lnTo>
                    <a:pt x="2045456" y="3619683"/>
                  </a:lnTo>
                  <a:lnTo>
                    <a:pt x="2045550" y="3619683"/>
                  </a:lnTo>
                  <a:lnTo>
                    <a:pt x="2045644" y="3619683"/>
                  </a:lnTo>
                  <a:lnTo>
                    <a:pt x="2046021" y="3619683"/>
                  </a:lnTo>
                  <a:lnTo>
                    <a:pt x="2046491" y="3619683"/>
                  </a:lnTo>
                  <a:lnTo>
                    <a:pt x="2046586" y="3619683"/>
                  </a:lnTo>
                  <a:lnTo>
                    <a:pt x="2046962" y="3619683"/>
                  </a:lnTo>
                  <a:lnTo>
                    <a:pt x="2047151" y="3619683"/>
                  </a:lnTo>
                  <a:lnTo>
                    <a:pt x="2047245" y="3619683"/>
                  </a:lnTo>
                  <a:lnTo>
                    <a:pt x="2047339" y="3619683"/>
                  </a:lnTo>
                  <a:lnTo>
                    <a:pt x="2047621" y="3619683"/>
                  </a:lnTo>
                  <a:lnTo>
                    <a:pt x="2047810" y="3619683"/>
                  </a:lnTo>
                  <a:lnTo>
                    <a:pt x="2048092" y="3619683"/>
                  </a:lnTo>
                  <a:lnTo>
                    <a:pt x="2048280" y="3619683"/>
                  </a:lnTo>
                  <a:lnTo>
                    <a:pt x="2048657" y="3619683"/>
                  </a:lnTo>
                  <a:lnTo>
                    <a:pt x="2048845" y="3619683"/>
                  </a:lnTo>
                  <a:lnTo>
                    <a:pt x="2048939" y="3619683"/>
                  </a:lnTo>
                  <a:lnTo>
                    <a:pt x="2049599" y="3619683"/>
                  </a:lnTo>
                  <a:lnTo>
                    <a:pt x="2049881" y="3619683"/>
                  </a:lnTo>
                  <a:lnTo>
                    <a:pt x="2050069" y="3619683"/>
                  </a:lnTo>
                  <a:lnTo>
                    <a:pt x="2050163" y="3619683"/>
                  </a:lnTo>
                  <a:lnTo>
                    <a:pt x="2050352" y="3619683"/>
                  </a:lnTo>
                  <a:lnTo>
                    <a:pt x="2050728" y="3619683"/>
                  </a:lnTo>
                  <a:lnTo>
                    <a:pt x="2051011" y="3619683"/>
                  </a:lnTo>
                  <a:lnTo>
                    <a:pt x="2051293" y="3619683"/>
                  </a:lnTo>
                  <a:lnTo>
                    <a:pt x="2051482" y="3619683"/>
                  </a:lnTo>
                  <a:lnTo>
                    <a:pt x="2051858" y="3619683"/>
                  </a:lnTo>
                  <a:lnTo>
                    <a:pt x="2051952" y="3619683"/>
                  </a:lnTo>
                  <a:lnTo>
                    <a:pt x="2052141" y="3619683"/>
                  </a:lnTo>
                  <a:lnTo>
                    <a:pt x="2052329" y="3619683"/>
                  </a:lnTo>
                  <a:lnTo>
                    <a:pt x="2052706" y="3619683"/>
                  </a:lnTo>
                  <a:lnTo>
                    <a:pt x="2052800" y="3619683"/>
                  </a:lnTo>
                  <a:lnTo>
                    <a:pt x="2052800" y="3614771"/>
                  </a:lnTo>
                  <a:lnTo>
                    <a:pt x="2053082" y="3614771"/>
                  </a:lnTo>
                  <a:lnTo>
                    <a:pt x="2053270" y="3614771"/>
                  </a:lnTo>
                  <a:lnTo>
                    <a:pt x="2053553" y="3614771"/>
                  </a:lnTo>
                  <a:lnTo>
                    <a:pt x="2053647" y="3614771"/>
                  </a:lnTo>
                  <a:lnTo>
                    <a:pt x="2053835" y="3614771"/>
                  </a:lnTo>
                  <a:lnTo>
                    <a:pt x="2053930" y="3614771"/>
                  </a:lnTo>
                  <a:lnTo>
                    <a:pt x="2054212" y="3614771"/>
                  </a:lnTo>
                  <a:lnTo>
                    <a:pt x="2054306" y="3614771"/>
                  </a:lnTo>
                  <a:lnTo>
                    <a:pt x="2054400" y="3614771"/>
                  </a:lnTo>
                  <a:lnTo>
                    <a:pt x="2054494" y="3614771"/>
                  </a:lnTo>
                  <a:lnTo>
                    <a:pt x="2054683" y="3614771"/>
                  </a:lnTo>
                  <a:lnTo>
                    <a:pt x="2054777" y="3614771"/>
                  </a:lnTo>
                  <a:lnTo>
                    <a:pt x="2054871" y="3614771"/>
                  </a:lnTo>
                  <a:lnTo>
                    <a:pt x="2054965" y="3614771"/>
                  </a:lnTo>
                  <a:lnTo>
                    <a:pt x="2055059" y="3614771"/>
                  </a:lnTo>
                  <a:lnTo>
                    <a:pt x="2055153" y="3614771"/>
                  </a:lnTo>
                  <a:lnTo>
                    <a:pt x="2055342" y="3614771"/>
                  </a:lnTo>
                  <a:lnTo>
                    <a:pt x="2055530" y="3614771"/>
                  </a:lnTo>
                  <a:lnTo>
                    <a:pt x="2055624" y="3614771"/>
                  </a:lnTo>
                  <a:lnTo>
                    <a:pt x="2055813" y="3614771"/>
                  </a:lnTo>
                  <a:lnTo>
                    <a:pt x="2055907" y="3614771"/>
                  </a:lnTo>
                  <a:lnTo>
                    <a:pt x="2056001" y="3614771"/>
                  </a:lnTo>
                  <a:lnTo>
                    <a:pt x="2056189" y="3614771"/>
                  </a:lnTo>
                  <a:lnTo>
                    <a:pt x="2056283" y="3614771"/>
                  </a:lnTo>
                  <a:lnTo>
                    <a:pt x="2056377" y="3614771"/>
                  </a:lnTo>
                  <a:lnTo>
                    <a:pt x="2056472" y="3614771"/>
                  </a:lnTo>
                  <a:lnTo>
                    <a:pt x="2056566" y="3614771"/>
                  </a:lnTo>
                  <a:lnTo>
                    <a:pt x="2056942" y="3614771"/>
                  </a:lnTo>
                  <a:lnTo>
                    <a:pt x="2057131" y="3614771"/>
                  </a:lnTo>
                  <a:lnTo>
                    <a:pt x="2057507" y="3614771"/>
                  </a:lnTo>
                  <a:lnTo>
                    <a:pt x="2057696" y="3614771"/>
                  </a:lnTo>
                  <a:lnTo>
                    <a:pt x="2057790" y="3614771"/>
                  </a:lnTo>
                  <a:lnTo>
                    <a:pt x="2057978" y="3614771"/>
                  </a:lnTo>
                  <a:lnTo>
                    <a:pt x="2058261" y="3614771"/>
                  </a:lnTo>
                  <a:lnTo>
                    <a:pt x="2058355" y="3614771"/>
                  </a:lnTo>
                  <a:lnTo>
                    <a:pt x="2058449" y="3614771"/>
                  </a:lnTo>
                  <a:lnTo>
                    <a:pt x="2058825" y="3614771"/>
                  </a:lnTo>
                  <a:lnTo>
                    <a:pt x="2058920" y="3614771"/>
                  </a:lnTo>
                  <a:lnTo>
                    <a:pt x="2059014" y="3614771"/>
                  </a:lnTo>
                  <a:lnTo>
                    <a:pt x="2059108" y="3614771"/>
                  </a:lnTo>
                  <a:lnTo>
                    <a:pt x="2059202" y="3614771"/>
                  </a:lnTo>
                  <a:lnTo>
                    <a:pt x="2059296" y="3614771"/>
                  </a:lnTo>
                  <a:lnTo>
                    <a:pt x="2059484" y="3614771"/>
                  </a:lnTo>
                  <a:lnTo>
                    <a:pt x="2059579" y="3614771"/>
                  </a:lnTo>
                  <a:lnTo>
                    <a:pt x="2060144" y="3614771"/>
                  </a:lnTo>
                  <a:lnTo>
                    <a:pt x="2060426" y="3614771"/>
                  </a:lnTo>
                  <a:lnTo>
                    <a:pt x="2060614" y="3614771"/>
                  </a:lnTo>
                  <a:lnTo>
                    <a:pt x="2060708" y="3614771"/>
                  </a:lnTo>
                  <a:lnTo>
                    <a:pt x="2060991" y="3614771"/>
                  </a:lnTo>
                  <a:lnTo>
                    <a:pt x="2061085" y="3614771"/>
                  </a:lnTo>
                  <a:lnTo>
                    <a:pt x="2061179" y="3614771"/>
                  </a:lnTo>
                  <a:lnTo>
                    <a:pt x="2061462" y="3614771"/>
                  </a:lnTo>
                  <a:lnTo>
                    <a:pt x="2061556" y="3614771"/>
                  </a:lnTo>
                  <a:lnTo>
                    <a:pt x="2061744" y="3614771"/>
                  </a:lnTo>
                  <a:lnTo>
                    <a:pt x="2061838" y="3614771"/>
                  </a:lnTo>
                  <a:lnTo>
                    <a:pt x="2062121" y="3614771"/>
                  </a:lnTo>
                  <a:lnTo>
                    <a:pt x="2062309" y="3614771"/>
                  </a:lnTo>
                  <a:lnTo>
                    <a:pt x="2062497" y="3614771"/>
                  </a:lnTo>
                  <a:lnTo>
                    <a:pt x="2062874" y="3614771"/>
                  </a:lnTo>
                  <a:lnTo>
                    <a:pt x="2062968" y="3609860"/>
                  </a:lnTo>
                  <a:lnTo>
                    <a:pt x="2063062" y="3609860"/>
                  </a:lnTo>
                  <a:lnTo>
                    <a:pt x="2063156" y="3609860"/>
                  </a:lnTo>
                  <a:lnTo>
                    <a:pt x="2063251" y="3609860"/>
                  </a:lnTo>
                  <a:lnTo>
                    <a:pt x="2063627" y="3609860"/>
                  </a:lnTo>
                  <a:lnTo>
                    <a:pt x="2063721" y="3609860"/>
                  </a:lnTo>
                  <a:lnTo>
                    <a:pt x="2063910" y="3609860"/>
                  </a:lnTo>
                  <a:lnTo>
                    <a:pt x="2064004" y="3609860"/>
                  </a:lnTo>
                  <a:lnTo>
                    <a:pt x="2064192" y="3609860"/>
                  </a:lnTo>
                  <a:lnTo>
                    <a:pt x="2064286" y="3609860"/>
                  </a:lnTo>
                  <a:lnTo>
                    <a:pt x="2064380" y="3609860"/>
                  </a:lnTo>
                  <a:lnTo>
                    <a:pt x="2064663" y="3609860"/>
                  </a:lnTo>
                  <a:lnTo>
                    <a:pt x="2064757" y="3609860"/>
                  </a:lnTo>
                  <a:lnTo>
                    <a:pt x="2065039" y="3609860"/>
                  </a:lnTo>
                  <a:lnTo>
                    <a:pt x="2065228" y="3609860"/>
                  </a:lnTo>
                  <a:lnTo>
                    <a:pt x="2065793" y="3609860"/>
                  </a:lnTo>
                  <a:lnTo>
                    <a:pt x="2073796" y="3600037"/>
                  </a:lnTo>
                  <a:lnTo>
                    <a:pt x="2073890" y="3600037"/>
                  </a:lnTo>
                  <a:lnTo>
                    <a:pt x="2073984" y="3600037"/>
                  </a:lnTo>
                  <a:lnTo>
                    <a:pt x="2074078" y="3600037"/>
                  </a:lnTo>
                  <a:lnTo>
                    <a:pt x="2074172" y="3600037"/>
                  </a:lnTo>
                  <a:lnTo>
                    <a:pt x="2074549" y="3600037"/>
                  </a:lnTo>
                  <a:lnTo>
                    <a:pt x="2074737" y="3600037"/>
                  </a:lnTo>
                  <a:lnTo>
                    <a:pt x="2075114" y="3600037"/>
                  </a:lnTo>
                  <a:lnTo>
                    <a:pt x="2075302" y="3600037"/>
                  </a:lnTo>
                  <a:lnTo>
                    <a:pt x="2075396" y="3600037"/>
                  </a:lnTo>
                  <a:lnTo>
                    <a:pt x="2075585" y="3595126"/>
                  </a:lnTo>
                  <a:lnTo>
                    <a:pt x="2075679" y="3595126"/>
                  </a:lnTo>
                  <a:lnTo>
                    <a:pt x="2075773" y="3595126"/>
                  </a:lnTo>
                  <a:lnTo>
                    <a:pt x="2075867" y="3595126"/>
                  </a:lnTo>
                  <a:lnTo>
                    <a:pt x="2075961" y="3595126"/>
                  </a:lnTo>
                  <a:lnTo>
                    <a:pt x="2076055" y="3595126"/>
                  </a:lnTo>
                  <a:lnTo>
                    <a:pt x="2076149" y="3595126"/>
                  </a:lnTo>
                  <a:lnTo>
                    <a:pt x="2076338" y="3595126"/>
                  </a:lnTo>
                  <a:lnTo>
                    <a:pt x="2076432" y="3595126"/>
                  </a:lnTo>
                  <a:lnTo>
                    <a:pt x="2076714" y="3595126"/>
                  </a:lnTo>
                  <a:lnTo>
                    <a:pt x="2076808" y="3595126"/>
                  </a:lnTo>
                  <a:lnTo>
                    <a:pt x="2076903" y="3595126"/>
                  </a:lnTo>
                  <a:lnTo>
                    <a:pt x="2077091" y="3595126"/>
                  </a:lnTo>
                  <a:lnTo>
                    <a:pt x="2077185" y="3595126"/>
                  </a:lnTo>
                  <a:lnTo>
                    <a:pt x="2077279" y="3595126"/>
                  </a:lnTo>
                  <a:lnTo>
                    <a:pt x="2077562" y="3595126"/>
                  </a:lnTo>
                  <a:lnTo>
                    <a:pt x="2077656" y="3595126"/>
                  </a:lnTo>
                  <a:lnTo>
                    <a:pt x="2077750" y="3595126"/>
                  </a:lnTo>
                  <a:lnTo>
                    <a:pt x="2077844" y="3595126"/>
                  </a:lnTo>
                  <a:lnTo>
                    <a:pt x="2078409" y="3595126"/>
                  </a:lnTo>
                  <a:lnTo>
                    <a:pt x="2078786" y="3595126"/>
                  </a:lnTo>
                  <a:lnTo>
                    <a:pt x="2078880" y="3595126"/>
                  </a:lnTo>
                  <a:lnTo>
                    <a:pt x="2079068" y="3595126"/>
                  </a:lnTo>
                  <a:lnTo>
                    <a:pt x="2079162" y="3595126"/>
                  </a:lnTo>
                  <a:lnTo>
                    <a:pt x="2079256" y="3595126"/>
                  </a:lnTo>
                  <a:lnTo>
                    <a:pt x="2079351" y="3595126"/>
                  </a:lnTo>
                  <a:lnTo>
                    <a:pt x="2079633" y="3595126"/>
                  </a:lnTo>
                  <a:lnTo>
                    <a:pt x="2079727" y="3595126"/>
                  </a:lnTo>
                  <a:lnTo>
                    <a:pt x="2079821" y="3595126"/>
                  </a:lnTo>
                  <a:lnTo>
                    <a:pt x="2080010" y="3595126"/>
                  </a:lnTo>
                  <a:lnTo>
                    <a:pt x="2080104" y="3595126"/>
                  </a:lnTo>
                  <a:lnTo>
                    <a:pt x="2080198" y="3595126"/>
                  </a:lnTo>
                  <a:lnTo>
                    <a:pt x="2080292" y="3595126"/>
                  </a:lnTo>
                  <a:lnTo>
                    <a:pt x="2080480" y="3595126"/>
                  </a:lnTo>
                  <a:lnTo>
                    <a:pt x="2080669" y="3595126"/>
                  </a:lnTo>
                  <a:lnTo>
                    <a:pt x="2080763" y="3595126"/>
                  </a:lnTo>
                  <a:lnTo>
                    <a:pt x="2080951" y="3595126"/>
                  </a:lnTo>
                  <a:lnTo>
                    <a:pt x="2081234" y="3595126"/>
                  </a:lnTo>
                  <a:lnTo>
                    <a:pt x="2081328" y="3595126"/>
                  </a:lnTo>
                  <a:lnTo>
                    <a:pt x="2081422" y="3595126"/>
                  </a:lnTo>
                  <a:lnTo>
                    <a:pt x="2081516" y="3595126"/>
                  </a:lnTo>
                  <a:lnTo>
                    <a:pt x="2081610" y="3595126"/>
                  </a:lnTo>
                  <a:lnTo>
                    <a:pt x="2081704" y="3595126"/>
                  </a:lnTo>
                  <a:lnTo>
                    <a:pt x="2081799" y="3595126"/>
                  </a:lnTo>
                  <a:lnTo>
                    <a:pt x="2081987" y="3595126"/>
                  </a:lnTo>
                  <a:lnTo>
                    <a:pt x="2082081" y="3595126"/>
                  </a:lnTo>
                  <a:lnTo>
                    <a:pt x="2082175" y="3595126"/>
                  </a:lnTo>
                  <a:lnTo>
                    <a:pt x="2082269" y="3595126"/>
                  </a:lnTo>
                  <a:lnTo>
                    <a:pt x="2082363" y="3590215"/>
                  </a:lnTo>
                  <a:lnTo>
                    <a:pt x="2082646" y="3590215"/>
                  </a:lnTo>
                  <a:lnTo>
                    <a:pt x="2082834" y="3590215"/>
                  </a:lnTo>
                  <a:lnTo>
                    <a:pt x="2082928" y="3590215"/>
                  </a:lnTo>
                  <a:lnTo>
                    <a:pt x="2083023" y="3590215"/>
                  </a:lnTo>
                  <a:lnTo>
                    <a:pt x="2083305" y="3590215"/>
                  </a:lnTo>
                  <a:lnTo>
                    <a:pt x="2083587" y="3585303"/>
                  </a:lnTo>
                  <a:lnTo>
                    <a:pt x="2083870" y="3585303"/>
                  </a:lnTo>
                  <a:lnTo>
                    <a:pt x="2084247" y="3585303"/>
                  </a:lnTo>
                  <a:lnTo>
                    <a:pt x="2084435" y="3585303"/>
                  </a:lnTo>
                  <a:lnTo>
                    <a:pt x="2084529" y="3585303"/>
                  </a:lnTo>
                  <a:lnTo>
                    <a:pt x="2084717" y="3585303"/>
                  </a:lnTo>
                  <a:lnTo>
                    <a:pt x="2085094" y="3585303"/>
                  </a:lnTo>
                  <a:lnTo>
                    <a:pt x="2085188" y="3585303"/>
                  </a:lnTo>
                  <a:lnTo>
                    <a:pt x="2085376" y="3585303"/>
                  </a:lnTo>
                  <a:lnTo>
                    <a:pt x="2085565" y="3585303"/>
                  </a:lnTo>
                  <a:lnTo>
                    <a:pt x="2085753" y="3585303"/>
                  </a:lnTo>
                  <a:lnTo>
                    <a:pt x="2086130" y="3585303"/>
                  </a:lnTo>
                  <a:lnTo>
                    <a:pt x="2086224" y="3585303"/>
                  </a:lnTo>
                  <a:lnTo>
                    <a:pt x="2086318" y="3585303"/>
                  </a:lnTo>
                  <a:lnTo>
                    <a:pt x="2086506" y="3585303"/>
                  </a:lnTo>
                  <a:lnTo>
                    <a:pt x="2086600" y="3585303"/>
                  </a:lnTo>
                  <a:lnTo>
                    <a:pt x="2086694" y="3585303"/>
                  </a:lnTo>
                  <a:lnTo>
                    <a:pt x="2086789" y="3580392"/>
                  </a:lnTo>
                  <a:lnTo>
                    <a:pt x="2087071" y="3580392"/>
                  </a:lnTo>
                  <a:lnTo>
                    <a:pt x="2087354" y="3580392"/>
                  </a:lnTo>
                  <a:lnTo>
                    <a:pt x="2087542" y="3580392"/>
                  </a:lnTo>
                  <a:lnTo>
                    <a:pt x="2087730" y="3580392"/>
                  </a:lnTo>
                  <a:lnTo>
                    <a:pt x="2087918" y="3580392"/>
                  </a:lnTo>
                  <a:lnTo>
                    <a:pt x="2088013" y="3580392"/>
                  </a:lnTo>
                  <a:lnTo>
                    <a:pt x="2088389" y="3580392"/>
                  </a:lnTo>
                  <a:lnTo>
                    <a:pt x="2088954" y="3575480"/>
                  </a:lnTo>
                  <a:lnTo>
                    <a:pt x="2089048" y="3575480"/>
                  </a:lnTo>
                  <a:lnTo>
                    <a:pt x="2089707" y="3575480"/>
                  </a:lnTo>
                  <a:lnTo>
                    <a:pt x="2089801" y="3575480"/>
                  </a:lnTo>
                  <a:lnTo>
                    <a:pt x="2089896" y="3575480"/>
                  </a:lnTo>
                  <a:lnTo>
                    <a:pt x="2090178" y="3575480"/>
                  </a:lnTo>
                  <a:lnTo>
                    <a:pt x="2090272" y="3575480"/>
                  </a:lnTo>
                  <a:lnTo>
                    <a:pt x="2090555" y="3575480"/>
                  </a:lnTo>
                  <a:lnTo>
                    <a:pt x="2090649" y="3575480"/>
                  </a:lnTo>
                  <a:lnTo>
                    <a:pt x="2090837" y="3575480"/>
                  </a:lnTo>
                  <a:lnTo>
                    <a:pt x="2091402" y="3575480"/>
                  </a:lnTo>
                  <a:lnTo>
                    <a:pt x="2091873" y="3575480"/>
                  </a:lnTo>
                  <a:lnTo>
                    <a:pt x="2092344" y="3575480"/>
                  </a:lnTo>
                  <a:lnTo>
                    <a:pt x="2092626" y="3575480"/>
                  </a:lnTo>
                  <a:lnTo>
                    <a:pt x="2092720" y="3575480"/>
                  </a:lnTo>
                  <a:lnTo>
                    <a:pt x="2093285" y="3575480"/>
                  </a:lnTo>
                  <a:lnTo>
                    <a:pt x="2093379" y="3575480"/>
                  </a:lnTo>
                  <a:lnTo>
                    <a:pt x="2093473" y="3575480"/>
                  </a:lnTo>
                  <a:lnTo>
                    <a:pt x="2093662" y="3575480"/>
                  </a:lnTo>
                  <a:lnTo>
                    <a:pt x="2093850" y="3575480"/>
                  </a:lnTo>
                  <a:lnTo>
                    <a:pt x="2094038" y="3575480"/>
                  </a:lnTo>
                  <a:lnTo>
                    <a:pt x="2094415" y="3575480"/>
                  </a:lnTo>
                  <a:lnTo>
                    <a:pt x="2094603" y="3575480"/>
                  </a:lnTo>
                  <a:lnTo>
                    <a:pt x="2094697" y="3575480"/>
                  </a:lnTo>
                  <a:lnTo>
                    <a:pt x="2094697" y="3570569"/>
                  </a:lnTo>
                  <a:lnTo>
                    <a:pt x="2094792" y="3570569"/>
                  </a:lnTo>
                  <a:lnTo>
                    <a:pt x="2094886" y="3570569"/>
                  </a:lnTo>
                  <a:lnTo>
                    <a:pt x="2095356" y="3570569"/>
                  </a:lnTo>
                  <a:lnTo>
                    <a:pt x="2095451" y="3570569"/>
                  </a:lnTo>
                  <a:lnTo>
                    <a:pt x="2096016" y="3570569"/>
                  </a:lnTo>
                  <a:lnTo>
                    <a:pt x="2096110" y="3570569"/>
                  </a:lnTo>
                  <a:lnTo>
                    <a:pt x="2096204" y="3570569"/>
                  </a:lnTo>
                  <a:lnTo>
                    <a:pt x="2096392" y="3570569"/>
                  </a:lnTo>
                  <a:lnTo>
                    <a:pt x="2096486" y="3570569"/>
                  </a:lnTo>
                  <a:lnTo>
                    <a:pt x="2096580" y="3570569"/>
                  </a:lnTo>
                  <a:lnTo>
                    <a:pt x="2097145" y="3570569"/>
                  </a:lnTo>
                  <a:lnTo>
                    <a:pt x="2097334" y="3570569"/>
                  </a:lnTo>
                  <a:lnTo>
                    <a:pt x="2097428" y="3570569"/>
                  </a:lnTo>
                  <a:lnTo>
                    <a:pt x="2097522" y="3570569"/>
                  </a:lnTo>
                  <a:lnTo>
                    <a:pt x="2097616" y="3570569"/>
                  </a:lnTo>
                  <a:lnTo>
                    <a:pt x="2097710" y="3570569"/>
                  </a:lnTo>
                  <a:lnTo>
                    <a:pt x="2097804" y="3570569"/>
                  </a:lnTo>
                  <a:lnTo>
                    <a:pt x="2098181" y="3570569"/>
                  </a:lnTo>
                  <a:lnTo>
                    <a:pt x="2098275" y="3570569"/>
                  </a:lnTo>
                  <a:lnTo>
                    <a:pt x="2098558" y="3570569"/>
                  </a:lnTo>
                  <a:lnTo>
                    <a:pt x="2099028" y="3570569"/>
                  </a:lnTo>
                  <a:lnTo>
                    <a:pt x="2099311" y="3570569"/>
                  </a:lnTo>
                  <a:lnTo>
                    <a:pt x="2099405" y="3570569"/>
                  </a:lnTo>
                  <a:lnTo>
                    <a:pt x="2099499" y="3570569"/>
                  </a:lnTo>
                  <a:lnTo>
                    <a:pt x="2099593" y="3570569"/>
                  </a:lnTo>
                  <a:lnTo>
                    <a:pt x="2099782" y="3570569"/>
                  </a:lnTo>
                  <a:lnTo>
                    <a:pt x="2099876" y="3570569"/>
                  </a:lnTo>
                  <a:lnTo>
                    <a:pt x="2099970" y="3570569"/>
                  </a:lnTo>
                  <a:lnTo>
                    <a:pt x="2100064" y="3570569"/>
                  </a:lnTo>
                  <a:lnTo>
                    <a:pt x="2100158" y="3570569"/>
                  </a:lnTo>
                  <a:lnTo>
                    <a:pt x="2100252" y="3570569"/>
                  </a:lnTo>
                  <a:lnTo>
                    <a:pt x="2100441" y="3570569"/>
                  </a:lnTo>
                  <a:lnTo>
                    <a:pt x="2100911" y="3570569"/>
                  </a:lnTo>
                  <a:lnTo>
                    <a:pt x="2101100" y="3570569"/>
                  </a:lnTo>
                  <a:lnTo>
                    <a:pt x="2101194" y="3570569"/>
                  </a:lnTo>
                  <a:lnTo>
                    <a:pt x="2101382" y="3570569"/>
                  </a:lnTo>
                  <a:lnTo>
                    <a:pt x="2101571" y="3565658"/>
                  </a:lnTo>
                  <a:lnTo>
                    <a:pt x="2101665" y="3565658"/>
                  </a:lnTo>
                  <a:lnTo>
                    <a:pt x="2101759" y="3565658"/>
                  </a:lnTo>
                  <a:lnTo>
                    <a:pt x="2101853" y="3565658"/>
                  </a:lnTo>
                  <a:lnTo>
                    <a:pt x="2101947" y="3565658"/>
                  </a:lnTo>
                  <a:lnTo>
                    <a:pt x="2102041" y="3565658"/>
                  </a:lnTo>
                  <a:lnTo>
                    <a:pt x="2102135" y="3565658"/>
                  </a:lnTo>
                  <a:lnTo>
                    <a:pt x="2102324" y="3565658"/>
                  </a:lnTo>
                  <a:lnTo>
                    <a:pt x="2102418" y="3565658"/>
                  </a:lnTo>
                  <a:lnTo>
                    <a:pt x="2102512" y="3565658"/>
                  </a:lnTo>
                  <a:lnTo>
                    <a:pt x="2102606" y="3565658"/>
                  </a:lnTo>
                  <a:lnTo>
                    <a:pt x="2102794" y="3565658"/>
                  </a:lnTo>
                  <a:lnTo>
                    <a:pt x="2102889" y="3565658"/>
                  </a:lnTo>
                  <a:lnTo>
                    <a:pt x="2102983" y="3565658"/>
                  </a:lnTo>
                  <a:lnTo>
                    <a:pt x="2103077" y="3565658"/>
                  </a:lnTo>
                  <a:lnTo>
                    <a:pt x="2103171" y="3565658"/>
                  </a:lnTo>
                  <a:lnTo>
                    <a:pt x="2103454" y="3565658"/>
                  </a:lnTo>
                  <a:lnTo>
                    <a:pt x="2103548" y="3565658"/>
                  </a:lnTo>
                  <a:lnTo>
                    <a:pt x="2103830" y="3565658"/>
                  </a:lnTo>
                  <a:lnTo>
                    <a:pt x="2104018" y="3565658"/>
                  </a:lnTo>
                  <a:lnTo>
                    <a:pt x="2104395" y="3565658"/>
                  </a:lnTo>
                  <a:lnTo>
                    <a:pt x="2104583" y="3565658"/>
                  </a:lnTo>
                  <a:lnTo>
                    <a:pt x="2104866" y="3565658"/>
                  </a:lnTo>
                  <a:lnTo>
                    <a:pt x="2105054" y="3565658"/>
                  </a:lnTo>
                  <a:lnTo>
                    <a:pt x="2105148" y="3565658"/>
                  </a:lnTo>
                  <a:lnTo>
                    <a:pt x="2105337" y="3565658"/>
                  </a:lnTo>
                  <a:lnTo>
                    <a:pt x="2105619" y="3565658"/>
                  </a:lnTo>
                  <a:lnTo>
                    <a:pt x="2105713" y="3565658"/>
                  </a:lnTo>
                  <a:lnTo>
                    <a:pt x="2105807" y="3565658"/>
                  </a:lnTo>
                  <a:lnTo>
                    <a:pt x="2105996" y="3565658"/>
                  </a:lnTo>
                  <a:lnTo>
                    <a:pt x="2106278" y="3560746"/>
                  </a:lnTo>
                  <a:lnTo>
                    <a:pt x="2106372" y="3560746"/>
                  </a:lnTo>
                  <a:lnTo>
                    <a:pt x="2106466" y="3560746"/>
                  </a:lnTo>
                  <a:lnTo>
                    <a:pt x="2106561" y="3560746"/>
                  </a:lnTo>
                  <a:lnTo>
                    <a:pt x="2106655" y="3560746"/>
                  </a:lnTo>
                  <a:lnTo>
                    <a:pt x="2107220" y="3560746"/>
                  </a:lnTo>
                  <a:lnTo>
                    <a:pt x="2107408" y="3560746"/>
                  </a:lnTo>
                  <a:lnTo>
                    <a:pt x="2107502" y="3560746"/>
                  </a:lnTo>
                  <a:lnTo>
                    <a:pt x="2107596" y="3560746"/>
                  </a:lnTo>
                  <a:lnTo>
                    <a:pt x="2107596" y="3555835"/>
                  </a:lnTo>
                  <a:lnTo>
                    <a:pt x="2107690" y="3555835"/>
                  </a:lnTo>
                  <a:lnTo>
                    <a:pt x="2108067" y="3555835"/>
                  </a:lnTo>
                  <a:lnTo>
                    <a:pt x="2108161" y="3555835"/>
                  </a:lnTo>
                  <a:lnTo>
                    <a:pt x="2108349" y="3555835"/>
                  </a:lnTo>
                  <a:lnTo>
                    <a:pt x="2108820" y="3550924"/>
                  </a:lnTo>
                  <a:lnTo>
                    <a:pt x="2109197" y="3550924"/>
                  </a:lnTo>
                  <a:lnTo>
                    <a:pt x="2109291" y="3550924"/>
                  </a:lnTo>
                  <a:lnTo>
                    <a:pt x="2109385" y="3550924"/>
                  </a:lnTo>
                  <a:lnTo>
                    <a:pt x="2109762" y="3550924"/>
                  </a:lnTo>
                  <a:lnTo>
                    <a:pt x="2109950" y="3550924"/>
                  </a:lnTo>
                  <a:lnTo>
                    <a:pt x="2110138" y="3550924"/>
                  </a:lnTo>
                  <a:lnTo>
                    <a:pt x="2110421" y="3550924"/>
                  </a:lnTo>
                  <a:lnTo>
                    <a:pt x="2110609" y="3550924"/>
                  </a:lnTo>
                  <a:lnTo>
                    <a:pt x="2110703" y="3550924"/>
                  </a:lnTo>
                  <a:lnTo>
                    <a:pt x="2110892" y="3550924"/>
                  </a:lnTo>
                  <a:lnTo>
                    <a:pt x="2111080" y="3550924"/>
                  </a:lnTo>
                  <a:lnTo>
                    <a:pt x="2111174" y="3550924"/>
                  </a:lnTo>
                  <a:lnTo>
                    <a:pt x="2111645" y="3550924"/>
                  </a:lnTo>
                  <a:lnTo>
                    <a:pt x="2111833" y="3550924"/>
                  </a:lnTo>
                  <a:lnTo>
                    <a:pt x="2111927" y="3550924"/>
                  </a:lnTo>
                  <a:lnTo>
                    <a:pt x="2112116" y="3550924"/>
                  </a:lnTo>
                  <a:lnTo>
                    <a:pt x="2112210" y="3550924"/>
                  </a:lnTo>
                  <a:lnTo>
                    <a:pt x="2112680" y="3550924"/>
                  </a:lnTo>
                  <a:lnTo>
                    <a:pt x="2112775" y="3550924"/>
                  </a:lnTo>
                  <a:lnTo>
                    <a:pt x="2112869" y="3550924"/>
                  </a:lnTo>
                  <a:lnTo>
                    <a:pt x="2112963" y="3550924"/>
                  </a:lnTo>
                  <a:lnTo>
                    <a:pt x="2113057" y="3550924"/>
                  </a:lnTo>
                  <a:lnTo>
                    <a:pt x="2113151" y="3550924"/>
                  </a:lnTo>
                  <a:lnTo>
                    <a:pt x="2113528" y="3546012"/>
                  </a:lnTo>
                  <a:lnTo>
                    <a:pt x="2113810" y="3546012"/>
                  </a:lnTo>
                  <a:lnTo>
                    <a:pt x="2114187" y="3546012"/>
                  </a:lnTo>
                  <a:lnTo>
                    <a:pt x="2114564" y="3541101"/>
                  </a:lnTo>
                  <a:lnTo>
                    <a:pt x="2114658" y="3541101"/>
                  </a:lnTo>
                  <a:lnTo>
                    <a:pt x="2114940" y="3541101"/>
                  </a:lnTo>
                  <a:lnTo>
                    <a:pt x="2115034" y="3541101"/>
                  </a:lnTo>
                  <a:lnTo>
                    <a:pt x="2115223" y="3541101"/>
                  </a:lnTo>
                  <a:lnTo>
                    <a:pt x="2115505" y="3541101"/>
                  </a:lnTo>
                  <a:lnTo>
                    <a:pt x="2116164" y="3541101"/>
                  </a:lnTo>
                  <a:lnTo>
                    <a:pt x="2116258" y="3541101"/>
                  </a:lnTo>
                  <a:lnTo>
                    <a:pt x="2116447" y="3541101"/>
                  </a:lnTo>
                  <a:lnTo>
                    <a:pt x="2116635" y="3541101"/>
                  </a:lnTo>
                  <a:lnTo>
                    <a:pt x="2117011" y="3541101"/>
                  </a:lnTo>
                  <a:lnTo>
                    <a:pt x="2117388" y="3541101"/>
                  </a:lnTo>
                  <a:lnTo>
                    <a:pt x="2118141" y="3541101"/>
                  </a:lnTo>
                  <a:lnTo>
                    <a:pt x="2118235" y="3541101"/>
                  </a:lnTo>
                  <a:lnTo>
                    <a:pt x="2118330" y="3541101"/>
                  </a:lnTo>
                  <a:lnTo>
                    <a:pt x="2118424" y="3541101"/>
                  </a:lnTo>
                  <a:lnTo>
                    <a:pt x="2118612" y="3541101"/>
                  </a:lnTo>
                  <a:lnTo>
                    <a:pt x="2118800" y="3536189"/>
                  </a:lnTo>
                  <a:lnTo>
                    <a:pt x="2119177" y="3536189"/>
                  </a:lnTo>
                  <a:lnTo>
                    <a:pt x="2119271" y="3536189"/>
                  </a:lnTo>
                  <a:lnTo>
                    <a:pt x="2119271" y="3531278"/>
                  </a:lnTo>
                  <a:lnTo>
                    <a:pt x="2119365" y="3531278"/>
                  </a:lnTo>
                  <a:lnTo>
                    <a:pt x="2119554" y="3531278"/>
                  </a:lnTo>
                  <a:lnTo>
                    <a:pt x="2119648" y="3531278"/>
                  </a:lnTo>
                  <a:lnTo>
                    <a:pt x="2119930" y="3531278"/>
                  </a:lnTo>
                  <a:lnTo>
                    <a:pt x="2120495" y="3526367"/>
                  </a:lnTo>
                  <a:lnTo>
                    <a:pt x="2120589" y="3526367"/>
                  </a:lnTo>
                  <a:lnTo>
                    <a:pt x="2121060" y="3526367"/>
                  </a:lnTo>
                  <a:lnTo>
                    <a:pt x="2121154" y="3526367"/>
                  </a:lnTo>
                  <a:lnTo>
                    <a:pt x="2121342" y="3526367"/>
                  </a:lnTo>
                  <a:lnTo>
                    <a:pt x="2121437" y="3526367"/>
                  </a:lnTo>
                  <a:lnTo>
                    <a:pt x="2121531" y="3526367"/>
                  </a:lnTo>
                  <a:lnTo>
                    <a:pt x="2121625" y="3526367"/>
                  </a:lnTo>
                  <a:lnTo>
                    <a:pt x="2122096" y="3526367"/>
                  </a:lnTo>
                  <a:lnTo>
                    <a:pt x="2122190" y="3526367"/>
                  </a:lnTo>
                  <a:lnTo>
                    <a:pt x="2122284" y="3526367"/>
                  </a:lnTo>
                  <a:lnTo>
                    <a:pt x="2122566" y="3526367"/>
                  </a:lnTo>
                  <a:lnTo>
                    <a:pt x="2122661" y="3526367"/>
                  </a:lnTo>
                  <a:lnTo>
                    <a:pt x="2122943" y="3526367"/>
                  </a:lnTo>
                  <a:lnTo>
                    <a:pt x="2123037" y="3526367"/>
                  </a:lnTo>
                  <a:lnTo>
                    <a:pt x="2123131" y="3526367"/>
                  </a:lnTo>
                  <a:lnTo>
                    <a:pt x="2123414" y="3526367"/>
                  </a:lnTo>
                  <a:lnTo>
                    <a:pt x="2123885" y="3526367"/>
                  </a:lnTo>
                  <a:lnTo>
                    <a:pt x="2123979" y="3521455"/>
                  </a:lnTo>
                  <a:lnTo>
                    <a:pt x="2124073" y="3521455"/>
                  </a:lnTo>
                  <a:lnTo>
                    <a:pt x="2124261" y="3521455"/>
                  </a:lnTo>
                  <a:lnTo>
                    <a:pt x="2124355" y="3521455"/>
                  </a:lnTo>
                  <a:lnTo>
                    <a:pt x="2124544" y="3521455"/>
                  </a:lnTo>
                  <a:lnTo>
                    <a:pt x="2125109" y="3521455"/>
                  </a:lnTo>
                  <a:lnTo>
                    <a:pt x="2125297" y="3521455"/>
                  </a:lnTo>
                  <a:lnTo>
                    <a:pt x="2125391" y="3521455"/>
                  </a:lnTo>
                  <a:lnTo>
                    <a:pt x="2125673" y="3521455"/>
                  </a:lnTo>
                  <a:lnTo>
                    <a:pt x="2125768" y="3521455"/>
                  </a:lnTo>
                  <a:lnTo>
                    <a:pt x="2125862" y="3521455"/>
                  </a:lnTo>
                  <a:lnTo>
                    <a:pt x="2125956" y="3521455"/>
                  </a:lnTo>
                  <a:lnTo>
                    <a:pt x="2126144" y="3521455"/>
                  </a:lnTo>
                  <a:lnTo>
                    <a:pt x="2126427" y="3521455"/>
                  </a:lnTo>
                  <a:lnTo>
                    <a:pt x="2126521" y="3521455"/>
                  </a:lnTo>
                  <a:lnTo>
                    <a:pt x="2126709" y="3521455"/>
                  </a:lnTo>
                  <a:lnTo>
                    <a:pt x="2126803" y="3521455"/>
                  </a:lnTo>
                  <a:lnTo>
                    <a:pt x="2127086" y="3516544"/>
                  </a:lnTo>
                  <a:lnTo>
                    <a:pt x="2127274" y="3516544"/>
                  </a:lnTo>
                  <a:lnTo>
                    <a:pt x="2127557" y="3516544"/>
                  </a:lnTo>
                  <a:lnTo>
                    <a:pt x="2127745" y="3516544"/>
                  </a:lnTo>
                  <a:lnTo>
                    <a:pt x="2128027" y="3516544"/>
                  </a:lnTo>
                  <a:lnTo>
                    <a:pt x="2128121" y="3516544"/>
                  </a:lnTo>
                  <a:lnTo>
                    <a:pt x="2128216" y="3516544"/>
                  </a:lnTo>
                  <a:lnTo>
                    <a:pt x="2128404" y="3516544"/>
                  </a:lnTo>
                  <a:lnTo>
                    <a:pt x="2128686" y="3511633"/>
                  </a:lnTo>
                  <a:lnTo>
                    <a:pt x="2128780" y="3511633"/>
                  </a:lnTo>
                  <a:lnTo>
                    <a:pt x="2129157" y="3511633"/>
                  </a:lnTo>
                  <a:lnTo>
                    <a:pt x="2129345" y="3511633"/>
                  </a:lnTo>
                  <a:lnTo>
                    <a:pt x="2129534" y="3511633"/>
                  </a:lnTo>
                  <a:lnTo>
                    <a:pt x="2129628" y="3511633"/>
                  </a:lnTo>
                  <a:lnTo>
                    <a:pt x="2129722" y="3511633"/>
                  </a:lnTo>
                  <a:lnTo>
                    <a:pt x="2130099" y="3511633"/>
                  </a:lnTo>
                  <a:lnTo>
                    <a:pt x="2130381" y="3511633"/>
                  </a:lnTo>
                  <a:lnTo>
                    <a:pt x="2130758" y="3511633"/>
                  </a:lnTo>
                  <a:lnTo>
                    <a:pt x="2130946" y="3511633"/>
                  </a:lnTo>
                  <a:lnTo>
                    <a:pt x="2131040" y="3511633"/>
                  </a:lnTo>
                  <a:lnTo>
                    <a:pt x="2131134" y="3511633"/>
                  </a:lnTo>
                  <a:lnTo>
                    <a:pt x="2131323" y="3511633"/>
                  </a:lnTo>
                  <a:lnTo>
                    <a:pt x="2131323" y="3506721"/>
                  </a:lnTo>
                  <a:lnTo>
                    <a:pt x="2131511" y="3506721"/>
                  </a:lnTo>
                  <a:lnTo>
                    <a:pt x="2131793" y="3506721"/>
                  </a:lnTo>
                  <a:lnTo>
                    <a:pt x="2132641" y="3506721"/>
                  </a:lnTo>
                  <a:lnTo>
                    <a:pt x="2132735" y="3506721"/>
                  </a:lnTo>
                  <a:lnTo>
                    <a:pt x="2132829" y="3506721"/>
                  </a:lnTo>
                  <a:lnTo>
                    <a:pt x="2133300" y="3506721"/>
                  </a:lnTo>
                  <a:lnTo>
                    <a:pt x="2133865" y="3506721"/>
                  </a:lnTo>
                  <a:lnTo>
                    <a:pt x="2134335" y="3506721"/>
                  </a:lnTo>
                  <a:lnTo>
                    <a:pt x="2134430" y="3506721"/>
                  </a:lnTo>
                  <a:lnTo>
                    <a:pt x="2134712" y="3506721"/>
                  </a:lnTo>
                  <a:lnTo>
                    <a:pt x="2134806" y="3506721"/>
                  </a:lnTo>
                  <a:lnTo>
                    <a:pt x="2134900" y="3506721"/>
                  </a:lnTo>
                  <a:lnTo>
                    <a:pt x="2135277" y="3506721"/>
                  </a:lnTo>
                  <a:lnTo>
                    <a:pt x="2135654" y="3506721"/>
                  </a:lnTo>
                  <a:lnTo>
                    <a:pt x="2135748" y="3501810"/>
                  </a:lnTo>
                  <a:lnTo>
                    <a:pt x="2135842" y="3496898"/>
                  </a:lnTo>
                  <a:lnTo>
                    <a:pt x="2136689" y="3496898"/>
                  </a:lnTo>
                  <a:lnTo>
                    <a:pt x="2136783" y="3496898"/>
                  </a:lnTo>
                  <a:lnTo>
                    <a:pt x="2136972" y="3496898"/>
                  </a:lnTo>
                  <a:lnTo>
                    <a:pt x="2137160" y="3496898"/>
                  </a:lnTo>
                  <a:lnTo>
                    <a:pt x="2137631" y="3496898"/>
                  </a:lnTo>
                  <a:lnTo>
                    <a:pt x="2137725" y="3496898"/>
                  </a:lnTo>
                  <a:lnTo>
                    <a:pt x="2137913" y="3496898"/>
                  </a:lnTo>
                  <a:lnTo>
                    <a:pt x="2138572" y="3496898"/>
                  </a:lnTo>
                  <a:lnTo>
                    <a:pt x="2138666" y="3496898"/>
                  </a:lnTo>
                  <a:lnTo>
                    <a:pt x="2139043" y="3496898"/>
                  </a:lnTo>
                  <a:lnTo>
                    <a:pt x="2139137" y="3496898"/>
                  </a:lnTo>
                  <a:lnTo>
                    <a:pt x="2139514" y="3491987"/>
                  </a:lnTo>
                  <a:lnTo>
                    <a:pt x="2139796" y="3491987"/>
                  </a:lnTo>
                  <a:lnTo>
                    <a:pt x="2139890" y="3491987"/>
                  </a:lnTo>
                  <a:lnTo>
                    <a:pt x="2140926" y="3491987"/>
                  </a:lnTo>
                  <a:lnTo>
                    <a:pt x="2141020" y="3491987"/>
                  </a:lnTo>
                  <a:lnTo>
                    <a:pt x="2141209" y="3491987"/>
                  </a:lnTo>
                  <a:lnTo>
                    <a:pt x="2141303" y="3491987"/>
                  </a:lnTo>
                  <a:lnTo>
                    <a:pt x="2141491" y="3491987"/>
                  </a:lnTo>
                  <a:lnTo>
                    <a:pt x="2141679" y="3491987"/>
                  </a:lnTo>
                  <a:lnTo>
                    <a:pt x="2141962" y="3491987"/>
                  </a:lnTo>
                  <a:lnTo>
                    <a:pt x="2142056" y="3491987"/>
                  </a:lnTo>
                  <a:lnTo>
                    <a:pt x="2142150" y="3491987"/>
                  </a:lnTo>
                  <a:lnTo>
                    <a:pt x="2142621" y="3491987"/>
                  </a:lnTo>
                  <a:lnTo>
                    <a:pt x="2143280" y="3491987"/>
                  </a:lnTo>
                  <a:lnTo>
                    <a:pt x="2143562" y="3491987"/>
                  </a:lnTo>
                  <a:lnTo>
                    <a:pt x="2143939" y="3491987"/>
                  </a:lnTo>
                  <a:lnTo>
                    <a:pt x="2144127" y="3491987"/>
                  </a:lnTo>
                  <a:lnTo>
                    <a:pt x="2144221" y="3491987"/>
                  </a:lnTo>
                  <a:lnTo>
                    <a:pt x="2144316" y="3491987"/>
                  </a:lnTo>
                  <a:lnTo>
                    <a:pt x="2144786" y="3491987"/>
                  </a:lnTo>
                  <a:lnTo>
                    <a:pt x="2144975" y="3491987"/>
                  </a:lnTo>
                  <a:lnTo>
                    <a:pt x="2145069" y="3491987"/>
                  </a:lnTo>
                  <a:lnTo>
                    <a:pt x="2145163" y="3491987"/>
                  </a:lnTo>
                  <a:lnTo>
                    <a:pt x="2145445" y="3491987"/>
                  </a:lnTo>
                  <a:lnTo>
                    <a:pt x="2145728" y="3491987"/>
                  </a:lnTo>
                  <a:lnTo>
                    <a:pt x="2145822" y="3491987"/>
                  </a:lnTo>
                  <a:lnTo>
                    <a:pt x="2145916" y="3491987"/>
                  </a:lnTo>
                  <a:lnTo>
                    <a:pt x="2146387" y="3491987"/>
                  </a:lnTo>
                  <a:lnTo>
                    <a:pt x="2146575" y="3491987"/>
                  </a:lnTo>
                  <a:lnTo>
                    <a:pt x="2146858" y="3491987"/>
                  </a:lnTo>
                  <a:lnTo>
                    <a:pt x="2146952" y="3491987"/>
                  </a:lnTo>
                  <a:lnTo>
                    <a:pt x="2147046" y="3491987"/>
                  </a:lnTo>
                  <a:lnTo>
                    <a:pt x="2147328" y="3491987"/>
                  </a:lnTo>
                  <a:lnTo>
                    <a:pt x="2147423" y="3491987"/>
                  </a:lnTo>
                  <a:lnTo>
                    <a:pt x="2147517" y="3491987"/>
                  </a:lnTo>
                  <a:lnTo>
                    <a:pt x="2147705" y="3491987"/>
                  </a:lnTo>
                  <a:lnTo>
                    <a:pt x="2147799" y="3491987"/>
                  </a:lnTo>
                  <a:lnTo>
                    <a:pt x="2148082" y="3491987"/>
                  </a:lnTo>
                  <a:lnTo>
                    <a:pt x="2148364" y="3491987"/>
                  </a:lnTo>
                  <a:lnTo>
                    <a:pt x="2148458" y="3491987"/>
                  </a:lnTo>
                  <a:lnTo>
                    <a:pt x="2148552" y="3491987"/>
                  </a:lnTo>
                  <a:lnTo>
                    <a:pt x="2148647" y="3491987"/>
                  </a:lnTo>
                  <a:lnTo>
                    <a:pt x="2148741" y="3491987"/>
                  </a:lnTo>
                  <a:lnTo>
                    <a:pt x="2148835" y="3491987"/>
                  </a:lnTo>
                  <a:lnTo>
                    <a:pt x="2149117" y="3491987"/>
                  </a:lnTo>
                  <a:lnTo>
                    <a:pt x="2149400" y="3491987"/>
                  </a:lnTo>
                  <a:lnTo>
                    <a:pt x="2149494" y="3491987"/>
                  </a:lnTo>
                  <a:lnTo>
                    <a:pt x="2149682" y="3491987"/>
                  </a:lnTo>
                  <a:lnTo>
                    <a:pt x="2149871" y="3491987"/>
                  </a:lnTo>
                  <a:lnTo>
                    <a:pt x="2149965" y="3491987"/>
                  </a:lnTo>
                  <a:lnTo>
                    <a:pt x="2150247" y="3491987"/>
                  </a:lnTo>
                  <a:lnTo>
                    <a:pt x="2150341" y="3491987"/>
                  </a:lnTo>
                  <a:lnTo>
                    <a:pt x="2150530" y="3491987"/>
                  </a:lnTo>
                  <a:lnTo>
                    <a:pt x="2150624" y="3491987"/>
                  </a:lnTo>
                  <a:lnTo>
                    <a:pt x="2150718" y="3491987"/>
                  </a:lnTo>
                  <a:lnTo>
                    <a:pt x="2150812" y="3491987"/>
                  </a:lnTo>
                  <a:lnTo>
                    <a:pt x="2150906" y="3491987"/>
                  </a:lnTo>
                  <a:lnTo>
                    <a:pt x="2151000" y="3491987"/>
                  </a:lnTo>
                  <a:lnTo>
                    <a:pt x="2151095" y="3491987"/>
                  </a:lnTo>
                  <a:lnTo>
                    <a:pt x="2151471" y="3491987"/>
                  </a:lnTo>
                  <a:lnTo>
                    <a:pt x="2151565" y="3491987"/>
                  </a:lnTo>
                  <a:lnTo>
                    <a:pt x="2151942" y="3491987"/>
                  </a:lnTo>
                  <a:lnTo>
                    <a:pt x="2152224" y="3491987"/>
                  </a:lnTo>
                  <a:lnTo>
                    <a:pt x="2152413" y="3491987"/>
                  </a:lnTo>
                  <a:lnTo>
                    <a:pt x="2152507" y="3491987"/>
                  </a:lnTo>
                  <a:lnTo>
                    <a:pt x="2152695" y="3491987"/>
                  </a:lnTo>
                  <a:lnTo>
                    <a:pt x="2152789" y="3491987"/>
                  </a:lnTo>
                  <a:lnTo>
                    <a:pt x="2153072" y="3491987"/>
                  </a:lnTo>
                  <a:lnTo>
                    <a:pt x="2153448" y="3491987"/>
                  </a:lnTo>
                  <a:lnTo>
                    <a:pt x="2153543" y="3491987"/>
                  </a:lnTo>
                  <a:lnTo>
                    <a:pt x="2154390" y="3491987"/>
                  </a:lnTo>
                  <a:lnTo>
                    <a:pt x="2154484" y="3491987"/>
                  </a:lnTo>
                  <a:lnTo>
                    <a:pt x="2154578" y="3491987"/>
                  </a:lnTo>
                  <a:lnTo>
                    <a:pt x="2154672" y="3491987"/>
                  </a:lnTo>
                  <a:lnTo>
                    <a:pt x="2155049" y="3487076"/>
                  </a:lnTo>
                  <a:lnTo>
                    <a:pt x="2155143" y="3487076"/>
                  </a:lnTo>
                  <a:lnTo>
                    <a:pt x="2155237" y="3487076"/>
                  </a:lnTo>
                  <a:lnTo>
                    <a:pt x="2155331" y="3487076"/>
                  </a:lnTo>
                  <a:lnTo>
                    <a:pt x="2155426" y="3487076"/>
                  </a:lnTo>
                  <a:lnTo>
                    <a:pt x="2155990" y="3487076"/>
                  </a:lnTo>
                  <a:lnTo>
                    <a:pt x="2156367" y="3487076"/>
                  </a:lnTo>
                  <a:lnTo>
                    <a:pt x="2156461" y="3487076"/>
                  </a:lnTo>
                  <a:lnTo>
                    <a:pt x="2156555" y="3487076"/>
                  </a:lnTo>
                  <a:lnTo>
                    <a:pt x="2156650" y="3487076"/>
                  </a:lnTo>
                  <a:lnTo>
                    <a:pt x="2156838" y="3487076"/>
                  </a:lnTo>
                  <a:lnTo>
                    <a:pt x="2157026" y="3487076"/>
                  </a:lnTo>
                  <a:lnTo>
                    <a:pt x="2157309" y="3487076"/>
                  </a:lnTo>
                  <a:lnTo>
                    <a:pt x="2157403" y="3487076"/>
                  </a:lnTo>
                  <a:lnTo>
                    <a:pt x="2157497" y="3487076"/>
                  </a:lnTo>
                  <a:lnTo>
                    <a:pt x="2157591" y="3487076"/>
                  </a:lnTo>
                  <a:lnTo>
                    <a:pt x="2158062" y="3487076"/>
                  </a:lnTo>
                  <a:lnTo>
                    <a:pt x="2158250" y="3487076"/>
                  </a:lnTo>
                  <a:lnTo>
                    <a:pt x="2158344" y="3487076"/>
                  </a:lnTo>
                  <a:lnTo>
                    <a:pt x="2158438" y="3487076"/>
                  </a:lnTo>
                  <a:lnTo>
                    <a:pt x="2158627" y="3487076"/>
                  </a:lnTo>
                  <a:lnTo>
                    <a:pt x="2158721" y="3487076"/>
                  </a:lnTo>
                  <a:lnTo>
                    <a:pt x="2158815" y="3487076"/>
                  </a:lnTo>
                  <a:lnTo>
                    <a:pt x="2159097" y="3487076"/>
                  </a:lnTo>
                  <a:lnTo>
                    <a:pt x="2159568" y="3487076"/>
                  </a:lnTo>
                  <a:lnTo>
                    <a:pt x="2159757" y="3487076"/>
                  </a:lnTo>
                  <a:lnTo>
                    <a:pt x="2159851" y="3487076"/>
                  </a:lnTo>
                  <a:lnTo>
                    <a:pt x="2159945" y="3487076"/>
                  </a:lnTo>
                  <a:lnTo>
                    <a:pt x="2160227" y="3487076"/>
                  </a:lnTo>
                  <a:lnTo>
                    <a:pt x="2160321" y="3487076"/>
                  </a:lnTo>
                  <a:lnTo>
                    <a:pt x="2160416" y="3487076"/>
                  </a:lnTo>
                  <a:lnTo>
                    <a:pt x="2160510" y="3487076"/>
                  </a:lnTo>
                  <a:lnTo>
                    <a:pt x="2160604" y="3487076"/>
                  </a:lnTo>
                  <a:lnTo>
                    <a:pt x="2160792" y="3487076"/>
                  </a:lnTo>
                  <a:lnTo>
                    <a:pt x="2160886" y="3487076"/>
                  </a:lnTo>
                  <a:lnTo>
                    <a:pt x="2161169" y="3487076"/>
                  </a:lnTo>
                  <a:lnTo>
                    <a:pt x="2161357" y="3487076"/>
                  </a:lnTo>
                  <a:lnTo>
                    <a:pt x="2161545" y="3487076"/>
                  </a:lnTo>
                  <a:lnTo>
                    <a:pt x="2162016" y="3487076"/>
                  </a:lnTo>
                  <a:lnTo>
                    <a:pt x="2162205" y="3487076"/>
                  </a:lnTo>
                  <a:lnTo>
                    <a:pt x="2162487" y="3487076"/>
                  </a:lnTo>
                  <a:lnTo>
                    <a:pt x="2162581" y="3487076"/>
                  </a:lnTo>
                  <a:lnTo>
                    <a:pt x="2162675" y="3487076"/>
                  </a:lnTo>
                  <a:lnTo>
                    <a:pt x="2162769" y="3487076"/>
                  </a:lnTo>
                  <a:lnTo>
                    <a:pt x="2162864" y="3487076"/>
                  </a:lnTo>
                  <a:lnTo>
                    <a:pt x="2163334" y="3487076"/>
                  </a:lnTo>
                  <a:lnTo>
                    <a:pt x="2163429" y="3487076"/>
                  </a:lnTo>
                  <a:lnTo>
                    <a:pt x="2163523" y="3487076"/>
                  </a:lnTo>
                  <a:lnTo>
                    <a:pt x="2163617" y="3487076"/>
                  </a:lnTo>
                  <a:lnTo>
                    <a:pt x="2163805" y="3487076"/>
                  </a:lnTo>
                  <a:lnTo>
                    <a:pt x="2163993" y="3487076"/>
                  </a:lnTo>
                  <a:lnTo>
                    <a:pt x="2164276" y="3487076"/>
                  </a:lnTo>
                  <a:lnTo>
                    <a:pt x="2164370" y="3487076"/>
                  </a:lnTo>
                  <a:lnTo>
                    <a:pt x="2164652" y="3487076"/>
                  </a:lnTo>
                  <a:lnTo>
                    <a:pt x="2164935" y="3487076"/>
                  </a:lnTo>
                  <a:lnTo>
                    <a:pt x="2165029" y="3487076"/>
                  </a:lnTo>
                  <a:lnTo>
                    <a:pt x="2165123" y="3487076"/>
                  </a:lnTo>
                  <a:lnTo>
                    <a:pt x="2165217" y="3487076"/>
                  </a:lnTo>
                  <a:lnTo>
                    <a:pt x="2165594" y="3487076"/>
                  </a:lnTo>
                  <a:lnTo>
                    <a:pt x="2165782" y="3487076"/>
                  </a:lnTo>
                  <a:lnTo>
                    <a:pt x="2165971" y="3487076"/>
                  </a:lnTo>
                  <a:lnTo>
                    <a:pt x="2166536" y="3487076"/>
                  </a:lnTo>
                  <a:lnTo>
                    <a:pt x="2166630" y="3487076"/>
                  </a:lnTo>
                  <a:lnTo>
                    <a:pt x="2166724" y="3487076"/>
                  </a:lnTo>
                  <a:lnTo>
                    <a:pt x="2166912" y="3482164"/>
                  </a:lnTo>
                  <a:lnTo>
                    <a:pt x="2167100" y="3482164"/>
                  </a:lnTo>
                  <a:lnTo>
                    <a:pt x="2167195" y="3482164"/>
                  </a:lnTo>
                  <a:lnTo>
                    <a:pt x="2167477" y="3482164"/>
                  </a:lnTo>
                  <a:lnTo>
                    <a:pt x="2167571" y="3482164"/>
                  </a:lnTo>
                  <a:lnTo>
                    <a:pt x="2168042" y="3482164"/>
                  </a:lnTo>
                  <a:lnTo>
                    <a:pt x="2168136" y="3482164"/>
                  </a:lnTo>
                  <a:lnTo>
                    <a:pt x="2168230" y="3482164"/>
                  </a:lnTo>
                  <a:lnTo>
                    <a:pt x="2168513" y="3482164"/>
                  </a:lnTo>
                  <a:lnTo>
                    <a:pt x="2169360" y="3482164"/>
                  </a:lnTo>
                  <a:lnTo>
                    <a:pt x="2169548" y="3482164"/>
                  </a:lnTo>
                  <a:lnTo>
                    <a:pt x="2169643" y="3482164"/>
                  </a:lnTo>
                  <a:lnTo>
                    <a:pt x="2169737" y="3482164"/>
                  </a:lnTo>
                  <a:lnTo>
                    <a:pt x="2170019" y="3482164"/>
                  </a:lnTo>
                  <a:lnTo>
                    <a:pt x="2170113" y="3482164"/>
                  </a:lnTo>
                  <a:lnTo>
                    <a:pt x="2170207" y="3482164"/>
                  </a:lnTo>
                  <a:lnTo>
                    <a:pt x="2170302" y="3482164"/>
                  </a:lnTo>
                  <a:lnTo>
                    <a:pt x="2170396" y="3482164"/>
                  </a:lnTo>
                  <a:lnTo>
                    <a:pt x="2171055" y="3482164"/>
                  </a:lnTo>
                  <a:lnTo>
                    <a:pt x="2171149" y="3482164"/>
                  </a:lnTo>
                  <a:lnTo>
                    <a:pt x="2171243" y="3482164"/>
                  </a:lnTo>
                  <a:lnTo>
                    <a:pt x="2172091" y="3482164"/>
                  </a:lnTo>
                  <a:lnTo>
                    <a:pt x="2172373" y="3482164"/>
                  </a:lnTo>
                  <a:lnTo>
                    <a:pt x="2172467" y="3482164"/>
                  </a:lnTo>
                  <a:lnTo>
                    <a:pt x="2172561" y="3482164"/>
                  </a:lnTo>
                  <a:lnTo>
                    <a:pt x="2172655" y="3482164"/>
                  </a:lnTo>
                  <a:lnTo>
                    <a:pt x="2172750" y="3482164"/>
                  </a:lnTo>
                  <a:lnTo>
                    <a:pt x="2172844" y="3482164"/>
                  </a:lnTo>
                  <a:lnTo>
                    <a:pt x="2172938" y="3482164"/>
                  </a:lnTo>
                  <a:lnTo>
                    <a:pt x="2173032" y="3482164"/>
                  </a:lnTo>
                  <a:lnTo>
                    <a:pt x="2173220" y="3482164"/>
                  </a:lnTo>
                  <a:lnTo>
                    <a:pt x="2173314" y="3482164"/>
                  </a:lnTo>
                  <a:lnTo>
                    <a:pt x="2173409" y="3482164"/>
                  </a:lnTo>
                  <a:lnTo>
                    <a:pt x="2173597" y="3482164"/>
                  </a:lnTo>
                  <a:lnTo>
                    <a:pt x="2173974" y="3482164"/>
                  </a:lnTo>
                  <a:lnTo>
                    <a:pt x="2174256" y="3482164"/>
                  </a:lnTo>
                  <a:lnTo>
                    <a:pt x="2174444" y="3477253"/>
                  </a:lnTo>
                  <a:lnTo>
                    <a:pt x="2174727" y="3477253"/>
                  </a:lnTo>
                  <a:lnTo>
                    <a:pt x="2174821" y="3477253"/>
                  </a:lnTo>
                  <a:lnTo>
                    <a:pt x="2174915" y="3477253"/>
                  </a:lnTo>
                  <a:lnTo>
                    <a:pt x="2175103" y="3477253"/>
                  </a:lnTo>
                  <a:lnTo>
                    <a:pt x="2175292" y="3477253"/>
                  </a:lnTo>
                  <a:lnTo>
                    <a:pt x="2175480" y="3477253"/>
                  </a:lnTo>
                  <a:lnTo>
                    <a:pt x="2175951" y="3477253"/>
                  </a:lnTo>
                  <a:lnTo>
                    <a:pt x="2176139" y="3477253"/>
                  </a:lnTo>
                  <a:lnTo>
                    <a:pt x="2176233" y="3477253"/>
                  </a:lnTo>
                  <a:lnTo>
                    <a:pt x="2176704" y="3477253"/>
                  </a:lnTo>
                  <a:lnTo>
                    <a:pt x="2176798" y="3477253"/>
                  </a:lnTo>
                  <a:lnTo>
                    <a:pt x="2176986" y="3477253"/>
                  </a:lnTo>
                  <a:lnTo>
                    <a:pt x="2177081" y="3477253"/>
                  </a:lnTo>
                  <a:lnTo>
                    <a:pt x="2177175" y="3477253"/>
                  </a:lnTo>
                  <a:lnTo>
                    <a:pt x="2177269" y="3477253"/>
                  </a:lnTo>
                  <a:lnTo>
                    <a:pt x="2177645" y="3477253"/>
                  </a:lnTo>
                  <a:lnTo>
                    <a:pt x="2177740" y="3477253"/>
                  </a:lnTo>
                  <a:lnTo>
                    <a:pt x="2177834" y="3477253"/>
                  </a:lnTo>
                  <a:lnTo>
                    <a:pt x="2177928" y="3477253"/>
                  </a:lnTo>
                  <a:lnTo>
                    <a:pt x="2178022" y="3477253"/>
                  </a:lnTo>
                  <a:lnTo>
                    <a:pt x="2178116" y="3477253"/>
                  </a:lnTo>
                  <a:lnTo>
                    <a:pt x="2178210" y="3477253"/>
                  </a:lnTo>
                  <a:lnTo>
                    <a:pt x="2178587" y="3477253"/>
                  </a:lnTo>
                  <a:lnTo>
                    <a:pt x="2178681" y="3477253"/>
                  </a:lnTo>
                  <a:lnTo>
                    <a:pt x="2179058" y="3472342"/>
                  </a:lnTo>
                  <a:lnTo>
                    <a:pt x="2179246" y="3472342"/>
                  </a:lnTo>
                  <a:lnTo>
                    <a:pt x="2179340" y="3472342"/>
                  </a:lnTo>
                  <a:lnTo>
                    <a:pt x="2179434" y="3472342"/>
                  </a:lnTo>
                  <a:lnTo>
                    <a:pt x="2179529" y="3472342"/>
                  </a:lnTo>
                  <a:lnTo>
                    <a:pt x="2179623" y="3472342"/>
                  </a:lnTo>
                  <a:lnTo>
                    <a:pt x="2179717" y="3472342"/>
                  </a:lnTo>
                  <a:lnTo>
                    <a:pt x="2179905" y="3472342"/>
                  </a:lnTo>
                  <a:lnTo>
                    <a:pt x="2179999" y="3472342"/>
                  </a:lnTo>
                  <a:lnTo>
                    <a:pt x="2180093" y="3472342"/>
                  </a:lnTo>
                  <a:lnTo>
                    <a:pt x="2180470" y="3472342"/>
                  </a:lnTo>
                  <a:lnTo>
                    <a:pt x="2180564" y="3472342"/>
                  </a:lnTo>
                  <a:lnTo>
                    <a:pt x="2180753" y="3472342"/>
                  </a:lnTo>
                  <a:lnTo>
                    <a:pt x="2181035" y="3472342"/>
                  </a:lnTo>
                  <a:lnTo>
                    <a:pt x="2181412" y="3472342"/>
                  </a:lnTo>
                  <a:lnTo>
                    <a:pt x="2181506" y="3472342"/>
                  </a:lnTo>
                  <a:lnTo>
                    <a:pt x="2182541" y="3472342"/>
                  </a:lnTo>
                  <a:lnTo>
                    <a:pt x="2182636" y="3472342"/>
                  </a:lnTo>
                  <a:lnTo>
                    <a:pt x="2182918" y="3472342"/>
                  </a:lnTo>
                  <a:lnTo>
                    <a:pt x="2183012" y="3472342"/>
                  </a:lnTo>
                  <a:lnTo>
                    <a:pt x="2183389" y="3472342"/>
                  </a:lnTo>
                  <a:lnTo>
                    <a:pt x="2183860" y="3472342"/>
                  </a:lnTo>
                  <a:lnTo>
                    <a:pt x="2183954" y="3472342"/>
                  </a:lnTo>
                  <a:lnTo>
                    <a:pt x="2184048" y="3472342"/>
                  </a:lnTo>
                  <a:lnTo>
                    <a:pt x="2184424" y="3472342"/>
                  </a:lnTo>
                  <a:lnTo>
                    <a:pt x="2184519" y="3472342"/>
                  </a:lnTo>
                  <a:lnTo>
                    <a:pt x="2184613" y="3472342"/>
                  </a:lnTo>
                  <a:lnTo>
                    <a:pt x="2184989" y="3472342"/>
                  </a:lnTo>
                  <a:lnTo>
                    <a:pt x="2185084" y="3472342"/>
                  </a:lnTo>
                  <a:lnTo>
                    <a:pt x="2185178" y="3472342"/>
                  </a:lnTo>
                  <a:lnTo>
                    <a:pt x="2185272" y="3472342"/>
                  </a:lnTo>
                  <a:lnTo>
                    <a:pt x="2185272" y="3467430"/>
                  </a:lnTo>
                  <a:lnTo>
                    <a:pt x="2185460" y="3467430"/>
                  </a:lnTo>
                  <a:lnTo>
                    <a:pt x="2185931" y="3467430"/>
                  </a:lnTo>
                  <a:lnTo>
                    <a:pt x="2186025" y="3467430"/>
                  </a:lnTo>
                  <a:lnTo>
                    <a:pt x="2186119" y="3467430"/>
                  </a:lnTo>
                  <a:lnTo>
                    <a:pt x="2186402" y="3467430"/>
                  </a:lnTo>
                  <a:lnTo>
                    <a:pt x="2186496" y="3467430"/>
                  </a:lnTo>
                  <a:lnTo>
                    <a:pt x="2186872" y="3467430"/>
                  </a:lnTo>
                  <a:lnTo>
                    <a:pt x="2187061" y="3467430"/>
                  </a:lnTo>
                  <a:lnTo>
                    <a:pt x="2187343" y="3467430"/>
                  </a:lnTo>
                  <a:lnTo>
                    <a:pt x="2187814" y="3467430"/>
                  </a:lnTo>
                  <a:lnTo>
                    <a:pt x="2187908" y="3467430"/>
                  </a:lnTo>
                  <a:lnTo>
                    <a:pt x="2188002" y="3467430"/>
                  </a:lnTo>
                  <a:lnTo>
                    <a:pt x="2188096" y="3467430"/>
                  </a:lnTo>
                  <a:lnTo>
                    <a:pt x="2188567" y="3467430"/>
                  </a:lnTo>
                  <a:lnTo>
                    <a:pt x="2189038" y="3467430"/>
                  </a:lnTo>
                  <a:lnTo>
                    <a:pt x="2189132" y="3467430"/>
                  </a:lnTo>
                  <a:lnTo>
                    <a:pt x="2189226" y="3467430"/>
                  </a:lnTo>
                  <a:lnTo>
                    <a:pt x="2189320" y="3467430"/>
                  </a:lnTo>
                  <a:lnTo>
                    <a:pt x="2189320" y="3462519"/>
                  </a:lnTo>
                  <a:lnTo>
                    <a:pt x="2189509" y="3462519"/>
                  </a:lnTo>
                  <a:lnTo>
                    <a:pt x="2189603" y="3462519"/>
                  </a:lnTo>
                  <a:lnTo>
                    <a:pt x="2189885" y="3462519"/>
                  </a:lnTo>
                  <a:lnTo>
                    <a:pt x="2189979" y="3462519"/>
                  </a:lnTo>
                  <a:lnTo>
                    <a:pt x="2190074" y="3462519"/>
                  </a:lnTo>
                  <a:lnTo>
                    <a:pt x="2190168" y="3462519"/>
                  </a:lnTo>
                  <a:lnTo>
                    <a:pt x="2190827" y="3462519"/>
                  </a:lnTo>
                  <a:lnTo>
                    <a:pt x="2190921" y="3462519"/>
                  </a:lnTo>
                  <a:lnTo>
                    <a:pt x="2191015" y="3462519"/>
                  </a:lnTo>
                  <a:lnTo>
                    <a:pt x="2191109" y="3462519"/>
                  </a:lnTo>
                  <a:lnTo>
                    <a:pt x="2191392" y="3462519"/>
                  </a:lnTo>
                  <a:lnTo>
                    <a:pt x="2191486" y="3462519"/>
                  </a:lnTo>
                  <a:lnTo>
                    <a:pt x="2191957" y="3462519"/>
                  </a:lnTo>
                  <a:lnTo>
                    <a:pt x="2192051" y="3462519"/>
                  </a:lnTo>
                  <a:lnTo>
                    <a:pt x="2192333" y="3462519"/>
                  </a:lnTo>
                  <a:lnTo>
                    <a:pt x="2192427" y="3462519"/>
                  </a:lnTo>
                  <a:lnTo>
                    <a:pt x="2193086" y="3462519"/>
                  </a:lnTo>
                  <a:lnTo>
                    <a:pt x="2193181" y="3462519"/>
                  </a:lnTo>
                  <a:lnTo>
                    <a:pt x="2193275" y="3462519"/>
                  </a:lnTo>
                  <a:lnTo>
                    <a:pt x="2193557" y="3462519"/>
                  </a:lnTo>
                  <a:lnTo>
                    <a:pt x="2193651" y="3462519"/>
                  </a:lnTo>
                  <a:lnTo>
                    <a:pt x="2193746" y="3462519"/>
                  </a:lnTo>
                  <a:lnTo>
                    <a:pt x="2193840" y="3462519"/>
                  </a:lnTo>
                  <a:lnTo>
                    <a:pt x="2194028" y="3462519"/>
                  </a:lnTo>
                  <a:lnTo>
                    <a:pt x="2194216" y="3462519"/>
                  </a:lnTo>
                  <a:lnTo>
                    <a:pt x="2194310" y="3457607"/>
                  </a:lnTo>
                  <a:lnTo>
                    <a:pt x="2194499" y="3457607"/>
                  </a:lnTo>
                  <a:lnTo>
                    <a:pt x="2194593" y="3457607"/>
                  </a:lnTo>
                  <a:lnTo>
                    <a:pt x="2194781" y="3457607"/>
                  </a:lnTo>
                  <a:lnTo>
                    <a:pt x="2195158" y="3457607"/>
                  </a:lnTo>
                  <a:lnTo>
                    <a:pt x="2195346" y="3457607"/>
                  </a:lnTo>
                  <a:lnTo>
                    <a:pt x="2195911" y="3457607"/>
                  </a:lnTo>
                  <a:lnTo>
                    <a:pt x="2196193" y="3457607"/>
                  </a:lnTo>
                  <a:lnTo>
                    <a:pt x="2196288" y="3457607"/>
                  </a:lnTo>
                  <a:lnTo>
                    <a:pt x="2196570" y="3457607"/>
                  </a:lnTo>
                  <a:lnTo>
                    <a:pt x="2197229" y="3457607"/>
                  </a:lnTo>
                  <a:lnTo>
                    <a:pt x="2197512" y="3457607"/>
                  </a:lnTo>
                  <a:lnTo>
                    <a:pt x="2197700" y="3457607"/>
                  </a:lnTo>
                  <a:lnTo>
                    <a:pt x="2197888" y="3457607"/>
                  </a:lnTo>
                  <a:lnTo>
                    <a:pt x="2197982" y="3457607"/>
                  </a:lnTo>
                  <a:lnTo>
                    <a:pt x="2198547" y="3457607"/>
                  </a:lnTo>
                  <a:lnTo>
                    <a:pt x="2198924" y="3452696"/>
                  </a:lnTo>
                  <a:lnTo>
                    <a:pt x="2199018" y="3447785"/>
                  </a:lnTo>
                  <a:lnTo>
                    <a:pt x="2199206" y="3447785"/>
                  </a:lnTo>
                  <a:lnTo>
                    <a:pt x="2199300" y="3447785"/>
                  </a:lnTo>
                  <a:lnTo>
                    <a:pt x="2199395" y="3447785"/>
                  </a:lnTo>
                  <a:lnTo>
                    <a:pt x="2199489" y="3447785"/>
                  </a:lnTo>
                  <a:lnTo>
                    <a:pt x="2199677" y="3447785"/>
                  </a:lnTo>
                  <a:lnTo>
                    <a:pt x="2199960" y="3447785"/>
                  </a:lnTo>
                  <a:lnTo>
                    <a:pt x="2200054" y="3447785"/>
                  </a:lnTo>
                  <a:lnTo>
                    <a:pt x="2200148" y="3447785"/>
                  </a:lnTo>
                  <a:lnTo>
                    <a:pt x="2200524" y="3447785"/>
                  </a:lnTo>
                  <a:lnTo>
                    <a:pt x="2200901" y="3447785"/>
                  </a:lnTo>
                  <a:lnTo>
                    <a:pt x="2200995" y="3447785"/>
                  </a:lnTo>
                  <a:lnTo>
                    <a:pt x="2201466" y="3442873"/>
                  </a:lnTo>
                  <a:lnTo>
                    <a:pt x="2202031" y="3442873"/>
                  </a:lnTo>
                  <a:lnTo>
                    <a:pt x="2202125" y="3442873"/>
                  </a:lnTo>
                  <a:lnTo>
                    <a:pt x="2202219" y="3442873"/>
                  </a:lnTo>
                  <a:lnTo>
                    <a:pt x="2202502" y="3442873"/>
                  </a:lnTo>
                  <a:lnTo>
                    <a:pt x="2202878" y="3442873"/>
                  </a:lnTo>
                  <a:lnTo>
                    <a:pt x="2202972" y="3442873"/>
                  </a:lnTo>
                  <a:lnTo>
                    <a:pt x="2203537" y="3442873"/>
                  </a:lnTo>
                  <a:lnTo>
                    <a:pt x="2203726" y="3442873"/>
                  </a:lnTo>
                  <a:lnTo>
                    <a:pt x="2203820" y="3442873"/>
                  </a:lnTo>
                  <a:lnTo>
                    <a:pt x="2203914" y="3442873"/>
                  </a:lnTo>
                  <a:lnTo>
                    <a:pt x="2204008" y="3442873"/>
                  </a:lnTo>
                  <a:lnTo>
                    <a:pt x="2204196" y="3442873"/>
                  </a:lnTo>
                  <a:lnTo>
                    <a:pt x="2204479" y="3442873"/>
                  </a:lnTo>
                  <a:lnTo>
                    <a:pt x="2204667" y="3442873"/>
                  </a:lnTo>
                  <a:lnTo>
                    <a:pt x="2205232" y="3442873"/>
                  </a:lnTo>
                  <a:lnTo>
                    <a:pt x="2205326" y="3442873"/>
                  </a:lnTo>
                  <a:lnTo>
                    <a:pt x="2205420" y="3442873"/>
                  </a:lnTo>
                  <a:lnTo>
                    <a:pt x="2205609" y="3442873"/>
                  </a:lnTo>
                  <a:lnTo>
                    <a:pt x="2205703" y="3442873"/>
                  </a:lnTo>
                  <a:lnTo>
                    <a:pt x="2205891" y="3442873"/>
                  </a:lnTo>
                  <a:lnTo>
                    <a:pt x="2206079" y="3442873"/>
                  </a:lnTo>
                  <a:lnTo>
                    <a:pt x="2206644" y="3442873"/>
                  </a:lnTo>
                  <a:lnTo>
                    <a:pt x="2206739" y="3442873"/>
                  </a:lnTo>
                  <a:lnTo>
                    <a:pt x="2207115" y="3442873"/>
                  </a:lnTo>
                  <a:lnTo>
                    <a:pt x="2207209" y="3442873"/>
                  </a:lnTo>
                  <a:lnTo>
                    <a:pt x="2207680" y="3442873"/>
                  </a:lnTo>
                  <a:lnTo>
                    <a:pt x="2207868" y="3442873"/>
                  </a:lnTo>
                  <a:lnTo>
                    <a:pt x="2208151" y="3442873"/>
                  </a:lnTo>
                  <a:lnTo>
                    <a:pt x="2208433" y="3442873"/>
                  </a:lnTo>
                  <a:lnTo>
                    <a:pt x="2208527" y="3442873"/>
                  </a:lnTo>
                  <a:lnTo>
                    <a:pt x="2208622" y="3442873"/>
                  </a:lnTo>
                  <a:lnTo>
                    <a:pt x="2208904" y="3437962"/>
                  </a:lnTo>
                  <a:lnTo>
                    <a:pt x="2208998" y="3437962"/>
                  </a:lnTo>
                  <a:lnTo>
                    <a:pt x="2209186" y="3437962"/>
                  </a:lnTo>
                  <a:lnTo>
                    <a:pt x="2209281" y="3437962"/>
                  </a:lnTo>
                  <a:lnTo>
                    <a:pt x="2209469" y="3437962"/>
                  </a:lnTo>
                  <a:lnTo>
                    <a:pt x="2209563" y="3437962"/>
                  </a:lnTo>
                  <a:lnTo>
                    <a:pt x="2209657" y="3437962"/>
                  </a:lnTo>
                  <a:lnTo>
                    <a:pt x="2209751" y="3437962"/>
                  </a:lnTo>
                  <a:lnTo>
                    <a:pt x="2209940" y="3437962"/>
                  </a:lnTo>
                  <a:lnTo>
                    <a:pt x="2210034" y="3437962"/>
                  </a:lnTo>
                  <a:lnTo>
                    <a:pt x="2210505" y="3437962"/>
                  </a:lnTo>
                  <a:lnTo>
                    <a:pt x="2210693" y="3437962"/>
                  </a:lnTo>
                  <a:lnTo>
                    <a:pt x="2210787" y="3437962"/>
                  </a:lnTo>
                  <a:lnTo>
                    <a:pt x="2210787" y="3433051"/>
                  </a:lnTo>
                  <a:lnTo>
                    <a:pt x="2210975" y="3433051"/>
                  </a:lnTo>
                  <a:lnTo>
                    <a:pt x="2211070" y="3433051"/>
                  </a:lnTo>
                  <a:lnTo>
                    <a:pt x="2211164" y="3433051"/>
                  </a:lnTo>
                  <a:lnTo>
                    <a:pt x="2211258" y="3433051"/>
                  </a:lnTo>
                  <a:lnTo>
                    <a:pt x="2211446" y="3433051"/>
                  </a:lnTo>
                  <a:lnTo>
                    <a:pt x="2211540" y="3433051"/>
                  </a:lnTo>
                  <a:lnTo>
                    <a:pt x="2211823" y="3433051"/>
                  </a:lnTo>
                  <a:lnTo>
                    <a:pt x="2211917" y="3433051"/>
                  </a:lnTo>
                  <a:lnTo>
                    <a:pt x="2212011" y="3433051"/>
                  </a:lnTo>
                  <a:lnTo>
                    <a:pt x="2212105" y="3428139"/>
                  </a:lnTo>
                  <a:lnTo>
                    <a:pt x="2212199" y="3428139"/>
                  </a:lnTo>
                  <a:lnTo>
                    <a:pt x="2212576" y="3423228"/>
                  </a:lnTo>
                  <a:lnTo>
                    <a:pt x="2212670" y="3423228"/>
                  </a:lnTo>
                  <a:lnTo>
                    <a:pt x="2212858" y="3423228"/>
                  </a:lnTo>
                  <a:lnTo>
                    <a:pt x="2213423" y="3423228"/>
                  </a:lnTo>
                  <a:lnTo>
                    <a:pt x="2213612" y="3423228"/>
                  </a:lnTo>
                  <a:lnTo>
                    <a:pt x="2213988" y="3423228"/>
                  </a:lnTo>
                  <a:lnTo>
                    <a:pt x="2214459" y="3423228"/>
                  </a:lnTo>
                  <a:lnTo>
                    <a:pt x="2214647" y="3423228"/>
                  </a:lnTo>
                  <a:lnTo>
                    <a:pt x="2214741" y="3423228"/>
                  </a:lnTo>
                  <a:lnTo>
                    <a:pt x="2214741" y="3418316"/>
                  </a:lnTo>
                  <a:lnTo>
                    <a:pt x="2214836" y="3418316"/>
                  </a:lnTo>
                  <a:lnTo>
                    <a:pt x="2215306" y="3418316"/>
                  </a:lnTo>
                  <a:lnTo>
                    <a:pt x="2215495" y="3418316"/>
                  </a:lnTo>
                  <a:lnTo>
                    <a:pt x="2215589" y="3418316"/>
                  </a:lnTo>
                  <a:lnTo>
                    <a:pt x="2215965" y="3418316"/>
                  </a:lnTo>
                  <a:lnTo>
                    <a:pt x="2216907" y="3413405"/>
                  </a:lnTo>
                  <a:lnTo>
                    <a:pt x="2217001" y="3413405"/>
                  </a:lnTo>
                  <a:lnTo>
                    <a:pt x="2217095" y="3413405"/>
                  </a:lnTo>
                  <a:lnTo>
                    <a:pt x="2217189" y="3413405"/>
                  </a:lnTo>
                  <a:lnTo>
                    <a:pt x="2217472" y="3413405"/>
                  </a:lnTo>
                  <a:lnTo>
                    <a:pt x="2217566" y="3413405"/>
                  </a:lnTo>
                  <a:lnTo>
                    <a:pt x="2217566" y="3408494"/>
                  </a:lnTo>
                  <a:lnTo>
                    <a:pt x="2217660" y="3408494"/>
                  </a:lnTo>
                  <a:lnTo>
                    <a:pt x="2217848" y="3408494"/>
                  </a:lnTo>
                  <a:lnTo>
                    <a:pt x="2217943" y="3408494"/>
                  </a:lnTo>
                  <a:lnTo>
                    <a:pt x="2218225" y="3408494"/>
                  </a:lnTo>
                  <a:lnTo>
                    <a:pt x="2218508" y="3408494"/>
                  </a:lnTo>
                  <a:lnTo>
                    <a:pt x="2218602" y="3408494"/>
                  </a:lnTo>
                  <a:lnTo>
                    <a:pt x="2218696" y="3408494"/>
                  </a:lnTo>
                  <a:lnTo>
                    <a:pt x="2218884" y="3408494"/>
                  </a:lnTo>
                  <a:lnTo>
                    <a:pt x="2218978" y="3408494"/>
                  </a:lnTo>
                  <a:lnTo>
                    <a:pt x="2219167" y="3408494"/>
                  </a:lnTo>
                  <a:lnTo>
                    <a:pt x="2219449" y="3408494"/>
                  </a:lnTo>
                  <a:lnTo>
                    <a:pt x="2219543" y="3408494"/>
                  </a:lnTo>
                  <a:lnTo>
                    <a:pt x="2219826" y="3408494"/>
                  </a:lnTo>
                  <a:lnTo>
                    <a:pt x="2219920" y="3408494"/>
                  </a:lnTo>
                  <a:lnTo>
                    <a:pt x="2220391" y="3408494"/>
                  </a:lnTo>
                  <a:lnTo>
                    <a:pt x="2220485" y="3408494"/>
                  </a:lnTo>
                  <a:lnTo>
                    <a:pt x="2220955" y="3408494"/>
                  </a:lnTo>
                  <a:lnTo>
                    <a:pt x="2221144" y="3408494"/>
                  </a:lnTo>
                  <a:lnTo>
                    <a:pt x="2221520" y="3408494"/>
                  </a:lnTo>
                  <a:lnTo>
                    <a:pt x="2221803" y="3408494"/>
                  </a:lnTo>
                  <a:lnTo>
                    <a:pt x="2221897" y="3408494"/>
                  </a:lnTo>
                  <a:lnTo>
                    <a:pt x="2221991" y="3408494"/>
                  </a:lnTo>
                  <a:lnTo>
                    <a:pt x="2222085" y="3408494"/>
                  </a:lnTo>
                  <a:lnTo>
                    <a:pt x="2222085" y="3403582"/>
                  </a:lnTo>
                  <a:lnTo>
                    <a:pt x="2222462" y="3403582"/>
                  </a:lnTo>
                  <a:lnTo>
                    <a:pt x="2222650" y="3403582"/>
                  </a:lnTo>
                  <a:lnTo>
                    <a:pt x="2222744" y="3403582"/>
                  </a:lnTo>
                  <a:lnTo>
                    <a:pt x="2222933" y="3403582"/>
                  </a:lnTo>
                  <a:lnTo>
                    <a:pt x="2223121" y="3403582"/>
                  </a:lnTo>
                  <a:lnTo>
                    <a:pt x="2223309" y="3403582"/>
                  </a:lnTo>
                  <a:lnTo>
                    <a:pt x="2223498" y="3403582"/>
                  </a:lnTo>
                  <a:lnTo>
                    <a:pt x="2223874" y="3403582"/>
                  </a:lnTo>
                  <a:lnTo>
                    <a:pt x="2224063" y="3403582"/>
                  </a:lnTo>
                  <a:lnTo>
                    <a:pt x="2224157" y="3403582"/>
                  </a:lnTo>
                  <a:lnTo>
                    <a:pt x="2224345" y="3403582"/>
                  </a:lnTo>
                  <a:lnTo>
                    <a:pt x="2224439" y="3403582"/>
                  </a:lnTo>
                  <a:lnTo>
                    <a:pt x="2224627" y="3403582"/>
                  </a:lnTo>
                  <a:lnTo>
                    <a:pt x="2224722" y="3403582"/>
                  </a:lnTo>
                  <a:lnTo>
                    <a:pt x="2224816" y="3403582"/>
                  </a:lnTo>
                  <a:lnTo>
                    <a:pt x="2224910" y="3403582"/>
                  </a:lnTo>
                  <a:lnTo>
                    <a:pt x="2225004" y="3403582"/>
                  </a:lnTo>
                  <a:lnTo>
                    <a:pt x="2225098" y="3403582"/>
                  </a:lnTo>
                  <a:lnTo>
                    <a:pt x="2225286" y="3403582"/>
                  </a:lnTo>
                  <a:lnTo>
                    <a:pt x="2225381" y="3403582"/>
                  </a:lnTo>
                  <a:lnTo>
                    <a:pt x="2225475" y="3403582"/>
                  </a:lnTo>
                  <a:lnTo>
                    <a:pt x="2225663" y="3403582"/>
                  </a:lnTo>
                  <a:lnTo>
                    <a:pt x="2226040" y="3403582"/>
                  </a:lnTo>
                  <a:lnTo>
                    <a:pt x="2226134" y="3403582"/>
                  </a:lnTo>
                  <a:lnTo>
                    <a:pt x="2226228" y="3403582"/>
                  </a:lnTo>
                  <a:lnTo>
                    <a:pt x="2226322" y="3403582"/>
                  </a:lnTo>
                  <a:lnTo>
                    <a:pt x="2226416" y="3403582"/>
                  </a:lnTo>
                  <a:lnTo>
                    <a:pt x="2226510" y="3403582"/>
                  </a:lnTo>
                  <a:lnTo>
                    <a:pt x="2226981" y="3398671"/>
                  </a:lnTo>
                  <a:lnTo>
                    <a:pt x="2227170" y="3398671"/>
                  </a:lnTo>
                  <a:lnTo>
                    <a:pt x="2227264" y="3398671"/>
                  </a:lnTo>
                  <a:lnTo>
                    <a:pt x="2227452" y="3398671"/>
                  </a:lnTo>
                  <a:lnTo>
                    <a:pt x="2227640" y="3398671"/>
                  </a:lnTo>
                  <a:lnTo>
                    <a:pt x="2227829" y="3398671"/>
                  </a:lnTo>
                  <a:lnTo>
                    <a:pt x="2227923" y="3398671"/>
                  </a:lnTo>
                  <a:lnTo>
                    <a:pt x="2228394" y="3398671"/>
                  </a:lnTo>
                  <a:lnTo>
                    <a:pt x="2228770" y="3398671"/>
                  </a:lnTo>
                  <a:lnTo>
                    <a:pt x="2228864" y="3398671"/>
                  </a:lnTo>
                  <a:lnTo>
                    <a:pt x="2229147" y="3398671"/>
                  </a:lnTo>
                  <a:lnTo>
                    <a:pt x="2229241" y="3398671"/>
                  </a:lnTo>
                  <a:lnTo>
                    <a:pt x="2229335" y="3398671"/>
                  </a:lnTo>
                  <a:lnTo>
                    <a:pt x="2229523" y="3398671"/>
                  </a:lnTo>
                  <a:lnTo>
                    <a:pt x="2229617" y="3398671"/>
                  </a:lnTo>
                  <a:lnTo>
                    <a:pt x="2229712" y="3398671"/>
                  </a:lnTo>
                  <a:lnTo>
                    <a:pt x="2229994" y="3398671"/>
                  </a:lnTo>
                  <a:lnTo>
                    <a:pt x="2229994" y="3393760"/>
                  </a:lnTo>
                  <a:lnTo>
                    <a:pt x="2230371" y="3393760"/>
                  </a:lnTo>
                  <a:lnTo>
                    <a:pt x="2230465" y="3393760"/>
                  </a:lnTo>
                  <a:lnTo>
                    <a:pt x="2230559" y="3393760"/>
                  </a:lnTo>
                  <a:lnTo>
                    <a:pt x="2230747" y="3393760"/>
                  </a:lnTo>
                  <a:lnTo>
                    <a:pt x="2230841" y="3393760"/>
                  </a:lnTo>
                  <a:lnTo>
                    <a:pt x="2230936" y="3393760"/>
                  </a:lnTo>
                  <a:lnTo>
                    <a:pt x="2231312" y="3388848"/>
                  </a:lnTo>
                  <a:lnTo>
                    <a:pt x="2231501" y="3388848"/>
                  </a:lnTo>
                  <a:lnTo>
                    <a:pt x="2231595" y="3388848"/>
                  </a:lnTo>
                  <a:lnTo>
                    <a:pt x="2232065" y="3383937"/>
                  </a:lnTo>
                  <a:lnTo>
                    <a:pt x="2232160" y="3383937"/>
                  </a:lnTo>
                  <a:lnTo>
                    <a:pt x="2232630" y="3383937"/>
                  </a:lnTo>
                  <a:lnTo>
                    <a:pt x="2232725" y="3383937"/>
                  </a:lnTo>
                  <a:lnTo>
                    <a:pt x="2232913" y="3383937"/>
                  </a:lnTo>
                  <a:lnTo>
                    <a:pt x="2233007" y="3383937"/>
                  </a:lnTo>
                  <a:lnTo>
                    <a:pt x="2233760" y="3383937"/>
                  </a:lnTo>
                  <a:lnTo>
                    <a:pt x="2233948" y="3383937"/>
                  </a:lnTo>
                  <a:lnTo>
                    <a:pt x="2234043" y="3383937"/>
                  </a:lnTo>
                  <a:lnTo>
                    <a:pt x="2234137" y="3383937"/>
                  </a:lnTo>
                  <a:lnTo>
                    <a:pt x="2234137" y="3379025"/>
                  </a:lnTo>
                  <a:lnTo>
                    <a:pt x="2234513" y="3379025"/>
                  </a:lnTo>
                  <a:lnTo>
                    <a:pt x="2234702" y="3379025"/>
                  </a:lnTo>
                  <a:lnTo>
                    <a:pt x="2234890" y="3379025"/>
                  </a:lnTo>
                  <a:lnTo>
                    <a:pt x="2235078" y="3379025"/>
                  </a:lnTo>
                  <a:lnTo>
                    <a:pt x="2235361" y="3379025"/>
                  </a:lnTo>
                  <a:lnTo>
                    <a:pt x="2235549" y="3379025"/>
                  </a:lnTo>
                  <a:lnTo>
                    <a:pt x="2235643" y="3379025"/>
                  </a:lnTo>
                  <a:lnTo>
                    <a:pt x="2235832" y="3379025"/>
                  </a:lnTo>
                  <a:lnTo>
                    <a:pt x="2236114" y="3379025"/>
                  </a:lnTo>
                  <a:lnTo>
                    <a:pt x="2236302" y="3379025"/>
                  </a:lnTo>
                  <a:lnTo>
                    <a:pt x="2236396" y="3379025"/>
                  </a:lnTo>
                  <a:lnTo>
                    <a:pt x="2236491" y="3379025"/>
                  </a:lnTo>
                  <a:lnTo>
                    <a:pt x="2236585" y="3379025"/>
                  </a:lnTo>
                  <a:lnTo>
                    <a:pt x="2236679" y="3379025"/>
                  </a:lnTo>
                  <a:lnTo>
                    <a:pt x="2236773" y="3379025"/>
                  </a:lnTo>
                  <a:lnTo>
                    <a:pt x="2236867" y="3379025"/>
                  </a:lnTo>
                  <a:lnTo>
                    <a:pt x="2236961" y="3379025"/>
                  </a:lnTo>
                  <a:lnTo>
                    <a:pt x="2237056" y="3379025"/>
                  </a:lnTo>
                  <a:lnTo>
                    <a:pt x="2237338" y="3379025"/>
                  </a:lnTo>
                  <a:lnTo>
                    <a:pt x="2237620" y="3379025"/>
                  </a:lnTo>
                  <a:lnTo>
                    <a:pt x="2237903" y="3379025"/>
                  </a:lnTo>
                  <a:lnTo>
                    <a:pt x="2237997" y="3379025"/>
                  </a:lnTo>
                  <a:lnTo>
                    <a:pt x="2238091" y="3379025"/>
                  </a:lnTo>
                  <a:lnTo>
                    <a:pt x="2238185" y="3379025"/>
                  </a:lnTo>
                  <a:lnTo>
                    <a:pt x="2238279" y="3379025"/>
                  </a:lnTo>
                  <a:lnTo>
                    <a:pt x="2238750" y="3379025"/>
                  </a:lnTo>
                  <a:lnTo>
                    <a:pt x="2239033" y="3379025"/>
                  </a:lnTo>
                  <a:lnTo>
                    <a:pt x="2239221" y="3379025"/>
                  </a:lnTo>
                  <a:lnTo>
                    <a:pt x="2239315" y="3379025"/>
                  </a:lnTo>
                  <a:lnTo>
                    <a:pt x="2239503" y="3379025"/>
                  </a:lnTo>
                  <a:lnTo>
                    <a:pt x="2239692" y="3379025"/>
                  </a:lnTo>
                  <a:lnTo>
                    <a:pt x="2239786" y="3379025"/>
                  </a:lnTo>
                  <a:lnTo>
                    <a:pt x="2239880" y="3379025"/>
                  </a:lnTo>
                  <a:lnTo>
                    <a:pt x="2239974" y="3379025"/>
                  </a:lnTo>
                  <a:lnTo>
                    <a:pt x="2240068" y="3379025"/>
                  </a:lnTo>
                  <a:lnTo>
                    <a:pt x="2240163" y="3379025"/>
                  </a:lnTo>
                  <a:lnTo>
                    <a:pt x="2240257" y="3379025"/>
                  </a:lnTo>
                  <a:lnTo>
                    <a:pt x="2240351" y="3379025"/>
                  </a:lnTo>
                  <a:lnTo>
                    <a:pt x="2241292" y="3379025"/>
                  </a:lnTo>
                  <a:lnTo>
                    <a:pt x="2241387" y="3379025"/>
                  </a:lnTo>
                  <a:lnTo>
                    <a:pt x="2241481" y="3379025"/>
                  </a:lnTo>
                  <a:lnTo>
                    <a:pt x="2241763" y="3379025"/>
                  </a:lnTo>
                  <a:lnTo>
                    <a:pt x="2241857" y="3379025"/>
                  </a:lnTo>
                  <a:lnTo>
                    <a:pt x="2241951" y="3379025"/>
                  </a:lnTo>
                  <a:lnTo>
                    <a:pt x="2242046" y="3379025"/>
                  </a:lnTo>
                  <a:lnTo>
                    <a:pt x="2242422" y="3379025"/>
                  </a:lnTo>
                  <a:lnTo>
                    <a:pt x="2242610" y="3379025"/>
                  </a:lnTo>
                  <a:lnTo>
                    <a:pt x="2242610" y="3374114"/>
                  </a:lnTo>
                  <a:lnTo>
                    <a:pt x="2242893" y="3374114"/>
                  </a:lnTo>
                  <a:lnTo>
                    <a:pt x="2242987" y="3374114"/>
                  </a:lnTo>
                  <a:lnTo>
                    <a:pt x="2243081" y="3374114"/>
                  </a:lnTo>
                  <a:lnTo>
                    <a:pt x="2243175" y="3374114"/>
                  </a:lnTo>
                  <a:lnTo>
                    <a:pt x="2243270" y="3374114"/>
                  </a:lnTo>
                  <a:lnTo>
                    <a:pt x="2243552" y="3374114"/>
                  </a:lnTo>
                  <a:lnTo>
                    <a:pt x="2244117" y="3374114"/>
                  </a:lnTo>
                  <a:lnTo>
                    <a:pt x="2244211" y="3374114"/>
                  </a:lnTo>
                  <a:lnTo>
                    <a:pt x="2244305" y="3374114"/>
                  </a:lnTo>
                  <a:lnTo>
                    <a:pt x="2244494" y="3374114"/>
                  </a:lnTo>
                  <a:lnTo>
                    <a:pt x="2245058" y="3374114"/>
                  </a:lnTo>
                  <a:lnTo>
                    <a:pt x="2245341" y="3374114"/>
                  </a:lnTo>
                  <a:lnTo>
                    <a:pt x="2245435" y="3374114"/>
                  </a:lnTo>
                  <a:lnTo>
                    <a:pt x="2245623" y="3374114"/>
                  </a:lnTo>
                  <a:lnTo>
                    <a:pt x="2245623" y="3369203"/>
                  </a:lnTo>
                  <a:lnTo>
                    <a:pt x="2245718" y="3369203"/>
                  </a:lnTo>
                  <a:lnTo>
                    <a:pt x="2245812" y="3369203"/>
                  </a:lnTo>
                  <a:lnTo>
                    <a:pt x="2245906" y="3369203"/>
                  </a:lnTo>
                  <a:lnTo>
                    <a:pt x="2246188" y="3369203"/>
                  </a:lnTo>
                  <a:lnTo>
                    <a:pt x="2246377" y="3369203"/>
                  </a:lnTo>
                  <a:lnTo>
                    <a:pt x="2246471" y="3369203"/>
                  </a:lnTo>
                  <a:lnTo>
                    <a:pt x="2246753" y="3369203"/>
                  </a:lnTo>
                  <a:lnTo>
                    <a:pt x="2246847" y="3369203"/>
                  </a:lnTo>
                  <a:lnTo>
                    <a:pt x="2247130" y="3369203"/>
                  </a:lnTo>
                  <a:lnTo>
                    <a:pt x="2247224" y="3369203"/>
                  </a:lnTo>
                  <a:lnTo>
                    <a:pt x="2247318" y="3369203"/>
                  </a:lnTo>
                  <a:lnTo>
                    <a:pt x="2247412" y="3369203"/>
                  </a:lnTo>
                  <a:lnTo>
                    <a:pt x="2247601" y="3369203"/>
                  </a:lnTo>
                  <a:lnTo>
                    <a:pt x="2247883" y="3369203"/>
                  </a:lnTo>
                  <a:lnTo>
                    <a:pt x="2248071" y="3369203"/>
                  </a:lnTo>
                  <a:lnTo>
                    <a:pt x="2248165" y="3369203"/>
                  </a:lnTo>
                  <a:lnTo>
                    <a:pt x="2248448" y="3369203"/>
                  </a:lnTo>
                  <a:lnTo>
                    <a:pt x="2248730" y="3369203"/>
                  </a:lnTo>
                  <a:lnTo>
                    <a:pt x="2248825" y="3369203"/>
                  </a:lnTo>
                  <a:lnTo>
                    <a:pt x="2248919" y="3369203"/>
                  </a:lnTo>
                  <a:lnTo>
                    <a:pt x="2249295" y="3369203"/>
                  </a:lnTo>
                  <a:lnTo>
                    <a:pt x="2249389" y="3369203"/>
                  </a:lnTo>
                  <a:lnTo>
                    <a:pt x="2249484" y="3369203"/>
                  </a:lnTo>
                  <a:lnTo>
                    <a:pt x="2249578" y="3369203"/>
                  </a:lnTo>
                  <a:lnTo>
                    <a:pt x="2249672" y="3369203"/>
                  </a:lnTo>
                  <a:lnTo>
                    <a:pt x="2249860" y="3369203"/>
                  </a:lnTo>
                  <a:lnTo>
                    <a:pt x="2249954" y="3369203"/>
                  </a:lnTo>
                  <a:lnTo>
                    <a:pt x="2250049" y="3369203"/>
                  </a:lnTo>
                  <a:lnTo>
                    <a:pt x="2250237" y="3369203"/>
                  </a:lnTo>
                  <a:lnTo>
                    <a:pt x="2250331" y="3369203"/>
                  </a:lnTo>
                  <a:lnTo>
                    <a:pt x="2250896" y="3369203"/>
                  </a:lnTo>
                  <a:lnTo>
                    <a:pt x="2250990" y="3369203"/>
                  </a:lnTo>
                  <a:lnTo>
                    <a:pt x="2251178" y="3369203"/>
                  </a:lnTo>
                  <a:lnTo>
                    <a:pt x="2251272" y="3369203"/>
                  </a:lnTo>
                  <a:lnTo>
                    <a:pt x="2251367" y="3369203"/>
                  </a:lnTo>
                  <a:lnTo>
                    <a:pt x="2251461" y="3369203"/>
                  </a:lnTo>
                  <a:lnTo>
                    <a:pt x="2251743" y="3369203"/>
                  </a:lnTo>
                  <a:lnTo>
                    <a:pt x="2251837" y="3369203"/>
                  </a:lnTo>
                  <a:lnTo>
                    <a:pt x="2251932" y="3369203"/>
                  </a:lnTo>
                  <a:lnTo>
                    <a:pt x="2252496" y="3369203"/>
                  </a:lnTo>
                  <a:lnTo>
                    <a:pt x="2252779" y="3369203"/>
                  </a:lnTo>
                  <a:lnTo>
                    <a:pt x="2252873" y="3369203"/>
                  </a:lnTo>
                  <a:lnTo>
                    <a:pt x="2252967" y="3369203"/>
                  </a:lnTo>
                  <a:lnTo>
                    <a:pt x="2253061" y="3369203"/>
                  </a:lnTo>
                  <a:lnTo>
                    <a:pt x="2253438" y="3369203"/>
                  </a:lnTo>
                  <a:lnTo>
                    <a:pt x="2253532" y="3369203"/>
                  </a:lnTo>
                  <a:lnTo>
                    <a:pt x="2253626" y="3369203"/>
                  </a:lnTo>
                  <a:lnTo>
                    <a:pt x="2253815" y="3364291"/>
                  </a:lnTo>
                  <a:lnTo>
                    <a:pt x="2253909" y="3359380"/>
                  </a:lnTo>
                  <a:lnTo>
                    <a:pt x="2254003" y="3354469"/>
                  </a:lnTo>
                  <a:lnTo>
                    <a:pt x="2254097" y="3354469"/>
                  </a:lnTo>
                  <a:lnTo>
                    <a:pt x="2254380" y="3354469"/>
                  </a:lnTo>
                  <a:lnTo>
                    <a:pt x="2254380" y="3349557"/>
                  </a:lnTo>
                  <a:lnTo>
                    <a:pt x="2254474" y="3349557"/>
                  </a:lnTo>
                  <a:lnTo>
                    <a:pt x="2254568" y="3344646"/>
                  </a:lnTo>
                  <a:lnTo>
                    <a:pt x="2254662" y="3344646"/>
                  </a:lnTo>
                  <a:lnTo>
                    <a:pt x="2254756" y="3344646"/>
                  </a:lnTo>
                  <a:lnTo>
                    <a:pt x="2254850" y="3344646"/>
                  </a:lnTo>
                  <a:lnTo>
                    <a:pt x="2255227" y="3344646"/>
                  </a:lnTo>
                  <a:lnTo>
                    <a:pt x="2255415" y="3344646"/>
                  </a:lnTo>
                  <a:lnTo>
                    <a:pt x="2256074" y="3344646"/>
                  </a:lnTo>
                  <a:lnTo>
                    <a:pt x="2256168" y="3344646"/>
                  </a:lnTo>
                  <a:lnTo>
                    <a:pt x="2256263" y="3344646"/>
                  </a:lnTo>
                  <a:lnTo>
                    <a:pt x="2256545" y="3344646"/>
                  </a:lnTo>
                  <a:lnTo>
                    <a:pt x="2256733" y="3344646"/>
                  </a:lnTo>
                  <a:lnTo>
                    <a:pt x="2256922" y="3344646"/>
                  </a:lnTo>
                  <a:lnTo>
                    <a:pt x="2257110" y="3344646"/>
                  </a:lnTo>
                  <a:lnTo>
                    <a:pt x="2257204" y="3344646"/>
                  </a:lnTo>
                  <a:lnTo>
                    <a:pt x="2257298" y="3344646"/>
                  </a:lnTo>
                  <a:lnTo>
                    <a:pt x="2257581" y="3344646"/>
                  </a:lnTo>
                  <a:lnTo>
                    <a:pt x="2257675" y="3344646"/>
                  </a:lnTo>
                  <a:lnTo>
                    <a:pt x="2257769" y="3344646"/>
                  </a:lnTo>
                  <a:lnTo>
                    <a:pt x="2257863" y="3344646"/>
                  </a:lnTo>
                  <a:lnTo>
                    <a:pt x="2258051" y="3344646"/>
                  </a:lnTo>
                  <a:lnTo>
                    <a:pt x="2258146" y="3344646"/>
                  </a:lnTo>
                  <a:lnTo>
                    <a:pt x="2258334" y="3344646"/>
                  </a:lnTo>
                  <a:lnTo>
                    <a:pt x="2258711" y="3344646"/>
                  </a:lnTo>
                  <a:lnTo>
                    <a:pt x="2258899" y="3344646"/>
                  </a:lnTo>
                  <a:lnTo>
                    <a:pt x="2259087" y="3344646"/>
                  </a:lnTo>
                  <a:lnTo>
                    <a:pt x="2259087" y="3339734"/>
                  </a:lnTo>
                  <a:lnTo>
                    <a:pt x="2259275" y="3339734"/>
                  </a:lnTo>
                  <a:lnTo>
                    <a:pt x="2259652" y="3339734"/>
                  </a:lnTo>
                  <a:lnTo>
                    <a:pt x="2259746" y="3339734"/>
                  </a:lnTo>
                  <a:lnTo>
                    <a:pt x="2260029" y="3339734"/>
                  </a:lnTo>
                  <a:lnTo>
                    <a:pt x="2260217" y="3339734"/>
                  </a:lnTo>
                  <a:lnTo>
                    <a:pt x="2260311" y="3339734"/>
                  </a:lnTo>
                  <a:lnTo>
                    <a:pt x="2260405" y="3339734"/>
                  </a:lnTo>
                  <a:lnTo>
                    <a:pt x="2260499" y="3339734"/>
                  </a:lnTo>
                  <a:lnTo>
                    <a:pt x="2261253" y="3339734"/>
                  </a:lnTo>
                  <a:lnTo>
                    <a:pt x="2261347" y="3334823"/>
                  </a:lnTo>
                  <a:lnTo>
                    <a:pt x="2261441" y="3334823"/>
                  </a:lnTo>
                  <a:lnTo>
                    <a:pt x="2261629" y="3334823"/>
                  </a:lnTo>
                  <a:lnTo>
                    <a:pt x="2261723" y="3334823"/>
                  </a:lnTo>
                  <a:lnTo>
                    <a:pt x="2262194" y="3334823"/>
                  </a:lnTo>
                  <a:lnTo>
                    <a:pt x="2262382" y="3334823"/>
                  </a:lnTo>
                  <a:lnTo>
                    <a:pt x="2262477" y="3334823"/>
                  </a:lnTo>
                  <a:lnTo>
                    <a:pt x="2262665" y="3334823"/>
                  </a:lnTo>
                  <a:lnTo>
                    <a:pt x="2262759" y="3334823"/>
                  </a:lnTo>
                  <a:lnTo>
                    <a:pt x="2262947" y="3334823"/>
                  </a:lnTo>
                  <a:lnTo>
                    <a:pt x="2263042" y="3334823"/>
                  </a:lnTo>
                  <a:lnTo>
                    <a:pt x="2263136" y="3334823"/>
                  </a:lnTo>
                  <a:lnTo>
                    <a:pt x="2263418" y="3334823"/>
                  </a:lnTo>
                  <a:lnTo>
                    <a:pt x="2263701" y="3334823"/>
                  </a:lnTo>
                  <a:lnTo>
                    <a:pt x="2263889" y="3334823"/>
                  </a:lnTo>
                  <a:lnTo>
                    <a:pt x="2263983" y="3334823"/>
                  </a:lnTo>
                  <a:lnTo>
                    <a:pt x="2264077" y="3334823"/>
                  </a:lnTo>
                  <a:lnTo>
                    <a:pt x="2264265" y="3334823"/>
                  </a:lnTo>
                  <a:lnTo>
                    <a:pt x="2264360" y="3334823"/>
                  </a:lnTo>
                  <a:lnTo>
                    <a:pt x="2264736" y="3329912"/>
                  </a:lnTo>
                  <a:lnTo>
                    <a:pt x="2265019" y="3329912"/>
                  </a:lnTo>
                  <a:lnTo>
                    <a:pt x="2265301" y="3329912"/>
                  </a:lnTo>
                  <a:lnTo>
                    <a:pt x="2265395" y="3329912"/>
                  </a:lnTo>
                  <a:lnTo>
                    <a:pt x="2265772" y="3329912"/>
                  </a:lnTo>
                  <a:lnTo>
                    <a:pt x="2265960" y="3329912"/>
                  </a:lnTo>
                  <a:lnTo>
                    <a:pt x="2266713" y="3329912"/>
                  </a:lnTo>
                  <a:lnTo>
                    <a:pt x="2266808" y="3329912"/>
                  </a:lnTo>
                  <a:lnTo>
                    <a:pt x="2266996" y="3329912"/>
                  </a:lnTo>
                  <a:lnTo>
                    <a:pt x="2267467" y="3329912"/>
                  </a:lnTo>
                  <a:lnTo>
                    <a:pt x="2267655" y="3329912"/>
                  </a:lnTo>
                  <a:lnTo>
                    <a:pt x="2268126" y="3329912"/>
                  </a:lnTo>
                  <a:lnTo>
                    <a:pt x="2268314" y="3329912"/>
                  </a:lnTo>
                  <a:lnTo>
                    <a:pt x="2268408" y="3329912"/>
                  </a:lnTo>
                  <a:lnTo>
                    <a:pt x="2268596" y="3329912"/>
                  </a:lnTo>
                  <a:lnTo>
                    <a:pt x="2268785" y="3329912"/>
                  </a:lnTo>
                  <a:lnTo>
                    <a:pt x="2268879" y="3329912"/>
                  </a:lnTo>
                  <a:lnTo>
                    <a:pt x="2268973" y="3329912"/>
                  </a:lnTo>
                  <a:lnTo>
                    <a:pt x="2269067" y="3329912"/>
                  </a:lnTo>
                  <a:lnTo>
                    <a:pt x="2269256" y="3329912"/>
                  </a:lnTo>
                  <a:lnTo>
                    <a:pt x="2269350" y="3329912"/>
                  </a:lnTo>
                  <a:lnTo>
                    <a:pt x="2269444" y="3329912"/>
                  </a:lnTo>
                  <a:lnTo>
                    <a:pt x="2269632" y="3329912"/>
                  </a:lnTo>
                  <a:lnTo>
                    <a:pt x="2270291" y="3325000"/>
                  </a:lnTo>
                  <a:lnTo>
                    <a:pt x="2270480" y="3325000"/>
                  </a:lnTo>
                  <a:lnTo>
                    <a:pt x="2270762" y="3325000"/>
                  </a:lnTo>
                  <a:lnTo>
                    <a:pt x="2270856" y="3325000"/>
                  </a:lnTo>
                  <a:lnTo>
                    <a:pt x="2270950" y="3325000"/>
                  </a:lnTo>
                  <a:lnTo>
                    <a:pt x="2271233" y="3325000"/>
                  </a:lnTo>
                  <a:lnTo>
                    <a:pt x="2271327" y="3325000"/>
                  </a:lnTo>
                  <a:lnTo>
                    <a:pt x="2271515" y="3325000"/>
                  </a:lnTo>
                  <a:lnTo>
                    <a:pt x="2271798" y="3325000"/>
                  </a:lnTo>
                  <a:lnTo>
                    <a:pt x="2271892" y="3325000"/>
                  </a:lnTo>
                  <a:lnTo>
                    <a:pt x="2272268" y="3325000"/>
                  </a:lnTo>
                  <a:lnTo>
                    <a:pt x="2272363" y="3325000"/>
                  </a:lnTo>
                  <a:lnTo>
                    <a:pt x="2272457" y="3325000"/>
                  </a:lnTo>
                  <a:lnTo>
                    <a:pt x="2272739" y="3325000"/>
                  </a:lnTo>
                  <a:lnTo>
                    <a:pt x="2272833" y="3325000"/>
                  </a:lnTo>
                  <a:lnTo>
                    <a:pt x="2272927" y="3325000"/>
                  </a:lnTo>
                  <a:lnTo>
                    <a:pt x="2273116" y="3325000"/>
                  </a:lnTo>
                  <a:lnTo>
                    <a:pt x="2273304" y="3325000"/>
                  </a:lnTo>
                  <a:lnTo>
                    <a:pt x="2273398" y="3325000"/>
                  </a:lnTo>
                  <a:lnTo>
                    <a:pt x="2273492" y="3325000"/>
                  </a:lnTo>
                  <a:lnTo>
                    <a:pt x="2275187" y="3315178"/>
                  </a:lnTo>
                  <a:lnTo>
                    <a:pt x="2275281" y="3315178"/>
                  </a:lnTo>
                  <a:lnTo>
                    <a:pt x="2275470" y="3315178"/>
                  </a:lnTo>
                  <a:lnTo>
                    <a:pt x="2275658" y="3315178"/>
                  </a:lnTo>
                  <a:lnTo>
                    <a:pt x="2275940" y="3315178"/>
                  </a:lnTo>
                  <a:lnTo>
                    <a:pt x="2276223" y="3315178"/>
                  </a:lnTo>
                  <a:lnTo>
                    <a:pt x="2276599" y="3315178"/>
                  </a:lnTo>
                  <a:lnTo>
                    <a:pt x="2276882" y="3315178"/>
                  </a:lnTo>
                  <a:lnTo>
                    <a:pt x="2277070" y="3315178"/>
                  </a:lnTo>
                  <a:lnTo>
                    <a:pt x="2277164" y="3315178"/>
                  </a:lnTo>
                  <a:lnTo>
                    <a:pt x="2277258" y="3315178"/>
                  </a:lnTo>
                  <a:lnTo>
                    <a:pt x="2277541" y="3315178"/>
                  </a:lnTo>
                  <a:lnTo>
                    <a:pt x="2277729" y="3315178"/>
                  </a:lnTo>
                  <a:lnTo>
                    <a:pt x="2277729" y="3310266"/>
                  </a:lnTo>
                  <a:lnTo>
                    <a:pt x="2277823" y="3310266"/>
                  </a:lnTo>
                  <a:lnTo>
                    <a:pt x="2278012" y="3310266"/>
                  </a:lnTo>
                  <a:lnTo>
                    <a:pt x="2278106" y="3310266"/>
                  </a:lnTo>
                  <a:lnTo>
                    <a:pt x="2278294" y="3310266"/>
                  </a:lnTo>
                  <a:lnTo>
                    <a:pt x="2278388" y="3310266"/>
                  </a:lnTo>
                  <a:lnTo>
                    <a:pt x="2278577" y="3310266"/>
                  </a:lnTo>
                  <a:lnTo>
                    <a:pt x="2278859" y="3310266"/>
                  </a:lnTo>
                  <a:lnTo>
                    <a:pt x="2279424" y="3310266"/>
                  </a:lnTo>
                  <a:lnTo>
                    <a:pt x="2280083" y="3305355"/>
                  </a:lnTo>
                  <a:lnTo>
                    <a:pt x="2280648" y="3305355"/>
                  </a:lnTo>
                  <a:lnTo>
                    <a:pt x="2280930" y="3305355"/>
                  </a:lnTo>
                  <a:lnTo>
                    <a:pt x="2281025" y="3305355"/>
                  </a:lnTo>
                  <a:lnTo>
                    <a:pt x="2281307" y="3305355"/>
                  </a:lnTo>
                  <a:lnTo>
                    <a:pt x="2281401" y="3305355"/>
                  </a:lnTo>
                  <a:lnTo>
                    <a:pt x="2281495" y="3305355"/>
                  </a:lnTo>
                  <a:lnTo>
                    <a:pt x="2281589" y="3305355"/>
                  </a:lnTo>
                  <a:lnTo>
                    <a:pt x="2281684" y="3305355"/>
                  </a:lnTo>
                  <a:lnTo>
                    <a:pt x="2281778" y="3305355"/>
                  </a:lnTo>
                  <a:lnTo>
                    <a:pt x="2282060" y="3305355"/>
                  </a:lnTo>
                  <a:lnTo>
                    <a:pt x="2282154" y="3305355"/>
                  </a:lnTo>
                  <a:lnTo>
                    <a:pt x="2282343" y="3305355"/>
                  </a:lnTo>
                  <a:lnTo>
                    <a:pt x="2282625" y="3300443"/>
                  </a:lnTo>
                  <a:lnTo>
                    <a:pt x="2282719" y="3300443"/>
                  </a:lnTo>
                  <a:lnTo>
                    <a:pt x="2282813" y="3300443"/>
                  </a:lnTo>
                  <a:lnTo>
                    <a:pt x="2282908" y="3300443"/>
                  </a:lnTo>
                  <a:lnTo>
                    <a:pt x="2283096" y="3300443"/>
                  </a:lnTo>
                  <a:lnTo>
                    <a:pt x="2283190" y="3300443"/>
                  </a:lnTo>
                  <a:lnTo>
                    <a:pt x="2283378" y="3295532"/>
                  </a:lnTo>
                  <a:lnTo>
                    <a:pt x="2283567" y="3295532"/>
                  </a:lnTo>
                  <a:lnTo>
                    <a:pt x="2283755" y="3295532"/>
                  </a:lnTo>
                  <a:lnTo>
                    <a:pt x="2283943" y="3295532"/>
                  </a:lnTo>
                  <a:lnTo>
                    <a:pt x="2284226" y="3295532"/>
                  </a:lnTo>
                  <a:lnTo>
                    <a:pt x="2284791" y="3295532"/>
                  </a:lnTo>
                  <a:lnTo>
                    <a:pt x="2284885" y="3295532"/>
                  </a:lnTo>
                  <a:lnTo>
                    <a:pt x="2284979" y="3295532"/>
                  </a:lnTo>
                  <a:lnTo>
                    <a:pt x="2285073" y="3295532"/>
                  </a:lnTo>
                  <a:lnTo>
                    <a:pt x="2285167" y="3295532"/>
                  </a:lnTo>
                  <a:lnTo>
                    <a:pt x="2285261" y="3295532"/>
                  </a:lnTo>
                  <a:lnTo>
                    <a:pt x="2285356" y="3295532"/>
                  </a:lnTo>
                  <a:lnTo>
                    <a:pt x="2285638" y="3295532"/>
                  </a:lnTo>
                  <a:lnTo>
                    <a:pt x="2286015" y="3295532"/>
                  </a:lnTo>
                  <a:lnTo>
                    <a:pt x="2286203" y="3295532"/>
                  </a:lnTo>
                  <a:lnTo>
                    <a:pt x="2286297" y="3295532"/>
                  </a:lnTo>
                  <a:lnTo>
                    <a:pt x="2286580" y="3295532"/>
                  </a:lnTo>
                  <a:lnTo>
                    <a:pt x="2287050" y="3295532"/>
                  </a:lnTo>
                  <a:lnTo>
                    <a:pt x="2287144" y="3295532"/>
                  </a:lnTo>
                  <a:lnTo>
                    <a:pt x="2287239" y="3295532"/>
                  </a:lnTo>
                  <a:lnTo>
                    <a:pt x="2287333" y="3295532"/>
                  </a:lnTo>
                  <a:lnTo>
                    <a:pt x="2287427" y="3295532"/>
                  </a:lnTo>
                  <a:lnTo>
                    <a:pt x="2287615" y="3295532"/>
                  </a:lnTo>
                  <a:lnTo>
                    <a:pt x="2287804" y="3295532"/>
                  </a:lnTo>
                  <a:lnTo>
                    <a:pt x="2288180" y="3295532"/>
                  </a:lnTo>
                  <a:lnTo>
                    <a:pt x="2289122" y="3295532"/>
                  </a:lnTo>
                  <a:lnTo>
                    <a:pt x="2289404" y="3295532"/>
                  </a:lnTo>
                  <a:lnTo>
                    <a:pt x="2289592" y="3295532"/>
                  </a:lnTo>
                  <a:lnTo>
                    <a:pt x="2289781" y="3295532"/>
                  </a:lnTo>
                  <a:lnTo>
                    <a:pt x="2289875" y="3295532"/>
                  </a:lnTo>
                  <a:lnTo>
                    <a:pt x="2290346" y="3295532"/>
                  </a:lnTo>
                  <a:lnTo>
                    <a:pt x="2290534" y="3295532"/>
                  </a:lnTo>
                  <a:lnTo>
                    <a:pt x="2290628" y="3295532"/>
                  </a:lnTo>
                  <a:lnTo>
                    <a:pt x="2291099" y="3295532"/>
                  </a:lnTo>
                  <a:lnTo>
                    <a:pt x="2291381" y="3295532"/>
                  </a:lnTo>
                  <a:lnTo>
                    <a:pt x="2291475" y="3295532"/>
                  </a:lnTo>
                  <a:lnTo>
                    <a:pt x="2291758" y="3295532"/>
                  </a:lnTo>
                  <a:lnTo>
                    <a:pt x="2291946" y="3295532"/>
                  </a:lnTo>
                  <a:lnTo>
                    <a:pt x="2292323" y="3295532"/>
                  </a:lnTo>
                  <a:lnTo>
                    <a:pt x="2292417" y="3295532"/>
                  </a:lnTo>
                  <a:lnTo>
                    <a:pt x="2292511" y="3295532"/>
                  </a:lnTo>
                  <a:lnTo>
                    <a:pt x="2292605" y="3295532"/>
                  </a:lnTo>
                  <a:lnTo>
                    <a:pt x="2292982" y="3290621"/>
                  </a:lnTo>
                  <a:lnTo>
                    <a:pt x="2293076" y="3290621"/>
                  </a:lnTo>
                  <a:lnTo>
                    <a:pt x="2293170" y="3290621"/>
                  </a:lnTo>
                  <a:lnTo>
                    <a:pt x="2293359" y="3290621"/>
                  </a:lnTo>
                  <a:lnTo>
                    <a:pt x="2293453" y="3290621"/>
                  </a:lnTo>
                  <a:lnTo>
                    <a:pt x="2293641" y="3290621"/>
                  </a:lnTo>
                  <a:lnTo>
                    <a:pt x="2294112" y="3285709"/>
                  </a:lnTo>
                  <a:lnTo>
                    <a:pt x="2294206" y="3285709"/>
                  </a:lnTo>
                  <a:lnTo>
                    <a:pt x="2294206" y="3280798"/>
                  </a:lnTo>
                  <a:lnTo>
                    <a:pt x="2294300" y="3280798"/>
                  </a:lnTo>
                  <a:lnTo>
                    <a:pt x="2294488" y="3275887"/>
                  </a:lnTo>
                  <a:lnTo>
                    <a:pt x="2294865" y="3275887"/>
                  </a:lnTo>
                  <a:lnTo>
                    <a:pt x="2295430" y="3275887"/>
                  </a:lnTo>
                  <a:lnTo>
                    <a:pt x="2295618" y="3275887"/>
                  </a:lnTo>
                  <a:lnTo>
                    <a:pt x="2295712" y="3275887"/>
                  </a:lnTo>
                  <a:lnTo>
                    <a:pt x="2295901" y="3270975"/>
                  </a:lnTo>
                  <a:lnTo>
                    <a:pt x="2296089" y="3270975"/>
                  </a:lnTo>
                  <a:lnTo>
                    <a:pt x="2296560" y="3270975"/>
                  </a:lnTo>
                  <a:lnTo>
                    <a:pt x="2296654" y="3270975"/>
                  </a:lnTo>
                  <a:lnTo>
                    <a:pt x="2296936" y="3270975"/>
                  </a:lnTo>
                  <a:lnTo>
                    <a:pt x="2297030" y="3270975"/>
                  </a:lnTo>
                  <a:lnTo>
                    <a:pt x="2297125" y="3270975"/>
                  </a:lnTo>
                  <a:lnTo>
                    <a:pt x="2297219" y="3270975"/>
                  </a:lnTo>
                  <a:lnTo>
                    <a:pt x="2297313" y="3270975"/>
                  </a:lnTo>
                  <a:lnTo>
                    <a:pt x="2297407" y="3270975"/>
                  </a:lnTo>
                  <a:lnTo>
                    <a:pt x="2297595" y="3270975"/>
                  </a:lnTo>
                  <a:lnTo>
                    <a:pt x="2297690" y="3270975"/>
                  </a:lnTo>
                  <a:lnTo>
                    <a:pt x="2298066" y="3270975"/>
                  </a:lnTo>
                  <a:lnTo>
                    <a:pt x="2298254" y="3266064"/>
                  </a:lnTo>
                  <a:lnTo>
                    <a:pt x="2299384" y="3261152"/>
                  </a:lnTo>
                  <a:lnTo>
                    <a:pt x="2299478" y="3261152"/>
                  </a:lnTo>
                  <a:lnTo>
                    <a:pt x="2299667" y="3261152"/>
                  </a:lnTo>
                  <a:lnTo>
                    <a:pt x="2299761" y="3261152"/>
                  </a:lnTo>
                  <a:lnTo>
                    <a:pt x="2299855" y="3256241"/>
                  </a:lnTo>
                  <a:lnTo>
                    <a:pt x="2299949" y="3256241"/>
                  </a:lnTo>
                  <a:lnTo>
                    <a:pt x="2300326" y="3256241"/>
                  </a:lnTo>
                  <a:lnTo>
                    <a:pt x="2300420" y="3256241"/>
                  </a:lnTo>
                  <a:lnTo>
                    <a:pt x="2300514" y="3256241"/>
                  </a:lnTo>
                  <a:lnTo>
                    <a:pt x="2300608" y="3256241"/>
                  </a:lnTo>
                  <a:lnTo>
                    <a:pt x="2300702" y="3256241"/>
                  </a:lnTo>
                  <a:lnTo>
                    <a:pt x="2300797" y="3256241"/>
                  </a:lnTo>
                  <a:lnTo>
                    <a:pt x="2301079" y="3256241"/>
                  </a:lnTo>
                  <a:lnTo>
                    <a:pt x="2301456" y="3256241"/>
                  </a:lnTo>
                  <a:lnTo>
                    <a:pt x="2301550" y="3256241"/>
                  </a:lnTo>
                  <a:lnTo>
                    <a:pt x="2301644" y="3256241"/>
                  </a:lnTo>
                  <a:lnTo>
                    <a:pt x="2302209" y="3256241"/>
                  </a:lnTo>
                  <a:lnTo>
                    <a:pt x="2302303" y="3256241"/>
                  </a:lnTo>
                  <a:lnTo>
                    <a:pt x="2302397" y="3256241"/>
                  </a:lnTo>
                  <a:lnTo>
                    <a:pt x="2302491" y="3256241"/>
                  </a:lnTo>
                  <a:lnTo>
                    <a:pt x="2302774" y="3256241"/>
                  </a:lnTo>
                  <a:lnTo>
                    <a:pt x="2302962" y="3256241"/>
                  </a:lnTo>
                  <a:lnTo>
                    <a:pt x="2303150" y="3256241"/>
                  </a:lnTo>
                  <a:lnTo>
                    <a:pt x="2303809" y="3256241"/>
                  </a:lnTo>
                  <a:lnTo>
                    <a:pt x="2304092" y="3256241"/>
                  </a:lnTo>
                  <a:lnTo>
                    <a:pt x="2304280" y="3256241"/>
                  </a:lnTo>
                  <a:lnTo>
                    <a:pt x="2304751" y="3256241"/>
                  </a:lnTo>
                  <a:lnTo>
                    <a:pt x="2304939" y="3256241"/>
                  </a:lnTo>
                  <a:lnTo>
                    <a:pt x="2305222" y="3251330"/>
                  </a:lnTo>
                  <a:lnTo>
                    <a:pt x="2305316" y="3251330"/>
                  </a:lnTo>
                  <a:lnTo>
                    <a:pt x="2305504" y="3251330"/>
                  </a:lnTo>
                  <a:lnTo>
                    <a:pt x="2305692" y="3251330"/>
                  </a:lnTo>
                  <a:lnTo>
                    <a:pt x="2305881" y="3251330"/>
                  </a:lnTo>
                  <a:lnTo>
                    <a:pt x="2305975" y="3251330"/>
                  </a:lnTo>
                  <a:lnTo>
                    <a:pt x="2306163" y="3251330"/>
                  </a:lnTo>
                  <a:lnTo>
                    <a:pt x="2306257" y="3251330"/>
                  </a:lnTo>
                  <a:lnTo>
                    <a:pt x="2306352" y="3251330"/>
                  </a:lnTo>
                  <a:lnTo>
                    <a:pt x="2306540" y="3251330"/>
                  </a:lnTo>
                  <a:lnTo>
                    <a:pt x="2306634" y="3251330"/>
                  </a:lnTo>
                  <a:lnTo>
                    <a:pt x="2306822" y="3251330"/>
                  </a:lnTo>
                  <a:lnTo>
                    <a:pt x="2307011" y="3251330"/>
                  </a:lnTo>
                  <a:lnTo>
                    <a:pt x="2307105" y="3251330"/>
                  </a:lnTo>
                  <a:lnTo>
                    <a:pt x="2307481" y="3251330"/>
                  </a:lnTo>
                  <a:lnTo>
                    <a:pt x="2308423" y="3246418"/>
                  </a:lnTo>
                  <a:lnTo>
                    <a:pt x="2308611" y="3246418"/>
                  </a:lnTo>
                  <a:lnTo>
                    <a:pt x="2308705" y="3246418"/>
                  </a:lnTo>
                  <a:lnTo>
                    <a:pt x="2308988" y="3246418"/>
                  </a:lnTo>
                  <a:lnTo>
                    <a:pt x="2309082" y="3246418"/>
                  </a:lnTo>
                  <a:lnTo>
                    <a:pt x="2309176" y="3246418"/>
                  </a:lnTo>
                  <a:lnTo>
                    <a:pt x="2309270" y="3246418"/>
                  </a:lnTo>
                  <a:lnTo>
                    <a:pt x="2309647" y="3246418"/>
                  </a:lnTo>
                  <a:lnTo>
                    <a:pt x="2309741" y="3246418"/>
                  </a:lnTo>
                  <a:lnTo>
                    <a:pt x="2310118" y="3246418"/>
                  </a:lnTo>
                  <a:lnTo>
                    <a:pt x="2310400" y="3246418"/>
                  </a:lnTo>
                  <a:lnTo>
                    <a:pt x="2310494" y="3246418"/>
                  </a:lnTo>
                  <a:lnTo>
                    <a:pt x="2310588" y="3246418"/>
                  </a:lnTo>
                  <a:lnTo>
                    <a:pt x="2310683" y="3246418"/>
                  </a:lnTo>
                  <a:lnTo>
                    <a:pt x="2310871" y="3246418"/>
                  </a:lnTo>
                  <a:lnTo>
                    <a:pt x="2311059" y="3246418"/>
                  </a:lnTo>
                  <a:lnTo>
                    <a:pt x="2311624" y="3246418"/>
                  </a:lnTo>
                  <a:lnTo>
                    <a:pt x="2311812" y="3246418"/>
                  </a:lnTo>
                  <a:lnTo>
                    <a:pt x="2311907" y="3246418"/>
                  </a:lnTo>
                  <a:lnTo>
                    <a:pt x="2312471" y="3246418"/>
                  </a:lnTo>
                  <a:lnTo>
                    <a:pt x="2312566" y="3246418"/>
                  </a:lnTo>
                  <a:lnTo>
                    <a:pt x="2312660" y="3246418"/>
                  </a:lnTo>
                  <a:lnTo>
                    <a:pt x="2312754" y="3246418"/>
                  </a:lnTo>
                  <a:lnTo>
                    <a:pt x="2312848" y="3246418"/>
                  </a:lnTo>
                  <a:lnTo>
                    <a:pt x="2312942" y="3246418"/>
                  </a:lnTo>
                  <a:lnTo>
                    <a:pt x="2313130" y="3246418"/>
                  </a:lnTo>
                  <a:lnTo>
                    <a:pt x="2313695" y="3246418"/>
                  </a:lnTo>
                  <a:lnTo>
                    <a:pt x="2313978" y="3246418"/>
                  </a:lnTo>
                  <a:lnTo>
                    <a:pt x="2314072" y="3246418"/>
                  </a:lnTo>
                  <a:lnTo>
                    <a:pt x="2314166" y="3246418"/>
                  </a:lnTo>
                  <a:lnTo>
                    <a:pt x="2314449" y="3246418"/>
                  </a:lnTo>
                  <a:lnTo>
                    <a:pt x="2314543" y="3246418"/>
                  </a:lnTo>
                  <a:lnTo>
                    <a:pt x="2314825" y="3246418"/>
                  </a:lnTo>
                  <a:lnTo>
                    <a:pt x="2314919" y="3246418"/>
                  </a:lnTo>
                  <a:lnTo>
                    <a:pt x="2315014" y="3246418"/>
                  </a:lnTo>
                  <a:lnTo>
                    <a:pt x="2315202" y="3246418"/>
                  </a:lnTo>
                  <a:lnTo>
                    <a:pt x="2315296" y="3246418"/>
                  </a:lnTo>
                  <a:lnTo>
                    <a:pt x="2315390" y="3246418"/>
                  </a:lnTo>
                  <a:lnTo>
                    <a:pt x="2315484" y="3246418"/>
                  </a:lnTo>
                  <a:lnTo>
                    <a:pt x="2315578" y="3246418"/>
                  </a:lnTo>
                  <a:lnTo>
                    <a:pt x="2315955" y="3246418"/>
                  </a:lnTo>
                  <a:lnTo>
                    <a:pt x="2316049" y="3246418"/>
                  </a:lnTo>
                  <a:lnTo>
                    <a:pt x="2316332" y="3241507"/>
                  </a:lnTo>
                  <a:lnTo>
                    <a:pt x="2316520" y="3241507"/>
                  </a:lnTo>
                  <a:lnTo>
                    <a:pt x="2316614" y="3241507"/>
                  </a:lnTo>
                  <a:lnTo>
                    <a:pt x="2316802" y="3241507"/>
                  </a:lnTo>
                  <a:lnTo>
                    <a:pt x="2316991" y="3241507"/>
                  </a:lnTo>
                  <a:lnTo>
                    <a:pt x="2317085" y="3241507"/>
                  </a:lnTo>
                  <a:lnTo>
                    <a:pt x="2317461" y="3241507"/>
                  </a:lnTo>
                  <a:lnTo>
                    <a:pt x="2317556" y="3241507"/>
                  </a:lnTo>
                  <a:lnTo>
                    <a:pt x="2317744" y="3241507"/>
                  </a:lnTo>
                  <a:lnTo>
                    <a:pt x="2318215" y="3241507"/>
                  </a:lnTo>
                  <a:lnTo>
                    <a:pt x="2318309" y="3241507"/>
                  </a:lnTo>
                  <a:lnTo>
                    <a:pt x="2318403" y="3241507"/>
                  </a:lnTo>
                  <a:lnTo>
                    <a:pt x="2318497" y="3241507"/>
                  </a:lnTo>
                  <a:lnTo>
                    <a:pt x="2318685" y="3241507"/>
                  </a:lnTo>
                  <a:lnTo>
                    <a:pt x="2318780" y="3241507"/>
                  </a:lnTo>
                  <a:lnTo>
                    <a:pt x="2318874" y="3241507"/>
                  </a:lnTo>
                  <a:lnTo>
                    <a:pt x="2318968" y="3241507"/>
                  </a:lnTo>
                  <a:lnTo>
                    <a:pt x="2319156" y="3241507"/>
                  </a:lnTo>
                  <a:lnTo>
                    <a:pt x="2319250" y="3241507"/>
                  </a:lnTo>
                  <a:lnTo>
                    <a:pt x="2319439" y="3241507"/>
                  </a:lnTo>
                  <a:lnTo>
                    <a:pt x="2319627" y="3241507"/>
                  </a:lnTo>
                  <a:lnTo>
                    <a:pt x="2319721" y="3241507"/>
                  </a:lnTo>
                  <a:lnTo>
                    <a:pt x="2319909" y="3241507"/>
                  </a:lnTo>
                  <a:lnTo>
                    <a:pt x="2320004" y="3241507"/>
                  </a:lnTo>
                  <a:lnTo>
                    <a:pt x="2320192" y="3241507"/>
                  </a:lnTo>
                  <a:lnTo>
                    <a:pt x="2320286" y="3241507"/>
                  </a:lnTo>
                  <a:lnTo>
                    <a:pt x="2320474" y="3241507"/>
                  </a:lnTo>
                  <a:lnTo>
                    <a:pt x="2320945" y="3241507"/>
                  </a:lnTo>
                  <a:lnTo>
                    <a:pt x="2321039" y="3241507"/>
                  </a:lnTo>
                  <a:lnTo>
                    <a:pt x="2321322" y="3241507"/>
                  </a:lnTo>
                  <a:lnTo>
                    <a:pt x="2321510" y="3241507"/>
                  </a:lnTo>
                  <a:lnTo>
                    <a:pt x="2321604" y="3241507"/>
                  </a:lnTo>
                  <a:lnTo>
                    <a:pt x="2321698" y="3241507"/>
                  </a:lnTo>
                  <a:lnTo>
                    <a:pt x="2321981" y="3241507"/>
                  </a:lnTo>
                  <a:lnTo>
                    <a:pt x="2322263" y="3241507"/>
                  </a:lnTo>
                  <a:lnTo>
                    <a:pt x="2322640" y="3241507"/>
                  </a:lnTo>
                  <a:lnTo>
                    <a:pt x="2324052" y="3241507"/>
                  </a:lnTo>
                  <a:lnTo>
                    <a:pt x="2324146" y="3241507"/>
                  </a:lnTo>
                  <a:lnTo>
                    <a:pt x="2324240" y="3241507"/>
                  </a:lnTo>
                  <a:lnTo>
                    <a:pt x="2324523" y="3241507"/>
                  </a:lnTo>
                  <a:lnTo>
                    <a:pt x="2324711" y="3241507"/>
                  </a:lnTo>
                  <a:lnTo>
                    <a:pt x="2324994" y="3241507"/>
                  </a:lnTo>
                  <a:lnTo>
                    <a:pt x="2325182" y="3241507"/>
                  </a:lnTo>
                  <a:lnTo>
                    <a:pt x="2325276" y="3241507"/>
                  </a:lnTo>
                  <a:lnTo>
                    <a:pt x="2325464" y="3241507"/>
                  </a:lnTo>
                  <a:lnTo>
                    <a:pt x="2325653" y="3241507"/>
                  </a:lnTo>
                  <a:lnTo>
                    <a:pt x="2326029" y="3236596"/>
                  </a:lnTo>
                  <a:lnTo>
                    <a:pt x="2326406" y="3236596"/>
                  </a:lnTo>
                  <a:lnTo>
                    <a:pt x="2326594" y="3236596"/>
                  </a:lnTo>
                  <a:lnTo>
                    <a:pt x="2326877" y="3236596"/>
                  </a:lnTo>
                  <a:lnTo>
                    <a:pt x="2326971" y="3236596"/>
                  </a:lnTo>
                  <a:lnTo>
                    <a:pt x="2327065" y="3236596"/>
                  </a:lnTo>
                  <a:lnTo>
                    <a:pt x="2327159" y="3236596"/>
                  </a:lnTo>
                  <a:lnTo>
                    <a:pt x="2327253" y="3236596"/>
                  </a:lnTo>
                  <a:lnTo>
                    <a:pt x="2327536" y="3236596"/>
                  </a:lnTo>
                  <a:lnTo>
                    <a:pt x="2327724" y="3236596"/>
                  </a:lnTo>
                  <a:lnTo>
                    <a:pt x="2327818" y="3236596"/>
                  </a:lnTo>
                  <a:lnTo>
                    <a:pt x="2327912" y="3236596"/>
                  </a:lnTo>
                  <a:lnTo>
                    <a:pt x="2328007" y="3236596"/>
                  </a:lnTo>
                  <a:lnTo>
                    <a:pt x="2328101" y="3236596"/>
                  </a:lnTo>
                  <a:lnTo>
                    <a:pt x="2328289" y="3231684"/>
                  </a:lnTo>
                  <a:lnTo>
                    <a:pt x="2330454" y="3221861"/>
                  </a:lnTo>
                  <a:lnTo>
                    <a:pt x="2330643" y="3221861"/>
                  </a:lnTo>
                  <a:lnTo>
                    <a:pt x="2330737" y="3221861"/>
                  </a:lnTo>
                  <a:lnTo>
                    <a:pt x="2330831" y="3221861"/>
                  </a:lnTo>
                  <a:lnTo>
                    <a:pt x="2331019" y="3221861"/>
                  </a:lnTo>
                  <a:lnTo>
                    <a:pt x="2331114" y="3221861"/>
                  </a:lnTo>
                  <a:lnTo>
                    <a:pt x="2331208" y="3221861"/>
                  </a:lnTo>
                  <a:lnTo>
                    <a:pt x="2331396" y="3221861"/>
                  </a:lnTo>
                  <a:lnTo>
                    <a:pt x="2331584" y="3221861"/>
                  </a:lnTo>
                  <a:lnTo>
                    <a:pt x="2331773" y="3221861"/>
                  </a:lnTo>
                  <a:lnTo>
                    <a:pt x="2331961" y="3221861"/>
                  </a:lnTo>
                  <a:lnTo>
                    <a:pt x="2332149" y="3221861"/>
                  </a:lnTo>
                  <a:lnTo>
                    <a:pt x="2332432" y="3221861"/>
                  </a:lnTo>
                  <a:lnTo>
                    <a:pt x="2332620" y="3221861"/>
                  </a:lnTo>
                  <a:lnTo>
                    <a:pt x="2332808" y="3221861"/>
                  </a:lnTo>
                  <a:lnTo>
                    <a:pt x="2332902" y="3216950"/>
                  </a:lnTo>
                  <a:lnTo>
                    <a:pt x="2333091" y="3216950"/>
                  </a:lnTo>
                  <a:lnTo>
                    <a:pt x="2333185" y="3216950"/>
                  </a:lnTo>
                  <a:lnTo>
                    <a:pt x="2333279" y="3216950"/>
                  </a:lnTo>
                  <a:lnTo>
                    <a:pt x="2333562" y="3216950"/>
                  </a:lnTo>
                  <a:lnTo>
                    <a:pt x="2333656" y="3216950"/>
                  </a:lnTo>
                  <a:lnTo>
                    <a:pt x="2333750" y="3216950"/>
                  </a:lnTo>
                  <a:lnTo>
                    <a:pt x="2333844" y="3216950"/>
                  </a:lnTo>
                  <a:lnTo>
                    <a:pt x="2333938" y="3216950"/>
                  </a:lnTo>
                  <a:lnTo>
                    <a:pt x="2334409" y="3216950"/>
                  </a:lnTo>
                  <a:lnTo>
                    <a:pt x="2334597" y="3216950"/>
                  </a:lnTo>
                  <a:lnTo>
                    <a:pt x="2335068" y="3216950"/>
                  </a:lnTo>
                  <a:lnTo>
                    <a:pt x="2335256" y="3216950"/>
                  </a:lnTo>
                  <a:lnTo>
                    <a:pt x="2335350" y="3216950"/>
                  </a:lnTo>
                  <a:lnTo>
                    <a:pt x="2335539" y="3216950"/>
                  </a:lnTo>
                  <a:lnTo>
                    <a:pt x="2336198" y="3216950"/>
                  </a:lnTo>
                  <a:lnTo>
                    <a:pt x="2336480" y="3216950"/>
                  </a:lnTo>
                  <a:lnTo>
                    <a:pt x="2336857" y="3216950"/>
                  </a:lnTo>
                  <a:lnTo>
                    <a:pt x="2337233" y="3216950"/>
                  </a:lnTo>
                  <a:lnTo>
                    <a:pt x="2337704" y="3216950"/>
                  </a:lnTo>
                  <a:lnTo>
                    <a:pt x="2337798" y="3216950"/>
                  </a:lnTo>
                  <a:lnTo>
                    <a:pt x="2338175" y="3216950"/>
                  </a:lnTo>
                  <a:lnTo>
                    <a:pt x="2338269" y="3216950"/>
                  </a:lnTo>
                  <a:lnTo>
                    <a:pt x="2338363" y="3216950"/>
                  </a:lnTo>
                  <a:lnTo>
                    <a:pt x="2338552" y="3216950"/>
                  </a:lnTo>
                  <a:lnTo>
                    <a:pt x="2338646" y="3216950"/>
                  </a:lnTo>
                  <a:lnTo>
                    <a:pt x="2338928" y="3216950"/>
                  </a:lnTo>
                  <a:lnTo>
                    <a:pt x="2339022" y="3216950"/>
                  </a:lnTo>
                  <a:lnTo>
                    <a:pt x="2339116" y="3216950"/>
                  </a:lnTo>
                  <a:lnTo>
                    <a:pt x="2339211" y="3216950"/>
                  </a:lnTo>
                  <a:lnTo>
                    <a:pt x="2339493" y="3216950"/>
                  </a:lnTo>
                  <a:lnTo>
                    <a:pt x="2339681" y="3216950"/>
                  </a:lnTo>
                  <a:lnTo>
                    <a:pt x="2339776" y="3216950"/>
                  </a:lnTo>
                  <a:lnTo>
                    <a:pt x="2340435" y="3216950"/>
                  </a:lnTo>
                  <a:lnTo>
                    <a:pt x="2340529" y="3216950"/>
                  </a:lnTo>
                  <a:lnTo>
                    <a:pt x="2340623" y="3216950"/>
                  </a:lnTo>
                  <a:lnTo>
                    <a:pt x="2340717" y="3216950"/>
                  </a:lnTo>
                  <a:lnTo>
                    <a:pt x="2341188" y="3216950"/>
                  </a:lnTo>
                  <a:lnTo>
                    <a:pt x="2341188" y="3212039"/>
                  </a:lnTo>
                  <a:lnTo>
                    <a:pt x="2341282" y="3212039"/>
                  </a:lnTo>
                  <a:lnTo>
                    <a:pt x="2341376" y="3212039"/>
                  </a:lnTo>
                  <a:lnTo>
                    <a:pt x="2341470" y="3212039"/>
                  </a:lnTo>
                  <a:lnTo>
                    <a:pt x="2341564" y="3212039"/>
                  </a:lnTo>
                  <a:lnTo>
                    <a:pt x="2341659" y="3212039"/>
                  </a:lnTo>
                  <a:lnTo>
                    <a:pt x="2341941" y="3212039"/>
                  </a:lnTo>
                  <a:lnTo>
                    <a:pt x="2342412" y="3212039"/>
                  </a:lnTo>
                  <a:lnTo>
                    <a:pt x="2342600" y="3212039"/>
                  </a:lnTo>
                  <a:lnTo>
                    <a:pt x="2342694" y="3212039"/>
                  </a:lnTo>
                  <a:lnTo>
                    <a:pt x="2342788" y="3212039"/>
                  </a:lnTo>
                  <a:lnTo>
                    <a:pt x="2342977" y="3212039"/>
                  </a:lnTo>
                  <a:lnTo>
                    <a:pt x="2343353" y="3212039"/>
                  </a:lnTo>
                  <a:lnTo>
                    <a:pt x="2343447" y="3212039"/>
                  </a:lnTo>
                  <a:lnTo>
                    <a:pt x="2343730" y="3212039"/>
                  </a:lnTo>
                  <a:lnTo>
                    <a:pt x="2344012" y="3212039"/>
                  </a:lnTo>
                  <a:lnTo>
                    <a:pt x="2344201" y="3212039"/>
                  </a:lnTo>
                  <a:lnTo>
                    <a:pt x="2344389" y="3212039"/>
                  </a:lnTo>
                  <a:lnTo>
                    <a:pt x="2344577" y="3212039"/>
                  </a:lnTo>
                  <a:lnTo>
                    <a:pt x="2344671" y="3212039"/>
                  </a:lnTo>
                  <a:lnTo>
                    <a:pt x="2345048" y="3212039"/>
                  </a:lnTo>
                  <a:lnTo>
                    <a:pt x="2345142" y="3212039"/>
                  </a:lnTo>
                  <a:lnTo>
                    <a:pt x="2345613" y="3212039"/>
                  </a:lnTo>
                  <a:lnTo>
                    <a:pt x="2345707" y="3212039"/>
                  </a:lnTo>
                  <a:lnTo>
                    <a:pt x="2345801" y="3212039"/>
                  </a:lnTo>
                  <a:lnTo>
                    <a:pt x="2345990" y="3212039"/>
                  </a:lnTo>
                  <a:lnTo>
                    <a:pt x="2346272" y="3212039"/>
                  </a:lnTo>
                  <a:lnTo>
                    <a:pt x="2346366" y="3212039"/>
                  </a:lnTo>
                  <a:lnTo>
                    <a:pt x="2346649" y="3212039"/>
                  </a:lnTo>
                  <a:lnTo>
                    <a:pt x="2347402" y="3212039"/>
                  </a:lnTo>
                  <a:lnTo>
                    <a:pt x="2347496" y="3212039"/>
                  </a:lnTo>
                  <a:lnTo>
                    <a:pt x="2347590" y="3212039"/>
                  </a:lnTo>
                  <a:lnTo>
                    <a:pt x="2347778" y="3212039"/>
                  </a:lnTo>
                  <a:lnTo>
                    <a:pt x="2347873" y="3212039"/>
                  </a:lnTo>
                  <a:lnTo>
                    <a:pt x="2348061" y="3212039"/>
                  </a:lnTo>
                  <a:lnTo>
                    <a:pt x="2348720" y="3212039"/>
                  </a:lnTo>
                  <a:lnTo>
                    <a:pt x="2348814" y="3212039"/>
                  </a:lnTo>
                  <a:lnTo>
                    <a:pt x="2348908" y="3212039"/>
                  </a:lnTo>
                  <a:lnTo>
                    <a:pt x="2349002" y="3212039"/>
                  </a:lnTo>
                  <a:lnTo>
                    <a:pt x="2349097" y="3212039"/>
                  </a:lnTo>
                  <a:lnTo>
                    <a:pt x="2349473" y="3212039"/>
                  </a:lnTo>
                  <a:lnTo>
                    <a:pt x="2350132" y="3212039"/>
                  </a:lnTo>
                  <a:lnTo>
                    <a:pt x="2350321" y="3212039"/>
                  </a:lnTo>
                  <a:lnTo>
                    <a:pt x="2350603" y="3212039"/>
                  </a:lnTo>
                  <a:lnTo>
                    <a:pt x="2350697" y="3212039"/>
                  </a:lnTo>
                  <a:lnTo>
                    <a:pt x="2350791" y="3212039"/>
                  </a:lnTo>
                  <a:lnTo>
                    <a:pt x="2350980" y="3212039"/>
                  </a:lnTo>
                  <a:lnTo>
                    <a:pt x="2351168" y="3212039"/>
                  </a:lnTo>
                  <a:lnTo>
                    <a:pt x="2351450" y="3212039"/>
                  </a:lnTo>
                  <a:lnTo>
                    <a:pt x="2351545" y="3212039"/>
                  </a:lnTo>
                  <a:lnTo>
                    <a:pt x="2351921" y="3212039"/>
                  </a:lnTo>
                  <a:lnTo>
                    <a:pt x="2352015" y="3212039"/>
                  </a:lnTo>
                  <a:lnTo>
                    <a:pt x="2352204" y="3212039"/>
                  </a:lnTo>
                  <a:lnTo>
                    <a:pt x="2352298" y="3212039"/>
                  </a:lnTo>
                  <a:lnTo>
                    <a:pt x="2352863" y="3212039"/>
                  </a:lnTo>
                  <a:lnTo>
                    <a:pt x="2352957" y="3212039"/>
                  </a:lnTo>
                  <a:lnTo>
                    <a:pt x="2353051" y="3212039"/>
                  </a:lnTo>
                  <a:lnTo>
                    <a:pt x="2353428" y="3207127"/>
                  </a:lnTo>
                  <a:lnTo>
                    <a:pt x="2353522" y="3207127"/>
                  </a:lnTo>
                  <a:lnTo>
                    <a:pt x="2353804" y="3207127"/>
                  </a:lnTo>
                  <a:lnTo>
                    <a:pt x="2354275" y="3207127"/>
                  </a:lnTo>
                  <a:lnTo>
                    <a:pt x="2354369" y="3207127"/>
                  </a:lnTo>
                  <a:lnTo>
                    <a:pt x="2354746" y="3207127"/>
                  </a:lnTo>
                  <a:lnTo>
                    <a:pt x="2354934" y="3207127"/>
                  </a:lnTo>
                  <a:lnTo>
                    <a:pt x="2355028" y="3207127"/>
                  </a:lnTo>
                  <a:lnTo>
                    <a:pt x="2355122" y="3207127"/>
                  </a:lnTo>
                  <a:lnTo>
                    <a:pt x="2355311" y="3207127"/>
                  </a:lnTo>
                  <a:lnTo>
                    <a:pt x="2355593" y="3207127"/>
                  </a:lnTo>
                  <a:lnTo>
                    <a:pt x="2356158" y="3202216"/>
                  </a:lnTo>
                  <a:lnTo>
                    <a:pt x="2356346" y="3202216"/>
                  </a:lnTo>
                  <a:lnTo>
                    <a:pt x="2356440" y="3202216"/>
                  </a:lnTo>
                  <a:lnTo>
                    <a:pt x="2356911" y="3202216"/>
                  </a:lnTo>
                  <a:lnTo>
                    <a:pt x="2357005" y="3202216"/>
                  </a:lnTo>
                  <a:lnTo>
                    <a:pt x="2357194" y="3202216"/>
                  </a:lnTo>
                  <a:lnTo>
                    <a:pt x="2357476" y="3197305"/>
                  </a:lnTo>
                  <a:lnTo>
                    <a:pt x="2357570" y="3197305"/>
                  </a:lnTo>
                  <a:lnTo>
                    <a:pt x="2357853" y="3197305"/>
                  </a:lnTo>
                  <a:lnTo>
                    <a:pt x="2357947" y="3197305"/>
                  </a:lnTo>
                  <a:lnTo>
                    <a:pt x="2357947" y="3192393"/>
                  </a:lnTo>
                  <a:lnTo>
                    <a:pt x="2358324" y="3192393"/>
                  </a:lnTo>
                  <a:lnTo>
                    <a:pt x="2358418" y="3192393"/>
                  </a:lnTo>
                  <a:lnTo>
                    <a:pt x="2359171" y="3192393"/>
                  </a:lnTo>
                  <a:lnTo>
                    <a:pt x="2359265" y="3192393"/>
                  </a:lnTo>
                  <a:lnTo>
                    <a:pt x="2359548" y="3192393"/>
                  </a:lnTo>
                  <a:lnTo>
                    <a:pt x="2359736" y="3192393"/>
                  </a:lnTo>
                  <a:lnTo>
                    <a:pt x="2360301" y="3192393"/>
                  </a:lnTo>
                  <a:lnTo>
                    <a:pt x="2360583" y="3192393"/>
                  </a:lnTo>
                  <a:lnTo>
                    <a:pt x="2360771" y="3192393"/>
                  </a:lnTo>
                  <a:lnTo>
                    <a:pt x="2360866" y="3192393"/>
                  </a:lnTo>
                  <a:lnTo>
                    <a:pt x="2360960" y="3192393"/>
                  </a:lnTo>
                  <a:lnTo>
                    <a:pt x="2361148" y="3192393"/>
                  </a:lnTo>
                  <a:lnTo>
                    <a:pt x="2361242" y="3192393"/>
                  </a:lnTo>
                  <a:lnTo>
                    <a:pt x="2361336" y="3192393"/>
                  </a:lnTo>
                  <a:lnTo>
                    <a:pt x="2361525" y="3192393"/>
                  </a:lnTo>
                  <a:lnTo>
                    <a:pt x="2361619" y="3192393"/>
                  </a:lnTo>
                  <a:lnTo>
                    <a:pt x="2361807" y="3192393"/>
                  </a:lnTo>
                  <a:lnTo>
                    <a:pt x="2361901" y="3192393"/>
                  </a:lnTo>
                  <a:lnTo>
                    <a:pt x="2361995" y="3192393"/>
                  </a:lnTo>
                  <a:lnTo>
                    <a:pt x="2362184" y="3192393"/>
                  </a:lnTo>
                  <a:lnTo>
                    <a:pt x="2362749" y="3192393"/>
                  </a:lnTo>
                  <a:lnTo>
                    <a:pt x="2362937" y="3192393"/>
                  </a:lnTo>
                  <a:lnTo>
                    <a:pt x="2363031" y="3192393"/>
                  </a:lnTo>
                  <a:lnTo>
                    <a:pt x="2363502" y="3192393"/>
                  </a:lnTo>
                  <a:lnTo>
                    <a:pt x="2363690" y="3192393"/>
                  </a:lnTo>
                  <a:lnTo>
                    <a:pt x="2363784" y="3192393"/>
                  </a:lnTo>
                  <a:lnTo>
                    <a:pt x="2363973" y="3187482"/>
                  </a:lnTo>
                  <a:lnTo>
                    <a:pt x="2364255" y="3187482"/>
                  </a:lnTo>
                  <a:lnTo>
                    <a:pt x="2364349" y="3187482"/>
                  </a:lnTo>
                  <a:lnTo>
                    <a:pt x="2364443" y="3187482"/>
                  </a:lnTo>
                  <a:lnTo>
                    <a:pt x="2365291" y="3182570"/>
                  </a:lnTo>
                  <a:lnTo>
                    <a:pt x="2365573" y="3182570"/>
                  </a:lnTo>
                  <a:lnTo>
                    <a:pt x="2365856" y="3182570"/>
                  </a:lnTo>
                  <a:lnTo>
                    <a:pt x="2365950" y="3182570"/>
                  </a:lnTo>
                  <a:lnTo>
                    <a:pt x="2366044" y="3177659"/>
                  </a:lnTo>
                  <a:lnTo>
                    <a:pt x="2366138" y="3177659"/>
                  </a:lnTo>
                  <a:lnTo>
                    <a:pt x="2366326" y="3177659"/>
                  </a:lnTo>
                  <a:lnTo>
                    <a:pt x="2366421" y="3177659"/>
                  </a:lnTo>
                  <a:lnTo>
                    <a:pt x="2367080" y="3177659"/>
                  </a:lnTo>
                  <a:lnTo>
                    <a:pt x="2367174" y="3177659"/>
                  </a:lnTo>
                  <a:lnTo>
                    <a:pt x="2367268" y="3177659"/>
                  </a:lnTo>
                  <a:lnTo>
                    <a:pt x="2367456" y="3177659"/>
                  </a:lnTo>
                  <a:lnTo>
                    <a:pt x="2367550" y="3177659"/>
                  </a:lnTo>
                  <a:lnTo>
                    <a:pt x="2367739" y="3177659"/>
                  </a:lnTo>
                  <a:lnTo>
                    <a:pt x="2367833" y="3177659"/>
                  </a:lnTo>
                  <a:lnTo>
                    <a:pt x="2367927" y="3177659"/>
                  </a:lnTo>
                  <a:lnTo>
                    <a:pt x="2368115" y="3177659"/>
                  </a:lnTo>
                  <a:lnTo>
                    <a:pt x="2368210" y="3177659"/>
                  </a:lnTo>
                  <a:lnTo>
                    <a:pt x="2369433" y="3177659"/>
                  </a:lnTo>
                  <a:lnTo>
                    <a:pt x="2369528" y="3177659"/>
                  </a:lnTo>
                  <a:lnTo>
                    <a:pt x="2369622" y="3177659"/>
                  </a:lnTo>
                  <a:lnTo>
                    <a:pt x="2369716" y="3177659"/>
                  </a:lnTo>
                  <a:lnTo>
                    <a:pt x="2369810" y="3177659"/>
                  </a:lnTo>
                  <a:lnTo>
                    <a:pt x="2369904" y="3177659"/>
                  </a:lnTo>
                  <a:lnTo>
                    <a:pt x="2369998" y="3177659"/>
                  </a:lnTo>
                  <a:lnTo>
                    <a:pt x="2370093" y="3177659"/>
                  </a:lnTo>
                  <a:lnTo>
                    <a:pt x="2370281" y="3177659"/>
                  </a:lnTo>
                  <a:lnTo>
                    <a:pt x="2370469" y="3177659"/>
                  </a:lnTo>
                  <a:lnTo>
                    <a:pt x="2370657" y="3177659"/>
                  </a:lnTo>
                  <a:lnTo>
                    <a:pt x="2370752" y="3177659"/>
                  </a:lnTo>
                  <a:lnTo>
                    <a:pt x="2370846" y="3177659"/>
                  </a:lnTo>
                  <a:lnTo>
                    <a:pt x="2371222" y="3177659"/>
                  </a:lnTo>
                  <a:lnTo>
                    <a:pt x="2371317" y="3177659"/>
                  </a:lnTo>
                  <a:lnTo>
                    <a:pt x="2371787" y="3177659"/>
                  </a:lnTo>
                  <a:lnTo>
                    <a:pt x="2371881" y="3177659"/>
                  </a:lnTo>
                  <a:lnTo>
                    <a:pt x="2371976" y="3177659"/>
                  </a:lnTo>
                  <a:lnTo>
                    <a:pt x="2372164" y="3172748"/>
                  </a:lnTo>
                  <a:lnTo>
                    <a:pt x="2372917" y="3172748"/>
                  </a:lnTo>
                  <a:lnTo>
                    <a:pt x="2373105" y="3172748"/>
                  </a:lnTo>
                  <a:lnTo>
                    <a:pt x="2373200" y="3172748"/>
                  </a:lnTo>
                  <a:lnTo>
                    <a:pt x="2373294" y="3172748"/>
                  </a:lnTo>
                  <a:lnTo>
                    <a:pt x="2373294" y="3167836"/>
                  </a:lnTo>
                  <a:lnTo>
                    <a:pt x="2373388" y="3167836"/>
                  </a:lnTo>
                  <a:lnTo>
                    <a:pt x="2373670" y="3167836"/>
                  </a:lnTo>
                  <a:lnTo>
                    <a:pt x="2373764" y="3167836"/>
                  </a:lnTo>
                  <a:lnTo>
                    <a:pt x="2374329" y="3167836"/>
                  </a:lnTo>
                  <a:lnTo>
                    <a:pt x="2374612" y="3167836"/>
                  </a:lnTo>
                  <a:lnTo>
                    <a:pt x="2374706" y="3167836"/>
                  </a:lnTo>
                  <a:lnTo>
                    <a:pt x="2374894" y="3167836"/>
                  </a:lnTo>
                  <a:lnTo>
                    <a:pt x="2374988" y="3167836"/>
                  </a:lnTo>
                  <a:lnTo>
                    <a:pt x="2375271" y="3167836"/>
                  </a:lnTo>
                  <a:lnTo>
                    <a:pt x="2375365" y="3167836"/>
                  </a:lnTo>
                  <a:lnTo>
                    <a:pt x="2375930" y="3167836"/>
                  </a:lnTo>
                  <a:lnTo>
                    <a:pt x="2377060" y="3162925"/>
                  </a:lnTo>
                  <a:lnTo>
                    <a:pt x="2377154" y="3162925"/>
                  </a:lnTo>
                  <a:lnTo>
                    <a:pt x="2377342" y="3162925"/>
                  </a:lnTo>
                  <a:lnTo>
                    <a:pt x="2377813" y="3162925"/>
                  </a:lnTo>
                  <a:lnTo>
                    <a:pt x="2378001" y="3162925"/>
                  </a:lnTo>
                  <a:lnTo>
                    <a:pt x="2378190" y="3162925"/>
                  </a:lnTo>
                  <a:lnTo>
                    <a:pt x="2378378" y="3162925"/>
                  </a:lnTo>
                  <a:lnTo>
                    <a:pt x="2378472" y="3162925"/>
                  </a:lnTo>
                  <a:lnTo>
                    <a:pt x="2379225" y="3162925"/>
                  </a:lnTo>
                  <a:lnTo>
                    <a:pt x="2379414" y="3162925"/>
                  </a:lnTo>
                  <a:lnTo>
                    <a:pt x="2379508" y="3162925"/>
                  </a:lnTo>
                  <a:lnTo>
                    <a:pt x="2379602" y="3162925"/>
                  </a:lnTo>
                  <a:lnTo>
                    <a:pt x="2379696" y="3162925"/>
                  </a:lnTo>
                  <a:lnTo>
                    <a:pt x="2379790" y="3162925"/>
                  </a:lnTo>
                  <a:lnTo>
                    <a:pt x="2379884" y="3162925"/>
                  </a:lnTo>
                  <a:lnTo>
                    <a:pt x="2380073" y="3162925"/>
                  </a:lnTo>
                  <a:lnTo>
                    <a:pt x="2380355" y="3162925"/>
                  </a:lnTo>
                  <a:lnTo>
                    <a:pt x="2380638" y="3162925"/>
                  </a:lnTo>
                  <a:lnTo>
                    <a:pt x="2380826" y="3162925"/>
                  </a:lnTo>
                  <a:lnTo>
                    <a:pt x="2381108" y="3162925"/>
                  </a:lnTo>
                  <a:lnTo>
                    <a:pt x="2381203" y="3162925"/>
                  </a:lnTo>
                  <a:lnTo>
                    <a:pt x="2381673" y="3162925"/>
                  </a:lnTo>
                  <a:lnTo>
                    <a:pt x="2382050" y="3162925"/>
                  </a:lnTo>
                  <a:lnTo>
                    <a:pt x="2382144" y="3162925"/>
                  </a:lnTo>
                  <a:lnTo>
                    <a:pt x="2382709" y="3162925"/>
                  </a:lnTo>
                  <a:lnTo>
                    <a:pt x="2382803" y="3162925"/>
                  </a:lnTo>
                  <a:lnTo>
                    <a:pt x="2382991" y="3162925"/>
                  </a:lnTo>
                  <a:lnTo>
                    <a:pt x="2383086" y="3162925"/>
                  </a:lnTo>
                  <a:lnTo>
                    <a:pt x="2383180" y="3162925"/>
                  </a:lnTo>
                  <a:lnTo>
                    <a:pt x="2383368" y="3162925"/>
                  </a:lnTo>
                  <a:lnTo>
                    <a:pt x="2383462" y="3162925"/>
                  </a:lnTo>
                  <a:lnTo>
                    <a:pt x="2383650" y="3162925"/>
                  </a:lnTo>
                  <a:lnTo>
                    <a:pt x="2383745" y="3162925"/>
                  </a:lnTo>
                  <a:lnTo>
                    <a:pt x="2384215" y="3162925"/>
                  </a:lnTo>
                  <a:lnTo>
                    <a:pt x="2384404" y="3162925"/>
                  </a:lnTo>
                  <a:lnTo>
                    <a:pt x="2384498" y="3162925"/>
                  </a:lnTo>
                  <a:lnTo>
                    <a:pt x="2384592" y="3162925"/>
                  </a:lnTo>
                  <a:lnTo>
                    <a:pt x="2385063" y="3162925"/>
                  </a:lnTo>
                  <a:lnTo>
                    <a:pt x="2385345" y="3162925"/>
                  </a:lnTo>
                  <a:lnTo>
                    <a:pt x="2385534" y="3162925"/>
                  </a:lnTo>
                  <a:lnTo>
                    <a:pt x="2385722" y="3162925"/>
                  </a:lnTo>
                  <a:lnTo>
                    <a:pt x="2385816" y="3162925"/>
                  </a:lnTo>
                  <a:lnTo>
                    <a:pt x="2385910" y="3162925"/>
                  </a:lnTo>
                  <a:lnTo>
                    <a:pt x="2386004" y="3162925"/>
                  </a:lnTo>
                  <a:lnTo>
                    <a:pt x="2386757" y="3162925"/>
                  </a:lnTo>
                  <a:lnTo>
                    <a:pt x="2386852" y="3162925"/>
                  </a:lnTo>
                  <a:lnTo>
                    <a:pt x="2386946" y="3162925"/>
                  </a:lnTo>
                  <a:lnTo>
                    <a:pt x="2387040" y="3162925"/>
                  </a:lnTo>
                  <a:lnTo>
                    <a:pt x="2387134" y="3162925"/>
                  </a:lnTo>
                  <a:lnTo>
                    <a:pt x="2387417" y="3162925"/>
                  </a:lnTo>
                  <a:lnTo>
                    <a:pt x="2387793" y="3162925"/>
                  </a:lnTo>
                  <a:lnTo>
                    <a:pt x="2387981" y="3162925"/>
                  </a:lnTo>
                  <a:lnTo>
                    <a:pt x="2388076" y="3162925"/>
                  </a:lnTo>
                  <a:lnTo>
                    <a:pt x="2388264" y="3162925"/>
                  </a:lnTo>
                  <a:lnTo>
                    <a:pt x="2388452" y="3162925"/>
                  </a:lnTo>
                  <a:lnTo>
                    <a:pt x="2388641" y="3162925"/>
                  </a:lnTo>
                  <a:lnTo>
                    <a:pt x="2388923" y="3162925"/>
                  </a:lnTo>
                  <a:lnTo>
                    <a:pt x="2389488" y="3162925"/>
                  </a:lnTo>
                  <a:lnTo>
                    <a:pt x="2389488" y="3158014"/>
                  </a:lnTo>
                  <a:lnTo>
                    <a:pt x="2390053" y="3158014"/>
                  </a:lnTo>
                  <a:lnTo>
                    <a:pt x="2390241" y="3158014"/>
                  </a:lnTo>
                  <a:lnTo>
                    <a:pt x="2390335" y="3158014"/>
                  </a:lnTo>
                  <a:lnTo>
                    <a:pt x="2390429" y="3158014"/>
                  </a:lnTo>
                  <a:lnTo>
                    <a:pt x="2390524" y="3158014"/>
                  </a:lnTo>
                  <a:lnTo>
                    <a:pt x="2390712" y="3158014"/>
                  </a:lnTo>
                  <a:lnTo>
                    <a:pt x="2390806" y="3158014"/>
                  </a:lnTo>
                  <a:lnTo>
                    <a:pt x="2391371" y="3158014"/>
                  </a:lnTo>
                  <a:lnTo>
                    <a:pt x="2391559" y="3158014"/>
                  </a:lnTo>
                  <a:lnTo>
                    <a:pt x="2391653" y="3158014"/>
                  </a:lnTo>
                  <a:lnTo>
                    <a:pt x="2392030" y="3158014"/>
                  </a:lnTo>
                  <a:lnTo>
                    <a:pt x="2392124" y="3158014"/>
                  </a:lnTo>
                  <a:lnTo>
                    <a:pt x="2392218" y="3158014"/>
                  </a:lnTo>
                  <a:lnTo>
                    <a:pt x="2392312" y="3158014"/>
                  </a:lnTo>
                  <a:lnTo>
                    <a:pt x="2392501" y="3158014"/>
                  </a:lnTo>
                  <a:lnTo>
                    <a:pt x="2392595" y="3158014"/>
                  </a:lnTo>
                  <a:lnTo>
                    <a:pt x="2392689" y="3158014"/>
                  </a:lnTo>
                  <a:lnTo>
                    <a:pt x="2392877" y="3158014"/>
                  </a:lnTo>
                  <a:lnTo>
                    <a:pt x="2392972" y="3158014"/>
                  </a:lnTo>
                  <a:lnTo>
                    <a:pt x="2393348" y="3158014"/>
                  </a:lnTo>
                  <a:lnTo>
                    <a:pt x="2393913" y="3153102"/>
                  </a:lnTo>
                  <a:lnTo>
                    <a:pt x="2394290" y="3153102"/>
                  </a:lnTo>
                  <a:lnTo>
                    <a:pt x="2394384" y="3153102"/>
                  </a:lnTo>
                  <a:lnTo>
                    <a:pt x="2394478" y="3153102"/>
                  </a:lnTo>
                  <a:lnTo>
                    <a:pt x="2394572" y="3153102"/>
                  </a:lnTo>
                  <a:lnTo>
                    <a:pt x="2394666" y="3153102"/>
                  </a:lnTo>
                  <a:lnTo>
                    <a:pt x="2394855" y="3153102"/>
                  </a:lnTo>
                  <a:lnTo>
                    <a:pt x="2395137" y="3153102"/>
                  </a:lnTo>
                  <a:lnTo>
                    <a:pt x="2395231" y="3153102"/>
                  </a:lnTo>
                  <a:lnTo>
                    <a:pt x="2395514" y="3153102"/>
                  </a:lnTo>
                  <a:lnTo>
                    <a:pt x="2395608" y="3153102"/>
                  </a:lnTo>
                  <a:lnTo>
                    <a:pt x="2396455" y="3153102"/>
                  </a:lnTo>
                  <a:lnTo>
                    <a:pt x="2396643" y="3153102"/>
                  </a:lnTo>
                  <a:lnTo>
                    <a:pt x="2396738" y="3153102"/>
                  </a:lnTo>
                  <a:lnTo>
                    <a:pt x="2396926" y="3153102"/>
                  </a:lnTo>
                  <a:lnTo>
                    <a:pt x="2397114" y="3153102"/>
                  </a:lnTo>
                  <a:lnTo>
                    <a:pt x="2397303" y="3153102"/>
                  </a:lnTo>
                  <a:lnTo>
                    <a:pt x="2397397" y="3153102"/>
                  </a:lnTo>
                  <a:lnTo>
                    <a:pt x="2397491" y="3153102"/>
                  </a:lnTo>
                  <a:lnTo>
                    <a:pt x="2397962" y="3153102"/>
                  </a:lnTo>
                  <a:lnTo>
                    <a:pt x="2398244" y="3153102"/>
                  </a:lnTo>
                  <a:lnTo>
                    <a:pt x="2398432" y="3153102"/>
                  </a:lnTo>
                  <a:lnTo>
                    <a:pt x="2398621" y="3153102"/>
                  </a:lnTo>
                  <a:lnTo>
                    <a:pt x="2398809" y="3153102"/>
                  </a:lnTo>
                  <a:lnTo>
                    <a:pt x="2398997" y="3153102"/>
                  </a:lnTo>
                  <a:lnTo>
                    <a:pt x="2399091" y="3153102"/>
                  </a:lnTo>
                  <a:lnTo>
                    <a:pt x="2399186" y="3153102"/>
                  </a:lnTo>
                  <a:lnTo>
                    <a:pt x="2399562" y="3148191"/>
                  </a:lnTo>
                  <a:lnTo>
                    <a:pt x="2399656" y="3148191"/>
                  </a:lnTo>
                  <a:lnTo>
                    <a:pt x="2399750" y="3148191"/>
                  </a:lnTo>
                  <a:lnTo>
                    <a:pt x="2400410" y="3148191"/>
                  </a:lnTo>
                  <a:lnTo>
                    <a:pt x="2400504" y="3148191"/>
                  </a:lnTo>
                  <a:lnTo>
                    <a:pt x="2400692" y="3148191"/>
                  </a:lnTo>
                  <a:lnTo>
                    <a:pt x="2400786" y="3148191"/>
                  </a:lnTo>
                  <a:lnTo>
                    <a:pt x="2401257" y="3148191"/>
                  </a:lnTo>
                  <a:lnTo>
                    <a:pt x="2401351" y="3143279"/>
                  </a:lnTo>
                  <a:lnTo>
                    <a:pt x="2401445" y="3143279"/>
                  </a:lnTo>
                  <a:lnTo>
                    <a:pt x="2401634" y="3143279"/>
                  </a:lnTo>
                  <a:lnTo>
                    <a:pt x="2401728" y="3143279"/>
                  </a:lnTo>
                  <a:lnTo>
                    <a:pt x="2401822" y="3143279"/>
                  </a:lnTo>
                  <a:lnTo>
                    <a:pt x="2402104" y="3143279"/>
                  </a:lnTo>
                  <a:lnTo>
                    <a:pt x="2402293" y="3138368"/>
                  </a:lnTo>
                  <a:lnTo>
                    <a:pt x="2402575" y="3138368"/>
                  </a:lnTo>
                  <a:lnTo>
                    <a:pt x="2402858" y="3138368"/>
                  </a:lnTo>
                  <a:lnTo>
                    <a:pt x="2402952" y="3138368"/>
                  </a:lnTo>
                  <a:lnTo>
                    <a:pt x="2403046" y="3138368"/>
                  </a:lnTo>
                  <a:lnTo>
                    <a:pt x="2403234" y="3138368"/>
                  </a:lnTo>
                  <a:lnTo>
                    <a:pt x="2403987" y="3138368"/>
                  </a:lnTo>
                  <a:lnTo>
                    <a:pt x="2404081" y="3138368"/>
                  </a:lnTo>
                  <a:lnTo>
                    <a:pt x="2404176" y="3138368"/>
                  </a:lnTo>
                  <a:lnTo>
                    <a:pt x="2404176" y="3133457"/>
                  </a:lnTo>
                  <a:lnTo>
                    <a:pt x="2404364" y="3133457"/>
                  </a:lnTo>
                  <a:lnTo>
                    <a:pt x="2404458" y="3133457"/>
                  </a:lnTo>
                  <a:lnTo>
                    <a:pt x="2404552" y="3133457"/>
                  </a:lnTo>
                  <a:lnTo>
                    <a:pt x="2404835" y="3133457"/>
                  </a:lnTo>
                  <a:lnTo>
                    <a:pt x="2404929" y="3133457"/>
                  </a:lnTo>
                  <a:lnTo>
                    <a:pt x="2405211" y="3133457"/>
                  </a:lnTo>
                  <a:lnTo>
                    <a:pt x="2405305" y="3133457"/>
                  </a:lnTo>
                  <a:lnTo>
                    <a:pt x="2405588" y="3133457"/>
                  </a:lnTo>
                  <a:lnTo>
                    <a:pt x="2405682" y="3133457"/>
                  </a:lnTo>
                  <a:lnTo>
                    <a:pt x="2405776" y="3133457"/>
                  </a:lnTo>
                  <a:lnTo>
                    <a:pt x="2405870" y="3133457"/>
                  </a:lnTo>
                  <a:lnTo>
                    <a:pt x="2406435" y="3133457"/>
                  </a:lnTo>
                  <a:lnTo>
                    <a:pt x="2406529" y="3133457"/>
                  </a:lnTo>
                  <a:lnTo>
                    <a:pt x="2406718" y="3133457"/>
                  </a:lnTo>
                  <a:lnTo>
                    <a:pt x="2407094" y="3133457"/>
                  </a:lnTo>
                  <a:lnTo>
                    <a:pt x="2407189" y="3133457"/>
                  </a:lnTo>
                  <a:lnTo>
                    <a:pt x="2407283" y="3133457"/>
                  </a:lnTo>
                  <a:lnTo>
                    <a:pt x="2407659" y="3133457"/>
                  </a:lnTo>
                  <a:lnTo>
                    <a:pt x="2407942" y="3133457"/>
                  </a:lnTo>
                  <a:lnTo>
                    <a:pt x="2408036" y="3133457"/>
                  </a:lnTo>
                  <a:lnTo>
                    <a:pt x="2408130" y="3133457"/>
                  </a:lnTo>
                  <a:lnTo>
                    <a:pt x="2408318" y="3133457"/>
                  </a:lnTo>
                  <a:lnTo>
                    <a:pt x="2408412" y="3133457"/>
                  </a:lnTo>
                  <a:lnTo>
                    <a:pt x="2408507" y="3133457"/>
                  </a:lnTo>
                  <a:lnTo>
                    <a:pt x="2408601" y="3133457"/>
                  </a:lnTo>
                  <a:lnTo>
                    <a:pt x="2408883" y="3133457"/>
                  </a:lnTo>
                  <a:lnTo>
                    <a:pt x="2409072" y="3133457"/>
                  </a:lnTo>
                  <a:lnTo>
                    <a:pt x="2409166" y="3133457"/>
                  </a:lnTo>
                  <a:lnTo>
                    <a:pt x="2410013" y="3133457"/>
                  </a:lnTo>
                  <a:lnTo>
                    <a:pt x="2410390" y="3133457"/>
                  </a:lnTo>
                  <a:lnTo>
                    <a:pt x="2411049" y="3133457"/>
                  </a:lnTo>
                  <a:lnTo>
                    <a:pt x="2411237" y="3133457"/>
                  </a:lnTo>
                  <a:lnTo>
                    <a:pt x="2411331" y="3133457"/>
                  </a:lnTo>
                  <a:lnTo>
                    <a:pt x="2411425" y="3128545"/>
                  </a:lnTo>
                  <a:lnTo>
                    <a:pt x="2411520" y="3128545"/>
                  </a:lnTo>
                  <a:lnTo>
                    <a:pt x="2411614" y="3128545"/>
                  </a:lnTo>
                  <a:lnTo>
                    <a:pt x="2411708" y="3128545"/>
                  </a:lnTo>
                  <a:lnTo>
                    <a:pt x="2411802" y="3128545"/>
                  </a:lnTo>
                  <a:lnTo>
                    <a:pt x="2411896" y="3128545"/>
                  </a:lnTo>
                  <a:lnTo>
                    <a:pt x="2411990" y="3128545"/>
                  </a:lnTo>
                  <a:lnTo>
                    <a:pt x="2412084" y="3128545"/>
                  </a:lnTo>
                  <a:lnTo>
                    <a:pt x="2412179" y="3128545"/>
                  </a:lnTo>
                  <a:lnTo>
                    <a:pt x="2412555" y="3128545"/>
                  </a:lnTo>
                  <a:lnTo>
                    <a:pt x="2412649" y="3128545"/>
                  </a:lnTo>
                  <a:lnTo>
                    <a:pt x="2412932" y="3128545"/>
                  </a:lnTo>
                  <a:lnTo>
                    <a:pt x="2413120" y="3128545"/>
                  </a:lnTo>
                  <a:lnTo>
                    <a:pt x="2413214" y="3123634"/>
                  </a:lnTo>
                  <a:lnTo>
                    <a:pt x="2413591" y="3123634"/>
                  </a:lnTo>
                  <a:lnTo>
                    <a:pt x="2413685" y="3123634"/>
                  </a:lnTo>
                  <a:lnTo>
                    <a:pt x="2413779" y="3123634"/>
                  </a:lnTo>
                  <a:lnTo>
                    <a:pt x="2413967" y="3123634"/>
                  </a:lnTo>
                  <a:lnTo>
                    <a:pt x="2414250" y="3123634"/>
                  </a:lnTo>
                  <a:lnTo>
                    <a:pt x="2414344" y="3123634"/>
                  </a:lnTo>
                  <a:lnTo>
                    <a:pt x="2414438" y="3123634"/>
                  </a:lnTo>
                  <a:lnTo>
                    <a:pt x="2415003" y="3123634"/>
                  </a:lnTo>
                  <a:lnTo>
                    <a:pt x="2415097" y="3123634"/>
                  </a:lnTo>
                  <a:lnTo>
                    <a:pt x="2415191" y="3123634"/>
                  </a:lnTo>
                  <a:lnTo>
                    <a:pt x="2415474" y="3123634"/>
                  </a:lnTo>
                  <a:lnTo>
                    <a:pt x="2415851" y="3118723"/>
                  </a:lnTo>
                  <a:lnTo>
                    <a:pt x="2416039" y="3118723"/>
                  </a:lnTo>
                  <a:lnTo>
                    <a:pt x="2416133" y="3118723"/>
                  </a:lnTo>
                  <a:lnTo>
                    <a:pt x="2416415" y="3118723"/>
                  </a:lnTo>
                  <a:lnTo>
                    <a:pt x="2416604" y="3118723"/>
                  </a:lnTo>
                  <a:lnTo>
                    <a:pt x="2416698" y="3118723"/>
                  </a:lnTo>
                  <a:lnTo>
                    <a:pt x="2416792" y="3118723"/>
                  </a:lnTo>
                  <a:lnTo>
                    <a:pt x="2416980" y="3118723"/>
                  </a:lnTo>
                  <a:lnTo>
                    <a:pt x="2417074" y="3118723"/>
                  </a:lnTo>
                  <a:lnTo>
                    <a:pt x="2417169" y="3118723"/>
                  </a:lnTo>
                  <a:lnTo>
                    <a:pt x="2417357" y="3118723"/>
                  </a:lnTo>
                  <a:lnTo>
                    <a:pt x="2417451" y="3118723"/>
                  </a:lnTo>
                  <a:lnTo>
                    <a:pt x="2417545" y="3118723"/>
                  </a:lnTo>
                  <a:lnTo>
                    <a:pt x="2417734" y="3118723"/>
                  </a:lnTo>
                  <a:lnTo>
                    <a:pt x="2417922" y="3118723"/>
                  </a:lnTo>
                  <a:lnTo>
                    <a:pt x="2418016" y="3118723"/>
                  </a:lnTo>
                  <a:lnTo>
                    <a:pt x="2418298" y="3118723"/>
                  </a:lnTo>
                  <a:lnTo>
                    <a:pt x="2418393" y="3118723"/>
                  </a:lnTo>
                  <a:lnTo>
                    <a:pt x="2418581" y="3118723"/>
                  </a:lnTo>
                  <a:lnTo>
                    <a:pt x="2418675" y="3118723"/>
                  </a:lnTo>
                  <a:lnTo>
                    <a:pt x="2418958" y="3118723"/>
                  </a:lnTo>
                  <a:lnTo>
                    <a:pt x="2419052" y="3118723"/>
                  </a:lnTo>
                  <a:lnTo>
                    <a:pt x="2419240" y="3118723"/>
                  </a:lnTo>
                  <a:lnTo>
                    <a:pt x="2419334" y="3118723"/>
                  </a:lnTo>
                  <a:lnTo>
                    <a:pt x="2419522" y="3118723"/>
                  </a:lnTo>
                  <a:lnTo>
                    <a:pt x="2419617" y="3118723"/>
                  </a:lnTo>
                  <a:lnTo>
                    <a:pt x="2419711" y="3118723"/>
                  </a:lnTo>
                  <a:lnTo>
                    <a:pt x="2419899" y="3118723"/>
                  </a:lnTo>
                  <a:lnTo>
                    <a:pt x="2420087" y="3118723"/>
                  </a:lnTo>
                  <a:lnTo>
                    <a:pt x="2420276" y="3118723"/>
                  </a:lnTo>
                  <a:lnTo>
                    <a:pt x="2420558" y="3118723"/>
                  </a:lnTo>
                  <a:lnTo>
                    <a:pt x="2420652" y="3118723"/>
                  </a:lnTo>
                  <a:lnTo>
                    <a:pt x="2420841" y="3118723"/>
                  </a:lnTo>
                  <a:lnTo>
                    <a:pt x="2420935" y="3118723"/>
                  </a:lnTo>
                  <a:lnTo>
                    <a:pt x="2421029" y="3118723"/>
                  </a:lnTo>
                  <a:lnTo>
                    <a:pt x="2421123" y="3118723"/>
                  </a:lnTo>
                  <a:lnTo>
                    <a:pt x="2421217" y="3118723"/>
                  </a:lnTo>
                  <a:lnTo>
                    <a:pt x="2421594" y="3118723"/>
                  </a:lnTo>
                  <a:lnTo>
                    <a:pt x="2424983" y="3108900"/>
                  </a:lnTo>
                  <a:lnTo>
                    <a:pt x="2425172" y="3108900"/>
                  </a:lnTo>
                  <a:lnTo>
                    <a:pt x="2425548" y="3108900"/>
                  </a:lnTo>
                  <a:lnTo>
                    <a:pt x="2425831" y="3108900"/>
                  </a:lnTo>
                  <a:lnTo>
                    <a:pt x="2425925" y="3108900"/>
                  </a:lnTo>
                  <a:lnTo>
                    <a:pt x="2426019" y="3108900"/>
                  </a:lnTo>
                  <a:lnTo>
                    <a:pt x="2426113" y="3108900"/>
                  </a:lnTo>
                  <a:lnTo>
                    <a:pt x="2426396" y="3108900"/>
                  </a:lnTo>
                  <a:lnTo>
                    <a:pt x="2426772" y="3108900"/>
                  </a:lnTo>
                  <a:lnTo>
                    <a:pt x="2426866" y="3108900"/>
                  </a:lnTo>
                  <a:lnTo>
                    <a:pt x="2426960" y="3108900"/>
                  </a:lnTo>
                  <a:lnTo>
                    <a:pt x="2427431" y="3108900"/>
                  </a:lnTo>
                  <a:lnTo>
                    <a:pt x="2427808" y="3103988"/>
                  </a:lnTo>
                  <a:lnTo>
                    <a:pt x="2427902" y="3103988"/>
                  </a:lnTo>
                  <a:lnTo>
                    <a:pt x="2428184" y="3103988"/>
                  </a:lnTo>
                  <a:lnTo>
                    <a:pt x="2428279" y="3103988"/>
                  </a:lnTo>
                  <a:lnTo>
                    <a:pt x="2428655" y="3103988"/>
                  </a:lnTo>
                  <a:lnTo>
                    <a:pt x="2428749" y="3103988"/>
                  </a:lnTo>
                  <a:lnTo>
                    <a:pt x="2428844" y="3103988"/>
                  </a:lnTo>
                  <a:lnTo>
                    <a:pt x="2428938" y="3103988"/>
                  </a:lnTo>
                  <a:lnTo>
                    <a:pt x="2429220" y="3103988"/>
                  </a:lnTo>
                  <a:lnTo>
                    <a:pt x="2429314" y="3103988"/>
                  </a:lnTo>
                  <a:lnTo>
                    <a:pt x="2429503" y="3103988"/>
                  </a:lnTo>
                  <a:lnTo>
                    <a:pt x="2429597" y="3103988"/>
                  </a:lnTo>
                  <a:lnTo>
                    <a:pt x="2429973" y="3103988"/>
                  </a:lnTo>
                  <a:lnTo>
                    <a:pt x="2430444" y="3103988"/>
                  </a:lnTo>
                  <a:lnTo>
                    <a:pt x="2430538" y="3103988"/>
                  </a:lnTo>
                  <a:lnTo>
                    <a:pt x="2431103" y="3103988"/>
                  </a:lnTo>
                  <a:lnTo>
                    <a:pt x="2431574" y="3103988"/>
                  </a:lnTo>
                  <a:lnTo>
                    <a:pt x="2431856" y="3103988"/>
                  </a:lnTo>
                  <a:lnTo>
                    <a:pt x="2432233" y="3103988"/>
                  </a:lnTo>
                  <a:lnTo>
                    <a:pt x="2432327" y="3103988"/>
                  </a:lnTo>
                  <a:lnTo>
                    <a:pt x="2432610" y="3099077"/>
                  </a:lnTo>
                  <a:lnTo>
                    <a:pt x="2432704" y="3099077"/>
                  </a:lnTo>
                  <a:lnTo>
                    <a:pt x="2432892" y="3099077"/>
                  </a:lnTo>
                  <a:lnTo>
                    <a:pt x="2433457" y="3099077"/>
                  </a:lnTo>
                  <a:lnTo>
                    <a:pt x="2433645" y="3099077"/>
                  </a:lnTo>
                  <a:lnTo>
                    <a:pt x="2433928" y="3099077"/>
                  </a:lnTo>
                  <a:lnTo>
                    <a:pt x="2434493" y="3099077"/>
                  </a:lnTo>
                  <a:lnTo>
                    <a:pt x="2434869" y="3099077"/>
                  </a:lnTo>
                  <a:lnTo>
                    <a:pt x="2434869" y="3094166"/>
                  </a:lnTo>
                  <a:lnTo>
                    <a:pt x="2434963" y="3094166"/>
                  </a:lnTo>
                  <a:lnTo>
                    <a:pt x="2435152" y="3094166"/>
                  </a:lnTo>
                  <a:lnTo>
                    <a:pt x="2435246" y="3094166"/>
                  </a:lnTo>
                  <a:lnTo>
                    <a:pt x="2435434" y="3094166"/>
                  </a:lnTo>
                  <a:lnTo>
                    <a:pt x="2435528" y="3094166"/>
                  </a:lnTo>
                  <a:lnTo>
                    <a:pt x="2435905" y="3094166"/>
                  </a:lnTo>
                  <a:lnTo>
                    <a:pt x="2435999" y="3094166"/>
                  </a:lnTo>
                  <a:lnTo>
                    <a:pt x="2436187" y="3094166"/>
                  </a:lnTo>
                  <a:lnTo>
                    <a:pt x="2436282" y="3094166"/>
                  </a:lnTo>
                  <a:lnTo>
                    <a:pt x="2436376" y="3094166"/>
                  </a:lnTo>
                  <a:lnTo>
                    <a:pt x="2436564" y="3094166"/>
                  </a:lnTo>
                  <a:lnTo>
                    <a:pt x="2436658" y="3094166"/>
                  </a:lnTo>
                  <a:lnTo>
                    <a:pt x="2436941" y="3094166"/>
                  </a:lnTo>
                  <a:lnTo>
                    <a:pt x="2437035" y="3094166"/>
                  </a:lnTo>
                  <a:lnTo>
                    <a:pt x="2437129" y="3094166"/>
                  </a:lnTo>
                  <a:lnTo>
                    <a:pt x="2437317" y="3094166"/>
                  </a:lnTo>
                  <a:lnTo>
                    <a:pt x="2437600" y="3094166"/>
                  </a:lnTo>
                  <a:lnTo>
                    <a:pt x="2437694" y="3094166"/>
                  </a:lnTo>
                  <a:lnTo>
                    <a:pt x="2437788" y="3094166"/>
                  </a:lnTo>
                  <a:lnTo>
                    <a:pt x="2437882" y="3094166"/>
                  </a:lnTo>
                  <a:lnTo>
                    <a:pt x="2437976" y="3094166"/>
                  </a:lnTo>
                  <a:lnTo>
                    <a:pt x="2438259" y="3094166"/>
                  </a:lnTo>
                  <a:lnTo>
                    <a:pt x="2438353" y="3094166"/>
                  </a:lnTo>
                  <a:lnTo>
                    <a:pt x="2438635" y="3094166"/>
                  </a:lnTo>
                  <a:lnTo>
                    <a:pt x="2438730" y="3094166"/>
                  </a:lnTo>
                  <a:lnTo>
                    <a:pt x="2439389" y="3094166"/>
                  </a:lnTo>
                  <a:lnTo>
                    <a:pt x="2439953" y="3094166"/>
                  </a:lnTo>
                  <a:lnTo>
                    <a:pt x="2440330" y="3094166"/>
                  </a:lnTo>
                  <a:lnTo>
                    <a:pt x="2440613" y="3094166"/>
                  </a:lnTo>
                  <a:lnTo>
                    <a:pt x="2440895" y="3094166"/>
                  </a:lnTo>
                  <a:lnTo>
                    <a:pt x="2441554" y="3089254"/>
                  </a:lnTo>
                  <a:lnTo>
                    <a:pt x="2441837" y="3089254"/>
                  </a:lnTo>
                  <a:lnTo>
                    <a:pt x="2442307" y="3089254"/>
                  </a:lnTo>
                  <a:lnTo>
                    <a:pt x="2442401" y="3089254"/>
                  </a:lnTo>
                  <a:lnTo>
                    <a:pt x="2442496" y="3089254"/>
                  </a:lnTo>
                  <a:lnTo>
                    <a:pt x="2442590" y="3089254"/>
                  </a:lnTo>
                  <a:lnTo>
                    <a:pt x="2442684" y="3089254"/>
                  </a:lnTo>
                  <a:lnTo>
                    <a:pt x="2443155" y="3089254"/>
                  </a:lnTo>
                  <a:lnTo>
                    <a:pt x="2443437" y="3089254"/>
                  </a:lnTo>
                  <a:lnTo>
                    <a:pt x="2443531" y="3089254"/>
                  </a:lnTo>
                  <a:lnTo>
                    <a:pt x="2443625" y="3089254"/>
                  </a:lnTo>
                  <a:lnTo>
                    <a:pt x="2443720" y="3089254"/>
                  </a:lnTo>
                  <a:lnTo>
                    <a:pt x="2443814" y="3089254"/>
                  </a:lnTo>
                  <a:lnTo>
                    <a:pt x="2444002" y="3089254"/>
                  </a:lnTo>
                  <a:lnTo>
                    <a:pt x="2444190" y="3089254"/>
                  </a:lnTo>
                  <a:lnTo>
                    <a:pt x="2444379" y="3089254"/>
                  </a:lnTo>
                  <a:lnTo>
                    <a:pt x="2444473" y="3089254"/>
                  </a:lnTo>
                  <a:lnTo>
                    <a:pt x="2444755" y="3089254"/>
                  </a:lnTo>
                  <a:lnTo>
                    <a:pt x="2444849" y="3089254"/>
                  </a:lnTo>
                  <a:lnTo>
                    <a:pt x="2445697" y="3089254"/>
                  </a:lnTo>
                  <a:lnTo>
                    <a:pt x="2445885" y="3089254"/>
                  </a:lnTo>
                  <a:lnTo>
                    <a:pt x="2445979" y="3089254"/>
                  </a:lnTo>
                  <a:lnTo>
                    <a:pt x="2446073" y="3089254"/>
                  </a:lnTo>
                  <a:lnTo>
                    <a:pt x="2446262" y="3089254"/>
                  </a:lnTo>
                  <a:lnTo>
                    <a:pt x="2446356" y="3089254"/>
                  </a:lnTo>
                  <a:lnTo>
                    <a:pt x="2446544" y="3089254"/>
                  </a:lnTo>
                  <a:lnTo>
                    <a:pt x="2446827" y="3089254"/>
                  </a:lnTo>
                  <a:lnTo>
                    <a:pt x="2447109" y="3089254"/>
                  </a:lnTo>
                  <a:lnTo>
                    <a:pt x="2447203" y="3089254"/>
                  </a:lnTo>
                  <a:lnTo>
                    <a:pt x="2447392" y="3089254"/>
                  </a:lnTo>
                  <a:lnTo>
                    <a:pt x="2447486" y="3089254"/>
                  </a:lnTo>
                  <a:lnTo>
                    <a:pt x="2447580" y="3089254"/>
                  </a:lnTo>
                  <a:lnTo>
                    <a:pt x="2447674" y="3084343"/>
                  </a:lnTo>
                  <a:lnTo>
                    <a:pt x="2447956" y="3084343"/>
                  </a:lnTo>
                  <a:lnTo>
                    <a:pt x="2448145" y="3084343"/>
                  </a:lnTo>
                  <a:lnTo>
                    <a:pt x="2448427" y="3079432"/>
                  </a:lnTo>
                  <a:lnTo>
                    <a:pt x="2448710" y="3079432"/>
                  </a:lnTo>
                  <a:lnTo>
                    <a:pt x="2448804" y="3079432"/>
                  </a:lnTo>
                  <a:lnTo>
                    <a:pt x="2448898" y="3079432"/>
                  </a:lnTo>
                  <a:lnTo>
                    <a:pt x="2448992" y="3079432"/>
                  </a:lnTo>
                  <a:lnTo>
                    <a:pt x="2449086" y="3079432"/>
                  </a:lnTo>
                  <a:lnTo>
                    <a:pt x="2449275" y="3079432"/>
                  </a:lnTo>
                  <a:lnTo>
                    <a:pt x="2449463" y="3079432"/>
                  </a:lnTo>
                  <a:lnTo>
                    <a:pt x="2450122" y="3074520"/>
                  </a:lnTo>
                  <a:lnTo>
                    <a:pt x="2450216" y="3074520"/>
                  </a:lnTo>
                  <a:lnTo>
                    <a:pt x="2450310" y="3074520"/>
                  </a:lnTo>
                  <a:lnTo>
                    <a:pt x="2450404" y="3074520"/>
                  </a:lnTo>
                  <a:lnTo>
                    <a:pt x="2450499" y="3074520"/>
                  </a:lnTo>
                  <a:lnTo>
                    <a:pt x="2450593" y="3074520"/>
                  </a:lnTo>
                  <a:lnTo>
                    <a:pt x="2450875" y="3074520"/>
                  </a:lnTo>
                  <a:lnTo>
                    <a:pt x="2450969" y="3074520"/>
                  </a:lnTo>
                  <a:lnTo>
                    <a:pt x="2451063" y="3074520"/>
                  </a:lnTo>
                  <a:lnTo>
                    <a:pt x="2451158" y="3074520"/>
                  </a:lnTo>
                  <a:lnTo>
                    <a:pt x="2451346" y="3074520"/>
                  </a:lnTo>
                  <a:lnTo>
                    <a:pt x="2451534" y="3074520"/>
                  </a:lnTo>
                  <a:lnTo>
                    <a:pt x="2451628" y="3074520"/>
                  </a:lnTo>
                  <a:lnTo>
                    <a:pt x="2451723" y="3074520"/>
                  </a:lnTo>
                  <a:lnTo>
                    <a:pt x="2451817" y="3074520"/>
                  </a:lnTo>
                  <a:lnTo>
                    <a:pt x="2451911" y="3074520"/>
                  </a:lnTo>
                  <a:lnTo>
                    <a:pt x="2452005" y="3074520"/>
                  </a:lnTo>
                  <a:lnTo>
                    <a:pt x="2452664" y="3074520"/>
                  </a:lnTo>
                  <a:lnTo>
                    <a:pt x="2452758" y="3074520"/>
                  </a:lnTo>
                  <a:lnTo>
                    <a:pt x="2452946" y="3074520"/>
                  </a:lnTo>
                  <a:lnTo>
                    <a:pt x="2453041" y="3074520"/>
                  </a:lnTo>
                  <a:lnTo>
                    <a:pt x="2453135" y="3074520"/>
                  </a:lnTo>
                  <a:lnTo>
                    <a:pt x="2453323" y="3074520"/>
                  </a:lnTo>
                  <a:lnTo>
                    <a:pt x="2453511" y="3074520"/>
                  </a:lnTo>
                  <a:lnTo>
                    <a:pt x="2453606" y="3074520"/>
                  </a:lnTo>
                  <a:lnTo>
                    <a:pt x="2454453" y="3074520"/>
                  </a:lnTo>
                  <a:lnTo>
                    <a:pt x="2454924" y="3074520"/>
                  </a:lnTo>
                  <a:lnTo>
                    <a:pt x="2455018" y="3074520"/>
                  </a:lnTo>
                  <a:lnTo>
                    <a:pt x="2455677" y="3069609"/>
                  </a:lnTo>
                  <a:lnTo>
                    <a:pt x="2456054" y="3069609"/>
                  </a:lnTo>
                  <a:lnTo>
                    <a:pt x="2456148" y="3069609"/>
                  </a:lnTo>
                  <a:lnTo>
                    <a:pt x="2456336" y="3069609"/>
                  </a:lnTo>
                  <a:lnTo>
                    <a:pt x="2456524" y="3069609"/>
                  </a:lnTo>
                  <a:lnTo>
                    <a:pt x="2456807" y="3069609"/>
                  </a:lnTo>
                  <a:lnTo>
                    <a:pt x="2457277" y="3069609"/>
                  </a:lnTo>
                  <a:lnTo>
                    <a:pt x="2457560" y="3069609"/>
                  </a:lnTo>
                  <a:lnTo>
                    <a:pt x="2457654" y="3069609"/>
                  </a:lnTo>
                  <a:lnTo>
                    <a:pt x="2457842" y="3069609"/>
                  </a:lnTo>
                  <a:lnTo>
                    <a:pt x="2457842" y="3064697"/>
                  </a:lnTo>
                  <a:lnTo>
                    <a:pt x="2457937" y="3064697"/>
                  </a:lnTo>
                  <a:lnTo>
                    <a:pt x="2458031" y="3064697"/>
                  </a:lnTo>
                  <a:lnTo>
                    <a:pt x="2458219" y="3064697"/>
                  </a:lnTo>
                  <a:lnTo>
                    <a:pt x="2458313" y="3064697"/>
                  </a:lnTo>
                  <a:lnTo>
                    <a:pt x="2458690" y="3064697"/>
                  </a:lnTo>
                  <a:lnTo>
                    <a:pt x="2458878" y="3064697"/>
                  </a:lnTo>
                  <a:lnTo>
                    <a:pt x="2458972" y="3064697"/>
                  </a:lnTo>
                  <a:lnTo>
                    <a:pt x="2459161" y="3064697"/>
                  </a:lnTo>
                  <a:lnTo>
                    <a:pt x="2459443" y="3064697"/>
                  </a:lnTo>
                  <a:lnTo>
                    <a:pt x="2459537" y="3064697"/>
                  </a:lnTo>
                  <a:lnTo>
                    <a:pt x="2459631" y="3064697"/>
                  </a:lnTo>
                  <a:lnTo>
                    <a:pt x="2459914" y="3064697"/>
                  </a:lnTo>
                  <a:lnTo>
                    <a:pt x="2460008" y="3064697"/>
                  </a:lnTo>
                  <a:lnTo>
                    <a:pt x="2460290" y="3059786"/>
                  </a:lnTo>
                  <a:lnTo>
                    <a:pt x="2460479" y="3059786"/>
                  </a:lnTo>
                  <a:lnTo>
                    <a:pt x="2460573" y="3059786"/>
                  </a:lnTo>
                  <a:lnTo>
                    <a:pt x="2460855" y="3059786"/>
                  </a:lnTo>
                  <a:lnTo>
                    <a:pt x="2461232" y="3059786"/>
                  </a:lnTo>
                  <a:lnTo>
                    <a:pt x="2461326" y="3059786"/>
                  </a:lnTo>
                  <a:lnTo>
                    <a:pt x="2461514" y="3059786"/>
                  </a:lnTo>
                  <a:lnTo>
                    <a:pt x="2461891" y="3059786"/>
                  </a:lnTo>
                  <a:lnTo>
                    <a:pt x="2462079" y="3059786"/>
                  </a:lnTo>
                  <a:lnTo>
                    <a:pt x="2462173" y="3059786"/>
                  </a:lnTo>
                  <a:lnTo>
                    <a:pt x="2462268" y="3059786"/>
                  </a:lnTo>
                  <a:lnTo>
                    <a:pt x="2462832" y="3059786"/>
                  </a:lnTo>
                  <a:lnTo>
                    <a:pt x="2462927" y="3059786"/>
                  </a:lnTo>
                  <a:lnTo>
                    <a:pt x="2463021" y="3059786"/>
                  </a:lnTo>
                  <a:lnTo>
                    <a:pt x="2463115" y="3059786"/>
                  </a:lnTo>
                  <a:lnTo>
                    <a:pt x="2463209" y="3059786"/>
                  </a:lnTo>
                  <a:lnTo>
                    <a:pt x="2463303" y="3059786"/>
                  </a:lnTo>
                  <a:lnTo>
                    <a:pt x="2463680" y="3059786"/>
                  </a:lnTo>
                  <a:lnTo>
                    <a:pt x="2463868" y="3059786"/>
                  </a:lnTo>
                  <a:lnTo>
                    <a:pt x="2463962" y="3059786"/>
                  </a:lnTo>
                  <a:lnTo>
                    <a:pt x="2464056" y="3059786"/>
                  </a:lnTo>
                  <a:lnTo>
                    <a:pt x="2464151" y="3059786"/>
                  </a:lnTo>
                  <a:lnTo>
                    <a:pt x="2464527" y="3059786"/>
                  </a:lnTo>
                  <a:lnTo>
                    <a:pt x="2464621" y="3059786"/>
                  </a:lnTo>
                  <a:lnTo>
                    <a:pt x="2464998" y="3059786"/>
                  </a:lnTo>
                  <a:lnTo>
                    <a:pt x="2465657" y="3059786"/>
                  </a:lnTo>
                  <a:lnTo>
                    <a:pt x="2465751" y="3059786"/>
                  </a:lnTo>
                  <a:lnTo>
                    <a:pt x="2465939" y="3059786"/>
                  </a:lnTo>
                  <a:lnTo>
                    <a:pt x="2466222" y="3059786"/>
                  </a:lnTo>
                  <a:lnTo>
                    <a:pt x="2466504" y="3059786"/>
                  </a:lnTo>
                  <a:lnTo>
                    <a:pt x="2466787" y="3059786"/>
                  </a:lnTo>
                  <a:lnTo>
                    <a:pt x="2466881" y="3059786"/>
                  </a:lnTo>
                  <a:lnTo>
                    <a:pt x="2466975" y="3059786"/>
                  </a:lnTo>
                  <a:lnTo>
                    <a:pt x="2467069" y="3059786"/>
                  </a:lnTo>
                  <a:lnTo>
                    <a:pt x="2467163" y="3059786"/>
                  </a:lnTo>
                  <a:lnTo>
                    <a:pt x="2467258" y="3059786"/>
                  </a:lnTo>
                  <a:lnTo>
                    <a:pt x="2467446" y="3059786"/>
                  </a:lnTo>
                  <a:lnTo>
                    <a:pt x="2467823" y="3059786"/>
                  </a:lnTo>
                  <a:lnTo>
                    <a:pt x="2468199" y="3059786"/>
                  </a:lnTo>
                  <a:lnTo>
                    <a:pt x="2468293" y="3059786"/>
                  </a:lnTo>
                  <a:lnTo>
                    <a:pt x="2468952" y="3059786"/>
                  </a:lnTo>
                  <a:lnTo>
                    <a:pt x="2469047" y="3059786"/>
                  </a:lnTo>
                  <a:lnTo>
                    <a:pt x="2469235" y="3059786"/>
                  </a:lnTo>
                  <a:lnTo>
                    <a:pt x="2469517" y="3059786"/>
                  </a:lnTo>
                  <a:lnTo>
                    <a:pt x="2469800" y="3059786"/>
                  </a:lnTo>
                  <a:lnTo>
                    <a:pt x="2469894" y="3059786"/>
                  </a:lnTo>
                  <a:lnTo>
                    <a:pt x="2469988" y="3059786"/>
                  </a:lnTo>
                  <a:lnTo>
                    <a:pt x="2470082" y="3059786"/>
                  </a:lnTo>
                  <a:lnTo>
                    <a:pt x="2470553" y="3059786"/>
                  </a:lnTo>
                  <a:lnTo>
                    <a:pt x="2470647" y="3059786"/>
                  </a:lnTo>
                  <a:lnTo>
                    <a:pt x="2471118" y="3059786"/>
                  </a:lnTo>
                  <a:lnTo>
                    <a:pt x="2471212" y="3059786"/>
                  </a:lnTo>
                  <a:lnTo>
                    <a:pt x="2471494" y="3059786"/>
                  </a:lnTo>
                  <a:lnTo>
                    <a:pt x="2471589" y="3059786"/>
                  </a:lnTo>
                  <a:lnTo>
                    <a:pt x="2471965" y="3059786"/>
                  </a:lnTo>
                  <a:lnTo>
                    <a:pt x="2472154" y="3059786"/>
                  </a:lnTo>
                  <a:lnTo>
                    <a:pt x="2472248" y="3059786"/>
                  </a:lnTo>
                  <a:lnTo>
                    <a:pt x="2472530" y="3059786"/>
                  </a:lnTo>
                  <a:lnTo>
                    <a:pt x="2472624" y="3059786"/>
                  </a:lnTo>
                  <a:lnTo>
                    <a:pt x="2472718" y="3059786"/>
                  </a:lnTo>
                  <a:lnTo>
                    <a:pt x="2472813" y="3059786"/>
                  </a:lnTo>
                  <a:lnTo>
                    <a:pt x="2473001" y="3059786"/>
                  </a:lnTo>
                  <a:lnTo>
                    <a:pt x="2473566" y="3059786"/>
                  </a:lnTo>
                  <a:lnTo>
                    <a:pt x="2473942" y="3059786"/>
                  </a:lnTo>
                  <a:lnTo>
                    <a:pt x="2474319" y="3059786"/>
                  </a:lnTo>
                  <a:lnTo>
                    <a:pt x="2474413" y="3059786"/>
                  </a:lnTo>
                  <a:lnTo>
                    <a:pt x="2474884" y="3059786"/>
                  </a:lnTo>
                  <a:lnTo>
                    <a:pt x="2475355" y="3059786"/>
                  </a:lnTo>
                  <a:lnTo>
                    <a:pt x="2475449" y="3059786"/>
                  </a:lnTo>
                  <a:lnTo>
                    <a:pt x="2475543" y="3059786"/>
                  </a:lnTo>
                  <a:lnTo>
                    <a:pt x="2475637" y="3059786"/>
                  </a:lnTo>
                  <a:lnTo>
                    <a:pt x="2475731" y="3059786"/>
                  </a:lnTo>
                  <a:lnTo>
                    <a:pt x="2475825" y="3059786"/>
                  </a:lnTo>
                  <a:lnTo>
                    <a:pt x="2475920" y="3059786"/>
                  </a:lnTo>
                  <a:lnTo>
                    <a:pt x="2476767" y="3059786"/>
                  </a:lnTo>
                  <a:lnTo>
                    <a:pt x="2476861" y="3059786"/>
                  </a:lnTo>
                  <a:lnTo>
                    <a:pt x="2477049" y="3059786"/>
                  </a:lnTo>
                  <a:lnTo>
                    <a:pt x="2477426" y="3059786"/>
                  </a:lnTo>
                  <a:lnTo>
                    <a:pt x="2477520" y="3059786"/>
                  </a:lnTo>
                  <a:lnTo>
                    <a:pt x="2477709" y="3059786"/>
                  </a:lnTo>
                  <a:lnTo>
                    <a:pt x="2477803" y="3059786"/>
                  </a:lnTo>
                  <a:lnTo>
                    <a:pt x="2477897" y="3059786"/>
                  </a:lnTo>
                  <a:lnTo>
                    <a:pt x="2477991" y="3059786"/>
                  </a:lnTo>
                  <a:lnTo>
                    <a:pt x="2478085" y="3059786"/>
                  </a:lnTo>
                  <a:lnTo>
                    <a:pt x="2478179" y="3059786"/>
                  </a:lnTo>
                  <a:lnTo>
                    <a:pt x="2478556" y="3059786"/>
                  </a:lnTo>
                  <a:lnTo>
                    <a:pt x="2478744" y="3059786"/>
                  </a:lnTo>
                  <a:lnTo>
                    <a:pt x="2478838" y="3059786"/>
                  </a:lnTo>
                  <a:lnTo>
                    <a:pt x="2478932" y="3059786"/>
                  </a:lnTo>
                  <a:lnTo>
                    <a:pt x="2479121" y="3059786"/>
                  </a:lnTo>
                  <a:lnTo>
                    <a:pt x="2479215" y="3059786"/>
                  </a:lnTo>
                  <a:lnTo>
                    <a:pt x="2479309" y="3059786"/>
                  </a:lnTo>
                  <a:lnTo>
                    <a:pt x="2479497" y="3059786"/>
                  </a:lnTo>
                  <a:lnTo>
                    <a:pt x="2479780" y="3059786"/>
                  </a:lnTo>
                  <a:lnTo>
                    <a:pt x="2479968" y="3059786"/>
                  </a:lnTo>
                  <a:lnTo>
                    <a:pt x="2480156" y="3059786"/>
                  </a:lnTo>
                  <a:lnTo>
                    <a:pt x="2480251" y="3059786"/>
                  </a:lnTo>
                  <a:lnTo>
                    <a:pt x="2480345" y="3059786"/>
                  </a:lnTo>
                  <a:lnTo>
                    <a:pt x="2480721" y="3059786"/>
                  </a:lnTo>
                  <a:lnTo>
                    <a:pt x="2481004" y="3059786"/>
                  </a:lnTo>
                  <a:lnTo>
                    <a:pt x="2481098" y="3059786"/>
                  </a:lnTo>
                  <a:lnTo>
                    <a:pt x="2481380" y="3059786"/>
                  </a:lnTo>
                  <a:lnTo>
                    <a:pt x="2481757" y="3049963"/>
                  </a:lnTo>
                  <a:lnTo>
                    <a:pt x="2481851" y="3049963"/>
                  </a:lnTo>
                  <a:lnTo>
                    <a:pt x="2481945" y="3045052"/>
                  </a:lnTo>
                  <a:lnTo>
                    <a:pt x="2482228" y="3045052"/>
                  </a:lnTo>
                  <a:lnTo>
                    <a:pt x="2482604" y="3045052"/>
                  </a:lnTo>
                  <a:lnTo>
                    <a:pt x="2482981" y="3045052"/>
                  </a:lnTo>
                  <a:lnTo>
                    <a:pt x="2483075" y="3045052"/>
                  </a:lnTo>
                  <a:lnTo>
                    <a:pt x="2483263" y="3045052"/>
                  </a:lnTo>
                  <a:lnTo>
                    <a:pt x="2483923" y="3045052"/>
                  </a:lnTo>
                  <a:lnTo>
                    <a:pt x="2484017" y="3045052"/>
                  </a:lnTo>
                  <a:lnTo>
                    <a:pt x="2484205" y="3045052"/>
                  </a:lnTo>
                  <a:lnTo>
                    <a:pt x="2484299" y="3045052"/>
                  </a:lnTo>
                  <a:lnTo>
                    <a:pt x="2484487" y="3045052"/>
                  </a:lnTo>
                  <a:lnTo>
                    <a:pt x="2485147" y="3040141"/>
                  </a:lnTo>
                  <a:lnTo>
                    <a:pt x="2485241" y="3040141"/>
                  </a:lnTo>
                  <a:lnTo>
                    <a:pt x="2485429" y="3040141"/>
                  </a:lnTo>
                  <a:lnTo>
                    <a:pt x="2485523" y="3040141"/>
                  </a:lnTo>
                  <a:lnTo>
                    <a:pt x="2485617" y="3040141"/>
                  </a:lnTo>
                  <a:lnTo>
                    <a:pt x="2485711" y="3040141"/>
                  </a:lnTo>
                  <a:lnTo>
                    <a:pt x="2485900" y="3040141"/>
                  </a:lnTo>
                  <a:lnTo>
                    <a:pt x="2486182" y="3035229"/>
                  </a:lnTo>
                  <a:lnTo>
                    <a:pt x="2486276" y="3035229"/>
                  </a:lnTo>
                  <a:lnTo>
                    <a:pt x="2486653" y="3035229"/>
                  </a:lnTo>
                  <a:lnTo>
                    <a:pt x="2487500" y="3035229"/>
                  </a:lnTo>
                  <a:lnTo>
                    <a:pt x="2487594" y="3035229"/>
                  </a:lnTo>
                  <a:lnTo>
                    <a:pt x="2487783" y="3035229"/>
                  </a:lnTo>
                  <a:lnTo>
                    <a:pt x="2487877" y="3035229"/>
                  </a:lnTo>
                  <a:lnTo>
                    <a:pt x="2488065" y="3035229"/>
                  </a:lnTo>
                  <a:lnTo>
                    <a:pt x="2488348" y="3035229"/>
                  </a:lnTo>
                  <a:lnTo>
                    <a:pt x="2488442" y="3035229"/>
                  </a:lnTo>
                  <a:lnTo>
                    <a:pt x="2488913" y="3035229"/>
                  </a:lnTo>
                  <a:lnTo>
                    <a:pt x="2489007" y="3035229"/>
                  </a:lnTo>
                  <a:lnTo>
                    <a:pt x="2489101" y="3035229"/>
                  </a:lnTo>
                  <a:lnTo>
                    <a:pt x="2489289" y="3035229"/>
                  </a:lnTo>
                  <a:lnTo>
                    <a:pt x="2489478" y="3035229"/>
                  </a:lnTo>
                  <a:lnTo>
                    <a:pt x="2489572" y="3035229"/>
                  </a:lnTo>
                  <a:lnTo>
                    <a:pt x="2489666" y="3035229"/>
                  </a:lnTo>
                  <a:lnTo>
                    <a:pt x="2489854" y="3035229"/>
                  </a:lnTo>
                  <a:lnTo>
                    <a:pt x="2489948" y="3035229"/>
                  </a:lnTo>
                  <a:lnTo>
                    <a:pt x="2490231" y="3035229"/>
                  </a:lnTo>
                  <a:lnTo>
                    <a:pt x="2490231" y="3030318"/>
                  </a:lnTo>
                  <a:lnTo>
                    <a:pt x="2490325" y="3030318"/>
                  </a:lnTo>
                  <a:lnTo>
                    <a:pt x="2490513" y="3030318"/>
                  </a:lnTo>
                  <a:lnTo>
                    <a:pt x="2490607" y="3030318"/>
                  </a:lnTo>
                  <a:lnTo>
                    <a:pt x="2490796" y="3030318"/>
                  </a:lnTo>
                  <a:lnTo>
                    <a:pt x="2491078" y="3030318"/>
                  </a:lnTo>
                  <a:lnTo>
                    <a:pt x="2491172" y="3030318"/>
                  </a:lnTo>
                  <a:lnTo>
                    <a:pt x="2491266" y="3030318"/>
                  </a:lnTo>
                  <a:lnTo>
                    <a:pt x="2491455" y="3030318"/>
                  </a:lnTo>
                  <a:lnTo>
                    <a:pt x="2491643" y="3030318"/>
                  </a:lnTo>
                  <a:lnTo>
                    <a:pt x="2491737" y="3030318"/>
                  </a:lnTo>
                  <a:lnTo>
                    <a:pt x="2491831" y="3030318"/>
                  </a:lnTo>
                  <a:lnTo>
                    <a:pt x="2492114" y="3030318"/>
                  </a:lnTo>
                  <a:lnTo>
                    <a:pt x="2492208" y="3030318"/>
                  </a:lnTo>
                  <a:lnTo>
                    <a:pt x="2492302" y="3030318"/>
                  </a:lnTo>
                  <a:lnTo>
                    <a:pt x="2492490" y="3030318"/>
                  </a:lnTo>
                  <a:lnTo>
                    <a:pt x="2492773" y="3030318"/>
                  </a:lnTo>
                  <a:lnTo>
                    <a:pt x="2492867" y="3030318"/>
                  </a:lnTo>
                  <a:lnTo>
                    <a:pt x="2493149" y="3030318"/>
                  </a:lnTo>
                  <a:lnTo>
                    <a:pt x="2493244" y="3030318"/>
                  </a:lnTo>
                  <a:lnTo>
                    <a:pt x="2493432" y="3030318"/>
                  </a:lnTo>
                  <a:lnTo>
                    <a:pt x="2493526" y="3030318"/>
                  </a:lnTo>
                  <a:lnTo>
                    <a:pt x="2493809" y="3030318"/>
                  </a:lnTo>
                  <a:lnTo>
                    <a:pt x="2493903" y="3030318"/>
                  </a:lnTo>
                  <a:lnTo>
                    <a:pt x="2494185" y="3030318"/>
                  </a:lnTo>
                  <a:lnTo>
                    <a:pt x="2494844" y="3030318"/>
                  </a:lnTo>
                  <a:lnTo>
                    <a:pt x="2494938" y="3030318"/>
                  </a:lnTo>
                  <a:lnTo>
                    <a:pt x="2495033" y="3030318"/>
                  </a:lnTo>
                  <a:lnTo>
                    <a:pt x="2495221" y="3030318"/>
                  </a:lnTo>
                  <a:lnTo>
                    <a:pt x="2495315" y="3030318"/>
                  </a:lnTo>
                  <a:lnTo>
                    <a:pt x="2495409" y="3030318"/>
                  </a:lnTo>
                  <a:lnTo>
                    <a:pt x="2495409" y="3025406"/>
                  </a:lnTo>
                  <a:lnTo>
                    <a:pt x="2495503" y="3025406"/>
                  </a:lnTo>
                  <a:lnTo>
                    <a:pt x="2495880" y="3025406"/>
                  </a:lnTo>
                  <a:lnTo>
                    <a:pt x="2495974" y="3025406"/>
                  </a:lnTo>
                  <a:lnTo>
                    <a:pt x="2496162" y="3025406"/>
                  </a:lnTo>
                  <a:lnTo>
                    <a:pt x="2496256" y="3025406"/>
                  </a:lnTo>
                  <a:lnTo>
                    <a:pt x="2496351" y="3025406"/>
                  </a:lnTo>
                  <a:lnTo>
                    <a:pt x="2496539" y="3025406"/>
                  </a:lnTo>
                  <a:lnTo>
                    <a:pt x="2496821" y="3025406"/>
                  </a:lnTo>
                  <a:lnTo>
                    <a:pt x="2497010" y="3025406"/>
                  </a:lnTo>
                  <a:lnTo>
                    <a:pt x="2497104" y="3020495"/>
                  </a:lnTo>
                  <a:lnTo>
                    <a:pt x="2497575" y="3020495"/>
                  </a:lnTo>
                  <a:lnTo>
                    <a:pt x="2497857" y="3020495"/>
                  </a:lnTo>
                  <a:lnTo>
                    <a:pt x="2498234" y="3020495"/>
                  </a:lnTo>
                  <a:lnTo>
                    <a:pt x="2498328" y="3020495"/>
                  </a:lnTo>
                  <a:lnTo>
                    <a:pt x="2498704" y="3020495"/>
                  </a:lnTo>
                  <a:lnTo>
                    <a:pt x="2498799" y="3020495"/>
                  </a:lnTo>
                  <a:lnTo>
                    <a:pt x="2499081" y="3015584"/>
                  </a:lnTo>
                  <a:lnTo>
                    <a:pt x="2499364" y="3015584"/>
                  </a:lnTo>
                  <a:lnTo>
                    <a:pt x="2499552" y="3015584"/>
                  </a:lnTo>
                  <a:lnTo>
                    <a:pt x="2499646" y="3015584"/>
                  </a:lnTo>
                  <a:lnTo>
                    <a:pt x="2499740" y="3015584"/>
                  </a:lnTo>
                  <a:lnTo>
                    <a:pt x="2499834" y="3015584"/>
                  </a:lnTo>
                  <a:lnTo>
                    <a:pt x="2499928" y="3015584"/>
                  </a:lnTo>
                  <a:lnTo>
                    <a:pt x="2500023" y="3015584"/>
                  </a:lnTo>
                  <a:lnTo>
                    <a:pt x="2500211" y="3015584"/>
                  </a:lnTo>
                  <a:lnTo>
                    <a:pt x="2500305" y="3015584"/>
                  </a:lnTo>
                  <a:lnTo>
                    <a:pt x="2500399" y="3015584"/>
                  </a:lnTo>
                  <a:lnTo>
                    <a:pt x="2500493" y="3015584"/>
                  </a:lnTo>
                  <a:lnTo>
                    <a:pt x="2500682" y="3015584"/>
                  </a:lnTo>
                  <a:lnTo>
                    <a:pt x="2500776" y="3015584"/>
                  </a:lnTo>
                  <a:lnTo>
                    <a:pt x="2500870" y="3015584"/>
                  </a:lnTo>
                  <a:lnTo>
                    <a:pt x="2501058" y="3015584"/>
                  </a:lnTo>
                  <a:lnTo>
                    <a:pt x="2501152" y="3015584"/>
                  </a:lnTo>
                  <a:lnTo>
                    <a:pt x="2501341" y="3015584"/>
                  </a:lnTo>
                  <a:lnTo>
                    <a:pt x="2501623" y="3015584"/>
                  </a:lnTo>
                  <a:lnTo>
                    <a:pt x="2501811" y="3015584"/>
                  </a:lnTo>
                  <a:lnTo>
                    <a:pt x="2501906" y="3015584"/>
                  </a:lnTo>
                  <a:lnTo>
                    <a:pt x="2502000" y="3015584"/>
                  </a:lnTo>
                  <a:lnTo>
                    <a:pt x="2503789" y="3015584"/>
                  </a:lnTo>
                  <a:lnTo>
                    <a:pt x="2504165" y="3015584"/>
                  </a:lnTo>
                  <a:lnTo>
                    <a:pt x="2504259" y="3015584"/>
                  </a:lnTo>
                  <a:lnTo>
                    <a:pt x="2504354" y="3015584"/>
                  </a:lnTo>
                  <a:lnTo>
                    <a:pt x="2504448" y="3015584"/>
                  </a:lnTo>
                  <a:lnTo>
                    <a:pt x="2504542" y="3015584"/>
                  </a:lnTo>
                  <a:lnTo>
                    <a:pt x="2504636" y="3015584"/>
                  </a:lnTo>
                  <a:lnTo>
                    <a:pt x="2505201" y="3015584"/>
                  </a:lnTo>
                  <a:lnTo>
                    <a:pt x="2505295" y="3015584"/>
                  </a:lnTo>
                  <a:lnTo>
                    <a:pt x="2505578" y="3015584"/>
                  </a:lnTo>
                  <a:lnTo>
                    <a:pt x="2505672" y="3015584"/>
                  </a:lnTo>
                  <a:lnTo>
                    <a:pt x="2505860" y="3015584"/>
                  </a:lnTo>
                  <a:lnTo>
                    <a:pt x="2505954" y="3015584"/>
                  </a:lnTo>
                  <a:lnTo>
                    <a:pt x="2506048" y="3015584"/>
                  </a:lnTo>
                  <a:lnTo>
                    <a:pt x="2506142" y="3015584"/>
                  </a:lnTo>
                  <a:lnTo>
                    <a:pt x="2506237" y="3015584"/>
                  </a:lnTo>
                  <a:lnTo>
                    <a:pt x="2506331" y="3015584"/>
                  </a:lnTo>
                  <a:lnTo>
                    <a:pt x="2506519" y="3015584"/>
                  </a:lnTo>
                  <a:lnTo>
                    <a:pt x="2506802" y="3015584"/>
                  </a:lnTo>
                  <a:lnTo>
                    <a:pt x="2507178" y="3015584"/>
                  </a:lnTo>
                  <a:lnTo>
                    <a:pt x="2507555" y="3015584"/>
                  </a:lnTo>
                  <a:lnTo>
                    <a:pt x="2507743" y="3015584"/>
                  </a:lnTo>
                  <a:lnTo>
                    <a:pt x="2507931" y="3015584"/>
                  </a:lnTo>
                  <a:lnTo>
                    <a:pt x="2508026" y="3015584"/>
                  </a:lnTo>
                  <a:lnTo>
                    <a:pt x="2508120" y="3015584"/>
                  </a:lnTo>
                  <a:lnTo>
                    <a:pt x="2508402" y="3015584"/>
                  </a:lnTo>
                  <a:lnTo>
                    <a:pt x="2508685" y="3015584"/>
                  </a:lnTo>
                  <a:lnTo>
                    <a:pt x="2509061" y="3015584"/>
                  </a:lnTo>
                  <a:lnTo>
                    <a:pt x="2509438" y="3015584"/>
                  </a:lnTo>
                  <a:lnTo>
                    <a:pt x="2509626" y="3015584"/>
                  </a:lnTo>
                  <a:lnTo>
                    <a:pt x="2509814" y="3015584"/>
                  </a:lnTo>
                  <a:lnTo>
                    <a:pt x="2510003" y="3015584"/>
                  </a:lnTo>
                  <a:lnTo>
                    <a:pt x="2510097" y="3015584"/>
                  </a:lnTo>
                  <a:lnTo>
                    <a:pt x="2510191" y="3015584"/>
                  </a:lnTo>
                  <a:lnTo>
                    <a:pt x="2510285" y="3015584"/>
                  </a:lnTo>
                  <a:lnTo>
                    <a:pt x="2510568" y="3015584"/>
                  </a:lnTo>
                  <a:lnTo>
                    <a:pt x="2510662" y="3015584"/>
                  </a:lnTo>
                  <a:lnTo>
                    <a:pt x="2510756" y="3015584"/>
                  </a:lnTo>
                  <a:lnTo>
                    <a:pt x="2510850" y="3015584"/>
                  </a:lnTo>
                  <a:lnTo>
                    <a:pt x="2510944" y="3015584"/>
                  </a:lnTo>
                  <a:lnTo>
                    <a:pt x="2511321" y="3015584"/>
                  </a:lnTo>
                  <a:lnTo>
                    <a:pt x="2511792" y="3015584"/>
                  </a:lnTo>
                  <a:lnTo>
                    <a:pt x="2511886" y="3015584"/>
                  </a:lnTo>
                  <a:lnTo>
                    <a:pt x="2512074" y="3015584"/>
                  </a:lnTo>
                  <a:lnTo>
                    <a:pt x="2512168" y="3015584"/>
                  </a:lnTo>
                  <a:lnTo>
                    <a:pt x="2512357" y="3015584"/>
                  </a:lnTo>
                  <a:lnTo>
                    <a:pt x="2512545" y="3015584"/>
                  </a:lnTo>
                  <a:lnTo>
                    <a:pt x="2512639" y="3015584"/>
                  </a:lnTo>
                  <a:lnTo>
                    <a:pt x="2512733" y="3015584"/>
                  </a:lnTo>
                  <a:lnTo>
                    <a:pt x="2513204" y="3015584"/>
                  </a:lnTo>
                  <a:lnTo>
                    <a:pt x="2513392" y="3015584"/>
                  </a:lnTo>
                  <a:lnTo>
                    <a:pt x="2513580" y="3015584"/>
                  </a:lnTo>
                  <a:lnTo>
                    <a:pt x="2514334" y="3010672"/>
                  </a:lnTo>
                  <a:lnTo>
                    <a:pt x="2514428" y="3010672"/>
                  </a:lnTo>
                  <a:lnTo>
                    <a:pt x="2514522" y="3010672"/>
                  </a:lnTo>
                  <a:lnTo>
                    <a:pt x="2514616" y="3010672"/>
                  </a:lnTo>
                  <a:lnTo>
                    <a:pt x="2514710" y="3010672"/>
                  </a:lnTo>
                  <a:lnTo>
                    <a:pt x="2514804" y="3010672"/>
                  </a:lnTo>
                  <a:lnTo>
                    <a:pt x="2514899" y="3010672"/>
                  </a:lnTo>
                  <a:lnTo>
                    <a:pt x="2514993" y="3010672"/>
                  </a:lnTo>
                  <a:lnTo>
                    <a:pt x="2515464" y="3010672"/>
                  </a:lnTo>
                  <a:lnTo>
                    <a:pt x="2515652" y="3010672"/>
                  </a:lnTo>
                  <a:lnTo>
                    <a:pt x="2515840" y="3010672"/>
                  </a:lnTo>
                  <a:lnTo>
                    <a:pt x="2516123" y="3010672"/>
                  </a:lnTo>
                  <a:lnTo>
                    <a:pt x="2516405" y="3010672"/>
                  </a:lnTo>
                  <a:lnTo>
                    <a:pt x="2516499" y="3010672"/>
                  </a:lnTo>
                  <a:lnTo>
                    <a:pt x="2516593" y="3010672"/>
                  </a:lnTo>
                  <a:lnTo>
                    <a:pt x="2516782" y="3010672"/>
                  </a:lnTo>
                  <a:lnTo>
                    <a:pt x="2516876" y="3010672"/>
                  </a:lnTo>
                  <a:lnTo>
                    <a:pt x="2516970" y="3010672"/>
                  </a:lnTo>
                  <a:lnTo>
                    <a:pt x="2517723" y="3010672"/>
                  </a:lnTo>
                  <a:lnTo>
                    <a:pt x="2518100" y="3010672"/>
                  </a:lnTo>
                  <a:lnTo>
                    <a:pt x="2518288" y="3010672"/>
                  </a:lnTo>
                  <a:lnTo>
                    <a:pt x="2518571" y="3010672"/>
                  </a:lnTo>
                  <a:lnTo>
                    <a:pt x="2519230" y="3010672"/>
                  </a:lnTo>
                  <a:lnTo>
                    <a:pt x="2519324" y="3010672"/>
                  </a:lnTo>
                  <a:lnTo>
                    <a:pt x="2519512" y="3010672"/>
                  </a:lnTo>
                  <a:lnTo>
                    <a:pt x="2519700" y="3010672"/>
                  </a:lnTo>
                  <a:lnTo>
                    <a:pt x="2519889" y="3010672"/>
                  </a:lnTo>
                  <a:lnTo>
                    <a:pt x="2520077" y="3010672"/>
                  </a:lnTo>
                  <a:lnTo>
                    <a:pt x="2520171" y="3010672"/>
                  </a:lnTo>
                  <a:lnTo>
                    <a:pt x="2520548" y="3010672"/>
                  </a:lnTo>
                  <a:lnTo>
                    <a:pt x="2520736" y="3010672"/>
                  </a:lnTo>
                  <a:lnTo>
                    <a:pt x="2521019" y="3010672"/>
                  </a:lnTo>
                  <a:lnTo>
                    <a:pt x="2521113" y="3010672"/>
                  </a:lnTo>
                  <a:lnTo>
                    <a:pt x="2521207" y="3010672"/>
                  </a:lnTo>
                  <a:lnTo>
                    <a:pt x="2521489" y="3010672"/>
                  </a:lnTo>
                  <a:lnTo>
                    <a:pt x="2521678" y="3010672"/>
                  </a:lnTo>
                  <a:lnTo>
                    <a:pt x="2521772" y="3010672"/>
                  </a:lnTo>
                  <a:lnTo>
                    <a:pt x="2521960" y="3010672"/>
                  </a:lnTo>
                  <a:lnTo>
                    <a:pt x="2522054" y="3010672"/>
                  </a:lnTo>
                  <a:lnTo>
                    <a:pt x="2522148" y="3010672"/>
                  </a:lnTo>
                  <a:lnTo>
                    <a:pt x="2522525" y="3010672"/>
                  </a:lnTo>
                  <a:lnTo>
                    <a:pt x="2522713" y="3010672"/>
                  </a:lnTo>
                  <a:lnTo>
                    <a:pt x="2523372" y="3010672"/>
                  </a:lnTo>
                  <a:lnTo>
                    <a:pt x="2523561" y="3010672"/>
                  </a:lnTo>
                  <a:lnTo>
                    <a:pt x="2523749" y="3010672"/>
                  </a:lnTo>
                  <a:lnTo>
                    <a:pt x="2523843" y="3010672"/>
                  </a:lnTo>
                  <a:lnTo>
                    <a:pt x="2524031" y="3010672"/>
                  </a:lnTo>
                  <a:lnTo>
                    <a:pt x="2524126" y="3010672"/>
                  </a:lnTo>
                  <a:lnTo>
                    <a:pt x="2524314" y="3010672"/>
                  </a:lnTo>
                  <a:lnTo>
                    <a:pt x="2524408" y="3010672"/>
                  </a:lnTo>
                  <a:lnTo>
                    <a:pt x="2524596" y="3010672"/>
                  </a:lnTo>
                  <a:lnTo>
                    <a:pt x="2524690" y="3010672"/>
                  </a:lnTo>
                  <a:lnTo>
                    <a:pt x="2524973" y="3010672"/>
                  </a:lnTo>
                  <a:lnTo>
                    <a:pt x="2525161" y="3010672"/>
                  </a:lnTo>
                  <a:lnTo>
                    <a:pt x="2525255" y="3010672"/>
                  </a:lnTo>
                  <a:lnTo>
                    <a:pt x="2525444" y="3010672"/>
                  </a:lnTo>
                  <a:lnTo>
                    <a:pt x="2525726" y="3010672"/>
                  </a:lnTo>
                  <a:lnTo>
                    <a:pt x="2525820" y="3010672"/>
                  </a:lnTo>
                  <a:lnTo>
                    <a:pt x="2525914" y="3010672"/>
                  </a:lnTo>
                  <a:lnTo>
                    <a:pt x="2526009" y="3010672"/>
                  </a:lnTo>
                  <a:lnTo>
                    <a:pt x="2526103" y="3010672"/>
                  </a:lnTo>
                  <a:lnTo>
                    <a:pt x="2526479" y="3010672"/>
                  </a:lnTo>
                  <a:lnTo>
                    <a:pt x="2526573" y="3010672"/>
                  </a:lnTo>
                  <a:lnTo>
                    <a:pt x="2526950" y="3010672"/>
                  </a:lnTo>
                  <a:lnTo>
                    <a:pt x="2527044" y="3010672"/>
                  </a:lnTo>
                  <a:lnTo>
                    <a:pt x="2527138" y="3010672"/>
                  </a:lnTo>
                  <a:lnTo>
                    <a:pt x="2527233" y="3010672"/>
                  </a:lnTo>
                  <a:lnTo>
                    <a:pt x="2527327" y="3010672"/>
                  </a:lnTo>
                  <a:lnTo>
                    <a:pt x="2527703" y="3010672"/>
                  </a:lnTo>
                  <a:lnTo>
                    <a:pt x="2527892" y="3010672"/>
                  </a:lnTo>
                  <a:lnTo>
                    <a:pt x="2528080" y="3010672"/>
                  </a:lnTo>
                  <a:lnTo>
                    <a:pt x="2528174" y="3010672"/>
                  </a:lnTo>
                  <a:lnTo>
                    <a:pt x="2528457" y="3010672"/>
                  </a:lnTo>
                  <a:lnTo>
                    <a:pt x="2529021" y="3010672"/>
                  </a:lnTo>
                  <a:lnTo>
                    <a:pt x="2529210" y="3010672"/>
                  </a:lnTo>
                  <a:lnTo>
                    <a:pt x="2529492" y="3010672"/>
                  </a:lnTo>
                  <a:lnTo>
                    <a:pt x="2529586" y="3010672"/>
                  </a:lnTo>
                  <a:lnTo>
                    <a:pt x="2529681" y="3010672"/>
                  </a:lnTo>
                  <a:lnTo>
                    <a:pt x="2529963" y="3010672"/>
                  </a:lnTo>
                  <a:lnTo>
                    <a:pt x="2530057" y="3010672"/>
                  </a:lnTo>
                  <a:lnTo>
                    <a:pt x="2530151" y="3010672"/>
                  </a:lnTo>
                  <a:lnTo>
                    <a:pt x="2530151" y="3005761"/>
                  </a:lnTo>
                  <a:lnTo>
                    <a:pt x="2530245" y="3005761"/>
                  </a:lnTo>
                  <a:lnTo>
                    <a:pt x="2530340" y="3005761"/>
                  </a:lnTo>
                  <a:lnTo>
                    <a:pt x="2530716" y="3005761"/>
                  </a:lnTo>
                  <a:lnTo>
                    <a:pt x="2530810" y="3005761"/>
                  </a:lnTo>
                  <a:lnTo>
                    <a:pt x="2531752" y="3000850"/>
                  </a:lnTo>
                  <a:lnTo>
                    <a:pt x="2531846" y="3000850"/>
                  </a:lnTo>
                  <a:lnTo>
                    <a:pt x="2532034" y="3000850"/>
                  </a:lnTo>
                  <a:lnTo>
                    <a:pt x="2532223" y="3000850"/>
                  </a:lnTo>
                  <a:lnTo>
                    <a:pt x="2532693" y="3000850"/>
                  </a:lnTo>
                  <a:lnTo>
                    <a:pt x="2532788" y="3000850"/>
                  </a:lnTo>
                  <a:lnTo>
                    <a:pt x="2532976" y="3000850"/>
                  </a:lnTo>
                  <a:lnTo>
                    <a:pt x="2533164" y="3000850"/>
                  </a:lnTo>
                  <a:lnTo>
                    <a:pt x="2533164" y="2995938"/>
                  </a:lnTo>
                  <a:lnTo>
                    <a:pt x="2533352" y="2995938"/>
                  </a:lnTo>
                  <a:lnTo>
                    <a:pt x="2533635" y="2995938"/>
                  </a:lnTo>
                  <a:lnTo>
                    <a:pt x="2533729" y="2995938"/>
                  </a:lnTo>
                  <a:lnTo>
                    <a:pt x="2534106" y="2995938"/>
                  </a:lnTo>
                  <a:lnTo>
                    <a:pt x="2534200" y="2995938"/>
                  </a:lnTo>
                  <a:lnTo>
                    <a:pt x="2534294" y="2995938"/>
                  </a:lnTo>
                  <a:lnTo>
                    <a:pt x="2534388" y="2991027"/>
                  </a:lnTo>
                  <a:lnTo>
                    <a:pt x="2534576" y="2991027"/>
                  </a:lnTo>
                  <a:lnTo>
                    <a:pt x="2535330" y="2986115"/>
                  </a:lnTo>
                  <a:lnTo>
                    <a:pt x="2535612" y="2986115"/>
                  </a:lnTo>
                  <a:lnTo>
                    <a:pt x="2535706" y="2986115"/>
                  </a:lnTo>
                  <a:lnTo>
                    <a:pt x="2535895" y="2986115"/>
                  </a:lnTo>
                  <a:lnTo>
                    <a:pt x="2535989" y="2986115"/>
                  </a:lnTo>
                  <a:lnTo>
                    <a:pt x="2536177" y="2986115"/>
                  </a:lnTo>
                  <a:lnTo>
                    <a:pt x="2536271" y="2986115"/>
                  </a:lnTo>
                  <a:lnTo>
                    <a:pt x="2536554" y="2986115"/>
                  </a:lnTo>
                  <a:lnTo>
                    <a:pt x="2536742" y="2981204"/>
                  </a:lnTo>
                  <a:lnTo>
                    <a:pt x="2536836" y="2981204"/>
                  </a:lnTo>
                  <a:lnTo>
                    <a:pt x="2537024" y="2981204"/>
                  </a:lnTo>
                  <a:lnTo>
                    <a:pt x="2537119" y="2981204"/>
                  </a:lnTo>
                  <a:lnTo>
                    <a:pt x="2537589" y="2981204"/>
                  </a:lnTo>
                  <a:lnTo>
                    <a:pt x="2537872" y="2981204"/>
                  </a:lnTo>
                  <a:lnTo>
                    <a:pt x="2538343" y="2981204"/>
                  </a:lnTo>
                  <a:lnTo>
                    <a:pt x="2538437" y="2981204"/>
                  </a:lnTo>
                  <a:lnTo>
                    <a:pt x="2538531" y="2981204"/>
                  </a:lnTo>
                  <a:lnTo>
                    <a:pt x="2538907" y="2981204"/>
                  </a:lnTo>
                  <a:lnTo>
                    <a:pt x="2539002" y="2981204"/>
                  </a:lnTo>
                  <a:lnTo>
                    <a:pt x="2539096" y="2981204"/>
                  </a:lnTo>
                  <a:lnTo>
                    <a:pt x="2539378" y="2981204"/>
                  </a:lnTo>
                  <a:lnTo>
                    <a:pt x="2539755" y="2981204"/>
                  </a:lnTo>
                  <a:lnTo>
                    <a:pt x="2539943" y="2981204"/>
                  </a:lnTo>
                  <a:lnTo>
                    <a:pt x="2540226" y="2981204"/>
                  </a:lnTo>
                  <a:lnTo>
                    <a:pt x="2540508" y="2981204"/>
                  </a:lnTo>
                  <a:lnTo>
                    <a:pt x="2540602" y="2981204"/>
                  </a:lnTo>
                  <a:lnTo>
                    <a:pt x="2540696" y="2981204"/>
                  </a:lnTo>
                  <a:lnTo>
                    <a:pt x="2540790" y="2981204"/>
                  </a:lnTo>
                  <a:lnTo>
                    <a:pt x="2541167" y="2981204"/>
                  </a:lnTo>
                  <a:lnTo>
                    <a:pt x="2541355" y="2981204"/>
                  </a:lnTo>
                  <a:lnTo>
                    <a:pt x="2541638" y="2981204"/>
                  </a:lnTo>
                  <a:lnTo>
                    <a:pt x="2541732" y="2981204"/>
                  </a:lnTo>
                  <a:lnTo>
                    <a:pt x="2541826" y="2981204"/>
                  </a:lnTo>
                  <a:lnTo>
                    <a:pt x="2541920" y="2981204"/>
                  </a:lnTo>
                  <a:lnTo>
                    <a:pt x="2542014" y="2981204"/>
                  </a:lnTo>
                  <a:lnTo>
                    <a:pt x="2542109" y="2981204"/>
                  </a:lnTo>
                  <a:lnTo>
                    <a:pt x="2542391" y="2981204"/>
                  </a:lnTo>
                  <a:lnTo>
                    <a:pt x="2542579" y="2981204"/>
                  </a:lnTo>
                  <a:lnTo>
                    <a:pt x="2542674" y="2981204"/>
                  </a:lnTo>
                  <a:lnTo>
                    <a:pt x="2542768" y="2981204"/>
                  </a:lnTo>
                  <a:lnTo>
                    <a:pt x="2542862" y="2976293"/>
                  </a:lnTo>
                  <a:lnTo>
                    <a:pt x="2543238" y="2976293"/>
                  </a:lnTo>
                  <a:lnTo>
                    <a:pt x="2543521" y="2976293"/>
                  </a:lnTo>
                  <a:lnTo>
                    <a:pt x="2543803" y="2976293"/>
                  </a:lnTo>
                  <a:lnTo>
                    <a:pt x="2544274" y="2976293"/>
                  </a:lnTo>
                  <a:lnTo>
                    <a:pt x="2544651" y="2976293"/>
                  </a:lnTo>
                  <a:lnTo>
                    <a:pt x="2545027" y="2971381"/>
                  </a:lnTo>
                  <a:lnTo>
                    <a:pt x="2545121" y="2971381"/>
                  </a:lnTo>
                  <a:lnTo>
                    <a:pt x="2545216" y="2971381"/>
                  </a:lnTo>
                  <a:lnTo>
                    <a:pt x="2545404" y="2971381"/>
                  </a:lnTo>
                  <a:lnTo>
                    <a:pt x="2545592" y="2971381"/>
                  </a:lnTo>
                  <a:lnTo>
                    <a:pt x="2545686" y="2971381"/>
                  </a:lnTo>
                  <a:lnTo>
                    <a:pt x="2545781" y="2971381"/>
                  </a:lnTo>
                  <a:lnTo>
                    <a:pt x="2545875" y="2971381"/>
                  </a:lnTo>
                  <a:lnTo>
                    <a:pt x="2546063" y="2971381"/>
                  </a:lnTo>
                  <a:lnTo>
                    <a:pt x="2546157" y="2971381"/>
                  </a:lnTo>
                  <a:lnTo>
                    <a:pt x="2546251" y="2971381"/>
                  </a:lnTo>
                  <a:lnTo>
                    <a:pt x="2546440" y="2971381"/>
                  </a:lnTo>
                  <a:lnTo>
                    <a:pt x="2546722" y="2971381"/>
                  </a:lnTo>
                  <a:lnTo>
                    <a:pt x="2546816" y="2971381"/>
                  </a:lnTo>
                  <a:lnTo>
                    <a:pt x="2547005" y="2971381"/>
                  </a:lnTo>
                  <a:lnTo>
                    <a:pt x="2547193" y="2971381"/>
                  </a:lnTo>
                  <a:lnTo>
                    <a:pt x="2547381" y="2971381"/>
                  </a:lnTo>
                  <a:lnTo>
                    <a:pt x="2548228" y="2971381"/>
                  </a:lnTo>
                  <a:lnTo>
                    <a:pt x="2548417" y="2971381"/>
                  </a:lnTo>
                  <a:lnTo>
                    <a:pt x="2548699" y="2971381"/>
                  </a:lnTo>
                  <a:lnTo>
                    <a:pt x="2548982" y="2971381"/>
                  </a:lnTo>
                  <a:lnTo>
                    <a:pt x="2549076" y="2971381"/>
                  </a:lnTo>
                  <a:lnTo>
                    <a:pt x="2549264" y="2971381"/>
                  </a:lnTo>
                  <a:lnTo>
                    <a:pt x="2549358" y="2971381"/>
                  </a:lnTo>
                  <a:lnTo>
                    <a:pt x="2549358" y="2966470"/>
                  </a:lnTo>
                  <a:lnTo>
                    <a:pt x="2549641" y="2966470"/>
                  </a:lnTo>
                  <a:lnTo>
                    <a:pt x="2549923" y="2966470"/>
                  </a:lnTo>
                  <a:lnTo>
                    <a:pt x="2550112" y="2966470"/>
                  </a:lnTo>
                  <a:lnTo>
                    <a:pt x="2550488" y="2966470"/>
                  </a:lnTo>
                  <a:lnTo>
                    <a:pt x="2550582" y="2966470"/>
                  </a:lnTo>
                  <a:lnTo>
                    <a:pt x="2550865" y="2966470"/>
                  </a:lnTo>
                  <a:lnTo>
                    <a:pt x="2550959" y="2966470"/>
                  </a:lnTo>
                  <a:lnTo>
                    <a:pt x="2551147" y="2966470"/>
                  </a:lnTo>
                  <a:lnTo>
                    <a:pt x="2551995" y="2966470"/>
                  </a:lnTo>
                  <a:lnTo>
                    <a:pt x="2552089" y="2966470"/>
                  </a:lnTo>
                  <a:lnTo>
                    <a:pt x="2552183" y="2966470"/>
                  </a:lnTo>
                  <a:lnTo>
                    <a:pt x="2552277" y="2966470"/>
                  </a:lnTo>
                  <a:lnTo>
                    <a:pt x="2552371" y="2966470"/>
                  </a:lnTo>
                  <a:lnTo>
                    <a:pt x="2552465" y="2966470"/>
                  </a:lnTo>
                  <a:lnTo>
                    <a:pt x="2552654" y="2966470"/>
                  </a:lnTo>
                  <a:lnTo>
                    <a:pt x="2552748" y="2966470"/>
                  </a:lnTo>
                  <a:lnTo>
                    <a:pt x="2552936" y="2966470"/>
                  </a:lnTo>
                  <a:lnTo>
                    <a:pt x="2553030" y="2966470"/>
                  </a:lnTo>
                  <a:lnTo>
                    <a:pt x="2553313" y="2966470"/>
                  </a:lnTo>
                  <a:lnTo>
                    <a:pt x="2553783" y="2961559"/>
                  </a:lnTo>
                  <a:lnTo>
                    <a:pt x="2554348" y="2961559"/>
                  </a:lnTo>
                  <a:lnTo>
                    <a:pt x="2554443" y="2961559"/>
                  </a:lnTo>
                  <a:lnTo>
                    <a:pt x="2554537" y="2961559"/>
                  </a:lnTo>
                  <a:lnTo>
                    <a:pt x="2554819" y="2961559"/>
                  </a:lnTo>
                  <a:lnTo>
                    <a:pt x="2555007" y="2961559"/>
                  </a:lnTo>
                  <a:lnTo>
                    <a:pt x="2555667" y="2961559"/>
                  </a:lnTo>
                  <a:lnTo>
                    <a:pt x="2555761" y="2961559"/>
                  </a:lnTo>
                  <a:lnTo>
                    <a:pt x="2556137" y="2961559"/>
                  </a:lnTo>
                  <a:lnTo>
                    <a:pt x="2556231" y="2961559"/>
                  </a:lnTo>
                  <a:lnTo>
                    <a:pt x="2556420" y="2961559"/>
                  </a:lnTo>
                  <a:lnTo>
                    <a:pt x="2556514" y="2961559"/>
                  </a:lnTo>
                  <a:lnTo>
                    <a:pt x="2556702" y="2961559"/>
                  </a:lnTo>
                  <a:lnTo>
                    <a:pt x="2556796" y="2961559"/>
                  </a:lnTo>
                  <a:lnTo>
                    <a:pt x="2556890" y="2961559"/>
                  </a:lnTo>
                  <a:lnTo>
                    <a:pt x="2557173" y="2951736"/>
                  </a:lnTo>
                  <a:lnTo>
                    <a:pt x="2557550" y="2951736"/>
                  </a:lnTo>
                  <a:lnTo>
                    <a:pt x="2557644" y="2951736"/>
                  </a:lnTo>
                  <a:lnTo>
                    <a:pt x="2557926" y="2951736"/>
                  </a:lnTo>
                  <a:lnTo>
                    <a:pt x="2558209" y="2951736"/>
                  </a:lnTo>
                  <a:lnTo>
                    <a:pt x="2558303" y="2951736"/>
                  </a:lnTo>
                  <a:lnTo>
                    <a:pt x="2558679" y="2951736"/>
                  </a:lnTo>
                  <a:lnTo>
                    <a:pt x="2558774" y="2951736"/>
                  </a:lnTo>
                  <a:lnTo>
                    <a:pt x="2558962" y="2951736"/>
                  </a:lnTo>
                  <a:lnTo>
                    <a:pt x="2559150" y="2951736"/>
                  </a:lnTo>
                  <a:lnTo>
                    <a:pt x="2559338" y="2951736"/>
                  </a:lnTo>
                  <a:lnTo>
                    <a:pt x="2559338" y="2946824"/>
                  </a:lnTo>
                  <a:lnTo>
                    <a:pt x="2559527" y="2946824"/>
                  </a:lnTo>
                  <a:lnTo>
                    <a:pt x="2559621" y="2946824"/>
                  </a:lnTo>
                  <a:lnTo>
                    <a:pt x="2559715" y="2941913"/>
                  </a:lnTo>
                  <a:lnTo>
                    <a:pt x="2559809" y="2941913"/>
                  </a:lnTo>
                  <a:lnTo>
                    <a:pt x="2559903" y="2941913"/>
                  </a:lnTo>
                  <a:lnTo>
                    <a:pt x="2559998" y="2941913"/>
                  </a:lnTo>
                  <a:lnTo>
                    <a:pt x="2560374" y="2941913"/>
                  </a:lnTo>
                  <a:lnTo>
                    <a:pt x="2560845" y="2941913"/>
                  </a:lnTo>
                  <a:lnTo>
                    <a:pt x="2560939" y="2941913"/>
                  </a:lnTo>
                  <a:lnTo>
                    <a:pt x="2561033" y="2941913"/>
                  </a:lnTo>
                  <a:lnTo>
                    <a:pt x="2561127" y="2941913"/>
                  </a:lnTo>
                  <a:lnTo>
                    <a:pt x="2561127" y="2937002"/>
                  </a:lnTo>
                  <a:lnTo>
                    <a:pt x="2561221" y="2937002"/>
                  </a:lnTo>
                  <a:lnTo>
                    <a:pt x="2561598" y="2937002"/>
                  </a:lnTo>
                  <a:lnTo>
                    <a:pt x="2562069" y="2937002"/>
                  </a:lnTo>
                  <a:lnTo>
                    <a:pt x="2562069" y="2932090"/>
                  </a:lnTo>
                  <a:lnTo>
                    <a:pt x="2562163" y="2932090"/>
                  </a:lnTo>
                  <a:lnTo>
                    <a:pt x="2562257" y="2932090"/>
                  </a:lnTo>
                  <a:lnTo>
                    <a:pt x="2562445" y="2932090"/>
                  </a:lnTo>
                  <a:lnTo>
                    <a:pt x="2562540" y="2932090"/>
                  </a:lnTo>
                  <a:lnTo>
                    <a:pt x="2563669" y="2932090"/>
                  </a:lnTo>
                  <a:lnTo>
                    <a:pt x="2563858" y="2932090"/>
                  </a:lnTo>
                  <a:lnTo>
                    <a:pt x="2563952" y="2932090"/>
                  </a:lnTo>
                  <a:lnTo>
                    <a:pt x="2564046" y="2932090"/>
                  </a:lnTo>
                  <a:lnTo>
                    <a:pt x="2564329" y="2932090"/>
                  </a:lnTo>
                  <a:lnTo>
                    <a:pt x="2564423" y="2932090"/>
                  </a:lnTo>
                  <a:lnTo>
                    <a:pt x="2564705" y="2932090"/>
                  </a:lnTo>
                  <a:lnTo>
                    <a:pt x="2564799" y="2932090"/>
                  </a:lnTo>
                  <a:lnTo>
                    <a:pt x="2565270" y="2932090"/>
                  </a:lnTo>
                  <a:lnTo>
                    <a:pt x="2565647" y="2932090"/>
                  </a:lnTo>
                  <a:lnTo>
                    <a:pt x="2565741" y="2932090"/>
                  </a:lnTo>
                  <a:lnTo>
                    <a:pt x="2565835" y="2932090"/>
                  </a:lnTo>
                  <a:lnTo>
                    <a:pt x="2565929" y="2932090"/>
                  </a:lnTo>
                  <a:lnTo>
                    <a:pt x="2566023" y="2932090"/>
                  </a:lnTo>
                  <a:lnTo>
                    <a:pt x="2566117" y="2932090"/>
                  </a:lnTo>
                  <a:lnTo>
                    <a:pt x="2566212" y="2932090"/>
                  </a:lnTo>
                  <a:lnTo>
                    <a:pt x="2566306" y="2932090"/>
                  </a:lnTo>
                  <a:lnTo>
                    <a:pt x="2566682" y="2932090"/>
                  </a:lnTo>
                  <a:lnTo>
                    <a:pt x="2566871" y="2932090"/>
                  </a:lnTo>
                  <a:lnTo>
                    <a:pt x="2567718" y="2932090"/>
                  </a:lnTo>
                  <a:lnTo>
                    <a:pt x="2567906" y="2932090"/>
                  </a:lnTo>
                  <a:lnTo>
                    <a:pt x="2568189" y="2932090"/>
                  </a:lnTo>
                  <a:lnTo>
                    <a:pt x="2568377" y="2932090"/>
                  </a:lnTo>
                  <a:lnTo>
                    <a:pt x="2568471" y="2932090"/>
                  </a:lnTo>
                  <a:lnTo>
                    <a:pt x="2568754" y="2932090"/>
                  </a:lnTo>
                  <a:lnTo>
                    <a:pt x="2568848" y="2932090"/>
                  </a:lnTo>
                  <a:lnTo>
                    <a:pt x="2568942" y="2932090"/>
                  </a:lnTo>
                  <a:lnTo>
                    <a:pt x="2568942" y="2927179"/>
                  </a:lnTo>
                  <a:lnTo>
                    <a:pt x="2569224" y="2922268"/>
                  </a:lnTo>
                  <a:lnTo>
                    <a:pt x="2569319" y="2922268"/>
                  </a:lnTo>
                  <a:lnTo>
                    <a:pt x="2570166" y="2917356"/>
                  </a:lnTo>
                  <a:lnTo>
                    <a:pt x="2570260" y="2917356"/>
                  </a:lnTo>
                  <a:lnTo>
                    <a:pt x="2570543" y="2917356"/>
                  </a:lnTo>
                  <a:lnTo>
                    <a:pt x="2570637" y="2917356"/>
                  </a:lnTo>
                  <a:lnTo>
                    <a:pt x="2570731" y="2917356"/>
                  </a:lnTo>
                  <a:lnTo>
                    <a:pt x="2570825" y="2917356"/>
                  </a:lnTo>
                  <a:lnTo>
                    <a:pt x="2570919" y="2917356"/>
                  </a:lnTo>
                  <a:lnTo>
                    <a:pt x="2571296" y="2917356"/>
                  </a:lnTo>
                  <a:lnTo>
                    <a:pt x="2571767" y="2917356"/>
                  </a:lnTo>
                  <a:lnTo>
                    <a:pt x="2572331" y="2917356"/>
                  </a:lnTo>
                  <a:lnTo>
                    <a:pt x="2572520" y="2917356"/>
                  </a:lnTo>
                  <a:lnTo>
                    <a:pt x="2572802" y="2917356"/>
                  </a:lnTo>
                  <a:lnTo>
                    <a:pt x="2572991" y="2917356"/>
                  </a:lnTo>
                  <a:lnTo>
                    <a:pt x="2573179" y="2917356"/>
                  </a:lnTo>
                  <a:lnTo>
                    <a:pt x="2573650" y="2917356"/>
                  </a:lnTo>
                  <a:lnTo>
                    <a:pt x="2574309" y="2917356"/>
                  </a:lnTo>
                  <a:lnTo>
                    <a:pt x="2574685" y="2917356"/>
                  </a:lnTo>
                  <a:lnTo>
                    <a:pt x="2575062" y="2917356"/>
                  </a:lnTo>
                  <a:lnTo>
                    <a:pt x="2575156" y="2917356"/>
                  </a:lnTo>
                  <a:lnTo>
                    <a:pt x="2575250" y="2917356"/>
                  </a:lnTo>
                  <a:lnTo>
                    <a:pt x="2575438" y="2917356"/>
                  </a:lnTo>
                  <a:lnTo>
                    <a:pt x="2575533" y="2917356"/>
                  </a:lnTo>
                  <a:lnTo>
                    <a:pt x="2575721" y="2917356"/>
                  </a:lnTo>
                  <a:lnTo>
                    <a:pt x="2576003" y="2917356"/>
                  </a:lnTo>
                  <a:lnTo>
                    <a:pt x="2576098" y="2917356"/>
                  </a:lnTo>
                  <a:lnTo>
                    <a:pt x="2576662" y="2917356"/>
                  </a:lnTo>
                  <a:lnTo>
                    <a:pt x="2576757" y="2917356"/>
                  </a:lnTo>
                  <a:lnTo>
                    <a:pt x="2576851" y="2917356"/>
                  </a:lnTo>
                  <a:lnTo>
                    <a:pt x="2577133" y="2917356"/>
                  </a:lnTo>
                  <a:lnTo>
                    <a:pt x="2577227" y="2917356"/>
                  </a:lnTo>
                  <a:lnTo>
                    <a:pt x="2577322" y="2917356"/>
                  </a:lnTo>
                  <a:lnTo>
                    <a:pt x="2577416" y="2917356"/>
                  </a:lnTo>
                  <a:lnTo>
                    <a:pt x="2578546" y="2917356"/>
                  </a:lnTo>
                  <a:lnTo>
                    <a:pt x="2578828" y="2917356"/>
                  </a:lnTo>
                  <a:lnTo>
                    <a:pt x="2578922" y="2917356"/>
                  </a:lnTo>
                  <a:lnTo>
                    <a:pt x="2579016" y="2917356"/>
                  </a:lnTo>
                  <a:lnTo>
                    <a:pt x="2579205" y="2917356"/>
                  </a:lnTo>
                  <a:lnTo>
                    <a:pt x="2579393" y="2917356"/>
                  </a:lnTo>
                  <a:lnTo>
                    <a:pt x="2579487" y="2917356"/>
                  </a:lnTo>
                  <a:lnTo>
                    <a:pt x="2579958" y="2912445"/>
                  </a:lnTo>
                  <a:lnTo>
                    <a:pt x="2580523" y="2907533"/>
                  </a:lnTo>
                  <a:lnTo>
                    <a:pt x="2580711" y="2907533"/>
                  </a:lnTo>
                  <a:lnTo>
                    <a:pt x="2580805" y="2907533"/>
                  </a:lnTo>
                  <a:lnTo>
                    <a:pt x="2580993" y="2907533"/>
                  </a:lnTo>
                  <a:lnTo>
                    <a:pt x="2581276" y="2902622"/>
                  </a:lnTo>
                  <a:lnTo>
                    <a:pt x="2581370" y="2902622"/>
                  </a:lnTo>
                  <a:lnTo>
                    <a:pt x="2581464" y="2902622"/>
                  </a:lnTo>
                  <a:lnTo>
                    <a:pt x="2581558" y="2902622"/>
                  </a:lnTo>
                  <a:lnTo>
                    <a:pt x="2581653" y="2902622"/>
                  </a:lnTo>
                  <a:lnTo>
                    <a:pt x="2581747" y="2902622"/>
                  </a:lnTo>
                  <a:lnTo>
                    <a:pt x="2582029" y="2902622"/>
                  </a:lnTo>
                  <a:lnTo>
                    <a:pt x="2582217" y="2902622"/>
                  </a:lnTo>
                  <a:lnTo>
                    <a:pt x="2582312" y="2902622"/>
                  </a:lnTo>
                  <a:lnTo>
                    <a:pt x="2582406" y="2902622"/>
                  </a:lnTo>
                  <a:lnTo>
                    <a:pt x="2582594" y="2902622"/>
                  </a:lnTo>
                  <a:lnTo>
                    <a:pt x="2582688" y="2902622"/>
                  </a:lnTo>
                  <a:lnTo>
                    <a:pt x="2582971" y="2902622"/>
                  </a:lnTo>
                  <a:lnTo>
                    <a:pt x="2583159" y="2902622"/>
                  </a:lnTo>
                  <a:lnTo>
                    <a:pt x="2583441" y="2902622"/>
                  </a:lnTo>
                  <a:lnTo>
                    <a:pt x="2583536" y="2902622"/>
                  </a:lnTo>
                  <a:lnTo>
                    <a:pt x="2583818" y="2902622"/>
                  </a:lnTo>
                  <a:lnTo>
                    <a:pt x="2583912" y="2902622"/>
                  </a:lnTo>
                  <a:lnTo>
                    <a:pt x="2584006" y="2902622"/>
                  </a:lnTo>
                  <a:lnTo>
                    <a:pt x="2584289" y="2902622"/>
                  </a:lnTo>
                  <a:lnTo>
                    <a:pt x="2584383" y="2902622"/>
                  </a:lnTo>
                  <a:lnTo>
                    <a:pt x="2584477" y="2902622"/>
                  </a:lnTo>
                  <a:lnTo>
                    <a:pt x="2585136" y="2902622"/>
                  </a:lnTo>
                  <a:lnTo>
                    <a:pt x="2585607" y="2902622"/>
                  </a:lnTo>
                  <a:lnTo>
                    <a:pt x="2585701" y="2902622"/>
                  </a:lnTo>
                  <a:lnTo>
                    <a:pt x="2585889" y="2902622"/>
                  </a:lnTo>
                  <a:lnTo>
                    <a:pt x="2586266" y="2902622"/>
                  </a:lnTo>
                  <a:lnTo>
                    <a:pt x="2586548" y="2902622"/>
                  </a:lnTo>
                  <a:lnTo>
                    <a:pt x="2587019" y="2902622"/>
                  </a:lnTo>
                  <a:lnTo>
                    <a:pt x="2587113" y="2902622"/>
                  </a:lnTo>
                  <a:lnTo>
                    <a:pt x="2587208" y="2902622"/>
                  </a:lnTo>
                  <a:lnTo>
                    <a:pt x="2587396" y="2902622"/>
                  </a:lnTo>
                  <a:lnTo>
                    <a:pt x="2587678" y="2902622"/>
                  </a:lnTo>
                  <a:lnTo>
                    <a:pt x="2587772" y="2902622"/>
                  </a:lnTo>
                  <a:lnTo>
                    <a:pt x="2587961" y="2902622"/>
                  </a:lnTo>
                  <a:lnTo>
                    <a:pt x="2588055" y="2902622"/>
                  </a:lnTo>
                  <a:lnTo>
                    <a:pt x="2588431" y="2902622"/>
                  </a:lnTo>
                  <a:lnTo>
                    <a:pt x="2588996" y="2902622"/>
                  </a:lnTo>
                  <a:lnTo>
                    <a:pt x="2589091" y="2902622"/>
                  </a:lnTo>
                  <a:lnTo>
                    <a:pt x="2589279" y="2902622"/>
                  </a:lnTo>
                  <a:lnTo>
                    <a:pt x="2589467" y="2902622"/>
                  </a:lnTo>
                  <a:lnTo>
                    <a:pt x="2589750" y="2902622"/>
                  </a:lnTo>
                  <a:lnTo>
                    <a:pt x="2589938" y="2902622"/>
                  </a:lnTo>
                  <a:lnTo>
                    <a:pt x="2590032" y="2902622"/>
                  </a:lnTo>
                  <a:lnTo>
                    <a:pt x="2590503" y="2902622"/>
                  </a:lnTo>
                  <a:lnTo>
                    <a:pt x="2590691" y="2892799"/>
                  </a:lnTo>
                  <a:lnTo>
                    <a:pt x="2590879" y="2892799"/>
                  </a:lnTo>
                  <a:lnTo>
                    <a:pt x="2591162" y="2892799"/>
                  </a:lnTo>
                  <a:lnTo>
                    <a:pt x="2591633" y="2892799"/>
                  </a:lnTo>
                  <a:lnTo>
                    <a:pt x="2591915" y="2892799"/>
                  </a:lnTo>
                  <a:lnTo>
                    <a:pt x="2592198" y="2892799"/>
                  </a:lnTo>
                  <a:lnTo>
                    <a:pt x="2592292" y="2892799"/>
                  </a:lnTo>
                  <a:lnTo>
                    <a:pt x="2592386" y="2892799"/>
                  </a:lnTo>
                  <a:lnTo>
                    <a:pt x="2592480" y="2892799"/>
                  </a:lnTo>
                  <a:lnTo>
                    <a:pt x="2593327" y="2892799"/>
                  </a:lnTo>
                  <a:lnTo>
                    <a:pt x="2593610" y="2892799"/>
                  </a:lnTo>
                  <a:lnTo>
                    <a:pt x="2593892" y="2892799"/>
                  </a:lnTo>
                  <a:lnTo>
                    <a:pt x="2594175" y="2892799"/>
                  </a:lnTo>
                  <a:lnTo>
                    <a:pt x="2594646" y="2892799"/>
                  </a:lnTo>
                  <a:lnTo>
                    <a:pt x="2594740" y="2892799"/>
                  </a:lnTo>
                  <a:lnTo>
                    <a:pt x="2594928" y="2892799"/>
                  </a:lnTo>
                  <a:lnTo>
                    <a:pt x="2595022" y="2892799"/>
                  </a:lnTo>
                  <a:lnTo>
                    <a:pt x="2595116" y="2892799"/>
                  </a:lnTo>
                  <a:lnTo>
                    <a:pt x="2595305" y="2892799"/>
                  </a:lnTo>
                  <a:lnTo>
                    <a:pt x="2595399" y="2892799"/>
                  </a:lnTo>
                  <a:lnTo>
                    <a:pt x="2595493" y="2892799"/>
                  </a:lnTo>
                  <a:lnTo>
                    <a:pt x="2595587" y="2892799"/>
                  </a:lnTo>
                  <a:lnTo>
                    <a:pt x="2595870" y="2892799"/>
                  </a:lnTo>
                  <a:lnTo>
                    <a:pt x="2595964" y="2892799"/>
                  </a:lnTo>
                  <a:lnTo>
                    <a:pt x="2596340" y="2892799"/>
                  </a:lnTo>
                  <a:lnTo>
                    <a:pt x="2596811" y="2892799"/>
                  </a:lnTo>
                  <a:lnTo>
                    <a:pt x="2597188" y="2892799"/>
                  </a:lnTo>
                  <a:lnTo>
                    <a:pt x="2597376" y="2892799"/>
                  </a:lnTo>
                  <a:lnTo>
                    <a:pt x="2597470" y="2892799"/>
                  </a:lnTo>
                  <a:lnTo>
                    <a:pt x="2597658" y="2892799"/>
                  </a:lnTo>
                  <a:lnTo>
                    <a:pt x="2597753" y="2892799"/>
                  </a:lnTo>
                  <a:lnTo>
                    <a:pt x="2597847" y="2892799"/>
                  </a:lnTo>
                  <a:lnTo>
                    <a:pt x="2597941" y="2892799"/>
                  </a:lnTo>
                  <a:lnTo>
                    <a:pt x="2598129" y="2892799"/>
                  </a:lnTo>
                  <a:lnTo>
                    <a:pt x="2598317" y="2892799"/>
                  </a:lnTo>
                  <a:lnTo>
                    <a:pt x="2598412" y="2892799"/>
                  </a:lnTo>
                  <a:lnTo>
                    <a:pt x="2598600" y="2892799"/>
                  </a:lnTo>
                  <a:lnTo>
                    <a:pt x="2598694" y="2892799"/>
                  </a:lnTo>
                  <a:lnTo>
                    <a:pt x="2598788" y="2892799"/>
                  </a:lnTo>
                  <a:lnTo>
                    <a:pt x="2598882" y="2892799"/>
                  </a:lnTo>
                  <a:lnTo>
                    <a:pt x="2598977" y="2892799"/>
                  </a:lnTo>
                  <a:lnTo>
                    <a:pt x="2599071" y="2892799"/>
                  </a:lnTo>
                  <a:lnTo>
                    <a:pt x="2599541" y="2892799"/>
                  </a:lnTo>
                  <a:lnTo>
                    <a:pt x="2599636" y="2892799"/>
                  </a:lnTo>
                  <a:lnTo>
                    <a:pt x="2599730" y="2892799"/>
                  </a:lnTo>
                  <a:lnTo>
                    <a:pt x="2599824" y="2892799"/>
                  </a:lnTo>
                  <a:lnTo>
                    <a:pt x="2600012" y="2892799"/>
                  </a:lnTo>
                  <a:lnTo>
                    <a:pt x="2600389" y="2892799"/>
                  </a:lnTo>
                  <a:lnTo>
                    <a:pt x="2600577" y="2892799"/>
                  </a:lnTo>
                  <a:lnTo>
                    <a:pt x="2600671" y="2892799"/>
                  </a:lnTo>
                  <a:lnTo>
                    <a:pt x="2601236" y="2892799"/>
                  </a:lnTo>
                  <a:lnTo>
                    <a:pt x="2601330" y="2892799"/>
                  </a:lnTo>
                  <a:lnTo>
                    <a:pt x="2601519" y="2892799"/>
                  </a:lnTo>
                  <a:lnTo>
                    <a:pt x="2601613" y="2892799"/>
                  </a:lnTo>
                  <a:lnTo>
                    <a:pt x="2602272" y="2892799"/>
                  </a:lnTo>
                  <a:lnTo>
                    <a:pt x="2602460" y="2892799"/>
                  </a:lnTo>
                  <a:lnTo>
                    <a:pt x="2603119" y="2892799"/>
                  </a:lnTo>
                  <a:lnTo>
                    <a:pt x="2603213" y="2892799"/>
                  </a:lnTo>
                  <a:lnTo>
                    <a:pt x="2603308" y="2892799"/>
                  </a:lnTo>
                  <a:lnTo>
                    <a:pt x="2604155" y="2892799"/>
                  </a:lnTo>
                  <a:lnTo>
                    <a:pt x="2604343" y="2892799"/>
                  </a:lnTo>
                  <a:lnTo>
                    <a:pt x="2604437" y="2892799"/>
                  </a:lnTo>
                  <a:lnTo>
                    <a:pt x="2605285" y="2892799"/>
                  </a:lnTo>
                  <a:lnTo>
                    <a:pt x="2605379" y="2892799"/>
                  </a:lnTo>
                  <a:lnTo>
                    <a:pt x="2605473" y="2892799"/>
                  </a:lnTo>
                  <a:lnTo>
                    <a:pt x="2605661" y="2892799"/>
                  </a:lnTo>
                  <a:lnTo>
                    <a:pt x="2606509" y="2892799"/>
                  </a:lnTo>
                  <a:lnTo>
                    <a:pt x="2606603" y="2892799"/>
                  </a:lnTo>
                  <a:lnTo>
                    <a:pt x="2606885" y="2892799"/>
                  </a:lnTo>
                  <a:lnTo>
                    <a:pt x="2607544" y="2892799"/>
                  </a:lnTo>
                  <a:lnTo>
                    <a:pt x="2607544" y="2887888"/>
                  </a:lnTo>
                  <a:lnTo>
                    <a:pt x="2607639" y="2887888"/>
                  </a:lnTo>
                  <a:lnTo>
                    <a:pt x="2607827" y="2887888"/>
                  </a:lnTo>
                  <a:lnTo>
                    <a:pt x="2607921" y="2887888"/>
                  </a:lnTo>
                  <a:lnTo>
                    <a:pt x="2608109" y="2887888"/>
                  </a:lnTo>
                  <a:lnTo>
                    <a:pt x="2608486" y="2887888"/>
                  </a:lnTo>
                  <a:lnTo>
                    <a:pt x="2608580" y="2887888"/>
                  </a:lnTo>
                  <a:lnTo>
                    <a:pt x="2608674" y="2887888"/>
                  </a:lnTo>
                  <a:lnTo>
                    <a:pt x="2609051" y="2887888"/>
                  </a:lnTo>
                  <a:lnTo>
                    <a:pt x="2609145" y="2887888"/>
                  </a:lnTo>
                  <a:lnTo>
                    <a:pt x="2609427" y="2887888"/>
                  </a:lnTo>
                  <a:lnTo>
                    <a:pt x="2609522" y="2887888"/>
                  </a:lnTo>
                  <a:lnTo>
                    <a:pt x="2609616" y="2887888"/>
                  </a:lnTo>
                  <a:lnTo>
                    <a:pt x="2609710" y="2887888"/>
                  </a:lnTo>
                  <a:lnTo>
                    <a:pt x="2610181" y="2887888"/>
                  </a:lnTo>
                  <a:lnTo>
                    <a:pt x="2610275" y="2887888"/>
                  </a:lnTo>
                  <a:lnTo>
                    <a:pt x="2610557" y="2887888"/>
                  </a:lnTo>
                  <a:lnTo>
                    <a:pt x="2610746" y="2887888"/>
                  </a:lnTo>
                  <a:lnTo>
                    <a:pt x="2610934" y="2887888"/>
                  </a:lnTo>
                  <a:lnTo>
                    <a:pt x="2611028" y="2887888"/>
                  </a:lnTo>
                  <a:lnTo>
                    <a:pt x="2611122" y="2887888"/>
                  </a:lnTo>
                  <a:lnTo>
                    <a:pt x="2611310" y="2887888"/>
                  </a:lnTo>
                  <a:lnTo>
                    <a:pt x="2611499" y="2887888"/>
                  </a:lnTo>
                  <a:lnTo>
                    <a:pt x="2611499" y="2882977"/>
                  </a:lnTo>
                  <a:lnTo>
                    <a:pt x="2611593" y="2882977"/>
                  </a:lnTo>
                  <a:lnTo>
                    <a:pt x="2611875" y="2882977"/>
                  </a:lnTo>
                  <a:lnTo>
                    <a:pt x="2612064" y="2882977"/>
                  </a:lnTo>
                  <a:lnTo>
                    <a:pt x="2612346" y="2882977"/>
                  </a:lnTo>
                  <a:lnTo>
                    <a:pt x="2612440" y="2882977"/>
                  </a:lnTo>
                  <a:lnTo>
                    <a:pt x="2612629" y="2882977"/>
                  </a:lnTo>
                  <a:lnTo>
                    <a:pt x="2612911" y="2882977"/>
                  </a:lnTo>
                  <a:lnTo>
                    <a:pt x="2613005" y="2882977"/>
                  </a:lnTo>
                  <a:lnTo>
                    <a:pt x="2613194" y="2882977"/>
                  </a:lnTo>
                  <a:lnTo>
                    <a:pt x="2613382" y="2882977"/>
                  </a:lnTo>
                  <a:lnTo>
                    <a:pt x="2613570" y="2882977"/>
                  </a:lnTo>
                  <a:lnTo>
                    <a:pt x="2613664" y="2882977"/>
                  </a:lnTo>
                  <a:lnTo>
                    <a:pt x="2613758" y="2882977"/>
                  </a:lnTo>
                  <a:lnTo>
                    <a:pt x="2614135" y="2882977"/>
                  </a:lnTo>
                  <a:lnTo>
                    <a:pt x="2614323" y="2882977"/>
                  </a:lnTo>
                  <a:lnTo>
                    <a:pt x="2614606" y="2882977"/>
                  </a:lnTo>
                  <a:lnTo>
                    <a:pt x="2614982" y="2882977"/>
                  </a:lnTo>
                  <a:lnTo>
                    <a:pt x="2614982" y="2878065"/>
                  </a:lnTo>
                  <a:lnTo>
                    <a:pt x="2615171" y="2878065"/>
                  </a:lnTo>
                  <a:lnTo>
                    <a:pt x="2615265" y="2878065"/>
                  </a:lnTo>
                  <a:lnTo>
                    <a:pt x="2615453" y="2878065"/>
                  </a:lnTo>
                  <a:lnTo>
                    <a:pt x="2615547" y="2878065"/>
                  </a:lnTo>
                  <a:lnTo>
                    <a:pt x="2615736" y="2878065"/>
                  </a:lnTo>
                  <a:lnTo>
                    <a:pt x="2615830" y="2878065"/>
                  </a:lnTo>
                  <a:lnTo>
                    <a:pt x="2616206" y="2878065"/>
                  </a:lnTo>
                  <a:lnTo>
                    <a:pt x="2616395" y="2878065"/>
                  </a:lnTo>
                  <a:lnTo>
                    <a:pt x="2616583" y="2878065"/>
                  </a:lnTo>
                  <a:lnTo>
                    <a:pt x="2616771" y="2878065"/>
                  </a:lnTo>
                  <a:lnTo>
                    <a:pt x="2616865" y="2878065"/>
                  </a:lnTo>
                  <a:lnTo>
                    <a:pt x="2617054" y="2878065"/>
                  </a:lnTo>
                  <a:lnTo>
                    <a:pt x="2617148" y="2878065"/>
                  </a:lnTo>
                  <a:lnTo>
                    <a:pt x="2617242" y="2878065"/>
                  </a:lnTo>
                  <a:lnTo>
                    <a:pt x="2617430" y="2878065"/>
                  </a:lnTo>
                  <a:lnTo>
                    <a:pt x="2617619" y="2878065"/>
                  </a:lnTo>
                  <a:lnTo>
                    <a:pt x="2617901" y="2878065"/>
                  </a:lnTo>
                  <a:lnTo>
                    <a:pt x="2617995" y="2878065"/>
                  </a:lnTo>
                  <a:lnTo>
                    <a:pt x="2618089" y="2878065"/>
                  </a:lnTo>
                  <a:lnTo>
                    <a:pt x="2618184" y="2873154"/>
                  </a:lnTo>
                  <a:lnTo>
                    <a:pt x="2618278" y="2873154"/>
                  </a:lnTo>
                  <a:lnTo>
                    <a:pt x="2618372" y="2873154"/>
                  </a:lnTo>
                  <a:lnTo>
                    <a:pt x="2623268" y="2863331"/>
                  </a:lnTo>
                  <a:lnTo>
                    <a:pt x="2623456" y="2863331"/>
                  </a:lnTo>
                  <a:lnTo>
                    <a:pt x="2623550" y="2863331"/>
                  </a:lnTo>
                  <a:lnTo>
                    <a:pt x="2623739" y="2863331"/>
                  </a:lnTo>
                  <a:lnTo>
                    <a:pt x="2623927" y="2863331"/>
                  </a:lnTo>
                  <a:lnTo>
                    <a:pt x="2624115" y="2863331"/>
                  </a:lnTo>
                  <a:lnTo>
                    <a:pt x="2624209" y="2863331"/>
                  </a:lnTo>
                  <a:lnTo>
                    <a:pt x="2624492" y="2863331"/>
                  </a:lnTo>
                  <a:lnTo>
                    <a:pt x="2624586" y="2863331"/>
                  </a:lnTo>
                  <a:lnTo>
                    <a:pt x="2624680" y="2863331"/>
                  </a:lnTo>
                  <a:lnTo>
                    <a:pt x="2624868" y="2863331"/>
                  </a:lnTo>
                  <a:lnTo>
                    <a:pt x="2625245" y="2863331"/>
                  </a:lnTo>
                  <a:lnTo>
                    <a:pt x="2625433" y="2863331"/>
                  </a:lnTo>
                  <a:lnTo>
                    <a:pt x="2625810" y="2863331"/>
                  </a:lnTo>
                  <a:lnTo>
                    <a:pt x="2625904" y="2863331"/>
                  </a:lnTo>
                  <a:lnTo>
                    <a:pt x="2626092" y="2863331"/>
                  </a:lnTo>
                  <a:lnTo>
                    <a:pt x="2626092" y="2858420"/>
                  </a:lnTo>
                  <a:lnTo>
                    <a:pt x="2626187" y="2858420"/>
                  </a:lnTo>
                  <a:lnTo>
                    <a:pt x="2626469" y="2858420"/>
                  </a:lnTo>
                  <a:lnTo>
                    <a:pt x="2626563" y="2858420"/>
                  </a:lnTo>
                  <a:lnTo>
                    <a:pt x="2626751" y="2858420"/>
                  </a:lnTo>
                  <a:lnTo>
                    <a:pt x="2626846" y="2858420"/>
                  </a:lnTo>
                  <a:lnTo>
                    <a:pt x="2627128" y="2858420"/>
                  </a:lnTo>
                  <a:lnTo>
                    <a:pt x="2627410" y="2858420"/>
                  </a:lnTo>
                  <a:lnTo>
                    <a:pt x="2627505" y="2858420"/>
                  </a:lnTo>
                  <a:lnTo>
                    <a:pt x="2627599" y="2858420"/>
                  </a:lnTo>
                  <a:lnTo>
                    <a:pt x="2627881" y="2858420"/>
                  </a:lnTo>
                  <a:lnTo>
                    <a:pt x="2628164" y="2858420"/>
                  </a:lnTo>
                  <a:lnTo>
                    <a:pt x="2628446" y="2858420"/>
                  </a:lnTo>
                  <a:lnTo>
                    <a:pt x="2628634" y="2858420"/>
                  </a:lnTo>
                  <a:lnTo>
                    <a:pt x="2628729" y="2858420"/>
                  </a:lnTo>
                  <a:lnTo>
                    <a:pt x="2629105" y="2858420"/>
                  </a:lnTo>
                  <a:lnTo>
                    <a:pt x="2629388" y="2858420"/>
                  </a:lnTo>
                  <a:lnTo>
                    <a:pt x="2629576" y="2858420"/>
                  </a:lnTo>
                  <a:lnTo>
                    <a:pt x="2629670" y="2858420"/>
                  </a:lnTo>
                  <a:lnTo>
                    <a:pt x="2630329" y="2853508"/>
                  </a:lnTo>
                  <a:lnTo>
                    <a:pt x="2630518" y="2853508"/>
                  </a:lnTo>
                  <a:lnTo>
                    <a:pt x="2630612" y="2853508"/>
                  </a:lnTo>
                  <a:lnTo>
                    <a:pt x="2630894" y="2853508"/>
                  </a:lnTo>
                  <a:lnTo>
                    <a:pt x="2631365" y="2853508"/>
                  </a:lnTo>
                  <a:lnTo>
                    <a:pt x="2631553" y="2853508"/>
                  </a:lnTo>
                  <a:lnTo>
                    <a:pt x="2631741" y="2853508"/>
                  </a:lnTo>
                  <a:lnTo>
                    <a:pt x="2632306" y="2853508"/>
                  </a:lnTo>
                  <a:lnTo>
                    <a:pt x="2632495" y="2853508"/>
                  </a:lnTo>
                  <a:lnTo>
                    <a:pt x="2632589" y="2853508"/>
                  </a:lnTo>
                  <a:lnTo>
                    <a:pt x="2632777" y="2853508"/>
                  </a:lnTo>
                  <a:lnTo>
                    <a:pt x="2632871" y="2853508"/>
                  </a:lnTo>
                  <a:lnTo>
                    <a:pt x="2632965" y="2853508"/>
                  </a:lnTo>
                  <a:lnTo>
                    <a:pt x="2633154" y="2853508"/>
                  </a:lnTo>
                  <a:lnTo>
                    <a:pt x="2633248" y="2853508"/>
                  </a:lnTo>
                  <a:lnTo>
                    <a:pt x="2633530" y="2853508"/>
                  </a:lnTo>
                  <a:lnTo>
                    <a:pt x="2633625" y="2848597"/>
                  </a:lnTo>
                  <a:lnTo>
                    <a:pt x="2633813" y="2848597"/>
                  </a:lnTo>
                  <a:lnTo>
                    <a:pt x="2634378" y="2848597"/>
                  </a:lnTo>
                  <a:lnTo>
                    <a:pt x="2634849" y="2848597"/>
                  </a:lnTo>
                  <a:lnTo>
                    <a:pt x="2634943" y="2848597"/>
                  </a:lnTo>
                  <a:lnTo>
                    <a:pt x="2635037" y="2848597"/>
                  </a:lnTo>
                  <a:lnTo>
                    <a:pt x="2635602" y="2848597"/>
                  </a:lnTo>
                  <a:lnTo>
                    <a:pt x="2635884" y="2848597"/>
                  </a:lnTo>
                  <a:lnTo>
                    <a:pt x="2635978" y="2848597"/>
                  </a:lnTo>
                  <a:lnTo>
                    <a:pt x="2636072" y="2848597"/>
                  </a:lnTo>
                  <a:lnTo>
                    <a:pt x="2636543" y="2848597"/>
                  </a:lnTo>
                  <a:lnTo>
                    <a:pt x="2636920" y="2848597"/>
                  </a:lnTo>
                  <a:lnTo>
                    <a:pt x="2637296" y="2848597"/>
                  </a:lnTo>
                  <a:lnTo>
                    <a:pt x="2637485" y="2848597"/>
                  </a:lnTo>
                  <a:lnTo>
                    <a:pt x="2637579" y="2848597"/>
                  </a:lnTo>
                  <a:lnTo>
                    <a:pt x="2637673" y="2848597"/>
                  </a:lnTo>
                  <a:lnTo>
                    <a:pt x="2637956" y="2848597"/>
                  </a:lnTo>
                  <a:lnTo>
                    <a:pt x="2638050" y="2848597"/>
                  </a:lnTo>
                  <a:lnTo>
                    <a:pt x="2638238" y="2848597"/>
                  </a:lnTo>
                  <a:lnTo>
                    <a:pt x="2638238" y="2843686"/>
                  </a:lnTo>
                  <a:lnTo>
                    <a:pt x="2638332" y="2843686"/>
                  </a:lnTo>
                  <a:lnTo>
                    <a:pt x="2638426" y="2843686"/>
                  </a:lnTo>
                  <a:lnTo>
                    <a:pt x="2639556" y="2843686"/>
                  </a:lnTo>
                  <a:lnTo>
                    <a:pt x="2639839" y="2843686"/>
                  </a:lnTo>
                  <a:lnTo>
                    <a:pt x="2639933" y="2843686"/>
                  </a:lnTo>
                  <a:lnTo>
                    <a:pt x="2640027" y="2843686"/>
                  </a:lnTo>
                  <a:lnTo>
                    <a:pt x="2640121" y="2843686"/>
                  </a:lnTo>
                  <a:lnTo>
                    <a:pt x="2640592" y="2843686"/>
                  </a:lnTo>
                  <a:lnTo>
                    <a:pt x="2640780" y="2843686"/>
                  </a:lnTo>
                  <a:lnTo>
                    <a:pt x="2640874" y="2843686"/>
                  </a:lnTo>
                  <a:lnTo>
                    <a:pt x="2640968" y="2843686"/>
                  </a:lnTo>
                  <a:lnTo>
                    <a:pt x="2641345" y="2843686"/>
                  </a:lnTo>
                  <a:lnTo>
                    <a:pt x="2641439" y="2843686"/>
                  </a:lnTo>
                  <a:lnTo>
                    <a:pt x="2641533" y="2843686"/>
                  </a:lnTo>
                  <a:lnTo>
                    <a:pt x="2641533" y="2838774"/>
                  </a:lnTo>
                  <a:lnTo>
                    <a:pt x="2641627" y="2838774"/>
                  </a:lnTo>
                  <a:lnTo>
                    <a:pt x="2642381" y="2838774"/>
                  </a:lnTo>
                  <a:lnTo>
                    <a:pt x="2642381" y="2833863"/>
                  </a:lnTo>
                  <a:lnTo>
                    <a:pt x="2642475" y="2833863"/>
                  </a:lnTo>
                  <a:lnTo>
                    <a:pt x="2642569" y="2833863"/>
                  </a:lnTo>
                  <a:lnTo>
                    <a:pt x="2642757" y="2833863"/>
                  </a:lnTo>
                  <a:lnTo>
                    <a:pt x="2642851" y="2833863"/>
                  </a:lnTo>
                  <a:lnTo>
                    <a:pt x="2642946" y="2833863"/>
                  </a:lnTo>
                  <a:lnTo>
                    <a:pt x="2643134" y="2833863"/>
                  </a:lnTo>
                  <a:lnTo>
                    <a:pt x="2643228" y="2833863"/>
                  </a:lnTo>
                  <a:lnTo>
                    <a:pt x="2643416" y="2833863"/>
                  </a:lnTo>
                  <a:lnTo>
                    <a:pt x="2643511" y="2833863"/>
                  </a:lnTo>
                  <a:lnTo>
                    <a:pt x="2643887" y="2833863"/>
                  </a:lnTo>
                  <a:lnTo>
                    <a:pt x="2643981" y="2833863"/>
                  </a:lnTo>
                  <a:lnTo>
                    <a:pt x="2644075" y="2833863"/>
                  </a:lnTo>
                  <a:lnTo>
                    <a:pt x="2644170" y="2833863"/>
                  </a:lnTo>
                  <a:lnTo>
                    <a:pt x="2644264" y="2833863"/>
                  </a:lnTo>
                  <a:lnTo>
                    <a:pt x="2644358" y="2833863"/>
                  </a:lnTo>
                  <a:lnTo>
                    <a:pt x="2644640" y="2833863"/>
                  </a:lnTo>
                  <a:lnTo>
                    <a:pt x="2644734" y="2833863"/>
                  </a:lnTo>
                  <a:lnTo>
                    <a:pt x="2644829" y="2833863"/>
                  </a:lnTo>
                  <a:lnTo>
                    <a:pt x="2645017" y="2833863"/>
                  </a:lnTo>
                  <a:lnTo>
                    <a:pt x="2645488" y="2833863"/>
                  </a:lnTo>
                  <a:lnTo>
                    <a:pt x="2645676" y="2833863"/>
                  </a:lnTo>
                  <a:lnTo>
                    <a:pt x="2645958" y="2833863"/>
                  </a:lnTo>
                  <a:lnTo>
                    <a:pt x="2646053" y="2833863"/>
                  </a:lnTo>
                  <a:lnTo>
                    <a:pt x="2646241" y="2833863"/>
                  </a:lnTo>
                  <a:lnTo>
                    <a:pt x="2646335" y="2833863"/>
                  </a:lnTo>
                  <a:lnTo>
                    <a:pt x="2646618" y="2833863"/>
                  </a:lnTo>
                  <a:lnTo>
                    <a:pt x="2646712" y="2833863"/>
                  </a:lnTo>
                  <a:lnTo>
                    <a:pt x="2646994" y="2833863"/>
                  </a:lnTo>
                  <a:lnTo>
                    <a:pt x="2647088" y="2833863"/>
                  </a:lnTo>
                  <a:lnTo>
                    <a:pt x="2647371" y="2833863"/>
                  </a:lnTo>
                  <a:lnTo>
                    <a:pt x="2647747" y="2833863"/>
                  </a:lnTo>
                  <a:lnTo>
                    <a:pt x="2647842" y="2833863"/>
                  </a:lnTo>
                  <a:lnTo>
                    <a:pt x="2647936" y="2833863"/>
                  </a:lnTo>
                  <a:lnTo>
                    <a:pt x="2648689" y="2833863"/>
                  </a:lnTo>
                  <a:lnTo>
                    <a:pt x="2648783" y="2833863"/>
                  </a:lnTo>
                  <a:lnTo>
                    <a:pt x="2649160" y="2833863"/>
                  </a:lnTo>
                  <a:lnTo>
                    <a:pt x="2650101" y="2833863"/>
                  </a:lnTo>
                  <a:lnTo>
                    <a:pt x="2650289" y="2833863"/>
                  </a:lnTo>
                  <a:lnTo>
                    <a:pt x="2650289" y="2828951"/>
                  </a:lnTo>
                  <a:lnTo>
                    <a:pt x="2650760" y="2828951"/>
                  </a:lnTo>
                  <a:lnTo>
                    <a:pt x="2651231" y="2819129"/>
                  </a:lnTo>
                  <a:lnTo>
                    <a:pt x="2651419" y="2819129"/>
                  </a:lnTo>
                  <a:lnTo>
                    <a:pt x="2652078" y="2819129"/>
                  </a:lnTo>
                  <a:lnTo>
                    <a:pt x="2652267" y="2819129"/>
                  </a:lnTo>
                  <a:lnTo>
                    <a:pt x="2652549" y="2819129"/>
                  </a:lnTo>
                  <a:lnTo>
                    <a:pt x="2653020" y="2819129"/>
                  </a:lnTo>
                  <a:lnTo>
                    <a:pt x="2653208" y="2819129"/>
                  </a:lnTo>
                  <a:lnTo>
                    <a:pt x="2653302" y="2819129"/>
                  </a:lnTo>
                  <a:lnTo>
                    <a:pt x="2653491" y="2819129"/>
                  </a:lnTo>
                  <a:lnTo>
                    <a:pt x="2653585" y="2819129"/>
                  </a:lnTo>
                  <a:lnTo>
                    <a:pt x="2653867" y="2819129"/>
                  </a:lnTo>
                  <a:lnTo>
                    <a:pt x="2653961" y="2814217"/>
                  </a:lnTo>
                  <a:lnTo>
                    <a:pt x="2654056" y="2814217"/>
                  </a:lnTo>
                  <a:lnTo>
                    <a:pt x="2654338" y="2809306"/>
                  </a:lnTo>
                  <a:lnTo>
                    <a:pt x="2654903" y="2809306"/>
                  </a:lnTo>
                  <a:lnTo>
                    <a:pt x="2654997" y="2809306"/>
                  </a:lnTo>
                  <a:lnTo>
                    <a:pt x="2655091" y="2809306"/>
                  </a:lnTo>
                  <a:lnTo>
                    <a:pt x="2655280" y="2809306"/>
                  </a:lnTo>
                  <a:lnTo>
                    <a:pt x="2655468" y="2809306"/>
                  </a:lnTo>
                  <a:lnTo>
                    <a:pt x="2655939" y="2809306"/>
                  </a:lnTo>
                  <a:lnTo>
                    <a:pt x="2656033" y="2804395"/>
                  </a:lnTo>
                  <a:lnTo>
                    <a:pt x="2656127" y="2804395"/>
                  </a:lnTo>
                  <a:lnTo>
                    <a:pt x="2656315" y="2804395"/>
                  </a:lnTo>
                  <a:lnTo>
                    <a:pt x="2656409" y="2804395"/>
                  </a:lnTo>
                  <a:lnTo>
                    <a:pt x="2656504" y="2804395"/>
                  </a:lnTo>
                  <a:lnTo>
                    <a:pt x="2656598" y="2804395"/>
                  </a:lnTo>
                  <a:lnTo>
                    <a:pt x="2656692" y="2804395"/>
                  </a:lnTo>
                  <a:lnTo>
                    <a:pt x="2656786" y="2804395"/>
                  </a:lnTo>
                  <a:lnTo>
                    <a:pt x="2656880" y="2804395"/>
                  </a:lnTo>
                  <a:lnTo>
                    <a:pt x="2656974" y="2804395"/>
                  </a:lnTo>
                  <a:lnTo>
                    <a:pt x="2657068" y="2804395"/>
                  </a:lnTo>
                  <a:lnTo>
                    <a:pt x="2657257" y="2804395"/>
                  </a:lnTo>
                  <a:lnTo>
                    <a:pt x="2657445" y="2804395"/>
                  </a:lnTo>
                  <a:lnTo>
                    <a:pt x="2657727" y="2804395"/>
                  </a:lnTo>
                  <a:lnTo>
                    <a:pt x="2658010" y="2804395"/>
                  </a:lnTo>
                  <a:lnTo>
                    <a:pt x="2658198" y="2804395"/>
                  </a:lnTo>
                  <a:lnTo>
                    <a:pt x="2658669" y="2804395"/>
                  </a:lnTo>
                  <a:lnTo>
                    <a:pt x="2658951" y="2804395"/>
                  </a:lnTo>
                  <a:lnTo>
                    <a:pt x="2659516" y="2804395"/>
                  </a:lnTo>
                  <a:lnTo>
                    <a:pt x="2659705" y="2804395"/>
                  </a:lnTo>
                  <a:lnTo>
                    <a:pt x="2659799" y="2804395"/>
                  </a:lnTo>
                  <a:lnTo>
                    <a:pt x="2660270" y="2799483"/>
                  </a:lnTo>
                  <a:lnTo>
                    <a:pt x="2660458" y="2794572"/>
                  </a:lnTo>
                  <a:lnTo>
                    <a:pt x="2660552" y="2794572"/>
                  </a:lnTo>
                  <a:lnTo>
                    <a:pt x="2660646" y="2794572"/>
                  </a:lnTo>
                  <a:lnTo>
                    <a:pt x="2660740" y="2794572"/>
                  </a:lnTo>
                  <a:lnTo>
                    <a:pt x="2660835" y="2794572"/>
                  </a:lnTo>
                  <a:lnTo>
                    <a:pt x="2661870" y="2794572"/>
                  </a:lnTo>
                  <a:lnTo>
                    <a:pt x="2662058" y="2794572"/>
                  </a:lnTo>
                  <a:lnTo>
                    <a:pt x="2662341" y="2794572"/>
                  </a:lnTo>
                  <a:lnTo>
                    <a:pt x="2662435" y="2794572"/>
                  </a:lnTo>
                  <a:lnTo>
                    <a:pt x="2662529" y="2794572"/>
                  </a:lnTo>
                  <a:lnTo>
                    <a:pt x="2662623" y="2794572"/>
                  </a:lnTo>
                  <a:lnTo>
                    <a:pt x="2663377" y="2794572"/>
                  </a:lnTo>
                  <a:lnTo>
                    <a:pt x="2663471" y="2794572"/>
                  </a:lnTo>
                  <a:lnTo>
                    <a:pt x="2663753" y="2794572"/>
                  </a:lnTo>
                  <a:lnTo>
                    <a:pt x="2663847" y="2794572"/>
                  </a:lnTo>
                  <a:lnTo>
                    <a:pt x="2664130" y="2794572"/>
                  </a:lnTo>
                  <a:lnTo>
                    <a:pt x="2664318" y="2789660"/>
                  </a:lnTo>
                  <a:lnTo>
                    <a:pt x="2664695" y="2784749"/>
                  </a:lnTo>
                  <a:lnTo>
                    <a:pt x="2664883" y="2784749"/>
                  </a:lnTo>
                  <a:lnTo>
                    <a:pt x="2665071" y="2784749"/>
                  </a:lnTo>
                  <a:lnTo>
                    <a:pt x="2665260" y="2784749"/>
                  </a:lnTo>
                  <a:lnTo>
                    <a:pt x="2665448" y="2784749"/>
                  </a:lnTo>
                  <a:lnTo>
                    <a:pt x="2665542" y="2779838"/>
                  </a:lnTo>
                  <a:lnTo>
                    <a:pt x="2666201" y="2779838"/>
                  </a:lnTo>
                  <a:lnTo>
                    <a:pt x="2666672" y="2774926"/>
                  </a:lnTo>
                  <a:lnTo>
                    <a:pt x="2666766" y="2774926"/>
                  </a:lnTo>
                  <a:lnTo>
                    <a:pt x="2666860" y="2774926"/>
                  </a:lnTo>
                  <a:lnTo>
                    <a:pt x="2667425" y="2774926"/>
                  </a:lnTo>
                  <a:lnTo>
                    <a:pt x="2667519" y="2774926"/>
                  </a:lnTo>
                  <a:lnTo>
                    <a:pt x="2667613" y="2774926"/>
                  </a:lnTo>
                  <a:lnTo>
                    <a:pt x="2667896" y="2774926"/>
                  </a:lnTo>
                  <a:lnTo>
                    <a:pt x="2668273" y="2770015"/>
                  </a:lnTo>
                  <a:lnTo>
                    <a:pt x="2668367" y="2770015"/>
                  </a:lnTo>
                  <a:lnTo>
                    <a:pt x="2668649" y="2770015"/>
                  </a:lnTo>
                  <a:lnTo>
                    <a:pt x="2668743" y="2770015"/>
                  </a:lnTo>
                  <a:lnTo>
                    <a:pt x="2668932" y="2770015"/>
                  </a:lnTo>
                  <a:lnTo>
                    <a:pt x="2669026" y="2770015"/>
                  </a:lnTo>
                  <a:lnTo>
                    <a:pt x="2669214" y="2770015"/>
                  </a:lnTo>
                  <a:lnTo>
                    <a:pt x="2669685" y="2770015"/>
                  </a:lnTo>
                  <a:lnTo>
                    <a:pt x="2669873" y="2770015"/>
                  </a:lnTo>
                  <a:lnTo>
                    <a:pt x="2669967" y="2770015"/>
                  </a:lnTo>
                  <a:lnTo>
                    <a:pt x="2670061" y="2770015"/>
                  </a:lnTo>
                  <a:lnTo>
                    <a:pt x="2670438" y="2770015"/>
                  </a:lnTo>
                  <a:lnTo>
                    <a:pt x="2670532" y="2770015"/>
                  </a:lnTo>
                  <a:lnTo>
                    <a:pt x="2670626" y="2770015"/>
                  </a:lnTo>
                  <a:lnTo>
                    <a:pt x="2671568" y="2770015"/>
                  </a:lnTo>
                  <a:lnTo>
                    <a:pt x="2671662" y="2770015"/>
                  </a:lnTo>
                  <a:lnTo>
                    <a:pt x="2672039" y="2770015"/>
                  </a:lnTo>
                  <a:lnTo>
                    <a:pt x="2672321" y="2770015"/>
                  </a:lnTo>
                  <a:lnTo>
                    <a:pt x="2672509" y="2770015"/>
                  </a:lnTo>
                  <a:lnTo>
                    <a:pt x="2672604" y="2770015"/>
                  </a:lnTo>
                  <a:lnTo>
                    <a:pt x="2672886" y="2770015"/>
                  </a:lnTo>
                  <a:lnTo>
                    <a:pt x="2673074" y="2770015"/>
                  </a:lnTo>
                  <a:lnTo>
                    <a:pt x="2673263" y="2770015"/>
                  </a:lnTo>
                  <a:lnTo>
                    <a:pt x="2673545" y="2770015"/>
                  </a:lnTo>
                  <a:lnTo>
                    <a:pt x="2673639" y="2770015"/>
                  </a:lnTo>
                  <a:lnTo>
                    <a:pt x="2673733" y="2770015"/>
                  </a:lnTo>
                  <a:lnTo>
                    <a:pt x="2674204" y="2770015"/>
                  </a:lnTo>
                  <a:lnTo>
                    <a:pt x="2674298" y="2770015"/>
                  </a:lnTo>
                  <a:lnTo>
                    <a:pt x="2674581" y="2770015"/>
                  </a:lnTo>
                  <a:lnTo>
                    <a:pt x="2674769" y="2770015"/>
                  </a:lnTo>
                  <a:lnTo>
                    <a:pt x="2674863" y="2770015"/>
                  </a:lnTo>
                  <a:lnTo>
                    <a:pt x="2675240" y="2770015"/>
                  </a:lnTo>
                  <a:lnTo>
                    <a:pt x="2675711" y="2770015"/>
                  </a:lnTo>
                  <a:lnTo>
                    <a:pt x="2675805" y="2770015"/>
                  </a:lnTo>
                  <a:lnTo>
                    <a:pt x="2676275" y="2770015"/>
                  </a:lnTo>
                  <a:lnTo>
                    <a:pt x="2676370" y="2770015"/>
                  </a:lnTo>
                  <a:lnTo>
                    <a:pt x="2676464" y="2770015"/>
                  </a:lnTo>
                  <a:lnTo>
                    <a:pt x="2676558" y="2770015"/>
                  </a:lnTo>
                  <a:lnTo>
                    <a:pt x="2676935" y="2770015"/>
                  </a:lnTo>
                  <a:lnTo>
                    <a:pt x="2677029" y="2770015"/>
                  </a:lnTo>
                  <a:lnTo>
                    <a:pt x="2677123" y="2770015"/>
                  </a:lnTo>
                  <a:lnTo>
                    <a:pt x="2677405" y="2770015"/>
                  </a:lnTo>
                  <a:lnTo>
                    <a:pt x="2678253" y="2765104"/>
                  </a:lnTo>
                  <a:lnTo>
                    <a:pt x="2678441" y="2760192"/>
                  </a:lnTo>
                  <a:lnTo>
                    <a:pt x="2678723" y="2760192"/>
                  </a:lnTo>
                  <a:lnTo>
                    <a:pt x="2678912" y="2760192"/>
                  </a:lnTo>
                  <a:lnTo>
                    <a:pt x="2679100" y="2760192"/>
                  </a:lnTo>
                  <a:lnTo>
                    <a:pt x="2679194" y="2760192"/>
                  </a:lnTo>
                  <a:lnTo>
                    <a:pt x="2679665" y="2760192"/>
                  </a:lnTo>
                  <a:lnTo>
                    <a:pt x="2680042" y="2760192"/>
                  </a:lnTo>
                  <a:lnTo>
                    <a:pt x="2680136" y="2760192"/>
                  </a:lnTo>
                  <a:lnTo>
                    <a:pt x="2680230" y="2760192"/>
                  </a:lnTo>
                  <a:lnTo>
                    <a:pt x="2680418" y="2760192"/>
                  </a:lnTo>
                  <a:lnTo>
                    <a:pt x="2680606" y="2760192"/>
                  </a:lnTo>
                  <a:lnTo>
                    <a:pt x="2680701" y="2760192"/>
                  </a:lnTo>
                  <a:lnTo>
                    <a:pt x="2680889" y="2760192"/>
                  </a:lnTo>
                  <a:lnTo>
                    <a:pt x="2681171" y="2760192"/>
                  </a:lnTo>
                  <a:lnTo>
                    <a:pt x="2681266" y="2760192"/>
                  </a:lnTo>
                  <a:lnTo>
                    <a:pt x="2681360" y="2760192"/>
                  </a:lnTo>
                  <a:lnTo>
                    <a:pt x="2681454" y="2760192"/>
                  </a:lnTo>
                  <a:lnTo>
                    <a:pt x="2682960" y="2760192"/>
                  </a:lnTo>
                  <a:lnTo>
                    <a:pt x="2683149" y="2755281"/>
                  </a:lnTo>
                  <a:lnTo>
                    <a:pt x="2683243" y="2755281"/>
                  </a:lnTo>
                  <a:lnTo>
                    <a:pt x="2683337" y="2755281"/>
                  </a:lnTo>
                  <a:lnTo>
                    <a:pt x="2683431" y="2755281"/>
                  </a:lnTo>
                  <a:lnTo>
                    <a:pt x="2683902" y="2755281"/>
                  </a:lnTo>
                  <a:lnTo>
                    <a:pt x="2683996" y="2755281"/>
                  </a:lnTo>
                  <a:lnTo>
                    <a:pt x="2684184" y="2755281"/>
                  </a:lnTo>
                  <a:lnTo>
                    <a:pt x="2684278" y="2755281"/>
                  </a:lnTo>
                  <a:lnTo>
                    <a:pt x="2684373" y="2755281"/>
                  </a:lnTo>
                  <a:lnTo>
                    <a:pt x="2684561" y="2750369"/>
                  </a:lnTo>
                  <a:lnTo>
                    <a:pt x="2684843" y="2750369"/>
                  </a:lnTo>
                  <a:lnTo>
                    <a:pt x="2685691" y="2750369"/>
                  </a:lnTo>
                  <a:lnTo>
                    <a:pt x="2685879" y="2750369"/>
                  </a:lnTo>
                  <a:lnTo>
                    <a:pt x="2686067" y="2750369"/>
                  </a:lnTo>
                  <a:lnTo>
                    <a:pt x="2686161" y="2750369"/>
                  </a:lnTo>
                  <a:lnTo>
                    <a:pt x="2687009" y="2745458"/>
                  </a:lnTo>
                  <a:lnTo>
                    <a:pt x="2687103" y="2745458"/>
                  </a:lnTo>
                  <a:lnTo>
                    <a:pt x="2687291" y="2745458"/>
                  </a:lnTo>
                  <a:lnTo>
                    <a:pt x="2687480" y="2745458"/>
                  </a:lnTo>
                  <a:lnTo>
                    <a:pt x="2687762" y="2745458"/>
                  </a:lnTo>
                  <a:lnTo>
                    <a:pt x="2688044" y="2745458"/>
                  </a:lnTo>
                  <a:lnTo>
                    <a:pt x="2688139" y="2745458"/>
                  </a:lnTo>
                  <a:lnTo>
                    <a:pt x="2688233" y="2745458"/>
                  </a:lnTo>
                  <a:lnTo>
                    <a:pt x="2688515" y="2745458"/>
                  </a:lnTo>
                  <a:lnTo>
                    <a:pt x="2688609" y="2745458"/>
                  </a:lnTo>
                  <a:lnTo>
                    <a:pt x="2688986" y="2745458"/>
                  </a:lnTo>
                  <a:lnTo>
                    <a:pt x="2689268" y="2740547"/>
                  </a:lnTo>
                  <a:lnTo>
                    <a:pt x="2689363" y="2740547"/>
                  </a:lnTo>
                  <a:lnTo>
                    <a:pt x="2689833" y="2740547"/>
                  </a:lnTo>
                  <a:lnTo>
                    <a:pt x="2690304" y="2740547"/>
                  </a:lnTo>
                  <a:lnTo>
                    <a:pt x="2690398" y="2740547"/>
                  </a:lnTo>
                  <a:lnTo>
                    <a:pt x="2690681" y="2740547"/>
                  </a:lnTo>
                  <a:lnTo>
                    <a:pt x="2690869" y="2740547"/>
                  </a:lnTo>
                  <a:lnTo>
                    <a:pt x="2691152" y="2740547"/>
                  </a:lnTo>
                  <a:lnTo>
                    <a:pt x="2691246" y="2740547"/>
                  </a:lnTo>
                  <a:lnTo>
                    <a:pt x="2691340" y="2740547"/>
                  </a:lnTo>
                  <a:lnTo>
                    <a:pt x="2691528" y="2740547"/>
                  </a:lnTo>
                  <a:lnTo>
                    <a:pt x="2691622" y="2735635"/>
                  </a:lnTo>
                  <a:lnTo>
                    <a:pt x="2691811" y="2735635"/>
                  </a:lnTo>
                  <a:lnTo>
                    <a:pt x="2692187" y="2735635"/>
                  </a:lnTo>
                  <a:lnTo>
                    <a:pt x="2692281" y="2735635"/>
                  </a:lnTo>
                  <a:lnTo>
                    <a:pt x="2692658" y="2735635"/>
                  </a:lnTo>
                  <a:lnTo>
                    <a:pt x="2692752" y="2735635"/>
                  </a:lnTo>
                  <a:lnTo>
                    <a:pt x="2693129" y="2735635"/>
                  </a:lnTo>
                  <a:lnTo>
                    <a:pt x="2693317" y="2735635"/>
                  </a:lnTo>
                  <a:lnTo>
                    <a:pt x="2693599" y="2735635"/>
                  </a:lnTo>
                  <a:lnTo>
                    <a:pt x="2693788" y="2735635"/>
                  </a:lnTo>
                  <a:lnTo>
                    <a:pt x="2693976" y="2735635"/>
                  </a:lnTo>
                  <a:lnTo>
                    <a:pt x="2694070" y="2735635"/>
                  </a:lnTo>
                  <a:lnTo>
                    <a:pt x="2694259" y="2735635"/>
                  </a:lnTo>
                  <a:lnTo>
                    <a:pt x="2694353" y="2735635"/>
                  </a:lnTo>
                  <a:lnTo>
                    <a:pt x="2694447" y="2735635"/>
                  </a:lnTo>
                  <a:lnTo>
                    <a:pt x="2694541" y="2735635"/>
                  </a:lnTo>
                  <a:lnTo>
                    <a:pt x="2694918" y="2735635"/>
                  </a:lnTo>
                  <a:lnTo>
                    <a:pt x="2695106" y="2735635"/>
                  </a:lnTo>
                  <a:lnTo>
                    <a:pt x="2695765" y="2735635"/>
                  </a:lnTo>
                  <a:lnTo>
                    <a:pt x="2695859" y="2735635"/>
                  </a:lnTo>
                  <a:lnTo>
                    <a:pt x="2695953" y="2735635"/>
                  </a:lnTo>
                  <a:lnTo>
                    <a:pt x="2696047" y="2735635"/>
                  </a:lnTo>
                  <a:lnTo>
                    <a:pt x="2696330" y="2735635"/>
                  </a:lnTo>
                  <a:lnTo>
                    <a:pt x="2696424" y="2735635"/>
                  </a:lnTo>
                  <a:lnTo>
                    <a:pt x="2696801" y="2735635"/>
                  </a:lnTo>
                  <a:lnTo>
                    <a:pt x="2696895" y="2735635"/>
                  </a:lnTo>
                  <a:lnTo>
                    <a:pt x="2697177" y="2735635"/>
                  </a:lnTo>
                  <a:lnTo>
                    <a:pt x="2697366" y="2735635"/>
                  </a:lnTo>
                  <a:lnTo>
                    <a:pt x="2697554" y="2735635"/>
                  </a:lnTo>
                  <a:lnTo>
                    <a:pt x="2697648" y="2735635"/>
                  </a:lnTo>
                  <a:lnTo>
                    <a:pt x="2697742" y="2735635"/>
                  </a:lnTo>
                  <a:lnTo>
                    <a:pt x="2698025" y="2735635"/>
                  </a:lnTo>
                  <a:lnTo>
                    <a:pt x="2698119" y="2730724"/>
                  </a:lnTo>
                  <a:lnTo>
                    <a:pt x="2698401" y="2730724"/>
                  </a:lnTo>
                  <a:lnTo>
                    <a:pt x="2698590" y="2730724"/>
                  </a:lnTo>
                  <a:lnTo>
                    <a:pt x="2698778" y="2730724"/>
                  </a:lnTo>
                  <a:lnTo>
                    <a:pt x="2698872" y="2730724"/>
                  </a:lnTo>
                  <a:lnTo>
                    <a:pt x="2699343" y="2730724"/>
                  </a:lnTo>
                  <a:lnTo>
                    <a:pt x="2699437" y="2730724"/>
                  </a:lnTo>
                  <a:lnTo>
                    <a:pt x="2699531" y="2730724"/>
                  </a:lnTo>
                  <a:lnTo>
                    <a:pt x="2699625" y="2730724"/>
                  </a:lnTo>
                  <a:lnTo>
                    <a:pt x="2699814" y="2730724"/>
                  </a:lnTo>
                  <a:lnTo>
                    <a:pt x="2700002" y="2730724"/>
                  </a:lnTo>
                  <a:lnTo>
                    <a:pt x="2700096" y="2730724"/>
                  </a:lnTo>
                  <a:lnTo>
                    <a:pt x="2700473" y="2730724"/>
                  </a:lnTo>
                  <a:lnTo>
                    <a:pt x="2700661" y="2730724"/>
                  </a:lnTo>
                  <a:lnTo>
                    <a:pt x="2700943" y="2730724"/>
                  </a:lnTo>
                  <a:lnTo>
                    <a:pt x="2701132" y="2730724"/>
                  </a:lnTo>
                  <a:lnTo>
                    <a:pt x="2701226" y="2730724"/>
                  </a:lnTo>
                  <a:lnTo>
                    <a:pt x="2701320" y="2730724"/>
                  </a:lnTo>
                  <a:lnTo>
                    <a:pt x="2701414" y="2730724"/>
                  </a:lnTo>
                  <a:lnTo>
                    <a:pt x="2701508" y="2730724"/>
                  </a:lnTo>
                  <a:lnTo>
                    <a:pt x="2701791" y="2730724"/>
                  </a:lnTo>
                  <a:lnTo>
                    <a:pt x="2702167" y="2730724"/>
                  </a:lnTo>
                  <a:lnTo>
                    <a:pt x="2702261" y="2730724"/>
                  </a:lnTo>
                  <a:lnTo>
                    <a:pt x="2702638" y="2730724"/>
                  </a:lnTo>
                  <a:lnTo>
                    <a:pt x="2702732" y="2730724"/>
                  </a:lnTo>
                  <a:lnTo>
                    <a:pt x="2702826" y="2725813"/>
                  </a:lnTo>
                  <a:lnTo>
                    <a:pt x="2703015" y="2725813"/>
                  </a:lnTo>
                  <a:lnTo>
                    <a:pt x="2703203" y="2725813"/>
                  </a:lnTo>
                  <a:lnTo>
                    <a:pt x="2703485" y="2720901"/>
                  </a:lnTo>
                  <a:lnTo>
                    <a:pt x="2703862" y="2720901"/>
                  </a:lnTo>
                  <a:lnTo>
                    <a:pt x="2704050" y="2720901"/>
                  </a:lnTo>
                  <a:lnTo>
                    <a:pt x="2704145" y="2720901"/>
                  </a:lnTo>
                  <a:lnTo>
                    <a:pt x="2704239" y="2720901"/>
                  </a:lnTo>
                  <a:lnTo>
                    <a:pt x="2704427" y="2720901"/>
                  </a:lnTo>
                  <a:lnTo>
                    <a:pt x="2704521" y="2720901"/>
                  </a:lnTo>
                  <a:lnTo>
                    <a:pt x="2704804" y="2720901"/>
                  </a:lnTo>
                  <a:lnTo>
                    <a:pt x="2704898" y="2720901"/>
                  </a:lnTo>
                  <a:lnTo>
                    <a:pt x="2705369" y="2720901"/>
                  </a:lnTo>
                  <a:lnTo>
                    <a:pt x="2705463" y="2720901"/>
                  </a:lnTo>
                  <a:lnTo>
                    <a:pt x="2705745" y="2720901"/>
                  </a:lnTo>
                  <a:lnTo>
                    <a:pt x="2705839" y="2720901"/>
                  </a:lnTo>
                  <a:lnTo>
                    <a:pt x="2705933" y="2720901"/>
                  </a:lnTo>
                  <a:lnTo>
                    <a:pt x="2706122" y="2720901"/>
                  </a:lnTo>
                  <a:lnTo>
                    <a:pt x="2706310" y="2720901"/>
                  </a:lnTo>
                  <a:lnTo>
                    <a:pt x="2706404" y="2720901"/>
                  </a:lnTo>
                  <a:lnTo>
                    <a:pt x="2706498" y="2715990"/>
                  </a:lnTo>
                  <a:lnTo>
                    <a:pt x="2706781" y="2715990"/>
                  </a:lnTo>
                  <a:lnTo>
                    <a:pt x="2706875" y="2715990"/>
                  </a:lnTo>
                  <a:lnTo>
                    <a:pt x="2707063" y="2715990"/>
                  </a:lnTo>
                  <a:lnTo>
                    <a:pt x="2707252" y="2715990"/>
                  </a:lnTo>
                  <a:lnTo>
                    <a:pt x="2707534" y="2715990"/>
                  </a:lnTo>
                  <a:lnTo>
                    <a:pt x="2707628" y="2715990"/>
                  </a:lnTo>
                  <a:lnTo>
                    <a:pt x="2707816" y="2715990"/>
                  </a:lnTo>
                  <a:lnTo>
                    <a:pt x="2708099" y="2715990"/>
                  </a:lnTo>
                  <a:lnTo>
                    <a:pt x="2708287" y="2715990"/>
                  </a:lnTo>
                  <a:lnTo>
                    <a:pt x="2708381" y="2715990"/>
                  </a:lnTo>
                  <a:lnTo>
                    <a:pt x="2708476" y="2715990"/>
                  </a:lnTo>
                  <a:lnTo>
                    <a:pt x="2708664" y="2715990"/>
                  </a:lnTo>
                  <a:lnTo>
                    <a:pt x="2708758" y="2715990"/>
                  </a:lnTo>
                  <a:lnTo>
                    <a:pt x="2709229" y="2715990"/>
                  </a:lnTo>
                  <a:lnTo>
                    <a:pt x="2709323" y="2715990"/>
                  </a:lnTo>
                  <a:lnTo>
                    <a:pt x="2709511" y="2711078"/>
                  </a:lnTo>
                  <a:lnTo>
                    <a:pt x="2709605" y="2711078"/>
                  </a:lnTo>
                  <a:lnTo>
                    <a:pt x="2709700" y="2711078"/>
                  </a:lnTo>
                  <a:lnTo>
                    <a:pt x="2709982" y="2711078"/>
                  </a:lnTo>
                  <a:lnTo>
                    <a:pt x="2710076" y="2711078"/>
                  </a:lnTo>
                  <a:lnTo>
                    <a:pt x="2710170" y="2711078"/>
                  </a:lnTo>
                  <a:lnTo>
                    <a:pt x="2710453" y="2711078"/>
                  </a:lnTo>
                  <a:lnTo>
                    <a:pt x="2710641" y="2711078"/>
                  </a:lnTo>
                  <a:lnTo>
                    <a:pt x="2710735" y="2711078"/>
                  </a:lnTo>
                  <a:lnTo>
                    <a:pt x="2710829" y="2711078"/>
                  </a:lnTo>
                  <a:lnTo>
                    <a:pt x="2710923" y="2711078"/>
                  </a:lnTo>
                  <a:lnTo>
                    <a:pt x="2711206" y="2711078"/>
                  </a:lnTo>
                  <a:lnTo>
                    <a:pt x="2711300" y="2711078"/>
                  </a:lnTo>
                  <a:lnTo>
                    <a:pt x="2711394" y="2711078"/>
                  </a:lnTo>
                  <a:lnTo>
                    <a:pt x="2711488" y="2711078"/>
                  </a:lnTo>
                  <a:lnTo>
                    <a:pt x="2711959" y="2711078"/>
                  </a:lnTo>
                  <a:lnTo>
                    <a:pt x="2712053" y="2711078"/>
                  </a:lnTo>
                  <a:lnTo>
                    <a:pt x="2713371" y="2711078"/>
                  </a:lnTo>
                  <a:lnTo>
                    <a:pt x="2713466" y="2711078"/>
                  </a:lnTo>
                  <a:lnTo>
                    <a:pt x="2713560" y="2711078"/>
                  </a:lnTo>
                  <a:lnTo>
                    <a:pt x="2713748" y="2711078"/>
                  </a:lnTo>
                  <a:lnTo>
                    <a:pt x="2714125" y="2711078"/>
                  </a:lnTo>
                  <a:lnTo>
                    <a:pt x="2714219" y="2711078"/>
                  </a:lnTo>
                  <a:lnTo>
                    <a:pt x="2714313" y="2711078"/>
                  </a:lnTo>
                  <a:lnTo>
                    <a:pt x="2714595" y="2711078"/>
                  </a:lnTo>
                  <a:lnTo>
                    <a:pt x="2714690" y="2711078"/>
                  </a:lnTo>
                  <a:lnTo>
                    <a:pt x="2714878" y="2711078"/>
                  </a:lnTo>
                  <a:lnTo>
                    <a:pt x="2714972" y="2711078"/>
                  </a:lnTo>
                  <a:lnTo>
                    <a:pt x="2715349" y="2711078"/>
                  </a:lnTo>
                  <a:lnTo>
                    <a:pt x="2715443" y="2711078"/>
                  </a:lnTo>
                  <a:lnTo>
                    <a:pt x="2715725" y="2711078"/>
                  </a:lnTo>
                  <a:lnTo>
                    <a:pt x="2715914" y="2711078"/>
                  </a:lnTo>
                  <a:lnTo>
                    <a:pt x="2716573" y="2711078"/>
                  </a:lnTo>
                  <a:lnTo>
                    <a:pt x="2716667" y="2711078"/>
                  </a:lnTo>
                  <a:lnTo>
                    <a:pt x="2716855" y="2711078"/>
                  </a:lnTo>
                  <a:lnTo>
                    <a:pt x="2717043" y="2706167"/>
                  </a:lnTo>
                  <a:lnTo>
                    <a:pt x="2717138" y="2706167"/>
                  </a:lnTo>
                  <a:lnTo>
                    <a:pt x="2717326" y="2706167"/>
                  </a:lnTo>
                  <a:lnTo>
                    <a:pt x="2717608" y="2706167"/>
                  </a:lnTo>
                  <a:lnTo>
                    <a:pt x="2717702" y="2706167"/>
                  </a:lnTo>
                  <a:lnTo>
                    <a:pt x="2717797" y="2706167"/>
                  </a:lnTo>
                  <a:lnTo>
                    <a:pt x="2717891" y="2706167"/>
                  </a:lnTo>
                  <a:lnTo>
                    <a:pt x="2718173" y="2706167"/>
                  </a:lnTo>
                  <a:lnTo>
                    <a:pt x="2718362" y="2706167"/>
                  </a:lnTo>
                  <a:lnTo>
                    <a:pt x="2718550" y="2701256"/>
                  </a:lnTo>
                  <a:lnTo>
                    <a:pt x="2719021" y="2701256"/>
                  </a:lnTo>
                  <a:lnTo>
                    <a:pt x="2719209" y="2701256"/>
                  </a:lnTo>
                  <a:lnTo>
                    <a:pt x="2719680" y="2701256"/>
                  </a:lnTo>
                  <a:lnTo>
                    <a:pt x="2719774" y="2701256"/>
                  </a:lnTo>
                  <a:lnTo>
                    <a:pt x="2719962" y="2701256"/>
                  </a:lnTo>
                  <a:lnTo>
                    <a:pt x="2720056" y="2701256"/>
                  </a:lnTo>
                  <a:lnTo>
                    <a:pt x="2720339" y="2701256"/>
                  </a:lnTo>
                  <a:lnTo>
                    <a:pt x="2720433" y="2701256"/>
                  </a:lnTo>
                  <a:lnTo>
                    <a:pt x="2720715" y="2701256"/>
                  </a:lnTo>
                  <a:lnTo>
                    <a:pt x="2720809" y="2701256"/>
                  </a:lnTo>
                  <a:lnTo>
                    <a:pt x="2721563" y="2701256"/>
                  </a:lnTo>
                  <a:lnTo>
                    <a:pt x="2721657" y="2701256"/>
                  </a:lnTo>
                  <a:lnTo>
                    <a:pt x="2721845" y="2701256"/>
                  </a:lnTo>
                  <a:lnTo>
                    <a:pt x="2722222" y="2701256"/>
                  </a:lnTo>
                  <a:lnTo>
                    <a:pt x="2722316" y="2701256"/>
                  </a:lnTo>
                  <a:lnTo>
                    <a:pt x="2722881" y="2701256"/>
                  </a:lnTo>
                  <a:lnTo>
                    <a:pt x="2723069" y="2701256"/>
                  </a:lnTo>
                  <a:lnTo>
                    <a:pt x="2724011" y="2701256"/>
                  </a:lnTo>
                  <a:lnTo>
                    <a:pt x="2724199" y="2701256"/>
                  </a:lnTo>
                  <a:lnTo>
                    <a:pt x="2724293" y="2701256"/>
                  </a:lnTo>
                  <a:lnTo>
                    <a:pt x="2724481" y="2701256"/>
                  </a:lnTo>
                  <a:lnTo>
                    <a:pt x="2724858" y="2701256"/>
                  </a:lnTo>
                  <a:lnTo>
                    <a:pt x="2724952" y="2701256"/>
                  </a:lnTo>
                  <a:lnTo>
                    <a:pt x="2725046" y="2701256"/>
                  </a:lnTo>
                  <a:lnTo>
                    <a:pt x="2725235" y="2701256"/>
                  </a:lnTo>
                  <a:lnTo>
                    <a:pt x="2725611" y="2701256"/>
                  </a:lnTo>
                  <a:lnTo>
                    <a:pt x="2725705" y="2701256"/>
                  </a:lnTo>
                  <a:lnTo>
                    <a:pt x="2725988" y="2701256"/>
                  </a:lnTo>
                  <a:lnTo>
                    <a:pt x="2726082" y="2701256"/>
                  </a:lnTo>
                  <a:lnTo>
                    <a:pt x="2726176" y="2701256"/>
                  </a:lnTo>
                  <a:lnTo>
                    <a:pt x="2726270" y="2701256"/>
                  </a:lnTo>
                  <a:lnTo>
                    <a:pt x="2726364" y="2701256"/>
                  </a:lnTo>
                  <a:lnTo>
                    <a:pt x="2726459" y="2701256"/>
                  </a:lnTo>
                  <a:lnTo>
                    <a:pt x="2726647" y="2701256"/>
                  </a:lnTo>
                  <a:lnTo>
                    <a:pt x="2726741" y="2701256"/>
                  </a:lnTo>
                  <a:lnTo>
                    <a:pt x="2727306" y="2701256"/>
                  </a:lnTo>
                  <a:lnTo>
                    <a:pt x="2727400" y="2701256"/>
                  </a:lnTo>
                  <a:lnTo>
                    <a:pt x="2727683" y="2701256"/>
                  </a:lnTo>
                  <a:lnTo>
                    <a:pt x="2727777" y="2701256"/>
                  </a:lnTo>
                  <a:lnTo>
                    <a:pt x="2727871" y="2701256"/>
                  </a:lnTo>
                  <a:lnTo>
                    <a:pt x="2729283" y="2701256"/>
                  </a:lnTo>
                  <a:lnTo>
                    <a:pt x="2729660" y="2701256"/>
                  </a:lnTo>
                  <a:lnTo>
                    <a:pt x="2729754" y="2701256"/>
                  </a:lnTo>
                  <a:lnTo>
                    <a:pt x="2729848" y="2701256"/>
                  </a:lnTo>
                  <a:lnTo>
                    <a:pt x="2730225" y="2701256"/>
                  </a:lnTo>
                  <a:lnTo>
                    <a:pt x="2730884" y="2701256"/>
                  </a:lnTo>
                  <a:lnTo>
                    <a:pt x="2731355" y="2701256"/>
                  </a:lnTo>
                  <a:lnTo>
                    <a:pt x="2731731" y="2701256"/>
                  </a:lnTo>
                  <a:lnTo>
                    <a:pt x="2732108" y="2701256"/>
                  </a:lnTo>
                  <a:lnTo>
                    <a:pt x="2732202" y="2701256"/>
                  </a:lnTo>
                  <a:lnTo>
                    <a:pt x="2732296" y="2701256"/>
                  </a:lnTo>
                  <a:lnTo>
                    <a:pt x="2732390" y="2701256"/>
                  </a:lnTo>
                  <a:lnTo>
                    <a:pt x="2732673" y="2696344"/>
                  </a:lnTo>
                  <a:lnTo>
                    <a:pt x="2732767" y="2696344"/>
                  </a:lnTo>
                  <a:lnTo>
                    <a:pt x="2733049" y="2696344"/>
                  </a:lnTo>
                  <a:lnTo>
                    <a:pt x="2733238" y="2696344"/>
                  </a:lnTo>
                  <a:lnTo>
                    <a:pt x="2734179" y="2696344"/>
                  </a:lnTo>
                  <a:lnTo>
                    <a:pt x="2734367" y="2696344"/>
                  </a:lnTo>
                  <a:lnTo>
                    <a:pt x="2734556" y="2696344"/>
                  </a:lnTo>
                  <a:lnTo>
                    <a:pt x="2734650" y="2696344"/>
                  </a:lnTo>
                  <a:lnTo>
                    <a:pt x="2734744" y="2696344"/>
                  </a:lnTo>
                  <a:lnTo>
                    <a:pt x="2735121" y="2696344"/>
                  </a:lnTo>
                  <a:lnTo>
                    <a:pt x="2735215" y="2696344"/>
                  </a:lnTo>
                  <a:lnTo>
                    <a:pt x="2735309" y="2696344"/>
                  </a:lnTo>
                  <a:lnTo>
                    <a:pt x="2735497" y="2696344"/>
                  </a:lnTo>
                  <a:lnTo>
                    <a:pt x="2735591" y="2696344"/>
                  </a:lnTo>
                  <a:lnTo>
                    <a:pt x="2735686" y="2696344"/>
                  </a:lnTo>
                  <a:lnTo>
                    <a:pt x="2736250" y="2696344"/>
                  </a:lnTo>
                  <a:lnTo>
                    <a:pt x="2736533" y="2696344"/>
                  </a:lnTo>
                  <a:lnTo>
                    <a:pt x="2736627" y="2696344"/>
                  </a:lnTo>
                  <a:lnTo>
                    <a:pt x="2736721" y="2696344"/>
                  </a:lnTo>
                  <a:lnTo>
                    <a:pt x="2736909" y="2696344"/>
                  </a:lnTo>
                  <a:lnTo>
                    <a:pt x="2737098" y="2696344"/>
                  </a:lnTo>
                  <a:lnTo>
                    <a:pt x="2737192" y="2696344"/>
                  </a:lnTo>
                  <a:lnTo>
                    <a:pt x="2737474" y="2696344"/>
                  </a:lnTo>
                  <a:lnTo>
                    <a:pt x="2737569" y="2696344"/>
                  </a:lnTo>
                  <a:lnTo>
                    <a:pt x="2737757" y="2696344"/>
                  </a:lnTo>
                  <a:lnTo>
                    <a:pt x="2738039" y="2696344"/>
                  </a:lnTo>
                  <a:lnTo>
                    <a:pt x="2738228" y="2696344"/>
                  </a:lnTo>
                  <a:lnTo>
                    <a:pt x="2738322" y="2696344"/>
                  </a:lnTo>
                  <a:lnTo>
                    <a:pt x="2738698" y="2696344"/>
                  </a:lnTo>
                  <a:lnTo>
                    <a:pt x="2738793" y="2696344"/>
                  </a:lnTo>
                  <a:lnTo>
                    <a:pt x="2738793" y="2691433"/>
                  </a:lnTo>
                  <a:lnTo>
                    <a:pt x="2738887" y="2691433"/>
                  </a:lnTo>
                  <a:lnTo>
                    <a:pt x="2739169" y="2691433"/>
                  </a:lnTo>
                  <a:lnTo>
                    <a:pt x="2739263" y="2691433"/>
                  </a:lnTo>
                  <a:lnTo>
                    <a:pt x="2740205" y="2691433"/>
                  </a:lnTo>
                  <a:lnTo>
                    <a:pt x="2740299" y="2691433"/>
                  </a:lnTo>
                  <a:lnTo>
                    <a:pt x="2740393" y="2691433"/>
                  </a:lnTo>
                  <a:lnTo>
                    <a:pt x="2740770" y="2686522"/>
                  </a:lnTo>
                  <a:lnTo>
                    <a:pt x="2740864" y="2686522"/>
                  </a:lnTo>
                  <a:lnTo>
                    <a:pt x="2740958" y="2686522"/>
                  </a:lnTo>
                  <a:lnTo>
                    <a:pt x="2741146" y="2686522"/>
                  </a:lnTo>
                  <a:lnTo>
                    <a:pt x="2741240" y="2686522"/>
                  </a:lnTo>
                  <a:lnTo>
                    <a:pt x="2741523" y="2686522"/>
                  </a:lnTo>
                  <a:lnTo>
                    <a:pt x="2741900" y="2681610"/>
                  </a:lnTo>
                  <a:lnTo>
                    <a:pt x="2741994" y="2681610"/>
                  </a:lnTo>
                  <a:lnTo>
                    <a:pt x="2742088" y="2681610"/>
                  </a:lnTo>
                  <a:lnTo>
                    <a:pt x="2742276" y="2681610"/>
                  </a:lnTo>
                  <a:lnTo>
                    <a:pt x="2742370" y="2681610"/>
                  </a:lnTo>
                  <a:lnTo>
                    <a:pt x="2742464" y="2681610"/>
                  </a:lnTo>
                  <a:lnTo>
                    <a:pt x="2742559" y="2681610"/>
                  </a:lnTo>
                  <a:lnTo>
                    <a:pt x="2742935" y="2681610"/>
                  </a:lnTo>
                  <a:lnTo>
                    <a:pt x="2743406" y="2676699"/>
                  </a:lnTo>
                  <a:lnTo>
                    <a:pt x="2743688" y="2676699"/>
                  </a:lnTo>
                  <a:lnTo>
                    <a:pt x="2743877" y="2676699"/>
                  </a:lnTo>
                  <a:lnTo>
                    <a:pt x="2744348" y="2676699"/>
                  </a:lnTo>
                  <a:lnTo>
                    <a:pt x="2744818" y="2676699"/>
                  </a:lnTo>
                  <a:lnTo>
                    <a:pt x="2745289" y="2676699"/>
                  </a:lnTo>
                  <a:lnTo>
                    <a:pt x="2745289" y="2671787"/>
                  </a:lnTo>
                  <a:lnTo>
                    <a:pt x="2745383" y="2671787"/>
                  </a:lnTo>
                  <a:lnTo>
                    <a:pt x="2745477" y="2671787"/>
                  </a:lnTo>
                  <a:lnTo>
                    <a:pt x="2745571" y="2671787"/>
                  </a:lnTo>
                  <a:lnTo>
                    <a:pt x="2746231" y="2671787"/>
                  </a:lnTo>
                  <a:lnTo>
                    <a:pt x="2746984" y="2671787"/>
                  </a:lnTo>
                  <a:lnTo>
                    <a:pt x="2747078" y="2671787"/>
                  </a:lnTo>
                  <a:lnTo>
                    <a:pt x="2747172" y="2671787"/>
                  </a:lnTo>
                  <a:lnTo>
                    <a:pt x="2747737" y="2671787"/>
                  </a:lnTo>
                  <a:lnTo>
                    <a:pt x="2747831" y="2671787"/>
                  </a:lnTo>
                  <a:lnTo>
                    <a:pt x="2748019" y="2671787"/>
                  </a:lnTo>
                  <a:lnTo>
                    <a:pt x="2748114" y="2671787"/>
                  </a:lnTo>
                  <a:lnTo>
                    <a:pt x="2748396" y="2671787"/>
                  </a:lnTo>
                  <a:lnTo>
                    <a:pt x="2748679" y="2671787"/>
                  </a:lnTo>
                  <a:lnTo>
                    <a:pt x="2748961" y="2671787"/>
                  </a:lnTo>
                  <a:lnTo>
                    <a:pt x="2749055" y="2671787"/>
                  </a:lnTo>
                  <a:lnTo>
                    <a:pt x="2749243" y="2671787"/>
                  </a:lnTo>
                  <a:lnTo>
                    <a:pt x="2749338" y="2671787"/>
                  </a:lnTo>
                  <a:lnTo>
                    <a:pt x="2749526" y="2671787"/>
                  </a:lnTo>
                  <a:lnTo>
                    <a:pt x="2749620" y="2671787"/>
                  </a:lnTo>
                  <a:lnTo>
                    <a:pt x="2749714" y="2671787"/>
                  </a:lnTo>
                  <a:lnTo>
                    <a:pt x="2749808" y="2671787"/>
                  </a:lnTo>
                  <a:lnTo>
                    <a:pt x="2749902" y="2671787"/>
                  </a:lnTo>
                  <a:lnTo>
                    <a:pt x="2749997" y="2671787"/>
                  </a:lnTo>
                  <a:lnTo>
                    <a:pt x="2750091" y="2671787"/>
                  </a:lnTo>
                  <a:lnTo>
                    <a:pt x="2750279" y="2671787"/>
                  </a:lnTo>
                  <a:lnTo>
                    <a:pt x="2752539" y="2666876"/>
                  </a:lnTo>
                  <a:lnTo>
                    <a:pt x="2752633" y="2666876"/>
                  </a:lnTo>
                  <a:lnTo>
                    <a:pt x="2752915" y="2666876"/>
                  </a:lnTo>
                  <a:lnTo>
                    <a:pt x="2753104" y="2666876"/>
                  </a:lnTo>
                  <a:lnTo>
                    <a:pt x="2753386" y="2666876"/>
                  </a:lnTo>
                  <a:lnTo>
                    <a:pt x="2753480" y="2666876"/>
                  </a:lnTo>
                  <a:lnTo>
                    <a:pt x="2753669" y="2666876"/>
                  </a:lnTo>
                  <a:lnTo>
                    <a:pt x="2753951" y="2666876"/>
                  </a:lnTo>
                  <a:lnTo>
                    <a:pt x="2754045" y="2666876"/>
                  </a:lnTo>
                  <a:lnTo>
                    <a:pt x="2754328" y="2666876"/>
                  </a:lnTo>
                  <a:lnTo>
                    <a:pt x="2754422" y="2666876"/>
                  </a:lnTo>
                  <a:lnTo>
                    <a:pt x="2754516" y="2666876"/>
                  </a:lnTo>
                  <a:lnTo>
                    <a:pt x="2754610" y="2666876"/>
                  </a:lnTo>
                  <a:lnTo>
                    <a:pt x="2754704" y="2666876"/>
                  </a:lnTo>
                  <a:lnTo>
                    <a:pt x="2754987" y="2666876"/>
                  </a:lnTo>
                  <a:lnTo>
                    <a:pt x="2755175" y="2666876"/>
                  </a:lnTo>
                  <a:lnTo>
                    <a:pt x="2755363" y="2666876"/>
                  </a:lnTo>
                  <a:lnTo>
                    <a:pt x="2755834" y="2666876"/>
                  </a:lnTo>
                  <a:lnTo>
                    <a:pt x="2755928" y="2666876"/>
                  </a:lnTo>
                  <a:lnTo>
                    <a:pt x="2756022" y="2666876"/>
                  </a:lnTo>
                  <a:lnTo>
                    <a:pt x="2756305" y="2666876"/>
                  </a:lnTo>
                  <a:lnTo>
                    <a:pt x="2756493" y="2666876"/>
                  </a:lnTo>
                  <a:lnTo>
                    <a:pt x="2756776" y="2666876"/>
                  </a:lnTo>
                  <a:lnTo>
                    <a:pt x="2756870" y="2666876"/>
                  </a:lnTo>
                  <a:lnTo>
                    <a:pt x="2756964" y="2666876"/>
                  </a:lnTo>
                  <a:lnTo>
                    <a:pt x="2757246" y="2666876"/>
                  </a:lnTo>
                  <a:lnTo>
                    <a:pt x="2757623" y="2666876"/>
                  </a:lnTo>
                  <a:lnTo>
                    <a:pt x="2758000" y="2666876"/>
                  </a:lnTo>
                  <a:lnTo>
                    <a:pt x="2758376" y="2661965"/>
                  </a:lnTo>
                  <a:lnTo>
                    <a:pt x="2758470" y="2661965"/>
                  </a:lnTo>
                  <a:lnTo>
                    <a:pt x="2758564" y="2661965"/>
                  </a:lnTo>
                  <a:lnTo>
                    <a:pt x="2758659" y="2661965"/>
                  </a:lnTo>
                  <a:lnTo>
                    <a:pt x="2759035" y="2661965"/>
                  </a:lnTo>
                  <a:lnTo>
                    <a:pt x="2759318" y="2661965"/>
                  </a:lnTo>
                  <a:lnTo>
                    <a:pt x="2759412" y="2657053"/>
                  </a:lnTo>
                  <a:lnTo>
                    <a:pt x="2759694" y="2657053"/>
                  </a:lnTo>
                  <a:lnTo>
                    <a:pt x="2759977" y="2657053"/>
                  </a:lnTo>
                  <a:lnTo>
                    <a:pt x="2760353" y="2657053"/>
                  </a:lnTo>
                  <a:lnTo>
                    <a:pt x="2760730" y="2657053"/>
                  </a:lnTo>
                  <a:lnTo>
                    <a:pt x="2761012" y="2657053"/>
                  </a:lnTo>
                  <a:lnTo>
                    <a:pt x="2761295" y="2657053"/>
                  </a:lnTo>
                  <a:lnTo>
                    <a:pt x="2761389" y="2657053"/>
                  </a:lnTo>
                  <a:lnTo>
                    <a:pt x="2761483" y="2657053"/>
                  </a:lnTo>
                  <a:lnTo>
                    <a:pt x="2761577" y="2657053"/>
                  </a:lnTo>
                  <a:lnTo>
                    <a:pt x="2761672" y="2657053"/>
                  </a:lnTo>
                  <a:lnTo>
                    <a:pt x="2761766" y="2657053"/>
                  </a:lnTo>
                  <a:lnTo>
                    <a:pt x="2761860" y="2657053"/>
                  </a:lnTo>
                  <a:lnTo>
                    <a:pt x="2762142" y="2657053"/>
                  </a:lnTo>
                  <a:lnTo>
                    <a:pt x="2762519" y="2657053"/>
                  </a:lnTo>
                  <a:lnTo>
                    <a:pt x="2762613" y="2657053"/>
                  </a:lnTo>
                  <a:lnTo>
                    <a:pt x="2762707" y="2657053"/>
                  </a:lnTo>
                  <a:lnTo>
                    <a:pt x="2763084" y="2657053"/>
                  </a:lnTo>
                  <a:lnTo>
                    <a:pt x="2763555" y="2657053"/>
                  </a:lnTo>
                  <a:lnTo>
                    <a:pt x="2763649" y="2657053"/>
                  </a:lnTo>
                  <a:lnTo>
                    <a:pt x="2763931" y="2657053"/>
                  </a:lnTo>
                  <a:lnTo>
                    <a:pt x="2764779" y="2652142"/>
                  </a:lnTo>
                  <a:lnTo>
                    <a:pt x="2765061" y="2652142"/>
                  </a:lnTo>
                  <a:lnTo>
                    <a:pt x="2765155" y="2652142"/>
                  </a:lnTo>
                  <a:lnTo>
                    <a:pt x="2765249" y="2652142"/>
                  </a:lnTo>
                  <a:lnTo>
                    <a:pt x="2765438" y="2652142"/>
                  </a:lnTo>
                  <a:lnTo>
                    <a:pt x="2765814" y="2652142"/>
                  </a:lnTo>
                  <a:lnTo>
                    <a:pt x="2765908" y="2647231"/>
                  </a:lnTo>
                  <a:lnTo>
                    <a:pt x="2766285" y="2647231"/>
                  </a:lnTo>
                  <a:lnTo>
                    <a:pt x="2766473" y="2642319"/>
                  </a:lnTo>
                  <a:lnTo>
                    <a:pt x="2766662" y="2642319"/>
                  </a:lnTo>
                  <a:lnTo>
                    <a:pt x="2766756" y="2642319"/>
                  </a:lnTo>
                  <a:lnTo>
                    <a:pt x="2766850" y="2642319"/>
                  </a:lnTo>
                  <a:lnTo>
                    <a:pt x="2766944" y="2642319"/>
                  </a:lnTo>
                  <a:lnTo>
                    <a:pt x="2767226" y="2642319"/>
                  </a:lnTo>
                  <a:lnTo>
                    <a:pt x="2767321" y="2642319"/>
                  </a:lnTo>
                  <a:lnTo>
                    <a:pt x="2767415" y="2642319"/>
                  </a:lnTo>
                  <a:lnTo>
                    <a:pt x="2767603" y="2642319"/>
                  </a:lnTo>
                  <a:lnTo>
                    <a:pt x="2768168" y="2642319"/>
                  </a:lnTo>
                  <a:lnTo>
                    <a:pt x="2768356" y="2642319"/>
                  </a:lnTo>
                  <a:lnTo>
                    <a:pt x="2768450" y="2642319"/>
                  </a:lnTo>
                  <a:lnTo>
                    <a:pt x="2768545" y="2642319"/>
                  </a:lnTo>
                  <a:lnTo>
                    <a:pt x="2768639" y="2642319"/>
                  </a:lnTo>
                  <a:lnTo>
                    <a:pt x="2768733" y="2642319"/>
                  </a:lnTo>
                  <a:lnTo>
                    <a:pt x="2768921" y="2642319"/>
                  </a:lnTo>
                  <a:lnTo>
                    <a:pt x="2769204" y="2642319"/>
                  </a:lnTo>
                  <a:lnTo>
                    <a:pt x="2769392" y="2642319"/>
                  </a:lnTo>
                  <a:lnTo>
                    <a:pt x="2769486" y="2642319"/>
                  </a:lnTo>
                  <a:lnTo>
                    <a:pt x="2769674" y="2642319"/>
                  </a:lnTo>
                  <a:lnTo>
                    <a:pt x="2769769" y="2642319"/>
                  </a:lnTo>
                  <a:lnTo>
                    <a:pt x="2769957" y="2642319"/>
                  </a:lnTo>
                  <a:lnTo>
                    <a:pt x="2770145" y="2642319"/>
                  </a:lnTo>
                  <a:lnTo>
                    <a:pt x="2770522" y="2642319"/>
                  </a:lnTo>
                  <a:lnTo>
                    <a:pt x="2770804" y="2642319"/>
                  </a:lnTo>
                  <a:lnTo>
                    <a:pt x="2770993" y="2642319"/>
                  </a:lnTo>
                  <a:lnTo>
                    <a:pt x="2771181" y="2642319"/>
                  </a:lnTo>
                  <a:lnTo>
                    <a:pt x="2771369" y="2642319"/>
                  </a:lnTo>
                  <a:lnTo>
                    <a:pt x="2771652" y="2642319"/>
                  </a:lnTo>
                  <a:lnTo>
                    <a:pt x="2771746" y="2642319"/>
                  </a:lnTo>
                  <a:lnTo>
                    <a:pt x="2771840" y="2642319"/>
                  </a:lnTo>
                  <a:lnTo>
                    <a:pt x="2772122" y="2642319"/>
                  </a:lnTo>
                  <a:lnTo>
                    <a:pt x="2772405" y="2642319"/>
                  </a:lnTo>
                  <a:lnTo>
                    <a:pt x="2773064" y="2642319"/>
                  </a:lnTo>
                  <a:lnTo>
                    <a:pt x="2773158" y="2642319"/>
                  </a:lnTo>
                  <a:lnTo>
                    <a:pt x="2773252" y="2642319"/>
                  </a:lnTo>
                  <a:lnTo>
                    <a:pt x="2773346" y="2642319"/>
                  </a:lnTo>
                  <a:lnTo>
                    <a:pt x="2773441" y="2642319"/>
                  </a:lnTo>
                  <a:lnTo>
                    <a:pt x="2773535" y="2642319"/>
                  </a:lnTo>
                  <a:lnTo>
                    <a:pt x="2774005" y="2637408"/>
                  </a:lnTo>
                  <a:lnTo>
                    <a:pt x="2774100" y="2637408"/>
                  </a:lnTo>
                  <a:lnTo>
                    <a:pt x="2774288" y="2637408"/>
                  </a:lnTo>
                  <a:lnTo>
                    <a:pt x="2774570" y="2637408"/>
                  </a:lnTo>
                  <a:lnTo>
                    <a:pt x="2774853" y="2637408"/>
                  </a:lnTo>
                  <a:lnTo>
                    <a:pt x="2775324" y="2637408"/>
                  </a:lnTo>
                  <a:lnTo>
                    <a:pt x="2775418" y="2637408"/>
                  </a:lnTo>
                  <a:lnTo>
                    <a:pt x="2775512" y="2637408"/>
                  </a:lnTo>
                  <a:lnTo>
                    <a:pt x="2775606" y="2637408"/>
                  </a:lnTo>
                  <a:lnTo>
                    <a:pt x="2775888" y="2637408"/>
                  </a:lnTo>
                  <a:lnTo>
                    <a:pt x="2775983" y="2637408"/>
                  </a:lnTo>
                  <a:lnTo>
                    <a:pt x="2776171" y="2637408"/>
                  </a:lnTo>
                  <a:lnTo>
                    <a:pt x="2776359" y="2637408"/>
                  </a:lnTo>
                  <a:lnTo>
                    <a:pt x="2776453" y="2637408"/>
                  </a:lnTo>
                  <a:lnTo>
                    <a:pt x="2777018" y="2637408"/>
                  </a:lnTo>
                  <a:lnTo>
                    <a:pt x="2777112" y="2637408"/>
                  </a:lnTo>
                  <a:lnTo>
                    <a:pt x="2777207" y="2637408"/>
                  </a:lnTo>
                  <a:lnTo>
                    <a:pt x="2777301" y="2637408"/>
                  </a:lnTo>
                  <a:lnTo>
                    <a:pt x="2777489" y="2637408"/>
                  </a:lnTo>
                  <a:lnTo>
                    <a:pt x="2778054" y="2637408"/>
                  </a:lnTo>
                  <a:lnTo>
                    <a:pt x="2778148" y="2637408"/>
                  </a:lnTo>
                  <a:lnTo>
                    <a:pt x="2778336" y="2637408"/>
                  </a:lnTo>
                  <a:lnTo>
                    <a:pt x="2778713" y="2637408"/>
                  </a:lnTo>
                  <a:lnTo>
                    <a:pt x="2778901" y="2637408"/>
                  </a:lnTo>
                  <a:lnTo>
                    <a:pt x="2779278" y="2637408"/>
                  </a:lnTo>
                  <a:lnTo>
                    <a:pt x="2779466" y="2637408"/>
                  </a:lnTo>
                  <a:lnTo>
                    <a:pt x="2779560" y="2632496"/>
                  </a:lnTo>
                  <a:lnTo>
                    <a:pt x="2779655" y="2632496"/>
                  </a:lnTo>
                  <a:lnTo>
                    <a:pt x="2779749" y="2632496"/>
                  </a:lnTo>
                  <a:lnTo>
                    <a:pt x="2779937" y="2632496"/>
                  </a:lnTo>
                  <a:lnTo>
                    <a:pt x="2780408" y="2632496"/>
                  </a:lnTo>
                  <a:lnTo>
                    <a:pt x="2780596" y="2632496"/>
                  </a:lnTo>
                  <a:lnTo>
                    <a:pt x="2780690" y="2632496"/>
                  </a:lnTo>
                  <a:lnTo>
                    <a:pt x="2780973" y="2632496"/>
                  </a:lnTo>
                  <a:lnTo>
                    <a:pt x="2781443" y="2632496"/>
                  </a:lnTo>
                  <a:lnTo>
                    <a:pt x="2781632" y="2632496"/>
                  </a:lnTo>
                  <a:lnTo>
                    <a:pt x="2782291" y="2632496"/>
                  </a:lnTo>
                  <a:lnTo>
                    <a:pt x="2782385" y="2632496"/>
                  </a:lnTo>
                  <a:lnTo>
                    <a:pt x="2782479" y="2632496"/>
                  </a:lnTo>
                  <a:lnTo>
                    <a:pt x="2782573" y="2632496"/>
                  </a:lnTo>
                  <a:lnTo>
                    <a:pt x="2782667" y="2632496"/>
                  </a:lnTo>
                  <a:lnTo>
                    <a:pt x="2782856" y="2632496"/>
                  </a:lnTo>
                  <a:lnTo>
                    <a:pt x="2782950" y="2632496"/>
                  </a:lnTo>
                  <a:lnTo>
                    <a:pt x="2783044" y="2632496"/>
                  </a:lnTo>
                  <a:lnTo>
                    <a:pt x="2783138" y="2632496"/>
                  </a:lnTo>
                  <a:lnTo>
                    <a:pt x="2783232" y="2627585"/>
                  </a:lnTo>
                  <a:lnTo>
                    <a:pt x="2783421" y="2627585"/>
                  </a:lnTo>
                  <a:lnTo>
                    <a:pt x="2783515" y="2627585"/>
                  </a:lnTo>
                  <a:lnTo>
                    <a:pt x="2783609" y="2627585"/>
                  </a:lnTo>
                  <a:lnTo>
                    <a:pt x="2783703" y="2627585"/>
                  </a:lnTo>
                  <a:lnTo>
                    <a:pt x="2783797" y="2627585"/>
                  </a:lnTo>
                  <a:lnTo>
                    <a:pt x="2784268" y="2627585"/>
                  </a:lnTo>
                  <a:lnTo>
                    <a:pt x="2785586" y="2627585"/>
                  </a:lnTo>
                  <a:lnTo>
                    <a:pt x="2785680" y="2627585"/>
                  </a:lnTo>
                  <a:lnTo>
                    <a:pt x="2785963" y="2627585"/>
                  </a:lnTo>
                  <a:lnTo>
                    <a:pt x="2786057" y="2627585"/>
                  </a:lnTo>
                  <a:lnTo>
                    <a:pt x="2786245" y="2627585"/>
                  </a:lnTo>
                  <a:lnTo>
                    <a:pt x="2786339" y="2627585"/>
                  </a:lnTo>
                  <a:lnTo>
                    <a:pt x="2786434" y="2627585"/>
                  </a:lnTo>
                  <a:lnTo>
                    <a:pt x="2786528" y="2627585"/>
                  </a:lnTo>
                  <a:lnTo>
                    <a:pt x="2786622" y="2627585"/>
                  </a:lnTo>
                  <a:lnTo>
                    <a:pt x="2786810" y="2627585"/>
                  </a:lnTo>
                  <a:lnTo>
                    <a:pt x="2786904" y="2627585"/>
                  </a:lnTo>
                  <a:lnTo>
                    <a:pt x="2787469" y="2627585"/>
                  </a:lnTo>
                  <a:lnTo>
                    <a:pt x="2788034" y="2627585"/>
                  </a:lnTo>
                  <a:lnTo>
                    <a:pt x="2788128" y="2627585"/>
                  </a:lnTo>
                  <a:lnTo>
                    <a:pt x="2788222" y="2627585"/>
                  </a:lnTo>
                  <a:lnTo>
                    <a:pt x="2788317" y="2627585"/>
                  </a:lnTo>
                  <a:lnTo>
                    <a:pt x="2788693" y="2627585"/>
                  </a:lnTo>
                  <a:lnTo>
                    <a:pt x="2788881" y="2627585"/>
                  </a:lnTo>
                  <a:lnTo>
                    <a:pt x="2789164" y="2627585"/>
                  </a:lnTo>
                  <a:lnTo>
                    <a:pt x="2789352" y="2627585"/>
                  </a:lnTo>
                  <a:lnTo>
                    <a:pt x="2789446" y="2627585"/>
                  </a:lnTo>
                  <a:lnTo>
                    <a:pt x="2789541" y="2622674"/>
                  </a:lnTo>
                  <a:lnTo>
                    <a:pt x="2789729" y="2622674"/>
                  </a:lnTo>
                  <a:lnTo>
                    <a:pt x="2789823" y="2622674"/>
                  </a:lnTo>
                  <a:lnTo>
                    <a:pt x="2789917" y="2622674"/>
                  </a:lnTo>
                  <a:lnTo>
                    <a:pt x="2790388" y="2622674"/>
                  </a:lnTo>
                  <a:lnTo>
                    <a:pt x="2790482" y="2622674"/>
                  </a:lnTo>
                  <a:lnTo>
                    <a:pt x="2791141" y="2622674"/>
                  </a:lnTo>
                  <a:lnTo>
                    <a:pt x="2791235" y="2622674"/>
                  </a:lnTo>
                  <a:lnTo>
                    <a:pt x="2791424" y="2622674"/>
                  </a:lnTo>
                  <a:lnTo>
                    <a:pt x="2791518" y="2622674"/>
                  </a:lnTo>
                  <a:lnTo>
                    <a:pt x="2791612" y="2622674"/>
                  </a:lnTo>
                  <a:lnTo>
                    <a:pt x="2791894" y="2622674"/>
                  </a:lnTo>
                  <a:lnTo>
                    <a:pt x="2791989" y="2622674"/>
                  </a:lnTo>
                  <a:lnTo>
                    <a:pt x="2792083" y="2622674"/>
                  </a:lnTo>
                  <a:lnTo>
                    <a:pt x="2792271" y="2622674"/>
                  </a:lnTo>
                  <a:lnTo>
                    <a:pt x="2792271" y="2617762"/>
                  </a:lnTo>
                  <a:lnTo>
                    <a:pt x="2792930" y="2612851"/>
                  </a:lnTo>
                  <a:lnTo>
                    <a:pt x="2793118" y="2612851"/>
                  </a:lnTo>
                  <a:lnTo>
                    <a:pt x="2793589" y="2612851"/>
                  </a:lnTo>
                  <a:lnTo>
                    <a:pt x="2793777" y="2612851"/>
                  </a:lnTo>
                  <a:lnTo>
                    <a:pt x="2793872" y="2612851"/>
                  </a:lnTo>
                  <a:lnTo>
                    <a:pt x="2794248" y="2612851"/>
                  </a:lnTo>
                  <a:lnTo>
                    <a:pt x="2794531" y="2612851"/>
                  </a:lnTo>
                  <a:lnTo>
                    <a:pt x="2794625" y="2612851"/>
                  </a:lnTo>
                  <a:lnTo>
                    <a:pt x="2794813" y="2612851"/>
                  </a:lnTo>
                  <a:lnTo>
                    <a:pt x="2795096" y="2612851"/>
                  </a:lnTo>
                  <a:lnTo>
                    <a:pt x="2795190" y="2612851"/>
                  </a:lnTo>
                  <a:lnTo>
                    <a:pt x="2795660" y="2612851"/>
                  </a:lnTo>
                  <a:lnTo>
                    <a:pt x="2796037" y="2612851"/>
                  </a:lnTo>
                  <a:lnTo>
                    <a:pt x="2796131" y="2612851"/>
                  </a:lnTo>
                  <a:lnTo>
                    <a:pt x="2796225" y="2612851"/>
                  </a:lnTo>
                  <a:lnTo>
                    <a:pt x="2796320" y="2612851"/>
                  </a:lnTo>
                  <a:lnTo>
                    <a:pt x="2796414" y="2612851"/>
                  </a:lnTo>
                  <a:lnTo>
                    <a:pt x="2796790" y="2612851"/>
                  </a:lnTo>
                  <a:lnTo>
                    <a:pt x="2797261" y="2612851"/>
                  </a:lnTo>
                  <a:lnTo>
                    <a:pt x="2797355" y="2612851"/>
                  </a:lnTo>
                  <a:lnTo>
                    <a:pt x="2797449" y="2612851"/>
                  </a:lnTo>
                  <a:lnTo>
                    <a:pt x="2797543" y="2612851"/>
                  </a:lnTo>
                  <a:lnTo>
                    <a:pt x="2797638" y="2612851"/>
                  </a:lnTo>
                  <a:lnTo>
                    <a:pt x="2797826" y="2612851"/>
                  </a:lnTo>
                  <a:lnTo>
                    <a:pt x="2798014" y="2612851"/>
                  </a:lnTo>
                  <a:lnTo>
                    <a:pt x="2798108" y="2612851"/>
                  </a:lnTo>
                  <a:lnTo>
                    <a:pt x="2798203" y="2612851"/>
                  </a:lnTo>
                  <a:lnTo>
                    <a:pt x="2798391" y="2612851"/>
                  </a:lnTo>
                  <a:lnTo>
                    <a:pt x="2798485" y="2612851"/>
                  </a:lnTo>
                  <a:lnTo>
                    <a:pt x="2798862" y="2612851"/>
                  </a:lnTo>
                  <a:lnTo>
                    <a:pt x="2798956" y="2612851"/>
                  </a:lnTo>
                  <a:lnTo>
                    <a:pt x="2799615" y="2612851"/>
                  </a:lnTo>
                  <a:lnTo>
                    <a:pt x="2799709" y="2612851"/>
                  </a:lnTo>
                  <a:lnTo>
                    <a:pt x="2799897" y="2612851"/>
                  </a:lnTo>
                  <a:lnTo>
                    <a:pt x="2800368" y="2612851"/>
                  </a:lnTo>
                  <a:lnTo>
                    <a:pt x="2800556" y="2612851"/>
                  </a:lnTo>
                  <a:lnTo>
                    <a:pt x="2800651" y="2612851"/>
                  </a:lnTo>
                  <a:lnTo>
                    <a:pt x="2800745" y="2612851"/>
                  </a:lnTo>
                  <a:lnTo>
                    <a:pt x="2800839" y="2612851"/>
                  </a:lnTo>
                  <a:lnTo>
                    <a:pt x="2800933" y="2612851"/>
                  </a:lnTo>
                  <a:lnTo>
                    <a:pt x="2801215" y="2612851"/>
                  </a:lnTo>
                  <a:lnTo>
                    <a:pt x="2801592" y="2612851"/>
                  </a:lnTo>
                  <a:lnTo>
                    <a:pt x="2801686" y="2612851"/>
                  </a:lnTo>
                  <a:lnTo>
                    <a:pt x="2801969" y="2612851"/>
                  </a:lnTo>
                  <a:lnTo>
                    <a:pt x="2802251" y="2612851"/>
                  </a:lnTo>
                  <a:lnTo>
                    <a:pt x="2802345" y="2612851"/>
                  </a:lnTo>
                  <a:lnTo>
                    <a:pt x="2802534" y="2612851"/>
                  </a:lnTo>
                  <a:lnTo>
                    <a:pt x="2803004" y="2612851"/>
                  </a:lnTo>
                  <a:lnTo>
                    <a:pt x="2803475" y="2612851"/>
                  </a:lnTo>
                  <a:lnTo>
                    <a:pt x="2803663" y="2612851"/>
                  </a:lnTo>
                  <a:lnTo>
                    <a:pt x="2803758" y="2612851"/>
                  </a:lnTo>
                  <a:lnTo>
                    <a:pt x="2803852" y="2612851"/>
                  </a:lnTo>
                  <a:lnTo>
                    <a:pt x="2803946" y="2612851"/>
                  </a:lnTo>
                  <a:lnTo>
                    <a:pt x="2804228" y="2612851"/>
                  </a:lnTo>
                  <a:lnTo>
                    <a:pt x="2804793" y="2612851"/>
                  </a:lnTo>
                  <a:lnTo>
                    <a:pt x="2804887" y="2612851"/>
                  </a:lnTo>
                  <a:lnTo>
                    <a:pt x="2805076" y="2612851"/>
                  </a:lnTo>
                  <a:lnTo>
                    <a:pt x="2805170" y="2612851"/>
                  </a:lnTo>
                  <a:lnTo>
                    <a:pt x="2805452" y="2612851"/>
                  </a:lnTo>
                  <a:lnTo>
                    <a:pt x="2805641" y="2612851"/>
                  </a:lnTo>
                  <a:lnTo>
                    <a:pt x="2806017" y="2612851"/>
                  </a:lnTo>
                  <a:lnTo>
                    <a:pt x="2806300" y="2612851"/>
                  </a:lnTo>
                  <a:lnTo>
                    <a:pt x="2806300" y="2607940"/>
                  </a:lnTo>
                  <a:lnTo>
                    <a:pt x="2806488" y="2607940"/>
                  </a:lnTo>
                  <a:lnTo>
                    <a:pt x="2806582" y="2607940"/>
                  </a:lnTo>
                  <a:lnTo>
                    <a:pt x="2806676" y="2607940"/>
                  </a:lnTo>
                  <a:lnTo>
                    <a:pt x="2806770" y="2607940"/>
                  </a:lnTo>
                  <a:lnTo>
                    <a:pt x="2806959" y="2607940"/>
                  </a:lnTo>
                  <a:lnTo>
                    <a:pt x="2808089" y="2607940"/>
                  </a:lnTo>
                  <a:lnTo>
                    <a:pt x="2808183" y="2607940"/>
                  </a:lnTo>
                  <a:lnTo>
                    <a:pt x="2808277" y="2607940"/>
                  </a:lnTo>
                  <a:lnTo>
                    <a:pt x="2808465" y="2607940"/>
                  </a:lnTo>
                  <a:lnTo>
                    <a:pt x="2808653" y="2607940"/>
                  </a:lnTo>
                  <a:lnTo>
                    <a:pt x="2808936" y="2607940"/>
                  </a:lnTo>
                  <a:lnTo>
                    <a:pt x="2809030" y="2607940"/>
                  </a:lnTo>
                  <a:lnTo>
                    <a:pt x="2809218" y="2607940"/>
                  </a:lnTo>
                  <a:lnTo>
                    <a:pt x="2809313" y="2607940"/>
                  </a:lnTo>
                  <a:lnTo>
                    <a:pt x="2809407" y="2607940"/>
                  </a:lnTo>
                  <a:lnTo>
                    <a:pt x="2810348" y="2607940"/>
                  </a:lnTo>
                  <a:lnTo>
                    <a:pt x="2810725" y="2607940"/>
                  </a:lnTo>
                  <a:lnTo>
                    <a:pt x="2810913" y="2607940"/>
                  </a:lnTo>
                  <a:lnTo>
                    <a:pt x="2811007" y="2607940"/>
                  </a:lnTo>
                  <a:lnTo>
                    <a:pt x="2811196" y="2607940"/>
                  </a:lnTo>
                  <a:lnTo>
                    <a:pt x="2811384" y="2607940"/>
                  </a:lnTo>
                  <a:lnTo>
                    <a:pt x="2811478" y="2607940"/>
                  </a:lnTo>
                  <a:lnTo>
                    <a:pt x="2811572" y="2607940"/>
                  </a:lnTo>
                  <a:lnTo>
                    <a:pt x="2812231" y="2607940"/>
                  </a:lnTo>
                  <a:lnTo>
                    <a:pt x="2812325" y="2607940"/>
                  </a:lnTo>
                  <a:lnTo>
                    <a:pt x="2812325" y="2603028"/>
                  </a:lnTo>
                  <a:lnTo>
                    <a:pt x="2812420" y="2603028"/>
                  </a:lnTo>
                  <a:lnTo>
                    <a:pt x="2812514" y="2603028"/>
                  </a:lnTo>
                  <a:lnTo>
                    <a:pt x="2812702" y="2603028"/>
                  </a:lnTo>
                  <a:lnTo>
                    <a:pt x="2812890" y="2603028"/>
                  </a:lnTo>
                  <a:lnTo>
                    <a:pt x="2812984" y="2603028"/>
                  </a:lnTo>
                  <a:lnTo>
                    <a:pt x="2813173" y="2603028"/>
                  </a:lnTo>
                  <a:lnTo>
                    <a:pt x="2813267" y="2603028"/>
                  </a:lnTo>
                  <a:lnTo>
                    <a:pt x="2813361" y="2603028"/>
                  </a:lnTo>
                  <a:lnTo>
                    <a:pt x="2813455" y="2603028"/>
                  </a:lnTo>
                  <a:lnTo>
                    <a:pt x="2814114" y="2603028"/>
                  </a:lnTo>
                  <a:lnTo>
                    <a:pt x="2814208" y="2603028"/>
                  </a:lnTo>
                  <a:lnTo>
                    <a:pt x="2814303" y="2603028"/>
                  </a:lnTo>
                  <a:lnTo>
                    <a:pt x="2814491" y="2603028"/>
                  </a:lnTo>
                  <a:lnTo>
                    <a:pt x="2815056" y="2603028"/>
                  </a:lnTo>
                  <a:lnTo>
                    <a:pt x="2815150" y="2603028"/>
                  </a:lnTo>
                  <a:lnTo>
                    <a:pt x="2815244" y="2603028"/>
                  </a:lnTo>
                  <a:lnTo>
                    <a:pt x="2815338" y="2603028"/>
                  </a:lnTo>
                  <a:lnTo>
                    <a:pt x="2815809" y="2603028"/>
                  </a:lnTo>
                  <a:lnTo>
                    <a:pt x="2816091" y="2603028"/>
                  </a:lnTo>
                  <a:lnTo>
                    <a:pt x="2816280" y="2603028"/>
                  </a:lnTo>
                  <a:lnTo>
                    <a:pt x="2816656" y="2603028"/>
                  </a:lnTo>
                  <a:lnTo>
                    <a:pt x="2816751" y="2603028"/>
                  </a:lnTo>
                  <a:lnTo>
                    <a:pt x="2816939" y="2603028"/>
                  </a:lnTo>
                  <a:lnTo>
                    <a:pt x="2816939" y="2598117"/>
                  </a:lnTo>
                  <a:lnTo>
                    <a:pt x="2817127" y="2598117"/>
                  </a:lnTo>
                  <a:lnTo>
                    <a:pt x="2817315" y="2593205"/>
                  </a:lnTo>
                  <a:lnTo>
                    <a:pt x="2817692" y="2593205"/>
                  </a:lnTo>
                  <a:lnTo>
                    <a:pt x="2817975" y="2593205"/>
                  </a:lnTo>
                  <a:lnTo>
                    <a:pt x="2818069" y="2593205"/>
                  </a:lnTo>
                  <a:lnTo>
                    <a:pt x="2818163" y="2593205"/>
                  </a:lnTo>
                  <a:lnTo>
                    <a:pt x="2818257" y="2593205"/>
                  </a:lnTo>
                  <a:lnTo>
                    <a:pt x="2818351" y="2593205"/>
                  </a:lnTo>
                  <a:lnTo>
                    <a:pt x="2818445" y="2593205"/>
                  </a:lnTo>
                  <a:lnTo>
                    <a:pt x="2818822" y="2593205"/>
                  </a:lnTo>
                  <a:lnTo>
                    <a:pt x="2819104" y="2593205"/>
                  </a:lnTo>
                  <a:lnTo>
                    <a:pt x="2819198" y="2593205"/>
                  </a:lnTo>
                  <a:lnTo>
                    <a:pt x="2819669" y="2593205"/>
                  </a:lnTo>
                  <a:lnTo>
                    <a:pt x="2819763" y="2593205"/>
                  </a:lnTo>
                  <a:lnTo>
                    <a:pt x="2820517" y="2593205"/>
                  </a:lnTo>
                  <a:lnTo>
                    <a:pt x="2820611" y="2593205"/>
                  </a:lnTo>
                  <a:lnTo>
                    <a:pt x="2820705" y="2593205"/>
                  </a:lnTo>
                  <a:lnTo>
                    <a:pt x="2820893" y="2593205"/>
                  </a:lnTo>
                  <a:lnTo>
                    <a:pt x="2820987" y="2593205"/>
                  </a:lnTo>
                  <a:lnTo>
                    <a:pt x="2821082" y="2593205"/>
                  </a:lnTo>
                  <a:lnTo>
                    <a:pt x="2821270" y="2593205"/>
                  </a:lnTo>
                  <a:lnTo>
                    <a:pt x="2821929" y="2593205"/>
                  </a:lnTo>
                  <a:lnTo>
                    <a:pt x="2822211" y="2593205"/>
                  </a:lnTo>
                  <a:lnTo>
                    <a:pt x="2822400" y="2593205"/>
                  </a:lnTo>
                  <a:lnTo>
                    <a:pt x="2822494" y="2593205"/>
                  </a:lnTo>
                  <a:lnTo>
                    <a:pt x="2822588" y="2593205"/>
                  </a:lnTo>
                  <a:lnTo>
                    <a:pt x="2823247" y="2593205"/>
                  </a:lnTo>
                  <a:lnTo>
                    <a:pt x="2823435" y="2593205"/>
                  </a:lnTo>
                  <a:lnTo>
                    <a:pt x="2823718" y="2593205"/>
                  </a:lnTo>
                  <a:lnTo>
                    <a:pt x="2823812" y="2593205"/>
                  </a:lnTo>
                  <a:lnTo>
                    <a:pt x="2823906" y="2593205"/>
                  </a:lnTo>
                  <a:lnTo>
                    <a:pt x="2824000" y="2593205"/>
                  </a:lnTo>
                  <a:lnTo>
                    <a:pt x="2824094" y="2593205"/>
                  </a:lnTo>
                  <a:lnTo>
                    <a:pt x="2824283" y="2593205"/>
                  </a:lnTo>
                  <a:lnTo>
                    <a:pt x="2824659" y="2593205"/>
                  </a:lnTo>
                  <a:lnTo>
                    <a:pt x="2824753" y="2593205"/>
                  </a:lnTo>
                  <a:lnTo>
                    <a:pt x="2824942" y="2593205"/>
                  </a:lnTo>
                  <a:lnTo>
                    <a:pt x="2825318" y="2593205"/>
                  </a:lnTo>
                  <a:lnTo>
                    <a:pt x="2825413" y="2593205"/>
                  </a:lnTo>
                  <a:lnTo>
                    <a:pt x="2825507" y="2593205"/>
                  </a:lnTo>
                  <a:lnTo>
                    <a:pt x="2825977" y="2593205"/>
                  </a:lnTo>
                  <a:lnTo>
                    <a:pt x="2826166" y="2593205"/>
                  </a:lnTo>
                  <a:lnTo>
                    <a:pt x="2826260" y="2593205"/>
                  </a:lnTo>
                  <a:lnTo>
                    <a:pt x="2826542" y="2593205"/>
                  </a:lnTo>
                  <a:lnTo>
                    <a:pt x="2826637" y="2593205"/>
                  </a:lnTo>
                  <a:lnTo>
                    <a:pt x="2827013" y="2593205"/>
                  </a:lnTo>
                  <a:lnTo>
                    <a:pt x="2827107" y="2593205"/>
                  </a:lnTo>
                  <a:lnTo>
                    <a:pt x="2827296" y="2593205"/>
                  </a:lnTo>
                  <a:lnTo>
                    <a:pt x="2827484" y="2593205"/>
                  </a:lnTo>
                  <a:lnTo>
                    <a:pt x="2827955" y="2593205"/>
                  </a:lnTo>
                  <a:lnTo>
                    <a:pt x="2828049" y="2593205"/>
                  </a:lnTo>
                  <a:lnTo>
                    <a:pt x="2828143" y="2593205"/>
                  </a:lnTo>
                  <a:lnTo>
                    <a:pt x="2828237" y="2593205"/>
                  </a:lnTo>
                  <a:lnTo>
                    <a:pt x="2828237" y="2588294"/>
                  </a:lnTo>
                  <a:lnTo>
                    <a:pt x="2828425" y="2583383"/>
                  </a:lnTo>
                  <a:lnTo>
                    <a:pt x="2828520" y="2583383"/>
                  </a:lnTo>
                  <a:lnTo>
                    <a:pt x="2828896" y="2583383"/>
                  </a:lnTo>
                  <a:lnTo>
                    <a:pt x="2829179" y="2583383"/>
                  </a:lnTo>
                  <a:lnTo>
                    <a:pt x="2829273" y="2583383"/>
                  </a:lnTo>
                  <a:lnTo>
                    <a:pt x="2829555" y="2583383"/>
                  </a:lnTo>
                  <a:lnTo>
                    <a:pt x="2829649" y="2583383"/>
                  </a:lnTo>
                  <a:lnTo>
                    <a:pt x="2830026" y="2583383"/>
                  </a:lnTo>
                  <a:lnTo>
                    <a:pt x="2830308" y="2583383"/>
                  </a:lnTo>
                  <a:lnTo>
                    <a:pt x="2830591" y="2583383"/>
                  </a:lnTo>
                  <a:lnTo>
                    <a:pt x="2830968" y="2583383"/>
                  </a:lnTo>
                  <a:lnTo>
                    <a:pt x="2831062" y="2583383"/>
                  </a:lnTo>
                  <a:lnTo>
                    <a:pt x="2831250" y="2583383"/>
                  </a:lnTo>
                  <a:lnTo>
                    <a:pt x="2831815" y="2583383"/>
                  </a:lnTo>
                  <a:lnTo>
                    <a:pt x="2832097" y="2583383"/>
                  </a:lnTo>
                  <a:lnTo>
                    <a:pt x="2832191" y="2583383"/>
                  </a:lnTo>
                  <a:lnTo>
                    <a:pt x="2832945" y="2583383"/>
                  </a:lnTo>
                  <a:lnTo>
                    <a:pt x="2833227" y="2583383"/>
                  </a:lnTo>
                  <a:lnTo>
                    <a:pt x="2833415" y="2583383"/>
                  </a:lnTo>
                  <a:lnTo>
                    <a:pt x="2833886" y="2583383"/>
                  </a:lnTo>
                  <a:lnTo>
                    <a:pt x="2833980" y="2583383"/>
                  </a:lnTo>
                  <a:lnTo>
                    <a:pt x="2834169" y="2583383"/>
                  </a:lnTo>
                  <a:lnTo>
                    <a:pt x="2834263" y="2583383"/>
                  </a:lnTo>
                  <a:lnTo>
                    <a:pt x="2834734" y="2583383"/>
                  </a:lnTo>
                  <a:lnTo>
                    <a:pt x="2834922" y="2583383"/>
                  </a:lnTo>
                  <a:lnTo>
                    <a:pt x="2835299" y="2583383"/>
                  </a:lnTo>
                  <a:lnTo>
                    <a:pt x="2835393" y="2583383"/>
                  </a:lnTo>
                  <a:lnTo>
                    <a:pt x="2835487" y="2583383"/>
                  </a:lnTo>
                  <a:lnTo>
                    <a:pt x="2835581" y="2583383"/>
                  </a:lnTo>
                  <a:lnTo>
                    <a:pt x="2835675" y="2583383"/>
                  </a:lnTo>
                  <a:lnTo>
                    <a:pt x="2835769" y="2583383"/>
                  </a:lnTo>
                  <a:lnTo>
                    <a:pt x="2835958" y="2583383"/>
                  </a:lnTo>
                  <a:lnTo>
                    <a:pt x="2836146" y="2583383"/>
                  </a:lnTo>
                  <a:lnTo>
                    <a:pt x="2836240" y="2583383"/>
                  </a:lnTo>
                  <a:lnTo>
                    <a:pt x="2836334" y="2583383"/>
                  </a:lnTo>
                  <a:lnTo>
                    <a:pt x="2836428" y="2578471"/>
                  </a:lnTo>
                  <a:lnTo>
                    <a:pt x="2836522" y="2578471"/>
                  </a:lnTo>
                  <a:lnTo>
                    <a:pt x="2836617" y="2578471"/>
                  </a:lnTo>
                  <a:lnTo>
                    <a:pt x="2836805" y="2578471"/>
                  </a:lnTo>
                  <a:lnTo>
                    <a:pt x="2837087" y="2578471"/>
                  </a:lnTo>
                  <a:lnTo>
                    <a:pt x="2837182" y="2578471"/>
                  </a:lnTo>
                  <a:lnTo>
                    <a:pt x="2837276" y="2578471"/>
                  </a:lnTo>
                  <a:lnTo>
                    <a:pt x="2837370" y="2578471"/>
                  </a:lnTo>
                  <a:lnTo>
                    <a:pt x="2837746" y="2578471"/>
                  </a:lnTo>
                  <a:lnTo>
                    <a:pt x="2837841" y="2573560"/>
                  </a:lnTo>
                  <a:lnTo>
                    <a:pt x="2837935" y="2573560"/>
                  </a:lnTo>
                  <a:lnTo>
                    <a:pt x="2838500" y="2573560"/>
                  </a:lnTo>
                  <a:lnTo>
                    <a:pt x="2838594" y="2573560"/>
                  </a:lnTo>
                  <a:lnTo>
                    <a:pt x="2838782" y="2568649"/>
                  </a:lnTo>
                  <a:lnTo>
                    <a:pt x="2839253" y="2568649"/>
                  </a:lnTo>
                  <a:lnTo>
                    <a:pt x="2839535" y="2568649"/>
                  </a:lnTo>
                  <a:lnTo>
                    <a:pt x="2839630" y="2568649"/>
                  </a:lnTo>
                  <a:lnTo>
                    <a:pt x="2839912" y="2568649"/>
                  </a:lnTo>
                  <a:lnTo>
                    <a:pt x="2840100" y="2568649"/>
                  </a:lnTo>
                  <a:lnTo>
                    <a:pt x="2840571" y="2568649"/>
                  </a:lnTo>
                  <a:lnTo>
                    <a:pt x="2840665" y="2568649"/>
                  </a:lnTo>
                  <a:lnTo>
                    <a:pt x="2840759" y="2568649"/>
                  </a:lnTo>
                  <a:lnTo>
                    <a:pt x="2841136" y="2568649"/>
                  </a:lnTo>
                  <a:lnTo>
                    <a:pt x="2841418" y="2568649"/>
                  </a:lnTo>
                  <a:lnTo>
                    <a:pt x="2841513" y="2568649"/>
                  </a:lnTo>
                  <a:lnTo>
                    <a:pt x="2841607" y="2568649"/>
                  </a:lnTo>
                  <a:lnTo>
                    <a:pt x="2844808" y="2568649"/>
                  </a:lnTo>
                  <a:lnTo>
                    <a:pt x="2845185" y="2568649"/>
                  </a:lnTo>
                  <a:lnTo>
                    <a:pt x="2845279" y="2568649"/>
                  </a:lnTo>
                  <a:lnTo>
                    <a:pt x="2845373" y="2568649"/>
                  </a:lnTo>
                  <a:lnTo>
                    <a:pt x="2845467" y="2568649"/>
                  </a:lnTo>
                  <a:lnTo>
                    <a:pt x="2845655" y="2568649"/>
                  </a:lnTo>
                  <a:lnTo>
                    <a:pt x="2846220" y="2568649"/>
                  </a:lnTo>
                  <a:lnTo>
                    <a:pt x="2846314" y="2568649"/>
                  </a:lnTo>
                  <a:lnTo>
                    <a:pt x="2846597" y="2568649"/>
                  </a:lnTo>
                  <a:lnTo>
                    <a:pt x="2846879" y="2568649"/>
                  </a:lnTo>
                  <a:lnTo>
                    <a:pt x="2846973" y="2568649"/>
                  </a:lnTo>
                  <a:lnTo>
                    <a:pt x="2847068" y="2568649"/>
                  </a:lnTo>
                  <a:lnTo>
                    <a:pt x="2847162" y="2568649"/>
                  </a:lnTo>
                  <a:lnTo>
                    <a:pt x="2847350" y="2568649"/>
                  </a:lnTo>
                  <a:lnTo>
                    <a:pt x="2847727" y="2568649"/>
                  </a:lnTo>
                  <a:lnTo>
                    <a:pt x="2848009" y="2568649"/>
                  </a:lnTo>
                  <a:lnTo>
                    <a:pt x="2848103" y="2568649"/>
                  </a:lnTo>
                  <a:lnTo>
                    <a:pt x="2848386" y="2568649"/>
                  </a:lnTo>
                  <a:lnTo>
                    <a:pt x="2848668" y="2568649"/>
                  </a:lnTo>
                  <a:lnTo>
                    <a:pt x="2848951" y="2568649"/>
                  </a:lnTo>
                  <a:lnTo>
                    <a:pt x="2849045" y="2568649"/>
                  </a:lnTo>
                  <a:lnTo>
                    <a:pt x="2849327" y="2568649"/>
                  </a:lnTo>
                  <a:lnTo>
                    <a:pt x="2849421" y="2568649"/>
                  </a:lnTo>
                  <a:lnTo>
                    <a:pt x="2849516" y="2568649"/>
                  </a:lnTo>
                  <a:lnTo>
                    <a:pt x="2849610" y="2568649"/>
                  </a:lnTo>
                  <a:lnTo>
                    <a:pt x="2849892" y="2568649"/>
                  </a:lnTo>
                  <a:lnTo>
                    <a:pt x="2849986" y="2568649"/>
                  </a:lnTo>
                  <a:lnTo>
                    <a:pt x="2850080" y="2568649"/>
                  </a:lnTo>
                  <a:lnTo>
                    <a:pt x="2850175" y="2568649"/>
                  </a:lnTo>
                  <a:lnTo>
                    <a:pt x="2850269" y="2568649"/>
                  </a:lnTo>
                  <a:lnTo>
                    <a:pt x="2850457" y="2568649"/>
                  </a:lnTo>
                  <a:lnTo>
                    <a:pt x="2850551" y="2568649"/>
                  </a:lnTo>
                  <a:lnTo>
                    <a:pt x="2850739" y="2568649"/>
                  </a:lnTo>
                  <a:lnTo>
                    <a:pt x="2850928" y="2568649"/>
                  </a:lnTo>
                  <a:lnTo>
                    <a:pt x="2851022" y="2568649"/>
                  </a:lnTo>
                  <a:lnTo>
                    <a:pt x="2851210" y="2568649"/>
                  </a:lnTo>
                  <a:lnTo>
                    <a:pt x="2851304" y="2568649"/>
                  </a:lnTo>
                  <a:lnTo>
                    <a:pt x="2851493" y="2568649"/>
                  </a:lnTo>
                  <a:lnTo>
                    <a:pt x="2851775" y="2568649"/>
                  </a:lnTo>
                  <a:lnTo>
                    <a:pt x="2852058" y="2568649"/>
                  </a:lnTo>
                  <a:lnTo>
                    <a:pt x="2852340" y="2568649"/>
                  </a:lnTo>
                  <a:lnTo>
                    <a:pt x="2852434" y="2568649"/>
                  </a:lnTo>
                  <a:lnTo>
                    <a:pt x="2852528" y="2568649"/>
                  </a:lnTo>
                  <a:lnTo>
                    <a:pt x="2853282" y="2568649"/>
                  </a:lnTo>
                  <a:lnTo>
                    <a:pt x="2853564" y="2568649"/>
                  </a:lnTo>
                  <a:lnTo>
                    <a:pt x="2853658" y="2568649"/>
                  </a:lnTo>
                  <a:lnTo>
                    <a:pt x="2854506" y="2568649"/>
                  </a:lnTo>
                  <a:lnTo>
                    <a:pt x="2854506" y="2563737"/>
                  </a:lnTo>
                  <a:lnTo>
                    <a:pt x="2854600" y="2563737"/>
                  </a:lnTo>
                  <a:lnTo>
                    <a:pt x="2855259" y="2563737"/>
                  </a:lnTo>
                  <a:lnTo>
                    <a:pt x="2855353" y="2563737"/>
                  </a:lnTo>
                  <a:lnTo>
                    <a:pt x="2855541" y="2563737"/>
                  </a:lnTo>
                  <a:lnTo>
                    <a:pt x="2855635" y="2563737"/>
                  </a:lnTo>
                  <a:lnTo>
                    <a:pt x="2856012" y="2563737"/>
                  </a:lnTo>
                  <a:lnTo>
                    <a:pt x="2856389" y="2563737"/>
                  </a:lnTo>
                  <a:lnTo>
                    <a:pt x="2856859" y="2563737"/>
                  </a:lnTo>
                  <a:lnTo>
                    <a:pt x="2857142" y="2563737"/>
                  </a:lnTo>
                  <a:lnTo>
                    <a:pt x="2857518" y="2563737"/>
                  </a:lnTo>
                  <a:lnTo>
                    <a:pt x="2857895" y="2563737"/>
                  </a:lnTo>
                  <a:lnTo>
                    <a:pt x="2857989" y="2563737"/>
                  </a:lnTo>
                  <a:lnTo>
                    <a:pt x="2858083" y="2563737"/>
                  </a:lnTo>
                  <a:lnTo>
                    <a:pt x="2858178" y="2563737"/>
                  </a:lnTo>
                  <a:lnTo>
                    <a:pt x="2858272" y="2563737"/>
                  </a:lnTo>
                  <a:lnTo>
                    <a:pt x="2858460" y="2563737"/>
                  </a:lnTo>
                  <a:lnTo>
                    <a:pt x="2858648" y="2563737"/>
                  </a:lnTo>
                  <a:lnTo>
                    <a:pt x="2858742" y="2563737"/>
                  </a:lnTo>
                  <a:lnTo>
                    <a:pt x="2859119" y="2563737"/>
                  </a:lnTo>
                  <a:lnTo>
                    <a:pt x="2859401" y="2563737"/>
                  </a:lnTo>
                  <a:lnTo>
                    <a:pt x="2859684" y="2563737"/>
                  </a:lnTo>
                  <a:lnTo>
                    <a:pt x="2859778" y="2563737"/>
                  </a:lnTo>
                  <a:lnTo>
                    <a:pt x="2859966" y="2563737"/>
                  </a:lnTo>
                  <a:lnTo>
                    <a:pt x="2860531" y="2563737"/>
                  </a:lnTo>
                  <a:lnTo>
                    <a:pt x="2860625" y="2563737"/>
                  </a:lnTo>
                  <a:lnTo>
                    <a:pt x="2860720" y="2563737"/>
                  </a:lnTo>
                  <a:lnTo>
                    <a:pt x="2860908" y="2563737"/>
                  </a:lnTo>
                  <a:lnTo>
                    <a:pt x="2861285" y="2563737"/>
                  </a:lnTo>
                  <a:lnTo>
                    <a:pt x="2861567" y="2563737"/>
                  </a:lnTo>
                  <a:lnTo>
                    <a:pt x="2861755" y="2563737"/>
                  </a:lnTo>
                  <a:lnTo>
                    <a:pt x="2861849" y="2563737"/>
                  </a:lnTo>
                  <a:lnTo>
                    <a:pt x="2862320" y="2563737"/>
                  </a:lnTo>
                  <a:lnTo>
                    <a:pt x="2862603" y="2563737"/>
                  </a:lnTo>
                  <a:lnTo>
                    <a:pt x="2862697" y="2563737"/>
                  </a:lnTo>
                  <a:lnTo>
                    <a:pt x="2862885" y="2563737"/>
                  </a:lnTo>
                  <a:lnTo>
                    <a:pt x="2862979" y="2563737"/>
                  </a:lnTo>
                  <a:lnTo>
                    <a:pt x="2863073" y="2563737"/>
                  </a:lnTo>
                  <a:lnTo>
                    <a:pt x="2863450" y="2563737"/>
                  </a:lnTo>
                  <a:lnTo>
                    <a:pt x="2863827" y="2563737"/>
                  </a:lnTo>
                  <a:lnTo>
                    <a:pt x="2864203" y="2563737"/>
                  </a:lnTo>
                  <a:lnTo>
                    <a:pt x="2864297" y="2563737"/>
                  </a:lnTo>
                  <a:lnTo>
                    <a:pt x="2864580" y="2563737"/>
                  </a:lnTo>
                  <a:lnTo>
                    <a:pt x="2864674" y="2563737"/>
                  </a:lnTo>
                  <a:lnTo>
                    <a:pt x="2864768" y="2563737"/>
                  </a:lnTo>
                  <a:lnTo>
                    <a:pt x="2864956" y="2563737"/>
                  </a:lnTo>
                  <a:lnTo>
                    <a:pt x="2865051" y="2563737"/>
                  </a:lnTo>
                  <a:lnTo>
                    <a:pt x="2865145" y="2563737"/>
                  </a:lnTo>
                  <a:lnTo>
                    <a:pt x="2865427" y="2563737"/>
                  </a:lnTo>
                  <a:lnTo>
                    <a:pt x="2865992" y="2563737"/>
                  </a:lnTo>
                  <a:lnTo>
                    <a:pt x="2866086" y="2563737"/>
                  </a:lnTo>
                  <a:lnTo>
                    <a:pt x="2866275" y="2563737"/>
                  </a:lnTo>
                  <a:lnTo>
                    <a:pt x="2866369" y="2563737"/>
                  </a:lnTo>
                  <a:lnTo>
                    <a:pt x="2866463" y="2563737"/>
                  </a:lnTo>
                  <a:lnTo>
                    <a:pt x="2866557" y="2563737"/>
                  </a:lnTo>
                  <a:lnTo>
                    <a:pt x="2866745" y="2558826"/>
                  </a:lnTo>
                  <a:lnTo>
                    <a:pt x="2867122" y="2558826"/>
                  </a:lnTo>
                  <a:lnTo>
                    <a:pt x="2867593" y="2558826"/>
                  </a:lnTo>
                  <a:lnTo>
                    <a:pt x="2867781" y="2558826"/>
                  </a:lnTo>
                  <a:lnTo>
                    <a:pt x="2867875" y="2558826"/>
                  </a:lnTo>
                  <a:lnTo>
                    <a:pt x="2867969" y="2558826"/>
                  </a:lnTo>
                  <a:lnTo>
                    <a:pt x="2868252" y="2558826"/>
                  </a:lnTo>
                  <a:lnTo>
                    <a:pt x="2868440" y="2558826"/>
                  </a:lnTo>
                  <a:lnTo>
                    <a:pt x="2868534" y="2558826"/>
                  </a:lnTo>
                  <a:lnTo>
                    <a:pt x="2868628" y="2558826"/>
                  </a:lnTo>
                  <a:lnTo>
                    <a:pt x="2869005" y="2553914"/>
                  </a:lnTo>
                  <a:lnTo>
                    <a:pt x="2869476" y="2553914"/>
                  </a:lnTo>
                  <a:lnTo>
                    <a:pt x="2869570" y="2553914"/>
                  </a:lnTo>
                  <a:lnTo>
                    <a:pt x="2869664" y="2553914"/>
                  </a:lnTo>
                  <a:lnTo>
                    <a:pt x="2869758" y="2553914"/>
                  </a:lnTo>
                  <a:lnTo>
                    <a:pt x="2869852" y="2553914"/>
                  </a:lnTo>
                  <a:lnTo>
                    <a:pt x="2869947" y="2553914"/>
                  </a:lnTo>
                  <a:lnTo>
                    <a:pt x="2870229" y="2553914"/>
                  </a:lnTo>
                  <a:lnTo>
                    <a:pt x="2870323" y="2553914"/>
                  </a:lnTo>
                  <a:lnTo>
                    <a:pt x="2870417" y="2553914"/>
                  </a:lnTo>
                  <a:lnTo>
                    <a:pt x="2870982" y="2553914"/>
                  </a:lnTo>
                  <a:lnTo>
                    <a:pt x="2871076" y="2553914"/>
                  </a:lnTo>
                  <a:lnTo>
                    <a:pt x="2871171" y="2553914"/>
                  </a:lnTo>
                  <a:lnTo>
                    <a:pt x="2871735" y="2553914"/>
                  </a:lnTo>
                  <a:lnTo>
                    <a:pt x="2871830" y="2553914"/>
                  </a:lnTo>
                  <a:lnTo>
                    <a:pt x="2872018" y="2553914"/>
                  </a:lnTo>
                  <a:lnTo>
                    <a:pt x="2872206" y="2553914"/>
                  </a:lnTo>
                  <a:lnTo>
                    <a:pt x="2873242" y="2553914"/>
                  </a:lnTo>
                  <a:lnTo>
                    <a:pt x="2873336" y="2553914"/>
                  </a:lnTo>
                  <a:lnTo>
                    <a:pt x="2873430" y="2553914"/>
                  </a:lnTo>
                  <a:lnTo>
                    <a:pt x="2873524" y="2553914"/>
                  </a:lnTo>
                  <a:lnTo>
                    <a:pt x="2873618" y="2553914"/>
                  </a:lnTo>
                  <a:lnTo>
                    <a:pt x="2874560" y="2553914"/>
                  </a:lnTo>
                  <a:lnTo>
                    <a:pt x="2874937" y="2553914"/>
                  </a:lnTo>
                  <a:lnTo>
                    <a:pt x="2875125" y="2553914"/>
                  </a:lnTo>
                  <a:lnTo>
                    <a:pt x="2875502" y="2553914"/>
                  </a:lnTo>
                  <a:lnTo>
                    <a:pt x="2875596" y="2553914"/>
                  </a:lnTo>
                  <a:lnTo>
                    <a:pt x="2875690" y="2553914"/>
                  </a:lnTo>
                  <a:lnTo>
                    <a:pt x="2875972" y="2553914"/>
                  </a:lnTo>
                  <a:lnTo>
                    <a:pt x="2876066" y="2553914"/>
                  </a:lnTo>
                  <a:lnTo>
                    <a:pt x="2876537" y="2553914"/>
                  </a:lnTo>
                  <a:lnTo>
                    <a:pt x="2876631" y="2553914"/>
                  </a:lnTo>
                  <a:lnTo>
                    <a:pt x="2876820" y="2553914"/>
                  </a:lnTo>
                  <a:lnTo>
                    <a:pt x="2876914" y="2553914"/>
                  </a:lnTo>
                  <a:lnTo>
                    <a:pt x="2877196" y="2553914"/>
                  </a:lnTo>
                  <a:lnTo>
                    <a:pt x="2877573" y="2553914"/>
                  </a:lnTo>
                  <a:lnTo>
                    <a:pt x="2877667" y="2553914"/>
                  </a:lnTo>
                  <a:lnTo>
                    <a:pt x="2878138" y="2553914"/>
                  </a:lnTo>
                  <a:lnTo>
                    <a:pt x="2878514" y="2553914"/>
                  </a:lnTo>
                  <a:lnTo>
                    <a:pt x="2879456" y="2553914"/>
                  </a:lnTo>
                  <a:lnTo>
                    <a:pt x="2879644" y="2553914"/>
                  </a:lnTo>
                  <a:lnTo>
                    <a:pt x="2879738" y="2553914"/>
                  </a:lnTo>
                  <a:lnTo>
                    <a:pt x="2879927" y="2553914"/>
                  </a:lnTo>
                  <a:lnTo>
                    <a:pt x="2880303" y="2553914"/>
                  </a:lnTo>
                  <a:lnTo>
                    <a:pt x="2881339" y="2553914"/>
                  </a:lnTo>
                  <a:lnTo>
                    <a:pt x="2881433" y="2553914"/>
                  </a:lnTo>
                  <a:lnTo>
                    <a:pt x="2881527" y="2553914"/>
                  </a:lnTo>
                  <a:lnTo>
                    <a:pt x="2881621" y="2553914"/>
                  </a:lnTo>
                  <a:lnTo>
                    <a:pt x="2881716" y="2553914"/>
                  </a:lnTo>
                  <a:lnTo>
                    <a:pt x="2881904" y="2553914"/>
                  </a:lnTo>
                  <a:lnTo>
                    <a:pt x="2882092" y="2553914"/>
                  </a:lnTo>
                  <a:lnTo>
                    <a:pt x="2882563" y="2549003"/>
                  </a:lnTo>
                  <a:lnTo>
                    <a:pt x="2882657" y="2549003"/>
                  </a:lnTo>
                  <a:lnTo>
                    <a:pt x="2883222" y="2549003"/>
                  </a:lnTo>
                  <a:lnTo>
                    <a:pt x="2883410" y="2549003"/>
                  </a:lnTo>
                  <a:lnTo>
                    <a:pt x="2883504" y="2549003"/>
                  </a:lnTo>
                  <a:lnTo>
                    <a:pt x="2883787" y="2549003"/>
                  </a:lnTo>
                  <a:lnTo>
                    <a:pt x="2883881" y="2549003"/>
                  </a:lnTo>
                  <a:lnTo>
                    <a:pt x="2884069" y="2549003"/>
                  </a:lnTo>
                  <a:lnTo>
                    <a:pt x="2884446" y="2549003"/>
                  </a:lnTo>
                  <a:lnTo>
                    <a:pt x="2884540" y="2549003"/>
                  </a:lnTo>
                  <a:lnTo>
                    <a:pt x="2884823" y="2549003"/>
                  </a:lnTo>
                  <a:lnTo>
                    <a:pt x="2884917" y="2549003"/>
                  </a:lnTo>
                  <a:lnTo>
                    <a:pt x="2885105" y="2549003"/>
                  </a:lnTo>
                  <a:lnTo>
                    <a:pt x="2885199" y="2549003"/>
                  </a:lnTo>
                  <a:lnTo>
                    <a:pt x="2885482" y="2549003"/>
                  </a:lnTo>
                  <a:lnTo>
                    <a:pt x="2885576" y="2549003"/>
                  </a:lnTo>
                  <a:lnTo>
                    <a:pt x="2885764" y="2549003"/>
                  </a:lnTo>
                  <a:lnTo>
                    <a:pt x="2885858" y="2549003"/>
                  </a:lnTo>
                  <a:lnTo>
                    <a:pt x="2886141" y="2549003"/>
                  </a:lnTo>
                  <a:lnTo>
                    <a:pt x="2886235" y="2549003"/>
                  </a:lnTo>
                  <a:lnTo>
                    <a:pt x="2886517" y="2549003"/>
                  </a:lnTo>
                  <a:lnTo>
                    <a:pt x="2886706" y="2549003"/>
                  </a:lnTo>
                  <a:lnTo>
                    <a:pt x="2887082" y="2549003"/>
                  </a:lnTo>
                  <a:lnTo>
                    <a:pt x="2887176" y="2549003"/>
                  </a:lnTo>
                  <a:lnTo>
                    <a:pt x="2887271" y="2549003"/>
                  </a:lnTo>
                  <a:lnTo>
                    <a:pt x="2887365" y="2549003"/>
                  </a:lnTo>
                  <a:lnTo>
                    <a:pt x="2887741" y="2544092"/>
                  </a:lnTo>
                  <a:lnTo>
                    <a:pt x="2888024" y="2539180"/>
                  </a:lnTo>
                  <a:lnTo>
                    <a:pt x="2888212" y="2539180"/>
                  </a:lnTo>
                  <a:lnTo>
                    <a:pt x="2888495" y="2539180"/>
                  </a:lnTo>
                  <a:lnTo>
                    <a:pt x="2888589" y="2539180"/>
                  </a:lnTo>
                  <a:lnTo>
                    <a:pt x="2889154" y="2539180"/>
                  </a:lnTo>
                  <a:lnTo>
                    <a:pt x="2889342" y="2539180"/>
                  </a:lnTo>
                  <a:lnTo>
                    <a:pt x="2889624" y="2539180"/>
                  </a:lnTo>
                  <a:lnTo>
                    <a:pt x="2889718" y="2539180"/>
                  </a:lnTo>
                  <a:lnTo>
                    <a:pt x="2890378" y="2539180"/>
                  </a:lnTo>
                  <a:lnTo>
                    <a:pt x="2890660" y="2539180"/>
                  </a:lnTo>
                  <a:lnTo>
                    <a:pt x="2891225" y="2539180"/>
                  </a:lnTo>
                  <a:lnTo>
                    <a:pt x="2891507" y="2539180"/>
                  </a:lnTo>
                  <a:lnTo>
                    <a:pt x="2891602" y="2539180"/>
                  </a:lnTo>
                  <a:lnTo>
                    <a:pt x="2891790" y="2539180"/>
                  </a:lnTo>
                  <a:lnTo>
                    <a:pt x="2892355" y="2539180"/>
                  </a:lnTo>
                  <a:lnTo>
                    <a:pt x="2892920" y="2539180"/>
                  </a:lnTo>
                  <a:lnTo>
                    <a:pt x="2893108" y="2539180"/>
                  </a:lnTo>
                  <a:lnTo>
                    <a:pt x="2893202" y="2539180"/>
                  </a:lnTo>
                  <a:lnTo>
                    <a:pt x="2893296" y="2539180"/>
                  </a:lnTo>
                  <a:lnTo>
                    <a:pt x="2893579" y="2539180"/>
                  </a:lnTo>
                  <a:lnTo>
                    <a:pt x="2893955" y="2539180"/>
                  </a:lnTo>
                  <a:lnTo>
                    <a:pt x="2894332" y="2539180"/>
                  </a:lnTo>
                  <a:lnTo>
                    <a:pt x="2894426" y="2539180"/>
                  </a:lnTo>
                  <a:lnTo>
                    <a:pt x="2894520" y="2539180"/>
                  </a:lnTo>
                  <a:lnTo>
                    <a:pt x="2894709" y="2539180"/>
                  </a:lnTo>
                  <a:lnTo>
                    <a:pt x="2895838" y="2539180"/>
                  </a:lnTo>
                  <a:lnTo>
                    <a:pt x="2895933" y="2539180"/>
                  </a:lnTo>
                  <a:lnTo>
                    <a:pt x="2896215" y="2539180"/>
                  </a:lnTo>
                  <a:lnTo>
                    <a:pt x="2896309" y="2539180"/>
                  </a:lnTo>
                  <a:lnTo>
                    <a:pt x="2896497" y="2539180"/>
                  </a:lnTo>
                  <a:lnTo>
                    <a:pt x="2896592" y="2539180"/>
                  </a:lnTo>
                  <a:lnTo>
                    <a:pt x="2896686" y="2539180"/>
                  </a:lnTo>
                  <a:lnTo>
                    <a:pt x="2896874" y="2539180"/>
                  </a:lnTo>
                  <a:lnTo>
                    <a:pt x="2896968" y="2539180"/>
                  </a:lnTo>
                  <a:lnTo>
                    <a:pt x="2897157" y="2539180"/>
                  </a:lnTo>
                  <a:lnTo>
                    <a:pt x="2897439" y="2539180"/>
                  </a:lnTo>
                  <a:lnTo>
                    <a:pt x="2897533" y="2539180"/>
                  </a:lnTo>
                  <a:lnTo>
                    <a:pt x="2897627" y="2539180"/>
                  </a:lnTo>
                  <a:lnTo>
                    <a:pt x="2897721" y="2539180"/>
                  </a:lnTo>
                  <a:lnTo>
                    <a:pt x="2898004" y="2539180"/>
                  </a:lnTo>
                  <a:lnTo>
                    <a:pt x="2898663" y="2539180"/>
                  </a:lnTo>
                  <a:lnTo>
                    <a:pt x="2898757" y="2539180"/>
                  </a:lnTo>
                  <a:lnTo>
                    <a:pt x="2898945" y="2539180"/>
                  </a:lnTo>
                  <a:lnTo>
                    <a:pt x="2899134" y="2539180"/>
                  </a:lnTo>
                  <a:lnTo>
                    <a:pt x="2899510" y="2539180"/>
                  </a:lnTo>
                  <a:lnTo>
                    <a:pt x="2899604" y="2539180"/>
                  </a:lnTo>
                  <a:lnTo>
                    <a:pt x="2899699" y="2539180"/>
                  </a:lnTo>
                  <a:lnTo>
                    <a:pt x="2899981" y="2539180"/>
                  </a:lnTo>
                  <a:lnTo>
                    <a:pt x="2900169" y="2539180"/>
                  </a:lnTo>
                  <a:lnTo>
                    <a:pt x="2900640" y="2539180"/>
                  </a:lnTo>
                  <a:lnTo>
                    <a:pt x="2901205" y="2539180"/>
                  </a:lnTo>
                  <a:lnTo>
                    <a:pt x="2901299" y="2539180"/>
                  </a:lnTo>
                  <a:lnTo>
                    <a:pt x="2901393" y="2539180"/>
                  </a:lnTo>
                  <a:lnTo>
                    <a:pt x="2901676" y="2539180"/>
                  </a:lnTo>
                  <a:lnTo>
                    <a:pt x="2901770" y="2539180"/>
                  </a:lnTo>
                  <a:lnTo>
                    <a:pt x="2901958" y="2539180"/>
                  </a:lnTo>
                  <a:lnTo>
                    <a:pt x="2902052" y="2539180"/>
                  </a:lnTo>
                  <a:lnTo>
                    <a:pt x="2902147" y="2539180"/>
                  </a:lnTo>
                  <a:lnTo>
                    <a:pt x="2902617" y="2539180"/>
                  </a:lnTo>
                  <a:lnTo>
                    <a:pt x="2902900" y="2539180"/>
                  </a:lnTo>
                  <a:lnTo>
                    <a:pt x="2903653" y="2534269"/>
                  </a:lnTo>
                  <a:lnTo>
                    <a:pt x="2903747" y="2534269"/>
                  </a:lnTo>
                  <a:lnTo>
                    <a:pt x="2903841" y="2534269"/>
                  </a:lnTo>
                  <a:lnTo>
                    <a:pt x="2903935" y="2534269"/>
                  </a:lnTo>
                  <a:lnTo>
                    <a:pt x="2904030" y="2534269"/>
                  </a:lnTo>
                  <a:lnTo>
                    <a:pt x="2904218" y="2534269"/>
                  </a:lnTo>
                  <a:lnTo>
                    <a:pt x="2904406" y="2534269"/>
                  </a:lnTo>
                  <a:lnTo>
                    <a:pt x="2904783" y="2534269"/>
                  </a:lnTo>
                  <a:lnTo>
                    <a:pt x="2904877" y="2534269"/>
                  </a:lnTo>
                  <a:lnTo>
                    <a:pt x="2904971" y="2534269"/>
                  </a:lnTo>
                  <a:lnTo>
                    <a:pt x="2905254" y="2534269"/>
                  </a:lnTo>
                  <a:lnTo>
                    <a:pt x="2905348" y="2534269"/>
                  </a:lnTo>
                  <a:lnTo>
                    <a:pt x="2905442" y="2534269"/>
                  </a:lnTo>
                  <a:lnTo>
                    <a:pt x="2905536" y="2534269"/>
                  </a:lnTo>
                  <a:lnTo>
                    <a:pt x="2905630" y="2534269"/>
                  </a:lnTo>
                  <a:lnTo>
                    <a:pt x="2905819" y="2534269"/>
                  </a:lnTo>
                  <a:lnTo>
                    <a:pt x="2905913" y="2534269"/>
                  </a:lnTo>
                  <a:lnTo>
                    <a:pt x="2906007" y="2534269"/>
                  </a:lnTo>
                  <a:lnTo>
                    <a:pt x="2906195" y="2534269"/>
                  </a:lnTo>
                  <a:lnTo>
                    <a:pt x="2906478" y="2534269"/>
                  </a:lnTo>
                  <a:lnTo>
                    <a:pt x="2906572" y="2534269"/>
                  </a:lnTo>
                  <a:lnTo>
                    <a:pt x="2907042" y="2534269"/>
                  </a:lnTo>
                  <a:lnTo>
                    <a:pt x="2907419" y="2534269"/>
                  </a:lnTo>
                  <a:lnTo>
                    <a:pt x="2907513" y="2534269"/>
                  </a:lnTo>
                  <a:lnTo>
                    <a:pt x="2907607" y="2534269"/>
                  </a:lnTo>
                  <a:lnTo>
                    <a:pt x="2907984" y="2534269"/>
                  </a:lnTo>
                  <a:lnTo>
                    <a:pt x="2908831" y="2534269"/>
                  </a:lnTo>
                  <a:lnTo>
                    <a:pt x="2909208" y="2534269"/>
                  </a:lnTo>
                  <a:lnTo>
                    <a:pt x="2909679" y="2534269"/>
                  </a:lnTo>
                  <a:lnTo>
                    <a:pt x="2909867" y="2534269"/>
                  </a:lnTo>
                  <a:lnTo>
                    <a:pt x="2910244" y="2534269"/>
                  </a:lnTo>
                  <a:lnTo>
                    <a:pt x="2910432" y="2534269"/>
                  </a:lnTo>
                  <a:lnTo>
                    <a:pt x="2910809" y="2534269"/>
                  </a:lnTo>
                  <a:lnTo>
                    <a:pt x="2910997" y="2534269"/>
                  </a:lnTo>
                  <a:lnTo>
                    <a:pt x="2911091" y="2534269"/>
                  </a:lnTo>
                  <a:lnTo>
                    <a:pt x="2911279" y="2534269"/>
                  </a:lnTo>
                  <a:lnTo>
                    <a:pt x="2911468" y="2534269"/>
                  </a:lnTo>
                  <a:lnTo>
                    <a:pt x="2911750" y="2534269"/>
                  </a:lnTo>
                  <a:lnTo>
                    <a:pt x="2911844" y="2534269"/>
                  </a:lnTo>
                  <a:lnTo>
                    <a:pt x="2913162" y="2534269"/>
                  </a:lnTo>
                  <a:lnTo>
                    <a:pt x="2913445" y="2534269"/>
                  </a:lnTo>
                  <a:lnTo>
                    <a:pt x="2913539" y="2534269"/>
                  </a:lnTo>
                  <a:lnTo>
                    <a:pt x="2913633" y="2529358"/>
                  </a:lnTo>
                  <a:lnTo>
                    <a:pt x="2913821" y="2529358"/>
                  </a:lnTo>
                  <a:lnTo>
                    <a:pt x="2913916" y="2529358"/>
                  </a:lnTo>
                  <a:lnTo>
                    <a:pt x="2914010" y="2529358"/>
                  </a:lnTo>
                  <a:lnTo>
                    <a:pt x="2914575" y="2529358"/>
                  </a:lnTo>
                  <a:lnTo>
                    <a:pt x="2914763" y="2529358"/>
                  </a:lnTo>
                  <a:lnTo>
                    <a:pt x="2914857" y="2529358"/>
                  </a:lnTo>
                  <a:lnTo>
                    <a:pt x="2914951" y="2529358"/>
                  </a:lnTo>
                  <a:lnTo>
                    <a:pt x="2915234" y="2529358"/>
                  </a:lnTo>
                  <a:lnTo>
                    <a:pt x="2915422" y="2529358"/>
                  </a:lnTo>
                  <a:lnTo>
                    <a:pt x="2915516" y="2529358"/>
                  </a:lnTo>
                  <a:lnTo>
                    <a:pt x="2915704" y="2529358"/>
                  </a:lnTo>
                  <a:lnTo>
                    <a:pt x="2915799" y="2529358"/>
                  </a:lnTo>
                  <a:lnTo>
                    <a:pt x="2916269" y="2529358"/>
                  </a:lnTo>
                  <a:lnTo>
                    <a:pt x="2916364" y="2529358"/>
                  </a:lnTo>
                  <a:lnTo>
                    <a:pt x="2917117" y="2529358"/>
                  </a:lnTo>
                  <a:lnTo>
                    <a:pt x="2917211" y="2529358"/>
                  </a:lnTo>
                  <a:lnTo>
                    <a:pt x="2917305" y="2529358"/>
                  </a:lnTo>
                  <a:lnTo>
                    <a:pt x="2917493" y="2529358"/>
                  </a:lnTo>
                  <a:lnTo>
                    <a:pt x="2917682" y="2529358"/>
                  </a:lnTo>
                  <a:lnTo>
                    <a:pt x="2917776" y="2529358"/>
                  </a:lnTo>
                  <a:lnTo>
                    <a:pt x="2917964" y="2529358"/>
                  </a:lnTo>
                  <a:lnTo>
                    <a:pt x="2918435" y="2529358"/>
                  </a:lnTo>
                  <a:lnTo>
                    <a:pt x="2918529" y="2529358"/>
                  </a:lnTo>
                  <a:lnTo>
                    <a:pt x="2918717" y="2529358"/>
                  </a:lnTo>
                  <a:lnTo>
                    <a:pt x="2918906" y="2529358"/>
                  </a:lnTo>
                  <a:lnTo>
                    <a:pt x="2919282" y="2529358"/>
                  </a:lnTo>
                  <a:lnTo>
                    <a:pt x="2919659" y="2529358"/>
                  </a:lnTo>
                  <a:lnTo>
                    <a:pt x="2919847" y="2529358"/>
                  </a:lnTo>
                  <a:lnTo>
                    <a:pt x="2920130" y="2529358"/>
                  </a:lnTo>
                  <a:lnTo>
                    <a:pt x="2920600" y="2529358"/>
                  </a:lnTo>
                  <a:lnTo>
                    <a:pt x="2920883" y="2529358"/>
                  </a:lnTo>
                  <a:lnTo>
                    <a:pt x="2921354" y="2529358"/>
                  </a:lnTo>
                  <a:lnTo>
                    <a:pt x="2921448" y="2529358"/>
                  </a:lnTo>
                  <a:lnTo>
                    <a:pt x="2921636" y="2529358"/>
                  </a:lnTo>
                  <a:lnTo>
                    <a:pt x="2922013" y="2529358"/>
                  </a:lnTo>
                  <a:lnTo>
                    <a:pt x="2922295" y="2529358"/>
                  </a:lnTo>
                  <a:lnTo>
                    <a:pt x="2922954" y="2529358"/>
                  </a:lnTo>
                  <a:lnTo>
                    <a:pt x="2923143" y="2529358"/>
                  </a:lnTo>
                  <a:lnTo>
                    <a:pt x="2923613" y="2524446"/>
                  </a:lnTo>
                  <a:lnTo>
                    <a:pt x="2923802" y="2524446"/>
                  </a:lnTo>
                  <a:lnTo>
                    <a:pt x="2923990" y="2524446"/>
                  </a:lnTo>
                  <a:lnTo>
                    <a:pt x="2924178" y="2524446"/>
                  </a:lnTo>
                  <a:lnTo>
                    <a:pt x="2924649" y="2524446"/>
                  </a:lnTo>
                  <a:lnTo>
                    <a:pt x="2924837" y="2524446"/>
                  </a:lnTo>
                  <a:lnTo>
                    <a:pt x="2925214" y="2524446"/>
                  </a:lnTo>
                  <a:lnTo>
                    <a:pt x="2925873" y="2524446"/>
                  </a:lnTo>
                  <a:lnTo>
                    <a:pt x="2926250" y="2524446"/>
                  </a:lnTo>
                  <a:lnTo>
                    <a:pt x="2926344" y="2524446"/>
                  </a:lnTo>
                  <a:lnTo>
                    <a:pt x="2926720" y="2524446"/>
                  </a:lnTo>
                  <a:lnTo>
                    <a:pt x="2926814" y="2524446"/>
                  </a:lnTo>
                  <a:lnTo>
                    <a:pt x="2926909" y="2524446"/>
                  </a:lnTo>
                  <a:lnTo>
                    <a:pt x="2927097" y="2524446"/>
                  </a:lnTo>
                  <a:lnTo>
                    <a:pt x="2927379" y="2524446"/>
                  </a:lnTo>
                  <a:lnTo>
                    <a:pt x="2928321" y="2524446"/>
                  </a:lnTo>
                  <a:lnTo>
                    <a:pt x="2928509" y="2524446"/>
                  </a:lnTo>
                  <a:lnTo>
                    <a:pt x="2928697" y="2524446"/>
                  </a:lnTo>
                  <a:lnTo>
                    <a:pt x="2928792" y="2524446"/>
                  </a:lnTo>
                  <a:lnTo>
                    <a:pt x="2929168" y="2519535"/>
                  </a:lnTo>
                  <a:lnTo>
                    <a:pt x="2929262" y="2519535"/>
                  </a:lnTo>
                  <a:lnTo>
                    <a:pt x="2929357" y="2519535"/>
                  </a:lnTo>
                  <a:lnTo>
                    <a:pt x="2929451" y="2519535"/>
                  </a:lnTo>
                  <a:lnTo>
                    <a:pt x="2930016" y="2514623"/>
                  </a:lnTo>
                  <a:lnTo>
                    <a:pt x="2930110" y="2514623"/>
                  </a:lnTo>
                  <a:lnTo>
                    <a:pt x="2930298" y="2514623"/>
                  </a:lnTo>
                  <a:lnTo>
                    <a:pt x="2930769" y="2514623"/>
                  </a:lnTo>
                  <a:lnTo>
                    <a:pt x="2930863" y="2514623"/>
                  </a:lnTo>
                  <a:lnTo>
                    <a:pt x="2931334" y="2514623"/>
                  </a:lnTo>
                  <a:lnTo>
                    <a:pt x="2931616" y="2514623"/>
                  </a:lnTo>
                  <a:lnTo>
                    <a:pt x="2931710" y="2514623"/>
                  </a:lnTo>
                  <a:lnTo>
                    <a:pt x="2931805" y="2514623"/>
                  </a:lnTo>
                  <a:lnTo>
                    <a:pt x="2931899" y="2514623"/>
                  </a:lnTo>
                  <a:lnTo>
                    <a:pt x="2932275" y="2514623"/>
                  </a:lnTo>
                  <a:lnTo>
                    <a:pt x="2932464" y="2514623"/>
                  </a:lnTo>
                  <a:lnTo>
                    <a:pt x="2932746" y="2514623"/>
                  </a:lnTo>
                  <a:lnTo>
                    <a:pt x="2933028" y="2514623"/>
                  </a:lnTo>
                  <a:lnTo>
                    <a:pt x="2933123" y="2514623"/>
                  </a:lnTo>
                  <a:lnTo>
                    <a:pt x="2933217" y="2509712"/>
                  </a:lnTo>
                  <a:lnTo>
                    <a:pt x="2933405" y="2509712"/>
                  </a:lnTo>
                  <a:lnTo>
                    <a:pt x="2933499" y="2509712"/>
                  </a:lnTo>
                  <a:lnTo>
                    <a:pt x="2933593" y="2504801"/>
                  </a:lnTo>
                  <a:lnTo>
                    <a:pt x="2933688" y="2504801"/>
                  </a:lnTo>
                  <a:lnTo>
                    <a:pt x="2933782" y="2504801"/>
                  </a:lnTo>
                  <a:lnTo>
                    <a:pt x="2933876" y="2504801"/>
                  </a:lnTo>
                  <a:lnTo>
                    <a:pt x="2935476" y="2504801"/>
                  </a:lnTo>
                  <a:lnTo>
                    <a:pt x="2935759" y="2499889"/>
                  </a:lnTo>
                  <a:lnTo>
                    <a:pt x="2935853" y="2499889"/>
                  </a:lnTo>
                  <a:lnTo>
                    <a:pt x="2936041" y="2499889"/>
                  </a:lnTo>
                  <a:lnTo>
                    <a:pt x="2936230" y="2499889"/>
                  </a:lnTo>
                  <a:lnTo>
                    <a:pt x="2936324" y="2499889"/>
                  </a:lnTo>
                  <a:lnTo>
                    <a:pt x="2936889" y="2499889"/>
                  </a:lnTo>
                  <a:lnTo>
                    <a:pt x="2936983" y="2499889"/>
                  </a:lnTo>
                  <a:lnTo>
                    <a:pt x="2937077" y="2499889"/>
                  </a:lnTo>
                  <a:lnTo>
                    <a:pt x="2937265" y="2494978"/>
                  </a:lnTo>
                  <a:lnTo>
                    <a:pt x="2937548" y="2494978"/>
                  </a:lnTo>
                  <a:lnTo>
                    <a:pt x="2937548" y="2490067"/>
                  </a:lnTo>
                  <a:lnTo>
                    <a:pt x="2937642" y="2490067"/>
                  </a:lnTo>
                  <a:lnTo>
                    <a:pt x="2938207" y="2490067"/>
                  </a:lnTo>
                  <a:lnTo>
                    <a:pt x="2938301" y="2490067"/>
                  </a:lnTo>
                  <a:lnTo>
                    <a:pt x="2938395" y="2490067"/>
                  </a:lnTo>
                  <a:lnTo>
                    <a:pt x="2938489" y="2490067"/>
                  </a:lnTo>
                  <a:lnTo>
                    <a:pt x="2938960" y="2490067"/>
                  </a:lnTo>
                  <a:lnTo>
                    <a:pt x="2939054" y="2490067"/>
                  </a:lnTo>
                  <a:lnTo>
                    <a:pt x="2939148" y="2490067"/>
                  </a:lnTo>
                  <a:lnTo>
                    <a:pt x="2939431" y="2490067"/>
                  </a:lnTo>
                  <a:lnTo>
                    <a:pt x="2939525" y="2490067"/>
                  </a:lnTo>
                  <a:lnTo>
                    <a:pt x="2939619" y="2490067"/>
                  </a:lnTo>
                  <a:lnTo>
                    <a:pt x="2939807" y="2490067"/>
                  </a:lnTo>
                  <a:lnTo>
                    <a:pt x="2939902" y="2485155"/>
                  </a:lnTo>
                  <a:lnTo>
                    <a:pt x="2940090" y="2485155"/>
                  </a:lnTo>
                  <a:lnTo>
                    <a:pt x="2940278" y="2485155"/>
                  </a:lnTo>
                  <a:lnTo>
                    <a:pt x="2940467" y="2485155"/>
                  </a:lnTo>
                  <a:lnTo>
                    <a:pt x="2940655" y="2485155"/>
                  </a:lnTo>
                  <a:lnTo>
                    <a:pt x="2940749" y="2485155"/>
                  </a:lnTo>
                  <a:lnTo>
                    <a:pt x="2940843" y="2485155"/>
                  </a:lnTo>
                  <a:lnTo>
                    <a:pt x="2941031" y="2485155"/>
                  </a:lnTo>
                  <a:lnTo>
                    <a:pt x="2941879" y="2485155"/>
                  </a:lnTo>
                  <a:lnTo>
                    <a:pt x="2941973" y="2485155"/>
                  </a:lnTo>
                  <a:lnTo>
                    <a:pt x="2942161" y="2485155"/>
                  </a:lnTo>
                  <a:lnTo>
                    <a:pt x="2942255" y="2485155"/>
                  </a:lnTo>
                  <a:lnTo>
                    <a:pt x="2942350" y="2485155"/>
                  </a:lnTo>
                  <a:lnTo>
                    <a:pt x="2942444" y="2485155"/>
                  </a:lnTo>
                  <a:lnTo>
                    <a:pt x="2942538" y="2485155"/>
                  </a:lnTo>
                  <a:lnTo>
                    <a:pt x="2942632" y="2485155"/>
                  </a:lnTo>
                  <a:lnTo>
                    <a:pt x="2943009" y="2485155"/>
                  </a:lnTo>
                  <a:lnTo>
                    <a:pt x="2943103" y="2485155"/>
                  </a:lnTo>
                  <a:lnTo>
                    <a:pt x="2943197" y="2485155"/>
                  </a:lnTo>
                  <a:lnTo>
                    <a:pt x="2943291" y="2485155"/>
                  </a:lnTo>
                  <a:lnTo>
                    <a:pt x="2943479" y="2485155"/>
                  </a:lnTo>
                  <a:lnTo>
                    <a:pt x="2944044" y="2485155"/>
                  </a:lnTo>
                  <a:lnTo>
                    <a:pt x="2944233" y="2485155"/>
                  </a:lnTo>
                  <a:lnTo>
                    <a:pt x="2944421" y="2485155"/>
                  </a:lnTo>
                  <a:lnTo>
                    <a:pt x="2944609" y="2485155"/>
                  </a:lnTo>
                  <a:lnTo>
                    <a:pt x="2944703" y="2485155"/>
                  </a:lnTo>
                  <a:lnTo>
                    <a:pt x="2944798" y="2485155"/>
                  </a:lnTo>
                  <a:lnTo>
                    <a:pt x="2944892" y="2485155"/>
                  </a:lnTo>
                  <a:lnTo>
                    <a:pt x="2944986" y="2485155"/>
                  </a:lnTo>
                  <a:lnTo>
                    <a:pt x="2945080" y="2485155"/>
                  </a:lnTo>
                  <a:lnTo>
                    <a:pt x="2945174" y="2485155"/>
                  </a:lnTo>
                  <a:lnTo>
                    <a:pt x="2945362" y="2480244"/>
                  </a:lnTo>
                  <a:lnTo>
                    <a:pt x="2945739" y="2480244"/>
                  </a:lnTo>
                  <a:lnTo>
                    <a:pt x="2945833" y="2480244"/>
                  </a:lnTo>
                  <a:lnTo>
                    <a:pt x="2945927" y="2480244"/>
                  </a:lnTo>
                  <a:lnTo>
                    <a:pt x="2946021" y="2480244"/>
                  </a:lnTo>
                  <a:lnTo>
                    <a:pt x="2946398" y="2475332"/>
                  </a:lnTo>
                  <a:lnTo>
                    <a:pt x="2946775" y="2475332"/>
                  </a:lnTo>
                  <a:lnTo>
                    <a:pt x="2947245" y="2475332"/>
                  </a:lnTo>
                  <a:lnTo>
                    <a:pt x="2947340" y="2475332"/>
                  </a:lnTo>
                  <a:lnTo>
                    <a:pt x="2947999" y="2475332"/>
                  </a:lnTo>
                  <a:lnTo>
                    <a:pt x="2948281" y="2475332"/>
                  </a:lnTo>
                  <a:lnTo>
                    <a:pt x="2948375" y="2475332"/>
                  </a:lnTo>
                  <a:lnTo>
                    <a:pt x="2948564" y="2475332"/>
                  </a:lnTo>
                  <a:lnTo>
                    <a:pt x="2948752" y="2475332"/>
                  </a:lnTo>
                  <a:lnTo>
                    <a:pt x="2949034" y="2475332"/>
                  </a:lnTo>
                  <a:lnTo>
                    <a:pt x="2949411" y="2475332"/>
                  </a:lnTo>
                  <a:lnTo>
                    <a:pt x="2949788" y="2475332"/>
                  </a:lnTo>
                  <a:lnTo>
                    <a:pt x="2949882" y="2475332"/>
                  </a:lnTo>
                  <a:lnTo>
                    <a:pt x="2950070" y="2475332"/>
                  </a:lnTo>
                  <a:lnTo>
                    <a:pt x="2950164" y="2475332"/>
                  </a:lnTo>
                  <a:lnTo>
                    <a:pt x="2950352" y="2475332"/>
                  </a:lnTo>
                  <a:lnTo>
                    <a:pt x="2950447" y="2475332"/>
                  </a:lnTo>
                  <a:lnTo>
                    <a:pt x="2950823" y="2475332"/>
                  </a:lnTo>
                  <a:lnTo>
                    <a:pt x="2951388" y="2475332"/>
                  </a:lnTo>
                  <a:lnTo>
                    <a:pt x="2951576" y="2470421"/>
                  </a:lnTo>
                  <a:lnTo>
                    <a:pt x="2952047" y="2470421"/>
                  </a:lnTo>
                  <a:lnTo>
                    <a:pt x="2952236" y="2470421"/>
                  </a:lnTo>
                  <a:lnTo>
                    <a:pt x="2952330" y="2470421"/>
                  </a:lnTo>
                  <a:lnTo>
                    <a:pt x="2952989" y="2470421"/>
                  </a:lnTo>
                  <a:lnTo>
                    <a:pt x="2953177" y="2470421"/>
                  </a:lnTo>
                  <a:lnTo>
                    <a:pt x="2953742" y="2470421"/>
                  </a:lnTo>
                  <a:lnTo>
                    <a:pt x="2953836" y="2470421"/>
                  </a:lnTo>
                  <a:lnTo>
                    <a:pt x="2954119" y="2470421"/>
                  </a:lnTo>
                  <a:lnTo>
                    <a:pt x="2954495" y="2470421"/>
                  </a:lnTo>
                  <a:lnTo>
                    <a:pt x="2954589" y="2470421"/>
                  </a:lnTo>
                  <a:lnTo>
                    <a:pt x="2954872" y="2470421"/>
                  </a:lnTo>
                  <a:lnTo>
                    <a:pt x="2954966" y="2470421"/>
                  </a:lnTo>
                  <a:lnTo>
                    <a:pt x="2955248" y="2470421"/>
                  </a:lnTo>
                  <a:lnTo>
                    <a:pt x="2955531" y="2470421"/>
                  </a:lnTo>
                  <a:lnTo>
                    <a:pt x="2955813" y="2470421"/>
                  </a:lnTo>
                  <a:lnTo>
                    <a:pt x="2955907" y="2470421"/>
                  </a:lnTo>
                  <a:lnTo>
                    <a:pt x="2956096" y="2470421"/>
                  </a:lnTo>
                  <a:lnTo>
                    <a:pt x="2956378" y="2470421"/>
                  </a:lnTo>
                  <a:lnTo>
                    <a:pt x="2956567" y="2470421"/>
                  </a:lnTo>
                  <a:lnTo>
                    <a:pt x="2957602" y="2470421"/>
                  </a:lnTo>
                  <a:lnTo>
                    <a:pt x="2957791" y="2470421"/>
                  </a:lnTo>
                  <a:lnTo>
                    <a:pt x="2958261" y="2470421"/>
                  </a:lnTo>
                  <a:lnTo>
                    <a:pt x="2958355" y="2470421"/>
                  </a:lnTo>
                  <a:lnTo>
                    <a:pt x="2959014" y="2470421"/>
                  </a:lnTo>
                  <a:lnTo>
                    <a:pt x="2959391" y="2470421"/>
                  </a:lnTo>
                  <a:lnTo>
                    <a:pt x="2959862" y="2470421"/>
                  </a:lnTo>
                  <a:lnTo>
                    <a:pt x="2959956" y="2470421"/>
                  </a:lnTo>
                  <a:lnTo>
                    <a:pt x="2960615" y="2470421"/>
                  </a:lnTo>
                  <a:lnTo>
                    <a:pt x="2960709" y="2470421"/>
                  </a:lnTo>
                  <a:lnTo>
                    <a:pt x="2960803" y="2470421"/>
                  </a:lnTo>
                  <a:lnTo>
                    <a:pt x="2960898" y="2470421"/>
                  </a:lnTo>
                  <a:lnTo>
                    <a:pt x="2960992" y="2470421"/>
                  </a:lnTo>
                  <a:lnTo>
                    <a:pt x="2961274" y="2470421"/>
                  </a:lnTo>
                  <a:lnTo>
                    <a:pt x="2961368" y="2470421"/>
                  </a:lnTo>
                  <a:lnTo>
                    <a:pt x="2961462" y="2470421"/>
                  </a:lnTo>
                  <a:lnTo>
                    <a:pt x="2961745" y="2470421"/>
                  </a:lnTo>
                  <a:lnTo>
                    <a:pt x="2962122" y="2470421"/>
                  </a:lnTo>
                  <a:lnTo>
                    <a:pt x="2962216" y="2470421"/>
                  </a:lnTo>
                  <a:lnTo>
                    <a:pt x="2962686" y="2470421"/>
                  </a:lnTo>
                  <a:lnTo>
                    <a:pt x="2962781" y="2470421"/>
                  </a:lnTo>
                  <a:lnTo>
                    <a:pt x="2962969" y="2470421"/>
                  </a:lnTo>
                  <a:lnTo>
                    <a:pt x="2963440" y="2470421"/>
                  </a:lnTo>
                  <a:lnTo>
                    <a:pt x="2963816" y="2470421"/>
                  </a:lnTo>
                  <a:lnTo>
                    <a:pt x="2963910" y="2470421"/>
                  </a:lnTo>
                  <a:lnTo>
                    <a:pt x="2964005" y="2470421"/>
                  </a:lnTo>
                  <a:lnTo>
                    <a:pt x="2964381" y="2470421"/>
                  </a:lnTo>
                  <a:lnTo>
                    <a:pt x="2964475" y="2470421"/>
                  </a:lnTo>
                  <a:lnTo>
                    <a:pt x="2964569" y="2470421"/>
                  </a:lnTo>
                  <a:lnTo>
                    <a:pt x="2964664" y="2470421"/>
                  </a:lnTo>
                  <a:lnTo>
                    <a:pt x="2964946" y="2470421"/>
                  </a:lnTo>
                  <a:lnTo>
                    <a:pt x="2965040" y="2470421"/>
                  </a:lnTo>
                  <a:lnTo>
                    <a:pt x="2965134" y="2470421"/>
                  </a:lnTo>
                  <a:lnTo>
                    <a:pt x="2965699" y="2470421"/>
                  </a:lnTo>
                  <a:lnTo>
                    <a:pt x="2965793" y="2470421"/>
                  </a:lnTo>
                  <a:lnTo>
                    <a:pt x="2965888" y="2470421"/>
                  </a:lnTo>
                  <a:lnTo>
                    <a:pt x="2965982" y="2470421"/>
                  </a:lnTo>
                  <a:lnTo>
                    <a:pt x="2966076" y="2470421"/>
                  </a:lnTo>
                  <a:lnTo>
                    <a:pt x="2966264" y="2470421"/>
                  </a:lnTo>
                  <a:lnTo>
                    <a:pt x="2966547" y="2470421"/>
                  </a:lnTo>
                  <a:lnTo>
                    <a:pt x="2969560" y="2450776"/>
                  </a:lnTo>
                  <a:lnTo>
                    <a:pt x="2969936" y="2450776"/>
                  </a:lnTo>
                  <a:lnTo>
                    <a:pt x="2970124" y="2450776"/>
                  </a:lnTo>
                  <a:lnTo>
                    <a:pt x="2970219" y="2445864"/>
                  </a:lnTo>
                  <a:lnTo>
                    <a:pt x="2970313" y="2445864"/>
                  </a:lnTo>
                  <a:lnTo>
                    <a:pt x="2970407" y="2445864"/>
                  </a:lnTo>
                  <a:lnTo>
                    <a:pt x="2970595" y="2445864"/>
                  </a:lnTo>
                  <a:lnTo>
                    <a:pt x="2970689" y="2445864"/>
                  </a:lnTo>
                  <a:lnTo>
                    <a:pt x="2970784" y="2445864"/>
                  </a:lnTo>
                  <a:lnTo>
                    <a:pt x="2970878" y="2445864"/>
                  </a:lnTo>
                  <a:lnTo>
                    <a:pt x="2970972" y="2445864"/>
                  </a:lnTo>
                  <a:lnTo>
                    <a:pt x="2971254" y="2445864"/>
                  </a:lnTo>
                  <a:lnTo>
                    <a:pt x="2971443" y="2445864"/>
                  </a:lnTo>
                  <a:lnTo>
                    <a:pt x="2971631" y="2445864"/>
                  </a:lnTo>
                  <a:lnTo>
                    <a:pt x="2971819" y="2445864"/>
                  </a:lnTo>
                  <a:lnTo>
                    <a:pt x="2972196" y="2445864"/>
                  </a:lnTo>
                  <a:lnTo>
                    <a:pt x="2972572" y="2445864"/>
                  </a:lnTo>
                  <a:lnTo>
                    <a:pt x="2972667" y="2445864"/>
                  </a:lnTo>
                  <a:lnTo>
                    <a:pt x="2972761" y="2445864"/>
                  </a:lnTo>
                  <a:lnTo>
                    <a:pt x="2972855" y="2445864"/>
                  </a:lnTo>
                  <a:lnTo>
                    <a:pt x="2972949" y="2445864"/>
                  </a:lnTo>
                  <a:lnTo>
                    <a:pt x="2973137" y="2445864"/>
                  </a:lnTo>
                  <a:lnTo>
                    <a:pt x="2973326" y="2445864"/>
                  </a:lnTo>
                  <a:lnTo>
                    <a:pt x="2973420" y="2445864"/>
                  </a:lnTo>
                  <a:lnTo>
                    <a:pt x="2973608" y="2445864"/>
                  </a:lnTo>
                  <a:lnTo>
                    <a:pt x="2973891" y="2440953"/>
                  </a:lnTo>
                  <a:lnTo>
                    <a:pt x="2974079" y="2440953"/>
                  </a:lnTo>
                  <a:lnTo>
                    <a:pt x="2974644" y="2440953"/>
                  </a:lnTo>
                  <a:lnTo>
                    <a:pt x="2974738" y="2440953"/>
                  </a:lnTo>
                  <a:lnTo>
                    <a:pt x="2975209" y="2440953"/>
                  </a:lnTo>
                  <a:lnTo>
                    <a:pt x="2975774" y="2440953"/>
                  </a:lnTo>
                  <a:lnTo>
                    <a:pt x="2975868" y="2440953"/>
                  </a:lnTo>
                  <a:lnTo>
                    <a:pt x="2975962" y="2440953"/>
                  </a:lnTo>
                  <a:lnTo>
                    <a:pt x="2976056" y="2440953"/>
                  </a:lnTo>
                  <a:lnTo>
                    <a:pt x="2976150" y="2440953"/>
                  </a:lnTo>
                  <a:lnTo>
                    <a:pt x="2976715" y="2440953"/>
                  </a:lnTo>
                  <a:lnTo>
                    <a:pt x="2976809" y="2440953"/>
                  </a:lnTo>
                  <a:lnTo>
                    <a:pt x="2977092" y="2440953"/>
                  </a:lnTo>
                  <a:lnTo>
                    <a:pt x="2977468" y="2440953"/>
                  </a:lnTo>
                  <a:lnTo>
                    <a:pt x="2977939" y="2440953"/>
                  </a:lnTo>
                  <a:lnTo>
                    <a:pt x="2978127" y="2440953"/>
                  </a:lnTo>
                  <a:lnTo>
                    <a:pt x="2978316" y="2440953"/>
                  </a:lnTo>
                  <a:lnTo>
                    <a:pt x="2978410" y="2440953"/>
                  </a:lnTo>
                  <a:lnTo>
                    <a:pt x="2978504" y="2440953"/>
                  </a:lnTo>
                  <a:lnTo>
                    <a:pt x="2978598" y="2440953"/>
                  </a:lnTo>
                  <a:lnTo>
                    <a:pt x="2978692" y="2440953"/>
                  </a:lnTo>
                  <a:lnTo>
                    <a:pt x="2978975" y="2440953"/>
                  </a:lnTo>
                  <a:lnTo>
                    <a:pt x="2979163" y="2440953"/>
                  </a:lnTo>
                  <a:lnTo>
                    <a:pt x="2979351" y="2440953"/>
                  </a:lnTo>
                  <a:lnTo>
                    <a:pt x="2979634" y="2440953"/>
                  </a:lnTo>
                  <a:lnTo>
                    <a:pt x="2979728" y="2440953"/>
                  </a:lnTo>
                  <a:lnTo>
                    <a:pt x="2980010" y="2440953"/>
                  </a:lnTo>
                  <a:lnTo>
                    <a:pt x="2980105" y="2440953"/>
                  </a:lnTo>
                  <a:lnTo>
                    <a:pt x="2980199" y="2440953"/>
                  </a:lnTo>
                  <a:lnTo>
                    <a:pt x="2980387" y="2440953"/>
                  </a:lnTo>
                  <a:lnTo>
                    <a:pt x="2980481" y="2440953"/>
                  </a:lnTo>
                  <a:lnTo>
                    <a:pt x="2980575" y="2440953"/>
                  </a:lnTo>
                  <a:lnTo>
                    <a:pt x="2980764" y="2440953"/>
                  </a:lnTo>
                  <a:lnTo>
                    <a:pt x="2980858" y="2440953"/>
                  </a:lnTo>
                  <a:lnTo>
                    <a:pt x="2980952" y="2440953"/>
                  </a:lnTo>
                  <a:lnTo>
                    <a:pt x="2981046" y="2436041"/>
                  </a:lnTo>
                  <a:lnTo>
                    <a:pt x="2981799" y="2436041"/>
                  </a:lnTo>
                  <a:lnTo>
                    <a:pt x="2982270" y="2436041"/>
                  </a:lnTo>
                  <a:lnTo>
                    <a:pt x="2982835" y="2436041"/>
                  </a:lnTo>
                  <a:lnTo>
                    <a:pt x="2982929" y="2436041"/>
                  </a:lnTo>
                  <a:lnTo>
                    <a:pt x="2983212" y="2436041"/>
                  </a:lnTo>
                  <a:lnTo>
                    <a:pt x="2983494" y="2436041"/>
                  </a:lnTo>
                  <a:lnTo>
                    <a:pt x="2983682" y="2431130"/>
                  </a:lnTo>
                  <a:lnTo>
                    <a:pt x="2983777" y="2431130"/>
                  </a:lnTo>
                  <a:lnTo>
                    <a:pt x="2984718" y="2431130"/>
                  </a:lnTo>
                  <a:lnTo>
                    <a:pt x="2984812" y="2431130"/>
                  </a:lnTo>
                  <a:lnTo>
                    <a:pt x="2984906" y="2431130"/>
                  </a:lnTo>
                  <a:lnTo>
                    <a:pt x="2985095" y="2431130"/>
                  </a:lnTo>
                  <a:lnTo>
                    <a:pt x="2985565" y="2431130"/>
                  </a:lnTo>
                  <a:lnTo>
                    <a:pt x="2985754" y="2431130"/>
                  </a:lnTo>
                  <a:lnTo>
                    <a:pt x="2985848" y="2431130"/>
                  </a:lnTo>
                  <a:lnTo>
                    <a:pt x="2986224" y="2431130"/>
                  </a:lnTo>
                  <a:lnTo>
                    <a:pt x="2986319" y="2431130"/>
                  </a:lnTo>
                  <a:lnTo>
                    <a:pt x="2986695" y="2431130"/>
                  </a:lnTo>
                  <a:lnTo>
                    <a:pt x="2986884" y="2431130"/>
                  </a:lnTo>
                  <a:lnTo>
                    <a:pt x="2986978" y="2431130"/>
                  </a:lnTo>
                  <a:lnTo>
                    <a:pt x="2987166" y="2431130"/>
                  </a:lnTo>
                  <a:lnTo>
                    <a:pt x="2987260" y="2431130"/>
                  </a:lnTo>
                  <a:lnTo>
                    <a:pt x="2987448" y="2431130"/>
                  </a:lnTo>
                  <a:lnTo>
                    <a:pt x="2987731" y="2431130"/>
                  </a:lnTo>
                  <a:lnTo>
                    <a:pt x="2987825" y="2431130"/>
                  </a:lnTo>
                  <a:lnTo>
                    <a:pt x="2987825" y="2421307"/>
                  </a:lnTo>
                  <a:lnTo>
                    <a:pt x="2987919" y="2421307"/>
                  </a:lnTo>
                  <a:lnTo>
                    <a:pt x="2988296" y="2421307"/>
                  </a:lnTo>
                  <a:lnTo>
                    <a:pt x="2988484" y="2421307"/>
                  </a:lnTo>
                  <a:lnTo>
                    <a:pt x="2988578" y="2421307"/>
                  </a:lnTo>
                  <a:lnTo>
                    <a:pt x="2988672" y="2421307"/>
                  </a:lnTo>
                  <a:lnTo>
                    <a:pt x="2989143" y="2421307"/>
                  </a:lnTo>
                  <a:lnTo>
                    <a:pt x="2989520" y="2421307"/>
                  </a:lnTo>
                  <a:lnTo>
                    <a:pt x="2989896" y="2421307"/>
                  </a:lnTo>
                  <a:lnTo>
                    <a:pt x="2990367" y="2421307"/>
                  </a:lnTo>
                  <a:lnTo>
                    <a:pt x="2990461" y="2421307"/>
                  </a:lnTo>
                  <a:lnTo>
                    <a:pt x="2990932" y="2421307"/>
                  </a:lnTo>
                  <a:lnTo>
                    <a:pt x="2991026" y="2421307"/>
                  </a:lnTo>
                  <a:lnTo>
                    <a:pt x="2991591" y="2421307"/>
                  </a:lnTo>
                  <a:lnTo>
                    <a:pt x="2991968" y="2421307"/>
                  </a:lnTo>
                  <a:lnTo>
                    <a:pt x="2992344" y="2421307"/>
                  </a:lnTo>
                  <a:lnTo>
                    <a:pt x="2992533" y="2416396"/>
                  </a:lnTo>
                  <a:lnTo>
                    <a:pt x="2992815" y="2416396"/>
                  </a:lnTo>
                  <a:lnTo>
                    <a:pt x="2993098" y="2416396"/>
                  </a:lnTo>
                  <a:lnTo>
                    <a:pt x="2993286" y="2416396"/>
                  </a:lnTo>
                  <a:lnTo>
                    <a:pt x="2993757" y="2411485"/>
                  </a:lnTo>
                  <a:lnTo>
                    <a:pt x="2994039" y="2411485"/>
                  </a:lnTo>
                  <a:lnTo>
                    <a:pt x="2994133" y="2411485"/>
                  </a:lnTo>
                  <a:lnTo>
                    <a:pt x="2994227" y="2411485"/>
                  </a:lnTo>
                  <a:lnTo>
                    <a:pt x="2994322" y="2411485"/>
                  </a:lnTo>
                  <a:lnTo>
                    <a:pt x="2994698" y="2411485"/>
                  </a:lnTo>
                  <a:lnTo>
                    <a:pt x="2995075" y="2411485"/>
                  </a:lnTo>
                  <a:lnTo>
                    <a:pt x="2995169" y="2411485"/>
                  </a:lnTo>
                  <a:lnTo>
                    <a:pt x="2996205" y="2411485"/>
                  </a:lnTo>
                  <a:lnTo>
                    <a:pt x="2996299" y="2411485"/>
                  </a:lnTo>
                  <a:lnTo>
                    <a:pt x="2996393" y="2411485"/>
                  </a:lnTo>
                  <a:lnTo>
                    <a:pt x="2996864" y="2411485"/>
                  </a:lnTo>
                  <a:lnTo>
                    <a:pt x="2997052" y="2411485"/>
                  </a:lnTo>
                  <a:lnTo>
                    <a:pt x="2997146" y="2411485"/>
                  </a:lnTo>
                  <a:lnTo>
                    <a:pt x="2997240" y="2411485"/>
                  </a:lnTo>
                  <a:lnTo>
                    <a:pt x="2997429" y="2411485"/>
                  </a:lnTo>
                  <a:lnTo>
                    <a:pt x="2997523" y="2411485"/>
                  </a:lnTo>
                  <a:lnTo>
                    <a:pt x="2997711" y="2411485"/>
                  </a:lnTo>
                  <a:lnTo>
                    <a:pt x="2998182" y="2411485"/>
                  </a:lnTo>
                  <a:lnTo>
                    <a:pt x="2998370" y="2411485"/>
                  </a:lnTo>
                  <a:lnTo>
                    <a:pt x="2998464" y="2411485"/>
                  </a:lnTo>
                  <a:lnTo>
                    <a:pt x="2998747" y="2411485"/>
                  </a:lnTo>
                  <a:lnTo>
                    <a:pt x="2998841" y="2411485"/>
                  </a:lnTo>
                  <a:lnTo>
                    <a:pt x="2999123" y="2411485"/>
                  </a:lnTo>
                  <a:lnTo>
                    <a:pt x="2999217" y="2411485"/>
                  </a:lnTo>
                  <a:lnTo>
                    <a:pt x="2999312" y="2411485"/>
                  </a:lnTo>
                  <a:lnTo>
                    <a:pt x="2999688" y="2411485"/>
                  </a:lnTo>
                  <a:lnTo>
                    <a:pt x="2999877" y="2411485"/>
                  </a:lnTo>
                  <a:lnTo>
                    <a:pt x="2999971" y="2411485"/>
                  </a:lnTo>
                  <a:lnTo>
                    <a:pt x="3000065" y="2411485"/>
                  </a:lnTo>
                  <a:lnTo>
                    <a:pt x="3000724" y="2411485"/>
                  </a:lnTo>
                  <a:lnTo>
                    <a:pt x="3000912" y="2411485"/>
                  </a:lnTo>
                  <a:lnTo>
                    <a:pt x="3001289" y="2411485"/>
                  </a:lnTo>
                  <a:lnTo>
                    <a:pt x="3001383" y="2411485"/>
                  </a:lnTo>
                  <a:lnTo>
                    <a:pt x="3001477" y="2411485"/>
                  </a:lnTo>
                  <a:lnTo>
                    <a:pt x="3001760" y="2411485"/>
                  </a:lnTo>
                  <a:lnTo>
                    <a:pt x="3002042" y="2411485"/>
                  </a:lnTo>
                  <a:lnTo>
                    <a:pt x="3002230" y="2411485"/>
                  </a:lnTo>
                  <a:lnTo>
                    <a:pt x="3002513" y="2411485"/>
                  </a:lnTo>
                  <a:lnTo>
                    <a:pt x="3002607" y="2411485"/>
                  </a:lnTo>
                  <a:lnTo>
                    <a:pt x="3002701" y="2411485"/>
                  </a:lnTo>
                  <a:lnTo>
                    <a:pt x="3003078" y="2406573"/>
                  </a:lnTo>
                  <a:lnTo>
                    <a:pt x="3003172" y="2406573"/>
                  </a:lnTo>
                  <a:lnTo>
                    <a:pt x="3003266" y="2406573"/>
                  </a:lnTo>
                  <a:lnTo>
                    <a:pt x="3003360" y="2401662"/>
                  </a:lnTo>
                  <a:lnTo>
                    <a:pt x="3003548" y="2401662"/>
                  </a:lnTo>
                  <a:lnTo>
                    <a:pt x="3003643" y="2401662"/>
                  </a:lnTo>
                  <a:lnTo>
                    <a:pt x="3003925" y="2401662"/>
                  </a:lnTo>
                  <a:lnTo>
                    <a:pt x="3004019" y="2401662"/>
                  </a:lnTo>
                  <a:lnTo>
                    <a:pt x="3004302" y="2401662"/>
                  </a:lnTo>
                  <a:lnTo>
                    <a:pt x="3004396" y="2401662"/>
                  </a:lnTo>
                  <a:lnTo>
                    <a:pt x="3004584" y="2401662"/>
                  </a:lnTo>
                  <a:lnTo>
                    <a:pt x="3004678" y="2401662"/>
                  </a:lnTo>
                  <a:lnTo>
                    <a:pt x="3004772" y="2401662"/>
                  </a:lnTo>
                  <a:lnTo>
                    <a:pt x="3004867" y="2401662"/>
                  </a:lnTo>
                  <a:lnTo>
                    <a:pt x="3005055" y="2401662"/>
                  </a:lnTo>
                  <a:lnTo>
                    <a:pt x="3005243" y="2396750"/>
                  </a:lnTo>
                  <a:lnTo>
                    <a:pt x="3005432" y="2396750"/>
                  </a:lnTo>
                  <a:lnTo>
                    <a:pt x="3005714" y="2396750"/>
                  </a:lnTo>
                  <a:lnTo>
                    <a:pt x="3005808" y="2396750"/>
                  </a:lnTo>
                  <a:lnTo>
                    <a:pt x="3005902" y="2396750"/>
                  </a:lnTo>
                  <a:lnTo>
                    <a:pt x="3006091" y="2396750"/>
                  </a:lnTo>
                  <a:lnTo>
                    <a:pt x="3006373" y="2396750"/>
                  </a:lnTo>
                  <a:lnTo>
                    <a:pt x="3006561" y="2396750"/>
                  </a:lnTo>
                  <a:lnTo>
                    <a:pt x="3006656" y="2396750"/>
                  </a:lnTo>
                  <a:lnTo>
                    <a:pt x="3007409" y="2391839"/>
                  </a:lnTo>
                  <a:lnTo>
                    <a:pt x="3007503" y="2391839"/>
                  </a:lnTo>
                  <a:lnTo>
                    <a:pt x="3007597" y="2391839"/>
                  </a:lnTo>
                  <a:lnTo>
                    <a:pt x="3007785" y="2391839"/>
                  </a:lnTo>
                  <a:lnTo>
                    <a:pt x="3007879" y="2391839"/>
                  </a:lnTo>
                  <a:lnTo>
                    <a:pt x="3008068" y="2391839"/>
                  </a:lnTo>
                  <a:lnTo>
                    <a:pt x="3008162" y="2391839"/>
                  </a:lnTo>
                  <a:lnTo>
                    <a:pt x="3008256" y="2391839"/>
                  </a:lnTo>
                  <a:lnTo>
                    <a:pt x="3008444" y="2391839"/>
                  </a:lnTo>
                  <a:lnTo>
                    <a:pt x="3008539" y="2391839"/>
                  </a:lnTo>
                  <a:lnTo>
                    <a:pt x="3008633" y="2391839"/>
                  </a:lnTo>
                  <a:lnTo>
                    <a:pt x="3008915" y="2391839"/>
                  </a:lnTo>
                  <a:lnTo>
                    <a:pt x="3009103" y="2391839"/>
                  </a:lnTo>
                  <a:lnTo>
                    <a:pt x="3009198" y="2391839"/>
                  </a:lnTo>
                  <a:lnTo>
                    <a:pt x="3009386" y="2391839"/>
                  </a:lnTo>
                  <a:lnTo>
                    <a:pt x="3009480" y="2391839"/>
                  </a:lnTo>
                  <a:lnTo>
                    <a:pt x="3010327" y="2391839"/>
                  </a:lnTo>
                  <a:lnTo>
                    <a:pt x="3010516" y="2391839"/>
                  </a:lnTo>
                  <a:lnTo>
                    <a:pt x="3010892" y="2391839"/>
                  </a:lnTo>
                  <a:lnTo>
                    <a:pt x="3011175" y="2391839"/>
                  </a:lnTo>
                  <a:lnTo>
                    <a:pt x="3011269" y="2391839"/>
                  </a:lnTo>
                  <a:lnTo>
                    <a:pt x="3011269" y="2386928"/>
                  </a:lnTo>
                  <a:lnTo>
                    <a:pt x="3011363" y="2382016"/>
                  </a:lnTo>
                  <a:lnTo>
                    <a:pt x="3011457" y="2382016"/>
                  </a:lnTo>
                  <a:lnTo>
                    <a:pt x="3011834" y="2382016"/>
                  </a:lnTo>
                  <a:lnTo>
                    <a:pt x="3012399" y="2382016"/>
                  </a:lnTo>
                  <a:lnTo>
                    <a:pt x="3012493" y="2382016"/>
                  </a:lnTo>
                  <a:lnTo>
                    <a:pt x="3012587" y="2382016"/>
                  </a:lnTo>
                  <a:lnTo>
                    <a:pt x="3012775" y="2377105"/>
                  </a:lnTo>
                  <a:lnTo>
                    <a:pt x="3012870" y="2377105"/>
                  </a:lnTo>
                  <a:lnTo>
                    <a:pt x="3013246" y="2377105"/>
                  </a:lnTo>
                  <a:lnTo>
                    <a:pt x="3013340" y="2377105"/>
                  </a:lnTo>
                  <a:lnTo>
                    <a:pt x="3013529" y="2377105"/>
                  </a:lnTo>
                  <a:lnTo>
                    <a:pt x="3013623" y="2377105"/>
                  </a:lnTo>
                  <a:lnTo>
                    <a:pt x="3014188" y="2377105"/>
                  </a:lnTo>
                  <a:lnTo>
                    <a:pt x="3014282" y="2377105"/>
                  </a:lnTo>
                  <a:lnTo>
                    <a:pt x="3014376" y="2377105"/>
                  </a:lnTo>
                  <a:lnTo>
                    <a:pt x="3014564" y="2377105"/>
                  </a:lnTo>
                  <a:lnTo>
                    <a:pt x="3014847" y="2377105"/>
                  </a:lnTo>
                  <a:lnTo>
                    <a:pt x="3014941" y="2377105"/>
                  </a:lnTo>
                  <a:lnTo>
                    <a:pt x="3015035" y="2377105"/>
                  </a:lnTo>
                  <a:lnTo>
                    <a:pt x="3015318" y="2377105"/>
                  </a:lnTo>
                  <a:lnTo>
                    <a:pt x="3015694" y="2377105"/>
                  </a:lnTo>
                  <a:lnTo>
                    <a:pt x="3015788" y="2377105"/>
                  </a:lnTo>
                  <a:lnTo>
                    <a:pt x="3016259" y="2377105"/>
                  </a:lnTo>
                  <a:lnTo>
                    <a:pt x="3016541" y="2377105"/>
                  </a:lnTo>
                  <a:lnTo>
                    <a:pt x="3016918" y="2377105"/>
                  </a:lnTo>
                  <a:lnTo>
                    <a:pt x="3017012" y="2377105"/>
                  </a:lnTo>
                  <a:lnTo>
                    <a:pt x="3017106" y="2377105"/>
                  </a:lnTo>
                  <a:lnTo>
                    <a:pt x="3017295" y="2377105"/>
                  </a:lnTo>
                  <a:lnTo>
                    <a:pt x="3017389" y="2377105"/>
                  </a:lnTo>
                  <a:lnTo>
                    <a:pt x="3017765" y="2377105"/>
                  </a:lnTo>
                  <a:lnTo>
                    <a:pt x="3017860" y="2377105"/>
                  </a:lnTo>
                  <a:lnTo>
                    <a:pt x="3018895" y="2377105"/>
                  </a:lnTo>
                  <a:lnTo>
                    <a:pt x="3019178" y="2377105"/>
                  </a:lnTo>
                  <a:lnTo>
                    <a:pt x="3019272" y="2377105"/>
                  </a:lnTo>
                  <a:lnTo>
                    <a:pt x="3019460" y="2377105"/>
                  </a:lnTo>
                  <a:lnTo>
                    <a:pt x="3019554" y="2377105"/>
                  </a:lnTo>
                  <a:lnTo>
                    <a:pt x="3019837" y="2377105"/>
                  </a:lnTo>
                  <a:lnTo>
                    <a:pt x="3019931" y="2377105"/>
                  </a:lnTo>
                  <a:lnTo>
                    <a:pt x="3020213" y="2377105"/>
                  </a:lnTo>
                  <a:lnTo>
                    <a:pt x="3020308" y="2377105"/>
                  </a:lnTo>
                  <a:lnTo>
                    <a:pt x="3020402" y="2377105"/>
                  </a:lnTo>
                  <a:lnTo>
                    <a:pt x="3021061" y="2377105"/>
                  </a:lnTo>
                  <a:lnTo>
                    <a:pt x="3021155" y="2377105"/>
                  </a:lnTo>
                  <a:lnTo>
                    <a:pt x="3021249" y="2377105"/>
                  </a:lnTo>
                  <a:lnTo>
                    <a:pt x="3021532" y="2377105"/>
                  </a:lnTo>
                  <a:lnTo>
                    <a:pt x="3021814" y="2377105"/>
                  </a:lnTo>
                  <a:lnTo>
                    <a:pt x="3021908" y="2377105"/>
                  </a:lnTo>
                  <a:lnTo>
                    <a:pt x="3022473" y="2377105"/>
                  </a:lnTo>
                  <a:lnTo>
                    <a:pt x="3022850" y="2377105"/>
                  </a:lnTo>
                  <a:lnTo>
                    <a:pt x="3023132" y="2377105"/>
                  </a:lnTo>
                  <a:lnTo>
                    <a:pt x="3023320" y="2377105"/>
                  </a:lnTo>
                  <a:lnTo>
                    <a:pt x="3023509" y="2377105"/>
                  </a:lnTo>
                  <a:lnTo>
                    <a:pt x="3023603" y="2377105"/>
                  </a:lnTo>
                  <a:lnTo>
                    <a:pt x="3023885" y="2377105"/>
                  </a:lnTo>
                  <a:lnTo>
                    <a:pt x="3023980" y="2377105"/>
                  </a:lnTo>
                  <a:lnTo>
                    <a:pt x="3024262" y="2377105"/>
                  </a:lnTo>
                  <a:lnTo>
                    <a:pt x="3024450" y="2377105"/>
                  </a:lnTo>
                  <a:lnTo>
                    <a:pt x="3024639" y="2377105"/>
                  </a:lnTo>
                  <a:lnTo>
                    <a:pt x="3024733" y="2377105"/>
                  </a:lnTo>
                  <a:lnTo>
                    <a:pt x="3025109" y="2377105"/>
                  </a:lnTo>
                  <a:lnTo>
                    <a:pt x="3025203" y="2377105"/>
                  </a:lnTo>
                  <a:lnTo>
                    <a:pt x="3025392" y="2377105"/>
                  </a:lnTo>
                  <a:lnTo>
                    <a:pt x="3025486" y="2377105"/>
                  </a:lnTo>
                  <a:lnTo>
                    <a:pt x="3025863" y="2377105"/>
                  </a:lnTo>
                  <a:lnTo>
                    <a:pt x="3025957" y="2377105"/>
                  </a:lnTo>
                  <a:lnTo>
                    <a:pt x="3026145" y="2377105"/>
                  </a:lnTo>
                  <a:lnTo>
                    <a:pt x="3026239" y="2377105"/>
                  </a:lnTo>
                  <a:lnTo>
                    <a:pt x="3026427" y="2377105"/>
                  </a:lnTo>
                  <a:lnTo>
                    <a:pt x="3026522" y="2377105"/>
                  </a:lnTo>
                  <a:lnTo>
                    <a:pt x="3026616" y="2377105"/>
                  </a:lnTo>
                  <a:lnTo>
                    <a:pt x="3026710" y="2377105"/>
                  </a:lnTo>
                  <a:lnTo>
                    <a:pt x="3027463" y="2377105"/>
                  </a:lnTo>
                  <a:lnTo>
                    <a:pt x="3027934" y="2377105"/>
                  </a:lnTo>
                  <a:lnTo>
                    <a:pt x="3028122" y="2377105"/>
                  </a:lnTo>
                  <a:lnTo>
                    <a:pt x="3028593" y="2377105"/>
                  </a:lnTo>
                  <a:lnTo>
                    <a:pt x="3028875" y="2377105"/>
                  </a:lnTo>
                  <a:lnTo>
                    <a:pt x="3029158" y="2377105"/>
                  </a:lnTo>
                  <a:lnTo>
                    <a:pt x="3029252" y="2377105"/>
                  </a:lnTo>
                  <a:lnTo>
                    <a:pt x="3029534" y="2377105"/>
                  </a:lnTo>
                  <a:lnTo>
                    <a:pt x="3029723" y="2377105"/>
                  </a:lnTo>
                  <a:lnTo>
                    <a:pt x="3030194" y="2377105"/>
                  </a:lnTo>
                  <a:lnTo>
                    <a:pt x="3030288" y="2377105"/>
                  </a:lnTo>
                  <a:lnTo>
                    <a:pt x="3030382" y="2377105"/>
                  </a:lnTo>
                  <a:lnTo>
                    <a:pt x="3030853" y="2377105"/>
                  </a:lnTo>
                  <a:lnTo>
                    <a:pt x="3031041" y="2377105"/>
                  </a:lnTo>
                  <a:lnTo>
                    <a:pt x="3031323" y="2377105"/>
                  </a:lnTo>
                  <a:lnTo>
                    <a:pt x="3031418" y="2377105"/>
                  </a:lnTo>
                  <a:lnTo>
                    <a:pt x="3031606" y="2377105"/>
                  </a:lnTo>
                  <a:lnTo>
                    <a:pt x="3031982" y="2377105"/>
                  </a:lnTo>
                  <a:lnTo>
                    <a:pt x="3032077" y="2377105"/>
                  </a:lnTo>
                  <a:lnTo>
                    <a:pt x="3032265" y="2372194"/>
                  </a:lnTo>
                  <a:lnTo>
                    <a:pt x="3032359" y="2372194"/>
                  </a:lnTo>
                  <a:lnTo>
                    <a:pt x="3033018" y="2372194"/>
                  </a:lnTo>
                  <a:lnTo>
                    <a:pt x="3033112" y="2372194"/>
                  </a:lnTo>
                  <a:lnTo>
                    <a:pt x="3033206" y="2372194"/>
                  </a:lnTo>
                  <a:lnTo>
                    <a:pt x="3033583" y="2372194"/>
                  </a:lnTo>
                  <a:lnTo>
                    <a:pt x="3033771" y="2372194"/>
                  </a:lnTo>
                  <a:lnTo>
                    <a:pt x="3033960" y="2372194"/>
                  </a:lnTo>
                  <a:lnTo>
                    <a:pt x="3034242" y="2372194"/>
                  </a:lnTo>
                  <a:lnTo>
                    <a:pt x="3034336" y="2372194"/>
                  </a:lnTo>
                  <a:lnTo>
                    <a:pt x="3034619" y="2372194"/>
                  </a:lnTo>
                  <a:lnTo>
                    <a:pt x="3034619" y="2367282"/>
                  </a:lnTo>
                  <a:lnTo>
                    <a:pt x="3034713" y="2367282"/>
                  </a:lnTo>
                  <a:lnTo>
                    <a:pt x="3034807" y="2367282"/>
                  </a:lnTo>
                  <a:lnTo>
                    <a:pt x="3035184" y="2367282"/>
                  </a:lnTo>
                  <a:lnTo>
                    <a:pt x="3035278" y="2367282"/>
                  </a:lnTo>
                  <a:lnTo>
                    <a:pt x="3035372" y="2367282"/>
                  </a:lnTo>
                  <a:lnTo>
                    <a:pt x="3035560" y="2367282"/>
                  </a:lnTo>
                  <a:lnTo>
                    <a:pt x="3035654" y="2367282"/>
                  </a:lnTo>
                  <a:lnTo>
                    <a:pt x="3035843" y="2367282"/>
                  </a:lnTo>
                  <a:lnTo>
                    <a:pt x="3036219" y="2367282"/>
                  </a:lnTo>
                  <a:lnTo>
                    <a:pt x="3036219" y="2362371"/>
                  </a:lnTo>
                  <a:lnTo>
                    <a:pt x="3036596" y="2362371"/>
                  </a:lnTo>
                  <a:lnTo>
                    <a:pt x="3036784" y="2362371"/>
                  </a:lnTo>
                  <a:lnTo>
                    <a:pt x="3036878" y="2362371"/>
                  </a:lnTo>
                  <a:lnTo>
                    <a:pt x="3036973" y="2362371"/>
                  </a:lnTo>
                  <a:lnTo>
                    <a:pt x="3038667" y="2362371"/>
                  </a:lnTo>
                  <a:lnTo>
                    <a:pt x="3038950" y="2362371"/>
                  </a:lnTo>
                  <a:lnTo>
                    <a:pt x="3039138" y="2362371"/>
                  </a:lnTo>
                  <a:lnTo>
                    <a:pt x="3039326" y="2362371"/>
                  </a:lnTo>
                  <a:lnTo>
                    <a:pt x="3039515" y="2362371"/>
                  </a:lnTo>
                  <a:lnTo>
                    <a:pt x="3039797" y="2362371"/>
                  </a:lnTo>
                  <a:lnTo>
                    <a:pt x="3039891" y="2362371"/>
                  </a:lnTo>
                  <a:lnTo>
                    <a:pt x="3039985" y="2362371"/>
                  </a:lnTo>
                  <a:lnTo>
                    <a:pt x="3040080" y="2362371"/>
                  </a:lnTo>
                  <a:lnTo>
                    <a:pt x="3040362" y="2362371"/>
                  </a:lnTo>
                  <a:lnTo>
                    <a:pt x="3040927" y="2362371"/>
                  </a:lnTo>
                  <a:lnTo>
                    <a:pt x="3041398" y="2362371"/>
                  </a:lnTo>
                  <a:lnTo>
                    <a:pt x="3041586" y="2362371"/>
                  </a:lnTo>
                  <a:lnTo>
                    <a:pt x="3041774" y="2357459"/>
                  </a:lnTo>
                  <a:lnTo>
                    <a:pt x="3041963" y="2357459"/>
                  </a:lnTo>
                  <a:lnTo>
                    <a:pt x="3042057" y="2357459"/>
                  </a:lnTo>
                  <a:lnTo>
                    <a:pt x="3042245" y="2357459"/>
                  </a:lnTo>
                  <a:lnTo>
                    <a:pt x="3042339" y="2357459"/>
                  </a:lnTo>
                  <a:lnTo>
                    <a:pt x="3042433" y="2357459"/>
                  </a:lnTo>
                  <a:lnTo>
                    <a:pt x="3042527" y="2357459"/>
                  </a:lnTo>
                  <a:lnTo>
                    <a:pt x="3042622" y="2357459"/>
                  </a:lnTo>
                  <a:lnTo>
                    <a:pt x="3042810" y="2357459"/>
                  </a:lnTo>
                  <a:lnTo>
                    <a:pt x="3042810" y="2352548"/>
                  </a:lnTo>
                  <a:lnTo>
                    <a:pt x="3042998" y="2352548"/>
                  </a:lnTo>
                  <a:lnTo>
                    <a:pt x="3043281" y="2352548"/>
                  </a:lnTo>
                  <a:lnTo>
                    <a:pt x="3043375" y="2347637"/>
                  </a:lnTo>
                  <a:lnTo>
                    <a:pt x="3043469" y="2347637"/>
                  </a:lnTo>
                  <a:lnTo>
                    <a:pt x="3043751" y="2347637"/>
                  </a:lnTo>
                  <a:lnTo>
                    <a:pt x="3043940" y="2347637"/>
                  </a:lnTo>
                  <a:lnTo>
                    <a:pt x="3044034" y="2347637"/>
                  </a:lnTo>
                  <a:lnTo>
                    <a:pt x="3044128" y="2347637"/>
                  </a:lnTo>
                  <a:lnTo>
                    <a:pt x="3044599" y="2342725"/>
                  </a:lnTo>
                  <a:lnTo>
                    <a:pt x="3044693" y="2342725"/>
                  </a:lnTo>
                  <a:lnTo>
                    <a:pt x="3044787" y="2342725"/>
                  </a:lnTo>
                  <a:lnTo>
                    <a:pt x="3045070" y="2342725"/>
                  </a:lnTo>
                  <a:lnTo>
                    <a:pt x="3045446" y="2342725"/>
                  </a:lnTo>
                  <a:lnTo>
                    <a:pt x="3045635" y="2342725"/>
                  </a:lnTo>
                  <a:lnTo>
                    <a:pt x="3046011" y="2342725"/>
                  </a:lnTo>
                  <a:lnTo>
                    <a:pt x="3046576" y="2342725"/>
                  </a:lnTo>
                  <a:lnTo>
                    <a:pt x="3046670" y="2342725"/>
                  </a:lnTo>
                  <a:lnTo>
                    <a:pt x="3046858" y="2342725"/>
                  </a:lnTo>
                  <a:lnTo>
                    <a:pt x="3047141" y="2342725"/>
                  </a:lnTo>
                  <a:lnTo>
                    <a:pt x="3047235" y="2342725"/>
                  </a:lnTo>
                  <a:lnTo>
                    <a:pt x="3047423" y="2342725"/>
                  </a:lnTo>
                  <a:lnTo>
                    <a:pt x="3047612" y="2342725"/>
                  </a:lnTo>
                  <a:lnTo>
                    <a:pt x="3047988" y="2342725"/>
                  </a:lnTo>
                  <a:lnTo>
                    <a:pt x="3048082" y="2342725"/>
                  </a:lnTo>
                  <a:lnTo>
                    <a:pt x="3048553" y="2342725"/>
                  </a:lnTo>
                  <a:lnTo>
                    <a:pt x="3048742" y="2342725"/>
                  </a:lnTo>
                  <a:lnTo>
                    <a:pt x="3048930" y="2342725"/>
                  </a:lnTo>
                  <a:lnTo>
                    <a:pt x="3049024" y="2342725"/>
                  </a:lnTo>
                  <a:lnTo>
                    <a:pt x="3049401" y="2337814"/>
                  </a:lnTo>
                  <a:lnTo>
                    <a:pt x="3049589" y="2337814"/>
                  </a:lnTo>
                  <a:lnTo>
                    <a:pt x="3050154" y="2332903"/>
                  </a:lnTo>
                  <a:lnTo>
                    <a:pt x="3050248" y="2332903"/>
                  </a:lnTo>
                  <a:lnTo>
                    <a:pt x="3050530" y="2332903"/>
                  </a:lnTo>
                  <a:lnTo>
                    <a:pt x="3050625" y="2332903"/>
                  </a:lnTo>
                  <a:lnTo>
                    <a:pt x="3051472" y="2332903"/>
                  </a:lnTo>
                  <a:lnTo>
                    <a:pt x="3051754" y="2332903"/>
                  </a:lnTo>
                  <a:lnTo>
                    <a:pt x="3052225" y="2332903"/>
                  </a:lnTo>
                  <a:lnTo>
                    <a:pt x="3052319" y="2332903"/>
                  </a:lnTo>
                  <a:lnTo>
                    <a:pt x="3052508" y="2332903"/>
                  </a:lnTo>
                  <a:lnTo>
                    <a:pt x="3052602" y="2332903"/>
                  </a:lnTo>
                  <a:lnTo>
                    <a:pt x="3052884" y="2332903"/>
                  </a:lnTo>
                  <a:lnTo>
                    <a:pt x="3052978" y="2327991"/>
                  </a:lnTo>
                  <a:lnTo>
                    <a:pt x="3053073" y="2327991"/>
                  </a:lnTo>
                  <a:lnTo>
                    <a:pt x="3053167" y="2327991"/>
                  </a:lnTo>
                  <a:lnTo>
                    <a:pt x="3053355" y="2327991"/>
                  </a:lnTo>
                  <a:lnTo>
                    <a:pt x="3053449" y="2327991"/>
                  </a:lnTo>
                  <a:lnTo>
                    <a:pt x="3053826" y="2327991"/>
                  </a:lnTo>
                  <a:lnTo>
                    <a:pt x="3054108" y="2327991"/>
                  </a:lnTo>
                  <a:lnTo>
                    <a:pt x="3054202" y="2327991"/>
                  </a:lnTo>
                  <a:lnTo>
                    <a:pt x="3054956" y="2327991"/>
                  </a:lnTo>
                  <a:lnTo>
                    <a:pt x="3055144" y="2327991"/>
                  </a:lnTo>
                  <a:lnTo>
                    <a:pt x="3055238" y="2327991"/>
                  </a:lnTo>
                  <a:lnTo>
                    <a:pt x="3055426" y="2327991"/>
                  </a:lnTo>
                  <a:lnTo>
                    <a:pt x="3055615" y="2327991"/>
                  </a:lnTo>
                  <a:lnTo>
                    <a:pt x="3055709" y="2327991"/>
                  </a:lnTo>
                  <a:lnTo>
                    <a:pt x="3056085" y="2327991"/>
                  </a:lnTo>
                  <a:lnTo>
                    <a:pt x="3056180" y="2327991"/>
                  </a:lnTo>
                  <a:lnTo>
                    <a:pt x="3057309" y="2327991"/>
                  </a:lnTo>
                  <a:lnTo>
                    <a:pt x="3057404" y="2327991"/>
                  </a:lnTo>
                  <a:lnTo>
                    <a:pt x="3057592" y="2327991"/>
                  </a:lnTo>
                  <a:lnTo>
                    <a:pt x="3057780" y="2327991"/>
                  </a:lnTo>
                  <a:lnTo>
                    <a:pt x="3057968" y="2327991"/>
                  </a:lnTo>
                  <a:lnTo>
                    <a:pt x="3058251" y="2327991"/>
                  </a:lnTo>
                  <a:lnTo>
                    <a:pt x="3058628" y="2327991"/>
                  </a:lnTo>
                  <a:lnTo>
                    <a:pt x="3059004" y="2327991"/>
                  </a:lnTo>
                  <a:lnTo>
                    <a:pt x="3059287" y="2327991"/>
                  </a:lnTo>
                  <a:lnTo>
                    <a:pt x="3059381" y="2327991"/>
                  </a:lnTo>
                  <a:lnTo>
                    <a:pt x="3059757" y="2327991"/>
                  </a:lnTo>
                  <a:lnTo>
                    <a:pt x="3059946" y="2327991"/>
                  </a:lnTo>
                  <a:lnTo>
                    <a:pt x="3060040" y="2327991"/>
                  </a:lnTo>
                  <a:lnTo>
                    <a:pt x="3060322" y="2327991"/>
                  </a:lnTo>
                  <a:lnTo>
                    <a:pt x="3060699" y="2323080"/>
                  </a:lnTo>
                  <a:lnTo>
                    <a:pt x="3061075" y="2318168"/>
                  </a:lnTo>
                  <a:lnTo>
                    <a:pt x="3061452" y="2318168"/>
                  </a:lnTo>
                  <a:lnTo>
                    <a:pt x="3061546" y="2318168"/>
                  </a:lnTo>
                  <a:lnTo>
                    <a:pt x="3061640" y="2318168"/>
                  </a:lnTo>
                  <a:lnTo>
                    <a:pt x="3061923" y="2318168"/>
                  </a:lnTo>
                  <a:lnTo>
                    <a:pt x="3062205" y="2318168"/>
                  </a:lnTo>
                  <a:lnTo>
                    <a:pt x="3062299" y="2318168"/>
                  </a:lnTo>
                  <a:lnTo>
                    <a:pt x="3062394" y="2318168"/>
                  </a:lnTo>
                  <a:lnTo>
                    <a:pt x="3062488" y="2318168"/>
                  </a:lnTo>
                  <a:lnTo>
                    <a:pt x="3062770" y="2318168"/>
                  </a:lnTo>
                  <a:lnTo>
                    <a:pt x="3062864" y="2318168"/>
                  </a:lnTo>
                  <a:lnTo>
                    <a:pt x="3062959" y="2318168"/>
                  </a:lnTo>
                  <a:lnTo>
                    <a:pt x="3063712" y="2318168"/>
                  </a:lnTo>
                  <a:lnTo>
                    <a:pt x="3063900" y="2318168"/>
                  </a:lnTo>
                  <a:lnTo>
                    <a:pt x="3064182" y="2318168"/>
                  </a:lnTo>
                  <a:lnTo>
                    <a:pt x="3064277" y="2318168"/>
                  </a:lnTo>
                  <a:lnTo>
                    <a:pt x="3064653" y="2313257"/>
                  </a:lnTo>
                  <a:lnTo>
                    <a:pt x="3064747" y="2313257"/>
                  </a:lnTo>
                  <a:lnTo>
                    <a:pt x="3064842" y="2313257"/>
                  </a:lnTo>
                  <a:lnTo>
                    <a:pt x="3064842" y="2308346"/>
                  </a:lnTo>
                  <a:lnTo>
                    <a:pt x="3065030" y="2308346"/>
                  </a:lnTo>
                  <a:lnTo>
                    <a:pt x="3065312" y="2308346"/>
                  </a:lnTo>
                  <a:lnTo>
                    <a:pt x="3066254" y="2298523"/>
                  </a:lnTo>
                  <a:lnTo>
                    <a:pt x="3066630" y="2298523"/>
                  </a:lnTo>
                  <a:lnTo>
                    <a:pt x="3067195" y="2298523"/>
                  </a:lnTo>
                  <a:lnTo>
                    <a:pt x="3067290" y="2298523"/>
                  </a:lnTo>
                  <a:lnTo>
                    <a:pt x="3067478" y="2298523"/>
                  </a:lnTo>
                  <a:lnTo>
                    <a:pt x="3067666" y="2293612"/>
                  </a:lnTo>
                  <a:lnTo>
                    <a:pt x="3068231" y="2293612"/>
                  </a:lnTo>
                  <a:lnTo>
                    <a:pt x="3068608" y="2293612"/>
                  </a:lnTo>
                  <a:lnTo>
                    <a:pt x="3069078" y="2293612"/>
                  </a:lnTo>
                  <a:lnTo>
                    <a:pt x="3069173" y="2293612"/>
                  </a:lnTo>
                  <a:lnTo>
                    <a:pt x="3069267" y="2293612"/>
                  </a:lnTo>
                  <a:lnTo>
                    <a:pt x="3069361" y="2293612"/>
                  </a:lnTo>
                  <a:lnTo>
                    <a:pt x="3070397" y="2293612"/>
                  </a:lnTo>
                  <a:lnTo>
                    <a:pt x="3070491" y="2293612"/>
                  </a:lnTo>
                  <a:lnTo>
                    <a:pt x="3070679" y="2293612"/>
                  </a:lnTo>
                  <a:lnTo>
                    <a:pt x="3070773" y="2293612"/>
                  </a:lnTo>
                  <a:lnTo>
                    <a:pt x="3071150" y="2293612"/>
                  </a:lnTo>
                  <a:lnTo>
                    <a:pt x="3071621" y="2293612"/>
                  </a:lnTo>
                  <a:lnTo>
                    <a:pt x="3071715" y="2293612"/>
                  </a:lnTo>
                  <a:lnTo>
                    <a:pt x="3072091" y="2293612"/>
                  </a:lnTo>
                  <a:lnTo>
                    <a:pt x="3072280" y="2293612"/>
                  </a:lnTo>
                  <a:lnTo>
                    <a:pt x="3072374" y="2293612"/>
                  </a:lnTo>
                  <a:lnTo>
                    <a:pt x="3072468" y="2293612"/>
                  </a:lnTo>
                  <a:lnTo>
                    <a:pt x="3072562" y="2293612"/>
                  </a:lnTo>
                  <a:lnTo>
                    <a:pt x="3072656" y="2293612"/>
                  </a:lnTo>
                  <a:lnTo>
                    <a:pt x="3072939" y="2293612"/>
                  </a:lnTo>
                  <a:lnTo>
                    <a:pt x="3073786" y="2293612"/>
                  </a:lnTo>
                  <a:lnTo>
                    <a:pt x="3073880" y="2293612"/>
                  </a:lnTo>
                  <a:lnTo>
                    <a:pt x="3074163" y="2293612"/>
                  </a:lnTo>
                  <a:lnTo>
                    <a:pt x="3074257" y="2293612"/>
                  </a:lnTo>
                  <a:lnTo>
                    <a:pt x="3074633" y="2293612"/>
                  </a:lnTo>
                  <a:lnTo>
                    <a:pt x="3074822" y="2293612"/>
                  </a:lnTo>
                  <a:lnTo>
                    <a:pt x="3075010" y="2293612"/>
                  </a:lnTo>
                  <a:lnTo>
                    <a:pt x="3075104" y="2293612"/>
                  </a:lnTo>
                  <a:lnTo>
                    <a:pt x="3075198" y="2293612"/>
                  </a:lnTo>
                  <a:lnTo>
                    <a:pt x="3075387" y="2293612"/>
                  </a:lnTo>
                  <a:lnTo>
                    <a:pt x="3076046" y="2293612"/>
                  </a:lnTo>
                  <a:lnTo>
                    <a:pt x="3076140" y="2293612"/>
                  </a:lnTo>
                  <a:lnTo>
                    <a:pt x="3076234" y="2293612"/>
                  </a:lnTo>
                  <a:lnTo>
                    <a:pt x="3076516" y="2293612"/>
                  </a:lnTo>
                  <a:lnTo>
                    <a:pt x="3077175" y="2293612"/>
                  </a:lnTo>
                  <a:lnTo>
                    <a:pt x="3077458" y="2293612"/>
                  </a:lnTo>
                  <a:lnTo>
                    <a:pt x="3077552" y="2293612"/>
                  </a:lnTo>
                  <a:lnTo>
                    <a:pt x="3077835" y="2293612"/>
                  </a:lnTo>
                  <a:lnTo>
                    <a:pt x="3078023" y="2293612"/>
                  </a:lnTo>
                  <a:lnTo>
                    <a:pt x="3078399" y="2293612"/>
                  </a:lnTo>
                  <a:lnTo>
                    <a:pt x="3078588" y="2293612"/>
                  </a:lnTo>
                  <a:lnTo>
                    <a:pt x="3078776" y="2293612"/>
                  </a:lnTo>
                  <a:lnTo>
                    <a:pt x="3078964" y="2293612"/>
                  </a:lnTo>
                  <a:lnTo>
                    <a:pt x="3079059" y="2293612"/>
                  </a:lnTo>
                  <a:lnTo>
                    <a:pt x="3079153" y="2293612"/>
                  </a:lnTo>
                  <a:lnTo>
                    <a:pt x="3079247" y="2293612"/>
                  </a:lnTo>
                  <a:lnTo>
                    <a:pt x="3079623" y="2293612"/>
                  </a:lnTo>
                  <a:lnTo>
                    <a:pt x="3080094" y="2293612"/>
                  </a:lnTo>
                  <a:lnTo>
                    <a:pt x="3080188" y="2293612"/>
                  </a:lnTo>
                  <a:lnTo>
                    <a:pt x="3080283" y="2293612"/>
                  </a:lnTo>
                  <a:lnTo>
                    <a:pt x="3080847" y="2293612"/>
                  </a:lnTo>
                  <a:lnTo>
                    <a:pt x="3081224" y="2293612"/>
                  </a:lnTo>
                  <a:lnTo>
                    <a:pt x="3081506" y="2293612"/>
                  </a:lnTo>
                  <a:lnTo>
                    <a:pt x="3082166" y="2293612"/>
                  </a:lnTo>
                  <a:lnTo>
                    <a:pt x="3082542" y="2293612"/>
                  </a:lnTo>
                  <a:lnTo>
                    <a:pt x="3082730" y="2293612"/>
                  </a:lnTo>
                  <a:lnTo>
                    <a:pt x="3082825" y="2293612"/>
                  </a:lnTo>
                  <a:lnTo>
                    <a:pt x="3082919" y="2293612"/>
                  </a:lnTo>
                  <a:lnTo>
                    <a:pt x="3083201" y="2293612"/>
                  </a:lnTo>
                  <a:lnTo>
                    <a:pt x="3083295" y="2293612"/>
                  </a:lnTo>
                  <a:lnTo>
                    <a:pt x="3083390" y="2293612"/>
                  </a:lnTo>
                  <a:lnTo>
                    <a:pt x="3083766" y="2288700"/>
                  </a:lnTo>
                  <a:lnTo>
                    <a:pt x="3083860" y="2288700"/>
                  </a:lnTo>
                  <a:lnTo>
                    <a:pt x="3083954" y="2288700"/>
                  </a:lnTo>
                  <a:lnTo>
                    <a:pt x="3084237" y="2288700"/>
                  </a:lnTo>
                  <a:lnTo>
                    <a:pt x="3085084" y="2288700"/>
                  </a:lnTo>
                  <a:lnTo>
                    <a:pt x="3085555" y="2288700"/>
                  </a:lnTo>
                  <a:lnTo>
                    <a:pt x="3085649" y="2288700"/>
                  </a:lnTo>
                  <a:lnTo>
                    <a:pt x="3085837" y="2288700"/>
                  </a:lnTo>
                  <a:lnTo>
                    <a:pt x="3085932" y="2288700"/>
                  </a:lnTo>
                  <a:lnTo>
                    <a:pt x="3086214" y="2288700"/>
                  </a:lnTo>
                  <a:lnTo>
                    <a:pt x="3086308" y="2288700"/>
                  </a:lnTo>
                  <a:lnTo>
                    <a:pt x="3086402" y="2288700"/>
                  </a:lnTo>
                  <a:lnTo>
                    <a:pt x="3086497" y="2288700"/>
                  </a:lnTo>
                  <a:lnTo>
                    <a:pt x="3086685" y="2288700"/>
                  </a:lnTo>
                  <a:lnTo>
                    <a:pt x="3087438" y="2288700"/>
                  </a:lnTo>
                  <a:lnTo>
                    <a:pt x="3087532" y="2288700"/>
                  </a:lnTo>
                  <a:lnTo>
                    <a:pt x="3087626" y="2288700"/>
                  </a:lnTo>
                  <a:lnTo>
                    <a:pt x="3087815" y="2288700"/>
                  </a:lnTo>
                  <a:lnTo>
                    <a:pt x="3087909" y="2288700"/>
                  </a:lnTo>
                  <a:lnTo>
                    <a:pt x="3088191" y="2288700"/>
                  </a:lnTo>
                  <a:lnTo>
                    <a:pt x="3088380" y="2288700"/>
                  </a:lnTo>
                  <a:lnTo>
                    <a:pt x="3088662" y="2288700"/>
                  </a:lnTo>
                  <a:lnTo>
                    <a:pt x="3088756" y="2288700"/>
                  </a:lnTo>
                  <a:lnTo>
                    <a:pt x="3089039" y="2288700"/>
                  </a:lnTo>
                  <a:lnTo>
                    <a:pt x="3089321" y="2288700"/>
                  </a:lnTo>
                  <a:lnTo>
                    <a:pt x="3089509" y="2288700"/>
                  </a:lnTo>
                  <a:lnTo>
                    <a:pt x="3089604" y="2288700"/>
                  </a:lnTo>
                  <a:lnTo>
                    <a:pt x="3089980" y="2288700"/>
                  </a:lnTo>
                  <a:lnTo>
                    <a:pt x="3090074" y="2288700"/>
                  </a:lnTo>
                  <a:lnTo>
                    <a:pt x="3090168" y="2288700"/>
                  </a:lnTo>
                  <a:lnTo>
                    <a:pt x="3091581" y="2288700"/>
                  </a:lnTo>
                  <a:lnTo>
                    <a:pt x="3092052" y="2288700"/>
                  </a:lnTo>
                  <a:lnTo>
                    <a:pt x="3092240" y="2288700"/>
                  </a:lnTo>
                  <a:lnTo>
                    <a:pt x="3092522" y="2288700"/>
                  </a:lnTo>
                  <a:lnTo>
                    <a:pt x="3092711" y="2288700"/>
                  </a:lnTo>
                  <a:lnTo>
                    <a:pt x="3092993" y="2288700"/>
                  </a:lnTo>
                  <a:lnTo>
                    <a:pt x="3093087" y="2288700"/>
                  </a:lnTo>
                  <a:lnTo>
                    <a:pt x="3093181" y="2288700"/>
                  </a:lnTo>
                  <a:lnTo>
                    <a:pt x="3093370" y="2288700"/>
                  </a:lnTo>
                  <a:lnTo>
                    <a:pt x="3093746" y="2288700"/>
                  </a:lnTo>
                  <a:lnTo>
                    <a:pt x="3093935" y="2288700"/>
                  </a:lnTo>
                  <a:lnTo>
                    <a:pt x="3094029" y="2288700"/>
                  </a:lnTo>
                  <a:lnTo>
                    <a:pt x="3094217" y="2288700"/>
                  </a:lnTo>
                  <a:lnTo>
                    <a:pt x="3094311" y="2288700"/>
                  </a:lnTo>
                  <a:lnTo>
                    <a:pt x="3094782" y="2288700"/>
                  </a:lnTo>
                  <a:lnTo>
                    <a:pt x="3095064" y="2288700"/>
                  </a:lnTo>
                  <a:lnTo>
                    <a:pt x="3095253" y="2288700"/>
                  </a:lnTo>
                  <a:lnTo>
                    <a:pt x="3095535" y="2288700"/>
                  </a:lnTo>
                  <a:lnTo>
                    <a:pt x="3095912" y="2288700"/>
                  </a:lnTo>
                  <a:lnTo>
                    <a:pt x="3096383" y="2288700"/>
                  </a:lnTo>
                  <a:lnTo>
                    <a:pt x="3096477" y="2283789"/>
                  </a:lnTo>
                  <a:lnTo>
                    <a:pt x="3097512" y="2283789"/>
                  </a:lnTo>
                  <a:lnTo>
                    <a:pt x="3097607" y="2283789"/>
                  </a:lnTo>
                  <a:lnTo>
                    <a:pt x="3097795" y="2278877"/>
                  </a:lnTo>
                  <a:lnTo>
                    <a:pt x="3098266" y="2278877"/>
                  </a:lnTo>
                  <a:lnTo>
                    <a:pt x="3098454" y="2278877"/>
                  </a:lnTo>
                  <a:lnTo>
                    <a:pt x="3098548" y="2278877"/>
                  </a:lnTo>
                  <a:lnTo>
                    <a:pt x="3098736" y="2278877"/>
                  </a:lnTo>
                  <a:lnTo>
                    <a:pt x="3098830" y="2278877"/>
                  </a:lnTo>
                  <a:lnTo>
                    <a:pt x="3099019" y="2278877"/>
                  </a:lnTo>
                  <a:lnTo>
                    <a:pt x="3099301" y="2278877"/>
                  </a:lnTo>
                  <a:lnTo>
                    <a:pt x="3099490" y="2278877"/>
                  </a:lnTo>
                  <a:lnTo>
                    <a:pt x="3099584" y="2278877"/>
                  </a:lnTo>
                  <a:lnTo>
                    <a:pt x="3099866" y="2278877"/>
                  </a:lnTo>
                  <a:lnTo>
                    <a:pt x="3099960" y="2273966"/>
                  </a:lnTo>
                  <a:lnTo>
                    <a:pt x="3100243" y="2273966"/>
                  </a:lnTo>
                  <a:lnTo>
                    <a:pt x="3100525" y="2273966"/>
                  </a:lnTo>
                  <a:lnTo>
                    <a:pt x="3100808" y="2273966"/>
                  </a:lnTo>
                  <a:lnTo>
                    <a:pt x="3101184" y="2273966"/>
                  </a:lnTo>
                  <a:lnTo>
                    <a:pt x="3101278" y="2273966"/>
                  </a:lnTo>
                  <a:lnTo>
                    <a:pt x="3101467" y="2273966"/>
                  </a:lnTo>
                  <a:lnTo>
                    <a:pt x="3101843" y="2273966"/>
                  </a:lnTo>
                  <a:lnTo>
                    <a:pt x="3102032" y="2273966"/>
                  </a:lnTo>
                  <a:lnTo>
                    <a:pt x="3102220" y="2273966"/>
                  </a:lnTo>
                  <a:lnTo>
                    <a:pt x="3102408" y="2269055"/>
                  </a:lnTo>
                  <a:lnTo>
                    <a:pt x="3103067" y="2269055"/>
                  </a:lnTo>
                  <a:lnTo>
                    <a:pt x="3103256" y="2269055"/>
                  </a:lnTo>
                  <a:lnTo>
                    <a:pt x="3103350" y="2269055"/>
                  </a:lnTo>
                  <a:lnTo>
                    <a:pt x="3103444" y="2269055"/>
                  </a:lnTo>
                  <a:lnTo>
                    <a:pt x="3103726" y="2264143"/>
                  </a:lnTo>
                  <a:lnTo>
                    <a:pt x="3103821" y="2264143"/>
                  </a:lnTo>
                  <a:lnTo>
                    <a:pt x="3104009" y="2264143"/>
                  </a:lnTo>
                  <a:lnTo>
                    <a:pt x="3104103" y="2264143"/>
                  </a:lnTo>
                  <a:lnTo>
                    <a:pt x="3104668" y="2264143"/>
                  </a:lnTo>
                  <a:lnTo>
                    <a:pt x="3104856" y="2264143"/>
                  </a:lnTo>
                  <a:lnTo>
                    <a:pt x="3105045" y="2264143"/>
                  </a:lnTo>
                  <a:lnTo>
                    <a:pt x="3105327" y="2264143"/>
                  </a:lnTo>
                  <a:lnTo>
                    <a:pt x="3105609" y="2264143"/>
                  </a:lnTo>
                  <a:lnTo>
                    <a:pt x="3105704" y="2264143"/>
                  </a:lnTo>
                  <a:lnTo>
                    <a:pt x="3105986" y="2264143"/>
                  </a:lnTo>
                  <a:lnTo>
                    <a:pt x="3106080" y="2264143"/>
                  </a:lnTo>
                  <a:lnTo>
                    <a:pt x="3106174" y="2264143"/>
                  </a:lnTo>
                  <a:lnTo>
                    <a:pt x="3106269" y="2264143"/>
                  </a:lnTo>
                  <a:lnTo>
                    <a:pt x="3106457" y="2264143"/>
                  </a:lnTo>
                  <a:lnTo>
                    <a:pt x="3106551" y="2264143"/>
                  </a:lnTo>
                  <a:lnTo>
                    <a:pt x="3106645" y="2264143"/>
                  </a:lnTo>
                  <a:lnTo>
                    <a:pt x="3107116" y="2264143"/>
                  </a:lnTo>
                  <a:lnTo>
                    <a:pt x="3107210" y="2264143"/>
                  </a:lnTo>
                  <a:lnTo>
                    <a:pt x="3107304" y="2264143"/>
                  </a:lnTo>
                  <a:lnTo>
                    <a:pt x="3107775" y="2264143"/>
                  </a:lnTo>
                  <a:lnTo>
                    <a:pt x="3108528" y="2264143"/>
                  </a:lnTo>
                  <a:lnTo>
                    <a:pt x="3108811" y="2264143"/>
                  </a:lnTo>
                  <a:lnTo>
                    <a:pt x="3109093" y="2264143"/>
                  </a:lnTo>
                  <a:lnTo>
                    <a:pt x="3109376" y="2264143"/>
                  </a:lnTo>
                  <a:lnTo>
                    <a:pt x="3109658" y="2264143"/>
                  </a:lnTo>
                  <a:lnTo>
                    <a:pt x="3110317" y="2264143"/>
                  </a:lnTo>
                  <a:lnTo>
                    <a:pt x="3110317" y="2259232"/>
                  </a:lnTo>
                  <a:lnTo>
                    <a:pt x="3110411" y="2259232"/>
                  </a:lnTo>
                  <a:lnTo>
                    <a:pt x="3110600" y="2259232"/>
                  </a:lnTo>
                  <a:lnTo>
                    <a:pt x="3110694" y="2259232"/>
                  </a:lnTo>
                  <a:lnTo>
                    <a:pt x="3110882" y="2259232"/>
                  </a:lnTo>
                  <a:lnTo>
                    <a:pt x="3110976" y="2259232"/>
                  </a:lnTo>
                  <a:lnTo>
                    <a:pt x="3111070" y="2259232"/>
                  </a:lnTo>
                  <a:lnTo>
                    <a:pt x="3111353" y="2259232"/>
                  </a:lnTo>
                  <a:lnTo>
                    <a:pt x="3111729" y="2259232"/>
                  </a:lnTo>
                  <a:lnTo>
                    <a:pt x="3112012" y="2259232"/>
                  </a:lnTo>
                  <a:lnTo>
                    <a:pt x="3112483" y="2259232"/>
                  </a:lnTo>
                  <a:lnTo>
                    <a:pt x="3112765" y="2259232"/>
                  </a:lnTo>
                  <a:lnTo>
                    <a:pt x="3113142" y="2259232"/>
                  </a:lnTo>
                  <a:lnTo>
                    <a:pt x="3113330" y="2259232"/>
                  </a:lnTo>
                  <a:lnTo>
                    <a:pt x="3113424" y="2259232"/>
                  </a:lnTo>
                  <a:lnTo>
                    <a:pt x="3113518" y="2259232"/>
                  </a:lnTo>
                  <a:lnTo>
                    <a:pt x="3113801" y="2254321"/>
                  </a:lnTo>
                  <a:lnTo>
                    <a:pt x="3114177" y="2254321"/>
                  </a:lnTo>
                  <a:lnTo>
                    <a:pt x="3114271" y="2249409"/>
                  </a:lnTo>
                  <a:lnTo>
                    <a:pt x="3114366" y="2249409"/>
                  </a:lnTo>
                  <a:lnTo>
                    <a:pt x="3114554" y="2249409"/>
                  </a:lnTo>
                  <a:lnTo>
                    <a:pt x="3114648" y="2249409"/>
                  </a:lnTo>
                  <a:lnTo>
                    <a:pt x="3115590" y="2249409"/>
                  </a:lnTo>
                  <a:lnTo>
                    <a:pt x="3115684" y="2249409"/>
                  </a:lnTo>
                  <a:lnTo>
                    <a:pt x="3115778" y="2249409"/>
                  </a:lnTo>
                  <a:lnTo>
                    <a:pt x="3116060" y="2249409"/>
                  </a:lnTo>
                  <a:lnTo>
                    <a:pt x="3116155" y="2249409"/>
                  </a:lnTo>
                  <a:lnTo>
                    <a:pt x="3116531" y="2249409"/>
                  </a:lnTo>
                  <a:lnTo>
                    <a:pt x="3117096" y="2249409"/>
                  </a:lnTo>
                  <a:lnTo>
                    <a:pt x="3117378" y="2249409"/>
                  </a:lnTo>
                  <a:lnTo>
                    <a:pt x="3117661" y="2249409"/>
                  </a:lnTo>
                  <a:lnTo>
                    <a:pt x="3117755" y="2249409"/>
                  </a:lnTo>
                  <a:lnTo>
                    <a:pt x="3118414" y="2249409"/>
                  </a:lnTo>
                  <a:lnTo>
                    <a:pt x="3118508" y="2249409"/>
                  </a:lnTo>
                  <a:lnTo>
                    <a:pt x="3119073" y="2249409"/>
                  </a:lnTo>
                  <a:lnTo>
                    <a:pt x="3119356" y="2249409"/>
                  </a:lnTo>
                  <a:lnTo>
                    <a:pt x="3119450" y="2249409"/>
                  </a:lnTo>
                  <a:lnTo>
                    <a:pt x="3119544" y="2249409"/>
                  </a:lnTo>
                  <a:lnTo>
                    <a:pt x="3119732" y="2249409"/>
                  </a:lnTo>
                  <a:lnTo>
                    <a:pt x="3119826" y="2249409"/>
                  </a:lnTo>
                  <a:lnTo>
                    <a:pt x="3119921" y="2249409"/>
                  </a:lnTo>
                  <a:lnTo>
                    <a:pt x="3120203" y="2249409"/>
                  </a:lnTo>
                  <a:lnTo>
                    <a:pt x="3120297" y="2249409"/>
                  </a:lnTo>
                  <a:lnTo>
                    <a:pt x="3120486" y="2244498"/>
                  </a:lnTo>
                  <a:lnTo>
                    <a:pt x="3120580" y="2244498"/>
                  </a:lnTo>
                  <a:lnTo>
                    <a:pt x="3120956" y="2244498"/>
                  </a:lnTo>
                  <a:lnTo>
                    <a:pt x="3121239" y="2244498"/>
                  </a:lnTo>
                  <a:lnTo>
                    <a:pt x="3121615" y="2244498"/>
                  </a:lnTo>
                  <a:lnTo>
                    <a:pt x="3121804" y="2244498"/>
                  </a:lnTo>
                  <a:lnTo>
                    <a:pt x="3122557" y="2244498"/>
                  </a:lnTo>
                  <a:lnTo>
                    <a:pt x="3122745" y="2244498"/>
                  </a:lnTo>
                  <a:lnTo>
                    <a:pt x="3123122" y="2244498"/>
                  </a:lnTo>
                  <a:lnTo>
                    <a:pt x="3123310" y="2244498"/>
                  </a:lnTo>
                  <a:lnTo>
                    <a:pt x="3123498" y="2244498"/>
                  </a:lnTo>
                  <a:lnTo>
                    <a:pt x="3123593" y="2244498"/>
                  </a:lnTo>
                  <a:lnTo>
                    <a:pt x="3123781" y="2244498"/>
                  </a:lnTo>
                  <a:lnTo>
                    <a:pt x="3123875" y="2244498"/>
                  </a:lnTo>
                  <a:lnTo>
                    <a:pt x="3123969" y="2244498"/>
                  </a:lnTo>
                  <a:lnTo>
                    <a:pt x="3124157" y="2244498"/>
                  </a:lnTo>
                  <a:lnTo>
                    <a:pt x="3124346" y="2244498"/>
                  </a:lnTo>
                  <a:lnTo>
                    <a:pt x="3124722" y="2244498"/>
                  </a:lnTo>
                  <a:lnTo>
                    <a:pt x="3124817" y="2244498"/>
                  </a:lnTo>
                  <a:lnTo>
                    <a:pt x="3125005" y="2239586"/>
                  </a:lnTo>
                  <a:lnTo>
                    <a:pt x="3125099" y="2239586"/>
                  </a:lnTo>
                  <a:lnTo>
                    <a:pt x="3125193" y="2239586"/>
                  </a:lnTo>
                  <a:lnTo>
                    <a:pt x="3125570" y="2239586"/>
                  </a:lnTo>
                  <a:lnTo>
                    <a:pt x="3125664" y="2239586"/>
                  </a:lnTo>
                  <a:lnTo>
                    <a:pt x="3125758" y="2239586"/>
                  </a:lnTo>
                  <a:lnTo>
                    <a:pt x="3125852" y="2239586"/>
                  </a:lnTo>
                  <a:lnTo>
                    <a:pt x="3126040" y="2239586"/>
                  </a:lnTo>
                  <a:lnTo>
                    <a:pt x="3126135" y="2239586"/>
                  </a:lnTo>
                  <a:lnTo>
                    <a:pt x="3127829" y="2239586"/>
                  </a:lnTo>
                  <a:lnTo>
                    <a:pt x="3127924" y="2239586"/>
                  </a:lnTo>
                  <a:lnTo>
                    <a:pt x="3128018" y="2239586"/>
                  </a:lnTo>
                  <a:lnTo>
                    <a:pt x="3128488" y="2239586"/>
                  </a:lnTo>
                  <a:lnTo>
                    <a:pt x="3128583" y="2239586"/>
                  </a:lnTo>
                  <a:lnTo>
                    <a:pt x="3128677" y="2239586"/>
                  </a:lnTo>
                  <a:lnTo>
                    <a:pt x="3128865" y="2234675"/>
                  </a:lnTo>
                  <a:lnTo>
                    <a:pt x="3128959" y="2234675"/>
                  </a:lnTo>
                  <a:lnTo>
                    <a:pt x="3129053" y="2234675"/>
                  </a:lnTo>
                  <a:lnTo>
                    <a:pt x="3129242" y="2234675"/>
                  </a:lnTo>
                  <a:lnTo>
                    <a:pt x="3129430" y="2234675"/>
                  </a:lnTo>
                  <a:lnTo>
                    <a:pt x="3129618" y="2229764"/>
                  </a:lnTo>
                  <a:lnTo>
                    <a:pt x="3129807" y="2229764"/>
                  </a:lnTo>
                  <a:lnTo>
                    <a:pt x="3129901" y="2229764"/>
                  </a:lnTo>
                  <a:lnTo>
                    <a:pt x="3130842" y="2229764"/>
                  </a:lnTo>
                  <a:lnTo>
                    <a:pt x="3130842" y="2224852"/>
                  </a:lnTo>
                  <a:lnTo>
                    <a:pt x="3131031" y="2224852"/>
                  </a:lnTo>
                  <a:lnTo>
                    <a:pt x="3131972" y="2224852"/>
                  </a:lnTo>
                  <a:lnTo>
                    <a:pt x="3132255" y="2219941"/>
                  </a:lnTo>
                  <a:lnTo>
                    <a:pt x="3132349" y="2219941"/>
                  </a:lnTo>
                  <a:lnTo>
                    <a:pt x="3132631" y="2219941"/>
                  </a:lnTo>
                  <a:lnTo>
                    <a:pt x="3132725" y="2215030"/>
                  </a:lnTo>
                  <a:lnTo>
                    <a:pt x="3133196" y="2215030"/>
                  </a:lnTo>
                  <a:lnTo>
                    <a:pt x="3133384" y="2215030"/>
                  </a:lnTo>
                  <a:lnTo>
                    <a:pt x="3133667" y="2215030"/>
                  </a:lnTo>
                  <a:lnTo>
                    <a:pt x="3133761" y="2215030"/>
                  </a:lnTo>
                  <a:lnTo>
                    <a:pt x="3133855" y="2215030"/>
                  </a:lnTo>
                  <a:lnTo>
                    <a:pt x="3134138" y="2215030"/>
                  </a:lnTo>
                  <a:lnTo>
                    <a:pt x="3134232" y="2215030"/>
                  </a:lnTo>
                  <a:lnTo>
                    <a:pt x="3134608" y="2215030"/>
                  </a:lnTo>
                  <a:lnTo>
                    <a:pt x="3134891" y="2215030"/>
                  </a:lnTo>
                  <a:lnTo>
                    <a:pt x="3134985" y="2215030"/>
                  </a:lnTo>
                  <a:lnTo>
                    <a:pt x="3135079" y="2215030"/>
                  </a:lnTo>
                  <a:lnTo>
                    <a:pt x="3135173" y="2215030"/>
                  </a:lnTo>
                  <a:lnTo>
                    <a:pt x="3135267" y="2215030"/>
                  </a:lnTo>
                  <a:lnTo>
                    <a:pt x="3135644" y="2215030"/>
                  </a:lnTo>
                  <a:lnTo>
                    <a:pt x="3135832" y="2215030"/>
                  </a:lnTo>
                  <a:lnTo>
                    <a:pt x="3136680" y="2215030"/>
                  </a:lnTo>
                  <a:lnTo>
                    <a:pt x="3136962" y="2215030"/>
                  </a:lnTo>
                  <a:lnTo>
                    <a:pt x="3137245" y="2215030"/>
                  </a:lnTo>
                  <a:lnTo>
                    <a:pt x="3137433" y="2215030"/>
                  </a:lnTo>
                  <a:lnTo>
                    <a:pt x="3137904" y="2215030"/>
                  </a:lnTo>
                  <a:lnTo>
                    <a:pt x="3137998" y="2215030"/>
                  </a:lnTo>
                  <a:lnTo>
                    <a:pt x="3138374" y="2215030"/>
                  </a:lnTo>
                  <a:lnTo>
                    <a:pt x="3138469" y="2215030"/>
                  </a:lnTo>
                  <a:lnTo>
                    <a:pt x="3138563" y="2215030"/>
                  </a:lnTo>
                  <a:lnTo>
                    <a:pt x="3138657" y="2215030"/>
                  </a:lnTo>
                  <a:lnTo>
                    <a:pt x="3138939" y="2215030"/>
                  </a:lnTo>
                  <a:lnTo>
                    <a:pt x="3139033" y="2215030"/>
                  </a:lnTo>
                  <a:lnTo>
                    <a:pt x="3139222" y="2215030"/>
                  </a:lnTo>
                  <a:lnTo>
                    <a:pt x="3139410" y="2215030"/>
                  </a:lnTo>
                  <a:lnTo>
                    <a:pt x="3140069" y="2210118"/>
                  </a:lnTo>
                  <a:lnTo>
                    <a:pt x="3140163" y="2210118"/>
                  </a:lnTo>
                  <a:lnTo>
                    <a:pt x="3140352" y="2210118"/>
                  </a:lnTo>
                  <a:lnTo>
                    <a:pt x="3140352" y="2205207"/>
                  </a:lnTo>
                  <a:lnTo>
                    <a:pt x="3141199" y="2205207"/>
                  </a:lnTo>
                  <a:lnTo>
                    <a:pt x="3141293" y="2205207"/>
                  </a:lnTo>
                  <a:lnTo>
                    <a:pt x="3141858" y="2205207"/>
                  </a:lnTo>
                  <a:lnTo>
                    <a:pt x="3142141" y="2205207"/>
                  </a:lnTo>
                  <a:lnTo>
                    <a:pt x="3142329" y="2205207"/>
                  </a:lnTo>
                  <a:lnTo>
                    <a:pt x="3142800" y="2205207"/>
                  </a:lnTo>
                  <a:lnTo>
                    <a:pt x="3143176" y="2205207"/>
                  </a:lnTo>
                  <a:lnTo>
                    <a:pt x="3143364" y="2205207"/>
                  </a:lnTo>
                  <a:lnTo>
                    <a:pt x="3143459" y="2205207"/>
                  </a:lnTo>
                  <a:lnTo>
                    <a:pt x="3143835" y="2205207"/>
                  </a:lnTo>
                  <a:lnTo>
                    <a:pt x="3144118" y="2205207"/>
                  </a:lnTo>
                  <a:lnTo>
                    <a:pt x="3144212" y="2200295"/>
                  </a:lnTo>
                  <a:lnTo>
                    <a:pt x="3144777" y="2200295"/>
                  </a:lnTo>
                  <a:lnTo>
                    <a:pt x="3144871" y="2200295"/>
                  </a:lnTo>
                  <a:lnTo>
                    <a:pt x="3145059" y="2200295"/>
                  </a:lnTo>
                  <a:lnTo>
                    <a:pt x="3145153" y="2195384"/>
                  </a:lnTo>
                  <a:lnTo>
                    <a:pt x="3145624" y="2195384"/>
                  </a:lnTo>
                  <a:lnTo>
                    <a:pt x="3145718" y="2195384"/>
                  </a:lnTo>
                  <a:lnTo>
                    <a:pt x="3145812" y="2195384"/>
                  </a:lnTo>
                  <a:lnTo>
                    <a:pt x="3146095" y="2195384"/>
                  </a:lnTo>
                  <a:lnTo>
                    <a:pt x="3146472" y="2195384"/>
                  </a:lnTo>
                  <a:lnTo>
                    <a:pt x="3146566" y="2195384"/>
                  </a:lnTo>
                  <a:lnTo>
                    <a:pt x="3146660" y="2195384"/>
                  </a:lnTo>
                  <a:lnTo>
                    <a:pt x="3146754" y="2195384"/>
                  </a:lnTo>
                  <a:lnTo>
                    <a:pt x="3147036" y="2195384"/>
                  </a:lnTo>
                  <a:lnTo>
                    <a:pt x="3147131" y="2195384"/>
                  </a:lnTo>
                  <a:lnTo>
                    <a:pt x="3147601" y="2195384"/>
                  </a:lnTo>
                  <a:lnTo>
                    <a:pt x="3147790" y="2195384"/>
                  </a:lnTo>
                  <a:lnTo>
                    <a:pt x="3147884" y="2195384"/>
                  </a:lnTo>
                  <a:lnTo>
                    <a:pt x="3147978" y="2195384"/>
                  </a:lnTo>
                  <a:lnTo>
                    <a:pt x="3148355" y="2195384"/>
                  </a:lnTo>
                  <a:lnTo>
                    <a:pt x="3148449" y="2195384"/>
                  </a:lnTo>
                  <a:lnTo>
                    <a:pt x="3148543" y="2195384"/>
                  </a:lnTo>
                  <a:lnTo>
                    <a:pt x="3148919" y="2195384"/>
                  </a:lnTo>
                  <a:lnTo>
                    <a:pt x="3149390" y="2190473"/>
                  </a:lnTo>
                  <a:lnTo>
                    <a:pt x="3150426" y="2190473"/>
                  </a:lnTo>
                  <a:lnTo>
                    <a:pt x="3150520" y="2190473"/>
                  </a:lnTo>
                  <a:lnTo>
                    <a:pt x="3150614" y="2190473"/>
                  </a:lnTo>
                  <a:lnTo>
                    <a:pt x="3150708" y="2190473"/>
                  </a:lnTo>
                  <a:lnTo>
                    <a:pt x="3150803" y="2190473"/>
                  </a:lnTo>
                  <a:lnTo>
                    <a:pt x="3150991" y="2190473"/>
                  </a:lnTo>
                  <a:lnTo>
                    <a:pt x="3151085" y="2190473"/>
                  </a:lnTo>
                  <a:lnTo>
                    <a:pt x="3151179" y="2190473"/>
                  </a:lnTo>
                  <a:lnTo>
                    <a:pt x="3151273" y="2190473"/>
                  </a:lnTo>
                  <a:lnTo>
                    <a:pt x="3151367" y="2190473"/>
                  </a:lnTo>
                  <a:lnTo>
                    <a:pt x="3151462" y="2190473"/>
                  </a:lnTo>
                  <a:lnTo>
                    <a:pt x="3151556" y="2190473"/>
                  </a:lnTo>
                  <a:lnTo>
                    <a:pt x="3151838" y="2190473"/>
                  </a:lnTo>
                  <a:lnTo>
                    <a:pt x="3151838" y="2185561"/>
                  </a:lnTo>
                  <a:lnTo>
                    <a:pt x="3153910" y="2185561"/>
                  </a:lnTo>
                  <a:lnTo>
                    <a:pt x="3154004" y="2185561"/>
                  </a:lnTo>
                  <a:lnTo>
                    <a:pt x="3154098" y="2185561"/>
                  </a:lnTo>
                  <a:lnTo>
                    <a:pt x="3154380" y="2185561"/>
                  </a:lnTo>
                  <a:lnTo>
                    <a:pt x="3154569" y="2185561"/>
                  </a:lnTo>
                  <a:lnTo>
                    <a:pt x="3154663" y="2185561"/>
                  </a:lnTo>
                  <a:lnTo>
                    <a:pt x="3154851" y="2185561"/>
                  </a:lnTo>
                  <a:lnTo>
                    <a:pt x="3154945" y="2185561"/>
                  </a:lnTo>
                  <a:lnTo>
                    <a:pt x="3155039" y="2185561"/>
                  </a:lnTo>
                  <a:lnTo>
                    <a:pt x="3155322" y="2185561"/>
                  </a:lnTo>
                  <a:lnTo>
                    <a:pt x="3155416" y="2185561"/>
                  </a:lnTo>
                  <a:lnTo>
                    <a:pt x="3155698" y="2185561"/>
                  </a:lnTo>
                  <a:lnTo>
                    <a:pt x="3156169" y="2185561"/>
                  </a:lnTo>
                  <a:lnTo>
                    <a:pt x="3156263" y="2185561"/>
                  </a:lnTo>
                  <a:lnTo>
                    <a:pt x="3156357" y="2185561"/>
                  </a:lnTo>
                  <a:lnTo>
                    <a:pt x="3156640" y="2185561"/>
                  </a:lnTo>
                  <a:lnTo>
                    <a:pt x="3156828" y="2185561"/>
                  </a:lnTo>
                  <a:lnTo>
                    <a:pt x="3157017" y="2185561"/>
                  </a:lnTo>
                  <a:lnTo>
                    <a:pt x="3157299" y="2185561"/>
                  </a:lnTo>
                  <a:lnTo>
                    <a:pt x="3157393" y="2185561"/>
                  </a:lnTo>
                  <a:lnTo>
                    <a:pt x="3157581" y="2185561"/>
                  </a:lnTo>
                  <a:lnTo>
                    <a:pt x="3157676" y="2185561"/>
                  </a:lnTo>
                  <a:lnTo>
                    <a:pt x="3158052" y="2185561"/>
                  </a:lnTo>
                  <a:lnTo>
                    <a:pt x="3158241" y="2185561"/>
                  </a:lnTo>
                  <a:lnTo>
                    <a:pt x="3158805" y="2185561"/>
                  </a:lnTo>
                  <a:lnTo>
                    <a:pt x="3158900" y="2185561"/>
                  </a:lnTo>
                  <a:lnTo>
                    <a:pt x="3159088" y="2185561"/>
                  </a:lnTo>
                  <a:lnTo>
                    <a:pt x="3159182" y="2185561"/>
                  </a:lnTo>
                  <a:lnTo>
                    <a:pt x="3159465" y="2185561"/>
                  </a:lnTo>
                  <a:lnTo>
                    <a:pt x="3159559" y="2185561"/>
                  </a:lnTo>
                  <a:lnTo>
                    <a:pt x="3159747" y="2185561"/>
                  </a:lnTo>
                  <a:lnTo>
                    <a:pt x="3159841" y="2180650"/>
                  </a:lnTo>
                  <a:lnTo>
                    <a:pt x="3160312" y="2180650"/>
                  </a:lnTo>
                  <a:lnTo>
                    <a:pt x="3160406" y="2180650"/>
                  </a:lnTo>
                  <a:lnTo>
                    <a:pt x="3161065" y="2180650"/>
                  </a:lnTo>
                  <a:lnTo>
                    <a:pt x="3161724" y="2175739"/>
                  </a:lnTo>
                  <a:lnTo>
                    <a:pt x="3162477" y="2175739"/>
                  </a:lnTo>
                  <a:lnTo>
                    <a:pt x="3162572" y="2175739"/>
                  </a:lnTo>
                  <a:lnTo>
                    <a:pt x="3162760" y="2175739"/>
                  </a:lnTo>
                  <a:lnTo>
                    <a:pt x="3162854" y="2175739"/>
                  </a:lnTo>
                  <a:lnTo>
                    <a:pt x="3163042" y="2175739"/>
                  </a:lnTo>
                  <a:lnTo>
                    <a:pt x="3163136" y="2175739"/>
                  </a:lnTo>
                  <a:lnTo>
                    <a:pt x="3163325" y="2175739"/>
                  </a:lnTo>
                  <a:lnTo>
                    <a:pt x="3164831" y="2175739"/>
                  </a:lnTo>
                  <a:lnTo>
                    <a:pt x="3165019" y="2175739"/>
                  </a:lnTo>
                  <a:lnTo>
                    <a:pt x="3165114" y="2175739"/>
                  </a:lnTo>
                  <a:lnTo>
                    <a:pt x="3165302" y="2175739"/>
                  </a:lnTo>
                  <a:lnTo>
                    <a:pt x="3165396" y="2175739"/>
                  </a:lnTo>
                  <a:lnTo>
                    <a:pt x="3165490" y="2175739"/>
                  </a:lnTo>
                  <a:lnTo>
                    <a:pt x="3165584" y="2175739"/>
                  </a:lnTo>
                  <a:lnTo>
                    <a:pt x="3165867" y="2175739"/>
                  </a:lnTo>
                  <a:lnTo>
                    <a:pt x="3166055" y="2175739"/>
                  </a:lnTo>
                  <a:lnTo>
                    <a:pt x="3166149" y="2175739"/>
                  </a:lnTo>
                  <a:lnTo>
                    <a:pt x="3166243" y="2175739"/>
                  </a:lnTo>
                  <a:lnTo>
                    <a:pt x="3166432" y="2175739"/>
                  </a:lnTo>
                  <a:lnTo>
                    <a:pt x="3166903" y="2175739"/>
                  </a:lnTo>
                  <a:lnTo>
                    <a:pt x="3167091" y="2175739"/>
                  </a:lnTo>
                  <a:lnTo>
                    <a:pt x="3167279" y="2175739"/>
                  </a:lnTo>
                  <a:lnTo>
                    <a:pt x="3167373" y="2175739"/>
                  </a:lnTo>
                  <a:lnTo>
                    <a:pt x="3167562" y="2175739"/>
                  </a:lnTo>
                  <a:lnTo>
                    <a:pt x="3168032" y="2175739"/>
                  </a:lnTo>
                  <a:lnTo>
                    <a:pt x="3168127" y="2175739"/>
                  </a:lnTo>
                  <a:lnTo>
                    <a:pt x="3168221" y="2175739"/>
                  </a:lnTo>
                  <a:lnTo>
                    <a:pt x="3168409" y="2175739"/>
                  </a:lnTo>
                  <a:lnTo>
                    <a:pt x="3168691" y="2170827"/>
                  </a:lnTo>
                  <a:lnTo>
                    <a:pt x="3168786" y="2165916"/>
                  </a:lnTo>
                  <a:lnTo>
                    <a:pt x="3169068" y="2165916"/>
                  </a:lnTo>
                  <a:lnTo>
                    <a:pt x="3169727" y="2165916"/>
                  </a:lnTo>
                  <a:lnTo>
                    <a:pt x="3170104" y="2165916"/>
                  </a:lnTo>
                  <a:lnTo>
                    <a:pt x="3170198" y="2165916"/>
                  </a:lnTo>
                  <a:lnTo>
                    <a:pt x="3170386" y="2165916"/>
                  </a:lnTo>
                  <a:lnTo>
                    <a:pt x="3170669" y="2165916"/>
                  </a:lnTo>
                  <a:lnTo>
                    <a:pt x="3170951" y="2165916"/>
                  </a:lnTo>
                  <a:lnTo>
                    <a:pt x="3171234" y="2165916"/>
                  </a:lnTo>
                  <a:lnTo>
                    <a:pt x="3171328" y="2165916"/>
                  </a:lnTo>
                  <a:lnTo>
                    <a:pt x="3171422" y="2165916"/>
                  </a:lnTo>
                  <a:lnTo>
                    <a:pt x="3171516" y="2165916"/>
                  </a:lnTo>
                  <a:lnTo>
                    <a:pt x="3172269" y="2165916"/>
                  </a:lnTo>
                  <a:lnTo>
                    <a:pt x="3172363" y="2165916"/>
                  </a:lnTo>
                  <a:lnTo>
                    <a:pt x="3172552" y="2165916"/>
                  </a:lnTo>
                  <a:lnTo>
                    <a:pt x="3172646" y="2165916"/>
                  </a:lnTo>
                  <a:lnTo>
                    <a:pt x="3173305" y="2165916"/>
                  </a:lnTo>
                  <a:lnTo>
                    <a:pt x="3173587" y="2165916"/>
                  </a:lnTo>
                  <a:lnTo>
                    <a:pt x="3173776" y="2165916"/>
                  </a:lnTo>
                  <a:lnTo>
                    <a:pt x="3173964" y="2165916"/>
                  </a:lnTo>
                  <a:lnTo>
                    <a:pt x="3174152" y="2161004"/>
                  </a:lnTo>
                  <a:lnTo>
                    <a:pt x="3174246" y="2161004"/>
                  </a:lnTo>
                  <a:lnTo>
                    <a:pt x="3174435" y="2161004"/>
                  </a:lnTo>
                  <a:lnTo>
                    <a:pt x="3174623" y="2161004"/>
                  </a:lnTo>
                  <a:lnTo>
                    <a:pt x="3174811" y="2161004"/>
                  </a:lnTo>
                  <a:lnTo>
                    <a:pt x="3175094" y="2156093"/>
                  </a:lnTo>
                  <a:lnTo>
                    <a:pt x="3175188" y="2156093"/>
                  </a:lnTo>
                  <a:lnTo>
                    <a:pt x="3175282" y="2156093"/>
                  </a:lnTo>
                  <a:lnTo>
                    <a:pt x="3175376" y="2156093"/>
                  </a:lnTo>
                  <a:lnTo>
                    <a:pt x="3175470" y="2156093"/>
                  </a:lnTo>
                  <a:lnTo>
                    <a:pt x="3176600" y="2156093"/>
                  </a:lnTo>
                  <a:lnTo>
                    <a:pt x="3176694" y="2156093"/>
                  </a:lnTo>
                  <a:lnTo>
                    <a:pt x="3176977" y="2156093"/>
                  </a:lnTo>
                  <a:lnTo>
                    <a:pt x="3177071" y="2156093"/>
                  </a:lnTo>
                  <a:lnTo>
                    <a:pt x="3177165" y="2156093"/>
                  </a:lnTo>
                  <a:lnTo>
                    <a:pt x="3177353" y="2156093"/>
                  </a:lnTo>
                  <a:lnTo>
                    <a:pt x="3177448" y="2156093"/>
                  </a:lnTo>
                  <a:lnTo>
                    <a:pt x="3178012" y="2156093"/>
                  </a:lnTo>
                  <a:lnTo>
                    <a:pt x="3178107" y="2156093"/>
                  </a:lnTo>
                  <a:lnTo>
                    <a:pt x="3178295" y="2156093"/>
                  </a:lnTo>
                  <a:lnTo>
                    <a:pt x="3178672" y="2156093"/>
                  </a:lnTo>
                  <a:lnTo>
                    <a:pt x="3178860" y="2156093"/>
                  </a:lnTo>
                  <a:lnTo>
                    <a:pt x="3179142" y="2156093"/>
                  </a:lnTo>
                  <a:lnTo>
                    <a:pt x="3179331" y="2151182"/>
                  </a:lnTo>
                  <a:lnTo>
                    <a:pt x="3179425" y="2151182"/>
                  </a:lnTo>
                  <a:lnTo>
                    <a:pt x="3179613" y="2151182"/>
                  </a:lnTo>
                  <a:lnTo>
                    <a:pt x="3179801" y="2151182"/>
                  </a:lnTo>
                  <a:lnTo>
                    <a:pt x="3179896" y="2151182"/>
                  </a:lnTo>
                  <a:lnTo>
                    <a:pt x="3180178" y="2151182"/>
                  </a:lnTo>
                  <a:lnTo>
                    <a:pt x="3180649" y="2151182"/>
                  </a:lnTo>
                  <a:lnTo>
                    <a:pt x="3180743" y="2151182"/>
                  </a:lnTo>
                  <a:lnTo>
                    <a:pt x="3181120" y="2151182"/>
                  </a:lnTo>
                  <a:lnTo>
                    <a:pt x="3181779" y="2151182"/>
                  </a:lnTo>
                  <a:lnTo>
                    <a:pt x="3182061" y="2151182"/>
                  </a:lnTo>
                  <a:lnTo>
                    <a:pt x="3182155" y="2151182"/>
                  </a:lnTo>
                  <a:lnTo>
                    <a:pt x="3182532" y="2151182"/>
                  </a:lnTo>
                  <a:lnTo>
                    <a:pt x="3182720" y="2151182"/>
                  </a:lnTo>
                  <a:lnTo>
                    <a:pt x="3182908" y="2151182"/>
                  </a:lnTo>
                  <a:lnTo>
                    <a:pt x="3183944" y="2151182"/>
                  </a:lnTo>
                  <a:lnTo>
                    <a:pt x="3184132" y="2151182"/>
                  </a:lnTo>
                  <a:lnTo>
                    <a:pt x="3184227" y="2151182"/>
                  </a:lnTo>
                  <a:lnTo>
                    <a:pt x="3184415" y="2151182"/>
                  </a:lnTo>
                  <a:lnTo>
                    <a:pt x="3184697" y="2151182"/>
                  </a:lnTo>
                  <a:lnTo>
                    <a:pt x="3185733" y="2146270"/>
                  </a:lnTo>
                  <a:lnTo>
                    <a:pt x="3185921" y="2146270"/>
                  </a:lnTo>
                  <a:lnTo>
                    <a:pt x="3186298" y="2146270"/>
                  </a:lnTo>
                  <a:lnTo>
                    <a:pt x="3186392" y="2146270"/>
                  </a:lnTo>
                  <a:lnTo>
                    <a:pt x="3186580" y="2146270"/>
                  </a:lnTo>
                  <a:lnTo>
                    <a:pt x="3186863" y="2146270"/>
                  </a:lnTo>
                  <a:lnTo>
                    <a:pt x="3187051" y="2146270"/>
                  </a:lnTo>
                  <a:lnTo>
                    <a:pt x="3187616" y="2146270"/>
                  </a:lnTo>
                  <a:lnTo>
                    <a:pt x="3187804" y="2146270"/>
                  </a:lnTo>
                  <a:lnTo>
                    <a:pt x="3187898" y="2146270"/>
                  </a:lnTo>
                  <a:lnTo>
                    <a:pt x="3187993" y="2146270"/>
                  </a:lnTo>
                  <a:lnTo>
                    <a:pt x="3188369" y="2146270"/>
                  </a:lnTo>
                  <a:lnTo>
                    <a:pt x="3188652" y="2146270"/>
                  </a:lnTo>
                  <a:lnTo>
                    <a:pt x="3188746" y="2146270"/>
                  </a:lnTo>
                  <a:lnTo>
                    <a:pt x="3188840" y="2146270"/>
                  </a:lnTo>
                  <a:lnTo>
                    <a:pt x="3189405" y="2146270"/>
                  </a:lnTo>
                  <a:lnTo>
                    <a:pt x="3189499" y="2146270"/>
                  </a:lnTo>
                  <a:lnTo>
                    <a:pt x="3189593" y="2146270"/>
                  </a:lnTo>
                  <a:lnTo>
                    <a:pt x="3189687" y="2146270"/>
                  </a:lnTo>
                  <a:lnTo>
                    <a:pt x="3189876" y="2146270"/>
                  </a:lnTo>
                  <a:lnTo>
                    <a:pt x="3189970" y="2146270"/>
                  </a:lnTo>
                  <a:lnTo>
                    <a:pt x="3190064" y="2146270"/>
                  </a:lnTo>
                  <a:lnTo>
                    <a:pt x="3190252" y="2146270"/>
                  </a:lnTo>
                  <a:lnTo>
                    <a:pt x="3191194" y="2146270"/>
                  </a:lnTo>
                  <a:lnTo>
                    <a:pt x="3191288" y="2146270"/>
                  </a:lnTo>
                  <a:lnTo>
                    <a:pt x="3191759" y="2146270"/>
                  </a:lnTo>
                  <a:lnTo>
                    <a:pt x="3191853" y="2146270"/>
                  </a:lnTo>
                  <a:lnTo>
                    <a:pt x="3192041" y="2146270"/>
                  </a:lnTo>
                  <a:lnTo>
                    <a:pt x="3192229" y="2146270"/>
                  </a:lnTo>
                  <a:lnTo>
                    <a:pt x="3192324" y="2146270"/>
                  </a:lnTo>
                  <a:lnTo>
                    <a:pt x="3192606" y="2146270"/>
                  </a:lnTo>
                  <a:lnTo>
                    <a:pt x="3193077" y="2146270"/>
                  </a:lnTo>
                  <a:lnTo>
                    <a:pt x="3193359" y="2146270"/>
                  </a:lnTo>
                  <a:lnTo>
                    <a:pt x="3193453" y="2146270"/>
                  </a:lnTo>
                  <a:lnTo>
                    <a:pt x="3193548" y="2146270"/>
                  </a:lnTo>
                  <a:lnTo>
                    <a:pt x="3193642" y="2146270"/>
                  </a:lnTo>
                  <a:lnTo>
                    <a:pt x="3194207" y="2146270"/>
                  </a:lnTo>
                  <a:lnTo>
                    <a:pt x="3194395" y="2146270"/>
                  </a:lnTo>
                  <a:lnTo>
                    <a:pt x="3194772" y="2146270"/>
                  </a:lnTo>
                  <a:lnTo>
                    <a:pt x="3194866" y="2146270"/>
                  </a:lnTo>
                  <a:lnTo>
                    <a:pt x="3194960" y="2146270"/>
                  </a:lnTo>
                  <a:lnTo>
                    <a:pt x="3195054" y="2146270"/>
                  </a:lnTo>
                  <a:lnTo>
                    <a:pt x="3195148" y="2146270"/>
                  </a:lnTo>
                  <a:lnTo>
                    <a:pt x="3195525" y="2146270"/>
                  </a:lnTo>
                  <a:lnTo>
                    <a:pt x="3195901" y="2146270"/>
                  </a:lnTo>
                  <a:lnTo>
                    <a:pt x="3195996" y="2146270"/>
                  </a:lnTo>
                  <a:lnTo>
                    <a:pt x="3196090" y="2146270"/>
                  </a:lnTo>
                  <a:lnTo>
                    <a:pt x="3196184" y="2146270"/>
                  </a:lnTo>
                  <a:lnTo>
                    <a:pt x="3196278" y="2146270"/>
                  </a:lnTo>
                  <a:lnTo>
                    <a:pt x="3196655" y="2146270"/>
                  </a:lnTo>
                  <a:lnTo>
                    <a:pt x="3196843" y="2146270"/>
                  </a:lnTo>
                  <a:lnTo>
                    <a:pt x="3197125" y="2146270"/>
                  </a:lnTo>
                  <a:lnTo>
                    <a:pt x="3197220" y="2146270"/>
                  </a:lnTo>
                  <a:lnTo>
                    <a:pt x="3197408" y="2146270"/>
                  </a:lnTo>
                  <a:lnTo>
                    <a:pt x="3197784" y="2146270"/>
                  </a:lnTo>
                  <a:lnTo>
                    <a:pt x="3197879" y="2146270"/>
                  </a:lnTo>
                  <a:lnTo>
                    <a:pt x="3198444" y="2146270"/>
                  </a:lnTo>
                  <a:lnTo>
                    <a:pt x="3198726" y="2146270"/>
                  </a:lnTo>
                  <a:lnTo>
                    <a:pt x="3198914" y="2146270"/>
                  </a:lnTo>
                  <a:lnTo>
                    <a:pt x="3199008" y="2146270"/>
                  </a:lnTo>
                  <a:lnTo>
                    <a:pt x="3199103" y="2146270"/>
                  </a:lnTo>
                  <a:lnTo>
                    <a:pt x="3199385" y="2146270"/>
                  </a:lnTo>
                  <a:lnTo>
                    <a:pt x="3199667" y="2146270"/>
                  </a:lnTo>
                  <a:lnTo>
                    <a:pt x="3200138" y="2146270"/>
                  </a:lnTo>
                  <a:lnTo>
                    <a:pt x="3200421" y="2146270"/>
                  </a:lnTo>
                  <a:lnTo>
                    <a:pt x="3200891" y="2146270"/>
                  </a:lnTo>
                  <a:lnTo>
                    <a:pt x="3201268" y="2146270"/>
                  </a:lnTo>
                  <a:lnTo>
                    <a:pt x="3201645" y="2146270"/>
                  </a:lnTo>
                  <a:lnTo>
                    <a:pt x="3201927" y="2141359"/>
                  </a:lnTo>
                  <a:lnTo>
                    <a:pt x="3202210" y="2141359"/>
                  </a:lnTo>
                  <a:lnTo>
                    <a:pt x="3202398" y="2141359"/>
                  </a:lnTo>
                  <a:lnTo>
                    <a:pt x="3202680" y="2141359"/>
                  </a:lnTo>
                  <a:lnTo>
                    <a:pt x="3202869" y="2141359"/>
                  </a:lnTo>
                  <a:lnTo>
                    <a:pt x="3202963" y="2141359"/>
                  </a:lnTo>
                  <a:lnTo>
                    <a:pt x="3203151" y="2141359"/>
                  </a:lnTo>
                  <a:lnTo>
                    <a:pt x="3203434" y="2141359"/>
                  </a:lnTo>
                  <a:lnTo>
                    <a:pt x="3203622" y="2141359"/>
                  </a:lnTo>
                  <a:lnTo>
                    <a:pt x="3203716" y="2141359"/>
                  </a:lnTo>
                  <a:lnTo>
                    <a:pt x="3204187" y="2141359"/>
                  </a:lnTo>
                  <a:lnTo>
                    <a:pt x="3204281" y="2141359"/>
                  </a:lnTo>
                  <a:lnTo>
                    <a:pt x="3204375" y="2141359"/>
                  </a:lnTo>
                  <a:lnTo>
                    <a:pt x="3204752" y="2141359"/>
                  </a:lnTo>
                  <a:lnTo>
                    <a:pt x="3205034" y="2141359"/>
                  </a:lnTo>
                  <a:lnTo>
                    <a:pt x="3205411" y="2141359"/>
                  </a:lnTo>
                  <a:lnTo>
                    <a:pt x="3205505" y="2141359"/>
                  </a:lnTo>
                  <a:lnTo>
                    <a:pt x="3206070" y="2141359"/>
                  </a:lnTo>
                  <a:lnTo>
                    <a:pt x="3206164" y="2141359"/>
                  </a:lnTo>
                  <a:lnTo>
                    <a:pt x="3206446" y="2141359"/>
                  </a:lnTo>
                  <a:lnTo>
                    <a:pt x="3206541" y="2141359"/>
                  </a:lnTo>
                  <a:lnTo>
                    <a:pt x="3206729" y="2141359"/>
                  </a:lnTo>
                  <a:lnTo>
                    <a:pt x="3206823" y="2141359"/>
                  </a:lnTo>
                  <a:lnTo>
                    <a:pt x="3206917" y="2141359"/>
                  </a:lnTo>
                  <a:lnTo>
                    <a:pt x="3207294" y="2141359"/>
                  </a:lnTo>
                  <a:lnTo>
                    <a:pt x="3207388" y="2141359"/>
                  </a:lnTo>
                  <a:lnTo>
                    <a:pt x="3207670" y="2141359"/>
                  </a:lnTo>
                  <a:lnTo>
                    <a:pt x="3208329" y="2141359"/>
                  </a:lnTo>
                  <a:lnTo>
                    <a:pt x="3208424" y="2141359"/>
                  </a:lnTo>
                  <a:lnTo>
                    <a:pt x="3208706" y="2141359"/>
                  </a:lnTo>
                  <a:lnTo>
                    <a:pt x="3208800" y="2141359"/>
                  </a:lnTo>
                  <a:lnTo>
                    <a:pt x="3209083" y="2141359"/>
                  </a:lnTo>
                  <a:lnTo>
                    <a:pt x="3209553" y="2141359"/>
                  </a:lnTo>
                  <a:lnTo>
                    <a:pt x="3209648" y="2141359"/>
                  </a:lnTo>
                  <a:lnTo>
                    <a:pt x="3210213" y="2141359"/>
                  </a:lnTo>
                  <a:lnTo>
                    <a:pt x="3210683" y="2141359"/>
                  </a:lnTo>
                  <a:lnTo>
                    <a:pt x="3210777" y="2141359"/>
                  </a:lnTo>
                  <a:lnTo>
                    <a:pt x="3211342" y="2141359"/>
                  </a:lnTo>
                  <a:lnTo>
                    <a:pt x="3211437" y="2141359"/>
                  </a:lnTo>
                  <a:lnTo>
                    <a:pt x="3211907" y="2141359"/>
                  </a:lnTo>
                  <a:lnTo>
                    <a:pt x="3212001" y="2141359"/>
                  </a:lnTo>
                  <a:lnTo>
                    <a:pt x="3212472" y="2141359"/>
                  </a:lnTo>
                  <a:lnTo>
                    <a:pt x="3213131" y="2141359"/>
                  </a:lnTo>
                  <a:lnTo>
                    <a:pt x="3213508" y="2141359"/>
                  </a:lnTo>
                  <a:lnTo>
                    <a:pt x="3213602" y="2141359"/>
                  </a:lnTo>
                  <a:lnTo>
                    <a:pt x="3213790" y="2141359"/>
                  </a:lnTo>
                  <a:lnTo>
                    <a:pt x="3214167" y="2141359"/>
                  </a:lnTo>
                  <a:lnTo>
                    <a:pt x="3214544" y="2141359"/>
                  </a:lnTo>
                  <a:lnTo>
                    <a:pt x="3214638" y="2141359"/>
                  </a:lnTo>
                  <a:lnTo>
                    <a:pt x="3214826" y="2141359"/>
                  </a:lnTo>
                  <a:lnTo>
                    <a:pt x="3215014" y="2141359"/>
                  </a:lnTo>
                  <a:lnTo>
                    <a:pt x="3215297" y="2141359"/>
                  </a:lnTo>
                  <a:lnTo>
                    <a:pt x="3216144" y="2141359"/>
                  </a:lnTo>
                  <a:lnTo>
                    <a:pt x="3216238" y="2141359"/>
                  </a:lnTo>
                  <a:lnTo>
                    <a:pt x="3216332" y="2141359"/>
                  </a:lnTo>
                  <a:lnTo>
                    <a:pt x="3216427" y="2141359"/>
                  </a:lnTo>
                  <a:lnTo>
                    <a:pt x="3216521" y="2141359"/>
                  </a:lnTo>
                  <a:lnTo>
                    <a:pt x="3216803" y="2141359"/>
                  </a:lnTo>
                  <a:lnTo>
                    <a:pt x="3217086" y="2136448"/>
                  </a:lnTo>
                  <a:lnTo>
                    <a:pt x="3217180" y="2136448"/>
                  </a:lnTo>
                  <a:lnTo>
                    <a:pt x="3217462" y="2136448"/>
                  </a:lnTo>
                  <a:lnTo>
                    <a:pt x="3217839" y="2136448"/>
                  </a:lnTo>
                  <a:lnTo>
                    <a:pt x="3217933" y="2136448"/>
                  </a:lnTo>
                  <a:lnTo>
                    <a:pt x="3218027" y="2136448"/>
                  </a:lnTo>
                  <a:lnTo>
                    <a:pt x="3218686" y="2136448"/>
                  </a:lnTo>
                  <a:lnTo>
                    <a:pt x="3219063" y="2136448"/>
                  </a:lnTo>
                  <a:lnTo>
                    <a:pt x="3219157" y="2136448"/>
                  </a:lnTo>
                  <a:lnTo>
                    <a:pt x="3219251" y="2136448"/>
                  </a:lnTo>
                  <a:lnTo>
                    <a:pt x="3219345" y="2136448"/>
                  </a:lnTo>
                  <a:lnTo>
                    <a:pt x="3219628" y="2136448"/>
                  </a:lnTo>
                  <a:lnTo>
                    <a:pt x="3219816" y="2136448"/>
                  </a:lnTo>
                  <a:lnTo>
                    <a:pt x="3219910" y="2136448"/>
                  </a:lnTo>
                  <a:lnTo>
                    <a:pt x="3220758" y="2136448"/>
                  </a:lnTo>
                  <a:lnTo>
                    <a:pt x="3220852" y="2136448"/>
                  </a:lnTo>
                  <a:lnTo>
                    <a:pt x="3220946" y="2136448"/>
                  </a:lnTo>
                  <a:lnTo>
                    <a:pt x="3221228" y="2136448"/>
                  </a:lnTo>
                  <a:lnTo>
                    <a:pt x="3221511" y="2136448"/>
                  </a:lnTo>
                  <a:lnTo>
                    <a:pt x="3221982" y="2136448"/>
                  </a:lnTo>
                  <a:lnTo>
                    <a:pt x="3222076" y="2136448"/>
                  </a:lnTo>
                  <a:lnTo>
                    <a:pt x="3222546" y="2136448"/>
                  </a:lnTo>
                  <a:lnTo>
                    <a:pt x="3222829" y="2136448"/>
                  </a:lnTo>
                  <a:lnTo>
                    <a:pt x="3223582" y="2136448"/>
                  </a:lnTo>
                  <a:lnTo>
                    <a:pt x="3224524" y="2136448"/>
                  </a:lnTo>
                  <a:lnTo>
                    <a:pt x="3224618" y="2136448"/>
                  </a:lnTo>
                  <a:lnTo>
                    <a:pt x="3224712" y="2136448"/>
                  </a:lnTo>
                  <a:lnTo>
                    <a:pt x="3224806" y="2136448"/>
                  </a:lnTo>
                  <a:lnTo>
                    <a:pt x="3224900" y="2136448"/>
                  </a:lnTo>
                  <a:lnTo>
                    <a:pt x="3225183" y="2136448"/>
                  </a:lnTo>
                  <a:lnTo>
                    <a:pt x="3225277" y="2136448"/>
                  </a:lnTo>
                  <a:lnTo>
                    <a:pt x="3225465" y="2136448"/>
                  </a:lnTo>
                  <a:lnTo>
                    <a:pt x="3225653" y="2136448"/>
                  </a:lnTo>
                  <a:lnTo>
                    <a:pt x="3225936" y="2136448"/>
                  </a:lnTo>
                  <a:lnTo>
                    <a:pt x="3226030" y="2136448"/>
                  </a:lnTo>
                  <a:lnTo>
                    <a:pt x="3226124" y="2136448"/>
                  </a:lnTo>
                  <a:lnTo>
                    <a:pt x="3226313" y="2136448"/>
                  </a:lnTo>
                  <a:lnTo>
                    <a:pt x="3226501" y="2136448"/>
                  </a:lnTo>
                  <a:lnTo>
                    <a:pt x="3226595" y="2136448"/>
                  </a:lnTo>
                  <a:lnTo>
                    <a:pt x="3226689" y="2136448"/>
                  </a:lnTo>
                  <a:lnTo>
                    <a:pt x="3227725" y="2136448"/>
                  </a:lnTo>
                  <a:lnTo>
                    <a:pt x="3227819" y="2136448"/>
                  </a:lnTo>
                  <a:lnTo>
                    <a:pt x="3228007" y="2136448"/>
                  </a:lnTo>
                  <a:lnTo>
                    <a:pt x="3228101" y="2136448"/>
                  </a:lnTo>
                  <a:lnTo>
                    <a:pt x="3228196" y="2136448"/>
                  </a:lnTo>
                  <a:lnTo>
                    <a:pt x="3228384" y="2136448"/>
                  </a:lnTo>
                  <a:lnTo>
                    <a:pt x="3228572" y="2136448"/>
                  </a:lnTo>
                  <a:lnTo>
                    <a:pt x="3228761" y="2136448"/>
                  </a:lnTo>
                  <a:lnTo>
                    <a:pt x="3229043" y="2136448"/>
                  </a:lnTo>
                  <a:lnTo>
                    <a:pt x="3229137" y="2136448"/>
                  </a:lnTo>
                  <a:lnTo>
                    <a:pt x="3230455" y="2136448"/>
                  </a:lnTo>
                  <a:lnTo>
                    <a:pt x="3230738" y="2136448"/>
                  </a:lnTo>
                  <a:lnTo>
                    <a:pt x="3231020" y="2136448"/>
                  </a:lnTo>
                  <a:lnTo>
                    <a:pt x="3231208" y="2136448"/>
                  </a:lnTo>
                  <a:lnTo>
                    <a:pt x="3231303" y="2136448"/>
                  </a:lnTo>
                  <a:lnTo>
                    <a:pt x="3231397" y="2136448"/>
                  </a:lnTo>
                  <a:lnTo>
                    <a:pt x="3231679" y="2136448"/>
                  </a:lnTo>
                  <a:lnTo>
                    <a:pt x="3231773" y="2131536"/>
                  </a:lnTo>
                  <a:lnTo>
                    <a:pt x="3232056" y="2131536"/>
                  </a:lnTo>
                  <a:lnTo>
                    <a:pt x="3232150" y="2131536"/>
                  </a:lnTo>
                  <a:lnTo>
                    <a:pt x="3232244" y="2131536"/>
                  </a:lnTo>
                  <a:lnTo>
                    <a:pt x="3232432" y="2131536"/>
                  </a:lnTo>
                  <a:lnTo>
                    <a:pt x="3232527" y="2131536"/>
                  </a:lnTo>
                  <a:lnTo>
                    <a:pt x="3233280" y="2131536"/>
                  </a:lnTo>
                  <a:lnTo>
                    <a:pt x="3233374" y="2131536"/>
                  </a:lnTo>
                  <a:lnTo>
                    <a:pt x="3233845" y="2131536"/>
                  </a:lnTo>
                  <a:lnTo>
                    <a:pt x="3234315" y="2131536"/>
                  </a:lnTo>
                  <a:lnTo>
                    <a:pt x="3234880" y="2131536"/>
                  </a:lnTo>
                  <a:lnTo>
                    <a:pt x="3234975" y="2131536"/>
                  </a:lnTo>
                  <a:lnTo>
                    <a:pt x="3235163" y="2131536"/>
                  </a:lnTo>
                  <a:lnTo>
                    <a:pt x="3235634" y="2131536"/>
                  </a:lnTo>
                  <a:lnTo>
                    <a:pt x="3235916" y="2131536"/>
                  </a:lnTo>
                  <a:lnTo>
                    <a:pt x="3236010" y="2131536"/>
                  </a:lnTo>
                  <a:lnTo>
                    <a:pt x="3236199" y="2131536"/>
                  </a:lnTo>
                  <a:lnTo>
                    <a:pt x="3236293" y="2131536"/>
                  </a:lnTo>
                  <a:lnTo>
                    <a:pt x="3236387" y="2131536"/>
                  </a:lnTo>
                  <a:lnTo>
                    <a:pt x="3236481" y="2131536"/>
                  </a:lnTo>
                  <a:lnTo>
                    <a:pt x="3236669" y="2131536"/>
                  </a:lnTo>
                  <a:lnTo>
                    <a:pt x="3236763" y="2131536"/>
                  </a:lnTo>
                  <a:lnTo>
                    <a:pt x="3237046" y="2131536"/>
                  </a:lnTo>
                  <a:lnTo>
                    <a:pt x="3237328" y="2131536"/>
                  </a:lnTo>
                  <a:lnTo>
                    <a:pt x="3237799" y="2131536"/>
                  </a:lnTo>
                  <a:lnTo>
                    <a:pt x="3237893" y="2131536"/>
                  </a:lnTo>
                  <a:lnTo>
                    <a:pt x="3237987" y="2131536"/>
                  </a:lnTo>
                  <a:lnTo>
                    <a:pt x="3238176" y="2131536"/>
                  </a:lnTo>
                  <a:lnTo>
                    <a:pt x="3238458" y="2131536"/>
                  </a:lnTo>
                  <a:lnTo>
                    <a:pt x="3238646" y="2131536"/>
                  </a:lnTo>
                  <a:lnTo>
                    <a:pt x="3238835" y="2131536"/>
                  </a:lnTo>
                  <a:lnTo>
                    <a:pt x="3239494" y="2131536"/>
                  </a:lnTo>
                  <a:lnTo>
                    <a:pt x="3239588" y="2131536"/>
                  </a:lnTo>
                  <a:lnTo>
                    <a:pt x="3239776" y="2131536"/>
                  </a:lnTo>
                  <a:lnTo>
                    <a:pt x="3240153" y="2131536"/>
                  </a:lnTo>
                  <a:lnTo>
                    <a:pt x="3240530" y="2131536"/>
                  </a:lnTo>
                  <a:lnTo>
                    <a:pt x="3240906" y="2131536"/>
                  </a:lnTo>
                  <a:lnTo>
                    <a:pt x="3241094" y="2131536"/>
                  </a:lnTo>
                  <a:lnTo>
                    <a:pt x="3241189" y="2131536"/>
                  </a:lnTo>
                  <a:lnTo>
                    <a:pt x="3241283" y="2131536"/>
                  </a:lnTo>
                  <a:lnTo>
                    <a:pt x="3241565" y="2131536"/>
                  </a:lnTo>
                  <a:lnTo>
                    <a:pt x="3242318" y="2131536"/>
                  </a:lnTo>
                  <a:lnTo>
                    <a:pt x="3242507" y="2131536"/>
                  </a:lnTo>
                  <a:lnTo>
                    <a:pt x="3242978" y="2131536"/>
                  </a:lnTo>
                  <a:lnTo>
                    <a:pt x="3243072" y="2131536"/>
                  </a:lnTo>
                  <a:lnTo>
                    <a:pt x="3243166" y="2131536"/>
                  </a:lnTo>
                  <a:lnTo>
                    <a:pt x="3243354" y="2131536"/>
                  </a:lnTo>
                  <a:lnTo>
                    <a:pt x="3243637" y="2131536"/>
                  </a:lnTo>
                  <a:lnTo>
                    <a:pt x="3243919" y="2131536"/>
                  </a:lnTo>
                  <a:lnTo>
                    <a:pt x="3244013" y="2131536"/>
                  </a:lnTo>
                  <a:lnTo>
                    <a:pt x="3244484" y="2131536"/>
                  </a:lnTo>
                  <a:lnTo>
                    <a:pt x="3244861" y="2131536"/>
                  </a:lnTo>
                  <a:lnTo>
                    <a:pt x="3244955" y="2131536"/>
                  </a:lnTo>
                  <a:lnTo>
                    <a:pt x="3245614" y="2131536"/>
                  </a:lnTo>
                  <a:lnTo>
                    <a:pt x="3245708" y="2131536"/>
                  </a:lnTo>
                  <a:lnTo>
                    <a:pt x="3245990" y="2131536"/>
                  </a:lnTo>
                  <a:lnTo>
                    <a:pt x="3245990" y="2126625"/>
                  </a:lnTo>
                  <a:lnTo>
                    <a:pt x="3246085" y="2126625"/>
                  </a:lnTo>
                  <a:lnTo>
                    <a:pt x="3246367" y="2126625"/>
                  </a:lnTo>
                  <a:lnTo>
                    <a:pt x="3246649" y="2126625"/>
                  </a:lnTo>
                  <a:lnTo>
                    <a:pt x="3247026" y="2126625"/>
                  </a:lnTo>
                  <a:lnTo>
                    <a:pt x="3247214" y="2126625"/>
                  </a:lnTo>
                  <a:lnTo>
                    <a:pt x="3247685" y="2126625"/>
                  </a:lnTo>
                  <a:lnTo>
                    <a:pt x="3247873" y="2126625"/>
                  </a:lnTo>
                  <a:lnTo>
                    <a:pt x="3247968" y="2126625"/>
                  </a:lnTo>
                  <a:lnTo>
                    <a:pt x="3248156" y="2126625"/>
                  </a:lnTo>
                  <a:lnTo>
                    <a:pt x="3248532" y="2121713"/>
                  </a:lnTo>
                  <a:lnTo>
                    <a:pt x="3248627" y="2121713"/>
                  </a:lnTo>
                  <a:lnTo>
                    <a:pt x="3248815" y="2121713"/>
                  </a:lnTo>
                  <a:lnTo>
                    <a:pt x="3248909" y="2121713"/>
                  </a:lnTo>
                  <a:lnTo>
                    <a:pt x="3249003" y="2121713"/>
                  </a:lnTo>
                  <a:lnTo>
                    <a:pt x="3249380" y="2121713"/>
                  </a:lnTo>
                  <a:lnTo>
                    <a:pt x="3249756" y="2121713"/>
                  </a:lnTo>
                  <a:lnTo>
                    <a:pt x="3250039" y="2121713"/>
                  </a:lnTo>
                  <a:lnTo>
                    <a:pt x="3250510" y="2121713"/>
                  </a:lnTo>
                  <a:lnTo>
                    <a:pt x="3250604" y="2121713"/>
                  </a:lnTo>
                  <a:lnTo>
                    <a:pt x="3250792" y="2121713"/>
                  </a:lnTo>
                  <a:lnTo>
                    <a:pt x="3251545" y="2121713"/>
                  </a:lnTo>
                  <a:lnTo>
                    <a:pt x="3251640" y="2121713"/>
                  </a:lnTo>
                  <a:lnTo>
                    <a:pt x="3251734" y="2121713"/>
                  </a:lnTo>
                  <a:lnTo>
                    <a:pt x="3251922" y="2121713"/>
                  </a:lnTo>
                  <a:lnTo>
                    <a:pt x="3252016" y="2121713"/>
                  </a:lnTo>
                  <a:lnTo>
                    <a:pt x="3252299" y="2121713"/>
                  </a:lnTo>
                  <a:lnTo>
                    <a:pt x="3252393" y="2121713"/>
                  </a:lnTo>
                  <a:lnTo>
                    <a:pt x="3252487" y="2121713"/>
                  </a:lnTo>
                  <a:lnTo>
                    <a:pt x="3252581" y="2121713"/>
                  </a:lnTo>
                  <a:lnTo>
                    <a:pt x="3252769" y="2121713"/>
                  </a:lnTo>
                  <a:lnTo>
                    <a:pt x="3252863" y="2121713"/>
                  </a:lnTo>
                  <a:lnTo>
                    <a:pt x="3253523" y="2121713"/>
                  </a:lnTo>
                  <a:lnTo>
                    <a:pt x="3253711" y="2121713"/>
                  </a:lnTo>
                  <a:lnTo>
                    <a:pt x="3253993" y="2121713"/>
                  </a:lnTo>
                  <a:lnTo>
                    <a:pt x="3254182" y="2121713"/>
                  </a:lnTo>
                  <a:lnTo>
                    <a:pt x="3254652" y="2121713"/>
                  </a:lnTo>
                  <a:lnTo>
                    <a:pt x="3254747" y="2121713"/>
                  </a:lnTo>
                  <a:lnTo>
                    <a:pt x="3254841" y="2121713"/>
                  </a:lnTo>
                  <a:lnTo>
                    <a:pt x="3255029" y="2121713"/>
                  </a:lnTo>
                  <a:lnTo>
                    <a:pt x="3255217" y="2121713"/>
                  </a:lnTo>
                  <a:lnTo>
                    <a:pt x="3255594" y="2121713"/>
                  </a:lnTo>
                  <a:lnTo>
                    <a:pt x="3255688" y="2121713"/>
                  </a:lnTo>
                  <a:lnTo>
                    <a:pt x="3255782" y="2121713"/>
                  </a:lnTo>
                  <a:lnTo>
                    <a:pt x="3255876" y="2121713"/>
                  </a:lnTo>
                  <a:lnTo>
                    <a:pt x="3255971" y="2121713"/>
                  </a:lnTo>
                  <a:lnTo>
                    <a:pt x="3256347" y="2116802"/>
                  </a:lnTo>
                  <a:lnTo>
                    <a:pt x="3257383" y="2116802"/>
                  </a:lnTo>
                  <a:lnTo>
                    <a:pt x="3257477" y="2116802"/>
                  </a:lnTo>
                  <a:lnTo>
                    <a:pt x="3257571" y="2116802"/>
                  </a:lnTo>
                  <a:lnTo>
                    <a:pt x="3257665" y="2116802"/>
                  </a:lnTo>
                  <a:lnTo>
                    <a:pt x="3257759" y="2116802"/>
                  </a:lnTo>
                  <a:lnTo>
                    <a:pt x="3258042" y="2116802"/>
                  </a:lnTo>
                  <a:lnTo>
                    <a:pt x="3258230" y="2116802"/>
                  </a:lnTo>
                  <a:lnTo>
                    <a:pt x="3258324" y="2116802"/>
                  </a:lnTo>
                  <a:lnTo>
                    <a:pt x="3259078" y="2116802"/>
                  </a:lnTo>
                  <a:lnTo>
                    <a:pt x="3259454" y="2116802"/>
                  </a:lnTo>
                  <a:lnTo>
                    <a:pt x="3259548" y="2116802"/>
                  </a:lnTo>
                  <a:lnTo>
                    <a:pt x="3259831" y="2116802"/>
                  </a:lnTo>
                  <a:lnTo>
                    <a:pt x="3259925" y="2116802"/>
                  </a:lnTo>
                  <a:lnTo>
                    <a:pt x="3260584" y="2116802"/>
                  </a:lnTo>
                  <a:lnTo>
                    <a:pt x="3260678" y="2116802"/>
                  </a:lnTo>
                  <a:lnTo>
                    <a:pt x="3260772" y="2116802"/>
                  </a:lnTo>
                  <a:lnTo>
                    <a:pt x="3261149" y="2116802"/>
                  </a:lnTo>
                  <a:lnTo>
                    <a:pt x="3261525" y="2116802"/>
                  </a:lnTo>
                  <a:lnTo>
                    <a:pt x="3261620" y="2116802"/>
                  </a:lnTo>
                  <a:lnTo>
                    <a:pt x="3261808" y="2116802"/>
                  </a:lnTo>
                  <a:lnTo>
                    <a:pt x="3261902" y="2116802"/>
                  </a:lnTo>
                  <a:lnTo>
                    <a:pt x="3262279" y="2116802"/>
                  </a:lnTo>
                  <a:lnTo>
                    <a:pt x="3262467" y="2111891"/>
                  </a:lnTo>
                  <a:lnTo>
                    <a:pt x="3262561" y="2111891"/>
                  </a:lnTo>
                  <a:lnTo>
                    <a:pt x="3262749" y="2111891"/>
                  </a:lnTo>
                  <a:lnTo>
                    <a:pt x="3262844" y="2111891"/>
                  </a:lnTo>
                  <a:lnTo>
                    <a:pt x="3263032" y="2111891"/>
                  </a:lnTo>
                  <a:lnTo>
                    <a:pt x="3263126" y="2111891"/>
                  </a:lnTo>
                  <a:lnTo>
                    <a:pt x="3263409" y="2111891"/>
                  </a:lnTo>
                  <a:lnTo>
                    <a:pt x="3263503" y="2111891"/>
                  </a:lnTo>
                  <a:lnTo>
                    <a:pt x="3263597" y="2111891"/>
                  </a:lnTo>
                  <a:lnTo>
                    <a:pt x="3263785" y="2111891"/>
                  </a:lnTo>
                  <a:lnTo>
                    <a:pt x="3264256" y="2106979"/>
                  </a:lnTo>
                  <a:lnTo>
                    <a:pt x="3264350" y="2106979"/>
                  </a:lnTo>
                  <a:lnTo>
                    <a:pt x="3264538" y="2106979"/>
                  </a:lnTo>
                  <a:lnTo>
                    <a:pt x="3264633" y="2106979"/>
                  </a:lnTo>
                  <a:lnTo>
                    <a:pt x="3264821" y="2106979"/>
                  </a:lnTo>
                  <a:lnTo>
                    <a:pt x="3265762" y="2106979"/>
                  </a:lnTo>
                  <a:lnTo>
                    <a:pt x="3266139" y="2106979"/>
                  </a:lnTo>
                  <a:lnTo>
                    <a:pt x="3266610" y="2106979"/>
                  </a:lnTo>
                  <a:lnTo>
                    <a:pt x="3266704" y="2106979"/>
                  </a:lnTo>
                  <a:lnTo>
                    <a:pt x="3266798" y="2106979"/>
                  </a:lnTo>
                  <a:lnTo>
                    <a:pt x="3266892" y="2106979"/>
                  </a:lnTo>
                  <a:lnTo>
                    <a:pt x="3267080" y="2106979"/>
                  </a:lnTo>
                  <a:lnTo>
                    <a:pt x="3267363" y="2106979"/>
                  </a:lnTo>
                  <a:lnTo>
                    <a:pt x="3267645" y="2102068"/>
                  </a:lnTo>
                  <a:lnTo>
                    <a:pt x="3267834" y="2102068"/>
                  </a:lnTo>
                  <a:lnTo>
                    <a:pt x="3268022" y="2102068"/>
                  </a:lnTo>
                  <a:lnTo>
                    <a:pt x="3268116" y="2102068"/>
                  </a:lnTo>
                  <a:lnTo>
                    <a:pt x="3268587" y="2102068"/>
                  </a:lnTo>
                  <a:lnTo>
                    <a:pt x="3268775" y="2102068"/>
                  </a:lnTo>
                  <a:lnTo>
                    <a:pt x="3268869" y="2102068"/>
                  </a:lnTo>
                  <a:lnTo>
                    <a:pt x="3268964" y="2102068"/>
                  </a:lnTo>
                  <a:lnTo>
                    <a:pt x="3269058" y="2102068"/>
                  </a:lnTo>
                  <a:lnTo>
                    <a:pt x="3269434" y="2102068"/>
                  </a:lnTo>
                  <a:lnTo>
                    <a:pt x="3269623" y="2102068"/>
                  </a:lnTo>
                  <a:lnTo>
                    <a:pt x="3269905" y="2102068"/>
                  </a:lnTo>
                  <a:lnTo>
                    <a:pt x="3270187" y="2102068"/>
                  </a:lnTo>
                  <a:lnTo>
                    <a:pt x="3270376" y="2102068"/>
                  </a:lnTo>
                  <a:lnTo>
                    <a:pt x="3270847" y="2102068"/>
                  </a:lnTo>
                  <a:lnTo>
                    <a:pt x="3270941" y="2102068"/>
                  </a:lnTo>
                  <a:lnTo>
                    <a:pt x="3271035" y="2102068"/>
                  </a:lnTo>
                  <a:lnTo>
                    <a:pt x="3271411" y="2102068"/>
                  </a:lnTo>
                  <a:lnTo>
                    <a:pt x="3271506" y="2102068"/>
                  </a:lnTo>
                  <a:lnTo>
                    <a:pt x="3271600" y="2102068"/>
                  </a:lnTo>
                  <a:lnTo>
                    <a:pt x="3271694" y="2102068"/>
                  </a:lnTo>
                  <a:lnTo>
                    <a:pt x="3271788" y="2102068"/>
                  </a:lnTo>
                  <a:lnTo>
                    <a:pt x="3271882" y="2102068"/>
                  </a:lnTo>
                  <a:lnTo>
                    <a:pt x="3272259" y="2102068"/>
                  </a:lnTo>
                  <a:lnTo>
                    <a:pt x="3272353" y="2102068"/>
                  </a:lnTo>
                  <a:lnTo>
                    <a:pt x="3272447" y="2102068"/>
                  </a:lnTo>
                  <a:lnTo>
                    <a:pt x="3272541" y="2102068"/>
                  </a:lnTo>
                  <a:lnTo>
                    <a:pt x="3272824" y="2102068"/>
                  </a:lnTo>
                  <a:lnTo>
                    <a:pt x="3273295" y="2102068"/>
                  </a:lnTo>
                  <a:lnTo>
                    <a:pt x="3273483" y="2102068"/>
                  </a:lnTo>
                  <a:lnTo>
                    <a:pt x="3273577" y="2102068"/>
                  </a:lnTo>
                  <a:lnTo>
                    <a:pt x="3273671" y="2102068"/>
                  </a:lnTo>
                  <a:lnTo>
                    <a:pt x="3273859" y="2102068"/>
                  </a:lnTo>
                  <a:lnTo>
                    <a:pt x="3273954" y="2102068"/>
                  </a:lnTo>
                  <a:lnTo>
                    <a:pt x="3274424" y="2097157"/>
                  </a:lnTo>
                  <a:lnTo>
                    <a:pt x="3274707" y="2097157"/>
                  </a:lnTo>
                  <a:lnTo>
                    <a:pt x="3274801" y="2097157"/>
                  </a:lnTo>
                  <a:lnTo>
                    <a:pt x="3274895" y="2097157"/>
                  </a:lnTo>
                  <a:lnTo>
                    <a:pt x="3275083" y="2092245"/>
                  </a:lnTo>
                  <a:lnTo>
                    <a:pt x="3275178" y="2092245"/>
                  </a:lnTo>
                  <a:lnTo>
                    <a:pt x="3275460" y="2092245"/>
                  </a:lnTo>
                  <a:lnTo>
                    <a:pt x="3275837" y="2092245"/>
                  </a:lnTo>
                  <a:lnTo>
                    <a:pt x="3276025" y="2092245"/>
                  </a:lnTo>
                  <a:lnTo>
                    <a:pt x="3276119" y="2092245"/>
                  </a:lnTo>
                  <a:lnTo>
                    <a:pt x="3276402" y="2092245"/>
                  </a:lnTo>
                  <a:lnTo>
                    <a:pt x="3276496" y="2092245"/>
                  </a:lnTo>
                  <a:lnTo>
                    <a:pt x="3276966" y="2092245"/>
                  </a:lnTo>
                  <a:lnTo>
                    <a:pt x="3277249" y="2092245"/>
                  </a:lnTo>
                  <a:lnTo>
                    <a:pt x="3277343" y="2092245"/>
                  </a:lnTo>
                  <a:lnTo>
                    <a:pt x="3277531" y="2092245"/>
                  </a:lnTo>
                  <a:lnTo>
                    <a:pt x="3277908" y="2092245"/>
                  </a:lnTo>
                  <a:lnTo>
                    <a:pt x="3278379" y="2092245"/>
                  </a:lnTo>
                  <a:lnTo>
                    <a:pt x="3278661" y="2092245"/>
                  </a:lnTo>
                  <a:lnTo>
                    <a:pt x="3278944" y="2092245"/>
                  </a:lnTo>
                  <a:lnTo>
                    <a:pt x="3279132" y="2092245"/>
                  </a:lnTo>
                  <a:lnTo>
                    <a:pt x="3279226" y="2092245"/>
                  </a:lnTo>
                  <a:lnTo>
                    <a:pt x="3279320" y="2092245"/>
                  </a:lnTo>
                  <a:lnTo>
                    <a:pt x="3279697" y="2092245"/>
                  </a:lnTo>
                  <a:lnTo>
                    <a:pt x="3280168" y="2092245"/>
                  </a:lnTo>
                  <a:lnTo>
                    <a:pt x="3280450" y="2092245"/>
                  </a:lnTo>
                  <a:lnTo>
                    <a:pt x="3280544" y="2092245"/>
                  </a:lnTo>
                  <a:lnTo>
                    <a:pt x="3280827" y="2092245"/>
                  </a:lnTo>
                  <a:lnTo>
                    <a:pt x="3280921" y="2092245"/>
                  </a:lnTo>
                  <a:lnTo>
                    <a:pt x="3281109" y="2092245"/>
                  </a:lnTo>
                  <a:lnTo>
                    <a:pt x="3281203" y="2092245"/>
                  </a:lnTo>
                  <a:lnTo>
                    <a:pt x="3281297" y="2092245"/>
                  </a:lnTo>
                  <a:lnTo>
                    <a:pt x="3281580" y="2092245"/>
                  </a:lnTo>
                  <a:lnTo>
                    <a:pt x="3281674" y="2092245"/>
                  </a:lnTo>
                  <a:lnTo>
                    <a:pt x="3282239" y="2092245"/>
                  </a:lnTo>
                  <a:lnTo>
                    <a:pt x="3282521" y="2092245"/>
                  </a:lnTo>
                  <a:lnTo>
                    <a:pt x="3282992" y="2092245"/>
                  </a:lnTo>
                  <a:lnTo>
                    <a:pt x="3283086" y="2092245"/>
                  </a:lnTo>
                  <a:lnTo>
                    <a:pt x="3283180" y="2092245"/>
                  </a:lnTo>
                  <a:lnTo>
                    <a:pt x="3283745" y="2087334"/>
                  </a:lnTo>
                  <a:lnTo>
                    <a:pt x="3283934" y="2087334"/>
                  </a:lnTo>
                  <a:lnTo>
                    <a:pt x="3284028" y="2087334"/>
                  </a:lnTo>
                  <a:lnTo>
                    <a:pt x="3284122" y="2087334"/>
                  </a:lnTo>
                  <a:lnTo>
                    <a:pt x="3284404" y="2087334"/>
                  </a:lnTo>
                  <a:lnTo>
                    <a:pt x="3284969" y="2087334"/>
                  </a:lnTo>
                  <a:lnTo>
                    <a:pt x="3285064" y="2087334"/>
                  </a:lnTo>
                  <a:lnTo>
                    <a:pt x="3285723" y="2082422"/>
                  </a:lnTo>
                  <a:lnTo>
                    <a:pt x="3285817" y="2082422"/>
                  </a:lnTo>
                  <a:lnTo>
                    <a:pt x="3285911" y="2082422"/>
                  </a:lnTo>
                  <a:lnTo>
                    <a:pt x="3286005" y="2082422"/>
                  </a:lnTo>
                  <a:lnTo>
                    <a:pt x="3286099" y="2082422"/>
                  </a:lnTo>
                  <a:lnTo>
                    <a:pt x="3286193" y="2082422"/>
                  </a:lnTo>
                  <a:lnTo>
                    <a:pt x="3286947" y="2082422"/>
                  </a:lnTo>
                  <a:lnTo>
                    <a:pt x="3287135" y="2082422"/>
                  </a:lnTo>
                  <a:lnTo>
                    <a:pt x="3287229" y="2082422"/>
                  </a:lnTo>
                  <a:lnTo>
                    <a:pt x="3287511" y="2082422"/>
                  </a:lnTo>
                  <a:lnTo>
                    <a:pt x="3287606" y="2082422"/>
                  </a:lnTo>
                  <a:lnTo>
                    <a:pt x="3287700" y="2082422"/>
                  </a:lnTo>
                  <a:lnTo>
                    <a:pt x="3288641" y="2082422"/>
                  </a:lnTo>
                  <a:lnTo>
                    <a:pt x="3288830" y="2082422"/>
                  </a:lnTo>
                  <a:lnTo>
                    <a:pt x="3289018" y="2082422"/>
                  </a:lnTo>
                  <a:lnTo>
                    <a:pt x="3289112" y="2082422"/>
                  </a:lnTo>
                  <a:lnTo>
                    <a:pt x="3289583" y="2082422"/>
                  </a:lnTo>
                  <a:lnTo>
                    <a:pt x="3290524" y="2082422"/>
                  </a:lnTo>
                  <a:lnTo>
                    <a:pt x="3290619" y="2082422"/>
                  </a:lnTo>
                  <a:lnTo>
                    <a:pt x="3291560" y="2082422"/>
                  </a:lnTo>
                  <a:lnTo>
                    <a:pt x="3291654" y="2082422"/>
                  </a:lnTo>
                  <a:lnTo>
                    <a:pt x="3291842" y="2082422"/>
                  </a:lnTo>
                  <a:lnTo>
                    <a:pt x="3291937" y="2082422"/>
                  </a:lnTo>
                  <a:lnTo>
                    <a:pt x="3292878" y="2082422"/>
                  </a:lnTo>
                  <a:lnTo>
                    <a:pt x="3293443" y="2077511"/>
                  </a:lnTo>
                  <a:lnTo>
                    <a:pt x="3293914" y="2077511"/>
                  </a:lnTo>
                  <a:lnTo>
                    <a:pt x="3294008" y="2077511"/>
                  </a:lnTo>
                  <a:lnTo>
                    <a:pt x="3294102" y="2077511"/>
                  </a:lnTo>
                  <a:lnTo>
                    <a:pt x="3294196" y="2077511"/>
                  </a:lnTo>
                  <a:lnTo>
                    <a:pt x="3294855" y="2072600"/>
                  </a:lnTo>
                  <a:lnTo>
                    <a:pt x="3294950" y="2072600"/>
                  </a:lnTo>
                  <a:lnTo>
                    <a:pt x="3295232" y="2072600"/>
                  </a:lnTo>
                  <a:lnTo>
                    <a:pt x="3295514" y="2072600"/>
                  </a:lnTo>
                  <a:lnTo>
                    <a:pt x="3295703" y="2072600"/>
                  </a:lnTo>
                  <a:lnTo>
                    <a:pt x="3295797" y="2072600"/>
                  </a:lnTo>
                  <a:lnTo>
                    <a:pt x="3295891" y="2072600"/>
                  </a:lnTo>
                  <a:lnTo>
                    <a:pt x="3295985" y="2072600"/>
                  </a:lnTo>
                  <a:lnTo>
                    <a:pt x="3296456" y="2072600"/>
                  </a:lnTo>
                  <a:lnTo>
                    <a:pt x="3296550" y="2072600"/>
                  </a:lnTo>
                  <a:lnTo>
                    <a:pt x="3297021" y="2072600"/>
                  </a:lnTo>
                  <a:lnTo>
                    <a:pt x="3297115" y="2072600"/>
                  </a:lnTo>
                  <a:lnTo>
                    <a:pt x="3297209" y="2072600"/>
                  </a:lnTo>
                  <a:lnTo>
                    <a:pt x="3297680" y="2072600"/>
                  </a:lnTo>
                  <a:lnTo>
                    <a:pt x="3297774" y="2072600"/>
                  </a:lnTo>
                  <a:lnTo>
                    <a:pt x="3297868" y="2072600"/>
                  </a:lnTo>
                  <a:lnTo>
                    <a:pt x="3298057" y="2072600"/>
                  </a:lnTo>
                  <a:lnTo>
                    <a:pt x="3298151" y="2072600"/>
                  </a:lnTo>
                  <a:lnTo>
                    <a:pt x="3298339" y="2072600"/>
                  </a:lnTo>
                  <a:lnTo>
                    <a:pt x="3298433" y="2072600"/>
                  </a:lnTo>
                  <a:lnTo>
                    <a:pt x="3298904" y="2072600"/>
                  </a:lnTo>
                  <a:lnTo>
                    <a:pt x="3298998" y="2072600"/>
                  </a:lnTo>
                  <a:lnTo>
                    <a:pt x="3299281" y="2072600"/>
                  </a:lnTo>
                  <a:lnTo>
                    <a:pt x="3299751" y="2072600"/>
                  </a:lnTo>
                  <a:lnTo>
                    <a:pt x="3299845" y="2072600"/>
                  </a:lnTo>
                  <a:lnTo>
                    <a:pt x="3299940" y="2072600"/>
                  </a:lnTo>
                  <a:lnTo>
                    <a:pt x="3300128" y="2072600"/>
                  </a:lnTo>
                  <a:lnTo>
                    <a:pt x="3300410" y="2072600"/>
                  </a:lnTo>
                  <a:lnTo>
                    <a:pt x="3300975" y="2072600"/>
                  </a:lnTo>
                  <a:lnTo>
                    <a:pt x="3301069" y="2072600"/>
                  </a:lnTo>
                  <a:lnTo>
                    <a:pt x="3301164" y="2072600"/>
                  </a:lnTo>
                  <a:lnTo>
                    <a:pt x="3301258" y="2072600"/>
                  </a:lnTo>
                  <a:lnTo>
                    <a:pt x="3301446" y="2072600"/>
                  </a:lnTo>
                  <a:lnTo>
                    <a:pt x="3301634" y="2072600"/>
                  </a:lnTo>
                  <a:lnTo>
                    <a:pt x="3301728" y="2072600"/>
                  </a:lnTo>
                  <a:lnTo>
                    <a:pt x="3301917" y="2072600"/>
                  </a:lnTo>
                  <a:lnTo>
                    <a:pt x="3302011" y="2072600"/>
                  </a:lnTo>
                  <a:lnTo>
                    <a:pt x="3302199" y="2072600"/>
                  </a:lnTo>
                  <a:lnTo>
                    <a:pt x="3302388" y="2072600"/>
                  </a:lnTo>
                  <a:lnTo>
                    <a:pt x="3302670" y="2072600"/>
                  </a:lnTo>
                  <a:lnTo>
                    <a:pt x="3302764" y="2072600"/>
                  </a:lnTo>
                  <a:lnTo>
                    <a:pt x="3302858" y="2072600"/>
                  </a:lnTo>
                  <a:lnTo>
                    <a:pt x="3302952" y="2072600"/>
                  </a:lnTo>
                  <a:lnTo>
                    <a:pt x="3303423" y="2072600"/>
                  </a:lnTo>
                  <a:lnTo>
                    <a:pt x="3303517" y="2072600"/>
                  </a:lnTo>
                  <a:lnTo>
                    <a:pt x="3303612" y="2072600"/>
                  </a:lnTo>
                  <a:lnTo>
                    <a:pt x="3303800" y="2072600"/>
                  </a:lnTo>
                  <a:lnTo>
                    <a:pt x="3304365" y="2072600"/>
                  </a:lnTo>
                  <a:lnTo>
                    <a:pt x="3304459" y="2072600"/>
                  </a:lnTo>
                  <a:lnTo>
                    <a:pt x="3304741" y="2072600"/>
                  </a:lnTo>
                  <a:lnTo>
                    <a:pt x="3304835" y="2072600"/>
                  </a:lnTo>
                  <a:lnTo>
                    <a:pt x="3304930" y="2072600"/>
                  </a:lnTo>
                  <a:lnTo>
                    <a:pt x="3305024" y="2072600"/>
                  </a:lnTo>
                  <a:lnTo>
                    <a:pt x="3305306" y="2072600"/>
                  </a:lnTo>
                  <a:lnTo>
                    <a:pt x="3305400" y="2072600"/>
                  </a:lnTo>
                  <a:lnTo>
                    <a:pt x="3305589" y="2072600"/>
                  </a:lnTo>
                  <a:lnTo>
                    <a:pt x="3305683" y="2072600"/>
                  </a:lnTo>
                  <a:lnTo>
                    <a:pt x="3305777" y="2072600"/>
                  </a:lnTo>
                  <a:lnTo>
                    <a:pt x="3305871" y="2072600"/>
                  </a:lnTo>
                  <a:lnTo>
                    <a:pt x="3306154" y="2072600"/>
                  </a:lnTo>
                  <a:lnTo>
                    <a:pt x="3306342" y="2072600"/>
                  </a:lnTo>
                  <a:lnTo>
                    <a:pt x="3306436" y="2072600"/>
                  </a:lnTo>
                  <a:lnTo>
                    <a:pt x="3306907" y="2072600"/>
                  </a:lnTo>
                  <a:lnTo>
                    <a:pt x="3307001" y="2067688"/>
                  </a:lnTo>
                  <a:lnTo>
                    <a:pt x="3307189" y="2067688"/>
                  </a:lnTo>
                  <a:lnTo>
                    <a:pt x="3307566" y="2067688"/>
                  </a:lnTo>
                  <a:lnTo>
                    <a:pt x="3307660" y="2067688"/>
                  </a:lnTo>
                  <a:lnTo>
                    <a:pt x="3307848" y="2067688"/>
                  </a:lnTo>
                  <a:lnTo>
                    <a:pt x="3307943" y="2067688"/>
                  </a:lnTo>
                  <a:lnTo>
                    <a:pt x="3308131" y="2067688"/>
                  </a:lnTo>
                  <a:lnTo>
                    <a:pt x="3308225" y="2067688"/>
                  </a:lnTo>
                  <a:lnTo>
                    <a:pt x="3308507" y="2067688"/>
                  </a:lnTo>
                  <a:lnTo>
                    <a:pt x="3308696" y="2067688"/>
                  </a:lnTo>
                  <a:lnTo>
                    <a:pt x="3308978" y="2067688"/>
                  </a:lnTo>
                  <a:lnTo>
                    <a:pt x="3309355" y="2067688"/>
                  </a:lnTo>
                  <a:lnTo>
                    <a:pt x="3309449" y="2067688"/>
                  </a:lnTo>
                  <a:lnTo>
                    <a:pt x="3309637" y="2067688"/>
                  </a:lnTo>
                  <a:lnTo>
                    <a:pt x="3309731" y="2067688"/>
                  </a:lnTo>
                  <a:lnTo>
                    <a:pt x="3309826" y="2067688"/>
                  </a:lnTo>
                  <a:lnTo>
                    <a:pt x="3309920" y="2067688"/>
                  </a:lnTo>
                  <a:lnTo>
                    <a:pt x="3310202" y="2067688"/>
                  </a:lnTo>
                  <a:lnTo>
                    <a:pt x="3310485" y="2067688"/>
                  </a:lnTo>
                  <a:lnTo>
                    <a:pt x="3310579" y="2067688"/>
                  </a:lnTo>
                  <a:lnTo>
                    <a:pt x="3310673" y="2067688"/>
                  </a:lnTo>
                  <a:lnTo>
                    <a:pt x="3310767" y="2062777"/>
                  </a:lnTo>
                  <a:lnTo>
                    <a:pt x="3310861" y="2062777"/>
                  </a:lnTo>
                  <a:lnTo>
                    <a:pt x="3310955" y="2062777"/>
                  </a:lnTo>
                  <a:lnTo>
                    <a:pt x="3311332" y="2062777"/>
                  </a:lnTo>
                  <a:lnTo>
                    <a:pt x="3311426" y="2062777"/>
                  </a:lnTo>
                  <a:lnTo>
                    <a:pt x="3311803" y="2062777"/>
                  </a:lnTo>
                  <a:lnTo>
                    <a:pt x="3311897" y="2062777"/>
                  </a:lnTo>
                  <a:lnTo>
                    <a:pt x="3312085" y="2062777"/>
                  </a:lnTo>
                  <a:lnTo>
                    <a:pt x="3312179" y="2062777"/>
                  </a:lnTo>
                  <a:lnTo>
                    <a:pt x="3312274" y="2062777"/>
                  </a:lnTo>
                  <a:lnTo>
                    <a:pt x="3312838" y="2062777"/>
                  </a:lnTo>
                  <a:lnTo>
                    <a:pt x="3312933" y="2062777"/>
                  </a:lnTo>
                  <a:lnTo>
                    <a:pt x="3313121" y="2062777"/>
                  </a:lnTo>
                  <a:lnTo>
                    <a:pt x="3313403" y="2062777"/>
                  </a:lnTo>
                  <a:lnTo>
                    <a:pt x="3313780" y="2062777"/>
                  </a:lnTo>
                  <a:lnTo>
                    <a:pt x="3313968" y="2062777"/>
                  </a:lnTo>
                  <a:lnTo>
                    <a:pt x="3314062" y="2062777"/>
                  </a:lnTo>
                  <a:lnTo>
                    <a:pt x="3314345" y="2062777"/>
                  </a:lnTo>
                  <a:lnTo>
                    <a:pt x="3314439" y="2062777"/>
                  </a:lnTo>
                  <a:lnTo>
                    <a:pt x="3314627" y="2062777"/>
                  </a:lnTo>
                  <a:lnTo>
                    <a:pt x="3314816" y="2062777"/>
                  </a:lnTo>
                  <a:lnTo>
                    <a:pt x="3315004" y="2062777"/>
                  </a:lnTo>
                  <a:lnTo>
                    <a:pt x="3315475" y="2062777"/>
                  </a:lnTo>
                  <a:lnTo>
                    <a:pt x="3315851" y="2062777"/>
                  </a:lnTo>
                  <a:lnTo>
                    <a:pt x="3316040" y="2062777"/>
                  </a:lnTo>
                  <a:lnTo>
                    <a:pt x="3316134" y="2062777"/>
                  </a:lnTo>
                  <a:lnTo>
                    <a:pt x="3316322" y="2062777"/>
                  </a:lnTo>
                  <a:lnTo>
                    <a:pt x="3316510" y="2062777"/>
                  </a:lnTo>
                  <a:lnTo>
                    <a:pt x="3316887" y="2062777"/>
                  </a:lnTo>
                  <a:lnTo>
                    <a:pt x="3317075" y="2062777"/>
                  </a:lnTo>
                  <a:lnTo>
                    <a:pt x="3317169" y="2062777"/>
                  </a:lnTo>
                  <a:lnTo>
                    <a:pt x="3317264" y="2062777"/>
                  </a:lnTo>
                  <a:lnTo>
                    <a:pt x="3317734" y="2062777"/>
                  </a:lnTo>
                  <a:lnTo>
                    <a:pt x="3317828" y="2062777"/>
                  </a:lnTo>
                  <a:lnTo>
                    <a:pt x="3317923" y="2062777"/>
                  </a:lnTo>
                  <a:lnTo>
                    <a:pt x="3318393" y="2062777"/>
                  </a:lnTo>
                  <a:lnTo>
                    <a:pt x="3318488" y="2062777"/>
                  </a:lnTo>
                  <a:lnTo>
                    <a:pt x="3318770" y="2062777"/>
                  </a:lnTo>
                  <a:lnTo>
                    <a:pt x="3318958" y="2062777"/>
                  </a:lnTo>
                  <a:lnTo>
                    <a:pt x="3319052" y="2062777"/>
                  </a:lnTo>
                  <a:lnTo>
                    <a:pt x="3319241" y="2062777"/>
                  </a:lnTo>
                  <a:lnTo>
                    <a:pt x="3319335" y="2062777"/>
                  </a:lnTo>
                  <a:lnTo>
                    <a:pt x="3319712" y="2062777"/>
                  </a:lnTo>
                  <a:lnTo>
                    <a:pt x="3319806" y="2062777"/>
                  </a:lnTo>
                  <a:lnTo>
                    <a:pt x="3320559" y="2062777"/>
                  </a:lnTo>
                  <a:lnTo>
                    <a:pt x="3321030" y="2062777"/>
                  </a:lnTo>
                  <a:lnTo>
                    <a:pt x="3321689" y="2062777"/>
                  </a:lnTo>
                  <a:lnTo>
                    <a:pt x="3321783" y="2062777"/>
                  </a:lnTo>
                  <a:lnTo>
                    <a:pt x="3322348" y="2062777"/>
                  </a:lnTo>
                  <a:lnTo>
                    <a:pt x="3323007" y="2062777"/>
                  </a:lnTo>
                  <a:lnTo>
                    <a:pt x="3323478" y="2062777"/>
                  </a:lnTo>
                  <a:lnTo>
                    <a:pt x="3323948" y="2062777"/>
                  </a:lnTo>
                  <a:lnTo>
                    <a:pt x="3324137" y="2062777"/>
                  </a:lnTo>
                  <a:lnTo>
                    <a:pt x="3324607" y="2062777"/>
                  </a:lnTo>
                  <a:lnTo>
                    <a:pt x="3325172" y="2062777"/>
                  </a:lnTo>
                  <a:lnTo>
                    <a:pt x="3325549" y="2062777"/>
                  </a:lnTo>
                  <a:lnTo>
                    <a:pt x="3325737" y="2062777"/>
                  </a:lnTo>
                  <a:lnTo>
                    <a:pt x="3326208" y="2062777"/>
                  </a:lnTo>
                  <a:lnTo>
                    <a:pt x="3326302" y="2062777"/>
                  </a:lnTo>
                  <a:lnTo>
                    <a:pt x="3326585" y="2062777"/>
                  </a:lnTo>
                  <a:lnTo>
                    <a:pt x="3326679" y="2062777"/>
                  </a:lnTo>
                  <a:lnTo>
                    <a:pt x="3327055" y="2062777"/>
                  </a:lnTo>
                  <a:lnTo>
                    <a:pt x="3327150" y="2062777"/>
                  </a:lnTo>
                  <a:lnTo>
                    <a:pt x="3327620" y="2057866"/>
                  </a:lnTo>
                  <a:lnTo>
                    <a:pt x="3327714" y="2057866"/>
                  </a:lnTo>
                  <a:lnTo>
                    <a:pt x="3327809" y="2057866"/>
                  </a:lnTo>
                  <a:lnTo>
                    <a:pt x="3327997" y="2057866"/>
                  </a:lnTo>
                  <a:lnTo>
                    <a:pt x="3328091" y="2057866"/>
                  </a:lnTo>
                  <a:lnTo>
                    <a:pt x="3328185" y="2057866"/>
                  </a:lnTo>
                  <a:lnTo>
                    <a:pt x="3328279" y="2057866"/>
                  </a:lnTo>
                  <a:lnTo>
                    <a:pt x="3328562" y="2057866"/>
                  </a:lnTo>
                  <a:lnTo>
                    <a:pt x="3328844" y="2057866"/>
                  </a:lnTo>
                  <a:lnTo>
                    <a:pt x="3328938" y="2057866"/>
                  </a:lnTo>
                  <a:lnTo>
                    <a:pt x="3329033" y="2057866"/>
                  </a:lnTo>
                  <a:lnTo>
                    <a:pt x="3329409" y="2057866"/>
                  </a:lnTo>
                  <a:lnTo>
                    <a:pt x="3329598" y="2057866"/>
                  </a:lnTo>
                  <a:lnTo>
                    <a:pt x="3329786" y="2057866"/>
                  </a:lnTo>
                  <a:lnTo>
                    <a:pt x="3329880" y="2057866"/>
                  </a:lnTo>
                  <a:lnTo>
                    <a:pt x="3330068" y="2057866"/>
                  </a:lnTo>
                  <a:lnTo>
                    <a:pt x="3330257" y="2057866"/>
                  </a:lnTo>
                  <a:lnTo>
                    <a:pt x="3330821" y="2057866"/>
                  </a:lnTo>
                  <a:lnTo>
                    <a:pt x="3330916" y="2057866"/>
                  </a:lnTo>
                  <a:lnTo>
                    <a:pt x="3331104" y="2057866"/>
                  </a:lnTo>
                  <a:lnTo>
                    <a:pt x="3331198" y="2057866"/>
                  </a:lnTo>
                  <a:lnTo>
                    <a:pt x="3331386" y="2057866"/>
                  </a:lnTo>
                  <a:lnTo>
                    <a:pt x="3331481" y="2057866"/>
                  </a:lnTo>
                  <a:lnTo>
                    <a:pt x="3331669" y="2057866"/>
                  </a:lnTo>
                  <a:lnTo>
                    <a:pt x="3331763" y="2057866"/>
                  </a:lnTo>
                  <a:lnTo>
                    <a:pt x="3331857" y="2057866"/>
                  </a:lnTo>
                  <a:lnTo>
                    <a:pt x="3332328" y="2057866"/>
                  </a:lnTo>
                  <a:lnTo>
                    <a:pt x="3332516" y="2057866"/>
                  </a:lnTo>
                  <a:lnTo>
                    <a:pt x="3332610" y="2057866"/>
                  </a:lnTo>
                  <a:lnTo>
                    <a:pt x="3332705" y="2057866"/>
                  </a:lnTo>
                  <a:lnTo>
                    <a:pt x="3332799" y="2057866"/>
                  </a:lnTo>
                  <a:lnTo>
                    <a:pt x="3332893" y="2057866"/>
                  </a:lnTo>
                  <a:lnTo>
                    <a:pt x="3332987" y="2057866"/>
                  </a:lnTo>
                  <a:lnTo>
                    <a:pt x="3333269" y="2052954"/>
                  </a:lnTo>
                  <a:lnTo>
                    <a:pt x="3333364" y="2052954"/>
                  </a:lnTo>
                  <a:lnTo>
                    <a:pt x="3333458" y="2052954"/>
                  </a:lnTo>
                  <a:lnTo>
                    <a:pt x="3333740" y="2052954"/>
                  </a:lnTo>
                  <a:lnTo>
                    <a:pt x="3334023" y="2048043"/>
                  </a:lnTo>
                  <a:lnTo>
                    <a:pt x="3334117" y="2048043"/>
                  </a:lnTo>
                  <a:lnTo>
                    <a:pt x="3334211" y="2048043"/>
                  </a:lnTo>
                  <a:lnTo>
                    <a:pt x="3334305" y="2048043"/>
                  </a:lnTo>
                  <a:lnTo>
                    <a:pt x="3334399" y="2048043"/>
                  </a:lnTo>
                  <a:lnTo>
                    <a:pt x="3334588" y="2048043"/>
                  </a:lnTo>
                  <a:lnTo>
                    <a:pt x="3334776" y="2048043"/>
                  </a:lnTo>
                  <a:lnTo>
                    <a:pt x="3334964" y="2048043"/>
                  </a:lnTo>
                  <a:lnTo>
                    <a:pt x="3334964" y="2043131"/>
                  </a:lnTo>
                  <a:lnTo>
                    <a:pt x="3335058" y="2043131"/>
                  </a:lnTo>
                  <a:lnTo>
                    <a:pt x="3335152" y="2043131"/>
                  </a:lnTo>
                  <a:lnTo>
                    <a:pt x="3335247" y="2043131"/>
                  </a:lnTo>
                  <a:lnTo>
                    <a:pt x="3335341" y="2043131"/>
                  </a:lnTo>
                  <a:lnTo>
                    <a:pt x="3335435" y="2043131"/>
                  </a:lnTo>
                  <a:lnTo>
                    <a:pt x="3335529" y="2043131"/>
                  </a:lnTo>
                  <a:lnTo>
                    <a:pt x="3335623" y="2043131"/>
                  </a:lnTo>
                  <a:lnTo>
                    <a:pt x="3336000" y="2043131"/>
                  </a:lnTo>
                  <a:lnTo>
                    <a:pt x="3336188" y="2043131"/>
                  </a:lnTo>
                  <a:lnTo>
                    <a:pt x="3336376" y="2043131"/>
                  </a:lnTo>
                  <a:lnTo>
                    <a:pt x="3336659" y="2043131"/>
                  </a:lnTo>
                  <a:lnTo>
                    <a:pt x="3336941" y="2043131"/>
                  </a:lnTo>
                  <a:lnTo>
                    <a:pt x="3337036" y="2043131"/>
                  </a:lnTo>
                  <a:lnTo>
                    <a:pt x="3337224" y="2043131"/>
                  </a:lnTo>
                  <a:lnTo>
                    <a:pt x="3337600" y="2043131"/>
                  </a:lnTo>
                  <a:lnTo>
                    <a:pt x="3337789" y="2043131"/>
                  </a:lnTo>
                  <a:lnTo>
                    <a:pt x="3338071" y="2043131"/>
                  </a:lnTo>
                  <a:lnTo>
                    <a:pt x="3338165" y="2043131"/>
                  </a:lnTo>
                  <a:lnTo>
                    <a:pt x="3338354" y="2043131"/>
                  </a:lnTo>
                  <a:lnTo>
                    <a:pt x="3338448" y="2043131"/>
                  </a:lnTo>
                  <a:lnTo>
                    <a:pt x="3338542" y="2043131"/>
                  </a:lnTo>
                  <a:lnTo>
                    <a:pt x="3338636" y="2043131"/>
                  </a:lnTo>
                  <a:lnTo>
                    <a:pt x="3338824" y="2043131"/>
                  </a:lnTo>
                  <a:lnTo>
                    <a:pt x="3339295" y="2043131"/>
                  </a:lnTo>
                  <a:lnTo>
                    <a:pt x="3339389" y="2043131"/>
                  </a:lnTo>
                  <a:lnTo>
                    <a:pt x="3339578" y="2043131"/>
                  </a:lnTo>
                  <a:lnTo>
                    <a:pt x="3339672" y="2043131"/>
                  </a:lnTo>
                  <a:lnTo>
                    <a:pt x="3340048" y="2043131"/>
                  </a:lnTo>
                  <a:lnTo>
                    <a:pt x="3340143" y="2043131"/>
                  </a:lnTo>
                  <a:lnTo>
                    <a:pt x="3340613" y="2043131"/>
                  </a:lnTo>
                  <a:lnTo>
                    <a:pt x="3340707" y="2043131"/>
                  </a:lnTo>
                  <a:lnTo>
                    <a:pt x="3340990" y="2043131"/>
                  </a:lnTo>
                  <a:lnTo>
                    <a:pt x="3341084" y="2043131"/>
                  </a:lnTo>
                  <a:lnTo>
                    <a:pt x="3341178" y="2043131"/>
                  </a:lnTo>
                  <a:lnTo>
                    <a:pt x="3341272" y="2043131"/>
                  </a:lnTo>
                  <a:lnTo>
                    <a:pt x="3341367" y="2043131"/>
                  </a:lnTo>
                  <a:lnTo>
                    <a:pt x="3341461" y="2043131"/>
                  </a:lnTo>
                  <a:lnTo>
                    <a:pt x="3341649" y="2043131"/>
                  </a:lnTo>
                  <a:lnTo>
                    <a:pt x="3341743" y="2043131"/>
                  </a:lnTo>
                  <a:lnTo>
                    <a:pt x="3342120" y="2043131"/>
                  </a:lnTo>
                  <a:lnTo>
                    <a:pt x="3342308" y="2043131"/>
                  </a:lnTo>
                  <a:lnTo>
                    <a:pt x="3342496" y="2043131"/>
                  </a:lnTo>
                  <a:lnTo>
                    <a:pt x="3342685" y="2043131"/>
                  </a:lnTo>
                  <a:lnTo>
                    <a:pt x="3343155" y="2043131"/>
                  </a:lnTo>
                  <a:lnTo>
                    <a:pt x="3343626" y="2043131"/>
                  </a:lnTo>
                  <a:lnTo>
                    <a:pt x="3343909" y="2043131"/>
                  </a:lnTo>
                  <a:lnTo>
                    <a:pt x="3344003" y="2043131"/>
                  </a:lnTo>
                  <a:lnTo>
                    <a:pt x="3344097" y="2043131"/>
                  </a:lnTo>
                  <a:lnTo>
                    <a:pt x="3344191" y="2043131"/>
                  </a:lnTo>
                  <a:lnTo>
                    <a:pt x="3344285" y="2043131"/>
                  </a:lnTo>
                  <a:lnTo>
                    <a:pt x="3344474" y="2043131"/>
                  </a:lnTo>
                  <a:lnTo>
                    <a:pt x="3344662" y="2043131"/>
                  </a:lnTo>
                  <a:lnTo>
                    <a:pt x="3344944" y="2038220"/>
                  </a:lnTo>
                  <a:lnTo>
                    <a:pt x="3345038" y="2038220"/>
                  </a:lnTo>
                  <a:lnTo>
                    <a:pt x="3345133" y="2038220"/>
                  </a:lnTo>
                  <a:lnTo>
                    <a:pt x="3345321" y="2038220"/>
                  </a:lnTo>
                  <a:lnTo>
                    <a:pt x="3345415" y="2038220"/>
                  </a:lnTo>
                  <a:lnTo>
                    <a:pt x="3345509" y="2038220"/>
                  </a:lnTo>
                  <a:lnTo>
                    <a:pt x="3345603" y="2038220"/>
                  </a:lnTo>
                  <a:lnTo>
                    <a:pt x="3357090" y="2018575"/>
                  </a:lnTo>
                  <a:lnTo>
                    <a:pt x="3357843" y="2018575"/>
                  </a:lnTo>
                  <a:lnTo>
                    <a:pt x="3357937" y="2018575"/>
                  </a:lnTo>
                  <a:lnTo>
                    <a:pt x="3358031" y="2018575"/>
                  </a:lnTo>
                  <a:lnTo>
                    <a:pt x="3358126" y="2018575"/>
                  </a:lnTo>
                  <a:lnTo>
                    <a:pt x="3358408" y="2018575"/>
                  </a:lnTo>
                  <a:lnTo>
                    <a:pt x="3358502" y="2018575"/>
                  </a:lnTo>
                  <a:lnTo>
                    <a:pt x="3358596" y="2018575"/>
                  </a:lnTo>
                  <a:lnTo>
                    <a:pt x="3358691" y="2018575"/>
                  </a:lnTo>
                  <a:lnTo>
                    <a:pt x="3358879" y="2018575"/>
                  </a:lnTo>
                  <a:lnTo>
                    <a:pt x="3359538" y="2013663"/>
                  </a:lnTo>
                  <a:lnTo>
                    <a:pt x="3359820" y="2013663"/>
                  </a:lnTo>
                  <a:lnTo>
                    <a:pt x="3360009" y="2013663"/>
                  </a:lnTo>
                  <a:lnTo>
                    <a:pt x="3360103" y="2013663"/>
                  </a:lnTo>
                  <a:lnTo>
                    <a:pt x="3360197" y="2013663"/>
                  </a:lnTo>
                  <a:lnTo>
                    <a:pt x="3360574" y="2013663"/>
                  </a:lnTo>
                  <a:lnTo>
                    <a:pt x="3360668" y="2013663"/>
                  </a:lnTo>
                  <a:lnTo>
                    <a:pt x="3360762" y="2013663"/>
                  </a:lnTo>
                  <a:lnTo>
                    <a:pt x="3361515" y="2013663"/>
                  </a:lnTo>
                  <a:lnTo>
                    <a:pt x="3361609" y="2013663"/>
                  </a:lnTo>
                  <a:lnTo>
                    <a:pt x="3361703" y="2013663"/>
                  </a:lnTo>
                  <a:lnTo>
                    <a:pt x="3361798" y="2013663"/>
                  </a:lnTo>
                  <a:lnTo>
                    <a:pt x="3362080" y="2013663"/>
                  </a:lnTo>
                  <a:lnTo>
                    <a:pt x="3362174" y="2013663"/>
                  </a:lnTo>
                  <a:lnTo>
                    <a:pt x="3362268" y="2013663"/>
                  </a:lnTo>
                  <a:lnTo>
                    <a:pt x="3362362" y="2013663"/>
                  </a:lnTo>
                  <a:lnTo>
                    <a:pt x="3362457" y="2013663"/>
                  </a:lnTo>
                  <a:lnTo>
                    <a:pt x="3362551" y="2013663"/>
                  </a:lnTo>
                  <a:lnTo>
                    <a:pt x="3362833" y="2013663"/>
                  </a:lnTo>
                  <a:lnTo>
                    <a:pt x="3362927" y="2013663"/>
                  </a:lnTo>
                  <a:lnTo>
                    <a:pt x="3363116" y="2013663"/>
                  </a:lnTo>
                  <a:lnTo>
                    <a:pt x="3363210" y="2013663"/>
                  </a:lnTo>
                  <a:lnTo>
                    <a:pt x="3363398" y="2013663"/>
                  </a:lnTo>
                  <a:lnTo>
                    <a:pt x="3363492" y="2013663"/>
                  </a:lnTo>
                  <a:lnTo>
                    <a:pt x="3363586" y="2013663"/>
                  </a:lnTo>
                  <a:lnTo>
                    <a:pt x="3363681" y="2013663"/>
                  </a:lnTo>
                  <a:lnTo>
                    <a:pt x="3363869" y="2013663"/>
                  </a:lnTo>
                  <a:lnTo>
                    <a:pt x="3363963" y="2013663"/>
                  </a:lnTo>
                  <a:lnTo>
                    <a:pt x="3364057" y="2013663"/>
                  </a:lnTo>
                  <a:lnTo>
                    <a:pt x="3364340" y="2013663"/>
                  </a:lnTo>
                  <a:lnTo>
                    <a:pt x="3364434" y="2013663"/>
                  </a:lnTo>
                  <a:lnTo>
                    <a:pt x="3364999" y="2008752"/>
                  </a:lnTo>
                  <a:lnTo>
                    <a:pt x="3365093" y="2008752"/>
                  </a:lnTo>
                  <a:lnTo>
                    <a:pt x="3365469" y="2008752"/>
                  </a:lnTo>
                  <a:lnTo>
                    <a:pt x="3365846" y="2008752"/>
                  </a:lnTo>
                  <a:lnTo>
                    <a:pt x="3365940" y="2008752"/>
                  </a:lnTo>
                  <a:lnTo>
                    <a:pt x="3366034" y="2008752"/>
                  </a:lnTo>
                  <a:lnTo>
                    <a:pt x="3366129" y="2008752"/>
                  </a:lnTo>
                  <a:lnTo>
                    <a:pt x="3366223" y="2008752"/>
                  </a:lnTo>
                  <a:lnTo>
                    <a:pt x="3366317" y="2008752"/>
                  </a:lnTo>
                  <a:lnTo>
                    <a:pt x="3366505" y="2008752"/>
                  </a:lnTo>
                  <a:lnTo>
                    <a:pt x="3366599" y="2008752"/>
                  </a:lnTo>
                  <a:lnTo>
                    <a:pt x="3366693" y="2008752"/>
                  </a:lnTo>
                  <a:lnTo>
                    <a:pt x="3367070" y="2008752"/>
                  </a:lnTo>
                  <a:lnTo>
                    <a:pt x="3367164" y="2008752"/>
                  </a:lnTo>
                  <a:lnTo>
                    <a:pt x="3367353" y="2008752"/>
                  </a:lnTo>
                  <a:lnTo>
                    <a:pt x="3367447" y="2008752"/>
                  </a:lnTo>
                  <a:lnTo>
                    <a:pt x="3367447" y="2003840"/>
                  </a:lnTo>
                  <a:lnTo>
                    <a:pt x="3367635" y="2003840"/>
                  </a:lnTo>
                  <a:lnTo>
                    <a:pt x="3367729" y="2003840"/>
                  </a:lnTo>
                  <a:lnTo>
                    <a:pt x="3367823" y="2003840"/>
                  </a:lnTo>
                  <a:lnTo>
                    <a:pt x="3368012" y="2003840"/>
                  </a:lnTo>
                  <a:lnTo>
                    <a:pt x="3368482" y="2003840"/>
                  </a:lnTo>
                  <a:lnTo>
                    <a:pt x="3368577" y="2003840"/>
                  </a:lnTo>
                  <a:lnTo>
                    <a:pt x="3368953" y="2003840"/>
                  </a:lnTo>
                  <a:lnTo>
                    <a:pt x="3369047" y="2003840"/>
                  </a:lnTo>
                  <a:lnTo>
                    <a:pt x="3369141" y="2003840"/>
                  </a:lnTo>
                  <a:lnTo>
                    <a:pt x="3369424" y="2003840"/>
                  </a:lnTo>
                  <a:lnTo>
                    <a:pt x="3369706" y="2003840"/>
                  </a:lnTo>
                  <a:lnTo>
                    <a:pt x="3370177" y="2003840"/>
                  </a:lnTo>
                  <a:lnTo>
                    <a:pt x="3370271" y="2003840"/>
                  </a:lnTo>
                  <a:lnTo>
                    <a:pt x="3370460" y="2003840"/>
                  </a:lnTo>
                  <a:lnTo>
                    <a:pt x="3370554" y="2003840"/>
                  </a:lnTo>
                  <a:lnTo>
                    <a:pt x="3370648" y="2003840"/>
                  </a:lnTo>
                  <a:lnTo>
                    <a:pt x="3370742" y="2003840"/>
                  </a:lnTo>
                  <a:lnTo>
                    <a:pt x="3370836" y="2003840"/>
                  </a:lnTo>
                  <a:lnTo>
                    <a:pt x="3371024" y="2003840"/>
                  </a:lnTo>
                  <a:lnTo>
                    <a:pt x="3371495" y="2003840"/>
                  </a:lnTo>
                  <a:lnTo>
                    <a:pt x="3371872" y="2003840"/>
                  </a:lnTo>
                  <a:lnTo>
                    <a:pt x="3371966" y="2003840"/>
                  </a:lnTo>
                  <a:lnTo>
                    <a:pt x="3372154" y="2003840"/>
                  </a:lnTo>
                  <a:lnTo>
                    <a:pt x="3372437" y="2003840"/>
                  </a:lnTo>
                  <a:lnTo>
                    <a:pt x="3372813" y="2003840"/>
                  </a:lnTo>
                  <a:lnTo>
                    <a:pt x="3373096" y="2003840"/>
                  </a:lnTo>
                  <a:lnTo>
                    <a:pt x="3373661" y="1998929"/>
                  </a:lnTo>
                  <a:lnTo>
                    <a:pt x="3373755" y="1998929"/>
                  </a:lnTo>
                  <a:lnTo>
                    <a:pt x="3373943" y="1998929"/>
                  </a:lnTo>
                  <a:lnTo>
                    <a:pt x="3374414" y="1998929"/>
                  </a:lnTo>
                  <a:lnTo>
                    <a:pt x="3374791" y="1998929"/>
                  </a:lnTo>
                  <a:lnTo>
                    <a:pt x="3375073" y="1998929"/>
                  </a:lnTo>
                  <a:lnTo>
                    <a:pt x="3375355" y="1994018"/>
                  </a:lnTo>
                  <a:lnTo>
                    <a:pt x="3375450" y="1994018"/>
                  </a:lnTo>
                  <a:lnTo>
                    <a:pt x="3375826" y="1994018"/>
                  </a:lnTo>
                  <a:lnTo>
                    <a:pt x="3376109" y="1994018"/>
                  </a:lnTo>
                  <a:lnTo>
                    <a:pt x="3376297" y="1994018"/>
                  </a:lnTo>
                  <a:lnTo>
                    <a:pt x="3376391" y="1994018"/>
                  </a:lnTo>
                  <a:lnTo>
                    <a:pt x="3376956" y="1994018"/>
                  </a:lnTo>
                  <a:lnTo>
                    <a:pt x="3377050" y="1994018"/>
                  </a:lnTo>
                  <a:lnTo>
                    <a:pt x="3377427" y="1994018"/>
                  </a:lnTo>
                  <a:lnTo>
                    <a:pt x="3377615" y="1994018"/>
                  </a:lnTo>
                  <a:lnTo>
                    <a:pt x="3377803" y="1994018"/>
                  </a:lnTo>
                  <a:lnTo>
                    <a:pt x="3377898" y="1994018"/>
                  </a:lnTo>
                  <a:lnTo>
                    <a:pt x="3378180" y="1994018"/>
                  </a:lnTo>
                  <a:lnTo>
                    <a:pt x="3378274" y="1994018"/>
                  </a:lnTo>
                  <a:lnTo>
                    <a:pt x="3378557" y="1994018"/>
                  </a:lnTo>
                  <a:lnTo>
                    <a:pt x="3378839" y="1994018"/>
                  </a:lnTo>
                  <a:lnTo>
                    <a:pt x="3378933" y="1994018"/>
                  </a:lnTo>
                  <a:lnTo>
                    <a:pt x="3379027" y="1994018"/>
                  </a:lnTo>
                  <a:lnTo>
                    <a:pt x="3379122" y="1994018"/>
                  </a:lnTo>
                  <a:lnTo>
                    <a:pt x="3379216" y="1994018"/>
                  </a:lnTo>
                  <a:lnTo>
                    <a:pt x="3379310" y="1994018"/>
                  </a:lnTo>
                  <a:lnTo>
                    <a:pt x="3379404" y="1994018"/>
                  </a:lnTo>
                  <a:lnTo>
                    <a:pt x="3379498" y="1994018"/>
                  </a:lnTo>
                  <a:lnTo>
                    <a:pt x="3379592" y="1994018"/>
                  </a:lnTo>
                  <a:lnTo>
                    <a:pt x="3379686" y="1994018"/>
                  </a:lnTo>
                  <a:lnTo>
                    <a:pt x="3379781" y="1994018"/>
                  </a:lnTo>
                  <a:lnTo>
                    <a:pt x="3379875" y="1994018"/>
                  </a:lnTo>
                  <a:lnTo>
                    <a:pt x="3379969" y="1994018"/>
                  </a:lnTo>
                  <a:lnTo>
                    <a:pt x="3380063" y="1994018"/>
                  </a:lnTo>
                  <a:lnTo>
                    <a:pt x="3380157" y="1994018"/>
                  </a:lnTo>
                  <a:lnTo>
                    <a:pt x="3380722" y="1994018"/>
                  </a:lnTo>
                  <a:lnTo>
                    <a:pt x="3380910" y="1994018"/>
                  </a:lnTo>
                  <a:lnTo>
                    <a:pt x="3381005" y="1994018"/>
                  </a:lnTo>
                  <a:lnTo>
                    <a:pt x="3381381" y="1994018"/>
                  </a:lnTo>
                  <a:lnTo>
                    <a:pt x="3381758" y="1994018"/>
                  </a:lnTo>
                  <a:lnTo>
                    <a:pt x="3382323" y="1994018"/>
                  </a:lnTo>
                  <a:lnTo>
                    <a:pt x="3382417" y="1984195"/>
                  </a:lnTo>
                  <a:lnTo>
                    <a:pt x="3382511" y="1984195"/>
                  </a:lnTo>
                  <a:lnTo>
                    <a:pt x="3382982" y="1984195"/>
                  </a:lnTo>
                  <a:lnTo>
                    <a:pt x="3383264" y="1984195"/>
                  </a:lnTo>
                  <a:lnTo>
                    <a:pt x="3383358" y="1984195"/>
                  </a:lnTo>
                  <a:lnTo>
                    <a:pt x="3383829" y="1979284"/>
                  </a:lnTo>
                  <a:lnTo>
                    <a:pt x="3383923" y="1979284"/>
                  </a:lnTo>
                  <a:lnTo>
                    <a:pt x="3384112" y="1979284"/>
                  </a:lnTo>
                  <a:lnTo>
                    <a:pt x="3384394" y="1979284"/>
                  </a:lnTo>
                  <a:lnTo>
                    <a:pt x="3384582" y="1979284"/>
                  </a:lnTo>
                  <a:lnTo>
                    <a:pt x="3384959" y="1979284"/>
                  </a:lnTo>
                  <a:lnTo>
                    <a:pt x="3385901" y="1979284"/>
                  </a:lnTo>
                  <a:lnTo>
                    <a:pt x="3386183" y="1979284"/>
                  </a:lnTo>
                  <a:lnTo>
                    <a:pt x="3386277" y="1979284"/>
                  </a:lnTo>
                  <a:lnTo>
                    <a:pt x="3386465" y="1979284"/>
                  </a:lnTo>
                  <a:lnTo>
                    <a:pt x="3386560" y="1979284"/>
                  </a:lnTo>
                  <a:lnTo>
                    <a:pt x="3386936" y="1979284"/>
                  </a:lnTo>
                  <a:lnTo>
                    <a:pt x="3387784" y="1979284"/>
                  </a:lnTo>
                  <a:lnTo>
                    <a:pt x="3388348" y="1979284"/>
                  </a:lnTo>
                  <a:lnTo>
                    <a:pt x="3388443" y="1979284"/>
                  </a:lnTo>
                  <a:lnTo>
                    <a:pt x="3388819" y="1979284"/>
                  </a:lnTo>
                  <a:lnTo>
                    <a:pt x="3388913" y="1979284"/>
                  </a:lnTo>
                  <a:lnTo>
                    <a:pt x="3389196" y="1979284"/>
                  </a:lnTo>
                  <a:lnTo>
                    <a:pt x="3390232" y="1979284"/>
                  </a:lnTo>
                  <a:lnTo>
                    <a:pt x="3390608" y="1979284"/>
                  </a:lnTo>
                  <a:lnTo>
                    <a:pt x="3390796" y="1979284"/>
                  </a:lnTo>
                  <a:lnTo>
                    <a:pt x="3390891" y="1979284"/>
                  </a:lnTo>
                  <a:lnTo>
                    <a:pt x="3391456" y="1979284"/>
                  </a:lnTo>
                  <a:lnTo>
                    <a:pt x="3391926" y="1979284"/>
                  </a:lnTo>
                  <a:lnTo>
                    <a:pt x="3392115" y="1979284"/>
                  </a:lnTo>
                  <a:lnTo>
                    <a:pt x="3392209" y="1979284"/>
                  </a:lnTo>
                  <a:lnTo>
                    <a:pt x="3392679" y="1979284"/>
                  </a:lnTo>
                  <a:lnTo>
                    <a:pt x="3392868" y="1979284"/>
                  </a:lnTo>
                  <a:lnTo>
                    <a:pt x="3393150" y="1979284"/>
                  </a:lnTo>
                  <a:lnTo>
                    <a:pt x="3393244" y="1979284"/>
                  </a:lnTo>
                  <a:lnTo>
                    <a:pt x="3393903" y="1979284"/>
                  </a:lnTo>
                  <a:lnTo>
                    <a:pt x="3393998" y="1979284"/>
                  </a:lnTo>
                  <a:lnTo>
                    <a:pt x="3394280" y="1979284"/>
                  </a:lnTo>
                  <a:lnTo>
                    <a:pt x="3394374" y="1979284"/>
                  </a:lnTo>
                  <a:lnTo>
                    <a:pt x="3394751" y="1979284"/>
                  </a:lnTo>
                  <a:lnTo>
                    <a:pt x="3395033" y="1979284"/>
                  </a:lnTo>
                  <a:lnTo>
                    <a:pt x="3395222" y="1979284"/>
                  </a:lnTo>
                  <a:lnTo>
                    <a:pt x="3395316" y="1979284"/>
                  </a:lnTo>
                  <a:lnTo>
                    <a:pt x="3395410" y="1979284"/>
                  </a:lnTo>
                  <a:lnTo>
                    <a:pt x="3395975" y="1974372"/>
                  </a:lnTo>
                  <a:lnTo>
                    <a:pt x="3396069" y="1974372"/>
                  </a:lnTo>
                  <a:lnTo>
                    <a:pt x="3396257" y="1974372"/>
                  </a:lnTo>
                  <a:lnTo>
                    <a:pt x="3396728" y="1974372"/>
                  </a:lnTo>
                  <a:lnTo>
                    <a:pt x="3396916" y="1974372"/>
                  </a:lnTo>
                  <a:lnTo>
                    <a:pt x="3397105" y="1974372"/>
                  </a:lnTo>
                  <a:lnTo>
                    <a:pt x="3397199" y="1974372"/>
                  </a:lnTo>
                  <a:lnTo>
                    <a:pt x="3397293" y="1974372"/>
                  </a:lnTo>
                  <a:lnTo>
                    <a:pt x="3397387" y="1974372"/>
                  </a:lnTo>
                  <a:lnTo>
                    <a:pt x="3397481" y="1974372"/>
                  </a:lnTo>
                  <a:lnTo>
                    <a:pt x="3398046" y="1974372"/>
                  </a:lnTo>
                  <a:lnTo>
                    <a:pt x="3398140" y="1974372"/>
                  </a:lnTo>
                  <a:lnTo>
                    <a:pt x="3398234" y="1974372"/>
                  </a:lnTo>
                  <a:lnTo>
                    <a:pt x="3398517" y="1974372"/>
                  </a:lnTo>
                  <a:lnTo>
                    <a:pt x="3398799" y="1969461"/>
                  </a:lnTo>
                  <a:lnTo>
                    <a:pt x="3398894" y="1969461"/>
                  </a:lnTo>
                  <a:lnTo>
                    <a:pt x="3398988" y="1969461"/>
                  </a:lnTo>
                  <a:lnTo>
                    <a:pt x="3399270" y="1969461"/>
                  </a:lnTo>
                  <a:lnTo>
                    <a:pt x="3399364" y="1969461"/>
                  </a:lnTo>
                  <a:lnTo>
                    <a:pt x="3400023" y="1969461"/>
                  </a:lnTo>
                  <a:lnTo>
                    <a:pt x="3400212" y="1969461"/>
                  </a:lnTo>
                  <a:lnTo>
                    <a:pt x="3400400" y="1969461"/>
                  </a:lnTo>
                  <a:lnTo>
                    <a:pt x="3400682" y="1969461"/>
                  </a:lnTo>
                  <a:lnTo>
                    <a:pt x="3400871" y="1969461"/>
                  </a:lnTo>
                  <a:lnTo>
                    <a:pt x="3401247" y="1969461"/>
                  </a:lnTo>
                  <a:lnTo>
                    <a:pt x="3401436" y="1969461"/>
                  </a:lnTo>
                  <a:lnTo>
                    <a:pt x="3401624" y="1969461"/>
                  </a:lnTo>
                  <a:lnTo>
                    <a:pt x="3401906" y="1969461"/>
                  </a:lnTo>
                  <a:lnTo>
                    <a:pt x="3402001" y="1969461"/>
                  </a:lnTo>
                  <a:lnTo>
                    <a:pt x="3402189" y="1969461"/>
                  </a:lnTo>
                  <a:lnTo>
                    <a:pt x="3402377" y="1969461"/>
                  </a:lnTo>
                  <a:lnTo>
                    <a:pt x="3402565" y="1969461"/>
                  </a:lnTo>
                  <a:lnTo>
                    <a:pt x="3402942" y="1969461"/>
                  </a:lnTo>
                  <a:lnTo>
                    <a:pt x="3403130" y="1969461"/>
                  </a:lnTo>
                  <a:lnTo>
                    <a:pt x="3403225" y="1969461"/>
                  </a:lnTo>
                  <a:lnTo>
                    <a:pt x="3403319" y="1969461"/>
                  </a:lnTo>
                  <a:lnTo>
                    <a:pt x="3403601" y="1969461"/>
                  </a:lnTo>
                  <a:lnTo>
                    <a:pt x="3403789" y="1969461"/>
                  </a:lnTo>
                  <a:lnTo>
                    <a:pt x="3403884" y="1969461"/>
                  </a:lnTo>
                  <a:lnTo>
                    <a:pt x="3404072" y="1969461"/>
                  </a:lnTo>
                  <a:lnTo>
                    <a:pt x="3404354" y="1969461"/>
                  </a:lnTo>
                  <a:lnTo>
                    <a:pt x="3404543" y="1969461"/>
                  </a:lnTo>
                  <a:lnTo>
                    <a:pt x="3404637" y="1969461"/>
                  </a:lnTo>
                  <a:lnTo>
                    <a:pt x="3404731" y="1969461"/>
                  </a:lnTo>
                  <a:lnTo>
                    <a:pt x="3405013" y="1969461"/>
                  </a:lnTo>
                  <a:lnTo>
                    <a:pt x="3405202" y="1969461"/>
                  </a:lnTo>
                  <a:lnTo>
                    <a:pt x="3405578" y="1969461"/>
                  </a:lnTo>
                  <a:lnTo>
                    <a:pt x="3405672" y="1969461"/>
                  </a:lnTo>
                  <a:lnTo>
                    <a:pt x="3405861" y="1964549"/>
                  </a:lnTo>
                  <a:lnTo>
                    <a:pt x="3406049" y="1964549"/>
                  </a:lnTo>
                  <a:lnTo>
                    <a:pt x="3406237" y="1964549"/>
                  </a:lnTo>
                  <a:lnTo>
                    <a:pt x="3406991" y="1964549"/>
                  </a:lnTo>
                  <a:lnTo>
                    <a:pt x="3407085" y="1964549"/>
                  </a:lnTo>
                  <a:lnTo>
                    <a:pt x="3407179" y="1964549"/>
                  </a:lnTo>
                  <a:lnTo>
                    <a:pt x="3407367" y="1964549"/>
                  </a:lnTo>
                  <a:lnTo>
                    <a:pt x="3407461" y="1964549"/>
                  </a:lnTo>
                  <a:lnTo>
                    <a:pt x="3407650" y="1964549"/>
                  </a:lnTo>
                  <a:lnTo>
                    <a:pt x="3407838" y="1964549"/>
                  </a:lnTo>
                  <a:lnTo>
                    <a:pt x="3407932" y="1964549"/>
                  </a:lnTo>
                  <a:lnTo>
                    <a:pt x="3408215" y="1964549"/>
                  </a:lnTo>
                  <a:lnTo>
                    <a:pt x="3408591" y="1964549"/>
                  </a:lnTo>
                  <a:lnTo>
                    <a:pt x="3408685" y="1964549"/>
                  </a:lnTo>
                  <a:lnTo>
                    <a:pt x="3408968" y="1964549"/>
                  </a:lnTo>
                  <a:lnTo>
                    <a:pt x="3409156" y="1964549"/>
                  </a:lnTo>
                  <a:lnTo>
                    <a:pt x="3409439" y="1964549"/>
                  </a:lnTo>
                  <a:lnTo>
                    <a:pt x="3409815" y="1964549"/>
                  </a:lnTo>
                  <a:lnTo>
                    <a:pt x="3409909" y="1964549"/>
                  </a:lnTo>
                  <a:lnTo>
                    <a:pt x="3410003" y="1964549"/>
                  </a:lnTo>
                  <a:lnTo>
                    <a:pt x="3410286" y="1964549"/>
                  </a:lnTo>
                  <a:lnTo>
                    <a:pt x="3410474" y="1964549"/>
                  </a:lnTo>
                  <a:lnTo>
                    <a:pt x="3410851" y="1964549"/>
                  </a:lnTo>
                  <a:lnTo>
                    <a:pt x="3411133" y="1964549"/>
                  </a:lnTo>
                  <a:lnTo>
                    <a:pt x="3411510" y="1964549"/>
                  </a:lnTo>
                  <a:lnTo>
                    <a:pt x="3412357" y="1964549"/>
                  </a:lnTo>
                  <a:lnTo>
                    <a:pt x="3412640" y="1964549"/>
                  </a:lnTo>
                  <a:lnTo>
                    <a:pt x="3412828" y="1964549"/>
                  </a:lnTo>
                  <a:lnTo>
                    <a:pt x="3413016" y="1964549"/>
                  </a:lnTo>
                  <a:lnTo>
                    <a:pt x="3413393" y="1964549"/>
                  </a:lnTo>
                  <a:lnTo>
                    <a:pt x="3413487" y="1964549"/>
                  </a:lnTo>
                  <a:lnTo>
                    <a:pt x="3413864" y="1959638"/>
                  </a:lnTo>
                  <a:lnTo>
                    <a:pt x="3414617" y="1959638"/>
                  </a:lnTo>
                  <a:lnTo>
                    <a:pt x="3414899" y="1954727"/>
                  </a:lnTo>
                  <a:lnTo>
                    <a:pt x="3415088" y="1954727"/>
                  </a:lnTo>
                  <a:lnTo>
                    <a:pt x="3415370" y="1954727"/>
                  </a:lnTo>
                  <a:lnTo>
                    <a:pt x="3416029" y="1954727"/>
                  </a:lnTo>
                  <a:lnTo>
                    <a:pt x="3416123" y="1954727"/>
                  </a:lnTo>
                  <a:lnTo>
                    <a:pt x="3416312" y="1954727"/>
                  </a:lnTo>
                  <a:lnTo>
                    <a:pt x="3416500" y="1954727"/>
                  </a:lnTo>
                  <a:lnTo>
                    <a:pt x="3416594" y="1954727"/>
                  </a:lnTo>
                  <a:lnTo>
                    <a:pt x="3416688" y="1954727"/>
                  </a:lnTo>
                  <a:lnTo>
                    <a:pt x="3417253" y="1954727"/>
                  </a:lnTo>
                  <a:lnTo>
                    <a:pt x="3417347" y="1954727"/>
                  </a:lnTo>
                  <a:lnTo>
                    <a:pt x="3417442" y="1954727"/>
                  </a:lnTo>
                  <a:lnTo>
                    <a:pt x="3417536" y="1954727"/>
                  </a:lnTo>
                  <a:lnTo>
                    <a:pt x="3417630" y="1954727"/>
                  </a:lnTo>
                  <a:lnTo>
                    <a:pt x="3417724" y="1954727"/>
                  </a:lnTo>
                  <a:lnTo>
                    <a:pt x="3417818" y="1954727"/>
                  </a:lnTo>
                  <a:lnTo>
                    <a:pt x="3417912" y="1954727"/>
                  </a:lnTo>
                  <a:lnTo>
                    <a:pt x="3418006" y="1954727"/>
                  </a:lnTo>
                  <a:lnTo>
                    <a:pt x="3418854" y="1954727"/>
                  </a:lnTo>
                  <a:lnTo>
                    <a:pt x="3418948" y="1954727"/>
                  </a:lnTo>
                  <a:lnTo>
                    <a:pt x="3419042" y="1954727"/>
                  </a:lnTo>
                  <a:lnTo>
                    <a:pt x="3419136" y="1954727"/>
                  </a:lnTo>
                  <a:lnTo>
                    <a:pt x="3419230" y="1954727"/>
                  </a:lnTo>
                  <a:lnTo>
                    <a:pt x="3419325" y="1954727"/>
                  </a:lnTo>
                  <a:lnTo>
                    <a:pt x="3419419" y="1954727"/>
                  </a:lnTo>
                  <a:lnTo>
                    <a:pt x="3419513" y="1954727"/>
                  </a:lnTo>
                  <a:lnTo>
                    <a:pt x="3420266" y="1954727"/>
                  </a:lnTo>
                  <a:lnTo>
                    <a:pt x="3420454" y="1954727"/>
                  </a:lnTo>
                  <a:lnTo>
                    <a:pt x="3420549" y="1954727"/>
                  </a:lnTo>
                  <a:lnTo>
                    <a:pt x="3420925" y="1954727"/>
                  </a:lnTo>
                  <a:lnTo>
                    <a:pt x="3421019" y="1954727"/>
                  </a:lnTo>
                  <a:lnTo>
                    <a:pt x="3421208" y="1954727"/>
                  </a:lnTo>
                  <a:lnTo>
                    <a:pt x="3421867" y="1954727"/>
                  </a:lnTo>
                  <a:lnTo>
                    <a:pt x="3421961" y="1954727"/>
                  </a:lnTo>
                  <a:lnTo>
                    <a:pt x="3422055" y="1954727"/>
                  </a:lnTo>
                  <a:lnTo>
                    <a:pt x="3422243" y="1954727"/>
                  </a:lnTo>
                  <a:lnTo>
                    <a:pt x="3422337" y="1954727"/>
                  </a:lnTo>
                  <a:lnTo>
                    <a:pt x="3422996" y="1954727"/>
                  </a:lnTo>
                  <a:lnTo>
                    <a:pt x="3423750" y="1954727"/>
                  </a:lnTo>
                  <a:lnTo>
                    <a:pt x="3423844" y="1954727"/>
                  </a:lnTo>
                  <a:lnTo>
                    <a:pt x="3423938" y="1954727"/>
                  </a:lnTo>
                  <a:lnTo>
                    <a:pt x="3424126" y="1954727"/>
                  </a:lnTo>
                  <a:lnTo>
                    <a:pt x="3424220" y="1954727"/>
                  </a:lnTo>
                  <a:lnTo>
                    <a:pt x="3424880" y="1949815"/>
                  </a:lnTo>
                  <a:lnTo>
                    <a:pt x="3424974" y="1949815"/>
                  </a:lnTo>
                  <a:lnTo>
                    <a:pt x="3425444" y="1949815"/>
                  </a:lnTo>
                  <a:lnTo>
                    <a:pt x="3426009" y="1949815"/>
                  </a:lnTo>
                  <a:lnTo>
                    <a:pt x="3426104" y="1949815"/>
                  </a:lnTo>
                  <a:lnTo>
                    <a:pt x="3426198" y="1949815"/>
                  </a:lnTo>
                  <a:lnTo>
                    <a:pt x="3426951" y="1949815"/>
                  </a:lnTo>
                  <a:lnTo>
                    <a:pt x="3427045" y="1949815"/>
                  </a:lnTo>
                  <a:lnTo>
                    <a:pt x="3427233" y="1949815"/>
                  </a:lnTo>
                  <a:lnTo>
                    <a:pt x="3427327" y="1949815"/>
                  </a:lnTo>
                  <a:lnTo>
                    <a:pt x="3427610" y="1949815"/>
                  </a:lnTo>
                  <a:lnTo>
                    <a:pt x="3428175" y="1949815"/>
                  </a:lnTo>
                  <a:lnTo>
                    <a:pt x="3428269" y="1949815"/>
                  </a:lnTo>
                  <a:lnTo>
                    <a:pt x="3428363" y="1949815"/>
                  </a:lnTo>
                  <a:lnTo>
                    <a:pt x="3428457" y="1949815"/>
                  </a:lnTo>
                  <a:lnTo>
                    <a:pt x="3428551" y="1949815"/>
                  </a:lnTo>
                  <a:lnTo>
                    <a:pt x="3428646" y="1949815"/>
                  </a:lnTo>
                  <a:lnTo>
                    <a:pt x="3428928" y="1949815"/>
                  </a:lnTo>
                  <a:lnTo>
                    <a:pt x="3430058" y="1949815"/>
                  </a:lnTo>
                  <a:lnTo>
                    <a:pt x="3430340" y="1949815"/>
                  </a:lnTo>
                  <a:lnTo>
                    <a:pt x="3430435" y="1949815"/>
                  </a:lnTo>
                  <a:lnTo>
                    <a:pt x="3430529" y="1949815"/>
                  </a:lnTo>
                  <a:lnTo>
                    <a:pt x="3430811" y="1949815"/>
                  </a:lnTo>
                  <a:lnTo>
                    <a:pt x="3430905" y="1949815"/>
                  </a:lnTo>
                  <a:lnTo>
                    <a:pt x="3430999" y="1949815"/>
                  </a:lnTo>
                  <a:lnTo>
                    <a:pt x="3431376" y="1949815"/>
                  </a:lnTo>
                  <a:lnTo>
                    <a:pt x="3431470" y="1939993"/>
                  </a:lnTo>
                  <a:lnTo>
                    <a:pt x="3431564" y="1939993"/>
                  </a:lnTo>
                  <a:lnTo>
                    <a:pt x="3431658" y="1939993"/>
                  </a:lnTo>
                  <a:lnTo>
                    <a:pt x="3432506" y="1939993"/>
                  </a:lnTo>
                  <a:lnTo>
                    <a:pt x="3432694" y="1939993"/>
                  </a:lnTo>
                  <a:lnTo>
                    <a:pt x="3432788" y="1939993"/>
                  </a:lnTo>
                  <a:lnTo>
                    <a:pt x="3433071" y="1939993"/>
                  </a:lnTo>
                  <a:lnTo>
                    <a:pt x="3433165" y="1939993"/>
                  </a:lnTo>
                  <a:lnTo>
                    <a:pt x="3433259" y="1939993"/>
                  </a:lnTo>
                  <a:lnTo>
                    <a:pt x="3433636" y="1939993"/>
                  </a:lnTo>
                  <a:lnTo>
                    <a:pt x="3433730" y="1939993"/>
                  </a:lnTo>
                  <a:lnTo>
                    <a:pt x="3433918" y="1939993"/>
                  </a:lnTo>
                  <a:lnTo>
                    <a:pt x="3434295" y="1939993"/>
                  </a:lnTo>
                  <a:lnTo>
                    <a:pt x="3434483" y="1939993"/>
                  </a:lnTo>
                  <a:lnTo>
                    <a:pt x="3434766" y="1939993"/>
                  </a:lnTo>
                  <a:lnTo>
                    <a:pt x="3434860" y="1939993"/>
                  </a:lnTo>
                  <a:lnTo>
                    <a:pt x="3434954" y="1939993"/>
                  </a:lnTo>
                  <a:lnTo>
                    <a:pt x="3435048" y="1939993"/>
                  </a:lnTo>
                  <a:lnTo>
                    <a:pt x="3435142" y="1939993"/>
                  </a:lnTo>
                  <a:lnTo>
                    <a:pt x="3435236" y="1939993"/>
                  </a:lnTo>
                  <a:lnTo>
                    <a:pt x="3435519" y="1935081"/>
                  </a:lnTo>
                  <a:lnTo>
                    <a:pt x="3435801" y="1935081"/>
                  </a:lnTo>
                  <a:lnTo>
                    <a:pt x="3435989" y="1935081"/>
                  </a:lnTo>
                  <a:lnTo>
                    <a:pt x="3436178" y="1935081"/>
                  </a:lnTo>
                  <a:lnTo>
                    <a:pt x="3436272" y="1935081"/>
                  </a:lnTo>
                  <a:lnTo>
                    <a:pt x="3436649" y="1935081"/>
                  </a:lnTo>
                  <a:lnTo>
                    <a:pt x="3436837" y="1935081"/>
                  </a:lnTo>
                  <a:lnTo>
                    <a:pt x="3437025" y="1935081"/>
                  </a:lnTo>
                  <a:lnTo>
                    <a:pt x="3437119" y="1935081"/>
                  </a:lnTo>
                  <a:lnTo>
                    <a:pt x="3437590" y="1935081"/>
                  </a:lnTo>
                  <a:lnTo>
                    <a:pt x="3437684" y="1935081"/>
                  </a:lnTo>
                  <a:lnTo>
                    <a:pt x="3437873" y="1935081"/>
                  </a:lnTo>
                  <a:lnTo>
                    <a:pt x="3437967" y="1935081"/>
                  </a:lnTo>
                  <a:lnTo>
                    <a:pt x="3438061" y="1930170"/>
                  </a:lnTo>
                  <a:lnTo>
                    <a:pt x="3438343" y="1925258"/>
                  </a:lnTo>
                  <a:lnTo>
                    <a:pt x="3438532" y="1925258"/>
                  </a:lnTo>
                  <a:lnTo>
                    <a:pt x="3438720" y="1925258"/>
                  </a:lnTo>
                  <a:lnTo>
                    <a:pt x="3438908" y="1925258"/>
                  </a:lnTo>
                  <a:lnTo>
                    <a:pt x="3439002" y="1925258"/>
                  </a:lnTo>
                  <a:lnTo>
                    <a:pt x="3439473" y="1925258"/>
                  </a:lnTo>
                  <a:lnTo>
                    <a:pt x="3440509" y="1925258"/>
                  </a:lnTo>
                  <a:lnTo>
                    <a:pt x="3440885" y="1920347"/>
                  </a:lnTo>
                  <a:lnTo>
                    <a:pt x="3440980" y="1920347"/>
                  </a:lnTo>
                  <a:lnTo>
                    <a:pt x="3441168" y="1915436"/>
                  </a:lnTo>
                  <a:lnTo>
                    <a:pt x="3441262" y="1915436"/>
                  </a:lnTo>
                  <a:lnTo>
                    <a:pt x="3441450" y="1915436"/>
                  </a:lnTo>
                  <a:lnTo>
                    <a:pt x="3441544" y="1915436"/>
                  </a:lnTo>
                  <a:lnTo>
                    <a:pt x="3441733" y="1915436"/>
                  </a:lnTo>
                  <a:lnTo>
                    <a:pt x="3441827" y="1915436"/>
                  </a:lnTo>
                  <a:lnTo>
                    <a:pt x="3442109" y="1915436"/>
                  </a:lnTo>
                  <a:lnTo>
                    <a:pt x="3442298" y="1915436"/>
                  </a:lnTo>
                  <a:lnTo>
                    <a:pt x="3442392" y="1915436"/>
                  </a:lnTo>
                  <a:lnTo>
                    <a:pt x="3442486" y="1915436"/>
                  </a:lnTo>
                  <a:lnTo>
                    <a:pt x="3442768" y="1915436"/>
                  </a:lnTo>
                  <a:lnTo>
                    <a:pt x="3442863" y="1915436"/>
                  </a:lnTo>
                  <a:lnTo>
                    <a:pt x="3443428" y="1910524"/>
                  </a:lnTo>
                  <a:lnTo>
                    <a:pt x="3443522" y="1910524"/>
                  </a:lnTo>
                  <a:lnTo>
                    <a:pt x="3443616" y="1910524"/>
                  </a:lnTo>
                  <a:lnTo>
                    <a:pt x="3443898" y="1910524"/>
                  </a:lnTo>
                  <a:lnTo>
                    <a:pt x="3444369" y="1910524"/>
                  </a:lnTo>
                  <a:lnTo>
                    <a:pt x="3444463" y="1910524"/>
                  </a:lnTo>
                  <a:lnTo>
                    <a:pt x="3444557" y="1910524"/>
                  </a:lnTo>
                  <a:lnTo>
                    <a:pt x="3445028" y="1910524"/>
                  </a:lnTo>
                  <a:lnTo>
                    <a:pt x="3446158" y="1905613"/>
                  </a:lnTo>
                  <a:lnTo>
                    <a:pt x="3446252" y="1900702"/>
                  </a:lnTo>
                  <a:lnTo>
                    <a:pt x="3446440" y="1900702"/>
                  </a:lnTo>
                  <a:lnTo>
                    <a:pt x="3446535" y="1900702"/>
                  </a:lnTo>
                  <a:lnTo>
                    <a:pt x="3447005" y="1900702"/>
                  </a:lnTo>
                  <a:lnTo>
                    <a:pt x="3447194" y="1900702"/>
                  </a:lnTo>
                  <a:lnTo>
                    <a:pt x="3447476" y="1900702"/>
                  </a:lnTo>
                  <a:lnTo>
                    <a:pt x="3447570" y="1900702"/>
                  </a:lnTo>
                  <a:lnTo>
                    <a:pt x="3447664" y="1900702"/>
                  </a:lnTo>
                  <a:lnTo>
                    <a:pt x="3447759" y="1900702"/>
                  </a:lnTo>
                  <a:lnTo>
                    <a:pt x="3448512" y="1900702"/>
                  </a:lnTo>
                  <a:lnTo>
                    <a:pt x="3448888" y="1900702"/>
                  </a:lnTo>
                  <a:lnTo>
                    <a:pt x="3448982" y="1900702"/>
                  </a:lnTo>
                  <a:lnTo>
                    <a:pt x="3449077" y="1900702"/>
                  </a:lnTo>
                  <a:lnTo>
                    <a:pt x="3449265" y="1900702"/>
                  </a:lnTo>
                  <a:lnTo>
                    <a:pt x="3449453" y="1900702"/>
                  </a:lnTo>
                  <a:lnTo>
                    <a:pt x="3449547" y="1900702"/>
                  </a:lnTo>
                  <a:lnTo>
                    <a:pt x="3449736" y="1900702"/>
                  </a:lnTo>
                  <a:lnTo>
                    <a:pt x="3450112" y="1900702"/>
                  </a:lnTo>
                  <a:lnTo>
                    <a:pt x="3450301" y="1900702"/>
                  </a:lnTo>
                  <a:lnTo>
                    <a:pt x="3451054" y="1900702"/>
                  </a:lnTo>
                  <a:lnTo>
                    <a:pt x="3451148" y="1900702"/>
                  </a:lnTo>
                  <a:lnTo>
                    <a:pt x="3451336" y="1900702"/>
                  </a:lnTo>
                  <a:lnTo>
                    <a:pt x="3451525" y="1900702"/>
                  </a:lnTo>
                  <a:lnTo>
                    <a:pt x="3451619" y="1900702"/>
                  </a:lnTo>
                  <a:lnTo>
                    <a:pt x="3451807" y="1900702"/>
                  </a:lnTo>
                  <a:lnTo>
                    <a:pt x="3452278" y="1900702"/>
                  </a:lnTo>
                  <a:lnTo>
                    <a:pt x="3452466" y="1900702"/>
                  </a:lnTo>
                  <a:lnTo>
                    <a:pt x="3452560" y="1900702"/>
                  </a:lnTo>
                  <a:lnTo>
                    <a:pt x="3452654" y="1900702"/>
                  </a:lnTo>
                  <a:lnTo>
                    <a:pt x="3452937" y="1900702"/>
                  </a:lnTo>
                  <a:lnTo>
                    <a:pt x="3453031" y="1900702"/>
                  </a:lnTo>
                  <a:lnTo>
                    <a:pt x="3453313" y="1900702"/>
                  </a:lnTo>
                  <a:lnTo>
                    <a:pt x="3453690" y="1900702"/>
                  </a:lnTo>
                  <a:lnTo>
                    <a:pt x="3453784" y="1900702"/>
                  </a:lnTo>
                  <a:lnTo>
                    <a:pt x="3453973" y="1900702"/>
                  </a:lnTo>
                  <a:lnTo>
                    <a:pt x="3454067" y="1900702"/>
                  </a:lnTo>
                  <a:lnTo>
                    <a:pt x="3454349" y="1900702"/>
                  </a:lnTo>
                  <a:lnTo>
                    <a:pt x="3454443" y="1900702"/>
                  </a:lnTo>
                  <a:lnTo>
                    <a:pt x="3454726" y="1900702"/>
                  </a:lnTo>
                  <a:lnTo>
                    <a:pt x="3454820" y="1900702"/>
                  </a:lnTo>
                  <a:lnTo>
                    <a:pt x="3455008" y="1895790"/>
                  </a:lnTo>
                  <a:lnTo>
                    <a:pt x="3455856" y="1890879"/>
                  </a:lnTo>
                  <a:lnTo>
                    <a:pt x="3455950" y="1890879"/>
                  </a:lnTo>
                  <a:lnTo>
                    <a:pt x="3456326" y="1890879"/>
                  </a:lnTo>
                  <a:lnTo>
                    <a:pt x="3456515" y="1890879"/>
                  </a:lnTo>
                  <a:lnTo>
                    <a:pt x="3456985" y="1890879"/>
                  </a:lnTo>
                  <a:lnTo>
                    <a:pt x="3457174" y="1890879"/>
                  </a:lnTo>
                  <a:lnTo>
                    <a:pt x="3457456" y="1890879"/>
                  </a:lnTo>
                  <a:lnTo>
                    <a:pt x="3457550" y="1890879"/>
                  </a:lnTo>
                  <a:lnTo>
                    <a:pt x="3457739" y="1890879"/>
                  </a:lnTo>
                  <a:lnTo>
                    <a:pt x="3457833" y="1890879"/>
                  </a:lnTo>
                  <a:lnTo>
                    <a:pt x="3458398" y="1890879"/>
                  </a:lnTo>
                  <a:lnTo>
                    <a:pt x="3458586" y="1890879"/>
                  </a:lnTo>
                  <a:lnTo>
                    <a:pt x="3458868" y="1890879"/>
                  </a:lnTo>
                  <a:lnTo>
                    <a:pt x="3458963" y="1890879"/>
                  </a:lnTo>
                  <a:lnTo>
                    <a:pt x="3459245" y="1890879"/>
                  </a:lnTo>
                  <a:lnTo>
                    <a:pt x="3459433" y="1885967"/>
                  </a:lnTo>
                  <a:lnTo>
                    <a:pt x="3459528" y="1885967"/>
                  </a:lnTo>
                  <a:lnTo>
                    <a:pt x="3460092" y="1885967"/>
                  </a:lnTo>
                  <a:lnTo>
                    <a:pt x="3460752" y="1885967"/>
                  </a:lnTo>
                  <a:lnTo>
                    <a:pt x="3460940" y="1885967"/>
                  </a:lnTo>
                  <a:lnTo>
                    <a:pt x="3461128" y="1885967"/>
                  </a:lnTo>
                  <a:lnTo>
                    <a:pt x="3461222" y="1885967"/>
                  </a:lnTo>
                  <a:lnTo>
                    <a:pt x="3461411" y="1885967"/>
                  </a:lnTo>
                  <a:lnTo>
                    <a:pt x="3461599" y="1885967"/>
                  </a:lnTo>
                  <a:lnTo>
                    <a:pt x="3461693" y="1885967"/>
                  </a:lnTo>
                  <a:lnTo>
                    <a:pt x="3461787" y="1885967"/>
                  </a:lnTo>
                  <a:lnTo>
                    <a:pt x="3461975" y="1885967"/>
                  </a:lnTo>
                  <a:lnTo>
                    <a:pt x="3462164" y="1885967"/>
                  </a:lnTo>
                  <a:lnTo>
                    <a:pt x="3463388" y="1885967"/>
                  </a:lnTo>
                  <a:lnTo>
                    <a:pt x="3463482" y="1885967"/>
                  </a:lnTo>
                  <a:lnTo>
                    <a:pt x="3463670" y="1885967"/>
                  </a:lnTo>
                  <a:lnTo>
                    <a:pt x="3464047" y="1885967"/>
                  </a:lnTo>
                  <a:lnTo>
                    <a:pt x="3464141" y="1885967"/>
                  </a:lnTo>
                  <a:lnTo>
                    <a:pt x="3464235" y="1885967"/>
                  </a:lnTo>
                  <a:lnTo>
                    <a:pt x="3464329" y="1885967"/>
                  </a:lnTo>
                  <a:lnTo>
                    <a:pt x="3464612" y="1885967"/>
                  </a:lnTo>
                  <a:lnTo>
                    <a:pt x="3464706" y="1885967"/>
                  </a:lnTo>
                  <a:lnTo>
                    <a:pt x="3465459" y="1885967"/>
                  </a:lnTo>
                  <a:lnTo>
                    <a:pt x="3465553" y="1885967"/>
                  </a:lnTo>
                  <a:lnTo>
                    <a:pt x="3466024" y="1885967"/>
                  </a:lnTo>
                  <a:lnTo>
                    <a:pt x="3466118" y="1885967"/>
                  </a:lnTo>
                  <a:lnTo>
                    <a:pt x="3466306" y="1885967"/>
                  </a:lnTo>
                  <a:lnTo>
                    <a:pt x="3466401" y="1885967"/>
                  </a:lnTo>
                  <a:lnTo>
                    <a:pt x="3466589" y="1885967"/>
                  </a:lnTo>
                  <a:lnTo>
                    <a:pt x="3466966" y="1885967"/>
                  </a:lnTo>
                  <a:lnTo>
                    <a:pt x="3467060" y="1885967"/>
                  </a:lnTo>
                  <a:lnTo>
                    <a:pt x="3467436" y="1885967"/>
                  </a:lnTo>
                  <a:lnTo>
                    <a:pt x="3467530" y="1885967"/>
                  </a:lnTo>
                  <a:lnTo>
                    <a:pt x="3467813" y="1885967"/>
                  </a:lnTo>
                  <a:lnTo>
                    <a:pt x="3467907" y="1885967"/>
                  </a:lnTo>
                  <a:lnTo>
                    <a:pt x="3468095" y="1885967"/>
                  </a:lnTo>
                  <a:lnTo>
                    <a:pt x="3468472" y="1885967"/>
                  </a:lnTo>
                  <a:lnTo>
                    <a:pt x="3468566" y="1885967"/>
                  </a:lnTo>
                  <a:lnTo>
                    <a:pt x="3468754" y="1885967"/>
                  </a:lnTo>
                  <a:lnTo>
                    <a:pt x="3468849" y="1885967"/>
                  </a:lnTo>
                  <a:lnTo>
                    <a:pt x="3468849" y="1881056"/>
                  </a:lnTo>
                  <a:lnTo>
                    <a:pt x="3468943" y="1881056"/>
                  </a:lnTo>
                  <a:lnTo>
                    <a:pt x="3469225" y="1881056"/>
                  </a:lnTo>
                  <a:lnTo>
                    <a:pt x="3469696" y="1881056"/>
                  </a:lnTo>
                  <a:lnTo>
                    <a:pt x="3469790" y="1881056"/>
                  </a:lnTo>
                  <a:lnTo>
                    <a:pt x="3470826" y="1881056"/>
                  </a:lnTo>
                  <a:lnTo>
                    <a:pt x="3470920" y="1881056"/>
                  </a:lnTo>
                  <a:lnTo>
                    <a:pt x="3471108" y="1881056"/>
                  </a:lnTo>
                  <a:lnTo>
                    <a:pt x="3471202" y="1881056"/>
                  </a:lnTo>
                  <a:lnTo>
                    <a:pt x="3471297" y="1881056"/>
                  </a:lnTo>
                  <a:lnTo>
                    <a:pt x="3472050" y="1881056"/>
                  </a:lnTo>
                  <a:lnTo>
                    <a:pt x="3472332" y="1881056"/>
                  </a:lnTo>
                  <a:lnTo>
                    <a:pt x="3472426" y="1881056"/>
                  </a:lnTo>
                  <a:lnTo>
                    <a:pt x="3472803" y="1881056"/>
                  </a:lnTo>
                  <a:lnTo>
                    <a:pt x="3472897" y="1881056"/>
                  </a:lnTo>
                  <a:lnTo>
                    <a:pt x="3472991" y="1881056"/>
                  </a:lnTo>
                  <a:lnTo>
                    <a:pt x="3473085" y="1881056"/>
                  </a:lnTo>
                  <a:lnTo>
                    <a:pt x="3473180" y="1881056"/>
                  </a:lnTo>
                  <a:lnTo>
                    <a:pt x="3473368" y="1881056"/>
                  </a:lnTo>
                  <a:lnTo>
                    <a:pt x="3473462" y="1881056"/>
                  </a:lnTo>
                  <a:lnTo>
                    <a:pt x="3473556" y="1881056"/>
                  </a:lnTo>
                  <a:lnTo>
                    <a:pt x="3473745" y="1881056"/>
                  </a:lnTo>
                  <a:lnTo>
                    <a:pt x="3474215" y="1881056"/>
                  </a:lnTo>
                  <a:lnTo>
                    <a:pt x="3474686" y="1881056"/>
                  </a:lnTo>
                  <a:lnTo>
                    <a:pt x="3475063" y="1881056"/>
                  </a:lnTo>
                  <a:lnTo>
                    <a:pt x="3475157" y="1881056"/>
                  </a:lnTo>
                  <a:lnTo>
                    <a:pt x="3475251" y="1881056"/>
                  </a:lnTo>
                  <a:lnTo>
                    <a:pt x="3475345" y="1881056"/>
                  </a:lnTo>
                  <a:lnTo>
                    <a:pt x="3475439" y="1881056"/>
                  </a:lnTo>
                  <a:lnTo>
                    <a:pt x="3475533" y="1881056"/>
                  </a:lnTo>
                  <a:lnTo>
                    <a:pt x="3475722" y="1871233"/>
                  </a:lnTo>
                  <a:lnTo>
                    <a:pt x="3476287" y="1871233"/>
                  </a:lnTo>
                  <a:lnTo>
                    <a:pt x="3476757" y="1871233"/>
                  </a:lnTo>
                  <a:lnTo>
                    <a:pt x="3476946" y="1871233"/>
                  </a:lnTo>
                  <a:lnTo>
                    <a:pt x="3477228" y="1871233"/>
                  </a:lnTo>
                  <a:lnTo>
                    <a:pt x="3477699" y="1871233"/>
                  </a:lnTo>
                  <a:lnTo>
                    <a:pt x="3477793" y="1871233"/>
                  </a:lnTo>
                  <a:lnTo>
                    <a:pt x="3477887" y="1871233"/>
                  </a:lnTo>
                  <a:lnTo>
                    <a:pt x="3478546" y="1866322"/>
                  </a:lnTo>
                  <a:lnTo>
                    <a:pt x="3478923" y="1861411"/>
                  </a:lnTo>
                  <a:lnTo>
                    <a:pt x="3479111" y="1861411"/>
                  </a:lnTo>
                  <a:lnTo>
                    <a:pt x="3479394" y="1861411"/>
                  </a:lnTo>
                  <a:lnTo>
                    <a:pt x="3479488" y="1861411"/>
                  </a:lnTo>
                  <a:lnTo>
                    <a:pt x="3479582" y="1861411"/>
                  </a:lnTo>
                  <a:lnTo>
                    <a:pt x="3479770" y="1861411"/>
                  </a:lnTo>
                  <a:lnTo>
                    <a:pt x="3479959" y="1861411"/>
                  </a:lnTo>
                  <a:lnTo>
                    <a:pt x="3480147" y="1861411"/>
                  </a:lnTo>
                  <a:lnTo>
                    <a:pt x="3480241" y="1861411"/>
                  </a:lnTo>
                  <a:lnTo>
                    <a:pt x="3480335" y="1861411"/>
                  </a:lnTo>
                  <a:lnTo>
                    <a:pt x="3480618" y="1861411"/>
                  </a:lnTo>
                  <a:lnTo>
                    <a:pt x="3480806" y="1861411"/>
                  </a:lnTo>
                  <a:lnTo>
                    <a:pt x="3481183" y="1861411"/>
                  </a:lnTo>
                  <a:lnTo>
                    <a:pt x="3481371" y="1856499"/>
                  </a:lnTo>
                  <a:lnTo>
                    <a:pt x="3481465" y="1856499"/>
                  </a:lnTo>
                  <a:lnTo>
                    <a:pt x="3481653" y="1856499"/>
                  </a:lnTo>
                  <a:lnTo>
                    <a:pt x="3481842" y="1856499"/>
                  </a:lnTo>
                  <a:lnTo>
                    <a:pt x="3481936" y="1856499"/>
                  </a:lnTo>
                  <a:lnTo>
                    <a:pt x="3482030" y="1856499"/>
                  </a:lnTo>
                  <a:lnTo>
                    <a:pt x="3482312" y="1856499"/>
                  </a:lnTo>
                  <a:lnTo>
                    <a:pt x="3482407" y="1856499"/>
                  </a:lnTo>
                  <a:lnTo>
                    <a:pt x="3482783" y="1856499"/>
                  </a:lnTo>
                  <a:lnTo>
                    <a:pt x="3482877" y="1856499"/>
                  </a:lnTo>
                  <a:lnTo>
                    <a:pt x="3483254" y="1856499"/>
                  </a:lnTo>
                  <a:lnTo>
                    <a:pt x="3483630" y="1856499"/>
                  </a:lnTo>
                  <a:lnTo>
                    <a:pt x="3484007" y="1856499"/>
                  </a:lnTo>
                  <a:lnTo>
                    <a:pt x="3484101" y="1856499"/>
                  </a:lnTo>
                  <a:lnTo>
                    <a:pt x="3484949" y="1856499"/>
                  </a:lnTo>
                  <a:lnTo>
                    <a:pt x="3485514" y="1856499"/>
                  </a:lnTo>
                  <a:lnTo>
                    <a:pt x="3485608" y="1856499"/>
                  </a:lnTo>
                  <a:lnTo>
                    <a:pt x="3485702" y="1856499"/>
                  </a:lnTo>
                  <a:lnTo>
                    <a:pt x="3486173" y="1856499"/>
                  </a:lnTo>
                  <a:lnTo>
                    <a:pt x="3486267" y="1856499"/>
                  </a:lnTo>
                  <a:lnTo>
                    <a:pt x="3486738" y="1856499"/>
                  </a:lnTo>
                  <a:lnTo>
                    <a:pt x="3487208" y="1856499"/>
                  </a:lnTo>
                  <a:lnTo>
                    <a:pt x="3487302" y="1856499"/>
                  </a:lnTo>
                  <a:lnTo>
                    <a:pt x="3488150" y="1856499"/>
                  </a:lnTo>
                  <a:lnTo>
                    <a:pt x="3488244" y="1856499"/>
                  </a:lnTo>
                  <a:lnTo>
                    <a:pt x="3489656" y="1856499"/>
                  </a:lnTo>
                  <a:lnTo>
                    <a:pt x="3489750" y="1856499"/>
                  </a:lnTo>
                  <a:lnTo>
                    <a:pt x="3489939" y="1856499"/>
                  </a:lnTo>
                  <a:lnTo>
                    <a:pt x="3490033" y="1856499"/>
                  </a:lnTo>
                  <a:lnTo>
                    <a:pt x="3490127" y="1856499"/>
                  </a:lnTo>
                  <a:lnTo>
                    <a:pt x="3490315" y="1856499"/>
                  </a:lnTo>
                  <a:lnTo>
                    <a:pt x="3490692" y="1856499"/>
                  </a:lnTo>
                  <a:lnTo>
                    <a:pt x="3491069" y="1856499"/>
                  </a:lnTo>
                  <a:lnTo>
                    <a:pt x="3491163" y="1856499"/>
                  </a:lnTo>
                  <a:lnTo>
                    <a:pt x="3491351" y="1856499"/>
                  </a:lnTo>
                  <a:lnTo>
                    <a:pt x="3491445" y="1856499"/>
                  </a:lnTo>
                  <a:lnTo>
                    <a:pt x="3491916" y="1856499"/>
                  </a:lnTo>
                  <a:lnTo>
                    <a:pt x="3492010" y="1856499"/>
                  </a:lnTo>
                  <a:lnTo>
                    <a:pt x="3492198" y="1856499"/>
                  </a:lnTo>
                  <a:lnTo>
                    <a:pt x="3492292" y="1856499"/>
                  </a:lnTo>
                  <a:lnTo>
                    <a:pt x="3492481" y="1856499"/>
                  </a:lnTo>
                  <a:lnTo>
                    <a:pt x="3492575" y="1856499"/>
                  </a:lnTo>
                  <a:lnTo>
                    <a:pt x="3492669" y="1856499"/>
                  </a:lnTo>
                  <a:lnTo>
                    <a:pt x="3493234" y="1856499"/>
                  </a:lnTo>
                  <a:lnTo>
                    <a:pt x="3493422" y="1856499"/>
                  </a:lnTo>
                  <a:lnTo>
                    <a:pt x="3494176" y="1856499"/>
                  </a:lnTo>
                  <a:lnTo>
                    <a:pt x="3494458" y="1856499"/>
                  </a:lnTo>
                  <a:lnTo>
                    <a:pt x="3494552" y="1856499"/>
                  </a:lnTo>
                  <a:lnTo>
                    <a:pt x="3494646" y="1856499"/>
                  </a:lnTo>
                  <a:lnTo>
                    <a:pt x="3495023" y="1856499"/>
                  </a:lnTo>
                  <a:lnTo>
                    <a:pt x="3495211" y="1856499"/>
                  </a:lnTo>
                  <a:lnTo>
                    <a:pt x="3495588" y="1856499"/>
                  </a:lnTo>
                  <a:lnTo>
                    <a:pt x="3495682" y="1856499"/>
                  </a:lnTo>
                  <a:lnTo>
                    <a:pt x="3495964" y="1856499"/>
                  </a:lnTo>
                  <a:lnTo>
                    <a:pt x="3496247" y="1856499"/>
                  </a:lnTo>
                  <a:lnTo>
                    <a:pt x="3496718" y="1856499"/>
                  </a:lnTo>
                  <a:lnTo>
                    <a:pt x="3497000" y="1856499"/>
                  </a:lnTo>
                  <a:lnTo>
                    <a:pt x="3497283" y="1856499"/>
                  </a:lnTo>
                  <a:lnTo>
                    <a:pt x="3497377" y="1856499"/>
                  </a:lnTo>
                  <a:lnTo>
                    <a:pt x="3497565" y="1856499"/>
                  </a:lnTo>
                  <a:lnTo>
                    <a:pt x="3498036" y="1856499"/>
                  </a:lnTo>
                  <a:lnTo>
                    <a:pt x="3498224" y="1856499"/>
                  </a:lnTo>
                  <a:lnTo>
                    <a:pt x="3498507" y="1856499"/>
                  </a:lnTo>
                  <a:lnTo>
                    <a:pt x="3498789" y="1856499"/>
                  </a:lnTo>
                  <a:lnTo>
                    <a:pt x="3499166" y="1856499"/>
                  </a:lnTo>
                  <a:lnTo>
                    <a:pt x="3499260" y="1856499"/>
                  </a:lnTo>
                  <a:lnTo>
                    <a:pt x="3500484" y="1856499"/>
                  </a:lnTo>
                  <a:lnTo>
                    <a:pt x="3500578" y="1856499"/>
                  </a:lnTo>
                  <a:lnTo>
                    <a:pt x="3500766" y="1856499"/>
                  </a:lnTo>
                  <a:lnTo>
                    <a:pt x="3500954" y="1856499"/>
                  </a:lnTo>
                  <a:lnTo>
                    <a:pt x="3501237" y="1856499"/>
                  </a:lnTo>
                  <a:lnTo>
                    <a:pt x="3501331" y="1851588"/>
                  </a:lnTo>
                  <a:lnTo>
                    <a:pt x="3501519" y="1851588"/>
                  </a:lnTo>
                  <a:lnTo>
                    <a:pt x="3501990" y="1851588"/>
                  </a:lnTo>
                  <a:lnTo>
                    <a:pt x="3502273" y="1851588"/>
                  </a:lnTo>
                  <a:lnTo>
                    <a:pt x="3503026" y="1851588"/>
                  </a:lnTo>
                  <a:lnTo>
                    <a:pt x="3503214" y="1851588"/>
                  </a:lnTo>
                  <a:lnTo>
                    <a:pt x="3503308" y="1851588"/>
                  </a:lnTo>
                  <a:lnTo>
                    <a:pt x="3503591" y="1851588"/>
                  </a:lnTo>
                  <a:lnTo>
                    <a:pt x="3503873" y="1851588"/>
                  </a:lnTo>
                  <a:lnTo>
                    <a:pt x="3503967" y="1851588"/>
                  </a:lnTo>
                  <a:lnTo>
                    <a:pt x="3504909" y="1851588"/>
                  </a:lnTo>
                  <a:lnTo>
                    <a:pt x="3505097" y="1851588"/>
                  </a:lnTo>
                  <a:lnTo>
                    <a:pt x="3505474" y="1851588"/>
                  </a:lnTo>
                  <a:lnTo>
                    <a:pt x="3506227" y="1851588"/>
                  </a:lnTo>
                  <a:lnTo>
                    <a:pt x="3506321" y="1851588"/>
                  </a:lnTo>
                  <a:lnTo>
                    <a:pt x="3506415" y="1851588"/>
                  </a:lnTo>
                  <a:lnTo>
                    <a:pt x="3506509" y="1851588"/>
                  </a:lnTo>
                  <a:lnTo>
                    <a:pt x="3506698" y="1851588"/>
                  </a:lnTo>
                  <a:lnTo>
                    <a:pt x="3506792" y="1851588"/>
                  </a:lnTo>
                  <a:lnTo>
                    <a:pt x="3506886" y="1851588"/>
                  </a:lnTo>
                  <a:lnTo>
                    <a:pt x="3506980" y="1851588"/>
                  </a:lnTo>
                  <a:lnTo>
                    <a:pt x="3507263" y="1851588"/>
                  </a:lnTo>
                  <a:lnTo>
                    <a:pt x="3507451" y="1851588"/>
                  </a:lnTo>
                  <a:lnTo>
                    <a:pt x="3507545" y="1851588"/>
                  </a:lnTo>
                  <a:lnTo>
                    <a:pt x="3507828" y="1851588"/>
                  </a:lnTo>
                  <a:lnTo>
                    <a:pt x="3508204" y="1846676"/>
                  </a:lnTo>
                  <a:lnTo>
                    <a:pt x="3508298" y="1846676"/>
                  </a:lnTo>
                  <a:lnTo>
                    <a:pt x="3508393" y="1846676"/>
                  </a:lnTo>
                  <a:lnTo>
                    <a:pt x="3509428" y="1846676"/>
                  </a:lnTo>
                  <a:lnTo>
                    <a:pt x="3509522" y="1846676"/>
                  </a:lnTo>
                  <a:lnTo>
                    <a:pt x="3510087" y="1846676"/>
                  </a:lnTo>
                  <a:lnTo>
                    <a:pt x="3510181" y="1841765"/>
                  </a:lnTo>
                  <a:lnTo>
                    <a:pt x="3510370" y="1841765"/>
                  </a:lnTo>
                  <a:lnTo>
                    <a:pt x="3510652" y="1841765"/>
                  </a:lnTo>
                  <a:lnTo>
                    <a:pt x="3511123" y="1841765"/>
                  </a:lnTo>
                  <a:lnTo>
                    <a:pt x="3511311" y="1841765"/>
                  </a:lnTo>
                  <a:lnTo>
                    <a:pt x="3511405" y="1841765"/>
                  </a:lnTo>
                  <a:lnTo>
                    <a:pt x="3511500" y="1841765"/>
                  </a:lnTo>
                  <a:lnTo>
                    <a:pt x="3511688" y="1841765"/>
                  </a:lnTo>
                  <a:lnTo>
                    <a:pt x="3512159" y="1841765"/>
                  </a:lnTo>
                  <a:lnTo>
                    <a:pt x="3512535" y="1841765"/>
                  </a:lnTo>
                  <a:lnTo>
                    <a:pt x="3512818" y="1841765"/>
                  </a:lnTo>
                  <a:lnTo>
                    <a:pt x="3513759" y="1841765"/>
                  </a:lnTo>
                  <a:lnTo>
                    <a:pt x="3513853" y="1841765"/>
                  </a:lnTo>
                  <a:lnTo>
                    <a:pt x="3513948" y="1841765"/>
                  </a:lnTo>
                  <a:lnTo>
                    <a:pt x="3514230" y="1841765"/>
                  </a:lnTo>
                  <a:lnTo>
                    <a:pt x="3514418" y="1841765"/>
                  </a:lnTo>
                  <a:lnTo>
                    <a:pt x="3514795" y="1841765"/>
                  </a:lnTo>
                  <a:lnTo>
                    <a:pt x="3514889" y="1841765"/>
                  </a:lnTo>
                  <a:lnTo>
                    <a:pt x="3514983" y="1841765"/>
                  </a:lnTo>
                  <a:lnTo>
                    <a:pt x="3515642" y="1841765"/>
                  </a:lnTo>
                  <a:lnTo>
                    <a:pt x="3515736" y="1841765"/>
                  </a:lnTo>
                  <a:lnTo>
                    <a:pt x="3516113" y="1841765"/>
                  </a:lnTo>
                  <a:lnTo>
                    <a:pt x="3516207" y="1841765"/>
                  </a:lnTo>
                  <a:lnTo>
                    <a:pt x="3516301" y="1841765"/>
                  </a:lnTo>
                  <a:lnTo>
                    <a:pt x="3516490" y="1841765"/>
                  </a:lnTo>
                  <a:lnTo>
                    <a:pt x="3516678" y="1841765"/>
                  </a:lnTo>
                  <a:lnTo>
                    <a:pt x="3516772" y="1841765"/>
                  </a:lnTo>
                  <a:lnTo>
                    <a:pt x="3516866" y="1841765"/>
                  </a:lnTo>
                  <a:lnTo>
                    <a:pt x="3517525" y="1841765"/>
                  </a:lnTo>
                  <a:lnTo>
                    <a:pt x="3517619" y="1841765"/>
                  </a:lnTo>
                  <a:lnTo>
                    <a:pt x="3517714" y="1841765"/>
                  </a:lnTo>
                  <a:lnTo>
                    <a:pt x="3517808" y="1841765"/>
                  </a:lnTo>
                  <a:lnTo>
                    <a:pt x="3517902" y="1841765"/>
                  </a:lnTo>
                  <a:lnTo>
                    <a:pt x="3517996" y="1841765"/>
                  </a:lnTo>
                  <a:lnTo>
                    <a:pt x="3518090" y="1841765"/>
                  </a:lnTo>
                  <a:lnTo>
                    <a:pt x="3518279" y="1836854"/>
                  </a:lnTo>
                  <a:lnTo>
                    <a:pt x="3519220" y="1836854"/>
                  </a:lnTo>
                  <a:lnTo>
                    <a:pt x="3519314" y="1836854"/>
                  </a:lnTo>
                  <a:lnTo>
                    <a:pt x="3519408" y="1836854"/>
                  </a:lnTo>
                  <a:lnTo>
                    <a:pt x="3519502" y="1836854"/>
                  </a:lnTo>
                  <a:lnTo>
                    <a:pt x="3519597" y="1836854"/>
                  </a:lnTo>
                  <a:lnTo>
                    <a:pt x="3519691" y="1836854"/>
                  </a:lnTo>
                  <a:lnTo>
                    <a:pt x="3519973" y="1836854"/>
                  </a:lnTo>
                  <a:lnTo>
                    <a:pt x="3520444" y="1831942"/>
                  </a:lnTo>
                  <a:lnTo>
                    <a:pt x="3520538" y="1831942"/>
                  </a:lnTo>
                  <a:lnTo>
                    <a:pt x="3520726" y="1831942"/>
                  </a:lnTo>
                  <a:lnTo>
                    <a:pt x="3521197" y="1831942"/>
                  </a:lnTo>
                  <a:lnTo>
                    <a:pt x="3521291" y="1831942"/>
                  </a:lnTo>
                  <a:lnTo>
                    <a:pt x="3521386" y="1831942"/>
                  </a:lnTo>
                  <a:lnTo>
                    <a:pt x="3521574" y="1831942"/>
                  </a:lnTo>
                  <a:lnTo>
                    <a:pt x="3521856" y="1831942"/>
                  </a:lnTo>
                  <a:lnTo>
                    <a:pt x="3522139" y="1831942"/>
                  </a:lnTo>
                  <a:lnTo>
                    <a:pt x="3522515" y="1831942"/>
                  </a:lnTo>
                  <a:lnTo>
                    <a:pt x="3522610" y="1831942"/>
                  </a:lnTo>
                  <a:lnTo>
                    <a:pt x="3522892" y="1831942"/>
                  </a:lnTo>
                  <a:lnTo>
                    <a:pt x="3522986" y="1831942"/>
                  </a:lnTo>
                  <a:lnTo>
                    <a:pt x="3523080" y="1831942"/>
                  </a:lnTo>
                  <a:lnTo>
                    <a:pt x="3523174" y="1827031"/>
                  </a:lnTo>
                  <a:lnTo>
                    <a:pt x="3523269" y="1827031"/>
                  </a:lnTo>
                  <a:lnTo>
                    <a:pt x="3523457" y="1827031"/>
                  </a:lnTo>
                  <a:lnTo>
                    <a:pt x="3523645" y="1827031"/>
                  </a:lnTo>
                  <a:lnTo>
                    <a:pt x="3523739" y="1827031"/>
                  </a:lnTo>
                  <a:lnTo>
                    <a:pt x="3523928" y="1827031"/>
                  </a:lnTo>
                  <a:lnTo>
                    <a:pt x="3524869" y="1827031"/>
                  </a:lnTo>
                  <a:lnTo>
                    <a:pt x="3524963" y="1827031"/>
                  </a:lnTo>
                  <a:lnTo>
                    <a:pt x="3525246" y="1822120"/>
                  </a:lnTo>
                  <a:lnTo>
                    <a:pt x="3525528" y="1822120"/>
                  </a:lnTo>
                  <a:lnTo>
                    <a:pt x="3525999" y="1822120"/>
                  </a:lnTo>
                  <a:lnTo>
                    <a:pt x="3526187" y="1822120"/>
                  </a:lnTo>
                  <a:lnTo>
                    <a:pt x="3526564" y="1822120"/>
                  </a:lnTo>
                  <a:lnTo>
                    <a:pt x="3526658" y="1822120"/>
                  </a:lnTo>
                  <a:lnTo>
                    <a:pt x="3526752" y="1822120"/>
                  </a:lnTo>
                  <a:lnTo>
                    <a:pt x="3526941" y="1822120"/>
                  </a:lnTo>
                  <a:lnTo>
                    <a:pt x="3528447" y="1822120"/>
                  </a:lnTo>
                  <a:lnTo>
                    <a:pt x="3528635" y="1822120"/>
                  </a:lnTo>
                  <a:lnTo>
                    <a:pt x="3528729" y="1822120"/>
                  </a:lnTo>
                  <a:lnTo>
                    <a:pt x="3529106" y="1822120"/>
                  </a:lnTo>
                  <a:lnTo>
                    <a:pt x="3529388" y="1822120"/>
                  </a:lnTo>
                  <a:lnTo>
                    <a:pt x="3529577" y="1822120"/>
                  </a:lnTo>
                  <a:lnTo>
                    <a:pt x="3529671" y="1822120"/>
                  </a:lnTo>
                  <a:lnTo>
                    <a:pt x="3529765" y="1822120"/>
                  </a:lnTo>
                  <a:lnTo>
                    <a:pt x="3529859" y="1822120"/>
                  </a:lnTo>
                  <a:lnTo>
                    <a:pt x="3530048" y="1822120"/>
                  </a:lnTo>
                  <a:lnTo>
                    <a:pt x="3530330" y="1822120"/>
                  </a:lnTo>
                  <a:lnTo>
                    <a:pt x="3530707" y="1822120"/>
                  </a:lnTo>
                  <a:lnTo>
                    <a:pt x="3530801" y="1822120"/>
                  </a:lnTo>
                  <a:lnTo>
                    <a:pt x="3531083" y="1822120"/>
                  </a:lnTo>
                  <a:lnTo>
                    <a:pt x="3531272" y="1822120"/>
                  </a:lnTo>
                  <a:lnTo>
                    <a:pt x="3531366" y="1822120"/>
                  </a:lnTo>
                  <a:lnTo>
                    <a:pt x="3531931" y="1822120"/>
                  </a:lnTo>
                  <a:lnTo>
                    <a:pt x="3532025" y="1822120"/>
                  </a:lnTo>
                  <a:lnTo>
                    <a:pt x="3532119" y="1822120"/>
                  </a:lnTo>
                  <a:lnTo>
                    <a:pt x="3532307" y="1822120"/>
                  </a:lnTo>
                  <a:lnTo>
                    <a:pt x="3532401" y="1822120"/>
                  </a:lnTo>
                  <a:lnTo>
                    <a:pt x="3532872" y="1822120"/>
                  </a:lnTo>
                  <a:lnTo>
                    <a:pt x="3533060" y="1822120"/>
                  </a:lnTo>
                  <a:lnTo>
                    <a:pt x="3533155" y="1822120"/>
                  </a:lnTo>
                  <a:lnTo>
                    <a:pt x="3533249" y="1822120"/>
                  </a:lnTo>
                  <a:lnTo>
                    <a:pt x="3533437" y="1822120"/>
                  </a:lnTo>
                  <a:lnTo>
                    <a:pt x="3533531" y="1822120"/>
                  </a:lnTo>
                  <a:lnTo>
                    <a:pt x="3533814" y="1822120"/>
                  </a:lnTo>
                  <a:lnTo>
                    <a:pt x="3534379" y="1822120"/>
                  </a:lnTo>
                  <a:lnTo>
                    <a:pt x="3534755" y="1822120"/>
                  </a:lnTo>
                  <a:lnTo>
                    <a:pt x="3534849" y="1822120"/>
                  </a:lnTo>
                  <a:lnTo>
                    <a:pt x="3534943" y="1822120"/>
                  </a:lnTo>
                  <a:lnTo>
                    <a:pt x="3535603" y="1822120"/>
                  </a:lnTo>
                  <a:lnTo>
                    <a:pt x="3535791" y="1822120"/>
                  </a:lnTo>
                  <a:lnTo>
                    <a:pt x="3536450" y="1822120"/>
                  </a:lnTo>
                  <a:lnTo>
                    <a:pt x="3536544" y="1822120"/>
                  </a:lnTo>
                  <a:lnTo>
                    <a:pt x="3536638" y="1822120"/>
                  </a:lnTo>
                  <a:lnTo>
                    <a:pt x="3536732" y="1822120"/>
                  </a:lnTo>
                  <a:lnTo>
                    <a:pt x="3536826" y="1822120"/>
                  </a:lnTo>
                  <a:lnTo>
                    <a:pt x="3537109" y="1822120"/>
                  </a:lnTo>
                  <a:lnTo>
                    <a:pt x="3537203" y="1822120"/>
                  </a:lnTo>
                  <a:lnTo>
                    <a:pt x="3537297" y="1822120"/>
                  </a:lnTo>
                  <a:lnTo>
                    <a:pt x="3538050" y="1822120"/>
                  </a:lnTo>
                  <a:lnTo>
                    <a:pt x="3538145" y="1822120"/>
                  </a:lnTo>
                  <a:lnTo>
                    <a:pt x="3538333" y="1822120"/>
                  </a:lnTo>
                  <a:lnTo>
                    <a:pt x="3538804" y="1822120"/>
                  </a:lnTo>
                  <a:lnTo>
                    <a:pt x="3538898" y="1822120"/>
                  </a:lnTo>
                  <a:lnTo>
                    <a:pt x="3538992" y="1822120"/>
                  </a:lnTo>
                  <a:lnTo>
                    <a:pt x="3539274" y="1822120"/>
                  </a:lnTo>
                  <a:lnTo>
                    <a:pt x="3539463" y="1822120"/>
                  </a:lnTo>
                  <a:lnTo>
                    <a:pt x="3540498" y="1822120"/>
                  </a:lnTo>
                  <a:lnTo>
                    <a:pt x="3540781" y="1822120"/>
                  </a:lnTo>
                  <a:lnTo>
                    <a:pt x="3540969" y="1822120"/>
                  </a:lnTo>
                  <a:lnTo>
                    <a:pt x="3541063" y="1822120"/>
                  </a:lnTo>
                  <a:lnTo>
                    <a:pt x="3541157" y="1822120"/>
                  </a:lnTo>
                  <a:lnTo>
                    <a:pt x="3541252" y="1822120"/>
                  </a:lnTo>
                  <a:lnTo>
                    <a:pt x="3541440" y="1822120"/>
                  </a:lnTo>
                  <a:lnTo>
                    <a:pt x="3541534" y="1822120"/>
                  </a:lnTo>
                  <a:lnTo>
                    <a:pt x="3541628" y="1822120"/>
                  </a:lnTo>
                  <a:lnTo>
                    <a:pt x="3541817" y="1822120"/>
                  </a:lnTo>
                  <a:lnTo>
                    <a:pt x="3542287" y="1822120"/>
                  </a:lnTo>
                  <a:lnTo>
                    <a:pt x="3542381" y="1822120"/>
                  </a:lnTo>
                  <a:lnTo>
                    <a:pt x="3542476" y="1822120"/>
                  </a:lnTo>
                  <a:lnTo>
                    <a:pt x="3542570" y="1822120"/>
                  </a:lnTo>
                  <a:lnTo>
                    <a:pt x="3542758" y="1822120"/>
                  </a:lnTo>
                  <a:lnTo>
                    <a:pt x="3542852" y="1822120"/>
                  </a:lnTo>
                  <a:lnTo>
                    <a:pt x="3543229" y="1817208"/>
                  </a:lnTo>
                  <a:lnTo>
                    <a:pt x="3543511" y="1817208"/>
                  </a:lnTo>
                  <a:lnTo>
                    <a:pt x="3543700" y="1817208"/>
                  </a:lnTo>
                  <a:lnTo>
                    <a:pt x="3543888" y="1817208"/>
                  </a:lnTo>
                  <a:lnTo>
                    <a:pt x="3544641" y="1817208"/>
                  </a:lnTo>
                  <a:lnTo>
                    <a:pt x="3544829" y="1817208"/>
                  </a:lnTo>
                  <a:lnTo>
                    <a:pt x="3544924" y="1817208"/>
                  </a:lnTo>
                  <a:lnTo>
                    <a:pt x="3545112" y="1817208"/>
                  </a:lnTo>
                  <a:lnTo>
                    <a:pt x="3545206" y="1817208"/>
                  </a:lnTo>
                  <a:lnTo>
                    <a:pt x="3545300" y="1817208"/>
                  </a:lnTo>
                  <a:lnTo>
                    <a:pt x="3545488" y="1817208"/>
                  </a:lnTo>
                  <a:lnTo>
                    <a:pt x="3545583" y="1817208"/>
                  </a:lnTo>
                  <a:lnTo>
                    <a:pt x="3545677" y="1817208"/>
                  </a:lnTo>
                  <a:lnTo>
                    <a:pt x="3546053" y="1817208"/>
                  </a:lnTo>
                  <a:lnTo>
                    <a:pt x="3546336" y="1817208"/>
                  </a:lnTo>
                  <a:lnTo>
                    <a:pt x="3546618" y="1817208"/>
                  </a:lnTo>
                  <a:lnTo>
                    <a:pt x="3546712" y="1817208"/>
                  </a:lnTo>
                  <a:lnTo>
                    <a:pt x="3546901" y="1817208"/>
                  </a:lnTo>
                  <a:lnTo>
                    <a:pt x="3547183" y="1817208"/>
                  </a:lnTo>
                  <a:lnTo>
                    <a:pt x="3547277" y="1817208"/>
                  </a:lnTo>
                  <a:lnTo>
                    <a:pt x="3547654" y="1817208"/>
                  </a:lnTo>
                  <a:lnTo>
                    <a:pt x="3548219" y="1817208"/>
                  </a:lnTo>
                  <a:lnTo>
                    <a:pt x="3548407" y="1817208"/>
                  </a:lnTo>
                  <a:lnTo>
                    <a:pt x="3550384" y="1817208"/>
                  </a:lnTo>
                  <a:lnTo>
                    <a:pt x="3550761" y="1817208"/>
                  </a:lnTo>
                  <a:lnTo>
                    <a:pt x="3550855" y="1817208"/>
                  </a:lnTo>
                  <a:lnTo>
                    <a:pt x="3550949" y="1817208"/>
                  </a:lnTo>
                  <a:lnTo>
                    <a:pt x="3551043" y="1817208"/>
                  </a:lnTo>
                  <a:lnTo>
                    <a:pt x="3551420" y="1817208"/>
                  </a:lnTo>
                  <a:lnTo>
                    <a:pt x="3551514" y="1817208"/>
                  </a:lnTo>
                  <a:lnTo>
                    <a:pt x="3551703" y="1817208"/>
                  </a:lnTo>
                  <a:lnTo>
                    <a:pt x="3551985" y="1817208"/>
                  </a:lnTo>
                  <a:lnTo>
                    <a:pt x="3552079" y="1817208"/>
                  </a:lnTo>
                  <a:lnTo>
                    <a:pt x="3552267" y="1817208"/>
                  </a:lnTo>
                  <a:lnTo>
                    <a:pt x="3552362" y="1817208"/>
                  </a:lnTo>
                  <a:lnTo>
                    <a:pt x="3552456" y="1817208"/>
                  </a:lnTo>
                  <a:lnTo>
                    <a:pt x="3552550" y="1817208"/>
                  </a:lnTo>
                  <a:lnTo>
                    <a:pt x="3552644" y="1817208"/>
                  </a:lnTo>
                  <a:lnTo>
                    <a:pt x="3552738" y="1817208"/>
                  </a:lnTo>
                  <a:lnTo>
                    <a:pt x="3553586" y="1817208"/>
                  </a:lnTo>
                  <a:lnTo>
                    <a:pt x="3553868" y="1817208"/>
                  </a:lnTo>
                  <a:lnTo>
                    <a:pt x="3554056" y="1817208"/>
                  </a:lnTo>
                  <a:lnTo>
                    <a:pt x="3554150" y="1817208"/>
                  </a:lnTo>
                  <a:lnTo>
                    <a:pt x="3554621" y="1817208"/>
                  </a:lnTo>
                  <a:lnTo>
                    <a:pt x="3554810" y="1817208"/>
                  </a:lnTo>
                  <a:lnTo>
                    <a:pt x="3555280" y="1817208"/>
                  </a:lnTo>
                  <a:lnTo>
                    <a:pt x="3555469" y="1817208"/>
                  </a:lnTo>
                  <a:lnTo>
                    <a:pt x="3555939" y="1817208"/>
                  </a:lnTo>
                  <a:lnTo>
                    <a:pt x="3556034" y="1817208"/>
                  </a:lnTo>
                  <a:lnTo>
                    <a:pt x="3556316" y="1817208"/>
                  </a:lnTo>
                  <a:lnTo>
                    <a:pt x="3556504" y="1817208"/>
                  </a:lnTo>
                  <a:lnTo>
                    <a:pt x="3556598" y="1817208"/>
                  </a:lnTo>
                  <a:lnTo>
                    <a:pt x="3556975" y="1817208"/>
                  </a:lnTo>
                  <a:lnTo>
                    <a:pt x="3557069" y="1817208"/>
                  </a:lnTo>
                  <a:lnTo>
                    <a:pt x="3557352" y="1817208"/>
                  </a:lnTo>
                  <a:lnTo>
                    <a:pt x="3557446" y="1812297"/>
                  </a:lnTo>
                  <a:lnTo>
                    <a:pt x="3557634" y="1812297"/>
                  </a:lnTo>
                  <a:lnTo>
                    <a:pt x="3557728" y="1812297"/>
                  </a:lnTo>
                  <a:lnTo>
                    <a:pt x="3557917" y="1812297"/>
                  </a:lnTo>
                  <a:lnTo>
                    <a:pt x="3558199" y="1812297"/>
                  </a:lnTo>
                  <a:lnTo>
                    <a:pt x="3558293" y="1812297"/>
                  </a:lnTo>
                  <a:lnTo>
                    <a:pt x="3558387" y="1812297"/>
                  </a:lnTo>
                  <a:lnTo>
                    <a:pt x="3558481" y="1812297"/>
                  </a:lnTo>
                  <a:lnTo>
                    <a:pt x="3558576" y="1812297"/>
                  </a:lnTo>
                  <a:lnTo>
                    <a:pt x="3558858" y="1812297"/>
                  </a:lnTo>
                  <a:lnTo>
                    <a:pt x="3558952" y="1812297"/>
                  </a:lnTo>
                  <a:lnTo>
                    <a:pt x="3559235" y="1812297"/>
                  </a:lnTo>
                  <a:lnTo>
                    <a:pt x="3559705" y="1812297"/>
                  </a:lnTo>
                  <a:lnTo>
                    <a:pt x="3559800" y="1812297"/>
                  </a:lnTo>
                  <a:lnTo>
                    <a:pt x="3560270" y="1812297"/>
                  </a:lnTo>
                  <a:lnTo>
                    <a:pt x="3561118" y="1812297"/>
                  </a:lnTo>
                  <a:lnTo>
                    <a:pt x="3561306" y="1807385"/>
                  </a:lnTo>
                  <a:lnTo>
                    <a:pt x="3561777" y="1807385"/>
                  </a:lnTo>
                  <a:lnTo>
                    <a:pt x="3561871" y="1807385"/>
                  </a:lnTo>
                  <a:lnTo>
                    <a:pt x="3561965" y="1807385"/>
                  </a:lnTo>
                  <a:lnTo>
                    <a:pt x="3562153" y="1807385"/>
                  </a:lnTo>
                  <a:lnTo>
                    <a:pt x="3562248" y="1807385"/>
                  </a:lnTo>
                  <a:lnTo>
                    <a:pt x="3562342" y="1807385"/>
                  </a:lnTo>
                  <a:lnTo>
                    <a:pt x="3562436" y="1807385"/>
                  </a:lnTo>
                  <a:lnTo>
                    <a:pt x="3562530" y="1807385"/>
                  </a:lnTo>
                  <a:lnTo>
                    <a:pt x="3562907" y="1807385"/>
                  </a:lnTo>
                  <a:lnTo>
                    <a:pt x="3563377" y="1807385"/>
                  </a:lnTo>
                  <a:lnTo>
                    <a:pt x="3563472" y="1807385"/>
                  </a:lnTo>
                  <a:lnTo>
                    <a:pt x="3563848" y="1807385"/>
                  </a:lnTo>
                  <a:lnTo>
                    <a:pt x="3563942" y="1807385"/>
                  </a:lnTo>
                  <a:lnTo>
                    <a:pt x="3564131" y="1807385"/>
                  </a:lnTo>
                  <a:lnTo>
                    <a:pt x="3564696" y="1802474"/>
                  </a:lnTo>
                  <a:lnTo>
                    <a:pt x="3564696" y="1797563"/>
                  </a:lnTo>
                  <a:lnTo>
                    <a:pt x="3564978" y="1797563"/>
                  </a:lnTo>
                  <a:lnTo>
                    <a:pt x="3565543" y="1797563"/>
                  </a:lnTo>
                  <a:lnTo>
                    <a:pt x="3565637" y="1797563"/>
                  </a:lnTo>
                  <a:lnTo>
                    <a:pt x="3565920" y="1797563"/>
                  </a:lnTo>
                  <a:lnTo>
                    <a:pt x="3566014" y="1797563"/>
                  </a:lnTo>
                  <a:lnTo>
                    <a:pt x="3566861" y="1797563"/>
                  </a:lnTo>
                  <a:lnTo>
                    <a:pt x="3566955" y="1797563"/>
                  </a:lnTo>
                  <a:lnTo>
                    <a:pt x="3567143" y="1797563"/>
                  </a:lnTo>
                  <a:lnTo>
                    <a:pt x="3567238" y="1797563"/>
                  </a:lnTo>
                  <a:lnTo>
                    <a:pt x="3567332" y="1797563"/>
                  </a:lnTo>
                  <a:lnTo>
                    <a:pt x="3567614" y="1797563"/>
                  </a:lnTo>
                  <a:lnTo>
                    <a:pt x="3567708" y="1797563"/>
                  </a:lnTo>
                  <a:lnTo>
                    <a:pt x="3567803" y="1797563"/>
                  </a:lnTo>
                  <a:lnTo>
                    <a:pt x="3568085" y="1797563"/>
                  </a:lnTo>
                  <a:lnTo>
                    <a:pt x="3568179" y="1797563"/>
                  </a:lnTo>
                  <a:lnTo>
                    <a:pt x="3568838" y="1797563"/>
                  </a:lnTo>
                  <a:lnTo>
                    <a:pt x="3568932" y="1797563"/>
                  </a:lnTo>
                  <a:lnTo>
                    <a:pt x="3569027" y="1797563"/>
                  </a:lnTo>
                  <a:lnTo>
                    <a:pt x="3569968" y="1792651"/>
                  </a:lnTo>
                  <a:lnTo>
                    <a:pt x="3570062" y="1792651"/>
                  </a:lnTo>
                  <a:lnTo>
                    <a:pt x="3570251" y="1792651"/>
                  </a:lnTo>
                  <a:lnTo>
                    <a:pt x="3570627" y="1792651"/>
                  </a:lnTo>
                  <a:lnTo>
                    <a:pt x="3570721" y="1792651"/>
                  </a:lnTo>
                  <a:lnTo>
                    <a:pt x="3571004" y="1792651"/>
                  </a:lnTo>
                  <a:lnTo>
                    <a:pt x="3571192" y="1792651"/>
                  </a:lnTo>
                  <a:lnTo>
                    <a:pt x="3571286" y="1792651"/>
                  </a:lnTo>
                  <a:lnTo>
                    <a:pt x="3571380" y="1792651"/>
                  </a:lnTo>
                  <a:lnTo>
                    <a:pt x="3571474" y="1792651"/>
                  </a:lnTo>
                  <a:lnTo>
                    <a:pt x="3571569" y="1792651"/>
                  </a:lnTo>
                  <a:lnTo>
                    <a:pt x="3571663" y="1792651"/>
                  </a:lnTo>
                  <a:lnTo>
                    <a:pt x="3571757" y="1792651"/>
                  </a:lnTo>
                  <a:lnTo>
                    <a:pt x="3572228" y="1792651"/>
                  </a:lnTo>
                  <a:lnTo>
                    <a:pt x="3572416" y="1792651"/>
                  </a:lnTo>
                  <a:lnTo>
                    <a:pt x="3572604" y="1792651"/>
                  </a:lnTo>
                  <a:lnTo>
                    <a:pt x="3572698" y="1792651"/>
                  </a:lnTo>
                  <a:lnTo>
                    <a:pt x="3572793" y="1792651"/>
                  </a:lnTo>
                  <a:lnTo>
                    <a:pt x="3572981" y="1792651"/>
                  </a:lnTo>
                  <a:lnTo>
                    <a:pt x="3573075" y="1792651"/>
                  </a:lnTo>
                  <a:lnTo>
                    <a:pt x="3573546" y="1792651"/>
                  </a:lnTo>
                  <a:lnTo>
                    <a:pt x="3575241" y="1792651"/>
                  </a:lnTo>
                  <a:lnTo>
                    <a:pt x="3575429" y="1792651"/>
                  </a:lnTo>
                  <a:lnTo>
                    <a:pt x="3575523" y="1792651"/>
                  </a:lnTo>
                  <a:lnTo>
                    <a:pt x="3575617" y="1792651"/>
                  </a:lnTo>
                  <a:lnTo>
                    <a:pt x="3575711" y="1792651"/>
                  </a:lnTo>
                  <a:lnTo>
                    <a:pt x="3575805" y="1792651"/>
                  </a:lnTo>
                  <a:lnTo>
                    <a:pt x="3575900" y="1792651"/>
                  </a:lnTo>
                  <a:lnTo>
                    <a:pt x="3576088" y="1792651"/>
                  </a:lnTo>
                  <a:lnTo>
                    <a:pt x="3576276" y="1792651"/>
                  </a:lnTo>
                  <a:lnTo>
                    <a:pt x="3576370" y="1792651"/>
                  </a:lnTo>
                  <a:lnTo>
                    <a:pt x="3576747" y="1792651"/>
                  </a:lnTo>
                  <a:lnTo>
                    <a:pt x="3576841" y="1792651"/>
                  </a:lnTo>
                  <a:lnTo>
                    <a:pt x="3576935" y="1792651"/>
                  </a:lnTo>
                  <a:lnTo>
                    <a:pt x="3577218" y="1792651"/>
                  </a:lnTo>
                  <a:lnTo>
                    <a:pt x="3577877" y="1792651"/>
                  </a:lnTo>
                  <a:lnTo>
                    <a:pt x="3578442" y="1792651"/>
                  </a:lnTo>
                  <a:lnTo>
                    <a:pt x="3578536" y="1792651"/>
                  </a:lnTo>
                  <a:lnTo>
                    <a:pt x="3578724" y="1792651"/>
                  </a:lnTo>
                  <a:lnTo>
                    <a:pt x="3578913" y="1792651"/>
                  </a:lnTo>
                  <a:lnTo>
                    <a:pt x="3579007" y="1792651"/>
                  </a:lnTo>
                  <a:lnTo>
                    <a:pt x="3579289" y="1792651"/>
                  </a:lnTo>
                  <a:lnTo>
                    <a:pt x="3579383" y="1792651"/>
                  </a:lnTo>
                  <a:lnTo>
                    <a:pt x="3579854" y="1787740"/>
                  </a:lnTo>
                  <a:lnTo>
                    <a:pt x="3580136" y="1787740"/>
                  </a:lnTo>
                  <a:lnTo>
                    <a:pt x="3580607" y="1787740"/>
                  </a:lnTo>
                  <a:lnTo>
                    <a:pt x="3581078" y="1787740"/>
                  </a:lnTo>
                  <a:lnTo>
                    <a:pt x="3581549" y="1787740"/>
                  </a:lnTo>
                  <a:lnTo>
                    <a:pt x="3581643" y="1787740"/>
                  </a:lnTo>
                  <a:lnTo>
                    <a:pt x="3581737" y="1787740"/>
                  </a:lnTo>
                  <a:lnTo>
                    <a:pt x="3581737" y="1782829"/>
                  </a:lnTo>
                  <a:lnTo>
                    <a:pt x="3581831" y="1782829"/>
                  </a:lnTo>
                  <a:lnTo>
                    <a:pt x="3582396" y="1782829"/>
                  </a:lnTo>
                  <a:lnTo>
                    <a:pt x="3582773" y="1782829"/>
                  </a:lnTo>
                  <a:lnTo>
                    <a:pt x="3582867" y="1782829"/>
                  </a:lnTo>
                  <a:lnTo>
                    <a:pt x="3582961" y="1782829"/>
                  </a:lnTo>
                  <a:lnTo>
                    <a:pt x="3583055" y="1782829"/>
                  </a:lnTo>
                  <a:lnTo>
                    <a:pt x="3583338" y="1782829"/>
                  </a:lnTo>
                  <a:lnTo>
                    <a:pt x="3583808" y="1782829"/>
                  </a:lnTo>
                  <a:lnTo>
                    <a:pt x="3583997" y="1782829"/>
                  </a:lnTo>
                  <a:lnTo>
                    <a:pt x="3584279" y="1782829"/>
                  </a:lnTo>
                  <a:lnTo>
                    <a:pt x="3584373" y="1782829"/>
                  </a:lnTo>
                  <a:lnTo>
                    <a:pt x="3584656" y="1782829"/>
                  </a:lnTo>
                  <a:lnTo>
                    <a:pt x="3584844" y="1782829"/>
                  </a:lnTo>
                  <a:lnTo>
                    <a:pt x="3584938" y="1782829"/>
                  </a:lnTo>
                  <a:lnTo>
                    <a:pt x="3585597" y="1782829"/>
                  </a:lnTo>
                  <a:lnTo>
                    <a:pt x="3585880" y="1782829"/>
                  </a:lnTo>
                  <a:lnTo>
                    <a:pt x="3585974" y="1782829"/>
                  </a:lnTo>
                  <a:lnTo>
                    <a:pt x="3586068" y="1782829"/>
                  </a:lnTo>
                  <a:lnTo>
                    <a:pt x="3586162" y="1782829"/>
                  </a:lnTo>
                  <a:lnTo>
                    <a:pt x="3586539" y="1782829"/>
                  </a:lnTo>
                  <a:lnTo>
                    <a:pt x="3586633" y="1782829"/>
                  </a:lnTo>
                  <a:lnTo>
                    <a:pt x="3586727" y="1782829"/>
                  </a:lnTo>
                  <a:lnTo>
                    <a:pt x="3587857" y="1773006"/>
                  </a:lnTo>
                  <a:lnTo>
                    <a:pt x="3588045" y="1773006"/>
                  </a:lnTo>
                  <a:lnTo>
                    <a:pt x="3588139" y="1773006"/>
                  </a:lnTo>
                  <a:lnTo>
                    <a:pt x="3588422" y="1768094"/>
                  </a:lnTo>
                  <a:lnTo>
                    <a:pt x="3588610" y="1768094"/>
                  </a:lnTo>
                  <a:lnTo>
                    <a:pt x="3588704" y="1768094"/>
                  </a:lnTo>
                  <a:lnTo>
                    <a:pt x="3588798" y="1768094"/>
                  </a:lnTo>
                  <a:lnTo>
                    <a:pt x="3589458" y="1768094"/>
                  </a:lnTo>
                  <a:lnTo>
                    <a:pt x="3589552" y="1768094"/>
                  </a:lnTo>
                  <a:lnTo>
                    <a:pt x="3589646" y="1768094"/>
                  </a:lnTo>
                  <a:lnTo>
                    <a:pt x="3589740" y="1768094"/>
                  </a:lnTo>
                  <a:lnTo>
                    <a:pt x="3589834" y="1768094"/>
                  </a:lnTo>
                  <a:lnTo>
                    <a:pt x="3590022" y="1768094"/>
                  </a:lnTo>
                  <a:lnTo>
                    <a:pt x="3590305" y="1768094"/>
                  </a:lnTo>
                  <a:lnTo>
                    <a:pt x="3590493" y="1768094"/>
                  </a:lnTo>
                  <a:lnTo>
                    <a:pt x="3591152" y="1768094"/>
                  </a:lnTo>
                  <a:lnTo>
                    <a:pt x="3591623" y="1768094"/>
                  </a:lnTo>
                  <a:lnTo>
                    <a:pt x="3591811" y="1768094"/>
                  </a:lnTo>
                  <a:lnTo>
                    <a:pt x="3591811" y="1763183"/>
                  </a:lnTo>
                  <a:lnTo>
                    <a:pt x="3591906" y="1763183"/>
                  </a:lnTo>
                  <a:lnTo>
                    <a:pt x="3592000" y="1763183"/>
                  </a:lnTo>
                  <a:lnTo>
                    <a:pt x="3592282" y="1763183"/>
                  </a:lnTo>
                  <a:lnTo>
                    <a:pt x="3592470" y="1763183"/>
                  </a:lnTo>
                  <a:lnTo>
                    <a:pt x="3592470" y="1758272"/>
                  </a:lnTo>
                  <a:lnTo>
                    <a:pt x="3593129" y="1758272"/>
                  </a:lnTo>
                  <a:lnTo>
                    <a:pt x="3593224" y="1758272"/>
                  </a:lnTo>
                  <a:lnTo>
                    <a:pt x="3593412" y="1758272"/>
                  </a:lnTo>
                  <a:lnTo>
                    <a:pt x="3593694" y="1758272"/>
                  </a:lnTo>
                  <a:lnTo>
                    <a:pt x="3593789" y="1758272"/>
                  </a:lnTo>
                  <a:lnTo>
                    <a:pt x="3594918" y="1758272"/>
                  </a:lnTo>
                  <a:lnTo>
                    <a:pt x="3595389" y="1758272"/>
                  </a:lnTo>
                  <a:lnTo>
                    <a:pt x="3595483" y="1758272"/>
                  </a:lnTo>
                  <a:lnTo>
                    <a:pt x="3596142" y="1758272"/>
                  </a:lnTo>
                  <a:lnTo>
                    <a:pt x="3596519" y="1758272"/>
                  </a:lnTo>
                  <a:lnTo>
                    <a:pt x="3596613" y="1758272"/>
                  </a:lnTo>
                  <a:lnTo>
                    <a:pt x="3597366" y="1758272"/>
                  </a:lnTo>
                  <a:lnTo>
                    <a:pt x="3597555" y="1758272"/>
                  </a:lnTo>
                  <a:lnTo>
                    <a:pt x="3598120" y="1758272"/>
                  </a:lnTo>
                  <a:lnTo>
                    <a:pt x="3598402" y="1758272"/>
                  </a:lnTo>
                  <a:lnTo>
                    <a:pt x="3598590" y="1753360"/>
                  </a:lnTo>
                  <a:lnTo>
                    <a:pt x="3598967" y="1753360"/>
                  </a:lnTo>
                  <a:lnTo>
                    <a:pt x="3599061" y="1753360"/>
                  </a:lnTo>
                  <a:lnTo>
                    <a:pt x="3599155" y="1753360"/>
                  </a:lnTo>
                  <a:lnTo>
                    <a:pt x="3599344" y="1753360"/>
                  </a:lnTo>
                  <a:lnTo>
                    <a:pt x="3600097" y="1753360"/>
                  </a:lnTo>
                  <a:lnTo>
                    <a:pt x="3600568" y="1753360"/>
                  </a:lnTo>
                  <a:lnTo>
                    <a:pt x="3600850" y="1753360"/>
                  </a:lnTo>
                  <a:lnTo>
                    <a:pt x="3601038" y="1753360"/>
                  </a:lnTo>
                  <a:lnTo>
                    <a:pt x="3601415" y="1753360"/>
                  </a:lnTo>
                  <a:lnTo>
                    <a:pt x="3601791" y="1753360"/>
                  </a:lnTo>
                  <a:lnTo>
                    <a:pt x="3601886" y="1753360"/>
                  </a:lnTo>
                  <a:lnTo>
                    <a:pt x="3602262" y="1748449"/>
                  </a:lnTo>
                  <a:lnTo>
                    <a:pt x="3602639" y="1748449"/>
                  </a:lnTo>
                  <a:lnTo>
                    <a:pt x="3602733" y="1748449"/>
                  </a:lnTo>
                  <a:lnTo>
                    <a:pt x="3602827" y="1748449"/>
                  </a:lnTo>
                  <a:lnTo>
                    <a:pt x="3603015" y="1748449"/>
                  </a:lnTo>
                  <a:lnTo>
                    <a:pt x="3603392" y="1748449"/>
                  </a:lnTo>
                  <a:lnTo>
                    <a:pt x="3603580" y="1748449"/>
                  </a:lnTo>
                  <a:lnTo>
                    <a:pt x="3603675" y="1748449"/>
                  </a:lnTo>
                  <a:lnTo>
                    <a:pt x="3603769" y="1748449"/>
                  </a:lnTo>
                  <a:lnTo>
                    <a:pt x="3603863" y="1748449"/>
                  </a:lnTo>
                  <a:lnTo>
                    <a:pt x="3604239" y="1748449"/>
                  </a:lnTo>
                  <a:lnTo>
                    <a:pt x="3604428" y="1748449"/>
                  </a:lnTo>
                  <a:lnTo>
                    <a:pt x="3604522" y="1748449"/>
                  </a:lnTo>
                  <a:lnTo>
                    <a:pt x="3606405" y="1748449"/>
                  </a:lnTo>
                  <a:lnTo>
                    <a:pt x="3606499" y="1748449"/>
                  </a:lnTo>
                  <a:lnTo>
                    <a:pt x="3606687" y="1748449"/>
                  </a:lnTo>
                  <a:lnTo>
                    <a:pt x="3606970" y="1748449"/>
                  </a:lnTo>
                  <a:lnTo>
                    <a:pt x="3607158" y="1748449"/>
                  </a:lnTo>
                  <a:lnTo>
                    <a:pt x="3607629" y="1748449"/>
                  </a:lnTo>
                  <a:lnTo>
                    <a:pt x="3607723" y="1748449"/>
                  </a:lnTo>
                  <a:lnTo>
                    <a:pt x="3607817" y="1748449"/>
                  </a:lnTo>
                  <a:lnTo>
                    <a:pt x="3608006" y="1748449"/>
                  </a:lnTo>
                  <a:lnTo>
                    <a:pt x="3608100" y="1748449"/>
                  </a:lnTo>
                  <a:lnTo>
                    <a:pt x="3608288" y="1748449"/>
                  </a:lnTo>
                  <a:lnTo>
                    <a:pt x="3608570" y="1748449"/>
                  </a:lnTo>
                  <a:lnTo>
                    <a:pt x="3608665" y="1748449"/>
                  </a:lnTo>
                  <a:lnTo>
                    <a:pt x="3608759" y="1748449"/>
                  </a:lnTo>
                  <a:lnTo>
                    <a:pt x="3609041" y="1748449"/>
                  </a:lnTo>
                  <a:lnTo>
                    <a:pt x="3609135" y="1748449"/>
                  </a:lnTo>
                  <a:lnTo>
                    <a:pt x="3609230" y="1748449"/>
                  </a:lnTo>
                  <a:lnTo>
                    <a:pt x="3609794" y="1748449"/>
                  </a:lnTo>
                  <a:lnTo>
                    <a:pt x="3610077" y="1748449"/>
                  </a:lnTo>
                  <a:lnTo>
                    <a:pt x="3610359" y="1748449"/>
                  </a:lnTo>
                  <a:lnTo>
                    <a:pt x="3610453" y="1748449"/>
                  </a:lnTo>
                  <a:lnTo>
                    <a:pt x="3610548" y="1748449"/>
                  </a:lnTo>
                  <a:lnTo>
                    <a:pt x="3610642" y="1748449"/>
                  </a:lnTo>
                  <a:lnTo>
                    <a:pt x="3611113" y="1748449"/>
                  </a:lnTo>
                  <a:lnTo>
                    <a:pt x="3611489" y="1748449"/>
                  </a:lnTo>
                  <a:lnTo>
                    <a:pt x="3611583" y="1748449"/>
                  </a:lnTo>
                  <a:lnTo>
                    <a:pt x="3611772" y="1748449"/>
                  </a:lnTo>
                  <a:lnTo>
                    <a:pt x="3611866" y="1748449"/>
                  </a:lnTo>
                  <a:lnTo>
                    <a:pt x="3612054" y="1748449"/>
                  </a:lnTo>
                  <a:lnTo>
                    <a:pt x="3612337" y="1748449"/>
                  </a:lnTo>
                  <a:lnTo>
                    <a:pt x="3612525" y="1748449"/>
                  </a:lnTo>
                  <a:lnTo>
                    <a:pt x="3612996" y="1748449"/>
                  </a:lnTo>
                  <a:lnTo>
                    <a:pt x="3613184" y="1748449"/>
                  </a:lnTo>
                  <a:lnTo>
                    <a:pt x="3613372" y="1748449"/>
                  </a:lnTo>
                  <a:lnTo>
                    <a:pt x="3613655" y="1748449"/>
                  </a:lnTo>
                  <a:lnTo>
                    <a:pt x="3613843" y="1748449"/>
                  </a:lnTo>
                  <a:lnTo>
                    <a:pt x="3613937" y="1748449"/>
                  </a:lnTo>
                  <a:lnTo>
                    <a:pt x="3614125" y="1748449"/>
                  </a:lnTo>
                  <a:lnTo>
                    <a:pt x="3615161" y="1748449"/>
                  </a:lnTo>
                  <a:lnTo>
                    <a:pt x="3615255" y="1743538"/>
                  </a:lnTo>
                  <a:lnTo>
                    <a:pt x="3615632" y="1743538"/>
                  </a:lnTo>
                  <a:lnTo>
                    <a:pt x="3616573" y="1743538"/>
                  </a:lnTo>
                  <a:lnTo>
                    <a:pt x="3616762" y="1743538"/>
                  </a:lnTo>
                  <a:lnTo>
                    <a:pt x="3616856" y="1743538"/>
                  </a:lnTo>
                  <a:lnTo>
                    <a:pt x="3617138" y="1743538"/>
                  </a:lnTo>
                  <a:lnTo>
                    <a:pt x="3617515" y="1743538"/>
                  </a:lnTo>
                  <a:lnTo>
                    <a:pt x="3617609" y="1743538"/>
                  </a:lnTo>
                  <a:lnTo>
                    <a:pt x="3617703" y="1743538"/>
                  </a:lnTo>
                  <a:lnTo>
                    <a:pt x="3617986" y="1738626"/>
                  </a:lnTo>
                  <a:lnTo>
                    <a:pt x="3618080" y="1738626"/>
                  </a:lnTo>
                  <a:lnTo>
                    <a:pt x="3618174" y="1738626"/>
                  </a:lnTo>
                  <a:lnTo>
                    <a:pt x="3618268" y="1738626"/>
                  </a:lnTo>
                  <a:lnTo>
                    <a:pt x="3618362" y="1738626"/>
                  </a:lnTo>
                  <a:lnTo>
                    <a:pt x="3618456" y="1738626"/>
                  </a:lnTo>
                  <a:lnTo>
                    <a:pt x="3618833" y="1738626"/>
                  </a:lnTo>
                  <a:lnTo>
                    <a:pt x="3619021" y="1738626"/>
                  </a:lnTo>
                  <a:lnTo>
                    <a:pt x="3619398" y="1738626"/>
                  </a:lnTo>
                  <a:lnTo>
                    <a:pt x="3619586" y="1738626"/>
                  </a:lnTo>
                  <a:lnTo>
                    <a:pt x="3619869" y="1738626"/>
                  </a:lnTo>
                  <a:lnTo>
                    <a:pt x="3619963" y="1738626"/>
                  </a:lnTo>
                  <a:lnTo>
                    <a:pt x="3620057" y="1738626"/>
                  </a:lnTo>
                  <a:lnTo>
                    <a:pt x="3620339" y="1738626"/>
                  </a:lnTo>
                  <a:lnTo>
                    <a:pt x="3620434" y="1738626"/>
                  </a:lnTo>
                  <a:lnTo>
                    <a:pt x="3620622" y="1738626"/>
                  </a:lnTo>
                  <a:lnTo>
                    <a:pt x="3620716" y="1738626"/>
                  </a:lnTo>
                  <a:lnTo>
                    <a:pt x="3620999" y="1738626"/>
                  </a:lnTo>
                  <a:lnTo>
                    <a:pt x="3621093" y="1738626"/>
                  </a:lnTo>
                  <a:lnTo>
                    <a:pt x="3621469" y="1733715"/>
                  </a:lnTo>
                  <a:lnTo>
                    <a:pt x="3621563" y="1733715"/>
                  </a:lnTo>
                  <a:lnTo>
                    <a:pt x="3621658" y="1733715"/>
                  </a:lnTo>
                  <a:lnTo>
                    <a:pt x="3622317" y="1733715"/>
                  </a:lnTo>
                  <a:lnTo>
                    <a:pt x="3622882" y="1733715"/>
                  </a:lnTo>
                  <a:lnTo>
                    <a:pt x="3623164" y="1733715"/>
                  </a:lnTo>
                  <a:lnTo>
                    <a:pt x="3623352" y="1733715"/>
                  </a:lnTo>
                  <a:lnTo>
                    <a:pt x="3623446" y="1733715"/>
                  </a:lnTo>
                  <a:lnTo>
                    <a:pt x="3623823" y="1733715"/>
                  </a:lnTo>
                  <a:lnTo>
                    <a:pt x="3623917" y="1728803"/>
                  </a:lnTo>
                  <a:lnTo>
                    <a:pt x="3624294" y="1728803"/>
                  </a:lnTo>
                  <a:lnTo>
                    <a:pt x="3624859" y="1728803"/>
                  </a:lnTo>
                  <a:lnTo>
                    <a:pt x="3625894" y="1728803"/>
                  </a:lnTo>
                  <a:lnTo>
                    <a:pt x="3626083" y="1728803"/>
                  </a:lnTo>
                  <a:lnTo>
                    <a:pt x="3626271" y="1728803"/>
                  </a:lnTo>
                  <a:lnTo>
                    <a:pt x="3626554" y="1728803"/>
                  </a:lnTo>
                  <a:lnTo>
                    <a:pt x="3626648" y="1728803"/>
                  </a:lnTo>
                  <a:lnTo>
                    <a:pt x="3626836" y="1728803"/>
                  </a:lnTo>
                  <a:lnTo>
                    <a:pt x="3627024" y="1728803"/>
                  </a:lnTo>
                  <a:lnTo>
                    <a:pt x="3627118" y="1728803"/>
                  </a:lnTo>
                  <a:lnTo>
                    <a:pt x="3627307" y="1728803"/>
                  </a:lnTo>
                  <a:lnTo>
                    <a:pt x="3627589" y="1728803"/>
                  </a:lnTo>
                  <a:lnTo>
                    <a:pt x="3627872" y="1728803"/>
                  </a:lnTo>
                  <a:lnTo>
                    <a:pt x="3628248" y="1728803"/>
                  </a:lnTo>
                  <a:lnTo>
                    <a:pt x="3628342" y="1728803"/>
                  </a:lnTo>
                  <a:lnTo>
                    <a:pt x="3628437" y="1728803"/>
                  </a:lnTo>
                  <a:lnTo>
                    <a:pt x="3628625" y="1728803"/>
                  </a:lnTo>
                  <a:lnTo>
                    <a:pt x="3628719" y="1728803"/>
                  </a:lnTo>
                  <a:lnTo>
                    <a:pt x="3628907" y="1728803"/>
                  </a:lnTo>
                  <a:lnTo>
                    <a:pt x="3629190" y="1728803"/>
                  </a:lnTo>
                  <a:lnTo>
                    <a:pt x="3629755" y="1728803"/>
                  </a:lnTo>
                  <a:lnTo>
                    <a:pt x="3629943" y="1728803"/>
                  </a:lnTo>
                  <a:lnTo>
                    <a:pt x="3630131" y="1728803"/>
                  </a:lnTo>
                  <a:lnTo>
                    <a:pt x="3630696" y="1728803"/>
                  </a:lnTo>
                  <a:lnTo>
                    <a:pt x="3630790" y="1728803"/>
                  </a:lnTo>
                  <a:lnTo>
                    <a:pt x="3631261" y="1728803"/>
                  </a:lnTo>
                  <a:lnTo>
                    <a:pt x="3631355" y="1728803"/>
                  </a:lnTo>
                  <a:lnTo>
                    <a:pt x="3631449" y="1728803"/>
                  </a:lnTo>
                  <a:lnTo>
                    <a:pt x="3631544" y="1728803"/>
                  </a:lnTo>
                  <a:lnTo>
                    <a:pt x="3631638" y="1728803"/>
                  </a:lnTo>
                  <a:lnTo>
                    <a:pt x="3631826" y="1728803"/>
                  </a:lnTo>
                  <a:lnTo>
                    <a:pt x="3632108" y="1728803"/>
                  </a:lnTo>
                  <a:lnTo>
                    <a:pt x="3632203" y="1728803"/>
                  </a:lnTo>
                  <a:lnTo>
                    <a:pt x="3632768" y="1728803"/>
                  </a:lnTo>
                  <a:lnTo>
                    <a:pt x="3632956" y="1728803"/>
                  </a:lnTo>
                  <a:lnTo>
                    <a:pt x="3633332" y="1728803"/>
                  </a:lnTo>
                  <a:lnTo>
                    <a:pt x="3633521" y="1728803"/>
                  </a:lnTo>
                  <a:lnTo>
                    <a:pt x="3633897" y="1728803"/>
                  </a:lnTo>
                  <a:lnTo>
                    <a:pt x="3634462" y="1728803"/>
                  </a:lnTo>
                  <a:lnTo>
                    <a:pt x="3635216" y="1723892"/>
                  </a:lnTo>
                  <a:lnTo>
                    <a:pt x="3635404" y="1723892"/>
                  </a:lnTo>
                  <a:lnTo>
                    <a:pt x="3636157" y="1723892"/>
                  </a:lnTo>
                  <a:lnTo>
                    <a:pt x="3636251" y="1723892"/>
                  </a:lnTo>
                  <a:lnTo>
                    <a:pt x="3636439" y="1723892"/>
                  </a:lnTo>
                  <a:lnTo>
                    <a:pt x="3636816" y="1723892"/>
                  </a:lnTo>
                  <a:lnTo>
                    <a:pt x="3636910" y="1723892"/>
                  </a:lnTo>
                  <a:lnTo>
                    <a:pt x="3637004" y="1723892"/>
                  </a:lnTo>
                  <a:lnTo>
                    <a:pt x="3637475" y="1723892"/>
                  </a:lnTo>
                  <a:lnTo>
                    <a:pt x="3637569" y="1723892"/>
                  </a:lnTo>
                  <a:lnTo>
                    <a:pt x="3637852" y="1723892"/>
                  </a:lnTo>
                  <a:lnTo>
                    <a:pt x="3637946" y="1723892"/>
                  </a:lnTo>
                  <a:lnTo>
                    <a:pt x="3638228" y="1723892"/>
                  </a:lnTo>
                  <a:lnTo>
                    <a:pt x="3638323" y="1723892"/>
                  </a:lnTo>
                  <a:lnTo>
                    <a:pt x="3638511" y="1723892"/>
                  </a:lnTo>
                  <a:lnTo>
                    <a:pt x="3638699" y="1723892"/>
                  </a:lnTo>
                  <a:lnTo>
                    <a:pt x="3638887" y="1723892"/>
                  </a:lnTo>
                  <a:lnTo>
                    <a:pt x="3638982" y="1723892"/>
                  </a:lnTo>
                  <a:lnTo>
                    <a:pt x="3639076" y="1723892"/>
                  </a:lnTo>
                  <a:lnTo>
                    <a:pt x="3639170" y="1723892"/>
                  </a:lnTo>
                  <a:lnTo>
                    <a:pt x="3639358" y="1723892"/>
                  </a:lnTo>
                  <a:lnTo>
                    <a:pt x="3639735" y="1723892"/>
                  </a:lnTo>
                  <a:lnTo>
                    <a:pt x="3640206" y="1723892"/>
                  </a:lnTo>
                  <a:lnTo>
                    <a:pt x="3640394" y="1718981"/>
                  </a:lnTo>
                  <a:lnTo>
                    <a:pt x="3640394" y="1714069"/>
                  </a:lnTo>
                  <a:lnTo>
                    <a:pt x="3640582" y="1714069"/>
                  </a:lnTo>
                  <a:lnTo>
                    <a:pt x="3640676" y="1714069"/>
                  </a:lnTo>
                  <a:lnTo>
                    <a:pt x="3641053" y="1714069"/>
                  </a:lnTo>
                  <a:lnTo>
                    <a:pt x="3641618" y="1714069"/>
                  </a:lnTo>
                  <a:lnTo>
                    <a:pt x="3641994" y="1714069"/>
                  </a:lnTo>
                  <a:lnTo>
                    <a:pt x="3642089" y="1714069"/>
                  </a:lnTo>
                  <a:lnTo>
                    <a:pt x="3642936" y="1714069"/>
                  </a:lnTo>
                  <a:lnTo>
                    <a:pt x="3643595" y="1714069"/>
                  </a:lnTo>
                  <a:lnTo>
                    <a:pt x="3643689" y="1714069"/>
                  </a:lnTo>
                  <a:lnTo>
                    <a:pt x="3643783" y="1714069"/>
                  </a:lnTo>
                  <a:lnTo>
                    <a:pt x="3644631" y="1709158"/>
                  </a:lnTo>
                  <a:lnTo>
                    <a:pt x="3644725" y="1709158"/>
                  </a:lnTo>
                  <a:lnTo>
                    <a:pt x="3644913" y="1709158"/>
                  </a:lnTo>
                  <a:lnTo>
                    <a:pt x="3645101" y="1709158"/>
                  </a:lnTo>
                  <a:lnTo>
                    <a:pt x="3645196" y="1709158"/>
                  </a:lnTo>
                  <a:lnTo>
                    <a:pt x="3645290" y="1709158"/>
                  </a:lnTo>
                  <a:lnTo>
                    <a:pt x="3645384" y="1709158"/>
                  </a:lnTo>
                  <a:lnTo>
                    <a:pt x="3645572" y="1709158"/>
                  </a:lnTo>
                  <a:lnTo>
                    <a:pt x="3645761" y="1709158"/>
                  </a:lnTo>
                  <a:lnTo>
                    <a:pt x="3646043" y="1709158"/>
                  </a:lnTo>
                  <a:lnTo>
                    <a:pt x="3646137" y="1709158"/>
                  </a:lnTo>
                  <a:lnTo>
                    <a:pt x="3646231" y="1709158"/>
                  </a:lnTo>
                  <a:lnTo>
                    <a:pt x="3646325" y="1709158"/>
                  </a:lnTo>
                  <a:lnTo>
                    <a:pt x="3646420" y="1709158"/>
                  </a:lnTo>
                  <a:lnTo>
                    <a:pt x="3646514" y="1709158"/>
                  </a:lnTo>
                  <a:lnTo>
                    <a:pt x="3649338" y="1709158"/>
                  </a:lnTo>
                  <a:lnTo>
                    <a:pt x="3649433" y="1709158"/>
                  </a:lnTo>
                  <a:lnTo>
                    <a:pt x="3649809" y="1709158"/>
                  </a:lnTo>
                  <a:lnTo>
                    <a:pt x="3649903" y="1709158"/>
                  </a:lnTo>
                  <a:lnTo>
                    <a:pt x="3649997" y="1709158"/>
                  </a:lnTo>
                  <a:lnTo>
                    <a:pt x="3650092" y="1709158"/>
                  </a:lnTo>
                  <a:lnTo>
                    <a:pt x="3650656" y="1709158"/>
                  </a:lnTo>
                  <a:lnTo>
                    <a:pt x="3650751" y="1709158"/>
                  </a:lnTo>
                  <a:lnTo>
                    <a:pt x="3651033" y="1709158"/>
                  </a:lnTo>
                  <a:lnTo>
                    <a:pt x="3651410" y="1709158"/>
                  </a:lnTo>
                  <a:lnTo>
                    <a:pt x="3651598" y="1709158"/>
                  </a:lnTo>
                  <a:lnTo>
                    <a:pt x="3651786" y="1709158"/>
                  </a:lnTo>
                  <a:lnTo>
                    <a:pt x="3652069" y="1709158"/>
                  </a:lnTo>
                  <a:lnTo>
                    <a:pt x="3652540" y="1709158"/>
                  </a:lnTo>
                  <a:lnTo>
                    <a:pt x="3652728" y="1709158"/>
                  </a:lnTo>
                  <a:lnTo>
                    <a:pt x="3652822" y="1709158"/>
                  </a:lnTo>
                  <a:lnTo>
                    <a:pt x="3652916" y="1709158"/>
                  </a:lnTo>
                  <a:lnTo>
                    <a:pt x="3653199" y="1709158"/>
                  </a:lnTo>
                  <a:lnTo>
                    <a:pt x="3653293" y="1709158"/>
                  </a:lnTo>
                  <a:lnTo>
                    <a:pt x="3653669" y="1709158"/>
                  </a:lnTo>
                  <a:lnTo>
                    <a:pt x="3653764" y="1709158"/>
                  </a:lnTo>
                  <a:lnTo>
                    <a:pt x="3653858" y="1709158"/>
                  </a:lnTo>
                  <a:lnTo>
                    <a:pt x="3654517" y="1709158"/>
                  </a:lnTo>
                  <a:lnTo>
                    <a:pt x="3654893" y="1709158"/>
                  </a:lnTo>
                  <a:lnTo>
                    <a:pt x="3655270" y="1709158"/>
                  </a:lnTo>
                  <a:lnTo>
                    <a:pt x="3656023" y="1704247"/>
                  </a:lnTo>
                  <a:lnTo>
                    <a:pt x="3656117" y="1704247"/>
                  </a:lnTo>
                  <a:lnTo>
                    <a:pt x="3656306" y="1704247"/>
                  </a:lnTo>
                  <a:lnTo>
                    <a:pt x="3656776" y="1704247"/>
                  </a:lnTo>
                  <a:lnTo>
                    <a:pt x="3657059" y="1704247"/>
                  </a:lnTo>
                  <a:lnTo>
                    <a:pt x="3657153" y="1704247"/>
                  </a:lnTo>
                  <a:lnTo>
                    <a:pt x="3657341" y="1704247"/>
                  </a:lnTo>
                  <a:lnTo>
                    <a:pt x="3657624" y="1704247"/>
                  </a:lnTo>
                  <a:lnTo>
                    <a:pt x="3657718" y="1704247"/>
                  </a:lnTo>
                  <a:lnTo>
                    <a:pt x="3658377" y="1704247"/>
                  </a:lnTo>
                  <a:lnTo>
                    <a:pt x="3658565" y="1704247"/>
                  </a:lnTo>
                  <a:lnTo>
                    <a:pt x="3658754" y="1704247"/>
                  </a:lnTo>
                  <a:lnTo>
                    <a:pt x="3658848" y="1704247"/>
                  </a:lnTo>
                  <a:lnTo>
                    <a:pt x="3659036" y="1704247"/>
                  </a:lnTo>
                  <a:lnTo>
                    <a:pt x="3659413" y="1704247"/>
                  </a:lnTo>
                  <a:lnTo>
                    <a:pt x="3659507" y="1704247"/>
                  </a:lnTo>
                  <a:lnTo>
                    <a:pt x="3659695" y="1704247"/>
                  </a:lnTo>
                  <a:lnTo>
                    <a:pt x="3659789" y="1704247"/>
                  </a:lnTo>
                  <a:lnTo>
                    <a:pt x="3659978" y="1704247"/>
                  </a:lnTo>
                  <a:lnTo>
                    <a:pt x="3660260" y="1704247"/>
                  </a:lnTo>
                  <a:lnTo>
                    <a:pt x="3660637" y="1704247"/>
                  </a:lnTo>
                  <a:lnTo>
                    <a:pt x="3660731" y="1704247"/>
                  </a:lnTo>
                  <a:lnTo>
                    <a:pt x="3660825" y="1704247"/>
                  </a:lnTo>
                  <a:lnTo>
                    <a:pt x="3661013" y="1704247"/>
                  </a:lnTo>
                  <a:lnTo>
                    <a:pt x="3661107" y="1704247"/>
                  </a:lnTo>
                  <a:lnTo>
                    <a:pt x="3661390" y="1704247"/>
                  </a:lnTo>
                  <a:lnTo>
                    <a:pt x="3661484" y="1704247"/>
                  </a:lnTo>
                  <a:lnTo>
                    <a:pt x="3662331" y="1704247"/>
                  </a:lnTo>
                  <a:lnTo>
                    <a:pt x="3662426" y="1704247"/>
                  </a:lnTo>
                  <a:lnTo>
                    <a:pt x="3662708" y="1704247"/>
                  </a:lnTo>
                  <a:lnTo>
                    <a:pt x="3662896" y="1704247"/>
                  </a:lnTo>
                  <a:lnTo>
                    <a:pt x="3662990" y="1704247"/>
                  </a:lnTo>
                  <a:lnTo>
                    <a:pt x="3663367" y="1704247"/>
                  </a:lnTo>
                  <a:lnTo>
                    <a:pt x="3663649" y="1704247"/>
                  </a:lnTo>
                  <a:lnTo>
                    <a:pt x="3663932" y="1704247"/>
                  </a:lnTo>
                  <a:lnTo>
                    <a:pt x="3664026" y="1704247"/>
                  </a:lnTo>
                  <a:lnTo>
                    <a:pt x="3664309" y="1704247"/>
                  </a:lnTo>
                  <a:lnTo>
                    <a:pt x="3664779" y="1704247"/>
                  </a:lnTo>
                  <a:lnTo>
                    <a:pt x="3664968" y="1704247"/>
                  </a:lnTo>
                  <a:lnTo>
                    <a:pt x="3665156" y="1704247"/>
                  </a:lnTo>
                  <a:lnTo>
                    <a:pt x="3665250" y="1704247"/>
                  </a:lnTo>
                  <a:lnTo>
                    <a:pt x="3665438" y="1704247"/>
                  </a:lnTo>
                  <a:lnTo>
                    <a:pt x="3665721" y="1704247"/>
                  </a:lnTo>
                  <a:lnTo>
                    <a:pt x="3666097" y="1704247"/>
                  </a:lnTo>
                  <a:lnTo>
                    <a:pt x="3666192" y="1704247"/>
                  </a:lnTo>
                  <a:lnTo>
                    <a:pt x="3666286" y="1704247"/>
                  </a:lnTo>
                  <a:lnTo>
                    <a:pt x="3666380" y="1704247"/>
                  </a:lnTo>
                  <a:lnTo>
                    <a:pt x="3666474" y="1704247"/>
                  </a:lnTo>
                  <a:lnTo>
                    <a:pt x="3666662" y="1704247"/>
                  </a:lnTo>
                  <a:lnTo>
                    <a:pt x="3667133" y="1704247"/>
                  </a:lnTo>
                  <a:lnTo>
                    <a:pt x="3667227" y="1704247"/>
                  </a:lnTo>
                  <a:lnTo>
                    <a:pt x="3667321" y="1704247"/>
                  </a:lnTo>
                  <a:lnTo>
                    <a:pt x="3667510" y="1704247"/>
                  </a:lnTo>
                  <a:lnTo>
                    <a:pt x="3667698" y="1704247"/>
                  </a:lnTo>
                  <a:lnTo>
                    <a:pt x="3668451" y="1704247"/>
                  </a:lnTo>
                  <a:lnTo>
                    <a:pt x="3668734" y="1704247"/>
                  </a:lnTo>
                  <a:lnTo>
                    <a:pt x="3669110" y="1704247"/>
                  </a:lnTo>
                  <a:lnTo>
                    <a:pt x="3669204" y="1704247"/>
                  </a:lnTo>
                  <a:lnTo>
                    <a:pt x="3669864" y="1704247"/>
                  </a:lnTo>
                  <a:lnTo>
                    <a:pt x="3670240" y="1704247"/>
                  </a:lnTo>
                  <a:lnTo>
                    <a:pt x="3670334" y="1704247"/>
                  </a:lnTo>
                  <a:lnTo>
                    <a:pt x="3670428" y="1704247"/>
                  </a:lnTo>
                  <a:lnTo>
                    <a:pt x="3670523" y="1704247"/>
                  </a:lnTo>
                  <a:lnTo>
                    <a:pt x="3670805" y="1704247"/>
                  </a:lnTo>
                  <a:lnTo>
                    <a:pt x="3670899" y="1704247"/>
                  </a:lnTo>
                  <a:lnTo>
                    <a:pt x="3670993" y="1704247"/>
                  </a:lnTo>
                  <a:lnTo>
                    <a:pt x="3671370" y="1704247"/>
                  </a:lnTo>
                  <a:lnTo>
                    <a:pt x="3671652" y="1704247"/>
                  </a:lnTo>
                  <a:lnTo>
                    <a:pt x="3671935" y="1704247"/>
                  </a:lnTo>
                  <a:lnTo>
                    <a:pt x="3672217" y="1704247"/>
                  </a:lnTo>
                  <a:lnTo>
                    <a:pt x="3672688" y="1699335"/>
                  </a:lnTo>
                  <a:lnTo>
                    <a:pt x="3672971" y="1699335"/>
                  </a:lnTo>
                  <a:lnTo>
                    <a:pt x="3673065" y="1699335"/>
                  </a:lnTo>
                  <a:lnTo>
                    <a:pt x="3673441" y="1699335"/>
                  </a:lnTo>
                  <a:lnTo>
                    <a:pt x="3673630" y="1699335"/>
                  </a:lnTo>
                  <a:lnTo>
                    <a:pt x="3673724" y="1699335"/>
                  </a:lnTo>
                  <a:lnTo>
                    <a:pt x="3673912" y="1699335"/>
                  </a:lnTo>
                  <a:lnTo>
                    <a:pt x="3674006" y="1699335"/>
                  </a:lnTo>
                  <a:lnTo>
                    <a:pt x="3674195" y="1699335"/>
                  </a:lnTo>
                  <a:lnTo>
                    <a:pt x="3674289" y="1699335"/>
                  </a:lnTo>
                  <a:lnTo>
                    <a:pt x="3675983" y="1699335"/>
                  </a:lnTo>
                  <a:lnTo>
                    <a:pt x="3676078" y="1699335"/>
                  </a:lnTo>
                  <a:lnTo>
                    <a:pt x="3676172" y="1699335"/>
                  </a:lnTo>
                  <a:lnTo>
                    <a:pt x="3676360" y="1699335"/>
                  </a:lnTo>
                  <a:lnTo>
                    <a:pt x="3676548" y="1699335"/>
                  </a:lnTo>
                  <a:lnTo>
                    <a:pt x="3676737" y="1699335"/>
                  </a:lnTo>
                  <a:lnTo>
                    <a:pt x="3676737" y="1694424"/>
                  </a:lnTo>
                  <a:lnTo>
                    <a:pt x="3676831" y="1694424"/>
                  </a:lnTo>
                  <a:lnTo>
                    <a:pt x="3677396" y="1694424"/>
                  </a:lnTo>
                  <a:lnTo>
                    <a:pt x="3677490" y="1694424"/>
                  </a:lnTo>
                  <a:lnTo>
                    <a:pt x="3677772" y="1694424"/>
                  </a:lnTo>
                  <a:lnTo>
                    <a:pt x="3677866" y="1694424"/>
                  </a:lnTo>
                  <a:lnTo>
                    <a:pt x="3678337" y="1694424"/>
                  </a:lnTo>
                  <a:lnTo>
                    <a:pt x="3678526" y="1694424"/>
                  </a:lnTo>
                  <a:lnTo>
                    <a:pt x="3678808" y="1694424"/>
                  </a:lnTo>
                  <a:lnTo>
                    <a:pt x="3678902" y="1694424"/>
                  </a:lnTo>
                  <a:lnTo>
                    <a:pt x="3678996" y="1694424"/>
                  </a:lnTo>
                  <a:lnTo>
                    <a:pt x="3679279" y="1694424"/>
                  </a:lnTo>
                  <a:lnTo>
                    <a:pt x="3680314" y="1694424"/>
                  </a:lnTo>
                  <a:lnTo>
                    <a:pt x="3680409" y="1694424"/>
                  </a:lnTo>
                  <a:lnTo>
                    <a:pt x="3680691" y="1694424"/>
                  </a:lnTo>
                  <a:lnTo>
                    <a:pt x="3680785" y="1694424"/>
                  </a:lnTo>
                  <a:lnTo>
                    <a:pt x="3680879" y="1694424"/>
                  </a:lnTo>
                  <a:lnTo>
                    <a:pt x="3681162" y="1694424"/>
                  </a:lnTo>
                  <a:lnTo>
                    <a:pt x="3681256" y="1694424"/>
                  </a:lnTo>
                  <a:lnTo>
                    <a:pt x="3681350" y="1694424"/>
                  </a:lnTo>
                  <a:lnTo>
                    <a:pt x="3682009" y="1694424"/>
                  </a:lnTo>
                  <a:lnTo>
                    <a:pt x="3682480" y="1694424"/>
                  </a:lnTo>
                  <a:lnTo>
                    <a:pt x="3682668" y="1694424"/>
                  </a:lnTo>
                  <a:lnTo>
                    <a:pt x="3682951" y="1694424"/>
                  </a:lnTo>
                  <a:lnTo>
                    <a:pt x="3683045" y="1694424"/>
                  </a:lnTo>
                  <a:lnTo>
                    <a:pt x="3683233" y="1694424"/>
                  </a:lnTo>
                  <a:lnTo>
                    <a:pt x="3683327" y="1694424"/>
                  </a:lnTo>
                  <a:lnTo>
                    <a:pt x="3683516" y="1694424"/>
                  </a:lnTo>
                  <a:lnTo>
                    <a:pt x="3683610" y="1694424"/>
                  </a:lnTo>
                  <a:lnTo>
                    <a:pt x="3684081" y="1694424"/>
                  </a:lnTo>
                  <a:lnTo>
                    <a:pt x="3684175" y="1694424"/>
                  </a:lnTo>
                  <a:lnTo>
                    <a:pt x="3684645" y="1694424"/>
                  </a:lnTo>
                  <a:lnTo>
                    <a:pt x="3684928" y="1694424"/>
                  </a:lnTo>
                  <a:lnTo>
                    <a:pt x="3685304" y="1694424"/>
                  </a:lnTo>
                  <a:lnTo>
                    <a:pt x="3685399" y="1694424"/>
                  </a:lnTo>
                  <a:lnTo>
                    <a:pt x="3685493" y="1694424"/>
                  </a:lnTo>
                  <a:lnTo>
                    <a:pt x="3685681" y="1694424"/>
                  </a:lnTo>
                  <a:lnTo>
                    <a:pt x="3685964" y="1694424"/>
                  </a:lnTo>
                  <a:lnTo>
                    <a:pt x="3686058" y="1694424"/>
                  </a:lnTo>
                  <a:lnTo>
                    <a:pt x="3686717" y="1694424"/>
                  </a:lnTo>
                  <a:lnTo>
                    <a:pt x="3686905" y="1694424"/>
                  </a:lnTo>
                  <a:lnTo>
                    <a:pt x="3686999" y="1694424"/>
                  </a:lnTo>
                  <a:lnTo>
                    <a:pt x="3687093" y="1694424"/>
                  </a:lnTo>
                  <a:lnTo>
                    <a:pt x="3687282" y="1694424"/>
                  </a:lnTo>
                  <a:lnTo>
                    <a:pt x="3687282" y="1689512"/>
                  </a:lnTo>
                  <a:lnTo>
                    <a:pt x="3687376" y="1689512"/>
                  </a:lnTo>
                  <a:lnTo>
                    <a:pt x="3687658" y="1689512"/>
                  </a:lnTo>
                  <a:lnTo>
                    <a:pt x="3687941" y="1689512"/>
                  </a:lnTo>
                  <a:lnTo>
                    <a:pt x="3688412" y="1689512"/>
                  </a:lnTo>
                  <a:lnTo>
                    <a:pt x="3688506" y="1689512"/>
                  </a:lnTo>
                  <a:lnTo>
                    <a:pt x="3688694" y="1689512"/>
                  </a:lnTo>
                  <a:lnTo>
                    <a:pt x="3688788" y="1689512"/>
                  </a:lnTo>
                  <a:lnTo>
                    <a:pt x="3688976" y="1689512"/>
                  </a:lnTo>
                  <a:lnTo>
                    <a:pt x="3689071" y="1689512"/>
                  </a:lnTo>
                  <a:lnTo>
                    <a:pt x="3689165" y="1689512"/>
                  </a:lnTo>
                  <a:lnTo>
                    <a:pt x="3689447" y="1689512"/>
                  </a:lnTo>
                  <a:lnTo>
                    <a:pt x="3689730" y="1689512"/>
                  </a:lnTo>
                  <a:lnTo>
                    <a:pt x="3689824" y="1689512"/>
                  </a:lnTo>
                  <a:lnTo>
                    <a:pt x="3689918" y="1689512"/>
                  </a:lnTo>
                  <a:lnTo>
                    <a:pt x="3690200" y="1689512"/>
                  </a:lnTo>
                  <a:lnTo>
                    <a:pt x="3690671" y="1689512"/>
                  </a:lnTo>
                  <a:lnTo>
                    <a:pt x="3690954" y="1689512"/>
                  </a:lnTo>
                  <a:lnTo>
                    <a:pt x="3691236" y="1689512"/>
                  </a:lnTo>
                  <a:lnTo>
                    <a:pt x="3691330" y="1689512"/>
                  </a:lnTo>
                  <a:lnTo>
                    <a:pt x="3691519" y="1689512"/>
                  </a:lnTo>
                  <a:lnTo>
                    <a:pt x="3691707" y="1689512"/>
                  </a:lnTo>
                  <a:lnTo>
                    <a:pt x="3691801" y="1689512"/>
                  </a:lnTo>
                  <a:lnTo>
                    <a:pt x="3692083" y="1689512"/>
                  </a:lnTo>
                  <a:lnTo>
                    <a:pt x="3692178" y="1684601"/>
                  </a:lnTo>
                  <a:lnTo>
                    <a:pt x="3692648" y="1684601"/>
                  </a:lnTo>
                  <a:lnTo>
                    <a:pt x="3692743" y="1684601"/>
                  </a:lnTo>
                  <a:lnTo>
                    <a:pt x="3693213" y="1684601"/>
                  </a:lnTo>
                  <a:lnTo>
                    <a:pt x="3693402" y="1684601"/>
                  </a:lnTo>
                  <a:lnTo>
                    <a:pt x="3694343" y="1684601"/>
                  </a:lnTo>
                  <a:lnTo>
                    <a:pt x="3694437" y="1684601"/>
                  </a:lnTo>
                  <a:lnTo>
                    <a:pt x="3694531" y="1684601"/>
                  </a:lnTo>
                  <a:lnTo>
                    <a:pt x="3694814" y="1684601"/>
                  </a:lnTo>
                  <a:lnTo>
                    <a:pt x="3694908" y="1684601"/>
                  </a:lnTo>
                  <a:lnTo>
                    <a:pt x="3695190" y="1684601"/>
                  </a:lnTo>
                  <a:lnTo>
                    <a:pt x="3695755" y="1684601"/>
                  </a:lnTo>
                  <a:lnTo>
                    <a:pt x="3695850" y="1684601"/>
                  </a:lnTo>
                  <a:lnTo>
                    <a:pt x="3695850" y="1679690"/>
                  </a:lnTo>
                  <a:lnTo>
                    <a:pt x="3696320" y="1679690"/>
                  </a:lnTo>
                  <a:lnTo>
                    <a:pt x="3696414" y="1679690"/>
                  </a:lnTo>
                  <a:lnTo>
                    <a:pt x="3696509" y="1679690"/>
                  </a:lnTo>
                  <a:lnTo>
                    <a:pt x="3696603" y="1679690"/>
                  </a:lnTo>
                  <a:lnTo>
                    <a:pt x="3696791" y="1679690"/>
                  </a:lnTo>
                  <a:lnTo>
                    <a:pt x="3696885" y="1679690"/>
                  </a:lnTo>
                  <a:lnTo>
                    <a:pt x="3696979" y="1679690"/>
                  </a:lnTo>
                  <a:lnTo>
                    <a:pt x="3697074" y="1679690"/>
                  </a:lnTo>
                  <a:lnTo>
                    <a:pt x="3697262" y="1679690"/>
                  </a:lnTo>
                  <a:lnTo>
                    <a:pt x="3697450" y="1674778"/>
                  </a:lnTo>
                  <a:lnTo>
                    <a:pt x="3697921" y="1674778"/>
                  </a:lnTo>
                  <a:lnTo>
                    <a:pt x="3698297" y="1674778"/>
                  </a:lnTo>
                  <a:lnTo>
                    <a:pt x="3698392" y="1674778"/>
                  </a:lnTo>
                  <a:lnTo>
                    <a:pt x="3698580" y="1674778"/>
                  </a:lnTo>
                  <a:lnTo>
                    <a:pt x="3699051" y="1674778"/>
                  </a:lnTo>
                  <a:lnTo>
                    <a:pt x="3699239" y="1674778"/>
                  </a:lnTo>
                  <a:lnTo>
                    <a:pt x="3699333" y="1674778"/>
                  </a:lnTo>
                  <a:lnTo>
                    <a:pt x="3699616" y="1674778"/>
                  </a:lnTo>
                  <a:lnTo>
                    <a:pt x="3699710" y="1674778"/>
                  </a:lnTo>
                  <a:lnTo>
                    <a:pt x="3700181" y="1674778"/>
                  </a:lnTo>
                  <a:lnTo>
                    <a:pt x="3700275" y="1674778"/>
                  </a:lnTo>
                  <a:lnTo>
                    <a:pt x="3700463" y="1674778"/>
                  </a:lnTo>
                  <a:lnTo>
                    <a:pt x="3700557" y="1674778"/>
                  </a:lnTo>
                  <a:lnTo>
                    <a:pt x="3700651" y="1674778"/>
                  </a:lnTo>
                  <a:lnTo>
                    <a:pt x="3701593" y="1674778"/>
                  </a:lnTo>
                  <a:lnTo>
                    <a:pt x="3701969" y="1674778"/>
                  </a:lnTo>
                  <a:lnTo>
                    <a:pt x="3702252" y="1674778"/>
                  </a:lnTo>
                  <a:lnTo>
                    <a:pt x="3702440" y="1669867"/>
                  </a:lnTo>
                  <a:lnTo>
                    <a:pt x="3702534" y="1669867"/>
                  </a:lnTo>
                  <a:lnTo>
                    <a:pt x="3702723" y="1669867"/>
                  </a:lnTo>
                  <a:lnTo>
                    <a:pt x="3702911" y="1669867"/>
                  </a:lnTo>
                  <a:lnTo>
                    <a:pt x="3703005" y="1669867"/>
                  </a:lnTo>
                  <a:lnTo>
                    <a:pt x="3703288" y="1669867"/>
                  </a:lnTo>
                  <a:lnTo>
                    <a:pt x="3703476" y="1664956"/>
                  </a:lnTo>
                  <a:lnTo>
                    <a:pt x="3703758" y="1664956"/>
                  </a:lnTo>
                  <a:lnTo>
                    <a:pt x="3703947" y="1664956"/>
                  </a:lnTo>
                  <a:lnTo>
                    <a:pt x="3704229" y="1664956"/>
                  </a:lnTo>
                  <a:lnTo>
                    <a:pt x="3704323" y="1664956"/>
                  </a:lnTo>
                  <a:lnTo>
                    <a:pt x="3704417" y="1664956"/>
                  </a:lnTo>
                  <a:lnTo>
                    <a:pt x="3704888" y="1660044"/>
                  </a:lnTo>
                  <a:lnTo>
                    <a:pt x="3705265" y="1660044"/>
                  </a:lnTo>
                  <a:lnTo>
                    <a:pt x="3705359" y="1660044"/>
                  </a:lnTo>
                  <a:lnTo>
                    <a:pt x="3705453" y="1660044"/>
                  </a:lnTo>
                  <a:lnTo>
                    <a:pt x="3705547" y="1660044"/>
                  </a:lnTo>
                  <a:lnTo>
                    <a:pt x="3708089" y="1660044"/>
                  </a:lnTo>
                  <a:lnTo>
                    <a:pt x="3708278" y="1655133"/>
                  </a:lnTo>
                  <a:lnTo>
                    <a:pt x="3708654" y="1655133"/>
                  </a:lnTo>
                  <a:lnTo>
                    <a:pt x="3708843" y="1655133"/>
                  </a:lnTo>
                  <a:lnTo>
                    <a:pt x="3709031" y="1655133"/>
                  </a:lnTo>
                  <a:lnTo>
                    <a:pt x="3709125" y="1655133"/>
                  </a:lnTo>
                  <a:lnTo>
                    <a:pt x="3709407" y="1650221"/>
                  </a:lnTo>
                  <a:lnTo>
                    <a:pt x="3709502" y="1650221"/>
                  </a:lnTo>
                  <a:lnTo>
                    <a:pt x="3710255" y="1650221"/>
                  </a:lnTo>
                  <a:lnTo>
                    <a:pt x="3710349" y="1650221"/>
                  </a:lnTo>
                  <a:lnTo>
                    <a:pt x="3710820" y="1650221"/>
                  </a:lnTo>
                  <a:lnTo>
                    <a:pt x="3711385" y="1650221"/>
                  </a:lnTo>
                  <a:lnTo>
                    <a:pt x="3711573" y="1650221"/>
                  </a:lnTo>
                  <a:lnTo>
                    <a:pt x="3711950" y="1650221"/>
                  </a:lnTo>
                  <a:lnTo>
                    <a:pt x="3712138" y="1650221"/>
                  </a:lnTo>
                  <a:lnTo>
                    <a:pt x="3712326" y="1650221"/>
                  </a:lnTo>
                  <a:lnTo>
                    <a:pt x="3712420" y="1650221"/>
                  </a:lnTo>
                  <a:lnTo>
                    <a:pt x="3712609" y="1650221"/>
                  </a:lnTo>
                  <a:lnTo>
                    <a:pt x="3712703" y="1650221"/>
                  </a:lnTo>
                  <a:lnTo>
                    <a:pt x="3712891" y="1650221"/>
                  </a:lnTo>
                  <a:lnTo>
                    <a:pt x="3712985" y="1650221"/>
                  </a:lnTo>
                  <a:lnTo>
                    <a:pt x="3713174" y="1650221"/>
                  </a:lnTo>
                  <a:lnTo>
                    <a:pt x="3713456" y="1650221"/>
                  </a:lnTo>
                  <a:lnTo>
                    <a:pt x="3713550" y="1650221"/>
                  </a:lnTo>
                  <a:lnTo>
                    <a:pt x="3713644" y="1650221"/>
                  </a:lnTo>
                  <a:lnTo>
                    <a:pt x="3714398" y="1645310"/>
                  </a:lnTo>
                  <a:lnTo>
                    <a:pt x="3714680" y="1645310"/>
                  </a:lnTo>
                  <a:lnTo>
                    <a:pt x="3715245" y="1645310"/>
                  </a:lnTo>
                  <a:lnTo>
                    <a:pt x="3715904" y="1645310"/>
                  </a:lnTo>
                  <a:lnTo>
                    <a:pt x="3715998" y="1645310"/>
                  </a:lnTo>
                  <a:lnTo>
                    <a:pt x="3716092" y="1645310"/>
                  </a:lnTo>
                  <a:lnTo>
                    <a:pt x="3716469" y="1645310"/>
                  </a:lnTo>
                  <a:lnTo>
                    <a:pt x="3717034" y="1645310"/>
                  </a:lnTo>
                  <a:lnTo>
                    <a:pt x="3717316" y="1640399"/>
                  </a:lnTo>
                  <a:lnTo>
                    <a:pt x="3717410" y="1640399"/>
                  </a:lnTo>
                  <a:lnTo>
                    <a:pt x="3717505" y="1640399"/>
                  </a:lnTo>
                  <a:lnTo>
                    <a:pt x="3717599" y="1640399"/>
                  </a:lnTo>
                  <a:lnTo>
                    <a:pt x="3718164" y="1640399"/>
                  </a:lnTo>
                  <a:lnTo>
                    <a:pt x="3718352" y="1640399"/>
                  </a:lnTo>
                  <a:lnTo>
                    <a:pt x="3718540" y="1640399"/>
                  </a:lnTo>
                  <a:lnTo>
                    <a:pt x="3718634" y="1640399"/>
                  </a:lnTo>
                  <a:lnTo>
                    <a:pt x="3719011" y="1640399"/>
                  </a:lnTo>
                  <a:lnTo>
                    <a:pt x="3719764" y="1640399"/>
                  </a:lnTo>
                  <a:lnTo>
                    <a:pt x="3720047" y="1640399"/>
                  </a:lnTo>
                  <a:lnTo>
                    <a:pt x="3720329" y="1640399"/>
                  </a:lnTo>
                  <a:lnTo>
                    <a:pt x="3720612" y="1640399"/>
                  </a:lnTo>
                  <a:lnTo>
                    <a:pt x="3720988" y="1635487"/>
                  </a:lnTo>
                  <a:lnTo>
                    <a:pt x="3721365" y="1635487"/>
                  </a:lnTo>
                  <a:lnTo>
                    <a:pt x="3721647" y="1635487"/>
                  </a:lnTo>
                  <a:lnTo>
                    <a:pt x="3721836" y="1635487"/>
                  </a:lnTo>
                  <a:lnTo>
                    <a:pt x="3722495" y="1630576"/>
                  </a:lnTo>
                  <a:lnTo>
                    <a:pt x="3723060" y="1630576"/>
                  </a:lnTo>
                  <a:lnTo>
                    <a:pt x="3723154" y="1630576"/>
                  </a:lnTo>
                  <a:lnTo>
                    <a:pt x="3723248" y="1630576"/>
                  </a:lnTo>
                  <a:lnTo>
                    <a:pt x="3723436" y="1630576"/>
                  </a:lnTo>
                  <a:lnTo>
                    <a:pt x="3723530" y="1630576"/>
                  </a:lnTo>
                  <a:lnTo>
                    <a:pt x="3723624" y="1630576"/>
                  </a:lnTo>
                  <a:lnTo>
                    <a:pt x="3724283" y="1630576"/>
                  </a:lnTo>
                  <a:lnTo>
                    <a:pt x="3724378" y="1630576"/>
                  </a:lnTo>
                  <a:lnTo>
                    <a:pt x="3724754" y="1630576"/>
                  </a:lnTo>
                  <a:lnTo>
                    <a:pt x="3724848" y="1630576"/>
                  </a:lnTo>
                  <a:lnTo>
                    <a:pt x="3724943" y="1630576"/>
                  </a:lnTo>
                  <a:lnTo>
                    <a:pt x="3725037" y="1630576"/>
                  </a:lnTo>
                  <a:lnTo>
                    <a:pt x="3725413" y="1630576"/>
                  </a:lnTo>
                  <a:lnTo>
                    <a:pt x="3725507" y="1630576"/>
                  </a:lnTo>
                  <a:lnTo>
                    <a:pt x="3725790" y="1630576"/>
                  </a:lnTo>
                  <a:lnTo>
                    <a:pt x="3726072" y="1630576"/>
                  </a:lnTo>
                  <a:lnTo>
                    <a:pt x="3726355" y="1630576"/>
                  </a:lnTo>
                  <a:lnTo>
                    <a:pt x="3726543" y="1630576"/>
                  </a:lnTo>
                  <a:lnTo>
                    <a:pt x="3726637" y="1630576"/>
                  </a:lnTo>
                  <a:lnTo>
                    <a:pt x="3727014" y="1630576"/>
                  </a:lnTo>
                  <a:lnTo>
                    <a:pt x="3727391" y="1630576"/>
                  </a:lnTo>
                  <a:lnTo>
                    <a:pt x="3727485" y="1630576"/>
                  </a:lnTo>
                  <a:lnTo>
                    <a:pt x="3727579" y="1630576"/>
                  </a:lnTo>
                  <a:lnTo>
                    <a:pt x="3728332" y="1630576"/>
                  </a:lnTo>
                  <a:lnTo>
                    <a:pt x="3728426" y="1630576"/>
                  </a:lnTo>
                  <a:lnTo>
                    <a:pt x="3728803" y="1630576"/>
                  </a:lnTo>
                  <a:lnTo>
                    <a:pt x="3728897" y="1630576"/>
                  </a:lnTo>
                  <a:lnTo>
                    <a:pt x="3729085" y="1630576"/>
                  </a:lnTo>
                  <a:lnTo>
                    <a:pt x="3729368" y="1630576"/>
                  </a:lnTo>
                  <a:lnTo>
                    <a:pt x="3729556" y="1630576"/>
                  </a:lnTo>
                  <a:lnTo>
                    <a:pt x="3729650" y="1630576"/>
                  </a:lnTo>
                  <a:lnTo>
                    <a:pt x="3729838" y="1630576"/>
                  </a:lnTo>
                  <a:lnTo>
                    <a:pt x="3730874" y="1630576"/>
                  </a:lnTo>
                  <a:lnTo>
                    <a:pt x="3730968" y="1630576"/>
                  </a:lnTo>
                  <a:lnTo>
                    <a:pt x="3731062" y="1630576"/>
                  </a:lnTo>
                  <a:lnTo>
                    <a:pt x="3731251" y="1630576"/>
                  </a:lnTo>
                  <a:lnTo>
                    <a:pt x="3731345" y="1630576"/>
                  </a:lnTo>
                  <a:lnTo>
                    <a:pt x="3731816" y="1630576"/>
                  </a:lnTo>
                  <a:lnTo>
                    <a:pt x="3731910" y="1630576"/>
                  </a:lnTo>
                  <a:lnTo>
                    <a:pt x="3732098" y="1630576"/>
                  </a:lnTo>
                  <a:lnTo>
                    <a:pt x="3732286" y="1630576"/>
                  </a:lnTo>
                  <a:lnTo>
                    <a:pt x="3732569" y="1630576"/>
                  </a:lnTo>
                  <a:lnTo>
                    <a:pt x="3733040" y="1630576"/>
                  </a:lnTo>
                  <a:lnTo>
                    <a:pt x="3733322" y="1625665"/>
                  </a:lnTo>
                  <a:lnTo>
                    <a:pt x="3734075" y="1625665"/>
                  </a:lnTo>
                  <a:lnTo>
                    <a:pt x="3734264" y="1625665"/>
                  </a:lnTo>
                  <a:lnTo>
                    <a:pt x="3734358" y="1625665"/>
                  </a:lnTo>
                  <a:lnTo>
                    <a:pt x="3734452" y="1625665"/>
                  </a:lnTo>
                  <a:lnTo>
                    <a:pt x="3734640" y="1625665"/>
                  </a:lnTo>
                  <a:lnTo>
                    <a:pt x="3734734" y="1625665"/>
                  </a:lnTo>
                  <a:lnTo>
                    <a:pt x="3735017" y="1625665"/>
                  </a:lnTo>
                  <a:lnTo>
                    <a:pt x="3735111" y="1625665"/>
                  </a:lnTo>
                  <a:lnTo>
                    <a:pt x="3735205" y="1625665"/>
                  </a:lnTo>
                  <a:lnTo>
                    <a:pt x="3735299" y="1625665"/>
                  </a:lnTo>
                  <a:lnTo>
                    <a:pt x="3735393" y="1625665"/>
                  </a:lnTo>
                  <a:lnTo>
                    <a:pt x="3736712" y="1625665"/>
                  </a:lnTo>
                  <a:lnTo>
                    <a:pt x="3736900" y="1625665"/>
                  </a:lnTo>
                  <a:lnTo>
                    <a:pt x="3737276" y="1625665"/>
                  </a:lnTo>
                  <a:lnTo>
                    <a:pt x="3737559" y="1625665"/>
                  </a:lnTo>
                  <a:lnTo>
                    <a:pt x="3737747" y="1625665"/>
                  </a:lnTo>
                  <a:lnTo>
                    <a:pt x="3737936" y="1625665"/>
                  </a:lnTo>
                  <a:lnTo>
                    <a:pt x="3738406" y="1625665"/>
                  </a:lnTo>
                  <a:lnTo>
                    <a:pt x="3738783" y="1625665"/>
                  </a:lnTo>
                  <a:lnTo>
                    <a:pt x="3738971" y="1625665"/>
                  </a:lnTo>
                  <a:lnTo>
                    <a:pt x="3739160" y="1625665"/>
                  </a:lnTo>
                  <a:lnTo>
                    <a:pt x="3739348" y="1625665"/>
                  </a:lnTo>
                  <a:lnTo>
                    <a:pt x="3739630" y="1625665"/>
                  </a:lnTo>
                  <a:lnTo>
                    <a:pt x="3740101" y="1625665"/>
                  </a:lnTo>
                  <a:lnTo>
                    <a:pt x="3740195" y="1625665"/>
                  </a:lnTo>
                  <a:lnTo>
                    <a:pt x="3740854" y="1625665"/>
                  </a:lnTo>
                  <a:lnTo>
                    <a:pt x="3741137" y="1625665"/>
                  </a:lnTo>
                  <a:lnTo>
                    <a:pt x="3741419" y="1625665"/>
                  </a:lnTo>
                  <a:lnTo>
                    <a:pt x="3741607" y="1625665"/>
                  </a:lnTo>
                  <a:lnTo>
                    <a:pt x="3741702" y="1625665"/>
                  </a:lnTo>
                  <a:lnTo>
                    <a:pt x="3741796" y="1625665"/>
                  </a:lnTo>
                  <a:lnTo>
                    <a:pt x="3741890" y="1625665"/>
                  </a:lnTo>
                  <a:lnTo>
                    <a:pt x="3742078" y="1625665"/>
                  </a:lnTo>
                  <a:lnTo>
                    <a:pt x="3742737" y="1625665"/>
                  </a:lnTo>
                  <a:lnTo>
                    <a:pt x="3743114" y="1625665"/>
                  </a:lnTo>
                  <a:lnTo>
                    <a:pt x="3743773" y="1625665"/>
                  </a:lnTo>
                  <a:lnTo>
                    <a:pt x="3743867" y="1625665"/>
                  </a:lnTo>
                  <a:lnTo>
                    <a:pt x="3743961" y="1625665"/>
                  </a:lnTo>
                  <a:lnTo>
                    <a:pt x="3744244" y="1625665"/>
                  </a:lnTo>
                  <a:lnTo>
                    <a:pt x="3744338" y="1625665"/>
                  </a:lnTo>
                  <a:lnTo>
                    <a:pt x="3744715" y="1625665"/>
                  </a:lnTo>
                  <a:lnTo>
                    <a:pt x="3744903" y="1625665"/>
                  </a:lnTo>
                  <a:lnTo>
                    <a:pt x="3745185" y="1625665"/>
                  </a:lnTo>
                  <a:lnTo>
                    <a:pt x="3745279" y="1625665"/>
                  </a:lnTo>
                  <a:lnTo>
                    <a:pt x="3745374" y="1625665"/>
                  </a:lnTo>
                  <a:lnTo>
                    <a:pt x="3746315" y="1625665"/>
                  </a:lnTo>
                  <a:lnTo>
                    <a:pt x="3746409" y="1625665"/>
                  </a:lnTo>
                  <a:lnTo>
                    <a:pt x="3746880" y="1620753"/>
                  </a:lnTo>
                  <a:lnTo>
                    <a:pt x="3747162" y="1620753"/>
                  </a:lnTo>
                  <a:lnTo>
                    <a:pt x="3747257" y="1620753"/>
                  </a:lnTo>
                  <a:lnTo>
                    <a:pt x="3747445" y="1620753"/>
                  </a:lnTo>
                  <a:lnTo>
                    <a:pt x="3747539" y="1620753"/>
                  </a:lnTo>
                  <a:lnTo>
                    <a:pt x="3747727" y="1620753"/>
                  </a:lnTo>
                  <a:lnTo>
                    <a:pt x="3748198" y="1620753"/>
                  </a:lnTo>
                  <a:lnTo>
                    <a:pt x="3748669" y="1620753"/>
                  </a:lnTo>
                  <a:lnTo>
                    <a:pt x="3748857" y="1620753"/>
                  </a:lnTo>
                  <a:lnTo>
                    <a:pt x="3749046" y="1620753"/>
                  </a:lnTo>
                  <a:lnTo>
                    <a:pt x="3749234" y="1620753"/>
                  </a:lnTo>
                  <a:lnTo>
                    <a:pt x="3749422" y="1620753"/>
                  </a:lnTo>
                  <a:lnTo>
                    <a:pt x="3749610" y="1620753"/>
                  </a:lnTo>
                  <a:lnTo>
                    <a:pt x="3749893" y="1620753"/>
                  </a:lnTo>
                  <a:lnTo>
                    <a:pt x="3750175" y="1620753"/>
                  </a:lnTo>
                  <a:lnTo>
                    <a:pt x="3750269" y="1620753"/>
                  </a:lnTo>
                  <a:lnTo>
                    <a:pt x="3751870" y="1620753"/>
                  </a:lnTo>
                  <a:lnTo>
                    <a:pt x="3751964" y="1620753"/>
                  </a:lnTo>
                  <a:lnTo>
                    <a:pt x="3752058" y="1620753"/>
                  </a:lnTo>
                  <a:lnTo>
                    <a:pt x="3752435" y="1620753"/>
                  </a:lnTo>
                  <a:lnTo>
                    <a:pt x="3752529" y="1620753"/>
                  </a:lnTo>
                  <a:lnTo>
                    <a:pt x="3752812" y="1615842"/>
                  </a:lnTo>
                  <a:lnTo>
                    <a:pt x="3752906" y="1615842"/>
                  </a:lnTo>
                  <a:lnTo>
                    <a:pt x="3753000" y="1615842"/>
                  </a:lnTo>
                  <a:lnTo>
                    <a:pt x="3753094" y="1615842"/>
                  </a:lnTo>
                  <a:lnTo>
                    <a:pt x="3753377" y="1615842"/>
                  </a:lnTo>
                  <a:lnTo>
                    <a:pt x="3753471" y="1615842"/>
                  </a:lnTo>
                  <a:lnTo>
                    <a:pt x="3753753" y="1615842"/>
                  </a:lnTo>
                  <a:lnTo>
                    <a:pt x="3753847" y="1615842"/>
                  </a:lnTo>
                  <a:lnTo>
                    <a:pt x="3754036" y="1615842"/>
                  </a:lnTo>
                  <a:lnTo>
                    <a:pt x="3754130" y="1615842"/>
                  </a:lnTo>
                  <a:lnTo>
                    <a:pt x="3754412" y="1615842"/>
                  </a:lnTo>
                  <a:lnTo>
                    <a:pt x="3754506" y="1615842"/>
                  </a:lnTo>
                  <a:lnTo>
                    <a:pt x="3755260" y="1615842"/>
                  </a:lnTo>
                  <a:lnTo>
                    <a:pt x="3755542" y="1615842"/>
                  </a:lnTo>
                  <a:lnTo>
                    <a:pt x="3755636" y="1615842"/>
                  </a:lnTo>
                  <a:lnTo>
                    <a:pt x="3755919" y="1615842"/>
                  </a:lnTo>
                  <a:lnTo>
                    <a:pt x="3756295" y="1615842"/>
                  </a:lnTo>
                  <a:lnTo>
                    <a:pt x="3756389" y="1615842"/>
                  </a:lnTo>
                  <a:lnTo>
                    <a:pt x="3756484" y="1615842"/>
                  </a:lnTo>
                  <a:lnTo>
                    <a:pt x="3756672" y="1615842"/>
                  </a:lnTo>
                  <a:lnTo>
                    <a:pt x="3756766" y="1615842"/>
                  </a:lnTo>
                  <a:lnTo>
                    <a:pt x="3756954" y="1615842"/>
                  </a:lnTo>
                  <a:lnTo>
                    <a:pt x="3757143" y="1610930"/>
                  </a:lnTo>
                  <a:lnTo>
                    <a:pt x="3757237" y="1610930"/>
                  </a:lnTo>
                  <a:lnTo>
                    <a:pt x="3757519" y="1610930"/>
                  </a:lnTo>
                  <a:lnTo>
                    <a:pt x="3758178" y="1610930"/>
                  </a:lnTo>
                  <a:lnTo>
                    <a:pt x="3758272" y="1610930"/>
                  </a:lnTo>
                  <a:lnTo>
                    <a:pt x="3758367" y="1610930"/>
                  </a:lnTo>
                  <a:lnTo>
                    <a:pt x="3758555" y="1610930"/>
                  </a:lnTo>
                  <a:lnTo>
                    <a:pt x="3759591" y="1610930"/>
                  </a:lnTo>
                  <a:lnTo>
                    <a:pt x="3760061" y="1610930"/>
                  </a:lnTo>
                  <a:lnTo>
                    <a:pt x="3760532" y="1610930"/>
                  </a:lnTo>
                  <a:lnTo>
                    <a:pt x="3760626" y="1610930"/>
                  </a:lnTo>
                  <a:lnTo>
                    <a:pt x="3760815" y="1610930"/>
                  </a:lnTo>
                  <a:lnTo>
                    <a:pt x="3761191" y="1610930"/>
                  </a:lnTo>
                  <a:lnTo>
                    <a:pt x="3761379" y="1610930"/>
                  </a:lnTo>
                  <a:lnTo>
                    <a:pt x="3761474" y="1610930"/>
                  </a:lnTo>
                  <a:lnTo>
                    <a:pt x="3761568" y="1610930"/>
                  </a:lnTo>
                  <a:lnTo>
                    <a:pt x="3762415" y="1610930"/>
                  </a:lnTo>
                  <a:lnTo>
                    <a:pt x="3762509" y="1610930"/>
                  </a:lnTo>
                  <a:lnTo>
                    <a:pt x="3762603" y="1610930"/>
                  </a:lnTo>
                  <a:lnTo>
                    <a:pt x="3763074" y="1610930"/>
                  </a:lnTo>
                  <a:lnTo>
                    <a:pt x="3763262" y="1610930"/>
                  </a:lnTo>
                  <a:lnTo>
                    <a:pt x="3763451" y="1610930"/>
                  </a:lnTo>
                  <a:lnTo>
                    <a:pt x="3763545" y="1610930"/>
                  </a:lnTo>
                  <a:lnTo>
                    <a:pt x="3763639" y="1610930"/>
                  </a:lnTo>
                  <a:lnTo>
                    <a:pt x="3764298" y="1610930"/>
                  </a:lnTo>
                  <a:lnTo>
                    <a:pt x="3764392" y="1610930"/>
                  </a:lnTo>
                  <a:lnTo>
                    <a:pt x="3764486" y="1610930"/>
                  </a:lnTo>
                  <a:lnTo>
                    <a:pt x="3764675" y="1610930"/>
                  </a:lnTo>
                  <a:lnTo>
                    <a:pt x="3764957" y="1610930"/>
                  </a:lnTo>
                  <a:lnTo>
                    <a:pt x="3765240" y="1610930"/>
                  </a:lnTo>
                  <a:lnTo>
                    <a:pt x="3765616" y="1610930"/>
                  </a:lnTo>
                  <a:lnTo>
                    <a:pt x="3765805" y="1610930"/>
                  </a:lnTo>
                  <a:lnTo>
                    <a:pt x="3765899" y="1610930"/>
                  </a:lnTo>
                  <a:lnTo>
                    <a:pt x="3765993" y="1610930"/>
                  </a:lnTo>
                  <a:lnTo>
                    <a:pt x="3766275" y="1610930"/>
                  </a:lnTo>
                  <a:lnTo>
                    <a:pt x="3766370" y="1610930"/>
                  </a:lnTo>
                  <a:lnTo>
                    <a:pt x="3767782" y="1610930"/>
                  </a:lnTo>
                  <a:lnTo>
                    <a:pt x="3767876" y="1610930"/>
                  </a:lnTo>
                  <a:lnTo>
                    <a:pt x="3767970" y="1610930"/>
                  </a:lnTo>
                  <a:lnTo>
                    <a:pt x="3768629" y="1610930"/>
                  </a:lnTo>
                  <a:lnTo>
                    <a:pt x="3768817" y="1610930"/>
                  </a:lnTo>
                  <a:lnTo>
                    <a:pt x="3769006" y="1610930"/>
                  </a:lnTo>
                  <a:lnTo>
                    <a:pt x="3769288" y="1610930"/>
                  </a:lnTo>
                  <a:lnTo>
                    <a:pt x="3769382" y="1610930"/>
                  </a:lnTo>
                  <a:lnTo>
                    <a:pt x="3769477" y="1610930"/>
                  </a:lnTo>
                  <a:lnTo>
                    <a:pt x="3769853" y="1610930"/>
                  </a:lnTo>
                  <a:lnTo>
                    <a:pt x="3770041" y="1610930"/>
                  </a:lnTo>
                  <a:lnTo>
                    <a:pt x="3770701" y="1610930"/>
                  </a:lnTo>
                  <a:lnTo>
                    <a:pt x="3770889" y="1610930"/>
                  </a:lnTo>
                  <a:lnTo>
                    <a:pt x="3770983" y="1610930"/>
                  </a:lnTo>
                  <a:lnTo>
                    <a:pt x="3771077" y="1610930"/>
                  </a:lnTo>
                  <a:lnTo>
                    <a:pt x="3771171" y="1610930"/>
                  </a:lnTo>
                  <a:lnTo>
                    <a:pt x="3771360" y="1610930"/>
                  </a:lnTo>
                  <a:lnTo>
                    <a:pt x="3771642" y="1610930"/>
                  </a:lnTo>
                  <a:lnTo>
                    <a:pt x="3772019" y="1610930"/>
                  </a:lnTo>
                  <a:lnTo>
                    <a:pt x="3772113" y="1610930"/>
                  </a:lnTo>
                  <a:lnTo>
                    <a:pt x="3772489" y="1610930"/>
                  </a:lnTo>
                  <a:lnTo>
                    <a:pt x="3772866" y="1610930"/>
                  </a:lnTo>
                  <a:lnTo>
                    <a:pt x="3773054" y="1610930"/>
                  </a:lnTo>
                  <a:lnTo>
                    <a:pt x="3773243" y="1610930"/>
                  </a:lnTo>
                  <a:lnTo>
                    <a:pt x="3773337" y="1610930"/>
                  </a:lnTo>
                  <a:lnTo>
                    <a:pt x="3773713" y="1610930"/>
                  </a:lnTo>
                  <a:lnTo>
                    <a:pt x="3774372" y="1610930"/>
                  </a:lnTo>
                  <a:lnTo>
                    <a:pt x="3774937" y="1610930"/>
                  </a:lnTo>
                  <a:lnTo>
                    <a:pt x="3775032" y="1610930"/>
                  </a:lnTo>
                  <a:lnTo>
                    <a:pt x="3775220" y="1610930"/>
                  </a:lnTo>
                  <a:lnTo>
                    <a:pt x="3775408" y="1610930"/>
                  </a:lnTo>
                  <a:lnTo>
                    <a:pt x="3775596" y="1610930"/>
                  </a:lnTo>
                  <a:lnTo>
                    <a:pt x="3775691" y="1610930"/>
                  </a:lnTo>
                  <a:lnTo>
                    <a:pt x="3775785" y="1610930"/>
                  </a:lnTo>
                  <a:lnTo>
                    <a:pt x="3776067" y="1610930"/>
                  </a:lnTo>
                  <a:lnTo>
                    <a:pt x="3776161" y="1610930"/>
                  </a:lnTo>
                  <a:lnTo>
                    <a:pt x="3776444" y="1610930"/>
                  </a:lnTo>
                  <a:lnTo>
                    <a:pt x="3777291" y="1606019"/>
                  </a:lnTo>
                  <a:lnTo>
                    <a:pt x="3777385" y="1606019"/>
                  </a:lnTo>
                  <a:lnTo>
                    <a:pt x="3777668" y="1606019"/>
                  </a:lnTo>
                  <a:lnTo>
                    <a:pt x="3777762" y="1606019"/>
                  </a:lnTo>
                  <a:lnTo>
                    <a:pt x="3777950" y="1606019"/>
                  </a:lnTo>
                  <a:lnTo>
                    <a:pt x="3778327" y="1606019"/>
                  </a:lnTo>
                  <a:lnTo>
                    <a:pt x="3778515" y="1606019"/>
                  </a:lnTo>
                  <a:lnTo>
                    <a:pt x="3779080" y="1606019"/>
                  </a:lnTo>
                  <a:lnTo>
                    <a:pt x="3779174" y="1606019"/>
                  </a:lnTo>
                  <a:lnTo>
                    <a:pt x="3779268" y="1606019"/>
                  </a:lnTo>
                  <a:lnTo>
                    <a:pt x="3779363" y="1606019"/>
                  </a:lnTo>
                  <a:lnTo>
                    <a:pt x="3779645" y="1601108"/>
                  </a:lnTo>
                  <a:lnTo>
                    <a:pt x="3779739" y="1601108"/>
                  </a:lnTo>
                  <a:lnTo>
                    <a:pt x="3779833" y="1601108"/>
                  </a:lnTo>
                  <a:lnTo>
                    <a:pt x="3780116" y="1601108"/>
                  </a:lnTo>
                  <a:lnTo>
                    <a:pt x="3780775" y="1601108"/>
                  </a:lnTo>
                  <a:lnTo>
                    <a:pt x="3780869" y="1601108"/>
                  </a:lnTo>
                  <a:lnTo>
                    <a:pt x="3781151" y="1601108"/>
                  </a:lnTo>
                  <a:lnTo>
                    <a:pt x="3781528" y="1601108"/>
                  </a:lnTo>
                  <a:lnTo>
                    <a:pt x="3782093" y="1601108"/>
                  </a:lnTo>
                  <a:lnTo>
                    <a:pt x="3782281" y="1601108"/>
                  </a:lnTo>
                  <a:lnTo>
                    <a:pt x="3783223" y="1601108"/>
                  </a:lnTo>
                  <a:lnTo>
                    <a:pt x="3783317" y="1601108"/>
                  </a:lnTo>
                  <a:lnTo>
                    <a:pt x="3783411" y="1601108"/>
                  </a:lnTo>
                  <a:lnTo>
                    <a:pt x="3783505" y="1601108"/>
                  </a:lnTo>
                  <a:lnTo>
                    <a:pt x="3783599" y="1601108"/>
                  </a:lnTo>
                  <a:lnTo>
                    <a:pt x="3783694" y="1601108"/>
                  </a:lnTo>
                  <a:lnTo>
                    <a:pt x="3783882" y="1601108"/>
                  </a:lnTo>
                  <a:lnTo>
                    <a:pt x="3784447" y="1601108"/>
                  </a:lnTo>
                  <a:lnTo>
                    <a:pt x="3784635" y="1601108"/>
                  </a:lnTo>
                  <a:lnTo>
                    <a:pt x="3784918" y="1596196"/>
                  </a:lnTo>
                  <a:lnTo>
                    <a:pt x="3785012" y="1596196"/>
                  </a:lnTo>
                  <a:lnTo>
                    <a:pt x="3785106" y="1596196"/>
                  </a:lnTo>
                  <a:lnTo>
                    <a:pt x="3785200" y="1596196"/>
                  </a:lnTo>
                  <a:lnTo>
                    <a:pt x="3785482" y="1596196"/>
                  </a:lnTo>
                  <a:lnTo>
                    <a:pt x="3786141" y="1596196"/>
                  </a:lnTo>
                  <a:lnTo>
                    <a:pt x="3786424" y="1596196"/>
                  </a:lnTo>
                  <a:lnTo>
                    <a:pt x="3786518" y="1596196"/>
                  </a:lnTo>
                  <a:lnTo>
                    <a:pt x="3786612" y="1596196"/>
                  </a:lnTo>
                  <a:lnTo>
                    <a:pt x="3786706" y="1596196"/>
                  </a:lnTo>
                  <a:lnTo>
                    <a:pt x="3786989" y="1596196"/>
                  </a:lnTo>
                  <a:lnTo>
                    <a:pt x="3787742" y="1596196"/>
                  </a:lnTo>
                  <a:lnTo>
                    <a:pt x="3787836" y="1596196"/>
                  </a:lnTo>
                  <a:lnTo>
                    <a:pt x="3787930" y="1596196"/>
                  </a:lnTo>
                  <a:lnTo>
                    <a:pt x="3788213" y="1596196"/>
                  </a:lnTo>
                  <a:lnTo>
                    <a:pt x="3788589" y="1596196"/>
                  </a:lnTo>
                  <a:lnTo>
                    <a:pt x="3788684" y="1596196"/>
                  </a:lnTo>
                  <a:lnTo>
                    <a:pt x="3789343" y="1596196"/>
                  </a:lnTo>
                  <a:lnTo>
                    <a:pt x="3789531" y="1596196"/>
                  </a:lnTo>
                  <a:lnTo>
                    <a:pt x="3789719" y="1596196"/>
                  </a:lnTo>
                  <a:lnTo>
                    <a:pt x="3789813" y="1596196"/>
                  </a:lnTo>
                  <a:lnTo>
                    <a:pt x="3790002" y="1596196"/>
                  </a:lnTo>
                  <a:lnTo>
                    <a:pt x="3790190" y="1596196"/>
                  </a:lnTo>
                  <a:lnTo>
                    <a:pt x="3790567" y="1596196"/>
                  </a:lnTo>
                  <a:lnTo>
                    <a:pt x="3790755" y="1596196"/>
                  </a:lnTo>
                  <a:lnTo>
                    <a:pt x="3790849" y="1596196"/>
                  </a:lnTo>
                  <a:lnTo>
                    <a:pt x="3791508" y="1596196"/>
                  </a:lnTo>
                  <a:lnTo>
                    <a:pt x="3791602" y="1596196"/>
                  </a:lnTo>
                  <a:lnTo>
                    <a:pt x="3791696" y="1596196"/>
                  </a:lnTo>
                  <a:lnTo>
                    <a:pt x="3792167" y="1596196"/>
                  </a:lnTo>
                  <a:lnTo>
                    <a:pt x="3792261" y="1596196"/>
                  </a:lnTo>
                  <a:lnTo>
                    <a:pt x="3792356" y="1596196"/>
                  </a:lnTo>
                  <a:lnTo>
                    <a:pt x="3792450" y="1596196"/>
                  </a:lnTo>
                  <a:lnTo>
                    <a:pt x="3792920" y="1591285"/>
                  </a:lnTo>
                  <a:lnTo>
                    <a:pt x="3793015" y="1591285"/>
                  </a:lnTo>
                  <a:lnTo>
                    <a:pt x="3793391" y="1591285"/>
                  </a:lnTo>
                  <a:lnTo>
                    <a:pt x="3793580" y="1591285"/>
                  </a:lnTo>
                  <a:lnTo>
                    <a:pt x="3793674" y="1591285"/>
                  </a:lnTo>
                  <a:lnTo>
                    <a:pt x="3793956" y="1591285"/>
                  </a:lnTo>
                  <a:lnTo>
                    <a:pt x="3794050" y="1591285"/>
                  </a:lnTo>
                  <a:lnTo>
                    <a:pt x="3794333" y="1591285"/>
                  </a:lnTo>
                  <a:lnTo>
                    <a:pt x="3794803" y="1591285"/>
                  </a:lnTo>
                  <a:lnTo>
                    <a:pt x="3794898" y="1591285"/>
                  </a:lnTo>
                  <a:lnTo>
                    <a:pt x="3794992" y="1591285"/>
                  </a:lnTo>
                  <a:lnTo>
                    <a:pt x="3795086" y="1591285"/>
                  </a:lnTo>
                  <a:lnTo>
                    <a:pt x="3795651" y="1591285"/>
                  </a:lnTo>
                  <a:lnTo>
                    <a:pt x="3795839" y="1591285"/>
                  </a:lnTo>
                  <a:lnTo>
                    <a:pt x="3796216" y="1591285"/>
                  </a:lnTo>
                  <a:lnTo>
                    <a:pt x="3796404" y="1591285"/>
                  </a:lnTo>
                  <a:lnTo>
                    <a:pt x="3796498" y="1591285"/>
                  </a:lnTo>
                  <a:lnTo>
                    <a:pt x="3796687" y="1591285"/>
                  </a:lnTo>
                  <a:lnTo>
                    <a:pt x="3796781" y="1591285"/>
                  </a:lnTo>
                  <a:lnTo>
                    <a:pt x="3797157" y="1591285"/>
                  </a:lnTo>
                  <a:lnTo>
                    <a:pt x="3797628" y="1591285"/>
                  </a:lnTo>
                  <a:lnTo>
                    <a:pt x="3797911" y="1591285"/>
                  </a:lnTo>
                  <a:lnTo>
                    <a:pt x="3798193" y="1591285"/>
                  </a:lnTo>
                  <a:lnTo>
                    <a:pt x="3798475" y="1591285"/>
                  </a:lnTo>
                  <a:lnTo>
                    <a:pt x="3798570" y="1591285"/>
                  </a:lnTo>
                  <a:lnTo>
                    <a:pt x="3798664" y="1591285"/>
                  </a:lnTo>
                  <a:lnTo>
                    <a:pt x="3798758" y="1591285"/>
                  </a:lnTo>
                  <a:lnTo>
                    <a:pt x="3798852" y="1591285"/>
                  </a:lnTo>
                  <a:lnTo>
                    <a:pt x="3798946" y="1591285"/>
                  </a:lnTo>
                  <a:lnTo>
                    <a:pt x="3799040" y="1591285"/>
                  </a:lnTo>
                  <a:lnTo>
                    <a:pt x="3799134" y="1591285"/>
                  </a:lnTo>
                  <a:lnTo>
                    <a:pt x="3799229" y="1591285"/>
                  </a:lnTo>
                  <a:lnTo>
                    <a:pt x="3799323" y="1591285"/>
                  </a:lnTo>
                  <a:lnTo>
                    <a:pt x="3799605" y="1591285"/>
                  </a:lnTo>
                  <a:lnTo>
                    <a:pt x="3799982" y="1591285"/>
                  </a:lnTo>
                  <a:lnTo>
                    <a:pt x="3800076" y="1591285"/>
                  </a:lnTo>
                  <a:lnTo>
                    <a:pt x="3800453" y="1591285"/>
                  </a:lnTo>
                  <a:lnTo>
                    <a:pt x="3800641" y="1591285"/>
                  </a:lnTo>
                  <a:lnTo>
                    <a:pt x="3800923" y="1591285"/>
                  </a:lnTo>
                  <a:lnTo>
                    <a:pt x="3801018" y="1591285"/>
                  </a:lnTo>
                  <a:lnTo>
                    <a:pt x="3801112" y="1591285"/>
                  </a:lnTo>
                  <a:lnTo>
                    <a:pt x="3801206" y="1591285"/>
                  </a:lnTo>
                  <a:lnTo>
                    <a:pt x="3801488" y="1591285"/>
                  </a:lnTo>
                  <a:lnTo>
                    <a:pt x="3801582" y="1591285"/>
                  </a:lnTo>
                  <a:lnTo>
                    <a:pt x="3801677" y="1591285"/>
                  </a:lnTo>
                  <a:lnTo>
                    <a:pt x="3801771" y="1591285"/>
                  </a:lnTo>
                  <a:lnTo>
                    <a:pt x="3801865" y="1591285"/>
                  </a:lnTo>
                  <a:lnTo>
                    <a:pt x="3801959" y="1591285"/>
                  </a:lnTo>
                  <a:lnTo>
                    <a:pt x="3802053" y="1591285"/>
                  </a:lnTo>
                  <a:lnTo>
                    <a:pt x="3802147" y="1591285"/>
                  </a:lnTo>
                  <a:lnTo>
                    <a:pt x="3802430" y="1591285"/>
                  </a:lnTo>
                  <a:lnTo>
                    <a:pt x="3802712" y="1591285"/>
                  </a:lnTo>
                  <a:lnTo>
                    <a:pt x="3806290" y="1591285"/>
                  </a:lnTo>
                  <a:lnTo>
                    <a:pt x="3806573" y="1591285"/>
                  </a:lnTo>
                  <a:lnTo>
                    <a:pt x="3806667" y="1591285"/>
                  </a:lnTo>
                  <a:lnTo>
                    <a:pt x="3806761" y="1591285"/>
                  </a:lnTo>
                  <a:lnTo>
                    <a:pt x="3807043" y="1591285"/>
                  </a:lnTo>
                  <a:lnTo>
                    <a:pt x="3807137" y="1591285"/>
                  </a:lnTo>
                  <a:lnTo>
                    <a:pt x="3807232" y="1591285"/>
                  </a:lnTo>
                  <a:lnTo>
                    <a:pt x="3807514" y="1591285"/>
                  </a:lnTo>
                  <a:lnTo>
                    <a:pt x="3807702" y="1591285"/>
                  </a:lnTo>
                  <a:lnTo>
                    <a:pt x="3807985" y="1591285"/>
                  </a:lnTo>
                  <a:lnTo>
                    <a:pt x="3808079" y="1591285"/>
                  </a:lnTo>
                  <a:lnTo>
                    <a:pt x="3808173" y="1591285"/>
                  </a:lnTo>
                  <a:lnTo>
                    <a:pt x="3808832" y="1591285"/>
                  </a:lnTo>
                  <a:lnTo>
                    <a:pt x="3808926" y="1591285"/>
                  </a:lnTo>
                  <a:lnTo>
                    <a:pt x="3809020" y="1591285"/>
                  </a:lnTo>
                  <a:lnTo>
                    <a:pt x="3809209" y="1591285"/>
                  </a:lnTo>
                  <a:lnTo>
                    <a:pt x="3809397" y="1591285"/>
                  </a:lnTo>
                  <a:lnTo>
                    <a:pt x="3809491" y="1591285"/>
                  </a:lnTo>
                  <a:lnTo>
                    <a:pt x="3809868" y="1591285"/>
                  </a:lnTo>
                  <a:lnTo>
                    <a:pt x="3810056" y="1591285"/>
                  </a:lnTo>
                  <a:lnTo>
                    <a:pt x="3810527" y="1591285"/>
                  </a:lnTo>
                  <a:lnTo>
                    <a:pt x="3810621" y="1591285"/>
                  </a:lnTo>
                  <a:lnTo>
                    <a:pt x="3810904" y="1591285"/>
                  </a:lnTo>
                  <a:lnTo>
                    <a:pt x="3810998" y="1591285"/>
                  </a:lnTo>
                  <a:lnTo>
                    <a:pt x="3811186" y="1591285"/>
                  </a:lnTo>
                  <a:lnTo>
                    <a:pt x="3811280" y="1591285"/>
                  </a:lnTo>
                  <a:lnTo>
                    <a:pt x="3811374" y="1591285"/>
                  </a:lnTo>
                  <a:lnTo>
                    <a:pt x="3811468" y="1591285"/>
                  </a:lnTo>
                  <a:lnTo>
                    <a:pt x="3811657" y="1591285"/>
                  </a:lnTo>
                  <a:lnTo>
                    <a:pt x="3811751" y="1591285"/>
                  </a:lnTo>
                  <a:lnTo>
                    <a:pt x="3812410" y="1591285"/>
                  </a:lnTo>
                  <a:lnTo>
                    <a:pt x="3812598" y="1591285"/>
                  </a:lnTo>
                  <a:lnTo>
                    <a:pt x="3813540" y="1591285"/>
                  </a:lnTo>
                  <a:lnTo>
                    <a:pt x="3813916" y="1591285"/>
                  </a:lnTo>
                  <a:lnTo>
                    <a:pt x="3814011" y="1591285"/>
                  </a:lnTo>
                  <a:lnTo>
                    <a:pt x="3814481" y="1591285"/>
                  </a:lnTo>
                  <a:lnTo>
                    <a:pt x="3814764" y="1591285"/>
                  </a:lnTo>
                  <a:lnTo>
                    <a:pt x="3814858" y="1591285"/>
                  </a:lnTo>
                  <a:lnTo>
                    <a:pt x="3815329" y="1591285"/>
                  </a:lnTo>
                  <a:lnTo>
                    <a:pt x="3815423" y="1591285"/>
                  </a:lnTo>
                  <a:lnTo>
                    <a:pt x="3815611" y="1591285"/>
                  </a:lnTo>
                  <a:lnTo>
                    <a:pt x="3816176" y="1591285"/>
                  </a:lnTo>
                  <a:lnTo>
                    <a:pt x="3816364" y="1591285"/>
                  </a:lnTo>
                  <a:lnTo>
                    <a:pt x="3816647" y="1591285"/>
                  </a:lnTo>
                  <a:lnTo>
                    <a:pt x="3817306" y="1591285"/>
                  </a:lnTo>
                  <a:lnTo>
                    <a:pt x="3817400" y="1591285"/>
                  </a:lnTo>
                  <a:lnTo>
                    <a:pt x="3817682" y="1591285"/>
                  </a:lnTo>
                  <a:lnTo>
                    <a:pt x="3818247" y="1591285"/>
                  </a:lnTo>
                  <a:lnTo>
                    <a:pt x="3818624" y="1591285"/>
                  </a:lnTo>
                  <a:lnTo>
                    <a:pt x="3818718" y="1591285"/>
                  </a:lnTo>
                  <a:lnTo>
                    <a:pt x="3819189" y="1591285"/>
                  </a:lnTo>
                  <a:lnTo>
                    <a:pt x="3819283" y="1591285"/>
                  </a:lnTo>
                  <a:lnTo>
                    <a:pt x="3819660" y="1591285"/>
                  </a:lnTo>
                  <a:lnTo>
                    <a:pt x="3819754" y="1591285"/>
                  </a:lnTo>
                  <a:lnTo>
                    <a:pt x="3820130" y="1591285"/>
                  </a:lnTo>
                  <a:lnTo>
                    <a:pt x="3820319" y="1586374"/>
                  </a:lnTo>
                  <a:lnTo>
                    <a:pt x="3820413" y="1586374"/>
                  </a:lnTo>
                  <a:lnTo>
                    <a:pt x="3820507" y="1586374"/>
                  </a:lnTo>
                  <a:lnTo>
                    <a:pt x="3820601" y="1586374"/>
                  </a:lnTo>
                  <a:lnTo>
                    <a:pt x="3820789" y="1586374"/>
                  </a:lnTo>
                  <a:lnTo>
                    <a:pt x="3820884" y="1586374"/>
                  </a:lnTo>
                  <a:lnTo>
                    <a:pt x="3821449" y="1586374"/>
                  </a:lnTo>
                  <a:lnTo>
                    <a:pt x="3821637" y="1586374"/>
                  </a:lnTo>
                  <a:lnTo>
                    <a:pt x="3821731" y="1586374"/>
                  </a:lnTo>
                  <a:lnTo>
                    <a:pt x="3821825" y="1586374"/>
                  </a:lnTo>
                  <a:lnTo>
                    <a:pt x="3821919" y="1586374"/>
                  </a:lnTo>
                  <a:lnTo>
                    <a:pt x="3822108" y="1586374"/>
                  </a:lnTo>
                  <a:lnTo>
                    <a:pt x="3822390" y="1586374"/>
                  </a:lnTo>
                  <a:lnTo>
                    <a:pt x="3822673" y="1586374"/>
                  </a:lnTo>
                  <a:lnTo>
                    <a:pt x="3823332" y="1586374"/>
                  </a:lnTo>
                  <a:lnTo>
                    <a:pt x="3823426" y="1586374"/>
                  </a:lnTo>
                  <a:lnTo>
                    <a:pt x="3823614" y="1586374"/>
                  </a:lnTo>
                  <a:lnTo>
                    <a:pt x="3823708" y="1586374"/>
                  </a:lnTo>
                  <a:lnTo>
                    <a:pt x="3823802" y="1586374"/>
                  </a:lnTo>
                  <a:lnTo>
                    <a:pt x="3823897" y="1586374"/>
                  </a:lnTo>
                  <a:lnTo>
                    <a:pt x="3824179" y="1586374"/>
                  </a:lnTo>
                  <a:lnTo>
                    <a:pt x="3824273" y="1586374"/>
                  </a:lnTo>
                  <a:lnTo>
                    <a:pt x="3824556" y="1586374"/>
                  </a:lnTo>
                  <a:lnTo>
                    <a:pt x="3824650" y="1586374"/>
                  </a:lnTo>
                  <a:lnTo>
                    <a:pt x="3824744" y="1586374"/>
                  </a:lnTo>
                  <a:lnTo>
                    <a:pt x="3824838" y="1586374"/>
                  </a:lnTo>
                  <a:lnTo>
                    <a:pt x="3825968" y="1586374"/>
                  </a:lnTo>
                  <a:lnTo>
                    <a:pt x="3826439" y="1586374"/>
                  </a:lnTo>
                  <a:lnTo>
                    <a:pt x="3826533" y="1586374"/>
                  </a:lnTo>
                  <a:lnTo>
                    <a:pt x="3826815" y="1586374"/>
                  </a:lnTo>
                  <a:lnTo>
                    <a:pt x="3827286" y="1586374"/>
                  </a:lnTo>
                  <a:lnTo>
                    <a:pt x="3827663" y="1586374"/>
                  </a:lnTo>
                  <a:lnTo>
                    <a:pt x="3828039" y="1586374"/>
                  </a:lnTo>
                  <a:lnTo>
                    <a:pt x="3828322" y="1586374"/>
                  </a:lnTo>
                  <a:lnTo>
                    <a:pt x="3828416" y="1586374"/>
                  </a:lnTo>
                  <a:lnTo>
                    <a:pt x="3828510" y="1586374"/>
                  </a:lnTo>
                  <a:lnTo>
                    <a:pt x="3828604" y="1586374"/>
                  </a:lnTo>
                  <a:lnTo>
                    <a:pt x="3828792" y="1586374"/>
                  </a:lnTo>
                  <a:lnTo>
                    <a:pt x="3829169" y="1586374"/>
                  </a:lnTo>
                  <a:lnTo>
                    <a:pt x="3829357" y="1586374"/>
                  </a:lnTo>
                  <a:lnTo>
                    <a:pt x="3829828" y="1586374"/>
                  </a:lnTo>
                  <a:lnTo>
                    <a:pt x="3830016" y="1586374"/>
                  </a:lnTo>
                  <a:lnTo>
                    <a:pt x="3830111" y="1581462"/>
                  </a:lnTo>
                  <a:lnTo>
                    <a:pt x="3830393" y="1581462"/>
                  </a:lnTo>
                  <a:lnTo>
                    <a:pt x="3830581" y="1581462"/>
                  </a:lnTo>
                  <a:lnTo>
                    <a:pt x="3831240" y="1576551"/>
                  </a:lnTo>
                  <a:lnTo>
                    <a:pt x="3831335" y="1576551"/>
                  </a:lnTo>
                  <a:lnTo>
                    <a:pt x="3831429" y="1576551"/>
                  </a:lnTo>
                  <a:lnTo>
                    <a:pt x="3831805" y="1576551"/>
                  </a:lnTo>
                  <a:lnTo>
                    <a:pt x="3831899" y="1576551"/>
                  </a:lnTo>
                  <a:lnTo>
                    <a:pt x="3831994" y="1576551"/>
                  </a:lnTo>
                  <a:lnTo>
                    <a:pt x="3832276" y="1576551"/>
                  </a:lnTo>
                  <a:lnTo>
                    <a:pt x="3832370" y="1576551"/>
                  </a:lnTo>
                  <a:lnTo>
                    <a:pt x="3832841" y="1576551"/>
                  </a:lnTo>
                  <a:lnTo>
                    <a:pt x="3833029" y="1576551"/>
                  </a:lnTo>
                  <a:lnTo>
                    <a:pt x="3833029" y="1571639"/>
                  </a:lnTo>
                  <a:lnTo>
                    <a:pt x="3833218" y="1571639"/>
                  </a:lnTo>
                  <a:lnTo>
                    <a:pt x="3833594" y="1571639"/>
                  </a:lnTo>
                  <a:lnTo>
                    <a:pt x="3833877" y="1571639"/>
                  </a:lnTo>
                  <a:lnTo>
                    <a:pt x="3834536" y="1571639"/>
                  </a:lnTo>
                  <a:lnTo>
                    <a:pt x="3834630" y="1571639"/>
                  </a:lnTo>
                  <a:lnTo>
                    <a:pt x="3834724" y="1571639"/>
                  </a:lnTo>
                  <a:lnTo>
                    <a:pt x="3834912" y="1571639"/>
                  </a:lnTo>
                  <a:lnTo>
                    <a:pt x="3835006" y="1571639"/>
                  </a:lnTo>
                  <a:lnTo>
                    <a:pt x="3835289" y="1571639"/>
                  </a:lnTo>
                  <a:lnTo>
                    <a:pt x="3835383" y="1571639"/>
                  </a:lnTo>
                  <a:lnTo>
                    <a:pt x="3835571" y="1571639"/>
                  </a:lnTo>
                  <a:lnTo>
                    <a:pt x="3837078" y="1561817"/>
                  </a:lnTo>
                  <a:lnTo>
                    <a:pt x="3837549" y="1561817"/>
                  </a:lnTo>
                  <a:lnTo>
                    <a:pt x="3837737" y="1561817"/>
                  </a:lnTo>
                  <a:lnTo>
                    <a:pt x="3837925" y="1561817"/>
                  </a:lnTo>
                  <a:lnTo>
                    <a:pt x="3838302" y="1561817"/>
                  </a:lnTo>
                  <a:lnTo>
                    <a:pt x="3838584" y="1561817"/>
                  </a:lnTo>
                  <a:lnTo>
                    <a:pt x="3838867" y="1561817"/>
                  </a:lnTo>
                  <a:lnTo>
                    <a:pt x="3839243" y="1561817"/>
                  </a:lnTo>
                  <a:lnTo>
                    <a:pt x="3839714" y="1561817"/>
                  </a:lnTo>
                  <a:lnTo>
                    <a:pt x="3839997" y="1561817"/>
                  </a:lnTo>
                  <a:lnTo>
                    <a:pt x="3840091" y="1561817"/>
                  </a:lnTo>
                  <a:lnTo>
                    <a:pt x="3840185" y="1561817"/>
                  </a:lnTo>
                  <a:lnTo>
                    <a:pt x="3840279" y="1561817"/>
                  </a:lnTo>
                  <a:lnTo>
                    <a:pt x="3840373" y="1561817"/>
                  </a:lnTo>
                  <a:lnTo>
                    <a:pt x="3840750" y="1561817"/>
                  </a:lnTo>
                  <a:lnTo>
                    <a:pt x="3841597" y="1561817"/>
                  </a:lnTo>
                  <a:lnTo>
                    <a:pt x="3841785" y="1561817"/>
                  </a:lnTo>
                  <a:lnTo>
                    <a:pt x="3841974" y="1561817"/>
                  </a:lnTo>
                  <a:lnTo>
                    <a:pt x="3842068" y="1561817"/>
                  </a:lnTo>
                  <a:lnTo>
                    <a:pt x="3842162" y="1561817"/>
                  </a:lnTo>
                  <a:lnTo>
                    <a:pt x="3842539" y="1561817"/>
                  </a:lnTo>
                  <a:lnTo>
                    <a:pt x="3842633" y="1556905"/>
                  </a:lnTo>
                  <a:lnTo>
                    <a:pt x="3843386" y="1556905"/>
                  </a:lnTo>
                  <a:lnTo>
                    <a:pt x="3843480" y="1556905"/>
                  </a:lnTo>
                  <a:lnTo>
                    <a:pt x="3843763" y="1556905"/>
                  </a:lnTo>
                  <a:lnTo>
                    <a:pt x="3843857" y="1556905"/>
                  </a:lnTo>
                  <a:lnTo>
                    <a:pt x="3844045" y="1556905"/>
                  </a:lnTo>
                  <a:lnTo>
                    <a:pt x="3844139" y="1556905"/>
                  </a:lnTo>
                  <a:lnTo>
                    <a:pt x="3844233" y="1556905"/>
                  </a:lnTo>
                  <a:lnTo>
                    <a:pt x="3844516" y="1556905"/>
                  </a:lnTo>
                  <a:lnTo>
                    <a:pt x="3844892" y="1556905"/>
                  </a:lnTo>
                  <a:lnTo>
                    <a:pt x="3845363" y="1556905"/>
                  </a:lnTo>
                  <a:lnTo>
                    <a:pt x="3845457" y="1556905"/>
                  </a:lnTo>
                  <a:lnTo>
                    <a:pt x="3845552" y="1556905"/>
                  </a:lnTo>
                  <a:lnTo>
                    <a:pt x="3845646" y="1556905"/>
                  </a:lnTo>
                  <a:lnTo>
                    <a:pt x="3845834" y="1556905"/>
                  </a:lnTo>
                  <a:lnTo>
                    <a:pt x="3845928" y="1556905"/>
                  </a:lnTo>
                  <a:lnTo>
                    <a:pt x="3846211" y="1556905"/>
                  </a:lnTo>
                  <a:lnTo>
                    <a:pt x="3846305" y="1556905"/>
                  </a:lnTo>
                  <a:lnTo>
                    <a:pt x="3846399" y="1556905"/>
                  </a:lnTo>
                  <a:lnTo>
                    <a:pt x="3846493" y="1556905"/>
                  </a:lnTo>
                  <a:lnTo>
                    <a:pt x="3846681" y="1556905"/>
                  </a:lnTo>
                  <a:lnTo>
                    <a:pt x="3846870" y="1556905"/>
                  </a:lnTo>
                  <a:lnTo>
                    <a:pt x="3847246" y="1556905"/>
                  </a:lnTo>
                  <a:lnTo>
                    <a:pt x="3847529" y="1556905"/>
                  </a:lnTo>
                  <a:lnTo>
                    <a:pt x="3848941" y="1556905"/>
                  </a:lnTo>
                  <a:lnTo>
                    <a:pt x="3849129" y="1556905"/>
                  </a:lnTo>
                  <a:lnTo>
                    <a:pt x="3849318" y="1556905"/>
                  </a:lnTo>
                  <a:lnTo>
                    <a:pt x="3849694" y="1556905"/>
                  </a:lnTo>
                  <a:lnTo>
                    <a:pt x="3849694" y="1551994"/>
                  </a:lnTo>
                  <a:lnTo>
                    <a:pt x="3849788" y="1551994"/>
                  </a:lnTo>
                  <a:lnTo>
                    <a:pt x="3849883" y="1551994"/>
                  </a:lnTo>
                  <a:lnTo>
                    <a:pt x="3850165" y="1551994"/>
                  </a:lnTo>
                  <a:lnTo>
                    <a:pt x="3850542" y="1551994"/>
                  </a:lnTo>
                  <a:lnTo>
                    <a:pt x="3851012" y="1551994"/>
                  </a:lnTo>
                  <a:lnTo>
                    <a:pt x="3851201" y="1551994"/>
                  </a:lnTo>
                  <a:lnTo>
                    <a:pt x="3851577" y="1551994"/>
                  </a:lnTo>
                  <a:lnTo>
                    <a:pt x="3851671" y="1551994"/>
                  </a:lnTo>
                  <a:lnTo>
                    <a:pt x="3851766" y="1551994"/>
                  </a:lnTo>
                  <a:lnTo>
                    <a:pt x="3852048" y="1551994"/>
                  </a:lnTo>
                  <a:lnTo>
                    <a:pt x="3852142" y="1551994"/>
                  </a:lnTo>
                  <a:lnTo>
                    <a:pt x="3852707" y="1551994"/>
                  </a:lnTo>
                  <a:lnTo>
                    <a:pt x="3852895" y="1551994"/>
                  </a:lnTo>
                  <a:lnTo>
                    <a:pt x="3853743" y="1551994"/>
                  </a:lnTo>
                  <a:lnTo>
                    <a:pt x="3853931" y="1551994"/>
                  </a:lnTo>
                  <a:lnTo>
                    <a:pt x="3854119" y="1551994"/>
                  </a:lnTo>
                  <a:lnTo>
                    <a:pt x="3854308" y="1551994"/>
                  </a:lnTo>
                  <a:lnTo>
                    <a:pt x="3854590" y="1551994"/>
                  </a:lnTo>
                  <a:lnTo>
                    <a:pt x="3854684" y="1551994"/>
                  </a:lnTo>
                  <a:lnTo>
                    <a:pt x="3854873" y="1551994"/>
                  </a:lnTo>
                  <a:lnTo>
                    <a:pt x="3855061" y="1551994"/>
                  </a:lnTo>
                  <a:lnTo>
                    <a:pt x="3855155" y="1551994"/>
                  </a:lnTo>
                  <a:lnTo>
                    <a:pt x="3855343" y="1551994"/>
                  </a:lnTo>
                  <a:lnTo>
                    <a:pt x="3855532" y="1551994"/>
                  </a:lnTo>
                  <a:lnTo>
                    <a:pt x="3855626" y="1551994"/>
                  </a:lnTo>
                  <a:lnTo>
                    <a:pt x="3855720" y="1551994"/>
                  </a:lnTo>
                  <a:lnTo>
                    <a:pt x="3855814" y="1551994"/>
                  </a:lnTo>
                  <a:lnTo>
                    <a:pt x="3855814" y="1547083"/>
                  </a:lnTo>
                  <a:lnTo>
                    <a:pt x="3855908" y="1547083"/>
                  </a:lnTo>
                  <a:lnTo>
                    <a:pt x="3856473" y="1547083"/>
                  </a:lnTo>
                  <a:lnTo>
                    <a:pt x="3856567" y="1547083"/>
                  </a:lnTo>
                  <a:lnTo>
                    <a:pt x="3856756" y="1547083"/>
                  </a:lnTo>
                  <a:lnTo>
                    <a:pt x="3856850" y="1547083"/>
                  </a:lnTo>
                  <a:lnTo>
                    <a:pt x="3857132" y="1547083"/>
                  </a:lnTo>
                  <a:lnTo>
                    <a:pt x="3857226" y="1547083"/>
                  </a:lnTo>
                  <a:lnTo>
                    <a:pt x="3857603" y="1547083"/>
                  </a:lnTo>
                  <a:lnTo>
                    <a:pt x="3858074" y="1547083"/>
                  </a:lnTo>
                  <a:lnTo>
                    <a:pt x="3858168" y="1547083"/>
                  </a:lnTo>
                  <a:lnTo>
                    <a:pt x="3858262" y="1547083"/>
                  </a:lnTo>
                  <a:lnTo>
                    <a:pt x="3858356" y="1547083"/>
                  </a:lnTo>
                  <a:lnTo>
                    <a:pt x="3858545" y="1547083"/>
                  </a:lnTo>
                  <a:lnTo>
                    <a:pt x="3859863" y="1547083"/>
                  </a:lnTo>
                  <a:lnTo>
                    <a:pt x="3859957" y="1547083"/>
                  </a:lnTo>
                  <a:lnTo>
                    <a:pt x="3860145" y="1547083"/>
                  </a:lnTo>
                  <a:lnTo>
                    <a:pt x="3860522" y="1547083"/>
                  </a:lnTo>
                  <a:lnTo>
                    <a:pt x="3860616" y="1547083"/>
                  </a:lnTo>
                  <a:lnTo>
                    <a:pt x="3860992" y="1542171"/>
                  </a:lnTo>
                  <a:lnTo>
                    <a:pt x="3861181" y="1542171"/>
                  </a:lnTo>
                  <a:lnTo>
                    <a:pt x="3861275" y="1542171"/>
                  </a:lnTo>
                  <a:lnTo>
                    <a:pt x="3861840" y="1542171"/>
                  </a:lnTo>
                  <a:lnTo>
                    <a:pt x="3861934" y="1542171"/>
                  </a:lnTo>
                  <a:lnTo>
                    <a:pt x="3862122" y="1542171"/>
                  </a:lnTo>
                  <a:lnTo>
                    <a:pt x="3862311" y="1542171"/>
                  </a:lnTo>
                  <a:lnTo>
                    <a:pt x="3862405" y="1542171"/>
                  </a:lnTo>
                  <a:lnTo>
                    <a:pt x="3862499" y="1542171"/>
                  </a:lnTo>
                  <a:lnTo>
                    <a:pt x="3863064" y="1542171"/>
                  </a:lnTo>
                  <a:lnTo>
                    <a:pt x="3863346" y="1542171"/>
                  </a:lnTo>
                  <a:lnTo>
                    <a:pt x="3863440" y="1542171"/>
                  </a:lnTo>
                  <a:lnTo>
                    <a:pt x="3863535" y="1542171"/>
                  </a:lnTo>
                  <a:lnTo>
                    <a:pt x="3864099" y="1542171"/>
                  </a:lnTo>
                  <a:lnTo>
                    <a:pt x="3864664" y="1542171"/>
                  </a:lnTo>
                  <a:lnTo>
                    <a:pt x="3864759" y="1542171"/>
                  </a:lnTo>
                  <a:lnTo>
                    <a:pt x="3864853" y="1542171"/>
                  </a:lnTo>
                  <a:lnTo>
                    <a:pt x="3864947" y="1542171"/>
                  </a:lnTo>
                  <a:lnTo>
                    <a:pt x="3865041" y="1542171"/>
                  </a:lnTo>
                  <a:lnTo>
                    <a:pt x="3865606" y="1542171"/>
                  </a:lnTo>
                  <a:lnTo>
                    <a:pt x="3865700" y="1542171"/>
                  </a:lnTo>
                  <a:lnTo>
                    <a:pt x="3865888" y="1542171"/>
                  </a:lnTo>
                  <a:lnTo>
                    <a:pt x="3866077" y="1542171"/>
                  </a:lnTo>
                  <a:lnTo>
                    <a:pt x="3866171" y="1542171"/>
                  </a:lnTo>
                  <a:lnTo>
                    <a:pt x="3866265" y="1542171"/>
                  </a:lnTo>
                  <a:lnTo>
                    <a:pt x="3866642" y="1542171"/>
                  </a:lnTo>
                  <a:lnTo>
                    <a:pt x="3866736" y="1542171"/>
                  </a:lnTo>
                  <a:lnTo>
                    <a:pt x="3867207" y="1542171"/>
                  </a:lnTo>
                  <a:lnTo>
                    <a:pt x="3867583" y="1542171"/>
                  </a:lnTo>
                  <a:lnTo>
                    <a:pt x="3868242" y="1542171"/>
                  </a:lnTo>
                  <a:lnTo>
                    <a:pt x="3868430" y="1542171"/>
                  </a:lnTo>
                  <a:lnTo>
                    <a:pt x="3868901" y="1542171"/>
                  </a:lnTo>
                  <a:lnTo>
                    <a:pt x="3869090" y="1542171"/>
                  </a:lnTo>
                  <a:lnTo>
                    <a:pt x="3869184" y="1542171"/>
                  </a:lnTo>
                  <a:lnTo>
                    <a:pt x="3869372" y="1542171"/>
                  </a:lnTo>
                  <a:lnTo>
                    <a:pt x="3869466" y="1542171"/>
                  </a:lnTo>
                  <a:lnTo>
                    <a:pt x="3869749" y="1542171"/>
                  </a:lnTo>
                  <a:lnTo>
                    <a:pt x="3869843" y="1542171"/>
                  </a:lnTo>
                  <a:lnTo>
                    <a:pt x="3870314" y="1542171"/>
                  </a:lnTo>
                  <a:lnTo>
                    <a:pt x="3870690" y="1537260"/>
                  </a:lnTo>
                  <a:lnTo>
                    <a:pt x="3871161" y="1537260"/>
                  </a:lnTo>
                  <a:lnTo>
                    <a:pt x="3871255" y="1537260"/>
                  </a:lnTo>
                  <a:lnTo>
                    <a:pt x="3871538" y="1537260"/>
                  </a:lnTo>
                  <a:lnTo>
                    <a:pt x="3872008" y="1537260"/>
                  </a:lnTo>
                  <a:lnTo>
                    <a:pt x="3872102" y="1537260"/>
                  </a:lnTo>
                  <a:lnTo>
                    <a:pt x="3872291" y="1537260"/>
                  </a:lnTo>
                  <a:lnTo>
                    <a:pt x="3872667" y="1537260"/>
                  </a:lnTo>
                  <a:lnTo>
                    <a:pt x="3872761" y="1537260"/>
                  </a:lnTo>
                  <a:lnTo>
                    <a:pt x="3872950" y="1537260"/>
                  </a:lnTo>
                  <a:lnTo>
                    <a:pt x="3874645" y="1537260"/>
                  </a:lnTo>
                  <a:lnTo>
                    <a:pt x="3875115" y="1537260"/>
                  </a:lnTo>
                  <a:lnTo>
                    <a:pt x="3875209" y="1537260"/>
                  </a:lnTo>
                  <a:lnTo>
                    <a:pt x="3875398" y="1537260"/>
                  </a:lnTo>
                  <a:lnTo>
                    <a:pt x="3875492" y="1537260"/>
                  </a:lnTo>
                  <a:lnTo>
                    <a:pt x="3875680" y="1537260"/>
                  </a:lnTo>
                  <a:lnTo>
                    <a:pt x="3875774" y="1537260"/>
                  </a:lnTo>
                  <a:lnTo>
                    <a:pt x="3875869" y="1537260"/>
                  </a:lnTo>
                  <a:lnTo>
                    <a:pt x="3876339" y="1537260"/>
                  </a:lnTo>
                  <a:lnTo>
                    <a:pt x="3876528" y="1537260"/>
                  </a:lnTo>
                  <a:lnTo>
                    <a:pt x="3876716" y="1537260"/>
                  </a:lnTo>
                  <a:lnTo>
                    <a:pt x="3876810" y="1537260"/>
                  </a:lnTo>
                  <a:lnTo>
                    <a:pt x="3877092" y="1537260"/>
                  </a:lnTo>
                  <a:lnTo>
                    <a:pt x="3877469" y="1537260"/>
                  </a:lnTo>
                  <a:lnTo>
                    <a:pt x="3877563" y="1537260"/>
                  </a:lnTo>
                  <a:lnTo>
                    <a:pt x="3878034" y="1537260"/>
                  </a:lnTo>
                  <a:lnTo>
                    <a:pt x="3878128" y="1537260"/>
                  </a:lnTo>
                  <a:lnTo>
                    <a:pt x="3878693" y="1537260"/>
                  </a:lnTo>
                  <a:lnTo>
                    <a:pt x="3879164" y="1537260"/>
                  </a:lnTo>
                  <a:lnTo>
                    <a:pt x="3879446" y="1537260"/>
                  </a:lnTo>
                  <a:lnTo>
                    <a:pt x="3879635" y="1537260"/>
                  </a:lnTo>
                  <a:lnTo>
                    <a:pt x="3880294" y="1532348"/>
                  </a:lnTo>
                  <a:lnTo>
                    <a:pt x="3880482" y="1532348"/>
                  </a:lnTo>
                  <a:lnTo>
                    <a:pt x="3880576" y="1532348"/>
                  </a:lnTo>
                  <a:lnTo>
                    <a:pt x="3880670" y="1532348"/>
                  </a:lnTo>
                  <a:lnTo>
                    <a:pt x="3880764" y="1532348"/>
                  </a:lnTo>
                  <a:lnTo>
                    <a:pt x="3881047" y="1532348"/>
                  </a:lnTo>
                  <a:lnTo>
                    <a:pt x="3881141" y="1532348"/>
                  </a:lnTo>
                  <a:lnTo>
                    <a:pt x="3881329" y="1532348"/>
                  </a:lnTo>
                  <a:lnTo>
                    <a:pt x="3881612" y="1532348"/>
                  </a:lnTo>
                  <a:lnTo>
                    <a:pt x="3881988" y="1532348"/>
                  </a:lnTo>
                  <a:lnTo>
                    <a:pt x="3882553" y="1532348"/>
                  </a:lnTo>
                  <a:lnTo>
                    <a:pt x="3882647" y="1532348"/>
                  </a:lnTo>
                  <a:lnTo>
                    <a:pt x="3882742" y="1532348"/>
                  </a:lnTo>
                  <a:lnTo>
                    <a:pt x="3882930" y="1532348"/>
                  </a:lnTo>
                  <a:lnTo>
                    <a:pt x="3883118" y="1527437"/>
                  </a:lnTo>
                  <a:lnTo>
                    <a:pt x="3883212" y="1527437"/>
                  </a:lnTo>
                  <a:lnTo>
                    <a:pt x="3883871" y="1527437"/>
                  </a:lnTo>
                  <a:lnTo>
                    <a:pt x="3883966" y="1527437"/>
                  </a:lnTo>
                  <a:lnTo>
                    <a:pt x="3884060" y="1527437"/>
                  </a:lnTo>
                  <a:lnTo>
                    <a:pt x="3884154" y="1527437"/>
                  </a:lnTo>
                  <a:lnTo>
                    <a:pt x="3884719" y="1527437"/>
                  </a:lnTo>
                  <a:lnTo>
                    <a:pt x="3884813" y="1527437"/>
                  </a:lnTo>
                  <a:lnTo>
                    <a:pt x="3885001" y="1527437"/>
                  </a:lnTo>
                  <a:lnTo>
                    <a:pt x="3885095" y="1527437"/>
                  </a:lnTo>
                  <a:lnTo>
                    <a:pt x="3885190" y="1527437"/>
                  </a:lnTo>
                  <a:lnTo>
                    <a:pt x="3885472" y="1527437"/>
                  </a:lnTo>
                  <a:lnTo>
                    <a:pt x="3885660" y="1527437"/>
                  </a:lnTo>
                  <a:lnTo>
                    <a:pt x="3885849" y="1527437"/>
                  </a:lnTo>
                  <a:lnTo>
                    <a:pt x="3886225" y="1522526"/>
                  </a:lnTo>
                  <a:lnTo>
                    <a:pt x="3886319" y="1522526"/>
                  </a:lnTo>
                  <a:lnTo>
                    <a:pt x="3886602" y="1522526"/>
                  </a:lnTo>
                  <a:lnTo>
                    <a:pt x="3886790" y="1522526"/>
                  </a:lnTo>
                  <a:lnTo>
                    <a:pt x="3887167" y="1522526"/>
                  </a:lnTo>
                  <a:lnTo>
                    <a:pt x="3887355" y="1522526"/>
                  </a:lnTo>
                  <a:lnTo>
                    <a:pt x="3887449" y="1522526"/>
                  </a:lnTo>
                  <a:lnTo>
                    <a:pt x="3887543" y="1522526"/>
                  </a:lnTo>
                  <a:lnTo>
                    <a:pt x="3888202" y="1522526"/>
                  </a:lnTo>
                  <a:lnTo>
                    <a:pt x="3888297" y="1522526"/>
                  </a:lnTo>
                  <a:lnTo>
                    <a:pt x="3888391" y="1522526"/>
                  </a:lnTo>
                  <a:lnTo>
                    <a:pt x="3888579" y="1522526"/>
                  </a:lnTo>
                  <a:lnTo>
                    <a:pt x="3888767" y="1522526"/>
                  </a:lnTo>
                  <a:lnTo>
                    <a:pt x="3889144" y="1517614"/>
                  </a:lnTo>
                  <a:lnTo>
                    <a:pt x="3889991" y="1517614"/>
                  </a:lnTo>
                  <a:lnTo>
                    <a:pt x="3890368" y="1517614"/>
                  </a:lnTo>
                  <a:lnTo>
                    <a:pt x="3890556" y="1517614"/>
                  </a:lnTo>
                  <a:lnTo>
                    <a:pt x="3890650" y="1517614"/>
                  </a:lnTo>
                  <a:lnTo>
                    <a:pt x="3890745" y="1517614"/>
                  </a:lnTo>
                  <a:lnTo>
                    <a:pt x="3890745" y="1512703"/>
                  </a:lnTo>
                  <a:lnTo>
                    <a:pt x="3890933" y="1512703"/>
                  </a:lnTo>
                  <a:lnTo>
                    <a:pt x="3891027" y="1512703"/>
                  </a:lnTo>
                  <a:lnTo>
                    <a:pt x="3891404" y="1512703"/>
                  </a:lnTo>
                  <a:lnTo>
                    <a:pt x="3891780" y="1512703"/>
                  </a:lnTo>
                  <a:lnTo>
                    <a:pt x="3891969" y="1512703"/>
                  </a:lnTo>
                  <a:lnTo>
                    <a:pt x="3892345" y="1512703"/>
                  </a:lnTo>
                  <a:lnTo>
                    <a:pt x="3892439" y="1512703"/>
                  </a:lnTo>
                  <a:lnTo>
                    <a:pt x="3893004" y="1512703"/>
                  </a:lnTo>
                  <a:lnTo>
                    <a:pt x="3893381" y="1512703"/>
                  </a:lnTo>
                  <a:lnTo>
                    <a:pt x="3893569" y="1512703"/>
                  </a:lnTo>
                  <a:lnTo>
                    <a:pt x="3893663" y="1512703"/>
                  </a:lnTo>
                  <a:lnTo>
                    <a:pt x="3893852" y="1512703"/>
                  </a:lnTo>
                  <a:lnTo>
                    <a:pt x="3894228" y="1512703"/>
                  </a:lnTo>
                  <a:lnTo>
                    <a:pt x="3894511" y="1512703"/>
                  </a:lnTo>
                  <a:lnTo>
                    <a:pt x="3894793" y="1512703"/>
                  </a:lnTo>
                  <a:lnTo>
                    <a:pt x="3895076" y="1512703"/>
                  </a:lnTo>
                  <a:lnTo>
                    <a:pt x="3895264" y="1512703"/>
                  </a:lnTo>
                  <a:lnTo>
                    <a:pt x="3895546" y="1512703"/>
                  </a:lnTo>
                  <a:lnTo>
                    <a:pt x="3895640" y="1512703"/>
                  </a:lnTo>
                  <a:lnTo>
                    <a:pt x="3896111" y="1512703"/>
                  </a:lnTo>
                  <a:lnTo>
                    <a:pt x="3896205" y="1512703"/>
                  </a:lnTo>
                  <a:lnTo>
                    <a:pt x="3896676" y="1512703"/>
                  </a:lnTo>
                  <a:lnTo>
                    <a:pt x="3896959" y="1507792"/>
                  </a:lnTo>
                  <a:lnTo>
                    <a:pt x="3897053" y="1507792"/>
                  </a:lnTo>
                  <a:lnTo>
                    <a:pt x="3897241" y="1507792"/>
                  </a:lnTo>
                  <a:lnTo>
                    <a:pt x="3897429" y="1507792"/>
                  </a:lnTo>
                  <a:lnTo>
                    <a:pt x="3897524" y="1507792"/>
                  </a:lnTo>
                  <a:lnTo>
                    <a:pt x="3897900" y="1507792"/>
                  </a:lnTo>
                  <a:lnTo>
                    <a:pt x="3898088" y="1507792"/>
                  </a:lnTo>
                  <a:lnTo>
                    <a:pt x="3898183" y="1507792"/>
                  </a:lnTo>
                  <a:lnTo>
                    <a:pt x="3898277" y="1507792"/>
                  </a:lnTo>
                  <a:lnTo>
                    <a:pt x="3898371" y="1507792"/>
                  </a:lnTo>
                  <a:lnTo>
                    <a:pt x="3898653" y="1507792"/>
                  </a:lnTo>
                  <a:lnTo>
                    <a:pt x="3898747" y="1507792"/>
                  </a:lnTo>
                  <a:lnTo>
                    <a:pt x="3898842" y="1507792"/>
                  </a:lnTo>
                  <a:lnTo>
                    <a:pt x="3898842" y="1502880"/>
                  </a:lnTo>
                  <a:lnTo>
                    <a:pt x="3898936" y="1502880"/>
                  </a:lnTo>
                  <a:lnTo>
                    <a:pt x="3899030" y="1502880"/>
                  </a:lnTo>
                  <a:lnTo>
                    <a:pt x="3900913" y="1497969"/>
                  </a:lnTo>
                  <a:lnTo>
                    <a:pt x="3901007" y="1497969"/>
                  </a:lnTo>
                  <a:lnTo>
                    <a:pt x="3901572" y="1497969"/>
                  </a:lnTo>
                  <a:lnTo>
                    <a:pt x="3901760" y="1497969"/>
                  </a:lnTo>
                  <a:lnTo>
                    <a:pt x="3902043" y="1497969"/>
                  </a:lnTo>
                  <a:lnTo>
                    <a:pt x="3902137" y="1497969"/>
                  </a:lnTo>
                  <a:lnTo>
                    <a:pt x="3902325" y="1497969"/>
                  </a:lnTo>
                  <a:lnTo>
                    <a:pt x="3902514" y="1497969"/>
                  </a:lnTo>
                  <a:lnTo>
                    <a:pt x="3902608" y="1497969"/>
                  </a:lnTo>
                  <a:lnTo>
                    <a:pt x="3902796" y="1497969"/>
                  </a:lnTo>
                  <a:lnTo>
                    <a:pt x="3902890" y="1497969"/>
                  </a:lnTo>
                  <a:lnTo>
                    <a:pt x="3902984" y="1497969"/>
                  </a:lnTo>
                  <a:lnTo>
                    <a:pt x="3903078" y="1497969"/>
                  </a:lnTo>
                  <a:lnTo>
                    <a:pt x="3903173" y="1497969"/>
                  </a:lnTo>
                  <a:lnTo>
                    <a:pt x="3903361" y="1497969"/>
                  </a:lnTo>
                  <a:lnTo>
                    <a:pt x="3903832" y="1497969"/>
                  </a:lnTo>
                  <a:lnTo>
                    <a:pt x="3903926" y="1497969"/>
                  </a:lnTo>
                  <a:lnTo>
                    <a:pt x="3904020" y="1497969"/>
                  </a:lnTo>
                  <a:lnTo>
                    <a:pt x="3904302" y="1497969"/>
                  </a:lnTo>
                  <a:lnTo>
                    <a:pt x="3904585" y="1497969"/>
                  </a:lnTo>
                  <a:lnTo>
                    <a:pt x="3904679" y="1497969"/>
                  </a:lnTo>
                  <a:lnTo>
                    <a:pt x="3904867" y="1497969"/>
                  </a:lnTo>
                  <a:lnTo>
                    <a:pt x="3905056" y="1497969"/>
                  </a:lnTo>
                  <a:lnTo>
                    <a:pt x="3905150" y="1497969"/>
                  </a:lnTo>
                  <a:lnTo>
                    <a:pt x="3905244" y="1497969"/>
                  </a:lnTo>
                  <a:lnTo>
                    <a:pt x="3905621" y="1497969"/>
                  </a:lnTo>
                  <a:lnTo>
                    <a:pt x="3905903" y="1497969"/>
                  </a:lnTo>
                  <a:lnTo>
                    <a:pt x="3906374" y="1497969"/>
                  </a:lnTo>
                  <a:lnTo>
                    <a:pt x="3907033" y="1497969"/>
                  </a:lnTo>
                  <a:lnTo>
                    <a:pt x="3907315" y="1497969"/>
                  </a:lnTo>
                  <a:lnTo>
                    <a:pt x="3907598" y="1497969"/>
                  </a:lnTo>
                  <a:lnTo>
                    <a:pt x="3907692" y="1497969"/>
                  </a:lnTo>
                  <a:lnTo>
                    <a:pt x="3908351" y="1497969"/>
                  </a:lnTo>
                  <a:lnTo>
                    <a:pt x="3908445" y="1497969"/>
                  </a:lnTo>
                  <a:lnTo>
                    <a:pt x="3908728" y="1497969"/>
                  </a:lnTo>
                  <a:lnTo>
                    <a:pt x="3908822" y="1497969"/>
                  </a:lnTo>
                  <a:lnTo>
                    <a:pt x="3909198" y="1497969"/>
                  </a:lnTo>
                  <a:lnTo>
                    <a:pt x="3909387" y="1497969"/>
                  </a:lnTo>
                  <a:lnTo>
                    <a:pt x="3909669" y="1497969"/>
                  </a:lnTo>
                  <a:lnTo>
                    <a:pt x="3910140" y="1497969"/>
                  </a:lnTo>
                  <a:lnTo>
                    <a:pt x="3910234" y="1497969"/>
                  </a:lnTo>
                  <a:lnTo>
                    <a:pt x="3910422" y="1497969"/>
                  </a:lnTo>
                  <a:lnTo>
                    <a:pt x="3910611" y="1497969"/>
                  </a:lnTo>
                  <a:lnTo>
                    <a:pt x="3910705" y="1497969"/>
                  </a:lnTo>
                  <a:lnTo>
                    <a:pt x="3910893" y="1497969"/>
                  </a:lnTo>
                  <a:lnTo>
                    <a:pt x="3911458" y="1497969"/>
                  </a:lnTo>
                  <a:lnTo>
                    <a:pt x="3912023" y="1497969"/>
                  </a:lnTo>
                  <a:lnTo>
                    <a:pt x="3912400" y="1497969"/>
                  </a:lnTo>
                  <a:lnTo>
                    <a:pt x="3912494" y="1497969"/>
                  </a:lnTo>
                  <a:lnTo>
                    <a:pt x="3912588" y="1497969"/>
                  </a:lnTo>
                  <a:lnTo>
                    <a:pt x="3912682" y="1497969"/>
                  </a:lnTo>
                  <a:lnTo>
                    <a:pt x="3912776" y="1497969"/>
                  </a:lnTo>
                  <a:lnTo>
                    <a:pt x="3913059" y="1497969"/>
                  </a:lnTo>
                  <a:lnTo>
                    <a:pt x="3913153" y="1497969"/>
                  </a:lnTo>
                  <a:lnTo>
                    <a:pt x="3913247" y="1497969"/>
                  </a:lnTo>
                  <a:lnTo>
                    <a:pt x="3913341" y="1497969"/>
                  </a:lnTo>
                  <a:lnTo>
                    <a:pt x="3913624" y="1497969"/>
                  </a:lnTo>
                  <a:lnTo>
                    <a:pt x="3913718" y="1497969"/>
                  </a:lnTo>
                  <a:lnTo>
                    <a:pt x="3913812" y="1493057"/>
                  </a:lnTo>
                  <a:lnTo>
                    <a:pt x="3914283" y="1493057"/>
                  </a:lnTo>
                  <a:lnTo>
                    <a:pt x="3914377" y="1493057"/>
                  </a:lnTo>
                  <a:lnTo>
                    <a:pt x="3914565" y="1493057"/>
                  </a:lnTo>
                  <a:lnTo>
                    <a:pt x="3914659" y="1493057"/>
                  </a:lnTo>
                  <a:lnTo>
                    <a:pt x="3914848" y="1493057"/>
                  </a:lnTo>
                  <a:lnTo>
                    <a:pt x="3915036" y="1493057"/>
                  </a:lnTo>
                  <a:lnTo>
                    <a:pt x="3915130" y="1493057"/>
                  </a:lnTo>
                  <a:lnTo>
                    <a:pt x="3915507" y="1493057"/>
                  </a:lnTo>
                  <a:lnTo>
                    <a:pt x="3915601" y="1493057"/>
                  </a:lnTo>
                  <a:lnTo>
                    <a:pt x="3915883" y="1493057"/>
                  </a:lnTo>
                  <a:lnTo>
                    <a:pt x="3916071" y="1493057"/>
                  </a:lnTo>
                  <a:lnTo>
                    <a:pt x="3916542" y="1493057"/>
                  </a:lnTo>
                  <a:lnTo>
                    <a:pt x="3916731" y="1493057"/>
                  </a:lnTo>
                  <a:lnTo>
                    <a:pt x="3916825" y="1493057"/>
                  </a:lnTo>
                  <a:lnTo>
                    <a:pt x="3916919" y="1493057"/>
                  </a:lnTo>
                  <a:lnTo>
                    <a:pt x="3917295" y="1493057"/>
                  </a:lnTo>
                  <a:lnTo>
                    <a:pt x="3917672" y="1493057"/>
                  </a:lnTo>
                  <a:lnTo>
                    <a:pt x="3917766" y="1493057"/>
                  </a:lnTo>
                  <a:lnTo>
                    <a:pt x="3917860" y="1493057"/>
                  </a:lnTo>
                  <a:lnTo>
                    <a:pt x="3917955" y="1493057"/>
                  </a:lnTo>
                  <a:lnTo>
                    <a:pt x="3918049" y="1493057"/>
                  </a:lnTo>
                  <a:lnTo>
                    <a:pt x="3918237" y="1493057"/>
                  </a:lnTo>
                  <a:lnTo>
                    <a:pt x="3918425" y="1493057"/>
                  </a:lnTo>
                  <a:lnTo>
                    <a:pt x="3918802" y="1493057"/>
                  </a:lnTo>
                  <a:lnTo>
                    <a:pt x="3918896" y="1493057"/>
                  </a:lnTo>
                  <a:lnTo>
                    <a:pt x="3919273" y="1493057"/>
                  </a:lnTo>
                  <a:lnTo>
                    <a:pt x="3919367" y="1493057"/>
                  </a:lnTo>
                  <a:lnTo>
                    <a:pt x="3919649" y="1493057"/>
                  </a:lnTo>
                  <a:lnTo>
                    <a:pt x="3919743" y="1493057"/>
                  </a:lnTo>
                  <a:lnTo>
                    <a:pt x="3919838" y="1493057"/>
                  </a:lnTo>
                  <a:lnTo>
                    <a:pt x="3920026" y="1493057"/>
                  </a:lnTo>
                  <a:lnTo>
                    <a:pt x="3920120" y="1493057"/>
                  </a:lnTo>
                  <a:lnTo>
                    <a:pt x="3920873" y="1493057"/>
                  </a:lnTo>
                  <a:lnTo>
                    <a:pt x="3921156" y="1493057"/>
                  </a:lnTo>
                  <a:lnTo>
                    <a:pt x="3921250" y="1493057"/>
                  </a:lnTo>
                  <a:lnTo>
                    <a:pt x="3921344" y="1493057"/>
                  </a:lnTo>
                  <a:lnTo>
                    <a:pt x="3921626" y="1493057"/>
                  </a:lnTo>
                  <a:lnTo>
                    <a:pt x="3921721" y="1493057"/>
                  </a:lnTo>
                  <a:lnTo>
                    <a:pt x="3921815" y="1493057"/>
                  </a:lnTo>
                  <a:lnTo>
                    <a:pt x="3921909" y="1493057"/>
                  </a:lnTo>
                  <a:lnTo>
                    <a:pt x="3922286" y="1493057"/>
                  </a:lnTo>
                  <a:lnTo>
                    <a:pt x="3922474" y="1493057"/>
                  </a:lnTo>
                  <a:lnTo>
                    <a:pt x="3922568" y="1493057"/>
                  </a:lnTo>
                  <a:lnTo>
                    <a:pt x="3922756" y="1493057"/>
                  </a:lnTo>
                  <a:lnTo>
                    <a:pt x="3923510" y="1493057"/>
                  </a:lnTo>
                  <a:lnTo>
                    <a:pt x="3923604" y="1493057"/>
                  </a:lnTo>
                  <a:lnTo>
                    <a:pt x="3923980" y="1493057"/>
                  </a:lnTo>
                  <a:lnTo>
                    <a:pt x="3924074" y="1493057"/>
                  </a:lnTo>
                  <a:lnTo>
                    <a:pt x="3924451" y="1493057"/>
                  </a:lnTo>
                  <a:lnTo>
                    <a:pt x="3924639" y="1493057"/>
                  </a:lnTo>
                  <a:lnTo>
                    <a:pt x="3924828" y="1493057"/>
                  </a:lnTo>
                  <a:lnTo>
                    <a:pt x="3924922" y="1493057"/>
                  </a:lnTo>
                  <a:lnTo>
                    <a:pt x="3925769" y="1493057"/>
                  </a:lnTo>
                  <a:lnTo>
                    <a:pt x="3925957" y="1493057"/>
                  </a:lnTo>
                  <a:lnTo>
                    <a:pt x="3926428" y="1493057"/>
                  </a:lnTo>
                  <a:lnTo>
                    <a:pt x="3927087" y="1493057"/>
                  </a:lnTo>
                  <a:lnTo>
                    <a:pt x="3927181" y="1493057"/>
                  </a:lnTo>
                  <a:lnTo>
                    <a:pt x="3927276" y="1493057"/>
                  </a:lnTo>
                  <a:lnTo>
                    <a:pt x="3927370" y="1493057"/>
                  </a:lnTo>
                  <a:lnTo>
                    <a:pt x="3927464" y="1493057"/>
                  </a:lnTo>
                  <a:lnTo>
                    <a:pt x="3928500" y="1493057"/>
                  </a:lnTo>
                  <a:lnTo>
                    <a:pt x="3928594" y="1493057"/>
                  </a:lnTo>
                  <a:lnTo>
                    <a:pt x="3928688" y="1488146"/>
                  </a:lnTo>
                  <a:lnTo>
                    <a:pt x="3929065" y="1488146"/>
                  </a:lnTo>
                  <a:lnTo>
                    <a:pt x="3929253" y="1488146"/>
                  </a:lnTo>
                  <a:lnTo>
                    <a:pt x="3929724" y="1488146"/>
                  </a:lnTo>
                  <a:lnTo>
                    <a:pt x="3929818" y="1488146"/>
                  </a:lnTo>
                  <a:lnTo>
                    <a:pt x="3930194" y="1488146"/>
                  </a:lnTo>
                  <a:lnTo>
                    <a:pt x="3930383" y="1488146"/>
                  </a:lnTo>
                  <a:lnTo>
                    <a:pt x="3930477" y="1488146"/>
                  </a:lnTo>
                  <a:lnTo>
                    <a:pt x="3930571" y="1488146"/>
                  </a:lnTo>
                  <a:lnTo>
                    <a:pt x="3931136" y="1488146"/>
                  </a:lnTo>
                  <a:lnTo>
                    <a:pt x="3931230" y="1488146"/>
                  </a:lnTo>
                  <a:lnTo>
                    <a:pt x="3931512" y="1488146"/>
                  </a:lnTo>
                  <a:lnTo>
                    <a:pt x="3931795" y="1488146"/>
                  </a:lnTo>
                  <a:lnTo>
                    <a:pt x="3931889" y="1483235"/>
                  </a:lnTo>
                  <a:lnTo>
                    <a:pt x="3932360" y="1483235"/>
                  </a:lnTo>
                  <a:lnTo>
                    <a:pt x="3932642" y="1483235"/>
                  </a:lnTo>
                  <a:lnTo>
                    <a:pt x="3932831" y="1483235"/>
                  </a:lnTo>
                  <a:lnTo>
                    <a:pt x="3933396" y="1483235"/>
                  </a:lnTo>
                  <a:lnTo>
                    <a:pt x="3933678" y="1483235"/>
                  </a:lnTo>
                  <a:lnTo>
                    <a:pt x="3934243" y="1483235"/>
                  </a:lnTo>
                  <a:lnTo>
                    <a:pt x="3934337" y="1483235"/>
                  </a:lnTo>
                  <a:lnTo>
                    <a:pt x="3934525" y="1483235"/>
                  </a:lnTo>
                  <a:lnTo>
                    <a:pt x="3934619" y="1483235"/>
                  </a:lnTo>
                  <a:lnTo>
                    <a:pt x="3934714" y="1483235"/>
                  </a:lnTo>
                  <a:lnTo>
                    <a:pt x="3934808" y="1483235"/>
                  </a:lnTo>
                  <a:lnTo>
                    <a:pt x="3935184" y="1483235"/>
                  </a:lnTo>
                  <a:lnTo>
                    <a:pt x="3935279" y="1483235"/>
                  </a:lnTo>
                  <a:lnTo>
                    <a:pt x="3935561" y="1483235"/>
                  </a:lnTo>
                  <a:lnTo>
                    <a:pt x="3935749" y="1483235"/>
                  </a:lnTo>
                  <a:lnTo>
                    <a:pt x="3935938" y="1483235"/>
                  </a:lnTo>
                  <a:lnTo>
                    <a:pt x="3936032" y="1483235"/>
                  </a:lnTo>
                  <a:lnTo>
                    <a:pt x="3936597" y="1483235"/>
                  </a:lnTo>
                  <a:lnTo>
                    <a:pt x="3936691" y="1478323"/>
                  </a:lnTo>
                  <a:lnTo>
                    <a:pt x="3936785" y="1478323"/>
                  </a:lnTo>
                  <a:lnTo>
                    <a:pt x="3936973" y="1478323"/>
                  </a:lnTo>
                  <a:lnTo>
                    <a:pt x="3937727" y="1478323"/>
                  </a:lnTo>
                  <a:lnTo>
                    <a:pt x="3937915" y="1478323"/>
                  </a:lnTo>
                  <a:lnTo>
                    <a:pt x="3938197" y="1478323"/>
                  </a:lnTo>
                  <a:lnTo>
                    <a:pt x="3938291" y="1478323"/>
                  </a:lnTo>
                  <a:lnTo>
                    <a:pt x="3938668" y="1473412"/>
                  </a:lnTo>
                  <a:lnTo>
                    <a:pt x="3938856" y="1468501"/>
                  </a:lnTo>
                  <a:lnTo>
                    <a:pt x="3939515" y="1463589"/>
                  </a:lnTo>
                  <a:lnTo>
                    <a:pt x="3939610" y="1463589"/>
                  </a:lnTo>
                  <a:lnTo>
                    <a:pt x="3939704" y="1463589"/>
                  </a:lnTo>
                  <a:lnTo>
                    <a:pt x="3939798" y="1463589"/>
                  </a:lnTo>
                  <a:lnTo>
                    <a:pt x="3939892" y="1463589"/>
                  </a:lnTo>
                  <a:lnTo>
                    <a:pt x="3940269" y="1463589"/>
                  </a:lnTo>
                  <a:lnTo>
                    <a:pt x="3940928" y="1463589"/>
                  </a:lnTo>
                  <a:lnTo>
                    <a:pt x="3941116" y="1463589"/>
                  </a:lnTo>
                  <a:lnTo>
                    <a:pt x="3941210" y="1463589"/>
                  </a:lnTo>
                  <a:lnTo>
                    <a:pt x="3941398" y="1463589"/>
                  </a:lnTo>
                  <a:lnTo>
                    <a:pt x="3942058" y="1463589"/>
                  </a:lnTo>
                  <a:lnTo>
                    <a:pt x="3942152" y="1463589"/>
                  </a:lnTo>
                  <a:lnTo>
                    <a:pt x="3942246" y="1463589"/>
                  </a:lnTo>
                  <a:lnTo>
                    <a:pt x="3942528" y="1463589"/>
                  </a:lnTo>
                  <a:lnTo>
                    <a:pt x="3943093" y="1463589"/>
                  </a:lnTo>
                  <a:lnTo>
                    <a:pt x="3943187" y="1463589"/>
                  </a:lnTo>
                  <a:lnTo>
                    <a:pt x="3943281" y="1463589"/>
                  </a:lnTo>
                  <a:lnTo>
                    <a:pt x="3943658" y="1463589"/>
                  </a:lnTo>
                  <a:lnTo>
                    <a:pt x="3943752" y="1463589"/>
                  </a:lnTo>
                  <a:lnTo>
                    <a:pt x="3944035" y="1463589"/>
                  </a:lnTo>
                  <a:lnTo>
                    <a:pt x="3944129" y="1463589"/>
                  </a:lnTo>
                  <a:lnTo>
                    <a:pt x="3944317" y="1463589"/>
                  </a:lnTo>
                  <a:lnTo>
                    <a:pt x="3944600" y="1463589"/>
                  </a:lnTo>
                  <a:lnTo>
                    <a:pt x="3944694" y="1463589"/>
                  </a:lnTo>
                  <a:lnTo>
                    <a:pt x="3944976" y="1458678"/>
                  </a:lnTo>
                  <a:lnTo>
                    <a:pt x="3945165" y="1458678"/>
                  </a:lnTo>
                  <a:lnTo>
                    <a:pt x="3945259" y="1458678"/>
                  </a:lnTo>
                  <a:lnTo>
                    <a:pt x="3945541" y="1458678"/>
                  </a:lnTo>
                  <a:lnTo>
                    <a:pt x="3946106" y="1458678"/>
                  </a:lnTo>
                  <a:lnTo>
                    <a:pt x="3946200" y="1458678"/>
                  </a:lnTo>
                  <a:lnTo>
                    <a:pt x="3946294" y="1458678"/>
                  </a:lnTo>
                  <a:lnTo>
                    <a:pt x="3946483" y="1458678"/>
                  </a:lnTo>
                  <a:lnTo>
                    <a:pt x="3946671" y="1458678"/>
                  </a:lnTo>
                  <a:lnTo>
                    <a:pt x="3946765" y="1458678"/>
                  </a:lnTo>
                  <a:lnTo>
                    <a:pt x="3946953" y="1458678"/>
                  </a:lnTo>
                  <a:lnTo>
                    <a:pt x="3947424" y="1458678"/>
                  </a:lnTo>
                  <a:lnTo>
                    <a:pt x="3947707" y="1458678"/>
                  </a:lnTo>
                  <a:lnTo>
                    <a:pt x="3947801" y="1458678"/>
                  </a:lnTo>
                  <a:lnTo>
                    <a:pt x="3947989" y="1458678"/>
                  </a:lnTo>
                  <a:lnTo>
                    <a:pt x="3948272" y="1458678"/>
                  </a:lnTo>
                  <a:lnTo>
                    <a:pt x="3948460" y="1458678"/>
                  </a:lnTo>
                  <a:lnTo>
                    <a:pt x="3948931" y="1458678"/>
                  </a:lnTo>
                  <a:lnTo>
                    <a:pt x="3949213" y="1458678"/>
                  </a:lnTo>
                  <a:lnTo>
                    <a:pt x="3949307" y="1458678"/>
                  </a:lnTo>
                  <a:lnTo>
                    <a:pt x="3949496" y="1458678"/>
                  </a:lnTo>
                  <a:lnTo>
                    <a:pt x="3949966" y="1458678"/>
                  </a:lnTo>
                  <a:lnTo>
                    <a:pt x="3950720" y="1458678"/>
                  </a:lnTo>
                  <a:lnTo>
                    <a:pt x="3950814" y="1458678"/>
                  </a:lnTo>
                  <a:lnTo>
                    <a:pt x="3950908" y="1458678"/>
                  </a:lnTo>
                  <a:lnTo>
                    <a:pt x="3951190" y="1458678"/>
                  </a:lnTo>
                  <a:lnTo>
                    <a:pt x="3951284" y="1458678"/>
                  </a:lnTo>
                  <a:lnTo>
                    <a:pt x="3952132" y="1453766"/>
                  </a:lnTo>
                  <a:lnTo>
                    <a:pt x="3952320" y="1453766"/>
                  </a:lnTo>
                  <a:lnTo>
                    <a:pt x="3953262" y="1453766"/>
                  </a:lnTo>
                  <a:lnTo>
                    <a:pt x="3953356" y="1453766"/>
                  </a:lnTo>
                  <a:lnTo>
                    <a:pt x="3953732" y="1453766"/>
                  </a:lnTo>
                  <a:lnTo>
                    <a:pt x="3953921" y="1453766"/>
                  </a:lnTo>
                  <a:lnTo>
                    <a:pt x="3954391" y="1453766"/>
                  </a:lnTo>
                  <a:lnTo>
                    <a:pt x="3954486" y="1453766"/>
                  </a:lnTo>
                  <a:lnTo>
                    <a:pt x="3954580" y="1453766"/>
                  </a:lnTo>
                  <a:lnTo>
                    <a:pt x="3954674" y="1453766"/>
                  </a:lnTo>
                  <a:lnTo>
                    <a:pt x="3954862" y="1453766"/>
                  </a:lnTo>
                  <a:lnTo>
                    <a:pt x="3955145" y="1453766"/>
                  </a:lnTo>
                  <a:lnTo>
                    <a:pt x="3955521" y="1453766"/>
                  </a:lnTo>
                  <a:lnTo>
                    <a:pt x="3955615" y="1453766"/>
                  </a:lnTo>
                  <a:lnTo>
                    <a:pt x="3955898" y="1453766"/>
                  </a:lnTo>
                  <a:lnTo>
                    <a:pt x="3956086" y="1453766"/>
                  </a:lnTo>
                  <a:lnTo>
                    <a:pt x="3956180" y="1453766"/>
                  </a:lnTo>
                  <a:lnTo>
                    <a:pt x="3956274" y="1453766"/>
                  </a:lnTo>
                  <a:lnTo>
                    <a:pt x="3956557" y="1453766"/>
                  </a:lnTo>
                  <a:lnTo>
                    <a:pt x="3956651" y="1453766"/>
                  </a:lnTo>
                  <a:lnTo>
                    <a:pt x="3957028" y="1453766"/>
                  </a:lnTo>
                  <a:lnTo>
                    <a:pt x="3957122" y="1453766"/>
                  </a:lnTo>
                  <a:lnTo>
                    <a:pt x="3957216" y="1453766"/>
                  </a:lnTo>
                  <a:lnTo>
                    <a:pt x="3957310" y="1453766"/>
                  </a:lnTo>
                  <a:lnTo>
                    <a:pt x="3957404" y="1453766"/>
                  </a:lnTo>
                  <a:lnTo>
                    <a:pt x="3957687" y="1453766"/>
                  </a:lnTo>
                  <a:lnTo>
                    <a:pt x="3957969" y="1453766"/>
                  </a:lnTo>
                  <a:lnTo>
                    <a:pt x="3958063" y="1453766"/>
                  </a:lnTo>
                  <a:lnTo>
                    <a:pt x="3958158" y="1453766"/>
                  </a:lnTo>
                  <a:lnTo>
                    <a:pt x="3958346" y="1453766"/>
                  </a:lnTo>
                  <a:lnTo>
                    <a:pt x="3958534" y="1453766"/>
                  </a:lnTo>
                  <a:lnTo>
                    <a:pt x="3958817" y="1453766"/>
                  </a:lnTo>
                  <a:lnTo>
                    <a:pt x="3959099" y="1453766"/>
                  </a:lnTo>
                  <a:lnTo>
                    <a:pt x="3959287" y="1453766"/>
                  </a:lnTo>
                  <a:lnTo>
                    <a:pt x="3959570" y="1453766"/>
                  </a:lnTo>
                  <a:lnTo>
                    <a:pt x="3959946" y="1453766"/>
                  </a:lnTo>
                  <a:lnTo>
                    <a:pt x="3960041" y="1453766"/>
                  </a:lnTo>
                  <a:lnTo>
                    <a:pt x="3960229" y="1453766"/>
                  </a:lnTo>
                  <a:lnTo>
                    <a:pt x="3960323" y="1453766"/>
                  </a:lnTo>
                  <a:lnTo>
                    <a:pt x="3960605" y="1453766"/>
                  </a:lnTo>
                  <a:lnTo>
                    <a:pt x="3960700" y="1453766"/>
                  </a:lnTo>
                  <a:lnTo>
                    <a:pt x="3960794" y="1453766"/>
                  </a:lnTo>
                  <a:lnTo>
                    <a:pt x="3960888" y="1453766"/>
                  </a:lnTo>
                  <a:lnTo>
                    <a:pt x="3961265" y="1453766"/>
                  </a:lnTo>
                  <a:lnTo>
                    <a:pt x="3961359" y="1453766"/>
                  </a:lnTo>
                  <a:lnTo>
                    <a:pt x="3966537" y="1443944"/>
                  </a:lnTo>
                  <a:lnTo>
                    <a:pt x="3966631" y="1443944"/>
                  </a:lnTo>
                  <a:lnTo>
                    <a:pt x="3966914" y="1443944"/>
                  </a:lnTo>
                  <a:lnTo>
                    <a:pt x="3967196" y="1443944"/>
                  </a:lnTo>
                  <a:lnTo>
                    <a:pt x="3967761" y="1443944"/>
                  </a:lnTo>
                  <a:lnTo>
                    <a:pt x="3968044" y="1439032"/>
                  </a:lnTo>
                  <a:lnTo>
                    <a:pt x="3968138" y="1439032"/>
                  </a:lnTo>
                  <a:lnTo>
                    <a:pt x="3968232" y="1439032"/>
                  </a:lnTo>
                  <a:lnTo>
                    <a:pt x="3968420" y="1439032"/>
                  </a:lnTo>
                  <a:lnTo>
                    <a:pt x="3968608" y="1439032"/>
                  </a:lnTo>
                  <a:lnTo>
                    <a:pt x="3968703" y="1439032"/>
                  </a:lnTo>
                  <a:lnTo>
                    <a:pt x="3968797" y="1439032"/>
                  </a:lnTo>
                  <a:lnTo>
                    <a:pt x="3969173" y="1439032"/>
                  </a:lnTo>
                  <a:lnTo>
                    <a:pt x="3969267" y="1439032"/>
                  </a:lnTo>
                  <a:lnTo>
                    <a:pt x="3969362" y="1439032"/>
                  </a:lnTo>
                  <a:lnTo>
                    <a:pt x="3969832" y="1439032"/>
                  </a:lnTo>
                  <a:lnTo>
                    <a:pt x="3970021" y="1439032"/>
                  </a:lnTo>
                  <a:lnTo>
                    <a:pt x="3970209" y="1439032"/>
                  </a:lnTo>
                  <a:lnTo>
                    <a:pt x="3970303" y="1439032"/>
                  </a:lnTo>
                  <a:lnTo>
                    <a:pt x="3970397" y="1439032"/>
                  </a:lnTo>
                  <a:lnTo>
                    <a:pt x="3970680" y="1439032"/>
                  </a:lnTo>
                  <a:lnTo>
                    <a:pt x="3970774" y="1439032"/>
                  </a:lnTo>
                  <a:lnTo>
                    <a:pt x="3970868" y="1439032"/>
                  </a:lnTo>
                  <a:lnTo>
                    <a:pt x="3970962" y="1439032"/>
                  </a:lnTo>
                  <a:lnTo>
                    <a:pt x="3971339" y="1439032"/>
                  </a:lnTo>
                  <a:lnTo>
                    <a:pt x="3971433" y="1439032"/>
                  </a:lnTo>
                  <a:lnTo>
                    <a:pt x="3971527" y="1439032"/>
                  </a:lnTo>
                  <a:lnTo>
                    <a:pt x="3971621" y="1439032"/>
                  </a:lnTo>
                  <a:lnTo>
                    <a:pt x="3971715" y="1439032"/>
                  </a:lnTo>
                  <a:lnTo>
                    <a:pt x="3971998" y="1439032"/>
                  </a:lnTo>
                  <a:lnTo>
                    <a:pt x="3972186" y="1439032"/>
                  </a:lnTo>
                  <a:lnTo>
                    <a:pt x="3972280" y="1439032"/>
                  </a:lnTo>
                  <a:lnTo>
                    <a:pt x="3972657" y="1439032"/>
                  </a:lnTo>
                  <a:lnTo>
                    <a:pt x="3973128" y="1439032"/>
                  </a:lnTo>
                  <a:lnTo>
                    <a:pt x="3973222" y="1439032"/>
                  </a:lnTo>
                  <a:lnTo>
                    <a:pt x="3973316" y="1439032"/>
                  </a:lnTo>
                  <a:lnTo>
                    <a:pt x="3973598" y="1434121"/>
                  </a:lnTo>
                  <a:lnTo>
                    <a:pt x="3974258" y="1434121"/>
                  </a:lnTo>
                  <a:lnTo>
                    <a:pt x="3974446" y="1434121"/>
                  </a:lnTo>
                  <a:lnTo>
                    <a:pt x="3974446" y="1429210"/>
                  </a:lnTo>
                  <a:lnTo>
                    <a:pt x="3974540" y="1429210"/>
                  </a:lnTo>
                  <a:lnTo>
                    <a:pt x="3974822" y="1429210"/>
                  </a:lnTo>
                  <a:lnTo>
                    <a:pt x="3975199" y="1429210"/>
                  </a:lnTo>
                  <a:lnTo>
                    <a:pt x="3975293" y="1429210"/>
                  </a:lnTo>
                  <a:lnTo>
                    <a:pt x="3975387" y="1429210"/>
                  </a:lnTo>
                  <a:lnTo>
                    <a:pt x="3976329" y="1424298"/>
                  </a:lnTo>
                  <a:lnTo>
                    <a:pt x="3976423" y="1424298"/>
                  </a:lnTo>
                  <a:lnTo>
                    <a:pt x="3976517" y="1424298"/>
                  </a:lnTo>
                  <a:lnTo>
                    <a:pt x="3976800" y="1424298"/>
                  </a:lnTo>
                  <a:lnTo>
                    <a:pt x="3977459" y="1424298"/>
                  </a:lnTo>
                  <a:lnTo>
                    <a:pt x="3977647" y="1424298"/>
                  </a:lnTo>
                  <a:lnTo>
                    <a:pt x="3978118" y="1424298"/>
                  </a:lnTo>
                  <a:lnTo>
                    <a:pt x="3978212" y="1424298"/>
                  </a:lnTo>
                  <a:lnTo>
                    <a:pt x="3978494" y="1424298"/>
                  </a:lnTo>
                  <a:lnTo>
                    <a:pt x="3978589" y="1424298"/>
                  </a:lnTo>
                  <a:lnTo>
                    <a:pt x="3978683" y="1424298"/>
                  </a:lnTo>
                  <a:lnTo>
                    <a:pt x="3978777" y="1424298"/>
                  </a:lnTo>
                  <a:lnTo>
                    <a:pt x="3978965" y="1424298"/>
                  </a:lnTo>
                  <a:lnTo>
                    <a:pt x="3979530" y="1419387"/>
                  </a:lnTo>
                  <a:lnTo>
                    <a:pt x="3979624" y="1419387"/>
                  </a:lnTo>
                  <a:lnTo>
                    <a:pt x="3979813" y="1419387"/>
                  </a:lnTo>
                  <a:lnTo>
                    <a:pt x="3979907" y="1419387"/>
                  </a:lnTo>
                  <a:lnTo>
                    <a:pt x="3980095" y="1419387"/>
                  </a:lnTo>
                  <a:lnTo>
                    <a:pt x="3980660" y="1419387"/>
                  </a:lnTo>
                  <a:lnTo>
                    <a:pt x="3980942" y="1419387"/>
                  </a:lnTo>
                  <a:lnTo>
                    <a:pt x="3981225" y="1419387"/>
                  </a:lnTo>
                  <a:lnTo>
                    <a:pt x="3981319" y="1419387"/>
                  </a:lnTo>
                  <a:lnTo>
                    <a:pt x="3982260" y="1419387"/>
                  </a:lnTo>
                  <a:lnTo>
                    <a:pt x="3982543" y="1419387"/>
                  </a:lnTo>
                  <a:lnTo>
                    <a:pt x="3982637" y="1419387"/>
                  </a:lnTo>
                  <a:lnTo>
                    <a:pt x="3982920" y="1419387"/>
                  </a:lnTo>
                  <a:lnTo>
                    <a:pt x="3983202" y="1419387"/>
                  </a:lnTo>
                  <a:lnTo>
                    <a:pt x="3983296" y="1419387"/>
                  </a:lnTo>
                  <a:lnTo>
                    <a:pt x="3983861" y="1419387"/>
                  </a:lnTo>
                  <a:lnTo>
                    <a:pt x="3984144" y="1419387"/>
                  </a:lnTo>
                  <a:lnTo>
                    <a:pt x="3984332" y="1419387"/>
                  </a:lnTo>
                  <a:lnTo>
                    <a:pt x="3984520" y="1419387"/>
                  </a:lnTo>
                  <a:lnTo>
                    <a:pt x="3984614" y="1419387"/>
                  </a:lnTo>
                  <a:lnTo>
                    <a:pt x="3984708" y="1419387"/>
                  </a:lnTo>
                  <a:lnTo>
                    <a:pt x="3985368" y="1419387"/>
                  </a:lnTo>
                  <a:lnTo>
                    <a:pt x="3985462" y="1419387"/>
                  </a:lnTo>
                  <a:lnTo>
                    <a:pt x="3985838" y="1419387"/>
                  </a:lnTo>
                  <a:lnTo>
                    <a:pt x="3986215" y="1419387"/>
                  </a:lnTo>
                  <a:lnTo>
                    <a:pt x="3986309" y="1419387"/>
                  </a:lnTo>
                  <a:lnTo>
                    <a:pt x="3986403" y="1419387"/>
                  </a:lnTo>
                  <a:lnTo>
                    <a:pt x="3986780" y="1419387"/>
                  </a:lnTo>
                  <a:lnTo>
                    <a:pt x="3986874" y="1419387"/>
                  </a:lnTo>
                  <a:lnTo>
                    <a:pt x="3987910" y="1419387"/>
                  </a:lnTo>
                  <a:lnTo>
                    <a:pt x="3988098" y="1419387"/>
                  </a:lnTo>
                  <a:lnTo>
                    <a:pt x="3988569" y="1419387"/>
                  </a:lnTo>
                  <a:lnTo>
                    <a:pt x="3988663" y="1419387"/>
                  </a:lnTo>
                  <a:lnTo>
                    <a:pt x="3989134" y="1419387"/>
                  </a:lnTo>
                  <a:lnTo>
                    <a:pt x="3989699" y="1419387"/>
                  </a:lnTo>
                  <a:lnTo>
                    <a:pt x="3989793" y="1419387"/>
                  </a:lnTo>
                  <a:lnTo>
                    <a:pt x="3990263" y="1419387"/>
                  </a:lnTo>
                  <a:lnTo>
                    <a:pt x="3990358" y="1419387"/>
                  </a:lnTo>
                  <a:lnTo>
                    <a:pt x="3990452" y="1419387"/>
                  </a:lnTo>
                  <a:lnTo>
                    <a:pt x="3990546" y="1419387"/>
                  </a:lnTo>
                  <a:lnTo>
                    <a:pt x="3990640" y="1419387"/>
                  </a:lnTo>
                  <a:lnTo>
                    <a:pt x="3990734" y="1419387"/>
                  </a:lnTo>
                  <a:lnTo>
                    <a:pt x="3991299" y="1419387"/>
                  </a:lnTo>
                  <a:lnTo>
                    <a:pt x="3991770" y="1419387"/>
                  </a:lnTo>
                  <a:lnTo>
                    <a:pt x="3992241" y="1419387"/>
                  </a:lnTo>
                  <a:lnTo>
                    <a:pt x="3992429" y="1419387"/>
                  </a:lnTo>
                  <a:lnTo>
                    <a:pt x="3992806" y="1419387"/>
                  </a:lnTo>
                  <a:lnTo>
                    <a:pt x="3993088" y="1419387"/>
                  </a:lnTo>
                  <a:lnTo>
                    <a:pt x="3993276" y="1419387"/>
                  </a:lnTo>
                  <a:lnTo>
                    <a:pt x="3993653" y="1419387"/>
                  </a:lnTo>
                  <a:lnTo>
                    <a:pt x="3994124" y="1419387"/>
                  </a:lnTo>
                  <a:lnTo>
                    <a:pt x="3994406" y="1419387"/>
                  </a:lnTo>
                  <a:lnTo>
                    <a:pt x="3994594" y="1419387"/>
                  </a:lnTo>
                  <a:lnTo>
                    <a:pt x="3994689" y="1419387"/>
                  </a:lnTo>
                  <a:lnTo>
                    <a:pt x="3995630" y="1419387"/>
                  </a:lnTo>
                  <a:lnTo>
                    <a:pt x="3995724" y="1419387"/>
                  </a:lnTo>
                  <a:lnTo>
                    <a:pt x="3995913" y="1419387"/>
                  </a:lnTo>
                  <a:lnTo>
                    <a:pt x="3996477" y="1419387"/>
                  </a:lnTo>
                  <a:lnTo>
                    <a:pt x="3996948" y="1419387"/>
                  </a:lnTo>
                  <a:lnTo>
                    <a:pt x="3997796" y="1414475"/>
                  </a:lnTo>
                  <a:lnTo>
                    <a:pt x="3997890" y="1414475"/>
                  </a:lnTo>
                  <a:lnTo>
                    <a:pt x="3997984" y="1414475"/>
                  </a:lnTo>
                  <a:lnTo>
                    <a:pt x="3998266" y="1414475"/>
                  </a:lnTo>
                  <a:lnTo>
                    <a:pt x="3998455" y="1414475"/>
                  </a:lnTo>
                  <a:lnTo>
                    <a:pt x="3998831" y="1414475"/>
                  </a:lnTo>
                  <a:lnTo>
                    <a:pt x="3999208" y="1414475"/>
                  </a:lnTo>
                  <a:lnTo>
                    <a:pt x="3999396" y="1414475"/>
                  </a:lnTo>
                  <a:lnTo>
                    <a:pt x="3999679" y="1414475"/>
                  </a:lnTo>
                  <a:lnTo>
                    <a:pt x="3999773" y="1414475"/>
                  </a:lnTo>
                  <a:lnTo>
                    <a:pt x="3999961" y="1414475"/>
                  </a:lnTo>
                  <a:lnTo>
                    <a:pt x="4000432" y="1414475"/>
                  </a:lnTo>
                  <a:lnTo>
                    <a:pt x="4000620" y="1414475"/>
                  </a:lnTo>
                  <a:lnTo>
                    <a:pt x="4000997" y="1414475"/>
                  </a:lnTo>
                  <a:lnTo>
                    <a:pt x="4001373" y="1414475"/>
                  </a:lnTo>
                  <a:lnTo>
                    <a:pt x="4001750" y="1414475"/>
                  </a:lnTo>
                  <a:lnTo>
                    <a:pt x="4001938" y="1414475"/>
                  </a:lnTo>
                  <a:lnTo>
                    <a:pt x="4002032" y="1414475"/>
                  </a:lnTo>
                  <a:lnTo>
                    <a:pt x="4002692" y="1414475"/>
                  </a:lnTo>
                  <a:lnTo>
                    <a:pt x="4003068" y="1414475"/>
                  </a:lnTo>
                  <a:lnTo>
                    <a:pt x="4003162" y="1414475"/>
                  </a:lnTo>
                  <a:lnTo>
                    <a:pt x="4003256" y="1414475"/>
                  </a:lnTo>
                  <a:lnTo>
                    <a:pt x="4003351" y="1414475"/>
                  </a:lnTo>
                  <a:lnTo>
                    <a:pt x="4003539" y="1414475"/>
                  </a:lnTo>
                  <a:lnTo>
                    <a:pt x="4003633" y="1414475"/>
                  </a:lnTo>
                  <a:lnTo>
                    <a:pt x="4003727" y="1414475"/>
                  </a:lnTo>
                  <a:lnTo>
                    <a:pt x="4004010" y="1414475"/>
                  </a:lnTo>
                  <a:lnTo>
                    <a:pt x="4004104" y="1414475"/>
                  </a:lnTo>
                  <a:lnTo>
                    <a:pt x="4005045" y="1414475"/>
                  </a:lnTo>
                  <a:lnTo>
                    <a:pt x="4005422" y="1414475"/>
                  </a:lnTo>
                  <a:lnTo>
                    <a:pt x="4005516" y="1414475"/>
                  </a:lnTo>
                  <a:lnTo>
                    <a:pt x="4005610" y="1414475"/>
                  </a:lnTo>
                  <a:lnTo>
                    <a:pt x="4005704" y="1404653"/>
                  </a:lnTo>
                  <a:lnTo>
                    <a:pt x="4006175" y="1404653"/>
                  </a:lnTo>
                  <a:lnTo>
                    <a:pt x="4006269" y="1404653"/>
                  </a:lnTo>
                  <a:lnTo>
                    <a:pt x="4006646" y="1404653"/>
                  </a:lnTo>
                  <a:lnTo>
                    <a:pt x="4006740" y="1404653"/>
                  </a:lnTo>
                  <a:lnTo>
                    <a:pt x="4007305" y="1404653"/>
                  </a:lnTo>
                  <a:lnTo>
                    <a:pt x="4007399" y="1404653"/>
                  </a:lnTo>
                  <a:lnTo>
                    <a:pt x="4007682" y="1399741"/>
                  </a:lnTo>
                  <a:lnTo>
                    <a:pt x="4007776" y="1399741"/>
                  </a:lnTo>
                  <a:lnTo>
                    <a:pt x="4007964" y="1399741"/>
                  </a:lnTo>
                  <a:lnTo>
                    <a:pt x="4008152" y="1399741"/>
                  </a:lnTo>
                  <a:lnTo>
                    <a:pt x="4008529" y="1399741"/>
                  </a:lnTo>
                  <a:lnTo>
                    <a:pt x="4008623" y="1399741"/>
                  </a:lnTo>
                  <a:lnTo>
                    <a:pt x="4009000" y="1399741"/>
                  </a:lnTo>
                  <a:lnTo>
                    <a:pt x="4009094" y="1399741"/>
                  </a:lnTo>
                  <a:lnTo>
                    <a:pt x="4009188" y="1399741"/>
                  </a:lnTo>
                  <a:lnTo>
                    <a:pt x="4009470" y="1399741"/>
                  </a:lnTo>
                  <a:lnTo>
                    <a:pt x="4010130" y="1399741"/>
                  </a:lnTo>
                  <a:lnTo>
                    <a:pt x="4010224" y="1399741"/>
                  </a:lnTo>
                  <a:lnTo>
                    <a:pt x="4010318" y="1399741"/>
                  </a:lnTo>
                  <a:lnTo>
                    <a:pt x="4010412" y="1399741"/>
                  </a:lnTo>
                  <a:lnTo>
                    <a:pt x="4010600" y="1399741"/>
                  </a:lnTo>
                  <a:lnTo>
                    <a:pt x="4012013" y="1394830"/>
                  </a:lnTo>
                  <a:lnTo>
                    <a:pt x="4012201" y="1394830"/>
                  </a:lnTo>
                  <a:lnTo>
                    <a:pt x="4012295" y="1394830"/>
                  </a:lnTo>
                  <a:lnTo>
                    <a:pt x="4012672" y="1394830"/>
                  </a:lnTo>
                  <a:lnTo>
                    <a:pt x="4012860" y="1394830"/>
                  </a:lnTo>
                  <a:lnTo>
                    <a:pt x="4012954" y="1394830"/>
                  </a:lnTo>
                  <a:lnTo>
                    <a:pt x="4013048" y="1394830"/>
                  </a:lnTo>
                  <a:lnTo>
                    <a:pt x="4013331" y="1394830"/>
                  </a:lnTo>
                  <a:lnTo>
                    <a:pt x="4013519" y="1394830"/>
                  </a:lnTo>
                  <a:lnTo>
                    <a:pt x="4013990" y="1394830"/>
                  </a:lnTo>
                  <a:lnTo>
                    <a:pt x="4014272" y="1394830"/>
                  </a:lnTo>
                  <a:lnTo>
                    <a:pt x="4014649" y="1394830"/>
                  </a:lnTo>
                  <a:lnTo>
                    <a:pt x="4014743" y="1394830"/>
                  </a:lnTo>
                  <a:lnTo>
                    <a:pt x="4014837" y="1394830"/>
                  </a:lnTo>
                  <a:lnTo>
                    <a:pt x="4015120" y="1394830"/>
                  </a:lnTo>
                  <a:lnTo>
                    <a:pt x="4015590" y="1394830"/>
                  </a:lnTo>
                  <a:lnTo>
                    <a:pt x="4016344" y="1394830"/>
                  </a:lnTo>
                  <a:lnTo>
                    <a:pt x="4016626" y="1394830"/>
                  </a:lnTo>
                  <a:lnTo>
                    <a:pt x="4016720" y="1394830"/>
                  </a:lnTo>
                  <a:lnTo>
                    <a:pt x="4017191" y="1394830"/>
                  </a:lnTo>
                  <a:lnTo>
                    <a:pt x="4017379" y="1394830"/>
                  </a:lnTo>
                  <a:lnTo>
                    <a:pt x="4017473" y="1394830"/>
                  </a:lnTo>
                  <a:lnTo>
                    <a:pt x="4017662" y="1394830"/>
                  </a:lnTo>
                  <a:lnTo>
                    <a:pt x="4018321" y="1394830"/>
                  </a:lnTo>
                  <a:lnTo>
                    <a:pt x="4018415" y="1394830"/>
                  </a:lnTo>
                  <a:lnTo>
                    <a:pt x="4018509" y="1394830"/>
                  </a:lnTo>
                  <a:lnTo>
                    <a:pt x="4018603" y="1394830"/>
                  </a:lnTo>
                  <a:lnTo>
                    <a:pt x="4018697" y="1394830"/>
                  </a:lnTo>
                  <a:lnTo>
                    <a:pt x="4018792" y="1394830"/>
                  </a:lnTo>
                  <a:lnTo>
                    <a:pt x="4018980" y="1394830"/>
                  </a:lnTo>
                  <a:lnTo>
                    <a:pt x="4019262" y="1394830"/>
                  </a:lnTo>
                  <a:lnTo>
                    <a:pt x="4019545" y="1394830"/>
                  </a:lnTo>
                  <a:lnTo>
                    <a:pt x="4019827" y="1394830"/>
                  </a:lnTo>
                  <a:lnTo>
                    <a:pt x="4019921" y="1394830"/>
                  </a:lnTo>
                  <a:lnTo>
                    <a:pt x="4020580" y="1394830"/>
                  </a:lnTo>
                  <a:lnTo>
                    <a:pt x="4020675" y="1394830"/>
                  </a:lnTo>
                  <a:lnTo>
                    <a:pt x="4020769" y="1394830"/>
                  </a:lnTo>
                  <a:lnTo>
                    <a:pt x="4021051" y="1394830"/>
                  </a:lnTo>
                  <a:lnTo>
                    <a:pt x="4021428" y="1394830"/>
                  </a:lnTo>
                  <a:lnTo>
                    <a:pt x="4021616" y="1394830"/>
                  </a:lnTo>
                  <a:lnTo>
                    <a:pt x="4022181" y="1394830"/>
                  </a:lnTo>
                  <a:lnTo>
                    <a:pt x="4022275" y="1394830"/>
                  </a:lnTo>
                  <a:lnTo>
                    <a:pt x="4022558" y="1394830"/>
                  </a:lnTo>
                  <a:lnTo>
                    <a:pt x="4023028" y="1394830"/>
                  </a:lnTo>
                  <a:lnTo>
                    <a:pt x="4023123" y="1394830"/>
                  </a:lnTo>
                  <a:lnTo>
                    <a:pt x="4023405" y="1394830"/>
                  </a:lnTo>
                  <a:lnTo>
                    <a:pt x="4023499" y="1394830"/>
                  </a:lnTo>
                  <a:lnTo>
                    <a:pt x="4023593" y="1394830"/>
                  </a:lnTo>
                  <a:lnTo>
                    <a:pt x="4023687" y="1394830"/>
                  </a:lnTo>
                  <a:lnTo>
                    <a:pt x="4025006" y="1394830"/>
                  </a:lnTo>
                  <a:lnTo>
                    <a:pt x="4025382" y="1394830"/>
                  </a:lnTo>
                  <a:lnTo>
                    <a:pt x="4025665" y="1394830"/>
                  </a:lnTo>
                  <a:lnTo>
                    <a:pt x="4025759" y="1394830"/>
                  </a:lnTo>
                  <a:lnTo>
                    <a:pt x="4025947" y="1394830"/>
                  </a:lnTo>
                  <a:lnTo>
                    <a:pt x="4026041" y="1394830"/>
                  </a:lnTo>
                  <a:lnTo>
                    <a:pt x="4026135" y="1394830"/>
                  </a:lnTo>
                  <a:lnTo>
                    <a:pt x="4026230" y="1394830"/>
                  </a:lnTo>
                  <a:lnTo>
                    <a:pt x="4026418" y="1394830"/>
                  </a:lnTo>
                  <a:lnTo>
                    <a:pt x="4026983" y="1394830"/>
                  </a:lnTo>
                  <a:lnTo>
                    <a:pt x="4027171" y="1394830"/>
                  </a:lnTo>
                  <a:lnTo>
                    <a:pt x="4027265" y="1394830"/>
                  </a:lnTo>
                  <a:lnTo>
                    <a:pt x="4027548" y="1394830"/>
                  </a:lnTo>
                  <a:lnTo>
                    <a:pt x="4028113" y="1394830"/>
                  </a:lnTo>
                  <a:lnTo>
                    <a:pt x="4028489" y="1394830"/>
                  </a:lnTo>
                  <a:lnTo>
                    <a:pt x="4028583" y="1394830"/>
                  </a:lnTo>
                  <a:lnTo>
                    <a:pt x="4028866" y="1394830"/>
                  </a:lnTo>
                  <a:lnTo>
                    <a:pt x="4028960" y="1394830"/>
                  </a:lnTo>
                  <a:lnTo>
                    <a:pt x="4029148" y="1394830"/>
                  </a:lnTo>
                  <a:lnTo>
                    <a:pt x="4029431" y="1394830"/>
                  </a:lnTo>
                  <a:lnTo>
                    <a:pt x="4029619" y="1394830"/>
                  </a:lnTo>
                  <a:lnTo>
                    <a:pt x="4029713" y="1394830"/>
                  </a:lnTo>
                  <a:lnTo>
                    <a:pt x="4029901" y="1394830"/>
                  </a:lnTo>
                  <a:lnTo>
                    <a:pt x="4029996" y="1394830"/>
                  </a:lnTo>
                  <a:lnTo>
                    <a:pt x="4030184" y="1394830"/>
                  </a:lnTo>
                  <a:lnTo>
                    <a:pt x="4030749" y="1394830"/>
                  </a:lnTo>
                  <a:lnTo>
                    <a:pt x="4031220" y="1394830"/>
                  </a:lnTo>
                  <a:lnTo>
                    <a:pt x="4031596" y="1394830"/>
                  </a:lnTo>
                  <a:lnTo>
                    <a:pt x="4031690" y="1394830"/>
                  </a:lnTo>
                  <a:lnTo>
                    <a:pt x="4032349" y="1394830"/>
                  </a:lnTo>
                  <a:lnTo>
                    <a:pt x="4032444" y="1394830"/>
                  </a:lnTo>
                  <a:lnTo>
                    <a:pt x="4032820" y="1389919"/>
                  </a:lnTo>
                  <a:lnTo>
                    <a:pt x="4033009" y="1389919"/>
                  </a:lnTo>
                  <a:lnTo>
                    <a:pt x="4033103" y="1389919"/>
                  </a:lnTo>
                  <a:lnTo>
                    <a:pt x="4033479" y="1389919"/>
                  </a:lnTo>
                  <a:lnTo>
                    <a:pt x="4033856" y="1389919"/>
                  </a:lnTo>
                  <a:lnTo>
                    <a:pt x="4034232" y="1389919"/>
                  </a:lnTo>
                  <a:lnTo>
                    <a:pt x="4034327" y="1389919"/>
                  </a:lnTo>
                  <a:lnTo>
                    <a:pt x="4034327" y="1385007"/>
                  </a:lnTo>
                  <a:lnTo>
                    <a:pt x="4034892" y="1385007"/>
                  </a:lnTo>
                  <a:lnTo>
                    <a:pt x="4035268" y="1385007"/>
                  </a:lnTo>
                  <a:lnTo>
                    <a:pt x="4035456" y="1385007"/>
                  </a:lnTo>
                  <a:lnTo>
                    <a:pt x="4035833" y="1385007"/>
                  </a:lnTo>
                  <a:lnTo>
                    <a:pt x="4036210" y="1385007"/>
                  </a:lnTo>
                  <a:lnTo>
                    <a:pt x="4036492" y="1385007"/>
                  </a:lnTo>
                  <a:lnTo>
                    <a:pt x="4036680" y="1385007"/>
                  </a:lnTo>
                  <a:lnTo>
                    <a:pt x="4036775" y="1385007"/>
                  </a:lnTo>
                  <a:lnTo>
                    <a:pt x="4037151" y="1385007"/>
                  </a:lnTo>
                  <a:lnTo>
                    <a:pt x="4037622" y="1385007"/>
                  </a:lnTo>
                  <a:lnTo>
                    <a:pt x="4037810" y="1385007"/>
                  </a:lnTo>
                  <a:lnTo>
                    <a:pt x="4037904" y="1385007"/>
                  </a:lnTo>
                  <a:lnTo>
                    <a:pt x="4038281" y="1385007"/>
                  </a:lnTo>
                  <a:lnTo>
                    <a:pt x="4038375" y="1385007"/>
                  </a:lnTo>
                  <a:lnTo>
                    <a:pt x="4038469" y="1385007"/>
                  </a:lnTo>
                  <a:lnTo>
                    <a:pt x="4038563" y="1385007"/>
                  </a:lnTo>
                  <a:lnTo>
                    <a:pt x="4038846" y="1385007"/>
                  </a:lnTo>
                  <a:lnTo>
                    <a:pt x="4039411" y="1385007"/>
                  </a:lnTo>
                  <a:lnTo>
                    <a:pt x="4039505" y="1385007"/>
                  </a:lnTo>
                  <a:lnTo>
                    <a:pt x="4039976" y="1385007"/>
                  </a:lnTo>
                  <a:lnTo>
                    <a:pt x="4040070" y="1385007"/>
                  </a:lnTo>
                  <a:lnTo>
                    <a:pt x="4040164" y="1385007"/>
                  </a:lnTo>
                  <a:lnTo>
                    <a:pt x="4040258" y="1385007"/>
                  </a:lnTo>
                  <a:lnTo>
                    <a:pt x="4040447" y="1385007"/>
                  </a:lnTo>
                  <a:lnTo>
                    <a:pt x="4040541" y="1380096"/>
                  </a:lnTo>
                  <a:lnTo>
                    <a:pt x="4040635" y="1380096"/>
                  </a:lnTo>
                  <a:lnTo>
                    <a:pt x="4040917" y="1380096"/>
                  </a:lnTo>
                  <a:lnTo>
                    <a:pt x="4041294" y="1380096"/>
                  </a:lnTo>
                  <a:lnTo>
                    <a:pt x="4041388" y="1380096"/>
                  </a:lnTo>
                  <a:lnTo>
                    <a:pt x="4041482" y="1380096"/>
                  </a:lnTo>
                  <a:lnTo>
                    <a:pt x="4041859" y="1380096"/>
                  </a:lnTo>
                  <a:lnTo>
                    <a:pt x="4041953" y="1380096"/>
                  </a:lnTo>
                  <a:lnTo>
                    <a:pt x="4042047" y="1380096"/>
                  </a:lnTo>
                  <a:lnTo>
                    <a:pt x="4042235" y="1380096"/>
                  </a:lnTo>
                  <a:lnTo>
                    <a:pt x="4042330" y="1380096"/>
                  </a:lnTo>
                  <a:lnTo>
                    <a:pt x="4043083" y="1380096"/>
                  </a:lnTo>
                  <a:lnTo>
                    <a:pt x="4043177" y="1380096"/>
                  </a:lnTo>
                  <a:lnTo>
                    <a:pt x="4043271" y="1380096"/>
                  </a:lnTo>
                  <a:lnTo>
                    <a:pt x="4044024" y="1380096"/>
                  </a:lnTo>
                  <a:lnTo>
                    <a:pt x="4044307" y="1380096"/>
                  </a:lnTo>
                  <a:lnTo>
                    <a:pt x="4044495" y="1380096"/>
                  </a:lnTo>
                  <a:lnTo>
                    <a:pt x="4044683" y="1380096"/>
                  </a:lnTo>
                  <a:lnTo>
                    <a:pt x="4044778" y="1380096"/>
                  </a:lnTo>
                  <a:lnTo>
                    <a:pt x="4044872" y="1380096"/>
                  </a:lnTo>
                  <a:lnTo>
                    <a:pt x="4044966" y="1380096"/>
                  </a:lnTo>
                  <a:lnTo>
                    <a:pt x="4045060" y="1380096"/>
                  </a:lnTo>
                  <a:lnTo>
                    <a:pt x="4045154" y="1375184"/>
                  </a:lnTo>
                  <a:lnTo>
                    <a:pt x="4045342" y="1375184"/>
                  </a:lnTo>
                  <a:lnTo>
                    <a:pt x="4045437" y="1375184"/>
                  </a:lnTo>
                  <a:lnTo>
                    <a:pt x="4045531" y="1375184"/>
                  </a:lnTo>
                  <a:lnTo>
                    <a:pt x="4045625" y="1375184"/>
                  </a:lnTo>
                  <a:lnTo>
                    <a:pt x="4047320" y="1375184"/>
                  </a:lnTo>
                  <a:lnTo>
                    <a:pt x="4047414" y="1375184"/>
                  </a:lnTo>
                  <a:lnTo>
                    <a:pt x="4047414" y="1370273"/>
                  </a:lnTo>
                  <a:lnTo>
                    <a:pt x="4047602" y="1370273"/>
                  </a:lnTo>
                  <a:lnTo>
                    <a:pt x="4047602" y="1365362"/>
                  </a:lnTo>
                  <a:lnTo>
                    <a:pt x="4047790" y="1365362"/>
                  </a:lnTo>
                  <a:lnTo>
                    <a:pt x="4047885" y="1365362"/>
                  </a:lnTo>
                  <a:lnTo>
                    <a:pt x="4048073" y="1365362"/>
                  </a:lnTo>
                  <a:lnTo>
                    <a:pt x="4048167" y="1365362"/>
                  </a:lnTo>
                  <a:lnTo>
                    <a:pt x="4048355" y="1365362"/>
                  </a:lnTo>
                  <a:lnTo>
                    <a:pt x="4048449" y="1365362"/>
                  </a:lnTo>
                  <a:lnTo>
                    <a:pt x="4048544" y="1365362"/>
                  </a:lnTo>
                  <a:lnTo>
                    <a:pt x="4048638" y="1365362"/>
                  </a:lnTo>
                  <a:lnTo>
                    <a:pt x="4048732" y="1365362"/>
                  </a:lnTo>
                  <a:lnTo>
                    <a:pt x="4048920" y="1365362"/>
                  </a:lnTo>
                  <a:lnTo>
                    <a:pt x="4049485" y="1365362"/>
                  </a:lnTo>
                  <a:lnTo>
                    <a:pt x="4049673" y="1365362"/>
                  </a:lnTo>
                  <a:lnTo>
                    <a:pt x="4050144" y="1365362"/>
                  </a:lnTo>
                  <a:lnTo>
                    <a:pt x="4050238" y="1365362"/>
                  </a:lnTo>
                  <a:lnTo>
                    <a:pt x="4050333" y="1365362"/>
                  </a:lnTo>
                  <a:lnTo>
                    <a:pt x="4050521" y="1365362"/>
                  </a:lnTo>
                  <a:lnTo>
                    <a:pt x="4050803" y="1365362"/>
                  </a:lnTo>
                  <a:lnTo>
                    <a:pt x="4050897" y="1365362"/>
                  </a:lnTo>
                  <a:lnTo>
                    <a:pt x="4051180" y="1365362"/>
                  </a:lnTo>
                  <a:lnTo>
                    <a:pt x="4051274" y="1365362"/>
                  </a:lnTo>
                  <a:lnTo>
                    <a:pt x="4051839" y="1365362"/>
                  </a:lnTo>
                  <a:lnTo>
                    <a:pt x="4052027" y="1365362"/>
                  </a:lnTo>
                  <a:lnTo>
                    <a:pt x="4052686" y="1365362"/>
                  </a:lnTo>
                  <a:lnTo>
                    <a:pt x="4052875" y="1365362"/>
                  </a:lnTo>
                  <a:lnTo>
                    <a:pt x="4053345" y="1365362"/>
                  </a:lnTo>
                  <a:lnTo>
                    <a:pt x="4053440" y="1365362"/>
                  </a:lnTo>
                  <a:lnTo>
                    <a:pt x="4053816" y="1365362"/>
                  </a:lnTo>
                  <a:lnTo>
                    <a:pt x="4055134" y="1365362"/>
                  </a:lnTo>
                  <a:lnTo>
                    <a:pt x="4055228" y="1365362"/>
                  </a:lnTo>
                  <a:lnTo>
                    <a:pt x="4055417" y="1365362"/>
                  </a:lnTo>
                  <a:lnTo>
                    <a:pt x="4056923" y="1365362"/>
                  </a:lnTo>
                  <a:lnTo>
                    <a:pt x="4057206" y="1365362"/>
                  </a:lnTo>
                  <a:lnTo>
                    <a:pt x="4057300" y="1365362"/>
                  </a:lnTo>
                  <a:lnTo>
                    <a:pt x="4057582" y="1365362"/>
                  </a:lnTo>
                  <a:lnTo>
                    <a:pt x="4057676" y="1365362"/>
                  </a:lnTo>
                  <a:lnTo>
                    <a:pt x="4058147" y="1365362"/>
                  </a:lnTo>
                  <a:lnTo>
                    <a:pt x="4058618" y="1365362"/>
                  </a:lnTo>
                  <a:lnTo>
                    <a:pt x="4058806" y="1365362"/>
                  </a:lnTo>
                  <a:lnTo>
                    <a:pt x="4058900" y="1365362"/>
                  </a:lnTo>
                  <a:lnTo>
                    <a:pt x="4058995" y="1365362"/>
                  </a:lnTo>
                  <a:lnTo>
                    <a:pt x="4059465" y="1365362"/>
                  </a:lnTo>
                  <a:lnTo>
                    <a:pt x="4060030" y="1365362"/>
                  </a:lnTo>
                  <a:lnTo>
                    <a:pt x="4060219" y="1365362"/>
                  </a:lnTo>
                  <a:lnTo>
                    <a:pt x="4060313" y="1365362"/>
                  </a:lnTo>
                  <a:lnTo>
                    <a:pt x="4060407" y="1365362"/>
                  </a:lnTo>
                  <a:lnTo>
                    <a:pt x="4060501" y="1360450"/>
                  </a:lnTo>
                  <a:lnTo>
                    <a:pt x="4060689" y="1360450"/>
                  </a:lnTo>
                  <a:lnTo>
                    <a:pt x="4060783" y="1360450"/>
                  </a:lnTo>
                  <a:lnTo>
                    <a:pt x="4061160" y="1360450"/>
                  </a:lnTo>
                  <a:lnTo>
                    <a:pt x="4061254" y="1360450"/>
                  </a:lnTo>
                  <a:lnTo>
                    <a:pt x="4061537" y="1360450"/>
                  </a:lnTo>
                  <a:lnTo>
                    <a:pt x="4061631" y="1360450"/>
                  </a:lnTo>
                  <a:lnTo>
                    <a:pt x="4061725" y="1360450"/>
                  </a:lnTo>
                  <a:lnTo>
                    <a:pt x="4062007" y="1360450"/>
                  </a:lnTo>
                  <a:lnTo>
                    <a:pt x="4062102" y="1360450"/>
                  </a:lnTo>
                  <a:lnTo>
                    <a:pt x="4062572" y="1355539"/>
                  </a:lnTo>
                  <a:lnTo>
                    <a:pt x="4062761" y="1355539"/>
                  </a:lnTo>
                  <a:lnTo>
                    <a:pt x="4062855" y="1355539"/>
                  </a:lnTo>
                  <a:lnTo>
                    <a:pt x="4063043" y="1355539"/>
                  </a:lnTo>
                  <a:lnTo>
                    <a:pt x="4063137" y="1355539"/>
                  </a:lnTo>
                  <a:lnTo>
                    <a:pt x="4063231" y="1355539"/>
                  </a:lnTo>
                  <a:lnTo>
                    <a:pt x="4063420" y="1355539"/>
                  </a:lnTo>
                  <a:lnTo>
                    <a:pt x="4063608" y="1355539"/>
                  </a:lnTo>
                  <a:lnTo>
                    <a:pt x="4063702" y="1355539"/>
                  </a:lnTo>
                  <a:lnTo>
                    <a:pt x="4063796" y="1355539"/>
                  </a:lnTo>
                  <a:lnTo>
                    <a:pt x="4064267" y="1355539"/>
                  </a:lnTo>
                  <a:lnTo>
                    <a:pt x="4065020" y="1355539"/>
                  </a:lnTo>
                  <a:lnTo>
                    <a:pt x="4065020" y="1350628"/>
                  </a:lnTo>
                  <a:lnTo>
                    <a:pt x="4065114" y="1350628"/>
                  </a:lnTo>
                  <a:lnTo>
                    <a:pt x="4065209" y="1350628"/>
                  </a:lnTo>
                  <a:lnTo>
                    <a:pt x="4065397" y="1350628"/>
                  </a:lnTo>
                  <a:lnTo>
                    <a:pt x="4065679" y="1350628"/>
                  </a:lnTo>
                  <a:lnTo>
                    <a:pt x="4065773" y="1350628"/>
                  </a:lnTo>
                  <a:lnTo>
                    <a:pt x="4065868" y="1350628"/>
                  </a:lnTo>
                  <a:lnTo>
                    <a:pt x="4066056" y="1350628"/>
                  </a:lnTo>
                  <a:lnTo>
                    <a:pt x="4066150" y="1350628"/>
                  </a:lnTo>
                  <a:lnTo>
                    <a:pt x="4066903" y="1350628"/>
                  </a:lnTo>
                  <a:lnTo>
                    <a:pt x="4067562" y="1350628"/>
                  </a:lnTo>
                  <a:lnTo>
                    <a:pt x="4067751" y="1350628"/>
                  </a:lnTo>
                  <a:lnTo>
                    <a:pt x="4068410" y="1350628"/>
                  </a:lnTo>
                  <a:lnTo>
                    <a:pt x="4068504" y="1350628"/>
                  </a:lnTo>
                  <a:lnTo>
                    <a:pt x="4068881" y="1350628"/>
                  </a:lnTo>
                  <a:lnTo>
                    <a:pt x="4068975" y="1350628"/>
                  </a:lnTo>
                  <a:lnTo>
                    <a:pt x="4069351" y="1350628"/>
                  </a:lnTo>
                  <a:lnTo>
                    <a:pt x="4069540" y="1350628"/>
                  </a:lnTo>
                  <a:lnTo>
                    <a:pt x="4069728" y="1350628"/>
                  </a:lnTo>
                  <a:lnTo>
                    <a:pt x="4069822" y="1350628"/>
                  </a:lnTo>
                  <a:lnTo>
                    <a:pt x="4070010" y="1350628"/>
                  </a:lnTo>
                  <a:lnTo>
                    <a:pt x="4070104" y="1350628"/>
                  </a:lnTo>
                  <a:lnTo>
                    <a:pt x="4070481" y="1350628"/>
                  </a:lnTo>
                  <a:lnTo>
                    <a:pt x="4070575" y="1350628"/>
                  </a:lnTo>
                  <a:lnTo>
                    <a:pt x="4070858" y="1350628"/>
                  </a:lnTo>
                  <a:lnTo>
                    <a:pt x="4071234" y="1350628"/>
                  </a:lnTo>
                  <a:lnTo>
                    <a:pt x="4071328" y="1350628"/>
                  </a:lnTo>
                  <a:lnTo>
                    <a:pt x="4071705" y="1350628"/>
                  </a:lnTo>
                  <a:lnTo>
                    <a:pt x="4071893" y="1350628"/>
                  </a:lnTo>
                  <a:lnTo>
                    <a:pt x="4071988" y="1350628"/>
                  </a:lnTo>
                  <a:lnTo>
                    <a:pt x="4072835" y="1350628"/>
                  </a:lnTo>
                  <a:lnTo>
                    <a:pt x="4073400" y="1350628"/>
                  </a:lnTo>
                  <a:lnTo>
                    <a:pt x="4073494" y="1350628"/>
                  </a:lnTo>
                  <a:lnTo>
                    <a:pt x="4074059" y="1350628"/>
                  </a:lnTo>
                  <a:lnTo>
                    <a:pt x="4074153" y="1350628"/>
                  </a:lnTo>
                  <a:lnTo>
                    <a:pt x="4074435" y="1350628"/>
                  </a:lnTo>
                  <a:lnTo>
                    <a:pt x="4074718" y="1350628"/>
                  </a:lnTo>
                  <a:lnTo>
                    <a:pt x="4074812" y="1350628"/>
                  </a:lnTo>
                  <a:lnTo>
                    <a:pt x="4074906" y="1350628"/>
                  </a:lnTo>
                  <a:lnTo>
                    <a:pt x="4075283" y="1350628"/>
                  </a:lnTo>
                  <a:lnTo>
                    <a:pt x="4075659" y="1350628"/>
                  </a:lnTo>
                  <a:lnTo>
                    <a:pt x="4075754" y="1350628"/>
                  </a:lnTo>
                  <a:lnTo>
                    <a:pt x="4076036" y="1350628"/>
                  </a:lnTo>
                  <a:lnTo>
                    <a:pt x="4076130" y="1350628"/>
                  </a:lnTo>
                  <a:lnTo>
                    <a:pt x="4076224" y="1350628"/>
                  </a:lnTo>
                  <a:lnTo>
                    <a:pt x="4076319" y="1350628"/>
                  </a:lnTo>
                  <a:lnTo>
                    <a:pt x="4076507" y="1350628"/>
                  </a:lnTo>
                  <a:lnTo>
                    <a:pt x="4077543" y="1350628"/>
                  </a:lnTo>
                  <a:lnTo>
                    <a:pt x="4077637" y="1350628"/>
                  </a:lnTo>
                  <a:lnTo>
                    <a:pt x="4077919" y="1350628"/>
                  </a:lnTo>
                  <a:lnTo>
                    <a:pt x="4078107" y="1350628"/>
                  </a:lnTo>
                  <a:lnTo>
                    <a:pt x="4078202" y="1350628"/>
                  </a:lnTo>
                  <a:lnTo>
                    <a:pt x="4078296" y="1350628"/>
                  </a:lnTo>
                  <a:lnTo>
                    <a:pt x="4078296" y="1345716"/>
                  </a:lnTo>
                  <a:lnTo>
                    <a:pt x="4078578" y="1345716"/>
                  </a:lnTo>
                  <a:lnTo>
                    <a:pt x="4078672" y="1345716"/>
                  </a:lnTo>
                  <a:lnTo>
                    <a:pt x="4079331" y="1345716"/>
                  </a:lnTo>
                  <a:lnTo>
                    <a:pt x="4079426" y="1345716"/>
                  </a:lnTo>
                  <a:lnTo>
                    <a:pt x="4079708" y="1345716"/>
                  </a:lnTo>
                  <a:lnTo>
                    <a:pt x="4079896" y="1345716"/>
                  </a:lnTo>
                  <a:lnTo>
                    <a:pt x="4080367" y="1345716"/>
                  </a:lnTo>
                  <a:lnTo>
                    <a:pt x="4080650" y="1345716"/>
                  </a:lnTo>
                  <a:lnTo>
                    <a:pt x="4081497" y="1345716"/>
                  </a:lnTo>
                  <a:lnTo>
                    <a:pt x="4082062" y="1345716"/>
                  </a:lnTo>
                  <a:lnTo>
                    <a:pt x="4082438" y="1345716"/>
                  </a:lnTo>
                  <a:lnTo>
                    <a:pt x="4082533" y="1345716"/>
                  </a:lnTo>
                  <a:lnTo>
                    <a:pt x="4082533" y="1340805"/>
                  </a:lnTo>
                  <a:lnTo>
                    <a:pt x="4082909" y="1340805"/>
                  </a:lnTo>
                  <a:lnTo>
                    <a:pt x="4083380" y="1340805"/>
                  </a:lnTo>
                  <a:lnTo>
                    <a:pt x="4083474" y="1340805"/>
                  </a:lnTo>
                  <a:lnTo>
                    <a:pt x="4083662" y="1340805"/>
                  </a:lnTo>
                  <a:lnTo>
                    <a:pt x="4083851" y="1340805"/>
                  </a:lnTo>
                  <a:lnTo>
                    <a:pt x="4083945" y="1340805"/>
                  </a:lnTo>
                  <a:lnTo>
                    <a:pt x="4084039" y="1340805"/>
                  </a:lnTo>
                  <a:lnTo>
                    <a:pt x="4084227" y="1340805"/>
                  </a:lnTo>
                  <a:lnTo>
                    <a:pt x="4084321" y="1340805"/>
                  </a:lnTo>
                  <a:lnTo>
                    <a:pt x="4084604" y="1340805"/>
                  </a:lnTo>
                  <a:lnTo>
                    <a:pt x="4084792" y="1340805"/>
                  </a:lnTo>
                  <a:lnTo>
                    <a:pt x="4084886" y="1340805"/>
                  </a:lnTo>
                  <a:lnTo>
                    <a:pt x="4084981" y="1340805"/>
                  </a:lnTo>
                  <a:lnTo>
                    <a:pt x="4085075" y="1340805"/>
                  </a:lnTo>
                  <a:lnTo>
                    <a:pt x="4085169" y="1340805"/>
                  </a:lnTo>
                  <a:lnTo>
                    <a:pt x="4086110" y="1340805"/>
                  </a:lnTo>
                  <a:lnTo>
                    <a:pt x="4086487" y="1340805"/>
                  </a:lnTo>
                  <a:lnTo>
                    <a:pt x="4086581" y="1340805"/>
                  </a:lnTo>
                  <a:lnTo>
                    <a:pt x="4087711" y="1340805"/>
                  </a:lnTo>
                  <a:lnTo>
                    <a:pt x="4087993" y="1340805"/>
                  </a:lnTo>
                  <a:lnTo>
                    <a:pt x="4088370" y="1340805"/>
                  </a:lnTo>
                  <a:lnTo>
                    <a:pt x="4088464" y="1340805"/>
                  </a:lnTo>
                  <a:lnTo>
                    <a:pt x="4088652" y="1340805"/>
                  </a:lnTo>
                  <a:lnTo>
                    <a:pt x="4088747" y="1340805"/>
                  </a:lnTo>
                  <a:lnTo>
                    <a:pt x="4088935" y="1340805"/>
                  </a:lnTo>
                  <a:lnTo>
                    <a:pt x="4089688" y="1340805"/>
                  </a:lnTo>
                  <a:lnTo>
                    <a:pt x="4089876" y="1340805"/>
                  </a:lnTo>
                  <a:lnTo>
                    <a:pt x="4090159" y="1340805"/>
                  </a:lnTo>
                  <a:lnTo>
                    <a:pt x="4090253" y="1340805"/>
                  </a:lnTo>
                  <a:lnTo>
                    <a:pt x="4090724" y="1340805"/>
                  </a:lnTo>
                  <a:lnTo>
                    <a:pt x="4090818" y="1340805"/>
                  </a:lnTo>
                  <a:lnTo>
                    <a:pt x="4091195" y="1335893"/>
                  </a:lnTo>
                  <a:lnTo>
                    <a:pt x="4091477" y="1335893"/>
                  </a:lnTo>
                  <a:lnTo>
                    <a:pt x="4091665" y="1335893"/>
                  </a:lnTo>
                  <a:lnTo>
                    <a:pt x="4091948" y="1335893"/>
                  </a:lnTo>
                  <a:lnTo>
                    <a:pt x="4092042" y="1335893"/>
                  </a:lnTo>
                  <a:lnTo>
                    <a:pt x="4092136" y="1335893"/>
                  </a:lnTo>
                  <a:lnTo>
                    <a:pt x="4092230" y="1335893"/>
                  </a:lnTo>
                  <a:lnTo>
                    <a:pt x="4092324" y="1335893"/>
                  </a:lnTo>
                  <a:lnTo>
                    <a:pt x="4092419" y="1335893"/>
                  </a:lnTo>
                  <a:lnTo>
                    <a:pt x="4092513" y="1335893"/>
                  </a:lnTo>
                  <a:lnTo>
                    <a:pt x="4092983" y="1335893"/>
                  </a:lnTo>
                  <a:lnTo>
                    <a:pt x="4093266" y="1335893"/>
                  </a:lnTo>
                  <a:lnTo>
                    <a:pt x="4093360" y="1335893"/>
                  </a:lnTo>
                  <a:lnTo>
                    <a:pt x="4093548" y="1335893"/>
                  </a:lnTo>
                  <a:lnTo>
                    <a:pt x="4093737" y="1335893"/>
                  </a:lnTo>
                  <a:lnTo>
                    <a:pt x="4093831" y="1335893"/>
                  </a:lnTo>
                  <a:lnTo>
                    <a:pt x="4093925" y="1335893"/>
                  </a:lnTo>
                  <a:lnTo>
                    <a:pt x="4094019" y="1335893"/>
                  </a:lnTo>
                  <a:lnTo>
                    <a:pt x="4097409" y="1335893"/>
                  </a:lnTo>
                  <a:lnTo>
                    <a:pt x="4097597" y="1335893"/>
                  </a:lnTo>
                  <a:lnTo>
                    <a:pt x="4097691" y="1335893"/>
                  </a:lnTo>
                  <a:lnTo>
                    <a:pt x="4097879" y="1335893"/>
                  </a:lnTo>
                  <a:lnTo>
                    <a:pt x="4097974" y="1335893"/>
                  </a:lnTo>
                  <a:lnTo>
                    <a:pt x="4098256" y="1335893"/>
                  </a:lnTo>
                  <a:lnTo>
                    <a:pt x="4098538" y="1335893"/>
                  </a:lnTo>
                  <a:lnTo>
                    <a:pt x="4098633" y="1335893"/>
                  </a:lnTo>
                  <a:lnTo>
                    <a:pt x="4098727" y="1335893"/>
                  </a:lnTo>
                  <a:lnTo>
                    <a:pt x="4098821" y="1335893"/>
                  </a:lnTo>
                  <a:lnTo>
                    <a:pt x="4099009" y="1335893"/>
                  </a:lnTo>
                  <a:lnTo>
                    <a:pt x="4099103" y="1335893"/>
                  </a:lnTo>
                  <a:lnTo>
                    <a:pt x="4099292" y="1335893"/>
                  </a:lnTo>
                  <a:lnTo>
                    <a:pt x="4099668" y="1335893"/>
                  </a:lnTo>
                  <a:lnTo>
                    <a:pt x="4099857" y="1335893"/>
                  </a:lnTo>
                  <a:lnTo>
                    <a:pt x="4099951" y="1335893"/>
                  </a:lnTo>
                  <a:lnTo>
                    <a:pt x="4100045" y="1335893"/>
                  </a:lnTo>
                  <a:lnTo>
                    <a:pt x="4100139" y="1335893"/>
                  </a:lnTo>
                  <a:lnTo>
                    <a:pt x="4100233" y="1335893"/>
                  </a:lnTo>
                  <a:lnTo>
                    <a:pt x="4100327" y="1335893"/>
                  </a:lnTo>
                  <a:lnTo>
                    <a:pt x="4100421" y="1335893"/>
                  </a:lnTo>
                  <a:lnTo>
                    <a:pt x="4100516" y="1335893"/>
                  </a:lnTo>
                  <a:lnTo>
                    <a:pt x="4100610" y="1335893"/>
                  </a:lnTo>
                  <a:lnTo>
                    <a:pt x="4100610" y="1330982"/>
                  </a:lnTo>
                  <a:lnTo>
                    <a:pt x="4100704" y="1330982"/>
                  </a:lnTo>
                  <a:lnTo>
                    <a:pt x="4101269" y="1330982"/>
                  </a:lnTo>
                  <a:lnTo>
                    <a:pt x="4101363" y="1330982"/>
                  </a:lnTo>
                  <a:lnTo>
                    <a:pt x="4101928" y="1330982"/>
                  </a:lnTo>
                  <a:lnTo>
                    <a:pt x="4102022" y="1330982"/>
                  </a:lnTo>
                  <a:lnTo>
                    <a:pt x="4102116" y="1330982"/>
                  </a:lnTo>
                  <a:lnTo>
                    <a:pt x="4102587" y="1326071"/>
                  </a:lnTo>
                  <a:lnTo>
                    <a:pt x="4102681" y="1326071"/>
                  </a:lnTo>
                  <a:lnTo>
                    <a:pt x="4102775" y="1326071"/>
                  </a:lnTo>
                  <a:lnTo>
                    <a:pt x="4103434" y="1326071"/>
                  </a:lnTo>
                  <a:lnTo>
                    <a:pt x="4103529" y="1326071"/>
                  </a:lnTo>
                  <a:lnTo>
                    <a:pt x="4103811" y="1326071"/>
                  </a:lnTo>
                  <a:lnTo>
                    <a:pt x="4103905" y="1326071"/>
                  </a:lnTo>
                  <a:lnTo>
                    <a:pt x="4104282" y="1326071"/>
                  </a:lnTo>
                  <a:lnTo>
                    <a:pt x="4104658" y="1326071"/>
                  </a:lnTo>
                  <a:lnTo>
                    <a:pt x="4104847" y="1326071"/>
                  </a:lnTo>
                  <a:lnTo>
                    <a:pt x="4104941" y="1326071"/>
                  </a:lnTo>
                  <a:lnTo>
                    <a:pt x="4105129" y="1326071"/>
                  </a:lnTo>
                  <a:lnTo>
                    <a:pt x="4105223" y="1326071"/>
                  </a:lnTo>
                  <a:lnTo>
                    <a:pt x="4105694" y="1326071"/>
                  </a:lnTo>
                  <a:lnTo>
                    <a:pt x="4105788" y="1326071"/>
                  </a:lnTo>
                  <a:lnTo>
                    <a:pt x="4106165" y="1326071"/>
                  </a:lnTo>
                  <a:lnTo>
                    <a:pt x="4106259" y="1326071"/>
                  </a:lnTo>
                  <a:lnTo>
                    <a:pt x="4106353" y="1326071"/>
                  </a:lnTo>
                  <a:lnTo>
                    <a:pt x="4106541" y="1326071"/>
                  </a:lnTo>
                  <a:lnTo>
                    <a:pt x="4106824" y="1326071"/>
                  </a:lnTo>
                  <a:lnTo>
                    <a:pt x="4107295" y="1326071"/>
                  </a:lnTo>
                  <a:lnTo>
                    <a:pt x="4107389" y="1326071"/>
                  </a:lnTo>
                  <a:lnTo>
                    <a:pt x="4107577" y="1326071"/>
                  </a:lnTo>
                  <a:lnTo>
                    <a:pt x="4107671" y="1326071"/>
                  </a:lnTo>
                  <a:lnTo>
                    <a:pt x="4108519" y="1326071"/>
                  </a:lnTo>
                  <a:lnTo>
                    <a:pt x="4108613" y="1326071"/>
                  </a:lnTo>
                  <a:lnTo>
                    <a:pt x="4108895" y="1326071"/>
                  </a:lnTo>
                  <a:lnTo>
                    <a:pt x="4109837" y="1321159"/>
                  </a:lnTo>
                  <a:lnTo>
                    <a:pt x="4110307" y="1321159"/>
                  </a:lnTo>
                  <a:lnTo>
                    <a:pt x="4110778" y="1321159"/>
                  </a:lnTo>
                  <a:lnTo>
                    <a:pt x="4111155" y="1321159"/>
                  </a:lnTo>
                  <a:lnTo>
                    <a:pt x="4111343" y="1316248"/>
                  </a:lnTo>
                  <a:lnTo>
                    <a:pt x="4111626" y="1316248"/>
                  </a:lnTo>
                  <a:lnTo>
                    <a:pt x="4111720" y="1316248"/>
                  </a:lnTo>
                  <a:lnTo>
                    <a:pt x="4111908" y="1316248"/>
                  </a:lnTo>
                  <a:lnTo>
                    <a:pt x="4112379" y="1316248"/>
                  </a:lnTo>
                  <a:lnTo>
                    <a:pt x="4112473" y="1316248"/>
                  </a:lnTo>
                  <a:lnTo>
                    <a:pt x="4113226" y="1316248"/>
                  </a:lnTo>
                  <a:lnTo>
                    <a:pt x="4113226" y="1311337"/>
                  </a:lnTo>
                  <a:lnTo>
                    <a:pt x="4113791" y="1311337"/>
                  </a:lnTo>
                  <a:lnTo>
                    <a:pt x="4114074" y="1311337"/>
                  </a:lnTo>
                  <a:lnTo>
                    <a:pt x="4114168" y="1311337"/>
                  </a:lnTo>
                  <a:lnTo>
                    <a:pt x="4114262" y="1311337"/>
                  </a:lnTo>
                  <a:lnTo>
                    <a:pt x="4114356" y="1311337"/>
                  </a:lnTo>
                  <a:lnTo>
                    <a:pt x="4114450" y="1311337"/>
                  </a:lnTo>
                  <a:lnTo>
                    <a:pt x="4115203" y="1311337"/>
                  </a:lnTo>
                  <a:lnTo>
                    <a:pt x="4115298" y="1311337"/>
                  </a:lnTo>
                  <a:lnTo>
                    <a:pt x="4115392" y="1311337"/>
                  </a:lnTo>
                  <a:lnTo>
                    <a:pt x="4115862" y="1306425"/>
                  </a:lnTo>
                  <a:lnTo>
                    <a:pt x="4116051" y="1306425"/>
                  </a:lnTo>
                  <a:lnTo>
                    <a:pt x="4116239" y="1306425"/>
                  </a:lnTo>
                  <a:lnTo>
                    <a:pt x="4116616" y="1306425"/>
                  </a:lnTo>
                  <a:lnTo>
                    <a:pt x="4116710" y="1306425"/>
                  </a:lnTo>
                  <a:lnTo>
                    <a:pt x="4117086" y="1306425"/>
                  </a:lnTo>
                  <a:lnTo>
                    <a:pt x="4117934" y="1306425"/>
                  </a:lnTo>
                  <a:lnTo>
                    <a:pt x="4118122" y="1306425"/>
                  </a:lnTo>
                  <a:lnTo>
                    <a:pt x="4118405" y="1306425"/>
                  </a:lnTo>
                  <a:lnTo>
                    <a:pt x="4118687" y="1306425"/>
                  </a:lnTo>
                  <a:lnTo>
                    <a:pt x="4118875" y="1306425"/>
                  </a:lnTo>
                  <a:lnTo>
                    <a:pt x="4119064" y="1306425"/>
                  </a:lnTo>
                  <a:lnTo>
                    <a:pt x="4119346" y="1306425"/>
                  </a:lnTo>
                  <a:lnTo>
                    <a:pt x="4119440" y="1306425"/>
                  </a:lnTo>
                  <a:lnTo>
                    <a:pt x="4119629" y="1306425"/>
                  </a:lnTo>
                  <a:lnTo>
                    <a:pt x="4120570" y="1306425"/>
                  </a:lnTo>
                  <a:lnTo>
                    <a:pt x="4120853" y="1306425"/>
                  </a:lnTo>
                  <a:lnTo>
                    <a:pt x="4120947" y="1306425"/>
                  </a:lnTo>
                  <a:lnTo>
                    <a:pt x="4121041" y="1306425"/>
                  </a:lnTo>
                  <a:lnTo>
                    <a:pt x="4121229" y="1306425"/>
                  </a:lnTo>
                  <a:lnTo>
                    <a:pt x="4121323" y="1306425"/>
                  </a:lnTo>
                  <a:lnTo>
                    <a:pt x="4121512" y="1306425"/>
                  </a:lnTo>
                  <a:lnTo>
                    <a:pt x="4121606" y="1306425"/>
                  </a:lnTo>
                  <a:lnTo>
                    <a:pt x="4121982" y="1306425"/>
                  </a:lnTo>
                  <a:lnTo>
                    <a:pt x="4121982" y="1301514"/>
                  </a:lnTo>
                  <a:lnTo>
                    <a:pt x="4122359" y="1301514"/>
                  </a:lnTo>
                  <a:lnTo>
                    <a:pt x="4122453" y="1301514"/>
                  </a:lnTo>
                  <a:lnTo>
                    <a:pt x="4122830" y="1301514"/>
                  </a:lnTo>
                  <a:lnTo>
                    <a:pt x="4123018" y="1301514"/>
                  </a:lnTo>
                  <a:lnTo>
                    <a:pt x="4123206" y="1301514"/>
                  </a:lnTo>
                  <a:lnTo>
                    <a:pt x="4123300" y="1301514"/>
                  </a:lnTo>
                  <a:lnTo>
                    <a:pt x="4123395" y="1301514"/>
                  </a:lnTo>
                  <a:lnTo>
                    <a:pt x="4123489" y="1301514"/>
                  </a:lnTo>
                  <a:lnTo>
                    <a:pt x="4123771" y="1301514"/>
                  </a:lnTo>
                  <a:lnTo>
                    <a:pt x="4123865" y="1301514"/>
                  </a:lnTo>
                  <a:lnTo>
                    <a:pt x="4124054" y="1301514"/>
                  </a:lnTo>
                  <a:lnTo>
                    <a:pt x="4124807" y="1301514"/>
                  </a:lnTo>
                  <a:lnTo>
                    <a:pt x="4124995" y="1301514"/>
                  </a:lnTo>
                  <a:lnTo>
                    <a:pt x="4125184" y="1301514"/>
                  </a:lnTo>
                  <a:lnTo>
                    <a:pt x="4125466" y="1301514"/>
                  </a:lnTo>
                  <a:lnTo>
                    <a:pt x="4126125" y="1301514"/>
                  </a:lnTo>
                  <a:lnTo>
                    <a:pt x="4126219" y="1301514"/>
                  </a:lnTo>
                  <a:lnTo>
                    <a:pt x="4126313" y="1301514"/>
                  </a:lnTo>
                  <a:lnTo>
                    <a:pt x="4126596" y="1301514"/>
                  </a:lnTo>
                  <a:lnTo>
                    <a:pt x="4126784" y="1301514"/>
                  </a:lnTo>
                  <a:lnTo>
                    <a:pt x="4126878" y="1301514"/>
                  </a:lnTo>
                  <a:lnTo>
                    <a:pt x="4126972" y="1301514"/>
                  </a:lnTo>
                  <a:lnTo>
                    <a:pt x="4127820" y="1296602"/>
                  </a:lnTo>
                  <a:lnTo>
                    <a:pt x="4127914" y="1296602"/>
                  </a:lnTo>
                  <a:lnTo>
                    <a:pt x="4128008" y="1296602"/>
                  </a:lnTo>
                  <a:lnTo>
                    <a:pt x="4128196" y="1291691"/>
                  </a:lnTo>
                  <a:lnTo>
                    <a:pt x="4128291" y="1291691"/>
                  </a:lnTo>
                  <a:lnTo>
                    <a:pt x="4128479" y="1291691"/>
                  </a:lnTo>
                  <a:lnTo>
                    <a:pt x="4128573" y="1286780"/>
                  </a:lnTo>
                  <a:lnTo>
                    <a:pt x="4128761" y="1286780"/>
                  </a:lnTo>
                  <a:lnTo>
                    <a:pt x="4129044" y="1286780"/>
                  </a:lnTo>
                  <a:lnTo>
                    <a:pt x="4129703" y="1286780"/>
                  </a:lnTo>
                  <a:lnTo>
                    <a:pt x="4129797" y="1286780"/>
                  </a:lnTo>
                  <a:lnTo>
                    <a:pt x="4129891" y="1286780"/>
                  </a:lnTo>
                  <a:lnTo>
                    <a:pt x="4129985" y="1286780"/>
                  </a:lnTo>
                  <a:lnTo>
                    <a:pt x="4130644" y="1286780"/>
                  </a:lnTo>
                  <a:lnTo>
                    <a:pt x="4130927" y="1286780"/>
                  </a:lnTo>
                  <a:lnTo>
                    <a:pt x="4131303" y="1286780"/>
                  </a:lnTo>
                  <a:lnTo>
                    <a:pt x="4131398" y="1281868"/>
                  </a:lnTo>
                  <a:lnTo>
                    <a:pt x="4131774" y="1281868"/>
                  </a:lnTo>
                  <a:lnTo>
                    <a:pt x="4131962" y="1281868"/>
                  </a:lnTo>
                  <a:lnTo>
                    <a:pt x="4132151" y="1281868"/>
                  </a:lnTo>
                  <a:lnTo>
                    <a:pt x="4132527" y="1281868"/>
                  </a:lnTo>
                  <a:lnTo>
                    <a:pt x="4132904" y="1281868"/>
                  </a:lnTo>
                  <a:lnTo>
                    <a:pt x="4133281" y="1276957"/>
                  </a:lnTo>
                  <a:lnTo>
                    <a:pt x="4133375" y="1276957"/>
                  </a:lnTo>
                  <a:lnTo>
                    <a:pt x="4133657" y="1276957"/>
                  </a:lnTo>
                  <a:lnTo>
                    <a:pt x="4133940" y="1276957"/>
                  </a:lnTo>
                  <a:lnTo>
                    <a:pt x="4134128" y="1276957"/>
                  </a:lnTo>
                  <a:lnTo>
                    <a:pt x="4134222" y="1276957"/>
                  </a:lnTo>
                  <a:lnTo>
                    <a:pt x="4134316" y="1276957"/>
                  </a:lnTo>
                  <a:lnTo>
                    <a:pt x="4134410" y="1276957"/>
                  </a:lnTo>
                  <a:lnTo>
                    <a:pt x="4134505" y="1276957"/>
                  </a:lnTo>
                  <a:lnTo>
                    <a:pt x="4134787" y="1276957"/>
                  </a:lnTo>
                  <a:lnTo>
                    <a:pt x="4134975" y="1272046"/>
                  </a:lnTo>
                  <a:lnTo>
                    <a:pt x="4135823" y="1272046"/>
                  </a:lnTo>
                  <a:lnTo>
                    <a:pt x="4136105" y="1272046"/>
                  </a:lnTo>
                  <a:lnTo>
                    <a:pt x="4136199" y="1272046"/>
                  </a:lnTo>
                  <a:lnTo>
                    <a:pt x="4136293" y="1272046"/>
                  </a:lnTo>
                  <a:lnTo>
                    <a:pt x="4136388" y="1272046"/>
                  </a:lnTo>
                  <a:lnTo>
                    <a:pt x="4136482" y="1272046"/>
                  </a:lnTo>
                  <a:lnTo>
                    <a:pt x="4136576" y="1272046"/>
                  </a:lnTo>
                  <a:lnTo>
                    <a:pt x="4136858" y="1272046"/>
                  </a:lnTo>
                  <a:lnTo>
                    <a:pt x="4136953" y="1272046"/>
                  </a:lnTo>
                  <a:lnTo>
                    <a:pt x="4137988" y="1267134"/>
                  </a:lnTo>
                  <a:lnTo>
                    <a:pt x="4138082" y="1267134"/>
                  </a:lnTo>
                  <a:lnTo>
                    <a:pt x="4138365" y="1267134"/>
                  </a:lnTo>
                  <a:lnTo>
                    <a:pt x="4138459" y="1267134"/>
                  </a:lnTo>
                  <a:lnTo>
                    <a:pt x="4138553" y="1267134"/>
                  </a:lnTo>
                  <a:lnTo>
                    <a:pt x="4139306" y="1267134"/>
                  </a:lnTo>
                  <a:lnTo>
                    <a:pt x="4139495" y="1267134"/>
                  </a:lnTo>
                  <a:lnTo>
                    <a:pt x="4139683" y="1267134"/>
                  </a:lnTo>
                  <a:lnTo>
                    <a:pt x="4139777" y="1267134"/>
                  </a:lnTo>
                  <a:lnTo>
                    <a:pt x="4140530" y="1267134"/>
                  </a:lnTo>
                  <a:lnTo>
                    <a:pt x="4140624" y="1267134"/>
                  </a:lnTo>
                  <a:lnTo>
                    <a:pt x="4140719" y="1267134"/>
                  </a:lnTo>
                  <a:lnTo>
                    <a:pt x="4140813" y="1267134"/>
                  </a:lnTo>
                  <a:lnTo>
                    <a:pt x="4141095" y="1267134"/>
                  </a:lnTo>
                  <a:lnTo>
                    <a:pt x="4141943" y="1267134"/>
                  </a:lnTo>
                  <a:lnTo>
                    <a:pt x="4142037" y="1267134"/>
                  </a:lnTo>
                  <a:lnTo>
                    <a:pt x="4142131" y="1267134"/>
                  </a:lnTo>
                  <a:lnTo>
                    <a:pt x="4142225" y="1267134"/>
                  </a:lnTo>
                  <a:lnTo>
                    <a:pt x="4142696" y="1267134"/>
                  </a:lnTo>
                  <a:lnTo>
                    <a:pt x="4142790" y="1267134"/>
                  </a:lnTo>
                  <a:lnTo>
                    <a:pt x="4142884" y="1267134"/>
                  </a:lnTo>
                  <a:lnTo>
                    <a:pt x="4143072" y="1267134"/>
                  </a:lnTo>
                  <a:lnTo>
                    <a:pt x="4143072" y="1262223"/>
                  </a:lnTo>
                  <a:lnTo>
                    <a:pt x="4143167" y="1262223"/>
                  </a:lnTo>
                  <a:lnTo>
                    <a:pt x="4143449" y="1262223"/>
                  </a:lnTo>
                  <a:lnTo>
                    <a:pt x="4143543" y="1262223"/>
                  </a:lnTo>
                  <a:lnTo>
                    <a:pt x="4143731" y="1262223"/>
                  </a:lnTo>
                  <a:lnTo>
                    <a:pt x="4144673" y="1262223"/>
                  </a:lnTo>
                  <a:lnTo>
                    <a:pt x="4144955" y="1262223"/>
                  </a:lnTo>
                  <a:lnTo>
                    <a:pt x="4145426" y="1262223"/>
                  </a:lnTo>
                  <a:lnTo>
                    <a:pt x="4145520" y="1262223"/>
                  </a:lnTo>
                  <a:lnTo>
                    <a:pt x="4146274" y="1262223"/>
                  </a:lnTo>
                  <a:lnTo>
                    <a:pt x="4146368" y="1262223"/>
                  </a:lnTo>
                  <a:lnTo>
                    <a:pt x="4146556" y="1262223"/>
                  </a:lnTo>
                  <a:lnTo>
                    <a:pt x="4146650" y="1262223"/>
                  </a:lnTo>
                  <a:lnTo>
                    <a:pt x="4147309" y="1262223"/>
                  </a:lnTo>
                  <a:lnTo>
                    <a:pt x="4147403" y="1262223"/>
                  </a:lnTo>
                  <a:lnTo>
                    <a:pt x="4147498" y="1262223"/>
                  </a:lnTo>
                  <a:lnTo>
                    <a:pt x="4147780" y="1262223"/>
                  </a:lnTo>
                  <a:lnTo>
                    <a:pt x="4147874" y="1262223"/>
                  </a:lnTo>
                  <a:lnTo>
                    <a:pt x="4147968" y="1262223"/>
                  </a:lnTo>
                  <a:lnTo>
                    <a:pt x="4148062" y="1262223"/>
                  </a:lnTo>
                  <a:lnTo>
                    <a:pt x="4148251" y="1262223"/>
                  </a:lnTo>
                  <a:lnTo>
                    <a:pt x="4148345" y="1262223"/>
                  </a:lnTo>
                  <a:lnTo>
                    <a:pt x="4148439" y="1262223"/>
                  </a:lnTo>
                  <a:lnTo>
                    <a:pt x="4148627" y="1262223"/>
                  </a:lnTo>
                  <a:lnTo>
                    <a:pt x="4148816" y="1262223"/>
                  </a:lnTo>
                  <a:lnTo>
                    <a:pt x="4148910" y="1262223"/>
                  </a:lnTo>
                  <a:lnTo>
                    <a:pt x="4149004" y="1262223"/>
                  </a:lnTo>
                  <a:lnTo>
                    <a:pt x="4149192" y="1262223"/>
                  </a:lnTo>
                  <a:lnTo>
                    <a:pt x="4149286" y="1262223"/>
                  </a:lnTo>
                  <a:lnTo>
                    <a:pt x="4149381" y="1262223"/>
                  </a:lnTo>
                  <a:lnTo>
                    <a:pt x="4149663" y="1262223"/>
                  </a:lnTo>
                  <a:lnTo>
                    <a:pt x="4149757" y="1262223"/>
                  </a:lnTo>
                  <a:lnTo>
                    <a:pt x="4152205" y="1257311"/>
                  </a:lnTo>
                  <a:lnTo>
                    <a:pt x="4152393" y="1257311"/>
                  </a:lnTo>
                  <a:lnTo>
                    <a:pt x="4152488" y="1257311"/>
                  </a:lnTo>
                  <a:lnTo>
                    <a:pt x="4153429" y="1257311"/>
                  </a:lnTo>
                  <a:lnTo>
                    <a:pt x="4153806" y="1257311"/>
                  </a:lnTo>
                  <a:lnTo>
                    <a:pt x="4153994" y="1257311"/>
                  </a:lnTo>
                  <a:lnTo>
                    <a:pt x="4154182" y="1257311"/>
                  </a:lnTo>
                  <a:lnTo>
                    <a:pt x="4154371" y="1257311"/>
                  </a:lnTo>
                  <a:lnTo>
                    <a:pt x="4154559" y="1257311"/>
                  </a:lnTo>
                  <a:lnTo>
                    <a:pt x="4154841" y="1257311"/>
                  </a:lnTo>
                  <a:lnTo>
                    <a:pt x="4155030" y="1257311"/>
                  </a:lnTo>
                  <a:lnTo>
                    <a:pt x="4155124" y="1257311"/>
                  </a:lnTo>
                  <a:lnTo>
                    <a:pt x="4155501" y="1257311"/>
                  </a:lnTo>
                  <a:lnTo>
                    <a:pt x="4155595" y="1257311"/>
                  </a:lnTo>
                  <a:lnTo>
                    <a:pt x="4155689" y="1257311"/>
                  </a:lnTo>
                  <a:lnTo>
                    <a:pt x="4156065" y="1257311"/>
                  </a:lnTo>
                  <a:lnTo>
                    <a:pt x="4156160" y="1257311"/>
                  </a:lnTo>
                  <a:lnTo>
                    <a:pt x="4156254" y="1257311"/>
                  </a:lnTo>
                  <a:lnTo>
                    <a:pt x="4156348" y="1257311"/>
                  </a:lnTo>
                  <a:lnTo>
                    <a:pt x="4156442" y="1257311"/>
                  </a:lnTo>
                  <a:lnTo>
                    <a:pt x="4156819" y="1257311"/>
                  </a:lnTo>
                  <a:lnTo>
                    <a:pt x="4156913" y="1257311"/>
                  </a:lnTo>
                  <a:lnTo>
                    <a:pt x="4157572" y="1257311"/>
                  </a:lnTo>
                  <a:lnTo>
                    <a:pt x="4158043" y="1257311"/>
                  </a:lnTo>
                  <a:lnTo>
                    <a:pt x="4158231" y="1257311"/>
                  </a:lnTo>
                  <a:lnTo>
                    <a:pt x="4158796" y="1257311"/>
                  </a:lnTo>
                  <a:lnTo>
                    <a:pt x="4158890" y="1257311"/>
                  </a:lnTo>
                  <a:lnTo>
                    <a:pt x="4158984" y="1257311"/>
                  </a:lnTo>
                  <a:lnTo>
                    <a:pt x="4159549" y="1257311"/>
                  </a:lnTo>
                  <a:lnTo>
                    <a:pt x="4159832" y="1257311"/>
                  </a:lnTo>
                  <a:lnTo>
                    <a:pt x="4159926" y="1257311"/>
                  </a:lnTo>
                  <a:lnTo>
                    <a:pt x="4160208" y="1257311"/>
                  </a:lnTo>
                  <a:lnTo>
                    <a:pt x="4160302" y="1257311"/>
                  </a:lnTo>
                  <a:lnTo>
                    <a:pt x="4160491" y="1257311"/>
                  </a:lnTo>
                  <a:lnTo>
                    <a:pt x="4160585" y="1257311"/>
                  </a:lnTo>
                  <a:lnTo>
                    <a:pt x="4160867" y="1257311"/>
                  </a:lnTo>
                  <a:lnTo>
                    <a:pt x="4161526" y="1257311"/>
                  </a:lnTo>
                  <a:lnTo>
                    <a:pt x="4161620" y="1257311"/>
                  </a:lnTo>
                  <a:lnTo>
                    <a:pt x="4161809" y="1257311"/>
                  </a:lnTo>
                  <a:lnTo>
                    <a:pt x="4161903" y="1257311"/>
                  </a:lnTo>
                  <a:lnTo>
                    <a:pt x="4161997" y="1257311"/>
                  </a:lnTo>
                  <a:lnTo>
                    <a:pt x="4162091" y="1257311"/>
                  </a:lnTo>
                  <a:lnTo>
                    <a:pt x="4162844" y="1257311"/>
                  </a:lnTo>
                  <a:lnTo>
                    <a:pt x="4162939" y="1257311"/>
                  </a:lnTo>
                  <a:lnTo>
                    <a:pt x="4163033" y="1257311"/>
                  </a:lnTo>
                  <a:lnTo>
                    <a:pt x="4163127" y="1257311"/>
                  </a:lnTo>
                  <a:lnTo>
                    <a:pt x="4163315" y="1257311"/>
                  </a:lnTo>
                  <a:lnTo>
                    <a:pt x="4163409" y="1257311"/>
                  </a:lnTo>
                  <a:lnTo>
                    <a:pt x="4163786" y="1257311"/>
                  </a:lnTo>
                  <a:lnTo>
                    <a:pt x="4164068" y="1257311"/>
                  </a:lnTo>
                  <a:lnTo>
                    <a:pt x="4164445" y="1257311"/>
                  </a:lnTo>
                  <a:lnTo>
                    <a:pt x="4164539" y="1257311"/>
                  </a:lnTo>
                  <a:lnTo>
                    <a:pt x="4164727" y="1257311"/>
                  </a:lnTo>
                  <a:lnTo>
                    <a:pt x="4164822" y="1257311"/>
                  </a:lnTo>
                  <a:lnTo>
                    <a:pt x="4165198" y="1257311"/>
                  </a:lnTo>
                  <a:lnTo>
                    <a:pt x="4165481" y="1257311"/>
                  </a:lnTo>
                  <a:lnTo>
                    <a:pt x="4165575" y="1257311"/>
                  </a:lnTo>
                  <a:lnTo>
                    <a:pt x="4165763" y="1257311"/>
                  </a:lnTo>
                  <a:lnTo>
                    <a:pt x="4165857" y="1257311"/>
                  </a:lnTo>
                  <a:lnTo>
                    <a:pt x="4166610" y="1257311"/>
                  </a:lnTo>
                  <a:lnTo>
                    <a:pt x="4166705" y="1257311"/>
                  </a:lnTo>
                  <a:lnTo>
                    <a:pt x="4166893" y="1257311"/>
                  </a:lnTo>
                  <a:lnTo>
                    <a:pt x="4166987" y="1257311"/>
                  </a:lnTo>
                  <a:lnTo>
                    <a:pt x="4167175" y="1257311"/>
                  </a:lnTo>
                  <a:lnTo>
                    <a:pt x="4167270" y="1257311"/>
                  </a:lnTo>
                  <a:lnTo>
                    <a:pt x="4167552" y="1257311"/>
                  </a:lnTo>
                  <a:lnTo>
                    <a:pt x="4167929" y="1257311"/>
                  </a:lnTo>
                  <a:lnTo>
                    <a:pt x="4168023" y="1257311"/>
                  </a:lnTo>
                  <a:lnTo>
                    <a:pt x="4168117" y="1257311"/>
                  </a:lnTo>
                  <a:lnTo>
                    <a:pt x="4168494" y="1257311"/>
                  </a:lnTo>
                  <a:lnTo>
                    <a:pt x="4168588" y="1257311"/>
                  </a:lnTo>
                  <a:lnTo>
                    <a:pt x="4168870" y="1257311"/>
                  </a:lnTo>
                  <a:lnTo>
                    <a:pt x="4169623" y="1252400"/>
                  </a:lnTo>
                  <a:lnTo>
                    <a:pt x="4170094" y="1252400"/>
                  </a:lnTo>
                  <a:lnTo>
                    <a:pt x="4170188" y="1252400"/>
                  </a:lnTo>
                  <a:lnTo>
                    <a:pt x="4170471" y="1252400"/>
                  </a:lnTo>
                  <a:lnTo>
                    <a:pt x="4170565" y="1252400"/>
                  </a:lnTo>
                  <a:lnTo>
                    <a:pt x="4170659" y="1252400"/>
                  </a:lnTo>
                  <a:lnTo>
                    <a:pt x="4171036" y="1252400"/>
                  </a:lnTo>
                  <a:lnTo>
                    <a:pt x="4171318" y="1252400"/>
                  </a:lnTo>
                  <a:lnTo>
                    <a:pt x="4171412" y="1252400"/>
                  </a:lnTo>
                  <a:lnTo>
                    <a:pt x="4171883" y="1252400"/>
                  </a:lnTo>
                  <a:lnTo>
                    <a:pt x="4171977" y="1252400"/>
                  </a:lnTo>
                  <a:lnTo>
                    <a:pt x="4172071" y="1252400"/>
                  </a:lnTo>
                  <a:lnTo>
                    <a:pt x="4172448" y="1252400"/>
                  </a:lnTo>
                  <a:lnTo>
                    <a:pt x="4173107" y="1252400"/>
                  </a:lnTo>
                  <a:lnTo>
                    <a:pt x="4173201" y="1252400"/>
                  </a:lnTo>
                  <a:lnTo>
                    <a:pt x="4173389" y="1247489"/>
                  </a:lnTo>
                  <a:lnTo>
                    <a:pt x="4173578" y="1247489"/>
                  </a:lnTo>
                  <a:lnTo>
                    <a:pt x="4174331" y="1247489"/>
                  </a:lnTo>
                  <a:lnTo>
                    <a:pt x="4174425" y="1247489"/>
                  </a:lnTo>
                  <a:lnTo>
                    <a:pt x="4174708" y="1247489"/>
                  </a:lnTo>
                  <a:lnTo>
                    <a:pt x="4175178" y="1247489"/>
                  </a:lnTo>
                  <a:lnTo>
                    <a:pt x="4175461" y="1247489"/>
                  </a:lnTo>
                  <a:lnTo>
                    <a:pt x="4175743" y="1247489"/>
                  </a:lnTo>
                  <a:lnTo>
                    <a:pt x="4175932" y="1247489"/>
                  </a:lnTo>
                  <a:lnTo>
                    <a:pt x="4176026" y="1247489"/>
                  </a:lnTo>
                  <a:lnTo>
                    <a:pt x="4176120" y="1247489"/>
                  </a:lnTo>
                  <a:lnTo>
                    <a:pt x="4176214" y="1247489"/>
                  </a:lnTo>
                  <a:lnTo>
                    <a:pt x="4176308" y="1247489"/>
                  </a:lnTo>
                  <a:lnTo>
                    <a:pt x="4176402" y="1247489"/>
                  </a:lnTo>
                  <a:lnTo>
                    <a:pt x="4176496" y="1247489"/>
                  </a:lnTo>
                  <a:lnTo>
                    <a:pt x="4176685" y="1247489"/>
                  </a:lnTo>
                  <a:lnTo>
                    <a:pt x="4176779" y="1247489"/>
                  </a:lnTo>
                  <a:lnTo>
                    <a:pt x="4176967" y="1247489"/>
                  </a:lnTo>
                  <a:lnTo>
                    <a:pt x="4177626" y="1247489"/>
                  </a:lnTo>
                  <a:lnTo>
                    <a:pt x="4177815" y="1247489"/>
                  </a:lnTo>
                  <a:lnTo>
                    <a:pt x="4178003" y="1247489"/>
                  </a:lnTo>
                  <a:lnTo>
                    <a:pt x="4178850" y="1247489"/>
                  </a:lnTo>
                  <a:lnTo>
                    <a:pt x="4179133" y="1247489"/>
                  </a:lnTo>
                  <a:lnTo>
                    <a:pt x="4179509" y="1247489"/>
                  </a:lnTo>
                  <a:lnTo>
                    <a:pt x="4179886" y="1247489"/>
                  </a:lnTo>
                  <a:lnTo>
                    <a:pt x="4179980" y="1247489"/>
                  </a:lnTo>
                  <a:lnTo>
                    <a:pt x="4180074" y="1247489"/>
                  </a:lnTo>
                  <a:lnTo>
                    <a:pt x="4180263" y="1247489"/>
                  </a:lnTo>
                  <a:lnTo>
                    <a:pt x="4180639" y="1242577"/>
                  </a:lnTo>
                  <a:lnTo>
                    <a:pt x="4180827" y="1242577"/>
                  </a:lnTo>
                  <a:lnTo>
                    <a:pt x="4180922" y="1242577"/>
                  </a:lnTo>
                  <a:lnTo>
                    <a:pt x="4181110" y="1242577"/>
                  </a:lnTo>
                  <a:lnTo>
                    <a:pt x="4181204" y="1242577"/>
                  </a:lnTo>
                  <a:lnTo>
                    <a:pt x="4181298" y="1242577"/>
                  </a:lnTo>
                  <a:lnTo>
                    <a:pt x="4181392" y="1242577"/>
                  </a:lnTo>
                  <a:lnTo>
                    <a:pt x="4181487" y="1242577"/>
                  </a:lnTo>
                  <a:lnTo>
                    <a:pt x="4181581" y="1242577"/>
                  </a:lnTo>
                  <a:lnTo>
                    <a:pt x="4181863" y="1242577"/>
                  </a:lnTo>
                  <a:lnTo>
                    <a:pt x="4183652" y="1237666"/>
                  </a:lnTo>
                  <a:lnTo>
                    <a:pt x="4183746" y="1237666"/>
                  </a:lnTo>
                  <a:lnTo>
                    <a:pt x="4183934" y="1237666"/>
                  </a:lnTo>
                  <a:lnTo>
                    <a:pt x="4184499" y="1237666"/>
                  </a:lnTo>
                  <a:lnTo>
                    <a:pt x="4184594" y="1237666"/>
                  </a:lnTo>
                  <a:lnTo>
                    <a:pt x="4184688" y="1237666"/>
                  </a:lnTo>
                  <a:lnTo>
                    <a:pt x="4184782" y="1237666"/>
                  </a:lnTo>
                  <a:lnTo>
                    <a:pt x="4184876" y="1237666"/>
                  </a:lnTo>
                  <a:lnTo>
                    <a:pt x="4185253" y="1237666"/>
                  </a:lnTo>
                  <a:lnTo>
                    <a:pt x="4185347" y="1237666"/>
                  </a:lnTo>
                  <a:lnTo>
                    <a:pt x="4185629" y="1237666"/>
                  </a:lnTo>
                  <a:lnTo>
                    <a:pt x="4185912" y="1237666"/>
                  </a:lnTo>
                  <a:lnTo>
                    <a:pt x="4186194" y="1237666"/>
                  </a:lnTo>
                  <a:lnTo>
                    <a:pt x="4186382" y="1237666"/>
                  </a:lnTo>
                  <a:lnTo>
                    <a:pt x="4186477" y="1237666"/>
                  </a:lnTo>
                  <a:lnTo>
                    <a:pt x="4186571" y="1232755"/>
                  </a:lnTo>
                  <a:lnTo>
                    <a:pt x="4186665" y="1232755"/>
                  </a:lnTo>
                  <a:lnTo>
                    <a:pt x="4187041" y="1232755"/>
                  </a:lnTo>
                  <a:lnTo>
                    <a:pt x="4187136" y="1232755"/>
                  </a:lnTo>
                  <a:lnTo>
                    <a:pt x="4187324" y="1232755"/>
                  </a:lnTo>
                  <a:lnTo>
                    <a:pt x="4187701" y="1232755"/>
                  </a:lnTo>
                  <a:lnTo>
                    <a:pt x="4187983" y="1232755"/>
                  </a:lnTo>
                  <a:lnTo>
                    <a:pt x="4188265" y="1232755"/>
                  </a:lnTo>
                  <a:lnTo>
                    <a:pt x="4188454" y="1232755"/>
                  </a:lnTo>
                  <a:lnTo>
                    <a:pt x="4189584" y="1232755"/>
                  </a:lnTo>
                  <a:lnTo>
                    <a:pt x="4190054" y="1232755"/>
                  </a:lnTo>
                  <a:lnTo>
                    <a:pt x="4190431" y="1232755"/>
                  </a:lnTo>
                  <a:lnTo>
                    <a:pt x="4191090" y="1232755"/>
                  </a:lnTo>
                  <a:lnTo>
                    <a:pt x="4191184" y="1232755"/>
                  </a:lnTo>
                  <a:lnTo>
                    <a:pt x="4191278" y="1232755"/>
                  </a:lnTo>
                  <a:lnTo>
                    <a:pt x="4191373" y="1232755"/>
                  </a:lnTo>
                  <a:lnTo>
                    <a:pt x="4191561" y="1232755"/>
                  </a:lnTo>
                  <a:lnTo>
                    <a:pt x="4191749" y="1232755"/>
                  </a:lnTo>
                  <a:lnTo>
                    <a:pt x="4192126" y="1232755"/>
                  </a:lnTo>
                  <a:lnTo>
                    <a:pt x="4192220" y="1232755"/>
                  </a:lnTo>
                  <a:lnTo>
                    <a:pt x="4192408" y="1232755"/>
                  </a:lnTo>
                  <a:lnTo>
                    <a:pt x="4193161" y="1232755"/>
                  </a:lnTo>
                  <a:lnTo>
                    <a:pt x="4193726" y="1232755"/>
                  </a:lnTo>
                  <a:lnTo>
                    <a:pt x="4194197" y="1232755"/>
                  </a:lnTo>
                  <a:lnTo>
                    <a:pt x="4194291" y="1232755"/>
                  </a:lnTo>
                  <a:lnTo>
                    <a:pt x="4194574" y="1232755"/>
                  </a:lnTo>
                  <a:lnTo>
                    <a:pt x="4194668" y="1232755"/>
                  </a:lnTo>
                  <a:lnTo>
                    <a:pt x="4195139" y="1227843"/>
                  </a:lnTo>
                  <a:lnTo>
                    <a:pt x="4195515" y="1227843"/>
                  </a:lnTo>
                  <a:lnTo>
                    <a:pt x="4195704" y="1227843"/>
                  </a:lnTo>
                  <a:lnTo>
                    <a:pt x="4195892" y="1227843"/>
                  </a:lnTo>
                  <a:lnTo>
                    <a:pt x="4195986" y="1227843"/>
                  </a:lnTo>
                  <a:lnTo>
                    <a:pt x="4196174" y="1227843"/>
                  </a:lnTo>
                  <a:lnTo>
                    <a:pt x="4196268" y="1227843"/>
                  </a:lnTo>
                  <a:lnTo>
                    <a:pt x="4197304" y="1222932"/>
                  </a:lnTo>
                  <a:lnTo>
                    <a:pt x="4197587" y="1222932"/>
                  </a:lnTo>
                  <a:lnTo>
                    <a:pt x="4197681" y="1222932"/>
                  </a:lnTo>
                  <a:lnTo>
                    <a:pt x="4197775" y="1222932"/>
                  </a:lnTo>
                  <a:lnTo>
                    <a:pt x="4197869" y="1222932"/>
                  </a:lnTo>
                  <a:lnTo>
                    <a:pt x="4197963" y="1222932"/>
                  </a:lnTo>
                  <a:lnTo>
                    <a:pt x="4198057" y="1222932"/>
                  </a:lnTo>
                  <a:lnTo>
                    <a:pt x="4198151" y="1222932"/>
                  </a:lnTo>
                  <a:lnTo>
                    <a:pt x="4198246" y="1222932"/>
                  </a:lnTo>
                  <a:lnTo>
                    <a:pt x="4198340" y="1222932"/>
                  </a:lnTo>
                  <a:lnTo>
                    <a:pt x="4198622" y="1222932"/>
                  </a:lnTo>
                  <a:lnTo>
                    <a:pt x="4198811" y="1222932"/>
                  </a:lnTo>
                  <a:lnTo>
                    <a:pt x="4199093" y="1222932"/>
                  </a:lnTo>
                  <a:lnTo>
                    <a:pt x="4199187" y="1222932"/>
                  </a:lnTo>
                  <a:lnTo>
                    <a:pt x="4199375" y="1222932"/>
                  </a:lnTo>
                  <a:lnTo>
                    <a:pt x="4199564" y="1222932"/>
                  </a:lnTo>
                  <a:lnTo>
                    <a:pt x="4200317" y="1222932"/>
                  </a:lnTo>
                  <a:lnTo>
                    <a:pt x="4200411" y="1222932"/>
                  </a:lnTo>
                  <a:lnTo>
                    <a:pt x="4200976" y="1222932"/>
                  </a:lnTo>
                  <a:lnTo>
                    <a:pt x="4201070" y="1222932"/>
                  </a:lnTo>
                  <a:lnTo>
                    <a:pt x="4201164" y="1222932"/>
                  </a:lnTo>
                  <a:lnTo>
                    <a:pt x="4201447" y="1222932"/>
                  </a:lnTo>
                  <a:lnTo>
                    <a:pt x="4201635" y="1222932"/>
                  </a:lnTo>
                  <a:lnTo>
                    <a:pt x="4201823" y="1222932"/>
                  </a:lnTo>
                  <a:lnTo>
                    <a:pt x="4202294" y="1222932"/>
                  </a:lnTo>
                  <a:lnTo>
                    <a:pt x="4202388" y="1222932"/>
                  </a:lnTo>
                  <a:lnTo>
                    <a:pt x="4203142" y="1218020"/>
                  </a:lnTo>
                  <a:lnTo>
                    <a:pt x="4203612" y="1218020"/>
                  </a:lnTo>
                  <a:lnTo>
                    <a:pt x="4203801" y="1218020"/>
                  </a:lnTo>
                  <a:lnTo>
                    <a:pt x="4203989" y="1218020"/>
                  </a:lnTo>
                  <a:lnTo>
                    <a:pt x="4204177" y="1218020"/>
                  </a:lnTo>
                  <a:lnTo>
                    <a:pt x="4204271" y="1218020"/>
                  </a:lnTo>
                  <a:lnTo>
                    <a:pt x="4204554" y="1218020"/>
                  </a:lnTo>
                  <a:lnTo>
                    <a:pt x="4204648" y="1218020"/>
                  </a:lnTo>
                  <a:lnTo>
                    <a:pt x="4205119" y="1218020"/>
                  </a:lnTo>
                  <a:lnTo>
                    <a:pt x="4205213" y="1218020"/>
                  </a:lnTo>
                  <a:lnTo>
                    <a:pt x="4205589" y="1218020"/>
                  </a:lnTo>
                  <a:lnTo>
                    <a:pt x="4205684" y="1218020"/>
                  </a:lnTo>
                  <a:lnTo>
                    <a:pt x="4205778" y="1218020"/>
                  </a:lnTo>
                  <a:lnTo>
                    <a:pt x="4206060" y="1218020"/>
                  </a:lnTo>
                  <a:lnTo>
                    <a:pt x="4207473" y="1208198"/>
                  </a:lnTo>
                  <a:lnTo>
                    <a:pt x="4207755" y="1208198"/>
                  </a:lnTo>
                  <a:lnTo>
                    <a:pt x="4207943" y="1208198"/>
                  </a:lnTo>
                  <a:lnTo>
                    <a:pt x="4208226" y="1208198"/>
                  </a:lnTo>
                  <a:lnTo>
                    <a:pt x="4208414" y="1208198"/>
                  </a:lnTo>
                  <a:lnTo>
                    <a:pt x="4208602" y="1208198"/>
                  </a:lnTo>
                  <a:lnTo>
                    <a:pt x="4208697" y="1208198"/>
                  </a:lnTo>
                  <a:lnTo>
                    <a:pt x="4208791" y="1208198"/>
                  </a:lnTo>
                  <a:lnTo>
                    <a:pt x="4209073" y="1208198"/>
                  </a:lnTo>
                  <a:lnTo>
                    <a:pt x="4209167" y="1208198"/>
                  </a:lnTo>
                  <a:lnTo>
                    <a:pt x="4209450" y="1208198"/>
                  </a:lnTo>
                  <a:lnTo>
                    <a:pt x="4210391" y="1208198"/>
                  </a:lnTo>
                  <a:lnTo>
                    <a:pt x="4210580" y="1208198"/>
                  </a:lnTo>
                  <a:lnTo>
                    <a:pt x="4210862" y="1208198"/>
                  </a:lnTo>
                  <a:lnTo>
                    <a:pt x="4210956" y="1208198"/>
                  </a:lnTo>
                  <a:lnTo>
                    <a:pt x="4211144" y="1208198"/>
                  </a:lnTo>
                  <a:lnTo>
                    <a:pt x="4211239" y="1208198"/>
                  </a:lnTo>
                  <a:lnTo>
                    <a:pt x="4211333" y="1208198"/>
                  </a:lnTo>
                  <a:lnTo>
                    <a:pt x="4211427" y="1208198"/>
                  </a:lnTo>
                  <a:lnTo>
                    <a:pt x="4211709" y="1208198"/>
                  </a:lnTo>
                  <a:lnTo>
                    <a:pt x="4211898" y="1208198"/>
                  </a:lnTo>
                  <a:lnTo>
                    <a:pt x="4212274" y="1208198"/>
                  </a:lnTo>
                  <a:lnTo>
                    <a:pt x="4212368" y="1208198"/>
                  </a:lnTo>
                  <a:lnTo>
                    <a:pt x="4212463" y="1208198"/>
                  </a:lnTo>
                  <a:lnTo>
                    <a:pt x="4213028" y="1208198"/>
                  </a:lnTo>
                  <a:lnTo>
                    <a:pt x="4213122" y="1208198"/>
                  </a:lnTo>
                  <a:lnTo>
                    <a:pt x="4213969" y="1208198"/>
                  </a:lnTo>
                  <a:lnTo>
                    <a:pt x="4214157" y="1208198"/>
                  </a:lnTo>
                  <a:lnTo>
                    <a:pt x="4215193" y="1208198"/>
                  </a:lnTo>
                  <a:lnTo>
                    <a:pt x="4215475" y="1208198"/>
                  </a:lnTo>
                  <a:lnTo>
                    <a:pt x="4215570" y="1208198"/>
                  </a:lnTo>
                  <a:lnTo>
                    <a:pt x="4215758" y="1208198"/>
                  </a:lnTo>
                  <a:lnTo>
                    <a:pt x="4215946" y="1208198"/>
                  </a:lnTo>
                  <a:lnTo>
                    <a:pt x="4216040" y="1208198"/>
                  </a:lnTo>
                  <a:lnTo>
                    <a:pt x="4216135" y="1208198"/>
                  </a:lnTo>
                  <a:lnTo>
                    <a:pt x="4216229" y="1208198"/>
                  </a:lnTo>
                  <a:lnTo>
                    <a:pt x="4216794" y="1208198"/>
                  </a:lnTo>
                  <a:lnTo>
                    <a:pt x="4217170" y="1208198"/>
                  </a:lnTo>
                  <a:lnTo>
                    <a:pt x="4217359" y="1208198"/>
                  </a:lnTo>
                  <a:lnTo>
                    <a:pt x="4217641" y="1208198"/>
                  </a:lnTo>
                  <a:lnTo>
                    <a:pt x="4217735" y="1208198"/>
                  </a:lnTo>
                  <a:lnTo>
                    <a:pt x="4217829" y="1208198"/>
                  </a:lnTo>
                  <a:lnTo>
                    <a:pt x="4218112" y="1208198"/>
                  </a:lnTo>
                  <a:lnTo>
                    <a:pt x="4218300" y="1208198"/>
                  </a:lnTo>
                  <a:lnTo>
                    <a:pt x="4218582" y="1208198"/>
                  </a:lnTo>
                  <a:lnTo>
                    <a:pt x="4218677" y="1208198"/>
                  </a:lnTo>
                  <a:lnTo>
                    <a:pt x="4218771" y="1208198"/>
                  </a:lnTo>
                  <a:lnTo>
                    <a:pt x="4218959" y="1208198"/>
                  </a:lnTo>
                  <a:lnTo>
                    <a:pt x="4219147" y="1208198"/>
                  </a:lnTo>
                  <a:lnTo>
                    <a:pt x="4219430" y="1208198"/>
                  </a:lnTo>
                  <a:lnTo>
                    <a:pt x="4219524" y="1208198"/>
                  </a:lnTo>
                  <a:lnTo>
                    <a:pt x="4219618" y="1208198"/>
                  </a:lnTo>
                  <a:lnTo>
                    <a:pt x="4221219" y="1208198"/>
                  </a:lnTo>
                  <a:lnTo>
                    <a:pt x="4221407" y="1208198"/>
                  </a:lnTo>
                  <a:lnTo>
                    <a:pt x="4221595" y="1208198"/>
                  </a:lnTo>
                  <a:lnTo>
                    <a:pt x="4221690" y="1208198"/>
                  </a:lnTo>
                  <a:lnTo>
                    <a:pt x="4221784" y="1208198"/>
                  </a:lnTo>
                  <a:lnTo>
                    <a:pt x="4222066" y="1208198"/>
                  </a:lnTo>
                  <a:lnTo>
                    <a:pt x="4222160" y="1208198"/>
                  </a:lnTo>
                  <a:lnTo>
                    <a:pt x="4222254" y="1208198"/>
                  </a:lnTo>
                  <a:lnTo>
                    <a:pt x="4222349" y="1208198"/>
                  </a:lnTo>
                  <a:lnTo>
                    <a:pt x="4222537" y="1208198"/>
                  </a:lnTo>
                  <a:lnTo>
                    <a:pt x="4222913" y="1208198"/>
                  </a:lnTo>
                  <a:lnTo>
                    <a:pt x="4223008" y="1208198"/>
                  </a:lnTo>
                  <a:lnTo>
                    <a:pt x="4223102" y="1208198"/>
                  </a:lnTo>
                  <a:lnTo>
                    <a:pt x="4223761" y="1203286"/>
                  </a:lnTo>
                  <a:lnTo>
                    <a:pt x="4224137" y="1203286"/>
                  </a:lnTo>
                  <a:lnTo>
                    <a:pt x="4224326" y="1203286"/>
                  </a:lnTo>
                  <a:lnTo>
                    <a:pt x="4224420" y="1203286"/>
                  </a:lnTo>
                  <a:lnTo>
                    <a:pt x="4224514" y="1203286"/>
                  </a:lnTo>
                  <a:lnTo>
                    <a:pt x="4224608" y="1203286"/>
                  </a:lnTo>
                  <a:lnTo>
                    <a:pt x="4224702" y="1203286"/>
                  </a:lnTo>
                  <a:lnTo>
                    <a:pt x="4225738" y="1203286"/>
                  </a:lnTo>
                  <a:lnTo>
                    <a:pt x="4226209" y="1203286"/>
                  </a:lnTo>
                  <a:lnTo>
                    <a:pt x="4226585" y="1203286"/>
                  </a:lnTo>
                  <a:lnTo>
                    <a:pt x="4226680" y="1203286"/>
                  </a:lnTo>
                  <a:lnTo>
                    <a:pt x="4226774" y="1203286"/>
                  </a:lnTo>
                  <a:lnTo>
                    <a:pt x="4226962" y="1203286"/>
                  </a:lnTo>
                  <a:lnTo>
                    <a:pt x="4227433" y="1203286"/>
                  </a:lnTo>
                  <a:lnTo>
                    <a:pt x="4227527" y="1203286"/>
                  </a:lnTo>
                  <a:lnTo>
                    <a:pt x="4228092" y="1203286"/>
                  </a:lnTo>
                  <a:lnTo>
                    <a:pt x="4228186" y="1203286"/>
                  </a:lnTo>
                  <a:lnTo>
                    <a:pt x="4228468" y="1203286"/>
                  </a:lnTo>
                  <a:lnTo>
                    <a:pt x="4229222" y="1203286"/>
                  </a:lnTo>
                  <a:lnTo>
                    <a:pt x="4229410" y="1203286"/>
                  </a:lnTo>
                  <a:lnTo>
                    <a:pt x="4229504" y="1203286"/>
                  </a:lnTo>
                  <a:lnTo>
                    <a:pt x="4229598" y="1203286"/>
                  </a:lnTo>
                  <a:lnTo>
                    <a:pt x="4229692" y="1203286"/>
                  </a:lnTo>
                  <a:lnTo>
                    <a:pt x="4230069" y="1203286"/>
                  </a:lnTo>
                  <a:lnTo>
                    <a:pt x="4230352" y="1203286"/>
                  </a:lnTo>
                  <a:lnTo>
                    <a:pt x="4230634" y="1203286"/>
                  </a:lnTo>
                  <a:lnTo>
                    <a:pt x="4230728" y="1203286"/>
                  </a:lnTo>
                  <a:lnTo>
                    <a:pt x="4231387" y="1203286"/>
                  </a:lnTo>
                  <a:lnTo>
                    <a:pt x="4231764" y="1203286"/>
                  </a:lnTo>
                  <a:lnTo>
                    <a:pt x="4232329" y="1203286"/>
                  </a:lnTo>
                  <a:lnTo>
                    <a:pt x="4232611" y="1203286"/>
                  </a:lnTo>
                  <a:lnTo>
                    <a:pt x="4232988" y="1203286"/>
                  </a:lnTo>
                  <a:lnTo>
                    <a:pt x="4233176" y="1203286"/>
                  </a:lnTo>
                  <a:lnTo>
                    <a:pt x="4233364" y="1203286"/>
                  </a:lnTo>
                  <a:lnTo>
                    <a:pt x="4233553" y="1203286"/>
                  </a:lnTo>
                  <a:lnTo>
                    <a:pt x="4233835" y="1198375"/>
                  </a:lnTo>
                  <a:lnTo>
                    <a:pt x="4234023" y="1198375"/>
                  </a:lnTo>
                  <a:lnTo>
                    <a:pt x="4234965" y="1198375"/>
                  </a:lnTo>
                  <a:lnTo>
                    <a:pt x="4235059" y="1198375"/>
                  </a:lnTo>
                  <a:lnTo>
                    <a:pt x="4235153" y="1198375"/>
                  </a:lnTo>
                  <a:lnTo>
                    <a:pt x="4235624" y="1198375"/>
                  </a:lnTo>
                  <a:lnTo>
                    <a:pt x="4235718" y="1198375"/>
                  </a:lnTo>
                  <a:lnTo>
                    <a:pt x="4235812" y="1198375"/>
                  </a:lnTo>
                  <a:lnTo>
                    <a:pt x="4236377" y="1198375"/>
                  </a:lnTo>
                  <a:lnTo>
                    <a:pt x="4236471" y="1198375"/>
                  </a:lnTo>
                  <a:lnTo>
                    <a:pt x="4236566" y="1198375"/>
                  </a:lnTo>
                  <a:lnTo>
                    <a:pt x="4236754" y="1198375"/>
                  </a:lnTo>
                  <a:lnTo>
                    <a:pt x="4237507" y="1198375"/>
                  </a:lnTo>
                  <a:lnTo>
                    <a:pt x="4237601" y="1198375"/>
                  </a:lnTo>
                  <a:lnTo>
                    <a:pt x="4237695" y="1198375"/>
                  </a:lnTo>
                  <a:lnTo>
                    <a:pt x="4238449" y="1198375"/>
                  </a:lnTo>
                  <a:lnTo>
                    <a:pt x="4238543" y="1198375"/>
                  </a:lnTo>
                  <a:lnTo>
                    <a:pt x="4238825" y="1198375"/>
                  </a:lnTo>
                  <a:lnTo>
                    <a:pt x="4239296" y="1198375"/>
                  </a:lnTo>
                  <a:lnTo>
                    <a:pt x="4239390" y="1198375"/>
                  </a:lnTo>
                  <a:lnTo>
                    <a:pt x="4239484" y="1198375"/>
                  </a:lnTo>
                  <a:lnTo>
                    <a:pt x="4240708" y="1198375"/>
                  </a:lnTo>
                  <a:lnTo>
                    <a:pt x="4240897" y="1198375"/>
                  </a:lnTo>
                  <a:lnTo>
                    <a:pt x="4241085" y="1198375"/>
                  </a:lnTo>
                  <a:lnTo>
                    <a:pt x="4241179" y="1198375"/>
                  </a:lnTo>
                  <a:lnTo>
                    <a:pt x="4241556" y="1198375"/>
                  </a:lnTo>
                  <a:lnTo>
                    <a:pt x="4241650" y="1198375"/>
                  </a:lnTo>
                  <a:lnTo>
                    <a:pt x="4241744" y="1198375"/>
                  </a:lnTo>
                  <a:lnTo>
                    <a:pt x="4241838" y="1198375"/>
                  </a:lnTo>
                  <a:lnTo>
                    <a:pt x="4242026" y="1198375"/>
                  </a:lnTo>
                  <a:lnTo>
                    <a:pt x="4242121" y="1198375"/>
                  </a:lnTo>
                  <a:lnTo>
                    <a:pt x="4242309" y="1198375"/>
                  </a:lnTo>
                  <a:lnTo>
                    <a:pt x="4243156" y="1198375"/>
                  </a:lnTo>
                  <a:lnTo>
                    <a:pt x="4243250" y="1198375"/>
                  </a:lnTo>
                  <a:lnTo>
                    <a:pt x="4243533" y="1198375"/>
                  </a:lnTo>
                  <a:lnTo>
                    <a:pt x="4243627" y="1198375"/>
                  </a:lnTo>
                  <a:lnTo>
                    <a:pt x="4243721" y="1198375"/>
                  </a:lnTo>
                  <a:lnTo>
                    <a:pt x="4243909" y="1198375"/>
                  </a:lnTo>
                  <a:lnTo>
                    <a:pt x="4244004" y="1198375"/>
                  </a:lnTo>
                  <a:lnTo>
                    <a:pt x="4244286" y="1198375"/>
                  </a:lnTo>
                  <a:lnTo>
                    <a:pt x="4244474" y="1198375"/>
                  </a:lnTo>
                  <a:lnTo>
                    <a:pt x="4244851" y="1198375"/>
                  </a:lnTo>
                  <a:lnTo>
                    <a:pt x="4245604" y="1198375"/>
                  </a:lnTo>
                  <a:lnTo>
                    <a:pt x="4245698" y="1198375"/>
                  </a:lnTo>
                  <a:lnTo>
                    <a:pt x="4245981" y="1198375"/>
                  </a:lnTo>
                  <a:lnTo>
                    <a:pt x="4246263" y="1198375"/>
                  </a:lnTo>
                  <a:lnTo>
                    <a:pt x="4246546" y="1198375"/>
                  </a:lnTo>
                  <a:lnTo>
                    <a:pt x="4246640" y="1198375"/>
                  </a:lnTo>
                  <a:lnTo>
                    <a:pt x="4246922" y="1198375"/>
                  </a:lnTo>
                  <a:lnTo>
                    <a:pt x="4247111" y="1198375"/>
                  </a:lnTo>
                  <a:lnTo>
                    <a:pt x="4247487" y="1198375"/>
                  </a:lnTo>
                  <a:lnTo>
                    <a:pt x="4247581" y="1198375"/>
                  </a:lnTo>
                  <a:lnTo>
                    <a:pt x="4247770" y="1198375"/>
                  </a:lnTo>
                  <a:lnTo>
                    <a:pt x="4248994" y="1198375"/>
                  </a:lnTo>
                  <a:lnTo>
                    <a:pt x="4249088" y="1198375"/>
                  </a:lnTo>
                  <a:lnTo>
                    <a:pt x="4249182" y="1198375"/>
                  </a:lnTo>
                  <a:lnTo>
                    <a:pt x="4249464" y="1198375"/>
                  </a:lnTo>
                  <a:lnTo>
                    <a:pt x="4249559" y="1198375"/>
                  </a:lnTo>
                  <a:lnTo>
                    <a:pt x="4249747" y="1198375"/>
                  </a:lnTo>
                  <a:lnTo>
                    <a:pt x="4250029" y="1198375"/>
                  </a:lnTo>
                  <a:lnTo>
                    <a:pt x="4250123" y="1198375"/>
                  </a:lnTo>
                  <a:lnTo>
                    <a:pt x="4250406" y="1198375"/>
                  </a:lnTo>
                  <a:lnTo>
                    <a:pt x="4250688" y="1198375"/>
                  </a:lnTo>
                  <a:lnTo>
                    <a:pt x="4250783" y="1198375"/>
                  </a:lnTo>
                  <a:lnTo>
                    <a:pt x="4250971" y="1198375"/>
                  </a:lnTo>
                  <a:lnTo>
                    <a:pt x="4251065" y="1198375"/>
                  </a:lnTo>
                  <a:lnTo>
                    <a:pt x="4251536" y="1198375"/>
                  </a:lnTo>
                  <a:lnTo>
                    <a:pt x="4251630" y="1198375"/>
                  </a:lnTo>
                  <a:lnTo>
                    <a:pt x="4252195" y="1198375"/>
                  </a:lnTo>
                  <a:lnTo>
                    <a:pt x="4252760" y="1198375"/>
                  </a:lnTo>
                  <a:lnTo>
                    <a:pt x="4252854" y="1198375"/>
                  </a:lnTo>
                  <a:lnTo>
                    <a:pt x="4252948" y="1198375"/>
                  </a:lnTo>
                  <a:lnTo>
                    <a:pt x="4253136" y="1198375"/>
                  </a:lnTo>
                  <a:lnTo>
                    <a:pt x="4253230" y="1198375"/>
                  </a:lnTo>
                  <a:lnTo>
                    <a:pt x="4253607" y="1198375"/>
                  </a:lnTo>
                  <a:lnTo>
                    <a:pt x="4254172" y="1198375"/>
                  </a:lnTo>
                  <a:lnTo>
                    <a:pt x="4254266" y="1198375"/>
                  </a:lnTo>
                  <a:lnTo>
                    <a:pt x="4254360" y="1198375"/>
                  </a:lnTo>
                  <a:lnTo>
                    <a:pt x="4254643" y="1198375"/>
                  </a:lnTo>
                  <a:lnTo>
                    <a:pt x="4254831" y="1198375"/>
                  </a:lnTo>
                  <a:lnTo>
                    <a:pt x="4254925" y="1198375"/>
                  </a:lnTo>
                  <a:lnTo>
                    <a:pt x="4255114" y="1198375"/>
                  </a:lnTo>
                  <a:lnTo>
                    <a:pt x="4255208" y="1198375"/>
                  </a:lnTo>
                  <a:lnTo>
                    <a:pt x="4255302" y="1198375"/>
                  </a:lnTo>
                  <a:lnTo>
                    <a:pt x="4255396" y="1198375"/>
                  </a:lnTo>
                  <a:lnTo>
                    <a:pt x="4255773" y="1198375"/>
                  </a:lnTo>
                  <a:lnTo>
                    <a:pt x="4255867" y="1198375"/>
                  </a:lnTo>
                  <a:lnTo>
                    <a:pt x="4256620" y="1193464"/>
                  </a:lnTo>
                  <a:lnTo>
                    <a:pt x="4256714" y="1193464"/>
                  </a:lnTo>
                  <a:lnTo>
                    <a:pt x="4256808" y="1193464"/>
                  </a:lnTo>
                  <a:lnTo>
                    <a:pt x="4257373" y="1193464"/>
                  </a:lnTo>
                  <a:lnTo>
                    <a:pt x="4258126" y="1193464"/>
                  </a:lnTo>
                  <a:lnTo>
                    <a:pt x="4258221" y="1193464"/>
                  </a:lnTo>
                  <a:lnTo>
                    <a:pt x="4258315" y="1193464"/>
                  </a:lnTo>
                  <a:lnTo>
                    <a:pt x="4258597" y="1188552"/>
                  </a:lnTo>
                  <a:lnTo>
                    <a:pt x="4258691" y="1188552"/>
                  </a:lnTo>
                  <a:lnTo>
                    <a:pt x="4259350" y="1188552"/>
                  </a:lnTo>
                  <a:lnTo>
                    <a:pt x="4259445" y="1188552"/>
                  </a:lnTo>
                  <a:lnTo>
                    <a:pt x="4259539" y="1188552"/>
                  </a:lnTo>
                  <a:lnTo>
                    <a:pt x="4259821" y="1188552"/>
                  </a:lnTo>
                  <a:lnTo>
                    <a:pt x="4259915" y="1188552"/>
                  </a:lnTo>
                  <a:lnTo>
                    <a:pt x="4260009" y="1188552"/>
                  </a:lnTo>
                  <a:lnTo>
                    <a:pt x="4260104" y="1188552"/>
                  </a:lnTo>
                  <a:lnTo>
                    <a:pt x="4260198" y="1188552"/>
                  </a:lnTo>
                  <a:lnTo>
                    <a:pt x="4260292" y="1188552"/>
                  </a:lnTo>
                  <a:lnTo>
                    <a:pt x="4260480" y="1188552"/>
                  </a:lnTo>
                  <a:lnTo>
                    <a:pt x="4261328" y="1188552"/>
                  </a:lnTo>
                  <a:lnTo>
                    <a:pt x="4261610" y="1183641"/>
                  </a:lnTo>
                  <a:lnTo>
                    <a:pt x="4262457" y="1183641"/>
                  </a:lnTo>
                  <a:lnTo>
                    <a:pt x="4262740" y="1183641"/>
                  </a:lnTo>
                  <a:lnTo>
                    <a:pt x="4263116" y="1183641"/>
                  </a:lnTo>
                  <a:lnTo>
                    <a:pt x="4263776" y="1183641"/>
                  </a:lnTo>
                  <a:lnTo>
                    <a:pt x="4263870" y="1183641"/>
                  </a:lnTo>
                  <a:lnTo>
                    <a:pt x="4264152" y="1178729"/>
                  </a:lnTo>
                  <a:lnTo>
                    <a:pt x="4264246" y="1178729"/>
                  </a:lnTo>
                  <a:lnTo>
                    <a:pt x="4264340" y="1178729"/>
                  </a:lnTo>
                  <a:lnTo>
                    <a:pt x="4264435" y="1178729"/>
                  </a:lnTo>
                  <a:lnTo>
                    <a:pt x="4265376" y="1178729"/>
                  </a:lnTo>
                  <a:lnTo>
                    <a:pt x="4265659" y="1178729"/>
                  </a:lnTo>
                  <a:lnTo>
                    <a:pt x="4265753" y="1178729"/>
                  </a:lnTo>
                  <a:lnTo>
                    <a:pt x="4265847" y="1178729"/>
                  </a:lnTo>
                  <a:lnTo>
                    <a:pt x="4266506" y="1178729"/>
                  </a:lnTo>
                  <a:lnTo>
                    <a:pt x="4266694" y="1178729"/>
                  </a:lnTo>
                  <a:lnTo>
                    <a:pt x="4266788" y="1178729"/>
                  </a:lnTo>
                  <a:lnTo>
                    <a:pt x="4267071" y="1173818"/>
                  </a:lnTo>
                  <a:lnTo>
                    <a:pt x="4267259" y="1173818"/>
                  </a:lnTo>
                  <a:lnTo>
                    <a:pt x="4267636" y="1173818"/>
                  </a:lnTo>
                  <a:lnTo>
                    <a:pt x="4268012" y="1173818"/>
                  </a:lnTo>
                  <a:lnTo>
                    <a:pt x="4268389" y="1173818"/>
                  </a:lnTo>
                  <a:lnTo>
                    <a:pt x="4268483" y="1173818"/>
                  </a:lnTo>
                  <a:lnTo>
                    <a:pt x="4268577" y="1173818"/>
                  </a:lnTo>
                  <a:lnTo>
                    <a:pt x="4268766" y="1173818"/>
                  </a:lnTo>
                  <a:lnTo>
                    <a:pt x="4268954" y="1173818"/>
                  </a:lnTo>
                  <a:lnTo>
                    <a:pt x="4269142" y="1173818"/>
                  </a:lnTo>
                  <a:lnTo>
                    <a:pt x="4269236" y="1173818"/>
                  </a:lnTo>
                  <a:lnTo>
                    <a:pt x="4269331" y="1173818"/>
                  </a:lnTo>
                  <a:lnTo>
                    <a:pt x="4269707" y="1173818"/>
                  </a:lnTo>
                  <a:lnTo>
                    <a:pt x="4269895" y="1173818"/>
                  </a:lnTo>
                  <a:lnTo>
                    <a:pt x="4269990" y="1173818"/>
                  </a:lnTo>
                  <a:lnTo>
                    <a:pt x="4270084" y="1173818"/>
                  </a:lnTo>
                  <a:lnTo>
                    <a:pt x="4270178" y="1173818"/>
                  </a:lnTo>
                  <a:lnTo>
                    <a:pt x="4270460" y="1173818"/>
                  </a:lnTo>
                  <a:lnTo>
                    <a:pt x="4270554" y="1173818"/>
                  </a:lnTo>
                  <a:lnTo>
                    <a:pt x="4270649" y="1173818"/>
                  </a:lnTo>
                  <a:lnTo>
                    <a:pt x="4270743" y="1173818"/>
                  </a:lnTo>
                  <a:lnTo>
                    <a:pt x="4271402" y="1173818"/>
                  </a:lnTo>
                  <a:lnTo>
                    <a:pt x="4271778" y="1173818"/>
                  </a:lnTo>
                  <a:lnTo>
                    <a:pt x="4272343" y="1173818"/>
                  </a:lnTo>
                  <a:lnTo>
                    <a:pt x="4272438" y="1173818"/>
                  </a:lnTo>
                  <a:lnTo>
                    <a:pt x="4272908" y="1173818"/>
                  </a:lnTo>
                  <a:lnTo>
                    <a:pt x="4273002" y="1173818"/>
                  </a:lnTo>
                  <a:lnTo>
                    <a:pt x="4273097" y="1173818"/>
                  </a:lnTo>
                  <a:lnTo>
                    <a:pt x="4273191" y="1173818"/>
                  </a:lnTo>
                  <a:lnTo>
                    <a:pt x="4273285" y="1173818"/>
                  </a:lnTo>
                  <a:lnTo>
                    <a:pt x="4273662" y="1173818"/>
                  </a:lnTo>
                  <a:lnTo>
                    <a:pt x="4273944" y="1173818"/>
                  </a:lnTo>
                  <a:lnTo>
                    <a:pt x="4274132" y="1173818"/>
                  </a:lnTo>
                  <a:lnTo>
                    <a:pt x="4274226" y="1173818"/>
                  </a:lnTo>
                  <a:lnTo>
                    <a:pt x="4274321" y="1173818"/>
                  </a:lnTo>
                  <a:lnTo>
                    <a:pt x="4274415" y="1173818"/>
                  </a:lnTo>
                  <a:lnTo>
                    <a:pt x="4274603" y="1173818"/>
                  </a:lnTo>
                  <a:lnTo>
                    <a:pt x="4274885" y="1173818"/>
                  </a:lnTo>
                  <a:lnTo>
                    <a:pt x="4275074" y="1173818"/>
                  </a:lnTo>
                  <a:lnTo>
                    <a:pt x="4275356" y="1173818"/>
                  </a:lnTo>
                  <a:lnTo>
                    <a:pt x="4275450" y="1173818"/>
                  </a:lnTo>
                  <a:lnTo>
                    <a:pt x="4275639" y="1173818"/>
                  </a:lnTo>
                  <a:lnTo>
                    <a:pt x="4275827" y="1173818"/>
                  </a:lnTo>
                  <a:lnTo>
                    <a:pt x="4276015" y="1173818"/>
                  </a:lnTo>
                  <a:lnTo>
                    <a:pt x="4276109" y="1173818"/>
                  </a:lnTo>
                  <a:lnTo>
                    <a:pt x="4276392" y="1173818"/>
                  </a:lnTo>
                  <a:lnTo>
                    <a:pt x="4276674" y="1173818"/>
                  </a:lnTo>
                  <a:lnTo>
                    <a:pt x="4277051" y="1168907"/>
                  </a:lnTo>
                  <a:lnTo>
                    <a:pt x="4277333" y="1168907"/>
                  </a:lnTo>
                  <a:lnTo>
                    <a:pt x="4277710" y="1168907"/>
                  </a:lnTo>
                  <a:lnTo>
                    <a:pt x="4277804" y="1168907"/>
                  </a:lnTo>
                  <a:lnTo>
                    <a:pt x="4277993" y="1168907"/>
                  </a:lnTo>
                  <a:lnTo>
                    <a:pt x="4278087" y="1168907"/>
                  </a:lnTo>
                  <a:lnTo>
                    <a:pt x="4278369" y="1168907"/>
                  </a:lnTo>
                  <a:lnTo>
                    <a:pt x="4278934" y="1168907"/>
                  </a:lnTo>
                  <a:lnTo>
                    <a:pt x="4279028" y="1168907"/>
                  </a:lnTo>
                  <a:lnTo>
                    <a:pt x="4279593" y="1168907"/>
                  </a:lnTo>
                  <a:lnTo>
                    <a:pt x="4279781" y="1163995"/>
                  </a:lnTo>
                  <a:lnTo>
                    <a:pt x="4279970" y="1163995"/>
                  </a:lnTo>
                  <a:lnTo>
                    <a:pt x="4280158" y="1163995"/>
                  </a:lnTo>
                  <a:lnTo>
                    <a:pt x="4280252" y="1163995"/>
                  </a:lnTo>
                  <a:lnTo>
                    <a:pt x="4281382" y="1163995"/>
                  </a:lnTo>
                  <a:lnTo>
                    <a:pt x="4282135" y="1159084"/>
                  </a:lnTo>
                  <a:lnTo>
                    <a:pt x="4282229" y="1159084"/>
                  </a:lnTo>
                  <a:lnTo>
                    <a:pt x="4282324" y="1159084"/>
                  </a:lnTo>
                  <a:lnTo>
                    <a:pt x="4283077" y="1154173"/>
                  </a:lnTo>
                  <a:lnTo>
                    <a:pt x="4283171" y="1154173"/>
                  </a:lnTo>
                  <a:lnTo>
                    <a:pt x="4283359" y="1154173"/>
                  </a:lnTo>
                  <a:lnTo>
                    <a:pt x="4283453" y="1154173"/>
                  </a:lnTo>
                  <a:lnTo>
                    <a:pt x="4284207" y="1149261"/>
                  </a:lnTo>
                  <a:lnTo>
                    <a:pt x="4284677" y="1149261"/>
                  </a:lnTo>
                  <a:lnTo>
                    <a:pt x="4284960" y="1149261"/>
                  </a:lnTo>
                  <a:lnTo>
                    <a:pt x="4285054" y="1149261"/>
                  </a:lnTo>
                  <a:lnTo>
                    <a:pt x="4285713" y="1149261"/>
                  </a:lnTo>
                  <a:lnTo>
                    <a:pt x="4286278" y="1149261"/>
                  </a:lnTo>
                  <a:lnTo>
                    <a:pt x="4286749" y="1149261"/>
                  </a:lnTo>
                  <a:lnTo>
                    <a:pt x="4287408" y="1149261"/>
                  </a:lnTo>
                  <a:lnTo>
                    <a:pt x="4287878" y="1149261"/>
                  </a:lnTo>
                  <a:lnTo>
                    <a:pt x="4287973" y="1149261"/>
                  </a:lnTo>
                  <a:lnTo>
                    <a:pt x="4288255" y="1149261"/>
                  </a:lnTo>
                  <a:lnTo>
                    <a:pt x="4288349" y="1149261"/>
                  </a:lnTo>
                  <a:lnTo>
                    <a:pt x="4288443" y="1149261"/>
                  </a:lnTo>
                  <a:lnTo>
                    <a:pt x="4288820" y="1144350"/>
                  </a:lnTo>
                  <a:lnTo>
                    <a:pt x="4289291" y="1144350"/>
                  </a:lnTo>
                  <a:lnTo>
                    <a:pt x="4289479" y="1144350"/>
                  </a:lnTo>
                  <a:lnTo>
                    <a:pt x="4289950" y="1144350"/>
                  </a:lnTo>
                  <a:lnTo>
                    <a:pt x="4290138" y="1144350"/>
                  </a:lnTo>
                  <a:lnTo>
                    <a:pt x="4290797" y="1144350"/>
                  </a:lnTo>
                  <a:lnTo>
                    <a:pt x="4291080" y="1144350"/>
                  </a:lnTo>
                  <a:lnTo>
                    <a:pt x="4291174" y="1144350"/>
                  </a:lnTo>
                  <a:lnTo>
                    <a:pt x="4291456" y="1144350"/>
                  </a:lnTo>
                  <a:lnTo>
                    <a:pt x="4291550" y="1144350"/>
                  </a:lnTo>
                  <a:lnTo>
                    <a:pt x="4291645" y="1144350"/>
                  </a:lnTo>
                  <a:lnTo>
                    <a:pt x="4291833" y="1144350"/>
                  </a:lnTo>
                  <a:lnTo>
                    <a:pt x="4291927" y="1144350"/>
                  </a:lnTo>
                  <a:lnTo>
                    <a:pt x="4292021" y="1144350"/>
                  </a:lnTo>
                  <a:lnTo>
                    <a:pt x="4292398" y="1144350"/>
                  </a:lnTo>
                  <a:lnTo>
                    <a:pt x="4292492" y="1144350"/>
                  </a:lnTo>
                  <a:lnTo>
                    <a:pt x="4292680" y="1144350"/>
                  </a:lnTo>
                  <a:lnTo>
                    <a:pt x="4292774" y="1144350"/>
                  </a:lnTo>
                  <a:lnTo>
                    <a:pt x="4292869" y="1144350"/>
                  </a:lnTo>
                  <a:lnTo>
                    <a:pt x="4292963" y="1144350"/>
                  </a:lnTo>
                  <a:lnTo>
                    <a:pt x="4293622" y="1144350"/>
                  </a:lnTo>
                  <a:lnTo>
                    <a:pt x="4293716" y="1144350"/>
                  </a:lnTo>
                  <a:lnTo>
                    <a:pt x="4294093" y="1144350"/>
                  </a:lnTo>
                  <a:lnTo>
                    <a:pt x="4294375" y="1144350"/>
                  </a:lnTo>
                  <a:lnTo>
                    <a:pt x="4294469" y="1144350"/>
                  </a:lnTo>
                  <a:lnTo>
                    <a:pt x="4294657" y="1144350"/>
                  </a:lnTo>
                  <a:lnTo>
                    <a:pt x="4294846" y="1144350"/>
                  </a:lnTo>
                  <a:lnTo>
                    <a:pt x="4294940" y="1144350"/>
                  </a:lnTo>
                  <a:lnTo>
                    <a:pt x="4295034" y="1144350"/>
                  </a:lnTo>
                  <a:lnTo>
                    <a:pt x="4295317" y="1144350"/>
                  </a:lnTo>
                  <a:lnTo>
                    <a:pt x="4295411" y="1144350"/>
                  </a:lnTo>
                  <a:lnTo>
                    <a:pt x="4295599" y="1144350"/>
                  </a:lnTo>
                  <a:lnTo>
                    <a:pt x="4295881" y="1144350"/>
                  </a:lnTo>
                  <a:lnTo>
                    <a:pt x="4295976" y="1144350"/>
                  </a:lnTo>
                  <a:lnTo>
                    <a:pt x="4296070" y="1144350"/>
                  </a:lnTo>
                  <a:lnTo>
                    <a:pt x="4296164" y="1144350"/>
                  </a:lnTo>
                  <a:lnTo>
                    <a:pt x="4296352" y="1144350"/>
                  </a:lnTo>
                  <a:lnTo>
                    <a:pt x="4296446" y="1144350"/>
                  </a:lnTo>
                  <a:lnTo>
                    <a:pt x="4296540" y="1144350"/>
                  </a:lnTo>
                  <a:lnTo>
                    <a:pt x="4296635" y="1144350"/>
                  </a:lnTo>
                  <a:lnTo>
                    <a:pt x="4296729" y="1144350"/>
                  </a:lnTo>
                  <a:lnTo>
                    <a:pt x="4296917" y="1144350"/>
                  </a:lnTo>
                  <a:lnTo>
                    <a:pt x="4297105" y="1144350"/>
                  </a:lnTo>
                  <a:lnTo>
                    <a:pt x="4297200" y="1144350"/>
                  </a:lnTo>
                  <a:lnTo>
                    <a:pt x="4297482" y="1144350"/>
                  </a:lnTo>
                  <a:lnTo>
                    <a:pt x="4297576" y="1144350"/>
                  </a:lnTo>
                  <a:lnTo>
                    <a:pt x="4297670" y="1144350"/>
                  </a:lnTo>
                  <a:lnTo>
                    <a:pt x="4297859" y="1144350"/>
                  </a:lnTo>
                  <a:lnTo>
                    <a:pt x="4306238" y="1134527"/>
                  </a:lnTo>
                  <a:lnTo>
                    <a:pt x="4306332" y="1134527"/>
                  </a:lnTo>
                  <a:lnTo>
                    <a:pt x="4306426" y="1134527"/>
                  </a:lnTo>
                  <a:lnTo>
                    <a:pt x="4306991" y="1134527"/>
                  </a:lnTo>
                  <a:lnTo>
                    <a:pt x="4307086" y="1134527"/>
                  </a:lnTo>
                  <a:lnTo>
                    <a:pt x="4307556" y="1134527"/>
                  </a:lnTo>
                  <a:lnTo>
                    <a:pt x="4307745" y="1134527"/>
                  </a:lnTo>
                  <a:lnTo>
                    <a:pt x="4307933" y="1134527"/>
                  </a:lnTo>
                  <a:lnTo>
                    <a:pt x="4308027" y="1134527"/>
                  </a:lnTo>
                  <a:lnTo>
                    <a:pt x="4308310" y="1134527"/>
                  </a:lnTo>
                  <a:lnTo>
                    <a:pt x="4308592" y="1129616"/>
                  </a:lnTo>
                  <a:lnTo>
                    <a:pt x="4308686" y="1129616"/>
                  </a:lnTo>
                  <a:lnTo>
                    <a:pt x="4308780" y="1129616"/>
                  </a:lnTo>
                  <a:lnTo>
                    <a:pt x="4309722" y="1129616"/>
                  </a:lnTo>
                  <a:lnTo>
                    <a:pt x="4309816" y="1129616"/>
                  </a:lnTo>
                  <a:lnTo>
                    <a:pt x="4310475" y="1129616"/>
                  </a:lnTo>
                  <a:lnTo>
                    <a:pt x="4310852" y="1129616"/>
                  </a:lnTo>
                  <a:lnTo>
                    <a:pt x="4311417" y="1129616"/>
                  </a:lnTo>
                  <a:lnTo>
                    <a:pt x="4311511" y="1129616"/>
                  </a:lnTo>
                  <a:lnTo>
                    <a:pt x="4311887" y="1129616"/>
                  </a:lnTo>
                  <a:lnTo>
                    <a:pt x="4312076" y="1129616"/>
                  </a:lnTo>
                  <a:lnTo>
                    <a:pt x="4312170" y="1129616"/>
                  </a:lnTo>
                  <a:lnTo>
                    <a:pt x="4312546" y="1129616"/>
                  </a:lnTo>
                  <a:lnTo>
                    <a:pt x="4312735" y="1129616"/>
                  </a:lnTo>
                  <a:lnTo>
                    <a:pt x="4313111" y="1129616"/>
                  </a:lnTo>
                  <a:lnTo>
                    <a:pt x="4313300" y="1129616"/>
                  </a:lnTo>
                  <a:lnTo>
                    <a:pt x="4313676" y="1129616"/>
                  </a:lnTo>
                  <a:lnTo>
                    <a:pt x="4313864" y="1129616"/>
                  </a:lnTo>
                  <a:lnTo>
                    <a:pt x="4313959" y="1129616"/>
                  </a:lnTo>
                  <a:lnTo>
                    <a:pt x="4314429" y="1129616"/>
                  </a:lnTo>
                  <a:lnTo>
                    <a:pt x="4314806" y="1129616"/>
                  </a:lnTo>
                  <a:lnTo>
                    <a:pt x="4314994" y="1129616"/>
                  </a:lnTo>
                  <a:lnTo>
                    <a:pt x="4315088" y="1129616"/>
                  </a:lnTo>
                  <a:lnTo>
                    <a:pt x="4315183" y="1129616"/>
                  </a:lnTo>
                  <a:lnTo>
                    <a:pt x="4315277" y="1129616"/>
                  </a:lnTo>
                  <a:lnTo>
                    <a:pt x="4315465" y="1129616"/>
                  </a:lnTo>
                  <a:lnTo>
                    <a:pt x="4315559" y="1129616"/>
                  </a:lnTo>
                  <a:lnTo>
                    <a:pt x="4315653" y="1129616"/>
                  </a:lnTo>
                  <a:lnTo>
                    <a:pt x="4315936" y="1129616"/>
                  </a:lnTo>
                  <a:lnTo>
                    <a:pt x="4316030" y="1129616"/>
                  </a:lnTo>
                  <a:lnTo>
                    <a:pt x="4316501" y="1129616"/>
                  </a:lnTo>
                  <a:lnTo>
                    <a:pt x="4316595" y="1129616"/>
                  </a:lnTo>
                  <a:lnTo>
                    <a:pt x="4316689" y="1129616"/>
                  </a:lnTo>
                  <a:lnTo>
                    <a:pt x="4316877" y="1129616"/>
                  </a:lnTo>
                  <a:lnTo>
                    <a:pt x="4316972" y="1129616"/>
                  </a:lnTo>
                  <a:lnTo>
                    <a:pt x="4317066" y="1129616"/>
                  </a:lnTo>
                  <a:lnTo>
                    <a:pt x="4317160" y="1129616"/>
                  </a:lnTo>
                  <a:lnTo>
                    <a:pt x="4317348" y="1129616"/>
                  </a:lnTo>
                  <a:lnTo>
                    <a:pt x="4317819" y="1129616"/>
                  </a:lnTo>
                  <a:lnTo>
                    <a:pt x="4317913" y="1129616"/>
                  </a:lnTo>
                  <a:lnTo>
                    <a:pt x="4318101" y="1129616"/>
                  </a:lnTo>
                  <a:lnTo>
                    <a:pt x="4318290" y="1129616"/>
                  </a:lnTo>
                  <a:lnTo>
                    <a:pt x="4318384" y="1129616"/>
                  </a:lnTo>
                  <a:lnTo>
                    <a:pt x="4318666" y="1129616"/>
                  </a:lnTo>
                  <a:lnTo>
                    <a:pt x="4318760" y="1129616"/>
                  </a:lnTo>
                  <a:lnTo>
                    <a:pt x="4318855" y="1129616"/>
                  </a:lnTo>
                  <a:lnTo>
                    <a:pt x="4319043" y="1129616"/>
                  </a:lnTo>
                  <a:lnTo>
                    <a:pt x="4319419" y="1129616"/>
                  </a:lnTo>
                  <a:lnTo>
                    <a:pt x="4320173" y="1129616"/>
                  </a:lnTo>
                  <a:lnTo>
                    <a:pt x="4320455" y="1129616"/>
                  </a:lnTo>
                  <a:lnTo>
                    <a:pt x="4320643" y="1129616"/>
                  </a:lnTo>
                  <a:lnTo>
                    <a:pt x="4320738" y="1129616"/>
                  </a:lnTo>
                  <a:lnTo>
                    <a:pt x="4321397" y="1129616"/>
                  </a:lnTo>
                  <a:lnTo>
                    <a:pt x="4321679" y="1129616"/>
                  </a:lnTo>
                  <a:lnTo>
                    <a:pt x="4321867" y="1129616"/>
                  </a:lnTo>
                  <a:lnTo>
                    <a:pt x="4321962" y="1129616"/>
                  </a:lnTo>
                  <a:lnTo>
                    <a:pt x="4322715" y="1129616"/>
                  </a:lnTo>
                  <a:lnTo>
                    <a:pt x="4322809" y="1129616"/>
                  </a:lnTo>
                  <a:lnTo>
                    <a:pt x="4323468" y="1129616"/>
                  </a:lnTo>
                  <a:lnTo>
                    <a:pt x="4323750" y="1129616"/>
                  </a:lnTo>
                  <a:lnTo>
                    <a:pt x="4324786" y="1124704"/>
                  </a:lnTo>
                  <a:lnTo>
                    <a:pt x="4325069" y="1124704"/>
                  </a:lnTo>
                  <a:lnTo>
                    <a:pt x="4325257" y="1124704"/>
                  </a:lnTo>
                  <a:lnTo>
                    <a:pt x="4325822" y="1124704"/>
                  </a:lnTo>
                  <a:lnTo>
                    <a:pt x="4326010" y="1124704"/>
                  </a:lnTo>
                  <a:lnTo>
                    <a:pt x="4326293" y="1124704"/>
                  </a:lnTo>
                  <a:lnTo>
                    <a:pt x="4326763" y="1124704"/>
                  </a:lnTo>
                  <a:lnTo>
                    <a:pt x="4326952" y="1124704"/>
                  </a:lnTo>
                  <a:lnTo>
                    <a:pt x="4327234" y="1124704"/>
                  </a:lnTo>
                  <a:lnTo>
                    <a:pt x="4327893" y="1124704"/>
                  </a:lnTo>
                  <a:lnTo>
                    <a:pt x="4328364" y="1124704"/>
                  </a:lnTo>
                  <a:lnTo>
                    <a:pt x="4328741" y="1124704"/>
                  </a:lnTo>
                  <a:lnTo>
                    <a:pt x="4328929" y="1124704"/>
                  </a:lnTo>
                  <a:lnTo>
                    <a:pt x="4329117" y="1124704"/>
                  </a:lnTo>
                  <a:lnTo>
                    <a:pt x="4329494" y="1124704"/>
                  </a:lnTo>
                  <a:lnTo>
                    <a:pt x="4329682" y="1124704"/>
                  </a:lnTo>
                  <a:lnTo>
                    <a:pt x="4329776" y="1119793"/>
                  </a:lnTo>
                  <a:lnTo>
                    <a:pt x="4329870" y="1119793"/>
                  </a:lnTo>
                  <a:lnTo>
                    <a:pt x="4330059" y="1119793"/>
                  </a:lnTo>
                  <a:lnTo>
                    <a:pt x="4330906" y="1119793"/>
                  </a:lnTo>
                  <a:lnTo>
                    <a:pt x="4331000" y="1119793"/>
                  </a:lnTo>
                  <a:lnTo>
                    <a:pt x="4331094" y="1119793"/>
                  </a:lnTo>
                  <a:lnTo>
                    <a:pt x="4331283" y="1119793"/>
                  </a:lnTo>
                  <a:lnTo>
                    <a:pt x="4331471" y="1119793"/>
                  </a:lnTo>
                  <a:lnTo>
                    <a:pt x="4331659" y="1119793"/>
                  </a:lnTo>
                  <a:lnTo>
                    <a:pt x="4332130" y="1119793"/>
                  </a:lnTo>
                  <a:lnTo>
                    <a:pt x="4332224" y="1119793"/>
                  </a:lnTo>
                  <a:lnTo>
                    <a:pt x="4332318" y="1119793"/>
                  </a:lnTo>
                  <a:lnTo>
                    <a:pt x="4332412" y="1119793"/>
                  </a:lnTo>
                  <a:lnTo>
                    <a:pt x="4332507" y="1119793"/>
                  </a:lnTo>
                  <a:lnTo>
                    <a:pt x="4332601" y="1119793"/>
                  </a:lnTo>
                  <a:lnTo>
                    <a:pt x="4332883" y="1119793"/>
                  </a:lnTo>
                  <a:lnTo>
                    <a:pt x="4332977" y="1119793"/>
                  </a:lnTo>
                  <a:lnTo>
                    <a:pt x="4333260" y="1119793"/>
                  </a:lnTo>
                  <a:lnTo>
                    <a:pt x="4333354" y="1119793"/>
                  </a:lnTo>
                  <a:lnTo>
                    <a:pt x="4333448" y="1119793"/>
                  </a:lnTo>
                  <a:lnTo>
                    <a:pt x="4333919" y="1119793"/>
                  </a:lnTo>
                  <a:lnTo>
                    <a:pt x="4334013" y="1119793"/>
                  </a:lnTo>
                  <a:lnTo>
                    <a:pt x="4334578" y="1119793"/>
                  </a:lnTo>
                  <a:lnTo>
                    <a:pt x="4334672" y="1119793"/>
                  </a:lnTo>
                  <a:lnTo>
                    <a:pt x="4335331" y="1119793"/>
                  </a:lnTo>
                  <a:lnTo>
                    <a:pt x="4335425" y="1119793"/>
                  </a:lnTo>
                  <a:lnTo>
                    <a:pt x="4335520" y="1119793"/>
                  </a:lnTo>
                  <a:lnTo>
                    <a:pt x="4335708" y="1119793"/>
                  </a:lnTo>
                  <a:lnTo>
                    <a:pt x="4335802" y="1119793"/>
                  </a:lnTo>
                  <a:lnTo>
                    <a:pt x="4335896" y="1119793"/>
                  </a:lnTo>
                  <a:lnTo>
                    <a:pt x="4336084" y="1119793"/>
                  </a:lnTo>
                  <a:lnTo>
                    <a:pt x="4336273" y="1119793"/>
                  </a:lnTo>
                  <a:lnTo>
                    <a:pt x="4336367" y="1119793"/>
                  </a:lnTo>
                  <a:lnTo>
                    <a:pt x="4336743" y="1119793"/>
                  </a:lnTo>
                  <a:lnTo>
                    <a:pt x="4337026" y="1119793"/>
                  </a:lnTo>
                  <a:lnTo>
                    <a:pt x="4337591" y="1119793"/>
                  </a:lnTo>
                  <a:lnTo>
                    <a:pt x="4337685" y="1119793"/>
                  </a:lnTo>
                  <a:lnTo>
                    <a:pt x="4337873" y="1119793"/>
                  </a:lnTo>
                  <a:lnTo>
                    <a:pt x="4338250" y="1119793"/>
                  </a:lnTo>
                  <a:lnTo>
                    <a:pt x="4338344" y="1119793"/>
                  </a:lnTo>
                  <a:lnTo>
                    <a:pt x="4338721" y="1119793"/>
                  </a:lnTo>
                  <a:lnTo>
                    <a:pt x="4339003" y="1119793"/>
                  </a:lnTo>
                  <a:lnTo>
                    <a:pt x="4339097" y="1119793"/>
                  </a:lnTo>
                  <a:lnTo>
                    <a:pt x="4339191" y="1119793"/>
                  </a:lnTo>
                  <a:lnTo>
                    <a:pt x="4339286" y="1119793"/>
                  </a:lnTo>
                  <a:lnTo>
                    <a:pt x="4339380" y="1119793"/>
                  </a:lnTo>
                  <a:lnTo>
                    <a:pt x="4340039" y="1119793"/>
                  </a:lnTo>
                  <a:lnTo>
                    <a:pt x="4340133" y="1119793"/>
                  </a:lnTo>
                  <a:lnTo>
                    <a:pt x="4340227" y="1119793"/>
                  </a:lnTo>
                  <a:lnTo>
                    <a:pt x="4340415" y="1119793"/>
                  </a:lnTo>
                  <a:lnTo>
                    <a:pt x="4341357" y="1119793"/>
                  </a:lnTo>
                  <a:lnTo>
                    <a:pt x="4341451" y="1119793"/>
                  </a:lnTo>
                  <a:lnTo>
                    <a:pt x="4341828" y="1119793"/>
                  </a:lnTo>
                  <a:lnTo>
                    <a:pt x="4341922" y="1119793"/>
                  </a:lnTo>
                  <a:lnTo>
                    <a:pt x="4342487" y="1119793"/>
                  </a:lnTo>
                  <a:lnTo>
                    <a:pt x="4342581" y="1119793"/>
                  </a:lnTo>
                  <a:lnTo>
                    <a:pt x="4342769" y="1119793"/>
                  </a:lnTo>
                  <a:lnTo>
                    <a:pt x="4343146" y="1119793"/>
                  </a:lnTo>
                  <a:lnTo>
                    <a:pt x="4343805" y="1119793"/>
                  </a:lnTo>
                  <a:lnTo>
                    <a:pt x="4343899" y="1119793"/>
                  </a:lnTo>
                  <a:lnTo>
                    <a:pt x="4344652" y="1114882"/>
                  </a:lnTo>
                  <a:lnTo>
                    <a:pt x="4344935" y="1114882"/>
                  </a:lnTo>
                  <a:lnTo>
                    <a:pt x="4345029" y="1114882"/>
                  </a:lnTo>
                  <a:lnTo>
                    <a:pt x="4345123" y="1114882"/>
                  </a:lnTo>
                  <a:lnTo>
                    <a:pt x="4345217" y="1114882"/>
                  </a:lnTo>
                  <a:lnTo>
                    <a:pt x="4345405" y="1114882"/>
                  </a:lnTo>
                  <a:lnTo>
                    <a:pt x="4346253" y="1114882"/>
                  </a:lnTo>
                  <a:lnTo>
                    <a:pt x="4346347" y="1114882"/>
                  </a:lnTo>
                  <a:lnTo>
                    <a:pt x="4346724" y="1114882"/>
                  </a:lnTo>
                  <a:lnTo>
                    <a:pt x="4346818" y="1114882"/>
                  </a:lnTo>
                  <a:lnTo>
                    <a:pt x="4346912" y="1114882"/>
                  </a:lnTo>
                  <a:lnTo>
                    <a:pt x="4347006" y="1114882"/>
                  </a:lnTo>
                  <a:lnTo>
                    <a:pt x="4347194" y="1114882"/>
                  </a:lnTo>
                  <a:lnTo>
                    <a:pt x="4347477" y="1114882"/>
                  </a:lnTo>
                  <a:lnTo>
                    <a:pt x="4348042" y="1114882"/>
                  </a:lnTo>
                  <a:lnTo>
                    <a:pt x="4348418" y="1114882"/>
                  </a:lnTo>
                  <a:lnTo>
                    <a:pt x="4348795" y="1109970"/>
                  </a:lnTo>
                  <a:lnTo>
                    <a:pt x="4348889" y="1109970"/>
                  </a:lnTo>
                  <a:lnTo>
                    <a:pt x="4349172" y="1109970"/>
                  </a:lnTo>
                  <a:lnTo>
                    <a:pt x="4349266" y="1109970"/>
                  </a:lnTo>
                  <a:lnTo>
                    <a:pt x="4349736" y="1109970"/>
                  </a:lnTo>
                  <a:lnTo>
                    <a:pt x="4349831" y="1109970"/>
                  </a:lnTo>
                  <a:lnTo>
                    <a:pt x="4350301" y="1109970"/>
                  </a:lnTo>
                  <a:lnTo>
                    <a:pt x="4350678" y="1109970"/>
                  </a:lnTo>
                  <a:lnTo>
                    <a:pt x="4350772" y="1109970"/>
                  </a:lnTo>
                  <a:lnTo>
                    <a:pt x="4351149" y="1109970"/>
                  </a:lnTo>
                  <a:lnTo>
                    <a:pt x="4351714" y="1109970"/>
                  </a:lnTo>
                  <a:lnTo>
                    <a:pt x="4351808" y="1109970"/>
                  </a:lnTo>
                  <a:lnTo>
                    <a:pt x="4352279" y="1109970"/>
                  </a:lnTo>
                  <a:lnTo>
                    <a:pt x="4352749" y="1109970"/>
                  </a:lnTo>
                  <a:lnTo>
                    <a:pt x="4352938" y="1109970"/>
                  </a:lnTo>
                  <a:lnTo>
                    <a:pt x="4353220" y="1109970"/>
                  </a:lnTo>
                  <a:lnTo>
                    <a:pt x="4353503" y="1105059"/>
                  </a:lnTo>
                  <a:lnTo>
                    <a:pt x="4353597" y="1105059"/>
                  </a:lnTo>
                  <a:lnTo>
                    <a:pt x="4354444" y="1105059"/>
                  </a:lnTo>
                  <a:lnTo>
                    <a:pt x="4354727" y="1105059"/>
                  </a:lnTo>
                  <a:lnTo>
                    <a:pt x="4355009" y="1105059"/>
                  </a:lnTo>
                  <a:lnTo>
                    <a:pt x="4355103" y="1105059"/>
                  </a:lnTo>
                  <a:lnTo>
                    <a:pt x="4355386" y="1105059"/>
                  </a:lnTo>
                  <a:lnTo>
                    <a:pt x="4355574" y="1105059"/>
                  </a:lnTo>
                  <a:lnTo>
                    <a:pt x="4355856" y="1105059"/>
                  </a:lnTo>
                  <a:lnTo>
                    <a:pt x="4355951" y="1105059"/>
                  </a:lnTo>
                  <a:lnTo>
                    <a:pt x="4356045" y="1105059"/>
                  </a:lnTo>
                  <a:lnTo>
                    <a:pt x="4356139" y="1105059"/>
                  </a:lnTo>
                  <a:lnTo>
                    <a:pt x="4356704" y="1105059"/>
                  </a:lnTo>
                  <a:lnTo>
                    <a:pt x="4356798" y="1105059"/>
                  </a:lnTo>
                  <a:lnTo>
                    <a:pt x="4356986" y="1105059"/>
                  </a:lnTo>
                  <a:lnTo>
                    <a:pt x="4357080" y="1105059"/>
                  </a:lnTo>
                  <a:lnTo>
                    <a:pt x="4357175" y="1105059"/>
                  </a:lnTo>
                  <a:lnTo>
                    <a:pt x="4357269" y="1105059"/>
                  </a:lnTo>
                  <a:lnTo>
                    <a:pt x="4357645" y="1105059"/>
                  </a:lnTo>
                  <a:lnTo>
                    <a:pt x="4358116" y="1105059"/>
                  </a:lnTo>
                  <a:lnTo>
                    <a:pt x="4358210" y="1105059"/>
                  </a:lnTo>
                  <a:lnTo>
                    <a:pt x="4358304" y="1105059"/>
                  </a:lnTo>
                  <a:lnTo>
                    <a:pt x="4358398" y="1105059"/>
                  </a:lnTo>
                  <a:lnTo>
                    <a:pt x="4358493" y="1105059"/>
                  </a:lnTo>
                  <a:lnTo>
                    <a:pt x="4358587" y="1105059"/>
                  </a:lnTo>
                  <a:lnTo>
                    <a:pt x="4359246" y="1105059"/>
                  </a:lnTo>
                  <a:lnTo>
                    <a:pt x="4359340" y="1105059"/>
                  </a:lnTo>
                  <a:lnTo>
                    <a:pt x="4359528" y="1105059"/>
                  </a:lnTo>
                  <a:lnTo>
                    <a:pt x="4359717" y="1105059"/>
                  </a:lnTo>
                  <a:lnTo>
                    <a:pt x="4359811" y="1105059"/>
                  </a:lnTo>
                  <a:lnTo>
                    <a:pt x="4360564" y="1105059"/>
                  </a:lnTo>
                  <a:lnTo>
                    <a:pt x="4361317" y="1105059"/>
                  </a:lnTo>
                  <a:lnTo>
                    <a:pt x="4361411" y="1105059"/>
                  </a:lnTo>
                  <a:lnTo>
                    <a:pt x="4361506" y="1105059"/>
                  </a:lnTo>
                  <a:lnTo>
                    <a:pt x="4361976" y="1105059"/>
                  </a:lnTo>
                  <a:lnTo>
                    <a:pt x="4362070" y="1105059"/>
                  </a:lnTo>
                  <a:lnTo>
                    <a:pt x="4362259" y="1105059"/>
                  </a:lnTo>
                  <a:lnTo>
                    <a:pt x="4362824" y="1105059"/>
                  </a:lnTo>
                  <a:lnTo>
                    <a:pt x="4363012" y="1105059"/>
                  </a:lnTo>
                  <a:lnTo>
                    <a:pt x="4363106" y="1105059"/>
                  </a:lnTo>
                  <a:lnTo>
                    <a:pt x="4363200" y="1105059"/>
                  </a:lnTo>
                  <a:lnTo>
                    <a:pt x="4363294" y="1105059"/>
                  </a:lnTo>
                  <a:lnTo>
                    <a:pt x="4363765" y="1105059"/>
                  </a:lnTo>
                  <a:lnTo>
                    <a:pt x="4363953" y="1105059"/>
                  </a:lnTo>
                  <a:lnTo>
                    <a:pt x="4364330" y="1105059"/>
                  </a:lnTo>
                  <a:lnTo>
                    <a:pt x="4364518" y="1105059"/>
                  </a:lnTo>
                  <a:lnTo>
                    <a:pt x="4364801" y="1105059"/>
                  </a:lnTo>
                  <a:lnTo>
                    <a:pt x="4364989" y="1105059"/>
                  </a:lnTo>
                  <a:lnTo>
                    <a:pt x="4365083" y="1105059"/>
                  </a:lnTo>
                  <a:lnTo>
                    <a:pt x="4365177" y="1105059"/>
                  </a:lnTo>
                  <a:lnTo>
                    <a:pt x="4365931" y="1100147"/>
                  </a:lnTo>
                  <a:lnTo>
                    <a:pt x="4366025" y="1100147"/>
                  </a:lnTo>
                  <a:lnTo>
                    <a:pt x="4366213" y="1100147"/>
                  </a:lnTo>
                  <a:lnTo>
                    <a:pt x="4366307" y="1100147"/>
                  </a:lnTo>
                  <a:lnTo>
                    <a:pt x="4366496" y="1100147"/>
                  </a:lnTo>
                  <a:lnTo>
                    <a:pt x="4366778" y="1100147"/>
                  </a:lnTo>
                  <a:lnTo>
                    <a:pt x="4367908" y="1095236"/>
                  </a:lnTo>
                  <a:lnTo>
                    <a:pt x="4368096" y="1095236"/>
                  </a:lnTo>
                  <a:lnTo>
                    <a:pt x="4368190" y="1095236"/>
                  </a:lnTo>
                  <a:lnTo>
                    <a:pt x="4368284" y="1095236"/>
                  </a:lnTo>
                  <a:lnTo>
                    <a:pt x="4368379" y="1095236"/>
                  </a:lnTo>
                  <a:lnTo>
                    <a:pt x="4368473" y="1095236"/>
                  </a:lnTo>
                  <a:lnTo>
                    <a:pt x="4368755" y="1090325"/>
                  </a:lnTo>
                  <a:lnTo>
                    <a:pt x="4369132" y="1090325"/>
                  </a:lnTo>
                  <a:lnTo>
                    <a:pt x="4369979" y="1090325"/>
                  </a:lnTo>
                  <a:lnTo>
                    <a:pt x="4370073" y="1090325"/>
                  </a:lnTo>
                  <a:lnTo>
                    <a:pt x="4370168" y="1090325"/>
                  </a:lnTo>
                  <a:lnTo>
                    <a:pt x="4370544" y="1090325"/>
                  </a:lnTo>
                  <a:lnTo>
                    <a:pt x="4370732" y="1090325"/>
                  </a:lnTo>
                  <a:lnTo>
                    <a:pt x="4370921" y="1090325"/>
                  </a:lnTo>
                  <a:lnTo>
                    <a:pt x="4371391" y="1090325"/>
                  </a:lnTo>
                  <a:lnTo>
                    <a:pt x="4371580" y="1090325"/>
                  </a:lnTo>
                  <a:lnTo>
                    <a:pt x="4371674" y="1090325"/>
                  </a:lnTo>
                  <a:lnTo>
                    <a:pt x="4371862" y="1090325"/>
                  </a:lnTo>
                  <a:lnTo>
                    <a:pt x="4371956" y="1090325"/>
                  </a:lnTo>
                  <a:lnTo>
                    <a:pt x="4372239" y="1090325"/>
                  </a:lnTo>
                  <a:lnTo>
                    <a:pt x="4372427" y="1090325"/>
                  </a:lnTo>
                  <a:lnTo>
                    <a:pt x="4372615" y="1090325"/>
                  </a:lnTo>
                  <a:lnTo>
                    <a:pt x="4373180" y="1090325"/>
                  </a:lnTo>
                  <a:lnTo>
                    <a:pt x="4373275" y="1090325"/>
                  </a:lnTo>
                  <a:lnTo>
                    <a:pt x="4373651" y="1090325"/>
                  </a:lnTo>
                  <a:lnTo>
                    <a:pt x="4374216" y="1090325"/>
                  </a:lnTo>
                  <a:lnTo>
                    <a:pt x="4374593" y="1090325"/>
                  </a:lnTo>
                  <a:lnTo>
                    <a:pt x="4374969" y="1090325"/>
                  </a:lnTo>
                  <a:lnTo>
                    <a:pt x="4376005" y="1090325"/>
                  </a:lnTo>
                  <a:lnTo>
                    <a:pt x="4376193" y="1090325"/>
                  </a:lnTo>
                  <a:lnTo>
                    <a:pt x="4376570" y="1090325"/>
                  </a:lnTo>
                  <a:lnTo>
                    <a:pt x="4376664" y="1090325"/>
                  </a:lnTo>
                  <a:lnTo>
                    <a:pt x="4377229" y="1090325"/>
                  </a:lnTo>
                  <a:lnTo>
                    <a:pt x="4377323" y="1090325"/>
                  </a:lnTo>
                  <a:lnTo>
                    <a:pt x="4377511" y="1090325"/>
                  </a:lnTo>
                  <a:lnTo>
                    <a:pt x="4377888" y="1090325"/>
                  </a:lnTo>
                  <a:lnTo>
                    <a:pt x="4378265" y="1090325"/>
                  </a:lnTo>
                  <a:lnTo>
                    <a:pt x="4378453" y="1090325"/>
                  </a:lnTo>
                  <a:lnTo>
                    <a:pt x="4378830" y="1090325"/>
                  </a:lnTo>
                  <a:lnTo>
                    <a:pt x="4378924" y="1090325"/>
                  </a:lnTo>
                  <a:lnTo>
                    <a:pt x="4379865" y="1090325"/>
                  </a:lnTo>
                  <a:lnTo>
                    <a:pt x="4380053" y="1090325"/>
                  </a:lnTo>
                  <a:lnTo>
                    <a:pt x="4380148" y="1090325"/>
                  </a:lnTo>
                  <a:lnTo>
                    <a:pt x="4380430" y="1090325"/>
                  </a:lnTo>
                  <a:lnTo>
                    <a:pt x="4380524" y="1090325"/>
                  </a:lnTo>
                  <a:lnTo>
                    <a:pt x="4380713" y="1090325"/>
                  </a:lnTo>
                  <a:lnTo>
                    <a:pt x="4380807" y="1090325"/>
                  </a:lnTo>
                  <a:lnTo>
                    <a:pt x="4380901" y="1090325"/>
                  </a:lnTo>
                  <a:lnTo>
                    <a:pt x="4381183" y="1090325"/>
                  </a:lnTo>
                  <a:lnTo>
                    <a:pt x="4381466" y="1090325"/>
                  </a:lnTo>
                  <a:lnTo>
                    <a:pt x="4382031" y="1090325"/>
                  </a:lnTo>
                  <a:lnTo>
                    <a:pt x="4382125" y="1090325"/>
                  </a:lnTo>
                  <a:lnTo>
                    <a:pt x="4382596" y="1090325"/>
                  </a:lnTo>
                  <a:lnTo>
                    <a:pt x="4382690" y="1090325"/>
                  </a:lnTo>
                  <a:lnTo>
                    <a:pt x="4382972" y="1090325"/>
                  </a:lnTo>
                  <a:lnTo>
                    <a:pt x="4383066" y="1090325"/>
                  </a:lnTo>
                  <a:lnTo>
                    <a:pt x="4383161" y="1090325"/>
                  </a:lnTo>
                  <a:lnTo>
                    <a:pt x="4383255" y="1090325"/>
                  </a:lnTo>
                  <a:lnTo>
                    <a:pt x="4383443" y="1090325"/>
                  </a:lnTo>
                  <a:lnTo>
                    <a:pt x="4383537" y="1090325"/>
                  </a:lnTo>
                  <a:lnTo>
                    <a:pt x="4384102" y="1090325"/>
                  </a:lnTo>
                  <a:lnTo>
                    <a:pt x="4384384" y="1090325"/>
                  </a:lnTo>
                  <a:lnTo>
                    <a:pt x="4384667" y="1090325"/>
                  </a:lnTo>
                  <a:lnTo>
                    <a:pt x="4384761" y="1090325"/>
                  </a:lnTo>
                  <a:lnTo>
                    <a:pt x="4384855" y="1090325"/>
                  </a:lnTo>
                  <a:lnTo>
                    <a:pt x="4385232" y="1090325"/>
                  </a:lnTo>
                  <a:lnTo>
                    <a:pt x="4385514" y="1090325"/>
                  </a:lnTo>
                  <a:lnTo>
                    <a:pt x="4385608" y="1090325"/>
                  </a:lnTo>
                  <a:lnTo>
                    <a:pt x="4385703" y="1090325"/>
                  </a:lnTo>
                  <a:lnTo>
                    <a:pt x="4386079" y="1090325"/>
                  </a:lnTo>
                  <a:lnTo>
                    <a:pt x="4386644" y="1090325"/>
                  </a:lnTo>
                  <a:lnTo>
                    <a:pt x="4386738" y="1090325"/>
                  </a:lnTo>
                  <a:lnTo>
                    <a:pt x="4386832" y="1090325"/>
                  </a:lnTo>
                  <a:lnTo>
                    <a:pt x="4387021" y="1090325"/>
                  </a:lnTo>
                  <a:lnTo>
                    <a:pt x="4387303" y="1090325"/>
                  </a:lnTo>
                  <a:lnTo>
                    <a:pt x="4387397" y="1090325"/>
                  </a:lnTo>
                  <a:lnTo>
                    <a:pt x="4387962" y="1090325"/>
                  </a:lnTo>
                  <a:lnTo>
                    <a:pt x="4388151" y="1090325"/>
                  </a:lnTo>
                  <a:lnTo>
                    <a:pt x="4388245" y="1090325"/>
                  </a:lnTo>
                  <a:lnTo>
                    <a:pt x="4388339" y="1090325"/>
                  </a:lnTo>
                  <a:lnTo>
                    <a:pt x="4388715" y="1085413"/>
                  </a:lnTo>
                  <a:lnTo>
                    <a:pt x="4389186" y="1080502"/>
                  </a:lnTo>
                  <a:lnTo>
                    <a:pt x="4389280" y="1080502"/>
                  </a:lnTo>
                  <a:lnTo>
                    <a:pt x="4389939" y="1080502"/>
                  </a:lnTo>
                  <a:lnTo>
                    <a:pt x="4390128" y="1080502"/>
                  </a:lnTo>
                  <a:lnTo>
                    <a:pt x="4390504" y="1080502"/>
                  </a:lnTo>
                  <a:lnTo>
                    <a:pt x="4390975" y="1080502"/>
                  </a:lnTo>
                  <a:lnTo>
                    <a:pt x="4391069" y="1080502"/>
                  </a:lnTo>
                  <a:lnTo>
                    <a:pt x="4391163" y="1080502"/>
                  </a:lnTo>
                  <a:lnTo>
                    <a:pt x="4391352" y="1080502"/>
                  </a:lnTo>
                  <a:lnTo>
                    <a:pt x="4391728" y="1080502"/>
                  </a:lnTo>
                  <a:lnTo>
                    <a:pt x="4391823" y="1080502"/>
                  </a:lnTo>
                  <a:lnTo>
                    <a:pt x="4391917" y="1080502"/>
                  </a:lnTo>
                  <a:lnTo>
                    <a:pt x="4392011" y="1080502"/>
                  </a:lnTo>
                  <a:lnTo>
                    <a:pt x="4392293" y="1080502"/>
                  </a:lnTo>
                  <a:lnTo>
                    <a:pt x="4392764" y="1080502"/>
                  </a:lnTo>
                  <a:lnTo>
                    <a:pt x="4392858" y="1080502"/>
                  </a:lnTo>
                  <a:lnTo>
                    <a:pt x="4393046" y="1080502"/>
                  </a:lnTo>
                  <a:lnTo>
                    <a:pt x="4393235" y="1080502"/>
                  </a:lnTo>
                  <a:lnTo>
                    <a:pt x="4393329" y="1080502"/>
                  </a:lnTo>
                  <a:lnTo>
                    <a:pt x="4393988" y="1080502"/>
                  </a:lnTo>
                  <a:lnTo>
                    <a:pt x="4394082" y="1080502"/>
                  </a:lnTo>
                  <a:lnTo>
                    <a:pt x="4394270" y="1080502"/>
                  </a:lnTo>
                  <a:lnTo>
                    <a:pt x="4394835" y="1080502"/>
                  </a:lnTo>
                  <a:lnTo>
                    <a:pt x="4395024" y="1080502"/>
                  </a:lnTo>
                  <a:lnTo>
                    <a:pt x="4395212" y="1080502"/>
                  </a:lnTo>
                  <a:lnTo>
                    <a:pt x="4395494" y="1080502"/>
                  </a:lnTo>
                  <a:lnTo>
                    <a:pt x="4395965" y="1075591"/>
                  </a:lnTo>
                  <a:lnTo>
                    <a:pt x="4396059" y="1075591"/>
                  </a:lnTo>
                  <a:lnTo>
                    <a:pt x="4396436" y="1075591"/>
                  </a:lnTo>
                  <a:lnTo>
                    <a:pt x="4396530" y="1075591"/>
                  </a:lnTo>
                  <a:lnTo>
                    <a:pt x="4396624" y="1075591"/>
                  </a:lnTo>
                  <a:lnTo>
                    <a:pt x="4396813" y="1075591"/>
                  </a:lnTo>
                  <a:lnTo>
                    <a:pt x="4396907" y="1075591"/>
                  </a:lnTo>
                  <a:lnTo>
                    <a:pt x="4397377" y="1075591"/>
                  </a:lnTo>
                  <a:lnTo>
                    <a:pt x="4397754" y="1075591"/>
                  </a:lnTo>
                  <a:lnTo>
                    <a:pt x="4397942" y="1075591"/>
                  </a:lnTo>
                  <a:lnTo>
                    <a:pt x="4398131" y="1075591"/>
                  </a:lnTo>
                  <a:lnTo>
                    <a:pt x="4398319" y="1075591"/>
                  </a:lnTo>
                  <a:lnTo>
                    <a:pt x="4398884" y="1075591"/>
                  </a:lnTo>
                  <a:lnTo>
                    <a:pt x="4398978" y="1075591"/>
                  </a:lnTo>
                  <a:lnTo>
                    <a:pt x="4399166" y="1075591"/>
                  </a:lnTo>
                  <a:lnTo>
                    <a:pt x="4399261" y="1075591"/>
                  </a:lnTo>
                  <a:lnTo>
                    <a:pt x="4399355" y="1075591"/>
                  </a:lnTo>
                  <a:lnTo>
                    <a:pt x="4399731" y="1075591"/>
                  </a:lnTo>
                  <a:lnTo>
                    <a:pt x="4399920" y="1075591"/>
                  </a:lnTo>
                  <a:lnTo>
                    <a:pt x="4400014" y="1075591"/>
                  </a:lnTo>
                  <a:lnTo>
                    <a:pt x="4400673" y="1075591"/>
                  </a:lnTo>
                  <a:lnTo>
                    <a:pt x="4400767" y="1075591"/>
                  </a:lnTo>
                  <a:lnTo>
                    <a:pt x="4401049" y="1075591"/>
                  </a:lnTo>
                  <a:lnTo>
                    <a:pt x="4401426" y="1075591"/>
                  </a:lnTo>
                  <a:lnTo>
                    <a:pt x="4401803" y="1075591"/>
                  </a:lnTo>
                  <a:lnTo>
                    <a:pt x="4401897" y="1070679"/>
                  </a:lnTo>
                  <a:lnTo>
                    <a:pt x="4402273" y="1070679"/>
                  </a:lnTo>
                  <a:lnTo>
                    <a:pt x="4402368" y="1070679"/>
                  </a:lnTo>
                  <a:lnTo>
                    <a:pt x="4402932" y="1070679"/>
                  </a:lnTo>
                  <a:lnTo>
                    <a:pt x="4403968" y="1070679"/>
                  </a:lnTo>
                  <a:lnTo>
                    <a:pt x="4404062" y="1070679"/>
                  </a:lnTo>
                  <a:lnTo>
                    <a:pt x="4404156" y="1070679"/>
                  </a:lnTo>
                  <a:lnTo>
                    <a:pt x="4404251" y="1070679"/>
                  </a:lnTo>
                  <a:lnTo>
                    <a:pt x="4404533" y="1070679"/>
                  </a:lnTo>
                  <a:lnTo>
                    <a:pt x="4404816" y="1070679"/>
                  </a:lnTo>
                  <a:lnTo>
                    <a:pt x="4404910" y="1070679"/>
                  </a:lnTo>
                  <a:lnTo>
                    <a:pt x="4405004" y="1070679"/>
                  </a:lnTo>
                  <a:lnTo>
                    <a:pt x="4405098" y="1070679"/>
                  </a:lnTo>
                  <a:lnTo>
                    <a:pt x="4405380" y="1070679"/>
                  </a:lnTo>
                  <a:lnTo>
                    <a:pt x="4405851" y="1070679"/>
                  </a:lnTo>
                  <a:lnTo>
                    <a:pt x="4406039" y="1070679"/>
                  </a:lnTo>
                  <a:lnTo>
                    <a:pt x="4406228" y="1070679"/>
                  </a:lnTo>
                  <a:lnTo>
                    <a:pt x="4406981" y="1070679"/>
                  </a:lnTo>
                  <a:lnTo>
                    <a:pt x="4406981" y="1065768"/>
                  </a:lnTo>
                  <a:lnTo>
                    <a:pt x="4407169" y="1060856"/>
                  </a:lnTo>
                  <a:lnTo>
                    <a:pt x="4407263" y="1060856"/>
                  </a:lnTo>
                  <a:lnTo>
                    <a:pt x="4407640" y="1060856"/>
                  </a:lnTo>
                  <a:lnTo>
                    <a:pt x="4407734" y="1060856"/>
                  </a:lnTo>
                  <a:lnTo>
                    <a:pt x="4408017" y="1060856"/>
                  </a:lnTo>
                  <a:lnTo>
                    <a:pt x="4408299" y="1060856"/>
                  </a:lnTo>
                  <a:lnTo>
                    <a:pt x="4409147" y="1060856"/>
                  </a:lnTo>
                  <a:lnTo>
                    <a:pt x="4409335" y="1060856"/>
                  </a:lnTo>
                  <a:lnTo>
                    <a:pt x="4409429" y="1055945"/>
                  </a:lnTo>
                  <a:lnTo>
                    <a:pt x="4409523" y="1055945"/>
                  </a:lnTo>
                  <a:lnTo>
                    <a:pt x="4409994" y="1055945"/>
                  </a:lnTo>
                  <a:lnTo>
                    <a:pt x="4410088" y="1055945"/>
                  </a:lnTo>
                  <a:lnTo>
                    <a:pt x="4410276" y="1055945"/>
                  </a:lnTo>
                  <a:lnTo>
                    <a:pt x="4410559" y="1055945"/>
                  </a:lnTo>
                  <a:lnTo>
                    <a:pt x="4410841" y="1055945"/>
                  </a:lnTo>
                  <a:lnTo>
                    <a:pt x="4411312" y="1055945"/>
                  </a:lnTo>
                  <a:lnTo>
                    <a:pt x="4411500" y="1055945"/>
                  </a:lnTo>
                  <a:lnTo>
                    <a:pt x="4411689" y="1055945"/>
                  </a:lnTo>
                  <a:lnTo>
                    <a:pt x="4411971" y="1051034"/>
                  </a:lnTo>
                  <a:lnTo>
                    <a:pt x="4412254" y="1051034"/>
                  </a:lnTo>
                  <a:lnTo>
                    <a:pt x="4413101" y="1051034"/>
                  </a:lnTo>
                  <a:lnTo>
                    <a:pt x="4413195" y="1051034"/>
                  </a:lnTo>
                  <a:lnTo>
                    <a:pt x="4413478" y="1051034"/>
                  </a:lnTo>
                  <a:lnTo>
                    <a:pt x="4413854" y="1051034"/>
                  </a:lnTo>
                  <a:lnTo>
                    <a:pt x="4414231" y="1051034"/>
                  </a:lnTo>
                  <a:lnTo>
                    <a:pt x="4414419" y="1051034"/>
                  </a:lnTo>
                  <a:lnTo>
                    <a:pt x="4414796" y="1051034"/>
                  </a:lnTo>
                  <a:lnTo>
                    <a:pt x="4415831" y="1051034"/>
                  </a:lnTo>
                  <a:lnTo>
                    <a:pt x="4416114" y="1051034"/>
                  </a:lnTo>
                  <a:lnTo>
                    <a:pt x="4416302" y="1051034"/>
                  </a:lnTo>
                  <a:lnTo>
                    <a:pt x="4416396" y="1051034"/>
                  </a:lnTo>
                  <a:lnTo>
                    <a:pt x="4416585" y="1051034"/>
                  </a:lnTo>
                  <a:lnTo>
                    <a:pt x="4416679" y="1051034"/>
                  </a:lnTo>
                  <a:lnTo>
                    <a:pt x="4417432" y="1046122"/>
                  </a:lnTo>
                  <a:lnTo>
                    <a:pt x="4417809" y="1046122"/>
                  </a:lnTo>
                  <a:lnTo>
                    <a:pt x="4418373" y="1046122"/>
                  </a:lnTo>
                  <a:lnTo>
                    <a:pt x="4418468" y="1046122"/>
                  </a:lnTo>
                  <a:lnTo>
                    <a:pt x="4418938" y="1041211"/>
                  </a:lnTo>
                  <a:lnTo>
                    <a:pt x="4419221" y="1041211"/>
                  </a:lnTo>
                  <a:lnTo>
                    <a:pt x="4419597" y="1041211"/>
                  </a:lnTo>
                  <a:lnTo>
                    <a:pt x="4419692" y="1041211"/>
                  </a:lnTo>
                  <a:lnTo>
                    <a:pt x="4420068" y="1041211"/>
                  </a:lnTo>
                  <a:lnTo>
                    <a:pt x="4420351" y="1041211"/>
                  </a:lnTo>
                  <a:lnTo>
                    <a:pt x="4420633" y="1041211"/>
                  </a:lnTo>
                  <a:lnTo>
                    <a:pt x="4421386" y="1041211"/>
                  </a:lnTo>
                  <a:lnTo>
                    <a:pt x="4421480" y="1041211"/>
                  </a:lnTo>
                  <a:lnTo>
                    <a:pt x="4421669" y="1041211"/>
                  </a:lnTo>
                  <a:lnTo>
                    <a:pt x="4422234" y="1041211"/>
                  </a:lnTo>
                  <a:lnTo>
                    <a:pt x="4422516" y="1036300"/>
                  </a:lnTo>
                  <a:lnTo>
                    <a:pt x="4422610" y="1036300"/>
                  </a:lnTo>
                  <a:lnTo>
                    <a:pt x="4422704" y="1036300"/>
                  </a:lnTo>
                  <a:lnTo>
                    <a:pt x="4422987" y="1036300"/>
                  </a:lnTo>
                  <a:lnTo>
                    <a:pt x="4423363" y="1036300"/>
                  </a:lnTo>
                  <a:lnTo>
                    <a:pt x="4423458" y="1036300"/>
                  </a:lnTo>
                  <a:lnTo>
                    <a:pt x="4423646" y="1036300"/>
                  </a:lnTo>
                  <a:lnTo>
                    <a:pt x="4423740" y="1036300"/>
                  </a:lnTo>
                  <a:lnTo>
                    <a:pt x="4423834" y="1036300"/>
                  </a:lnTo>
                  <a:lnTo>
                    <a:pt x="4424023" y="1036300"/>
                  </a:lnTo>
                  <a:lnTo>
                    <a:pt x="4424117" y="1036300"/>
                  </a:lnTo>
                  <a:lnTo>
                    <a:pt x="4424305" y="1036300"/>
                  </a:lnTo>
                  <a:lnTo>
                    <a:pt x="4424399" y="1036300"/>
                  </a:lnTo>
                  <a:lnTo>
                    <a:pt x="4425341" y="1036300"/>
                  </a:lnTo>
                  <a:lnTo>
                    <a:pt x="4425811" y="1036300"/>
                  </a:lnTo>
                  <a:lnTo>
                    <a:pt x="4425906" y="1036300"/>
                  </a:lnTo>
                  <a:lnTo>
                    <a:pt x="4426000" y="1036300"/>
                  </a:lnTo>
                  <a:lnTo>
                    <a:pt x="4426094" y="1036300"/>
                  </a:lnTo>
                  <a:lnTo>
                    <a:pt x="4426188" y="1036300"/>
                  </a:lnTo>
                  <a:lnTo>
                    <a:pt x="4426188" y="1031388"/>
                  </a:lnTo>
                  <a:lnTo>
                    <a:pt x="4427412" y="1031388"/>
                  </a:lnTo>
                  <a:lnTo>
                    <a:pt x="4427694" y="1031388"/>
                  </a:lnTo>
                  <a:lnTo>
                    <a:pt x="4427789" y="1031388"/>
                  </a:lnTo>
                  <a:lnTo>
                    <a:pt x="4428165" y="1031388"/>
                  </a:lnTo>
                  <a:lnTo>
                    <a:pt x="4428259" y="1031388"/>
                  </a:lnTo>
                  <a:lnTo>
                    <a:pt x="4428448" y="1031388"/>
                  </a:lnTo>
                  <a:lnTo>
                    <a:pt x="4428542" y="1031388"/>
                  </a:lnTo>
                  <a:lnTo>
                    <a:pt x="4428636" y="1031388"/>
                  </a:lnTo>
                  <a:lnTo>
                    <a:pt x="4428730" y="1031388"/>
                  </a:lnTo>
                  <a:lnTo>
                    <a:pt x="4429201" y="1031388"/>
                  </a:lnTo>
                  <a:lnTo>
                    <a:pt x="4429578" y="1031388"/>
                  </a:lnTo>
                  <a:lnTo>
                    <a:pt x="4429766" y="1031388"/>
                  </a:lnTo>
                  <a:lnTo>
                    <a:pt x="4430142" y="1031388"/>
                  </a:lnTo>
                  <a:lnTo>
                    <a:pt x="4430707" y="1031388"/>
                  </a:lnTo>
                  <a:lnTo>
                    <a:pt x="4430896" y="1031388"/>
                  </a:lnTo>
                  <a:lnTo>
                    <a:pt x="4431555" y="1031388"/>
                  </a:lnTo>
                  <a:lnTo>
                    <a:pt x="4431743" y="1031388"/>
                  </a:lnTo>
                  <a:lnTo>
                    <a:pt x="4432025" y="1031388"/>
                  </a:lnTo>
                  <a:lnTo>
                    <a:pt x="4432120" y="1031388"/>
                  </a:lnTo>
                  <a:lnTo>
                    <a:pt x="4432590" y="1031388"/>
                  </a:lnTo>
                  <a:lnTo>
                    <a:pt x="4432685" y="1031388"/>
                  </a:lnTo>
                  <a:lnTo>
                    <a:pt x="4432873" y="1031388"/>
                  </a:lnTo>
                  <a:lnTo>
                    <a:pt x="4432967" y="1031388"/>
                  </a:lnTo>
                  <a:lnTo>
                    <a:pt x="4433626" y="1031388"/>
                  </a:lnTo>
                  <a:lnTo>
                    <a:pt x="4433720" y="1031388"/>
                  </a:lnTo>
                  <a:lnTo>
                    <a:pt x="4433814" y="1031388"/>
                  </a:lnTo>
                  <a:lnTo>
                    <a:pt x="4434097" y="1031388"/>
                  </a:lnTo>
                  <a:lnTo>
                    <a:pt x="4434285" y="1031388"/>
                  </a:lnTo>
                  <a:lnTo>
                    <a:pt x="4434568" y="1031388"/>
                  </a:lnTo>
                  <a:lnTo>
                    <a:pt x="4435038" y="1031388"/>
                  </a:lnTo>
                  <a:lnTo>
                    <a:pt x="4435133" y="1031388"/>
                  </a:lnTo>
                  <a:lnTo>
                    <a:pt x="4435321" y="1031388"/>
                  </a:lnTo>
                  <a:lnTo>
                    <a:pt x="4435509" y="1031388"/>
                  </a:lnTo>
                  <a:lnTo>
                    <a:pt x="4435886" y="1031388"/>
                  </a:lnTo>
                  <a:lnTo>
                    <a:pt x="4435980" y="1031388"/>
                  </a:lnTo>
                  <a:lnTo>
                    <a:pt x="4436074" y="1031388"/>
                  </a:lnTo>
                  <a:lnTo>
                    <a:pt x="4436921" y="1031388"/>
                  </a:lnTo>
                  <a:lnTo>
                    <a:pt x="4437298" y="1031388"/>
                  </a:lnTo>
                  <a:lnTo>
                    <a:pt x="4437675" y="1031388"/>
                  </a:lnTo>
                  <a:lnTo>
                    <a:pt x="4437769" y="1031388"/>
                  </a:lnTo>
                  <a:lnTo>
                    <a:pt x="4437957" y="1031388"/>
                  </a:lnTo>
                  <a:lnTo>
                    <a:pt x="4438051" y="1031388"/>
                  </a:lnTo>
                  <a:lnTo>
                    <a:pt x="4438145" y="1031388"/>
                  </a:lnTo>
                  <a:lnTo>
                    <a:pt x="4438428" y="1031388"/>
                  </a:lnTo>
                  <a:lnTo>
                    <a:pt x="4438616" y="1031388"/>
                  </a:lnTo>
                  <a:lnTo>
                    <a:pt x="4439087" y="1031388"/>
                  </a:lnTo>
                  <a:lnTo>
                    <a:pt x="4439181" y="1031388"/>
                  </a:lnTo>
                  <a:lnTo>
                    <a:pt x="4439275" y="1031388"/>
                  </a:lnTo>
                  <a:lnTo>
                    <a:pt x="4440028" y="1031388"/>
                  </a:lnTo>
                  <a:lnTo>
                    <a:pt x="4440123" y="1031388"/>
                  </a:lnTo>
                  <a:lnTo>
                    <a:pt x="4440687" y="1031388"/>
                  </a:lnTo>
                  <a:lnTo>
                    <a:pt x="4440782" y="1031388"/>
                  </a:lnTo>
                  <a:lnTo>
                    <a:pt x="4440876" y="1031388"/>
                  </a:lnTo>
                  <a:lnTo>
                    <a:pt x="4440970" y="1031388"/>
                  </a:lnTo>
                  <a:lnTo>
                    <a:pt x="4441252" y="1031388"/>
                  </a:lnTo>
                  <a:lnTo>
                    <a:pt x="4441441" y="1031388"/>
                  </a:lnTo>
                  <a:lnTo>
                    <a:pt x="4441817" y="1031388"/>
                  </a:lnTo>
                  <a:lnTo>
                    <a:pt x="4442853" y="1031388"/>
                  </a:lnTo>
                  <a:lnTo>
                    <a:pt x="4443135" y="1031388"/>
                  </a:lnTo>
                  <a:lnTo>
                    <a:pt x="4443324" y="1031388"/>
                  </a:lnTo>
                  <a:lnTo>
                    <a:pt x="4443795" y="1031388"/>
                  </a:lnTo>
                  <a:lnTo>
                    <a:pt x="4443889" y="1031388"/>
                  </a:lnTo>
                  <a:lnTo>
                    <a:pt x="4444077" y="1031388"/>
                  </a:lnTo>
                  <a:lnTo>
                    <a:pt x="4444171" y="1031388"/>
                  </a:lnTo>
                  <a:lnTo>
                    <a:pt x="4444454" y="1031388"/>
                  </a:lnTo>
                  <a:lnTo>
                    <a:pt x="4444548" y="1031388"/>
                  </a:lnTo>
                  <a:lnTo>
                    <a:pt x="4444642" y="1031388"/>
                  </a:lnTo>
                  <a:lnTo>
                    <a:pt x="4444830" y="1031388"/>
                  </a:lnTo>
                  <a:lnTo>
                    <a:pt x="4444924" y="1031388"/>
                  </a:lnTo>
                  <a:lnTo>
                    <a:pt x="4445018" y="1031388"/>
                  </a:lnTo>
                  <a:lnTo>
                    <a:pt x="4445113" y="1031388"/>
                  </a:lnTo>
                  <a:lnTo>
                    <a:pt x="4445772" y="1031388"/>
                  </a:lnTo>
                  <a:lnTo>
                    <a:pt x="4445866" y="1031388"/>
                  </a:lnTo>
                  <a:lnTo>
                    <a:pt x="4445960" y="1031388"/>
                  </a:lnTo>
                  <a:lnTo>
                    <a:pt x="4446148" y="1031388"/>
                  </a:lnTo>
                  <a:lnTo>
                    <a:pt x="4446337" y="1031388"/>
                  </a:lnTo>
                  <a:lnTo>
                    <a:pt x="4446525" y="1031388"/>
                  </a:lnTo>
                  <a:lnTo>
                    <a:pt x="4446996" y="1031388"/>
                  </a:lnTo>
                  <a:lnTo>
                    <a:pt x="4447655" y="1031388"/>
                  </a:lnTo>
                  <a:lnTo>
                    <a:pt x="4447843" y="1031388"/>
                  </a:lnTo>
                  <a:lnTo>
                    <a:pt x="4447937" y="1031388"/>
                  </a:lnTo>
                  <a:lnTo>
                    <a:pt x="4448785" y="1031388"/>
                  </a:lnTo>
                  <a:lnTo>
                    <a:pt x="4449067" y="1031388"/>
                  </a:lnTo>
                  <a:lnTo>
                    <a:pt x="4449161" y="1031388"/>
                  </a:lnTo>
                  <a:lnTo>
                    <a:pt x="4449255" y="1031388"/>
                  </a:lnTo>
                  <a:lnTo>
                    <a:pt x="4449349" y="1031388"/>
                  </a:lnTo>
                  <a:lnTo>
                    <a:pt x="4449444" y="1031388"/>
                  </a:lnTo>
                  <a:lnTo>
                    <a:pt x="4449538" y="1031388"/>
                  </a:lnTo>
                  <a:lnTo>
                    <a:pt x="4450856" y="1031388"/>
                  </a:lnTo>
                  <a:lnTo>
                    <a:pt x="4450950" y="1031388"/>
                  </a:lnTo>
                  <a:lnTo>
                    <a:pt x="4451327" y="1031388"/>
                  </a:lnTo>
                  <a:lnTo>
                    <a:pt x="4451421" y="1026477"/>
                  </a:lnTo>
                  <a:lnTo>
                    <a:pt x="4451515" y="1026477"/>
                  </a:lnTo>
                  <a:lnTo>
                    <a:pt x="4451892" y="1026477"/>
                  </a:lnTo>
                  <a:lnTo>
                    <a:pt x="4451986" y="1026477"/>
                  </a:lnTo>
                  <a:lnTo>
                    <a:pt x="4452080" y="1026477"/>
                  </a:lnTo>
                  <a:lnTo>
                    <a:pt x="4452268" y="1026477"/>
                  </a:lnTo>
                  <a:lnTo>
                    <a:pt x="4452362" y="1026477"/>
                  </a:lnTo>
                  <a:lnTo>
                    <a:pt x="4452645" y="1026477"/>
                  </a:lnTo>
                  <a:lnTo>
                    <a:pt x="4452833" y="1026477"/>
                  </a:lnTo>
                  <a:lnTo>
                    <a:pt x="4452927" y="1026477"/>
                  </a:lnTo>
                  <a:lnTo>
                    <a:pt x="4453210" y="1026477"/>
                  </a:lnTo>
                  <a:lnTo>
                    <a:pt x="4453398" y="1026477"/>
                  </a:lnTo>
                  <a:lnTo>
                    <a:pt x="4453492" y="1026477"/>
                  </a:lnTo>
                  <a:lnTo>
                    <a:pt x="4453963" y="1026477"/>
                  </a:lnTo>
                  <a:lnTo>
                    <a:pt x="4454057" y="1026477"/>
                  </a:lnTo>
                  <a:lnTo>
                    <a:pt x="4454340" y="1026477"/>
                  </a:lnTo>
                  <a:lnTo>
                    <a:pt x="4454528" y="1026477"/>
                  </a:lnTo>
                  <a:lnTo>
                    <a:pt x="4454716" y="1026477"/>
                  </a:lnTo>
                  <a:lnTo>
                    <a:pt x="4454810" y="1026477"/>
                  </a:lnTo>
                  <a:lnTo>
                    <a:pt x="4455187" y="1026477"/>
                  </a:lnTo>
                  <a:lnTo>
                    <a:pt x="4455375" y="1026477"/>
                  </a:lnTo>
                  <a:lnTo>
                    <a:pt x="4455846" y="1026477"/>
                  </a:lnTo>
                  <a:lnTo>
                    <a:pt x="4455940" y="1026477"/>
                  </a:lnTo>
                  <a:lnTo>
                    <a:pt x="4456317" y="1026477"/>
                  </a:lnTo>
                  <a:lnTo>
                    <a:pt x="4456505" y="1026477"/>
                  </a:lnTo>
                  <a:lnTo>
                    <a:pt x="4457352" y="1026477"/>
                  </a:lnTo>
                  <a:lnTo>
                    <a:pt x="4457823" y="1026477"/>
                  </a:lnTo>
                  <a:lnTo>
                    <a:pt x="4457917" y="1026477"/>
                  </a:lnTo>
                  <a:lnTo>
                    <a:pt x="4458011" y="1026477"/>
                  </a:lnTo>
                  <a:lnTo>
                    <a:pt x="4458106" y="1026477"/>
                  </a:lnTo>
                  <a:lnTo>
                    <a:pt x="4458200" y="1026477"/>
                  </a:lnTo>
                  <a:lnTo>
                    <a:pt x="4458294" y="1026477"/>
                  </a:lnTo>
                  <a:lnTo>
                    <a:pt x="4458388" y="1026477"/>
                  </a:lnTo>
                  <a:lnTo>
                    <a:pt x="4458671" y="1026477"/>
                  </a:lnTo>
                  <a:lnTo>
                    <a:pt x="4458765" y="1026477"/>
                  </a:lnTo>
                  <a:lnTo>
                    <a:pt x="4459141" y="1026477"/>
                  </a:lnTo>
                  <a:lnTo>
                    <a:pt x="4459235" y="1026477"/>
                  </a:lnTo>
                  <a:lnTo>
                    <a:pt x="4459330" y="1026477"/>
                  </a:lnTo>
                  <a:lnTo>
                    <a:pt x="4459518" y="1026477"/>
                  </a:lnTo>
                  <a:lnTo>
                    <a:pt x="4459612" y="1026477"/>
                  </a:lnTo>
                  <a:lnTo>
                    <a:pt x="4459706" y="1026477"/>
                  </a:lnTo>
                  <a:lnTo>
                    <a:pt x="4459800" y="1026477"/>
                  </a:lnTo>
                  <a:lnTo>
                    <a:pt x="4461213" y="1021565"/>
                  </a:lnTo>
                  <a:lnTo>
                    <a:pt x="4461307" y="1021565"/>
                  </a:lnTo>
                  <a:lnTo>
                    <a:pt x="4461966" y="1021565"/>
                  </a:lnTo>
                  <a:lnTo>
                    <a:pt x="4462060" y="1021565"/>
                  </a:lnTo>
                  <a:lnTo>
                    <a:pt x="4462154" y="1021565"/>
                  </a:lnTo>
                  <a:lnTo>
                    <a:pt x="4462813" y="1021565"/>
                  </a:lnTo>
                  <a:lnTo>
                    <a:pt x="4462907" y="1021565"/>
                  </a:lnTo>
                  <a:lnTo>
                    <a:pt x="4463002" y="1021565"/>
                  </a:lnTo>
                  <a:lnTo>
                    <a:pt x="4463096" y="1021565"/>
                  </a:lnTo>
                  <a:lnTo>
                    <a:pt x="4463849" y="1021565"/>
                  </a:lnTo>
                  <a:lnTo>
                    <a:pt x="4463943" y="1021565"/>
                  </a:lnTo>
                  <a:lnTo>
                    <a:pt x="4464037" y="1021565"/>
                  </a:lnTo>
                  <a:lnTo>
                    <a:pt x="4464226" y="1021565"/>
                  </a:lnTo>
                  <a:lnTo>
                    <a:pt x="4464508" y="1021565"/>
                  </a:lnTo>
                  <a:lnTo>
                    <a:pt x="4464790" y="1021565"/>
                  </a:lnTo>
                  <a:lnTo>
                    <a:pt x="4464885" y="1021565"/>
                  </a:lnTo>
                  <a:lnTo>
                    <a:pt x="4464979" y="1021565"/>
                  </a:lnTo>
                  <a:lnTo>
                    <a:pt x="4465073" y="1021565"/>
                  </a:lnTo>
                  <a:lnTo>
                    <a:pt x="4465167" y="1021565"/>
                  </a:lnTo>
                  <a:lnTo>
                    <a:pt x="4465355" y="1021565"/>
                  </a:lnTo>
                  <a:lnTo>
                    <a:pt x="4465544" y="1021565"/>
                  </a:lnTo>
                  <a:lnTo>
                    <a:pt x="4466014" y="1021565"/>
                  </a:lnTo>
                  <a:lnTo>
                    <a:pt x="4466674" y="1021565"/>
                  </a:lnTo>
                  <a:lnTo>
                    <a:pt x="4466862" y="1021565"/>
                  </a:lnTo>
                  <a:lnTo>
                    <a:pt x="4467144" y="1021565"/>
                  </a:lnTo>
                  <a:lnTo>
                    <a:pt x="4467333" y="1021565"/>
                  </a:lnTo>
                  <a:lnTo>
                    <a:pt x="4467803" y="1021565"/>
                  </a:lnTo>
                  <a:lnTo>
                    <a:pt x="4468180" y="1021565"/>
                  </a:lnTo>
                  <a:lnTo>
                    <a:pt x="4468274" y="1021565"/>
                  </a:lnTo>
                  <a:lnTo>
                    <a:pt x="4468368" y="1021565"/>
                  </a:lnTo>
                  <a:lnTo>
                    <a:pt x="4468557" y="1021565"/>
                  </a:lnTo>
                  <a:lnTo>
                    <a:pt x="4468651" y="1021565"/>
                  </a:lnTo>
                  <a:lnTo>
                    <a:pt x="4468745" y="1021565"/>
                  </a:lnTo>
                  <a:lnTo>
                    <a:pt x="4468839" y="1021565"/>
                  </a:lnTo>
                  <a:lnTo>
                    <a:pt x="4469216" y="1021565"/>
                  </a:lnTo>
                  <a:lnTo>
                    <a:pt x="4469592" y="1021565"/>
                  </a:lnTo>
                  <a:lnTo>
                    <a:pt x="4469875" y="1021565"/>
                  </a:lnTo>
                  <a:lnTo>
                    <a:pt x="4470157" y="1021565"/>
                  </a:lnTo>
                  <a:lnTo>
                    <a:pt x="4470534" y="1021565"/>
                  </a:lnTo>
                  <a:lnTo>
                    <a:pt x="4470722" y="1021565"/>
                  </a:lnTo>
                  <a:lnTo>
                    <a:pt x="4470910" y="1016654"/>
                  </a:lnTo>
                  <a:lnTo>
                    <a:pt x="4471005" y="1016654"/>
                  </a:lnTo>
                  <a:lnTo>
                    <a:pt x="4471475" y="1016654"/>
                  </a:lnTo>
                  <a:lnTo>
                    <a:pt x="4471946" y="1016654"/>
                  </a:lnTo>
                  <a:lnTo>
                    <a:pt x="4472040" y="1016654"/>
                  </a:lnTo>
                  <a:lnTo>
                    <a:pt x="4472228" y="1016654"/>
                  </a:lnTo>
                  <a:lnTo>
                    <a:pt x="4472417" y="1016654"/>
                  </a:lnTo>
                  <a:lnTo>
                    <a:pt x="4472511" y="1016654"/>
                  </a:lnTo>
                  <a:lnTo>
                    <a:pt x="4473735" y="1016654"/>
                  </a:lnTo>
                  <a:lnTo>
                    <a:pt x="4474394" y="1016654"/>
                  </a:lnTo>
                  <a:lnTo>
                    <a:pt x="4474488" y="1016654"/>
                  </a:lnTo>
                  <a:lnTo>
                    <a:pt x="4474582" y="1016654"/>
                  </a:lnTo>
                  <a:lnTo>
                    <a:pt x="4474959" y="1016654"/>
                  </a:lnTo>
                  <a:lnTo>
                    <a:pt x="4475430" y="1016654"/>
                  </a:lnTo>
                  <a:lnTo>
                    <a:pt x="4475524" y="1016654"/>
                  </a:lnTo>
                  <a:lnTo>
                    <a:pt x="4475900" y="1016654"/>
                  </a:lnTo>
                  <a:lnTo>
                    <a:pt x="4475995" y="1016654"/>
                  </a:lnTo>
                  <a:lnTo>
                    <a:pt x="4476089" y="1016654"/>
                  </a:lnTo>
                  <a:lnTo>
                    <a:pt x="4476371" y="1016654"/>
                  </a:lnTo>
                  <a:lnTo>
                    <a:pt x="4477501" y="1016654"/>
                  </a:lnTo>
                  <a:lnTo>
                    <a:pt x="4477595" y="1016654"/>
                  </a:lnTo>
                  <a:lnTo>
                    <a:pt x="4477689" y="1016654"/>
                  </a:lnTo>
                  <a:lnTo>
                    <a:pt x="4477878" y="1016654"/>
                  </a:lnTo>
                  <a:lnTo>
                    <a:pt x="4477972" y="1016654"/>
                  </a:lnTo>
                  <a:lnTo>
                    <a:pt x="4478066" y="1016654"/>
                  </a:lnTo>
                  <a:lnTo>
                    <a:pt x="4478254" y="1016654"/>
                  </a:lnTo>
                  <a:lnTo>
                    <a:pt x="4478537" y="1016654"/>
                  </a:lnTo>
                  <a:lnTo>
                    <a:pt x="4479102" y="1016654"/>
                  </a:lnTo>
                  <a:lnTo>
                    <a:pt x="4479196" y="1016654"/>
                  </a:lnTo>
                  <a:lnTo>
                    <a:pt x="4480137" y="1016654"/>
                  </a:lnTo>
                  <a:lnTo>
                    <a:pt x="4480231" y="1016654"/>
                  </a:lnTo>
                  <a:lnTo>
                    <a:pt x="4480420" y="1016654"/>
                  </a:lnTo>
                  <a:lnTo>
                    <a:pt x="4480702" y="1016654"/>
                  </a:lnTo>
                  <a:lnTo>
                    <a:pt x="4481173" y="1016654"/>
                  </a:lnTo>
                  <a:lnTo>
                    <a:pt x="4482020" y="1016654"/>
                  </a:lnTo>
                  <a:lnTo>
                    <a:pt x="4482114" y="1016654"/>
                  </a:lnTo>
                  <a:lnTo>
                    <a:pt x="4482209" y="1016654"/>
                  </a:lnTo>
                  <a:lnTo>
                    <a:pt x="4482303" y="1016654"/>
                  </a:lnTo>
                  <a:lnTo>
                    <a:pt x="4482491" y="1016654"/>
                  </a:lnTo>
                  <a:lnTo>
                    <a:pt x="4482868" y="1016654"/>
                  </a:lnTo>
                  <a:lnTo>
                    <a:pt x="4483244" y="1016654"/>
                  </a:lnTo>
                  <a:lnTo>
                    <a:pt x="4483621" y="1016654"/>
                  </a:lnTo>
                  <a:lnTo>
                    <a:pt x="4484468" y="1016654"/>
                  </a:lnTo>
                  <a:lnTo>
                    <a:pt x="4484657" y="1016654"/>
                  </a:lnTo>
                  <a:lnTo>
                    <a:pt x="4484751" y="1016654"/>
                  </a:lnTo>
                  <a:lnTo>
                    <a:pt x="4484845" y="1016654"/>
                  </a:lnTo>
                  <a:lnTo>
                    <a:pt x="4485316" y="1016654"/>
                  </a:lnTo>
                  <a:lnTo>
                    <a:pt x="4485410" y="1016654"/>
                  </a:lnTo>
                  <a:lnTo>
                    <a:pt x="4485504" y="1016654"/>
                  </a:lnTo>
                  <a:lnTo>
                    <a:pt x="4486163" y="1016654"/>
                  </a:lnTo>
                  <a:lnTo>
                    <a:pt x="4486257" y="1016654"/>
                  </a:lnTo>
                  <a:lnTo>
                    <a:pt x="4486351" y="1016654"/>
                  </a:lnTo>
                  <a:lnTo>
                    <a:pt x="4486445" y="1016654"/>
                  </a:lnTo>
                  <a:lnTo>
                    <a:pt x="4486540" y="1016654"/>
                  </a:lnTo>
                  <a:lnTo>
                    <a:pt x="4487293" y="1016654"/>
                  </a:lnTo>
                  <a:lnTo>
                    <a:pt x="4487952" y="1016654"/>
                  </a:lnTo>
                  <a:lnTo>
                    <a:pt x="4488046" y="1016654"/>
                  </a:lnTo>
                  <a:lnTo>
                    <a:pt x="4488234" y="1016654"/>
                  </a:lnTo>
                  <a:lnTo>
                    <a:pt x="4488423" y="1016654"/>
                  </a:lnTo>
                  <a:lnTo>
                    <a:pt x="4488517" y="1016654"/>
                  </a:lnTo>
                  <a:lnTo>
                    <a:pt x="4489082" y="1016654"/>
                  </a:lnTo>
                  <a:lnTo>
                    <a:pt x="4489270" y="1011743"/>
                  </a:lnTo>
                  <a:lnTo>
                    <a:pt x="4489364" y="1011743"/>
                  </a:lnTo>
                  <a:lnTo>
                    <a:pt x="4489552" y="1011743"/>
                  </a:lnTo>
                  <a:lnTo>
                    <a:pt x="4489835" y="1011743"/>
                  </a:lnTo>
                  <a:lnTo>
                    <a:pt x="4489929" y="1011743"/>
                  </a:lnTo>
                  <a:lnTo>
                    <a:pt x="4490023" y="1011743"/>
                  </a:lnTo>
                  <a:lnTo>
                    <a:pt x="4490588" y="1011743"/>
                  </a:lnTo>
                  <a:lnTo>
                    <a:pt x="4490776" y="1011743"/>
                  </a:lnTo>
                  <a:lnTo>
                    <a:pt x="4490871" y="1011743"/>
                  </a:lnTo>
                  <a:lnTo>
                    <a:pt x="4491059" y="1011743"/>
                  </a:lnTo>
                  <a:lnTo>
                    <a:pt x="4491247" y="1011743"/>
                  </a:lnTo>
                  <a:lnTo>
                    <a:pt x="4491718" y="1011743"/>
                  </a:lnTo>
                  <a:lnTo>
                    <a:pt x="4492000" y="1011743"/>
                  </a:lnTo>
                  <a:lnTo>
                    <a:pt x="4492377" y="1011743"/>
                  </a:lnTo>
                  <a:lnTo>
                    <a:pt x="4492471" y="1011743"/>
                  </a:lnTo>
                  <a:lnTo>
                    <a:pt x="4492660" y="1011743"/>
                  </a:lnTo>
                  <a:lnTo>
                    <a:pt x="4492754" y="1011743"/>
                  </a:lnTo>
                  <a:lnTo>
                    <a:pt x="4493036" y="1011743"/>
                  </a:lnTo>
                  <a:lnTo>
                    <a:pt x="4493130" y="1011743"/>
                  </a:lnTo>
                  <a:lnTo>
                    <a:pt x="4493413" y="1011743"/>
                  </a:lnTo>
                  <a:lnTo>
                    <a:pt x="4493789" y="1011743"/>
                  </a:lnTo>
                  <a:lnTo>
                    <a:pt x="4493883" y="1011743"/>
                  </a:lnTo>
                  <a:lnTo>
                    <a:pt x="4494637" y="1011743"/>
                  </a:lnTo>
                  <a:lnTo>
                    <a:pt x="4495013" y="1011743"/>
                  </a:lnTo>
                  <a:lnTo>
                    <a:pt x="4495107" y="1011743"/>
                  </a:lnTo>
                  <a:lnTo>
                    <a:pt x="4495202" y="1011743"/>
                  </a:lnTo>
                  <a:lnTo>
                    <a:pt x="4495390" y="1011743"/>
                  </a:lnTo>
                  <a:lnTo>
                    <a:pt x="4495578" y="1011743"/>
                  </a:lnTo>
                  <a:lnTo>
                    <a:pt x="4495672" y="1011743"/>
                  </a:lnTo>
                  <a:lnTo>
                    <a:pt x="4495767" y="1011743"/>
                  </a:lnTo>
                  <a:lnTo>
                    <a:pt x="4495861" y="1011743"/>
                  </a:lnTo>
                  <a:lnTo>
                    <a:pt x="4495955" y="1011743"/>
                  </a:lnTo>
                  <a:lnTo>
                    <a:pt x="4496049" y="1011743"/>
                  </a:lnTo>
                  <a:lnTo>
                    <a:pt x="4496143" y="1011743"/>
                  </a:lnTo>
                  <a:lnTo>
                    <a:pt x="4496237" y="1011743"/>
                  </a:lnTo>
                  <a:lnTo>
                    <a:pt x="4497273" y="1011743"/>
                  </a:lnTo>
                  <a:lnTo>
                    <a:pt x="4497367" y="1011743"/>
                  </a:lnTo>
                  <a:lnTo>
                    <a:pt x="4497650" y="1011743"/>
                  </a:lnTo>
                  <a:lnTo>
                    <a:pt x="4497838" y="1011743"/>
                  </a:lnTo>
                  <a:lnTo>
                    <a:pt x="4498026" y="1011743"/>
                  </a:lnTo>
                  <a:lnTo>
                    <a:pt x="4498120" y="1011743"/>
                  </a:lnTo>
                  <a:lnTo>
                    <a:pt x="4498309" y="1011743"/>
                  </a:lnTo>
                  <a:lnTo>
                    <a:pt x="4498403" y="1011743"/>
                  </a:lnTo>
                  <a:lnTo>
                    <a:pt x="4499156" y="1011743"/>
                  </a:lnTo>
                  <a:lnTo>
                    <a:pt x="4499344" y="1006831"/>
                  </a:lnTo>
                  <a:lnTo>
                    <a:pt x="4499533" y="1006831"/>
                  </a:lnTo>
                  <a:lnTo>
                    <a:pt x="4499815" y="1006831"/>
                  </a:lnTo>
                  <a:lnTo>
                    <a:pt x="4500003" y="1006831"/>
                  </a:lnTo>
                  <a:lnTo>
                    <a:pt x="4500098" y="1006831"/>
                  </a:lnTo>
                  <a:lnTo>
                    <a:pt x="4500380" y="1006831"/>
                  </a:lnTo>
                  <a:lnTo>
                    <a:pt x="4500945" y="1006831"/>
                  </a:lnTo>
                  <a:lnTo>
                    <a:pt x="4501604" y="1006831"/>
                  </a:lnTo>
                  <a:lnTo>
                    <a:pt x="4502075" y="1006831"/>
                  </a:lnTo>
                  <a:lnTo>
                    <a:pt x="4502169" y="1006831"/>
                  </a:lnTo>
                  <a:lnTo>
                    <a:pt x="4502451" y="1006831"/>
                  </a:lnTo>
                  <a:lnTo>
                    <a:pt x="4502545" y="1006831"/>
                  </a:lnTo>
                  <a:lnTo>
                    <a:pt x="4502734" y="1006831"/>
                  </a:lnTo>
                  <a:lnTo>
                    <a:pt x="4502922" y="1006831"/>
                  </a:lnTo>
                  <a:lnTo>
                    <a:pt x="4502922" y="1001920"/>
                  </a:lnTo>
                  <a:lnTo>
                    <a:pt x="4503769" y="1001920"/>
                  </a:lnTo>
                  <a:lnTo>
                    <a:pt x="4504240" y="1001920"/>
                  </a:lnTo>
                  <a:lnTo>
                    <a:pt x="4504334" y="1001920"/>
                  </a:lnTo>
                  <a:lnTo>
                    <a:pt x="4504429" y="1001920"/>
                  </a:lnTo>
                  <a:lnTo>
                    <a:pt x="4504523" y="1001920"/>
                  </a:lnTo>
                  <a:lnTo>
                    <a:pt x="4504617" y="1001920"/>
                  </a:lnTo>
                  <a:lnTo>
                    <a:pt x="4504805" y="1001920"/>
                  </a:lnTo>
                  <a:lnTo>
                    <a:pt x="4504993" y="1001920"/>
                  </a:lnTo>
                  <a:lnTo>
                    <a:pt x="4505653" y="1001920"/>
                  </a:lnTo>
                  <a:lnTo>
                    <a:pt x="4505747" y="1001920"/>
                  </a:lnTo>
                  <a:lnTo>
                    <a:pt x="4505841" y="1001920"/>
                  </a:lnTo>
                  <a:lnTo>
                    <a:pt x="4505935" y="1001920"/>
                  </a:lnTo>
                  <a:lnTo>
                    <a:pt x="4506029" y="1001920"/>
                  </a:lnTo>
                  <a:lnTo>
                    <a:pt x="4506594" y="1001920"/>
                  </a:lnTo>
                  <a:lnTo>
                    <a:pt x="4506688" y="1001920"/>
                  </a:lnTo>
                  <a:lnTo>
                    <a:pt x="4506876" y="1001920"/>
                  </a:lnTo>
                  <a:lnTo>
                    <a:pt x="4506971" y="1001920"/>
                  </a:lnTo>
                  <a:lnTo>
                    <a:pt x="4507159" y="1001920"/>
                  </a:lnTo>
                  <a:lnTo>
                    <a:pt x="4507536" y="1001920"/>
                  </a:lnTo>
                  <a:lnTo>
                    <a:pt x="4508006" y="1001920"/>
                  </a:lnTo>
                  <a:lnTo>
                    <a:pt x="4508100" y="1001920"/>
                  </a:lnTo>
                  <a:lnTo>
                    <a:pt x="4508195" y="1001920"/>
                  </a:lnTo>
                  <a:lnTo>
                    <a:pt x="4508289" y="1001920"/>
                  </a:lnTo>
                  <a:lnTo>
                    <a:pt x="4508760" y="1001920"/>
                  </a:lnTo>
                  <a:lnTo>
                    <a:pt x="4509042" y="1001920"/>
                  </a:lnTo>
                  <a:lnTo>
                    <a:pt x="4509136" y="1001920"/>
                  </a:lnTo>
                  <a:lnTo>
                    <a:pt x="4509324" y="1001920"/>
                  </a:lnTo>
                  <a:lnTo>
                    <a:pt x="4509419" y="1001920"/>
                  </a:lnTo>
                  <a:lnTo>
                    <a:pt x="4509513" y="1001920"/>
                  </a:lnTo>
                  <a:lnTo>
                    <a:pt x="4509701" y="1001920"/>
                  </a:lnTo>
                  <a:lnTo>
                    <a:pt x="4509889" y="1001920"/>
                  </a:lnTo>
                  <a:lnTo>
                    <a:pt x="4510360" y="1001920"/>
                  </a:lnTo>
                  <a:lnTo>
                    <a:pt x="4510454" y="1001920"/>
                  </a:lnTo>
                  <a:lnTo>
                    <a:pt x="4510548" y="1001920"/>
                  </a:lnTo>
                  <a:lnTo>
                    <a:pt x="4510643" y="1001920"/>
                  </a:lnTo>
                  <a:lnTo>
                    <a:pt x="4511207" y="997009"/>
                  </a:lnTo>
                  <a:lnTo>
                    <a:pt x="4511584" y="997009"/>
                  </a:lnTo>
                  <a:lnTo>
                    <a:pt x="4511678" y="997009"/>
                  </a:lnTo>
                  <a:lnTo>
                    <a:pt x="4512149" y="997009"/>
                  </a:lnTo>
                  <a:lnTo>
                    <a:pt x="4512243" y="997009"/>
                  </a:lnTo>
                  <a:lnTo>
                    <a:pt x="4512337" y="997009"/>
                  </a:lnTo>
                  <a:lnTo>
                    <a:pt x="4513185" y="997009"/>
                  </a:lnTo>
                  <a:lnTo>
                    <a:pt x="4513561" y="997009"/>
                  </a:lnTo>
                  <a:lnTo>
                    <a:pt x="4513655" y="997009"/>
                  </a:lnTo>
                  <a:lnTo>
                    <a:pt x="4513938" y="997009"/>
                  </a:lnTo>
                  <a:lnTo>
                    <a:pt x="4514032" y="997009"/>
                  </a:lnTo>
                  <a:lnTo>
                    <a:pt x="4514409" y="997009"/>
                  </a:lnTo>
                  <a:lnTo>
                    <a:pt x="4514503" y="997009"/>
                  </a:lnTo>
                  <a:lnTo>
                    <a:pt x="4515068" y="997009"/>
                  </a:lnTo>
                  <a:lnTo>
                    <a:pt x="4515350" y="997009"/>
                  </a:lnTo>
                  <a:lnTo>
                    <a:pt x="4515538" y="997009"/>
                  </a:lnTo>
                  <a:lnTo>
                    <a:pt x="4515821" y="997009"/>
                  </a:lnTo>
                  <a:lnTo>
                    <a:pt x="4515915" y="997009"/>
                  </a:lnTo>
                  <a:lnTo>
                    <a:pt x="4516103" y="997009"/>
                  </a:lnTo>
                  <a:lnTo>
                    <a:pt x="4516292" y="997009"/>
                  </a:lnTo>
                  <a:lnTo>
                    <a:pt x="4516386" y="997009"/>
                  </a:lnTo>
                  <a:lnTo>
                    <a:pt x="4516574" y="997009"/>
                  </a:lnTo>
                  <a:lnTo>
                    <a:pt x="4516668" y="997009"/>
                  </a:lnTo>
                  <a:lnTo>
                    <a:pt x="4516762" y="997009"/>
                  </a:lnTo>
                  <a:lnTo>
                    <a:pt x="4516857" y="997009"/>
                  </a:lnTo>
                  <a:lnTo>
                    <a:pt x="4516951" y="997009"/>
                  </a:lnTo>
                  <a:lnTo>
                    <a:pt x="4517139" y="997009"/>
                  </a:lnTo>
                  <a:lnTo>
                    <a:pt x="4517327" y="997009"/>
                  </a:lnTo>
                  <a:lnTo>
                    <a:pt x="4517704" y="997009"/>
                  </a:lnTo>
                  <a:lnTo>
                    <a:pt x="4517986" y="997009"/>
                  </a:lnTo>
                  <a:lnTo>
                    <a:pt x="4518081" y="997009"/>
                  </a:lnTo>
                  <a:lnTo>
                    <a:pt x="4518363" y="997009"/>
                  </a:lnTo>
                  <a:lnTo>
                    <a:pt x="4518646" y="997009"/>
                  </a:lnTo>
                  <a:lnTo>
                    <a:pt x="4518740" y="997009"/>
                  </a:lnTo>
                  <a:lnTo>
                    <a:pt x="4518928" y="997009"/>
                  </a:lnTo>
                  <a:lnTo>
                    <a:pt x="4519022" y="997009"/>
                  </a:lnTo>
                  <a:lnTo>
                    <a:pt x="4519210" y="997009"/>
                  </a:lnTo>
                  <a:lnTo>
                    <a:pt x="4519305" y="997009"/>
                  </a:lnTo>
                  <a:lnTo>
                    <a:pt x="4522694" y="992097"/>
                  </a:lnTo>
                  <a:lnTo>
                    <a:pt x="4522882" y="992097"/>
                  </a:lnTo>
                  <a:lnTo>
                    <a:pt x="4523259" y="992097"/>
                  </a:lnTo>
                  <a:lnTo>
                    <a:pt x="4523541" y="992097"/>
                  </a:lnTo>
                  <a:lnTo>
                    <a:pt x="4523824" y="992097"/>
                  </a:lnTo>
                  <a:lnTo>
                    <a:pt x="4524200" y="992097"/>
                  </a:lnTo>
                  <a:lnTo>
                    <a:pt x="4524389" y="992097"/>
                  </a:lnTo>
                  <a:lnTo>
                    <a:pt x="4524765" y="992097"/>
                  </a:lnTo>
                  <a:lnTo>
                    <a:pt x="4524954" y="992097"/>
                  </a:lnTo>
                  <a:lnTo>
                    <a:pt x="4525048" y="992097"/>
                  </a:lnTo>
                  <a:lnTo>
                    <a:pt x="4525142" y="992097"/>
                  </a:lnTo>
                  <a:lnTo>
                    <a:pt x="4525236" y="992097"/>
                  </a:lnTo>
                  <a:lnTo>
                    <a:pt x="4525424" y="992097"/>
                  </a:lnTo>
                  <a:lnTo>
                    <a:pt x="4525519" y="992097"/>
                  </a:lnTo>
                  <a:lnTo>
                    <a:pt x="4525613" y="992097"/>
                  </a:lnTo>
                  <a:lnTo>
                    <a:pt x="4525801" y="992097"/>
                  </a:lnTo>
                  <a:lnTo>
                    <a:pt x="4525989" y="992097"/>
                  </a:lnTo>
                  <a:lnTo>
                    <a:pt x="4526366" y="992097"/>
                  </a:lnTo>
                  <a:lnTo>
                    <a:pt x="4526648" y="992097"/>
                  </a:lnTo>
                  <a:lnTo>
                    <a:pt x="4526931" y="992097"/>
                  </a:lnTo>
                  <a:lnTo>
                    <a:pt x="4527308" y="992097"/>
                  </a:lnTo>
                  <a:lnTo>
                    <a:pt x="4527590" y="992097"/>
                  </a:lnTo>
                  <a:lnTo>
                    <a:pt x="4528155" y="992097"/>
                  </a:lnTo>
                  <a:lnTo>
                    <a:pt x="4528437" y="992097"/>
                  </a:lnTo>
                  <a:lnTo>
                    <a:pt x="4528531" y="992097"/>
                  </a:lnTo>
                  <a:lnTo>
                    <a:pt x="4528814" y="992097"/>
                  </a:lnTo>
                  <a:lnTo>
                    <a:pt x="4529285" y="992097"/>
                  </a:lnTo>
                  <a:lnTo>
                    <a:pt x="4529379" y="992097"/>
                  </a:lnTo>
                  <a:lnTo>
                    <a:pt x="4529661" y="992097"/>
                  </a:lnTo>
                  <a:lnTo>
                    <a:pt x="4530603" y="992097"/>
                  </a:lnTo>
                  <a:lnTo>
                    <a:pt x="4530885" y="992097"/>
                  </a:lnTo>
                  <a:lnTo>
                    <a:pt x="4531074" y="992097"/>
                  </a:lnTo>
                  <a:lnTo>
                    <a:pt x="4531356" y="992097"/>
                  </a:lnTo>
                  <a:lnTo>
                    <a:pt x="4531733" y="992097"/>
                  </a:lnTo>
                  <a:lnTo>
                    <a:pt x="4532015" y="992097"/>
                  </a:lnTo>
                  <a:lnTo>
                    <a:pt x="4532580" y="992097"/>
                  </a:lnTo>
                  <a:lnTo>
                    <a:pt x="4532768" y="992097"/>
                  </a:lnTo>
                  <a:lnTo>
                    <a:pt x="4532957" y="992097"/>
                  </a:lnTo>
                  <a:lnTo>
                    <a:pt x="4533051" y="992097"/>
                  </a:lnTo>
                  <a:lnTo>
                    <a:pt x="4533427" y="992097"/>
                  </a:lnTo>
                  <a:lnTo>
                    <a:pt x="4533804" y="992097"/>
                  </a:lnTo>
                  <a:lnTo>
                    <a:pt x="4533898" y="992097"/>
                  </a:lnTo>
                  <a:lnTo>
                    <a:pt x="4533992" y="992097"/>
                  </a:lnTo>
                  <a:lnTo>
                    <a:pt x="4534086" y="992097"/>
                  </a:lnTo>
                  <a:lnTo>
                    <a:pt x="4534275" y="992097"/>
                  </a:lnTo>
                  <a:lnTo>
                    <a:pt x="4534369" y="992097"/>
                  </a:lnTo>
                  <a:lnTo>
                    <a:pt x="4534557" y="992097"/>
                  </a:lnTo>
                  <a:lnTo>
                    <a:pt x="4534651" y="992097"/>
                  </a:lnTo>
                  <a:lnTo>
                    <a:pt x="4534746" y="992097"/>
                  </a:lnTo>
                  <a:lnTo>
                    <a:pt x="4534934" y="992097"/>
                  </a:lnTo>
                  <a:lnTo>
                    <a:pt x="4535310" y="992097"/>
                  </a:lnTo>
                  <a:lnTo>
                    <a:pt x="4535781" y="992097"/>
                  </a:lnTo>
                  <a:lnTo>
                    <a:pt x="4535970" y="992097"/>
                  </a:lnTo>
                  <a:lnTo>
                    <a:pt x="4536064" y="992097"/>
                  </a:lnTo>
                  <a:lnTo>
                    <a:pt x="4536252" y="992097"/>
                  </a:lnTo>
                  <a:lnTo>
                    <a:pt x="4536346" y="992097"/>
                  </a:lnTo>
                  <a:lnTo>
                    <a:pt x="4536440" y="992097"/>
                  </a:lnTo>
                  <a:lnTo>
                    <a:pt x="4536440" y="987186"/>
                  </a:lnTo>
                  <a:lnTo>
                    <a:pt x="4537099" y="987186"/>
                  </a:lnTo>
                  <a:lnTo>
                    <a:pt x="4537193" y="987186"/>
                  </a:lnTo>
                  <a:lnTo>
                    <a:pt x="4537288" y="987186"/>
                  </a:lnTo>
                  <a:lnTo>
                    <a:pt x="4537664" y="987186"/>
                  </a:lnTo>
                  <a:lnTo>
                    <a:pt x="4537758" y="987186"/>
                  </a:lnTo>
                  <a:lnTo>
                    <a:pt x="4538512" y="987186"/>
                  </a:lnTo>
                  <a:lnTo>
                    <a:pt x="4538794" y="987186"/>
                  </a:lnTo>
                  <a:lnTo>
                    <a:pt x="4539077" y="987186"/>
                  </a:lnTo>
                  <a:lnTo>
                    <a:pt x="4540301" y="987186"/>
                  </a:lnTo>
                  <a:lnTo>
                    <a:pt x="4540395" y="987186"/>
                  </a:lnTo>
                  <a:lnTo>
                    <a:pt x="4540489" y="987186"/>
                  </a:lnTo>
                  <a:lnTo>
                    <a:pt x="4540583" y="987186"/>
                  </a:lnTo>
                  <a:lnTo>
                    <a:pt x="4540960" y="987186"/>
                  </a:lnTo>
                  <a:lnTo>
                    <a:pt x="4541054" y="987186"/>
                  </a:lnTo>
                  <a:lnTo>
                    <a:pt x="4541054" y="982274"/>
                  </a:lnTo>
                  <a:lnTo>
                    <a:pt x="4541148" y="982274"/>
                  </a:lnTo>
                  <a:lnTo>
                    <a:pt x="4541242" y="982274"/>
                  </a:lnTo>
                  <a:lnTo>
                    <a:pt x="4541336" y="982274"/>
                  </a:lnTo>
                  <a:lnTo>
                    <a:pt x="4541901" y="982274"/>
                  </a:lnTo>
                  <a:lnTo>
                    <a:pt x="4542560" y="982274"/>
                  </a:lnTo>
                  <a:lnTo>
                    <a:pt x="4542843" y="982274"/>
                  </a:lnTo>
                  <a:lnTo>
                    <a:pt x="4542937" y="982274"/>
                  </a:lnTo>
                  <a:lnTo>
                    <a:pt x="4543031" y="982274"/>
                  </a:lnTo>
                  <a:lnTo>
                    <a:pt x="4543502" y="982274"/>
                  </a:lnTo>
                  <a:lnTo>
                    <a:pt x="4543596" y="982274"/>
                  </a:lnTo>
                  <a:lnTo>
                    <a:pt x="4543784" y="982274"/>
                  </a:lnTo>
                  <a:lnTo>
                    <a:pt x="4543972" y="982274"/>
                  </a:lnTo>
                  <a:lnTo>
                    <a:pt x="4544067" y="982274"/>
                  </a:lnTo>
                  <a:lnTo>
                    <a:pt x="4544161" y="982274"/>
                  </a:lnTo>
                  <a:lnTo>
                    <a:pt x="4544443" y="982274"/>
                  </a:lnTo>
                  <a:lnTo>
                    <a:pt x="4544914" y="982274"/>
                  </a:lnTo>
                  <a:lnTo>
                    <a:pt x="4545008" y="982274"/>
                  </a:lnTo>
                  <a:lnTo>
                    <a:pt x="4546044" y="982274"/>
                  </a:lnTo>
                  <a:lnTo>
                    <a:pt x="4546232" y="982274"/>
                  </a:lnTo>
                  <a:lnTo>
                    <a:pt x="4546326" y="982274"/>
                  </a:lnTo>
                  <a:lnTo>
                    <a:pt x="4546420" y="982274"/>
                  </a:lnTo>
                  <a:lnTo>
                    <a:pt x="4547079" y="982274"/>
                  </a:lnTo>
                  <a:lnTo>
                    <a:pt x="4547362" y="982274"/>
                  </a:lnTo>
                  <a:lnTo>
                    <a:pt x="4547550" y="982274"/>
                  </a:lnTo>
                  <a:lnTo>
                    <a:pt x="4547833" y="982274"/>
                  </a:lnTo>
                  <a:lnTo>
                    <a:pt x="4547927" y="982274"/>
                  </a:lnTo>
                  <a:lnTo>
                    <a:pt x="4548586" y="977363"/>
                  </a:lnTo>
                  <a:lnTo>
                    <a:pt x="4548680" y="977363"/>
                  </a:lnTo>
                  <a:lnTo>
                    <a:pt x="4549245" y="977363"/>
                  </a:lnTo>
                  <a:lnTo>
                    <a:pt x="4549339" y="977363"/>
                  </a:lnTo>
                  <a:lnTo>
                    <a:pt x="4549433" y="977363"/>
                  </a:lnTo>
                  <a:lnTo>
                    <a:pt x="4550186" y="977363"/>
                  </a:lnTo>
                  <a:lnTo>
                    <a:pt x="4550846" y="977363"/>
                  </a:lnTo>
                  <a:lnTo>
                    <a:pt x="4550940" y="977363"/>
                  </a:lnTo>
                  <a:lnTo>
                    <a:pt x="4551034" y="977363"/>
                  </a:lnTo>
                  <a:lnTo>
                    <a:pt x="4551599" y="977363"/>
                  </a:lnTo>
                  <a:lnTo>
                    <a:pt x="4551787" y="977363"/>
                  </a:lnTo>
                  <a:lnTo>
                    <a:pt x="4552540" y="972452"/>
                  </a:lnTo>
                  <a:lnTo>
                    <a:pt x="4552823" y="972452"/>
                  </a:lnTo>
                  <a:lnTo>
                    <a:pt x="4553011" y="972452"/>
                  </a:lnTo>
                  <a:lnTo>
                    <a:pt x="4553105" y="972452"/>
                  </a:lnTo>
                  <a:lnTo>
                    <a:pt x="4553294" y="972452"/>
                  </a:lnTo>
                  <a:lnTo>
                    <a:pt x="4553388" y="972452"/>
                  </a:lnTo>
                  <a:lnTo>
                    <a:pt x="4553482" y="972452"/>
                  </a:lnTo>
                  <a:lnTo>
                    <a:pt x="4553576" y="972452"/>
                  </a:lnTo>
                  <a:lnTo>
                    <a:pt x="4553764" y="972452"/>
                  </a:lnTo>
                  <a:lnTo>
                    <a:pt x="4553953" y="972452"/>
                  </a:lnTo>
                  <a:lnTo>
                    <a:pt x="4554047" y="972452"/>
                  </a:lnTo>
                  <a:lnTo>
                    <a:pt x="4554141" y="972452"/>
                  </a:lnTo>
                  <a:lnTo>
                    <a:pt x="4554517" y="972452"/>
                  </a:lnTo>
                  <a:lnTo>
                    <a:pt x="4554612" y="972452"/>
                  </a:lnTo>
                  <a:lnTo>
                    <a:pt x="4554894" y="972452"/>
                  </a:lnTo>
                  <a:lnTo>
                    <a:pt x="4554988" y="972452"/>
                  </a:lnTo>
                  <a:lnTo>
                    <a:pt x="4555365" y="962629"/>
                  </a:lnTo>
                  <a:lnTo>
                    <a:pt x="4555553" y="962629"/>
                  </a:lnTo>
                  <a:lnTo>
                    <a:pt x="4555836" y="962629"/>
                  </a:lnTo>
                  <a:lnTo>
                    <a:pt x="4556024" y="962629"/>
                  </a:lnTo>
                  <a:lnTo>
                    <a:pt x="4556212" y="962629"/>
                  </a:lnTo>
                  <a:lnTo>
                    <a:pt x="4556495" y="962629"/>
                  </a:lnTo>
                  <a:lnTo>
                    <a:pt x="4556777" y="962629"/>
                  </a:lnTo>
                  <a:lnTo>
                    <a:pt x="4557248" y="962629"/>
                  </a:lnTo>
                  <a:lnTo>
                    <a:pt x="4558378" y="962629"/>
                  </a:lnTo>
                  <a:lnTo>
                    <a:pt x="4559037" y="962629"/>
                  </a:lnTo>
                  <a:lnTo>
                    <a:pt x="4559413" y="962629"/>
                  </a:lnTo>
                  <a:lnTo>
                    <a:pt x="4559508" y="962629"/>
                  </a:lnTo>
                  <a:lnTo>
                    <a:pt x="4559602" y="962629"/>
                  </a:lnTo>
                  <a:lnTo>
                    <a:pt x="4559696" y="962629"/>
                  </a:lnTo>
                  <a:lnTo>
                    <a:pt x="4559790" y="962629"/>
                  </a:lnTo>
                  <a:lnTo>
                    <a:pt x="4560637" y="962629"/>
                  </a:lnTo>
                  <a:lnTo>
                    <a:pt x="4560826" y="962629"/>
                  </a:lnTo>
                  <a:lnTo>
                    <a:pt x="4561014" y="962629"/>
                  </a:lnTo>
                  <a:lnTo>
                    <a:pt x="4561296" y="962629"/>
                  </a:lnTo>
                  <a:lnTo>
                    <a:pt x="4561391" y="962629"/>
                  </a:lnTo>
                  <a:lnTo>
                    <a:pt x="4561485" y="962629"/>
                  </a:lnTo>
                  <a:lnTo>
                    <a:pt x="4561673" y="962629"/>
                  </a:lnTo>
                  <a:lnTo>
                    <a:pt x="4562050" y="962629"/>
                  </a:lnTo>
                  <a:lnTo>
                    <a:pt x="4562144" y="962629"/>
                  </a:lnTo>
                  <a:lnTo>
                    <a:pt x="4562332" y="962629"/>
                  </a:lnTo>
                  <a:lnTo>
                    <a:pt x="4562991" y="962629"/>
                  </a:lnTo>
                  <a:lnTo>
                    <a:pt x="4563085" y="962629"/>
                  </a:lnTo>
                  <a:lnTo>
                    <a:pt x="4564027" y="962629"/>
                  </a:lnTo>
                  <a:lnTo>
                    <a:pt x="4564121" y="957718"/>
                  </a:lnTo>
                  <a:lnTo>
                    <a:pt x="4564215" y="957718"/>
                  </a:lnTo>
                  <a:lnTo>
                    <a:pt x="4564309" y="957718"/>
                  </a:lnTo>
                  <a:lnTo>
                    <a:pt x="4564592" y="957718"/>
                  </a:lnTo>
                  <a:lnTo>
                    <a:pt x="4565063" y="957718"/>
                  </a:lnTo>
                  <a:lnTo>
                    <a:pt x="4565157" y="957718"/>
                  </a:lnTo>
                  <a:lnTo>
                    <a:pt x="4565439" y="952806"/>
                  </a:lnTo>
                  <a:lnTo>
                    <a:pt x="4565533" y="952806"/>
                  </a:lnTo>
                  <a:lnTo>
                    <a:pt x="4566098" y="952806"/>
                  </a:lnTo>
                  <a:lnTo>
                    <a:pt x="4566192" y="952806"/>
                  </a:lnTo>
                  <a:lnTo>
                    <a:pt x="4566381" y="952806"/>
                  </a:lnTo>
                  <a:lnTo>
                    <a:pt x="4566475" y="952806"/>
                  </a:lnTo>
                  <a:lnTo>
                    <a:pt x="4566569" y="952806"/>
                  </a:lnTo>
                  <a:lnTo>
                    <a:pt x="4566663" y="952806"/>
                  </a:lnTo>
                  <a:lnTo>
                    <a:pt x="4566757" y="952806"/>
                  </a:lnTo>
                  <a:lnTo>
                    <a:pt x="4567134" y="952806"/>
                  </a:lnTo>
                  <a:lnTo>
                    <a:pt x="4567793" y="952806"/>
                  </a:lnTo>
                  <a:lnTo>
                    <a:pt x="4567981" y="952806"/>
                  </a:lnTo>
                  <a:lnTo>
                    <a:pt x="4568264" y="952806"/>
                  </a:lnTo>
                  <a:lnTo>
                    <a:pt x="4568452" y="952806"/>
                  </a:lnTo>
                  <a:lnTo>
                    <a:pt x="4568546" y="952806"/>
                  </a:lnTo>
                  <a:lnTo>
                    <a:pt x="4568734" y="952806"/>
                  </a:lnTo>
                  <a:lnTo>
                    <a:pt x="4568923" y="952806"/>
                  </a:lnTo>
                  <a:lnTo>
                    <a:pt x="4569017" y="952806"/>
                  </a:lnTo>
                  <a:lnTo>
                    <a:pt x="4569394" y="947895"/>
                  </a:lnTo>
                  <a:lnTo>
                    <a:pt x="4569488" y="947895"/>
                  </a:lnTo>
                  <a:lnTo>
                    <a:pt x="4569582" y="947895"/>
                  </a:lnTo>
                  <a:lnTo>
                    <a:pt x="4569770" y="947895"/>
                  </a:lnTo>
                  <a:lnTo>
                    <a:pt x="4570053" y="947895"/>
                  </a:lnTo>
                  <a:lnTo>
                    <a:pt x="4570241" y="947895"/>
                  </a:lnTo>
                  <a:lnTo>
                    <a:pt x="4570429" y="947895"/>
                  </a:lnTo>
                  <a:lnTo>
                    <a:pt x="4570618" y="947895"/>
                  </a:lnTo>
                  <a:lnTo>
                    <a:pt x="4570900" y="947895"/>
                  </a:lnTo>
                  <a:lnTo>
                    <a:pt x="4571465" y="947895"/>
                  </a:lnTo>
                  <a:lnTo>
                    <a:pt x="4571559" y="947895"/>
                  </a:lnTo>
                  <a:lnTo>
                    <a:pt x="4572312" y="947895"/>
                  </a:lnTo>
                  <a:lnTo>
                    <a:pt x="4572406" y="947895"/>
                  </a:lnTo>
                  <a:lnTo>
                    <a:pt x="4572501" y="947895"/>
                  </a:lnTo>
                  <a:lnTo>
                    <a:pt x="4572783" y="947895"/>
                  </a:lnTo>
                  <a:lnTo>
                    <a:pt x="4572877" y="942983"/>
                  </a:lnTo>
                  <a:lnTo>
                    <a:pt x="4573065" y="942983"/>
                  </a:lnTo>
                  <a:lnTo>
                    <a:pt x="4573536" y="942983"/>
                  </a:lnTo>
                  <a:lnTo>
                    <a:pt x="4573725" y="942983"/>
                  </a:lnTo>
                  <a:lnTo>
                    <a:pt x="4573819" y="942983"/>
                  </a:lnTo>
                  <a:lnTo>
                    <a:pt x="4573913" y="942983"/>
                  </a:lnTo>
                  <a:lnTo>
                    <a:pt x="4574195" y="942983"/>
                  </a:lnTo>
                  <a:lnTo>
                    <a:pt x="4574384" y="942983"/>
                  </a:lnTo>
                  <a:lnTo>
                    <a:pt x="4574854" y="942983"/>
                  </a:lnTo>
                  <a:lnTo>
                    <a:pt x="4575419" y="942983"/>
                  </a:lnTo>
                  <a:lnTo>
                    <a:pt x="4575796" y="942983"/>
                  </a:lnTo>
                  <a:lnTo>
                    <a:pt x="4575890" y="942983"/>
                  </a:lnTo>
                  <a:lnTo>
                    <a:pt x="4576078" y="942983"/>
                  </a:lnTo>
                  <a:lnTo>
                    <a:pt x="4576172" y="942983"/>
                  </a:lnTo>
                  <a:lnTo>
                    <a:pt x="4576549" y="942983"/>
                  </a:lnTo>
                  <a:lnTo>
                    <a:pt x="4576737" y="942983"/>
                  </a:lnTo>
                  <a:lnTo>
                    <a:pt x="4576832" y="942983"/>
                  </a:lnTo>
                  <a:lnTo>
                    <a:pt x="4576926" y="942983"/>
                  </a:lnTo>
                  <a:lnTo>
                    <a:pt x="4579091" y="942983"/>
                  </a:lnTo>
                  <a:lnTo>
                    <a:pt x="4579374" y="942983"/>
                  </a:lnTo>
                  <a:lnTo>
                    <a:pt x="4579468" y="942983"/>
                  </a:lnTo>
                  <a:lnTo>
                    <a:pt x="4579750" y="942983"/>
                  </a:lnTo>
                  <a:lnTo>
                    <a:pt x="4580127" y="942983"/>
                  </a:lnTo>
                  <a:lnTo>
                    <a:pt x="4580221" y="942983"/>
                  </a:lnTo>
                  <a:lnTo>
                    <a:pt x="4580315" y="942983"/>
                  </a:lnTo>
                  <a:lnTo>
                    <a:pt x="4580409" y="942983"/>
                  </a:lnTo>
                  <a:lnTo>
                    <a:pt x="4580503" y="942983"/>
                  </a:lnTo>
                  <a:lnTo>
                    <a:pt x="4580598" y="942983"/>
                  </a:lnTo>
                  <a:lnTo>
                    <a:pt x="4580880" y="942983"/>
                  </a:lnTo>
                  <a:lnTo>
                    <a:pt x="4581068" y="942983"/>
                  </a:lnTo>
                  <a:lnTo>
                    <a:pt x="4581445" y="942983"/>
                  </a:lnTo>
                  <a:lnTo>
                    <a:pt x="4581539" y="942983"/>
                  </a:lnTo>
                  <a:lnTo>
                    <a:pt x="4581539" y="938072"/>
                  </a:lnTo>
                  <a:lnTo>
                    <a:pt x="4581727" y="938072"/>
                  </a:lnTo>
                  <a:lnTo>
                    <a:pt x="4581916" y="938072"/>
                  </a:lnTo>
                  <a:lnTo>
                    <a:pt x="4582481" y="938072"/>
                  </a:lnTo>
                  <a:lnTo>
                    <a:pt x="4582575" y="938072"/>
                  </a:lnTo>
                  <a:lnTo>
                    <a:pt x="4582857" y="938072"/>
                  </a:lnTo>
                  <a:lnTo>
                    <a:pt x="4582951" y="938072"/>
                  </a:lnTo>
                  <a:lnTo>
                    <a:pt x="4583046" y="938072"/>
                  </a:lnTo>
                  <a:lnTo>
                    <a:pt x="4583140" y="938072"/>
                  </a:lnTo>
                  <a:lnTo>
                    <a:pt x="4583234" y="938072"/>
                  </a:lnTo>
                  <a:lnTo>
                    <a:pt x="4584270" y="938072"/>
                  </a:lnTo>
                  <a:lnTo>
                    <a:pt x="4584364" y="938072"/>
                  </a:lnTo>
                  <a:lnTo>
                    <a:pt x="4584458" y="938072"/>
                  </a:lnTo>
                  <a:lnTo>
                    <a:pt x="4584834" y="938072"/>
                  </a:lnTo>
                  <a:lnTo>
                    <a:pt x="4584929" y="938072"/>
                  </a:lnTo>
                  <a:lnTo>
                    <a:pt x="4585305" y="933161"/>
                  </a:lnTo>
                  <a:lnTo>
                    <a:pt x="4585399" y="933161"/>
                  </a:lnTo>
                  <a:lnTo>
                    <a:pt x="4585588" y="933161"/>
                  </a:lnTo>
                  <a:lnTo>
                    <a:pt x="4585870" y="933161"/>
                  </a:lnTo>
                  <a:lnTo>
                    <a:pt x="4586153" y="933161"/>
                  </a:lnTo>
                  <a:lnTo>
                    <a:pt x="4586247" y="928249"/>
                  </a:lnTo>
                  <a:lnTo>
                    <a:pt x="4586529" y="928249"/>
                  </a:lnTo>
                  <a:lnTo>
                    <a:pt x="4586718" y="923338"/>
                  </a:lnTo>
                  <a:lnTo>
                    <a:pt x="4587000" y="923338"/>
                  </a:lnTo>
                  <a:lnTo>
                    <a:pt x="4587753" y="923338"/>
                  </a:lnTo>
                  <a:lnTo>
                    <a:pt x="4587847" y="923338"/>
                  </a:lnTo>
                  <a:lnTo>
                    <a:pt x="4588036" y="923338"/>
                  </a:lnTo>
                  <a:lnTo>
                    <a:pt x="4588412" y="923338"/>
                  </a:lnTo>
                  <a:lnTo>
                    <a:pt x="4589542" y="923338"/>
                  </a:lnTo>
                  <a:lnTo>
                    <a:pt x="4589636" y="923338"/>
                  </a:lnTo>
                  <a:lnTo>
                    <a:pt x="4589730" y="923338"/>
                  </a:lnTo>
                  <a:lnTo>
                    <a:pt x="4589825" y="923338"/>
                  </a:lnTo>
                  <a:lnTo>
                    <a:pt x="4589919" y="923338"/>
                  </a:lnTo>
                  <a:lnTo>
                    <a:pt x="4590013" y="923338"/>
                  </a:lnTo>
                  <a:lnTo>
                    <a:pt x="4590295" y="923338"/>
                  </a:lnTo>
                  <a:lnTo>
                    <a:pt x="4590389" y="923338"/>
                  </a:lnTo>
                  <a:lnTo>
                    <a:pt x="4590484" y="923338"/>
                  </a:lnTo>
                  <a:lnTo>
                    <a:pt x="4590860" y="923338"/>
                  </a:lnTo>
                  <a:lnTo>
                    <a:pt x="4591331" y="923338"/>
                  </a:lnTo>
                  <a:lnTo>
                    <a:pt x="4591425" y="923338"/>
                  </a:lnTo>
                  <a:lnTo>
                    <a:pt x="4591519" y="923338"/>
                  </a:lnTo>
                  <a:lnTo>
                    <a:pt x="4591990" y="923338"/>
                  </a:lnTo>
                  <a:lnTo>
                    <a:pt x="4592084" y="923338"/>
                  </a:lnTo>
                  <a:lnTo>
                    <a:pt x="4592178" y="923338"/>
                  </a:lnTo>
                  <a:lnTo>
                    <a:pt x="4592932" y="923338"/>
                  </a:lnTo>
                  <a:lnTo>
                    <a:pt x="4593779" y="923338"/>
                  </a:lnTo>
                  <a:lnTo>
                    <a:pt x="4593873" y="923338"/>
                  </a:lnTo>
                  <a:lnTo>
                    <a:pt x="4594061" y="923338"/>
                  </a:lnTo>
                  <a:lnTo>
                    <a:pt x="4594250" y="923338"/>
                  </a:lnTo>
                  <a:lnTo>
                    <a:pt x="4594344" y="923338"/>
                  </a:lnTo>
                  <a:lnTo>
                    <a:pt x="4594909" y="923338"/>
                  </a:lnTo>
                  <a:lnTo>
                    <a:pt x="4595097" y="923338"/>
                  </a:lnTo>
                  <a:lnTo>
                    <a:pt x="4595568" y="923338"/>
                  </a:lnTo>
                  <a:lnTo>
                    <a:pt x="4595850" y="923338"/>
                  </a:lnTo>
                  <a:lnTo>
                    <a:pt x="4596039" y="923338"/>
                  </a:lnTo>
                  <a:lnTo>
                    <a:pt x="4596415" y="923338"/>
                  </a:lnTo>
                  <a:lnTo>
                    <a:pt x="4596509" y="923338"/>
                  </a:lnTo>
                  <a:lnTo>
                    <a:pt x="4596792" y="923338"/>
                  </a:lnTo>
                  <a:lnTo>
                    <a:pt x="4597074" y="923338"/>
                  </a:lnTo>
                  <a:lnTo>
                    <a:pt x="4597357" y="923338"/>
                  </a:lnTo>
                  <a:lnTo>
                    <a:pt x="4597451" y="923338"/>
                  </a:lnTo>
                  <a:lnTo>
                    <a:pt x="4597639" y="923338"/>
                  </a:lnTo>
                  <a:lnTo>
                    <a:pt x="4597828" y="923338"/>
                  </a:lnTo>
                  <a:lnTo>
                    <a:pt x="4598016" y="923338"/>
                  </a:lnTo>
                  <a:lnTo>
                    <a:pt x="4598204" y="923338"/>
                  </a:lnTo>
                  <a:lnTo>
                    <a:pt x="4598392" y="923338"/>
                  </a:lnTo>
                  <a:lnTo>
                    <a:pt x="4598581" y="923338"/>
                  </a:lnTo>
                  <a:lnTo>
                    <a:pt x="4598675" y="923338"/>
                  </a:lnTo>
                  <a:lnTo>
                    <a:pt x="4599051" y="923338"/>
                  </a:lnTo>
                  <a:lnTo>
                    <a:pt x="4599334" y="918427"/>
                  </a:lnTo>
                  <a:lnTo>
                    <a:pt x="4599616" y="918427"/>
                  </a:lnTo>
                  <a:lnTo>
                    <a:pt x="4599805" y="918427"/>
                  </a:lnTo>
                  <a:lnTo>
                    <a:pt x="4599899" y="918427"/>
                  </a:lnTo>
                  <a:lnTo>
                    <a:pt x="4599993" y="918427"/>
                  </a:lnTo>
                  <a:lnTo>
                    <a:pt x="4600087" y="918427"/>
                  </a:lnTo>
                  <a:lnTo>
                    <a:pt x="4600275" y="918427"/>
                  </a:lnTo>
                  <a:lnTo>
                    <a:pt x="4600935" y="918427"/>
                  </a:lnTo>
                  <a:lnTo>
                    <a:pt x="4601029" y="918427"/>
                  </a:lnTo>
                  <a:lnTo>
                    <a:pt x="4601405" y="918427"/>
                  </a:lnTo>
                  <a:lnTo>
                    <a:pt x="4601688" y="918427"/>
                  </a:lnTo>
                  <a:lnTo>
                    <a:pt x="4601970" y="918427"/>
                  </a:lnTo>
                  <a:lnTo>
                    <a:pt x="4602253" y="918427"/>
                  </a:lnTo>
                  <a:lnTo>
                    <a:pt x="4602535" y="918427"/>
                  </a:lnTo>
                  <a:lnTo>
                    <a:pt x="4602629" y="918427"/>
                  </a:lnTo>
                  <a:lnTo>
                    <a:pt x="4602723" y="918427"/>
                  </a:lnTo>
                  <a:lnTo>
                    <a:pt x="4602912" y="918427"/>
                  </a:lnTo>
                  <a:lnTo>
                    <a:pt x="4604701" y="918427"/>
                  </a:lnTo>
                  <a:lnTo>
                    <a:pt x="4604795" y="918427"/>
                  </a:lnTo>
                  <a:lnTo>
                    <a:pt x="4604889" y="918427"/>
                  </a:lnTo>
                  <a:lnTo>
                    <a:pt x="4604983" y="918427"/>
                  </a:lnTo>
                  <a:lnTo>
                    <a:pt x="4605171" y="918427"/>
                  </a:lnTo>
                  <a:lnTo>
                    <a:pt x="4605266" y="918427"/>
                  </a:lnTo>
                  <a:lnTo>
                    <a:pt x="4605548" y="918427"/>
                  </a:lnTo>
                  <a:lnTo>
                    <a:pt x="4605925" y="918427"/>
                  </a:lnTo>
                  <a:lnTo>
                    <a:pt x="4606019" y="918427"/>
                  </a:lnTo>
                  <a:lnTo>
                    <a:pt x="4606207" y="918427"/>
                  </a:lnTo>
                  <a:lnTo>
                    <a:pt x="4606301" y="918427"/>
                  </a:lnTo>
                  <a:lnTo>
                    <a:pt x="4606678" y="918427"/>
                  </a:lnTo>
                  <a:lnTo>
                    <a:pt x="4606866" y="918427"/>
                  </a:lnTo>
                  <a:lnTo>
                    <a:pt x="4607337" y="918427"/>
                  </a:lnTo>
                  <a:lnTo>
                    <a:pt x="4607713" y="918427"/>
                  </a:lnTo>
                  <a:lnTo>
                    <a:pt x="4607808" y="918427"/>
                  </a:lnTo>
                  <a:lnTo>
                    <a:pt x="4608184" y="918427"/>
                  </a:lnTo>
                  <a:lnTo>
                    <a:pt x="4608278" y="918427"/>
                  </a:lnTo>
                  <a:lnTo>
                    <a:pt x="4608467" y="918427"/>
                  </a:lnTo>
                  <a:lnTo>
                    <a:pt x="4608655" y="918427"/>
                  </a:lnTo>
                  <a:lnTo>
                    <a:pt x="4608749" y="918427"/>
                  </a:lnTo>
                  <a:lnTo>
                    <a:pt x="4609220" y="918427"/>
                  </a:lnTo>
                  <a:lnTo>
                    <a:pt x="4609502" y="918427"/>
                  </a:lnTo>
                  <a:lnTo>
                    <a:pt x="4609597" y="918427"/>
                  </a:lnTo>
                  <a:lnTo>
                    <a:pt x="4609785" y="918427"/>
                  </a:lnTo>
                  <a:lnTo>
                    <a:pt x="4609973" y="918427"/>
                  </a:lnTo>
                  <a:lnTo>
                    <a:pt x="4610350" y="918427"/>
                  </a:lnTo>
                  <a:lnTo>
                    <a:pt x="4611009" y="918427"/>
                  </a:lnTo>
                  <a:lnTo>
                    <a:pt x="4611291" y="918427"/>
                  </a:lnTo>
                  <a:lnTo>
                    <a:pt x="4611385" y="918427"/>
                  </a:lnTo>
                  <a:lnTo>
                    <a:pt x="4611574" y="918427"/>
                  </a:lnTo>
                  <a:lnTo>
                    <a:pt x="4612327" y="918427"/>
                  </a:lnTo>
                  <a:lnTo>
                    <a:pt x="4612798" y="918427"/>
                  </a:lnTo>
                  <a:lnTo>
                    <a:pt x="4612986" y="918427"/>
                  </a:lnTo>
                  <a:lnTo>
                    <a:pt x="4613268" y="918427"/>
                  </a:lnTo>
                  <a:lnTo>
                    <a:pt x="4613363" y="918427"/>
                  </a:lnTo>
                  <a:lnTo>
                    <a:pt x="4613457" y="918427"/>
                  </a:lnTo>
                  <a:lnTo>
                    <a:pt x="4614022" y="918427"/>
                  </a:lnTo>
                  <a:lnTo>
                    <a:pt x="4614210" y="918427"/>
                  </a:lnTo>
                  <a:lnTo>
                    <a:pt x="4614304" y="918427"/>
                  </a:lnTo>
                  <a:lnTo>
                    <a:pt x="4614492" y="918427"/>
                  </a:lnTo>
                  <a:lnTo>
                    <a:pt x="4614587" y="918427"/>
                  </a:lnTo>
                  <a:lnTo>
                    <a:pt x="4615057" y="918427"/>
                  </a:lnTo>
                  <a:lnTo>
                    <a:pt x="4615340" y="918427"/>
                  </a:lnTo>
                  <a:lnTo>
                    <a:pt x="4615622" y="918427"/>
                  </a:lnTo>
                  <a:lnTo>
                    <a:pt x="4615716" y="918427"/>
                  </a:lnTo>
                  <a:lnTo>
                    <a:pt x="4616093" y="918427"/>
                  </a:lnTo>
                  <a:lnTo>
                    <a:pt x="4616375" y="918427"/>
                  </a:lnTo>
                  <a:lnTo>
                    <a:pt x="4616752" y="918427"/>
                  </a:lnTo>
                  <a:lnTo>
                    <a:pt x="4616846" y="918427"/>
                  </a:lnTo>
                  <a:lnTo>
                    <a:pt x="4616940" y="918427"/>
                  </a:lnTo>
                  <a:lnTo>
                    <a:pt x="4618259" y="918427"/>
                  </a:lnTo>
                  <a:lnTo>
                    <a:pt x="4618541" y="918427"/>
                  </a:lnTo>
                  <a:lnTo>
                    <a:pt x="4618635" y="913515"/>
                  </a:lnTo>
                  <a:lnTo>
                    <a:pt x="4618729" y="913515"/>
                  </a:lnTo>
                  <a:lnTo>
                    <a:pt x="4618823" y="913515"/>
                  </a:lnTo>
                  <a:lnTo>
                    <a:pt x="4619200" y="913515"/>
                  </a:lnTo>
                  <a:lnTo>
                    <a:pt x="4619388" y="913515"/>
                  </a:lnTo>
                  <a:lnTo>
                    <a:pt x="4619671" y="913515"/>
                  </a:lnTo>
                  <a:lnTo>
                    <a:pt x="4619765" y="913515"/>
                  </a:lnTo>
                  <a:lnTo>
                    <a:pt x="4620424" y="913515"/>
                  </a:lnTo>
                  <a:lnTo>
                    <a:pt x="4620518" y="913515"/>
                  </a:lnTo>
                  <a:lnTo>
                    <a:pt x="4620801" y="913515"/>
                  </a:lnTo>
                  <a:lnTo>
                    <a:pt x="4621271" y="913515"/>
                  </a:lnTo>
                  <a:lnTo>
                    <a:pt x="4621836" y="913515"/>
                  </a:lnTo>
                  <a:lnTo>
                    <a:pt x="4621930" y="913515"/>
                  </a:lnTo>
                  <a:lnTo>
                    <a:pt x="4622684" y="913515"/>
                  </a:lnTo>
                  <a:lnTo>
                    <a:pt x="4622778" y="913515"/>
                  </a:lnTo>
                  <a:lnTo>
                    <a:pt x="4622778" y="908604"/>
                  </a:lnTo>
                  <a:lnTo>
                    <a:pt x="4623719" y="908604"/>
                  </a:lnTo>
                  <a:lnTo>
                    <a:pt x="4624096" y="908604"/>
                  </a:lnTo>
                  <a:lnTo>
                    <a:pt x="4624284" y="908604"/>
                  </a:lnTo>
                  <a:lnTo>
                    <a:pt x="4624473" y="908604"/>
                  </a:lnTo>
                  <a:lnTo>
                    <a:pt x="4624567" y="908604"/>
                  </a:lnTo>
                  <a:lnTo>
                    <a:pt x="4624661" y="908604"/>
                  </a:lnTo>
                  <a:lnTo>
                    <a:pt x="4624755" y="908604"/>
                  </a:lnTo>
                  <a:lnTo>
                    <a:pt x="4624849" y="908604"/>
                  </a:lnTo>
                  <a:lnTo>
                    <a:pt x="4625037" y="908604"/>
                  </a:lnTo>
                  <a:lnTo>
                    <a:pt x="4625320" y="908604"/>
                  </a:lnTo>
                  <a:lnTo>
                    <a:pt x="4625791" y="908604"/>
                  </a:lnTo>
                  <a:lnTo>
                    <a:pt x="4626261" y="908604"/>
                  </a:lnTo>
                  <a:lnTo>
                    <a:pt x="4626544" y="908604"/>
                  </a:lnTo>
                  <a:lnTo>
                    <a:pt x="4626638" y="908604"/>
                  </a:lnTo>
                  <a:lnTo>
                    <a:pt x="4626826" y="908604"/>
                  </a:lnTo>
                  <a:lnTo>
                    <a:pt x="4627015" y="908604"/>
                  </a:lnTo>
                  <a:lnTo>
                    <a:pt x="4627580" y="908604"/>
                  </a:lnTo>
                  <a:lnTo>
                    <a:pt x="4627674" y="908604"/>
                  </a:lnTo>
                  <a:lnTo>
                    <a:pt x="4627956" y="908604"/>
                  </a:lnTo>
                  <a:lnTo>
                    <a:pt x="4628145" y="908604"/>
                  </a:lnTo>
                  <a:lnTo>
                    <a:pt x="4628239" y="908604"/>
                  </a:lnTo>
                  <a:lnTo>
                    <a:pt x="4628333" y="908604"/>
                  </a:lnTo>
                  <a:lnTo>
                    <a:pt x="4628804" y="908604"/>
                  </a:lnTo>
                  <a:lnTo>
                    <a:pt x="4628992" y="908604"/>
                  </a:lnTo>
                  <a:lnTo>
                    <a:pt x="4629086" y="908604"/>
                  </a:lnTo>
                  <a:lnTo>
                    <a:pt x="4629274" y="908604"/>
                  </a:lnTo>
                  <a:lnTo>
                    <a:pt x="4629368" y="908604"/>
                  </a:lnTo>
                  <a:lnTo>
                    <a:pt x="4629463" y="908604"/>
                  </a:lnTo>
                  <a:lnTo>
                    <a:pt x="4629839" y="908604"/>
                  </a:lnTo>
                  <a:lnTo>
                    <a:pt x="4630216" y="908604"/>
                  </a:lnTo>
                  <a:lnTo>
                    <a:pt x="4630404" y="908604"/>
                  </a:lnTo>
                  <a:lnTo>
                    <a:pt x="4630498" y="908604"/>
                  </a:lnTo>
                  <a:lnTo>
                    <a:pt x="4630592" y="908604"/>
                  </a:lnTo>
                  <a:lnTo>
                    <a:pt x="4631534" y="908604"/>
                  </a:lnTo>
                  <a:lnTo>
                    <a:pt x="4631816" y="908604"/>
                  </a:lnTo>
                  <a:lnTo>
                    <a:pt x="4632193" y="908604"/>
                  </a:lnTo>
                  <a:lnTo>
                    <a:pt x="4632381" y="908604"/>
                  </a:lnTo>
                  <a:lnTo>
                    <a:pt x="4632570" y="908604"/>
                  </a:lnTo>
                  <a:lnTo>
                    <a:pt x="4632664" y="908604"/>
                  </a:lnTo>
                  <a:lnTo>
                    <a:pt x="4633511" y="908604"/>
                  </a:lnTo>
                  <a:lnTo>
                    <a:pt x="4633888" y="908604"/>
                  </a:lnTo>
                  <a:lnTo>
                    <a:pt x="4634170" y="908604"/>
                  </a:lnTo>
                  <a:lnTo>
                    <a:pt x="4634359" y="908604"/>
                  </a:lnTo>
                  <a:lnTo>
                    <a:pt x="4634641" y="908604"/>
                  </a:lnTo>
                  <a:lnTo>
                    <a:pt x="4634829" y="908604"/>
                  </a:lnTo>
                  <a:lnTo>
                    <a:pt x="4635206" y="908604"/>
                  </a:lnTo>
                  <a:lnTo>
                    <a:pt x="4635394" y="908604"/>
                  </a:lnTo>
                  <a:lnTo>
                    <a:pt x="4635959" y="908604"/>
                  </a:lnTo>
                  <a:lnTo>
                    <a:pt x="4636053" y="908604"/>
                  </a:lnTo>
                  <a:lnTo>
                    <a:pt x="4636618" y="903692"/>
                  </a:lnTo>
                  <a:lnTo>
                    <a:pt x="4636712" y="903692"/>
                  </a:lnTo>
                  <a:lnTo>
                    <a:pt x="4637466" y="903692"/>
                  </a:lnTo>
                  <a:lnTo>
                    <a:pt x="4637842" y="903692"/>
                  </a:lnTo>
                  <a:lnTo>
                    <a:pt x="4638219" y="903692"/>
                  </a:lnTo>
                  <a:lnTo>
                    <a:pt x="4638407" y="903692"/>
                  </a:lnTo>
                  <a:lnTo>
                    <a:pt x="4639160" y="903692"/>
                  </a:lnTo>
                  <a:lnTo>
                    <a:pt x="4639254" y="903692"/>
                  </a:lnTo>
                  <a:lnTo>
                    <a:pt x="4639349" y="903692"/>
                  </a:lnTo>
                  <a:lnTo>
                    <a:pt x="4639443" y="903692"/>
                  </a:lnTo>
                  <a:lnTo>
                    <a:pt x="4639537" y="903692"/>
                  </a:lnTo>
                  <a:lnTo>
                    <a:pt x="4639819" y="903692"/>
                  </a:lnTo>
                  <a:lnTo>
                    <a:pt x="4639914" y="903692"/>
                  </a:lnTo>
                  <a:lnTo>
                    <a:pt x="4640290" y="903692"/>
                  </a:lnTo>
                  <a:lnTo>
                    <a:pt x="4640478" y="898781"/>
                  </a:lnTo>
                  <a:lnTo>
                    <a:pt x="4641043" y="898781"/>
                  </a:lnTo>
                  <a:lnTo>
                    <a:pt x="4641985" y="898781"/>
                  </a:lnTo>
                  <a:lnTo>
                    <a:pt x="4642079" y="898781"/>
                  </a:lnTo>
                  <a:lnTo>
                    <a:pt x="4642173" y="898781"/>
                  </a:lnTo>
                  <a:lnTo>
                    <a:pt x="4642361" y="898781"/>
                  </a:lnTo>
                  <a:lnTo>
                    <a:pt x="4642456" y="898781"/>
                  </a:lnTo>
                  <a:lnTo>
                    <a:pt x="4642644" y="898781"/>
                  </a:lnTo>
                  <a:lnTo>
                    <a:pt x="4642738" y="898781"/>
                  </a:lnTo>
                  <a:lnTo>
                    <a:pt x="4643303" y="898781"/>
                  </a:lnTo>
                  <a:lnTo>
                    <a:pt x="4644245" y="898781"/>
                  </a:lnTo>
                  <a:lnTo>
                    <a:pt x="4644433" y="893870"/>
                  </a:lnTo>
                  <a:lnTo>
                    <a:pt x="4644527" y="893870"/>
                  </a:lnTo>
                  <a:lnTo>
                    <a:pt x="4644715" y="893870"/>
                  </a:lnTo>
                  <a:lnTo>
                    <a:pt x="4644809" y="893870"/>
                  </a:lnTo>
                  <a:lnTo>
                    <a:pt x="4645657" y="893870"/>
                  </a:lnTo>
                  <a:lnTo>
                    <a:pt x="4646033" y="893870"/>
                  </a:lnTo>
                  <a:lnTo>
                    <a:pt x="4646128" y="893870"/>
                  </a:lnTo>
                  <a:lnTo>
                    <a:pt x="4646316" y="893870"/>
                  </a:lnTo>
                  <a:lnTo>
                    <a:pt x="4646692" y="893870"/>
                  </a:lnTo>
                  <a:lnTo>
                    <a:pt x="4646975" y="893870"/>
                  </a:lnTo>
                  <a:lnTo>
                    <a:pt x="4647257" y="893870"/>
                  </a:lnTo>
                  <a:lnTo>
                    <a:pt x="4647446" y="893870"/>
                  </a:lnTo>
                  <a:lnTo>
                    <a:pt x="4647634" y="893870"/>
                  </a:lnTo>
                  <a:lnTo>
                    <a:pt x="4647822" y="893870"/>
                  </a:lnTo>
                  <a:lnTo>
                    <a:pt x="4647916" y="893870"/>
                  </a:lnTo>
                  <a:lnTo>
                    <a:pt x="4648387" y="893870"/>
                  </a:lnTo>
                  <a:lnTo>
                    <a:pt x="4648576" y="893870"/>
                  </a:lnTo>
                  <a:lnTo>
                    <a:pt x="4648764" y="893870"/>
                  </a:lnTo>
                  <a:lnTo>
                    <a:pt x="4648858" y="893870"/>
                  </a:lnTo>
                  <a:lnTo>
                    <a:pt x="4648952" y="893870"/>
                  </a:lnTo>
                  <a:lnTo>
                    <a:pt x="4649140" y="893870"/>
                  </a:lnTo>
                  <a:lnTo>
                    <a:pt x="4649235" y="893870"/>
                  </a:lnTo>
                  <a:lnTo>
                    <a:pt x="4649517" y="893870"/>
                  </a:lnTo>
                  <a:lnTo>
                    <a:pt x="4650082" y="893870"/>
                  </a:lnTo>
                  <a:lnTo>
                    <a:pt x="4650647" y="893870"/>
                  </a:lnTo>
                  <a:lnTo>
                    <a:pt x="4650647" y="888958"/>
                  </a:lnTo>
                  <a:lnTo>
                    <a:pt x="4650835" y="888958"/>
                  </a:lnTo>
                  <a:lnTo>
                    <a:pt x="4651023" y="888958"/>
                  </a:lnTo>
                  <a:lnTo>
                    <a:pt x="4651118" y="888958"/>
                  </a:lnTo>
                  <a:lnTo>
                    <a:pt x="4651306" y="888958"/>
                  </a:lnTo>
                  <a:lnTo>
                    <a:pt x="4651588" y="888958"/>
                  </a:lnTo>
                  <a:lnTo>
                    <a:pt x="4651777" y="888958"/>
                  </a:lnTo>
                  <a:lnTo>
                    <a:pt x="4651871" y="888958"/>
                  </a:lnTo>
                  <a:lnTo>
                    <a:pt x="4651965" y="888958"/>
                  </a:lnTo>
                  <a:lnTo>
                    <a:pt x="4652059" y="888958"/>
                  </a:lnTo>
                  <a:lnTo>
                    <a:pt x="4652812" y="888958"/>
                  </a:lnTo>
                  <a:lnTo>
                    <a:pt x="4653095" y="888958"/>
                  </a:lnTo>
                  <a:lnTo>
                    <a:pt x="4653189" y="888958"/>
                  </a:lnTo>
                  <a:lnTo>
                    <a:pt x="4653471" y="888958"/>
                  </a:lnTo>
                  <a:lnTo>
                    <a:pt x="4653754" y="884047"/>
                  </a:lnTo>
                  <a:lnTo>
                    <a:pt x="4653848" y="884047"/>
                  </a:lnTo>
                  <a:lnTo>
                    <a:pt x="4653942" y="884047"/>
                  </a:lnTo>
                  <a:lnTo>
                    <a:pt x="4654036" y="884047"/>
                  </a:lnTo>
                  <a:lnTo>
                    <a:pt x="4654319" y="884047"/>
                  </a:lnTo>
                  <a:lnTo>
                    <a:pt x="4654507" y="884047"/>
                  </a:lnTo>
                  <a:lnTo>
                    <a:pt x="4654601" y="884047"/>
                  </a:lnTo>
                  <a:lnTo>
                    <a:pt x="4654695" y="884047"/>
                  </a:lnTo>
                  <a:lnTo>
                    <a:pt x="4654978" y="884047"/>
                  </a:lnTo>
                  <a:lnTo>
                    <a:pt x="4655260" y="884047"/>
                  </a:lnTo>
                  <a:lnTo>
                    <a:pt x="4655354" y="884047"/>
                  </a:lnTo>
                  <a:lnTo>
                    <a:pt x="4655449" y="884047"/>
                  </a:lnTo>
                  <a:lnTo>
                    <a:pt x="4655919" y="884047"/>
                  </a:lnTo>
                  <a:lnTo>
                    <a:pt x="4656014" y="884047"/>
                  </a:lnTo>
                  <a:lnTo>
                    <a:pt x="4656108" y="884047"/>
                  </a:lnTo>
                  <a:lnTo>
                    <a:pt x="4656955" y="884047"/>
                  </a:lnTo>
                  <a:lnTo>
                    <a:pt x="4657238" y="884047"/>
                  </a:lnTo>
                  <a:lnTo>
                    <a:pt x="4657426" y="884047"/>
                  </a:lnTo>
                  <a:lnTo>
                    <a:pt x="4657708" y="884047"/>
                  </a:lnTo>
                  <a:lnTo>
                    <a:pt x="4657802" y="884047"/>
                  </a:lnTo>
                  <a:lnTo>
                    <a:pt x="4658744" y="879136"/>
                  </a:lnTo>
                  <a:lnTo>
                    <a:pt x="4659026" y="879136"/>
                  </a:lnTo>
                  <a:lnTo>
                    <a:pt x="4659121" y="879136"/>
                  </a:lnTo>
                  <a:lnTo>
                    <a:pt x="4659215" y="879136"/>
                  </a:lnTo>
                  <a:lnTo>
                    <a:pt x="4659309" y="879136"/>
                  </a:lnTo>
                  <a:lnTo>
                    <a:pt x="4659874" y="879136"/>
                  </a:lnTo>
                  <a:lnTo>
                    <a:pt x="4660156" y="879136"/>
                  </a:lnTo>
                  <a:lnTo>
                    <a:pt x="4660345" y="879136"/>
                  </a:lnTo>
                  <a:lnTo>
                    <a:pt x="4660721" y="879136"/>
                  </a:lnTo>
                  <a:lnTo>
                    <a:pt x="4661004" y="879136"/>
                  </a:lnTo>
                  <a:lnTo>
                    <a:pt x="4661569" y="879136"/>
                  </a:lnTo>
                  <a:lnTo>
                    <a:pt x="4661851" y="879136"/>
                  </a:lnTo>
                  <a:lnTo>
                    <a:pt x="4662322" y="879136"/>
                  </a:lnTo>
                  <a:lnTo>
                    <a:pt x="4662416" y="879136"/>
                  </a:lnTo>
                  <a:lnTo>
                    <a:pt x="4662698" y="879136"/>
                  </a:lnTo>
                  <a:lnTo>
                    <a:pt x="4662981" y="879136"/>
                  </a:lnTo>
                  <a:lnTo>
                    <a:pt x="4663075" y="879136"/>
                  </a:lnTo>
                  <a:lnTo>
                    <a:pt x="4663263" y="879136"/>
                  </a:lnTo>
                  <a:lnTo>
                    <a:pt x="4663357" y="879136"/>
                  </a:lnTo>
                  <a:lnTo>
                    <a:pt x="4663546" y="879136"/>
                  </a:lnTo>
                  <a:lnTo>
                    <a:pt x="4663640" y="879136"/>
                  </a:lnTo>
                  <a:lnTo>
                    <a:pt x="4663734" y="879136"/>
                  </a:lnTo>
                  <a:lnTo>
                    <a:pt x="4663922" y="879136"/>
                  </a:lnTo>
                  <a:lnTo>
                    <a:pt x="4664205" y="879136"/>
                  </a:lnTo>
                  <a:lnTo>
                    <a:pt x="4664393" y="879136"/>
                  </a:lnTo>
                  <a:lnTo>
                    <a:pt x="4664487" y="879136"/>
                  </a:lnTo>
                  <a:lnTo>
                    <a:pt x="4664676" y="879136"/>
                  </a:lnTo>
                  <a:lnTo>
                    <a:pt x="4664770" y="879136"/>
                  </a:lnTo>
                  <a:lnTo>
                    <a:pt x="4664864" y="879136"/>
                  </a:lnTo>
                  <a:lnTo>
                    <a:pt x="4664958" y="879136"/>
                  </a:lnTo>
                  <a:lnTo>
                    <a:pt x="4665052" y="879136"/>
                  </a:lnTo>
                  <a:lnTo>
                    <a:pt x="4665335" y="879136"/>
                  </a:lnTo>
                  <a:lnTo>
                    <a:pt x="4665900" y="879136"/>
                  </a:lnTo>
                  <a:lnTo>
                    <a:pt x="4666088" y="879136"/>
                  </a:lnTo>
                  <a:lnTo>
                    <a:pt x="4666182" y="879136"/>
                  </a:lnTo>
                  <a:lnTo>
                    <a:pt x="4666464" y="879136"/>
                  </a:lnTo>
                  <a:lnTo>
                    <a:pt x="4666559" y="879136"/>
                  </a:lnTo>
                  <a:lnTo>
                    <a:pt x="4666841" y="879136"/>
                  </a:lnTo>
                  <a:lnTo>
                    <a:pt x="4667124" y="879136"/>
                  </a:lnTo>
                  <a:lnTo>
                    <a:pt x="4667124" y="874224"/>
                  </a:lnTo>
                  <a:lnTo>
                    <a:pt x="4667218" y="874224"/>
                  </a:lnTo>
                  <a:lnTo>
                    <a:pt x="4667312" y="874224"/>
                  </a:lnTo>
                  <a:lnTo>
                    <a:pt x="4667783" y="874224"/>
                  </a:lnTo>
                  <a:lnTo>
                    <a:pt x="4667877" y="874224"/>
                  </a:lnTo>
                  <a:lnTo>
                    <a:pt x="4667971" y="874224"/>
                  </a:lnTo>
                  <a:lnTo>
                    <a:pt x="4668065" y="874224"/>
                  </a:lnTo>
                  <a:lnTo>
                    <a:pt x="4672867" y="869313"/>
                  </a:lnTo>
                  <a:lnTo>
                    <a:pt x="4672961" y="869313"/>
                  </a:lnTo>
                  <a:lnTo>
                    <a:pt x="4673338" y="869313"/>
                  </a:lnTo>
                  <a:lnTo>
                    <a:pt x="4673432" y="869313"/>
                  </a:lnTo>
                  <a:lnTo>
                    <a:pt x="4674185" y="869313"/>
                  </a:lnTo>
                  <a:lnTo>
                    <a:pt x="4674279" y="869313"/>
                  </a:lnTo>
                  <a:lnTo>
                    <a:pt x="4674373" y="869313"/>
                  </a:lnTo>
                  <a:lnTo>
                    <a:pt x="4674467" y="869313"/>
                  </a:lnTo>
                  <a:lnTo>
                    <a:pt x="4674562" y="869313"/>
                  </a:lnTo>
                  <a:lnTo>
                    <a:pt x="4674656" y="869313"/>
                  </a:lnTo>
                  <a:lnTo>
                    <a:pt x="4674844" y="869313"/>
                  </a:lnTo>
                  <a:lnTo>
                    <a:pt x="4675032" y="869313"/>
                  </a:lnTo>
                  <a:lnTo>
                    <a:pt x="4675126" y="869313"/>
                  </a:lnTo>
                  <a:lnTo>
                    <a:pt x="4675221" y="869313"/>
                  </a:lnTo>
                  <a:lnTo>
                    <a:pt x="4675315" y="869313"/>
                  </a:lnTo>
                  <a:lnTo>
                    <a:pt x="4675409" y="869313"/>
                  </a:lnTo>
                  <a:lnTo>
                    <a:pt x="4675503" y="869313"/>
                  </a:lnTo>
                  <a:lnTo>
                    <a:pt x="4675691" y="869313"/>
                  </a:lnTo>
                  <a:lnTo>
                    <a:pt x="4676068" y="869313"/>
                  </a:lnTo>
                  <a:lnTo>
                    <a:pt x="4676162" y="869313"/>
                  </a:lnTo>
                  <a:lnTo>
                    <a:pt x="4676256" y="869313"/>
                  </a:lnTo>
                  <a:lnTo>
                    <a:pt x="4676539" y="869313"/>
                  </a:lnTo>
                  <a:lnTo>
                    <a:pt x="4676633" y="869313"/>
                  </a:lnTo>
                  <a:lnTo>
                    <a:pt x="4676727" y="869313"/>
                  </a:lnTo>
                  <a:lnTo>
                    <a:pt x="4676821" y="869313"/>
                  </a:lnTo>
                  <a:lnTo>
                    <a:pt x="4677386" y="869313"/>
                  </a:lnTo>
                  <a:lnTo>
                    <a:pt x="4678139" y="869313"/>
                  </a:lnTo>
                  <a:lnTo>
                    <a:pt x="4678422" y="869313"/>
                  </a:lnTo>
                  <a:lnTo>
                    <a:pt x="4678893" y="869313"/>
                  </a:lnTo>
                  <a:lnTo>
                    <a:pt x="4679081" y="864401"/>
                  </a:lnTo>
                  <a:lnTo>
                    <a:pt x="4679457" y="864401"/>
                  </a:lnTo>
                  <a:lnTo>
                    <a:pt x="4679552" y="864401"/>
                  </a:lnTo>
                  <a:lnTo>
                    <a:pt x="4679646" y="864401"/>
                  </a:lnTo>
                  <a:lnTo>
                    <a:pt x="4679740" y="864401"/>
                  </a:lnTo>
                  <a:lnTo>
                    <a:pt x="4679928" y="864401"/>
                  </a:lnTo>
                  <a:lnTo>
                    <a:pt x="4680211" y="864401"/>
                  </a:lnTo>
                  <a:lnTo>
                    <a:pt x="4680399" y="864401"/>
                  </a:lnTo>
                  <a:lnTo>
                    <a:pt x="4680587" y="864401"/>
                  </a:lnTo>
                  <a:lnTo>
                    <a:pt x="4680776" y="854579"/>
                  </a:lnTo>
                  <a:lnTo>
                    <a:pt x="4681152" y="854579"/>
                  </a:lnTo>
                  <a:lnTo>
                    <a:pt x="4681246" y="854579"/>
                  </a:lnTo>
                  <a:lnTo>
                    <a:pt x="4681717" y="854579"/>
                  </a:lnTo>
                  <a:lnTo>
                    <a:pt x="4681811" y="854579"/>
                  </a:lnTo>
                  <a:lnTo>
                    <a:pt x="4682000" y="854579"/>
                  </a:lnTo>
                  <a:lnTo>
                    <a:pt x="4682188" y="854579"/>
                  </a:lnTo>
                  <a:lnTo>
                    <a:pt x="4682188" y="849667"/>
                  </a:lnTo>
                  <a:lnTo>
                    <a:pt x="4682941" y="849667"/>
                  </a:lnTo>
                  <a:lnTo>
                    <a:pt x="4683035" y="849667"/>
                  </a:lnTo>
                  <a:lnTo>
                    <a:pt x="4683129" y="849667"/>
                  </a:lnTo>
                  <a:lnTo>
                    <a:pt x="4683224" y="849667"/>
                  </a:lnTo>
                  <a:lnTo>
                    <a:pt x="4683977" y="849667"/>
                  </a:lnTo>
                  <a:lnTo>
                    <a:pt x="4684259" y="849667"/>
                  </a:lnTo>
                  <a:lnTo>
                    <a:pt x="4684353" y="849667"/>
                  </a:lnTo>
                  <a:lnTo>
                    <a:pt x="4685107" y="849667"/>
                  </a:lnTo>
                  <a:lnTo>
                    <a:pt x="4685295" y="849667"/>
                  </a:lnTo>
                  <a:lnTo>
                    <a:pt x="4685860" y="844756"/>
                  </a:lnTo>
                  <a:lnTo>
                    <a:pt x="4685954" y="844756"/>
                  </a:lnTo>
                  <a:lnTo>
                    <a:pt x="4686048" y="844756"/>
                  </a:lnTo>
                  <a:lnTo>
                    <a:pt x="4686142" y="844756"/>
                  </a:lnTo>
                  <a:lnTo>
                    <a:pt x="4686331" y="844756"/>
                  </a:lnTo>
                  <a:lnTo>
                    <a:pt x="4686425" y="844756"/>
                  </a:lnTo>
                  <a:lnTo>
                    <a:pt x="4686613" y="844756"/>
                  </a:lnTo>
                  <a:lnTo>
                    <a:pt x="4686707" y="844756"/>
                  </a:lnTo>
                  <a:lnTo>
                    <a:pt x="4686801" y="844756"/>
                  </a:lnTo>
                  <a:lnTo>
                    <a:pt x="4686895" y="844756"/>
                  </a:lnTo>
                  <a:lnTo>
                    <a:pt x="4687084" y="844756"/>
                  </a:lnTo>
                  <a:lnTo>
                    <a:pt x="4687649" y="844756"/>
                  </a:lnTo>
                  <a:lnTo>
                    <a:pt x="4687837" y="844756"/>
                  </a:lnTo>
                  <a:lnTo>
                    <a:pt x="4687931" y="844756"/>
                  </a:lnTo>
                  <a:lnTo>
                    <a:pt x="4688025" y="844756"/>
                  </a:lnTo>
                  <a:lnTo>
                    <a:pt x="4688119" y="844756"/>
                  </a:lnTo>
                  <a:lnTo>
                    <a:pt x="4688214" y="844756"/>
                  </a:lnTo>
                  <a:lnTo>
                    <a:pt x="4688402" y="844756"/>
                  </a:lnTo>
                  <a:lnTo>
                    <a:pt x="4688590" y="844756"/>
                  </a:lnTo>
                  <a:lnTo>
                    <a:pt x="4688779" y="844756"/>
                  </a:lnTo>
                  <a:lnTo>
                    <a:pt x="4688873" y="844756"/>
                  </a:lnTo>
                  <a:lnTo>
                    <a:pt x="4688967" y="844756"/>
                  </a:lnTo>
                  <a:lnTo>
                    <a:pt x="4689155" y="844756"/>
                  </a:lnTo>
                  <a:lnTo>
                    <a:pt x="4689249" y="844756"/>
                  </a:lnTo>
                  <a:lnTo>
                    <a:pt x="4689438" y="844756"/>
                  </a:lnTo>
                  <a:lnTo>
                    <a:pt x="4689626" y="844756"/>
                  </a:lnTo>
                  <a:lnTo>
                    <a:pt x="4689720" y="844756"/>
                  </a:lnTo>
                  <a:lnTo>
                    <a:pt x="4690002" y="844756"/>
                  </a:lnTo>
                  <a:lnTo>
                    <a:pt x="4690379" y="844756"/>
                  </a:lnTo>
                  <a:lnTo>
                    <a:pt x="4690567" y="844756"/>
                  </a:lnTo>
                  <a:lnTo>
                    <a:pt x="4690944" y="844756"/>
                  </a:lnTo>
                  <a:lnTo>
                    <a:pt x="4691038" y="844756"/>
                  </a:lnTo>
                  <a:lnTo>
                    <a:pt x="4691226" y="844756"/>
                  </a:lnTo>
                  <a:lnTo>
                    <a:pt x="4691321" y="844756"/>
                  </a:lnTo>
                  <a:lnTo>
                    <a:pt x="4691697" y="844756"/>
                  </a:lnTo>
                  <a:lnTo>
                    <a:pt x="4692168" y="844756"/>
                  </a:lnTo>
                  <a:lnTo>
                    <a:pt x="4692733" y="844756"/>
                  </a:lnTo>
                  <a:lnTo>
                    <a:pt x="4693015" y="844756"/>
                  </a:lnTo>
                  <a:lnTo>
                    <a:pt x="4693110" y="844756"/>
                  </a:lnTo>
                  <a:lnTo>
                    <a:pt x="4693486" y="844756"/>
                  </a:lnTo>
                  <a:lnTo>
                    <a:pt x="4693580" y="844756"/>
                  </a:lnTo>
                  <a:lnTo>
                    <a:pt x="4693769" y="844756"/>
                  </a:lnTo>
                  <a:lnTo>
                    <a:pt x="4694145" y="844756"/>
                  </a:lnTo>
                  <a:lnTo>
                    <a:pt x="4694616" y="844756"/>
                  </a:lnTo>
                  <a:lnTo>
                    <a:pt x="4694804" y="844756"/>
                  </a:lnTo>
                  <a:lnTo>
                    <a:pt x="4694993" y="844756"/>
                  </a:lnTo>
                  <a:lnTo>
                    <a:pt x="4695181" y="844756"/>
                  </a:lnTo>
                  <a:lnTo>
                    <a:pt x="4695275" y="844756"/>
                  </a:lnTo>
                  <a:lnTo>
                    <a:pt x="4695557" y="844756"/>
                  </a:lnTo>
                  <a:lnTo>
                    <a:pt x="4696028" y="844756"/>
                  </a:lnTo>
                  <a:lnTo>
                    <a:pt x="4696122" y="844756"/>
                  </a:lnTo>
                  <a:lnTo>
                    <a:pt x="4696405" y="844756"/>
                  </a:lnTo>
                  <a:lnTo>
                    <a:pt x="4697441" y="844756"/>
                  </a:lnTo>
                  <a:lnTo>
                    <a:pt x="4697535" y="844756"/>
                  </a:lnTo>
                  <a:lnTo>
                    <a:pt x="4698100" y="844756"/>
                  </a:lnTo>
                  <a:lnTo>
                    <a:pt x="4698194" y="844756"/>
                  </a:lnTo>
                  <a:lnTo>
                    <a:pt x="4698382" y="844756"/>
                  </a:lnTo>
                  <a:lnTo>
                    <a:pt x="4698476" y="844756"/>
                  </a:lnTo>
                  <a:lnTo>
                    <a:pt x="4698570" y="844756"/>
                  </a:lnTo>
                  <a:lnTo>
                    <a:pt x="4698664" y="844756"/>
                  </a:lnTo>
                  <a:lnTo>
                    <a:pt x="4698853" y="844756"/>
                  </a:lnTo>
                  <a:lnTo>
                    <a:pt x="4698947" y="844756"/>
                  </a:lnTo>
                  <a:lnTo>
                    <a:pt x="4699794" y="839845"/>
                  </a:lnTo>
                  <a:lnTo>
                    <a:pt x="4699888" y="839845"/>
                  </a:lnTo>
                  <a:lnTo>
                    <a:pt x="4700077" y="839845"/>
                  </a:lnTo>
                  <a:lnTo>
                    <a:pt x="4700171" y="839845"/>
                  </a:lnTo>
                  <a:lnTo>
                    <a:pt x="4700265" y="839845"/>
                  </a:lnTo>
                  <a:lnTo>
                    <a:pt x="4700359" y="839845"/>
                  </a:lnTo>
                  <a:lnTo>
                    <a:pt x="4700642" y="839845"/>
                  </a:lnTo>
                  <a:lnTo>
                    <a:pt x="4700736" y="839845"/>
                  </a:lnTo>
                  <a:lnTo>
                    <a:pt x="4700924" y="839845"/>
                  </a:lnTo>
                  <a:lnTo>
                    <a:pt x="4701112" y="839845"/>
                  </a:lnTo>
                  <a:lnTo>
                    <a:pt x="4701583" y="839845"/>
                  </a:lnTo>
                  <a:lnTo>
                    <a:pt x="4701772" y="839845"/>
                  </a:lnTo>
                  <a:lnTo>
                    <a:pt x="4701960" y="839845"/>
                  </a:lnTo>
                  <a:lnTo>
                    <a:pt x="4702054" y="839845"/>
                  </a:lnTo>
                  <a:lnTo>
                    <a:pt x="4702148" y="839845"/>
                  </a:lnTo>
                  <a:lnTo>
                    <a:pt x="4702242" y="839845"/>
                  </a:lnTo>
                  <a:lnTo>
                    <a:pt x="4702336" y="839845"/>
                  </a:lnTo>
                  <a:lnTo>
                    <a:pt x="4702619" y="839845"/>
                  </a:lnTo>
                  <a:lnTo>
                    <a:pt x="4703655" y="839845"/>
                  </a:lnTo>
                  <a:lnTo>
                    <a:pt x="4703749" y="839845"/>
                  </a:lnTo>
                  <a:lnTo>
                    <a:pt x="4703937" y="839845"/>
                  </a:lnTo>
                  <a:lnTo>
                    <a:pt x="4704031" y="839845"/>
                  </a:lnTo>
                  <a:lnTo>
                    <a:pt x="4704219" y="839845"/>
                  </a:lnTo>
                  <a:lnTo>
                    <a:pt x="4704879" y="839845"/>
                  </a:lnTo>
                  <a:lnTo>
                    <a:pt x="4705161" y="839845"/>
                  </a:lnTo>
                  <a:lnTo>
                    <a:pt x="4705443" y="839845"/>
                  </a:lnTo>
                  <a:lnTo>
                    <a:pt x="4705538" y="839845"/>
                  </a:lnTo>
                  <a:lnTo>
                    <a:pt x="4705820" y="839845"/>
                  </a:lnTo>
                  <a:lnTo>
                    <a:pt x="4706008" y="839845"/>
                  </a:lnTo>
                  <a:lnTo>
                    <a:pt x="4706103" y="839845"/>
                  </a:lnTo>
                  <a:lnTo>
                    <a:pt x="4706667" y="839845"/>
                  </a:lnTo>
                  <a:lnTo>
                    <a:pt x="4706856" y="839845"/>
                  </a:lnTo>
                  <a:lnTo>
                    <a:pt x="4706950" y="839845"/>
                  </a:lnTo>
                  <a:lnTo>
                    <a:pt x="4707232" y="839845"/>
                  </a:lnTo>
                  <a:lnTo>
                    <a:pt x="4707421" y="839845"/>
                  </a:lnTo>
                  <a:lnTo>
                    <a:pt x="4707515" y="839845"/>
                  </a:lnTo>
                  <a:lnTo>
                    <a:pt x="4707703" y="839845"/>
                  </a:lnTo>
                  <a:lnTo>
                    <a:pt x="4708268" y="839845"/>
                  </a:lnTo>
                  <a:lnTo>
                    <a:pt x="4708362" y="839845"/>
                  </a:lnTo>
                  <a:lnTo>
                    <a:pt x="4708456" y="839845"/>
                  </a:lnTo>
                  <a:lnTo>
                    <a:pt x="4708550" y="839845"/>
                  </a:lnTo>
                  <a:lnTo>
                    <a:pt x="4708645" y="839845"/>
                  </a:lnTo>
                  <a:lnTo>
                    <a:pt x="4708833" y="839845"/>
                  </a:lnTo>
                  <a:lnTo>
                    <a:pt x="4708927" y="839845"/>
                  </a:lnTo>
                  <a:lnTo>
                    <a:pt x="4709680" y="839845"/>
                  </a:lnTo>
                  <a:lnTo>
                    <a:pt x="4709774" y="839845"/>
                  </a:lnTo>
                  <a:lnTo>
                    <a:pt x="4709869" y="839845"/>
                  </a:lnTo>
                  <a:lnTo>
                    <a:pt x="4709963" y="839845"/>
                  </a:lnTo>
                  <a:lnTo>
                    <a:pt x="4710057" y="839845"/>
                  </a:lnTo>
                  <a:lnTo>
                    <a:pt x="4710904" y="839845"/>
                  </a:lnTo>
                  <a:lnTo>
                    <a:pt x="4711093" y="839845"/>
                  </a:lnTo>
                  <a:lnTo>
                    <a:pt x="4711281" y="839845"/>
                  </a:lnTo>
                  <a:lnTo>
                    <a:pt x="4711657" y="839845"/>
                  </a:lnTo>
                  <a:lnTo>
                    <a:pt x="4711940" y="839845"/>
                  </a:lnTo>
                  <a:lnTo>
                    <a:pt x="4712034" y="839845"/>
                  </a:lnTo>
                  <a:lnTo>
                    <a:pt x="4712787" y="839845"/>
                  </a:lnTo>
                  <a:lnTo>
                    <a:pt x="4712881" y="839845"/>
                  </a:lnTo>
                  <a:lnTo>
                    <a:pt x="4713446" y="839845"/>
                  </a:lnTo>
                  <a:lnTo>
                    <a:pt x="4713541" y="839845"/>
                  </a:lnTo>
                  <a:lnTo>
                    <a:pt x="4713635" y="839845"/>
                  </a:lnTo>
                  <a:lnTo>
                    <a:pt x="4713823" y="839845"/>
                  </a:lnTo>
                  <a:lnTo>
                    <a:pt x="4713917" y="839845"/>
                  </a:lnTo>
                  <a:lnTo>
                    <a:pt x="4714011" y="839845"/>
                  </a:lnTo>
                  <a:lnTo>
                    <a:pt x="4714576" y="839845"/>
                  </a:lnTo>
                  <a:lnTo>
                    <a:pt x="4714670" y="839845"/>
                  </a:lnTo>
                  <a:lnTo>
                    <a:pt x="4714765" y="839845"/>
                  </a:lnTo>
                  <a:lnTo>
                    <a:pt x="4715141" y="839845"/>
                  </a:lnTo>
                  <a:lnTo>
                    <a:pt x="4715235" y="839845"/>
                  </a:lnTo>
                  <a:lnTo>
                    <a:pt x="4715424" y="839845"/>
                  </a:lnTo>
                  <a:lnTo>
                    <a:pt x="4715518" y="839845"/>
                  </a:lnTo>
                  <a:lnTo>
                    <a:pt x="4716459" y="839845"/>
                  </a:lnTo>
                  <a:lnTo>
                    <a:pt x="4716742" y="839845"/>
                  </a:lnTo>
                  <a:lnTo>
                    <a:pt x="4716836" y="839845"/>
                  </a:lnTo>
                  <a:lnTo>
                    <a:pt x="4716930" y="839845"/>
                  </a:lnTo>
                  <a:lnTo>
                    <a:pt x="4717024" y="839845"/>
                  </a:lnTo>
                  <a:lnTo>
                    <a:pt x="4717212" y="839845"/>
                  </a:lnTo>
                  <a:lnTo>
                    <a:pt x="4717495" y="839845"/>
                  </a:lnTo>
                  <a:lnTo>
                    <a:pt x="4717589" y="839845"/>
                  </a:lnTo>
                  <a:lnTo>
                    <a:pt x="4718060" y="834933"/>
                  </a:lnTo>
                  <a:lnTo>
                    <a:pt x="4718248" y="834933"/>
                  </a:lnTo>
                  <a:lnTo>
                    <a:pt x="4718436" y="834933"/>
                  </a:lnTo>
                  <a:lnTo>
                    <a:pt x="4719096" y="834933"/>
                  </a:lnTo>
                  <a:lnTo>
                    <a:pt x="4719190" y="834933"/>
                  </a:lnTo>
                  <a:lnTo>
                    <a:pt x="4719284" y="834933"/>
                  </a:lnTo>
                  <a:lnTo>
                    <a:pt x="4719472" y="834933"/>
                  </a:lnTo>
                  <a:lnTo>
                    <a:pt x="4719849" y="830022"/>
                  </a:lnTo>
                  <a:lnTo>
                    <a:pt x="4719943" y="830022"/>
                  </a:lnTo>
                  <a:lnTo>
                    <a:pt x="4720225" y="830022"/>
                  </a:lnTo>
                  <a:lnTo>
                    <a:pt x="4720319" y="830022"/>
                  </a:lnTo>
                  <a:lnTo>
                    <a:pt x="4720790" y="830022"/>
                  </a:lnTo>
                  <a:lnTo>
                    <a:pt x="4721826" y="830022"/>
                  </a:lnTo>
                  <a:lnTo>
                    <a:pt x="4722014" y="830022"/>
                  </a:lnTo>
                  <a:lnTo>
                    <a:pt x="4722108" y="830022"/>
                  </a:lnTo>
                  <a:lnTo>
                    <a:pt x="4722203" y="830022"/>
                  </a:lnTo>
                  <a:lnTo>
                    <a:pt x="4722485" y="830022"/>
                  </a:lnTo>
                  <a:lnTo>
                    <a:pt x="4722673" y="830022"/>
                  </a:lnTo>
                  <a:lnTo>
                    <a:pt x="4722862" y="830022"/>
                  </a:lnTo>
                  <a:lnTo>
                    <a:pt x="4723050" y="830022"/>
                  </a:lnTo>
                  <a:lnTo>
                    <a:pt x="4723144" y="830022"/>
                  </a:lnTo>
                  <a:lnTo>
                    <a:pt x="4723521" y="830022"/>
                  </a:lnTo>
                  <a:lnTo>
                    <a:pt x="4723615" y="830022"/>
                  </a:lnTo>
                  <a:lnTo>
                    <a:pt x="4723709" y="830022"/>
                  </a:lnTo>
                  <a:lnTo>
                    <a:pt x="4723803" y="830022"/>
                  </a:lnTo>
                  <a:lnTo>
                    <a:pt x="4723897" y="830022"/>
                  </a:lnTo>
                  <a:lnTo>
                    <a:pt x="4724180" y="830022"/>
                  </a:lnTo>
                  <a:lnTo>
                    <a:pt x="4725121" y="830022"/>
                  </a:lnTo>
                  <a:lnTo>
                    <a:pt x="4725310" y="830022"/>
                  </a:lnTo>
                  <a:lnTo>
                    <a:pt x="4725498" y="830022"/>
                  </a:lnTo>
                  <a:lnTo>
                    <a:pt x="4725780" y="830022"/>
                  </a:lnTo>
                  <a:lnTo>
                    <a:pt x="4725874" y="830022"/>
                  </a:lnTo>
                  <a:lnTo>
                    <a:pt x="4725969" y="830022"/>
                  </a:lnTo>
                  <a:lnTo>
                    <a:pt x="4726063" y="830022"/>
                  </a:lnTo>
                  <a:lnTo>
                    <a:pt x="4726157" y="830022"/>
                  </a:lnTo>
                  <a:lnTo>
                    <a:pt x="4726251" y="830022"/>
                  </a:lnTo>
                  <a:lnTo>
                    <a:pt x="4726345" y="830022"/>
                  </a:lnTo>
                  <a:lnTo>
                    <a:pt x="4726439" y="830022"/>
                  </a:lnTo>
                  <a:lnTo>
                    <a:pt x="4726534" y="830022"/>
                  </a:lnTo>
                  <a:lnTo>
                    <a:pt x="4726628" y="830022"/>
                  </a:lnTo>
                  <a:lnTo>
                    <a:pt x="4727381" y="825110"/>
                  </a:lnTo>
                  <a:lnTo>
                    <a:pt x="4727475" y="825110"/>
                  </a:lnTo>
                  <a:lnTo>
                    <a:pt x="4727569" y="825110"/>
                  </a:lnTo>
                  <a:lnTo>
                    <a:pt x="4727663" y="820199"/>
                  </a:lnTo>
                  <a:lnTo>
                    <a:pt x="4727758" y="820199"/>
                  </a:lnTo>
                  <a:lnTo>
                    <a:pt x="4727852" y="820199"/>
                  </a:lnTo>
                  <a:lnTo>
                    <a:pt x="4727946" y="820199"/>
                  </a:lnTo>
                  <a:lnTo>
                    <a:pt x="4728134" y="820199"/>
                  </a:lnTo>
                  <a:lnTo>
                    <a:pt x="4728228" y="820199"/>
                  </a:lnTo>
                  <a:lnTo>
                    <a:pt x="4728322" y="820199"/>
                  </a:lnTo>
                  <a:lnTo>
                    <a:pt x="4728793" y="820199"/>
                  </a:lnTo>
                  <a:lnTo>
                    <a:pt x="4728887" y="820199"/>
                  </a:lnTo>
                  <a:lnTo>
                    <a:pt x="4729170" y="820199"/>
                  </a:lnTo>
                  <a:lnTo>
                    <a:pt x="4729923" y="820199"/>
                  </a:lnTo>
                  <a:lnTo>
                    <a:pt x="4730017" y="820199"/>
                  </a:lnTo>
                  <a:lnTo>
                    <a:pt x="4730300" y="820199"/>
                  </a:lnTo>
                  <a:lnTo>
                    <a:pt x="4730394" y="820199"/>
                  </a:lnTo>
                  <a:lnTo>
                    <a:pt x="4730488" y="820199"/>
                  </a:lnTo>
                  <a:lnTo>
                    <a:pt x="4730582" y="820199"/>
                  </a:lnTo>
                  <a:lnTo>
                    <a:pt x="4730865" y="820199"/>
                  </a:lnTo>
                  <a:lnTo>
                    <a:pt x="4731241" y="820199"/>
                  </a:lnTo>
                  <a:lnTo>
                    <a:pt x="4731335" y="820199"/>
                  </a:lnTo>
                  <a:lnTo>
                    <a:pt x="4731618" y="820199"/>
                  </a:lnTo>
                  <a:lnTo>
                    <a:pt x="4732183" y="820199"/>
                  </a:lnTo>
                  <a:lnTo>
                    <a:pt x="4732277" y="820199"/>
                  </a:lnTo>
                  <a:lnTo>
                    <a:pt x="4732371" y="820199"/>
                  </a:lnTo>
                  <a:lnTo>
                    <a:pt x="4732465" y="820199"/>
                  </a:lnTo>
                  <a:lnTo>
                    <a:pt x="4733689" y="815288"/>
                  </a:lnTo>
                  <a:lnTo>
                    <a:pt x="4734066" y="815288"/>
                  </a:lnTo>
                  <a:lnTo>
                    <a:pt x="4734348" y="815288"/>
                  </a:lnTo>
                  <a:lnTo>
                    <a:pt x="4734442" y="815288"/>
                  </a:lnTo>
                  <a:lnTo>
                    <a:pt x="4734536" y="815288"/>
                  </a:lnTo>
                  <a:lnTo>
                    <a:pt x="4735196" y="815288"/>
                  </a:lnTo>
                  <a:lnTo>
                    <a:pt x="4735384" y="815288"/>
                  </a:lnTo>
                  <a:lnTo>
                    <a:pt x="4735572" y="815288"/>
                  </a:lnTo>
                  <a:lnTo>
                    <a:pt x="4735666" y="815288"/>
                  </a:lnTo>
                  <a:lnTo>
                    <a:pt x="4735760" y="815288"/>
                  </a:lnTo>
                  <a:lnTo>
                    <a:pt x="4736231" y="815288"/>
                  </a:lnTo>
                  <a:lnTo>
                    <a:pt x="4736325" y="815288"/>
                  </a:lnTo>
                  <a:lnTo>
                    <a:pt x="4736514" y="815288"/>
                  </a:lnTo>
                  <a:lnTo>
                    <a:pt x="4737079" y="815288"/>
                  </a:lnTo>
                  <a:lnTo>
                    <a:pt x="4737173" y="815288"/>
                  </a:lnTo>
                  <a:lnTo>
                    <a:pt x="4737267" y="815288"/>
                  </a:lnTo>
                  <a:lnTo>
                    <a:pt x="4737455" y="815288"/>
                  </a:lnTo>
                  <a:lnTo>
                    <a:pt x="4737549" y="815288"/>
                  </a:lnTo>
                  <a:lnTo>
                    <a:pt x="4737738" y="810376"/>
                  </a:lnTo>
                  <a:lnTo>
                    <a:pt x="4737832" y="810376"/>
                  </a:lnTo>
                  <a:lnTo>
                    <a:pt x="4738962" y="810376"/>
                  </a:lnTo>
                  <a:lnTo>
                    <a:pt x="4739056" y="810376"/>
                  </a:lnTo>
                  <a:lnTo>
                    <a:pt x="4739150" y="810376"/>
                  </a:lnTo>
                  <a:lnTo>
                    <a:pt x="4739809" y="810376"/>
                  </a:lnTo>
                  <a:lnTo>
                    <a:pt x="4739903" y="810376"/>
                  </a:lnTo>
                  <a:lnTo>
                    <a:pt x="4739997" y="810376"/>
                  </a:lnTo>
                  <a:lnTo>
                    <a:pt x="4740751" y="810376"/>
                  </a:lnTo>
                  <a:lnTo>
                    <a:pt x="4740845" y="810376"/>
                  </a:lnTo>
                  <a:lnTo>
                    <a:pt x="4740939" y="810376"/>
                  </a:lnTo>
                  <a:lnTo>
                    <a:pt x="4741033" y="810376"/>
                  </a:lnTo>
                  <a:lnTo>
                    <a:pt x="4741127" y="810376"/>
                  </a:lnTo>
                  <a:lnTo>
                    <a:pt x="4741221" y="810376"/>
                  </a:lnTo>
                  <a:lnTo>
                    <a:pt x="4741410" y="810376"/>
                  </a:lnTo>
                  <a:lnTo>
                    <a:pt x="4741598" y="810376"/>
                  </a:lnTo>
                  <a:lnTo>
                    <a:pt x="4741692" y="810376"/>
                  </a:lnTo>
                  <a:lnTo>
                    <a:pt x="4742163" y="810376"/>
                  </a:lnTo>
                  <a:lnTo>
                    <a:pt x="4744046" y="810376"/>
                  </a:lnTo>
                  <a:lnTo>
                    <a:pt x="4744140" y="810376"/>
                  </a:lnTo>
                  <a:lnTo>
                    <a:pt x="4744234" y="810376"/>
                  </a:lnTo>
                  <a:lnTo>
                    <a:pt x="4744517" y="810376"/>
                  </a:lnTo>
                  <a:lnTo>
                    <a:pt x="4744705" y="810376"/>
                  </a:lnTo>
                  <a:lnTo>
                    <a:pt x="4744987" y="810376"/>
                  </a:lnTo>
                  <a:lnTo>
                    <a:pt x="4745458" y="810376"/>
                  </a:lnTo>
                  <a:lnTo>
                    <a:pt x="4745552" y="810376"/>
                  </a:lnTo>
                  <a:lnTo>
                    <a:pt x="4745741" y="810376"/>
                  </a:lnTo>
                  <a:lnTo>
                    <a:pt x="4745835" y="810376"/>
                  </a:lnTo>
                  <a:lnTo>
                    <a:pt x="4745929" y="810376"/>
                  </a:lnTo>
                  <a:lnTo>
                    <a:pt x="4746023" y="810376"/>
                  </a:lnTo>
                  <a:lnTo>
                    <a:pt x="4746494" y="810376"/>
                  </a:lnTo>
                  <a:lnTo>
                    <a:pt x="4746776" y="810376"/>
                  </a:lnTo>
                  <a:lnTo>
                    <a:pt x="4747153" y="810376"/>
                  </a:lnTo>
                  <a:lnTo>
                    <a:pt x="4747247" y="810376"/>
                  </a:lnTo>
                  <a:lnTo>
                    <a:pt x="4747341" y="810376"/>
                  </a:lnTo>
                  <a:lnTo>
                    <a:pt x="4748659" y="805465"/>
                  </a:lnTo>
                  <a:lnTo>
                    <a:pt x="4749130" y="805465"/>
                  </a:lnTo>
                  <a:lnTo>
                    <a:pt x="4749224" y="805465"/>
                  </a:lnTo>
                  <a:lnTo>
                    <a:pt x="4749413" y="805465"/>
                  </a:lnTo>
                  <a:lnTo>
                    <a:pt x="4749507" y="805465"/>
                  </a:lnTo>
                  <a:lnTo>
                    <a:pt x="4749883" y="805465"/>
                  </a:lnTo>
                  <a:lnTo>
                    <a:pt x="4750260" y="805465"/>
                  </a:lnTo>
                  <a:lnTo>
                    <a:pt x="4750542" y="805465"/>
                  </a:lnTo>
                  <a:lnTo>
                    <a:pt x="4750825" y="805465"/>
                  </a:lnTo>
                  <a:lnTo>
                    <a:pt x="4751107" y="800554"/>
                  </a:lnTo>
                  <a:lnTo>
                    <a:pt x="4751201" y="800554"/>
                  </a:lnTo>
                  <a:lnTo>
                    <a:pt x="4751390" y="800554"/>
                  </a:lnTo>
                  <a:lnTo>
                    <a:pt x="4751578" y="800554"/>
                  </a:lnTo>
                  <a:lnTo>
                    <a:pt x="4752425" y="800554"/>
                  </a:lnTo>
                  <a:lnTo>
                    <a:pt x="4752614" y="800554"/>
                  </a:lnTo>
                  <a:lnTo>
                    <a:pt x="4752708" y="800554"/>
                  </a:lnTo>
                  <a:lnTo>
                    <a:pt x="4752802" y="800554"/>
                  </a:lnTo>
                  <a:lnTo>
                    <a:pt x="4752896" y="800554"/>
                  </a:lnTo>
                  <a:lnTo>
                    <a:pt x="4752990" y="800554"/>
                  </a:lnTo>
                  <a:lnTo>
                    <a:pt x="4753273" y="800554"/>
                  </a:lnTo>
                  <a:lnTo>
                    <a:pt x="4753367" y="800554"/>
                  </a:lnTo>
                  <a:lnTo>
                    <a:pt x="4753461" y="800554"/>
                  </a:lnTo>
                  <a:lnTo>
                    <a:pt x="4754497" y="800554"/>
                  </a:lnTo>
                  <a:lnTo>
                    <a:pt x="4754685" y="800554"/>
                  </a:lnTo>
                  <a:lnTo>
                    <a:pt x="4754779" y="800554"/>
                  </a:lnTo>
                  <a:lnTo>
                    <a:pt x="4754968" y="800554"/>
                  </a:lnTo>
                  <a:lnTo>
                    <a:pt x="4755156" y="800554"/>
                  </a:lnTo>
                  <a:lnTo>
                    <a:pt x="4755250" y="800554"/>
                  </a:lnTo>
                  <a:lnTo>
                    <a:pt x="4755344" y="800554"/>
                  </a:lnTo>
                  <a:lnTo>
                    <a:pt x="4755627" y="800554"/>
                  </a:lnTo>
                  <a:lnTo>
                    <a:pt x="4755721" y="800554"/>
                  </a:lnTo>
                  <a:lnTo>
                    <a:pt x="4756851" y="800554"/>
                  </a:lnTo>
                  <a:lnTo>
                    <a:pt x="4756945" y="800554"/>
                  </a:lnTo>
                  <a:lnTo>
                    <a:pt x="4757039" y="800554"/>
                  </a:lnTo>
                  <a:lnTo>
                    <a:pt x="4757792" y="800554"/>
                  </a:lnTo>
                  <a:lnTo>
                    <a:pt x="4758075" y="800554"/>
                  </a:lnTo>
                  <a:lnTo>
                    <a:pt x="4758169" y="800554"/>
                  </a:lnTo>
                  <a:lnTo>
                    <a:pt x="4758451" y="800554"/>
                  </a:lnTo>
                  <a:lnTo>
                    <a:pt x="4758545" y="800554"/>
                  </a:lnTo>
                  <a:lnTo>
                    <a:pt x="4758922" y="800554"/>
                  </a:lnTo>
                  <a:lnTo>
                    <a:pt x="4759016" y="800554"/>
                  </a:lnTo>
                  <a:lnTo>
                    <a:pt x="4759299" y="800554"/>
                  </a:lnTo>
                  <a:lnTo>
                    <a:pt x="4759863" y="800554"/>
                  </a:lnTo>
                  <a:lnTo>
                    <a:pt x="4760052" y="800554"/>
                  </a:lnTo>
                  <a:lnTo>
                    <a:pt x="4760146" y="800554"/>
                  </a:lnTo>
                  <a:lnTo>
                    <a:pt x="4760428" y="800554"/>
                  </a:lnTo>
                  <a:lnTo>
                    <a:pt x="4760522" y="800554"/>
                  </a:lnTo>
                  <a:lnTo>
                    <a:pt x="4760993" y="800554"/>
                  </a:lnTo>
                  <a:lnTo>
                    <a:pt x="4761087" y="800554"/>
                  </a:lnTo>
                  <a:lnTo>
                    <a:pt x="4761276" y="800554"/>
                  </a:lnTo>
                  <a:lnTo>
                    <a:pt x="4761370" y="800554"/>
                  </a:lnTo>
                  <a:lnTo>
                    <a:pt x="4761841" y="800554"/>
                  </a:lnTo>
                  <a:lnTo>
                    <a:pt x="4761935" y="800554"/>
                  </a:lnTo>
                  <a:lnTo>
                    <a:pt x="4762311" y="800554"/>
                  </a:lnTo>
                  <a:lnTo>
                    <a:pt x="4762500" y="800554"/>
                  </a:lnTo>
                  <a:lnTo>
                    <a:pt x="4762594" y="800554"/>
                  </a:lnTo>
                  <a:lnTo>
                    <a:pt x="4762688" y="800554"/>
                  </a:lnTo>
                  <a:lnTo>
                    <a:pt x="4762876" y="800554"/>
                  </a:lnTo>
                  <a:lnTo>
                    <a:pt x="4763159" y="800554"/>
                  </a:lnTo>
                  <a:lnTo>
                    <a:pt x="4763818" y="800554"/>
                  </a:lnTo>
                  <a:lnTo>
                    <a:pt x="4764100" y="795642"/>
                  </a:lnTo>
                  <a:lnTo>
                    <a:pt x="4764194" y="795642"/>
                  </a:lnTo>
                  <a:lnTo>
                    <a:pt x="4764571" y="795642"/>
                  </a:lnTo>
                  <a:lnTo>
                    <a:pt x="4764665" y="795642"/>
                  </a:lnTo>
                  <a:lnTo>
                    <a:pt x="4764759" y="795642"/>
                  </a:lnTo>
                  <a:lnTo>
                    <a:pt x="4764853" y="795642"/>
                  </a:lnTo>
                  <a:lnTo>
                    <a:pt x="4765607" y="795642"/>
                  </a:lnTo>
                  <a:lnTo>
                    <a:pt x="4765701" y="795642"/>
                  </a:lnTo>
                  <a:lnTo>
                    <a:pt x="4765795" y="795642"/>
                  </a:lnTo>
                  <a:lnTo>
                    <a:pt x="4766077" y="795642"/>
                  </a:lnTo>
                  <a:lnTo>
                    <a:pt x="4766172" y="795642"/>
                  </a:lnTo>
                  <a:lnTo>
                    <a:pt x="4767113" y="795642"/>
                  </a:lnTo>
                  <a:lnTo>
                    <a:pt x="4767207" y="795642"/>
                  </a:lnTo>
                  <a:lnTo>
                    <a:pt x="4767301" y="795642"/>
                  </a:lnTo>
                  <a:lnTo>
                    <a:pt x="4767490" y="795642"/>
                  </a:lnTo>
                  <a:lnTo>
                    <a:pt x="4767772" y="795642"/>
                  </a:lnTo>
                  <a:lnTo>
                    <a:pt x="4767866" y="795642"/>
                  </a:lnTo>
                  <a:lnTo>
                    <a:pt x="4767961" y="795642"/>
                  </a:lnTo>
                  <a:lnTo>
                    <a:pt x="4768055" y="795642"/>
                  </a:lnTo>
                  <a:lnTo>
                    <a:pt x="4768149" y="795642"/>
                  </a:lnTo>
                  <a:lnTo>
                    <a:pt x="4768620" y="795642"/>
                  </a:lnTo>
                  <a:lnTo>
                    <a:pt x="4769184" y="795642"/>
                  </a:lnTo>
                  <a:lnTo>
                    <a:pt x="4769184" y="790731"/>
                  </a:lnTo>
                  <a:lnTo>
                    <a:pt x="4769467" y="790731"/>
                  </a:lnTo>
                  <a:lnTo>
                    <a:pt x="4769749" y="790731"/>
                  </a:lnTo>
                  <a:lnTo>
                    <a:pt x="4770126" y="790731"/>
                  </a:lnTo>
                  <a:lnTo>
                    <a:pt x="4770408" y="790731"/>
                  </a:lnTo>
                  <a:lnTo>
                    <a:pt x="4770503" y="790731"/>
                  </a:lnTo>
                  <a:lnTo>
                    <a:pt x="4770785" y="790731"/>
                  </a:lnTo>
                  <a:lnTo>
                    <a:pt x="4771256" y="790731"/>
                  </a:lnTo>
                  <a:lnTo>
                    <a:pt x="4771350" y="790731"/>
                  </a:lnTo>
                  <a:lnTo>
                    <a:pt x="4772292" y="790731"/>
                  </a:lnTo>
                  <a:lnTo>
                    <a:pt x="4772574" y="785819"/>
                  </a:lnTo>
                  <a:lnTo>
                    <a:pt x="4772668" y="785819"/>
                  </a:lnTo>
                  <a:lnTo>
                    <a:pt x="4772762" y="785819"/>
                  </a:lnTo>
                  <a:lnTo>
                    <a:pt x="4772856" y="785819"/>
                  </a:lnTo>
                  <a:lnTo>
                    <a:pt x="4773233" y="785819"/>
                  </a:lnTo>
                  <a:lnTo>
                    <a:pt x="4773610" y="785819"/>
                  </a:lnTo>
                  <a:lnTo>
                    <a:pt x="4773704" y="785819"/>
                  </a:lnTo>
                  <a:lnTo>
                    <a:pt x="4774080" y="785819"/>
                  </a:lnTo>
                  <a:lnTo>
                    <a:pt x="4774175" y="785819"/>
                  </a:lnTo>
                  <a:lnTo>
                    <a:pt x="4774645" y="785819"/>
                  </a:lnTo>
                  <a:lnTo>
                    <a:pt x="4774739" y="785819"/>
                  </a:lnTo>
                  <a:lnTo>
                    <a:pt x="4775022" y="785819"/>
                  </a:lnTo>
                  <a:lnTo>
                    <a:pt x="4775116" y="785819"/>
                  </a:lnTo>
                  <a:lnTo>
                    <a:pt x="4775399" y="785819"/>
                  </a:lnTo>
                  <a:lnTo>
                    <a:pt x="4776999" y="785819"/>
                  </a:lnTo>
                  <a:lnTo>
                    <a:pt x="4777093" y="785819"/>
                  </a:lnTo>
                  <a:lnTo>
                    <a:pt x="4777187" y="785819"/>
                  </a:lnTo>
                  <a:lnTo>
                    <a:pt x="4777282" y="780908"/>
                  </a:lnTo>
                  <a:lnTo>
                    <a:pt x="4777376" y="780908"/>
                  </a:lnTo>
                  <a:lnTo>
                    <a:pt x="4777752" y="780908"/>
                  </a:lnTo>
                  <a:lnTo>
                    <a:pt x="4777846" y="780908"/>
                  </a:lnTo>
                  <a:lnTo>
                    <a:pt x="4778035" y="780908"/>
                  </a:lnTo>
                  <a:lnTo>
                    <a:pt x="4778317" y="780908"/>
                  </a:lnTo>
                  <a:lnTo>
                    <a:pt x="4778411" y="780908"/>
                  </a:lnTo>
                  <a:lnTo>
                    <a:pt x="4778694" y="780908"/>
                  </a:lnTo>
                  <a:lnTo>
                    <a:pt x="4778882" y="780908"/>
                  </a:lnTo>
                  <a:lnTo>
                    <a:pt x="4778976" y="780908"/>
                  </a:lnTo>
                  <a:lnTo>
                    <a:pt x="4779165" y="780908"/>
                  </a:lnTo>
                  <a:lnTo>
                    <a:pt x="4779259" y="780908"/>
                  </a:lnTo>
                  <a:lnTo>
                    <a:pt x="4779541" y="780908"/>
                  </a:lnTo>
                  <a:lnTo>
                    <a:pt x="4780012" y="780908"/>
                  </a:lnTo>
                  <a:lnTo>
                    <a:pt x="4780294" y="780908"/>
                  </a:lnTo>
                  <a:lnTo>
                    <a:pt x="4781330" y="780908"/>
                  </a:lnTo>
                  <a:lnTo>
                    <a:pt x="4781895" y="780908"/>
                  </a:lnTo>
                  <a:lnTo>
                    <a:pt x="4781989" y="780908"/>
                  </a:lnTo>
                  <a:lnTo>
                    <a:pt x="4782083" y="780908"/>
                  </a:lnTo>
                  <a:lnTo>
                    <a:pt x="4782177" y="780908"/>
                  </a:lnTo>
                  <a:lnTo>
                    <a:pt x="4782554" y="780908"/>
                  </a:lnTo>
                  <a:lnTo>
                    <a:pt x="4782837" y="780908"/>
                  </a:lnTo>
                  <a:lnTo>
                    <a:pt x="4783119" y="780908"/>
                  </a:lnTo>
                  <a:lnTo>
                    <a:pt x="4783307" y="780908"/>
                  </a:lnTo>
                  <a:lnTo>
                    <a:pt x="4783401" y="780908"/>
                  </a:lnTo>
                  <a:lnTo>
                    <a:pt x="4783496" y="780908"/>
                  </a:lnTo>
                  <a:lnTo>
                    <a:pt x="4783684" y="780908"/>
                  </a:lnTo>
                  <a:lnTo>
                    <a:pt x="4783778" y="780908"/>
                  </a:lnTo>
                  <a:lnTo>
                    <a:pt x="4783872" y="780908"/>
                  </a:lnTo>
                  <a:lnTo>
                    <a:pt x="4784249" y="780908"/>
                  </a:lnTo>
                  <a:lnTo>
                    <a:pt x="4784625" y="780908"/>
                  </a:lnTo>
                  <a:lnTo>
                    <a:pt x="4784908" y="780908"/>
                  </a:lnTo>
                  <a:lnTo>
                    <a:pt x="4785002" y="780908"/>
                  </a:lnTo>
                  <a:lnTo>
                    <a:pt x="4785190" y="780908"/>
                  </a:lnTo>
                  <a:lnTo>
                    <a:pt x="4785285" y="780908"/>
                  </a:lnTo>
                  <a:lnTo>
                    <a:pt x="4785473" y="780908"/>
                  </a:lnTo>
                  <a:lnTo>
                    <a:pt x="4785755" y="780908"/>
                  </a:lnTo>
                  <a:lnTo>
                    <a:pt x="4786791" y="780908"/>
                  </a:lnTo>
                  <a:lnTo>
                    <a:pt x="4787073" y="780908"/>
                  </a:lnTo>
                  <a:lnTo>
                    <a:pt x="4787168" y="780908"/>
                  </a:lnTo>
                  <a:lnTo>
                    <a:pt x="4787356" y="780908"/>
                  </a:lnTo>
                  <a:lnTo>
                    <a:pt x="4788109" y="780908"/>
                  </a:lnTo>
                  <a:lnTo>
                    <a:pt x="4788203" y="780908"/>
                  </a:lnTo>
                  <a:lnTo>
                    <a:pt x="4788674" y="780908"/>
                  </a:lnTo>
                  <a:lnTo>
                    <a:pt x="4788768" y="780908"/>
                  </a:lnTo>
                  <a:lnTo>
                    <a:pt x="4788862" y="780908"/>
                  </a:lnTo>
                  <a:lnTo>
                    <a:pt x="4789051" y="780908"/>
                  </a:lnTo>
                  <a:lnTo>
                    <a:pt x="4789239" y="780908"/>
                  </a:lnTo>
                  <a:lnTo>
                    <a:pt x="4789521" y="780908"/>
                  </a:lnTo>
                  <a:lnTo>
                    <a:pt x="4789616" y="780908"/>
                  </a:lnTo>
                  <a:lnTo>
                    <a:pt x="4789804" y="780908"/>
                  </a:lnTo>
                  <a:lnTo>
                    <a:pt x="4789898" y="780908"/>
                  </a:lnTo>
                  <a:lnTo>
                    <a:pt x="4789992" y="780908"/>
                  </a:lnTo>
                  <a:lnTo>
                    <a:pt x="4790086" y="780908"/>
                  </a:lnTo>
                  <a:lnTo>
                    <a:pt x="4790180" y="780908"/>
                  </a:lnTo>
                  <a:lnTo>
                    <a:pt x="4790934" y="780908"/>
                  </a:lnTo>
                  <a:lnTo>
                    <a:pt x="4791122" y="780908"/>
                  </a:lnTo>
                  <a:lnTo>
                    <a:pt x="4791216" y="780908"/>
                  </a:lnTo>
                  <a:lnTo>
                    <a:pt x="4791875" y="780908"/>
                  </a:lnTo>
                  <a:lnTo>
                    <a:pt x="4791969" y="780908"/>
                  </a:lnTo>
                  <a:lnTo>
                    <a:pt x="4792063" y="780908"/>
                  </a:lnTo>
                  <a:lnTo>
                    <a:pt x="4792158" y="780908"/>
                  </a:lnTo>
                  <a:lnTo>
                    <a:pt x="4792723" y="780908"/>
                  </a:lnTo>
                  <a:lnTo>
                    <a:pt x="4792817" y="780908"/>
                  </a:lnTo>
                  <a:lnTo>
                    <a:pt x="4792911" y="780908"/>
                  </a:lnTo>
                  <a:lnTo>
                    <a:pt x="4793005" y="780908"/>
                  </a:lnTo>
                  <a:lnTo>
                    <a:pt x="4793099" y="780908"/>
                  </a:lnTo>
                  <a:lnTo>
                    <a:pt x="4793193" y="780908"/>
                  </a:lnTo>
                  <a:lnTo>
                    <a:pt x="4794229" y="780908"/>
                  </a:lnTo>
                  <a:lnTo>
                    <a:pt x="4794511" y="780908"/>
                  </a:lnTo>
                  <a:lnTo>
                    <a:pt x="4794794" y="780908"/>
                  </a:lnTo>
                  <a:lnTo>
                    <a:pt x="4794982" y="780908"/>
                  </a:lnTo>
                  <a:lnTo>
                    <a:pt x="4795076" y="780908"/>
                  </a:lnTo>
                  <a:lnTo>
                    <a:pt x="4795641" y="780908"/>
                  </a:lnTo>
                  <a:lnTo>
                    <a:pt x="4796018" y="780908"/>
                  </a:lnTo>
                  <a:lnTo>
                    <a:pt x="4796394" y="780908"/>
                  </a:lnTo>
                  <a:lnTo>
                    <a:pt x="4796677" y="780908"/>
                  </a:lnTo>
                  <a:lnTo>
                    <a:pt x="4796771" y="780908"/>
                  </a:lnTo>
                  <a:lnTo>
                    <a:pt x="4796959" y="780908"/>
                  </a:lnTo>
                  <a:lnTo>
                    <a:pt x="4797242" y="780908"/>
                  </a:lnTo>
                  <a:lnTo>
                    <a:pt x="4797430" y="780908"/>
                  </a:lnTo>
                  <a:lnTo>
                    <a:pt x="4797524" y="780908"/>
                  </a:lnTo>
                  <a:lnTo>
                    <a:pt x="4797618" y="780908"/>
                  </a:lnTo>
                  <a:lnTo>
                    <a:pt x="4797901" y="780908"/>
                  </a:lnTo>
                  <a:lnTo>
                    <a:pt x="4798089" y="780908"/>
                  </a:lnTo>
                  <a:lnTo>
                    <a:pt x="4798278" y="780908"/>
                  </a:lnTo>
                  <a:lnTo>
                    <a:pt x="4798372" y="780908"/>
                  </a:lnTo>
                  <a:lnTo>
                    <a:pt x="4798466" y="780908"/>
                  </a:lnTo>
                  <a:lnTo>
                    <a:pt x="4798560" y="780908"/>
                  </a:lnTo>
                  <a:lnTo>
                    <a:pt x="4798842" y="780908"/>
                  </a:lnTo>
                  <a:lnTo>
                    <a:pt x="4798937" y="780908"/>
                  </a:lnTo>
                  <a:lnTo>
                    <a:pt x="4799031" y="780908"/>
                  </a:lnTo>
                  <a:lnTo>
                    <a:pt x="4799596" y="780908"/>
                  </a:lnTo>
                  <a:lnTo>
                    <a:pt x="4799690" y="780908"/>
                  </a:lnTo>
                  <a:lnTo>
                    <a:pt x="4799784" y="780908"/>
                  </a:lnTo>
                  <a:lnTo>
                    <a:pt x="4800349" y="780908"/>
                  </a:lnTo>
                  <a:lnTo>
                    <a:pt x="4801008" y="780908"/>
                  </a:lnTo>
                  <a:lnTo>
                    <a:pt x="4801385" y="780908"/>
                  </a:lnTo>
                  <a:lnTo>
                    <a:pt x="4801479" y="780908"/>
                  </a:lnTo>
                  <a:lnTo>
                    <a:pt x="4801573" y="780908"/>
                  </a:lnTo>
                  <a:lnTo>
                    <a:pt x="4801761" y="780908"/>
                  </a:lnTo>
                  <a:lnTo>
                    <a:pt x="4801949" y="780908"/>
                  </a:lnTo>
                  <a:lnTo>
                    <a:pt x="4802232" y="780908"/>
                  </a:lnTo>
                  <a:lnTo>
                    <a:pt x="4802326" y="780908"/>
                  </a:lnTo>
                  <a:lnTo>
                    <a:pt x="4802891" y="780908"/>
                  </a:lnTo>
                  <a:lnTo>
                    <a:pt x="4803268" y="780908"/>
                  </a:lnTo>
                  <a:lnTo>
                    <a:pt x="4803550" y="775997"/>
                  </a:lnTo>
                  <a:lnTo>
                    <a:pt x="4803738" y="775997"/>
                  </a:lnTo>
                  <a:lnTo>
                    <a:pt x="4803832" y="775997"/>
                  </a:lnTo>
                  <a:lnTo>
                    <a:pt x="4803927" y="775997"/>
                  </a:lnTo>
                  <a:lnTo>
                    <a:pt x="4804303" y="775997"/>
                  </a:lnTo>
                  <a:lnTo>
                    <a:pt x="4804586" y="775997"/>
                  </a:lnTo>
                  <a:lnTo>
                    <a:pt x="4806751" y="775997"/>
                  </a:lnTo>
                  <a:lnTo>
                    <a:pt x="4806845" y="775997"/>
                  </a:lnTo>
                  <a:lnTo>
                    <a:pt x="4806940" y="775997"/>
                  </a:lnTo>
                  <a:lnTo>
                    <a:pt x="4807034" y="775997"/>
                  </a:lnTo>
                  <a:lnTo>
                    <a:pt x="4807504" y="775997"/>
                  </a:lnTo>
                  <a:lnTo>
                    <a:pt x="4807599" y="775997"/>
                  </a:lnTo>
                  <a:lnTo>
                    <a:pt x="4807693" y="775997"/>
                  </a:lnTo>
                  <a:lnTo>
                    <a:pt x="4807881" y="775997"/>
                  </a:lnTo>
                  <a:lnTo>
                    <a:pt x="4807975" y="775997"/>
                  </a:lnTo>
                  <a:lnTo>
                    <a:pt x="4808069" y="775997"/>
                  </a:lnTo>
                  <a:lnTo>
                    <a:pt x="4808163" y="775997"/>
                  </a:lnTo>
                  <a:lnTo>
                    <a:pt x="4808446" y="775997"/>
                  </a:lnTo>
                  <a:lnTo>
                    <a:pt x="4809105" y="775997"/>
                  </a:lnTo>
                  <a:lnTo>
                    <a:pt x="4809670" y="775997"/>
                  </a:lnTo>
                  <a:lnTo>
                    <a:pt x="4809952" y="775997"/>
                  </a:lnTo>
                  <a:lnTo>
                    <a:pt x="4810611" y="775997"/>
                  </a:lnTo>
                  <a:lnTo>
                    <a:pt x="4810706" y="775997"/>
                  </a:lnTo>
                  <a:lnTo>
                    <a:pt x="4810800" y="775997"/>
                  </a:lnTo>
                  <a:lnTo>
                    <a:pt x="4811365" y="775997"/>
                  </a:lnTo>
                  <a:lnTo>
                    <a:pt x="4811459" y="775997"/>
                  </a:lnTo>
                  <a:lnTo>
                    <a:pt x="4811553" y="775997"/>
                  </a:lnTo>
                  <a:lnTo>
                    <a:pt x="4811930" y="775997"/>
                  </a:lnTo>
                  <a:lnTo>
                    <a:pt x="4812118" y="775997"/>
                  </a:lnTo>
                  <a:lnTo>
                    <a:pt x="4812212" y="775997"/>
                  </a:lnTo>
                  <a:lnTo>
                    <a:pt x="4812871" y="775997"/>
                  </a:lnTo>
                  <a:lnTo>
                    <a:pt x="4813059" y="775997"/>
                  </a:lnTo>
                  <a:lnTo>
                    <a:pt x="4813436" y="775997"/>
                  </a:lnTo>
                  <a:lnTo>
                    <a:pt x="4814283" y="775997"/>
                  </a:lnTo>
                  <a:lnTo>
                    <a:pt x="4814378" y="775997"/>
                  </a:lnTo>
                  <a:lnTo>
                    <a:pt x="4814754" y="775997"/>
                  </a:lnTo>
                  <a:lnTo>
                    <a:pt x="4814848" y="775997"/>
                  </a:lnTo>
                  <a:lnTo>
                    <a:pt x="4814942" y="775997"/>
                  </a:lnTo>
                  <a:lnTo>
                    <a:pt x="4815037" y="775997"/>
                  </a:lnTo>
                  <a:lnTo>
                    <a:pt x="4815413" y="775997"/>
                  </a:lnTo>
                  <a:lnTo>
                    <a:pt x="4815507" y="775997"/>
                  </a:lnTo>
                  <a:lnTo>
                    <a:pt x="4815790" y="775997"/>
                  </a:lnTo>
                  <a:lnTo>
                    <a:pt x="4816166" y="775997"/>
                  </a:lnTo>
                  <a:lnTo>
                    <a:pt x="4817296" y="775997"/>
                  </a:lnTo>
                  <a:lnTo>
                    <a:pt x="4817673" y="775997"/>
                  </a:lnTo>
                  <a:lnTo>
                    <a:pt x="4817861" y="775997"/>
                  </a:lnTo>
                  <a:lnTo>
                    <a:pt x="4817955" y="775997"/>
                  </a:lnTo>
                  <a:lnTo>
                    <a:pt x="4818049" y="775997"/>
                  </a:lnTo>
                  <a:lnTo>
                    <a:pt x="4818332" y="775997"/>
                  </a:lnTo>
                  <a:lnTo>
                    <a:pt x="4818520" y="775997"/>
                  </a:lnTo>
                  <a:lnTo>
                    <a:pt x="4818803" y="775997"/>
                  </a:lnTo>
                  <a:lnTo>
                    <a:pt x="4818991" y="775997"/>
                  </a:lnTo>
                  <a:lnTo>
                    <a:pt x="4819556" y="775997"/>
                  </a:lnTo>
                  <a:lnTo>
                    <a:pt x="4819650" y="775997"/>
                  </a:lnTo>
                  <a:lnTo>
                    <a:pt x="4819744" y="775997"/>
                  </a:lnTo>
                  <a:lnTo>
                    <a:pt x="4819838" y="775997"/>
                  </a:lnTo>
                  <a:lnTo>
                    <a:pt x="4819933" y="775997"/>
                  </a:lnTo>
                  <a:lnTo>
                    <a:pt x="4820121" y="775997"/>
                  </a:lnTo>
                  <a:lnTo>
                    <a:pt x="4820403" y="775997"/>
                  </a:lnTo>
                  <a:lnTo>
                    <a:pt x="4820592" y="775997"/>
                  </a:lnTo>
                  <a:lnTo>
                    <a:pt x="4820686" y="775997"/>
                  </a:lnTo>
                  <a:lnTo>
                    <a:pt x="4821062" y="775997"/>
                  </a:lnTo>
                  <a:lnTo>
                    <a:pt x="4821439" y="775997"/>
                  </a:lnTo>
                  <a:lnTo>
                    <a:pt x="4821533" y="775997"/>
                  </a:lnTo>
                  <a:lnTo>
                    <a:pt x="4821816" y="775997"/>
                  </a:lnTo>
                  <a:lnTo>
                    <a:pt x="4821910" y="775997"/>
                  </a:lnTo>
                  <a:lnTo>
                    <a:pt x="4822286" y="771085"/>
                  </a:lnTo>
                  <a:lnTo>
                    <a:pt x="4822380" y="771085"/>
                  </a:lnTo>
                  <a:lnTo>
                    <a:pt x="4822569" y="771085"/>
                  </a:lnTo>
                  <a:lnTo>
                    <a:pt x="4823416" y="771085"/>
                  </a:lnTo>
                  <a:lnTo>
                    <a:pt x="4823604" y="771085"/>
                  </a:lnTo>
                  <a:lnTo>
                    <a:pt x="4823981" y="771085"/>
                  </a:lnTo>
                  <a:lnTo>
                    <a:pt x="4824264" y="771085"/>
                  </a:lnTo>
                  <a:lnTo>
                    <a:pt x="4824358" y="771085"/>
                  </a:lnTo>
                  <a:lnTo>
                    <a:pt x="4825111" y="771085"/>
                  </a:lnTo>
                  <a:lnTo>
                    <a:pt x="4825393" y="771085"/>
                  </a:lnTo>
                  <a:lnTo>
                    <a:pt x="4825487" y="771085"/>
                  </a:lnTo>
                  <a:lnTo>
                    <a:pt x="4825676" y="771085"/>
                  </a:lnTo>
                  <a:lnTo>
                    <a:pt x="4826147" y="771085"/>
                  </a:lnTo>
                  <a:lnTo>
                    <a:pt x="4826429" y="771085"/>
                  </a:lnTo>
                  <a:lnTo>
                    <a:pt x="4826806" y="771085"/>
                  </a:lnTo>
                  <a:lnTo>
                    <a:pt x="4826994" y="771085"/>
                  </a:lnTo>
                  <a:lnTo>
                    <a:pt x="4827088" y="771085"/>
                  </a:lnTo>
                  <a:lnTo>
                    <a:pt x="4827371" y="766174"/>
                  </a:lnTo>
                  <a:lnTo>
                    <a:pt x="4827465" y="766174"/>
                  </a:lnTo>
                  <a:lnTo>
                    <a:pt x="4827653" y="766174"/>
                  </a:lnTo>
                  <a:lnTo>
                    <a:pt x="4827935" y="766174"/>
                  </a:lnTo>
                  <a:lnTo>
                    <a:pt x="4828689" y="766174"/>
                  </a:lnTo>
                  <a:lnTo>
                    <a:pt x="4829065" y="766174"/>
                  </a:lnTo>
                  <a:lnTo>
                    <a:pt x="4829348" y="766174"/>
                  </a:lnTo>
                  <a:lnTo>
                    <a:pt x="4829442" y="766174"/>
                  </a:lnTo>
                  <a:lnTo>
                    <a:pt x="4829536" y="766174"/>
                  </a:lnTo>
                  <a:lnTo>
                    <a:pt x="4829630" y="766174"/>
                  </a:lnTo>
                  <a:lnTo>
                    <a:pt x="4830289" y="766174"/>
                  </a:lnTo>
                  <a:lnTo>
                    <a:pt x="4830383" y="766174"/>
                  </a:lnTo>
                  <a:lnTo>
                    <a:pt x="4830948" y="766174"/>
                  </a:lnTo>
                  <a:lnTo>
                    <a:pt x="4831137" y="766174"/>
                  </a:lnTo>
                  <a:lnTo>
                    <a:pt x="4831607" y="766174"/>
                  </a:lnTo>
                  <a:lnTo>
                    <a:pt x="4832078" y="761263"/>
                  </a:lnTo>
                  <a:lnTo>
                    <a:pt x="4832172" y="761263"/>
                  </a:lnTo>
                  <a:lnTo>
                    <a:pt x="4832266" y="761263"/>
                  </a:lnTo>
                  <a:lnTo>
                    <a:pt x="4832549" y="761263"/>
                  </a:lnTo>
                  <a:lnTo>
                    <a:pt x="4832831" y="761263"/>
                  </a:lnTo>
                  <a:lnTo>
                    <a:pt x="4832926" y="761263"/>
                  </a:lnTo>
                  <a:lnTo>
                    <a:pt x="4833020" y="761263"/>
                  </a:lnTo>
                  <a:lnTo>
                    <a:pt x="4833302" y="761263"/>
                  </a:lnTo>
                  <a:lnTo>
                    <a:pt x="4833867" y="761263"/>
                  </a:lnTo>
                  <a:lnTo>
                    <a:pt x="4834244" y="761263"/>
                  </a:lnTo>
                  <a:lnTo>
                    <a:pt x="4834809" y="761263"/>
                  </a:lnTo>
                  <a:lnTo>
                    <a:pt x="4834903" y="761263"/>
                  </a:lnTo>
                  <a:lnTo>
                    <a:pt x="4835185" y="761263"/>
                  </a:lnTo>
                  <a:lnTo>
                    <a:pt x="4835562" y="761263"/>
                  </a:lnTo>
                  <a:lnTo>
                    <a:pt x="4835656" y="761263"/>
                  </a:lnTo>
                  <a:lnTo>
                    <a:pt x="4835750" y="761263"/>
                  </a:lnTo>
                  <a:lnTo>
                    <a:pt x="4836127" y="761263"/>
                  </a:lnTo>
                  <a:lnTo>
                    <a:pt x="4836597" y="761263"/>
                  </a:lnTo>
                  <a:lnTo>
                    <a:pt x="4836692" y="761263"/>
                  </a:lnTo>
                  <a:lnTo>
                    <a:pt x="4836786" y="761263"/>
                  </a:lnTo>
                  <a:lnTo>
                    <a:pt x="4837162" y="761263"/>
                  </a:lnTo>
                  <a:lnTo>
                    <a:pt x="4837351" y="761263"/>
                  </a:lnTo>
                  <a:lnTo>
                    <a:pt x="4837445" y="761263"/>
                  </a:lnTo>
                  <a:lnTo>
                    <a:pt x="4837539" y="761263"/>
                  </a:lnTo>
                  <a:lnTo>
                    <a:pt x="4837633" y="761263"/>
                  </a:lnTo>
                  <a:lnTo>
                    <a:pt x="4837727" y="761263"/>
                  </a:lnTo>
                  <a:lnTo>
                    <a:pt x="4837821" y="761263"/>
                  </a:lnTo>
                  <a:lnTo>
                    <a:pt x="4838010" y="761263"/>
                  </a:lnTo>
                  <a:lnTo>
                    <a:pt x="4838480" y="761263"/>
                  </a:lnTo>
                  <a:lnTo>
                    <a:pt x="4838575" y="761263"/>
                  </a:lnTo>
                  <a:lnTo>
                    <a:pt x="4838669" y="761263"/>
                  </a:lnTo>
                  <a:lnTo>
                    <a:pt x="4838857" y="761263"/>
                  </a:lnTo>
                  <a:lnTo>
                    <a:pt x="4839328" y="761263"/>
                  </a:lnTo>
                  <a:lnTo>
                    <a:pt x="4839516" y="761263"/>
                  </a:lnTo>
                  <a:lnTo>
                    <a:pt x="4839610" y="761263"/>
                  </a:lnTo>
                  <a:lnTo>
                    <a:pt x="4839704" y="761263"/>
                  </a:lnTo>
                  <a:lnTo>
                    <a:pt x="4840269" y="761263"/>
                  </a:lnTo>
                  <a:lnTo>
                    <a:pt x="4840458" y="761263"/>
                  </a:lnTo>
                  <a:lnTo>
                    <a:pt x="4840552" y="761263"/>
                  </a:lnTo>
                  <a:lnTo>
                    <a:pt x="4840646" y="761263"/>
                  </a:lnTo>
                  <a:lnTo>
                    <a:pt x="4841023" y="761263"/>
                  </a:lnTo>
                  <a:lnTo>
                    <a:pt x="4841211" y="761263"/>
                  </a:lnTo>
                  <a:lnTo>
                    <a:pt x="4841305" y="761263"/>
                  </a:lnTo>
                  <a:lnTo>
                    <a:pt x="4841399" y="761263"/>
                  </a:lnTo>
                  <a:lnTo>
                    <a:pt x="4841588" y="761263"/>
                  </a:lnTo>
                  <a:lnTo>
                    <a:pt x="4841776" y="761263"/>
                  </a:lnTo>
                  <a:lnTo>
                    <a:pt x="4841870" y="761263"/>
                  </a:lnTo>
                  <a:lnTo>
                    <a:pt x="4841964" y="761263"/>
                  </a:lnTo>
                  <a:lnTo>
                    <a:pt x="4842152" y="761263"/>
                  </a:lnTo>
                  <a:lnTo>
                    <a:pt x="4842529" y="761263"/>
                  </a:lnTo>
                  <a:lnTo>
                    <a:pt x="4842906" y="761263"/>
                  </a:lnTo>
                  <a:lnTo>
                    <a:pt x="4843000" y="761263"/>
                  </a:lnTo>
                  <a:lnTo>
                    <a:pt x="4843000" y="756351"/>
                  </a:lnTo>
                  <a:lnTo>
                    <a:pt x="4843282" y="756351"/>
                  </a:lnTo>
                  <a:lnTo>
                    <a:pt x="4843565" y="756351"/>
                  </a:lnTo>
                  <a:lnTo>
                    <a:pt x="4843659" y="756351"/>
                  </a:lnTo>
                  <a:lnTo>
                    <a:pt x="4844035" y="756351"/>
                  </a:lnTo>
                  <a:lnTo>
                    <a:pt x="4844130" y="756351"/>
                  </a:lnTo>
                  <a:lnTo>
                    <a:pt x="4844412" y="756351"/>
                  </a:lnTo>
                  <a:lnTo>
                    <a:pt x="4844789" y="756351"/>
                  </a:lnTo>
                  <a:lnTo>
                    <a:pt x="4844883" y="756351"/>
                  </a:lnTo>
                  <a:lnTo>
                    <a:pt x="4844977" y="756351"/>
                  </a:lnTo>
                  <a:lnTo>
                    <a:pt x="4845165" y="756351"/>
                  </a:lnTo>
                  <a:lnTo>
                    <a:pt x="4845259" y="756351"/>
                  </a:lnTo>
                  <a:lnTo>
                    <a:pt x="4845354" y="756351"/>
                  </a:lnTo>
                  <a:lnTo>
                    <a:pt x="4845448" y="756351"/>
                  </a:lnTo>
                  <a:lnTo>
                    <a:pt x="4845824" y="751440"/>
                  </a:lnTo>
                  <a:lnTo>
                    <a:pt x="4846013" y="751440"/>
                  </a:lnTo>
                  <a:lnTo>
                    <a:pt x="4846295" y="751440"/>
                  </a:lnTo>
                  <a:lnTo>
                    <a:pt x="4846483" y="751440"/>
                  </a:lnTo>
                  <a:lnTo>
                    <a:pt x="4846954" y="746528"/>
                  </a:lnTo>
                  <a:lnTo>
                    <a:pt x="4847048" y="746528"/>
                  </a:lnTo>
                  <a:lnTo>
                    <a:pt x="4847613" y="746528"/>
                  </a:lnTo>
                  <a:lnTo>
                    <a:pt x="4847802" y="746528"/>
                  </a:lnTo>
                  <a:lnTo>
                    <a:pt x="4848178" y="746528"/>
                  </a:lnTo>
                  <a:lnTo>
                    <a:pt x="4848743" y="746528"/>
                  </a:lnTo>
                  <a:lnTo>
                    <a:pt x="4848837" y="746528"/>
                  </a:lnTo>
                  <a:lnTo>
                    <a:pt x="4849214" y="746528"/>
                  </a:lnTo>
                  <a:lnTo>
                    <a:pt x="4849402" y="746528"/>
                  </a:lnTo>
                  <a:lnTo>
                    <a:pt x="4849590" y="746528"/>
                  </a:lnTo>
                  <a:lnTo>
                    <a:pt x="4849873" y="746528"/>
                  </a:lnTo>
                  <a:lnTo>
                    <a:pt x="4850155" y="746528"/>
                  </a:lnTo>
                  <a:lnTo>
                    <a:pt x="4850532" y="746528"/>
                  </a:lnTo>
                  <a:lnTo>
                    <a:pt x="4850720" y="746528"/>
                  </a:lnTo>
                  <a:lnTo>
                    <a:pt x="4850814" y="746528"/>
                  </a:lnTo>
                  <a:lnTo>
                    <a:pt x="4850909" y="746528"/>
                  </a:lnTo>
                  <a:lnTo>
                    <a:pt x="4851379" y="746528"/>
                  </a:lnTo>
                  <a:lnTo>
                    <a:pt x="4851944" y="746528"/>
                  </a:lnTo>
                  <a:lnTo>
                    <a:pt x="4852038" y="746528"/>
                  </a:lnTo>
                  <a:lnTo>
                    <a:pt x="4852133" y="746528"/>
                  </a:lnTo>
                  <a:lnTo>
                    <a:pt x="4852415" y="746528"/>
                  </a:lnTo>
                  <a:lnTo>
                    <a:pt x="4852603" y="746528"/>
                  </a:lnTo>
                  <a:lnTo>
                    <a:pt x="4852697" y="746528"/>
                  </a:lnTo>
                  <a:lnTo>
                    <a:pt x="4852792" y="746528"/>
                  </a:lnTo>
                  <a:lnTo>
                    <a:pt x="4852886" y="746528"/>
                  </a:lnTo>
                  <a:lnTo>
                    <a:pt x="4852980" y="746528"/>
                  </a:lnTo>
                  <a:lnTo>
                    <a:pt x="4853074" y="746528"/>
                  </a:lnTo>
                  <a:lnTo>
                    <a:pt x="4853451" y="746528"/>
                  </a:lnTo>
                  <a:lnTo>
                    <a:pt x="4853827" y="746528"/>
                  </a:lnTo>
                  <a:lnTo>
                    <a:pt x="4854298" y="746528"/>
                  </a:lnTo>
                  <a:lnTo>
                    <a:pt x="4854486" y="746528"/>
                  </a:lnTo>
                  <a:lnTo>
                    <a:pt x="4854581" y="746528"/>
                  </a:lnTo>
                  <a:lnTo>
                    <a:pt x="4854863" y="746528"/>
                  </a:lnTo>
                  <a:lnTo>
                    <a:pt x="4854957" y="746528"/>
                  </a:lnTo>
                  <a:lnTo>
                    <a:pt x="4855051" y="746528"/>
                  </a:lnTo>
                  <a:lnTo>
                    <a:pt x="4855240" y="741617"/>
                  </a:lnTo>
                  <a:lnTo>
                    <a:pt x="4855334" y="741617"/>
                  </a:lnTo>
                  <a:lnTo>
                    <a:pt x="4855522" y="741617"/>
                  </a:lnTo>
                  <a:lnTo>
                    <a:pt x="4855710" y="741617"/>
                  </a:lnTo>
                  <a:lnTo>
                    <a:pt x="4856087" y="741617"/>
                  </a:lnTo>
                  <a:lnTo>
                    <a:pt x="4860324" y="736706"/>
                  </a:lnTo>
                  <a:lnTo>
                    <a:pt x="4860418" y="736706"/>
                  </a:lnTo>
                  <a:lnTo>
                    <a:pt x="4860512" y="736706"/>
                  </a:lnTo>
                  <a:lnTo>
                    <a:pt x="4860606" y="736706"/>
                  </a:lnTo>
                  <a:lnTo>
                    <a:pt x="4860700" y="736706"/>
                  </a:lnTo>
                  <a:lnTo>
                    <a:pt x="4860795" y="736706"/>
                  </a:lnTo>
                  <a:lnTo>
                    <a:pt x="4860889" y="736706"/>
                  </a:lnTo>
                  <a:lnTo>
                    <a:pt x="4860983" y="736706"/>
                  </a:lnTo>
                  <a:lnTo>
                    <a:pt x="4861077" y="736706"/>
                  </a:lnTo>
                  <a:lnTo>
                    <a:pt x="4861171" y="736706"/>
                  </a:lnTo>
                  <a:lnTo>
                    <a:pt x="4861265" y="736706"/>
                  </a:lnTo>
                  <a:lnTo>
                    <a:pt x="4861359" y="736706"/>
                  </a:lnTo>
                  <a:lnTo>
                    <a:pt x="4861454" y="736706"/>
                  </a:lnTo>
                  <a:lnTo>
                    <a:pt x="4861924" y="736706"/>
                  </a:lnTo>
                  <a:lnTo>
                    <a:pt x="4862019" y="736706"/>
                  </a:lnTo>
                  <a:lnTo>
                    <a:pt x="4862207" y="736706"/>
                  </a:lnTo>
                  <a:lnTo>
                    <a:pt x="4862395" y="736706"/>
                  </a:lnTo>
                  <a:lnTo>
                    <a:pt x="4862489" y="736706"/>
                  </a:lnTo>
                  <a:lnTo>
                    <a:pt x="4862583" y="736706"/>
                  </a:lnTo>
                  <a:lnTo>
                    <a:pt x="4862678" y="736706"/>
                  </a:lnTo>
                  <a:lnTo>
                    <a:pt x="4862772" y="736706"/>
                  </a:lnTo>
                  <a:lnTo>
                    <a:pt x="4863243" y="736706"/>
                  </a:lnTo>
                  <a:lnTo>
                    <a:pt x="4863619" y="736706"/>
                  </a:lnTo>
                  <a:lnTo>
                    <a:pt x="4863713" y="736706"/>
                  </a:lnTo>
                  <a:lnTo>
                    <a:pt x="4863996" y="731794"/>
                  </a:lnTo>
                  <a:lnTo>
                    <a:pt x="4864090" y="731794"/>
                  </a:lnTo>
                  <a:lnTo>
                    <a:pt x="4864278" y="731794"/>
                  </a:lnTo>
                  <a:lnTo>
                    <a:pt x="4864372" y="731794"/>
                  </a:lnTo>
                  <a:lnTo>
                    <a:pt x="4864467" y="731794"/>
                  </a:lnTo>
                  <a:lnTo>
                    <a:pt x="4864749" y="731794"/>
                  </a:lnTo>
                  <a:lnTo>
                    <a:pt x="4865126" y="731794"/>
                  </a:lnTo>
                  <a:lnTo>
                    <a:pt x="4865408" y="731794"/>
                  </a:lnTo>
                  <a:lnTo>
                    <a:pt x="4865502" y="731794"/>
                  </a:lnTo>
                  <a:lnTo>
                    <a:pt x="4866067" y="731794"/>
                  </a:lnTo>
                  <a:lnTo>
                    <a:pt x="4866444" y="731794"/>
                  </a:lnTo>
                  <a:lnTo>
                    <a:pt x="4866632" y="731794"/>
                  </a:lnTo>
                  <a:lnTo>
                    <a:pt x="4867009" y="731794"/>
                  </a:lnTo>
                  <a:lnTo>
                    <a:pt x="4867668" y="731794"/>
                  </a:lnTo>
                  <a:lnTo>
                    <a:pt x="4868044" y="731794"/>
                  </a:lnTo>
                  <a:lnTo>
                    <a:pt x="4868233" y="731794"/>
                  </a:lnTo>
                  <a:lnTo>
                    <a:pt x="4868515" y="731794"/>
                  </a:lnTo>
                  <a:lnTo>
                    <a:pt x="4869080" y="731794"/>
                  </a:lnTo>
                  <a:lnTo>
                    <a:pt x="4869457" y="731794"/>
                  </a:lnTo>
                  <a:lnTo>
                    <a:pt x="4869551" y="731794"/>
                  </a:lnTo>
                  <a:lnTo>
                    <a:pt x="4869927" y="731794"/>
                  </a:lnTo>
                  <a:lnTo>
                    <a:pt x="4870021" y="731794"/>
                  </a:lnTo>
                  <a:lnTo>
                    <a:pt x="4870398" y="731794"/>
                  </a:lnTo>
                  <a:lnTo>
                    <a:pt x="4870681" y="731794"/>
                  </a:lnTo>
                  <a:lnTo>
                    <a:pt x="4870775" y="731794"/>
                  </a:lnTo>
                  <a:lnTo>
                    <a:pt x="4870963" y="731794"/>
                  </a:lnTo>
                  <a:lnTo>
                    <a:pt x="4871057" y="731794"/>
                  </a:lnTo>
                  <a:lnTo>
                    <a:pt x="4871340" y="731794"/>
                  </a:lnTo>
                  <a:lnTo>
                    <a:pt x="4871622" y="731794"/>
                  </a:lnTo>
                  <a:lnTo>
                    <a:pt x="4871905" y="731794"/>
                  </a:lnTo>
                  <a:lnTo>
                    <a:pt x="4872187" y="731794"/>
                  </a:lnTo>
                  <a:lnTo>
                    <a:pt x="4872281" y="731794"/>
                  </a:lnTo>
                  <a:lnTo>
                    <a:pt x="4872469" y="731794"/>
                  </a:lnTo>
                  <a:lnTo>
                    <a:pt x="4872564" y="731794"/>
                  </a:lnTo>
                  <a:lnTo>
                    <a:pt x="4872752" y="731794"/>
                  </a:lnTo>
                  <a:lnTo>
                    <a:pt x="4872846" y="731794"/>
                  </a:lnTo>
                  <a:lnTo>
                    <a:pt x="4873034" y="731794"/>
                  </a:lnTo>
                  <a:lnTo>
                    <a:pt x="4873411" y="731794"/>
                  </a:lnTo>
                  <a:lnTo>
                    <a:pt x="4873976" y="731794"/>
                  </a:lnTo>
                  <a:lnTo>
                    <a:pt x="4874070" y="731794"/>
                  </a:lnTo>
                  <a:lnTo>
                    <a:pt x="4874352" y="731794"/>
                  </a:lnTo>
                  <a:lnTo>
                    <a:pt x="4874729" y="731794"/>
                  </a:lnTo>
                  <a:lnTo>
                    <a:pt x="4874729" y="726883"/>
                  </a:lnTo>
                  <a:lnTo>
                    <a:pt x="4874917" y="726883"/>
                  </a:lnTo>
                  <a:lnTo>
                    <a:pt x="4875012" y="726883"/>
                  </a:lnTo>
                  <a:lnTo>
                    <a:pt x="4875482" y="726883"/>
                  </a:lnTo>
                  <a:lnTo>
                    <a:pt x="4876236" y="726883"/>
                  </a:lnTo>
                  <a:lnTo>
                    <a:pt x="4876330" y="726883"/>
                  </a:lnTo>
                  <a:lnTo>
                    <a:pt x="4876424" y="726883"/>
                  </a:lnTo>
                  <a:lnTo>
                    <a:pt x="4876800" y="726883"/>
                  </a:lnTo>
                  <a:lnTo>
                    <a:pt x="4877083" y="726883"/>
                  </a:lnTo>
                  <a:lnTo>
                    <a:pt x="4877648" y="726883"/>
                  </a:lnTo>
                  <a:lnTo>
                    <a:pt x="4878024" y="726883"/>
                  </a:lnTo>
                  <a:lnTo>
                    <a:pt x="4878213" y="726883"/>
                  </a:lnTo>
                  <a:lnTo>
                    <a:pt x="4878495" y="726883"/>
                  </a:lnTo>
                  <a:lnTo>
                    <a:pt x="4878778" y="726883"/>
                  </a:lnTo>
                  <a:lnTo>
                    <a:pt x="4878966" y="726883"/>
                  </a:lnTo>
                  <a:lnTo>
                    <a:pt x="4880002" y="726883"/>
                  </a:lnTo>
                  <a:lnTo>
                    <a:pt x="4880284" y="726883"/>
                  </a:lnTo>
                  <a:lnTo>
                    <a:pt x="4880378" y="726883"/>
                  </a:lnTo>
                  <a:lnTo>
                    <a:pt x="4880472" y="726883"/>
                  </a:lnTo>
                  <a:lnTo>
                    <a:pt x="4880567" y="726883"/>
                  </a:lnTo>
                  <a:lnTo>
                    <a:pt x="4880849" y="726883"/>
                  </a:lnTo>
                  <a:lnTo>
                    <a:pt x="4881037" y="726883"/>
                  </a:lnTo>
                  <a:lnTo>
                    <a:pt x="4881791" y="726883"/>
                  </a:lnTo>
                  <a:lnTo>
                    <a:pt x="4881885" y="726883"/>
                  </a:lnTo>
                  <a:lnTo>
                    <a:pt x="4882073" y="726883"/>
                  </a:lnTo>
                  <a:lnTo>
                    <a:pt x="4882073" y="721972"/>
                  </a:lnTo>
                  <a:lnTo>
                    <a:pt x="4882826" y="721972"/>
                  </a:lnTo>
                  <a:lnTo>
                    <a:pt x="4883109" y="721972"/>
                  </a:lnTo>
                  <a:lnTo>
                    <a:pt x="4883297" y="721972"/>
                  </a:lnTo>
                  <a:lnTo>
                    <a:pt x="4883579" y="721972"/>
                  </a:lnTo>
                  <a:lnTo>
                    <a:pt x="4884521" y="721972"/>
                  </a:lnTo>
                  <a:lnTo>
                    <a:pt x="4884615" y="721972"/>
                  </a:lnTo>
                  <a:lnTo>
                    <a:pt x="4884803" y="721972"/>
                  </a:lnTo>
                  <a:lnTo>
                    <a:pt x="4884898" y="721972"/>
                  </a:lnTo>
                  <a:lnTo>
                    <a:pt x="4885086" y="721972"/>
                  </a:lnTo>
                  <a:lnTo>
                    <a:pt x="4885180" y="721972"/>
                  </a:lnTo>
                  <a:lnTo>
                    <a:pt x="4885274" y="721972"/>
                  </a:lnTo>
                  <a:lnTo>
                    <a:pt x="4885557" y="721972"/>
                  </a:lnTo>
                  <a:lnTo>
                    <a:pt x="4885745" y="721972"/>
                  </a:lnTo>
                  <a:lnTo>
                    <a:pt x="4886216" y="721972"/>
                  </a:lnTo>
                  <a:lnTo>
                    <a:pt x="4886404" y="721972"/>
                  </a:lnTo>
                  <a:lnTo>
                    <a:pt x="4886592" y="721972"/>
                  </a:lnTo>
                  <a:lnTo>
                    <a:pt x="4886781" y="721972"/>
                  </a:lnTo>
                  <a:lnTo>
                    <a:pt x="4886875" y="721972"/>
                  </a:lnTo>
                  <a:lnTo>
                    <a:pt x="4887157" y="721972"/>
                  </a:lnTo>
                  <a:lnTo>
                    <a:pt x="4887251" y="721972"/>
                  </a:lnTo>
                  <a:lnTo>
                    <a:pt x="4888005" y="721972"/>
                  </a:lnTo>
                  <a:lnTo>
                    <a:pt x="4888193" y="721972"/>
                  </a:lnTo>
                  <a:lnTo>
                    <a:pt x="4888287" y="721972"/>
                  </a:lnTo>
                  <a:lnTo>
                    <a:pt x="4888569" y="721972"/>
                  </a:lnTo>
                  <a:lnTo>
                    <a:pt x="4888664" y="721972"/>
                  </a:lnTo>
                  <a:lnTo>
                    <a:pt x="4888758" y="721972"/>
                  </a:lnTo>
                  <a:lnTo>
                    <a:pt x="4888852" y="721972"/>
                  </a:lnTo>
                  <a:lnTo>
                    <a:pt x="4889229" y="721972"/>
                  </a:lnTo>
                  <a:lnTo>
                    <a:pt x="4890170" y="721972"/>
                  </a:lnTo>
                  <a:lnTo>
                    <a:pt x="4890264" y="721972"/>
                  </a:lnTo>
                  <a:lnTo>
                    <a:pt x="4890641" y="721972"/>
                  </a:lnTo>
                  <a:lnTo>
                    <a:pt x="4891112" y="721972"/>
                  </a:lnTo>
                  <a:lnTo>
                    <a:pt x="4891488" y="717060"/>
                  </a:lnTo>
                  <a:lnTo>
                    <a:pt x="4891582" y="717060"/>
                  </a:lnTo>
                  <a:lnTo>
                    <a:pt x="4892053" y="717060"/>
                  </a:lnTo>
                  <a:lnTo>
                    <a:pt x="4892147" y="717060"/>
                  </a:lnTo>
                  <a:lnTo>
                    <a:pt x="4892241" y="717060"/>
                  </a:lnTo>
                  <a:lnTo>
                    <a:pt x="4892524" y="717060"/>
                  </a:lnTo>
                  <a:lnTo>
                    <a:pt x="4893089" y="717060"/>
                  </a:lnTo>
                  <a:lnTo>
                    <a:pt x="4893183" y="717060"/>
                  </a:lnTo>
                  <a:lnTo>
                    <a:pt x="4893277" y="717060"/>
                  </a:lnTo>
                  <a:lnTo>
                    <a:pt x="4893371" y="717060"/>
                  </a:lnTo>
                  <a:lnTo>
                    <a:pt x="4893654" y="717060"/>
                  </a:lnTo>
                  <a:lnTo>
                    <a:pt x="4893748" y="717060"/>
                  </a:lnTo>
                  <a:lnTo>
                    <a:pt x="4894124" y="712149"/>
                  </a:lnTo>
                  <a:lnTo>
                    <a:pt x="4894501" y="712149"/>
                  </a:lnTo>
                  <a:lnTo>
                    <a:pt x="4894595" y="712149"/>
                  </a:lnTo>
                  <a:lnTo>
                    <a:pt x="4894972" y="712149"/>
                  </a:lnTo>
                  <a:lnTo>
                    <a:pt x="4895443" y="712149"/>
                  </a:lnTo>
                  <a:lnTo>
                    <a:pt x="4895537" y="712149"/>
                  </a:lnTo>
                  <a:lnTo>
                    <a:pt x="4896102" y="712149"/>
                  </a:lnTo>
                  <a:lnTo>
                    <a:pt x="4896384" y="712149"/>
                  </a:lnTo>
                  <a:lnTo>
                    <a:pt x="4896478" y="712149"/>
                  </a:lnTo>
                  <a:lnTo>
                    <a:pt x="4897326" y="712149"/>
                  </a:lnTo>
                  <a:lnTo>
                    <a:pt x="4897420" y="712149"/>
                  </a:lnTo>
                  <a:lnTo>
                    <a:pt x="4897514" y="712149"/>
                  </a:lnTo>
                  <a:lnTo>
                    <a:pt x="4897702" y="712149"/>
                  </a:lnTo>
                  <a:lnTo>
                    <a:pt x="4897985" y="707237"/>
                  </a:lnTo>
                  <a:lnTo>
                    <a:pt x="4898079" y="707237"/>
                  </a:lnTo>
                  <a:lnTo>
                    <a:pt x="4898267" y="707237"/>
                  </a:lnTo>
                  <a:lnTo>
                    <a:pt x="4898550" y="707237"/>
                  </a:lnTo>
                  <a:lnTo>
                    <a:pt x="4898644" y="707237"/>
                  </a:lnTo>
                  <a:lnTo>
                    <a:pt x="4898832" y="707237"/>
                  </a:lnTo>
                  <a:lnTo>
                    <a:pt x="4898926" y="707237"/>
                  </a:lnTo>
                  <a:lnTo>
                    <a:pt x="4899585" y="707237"/>
                  </a:lnTo>
                  <a:lnTo>
                    <a:pt x="4900056" y="707237"/>
                  </a:lnTo>
                  <a:lnTo>
                    <a:pt x="4900715" y="707237"/>
                  </a:lnTo>
                  <a:lnTo>
                    <a:pt x="4900809" y="707237"/>
                  </a:lnTo>
                  <a:lnTo>
                    <a:pt x="4900903" y="707237"/>
                  </a:lnTo>
                  <a:lnTo>
                    <a:pt x="4901280" y="707237"/>
                  </a:lnTo>
                  <a:lnTo>
                    <a:pt x="4901280" y="702326"/>
                  </a:lnTo>
                  <a:lnTo>
                    <a:pt x="4901657" y="702326"/>
                  </a:lnTo>
                  <a:lnTo>
                    <a:pt x="4901845" y="702326"/>
                  </a:lnTo>
                  <a:lnTo>
                    <a:pt x="4901939" y="702326"/>
                  </a:lnTo>
                  <a:lnTo>
                    <a:pt x="4902316" y="702326"/>
                  </a:lnTo>
                  <a:lnTo>
                    <a:pt x="4902504" y="702326"/>
                  </a:lnTo>
                  <a:lnTo>
                    <a:pt x="4902692" y="702326"/>
                  </a:lnTo>
                  <a:lnTo>
                    <a:pt x="4903257" y="702326"/>
                  </a:lnTo>
                  <a:lnTo>
                    <a:pt x="4903540" y="702326"/>
                  </a:lnTo>
                  <a:lnTo>
                    <a:pt x="4903728" y="702326"/>
                  </a:lnTo>
                  <a:lnTo>
                    <a:pt x="4903822" y="702326"/>
                  </a:lnTo>
                  <a:lnTo>
                    <a:pt x="4903916" y="702326"/>
                  </a:lnTo>
                  <a:lnTo>
                    <a:pt x="4904010" y="702326"/>
                  </a:lnTo>
                  <a:lnTo>
                    <a:pt x="4904105" y="702326"/>
                  </a:lnTo>
                  <a:lnTo>
                    <a:pt x="4904293" y="702326"/>
                  </a:lnTo>
                  <a:lnTo>
                    <a:pt x="4904387" y="697415"/>
                  </a:lnTo>
                  <a:lnTo>
                    <a:pt x="4904764" y="697415"/>
                  </a:lnTo>
                  <a:lnTo>
                    <a:pt x="4904952" y="697415"/>
                  </a:lnTo>
                  <a:lnTo>
                    <a:pt x="4905517" y="697415"/>
                  </a:lnTo>
                  <a:lnTo>
                    <a:pt x="4905893" y="697415"/>
                  </a:lnTo>
                  <a:lnTo>
                    <a:pt x="4905988" y="697415"/>
                  </a:lnTo>
                  <a:lnTo>
                    <a:pt x="4906364" y="687592"/>
                  </a:lnTo>
                  <a:lnTo>
                    <a:pt x="4906647" y="687592"/>
                  </a:lnTo>
                  <a:lnTo>
                    <a:pt x="4906929" y="687592"/>
                  </a:lnTo>
                  <a:lnTo>
                    <a:pt x="4907212" y="687592"/>
                  </a:lnTo>
                  <a:lnTo>
                    <a:pt x="4907306" y="687592"/>
                  </a:lnTo>
                  <a:lnTo>
                    <a:pt x="4907400" y="682681"/>
                  </a:lnTo>
                  <a:lnTo>
                    <a:pt x="4907777" y="682681"/>
                  </a:lnTo>
                  <a:lnTo>
                    <a:pt x="4907965" y="682681"/>
                  </a:lnTo>
                  <a:lnTo>
                    <a:pt x="4908341" y="682681"/>
                  </a:lnTo>
                  <a:lnTo>
                    <a:pt x="4908436" y="682681"/>
                  </a:lnTo>
                  <a:lnTo>
                    <a:pt x="4908906" y="682681"/>
                  </a:lnTo>
                  <a:lnTo>
                    <a:pt x="4909377" y="682681"/>
                  </a:lnTo>
                  <a:lnTo>
                    <a:pt x="4909471" y="682681"/>
                  </a:lnTo>
                  <a:lnTo>
                    <a:pt x="4909565" y="682681"/>
                  </a:lnTo>
                  <a:lnTo>
                    <a:pt x="4909660" y="682681"/>
                  </a:lnTo>
                  <a:lnTo>
                    <a:pt x="4909754" y="682681"/>
                  </a:lnTo>
                  <a:lnTo>
                    <a:pt x="4909848" y="682681"/>
                  </a:lnTo>
                  <a:lnTo>
                    <a:pt x="4910224" y="682681"/>
                  </a:lnTo>
                  <a:lnTo>
                    <a:pt x="4910884" y="682681"/>
                  </a:lnTo>
                  <a:lnTo>
                    <a:pt x="4911260" y="682681"/>
                  </a:lnTo>
                  <a:lnTo>
                    <a:pt x="4911448" y="682681"/>
                  </a:lnTo>
                  <a:lnTo>
                    <a:pt x="4911543" y="682681"/>
                  </a:lnTo>
                  <a:lnTo>
                    <a:pt x="4911825" y="682681"/>
                  </a:lnTo>
                  <a:lnTo>
                    <a:pt x="4912955" y="677769"/>
                  </a:lnTo>
                  <a:lnTo>
                    <a:pt x="4913049" y="677769"/>
                  </a:lnTo>
                  <a:lnTo>
                    <a:pt x="4913331" y="677769"/>
                  </a:lnTo>
                  <a:lnTo>
                    <a:pt x="4913426" y="677769"/>
                  </a:lnTo>
                  <a:lnTo>
                    <a:pt x="4914085" y="677769"/>
                  </a:lnTo>
                  <a:lnTo>
                    <a:pt x="4914179" y="677769"/>
                  </a:lnTo>
                  <a:lnTo>
                    <a:pt x="4914367" y="677769"/>
                  </a:lnTo>
                  <a:lnTo>
                    <a:pt x="4914555" y="677769"/>
                  </a:lnTo>
                  <a:lnTo>
                    <a:pt x="4914744" y="677769"/>
                  </a:lnTo>
                  <a:lnTo>
                    <a:pt x="4914932" y="677769"/>
                  </a:lnTo>
                  <a:lnTo>
                    <a:pt x="4915215" y="677769"/>
                  </a:lnTo>
                  <a:lnTo>
                    <a:pt x="4915497" y="677769"/>
                  </a:lnTo>
                  <a:lnTo>
                    <a:pt x="4915685" y="677769"/>
                  </a:lnTo>
                  <a:lnTo>
                    <a:pt x="4915968" y="677769"/>
                  </a:lnTo>
                  <a:lnTo>
                    <a:pt x="4916156" y="677769"/>
                  </a:lnTo>
                  <a:lnTo>
                    <a:pt x="4916250" y="677769"/>
                  </a:lnTo>
                  <a:lnTo>
                    <a:pt x="4916344" y="677769"/>
                  </a:lnTo>
                  <a:lnTo>
                    <a:pt x="4916439" y="677769"/>
                  </a:lnTo>
                  <a:lnTo>
                    <a:pt x="4916909" y="672858"/>
                  </a:lnTo>
                  <a:lnTo>
                    <a:pt x="4917003" y="672858"/>
                  </a:lnTo>
                  <a:lnTo>
                    <a:pt x="4917098" y="672858"/>
                  </a:lnTo>
                  <a:lnTo>
                    <a:pt x="4917757" y="672858"/>
                  </a:lnTo>
                  <a:lnTo>
                    <a:pt x="4917945" y="672858"/>
                  </a:lnTo>
                  <a:lnTo>
                    <a:pt x="4918227" y="672858"/>
                  </a:lnTo>
                  <a:lnTo>
                    <a:pt x="4918322" y="672858"/>
                  </a:lnTo>
                  <a:lnTo>
                    <a:pt x="4918416" y="672858"/>
                  </a:lnTo>
                  <a:lnTo>
                    <a:pt x="4918604" y="672858"/>
                  </a:lnTo>
                  <a:lnTo>
                    <a:pt x="4919357" y="672858"/>
                  </a:lnTo>
                  <a:lnTo>
                    <a:pt x="4919451" y="672858"/>
                  </a:lnTo>
                  <a:lnTo>
                    <a:pt x="4919640" y="672858"/>
                  </a:lnTo>
                  <a:lnTo>
                    <a:pt x="4919734" y="672858"/>
                  </a:lnTo>
                  <a:lnTo>
                    <a:pt x="4919922" y="672858"/>
                  </a:lnTo>
                  <a:lnTo>
                    <a:pt x="4920581" y="672858"/>
                  </a:lnTo>
                  <a:lnTo>
                    <a:pt x="4920581" y="667946"/>
                  </a:lnTo>
                  <a:lnTo>
                    <a:pt x="4920675" y="667946"/>
                  </a:lnTo>
                  <a:lnTo>
                    <a:pt x="4921146" y="667946"/>
                  </a:lnTo>
                  <a:lnTo>
                    <a:pt x="4922370" y="667946"/>
                  </a:lnTo>
                  <a:lnTo>
                    <a:pt x="4922558" y="667946"/>
                  </a:lnTo>
                  <a:lnTo>
                    <a:pt x="4922935" y="667946"/>
                  </a:lnTo>
                  <a:lnTo>
                    <a:pt x="4923029" y="667946"/>
                  </a:lnTo>
                  <a:lnTo>
                    <a:pt x="4923123" y="667946"/>
                  </a:lnTo>
                  <a:lnTo>
                    <a:pt x="4923217" y="667946"/>
                  </a:lnTo>
                  <a:lnTo>
                    <a:pt x="4923312" y="667946"/>
                  </a:lnTo>
                  <a:lnTo>
                    <a:pt x="4923594" y="667946"/>
                  </a:lnTo>
                  <a:lnTo>
                    <a:pt x="4923688" y="667946"/>
                  </a:lnTo>
                  <a:lnTo>
                    <a:pt x="4923782" y="667946"/>
                  </a:lnTo>
                  <a:lnTo>
                    <a:pt x="4923877" y="667946"/>
                  </a:lnTo>
                  <a:lnTo>
                    <a:pt x="4923971" y="667946"/>
                  </a:lnTo>
                  <a:lnTo>
                    <a:pt x="4924065" y="667946"/>
                  </a:lnTo>
                  <a:lnTo>
                    <a:pt x="4924253" y="667946"/>
                  </a:lnTo>
                  <a:lnTo>
                    <a:pt x="4924536" y="667946"/>
                  </a:lnTo>
                  <a:lnTo>
                    <a:pt x="4924912" y="667946"/>
                  </a:lnTo>
                  <a:lnTo>
                    <a:pt x="4925101" y="667946"/>
                  </a:lnTo>
                  <a:lnTo>
                    <a:pt x="4925383" y="667946"/>
                  </a:lnTo>
                  <a:lnTo>
                    <a:pt x="4926042" y="663035"/>
                  </a:lnTo>
                  <a:lnTo>
                    <a:pt x="4926136" y="663035"/>
                  </a:lnTo>
                  <a:lnTo>
                    <a:pt x="4926419" y="663035"/>
                  </a:lnTo>
                  <a:lnTo>
                    <a:pt x="4926889" y="663035"/>
                  </a:lnTo>
                  <a:lnTo>
                    <a:pt x="4927078" y="663035"/>
                  </a:lnTo>
                  <a:lnTo>
                    <a:pt x="4927172" y="663035"/>
                  </a:lnTo>
                  <a:lnTo>
                    <a:pt x="4927454" y="663035"/>
                  </a:lnTo>
                  <a:lnTo>
                    <a:pt x="4927643" y="663035"/>
                  </a:lnTo>
                  <a:lnTo>
                    <a:pt x="4927925" y="663035"/>
                  </a:lnTo>
                  <a:lnTo>
                    <a:pt x="4928113" y="663035"/>
                  </a:lnTo>
                  <a:lnTo>
                    <a:pt x="4928490" y="663035"/>
                  </a:lnTo>
                  <a:lnTo>
                    <a:pt x="4928584" y="663035"/>
                  </a:lnTo>
                  <a:lnTo>
                    <a:pt x="4929337" y="663035"/>
                  </a:lnTo>
                  <a:lnTo>
                    <a:pt x="4929620" y="663035"/>
                  </a:lnTo>
                  <a:lnTo>
                    <a:pt x="4929714" y="663035"/>
                  </a:lnTo>
                  <a:lnTo>
                    <a:pt x="4930467" y="663035"/>
                  </a:lnTo>
                  <a:lnTo>
                    <a:pt x="4930844" y="663035"/>
                  </a:lnTo>
                  <a:lnTo>
                    <a:pt x="4930938" y="663035"/>
                  </a:lnTo>
                  <a:lnTo>
                    <a:pt x="4931032" y="663035"/>
                  </a:lnTo>
                  <a:lnTo>
                    <a:pt x="4931220" y="663035"/>
                  </a:lnTo>
                  <a:lnTo>
                    <a:pt x="4931691" y="663035"/>
                  </a:lnTo>
                  <a:lnTo>
                    <a:pt x="4931785" y="663035"/>
                  </a:lnTo>
                  <a:lnTo>
                    <a:pt x="4932256" y="663035"/>
                  </a:lnTo>
                  <a:lnTo>
                    <a:pt x="4932350" y="663035"/>
                  </a:lnTo>
                  <a:lnTo>
                    <a:pt x="4932444" y="663035"/>
                  </a:lnTo>
                  <a:lnTo>
                    <a:pt x="4933198" y="663035"/>
                  </a:lnTo>
                  <a:lnTo>
                    <a:pt x="4933292" y="663035"/>
                  </a:lnTo>
                  <a:lnTo>
                    <a:pt x="4933574" y="663035"/>
                  </a:lnTo>
                  <a:lnTo>
                    <a:pt x="4933763" y="663035"/>
                  </a:lnTo>
                  <a:lnTo>
                    <a:pt x="4933857" y="663035"/>
                  </a:lnTo>
                  <a:lnTo>
                    <a:pt x="4934139" y="663035"/>
                  </a:lnTo>
                  <a:lnTo>
                    <a:pt x="4934233" y="663035"/>
                  </a:lnTo>
                  <a:lnTo>
                    <a:pt x="4934422" y="663035"/>
                  </a:lnTo>
                  <a:lnTo>
                    <a:pt x="4934516" y="663035"/>
                  </a:lnTo>
                  <a:lnTo>
                    <a:pt x="4934986" y="658124"/>
                  </a:lnTo>
                  <a:lnTo>
                    <a:pt x="4935081" y="658124"/>
                  </a:lnTo>
                  <a:lnTo>
                    <a:pt x="4935175" y="658124"/>
                  </a:lnTo>
                  <a:lnTo>
                    <a:pt x="4935646" y="658124"/>
                  </a:lnTo>
                  <a:lnTo>
                    <a:pt x="4935834" y="658124"/>
                  </a:lnTo>
                  <a:lnTo>
                    <a:pt x="4935928" y="658124"/>
                  </a:lnTo>
                  <a:lnTo>
                    <a:pt x="4936210" y="658124"/>
                  </a:lnTo>
                  <a:lnTo>
                    <a:pt x="4936305" y="658124"/>
                  </a:lnTo>
                  <a:lnTo>
                    <a:pt x="4936587" y="658124"/>
                  </a:lnTo>
                  <a:lnTo>
                    <a:pt x="4936775" y="658124"/>
                  </a:lnTo>
                  <a:lnTo>
                    <a:pt x="4936870" y="658124"/>
                  </a:lnTo>
                  <a:lnTo>
                    <a:pt x="4937623" y="658124"/>
                  </a:lnTo>
                  <a:lnTo>
                    <a:pt x="4937811" y="658124"/>
                  </a:lnTo>
                  <a:lnTo>
                    <a:pt x="4937905" y="658124"/>
                  </a:lnTo>
                  <a:lnTo>
                    <a:pt x="4938282" y="658124"/>
                  </a:lnTo>
                  <a:lnTo>
                    <a:pt x="4938376" y="658124"/>
                  </a:lnTo>
                  <a:lnTo>
                    <a:pt x="4938470" y="658124"/>
                  </a:lnTo>
                  <a:lnTo>
                    <a:pt x="4938941" y="658124"/>
                  </a:lnTo>
                  <a:lnTo>
                    <a:pt x="4939506" y="658124"/>
                  </a:lnTo>
                  <a:lnTo>
                    <a:pt x="4940071" y="658124"/>
                  </a:lnTo>
                  <a:lnTo>
                    <a:pt x="4940541" y="658124"/>
                  </a:lnTo>
                  <a:lnTo>
                    <a:pt x="4940636" y="658124"/>
                  </a:lnTo>
                  <a:lnTo>
                    <a:pt x="4940730" y="658124"/>
                  </a:lnTo>
                  <a:lnTo>
                    <a:pt x="4940824" y="658124"/>
                  </a:lnTo>
                  <a:lnTo>
                    <a:pt x="4941106" y="653212"/>
                  </a:lnTo>
                  <a:lnTo>
                    <a:pt x="4941201" y="653212"/>
                  </a:lnTo>
                  <a:lnTo>
                    <a:pt x="4941295" y="653212"/>
                  </a:lnTo>
                  <a:lnTo>
                    <a:pt x="4941954" y="653212"/>
                  </a:lnTo>
                  <a:lnTo>
                    <a:pt x="4942330" y="653212"/>
                  </a:lnTo>
                  <a:lnTo>
                    <a:pt x="4942425" y="653212"/>
                  </a:lnTo>
                  <a:lnTo>
                    <a:pt x="4942707" y="653212"/>
                  </a:lnTo>
                  <a:lnTo>
                    <a:pt x="4942895" y="653212"/>
                  </a:lnTo>
                  <a:lnTo>
                    <a:pt x="4943178" y="653212"/>
                  </a:lnTo>
                  <a:lnTo>
                    <a:pt x="4943460" y="653212"/>
                  </a:lnTo>
                  <a:lnTo>
                    <a:pt x="4943743" y="653212"/>
                  </a:lnTo>
                  <a:lnTo>
                    <a:pt x="4943837" y="653212"/>
                  </a:lnTo>
                  <a:lnTo>
                    <a:pt x="4944119" y="653212"/>
                  </a:lnTo>
                  <a:lnTo>
                    <a:pt x="4944308" y="653212"/>
                  </a:lnTo>
                  <a:lnTo>
                    <a:pt x="4944496" y="653212"/>
                  </a:lnTo>
                  <a:lnTo>
                    <a:pt x="4944590" y="653212"/>
                  </a:lnTo>
                  <a:lnTo>
                    <a:pt x="4944684" y="653212"/>
                  </a:lnTo>
                  <a:lnTo>
                    <a:pt x="4945061" y="653212"/>
                  </a:lnTo>
                  <a:lnTo>
                    <a:pt x="4945155" y="653212"/>
                  </a:lnTo>
                  <a:lnTo>
                    <a:pt x="4945249" y="653212"/>
                  </a:lnTo>
                  <a:lnTo>
                    <a:pt x="4945908" y="653212"/>
                  </a:lnTo>
                  <a:lnTo>
                    <a:pt x="4946096" y="653212"/>
                  </a:lnTo>
                  <a:lnTo>
                    <a:pt x="4946191" y="653212"/>
                  </a:lnTo>
                  <a:lnTo>
                    <a:pt x="4946567" y="653212"/>
                  </a:lnTo>
                  <a:lnTo>
                    <a:pt x="4946756" y="653212"/>
                  </a:lnTo>
                  <a:lnTo>
                    <a:pt x="4946944" y="653212"/>
                  </a:lnTo>
                  <a:lnTo>
                    <a:pt x="4946944" y="648301"/>
                  </a:lnTo>
                  <a:lnTo>
                    <a:pt x="4947603" y="648301"/>
                  </a:lnTo>
                  <a:lnTo>
                    <a:pt x="4947791" y="648301"/>
                  </a:lnTo>
                  <a:lnTo>
                    <a:pt x="4948074" y="648301"/>
                  </a:lnTo>
                  <a:lnTo>
                    <a:pt x="4948356" y="648301"/>
                  </a:lnTo>
                  <a:lnTo>
                    <a:pt x="4948450" y="648301"/>
                  </a:lnTo>
                  <a:lnTo>
                    <a:pt x="4948921" y="648301"/>
                  </a:lnTo>
                  <a:lnTo>
                    <a:pt x="4949109" y="648301"/>
                  </a:lnTo>
                  <a:lnTo>
                    <a:pt x="4949486" y="648301"/>
                  </a:lnTo>
                  <a:lnTo>
                    <a:pt x="4949957" y="648301"/>
                  </a:lnTo>
                  <a:lnTo>
                    <a:pt x="4950051" y="648301"/>
                  </a:lnTo>
                  <a:lnTo>
                    <a:pt x="4950239" y="648301"/>
                  </a:lnTo>
                  <a:lnTo>
                    <a:pt x="4950616" y="648301"/>
                  </a:lnTo>
                  <a:lnTo>
                    <a:pt x="4950710" y="648301"/>
                  </a:lnTo>
                  <a:lnTo>
                    <a:pt x="4950898" y="648301"/>
                  </a:lnTo>
                  <a:lnTo>
                    <a:pt x="4951087" y="648301"/>
                  </a:lnTo>
                  <a:lnTo>
                    <a:pt x="4951557" y="648301"/>
                  </a:lnTo>
                  <a:lnTo>
                    <a:pt x="4951651" y="648301"/>
                  </a:lnTo>
                  <a:lnTo>
                    <a:pt x="4951746" y="648301"/>
                  </a:lnTo>
                  <a:lnTo>
                    <a:pt x="4952028" y="648301"/>
                  </a:lnTo>
                  <a:lnTo>
                    <a:pt x="4952122" y="648301"/>
                  </a:lnTo>
                  <a:lnTo>
                    <a:pt x="4952216" y="648301"/>
                  </a:lnTo>
                  <a:lnTo>
                    <a:pt x="4952310" y="648301"/>
                  </a:lnTo>
                  <a:lnTo>
                    <a:pt x="4952687" y="648301"/>
                  </a:lnTo>
                  <a:lnTo>
                    <a:pt x="4953064" y="648301"/>
                  </a:lnTo>
                  <a:lnTo>
                    <a:pt x="4953252" y="648301"/>
                  </a:lnTo>
                  <a:lnTo>
                    <a:pt x="4953440" y="648301"/>
                  </a:lnTo>
                  <a:lnTo>
                    <a:pt x="4954194" y="648301"/>
                  </a:lnTo>
                  <a:lnTo>
                    <a:pt x="4954288" y="648301"/>
                  </a:lnTo>
                  <a:lnTo>
                    <a:pt x="4954570" y="648301"/>
                  </a:lnTo>
                  <a:lnTo>
                    <a:pt x="4954664" y="648301"/>
                  </a:lnTo>
                  <a:lnTo>
                    <a:pt x="4955323" y="643390"/>
                  </a:lnTo>
                  <a:lnTo>
                    <a:pt x="4955418" y="643390"/>
                  </a:lnTo>
                  <a:lnTo>
                    <a:pt x="4955512" y="643390"/>
                  </a:lnTo>
                  <a:lnTo>
                    <a:pt x="4955606" y="643390"/>
                  </a:lnTo>
                  <a:lnTo>
                    <a:pt x="4955700" y="643390"/>
                  </a:lnTo>
                  <a:lnTo>
                    <a:pt x="4955794" y="643390"/>
                  </a:lnTo>
                  <a:lnTo>
                    <a:pt x="4955888" y="643390"/>
                  </a:lnTo>
                  <a:lnTo>
                    <a:pt x="4956265" y="643390"/>
                  </a:lnTo>
                  <a:lnTo>
                    <a:pt x="4956359" y="643390"/>
                  </a:lnTo>
                  <a:lnTo>
                    <a:pt x="4956453" y="643390"/>
                  </a:lnTo>
                  <a:lnTo>
                    <a:pt x="4956547" y="643390"/>
                  </a:lnTo>
                  <a:lnTo>
                    <a:pt x="4956641" y="643390"/>
                  </a:lnTo>
                  <a:lnTo>
                    <a:pt x="4956924" y="643390"/>
                  </a:lnTo>
                  <a:lnTo>
                    <a:pt x="4957018" y="643390"/>
                  </a:lnTo>
                  <a:lnTo>
                    <a:pt x="4957395" y="643390"/>
                  </a:lnTo>
                  <a:lnTo>
                    <a:pt x="4957771" y="643390"/>
                  </a:lnTo>
                  <a:lnTo>
                    <a:pt x="4957960" y="643390"/>
                  </a:lnTo>
                  <a:lnTo>
                    <a:pt x="4958054" y="643390"/>
                  </a:lnTo>
                  <a:lnTo>
                    <a:pt x="4958148" y="643390"/>
                  </a:lnTo>
                  <a:lnTo>
                    <a:pt x="4958430" y="643390"/>
                  </a:lnTo>
                  <a:lnTo>
                    <a:pt x="4958525" y="643390"/>
                  </a:lnTo>
                  <a:lnTo>
                    <a:pt x="4958713" y="643390"/>
                  </a:lnTo>
                  <a:lnTo>
                    <a:pt x="4958995" y="643390"/>
                  </a:lnTo>
                  <a:lnTo>
                    <a:pt x="4959184" y="643390"/>
                  </a:lnTo>
                  <a:lnTo>
                    <a:pt x="4959278" y="643390"/>
                  </a:lnTo>
                  <a:lnTo>
                    <a:pt x="4959466" y="643390"/>
                  </a:lnTo>
                  <a:lnTo>
                    <a:pt x="4960219" y="638478"/>
                  </a:lnTo>
                  <a:lnTo>
                    <a:pt x="4960313" y="638478"/>
                  </a:lnTo>
                  <a:lnTo>
                    <a:pt x="4960596" y="638478"/>
                  </a:lnTo>
                  <a:lnTo>
                    <a:pt x="4960878" y="638478"/>
                  </a:lnTo>
                  <a:lnTo>
                    <a:pt x="4961067" y="638478"/>
                  </a:lnTo>
                  <a:lnTo>
                    <a:pt x="4961161" y="638478"/>
                  </a:lnTo>
                  <a:lnTo>
                    <a:pt x="4961537" y="638478"/>
                  </a:lnTo>
                  <a:lnTo>
                    <a:pt x="4961820" y="638478"/>
                  </a:lnTo>
                  <a:lnTo>
                    <a:pt x="4962008" y="638478"/>
                  </a:lnTo>
                  <a:lnTo>
                    <a:pt x="4962196" y="638478"/>
                  </a:lnTo>
                  <a:lnTo>
                    <a:pt x="4962761" y="638478"/>
                  </a:lnTo>
                  <a:lnTo>
                    <a:pt x="4963232" y="638478"/>
                  </a:lnTo>
                  <a:lnTo>
                    <a:pt x="4963326" y="638478"/>
                  </a:lnTo>
                  <a:lnTo>
                    <a:pt x="4963420" y="638478"/>
                  </a:lnTo>
                  <a:lnTo>
                    <a:pt x="4963797" y="638478"/>
                  </a:lnTo>
                  <a:lnTo>
                    <a:pt x="4963891" y="638478"/>
                  </a:lnTo>
                  <a:lnTo>
                    <a:pt x="4963985" y="638478"/>
                  </a:lnTo>
                  <a:lnTo>
                    <a:pt x="4964174" y="638478"/>
                  </a:lnTo>
                  <a:lnTo>
                    <a:pt x="4964362" y="638478"/>
                  </a:lnTo>
                  <a:lnTo>
                    <a:pt x="4964927" y="638478"/>
                  </a:lnTo>
                  <a:lnTo>
                    <a:pt x="4965021" y="638478"/>
                  </a:lnTo>
                  <a:lnTo>
                    <a:pt x="4965209" y="638478"/>
                  </a:lnTo>
                  <a:lnTo>
                    <a:pt x="4965398" y="638478"/>
                  </a:lnTo>
                  <a:lnTo>
                    <a:pt x="4965586" y="638478"/>
                  </a:lnTo>
                  <a:lnTo>
                    <a:pt x="4965868" y="638478"/>
                  </a:lnTo>
                  <a:lnTo>
                    <a:pt x="4965963" y="638478"/>
                  </a:lnTo>
                  <a:lnTo>
                    <a:pt x="4966151" y="638478"/>
                  </a:lnTo>
                  <a:lnTo>
                    <a:pt x="4966339" y="638478"/>
                  </a:lnTo>
                  <a:lnTo>
                    <a:pt x="4966433" y="638478"/>
                  </a:lnTo>
                  <a:lnTo>
                    <a:pt x="4966622" y="638478"/>
                  </a:lnTo>
                  <a:lnTo>
                    <a:pt x="4966904" y="638478"/>
                  </a:lnTo>
                  <a:lnTo>
                    <a:pt x="4969729" y="638478"/>
                  </a:lnTo>
                  <a:lnTo>
                    <a:pt x="4969823" y="638478"/>
                  </a:lnTo>
                  <a:lnTo>
                    <a:pt x="4969917" y="638478"/>
                  </a:lnTo>
                  <a:lnTo>
                    <a:pt x="4970011" y="638478"/>
                  </a:lnTo>
                  <a:lnTo>
                    <a:pt x="4970199" y="638478"/>
                  </a:lnTo>
                  <a:lnTo>
                    <a:pt x="4970294" y="638478"/>
                  </a:lnTo>
                  <a:lnTo>
                    <a:pt x="4970482" y="638478"/>
                  </a:lnTo>
                  <a:lnTo>
                    <a:pt x="4970858" y="638478"/>
                  </a:lnTo>
                  <a:lnTo>
                    <a:pt x="4970953" y="638478"/>
                  </a:lnTo>
                  <a:lnTo>
                    <a:pt x="4971141" y="638478"/>
                  </a:lnTo>
                  <a:lnTo>
                    <a:pt x="4971518" y="638478"/>
                  </a:lnTo>
                  <a:lnTo>
                    <a:pt x="4971800" y="638478"/>
                  </a:lnTo>
                  <a:lnTo>
                    <a:pt x="4972177" y="638478"/>
                  </a:lnTo>
                  <a:lnTo>
                    <a:pt x="4972271" y="638478"/>
                  </a:lnTo>
                  <a:lnTo>
                    <a:pt x="4972459" y="638478"/>
                  </a:lnTo>
                  <a:lnTo>
                    <a:pt x="4972742" y="638478"/>
                  </a:lnTo>
                  <a:lnTo>
                    <a:pt x="4973024" y="638478"/>
                  </a:lnTo>
                  <a:lnTo>
                    <a:pt x="4973118" y="638478"/>
                  </a:lnTo>
                  <a:lnTo>
                    <a:pt x="4973306" y="638478"/>
                  </a:lnTo>
                  <a:lnTo>
                    <a:pt x="4973965" y="638478"/>
                  </a:lnTo>
                  <a:lnTo>
                    <a:pt x="4974248" y="638478"/>
                  </a:lnTo>
                  <a:lnTo>
                    <a:pt x="4974248" y="633567"/>
                  </a:lnTo>
                  <a:lnTo>
                    <a:pt x="4974530" y="633567"/>
                  </a:lnTo>
                  <a:lnTo>
                    <a:pt x="4975566" y="633567"/>
                  </a:lnTo>
                  <a:lnTo>
                    <a:pt x="4975660" y="633567"/>
                  </a:lnTo>
                  <a:lnTo>
                    <a:pt x="4975849" y="633567"/>
                  </a:lnTo>
                  <a:lnTo>
                    <a:pt x="4976131" y="633567"/>
                  </a:lnTo>
                  <a:lnTo>
                    <a:pt x="4976225" y="633567"/>
                  </a:lnTo>
                  <a:lnTo>
                    <a:pt x="4976319" y="633567"/>
                  </a:lnTo>
                  <a:lnTo>
                    <a:pt x="4976413" y="633567"/>
                  </a:lnTo>
                  <a:lnTo>
                    <a:pt x="4977261" y="633567"/>
                  </a:lnTo>
                  <a:lnTo>
                    <a:pt x="4977355" y="633567"/>
                  </a:lnTo>
                  <a:lnTo>
                    <a:pt x="4977543" y="633567"/>
                  </a:lnTo>
                  <a:lnTo>
                    <a:pt x="4977637" y="633567"/>
                  </a:lnTo>
                  <a:lnTo>
                    <a:pt x="4977826" y="633567"/>
                  </a:lnTo>
                  <a:lnTo>
                    <a:pt x="4977920" y="633567"/>
                  </a:lnTo>
                  <a:lnTo>
                    <a:pt x="4978108" y="633567"/>
                  </a:lnTo>
                  <a:lnTo>
                    <a:pt x="4978767" y="633567"/>
                  </a:lnTo>
                  <a:lnTo>
                    <a:pt x="4978861" y="633567"/>
                  </a:lnTo>
                  <a:lnTo>
                    <a:pt x="4979144" y="633567"/>
                  </a:lnTo>
                  <a:lnTo>
                    <a:pt x="4979426" y="633567"/>
                  </a:lnTo>
                  <a:lnTo>
                    <a:pt x="4979615" y="633567"/>
                  </a:lnTo>
                  <a:lnTo>
                    <a:pt x="4979709" y="633567"/>
                  </a:lnTo>
                  <a:lnTo>
                    <a:pt x="4979897" y="633567"/>
                  </a:lnTo>
                  <a:lnTo>
                    <a:pt x="4979991" y="633567"/>
                  </a:lnTo>
                  <a:lnTo>
                    <a:pt x="4980180" y="633567"/>
                  </a:lnTo>
                  <a:lnTo>
                    <a:pt x="4980274" y="633567"/>
                  </a:lnTo>
                  <a:lnTo>
                    <a:pt x="4980556" y="633567"/>
                  </a:lnTo>
                  <a:lnTo>
                    <a:pt x="4980650" y="633567"/>
                  </a:lnTo>
                  <a:lnTo>
                    <a:pt x="4981309" y="633567"/>
                  </a:lnTo>
                  <a:lnTo>
                    <a:pt x="4981404" y="633567"/>
                  </a:lnTo>
                  <a:lnTo>
                    <a:pt x="4981498" y="633567"/>
                  </a:lnTo>
                  <a:lnTo>
                    <a:pt x="4981874" y="633567"/>
                  </a:lnTo>
                  <a:lnTo>
                    <a:pt x="4982063" y="633567"/>
                  </a:lnTo>
                  <a:lnTo>
                    <a:pt x="4982251" y="633567"/>
                  </a:lnTo>
                  <a:lnTo>
                    <a:pt x="4982439" y="633567"/>
                  </a:lnTo>
                  <a:lnTo>
                    <a:pt x="4982816" y="633567"/>
                  </a:lnTo>
                  <a:lnTo>
                    <a:pt x="4982910" y="633567"/>
                  </a:lnTo>
                  <a:lnTo>
                    <a:pt x="4983287" y="633567"/>
                  </a:lnTo>
                  <a:lnTo>
                    <a:pt x="4983475" y="633567"/>
                  </a:lnTo>
                  <a:lnTo>
                    <a:pt x="4984511" y="633567"/>
                  </a:lnTo>
                  <a:lnTo>
                    <a:pt x="4984605" y="633567"/>
                  </a:lnTo>
                  <a:lnTo>
                    <a:pt x="4984699" y="633567"/>
                  </a:lnTo>
                  <a:lnTo>
                    <a:pt x="4984793" y="633567"/>
                  </a:lnTo>
                  <a:lnTo>
                    <a:pt x="4985170" y="633567"/>
                  </a:lnTo>
                  <a:lnTo>
                    <a:pt x="4985640" y="628655"/>
                  </a:lnTo>
                  <a:lnTo>
                    <a:pt x="4986111" y="628655"/>
                  </a:lnTo>
                  <a:lnTo>
                    <a:pt x="4986205" y="628655"/>
                  </a:lnTo>
                  <a:lnTo>
                    <a:pt x="4986488" y="628655"/>
                  </a:lnTo>
                  <a:lnTo>
                    <a:pt x="4986676" y="628655"/>
                  </a:lnTo>
                  <a:lnTo>
                    <a:pt x="4987053" y="628655"/>
                  </a:lnTo>
                  <a:lnTo>
                    <a:pt x="4987335" y="628655"/>
                  </a:lnTo>
                  <a:lnTo>
                    <a:pt x="4987900" y="628655"/>
                  </a:lnTo>
                  <a:lnTo>
                    <a:pt x="4988277" y="628655"/>
                  </a:lnTo>
                  <a:lnTo>
                    <a:pt x="4988371" y="628655"/>
                  </a:lnTo>
                  <a:lnTo>
                    <a:pt x="4988653" y="628655"/>
                  </a:lnTo>
                  <a:lnTo>
                    <a:pt x="4988747" y="628655"/>
                  </a:lnTo>
                  <a:lnTo>
                    <a:pt x="4988842" y="628655"/>
                  </a:lnTo>
                  <a:lnTo>
                    <a:pt x="4989124" y="628655"/>
                  </a:lnTo>
                  <a:lnTo>
                    <a:pt x="4989783" y="628655"/>
                  </a:lnTo>
                  <a:lnTo>
                    <a:pt x="4989971" y="623744"/>
                  </a:lnTo>
                  <a:lnTo>
                    <a:pt x="4990160" y="623744"/>
                  </a:lnTo>
                  <a:lnTo>
                    <a:pt x="4990254" y="623744"/>
                  </a:lnTo>
                  <a:lnTo>
                    <a:pt x="4990725" y="623744"/>
                  </a:lnTo>
                  <a:lnTo>
                    <a:pt x="4991007" y="623744"/>
                  </a:lnTo>
                  <a:lnTo>
                    <a:pt x="4991478" y="623744"/>
                  </a:lnTo>
                  <a:lnTo>
                    <a:pt x="4991572" y="623744"/>
                  </a:lnTo>
                  <a:lnTo>
                    <a:pt x="4991760" y="623744"/>
                  </a:lnTo>
                  <a:lnTo>
                    <a:pt x="4991854" y="623744"/>
                  </a:lnTo>
                  <a:lnTo>
                    <a:pt x="4992231" y="623744"/>
                  </a:lnTo>
                  <a:lnTo>
                    <a:pt x="4992325" y="623744"/>
                  </a:lnTo>
                  <a:lnTo>
                    <a:pt x="4992325" y="618833"/>
                  </a:lnTo>
                  <a:lnTo>
                    <a:pt x="4992513" y="618833"/>
                  </a:lnTo>
                  <a:lnTo>
                    <a:pt x="4993173" y="618833"/>
                  </a:lnTo>
                  <a:lnTo>
                    <a:pt x="4993267" y="618833"/>
                  </a:lnTo>
                  <a:lnTo>
                    <a:pt x="4993737" y="618833"/>
                  </a:lnTo>
                  <a:lnTo>
                    <a:pt x="4993926" y="618833"/>
                  </a:lnTo>
                  <a:lnTo>
                    <a:pt x="4994020" y="618833"/>
                  </a:lnTo>
                  <a:lnTo>
                    <a:pt x="4994208" y="618833"/>
                  </a:lnTo>
                  <a:lnTo>
                    <a:pt x="4994302" y="618833"/>
                  </a:lnTo>
                  <a:lnTo>
                    <a:pt x="4994679" y="618833"/>
                  </a:lnTo>
                  <a:lnTo>
                    <a:pt x="4995244" y="618833"/>
                  </a:lnTo>
                  <a:lnTo>
                    <a:pt x="4995432" y="618833"/>
                  </a:lnTo>
                  <a:lnTo>
                    <a:pt x="4996844" y="618833"/>
                  </a:lnTo>
                  <a:lnTo>
                    <a:pt x="4997221" y="618833"/>
                  </a:lnTo>
                  <a:lnTo>
                    <a:pt x="4997880" y="618833"/>
                  </a:lnTo>
                  <a:lnTo>
                    <a:pt x="4998068" y="618833"/>
                  </a:lnTo>
                  <a:lnTo>
                    <a:pt x="4998257" y="618833"/>
                  </a:lnTo>
                  <a:lnTo>
                    <a:pt x="4998445" y="618833"/>
                  </a:lnTo>
                  <a:lnTo>
                    <a:pt x="4998539" y="618833"/>
                  </a:lnTo>
                  <a:lnTo>
                    <a:pt x="4998633" y="618833"/>
                  </a:lnTo>
                  <a:lnTo>
                    <a:pt x="4998916" y="618833"/>
                  </a:lnTo>
                  <a:lnTo>
                    <a:pt x="4998916" y="613921"/>
                  </a:lnTo>
                  <a:lnTo>
                    <a:pt x="4999198" y="613921"/>
                  </a:lnTo>
                  <a:lnTo>
                    <a:pt x="4999763" y="613921"/>
                  </a:lnTo>
                  <a:lnTo>
                    <a:pt x="5000140" y="613921"/>
                  </a:lnTo>
                  <a:lnTo>
                    <a:pt x="5000234" y="613921"/>
                  </a:lnTo>
                  <a:lnTo>
                    <a:pt x="5000422" y="613921"/>
                  </a:lnTo>
                  <a:lnTo>
                    <a:pt x="5000893" y="613921"/>
                  </a:lnTo>
                  <a:lnTo>
                    <a:pt x="5001364" y="613921"/>
                  </a:lnTo>
                  <a:lnTo>
                    <a:pt x="5002305" y="613921"/>
                  </a:lnTo>
                  <a:lnTo>
                    <a:pt x="5002399" y="613921"/>
                  </a:lnTo>
                  <a:lnTo>
                    <a:pt x="5002494" y="613921"/>
                  </a:lnTo>
                  <a:lnTo>
                    <a:pt x="5002588" y="613921"/>
                  </a:lnTo>
                  <a:lnTo>
                    <a:pt x="5003247" y="613921"/>
                  </a:lnTo>
                  <a:lnTo>
                    <a:pt x="5003435" y="613921"/>
                  </a:lnTo>
                  <a:lnTo>
                    <a:pt x="5003906" y="613921"/>
                  </a:lnTo>
                  <a:lnTo>
                    <a:pt x="5004000" y="613921"/>
                  </a:lnTo>
                  <a:lnTo>
                    <a:pt x="5004188" y="613921"/>
                  </a:lnTo>
                  <a:lnTo>
                    <a:pt x="5004753" y="613921"/>
                  </a:lnTo>
                  <a:lnTo>
                    <a:pt x="5004847" y="613921"/>
                  </a:lnTo>
                  <a:lnTo>
                    <a:pt x="5005036" y="613921"/>
                  </a:lnTo>
                  <a:lnTo>
                    <a:pt x="5005412" y="609010"/>
                  </a:lnTo>
                  <a:lnTo>
                    <a:pt x="5005789" y="609010"/>
                  </a:lnTo>
                  <a:lnTo>
                    <a:pt x="5005883" y="609010"/>
                  </a:lnTo>
                  <a:lnTo>
                    <a:pt x="5006354" y="609010"/>
                  </a:lnTo>
                  <a:lnTo>
                    <a:pt x="5006730" y="609010"/>
                  </a:lnTo>
                  <a:lnTo>
                    <a:pt x="5007107" y="609010"/>
                  </a:lnTo>
                  <a:lnTo>
                    <a:pt x="5007201" y="609010"/>
                  </a:lnTo>
                  <a:lnTo>
                    <a:pt x="5007295" y="609010"/>
                  </a:lnTo>
                  <a:lnTo>
                    <a:pt x="5007578" y="609010"/>
                  </a:lnTo>
                  <a:lnTo>
                    <a:pt x="5007766" y="609010"/>
                  </a:lnTo>
                  <a:lnTo>
                    <a:pt x="5007954" y="609010"/>
                  </a:lnTo>
                  <a:lnTo>
                    <a:pt x="5008143" y="609010"/>
                  </a:lnTo>
                  <a:lnTo>
                    <a:pt x="5008237" y="609010"/>
                  </a:lnTo>
                  <a:lnTo>
                    <a:pt x="5008990" y="609010"/>
                  </a:lnTo>
                  <a:lnTo>
                    <a:pt x="5009367" y="609010"/>
                  </a:lnTo>
                  <a:lnTo>
                    <a:pt x="5009461" y="609010"/>
                  </a:lnTo>
                  <a:lnTo>
                    <a:pt x="5009743" y="609010"/>
                  </a:lnTo>
                  <a:lnTo>
                    <a:pt x="5010026" y="609010"/>
                  </a:lnTo>
                  <a:lnTo>
                    <a:pt x="5010120" y="609010"/>
                  </a:lnTo>
                  <a:lnTo>
                    <a:pt x="5010214" y="609010"/>
                  </a:lnTo>
                  <a:lnTo>
                    <a:pt x="5010308" y="609010"/>
                  </a:lnTo>
                  <a:lnTo>
                    <a:pt x="5010685" y="609010"/>
                  </a:lnTo>
                  <a:lnTo>
                    <a:pt x="5010779" y="609010"/>
                  </a:lnTo>
                  <a:lnTo>
                    <a:pt x="5010873" y="609010"/>
                  </a:lnTo>
                  <a:lnTo>
                    <a:pt x="5011250" y="609010"/>
                  </a:lnTo>
                  <a:lnTo>
                    <a:pt x="5011626" y="609010"/>
                  </a:lnTo>
                  <a:lnTo>
                    <a:pt x="5011815" y="609010"/>
                  </a:lnTo>
                  <a:lnTo>
                    <a:pt x="5012097" y="609010"/>
                  </a:lnTo>
                  <a:lnTo>
                    <a:pt x="5012380" y="609010"/>
                  </a:lnTo>
                  <a:lnTo>
                    <a:pt x="5012474" y="609010"/>
                  </a:lnTo>
                  <a:lnTo>
                    <a:pt x="5012850" y="609010"/>
                  </a:lnTo>
                  <a:lnTo>
                    <a:pt x="5012850" y="604099"/>
                  </a:lnTo>
                  <a:lnTo>
                    <a:pt x="5013039" y="604099"/>
                  </a:lnTo>
                  <a:lnTo>
                    <a:pt x="5013133" y="604099"/>
                  </a:lnTo>
                  <a:lnTo>
                    <a:pt x="5013321" y="604099"/>
                  </a:lnTo>
                  <a:lnTo>
                    <a:pt x="5014168" y="604099"/>
                  </a:lnTo>
                  <a:lnTo>
                    <a:pt x="5014263" y="604099"/>
                  </a:lnTo>
                  <a:lnTo>
                    <a:pt x="5014357" y="604099"/>
                  </a:lnTo>
                  <a:lnTo>
                    <a:pt x="5014733" y="604099"/>
                  </a:lnTo>
                  <a:lnTo>
                    <a:pt x="5015110" y="599187"/>
                  </a:lnTo>
                  <a:lnTo>
                    <a:pt x="5015204" y="599187"/>
                  </a:lnTo>
                  <a:lnTo>
                    <a:pt x="5015487" y="599187"/>
                  </a:lnTo>
                  <a:lnTo>
                    <a:pt x="5015581" y="599187"/>
                  </a:lnTo>
                  <a:lnTo>
                    <a:pt x="5016240" y="589364"/>
                  </a:lnTo>
                  <a:lnTo>
                    <a:pt x="5016522" y="589364"/>
                  </a:lnTo>
                  <a:lnTo>
                    <a:pt x="5016616" y="589364"/>
                  </a:lnTo>
                  <a:lnTo>
                    <a:pt x="5016711" y="589364"/>
                  </a:lnTo>
                  <a:lnTo>
                    <a:pt x="5017181" y="589364"/>
                  </a:lnTo>
                  <a:lnTo>
                    <a:pt x="5017370" y="589364"/>
                  </a:lnTo>
                  <a:lnTo>
                    <a:pt x="5017558" y="589364"/>
                  </a:lnTo>
                  <a:lnTo>
                    <a:pt x="5017746" y="589364"/>
                  </a:lnTo>
                  <a:lnTo>
                    <a:pt x="5017840" y="589364"/>
                  </a:lnTo>
                  <a:lnTo>
                    <a:pt x="5017935" y="589364"/>
                  </a:lnTo>
                  <a:lnTo>
                    <a:pt x="5018217" y="589364"/>
                  </a:lnTo>
                  <a:lnTo>
                    <a:pt x="5018405" y="589364"/>
                  </a:lnTo>
                  <a:lnTo>
                    <a:pt x="5018499" y="589364"/>
                  </a:lnTo>
                  <a:lnTo>
                    <a:pt x="5018782" y="589364"/>
                  </a:lnTo>
                  <a:lnTo>
                    <a:pt x="5018876" y="589364"/>
                  </a:lnTo>
                  <a:lnTo>
                    <a:pt x="5018970" y="589364"/>
                  </a:lnTo>
                  <a:lnTo>
                    <a:pt x="5019347" y="589364"/>
                  </a:lnTo>
                  <a:lnTo>
                    <a:pt x="5019535" y="589364"/>
                  </a:lnTo>
                  <a:lnTo>
                    <a:pt x="5019535" y="584453"/>
                  </a:lnTo>
                  <a:lnTo>
                    <a:pt x="5019912" y="584453"/>
                  </a:lnTo>
                  <a:lnTo>
                    <a:pt x="5020006" y="584453"/>
                  </a:lnTo>
                  <a:lnTo>
                    <a:pt x="5020100" y="584453"/>
                  </a:lnTo>
                  <a:lnTo>
                    <a:pt x="5020194" y="584453"/>
                  </a:lnTo>
                  <a:lnTo>
                    <a:pt x="5020477" y="584453"/>
                  </a:lnTo>
                  <a:lnTo>
                    <a:pt x="5021512" y="584453"/>
                  </a:lnTo>
                  <a:lnTo>
                    <a:pt x="5021607" y="584453"/>
                  </a:lnTo>
                  <a:lnTo>
                    <a:pt x="5021701" y="584453"/>
                  </a:lnTo>
                  <a:lnTo>
                    <a:pt x="5021889" y="584453"/>
                  </a:lnTo>
                  <a:lnTo>
                    <a:pt x="5021983" y="584453"/>
                  </a:lnTo>
                  <a:lnTo>
                    <a:pt x="5022171" y="584453"/>
                  </a:lnTo>
                  <a:lnTo>
                    <a:pt x="5022360" y="584453"/>
                  </a:lnTo>
                  <a:lnTo>
                    <a:pt x="5022830" y="584453"/>
                  </a:lnTo>
                  <a:lnTo>
                    <a:pt x="5023584" y="584453"/>
                  </a:lnTo>
                  <a:lnTo>
                    <a:pt x="5023866" y="584453"/>
                  </a:lnTo>
                  <a:lnTo>
                    <a:pt x="5023960" y="584453"/>
                  </a:lnTo>
                  <a:lnTo>
                    <a:pt x="5024149" y="584453"/>
                  </a:lnTo>
                  <a:lnTo>
                    <a:pt x="5024243" y="584453"/>
                  </a:lnTo>
                  <a:lnTo>
                    <a:pt x="5024337" y="584453"/>
                  </a:lnTo>
                  <a:lnTo>
                    <a:pt x="5025090" y="584453"/>
                  </a:lnTo>
                  <a:lnTo>
                    <a:pt x="5025184" y="584453"/>
                  </a:lnTo>
                  <a:lnTo>
                    <a:pt x="5025561" y="584453"/>
                  </a:lnTo>
                  <a:lnTo>
                    <a:pt x="5025655" y="584453"/>
                  </a:lnTo>
                  <a:lnTo>
                    <a:pt x="5025843" y="584453"/>
                  </a:lnTo>
                  <a:lnTo>
                    <a:pt x="5025938" y="584453"/>
                  </a:lnTo>
                  <a:lnTo>
                    <a:pt x="5026032" y="584453"/>
                  </a:lnTo>
                  <a:lnTo>
                    <a:pt x="5026126" y="584453"/>
                  </a:lnTo>
                  <a:lnTo>
                    <a:pt x="5026502" y="584453"/>
                  </a:lnTo>
                  <a:lnTo>
                    <a:pt x="5026691" y="584453"/>
                  </a:lnTo>
                  <a:lnTo>
                    <a:pt x="5026973" y="584453"/>
                  </a:lnTo>
                  <a:lnTo>
                    <a:pt x="5027161" y="584453"/>
                  </a:lnTo>
                  <a:lnTo>
                    <a:pt x="5027444" y="584453"/>
                  </a:lnTo>
                  <a:lnTo>
                    <a:pt x="5028103" y="584453"/>
                  </a:lnTo>
                  <a:lnTo>
                    <a:pt x="5028197" y="584453"/>
                  </a:lnTo>
                  <a:lnTo>
                    <a:pt x="5028291" y="584453"/>
                  </a:lnTo>
                  <a:lnTo>
                    <a:pt x="5028385" y="584453"/>
                  </a:lnTo>
                  <a:lnTo>
                    <a:pt x="5028668" y="584453"/>
                  </a:lnTo>
                  <a:lnTo>
                    <a:pt x="5028856" y="584453"/>
                  </a:lnTo>
                  <a:lnTo>
                    <a:pt x="5029609" y="584453"/>
                  </a:lnTo>
                  <a:lnTo>
                    <a:pt x="5030174" y="584453"/>
                  </a:lnTo>
                  <a:lnTo>
                    <a:pt x="5030269" y="584453"/>
                  </a:lnTo>
                  <a:lnTo>
                    <a:pt x="5030645" y="584453"/>
                  </a:lnTo>
                  <a:lnTo>
                    <a:pt x="5030739" y="584453"/>
                  </a:lnTo>
                  <a:lnTo>
                    <a:pt x="5030928" y="584453"/>
                  </a:lnTo>
                  <a:lnTo>
                    <a:pt x="5031775" y="584453"/>
                  </a:lnTo>
                  <a:lnTo>
                    <a:pt x="5031869" y="584453"/>
                  </a:lnTo>
                  <a:lnTo>
                    <a:pt x="5032057" y="584453"/>
                  </a:lnTo>
                  <a:lnTo>
                    <a:pt x="5032246" y="584453"/>
                  </a:lnTo>
                  <a:lnTo>
                    <a:pt x="5032716" y="584453"/>
                  </a:lnTo>
                  <a:lnTo>
                    <a:pt x="5032811" y="584453"/>
                  </a:lnTo>
                  <a:lnTo>
                    <a:pt x="5032999" y="584453"/>
                  </a:lnTo>
                  <a:lnTo>
                    <a:pt x="5033281" y="584453"/>
                  </a:lnTo>
                  <a:lnTo>
                    <a:pt x="5033470" y="584453"/>
                  </a:lnTo>
                  <a:lnTo>
                    <a:pt x="5033658" y="579542"/>
                  </a:lnTo>
                  <a:lnTo>
                    <a:pt x="5033846" y="579542"/>
                  </a:lnTo>
                  <a:lnTo>
                    <a:pt x="5034411" y="579542"/>
                  </a:lnTo>
                  <a:lnTo>
                    <a:pt x="5034788" y="579542"/>
                  </a:lnTo>
                  <a:lnTo>
                    <a:pt x="5034976" y="579542"/>
                  </a:lnTo>
                  <a:lnTo>
                    <a:pt x="5035541" y="579542"/>
                  </a:lnTo>
                  <a:lnTo>
                    <a:pt x="5035635" y="579542"/>
                  </a:lnTo>
                  <a:lnTo>
                    <a:pt x="5035823" y="579542"/>
                  </a:lnTo>
                  <a:lnTo>
                    <a:pt x="5036294" y="579542"/>
                  </a:lnTo>
                  <a:lnTo>
                    <a:pt x="5036294" y="574630"/>
                  </a:lnTo>
                  <a:lnTo>
                    <a:pt x="5036765" y="574630"/>
                  </a:lnTo>
                  <a:lnTo>
                    <a:pt x="5037142" y="574630"/>
                  </a:lnTo>
                  <a:lnTo>
                    <a:pt x="5037424" y="574630"/>
                  </a:lnTo>
                  <a:lnTo>
                    <a:pt x="5037612" y="574630"/>
                  </a:lnTo>
                  <a:lnTo>
                    <a:pt x="5038554" y="574630"/>
                  </a:lnTo>
                  <a:lnTo>
                    <a:pt x="5039025" y="574630"/>
                  </a:lnTo>
                  <a:lnTo>
                    <a:pt x="5039495" y="574630"/>
                  </a:lnTo>
                  <a:lnTo>
                    <a:pt x="5039684" y="574630"/>
                  </a:lnTo>
                  <a:lnTo>
                    <a:pt x="5040343" y="574630"/>
                  </a:lnTo>
                  <a:lnTo>
                    <a:pt x="5040531" y="574630"/>
                  </a:lnTo>
                  <a:lnTo>
                    <a:pt x="5040814" y="574630"/>
                  </a:lnTo>
                  <a:lnTo>
                    <a:pt x="5040908" y="574630"/>
                  </a:lnTo>
                  <a:lnTo>
                    <a:pt x="5041284" y="574630"/>
                  </a:lnTo>
                  <a:lnTo>
                    <a:pt x="5041378" y="574630"/>
                  </a:lnTo>
                  <a:lnTo>
                    <a:pt x="5041473" y="574630"/>
                  </a:lnTo>
                  <a:lnTo>
                    <a:pt x="5041755" y="574630"/>
                  </a:lnTo>
                  <a:lnTo>
                    <a:pt x="5042132" y="574630"/>
                  </a:lnTo>
                  <a:lnTo>
                    <a:pt x="5042602" y="574630"/>
                  </a:lnTo>
                  <a:lnTo>
                    <a:pt x="5042979" y="574630"/>
                  </a:lnTo>
                  <a:lnTo>
                    <a:pt x="5043167" y="574630"/>
                  </a:lnTo>
                  <a:lnTo>
                    <a:pt x="5043732" y="574630"/>
                  </a:lnTo>
                  <a:lnTo>
                    <a:pt x="5043826" y="574630"/>
                  </a:lnTo>
                  <a:lnTo>
                    <a:pt x="5043921" y="574630"/>
                  </a:lnTo>
                  <a:lnTo>
                    <a:pt x="5044203" y="574630"/>
                  </a:lnTo>
                  <a:lnTo>
                    <a:pt x="5044580" y="574630"/>
                  </a:lnTo>
                  <a:lnTo>
                    <a:pt x="5044674" y="574630"/>
                  </a:lnTo>
                  <a:lnTo>
                    <a:pt x="5044768" y="574630"/>
                  </a:lnTo>
                  <a:lnTo>
                    <a:pt x="5045333" y="574630"/>
                  </a:lnTo>
                  <a:lnTo>
                    <a:pt x="5045427" y="574630"/>
                  </a:lnTo>
                  <a:lnTo>
                    <a:pt x="5047498" y="574630"/>
                  </a:lnTo>
                  <a:lnTo>
                    <a:pt x="5047593" y="574630"/>
                  </a:lnTo>
                  <a:lnTo>
                    <a:pt x="5048157" y="574630"/>
                  </a:lnTo>
                  <a:lnTo>
                    <a:pt x="5048252" y="574630"/>
                  </a:lnTo>
                  <a:lnTo>
                    <a:pt x="5048440" y="574630"/>
                  </a:lnTo>
                  <a:lnTo>
                    <a:pt x="5049005" y="574630"/>
                  </a:lnTo>
                  <a:lnTo>
                    <a:pt x="5049099" y="574630"/>
                  </a:lnTo>
                  <a:lnTo>
                    <a:pt x="5049287" y="574630"/>
                  </a:lnTo>
                  <a:lnTo>
                    <a:pt x="5049476" y="574630"/>
                  </a:lnTo>
                  <a:lnTo>
                    <a:pt x="5049852" y="574630"/>
                  </a:lnTo>
                  <a:lnTo>
                    <a:pt x="5050040" y="574630"/>
                  </a:lnTo>
                  <a:lnTo>
                    <a:pt x="5050229" y="574630"/>
                  </a:lnTo>
                  <a:lnTo>
                    <a:pt x="5050417" y="574630"/>
                  </a:lnTo>
                  <a:lnTo>
                    <a:pt x="5050511" y="574630"/>
                  </a:lnTo>
                  <a:lnTo>
                    <a:pt x="5050794" y="574630"/>
                  </a:lnTo>
                  <a:lnTo>
                    <a:pt x="5050888" y="574630"/>
                  </a:lnTo>
                  <a:lnTo>
                    <a:pt x="5050982" y="574630"/>
                  </a:lnTo>
                  <a:lnTo>
                    <a:pt x="5051359" y="574630"/>
                  </a:lnTo>
                  <a:lnTo>
                    <a:pt x="5051547" y="574630"/>
                  </a:lnTo>
                  <a:lnTo>
                    <a:pt x="5051641" y="574630"/>
                  </a:lnTo>
                  <a:lnTo>
                    <a:pt x="5051829" y="574630"/>
                  </a:lnTo>
                  <a:lnTo>
                    <a:pt x="5051924" y="574630"/>
                  </a:lnTo>
                  <a:lnTo>
                    <a:pt x="5052112" y="574630"/>
                  </a:lnTo>
                  <a:lnTo>
                    <a:pt x="5052206" y="574630"/>
                  </a:lnTo>
                  <a:lnTo>
                    <a:pt x="5052394" y="574630"/>
                  </a:lnTo>
                  <a:lnTo>
                    <a:pt x="5053242" y="574630"/>
                  </a:lnTo>
                  <a:lnTo>
                    <a:pt x="5054277" y="574630"/>
                  </a:lnTo>
                  <a:lnTo>
                    <a:pt x="5054371" y="574630"/>
                  </a:lnTo>
                  <a:lnTo>
                    <a:pt x="5054654" y="574630"/>
                  </a:lnTo>
                  <a:lnTo>
                    <a:pt x="5055219" y="569719"/>
                  </a:lnTo>
                  <a:lnTo>
                    <a:pt x="5055313" y="569719"/>
                  </a:lnTo>
                  <a:lnTo>
                    <a:pt x="5055407" y="569719"/>
                  </a:lnTo>
                  <a:lnTo>
                    <a:pt x="5055878" y="569719"/>
                  </a:lnTo>
                  <a:lnTo>
                    <a:pt x="5056066" y="569719"/>
                  </a:lnTo>
                  <a:lnTo>
                    <a:pt x="5056160" y="569719"/>
                  </a:lnTo>
                  <a:lnTo>
                    <a:pt x="5056443" y="569719"/>
                  </a:lnTo>
                  <a:lnTo>
                    <a:pt x="5056631" y="569719"/>
                  </a:lnTo>
                  <a:lnTo>
                    <a:pt x="5056725" y="569719"/>
                  </a:lnTo>
                  <a:lnTo>
                    <a:pt x="5056914" y="569719"/>
                  </a:lnTo>
                  <a:lnTo>
                    <a:pt x="5057290" y="569719"/>
                  </a:lnTo>
                  <a:lnTo>
                    <a:pt x="5057573" y="569719"/>
                  </a:lnTo>
                  <a:lnTo>
                    <a:pt x="5057667" y="569719"/>
                  </a:lnTo>
                  <a:lnTo>
                    <a:pt x="5057761" y="569719"/>
                  </a:lnTo>
                  <a:lnTo>
                    <a:pt x="5058232" y="569719"/>
                  </a:lnTo>
                  <a:lnTo>
                    <a:pt x="5058420" y="569719"/>
                  </a:lnTo>
                  <a:lnTo>
                    <a:pt x="5058797" y="569719"/>
                  </a:lnTo>
                  <a:lnTo>
                    <a:pt x="5059267" y="569719"/>
                  </a:lnTo>
                  <a:lnTo>
                    <a:pt x="5059456" y="569719"/>
                  </a:lnTo>
                  <a:lnTo>
                    <a:pt x="5059550" y="569719"/>
                  </a:lnTo>
                  <a:lnTo>
                    <a:pt x="5059644" y="569719"/>
                  </a:lnTo>
                  <a:lnTo>
                    <a:pt x="5059738" y="569719"/>
                  </a:lnTo>
                  <a:lnTo>
                    <a:pt x="5060021" y="569719"/>
                  </a:lnTo>
                  <a:lnTo>
                    <a:pt x="5060774" y="569719"/>
                  </a:lnTo>
                  <a:lnTo>
                    <a:pt x="5061150" y="569719"/>
                  </a:lnTo>
                  <a:lnTo>
                    <a:pt x="5061339" y="569719"/>
                  </a:lnTo>
                  <a:lnTo>
                    <a:pt x="5061621" y="569719"/>
                  </a:lnTo>
                  <a:lnTo>
                    <a:pt x="5061904" y="569719"/>
                  </a:lnTo>
                  <a:lnTo>
                    <a:pt x="5061998" y="569719"/>
                  </a:lnTo>
                  <a:lnTo>
                    <a:pt x="5062657" y="569719"/>
                  </a:lnTo>
                  <a:lnTo>
                    <a:pt x="5063222" y="569719"/>
                  </a:lnTo>
                  <a:lnTo>
                    <a:pt x="5063316" y="569719"/>
                  </a:lnTo>
                  <a:lnTo>
                    <a:pt x="5063693" y="569719"/>
                  </a:lnTo>
                  <a:lnTo>
                    <a:pt x="5063787" y="569719"/>
                  </a:lnTo>
                  <a:lnTo>
                    <a:pt x="5063975" y="569719"/>
                  </a:lnTo>
                  <a:lnTo>
                    <a:pt x="5064069" y="569719"/>
                  </a:lnTo>
                  <a:lnTo>
                    <a:pt x="5064446" y="569719"/>
                  </a:lnTo>
                  <a:lnTo>
                    <a:pt x="5064634" y="569719"/>
                  </a:lnTo>
                  <a:lnTo>
                    <a:pt x="5064728" y="569719"/>
                  </a:lnTo>
                  <a:lnTo>
                    <a:pt x="5064822" y="569719"/>
                  </a:lnTo>
                  <a:lnTo>
                    <a:pt x="5064917" y="569719"/>
                  </a:lnTo>
                  <a:lnTo>
                    <a:pt x="5065105" y="569719"/>
                  </a:lnTo>
                  <a:lnTo>
                    <a:pt x="5065387" y="569719"/>
                  </a:lnTo>
                  <a:lnTo>
                    <a:pt x="5065576" y="569719"/>
                  </a:lnTo>
                  <a:lnTo>
                    <a:pt x="5065670" y="569719"/>
                  </a:lnTo>
                  <a:lnTo>
                    <a:pt x="5066140" y="569719"/>
                  </a:lnTo>
                  <a:lnTo>
                    <a:pt x="5067176" y="569719"/>
                  </a:lnTo>
                  <a:lnTo>
                    <a:pt x="5067364" y="569719"/>
                  </a:lnTo>
                  <a:lnTo>
                    <a:pt x="5067647" y="569719"/>
                  </a:lnTo>
                  <a:lnTo>
                    <a:pt x="5067741" y="569719"/>
                  </a:lnTo>
                  <a:lnTo>
                    <a:pt x="5067835" y="569719"/>
                  </a:lnTo>
                  <a:lnTo>
                    <a:pt x="5068118" y="569719"/>
                  </a:lnTo>
                  <a:lnTo>
                    <a:pt x="5068212" y="569719"/>
                  </a:lnTo>
                  <a:lnTo>
                    <a:pt x="5068965" y="569719"/>
                  </a:lnTo>
                  <a:lnTo>
                    <a:pt x="5069059" y="569719"/>
                  </a:lnTo>
                  <a:lnTo>
                    <a:pt x="5069248" y="569719"/>
                  </a:lnTo>
                  <a:lnTo>
                    <a:pt x="5069436" y="569719"/>
                  </a:lnTo>
                  <a:lnTo>
                    <a:pt x="5069530" y="569719"/>
                  </a:lnTo>
                  <a:lnTo>
                    <a:pt x="5069812" y="569719"/>
                  </a:lnTo>
                  <a:lnTo>
                    <a:pt x="5070001" y="569719"/>
                  </a:lnTo>
                  <a:lnTo>
                    <a:pt x="5070095" y="569719"/>
                  </a:lnTo>
                  <a:lnTo>
                    <a:pt x="5070566" y="569719"/>
                  </a:lnTo>
                  <a:lnTo>
                    <a:pt x="5071225" y="569719"/>
                  </a:lnTo>
                  <a:lnTo>
                    <a:pt x="5071319" y="569719"/>
                  </a:lnTo>
                  <a:lnTo>
                    <a:pt x="5071695" y="569719"/>
                  </a:lnTo>
                  <a:lnTo>
                    <a:pt x="5071978" y="569719"/>
                  </a:lnTo>
                  <a:lnTo>
                    <a:pt x="5072449" y="569719"/>
                  </a:lnTo>
                  <a:lnTo>
                    <a:pt x="5072637" y="569719"/>
                  </a:lnTo>
                  <a:lnTo>
                    <a:pt x="5072919" y="569719"/>
                  </a:lnTo>
                  <a:lnTo>
                    <a:pt x="5073014" y="569719"/>
                  </a:lnTo>
                  <a:lnTo>
                    <a:pt x="5073108" y="569719"/>
                  </a:lnTo>
                  <a:lnTo>
                    <a:pt x="5073296" y="569719"/>
                  </a:lnTo>
                  <a:lnTo>
                    <a:pt x="5073390" y="569719"/>
                  </a:lnTo>
                  <a:lnTo>
                    <a:pt x="5073390" y="564808"/>
                  </a:lnTo>
                  <a:lnTo>
                    <a:pt x="5073484" y="564808"/>
                  </a:lnTo>
                  <a:lnTo>
                    <a:pt x="5074614" y="564808"/>
                  </a:lnTo>
                  <a:lnTo>
                    <a:pt x="5074708" y="564808"/>
                  </a:lnTo>
                  <a:lnTo>
                    <a:pt x="5074802" y="564808"/>
                  </a:lnTo>
                  <a:lnTo>
                    <a:pt x="5075273" y="564808"/>
                  </a:lnTo>
                  <a:lnTo>
                    <a:pt x="5075367" y="564808"/>
                  </a:lnTo>
                  <a:lnTo>
                    <a:pt x="5075462" y="564808"/>
                  </a:lnTo>
                  <a:lnTo>
                    <a:pt x="5075650" y="564808"/>
                  </a:lnTo>
                  <a:lnTo>
                    <a:pt x="5075744" y="564808"/>
                  </a:lnTo>
                  <a:lnTo>
                    <a:pt x="5076121" y="564808"/>
                  </a:lnTo>
                  <a:lnTo>
                    <a:pt x="5076497" y="564808"/>
                  </a:lnTo>
                  <a:lnTo>
                    <a:pt x="5076780" y="564808"/>
                  </a:lnTo>
                  <a:lnTo>
                    <a:pt x="5076874" y="564808"/>
                  </a:lnTo>
                  <a:lnTo>
                    <a:pt x="5077062" y="564808"/>
                  </a:lnTo>
                  <a:lnTo>
                    <a:pt x="5077439" y="564808"/>
                  </a:lnTo>
                  <a:lnTo>
                    <a:pt x="5077533" y="564808"/>
                  </a:lnTo>
                  <a:lnTo>
                    <a:pt x="5077627" y="564808"/>
                  </a:lnTo>
                  <a:lnTo>
                    <a:pt x="5077815" y="564808"/>
                  </a:lnTo>
                  <a:lnTo>
                    <a:pt x="5077910" y="564808"/>
                  </a:lnTo>
                  <a:lnTo>
                    <a:pt x="5078098" y="564808"/>
                  </a:lnTo>
                  <a:lnTo>
                    <a:pt x="5078192" y="564808"/>
                  </a:lnTo>
                  <a:lnTo>
                    <a:pt x="5078286" y="564808"/>
                  </a:lnTo>
                  <a:lnTo>
                    <a:pt x="5078569" y="564808"/>
                  </a:lnTo>
                  <a:lnTo>
                    <a:pt x="5078945" y="564808"/>
                  </a:lnTo>
                  <a:lnTo>
                    <a:pt x="5079133" y="564808"/>
                  </a:lnTo>
                  <a:lnTo>
                    <a:pt x="5079228" y="564808"/>
                  </a:lnTo>
                  <a:lnTo>
                    <a:pt x="5079416" y="564808"/>
                  </a:lnTo>
                  <a:lnTo>
                    <a:pt x="5079510" y="564808"/>
                  </a:lnTo>
                  <a:lnTo>
                    <a:pt x="5079981" y="564808"/>
                  </a:lnTo>
                  <a:lnTo>
                    <a:pt x="5080075" y="564808"/>
                  </a:lnTo>
                  <a:lnTo>
                    <a:pt x="5080452" y="564808"/>
                  </a:lnTo>
                  <a:lnTo>
                    <a:pt x="5080734" y="564808"/>
                  </a:lnTo>
                  <a:lnTo>
                    <a:pt x="5081017" y="564808"/>
                  </a:lnTo>
                  <a:lnTo>
                    <a:pt x="5081111" y="564808"/>
                  </a:lnTo>
                  <a:lnTo>
                    <a:pt x="5081205" y="564808"/>
                  </a:lnTo>
                  <a:lnTo>
                    <a:pt x="5081487" y="564808"/>
                  </a:lnTo>
                  <a:lnTo>
                    <a:pt x="5081581" y="564808"/>
                  </a:lnTo>
                  <a:lnTo>
                    <a:pt x="5081676" y="564808"/>
                  </a:lnTo>
                  <a:lnTo>
                    <a:pt x="5081864" y="564808"/>
                  </a:lnTo>
                  <a:lnTo>
                    <a:pt x="5082523" y="564808"/>
                  </a:lnTo>
                  <a:lnTo>
                    <a:pt x="5082994" y="564808"/>
                  </a:lnTo>
                  <a:lnTo>
                    <a:pt x="5083370" y="564808"/>
                  </a:lnTo>
                  <a:lnTo>
                    <a:pt x="5083559" y="564808"/>
                  </a:lnTo>
                  <a:lnTo>
                    <a:pt x="5084124" y="564808"/>
                  </a:lnTo>
                  <a:lnTo>
                    <a:pt x="5084406" y="564808"/>
                  </a:lnTo>
                  <a:lnTo>
                    <a:pt x="5084783" y="564808"/>
                  </a:lnTo>
                  <a:lnTo>
                    <a:pt x="5084877" y="564808"/>
                  </a:lnTo>
                  <a:lnTo>
                    <a:pt x="5085159" y="564808"/>
                  </a:lnTo>
                  <a:lnTo>
                    <a:pt x="5085442" y="564808"/>
                  </a:lnTo>
                  <a:lnTo>
                    <a:pt x="5086195" y="564808"/>
                  </a:lnTo>
                  <a:lnTo>
                    <a:pt x="5087513" y="564808"/>
                  </a:lnTo>
                  <a:lnTo>
                    <a:pt x="5087795" y="564808"/>
                  </a:lnTo>
                  <a:lnTo>
                    <a:pt x="5087890" y="564808"/>
                  </a:lnTo>
                  <a:lnTo>
                    <a:pt x="5088549" y="564808"/>
                  </a:lnTo>
                  <a:lnTo>
                    <a:pt x="5089208" y="564808"/>
                  </a:lnTo>
                  <a:lnTo>
                    <a:pt x="5089396" y="564808"/>
                  </a:lnTo>
                  <a:lnTo>
                    <a:pt x="5089773" y="564808"/>
                  </a:lnTo>
                  <a:lnTo>
                    <a:pt x="5089961" y="564808"/>
                  </a:lnTo>
                  <a:lnTo>
                    <a:pt x="5090338" y="564808"/>
                  </a:lnTo>
                  <a:lnTo>
                    <a:pt x="5090432" y="564808"/>
                  </a:lnTo>
                  <a:lnTo>
                    <a:pt x="5090526" y="564808"/>
                  </a:lnTo>
                  <a:lnTo>
                    <a:pt x="5090808" y="564808"/>
                  </a:lnTo>
                  <a:lnTo>
                    <a:pt x="5090903" y="564808"/>
                  </a:lnTo>
                  <a:lnTo>
                    <a:pt x="5090997" y="564808"/>
                  </a:lnTo>
                  <a:lnTo>
                    <a:pt x="5091091" y="564808"/>
                  </a:lnTo>
                  <a:lnTo>
                    <a:pt x="5091467" y="564808"/>
                  </a:lnTo>
                  <a:lnTo>
                    <a:pt x="5091750" y="564808"/>
                  </a:lnTo>
                  <a:lnTo>
                    <a:pt x="5092315" y="564808"/>
                  </a:lnTo>
                  <a:lnTo>
                    <a:pt x="5092315" y="559896"/>
                  </a:lnTo>
                  <a:lnTo>
                    <a:pt x="5092409" y="559896"/>
                  </a:lnTo>
                  <a:lnTo>
                    <a:pt x="5092880" y="559896"/>
                  </a:lnTo>
                  <a:lnTo>
                    <a:pt x="5092974" y="559896"/>
                  </a:lnTo>
                  <a:lnTo>
                    <a:pt x="5093256" y="559896"/>
                  </a:lnTo>
                  <a:lnTo>
                    <a:pt x="5093727" y="559896"/>
                  </a:lnTo>
                  <a:lnTo>
                    <a:pt x="5094198" y="559896"/>
                  </a:lnTo>
                  <a:lnTo>
                    <a:pt x="5094292" y="559896"/>
                  </a:lnTo>
                  <a:lnTo>
                    <a:pt x="5095045" y="559896"/>
                  </a:lnTo>
                  <a:lnTo>
                    <a:pt x="5095139" y="559896"/>
                  </a:lnTo>
                  <a:lnTo>
                    <a:pt x="5095516" y="559896"/>
                  </a:lnTo>
                  <a:lnTo>
                    <a:pt x="5096269" y="554985"/>
                  </a:lnTo>
                  <a:lnTo>
                    <a:pt x="5096457" y="554985"/>
                  </a:lnTo>
                  <a:lnTo>
                    <a:pt x="5096646" y="554985"/>
                  </a:lnTo>
                  <a:lnTo>
                    <a:pt x="5096928" y="554985"/>
                  </a:lnTo>
                  <a:lnTo>
                    <a:pt x="5097022" y="554985"/>
                  </a:lnTo>
                  <a:lnTo>
                    <a:pt x="5097117" y="554985"/>
                  </a:lnTo>
                  <a:lnTo>
                    <a:pt x="5097776" y="554985"/>
                  </a:lnTo>
                  <a:lnTo>
                    <a:pt x="5097870" y="554985"/>
                  </a:lnTo>
                  <a:lnTo>
                    <a:pt x="5098058" y="554985"/>
                  </a:lnTo>
                  <a:lnTo>
                    <a:pt x="5098152" y="554985"/>
                  </a:lnTo>
                  <a:lnTo>
                    <a:pt x="5098246" y="554985"/>
                  </a:lnTo>
                  <a:lnTo>
                    <a:pt x="5098341" y="554985"/>
                  </a:lnTo>
                  <a:lnTo>
                    <a:pt x="5098435" y="554985"/>
                  </a:lnTo>
                  <a:lnTo>
                    <a:pt x="5098529" y="554985"/>
                  </a:lnTo>
                  <a:lnTo>
                    <a:pt x="5098811" y="554985"/>
                  </a:lnTo>
                  <a:lnTo>
                    <a:pt x="5099000" y="554985"/>
                  </a:lnTo>
                  <a:lnTo>
                    <a:pt x="5099094" y="554985"/>
                  </a:lnTo>
                  <a:lnTo>
                    <a:pt x="5099188" y="554985"/>
                  </a:lnTo>
                  <a:lnTo>
                    <a:pt x="5099565" y="554985"/>
                  </a:lnTo>
                  <a:lnTo>
                    <a:pt x="5099659" y="554985"/>
                  </a:lnTo>
                  <a:lnTo>
                    <a:pt x="5099847" y="554985"/>
                  </a:lnTo>
                  <a:lnTo>
                    <a:pt x="5100788" y="554985"/>
                  </a:lnTo>
                  <a:lnTo>
                    <a:pt x="5101448" y="554985"/>
                  </a:lnTo>
                  <a:lnTo>
                    <a:pt x="5101918" y="554985"/>
                  </a:lnTo>
                  <a:lnTo>
                    <a:pt x="5101918" y="550073"/>
                  </a:lnTo>
                  <a:lnTo>
                    <a:pt x="5102012" y="550073"/>
                  </a:lnTo>
                  <a:lnTo>
                    <a:pt x="5102201" y="550073"/>
                  </a:lnTo>
                  <a:lnTo>
                    <a:pt x="5102483" y="550073"/>
                  </a:lnTo>
                  <a:lnTo>
                    <a:pt x="5102672" y="550073"/>
                  </a:lnTo>
                  <a:lnTo>
                    <a:pt x="5102860" y="550073"/>
                  </a:lnTo>
                  <a:lnTo>
                    <a:pt x="5102954" y="550073"/>
                  </a:lnTo>
                  <a:lnTo>
                    <a:pt x="5103142" y="550073"/>
                  </a:lnTo>
                  <a:lnTo>
                    <a:pt x="5103236" y="550073"/>
                  </a:lnTo>
                  <a:lnTo>
                    <a:pt x="5103331" y="550073"/>
                  </a:lnTo>
                  <a:lnTo>
                    <a:pt x="5103801" y="550073"/>
                  </a:lnTo>
                  <a:lnTo>
                    <a:pt x="5103896" y="550073"/>
                  </a:lnTo>
                  <a:lnTo>
                    <a:pt x="5104178" y="550073"/>
                  </a:lnTo>
                  <a:lnTo>
                    <a:pt x="5106438" y="540251"/>
                  </a:lnTo>
                  <a:lnTo>
                    <a:pt x="5106626" y="540251"/>
                  </a:lnTo>
                  <a:lnTo>
                    <a:pt x="5107097" y="540251"/>
                  </a:lnTo>
                  <a:lnTo>
                    <a:pt x="5107379" y="540251"/>
                  </a:lnTo>
                  <a:lnTo>
                    <a:pt x="5107473" y="540251"/>
                  </a:lnTo>
                  <a:lnTo>
                    <a:pt x="5107567" y="540251"/>
                  </a:lnTo>
                  <a:lnTo>
                    <a:pt x="5107756" y="540251"/>
                  </a:lnTo>
                  <a:lnTo>
                    <a:pt x="5107850" y="540251"/>
                  </a:lnTo>
                  <a:lnTo>
                    <a:pt x="5107944" y="540251"/>
                  </a:lnTo>
                  <a:lnTo>
                    <a:pt x="5108038" y="540251"/>
                  </a:lnTo>
                  <a:lnTo>
                    <a:pt x="5108415" y="540251"/>
                  </a:lnTo>
                  <a:lnTo>
                    <a:pt x="5108509" y="540251"/>
                  </a:lnTo>
                  <a:lnTo>
                    <a:pt x="5108697" y="540251"/>
                  </a:lnTo>
                  <a:lnTo>
                    <a:pt x="5108791" y="540251"/>
                  </a:lnTo>
                  <a:lnTo>
                    <a:pt x="5108886" y="540251"/>
                  </a:lnTo>
                  <a:lnTo>
                    <a:pt x="5109639" y="540251"/>
                  </a:lnTo>
                  <a:lnTo>
                    <a:pt x="5109827" y="540251"/>
                  </a:lnTo>
                  <a:lnTo>
                    <a:pt x="5110110" y="540251"/>
                  </a:lnTo>
                  <a:lnTo>
                    <a:pt x="5110957" y="540251"/>
                  </a:lnTo>
                  <a:lnTo>
                    <a:pt x="5111428" y="540251"/>
                  </a:lnTo>
                  <a:lnTo>
                    <a:pt x="5111522" y="540251"/>
                  </a:lnTo>
                  <a:lnTo>
                    <a:pt x="5111804" y="540251"/>
                  </a:lnTo>
                  <a:lnTo>
                    <a:pt x="5112087" y="540251"/>
                  </a:lnTo>
                  <a:lnTo>
                    <a:pt x="5112369" y="540251"/>
                  </a:lnTo>
                  <a:lnTo>
                    <a:pt x="5112652" y="540251"/>
                  </a:lnTo>
                  <a:lnTo>
                    <a:pt x="5112746" y="540251"/>
                  </a:lnTo>
                  <a:lnTo>
                    <a:pt x="5112840" y="540251"/>
                  </a:lnTo>
                  <a:lnTo>
                    <a:pt x="5113122" y="540251"/>
                  </a:lnTo>
                  <a:lnTo>
                    <a:pt x="5113311" y="540251"/>
                  </a:lnTo>
                  <a:lnTo>
                    <a:pt x="5114158" y="540251"/>
                  </a:lnTo>
                  <a:lnTo>
                    <a:pt x="5114252" y="540251"/>
                  </a:lnTo>
                  <a:lnTo>
                    <a:pt x="5114346" y="540251"/>
                  </a:lnTo>
                  <a:lnTo>
                    <a:pt x="5114441" y="540251"/>
                  </a:lnTo>
                  <a:lnTo>
                    <a:pt x="5114817" y="540251"/>
                  </a:lnTo>
                  <a:lnTo>
                    <a:pt x="5115005" y="540251"/>
                  </a:lnTo>
                  <a:lnTo>
                    <a:pt x="5115100" y="540251"/>
                  </a:lnTo>
                  <a:lnTo>
                    <a:pt x="5116135" y="540251"/>
                  </a:lnTo>
                  <a:lnTo>
                    <a:pt x="5116229" y="540251"/>
                  </a:lnTo>
                  <a:lnTo>
                    <a:pt x="5116324" y="540251"/>
                  </a:lnTo>
                  <a:lnTo>
                    <a:pt x="5116418" y="540251"/>
                  </a:lnTo>
                  <a:lnTo>
                    <a:pt x="5116794" y="540251"/>
                  </a:lnTo>
                  <a:lnTo>
                    <a:pt x="5117077" y="540251"/>
                  </a:lnTo>
                  <a:lnTo>
                    <a:pt x="5117265" y="540251"/>
                  </a:lnTo>
                  <a:lnTo>
                    <a:pt x="5117359" y="540251"/>
                  </a:lnTo>
                  <a:lnTo>
                    <a:pt x="5117453" y="540251"/>
                  </a:lnTo>
                  <a:lnTo>
                    <a:pt x="5117736" y="540251"/>
                  </a:lnTo>
                  <a:lnTo>
                    <a:pt x="5117830" y="540251"/>
                  </a:lnTo>
                  <a:lnTo>
                    <a:pt x="5117924" y="540251"/>
                  </a:lnTo>
                  <a:lnTo>
                    <a:pt x="5118583" y="535339"/>
                  </a:lnTo>
                  <a:lnTo>
                    <a:pt x="5118677" y="535339"/>
                  </a:lnTo>
                  <a:lnTo>
                    <a:pt x="5118772" y="535339"/>
                  </a:lnTo>
                  <a:lnTo>
                    <a:pt x="5118866" y="535339"/>
                  </a:lnTo>
                  <a:lnTo>
                    <a:pt x="5118960" y="535339"/>
                  </a:lnTo>
                  <a:lnTo>
                    <a:pt x="5119054" y="535339"/>
                  </a:lnTo>
                  <a:lnTo>
                    <a:pt x="5119807" y="535339"/>
                  </a:lnTo>
                  <a:lnTo>
                    <a:pt x="5119901" y="535339"/>
                  </a:lnTo>
                  <a:lnTo>
                    <a:pt x="5119996" y="535339"/>
                  </a:lnTo>
                  <a:lnTo>
                    <a:pt x="5120090" y="535339"/>
                  </a:lnTo>
                  <a:lnTo>
                    <a:pt x="5120184" y="535339"/>
                  </a:lnTo>
                  <a:lnTo>
                    <a:pt x="5120278" y="535339"/>
                  </a:lnTo>
                  <a:lnTo>
                    <a:pt x="5120372" y="535339"/>
                  </a:lnTo>
                  <a:lnTo>
                    <a:pt x="5120466" y="535339"/>
                  </a:lnTo>
                  <a:lnTo>
                    <a:pt x="5120749" y="535339"/>
                  </a:lnTo>
                  <a:lnTo>
                    <a:pt x="5120843" y="535339"/>
                  </a:lnTo>
                  <a:lnTo>
                    <a:pt x="5120937" y="535339"/>
                  </a:lnTo>
                  <a:lnTo>
                    <a:pt x="5121314" y="535339"/>
                  </a:lnTo>
                  <a:lnTo>
                    <a:pt x="5121690" y="535339"/>
                  </a:lnTo>
                  <a:lnTo>
                    <a:pt x="5121784" y="535339"/>
                  </a:lnTo>
                  <a:lnTo>
                    <a:pt x="5121879" y="535339"/>
                  </a:lnTo>
                  <a:lnTo>
                    <a:pt x="5121973" y="535339"/>
                  </a:lnTo>
                  <a:lnTo>
                    <a:pt x="5122161" y="535339"/>
                  </a:lnTo>
                  <a:lnTo>
                    <a:pt x="5122349" y="535339"/>
                  </a:lnTo>
                  <a:lnTo>
                    <a:pt x="5122726" y="535339"/>
                  </a:lnTo>
                  <a:lnTo>
                    <a:pt x="5122820" y="535339"/>
                  </a:lnTo>
                  <a:lnTo>
                    <a:pt x="5123291" y="535339"/>
                  </a:lnTo>
                  <a:lnTo>
                    <a:pt x="5123573" y="535339"/>
                  </a:lnTo>
                  <a:lnTo>
                    <a:pt x="5123667" y="535339"/>
                  </a:lnTo>
                  <a:lnTo>
                    <a:pt x="5123762" y="535339"/>
                  </a:lnTo>
                  <a:lnTo>
                    <a:pt x="5123950" y="535339"/>
                  </a:lnTo>
                  <a:lnTo>
                    <a:pt x="5124138" y="535339"/>
                  </a:lnTo>
                  <a:lnTo>
                    <a:pt x="5124327" y="535339"/>
                  </a:lnTo>
                  <a:lnTo>
                    <a:pt x="5124421" y="535339"/>
                  </a:lnTo>
                  <a:lnTo>
                    <a:pt x="5124515" y="535339"/>
                  </a:lnTo>
                  <a:lnTo>
                    <a:pt x="5125174" y="535339"/>
                  </a:lnTo>
                  <a:lnTo>
                    <a:pt x="5125268" y="535339"/>
                  </a:lnTo>
                  <a:lnTo>
                    <a:pt x="5125362" y="535339"/>
                  </a:lnTo>
                  <a:lnTo>
                    <a:pt x="5125551" y="535339"/>
                  </a:lnTo>
                  <a:lnTo>
                    <a:pt x="5126021" y="535339"/>
                  </a:lnTo>
                  <a:lnTo>
                    <a:pt x="5126115" y="535339"/>
                  </a:lnTo>
                  <a:lnTo>
                    <a:pt x="5126398" y="535339"/>
                  </a:lnTo>
                  <a:lnTo>
                    <a:pt x="5126492" y="535339"/>
                  </a:lnTo>
                  <a:lnTo>
                    <a:pt x="5126963" y="535339"/>
                  </a:lnTo>
                  <a:lnTo>
                    <a:pt x="5127057" y="535339"/>
                  </a:lnTo>
                  <a:lnTo>
                    <a:pt x="5127434" y="535339"/>
                  </a:lnTo>
                  <a:lnTo>
                    <a:pt x="5127528" y="535339"/>
                  </a:lnTo>
                  <a:lnTo>
                    <a:pt x="5127810" y="535339"/>
                  </a:lnTo>
                  <a:lnTo>
                    <a:pt x="5127904" y="535339"/>
                  </a:lnTo>
                  <a:lnTo>
                    <a:pt x="5128563" y="535339"/>
                  </a:lnTo>
                  <a:lnTo>
                    <a:pt x="5128846" y="535339"/>
                  </a:lnTo>
                  <a:lnTo>
                    <a:pt x="5128940" y="535339"/>
                  </a:lnTo>
                  <a:lnTo>
                    <a:pt x="5129034" y="535339"/>
                  </a:lnTo>
                  <a:lnTo>
                    <a:pt x="5129128" y="535339"/>
                  </a:lnTo>
                  <a:lnTo>
                    <a:pt x="5129599" y="535339"/>
                  </a:lnTo>
                  <a:lnTo>
                    <a:pt x="5129976" y="535339"/>
                  </a:lnTo>
                  <a:lnTo>
                    <a:pt x="5130635" y="535339"/>
                  </a:lnTo>
                  <a:lnTo>
                    <a:pt x="5130917" y="535339"/>
                  </a:lnTo>
                  <a:lnTo>
                    <a:pt x="5131105" y="535339"/>
                  </a:lnTo>
                  <a:lnTo>
                    <a:pt x="5131200" y="535339"/>
                  </a:lnTo>
                  <a:lnTo>
                    <a:pt x="5131294" y="535339"/>
                  </a:lnTo>
                  <a:lnTo>
                    <a:pt x="5131765" y="535339"/>
                  </a:lnTo>
                  <a:lnTo>
                    <a:pt x="5131953" y="535339"/>
                  </a:lnTo>
                  <a:lnTo>
                    <a:pt x="5132329" y="535339"/>
                  </a:lnTo>
                  <a:lnTo>
                    <a:pt x="5132424" y="535339"/>
                  </a:lnTo>
                  <a:lnTo>
                    <a:pt x="5132706" y="535339"/>
                  </a:lnTo>
                  <a:lnTo>
                    <a:pt x="5133177" y="535339"/>
                  </a:lnTo>
                  <a:lnTo>
                    <a:pt x="5133271" y="535339"/>
                  </a:lnTo>
                  <a:lnTo>
                    <a:pt x="5133365" y="535339"/>
                  </a:lnTo>
                  <a:lnTo>
                    <a:pt x="5133553" y="535339"/>
                  </a:lnTo>
                  <a:lnTo>
                    <a:pt x="5133742" y="535339"/>
                  </a:lnTo>
                  <a:lnTo>
                    <a:pt x="5134401" y="535339"/>
                  </a:lnTo>
                  <a:lnTo>
                    <a:pt x="5134589" y="535339"/>
                  </a:lnTo>
                  <a:lnTo>
                    <a:pt x="5134872" y="535339"/>
                  </a:lnTo>
                  <a:lnTo>
                    <a:pt x="5134966" y="535339"/>
                  </a:lnTo>
                  <a:lnTo>
                    <a:pt x="5135248" y="535339"/>
                  </a:lnTo>
                  <a:lnTo>
                    <a:pt x="5135437" y="535339"/>
                  </a:lnTo>
                  <a:lnTo>
                    <a:pt x="5136284" y="535339"/>
                  </a:lnTo>
                  <a:lnTo>
                    <a:pt x="5136849" y="535339"/>
                  </a:lnTo>
                  <a:lnTo>
                    <a:pt x="5137225" y="535339"/>
                  </a:lnTo>
                  <a:lnTo>
                    <a:pt x="5137320" y="535339"/>
                  </a:lnTo>
                  <a:lnTo>
                    <a:pt x="5137602" y="535339"/>
                  </a:lnTo>
                  <a:lnTo>
                    <a:pt x="5138073" y="535339"/>
                  </a:lnTo>
                  <a:lnTo>
                    <a:pt x="5139014" y="535339"/>
                  </a:lnTo>
                  <a:lnTo>
                    <a:pt x="5139108" y="535339"/>
                  </a:lnTo>
                  <a:lnTo>
                    <a:pt x="5139203" y="535339"/>
                  </a:lnTo>
                  <a:lnTo>
                    <a:pt x="5139485" y="535339"/>
                  </a:lnTo>
                  <a:lnTo>
                    <a:pt x="5139673" y="535339"/>
                  </a:lnTo>
                  <a:lnTo>
                    <a:pt x="5139768" y="535339"/>
                  </a:lnTo>
                  <a:lnTo>
                    <a:pt x="5139862" y="535339"/>
                  </a:lnTo>
                  <a:lnTo>
                    <a:pt x="5140050" y="535339"/>
                  </a:lnTo>
                  <a:lnTo>
                    <a:pt x="5140238" y="535339"/>
                  </a:lnTo>
                  <a:lnTo>
                    <a:pt x="5140332" y="535339"/>
                  </a:lnTo>
                  <a:lnTo>
                    <a:pt x="5140427" y="535339"/>
                  </a:lnTo>
                  <a:lnTo>
                    <a:pt x="5140615" y="535339"/>
                  </a:lnTo>
                  <a:lnTo>
                    <a:pt x="5140803" y="535339"/>
                  </a:lnTo>
                  <a:lnTo>
                    <a:pt x="5141086" y="535339"/>
                  </a:lnTo>
                  <a:lnTo>
                    <a:pt x="5141556" y="535339"/>
                  </a:lnTo>
                  <a:lnTo>
                    <a:pt x="5141745" y="535339"/>
                  </a:lnTo>
                  <a:lnTo>
                    <a:pt x="5141839" y="535339"/>
                  </a:lnTo>
                  <a:lnTo>
                    <a:pt x="5143251" y="535339"/>
                  </a:lnTo>
                  <a:lnTo>
                    <a:pt x="5143439" y="535339"/>
                  </a:lnTo>
                  <a:lnTo>
                    <a:pt x="5143534" y="535339"/>
                  </a:lnTo>
                  <a:lnTo>
                    <a:pt x="5143816" y="535339"/>
                  </a:lnTo>
                  <a:lnTo>
                    <a:pt x="5144099" y="535339"/>
                  </a:lnTo>
                  <a:lnTo>
                    <a:pt x="5144758" y="535339"/>
                  </a:lnTo>
                  <a:lnTo>
                    <a:pt x="5144946" y="535339"/>
                  </a:lnTo>
                  <a:lnTo>
                    <a:pt x="5145134" y="535339"/>
                  </a:lnTo>
                  <a:lnTo>
                    <a:pt x="5145228" y="535339"/>
                  </a:lnTo>
                  <a:lnTo>
                    <a:pt x="5145605" y="535339"/>
                  </a:lnTo>
                  <a:lnTo>
                    <a:pt x="5145793" y="535339"/>
                  </a:lnTo>
                  <a:lnTo>
                    <a:pt x="5145982" y="535339"/>
                  </a:lnTo>
                  <a:lnTo>
                    <a:pt x="5146076" y="535339"/>
                  </a:lnTo>
                  <a:lnTo>
                    <a:pt x="5146170" y="535339"/>
                  </a:lnTo>
                  <a:lnTo>
                    <a:pt x="5146264" y="535339"/>
                  </a:lnTo>
                  <a:lnTo>
                    <a:pt x="5146452" y="535339"/>
                  </a:lnTo>
                  <a:lnTo>
                    <a:pt x="5148430" y="530428"/>
                  </a:lnTo>
                  <a:lnTo>
                    <a:pt x="5148712" y="530428"/>
                  </a:lnTo>
                  <a:lnTo>
                    <a:pt x="5149089" y="530428"/>
                  </a:lnTo>
                  <a:lnTo>
                    <a:pt x="5149183" y="530428"/>
                  </a:lnTo>
                  <a:lnTo>
                    <a:pt x="5149371" y="530428"/>
                  </a:lnTo>
                  <a:lnTo>
                    <a:pt x="5149465" y="530428"/>
                  </a:lnTo>
                  <a:lnTo>
                    <a:pt x="5149936" y="530428"/>
                  </a:lnTo>
                  <a:lnTo>
                    <a:pt x="5150218" y="530428"/>
                  </a:lnTo>
                  <a:lnTo>
                    <a:pt x="5150313" y="530428"/>
                  </a:lnTo>
                  <a:lnTo>
                    <a:pt x="5150407" y="530428"/>
                  </a:lnTo>
                  <a:lnTo>
                    <a:pt x="5150595" y="530428"/>
                  </a:lnTo>
                  <a:lnTo>
                    <a:pt x="5150783" y="530428"/>
                  </a:lnTo>
                  <a:lnTo>
                    <a:pt x="5150877" y="530428"/>
                  </a:lnTo>
                  <a:lnTo>
                    <a:pt x="5151537" y="530428"/>
                  </a:lnTo>
                  <a:lnTo>
                    <a:pt x="5151631" y="530428"/>
                  </a:lnTo>
                  <a:lnTo>
                    <a:pt x="5152478" y="530428"/>
                  </a:lnTo>
                  <a:lnTo>
                    <a:pt x="5152572" y="530428"/>
                  </a:lnTo>
                  <a:lnTo>
                    <a:pt x="5152666" y="530428"/>
                  </a:lnTo>
                  <a:lnTo>
                    <a:pt x="5152949" y="530428"/>
                  </a:lnTo>
                  <a:lnTo>
                    <a:pt x="5153325" y="530428"/>
                  </a:lnTo>
                  <a:lnTo>
                    <a:pt x="5153608" y="530428"/>
                  </a:lnTo>
                  <a:lnTo>
                    <a:pt x="5153702" y="530428"/>
                  </a:lnTo>
                  <a:lnTo>
                    <a:pt x="5153890" y="530428"/>
                  </a:lnTo>
                  <a:lnTo>
                    <a:pt x="5154079" y="530428"/>
                  </a:lnTo>
                  <a:lnTo>
                    <a:pt x="5154267" y="530428"/>
                  </a:lnTo>
                  <a:lnTo>
                    <a:pt x="5154549" y="530428"/>
                  </a:lnTo>
                  <a:lnTo>
                    <a:pt x="5154644" y="530428"/>
                  </a:lnTo>
                  <a:lnTo>
                    <a:pt x="5154926" y="530428"/>
                  </a:lnTo>
                  <a:lnTo>
                    <a:pt x="5155114" y="530428"/>
                  </a:lnTo>
                  <a:lnTo>
                    <a:pt x="5155585" y="530428"/>
                  </a:lnTo>
                  <a:lnTo>
                    <a:pt x="5156056" y="530428"/>
                  </a:lnTo>
                  <a:lnTo>
                    <a:pt x="5156150" y="530428"/>
                  </a:lnTo>
                  <a:lnTo>
                    <a:pt x="5156244" y="530428"/>
                  </a:lnTo>
                  <a:lnTo>
                    <a:pt x="5157280" y="530428"/>
                  </a:lnTo>
                  <a:lnTo>
                    <a:pt x="5157280" y="525517"/>
                  </a:lnTo>
                  <a:lnTo>
                    <a:pt x="5157374" y="525517"/>
                  </a:lnTo>
                  <a:lnTo>
                    <a:pt x="5157562" y="525517"/>
                  </a:lnTo>
                  <a:lnTo>
                    <a:pt x="5158786" y="525517"/>
                  </a:lnTo>
                  <a:lnTo>
                    <a:pt x="5158975" y="525517"/>
                  </a:lnTo>
                  <a:lnTo>
                    <a:pt x="5159539" y="525517"/>
                  </a:lnTo>
                  <a:lnTo>
                    <a:pt x="5159634" y="525517"/>
                  </a:lnTo>
                  <a:lnTo>
                    <a:pt x="5159728" y="525517"/>
                  </a:lnTo>
                  <a:lnTo>
                    <a:pt x="5159822" y="525517"/>
                  </a:lnTo>
                  <a:lnTo>
                    <a:pt x="5159916" y="525517"/>
                  </a:lnTo>
                  <a:lnTo>
                    <a:pt x="5160104" y="525517"/>
                  </a:lnTo>
                  <a:lnTo>
                    <a:pt x="5160293" y="525517"/>
                  </a:lnTo>
                  <a:lnTo>
                    <a:pt x="5160387" y="525517"/>
                  </a:lnTo>
                  <a:lnTo>
                    <a:pt x="5160481" y="525517"/>
                  </a:lnTo>
                  <a:lnTo>
                    <a:pt x="5160669" y="525517"/>
                  </a:lnTo>
                  <a:lnTo>
                    <a:pt x="5161234" y="520605"/>
                  </a:lnTo>
                  <a:lnTo>
                    <a:pt x="5161328" y="520605"/>
                  </a:lnTo>
                  <a:lnTo>
                    <a:pt x="5161517" y="520605"/>
                  </a:lnTo>
                  <a:lnTo>
                    <a:pt x="5161893" y="520605"/>
                  </a:lnTo>
                  <a:lnTo>
                    <a:pt x="5161987" y="520605"/>
                  </a:lnTo>
                  <a:lnTo>
                    <a:pt x="5162082" y="520605"/>
                  </a:lnTo>
                  <a:lnTo>
                    <a:pt x="5162176" y="520605"/>
                  </a:lnTo>
                  <a:lnTo>
                    <a:pt x="5162552" y="520605"/>
                  </a:lnTo>
                  <a:lnTo>
                    <a:pt x="5162646" y="520605"/>
                  </a:lnTo>
                  <a:lnTo>
                    <a:pt x="5162741" y="520605"/>
                  </a:lnTo>
                  <a:lnTo>
                    <a:pt x="5162835" y="520605"/>
                  </a:lnTo>
                  <a:lnTo>
                    <a:pt x="5162929" y="520605"/>
                  </a:lnTo>
                  <a:lnTo>
                    <a:pt x="5162929" y="515694"/>
                  </a:lnTo>
                  <a:lnTo>
                    <a:pt x="5163023" y="515694"/>
                  </a:lnTo>
                  <a:lnTo>
                    <a:pt x="5164153" y="515694"/>
                  </a:lnTo>
                  <a:lnTo>
                    <a:pt x="5164341" y="515694"/>
                  </a:lnTo>
                  <a:lnTo>
                    <a:pt x="5164435" y="515694"/>
                  </a:lnTo>
                  <a:lnTo>
                    <a:pt x="5164624" y="515694"/>
                  </a:lnTo>
                  <a:lnTo>
                    <a:pt x="5164812" y="515694"/>
                  </a:lnTo>
                  <a:lnTo>
                    <a:pt x="5165000" y="515694"/>
                  </a:lnTo>
                  <a:lnTo>
                    <a:pt x="5165189" y="515694"/>
                  </a:lnTo>
                  <a:lnTo>
                    <a:pt x="5166130" y="515694"/>
                  </a:lnTo>
                  <a:lnTo>
                    <a:pt x="5166507" y="510782"/>
                  </a:lnTo>
                  <a:lnTo>
                    <a:pt x="5166789" y="510782"/>
                  </a:lnTo>
                  <a:lnTo>
                    <a:pt x="5166883" y="510782"/>
                  </a:lnTo>
                  <a:lnTo>
                    <a:pt x="5166977" y="510782"/>
                  </a:lnTo>
                  <a:lnTo>
                    <a:pt x="5167166" y="510782"/>
                  </a:lnTo>
                  <a:lnTo>
                    <a:pt x="5167260" y="510782"/>
                  </a:lnTo>
                  <a:lnTo>
                    <a:pt x="5167354" y="510782"/>
                  </a:lnTo>
                  <a:lnTo>
                    <a:pt x="5167542" y="510782"/>
                  </a:lnTo>
                  <a:lnTo>
                    <a:pt x="5168013" y="510782"/>
                  </a:lnTo>
                  <a:lnTo>
                    <a:pt x="5168107" y="510782"/>
                  </a:lnTo>
                  <a:lnTo>
                    <a:pt x="5168201" y="510782"/>
                  </a:lnTo>
                  <a:lnTo>
                    <a:pt x="5168672" y="510782"/>
                  </a:lnTo>
                  <a:lnTo>
                    <a:pt x="5168955" y="510782"/>
                  </a:lnTo>
                  <a:lnTo>
                    <a:pt x="5169708" y="510782"/>
                  </a:lnTo>
                  <a:lnTo>
                    <a:pt x="5169802" y="510782"/>
                  </a:lnTo>
                  <a:lnTo>
                    <a:pt x="5169990" y="510782"/>
                  </a:lnTo>
                  <a:lnTo>
                    <a:pt x="5170085" y="510782"/>
                  </a:lnTo>
                  <a:lnTo>
                    <a:pt x="5170555" y="505871"/>
                  </a:lnTo>
                  <a:lnTo>
                    <a:pt x="5170649" y="505871"/>
                  </a:lnTo>
                  <a:lnTo>
                    <a:pt x="5170744" y="505871"/>
                  </a:lnTo>
                  <a:lnTo>
                    <a:pt x="5171120" y="505871"/>
                  </a:lnTo>
                  <a:lnTo>
                    <a:pt x="5171685" y="505871"/>
                  </a:lnTo>
                  <a:lnTo>
                    <a:pt x="5172250" y="505871"/>
                  </a:lnTo>
                  <a:lnTo>
                    <a:pt x="5172438" y="505871"/>
                  </a:lnTo>
                  <a:lnTo>
                    <a:pt x="5172815" y="505871"/>
                  </a:lnTo>
                  <a:lnTo>
                    <a:pt x="5172909" y="505871"/>
                  </a:lnTo>
                  <a:lnTo>
                    <a:pt x="5173097" y="505871"/>
                  </a:lnTo>
                  <a:lnTo>
                    <a:pt x="5173568" y="500960"/>
                  </a:lnTo>
                  <a:lnTo>
                    <a:pt x="5173756" y="500960"/>
                  </a:lnTo>
                  <a:lnTo>
                    <a:pt x="5174416" y="500960"/>
                  </a:lnTo>
                  <a:lnTo>
                    <a:pt x="5174510" y="500960"/>
                  </a:lnTo>
                  <a:lnTo>
                    <a:pt x="5175357" y="500960"/>
                  </a:lnTo>
                  <a:lnTo>
                    <a:pt x="5175639" y="500960"/>
                  </a:lnTo>
                  <a:lnTo>
                    <a:pt x="5175734" y="500960"/>
                  </a:lnTo>
                  <a:lnTo>
                    <a:pt x="5175922" y="500960"/>
                  </a:lnTo>
                  <a:lnTo>
                    <a:pt x="5176204" y="496048"/>
                  </a:lnTo>
                  <a:lnTo>
                    <a:pt x="5176581" y="496048"/>
                  </a:lnTo>
                  <a:lnTo>
                    <a:pt x="5177334" y="496048"/>
                  </a:lnTo>
                  <a:lnTo>
                    <a:pt x="5177617" y="496048"/>
                  </a:lnTo>
                  <a:lnTo>
                    <a:pt x="5177711" y="496048"/>
                  </a:lnTo>
                  <a:lnTo>
                    <a:pt x="5177805" y="496048"/>
                  </a:lnTo>
                  <a:lnTo>
                    <a:pt x="5178087" y="491137"/>
                  </a:lnTo>
                  <a:lnTo>
                    <a:pt x="5178182" y="491137"/>
                  </a:lnTo>
                  <a:lnTo>
                    <a:pt x="5178464" y="491137"/>
                  </a:lnTo>
                  <a:lnTo>
                    <a:pt x="5178558" y="491137"/>
                  </a:lnTo>
                  <a:lnTo>
                    <a:pt x="5178747" y="491137"/>
                  </a:lnTo>
                  <a:lnTo>
                    <a:pt x="5180159" y="491137"/>
                  </a:lnTo>
                  <a:lnTo>
                    <a:pt x="5180253" y="491137"/>
                  </a:lnTo>
                  <a:lnTo>
                    <a:pt x="5180347" y="491137"/>
                  </a:lnTo>
                  <a:lnTo>
                    <a:pt x="5180441" y="491137"/>
                  </a:lnTo>
                  <a:lnTo>
                    <a:pt x="5180912" y="491137"/>
                  </a:lnTo>
                  <a:lnTo>
                    <a:pt x="5181289" y="491137"/>
                  </a:lnTo>
                  <a:lnTo>
                    <a:pt x="5181383" y="491137"/>
                  </a:lnTo>
                  <a:lnTo>
                    <a:pt x="5181759" y="486226"/>
                  </a:lnTo>
                  <a:lnTo>
                    <a:pt x="5182042" y="486226"/>
                  </a:lnTo>
                  <a:lnTo>
                    <a:pt x="5182136" y="486226"/>
                  </a:lnTo>
                  <a:lnTo>
                    <a:pt x="5182230" y="486226"/>
                  </a:lnTo>
                  <a:lnTo>
                    <a:pt x="5182324" y="486226"/>
                  </a:lnTo>
                  <a:lnTo>
                    <a:pt x="5182513" y="486226"/>
                  </a:lnTo>
                  <a:lnTo>
                    <a:pt x="5182701" y="486226"/>
                  </a:lnTo>
                  <a:lnTo>
                    <a:pt x="5182795" y="486226"/>
                  </a:lnTo>
                  <a:lnTo>
                    <a:pt x="5182889" y="486226"/>
                  </a:lnTo>
                  <a:lnTo>
                    <a:pt x="5183831" y="486226"/>
                  </a:lnTo>
                  <a:lnTo>
                    <a:pt x="5184772" y="486226"/>
                  </a:lnTo>
                  <a:lnTo>
                    <a:pt x="5184961" y="486226"/>
                  </a:lnTo>
                  <a:lnTo>
                    <a:pt x="5185525" y="486226"/>
                  </a:lnTo>
                  <a:lnTo>
                    <a:pt x="5185620" y="486226"/>
                  </a:lnTo>
                  <a:lnTo>
                    <a:pt x="5185714" y="486226"/>
                  </a:lnTo>
                  <a:lnTo>
                    <a:pt x="5185902" y="486226"/>
                  </a:lnTo>
                  <a:lnTo>
                    <a:pt x="5186279" y="486226"/>
                  </a:lnTo>
                  <a:lnTo>
                    <a:pt x="5186373" y="486226"/>
                  </a:lnTo>
                  <a:lnTo>
                    <a:pt x="5186467" y="486226"/>
                  </a:lnTo>
                  <a:lnTo>
                    <a:pt x="5186561" y="486226"/>
                  </a:lnTo>
                  <a:lnTo>
                    <a:pt x="5186655" y="486226"/>
                  </a:lnTo>
                  <a:lnTo>
                    <a:pt x="5186844" y="486226"/>
                  </a:lnTo>
                  <a:lnTo>
                    <a:pt x="5186938" y="486226"/>
                  </a:lnTo>
                  <a:lnTo>
                    <a:pt x="5187126" y="486226"/>
                  </a:lnTo>
                  <a:lnTo>
                    <a:pt x="5187220" y="486226"/>
                  </a:lnTo>
                  <a:lnTo>
                    <a:pt x="5187314" y="486226"/>
                  </a:lnTo>
                  <a:lnTo>
                    <a:pt x="5187409" y="486226"/>
                  </a:lnTo>
                  <a:lnTo>
                    <a:pt x="5187503" y="486226"/>
                  </a:lnTo>
                  <a:lnTo>
                    <a:pt x="5187691" y="486226"/>
                  </a:lnTo>
                  <a:lnTo>
                    <a:pt x="5187785" y="486226"/>
                  </a:lnTo>
                  <a:lnTo>
                    <a:pt x="5188068" y="486226"/>
                  </a:lnTo>
                  <a:lnTo>
                    <a:pt x="5188350" y="486226"/>
                  </a:lnTo>
                  <a:lnTo>
                    <a:pt x="5188538" y="486226"/>
                  </a:lnTo>
                  <a:lnTo>
                    <a:pt x="5188632" y="486226"/>
                  </a:lnTo>
                  <a:lnTo>
                    <a:pt x="5188727" y="486226"/>
                  </a:lnTo>
                  <a:lnTo>
                    <a:pt x="5189009" y="486226"/>
                  </a:lnTo>
                  <a:lnTo>
                    <a:pt x="5189103" y="486226"/>
                  </a:lnTo>
                  <a:lnTo>
                    <a:pt x="5189480" y="486226"/>
                  </a:lnTo>
                  <a:lnTo>
                    <a:pt x="5189668" y="486226"/>
                  </a:lnTo>
                  <a:lnTo>
                    <a:pt x="5189951" y="486226"/>
                  </a:lnTo>
                  <a:lnTo>
                    <a:pt x="5190139" y="486226"/>
                  </a:lnTo>
                  <a:lnTo>
                    <a:pt x="5190516" y="486226"/>
                  </a:lnTo>
                  <a:lnTo>
                    <a:pt x="5190610" y="486226"/>
                  </a:lnTo>
                  <a:lnTo>
                    <a:pt x="5190986" y="486226"/>
                  </a:lnTo>
                  <a:lnTo>
                    <a:pt x="5191080" y="486226"/>
                  </a:lnTo>
                  <a:lnTo>
                    <a:pt x="5191740" y="486226"/>
                  </a:lnTo>
                  <a:lnTo>
                    <a:pt x="5191834" y="486226"/>
                  </a:lnTo>
                  <a:lnTo>
                    <a:pt x="5191928" y="486226"/>
                  </a:lnTo>
                  <a:lnTo>
                    <a:pt x="5192304" y="486226"/>
                  </a:lnTo>
                  <a:lnTo>
                    <a:pt x="5193152" y="486226"/>
                  </a:lnTo>
                  <a:lnTo>
                    <a:pt x="5193434" y="486226"/>
                  </a:lnTo>
                  <a:lnTo>
                    <a:pt x="5194187" y="486226"/>
                  </a:lnTo>
                  <a:lnTo>
                    <a:pt x="5194376" y="486226"/>
                  </a:lnTo>
                  <a:lnTo>
                    <a:pt x="5194564" y="486226"/>
                  </a:lnTo>
                  <a:lnTo>
                    <a:pt x="5194752" y="486226"/>
                  </a:lnTo>
                  <a:lnTo>
                    <a:pt x="5194847" y="486226"/>
                  </a:lnTo>
                  <a:lnTo>
                    <a:pt x="5194941" y="486226"/>
                  </a:lnTo>
                  <a:lnTo>
                    <a:pt x="5195035" y="486226"/>
                  </a:lnTo>
                  <a:lnTo>
                    <a:pt x="5195129" y="486226"/>
                  </a:lnTo>
                  <a:lnTo>
                    <a:pt x="5195600" y="486226"/>
                  </a:lnTo>
                  <a:lnTo>
                    <a:pt x="5195882" y="486226"/>
                  </a:lnTo>
                  <a:lnTo>
                    <a:pt x="5196165" y="486226"/>
                  </a:lnTo>
                  <a:lnTo>
                    <a:pt x="5196259" y="486226"/>
                  </a:lnTo>
                  <a:lnTo>
                    <a:pt x="5196730" y="486226"/>
                  </a:lnTo>
                  <a:lnTo>
                    <a:pt x="5196824" y="486226"/>
                  </a:lnTo>
                  <a:lnTo>
                    <a:pt x="5196918" y="486226"/>
                  </a:lnTo>
                  <a:lnTo>
                    <a:pt x="5197389" y="486226"/>
                  </a:lnTo>
                  <a:lnTo>
                    <a:pt x="5197577" y="486226"/>
                  </a:lnTo>
                  <a:lnTo>
                    <a:pt x="5198048" y="486226"/>
                  </a:lnTo>
                  <a:lnTo>
                    <a:pt x="5198142" y="486226"/>
                  </a:lnTo>
                  <a:lnTo>
                    <a:pt x="5198895" y="486226"/>
                  </a:lnTo>
                  <a:lnTo>
                    <a:pt x="5198989" y="486226"/>
                  </a:lnTo>
                  <a:lnTo>
                    <a:pt x="5199083" y="486226"/>
                  </a:lnTo>
                  <a:lnTo>
                    <a:pt x="5199460" y="486226"/>
                  </a:lnTo>
                  <a:lnTo>
                    <a:pt x="5199742" y="486226"/>
                  </a:lnTo>
                  <a:lnTo>
                    <a:pt x="5200025" y="486226"/>
                  </a:lnTo>
                  <a:lnTo>
                    <a:pt x="5200119" y="486226"/>
                  </a:lnTo>
                  <a:lnTo>
                    <a:pt x="5200213" y="486226"/>
                  </a:lnTo>
                  <a:lnTo>
                    <a:pt x="5200402" y="486226"/>
                  </a:lnTo>
                  <a:lnTo>
                    <a:pt x="5200496" y="486226"/>
                  </a:lnTo>
                  <a:lnTo>
                    <a:pt x="5200590" y="486226"/>
                  </a:lnTo>
                  <a:lnTo>
                    <a:pt x="5200684" y="486226"/>
                  </a:lnTo>
                  <a:lnTo>
                    <a:pt x="5201437" y="486226"/>
                  </a:lnTo>
                  <a:lnTo>
                    <a:pt x="5202096" y="486226"/>
                  </a:lnTo>
                  <a:lnTo>
                    <a:pt x="5202567" y="486226"/>
                  </a:lnTo>
                  <a:lnTo>
                    <a:pt x="5202849" y="486226"/>
                  </a:lnTo>
                  <a:lnTo>
                    <a:pt x="5202944" y="486226"/>
                  </a:lnTo>
                  <a:lnTo>
                    <a:pt x="5203132" y="486226"/>
                  </a:lnTo>
                  <a:lnTo>
                    <a:pt x="5203226" y="486226"/>
                  </a:lnTo>
                  <a:lnTo>
                    <a:pt x="5203414" y="486226"/>
                  </a:lnTo>
                  <a:lnTo>
                    <a:pt x="5203509" y="486226"/>
                  </a:lnTo>
                  <a:lnTo>
                    <a:pt x="5203791" y="481314"/>
                  </a:lnTo>
                  <a:lnTo>
                    <a:pt x="5203885" y="481314"/>
                  </a:lnTo>
                  <a:lnTo>
                    <a:pt x="5203979" y="481314"/>
                  </a:lnTo>
                  <a:lnTo>
                    <a:pt x="5204356" y="481314"/>
                  </a:lnTo>
                  <a:lnTo>
                    <a:pt x="5204450" y="481314"/>
                  </a:lnTo>
                  <a:lnTo>
                    <a:pt x="5204544" y="481314"/>
                  </a:lnTo>
                  <a:lnTo>
                    <a:pt x="5204827" y="481314"/>
                  </a:lnTo>
                  <a:lnTo>
                    <a:pt x="5204921" y="481314"/>
                  </a:lnTo>
                  <a:lnTo>
                    <a:pt x="5205109" y="481314"/>
                  </a:lnTo>
                  <a:lnTo>
                    <a:pt x="5205862" y="481314"/>
                  </a:lnTo>
                  <a:lnTo>
                    <a:pt x="5206051" y="481314"/>
                  </a:lnTo>
                  <a:lnTo>
                    <a:pt x="5206145" y="481314"/>
                  </a:lnTo>
                  <a:lnTo>
                    <a:pt x="5206239" y="481314"/>
                  </a:lnTo>
                  <a:lnTo>
                    <a:pt x="5206427" y="481314"/>
                  </a:lnTo>
                  <a:lnTo>
                    <a:pt x="5206710" y="481314"/>
                  </a:lnTo>
                  <a:lnTo>
                    <a:pt x="5207275" y="481314"/>
                  </a:lnTo>
                  <a:lnTo>
                    <a:pt x="5207745" y="481314"/>
                  </a:lnTo>
                  <a:lnTo>
                    <a:pt x="5207840" y="481314"/>
                  </a:lnTo>
                  <a:lnTo>
                    <a:pt x="5207934" y="481314"/>
                  </a:lnTo>
                  <a:lnTo>
                    <a:pt x="5208122" y="481314"/>
                  </a:lnTo>
                  <a:lnTo>
                    <a:pt x="5208593" y="481314"/>
                  </a:lnTo>
                  <a:lnTo>
                    <a:pt x="5208875" y="481314"/>
                  </a:lnTo>
                  <a:lnTo>
                    <a:pt x="5209252" y="481314"/>
                  </a:lnTo>
                  <a:lnTo>
                    <a:pt x="5210005" y="476403"/>
                  </a:lnTo>
                  <a:lnTo>
                    <a:pt x="5210664" y="476403"/>
                  </a:lnTo>
                  <a:lnTo>
                    <a:pt x="5210852" y="476403"/>
                  </a:lnTo>
                  <a:lnTo>
                    <a:pt x="5211229" y="476403"/>
                  </a:lnTo>
                  <a:lnTo>
                    <a:pt x="5211794" y="476403"/>
                  </a:lnTo>
                  <a:lnTo>
                    <a:pt x="5211888" y="476403"/>
                  </a:lnTo>
                  <a:lnTo>
                    <a:pt x="5212076" y="476403"/>
                  </a:lnTo>
                  <a:lnTo>
                    <a:pt x="5212171" y="476403"/>
                  </a:lnTo>
                  <a:lnTo>
                    <a:pt x="5212547" y="476403"/>
                  </a:lnTo>
                  <a:lnTo>
                    <a:pt x="5212830" y="476403"/>
                  </a:lnTo>
                  <a:lnTo>
                    <a:pt x="5212924" y="476403"/>
                  </a:lnTo>
                  <a:lnTo>
                    <a:pt x="5213112" y="476403"/>
                  </a:lnTo>
                  <a:lnTo>
                    <a:pt x="5213300" y="476403"/>
                  </a:lnTo>
                  <a:lnTo>
                    <a:pt x="5213489" y="476403"/>
                  </a:lnTo>
                  <a:lnTo>
                    <a:pt x="5214148" y="476403"/>
                  </a:lnTo>
                  <a:lnTo>
                    <a:pt x="5214242" y="476403"/>
                  </a:lnTo>
                  <a:lnTo>
                    <a:pt x="5214618" y="476403"/>
                  </a:lnTo>
                  <a:lnTo>
                    <a:pt x="5214713" y="476403"/>
                  </a:lnTo>
                  <a:lnTo>
                    <a:pt x="5214995" y="476403"/>
                  </a:lnTo>
                  <a:lnTo>
                    <a:pt x="5215089" y="476403"/>
                  </a:lnTo>
                  <a:lnTo>
                    <a:pt x="5215748" y="476403"/>
                  </a:lnTo>
                  <a:lnTo>
                    <a:pt x="5215842" y="476403"/>
                  </a:lnTo>
                  <a:lnTo>
                    <a:pt x="5215937" y="476403"/>
                  </a:lnTo>
                  <a:lnTo>
                    <a:pt x="5216031" y="476403"/>
                  </a:lnTo>
                  <a:lnTo>
                    <a:pt x="5216125" y="476403"/>
                  </a:lnTo>
                  <a:lnTo>
                    <a:pt x="5216502" y="476403"/>
                  </a:lnTo>
                  <a:lnTo>
                    <a:pt x="5217443" y="466580"/>
                  </a:lnTo>
                  <a:lnTo>
                    <a:pt x="5218008" y="466580"/>
                  </a:lnTo>
                  <a:lnTo>
                    <a:pt x="5218196" y="466580"/>
                  </a:lnTo>
                  <a:lnTo>
                    <a:pt x="5218290" y="466580"/>
                  </a:lnTo>
                  <a:lnTo>
                    <a:pt x="5218385" y="466580"/>
                  </a:lnTo>
                  <a:lnTo>
                    <a:pt x="5218761" y="466580"/>
                  </a:lnTo>
                  <a:lnTo>
                    <a:pt x="5218855" y="466580"/>
                  </a:lnTo>
                  <a:lnTo>
                    <a:pt x="5218949" y="466580"/>
                  </a:lnTo>
                  <a:lnTo>
                    <a:pt x="5219044" y="466580"/>
                  </a:lnTo>
                  <a:lnTo>
                    <a:pt x="5219420" y="466580"/>
                  </a:lnTo>
                  <a:lnTo>
                    <a:pt x="5219514" y="466580"/>
                  </a:lnTo>
                  <a:lnTo>
                    <a:pt x="5219609" y="466580"/>
                  </a:lnTo>
                  <a:lnTo>
                    <a:pt x="5219985" y="466580"/>
                  </a:lnTo>
                  <a:lnTo>
                    <a:pt x="5220268" y="466580"/>
                  </a:lnTo>
                  <a:lnTo>
                    <a:pt x="5220362" y="466580"/>
                  </a:lnTo>
                  <a:lnTo>
                    <a:pt x="5220644" y="466580"/>
                  </a:lnTo>
                  <a:lnTo>
                    <a:pt x="5221397" y="466580"/>
                  </a:lnTo>
                  <a:lnTo>
                    <a:pt x="5221586" y="461669"/>
                  </a:lnTo>
                  <a:lnTo>
                    <a:pt x="5221774" y="461669"/>
                  </a:lnTo>
                  <a:lnTo>
                    <a:pt x="5221868" y="461669"/>
                  </a:lnTo>
                  <a:lnTo>
                    <a:pt x="5221962" y="461669"/>
                  </a:lnTo>
                  <a:lnTo>
                    <a:pt x="5222057" y="461669"/>
                  </a:lnTo>
                  <a:lnTo>
                    <a:pt x="5222151" y="461669"/>
                  </a:lnTo>
                  <a:lnTo>
                    <a:pt x="5222245" y="461669"/>
                  </a:lnTo>
                  <a:lnTo>
                    <a:pt x="5222527" y="461669"/>
                  </a:lnTo>
                  <a:lnTo>
                    <a:pt x="5223280" y="461669"/>
                  </a:lnTo>
                  <a:lnTo>
                    <a:pt x="5223940" y="461669"/>
                  </a:lnTo>
                  <a:lnTo>
                    <a:pt x="5224034" y="461669"/>
                  </a:lnTo>
                  <a:lnTo>
                    <a:pt x="5224128" y="461669"/>
                  </a:lnTo>
                  <a:lnTo>
                    <a:pt x="5224222" y="461669"/>
                  </a:lnTo>
                  <a:lnTo>
                    <a:pt x="5224504" y="461669"/>
                  </a:lnTo>
                  <a:lnTo>
                    <a:pt x="5224693" y="461669"/>
                  </a:lnTo>
                  <a:lnTo>
                    <a:pt x="5224787" y="461669"/>
                  </a:lnTo>
                  <a:lnTo>
                    <a:pt x="5225069" y="461669"/>
                  </a:lnTo>
                  <a:lnTo>
                    <a:pt x="5225540" y="461669"/>
                  </a:lnTo>
                  <a:lnTo>
                    <a:pt x="5225823" y="461669"/>
                  </a:lnTo>
                  <a:lnTo>
                    <a:pt x="5225917" y="461669"/>
                  </a:lnTo>
                  <a:lnTo>
                    <a:pt x="5226199" y="461669"/>
                  </a:lnTo>
                  <a:lnTo>
                    <a:pt x="5226293" y="461669"/>
                  </a:lnTo>
                  <a:lnTo>
                    <a:pt x="5226388" y="461669"/>
                  </a:lnTo>
                  <a:lnTo>
                    <a:pt x="5228082" y="461669"/>
                  </a:lnTo>
                  <a:lnTo>
                    <a:pt x="5228365" y="461669"/>
                  </a:lnTo>
                  <a:lnTo>
                    <a:pt x="5228459" y="461669"/>
                  </a:lnTo>
                  <a:lnTo>
                    <a:pt x="5228647" y="461669"/>
                  </a:lnTo>
                  <a:lnTo>
                    <a:pt x="5228835" y="461669"/>
                  </a:lnTo>
                  <a:lnTo>
                    <a:pt x="5228930" y="461669"/>
                  </a:lnTo>
                  <a:lnTo>
                    <a:pt x="5229024" y="461669"/>
                  </a:lnTo>
                  <a:lnTo>
                    <a:pt x="5229495" y="461669"/>
                  </a:lnTo>
                  <a:lnTo>
                    <a:pt x="5229683" y="461669"/>
                  </a:lnTo>
                  <a:lnTo>
                    <a:pt x="5229777" y="461669"/>
                  </a:lnTo>
                  <a:lnTo>
                    <a:pt x="5229871" y="461669"/>
                  </a:lnTo>
                  <a:lnTo>
                    <a:pt x="5230059" y="461669"/>
                  </a:lnTo>
                  <a:lnTo>
                    <a:pt x="5230154" y="461669"/>
                  </a:lnTo>
                  <a:lnTo>
                    <a:pt x="5230530" y="461669"/>
                  </a:lnTo>
                  <a:lnTo>
                    <a:pt x="5230624" y="461669"/>
                  </a:lnTo>
                  <a:lnTo>
                    <a:pt x="5230719" y="461669"/>
                  </a:lnTo>
                  <a:lnTo>
                    <a:pt x="5231095" y="461669"/>
                  </a:lnTo>
                  <a:lnTo>
                    <a:pt x="5232225" y="461669"/>
                  </a:lnTo>
                  <a:lnTo>
                    <a:pt x="5232319" y="461669"/>
                  </a:lnTo>
                  <a:lnTo>
                    <a:pt x="5232507" y="461669"/>
                  </a:lnTo>
                  <a:lnTo>
                    <a:pt x="5232602" y="461669"/>
                  </a:lnTo>
                  <a:lnTo>
                    <a:pt x="5232790" y="461669"/>
                  </a:lnTo>
                  <a:lnTo>
                    <a:pt x="5233072" y="461669"/>
                  </a:lnTo>
                  <a:lnTo>
                    <a:pt x="5233166" y="461669"/>
                  </a:lnTo>
                  <a:lnTo>
                    <a:pt x="5233355" y="461669"/>
                  </a:lnTo>
                  <a:lnTo>
                    <a:pt x="5233637" y="461669"/>
                  </a:lnTo>
                  <a:lnTo>
                    <a:pt x="5233731" y="461669"/>
                  </a:lnTo>
                  <a:lnTo>
                    <a:pt x="5233920" y="461669"/>
                  </a:lnTo>
                  <a:lnTo>
                    <a:pt x="5234861" y="461669"/>
                  </a:lnTo>
                  <a:lnTo>
                    <a:pt x="5235050" y="461669"/>
                  </a:lnTo>
                  <a:lnTo>
                    <a:pt x="5235144" y="461669"/>
                  </a:lnTo>
                  <a:lnTo>
                    <a:pt x="5235332" y="461669"/>
                  </a:lnTo>
                  <a:lnTo>
                    <a:pt x="5235520" y="461669"/>
                  </a:lnTo>
                  <a:lnTo>
                    <a:pt x="5235614" y="461669"/>
                  </a:lnTo>
                  <a:lnTo>
                    <a:pt x="5237121" y="461669"/>
                  </a:lnTo>
                  <a:lnTo>
                    <a:pt x="5237215" y="461669"/>
                  </a:lnTo>
                  <a:lnTo>
                    <a:pt x="5237403" y="461669"/>
                  </a:lnTo>
                  <a:lnTo>
                    <a:pt x="5237497" y="461669"/>
                  </a:lnTo>
                  <a:lnTo>
                    <a:pt x="5237686" y="461669"/>
                  </a:lnTo>
                  <a:lnTo>
                    <a:pt x="5237874" y="461669"/>
                  </a:lnTo>
                  <a:lnTo>
                    <a:pt x="5237968" y="461669"/>
                  </a:lnTo>
                  <a:lnTo>
                    <a:pt x="5238062" y="461669"/>
                  </a:lnTo>
                  <a:lnTo>
                    <a:pt x="5238157" y="461669"/>
                  </a:lnTo>
                  <a:lnTo>
                    <a:pt x="5238533" y="461669"/>
                  </a:lnTo>
                  <a:lnTo>
                    <a:pt x="5239098" y="461669"/>
                  </a:lnTo>
                  <a:lnTo>
                    <a:pt x="5239192" y="461669"/>
                  </a:lnTo>
                  <a:lnTo>
                    <a:pt x="5239286" y="461669"/>
                  </a:lnTo>
                  <a:lnTo>
                    <a:pt x="5239475" y="461669"/>
                  </a:lnTo>
                  <a:lnTo>
                    <a:pt x="5239569" y="461669"/>
                  </a:lnTo>
                  <a:lnTo>
                    <a:pt x="5239663" y="461669"/>
                  </a:lnTo>
                  <a:lnTo>
                    <a:pt x="5239851" y="461669"/>
                  </a:lnTo>
                  <a:lnTo>
                    <a:pt x="5240416" y="461669"/>
                  </a:lnTo>
                  <a:lnTo>
                    <a:pt x="5240510" y="461669"/>
                  </a:lnTo>
                  <a:lnTo>
                    <a:pt x="5240699" y="461669"/>
                  </a:lnTo>
                  <a:lnTo>
                    <a:pt x="5240793" y="461669"/>
                  </a:lnTo>
                  <a:lnTo>
                    <a:pt x="5241075" y="461669"/>
                  </a:lnTo>
                  <a:lnTo>
                    <a:pt x="5241169" y="461669"/>
                  </a:lnTo>
                  <a:lnTo>
                    <a:pt x="5241640" y="461669"/>
                  </a:lnTo>
                  <a:lnTo>
                    <a:pt x="5241734" y="461669"/>
                  </a:lnTo>
                  <a:lnTo>
                    <a:pt x="5242299" y="461669"/>
                  </a:lnTo>
                  <a:lnTo>
                    <a:pt x="5243052" y="461669"/>
                  </a:lnTo>
                  <a:lnTo>
                    <a:pt x="5243147" y="461669"/>
                  </a:lnTo>
                  <a:lnTo>
                    <a:pt x="5243335" y="461669"/>
                  </a:lnTo>
                  <a:lnTo>
                    <a:pt x="5243806" y="461669"/>
                  </a:lnTo>
                  <a:lnTo>
                    <a:pt x="5243900" y="461669"/>
                  </a:lnTo>
                  <a:lnTo>
                    <a:pt x="5243994" y="461669"/>
                  </a:lnTo>
                  <a:lnTo>
                    <a:pt x="5244182" y="461669"/>
                  </a:lnTo>
                  <a:lnTo>
                    <a:pt x="5244371" y="461669"/>
                  </a:lnTo>
                  <a:lnTo>
                    <a:pt x="5244465" y="461669"/>
                  </a:lnTo>
                  <a:lnTo>
                    <a:pt x="5244653" y="461669"/>
                  </a:lnTo>
                  <a:lnTo>
                    <a:pt x="5244841" y="461669"/>
                  </a:lnTo>
                  <a:lnTo>
                    <a:pt x="5245124" y="461669"/>
                  </a:lnTo>
                  <a:lnTo>
                    <a:pt x="5245218" y="461669"/>
                  </a:lnTo>
                  <a:lnTo>
                    <a:pt x="5245406" y="461669"/>
                  </a:lnTo>
                  <a:lnTo>
                    <a:pt x="5245500" y="461669"/>
                  </a:lnTo>
                  <a:lnTo>
                    <a:pt x="5247289" y="461669"/>
                  </a:lnTo>
                  <a:lnTo>
                    <a:pt x="5247383" y="461669"/>
                  </a:lnTo>
                  <a:lnTo>
                    <a:pt x="5247666" y="461669"/>
                  </a:lnTo>
                  <a:lnTo>
                    <a:pt x="5247854" y="461669"/>
                  </a:lnTo>
                  <a:lnTo>
                    <a:pt x="5248231" y="461669"/>
                  </a:lnTo>
                  <a:lnTo>
                    <a:pt x="5248325" y="461669"/>
                  </a:lnTo>
                  <a:lnTo>
                    <a:pt x="5248419" y="461669"/>
                  </a:lnTo>
                  <a:lnTo>
                    <a:pt x="5248513" y="461669"/>
                  </a:lnTo>
                  <a:lnTo>
                    <a:pt x="5248607" y="461669"/>
                  </a:lnTo>
                  <a:lnTo>
                    <a:pt x="5248702" y="461669"/>
                  </a:lnTo>
                  <a:lnTo>
                    <a:pt x="5249078" y="461669"/>
                  </a:lnTo>
                  <a:lnTo>
                    <a:pt x="5249455" y="461669"/>
                  </a:lnTo>
                  <a:lnTo>
                    <a:pt x="5250114" y="461669"/>
                  </a:lnTo>
                  <a:lnTo>
                    <a:pt x="5250208" y="461669"/>
                  </a:lnTo>
                  <a:lnTo>
                    <a:pt x="5250396" y="461669"/>
                  </a:lnTo>
                  <a:lnTo>
                    <a:pt x="5250490" y="461669"/>
                  </a:lnTo>
                  <a:lnTo>
                    <a:pt x="5250679" y="461669"/>
                  </a:lnTo>
                  <a:lnTo>
                    <a:pt x="5251150" y="456757"/>
                  </a:lnTo>
                  <a:lnTo>
                    <a:pt x="5251526" y="456757"/>
                  </a:lnTo>
                  <a:lnTo>
                    <a:pt x="5251809" y="456757"/>
                  </a:lnTo>
                  <a:lnTo>
                    <a:pt x="5252185" y="456757"/>
                  </a:lnTo>
                  <a:lnTo>
                    <a:pt x="5252374" y="456757"/>
                  </a:lnTo>
                  <a:lnTo>
                    <a:pt x="5252656" y="456757"/>
                  </a:lnTo>
                  <a:lnTo>
                    <a:pt x="5252750" y="456757"/>
                  </a:lnTo>
                  <a:lnTo>
                    <a:pt x="5252844" y="456757"/>
                  </a:lnTo>
                  <a:lnTo>
                    <a:pt x="5253127" y="456757"/>
                  </a:lnTo>
                  <a:lnTo>
                    <a:pt x="5253221" y="456757"/>
                  </a:lnTo>
                  <a:lnTo>
                    <a:pt x="5253503" y="456757"/>
                  </a:lnTo>
                  <a:lnTo>
                    <a:pt x="5253880" y="456757"/>
                  </a:lnTo>
                  <a:lnTo>
                    <a:pt x="5254445" y="456757"/>
                  </a:lnTo>
                  <a:lnTo>
                    <a:pt x="5254633" y="456757"/>
                  </a:lnTo>
                  <a:lnTo>
                    <a:pt x="5255575" y="456757"/>
                  </a:lnTo>
                  <a:lnTo>
                    <a:pt x="5255951" y="456757"/>
                  </a:lnTo>
                  <a:lnTo>
                    <a:pt x="5256045" y="456757"/>
                  </a:lnTo>
                  <a:lnTo>
                    <a:pt x="5256140" y="456757"/>
                  </a:lnTo>
                  <a:lnTo>
                    <a:pt x="5256422" y="456757"/>
                  </a:lnTo>
                  <a:lnTo>
                    <a:pt x="5256516" y="456757"/>
                  </a:lnTo>
                  <a:lnTo>
                    <a:pt x="5257081" y="456757"/>
                  </a:lnTo>
                  <a:lnTo>
                    <a:pt x="5257458" y="456757"/>
                  </a:lnTo>
                  <a:lnTo>
                    <a:pt x="5257646" y="456757"/>
                  </a:lnTo>
                  <a:lnTo>
                    <a:pt x="5258023" y="456757"/>
                  </a:lnTo>
                  <a:lnTo>
                    <a:pt x="5258117" y="456757"/>
                  </a:lnTo>
                  <a:lnTo>
                    <a:pt x="5258211" y="456757"/>
                  </a:lnTo>
                  <a:lnTo>
                    <a:pt x="5258493" y="456757"/>
                  </a:lnTo>
                  <a:lnTo>
                    <a:pt x="5258682" y="456757"/>
                  </a:lnTo>
                  <a:lnTo>
                    <a:pt x="5259247" y="456757"/>
                  </a:lnTo>
                  <a:lnTo>
                    <a:pt x="5259341" y="456757"/>
                  </a:lnTo>
                  <a:lnTo>
                    <a:pt x="5259435" y="456757"/>
                  </a:lnTo>
                  <a:lnTo>
                    <a:pt x="5259812" y="456757"/>
                  </a:lnTo>
                  <a:lnTo>
                    <a:pt x="5260094" y="456757"/>
                  </a:lnTo>
                  <a:lnTo>
                    <a:pt x="5260376" y="456757"/>
                  </a:lnTo>
                  <a:lnTo>
                    <a:pt x="5260941" y="456757"/>
                  </a:lnTo>
                  <a:lnTo>
                    <a:pt x="5261130" y="456757"/>
                  </a:lnTo>
                  <a:lnTo>
                    <a:pt x="5261224" y="456757"/>
                  </a:lnTo>
                  <a:lnTo>
                    <a:pt x="5261318" y="456757"/>
                  </a:lnTo>
                  <a:lnTo>
                    <a:pt x="5261412" y="456757"/>
                  </a:lnTo>
                  <a:lnTo>
                    <a:pt x="5261600" y="456757"/>
                  </a:lnTo>
                  <a:lnTo>
                    <a:pt x="5261789" y="456757"/>
                  </a:lnTo>
                  <a:lnTo>
                    <a:pt x="5261977" y="456757"/>
                  </a:lnTo>
                  <a:lnTo>
                    <a:pt x="5262071" y="456757"/>
                  </a:lnTo>
                  <a:lnTo>
                    <a:pt x="5262165" y="456757"/>
                  </a:lnTo>
                  <a:lnTo>
                    <a:pt x="5263860" y="456757"/>
                  </a:lnTo>
                  <a:lnTo>
                    <a:pt x="5263954" y="456757"/>
                  </a:lnTo>
                  <a:lnTo>
                    <a:pt x="5264143" y="456757"/>
                  </a:lnTo>
                  <a:lnTo>
                    <a:pt x="5264237" y="456757"/>
                  </a:lnTo>
                  <a:lnTo>
                    <a:pt x="5264425" y="456757"/>
                  </a:lnTo>
                  <a:lnTo>
                    <a:pt x="5264519" y="456757"/>
                  </a:lnTo>
                  <a:lnTo>
                    <a:pt x="5264613" y="456757"/>
                  </a:lnTo>
                  <a:lnTo>
                    <a:pt x="5264802" y="456757"/>
                  </a:lnTo>
                  <a:lnTo>
                    <a:pt x="5264990" y="456757"/>
                  </a:lnTo>
                  <a:lnTo>
                    <a:pt x="5265367" y="456757"/>
                  </a:lnTo>
                  <a:lnTo>
                    <a:pt x="5265743" y="456757"/>
                  </a:lnTo>
                  <a:lnTo>
                    <a:pt x="5266496" y="456757"/>
                  </a:lnTo>
                  <a:lnTo>
                    <a:pt x="5266590" y="456757"/>
                  </a:lnTo>
                  <a:lnTo>
                    <a:pt x="5267061" y="456757"/>
                  </a:lnTo>
                  <a:lnTo>
                    <a:pt x="5267155" y="456757"/>
                  </a:lnTo>
                  <a:lnTo>
                    <a:pt x="5267250" y="456757"/>
                  </a:lnTo>
                  <a:lnTo>
                    <a:pt x="5267438" y="456757"/>
                  </a:lnTo>
                  <a:lnTo>
                    <a:pt x="5267532" y="456757"/>
                  </a:lnTo>
                  <a:lnTo>
                    <a:pt x="5267814" y="456757"/>
                  </a:lnTo>
                  <a:lnTo>
                    <a:pt x="5267909" y="456757"/>
                  </a:lnTo>
                  <a:lnTo>
                    <a:pt x="5268097" y="456757"/>
                  </a:lnTo>
                  <a:lnTo>
                    <a:pt x="5268568" y="456757"/>
                  </a:lnTo>
                  <a:lnTo>
                    <a:pt x="5268850" y="456757"/>
                  </a:lnTo>
                  <a:lnTo>
                    <a:pt x="5268944" y="456757"/>
                  </a:lnTo>
                  <a:lnTo>
                    <a:pt x="5269038" y="456757"/>
                  </a:lnTo>
                  <a:lnTo>
                    <a:pt x="5269886" y="456757"/>
                  </a:lnTo>
                  <a:lnTo>
                    <a:pt x="5269980" y="456757"/>
                  </a:lnTo>
                  <a:lnTo>
                    <a:pt x="5270074" y="456757"/>
                  </a:lnTo>
                  <a:lnTo>
                    <a:pt x="5270168" y="456757"/>
                  </a:lnTo>
                  <a:lnTo>
                    <a:pt x="5270451" y="456757"/>
                  </a:lnTo>
                  <a:lnTo>
                    <a:pt x="5270545" y="456757"/>
                  </a:lnTo>
                  <a:lnTo>
                    <a:pt x="5271016" y="456757"/>
                  </a:lnTo>
                  <a:lnTo>
                    <a:pt x="5271486" y="456757"/>
                  </a:lnTo>
                  <a:lnTo>
                    <a:pt x="5271675" y="456757"/>
                  </a:lnTo>
                  <a:lnTo>
                    <a:pt x="5271957" y="456757"/>
                  </a:lnTo>
                  <a:lnTo>
                    <a:pt x="5272051" y="456757"/>
                  </a:lnTo>
                  <a:lnTo>
                    <a:pt x="5272145" y="456757"/>
                  </a:lnTo>
                  <a:lnTo>
                    <a:pt x="5272710" y="456757"/>
                  </a:lnTo>
                  <a:lnTo>
                    <a:pt x="5272805" y="456757"/>
                  </a:lnTo>
                  <a:lnTo>
                    <a:pt x="5272899" y="456757"/>
                  </a:lnTo>
                  <a:lnTo>
                    <a:pt x="5272993" y="456757"/>
                  </a:lnTo>
                  <a:lnTo>
                    <a:pt x="5273275" y="456757"/>
                  </a:lnTo>
                  <a:lnTo>
                    <a:pt x="5273652" y="456757"/>
                  </a:lnTo>
                  <a:lnTo>
                    <a:pt x="5274217" y="456757"/>
                  </a:lnTo>
                  <a:lnTo>
                    <a:pt x="5274311" y="456757"/>
                  </a:lnTo>
                  <a:lnTo>
                    <a:pt x="5274593" y="456757"/>
                  </a:lnTo>
                  <a:lnTo>
                    <a:pt x="5275064" y="456757"/>
                  </a:lnTo>
                  <a:lnTo>
                    <a:pt x="5275158" y="456757"/>
                  </a:lnTo>
                  <a:lnTo>
                    <a:pt x="5275158" y="451846"/>
                  </a:lnTo>
                  <a:lnTo>
                    <a:pt x="5276571" y="451846"/>
                  </a:lnTo>
                  <a:lnTo>
                    <a:pt x="5276571" y="446935"/>
                  </a:lnTo>
                  <a:lnTo>
                    <a:pt x="5277041" y="446935"/>
                  </a:lnTo>
                  <a:lnTo>
                    <a:pt x="5277324" y="446935"/>
                  </a:lnTo>
                  <a:lnTo>
                    <a:pt x="5277418" y="446935"/>
                  </a:lnTo>
                  <a:lnTo>
                    <a:pt x="5277606" y="446935"/>
                  </a:lnTo>
                  <a:lnTo>
                    <a:pt x="5277700" y="446935"/>
                  </a:lnTo>
                  <a:lnTo>
                    <a:pt x="5277889" y="446935"/>
                  </a:lnTo>
                  <a:lnTo>
                    <a:pt x="5277983" y="446935"/>
                  </a:lnTo>
                  <a:lnTo>
                    <a:pt x="5278265" y="446935"/>
                  </a:lnTo>
                  <a:lnTo>
                    <a:pt x="5278454" y="446935"/>
                  </a:lnTo>
                  <a:lnTo>
                    <a:pt x="5278548" y="446935"/>
                  </a:lnTo>
                  <a:lnTo>
                    <a:pt x="5278924" y="446935"/>
                  </a:lnTo>
                  <a:lnTo>
                    <a:pt x="5279019" y="446935"/>
                  </a:lnTo>
                  <a:lnTo>
                    <a:pt x="5279113" y="446935"/>
                  </a:lnTo>
                  <a:lnTo>
                    <a:pt x="5279301" y="446935"/>
                  </a:lnTo>
                  <a:lnTo>
                    <a:pt x="5279395" y="446935"/>
                  </a:lnTo>
                  <a:lnTo>
                    <a:pt x="5279584" y="446935"/>
                  </a:lnTo>
                  <a:lnTo>
                    <a:pt x="5279866" y="446935"/>
                  </a:lnTo>
                  <a:lnTo>
                    <a:pt x="5280431" y="446935"/>
                  </a:lnTo>
                  <a:lnTo>
                    <a:pt x="5280525" y="446935"/>
                  </a:lnTo>
                  <a:lnTo>
                    <a:pt x="5280619" y="446935"/>
                  </a:lnTo>
                  <a:lnTo>
                    <a:pt x="5280713" y="446935"/>
                  </a:lnTo>
                  <a:lnTo>
                    <a:pt x="5280807" y="446935"/>
                  </a:lnTo>
                  <a:lnTo>
                    <a:pt x="5281278" y="446935"/>
                  </a:lnTo>
                  <a:lnTo>
                    <a:pt x="5281937" y="446935"/>
                  </a:lnTo>
                  <a:lnTo>
                    <a:pt x="5282031" y="446935"/>
                  </a:lnTo>
                  <a:lnTo>
                    <a:pt x="5282220" y="446935"/>
                  </a:lnTo>
                  <a:lnTo>
                    <a:pt x="5282314" y="446935"/>
                  </a:lnTo>
                  <a:lnTo>
                    <a:pt x="5282408" y="446935"/>
                  </a:lnTo>
                  <a:lnTo>
                    <a:pt x="5283067" y="446935"/>
                  </a:lnTo>
                  <a:lnTo>
                    <a:pt x="5283161" y="446935"/>
                  </a:lnTo>
                  <a:lnTo>
                    <a:pt x="5283350" y="446935"/>
                  </a:lnTo>
                  <a:lnTo>
                    <a:pt x="5283726" y="446935"/>
                  </a:lnTo>
                  <a:lnTo>
                    <a:pt x="5283820" y="446935"/>
                  </a:lnTo>
                  <a:lnTo>
                    <a:pt x="5283915" y="446935"/>
                  </a:lnTo>
                  <a:lnTo>
                    <a:pt x="5284009" y="446935"/>
                  </a:lnTo>
                  <a:lnTo>
                    <a:pt x="5284385" y="446935"/>
                  </a:lnTo>
                  <a:lnTo>
                    <a:pt x="5284762" y="446935"/>
                  </a:lnTo>
                  <a:lnTo>
                    <a:pt x="5285233" y="446935"/>
                  </a:lnTo>
                  <a:lnTo>
                    <a:pt x="5285703" y="446935"/>
                  </a:lnTo>
                  <a:lnTo>
                    <a:pt x="5285798" y="446935"/>
                  </a:lnTo>
                  <a:lnTo>
                    <a:pt x="5285986" y="446935"/>
                  </a:lnTo>
                  <a:lnTo>
                    <a:pt x="5286080" y="446935"/>
                  </a:lnTo>
                  <a:lnTo>
                    <a:pt x="5286362" y="446935"/>
                  </a:lnTo>
                  <a:lnTo>
                    <a:pt x="5286457" y="446935"/>
                  </a:lnTo>
                  <a:lnTo>
                    <a:pt x="5287775" y="442023"/>
                  </a:lnTo>
                  <a:lnTo>
                    <a:pt x="5288057" y="442023"/>
                  </a:lnTo>
                  <a:lnTo>
                    <a:pt x="5288151" y="442023"/>
                  </a:lnTo>
                  <a:lnTo>
                    <a:pt x="5288340" y="442023"/>
                  </a:lnTo>
                  <a:lnTo>
                    <a:pt x="5288528" y="442023"/>
                  </a:lnTo>
                  <a:lnTo>
                    <a:pt x="5288622" y="442023"/>
                  </a:lnTo>
                  <a:lnTo>
                    <a:pt x="5288716" y="442023"/>
                  </a:lnTo>
                  <a:lnTo>
                    <a:pt x="5288905" y="442023"/>
                  </a:lnTo>
                  <a:lnTo>
                    <a:pt x="5289281" y="442023"/>
                  </a:lnTo>
                  <a:lnTo>
                    <a:pt x="5289564" y="442023"/>
                  </a:lnTo>
                  <a:lnTo>
                    <a:pt x="5290505" y="442023"/>
                  </a:lnTo>
                  <a:lnTo>
                    <a:pt x="5290882" y="442023"/>
                  </a:lnTo>
                  <a:lnTo>
                    <a:pt x="5291070" y="442023"/>
                  </a:lnTo>
                  <a:lnTo>
                    <a:pt x="5291258" y="442023"/>
                  </a:lnTo>
                  <a:lnTo>
                    <a:pt x="5291353" y="442023"/>
                  </a:lnTo>
                  <a:lnTo>
                    <a:pt x="5291635" y="442023"/>
                  </a:lnTo>
                  <a:lnTo>
                    <a:pt x="5291729" y="442023"/>
                  </a:lnTo>
                  <a:lnTo>
                    <a:pt x="5292106" y="442023"/>
                  </a:lnTo>
                  <a:lnTo>
                    <a:pt x="5292577" y="442023"/>
                  </a:lnTo>
                  <a:lnTo>
                    <a:pt x="5293141" y="442023"/>
                  </a:lnTo>
                  <a:lnTo>
                    <a:pt x="5293424" y="442023"/>
                  </a:lnTo>
                  <a:lnTo>
                    <a:pt x="5293800" y="442023"/>
                  </a:lnTo>
                  <a:lnTo>
                    <a:pt x="5294177" y="442023"/>
                  </a:lnTo>
                  <a:lnTo>
                    <a:pt x="5294271" y="442023"/>
                  </a:lnTo>
                  <a:lnTo>
                    <a:pt x="5294460" y="442023"/>
                  </a:lnTo>
                  <a:lnTo>
                    <a:pt x="5294554" y="442023"/>
                  </a:lnTo>
                  <a:lnTo>
                    <a:pt x="5295024" y="442023"/>
                  </a:lnTo>
                  <a:lnTo>
                    <a:pt x="5295119" y="442023"/>
                  </a:lnTo>
                  <a:lnTo>
                    <a:pt x="5295401" y="442023"/>
                  </a:lnTo>
                  <a:lnTo>
                    <a:pt x="5296060" y="442023"/>
                  </a:lnTo>
                  <a:lnTo>
                    <a:pt x="5296531" y="442023"/>
                  </a:lnTo>
                  <a:lnTo>
                    <a:pt x="5296719" y="442023"/>
                  </a:lnTo>
                  <a:lnTo>
                    <a:pt x="5297190" y="442023"/>
                  </a:lnTo>
                  <a:lnTo>
                    <a:pt x="5297567" y="442023"/>
                  </a:lnTo>
                  <a:lnTo>
                    <a:pt x="5297661" y="442023"/>
                  </a:lnTo>
                  <a:lnTo>
                    <a:pt x="5297755" y="442023"/>
                  </a:lnTo>
                  <a:lnTo>
                    <a:pt x="5297849" y="442023"/>
                  </a:lnTo>
                  <a:lnTo>
                    <a:pt x="5297943" y="442023"/>
                  </a:lnTo>
                  <a:lnTo>
                    <a:pt x="5298037" y="442023"/>
                  </a:lnTo>
                  <a:lnTo>
                    <a:pt x="5298226" y="442023"/>
                  </a:lnTo>
                  <a:lnTo>
                    <a:pt x="5298414" y="442023"/>
                  </a:lnTo>
                  <a:lnTo>
                    <a:pt x="5298508" y="442023"/>
                  </a:lnTo>
                  <a:lnTo>
                    <a:pt x="5298602" y="442023"/>
                  </a:lnTo>
                  <a:lnTo>
                    <a:pt x="5298696" y="442023"/>
                  </a:lnTo>
                  <a:lnTo>
                    <a:pt x="5300015" y="442023"/>
                  </a:lnTo>
                  <a:lnTo>
                    <a:pt x="5300109" y="442023"/>
                  </a:lnTo>
                  <a:lnTo>
                    <a:pt x="5300203" y="442023"/>
                  </a:lnTo>
                  <a:lnTo>
                    <a:pt x="5300579" y="437112"/>
                  </a:lnTo>
                  <a:lnTo>
                    <a:pt x="5300768" y="437112"/>
                  </a:lnTo>
                  <a:lnTo>
                    <a:pt x="5300862" y="437112"/>
                  </a:lnTo>
                  <a:lnTo>
                    <a:pt x="5300956" y="437112"/>
                  </a:lnTo>
                  <a:lnTo>
                    <a:pt x="5301050" y="437112"/>
                  </a:lnTo>
                  <a:lnTo>
                    <a:pt x="5301239" y="437112"/>
                  </a:lnTo>
                  <a:lnTo>
                    <a:pt x="5301333" y="437112"/>
                  </a:lnTo>
                  <a:lnTo>
                    <a:pt x="5301615" y="437112"/>
                  </a:lnTo>
                  <a:lnTo>
                    <a:pt x="5301898" y="437112"/>
                  </a:lnTo>
                  <a:lnTo>
                    <a:pt x="5301992" y="437112"/>
                  </a:lnTo>
                  <a:lnTo>
                    <a:pt x="5302368" y="437112"/>
                  </a:lnTo>
                  <a:lnTo>
                    <a:pt x="5302462" y="437112"/>
                  </a:lnTo>
                  <a:lnTo>
                    <a:pt x="5302557" y="437112"/>
                  </a:lnTo>
                  <a:lnTo>
                    <a:pt x="5302745" y="437112"/>
                  </a:lnTo>
                  <a:lnTo>
                    <a:pt x="5302933" y="437112"/>
                  </a:lnTo>
                  <a:lnTo>
                    <a:pt x="5303027" y="437112"/>
                  </a:lnTo>
                  <a:lnTo>
                    <a:pt x="5303686" y="437112"/>
                  </a:lnTo>
                  <a:lnTo>
                    <a:pt x="5303781" y="437112"/>
                  </a:lnTo>
                  <a:lnTo>
                    <a:pt x="5303969" y="437112"/>
                  </a:lnTo>
                  <a:lnTo>
                    <a:pt x="5304816" y="437112"/>
                  </a:lnTo>
                  <a:lnTo>
                    <a:pt x="5304910" y="437112"/>
                  </a:lnTo>
                  <a:lnTo>
                    <a:pt x="5305005" y="437112"/>
                  </a:lnTo>
                  <a:lnTo>
                    <a:pt x="5305381" y="437112"/>
                  </a:lnTo>
                  <a:lnTo>
                    <a:pt x="5306040" y="437112"/>
                  </a:lnTo>
                  <a:lnTo>
                    <a:pt x="5306134" y="437112"/>
                  </a:lnTo>
                  <a:lnTo>
                    <a:pt x="5306229" y="437112"/>
                  </a:lnTo>
                  <a:lnTo>
                    <a:pt x="5306699" y="437112"/>
                  </a:lnTo>
                  <a:lnTo>
                    <a:pt x="5307453" y="437112"/>
                  </a:lnTo>
                  <a:lnTo>
                    <a:pt x="5307641" y="437112"/>
                  </a:lnTo>
                  <a:lnTo>
                    <a:pt x="5307735" y="437112"/>
                  </a:lnTo>
                  <a:lnTo>
                    <a:pt x="5308959" y="437112"/>
                  </a:lnTo>
                  <a:lnTo>
                    <a:pt x="5309147" y="437112"/>
                  </a:lnTo>
                  <a:lnTo>
                    <a:pt x="5309241" y="437112"/>
                  </a:lnTo>
                  <a:lnTo>
                    <a:pt x="5309336" y="437112"/>
                  </a:lnTo>
                  <a:lnTo>
                    <a:pt x="5309430" y="437112"/>
                  </a:lnTo>
                  <a:lnTo>
                    <a:pt x="5309524" y="437112"/>
                  </a:lnTo>
                  <a:lnTo>
                    <a:pt x="5309712" y="437112"/>
                  </a:lnTo>
                  <a:lnTo>
                    <a:pt x="5309806" y="437112"/>
                  </a:lnTo>
                  <a:lnTo>
                    <a:pt x="5309901" y="437112"/>
                  </a:lnTo>
                  <a:lnTo>
                    <a:pt x="5310560" y="437112"/>
                  </a:lnTo>
                  <a:lnTo>
                    <a:pt x="5310842" y="437112"/>
                  </a:lnTo>
                  <a:lnTo>
                    <a:pt x="5311030" y="437112"/>
                  </a:lnTo>
                  <a:lnTo>
                    <a:pt x="5311595" y="437112"/>
                  </a:lnTo>
                  <a:lnTo>
                    <a:pt x="5311972" y="437112"/>
                  </a:lnTo>
                  <a:lnTo>
                    <a:pt x="5312066" y="437112"/>
                  </a:lnTo>
                  <a:lnTo>
                    <a:pt x="5312160" y="437112"/>
                  </a:lnTo>
                  <a:lnTo>
                    <a:pt x="5312537" y="437112"/>
                  </a:lnTo>
                  <a:lnTo>
                    <a:pt x="5312913" y="437112"/>
                  </a:lnTo>
                  <a:lnTo>
                    <a:pt x="5313290" y="437112"/>
                  </a:lnTo>
                  <a:lnTo>
                    <a:pt x="5313478" y="437112"/>
                  </a:lnTo>
                  <a:lnTo>
                    <a:pt x="5313761" y="437112"/>
                  </a:lnTo>
                  <a:lnTo>
                    <a:pt x="5314137" y="437112"/>
                  </a:lnTo>
                  <a:lnTo>
                    <a:pt x="5314985" y="432200"/>
                  </a:lnTo>
                  <a:lnTo>
                    <a:pt x="5315173" y="432200"/>
                  </a:lnTo>
                  <a:lnTo>
                    <a:pt x="5315361" y="432200"/>
                  </a:lnTo>
                  <a:lnTo>
                    <a:pt x="5315550" y="432200"/>
                  </a:lnTo>
                  <a:lnTo>
                    <a:pt x="5316209" y="432200"/>
                  </a:lnTo>
                  <a:lnTo>
                    <a:pt x="5316303" y="432200"/>
                  </a:lnTo>
                  <a:lnTo>
                    <a:pt x="5316491" y="432200"/>
                  </a:lnTo>
                  <a:lnTo>
                    <a:pt x="5316585" y="432200"/>
                  </a:lnTo>
                  <a:lnTo>
                    <a:pt x="5316679" y="432200"/>
                  </a:lnTo>
                  <a:lnTo>
                    <a:pt x="5317056" y="432200"/>
                  </a:lnTo>
                  <a:lnTo>
                    <a:pt x="5317433" y="432200"/>
                  </a:lnTo>
                  <a:lnTo>
                    <a:pt x="5317527" y="432200"/>
                  </a:lnTo>
                  <a:lnTo>
                    <a:pt x="5317809" y="432200"/>
                  </a:lnTo>
                  <a:lnTo>
                    <a:pt x="5318092" y="432200"/>
                  </a:lnTo>
                  <a:lnTo>
                    <a:pt x="5318186" y="432200"/>
                  </a:lnTo>
                  <a:lnTo>
                    <a:pt x="5318280" y="432200"/>
                  </a:lnTo>
                  <a:lnTo>
                    <a:pt x="5318563" y="432200"/>
                  </a:lnTo>
                  <a:lnTo>
                    <a:pt x="5319316" y="432200"/>
                  </a:lnTo>
                  <a:lnTo>
                    <a:pt x="5319410" y="432200"/>
                  </a:lnTo>
                  <a:lnTo>
                    <a:pt x="5319692" y="432200"/>
                  </a:lnTo>
                  <a:lnTo>
                    <a:pt x="5319881" y="432200"/>
                  </a:lnTo>
                  <a:lnTo>
                    <a:pt x="5319975" y="432200"/>
                  </a:lnTo>
                  <a:lnTo>
                    <a:pt x="5320069" y="432200"/>
                  </a:lnTo>
                  <a:lnTo>
                    <a:pt x="5320634" y="432200"/>
                  </a:lnTo>
                  <a:lnTo>
                    <a:pt x="5321670" y="432200"/>
                  </a:lnTo>
                  <a:lnTo>
                    <a:pt x="5321858" y="432200"/>
                  </a:lnTo>
                  <a:lnTo>
                    <a:pt x="5321952" y="432200"/>
                  </a:lnTo>
                  <a:lnTo>
                    <a:pt x="5322046" y="432200"/>
                  </a:lnTo>
                  <a:lnTo>
                    <a:pt x="5322517" y="432200"/>
                  </a:lnTo>
                  <a:lnTo>
                    <a:pt x="5322611" y="432200"/>
                  </a:lnTo>
                  <a:lnTo>
                    <a:pt x="5322705" y="432200"/>
                  </a:lnTo>
                  <a:lnTo>
                    <a:pt x="5322799" y="432200"/>
                  </a:lnTo>
                  <a:lnTo>
                    <a:pt x="5323082" y="432200"/>
                  </a:lnTo>
                  <a:lnTo>
                    <a:pt x="5323835" y="432200"/>
                  </a:lnTo>
                  <a:lnTo>
                    <a:pt x="5324023" y="432200"/>
                  </a:lnTo>
                  <a:lnTo>
                    <a:pt x="5324400" y="432200"/>
                  </a:lnTo>
                  <a:lnTo>
                    <a:pt x="5324494" y="432200"/>
                  </a:lnTo>
                  <a:lnTo>
                    <a:pt x="5324588" y="432200"/>
                  </a:lnTo>
                  <a:lnTo>
                    <a:pt x="5324682" y="432200"/>
                  </a:lnTo>
                  <a:lnTo>
                    <a:pt x="5325153" y="432200"/>
                  </a:lnTo>
                  <a:lnTo>
                    <a:pt x="5325530" y="432200"/>
                  </a:lnTo>
                  <a:lnTo>
                    <a:pt x="5325906" y="432200"/>
                  </a:lnTo>
                  <a:lnTo>
                    <a:pt x="5326095" y="432200"/>
                  </a:lnTo>
                  <a:lnTo>
                    <a:pt x="5326565" y="432200"/>
                  </a:lnTo>
                  <a:lnTo>
                    <a:pt x="5327225" y="432200"/>
                  </a:lnTo>
                  <a:lnTo>
                    <a:pt x="5327413" y="432200"/>
                  </a:lnTo>
                  <a:lnTo>
                    <a:pt x="5327601" y="432200"/>
                  </a:lnTo>
                  <a:lnTo>
                    <a:pt x="5327695" y="432200"/>
                  </a:lnTo>
                  <a:lnTo>
                    <a:pt x="5327789" y="432200"/>
                  </a:lnTo>
                  <a:lnTo>
                    <a:pt x="5328166" y="432200"/>
                  </a:lnTo>
                  <a:lnTo>
                    <a:pt x="5328260" y="432200"/>
                  </a:lnTo>
                  <a:lnTo>
                    <a:pt x="5328637" y="432200"/>
                  </a:lnTo>
                  <a:lnTo>
                    <a:pt x="5328825" y="432200"/>
                  </a:lnTo>
                  <a:lnTo>
                    <a:pt x="5329013" y="432200"/>
                  </a:lnTo>
                  <a:lnTo>
                    <a:pt x="5329108" y="432200"/>
                  </a:lnTo>
                  <a:lnTo>
                    <a:pt x="5329296" y="432200"/>
                  </a:lnTo>
                  <a:lnTo>
                    <a:pt x="5329390" y="432200"/>
                  </a:lnTo>
                  <a:lnTo>
                    <a:pt x="5329578" y="432200"/>
                  </a:lnTo>
                  <a:lnTo>
                    <a:pt x="5329767" y="432200"/>
                  </a:lnTo>
                  <a:lnTo>
                    <a:pt x="5330143" y="432200"/>
                  </a:lnTo>
                  <a:lnTo>
                    <a:pt x="5330237" y="432200"/>
                  </a:lnTo>
                  <a:lnTo>
                    <a:pt x="5330332" y="432200"/>
                  </a:lnTo>
                  <a:lnTo>
                    <a:pt x="5330426" y="432200"/>
                  </a:lnTo>
                  <a:lnTo>
                    <a:pt x="5330708" y="432200"/>
                  </a:lnTo>
                  <a:lnTo>
                    <a:pt x="5330802" y="432200"/>
                  </a:lnTo>
                  <a:lnTo>
                    <a:pt x="5330991" y="432200"/>
                  </a:lnTo>
                  <a:lnTo>
                    <a:pt x="5331179" y="432200"/>
                  </a:lnTo>
                  <a:lnTo>
                    <a:pt x="5331556" y="432200"/>
                  </a:lnTo>
                  <a:lnTo>
                    <a:pt x="5332215" y="432200"/>
                  </a:lnTo>
                  <a:lnTo>
                    <a:pt x="5332497" y="432200"/>
                  </a:lnTo>
                  <a:lnTo>
                    <a:pt x="5332685" y="432200"/>
                  </a:lnTo>
                  <a:lnTo>
                    <a:pt x="5332968" y="432200"/>
                  </a:lnTo>
                  <a:lnTo>
                    <a:pt x="5333250" y="432200"/>
                  </a:lnTo>
                  <a:lnTo>
                    <a:pt x="5333344" y="432200"/>
                  </a:lnTo>
                  <a:lnTo>
                    <a:pt x="5334003" y="432200"/>
                  </a:lnTo>
                  <a:lnTo>
                    <a:pt x="5334192" y="432200"/>
                  </a:lnTo>
                  <a:lnTo>
                    <a:pt x="5334474" y="432200"/>
                  </a:lnTo>
                  <a:lnTo>
                    <a:pt x="5334945" y="432200"/>
                  </a:lnTo>
                  <a:lnTo>
                    <a:pt x="5335039" y="432200"/>
                  </a:lnTo>
                  <a:lnTo>
                    <a:pt x="5335133" y="432200"/>
                  </a:lnTo>
                  <a:lnTo>
                    <a:pt x="5335227" y="432200"/>
                  </a:lnTo>
                  <a:lnTo>
                    <a:pt x="5335416" y="432200"/>
                  </a:lnTo>
                  <a:lnTo>
                    <a:pt x="5335604" y="432200"/>
                  </a:lnTo>
                  <a:lnTo>
                    <a:pt x="5335792" y="432200"/>
                  </a:lnTo>
                  <a:lnTo>
                    <a:pt x="5335887" y="432200"/>
                  </a:lnTo>
                  <a:lnTo>
                    <a:pt x="5335981" y="432200"/>
                  </a:lnTo>
                  <a:lnTo>
                    <a:pt x="5336075" y="432200"/>
                  </a:lnTo>
                  <a:lnTo>
                    <a:pt x="5336169" y="432200"/>
                  </a:lnTo>
                  <a:lnTo>
                    <a:pt x="5336734" y="432200"/>
                  </a:lnTo>
                  <a:lnTo>
                    <a:pt x="5337110" y="432200"/>
                  </a:lnTo>
                  <a:lnTo>
                    <a:pt x="5337393" y="432200"/>
                  </a:lnTo>
                  <a:lnTo>
                    <a:pt x="5337487" y="432200"/>
                  </a:lnTo>
                  <a:lnTo>
                    <a:pt x="5337581" y="432200"/>
                  </a:lnTo>
                  <a:lnTo>
                    <a:pt x="5337770" y="432200"/>
                  </a:lnTo>
                  <a:lnTo>
                    <a:pt x="5338429" y="432200"/>
                  </a:lnTo>
                  <a:lnTo>
                    <a:pt x="5338994" y="432200"/>
                  </a:lnTo>
                  <a:lnTo>
                    <a:pt x="5339182" y="432200"/>
                  </a:lnTo>
                  <a:lnTo>
                    <a:pt x="5339276" y="432200"/>
                  </a:lnTo>
                  <a:lnTo>
                    <a:pt x="5339464" y="432200"/>
                  </a:lnTo>
                  <a:lnTo>
                    <a:pt x="5339558" y="432200"/>
                  </a:lnTo>
                  <a:lnTo>
                    <a:pt x="5340029" y="432200"/>
                  </a:lnTo>
                  <a:lnTo>
                    <a:pt x="5340218" y="432200"/>
                  </a:lnTo>
                  <a:lnTo>
                    <a:pt x="5340312" y="432200"/>
                  </a:lnTo>
                  <a:lnTo>
                    <a:pt x="5340406" y="432200"/>
                  </a:lnTo>
                  <a:lnTo>
                    <a:pt x="5340594" y="432200"/>
                  </a:lnTo>
                  <a:lnTo>
                    <a:pt x="5341065" y="432200"/>
                  </a:lnTo>
                  <a:lnTo>
                    <a:pt x="5341159" y="432200"/>
                  </a:lnTo>
                  <a:lnTo>
                    <a:pt x="5341253" y="432200"/>
                  </a:lnTo>
                  <a:lnTo>
                    <a:pt x="5341818" y="432200"/>
                  </a:lnTo>
                  <a:lnTo>
                    <a:pt x="5342006" y="432200"/>
                  </a:lnTo>
                  <a:lnTo>
                    <a:pt x="5342101" y="432200"/>
                  </a:lnTo>
                  <a:lnTo>
                    <a:pt x="5342383" y="432200"/>
                  </a:lnTo>
                  <a:lnTo>
                    <a:pt x="5342477" y="432200"/>
                  </a:lnTo>
                  <a:lnTo>
                    <a:pt x="5342571" y="432200"/>
                  </a:lnTo>
                  <a:lnTo>
                    <a:pt x="5343607" y="427289"/>
                  </a:lnTo>
                  <a:lnTo>
                    <a:pt x="5343701" y="427289"/>
                  </a:lnTo>
                  <a:lnTo>
                    <a:pt x="5344172" y="427289"/>
                  </a:lnTo>
                  <a:lnTo>
                    <a:pt x="5344643" y="427289"/>
                  </a:lnTo>
                  <a:lnTo>
                    <a:pt x="5344831" y="427289"/>
                  </a:lnTo>
                  <a:lnTo>
                    <a:pt x="5344925" y="427289"/>
                  </a:lnTo>
                  <a:lnTo>
                    <a:pt x="5345113" y="427289"/>
                  </a:lnTo>
                  <a:lnTo>
                    <a:pt x="5345396" y="427289"/>
                  </a:lnTo>
                  <a:lnTo>
                    <a:pt x="5345490" y="427289"/>
                  </a:lnTo>
                  <a:lnTo>
                    <a:pt x="5345584" y="427289"/>
                  </a:lnTo>
                  <a:lnTo>
                    <a:pt x="5345867" y="427289"/>
                  </a:lnTo>
                  <a:lnTo>
                    <a:pt x="5346526" y="427289"/>
                  </a:lnTo>
                  <a:lnTo>
                    <a:pt x="5346808" y="427289"/>
                  </a:lnTo>
                  <a:lnTo>
                    <a:pt x="5346902" y="427289"/>
                  </a:lnTo>
                  <a:lnTo>
                    <a:pt x="5347091" y="427289"/>
                  </a:lnTo>
                  <a:lnTo>
                    <a:pt x="5347467" y="427289"/>
                  </a:lnTo>
                  <a:lnTo>
                    <a:pt x="5347561" y="427289"/>
                  </a:lnTo>
                  <a:lnTo>
                    <a:pt x="5347656" y="427289"/>
                  </a:lnTo>
                  <a:lnTo>
                    <a:pt x="5347938" y="427289"/>
                  </a:lnTo>
                  <a:lnTo>
                    <a:pt x="5348126" y="427289"/>
                  </a:lnTo>
                  <a:lnTo>
                    <a:pt x="5348220" y="427289"/>
                  </a:lnTo>
                  <a:lnTo>
                    <a:pt x="5348315" y="427289"/>
                  </a:lnTo>
                  <a:lnTo>
                    <a:pt x="5348785" y="422378"/>
                  </a:lnTo>
                  <a:lnTo>
                    <a:pt x="5348880" y="422378"/>
                  </a:lnTo>
                  <a:lnTo>
                    <a:pt x="5348974" y="422378"/>
                  </a:lnTo>
                  <a:lnTo>
                    <a:pt x="5349162" y="422378"/>
                  </a:lnTo>
                  <a:lnTo>
                    <a:pt x="5349350" y="422378"/>
                  </a:lnTo>
                  <a:lnTo>
                    <a:pt x="5349633" y="422378"/>
                  </a:lnTo>
                  <a:lnTo>
                    <a:pt x="5349727" y="422378"/>
                  </a:lnTo>
                  <a:lnTo>
                    <a:pt x="5350480" y="422378"/>
                  </a:lnTo>
                  <a:lnTo>
                    <a:pt x="5350668" y="422378"/>
                  </a:lnTo>
                  <a:lnTo>
                    <a:pt x="5350857" y="422378"/>
                  </a:lnTo>
                  <a:lnTo>
                    <a:pt x="5350951" y="422378"/>
                  </a:lnTo>
                  <a:lnTo>
                    <a:pt x="5351327" y="422378"/>
                  </a:lnTo>
                  <a:lnTo>
                    <a:pt x="5351422" y="422378"/>
                  </a:lnTo>
                  <a:lnTo>
                    <a:pt x="5352363" y="422378"/>
                  </a:lnTo>
                  <a:lnTo>
                    <a:pt x="5352457" y="422378"/>
                  </a:lnTo>
                  <a:lnTo>
                    <a:pt x="5352551" y="422378"/>
                  </a:lnTo>
                  <a:lnTo>
                    <a:pt x="5352646" y="422378"/>
                  </a:lnTo>
                  <a:lnTo>
                    <a:pt x="5352928" y="422378"/>
                  </a:lnTo>
                  <a:lnTo>
                    <a:pt x="5353116" y="422378"/>
                  </a:lnTo>
                  <a:lnTo>
                    <a:pt x="5353399" y="422378"/>
                  </a:lnTo>
                  <a:lnTo>
                    <a:pt x="5353493" y="422378"/>
                  </a:lnTo>
                  <a:lnTo>
                    <a:pt x="5353964" y="422378"/>
                  </a:lnTo>
                  <a:lnTo>
                    <a:pt x="5354058" y="422378"/>
                  </a:lnTo>
                  <a:lnTo>
                    <a:pt x="5354152" y="422378"/>
                  </a:lnTo>
                  <a:lnTo>
                    <a:pt x="5355188" y="422378"/>
                  </a:lnTo>
                  <a:lnTo>
                    <a:pt x="5355376" y="422378"/>
                  </a:lnTo>
                  <a:lnTo>
                    <a:pt x="5355470" y="422378"/>
                  </a:lnTo>
                  <a:lnTo>
                    <a:pt x="5355658" y="422378"/>
                  </a:lnTo>
                  <a:lnTo>
                    <a:pt x="5355847" y="422378"/>
                  </a:lnTo>
                  <a:lnTo>
                    <a:pt x="5356035" y="422378"/>
                  </a:lnTo>
                  <a:lnTo>
                    <a:pt x="5356129" y="422378"/>
                  </a:lnTo>
                  <a:lnTo>
                    <a:pt x="5356223" y="422378"/>
                  </a:lnTo>
                  <a:lnTo>
                    <a:pt x="5356318" y="422378"/>
                  </a:lnTo>
                  <a:lnTo>
                    <a:pt x="5356882" y="422378"/>
                  </a:lnTo>
                  <a:lnTo>
                    <a:pt x="5356977" y="422378"/>
                  </a:lnTo>
                  <a:lnTo>
                    <a:pt x="5357071" y="422378"/>
                  </a:lnTo>
                  <a:lnTo>
                    <a:pt x="5357353" y="422378"/>
                  </a:lnTo>
                  <a:lnTo>
                    <a:pt x="5357447" y="422378"/>
                  </a:lnTo>
                  <a:lnTo>
                    <a:pt x="5357824" y="422378"/>
                  </a:lnTo>
                  <a:lnTo>
                    <a:pt x="5357918" y="422378"/>
                  </a:lnTo>
                  <a:lnTo>
                    <a:pt x="5358106" y="422378"/>
                  </a:lnTo>
                  <a:lnTo>
                    <a:pt x="5358201" y="422378"/>
                  </a:lnTo>
                  <a:lnTo>
                    <a:pt x="5358295" y="422378"/>
                  </a:lnTo>
                  <a:lnTo>
                    <a:pt x="5359048" y="422378"/>
                  </a:lnTo>
                  <a:lnTo>
                    <a:pt x="5359330" y="422378"/>
                  </a:lnTo>
                  <a:lnTo>
                    <a:pt x="5359519" y="422378"/>
                  </a:lnTo>
                  <a:lnTo>
                    <a:pt x="5359613" y="422378"/>
                  </a:lnTo>
                  <a:lnTo>
                    <a:pt x="5360743" y="417466"/>
                  </a:lnTo>
                  <a:lnTo>
                    <a:pt x="5360837" y="417466"/>
                  </a:lnTo>
                  <a:lnTo>
                    <a:pt x="5361025" y="417466"/>
                  </a:lnTo>
                  <a:lnTo>
                    <a:pt x="5361119" y="417466"/>
                  </a:lnTo>
                  <a:lnTo>
                    <a:pt x="5361308" y="417466"/>
                  </a:lnTo>
                  <a:lnTo>
                    <a:pt x="5361590" y="417466"/>
                  </a:lnTo>
                  <a:lnTo>
                    <a:pt x="5361684" y="417466"/>
                  </a:lnTo>
                  <a:lnTo>
                    <a:pt x="5361778" y="417466"/>
                  </a:lnTo>
                  <a:lnTo>
                    <a:pt x="5362343" y="417466"/>
                  </a:lnTo>
                  <a:lnTo>
                    <a:pt x="5362626" y="417466"/>
                  </a:lnTo>
                  <a:lnTo>
                    <a:pt x="5362720" y="417466"/>
                  </a:lnTo>
                  <a:lnTo>
                    <a:pt x="5362814" y="417466"/>
                  </a:lnTo>
                  <a:lnTo>
                    <a:pt x="5363191" y="417466"/>
                  </a:lnTo>
                  <a:lnTo>
                    <a:pt x="5363285" y="417466"/>
                  </a:lnTo>
                  <a:lnTo>
                    <a:pt x="5363379" y="417466"/>
                  </a:lnTo>
                  <a:lnTo>
                    <a:pt x="5363473" y="417466"/>
                  </a:lnTo>
                  <a:lnTo>
                    <a:pt x="5363567" y="417466"/>
                  </a:lnTo>
                  <a:lnTo>
                    <a:pt x="5364038" y="417466"/>
                  </a:lnTo>
                  <a:lnTo>
                    <a:pt x="5364226" y="417466"/>
                  </a:lnTo>
                  <a:lnTo>
                    <a:pt x="5364697" y="417466"/>
                  </a:lnTo>
                  <a:lnTo>
                    <a:pt x="5365544" y="417466"/>
                  </a:lnTo>
                  <a:lnTo>
                    <a:pt x="5365639" y="417466"/>
                  </a:lnTo>
                  <a:lnTo>
                    <a:pt x="5365921" y="417466"/>
                  </a:lnTo>
                  <a:lnTo>
                    <a:pt x="5366109" y="417466"/>
                  </a:lnTo>
                  <a:lnTo>
                    <a:pt x="5366768" y="417466"/>
                  </a:lnTo>
                  <a:lnTo>
                    <a:pt x="5366863" y="417466"/>
                  </a:lnTo>
                  <a:lnTo>
                    <a:pt x="5367239" y="417466"/>
                  </a:lnTo>
                  <a:lnTo>
                    <a:pt x="5367333" y="417466"/>
                  </a:lnTo>
                  <a:lnTo>
                    <a:pt x="5367522" y="417466"/>
                  </a:lnTo>
                  <a:lnTo>
                    <a:pt x="5367710" y="417466"/>
                  </a:lnTo>
                  <a:lnTo>
                    <a:pt x="5367992" y="417466"/>
                  </a:lnTo>
                  <a:lnTo>
                    <a:pt x="5368651" y="417466"/>
                  </a:lnTo>
                  <a:lnTo>
                    <a:pt x="5368746" y="417466"/>
                  </a:lnTo>
                  <a:lnTo>
                    <a:pt x="5369028" y="417466"/>
                  </a:lnTo>
                  <a:lnTo>
                    <a:pt x="5369405" y="417466"/>
                  </a:lnTo>
                  <a:lnTo>
                    <a:pt x="5369875" y="417466"/>
                  </a:lnTo>
                  <a:lnTo>
                    <a:pt x="5370346" y="417466"/>
                  </a:lnTo>
                  <a:lnTo>
                    <a:pt x="5370440" y="417466"/>
                  </a:lnTo>
                  <a:lnTo>
                    <a:pt x="5370817" y="417466"/>
                  </a:lnTo>
                  <a:lnTo>
                    <a:pt x="5370911" y="417466"/>
                  </a:lnTo>
                  <a:lnTo>
                    <a:pt x="5371288" y="417466"/>
                  </a:lnTo>
                  <a:lnTo>
                    <a:pt x="5371853" y="417466"/>
                  </a:lnTo>
                  <a:lnTo>
                    <a:pt x="5371947" y="417466"/>
                  </a:lnTo>
                  <a:lnTo>
                    <a:pt x="5372323" y="417466"/>
                  </a:lnTo>
                  <a:lnTo>
                    <a:pt x="5372418" y="417466"/>
                  </a:lnTo>
                  <a:lnTo>
                    <a:pt x="5372512" y="417466"/>
                  </a:lnTo>
                  <a:lnTo>
                    <a:pt x="5372700" y="417466"/>
                  </a:lnTo>
                  <a:lnTo>
                    <a:pt x="5372794" y="417466"/>
                  </a:lnTo>
                  <a:lnTo>
                    <a:pt x="5373642" y="417466"/>
                  </a:lnTo>
                  <a:lnTo>
                    <a:pt x="5373736" y="417466"/>
                  </a:lnTo>
                  <a:lnTo>
                    <a:pt x="5374018" y="417466"/>
                  </a:lnTo>
                  <a:lnTo>
                    <a:pt x="5374395" y="417466"/>
                  </a:lnTo>
                  <a:lnTo>
                    <a:pt x="5374489" y="417466"/>
                  </a:lnTo>
                  <a:lnTo>
                    <a:pt x="5374677" y="417466"/>
                  </a:lnTo>
                  <a:lnTo>
                    <a:pt x="5374771" y="417466"/>
                  </a:lnTo>
                  <a:lnTo>
                    <a:pt x="5374960" y="417466"/>
                  </a:lnTo>
                  <a:lnTo>
                    <a:pt x="5375525" y="417466"/>
                  </a:lnTo>
                  <a:lnTo>
                    <a:pt x="5375995" y="417466"/>
                  </a:lnTo>
                  <a:lnTo>
                    <a:pt x="5376372" y="417466"/>
                  </a:lnTo>
                  <a:lnTo>
                    <a:pt x="5376466" y="417466"/>
                  </a:lnTo>
                  <a:lnTo>
                    <a:pt x="5376749" y="417466"/>
                  </a:lnTo>
                  <a:lnTo>
                    <a:pt x="5376937" y="417466"/>
                  </a:lnTo>
                  <a:lnTo>
                    <a:pt x="5377031" y="417466"/>
                  </a:lnTo>
                  <a:lnTo>
                    <a:pt x="5377125" y="417466"/>
                  </a:lnTo>
                  <a:lnTo>
                    <a:pt x="5377502" y="417466"/>
                  </a:lnTo>
                  <a:lnTo>
                    <a:pt x="5377690" y="417466"/>
                  </a:lnTo>
                  <a:lnTo>
                    <a:pt x="5378161" y="417466"/>
                  </a:lnTo>
                  <a:lnTo>
                    <a:pt x="5378349" y="417466"/>
                  </a:lnTo>
                  <a:lnTo>
                    <a:pt x="5378537" y="417466"/>
                  </a:lnTo>
                  <a:lnTo>
                    <a:pt x="5378820" y="417466"/>
                  </a:lnTo>
                  <a:lnTo>
                    <a:pt x="5378914" y="417466"/>
                  </a:lnTo>
                  <a:lnTo>
                    <a:pt x="5379008" y="417466"/>
                  </a:lnTo>
                  <a:lnTo>
                    <a:pt x="5379291" y="417466"/>
                  </a:lnTo>
                  <a:lnTo>
                    <a:pt x="5379479" y="417466"/>
                  </a:lnTo>
                  <a:lnTo>
                    <a:pt x="5379573" y="417466"/>
                  </a:lnTo>
                  <a:lnTo>
                    <a:pt x="5379761" y="417466"/>
                  </a:lnTo>
                  <a:lnTo>
                    <a:pt x="5379856" y="417466"/>
                  </a:lnTo>
                  <a:lnTo>
                    <a:pt x="5380044" y="412555"/>
                  </a:lnTo>
                  <a:lnTo>
                    <a:pt x="5380420" y="412555"/>
                  </a:lnTo>
                  <a:lnTo>
                    <a:pt x="5380515" y="412555"/>
                  </a:lnTo>
                  <a:lnTo>
                    <a:pt x="5380703" y="412555"/>
                  </a:lnTo>
                  <a:lnTo>
                    <a:pt x="5380797" y="412555"/>
                  </a:lnTo>
                  <a:lnTo>
                    <a:pt x="5380985" y="412555"/>
                  </a:lnTo>
                  <a:lnTo>
                    <a:pt x="5381456" y="412555"/>
                  </a:lnTo>
                  <a:lnTo>
                    <a:pt x="5381550" y="412555"/>
                  </a:lnTo>
                  <a:lnTo>
                    <a:pt x="5381644" y="412555"/>
                  </a:lnTo>
                  <a:lnTo>
                    <a:pt x="5381739" y="412555"/>
                  </a:lnTo>
                  <a:lnTo>
                    <a:pt x="5381927" y="407644"/>
                  </a:lnTo>
                  <a:lnTo>
                    <a:pt x="5382209" y="407644"/>
                  </a:lnTo>
                  <a:lnTo>
                    <a:pt x="5382774" y="407644"/>
                  </a:lnTo>
                  <a:lnTo>
                    <a:pt x="5382868" y="407644"/>
                  </a:lnTo>
                  <a:lnTo>
                    <a:pt x="5382963" y="407644"/>
                  </a:lnTo>
                  <a:lnTo>
                    <a:pt x="5383151" y="407644"/>
                  </a:lnTo>
                  <a:lnTo>
                    <a:pt x="5383339" y="407644"/>
                  </a:lnTo>
                  <a:lnTo>
                    <a:pt x="5383433" y="407644"/>
                  </a:lnTo>
                  <a:lnTo>
                    <a:pt x="5383528" y="407644"/>
                  </a:lnTo>
                  <a:lnTo>
                    <a:pt x="5383622" y="407644"/>
                  </a:lnTo>
                  <a:lnTo>
                    <a:pt x="5383810" y="407644"/>
                  </a:lnTo>
                  <a:lnTo>
                    <a:pt x="5383998" y="407644"/>
                  </a:lnTo>
                  <a:lnTo>
                    <a:pt x="5384187" y="407644"/>
                  </a:lnTo>
                  <a:lnTo>
                    <a:pt x="5384281" y="407644"/>
                  </a:lnTo>
                  <a:lnTo>
                    <a:pt x="5384375" y="407644"/>
                  </a:lnTo>
                  <a:lnTo>
                    <a:pt x="5384469" y="407644"/>
                  </a:lnTo>
                  <a:lnTo>
                    <a:pt x="5384657" y="407644"/>
                  </a:lnTo>
                  <a:lnTo>
                    <a:pt x="5384751" y="407644"/>
                  </a:lnTo>
                  <a:lnTo>
                    <a:pt x="5384846" y="407644"/>
                  </a:lnTo>
                  <a:lnTo>
                    <a:pt x="5385034" y="407644"/>
                  </a:lnTo>
                  <a:lnTo>
                    <a:pt x="5385128" y="407644"/>
                  </a:lnTo>
                  <a:lnTo>
                    <a:pt x="5385505" y="407644"/>
                  </a:lnTo>
                  <a:lnTo>
                    <a:pt x="5385599" y="407644"/>
                  </a:lnTo>
                  <a:lnTo>
                    <a:pt x="5385975" y="407644"/>
                  </a:lnTo>
                  <a:lnTo>
                    <a:pt x="5386070" y="407644"/>
                  </a:lnTo>
                  <a:lnTo>
                    <a:pt x="5386258" y="407644"/>
                  </a:lnTo>
                  <a:lnTo>
                    <a:pt x="5386446" y="407644"/>
                  </a:lnTo>
                  <a:lnTo>
                    <a:pt x="5387011" y="407644"/>
                  </a:lnTo>
                  <a:lnTo>
                    <a:pt x="5387105" y="407644"/>
                  </a:lnTo>
                  <a:lnTo>
                    <a:pt x="5387199" y="407644"/>
                  </a:lnTo>
                  <a:lnTo>
                    <a:pt x="5387294" y="407644"/>
                  </a:lnTo>
                  <a:lnTo>
                    <a:pt x="5387764" y="407644"/>
                  </a:lnTo>
                  <a:lnTo>
                    <a:pt x="5387859" y="407644"/>
                  </a:lnTo>
                  <a:lnTo>
                    <a:pt x="5388235" y="407644"/>
                  </a:lnTo>
                  <a:lnTo>
                    <a:pt x="5388518" y="407644"/>
                  </a:lnTo>
                  <a:lnTo>
                    <a:pt x="5388612" y="407644"/>
                  </a:lnTo>
                  <a:lnTo>
                    <a:pt x="5388706" y="407644"/>
                  </a:lnTo>
                  <a:lnTo>
                    <a:pt x="5388800" y="407644"/>
                  </a:lnTo>
                  <a:lnTo>
                    <a:pt x="5389082" y="407644"/>
                  </a:lnTo>
                  <a:lnTo>
                    <a:pt x="5389177" y="407644"/>
                  </a:lnTo>
                  <a:lnTo>
                    <a:pt x="5389459" y="407644"/>
                  </a:lnTo>
                  <a:lnTo>
                    <a:pt x="5389647" y="407644"/>
                  </a:lnTo>
                  <a:lnTo>
                    <a:pt x="5389930" y="407644"/>
                  </a:lnTo>
                  <a:lnTo>
                    <a:pt x="5390777" y="407644"/>
                  </a:lnTo>
                  <a:lnTo>
                    <a:pt x="5390871" y="407644"/>
                  </a:lnTo>
                  <a:lnTo>
                    <a:pt x="5391154" y="407644"/>
                  </a:lnTo>
                  <a:lnTo>
                    <a:pt x="5391248" y="407644"/>
                  </a:lnTo>
                  <a:lnTo>
                    <a:pt x="5391625" y="407644"/>
                  </a:lnTo>
                  <a:lnTo>
                    <a:pt x="5391907" y="407644"/>
                  </a:lnTo>
                  <a:lnTo>
                    <a:pt x="5392001" y="407644"/>
                  </a:lnTo>
                  <a:lnTo>
                    <a:pt x="5392190" y="407644"/>
                  </a:lnTo>
                  <a:lnTo>
                    <a:pt x="5392378" y="407644"/>
                  </a:lnTo>
                  <a:lnTo>
                    <a:pt x="5393225" y="407644"/>
                  </a:lnTo>
                  <a:lnTo>
                    <a:pt x="5393319" y="407644"/>
                  </a:lnTo>
                  <a:lnTo>
                    <a:pt x="5393413" y="407644"/>
                  </a:lnTo>
                  <a:lnTo>
                    <a:pt x="5393508" y="407644"/>
                  </a:lnTo>
                  <a:lnTo>
                    <a:pt x="5393696" y="407644"/>
                  </a:lnTo>
                  <a:lnTo>
                    <a:pt x="5393884" y="407644"/>
                  </a:lnTo>
                  <a:lnTo>
                    <a:pt x="5394449" y="407644"/>
                  </a:lnTo>
                  <a:lnTo>
                    <a:pt x="5394543" y="407644"/>
                  </a:lnTo>
                  <a:lnTo>
                    <a:pt x="5394826" y="407644"/>
                  </a:lnTo>
                  <a:lnTo>
                    <a:pt x="5395297" y="402732"/>
                  </a:lnTo>
                  <a:lnTo>
                    <a:pt x="5395391" y="402732"/>
                  </a:lnTo>
                  <a:lnTo>
                    <a:pt x="5395485" y="402732"/>
                  </a:lnTo>
                  <a:lnTo>
                    <a:pt x="5396332" y="402732"/>
                  </a:lnTo>
                  <a:lnTo>
                    <a:pt x="5396991" y="402732"/>
                  </a:lnTo>
                  <a:lnTo>
                    <a:pt x="5397274" y="402732"/>
                  </a:lnTo>
                  <a:lnTo>
                    <a:pt x="5397368" y="402732"/>
                  </a:lnTo>
                  <a:lnTo>
                    <a:pt x="5397839" y="402732"/>
                  </a:lnTo>
                  <a:lnTo>
                    <a:pt x="5397933" y="402732"/>
                  </a:lnTo>
                  <a:lnTo>
                    <a:pt x="5398121" y="402732"/>
                  </a:lnTo>
                  <a:lnTo>
                    <a:pt x="5398874" y="402732"/>
                  </a:lnTo>
                  <a:lnTo>
                    <a:pt x="5399251" y="402732"/>
                  </a:lnTo>
                  <a:lnTo>
                    <a:pt x="5399345" y="402732"/>
                  </a:lnTo>
                  <a:lnTo>
                    <a:pt x="5399816" y="402732"/>
                  </a:lnTo>
                  <a:lnTo>
                    <a:pt x="5399910" y="402732"/>
                  </a:lnTo>
                  <a:lnTo>
                    <a:pt x="5400192" y="402732"/>
                  </a:lnTo>
                  <a:lnTo>
                    <a:pt x="5400757" y="402732"/>
                  </a:lnTo>
                  <a:lnTo>
                    <a:pt x="5401040" y="402732"/>
                  </a:lnTo>
                  <a:lnTo>
                    <a:pt x="5401322" y="402732"/>
                  </a:lnTo>
                  <a:lnTo>
                    <a:pt x="5401416" y="402732"/>
                  </a:lnTo>
                  <a:lnTo>
                    <a:pt x="5401605" y="402732"/>
                  </a:lnTo>
                  <a:lnTo>
                    <a:pt x="5402075" y="402732"/>
                  </a:lnTo>
                  <a:lnTo>
                    <a:pt x="5402358" y="402732"/>
                  </a:lnTo>
                  <a:lnTo>
                    <a:pt x="5402923" y="402732"/>
                  </a:lnTo>
                  <a:lnTo>
                    <a:pt x="5403205" y="402732"/>
                  </a:lnTo>
                  <a:lnTo>
                    <a:pt x="5403770" y="402732"/>
                  </a:lnTo>
                  <a:lnTo>
                    <a:pt x="5404241" y="402732"/>
                  </a:lnTo>
                  <a:lnTo>
                    <a:pt x="5404523" y="402732"/>
                  </a:lnTo>
                  <a:lnTo>
                    <a:pt x="5404994" y="402732"/>
                  </a:lnTo>
                  <a:lnTo>
                    <a:pt x="5405559" y="402732"/>
                  </a:lnTo>
                  <a:lnTo>
                    <a:pt x="5405842" y="402732"/>
                  </a:lnTo>
                  <a:lnTo>
                    <a:pt x="5405936" y="402732"/>
                  </a:lnTo>
                  <a:lnTo>
                    <a:pt x="5406218" y="402732"/>
                  </a:lnTo>
                  <a:lnTo>
                    <a:pt x="5406595" y="402732"/>
                  </a:lnTo>
                  <a:lnTo>
                    <a:pt x="5406783" y="402732"/>
                  </a:lnTo>
                  <a:lnTo>
                    <a:pt x="5406877" y="397821"/>
                  </a:lnTo>
                  <a:lnTo>
                    <a:pt x="5407160" y="397821"/>
                  </a:lnTo>
                  <a:lnTo>
                    <a:pt x="5407536" y="397821"/>
                  </a:lnTo>
                  <a:lnTo>
                    <a:pt x="5407819" y="397821"/>
                  </a:lnTo>
                  <a:lnTo>
                    <a:pt x="5408007" y="397821"/>
                  </a:lnTo>
                  <a:lnTo>
                    <a:pt x="5408195" y="397821"/>
                  </a:lnTo>
                  <a:lnTo>
                    <a:pt x="5408760" y="392909"/>
                  </a:lnTo>
                  <a:lnTo>
                    <a:pt x="5408854" y="392909"/>
                  </a:lnTo>
                  <a:lnTo>
                    <a:pt x="5409043" y="392909"/>
                  </a:lnTo>
                  <a:lnTo>
                    <a:pt x="5409137" y="392909"/>
                  </a:lnTo>
                  <a:lnTo>
                    <a:pt x="5409231" y="392909"/>
                  </a:lnTo>
                  <a:lnTo>
                    <a:pt x="5409325" y="392909"/>
                  </a:lnTo>
                  <a:lnTo>
                    <a:pt x="5409514" y="392909"/>
                  </a:lnTo>
                  <a:lnTo>
                    <a:pt x="5409702" y="392909"/>
                  </a:lnTo>
                  <a:lnTo>
                    <a:pt x="5409796" y="392909"/>
                  </a:lnTo>
                  <a:lnTo>
                    <a:pt x="5409890" y="392909"/>
                  </a:lnTo>
                  <a:lnTo>
                    <a:pt x="5410078" y="387998"/>
                  </a:lnTo>
                  <a:lnTo>
                    <a:pt x="5410173" y="387998"/>
                  </a:lnTo>
                  <a:lnTo>
                    <a:pt x="5410361" y="387998"/>
                  </a:lnTo>
                  <a:lnTo>
                    <a:pt x="5410738" y="387998"/>
                  </a:lnTo>
                  <a:lnTo>
                    <a:pt x="5410832" y="387998"/>
                  </a:lnTo>
                  <a:lnTo>
                    <a:pt x="5410926" y="387998"/>
                  </a:lnTo>
                  <a:lnTo>
                    <a:pt x="5411020" y="387998"/>
                  </a:lnTo>
                  <a:lnTo>
                    <a:pt x="5411114" y="387998"/>
                  </a:lnTo>
                  <a:lnTo>
                    <a:pt x="5411208" y="387998"/>
                  </a:lnTo>
                  <a:lnTo>
                    <a:pt x="5411397" y="387998"/>
                  </a:lnTo>
                  <a:lnTo>
                    <a:pt x="5411491" y="387998"/>
                  </a:lnTo>
                  <a:lnTo>
                    <a:pt x="5411585" y="387998"/>
                  </a:lnTo>
                  <a:lnTo>
                    <a:pt x="5411679" y="387998"/>
                  </a:lnTo>
                  <a:lnTo>
                    <a:pt x="5411773" y="387998"/>
                  </a:lnTo>
                  <a:lnTo>
                    <a:pt x="5412056" y="387998"/>
                  </a:lnTo>
                  <a:lnTo>
                    <a:pt x="5412150" y="387998"/>
                  </a:lnTo>
                  <a:lnTo>
                    <a:pt x="5412244" y="387998"/>
                  </a:lnTo>
                  <a:lnTo>
                    <a:pt x="5412338" y="387998"/>
                  </a:lnTo>
                  <a:lnTo>
                    <a:pt x="5412526" y="387998"/>
                  </a:lnTo>
                  <a:lnTo>
                    <a:pt x="5412621" y="387998"/>
                  </a:lnTo>
                  <a:lnTo>
                    <a:pt x="5412903" y="387998"/>
                  </a:lnTo>
                  <a:lnTo>
                    <a:pt x="5413185" y="387998"/>
                  </a:lnTo>
                  <a:lnTo>
                    <a:pt x="5413468" y="387998"/>
                  </a:lnTo>
                  <a:lnTo>
                    <a:pt x="5413656" y="387998"/>
                  </a:lnTo>
                  <a:lnTo>
                    <a:pt x="5413845" y="387998"/>
                  </a:lnTo>
                  <a:lnTo>
                    <a:pt x="5414127" y="387998"/>
                  </a:lnTo>
                  <a:lnTo>
                    <a:pt x="5414221" y="387998"/>
                  </a:lnTo>
                  <a:lnTo>
                    <a:pt x="5414409" y="387998"/>
                  </a:lnTo>
                  <a:lnTo>
                    <a:pt x="5414786" y="387998"/>
                  </a:lnTo>
                  <a:lnTo>
                    <a:pt x="5414880" y="387998"/>
                  </a:lnTo>
                  <a:lnTo>
                    <a:pt x="5415069" y="387998"/>
                  </a:lnTo>
                  <a:lnTo>
                    <a:pt x="5415257" y="387998"/>
                  </a:lnTo>
                  <a:lnTo>
                    <a:pt x="5415633" y="387998"/>
                  </a:lnTo>
                  <a:lnTo>
                    <a:pt x="5415728" y="387998"/>
                  </a:lnTo>
                  <a:lnTo>
                    <a:pt x="5415916" y="387998"/>
                  </a:lnTo>
                  <a:lnTo>
                    <a:pt x="5416198" y="387998"/>
                  </a:lnTo>
                  <a:lnTo>
                    <a:pt x="5416669" y="387998"/>
                  </a:lnTo>
                  <a:lnTo>
                    <a:pt x="5416857" y="387998"/>
                  </a:lnTo>
                  <a:lnTo>
                    <a:pt x="5417140" y="387998"/>
                  </a:lnTo>
                  <a:lnTo>
                    <a:pt x="5417234" y="387998"/>
                  </a:lnTo>
                  <a:lnTo>
                    <a:pt x="5417422" y="387998"/>
                  </a:lnTo>
                  <a:lnTo>
                    <a:pt x="5417516" y="387998"/>
                  </a:lnTo>
                  <a:lnTo>
                    <a:pt x="5417893" y="387998"/>
                  </a:lnTo>
                  <a:lnTo>
                    <a:pt x="5418176" y="387998"/>
                  </a:lnTo>
                  <a:lnTo>
                    <a:pt x="5418458" y="387998"/>
                  </a:lnTo>
                  <a:lnTo>
                    <a:pt x="5418740" y="387998"/>
                  </a:lnTo>
                  <a:lnTo>
                    <a:pt x="5418929" y="387998"/>
                  </a:lnTo>
                  <a:lnTo>
                    <a:pt x="5419023" y="387998"/>
                  </a:lnTo>
                  <a:lnTo>
                    <a:pt x="5419117" y="387998"/>
                  </a:lnTo>
                  <a:lnTo>
                    <a:pt x="5419211" y="387998"/>
                  </a:lnTo>
                  <a:lnTo>
                    <a:pt x="5419305" y="387998"/>
                  </a:lnTo>
                  <a:lnTo>
                    <a:pt x="5419776" y="387998"/>
                  </a:lnTo>
                  <a:lnTo>
                    <a:pt x="5420153" y="387998"/>
                  </a:lnTo>
                  <a:lnTo>
                    <a:pt x="5420247" y="387998"/>
                  </a:lnTo>
                  <a:lnTo>
                    <a:pt x="5420435" y="387998"/>
                  </a:lnTo>
                  <a:lnTo>
                    <a:pt x="5420623" y="387998"/>
                  </a:lnTo>
                  <a:lnTo>
                    <a:pt x="5420718" y="387998"/>
                  </a:lnTo>
                  <a:lnTo>
                    <a:pt x="5420906" y="387998"/>
                  </a:lnTo>
                  <a:lnTo>
                    <a:pt x="5421000" y="387998"/>
                  </a:lnTo>
                  <a:lnTo>
                    <a:pt x="5421094" y="387998"/>
                  </a:lnTo>
                  <a:lnTo>
                    <a:pt x="5421188" y="387998"/>
                  </a:lnTo>
                  <a:lnTo>
                    <a:pt x="5421283" y="387998"/>
                  </a:lnTo>
                  <a:lnTo>
                    <a:pt x="5421659" y="387998"/>
                  </a:lnTo>
                  <a:lnTo>
                    <a:pt x="5421753" y="387998"/>
                  </a:lnTo>
                  <a:lnTo>
                    <a:pt x="5421847" y="387998"/>
                  </a:lnTo>
                  <a:lnTo>
                    <a:pt x="5421942" y="387998"/>
                  </a:lnTo>
                  <a:lnTo>
                    <a:pt x="5422036" y="387998"/>
                  </a:lnTo>
                  <a:lnTo>
                    <a:pt x="5422130" y="387998"/>
                  </a:lnTo>
                  <a:lnTo>
                    <a:pt x="5422507" y="387998"/>
                  </a:lnTo>
                  <a:lnTo>
                    <a:pt x="5422883" y="387998"/>
                  </a:lnTo>
                  <a:lnTo>
                    <a:pt x="5422977" y="387998"/>
                  </a:lnTo>
                  <a:lnTo>
                    <a:pt x="5423354" y="387998"/>
                  </a:lnTo>
                  <a:lnTo>
                    <a:pt x="5423448" y="387998"/>
                  </a:lnTo>
                  <a:lnTo>
                    <a:pt x="5423542" y="387998"/>
                  </a:lnTo>
                  <a:lnTo>
                    <a:pt x="5423636" y="387998"/>
                  </a:lnTo>
                  <a:lnTo>
                    <a:pt x="5423731" y="387998"/>
                  </a:lnTo>
                  <a:lnTo>
                    <a:pt x="5423919" y="387998"/>
                  </a:lnTo>
                  <a:lnTo>
                    <a:pt x="5424013" y="387998"/>
                  </a:lnTo>
                  <a:lnTo>
                    <a:pt x="5424107" y="387998"/>
                  </a:lnTo>
                  <a:lnTo>
                    <a:pt x="5424201" y="387998"/>
                  </a:lnTo>
                  <a:lnTo>
                    <a:pt x="5424295" y="387998"/>
                  </a:lnTo>
                  <a:lnTo>
                    <a:pt x="5424766" y="387998"/>
                  </a:lnTo>
                  <a:lnTo>
                    <a:pt x="5424860" y="387998"/>
                  </a:lnTo>
                  <a:lnTo>
                    <a:pt x="5425049" y="387998"/>
                  </a:lnTo>
                  <a:lnTo>
                    <a:pt x="5425143" y="387998"/>
                  </a:lnTo>
                  <a:lnTo>
                    <a:pt x="5425237" y="387998"/>
                  </a:lnTo>
                  <a:lnTo>
                    <a:pt x="5425331" y="387998"/>
                  </a:lnTo>
                  <a:lnTo>
                    <a:pt x="5425614" y="387998"/>
                  </a:lnTo>
                  <a:lnTo>
                    <a:pt x="5425896" y="387998"/>
                  </a:lnTo>
                  <a:lnTo>
                    <a:pt x="5425990" y="387998"/>
                  </a:lnTo>
                  <a:lnTo>
                    <a:pt x="5426084" y="387998"/>
                  </a:lnTo>
                  <a:lnTo>
                    <a:pt x="5426367" y="387998"/>
                  </a:lnTo>
                  <a:lnTo>
                    <a:pt x="5426461" y="387998"/>
                  </a:lnTo>
                  <a:lnTo>
                    <a:pt x="5426555" y="387998"/>
                  </a:lnTo>
                  <a:lnTo>
                    <a:pt x="5426838" y="387998"/>
                  </a:lnTo>
                  <a:lnTo>
                    <a:pt x="5426932" y="387998"/>
                  </a:lnTo>
                  <a:lnTo>
                    <a:pt x="5427026" y="387998"/>
                  </a:lnTo>
                  <a:lnTo>
                    <a:pt x="5427120" y="387998"/>
                  </a:lnTo>
                  <a:lnTo>
                    <a:pt x="5427214" y="387998"/>
                  </a:lnTo>
                  <a:lnTo>
                    <a:pt x="5427308" y="387998"/>
                  </a:lnTo>
                  <a:lnTo>
                    <a:pt x="5442843" y="373264"/>
                  </a:lnTo>
                  <a:lnTo>
                    <a:pt x="5443032" y="373264"/>
                  </a:lnTo>
                  <a:lnTo>
                    <a:pt x="5443220" y="373264"/>
                  </a:lnTo>
                  <a:lnTo>
                    <a:pt x="5443785" y="373264"/>
                  </a:lnTo>
                  <a:lnTo>
                    <a:pt x="5443879" y="373264"/>
                  </a:lnTo>
                  <a:lnTo>
                    <a:pt x="5444067" y="373264"/>
                  </a:lnTo>
                  <a:lnTo>
                    <a:pt x="5444256" y="373264"/>
                  </a:lnTo>
                  <a:lnTo>
                    <a:pt x="5444350" y="373264"/>
                  </a:lnTo>
                  <a:lnTo>
                    <a:pt x="5444444" y="373264"/>
                  </a:lnTo>
                  <a:lnTo>
                    <a:pt x="5444726" y="373264"/>
                  </a:lnTo>
                  <a:lnTo>
                    <a:pt x="5445386" y="373264"/>
                  </a:lnTo>
                  <a:lnTo>
                    <a:pt x="5445480" y="373264"/>
                  </a:lnTo>
                  <a:lnTo>
                    <a:pt x="5445762" y="373264"/>
                  </a:lnTo>
                  <a:lnTo>
                    <a:pt x="5446045" y="373264"/>
                  </a:lnTo>
                  <a:lnTo>
                    <a:pt x="5446139" y="373264"/>
                  </a:lnTo>
                  <a:lnTo>
                    <a:pt x="5446233" y="373264"/>
                  </a:lnTo>
                  <a:lnTo>
                    <a:pt x="5446327" y="373264"/>
                  </a:lnTo>
                  <a:lnTo>
                    <a:pt x="5446421" y="373264"/>
                  </a:lnTo>
                  <a:lnTo>
                    <a:pt x="5446609" y="373264"/>
                  </a:lnTo>
                  <a:lnTo>
                    <a:pt x="5446798" y="373264"/>
                  </a:lnTo>
                  <a:lnTo>
                    <a:pt x="5446892" y="373264"/>
                  </a:lnTo>
                  <a:lnTo>
                    <a:pt x="5447363" y="373264"/>
                  </a:lnTo>
                  <a:lnTo>
                    <a:pt x="5447645" y="373264"/>
                  </a:lnTo>
                  <a:lnTo>
                    <a:pt x="5448022" y="373264"/>
                  </a:lnTo>
                  <a:lnTo>
                    <a:pt x="5448116" y="373264"/>
                  </a:lnTo>
                  <a:lnTo>
                    <a:pt x="5448210" y="373264"/>
                  </a:lnTo>
                  <a:lnTo>
                    <a:pt x="5448398" y="373264"/>
                  </a:lnTo>
                  <a:lnTo>
                    <a:pt x="5448493" y="373264"/>
                  </a:lnTo>
                  <a:lnTo>
                    <a:pt x="5448963" y="373264"/>
                  </a:lnTo>
                  <a:lnTo>
                    <a:pt x="5449246" y="373264"/>
                  </a:lnTo>
                  <a:lnTo>
                    <a:pt x="5449340" y="373264"/>
                  </a:lnTo>
                  <a:lnTo>
                    <a:pt x="5449528" y="373264"/>
                  </a:lnTo>
                  <a:lnTo>
                    <a:pt x="5449811" y="373264"/>
                  </a:lnTo>
                  <a:lnTo>
                    <a:pt x="5449905" y="373264"/>
                  </a:lnTo>
                  <a:lnTo>
                    <a:pt x="5449999" y="373264"/>
                  </a:lnTo>
                  <a:lnTo>
                    <a:pt x="5450187" y="373264"/>
                  </a:lnTo>
                  <a:lnTo>
                    <a:pt x="5450376" y="368353"/>
                  </a:lnTo>
                  <a:lnTo>
                    <a:pt x="5450470" y="368353"/>
                  </a:lnTo>
                  <a:lnTo>
                    <a:pt x="5450752" y="368353"/>
                  </a:lnTo>
                  <a:lnTo>
                    <a:pt x="5450846" y="368353"/>
                  </a:lnTo>
                  <a:lnTo>
                    <a:pt x="5450940" y="368353"/>
                  </a:lnTo>
                  <a:lnTo>
                    <a:pt x="5451035" y="368353"/>
                  </a:lnTo>
                  <a:lnTo>
                    <a:pt x="5451317" y="368353"/>
                  </a:lnTo>
                  <a:lnTo>
                    <a:pt x="5451505" y="368353"/>
                  </a:lnTo>
                  <a:lnTo>
                    <a:pt x="5451600" y="368353"/>
                  </a:lnTo>
                  <a:lnTo>
                    <a:pt x="5451694" y="368353"/>
                  </a:lnTo>
                  <a:lnTo>
                    <a:pt x="5451882" y="368353"/>
                  </a:lnTo>
                  <a:lnTo>
                    <a:pt x="5452259" y="368353"/>
                  </a:lnTo>
                  <a:lnTo>
                    <a:pt x="5452541" y="368353"/>
                  </a:lnTo>
                  <a:lnTo>
                    <a:pt x="5452635" y="368353"/>
                  </a:lnTo>
                  <a:lnTo>
                    <a:pt x="5452729" y="368353"/>
                  </a:lnTo>
                  <a:lnTo>
                    <a:pt x="5453106" y="363441"/>
                  </a:lnTo>
                  <a:lnTo>
                    <a:pt x="5453294" y="363441"/>
                  </a:lnTo>
                  <a:lnTo>
                    <a:pt x="5453483" y="363441"/>
                  </a:lnTo>
                  <a:lnTo>
                    <a:pt x="5453577" y="363441"/>
                  </a:lnTo>
                  <a:lnTo>
                    <a:pt x="5453671" y="363441"/>
                  </a:lnTo>
                  <a:lnTo>
                    <a:pt x="5453765" y="363441"/>
                  </a:lnTo>
                  <a:lnTo>
                    <a:pt x="5453859" y="363441"/>
                  </a:lnTo>
                  <a:lnTo>
                    <a:pt x="5454142" y="363441"/>
                  </a:lnTo>
                  <a:lnTo>
                    <a:pt x="5454330" y="363441"/>
                  </a:lnTo>
                  <a:lnTo>
                    <a:pt x="5454801" y="363441"/>
                  </a:lnTo>
                  <a:lnTo>
                    <a:pt x="5454895" y="363441"/>
                  </a:lnTo>
                  <a:lnTo>
                    <a:pt x="5455083" y="363441"/>
                  </a:lnTo>
                  <a:lnTo>
                    <a:pt x="5455177" y="363441"/>
                  </a:lnTo>
                  <a:lnTo>
                    <a:pt x="5455460" y="358530"/>
                  </a:lnTo>
                  <a:lnTo>
                    <a:pt x="5455554" y="358530"/>
                  </a:lnTo>
                  <a:lnTo>
                    <a:pt x="5455836" y="358530"/>
                  </a:lnTo>
                  <a:lnTo>
                    <a:pt x="5455931" y="358530"/>
                  </a:lnTo>
                  <a:lnTo>
                    <a:pt x="5456213" y="358530"/>
                  </a:lnTo>
                  <a:lnTo>
                    <a:pt x="5456307" y="358530"/>
                  </a:lnTo>
                  <a:lnTo>
                    <a:pt x="5456401" y="358530"/>
                  </a:lnTo>
                  <a:lnTo>
                    <a:pt x="5456495" y="358530"/>
                  </a:lnTo>
                  <a:lnTo>
                    <a:pt x="5456872" y="358530"/>
                  </a:lnTo>
                  <a:lnTo>
                    <a:pt x="5456966" y="358530"/>
                  </a:lnTo>
                  <a:lnTo>
                    <a:pt x="5457060" y="358530"/>
                  </a:lnTo>
                  <a:lnTo>
                    <a:pt x="5457343" y="358530"/>
                  </a:lnTo>
                  <a:lnTo>
                    <a:pt x="5457437" y="358530"/>
                  </a:lnTo>
                  <a:lnTo>
                    <a:pt x="5457625" y="358530"/>
                  </a:lnTo>
                  <a:lnTo>
                    <a:pt x="5457719" y="358530"/>
                  </a:lnTo>
                  <a:lnTo>
                    <a:pt x="5457908" y="358530"/>
                  </a:lnTo>
                  <a:lnTo>
                    <a:pt x="5458002" y="358530"/>
                  </a:lnTo>
                  <a:lnTo>
                    <a:pt x="5458096" y="358530"/>
                  </a:lnTo>
                  <a:lnTo>
                    <a:pt x="5458190" y="358530"/>
                  </a:lnTo>
                  <a:lnTo>
                    <a:pt x="5458379" y="358530"/>
                  </a:lnTo>
                  <a:lnTo>
                    <a:pt x="5458473" y="358530"/>
                  </a:lnTo>
                  <a:lnTo>
                    <a:pt x="5458661" y="358530"/>
                  </a:lnTo>
                  <a:lnTo>
                    <a:pt x="5458849" y="358530"/>
                  </a:lnTo>
                  <a:lnTo>
                    <a:pt x="5459038" y="358530"/>
                  </a:lnTo>
                  <a:lnTo>
                    <a:pt x="5459226" y="358530"/>
                  </a:lnTo>
                  <a:lnTo>
                    <a:pt x="5459320" y="358530"/>
                  </a:lnTo>
                  <a:lnTo>
                    <a:pt x="5459414" y="358530"/>
                  </a:lnTo>
                  <a:lnTo>
                    <a:pt x="5459791" y="358530"/>
                  </a:lnTo>
                  <a:lnTo>
                    <a:pt x="5459885" y="358530"/>
                  </a:lnTo>
                  <a:lnTo>
                    <a:pt x="5460167" y="358530"/>
                  </a:lnTo>
                  <a:lnTo>
                    <a:pt x="5460356" y="358530"/>
                  </a:lnTo>
                  <a:lnTo>
                    <a:pt x="5460638" y="358530"/>
                  </a:lnTo>
                  <a:lnTo>
                    <a:pt x="5460732" y="358530"/>
                  </a:lnTo>
                  <a:lnTo>
                    <a:pt x="5460921" y="358530"/>
                  </a:lnTo>
                  <a:lnTo>
                    <a:pt x="5461391" y="358530"/>
                  </a:lnTo>
                  <a:lnTo>
                    <a:pt x="5461674" y="358530"/>
                  </a:lnTo>
                  <a:lnTo>
                    <a:pt x="5461768" y="358530"/>
                  </a:lnTo>
                  <a:lnTo>
                    <a:pt x="5462050" y="358530"/>
                  </a:lnTo>
                  <a:lnTo>
                    <a:pt x="5462239" y="358530"/>
                  </a:lnTo>
                  <a:lnTo>
                    <a:pt x="5462333" y="358530"/>
                  </a:lnTo>
                  <a:lnTo>
                    <a:pt x="5462521" y="358530"/>
                  </a:lnTo>
                  <a:lnTo>
                    <a:pt x="5462615" y="358530"/>
                  </a:lnTo>
                  <a:lnTo>
                    <a:pt x="5463180" y="358530"/>
                  </a:lnTo>
                  <a:lnTo>
                    <a:pt x="5464216" y="358530"/>
                  </a:lnTo>
                  <a:lnTo>
                    <a:pt x="5464593" y="358530"/>
                  </a:lnTo>
                  <a:lnTo>
                    <a:pt x="5465063" y="358530"/>
                  </a:lnTo>
                  <a:lnTo>
                    <a:pt x="5465346" y="358530"/>
                  </a:lnTo>
                  <a:lnTo>
                    <a:pt x="5465628" y="358530"/>
                  </a:lnTo>
                  <a:lnTo>
                    <a:pt x="5465817" y="358530"/>
                  </a:lnTo>
                  <a:lnTo>
                    <a:pt x="5466570" y="358530"/>
                  </a:lnTo>
                  <a:lnTo>
                    <a:pt x="5467041" y="358530"/>
                  </a:lnTo>
                  <a:lnTo>
                    <a:pt x="5467135" y="358530"/>
                  </a:lnTo>
                  <a:lnTo>
                    <a:pt x="5467323" y="358530"/>
                  </a:lnTo>
                  <a:lnTo>
                    <a:pt x="5467417" y="358530"/>
                  </a:lnTo>
                  <a:lnTo>
                    <a:pt x="5467700" y="358530"/>
                  </a:lnTo>
                  <a:lnTo>
                    <a:pt x="5468170" y="358530"/>
                  </a:lnTo>
                  <a:lnTo>
                    <a:pt x="5468264" y="358530"/>
                  </a:lnTo>
                  <a:lnTo>
                    <a:pt x="5468359" y="358530"/>
                  </a:lnTo>
                  <a:lnTo>
                    <a:pt x="5468453" y="358530"/>
                  </a:lnTo>
                  <a:lnTo>
                    <a:pt x="5468829" y="358530"/>
                  </a:lnTo>
                  <a:lnTo>
                    <a:pt x="5469018" y="358530"/>
                  </a:lnTo>
                  <a:lnTo>
                    <a:pt x="5469865" y="358530"/>
                  </a:lnTo>
                  <a:lnTo>
                    <a:pt x="5469959" y="358530"/>
                  </a:lnTo>
                  <a:lnTo>
                    <a:pt x="5470336" y="353618"/>
                  </a:lnTo>
                  <a:lnTo>
                    <a:pt x="5470430" y="353618"/>
                  </a:lnTo>
                  <a:lnTo>
                    <a:pt x="5471089" y="353618"/>
                  </a:lnTo>
                  <a:lnTo>
                    <a:pt x="5471277" y="353618"/>
                  </a:lnTo>
                  <a:lnTo>
                    <a:pt x="5471466" y="353618"/>
                  </a:lnTo>
                  <a:lnTo>
                    <a:pt x="5472031" y="353618"/>
                  </a:lnTo>
                  <a:lnTo>
                    <a:pt x="5472125" y="348707"/>
                  </a:lnTo>
                  <a:lnTo>
                    <a:pt x="5472219" y="348707"/>
                  </a:lnTo>
                  <a:lnTo>
                    <a:pt x="5472313" y="348707"/>
                  </a:lnTo>
                  <a:lnTo>
                    <a:pt x="5472878" y="348707"/>
                  </a:lnTo>
                  <a:lnTo>
                    <a:pt x="5472972" y="348707"/>
                  </a:lnTo>
                  <a:lnTo>
                    <a:pt x="5473066" y="348707"/>
                  </a:lnTo>
                  <a:lnTo>
                    <a:pt x="5473631" y="348707"/>
                  </a:lnTo>
                  <a:lnTo>
                    <a:pt x="5473725" y="348707"/>
                  </a:lnTo>
                  <a:lnTo>
                    <a:pt x="5474102" y="348707"/>
                  </a:lnTo>
                  <a:lnTo>
                    <a:pt x="5474290" y="348707"/>
                  </a:lnTo>
                  <a:lnTo>
                    <a:pt x="5474761" y="348707"/>
                  </a:lnTo>
                  <a:lnTo>
                    <a:pt x="5475043" y="348707"/>
                  </a:lnTo>
                  <a:lnTo>
                    <a:pt x="5475232" y="348707"/>
                  </a:lnTo>
                  <a:lnTo>
                    <a:pt x="5475420" y="348707"/>
                  </a:lnTo>
                  <a:lnTo>
                    <a:pt x="5475985" y="348707"/>
                  </a:lnTo>
                  <a:lnTo>
                    <a:pt x="5476079" y="348707"/>
                  </a:lnTo>
                  <a:lnTo>
                    <a:pt x="5476173" y="348707"/>
                  </a:lnTo>
                  <a:lnTo>
                    <a:pt x="5476267" y="348707"/>
                  </a:lnTo>
                  <a:lnTo>
                    <a:pt x="5476362" y="348707"/>
                  </a:lnTo>
                  <a:lnTo>
                    <a:pt x="5476456" y="348707"/>
                  </a:lnTo>
                  <a:lnTo>
                    <a:pt x="5476644" y="348707"/>
                  </a:lnTo>
                  <a:lnTo>
                    <a:pt x="5476738" y="348707"/>
                  </a:lnTo>
                  <a:lnTo>
                    <a:pt x="5476832" y="348707"/>
                  </a:lnTo>
                  <a:lnTo>
                    <a:pt x="5476926" y="348707"/>
                  </a:lnTo>
                  <a:lnTo>
                    <a:pt x="5477021" y="348707"/>
                  </a:lnTo>
                  <a:lnTo>
                    <a:pt x="5477115" y="348707"/>
                  </a:lnTo>
                  <a:lnTo>
                    <a:pt x="5477209" y="348707"/>
                  </a:lnTo>
                  <a:lnTo>
                    <a:pt x="5477303" y="348707"/>
                  </a:lnTo>
                  <a:lnTo>
                    <a:pt x="5477397" y="348707"/>
                  </a:lnTo>
                  <a:lnTo>
                    <a:pt x="5477586" y="348707"/>
                  </a:lnTo>
                  <a:lnTo>
                    <a:pt x="5477680" y="348707"/>
                  </a:lnTo>
                  <a:lnTo>
                    <a:pt x="5477774" y="348707"/>
                  </a:lnTo>
                  <a:lnTo>
                    <a:pt x="5477868" y="348707"/>
                  </a:lnTo>
                  <a:lnTo>
                    <a:pt x="5477962" y="348707"/>
                  </a:lnTo>
                  <a:lnTo>
                    <a:pt x="5478056" y="348707"/>
                  </a:lnTo>
                  <a:lnTo>
                    <a:pt x="5478150" y="348707"/>
                  </a:lnTo>
                  <a:lnTo>
                    <a:pt x="5478339" y="348707"/>
                  </a:lnTo>
                  <a:lnTo>
                    <a:pt x="5478433" y="348707"/>
                  </a:lnTo>
                  <a:lnTo>
                    <a:pt x="5478527" y="343796"/>
                  </a:lnTo>
                  <a:lnTo>
                    <a:pt x="5478621" y="343796"/>
                  </a:lnTo>
                  <a:lnTo>
                    <a:pt x="5478810" y="343796"/>
                  </a:lnTo>
                  <a:lnTo>
                    <a:pt x="5478904" y="343796"/>
                  </a:lnTo>
                  <a:lnTo>
                    <a:pt x="5479186" y="343796"/>
                  </a:lnTo>
                  <a:lnTo>
                    <a:pt x="5479280" y="343796"/>
                  </a:lnTo>
                  <a:lnTo>
                    <a:pt x="5479469" y="343796"/>
                  </a:lnTo>
                  <a:lnTo>
                    <a:pt x="5479563" y="343796"/>
                  </a:lnTo>
                  <a:lnTo>
                    <a:pt x="5479657" y="343796"/>
                  </a:lnTo>
                  <a:lnTo>
                    <a:pt x="5479939" y="343796"/>
                  </a:lnTo>
                  <a:lnTo>
                    <a:pt x="5480316" y="343796"/>
                  </a:lnTo>
                  <a:lnTo>
                    <a:pt x="5480598" y="343796"/>
                  </a:lnTo>
                  <a:lnTo>
                    <a:pt x="5480787" y="343796"/>
                  </a:lnTo>
                  <a:lnTo>
                    <a:pt x="5480975" y="343796"/>
                  </a:lnTo>
                  <a:lnTo>
                    <a:pt x="5481257" y="343796"/>
                  </a:lnTo>
                  <a:lnTo>
                    <a:pt x="5481352" y="343796"/>
                  </a:lnTo>
                  <a:lnTo>
                    <a:pt x="5481446" y="343796"/>
                  </a:lnTo>
                  <a:lnTo>
                    <a:pt x="5481540" y="343796"/>
                  </a:lnTo>
                  <a:lnTo>
                    <a:pt x="5481634" y="343796"/>
                  </a:lnTo>
                  <a:lnTo>
                    <a:pt x="5481728" y="343796"/>
                  </a:lnTo>
                  <a:lnTo>
                    <a:pt x="5481822" y="343796"/>
                  </a:lnTo>
                  <a:lnTo>
                    <a:pt x="5481917" y="343796"/>
                  </a:lnTo>
                  <a:lnTo>
                    <a:pt x="5482011" y="343796"/>
                  </a:lnTo>
                  <a:lnTo>
                    <a:pt x="5482576" y="343796"/>
                  </a:lnTo>
                  <a:lnTo>
                    <a:pt x="5482670" y="343796"/>
                  </a:lnTo>
                  <a:lnTo>
                    <a:pt x="5483235" y="343796"/>
                  </a:lnTo>
                  <a:lnTo>
                    <a:pt x="5483517" y="343796"/>
                  </a:lnTo>
                  <a:lnTo>
                    <a:pt x="5483705" y="343796"/>
                  </a:lnTo>
                  <a:lnTo>
                    <a:pt x="5483800" y="343796"/>
                  </a:lnTo>
                  <a:lnTo>
                    <a:pt x="5483894" y="343796"/>
                  </a:lnTo>
                  <a:lnTo>
                    <a:pt x="5483988" y="343796"/>
                  </a:lnTo>
                  <a:lnTo>
                    <a:pt x="5484176" y="343796"/>
                  </a:lnTo>
                  <a:lnTo>
                    <a:pt x="5484459" y="343796"/>
                  </a:lnTo>
                  <a:lnTo>
                    <a:pt x="5484553" y="343796"/>
                  </a:lnTo>
                  <a:lnTo>
                    <a:pt x="5485118" y="343796"/>
                  </a:lnTo>
                  <a:lnTo>
                    <a:pt x="5485777" y="343796"/>
                  </a:lnTo>
                  <a:lnTo>
                    <a:pt x="5486248" y="343796"/>
                  </a:lnTo>
                  <a:lnTo>
                    <a:pt x="5486718" y="338884"/>
                  </a:lnTo>
                  <a:lnTo>
                    <a:pt x="5487001" y="338884"/>
                  </a:lnTo>
                  <a:lnTo>
                    <a:pt x="5487095" y="338884"/>
                  </a:lnTo>
                  <a:lnTo>
                    <a:pt x="5487283" y="338884"/>
                  </a:lnTo>
                  <a:lnTo>
                    <a:pt x="5487377" y="338884"/>
                  </a:lnTo>
                  <a:lnTo>
                    <a:pt x="5487848" y="338884"/>
                  </a:lnTo>
                  <a:lnTo>
                    <a:pt x="5488225" y="338884"/>
                  </a:lnTo>
                  <a:lnTo>
                    <a:pt x="5488601" y="338884"/>
                  </a:lnTo>
                  <a:lnTo>
                    <a:pt x="5488790" y="338884"/>
                  </a:lnTo>
                  <a:lnTo>
                    <a:pt x="5489166" y="338884"/>
                  </a:lnTo>
                  <a:lnTo>
                    <a:pt x="5489355" y="338884"/>
                  </a:lnTo>
                  <a:lnTo>
                    <a:pt x="5489543" y="338884"/>
                  </a:lnTo>
                  <a:lnTo>
                    <a:pt x="5489731" y="338884"/>
                  </a:lnTo>
                  <a:lnTo>
                    <a:pt x="5490202" y="338884"/>
                  </a:lnTo>
                  <a:lnTo>
                    <a:pt x="5490296" y="338884"/>
                  </a:lnTo>
                  <a:lnTo>
                    <a:pt x="5490390" y="338884"/>
                  </a:lnTo>
                  <a:lnTo>
                    <a:pt x="5490673" y="338884"/>
                  </a:lnTo>
                  <a:lnTo>
                    <a:pt x="5490767" y="338884"/>
                  </a:lnTo>
                  <a:lnTo>
                    <a:pt x="5490955" y="338884"/>
                  </a:lnTo>
                  <a:lnTo>
                    <a:pt x="5491238" y="338884"/>
                  </a:lnTo>
                  <a:lnTo>
                    <a:pt x="5491426" y="338884"/>
                  </a:lnTo>
                  <a:lnTo>
                    <a:pt x="5491708" y="338884"/>
                  </a:lnTo>
                  <a:lnTo>
                    <a:pt x="5491897" y="338884"/>
                  </a:lnTo>
                  <a:lnTo>
                    <a:pt x="5491991" y="338884"/>
                  </a:lnTo>
                  <a:lnTo>
                    <a:pt x="5492273" y="338884"/>
                  </a:lnTo>
                  <a:lnTo>
                    <a:pt x="5492367" y="338884"/>
                  </a:lnTo>
                  <a:lnTo>
                    <a:pt x="5492650" y="338884"/>
                  </a:lnTo>
                  <a:lnTo>
                    <a:pt x="5492744" y="338884"/>
                  </a:lnTo>
                  <a:lnTo>
                    <a:pt x="5492838" y="338884"/>
                  </a:lnTo>
                  <a:lnTo>
                    <a:pt x="5493215" y="338884"/>
                  </a:lnTo>
                  <a:lnTo>
                    <a:pt x="5493309" y="338884"/>
                  </a:lnTo>
                  <a:lnTo>
                    <a:pt x="5493591" y="338884"/>
                  </a:lnTo>
                  <a:lnTo>
                    <a:pt x="5493968" y="338884"/>
                  </a:lnTo>
                  <a:lnTo>
                    <a:pt x="5494062" y="338884"/>
                  </a:lnTo>
                  <a:lnTo>
                    <a:pt x="5494156" y="338884"/>
                  </a:lnTo>
                  <a:lnTo>
                    <a:pt x="5494345" y="338884"/>
                  </a:lnTo>
                  <a:lnTo>
                    <a:pt x="5494439" y="338884"/>
                  </a:lnTo>
                  <a:lnTo>
                    <a:pt x="5494533" y="338884"/>
                  </a:lnTo>
                  <a:lnTo>
                    <a:pt x="5494627" y="338884"/>
                  </a:lnTo>
                  <a:lnTo>
                    <a:pt x="5494721" y="338884"/>
                  </a:lnTo>
                  <a:lnTo>
                    <a:pt x="5494910" y="338884"/>
                  </a:lnTo>
                  <a:lnTo>
                    <a:pt x="5495474" y="338884"/>
                  </a:lnTo>
                  <a:lnTo>
                    <a:pt x="5495851" y="338884"/>
                  </a:lnTo>
                  <a:lnTo>
                    <a:pt x="5495945" y="338884"/>
                  </a:lnTo>
                  <a:lnTo>
                    <a:pt x="5496039" y="338884"/>
                  </a:lnTo>
                  <a:lnTo>
                    <a:pt x="5496134" y="338884"/>
                  </a:lnTo>
                  <a:lnTo>
                    <a:pt x="5496322" y="338884"/>
                  </a:lnTo>
                  <a:lnTo>
                    <a:pt x="5496510" y="338884"/>
                  </a:lnTo>
                  <a:lnTo>
                    <a:pt x="5496793" y="338884"/>
                  </a:lnTo>
                  <a:lnTo>
                    <a:pt x="5497358" y="338884"/>
                  </a:lnTo>
                  <a:lnTo>
                    <a:pt x="5497452" y="338884"/>
                  </a:lnTo>
                  <a:lnTo>
                    <a:pt x="5497546" y="338884"/>
                  </a:lnTo>
                  <a:lnTo>
                    <a:pt x="5497640" y="338884"/>
                  </a:lnTo>
                  <a:lnTo>
                    <a:pt x="5498017" y="338884"/>
                  </a:lnTo>
                  <a:lnTo>
                    <a:pt x="5498111" y="338884"/>
                  </a:lnTo>
                  <a:lnTo>
                    <a:pt x="5498205" y="338884"/>
                  </a:lnTo>
                  <a:lnTo>
                    <a:pt x="5498581" y="338884"/>
                  </a:lnTo>
                  <a:lnTo>
                    <a:pt x="5498676" y="338884"/>
                  </a:lnTo>
                  <a:lnTo>
                    <a:pt x="5498864" y="338884"/>
                  </a:lnTo>
                  <a:lnTo>
                    <a:pt x="5499052" y="338884"/>
                  </a:lnTo>
                  <a:lnTo>
                    <a:pt x="5499335" y="338884"/>
                  </a:lnTo>
                  <a:lnTo>
                    <a:pt x="5499429" y="338884"/>
                  </a:lnTo>
                  <a:lnTo>
                    <a:pt x="5499523" y="338884"/>
                  </a:lnTo>
                  <a:lnTo>
                    <a:pt x="5499711" y="338884"/>
                  </a:lnTo>
                  <a:lnTo>
                    <a:pt x="5499900" y="338884"/>
                  </a:lnTo>
                  <a:lnTo>
                    <a:pt x="5500182" y="338884"/>
                  </a:lnTo>
                  <a:lnTo>
                    <a:pt x="5500653" y="338884"/>
                  </a:lnTo>
                  <a:lnTo>
                    <a:pt x="5500747" y="338884"/>
                  </a:lnTo>
                  <a:lnTo>
                    <a:pt x="5500841" y="338884"/>
                  </a:lnTo>
                  <a:lnTo>
                    <a:pt x="5501783" y="338884"/>
                  </a:lnTo>
                  <a:lnTo>
                    <a:pt x="5502065" y="338884"/>
                  </a:lnTo>
                  <a:lnTo>
                    <a:pt x="5502630" y="338884"/>
                  </a:lnTo>
                  <a:lnTo>
                    <a:pt x="5502818" y="338884"/>
                  </a:lnTo>
                  <a:lnTo>
                    <a:pt x="5503007" y="338884"/>
                  </a:lnTo>
                  <a:lnTo>
                    <a:pt x="5503289" y="338884"/>
                  </a:lnTo>
                  <a:lnTo>
                    <a:pt x="5503477" y="338884"/>
                  </a:lnTo>
                  <a:lnTo>
                    <a:pt x="5503854" y="338884"/>
                  </a:lnTo>
                  <a:lnTo>
                    <a:pt x="5503948" y="338884"/>
                  </a:lnTo>
                  <a:lnTo>
                    <a:pt x="5504042" y="338884"/>
                  </a:lnTo>
                  <a:lnTo>
                    <a:pt x="5504136" y="338884"/>
                  </a:lnTo>
                  <a:lnTo>
                    <a:pt x="5504231" y="338884"/>
                  </a:lnTo>
                  <a:lnTo>
                    <a:pt x="5504607" y="333973"/>
                  </a:lnTo>
                  <a:lnTo>
                    <a:pt x="5504984" y="333973"/>
                  </a:lnTo>
                  <a:lnTo>
                    <a:pt x="5505078" y="333973"/>
                  </a:lnTo>
                  <a:lnTo>
                    <a:pt x="5505643" y="329062"/>
                  </a:lnTo>
                  <a:lnTo>
                    <a:pt x="5505925" y="329062"/>
                  </a:lnTo>
                  <a:lnTo>
                    <a:pt x="5506020" y="329062"/>
                  </a:lnTo>
                  <a:lnTo>
                    <a:pt x="5506208" y="329062"/>
                  </a:lnTo>
                  <a:lnTo>
                    <a:pt x="5506396" y="329062"/>
                  </a:lnTo>
                  <a:lnTo>
                    <a:pt x="5506584" y="329062"/>
                  </a:lnTo>
                  <a:lnTo>
                    <a:pt x="5507243" y="329062"/>
                  </a:lnTo>
                  <a:lnTo>
                    <a:pt x="5507338" y="329062"/>
                  </a:lnTo>
                  <a:lnTo>
                    <a:pt x="5507432" y="329062"/>
                  </a:lnTo>
                  <a:lnTo>
                    <a:pt x="5507714" y="329062"/>
                  </a:lnTo>
                  <a:lnTo>
                    <a:pt x="5508185" y="329062"/>
                  </a:lnTo>
                  <a:lnTo>
                    <a:pt x="5508373" y="329062"/>
                  </a:lnTo>
                  <a:lnTo>
                    <a:pt x="5508467" y="329062"/>
                  </a:lnTo>
                  <a:lnTo>
                    <a:pt x="5508750" y="329062"/>
                  </a:lnTo>
                  <a:lnTo>
                    <a:pt x="5509032" y="329062"/>
                  </a:lnTo>
                  <a:lnTo>
                    <a:pt x="5509127" y="329062"/>
                  </a:lnTo>
                  <a:lnTo>
                    <a:pt x="5509409" y="329062"/>
                  </a:lnTo>
                  <a:lnTo>
                    <a:pt x="5509880" y="329062"/>
                  </a:lnTo>
                  <a:lnTo>
                    <a:pt x="5509974" y="329062"/>
                  </a:lnTo>
                  <a:lnTo>
                    <a:pt x="5510727" y="329062"/>
                  </a:lnTo>
                  <a:lnTo>
                    <a:pt x="5510915" y="329062"/>
                  </a:lnTo>
                  <a:lnTo>
                    <a:pt x="5511763" y="329062"/>
                  </a:lnTo>
                  <a:lnTo>
                    <a:pt x="5511857" y="329062"/>
                  </a:lnTo>
                  <a:lnTo>
                    <a:pt x="5512045" y="329062"/>
                  </a:lnTo>
                  <a:lnTo>
                    <a:pt x="5512234" y="329062"/>
                  </a:lnTo>
                  <a:lnTo>
                    <a:pt x="5512422" y="329062"/>
                  </a:lnTo>
                  <a:lnTo>
                    <a:pt x="5512704" y="329062"/>
                  </a:lnTo>
                  <a:lnTo>
                    <a:pt x="5512798" y="329062"/>
                  </a:lnTo>
                  <a:lnTo>
                    <a:pt x="5512987" y="329062"/>
                  </a:lnTo>
                  <a:lnTo>
                    <a:pt x="5513269" y="329062"/>
                  </a:lnTo>
                  <a:lnTo>
                    <a:pt x="5513646" y="329062"/>
                  </a:lnTo>
                  <a:lnTo>
                    <a:pt x="5513740" y="329062"/>
                  </a:lnTo>
                  <a:lnTo>
                    <a:pt x="5514022" y="329062"/>
                  </a:lnTo>
                  <a:lnTo>
                    <a:pt x="5514305" y="329062"/>
                  </a:lnTo>
                  <a:lnTo>
                    <a:pt x="5514493" y="329062"/>
                  </a:lnTo>
                  <a:lnTo>
                    <a:pt x="5514870" y="329062"/>
                  </a:lnTo>
                  <a:lnTo>
                    <a:pt x="5515058" y="329062"/>
                  </a:lnTo>
                  <a:lnTo>
                    <a:pt x="5515246" y="329062"/>
                  </a:lnTo>
                  <a:lnTo>
                    <a:pt x="5515717" y="329062"/>
                  </a:lnTo>
                  <a:lnTo>
                    <a:pt x="5515905" y="329062"/>
                  </a:lnTo>
                  <a:lnTo>
                    <a:pt x="5516470" y="329062"/>
                  </a:lnTo>
                  <a:lnTo>
                    <a:pt x="5517129" y="329062"/>
                  </a:lnTo>
                  <a:lnTo>
                    <a:pt x="5517318" y="329062"/>
                  </a:lnTo>
                  <a:lnTo>
                    <a:pt x="5517789" y="329062"/>
                  </a:lnTo>
                  <a:lnTo>
                    <a:pt x="5517883" y="329062"/>
                  </a:lnTo>
                  <a:lnTo>
                    <a:pt x="5518071" y="329062"/>
                  </a:lnTo>
                  <a:lnTo>
                    <a:pt x="5518165" y="329062"/>
                  </a:lnTo>
                  <a:lnTo>
                    <a:pt x="5518448" y="329062"/>
                  </a:lnTo>
                  <a:lnTo>
                    <a:pt x="5518824" y="329062"/>
                  </a:lnTo>
                  <a:lnTo>
                    <a:pt x="5519389" y="329062"/>
                  </a:lnTo>
                  <a:lnTo>
                    <a:pt x="5519483" y="329062"/>
                  </a:lnTo>
                  <a:lnTo>
                    <a:pt x="5519577" y="324150"/>
                  </a:lnTo>
                  <a:lnTo>
                    <a:pt x="5519860" y="324150"/>
                  </a:lnTo>
                  <a:lnTo>
                    <a:pt x="5520142" y="324150"/>
                  </a:lnTo>
                  <a:lnTo>
                    <a:pt x="5520236" y="324150"/>
                  </a:lnTo>
                  <a:lnTo>
                    <a:pt x="5520331" y="324150"/>
                  </a:lnTo>
                  <a:lnTo>
                    <a:pt x="5520519" y="324150"/>
                  </a:lnTo>
                  <a:lnTo>
                    <a:pt x="5520613" y="324150"/>
                  </a:lnTo>
                  <a:lnTo>
                    <a:pt x="5520990" y="324150"/>
                  </a:lnTo>
                  <a:lnTo>
                    <a:pt x="5521555" y="324150"/>
                  </a:lnTo>
                  <a:lnTo>
                    <a:pt x="5521649" y="324150"/>
                  </a:lnTo>
                  <a:lnTo>
                    <a:pt x="5521743" y="324150"/>
                  </a:lnTo>
                  <a:lnTo>
                    <a:pt x="5521931" y="324150"/>
                  </a:lnTo>
                  <a:lnTo>
                    <a:pt x="5522025" y="324150"/>
                  </a:lnTo>
                  <a:lnTo>
                    <a:pt x="5522120" y="324150"/>
                  </a:lnTo>
                  <a:lnTo>
                    <a:pt x="5522402" y="324150"/>
                  </a:lnTo>
                  <a:lnTo>
                    <a:pt x="5522684" y="324150"/>
                  </a:lnTo>
                  <a:lnTo>
                    <a:pt x="5523438" y="324150"/>
                  </a:lnTo>
                  <a:lnTo>
                    <a:pt x="5524003" y="324150"/>
                  </a:lnTo>
                  <a:lnTo>
                    <a:pt x="5524097" y="324150"/>
                  </a:lnTo>
                  <a:lnTo>
                    <a:pt x="5524473" y="324150"/>
                  </a:lnTo>
                  <a:lnTo>
                    <a:pt x="5524944" y="324150"/>
                  </a:lnTo>
                  <a:lnTo>
                    <a:pt x="5525038" y="324150"/>
                  </a:lnTo>
                  <a:lnTo>
                    <a:pt x="5525321" y="324150"/>
                  </a:lnTo>
                  <a:lnTo>
                    <a:pt x="5525603" y="324150"/>
                  </a:lnTo>
                  <a:lnTo>
                    <a:pt x="5525791" y="324150"/>
                  </a:lnTo>
                  <a:lnTo>
                    <a:pt x="5525886" y="324150"/>
                  </a:lnTo>
                  <a:lnTo>
                    <a:pt x="5526074" y="324150"/>
                  </a:lnTo>
                  <a:lnTo>
                    <a:pt x="5526168" y="324150"/>
                  </a:lnTo>
                  <a:lnTo>
                    <a:pt x="5526262" y="324150"/>
                  </a:lnTo>
                  <a:lnTo>
                    <a:pt x="5526639" y="324150"/>
                  </a:lnTo>
                  <a:lnTo>
                    <a:pt x="5526733" y="324150"/>
                  </a:lnTo>
                  <a:lnTo>
                    <a:pt x="5526921" y="324150"/>
                  </a:lnTo>
                  <a:lnTo>
                    <a:pt x="5527015" y="324150"/>
                  </a:lnTo>
                  <a:lnTo>
                    <a:pt x="5527392" y="324150"/>
                  </a:lnTo>
                  <a:lnTo>
                    <a:pt x="5528145" y="319239"/>
                  </a:lnTo>
                  <a:lnTo>
                    <a:pt x="5528239" y="319239"/>
                  </a:lnTo>
                  <a:lnTo>
                    <a:pt x="5528616" y="319239"/>
                  </a:lnTo>
                  <a:lnTo>
                    <a:pt x="5528993" y="319239"/>
                  </a:lnTo>
                  <a:lnTo>
                    <a:pt x="5529369" y="319239"/>
                  </a:lnTo>
                  <a:lnTo>
                    <a:pt x="5529652" y="319239"/>
                  </a:lnTo>
                  <a:lnTo>
                    <a:pt x="5529934" y="319239"/>
                  </a:lnTo>
                  <a:lnTo>
                    <a:pt x="5530028" y="319239"/>
                  </a:lnTo>
                  <a:lnTo>
                    <a:pt x="5530217" y="319239"/>
                  </a:lnTo>
                  <a:lnTo>
                    <a:pt x="5530311" y="319239"/>
                  </a:lnTo>
                  <a:lnTo>
                    <a:pt x="5530405" y="319239"/>
                  </a:lnTo>
                  <a:lnTo>
                    <a:pt x="5530593" y="319239"/>
                  </a:lnTo>
                  <a:lnTo>
                    <a:pt x="5530782" y="319239"/>
                  </a:lnTo>
                  <a:lnTo>
                    <a:pt x="5531441" y="319239"/>
                  </a:lnTo>
                  <a:lnTo>
                    <a:pt x="5531535" y="319239"/>
                  </a:lnTo>
                  <a:lnTo>
                    <a:pt x="5531817" y="319239"/>
                  </a:lnTo>
                  <a:lnTo>
                    <a:pt x="5532288" y="319239"/>
                  </a:lnTo>
                  <a:lnTo>
                    <a:pt x="5532382" y="319239"/>
                  </a:lnTo>
                  <a:lnTo>
                    <a:pt x="5532759" y="319239"/>
                  </a:lnTo>
                  <a:lnTo>
                    <a:pt x="5533135" y="319239"/>
                  </a:lnTo>
                  <a:lnTo>
                    <a:pt x="5533324" y="319239"/>
                  </a:lnTo>
                  <a:lnTo>
                    <a:pt x="5533889" y="319239"/>
                  </a:lnTo>
                  <a:lnTo>
                    <a:pt x="5533983" y="319239"/>
                  </a:lnTo>
                  <a:lnTo>
                    <a:pt x="5534077" y="319239"/>
                  </a:lnTo>
                  <a:lnTo>
                    <a:pt x="5534265" y="319239"/>
                  </a:lnTo>
                  <a:lnTo>
                    <a:pt x="5534359" y="319239"/>
                  </a:lnTo>
                  <a:lnTo>
                    <a:pt x="5534453" y="319239"/>
                  </a:lnTo>
                  <a:lnTo>
                    <a:pt x="5534642" y="319239"/>
                  </a:lnTo>
                  <a:lnTo>
                    <a:pt x="5534830" y="319239"/>
                  </a:lnTo>
                  <a:lnTo>
                    <a:pt x="5535018" y="319239"/>
                  </a:lnTo>
                  <a:lnTo>
                    <a:pt x="5535207" y="319239"/>
                  </a:lnTo>
                  <a:lnTo>
                    <a:pt x="5535395" y="319239"/>
                  </a:lnTo>
                  <a:lnTo>
                    <a:pt x="5535489" y="319239"/>
                  </a:lnTo>
                  <a:lnTo>
                    <a:pt x="5535677" y="319239"/>
                  </a:lnTo>
                  <a:lnTo>
                    <a:pt x="5535772" y="319239"/>
                  </a:lnTo>
                  <a:lnTo>
                    <a:pt x="5535866" y="319239"/>
                  </a:lnTo>
                  <a:lnTo>
                    <a:pt x="5536431" y="314327"/>
                  </a:lnTo>
                  <a:lnTo>
                    <a:pt x="5536713" y="314327"/>
                  </a:lnTo>
                  <a:lnTo>
                    <a:pt x="5537184" y="314327"/>
                  </a:lnTo>
                  <a:lnTo>
                    <a:pt x="5537560" y="314327"/>
                  </a:lnTo>
                  <a:lnTo>
                    <a:pt x="5537655" y="314327"/>
                  </a:lnTo>
                  <a:lnTo>
                    <a:pt x="5537843" y="314327"/>
                  </a:lnTo>
                  <a:lnTo>
                    <a:pt x="5538125" y="314327"/>
                  </a:lnTo>
                  <a:lnTo>
                    <a:pt x="5538314" y="314327"/>
                  </a:lnTo>
                  <a:lnTo>
                    <a:pt x="5538408" y="314327"/>
                  </a:lnTo>
                  <a:lnTo>
                    <a:pt x="5538596" y="314327"/>
                  </a:lnTo>
                  <a:lnTo>
                    <a:pt x="5539349" y="314327"/>
                  </a:lnTo>
                  <a:lnTo>
                    <a:pt x="5539726" y="314327"/>
                  </a:lnTo>
                  <a:lnTo>
                    <a:pt x="5540008" y="314327"/>
                  </a:lnTo>
                  <a:lnTo>
                    <a:pt x="5540479" y="314327"/>
                  </a:lnTo>
                  <a:lnTo>
                    <a:pt x="5540573" y="314327"/>
                  </a:lnTo>
                  <a:lnTo>
                    <a:pt x="5540762" y="314327"/>
                  </a:lnTo>
                  <a:lnTo>
                    <a:pt x="5540856" y="314327"/>
                  </a:lnTo>
                  <a:lnTo>
                    <a:pt x="5540950" y="314327"/>
                  </a:lnTo>
                  <a:lnTo>
                    <a:pt x="5541044" y="314327"/>
                  </a:lnTo>
                  <a:lnTo>
                    <a:pt x="5541138" y="314327"/>
                  </a:lnTo>
                  <a:lnTo>
                    <a:pt x="5542080" y="314327"/>
                  </a:lnTo>
                  <a:lnTo>
                    <a:pt x="5542174" y="314327"/>
                  </a:lnTo>
                  <a:lnTo>
                    <a:pt x="5542268" y="314327"/>
                  </a:lnTo>
                  <a:lnTo>
                    <a:pt x="5542362" y="314327"/>
                  </a:lnTo>
                  <a:lnTo>
                    <a:pt x="5542645" y="314327"/>
                  </a:lnTo>
                  <a:lnTo>
                    <a:pt x="5542833" y="314327"/>
                  </a:lnTo>
                  <a:lnTo>
                    <a:pt x="5542927" y="314327"/>
                  </a:lnTo>
                  <a:lnTo>
                    <a:pt x="5543021" y="314327"/>
                  </a:lnTo>
                  <a:lnTo>
                    <a:pt x="5543398" y="314327"/>
                  </a:lnTo>
                  <a:lnTo>
                    <a:pt x="5544245" y="314327"/>
                  </a:lnTo>
                  <a:lnTo>
                    <a:pt x="5544434" y="314327"/>
                  </a:lnTo>
                  <a:lnTo>
                    <a:pt x="5544528" y="314327"/>
                  </a:lnTo>
                  <a:lnTo>
                    <a:pt x="5545093" y="314327"/>
                  </a:lnTo>
                  <a:lnTo>
                    <a:pt x="5545375" y="314327"/>
                  </a:lnTo>
                  <a:lnTo>
                    <a:pt x="5545752" y="309416"/>
                  </a:lnTo>
                  <a:lnTo>
                    <a:pt x="5546034" y="309416"/>
                  </a:lnTo>
                  <a:lnTo>
                    <a:pt x="5546128" y="309416"/>
                  </a:lnTo>
                  <a:lnTo>
                    <a:pt x="5546505" y="309416"/>
                  </a:lnTo>
                  <a:lnTo>
                    <a:pt x="5546599" y="309416"/>
                  </a:lnTo>
                  <a:lnTo>
                    <a:pt x="5546976" y="309416"/>
                  </a:lnTo>
                  <a:lnTo>
                    <a:pt x="5547070" y="309416"/>
                  </a:lnTo>
                  <a:lnTo>
                    <a:pt x="5547164" y="309416"/>
                  </a:lnTo>
                  <a:lnTo>
                    <a:pt x="5547258" y="309416"/>
                  </a:lnTo>
                  <a:lnTo>
                    <a:pt x="5547917" y="309416"/>
                  </a:lnTo>
                  <a:lnTo>
                    <a:pt x="5548388" y="309416"/>
                  </a:lnTo>
                  <a:lnTo>
                    <a:pt x="5548482" y="309416"/>
                  </a:lnTo>
                  <a:lnTo>
                    <a:pt x="5548576" y="309416"/>
                  </a:lnTo>
                  <a:lnTo>
                    <a:pt x="5548859" y="309416"/>
                  </a:lnTo>
                  <a:lnTo>
                    <a:pt x="5549424" y="309416"/>
                  </a:lnTo>
                  <a:lnTo>
                    <a:pt x="5549612" y="309416"/>
                  </a:lnTo>
                  <a:lnTo>
                    <a:pt x="5549800" y="309416"/>
                  </a:lnTo>
                  <a:lnTo>
                    <a:pt x="5550365" y="309416"/>
                  </a:lnTo>
                  <a:lnTo>
                    <a:pt x="5551024" y="309416"/>
                  </a:lnTo>
                  <a:lnTo>
                    <a:pt x="5551118" y="309416"/>
                  </a:lnTo>
                  <a:lnTo>
                    <a:pt x="5551307" y="309416"/>
                  </a:lnTo>
                  <a:lnTo>
                    <a:pt x="5551401" y="309416"/>
                  </a:lnTo>
                  <a:lnTo>
                    <a:pt x="5551683" y="309416"/>
                  </a:lnTo>
                  <a:lnTo>
                    <a:pt x="5551966" y="309416"/>
                  </a:lnTo>
                  <a:lnTo>
                    <a:pt x="5552060" y="309416"/>
                  </a:lnTo>
                  <a:lnTo>
                    <a:pt x="5552248" y="309416"/>
                  </a:lnTo>
                  <a:lnTo>
                    <a:pt x="5552342" y="309416"/>
                  </a:lnTo>
                  <a:lnTo>
                    <a:pt x="5552531" y="309416"/>
                  </a:lnTo>
                  <a:lnTo>
                    <a:pt x="5552625" y="309416"/>
                  </a:lnTo>
                  <a:lnTo>
                    <a:pt x="5552719" y="309416"/>
                  </a:lnTo>
                  <a:lnTo>
                    <a:pt x="5553190" y="309416"/>
                  </a:lnTo>
                  <a:lnTo>
                    <a:pt x="5553284" y="309416"/>
                  </a:lnTo>
                  <a:lnTo>
                    <a:pt x="5553378" y="309416"/>
                  </a:lnTo>
                  <a:lnTo>
                    <a:pt x="5554037" y="309416"/>
                  </a:lnTo>
                  <a:lnTo>
                    <a:pt x="5554131" y="309416"/>
                  </a:lnTo>
                  <a:lnTo>
                    <a:pt x="5554225" y="309416"/>
                  </a:lnTo>
                  <a:lnTo>
                    <a:pt x="5554414" y="309416"/>
                  </a:lnTo>
                  <a:lnTo>
                    <a:pt x="5554508" y="309416"/>
                  </a:lnTo>
                  <a:lnTo>
                    <a:pt x="5554790" y="309416"/>
                  </a:lnTo>
                  <a:lnTo>
                    <a:pt x="5554885" y="309416"/>
                  </a:lnTo>
                  <a:lnTo>
                    <a:pt x="5555167" y="309416"/>
                  </a:lnTo>
                  <a:lnTo>
                    <a:pt x="5555920" y="309416"/>
                  </a:lnTo>
                  <a:lnTo>
                    <a:pt x="5556485" y="309416"/>
                  </a:lnTo>
                  <a:lnTo>
                    <a:pt x="5556956" y="309416"/>
                  </a:lnTo>
                  <a:lnTo>
                    <a:pt x="5557238" y="309416"/>
                  </a:lnTo>
                  <a:lnTo>
                    <a:pt x="5557427" y="309416"/>
                  </a:lnTo>
                  <a:lnTo>
                    <a:pt x="5557709" y="309416"/>
                  </a:lnTo>
                  <a:lnTo>
                    <a:pt x="5557897" y="309416"/>
                  </a:lnTo>
                  <a:lnTo>
                    <a:pt x="5558462" y="309416"/>
                  </a:lnTo>
                  <a:lnTo>
                    <a:pt x="5558651" y="309416"/>
                  </a:lnTo>
                  <a:lnTo>
                    <a:pt x="5558745" y="309416"/>
                  </a:lnTo>
                  <a:lnTo>
                    <a:pt x="5559310" y="309416"/>
                  </a:lnTo>
                  <a:lnTo>
                    <a:pt x="5559404" y="309416"/>
                  </a:lnTo>
                  <a:lnTo>
                    <a:pt x="5559498" y="309416"/>
                  </a:lnTo>
                  <a:lnTo>
                    <a:pt x="5559875" y="309416"/>
                  </a:lnTo>
                  <a:lnTo>
                    <a:pt x="5560157" y="309416"/>
                  </a:lnTo>
                  <a:lnTo>
                    <a:pt x="5560251" y="309416"/>
                  </a:lnTo>
                  <a:lnTo>
                    <a:pt x="5560722" y="309416"/>
                  </a:lnTo>
                  <a:lnTo>
                    <a:pt x="5560816" y="309416"/>
                  </a:lnTo>
                  <a:lnTo>
                    <a:pt x="5560910" y="309416"/>
                  </a:lnTo>
                  <a:lnTo>
                    <a:pt x="5561475" y="309416"/>
                  </a:lnTo>
                  <a:lnTo>
                    <a:pt x="5561758" y="309416"/>
                  </a:lnTo>
                  <a:lnTo>
                    <a:pt x="5561852" y="309416"/>
                  </a:lnTo>
                  <a:lnTo>
                    <a:pt x="5562323" y="309416"/>
                  </a:lnTo>
                  <a:lnTo>
                    <a:pt x="5562417" y="309416"/>
                  </a:lnTo>
                  <a:lnTo>
                    <a:pt x="5562511" y="309416"/>
                  </a:lnTo>
                  <a:lnTo>
                    <a:pt x="5562605" y="309416"/>
                  </a:lnTo>
                  <a:lnTo>
                    <a:pt x="5562699" y="309416"/>
                  </a:lnTo>
                  <a:lnTo>
                    <a:pt x="5562887" y="309416"/>
                  </a:lnTo>
                  <a:lnTo>
                    <a:pt x="5562982" y="309416"/>
                  </a:lnTo>
                  <a:lnTo>
                    <a:pt x="5563358" y="309416"/>
                  </a:lnTo>
                  <a:lnTo>
                    <a:pt x="5563829" y="309416"/>
                  </a:lnTo>
                  <a:lnTo>
                    <a:pt x="5563923" y="309416"/>
                  </a:lnTo>
                  <a:lnTo>
                    <a:pt x="5564582" y="309416"/>
                  </a:lnTo>
                  <a:lnTo>
                    <a:pt x="5564770" y="309416"/>
                  </a:lnTo>
                  <a:lnTo>
                    <a:pt x="5564865" y="309416"/>
                  </a:lnTo>
                  <a:lnTo>
                    <a:pt x="5564959" y="309416"/>
                  </a:lnTo>
                  <a:lnTo>
                    <a:pt x="5565335" y="309416"/>
                  </a:lnTo>
                  <a:lnTo>
                    <a:pt x="5566277" y="309416"/>
                  </a:lnTo>
                  <a:lnTo>
                    <a:pt x="5566465" y="309416"/>
                  </a:lnTo>
                  <a:lnTo>
                    <a:pt x="5566654" y="309416"/>
                  </a:lnTo>
                  <a:lnTo>
                    <a:pt x="5566842" y="309416"/>
                  </a:lnTo>
                  <a:lnTo>
                    <a:pt x="5567218" y="309416"/>
                  </a:lnTo>
                  <a:lnTo>
                    <a:pt x="5567313" y="309416"/>
                  </a:lnTo>
                  <a:lnTo>
                    <a:pt x="5567407" y="309416"/>
                  </a:lnTo>
                  <a:lnTo>
                    <a:pt x="5567689" y="309416"/>
                  </a:lnTo>
                  <a:lnTo>
                    <a:pt x="5568066" y="309416"/>
                  </a:lnTo>
                  <a:lnTo>
                    <a:pt x="5568160" y="309416"/>
                  </a:lnTo>
                  <a:lnTo>
                    <a:pt x="5568254" y="309416"/>
                  </a:lnTo>
                  <a:lnTo>
                    <a:pt x="5568442" y="309416"/>
                  </a:lnTo>
                  <a:lnTo>
                    <a:pt x="5568819" y="309416"/>
                  </a:lnTo>
                  <a:lnTo>
                    <a:pt x="5569007" y="309416"/>
                  </a:lnTo>
                  <a:lnTo>
                    <a:pt x="5569478" y="309416"/>
                  </a:lnTo>
                  <a:lnTo>
                    <a:pt x="5570043" y="309416"/>
                  </a:lnTo>
                  <a:lnTo>
                    <a:pt x="5570985" y="309416"/>
                  </a:lnTo>
                  <a:lnTo>
                    <a:pt x="5571079" y="309416"/>
                  </a:lnTo>
                  <a:lnTo>
                    <a:pt x="5571173" y="309416"/>
                  </a:lnTo>
                  <a:lnTo>
                    <a:pt x="5571361" y="309416"/>
                  </a:lnTo>
                  <a:lnTo>
                    <a:pt x="5571644" y="309416"/>
                  </a:lnTo>
                  <a:lnTo>
                    <a:pt x="5571738" y="309416"/>
                  </a:lnTo>
                  <a:lnTo>
                    <a:pt x="5572020" y="309416"/>
                  </a:lnTo>
                  <a:lnTo>
                    <a:pt x="5572114" y="309416"/>
                  </a:lnTo>
                  <a:lnTo>
                    <a:pt x="5572209" y="309416"/>
                  </a:lnTo>
                  <a:lnTo>
                    <a:pt x="5572303" y="309416"/>
                  </a:lnTo>
                  <a:lnTo>
                    <a:pt x="5573056" y="309416"/>
                  </a:lnTo>
                  <a:lnTo>
                    <a:pt x="5573150" y="309416"/>
                  </a:lnTo>
                  <a:lnTo>
                    <a:pt x="5573244" y="309416"/>
                  </a:lnTo>
                  <a:lnTo>
                    <a:pt x="5573338" y="309416"/>
                  </a:lnTo>
                  <a:lnTo>
                    <a:pt x="5573432" y="309416"/>
                  </a:lnTo>
                  <a:lnTo>
                    <a:pt x="5573809" y="309416"/>
                  </a:lnTo>
                  <a:lnTo>
                    <a:pt x="5573903" y="309416"/>
                  </a:lnTo>
                  <a:lnTo>
                    <a:pt x="5574186" y="309416"/>
                  </a:lnTo>
                  <a:lnTo>
                    <a:pt x="5574280" y="309416"/>
                  </a:lnTo>
                  <a:lnTo>
                    <a:pt x="5574562" y="309416"/>
                  </a:lnTo>
                  <a:lnTo>
                    <a:pt x="5574656" y="309416"/>
                  </a:lnTo>
                  <a:lnTo>
                    <a:pt x="5574751" y="309416"/>
                  </a:lnTo>
                  <a:lnTo>
                    <a:pt x="5575316" y="304505"/>
                  </a:lnTo>
                  <a:lnTo>
                    <a:pt x="5575975" y="304505"/>
                  </a:lnTo>
                  <a:lnTo>
                    <a:pt x="5576163" y="304505"/>
                  </a:lnTo>
                  <a:lnTo>
                    <a:pt x="5576351" y="304505"/>
                  </a:lnTo>
                  <a:lnTo>
                    <a:pt x="5576634" y="304505"/>
                  </a:lnTo>
                  <a:lnTo>
                    <a:pt x="5577199" y="304505"/>
                  </a:lnTo>
                  <a:lnTo>
                    <a:pt x="5577481" y="304505"/>
                  </a:lnTo>
                  <a:lnTo>
                    <a:pt x="5577669" y="304505"/>
                  </a:lnTo>
                  <a:lnTo>
                    <a:pt x="5577763" y="304505"/>
                  </a:lnTo>
                  <a:lnTo>
                    <a:pt x="5577858" y="304505"/>
                  </a:lnTo>
                  <a:lnTo>
                    <a:pt x="5577952" y="304505"/>
                  </a:lnTo>
                  <a:lnTo>
                    <a:pt x="5578046" y="304505"/>
                  </a:lnTo>
                  <a:lnTo>
                    <a:pt x="5578140" y="304505"/>
                  </a:lnTo>
                  <a:lnTo>
                    <a:pt x="5578328" y="304505"/>
                  </a:lnTo>
                  <a:lnTo>
                    <a:pt x="5578611" y="299593"/>
                  </a:lnTo>
                  <a:lnTo>
                    <a:pt x="5578799" y="299593"/>
                  </a:lnTo>
                  <a:lnTo>
                    <a:pt x="5578893" y="299593"/>
                  </a:lnTo>
                  <a:lnTo>
                    <a:pt x="5578987" y="299593"/>
                  </a:lnTo>
                  <a:lnTo>
                    <a:pt x="5579082" y="299593"/>
                  </a:lnTo>
                  <a:lnTo>
                    <a:pt x="5579082" y="294682"/>
                  </a:lnTo>
                  <a:lnTo>
                    <a:pt x="5579176" y="294682"/>
                  </a:lnTo>
                  <a:lnTo>
                    <a:pt x="5579835" y="294682"/>
                  </a:lnTo>
                  <a:lnTo>
                    <a:pt x="5580306" y="294682"/>
                  </a:lnTo>
                  <a:lnTo>
                    <a:pt x="5580494" y="294682"/>
                  </a:lnTo>
                  <a:lnTo>
                    <a:pt x="5580682" y="294682"/>
                  </a:lnTo>
                  <a:lnTo>
                    <a:pt x="5581059" y="294682"/>
                  </a:lnTo>
                  <a:lnTo>
                    <a:pt x="5581341" y="294682"/>
                  </a:lnTo>
                  <a:lnTo>
                    <a:pt x="5581435" y="294682"/>
                  </a:lnTo>
                  <a:lnTo>
                    <a:pt x="5581530" y="294682"/>
                  </a:lnTo>
                  <a:lnTo>
                    <a:pt x="5581906" y="294682"/>
                  </a:lnTo>
                  <a:lnTo>
                    <a:pt x="5582000" y="294682"/>
                  </a:lnTo>
                  <a:lnTo>
                    <a:pt x="5582565" y="294682"/>
                  </a:lnTo>
                  <a:lnTo>
                    <a:pt x="5582942" y="294682"/>
                  </a:lnTo>
                  <a:lnTo>
                    <a:pt x="5583036" y="294682"/>
                  </a:lnTo>
                  <a:lnTo>
                    <a:pt x="5583413" y="294682"/>
                  </a:lnTo>
                  <a:lnTo>
                    <a:pt x="5583601" y="294682"/>
                  </a:lnTo>
                  <a:lnTo>
                    <a:pt x="5583789" y="294682"/>
                  </a:lnTo>
                  <a:lnTo>
                    <a:pt x="5583883" y="294682"/>
                  </a:lnTo>
                  <a:lnTo>
                    <a:pt x="5583978" y="294682"/>
                  </a:lnTo>
                  <a:lnTo>
                    <a:pt x="5584166" y="294682"/>
                  </a:lnTo>
                  <a:lnTo>
                    <a:pt x="5584637" y="294682"/>
                  </a:lnTo>
                  <a:lnTo>
                    <a:pt x="5584919" y="294682"/>
                  </a:lnTo>
                  <a:lnTo>
                    <a:pt x="5585202" y="294682"/>
                  </a:lnTo>
                  <a:lnTo>
                    <a:pt x="5585390" y="294682"/>
                  </a:lnTo>
                  <a:lnTo>
                    <a:pt x="5585955" y="294682"/>
                  </a:lnTo>
                  <a:lnTo>
                    <a:pt x="5586614" y="294682"/>
                  </a:lnTo>
                  <a:lnTo>
                    <a:pt x="5586802" y="294682"/>
                  </a:lnTo>
                  <a:lnTo>
                    <a:pt x="5586896" y="294682"/>
                  </a:lnTo>
                  <a:lnTo>
                    <a:pt x="5587273" y="294682"/>
                  </a:lnTo>
                  <a:lnTo>
                    <a:pt x="5587367" y="294682"/>
                  </a:lnTo>
                  <a:lnTo>
                    <a:pt x="5587555" y="294682"/>
                  </a:lnTo>
                  <a:lnTo>
                    <a:pt x="5587838" y="294682"/>
                  </a:lnTo>
                  <a:lnTo>
                    <a:pt x="5588026" y="294682"/>
                  </a:lnTo>
                  <a:lnTo>
                    <a:pt x="5588309" y="294682"/>
                  </a:lnTo>
                  <a:lnTo>
                    <a:pt x="5588968" y="294682"/>
                  </a:lnTo>
                  <a:lnTo>
                    <a:pt x="5589438" y="294682"/>
                  </a:lnTo>
                  <a:lnTo>
                    <a:pt x="5589627" y="289771"/>
                  </a:lnTo>
                  <a:lnTo>
                    <a:pt x="5590097" y="289771"/>
                  </a:lnTo>
                  <a:lnTo>
                    <a:pt x="5590286" y="289771"/>
                  </a:lnTo>
                  <a:lnTo>
                    <a:pt x="5590662" y="289771"/>
                  </a:lnTo>
                  <a:lnTo>
                    <a:pt x="5590756" y="289771"/>
                  </a:lnTo>
                  <a:lnTo>
                    <a:pt x="5590851" y="289771"/>
                  </a:lnTo>
                  <a:lnTo>
                    <a:pt x="5591133" y="289771"/>
                  </a:lnTo>
                  <a:lnTo>
                    <a:pt x="5591227" y="289771"/>
                  </a:lnTo>
                  <a:lnTo>
                    <a:pt x="5591321" y="289771"/>
                  </a:lnTo>
                  <a:lnTo>
                    <a:pt x="5592357" y="289771"/>
                  </a:lnTo>
                  <a:lnTo>
                    <a:pt x="5592922" y="289771"/>
                  </a:lnTo>
                  <a:lnTo>
                    <a:pt x="5593110" y="289771"/>
                  </a:lnTo>
                  <a:lnTo>
                    <a:pt x="5593581" y="289771"/>
                  </a:lnTo>
                  <a:lnTo>
                    <a:pt x="5593675" y="289771"/>
                  </a:lnTo>
                  <a:lnTo>
                    <a:pt x="5593864" y="289771"/>
                  </a:lnTo>
                  <a:lnTo>
                    <a:pt x="5593958" y="289771"/>
                  </a:lnTo>
                  <a:lnTo>
                    <a:pt x="5594052" y="289771"/>
                  </a:lnTo>
                  <a:lnTo>
                    <a:pt x="5594146" y="289771"/>
                  </a:lnTo>
                  <a:lnTo>
                    <a:pt x="5594617" y="289771"/>
                  </a:lnTo>
                  <a:lnTo>
                    <a:pt x="5594805" y="289771"/>
                  </a:lnTo>
                  <a:lnTo>
                    <a:pt x="5595276" y="289771"/>
                  </a:lnTo>
                  <a:lnTo>
                    <a:pt x="5595370" y="289771"/>
                  </a:lnTo>
                  <a:lnTo>
                    <a:pt x="5595464" y="289771"/>
                  </a:lnTo>
                  <a:lnTo>
                    <a:pt x="5595935" y="289771"/>
                  </a:lnTo>
                  <a:lnTo>
                    <a:pt x="5596406" y="289771"/>
                  </a:lnTo>
                  <a:lnTo>
                    <a:pt x="5596500" y="289771"/>
                  </a:lnTo>
                  <a:lnTo>
                    <a:pt x="5596688" y="289771"/>
                  </a:lnTo>
                  <a:lnTo>
                    <a:pt x="5596782" y="289771"/>
                  </a:lnTo>
                  <a:lnTo>
                    <a:pt x="5596876" y="289771"/>
                  </a:lnTo>
                  <a:lnTo>
                    <a:pt x="5596971" y="289771"/>
                  </a:lnTo>
                  <a:lnTo>
                    <a:pt x="5597253" y="289771"/>
                  </a:lnTo>
                  <a:lnTo>
                    <a:pt x="5597347" y="289771"/>
                  </a:lnTo>
                  <a:lnTo>
                    <a:pt x="5597441" y="289771"/>
                  </a:lnTo>
                  <a:lnTo>
                    <a:pt x="5598383" y="289771"/>
                  </a:lnTo>
                  <a:lnTo>
                    <a:pt x="5598477" y="289771"/>
                  </a:lnTo>
                  <a:lnTo>
                    <a:pt x="5598571" y="289771"/>
                  </a:lnTo>
                  <a:lnTo>
                    <a:pt x="5598759" y="289771"/>
                  </a:lnTo>
                  <a:lnTo>
                    <a:pt x="5598854" y="289771"/>
                  </a:lnTo>
                  <a:lnTo>
                    <a:pt x="5599418" y="289771"/>
                  </a:lnTo>
                  <a:lnTo>
                    <a:pt x="5599513" y="289771"/>
                  </a:lnTo>
                  <a:lnTo>
                    <a:pt x="5599795" y="289771"/>
                  </a:lnTo>
                  <a:lnTo>
                    <a:pt x="5599889" y="289771"/>
                  </a:lnTo>
                  <a:lnTo>
                    <a:pt x="5600078" y="289771"/>
                  </a:lnTo>
                  <a:lnTo>
                    <a:pt x="5600266" y="289771"/>
                  </a:lnTo>
                  <a:lnTo>
                    <a:pt x="5600548" y="289771"/>
                  </a:lnTo>
                  <a:lnTo>
                    <a:pt x="5600642" y="289771"/>
                  </a:lnTo>
                  <a:lnTo>
                    <a:pt x="5601207" y="289771"/>
                  </a:lnTo>
                  <a:lnTo>
                    <a:pt x="5601396" y="289771"/>
                  </a:lnTo>
                  <a:lnTo>
                    <a:pt x="5601490" y="289771"/>
                  </a:lnTo>
                  <a:lnTo>
                    <a:pt x="5601961" y="289771"/>
                  </a:lnTo>
                  <a:lnTo>
                    <a:pt x="5602055" y="289771"/>
                  </a:lnTo>
                  <a:lnTo>
                    <a:pt x="5602149" y="289771"/>
                  </a:lnTo>
                  <a:lnTo>
                    <a:pt x="5602431" y="289771"/>
                  </a:lnTo>
                  <a:lnTo>
                    <a:pt x="5602620" y="289771"/>
                  </a:lnTo>
                  <a:lnTo>
                    <a:pt x="5602714" y="289771"/>
                  </a:lnTo>
                  <a:lnTo>
                    <a:pt x="5602808" y="289771"/>
                  </a:lnTo>
                  <a:lnTo>
                    <a:pt x="5602996" y="289771"/>
                  </a:lnTo>
                  <a:lnTo>
                    <a:pt x="5603090" y="289771"/>
                  </a:lnTo>
                  <a:lnTo>
                    <a:pt x="5603655" y="289771"/>
                  </a:lnTo>
                  <a:lnTo>
                    <a:pt x="5603844" y="289771"/>
                  </a:lnTo>
                  <a:lnTo>
                    <a:pt x="5603938" y="289771"/>
                  </a:lnTo>
                  <a:lnTo>
                    <a:pt x="5605350" y="289771"/>
                  </a:lnTo>
                  <a:lnTo>
                    <a:pt x="5605538" y="289771"/>
                  </a:lnTo>
                  <a:lnTo>
                    <a:pt x="5605727" y="289771"/>
                  </a:lnTo>
                  <a:lnTo>
                    <a:pt x="5605915" y="289771"/>
                  </a:lnTo>
                  <a:lnTo>
                    <a:pt x="5606009" y="289771"/>
                  </a:lnTo>
                  <a:lnTo>
                    <a:pt x="5606386" y="289771"/>
                  </a:lnTo>
                  <a:lnTo>
                    <a:pt x="5606480" y="289771"/>
                  </a:lnTo>
                  <a:lnTo>
                    <a:pt x="5606574" y="289771"/>
                  </a:lnTo>
                  <a:lnTo>
                    <a:pt x="5606668" y="289771"/>
                  </a:lnTo>
                  <a:lnTo>
                    <a:pt x="5606857" y="289771"/>
                  </a:lnTo>
                  <a:lnTo>
                    <a:pt x="5607798" y="289771"/>
                  </a:lnTo>
                  <a:lnTo>
                    <a:pt x="5607986" y="289771"/>
                  </a:lnTo>
                  <a:lnTo>
                    <a:pt x="5608080" y="289771"/>
                  </a:lnTo>
                  <a:lnTo>
                    <a:pt x="5608551" y="289771"/>
                  </a:lnTo>
                  <a:lnTo>
                    <a:pt x="5608645" y="289771"/>
                  </a:lnTo>
                  <a:lnTo>
                    <a:pt x="5609022" y="289771"/>
                  </a:lnTo>
                  <a:lnTo>
                    <a:pt x="5609116" y="289771"/>
                  </a:lnTo>
                  <a:lnTo>
                    <a:pt x="5609210" y="289771"/>
                  </a:lnTo>
                  <a:lnTo>
                    <a:pt x="5609399" y="289771"/>
                  </a:lnTo>
                  <a:lnTo>
                    <a:pt x="5609869" y="289771"/>
                  </a:lnTo>
                  <a:lnTo>
                    <a:pt x="5609964" y="289771"/>
                  </a:lnTo>
                  <a:lnTo>
                    <a:pt x="5610434" y="289771"/>
                  </a:lnTo>
                  <a:lnTo>
                    <a:pt x="5610528" y="289771"/>
                  </a:lnTo>
                  <a:lnTo>
                    <a:pt x="5610623" y="289771"/>
                  </a:lnTo>
                  <a:lnTo>
                    <a:pt x="5610999" y="289771"/>
                  </a:lnTo>
                  <a:lnTo>
                    <a:pt x="5611470" y="289771"/>
                  </a:lnTo>
                  <a:lnTo>
                    <a:pt x="5611658" y="289771"/>
                  </a:lnTo>
                  <a:lnTo>
                    <a:pt x="5611847" y="289771"/>
                  </a:lnTo>
                  <a:lnTo>
                    <a:pt x="5612035" y="289771"/>
                  </a:lnTo>
                  <a:lnTo>
                    <a:pt x="5612129" y="289771"/>
                  </a:lnTo>
                  <a:lnTo>
                    <a:pt x="5612223" y="289771"/>
                  </a:lnTo>
                  <a:lnTo>
                    <a:pt x="5612788" y="289771"/>
                  </a:lnTo>
                  <a:lnTo>
                    <a:pt x="5612882" y="289771"/>
                  </a:lnTo>
                  <a:lnTo>
                    <a:pt x="5612976" y="289771"/>
                  </a:lnTo>
                  <a:lnTo>
                    <a:pt x="5613071" y="289771"/>
                  </a:lnTo>
                  <a:lnTo>
                    <a:pt x="5613353" y="289771"/>
                  </a:lnTo>
                  <a:lnTo>
                    <a:pt x="5613447" y="289771"/>
                  </a:lnTo>
                  <a:lnTo>
                    <a:pt x="5613730" y="289771"/>
                  </a:lnTo>
                  <a:lnTo>
                    <a:pt x="5614200" y="289771"/>
                  </a:lnTo>
                  <a:lnTo>
                    <a:pt x="5614577" y="289771"/>
                  </a:lnTo>
                  <a:lnTo>
                    <a:pt x="5614671" y="289771"/>
                  </a:lnTo>
                  <a:lnTo>
                    <a:pt x="5614765" y="289771"/>
                  </a:lnTo>
                  <a:lnTo>
                    <a:pt x="5614859" y="289771"/>
                  </a:lnTo>
                  <a:lnTo>
                    <a:pt x="5615048" y="289771"/>
                  </a:lnTo>
                  <a:lnTo>
                    <a:pt x="5615236" y="289771"/>
                  </a:lnTo>
                  <a:lnTo>
                    <a:pt x="5615895" y="289771"/>
                  </a:lnTo>
                  <a:lnTo>
                    <a:pt x="5615989" y="289771"/>
                  </a:lnTo>
                  <a:lnTo>
                    <a:pt x="5616272" y="289771"/>
                  </a:lnTo>
                  <a:lnTo>
                    <a:pt x="5616460" y="289771"/>
                  </a:lnTo>
                  <a:lnTo>
                    <a:pt x="5616554" y="289771"/>
                  </a:lnTo>
                  <a:lnTo>
                    <a:pt x="5616837" y="289771"/>
                  </a:lnTo>
                  <a:lnTo>
                    <a:pt x="5616931" y="289771"/>
                  </a:lnTo>
                  <a:lnTo>
                    <a:pt x="5617307" y="289771"/>
                  </a:lnTo>
                  <a:lnTo>
                    <a:pt x="5618343" y="289771"/>
                  </a:lnTo>
                  <a:lnTo>
                    <a:pt x="5618437" y="289771"/>
                  </a:lnTo>
                  <a:lnTo>
                    <a:pt x="5618531" y="289771"/>
                  </a:lnTo>
                  <a:lnTo>
                    <a:pt x="5618720" y="289771"/>
                  </a:lnTo>
                  <a:lnTo>
                    <a:pt x="5618908" y="289771"/>
                  </a:lnTo>
                  <a:lnTo>
                    <a:pt x="5619096" y="289771"/>
                  </a:lnTo>
                  <a:lnTo>
                    <a:pt x="5619473" y="289771"/>
                  </a:lnTo>
                  <a:lnTo>
                    <a:pt x="5619567" y="289771"/>
                  </a:lnTo>
                  <a:lnTo>
                    <a:pt x="5619850" y="289771"/>
                  </a:lnTo>
                  <a:lnTo>
                    <a:pt x="5619944" y="289771"/>
                  </a:lnTo>
                  <a:lnTo>
                    <a:pt x="5620226" y="289771"/>
                  </a:lnTo>
                  <a:lnTo>
                    <a:pt x="5620320" y="289771"/>
                  </a:lnTo>
                  <a:lnTo>
                    <a:pt x="5620509" y="289771"/>
                  </a:lnTo>
                  <a:lnTo>
                    <a:pt x="5620603" y="289771"/>
                  </a:lnTo>
                  <a:lnTo>
                    <a:pt x="5620697" y="289771"/>
                  </a:lnTo>
                  <a:lnTo>
                    <a:pt x="5620791" y="289771"/>
                  </a:lnTo>
                  <a:lnTo>
                    <a:pt x="5621450" y="289771"/>
                  </a:lnTo>
                  <a:lnTo>
                    <a:pt x="5621544" y="289771"/>
                  </a:lnTo>
                  <a:lnTo>
                    <a:pt x="5621638" y="284859"/>
                  </a:lnTo>
                  <a:lnTo>
                    <a:pt x="5621733" y="284859"/>
                  </a:lnTo>
                  <a:lnTo>
                    <a:pt x="5621827" y="284859"/>
                  </a:lnTo>
                  <a:lnTo>
                    <a:pt x="5622015" y="284859"/>
                  </a:lnTo>
                  <a:lnTo>
                    <a:pt x="5622297" y="284859"/>
                  </a:lnTo>
                  <a:lnTo>
                    <a:pt x="5622392" y="284859"/>
                  </a:lnTo>
                  <a:lnTo>
                    <a:pt x="5622486" y="284859"/>
                  </a:lnTo>
                  <a:lnTo>
                    <a:pt x="5622768" y="284859"/>
                  </a:lnTo>
                  <a:lnTo>
                    <a:pt x="5623427" y="284859"/>
                  </a:lnTo>
                  <a:lnTo>
                    <a:pt x="5623710" y="284859"/>
                  </a:lnTo>
                  <a:lnTo>
                    <a:pt x="5623804" y="284859"/>
                  </a:lnTo>
                  <a:lnTo>
                    <a:pt x="5624275" y="284859"/>
                  </a:lnTo>
                  <a:lnTo>
                    <a:pt x="5624369" y="284859"/>
                  </a:lnTo>
                  <a:lnTo>
                    <a:pt x="5624557" y="284859"/>
                  </a:lnTo>
                  <a:lnTo>
                    <a:pt x="5624934" y="284859"/>
                  </a:lnTo>
                  <a:lnTo>
                    <a:pt x="5625028" y="284859"/>
                  </a:lnTo>
                  <a:lnTo>
                    <a:pt x="5625122" y="284859"/>
                  </a:lnTo>
                  <a:lnTo>
                    <a:pt x="5625404" y="284859"/>
                  </a:lnTo>
                  <a:lnTo>
                    <a:pt x="5625499" y="284859"/>
                  </a:lnTo>
                  <a:lnTo>
                    <a:pt x="5625875" y="284859"/>
                  </a:lnTo>
                  <a:lnTo>
                    <a:pt x="5625969" y="284859"/>
                  </a:lnTo>
                  <a:lnTo>
                    <a:pt x="5626158" y="279948"/>
                  </a:lnTo>
                  <a:lnTo>
                    <a:pt x="5626440" y="279948"/>
                  </a:lnTo>
                  <a:lnTo>
                    <a:pt x="5626817" y="279948"/>
                  </a:lnTo>
                  <a:lnTo>
                    <a:pt x="5627288" y="279948"/>
                  </a:lnTo>
                  <a:lnTo>
                    <a:pt x="5627382" y="279948"/>
                  </a:lnTo>
                  <a:lnTo>
                    <a:pt x="5627664" y="279948"/>
                  </a:lnTo>
                  <a:lnTo>
                    <a:pt x="5627758" y="279948"/>
                  </a:lnTo>
                  <a:lnTo>
                    <a:pt x="5628135" y="279948"/>
                  </a:lnTo>
                  <a:lnTo>
                    <a:pt x="5628323" y="279948"/>
                  </a:lnTo>
                  <a:lnTo>
                    <a:pt x="5628417" y="279948"/>
                  </a:lnTo>
                  <a:lnTo>
                    <a:pt x="5628700" y="279948"/>
                  </a:lnTo>
                  <a:lnTo>
                    <a:pt x="5628888" y="279948"/>
                  </a:lnTo>
                  <a:lnTo>
                    <a:pt x="5628982" y="279948"/>
                  </a:lnTo>
                  <a:lnTo>
                    <a:pt x="5629265" y="279948"/>
                  </a:lnTo>
                  <a:lnTo>
                    <a:pt x="5629359" y="279948"/>
                  </a:lnTo>
                  <a:lnTo>
                    <a:pt x="5629830" y="279948"/>
                  </a:lnTo>
                  <a:lnTo>
                    <a:pt x="5629924" y="279948"/>
                  </a:lnTo>
                  <a:lnTo>
                    <a:pt x="5630018" y="279948"/>
                  </a:lnTo>
                  <a:lnTo>
                    <a:pt x="5630395" y="279948"/>
                  </a:lnTo>
                  <a:lnTo>
                    <a:pt x="5630583" y="279948"/>
                  </a:lnTo>
                  <a:lnTo>
                    <a:pt x="5630677" y="279948"/>
                  </a:lnTo>
                  <a:lnTo>
                    <a:pt x="5631148" y="279948"/>
                  </a:lnTo>
                  <a:lnTo>
                    <a:pt x="5631430" y="279948"/>
                  </a:lnTo>
                  <a:lnTo>
                    <a:pt x="5631524" y="279948"/>
                  </a:lnTo>
                  <a:lnTo>
                    <a:pt x="5631619" y="279948"/>
                  </a:lnTo>
                  <a:lnTo>
                    <a:pt x="5631713" y="279948"/>
                  </a:lnTo>
                  <a:lnTo>
                    <a:pt x="5632089" y="279948"/>
                  </a:lnTo>
                  <a:lnTo>
                    <a:pt x="5632183" y="279948"/>
                  </a:lnTo>
                  <a:lnTo>
                    <a:pt x="5632372" y="279948"/>
                  </a:lnTo>
                  <a:lnTo>
                    <a:pt x="5632466" y="279948"/>
                  </a:lnTo>
                  <a:lnTo>
                    <a:pt x="5632560" y="279948"/>
                  </a:lnTo>
                  <a:lnTo>
                    <a:pt x="5632654" y="279948"/>
                  </a:lnTo>
                  <a:lnTo>
                    <a:pt x="5632748" y="279948"/>
                  </a:lnTo>
                  <a:lnTo>
                    <a:pt x="5633972" y="279948"/>
                  </a:lnTo>
                  <a:lnTo>
                    <a:pt x="5634255" y="279948"/>
                  </a:lnTo>
                  <a:lnTo>
                    <a:pt x="5634349" y="279948"/>
                  </a:lnTo>
                  <a:lnTo>
                    <a:pt x="5634443" y="279948"/>
                  </a:lnTo>
                  <a:lnTo>
                    <a:pt x="5634537" y="279948"/>
                  </a:lnTo>
                  <a:lnTo>
                    <a:pt x="5634726" y="279948"/>
                  </a:lnTo>
                  <a:lnTo>
                    <a:pt x="5634914" y="279948"/>
                  </a:lnTo>
                  <a:lnTo>
                    <a:pt x="5635196" y="279948"/>
                  </a:lnTo>
                  <a:lnTo>
                    <a:pt x="5635290" y="279948"/>
                  </a:lnTo>
                  <a:lnTo>
                    <a:pt x="5635855" y="279948"/>
                  </a:lnTo>
                  <a:lnTo>
                    <a:pt x="5636138" y="279948"/>
                  </a:lnTo>
                  <a:lnTo>
                    <a:pt x="5636232" y="279948"/>
                  </a:lnTo>
                  <a:lnTo>
                    <a:pt x="5636703" y="279948"/>
                  </a:lnTo>
                  <a:lnTo>
                    <a:pt x="5636797" y="279948"/>
                  </a:lnTo>
                  <a:lnTo>
                    <a:pt x="5637174" y="279948"/>
                  </a:lnTo>
                  <a:lnTo>
                    <a:pt x="5637268" y="279948"/>
                  </a:lnTo>
                  <a:lnTo>
                    <a:pt x="5637644" y="279948"/>
                  </a:lnTo>
                  <a:lnTo>
                    <a:pt x="5637738" y="279948"/>
                  </a:lnTo>
                  <a:lnTo>
                    <a:pt x="5637927" y="279948"/>
                  </a:lnTo>
                  <a:lnTo>
                    <a:pt x="5638115" y="279948"/>
                  </a:lnTo>
                  <a:lnTo>
                    <a:pt x="5638492" y="279948"/>
                  </a:lnTo>
                  <a:lnTo>
                    <a:pt x="5638774" y="279948"/>
                  </a:lnTo>
                  <a:lnTo>
                    <a:pt x="5639057" y="279948"/>
                  </a:lnTo>
                  <a:lnTo>
                    <a:pt x="5639151" y="279948"/>
                  </a:lnTo>
                  <a:lnTo>
                    <a:pt x="5639245" y="279948"/>
                  </a:lnTo>
                  <a:lnTo>
                    <a:pt x="5639339" y="279948"/>
                  </a:lnTo>
                  <a:lnTo>
                    <a:pt x="5639810" y="275036"/>
                  </a:lnTo>
                  <a:lnTo>
                    <a:pt x="5639904" y="275036"/>
                  </a:lnTo>
                  <a:lnTo>
                    <a:pt x="5639998" y="275036"/>
                  </a:lnTo>
                  <a:lnTo>
                    <a:pt x="5640186" y="275036"/>
                  </a:lnTo>
                  <a:lnTo>
                    <a:pt x="5640375" y="275036"/>
                  </a:lnTo>
                  <a:lnTo>
                    <a:pt x="5640469" y="275036"/>
                  </a:lnTo>
                  <a:lnTo>
                    <a:pt x="5640751" y="270125"/>
                  </a:lnTo>
                  <a:lnTo>
                    <a:pt x="5640845" y="270125"/>
                  </a:lnTo>
                  <a:lnTo>
                    <a:pt x="5641316" y="270125"/>
                  </a:lnTo>
                  <a:lnTo>
                    <a:pt x="5641787" y="270125"/>
                  </a:lnTo>
                  <a:lnTo>
                    <a:pt x="5642540" y="270125"/>
                  </a:lnTo>
                  <a:lnTo>
                    <a:pt x="5642823" y="270125"/>
                  </a:lnTo>
                  <a:lnTo>
                    <a:pt x="5642917" y="270125"/>
                  </a:lnTo>
                  <a:lnTo>
                    <a:pt x="5643670" y="270125"/>
                  </a:lnTo>
                  <a:lnTo>
                    <a:pt x="5643858" y="270125"/>
                  </a:lnTo>
                  <a:lnTo>
                    <a:pt x="5643952" y="270125"/>
                  </a:lnTo>
                  <a:lnTo>
                    <a:pt x="5644329" y="270125"/>
                  </a:lnTo>
                  <a:lnTo>
                    <a:pt x="5644423" y="270125"/>
                  </a:lnTo>
                  <a:lnTo>
                    <a:pt x="5644423" y="265214"/>
                  </a:lnTo>
                  <a:lnTo>
                    <a:pt x="5644517" y="265214"/>
                  </a:lnTo>
                  <a:lnTo>
                    <a:pt x="5644800" y="265214"/>
                  </a:lnTo>
                  <a:lnTo>
                    <a:pt x="5644894" y="265214"/>
                  </a:lnTo>
                  <a:lnTo>
                    <a:pt x="5645082" y="265214"/>
                  </a:lnTo>
                  <a:lnTo>
                    <a:pt x="5645176" y="265214"/>
                  </a:lnTo>
                  <a:lnTo>
                    <a:pt x="5645271" y="265214"/>
                  </a:lnTo>
                  <a:lnTo>
                    <a:pt x="5645459" y="265214"/>
                  </a:lnTo>
                  <a:lnTo>
                    <a:pt x="5645741" y="265214"/>
                  </a:lnTo>
                  <a:lnTo>
                    <a:pt x="5646212" y="260302"/>
                  </a:lnTo>
                  <a:lnTo>
                    <a:pt x="5646400" y="260302"/>
                  </a:lnTo>
                  <a:lnTo>
                    <a:pt x="5646495" y="260302"/>
                  </a:lnTo>
                  <a:lnTo>
                    <a:pt x="5646871" y="260302"/>
                  </a:lnTo>
                  <a:lnTo>
                    <a:pt x="5646965" y="260302"/>
                  </a:lnTo>
                  <a:lnTo>
                    <a:pt x="5647154" y="260302"/>
                  </a:lnTo>
                  <a:lnTo>
                    <a:pt x="5647248" y="260302"/>
                  </a:lnTo>
                  <a:lnTo>
                    <a:pt x="5647342" y="260302"/>
                  </a:lnTo>
                  <a:lnTo>
                    <a:pt x="5647624" y="260302"/>
                  </a:lnTo>
                  <a:lnTo>
                    <a:pt x="5647907" y="260302"/>
                  </a:lnTo>
                  <a:lnTo>
                    <a:pt x="5648378" y="260302"/>
                  </a:lnTo>
                  <a:lnTo>
                    <a:pt x="5648472" y="260302"/>
                  </a:lnTo>
                  <a:lnTo>
                    <a:pt x="5648943" y="260302"/>
                  </a:lnTo>
                  <a:lnTo>
                    <a:pt x="5649225" y="260302"/>
                  </a:lnTo>
                  <a:lnTo>
                    <a:pt x="5649319" y="260302"/>
                  </a:lnTo>
                  <a:lnTo>
                    <a:pt x="5649696" y="260302"/>
                  </a:lnTo>
                  <a:lnTo>
                    <a:pt x="5650355" y="260302"/>
                  </a:lnTo>
                  <a:lnTo>
                    <a:pt x="5650449" y="260302"/>
                  </a:lnTo>
                  <a:lnTo>
                    <a:pt x="5651014" y="260302"/>
                  </a:lnTo>
                  <a:lnTo>
                    <a:pt x="5651108" y="260302"/>
                  </a:lnTo>
                  <a:lnTo>
                    <a:pt x="5651485" y="260302"/>
                  </a:lnTo>
                  <a:lnTo>
                    <a:pt x="5651579" y="260302"/>
                  </a:lnTo>
                  <a:lnTo>
                    <a:pt x="5651861" y="260302"/>
                  </a:lnTo>
                  <a:lnTo>
                    <a:pt x="5652050" y="260302"/>
                  </a:lnTo>
                  <a:lnTo>
                    <a:pt x="5652332" y="260302"/>
                  </a:lnTo>
                  <a:lnTo>
                    <a:pt x="5652426" y="260302"/>
                  </a:lnTo>
                  <a:lnTo>
                    <a:pt x="5652520" y="260302"/>
                  </a:lnTo>
                  <a:lnTo>
                    <a:pt x="5654027" y="260302"/>
                  </a:lnTo>
                  <a:lnTo>
                    <a:pt x="5654215" y="260302"/>
                  </a:lnTo>
                  <a:lnTo>
                    <a:pt x="5654780" y="260302"/>
                  </a:lnTo>
                  <a:lnTo>
                    <a:pt x="5654968" y="260302"/>
                  </a:lnTo>
                  <a:lnTo>
                    <a:pt x="5655157" y="260302"/>
                  </a:lnTo>
                  <a:lnTo>
                    <a:pt x="5655345" y="260302"/>
                  </a:lnTo>
                  <a:lnTo>
                    <a:pt x="5655533" y="260302"/>
                  </a:lnTo>
                  <a:lnTo>
                    <a:pt x="5655627" y="260302"/>
                  </a:lnTo>
                  <a:lnTo>
                    <a:pt x="5655721" y="260302"/>
                  </a:lnTo>
                  <a:lnTo>
                    <a:pt x="5656098" y="260302"/>
                  </a:lnTo>
                  <a:lnTo>
                    <a:pt x="5656192" y="260302"/>
                  </a:lnTo>
                  <a:lnTo>
                    <a:pt x="5656286" y="260302"/>
                  </a:lnTo>
                  <a:lnTo>
                    <a:pt x="5656663" y="260302"/>
                  </a:lnTo>
                  <a:lnTo>
                    <a:pt x="5656757" y="260302"/>
                  </a:lnTo>
                  <a:lnTo>
                    <a:pt x="5656851" y="260302"/>
                  </a:lnTo>
                  <a:lnTo>
                    <a:pt x="5657228" y="260302"/>
                  </a:lnTo>
                  <a:lnTo>
                    <a:pt x="5657322" y="260302"/>
                  </a:lnTo>
                  <a:lnTo>
                    <a:pt x="5657416" y="260302"/>
                  </a:lnTo>
                  <a:lnTo>
                    <a:pt x="5657699" y="260302"/>
                  </a:lnTo>
                  <a:lnTo>
                    <a:pt x="5657793" y="260302"/>
                  </a:lnTo>
                  <a:lnTo>
                    <a:pt x="5658169" y="260302"/>
                  </a:lnTo>
                  <a:lnTo>
                    <a:pt x="5658358" y="260302"/>
                  </a:lnTo>
                  <a:lnTo>
                    <a:pt x="5658734" y="260302"/>
                  </a:lnTo>
                  <a:lnTo>
                    <a:pt x="5658829" y="260302"/>
                  </a:lnTo>
                  <a:lnTo>
                    <a:pt x="5659017" y="260302"/>
                  </a:lnTo>
                  <a:lnTo>
                    <a:pt x="5659111" y="260302"/>
                  </a:lnTo>
                  <a:lnTo>
                    <a:pt x="5659393" y="260302"/>
                  </a:lnTo>
                  <a:lnTo>
                    <a:pt x="5659582" y="260302"/>
                  </a:lnTo>
                  <a:lnTo>
                    <a:pt x="5659676" y="260302"/>
                  </a:lnTo>
                  <a:lnTo>
                    <a:pt x="5659864" y="260302"/>
                  </a:lnTo>
                  <a:lnTo>
                    <a:pt x="5660147" y="260302"/>
                  </a:lnTo>
                  <a:lnTo>
                    <a:pt x="5660241" y="260302"/>
                  </a:lnTo>
                  <a:lnTo>
                    <a:pt x="5660335" y="260302"/>
                  </a:lnTo>
                  <a:lnTo>
                    <a:pt x="5660994" y="260302"/>
                  </a:lnTo>
                  <a:lnTo>
                    <a:pt x="5661371" y="260302"/>
                  </a:lnTo>
                  <a:lnTo>
                    <a:pt x="5661559" y="260302"/>
                  </a:lnTo>
                  <a:lnTo>
                    <a:pt x="5661841" y="260302"/>
                  </a:lnTo>
                  <a:lnTo>
                    <a:pt x="5661936" y="260302"/>
                  </a:lnTo>
                  <a:lnTo>
                    <a:pt x="5662030" y="260302"/>
                  </a:lnTo>
                  <a:lnTo>
                    <a:pt x="5662218" y="260302"/>
                  </a:lnTo>
                  <a:lnTo>
                    <a:pt x="5662500" y="260302"/>
                  </a:lnTo>
                  <a:lnTo>
                    <a:pt x="5662877" y="260302"/>
                  </a:lnTo>
                  <a:lnTo>
                    <a:pt x="5663348" y="260302"/>
                  </a:lnTo>
                  <a:lnTo>
                    <a:pt x="5663442" y="260302"/>
                  </a:lnTo>
                  <a:lnTo>
                    <a:pt x="5663536" y="260302"/>
                  </a:lnTo>
                  <a:lnTo>
                    <a:pt x="5663630" y="260302"/>
                  </a:lnTo>
                  <a:lnTo>
                    <a:pt x="5663724" y="260302"/>
                  </a:lnTo>
                  <a:lnTo>
                    <a:pt x="5663819" y="260302"/>
                  </a:lnTo>
                  <a:lnTo>
                    <a:pt x="5664101" y="260302"/>
                  </a:lnTo>
                  <a:lnTo>
                    <a:pt x="5664383" y="260302"/>
                  </a:lnTo>
                  <a:lnTo>
                    <a:pt x="5664572" y="260302"/>
                  </a:lnTo>
                  <a:lnTo>
                    <a:pt x="5664666" y="260302"/>
                  </a:lnTo>
                  <a:lnTo>
                    <a:pt x="5665137" y="260302"/>
                  </a:lnTo>
                  <a:lnTo>
                    <a:pt x="5665325" y="260302"/>
                  </a:lnTo>
                  <a:lnTo>
                    <a:pt x="5665419" y="260302"/>
                  </a:lnTo>
                  <a:lnTo>
                    <a:pt x="5665607" y="260302"/>
                  </a:lnTo>
                  <a:lnTo>
                    <a:pt x="5665702" y="260302"/>
                  </a:lnTo>
                  <a:lnTo>
                    <a:pt x="5666455" y="260302"/>
                  </a:lnTo>
                  <a:lnTo>
                    <a:pt x="5666549" y="260302"/>
                  </a:lnTo>
                  <a:lnTo>
                    <a:pt x="5666643" y="260302"/>
                  </a:lnTo>
                  <a:lnTo>
                    <a:pt x="5666737" y="260302"/>
                  </a:lnTo>
                  <a:lnTo>
                    <a:pt x="5667114" y="260302"/>
                  </a:lnTo>
                  <a:lnTo>
                    <a:pt x="5667302" y="260302"/>
                  </a:lnTo>
                  <a:lnTo>
                    <a:pt x="5667396" y="260302"/>
                  </a:lnTo>
                  <a:lnTo>
                    <a:pt x="5667585" y="260302"/>
                  </a:lnTo>
                  <a:lnTo>
                    <a:pt x="5667773" y="260302"/>
                  </a:lnTo>
                  <a:lnTo>
                    <a:pt x="5668055" y="260302"/>
                  </a:lnTo>
                  <a:lnTo>
                    <a:pt x="5668244" y="260302"/>
                  </a:lnTo>
                  <a:lnTo>
                    <a:pt x="5668338" y="260302"/>
                  </a:lnTo>
                  <a:lnTo>
                    <a:pt x="5668714" y="260302"/>
                  </a:lnTo>
                  <a:lnTo>
                    <a:pt x="5668809" y="260302"/>
                  </a:lnTo>
                  <a:lnTo>
                    <a:pt x="5669562" y="255391"/>
                  </a:lnTo>
                  <a:lnTo>
                    <a:pt x="5669656" y="255391"/>
                  </a:lnTo>
                  <a:lnTo>
                    <a:pt x="5670221" y="255391"/>
                  </a:lnTo>
                  <a:lnTo>
                    <a:pt x="5670315" y="255391"/>
                  </a:lnTo>
                  <a:lnTo>
                    <a:pt x="5670409" y="255391"/>
                  </a:lnTo>
                  <a:lnTo>
                    <a:pt x="5670786" y="255391"/>
                  </a:lnTo>
                  <a:lnTo>
                    <a:pt x="5670880" y="255391"/>
                  </a:lnTo>
                  <a:lnTo>
                    <a:pt x="5671351" y="255391"/>
                  </a:lnTo>
                  <a:lnTo>
                    <a:pt x="5671445" y="255391"/>
                  </a:lnTo>
                  <a:lnTo>
                    <a:pt x="5671822" y="255391"/>
                  </a:lnTo>
                  <a:lnTo>
                    <a:pt x="5672198" y="255391"/>
                  </a:lnTo>
                  <a:lnTo>
                    <a:pt x="5672386" y="255391"/>
                  </a:lnTo>
                  <a:lnTo>
                    <a:pt x="5672481" y="255391"/>
                  </a:lnTo>
                  <a:lnTo>
                    <a:pt x="5672575" y="255391"/>
                  </a:lnTo>
                  <a:lnTo>
                    <a:pt x="5672669" y="255391"/>
                  </a:lnTo>
                  <a:lnTo>
                    <a:pt x="5673328" y="255391"/>
                  </a:lnTo>
                  <a:lnTo>
                    <a:pt x="5673610" y="255391"/>
                  </a:lnTo>
                  <a:lnTo>
                    <a:pt x="5673705" y="255391"/>
                  </a:lnTo>
                  <a:lnTo>
                    <a:pt x="5673799" y="255391"/>
                  </a:lnTo>
                  <a:lnTo>
                    <a:pt x="5673987" y="255391"/>
                  </a:lnTo>
                  <a:lnTo>
                    <a:pt x="5674175" y="255391"/>
                  </a:lnTo>
                  <a:lnTo>
                    <a:pt x="5674458" y="255391"/>
                  </a:lnTo>
                  <a:lnTo>
                    <a:pt x="5674646" y="255391"/>
                  </a:lnTo>
                  <a:lnTo>
                    <a:pt x="5674740" y="255391"/>
                  </a:lnTo>
                  <a:lnTo>
                    <a:pt x="5674834" y="255391"/>
                  </a:lnTo>
                  <a:lnTo>
                    <a:pt x="5676247" y="250480"/>
                  </a:lnTo>
                  <a:lnTo>
                    <a:pt x="5676435" y="250480"/>
                  </a:lnTo>
                  <a:lnTo>
                    <a:pt x="5676623" y="250480"/>
                  </a:lnTo>
                  <a:lnTo>
                    <a:pt x="5677000" y="250480"/>
                  </a:lnTo>
                  <a:lnTo>
                    <a:pt x="5677188" y="250480"/>
                  </a:lnTo>
                  <a:lnTo>
                    <a:pt x="5677282" y="250480"/>
                  </a:lnTo>
                  <a:lnTo>
                    <a:pt x="5677377" y="250480"/>
                  </a:lnTo>
                  <a:lnTo>
                    <a:pt x="5677471" y="250480"/>
                  </a:lnTo>
                  <a:lnTo>
                    <a:pt x="5677659" y="250480"/>
                  </a:lnTo>
                  <a:lnTo>
                    <a:pt x="5677941" y="250480"/>
                  </a:lnTo>
                  <a:lnTo>
                    <a:pt x="5678036" y="250480"/>
                  </a:lnTo>
                  <a:lnTo>
                    <a:pt x="5678130" y="250480"/>
                  </a:lnTo>
                  <a:lnTo>
                    <a:pt x="5678318" y="250480"/>
                  </a:lnTo>
                  <a:lnTo>
                    <a:pt x="5678506" y="250480"/>
                  </a:lnTo>
                  <a:lnTo>
                    <a:pt x="5679354" y="250480"/>
                  </a:lnTo>
                  <a:lnTo>
                    <a:pt x="5679824" y="250480"/>
                  </a:lnTo>
                  <a:lnTo>
                    <a:pt x="5680295" y="250480"/>
                  </a:lnTo>
                  <a:lnTo>
                    <a:pt x="5680766" y="250480"/>
                  </a:lnTo>
                  <a:lnTo>
                    <a:pt x="5680860" y="250480"/>
                  </a:lnTo>
                  <a:lnTo>
                    <a:pt x="5680954" y="250480"/>
                  </a:lnTo>
                  <a:lnTo>
                    <a:pt x="5681143" y="250480"/>
                  </a:lnTo>
                  <a:lnTo>
                    <a:pt x="5681237" y="250480"/>
                  </a:lnTo>
                  <a:lnTo>
                    <a:pt x="5681425" y="250480"/>
                  </a:lnTo>
                  <a:lnTo>
                    <a:pt x="5681708" y="250480"/>
                  </a:lnTo>
                  <a:lnTo>
                    <a:pt x="5681802" y="250480"/>
                  </a:lnTo>
                  <a:lnTo>
                    <a:pt x="5682084" y="250480"/>
                  </a:lnTo>
                  <a:lnTo>
                    <a:pt x="5682272" y="250480"/>
                  </a:lnTo>
                  <a:lnTo>
                    <a:pt x="5682367" y="250480"/>
                  </a:lnTo>
                  <a:lnTo>
                    <a:pt x="5682461" y="250480"/>
                  </a:lnTo>
                  <a:lnTo>
                    <a:pt x="5682555" y="250480"/>
                  </a:lnTo>
                  <a:lnTo>
                    <a:pt x="5682649" y="250480"/>
                  </a:lnTo>
                  <a:lnTo>
                    <a:pt x="5683120" y="250480"/>
                  </a:lnTo>
                  <a:lnTo>
                    <a:pt x="5683308" y="250480"/>
                  </a:lnTo>
                  <a:lnTo>
                    <a:pt x="5683496" y="250480"/>
                  </a:lnTo>
                  <a:lnTo>
                    <a:pt x="5683591" y="250480"/>
                  </a:lnTo>
                  <a:lnTo>
                    <a:pt x="5683685" y="250480"/>
                  </a:lnTo>
                  <a:lnTo>
                    <a:pt x="5683779" y="250480"/>
                  </a:lnTo>
                  <a:lnTo>
                    <a:pt x="5684344" y="250480"/>
                  </a:lnTo>
                  <a:lnTo>
                    <a:pt x="5684815" y="250480"/>
                  </a:lnTo>
                  <a:lnTo>
                    <a:pt x="5685191" y="250480"/>
                  </a:lnTo>
                  <a:lnTo>
                    <a:pt x="5685285" y="250480"/>
                  </a:lnTo>
                  <a:lnTo>
                    <a:pt x="5685379" y="250480"/>
                  </a:lnTo>
                  <a:lnTo>
                    <a:pt x="5685568" y="250480"/>
                  </a:lnTo>
                  <a:lnTo>
                    <a:pt x="5685662" y="250480"/>
                  </a:lnTo>
                  <a:lnTo>
                    <a:pt x="5685850" y="250480"/>
                  </a:lnTo>
                  <a:lnTo>
                    <a:pt x="5685944" y="250480"/>
                  </a:lnTo>
                  <a:lnTo>
                    <a:pt x="5686133" y="250480"/>
                  </a:lnTo>
                  <a:lnTo>
                    <a:pt x="5686698" y="250480"/>
                  </a:lnTo>
                  <a:lnTo>
                    <a:pt x="5686886" y="250480"/>
                  </a:lnTo>
                  <a:lnTo>
                    <a:pt x="5687357" y="250480"/>
                  </a:lnTo>
                  <a:lnTo>
                    <a:pt x="5687451" y="250480"/>
                  </a:lnTo>
                  <a:lnTo>
                    <a:pt x="5687545" y="250480"/>
                  </a:lnTo>
                  <a:lnTo>
                    <a:pt x="5687639" y="250480"/>
                  </a:lnTo>
                  <a:lnTo>
                    <a:pt x="5687733" y="250480"/>
                  </a:lnTo>
                  <a:lnTo>
                    <a:pt x="5687827" y="250480"/>
                  </a:lnTo>
                  <a:lnTo>
                    <a:pt x="5688486" y="250480"/>
                  </a:lnTo>
                  <a:lnTo>
                    <a:pt x="5688581" y="250480"/>
                  </a:lnTo>
                  <a:lnTo>
                    <a:pt x="5688957" y="250480"/>
                  </a:lnTo>
                  <a:lnTo>
                    <a:pt x="5689240" y="250480"/>
                  </a:lnTo>
                  <a:lnTo>
                    <a:pt x="5689334" y="250480"/>
                  </a:lnTo>
                  <a:lnTo>
                    <a:pt x="5689616" y="250480"/>
                  </a:lnTo>
                  <a:lnTo>
                    <a:pt x="5689710" y="250480"/>
                  </a:lnTo>
                  <a:lnTo>
                    <a:pt x="5689805" y="250480"/>
                  </a:lnTo>
                  <a:lnTo>
                    <a:pt x="5690087" y="250480"/>
                  </a:lnTo>
                  <a:lnTo>
                    <a:pt x="5690275" y="250480"/>
                  </a:lnTo>
                  <a:lnTo>
                    <a:pt x="5690746" y="250480"/>
                  </a:lnTo>
                  <a:lnTo>
                    <a:pt x="5690840" y="250480"/>
                  </a:lnTo>
                  <a:lnTo>
                    <a:pt x="5691499" y="250480"/>
                  </a:lnTo>
                  <a:lnTo>
                    <a:pt x="5691782" y="250480"/>
                  </a:lnTo>
                  <a:lnTo>
                    <a:pt x="5691876" y="250480"/>
                  </a:lnTo>
                  <a:lnTo>
                    <a:pt x="5692064" y="250480"/>
                  </a:lnTo>
                  <a:lnTo>
                    <a:pt x="5692253" y="250480"/>
                  </a:lnTo>
                  <a:lnTo>
                    <a:pt x="5692347" y="250480"/>
                  </a:lnTo>
                  <a:lnTo>
                    <a:pt x="5692535" y="250480"/>
                  </a:lnTo>
                  <a:lnTo>
                    <a:pt x="5692723" y="250480"/>
                  </a:lnTo>
                  <a:lnTo>
                    <a:pt x="5692817" y="250480"/>
                  </a:lnTo>
                  <a:lnTo>
                    <a:pt x="5692912" y="250480"/>
                  </a:lnTo>
                  <a:lnTo>
                    <a:pt x="5693006" y="250480"/>
                  </a:lnTo>
                  <a:lnTo>
                    <a:pt x="5693100" y="250480"/>
                  </a:lnTo>
                  <a:lnTo>
                    <a:pt x="5693194" y="250480"/>
                  </a:lnTo>
                  <a:lnTo>
                    <a:pt x="5693382" y="250480"/>
                  </a:lnTo>
                  <a:lnTo>
                    <a:pt x="5693477" y="250480"/>
                  </a:lnTo>
                  <a:lnTo>
                    <a:pt x="5693665" y="250480"/>
                  </a:lnTo>
                  <a:lnTo>
                    <a:pt x="5693759" y="250480"/>
                  </a:lnTo>
                  <a:lnTo>
                    <a:pt x="5694418" y="250480"/>
                  </a:lnTo>
                  <a:lnTo>
                    <a:pt x="5694512" y="250480"/>
                  </a:lnTo>
                  <a:lnTo>
                    <a:pt x="5694889" y="250480"/>
                  </a:lnTo>
                  <a:lnTo>
                    <a:pt x="5694983" y="250480"/>
                  </a:lnTo>
                  <a:lnTo>
                    <a:pt x="5695171" y="250480"/>
                  </a:lnTo>
                  <a:lnTo>
                    <a:pt x="5695924" y="250480"/>
                  </a:lnTo>
                  <a:lnTo>
                    <a:pt x="5696207" y="250480"/>
                  </a:lnTo>
                  <a:lnTo>
                    <a:pt x="5696395" y="250480"/>
                  </a:lnTo>
                  <a:lnTo>
                    <a:pt x="5696678" y="250480"/>
                  </a:lnTo>
                  <a:lnTo>
                    <a:pt x="5696772" y="250480"/>
                  </a:lnTo>
                  <a:lnTo>
                    <a:pt x="5696866" y="250480"/>
                  </a:lnTo>
                  <a:lnTo>
                    <a:pt x="5696960" y="250480"/>
                  </a:lnTo>
                  <a:lnTo>
                    <a:pt x="5697148" y="250480"/>
                  </a:lnTo>
                  <a:lnTo>
                    <a:pt x="5697337" y="250480"/>
                  </a:lnTo>
                  <a:lnTo>
                    <a:pt x="5697431" y="250480"/>
                  </a:lnTo>
                  <a:lnTo>
                    <a:pt x="5697525" y="250480"/>
                  </a:lnTo>
                  <a:lnTo>
                    <a:pt x="5697713" y="250480"/>
                  </a:lnTo>
                  <a:lnTo>
                    <a:pt x="5697902" y="250480"/>
                  </a:lnTo>
                  <a:lnTo>
                    <a:pt x="5698090" y="250480"/>
                  </a:lnTo>
                  <a:lnTo>
                    <a:pt x="5698372" y="250480"/>
                  </a:lnTo>
                  <a:lnTo>
                    <a:pt x="5698467" y="250480"/>
                  </a:lnTo>
                  <a:lnTo>
                    <a:pt x="5699126" y="250480"/>
                  </a:lnTo>
                  <a:lnTo>
                    <a:pt x="5699220" y="250480"/>
                  </a:lnTo>
                  <a:lnTo>
                    <a:pt x="5699596" y="250480"/>
                  </a:lnTo>
                  <a:lnTo>
                    <a:pt x="5699691" y="250480"/>
                  </a:lnTo>
                  <a:lnTo>
                    <a:pt x="5699973" y="250480"/>
                  </a:lnTo>
                  <a:lnTo>
                    <a:pt x="5700161" y="250480"/>
                  </a:lnTo>
                  <a:lnTo>
                    <a:pt x="5700255" y="250480"/>
                  </a:lnTo>
                  <a:lnTo>
                    <a:pt x="5700444" y="250480"/>
                  </a:lnTo>
                  <a:lnTo>
                    <a:pt x="5700726" y="250480"/>
                  </a:lnTo>
                  <a:lnTo>
                    <a:pt x="5700820" y="250480"/>
                  </a:lnTo>
                  <a:lnTo>
                    <a:pt x="5700915" y="250480"/>
                  </a:lnTo>
                  <a:lnTo>
                    <a:pt x="5701009" y="250480"/>
                  </a:lnTo>
                  <a:lnTo>
                    <a:pt x="5701103" y="250480"/>
                  </a:lnTo>
                  <a:lnTo>
                    <a:pt x="5701197" y="250480"/>
                  </a:lnTo>
                  <a:lnTo>
                    <a:pt x="5701479" y="250480"/>
                  </a:lnTo>
                  <a:lnTo>
                    <a:pt x="5701762" y="250480"/>
                  </a:lnTo>
                  <a:lnTo>
                    <a:pt x="5702421" y="250480"/>
                  </a:lnTo>
                  <a:lnTo>
                    <a:pt x="5702515" y="250480"/>
                  </a:lnTo>
                  <a:lnTo>
                    <a:pt x="5704022" y="250480"/>
                  </a:lnTo>
                  <a:lnTo>
                    <a:pt x="5704210" y="250480"/>
                  </a:lnTo>
                  <a:lnTo>
                    <a:pt x="5704398" y="250480"/>
                  </a:lnTo>
                  <a:lnTo>
                    <a:pt x="5704586" y="250480"/>
                  </a:lnTo>
                  <a:lnTo>
                    <a:pt x="5704775" y="250480"/>
                  </a:lnTo>
                  <a:lnTo>
                    <a:pt x="5704775" y="245568"/>
                  </a:lnTo>
                  <a:lnTo>
                    <a:pt x="5705057" y="245568"/>
                  </a:lnTo>
                  <a:lnTo>
                    <a:pt x="5705528" y="245568"/>
                  </a:lnTo>
                  <a:lnTo>
                    <a:pt x="5705622" y="245568"/>
                  </a:lnTo>
                  <a:lnTo>
                    <a:pt x="5705810" y="245568"/>
                  </a:lnTo>
                  <a:lnTo>
                    <a:pt x="5705905" y="245568"/>
                  </a:lnTo>
                  <a:lnTo>
                    <a:pt x="5705999" y="245568"/>
                  </a:lnTo>
                  <a:lnTo>
                    <a:pt x="5706187" y="245568"/>
                  </a:lnTo>
                  <a:lnTo>
                    <a:pt x="5706375" y="245568"/>
                  </a:lnTo>
                  <a:lnTo>
                    <a:pt x="5706846" y="245568"/>
                  </a:lnTo>
                  <a:lnTo>
                    <a:pt x="5707317" y="245568"/>
                  </a:lnTo>
                  <a:lnTo>
                    <a:pt x="5707599" y="245568"/>
                  </a:lnTo>
                  <a:lnTo>
                    <a:pt x="5707976" y="245568"/>
                  </a:lnTo>
                  <a:lnTo>
                    <a:pt x="5708070" y="245568"/>
                  </a:lnTo>
                  <a:lnTo>
                    <a:pt x="5708258" y="245568"/>
                  </a:lnTo>
                  <a:lnTo>
                    <a:pt x="5708447" y="245568"/>
                  </a:lnTo>
                  <a:lnTo>
                    <a:pt x="5708729" y="245568"/>
                  </a:lnTo>
                  <a:lnTo>
                    <a:pt x="5708823" y="245568"/>
                  </a:lnTo>
                  <a:lnTo>
                    <a:pt x="5708917" y="245568"/>
                  </a:lnTo>
                  <a:lnTo>
                    <a:pt x="5709012" y="245568"/>
                  </a:lnTo>
                  <a:lnTo>
                    <a:pt x="5709106" y="245568"/>
                  </a:lnTo>
                  <a:lnTo>
                    <a:pt x="5709294" y="245568"/>
                  </a:lnTo>
                  <a:lnTo>
                    <a:pt x="5709765" y="245568"/>
                  </a:lnTo>
                  <a:lnTo>
                    <a:pt x="5709859" y="245568"/>
                  </a:lnTo>
                  <a:lnTo>
                    <a:pt x="5709953" y="245568"/>
                  </a:lnTo>
                  <a:lnTo>
                    <a:pt x="5710141" y="245568"/>
                  </a:lnTo>
                  <a:lnTo>
                    <a:pt x="5710236" y="245568"/>
                  </a:lnTo>
                  <a:lnTo>
                    <a:pt x="5710330" y="245568"/>
                  </a:lnTo>
                  <a:lnTo>
                    <a:pt x="5710424" y="245568"/>
                  </a:lnTo>
                  <a:lnTo>
                    <a:pt x="5710801" y="245568"/>
                  </a:lnTo>
                  <a:lnTo>
                    <a:pt x="5710989" y="245568"/>
                  </a:lnTo>
                  <a:lnTo>
                    <a:pt x="5711177" y="245568"/>
                  </a:lnTo>
                  <a:lnTo>
                    <a:pt x="5711365" y="245568"/>
                  </a:lnTo>
                  <a:lnTo>
                    <a:pt x="5711554" y="245568"/>
                  </a:lnTo>
                  <a:lnTo>
                    <a:pt x="5712025" y="245568"/>
                  </a:lnTo>
                  <a:lnTo>
                    <a:pt x="5712119" y="245568"/>
                  </a:lnTo>
                  <a:lnTo>
                    <a:pt x="5712495" y="245568"/>
                  </a:lnTo>
                  <a:lnTo>
                    <a:pt x="5712589" y="245568"/>
                  </a:lnTo>
                  <a:lnTo>
                    <a:pt x="5712778" y="245568"/>
                  </a:lnTo>
                  <a:lnTo>
                    <a:pt x="5712966" y="245568"/>
                  </a:lnTo>
                  <a:lnTo>
                    <a:pt x="5713060" y="245568"/>
                  </a:lnTo>
                  <a:lnTo>
                    <a:pt x="5713908" y="245568"/>
                  </a:lnTo>
                  <a:lnTo>
                    <a:pt x="5714002" y="245568"/>
                  </a:lnTo>
                  <a:lnTo>
                    <a:pt x="5714284" y="245568"/>
                  </a:lnTo>
                  <a:lnTo>
                    <a:pt x="5714378" y="245568"/>
                  </a:lnTo>
                  <a:lnTo>
                    <a:pt x="5714472" y="245568"/>
                  </a:lnTo>
                  <a:lnTo>
                    <a:pt x="5714567" y="245568"/>
                  </a:lnTo>
                  <a:lnTo>
                    <a:pt x="5714661" y="245568"/>
                  </a:lnTo>
                  <a:lnTo>
                    <a:pt x="5714943" y="245568"/>
                  </a:lnTo>
                  <a:lnTo>
                    <a:pt x="5715320" y="245568"/>
                  </a:lnTo>
                  <a:lnTo>
                    <a:pt x="5715508" y="245568"/>
                  </a:lnTo>
                  <a:lnTo>
                    <a:pt x="5715696" y="245568"/>
                  </a:lnTo>
                  <a:lnTo>
                    <a:pt x="5715791" y="240657"/>
                  </a:lnTo>
                  <a:lnTo>
                    <a:pt x="5715885" y="240657"/>
                  </a:lnTo>
                  <a:lnTo>
                    <a:pt x="5716167" y="240657"/>
                  </a:lnTo>
                  <a:lnTo>
                    <a:pt x="5716261" y="240657"/>
                  </a:lnTo>
                  <a:lnTo>
                    <a:pt x="5716356" y="240657"/>
                  </a:lnTo>
                  <a:lnTo>
                    <a:pt x="5716638" y="235745"/>
                  </a:lnTo>
                  <a:lnTo>
                    <a:pt x="5716920" y="235745"/>
                  </a:lnTo>
                  <a:lnTo>
                    <a:pt x="5717015" y="235745"/>
                  </a:lnTo>
                  <a:lnTo>
                    <a:pt x="5717109" y="235745"/>
                  </a:lnTo>
                  <a:lnTo>
                    <a:pt x="5717579" y="235745"/>
                  </a:lnTo>
                  <a:lnTo>
                    <a:pt x="5717674" y="235745"/>
                  </a:lnTo>
                  <a:lnTo>
                    <a:pt x="5717956" y="235745"/>
                  </a:lnTo>
                  <a:lnTo>
                    <a:pt x="5718050" y="235745"/>
                  </a:lnTo>
                  <a:lnTo>
                    <a:pt x="5718144" y="235745"/>
                  </a:lnTo>
                  <a:lnTo>
                    <a:pt x="5718521" y="235745"/>
                  </a:lnTo>
                  <a:lnTo>
                    <a:pt x="5719839" y="235745"/>
                  </a:lnTo>
                  <a:lnTo>
                    <a:pt x="5720122" y="235745"/>
                  </a:lnTo>
                  <a:lnTo>
                    <a:pt x="5720216" y="235745"/>
                  </a:lnTo>
                  <a:lnTo>
                    <a:pt x="5720310" y="235745"/>
                  </a:lnTo>
                  <a:lnTo>
                    <a:pt x="5720592" y="235745"/>
                  </a:lnTo>
                  <a:lnTo>
                    <a:pt x="5720781" y="235745"/>
                  </a:lnTo>
                  <a:lnTo>
                    <a:pt x="5720875" y="235745"/>
                  </a:lnTo>
                  <a:lnTo>
                    <a:pt x="5721063" y="235745"/>
                  </a:lnTo>
                  <a:lnTo>
                    <a:pt x="5721157" y="235745"/>
                  </a:lnTo>
                  <a:lnTo>
                    <a:pt x="5721251" y="235745"/>
                  </a:lnTo>
                  <a:lnTo>
                    <a:pt x="5721534" y="235745"/>
                  </a:lnTo>
                  <a:lnTo>
                    <a:pt x="5722099" y="235745"/>
                  </a:lnTo>
                  <a:lnTo>
                    <a:pt x="5722193" y="235745"/>
                  </a:lnTo>
                  <a:lnTo>
                    <a:pt x="5722287" y="235745"/>
                  </a:lnTo>
                  <a:lnTo>
                    <a:pt x="5722570" y="235745"/>
                  </a:lnTo>
                  <a:lnTo>
                    <a:pt x="5722758" y="235745"/>
                  </a:lnTo>
                  <a:lnTo>
                    <a:pt x="5722852" y="235745"/>
                  </a:lnTo>
                  <a:lnTo>
                    <a:pt x="5722946" y="235745"/>
                  </a:lnTo>
                  <a:lnTo>
                    <a:pt x="5723134" y="235745"/>
                  </a:lnTo>
                  <a:lnTo>
                    <a:pt x="5723323" y="235745"/>
                  </a:lnTo>
                  <a:lnTo>
                    <a:pt x="5723699" y="235745"/>
                  </a:lnTo>
                  <a:lnTo>
                    <a:pt x="5723982" y="235745"/>
                  </a:lnTo>
                  <a:lnTo>
                    <a:pt x="5724170" y="235745"/>
                  </a:lnTo>
                  <a:lnTo>
                    <a:pt x="5724547" y="235745"/>
                  </a:lnTo>
                  <a:lnTo>
                    <a:pt x="5724923" y="235745"/>
                  </a:lnTo>
                  <a:lnTo>
                    <a:pt x="5725206" y="235745"/>
                  </a:lnTo>
                  <a:lnTo>
                    <a:pt x="5725300" y="235745"/>
                  </a:lnTo>
                  <a:lnTo>
                    <a:pt x="5725865" y="235745"/>
                  </a:lnTo>
                  <a:lnTo>
                    <a:pt x="5726147" y="235745"/>
                  </a:lnTo>
                  <a:lnTo>
                    <a:pt x="5726241" y="235745"/>
                  </a:lnTo>
                  <a:lnTo>
                    <a:pt x="5726336" y="235745"/>
                  </a:lnTo>
                  <a:lnTo>
                    <a:pt x="5726430" y="235745"/>
                  </a:lnTo>
                  <a:lnTo>
                    <a:pt x="5726618" y="235745"/>
                  </a:lnTo>
                  <a:lnTo>
                    <a:pt x="5727089" y="235745"/>
                  </a:lnTo>
                  <a:lnTo>
                    <a:pt x="5727277" y="235745"/>
                  </a:lnTo>
                  <a:lnTo>
                    <a:pt x="5727654" y="235745"/>
                  </a:lnTo>
                  <a:lnTo>
                    <a:pt x="5727936" y="235745"/>
                  </a:lnTo>
                  <a:lnTo>
                    <a:pt x="5728125" y="235745"/>
                  </a:lnTo>
                  <a:lnTo>
                    <a:pt x="5728219" y="235745"/>
                  </a:lnTo>
                  <a:lnTo>
                    <a:pt x="5728313" y="235745"/>
                  </a:lnTo>
                  <a:lnTo>
                    <a:pt x="5728407" y="235745"/>
                  </a:lnTo>
                  <a:lnTo>
                    <a:pt x="5728501" y="235745"/>
                  </a:lnTo>
                  <a:lnTo>
                    <a:pt x="5728595" y="235745"/>
                  </a:lnTo>
                  <a:lnTo>
                    <a:pt x="5728784" y="235745"/>
                  </a:lnTo>
                  <a:lnTo>
                    <a:pt x="5729913" y="235745"/>
                  </a:lnTo>
                  <a:lnTo>
                    <a:pt x="5730008" y="235745"/>
                  </a:lnTo>
                  <a:lnTo>
                    <a:pt x="5730290" y="235745"/>
                  </a:lnTo>
                  <a:lnTo>
                    <a:pt x="5730384" y="235745"/>
                  </a:lnTo>
                  <a:lnTo>
                    <a:pt x="5730478" y="235745"/>
                  </a:lnTo>
                  <a:lnTo>
                    <a:pt x="5730761" y="235745"/>
                  </a:lnTo>
                  <a:lnTo>
                    <a:pt x="5730855" y="235745"/>
                  </a:lnTo>
                  <a:lnTo>
                    <a:pt x="5731420" y="235745"/>
                  </a:lnTo>
                  <a:lnTo>
                    <a:pt x="5731514" y="235745"/>
                  </a:lnTo>
                  <a:lnTo>
                    <a:pt x="5731608" y="235745"/>
                  </a:lnTo>
                  <a:lnTo>
                    <a:pt x="5731796" y="235745"/>
                  </a:lnTo>
                  <a:lnTo>
                    <a:pt x="5731985" y="235745"/>
                  </a:lnTo>
                  <a:lnTo>
                    <a:pt x="5732079" y="235745"/>
                  </a:lnTo>
                  <a:lnTo>
                    <a:pt x="5732550" y="235745"/>
                  </a:lnTo>
                  <a:lnTo>
                    <a:pt x="5732832" y="235745"/>
                  </a:lnTo>
                  <a:lnTo>
                    <a:pt x="5733020" y="235745"/>
                  </a:lnTo>
                  <a:lnTo>
                    <a:pt x="5733209" y="235745"/>
                  </a:lnTo>
                  <a:lnTo>
                    <a:pt x="5733303" y="235745"/>
                  </a:lnTo>
                  <a:lnTo>
                    <a:pt x="5733868" y="235745"/>
                  </a:lnTo>
                  <a:lnTo>
                    <a:pt x="5734244" y="235745"/>
                  </a:lnTo>
                  <a:lnTo>
                    <a:pt x="5734715" y="235745"/>
                  </a:lnTo>
                  <a:lnTo>
                    <a:pt x="5734903" y="235745"/>
                  </a:lnTo>
                  <a:lnTo>
                    <a:pt x="5735186" y="235745"/>
                  </a:lnTo>
                  <a:lnTo>
                    <a:pt x="5735280" y="235745"/>
                  </a:lnTo>
                  <a:lnTo>
                    <a:pt x="5735374" y="235745"/>
                  </a:lnTo>
                  <a:lnTo>
                    <a:pt x="5735468" y="235745"/>
                  </a:lnTo>
                  <a:lnTo>
                    <a:pt x="5735751" y="235745"/>
                  </a:lnTo>
                  <a:lnTo>
                    <a:pt x="5735845" y="235745"/>
                  </a:lnTo>
                  <a:lnTo>
                    <a:pt x="5735939" y="235745"/>
                  </a:lnTo>
                  <a:lnTo>
                    <a:pt x="5736127" y="235745"/>
                  </a:lnTo>
                  <a:lnTo>
                    <a:pt x="5736222" y="235745"/>
                  </a:lnTo>
                  <a:lnTo>
                    <a:pt x="5736316" y="235745"/>
                  </a:lnTo>
                  <a:lnTo>
                    <a:pt x="5736410" y="235745"/>
                  </a:lnTo>
                  <a:lnTo>
                    <a:pt x="5736692" y="235745"/>
                  </a:lnTo>
                  <a:lnTo>
                    <a:pt x="5736881" y="235745"/>
                  </a:lnTo>
                  <a:lnTo>
                    <a:pt x="5736975" y="235745"/>
                  </a:lnTo>
                  <a:lnTo>
                    <a:pt x="5737163" y="235745"/>
                  </a:lnTo>
                  <a:lnTo>
                    <a:pt x="5737351" y="235745"/>
                  </a:lnTo>
                  <a:lnTo>
                    <a:pt x="5737446" y="235745"/>
                  </a:lnTo>
                  <a:lnTo>
                    <a:pt x="5737540" y="235745"/>
                  </a:lnTo>
                  <a:lnTo>
                    <a:pt x="5737728" y="235745"/>
                  </a:lnTo>
                  <a:lnTo>
                    <a:pt x="5737822" y="235745"/>
                  </a:lnTo>
                  <a:lnTo>
                    <a:pt x="5740270" y="235745"/>
                  </a:lnTo>
                  <a:lnTo>
                    <a:pt x="5740553" y="235745"/>
                  </a:lnTo>
                  <a:lnTo>
                    <a:pt x="5740741" y="235745"/>
                  </a:lnTo>
                  <a:lnTo>
                    <a:pt x="5741118" y="235745"/>
                  </a:lnTo>
                  <a:lnTo>
                    <a:pt x="5741212" y="235745"/>
                  </a:lnTo>
                  <a:lnTo>
                    <a:pt x="5741306" y="235745"/>
                  </a:lnTo>
                  <a:lnTo>
                    <a:pt x="5741494" y="235745"/>
                  </a:lnTo>
                  <a:lnTo>
                    <a:pt x="5741588" y="235745"/>
                  </a:lnTo>
                  <a:lnTo>
                    <a:pt x="5741682" y="235745"/>
                  </a:lnTo>
                  <a:lnTo>
                    <a:pt x="5742153" y="235745"/>
                  </a:lnTo>
                  <a:lnTo>
                    <a:pt x="5742247" y="235745"/>
                  </a:lnTo>
                  <a:lnTo>
                    <a:pt x="5742342" y="235745"/>
                  </a:lnTo>
                  <a:lnTo>
                    <a:pt x="5742530" y="235745"/>
                  </a:lnTo>
                  <a:lnTo>
                    <a:pt x="5742718" y="235745"/>
                  </a:lnTo>
                  <a:lnTo>
                    <a:pt x="5742812" y="235745"/>
                  </a:lnTo>
                  <a:lnTo>
                    <a:pt x="5743095" y="235745"/>
                  </a:lnTo>
                  <a:lnTo>
                    <a:pt x="5743189" y="235745"/>
                  </a:lnTo>
                  <a:lnTo>
                    <a:pt x="5743471" y="235745"/>
                  </a:lnTo>
                  <a:lnTo>
                    <a:pt x="5743565" y="235745"/>
                  </a:lnTo>
                  <a:lnTo>
                    <a:pt x="5743660" y="235745"/>
                  </a:lnTo>
                  <a:lnTo>
                    <a:pt x="5743942" y="235745"/>
                  </a:lnTo>
                  <a:lnTo>
                    <a:pt x="5744507" y="235745"/>
                  </a:lnTo>
                  <a:lnTo>
                    <a:pt x="5744601" y="235745"/>
                  </a:lnTo>
                  <a:lnTo>
                    <a:pt x="5744695" y="235745"/>
                  </a:lnTo>
                  <a:lnTo>
                    <a:pt x="5744789" y="235745"/>
                  </a:lnTo>
                  <a:lnTo>
                    <a:pt x="5744884" y="235745"/>
                  </a:lnTo>
                  <a:lnTo>
                    <a:pt x="5745072" y="235745"/>
                  </a:lnTo>
                  <a:lnTo>
                    <a:pt x="5745166" y="235745"/>
                  </a:lnTo>
                  <a:lnTo>
                    <a:pt x="5745354" y="235745"/>
                  </a:lnTo>
                  <a:lnTo>
                    <a:pt x="5745543" y="235745"/>
                  </a:lnTo>
                  <a:lnTo>
                    <a:pt x="5745731" y="235745"/>
                  </a:lnTo>
                  <a:lnTo>
                    <a:pt x="5746296" y="235745"/>
                  </a:lnTo>
                  <a:lnTo>
                    <a:pt x="5746484" y="235745"/>
                  </a:lnTo>
                  <a:lnTo>
                    <a:pt x="5746578" y="235745"/>
                  </a:lnTo>
                  <a:lnTo>
                    <a:pt x="5746767" y="235745"/>
                  </a:lnTo>
                  <a:lnTo>
                    <a:pt x="5746861" y="235745"/>
                  </a:lnTo>
                  <a:lnTo>
                    <a:pt x="5747332" y="235745"/>
                  </a:lnTo>
                  <a:lnTo>
                    <a:pt x="5747614" y="235745"/>
                  </a:lnTo>
                  <a:lnTo>
                    <a:pt x="5748085" y="235745"/>
                  </a:lnTo>
                  <a:lnTo>
                    <a:pt x="5748367" y="235745"/>
                  </a:lnTo>
                  <a:lnTo>
                    <a:pt x="5748932" y="235745"/>
                  </a:lnTo>
                  <a:lnTo>
                    <a:pt x="5749026" y="235745"/>
                  </a:lnTo>
                  <a:lnTo>
                    <a:pt x="5749685" y="235745"/>
                  </a:lnTo>
                  <a:lnTo>
                    <a:pt x="5750156" y="235745"/>
                  </a:lnTo>
                  <a:lnTo>
                    <a:pt x="5750344" y="235745"/>
                  </a:lnTo>
                  <a:lnTo>
                    <a:pt x="5750533" y="235745"/>
                  </a:lnTo>
                  <a:lnTo>
                    <a:pt x="5750627" y="235745"/>
                  </a:lnTo>
                  <a:lnTo>
                    <a:pt x="5750815" y="235745"/>
                  </a:lnTo>
                  <a:lnTo>
                    <a:pt x="5750909" y="235745"/>
                  </a:lnTo>
                  <a:lnTo>
                    <a:pt x="5751004" y="235745"/>
                  </a:lnTo>
                  <a:lnTo>
                    <a:pt x="5751286" y="230834"/>
                  </a:lnTo>
                  <a:lnTo>
                    <a:pt x="5751380" y="230834"/>
                  </a:lnTo>
                  <a:lnTo>
                    <a:pt x="5751474" y="230834"/>
                  </a:lnTo>
                  <a:lnTo>
                    <a:pt x="5751663" y="230834"/>
                  </a:lnTo>
                  <a:lnTo>
                    <a:pt x="5751757" y="230834"/>
                  </a:lnTo>
                  <a:lnTo>
                    <a:pt x="5751851" y="230834"/>
                  </a:lnTo>
                  <a:lnTo>
                    <a:pt x="5751945" y="230834"/>
                  </a:lnTo>
                  <a:lnTo>
                    <a:pt x="5752039" y="230834"/>
                  </a:lnTo>
                  <a:lnTo>
                    <a:pt x="5752133" y="230834"/>
                  </a:lnTo>
                  <a:lnTo>
                    <a:pt x="5752227" y="230834"/>
                  </a:lnTo>
                  <a:lnTo>
                    <a:pt x="5752510" y="230834"/>
                  </a:lnTo>
                  <a:lnTo>
                    <a:pt x="5752792" y="230834"/>
                  </a:lnTo>
                  <a:lnTo>
                    <a:pt x="5753451" y="230834"/>
                  </a:lnTo>
                  <a:lnTo>
                    <a:pt x="5753640" y="230834"/>
                  </a:lnTo>
                  <a:lnTo>
                    <a:pt x="5753734" y="230834"/>
                  </a:lnTo>
                  <a:lnTo>
                    <a:pt x="5754016" y="230834"/>
                  </a:lnTo>
                  <a:lnTo>
                    <a:pt x="5754111" y="230834"/>
                  </a:lnTo>
                  <a:lnTo>
                    <a:pt x="5754205" y="230834"/>
                  </a:lnTo>
                  <a:lnTo>
                    <a:pt x="5754299" y="230834"/>
                  </a:lnTo>
                  <a:lnTo>
                    <a:pt x="5754958" y="230834"/>
                  </a:lnTo>
                  <a:lnTo>
                    <a:pt x="5755052" y="230834"/>
                  </a:lnTo>
                  <a:lnTo>
                    <a:pt x="5755146" y="230834"/>
                  </a:lnTo>
                  <a:lnTo>
                    <a:pt x="5755240" y="230834"/>
                  </a:lnTo>
                  <a:lnTo>
                    <a:pt x="5755523" y="230834"/>
                  </a:lnTo>
                  <a:lnTo>
                    <a:pt x="5755711" y="230834"/>
                  </a:lnTo>
                  <a:lnTo>
                    <a:pt x="5756088" y="230834"/>
                  </a:lnTo>
                  <a:lnTo>
                    <a:pt x="5756276" y="230834"/>
                  </a:lnTo>
                  <a:lnTo>
                    <a:pt x="5756464" y="230834"/>
                  </a:lnTo>
                  <a:lnTo>
                    <a:pt x="5756747" y="230834"/>
                  </a:lnTo>
                  <a:lnTo>
                    <a:pt x="5756841" y="230834"/>
                  </a:lnTo>
                  <a:lnTo>
                    <a:pt x="5757218" y="230834"/>
                  </a:lnTo>
                  <a:lnTo>
                    <a:pt x="5757406" y="230834"/>
                  </a:lnTo>
                  <a:lnTo>
                    <a:pt x="5757500" y="230834"/>
                  </a:lnTo>
                  <a:lnTo>
                    <a:pt x="5757688" y="230834"/>
                  </a:lnTo>
                  <a:lnTo>
                    <a:pt x="5757877" y="230834"/>
                  </a:lnTo>
                  <a:lnTo>
                    <a:pt x="5758065" y="230834"/>
                  </a:lnTo>
                  <a:lnTo>
                    <a:pt x="5758253" y="230834"/>
                  </a:lnTo>
                  <a:lnTo>
                    <a:pt x="5758630" y="230834"/>
                  </a:lnTo>
                  <a:lnTo>
                    <a:pt x="5758724" y="230834"/>
                  </a:lnTo>
                  <a:lnTo>
                    <a:pt x="5758818" y="230834"/>
                  </a:lnTo>
                  <a:lnTo>
                    <a:pt x="5758912" y="230834"/>
                  </a:lnTo>
                  <a:lnTo>
                    <a:pt x="5759101" y="230834"/>
                  </a:lnTo>
                  <a:lnTo>
                    <a:pt x="5759195" y="230834"/>
                  </a:lnTo>
                  <a:lnTo>
                    <a:pt x="5759666" y="230834"/>
                  </a:lnTo>
                  <a:lnTo>
                    <a:pt x="5759760" y="230834"/>
                  </a:lnTo>
                  <a:lnTo>
                    <a:pt x="5760136" y="230834"/>
                  </a:lnTo>
                  <a:lnTo>
                    <a:pt x="5760230" y="230834"/>
                  </a:lnTo>
                  <a:lnTo>
                    <a:pt x="5760419" y="230834"/>
                  </a:lnTo>
                  <a:lnTo>
                    <a:pt x="5760607" y="230834"/>
                  </a:lnTo>
                  <a:lnTo>
                    <a:pt x="5760701" y="230834"/>
                  </a:lnTo>
                  <a:lnTo>
                    <a:pt x="5760984" y="230834"/>
                  </a:lnTo>
                  <a:lnTo>
                    <a:pt x="5761360" y="230834"/>
                  </a:lnTo>
                  <a:lnTo>
                    <a:pt x="5762302" y="230834"/>
                  </a:lnTo>
                  <a:lnTo>
                    <a:pt x="5762396" y="230834"/>
                  </a:lnTo>
                  <a:lnTo>
                    <a:pt x="5762584" y="230834"/>
                  </a:lnTo>
                  <a:lnTo>
                    <a:pt x="5762773" y="230834"/>
                  </a:lnTo>
                  <a:lnTo>
                    <a:pt x="5762867" y="230834"/>
                  </a:lnTo>
                  <a:lnTo>
                    <a:pt x="5763055" y="230834"/>
                  </a:lnTo>
                  <a:lnTo>
                    <a:pt x="5763243" y="230834"/>
                  </a:lnTo>
                  <a:lnTo>
                    <a:pt x="5763432" y="230834"/>
                  </a:lnTo>
                  <a:lnTo>
                    <a:pt x="5763526" y="230834"/>
                  </a:lnTo>
                  <a:lnTo>
                    <a:pt x="5763714" y="230834"/>
                  </a:lnTo>
                  <a:lnTo>
                    <a:pt x="5763902" y="230834"/>
                  </a:lnTo>
                  <a:lnTo>
                    <a:pt x="5764091" y="230834"/>
                  </a:lnTo>
                  <a:lnTo>
                    <a:pt x="5764656" y="230834"/>
                  </a:lnTo>
                  <a:lnTo>
                    <a:pt x="5764750" y="230834"/>
                  </a:lnTo>
                  <a:lnTo>
                    <a:pt x="5764844" y="230834"/>
                  </a:lnTo>
                  <a:lnTo>
                    <a:pt x="5765220" y="230834"/>
                  </a:lnTo>
                  <a:lnTo>
                    <a:pt x="5765597" y="230834"/>
                  </a:lnTo>
                  <a:lnTo>
                    <a:pt x="5765691" y="230834"/>
                  </a:lnTo>
                  <a:lnTo>
                    <a:pt x="5765880" y="230834"/>
                  </a:lnTo>
                  <a:lnTo>
                    <a:pt x="5766068" y="230834"/>
                  </a:lnTo>
                  <a:lnTo>
                    <a:pt x="5766727" y="230834"/>
                  </a:lnTo>
                  <a:lnTo>
                    <a:pt x="5766821" y="230834"/>
                  </a:lnTo>
                  <a:lnTo>
                    <a:pt x="5767009" y="230834"/>
                  </a:lnTo>
                  <a:lnTo>
                    <a:pt x="5767104" y="230834"/>
                  </a:lnTo>
                  <a:lnTo>
                    <a:pt x="5767386" y="230834"/>
                  </a:lnTo>
                  <a:lnTo>
                    <a:pt x="5767574" y="230834"/>
                  </a:lnTo>
                  <a:lnTo>
                    <a:pt x="5767668" y="230834"/>
                  </a:lnTo>
                  <a:lnTo>
                    <a:pt x="5767763" y="230834"/>
                  </a:lnTo>
                  <a:lnTo>
                    <a:pt x="5767857" y="230834"/>
                  </a:lnTo>
                  <a:lnTo>
                    <a:pt x="5767951" y="230834"/>
                  </a:lnTo>
                  <a:lnTo>
                    <a:pt x="5768045" y="230834"/>
                  </a:lnTo>
                  <a:lnTo>
                    <a:pt x="5768233" y="230834"/>
                  </a:lnTo>
                  <a:lnTo>
                    <a:pt x="5768328" y="230834"/>
                  </a:lnTo>
                  <a:lnTo>
                    <a:pt x="5768798" y="230834"/>
                  </a:lnTo>
                  <a:lnTo>
                    <a:pt x="5768892" y="230834"/>
                  </a:lnTo>
                  <a:lnTo>
                    <a:pt x="5769175" y="230834"/>
                  </a:lnTo>
                  <a:lnTo>
                    <a:pt x="5769269" y="230834"/>
                  </a:lnTo>
                  <a:lnTo>
                    <a:pt x="5769457" y="230834"/>
                  </a:lnTo>
                  <a:lnTo>
                    <a:pt x="5769551" y="230834"/>
                  </a:lnTo>
                  <a:lnTo>
                    <a:pt x="5769928" y="230834"/>
                  </a:lnTo>
                  <a:lnTo>
                    <a:pt x="5770305" y="230834"/>
                  </a:lnTo>
                  <a:lnTo>
                    <a:pt x="5770681" y="230834"/>
                  </a:lnTo>
                  <a:lnTo>
                    <a:pt x="5770870" y="230834"/>
                  </a:lnTo>
                  <a:lnTo>
                    <a:pt x="5771058" y="230834"/>
                  </a:lnTo>
                  <a:lnTo>
                    <a:pt x="5771811" y="230834"/>
                  </a:lnTo>
                  <a:lnTo>
                    <a:pt x="5771905" y="230834"/>
                  </a:lnTo>
                  <a:lnTo>
                    <a:pt x="5772188" y="230834"/>
                  </a:lnTo>
                  <a:lnTo>
                    <a:pt x="5772376" y="230834"/>
                  </a:lnTo>
                  <a:lnTo>
                    <a:pt x="5772470" y="230834"/>
                  </a:lnTo>
                  <a:lnTo>
                    <a:pt x="5772753" y="230834"/>
                  </a:lnTo>
                  <a:lnTo>
                    <a:pt x="5772847" y="230834"/>
                  </a:lnTo>
                  <a:lnTo>
                    <a:pt x="5772941" y="230834"/>
                  </a:lnTo>
                  <a:lnTo>
                    <a:pt x="5773412" y="230834"/>
                  </a:lnTo>
                  <a:lnTo>
                    <a:pt x="5773506" y="230834"/>
                  </a:lnTo>
                  <a:lnTo>
                    <a:pt x="5773694" y="230834"/>
                  </a:lnTo>
                  <a:lnTo>
                    <a:pt x="5774165" y="230834"/>
                  </a:lnTo>
                  <a:lnTo>
                    <a:pt x="5774353" y="230834"/>
                  </a:lnTo>
                  <a:lnTo>
                    <a:pt x="5774824" y="230834"/>
                  </a:lnTo>
                  <a:lnTo>
                    <a:pt x="5775012" y="230834"/>
                  </a:lnTo>
                  <a:lnTo>
                    <a:pt x="5775106" y="230834"/>
                  </a:lnTo>
                  <a:lnTo>
                    <a:pt x="5775483" y="230834"/>
                  </a:lnTo>
                  <a:lnTo>
                    <a:pt x="5775483" y="225923"/>
                  </a:lnTo>
                  <a:lnTo>
                    <a:pt x="5775860" y="225923"/>
                  </a:lnTo>
                  <a:lnTo>
                    <a:pt x="5775954" y="225923"/>
                  </a:lnTo>
                  <a:lnTo>
                    <a:pt x="5776048" y="225923"/>
                  </a:lnTo>
                  <a:lnTo>
                    <a:pt x="5776425" y="225923"/>
                  </a:lnTo>
                  <a:lnTo>
                    <a:pt x="5776519" y="225923"/>
                  </a:lnTo>
                  <a:lnTo>
                    <a:pt x="5776613" y="225923"/>
                  </a:lnTo>
                  <a:lnTo>
                    <a:pt x="5776707" y="225923"/>
                  </a:lnTo>
                  <a:lnTo>
                    <a:pt x="5777178" y="225923"/>
                  </a:lnTo>
                  <a:lnTo>
                    <a:pt x="5777366" y="225923"/>
                  </a:lnTo>
                  <a:lnTo>
                    <a:pt x="5777460" y="225923"/>
                  </a:lnTo>
                  <a:lnTo>
                    <a:pt x="5777649" y="225923"/>
                  </a:lnTo>
                  <a:lnTo>
                    <a:pt x="5777837" y="225923"/>
                  </a:lnTo>
                  <a:lnTo>
                    <a:pt x="5778025" y="225923"/>
                  </a:lnTo>
                  <a:lnTo>
                    <a:pt x="5778402" y="225923"/>
                  </a:lnTo>
                  <a:lnTo>
                    <a:pt x="5778778" y="225923"/>
                  </a:lnTo>
                  <a:lnTo>
                    <a:pt x="5779061" y="225923"/>
                  </a:lnTo>
                  <a:lnTo>
                    <a:pt x="5779343" y="225923"/>
                  </a:lnTo>
                  <a:lnTo>
                    <a:pt x="5779437" y="225923"/>
                  </a:lnTo>
                  <a:lnTo>
                    <a:pt x="5779908" y="225923"/>
                  </a:lnTo>
                  <a:lnTo>
                    <a:pt x="5780097" y="225923"/>
                  </a:lnTo>
                  <a:lnTo>
                    <a:pt x="5780191" y="225923"/>
                  </a:lnTo>
                  <a:lnTo>
                    <a:pt x="5780285" y="225923"/>
                  </a:lnTo>
                  <a:lnTo>
                    <a:pt x="5780473" y="225923"/>
                  </a:lnTo>
                  <a:lnTo>
                    <a:pt x="5780567" y="225923"/>
                  </a:lnTo>
                  <a:lnTo>
                    <a:pt x="5780661" y="225923"/>
                  </a:lnTo>
                  <a:lnTo>
                    <a:pt x="5780756" y="225923"/>
                  </a:lnTo>
                  <a:lnTo>
                    <a:pt x="5780850" y="225923"/>
                  </a:lnTo>
                  <a:lnTo>
                    <a:pt x="5781038" y="225923"/>
                  </a:lnTo>
                  <a:lnTo>
                    <a:pt x="5781321" y="225923"/>
                  </a:lnTo>
                  <a:lnTo>
                    <a:pt x="5781885" y="225923"/>
                  </a:lnTo>
                  <a:lnTo>
                    <a:pt x="5782262" y="225923"/>
                  </a:lnTo>
                  <a:lnTo>
                    <a:pt x="5782450" y="225923"/>
                  </a:lnTo>
                  <a:lnTo>
                    <a:pt x="5782733" y="225923"/>
                  </a:lnTo>
                  <a:lnTo>
                    <a:pt x="5783109" y="221011"/>
                  </a:lnTo>
                  <a:lnTo>
                    <a:pt x="5783486" y="221011"/>
                  </a:lnTo>
                  <a:lnTo>
                    <a:pt x="5784239" y="221011"/>
                  </a:lnTo>
                  <a:lnTo>
                    <a:pt x="5784804" y="221011"/>
                  </a:lnTo>
                  <a:lnTo>
                    <a:pt x="5785087" y="221011"/>
                  </a:lnTo>
                  <a:lnTo>
                    <a:pt x="5785369" y="221011"/>
                  </a:lnTo>
                  <a:lnTo>
                    <a:pt x="5785557" y="221011"/>
                  </a:lnTo>
                  <a:lnTo>
                    <a:pt x="5785746" y="221011"/>
                  </a:lnTo>
                  <a:lnTo>
                    <a:pt x="5785934" y="221011"/>
                  </a:lnTo>
                  <a:lnTo>
                    <a:pt x="5786028" y="221011"/>
                  </a:lnTo>
                  <a:lnTo>
                    <a:pt x="5786122" y="221011"/>
                  </a:lnTo>
                  <a:lnTo>
                    <a:pt x="5786311" y="221011"/>
                  </a:lnTo>
                  <a:lnTo>
                    <a:pt x="5786405" y="221011"/>
                  </a:lnTo>
                  <a:lnTo>
                    <a:pt x="5786687" y="221011"/>
                  </a:lnTo>
                  <a:lnTo>
                    <a:pt x="5786970" y="221011"/>
                  </a:lnTo>
                  <a:lnTo>
                    <a:pt x="5787064" y="221011"/>
                  </a:lnTo>
                  <a:lnTo>
                    <a:pt x="5787346" y="221011"/>
                  </a:lnTo>
                  <a:lnTo>
                    <a:pt x="5787440" y="221011"/>
                  </a:lnTo>
                  <a:lnTo>
                    <a:pt x="5787535" y="221011"/>
                  </a:lnTo>
                  <a:lnTo>
                    <a:pt x="5787723" y="221011"/>
                  </a:lnTo>
                  <a:lnTo>
                    <a:pt x="5787911" y="221011"/>
                  </a:lnTo>
                  <a:lnTo>
                    <a:pt x="5788005" y="221011"/>
                  </a:lnTo>
                  <a:lnTo>
                    <a:pt x="5790830" y="221011"/>
                  </a:lnTo>
                  <a:lnTo>
                    <a:pt x="5791206" y="221011"/>
                  </a:lnTo>
                  <a:lnTo>
                    <a:pt x="5791583" y="221011"/>
                  </a:lnTo>
                  <a:lnTo>
                    <a:pt x="5791866" y="221011"/>
                  </a:lnTo>
                  <a:lnTo>
                    <a:pt x="5792148" y="221011"/>
                  </a:lnTo>
                  <a:lnTo>
                    <a:pt x="5792336" y="216100"/>
                  </a:lnTo>
                  <a:lnTo>
                    <a:pt x="5792430" y="216100"/>
                  </a:lnTo>
                  <a:lnTo>
                    <a:pt x="5792619" y="216100"/>
                  </a:lnTo>
                  <a:lnTo>
                    <a:pt x="5792901" y="216100"/>
                  </a:lnTo>
                  <a:lnTo>
                    <a:pt x="5793090" y="216100"/>
                  </a:lnTo>
                  <a:lnTo>
                    <a:pt x="5793184" y="216100"/>
                  </a:lnTo>
                  <a:lnTo>
                    <a:pt x="5793278" y="216100"/>
                  </a:lnTo>
                  <a:lnTo>
                    <a:pt x="5793560" y="216100"/>
                  </a:lnTo>
                  <a:lnTo>
                    <a:pt x="5793843" y="216100"/>
                  </a:lnTo>
                  <a:lnTo>
                    <a:pt x="5794031" y="216100"/>
                  </a:lnTo>
                  <a:lnTo>
                    <a:pt x="5794031" y="211189"/>
                  </a:lnTo>
                  <a:lnTo>
                    <a:pt x="5794596" y="211189"/>
                  </a:lnTo>
                  <a:lnTo>
                    <a:pt x="5794690" y="211189"/>
                  </a:lnTo>
                  <a:lnTo>
                    <a:pt x="5794784" y="211189"/>
                  </a:lnTo>
                  <a:lnTo>
                    <a:pt x="5794878" y="211189"/>
                  </a:lnTo>
                  <a:lnTo>
                    <a:pt x="5794973" y="211189"/>
                  </a:lnTo>
                  <a:lnTo>
                    <a:pt x="5795067" y="211189"/>
                  </a:lnTo>
                  <a:lnTo>
                    <a:pt x="5795349" y="211189"/>
                  </a:lnTo>
                  <a:lnTo>
                    <a:pt x="5795726" y="211189"/>
                  </a:lnTo>
                  <a:lnTo>
                    <a:pt x="5795820" y="211189"/>
                  </a:lnTo>
                  <a:lnTo>
                    <a:pt x="5796102" y="211189"/>
                  </a:lnTo>
                  <a:lnTo>
                    <a:pt x="5796291" y="211189"/>
                  </a:lnTo>
                  <a:lnTo>
                    <a:pt x="5796385" y="211189"/>
                  </a:lnTo>
                  <a:lnTo>
                    <a:pt x="5796573" y="211189"/>
                  </a:lnTo>
                  <a:lnTo>
                    <a:pt x="5796573" y="206277"/>
                  </a:lnTo>
                  <a:lnTo>
                    <a:pt x="5796856" y="206277"/>
                  </a:lnTo>
                  <a:lnTo>
                    <a:pt x="5796950" y="206277"/>
                  </a:lnTo>
                  <a:lnTo>
                    <a:pt x="5797138" y="206277"/>
                  </a:lnTo>
                  <a:lnTo>
                    <a:pt x="5797515" y="206277"/>
                  </a:lnTo>
                  <a:lnTo>
                    <a:pt x="5797609" y="206277"/>
                  </a:lnTo>
                  <a:lnTo>
                    <a:pt x="5797703" y="206277"/>
                  </a:lnTo>
                  <a:lnTo>
                    <a:pt x="5797891" y="206277"/>
                  </a:lnTo>
                  <a:lnTo>
                    <a:pt x="5798174" y="206277"/>
                  </a:lnTo>
                  <a:lnTo>
                    <a:pt x="5798362" y="206277"/>
                  </a:lnTo>
                  <a:lnTo>
                    <a:pt x="5798739" y="206277"/>
                  </a:lnTo>
                  <a:lnTo>
                    <a:pt x="5798927" y="206277"/>
                  </a:lnTo>
                  <a:lnTo>
                    <a:pt x="5799304" y="206277"/>
                  </a:lnTo>
                  <a:lnTo>
                    <a:pt x="5799492" y="206277"/>
                  </a:lnTo>
                  <a:lnTo>
                    <a:pt x="5799586" y="206277"/>
                  </a:lnTo>
                  <a:lnTo>
                    <a:pt x="5799680" y="206277"/>
                  </a:lnTo>
                  <a:lnTo>
                    <a:pt x="5799868" y="206277"/>
                  </a:lnTo>
                  <a:lnTo>
                    <a:pt x="5799963" y="206277"/>
                  </a:lnTo>
                  <a:lnTo>
                    <a:pt x="5800057" y="206277"/>
                  </a:lnTo>
                  <a:lnTo>
                    <a:pt x="5800433" y="206277"/>
                  </a:lnTo>
                  <a:lnTo>
                    <a:pt x="5800622" y="206277"/>
                  </a:lnTo>
                  <a:lnTo>
                    <a:pt x="5800904" y="206277"/>
                  </a:lnTo>
                  <a:lnTo>
                    <a:pt x="5800998" y="206277"/>
                  </a:lnTo>
                  <a:lnTo>
                    <a:pt x="5801187" y="206277"/>
                  </a:lnTo>
                  <a:lnTo>
                    <a:pt x="5801281" y="206277"/>
                  </a:lnTo>
                  <a:lnTo>
                    <a:pt x="5801281" y="201366"/>
                  </a:lnTo>
                  <a:lnTo>
                    <a:pt x="5801469" y="201366"/>
                  </a:lnTo>
                  <a:lnTo>
                    <a:pt x="5801657" y="201366"/>
                  </a:lnTo>
                  <a:lnTo>
                    <a:pt x="5801846" y="201366"/>
                  </a:lnTo>
                  <a:lnTo>
                    <a:pt x="5802128" y="201366"/>
                  </a:lnTo>
                  <a:lnTo>
                    <a:pt x="5802222" y="201366"/>
                  </a:lnTo>
                  <a:lnTo>
                    <a:pt x="5802316" y="201366"/>
                  </a:lnTo>
                  <a:lnTo>
                    <a:pt x="5802505" y="201366"/>
                  </a:lnTo>
                  <a:lnTo>
                    <a:pt x="5802599" y="201366"/>
                  </a:lnTo>
                  <a:lnTo>
                    <a:pt x="5802787" y="201366"/>
                  </a:lnTo>
                  <a:lnTo>
                    <a:pt x="5803352" y="201366"/>
                  </a:lnTo>
                  <a:lnTo>
                    <a:pt x="5803540" y="201366"/>
                  </a:lnTo>
                  <a:lnTo>
                    <a:pt x="5803635" y="201366"/>
                  </a:lnTo>
                  <a:lnTo>
                    <a:pt x="5803729" y="201366"/>
                  </a:lnTo>
                  <a:lnTo>
                    <a:pt x="5804482" y="201366"/>
                  </a:lnTo>
                  <a:lnTo>
                    <a:pt x="5804859" y="201366"/>
                  </a:lnTo>
                  <a:lnTo>
                    <a:pt x="5804953" y="201366"/>
                  </a:lnTo>
                  <a:lnTo>
                    <a:pt x="5805141" y="201366"/>
                  </a:lnTo>
                  <a:lnTo>
                    <a:pt x="5805329" y="201366"/>
                  </a:lnTo>
                  <a:lnTo>
                    <a:pt x="5805518" y="201366"/>
                  </a:lnTo>
                  <a:lnTo>
                    <a:pt x="5805894" y="201366"/>
                  </a:lnTo>
                  <a:lnTo>
                    <a:pt x="5806177" y="201366"/>
                  </a:lnTo>
                  <a:lnTo>
                    <a:pt x="5806271" y="201366"/>
                  </a:lnTo>
                  <a:lnTo>
                    <a:pt x="5806459" y="201366"/>
                  </a:lnTo>
                  <a:lnTo>
                    <a:pt x="5806836" y="201366"/>
                  </a:lnTo>
                  <a:lnTo>
                    <a:pt x="5807118" y="201366"/>
                  </a:lnTo>
                  <a:lnTo>
                    <a:pt x="5807212" y="201366"/>
                  </a:lnTo>
                  <a:lnTo>
                    <a:pt x="5807401" y="201366"/>
                  </a:lnTo>
                  <a:lnTo>
                    <a:pt x="5807589" y="201366"/>
                  </a:lnTo>
                  <a:lnTo>
                    <a:pt x="5807683" y="201366"/>
                  </a:lnTo>
                  <a:lnTo>
                    <a:pt x="5807966" y="201366"/>
                  </a:lnTo>
                  <a:lnTo>
                    <a:pt x="5808342" y="201366"/>
                  </a:lnTo>
                  <a:lnTo>
                    <a:pt x="5808907" y="201366"/>
                  </a:lnTo>
                  <a:lnTo>
                    <a:pt x="5809001" y="201366"/>
                  </a:lnTo>
                  <a:lnTo>
                    <a:pt x="5809095" y="201366"/>
                  </a:lnTo>
                  <a:lnTo>
                    <a:pt x="5809190" y="201366"/>
                  </a:lnTo>
                  <a:lnTo>
                    <a:pt x="5809378" y="201366"/>
                  </a:lnTo>
                  <a:lnTo>
                    <a:pt x="5809472" y="201366"/>
                  </a:lnTo>
                  <a:lnTo>
                    <a:pt x="5809566" y="201366"/>
                  </a:lnTo>
                  <a:lnTo>
                    <a:pt x="5809660" y="201366"/>
                  </a:lnTo>
                  <a:lnTo>
                    <a:pt x="5810131" y="201366"/>
                  </a:lnTo>
                  <a:lnTo>
                    <a:pt x="5810225" y="201366"/>
                  </a:lnTo>
                  <a:lnTo>
                    <a:pt x="5810508" y="201366"/>
                  </a:lnTo>
                  <a:lnTo>
                    <a:pt x="5810602" y="201366"/>
                  </a:lnTo>
                  <a:lnTo>
                    <a:pt x="5810696" y="201366"/>
                  </a:lnTo>
                  <a:lnTo>
                    <a:pt x="5810978" y="201366"/>
                  </a:lnTo>
                  <a:lnTo>
                    <a:pt x="5811073" y="201366"/>
                  </a:lnTo>
                  <a:lnTo>
                    <a:pt x="5811167" y="201366"/>
                  </a:lnTo>
                  <a:lnTo>
                    <a:pt x="5811355" y="201366"/>
                  </a:lnTo>
                  <a:lnTo>
                    <a:pt x="5811543" y="196454"/>
                  </a:lnTo>
                  <a:lnTo>
                    <a:pt x="5811732" y="196454"/>
                  </a:lnTo>
                  <a:lnTo>
                    <a:pt x="5811920" y="191543"/>
                  </a:lnTo>
                  <a:lnTo>
                    <a:pt x="5812485" y="191543"/>
                  </a:lnTo>
                  <a:lnTo>
                    <a:pt x="5812579" y="191543"/>
                  </a:lnTo>
                  <a:lnTo>
                    <a:pt x="5812862" y="191543"/>
                  </a:lnTo>
                  <a:lnTo>
                    <a:pt x="5812956" y="191543"/>
                  </a:lnTo>
                  <a:lnTo>
                    <a:pt x="5813050" y="191543"/>
                  </a:lnTo>
                  <a:lnTo>
                    <a:pt x="5813144" y="191543"/>
                  </a:lnTo>
                  <a:lnTo>
                    <a:pt x="5813521" y="191543"/>
                  </a:lnTo>
                  <a:lnTo>
                    <a:pt x="5813615" y="191543"/>
                  </a:lnTo>
                  <a:lnTo>
                    <a:pt x="5813803" y="191543"/>
                  </a:lnTo>
                  <a:lnTo>
                    <a:pt x="5813991" y="186632"/>
                  </a:lnTo>
                  <a:lnTo>
                    <a:pt x="5814085" y="186632"/>
                  </a:lnTo>
                  <a:lnTo>
                    <a:pt x="5814556" y="186632"/>
                  </a:lnTo>
                  <a:lnTo>
                    <a:pt x="5814745" y="186632"/>
                  </a:lnTo>
                  <a:lnTo>
                    <a:pt x="5814933" y="186632"/>
                  </a:lnTo>
                  <a:lnTo>
                    <a:pt x="5815027" y="186632"/>
                  </a:lnTo>
                  <a:lnTo>
                    <a:pt x="5815121" y="186632"/>
                  </a:lnTo>
                  <a:lnTo>
                    <a:pt x="5815215" y="186632"/>
                  </a:lnTo>
                  <a:lnTo>
                    <a:pt x="5816251" y="186632"/>
                  </a:lnTo>
                  <a:lnTo>
                    <a:pt x="5816439" y="186632"/>
                  </a:lnTo>
                  <a:lnTo>
                    <a:pt x="5816533" y="186632"/>
                  </a:lnTo>
                  <a:lnTo>
                    <a:pt x="5816628" y="186632"/>
                  </a:lnTo>
                  <a:lnTo>
                    <a:pt x="5817004" y="186632"/>
                  </a:lnTo>
                  <a:lnTo>
                    <a:pt x="5817287" y="186632"/>
                  </a:lnTo>
                  <a:lnTo>
                    <a:pt x="5817381" y="186632"/>
                  </a:lnTo>
                  <a:lnTo>
                    <a:pt x="5817475" y="186632"/>
                  </a:lnTo>
                  <a:lnTo>
                    <a:pt x="5817569" y="186632"/>
                  </a:lnTo>
                  <a:lnTo>
                    <a:pt x="5817757" y="186632"/>
                  </a:lnTo>
                  <a:lnTo>
                    <a:pt x="5818040" y="186632"/>
                  </a:lnTo>
                  <a:lnTo>
                    <a:pt x="5818228" y="186632"/>
                  </a:lnTo>
                  <a:lnTo>
                    <a:pt x="5818416" y="186632"/>
                  </a:lnTo>
                  <a:lnTo>
                    <a:pt x="5818605" y="186632"/>
                  </a:lnTo>
                  <a:lnTo>
                    <a:pt x="5818699" y="186632"/>
                  </a:lnTo>
                  <a:lnTo>
                    <a:pt x="5818793" y="186632"/>
                  </a:lnTo>
                  <a:lnTo>
                    <a:pt x="5819829" y="186632"/>
                  </a:lnTo>
                  <a:lnTo>
                    <a:pt x="5819923" y="186632"/>
                  </a:lnTo>
                  <a:lnTo>
                    <a:pt x="5820017" y="186632"/>
                  </a:lnTo>
                  <a:lnTo>
                    <a:pt x="5820111" y="186632"/>
                  </a:lnTo>
                  <a:lnTo>
                    <a:pt x="5820205" y="186632"/>
                  </a:lnTo>
                  <a:lnTo>
                    <a:pt x="5820394" y="186632"/>
                  </a:lnTo>
                  <a:lnTo>
                    <a:pt x="5820582" y="186632"/>
                  </a:lnTo>
                  <a:lnTo>
                    <a:pt x="5820770" y="186632"/>
                  </a:lnTo>
                  <a:lnTo>
                    <a:pt x="5821241" y="186632"/>
                  </a:lnTo>
                  <a:lnTo>
                    <a:pt x="5821335" y="186632"/>
                  </a:lnTo>
                  <a:lnTo>
                    <a:pt x="5821618" y="186632"/>
                  </a:lnTo>
                  <a:lnTo>
                    <a:pt x="5821900" y="186632"/>
                  </a:lnTo>
                  <a:lnTo>
                    <a:pt x="5821994" y="186632"/>
                  </a:lnTo>
                  <a:lnTo>
                    <a:pt x="5822747" y="186632"/>
                  </a:lnTo>
                  <a:lnTo>
                    <a:pt x="5822936" y="186632"/>
                  </a:lnTo>
                  <a:lnTo>
                    <a:pt x="5823030" y="186632"/>
                  </a:lnTo>
                  <a:lnTo>
                    <a:pt x="5823218" y="186632"/>
                  </a:lnTo>
                  <a:lnTo>
                    <a:pt x="5823501" y="186632"/>
                  </a:lnTo>
                  <a:lnTo>
                    <a:pt x="5823971" y="186632"/>
                  </a:lnTo>
                  <a:lnTo>
                    <a:pt x="5824066" y="186632"/>
                  </a:lnTo>
                  <a:lnTo>
                    <a:pt x="5824160" y="186632"/>
                  </a:lnTo>
                  <a:lnTo>
                    <a:pt x="5824254" y="186632"/>
                  </a:lnTo>
                  <a:lnTo>
                    <a:pt x="5824631" y="186632"/>
                  </a:lnTo>
                  <a:lnTo>
                    <a:pt x="5825007" y="186632"/>
                  </a:lnTo>
                  <a:lnTo>
                    <a:pt x="5825101" y="186632"/>
                  </a:lnTo>
                  <a:lnTo>
                    <a:pt x="5825195" y="186632"/>
                  </a:lnTo>
                  <a:lnTo>
                    <a:pt x="5825290" y="186632"/>
                  </a:lnTo>
                  <a:lnTo>
                    <a:pt x="5825384" y="186632"/>
                  </a:lnTo>
                  <a:lnTo>
                    <a:pt x="5825855" y="186632"/>
                  </a:lnTo>
                  <a:lnTo>
                    <a:pt x="5826137" y="186632"/>
                  </a:lnTo>
                  <a:lnTo>
                    <a:pt x="5826231" y="186632"/>
                  </a:lnTo>
                  <a:lnTo>
                    <a:pt x="5826325" y="186632"/>
                  </a:lnTo>
                  <a:lnTo>
                    <a:pt x="5826419" y="186632"/>
                  </a:lnTo>
                  <a:lnTo>
                    <a:pt x="5826514" y="186632"/>
                  </a:lnTo>
                  <a:lnTo>
                    <a:pt x="5826608" y="186632"/>
                  </a:lnTo>
                  <a:lnTo>
                    <a:pt x="5826796" y="186632"/>
                  </a:lnTo>
                  <a:lnTo>
                    <a:pt x="5827549" y="186632"/>
                  </a:lnTo>
                  <a:lnTo>
                    <a:pt x="5827643" y="186632"/>
                  </a:lnTo>
                  <a:lnTo>
                    <a:pt x="5827738" y="186632"/>
                  </a:lnTo>
                  <a:lnTo>
                    <a:pt x="5828114" y="186632"/>
                  </a:lnTo>
                  <a:lnTo>
                    <a:pt x="5828302" y="186632"/>
                  </a:lnTo>
                  <a:lnTo>
                    <a:pt x="5828397" y="186632"/>
                  </a:lnTo>
                  <a:lnTo>
                    <a:pt x="5828867" y="186632"/>
                  </a:lnTo>
                  <a:lnTo>
                    <a:pt x="5828962" y="186632"/>
                  </a:lnTo>
                  <a:lnTo>
                    <a:pt x="5829432" y="186632"/>
                  </a:lnTo>
                  <a:lnTo>
                    <a:pt x="5829621" y="186632"/>
                  </a:lnTo>
                  <a:lnTo>
                    <a:pt x="5829809" y="186632"/>
                  </a:lnTo>
                  <a:lnTo>
                    <a:pt x="5829903" y="186632"/>
                  </a:lnTo>
                  <a:lnTo>
                    <a:pt x="5830186" y="186632"/>
                  </a:lnTo>
                  <a:lnTo>
                    <a:pt x="5830280" y="186632"/>
                  </a:lnTo>
                  <a:lnTo>
                    <a:pt x="5830562" y="186632"/>
                  </a:lnTo>
                  <a:lnTo>
                    <a:pt x="5830656" y="186632"/>
                  </a:lnTo>
                  <a:lnTo>
                    <a:pt x="5830750" y="186632"/>
                  </a:lnTo>
                  <a:lnTo>
                    <a:pt x="5831504" y="181720"/>
                  </a:lnTo>
                  <a:lnTo>
                    <a:pt x="5831598" y="181720"/>
                  </a:lnTo>
                  <a:lnTo>
                    <a:pt x="5831692" y="181720"/>
                  </a:lnTo>
                  <a:lnTo>
                    <a:pt x="5831786" y="181720"/>
                  </a:lnTo>
                  <a:lnTo>
                    <a:pt x="5831880" y="181720"/>
                  </a:lnTo>
                  <a:lnTo>
                    <a:pt x="5832257" y="181720"/>
                  </a:lnTo>
                  <a:lnTo>
                    <a:pt x="5832351" y="181720"/>
                  </a:lnTo>
                  <a:lnTo>
                    <a:pt x="5832539" y="181720"/>
                  </a:lnTo>
                  <a:lnTo>
                    <a:pt x="5832633" y="181720"/>
                  </a:lnTo>
                  <a:lnTo>
                    <a:pt x="5832822" y="181720"/>
                  </a:lnTo>
                  <a:lnTo>
                    <a:pt x="5833293" y="181720"/>
                  </a:lnTo>
                  <a:lnTo>
                    <a:pt x="5833669" y="181720"/>
                  </a:lnTo>
                  <a:lnTo>
                    <a:pt x="5833763" y="181720"/>
                  </a:lnTo>
                  <a:lnTo>
                    <a:pt x="5834234" y="181720"/>
                  </a:lnTo>
                  <a:lnTo>
                    <a:pt x="5834328" y="181720"/>
                  </a:lnTo>
                  <a:lnTo>
                    <a:pt x="5834611" y="181720"/>
                  </a:lnTo>
                  <a:lnTo>
                    <a:pt x="5834799" y="181720"/>
                  </a:lnTo>
                  <a:lnTo>
                    <a:pt x="5834893" y="181720"/>
                  </a:lnTo>
                  <a:lnTo>
                    <a:pt x="5834987" y="181720"/>
                  </a:lnTo>
                  <a:lnTo>
                    <a:pt x="5835081" y="181720"/>
                  </a:lnTo>
                  <a:lnTo>
                    <a:pt x="5835176" y="181720"/>
                  </a:lnTo>
                  <a:lnTo>
                    <a:pt x="5835364" y="181720"/>
                  </a:lnTo>
                  <a:lnTo>
                    <a:pt x="5835552" y="181720"/>
                  </a:lnTo>
                  <a:lnTo>
                    <a:pt x="5835740" y="181720"/>
                  </a:lnTo>
                  <a:lnTo>
                    <a:pt x="5835740" y="176809"/>
                  </a:lnTo>
                  <a:lnTo>
                    <a:pt x="5835835" y="176809"/>
                  </a:lnTo>
                  <a:lnTo>
                    <a:pt x="5836117" y="176809"/>
                  </a:lnTo>
                  <a:lnTo>
                    <a:pt x="5836211" y="176809"/>
                  </a:lnTo>
                  <a:lnTo>
                    <a:pt x="5836682" y="176809"/>
                  </a:lnTo>
                  <a:lnTo>
                    <a:pt x="5836964" y="176809"/>
                  </a:lnTo>
                  <a:lnTo>
                    <a:pt x="5837812" y="176809"/>
                  </a:lnTo>
                  <a:lnTo>
                    <a:pt x="5837906" y="176809"/>
                  </a:lnTo>
                  <a:lnTo>
                    <a:pt x="5838283" y="176809"/>
                  </a:lnTo>
                  <a:lnTo>
                    <a:pt x="5838659" y="176809"/>
                  </a:lnTo>
                  <a:lnTo>
                    <a:pt x="5838942" y="176809"/>
                  </a:lnTo>
                  <a:lnTo>
                    <a:pt x="5839036" y="176809"/>
                  </a:lnTo>
                  <a:lnTo>
                    <a:pt x="5839130" y="176809"/>
                  </a:lnTo>
                  <a:lnTo>
                    <a:pt x="5839318" y="176809"/>
                  </a:lnTo>
                  <a:lnTo>
                    <a:pt x="5839412" y="176809"/>
                  </a:lnTo>
                  <a:lnTo>
                    <a:pt x="5839695" y="176809"/>
                  </a:lnTo>
                  <a:lnTo>
                    <a:pt x="5839789" y="176809"/>
                  </a:lnTo>
                  <a:lnTo>
                    <a:pt x="5839883" y="176809"/>
                  </a:lnTo>
                  <a:lnTo>
                    <a:pt x="5840354" y="176809"/>
                  </a:lnTo>
                  <a:lnTo>
                    <a:pt x="5840542" y="176809"/>
                  </a:lnTo>
                  <a:lnTo>
                    <a:pt x="5840919" y="176809"/>
                  </a:lnTo>
                  <a:lnTo>
                    <a:pt x="5841578" y="176809"/>
                  </a:lnTo>
                  <a:lnTo>
                    <a:pt x="5841672" y="176809"/>
                  </a:lnTo>
                  <a:lnTo>
                    <a:pt x="5841766" y="176809"/>
                  </a:lnTo>
                  <a:lnTo>
                    <a:pt x="5841860" y="176809"/>
                  </a:lnTo>
                  <a:lnTo>
                    <a:pt x="5842237" y="176809"/>
                  </a:lnTo>
                  <a:lnTo>
                    <a:pt x="5842331" y="176809"/>
                  </a:lnTo>
                  <a:lnTo>
                    <a:pt x="5842519" y="176809"/>
                  </a:lnTo>
                  <a:lnTo>
                    <a:pt x="5842896" y="176809"/>
                  </a:lnTo>
                  <a:lnTo>
                    <a:pt x="5843084" y="176809"/>
                  </a:lnTo>
                  <a:lnTo>
                    <a:pt x="5843743" y="176809"/>
                  </a:lnTo>
                  <a:lnTo>
                    <a:pt x="5843838" y="176809"/>
                  </a:lnTo>
                  <a:lnTo>
                    <a:pt x="5844402" y="176809"/>
                  </a:lnTo>
                  <a:lnTo>
                    <a:pt x="5844591" y="176809"/>
                  </a:lnTo>
                  <a:lnTo>
                    <a:pt x="5844873" y="176809"/>
                  </a:lnTo>
                  <a:lnTo>
                    <a:pt x="5845626" y="176809"/>
                  </a:lnTo>
                  <a:lnTo>
                    <a:pt x="5845721" y="176809"/>
                  </a:lnTo>
                  <a:lnTo>
                    <a:pt x="5845815" y="176809"/>
                  </a:lnTo>
                  <a:lnTo>
                    <a:pt x="5846003" y="176809"/>
                  </a:lnTo>
                  <a:lnTo>
                    <a:pt x="5846097" y="176809"/>
                  </a:lnTo>
                  <a:lnTo>
                    <a:pt x="5846850" y="176809"/>
                  </a:lnTo>
                  <a:lnTo>
                    <a:pt x="5847039" y="176809"/>
                  </a:lnTo>
                  <a:lnTo>
                    <a:pt x="5847415" y="176809"/>
                  </a:lnTo>
                  <a:lnTo>
                    <a:pt x="5847510" y="176809"/>
                  </a:lnTo>
                  <a:lnTo>
                    <a:pt x="5847698" y="176809"/>
                  </a:lnTo>
                  <a:lnTo>
                    <a:pt x="5847792" y="176809"/>
                  </a:lnTo>
                  <a:lnTo>
                    <a:pt x="5847886" y="176809"/>
                  </a:lnTo>
                  <a:lnTo>
                    <a:pt x="5848074" y="176809"/>
                  </a:lnTo>
                  <a:lnTo>
                    <a:pt x="5848169" y="176809"/>
                  </a:lnTo>
                  <a:lnTo>
                    <a:pt x="5848263" y="176809"/>
                  </a:lnTo>
                  <a:lnTo>
                    <a:pt x="5848451" y="176809"/>
                  </a:lnTo>
                  <a:lnTo>
                    <a:pt x="5848545" y="176809"/>
                  </a:lnTo>
                  <a:lnTo>
                    <a:pt x="5848733" y="176809"/>
                  </a:lnTo>
                  <a:lnTo>
                    <a:pt x="5848922" y="176809"/>
                  </a:lnTo>
                  <a:lnTo>
                    <a:pt x="5849016" y="176809"/>
                  </a:lnTo>
                  <a:lnTo>
                    <a:pt x="5849204" y="171898"/>
                  </a:lnTo>
                  <a:lnTo>
                    <a:pt x="5849769" y="171898"/>
                  </a:lnTo>
                  <a:lnTo>
                    <a:pt x="5849863" y="171898"/>
                  </a:lnTo>
                  <a:lnTo>
                    <a:pt x="5850146" y="171898"/>
                  </a:lnTo>
                  <a:lnTo>
                    <a:pt x="5850240" y="171898"/>
                  </a:lnTo>
                  <a:lnTo>
                    <a:pt x="5850617" y="171898"/>
                  </a:lnTo>
                  <a:lnTo>
                    <a:pt x="5850711" y="171898"/>
                  </a:lnTo>
                  <a:lnTo>
                    <a:pt x="5851276" y="171898"/>
                  </a:lnTo>
                  <a:lnTo>
                    <a:pt x="5851652" y="171898"/>
                  </a:lnTo>
                  <a:lnTo>
                    <a:pt x="5851746" y="171898"/>
                  </a:lnTo>
                  <a:lnTo>
                    <a:pt x="5851841" y="171898"/>
                  </a:lnTo>
                  <a:lnTo>
                    <a:pt x="5851935" y="171898"/>
                  </a:lnTo>
                  <a:lnTo>
                    <a:pt x="5852123" y="171898"/>
                  </a:lnTo>
                  <a:lnTo>
                    <a:pt x="5852405" y="171898"/>
                  </a:lnTo>
                  <a:lnTo>
                    <a:pt x="5852500" y="171898"/>
                  </a:lnTo>
                  <a:lnTo>
                    <a:pt x="5852594" y="171898"/>
                  </a:lnTo>
                  <a:lnTo>
                    <a:pt x="5852876" y="171898"/>
                  </a:lnTo>
                  <a:lnTo>
                    <a:pt x="5853253" y="171898"/>
                  </a:lnTo>
                  <a:lnTo>
                    <a:pt x="5853535" y="171898"/>
                  </a:lnTo>
                  <a:lnTo>
                    <a:pt x="5853629" y="171898"/>
                  </a:lnTo>
                  <a:lnTo>
                    <a:pt x="5853724" y="171898"/>
                  </a:lnTo>
                  <a:lnTo>
                    <a:pt x="5853818" y="171898"/>
                  </a:lnTo>
                  <a:lnTo>
                    <a:pt x="5853912" y="171898"/>
                  </a:lnTo>
                  <a:lnTo>
                    <a:pt x="5854006" y="171898"/>
                  </a:lnTo>
                  <a:lnTo>
                    <a:pt x="5854194" y="171898"/>
                  </a:lnTo>
                  <a:lnTo>
                    <a:pt x="5854288" y="171898"/>
                  </a:lnTo>
                  <a:lnTo>
                    <a:pt x="5854571" y="171898"/>
                  </a:lnTo>
                  <a:lnTo>
                    <a:pt x="5855042" y="171898"/>
                  </a:lnTo>
                  <a:lnTo>
                    <a:pt x="5855418" y="171898"/>
                  </a:lnTo>
                  <a:lnTo>
                    <a:pt x="5855512" y="171898"/>
                  </a:lnTo>
                  <a:lnTo>
                    <a:pt x="5855607" y="171898"/>
                  </a:lnTo>
                  <a:lnTo>
                    <a:pt x="5855701" y="171898"/>
                  </a:lnTo>
                  <a:lnTo>
                    <a:pt x="5855889" y="171898"/>
                  </a:lnTo>
                  <a:lnTo>
                    <a:pt x="5855983" y="171898"/>
                  </a:lnTo>
                  <a:lnTo>
                    <a:pt x="5856077" y="171898"/>
                  </a:lnTo>
                  <a:lnTo>
                    <a:pt x="5856172" y="171898"/>
                  </a:lnTo>
                  <a:lnTo>
                    <a:pt x="5856266" y="171898"/>
                  </a:lnTo>
                  <a:lnTo>
                    <a:pt x="5856360" y="171898"/>
                  </a:lnTo>
                  <a:lnTo>
                    <a:pt x="5858902" y="171898"/>
                  </a:lnTo>
                  <a:lnTo>
                    <a:pt x="5858996" y="171898"/>
                  </a:lnTo>
                  <a:lnTo>
                    <a:pt x="5859090" y="171898"/>
                  </a:lnTo>
                  <a:lnTo>
                    <a:pt x="5859184" y="171898"/>
                  </a:lnTo>
                  <a:lnTo>
                    <a:pt x="5859279" y="171898"/>
                  </a:lnTo>
                  <a:lnTo>
                    <a:pt x="5859467" y="171898"/>
                  </a:lnTo>
                  <a:lnTo>
                    <a:pt x="5859561" y="171898"/>
                  </a:lnTo>
                  <a:lnTo>
                    <a:pt x="5859749" y="171898"/>
                  </a:lnTo>
                  <a:lnTo>
                    <a:pt x="5859938" y="171898"/>
                  </a:lnTo>
                  <a:lnTo>
                    <a:pt x="5860032" y="171898"/>
                  </a:lnTo>
                  <a:lnTo>
                    <a:pt x="5860126" y="171898"/>
                  </a:lnTo>
                  <a:lnTo>
                    <a:pt x="5860314" y="171898"/>
                  </a:lnTo>
                  <a:lnTo>
                    <a:pt x="5860408" y="171898"/>
                  </a:lnTo>
                  <a:lnTo>
                    <a:pt x="5860691" y="171898"/>
                  </a:lnTo>
                  <a:lnTo>
                    <a:pt x="5861162" y="171898"/>
                  </a:lnTo>
                  <a:lnTo>
                    <a:pt x="5861538" y="171898"/>
                  </a:lnTo>
                  <a:lnTo>
                    <a:pt x="5861821" y="171898"/>
                  </a:lnTo>
                  <a:lnTo>
                    <a:pt x="5861915" y="171898"/>
                  </a:lnTo>
                  <a:lnTo>
                    <a:pt x="5862291" y="171898"/>
                  </a:lnTo>
                  <a:lnTo>
                    <a:pt x="5862668" y="166986"/>
                  </a:lnTo>
                  <a:lnTo>
                    <a:pt x="5863233" y="166986"/>
                  </a:lnTo>
                  <a:lnTo>
                    <a:pt x="5863515" y="166986"/>
                  </a:lnTo>
                  <a:lnTo>
                    <a:pt x="5863798" y="166986"/>
                  </a:lnTo>
                  <a:lnTo>
                    <a:pt x="5863986" y="166986"/>
                  </a:lnTo>
                  <a:lnTo>
                    <a:pt x="5864174" y="166986"/>
                  </a:lnTo>
                  <a:lnTo>
                    <a:pt x="5864269" y="166986"/>
                  </a:lnTo>
                  <a:lnTo>
                    <a:pt x="5864363" y="166986"/>
                  </a:lnTo>
                  <a:lnTo>
                    <a:pt x="5864645" y="166986"/>
                  </a:lnTo>
                  <a:lnTo>
                    <a:pt x="5864739" y="166986"/>
                  </a:lnTo>
                  <a:lnTo>
                    <a:pt x="5864834" y="166986"/>
                  </a:lnTo>
                  <a:lnTo>
                    <a:pt x="5864928" y="166986"/>
                  </a:lnTo>
                  <a:lnTo>
                    <a:pt x="5865304" y="166986"/>
                  </a:lnTo>
                  <a:lnTo>
                    <a:pt x="5865398" y="166986"/>
                  </a:lnTo>
                  <a:lnTo>
                    <a:pt x="5865587" y="166986"/>
                  </a:lnTo>
                  <a:lnTo>
                    <a:pt x="5865681" y="166986"/>
                  </a:lnTo>
                  <a:lnTo>
                    <a:pt x="5866057" y="166986"/>
                  </a:lnTo>
                  <a:lnTo>
                    <a:pt x="5866152" y="166986"/>
                  </a:lnTo>
                  <a:lnTo>
                    <a:pt x="5866246" y="166986"/>
                  </a:lnTo>
                  <a:lnTo>
                    <a:pt x="5866340" y="166986"/>
                  </a:lnTo>
                  <a:lnTo>
                    <a:pt x="5866434" y="166986"/>
                  </a:lnTo>
                  <a:lnTo>
                    <a:pt x="5866622" y="166986"/>
                  </a:lnTo>
                  <a:lnTo>
                    <a:pt x="5866811" y="166986"/>
                  </a:lnTo>
                  <a:lnTo>
                    <a:pt x="5866905" y="166986"/>
                  </a:lnTo>
                  <a:lnTo>
                    <a:pt x="5866999" y="166986"/>
                  </a:lnTo>
                  <a:lnTo>
                    <a:pt x="5867093" y="166986"/>
                  </a:lnTo>
                  <a:lnTo>
                    <a:pt x="5867281" y="166986"/>
                  </a:lnTo>
                  <a:lnTo>
                    <a:pt x="5867376" y="166986"/>
                  </a:lnTo>
                  <a:lnTo>
                    <a:pt x="5867470" y="166986"/>
                  </a:lnTo>
                  <a:lnTo>
                    <a:pt x="5867752" y="166986"/>
                  </a:lnTo>
                  <a:lnTo>
                    <a:pt x="5867941" y="166986"/>
                  </a:lnTo>
                  <a:lnTo>
                    <a:pt x="5868035" y="166986"/>
                  </a:lnTo>
                  <a:lnTo>
                    <a:pt x="5869165" y="166986"/>
                  </a:lnTo>
                  <a:lnTo>
                    <a:pt x="5869353" y="166986"/>
                  </a:lnTo>
                  <a:lnTo>
                    <a:pt x="5869541" y="166986"/>
                  </a:lnTo>
                  <a:lnTo>
                    <a:pt x="5869918" y="166986"/>
                  </a:lnTo>
                  <a:lnTo>
                    <a:pt x="5870483" y="166986"/>
                  </a:lnTo>
                  <a:lnTo>
                    <a:pt x="5870953" y="166986"/>
                  </a:lnTo>
                  <a:lnTo>
                    <a:pt x="5871142" y="166986"/>
                  </a:lnTo>
                  <a:lnTo>
                    <a:pt x="5871424" y="166986"/>
                  </a:lnTo>
                  <a:lnTo>
                    <a:pt x="5871518" y="166986"/>
                  </a:lnTo>
                  <a:lnTo>
                    <a:pt x="5871612" y="166986"/>
                  </a:lnTo>
                  <a:lnTo>
                    <a:pt x="5871895" y="166986"/>
                  </a:lnTo>
                  <a:lnTo>
                    <a:pt x="5871989" y="166986"/>
                  </a:lnTo>
                  <a:lnTo>
                    <a:pt x="5872177" y="166986"/>
                  </a:lnTo>
                  <a:lnTo>
                    <a:pt x="5872366" y="166986"/>
                  </a:lnTo>
                  <a:lnTo>
                    <a:pt x="5872460" y="166986"/>
                  </a:lnTo>
                  <a:lnTo>
                    <a:pt x="5872554" y="166986"/>
                  </a:lnTo>
                  <a:lnTo>
                    <a:pt x="5872648" y="166986"/>
                  </a:lnTo>
                  <a:lnTo>
                    <a:pt x="5873213" y="166986"/>
                  </a:lnTo>
                  <a:lnTo>
                    <a:pt x="5873401" y="166986"/>
                  </a:lnTo>
                  <a:lnTo>
                    <a:pt x="5873496" y="166986"/>
                  </a:lnTo>
                  <a:lnTo>
                    <a:pt x="5873590" y="166986"/>
                  </a:lnTo>
                  <a:lnTo>
                    <a:pt x="5874249" y="166986"/>
                  </a:lnTo>
                  <a:lnTo>
                    <a:pt x="5874343" y="166986"/>
                  </a:lnTo>
                  <a:lnTo>
                    <a:pt x="5874437" y="166986"/>
                  </a:lnTo>
                  <a:lnTo>
                    <a:pt x="5875002" y="166986"/>
                  </a:lnTo>
                  <a:lnTo>
                    <a:pt x="5875096" y="166986"/>
                  </a:lnTo>
                  <a:lnTo>
                    <a:pt x="5875190" y="166986"/>
                  </a:lnTo>
                  <a:lnTo>
                    <a:pt x="5875473" y="166986"/>
                  </a:lnTo>
                  <a:lnTo>
                    <a:pt x="5875567" y="166986"/>
                  </a:lnTo>
                  <a:lnTo>
                    <a:pt x="5875849" y="166986"/>
                  </a:lnTo>
                  <a:lnTo>
                    <a:pt x="5876226" y="162075"/>
                  </a:lnTo>
                  <a:lnTo>
                    <a:pt x="5876320" y="162075"/>
                  </a:lnTo>
                  <a:lnTo>
                    <a:pt x="5876508" y="162075"/>
                  </a:lnTo>
                  <a:lnTo>
                    <a:pt x="5876603" y="162075"/>
                  </a:lnTo>
                  <a:lnTo>
                    <a:pt x="5876791" y="162075"/>
                  </a:lnTo>
                  <a:lnTo>
                    <a:pt x="5877073" y="162075"/>
                  </a:lnTo>
                  <a:lnTo>
                    <a:pt x="5877167" y="162075"/>
                  </a:lnTo>
                  <a:lnTo>
                    <a:pt x="5877356" y="162075"/>
                  </a:lnTo>
                  <a:lnTo>
                    <a:pt x="5877450" y="162075"/>
                  </a:lnTo>
                  <a:lnTo>
                    <a:pt x="5877544" y="162075"/>
                  </a:lnTo>
                  <a:lnTo>
                    <a:pt x="5877827" y="162075"/>
                  </a:lnTo>
                  <a:lnTo>
                    <a:pt x="5877921" y="162075"/>
                  </a:lnTo>
                  <a:lnTo>
                    <a:pt x="5878580" y="162075"/>
                  </a:lnTo>
                  <a:lnTo>
                    <a:pt x="5878674" y="162075"/>
                  </a:lnTo>
                  <a:lnTo>
                    <a:pt x="5878768" y="162075"/>
                  </a:lnTo>
                  <a:lnTo>
                    <a:pt x="5878862" y="162075"/>
                  </a:lnTo>
                  <a:lnTo>
                    <a:pt x="5879050" y="162075"/>
                  </a:lnTo>
                  <a:lnTo>
                    <a:pt x="5879145" y="162075"/>
                  </a:lnTo>
                  <a:lnTo>
                    <a:pt x="5879427" y="162075"/>
                  </a:lnTo>
                  <a:lnTo>
                    <a:pt x="5879521" y="162075"/>
                  </a:lnTo>
                  <a:lnTo>
                    <a:pt x="5879710" y="162075"/>
                  </a:lnTo>
                  <a:lnTo>
                    <a:pt x="5879898" y="162075"/>
                  </a:lnTo>
                  <a:lnTo>
                    <a:pt x="5880180" y="162075"/>
                  </a:lnTo>
                  <a:lnTo>
                    <a:pt x="5880463" y="162075"/>
                  </a:lnTo>
                  <a:lnTo>
                    <a:pt x="5880557" y="162075"/>
                  </a:lnTo>
                  <a:lnTo>
                    <a:pt x="5880745" y="162075"/>
                  </a:lnTo>
                  <a:lnTo>
                    <a:pt x="5880934" y="162075"/>
                  </a:lnTo>
                  <a:lnTo>
                    <a:pt x="5881404" y="162075"/>
                  </a:lnTo>
                  <a:lnTo>
                    <a:pt x="5881875" y="162075"/>
                  </a:lnTo>
                  <a:lnTo>
                    <a:pt x="5882158" y="162075"/>
                  </a:lnTo>
                  <a:lnTo>
                    <a:pt x="5882252" y="162075"/>
                  </a:lnTo>
                  <a:lnTo>
                    <a:pt x="5882534" y="162075"/>
                  </a:lnTo>
                  <a:lnTo>
                    <a:pt x="5882817" y="162075"/>
                  </a:lnTo>
                  <a:lnTo>
                    <a:pt x="5883193" y="162075"/>
                  </a:lnTo>
                  <a:lnTo>
                    <a:pt x="5883758" y="162075"/>
                  </a:lnTo>
                  <a:lnTo>
                    <a:pt x="5883852" y="162075"/>
                  </a:lnTo>
                  <a:lnTo>
                    <a:pt x="5884041" y="162075"/>
                  </a:lnTo>
                  <a:lnTo>
                    <a:pt x="5884135" y="162075"/>
                  </a:lnTo>
                  <a:lnTo>
                    <a:pt x="5884323" y="162075"/>
                  </a:lnTo>
                  <a:lnTo>
                    <a:pt x="5884417" y="162075"/>
                  </a:lnTo>
                  <a:lnTo>
                    <a:pt x="5884511" y="162075"/>
                  </a:lnTo>
                  <a:lnTo>
                    <a:pt x="5884605" y="162075"/>
                  </a:lnTo>
                  <a:lnTo>
                    <a:pt x="5884982" y="162075"/>
                  </a:lnTo>
                  <a:lnTo>
                    <a:pt x="5885170" y="162075"/>
                  </a:lnTo>
                  <a:lnTo>
                    <a:pt x="5885359" y="162075"/>
                  </a:lnTo>
                  <a:lnTo>
                    <a:pt x="5885453" y="162075"/>
                  </a:lnTo>
                  <a:lnTo>
                    <a:pt x="5886018" y="162075"/>
                  </a:lnTo>
                  <a:lnTo>
                    <a:pt x="5886300" y="162075"/>
                  </a:lnTo>
                  <a:lnTo>
                    <a:pt x="5886394" y="162075"/>
                  </a:lnTo>
                  <a:lnTo>
                    <a:pt x="5886489" y="162075"/>
                  </a:lnTo>
                  <a:lnTo>
                    <a:pt x="5886583" y="162075"/>
                  </a:lnTo>
                  <a:lnTo>
                    <a:pt x="5886865" y="162075"/>
                  </a:lnTo>
                  <a:lnTo>
                    <a:pt x="5886959" y="162075"/>
                  </a:lnTo>
                  <a:lnTo>
                    <a:pt x="5887053" y="162075"/>
                  </a:lnTo>
                  <a:lnTo>
                    <a:pt x="5887430" y="162075"/>
                  </a:lnTo>
                  <a:lnTo>
                    <a:pt x="5887712" y="162075"/>
                  </a:lnTo>
                  <a:lnTo>
                    <a:pt x="5887901" y="162075"/>
                  </a:lnTo>
                  <a:lnTo>
                    <a:pt x="5888372" y="162075"/>
                  </a:lnTo>
                  <a:lnTo>
                    <a:pt x="5888466" y="162075"/>
                  </a:lnTo>
                  <a:lnTo>
                    <a:pt x="5888560" y="162075"/>
                  </a:lnTo>
                  <a:lnTo>
                    <a:pt x="5888842" y="162075"/>
                  </a:lnTo>
                  <a:lnTo>
                    <a:pt x="5889031" y="162075"/>
                  </a:lnTo>
                  <a:lnTo>
                    <a:pt x="5889313" y="162075"/>
                  </a:lnTo>
                  <a:lnTo>
                    <a:pt x="5889407" y="162075"/>
                  </a:lnTo>
                  <a:lnTo>
                    <a:pt x="5889501" y="162075"/>
                  </a:lnTo>
                  <a:lnTo>
                    <a:pt x="5889690" y="162075"/>
                  </a:lnTo>
                  <a:lnTo>
                    <a:pt x="5889784" y="162075"/>
                  </a:lnTo>
                  <a:lnTo>
                    <a:pt x="5890066" y="162075"/>
                  </a:lnTo>
                  <a:lnTo>
                    <a:pt x="5890255" y="162075"/>
                  </a:lnTo>
                  <a:lnTo>
                    <a:pt x="5890537" y="162075"/>
                  </a:lnTo>
                  <a:lnTo>
                    <a:pt x="5890631" y="162075"/>
                  </a:lnTo>
                  <a:lnTo>
                    <a:pt x="5890725" y="162075"/>
                  </a:lnTo>
                  <a:lnTo>
                    <a:pt x="5891008" y="162075"/>
                  </a:lnTo>
                  <a:lnTo>
                    <a:pt x="5891290" y="162075"/>
                  </a:lnTo>
                  <a:lnTo>
                    <a:pt x="5891479" y="162075"/>
                  </a:lnTo>
                  <a:lnTo>
                    <a:pt x="5891667" y="162075"/>
                  </a:lnTo>
                  <a:lnTo>
                    <a:pt x="5891761" y="162075"/>
                  </a:lnTo>
                  <a:lnTo>
                    <a:pt x="5891855" y="162075"/>
                  </a:lnTo>
                  <a:lnTo>
                    <a:pt x="5891949" y="162075"/>
                  </a:lnTo>
                  <a:lnTo>
                    <a:pt x="5892043" y="162075"/>
                  </a:lnTo>
                  <a:lnTo>
                    <a:pt x="5892138" y="162075"/>
                  </a:lnTo>
                  <a:lnTo>
                    <a:pt x="5892326" y="162075"/>
                  </a:lnTo>
                  <a:lnTo>
                    <a:pt x="5892891" y="162075"/>
                  </a:lnTo>
                  <a:lnTo>
                    <a:pt x="5892985" y="162075"/>
                  </a:lnTo>
                  <a:lnTo>
                    <a:pt x="5893079" y="162075"/>
                  </a:lnTo>
                  <a:lnTo>
                    <a:pt x="5893362" y="162075"/>
                  </a:lnTo>
                  <a:lnTo>
                    <a:pt x="5893550" y="162075"/>
                  </a:lnTo>
                  <a:lnTo>
                    <a:pt x="5893832" y="162075"/>
                  </a:lnTo>
                  <a:lnTo>
                    <a:pt x="5894303" y="162075"/>
                  </a:lnTo>
                  <a:lnTo>
                    <a:pt x="5894586" y="162075"/>
                  </a:lnTo>
                  <a:lnTo>
                    <a:pt x="5894962" y="162075"/>
                  </a:lnTo>
                  <a:lnTo>
                    <a:pt x="5895056" y="162075"/>
                  </a:lnTo>
                  <a:lnTo>
                    <a:pt x="5895245" y="162075"/>
                  </a:lnTo>
                  <a:lnTo>
                    <a:pt x="5895339" y="162075"/>
                  </a:lnTo>
                  <a:lnTo>
                    <a:pt x="5895621" y="162075"/>
                  </a:lnTo>
                  <a:lnTo>
                    <a:pt x="5895810" y="162075"/>
                  </a:lnTo>
                  <a:lnTo>
                    <a:pt x="5896092" y="162075"/>
                  </a:lnTo>
                  <a:lnTo>
                    <a:pt x="5896186" y="162075"/>
                  </a:lnTo>
                  <a:lnTo>
                    <a:pt x="5896374" y="162075"/>
                  </a:lnTo>
                  <a:lnTo>
                    <a:pt x="5896563" y="162075"/>
                  </a:lnTo>
                  <a:lnTo>
                    <a:pt x="5896657" y="162075"/>
                  </a:lnTo>
                  <a:lnTo>
                    <a:pt x="5897128" y="162075"/>
                  </a:lnTo>
                  <a:lnTo>
                    <a:pt x="5897222" y="162075"/>
                  </a:lnTo>
                  <a:lnTo>
                    <a:pt x="5897598" y="162075"/>
                  </a:lnTo>
                  <a:lnTo>
                    <a:pt x="5897693" y="162075"/>
                  </a:lnTo>
                  <a:lnTo>
                    <a:pt x="5897787" y="162075"/>
                  </a:lnTo>
                  <a:lnTo>
                    <a:pt x="5898352" y="162075"/>
                  </a:lnTo>
                  <a:lnTo>
                    <a:pt x="5898540" y="162075"/>
                  </a:lnTo>
                  <a:lnTo>
                    <a:pt x="5898634" y="162075"/>
                  </a:lnTo>
                  <a:lnTo>
                    <a:pt x="5898822" y="162075"/>
                  </a:lnTo>
                  <a:lnTo>
                    <a:pt x="5898917" y="162075"/>
                  </a:lnTo>
                  <a:lnTo>
                    <a:pt x="5899011" y="162075"/>
                  </a:lnTo>
                  <a:lnTo>
                    <a:pt x="5899293" y="162075"/>
                  </a:lnTo>
                  <a:lnTo>
                    <a:pt x="5899387" y="162075"/>
                  </a:lnTo>
                  <a:lnTo>
                    <a:pt x="5899482" y="162075"/>
                  </a:lnTo>
                  <a:lnTo>
                    <a:pt x="5899576" y="162075"/>
                  </a:lnTo>
                  <a:lnTo>
                    <a:pt x="5899670" y="162075"/>
                  </a:lnTo>
                  <a:lnTo>
                    <a:pt x="5899764" y="162075"/>
                  </a:lnTo>
                  <a:lnTo>
                    <a:pt x="5900046" y="162075"/>
                  </a:lnTo>
                  <a:lnTo>
                    <a:pt x="5900141" y="162075"/>
                  </a:lnTo>
                  <a:lnTo>
                    <a:pt x="5900329" y="162075"/>
                  </a:lnTo>
                  <a:lnTo>
                    <a:pt x="5901459" y="162075"/>
                  </a:lnTo>
                  <a:lnTo>
                    <a:pt x="5901553" y="162075"/>
                  </a:lnTo>
                  <a:lnTo>
                    <a:pt x="5901741" y="162075"/>
                  </a:lnTo>
                  <a:lnTo>
                    <a:pt x="5902306" y="162075"/>
                  </a:lnTo>
                  <a:lnTo>
                    <a:pt x="5902400" y="162075"/>
                  </a:lnTo>
                  <a:lnTo>
                    <a:pt x="5902494" y="162075"/>
                  </a:lnTo>
                  <a:lnTo>
                    <a:pt x="5902589" y="162075"/>
                  </a:lnTo>
                  <a:lnTo>
                    <a:pt x="5902871" y="162075"/>
                  </a:lnTo>
                  <a:lnTo>
                    <a:pt x="5903153" y="162075"/>
                  </a:lnTo>
                  <a:lnTo>
                    <a:pt x="5903248" y="162075"/>
                  </a:lnTo>
                  <a:lnTo>
                    <a:pt x="5903342" y="162075"/>
                  </a:lnTo>
                  <a:lnTo>
                    <a:pt x="5903530" y="162075"/>
                  </a:lnTo>
                  <a:lnTo>
                    <a:pt x="5903718" y="162075"/>
                  </a:lnTo>
                  <a:lnTo>
                    <a:pt x="5904095" y="162075"/>
                  </a:lnTo>
                  <a:lnTo>
                    <a:pt x="5904754" y="162075"/>
                  </a:lnTo>
                  <a:lnTo>
                    <a:pt x="5904848" y="162075"/>
                  </a:lnTo>
                  <a:lnTo>
                    <a:pt x="5905225" y="162075"/>
                  </a:lnTo>
                  <a:lnTo>
                    <a:pt x="5905507" y="162075"/>
                  </a:lnTo>
                  <a:lnTo>
                    <a:pt x="5905601" y="162075"/>
                  </a:lnTo>
                  <a:lnTo>
                    <a:pt x="5905696" y="162075"/>
                  </a:lnTo>
                  <a:lnTo>
                    <a:pt x="5905884" y="162075"/>
                  </a:lnTo>
                  <a:lnTo>
                    <a:pt x="5905978" y="162075"/>
                  </a:lnTo>
                  <a:lnTo>
                    <a:pt x="5906072" y="162075"/>
                  </a:lnTo>
                  <a:lnTo>
                    <a:pt x="5906166" y="162075"/>
                  </a:lnTo>
                  <a:lnTo>
                    <a:pt x="5906260" y="162075"/>
                  </a:lnTo>
                  <a:lnTo>
                    <a:pt x="5906543" y="162075"/>
                  </a:lnTo>
                  <a:lnTo>
                    <a:pt x="5906731" y="162075"/>
                  </a:lnTo>
                  <a:lnTo>
                    <a:pt x="5906825" y="162075"/>
                  </a:lnTo>
                  <a:lnTo>
                    <a:pt x="5907108" y="162075"/>
                  </a:lnTo>
                  <a:lnTo>
                    <a:pt x="5907390" y="162075"/>
                  </a:lnTo>
                  <a:lnTo>
                    <a:pt x="5907484" y="162075"/>
                  </a:lnTo>
                  <a:lnTo>
                    <a:pt x="5907767" y="162075"/>
                  </a:lnTo>
                  <a:lnTo>
                    <a:pt x="5907955" y="162075"/>
                  </a:lnTo>
                  <a:lnTo>
                    <a:pt x="5908049" y="162075"/>
                  </a:lnTo>
                  <a:lnTo>
                    <a:pt x="5908049" y="157163"/>
                  </a:lnTo>
                  <a:lnTo>
                    <a:pt x="5908426" y="157163"/>
                  </a:lnTo>
                  <a:lnTo>
                    <a:pt x="5909085" y="157163"/>
                  </a:lnTo>
                  <a:lnTo>
                    <a:pt x="5909179" y="157163"/>
                  </a:lnTo>
                  <a:lnTo>
                    <a:pt x="5909367" y="157163"/>
                  </a:lnTo>
                  <a:lnTo>
                    <a:pt x="5909462" y="157163"/>
                  </a:lnTo>
                  <a:lnTo>
                    <a:pt x="5909556" y="157163"/>
                  </a:lnTo>
                  <a:lnTo>
                    <a:pt x="5909838" y="157163"/>
                  </a:lnTo>
                  <a:lnTo>
                    <a:pt x="5910121" y="157163"/>
                  </a:lnTo>
                  <a:lnTo>
                    <a:pt x="5910215" y="157163"/>
                  </a:lnTo>
                  <a:lnTo>
                    <a:pt x="5910309" y="157163"/>
                  </a:lnTo>
                  <a:lnTo>
                    <a:pt x="5910874" y="157163"/>
                  </a:lnTo>
                  <a:lnTo>
                    <a:pt x="5910968" y="157163"/>
                  </a:lnTo>
                  <a:lnTo>
                    <a:pt x="5911156" y="157163"/>
                  </a:lnTo>
                  <a:lnTo>
                    <a:pt x="5911439" y="157163"/>
                  </a:lnTo>
                  <a:lnTo>
                    <a:pt x="5911627" y="157163"/>
                  </a:lnTo>
                  <a:lnTo>
                    <a:pt x="5911910" y="157163"/>
                  </a:lnTo>
                  <a:lnTo>
                    <a:pt x="5912286" y="157163"/>
                  </a:lnTo>
                  <a:lnTo>
                    <a:pt x="5912380" y="157163"/>
                  </a:lnTo>
                  <a:lnTo>
                    <a:pt x="5912663" y="157163"/>
                  </a:lnTo>
                  <a:lnTo>
                    <a:pt x="5912945" y="157163"/>
                  </a:lnTo>
                  <a:lnTo>
                    <a:pt x="5913134" y="157163"/>
                  </a:lnTo>
                  <a:lnTo>
                    <a:pt x="5913322" y="157163"/>
                  </a:lnTo>
                  <a:lnTo>
                    <a:pt x="5913416" y="157163"/>
                  </a:lnTo>
                  <a:lnTo>
                    <a:pt x="5913981" y="157163"/>
                  </a:lnTo>
                  <a:lnTo>
                    <a:pt x="5914169" y="152252"/>
                  </a:lnTo>
                  <a:lnTo>
                    <a:pt x="5914263" y="152252"/>
                  </a:lnTo>
                  <a:lnTo>
                    <a:pt x="5914358" y="152252"/>
                  </a:lnTo>
                  <a:lnTo>
                    <a:pt x="5914452" y="152252"/>
                  </a:lnTo>
                  <a:lnTo>
                    <a:pt x="5914546" y="152252"/>
                  </a:lnTo>
                  <a:lnTo>
                    <a:pt x="5914734" y="152252"/>
                  </a:lnTo>
                  <a:lnTo>
                    <a:pt x="5915299" y="152252"/>
                  </a:lnTo>
                  <a:lnTo>
                    <a:pt x="5915393" y="152252"/>
                  </a:lnTo>
                  <a:lnTo>
                    <a:pt x="5915864" y="152252"/>
                  </a:lnTo>
                  <a:lnTo>
                    <a:pt x="5915958" y="152252"/>
                  </a:lnTo>
                  <a:lnTo>
                    <a:pt x="5916146" y="152252"/>
                  </a:lnTo>
                  <a:lnTo>
                    <a:pt x="5916523" y="152252"/>
                  </a:lnTo>
                  <a:lnTo>
                    <a:pt x="5916711" y="152252"/>
                  </a:lnTo>
                  <a:lnTo>
                    <a:pt x="5916806" y="152252"/>
                  </a:lnTo>
                  <a:lnTo>
                    <a:pt x="5916994" y="147341"/>
                  </a:lnTo>
                  <a:lnTo>
                    <a:pt x="5917370" y="147341"/>
                  </a:lnTo>
                  <a:lnTo>
                    <a:pt x="5918218" y="147341"/>
                  </a:lnTo>
                  <a:lnTo>
                    <a:pt x="5918500" y="147341"/>
                  </a:lnTo>
                  <a:lnTo>
                    <a:pt x="5918594" y="147341"/>
                  </a:lnTo>
                  <a:lnTo>
                    <a:pt x="5918971" y="147341"/>
                  </a:lnTo>
                  <a:lnTo>
                    <a:pt x="5919159" y="147341"/>
                  </a:lnTo>
                  <a:lnTo>
                    <a:pt x="5919348" y="147341"/>
                  </a:lnTo>
                  <a:lnTo>
                    <a:pt x="5919630" y="147341"/>
                  </a:lnTo>
                  <a:lnTo>
                    <a:pt x="5919913" y="147341"/>
                  </a:lnTo>
                  <a:lnTo>
                    <a:pt x="5920007" y="147341"/>
                  </a:lnTo>
                  <a:lnTo>
                    <a:pt x="5920101" y="147341"/>
                  </a:lnTo>
                  <a:lnTo>
                    <a:pt x="5920289" y="147341"/>
                  </a:lnTo>
                  <a:lnTo>
                    <a:pt x="5920383" y="147341"/>
                  </a:lnTo>
                  <a:lnTo>
                    <a:pt x="5921042" y="147341"/>
                  </a:lnTo>
                  <a:lnTo>
                    <a:pt x="5921137" y="147341"/>
                  </a:lnTo>
                  <a:lnTo>
                    <a:pt x="5921231" y="147341"/>
                  </a:lnTo>
                  <a:lnTo>
                    <a:pt x="5921513" y="147341"/>
                  </a:lnTo>
                  <a:lnTo>
                    <a:pt x="5921607" y="147341"/>
                  </a:lnTo>
                  <a:lnTo>
                    <a:pt x="5921796" y="147341"/>
                  </a:lnTo>
                  <a:lnTo>
                    <a:pt x="5922078" y="147341"/>
                  </a:lnTo>
                  <a:lnTo>
                    <a:pt x="5922737" y="147341"/>
                  </a:lnTo>
                  <a:lnTo>
                    <a:pt x="5923020" y="147341"/>
                  </a:lnTo>
                  <a:lnTo>
                    <a:pt x="5923114" y="147341"/>
                  </a:lnTo>
                  <a:lnTo>
                    <a:pt x="5923114" y="142429"/>
                  </a:lnTo>
                  <a:lnTo>
                    <a:pt x="5923208" y="142429"/>
                  </a:lnTo>
                  <a:lnTo>
                    <a:pt x="5923490" y="142429"/>
                  </a:lnTo>
                  <a:lnTo>
                    <a:pt x="5923584" y="142429"/>
                  </a:lnTo>
                  <a:lnTo>
                    <a:pt x="5923867" y="142429"/>
                  </a:lnTo>
                  <a:lnTo>
                    <a:pt x="5924149" y="142429"/>
                  </a:lnTo>
                  <a:lnTo>
                    <a:pt x="5924244" y="142429"/>
                  </a:lnTo>
                  <a:lnTo>
                    <a:pt x="5924338" y="142429"/>
                  </a:lnTo>
                  <a:lnTo>
                    <a:pt x="5924432" y="142429"/>
                  </a:lnTo>
                  <a:lnTo>
                    <a:pt x="5924526" y="142429"/>
                  </a:lnTo>
                  <a:lnTo>
                    <a:pt x="5924620" y="142429"/>
                  </a:lnTo>
                  <a:lnTo>
                    <a:pt x="5924714" y="142429"/>
                  </a:lnTo>
                  <a:lnTo>
                    <a:pt x="5924808" y="142429"/>
                  </a:lnTo>
                  <a:lnTo>
                    <a:pt x="5925185" y="142429"/>
                  </a:lnTo>
                  <a:lnTo>
                    <a:pt x="5925279" y="142429"/>
                  </a:lnTo>
                  <a:lnTo>
                    <a:pt x="5925750" y="142429"/>
                  </a:lnTo>
                  <a:lnTo>
                    <a:pt x="5925844" y="142429"/>
                  </a:lnTo>
                  <a:lnTo>
                    <a:pt x="5926032" y="142429"/>
                  </a:lnTo>
                  <a:lnTo>
                    <a:pt x="5926221" y="142429"/>
                  </a:lnTo>
                  <a:lnTo>
                    <a:pt x="5926503" y="142429"/>
                  </a:lnTo>
                  <a:lnTo>
                    <a:pt x="5926691" y="142429"/>
                  </a:lnTo>
                  <a:lnTo>
                    <a:pt x="5926786" y="142429"/>
                  </a:lnTo>
                  <a:lnTo>
                    <a:pt x="5928198" y="142429"/>
                  </a:lnTo>
                  <a:lnTo>
                    <a:pt x="5928386" y="142429"/>
                  </a:lnTo>
                  <a:lnTo>
                    <a:pt x="5928480" y="142429"/>
                  </a:lnTo>
                  <a:lnTo>
                    <a:pt x="5928669" y="142429"/>
                  </a:lnTo>
                  <a:lnTo>
                    <a:pt x="5929045" y="142429"/>
                  </a:lnTo>
                  <a:lnTo>
                    <a:pt x="5929328" y="142429"/>
                  </a:lnTo>
                  <a:lnTo>
                    <a:pt x="5929516" y="142429"/>
                  </a:lnTo>
                  <a:lnTo>
                    <a:pt x="5929893" y="142429"/>
                  </a:lnTo>
                  <a:lnTo>
                    <a:pt x="5930175" y="142429"/>
                  </a:lnTo>
                  <a:lnTo>
                    <a:pt x="5930269" y="142429"/>
                  </a:lnTo>
                  <a:lnTo>
                    <a:pt x="5930458" y="142429"/>
                  </a:lnTo>
                  <a:lnTo>
                    <a:pt x="5930646" y="142429"/>
                  </a:lnTo>
                  <a:lnTo>
                    <a:pt x="5930740" y="142429"/>
                  </a:lnTo>
                  <a:lnTo>
                    <a:pt x="5930834" y="142429"/>
                  </a:lnTo>
                  <a:lnTo>
                    <a:pt x="5931117" y="142429"/>
                  </a:lnTo>
                  <a:lnTo>
                    <a:pt x="5931211" y="142429"/>
                  </a:lnTo>
                  <a:lnTo>
                    <a:pt x="5931399" y="142429"/>
                  </a:lnTo>
                  <a:lnTo>
                    <a:pt x="5931682" y="142429"/>
                  </a:lnTo>
                  <a:lnTo>
                    <a:pt x="5931870" y="142429"/>
                  </a:lnTo>
                  <a:lnTo>
                    <a:pt x="5932058" y="142429"/>
                  </a:lnTo>
                  <a:lnTo>
                    <a:pt x="5932623" y="142429"/>
                  </a:lnTo>
                  <a:lnTo>
                    <a:pt x="5932717" y="142429"/>
                  </a:lnTo>
                  <a:lnTo>
                    <a:pt x="5932811" y="142429"/>
                  </a:lnTo>
                  <a:lnTo>
                    <a:pt x="5933000" y="142429"/>
                  </a:lnTo>
                  <a:lnTo>
                    <a:pt x="5933094" y="142429"/>
                  </a:lnTo>
                  <a:lnTo>
                    <a:pt x="5933376" y="142429"/>
                  </a:lnTo>
                  <a:lnTo>
                    <a:pt x="5933470" y="142429"/>
                  </a:lnTo>
                  <a:lnTo>
                    <a:pt x="5933847" y="142429"/>
                  </a:lnTo>
                  <a:lnTo>
                    <a:pt x="5934130" y="142429"/>
                  </a:lnTo>
                  <a:lnTo>
                    <a:pt x="5934224" y="142429"/>
                  </a:lnTo>
                  <a:lnTo>
                    <a:pt x="5934318" y="142429"/>
                  </a:lnTo>
                  <a:lnTo>
                    <a:pt x="5934506" y="142429"/>
                  </a:lnTo>
                  <a:lnTo>
                    <a:pt x="5934883" y="142429"/>
                  </a:lnTo>
                  <a:lnTo>
                    <a:pt x="5934977" y="142429"/>
                  </a:lnTo>
                  <a:lnTo>
                    <a:pt x="5935636" y="137518"/>
                  </a:lnTo>
                  <a:lnTo>
                    <a:pt x="5935824" y="137518"/>
                  </a:lnTo>
                  <a:lnTo>
                    <a:pt x="5936013" y="137518"/>
                  </a:lnTo>
                  <a:lnTo>
                    <a:pt x="5936295" y="137518"/>
                  </a:lnTo>
                  <a:lnTo>
                    <a:pt x="5936483" y="137518"/>
                  </a:lnTo>
                  <a:lnTo>
                    <a:pt x="5936672" y="137518"/>
                  </a:lnTo>
                  <a:lnTo>
                    <a:pt x="5937519" y="137518"/>
                  </a:lnTo>
                  <a:lnTo>
                    <a:pt x="5937613" y="137518"/>
                  </a:lnTo>
                  <a:lnTo>
                    <a:pt x="5937707" y="137518"/>
                  </a:lnTo>
                  <a:lnTo>
                    <a:pt x="5937801" y="137518"/>
                  </a:lnTo>
                  <a:lnTo>
                    <a:pt x="5938084" y="137518"/>
                  </a:lnTo>
                  <a:lnTo>
                    <a:pt x="5938366" y="137518"/>
                  </a:lnTo>
                  <a:lnTo>
                    <a:pt x="5938555" y="137518"/>
                  </a:lnTo>
                  <a:lnTo>
                    <a:pt x="5938649" y="137518"/>
                  </a:lnTo>
                  <a:lnTo>
                    <a:pt x="5938743" y="137518"/>
                  </a:lnTo>
                  <a:lnTo>
                    <a:pt x="5938837" y="132607"/>
                  </a:lnTo>
                  <a:lnTo>
                    <a:pt x="5938931" y="132607"/>
                  </a:lnTo>
                  <a:lnTo>
                    <a:pt x="5939025" y="132607"/>
                  </a:lnTo>
                  <a:lnTo>
                    <a:pt x="5939120" y="132607"/>
                  </a:lnTo>
                  <a:lnTo>
                    <a:pt x="5939214" y="132607"/>
                  </a:lnTo>
                  <a:lnTo>
                    <a:pt x="5939308" y="127695"/>
                  </a:lnTo>
                  <a:lnTo>
                    <a:pt x="5939496" y="127695"/>
                  </a:lnTo>
                  <a:lnTo>
                    <a:pt x="5939684" y="127695"/>
                  </a:lnTo>
                  <a:lnTo>
                    <a:pt x="5939873" y="127695"/>
                  </a:lnTo>
                  <a:lnTo>
                    <a:pt x="5940814" y="127695"/>
                  </a:lnTo>
                  <a:lnTo>
                    <a:pt x="5940908" y="127695"/>
                  </a:lnTo>
                  <a:lnTo>
                    <a:pt x="5941191" y="122784"/>
                  </a:lnTo>
                  <a:lnTo>
                    <a:pt x="5941568" y="122784"/>
                  </a:lnTo>
                  <a:lnTo>
                    <a:pt x="5941662" y="122784"/>
                  </a:lnTo>
                  <a:lnTo>
                    <a:pt x="5941944" y="122784"/>
                  </a:lnTo>
                  <a:lnTo>
                    <a:pt x="5942321" y="122784"/>
                  </a:lnTo>
                  <a:lnTo>
                    <a:pt x="5942509" y="117872"/>
                  </a:lnTo>
                  <a:lnTo>
                    <a:pt x="5942603" y="117872"/>
                  </a:lnTo>
                  <a:lnTo>
                    <a:pt x="5942697" y="117872"/>
                  </a:lnTo>
                  <a:lnTo>
                    <a:pt x="5942980" y="117872"/>
                  </a:lnTo>
                  <a:lnTo>
                    <a:pt x="5943074" y="117872"/>
                  </a:lnTo>
                  <a:lnTo>
                    <a:pt x="5943168" y="117872"/>
                  </a:lnTo>
                  <a:lnTo>
                    <a:pt x="5943262" y="117872"/>
                  </a:lnTo>
                  <a:lnTo>
                    <a:pt x="5943356" y="117872"/>
                  </a:lnTo>
                  <a:lnTo>
                    <a:pt x="5943451" y="117872"/>
                  </a:lnTo>
                  <a:lnTo>
                    <a:pt x="5943545" y="117872"/>
                  </a:lnTo>
                  <a:lnTo>
                    <a:pt x="5943639" y="117872"/>
                  </a:lnTo>
                  <a:lnTo>
                    <a:pt x="5943733" y="117872"/>
                  </a:lnTo>
                  <a:lnTo>
                    <a:pt x="5944015" y="117872"/>
                  </a:lnTo>
                  <a:lnTo>
                    <a:pt x="5944110" y="117872"/>
                  </a:lnTo>
                  <a:lnTo>
                    <a:pt x="5944204" y="117872"/>
                  </a:lnTo>
                  <a:lnTo>
                    <a:pt x="5944486" y="112961"/>
                  </a:lnTo>
                  <a:lnTo>
                    <a:pt x="5944769" y="112961"/>
                  </a:lnTo>
                  <a:lnTo>
                    <a:pt x="5944863" y="112961"/>
                  </a:lnTo>
                  <a:lnTo>
                    <a:pt x="5945239" y="112961"/>
                  </a:lnTo>
                  <a:lnTo>
                    <a:pt x="5945522" y="112961"/>
                  </a:lnTo>
                  <a:lnTo>
                    <a:pt x="5945993" y="112961"/>
                  </a:lnTo>
                  <a:lnTo>
                    <a:pt x="5946181" y="112961"/>
                  </a:lnTo>
                  <a:lnTo>
                    <a:pt x="5946369" y="112961"/>
                  </a:lnTo>
                  <a:lnTo>
                    <a:pt x="5946463" y="112961"/>
                  </a:lnTo>
                  <a:lnTo>
                    <a:pt x="5946840" y="112961"/>
                  </a:lnTo>
                  <a:lnTo>
                    <a:pt x="5946934" y="112961"/>
                  </a:lnTo>
                  <a:lnTo>
                    <a:pt x="5947123" y="112961"/>
                  </a:lnTo>
                  <a:lnTo>
                    <a:pt x="5947782" y="112961"/>
                  </a:lnTo>
                  <a:lnTo>
                    <a:pt x="5947876" y="112961"/>
                  </a:lnTo>
                  <a:lnTo>
                    <a:pt x="5948158" y="112961"/>
                  </a:lnTo>
                  <a:lnTo>
                    <a:pt x="5948441" y="112961"/>
                  </a:lnTo>
                  <a:lnTo>
                    <a:pt x="5948911" y="112961"/>
                  </a:lnTo>
                  <a:lnTo>
                    <a:pt x="5949100" y="112961"/>
                  </a:lnTo>
                  <a:lnTo>
                    <a:pt x="5949759" y="112961"/>
                  </a:lnTo>
                  <a:lnTo>
                    <a:pt x="5950041" y="112961"/>
                  </a:lnTo>
                  <a:lnTo>
                    <a:pt x="5950230" y="112961"/>
                  </a:lnTo>
                  <a:lnTo>
                    <a:pt x="5950324" y="112961"/>
                  </a:lnTo>
                  <a:lnTo>
                    <a:pt x="5950418" y="112961"/>
                  </a:lnTo>
                  <a:lnTo>
                    <a:pt x="5950794" y="112961"/>
                  </a:lnTo>
                  <a:lnTo>
                    <a:pt x="5950889" y="112961"/>
                  </a:lnTo>
                  <a:lnTo>
                    <a:pt x="5950983" y="112961"/>
                  </a:lnTo>
                  <a:lnTo>
                    <a:pt x="5951077" y="112961"/>
                  </a:lnTo>
                  <a:lnTo>
                    <a:pt x="5951171" y="112961"/>
                  </a:lnTo>
                  <a:lnTo>
                    <a:pt x="5951265" y="112961"/>
                  </a:lnTo>
                  <a:lnTo>
                    <a:pt x="5951359" y="112961"/>
                  </a:lnTo>
                  <a:lnTo>
                    <a:pt x="5951454" y="112961"/>
                  </a:lnTo>
                  <a:lnTo>
                    <a:pt x="5951548" y="112961"/>
                  </a:lnTo>
                  <a:lnTo>
                    <a:pt x="5951642" y="112961"/>
                  </a:lnTo>
                  <a:lnTo>
                    <a:pt x="5951830" y="112961"/>
                  </a:lnTo>
                  <a:lnTo>
                    <a:pt x="5951924" y="112961"/>
                  </a:lnTo>
                  <a:lnTo>
                    <a:pt x="5952018" y="112961"/>
                  </a:lnTo>
                  <a:lnTo>
                    <a:pt x="5952113" y="112961"/>
                  </a:lnTo>
                  <a:lnTo>
                    <a:pt x="5952207" y="112961"/>
                  </a:lnTo>
                  <a:lnTo>
                    <a:pt x="5952583" y="112961"/>
                  </a:lnTo>
                  <a:lnTo>
                    <a:pt x="5952678" y="112961"/>
                  </a:lnTo>
                  <a:lnTo>
                    <a:pt x="5952866" y="112961"/>
                  </a:lnTo>
                  <a:lnTo>
                    <a:pt x="5952960" y="112961"/>
                  </a:lnTo>
                  <a:lnTo>
                    <a:pt x="5953054" y="112961"/>
                  </a:lnTo>
                  <a:lnTo>
                    <a:pt x="5953148" y="112961"/>
                  </a:lnTo>
                  <a:lnTo>
                    <a:pt x="5956161" y="112961"/>
                  </a:lnTo>
                  <a:lnTo>
                    <a:pt x="5956255" y="112961"/>
                  </a:lnTo>
                  <a:lnTo>
                    <a:pt x="5956444" y="112961"/>
                  </a:lnTo>
                  <a:lnTo>
                    <a:pt x="5956538" y="112961"/>
                  </a:lnTo>
                  <a:lnTo>
                    <a:pt x="5956632" y="112961"/>
                  </a:lnTo>
                  <a:lnTo>
                    <a:pt x="5956726" y="112961"/>
                  </a:lnTo>
                  <a:lnTo>
                    <a:pt x="5956820" y="112961"/>
                  </a:lnTo>
                  <a:lnTo>
                    <a:pt x="5957009" y="112961"/>
                  </a:lnTo>
                  <a:lnTo>
                    <a:pt x="5957385" y="112961"/>
                  </a:lnTo>
                  <a:lnTo>
                    <a:pt x="5957856" y="112961"/>
                  </a:lnTo>
                  <a:lnTo>
                    <a:pt x="5957950" y="112961"/>
                  </a:lnTo>
                  <a:lnTo>
                    <a:pt x="5958138" y="112961"/>
                  </a:lnTo>
                  <a:lnTo>
                    <a:pt x="5958421" y="112961"/>
                  </a:lnTo>
                  <a:lnTo>
                    <a:pt x="5958515" y="112961"/>
                  </a:lnTo>
                  <a:lnTo>
                    <a:pt x="5958609" y="112961"/>
                  </a:lnTo>
                  <a:lnTo>
                    <a:pt x="5958703" y="112961"/>
                  </a:lnTo>
                  <a:lnTo>
                    <a:pt x="5958797" y="112961"/>
                  </a:lnTo>
                  <a:lnTo>
                    <a:pt x="5958892" y="112961"/>
                  </a:lnTo>
                  <a:lnTo>
                    <a:pt x="5959080" y="112961"/>
                  </a:lnTo>
                  <a:lnTo>
                    <a:pt x="5959362" y="112961"/>
                  </a:lnTo>
                  <a:lnTo>
                    <a:pt x="5959739" y="112961"/>
                  </a:lnTo>
                  <a:lnTo>
                    <a:pt x="5959833" y="112961"/>
                  </a:lnTo>
                  <a:lnTo>
                    <a:pt x="5960116" y="112961"/>
                  </a:lnTo>
                  <a:lnTo>
                    <a:pt x="5960210" y="112961"/>
                  </a:lnTo>
                  <a:lnTo>
                    <a:pt x="5960304" y="112961"/>
                  </a:lnTo>
                  <a:lnTo>
                    <a:pt x="5960398" y="112961"/>
                  </a:lnTo>
                  <a:lnTo>
                    <a:pt x="5960492" y="112961"/>
                  </a:lnTo>
                  <a:lnTo>
                    <a:pt x="5960586" y="112961"/>
                  </a:lnTo>
                  <a:lnTo>
                    <a:pt x="5960680" y="112961"/>
                  </a:lnTo>
                  <a:lnTo>
                    <a:pt x="5960869" y="112961"/>
                  </a:lnTo>
                  <a:lnTo>
                    <a:pt x="5961245" y="112961"/>
                  </a:lnTo>
                  <a:lnTo>
                    <a:pt x="5961340" y="112961"/>
                  </a:lnTo>
                  <a:lnTo>
                    <a:pt x="5961810" y="112961"/>
                  </a:lnTo>
                  <a:lnTo>
                    <a:pt x="5961904" y="112961"/>
                  </a:lnTo>
                  <a:lnTo>
                    <a:pt x="5962281" y="112961"/>
                  </a:lnTo>
                  <a:lnTo>
                    <a:pt x="5962375" y="112961"/>
                  </a:lnTo>
                  <a:lnTo>
                    <a:pt x="5962658" y="112961"/>
                  </a:lnTo>
                  <a:lnTo>
                    <a:pt x="5962940" y="112961"/>
                  </a:lnTo>
                  <a:lnTo>
                    <a:pt x="5963034" y="112961"/>
                  </a:lnTo>
                  <a:lnTo>
                    <a:pt x="5963128" y="112961"/>
                  </a:lnTo>
                  <a:lnTo>
                    <a:pt x="5963317" y="112961"/>
                  </a:lnTo>
                  <a:lnTo>
                    <a:pt x="5963411" y="112961"/>
                  </a:lnTo>
                  <a:lnTo>
                    <a:pt x="5963505" y="112961"/>
                  </a:lnTo>
                  <a:lnTo>
                    <a:pt x="5963599" y="112961"/>
                  </a:lnTo>
                  <a:lnTo>
                    <a:pt x="5963693" y="112961"/>
                  </a:lnTo>
                  <a:lnTo>
                    <a:pt x="5963787" y="112961"/>
                  </a:lnTo>
                  <a:lnTo>
                    <a:pt x="5964070" y="112961"/>
                  </a:lnTo>
                  <a:lnTo>
                    <a:pt x="5964164" y="112961"/>
                  </a:lnTo>
                  <a:lnTo>
                    <a:pt x="5964258" y="112961"/>
                  </a:lnTo>
                  <a:lnTo>
                    <a:pt x="5964447" y="112961"/>
                  </a:lnTo>
                  <a:lnTo>
                    <a:pt x="5964541" y="112961"/>
                  </a:lnTo>
                  <a:lnTo>
                    <a:pt x="5964635" y="112961"/>
                  </a:lnTo>
                  <a:lnTo>
                    <a:pt x="5964917" y="112961"/>
                  </a:lnTo>
                  <a:lnTo>
                    <a:pt x="5965011" y="112961"/>
                  </a:lnTo>
                  <a:lnTo>
                    <a:pt x="5965388" y="108050"/>
                  </a:lnTo>
                  <a:lnTo>
                    <a:pt x="5965482" y="108050"/>
                  </a:lnTo>
                  <a:lnTo>
                    <a:pt x="5965576" y="108050"/>
                  </a:lnTo>
                  <a:lnTo>
                    <a:pt x="5965765" y="108050"/>
                  </a:lnTo>
                  <a:lnTo>
                    <a:pt x="5965859" y="108050"/>
                  </a:lnTo>
                  <a:lnTo>
                    <a:pt x="5965953" y="108050"/>
                  </a:lnTo>
                  <a:lnTo>
                    <a:pt x="5966047" y="108050"/>
                  </a:lnTo>
                  <a:lnTo>
                    <a:pt x="5966235" y="108050"/>
                  </a:lnTo>
                  <a:lnTo>
                    <a:pt x="5966518" y="108050"/>
                  </a:lnTo>
                  <a:lnTo>
                    <a:pt x="5966612" y="108050"/>
                  </a:lnTo>
                  <a:lnTo>
                    <a:pt x="5966800" y="108050"/>
                  </a:lnTo>
                  <a:lnTo>
                    <a:pt x="5966894" y="108050"/>
                  </a:lnTo>
                  <a:lnTo>
                    <a:pt x="5967459" y="108050"/>
                  </a:lnTo>
                  <a:lnTo>
                    <a:pt x="5967648" y="108050"/>
                  </a:lnTo>
                  <a:lnTo>
                    <a:pt x="5967930" y="108050"/>
                  </a:lnTo>
                  <a:lnTo>
                    <a:pt x="5968024" y="108050"/>
                  </a:lnTo>
                  <a:lnTo>
                    <a:pt x="5968495" y="108050"/>
                  </a:lnTo>
                  <a:lnTo>
                    <a:pt x="5968683" y="108050"/>
                  </a:lnTo>
                  <a:lnTo>
                    <a:pt x="5968872" y="108050"/>
                  </a:lnTo>
                  <a:lnTo>
                    <a:pt x="5968966" y="108050"/>
                  </a:lnTo>
                  <a:lnTo>
                    <a:pt x="5969154" y="108050"/>
                  </a:lnTo>
                  <a:lnTo>
                    <a:pt x="5969248" y="108050"/>
                  </a:lnTo>
                  <a:lnTo>
                    <a:pt x="5969342" y="108050"/>
                  </a:lnTo>
                  <a:lnTo>
                    <a:pt x="5969719" y="108050"/>
                  </a:lnTo>
                  <a:lnTo>
                    <a:pt x="5969813" y="108050"/>
                  </a:lnTo>
                  <a:lnTo>
                    <a:pt x="5969907" y="108050"/>
                  </a:lnTo>
                  <a:lnTo>
                    <a:pt x="5970096" y="108050"/>
                  </a:lnTo>
                  <a:lnTo>
                    <a:pt x="5970378" y="108050"/>
                  </a:lnTo>
                  <a:lnTo>
                    <a:pt x="5970472" y="108050"/>
                  </a:lnTo>
                  <a:lnTo>
                    <a:pt x="5970566" y="108050"/>
                  </a:lnTo>
                  <a:lnTo>
                    <a:pt x="5970849" y="108050"/>
                  </a:lnTo>
                  <a:lnTo>
                    <a:pt x="5970943" y="108050"/>
                  </a:lnTo>
                  <a:lnTo>
                    <a:pt x="5971320" y="108050"/>
                  </a:lnTo>
                  <a:lnTo>
                    <a:pt x="5971414" y="108050"/>
                  </a:lnTo>
                  <a:lnTo>
                    <a:pt x="5971508" y="108050"/>
                  </a:lnTo>
                  <a:lnTo>
                    <a:pt x="5971696" y="108050"/>
                  </a:lnTo>
                  <a:lnTo>
                    <a:pt x="5971885" y="108050"/>
                  </a:lnTo>
                  <a:lnTo>
                    <a:pt x="5972073" y="108050"/>
                  </a:lnTo>
                  <a:lnTo>
                    <a:pt x="5972355" y="108050"/>
                  </a:lnTo>
                  <a:lnTo>
                    <a:pt x="5972449" y="108050"/>
                  </a:lnTo>
                  <a:lnTo>
                    <a:pt x="5972544" y="108050"/>
                  </a:lnTo>
                  <a:lnTo>
                    <a:pt x="5972638" y="108050"/>
                  </a:lnTo>
                  <a:lnTo>
                    <a:pt x="5973014" y="108050"/>
                  </a:lnTo>
                  <a:lnTo>
                    <a:pt x="5973203" y="108050"/>
                  </a:lnTo>
                  <a:lnTo>
                    <a:pt x="5973391" y="108050"/>
                  </a:lnTo>
                  <a:lnTo>
                    <a:pt x="5973485" y="108050"/>
                  </a:lnTo>
                  <a:lnTo>
                    <a:pt x="5973673" y="108050"/>
                  </a:lnTo>
                  <a:lnTo>
                    <a:pt x="5973862" y="108050"/>
                  </a:lnTo>
                  <a:lnTo>
                    <a:pt x="5974333" y="108050"/>
                  </a:lnTo>
                  <a:lnTo>
                    <a:pt x="5974521" y="108050"/>
                  </a:lnTo>
                  <a:lnTo>
                    <a:pt x="5974615" y="108050"/>
                  </a:lnTo>
                  <a:lnTo>
                    <a:pt x="5974803" y="108050"/>
                  </a:lnTo>
                  <a:lnTo>
                    <a:pt x="5974897" y="108050"/>
                  </a:lnTo>
                  <a:lnTo>
                    <a:pt x="5975368" y="108050"/>
                  </a:lnTo>
                  <a:lnTo>
                    <a:pt x="5975462" y="108050"/>
                  </a:lnTo>
                  <a:lnTo>
                    <a:pt x="5975745" y="108050"/>
                  </a:lnTo>
                  <a:lnTo>
                    <a:pt x="5976310" y="108050"/>
                  </a:lnTo>
                  <a:lnTo>
                    <a:pt x="5976498" y="108050"/>
                  </a:lnTo>
                  <a:lnTo>
                    <a:pt x="5976592" y="108050"/>
                  </a:lnTo>
                  <a:lnTo>
                    <a:pt x="5976686" y="108050"/>
                  </a:lnTo>
                  <a:lnTo>
                    <a:pt x="5976780" y="108050"/>
                  </a:lnTo>
                  <a:lnTo>
                    <a:pt x="5976875" y="108050"/>
                  </a:lnTo>
                  <a:lnTo>
                    <a:pt x="5977345" y="108050"/>
                  </a:lnTo>
                  <a:lnTo>
                    <a:pt x="5977534" y="108050"/>
                  </a:lnTo>
                  <a:lnTo>
                    <a:pt x="5977722" y="108050"/>
                  </a:lnTo>
                  <a:lnTo>
                    <a:pt x="5977910" y="108050"/>
                  </a:lnTo>
                  <a:lnTo>
                    <a:pt x="5978004" y="108050"/>
                  </a:lnTo>
                  <a:lnTo>
                    <a:pt x="5978099" y="108050"/>
                  </a:lnTo>
                  <a:lnTo>
                    <a:pt x="5978475" y="108050"/>
                  </a:lnTo>
                  <a:lnTo>
                    <a:pt x="5978569" y="108050"/>
                  </a:lnTo>
                  <a:lnTo>
                    <a:pt x="5978946" y="108050"/>
                  </a:lnTo>
                  <a:lnTo>
                    <a:pt x="5979040" y="108050"/>
                  </a:lnTo>
                  <a:lnTo>
                    <a:pt x="5979134" y="108050"/>
                  </a:lnTo>
                  <a:lnTo>
                    <a:pt x="5979511" y="108050"/>
                  </a:lnTo>
                  <a:lnTo>
                    <a:pt x="5979605" y="108050"/>
                  </a:lnTo>
                  <a:lnTo>
                    <a:pt x="5979793" y="108050"/>
                  </a:lnTo>
                  <a:lnTo>
                    <a:pt x="5980076" y="108050"/>
                  </a:lnTo>
                  <a:lnTo>
                    <a:pt x="5980641" y="108050"/>
                  </a:lnTo>
                  <a:lnTo>
                    <a:pt x="5980735" y="108050"/>
                  </a:lnTo>
                  <a:lnTo>
                    <a:pt x="5980829" y="108050"/>
                  </a:lnTo>
                  <a:lnTo>
                    <a:pt x="5980923" y="108050"/>
                  </a:lnTo>
                  <a:lnTo>
                    <a:pt x="5981017" y="108050"/>
                  </a:lnTo>
                  <a:lnTo>
                    <a:pt x="5981111" y="108050"/>
                  </a:lnTo>
                  <a:lnTo>
                    <a:pt x="5981394" y="108050"/>
                  </a:lnTo>
                  <a:lnTo>
                    <a:pt x="5981488" y="108050"/>
                  </a:lnTo>
                  <a:lnTo>
                    <a:pt x="5981676" y="108050"/>
                  </a:lnTo>
                  <a:lnTo>
                    <a:pt x="5981865" y="108050"/>
                  </a:lnTo>
                  <a:lnTo>
                    <a:pt x="5982241" y="108050"/>
                  </a:lnTo>
                  <a:lnTo>
                    <a:pt x="5982430" y="108050"/>
                  </a:lnTo>
                  <a:lnTo>
                    <a:pt x="5982524" y="108050"/>
                  </a:lnTo>
                  <a:lnTo>
                    <a:pt x="5982712" y="108050"/>
                  </a:lnTo>
                  <a:lnTo>
                    <a:pt x="5982806" y="108050"/>
                  </a:lnTo>
                  <a:lnTo>
                    <a:pt x="5982900" y="108050"/>
                  </a:lnTo>
                  <a:lnTo>
                    <a:pt x="5983183" y="108050"/>
                  </a:lnTo>
                  <a:lnTo>
                    <a:pt x="5983277" y="108050"/>
                  </a:lnTo>
                  <a:lnTo>
                    <a:pt x="5983465" y="108050"/>
                  </a:lnTo>
                  <a:lnTo>
                    <a:pt x="5983559" y="108050"/>
                  </a:lnTo>
                  <a:lnTo>
                    <a:pt x="5983842" y="108050"/>
                  </a:lnTo>
                  <a:lnTo>
                    <a:pt x="5984501" y="108050"/>
                  </a:lnTo>
                  <a:lnTo>
                    <a:pt x="5984783" y="108050"/>
                  </a:lnTo>
                  <a:lnTo>
                    <a:pt x="5984878" y="108050"/>
                  </a:lnTo>
                  <a:lnTo>
                    <a:pt x="5984972" y="108050"/>
                  </a:lnTo>
                  <a:lnTo>
                    <a:pt x="5985066" y="108050"/>
                  </a:lnTo>
                  <a:lnTo>
                    <a:pt x="5985160" y="108050"/>
                  </a:lnTo>
                  <a:lnTo>
                    <a:pt x="5985254" y="108050"/>
                  </a:lnTo>
                  <a:lnTo>
                    <a:pt x="5985631" y="108050"/>
                  </a:lnTo>
                  <a:lnTo>
                    <a:pt x="5985725" y="108050"/>
                  </a:lnTo>
                  <a:lnTo>
                    <a:pt x="5985819" y="108050"/>
                  </a:lnTo>
                  <a:lnTo>
                    <a:pt x="5985819" y="103138"/>
                  </a:lnTo>
                  <a:lnTo>
                    <a:pt x="5985913" y="103138"/>
                  </a:lnTo>
                  <a:lnTo>
                    <a:pt x="5986007" y="103138"/>
                  </a:lnTo>
                  <a:lnTo>
                    <a:pt x="5986196" y="103138"/>
                  </a:lnTo>
                  <a:lnTo>
                    <a:pt x="5986290" y="103138"/>
                  </a:lnTo>
                  <a:lnTo>
                    <a:pt x="5986384" y="103138"/>
                  </a:lnTo>
                  <a:lnTo>
                    <a:pt x="5986478" y="103138"/>
                  </a:lnTo>
                  <a:lnTo>
                    <a:pt x="5986761" y="103138"/>
                  </a:lnTo>
                  <a:lnTo>
                    <a:pt x="5987231" y="103138"/>
                  </a:lnTo>
                  <a:lnTo>
                    <a:pt x="5987326" y="103138"/>
                  </a:lnTo>
                  <a:lnTo>
                    <a:pt x="5987514" y="103138"/>
                  </a:lnTo>
                  <a:lnTo>
                    <a:pt x="5987608" y="103138"/>
                  </a:lnTo>
                  <a:lnTo>
                    <a:pt x="5988079" y="98227"/>
                  </a:lnTo>
                  <a:lnTo>
                    <a:pt x="5988173" y="98227"/>
                  </a:lnTo>
                  <a:lnTo>
                    <a:pt x="5988267" y="98227"/>
                  </a:lnTo>
                  <a:lnTo>
                    <a:pt x="5988361" y="98227"/>
                  </a:lnTo>
                  <a:lnTo>
                    <a:pt x="5988644" y="98227"/>
                  </a:lnTo>
                  <a:lnTo>
                    <a:pt x="5988832" y="98227"/>
                  </a:lnTo>
                  <a:lnTo>
                    <a:pt x="5988926" y="98227"/>
                  </a:lnTo>
                  <a:lnTo>
                    <a:pt x="5989020" y="98227"/>
                  </a:lnTo>
                  <a:lnTo>
                    <a:pt x="5989114" y="98227"/>
                  </a:lnTo>
                  <a:lnTo>
                    <a:pt x="5989303" y="98227"/>
                  </a:lnTo>
                  <a:lnTo>
                    <a:pt x="5989397" y="98227"/>
                  </a:lnTo>
                  <a:lnTo>
                    <a:pt x="5989585" y="98227"/>
                  </a:lnTo>
                  <a:lnTo>
                    <a:pt x="5989773" y="98227"/>
                  </a:lnTo>
                  <a:lnTo>
                    <a:pt x="5989868" y="98227"/>
                  </a:lnTo>
                  <a:lnTo>
                    <a:pt x="5990056" y="98227"/>
                  </a:lnTo>
                  <a:lnTo>
                    <a:pt x="5990715" y="98227"/>
                  </a:lnTo>
                  <a:lnTo>
                    <a:pt x="5990809" y="98227"/>
                  </a:lnTo>
                  <a:lnTo>
                    <a:pt x="5990903" y="98227"/>
                  </a:lnTo>
                  <a:lnTo>
                    <a:pt x="5990997" y="98227"/>
                  </a:lnTo>
                  <a:lnTo>
                    <a:pt x="5991092" y="98227"/>
                  </a:lnTo>
                  <a:lnTo>
                    <a:pt x="5991280" y="98227"/>
                  </a:lnTo>
                  <a:lnTo>
                    <a:pt x="5991374" y="98227"/>
                  </a:lnTo>
                  <a:lnTo>
                    <a:pt x="5991751" y="98227"/>
                  </a:lnTo>
                  <a:lnTo>
                    <a:pt x="5991939" y="98227"/>
                  </a:lnTo>
                  <a:lnTo>
                    <a:pt x="5992033" y="98227"/>
                  </a:lnTo>
                  <a:lnTo>
                    <a:pt x="5992127" y="98227"/>
                  </a:lnTo>
                  <a:lnTo>
                    <a:pt x="5992221" y="98227"/>
                  </a:lnTo>
                  <a:lnTo>
                    <a:pt x="5992316" y="98227"/>
                  </a:lnTo>
                  <a:lnTo>
                    <a:pt x="5992410" y="98227"/>
                  </a:lnTo>
                  <a:lnTo>
                    <a:pt x="5992504" y="98227"/>
                  </a:lnTo>
                  <a:lnTo>
                    <a:pt x="5993257" y="98227"/>
                  </a:lnTo>
                  <a:lnTo>
                    <a:pt x="5993351" y="98227"/>
                  </a:lnTo>
                  <a:lnTo>
                    <a:pt x="5993634" y="98227"/>
                  </a:lnTo>
                  <a:lnTo>
                    <a:pt x="5993822" y="98227"/>
                  </a:lnTo>
                  <a:lnTo>
                    <a:pt x="5993916" y="98227"/>
                  </a:lnTo>
                  <a:lnTo>
                    <a:pt x="5994199" y="98227"/>
                  </a:lnTo>
                  <a:lnTo>
                    <a:pt x="5994293" y="98227"/>
                  </a:lnTo>
                  <a:lnTo>
                    <a:pt x="5994387" y="98227"/>
                  </a:lnTo>
                  <a:lnTo>
                    <a:pt x="5994481" y="98227"/>
                  </a:lnTo>
                  <a:lnTo>
                    <a:pt x="5994575" y="98227"/>
                  </a:lnTo>
                  <a:lnTo>
                    <a:pt x="5995234" y="98227"/>
                  </a:lnTo>
                  <a:lnTo>
                    <a:pt x="5995517" y="98227"/>
                  </a:lnTo>
                  <a:lnTo>
                    <a:pt x="5995799" y="98227"/>
                  </a:lnTo>
                  <a:lnTo>
                    <a:pt x="5995893" y="98227"/>
                  </a:lnTo>
                  <a:lnTo>
                    <a:pt x="5996082" y="98227"/>
                  </a:lnTo>
                  <a:lnTo>
                    <a:pt x="5996176" y="98227"/>
                  </a:lnTo>
                  <a:lnTo>
                    <a:pt x="5996270" y="98227"/>
                  </a:lnTo>
                  <a:lnTo>
                    <a:pt x="5996364" y="98227"/>
                  </a:lnTo>
                  <a:lnTo>
                    <a:pt x="5996552" y="98227"/>
                  </a:lnTo>
                  <a:lnTo>
                    <a:pt x="5996741" y="98227"/>
                  </a:lnTo>
                  <a:lnTo>
                    <a:pt x="5996929" y="98227"/>
                  </a:lnTo>
                  <a:lnTo>
                    <a:pt x="5997023" y="98227"/>
                  </a:lnTo>
                  <a:lnTo>
                    <a:pt x="5997494" y="98227"/>
                  </a:lnTo>
                  <a:lnTo>
                    <a:pt x="5997682" y="98227"/>
                  </a:lnTo>
                  <a:lnTo>
                    <a:pt x="5997776" y="98227"/>
                  </a:lnTo>
                  <a:lnTo>
                    <a:pt x="5998341" y="98227"/>
                  </a:lnTo>
                  <a:lnTo>
                    <a:pt x="5998435" y="98227"/>
                  </a:lnTo>
                  <a:lnTo>
                    <a:pt x="5998530" y="98227"/>
                  </a:lnTo>
                  <a:lnTo>
                    <a:pt x="5998624" y="98227"/>
                  </a:lnTo>
                  <a:lnTo>
                    <a:pt x="5998812" y="98227"/>
                  </a:lnTo>
                  <a:lnTo>
                    <a:pt x="5999095" y="98227"/>
                  </a:lnTo>
                  <a:lnTo>
                    <a:pt x="5999283" y="98227"/>
                  </a:lnTo>
                  <a:lnTo>
                    <a:pt x="5999471" y="98227"/>
                  </a:lnTo>
                  <a:lnTo>
                    <a:pt x="5999659" y="98227"/>
                  </a:lnTo>
                  <a:lnTo>
                    <a:pt x="5999754" y="98227"/>
                  </a:lnTo>
                  <a:lnTo>
                    <a:pt x="5999848" y="98227"/>
                  </a:lnTo>
                  <a:lnTo>
                    <a:pt x="5999942" y="98227"/>
                  </a:lnTo>
                  <a:lnTo>
                    <a:pt x="6000507" y="98227"/>
                  </a:lnTo>
                  <a:lnTo>
                    <a:pt x="6000601" y="98227"/>
                  </a:lnTo>
                  <a:lnTo>
                    <a:pt x="6000883" y="98227"/>
                  </a:lnTo>
                  <a:lnTo>
                    <a:pt x="6000978" y="98227"/>
                  </a:lnTo>
                  <a:lnTo>
                    <a:pt x="6001166" y="98227"/>
                  </a:lnTo>
                  <a:lnTo>
                    <a:pt x="6001260" y="98227"/>
                  </a:lnTo>
                  <a:lnTo>
                    <a:pt x="6001448" y="98227"/>
                  </a:lnTo>
                  <a:lnTo>
                    <a:pt x="6001542" y="98227"/>
                  </a:lnTo>
                  <a:lnTo>
                    <a:pt x="6001731" y="98227"/>
                  </a:lnTo>
                  <a:lnTo>
                    <a:pt x="6001825" y="98227"/>
                  </a:lnTo>
                  <a:lnTo>
                    <a:pt x="6002013" y="98227"/>
                  </a:lnTo>
                  <a:lnTo>
                    <a:pt x="6002202" y="98227"/>
                  </a:lnTo>
                  <a:lnTo>
                    <a:pt x="6002390" y="98227"/>
                  </a:lnTo>
                  <a:lnTo>
                    <a:pt x="6002484" y="98227"/>
                  </a:lnTo>
                  <a:lnTo>
                    <a:pt x="6002766" y="98227"/>
                  </a:lnTo>
                  <a:lnTo>
                    <a:pt x="6002861" y="98227"/>
                  </a:lnTo>
                  <a:lnTo>
                    <a:pt x="6002955" y="98227"/>
                  </a:lnTo>
                  <a:lnTo>
                    <a:pt x="6003143" y="98227"/>
                  </a:lnTo>
                  <a:lnTo>
                    <a:pt x="6003331" y="98227"/>
                  </a:lnTo>
                  <a:lnTo>
                    <a:pt x="6003896" y="98227"/>
                  </a:lnTo>
                  <a:lnTo>
                    <a:pt x="6003990" y="98227"/>
                  </a:lnTo>
                  <a:lnTo>
                    <a:pt x="6004085" y="98227"/>
                  </a:lnTo>
                  <a:lnTo>
                    <a:pt x="6004273" y="98227"/>
                  </a:lnTo>
                  <a:lnTo>
                    <a:pt x="6004367" y="98227"/>
                  </a:lnTo>
                  <a:lnTo>
                    <a:pt x="6004461" y="98227"/>
                  </a:lnTo>
                  <a:lnTo>
                    <a:pt x="6004555" y="98227"/>
                  </a:lnTo>
                  <a:lnTo>
                    <a:pt x="6004650" y="98227"/>
                  </a:lnTo>
                  <a:lnTo>
                    <a:pt x="6004744" y="98227"/>
                  </a:lnTo>
                  <a:lnTo>
                    <a:pt x="6004838" y="98227"/>
                  </a:lnTo>
                  <a:lnTo>
                    <a:pt x="6004932" y="98227"/>
                  </a:lnTo>
                  <a:lnTo>
                    <a:pt x="6005026" y="98227"/>
                  </a:lnTo>
                  <a:lnTo>
                    <a:pt x="6005120" y="98227"/>
                  </a:lnTo>
                  <a:lnTo>
                    <a:pt x="6005309" y="98227"/>
                  </a:lnTo>
                  <a:lnTo>
                    <a:pt x="6005497" y="98227"/>
                  </a:lnTo>
                  <a:lnTo>
                    <a:pt x="6006062" y="98227"/>
                  </a:lnTo>
                  <a:lnTo>
                    <a:pt x="6006156" y="98227"/>
                  </a:lnTo>
                  <a:lnTo>
                    <a:pt x="6006250" y="98227"/>
                  </a:lnTo>
                  <a:lnTo>
                    <a:pt x="6006627" y="98227"/>
                  </a:lnTo>
                  <a:lnTo>
                    <a:pt x="6006815" y="98227"/>
                  </a:lnTo>
                  <a:lnTo>
                    <a:pt x="6007286" y="98227"/>
                  </a:lnTo>
                  <a:lnTo>
                    <a:pt x="6007474" y="98227"/>
                  </a:lnTo>
                  <a:lnTo>
                    <a:pt x="6007851" y="98227"/>
                  </a:lnTo>
                  <a:lnTo>
                    <a:pt x="6008227" y="98227"/>
                  </a:lnTo>
                  <a:lnTo>
                    <a:pt x="6008321" y="98227"/>
                  </a:lnTo>
                  <a:lnTo>
                    <a:pt x="6008416" y="98227"/>
                  </a:lnTo>
                  <a:lnTo>
                    <a:pt x="6008510" y="98227"/>
                  </a:lnTo>
                  <a:lnTo>
                    <a:pt x="6008604" y="98227"/>
                  </a:lnTo>
                  <a:lnTo>
                    <a:pt x="6008698" y="98227"/>
                  </a:lnTo>
                  <a:lnTo>
                    <a:pt x="6008792" y="98227"/>
                  </a:lnTo>
                  <a:lnTo>
                    <a:pt x="6008886" y="98227"/>
                  </a:lnTo>
                  <a:lnTo>
                    <a:pt x="6008981" y="98227"/>
                  </a:lnTo>
                  <a:lnTo>
                    <a:pt x="6009075" y="98227"/>
                  </a:lnTo>
                  <a:lnTo>
                    <a:pt x="6009169" y="98227"/>
                  </a:lnTo>
                  <a:lnTo>
                    <a:pt x="6009263" y="98227"/>
                  </a:lnTo>
                  <a:lnTo>
                    <a:pt x="6009451" y="98227"/>
                  </a:lnTo>
                  <a:lnTo>
                    <a:pt x="6009734" y="98227"/>
                  </a:lnTo>
                  <a:lnTo>
                    <a:pt x="6009922" y="98227"/>
                  </a:lnTo>
                  <a:lnTo>
                    <a:pt x="6010299" y="98227"/>
                  </a:lnTo>
                  <a:lnTo>
                    <a:pt x="6010393" y="98227"/>
                  </a:lnTo>
                  <a:lnTo>
                    <a:pt x="6010581" y="98227"/>
                  </a:lnTo>
                  <a:lnTo>
                    <a:pt x="6010864" y="98227"/>
                  </a:lnTo>
                  <a:lnTo>
                    <a:pt x="6010958" y="98227"/>
                  </a:lnTo>
                  <a:lnTo>
                    <a:pt x="6011146" y="98227"/>
                  </a:lnTo>
                  <a:lnTo>
                    <a:pt x="6011617" y="98227"/>
                  </a:lnTo>
                  <a:lnTo>
                    <a:pt x="6011711" y="98227"/>
                  </a:lnTo>
                  <a:lnTo>
                    <a:pt x="6011899" y="98227"/>
                  </a:lnTo>
                  <a:lnTo>
                    <a:pt x="6012088" y="98227"/>
                  </a:lnTo>
                  <a:lnTo>
                    <a:pt x="6012370" y="98227"/>
                  </a:lnTo>
                  <a:lnTo>
                    <a:pt x="6012464" y="98227"/>
                  </a:lnTo>
                  <a:lnTo>
                    <a:pt x="6012558" y="98227"/>
                  </a:lnTo>
                  <a:lnTo>
                    <a:pt x="6012747" y="93316"/>
                  </a:lnTo>
                  <a:lnTo>
                    <a:pt x="6012841" y="93316"/>
                  </a:lnTo>
                  <a:lnTo>
                    <a:pt x="6013029" y="93316"/>
                  </a:lnTo>
                  <a:lnTo>
                    <a:pt x="6013123" y="93316"/>
                  </a:lnTo>
                  <a:lnTo>
                    <a:pt x="6013312" y="93316"/>
                  </a:lnTo>
                  <a:lnTo>
                    <a:pt x="6014912" y="88404"/>
                  </a:lnTo>
                  <a:lnTo>
                    <a:pt x="6015289" y="88404"/>
                  </a:lnTo>
                  <a:lnTo>
                    <a:pt x="6015383" y="88404"/>
                  </a:lnTo>
                  <a:lnTo>
                    <a:pt x="6015571" y="88404"/>
                  </a:lnTo>
                  <a:lnTo>
                    <a:pt x="6015665" y="88404"/>
                  </a:lnTo>
                  <a:lnTo>
                    <a:pt x="6015759" y="88404"/>
                  </a:lnTo>
                  <a:lnTo>
                    <a:pt x="6015854" y="88404"/>
                  </a:lnTo>
                  <a:lnTo>
                    <a:pt x="6016230" y="88404"/>
                  </a:lnTo>
                  <a:lnTo>
                    <a:pt x="6016324" y="88404"/>
                  </a:lnTo>
                  <a:lnTo>
                    <a:pt x="6016607" y="88404"/>
                  </a:lnTo>
                  <a:lnTo>
                    <a:pt x="6016701" y="88404"/>
                  </a:lnTo>
                  <a:lnTo>
                    <a:pt x="6016795" y="88404"/>
                  </a:lnTo>
                  <a:lnTo>
                    <a:pt x="6016889" y="88404"/>
                  </a:lnTo>
                  <a:lnTo>
                    <a:pt x="6017266" y="88404"/>
                  </a:lnTo>
                  <a:lnTo>
                    <a:pt x="6017360" y="88404"/>
                  </a:lnTo>
                  <a:lnTo>
                    <a:pt x="6017548" y="88404"/>
                  </a:lnTo>
                  <a:lnTo>
                    <a:pt x="6018302" y="88404"/>
                  </a:lnTo>
                  <a:lnTo>
                    <a:pt x="6018866" y="88404"/>
                  </a:lnTo>
                  <a:lnTo>
                    <a:pt x="6019337" y="88404"/>
                  </a:lnTo>
                  <a:lnTo>
                    <a:pt x="6019431" y="88404"/>
                  </a:lnTo>
                  <a:lnTo>
                    <a:pt x="6019620" y="88404"/>
                  </a:lnTo>
                  <a:lnTo>
                    <a:pt x="6019714" y="88404"/>
                  </a:lnTo>
                  <a:lnTo>
                    <a:pt x="6019902" y="88404"/>
                  </a:lnTo>
                  <a:lnTo>
                    <a:pt x="6019996" y="88404"/>
                  </a:lnTo>
                  <a:lnTo>
                    <a:pt x="6020090" y="88404"/>
                  </a:lnTo>
                  <a:lnTo>
                    <a:pt x="6020185" y="88404"/>
                  </a:lnTo>
                  <a:lnTo>
                    <a:pt x="6020279" y="88404"/>
                  </a:lnTo>
                  <a:lnTo>
                    <a:pt x="6020373" y="88404"/>
                  </a:lnTo>
                  <a:lnTo>
                    <a:pt x="6020467" y="88404"/>
                  </a:lnTo>
                  <a:lnTo>
                    <a:pt x="6020655" y="88404"/>
                  </a:lnTo>
                  <a:lnTo>
                    <a:pt x="6021032" y="88404"/>
                  </a:lnTo>
                  <a:lnTo>
                    <a:pt x="6021126" y="88404"/>
                  </a:lnTo>
                  <a:lnTo>
                    <a:pt x="6021503" y="88404"/>
                  </a:lnTo>
                  <a:lnTo>
                    <a:pt x="6021597" y="88404"/>
                  </a:lnTo>
                  <a:lnTo>
                    <a:pt x="6021691" y="88404"/>
                  </a:lnTo>
                  <a:lnTo>
                    <a:pt x="6021785" y="88404"/>
                  </a:lnTo>
                  <a:lnTo>
                    <a:pt x="6022444" y="88404"/>
                  </a:lnTo>
                  <a:lnTo>
                    <a:pt x="6022538" y="88404"/>
                  </a:lnTo>
                  <a:lnTo>
                    <a:pt x="6022633" y="88404"/>
                  </a:lnTo>
                  <a:lnTo>
                    <a:pt x="6022821" y="88404"/>
                  </a:lnTo>
                  <a:lnTo>
                    <a:pt x="6022915" y="88404"/>
                  </a:lnTo>
                  <a:lnTo>
                    <a:pt x="6023103" y="88404"/>
                  </a:lnTo>
                  <a:lnTo>
                    <a:pt x="6023197" y="88404"/>
                  </a:lnTo>
                  <a:lnTo>
                    <a:pt x="6023574" y="88404"/>
                  </a:lnTo>
                  <a:lnTo>
                    <a:pt x="6023762" y="88404"/>
                  </a:lnTo>
                  <a:lnTo>
                    <a:pt x="6023951" y="88404"/>
                  </a:lnTo>
                  <a:lnTo>
                    <a:pt x="6024139" y="88404"/>
                  </a:lnTo>
                  <a:lnTo>
                    <a:pt x="6024327" y="88404"/>
                  </a:lnTo>
                  <a:lnTo>
                    <a:pt x="6024421" y="88404"/>
                  </a:lnTo>
                  <a:lnTo>
                    <a:pt x="6024610" y="88404"/>
                  </a:lnTo>
                  <a:lnTo>
                    <a:pt x="6024986" y="88404"/>
                  </a:lnTo>
                  <a:lnTo>
                    <a:pt x="6025269" y="88404"/>
                  </a:lnTo>
                  <a:lnTo>
                    <a:pt x="6025363" y="88404"/>
                  </a:lnTo>
                  <a:lnTo>
                    <a:pt x="6025457" y="88404"/>
                  </a:lnTo>
                  <a:lnTo>
                    <a:pt x="6025551" y="88404"/>
                  </a:lnTo>
                  <a:lnTo>
                    <a:pt x="6025834" y="88404"/>
                  </a:lnTo>
                  <a:lnTo>
                    <a:pt x="6026116" y="88404"/>
                  </a:lnTo>
                  <a:lnTo>
                    <a:pt x="6026399" y="88404"/>
                  </a:lnTo>
                  <a:lnTo>
                    <a:pt x="6026775" y="88404"/>
                  </a:lnTo>
                  <a:lnTo>
                    <a:pt x="6026869" y="88404"/>
                  </a:lnTo>
                  <a:lnTo>
                    <a:pt x="6027058" y="88404"/>
                  </a:lnTo>
                  <a:lnTo>
                    <a:pt x="6027246" y="88404"/>
                  </a:lnTo>
                  <a:lnTo>
                    <a:pt x="6027340" y="88404"/>
                  </a:lnTo>
                  <a:lnTo>
                    <a:pt x="6027434" y="88404"/>
                  </a:lnTo>
                  <a:lnTo>
                    <a:pt x="6027528" y="88404"/>
                  </a:lnTo>
                  <a:lnTo>
                    <a:pt x="6027623" y="88404"/>
                  </a:lnTo>
                  <a:lnTo>
                    <a:pt x="6027717" y="88404"/>
                  </a:lnTo>
                  <a:lnTo>
                    <a:pt x="6027905" y="88404"/>
                  </a:lnTo>
                  <a:lnTo>
                    <a:pt x="6027999" y="88404"/>
                  </a:lnTo>
                  <a:lnTo>
                    <a:pt x="6028376" y="88404"/>
                  </a:lnTo>
                  <a:lnTo>
                    <a:pt x="6028470" y="88404"/>
                  </a:lnTo>
                  <a:lnTo>
                    <a:pt x="6028847" y="88404"/>
                  </a:lnTo>
                  <a:lnTo>
                    <a:pt x="6028941" y="88404"/>
                  </a:lnTo>
                  <a:lnTo>
                    <a:pt x="6029412" y="88404"/>
                  </a:lnTo>
                  <a:lnTo>
                    <a:pt x="6029600" y="88404"/>
                  </a:lnTo>
                  <a:lnTo>
                    <a:pt x="6029788" y="88404"/>
                  </a:lnTo>
                  <a:lnTo>
                    <a:pt x="6029882" y="88404"/>
                  </a:lnTo>
                  <a:lnTo>
                    <a:pt x="6029976" y="88404"/>
                  </a:lnTo>
                  <a:lnTo>
                    <a:pt x="6030071" y="88404"/>
                  </a:lnTo>
                  <a:lnTo>
                    <a:pt x="6030353" y="88404"/>
                  </a:lnTo>
                  <a:lnTo>
                    <a:pt x="6030447" y="88404"/>
                  </a:lnTo>
                  <a:lnTo>
                    <a:pt x="6030541" y="88404"/>
                  </a:lnTo>
                  <a:lnTo>
                    <a:pt x="6030730" y="88404"/>
                  </a:lnTo>
                  <a:lnTo>
                    <a:pt x="6031012" y="88404"/>
                  </a:lnTo>
                  <a:lnTo>
                    <a:pt x="6031106" y="88404"/>
                  </a:lnTo>
                  <a:lnTo>
                    <a:pt x="6031295" y="88404"/>
                  </a:lnTo>
                  <a:lnTo>
                    <a:pt x="6031389" y="88404"/>
                  </a:lnTo>
                  <a:lnTo>
                    <a:pt x="6031483" y="88404"/>
                  </a:lnTo>
                  <a:lnTo>
                    <a:pt x="6031671" y="88404"/>
                  </a:lnTo>
                  <a:lnTo>
                    <a:pt x="6031765" y="88404"/>
                  </a:lnTo>
                  <a:lnTo>
                    <a:pt x="6032048" y="88404"/>
                  </a:lnTo>
                  <a:lnTo>
                    <a:pt x="6032142" y="88404"/>
                  </a:lnTo>
                  <a:lnTo>
                    <a:pt x="6032236" y="88404"/>
                  </a:lnTo>
                  <a:lnTo>
                    <a:pt x="6032330" y="88404"/>
                  </a:lnTo>
                  <a:lnTo>
                    <a:pt x="6032424" y="88404"/>
                  </a:lnTo>
                  <a:lnTo>
                    <a:pt x="6032519" y="88404"/>
                  </a:lnTo>
                  <a:lnTo>
                    <a:pt x="6032613" y="88404"/>
                  </a:lnTo>
                  <a:lnTo>
                    <a:pt x="6032707" y="88404"/>
                  </a:lnTo>
                  <a:lnTo>
                    <a:pt x="6032801" y="88404"/>
                  </a:lnTo>
                  <a:lnTo>
                    <a:pt x="6032895" y="88404"/>
                  </a:lnTo>
                  <a:lnTo>
                    <a:pt x="6033178" y="88404"/>
                  </a:lnTo>
                  <a:lnTo>
                    <a:pt x="6033366" y="88404"/>
                  </a:lnTo>
                  <a:lnTo>
                    <a:pt x="6033743" y="88404"/>
                  </a:lnTo>
                  <a:lnTo>
                    <a:pt x="6033931" y="88404"/>
                  </a:lnTo>
                  <a:lnTo>
                    <a:pt x="6034025" y="88404"/>
                  </a:lnTo>
                  <a:lnTo>
                    <a:pt x="6034119" y="88404"/>
                  </a:lnTo>
                  <a:lnTo>
                    <a:pt x="6034307" y="88404"/>
                  </a:lnTo>
                  <a:lnTo>
                    <a:pt x="6034590" y="88404"/>
                  </a:lnTo>
                  <a:lnTo>
                    <a:pt x="6034778" y="88404"/>
                  </a:lnTo>
                  <a:lnTo>
                    <a:pt x="6034872" y="88404"/>
                  </a:lnTo>
                  <a:lnTo>
                    <a:pt x="6035249" y="88404"/>
                  </a:lnTo>
                  <a:lnTo>
                    <a:pt x="6035437" y="88404"/>
                  </a:lnTo>
                  <a:lnTo>
                    <a:pt x="6035626" y="88404"/>
                  </a:lnTo>
                  <a:lnTo>
                    <a:pt x="6036002" y="88404"/>
                  </a:lnTo>
                  <a:lnTo>
                    <a:pt x="6036096" y="88404"/>
                  </a:lnTo>
                  <a:lnTo>
                    <a:pt x="6036473" y="88404"/>
                  </a:lnTo>
                  <a:lnTo>
                    <a:pt x="6036567" y="88404"/>
                  </a:lnTo>
                  <a:lnTo>
                    <a:pt x="6036944" y="88404"/>
                  </a:lnTo>
                  <a:lnTo>
                    <a:pt x="6037885" y="88404"/>
                  </a:lnTo>
                  <a:lnTo>
                    <a:pt x="6038262" y="88404"/>
                  </a:lnTo>
                  <a:lnTo>
                    <a:pt x="6038450" y="88404"/>
                  </a:lnTo>
                  <a:lnTo>
                    <a:pt x="6038544" y="88404"/>
                  </a:lnTo>
                  <a:lnTo>
                    <a:pt x="6038733" y="88404"/>
                  </a:lnTo>
                  <a:lnTo>
                    <a:pt x="6039203" y="88404"/>
                  </a:lnTo>
                  <a:lnTo>
                    <a:pt x="6039298" y="88404"/>
                  </a:lnTo>
                  <a:lnTo>
                    <a:pt x="6039486" y="88404"/>
                  </a:lnTo>
                  <a:lnTo>
                    <a:pt x="6039768" y="88404"/>
                  </a:lnTo>
                  <a:lnTo>
                    <a:pt x="6039957" y="88404"/>
                  </a:lnTo>
                  <a:lnTo>
                    <a:pt x="6040239" y="88404"/>
                  </a:lnTo>
                  <a:lnTo>
                    <a:pt x="6040427" y="88404"/>
                  </a:lnTo>
                  <a:lnTo>
                    <a:pt x="6041181" y="88404"/>
                  </a:lnTo>
                  <a:lnTo>
                    <a:pt x="6041275" y="88404"/>
                  </a:lnTo>
                  <a:lnTo>
                    <a:pt x="6041369" y="88404"/>
                  </a:lnTo>
                  <a:lnTo>
                    <a:pt x="6041557" y="88404"/>
                  </a:lnTo>
                  <a:lnTo>
                    <a:pt x="6041840" y="88404"/>
                  </a:lnTo>
                  <a:lnTo>
                    <a:pt x="6042028" y="88404"/>
                  </a:lnTo>
                  <a:lnTo>
                    <a:pt x="6042122" y="83493"/>
                  </a:lnTo>
                  <a:lnTo>
                    <a:pt x="6042216" y="83493"/>
                  </a:lnTo>
                  <a:lnTo>
                    <a:pt x="6042310" y="83493"/>
                  </a:lnTo>
                  <a:lnTo>
                    <a:pt x="6042405" y="83493"/>
                  </a:lnTo>
                  <a:lnTo>
                    <a:pt x="6042499" y="83493"/>
                  </a:lnTo>
                  <a:lnTo>
                    <a:pt x="6042593" y="83493"/>
                  </a:lnTo>
                  <a:lnTo>
                    <a:pt x="6042687" y="83493"/>
                  </a:lnTo>
                  <a:lnTo>
                    <a:pt x="6042875" y="83493"/>
                  </a:lnTo>
                  <a:lnTo>
                    <a:pt x="6043534" y="83493"/>
                  </a:lnTo>
                  <a:lnTo>
                    <a:pt x="6043629" y="83493"/>
                  </a:lnTo>
                  <a:lnTo>
                    <a:pt x="6043723" y="83493"/>
                  </a:lnTo>
                  <a:lnTo>
                    <a:pt x="6044005" y="83493"/>
                  </a:lnTo>
                  <a:lnTo>
                    <a:pt x="6044288" y="83493"/>
                  </a:lnTo>
                  <a:lnTo>
                    <a:pt x="6044476" y="83493"/>
                  </a:lnTo>
                  <a:lnTo>
                    <a:pt x="6044664" y="83493"/>
                  </a:lnTo>
                  <a:lnTo>
                    <a:pt x="6045135" y="83493"/>
                  </a:lnTo>
                  <a:lnTo>
                    <a:pt x="6045606" y="83493"/>
                  </a:lnTo>
                  <a:lnTo>
                    <a:pt x="6045794" y="83493"/>
                  </a:lnTo>
                  <a:lnTo>
                    <a:pt x="6046076" y="83493"/>
                  </a:lnTo>
                  <a:lnTo>
                    <a:pt x="6046171" y="83493"/>
                  </a:lnTo>
                  <a:lnTo>
                    <a:pt x="6046265" y="83493"/>
                  </a:lnTo>
                  <a:lnTo>
                    <a:pt x="6046453" y="83493"/>
                  </a:lnTo>
                  <a:lnTo>
                    <a:pt x="6046547" y="83493"/>
                  </a:lnTo>
                  <a:lnTo>
                    <a:pt x="6046641" y="83493"/>
                  </a:lnTo>
                  <a:lnTo>
                    <a:pt x="6046736" y="83493"/>
                  </a:lnTo>
                  <a:lnTo>
                    <a:pt x="6046830" y="83493"/>
                  </a:lnTo>
                  <a:lnTo>
                    <a:pt x="6047018" y="83493"/>
                  </a:lnTo>
                  <a:lnTo>
                    <a:pt x="6047206" y="83493"/>
                  </a:lnTo>
                  <a:lnTo>
                    <a:pt x="6047300" y="83493"/>
                  </a:lnTo>
                  <a:lnTo>
                    <a:pt x="6047395" y="83493"/>
                  </a:lnTo>
                  <a:lnTo>
                    <a:pt x="6047677" y="83493"/>
                  </a:lnTo>
                  <a:lnTo>
                    <a:pt x="6047771" y="83493"/>
                  </a:lnTo>
                  <a:lnTo>
                    <a:pt x="6048054" y="83493"/>
                  </a:lnTo>
                  <a:lnTo>
                    <a:pt x="6048619" y="83493"/>
                  </a:lnTo>
                  <a:lnTo>
                    <a:pt x="6049183" y="83493"/>
                  </a:lnTo>
                  <a:lnTo>
                    <a:pt x="6049560" y="83493"/>
                  </a:lnTo>
                  <a:lnTo>
                    <a:pt x="6049843" y="83493"/>
                  </a:lnTo>
                  <a:lnTo>
                    <a:pt x="6050031" y="83493"/>
                  </a:lnTo>
                  <a:lnTo>
                    <a:pt x="6050125" y="83493"/>
                  </a:lnTo>
                  <a:lnTo>
                    <a:pt x="6050219" y="83493"/>
                  </a:lnTo>
                  <a:lnTo>
                    <a:pt x="6050313" y="83493"/>
                  </a:lnTo>
                  <a:lnTo>
                    <a:pt x="6050407" y="83493"/>
                  </a:lnTo>
                  <a:lnTo>
                    <a:pt x="6050502" y="83493"/>
                  </a:lnTo>
                  <a:lnTo>
                    <a:pt x="6050596" y="83493"/>
                  </a:lnTo>
                  <a:lnTo>
                    <a:pt x="6050878" y="83493"/>
                  </a:lnTo>
                  <a:lnTo>
                    <a:pt x="6051067" y="83493"/>
                  </a:lnTo>
                  <a:lnTo>
                    <a:pt x="6051161" y="83493"/>
                  </a:lnTo>
                  <a:lnTo>
                    <a:pt x="6051255" y="83493"/>
                  </a:lnTo>
                  <a:lnTo>
                    <a:pt x="6052291" y="83493"/>
                  </a:lnTo>
                  <a:lnTo>
                    <a:pt x="6052385" y="83493"/>
                  </a:lnTo>
                  <a:lnTo>
                    <a:pt x="6052479" y="83493"/>
                  </a:lnTo>
                  <a:lnTo>
                    <a:pt x="6052573" y="83493"/>
                  </a:lnTo>
                  <a:lnTo>
                    <a:pt x="6052667" y="83493"/>
                  </a:lnTo>
                  <a:lnTo>
                    <a:pt x="6052855" y="83493"/>
                  </a:lnTo>
                  <a:lnTo>
                    <a:pt x="6052950" y="83493"/>
                  </a:lnTo>
                  <a:lnTo>
                    <a:pt x="6053420" y="83493"/>
                  </a:lnTo>
                  <a:lnTo>
                    <a:pt x="6053514" y="83493"/>
                  </a:lnTo>
                  <a:lnTo>
                    <a:pt x="6053609" y="83493"/>
                  </a:lnTo>
                  <a:lnTo>
                    <a:pt x="6053703" y="83493"/>
                  </a:lnTo>
                  <a:lnTo>
                    <a:pt x="6053797" y="83493"/>
                  </a:lnTo>
                  <a:lnTo>
                    <a:pt x="6053891" y="83493"/>
                  </a:lnTo>
                  <a:lnTo>
                    <a:pt x="6053985" y="83493"/>
                  </a:lnTo>
                  <a:lnTo>
                    <a:pt x="6054079" y="83493"/>
                  </a:lnTo>
                  <a:lnTo>
                    <a:pt x="6054268" y="83493"/>
                  </a:lnTo>
                  <a:lnTo>
                    <a:pt x="6054927" y="83493"/>
                  </a:lnTo>
                  <a:lnTo>
                    <a:pt x="6055021" y="83493"/>
                  </a:lnTo>
                  <a:lnTo>
                    <a:pt x="6055586" y="83493"/>
                  </a:lnTo>
                  <a:lnTo>
                    <a:pt x="6055774" y="83493"/>
                  </a:lnTo>
                  <a:lnTo>
                    <a:pt x="6055868" y="83493"/>
                  </a:lnTo>
                  <a:lnTo>
                    <a:pt x="6056057" y="83493"/>
                  </a:lnTo>
                  <a:lnTo>
                    <a:pt x="6056151" y="83493"/>
                  </a:lnTo>
                  <a:lnTo>
                    <a:pt x="6056245" y="83493"/>
                  </a:lnTo>
                  <a:lnTo>
                    <a:pt x="6056622" y="83493"/>
                  </a:lnTo>
                  <a:lnTo>
                    <a:pt x="6056716" y="83493"/>
                  </a:lnTo>
                  <a:lnTo>
                    <a:pt x="6056904" y="83493"/>
                  </a:lnTo>
                  <a:lnTo>
                    <a:pt x="6057092" y="83493"/>
                  </a:lnTo>
                  <a:lnTo>
                    <a:pt x="6057281" y="83493"/>
                  </a:lnTo>
                  <a:lnTo>
                    <a:pt x="6057375" y="83493"/>
                  </a:lnTo>
                  <a:lnTo>
                    <a:pt x="6057563" y="83493"/>
                  </a:lnTo>
                  <a:lnTo>
                    <a:pt x="6057657" y="83493"/>
                  </a:lnTo>
                  <a:lnTo>
                    <a:pt x="6057751" y="83493"/>
                  </a:lnTo>
                  <a:lnTo>
                    <a:pt x="6057845" y="83493"/>
                  </a:lnTo>
                  <a:lnTo>
                    <a:pt x="6058881" y="83493"/>
                  </a:lnTo>
                  <a:lnTo>
                    <a:pt x="6059069" y="83493"/>
                  </a:lnTo>
                  <a:lnTo>
                    <a:pt x="6059164" y="83493"/>
                  </a:lnTo>
                  <a:lnTo>
                    <a:pt x="6059258" y="83493"/>
                  </a:lnTo>
                  <a:lnTo>
                    <a:pt x="6059352" y="83493"/>
                  </a:lnTo>
                  <a:lnTo>
                    <a:pt x="6059540" y="83493"/>
                  </a:lnTo>
                  <a:lnTo>
                    <a:pt x="6059917" y="83493"/>
                  </a:lnTo>
                  <a:lnTo>
                    <a:pt x="6060105" y="83493"/>
                  </a:lnTo>
                  <a:lnTo>
                    <a:pt x="6060293" y="83493"/>
                  </a:lnTo>
                  <a:lnTo>
                    <a:pt x="6060388" y="83493"/>
                  </a:lnTo>
                  <a:lnTo>
                    <a:pt x="6060576" y="83493"/>
                  </a:lnTo>
                  <a:lnTo>
                    <a:pt x="6060670" y="83493"/>
                  </a:lnTo>
                  <a:lnTo>
                    <a:pt x="6061047" y="83493"/>
                  </a:lnTo>
                  <a:lnTo>
                    <a:pt x="6061141" y="83493"/>
                  </a:lnTo>
                  <a:lnTo>
                    <a:pt x="6061517" y="83493"/>
                  </a:lnTo>
                  <a:lnTo>
                    <a:pt x="6061612" y="83493"/>
                  </a:lnTo>
                  <a:lnTo>
                    <a:pt x="6061988" y="83493"/>
                  </a:lnTo>
                  <a:lnTo>
                    <a:pt x="6062082" y="83493"/>
                  </a:lnTo>
                  <a:lnTo>
                    <a:pt x="6062365" y="83493"/>
                  </a:lnTo>
                  <a:lnTo>
                    <a:pt x="6062647" y="83493"/>
                  </a:lnTo>
                  <a:lnTo>
                    <a:pt x="6062741" y="83493"/>
                  </a:lnTo>
                  <a:lnTo>
                    <a:pt x="6062930" y="83493"/>
                  </a:lnTo>
                  <a:lnTo>
                    <a:pt x="6063024" y="83493"/>
                  </a:lnTo>
                  <a:lnTo>
                    <a:pt x="6063118" y="83493"/>
                  </a:lnTo>
                  <a:lnTo>
                    <a:pt x="6063212" y="83493"/>
                  </a:lnTo>
                  <a:lnTo>
                    <a:pt x="6063306" y="83493"/>
                  </a:lnTo>
                  <a:lnTo>
                    <a:pt x="6063495" y="83493"/>
                  </a:lnTo>
                  <a:lnTo>
                    <a:pt x="6063589" y="83493"/>
                  </a:lnTo>
                  <a:lnTo>
                    <a:pt x="6063777" y="83493"/>
                  </a:lnTo>
                  <a:lnTo>
                    <a:pt x="6063871" y="83493"/>
                  </a:lnTo>
                  <a:lnTo>
                    <a:pt x="6064060" y="83493"/>
                  </a:lnTo>
                  <a:lnTo>
                    <a:pt x="6064154" y="83493"/>
                  </a:lnTo>
                  <a:lnTo>
                    <a:pt x="6064342" y="83493"/>
                  </a:lnTo>
                  <a:lnTo>
                    <a:pt x="6064436" y="83493"/>
                  </a:lnTo>
                  <a:lnTo>
                    <a:pt x="6064719" y="83493"/>
                  </a:lnTo>
                  <a:lnTo>
                    <a:pt x="6065189" y="83493"/>
                  </a:lnTo>
                  <a:lnTo>
                    <a:pt x="6065284" y="83493"/>
                  </a:lnTo>
                  <a:lnTo>
                    <a:pt x="6065566" y="83493"/>
                  </a:lnTo>
                  <a:lnTo>
                    <a:pt x="6065754" y="83493"/>
                  </a:lnTo>
                  <a:lnTo>
                    <a:pt x="6065848" y="83493"/>
                  </a:lnTo>
                  <a:lnTo>
                    <a:pt x="6065848" y="78581"/>
                  </a:lnTo>
                  <a:lnTo>
                    <a:pt x="6066507" y="78581"/>
                  </a:lnTo>
                  <a:lnTo>
                    <a:pt x="6066602" y="78581"/>
                  </a:lnTo>
                  <a:lnTo>
                    <a:pt x="6066696" y="78581"/>
                  </a:lnTo>
                  <a:lnTo>
                    <a:pt x="6067072" y="78581"/>
                  </a:lnTo>
                  <a:lnTo>
                    <a:pt x="6067167" y="78581"/>
                  </a:lnTo>
                  <a:lnTo>
                    <a:pt x="6067449" y="78581"/>
                  </a:lnTo>
                  <a:lnTo>
                    <a:pt x="6067543" y="78581"/>
                  </a:lnTo>
                  <a:lnTo>
                    <a:pt x="6067731" y="78581"/>
                  </a:lnTo>
                  <a:lnTo>
                    <a:pt x="6067826" y="78581"/>
                  </a:lnTo>
                  <a:lnTo>
                    <a:pt x="6067920" y="78581"/>
                  </a:lnTo>
                  <a:lnTo>
                    <a:pt x="6068014" y="78581"/>
                  </a:lnTo>
                  <a:lnTo>
                    <a:pt x="6068108" y="78581"/>
                  </a:lnTo>
                  <a:lnTo>
                    <a:pt x="6068391" y="78581"/>
                  </a:lnTo>
                  <a:lnTo>
                    <a:pt x="6068673" y="78581"/>
                  </a:lnTo>
                  <a:lnTo>
                    <a:pt x="6068861" y="78581"/>
                  </a:lnTo>
                  <a:lnTo>
                    <a:pt x="6069144" y="78581"/>
                  </a:lnTo>
                  <a:lnTo>
                    <a:pt x="6069238" y="78581"/>
                  </a:lnTo>
                  <a:lnTo>
                    <a:pt x="6069426" y="78581"/>
                  </a:lnTo>
                  <a:lnTo>
                    <a:pt x="6069897" y="78581"/>
                  </a:lnTo>
                  <a:lnTo>
                    <a:pt x="6070085" y="78581"/>
                  </a:lnTo>
                  <a:lnTo>
                    <a:pt x="6070368" y="78581"/>
                  </a:lnTo>
                  <a:lnTo>
                    <a:pt x="6070462" y="78581"/>
                  </a:lnTo>
                  <a:lnTo>
                    <a:pt x="6070838" y="78581"/>
                  </a:lnTo>
                  <a:lnTo>
                    <a:pt x="6070933" y="78581"/>
                  </a:lnTo>
                  <a:lnTo>
                    <a:pt x="6071215" y="78581"/>
                  </a:lnTo>
                  <a:lnTo>
                    <a:pt x="6071309" y="78581"/>
                  </a:lnTo>
                  <a:lnTo>
                    <a:pt x="6071592" y="78581"/>
                  </a:lnTo>
                  <a:lnTo>
                    <a:pt x="6071968" y="78581"/>
                  </a:lnTo>
                  <a:lnTo>
                    <a:pt x="6072062" y="78581"/>
                  </a:lnTo>
                  <a:lnTo>
                    <a:pt x="6072345" y="78581"/>
                  </a:lnTo>
                  <a:lnTo>
                    <a:pt x="6072533" y="73670"/>
                  </a:lnTo>
                  <a:lnTo>
                    <a:pt x="6072627" y="73670"/>
                  </a:lnTo>
                  <a:lnTo>
                    <a:pt x="6072816" y="73670"/>
                  </a:lnTo>
                  <a:lnTo>
                    <a:pt x="6073286" y="73670"/>
                  </a:lnTo>
                  <a:lnTo>
                    <a:pt x="6073475" y="73670"/>
                  </a:lnTo>
                  <a:lnTo>
                    <a:pt x="6073663" y="73670"/>
                  </a:lnTo>
                  <a:lnTo>
                    <a:pt x="6073946" y="73670"/>
                  </a:lnTo>
                  <a:lnTo>
                    <a:pt x="6074134" y="73670"/>
                  </a:lnTo>
                  <a:lnTo>
                    <a:pt x="6074605" y="73670"/>
                  </a:lnTo>
                  <a:lnTo>
                    <a:pt x="6074699" y="73670"/>
                  </a:lnTo>
                  <a:lnTo>
                    <a:pt x="6074793" y="73670"/>
                  </a:lnTo>
                  <a:lnTo>
                    <a:pt x="6074887" y="73670"/>
                  </a:lnTo>
                  <a:lnTo>
                    <a:pt x="6075075" y="73670"/>
                  </a:lnTo>
                  <a:lnTo>
                    <a:pt x="6075358" y="73670"/>
                  </a:lnTo>
                  <a:lnTo>
                    <a:pt x="6075640" y="73670"/>
                  </a:lnTo>
                  <a:lnTo>
                    <a:pt x="6075734" y="73670"/>
                  </a:lnTo>
                  <a:lnTo>
                    <a:pt x="6075829" y="73670"/>
                  </a:lnTo>
                  <a:lnTo>
                    <a:pt x="6075923" y="73670"/>
                  </a:lnTo>
                  <a:lnTo>
                    <a:pt x="6076017" y="73670"/>
                  </a:lnTo>
                  <a:lnTo>
                    <a:pt x="6076205" y="73670"/>
                  </a:lnTo>
                  <a:lnTo>
                    <a:pt x="6076676" y="73670"/>
                  </a:lnTo>
                  <a:lnTo>
                    <a:pt x="6076958" y="73670"/>
                  </a:lnTo>
                  <a:lnTo>
                    <a:pt x="6077053" y="73670"/>
                  </a:lnTo>
                  <a:lnTo>
                    <a:pt x="6077241" y="73670"/>
                  </a:lnTo>
                  <a:lnTo>
                    <a:pt x="6077335" y="73670"/>
                  </a:lnTo>
                  <a:lnTo>
                    <a:pt x="6077429" y="73670"/>
                  </a:lnTo>
                  <a:lnTo>
                    <a:pt x="6077617" y="73670"/>
                  </a:lnTo>
                  <a:lnTo>
                    <a:pt x="6077900" y="73670"/>
                  </a:lnTo>
                  <a:lnTo>
                    <a:pt x="6077994" y="73670"/>
                  </a:lnTo>
                  <a:lnTo>
                    <a:pt x="6078088" y="73670"/>
                  </a:lnTo>
                  <a:lnTo>
                    <a:pt x="6078277" y="73670"/>
                  </a:lnTo>
                  <a:lnTo>
                    <a:pt x="6078465" y="73670"/>
                  </a:lnTo>
                  <a:lnTo>
                    <a:pt x="6078559" y="73670"/>
                  </a:lnTo>
                  <a:lnTo>
                    <a:pt x="6078841" y="73670"/>
                  </a:lnTo>
                  <a:lnTo>
                    <a:pt x="6079030" y="73670"/>
                  </a:lnTo>
                  <a:lnTo>
                    <a:pt x="6079312" y="73670"/>
                  </a:lnTo>
                  <a:lnTo>
                    <a:pt x="6079501" y="73670"/>
                  </a:lnTo>
                  <a:lnTo>
                    <a:pt x="6079595" y="73670"/>
                  </a:lnTo>
                  <a:lnTo>
                    <a:pt x="6079783" y="73670"/>
                  </a:lnTo>
                  <a:lnTo>
                    <a:pt x="6079877" y="73670"/>
                  </a:lnTo>
                  <a:lnTo>
                    <a:pt x="6079971" y="73670"/>
                  </a:lnTo>
                  <a:lnTo>
                    <a:pt x="6080065" y="73670"/>
                  </a:lnTo>
                  <a:lnTo>
                    <a:pt x="6080160" y="73670"/>
                  </a:lnTo>
                  <a:lnTo>
                    <a:pt x="6080254" y="73670"/>
                  </a:lnTo>
                  <a:lnTo>
                    <a:pt x="6080348" y="73670"/>
                  </a:lnTo>
                  <a:lnTo>
                    <a:pt x="6080442" y="73670"/>
                  </a:lnTo>
                  <a:lnTo>
                    <a:pt x="6080536" y="73670"/>
                  </a:lnTo>
                  <a:lnTo>
                    <a:pt x="6080819" y="73670"/>
                  </a:lnTo>
                  <a:lnTo>
                    <a:pt x="6080913" y="73670"/>
                  </a:lnTo>
                  <a:lnTo>
                    <a:pt x="6081007" y="73670"/>
                  </a:lnTo>
                  <a:lnTo>
                    <a:pt x="6081195" y="73670"/>
                  </a:lnTo>
                  <a:lnTo>
                    <a:pt x="6081666" y="73670"/>
                  </a:lnTo>
                  <a:lnTo>
                    <a:pt x="6081948" y="73670"/>
                  </a:lnTo>
                  <a:lnTo>
                    <a:pt x="6082043" y="73670"/>
                  </a:lnTo>
                  <a:lnTo>
                    <a:pt x="6082137" y="73670"/>
                  </a:lnTo>
                  <a:lnTo>
                    <a:pt x="6082231" y="73670"/>
                  </a:lnTo>
                  <a:lnTo>
                    <a:pt x="6082325" y="73670"/>
                  </a:lnTo>
                  <a:lnTo>
                    <a:pt x="6082419" y="73670"/>
                  </a:lnTo>
                  <a:lnTo>
                    <a:pt x="6082513" y="73670"/>
                  </a:lnTo>
                  <a:lnTo>
                    <a:pt x="6082608" y="73670"/>
                  </a:lnTo>
                  <a:lnTo>
                    <a:pt x="6082796" y="73670"/>
                  </a:lnTo>
                  <a:lnTo>
                    <a:pt x="6083078" y="73670"/>
                  </a:lnTo>
                  <a:lnTo>
                    <a:pt x="6083267" y="73670"/>
                  </a:lnTo>
                  <a:lnTo>
                    <a:pt x="6083643" y="73670"/>
                  </a:lnTo>
                  <a:lnTo>
                    <a:pt x="6083832" y="73670"/>
                  </a:lnTo>
                  <a:lnTo>
                    <a:pt x="6084114" y="73670"/>
                  </a:lnTo>
                  <a:lnTo>
                    <a:pt x="6084208" y="73670"/>
                  </a:lnTo>
                  <a:lnTo>
                    <a:pt x="6084302" y="73670"/>
                  </a:lnTo>
                  <a:lnTo>
                    <a:pt x="6084396" y="73670"/>
                  </a:lnTo>
                  <a:lnTo>
                    <a:pt x="6084491" y="73670"/>
                  </a:lnTo>
                  <a:lnTo>
                    <a:pt x="6084585" y="73670"/>
                  </a:lnTo>
                  <a:lnTo>
                    <a:pt x="6084679" y="73670"/>
                  </a:lnTo>
                  <a:lnTo>
                    <a:pt x="6084773" y="73670"/>
                  </a:lnTo>
                  <a:lnTo>
                    <a:pt x="6084961" y="73670"/>
                  </a:lnTo>
                  <a:lnTo>
                    <a:pt x="6085150" y="73670"/>
                  </a:lnTo>
                  <a:lnTo>
                    <a:pt x="6085244" y="73670"/>
                  </a:lnTo>
                  <a:lnTo>
                    <a:pt x="6085432" y="73670"/>
                  </a:lnTo>
                  <a:lnTo>
                    <a:pt x="6085620" y="73670"/>
                  </a:lnTo>
                  <a:lnTo>
                    <a:pt x="6085715" y="73670"/>
                  </a:lnTo>
                  <a:lnTo>
                    <a:pt x="6085903" y="73670"/>
                  </a:lnTo>
                  <a:lnTo>
                    <a:pt x="6085997" y="73670"/>
                  </a:lnTo>
                  <a:lnTo>
                    <a:pt x="6086091" y="73670"/>
                  </a:lnTo>
                  <a:lnTo>
                    <a:pt x="6086185" y="73670"/>
                  </a:lnTo>
                  <a:lnTo>
                    <a:pt x="6086279" y="73670"/>
                  </a:lnTo>
                  <a:lnTo>
                    <a:pt x="6086468" y="73670"/>
                  </a:lnTo>
                  <a:lnTo>
                    <a:pt x="6086844" y="73670"/>
                  </a:lnTo>
                  <a:lnTo>
                    <a:pt x="6086939" y="73670"/>
                  </a:lnTo>
                  <a:lnTo>
                    <a:pt x="6087127" y="73670"/>
                  </a:lnTo>
                  <a:lnTo>
                    <a:pt x="6087221" y="73670"/>
                  </a:lnTo>
                  <a:lnTo>
                    <a:pt x="6087598" y="73670"/>
                  </a:lnTo>
                  <a:lnTo>
                    <a:pt x="6087786" y="73670"/>
                  </a:lnTo>
                  <a:lnTo>
                    <a:pt x="6087880" y="73670"/>
                  </a:lnTo>
                  <a:lnTo>
                    <a:pt x="6088257" y="73670"/>
                  </a:lnTo>
                  <a:lnTo>
                    <a:pt x="6088445" y="73670"/>
                  </a:lnTo>
                  <a:lnTo>
                    <a:pt x="6088727" y="68759"/>
                  </a:lnTo>
                  <a:lnTo>
                    <a:pt x="6088916" y="68759"/>
                  </a:lnTo>
                  <a:lnTo>
                    <a:pt x="6091834" y="68759"/>
                  </a:lnTo>
                  <a:lnTo>
                    <a:pt x="6091929" y="68759"/>
                  </a:lnTo>
                  <a:lnTo>
                    <a:pt x="6092117" y="68759"/>
                  </a:lnTo>
                  <a:lnTo>
                    <a:pt x="6092211" y="68759"/>
                  </a:lnTo>
                  <a:lnTo>
                    <a:pt x="6092305" y="68759"/>
                  </a:lnTo>
                  <a:lnTo>
                    <a:pt x="6092682" y="68759"/>
                  </a:lnTo>
                  <a:lnTo>
                    <a:pt x="6092870" y="68759"/>
                  </a:lnTo>
                  <a:lnTo>
                    <a:pt x="6092964" y="68759"/>
                  </a:lnTo>
                  <a:lnTo>
                    <a:pt x="6093058" y="68759"/>
                  </a:lnTo>
                  <a:lnTo>
                    <a:pt x="6093153" y="68759"/>
                  </a:lnTo>
                  <a:lnTo>
                    <a:pt x="6093247" y="68759"/>
                  </a:lnTo>
                  <a:lnTo>
                    <a:pt x="6093341" y="68759"/>
                  </a:lnTo>
                  <a:lnTo>
                    <a:pt x="6093435" y="68759"/>
                  </a:lnTo>
                  <a:lnTo>
                    <a:pt x="6093529" y="68759"/>
                  </a:lnTo>
                  <a:lnTo>
                    <a:pt x="6093717" y="68759"/>
                  </a:lnTo>
                  <a:lnTo>
                    <a:pt x="6093906" y="68759"/>
                  </a:lnTo>
                  <a:lnTo>
                    <a:pt x="6094094" y="68759"/>
                  </a:lnTo>
                  <a:lnTo>
                    <a:pt x="6094282" y="68759"/>
                  </a:lnTo>
                  <a:lnTo>
                    <a:pt x="6094377" y="68759"/>
                  </a:lnTo>
                  <a:lnTo>
                    <a:pt x="6094471" y="68759"/>
                  </a:lnTo>
                  <a:lnTo>
                    <a:pt x="6094753" y="68759"/>
                  </a:lnTo>
                  <a:lnTo>
                    <a:pt x="6094847" y="68759"/>
                  </a:lnTo>
                  <a:lnTo>
                    <a:pt x="6094941" y="68759"/>
                  </a:lnTo>
                  <a:lnTo>
                    <a:pt x="6095036" y="68759"/>
                  </a:lnTo>
                  <a:lnTo>
                    <a:pt x="6095130" y="68759"/>
                  </a:lnTo>
                  <a:lnTo>
                    <a:pt x="6095224" y="68759"/>
                  </a:lnTo>
                  <a:lnTo>
                    <a:pt x="6095412" y="68759"/>
                  </a:lnTo>
                  <a:lnTo>
                    <a:pt x="6095789" y="68759"/>
                  </a:lnTo>
                  <a:lnTo>
                    <a:pt x="6095883" y="68759"/>
                  </a:lnTo>
                  <a:lnTo>
                    <a:pt x="6095977" y="68759"/>
                  </a:lnTo>
                  <a:lnTo>
                    <a:pt x="6096165" y="68759"/>
                  </a:lnTo>
                  <a:lnTo>
                    <a:pt x="6096260" y="68759"/>
                  </a:lnTo>
                  <a:lnTo>
                    <a:pt x="6096542" y="68759"/>
                  </a:lnTo>
                  <a:lnTo>
                    <a:pt x="6096636" y="68759"/>
                  </a:lnTo>
                  <a:lnTo>
                    <a:pt x="6096825" y="68759"/>
                  </a:lnTo>
                  <a:lnTo>
                    <a:pt x="6097013" y="68759"/>
                  </a:lnTo>
                  <a:lnTo>
                    <a:pt x="6097201" y="68759"/>
                  </a:lnTo>
                  <a:lnTo>
                    <a:pt x="6097389" y="68759"/>
                  </a:lnTo>
                  <a:lnTo>
                    <a:pt x="6097672" y="68759"/>
                  </a:lnTo>
                  <a:lnTo>
                    <a:pt x="6097860" y="68759"/>
                  </a:lnTo>
                  <a:lnTo>
                    <a:pt x="6097954" y="68759"/>
                  </a:lnTo>
                  <a:lnTo>
                    <a:pt x="6098331" y="68759"/>
                  </a:lnTo>
                  <a:lnTo>
                    <a:pt x="6098519" y="68759"/>
                  </a:lnTo>
                  <a:lnTo>
                    <a:pt x="6098896" y="68759"/>
                  </a:lnTo>
                  <a:lnTo>
                    <a:pt x="6099084" y="68759"/>
                  </a:lnTo>
                  <a:lnTo>
                    <a:pt x="6099178" y="68759"/>
                  </a:lnTo>
                  <a:lnTo>
                    <a:pt x="6099272" y="68759"/>
                  </a:lnTo>
                  <a:lnTo>
                    <a:pt x="6099461" y="68759"/>
                  </a:lnTo>
                  <a:lnTo>
                    <a:pt x="6099555" y="68759"/>
                  </a:lnTo>
                  <a:lnTo>
                    <a:pt x="6099649" y="68759"/>
                  </a:lnTo>
                  <a:lnTo>
                    <a:pt x="6100026" y="68759"/>
                  </a:lnTo>
                  <a:lnTo>
                    <a:pt x="6100120" y="68759"/>
                  </a:lnTo>
                  <a:lnTo>
                    <a:pt x="6100214" y="68759"/>
                  </a:lnTo>
                  <a:lnTo>
                    <a:pt x="6100308" y="68759"/>
                  </a:lnTo>
                  <a:lnTo>
                    <a:pt x="6100402" y="68759"/>
                  </a:lnTo>
                  <a:lnTo>
                    <a:pt x="6100496" y="68759"/>
                  </a:lnTo>
                  <a:lnTo>
                    <a:pt x="6100591" y="68759"/>
                  </a:lnTo>
                  <a:lnTo>
                    <a:pt x="6100685" y="68759"/>
                  </a:lnTo>
                  <a:lnTo>
                    <a:pt x="6100779" y="68759"/>
                  </a:lnTo>
                  <a:lnTo>
                    <a:pt x="6100873" y="68759"/>
                  </a:lnTo>
                  <a:lnTo>
                    <a:pt x="6101061" y="68759"/>
                  </a:lnTo>
                  <a:lnTo>
                    <a:pt x="6101250" y="68759"/>
                  </a:lnTo>
                  <a:lnTo>
                    <a:pt x="6101344" y="68759"/>
                  </a:lnTo>
                  <a:lnTo>
                    <a:pt x="6101532" y="68759"/>
                  </a:lnTo>
                  <a:lnTo>
                    <a:pt x="6101626" y="68759"/>
                  </a:lnTo>
                  <a:lnTo>
                    <a:pt x="6101720" y="68759"/>
                  </a:lnTo>
                  <a:lnTo>
                    <a:pt x="6101815" y="68759"/>
                  </a:lnTo>
                  <a:lnTo>
                    <a:pt x="6102097" y="68759"/>
                  </a:lnTo>
                  <a:lnTo>
                    <a:pt x="6102285" y="68759"/>
                  </a:lnTo>
                  <a:lnTo>
                    <a:pt x="6102379" y="68759"/>
                  </a:lnTo>
                  <a:lnTo>
                    <a:pt x="6102662" y="68759"/>
                  </a:lnTo>
                  <a:lnTo>
                    <a:pt x="6102850" y="68759"/>
                  </a:lnTo>
                  <a:lnTo>
                    <a:pt x="6102944" y="68759"/>
                  </a:lnTo>
                  <a:lnTo>
                    <a:pt x="6103039" y="68759"/>
                  </a:lnTo>
                  <a:lnTo>
                    <a:pt x="6103227" y="68759"/>
                  </a:lnTo>
                  <a:lnTo>
                    <a:pt x="6103321" y="68759"/>
                  </a:lnTo>
                  <a:lnTo>
                    <a:pt x="6103415" y="68759"/>
                  </a:lnTo>
                  <a:lnTo>
                    <a:pt x="6103603" y="68759"/>
                  </a:lnTo>
                  <a:lnTo>
                    <a:pt x="6103698" y="68759"/>
                  </a:lnTo>
                  <a:lnTo>
                    <a:pt x="6103792" y="68759"/>
                  </a:lnTo>
                  <a:lnTo>
                    <a:pt x="6103886" y="68759"/>
                  </a:lnTo>
                  <a:lnTo>
                    <a:pt x="6104074" y="68759"/>
                  </a:lnTo>
                  <a:lnTo>
                    <a:pt x="6104357" y="68759"/>
                  </a:lnTo>
                  <a:lnTo>
                    <a:pt x="6104451" y="68759"/>
                  </a:lnTo>
                  <a:lnTo>
                    <a:pt x="6104545" y="68759"/>
                  </a:lnTo>
                  <a:lnTo>
                    <a:pt x="6104827" y="68759"/>
                  </a:lnTo>
                  <a:lnTo>
                    <a:pt x="6104922" y="68759"/>
                  </a:lnTo>
                  <a:lnTo>
                    <a:pt x="6105110" y="68759"/>
                  </a:lnTo>
                  <a:lnTo>
                    <a:pt x="6105298" y="68759"/>
                  </a:lnTo>
                  <a:lnTo>
                    <a:pt x="6105769" y="68759"/>
                  </a:lnTo>
                  <a:lnTo>
                    <a:pt x="6105863" y="68759"/>
                  </a:lnTo>
                  <a:lnTo>
                    <a:pt x="6106146" y="68759"/>
                  </a:lnTo>
                  <a:lnTo>
                    <a:pt x="6106334" y="68759"/>
                  </a:lnTo>
                  <a:lnTo>
                    <a:pt x="6106522" y="68759"/>
                  </a:lnTo>
                  <a:lnTo>
                    <a:pt x="6106616" y="68759"/>
                  </a:lnTo>
                  <a:lnTo>
                    <a:pt x="6106710" y="68759"/>
                  </a:lnTo>
                  <a:lnTo>
                    <a:pt x="6106805" y="68759"/>
                  </a:lnTo>
                  <a:lnTo>
                    <a:pt x="6106899" y="68759"/>
                  </a:lnTo>
                  <a:lnTo>
                    <a:pt x="6106993" y="68759"/>
                  </a:lnTo>
                  <a:lnTo>
                    <a:pt x="6107087" y="68759"/>
                  </a:lnTo>
                  <a:lnTo>
                    <a:pt x="6107370" y="68759"/>
                  </a:lnTo>
                  <a:lnTo>
                    <a:pt x="6107464" y="68759"/>
                  </a:lnTo>
                  <a:lnTo>
                    <a:pt x="6107558" y="68759"/>
                  </a:lnTo>
                  <a:lnTo>
                    <a:pt x="6107746" y="68759"/>
                  </a:lnTo>
                  <a:lnTo>
                    <a:pt x="6107840" y="68759"/>
                  </a:lnTo>
                  <a:lnTo>
                    <a:pt x="6108029" y="68759"/>
                  </a:lnTo>
                  <a:lnTo>
                    <a:pt x="6108217" y="68759"/>
                  </a:lnTo>
                  <a:lnTo>
                    <a:pt x="6108688" y="68759"/>
                  </a:lnTo>
                  <a:lnTo>
                    <a:pt x="6108782" y="68759"/>
                  </a:lnTo>
                  <a:lnTo>
                    <a:pt x="6108876" y="68759"/>
                  </a:lnTo>
                  <a:lnTo>
                    <a:pt x="6108970" y="68759"/>
                  </a:lnTo>
                  <a:lnTo>
                    <a:pt x="6109441" y="68759"/>
                  </a:lnTo>
                  <a:lnTo>
                    <a:pt x="6109629" y="68759"/>
                  </a:lnTo>
                  <a:lnTo>
                    <a:pt x="6109723" y="68759"/>
                  </a:lnTo>
                  <a:lnTo>
                    <a:pt x="6109912" y="68759"/>
                  </a:lnTo>
                  <a:lnTo>
                    <a:pt x="6110194" y="68759"/>
                  </a:lnTo>
                  <a:lnTo>
                    <a:pt x="6110571" y="68759"/>
                  </a:lnTo>
                  <a:lnTo>
                    <a:pt x="6110759" y="68759"/>
                  </a:lnTo>
                  <a:lnTo>
                    <a:pt x="6110853" y="68759"/>
                  </a:lnTo>
                  <a:lnTo>
                    <a:pt x="6111041" y="68759"/>
                  </a:lnTo>
                  <a:lnTo>
                    <a:pt x="6111136" y="68759"/>
                  </a:lnTo>
                  <a:lnTo>
                    <a:pt x="6111324" y="68759"/>
                  </a:lnTo>
                  <a:lnTo>
                    <a:pt x="6111418" y="68759"/>
                  </a:lnTo>
                  <a:lnTo>
                    <a:pt x="6112077" y="68759"/>
                  </a:lnTo>
                  <a:lnTo>
                    <a:pt x="6112265" y="68759"/>
                  </a:lnTo>
                  <a:lnTo>
                    <a:pt x="6112548" y="68759"/>
                  </a:lnTo>
                  <a:lnTo>
                    <a:pt x="6112642" y="68759"/>
                  </a:lnTo>
                  <a:lnTo>
                    <a:pt x="6112925" y="68759"/>
                  </a:lnTo>
                  <a:lnTo>
                    <a:pt x="6113019" y="68759"/>
                  </a:lnTo>
                  <a:lnTo>
                    <a:pt x="6113207" y="63847"/>
                  </a:lnTo>
                  <a:lnTo>
                    <a:pt x="6113584" y="63847"/>
                  </a:lnTo>
                  <a:lnTo>
                    <a:pt x="6113678" y="63847"/>
                  </a:lnTo>
                  <a:lnTo>
                    <a:pt x="6114054" y="63847"/>
                  </a:lnTo>
                  <a:lnTo>
                    <a:pt x="6114149" y="63847"/>
                  </a:lnTo>
                  <a:lnTo>
                    <a:pt x="6114243" y="63847"/>
                  </a:lnTo>
                  <a:lnTo>
                    <a:pt x="6114337" y="63847"/>
                  </a:lnTo>
                  <a:lnTo>
                    <a:pt x="6114431" y="63847"/>
                  </a:lnTo>
                  <a:lnTo>
                    <a:pt x="6114525" y="63847"/>
                  </a:lnTo>
                  <a:lnTo>
                    <a:pt x="6114619" y="63847"/>
                  </a:lnTo>
                  <a:lnTo>
                    <a:pt x="6114808" y="63847"/>
                  </a:lnTo>
                  <a:lnTo>
                    <a:pt x="6114996" y="63847"/>
                  </a:lnTo>
                  <a:lnTo>
                    <a:pt x="6115278" y="63847"/>
                  </a:lnTo>
                  <a:lnTo>
                    <a:pt x="6115372" y="63847"/>
                  </a:lnTo>
                  <a:lnTo>
                    <a:pt x="6115467" y="63847"/>
                  </a:lnTo>
                  <a:lnTo>
                    <a:pt x="6115655" y="63847"/>
                  </a:lnTo>
                  <a:lnTo>
                    <a:pt x="6115749" y="63847"/>
                  </a:lnTo>
                  <a:lnTo>
                    <a:pt x="6116126" y="63847"/>
                  </a:lnTo>
                  <a:lnTo>
                    <a:pt x="6116220" y="63847"/>
                  </a:lnTo>
                  <a:lnTo>
                    <a:pt x="6116408" y="63847"/>
                  </a:lnTo>
                  <a:lnTo>
                    <a:pt x="6116408" y="58936"/>
                  </a:lnTo>
                  <a:lnTo>
                    <a:pt x="6116596" y="58936"/>
                  </a:lnTo>
                  <a:lnTo>
                    <a:pt x="6116785" y="58936"/>
                  </a:lnTo>
                  <a:lnTo>
                    <a:pt x="6116879" y="58936"/>
                  </a:lnTo>
                  <a:lnTo>
                    <a:pt x="6117067" y="58936"/>
                  </a:lnTo>
                  <a:lnTo>
                    <a:pt x="6117161" y="58936"/>
                  </a:lnTo>
                  <a:lnTo>
                    <a:pt x="6117350" y="58936"/>
                  </a:lnTo>
                  <a:lnTo>
                    <a:pt x="6117444" y="58936"/>
                  </a:lnTo>
                  <a:lnTo>
                    <a:pt x="6117632" y="58936"/>
                  </a:lnTo>
                  <a:lnTo>
                    <a:pt x="6117726" y="58936"/>
                  </a:lnTo>
                  <a:lnTo>
                    <a:pt x="6117915" y="58936"/>
                  </a:lnTo>
                  <a:lnTo>
                    <a:pt x="6118291" y="58936"/>
                  </a:lnTo>
                  <a:lnTo>
                    <a:pt x="6118574" y="58936"/>
                  </a:lnTo>
                  <a:lnTo>
                    <a:pt x="6118668" y="58936"/>
                  </a:lnTo>
                  <a:lnTo>
                    <a:pt x="6118762" y="58936"/>
                  </a:lnTo>
                  <a:lnTo>
                    <a:pt x="6119044" y="58936"/>
                  </a:lnTo>
                  <a:lnTo>
                    <a:pt x="6119139" y="58936"/>
                  </a:lnTo>
                  <a:lnTo>
                    <a:pt x="6119327" y="58936"/>
                  </a:lnTo>
                  <a:lnTo>
                    <a:pt x="6119798" y="58936"/>
                  </a:lnTo>
                  <a:lnTo>
                    <a:pt x="6119986" y="58936"/>
                  </a:lnTo>
                  <a:lnTo>
                    <a:pt x="6120080" y="58936"/>
                  </a:lnTo>
                  <a:lnTo>
                    <a:pt x="6120174" y="58936"/>
                  </a:lnTo>
                  <a:lnTo>
                    <a:pt x="6120551" y="58936"/>
                  </a:lnTo>
                  <a:lnTo>
                    <a:pt x="6121022" y="58936"/>
                  </a:lnTo>
                  <a:lnTo>
                    <a:pt x="6121210" y="58936"/>
                  </a:lnTo>
                  <a:lnTo>
                    <a:pt x="6121398" y="58936"/>
                  </a:lnTo>
                  <a:lnTo>
                    <a:pt x="6121492" y="58936"/>
                  </a:lnTo>
                  <a:lnTo>
                    <a:pt x="6121681" y="58936"/>
                  </a:lnTo>
                  <a:lnTo>
                    <a:pt x="6121869" y="58936"/>
                  </a:lnTo>
                  <a:lnTo>
                    <a:pt x="6121963" y="58936"/>
                  </a:lnTo>
                  <a:lnTo>
                    <a:pt x="6122246" y="58936"/>
                  </a:lnTo>
                  <a:lnTo>
                    <a:pt x="6122340" y="58936"/>
                  </a:lnTo>
                  <a:lnTo>
                    <a:pt x="6122528" y="58936"/>
                  </a:lnTo>
                  <a:lnTo>
                    <a:pt x="6122622" y="58936"/>
                  </a:lnTo>
                  <a:lnTo>
                    <a:pt x="6122905" y="58936"/>
                  </a:lnTo>
                  <a:lnTo>
                    <a:pt x="6123093" y="58936"/>
                  </a:lnTo>
                  <a:lnTo>
                    <a:pt x="6123281" y="58936"/>
                  </a:lnTo>
                  <a:lnTo>
                    <a:pt x="6123375" y="58936"/>
                  </a:lnTo>
                  <a:lnTo>
                    <a:pt x="6123470" y="58936"/>
                  </a:lnTo>
                  <a:lnTo>
                    <a:pt x="6123564" y="58936"/>
                  </a:lnTo>
                  <a:lnTo>
                    <a:pt x="6123658" y="58936"/>
                  </a:lnTo>
                  <a:lnTo>
                    <a:pt x="6123752" y="58936"/>
                  </a:lnTo>
                  <a:lnTo>
                    <a:pt x="6123846" y="58936"/>
                  </a:lnTo>
                  <a:lnTo>
                    <a:pt x="6124317" y="58936"/>
                  </a:lnTo>
                  <a:lnTo>
                    <a:pt x="6124505" y="58936"/>
                  </a:lnTo>
                  <a:lnTo>
                    <a:pt x="6124788" y="58936"/>
                  </a:lnTo>
                  <a:lnTo>
                    <a:pt x="6124882" y="58936"/>
                  </a:lnTo>
                  <a:lnTo>
                    <a:pt x="6125070" y="58936"/>
                  </a:lnTo>
                  <a:lnTo>
                    <a:pt x="6125164" y="58936"/>
                  </a:lnTo>
                  <a:lnTo>
                    <a:pt x="6125258" y="58936"/>
                  </a:lnTo>
                  <a:lnTo>
                    <a:pt x="6125353" y="58936"/>
                  </a:lnTo>
                  <a:lnTo>
                    <a:pt x="6125541" y="58936"/>
                  </a:lnTo>
                  <a:lnTo>
                    <a:pt x="6125729" y="58936"/>
                  </a:lnTo>
                  <a:lnTo>
                    <a:pt x="6125918" y="58936"/>
                  </a:lnTo>
                  <a:lnTo>
                    <a:pt x="6126106" y="58936"/>
                  </a:lnTo>
                  <a:lnTo>
                    <a:pt x="6126294" y="58936"/>
                  </a:lnTo>
                  <a:lnTo>
                    <a:pt x="6126388" y="58936"/>
                  </a:lnTo>
                  <a:lnTo>
                    <a:pt x="6126482" y="58936"/>
                  </a:lnTo>
                  <a:lnTo>
                    <a:pt x="6126577" y="58936"/>
                  </a:lnTo>
                  <a:lnTo>
                    <a:pt x="6126671" y="58936"/>
                  </a:lnTo>
                  <a:lnTo>
                    <a:pt x="6126765" y="58936"/>
                  </a:lnTo>
                  <a:lnTo>
                    <a:pt x="6127047" y="58936"/>
                  </a:lnTo>
                  <a:lnTo>
                    <a:pt x="6127142" y="58936"/>
                  </a:lnTo>
                  <a:lnTo>
                    <a:pt x="6127236" y="58936"/>
                  </a:lnTo>
                  <a:lnTo>
                    <a:pt x="6127424" y="58936"/>
                  </a:lnTo>
                  <a:lnTo>
                    <a:pt x="6127518" y="58936"/>
                  </a:lnTo>
                  <a:lnTo>
                    <a:pt x="6127612" y="58936"/>
                  </a:lnTo>
                  <a:lnTo>
                    <a:pt x="6128177" y="58936"/>
                  </a:lnTo>
                  <a:lnTo>
                    <a:pt x="6128271" y="58936"/>
                  </a:lnTo>
                  <a:lnTo>
                    <a:pt x="6128460" y="58936"/>
                  </a:lnTo>
                  <a:lnTo>
                    <a:pt x="6128742" y="58936"/>
                  </a:lnTo>
                  <a:lnTo>
                    <a:pt x="6128930" y="58936"/>
                  </a:lnTo>
                  <a:lnTo>
                    <a:pt x="6129025" y="58936"/>
                  </a:lnTo>
                  <a:lnTo>
                    <a:pt x="6129307" y="58936"/>
                  </a:lnTo>
                  <a:lnTo>
                    <a:pt x="6129495" y="58936"/>
                  </a:lnTo>
                  <a:lnTo>
                    <a:pt x="6129589" y="58936"/>
                  </a:lnTo>
                  <a:lnTo>
                    <a:pt x="6129684" y="58936"/>
                  </a:lnTo>
                  <a:lnTo>
                    <a:pt x="6129778" y="58936"/>
                  </a:lnTo>
                  <a:lnTo>
                    <a:pt x="6129872" y="58936"/>
                  </a:lnTo>
                  <a:lnTo>
                    <a:pt x="6129966" y="58936"/>
                  </a:lnTo>
                  <a:lnTo>
                    <a:pt x="6130060" y="58936"/>
                  </a:lnTo>
                  <a:lnTo>
                    <a:pt x="6130154" y="58936"/>
                  </a:lnTo>
                  <a:lnTo>
                    <a:pt x="6130249" y="58936"/>
                  </a:lnTo>
                  <a:lnTo>
                    <a:pt x="6130343" y="58936"/>
                  </a:lnTo>
                  <a:lnTo>
                    <a:pt x="6130437" y="58936"/>
                  </a:lnTo>
                  <a:lnTo>
                    <a:pt x="6130531" y="58936"/>
                  </a:lnTo>
                  <a:lnTo>
                    <a:pt x="6130813" y="58936"/>
                  </a:lnTo>
                  <a:lnTo>
                    <a:pt x="6130908" y="58936"/>
                  </a:lnTo>
                  <a:lnTo>
                    <a:pt x="6131096" y="58936"/>
                  </a:lnTo>
                  <a:lnTo>
                    <a:pt x="6131190" y="58936"/>
                  </a:lnTo>
                  <a:lnTo>
                    <a:pt x="6131378" y="58936"/>
                  </a:lnTo>
                  <a:lnTo>
                    <a:pt x="6131661" y="58936"/>
                  </a:lnTo>
                  <a:lnTo>
                    <a:pt x="6131849" y="58936"/>
                  </a:lnTo>
                  <a:lnTo>
                    <a:pt x="6131943" y="58936"/>
                  </a:lnTo>
                  <a:lnTo>
                    <a:pt x="6132037" y="58936"/>
                  </a:lnTo>
                  <a:lnTo>
                    <a:pt x="6132508" y="58936"/>
                  </a:lnTo>
                  <a:lnTo>
                    <a:pt x="6132602" y="58936"/>
                  </a:lnTo>
                  <a:lnTo>
                    <a:pt x="6132696" y="58936"/>
                  </a:lnTo>
                  <a:lnTo>
                    <a:pt x="6132791" y="58936"/>
                  </a:lnTo>
                  <a:lnTo>
                    <a:pt x="6132885" y="58936"/>
                  </a:lnTo>
                  <a:lnTo>
                    <a:pt x="6133073" y="58936"/>
                  </a:lnTo>
                  <a:lnTo>
                    <a:pt x="6133167" y="58936"/>
                  </a:lnTo>
                  <a:lnTo>
                    <a:pt x="6133261" y="58936"/>
                  </a:lnTo>
                  <a:lnTo>
                    <a:pt x="6133356" y="58936"/>
                  </a:lnTo>
                  <a:lnTo>
                    <a:pt x="6133450" y="58936"/>
                  </a:lnTo>
                  <a:lnTo>
                    <a:pt x="6133826" y="58936"/>
                  </a:lnTo>
                  <a:lnTo>
                    <a:pt x="6134109" y="58936"/>
                  </a:lnTo>
                  <a:lnTo>
                    <a:pt x="6134203" y="58936"/>
                  </a:lnTo>
                  <a:lnTo>
                    <a:pt x="6134391" y="58936"/>
                  </a:lnTo>
                  <a:lnTo>
                    <a:pt x="6134485" y="58936"/>
                  </a:lnTo>
                  <a:lnTo>
                    <a:pt x="6134862" y="58936"/>
                  </a:lnTo>
                  <a:lnTo>
                    <a:pt x="6134956" y="58936"/>
                  </a:lnTo>
                  <a:lnTo>
                    <a:pt x="6135239" y="58936"/>
                  </a:lnTo>
                  <a:lnTo>
                    <a:pt x="6135333" y="58936"/>
                  </a:lnTo>
                  <a:lnTo>
                    <a:pt x="6135615" y="58936"/>
                  </a:lnTo>
                  <a:lnTo>
                    <a:pt x="6135992" y="58936"/>
                  </a:lnTo>
                  <a:lnTo>
                    <a:pt x="6136180" y="58936"/>
                  </a:lnTo>
                  <a:lnTo>
                    <a:pt x="6136368" y="58936"/>
                  </a:lnTo>
                  <a:lnTo>
                    <a:pt x="6136651" y="58936"/>
                  </a:lnTo>
                  <a:lnTo>
                    <a:pt x="6136745" y="58936"/>
                  </a:lnTo>
                  <a:lnTo>
                    <a:pt x="6136933" y="58936"/>
                  </a:lnTo>
                  <a:lnTo>
                    <a:pt x="6137122" y="58936"/>
                  </a:lnTo>
                  <a:lnTo>
                    <a:pt x="6137310" y="58936"/>
                  </a:lnTo>
                  <a:lnTo>
                    <a:pt x="6137404" y="58936"/>
                  </a:lnTo>
                  <a:lnTo>
                    <a:pt x="6137498" y="58936"/>
                  </a:lnTo>
                  <a:lnTo>
                    <a:pt x="6137592" y="58936"/>
                  </a:lnTo>
                  <a:lnTo>
                    <a:pt x="6137969" y="58936"/>
                  </a:lnTo>
                  <a:lnTo>
                    <a:pt x="6138157" y="58936"/>
                  </a:lnTo>
                  <a:lnTo>
                    <a:pt x="6138251" y="58936"/>
                  </a:lnTo>
                  <a:lnTo>
                    <a:pt x="6138628" y="58936"/>
                  </a:lnTo>
                  <a:lnTo>
                    <a:pt x="6138722" y="58936"/>
                  </a:lnTo>
                  <a:lnTo>
                    <a:pt x="6138816" y="58936"/>
                  </a:lnTo>
                  <a:lnTo>
                    <a:pt x="6138911" y="58936"/>
                  </a:lnTo>
                  <a:lnTo>
                    <a:pt x="6139193" y="58936"/>
                  </a:lnTo>
                  <a:lnTo>
                    <a:pt x="6139287" y="58936"/>
                  </a:lnTo>
                  <a:lnTo>
                    <a:pt x="6139381" y="58936"/>
                  </a:lnTo>
                  <a:lnTo>
                    <a:pt x="6139475" y="58936"/>
                  </a:lnTo>
                  <a:lnTo>
                    <a:pt x="6139570" y="58936"/>
                  </a:lnTo>
                  <a:lnTo>
                    <a:pt x="6139664" y="58936"/>
                  </a:lnTo>
                  <a:lnTo>
                    <a:pt x="6139758" y="58936"/>
                  </a:lnTo>
                  <a:lnTo>
                    <a:pt x="6139852" y="58936"/>
                  </a:lnTo>
                  <a:lnTo>
                    <a:pt x="6139946" y="58936"/>
                  </a:lnTo>
                  <a:lnTo>
                    <a:pt x="6140040" y="58936"/>
                  </a:lnTo>
                  <a:lnTo>
                    <a:pt x="6140229" y="58936"/>
                  </a:lnTo>
                  <a:lnTo>
                    <a:pt x="6140323" y="58936"/>
                  </a:lnTo>
                  <a:lnTo>
                    <a:pt x="6140417" y="58936"/>
                  </a:lnTo>
                  <a:lnTo>
                    <a:pt x="6140699" y="58936"/>
                  </a:lnTo>
                  <a:lnTo>
                    <a:pt x="6140794" y="58936"/>
                  </a:lnTo>
                  <a:lnTo>
                    <a:pt x="6141170" y="58936"/>
                  </a:lnTo>
                  <a:lnTo>
                    <a:pt x="6141453" y="58936"/>
                  </a:lnTo>
                  <a:lnTo>
                    <a:pt x="6141547" y="58936"/>
                  </a:lnTo>
                  <a:lnTo>
                    <a:pt x="6141641" y="58936"/>
                  </a:lnTo>
                  <a:lnTo>
                    <a:pt x="6141923" y="58936"/>
                  </a:lnTo>
                  <a:lnTo>
                    <a:pt x="6142300" y="58936"/>
                  </a:lnTo>
                  <a:lnTo>
                    <a:pt x="6142394" y="58936"/>
                  </a:lnTo>
                  <a:lnTo>
                    <a:pt x="6142582" y="58936"/>
                  </a:lnTo>
                  <a:lnTo>
                    <a:pt x="6142771" y="58936"/>
                  </a:lnTo>
                  <a:lnTo>
                    <a:pt x="6142865" y="58936"/>
                  </a:lnTo>
                  <a:lnTo>
                    <a:pt x="6143242" y="58936"/>
                  </a:lnTo>
                  <a:lnTo>
                    <a:pt x="6143430" y="58936"/>
                  </a:lnTo>
                  <a:lnTo>
                    <a:pt x="6143618" y="58936"/>
                  </a:lnTo>
                  <a:lnTo>
                    <a:pt x="6143901" y="58936"/>
                  </a:lnTo>
                  <a:lnTo>
                    <a:pt x="6143995" y="58936"/>
                  </a:lnTo>
                  <a:lnTo>
                    <a:pt x="6144089" y="58936"/>
                  </a:lnTo>
                  <a:lnTo>
                    <a:pt x="6144183" y="58936"/>
                  </a:lnTo>
                  <a:lnTo>
                    <a:pt x="6144277" y="58936"/>
                  </a:lnTo>
                  <a:lnTo>
                    <a:pt x="6144371" y="58936"/>
                  </a:lnTo>
                  <a:lnTo>
                    <a:pt x="6144466" y="58936"/>
                  </a:lnTo>
                  <a:lnTo>
                    <a:pt x="6144560" y="58936"/>
                  </a:lnTo>
                  <a:lnTo>
                    <a:pt x="6144654" y="58936"/>
                  </a:lnTo>
                  <a:lnTo>
                    <a:pt x="6144748" y="58936"/>
                  </a:lnTo>
                  <a:lnTo>
                    <a:pt x="6144842" y="58936"/>
                  </a:lnTo>
                  <a:lnTo>
                    <a:pt x="6145030" y="58936"/>
                  </a:lnTo>
                  <a:lnTo>
                    <a:pt x="6145219" y="58936"/>
                  </a:lnTo>
                  <a:lnTo>
                    <a:pt x="6145501" y="58936"/>
                  </a:lnTo>
                  <a:lnTo>
                    <a:pt x="6145595" y="58936"/>
                  </a:lnTo>
                  <a:lnTo>
                    <a:pt x="6145689" y="58936"/>
                  </a:lnTo>
                  <a:lnTo>
                    <a:pt x="6145784" y="58936"/>
                  </a:lnTo>
                  <a:lnTo>
                    <a:pt x="6145878" y="58936"/>
                  </a:lnTo>
                  <a:lnTo>
                    <a:pt x="6146066" y="58936"/>
                  </a:lnTo>
                  <a:lnTo>
                    <a:pt x="6146254" y="58936"/>
                  </a:lnTo>
                  <a:lnTo>
                    <a:pt x="6146349" y="58936"/>
                  </a:lnTo>
                  <a:lnTo>
                    <a:pt x="6146443" y="58936"/>
                  </a:lnTo>
                  <a:lnTo>
                    <a:pt x="6146913" y="58936"/>
                  </a:lnTo>
                  <a:lnTo>
                    <a:pt x="6147008" y="58936"/>
                  </a:lnTo>
                  <a:lnTo>
                    <a:pt x="6147102" y="58936"/>
                  </a:lnTo>
                  <a:lnTo>
                    <a:pt x="6147196" y="58936"/>
                  </a:lnTo>
                  <a:lnTo>
                    <a:pt x="6147384" y="58936"/>
                  </a:lnTo>
                  <a:lnTo>
                    <a:pt x="6148891" y="58936"/>
                  </a:lnTo>
                  <a:lnTo>
                    <a:pt x="6148985" y="58936"/>
                  </a:lnTo>
                  <a:lnTo>
                    <a:pt x="6149079" y="58936"/>
                  </a:lnTo>
                  <a:lnTo>
                    <a:pt x="6149267" y="58936"/>
                  </a:lnTo>
                  <a:lnTo>
                    <a:pt x="6149456" y="58936"/>
                  </a:lnTo>
                  <a:lnTo>
                    <a:pt x="6149550" y="58936"/>
                  </a:lnTo>
                  <a:lnTo>
                    <a:pt x="6149738" y="58936"/>
                  </a:lnTo>
                  <a:lnTo>
                    <a:pt x="6149832" y="58936"/>
                  </a:lnTo>
                  <a:lnTo>
                    <a:pt x="6150020" y="58936"/>
                  </a:lnTo>
                  <a:lnTo>
                    <a:pt x="6150115" y="58936"/>
                  </a:lnTo>
                  <a:lnTo>
                    <a:pt x="6150209" y="58936"/>
                  </a:lnTo>
                  <a:lnTo>
                    <a:pt x="6150397" y="58936"/>
                  </a:lnTo>
                  <a:lnTo>
                    <a:pt x="6150491" y="58936"/>
                  </a:lnTo>
                  <a:lnTo>
                    <a:pt x="6150585" y="58936"/>
                  </a:lnTo>
                  <a:lnTo>
                    <a:pt x="6150774" y="58936"/>
                  </a:lnTo>
                  <a:lnTo>
                    <a:pt x="6150962" y="58936"/>
                  </a:lnTo>
                  <a:lnTo>
                    <a:pt x="6151150" y="58936"/>
                  </a:lnTo>
                  <a:lnTo>
                    <a:pt x="6151244" y="58936"/>
                  </a:lnTo>
                  <a:lnTo>
                    <a:pt x="6151527" y="58936"/>
                  </a:lnTo>
                  <a:lnTo>
                    <a:pt x="6151621" y="58936"/>
                  </a:lnTo>
                  <a:lnTo>
                    <a:pt x="6151715" y="58936"/>
                  </a:lnTo>
                  <a:lnTo>
                    <a:pt x="6151904" y="58936"/>
                  </a:lnTo>
                  <a:lnTo>
                    <a:pt x="6151998" y="58936"/>
                  </a:lnTo>
                  <a:lnTo>
                    <a:pt x="6152186" y="58936"/>
                  </a:lnTo>
                  <a:lnTo>
                    <a:pt x="6152280" y="58936"/>
                  </a:lnTo>
                  <a:lnTo>
                    <a:pt x="6152374" y="58936"/>
                  </a:lnTo>
                  <a:lnTo>
                    <a:pt x="6152468" y="58936"/>
                  </a:lnTo>
                  <a:lnTo>
                    <a:pt x="6152563" y="58936"/>
                  </a:lnTo>
                  <a:lnTo>
                    <a:pt x="6152657" y="58936"/>
                  </a:lnTo>
                  <a:lnTo>
                    <a:pt x="6152751" y="58936"/>
                  </a:lnTo>
                  <a:lnTo>
                    <a:pt x="6153033" y="58936"/>
                  </a:lnTo>
                  <a:lnTo>
                    <a:pt x="6153128" y="58936"/>
                  </a:lnTo>
                  <a:lnTo>
                    <a:pt x="6153222" y="58936"/>
                  </a:lnTo>
                  <a:lnTo>
                    <a:pt x="6153316" y="58936"/>
                  </a:lnTo>
                  <a:lnTo>
                    <a:pt x="6153410" y="58936"/>
                  </a:lnTo>
                  <a:lnTo>
                    <a:pt x="6153598" y="58936"/>
                  </a:lnTo>
                  <a:lnTo>
                    <a:pt x="6153787" y="58936"/>
                  </a:lnTo>
                  <a:lnTo>
                    <a:pt x="6153881" y="58936"/>
                  </a:lnTo>
                  <a:lnTo>
                    <a:pt x="6153975" y="58936"/>
                  </a:lnTo>
                  <a:lnTo>
                    <a:pt x="6154351" y="58936"/>
                  </a:lnTo>
                  <a:lnTo>
                    <a:pt x="6154446" y="58936"/>
                  </a:lnTo>
                  <a:lnTo>
                    <a:pt x="6154728" y="58936"/>
                  </a:lnTo>
                  <a:lnTo>
                    <a:pt x="6154822" y="58936"/>
                  </a:lnTo>
                  <a:lnTo>
                    <a:pt x="6155011" y="58936"/>
                  </a:lnTo>
                  <a:lnTo>
                    <a:pt x="6155575" y="58936"/>
                  </a:lnTo>
                  <a:lnTo>
                    <a:pt x="6155670" y="58936"/>
                  </a:lnTo>
                  <a:lnTo>
                    <a:pt x="6155764" y="58936"/>
                  </a:lnTo>
                  <a:lnTo>
                    <a:pt x="6155858" y="58936"/>
                  </a:lnTo>
                  <a:lnTo>
                    <a:pt x="6155952" y="58936"/>
                  </a:lnTo>
                  <a:lnTo>
                    <a:pt x="6156046" y="58936"/>
                  </a:lnTo>
                  <a:lnTo>
                    <a:pt x="6156140" y="58936"/>
                  </a:lnTo>
                  <a:lnTo>
                    <a:pt x="6156235" y="58936"/>
                  </a:lnTo>
                  <a:lnTo>
                    <a:pt x="6156329" y="58936"/>
                  </a:lnTo>
                  <a:lnTo>
                    <a:pt x="6156611" y="58936"/>
                  </a:lnTo>
                  <a:lnTo>
                    <a:pt x="6156705" y="58936"/>
                  </a:lnTo>
                  <a:lnTo>
                    <a:pt x="6156799" y="58936"/>
                  </a:lnTo>
                  <a:lnTo>
                    <a:pt x="6156988" y="58936"/>
                  </a:lnTo>
                  <a:lnTo>
                    <a:pt x="6157270" y="58936"/>
                  </a:lnTo>
                  <a:lnTo>
                    <a:pt x="6157364" y="58936"/>
                  </a:lnTo>
                  <a:lnTo>
                    <a:pt x="6157459" y="58936"/>
                  </a:lnTo>
                  <a:lnTo>
                    <a:pt x="6157553" y="58936"/>
                  </a:lnTo>
                  <a:lnTo>
                    <a:pt x="6157647" y="58936"/>
                  </a:lnTo>
                  <a:lnTo>
                    <a:pt x="6157835" y="58936"/>
                  </a:lnTo>
                  <a:lnTo>
                    <a:pt x="6157929" y="58936"/>
                  </a:lnTo>
                  <a:lnTo>
                    <a:pt x="6158023" y="58936"/>
                  </a:lnTo>
                  <a:lnTo>
                    <a:pt x="6158118" y="54025"/>
                  </a:lnTo>
                  <a:lnTo>
                    <a:pt x="6158212" y="54025"/>
                  </a:lnTo>
                  <a:lnTo>
                    <a:pt x="6158306" y="54025"/>
                  </a:lnTo>
                  <a:lnTo>
                    <a:pt x="6158400" y="54025"/>
                  </a:lnTo>
                  <a:lnTo>
                    <a:pt x="6158494" y="54025"/>
                  </a:lnTo>
                  <a:lnTo>
                    <a:pt x="6158588" y="54025"/>
                  </a:lnTo>
                  <a:lnTo>
                    <a:pt x="6158682" y="54025"/>
                  </a:lnTo>
                  <a:lnTo>
                    <a:pt x="6158777" y="54025"/>
                  </a:lnTo>
                  <a:lnTo>
                    <a:pt x="6158871" y="54025"/>
                  </a:lnTo>
                  <a:lnTo>
                    <a:pt x="6159059" y="54025"/>
                  </a:lnTo>
                  <a:lnTo>
                    <a:pt x="6159624" y="54025"/>
                  </a:lnTo>
                  <a:lnTo>
                    <a:pt x="6159812" y="54025"/>
                  </a:lnTo>
                  <a:lnTo>
                    <a:pt x="6159906" y="54025"/>
                  </a:lnTo>
                  <a:lnTo>
                    <a:pt x="6160001" y="54025"/>
                  </a:lnTo>
                  <a:lnTo>
                    <a:pt x="6160095" y="54025"/>
                  </a:lnTo>
                  <a:lnTo>
                    <a:pt x="6160189" y="54025"/>
                  </a:lnTo>
                  <a:lnTo>
                    <a:pt x="6160283" y="54025"/>
                  </a:lnTo>
                  <a:lnTo>
                    <a:pt x="6160566" y="54025"/>
                  </a:lnTo>
                  <a:lnTo>
                    <a:pt x="6160660" y="54025"/>
                  </a:lnTo>
                  <a:lnTo>
                    <a:pt x="6160848" y="54025"/>
                  </a:lnTo>
                  <a:lnTo>
                    <a:pt x="6160942" y="54025"/>
                  </a:lnTo>
                  <a:lnTo>
                    <a:pt x="6161130" y="54025"/>
                  </a:lnTo>
                  <a:lnTo>
                    <a:pt x="6161319" y="54025"/>
                  </a:lnTo>
                  <a:lnTo>
                    <a:pt x="6161413" y="54025"/>
                  </a:lnTo>
                  <a:lnTo>
                    <a:pt x="6161601" y="54025"/>
                  </a:lnTo>
                  <a:lnTo>
                    <a:pt x="6161790" y="54025"/>
                  </a:lnTo>
                  <a:lnTo>
                    <a:pt x="6161884" y="54025"/>
                  </a:lnTo>
                  <a:lnTo>
                    <a:pt x="6161978" y="54025"/>
                  </a:lnTo>
                  <a:lnTo>
                    <a:pt x="6162166" y="54025"/>
                  </a:lnTo>
                  <a:lnTo>
                    <a:pt x="6162260" y="54025"/>
                  </a:lnTo>
                  <a:lnTo>
                    <a:pt x="6162449" y="54025"/>
                  </a:lnTo>
                  <a:lnTo>
                    <a:pt x="6162543" y="54025"/>
                  </a:lnTo>
                  <a:lnTo>
                    <a:pt x="6162637" y="54025"/>
                  </a:lnTo>
                  <a:lnTo>
                    <a:pt x="6162731" y="54025"/>
                  </a:lnTo>
                  <a:lnTo>
                    <a:pt x="6162825" y="54025"/>
                  </a:lnTo>
                  <a:lnTo>
                    <a:pt x="6162919" y="54025"/>
                  </a:lnTo>
                  <a:lnTo>
                    <a:pt x="6163202" y="54025"/>
                  </a:lnTo>
                  <a:lnTo>
                    <a:pt x="6163296" y="54025"/>
                  </a:lnTo>
                  <a:lnTo>
                    <a:pt x="6163390" y="54025"/>
                  </a:lnTo>
                  <a:lnTo>
                    <a:pt x="6163484" y="54025"/>
                  </a:lnTo>
                  <a:lnTo>
                    <a:pt x="6163578" y="54025"/>
                  </a:lnTo>
                  <a:lnTo>
                    <a:pt x="6163673" y="54025"/>
                  </a:lnTo>
                  <a:lnTo>
                    <a:pt x="6163861" y="54025"/>
                  </a:lnTo>
                  <a:lnTo>
                    <a:pt x="6164049" y="54025"/>
                  </a:lnTo>
                  <a:lnTo>
                    <a:pt x="6164332" y="54025"/>
                  </a:lnTo>
                  <a:lnTo>
                    <a:pt x="6164426" y="54025"/>
                  </a:lnTo>
                  <a:lnTo>
                    <a:pt x="6164614" y="54025"/>
                  </a:lnTo>
                  <a:lnTo>
                    <a:pt x="6164802" y="54025"/>
                  </a:lnTo>
                  <a:lnTo>
                    <a:pt x="6164897" y="54025"/>
                  </a:lnTo>
                  <a:lnTo>
                    <a:pt x="6165085" y="54025"/>
                  </a:lnTo>
                  <a:lnTo>
                    <a:pt x="6165179" y="54025"/>
                  </a:lnTo>
                  <a:lnTo>
                    <a:pt x="6165273" y="54025"/>
                  </a:lnTo>
                  <a:lnTo>
                    <a:pt x="6165367" y="54025"/>
                  </a:lnTo>
                  <a:lnTo>
                    <a:pt x="6165461" y="54025"/>
                  </a:lnTo>
                  <a:lnTo>
                    <a:pt x="6165556" y="54025"/>
                  </a:lnTo>
                  <a:lnTo>
                    <a:pt x="6165650" y="54025"/>
                  </a:lnTo>
                  <a:lnTo>
                    <a:pt x="6165838" y="54025"/>
                  </a:lnTo>
                  <a:lnTo>
                    <a:pt x="6165932" y="54025"/>
                  </a:lnTo>
                  <a:lnTo>
                    <a:pt x="6166026" y="54025"/>
                  </a:lnTo>
                  <a:lnTo>
                    <a:pt x="6166309" y="54025"/>
                  </a:lnTo>
                  <a:lnTo>
                    <a:pt x="6166403" y="54025"/>
                  </a:lnTo>
                  <a:lnTo>
                    <a:pt x="6166497" y="54025"/>
                  </a:lnTo>
                  <a:lnTo>
                    <a:pt x="6166685" y="54025"/>
                  </a:lnTo>
                  <a:lnTo>
                    <a:pt x="6166780" y="54025"/>
                  </a:lnTo>
                  <a:lnTo>
                    <a:pt x="6166874" y="54025"/>
                  </a:lnTo>
                  <a:lnTo>
                    <a:pt x="6166968" y="54025"/>
                  </a:lnTo>
                  <a:lnTo>
                    <a:pt x="6167062" y="54025"/>
                  </a:lnTo>
                  <a:lnTo>
                    <a:pt x="6167627" y="54025"/>
                  </a:lnTo>
                  <a:lnTo>
                    <a:pt x="6167909" y="54025"/>
                  </a:lnTo>
                  <a:lnTo>
                    <a:pt x="6168380" y="54025"/>
                  </a:lnTo>
                  <a:lnTo>
                    <a:pt x="6168474" y="54025"/>
                  </a:lnTo>
                  <a:lnTo>
                    <a:pt x="6168757" y="54025"/>
                  </a:lnTo>
                  <a:lnTo>
                    <a:pt x="6168945" y="54025"/>
                  </a:lnTo>
                  <a:lnTo>
                    <a:pt x="6169039" y="54025"/>
                  </a:lnTo>
                  <a:lnTo>
                    <a:pt x="6169228" y="54025"/>
                  </a:lnTo>
                  <a:lnTo>
                    <a:pt x="6169604" y="54025"/>
                  </a:lnTo>
                  <a:lnTo>
                    <a:pt x="6169698" y="54025"/>
                  </a:lnTo>
                  <a:lnTo>
                    <a:pt x="6169698" y="49113"/>
                  </a:lnTo>
                  <a:lnTo>
                    <a:pt x="6169792" y="49113"/>
                  </a:lnTo>
                  <a:lnTo>
                    <a:pt x="6169887" y="49113"/>
                  </a:lnTo>
                  <a:lnTo>
                    <a:pt x="6170169" y="49113"/>
                  </a:lnTo>
                  <a:lnTo>
                    <a:pt x="6170263" y="49113"/>
                  </a:lnTo>
                  <a:lnTo>
                    <a:pt x="6170357" y="49113"/>
                  </a:lnTo>
                  <a:lnTo>
                    <a:pt x="6170452" y="49113"/>
                  </a:lnTo>
                  <a:lnTo>
                    <a:pt x="6170734" y="49113"/>
                  </a:lnTo>
                  <a:lnTo>
                    <a:pt x="6170828" y="49113"/>
                  </a:lnTo>
                  <a:lnTo>
                    <a:pt x="6171016" y="49113"/>
                  </a:lnTo>
                  <a:lnTo>
                    <a:pt x="6171675" y="49113"/>
                  </a:lnTo>
                  <a:lnTo>
                    <a:pt x="6171864" y="49113"/>
                  </a:lnTo>
                  <a:lnTo>
                    <a:pt x="6172146" y="49113"/>
                  </a:lnTo>
                  <a:lnTo>
                    <a:pt x="6172240" y="49113"/>
                  </a:lnTo>
                  <a:lnTo>
                    <a:pt x="6172335" y="49113"/>
                  </a:lnTo>
                  <a:lnTo>
                    <a:pt x="6172429" y="49113"/>
                  </a:lnTo>
                  <a:lnTo>
                    <a:pt x="6172523" y="49113"/>
                  </a:lnTo>
                  <a:lnTo>
                    <a:pt x="6172617" y="49113"/>
                  </a:lnTo>
                  <a:lnTo>
                    <a:pt x="6172899" y="49113"/>
                  </a:lnTo>
                  <a:lnTo>
                    <a:pt x="6172994" y="49113"/>
                  </a:lnTo>
                  <a:lnTo>
                    <a:pt x="6173088" y="49113"/>
                  </a:lnTo>
                  <a:lnTo>
                    <a:pt x="6173182" y="49113"/>
                  </a:lnTo>
                  <a:lnTo>
                    <a:pt x="6173276" y="49113"/>
                  </a:lnTo>
                  <a:lnTo>
                    <a:pt x="6173370" y="49113"/>
                  </a:lnTo>
                  <a:lnTo>
                    <a:pt x="6173464" y="49113"/>
                  </a:lnTo>
                  <a:lnTo>
                    <a:pt x="6173747" y="49113"/>
                  </a:lnTo>
                  <a:lnTo>
                    <a:pt x="6174123" y="49113"/>
                  </a:lnTo>
                  <a:lnTo>
                    <a:pt x="6174594" y="49113"/>
                  </a:lnTo>
                  <a:lnTo>
                    <a:pt x="6174783" y="49113"/>
                  </a:lnTo>
                  <a:lnTo>
                    <a:pt x="6175347" y="49113"/>
                  </a:lnTo>
                  <a:lnTo>
                    <a:pt x="6175442" y="49113"/>
                  </a:lnTo>
                  <a:lnTo>
                    <a:pt x="6175536" y="49113"/>
                  </a:lnTo>
                  <a:lnTo>
                    <a:pt x="6175724" y="49113"/>
                  </a:lnTo>
                  <a:lnTo>
                    <a:pt x="6175818" y="49113"/>
                  </a:lnTo>
                  <a:lnTo>
                    <a:pt x="6175912" y="49113"/>
                  </a:lnTo>
                  <a:lnTo>
                    <a:pt x="6176006" y="49113"/>
                  </a:lnTo>
                  <a:lnTo>
                    <a:pt x="6176101" y="49113"/>
                  </a:lnTo>
                  <a:lnTo>
                    <a:pt x="6176195" y="49113"/>
                  </a:lnTo>
                  <a:lnTo>
                    <a:pt x="6176571" y="49113"/>
                  </a:lnTo>
                  <a:lnTo>
                    <a:pt x="6176666" y="49113"/>
                  </a:lnTo>
                  <a:lnTo>
                    <a:pt x="6176760" y="49113"/>
                  </a:lnTo>
                  <a:lnTo>
                    <a:pt x="6176854" y="49113"/>
                  </a:lnTo>
                  <a:lnTo>
                    <a:pt x="6176948" y="49113"/>
                  </a:lnTo>
                  <a:lnTo>
                    <a:pt x="6177136" y="49113"/>
                  </a:lnTo>
                  <a:lnTo>
                    <a:pt x="6177325" y="49113"/>
                  </a:lnTo>
                  <a:lnTo>
                    <a:pt x="6179114" y="49113"/>
                  </a:lnTo>
                  <a:lnTo>
                    <a:pt x="6179302" y="49113"/>
                  </a:lnTo>
                  <a:lnTo>
                    <a:pt x="6179396" y="49113"/>
                  </a:lnTo>
                  <a:lnTo>
                    <a:pt x="6179584" y="49113"/>
                  </a:lnTo>
                  <a:lnTo>
                    <a:pt x="6179773" y="49113"/>
                  </a:lnTo>
                  <a:lnTo>
                    <a:pt x="6179867" y="49113"/>
                  </a:lnTo>
                  <a:lnTo>
                    <a:pt x="6180055" y="49113"/>
                  </a:lnTo>
                  <a:lnTo>
                    <a:pt x="6180337" y="49113"/>
                  </a:lnTo>
                  <a:lnTo>
                    <a:pt x="6180432" y="49113"/>
                  </a:lnTo>
                  <a:lnTo>
                    <a:pt x="6180526" y="49113"/>
                  </a:lnTo>
                  <a:lnTo>
                    <a:pt x="6180620" y="49113"/>
                  </a:lnTo>
                  <a:lnTo>
                    <a:pt x="6180714" y="49113"/>
                  </a:lnTo>
                  <a:lnTo>
                    <a:pt x="6180902" y="49113"/>
                  </a:lnTo>
                  <a:lnTo>
                    <a:pt x="6180997" y="49113"/>
                  </a:lnTo>
                  <a:lnTo>
                    <a:pt x="6181091" y="49113"/>
                  </a:lnTo>
                  <a:lnTo>
                    <a:pt x="6181185" y="49113"/>
                  </a:lnTo>
                  <a:lnTo>
                    <a:pt x="6181279" y="49113"/>
                  </a:lnTo>
                  <a:lnTo>
                    <a:pt x="6181373" y="49113"/>
                  </a:lnTo>
                  <a:lnTo>
                    <a:pt x="6181561" y="49113"/>
                  </a:lnTo>
                  <a:lnTo>
                    <a:pt x="6181750" y="49113"/>
                  </a:lnTo>
                  <a:lnTo>
                    <a:pt x="6181938" y="49113"/>
                  </a:lnTo>
                  <a:lnTo>
                    <a:pt x="6182032" y="49113"/>
                  </a:lnTo>
                  <a:lnTo>
                    <a:pt x="6182126" y="49113"/>
                  </a:lnTo>
                  <a:lnTo>
                    <a:pt x="6182221" y="49113"/>
                  </a:lnTo>
                  <a:lnTo>
                    <a:pt x="6182409" y="49113"/>
                  </a:lnTo>
                  <a:lnTo>
                    <a:pt x="6182597" y="44202"/>
                  </a:lnTo>
                  <a:lnTo>
                    <a:pt x="6182691" y="44202"/>
                  </a:lnTo>
                  <a:lnTo>
                    <a:pt x="6182785" y="44202"/>
                  </a:lnTo>
                  <a:lnTo>
                    <a:pt x="6182880" y="44202"/>
                  </a:lnTo>
                  <a:lnTo>
                    <a:pt x="6182974" y="44202"/>
                  </a:lnTo>
                  <a:lnTo>
                    <a:pt x="6183068" y="44202"/>
                  </a:lnTo>
                  <a:lnTo>
                    <a:pt x="6183162" y="44202"/>
                  </a:lnTo>
                  <a:lnTo>
                    <a:pt x="6183350" y="44202"/>
                  </a:lnTo>
                  <a:lnTo>
                    <a:pt x="6183445" y="44202"/>
                  </a:lnTo>
                  <a:lnTo>
                    <a:pt x="6183539" y="44202"/>
                  </a:lnTo>
                  <a:lnTo>
                    <a:pt x="6183633" y="44202"/>
                  </a:lnTo>
                  <a:lnTo>
                    <a:pt x="6184009" y="44202"/>
                  </a:lnTo>
                  <a:lnTo>
                    <a:pt x="6184104" y="44202"/>
                  </a:lnTo>
                  <a:lnTo>
                    <a:pt x="6184198" y="44202"/>
                  </a:lnTo>
                  <a:lnTo>
                    <a:pt x="6184292" y="44202"/>
                  </a:lnTo>
                  <a:lnTo>
                    <a:pt x="6184574" y="44202"/>
                  </a:lnTo>
                  <a:lnTo>
                    <a:pt x="6184668" y="44202"/>
                  </a:lnTo>
                  <a:lnTo>
                    <a:pt x="6184763" y="44202"/>
                  </a:lnTo>
                  <a:lnTo>
                    <a:pt x="6184857" y="44202"/>
                  </a:lnTo>
                  <a:lnTo>
                    <a:pt x="6185045" y="44202"/>
                  </a:lnTo>
                  <a:lnTo>
                    <a:pt x="6185233" y="44202"/>
                  </a:lnTo>
                  <a:lnTo>
                    <a:pt x="6185328" y="44202"/>
                  </a:lnTo>
                  <a:lnTo>
                    <a:pt x="6185610" y="44202"/>
                  </a:lnTo>
                  <a:lnTo>
                    <a:pt x="6185704" y="44202"/>
                  </a:lnTo>
                  <a:lnTo>
                    <a:pt x="6185798" y="44202"/>
                  </a:lnTo>
                  <a:lnTo>
                    <a:pt x="6185892" y="44202"/>
                  </a:lnTo>
                  <a:lnTo>
                    <a:pt x="6186081" y="44202"/>
                  </a:lnTo>
                  <a:lnTo>
                    <a:pt x="6186269" y="44202"/>
                  </a:lnTo>
                  <a:lnTo>
                    <a:pt x="6186363" y="44202"/>
                  </a:lnTo>
                  <a:lnTo>
                    <a:pt x="6186457" y="44202"/>
                  </a:lnTo>
                  <a:lnTo>
                    <a:pt x="6186552" y="44202"/>
                  </a:lnTo>
                  <a:lnTo>
                    <a:pt x="6186646" y="44202"/>
                  </a:lnTo>
                  <a:lnTo>
                    <a:pt x="6186834" y="44202"/>
                  </a:lnTo>
                  <a:lnTo>
                    <a:pt x="6187211" y="39290"/>
                  </a:lnTo>
                  <a:lnTo>
                    <a:pt x="6187305" y="39290"/>
                  </a:lnTo>
                  <a:lnTo>
                    <a:pt x="6187399" y="39290"/>
                  </a:lnTo>
                  <a:lnTo>
                    <a:pt x="6187493" y="39290"/>
                  </a:lnTo>
                  <a:lnTo>
                    <a:pt x="6187587" y="39290"/>
                  </a:lnTo>
                  <a:lnTo>
                    <a:pt x="6187870" y="39290"/>
                  </a:lnTo>
                  <a:lnTo>
                    <a:pt x="6187964" y="39290"/>
                  </a:lnTo>
                  <a:lnTo>
                    <a:pt x="6188058" y="39290"/>
                  </a:lnTo>
                  <a:lnTo>
                    <a:pt x="6188246" y="39290"/>
                  </a:lnTo>
                  <a:lnTo>
                    <a:pt x="6188340" y="39290"/>
                  </a:lnTo>
                  <a:lnTo>
                    <a:pt x="6188623" y="39290"/>
                  </a:lnTo>
                  <a:lnTo>
                    <a:pt x="6188717" y="39290"/>
                  </a:lnTo>
                  <a:lnTo>
                    <a:pt x="6188905" y="39290"/>
                  </a:lnTo>
                  <a:lnTo>
                    <a:pt x="6189094" y="39290"/>
                  </a:lnTo>
                  <a:lnTo>
                    <a:pt x="6189188" y="39290"/>
                  </a:lnTo>
                  <a:lnTo>
                    <a:pt x="6189282" y="39290"/>
                  </a:lnTo>
                  <a:lnTo>
                    <a:pt x="6189376" y="39290"/>
                  </a:lnTo>
                  <a:lnTo>
                    <a:pt x="6189564" y="39290"/>
                  </a:lnTo>
                  <a:lnTo>
                    <a:pt x="6189659" y="39290"/>
                  </a:lnTo>
                  <a:lnTo>
                    <a:pt x="6189941" y="39290"/>
                  </a:lnTo>
                  <a:lnTo>
                    <a:pt x="6190318" y="39290"/>
                  </a:lnTo>
                  <a:lnTo>
                    <a:pt x="6190412" y="39290"/>
                  </a:lnTo>
                  <a:lnTo>
                    <a:pt x="6190506" y="39290"/>
                  </a:lnTo>
                  <a:lnTo>
                    <a:pt x="6191071" y="39290"/>
                  </a:lnTo>
                  <a:lnTo>
                    <a:pt x="6191165" y="39290"/>
                  </a:lnTo>
                  <a:lnTo>
                    <a:pt x="6191259" y="39290"/>
                  </a:lnTo>
                  <a:lnTo>
                    <a:pt x="6191353" y="39290"/>
                  </a:lnTo>
                  <a:lnTo>
                    <a:pt x="6191447" y="39290"/>
                  </a:lnTo>
                  <a:lnTo>
                    <a:pt x="6191542" y="39290"/>
                  </a:lnTo>
                  <a:lnTo>
                    <a:pt x="6191636" y="39290"/>
                  </a:lnTo>
                  <a:lnTo>
                    <a:pt x="6191824" y="39290"/>
                  </a:lnTo>
                  <a:lnTo>
                    <a:pt x="6191918" y="39290"/>
                  </a:lnTo>
                  <a:lnTo>
                    <a:pt x="6192295" y="39290"/>
                  </a:lnTo>
                  <a:lnTo>
                    <a:pt x="6192389" y="39290"/>
                  </a:lnTo>
                  <a:lnTo>
                    <a:pt x="6192860" y="39290"/>
                  </a:lnTo>
                  <a:lnTo>
                    <a:pt x="6192954" y="39290"/>
                  </a:lnTo>
                  <a:lnTo>
                    <a:pt x="6193048" y="39290"/>
                  </a:lnTo>
                  <a:lnTo>
                    <a:pt x="6193425" y="39290"/>
                  </a:lnTo>
                  <a:lnTo>
                    <a:pt x="6193519" y="39290"/>
                  </a:lnTo>
                  <a:lnTo>
                    <a:pt x="6193707" y="39290"/>
                  </a:lnTo>
                  <a:lnTo>
                    <a:pt x="6193801" y="39290"/>
                  </a:lnTo>
                  <a:lnTo>
                    <a:pt x="6194084" y="39290"/>
                  </a:lnTo>
                  <a:lnTo>
                    <a:pt x="6194178" y="39290"/>
                  </a:lnTo>
                  <a:lnTo>
                    <a:pt x="6194272" y="39290"/>
                  </a:lnTo>
                  <a:lnTo>
                    <a:pt x="6194366" y="39290"/>
                  </a:lnTo>
                  <a:lnTo>
                    <a:pt x="6194460" y="39290"/>
                  </a:lnTo>
                  <a:lnTo>
                    <a:pt x="6194837" y="39290"/>
                  </a:lnTo>
                  <a:lnTo>
                    <a:pt x="6194931" y="39290"/>
                  </a:lnTo>
                  <a:lnTo>
                    <a:pt x="6195025" y="39290"/>
                  </a:lnTo>
                  <a:lnTo>
                    <a:pt x="6195119" y="39290"/>
                  </a:lnTo>
                  <a:lnTo>
                    <a:pt x="6195496" y="39290"/>
                  </a:lnTo>
                  <a:lnTo>
                    <a:pt x="6195684" y="39290"/>
                  </a:lnTo>
                  <a:lnTo>
                    <a:pt x="6195778" y="39290"/>
                  </a:lnTo>
                  <a:lnTo>
                    <a:pt x="6195967" y="39290"/>
                  </a:lnTo>
                  <a:lnTo>
                    <a:pt x="6196061" y="39290"/>
                  </a:lnTo>
                  <a:lnTo>
                    <a:pt x="6196155" y="39290"/>
                  </a:lnTo>
                  <a:lnTo>
                    <a:pt x="6196249" y="39290"/>
                  </a:lnTo>
                  <a:lnTo>
                    <a:pt x="6196343" y="39290"/>
                  </a:lnTo>
                  <a:lnTo>
                    <a:pt x="6196532" y="39290"/>
                  </a:lnTo>
                  <a:lnTo>
                    <a:pt x="6196626" y="39290"/>
                  </a:lnTo>
                  <a:lnTo>
                    <a:pt x="6196720" y="39290"/>
                  </a:lnTo>
                  <a:lnTo>
                    <a:pt x="6196814" y="39290"/>
                  </a:lnTo>
                  <a:lnTo>
                    <a:pt x="6196908" y="39290"/>
                  </a:lnTo>
                  <a:lnTo>
                    <a:pt x="6197002" y="39290"/>
                  </a:lnTo>
                  <a:lnTo>
                    <a:pt x="6197285" y="39290"/>
                  </a:lnTo>
                  <a:lnTo>
                    <a:pt x="6197473" y="39290"/>
                  </a:lnTo>
                  <a:lnTo>
                    <a:pt x="6197567" y="39290"/>
                  </a:lnTo>
                  <a:lnTo>
                    <a:pt x="6197661" y="39290"/>
                  </a:lnTo>
                  <a:lnTo>
                    <a:pt x="6197944" y="39290"/>
                  </a:lnTo>
                  <a:lnTo>
                    <a:pt x="6198038" y="39290"/>
                  </a:lnTo>
                  <a:lnTo>
                    <a:pt x="6198603" y="39290"/>
                  </a:lnTo>
                  <a:lnTo>
                    <a:pt x="6198697" y="39290"/>
                  </a:lnTo>
                  <a:lnTo>
                    <a:pt x="6198791" y="39290"/>
                  </a:lnTo>
                  <a:lnTo>
                    <a:pt x="6198885" y="39290"/>
                  </a:lnTo>
                  <a:lnTo>
                    <a:pt x="6199074" y="39290"/>
                  </a:lnTo>
                  <a:lnTo>
                    <a:pt x="6199168" y="39290"/>
                  </a:lnTo>
                  <a:lnTo>
                    <a:pt x="6199262" y="39290"/>
                  </a:lnTo>
                  <a:lnTo>
                    <a:pt x="6199356" y="39290"/>
                  </a:lnTo>
                  <a:lnTo>
                    <a:pt x="6199450" y="39290"/>
                  </a:lnTo>
                  <a:lnTo>
                    <a:pt x="6199545" y="39290"/>
                  </a:lnTo>
                  <a:lnTo>
                    <a:pt x="6199733" y="39290"/>
                  </a:lnTo>
                  <a:lnTo>
                    <a:pt x="6199827" y="39290"/>
                  </a:lnTo>
                  <a:lnTo>
                    <a:pt x="6199921" y="39290"/>
                  </a:lnTo>
                  <a:lnTo>
                    <a:pt x="6200204" y="39290"/>
                  </a:lnTo>
                  <a:lnTo>
                    <a:pt x="6200298" y="39290"/>
                  </a:lnTo>
                  <a:lnTo>
                    <a:pt x="6200392" y="39290"/>
                  </a:lnTo>
                  <a:lnTo>
                    <a:pt x="6200486" y="39290"/>
                  </a:lnTo>
                  <a:lnTo>
                    <a:pt x="6200863" y="39290"/>
                  </a:lnTo>
                  <a:lnTo>
                    <a:pt x="6201239" y="39290"/>
                  </a:lnTo>
                  <a:lnTo>
                    <a:pt x="6201333" y="39290"/>
                  </a:lnTo>
                  <a:lnTo>
                    <a:pt x="6201522" y="39290"/>
                  </a:lnTo>
                  <a:lnTo>
                    <a:pt x="6201616" y="39290"/>
                  </a:lnTo>
                  <a:lnTo>
                    <a:pt x="6201710" y="39290"/>
                  </a:lnTo>
                  <a:lnTo>
                    <a:pt x="6201804" y="39290"/>
                  </a:lnTo>
                  <a:lnTo>
                    <a:pt x="6201898" y="39290"/>
                  </a:lnTo>
                  <a:lnTo>
                    <a:pt x="6202275" y="39290"/>
                  </a:lnTo>
                  <a:lnTo>
                    <a:pt x="6202369" y="39290"/>
                  </a:lnTo>
                  <a:lnTo>
                    <a:pt x="6202652" y="39290"/>
                  </a:lnTo>
                  <a:lnTo>
                    <a:pt x="6202746" y="39290"/>
                  </a:lnTo>
                  <a:lnTo>
                    <a:pt x="6202934" y="39290"/>
                  </a:lnTo>
                  <a:lnTo>
                    <a:pt x="6203028" y="39290"/>
                  </a:lnTo>
                  <a:lnTo>
                    <a:pt x="6203122" y="39290"/>
                  </a:lnTo>
                  <a:lnTo>
                    <a:pt x="6203216" y="39290"/>
                  </a:lnTo>
                  <a:lnTo>
                    <a:pt x="6203687" y="39290"/>
                  </a:lnTo>
                  <a:lnTo>
                    <a:pt x="6203781" y="39290"/>
                  </a:lnTo>
                  <a:lnTo>
                    <a:pt x="6203876" y="39290"/>
                  </a:lnTo>
                  <a:lnTo>
                    <a:pt x="6203970" y="39290"/>
                  </a:lnTo>
                  <a:lnTo>
                    <a:pt x="6204064" y="39290"/>
                  </a:lnTo>
                  <a:lnTo>
                    <a:pt x="6204252" y="39290"/>
                  </a:lnTo>
                  <a:lnTo>
                    <a:pt x="6204346" y="39290"/>
                  </a:lnTo>
                  <a:lnTo>
                    <a:pt x="6204440" y="39290"/>
                  </a:lnTo>
                  <a:lnTo>
                    <a:pt x="6204535" y="39290"/>
                  </a:lnTo>
                  <a:lnTo>
                    <a:pt x="6204817" y="39290"/>
                  </a:lnTo>
                  <a:lnTo>
                    <a:pt x="6204911" y="39290"/>
                  </a:lnTo>
                  <a:lnTo>
                    <a:pt x="6205194" y="39290"/>
                  </a:lnTo>
                  <a:lnTo>
                    <a:pt x="6205288" y="39290"/>
                  </a:lnTo>
                  <a:lnTo>
                    <a:pt x="6205382" y="39290"/>
                  </a:lnTo>
                  <a:lnTo>
                    <a:pt x="6205664" y="39290"/>
                  </a:lnTo>
                  <a:lnTo>
                    <a:pt x="6205853" y="39290"/>
                  </a:lnTo>
                  <a:lnTo>
                    <a:pt x="6206041" y="39290"/>
                  </a:lnTo>
                  <a:lnTo>
                    <a:pt x="6206135" y="39290"/>
                  </a:lnTo>
                  <a:lnTo>
                    <a:pt x="6206229" y="39290"/>
                  </a:lnTo>
                  <a:lnTo>
                    <a:pt x="6206323" y="39290"/>
                  </a:lnTo>
                  <a:lnTo>
                    <a:pt x="6206418" y="39290"/>
                  </a:lnTo>
                  <a:lnTo>
                    <a:pt x="6206512" y="39290"/>
                  </a:lnTo>
                  <a:lnTo>
                    <a:pt x="6206700" y="39290"/>
                  </a:lnTo>
                  <a:lnTo>
                    <a:pt x="6206794" y="39290"/>
                  </a:lnTo>
                  <a:lnTo>
                    <a:pt x="6206888" y="39290"/>
                  </a:lnTo>
                  <a:lnTo>
                    <a:pt x="6206983" y="39290"/>
                  </a:lnTo>
                  <a:lnTo>
                    <a:pt x="6207077" y="39290"/>
                  </a:lnTo>
                  <a:lnTo>
                    <a:pt x="6207171" y="39290"/>
                  </a:lnTo>
                  <a:lnTo>
                    <a:pt x="6207265" y="39290"/>
                  </a:lnTo>
                  <a:lnTo>
                    <a:pt x="6207453" y="39290"/>
                  </a:lnTo>
                  <a:lnTo>
                    <a:pt x="6207736" y="39290"/>
                  </a:lnTo>
                  <a:lnTo>
                    <a:pt x="6207830" y="39290"/>
                  </a:lnTo>
                  <a:lnTo>
                    <a:pt x="6208018" y="39290"/>
                  </a:lnTo>
                  <a:lnTo>
                    <a:pt x="6208112" y="39290"/>
                  </a:lnTo>
                  <a:lnTo>
                    <a:pt x="6208301" y="39290"/>
                  </a:lnTo>
                  <a:lnTo>
                    <a:pt x="6208583" y="39290"/>
                  </a:lnTo>
                  <a:lnTo>
                    <a:pt x="6208677" y="39290"/>
                  </a:lnTo>
                  <a:lnTo>
                    <a:pt x="6208771" y="39290"/>
                  </a:lnTo>
                  <a:lnTo>
                    <a:pt x="6208866" y="39290"/>
                  </a:lnTo>
                  <a:lnTo>
                    <a:pt x="6208960" y="39290"/>
                  </a:lnTo>
                  <a:lnTo>
                    <a:pt x="6209054" y="39290"/>
                  </a:lnTo>
                  <a:lnTo>
                    <a:pt x="6209242" y="39290"/>
                  </a:lnTo>
                  <a:lnTo>
                    <a:pt x="6209336" y="39290"/>
                  </a:lnTo>
                  <a:lnTo>
                    <a:pt x="6209619" y="39290"/>
                  </a:lnTo>
                  <a:lnTo>
                    <a:pt x="6209807" y="39290"/>
                  </a:lnTo>
                  <a:lnTo>
                    <a:pt x="6209901" y="39290"/>
                  </a:lnTo>
                  <a:lnTo>
                    <a:pt x="6209995" y="39290"/>
                  </a:lnTo>
                  <a:lnTo>
                    <a:pt x="6210090" y="39290"/>
                  </a:lnTo>
                  <a:lnTo>
                    <a:pt x="6210184" y="39290"/>
                  </a:lnTo>
                  <a:lnTo>
                    <a:pt x="6210278" y="39290"/>
                  </a:lnTo>
                  <a:lnTo>
                    <a:pt x="6210372" y="39290"/>
                  </a:lnTo>
                  <a:lnTo>
                    <a:pt x="6210466" y="39290"/>
                  </a:lnTo>
                  <a:lnTo>
                    <a:pt x="6210560" y="39290"/>
                  </a:lnTo>
                  <a:lnTo>
                    <a:pt x="6210654" y="39290"/>
                  </a:lnTo>
                  <a:lnTo>
                    <a:pt x="6210843" y="39290"/>
                  </a:lnTo>
                  <a:lnTo>
                    <a:pt x="6211690" y="39290"/>
                  </a:lnTo>
                  <a:lnTo>
                    <a:pt x="6211784" y="39290"/>
                  </a:lnTo>
                  <a:lnTo>
                    <a:pt x="6211878" y="39290"/>
                  </a:lnTo>
                  <a:lnTo>
                    <a:pt x="6212067" y="39290"/>
                  </a:lnTo>
                  <a:lnTo>
                    <a:pt x="6212161" y="39290"/>
                  </a:lnTo>
                  <a:lnTo>
                    <a:pt x="6212255" y="39290"/>
                  </a:lnTo>
                  <a:lnTo>
                    <a:pt x="6212349" y="39290"/>
                  </a:lnTo>
                  <a:lnTo>
                    <a:pt x="6212443" y="39290"/>
                  </a:lnTo>
                  <a:lnTo>
                    <a:pt x="6212726" y="39290"/>
                  </a:lnTo>
                  <a:lnTo>
                    <a:pt x="6212914" y="39290"/>
                  </a:lnTo>
                  <a:lnTo>
                    <a:pt x="6213008" y="39290"/>
                  </a:lnTo>
                  <a:lnTo>
                    <a:pt x="6213102" y="39290"/>
                  </a:lnTo>
                  <a:lnTo>
                    <a:pt x="6213197" y="39290"/>
                  </a:lnTo>
                  <a:lnTo>
                    <a:pt x="6213385" y="39290"/>
                  </a:lnTo>
                  <a:lnTo>
                    <a:pt x="6213479" y="39290"/>
                  </a:lnTo>
                  <a:lnTo>
                    <a:pt x="6213573" y="39290"/>
                  </a:lnTo>
                  <a:lnTo>
                    <a:pt x="6213950" y="39290"/>
                  </a:lnTo>
                  <a:lnTo>
                    <a:pt x="6214232" y="39290"/>
                  </a:lnTo>
                  <a:lnTo>
                    <a:pt x="6214326" y="39290"/>
                  </a:lnTo>
                  <a:lnTo>
                    <a:pt x="6214515" y="39290"/>
                  </a:lnTo>
                  <a:lnTo>
                    <a:pt x="6214609" y="39290"/>
                  </a:lnTo>
                  <a:lnTo>
                    <a:pt x="6214986" y="39290"/>
                  </a:lnTo>
                  <a:lnTo>
                    <a:pt x="6215080" y="39290"/>
                  </a:lnTo>
                  <a:lnTo>
                    <a:pt x="6215174" y="39290"/>
                  </a:lnTo>
                  <a:lnTo>
                    <a:pt x="6215550" y="39290"/>
                  </a:lnTo>
                  <a:lnTo>
                    <a:pt x="6215739" y="39290"/>
                  </a:lnTo>
                  <a:lnTo>
                    <a:pt x="6215927" y="39290"/>
                  </a:lnTo>
                  <a:lnTo>
                    <a:pt x="6216021" y="39290"/>
                  </a:lnTo>
                  <a:lnTo>
                    <a:pt x="6216115" y="39290"/>
                  </a:lnTo>
                  <a:lnTo>
                    <a:pt x="6216398" y="39290"/>
                  </a:lnTo>
                  <a:lnTo>
                    <a:pt x="6216492" y="39290"/>
                  </a:lnTo>
                  <a:lnTo>
                    <a:pt x="6216586" y="39290"/>
                  </a:lnTo>
                  <a:lnTo>
                    <a:pt x="6216680" y="39290"/>
                  </a:lnTo>
                  <a:lnTo>
                    <a:pt x="6216774" y="39290"/>
                  </a:lnTo>
                  <a:lnTo>
                    <a:pt x="6216869" y="39290"/>
                  </a:lnTo>
                  <a:lnTo>
                    <a:pt x="6216963" y="39290"/>
                  </a:lnTo>
                  <a:lnTo>
                    <a:pt x="6217057" y="39290"/>
                  </a:lnTo>
                  <a:lnTo>
                    <a:pt x="6217245" y="39290"/>
                  </a:lnTo>
                  <a:lnTo>
                    <a:pt x="6217339" y="39290"/>
                  </a:lnTo>
                  <a:lnTo>
                    <a:pt x="6217433" y="39290"/>
                  </a:lnTo>
                  <a:lnTo>
                    <a:pt x="6217622" y="39290"/>
                  </a:lnTo>
                  <a:lnTo>
                    <a:pt x="6217716" y="39290"/>
                  </a:lnTo>
                  <a:lnTo>
                    <a:pt x="6217904" y="39290"/>
                  </a:lnTo>
                  <a:lnTo>
                    <a:pt x="6217998" y="39290"/>
                  </a:lnTo>
                  <a:lnTo>
                    <a:pt x="6218375" y="39290"/>
                  </a:lnTo>
                  <a:lnTo>
                    <a:pt x="6218657" y="39290"/>
                  </a:lnTo>
                  <a:lnTo>
                    <a:pt x="6218752" y="39290"/>
                  </a:lnTo>
                  <a:lnTo>
                    <a:pt x="6219034" y="39290"/>
                  </a:lnTo>
                  <a:lnTo>
                    <a:pt x="6219128" y="39290"/>
                  </a:lnTo>
                  <a:lnTo>
                    <a:pt x="6219222" y="39290"/>
                  </a:lnTo>
                  <a:lnTo>
                    <a:pt x="6219411" y="39290"/>
                  </a:lnTo>
                  <a:lnTo>
                    <a:pt x="6219505" y="39290"/>
                  </a:lnTo>
                  <a:lnTo>
                    <a:pt x="6219693" y="39290"/>
                  </a:lnTo>
                  <a:lnTo>
                    <a:pt x="6219787" y="39290"/>
                  </a:lnTo>
                  <a:lnTo>
                    <a:pt x="6219881" y="39290"/>
                  </a:lnTo>
                  <a:lnTo>
                    <a:pt x="6220164" y="39290"/>
                  </a:lnTo>
                  <a:lnTo>
                    <a:pt x="6220352" y="39290"/>
                  </a:lnTo>
                  <a:lnTo>
                    <a:pt x="6220540" y="39290"/>
                  </a:lnTo>
                  <a:lnTo>
                    <a:pt x="6220635" y="39290"/>
                  </a:lnTo>
                  <a:lnTo>
                    <a:pt x="6220729" y="39290"/>
                  </a:lnTo>
                  <a:lnTo>
                    <a:pt x="6220823" y="39290"/>
                  </a:lnTo>
                  <a:lnTo>
                    <a:pt x="6221200" y="39290"/>
                  </a:lnTo>
                  <a:lnTo>
                    <a:pt x="6221294" y="39290"/>
                  </a:lnTo>
                  <a:lnTo>
                    <a:pt x="6221388" y="39290"/>
                  </a:lnTo>
                  <a:lnTo>
                    <a:pt x="6221576" y="39290"/>
                  </a:lnTo>
                  <a:lnTo>
                    <a:pt x="6221670" y="39290"/>
                  </a:lnTo>
                  <a:lnTo>
                    <a:pt x="6221764" y="39290"/>
                  </a:lnTo>
                  <a:lnTo>
                    <a:pt x="6222047" y="39290"/>
                  </a:lnTo>
                  <a:lnTo>
                    <a:pt x="6222141" y="39290"/>
                  </a:lnTo>
                  <a:lnTo>
                    <a:pt x="6222235" y="39290"/>
                  </a:lnTo>
                  <a:lnTo>
                    <a:pt x="6222424" y="39290"/>
                  </a:lnTo>
                  <a:lnTo>
                    <a:pt x="6222518" y="39290"/>
                  </a:lnTo>
                  <a:lnTo>
                    <a:pt x="6222706" y="39290"/>
                  </a:lnTo>
                  <a:lnTo>
                    <a:pt x="6222988" y="39290"/>
                  </a:lnTo>
                  <a:lnTo>
                    <a:pt x="6223083" y="39290"/>
                  </a:lnTo>
                  <a:lnTo>
                    <a:pt x="6223177" y="39290"/>
                  </a:lnTo>
                  <a:lnTo>
                    <a:pt x="6223459" y="39290"/>
                  </a:lnTo>
                  <a:lnTo>
                    <a:pt x="6223836" y="39290"/>
                  </a:lnTo>
                  <a:lnTo>
                    <a:pt x="6224212" y="39290"/>
                  </a:lnTo>
                  <a:lnTo>
                    <a:pt x="6224401" y="39290"/>
                  </a:lnTo>
                  <a:lnTo>
                    <a:pt x="6224495" y="39290"/>
                  </a:lnTo>
                  <a:lnTo>
                    <a:pt x="6224589" y="39290"/>
                  </a:lnTo>
                  <a:lnTo>
                    <a:pt x="6224683" y="39290"/>
                  </a:lnTo>
                  <a:lnTo>
                    <a:pt x="6224777" y="39290"/>
                  </a:lnTo>
                  <a:lnTo>
                    <a:pt x="6224871" y="39290"/>
                  </a:lnTo>
                  <a:lnTo>
                    <a:pt x="6225154" y="39290"/>
                  </a:lnTo>
                  <a:lnTo>
                    <a:pt x="6225342" y="39290"/>
                  </a:lnTo>
                  <a:lnTo>
                    <a:pt x="6225531" y="39290"/>
                  </a:lnTo>
                  <a:lnTo>
                    <a:pt x="6225719" y="39290"/>
                  </a:lnTo>
                  <a:lnTo>
                    <a:pt x="6225813" y="39290"/>
                  </a:lnTo>
                  <a:lnTo>
                    <a:pt x="6225907" y="39290"/>
                  </a:lnTo>
                  <a:lnTo>
                    <a:pt x="6226001" y="39290"/>
                  </a:lnTo>
                  <a:lnTo>
                    <a:pt x="6226095" y="39290"/>
                  </a:lnTo>
                  <a:lnTo>
                    <a:pt x="6226190" y="39290"/>
                  </a:lnTo>
                  <a:lnTo>
                    <a:pt x="6226378" y="39290"/>
                  </a:lnTo>
                  <a:lnTo>
                    <a:pt x="6226472" y="39290"/>
                  </a:lnTo>
                  <a:lnTo>
                    <a:pt x="6226566" y="39290"/>
                  </a:lnTo>
                  <a:lnTo>
                    <a:pt x="6226755" y="39290"/>
                  </a:lnTo>
                  <a:lnTo>
                    <a:pt x="6227508" y="39290"/>
                  </a:lnTo>
                  <a:lnTo>
                    <a:pt x="6227602" y="39290"/>
                  </a:lnTo>
                  <a:lnTo>
                    <a:pt x="6227696" y="39290"/>
                  </a:lnTo>
                  <a:lnTo>
                    <a:pt x="6227979" y="39290"/>
                  </a:lnTo>
                  <a:lnTo>
                    <a:pt x="6228073" y="39290"/>
                  </a:lnTo>
                  <a:lnTo>
                    <a:pt x="6228167" y="39290"/>
                  </a:lnTo>
                  <a:lnTo>
                    <a:pt x="6228261" y="39290"/>
                  </a:lnTo>
                  <a:lnTo>
                    <a:pt x="6228355" y="39290"/>
                  </a:lnTo>
                  <a:lnTo>
                    <a:pt x="6228543" y="39290"/>
                  </a:lnTo>
                  <a:lnTo>
                    <a:pt x="6228732" y="39290"/>
                  </a:lnTo>
                  <a:lnTo>
                    <a:pt x="6228826" y="39290"/>
                  </a:lnTo>
                  <a:lnTo>
                    <a:pt x="6228920" y="39290"/>
                  </a:lnTo>
                  <a:lnTo>
                    <a:pt x="6229202" y="39290"/>
                  </a:lnTo>
                  <a:lnTo>
                    <a:pt x="6229297" y="39290"/>
                  </a:lnTo>
                  <a:lnTo>
                    <a:pt x="6229391" y="39290"/>
                  </a:lnTo>
                  <a:lnTo>
                    <a:pt x="6229579" y="39290"/>
                  </a:lnTo>
                  <a:lnTo>
                    <a:pt x="6229673" y="39290"/>
                  </a:lnTo>
                  <a:lnTo>
                    <a:pt x="6229767" y="39290"/>
                  </a:lnTo>
                  <a:lnTo>
                    <a:pt x="6229956" y="39290"/>
                  </a:lnTo>
                  <a:lnTo>
                    <a:pt x="6230050" y="39290"/>
                  </a:lnTo>
                  <a:lnTo>
                    <a:pt x="6230144" y="39290"/>
                  </a:lnTo>
                  <a:lnTo>
                    <a:pt x="6230521" y="39290"/>
                  </a:lnTo>
                  <a:lnTo>
                    <a:pt x="6230615" y="39290"/>
                  </a:lnTo>
                  <a:lnTo>
                    <a:pt x="6230709" y="39290"/>
                  </a:lnTo>
                  <a:lnTo>
                    <a:pt x="6231086" y="39290"/>
                  </a:lnTo>
                  <a:lnTo>
                    <a:pt x="6231180" y="39290"/>
                  </a:lnTo>
                  <a:lnTo>
                    <a:pt x="6231274" y="39290"/>
                  </a:lnTo>
                  <a:lnTo>
                    <a:pt x="6231368" y="39290"/>
                  </a:lnTo>
                  <a:lnTo>
                    <a:pt x="6231462" y="39290"/>
                  </a:lnTo>
                  <a:lnTo>
                    <a:pt x="6231745" y="39290"/>
                  </a:lnTo>
                  <a:lnTo>
                    <a:pt x="6231933" y="39290"/>
                  </a:lnTo>
                  <a:lnTo>
                    <a:pt x="6232027" y="39290"/>
                  </a:lnTo>
                  <a:lnTo>
                    <a:pt x="6232121" y="39290"/>
                  </a:lnTo>
                  <a:lnTo>
                    <a:pt x="6232215" y="39290"/>
                  </a:lnTo>
                  <a:lnTo>
                    <a:pt x="6232310" y="39290"/>
                  </a:lnTo>
                  <a:lnTo>
                    <a:pt x="6232498" y="39290"/>
                  </a:lnTo>
                  <a:lnTo>
                    <a:pt x="6232592" y="39290"/>
                  </a:lnTo>
                  <a:lnTo>
                    <a:pt x="6232686" y="39290"/>
                  </a:lnTo>
                  <a:lnTo>
                    <a:pt x="6232780" y="39290"/>
                  </a:lnTo>
                  <a:lnTo>
                    <a:pt x="6232969" y="39290"/>
                  </a:lnTo>
                  <a:lnTo>
                    <a:pt x="6233063" y="39290"/>
                  </a:lnTo>
                  <a:lnTo>
                    <a:pt x="6233439" y="39290"/>
                  </a:lnTo>
                  <a:lnTo>
                    <a:pt x="6233722" y="39290"/>
                  </a:lnTo>
                  <a:lnTo>
                    <a:pt x="6234193" y="34379"/>
                  </a:lnTo>
                  <a:lnTo>
                    <a:pt x="6234287" y="34379"/>
                  </a:lnTo>
                  <a:lnTo>
                    <a:pt x="6234381" y="34379"/>
                  </a:lnTo>
                  <a:lnTo>
                    <a:pt x="6234475" y="34379"/>
                  </a:lnTo>
                  <a:lnTo>
                    <a:pt x="6234569" y="34379"/>
                  </a:lnTo>
                  <a:lnTo>
                    <a:pt x="6234757" y="34379"/>
                  </a:lnTo>
                  <a:lnTo>
                    <a:pt x="6234852" y="34379"/>
                  </a:lnTo>
                  <a:lnTo>
                    <a:pt x="6235040" y="34379"/>
                  </a:lnTo>
                  <a:lnTo>
                    <a:pt x="6235134" y="34379"/>
                  </a:lnTo>
                  <a:lnTo>
                    <a:pt x="6235322" y="34379"/>
                  </a:lnTo>
                  <a:lnTo>
                    <a:pt x="6235417" y="34379"/>
                  </a:lnTo>
                  <a:lnTo>
                    <a:pt x="6235511" y="34379"/>
                  </a:lnTo>
                  <a:lnTo>
                    <a:pt x="6235605" y="34379"/>
                  </a:lnTo>
                  <a:lnTo>
                    <a:pt x="6235699" y="34379"/>
                  </a:lnTo>
                  <a:lnTo>
                    <a:pt x="6235793" y="34379"/>
                  </a:lnTo>
                  <a:lnTo>
                    <a:pt x="6235981" y="34379"/>
                  </a:lnTo>
                  <a:lnTo>
                    <a:pt x="6236076" y="34379"/>
                  </a:lnTo>
                  <a:lnTo>
                    <a:pt x="6236170" y="34379"/>
                  </a:lnTo>
                  <a:lnTo>
                    <a:pt x="6236264" y="34379"/>
                  </a:lnTo>
                  <a:lnTo>
                    <a:pt x="6236358" y="34379"/>
                  </a:lnTo>
                  <a:lnTo>
                    <a:pt x="6236546" y="34379"/>
                  </a:lnTo>
                  <a:lnTo>
                    <a:pt x="6236735" y="34379"/>
                  </a:lnTo>
                  <a:lnTo>
                    <a:pt x="6236829" y="34379"/>
                  </a:lnTo>
                  <a:lnTo>
                    <a:pt x="6236923" y="34379"/>
                  </a:lnTo>
                  <a:lnTo>
                    <a:pt x="6237017" y="34379"/>
                  </a:lnTo>
                  <a:lnTo>
                    <a:pt x="6237111" y="34379"/>
                  </a:lnTo>
                  <a:lnTo>
                    <a:pt x="6237205" y="34379"/>
                  </a:lnTo>
                  <a:lnTo>
                    <a:pt x="6237300" y="34379"/>
                  </a:lnTo>
                  <a:lnTo>
                    <a:pt x="6237488" y="34379"/>
                  </a:lnTo>
                  <a:lnTo>
                    <a:pt x="6237582" y="34379"/>
                  </a:lnTo>
                  <a:lnTo>
                    <a:pt x="6237770" y="34379"/>
                  </a:lnTo>
                  <a:lnTo>
                    <a:pt x="6237864" y="34379"/>
                  </a:lnTo>
                  <a:lnTo>
                    <a:pt x="6237959" y="34379"/>
                  </a:lnTo>
                  <a:lnTo>
                    <a:pt x="6238053" y="34379"/>
                  </a:lnTo>
                  <a:lnTo>
                    <a:pt x="6238147" y="34379"/>
                  </a:lnTo>
                  <a:lnTo>
                    <a:pt x="6238335" y="34379"/>
                  </a:lnTo>
                  <a:lnTo>
                    <a:pt x="6238429" y="34379"/>
                  </a:lnTo>
                  <a:lnTo>
                    <a:pt x="6238524" y="34379"/>
                  </a:lnTo>
                  <a:lnTo>
                    <a:pt x="6238712" y="34379"/>
                  </a:lnTo>
                  <a:lnTo>
                    <a:pt x="6238900" y="34379"/>
                  </a:lnTo>
                  <a:lnTo>
                    <a:pt x="6238994" y="34379"/>
                  </a:lnTo>
                  <a:lnTo>
                    <a:pt x="6239088" y="34379"/>
                  </a:lnTo>
                  <a:lnTo>
                    <a:pt x="6239371" y="34379"/>
                  </a:lnTo>
                  <a:lnTo>
                    <a:pt x="6239465" y="34379"/>
                  </a:lnTo>
                  <a:lnTo>
                    <a:pt x="6239559" y="34379"/>
                  </a:lnTo>
                  <a:lnTo>
                    <a:pt x="6239653" y="34379"/>
                  </a:lnTo>
                  <a:lnTo>
                    <a:pt x="6239748" y="34379"/>
                  </a:lnTo>
                  <a:lnTo>
                    <a:pt x="6239842" y="34379"/>
                  </a:lnTo>
                  <a:lnTo>
                    <a:pt x="6239936" y="34379"/>
                  </a:lnTo>
                  <a:lnTo>
                    <a:pt x="6240030" y="34379"/>
                  </a:lnTo>
                  <a:lnTo>
                    <a:pt x="6240124" y="34379"/>
                  </a:lnTo>
                  <a:lnTo>
                    <a:pt x="6240218" y="34379"/>
                  </a:lnTo>
                  <a:lnTo>
                    <a:pt x="6240407" y="34379"/>
                  </a:lnTo>
                  <a:lnTo>
                    <a:pt x="6240689" y="34379"/>
                  </a:lnTo>
                  <a:lnTo>
                    <a:pt x="6240783" y="34379"/>
                  </a:lnTo>
                  <a:lnTo>
                    <a:pt x="6241066" y="34379"/>
                  </a:lnTo>
                  <a:lnTo>
                    <a:pt x="6241160" y="34379"/>
                  </a:lnTo>
                  <a:lnTo>
                    <a:pt x="6241254" y="34379"/>
                  </a:lnTo>
                  <a:lnTo>
                    <a:pt x="6241348" y="34379"/>
                  </a:lnTo>
                  <a:lnTo>
                    <a:pt x="6241442" y="34379"/>
                  </a:lnTo>
                  <a:lnTo>
                    <a:pt x="6241536" y="34379"/>
                  </a:lnTo>
                  <a:lnTo>
                    <a:pt x="6241631" y="34379"/>
                  </a:lnTo>
                  <a:lnTo>
                    <a:pt x="6241819" y="34379"/>
                  </a:lnTo>
                  <a:lnTo>
                    <a:pt x="6242101" y="34379"/>
                  </a:lnTo>
                  <a:lnTo>
                    <a:pt x="6242195" y="34379"/>
                  </a:lnTo>
                  <a:lnTo>
                    <a:pt x="6242384" y="34379"/>
                  </a:lnTo>
                  <a:lnTo>
                    <a:pt x="6242478" y="34379"/>
                  </a:lnTo>
                  <a:lnTo>
                    <a:pt x="6242666" y="34379"/>
                  </a:lnTo>
                  <a:lnTo>
                    <a:pt x="6243043" y="34379"/>
                  </a:lnTo>
                  <a:lnTo>
                    <a:pt x="6243137" y="34379"/>
                  </a:lnTo>
                  <a:lnTo>
                    <a:pt x="6243231" y="34379"/>
                  </a:lnTo>
                  <a:lnTo>
                    <a:pt x="6243419" y="34379"/>
                  </a:lnTo>
                  <a:lnTo>
                    <a:pt x="6243514" y="34379"/>
                  </a:lnTo>
                  <a:lnTo>
                    <a:pt x="6243608" y="34379"/>
                  </a:lnTo>
                  <a:lnTo>
                    <a:pt x="6243702" y="34379"/>
                  </a:lnTo>
                  <a:lnTo>
                    <a:pt x="6243796" y="34379"/>
                  </a:lnTo>
                  <a:lnTo>
                    <a:pt x="6243984" y="34379"/>
                  </a:lnTo>
                  <a:lnTo>
                    <a:pt x="6244173" y="34379"/>
                  </a:lnTo>
                  <a:lnTo>
                    <a:pt x="6244267" y="34379"/>
                  </a:lnTo>
                  <a:lnTo>
                    <a:pt x="6244549" y="34379"/>
                  </a:lnTo>
                  <a:lnTo>
                    <a:pt x="6244643" y="34379"/>
                  </a:lnTo>
                  <a:lnTo>
                    <a:pt x="6244738" y="34379"/>
                  </a:lnTo>
                  <a:lnTo>
                    <a:pt x="6244832" y="34379"/>
                  </a:lnTo>
                  <a:lnTo>
                    <a:pt x="6244926" y="34379"/>
                  </a:lnTo>
                  <a:lnTo>
                    <a:pt x="6245020" y="34379"/>
                  </a:lnTo>
                  <a:lnTo>
                    <a:pt x="6245114" y="34379"/>
                  </a:lnTo>
                  <a:lnTo>
                    <a:pt x="6245303" y="34379"/>
                  </a:lnTo>
                  <a:lnTo>
                    <a:pt x="6245679" y="34379"/>
                  </a:lnTo>
                  <a:lnTo>
                    <a:pt x="6245773" y="34379"/>
                  </a:lnTo>
                  <a:lnTo>
                    <a:pt x="6245962" y="34379"/>
                  </a:lnTo>
                  <a:lnTo>
                    <a:pt x="6246056" y="34379"/>
                  </a:lnTo>
                  <a:lnTo>
                    <a:pt x="6246244" y="34379"/>
                  </a:lnTo>
                  <a:lnTo>
                    <a:pt x="6246338" y="34379"/>
                  </a:lnTo>
                  <a:lnTo>
                    <a:pt x="6246526" y="34379"/>
                  </a:lnTo>
                  <a:lnTo>
                    <a:pt x="6246621" y="34379"/>
                  </a:lnTo>
                  <a:lnTo>
                    <a:pt x="6246715" y="34379"/>
                  </a:lnTo>
                  <a:lnTo>
                    <a:pt x="6246997" y="34379"/>
                  </a:lnTo>
                  <a:lnTo>
                    <a:pt x="6247091" y="34379"/>
                  </a:lnTo>
                  <a:lnTo>
                    <a:pt x="6247186" y="34379"/>
                  </a:lnTo>
                  <a:lnTo>
                    <a:pt x="6247280" y="34379"/>
                  </a:lnTo>
                  <a:lnTo>
                    <a:pt x="6247468" y="34379"/>
                  </a:lnTo>
                  <a:lnTo>
                    <a:pt x="6247656" y="34379"/>
                  </a:lnTo>
                  <a:lnTo>
                    <a:pt x="6247845" y="34379"/>
                  </a:lnTo>
                  <a:lnTo>
                    <a:pt x="6248033" y="34379"/>
                  </a:lnTo>
                  <a:lnTo>
                    <a:pt x="6248127" y="34379"/>
                  </a:lnTo>
                  <a:lnTo>
                    <a:pt x="6248221" y="34379"/>
                  </a:lnTo>
                  <a:lnTo>
                    <a:pt x="6248410" y="34379"/>
                  </a:lnTo>
                  <a:lnTo>
                    <a:pt x="6248786" y="34379"/>
                  </a:lnTo>
                  <a:lnTo>
                    <a:pt x="6248880" y="34379"/>
                  </a:lnTo>
                  <a:lnTo>
                    <a:pt x="6248974" y="34379"/>
                  </a:lnTo>
                  <a:lnTo>
                    <a:pt x="6249069" y="34379"/>
                  </a:lnTo>
                  <a:lnTo>
                    <a:pt x="6249257" y="34379"/>
                  </a:lnTo>
                  <a:lnTo>
                    <a:pt x="6249351" y="34379"/>
                  </a:lnTo>
                  <a:lnTo>
                    <a:pt x="6249445" y="34379"/>
                  </a:lnTo>
                  <a:lnTo>
                    <a:pt x="6249539" y="34379"/>
                  </a:lnTo>
                  <a:lnTo>
                    <a:pt x="6249634" y="34379"/>
                  </a:lnTo>
                  <a:lnTo>
                    <a:pt x="6249728" y="34379"/>
                  </a:lnTo>
                  <a:lnTo>
                    <a:pt x="6249822" y="34379"/>
                  </a:lnTo>
                  <a:lnTo>
                    <a:pt x="6249916" y="34379"/>
                  </a:lnTo>
                  <a:lnTo>
                    <a:pt x="6250010" y="34379"/>
                  </a:lnTo>
                  <a:lnTo>
                    <a:pt x="6250481" y="34379"/>
                  </a:lnTo>
                  <a:lnTo>
                    <a:pt x="6250575" y="34379"/>
                  </a:lnTo>
                  <a:lnTo>
                    <a:pt x="6250669" y="34379"/>
                  </a:lnTo>
                  <a:lnTo>
                    <a:pt x="6250763" y="34379"/>
                  </a:lnTo>
                  <a:lnTo>
                    <a:pt x="6250857" y="34379"/>
                  </a:lnTo>
                  <a:lnTo>
                    <a:pt x="6251046" y="34379"/>
                  </a:lnTo>
                  <a:lnTo>
                    <a:pt x="6251234" y="34379"/>
                  </a:lnTo>
                  <a:lnTo>
                    <a:pt x="6251328" y="34379"/>
                  </a:lnTo>
                  <a:lnTo>
                    <a:pt x="6251422" y="34379"/>
                  </a:lnTo>
                  <a:lnTo>
                    <a:pt x="6251611" y="34379"/>
                  </a:lnTo>
                  <a:lnTo>
                    <a:pt x="6251705" y="34379"/>
                  </a:lnTo>
                  <a:lnTo>
                    <a:pt x="6251799" y="34379"/>
                  </a:lnTo>
                  <a:lnTo>
                    <a:pt x="6251893" y="34379"/>
                  </a:lnTo>
                  <a:lnTo>
                    <a:pt x="6252364" y="34379"/>
                  </a:lnTo>
                  <a:lnTo>
                    <a:pt x="6252646" y="34379"/>
                  </a:lnTo>
                  <a:lnTo>
                    <a:pt x="6252741" y="34379"/>
                  </a:lnTo>
                  <a:lnTo>
                    <a:pt x="6252835" y="34379"/>
                  </a:lnTo>
                  <a:lnTo>
                    <a:pt x="6252929" y="34379"/>
                  </a:lnTo>
                  <a:lnTo>
                    <a:pt x="6253023" y="34379"/>
                  </a:lnTo>
                  <a:lnTo>
                    <a:pt x="6253117" y="34379"/>
                  </a:lnTo>
                  <a:lnTo>
                    <a:pt x="6253211" y="34379"/>
                  </a:lnTo>
                  <a:lnTo>
                    <a:pt x="6253494" y="34379"/>
                  </a:lnTo>
                  <a:lnTo>
                    <a:pt x="6253588" y="34379"/>
                  </a:lnTo>
                  <a:lnTo>
                    <a:pt x="6253682" y="34379"/>
                  </a:lnTo>
                  <a:lnTo>
                    <a:pt x="6253776" y="34379"/>
                  </a:lnTo>
                  <a:lnTo>
                    <a:pt x="6253870" y="34379"/>
                  </a:lnTo>
                  <a:lnTo>
                    <a:pt x="6253965" y="34379"/>
                  </a:lnTo>
                  <a:lnTo>
                    <a:pt x="6254059" y="34379"/>
                  </a:lnTo>
                  <a:lnTo>
                    <a:pt x="6254153" y="34379"/>
                  </a:lnTo>
                  <a:lnTo>
                    <a:pt x="6254247" y="34379"/>
                  </a:lnTo>
                  <a:lnTo>
                    <a:pt x="6254341" y="34379"/>
                  </a:lnTo>
                  <a:lnTo>
                    <a:pt x="6254529" y="34379"/>
                  </a:lnTo>
                  <a:lnTo>
                    <a:pt x="6254624" y="34379"/>
                  </a:lnTo>
                  <a:lnTo>
                    <a:pt x="6254718" y="34379"/>
                  </a:lnTo>
                  <a:lnTo>
                    <a:pt x="6254812" y="34379"/>
                  </a:lnTo>
                  <a:lnTo>
                    <a:pt x="6255000" y="34379"/>
                  </a:lnTo>
                  <a:lnTo>
                    <a:pt x="6255094" y="34379"/>
                  </a:lnTo>
                  <a:lnTo>
                    <a:pt x="6255283" y="34379"/>
                  </a:lnTo>
                  <a:lnTo>
                    <a:pt x="6255471" y="34379"/>
                  </a:lnTo>
                  <a:lnTo>
                    <a:pt x="6255659" y="34379"/>
                  </a:lnTo>
                  <a:lnTo>
                    <a:pt x="6256130" y="34379"/>
                  </a:lnTo>
                  <a:lnTo>
                    <a:pt x="6256224" y="34379"/>
                  </a:lnTo>
                  <a:lnTo>
                    <a:pt x="6256318" y="34379"/>
                  </a:lnTo>
                  <a:lnTo>
                    <a:pt x="6256412" y="34379"/>
                  </a:lnTo>
                  <a:lnTo>
                    <a:pt x="6256507" y="34379"/>
                  </a:lnTo>
                  <a:lnTo>
                    <a:pt x="6256695" y="34379"/>
                  </a:lnTo>
                  <a:lnTo>
                    <a:pt x="6256977" y="34379"/>
                  </a:lnTo>
                  <a:lnTo>
                    <a:pt x="6257072" y="34379"/>
                  </a:lnTo>
                  <a:lnTo>
                    <a:pt x="6257166" y="34379"/>
                  </a:lnTo>
                  <a:lnTo>
                    <a:pt x="6257260" y="34379"/>
                  </a:lnTo>
                  <a:lnTo>
                    <a:pt x="6257354" y="34379"/>
                  </a:lnTo>
                  <a:lnTo>
                    <a:pt x="6257448" y="34379"/>
                  </a:lnTo>
                  <a:lnTo>
                    <a:pt x="6257542" y="34379"/>
                  </a:lnTo>
                  <a:lnTo>
                    <a:pt x="6257542" y="29468"/>
                  </a:lnTo>
                  <a:lnTo>
                    <a:pt x="6257636" y="29468"/>
                  </a:lnTo>
                  <a:lnTo>
                    <a:pt x="6257731" y="29468"/>
                  </a:lnTo>
                  <a:lnTo>
                    <a:pt x="6257919" y="29468"/>
                  </a:lnTo>
                  <a:lnTo>
                    <a:pt x="6258013" y="29468"/>
                  </a:lnTo>
                  <a:lnTo>
                    <a:pt x="6258107" y="29468"/>
                  </a:lnTo>
                  <a:lnTo>
                    <a:pt x="6258201" y="29468"/>
                  </a:lnTo>
                  <a:lnTo>
                    <a:pt x="6258296" y="29468"/>
                  </a:lnTo>
                  <a:lnTo>
                    <a:pt x="6258484" y="29468"/>
                  </a:lnTo>
                  <a:lnTo>
                    <a:pt x="6258578" y="29468"/>
                  </a:lnTo>
                  <a:lnTo>
                    <a:pt x="6258672" y="29468"/>
                  </a:lnTo>
                  <a:lnTo>
                    <a:pt x="6258955" y="29468"/>
                  </a:lnTo>
                  <a:lnTo>
                    <a:pt x="6259049" y="29468"/>
                  </a:lnTo>
                  <a:lnTo>
                    <a:pt x="6259237" y="29468"/>
                  </a:lnTo>
                  <a:lnTo>
                    <a:pt x="6259331" y="29468"/>
                  </a:lnTo>
                  <a:lnTo>
                    <a:pt x="6259425" y="29468"/>
                  </a:lnTo>
                  <a:lnTo>
                    <a:pt x="6259519" y="29468"/>
                  </a:lnTo>
                  <a:lnTo>
                    <a:pt x="6259614" y="29468"/>
                  </a:lnTo>
                  <a:lnTo>
                    <a:pt x="6259708" y="29468"/>
                  </a:lnTo>
                  <a:lnTo>
                    <a:pt x="6259802" y="29468"/>
                  </a:lnTo>
                  <a:lnTo>
                    <a:pt x="6259990" y="29468"/>
                  </a:lnTo>
                  <a:lnTo>
                    <a:pt x="6260084" y="29468"/>
                  </a:lnTo>
                  <a:lnTo>
                    <a:pt x="6260179" y="29468"/>
                  </a:lnTo>
                  <a:lnTo>
                    <a:pt x="6260273" y="29468"/>
                  </a:lnTo>
                  <a:lnTo>
                    <a:pt x="6260367" y="29468"/>
                  </a:lnTo>
                  <a:lnTo>
                    <a:pt x="6260555" y="29468"/>
                  </a:lnTo>
                  <a:lnTo>
                    <a:pt x="6260649" y="29468"/>
                  </a:lnTo>
                  <a:lnTo>
                    <a:pt x="6260838" y="29468"/>
                  </a:lnTo>
                  <a:lnTo>
                    <a:pt x="6260932" y="29468"/>
                  </a:lnTo>
                  <a:lnTo>
                    <a:pt x="6261026" y="29468"/>
                  </a:lnTo>
                  <a:lnTo>
                    <a:pt x="6261120" y="29468"/>
                  </a:lnTo>
                  <a:lnTo>
                    <a:pt x="6261308" y="29468"/>
                  </a:lnTo>
                  <a:lnTo>
                    <a:pt x="6261403" y="29468"/>
                  </a:lnTo>
                  <a:lnTo>
                    <a:pt x="6261497" y="29468"/>
                  </a:lnTo>
                  <a:lnTo>
                    <a:pt x="6261591" y="29468"/>
                  </a:lnTo>
                  <a:lnTo>
                    <a:pt x="6261779" y="29468"/>
                  </a:lnTo>
                  <a:lnTo>
                    <a:pt x="6261967" y="29468"/>
                  </a:lnTo>
                  <a:lnTo>
                    <a:pt x="6262062" y="29468"/>
                  </a:lnTo>
                  <a:lnTo>
                    <a:pt x="6262156" y="29468"/>
                  </a:lnTo>
                  <a:lnTo>
                    <a:pt x="6262438" y="29468"/>
                  </a:lnTo>
                  <a:lnTo>
                    <a:pt x="6262532" y="29468"/>
                  </a:lnTo>
                  <a:lnTo>
                    <a:pt x="6262721" y="29468"/>
                  </a:lnTo>
                  <a:lnTo>
                    <a:pt x="6262815" y="29468"/>
                  </a:lnTo>
                  <a:lnTo>
                    <a:pt x="6262909" y="29468"/>
                  </a:lnTo>
                  <a:lnTo>
                    <a:pt x="6263003" y="29468"/>
                  </a:lnTo>
                  <a:lnTo>
                    <a:pt x="6263097" y="29468"/>
                  </a:lnTo>
                  <a:lnTo>
                    <a:pt x="6263191" y="29468"/>
                  </a:lnTo>
                  <a:lnTo>
                    <a:pt x="6263286" y="29468"/>
                  </a:lnTo>
                  <a:lnTo>
                    <a:pt x="6263474" y="29468"/>
                  </a:lnTo>
                  <a:lnTo>
                    <a:pt x="6263662" y="29468"/>
                  </a:lnTo>
                  <a:lnTo>
                    <a:pt x="6263756" y="29468"/>
                  </a:lnTo>
                  <a:lnTo>
                    <a:pt x="6263850" y="29468"/>
                  </a:lnTo>
                  <a:lnTo>
                    <a:pt x="6263945" y="29468"/>
                  </a:lnTo>
                  <a:lnTo>
                    <a:pt x="6264133" y="29468"/>
                  </a:lnTo>
                  <a:lnTo>
                    <a:pt x="6264415" y="29468"/>
                  </a:lnTo>
                  <a:lnTo>
                    <a:pt x="6264604" y="29468"/>
                  </a:lnTo>
                  <a:lnTo>
                    <a:pt x="6264792" y="24556"/>
                  </a:lnTo>
                  <a:lnTo>
                    <a:pt x="6264886" y="24556"/>
                  </a:lnTo>
                  <a:lnTo>
                    <a:pt x="6265169" y="24556"/>
                  </a:lnTo>
                  <a:lnTo>
                    <a:pt x="6265263" y="24556"/>
                  </a:lnTo>
                  <a:lnTo>
                    <a:pt x="6265451" y="24556"/>
                  </a:lnTo>
                  <a:lnTo>
                    <a:pt x="6265639" y="24556"/>
                  </a:lnTo>
                  <a:lnTo>
                    <a:pt x="6265734" y="24556"/>
                  </a:lnTo>
                  <a:lnTo>
                    <a:pt x="6265922" y="24556"/>
                  </a:lnTo>
                  <a:lnTo>
                    <a:pt x="6266110" y="24556"/>
                  </a:lnTo>
                  <a:lnTo>
                    <a:pt x="6266204" y="24556"/>
                  </a:lnTo>
                  <a:lnTo>
                    <a:pt x="6266393" y="24556"/>
                  </a:lnTo>
                  <a:lnTo>
                    <a:pt x="6266487" y="24556"/>
                  </a:lnTo>
                  <a:lnTo>
                    <a:pt x="6266581" y="24556"/>
                  </a:lnTo>
                  <a:lnTo>
                    <a:pt x="6266675" y="24556"/>
                  </a:lnTo>
                  <a:lnTo>
                    <a:pt x="6266769" y="24556"/>
                  </a:lnTo>
                  <a:lnTo>
                    <a:pt x="6266863" y="24556"/>
                  </a:lnTo>
                  <a:lnTo>
                    <a:pt x="6267052" y="24556"/>
                  </a:lnTo>
                  <a:lnTo>
                    <a:pt x="6267146" y="24556"/>
                  </a:lnTo>
                  <a:lnTo>
                    <a:pt x="6267240" y="24556"/>
                  </a:lnTo>
                  <a:lnTo>
                    <a:pt x="6267334" y="24556"/>
                  </a:lnTo>
                  <a:lnTo>
                    <a:pt x="6267617" y="19645"/>
                  </a:lnTo>
                  <a:lnTo>
                    <a:pt x="6267711" y="19645"/>
                  </a:lnTo>
                  <a:lnTo>
                    <a:pt x="6267805" y="19645"/>
                  </a:lnTo>
                  <a:lnTo>
                    <a:pt x="6267899" y="19645"/>
                  </a:lnTo>
                  <a:lnTo>
                    <a:pt x="6267993" y="19645"/>
                  </a:lnTo>
                  <a:lnTo>
                    <a:pt x="6268370" y="19645"/>
                  </a:lnTo>
                  <a:lnTo>
                    <a:pt x="6268464" y="19645"/>
                  </a:lnTo>
                  <a:lnTo>
                    <a:pt x="6268558" y="19645"/>
                  </a:lnTo>
                  <a:lnTo>
                    <a:pt x="6268652" y="19645"/>
                  </a:lnTo>
                  <a:lnTo>
                    <a:pt x="6268746" y="19645"/>
                  </a:lnTo>
                  <a:lnTo>
                    <a:pt x="6268841" y="19645"/>
                  </a:lnTo>
                  <a:lnTo>
                    <a:pt x="6268935" y="19645"/>
                  </a:lnTo>
                  <a:lnTo>
                    <a:pt x="6269029" y="19645"/>
                  </a:lnTo>
                  <a:lnTo>
                    <a:pt x="6269123" y="19645"/>
                  </a:lnTo>
                  <a:lnTo>
                    <a:pt x="6269217" y="19645"/>
                  </a:lnTo>
                  <a:lnTo>
                    <a:pt x="6269311" y="19645"/>
                  </a:lnTo>
                  <a:lnTo>
                    <a:pt x="6269405" y="19645"/>
                  </a:lnTo>
                  <a:lnTo>
                    <a:pt x="6269500" y="19645"/>
                  </a:lnTo>
                  <a:lnTo>
                    <a:pt x="6269688" y="19645"/>
                  </a:lnTo>
                  <a:lnTo>
                    <a:pt x="6269782" y="19645"/>
                  </a:lnTo>
                  <a:lnTo>
                    <a:pt x="6269970" y="19645"/>
                  </a:lnTo>
                  <a:lnTo>
                    <a:pt x="6270065" y="19645"/>
                  </a:lnTo>
                  <a:lnTo>
                    <a:pt x="6270159" y="19645"/>
                  </a:lnTo>
                  <a:lnTo>
                    <a:pt x="6270347" y="19645"/>
                  </a:lnTo>
                  <a:lnTo>
                    <a:pt x="6270535" y="19645"/>
                  </a:lnTo>
                  <a:lnTo>
                    <a:pt x="6270724" y="19645"/>
                  </a:lnTo>
                  <a:lnTo>
                    <a:pt x="6270912" y="19645"/>
                  </a:lnTo>
                  <a:lnTo>
                    <a:pt x="6271100" y="19645"/>
                  </a:lnTo>
                  <a:lnTo>
                    <a:pt x="6271383" y="19645"/>
                  </a:lnTo>
                  <a:lnTo>
                    <a:pt x="6271477" y="19645"/>
                  </a:lnTo>
                  <a:lnTo>
                    <a:pt x="6271571" y="19645"/>
                  </a:lnTo>
                  <a:lnTo>
                    <a:pt x="6271665" y="19645"/>
                  </a:lnTo>
                  <a:lnTo>
                    <a:pt x="6271759" y="19645"/>
                  </a:lnTo>
                  <a:lnTo>
                    <a:pt x="6273642" y="19645"/>
                  </a:lnTo>
                  <a:lnTo>
                    <a:pt x="6273736" y="19645"/>
                  </a:lnTo>
                  <a:lnTo>
                    <a:pt x="6273831" y="19645"/>
                  </a:lnTo>
                  <a:lnTo>
                    <a:pt x="6273925" y="19645"/>
                  </a:lnTo>
                  <a:lnTo>
                    <a:pt x="6274019" y="19645"/>
                  </a:lnTo>
                  <a:lnTo>
                    <a:pt x="6274113" y="19645"/>
                  </a:lnTo>
                  <a:lnTo>
                    <a:pt x="6274396" y="19645"/>
                  </a:lnTo>
                  <a:lnTo>
                    <a:pt x="6274490" y="19645"/>
                  </a:lnTo>
                  <a:lnTo>
                    <a:pt x="6274678" y="19645"/>
                  </a:lnTo>
                  <a:lnTo>
                    <a:pt x="6274772" y="19645"/>
                  </a:lnTo>
                  <a:lnTo>
                    <a:pt x="6275055" y="19645"/>
                  </a:lnTo>
                  <a:lnTo>
                    <a:pt x="6275149" y="19645"/>
                  </a:lnTo>
                  <a:lnTo>
                    <a:pt x="6275431" y="19645"/>
                  </a:lnTo>
                  <a:lnTo>
                    <a:pt x="6275525" y="19645"/>
                  </a:lnTo>
                  <a:lnTo>
                    <a:pt x="6275620" y="19645"/>
                  </a:lnTo>
                  <a:lnTo>
                    <a:pt x="6275714" y="19645"/>
                  </a:lnTo>
                  <a:lnTo>
                    <a:pt x="6275808" y="19645"/>
                  </a:lnTo>
                  <a:lnTo>
                    <a:pt x="6275902" y="19645"/>
                  </a:lnTo>
                  <a:lnTo>
                    <a:pt x="6275996" y="19645"/>
                  </a:lnTo>
                  <a:lnTo>
                    <a:pt x="6276090" y="19645"/>
                  </a:lnTo>
                  <a:lnTo>
                    <a:pt x="6276184" y="19645"/>
                  </a:lnTo>
                  <a:lnTo>
                    <a:pt x="6276279" y="19645"/>
                  </a:lnTo>
                  <a:lnTo>
                    <a:pt x="6276373" y="19645"/>
                  </a:lnTo>
                  <a:lnTo>
                    <a:pt x="6276467" y="19645"/>
                  </a:lnTo>
                  <a:lnTo>
                    <a:pt x="6276655" y="19645"/>
                  </a:lnTo>
                  <a:lnTo>
                    <a:pt x="6276843" y="19645"/>
                  </a:lnTo>
                  <a:lnTo>
                    <a:pt x="6276938" y="19645"/>
                  </a:lnTo>
                  <a:lnTo>
                    <a:pt x="6277126" y="19645"/>
                  </a:lnTo>
                  <a:lnTo>
                    <a:pt x="6277220" y="19645"/>
                  </a:lnTo>
                  <a:lnTo>
                    <a:pt x="6277314" y="19645"/>
                  </a:lnTo>
                  <a:lnTo>
                    <a:pt x="6277408" y="19645"/>
                  </a:lnTo>
                  <a:lnTo>
                    <a:pt x="6277503" y="19645"/>
                  </a:lnTo>
                  <a:lnTo>
                    <a:pt x="6277597" y="19645"/>
                  </a:lnTo>
                  <a:lnTo>
                    <a:pt x="6277785" y="19645"/>
                  </a:lnTo>
                  <a:lnTo>
                    <a:pt x="6278067" y="19645"/>
                  </a:lnTo>
                  <a:lnTo>
                    <a:pt x="6278162" y="19645"/>
                  </a:lnTo>
                  <a:lnTo>
                    <a:pt x="6278256" y="19645"/>
                  </a:lnTo>
                  <a:lnTo>
                    <a:pt x="6278350" y="19645"/>
                  </a:lnTo>
                  <a:lnTo>
                    <a:pt x="6278444" y="19645"/>
                  </a:lnTo>
                  <a:lnTo>
                    <a:pt x="6278538" y="19645"/>
                  </a:lnTo>
                  <a:lnTo>
                    <a:pt x="6278632" y="19645"/>
                  </a:lnTo>
                  <a:lnTo>
                    <a:pt x="6278727" y="19645"/>
                  </a:lnTo>
                  <a:lnTo>
                    <a:pt x="6278821" y="19645"/>
                  </a:lnTo>
                  <a:lnTo>
                    <a:pt x="6278915" y="19645"/>
                  </a:lnTo>
                  <a:lnTo>
                    <a:pt x="6279009" y="19645"/>
                  </a:lnTo>
                  <a:lnTo>
                    <a:pt x="6279197" y="19645"/>
                  </a:lnTo>
                  <a:lnTo>
                    <a:pt x="6279291" y="19645"/>
                  </a:lnTo>
                  <a:lnTo>
                    <a:pt x="6279386" y="19645"/>
                  </a:lnTo>
                  <a:lnTo>
                    <a:pt x="6279480" y="19645"/>
                  </a:lnTo>
                  <a:lnTo>
                    <a:pt x="6279668" y="19645"/>
                  </a:lnTo>
                  <a:lnTo>
                    <a:pt x="6279856" y="19645"/>
                  </a:lnTo>
                  <a:lnTo>
                    <a:pt x="6279951" y="19645"/>
                  </a:lnTo>
                  <a:lnTo>
                    <a:pt x="6280233" y="19645"/>
                  </a:lnTo>
                  <a:lnTo>
                    <a:pt x="6280327" y="19645"/>
                  </a:lnTo>
                  <a:lnTo>
                    <a:pt x="6280421" y="19645"/>
                  </a:lnTo>
                  <a:lnTo>
                    <a:pt x="6280610" y="19645"/>
                  </a:lnTo>
                  <a:lnTo>
                    <a:pt x="6280704" y="19645"/>
                  </a:lnTo>
                  <a:lnTo>
                    <a:pt x="6280798" y="19645"/>
                  </a:lnTo>
                  <a:lnTo>
                    <a:pt x="6280892" y="19645"/>
                  </a:lnTo>
                  <a:lnTo>
                    <a:pt x="6281080" y="19645"/>
                  </a:lnTo>
                  <a:lnTo>
                    <a:pt x="6281174" y="19645"/>
                  </a:lnTo>
                  <a:lnTo>
                    <a:pt x="6281269" y="19645"/>
                  </a:lnTo>
                  <a:lnTo>
                    <a:pt x="6281457" y="19645"/>
                  </a:lnTo>
                  <a:lnTo>
                    <a:pt x="6281645" y="19645"/>
                  </a:lnTo>
                  <a:lnTo>
                    <a:pt x="6281834" y="19645"/>
                  </a:lnTo>
                  <a:lnTo>
                    <a:pt x="6281928" y="19645"/>
                  </a:lnTo>
                  <a:lnTo>
                    <a:pt x="6282022" y="19645"/>
                  </a:lnTo>
                  <a:lnTo>
                    <a:pt x="6282116" y="19645"/>
                  </a:lnTo>
                  <a:lnTo>
                    <a:pt x="6282398" y="19645"/>
                  </a:lnTo>
                  <a:lnTo>
                    <a:pt x="6282493" y="19645"/>
                  </a:lnTo>
                  <a:lnTo>
                    <a:pt x="6282587" y="19645"/>
                  </a:lnTo>
                  <a:lnTo>
                    <a:pt x="6282681" y="19645"/>
                  </a:lnTo>
                  <a:lnTo>
                    <a:pt x="6282775" y="19645"/>
                  </a:lnTo>
                  <a:lnTo>
                    <a:pt x="6282869" y="19645"/>
                  </a:lnTo>
                  <a:lnTo>
                    <a:pt x="6282963" y="19645"/>
                  </a:lnTo>
                  <a:lnTo>
                    <a:pt x="6283058" y="19645"/>
                  </a:lnTo>
                  <a:lnTo>
                    <a:pt x="6283152" y="19645"/>
                  </a:lnTo>
                  <a:lnTo>
                    <a:pt x="6283246" y="19645"/>
                  </a:lnTo>
                  <a:lnTo>
                    <a:pt x="6283340" y="19645"/>
                  </a:lnTo>
                  <a:lnTo>
                    <a:pt x="6283528" y="19645"/>
                  </a:lnTo>
                  <a:lnTo>
                    <a:pt x="6283811" y="19645"/>
                  </a:lnTo>
                  <a:lnTo>
                    <a:pt x="6283905" y="19645"/>
                  </a:lnTo>
                  <a:lnTo>
                    <a:pt x="6283999" y="19645"/>
                  </a:lnTo>
                  <a:lnTo>
                    <a:pt x="6284093" y="19645"/>
                  </a:lnTo>
                  <a:lnTo>
                    <a:pt x="6284187" y="19645"/>
                  </a:lnTo>
                  <a:lnTo>
                    <a:pt x="6284282" y="19645"/>
                  </a:lnTo>
                  <a:lnTo>
                    <a:pt x="6284376" y="19645"/>
                  </a:lnTo>
                  <a:lnTo>
                    <a:pt x="6284564" y="19645"/>
                  </a:lnTo>
                  <a:lnTo>
                    <a:pt x="6284658" y="19645"/>
                  </a:lnTo>
                  <a:lnTo>
                    <a:pt x="6284752" y="19645"/>
                  </a:lnTo>
                  <a:lnTo>
                    <a:pt x="6284846" y="19645"/>
                  </a:lnTo>
                  <a:lnTo>
                    <a:pt x="6285035" y="19645"/>
                  </a:lnTo>
                  <a:lnTo>
                    <a:pt x="6285129" y="19645"/>
                  </a:lnTo>
                  <a:lnTo>
                    <a:pt x="6285317" y="19645"/>
                  </a:lnTo>
                  <a:lnTo>
                    <a:pt x="6285411" y="19645"/>
                  </a:lnTo>
                  <a:lnTo>
                    <a:pt x="6285600" y="19645"/>
                  </a:lnTo>
                  <a:lnTo>
                    <a:pt x="6285694" y="19645"/>
                  </a:lnTo>
                  <a:lnTo>
                    <a:pt x="6285788" y="19645"/>
                  </a:lnTo>
                  <a:lnTo>
                    <a:pt x="6285882" y="19645"/>
                  </a:lnTo>
                  <a:lnTo>
                    <a:pt x="6286070" y="19645"/>
                  </a:lnTo>
                  <a:lnTo>
                    <a:pt x="6286165" y="19645"/>
                  </a:lnTo>
                  <a:lnTo>
                    <a:pt x="6286259" y="19645"/>
                  </a:lnTo>
                  <a:lnTo>
                    <a:pt x="6286353" y="19645"/>
                  </a:lnTo>
                  <a:lnTo>
                    <a:pt x="6286541" y="19645"/>
                  </a:lnTo>
                  <a:lnTo>
                    <a:pt x="6286635" y="19645"/>
                  </a:lnTo>
                  <a:lnTo>
                    <a:pt x="6286729" y="19645"/>
                  </a:lnTo>
                  <a:lnTo>
                    <a:pt x="6286824" y="19645"/>
                  </a:lnTo>
                  <a:lnTo>
                    <a:pt x="6287012" y="19645"/>
                  </a:lnTo>
                  <a:lnTo>
                    <a:pt x="6287012" y="14734"/>
                  </a:lnTo>
                  <a:lnTo>
                    <a:pt x="6287106" y="14734"/>
                  </a:lnTo>
                  <a:lnTo>
                    <a:pt x="6287200" y="14734"/>
                  </a:lnTo>
                  <a:lnTo>
                    <a:pt x="6287389" y="14734"/>
                  </a:lnTo>
                  <a:lnTo>
                    <a:pt x="6287483" y="14734"/>
                  </a:lnTo>
                  <a:lnTo>
                    <a:pt x="6287577" y="14734"/>
                  </a:lnTo>
                  <a:lnTo>
                    <a:pt x="6287671" y="14734"/>
                  </a:lnTo>
                  <a:lnTo>
                    <a:pt x="6287765" y="14734"/>
                  </a:lnTo>
                  <a:lnTo>
                    <a:pt x="6287859" y="14734"/>
                  </a:lnTo>
                  <a:lnTo>
                    <a:pt x="6287953" y="14734"/>
                  </a:lnTo>
                  <a:lnTo>
                    <a:pt x="6288048" y="14734"/>
                  </a:lnTo>
                  <a:lnTo>
                    <a:pt x="6288142" y="14734"/>
                  </a:lnTo>
                  <a:lnTo>
                    <a:pt x="6288236" y="14734"/>
                  </a:lnTo>
                  <a:lnTo>
                    <a:pt x="6288330" y="14734"/>
                  </a:lnTo>
                  <a:lnTo>
                    <a:pt x="6288424" y="14734"/>
                  </a:lnTo>
                  <a:lnTo>
                    <a:pt x="6288518" y="14734"/>
                  </a:lnTo>
                  <a:lnTo>
                    <a:pt x="6288707" y="14734"/>
                  </a:lnTo>
                  <a:lnTo>
                    <a:pt x="6288801" y="14734"/>
                  </a:lnTo>
                  <a:lnTo>
                    <a:pt x="6288989" y="14734"/>
                  </a:lnTo>
                  <a:lnTo>
                    <a:pt x="6289083" y="14734"/>
                  </a:lnTo>
                  <a:lnTo>
                    <a:pt x="6289177" y="14734"/>
                  </a:lnTo>
                  <a:lnTo>
                    <a:pt x="6289272" y="14734"/>
                  </a:lnTo>
                  <a:lnTo>
                    <a:pt x="6289366" y="14734"/>
                  </a:lnTo>
                  <a:lnTo>
                    <a:pt x="6289460" y="14734"/>
                  </a:lnTo>
                  <a:lnTo>
                    <a:pt x="6289554" y="14734"/>
                  </a:lnTo>
                  <a:lnTo>
                    <a:pt x="6289836" y="14734"/>
                  </a:lnTo>
                  <a:lnTo>
                    <a:pt x="6290213" y="14734"/>
                  </a:lnTo>
                  <a:lnTo>
                    <a:pt x="6290307" y="14734"/>
                  </a:lnTo>
                  <a:lnTo>
                    <a:pt x="6290401" y="14734"/>
                  </a:lnTo>
                  <a:lnTo>
                    <a:pt x="6290496" y="14734"/>
                  </a:lnTo>
                  <a:lnTo>
                    <a:pt x="6290590" y="14734"/>
                  </a:lnTo>
                  <a:lnTo>
                    <a:pt x="6290684" y="14734"/>
                  </a:lnTo>
                  <a:lnTo>
                    <a:pt x="6290778" y="14734"/>
                  </a:lnTo>
                  <a:lnTo>
                    <a:pt x="6290966" y="14734"/>
                  </a:lnTo>
                  <a:lnTo>
                    <a:pt x="6291060" y="14734"/>
                  </a:lnTo>
                  <a:lnTo>
                    <a:pt x="6291249" y="14734"/>
                  </a:lnTo>
                  <a:lnTo>
                    <a:pt x="6291343" y="14734"/>
                  </a:lnTo>
                  <a:lnTo>
                    <a:pt x="6291437" y="14734"/>
                  </a:lnTo>
                  <a:lnTo>
                    <a:pt x="6291531" y="14734"/>
                  </a:lnTo>
                  <a:lnTo>
                    <a:pt x="6291625" y="14734"/>
                  </a:lnTo>
                  <a:lnTo>
                    <a:pt x="6291720" y="14734"/>
                  </a:lnTo>
                  <a:lnTo>
                    <a:pt x="6291720" y="9822"/>
                  </a:lnTo>
                  <a:lnTo>
                    <a:pt x="6291814" y="9822"/>
                  </a:lnTo>
                  <a:lnTo>
                    <a:pt x="6292096" y="9822"/>
                  </a:lnTo>
                  <a:lnTo>
                    <a:pt x="6292284" y="9822"/>
                  </a:lnTo>
                  <a:lnTo>
                    <a:pt x="6292473" y="9822"/>
                  </a:lnTo>
                  <a:lnTo>
                    <a:pt x="6292567" y="9822"/>
                  </a:lnTo>
                  <a:lnTo>
                    <a:pt x="6292661" y="9822"/>
                  </a:lnTo>
                  <a:lnTo>
                    <a:pt x="6292755" y="9822"/>
                  </a:lnTo>
                  <a:lnTo>
                    <a:pt x="6292849" y="9822"/>
                  </a:lnTo>
                  <a:lnTo>
                    <a:pt x="6292944" y="9822"/>
                  </a:lnTo>
                  <a:lnTo>
                    <a:pt x="6293226" y="9822"/>
                  </a:lnTo>
                  <a:lnTo>
                    <a:pt x="6293320" y="9822"/>
                  </a:lnTo>
                  <a:lnTo>
                    <a:pt x="6293414" y="9822"/>
                  </a:lnTo>
                  <a:lnTo>
                    <a:pt x="6293508" y="9822"/>
                  </a:lnTo>
                  <a:lnTo>
                    <a:pt x="6293697" y="9822"/>
                  </a:lnTo>
                  <a:lnTo>
                    <a:pt x="6293979" y="9822"/>
                  </a:lnTo>
                  <a:lnTo>
                    <a:pt x="6294073" y="9822"/>
                  </a:lnTo>
                  <a:lnTo>
                    <a:pt x="6294262" y="9822"/>
                  </a:lnTo>
                  <a:lnTo>
                    <a:pt x="6294356" y="9822"/>
                  </a:lnTo>
                  <a:lnTo>
                    <a:pt x="6294450" y="9822"/>
                  </a:lnTo>
                  <a:lnTo>
                    <a:pt x="6294638" y="9822"/>
                  </a:lnTo>
                  <a:lnTo>
                    <a:pt x="6294732" y="9822"/>
                  </a:lnTo>
                  <a:lnTo>
                    <a:pt x="6294827" y="9822"/>
                  </a:lnTo>
                  <a:lnTo>
                    <a:pt x="6294921" y="9822"/>
                  </a:lnTo>
                  <a:lnTo>
                    <a:pt x="6295109" y="9822"/>
                  </a:lnTo>
                  <a:lnTo>
                    <a:pt x="6295297" y="9822"/>
                  </a:lnTo>
                  <a:lnTo>
                    <a:pt x="6295486" y="9822"/>
                  </a:lnTo>
                  <a:lnTo>
                    <a:pt x="6295580" y="9822"/>
                  </a:lnTo>
                  <a:lnTo>
                    <a:pt x="6295674" y="9822"/>
                  </a:lnTo>
                  <a:lnTo>
                    <a:pt x="6295768" y="9822"/>
                  </a:lnTo>
                  <a:lnTo>
                    <a:pt x="6296333" y="9822"/>
                  </a:lnTo>
                  <a:lnTo>
                    <a:pt x="6296427" y="9822"/>
                  </a:lnTo>
                  <a:lnTo>
                    <a:pt x="6296521" y="9822"/>
                  </a:lnTo>
                  <a:lnTo>
                    <a:pt x="6296615" y="9822"/>
                  </a:lnTo>
                  <a:lnTo>
                    <a:pt x="6296804" y="9822"/>
                  </a:lnTo>
                  <a:lnTo>
                    <a:pt x="6296898" y="9822"/>
                  </a:lnTo>
                  <a:lnTo>
                    <a:pt x="6296992" y="9822"/>
                  </a:lnTo>
                  <a:lnTo>
                    <a:pt x="6297180" y="9822"/>
                  </a:lnTo>
                  <a:lnTo>
                    <a:pt x="6297275" y="9822"/>
                  </a:lnTo>
                  <a:lnTo>
                    <a:pt x="6297369" y="9822"/>
                  </a:lnTo>
                  <a:lnTo>
                    <a:pt x="6297557" y="9822"/>
                  </a:lnTo>
                  <a:lnTo>
                    <a:pt x="6297651" y="9822"/>
                  </a:lnTo>
                  <a:lnTo>
                    <a:pt x="6297745" y="9822"/>
                  </a:lnTo>
                  <a:lnTo>
                    <a:pt x="6297839" y="9822"/>
                  </a:lnTo>
                  <a:lnTo>
                    <a:pt x="6297934" y="9822"/>
                  </a:lnTo>
                  <a:lnTo>
                    <a:pt x="6298122" y="9822"/>
                  </a:lnTo>
                  <a:lnTo>
                    <a:pt x="6298216" y="9822"/>
                  </a:lnTo>
                  <a:lnTo>
                    <a:pt x="6298310" y="9822"/>
                  </a:lnTo>
                  <a:lnTo>
                    <a:pt x="6298404" y="9822"/>
                  </a:lnTo>
                  <a:lnTo>
                    <a:pt x="6298593" y="9822"/>
                  </a:lnTo>
                  <a:lnTo>
                    <a:pt x="6298687" y="9822"/>
                  </a:lnTo>
                  <a:lnTo>
                    <a:pt x="6298781" y="9822"/>
                  </a:lnTo>
                  <a:lnTo>
                    <a:pt x="6298875" y="9822"/>
                  </a:lnTo>
                  <a:lnTo>
                    <a:pt x="6299063" y="9822"/>
                  </a:lnTo>
                  <a:lnTo>
                    <a:pt x="6299158" y="9822"/>
                  </a:lnTo>
                  <a:lnTo>
                    <a:pt x="6299534" y="9822"/>
                  </a:lnTo>
                  <a:lnTo>
                    <a:pt x="6299628" y="9822"/>
                  </a:lnTo>
                  <a:lnTo>
                    <a:pt x="6299722" y="9822"/>
                  </a:lnTo>
                  <a:lnTo>
                    <a:pt x="6300099" y="9822"/>
                  </a:lnTo>
                  <a:lnTo>
                    <a:pt x="6300193" y="9822"/>
                  </a:lnTo>
                  <a:lnTo>
                    <a:pt x="6300287" y="9822"/>
                  </a:lnTo>
                  <a:lnTo>
                    <a:pt x="6300382" y="9822"/>
                  </a:lnTo>
                  <a:lnTo>
                    <a:pt x="6300476" y="9822"/>
                  </a:lnTo>
                  <a:lnTo>
                    <a:pt x="6300570" y="9822"/>
                  </a:lnTo>
                  <a:lnTo>
                    <a:pt x="6300664" y="9822"/>
                  </a:lnTo>
                  <a:lnTo>
                    <a:pt x="6300758" y="9822"/>
                  </a:lnTo>
                  <a:lnTo>
                    <a:pt x="6300852" y="9822"/>
                  </a:lnTo>
                  <a:lnTo>
                    <a:pt x="6300946" y="9822"/>
                  </a:lnTo>
                  <a:lnTo>
                    <a:pt x="6301041" y="9822"/>
                  </a:lnTo>
                  <a:lnTo>
                    <a:pt x="6301229" y="9822"/>
                  </a:lnTo>
                  <a:lnTo>
                    <a:pt x="6301323" y="9822"/>
                  </a:lnTo>
                  <a:lnTo>
                    <a:pt x="6301511" y="9822"/>
                  </a:lnTo>
                  <a:lnTo>
                    <a:pt x="6301606" y="9822"/>
                  </a:lnTo>
                  <a:lnTo>
                    <a:pt x="6301794" y="9822"/>
                  </a:lnTo>
                  <a:lnTo>
                    <a:pt x="6301888" y="9822"/>
                  </a:lnTo>
                  <a:lnTo>
                    <a:pt x="6301982" y="9822"/>
                  </a:lnTo>
                  <a:lnTo>
                    <a:pt x="6302076" y="9822"/>
                  </a:lnTo>
                  <a:lnTo>
                    <a:pt x="6302170" y="9822"/>
                  </a:lnTo>
                  <a:lnTo>
                    <a:pt x="6302265" y="9822"/>
                  </a:lnTo>
                  <a:lnTo>
                    <a:pt x="6302359" y="9822"/>
                  </a:lnTo>
                  <a:lnTo>
                    <a:pt x="6302453" y="9822"/>
                  </a:lnTo>
                  <a:lnTo>
                    <a:pt x="6302547" y="9822"/>
                  </a:lnTo>
                  <a:lnTo>
                    <a:pt x="6302641" y="9822"/>
                  </a:lnTo>
                  <a:lnTo>
                    <a:pt x="6302735" y="9822"/>
                  </a:lnTo>
                  <a:lnTo>
                    <a:pt x="6302829" y="9822"/>
                  </a:lnTo>
                  <a:lnTo>
                    <a:pt x="6302924" y="9822"/>
                  </a:lnTo>
                  <a:lnTo>
                    <a:pt x="6303018" y="9822"/>
                  </a:lnTo>
                  <a:lnTo>
                    <a:pt x="6303112" y="9822"/>
                  </a:lnTo>
                  <a:lnTo>
                    <a:pt x="6303206" y="9822"/>
                  </a:lnTo>
                  <a:lnTo>
                    <a:pt x="6303300" y="9822"/>
                  </a:lnTo>
                  <a:lnTo>
                    <a:pt x="6303394" y="9822"/>
                  </a:lnTo>
                  <a:lnTo>
                    <a:pt x="6303489" y="9822"/>
                  </a:lnTo>
                  <a:lnTo>
                    <a:pt x="6303583" y="9822"/>
                  </a:lnTo>
                  <a:lnTo>
                    <a:pt x="6303677" y="9822"/>
                  </a:lnTo>
                  <a:lnTo>
                    <a:pt x="6303771" y="9822"/>
                  </a:lnTo>
                  <a:lnTo>
                    <a:pt x="6303865" y="9822"/>
                  </a:lnTo>
                  <a:lnTo>
                    <a:pt x="6303959" y="9822"/>
                  </a:lnTo>
                  <a:lnTo>
                    <a:pt x="6304053" y="9822"/>
                  </a:lnTo>
                  <a:lnTo>
                    <a:pt x="6304336" y="9822"/>
                  </a:lnTo>
                  <a:lnTo>
                    <a:pt x="6304430" y="9822"/>
                  </a:lnTo>
                  <a:lnTo>
                    <a:pt x="6304524" y="9822"/>
                  </a:lnTo>
                  <a:lnTo>
                    <a:pt x="6304618" y="9822"/>
                  </a:lnTo>
                  <a:lnTo>
                    <a:pt x="6304807" y="9822"/>
                  </a:lnTo>
                  <a:lnTo>
                    <a:pt x="6304995" y="9822"/>
                  </a:lnTo>
                  <a:lnTo>
                    <a:pt x="6305089" y="9822"/>
                  </a:lnTo>
                  <a:lnTo>
                    <a:pt x="6305277" y="9822"/>
                  </a:lnTo>
                  <a:lnTo>
                    <a:pt x="6305466" y="9822"/>
                  </a:lnTo>
                  <a:lnTo>
                    <a:pt x="6305560" y="9822"/>
                  </a:lnTo>
                  <a:lnTo>
                    <a:pt x="6305654" y="9822"/>
                  </a:lnTo>
                  <a:lnTo>
                    <a:pt x="6305748" y="9822"/>
                  </a:lnTo>
                  <a:lnTo>
                    <a:pt x="6305842" y="9822"/>
                  </a:lnTo>
                  <a:lnTo>
                    <a:pt x="6305937" y="9822"/>
                  </a:lnTo>
                  <a:lnTo>
                    <a:pt x="6306031" y="9822"/>
                  </a:lnTo>
                  <a:lnTo>
                    <a:pt x="6306125" y="9822"/>
                  </a:lnTo>
                  <a:lnTo>
                    <a:pt x="6306219" y="9822"/>
                  </a:lnTo>
                  <a:lnTo>
                    <a:pt x="6306407" y="9822"/>
                  </a:lnTo>
                  <a:lnTo>
                    <a:pt x="6306501" y="9822"/>
                  </a:lnTo>
                  <a:lnTo>
                    <a:pt x="6306690" y="9822"/>
                  </a:lnTo>
                  <a:lnTo>
                    <a:pt x="6306784" y="9822"/>
                  </a:lnTo>
                  <a:lnTo>
                    <a:pt x="6306878" y="9822"/>
                  </a:lnTo>
                  <a:lnTo>
                    <a:pt x="6306972" y="9822"/>
                  </a:lnTo>
                  <a:lnTo>
                    <a:pt x="6307066" y="9822"/>
                  </a:lnTo>
                  <a:lnTo>
                    <a:pt x="6307160" y="9822"/>
                  </a:lnTo>
                  <a:lnTo>
                    <a:pt x="6307349" y="9822"/>
                  </a:lnTo>
                  <a:lnTo>
                    <a:pt x="6307443" y="9822"/>
                  </a:lnTo>
                  <a:lnTo>
                    <a:pt x="6307725" y="9822"/>
                  </a:lnTo>
                  <a:lnTo>
                    <a:pt x="6308008" y="9822"/>
                  </a:lnTo>
                  <a:lnTo>
                    <a:pt x="6308102" y="9822"/>
                  </a:lnTo>
                  <a:lnTo>
                    <a:pt x="6308196" y="9822"/>
                  </a:lnTo>
                  <a:lnTo>
                    <a:pt x="6308384" y="9822"/>
                  </a:lnTo>
                  <a:lnTo>
                    <a:pt x="6308479" y="9822"/>
                  </a:lnTo>
                  <a:lnTo>
                    <a:pt x="6308573" y="9822"/>
                  </a:lnTo>
                  <a:lnTo>
                    <a:pt x="6308667" y="9822"/>
                  </a:lnTo>
                  <a:lnTo>
                    <a:pt x="6308761" y="9822"/>
                  </a:lnTo>
                  <a:lnTo>
                    <a:pt x="6308855" y="9822"/>
                  </a:lnTo>
                  <a:lnTo>
                    <a:pt x="6309044" y="9822"/>
                  </a:lnTo>
                  <a:lnTo>
                    <a:pt x="6309138" y="9822"/>
                  </a:lnTo>
                  <a:lnTo>
                    <a:pt x="6309232" y="9822"/>
                  </a:lnTo>
                  <a:lnTo>
                    <a:pt x="6309326" y="9822"/>
                  </a:lnTo>
                  <a:lnTo>
                    <a:pt x="6309420" y="9822"/>
                  </a:lnTo>
                  <a:lnTo>
                    <a:pt x="6309608" y="9822"/>
                  </a:lnTo>
                  <a:lnTo>
                    <a:pt x="6309703" y="9822"/>
                  </a:lnTo>
                  <a:lnTo>
                    <a:pt x="6309797" y="9822"/>
                  </a:lnTo>
                  <a:lnTo>
                    <a:pt x="6309891" y="9822"/>
                  </a:lnTo>
                  <a:lnTo>
                    <a:pt x="6309985" y="9822"/>
                  </a:lnTo>
                  <a:lnTo>
                    <a:pt x="6310079" y="9822"/>
                  </a:lnTo>
                  <a:lnTo>
                    <a:pt x="6310268" y="9822"/>
                  </a:lnTo>
                  <a:lnTo>
                    <a:pt x="6310362" y="9822"/>
                  </a:lnTo>
                  <a:lnTo>
                    <a:pt x="6310456" y="9822"/>
                  </a:lnTo>
                  <a:lnTo>
                    <a:pt x="6310550" y="9822"/>
                  </a:lnTo>
                  <a:lnTo>
                    <a:pt x="6310644" y="9822"/>
                  </a:lnTo>
                  <a:lnTo>
                    <a:pt x="6310832" y="9822"/>
                  </a:lnTo>
                  <a:lnTo>
                    <a:pt x="6310927" y="9822"/>
                  </a:lnTo>
                  <a:lnTo>
                    <a:pt x="6311021" y="9822"/>
                  </a:lnTo>
                  <a:lnTo>
                    <a:pt x="6311209" y="9822"/>
                  </a:lnTo>
                  <a:lnTo>
                    <a:pt x="6311397" y="9822"/>
                  </a:lnTo>
                  <a:lnTo>
                    <a:pt x="6311491" y="9822"/>
                  </a:lnTo>
                  <a:lnTo>
                    <a:pt x="6311586" y="9822"/>
                  </a:lnTo>
                  <a:lnTo>
                    <a:pt x="6311680" y="9822"/>
                  </a:lnTo>
                  <a:lnTo>
                    <a:pt x="6311774" y="9822"/>
                  </a:lnTo>
                  <a:lnTo>
                    <a:pt x="6311962" y="9822"/>
                  </a:lnTo>
                  <a:lnTo>
                    <a:pt x="6312056" y="9822"/>
                  </a:lnTo>
                  <a:lnTo>
                    <a:pt x="6312151" y="9822"/>
                  </a:lnTo>
                  <a:lnTo>
                    <a:pt x="6312339" y="9822"/>
                  </a:lnTo>
                  <a:lnTo>
                    <a:pt x="6312433" y="9822"/>
                  </a:lnTo>
                  <a:lnTo>
                    <a:pt x="6312527" y="9822"/>
                  </a:lnTo>
                  <a:lnTo>
                    <a:pt x="6312621" y="9822"/>
                  </a:lnTo>
                  <a:lnTo>
                    <a:pt x="6312715" y="9822"/>
                  </a:lnTo>
                  <a:lnTo>
                    <a:pt x="6312810" y="9822"/>
                  </a:lnTo>
                  <a:lnTo>
                    <a:pt x="6312998" y="9822"/>
                  </a:lnTo>
                  <a:lnTo>
                    <a:pt x="6313092" y="9822"/>
                  </a:lnTo>
                  <a:lnTo>
                    <a:pt x="6313186" y="9822"/>
                  </a:lnTo>
                  <a:lnTo>
                    <a:pt x="6313375" y="9822"/>
                  </a:lnTo>
                  <a:lnTo>
                    <a:pt x="6313469" y="9822"/>
                  </a:lnTo>
                  <a:lnTo>
                    <a:pt x="6313657" y="9822"/>
                  </a:lnTo>
                  <a:lnTo>
                    <a:pt x="6313751" y="9822"/>
                  </a:lnTo>
                  <a:lnTo>
                    <a:pt x="6313939" y="9822"/>
                  </a:lnTo>
                  <a:lnTo>
                    <a:pt x="6314034" y="9822"/>
                  </a:lnTo>
                  <a:lnTo>
                    <a:pt x="6314222" y="9822"/>
                  </a:lnTo>
                  <a:lnTo>
                    <a:pt x="6314316" y="9822"/>
                  </a:lnTo>
                  <a:lnTo>
                    <a:pt x="6314410" y="9822"/>
                  </a:lnTo>
                  <a:lnTo>
                    <a:pt x="6314504" y="9822"/>
                  </a:lnTo>
                  <a:lnTo>
                    <a:pt x="6314693" y="9822"/>
                  </a:lnTo>
                  <a:lnTo>
                    <a:pt x="6314787" y="9822"/>
                  </a:lnTo>
                  <a:lnTo>
                    <a:pt x="6314881" y="9822"/>
                  </a:lnTo>
                  <a:lnTo>
                    <a:pt x="6314975" y="9822"/>
                  </a:lnTo>
                  <a:lnTo>
                    <a:pt x="6315069" y="9822"/>
                  </a:lnTo>
                  <a:lnTo>
                    <a:pt x="6315258" y="9822"/>
                  </a:lnTo>
                  <a:lnTo>
                    <a:pt x="6315352" y="9822"/>
                  </a:lnTo>
                  <a:lnTo>
                    <a:pt x="6315446" y="9822"/>
                  </a:lnTo>
                  <a:lnTo>
                    <a:pt x="6315540" y="9822"/>
                  </a:lnTo>
                  <a:lnTo>
                    <a:pt x="6315634" y="9822"/>
                  </a:lnTo>
                  <a:lnTo>
                    <a:pt x="6315917" y="9822"/>
                  </a:lnTo>
                  <a:lnTo>
                    <a:pt x="6316011" y="9822"/>
                  </a:lnTo>
                  <a:lnTo>
                    <a:pt x="6316199" y="9822"/>
                  </a:lnTo>
                  <a:lnTo>
                    <a:pt x="6316293" y="9822"/>
                  </a:lnTo>
                  <a:lnTo>
                    <a:pt x="6316387" y="9822"/>
                  </a:lnTo>
                  <a:lnTo>
                    <a:pt x="6316482" y="9822"/>
                  </a:lnTo>
                  <a:lnTo>
                    <a:pt x="6316576" y="9822"/>
                  </a:lnTo>
                  <a:lnTo>
                    <a:pt x="6316670" y="9822"/>
                  </a:lnTo>
                  <a:lnTo>
                    <a:pt x="6316764" y="9822"/>
                  </a:lnTo>
                  <a:lnTo>
                    <a:pt x="6317046" y="9822"/>
                  </a:lnTo>
                  <a:lnTo>
                    <a:pt x="6317141" y="9822"/>
                  </a:lnTo>
                  <a:lnTo>
                    <a:pt x="6317235" y="9822"/>
                  </a:lnTo>
                  <a:lnTo>
                    <a:pt x="6317329" y="9822"/>
                  </a:lnTo>
                  <a:lnTo>
                    <a:pt x="6317423" y="9822"/>
                  </a:lnTo>
                  <a:lnTo>
                    <a:pt x="6317611" y="9822"/>
                  </a:lnTo>
                  <a:lnTo>
                    <a:pt x="6317706" y="9822"/>
                  </a:lnTo>
                  <a:lnTo>
                    <a:pt x="6317800" y="9822"/>
                  </a:lnTo>
                  <a:lnTo>
                    <a:pt x="6317988" y="9822"/>
                  </a:lnTo>
                  <a:lnTo>
                    <a:pt x="6318082" y="9822"/>
                  </a:lnTo>
                  <a:lnTo>
                    <a:pt x="6318176" y="9822"/>
                  </a:lnTo>
                  <a:lnTo>
                    <a:pt x="6318270" y="9822"/>
                  </a:lnTo>
                  <a:lnTo>
                    <a:pt x="6318365" y="9822"/>
                  </a:lnTo>
                  <a:lnTo>
                    <a:pt x="6318553" y="9822"/>
                  </a:lnTo>
                  <a:lnTo>
                    <a:pt x="6318647" y="9822"/>
                  </a:lnTo>
                  <a:lnTo>
                    <a:pt x="6318741" y="9822"/>
                  </a:lnTo>
                  <a:lnTo>
                    <a:pt x="6318835" y="9822"/>
                  </a:lnTo>
                  <a:lnTo>
                    <a:pt x="6318930" y="9822"/>
                  </a:lnTo>
                  <a:lnTo>
                    <a:pt x="6319118" y="9822"/>
                  </a:lnTo>
                  <a:lnTo>
                    <a:pt x="6319212" y="9822"/>
                  </a:lnTo>
                  <a:lnTo>
                    <a:pt x="6319494" y="9822"/>
                  </a:lnTo>
                  <a:lnTo>
                    <a:pt x="6319589" y="9822"/>
                  </a:lnTo>
                  <a:lnTo>
                    <a:pt x="6319683" y="9822"/>
                  </a:lnTo>
                  <a:lnTo>
                    <a:pt x="6319777" y="9822"/>
                  </a:lnTo>
                  <a:lnTo>
                    <a:pt x="6320059" y="9822"/>
                  </a:lnTo>
                  <a:lnTo>
                    <a:pt x="6320153" y="9822"/>
                  </a:lnTo>
                  <a:lnTo>
                    <a:pt x="6320248" y="9822"/>
                  </a:lnTo>
                  <a:lnTo>
                    <a:pt x="6320436" y="9822"/>
                  </a:lnTo>
                  <a:lnTo>
                    <a:pt x="6320624" y="9822"/>
                  </a:lnTo>
                  <a:lnTo>
                    <a:pt x="6320718" y="9822"/>
                  </a:lnTo>
                  <a:lnTo>
                    <a:pt x="6320813" y="9822"/>
                  </a:lnTo>
                  <a:lnTo>
                    <a:pt x="6320907" y="9822"/>
                  </a:lnTo>
                  <a:lnTo>
                    <a:pt x="6321001" y="9822"/>
                  </a:lnTo>
                  <a:lnTo>
                    <a:pt x="6321095" y="9822"/>
                  </a:lnTo>
                  <a:lnTo>
                    <a:pt x="6321189" y="9822"/>
                  </a:lnTo>
                  <a:lnTo>
                    <a:pt x="6321283" y="9822"/>
                  </a:lnTo>
                  <a:lnTo>
                    <a:pt x="6321472" y="9822"/>
                  </a:lnTo>
                  <a:lnTo>
                    <a:pt x="6321566" y="9822"/>
                  </a:lnTo>
                  <a:lnTo>
                    <a:pt x="6321660" y="9822"/>
                  </a:lnTo>
                  <a:lnTo>
                    <a:pt x="6321848" y="9822"/>
                  </a:lnTo>
                  <a:lnTo>
                    <a:pt x="6321942" y="9822"/>
                  </a:lnTo>
                  <a:lnTo>
                    <a:pt x="6322037" y="9822"/>
                  </a:lnTo>
                  <a:lnTo>
                    <a:pt x="6322131" y="9822"/>
                  </a:lnTo>
                  <a:lnTo>
                    <a:pt x="6322225" y="9822"/>
                  </a:lnTo>
                  <a:lnTo>
                    <a:pt x="6322319" y="9822"/>
                  </a:lnTo>
                  <a:lnTo>
                    <a:pt x="6322413" y="9822"/>
                  </a:lnTo>
                  <a:lnTo>
                    <a:pt x="6322507" y="9822"/>
                  </a:lnTo>
                  <a:lnTo>
                    <a:pt x="6322601" y="9822"/>
                  </a:lnTo>
                  <a:lnTo>
                    <a:pt x="6323261" y="9822"/>
                  </a:lnTo>
                  <a:lnTo>
                    <a:pt x="6323355" y="9822"/>
                  </a:lnTo>
                  <a:lnTo>
                    <a:pt x="6323449" y="9822"/>
                  </a:lnTo>
                  <a:lnTo>
                    <a:pt x="6323543" y="9822"/>
                  </a:lnTo>
                  <a:lnTo>
                    <a:pt x="6323637" y="9822"/>
                  </a:lnTo>
                  <a:lnTo>
                    <a:pt x="6323731" y="9822"/>
                  </a:lnTo>
                  <a:lnTo>
                    <a:pt x="6323825" y="9822"/>
                  </a:lnTo>
                  <a:lnTo>
                    <a:pt x="6323920" y="9822"/>
                  </a:lnTo>
                  <a:lnTo>
                    <a:pt x="6324014" y="9822"/>
                  </a:lnTo>
                  <a:lnTo>
                    <a:pt x="6324108" y="9822"/>
                  </a:lnTo>
                  <a:lnTo>
                    <a:pt x="6324202" y="9822"/>
                  </a:lnTo>
                  <a:lnTo>
                    <a:pt x="6324296" y="9822"/>
                  </a:lnTo>
                  <a:lnTo>
                    <a:pt x="6324390" y="9822"/>
                  </a:lnTo>
                  <a:lnTo>
                    <a:pt x="6324484" y="9822"/>
                  </a:lnTo>
                  <a:lnTo>
                    <a:pt x="6324579" y="9822"/>
                  </a:lnTo>
                  <a:lnTo>
                    <a:pt x="6324579" y="4911"/>
                  </a:lnTo>
                  <a:lnTo>
                    <a:pt x="6324673" y="4911"/>
                  </a:lnTo>
                  <a:lnTo>
                    <a:pt x="6324767" y="4911"/>
                  </a:lnTo>
                  <a:lnTo>
                    <a:pt x="6324861" y="4911"/>
                  </a:lnTo>
                  <a:lnTo>
                    <a:pt x="6325049" y="4911"/>
                  </a:lnTo>
                  <a:lnTo>
                    <a:pt x="6325238" y="4911"/>
                  </a:lnTo>
                  <a:lnTo>
                    <a:pt x="6325332" y="4911"/>
                  </a:lnTo>
                  <a:lnTo>
                    <a:pt x="6325426" y="4911"/>
                  </a:lnTo>
                  <a:lnTo>
                    <a:pt x="6325520" y="4911"/>
                  </a:lnTo>
                  <a:lnTo>
                    <a:pt x="6325614" y="4911"/>
                  </a:lnTo>
                  <a:lnTo>
                    <a:pt x="6325708" y="4911"/>
                  </a:lnTo>
                  <a:lnTo>
                    <a:pt x="6325803" y="4911"/>
                  </a:lnTo>
                  <a:lnTo>
                    <a:pt x="6325897" y="4911"/>
                  </a:lnTo>
                  <a:lnTo>
                    <a:pt x="6325991" y="4911"/>
                  </a:lnTo>
                  <a:lnTo>
                    <a:pt x="6326085" y="4911"/>
                  </a:lnTo>
                  <a:lnTo>
                    <a:pt x="6326179" y="4911"/>
                  </a:lnTo>
                  <a:lnTo>
                    <a:pt x="6326273" y="4911"/>
                  </a:lnTo>
                  <a:lnTo>
                    <a:pt x="6326368" y="4911"/>
                  </a:lnTo>
                  <a:lnTo>
                    <a:pt x="6326556" y="4911"/>
                  </a:lnTo>
                  <a:lnTo>
                    <a:pt x="6326650" y="4911"/>
                  </a:lnTo>
                  <a:lnTo>
                    <a:pt x="6326744" y="4911"/>
                  </a:lnTo>
                  <a:lnTo>
                    <a:pt x="6326838" y="4911"/>
                  </a:lnTo>
                  <a:lnTo>
                    <a:pt x="6326932" y="4911"/>
                  </a:lnTo>
                  <a:lnTo>
                    <a:pt x="6327027" y="4911"/>
                  </a:lnTo>
                  <a:lnTo>
                    <a:pt x="6327121" y="4911"/>
                  </a:lnTo>
                  <a:lnTo>
                    <a:pt x="6327215" y="4911"/>
                  </a:lnTo>
                  <a:lnTo>
                    <a:pt x="6327309" y="4911"/>
                  </a:lnTo>
                  <a:lnTo>
                    <a:pt x="6327403" y="4911"/>
                  </a:lnTo>
                  <a:lnTo>
                    <a:pt x="6327497" y="4911"/>
                  </a:lnTo>
                  <a:lnTo>
                    <a:pt x="6327780" y="4911"/>
                  </a:lnTo>
                  <a:lnTo>
                    <a:pt x="6327874" y="4911"/>
                  </a:lnTo>
                  <a:lnTo>
                    <a:pt x="6327968" y="4911"/>
                  </a:lnTo>
                  <a:lnTo>
                    <a:pt x="6328062" y="4911"/>
                  </a:lnTo>
                  <a:lnTo>
                    <a:pt x="6328156" y="4911"/>
                  </a:lnTo>
                  <a:lnTo>
                    <a:pt x="6328345" y="4911"/>
                  </a:lnTo>
                  <a:lnTo>
                    <a:pt x="6328439" y="4911"/>
                  </a:lnTo>
                  <a:lnTo>
                    <a:pt x="6328533" y="4911"/>
                  </a:lnTo>
                  <a:lnTo>
                    <a:pt x="6328627" y="4911"/>
                  </a:lnTo>
                  <a:lnTo>
                    <a:pt x="6328721" y="4911"/>
                  </a:lnTo>
                  <a:lnTo>
                    <a:pt x="6328815" y="4911"/>
                  </a:lnTo>
                  <a:lnTo>
                    <a:pt x="6329004" y="4911"/>
                  </a:lnTo>
                  <a:lnTo>
                    <a:pt x="6329098" y="4911"/>
                  </a:lnTo>
                  <a:lnTo>
                    <a:pt x="6329192" y="4911"/>
                  </a:lnTo>
                  <a:lnTo>
                    <a:pt x="6329286" y="4911"/>
                  </a:lnTo>
                  <a:lnTo>
                    <a:pt x="6329380" y="4911"/>
                  </a:lnTo>
                  <a:lnTo>
                    <a:pt x="6329475" y="4911"/>
                  </a:lnTo>
                  <a:lnTo>
                    <a:pt x="6329569" y="4911"/>
                  </a:lnTo>
                  <a:lnTo>
                    <a:pt x="6329663" y="4911"/>
                  </a:lnTo>
                  <a:lnTo>
                    <a:pt x="6329757" y="4911"/>
                  </a:lnTo>
                  <a:lnTo>
                    <a:pt x="6329851" y="4911"/>
                  </a:lnTo>
                  <a:lnTo>
                    <a:pt x="6329945" y="4911"/>
                  </a:lnTo>
                  <a:lnTo>
                    <a:pt x="6330039" y="4911"/>
                  </a:lnTo>
                  <a:lnTo>
                    <a:pt x="6330134" y="4911"/>
                  </a:lnTo>
                  <a:lnTo>
                    <a:pt x="6330228" y="4911"/>
                  </a:lnTo>
                  <a:lnTo>
                    <a:pt x="6330322" y="4911"/>
                  </a:lnTo>
                  <a:lnTo>
                    <a:pt x="6330510" y="4911"/>
                  </a:lnTo>
                  <a:lnTo>
                    <a:pt x="6330604" y="4911"/>
                  </a:lnTo>
                  <a:lnTo>
                    <a:pt x="6330699" y="4911"/>
                  </a:lnTo>
                  <a:lnTo>
                    <a:pt x="6330793" y="4911"/>
                  </a:lnTo>
                  <a:lnTo>
                    <a:pt x="6330887" y="4911"/>
                  </a:lnTo>
                  <a:lnTo>
                    <a:pt x="6330981" y="4911"/>
                  </a:lnTo>
                  <a:lnTo>
                    <a:pt x="6331075" y="4911"/>
                  </a:lnTo>
                  <a:lnTo>
                    <a:pt x="6331169" y="4911"/>
                  </a:lnTo>
                  <a:lnTo>
                    <a:pt x="6331263" y="4911"/>
                  </a:lnTo>
                  <a:lnTo>
                    <a:pt x="6331358" y="4911"/>
                  </a:lnTo>
                  <a:lnTo>
                    <a:pt x="6331452" y="4911"/>
                  </a:lnTo>
                  <a:lnTo>
                    <a:pt x="6331546" y="4911"/>
                  </a:lnTo>
                  <a:lnTo>
                    <a:pt x="6331640" y="4911"/>
                  </a:lnTo>
                  <a:lnTo>
                    <a:pt x="6331734" y="4911"/>
                  </a:lnTo>
                  <a:lnTo>
                    <a:pt x="6331828" y="4911"/>
                  </a:lnTo>
                  <a:lnTo>
                    <a:pt x="6331923" y="4911"/>
                  </a:lnTo>
                  <a:lnTo>
                    <a:pt x="6332111" y="4911"/>
                  </a:lnTo>
                  <a:lnTo>
                    <a:pt x="6332205" y="4911"/>
                  </a:lnTo>
                  <a:lnTo>
                    <a:pt x="6332299" y="4911"/>
                  </a:lnTo>
                  <a:lnTo>
                    <a:pt x="6332676" y="4911"/>
                  </a:lnTo>
                  <a:lnTo>
                    <a:pt x="6332770" y="4911"/>
                  </a:lnTo>
                  <a:lnTo>
                    <a:pt x="6332864" y="4911"/>
                  </a:lnTo>
                  <a:lnTo>
                    <a:pt x="6332958" y="4911"/>
                  </a:lnTo>
                  <a:lnTo>
                    <a:pt x="6333052" y="4911"/>
                  </a:lnTo>
                  <a:lnTo>
                    <a:pt x="6333146" y="4911"/>
                  </a:lnTo>
                  <a:lnTo>
                    <a:pt x="6333241" y="4911"/>
                  </a:lnTo>
                  <a:lnTo>
                    <a:pt x="6333335" y="4911"/>
                  </a:lnTo>
                  <a:lnTo>
                    <a:pt x="6333429" y="4911"/>
                  </a:lnTo>
                  <a:lnTo>
                    <a:pt x="6333523" y="4911"/>
                  </a:lnTo>
                  <a:lnTo>
                    <a:pt x="6333617" y="4911"/>
                  </a:lnTo>
                  <a:lnTo>
                    <a:pt x="6333711" y="4911"/>
                  </a:lnTo>
                  <a:lnTo>
                    <a:pt x="6333806" y="4911"/>
                  </a:lnTo>
                  <a:lnTo>
                    <a:pt x="6333900" y="4911"/>
                  </a:lnTo>
                  <a:lnTo>
                    <a:pt x="6333994" y="4911"/>
                  </a:lnTo>
                  <a:lnTo>
                    <a:pt x="6334088" y="4911"/>
                  </a:lnTo>
                  <a:lnTo>
                    <a:pt x="6334182" y="4911"/>
                  </a:lnTo>
                  <a:lnTo>
                    <a:pt x="6334276" y="4911"/>
                  </a:lnTo>
                  <a:lnTo>
                    <a:pt x="6334370" y="4911"/>
                  </a:lnTo>
                  <a:lnTo>
                    <a:pt x="6334465" y="4911"/>
                  </a:lnTo>
                  <a:lnTo>
                    <a:pt x="6334559" y="4911"/>
                  </a:lnTo>
                  <a:lnTo>
                    <a:pt x="6334653" y="4911"/>
                  </a:lnTo>
                  <a:lnTo>
                    <a:pt x="6334747" y="4911"/>
                  </a:lnTo>
                  <a:lnTo>
                    <a:pt x="6334841" y="4911"/>
                  </a:lnTo>
                  <a:lnTo>
                    <a:pt x="6334935" y="4911"/>
                  </a:lnTo>
                  <a:lnTo>
                    <a:pt x="6335030" y="4911"/>
                  </a:lnTo>
                  <a:lnTo>
                    <a:pt x="6335124" y="4911"/>
                  </a:lnTo>
                  <a:lnTo>
                    <a:pt x="6335218" y="4911"/>
                  </a:lnTo>
                  <a:lnTo>
                    <a:pt x="6335312" y="4911"/>
                  </a:lnTo>
                  <a:lnTo>
                    <a:pt x="6335406" y="4911"/>
                  </a:lnTo>
                  <a:lnTo>
                    <a:pt x="6335500" y="4911"/>
                  </a:lnTo>
                  <a:lnTo>
                    <a:pt x="6335594" y="4911"/>
                  </a:lnTo>
                  <a:lnTo>
                    <a:pt x="6335689" y="4911"/>
                  </a:lnTo>
                  <a:lnTo>
                    <a:pt x="6335783" y="4911"/>
                  </a:lnTo>
                  <a:lnTo>
                    <a:pt x="6335877" y="4911"/>
                  </a:lnTo>
                  <a:lnTo>
                    <a:pt x="6335971" y="4911"/>
                  </a:lnTo>
                  <a:lnTo>
                    <a:pt x="6336065" y="4911"/>
                  </a:lnTo>
                  <a:lnTo>
                    <a:pt x="6336159" y="4911"/>
                  </a:lnTo>
                  <a:lnTo>
                    <a:pt x="6336254" y="4911"/>
                  </a:lnTo>
                  <a:lnTo>
                    <a:pt x="6336254" y="0"/>
                  </a:lnTo>
                  <a:lnTo>
                    <a:pt x="6336254" y="0"/>
                  </a:lnTo>
                  <a:lnTo>
                    <a:pt x="6336348" y="0"/>
                  </a:lnTo>
                  <a:lnTo>
                    <a:pt x="6336442" y="0"/>
                  </a:lnTo>
                  <a:lnTo>
                    <a:pt x="6336536" y="0"/>
                  </a:lnTo>
                  <a:lnTo>
                    <a:pt x="6336630" y="0"/>
                  </a:lnTo>
                  <a:lnTo>
                    <a:pt x="6336724" y="0"/>
                  </a:lnTo>
                  <a:lnTo>
                    <a:pt x="6336818" y="0"/>
                  </a:lnTo>
                  <a:lnTo>
                    <a:pt x="6337007" y="0"/>
                  </a:lnTo>
                  <a:lnTo>
                    <a:pt x="6337101" y="0"/>
                  </a:lnTo>
                  <a:lnTo>
                    <a:pt x="6337195" y="0"/>
                  </a:lnTo>
                  <a:lnTo>
                    <a:pt x="6337289" y="0"/>
                  </a:lnTo>
                  <a:lnTo>
                    <a:pt x="6337383" y="0"/>
                  </a:lnTo>
                  <a:lnTo>
                    <a:pt x="6337477" y="0"/>
                  </a:lnTo>
                  <a:lnTo>
                    <a:pt x="6337572" y="0"/>
                  </a:lnTo>
                  <a:lnTo>
                    <a:pt x="6337666" y="0"/>
                  </a:lnTo>
                  <a:lnTo>
                    <a:pt x="6337760" y="0"/>
                  </a:lnTo>
                  <a:lnTo>
                    <a:pt x="6337854" y="0"/>
                  </a:lnTo>
                  <a:lnTo>
                    <a:pt x="6337948" y="0"/>
                  </a:lnTo>
                  <a:lnTo>
                    <a:pt x="6338042" y="0"/>
                  </a:lnTo>
                  <a:lnTo>
                    <a:pt x="6338137" y="0"/>
                  </a:lnTo>
                  <a:lnTo>
                    <a:pt x="6338231" y="0"/>
                  </a:lnTo>
                  <a:lnTo>
                    <a:pt x="6338325" y="0"/>
                  </a:lnTo>
                  <a:lnTo>
                    <a:pt x="6338419" y="0"/>
                  </a:lnTo>
                  <a:lnTo>
                    <a:pt x="6338513" y="0"/>
                  </a:lnTo>
                  <a:lnTo>
                    <a:pt x="6338607" y="0"/>
                  </a:lnTo>
                  <a:lnTo>
                    <a:pt x="6338701" y="0"/>
                  </a:lnTo>
                  <a:lnTo>
                    <a:pt x="6338796" y="0"/>
                  </a:lnTo>
                  <a:lnTo>
                    <a:pt x="6338890" y="0"/>
                  </a:lnTo>
                  <a:lnTo>
                    <a:pt x="6338984" y="0"/>
                  </a:lnTo>
                  <a:lnTo>
                    <a:pt x="6339078" y="0"/>
                  </a:lnTo>
                  <a:lnTo>
                    <a:pt x="6339172" y="0"/>
                  </a:lnTo>
                  <a:lnTo>
                    <a:pt x="6339266" y="0"/>
                  </a:lnTo>
                  <a:lnTo>
                    <a:pt x="6339361" y="0"/>
                  </a:lnTo>
                  <a:lnTo>
                    <a:pt x="6339455" y="0"/>
                  </a:lnTo>
                  <a:lnTo>
                    <a:pt x="6339549" y="0"/>
                  </a:lnTo>
                  <a:lnTo>
                    <a:pt x="6339643" y="0"/>
                  </a:lnTo>
                  <a:lnTo>
                    <a:pt x="6339737" y="0"/>
                  </a:lnTo>
                  <a:lnTo>
                    <a:pt x="6339831" y="0"/>
                  </a:lnTo>
                  <a:lnTo>
                    <a:pt x="6339925" y="0"/>
                  </a:lnTo>
                  <a:lnTo>
                    <a:pt x="6340020" y="0"/>
                  </a:lnTo>
                  <a:lnTo>
                    <a:pt x="6340114" y="0"/>
                  </a:lnTo>
                  <a:lnTo>
                    <a:pt x="6340208" y="0"/>
                  </a:lnTo>
                  <a:lnTo>
                    <a:pt x="6340302" y="0"/>
                  </a:lnTo>
                  <a:lnTo>
                    <a:pt x="6340396" y="0"/>
                  </a:lnTo>
                  <a:lnTo>
                    <a:pt x="6340490" y="0"/>
                  </a:lnTo>
                  <a:lnTo>
                    <a:pt x="6340585" y="0"/>
                  </a:lnTo>
                  <a:lnTo>
                    <a:pt x="6340585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652822" y="69589"/>
              <a:ext cx="6340585" cy="6340585"/>
            </a:xfrm>
            <a:custGeom>
              <a:avLst/>
              <a:pathLst>
                <a:path w="6340585" h="6340585">
                  <a:moveTo>
                    <a:pt x="0" y="6340585"/>
                  </a:moveTo>
                  <a:lnTo>
                    <a:pt x="94" y="6340585"/>
                  </a:lnTo>
                  <a:lnTo>
                    <a:pt x="188" y="6340585"/>
                  </a:lnTo>
                  <a:lnTo>
                    <a:pt x="282" y="6340585"/>
                  </a:lnTo>
                  <a:lnTo>
                    <a:pt x="376" y="6340585"/>
                  </a:lnTo>
                  <a:lnTo>
                    <a:pt x="470" y="6340585"/>
                  </a:lnTo>
                  <a:lnTo>
                    <a:pt x="564" y="6340585"/>
                  </a:lnTo>
                  <a:lnTo>
                    <a:pt x="659" y="6340585"/>
                  </a:lnTo>
                  <a:lnTo>
                    <a:pt x="753" y="6340585"/>
                  </a:lnTo>
                  <a:lnTo>
                    <a:pt x="847" y="6340585"/>
                  </a:lnTo>
                  <a:lnTo>
                    <a:pt x="941" y="6340585"/>
                  </a:lnTo>
                  <a:lnTo>
                    <a:pt x="1035" y="6340585"/>
                  </a:lnTo>
                  <a:lnTo>
                    <a:pt x="1129" y="6340585"/>
                  </a:lnTo>
                  <a:lnTo>
                    <a:pt x="1223" y="6340585"/>
                  </a:lnTo>
                  <a:lnTo>
                    <a:pt x="1318" y="6340585"/>
                  </a:lnTo>
                  <a:lnTo>
                    <a:pt x="1412" y="6340585"/>
                  </a:lnTo>
                  <a:lnTo>
                    <a:pt x="1506" y="6340585"/>
                  </a:lnTo>
                  <a:lnTo>
                    <a:pt x="1600" y="6340585"/>
                  </a:lnTo>
                  <a:lnTo>
                    <a:pt x="1600" y="6335673"/>
                  </a:lnTo>
                  <a:lnTo>
                    <a:pt x="1694" y="6335673"/>
                  </a:lnTo>
                  <a:lnTo>
                    <a:pt x="1788" y="6335673"/>
                  </a:lnTo>
                  <a:lnTo>
                    <a:pt x="1883" y="6335673"/>
                  </a:lnTo>
                  <a:lnTo>
                    <a:pt x="1977" y="6335673"/>
                  </a:lnTo>
                  <a:lnTo>
                    <a:pt x="2071" y="6335673"/>
                  </a:lnTo>
                  <a:lnTo>
                    <a:pt x="2165" y="6335673"/>
                  </a:lnTo>
                  <a:lnTo>
                    <a:pt x="2259" y="6335673"/>
                  </a:lnTo>
                  <a:lnTo>
                    <a:pt x="2353" y="6335673"/>
                  </a:lnTo>
                  <a:lnTo>
                    <a:pt x="2447" y="6335673"/>
                  </a:lnTo>
                  <a:lnTo>
                    <a:pt x="2542" y="6335673"/>
                  </a:lnTo>
                  <a:lnTo>
                    <a:pt x="2636" y="6335673"/>
                  </a:lnTo>
                  <a:lnTo>
                    <a:pt x="2730" y="6335673"/>
                  </a:lnTo>
                  <a:lnTo>
                    <a:pt x="2824" y="6335673"/>
                  </a:lnTo>
                  <a:lnTo>
                    <a:pt x="2918" y="6335673"/>
                  </a:lnTo>
                  <a:lnTo>
                    <a:pt x="3012" y="6335673"/>
                  </a:lnTo>
                  <a:lnTo>
                    <a:pt x="3107" y="6335673"/>
                  </a:lnTo>
                  <a:lnTo>
                    <a:pt x="3201" y="6335673"/>
                  </a:lnTo>
                  <a:lnTo>
                    <a:pt x="3295" y="6335673"/>
                  </a:lnTo>
                  <a:lnTo>
                    <a:pt x="3389" y="6335673"/>
                  </a:lnTo>
                  <a:lnTo>
                    <a:pt x="3483" y="6335673"/>
                  </a:lnTo>
                  <a:lnTo>
                    <a:pt x="3577" y="6335673"/>
                  </a:lnTo>
                  <a:lnTo>
                    <a:pt x="3671" y="6335673"/>
                  </a:lnTo>
                  <a:lnTo>
                    <a:pt x="3766" y="6335673"/>
                  </a:lnTo>
                  <a:lnTo>
                    <a:pt x="3860" y="6335673"/>
                  </a:lnTo>
                  <a:lnTo>
                    <a:pt x="3954" y="6335673"/>
                  </a:lnTo>
                  <a:lnTo>
                    <a:pt x="4048" y="6335673"/>
                  </a:lnTo>
                  <a:lnTo>
                    <a:pt x="4142" y="6335673"/>
                  </a:lnTo>
                  <a:lnTo>
                    <a:pt x="4236" y="6335673"/>
                  </a:lnTo>
                  <a:lnTo>
                    <a:pt x="4331" y="6335673"/>
                  </a:lnTo>
                  <a:lnTo>
                    <a:pt x="4331" y="6330762"/>
                  </a:lnTo>
                  <a:lnTo>
                    <a:pt x="4425" y="6330762"/>
                  </a:lnTo>
                  <a:lnTo>
                    <a:pt x="4519" y="6330762"/>
                  </a:lnTo>
                  <a:lnTo>
                    <a:pt x="4613" y="6330762"/>
                  </a:lnTo>
                  <a:lnTo>
                    <a:pt x="4707" y="6330762"/>
                  </a:lnTo>
                  <a:lnTo>
                    <a:pt x="4801" y="6330762"/>
                  </a:lnTo>
                  <a:lnTo>
                    <a:pt x="4895" y="6330762"/>
                  </a:lnTo>
                  <a:lnTo>
                    <a:pt x="4990" y="6330762"/>
                  </a:lnTo>
                  <a:lnTo>
                    <a:pt x="5084" y="6330762"/>
                  </a:lnTo>
                  <a:lnTo>
                    <a:pt x="5178" y="6330762"/>
                  </a:lnTo>
                  <a:lnTo>
                    <a:pt x="5272" y="6330762"/>
                  </a:lnTo>
                  <a:lnTo>
                    <a:pt x="5366" y="6330762"/>
                  </a:lnTo>
                  <a:lnTo>
                    <a:pt x="5460" y="6330762"/>
                  </a:lnTo>
                  <a:lnTo>
                    <a:pt x="5554" y="6330762"/>
                  </a:lnTo>
                  <a:lnTo>
                    <a:pt x="5649" y="6330762"/>
                  </a:lnTo>
                  <a:lnTo>
                    <a:pt x="5743" y="6330762"/>
                  </a:lnTo>
                  <a:lnTo>
                    <a:pt x="5837" y="6330762"/>
                  </a:lnTo>
                  <a:lnTo>
                    <a:pt x="5931" y="6330762"/>
                  </a:lnTo>
                  <a:lnTo>
                    <a:pt x="6025" y="6330762"/>
                  </a:lnTo>
                  <a:lnTo>
                    <a:pt x="6119" y="6330762"/>
                  </a:lnTo>
                  <a:lnTo>
                    <a:pt x="6214" y="6330762"/>
                  </a:lnTo>
                  <a:lnTo>
                    <a:pt x="6308" y="6330762"/>
                  </a:lnTo>
                  <a:lnTo>
                    <a:pt x="6402" y="6330762"/>
                  </a:lnTo>
                  <a:lnTo>
                    <a:pt x="6496" y="6330762"/>
                  </a:lnTo>
                  <a:lnTo>
                    <a:pt x="6590" y="6330762"/>
                  </a:lnTo>
                  <a:lnTo>
                    <a:pt x="6684" y="6330762"/>
                  </a:lnTo>
                  <a:lnTo>
                    <a:pt x="6778" y="6330762"/>
                  </a:lnTo>
                  <a:lnTo>
                    <a:pt x="6873" y="6330762"/>
                  </a:lnTo>
                  <a:lnTo>
                    <a:pt x="6967" y="6330762"/>
                  </a:lnTo>
                  <a:lnTo>
                    <a:pt x="7061" y="6330762"/>
                  </a:lnTo>
                  <a:lnTo>
                    <a:pt x="7155" y="6330762"/>
                  </a:lnTo>
                  <a:lnTo>
                    <a:pt x="7249" y="6330762"/>
                  </a:lnTo>
                  <a:lnTo>
                    <a:pt x="7343" y="6330762"/>
                  </a:lnTo>
                  <a:lnTo>
                    <a:pt x="7438" y="6330762"/>
                  </a:lnTo>
                  <a:lnTo>
                    <a:pt x="7532" y="6330762"/>
                  </a:lnTo>
                  <a:lnTo>
                    <a:pt x="7626" y="6330762"/>
                  </a:lnTo>
                  <a:lnTo>
                    <a:pt x="7720" y="6330762"/>
                  </a:lnTo>
                  <a:lnTo>
                    <a:pt x="7814" y="6330762"/>
                  </a:lnTo>
                  <a:lnTo>
                    <a:pt x="7908" y="6330762"/>
                  </a:lnTo>
                  <a:lnTo>
                    <a:pt x="8002" y="6330762"/>
                  </a:lnTo>
                  <a:lnTo>
                    <a:pt x="8097" y="6330762"/>
                  </a:lnTo>
                  <a:lnTo>
                    <a:pt x="8191" y="6330762"/>
                  </a:lnTo>
                  <a:lnTo>
                    <a:pt x="8285" y="6330762"/>
                  </a:lnTo>
                  <a:lnTo>
                    <a:pt x="8379" y="6330762"/>
                  </a:lnTo>
                  <a:lnTo>
                    <a:pt x="8473" y="6330762"/>
                  </a:lnTo>
                  <a:lnTo>
                    <a:pt x="8567" y="6330762"/>
                  </a:lnTo>
                  <a:lnTo>
                    <a:pt x="8662" y="6330762"/>
                  </a:lnTo>
                  <a:lnTo>
                    <a:pt x="8756" y="6330762"/>
                  </a:lnTo>
                  <a:lnTo>
                    <a:pt x="8850" y="6330762"/>
                  </a:lnTo>
                  <a:lnTo>
                    <a:pt x="8944" y="6330762"/>
                  </a:lnTo>
                  <a:lnTo>
                    <a:pt x="9038" y="6330762"/>
                  </a:lnTo>
                  <a:lnTo>
                    <a:pt x="9132" y="6330762"/>
                  </a:lnTo>
                  <a:lnTo>
                    <a:pt x="9226" y="6330762"/>
                  </a:lnTo>
                  <a:lnTo>
                    <a:pt x="9321" y="6330762"/>
                  </a:lnTo>
                  <a:lnTo>
                    <a:pt x="9415" y="6330762"/>
                  </a:lnTo>
                  <a:lnTo>
                    <a:pt x="9509" y="6330762"/>
                  </a:lnTo>
                  <a:lnTo>
                    <a:pt x="9603" y="6330762"/>
                  </a:lnTo>
                  <a:lnTo>
                    <a:pt x="9697" y="6330762"/>
                  </a:lnTo>
                  <a:lnTo>
                    <a:pt x="9791" y="6330762"/>
                  </a:lnTo>
                  <a:lnTo>
                    <a:pt x="9885" y="6330762"/>
                  </a:lnTo>
                  <a:lnTo>
                    <a:pt x="9980" y="6330762"/>
                  </a:lnTo>
                  <a:lnTo>
                    <a:pt x="10074" y="6330762"/>
                  </a:lnTo>
                  <a:lnTo>
                    <a:pt x="10168" y="6330762"/>
                  </a:lnTo>
                  <a:lnTo>
                    <a:pt x="10262" y="6330762"/>
                  </a:lnTo>
                  <a:lnTo>
                    <a:pt x="10356" y="6330762"/>
                  </a:lnTo>
                  <a:lnTo>
                    <a:pt x="10450" y="6330762"/>
                  </a:lnTo>
                  <a:lnTo>
                    <a:pt x="10545" y="6330762"/>
                  </a:lnTo>
                  <a:lnTo>
                    <a:pt x="10639" y="6330762"/>
                  </a:lnTo>
                  <a:lnTo>
                    <a:pt x="10733" y="6330762"/>
                  </a:lnTo>
                  <a:lnTo>
                    <a:pt x="10827" y="6330762"/>
                  </a:lnTo>
                  <a:lnTo>
                    <a:pt x="10921" y="6330762"/>
                  </a:lnTo>
                  <a:lnTo>
                    <a:pt x="11015" y="6330762"/>
                  </a:lnTo>
                  <a:lnTo>
                    <a:pt x="11109" y="6330762"/>
                  </a:lnTo>
                  <a:lnTo>
                    <a:pt x="11204" y="6330762"/>
                  </a:lnTo>
                  <a:lnTo>
                    <a:pt x="11298" y="6330762"/>
                  </a:lnTo>
                  <a:lnTo>
                    <a:pt x="11392" y="6330762"/>
                  </a:lnTo>
                  <a:lnTo>
                    <a:pt x="11486" y="6330762"/>
                  </a:lnTo>
                  <a:lnTo>
                    <a:pt x="11580" y="6330762"/>
                  </a:lnTo>
                  <a:lnTo>
                    <a:pt x="11674" y="6330762"/>
                  </a:lnTo>
                  <a:lnTo>
                    <a:pt x="11769" y="6330762"/>
                  </a:lnTo>
                  <a:lnTo>
                    <a:pt x="11863" y="6330762"/>
                  </a:lnTo>
                  <a:lnTo>
                    <a:pt x="11957" y="6330762"/>
                  </a:lnTo>
                  <a:lnTo>
                    <a:pt x="12051" y="6330762"/>
                  </a:lnTo>
                  <a:lnTo>
                    <a:pt x="12145" y="6330762"/>
                  </a:lnTo>
                  <a:lnTo>
                    <a:pt x="12239" y="6330762"/>
                  </a:lnTo>
                  <a:lnTo>
                    <a:pt x="12333" y="6330762"/>
                  </a:lnTo>
                  <a:lnTo>
                    <a:pt x="12428" y="6330762"/>
                  </a:lnTo>
                  <a:lnTo>
                    <a:pt x="12522" y="6330762"/>
                  </a:lnTo>
                  <a:lnTo>
                    <a:pt x="12616" y="6330762"/>
                  </a:lnTo>
                  <a:lnTo>
                    <a:pt x="12710" y="6330762"/>
                  </a:lnTo>
                  <a:lnTo>
                    <a:pt x="12804" y="6330762"/>
                  </a:lnTo>
                  <a:lnTo>
                    <a:pt x="12898" y="6330762"/>
                  </a:lnTo>
                  <a:lnTo>
                    <a:pt x="12993" y="6330762"/>
                  </a:lnTo>
                  <a:lnTo>
                    <a:pt x="13087" y="6330762"/>
                  </a:lnTo>
                  <a:lnTo>
                    <a:pt x="13087" y="6325850"/>
                  </a:lnTo>
                  <a:lnTo>
                    <a:pt x="13181" y="6325850"/>
                  </a:lnTo>
                  <a:lnTo>
                    <a:pt x="13275" y="6325850"/>
                  </a:lnTo>
                  <a:lnTo>
                    <a:pt x="13369" y="6325850"/>
                  </a:lnTo>
                  <a:lnTo>
                    <a:pt x="13463" y="6325850"/>
                  </a:lnTo>
                  <a:lnTo>
                    <a:pt x="13557" y="6325850"/>
                  </a:lnTo>
                  <a:lnTo>
                    <a:pt x="13652" y="6325850"/>
                  </a:lnTo>
                  <a:lnTo>
                    <a:pt x="13746" y="6325850"/>
                  </a:lnTo>
                  <a:lnTo>
                    <a:pt x="13840" y="6325850"/>
                  </a:lnTo>
                  <a:lnTo>
                    <a:pt x="13934" y="6325850"/>
                  </a:lnTo>
                  <a:lnTo>
                    <a:pt x="14028" y="6325850"/>
                  </a:lnTo>
                  <a:lnTo>
                    <a:pt x="14122" y="6325850"/>
                  </a:lnTo>
                  <a:lnTo>
                    <a:pt x="14216" y="6325850"/>
                  </a:lnTo>
                  <a:lnTo>
                    <a:pt x="14311" y="6325850"/>
                  </a:lnTo>
                  <a:lnTo>
                    <a:pt x="14405" y="6325850"/>
                  </a:lnTo>
                  <a:lnTo>
                    <a:pt x="14499" y="6325850"/>
                  </a:lnTo>
                  <a:lnTo>
                    <a:pt x="14593" y="6325850"/>
                  </a:lnTo>
                  <a:lnTo>
                    <a:pt x="14687" y="6325850"/>
                  </a:lnTo>
                  <a:lnTo>
                    <a:pt x="14781" y="6325850"/>
                  </a:lnTo>
                  <a:lnTo>
                    <a:pt x="14876" y="6325850"/>
                  </a:lnTo>
                  <a:lnTo>
                    <a:pt x="14970" y="6325850"/>
                  </a:lnTo>
                  <a:lnTo>
                    <a:pt x="15064" y="6325850"/>
                  </a:lnTo>
                  <a:lnTo>
                    <a:pt x="15158" y="6325850"/>
                  </a:lnTo>
                  <a:lnTo>
                    <a:pt x="15252" y="6325850"/>
                  </a:lnTo>
                  <a:lnTo>
                    <a:pt x="15346" y="6325850"/>
                  </a:lnTo>
                  <a:lnTo>
                    <a:pt x="15440" y="6325850"/>
                  </a:lnTo>
                  <a:lnTo>
                    <a:pt x="15535" y="6325850"/>
                  </a:lnTo>
                  <a:lnTo>
                    <a:pt x="15629" y="6325850"/>
                  </a:lnTo>
                  <a:lnTo>
                    <a:pt x="15723" y="6325850"/>
                  </a:lnTo>
                  <a:lnTo>
                    <a:pt x="15817" y="6325850"/>
                  </a:lnTo>
                  <a:lnTo>
                    <a:pt x="15911" y="6325850"/>
                  </a:lnTo>
                  <a:lnTo>
                    <a:pt x="16005" y="6325850"/>
                  </a:lnTo>
                  <a:lnTo>
                    <a:pt x="16100" y="6325850"/>
                  </a:lnTo>
                  <a:lnTo>
                    <a:pt x="16194" y="6325850"/>
                  </a:lnTo>
                  <a:lnTo>
                    <a:pt x="16288" y="6325850"/>
                  </a:lnTo>
                  <a:lnTo>
                    <a:pt x="16382" y="6325850"/>
                  </a:lnTo>
                  <a:lnTo>
                    <a:pt x="16476" y="6325850"/>
                  </a:lnTo>
                  <a:lnTo>
                    <a:pt x="16570" y="6325850"/>
                  </a:lnTo>
                  <a:lnTo>
                    <a:pt x="16664" y="6325850"/>
                  </a:lnTo>
                  <a:lnTo>
                    <a:pt x="16759" y="6325850"/>
                  </a:lnTo>
                  <a:lnTo>
                    <a:pt x="16853" y="6325850"/>
                  </a:lnTo>
                  <a:lnTo>
                    <a:pt x="16947" y="6325850"/>
                  </a:lnTo>
                  <a:lnTo>
                    <a:pt x="17041" y="6325850"/>
                  </a:lnTo>
                  <a:lnTo>
                    <a:pt x="17135" y="6325850"/>
                  </a:lnTo>
                  <a:lnTo>
                    <a:pt x="17229" y="6325850"/>
                  </a:lnTo>
                  <a:lnTo>
                    <a:pt x="17324" y="6325850"/>
                  </a:lnTo>
                  <a:lnTo>
                    <a:pt x="17418" y="6325850"/>
                  </a:lnTo>
                  <a:lnTo>
                    <a:pt x="17512" y="6325850"/>
                  </a:lnTo>
                  <a:lnTo>
                    <a:pt x="17606" y="6325850"/>
                  </a:lnTo>
                  <a:lnTo>
                    <a:pt x="17700" y="6325850"/>
                  </a:lnTo>
                  <a:lnTo>
                    <a:pt x="17794" y="6325850"/>
                  </a:lnTo>
                  <a:lnTo>
                    <a:pt x="17888" y="6325850"/>
                  </a:lnTo>
                  <a:lnTo>
                    <a:pt x="17983" y="6325850"/>
                  </a:lnTo>
                  <a:lnTo>
                    <a:pt x="18077" y="6325850"/>
                  </a:lnTo>
                  <a:lnTo>
                    <a:pt x="18077" y="6320939"/>
                  </a:lnTo>
                  <a:lnTo>
                    <a:pt x="18171" y="6320939"/>
                  </a:lnTo>
                  <a:lnTo>
                    <a:pt x="18265" y="6320939"/>
                  </a:lnTo>
                  <a:lnTo>
                    <a:pt x="18359" y="6320939"/>
                  </a:lnTo>
                  <a:lnTo>
                    <a:pt x="18359" y="6316028"/>
                  </a:lnTo>
                  <a:lnTo>
                    <a:pt x="18453" y="6316028"/>
                  </a:lnTo>
                  <a:lnTo>
                    <a:pt x="18547" y="6316028"/>
                  </a:lnTo>
                  <a:lnTo>
                    <a:pt x="18642" y="6316028"/>
                  </a:lnTo>
                  <a:lnTo>
                    <a:pt x="18736" y="6316028"/>
                  </a:lnTo>
                  <a:lnTo>
                    <a:pt x="18830" y="6316028"/>
                  </a:lnTo>
                  <a:lnTo>
                    <a:pt x="18924" y="6316028"/>
                  </a:lnTo>
                  <a:lnTo>
                    <a:pt x="19018" y="6316028"/>
                  </a:lnTo>
                  <a:lnTo>
                    <a:pt x="19112" y="6316028"/>
                  </a:lnTo>
                  <a:lnTo>
                    <a:pt x="19207" y="6316028"/>
                  </a:lnTo>
                  <a:lnTo>
                    <a:pt x="19301" y="6316028"/>
                  </a:lnTo>
                  <a:lnTo>
                    <a:pt x="19395" y="6316028"/>
                  </a:lnTo>
                  <a:lnTo>
                    <a:pt x="19489" y="6316028"/>
                  </a:lnTo>
                  <a:lnTo>
                    <a:pt x="19583" y="6316028"/>
                  </a:lnTo>
                  <a:lnTo>
                    <a:pt x="19677" y="6316028"/>
                  </a:lnTo>
                  <a:lnTo>
                    <a:pt x="19771" y="6316028"/>
                  </a:lnTo>
                  <a:lnTo>
                    <a:pt x="19866" y="6316028"/>
                  </a:lnTo>
                  <a:lnTo>
                    <a:pt x="19960" y="6316028"/>
                  </a:lnTo>
                  <a:lnTo>
                    <a:pt x="20054" y="6316028"/>
                  </a:lnTo>
                  <a:lnTo>
                    <a:pt x="20148" y="6316028"/>
                  </a:lnTo>
                  <a:lnTo>
                    <a:pt x="20242" y="6316028"/>
                  </a:lnTo>
                  <a:lnTo>
                    <a:pt x="20336" y="6316028"/>
                  </a:lnTo>
                  <a:lnTo>
                    <a:pt x="20431" y="6316028"/>
                  </a:lnTo>
                  <a:lnTo>
                    <a:pt x="20525" y="6316028"/>
                  </a:lnTo>
                  <a:lnTo>
                    <a:pt x="20619" y="6316028"/>
                  </a:lnTo>
                  <a:lnTo>
                    <a:pt x="20713" y="6316028"/>
                  </a:lnTo>
                  <a:lnTo>
                    <a:pt x="20807" y="6316028"/>
                  </a:lnTo>
                  <a:lnTo>
                    <a:pt x="20901" y="6316028"/>
                  </a:lnTo>
                  <a:lnTo>
                    <a:pt x="20995" y="6316028"/>
                  </a:lnTo>
                  <a:lnTo>
                    <a:pt x="21090" y="6316028"/>
                  </a:lnTo>
                  <a:lnTo>
                    <a:pt x="21184" y="6316028"/>
                  </a:lnTo>
                  <a:lnTo>
                    <a:pt x="21278" y="6316028"/>
                  </a:lnTo>
                  <a:lnTo>
                    <a:pt x="21372" y="6316028"/>
                  </a:lnTo>
                  <a:lnTo>
                    <a:pt x="21466" y="6316028"/>
                  </a:lnTo>
                  <a:lnTo>
                    <a:pt x="21560" y="6316028"/>
                  </a:lnTo>
                  <a:lnTo>
                    <a:pt x="21655" y="6316028"/>
                  </a:lnTo>
                  <a:lnTo>
                    <a:pt x="21749" y="6316028"/>
                  </a:lnTo>
                  <a:lnTo>
                    <a:pt x="21843" y="6316028"/>
                  </a:lnTo>
                  <a:lnTo>
                    <a:pt x="21937" y="6316028"/>
                  </a:lnTo>
                  <a:lnTo>
                    <a:pt x="22031" y="6316028"/>
                  </a:lnTo>
                  <a:lnTo>
                    <a:pt x="22125" y="6316028"/>
                  </a:lnTo>
                  <a:lnTo>
                    <a:pt x="22219" y="6316028"/>
                  </a:lnTo>
                  <a:lnTo>
                    <a:pt x="22314" y="6316028"/>
                  </a:lnTo>
                  <a:lnTo>
                    <a:pt x="22408" y="6316028"/>
                  </a:lnTo>
                  <a:lnTo>
                    <a:pt x="22502" y="6316028"/>
                  </a:lnTo>
                  <a:lnTo>
                    <a:pt x="22596" y="6316028"/>
                  </a:lnTo>
                  <a:lnTo>
                    <a:pt x="22690" y="6316028"/>
                  </a:lnTo>
                  <a:lnTo>
                    <a:pt x="22784" y="6316028"/>
                  </a:lnTo>
                  <a:lnTo>
                    <a:pt x="22878" y="6316028"/>
                  </a:lnTo>
                  <a:lnTo>
                    <a:pt x="22973" y="6316028"/>
                  </a:lnTo>
                  <a:lnTo>
                    <a:pt x="23067" y="6316028"/>
                  </a:lnTo>
                  <a:lnTo>
                    <a:pt x="23161" y="6316028"/>
                  </a:lnTo>
                  <a:lnTo>
                    <a:pt x="23255" y="6316028"/>
                  </a:lnTo>
                  <a:lnTo>
                    <a:pt x="23349" y="6316028"/>
                  </a:lnTo>
                  <a:lnTo>
                    <a:pt x="23443" y="6316028"/>
                  </a:lnTo>
                  <a:lnTo>
                    <a:pt x="23538" y="6316028"/>
                  </a:lnTo>
                  <a:lnTo>
                    <a:pt x="23632" y="6316028"/>
                  </a:lnTo>
                  <a:lnTo>
                    <a:pt x="23726" y="6316028"/>
                  </a:lnTo>
                  <a:lnTo>
                    <a:pt x="23820" y="6316028"/>
                  </a:lnTo>
                  <a:lnTo>
                    <a:pt x="23914" y="6316028"/>
                  </a:lnTo>
                  <a:lnTo>
                    <a:pt x="24008" y="6316028"/>
                  </a:lnTo>
                  <a:lnTo>
                    <a:pt x="24102" y="6316028"/>
                  </a:lnTo>
                  <a:lnTo>
                    <a:pt x="24197" y="6316028"/>
                  </a:lnTo>
                  <a:lnTo>
                    <a:pt x="24291" y="6316028"/>
                  </a:lnTo>
                  <a:lnTo>
                    <a:pt x="24385" y="6316028"/>
                  </a:lnTo>
                  <a:lnTo>
                    <a:pt x="24479" y="6316028"/>
                  </a:lnTo>
                  <a:lnTo>
                    <a:pt x="24573" y="6316028"/>
                  </a:lnTo>
                  <a:lnTo>
                    <a:pt x="24667" y="6316028"/>
                  </a:lnTo>
                  <a:lnTo>
                    <a:pt x="24762" y="6316028"/>
                  </a:lnTo>
                  <a:lnTo>
                    <a:pt x="24856" y="6316028"/>
                  </a:lnTo>
                  <a:lnTo>
                    <a:pt x="24950" y="6316028"/>
                  </a:lnTo>
                  <a:lnTo>
                    <a:pt x="25044" y="6316028"/>
                  </a:lnTo>
                  <a:lnTo>
                    <a:pt x="25138" y="6316028"/>
                  </a:lnTo>
                  <a:lnTo>
                    <a:pt x="25232" y="6316028"/>
                  </a:lnTo>
                  <a:lnTo>
                    <a:pt x="25326" y="6316028"/>
                  </a:lnTo>
                  <a:lnTo>
                    <a:pt x="25421" y="6316028"/>
                  </a:lnTo>
                  <a:lnTo>
                    <a:pt x="25515" y="6316028"/>
                  </a:lnTo>
                  <a:lnTo>
                    <a:pt x="25609" y="6316028"/>
                  </a:lnTo>
                  <a:lnTo>
                    <a:pt x="25703" y="6316028"/>
                  </a:lnTo>
                  <a:lnTo>
                    <a:pt x="25797" y="6316028"/>
                  </a:lnTo>
                  <a:lnTo>
                    <a:pt x="25891" y="6316028"/>
                  </a:lnTo>
                  <a:lnTo>
                    <a:pt x="25986" y="6316028"/>
                  </a:lnTo>
                  <a:lnTo>
                    <a:pt x="26080" y="6316028"/>
                  </a:lnTo>
                  <a:lnTo>
                    <a:pt x="26174" y="6316028"/>
                  </a:lnTo>
                  <a:lnTo>
                    <a:pt x="26268" y="6316028"/>
                  </a:lnTo>
                  <a:lnTo>
                    <a:pt x="26362" y="6316028"/>
                  </a:lnTo>
                  <a:lnTo>
                    <a:pt x="26456" y="6316028"/>
                  </a:lnTo>
                  <a:lnTo>
                    <a:pt x="26550" y="6316028"/>
                  </a:lnTo>
                  <a:lnTo>
                    <a:pt x="26550" y="6311116"/>
                  </a:lnTo>
                  <a:lnTo>
                    <a:pt x="26645" y="6311116"/>
                  </a:lnTo>
                  <a:lnTo>
                    <a:pt x="26739" y="6311116"/>
                  </a:lnTo>
                  <a:lnTo>
                    <a:pt x="26833" y="6311116"/>
                  </a:lnTo>
                  <a:lnTo>
                    <a:pt x="26927" y="6311116"/>
                  </a:lnTo>
                  <a:lnTo>
                    <a:pt x="27021" y="6311116"/>
                  </a:lnTo>
                  <a:lnTo>
                    <a:pt x="27115" y="6311116"/>
                  </a:lnTo>
                  <a:lnTo>
                    <a:pt x="27209" y="6311116"/>
                  </a:lnTo>
                  <a:lnTo>
                    <a:pt x="27304" y="6311116"/>
                  </a:lnTo>
                  <a:lnTo>
                    <a:pt x="27398" y="6311116"/>
                  </a:lnTo>
                  <a:lnTo>
                    <a:pt x="27492" y="6311116"/>
                  </a:lnTo>
                  <a:lnTo>
                    <a:pt x="27586" y="6311116"/>
                  </a:lnTo>
                  <a:lnTo>
                    <a:pt x="27680" y="6311116"/>
                  </a:lnTo>
                  <a:lnTo>
                    <a:pt x="27774" y="6311116"/>
                  </a:lnTo>
                  <a:lnTo>
                    <a:pt x="27869" y="6311116"/>
                  </a:lnTo>
                  <a:lnTo>
                    <a:pt x="27963" y="6311116"/>
                  </a:lnTo>
                  <a:lnTo>
                    <a:pt x="28057" y="6311116"/>
                  </a:lnTo>
                  <a:lnTo>
                    <a:pt x="28151" y="6311116"/>
                  </a:lnTo>
                  <a:lnTo>
                    <a:pt x="28245" y="6311116"/>
                  </a:lnTo>
                  <a:lnTo>
                    <a:pt x="28339" y="6311116"/>
                  </a:lnTo>
                  <a:lnTo>
                    <a:pt x="28433" y="6311116"/>
                  </a:lnTo>
                  <a:lnTo>
                    <a:pt x="28528" y="6311116"/>
                  </a:lnTo>
                  <a:lnTo>
                    <a:pt x="28622" y="6311116"/>
                  </a:lnTo>
                  <a:lnTo>
                    <a:pt x="28716" y="6311116"/>
                  </a:lnTo>
                  <a:lnTo>
                    <a:pt x="28810" y="6311116"/>
                  </a:lnTo>
                  <a:lnTo>
                    <a:pt x="28904" y="6311116"/>
                  </a:lnTo>
                  <a:lnTo>
                    <a:pt x="28998" y="6311116"/>
                  </a:lnTo>
                  <a:lnTo>
                    <a:pt x="29093" y="6311116"/>
                  </a:lnTo>
                  <a:lnTo>
                    <a:pt x="29187" y="6311116"/>
                  </a:lnTo>
                  <a:lnTo>
                    <a:pt x="29281" y="6311116"/>
                  </a:lnTo>
                  <a:lnTo>
                    <a:pt x="29375" y="6311116"/>
                  </a:lnTo>
                  <a:lnTo>
                    <a:pt x="29469" y="6311116"/>
                  </a:lnTo>
                  <a:lnTo>
                    <a:pt x="29563" y="6311116"/>
                  </a:lnTo>
                  <a:lnTo>
                    <a:pt x="29657" y="6311116"/>
                  </a:lnTo>
                  <a:lnTo>
                    <a:pt x="29752" y="6311116"/>
                  </a:lnTo>
                  <a:lnTo>
                    <a:pt x="29846" y="6311116"/>
                  </a:lnTo>
                  <a:lnTo>
                    <a:pt x="29940" y="6311116"/>
                  </a:lnTo>
                  <a:lnTo>
                    <a:pt x="30034" y="6311116"/>
                  </a:lnTo>
                  <a:lnTo>
                    <a:pt x="30128" y="6311116"/>
                  </a:lnTo>
                  <a:lnTo>
                    <a:pt x="30222" y="6311116"/>
                  </a:lnTo>
                  <a:lnTo>
                    <a:pt x="30317" y="6311116"/>
                  </a:lnTo>
                  <a:lnTo>
                    <a:pt x="30411" y="6311116"/>
                  </a:lnTo>
                  <a:lnTo>
                    <a:pt x="30505" y="6311116"/>
                  </a:lnTo>
                  <a:lnTo>
                    <a:pt x="30599" y="6311116"/>
                  </a:lnTo>
                  <a:lnTo>
                    <a:pt x="30693" y="6311116"/>
                  </a:lnTo>
                  <a:lnTo>
                    <a:pt x="30693" y="6306205"/>
                  </a:lnTo>
                  <a:lnTo>
                    <a:pt x="30787" y="6306205"/>
                  </a:lnTo>
                  <a:lnTo>
                    <a:pt x="30881" y="6306205"/>
                  </a:lnTo>
                  <a:lnTo>
                    <a:pt x="30976" y="6306205"/>
                  </a:lnTo>
                  <a:lnTo>
                    <a:pt x="31070" y="6306205"/>
                  </a:lnTo>
                  <a:lnTo>
                    <a:pt x="31164" y="6306205"/>
                  </a:lnTo>
                  <a:lnTo>
                    <a:pt x="31258" y="6306205"/>
                  </a:lnTo>
                  <a:lnTo>
                    <a:pt x="31352" y="6306205"/>
                  </a:lnTo>
                  <a:lnTo>
                    <a:pt x="31446" y="6306205"/>
                  </a:lnTo>
                  <a:lnTo>
                    <a:pt x="31540" y="6306205"/>
                  </a:lnTo>
                  <a:lnTo>
                    <a:pt x="31540" y="6301294"/>
                  </a:lnTo>
                  <a:lnTo>
                    <a:pt x="31635" y="6301294"/>
                  </a:lnTo>
                  <a:lnTo>
                    <a:pt x="31729" y="6301294"/>
                  </a:lnTo>
                  <a:lnTo>
                    <a:pt x="31823" y="6301294"/>
                  </a:lnTo>
                  <a:lnTo>
                    <a:pt x="31917" y="6301294"/>
                  </a:lnTo>
                  <a:lnTo>
                    <a:pt x="32011" y="6301294"/>
                  </a:lnTo>
                  <a:lnTo>
                    <a:pt x="32105" y="6301294"/>
                  </a:lnTo>
                  <a:lnTo>
                    <a:pt x="32200" y="6301294"/>
                  </a:lnTo>
                  <a:lnTo>
                    <a:pt x="32294" y="6301294"/>
                  </a:lnTo>
                  <a:lnTo>
                    <a:pt x="32388" y="6301294"/>
                  </a:lnTo>
                  <a:lnTo>
                    <a:pt x="32482" y="6301294"/>
                  </a:lnTo>
                  <a:lnTo>
                    <a:pt x="32576" y="6301294"/>
                  </a:lnTo>
                  <a:lnTo>
                    <a:pt x="32670" y="6301294"/>
                  </a:lnTo>
                  <a:lnTo>
                    <a:pt x="32764" y="6301294"/>
                  </a:lnTo>
                  <a:lnTo>
                    <a:pt x="32859" y="6301294"/>
                  </a:lnTo>
                  <a:lnTo>
                    <a:pt x="32953" y="6301294"/>
                  </a:lnTo>
                  <a:lnTo>
                    <a:pt x="33047" y="6301294"/>
                  </a:lnTo>
                  <a:lnTo>
                    <a:pt x="33141" y="6301294"/>
                  </a:lnTo>
                  <a:lnTo>
                    <a:pt x="33235" y="6301294"/>
                  </a:lnTo>
                  <a:lnTo>
                    <a:pt x="33329" y="6301294"/>
                  </a:lnTo>
                  <a:lnTo>
                    <a:pt x="33424" y="6301294"/>
                  </a:lnTo>
                  <a:lnTo>
                    <a:pt x="33518" y="6301294"/>
                  </a:lnTo>
                  <a:lnTo>
                    <a:pt x="33612" y="6301294"/>
                  </a:lnTo>
                  <a:lnTo>
                    <a:pt x="33706" y="6301294"/>
                  </a:lnTo>
                  <a:lnTo>
                    <a:pt x="33800" y="6301294"/>
                  </a:lnTo>
                  <a:lnTo>
                    <a:pt x="33894" y="6301294"/>
                  </a:lnTo>
                  <a:lnTo>
                    <a:pt x="33988" y="6301294"/>
                  </a:lnTo>
                  <a:lnTo>
                    <a:pt x="34083" y="6301294"/>
                  </a:lnTo>
                  <a:lnTo>
                    <a:pt x="34177" y="6301294"/>
                  </a:lnTo>
                  <a:lnTo>
                    <a:pt x="34271" y="6301294"/>
                  </a:lnTo>
                  <a:lnTo>
                    <a:pt x="34365" y="6301294"/>
                  </a:lnTo>
                  <a:lnTo>
                    <a:pt x="34459" y="6301294"/>
                  </a:lnTo>
                  <a:lnTo>
                    <a:pt x="34553" y="6301294"/>
                  </a:lnTo>
                  <a:lnTo>
                    <a:pt x="34648" y="6301294"/>
                  </a:lnTo>
                  <a:lnTo>
                    <a:pt x="34742" y="6301294"/>
                  </a:lnTo>
                  <a:lnTo>
                    <a:pt x="34836" y="6301294"/>
                  </a:lnTo>
                  <a:lnTo>
                    <a:pt x="34930" y="6301294"/>
                  </a:lnTo>
                  <a:lnTo>
                    <a:pt x="35024" y="6301294"/>
                  </a:lnTo>
                  <a:lnTo>
                    <a:pt x="35118" y="6301294"/>
                  </a:lnTo>
                  <a:lnTo>
                    <a:pt x="35212" y="6301294"/>
                  </a:lnTo>
                  <a:lnTo>
                    <a:pt x="35307" y="6301294"/>
                  </a:lnTo>
                  <a:lnTo>
                    <a:pt x="35401" y="6301294"/>
                  </a:lnTo>
                  <a:lnTo>
                    <a:pt x="35495" y="6301294"/>
                  </a:lnTo>
                  <a:lnTo>
                    <a:pt x="35589" y="6301294"/>
                  </a:lnTo>
                  <a:lnTo>
                    <a:pt x="35683" y="6301294"/>
                  </a:lnTo>
                  <a:lnTo>
                    <a:pt x="35777" y="6301294"/>
                  </a:lnTo>
                  <a:lnTo>
                    <a:pt x="35871" y="6301294"/>
                  </a:lnTo>
                  <a:lnTo>
                    <a:pt x="35966" y="6301294"/>
                  </a:lnTo>
                  <a:lnTo>
                    <a:pt x="36060" y="6301294"/>
                  </a:lnTo>
                  <a:lnTo>
                    <a:pt x="36154" y="6301294"/>
                  </a:lnTo>
                  <a:lnTo>
                    <a:pt x="36248" y="6301294"/>
                  </a:lnTo>
                  <a:lnTo>
                    <a:pt x="36342" y="6301294"/>
                  </a:lnTo>
                  <a:lnTo>
                    <a:pt x="36436" y="6301294"/>
                  </a:lnTo>
                  <a:lnTo>
                    <a:pt x="36531" y="6301294"/>
                  </a:lnTo>
                  <a:lnTo>
                    <a:pt x="36625" y="6301294"/>
                  </a:lnTo>
                  <a:lnTo>
                    <a:pt x="36719" y="6301294"/>
                  </a:lnTo>
                  <a:lnTo>
                    <a:pt x="36813" y="6301294"/>
                  </a:lnTo>
                  <a:lnTo>
                    <a:pt x="36907" y="6301294"/>
                  </a:lnTo>
                  <a:lnTo>
                    <a:pt x="37001" y="6301294"/>
                  </a:lnTo>
                  <a:lnTo>
                    <a:pt x="37095" y="6301294"/>
                  </a:lnTo>
                  <a:lnTo>
                    <a:pt x="37190" y="6301294"/>
                  </a:lnTo>
                  <a:lnTo>
                    <a:pt x="37284" y="6301294"/>
                  </a:lnTo>
                  <a:lnTo>
                    <a:pt x="37378" y="6301294"/>
                  </a:lnTo>
                  <a:lnTo>
                    <a:pt x="37472" y="6301294"/>
                  </a:lnTo>
                  <a:lnTo>
                    <a:pt x="37566" y="6301294"/>
                  </a:lnTo>
                  <a:lnTo>
                    <a:pt x="37660" y="6301294"/>
                  </a:lnTo>
                  <a:lnTo>
                    <a:pt x="37755" y="6301294"/>
                  </a:lnTo>
                  <a:lnTo>
                    <a:pt x="37849" y="6301294"/>
                  </a:lnTo>
                  <a:lnTo>
                    <a:pt x="37943" y="6301294"/>
                  </a:lnTo>
                  <a:lnTo>
                    <a:pt x="38037" y="6301294"/>
                  </a:lnTo>
                  <a:lnTo>
                    <a:pt x="38131" y="6301294"/>
                  </a:lnTo>
                  <a:lnTo>
                    <a:pt x="38225" y="6301294"/>
                  </a:lnTo>
                  <a:lnTo>
                    <a:pt x="38319" y="6301294"/>
                  </a:lnTo>
                  <a:lnTo>
                    <a:pt x="38414" y="6301294"/>
                  </a:lnTo>
                  <a:lnTo>
                    <a:pt x="38508" y="6301294"/>
                  </a:lnTo>
                  <a:lnTo>
                    <a:pt x="38602" y="6301294"/>
                  </a:lnTo>
                  <a:lnTo>
                    <a:pt x="38696" y="6301294"/>
                  </a:lnTo>
                  <a:lnTo>
                    <a:pt x="38790" y="6301294"/>
                  </a:lnTo>
                  <a:lnTo>
                    <a:pt x="38884" y="6301294"/>
                  </a:lnTo>
                  <a:lnTo>
                    <a:pt x="38979" y="6301294"/>
                  </a:lnTo>
                  <a:lnTo>
                    <a:pt x="39073" y="6301294"/>
                  </a:lnTo>
                  <a:lnTo>
                    <a:pt x="39167" y="6301294"/>
                  </a:lnTo>
                  <a:lnTo>
                    <a:pt x="39261" y="6301294"/>
                  </a:lnTo>
                  <a:lnTo>
                    <a:pt x="39355" y="6301294"/>
                  </a:lnTo>
                  <a:lnTo>
                    <a:pt x="39449" y="6301294"/>
                  </a:lnTo>
                  <a:lnTo>
                    <a:pt x="39543" y="6301294"/>
                  </a:lnTo>
                  <a:lnTo>
                    <a:pt x="39638" y="6301294"/>
                  </a:lnTo>
                  <a:lnTo>
                    <a:pt x="39732" y="6301294"/>
                  </a:lnTo>
                  <a:lnTo>
                    <a:pt x="39826" y="6301294"/>
                  </a:lnTo>
                  <a:lnTo>
                    <a:pt x="39920" y="6301294"/>
                  </a:lnTo>
                  <a:lnTo>
                    <a:pt x="40014" y="6301294"/>
                  </a:lnTo>
                  <a:lnTo>
                    <a:pt x="40108" y="6301294"/>
                  </a:lnTo>
                  <a:lnTo>
                    <a:pt x="40202" y="6301294"/>
                  </a:lnTo>
                  <a:lnTo>
                    <a:pt x="40297" y="6301294"/>
                  </a:lnTo>
                  <a:lnTo>
                    <a:pt x="40391" y="6301294"/>
                  </a:lnTo>
                  <a:lnTo>
                    <a:pt x="40485" y="6301294"/>
                  </a:lnTo>
                  <a:lnTo>
                    <a:pt x="40579" y="6301294"/>
                  </a:lnTo>
                  <a:lnTo>
                    <a:pt x="40673" y="6301294"/>
                  </a:lnTo>
                  <a:lnTo>
                    <a:pt x="40767" y="6301294"/>
                  </a:lnTo>
                  <a:lnTo>
                    <a:pt x="40862" y="6301294"/>
                  </a:lnTo>
                  <a:lnTo>
                    <a:pt x="40956" y="6301294"/>
                  </a:lnTo>
                  <a:lnTo>
                    <a:pt x="41050" y="6301294"/>
                  </a:lnTo>
                  <a:lnTo>
                    <a:pt x="41144" y="6301294"/>
                  </a:lnTo>
                  <a:lnTo>
                    <a:pt x="41238" y="6301294"/>
                  </a:lnTo>
                  <a:lnTo>
                    <a:pt x="41332" y="6301294"/>
                  </a:lnTo>
                  <a:lnTo>
                    <a:pt x="41426" y="6301294"/>
                  </a:lnTo>
                  <a:lnTo>
                    <a:pt x="41521" y="6301294"/>
                  </a:lnTo>
                  <a:lnTo>
                    <a:pt x="41615" y="6301294"/>
                  </a:lnTo>
                  <a:lnTo>
                    <a:pt x="41709" y="6301294"/>
                  </a:lnTo>
                  <a:lnTo>
                    <a:pt x="41803" y="6301294"/>
                  </a:lnTo>
                  <a:lnTo>
                    <a:pt x="41897" y="6301294"/>
                  </a:lnTo>
                  <a:lnTo>
                    <a:pt x="41991" y="6301294"/>
                  </a:lnTo>
                  <a:lnTo>
                    <a:pt x="42086" y="6301294"/>
                  </a:lnTo>
                  <a:lnTo>
                    <a:pt x="42180" y="6301294"/>
                  </a:lnTo>
                  <a:lnTo>
                    <a:pt x="42274" y="6301294"/>
                  </a:lnTo>
                  <a:lnTo>
                    <a:pt x="42368" y="6301294"/>
                  </a:lnTo>
                  <a:lnTo>
                    <a:pt x="42462" y="6301294"/>
                  </a:lnTo>
                  <a:lnTo>
                    <a:pt x="42556" y="6301294"/>
                  </a:lnTo>
                  <a:lnTo>
                    <a:pt x="42650" y="6301294"/>
                  </a:lnTo>
                  <a:lnTo>
                    <a:pt x="42745" y="6301294"/>
                  </a:lnTo>
                  <a:lnTo>
                    <a:pt x="42839" y="6301294"/>
                  </a:lnTo>
                  <a:lnTo>
                    <a:pt x="42933" y="6301294"/>
                  </a:lnTo>
                  <a:lnTo>
                    <a:pt x="43027" y="6301294"/>
                  </a:lnTo>
                  <a:lnTo>
                    <a:pt x="43121" y="6301294"/>
                  </a:lnTo>
                  <a:lnTo>
                    <a:pt x="43215" y="6301294"/>
                  </a:lnTo>
                  <a:lnTo>
                    <a:pt x="43310" y="6301294"/>
                  </a:lnTo>
                  <a:lnTo>
                    <a:pt x="43404" y="6301294"/>
                  </a:lnTo>
                  <a:lnTo>
                    <a:pt x="43498" y="6301294"/>
                  </a:lnTo>
                  <a:lnTo>
                    <a:pt x="43592" y="6301294"/>
                  </a:lnTo>
                  <a:lnTo>
                    <a:pt x="43686" y="6301294"/>
                  </a:lnTo>
                  <a:lnTo>
                    <a:pt x="43780" y="6301294"/>
                  </a:lnTo>
                  <a:lnTo>
                    <a:pt x="43874" y="6301294"/>
                  </a:lnTo>
                  <a:lnTo>
                    <a:pt x="43969" y="6301294"/>
                  </a:lnTo>
                  <a:lnTo>
                    <a:pt x="44063" y="6301294"/>
                  </a:lnTo>
                  <a:lnTo>
                    <a:pt x="44157" y="6301294"/>
                  </a:lnTo>
                  <a:lnTo>
                    <a:pt x="44251" y="6301294"/>
                  </a:lnTo>
                  <a:lnTo>
                    <a:pt x="44345" y="6301294"/>
                  </a:lnTo>
                  <a:lnTo>
                    <a:pt x="44439" y="6301294"/>
                  </a:lnTo>
                  <a:lnTo>
                    <a:pt x="44533" y="6301294"/>
                  </a:lnTo>
                  <a:lnTo>
                    <a:pt x="44628" y="6301294"/>
                  </a:lnTo>
                  <a:lnTo>
                    <a:pt x="44722" y="6301294"/>
                  </a:lnTo>
                  <a:lnTo>
                    <a:pt x="44816" y="6301294"/>
                  </a:lnTo>
                  <a:lnTo>
                    <a:pt x="44910" y="6301294"/>
                  </a:lnTo>
                  <a:lnTo>
                    <a:pt x="45004" y="6301294"/>
                  </a:lnTo>
                  <a:lnTo>
                    <a:pt x="45098" y="6301294"/>
                  </a:lnTo>
                  <a:lnTo>
                    <a:pt x="45193" y="6301294"/>
                  </a:lnTo>
                  <a:lnTo>
                    <a:pt x="45287" y="6301294"/>
                  </a:lnTo>
                  <a:lnTo>
                    <a:pt x="45381" y="6301294"/>
                  </a:lnTo>
                  <a:lnTo>
                    <a:pt x="45475" y="6301294"/>
                  </a:lnTo>
                  <a:lnTo>
                    <a:pt x="45569" y="6301294"/>
                  </a:lnTo>
                  <a:lnTo>
                    <a:pt x="45663" y="6301294"/>
                  </a:lnTo>
                  <a:lnTo>
                    <a:pt x="45757" y="6301294"/>
                  </a:lnTo>
                  <a:lnTo>
                    <a:pt x="45852" y="6301294"/>
                  </a:lnTo>
                  <a:lnTo>
                    <a:pt x="45946" y="6301294"/>
                  </a:lnTo>
                  <a:lnTo>
                    <a:pt x="46040" y="6301294"/>
                  </a:lnTo>
                  <a:lnTo>
                    <a:pt x="46134" y="6301294"/>
                  </a:lnTo>
                  <a:lnTo>
                    <a:pt x="46228" y="6301294"/>
                  </a:lnTo>
                  <a:lnTo>
                    <a:pt x="46322" y="6301294"/>
                  </a:lnTo>
                  <a:lnTo>
                    <a:pt x="46417" y="6301294"/>
                  </a:lnTo>
                  <a:lnTo>
                    <a:pt x="46511" y="6301294"/>
                  </a:lnTo>
                  <a:lnTo>
                    <a:pt x="46605" y="6301294"/>
                  </a:lnTo>
                  <a:lnTo>
                    <a:pt x="46699" y="6301294"/>
                  </a:lnTo>
                  <a:lnTo>
                    <a:pt x="46699" y="6296382"/>
                  </a:lnTo>
                  <a:lnTo>
                    <a:pt x="46793" y="6296382"/>
                  </a:lnTo>
                  <a:lnTo>
                    <a:pt x="46887" y="6296382"/>
                  </a:lnTo>
                  <a:lnTo>
                    <a:pt x="46981" y="6296382"/>
                  </a:lnTo>
                  <a:lnTo>
                    <a:pt x="47076" y="6296382"/>
                  </a:lnTo>
                  <a:lnTo>
                    <a:pt x="47170" y="6296382"/>
                  </a:lnTo>
                  <a:lnTo>
                    <a:pt x="47264" y="6296382"/>
                  </a:lnTo>
                  <a:lnTo>
                    <a:pt x="47358" y="6296382"/>
                  </a:lnTo>
                  <a:lnTo>
                    <a:pt x="47452" y="6296382"/>
                  </a:lnTo>
                  <a:lnTo>
                    <a:pt x="47546" y="6296382"/>
                  </a:lnTo>
                  <a:lnTo>
                    <a:pt x="47641" y="6296382"/>
                  </a:lnTo>
                  <a:lnTo>
                    <a:pt x="47735" y="6296382"/>
                  </a:lnTo>
                  <a:lnTo>
                    <a:pt x="47829" y="6296382"/>
                  </a:lnTo>
                  <a:lnTo>
                    <a:pt x="47923" y="6296382"/>
                  </a:lnTo>
                  <a:lnTo>
                    <a:pt x="48017" y="6296382"/>
                  </a:lnTo>
                  <a:lnTo>
                    <a:pt x="48111" y="6296382"/>
                  </a:lnTo>
                  <a:lnTo>
                    <a:pt x="48205" y="6296382"/>
                  </a:lnTo>
                  <a:lnTo>
                    <a:pt x="48300" y="6296382"/>
                  </a:lnTo>
                  <a:lnTo>
                    <a:pt x="48394" y="6296382"/>
                  </a:lnTo>
                  <a:lnTo>
                    <a:pt x="48488" y="6296382"/>
                  </a:lnTo>
                  <a:lnTo>
                    <a:pt x="48582" y="6296382"/>
                  </a:lnTo>
                  <a:lnTo>
                    <a:pt x="48582" y="6291471"/>
                  </a:lnTo>
                  <a:lnTo>
                    <a:pt x="48676" y="6291471"/>
                  </a:lnTo>
                  <a:lnTo>
                    <a:pt x="48770" y="6291471"/>
                  </a:lnTo>
                  <a:lnTo>
                    <a:pt x="48864" y="6291471"/>
                  </a:lnTo>
                  <a:lnTo>
                    <a:pt x="48959" y="6291471"/>
                  </a:lnTo>
                  <a:lnTo>
                    <a:pt x="49053" y="6291471"/>
                  </a:lnTo>
                  <a:lnTo>
                    <a:pt x="49147" y="6291471"/>
                  </a:lnTo>
                  <a:lnTo>
                    <a:pt x="49241" y="6291471"/>
                  </a:lnTo>
                  <a:lnTo>
                    <a:pt x="49241" y="6286559"/>
                  </a:lnTo>
                  <a:lnTo>
                    <a:pt x="49335" y="6286559"/>
                  </a:lnTo>
                  <a:lnTo>
                    <a:pt x="49429" y="6286559"/>
                  </a:lnTo>
                  <a:lnTo>
                    <a:pt x="49524" y="6286559"/>
                  </a:lnTo>
                  <a:lnTo>
                    <a:pt x="49618" y="6286559"/>
                  </a:lnTo>
                  <a:lnTo>
                    <a:pt x="49712" y="6286559"/>
                  </a:lnTo>
                  <a:lnTo>
                    <a:pt x="49806" y="6286559"/>
                  </a:lnTo>
                  <a:lnTo>
                    <a:pt x="49900" y="6286559"/>
                  </a:lnTo>
                  <a:lnTo>
                    <a:pt x="49994" y="6286559"/>
                  </a:lnTo>
                  <a:lnTo>
                    <a:pt x="50088" y="6286559"/>
                  </a:lnTo>
                  <a:lnTo>
                    <a:pt x="50183" y="6286559"/>
                  </a:lnTo>
                  <a:lnTo>
                    <a:pt x="50277" y="6286559"/>
                  </a:lnTo>
                  <a:lnTo>
                    <a:pt x="50371" y="6286559"/>
                  </a:lnTo>
                  <a:lnTo>
                    <a:pt x="50465" y="6286559"/>
                  </a:lnTo>
                  <a:lnTo>
                    <a:pt x="50559" y="6286559"/>
                  </a:lnTo>
                  <a:lnTo>
                    <a:pt x="50559" y="6281648"/>
                  </a:lnTo>
                  <a:lnTo>
                    <a:pt x="50653" y="6281648"/>
                  </a:lnTo>
                  <a:lnTo>
                    <a:pt x="50748" y="6281648"/>
                  </a:lnTo>
                  <a:lnTo>
                    <a:pt x="50842" y="6281648"/>
                  </a:lnTo>
                  <a:lnTo>
                    <a:pt x="50936" y="6281648"/>
                  </a:lnTo>
                  <a:lnTo>
                    <a:pt x="51030" y="6281648"/>
                  </a:lnTo>
                  <a:lnTo>
                    <a:pt x="51124" y="6281648"/>
                  </a:lnTo>
                  <a:lnTo>
                    <a:pt x="51124" y="6276737"/>
                  </a:lnTo>
                  <a:lnTo>
                    <a:pt x="51218" y="6276737"/>
                  </a:lnTo>
                  <a:lnTo>
                    <a:pt x="51312" y="6276737"/>
                  </a:lnTo>
                  <a:lnTo>
                    <a:pt x="51407" y="6276737"/>
                  </a:lnTo>
                  <a:lnTo>
                    <a:pt x="51501" y="6276737"/>
                  </a:lnTo>
                  <a:lnTo>
                    <a:pt x="51595" y="6276737"/>
                  </a:lnTo>
                  <a:lnTo>
                    <a:pt x="51689" y="6276737"/>
                  </a:lnTo>
                  <a:lnTo>
                    <a:pt x="51783" y="6276737"/>
                  </a:lnTo>
                  <a:lnTo>
                    <a:pt x="51877" y="6276737"/>
                  </a:lnTo>
                  <a:lnTo>
                    <a:pt x="51972" y="6276737"/>
                  </a:lnTo>
                  <a:lnTo>
                    <a:pt x="52066" y="6276737"/>
                  </a:lnTo>
                  <a:lnTo>
                    <a:pt x="52160" y="6276737"/>
                  </a:lnTo>
                  <a:lnTo>
                    <a:pt x="52254" y="6276737"/>
                  </a:lnTo>
                  <a:lnTo>
                    <a:pt x="52348" y="6276737"/>
                  </a:lnTo>
                  <a:lnTo>
                    <a:pt x="52442" y="6276737"/>
                  </a:lnTo>
                  <a:lnTo>
                    <a:pt x="52536" y="6276737"/>
                  </a:lnTo>
                  <a:lnTo>
                    <a:pt x="52631" y="6276737"/>
                  </a:lnTo>
                  <a:lnTo>
                    <a:pt x="52725" y="6276737"/>
                  </a:lnTo>
                  <a:lnTo>
                    <a:pt x="52819" y="6276737"/>
                  </a:lnTo>
                  <a:lnTo>
                    <a:pt x="52913" y="6276737"/>
                  </a:lnTo>
                  <a:lnTo>
                    <a:pt x="53007" y="6276737"/>
                  </a:lnTo>
                  <a:lnTo>
                    <a:pt x="53101" y="6276737"/>
                  </a:lnTo>
                  <a:lnTo>
                    <a:pt x="53195" y="6276737"/>
                  </a:lnTo>
                  <a:lnTo>
                    <a:pt x="53290" y="6276737"/>
                  </a:lnTo>
                  <a:lnTo>
                    <a:pt x="53384" y="6276737"/>
                  </a:lnTo>
                  <a:lnTo>
                    <a:pt x="53478" y="6276737"/>
                  </a:lnTo>
                  <a:lnTo>
                    <a:pt x="53572" y="6276737"/>
                  </a:lnTo>
                  <a:lnTo>
                    <a:pt x="53666" y="6276737"/>
                  </a:lnTo>
                  <a:lnTo>
                    <a:pt x="53760" y="6276737"/>
                  </a:lnTo>
                  <a:lnTo>
                    <a:pt x="53855" y="6276737"/>
                  </a:lnTo>
                  <a:lnTo>
                    <a:pt x="53949" y="6276737"/>
                  </a:lnTo>
                  <a:lnTo>
                    <a:pt x="54043" y="6276737"/>
                  </a:lnTo>
                  <a:lnTo>
                    <a:pt x="54137" y="6276737"/>
                  </a:lnTo>
                  <a:lnTo>
                    <a:pt x="54231" y="6276737"/>
                  </a:lnTo>
                  <a:lnTo>
                    <a:pt x="54325" y="6276737"/>
                  </a:lnTo>
                  <a:lnTo>
                    <a:pt x="54419" y="6276737"/>
                  </a:lnTo>
                  <a:lnTo>
                    <a:pt x="54514" y="6276737"/>
                  </a:lnTo>
                  <a:lnTo>
                    <a:pt x="54608" y="6276737"/>
                  </a:lnTo>
                  <a:lnTo>
                    <a:pt x="54702" y="6276737"/>
                  </a:lnTo>
                  <a:lnTo>
                    <a:pt x="54796" y="6276737"/>
                  </a:lnTo>
                  <a:lnTo>
                    <a:pt x="54890" y="6276737"/>
                  </a:lnTo>
                  <a:lnTo>
                    <a:pt x="54984" y="6276737"/>
                  </a:lnTo>
                  <a:lnTo>
                    <a:pt x="55079" y="6276737"/>
                  </a:lnTo>
                  <a:lnTo>
                    <a:pt x="55173" y="6276737"/>
                  </a:lnTo>
                  <a:lnTo>
                    <a:pt x="55267" y="6276737"/>
                  </a:lnTo>
                  <a:lnTo>
                    <a:pt x="55361" y="6276737"/>
                  </a:lnTo>
                  <a:lnTo>
                    <a:pt x="55455" y="6276737"/>
                  </a:lnTo>
                  <a:lnTo>
                    <a:pt x="55549" y="6276737"/>
                  </a:lnTo>
                  <a:lnTo>
                    <a:pt x="55643" y="6276737"/>
                  </a:lnTo>
                  <a:lnTo>
                    <a:pt x="55738" y="6276737"/>
                  </a:lnTo>
                  <a:lnTo>
                    <a:pt x="55832" y="6276737"/>
                  </a:lnTo>
                  <a:lnTo>
                    <a:pt x="55926" y="6276737"/>
                  </a:lnTo>
                  <a:lnTo>
                    <a:pt x="56020" y="6276737"/>
                  </a:lnTo>
                  <a:lnTo>
                    <a:pt x="56114" y="6276737"/>
                  </a:lnTo>
                  <a:lnTo>
                    <a:pt x="56208" y="6276737"/>
                  </a:lnTo>
                  <a:lnTo>
                    <a:pt x="56303" y="6276737"/>
                  </a:lnTo>
                  <a:lnTo>
                    <a:pt x="56397" y="6276737"/>
                  </a:lnTo>
                  <a:lnTo>
                    <a:pt x="56491" y="6276737"/>
                  </a:lnTo>
                  <a:lnTo>
                    <a:pt x="56585" y="6276737"/>
                  </a:lnTo>
                  <a:lnTo>
                    <a:pt x="56679" y="6276737"/>
                  </a:lnTo>
                  <a:lnTo>
                    <a:pt x="56773" y="6276737"/>
                  </a:lnTo>
                  <a:lnTo>
                    <a:pt x="56867" y="6276737"/>
                  </a:lnTo>
                  <a:lnTo>
                    <a:pt x="56962" y="6276737"/>
                  </a:lnTo>
                  <a:lnTo>
                    <a:pt x="57056" y="6276737"/>
                  </a:lnTo>
                  <a:lnTo>
                    <a:pt x="57150" y="6276737"/>
                  </a:lnTo>
                  <a:lnTo>
                    <a:pt x="57244" y="6276737"/>
                  </a:lnTo>
                  <a:lnTo>
                    <a:pt x="57338" y="6276737"/>
                  </a:lnTo>
                  <a:lnTo>
                    <a:pt x="57432" y="6276737"/>
                  </a:lnTo>
                  <a:lnTo>
                    <a:pt x="57526" y="6276737"/>
                  </a:lnTo>
                  <a:lnTo>
                    <a:pt x="57621" y="6276737"/>
                  </a:lnTo>
                  <a:lnTo>
                    <a:pt x="57715" y="6276737"/>
                  </a:lnTo>
                  <a:lnTo>
                    <a:pt x="57809" y="6276737"/>
                  </a:lnTo>
                  <a:lnTo>
                    <a:pt x="57903" y="6276737"/>
                  </a:lnTo>
                  <a:lnTo>
                    <a:pt x="57997" y="6276737"/>
                  </a:lnTo>
                  <a:lnTo>
                    <a:pt x="58091" y="6276737"/>
                  </a:lnTo>
                  <a:lnTo>
                    <a:pt x="58186" y="6276737"/>
                  </a:lnTo>
                  <a:lnTo>
                    <a:pt x="58280" y="6276737"/>
                  </a:lnTo>
                  <a:lnTo>
                    <a:pt x="58374" y="6276737"/>
                  </a:lnTo>
                  <a:lnTo>
                    <a:pt x="58468" y="6276737"/>
                  </a:lnTo>
                  <a:lnTo>
                    <a:pt x="58562" y="6276737"/>
                  </a:lnTo>
                  <a:lnTo>
                    <a:pt x="58656" y="6276737"/>
                  </a:lnTo>
                  <a:lnTo>
                    <a:pt x="58750" y="6276737"/>
                  </a:lnTo>
                  <a:lnTo>
                    <a:pt x="58845" y="6276737"/>
                  </a:lnTo>
                  <a:lnTo>
                    <a:pt x="58939" y="6276737"/>
                  </a:lnTo>
                  <a:lnTo>
                    <a:pt x="59033" y="6276737"/>
                  </a:lnTo>
                  <a:lnTo>
                    <a:pt x="59127" y="6276737"/>
                  </a:lnTo>
                  <a:lnTo>
                    <a:pt x="59221" y="6276737"/>
                  </a:lnTo>
                  <a:lnTo>
                    <a:pt x="59315" y="6276737"/>
                  </a:lnTo>
                  <a:lnTo>
                    <a:pt x="59410" y="6276737"/>
                  </a:lnTo>
                  <a:lnTo>
                    <a:pt x="59504" y="6276737"/>
                  </a:lnTo>
                  <a:lnTo>
                    <a:pt x="59598" y="6276737"/>
                  </a:lnTo>
                  <a:lnTo>
                    <a:pt x="59692" y="6276737"/>
                  </a:lnTo>
                  <a:lnTo>
                    <a:pt x="59786" y="6276737"/>
                  </a:lnTo>
                  <a:lnTo>
                    <a:pt x="59880" y="6276737"/>
                  </a:lnTo>
                  <a:lnTo>
                    <a:pt x="59974" y="6276737"/>
                  </a:lnTo>
                  <a:lnTo>
                    <a:pt x="60069" y="6276737"/>
                  </a:lnTo>
                  <a:lnTo>
                    <a:pt x="60163" y="6276737"/>
                  </a:lnTo>
                  <a:lnTo>
                    <a:pt x="60257" y="6276737"/>
                  </a:lnTo>
                  <a:lnTo>
                    <a:pt x="60351" y="6276737"/>
                  </a:lnTo>
                  <a:lnTo>
                    <a:pt x="60445" y="6276737"/>
                  </a:lnTo>
                  <a:lnTo>
                    <a:pt x="60539" y="6276737"/>
                  </a:lnTo>
                  <a:lnTo>
                    <a:pt x="60634" y="6276737"/>
                  </a:lnTo>
                  <a:lnTo>
                    <a:pt x="60728" y="6276737"/>
                  </a:lnTo>
                  <a:lnTo>
                    <a:pt x="60822" y="6276737"/>
                  </a:lnTo>
                  <a:lnTo>
                    <a:pt x="60916" y="6276737"/>
                  </a:lnTo>
                  <a:lnTo>
                    <a:pt x="61010" y="6276737"/>
                  </a:lnTo>
                  <a:lnTo>
                    <a:pt x="61104" y="6276737"/>
                  </a:lnTo>
                  <a:lnTo>
                    <a:pt x="61198" y="6276737"/>
                  </a:lnTo>
                  <a:lnTo>
                    <a:pt x="61293" y="6276737"/>
                  </a:lnTo>
                  <a:lnTo>
                    <a:pt x="61293" y="6271825"/>
                  </a:lnTo>
                  <a:lnTo>
                    <a:pt x="61387" y="6271825"/>
                  </a:lnTo>
                  <a:lnTo>
                    <a:pt x="61481" y="6271825"/>
                  </a:lnTo>
                  <a:lnTo>
                    <a:pt x="61575" y="6271825"/>
                  </a:lnTo>
                  <a:lnTo>
                    <a:pt x="61669" y="6271825"/>
                  </a:lnTo>
                  <a:lnTo>
                    <a:pt x="61763" y="6271825"/>
                  </a:lnTo>
                  <a:lnTo>
                    <a:pt x="61857" y="6271825"/>
                  </a:lnTo>
                  <a:lnTo>
                    <a:pt x="61952" y="6271825"/>
                  </a:lnTo>
                  <a:lnTo>
                    <a:pt x="62046" y="6271825"/>
                  </a:lnTo>
                  <a:lnTo>
                    <a:pt x="62140" y="6271825"/>
                  </a:lnTo>
                  <a:lnTo>
                    <a:pt x="62234" y="6271825"/>
                  </a:lnTo>
                  <a:lnTo>
                    <a:pt x="62328" y="6271825"/>
                  </a:lnTo>
                  <a:lnTo>
                    <a:pt x="62422" y="6271825"/>
                  </a:lnTo>
                  <a:lnTo>
                    <a:pt x="62517" y="6271825"/>
                  </a:lnTo>
                  <a:lnTo>
                    <a:pt x="62611" y="6271825"/>
                  </a:lnTo>
                  <a:lnTo>
                    <a:pt x="62705" y="6271825"/>
                  </a:lnTo>
                  <a:lnTo>
                    <a:pt x="62799" y="6271825"/>
                  </a:lnTo>
                  <a:lnTo>
                    <a:pt x="62893" y="6271825"/>
                  </a:lnTo>
                  <a:lnTo>
                    <a:pt x="62987" y="6271825"/>
                  </a:lnTo>
                  <a:lnTo>
                    <a:pt x="63081" y="6271825"/>
                  </a:lnTo>
                  <a:lnTo>
                    <a:pt x="63176" y="6271825"/>
                  </a:lnTo>
                  <a:lnTo>
                    <a:pt x="63270" y="6271825"/>
                  </a:lnTo>
                  <a:lnTo>
                    <a:pt x="63364" y="6271825"/>
                  </a:lnTo>
                  <a:lnTo>
                    <a:pt x="63458" y="6271825"/>
                  </a:lnTo>
                  <a:lnTo>
                    <a:pt x="63552" y="6271825"/>
                  </a:lnTo>
                  <a:lnTo>
                    <a:pt x="63646" y="6271825"/>
                  </a:lnTo>
                  <a:lnTo>
                    <a:pt x="63741" y="6271825"/>
                  </a:lnTo>
                  <a:lnTo>
                    <a:pt x="63835" y="6271825"/>
                  </a:lnTo>
                  <a:lnTo>
                    <a:pt x="63929" y="6271825"/>
                  </a:lnTo>
                  <a:lnTo>
                    <a:pt x="64023" y="6271825"/>
                  </a:lnTo>
                  <a:lnTo>
                    <a:pt x="64117" y="6271825"/>
                  </a:lnTo>
                  <a:lnTo>
                    <a:pt x="64211" y="6271825"/>
                  </a:lnTo>
                  <a:lnTo>
                    <a:pt x="64305" y="6271825"/>
                  </a:lnTo>
                  <a:lnTo>
                    <a:pt x="64400" y="6271825"/>
                  </a:lnTo>
                  <a:lnTo>
                    <a:pt x="64494" y="6271825"/>
                  </a:lnTo>
                  <a:lnTo>
                    <a:pt x="64588" y="6271825"/>
                  </a:lnTo>
                  <a:lnTo>
                    <a:pt x="64682" y="6271825"/>
                  </a:lnTo>
                  <a:lnTo>
                    <a:pt x="64776" y="6271825"/>
                  </a:lnTo>
                  <a:lnTo>
                    <a:pt x="64870" y="6271825"/>
                  </a:lnTo>
                  <a:lnTo>
                    <a:pt x="64965" y="6271825"/>
                  </a:lnTo>
                  <a:lnTo>
                    <a:pt x="65059" y="6271825"/>
                  </a:lnTo>
                  <a:lnTo>
                    <a:pt x="65153" y="6271825"/>
                  </a:lnTo>
                  <a:lnTo>
                    <a:pt x="65247" y="6271825"/>
                  </a:lnTo>
                  <a:lnTo>
                    <a:pt x="65341" y="6271825"/>
                  </a:lnTo>
                  <a:lnTo>
                    <a:pt x="65435" y="6271825"/>
                  </a:lnTo>
                  <a:lnTo>
                    <a:pt x="65529" y="6271825"/>
                  </a:lnTo>
                  <a:lnTo>
                    <a:pt x="65624" y="6271825"/>
                  </a:lnTo>
                  <a:lnTo>
                    <a:pt x="65718" y="6271825"/>
                  </a:lnTo>
                  <a:lnTo>
                    <a:pt x="65812" y="6271825"/>
                  </a:lnTo>
                  <a:lnTo>
                    <a:pt x="65906" y="6271825"/>
                  </a:lnTo>
                  <a:lnTo>
                    <a:pt x="66000" y="6271825"/>
                  </a:lnTo>
                  <a:lnTo>
                    <a:pt x="66094" y="6271825"/>
                  </a:lnTo>
                  <a:lnTo>
                    <a:pt x="66188" y="6271825"/>
                  </a:lnTo>
                  <a:lnTo>
                    <a:pt x="66283" y="6271825"/>
                  </a:lnTo>
                  <a:lnTo>
                    <a:pt x="66377" y="6271825"/>
                  </a:lnTo>
                  <a:lnTo>
                    <a:pt x="66471" y="6271825"/>
                  </a:lnTo>
                  <a:lnTo>
                    <a:pt x="66565" y="6271825"/>
                  </a:lnTo>
                  <a:lnTo>
                    <a:pt x="66659" y="6271825"/>
                  </a:lnTo>
                  <a:lnTo>
                    <a:pt x="66753" y="6271825"/>
                  </a:lnTo>
                  <a:lnTo>
                    <a:pt x="66848" y="6271825"/>
                  </a:lnTo>
                  <a:lnTo>
                    <a:pt x="66942" y="6271825"/>
                  </a:lnTo>
                  <a:lnTo>
                    <a:pt x="67036" y="6271825"/>
                  </a:lnTo>
                  <a:lnTo>
                    <a:pt x="67130" y="6271825"/>
                  </a:lnTo>
                  <a:lnTo>
                    <a:pt x="67224" y="6271825"/>
                  </a:lnTo>
                  <a:lnTo>
                    <a:pt x="67318" y="6271825"/>
                  </a:lnTo>
                  <a:lnTo>
                    <a:pt x="67412" y="6271825"/>
                  </a:lnTo>
                  <a:lnTo>
                    <a:pt x="67507" y="6271825"/>
                  </a:lnTo>
                  <a:lnTo>
                    <a:pt x="67601" y="6271825"/>
                  </a:lnTo>
                  <a:lnTo>
                    <a:pt x="67695" y="6271825"/>
                  </a:lnTo>
                  <a:lnTo>
                    <a:pt x="67789" y="6271825"/>
                  </a:lnTo>
                  <a:lnTo>
                    <a:pt x="67883" y="6271825"/>
                  </a:lnTo>
                  <a:lnTo>
                    <a:pt x="67977" y="6271825"/>
                  </a:lnTo>
                  <a:lnTo>
                    <a:pt x="68072" y="6271825"/>
                  </a:lnTo>
                  <a:lnTo>
                    <a:pt x="68166" y="6271825"/>
                  </a:lnTo>
                  <a:lnTo>
                    <a:pt x="68260" y="6271825"/>
                  </a:lnTo>
                  <a:lnTo>
                    <a:pt x="68354" y="6271825"/>
                  </a:lnTo>
                  <a:lnTo>
                    <a:pt x="68448" y="6271825"/>
                  </a:lnTo>
                  <a:lnTo>
                    <a:pt x="68542" y="6271825"/>
                  </a:lnTo>
                  <a:lnTo>
                    <a:pt x="68636" y="6271825"/>
                  </a:lnTo>
                  <a:lnTo>
                    <a:pt x="68731" y="6271825"/>
                  </a:lnTo>
                  <a:lnTo>
                    <a:pt x="68825" y="6271825"/>
                  </a:lnTo>
                  <a:lnTo>
                    <a:pt x="68919" y="6271825"/>
                  </a:lnTo>
                  <a:lnTo>
                    <a:pt x="68919" y="6266914"/>
                  </a:lnTo>
                  <a:lnTo>
                    <a:pt x="69013" y="6266914"/>
                  </a:lnTo>
                  <a:lnTo>
                    <a:pt x="69107" y="6266914"/>
                  </a:lnTo>
                  <a:lnTo>
                    <a:pt x="69201" y="6266914"/>
                  </a:lnTo>
                  <a:lnTo>
                    <a:pt x="69296" y="6266914"/>
                  </a:lnTo>
                  <a:lnTo>
                    <a:pt x="69390" y="6266914"/>
                  </a:lnTo>
                  <a:lnTo>
                    <a:pt x="69484" y="6266914"/>
                  </a:lnTo>
                  <a:lnTo>
                    <a:pt x="69578" y="6266914"/>
                  </a:lnTo>
                  <a:lnTo>
                    <a:pt x="69672" y="6266914"/>
                  </a:lnTo>
                  <a:lnTo>
                    <a:pt x="69766" y="6266914"/>
                  </a:lnTo>
                  <a:lnTo>
                    <a:pt x="69860" y="6266914"/>
                  </a:lnTo>
                  <a:lnTo>
                    <a:pt x="69955" y="6266914"/>
                  </a:lnTo>
                  <a:lnTo>
                    <a:pt x="70049" y="6266914"/>
                  </a:lnTo>
                  <a:lnTo>
                    <a:pt x="70143" y="6266914"/>
                  </a:lnTo>
                  <a:lnTo>
                    <a:pt x="70143" y="6262003"/>
                  </a:lnTo>
                  <a:lnTo>
                    <a:pt x="70143" y="6257091"/>
                  </a:lnTo>
                  <a:lnTo>
                    <a:pt x="70143" y="6252180"/>
                  </a:lnTo>
                  <a:lnTo>
                    <a:pt x="70237" y="6252180"/>
                  </a:lnTo>
                  <a:lnTo>
                    <a:pt x="70331" y="6252180"/>
                  </a:lnTo>
                  <a:lnTo>
                    <a:pt x="70425" y="6252180"/>
                  </a:lnTo>
                  <a:lnTo>
                    <a:pt x="70519" y="6252180"/>
                  </a:lnTo>
                  <a:lnTo>
                    <a:pt x="70614" y="6252180"/>
                  </a:lnTo>
                  <a:lnTo>
                    <a:pt x="70708" y="6252180"/>
                  </a:lnTo>
                  <a:lnTo>
                    <a:pt x="70802" y="6252180"/>
                  </a:lnTo>
                  <a:lnTo>
                    <a:pt x="70896" y="6252180"/>
                  </a:lnTo>
                  <a:lnTo>
                    <a:pt x="70990" y="6252180"/>
                  </a:lnTo>
                  <a:lnTo>
                    <a:pt x="71084" y="6252180"/>
                  </a:lnTo>
                  <a:lnTo>
                    <a:pt x="71179" y="6252180"/>
                  </a:lnTo>
                  <a:lnTo>
                    <a:pt x="71273" y="6252180"/>
                  </a:lnTo>
                  <a:lnTo>
                    <a:pt x="71367" y="6252180"/>
                  </a:lnTo>
                  <a:lnTo>
                    <a:pt x="71461" y="6252180"/>
                  </a:lnTo>
                  <a:lnTo>
                    <a:pt x="71555" y="6252180"/>
                  </a:lnTo>
                  <a:lnTo>
                    <a:pt x="71649" y="6252180"/>
                  </a:lnTo>
                  <a:lnTo>
                    <a:pt x="71743" y="6252180"/>
                  </a:lnTo>
                  <a:lnTo>
                    <a:pt x="71838" y="6252180"/>
                  </a:lnTo>
                  <a:lnTo>
                    <a:pt x="71932" y="6252180"/>
                  </a:lnTo>
                  <a:lnTo>
                    <a:pt x="72026" y="6252180"/>
                  </a:lnTo>
                  <a:lnTo>
                    <a:pt x="72120" y="6252180"/>
                  </a:lnTo>
                  <a:lnTo>
                    <a:pt x="72214" y="6252180"/>
                  </a:lnTo>
                  <a:lnTo>
                    <a:pt x="72308" y="6252180"/>
                  </a:lnTo>
                  <a:lnTo>
                    <a:pt x="72403" y="6252180"/>
                  </a:lnTo>
                  <a:lnTo>
                    <a:pt x="72497" y="6252180"/>
                  </a:lnTo>
                  <a:lnTo>
                    <a:pt x="72591" y="6252180"/>
                  </a:lnTo>
                  <a:lnTo>
                    <a:pt x="72685" y="6252180"/>
                  </a:lnTo>
                  <a:lnTo>
                    <a:pt x="72779" y="6252180"/>
                  </a:lnTo>
                  <a:lnTo>
                    <a:pt x="72873" y="6252180"/>
                  </a:lnTo>
                  <a:lnTo>
                    <a:pt x="72967" y="6252180"/>
                  </a:lnTo>
                  <a:lnTo>
                    <a:pt x="73062" y="6252180"/>
                  </a:lnTo>
                  <a:lnTo>
                    <a:pt x="73156" y="6252180"/>
                  </a:lnTo>
                  <a:lnTo>
                    <a:pt x="73156" y="6247268"/>
                  </a:lnTo>
                  <a:lnTo>
                    <a:pt x="73250" y="6247268"/>
                  </a:lnTo>
                  <a:lnTo>
                    <a:pt x="73344" y="6247268"/>
                  </a:lnTo>
                  <a:lnTo>
                    <a:pt x="73438" y="6247268"/>
                  </a:lnTo>
                  <a:lnTo>
                    <a:pt x="73532" y="6247268"/>
                  </a:lnTo>
                  <a:lnTo>
                    <a:pt x="73627" y="6247268"/>
                  </a:lnTo>
                  <a:lnTo>
                    <a:pt x="73721" y="6247268"/>
                  </a:lnTo>
                  <a:lnTo>
                    <a:pt x="73815" y="6247268"/>
                  </a:lnTo>
                  <a:lnTo>
                    <a:pt x="73909" y="6247268"/>
                  </a:lnTo>
                  <a:lnTo>
                    <a:pt x="74003" y="6247268"/>
                  </a:lnTo>
                  <a:lnTo>
                    <a:pt x="74097" y="6247268"/>
                  </a:lnTo>
                  <a:lnTo>
                    <a:pt x="74191" y="6247268"/>
                  </a:lnTo>
                  <a:lnTo>
                    <a:pt x="74286" y="6247268"/>
                  </a:lnTo>
                  <a:lnTo>
                    <a:pt x="74380" y="6247268"/>
                  </a:lnTo>
                  <a:lnTo>
                    <a:pt x="74474" y="6247268"/>
                  </a:lnTo>
                  <a:lnTo>
                    <a:pt x="74568" y="6247268"/>
                  </a:lnTo>
                  <a:lnTo>
                    <a:pt x="74662" y="6247268"/>
                  </a:lnTo>
                  <a:lnTo>
                    <a:pt x="74756" y="6247268"/>
                  </a:lnTo>
                  <a:lnTo>
                    <a:pt x="74850" y="6247268"/>
                  </a:lnTo>
                  <a:lnTo>
                    <a:pt x="74945" y="6247268"/>
                  </a:lnTo>
                  <a:lnTo>
                    <a:pt x="75039" y="6247268"/>
                  </a:lnTo>
                  <a:lnTo>
                    <a:pt x="75133" y="6247268"/>
                  </a:lnTo>
                  <a:lnTo>
                    <a:pt x="75227" y="6247268"/>
                  </a:lnTo>
                  <a:lnTo>
                    <a:pt x="75321" y="6247268"/>
                  </a:lnTo>
                  <a:lnTo>
                    <a:pt x="75415" y="6247268"/>
                  </a:lnTo>
                  <a:lnTo>
                    <a:pt x="75510" y="6247268"/>
                  </a:lnTo>
                  <a:lnTo>
                    <a:pt x="75604" y="6247268"/>
                  </a:lnTo>
                  <a:lnTo>
                    <a:pt x="75698" y="6247268"/>
                  </a:lnTo>
                  <a:lnTo>
                    <a:pt x="75792" y="6247268"/>
                  </a:lnTo>
                  <a:lnTo>
                    <a:pt x="75886" y="6247268"/>
                  </a:lnTo>
                  <a:lnTo>
                    <a:pt x="75980" y="6247268"/>
                  </a:lnTo>
                  <a:lnTo>
                    <a:pt x="76074" y="6247268"/>
                  </a:lnTo>
                  <a:lnTo>
                    <a:pt x="76169" y="6247268"/>
                  </a:lnTo>
                  <a:lnTo>
                    <a:pt x="76263" y="6247268"/>
                  </a:lnTo>
                  <a:lnTo>
                    <a:pt x="76357" y="6247268"/>
                  </a:lnTo>
                  <a:lnTo>
                    <a:pt x="76451" y="6247268"/>
                  </a:lnTo>
                  <a:lnTo>
                    <a:pt x="76545" y="6247268"/>
                  </a:lnTo>
                  <a:lnTo>
                    <a:pt x="76639" y="6247268"/>
                  </a:lnTo>
                  <a:lnTo>
                    <a:pt x="76734" y="6247268"/>
                  </a:lnTo>
                  <a:lnTo>
                    <a:pt x="76828" y="6247268"/>
                  </a:lnTo>
                  <a:lnTo>
                    <a:pt x="76922" y="6247268"/>
                  </a:lnTo>
                  <a:lnTo>
                    <a:pt x="77016" y="6247268"/>
                  </a:lnTo>
                  <a:lnTo>
                    <a:pt x="77110" y="6247268"/>
                  </a:lnTo>
                  <a:lnTo>
                    <a:pt x="77204" y="6247268"/>
                  </a:lnTo>
                  <a:lnTo>
                    <a:pt x="77298" y="6247268"/>
                  </a:lnTo>
                  <a:lnTo>
                    <a:pt x="77393" y="6247268"/>
                  </a:lnTo>
                  <a:lnTo>
                    <a:pt x="77487" y="6247268"/>
                  </a:lnTo>
                  <a:lnTo>
                    <a:pt x="77581" y="6247268"/>
                  </a:lnTo>
                  <a:lnTo>
                    <a:pt x="77675" y="6247268"/>
                  </a:lnTo>
                  <a:lnTo>
                    <a:pt x="77769" y="6247268"/>
                  </a:lnTo>
                  <a:lnTo>
                    <a:pt x="77863" y="6247268"/>
                  </a:lnTo>
                  <a:lnTo>
                    <a:pt x="77958" y="6247268"/>
                  </a:lnTo>
                  <a:lnTo>
                    <a:pt x="78052" y="6247268"/>
                  </a:lnTo>
                  <a:lnTo>
                    <a:pt x="78146" y="6247268"/>
                  </a:lnTo>
                  <a:lnTo>
                    <a:pt x="78240" y="6247268"/>
                  </a:lnTo>
                  <a:lnTo>
                    <a:pt x="78334" y="6247268"/>
                  </a:lnTo>
                  <a:lnTo>
                    <a:pt x="78428" y="6247268"/>
                  </a:lnTo>
                  <a:lnTo>
                    <a:pt x="78522" y="6247268"/>
                  </a:lnTo>
                  <a:lnTo>
                    <a:pt x="78617" y="6247268"/>
                  </a:lnTo>
                  <a:lnTo>
                    <a:pt x="78711" y="6247268"/>
                  </a:lnTo>
                  <a:lnTo>
                    <a:pt x="78805" y="6247268"/>
                  </a:lnTo>
                  <a:lnTo>
                    <a:pt x="78899" y="6247268"/>
                  </a:lnTo>
                  <a:lnTo>
                    <a:pt x="78993" y="6247268"/>
                  </a:lnTo>
                  <a:lnTo>
                    <a:pt x="79087" y="6247268"/>
                  </a:lnTo>
                  <a:lnTo>
                    <a:pt x="79181" y="6247268"/>
                  </a:lnTo>
                  <a:lnTo>
                    <a:pt x="79276" y="6247268"/>
                  </a:lnTo>
                  <a:lnTo>
                    <a:pt x="79370" y="6247268"/>
                  </a:lnTo>
                  <a:lnTo>
                    <a:pt x="79464" y="6247268"/>
                  </a:lnTo>
                  <a:lnTo>
                    <a:pt x="79558" y="6247268"/>
                  </a:lnTo>
                  <a:lnTo>
                    <a:pt x="79652" y="6247268"/>
                  </a:lnTo>
                  <a:lnTo>
                    <a:pt x="79746" y="6247268"/>
                  </a:lnTo>
                  <a:lnTo>
                    <a:pt x="79841" y="6247268"/>
                  </a:lnTo>
                  <a:lnTo>
                    <a:pt x="79935" y="6247268"/>
                  </a:lnTo>
                  <a:lnTo>
                    <a:pt x="80029" y="6247268"/>
                  </a:lnTo>
                  <a:lnTo>
                    <a:pt x="80123" y="6247268"/>
                  </a:lnTo>
                  <a:lnTo>
                    <a:pt x="80217" y="6247268"/>
                  </a:lnTo>
                  <a:lnTo>
                    <a:pt x="80217" y="6242357"/>
                  </a:lnTo>
                  <a:lnTo>
                    <a:pt x="80311" y="6242357"/>
                  </a:lnTo>
                  <a:lnTo>
                    <a:pt x="80405" y="6242357"/>
                  </a:lnTo>
                  <a:lnTo>
                    <a:pt x="80500" y="6242357"/>
                  </a:lnTo>
                  <a:lnTo>
                    <a:pt x="80594" y="6242357"/>
                  </a:lnTo>
                  <a:lnTo>
                    <a:pt x="80688" y="6242357"/>
                  </a:lnTo>
                  <a:lnTo>
                    <a:pt x="80782" y="6242357"/>
                  </a:lnTo>
                  <a:lnTo>
                    <a:pt x="80876" y="6242357"/>
                  </a:lnTo>
                  <a:lnTo>
                    <a:pt x="80970" y="6242357"/>
                  </a:lnTo>
                  <a:lnTo>
                    <a:pt x="81065" y="6242357"/>
                  </a:lnTo>
                  <a:lnTo>
                    <a:pt x="81159" y="6242357"/>
                  </a:lnTo>
                  <a:lnTo>
                    <a:pt x="81253" y="6242357"/>
                  </a:lnTo>
                  <a:lnTo>
                    <a:pt x="81347" y="6242357"/>
                  </a:lnTo>
                  <a:lnTo>
                    <a:pt x="81441" y="6242357"/>
                  </a:lnTo>
                  <a:lnTo>
                    <a:pt x="81535" y="6242357"/>
                  </a:lnTo>
                  <a:lnTo>
                    <a:pt x="81629" y="6242357"/>
                  </a:lnTo>
                  <a:lnTo>
                    <a:pt x="81724" y="6242357"/>
                  </a:lnTo>
                  <a:lnTo>
                    <a:pt x="81818" y="6242357"/>
                  </a:lnTo>
                  <a:lnTo>
                    <a:pt x="81912" y="6242357"/>
                  </a:lnTo>
                  <a:lnTo>
                    <a:pt x="82006" y="6242357"/>
                  </a:lnTo>
                  <a:lnTo>
                    <a:pt x="82100" y="6242357"/>
                  </a:lnTo>
                  <a:lnTo>
                    <a:pt x="82194" y="6242357"/>
                  </a:lnTo>
                  <a:lnTo>
                    <a:pt x="82289" y="6242357"/>
                  </a:lnTo>
                  <a:lnTo>
                    <a:pt x="82383" y="6242357"/>
                  </a:lnTo>
                  <a:lnTo>
                    <a:pt x="82477" y="6242357"/>
                  </a:lnTo>
                  <a:lnTo>
                    <a:pt x="82571" y="6242357"/>
                  </a:lnTo>
                  <a:lnTo>
                    <a:pt x="82665" y="6242357"/>
                  </a:lnTo>
                  <a:lnTo>
                    <a:pt x="82759" y="6242357"/>
                  </a:lnTo>
                  <a:lnTo>
                    <a:pt x="82853" y="6242357"/>
                  </a:lnTo>
                  <a:lnTo>
                    <a:pt x="82948" y="6242357"/>
                  </a:lnTo>
                  <a:lnTo>
                    <a:pt x="83042" y="6242357"/>
                  </a:lnTo>
                  <a:lnTo>
                    <a:pt x="83136" y="6242357"/>
                  </a:lnTo>
                  <a:lnTo>
                    <a:pt x="83230" y="6242357"/>
                  </a:lnTo>
                  <a:lnTo>
                    <a:pt x="83324" y="6242357"/>
                  </a:lnTo>
                  <a:lnTo>
                    <a:pt x="83418" y="6242357"/>
                  </a:lnTo>
                  <a:lnTo>
                    <a:pt x="83512" y="6242357"/>
                  </a:lnTo>
                  <a:lnTo>
                    <a:pt x="83607" y="6242357"/>
                  </a:lnTo>
                  <a:lnTo>
                    <a:pt x="83701" y="6242357"/>
                  </a:lnTo>
                  <a:lnTo>
                    <a:pt x="83795" y="6242357"/>
                  </a:lnTo>
                  <a:lnTo>
                    <a:pt x="83889" y="6242357"/>
                  </a:lnTo>
                  <a:lnTo>
                    <a:pt x="83983" y="6242357"/>
                  </a:lnTo>
                  <a:lnTo>
                    <a:pt x="84077" y="6242357"/>
                  </a:lnTo>
                  <a:lnTo>
                    <a:pt x="84172" y="6242357"/>
                  </a:lnTo>
                  <a:lnTo>
                    <a:pt x="84266" y="6242357"/>
                  </a:lnTo>
                  <a:lnTo>
                    <a:pt x="84360" y="6242357"/>
                  </a:lnTo>
                  <a:lnTo>
                    <a:pt x="84454" y="6242357"/>
                  </a:lnTo>
                  <a:lnTo>
                    <a:pt x="84548" y="6242357"/>
                  </a:lnTo>
                  <a:lnTo>
                    <a:pt x="84642" y="6242357"/>
                  </a:lnTo>
                  <a:lnTo>
                    <a:pt x="84736" y="6242357"/>
                  </a:lnTo>
                  <a:lnTo>
                    <a:pt x="84831" y="6242357"/>
                  </a:lnTo>
                  <a:lnTo>
                    <a:pt x="84925" y="6242357"/>
                  </a:lnTo>
                  <a:lnTo>
                    <a:pt x="85019" y="6242357"/>
                  </a:lnTo>
                  <a:lnTo>
                    <a:pt x="85113" y="6242357"/>
                  </a:lnTo>
                  <a:lnTo>
                    <a:pt x="85207" y="6242357"/>
                  </a:lnTo>
                  <a:lnTo>
                    <a:pt x="85301" y="6242357"/>
                  </a:lnTo>
                  <a:lnTo>
                    <a:pt x="85396" y="6242357"/>
                  </a:lnTo>
                  <a:lnTo>
                    <a:pt x="85490" y="6242357"/>
                  </a:lnTo>
                  <a:lnTo>
                    <a:pt x="85584" y="6242357"/>
                  </a:lnTo>
                  <a:lnTo>
                    <a:pt x="85678" y="6242357"/>
                  </a:lnTo>
                  <a:lnTo>
                    <a:pt x="85772" y="6242357"/>
                  </a:lnTo>
                  <a:lnTo>
                    <a:pt x="85866" y="6242357"/>
                  </a:lnTo>
                  <a:lnTo>
                    <a:pt x="85960" y="6242357"/>
                  </a:lnTo>
                  <a:lnTo>
                    <a:pt x="86055" y="6242357"/>
                  </a:lnTo>
                  <a:lnTo>
                    <a:pt x="86149" y="6242357"/>
                  </a:lnTo>
                  <a:lnTo>
                    <a:pt x="86243" y="6242357"/>
                  </a:lnTo>
                  <a:lnTo>
                    <a:pt x="86337" y="6242357"/>
                  </a:lnTo>
                  <a:lnTo>
                    <a:pt x="86337" y="6237446"/>
                  </a:lnTo>
                  <a:lnTo>
                    <a:pt x="86431" y="6237446"/>
                  </a:lnTo>
                  <a:lnTo>
                    <a:pt x="86525" y="6237446"/>
                  </a:lnTo>
                  <a:lnTo>
                    <a:pt x="86620" y="6237446"/>
                  </a:lnTo>
                  <a:lnTo>
                    <a:pt x="86714" y="6237446"/>
                  </a:lnTo>
                  <a:lnTo>
                    <a:pt x="86808" y="6237446"/>
                  </a:lnTo>
                  <a:lnTo>
                    <a:pt x="86902" y="6237446"/>
                  </a:lnTo>
                  <a:lnTo>
                    <a:pt x="86996" y="6237446"/>
                  </a:lnTo>
                  <a:lnTo>
                    <a:pt x="87090" y="6237446"/>
                  </a:lnTo>
                  <a:lnTo>
                    <a:pt x="87184" y="6237446"/>
                  </a:lnTo>
                  <a:lnTo>
                    <a:pt x="87279" y="6237446"/>
                  </a:lnTo>
                  <a:lnTo>
                    <a:pt x="87373" y="6237446"/>
                  </a:lnTo>
                  <a:lnTo>
                    <a:pt x="87467" y="6237446"/>
                  </a:lnTo>
                  <a:lnTo>
                    <a:pt x="87561" y="6237446"/>
                  </a:lnTo>
                  <a:lnTo>
                    <a:pt x="87655" y="6237446"/>
                  </a:lnTo>
                  <a:lnTo>
                    <a:pt x="87749" y="6237446"/>
                  </a:lnTo>
                  <a:lnTo>
                    <a:pt x="87843" y="6237446"/>
                  </a:lnTo>
                  <a:lnTo>
                    <a:pt x="87938" y="6237446"/>
                  </a:lnTo>
                  <a:lnTo>
                    <a:pt x="88032" y="6237446"/>
                  </a:lnTo>
                  <a:lnTo>
                    <a:pt x="88126" y="6237446"/>
                  </a:lnTo>
                  <a:lnTo>
                    <a:pt x="88220" y="6237446"/>
                  </a:lnTo>
                  <a:lnTo>
                    <a:pt x="88314" y="6237446"/>
                  </a:lnTo>
                  <a:lnTo>
                    <a:pt x="88408" y="6237446"/>
                  </a:lnTo>
                  <a:lnTo>
                    <a:pt x="88503" y="6237446"/>
                  </a:lnTo>
                  <a:lnTo>
                    <a:pt x="88597" y="6237446"/>
                  </a:lnTo>
                  <a:lnTo>
                    <a:pt x="88691" y="6237446"/>
                  </a:lnTo>
                  <a:lnTo>
                    <a:pt x="88785" y="6237446"/>
                  </a:lnTo>
                  <a:lnTo>
                    <a:pt x="88879" y="6237446"/>
                  </a:lnTo>
                  <a:lnTo>
                    <a:pt x="88973" y="6237446"/>
                  </a:lnTo>
                  <a:lnTo>
                    <a:pt x="89067" y="6237446"/>
                  </a:lnTo>
                  <a:lnTo>
                    <a:pt x="89162" y="6237446"/>
                  </a:lnTo>
                  <a:lnTo>
                    <a:pt x="89256" y="6237446"/>
                  </a:lnTo>
                  <a:lnTo>
                    <a:pt x="89350" y="6237446"/>
                  </a:lnTo>
                  <a:lnTo>
                    <a:pt x="89444" y="6237446"/>
                  </a:lnTo>
                  <a:lnTo>
                    <a:pt x="89538" y="6237446"/>
                  </a:lnTo>
                  <a:lnTo>
                    <a:pt x="89632" y="6237446"/>
                  </a:lnTo>
                  <a:lnTo>
                    <a:pt x="89727" y="6237446"/>
                  </a:lnTo>
                  <a:lnTo>
                    <a:pt x="89821" y="6237446"/>
                  </a:lnTo>
                  <a:lnTo>
                    <a:pt x="89915" y="6237446"/>
                  </a:lnTo>
                  <a:lnTo>
                    <a:pt x="90009" y="6237446"/>
                  </a:lnTo>
                  <a:lnTo>
                    <a:pt x="90103" y="6237446"/>
                  </a:lnTo>
                  <a:lnTo>
                    <a:pt x="90197" y="6237446"/>
                  </a:lnTo>
                  <a:lnTo>
                    <a:pt x="90291" y="6237446"/>
                  </a:lnTo>
                  <a:lnTo>
                    <a:pt x="90386" y="6237446"/>
                  </a:lnTo>
                  <a:lnTo>
                    <a:pt x="90480" y="6237446"/>
                  </a:lnTo>
                  <a:lnTo>
                    <a:pt x="90574" y="6237446"/>
                  </a:lnTo>
                  <a:lnTo>
                    <a:pt x="90668" y="6237446"/>
                  </a:lnTo>
                  <a:lnTo>
                    <a:pt x="90762" y="6237446"/>
                  </a:lnTo>
                  <a:lnTo>
                    <a:pt x="90856" y="6237446"/>
                  </a:lnTo>
                  <a:lnTo>
                    <a:pt x="90951" y="6237446"/>
                  </a:lnTo>
                  <a:lnTo>
                    <a:pt x="91045" y="6237446"/>
                  </a:lnTo>
                  <a:lnTo>
                    <a:pt x="91139" y="6237446"/>
                  </a:lnTo>
                  <a:lnTo>
                    <a:pt x="91233" y="6237446"/>
                  </a:lnTo>
                  <a:lnTo>
                    <a:pt x="91327" y="6237446"/>
                  </a:lnTo>
                  <a:lnTo>
                    <a:pt x="91421" y="6237446"/>
                  </a:lnTo>
                  <a:lnTo>
                    <a:pt x="91515" y="6237446"/>
                  </a:lnTo>
                  <a:lnTo>
                    <a:pt x="91610" y="6237446"/>
                  </a:lnTo>
                  <a:lnTo>
                    <a:pt x="91704" y="6237446"/>
                  </a:lnTo>
                  <a:lnTo>
                    <a:pt x="91798" y="6237446"/>
                  </a:lnTo>
                  <a:lnTo>
                    <a:pt x="91892" y="6237446"/>
                  </a:lnTo>
                  <a:lnTo>
                    <a:pt x="91986" y="6237446"/>
                  </a:lnTo>
                  <a:lnTo>
                    <a:pt x="92080" y="6237446"/>
                  </a:lnTo>
                  <a:lnTo>
                    <a:pt x="92174" y="6237446"/>
                  </a:lnTo>
                  <a:lnTo>
                    <a:pt x="92269" y="6237446"/>
                  </a:lnTo>
                  <a:lnTo>
                    <a:pt x="92363" y="6237446"/>
                  </a:lnTo>
                  <a:lnTo>
                    <a:pt x="92457" y="6237446"/>
                  </a:lnTo>
                  <a:lnTo>
                    <a:pt x="92551" y="6237446"/>
                  </a:lnTo>
                  <a:lnTo>
                    <a:pt x="92645" y="6237446"/>
                  </a:lnTo>
                  <a:lnTo>
                    <a:pt x="92739" y="6237446"/>
                  </a:lnTo>
                  <a:lnTo>
                    <a:pt x="92834" y="6237446"/>
                  </a:lnTo>
                  <a:lnTo>
                    <a:pt x="92928" y="6237446"/>
                  </a:lnTo>
                  <a:lnTo>
                    <a:pt x="93022" y="6237446"/>
                  </a:lnTo>
                  <a:lnTo>
                    <a:pt x="93116" y="6237446"/>
                  </a:lnTo>
                  <a:lnTo>
                    <a:pt x="93210" y="6237446"/>
                  </a:lnTo>
                  <a:lnTo>
                    <a:pt x="93304" y="6237446"/>
                  </a:lnTo>
                  <a:lnTo>
                    <a:pt x="93398" y="6237446"/>
                  </a:lnTo>
                  <a:lnTo>
                    <a:pt x="93493" y="6237446"/>
                  </a:lnTo>
                  <a:lnTo>
                    <a:pt x="93587" y="6237446"/>
                  </a:lnTo>
                  <a:lnTo>
                    <a:pt x="93681" y="6237446"/>
                  </a:lnTo>
                  <a:lnTo>
                    <a:pt x="93775" y="6237446"/>
                  </a:lnTo>
                  <a:lnTo>
                    <a:pt x="93869" y="6237446"/>
                  </a:lnTo>
                  <a:lnTo>
                    <a:pt x="93963" y="6237446"/>
                  </a:lnTo>
                  <a:lnTo>
                    <a:pt x="94058" y="6237446"/>
                  </a:lnTo>
                  <a:lnTo>
                    <a:pt x="94152" y="6237446"/>
                  </a:lnTo>
                  <a:lnTo>
                    <a:pt x="94246" y="6237446"/>
                  </a:lnTo>
                  <a:lnTo>
                    <a:pt x="94340" y="6237446"/>
                  </a:lnTo>
                  <a:lnTo>
                    <a:pt x="94434" y="6237446"/>
                  </a:lnTo>
                  <a:lnTo>
                    <a:pt x="94528" y="6237446"/>
                  </a:lnTo>
                  <a:lnTo>
                    <a:pt x="94622" y="6237446"/>
                  </a:lnTo>
                  <a:lnTo>
                    <a:pt x="94717" y="6237446"/>
                  </a:lnTo>
                  <a:lnTo>
                    <a:pt x="94811" y="6237446"/>
                  </a:lnTo>
                  <a:lnTo>
                    <a:pt x="94905" y="6237446"/>
                  </a:lnTo>
                  <a:lnTo>
                    <a:pt x="94999" y="6237446"/>
                  </a:lnTo>
                  <a:lnTo>
                    <a:pt x="95093" y="6237446"/>
                  </a:lnTo>
                  <a:lnTo>
                    <a:pt x="95187" y="6237446"/>
                  </a:lnTo>
                  <a:lnTo>
                    <a:pt x="95282" y="6237446"/>
                  </a:lnTo>
                  <a:lnTo>
                    <a:pt x="95376" y="6237446"/>
                  </a:lnTo>
                  <a:lnTo>
                    <a:pt x="95470" y="6237446"/>
                  </a:lnTo>
                  <a:lnTo>
                    <a:pt x="95564" y="6237446"/>
                  </a:lnTo>
                  <a:lnTo>
                    <a:pt x="95658" y="6237446"/>
                  </a:lnTo>
                  <a:lnTo>
                    <a:pt x="95752" y="6237446"/>
                  </a:lnTo>
                  <a:lnTo>
                    <a:pt x="95846" y="6237446"/>
                  </a:lnTo>
                  <a:lnTo>
                    <a:pt x="95941" y="6237446"/>
                  </a:lnTo>
                  <a:lnTo>
                    <a:pt x="96035" y="6237446"/>
                  </a:lnTo>
                  <a:lnTo>
                    <a:pt x="96129" y="6237446"/>
                  </a:lnTo>
                  <a:lnTo>
                    <a:pt x="96223" y="6237446"/>
                  </a:lnTo>
                  <a:lnTo>
                    <a:pt x="96317" y="6237446"/>
                  </a:lnTo>
                  <a:lnTo>
                    <a:pt x="96411" y="6237446"/>
                  </a:lnTo>
                  <a:lnTo>
                    <a:pt x="96505" y="6237446"/>
                  </a:lnTo>
                  <a:lnTo>
                    <a:pt x="96600" y="6237446"/>
                  </a:lnTo>
                  <a:lnTo>
                    <a:pt x="96694" y="6237446"/>
                  </a:lnTo>
                  <a:lnTo>
                    <a:pt x="96788" y="6237446"/>
                  </a:lnTo>
                  <a:lnTo>
                    <a:pt x="96882" y="6237446"/>
                  </a:lnTo>
                  <a:lnTo>
                    <a:pt x="96976" y="6237446"/>
                  </a:lnTo>
                  <a:lnTo>
                    <a:pt x="97070" y="6237446"/>
                  </a:lnTo>
                  <a:lnTo>
                    <a:pt x="97165" y="6237446"/>
                  </a:lnTo>
                  <a:lnTo>
                    <a:pt x="97259" y="6237446"/>
                  </a:lnTo>
                  <a:lnTo>
                    <a:pt x="97353" y="6237446"/>
                  </a:lnTo>
                  <a:lnTo>
                    <a:pt x="97447" y="6237446"/>
                  </a:lnTo>
                  <a:lnTo>
                    <a:pt x="97541" y="6237446"/>
                  </a:lnTo>
                  <a:lnTo>
                    <a:pt x="97635" y="6237446"/>
                  </a:lnTo>
                  <a:lnTo>
                    <a:pt x="97729" y="6237446"/>
                  </a:lnTo>
                  <a:lnTo>
                    <a:pt x="97824" y="6237446"/>
                  </a:lnTo>
                  <a:lnTo>
                    <a:pt x="97918" y="6237446"/>
                  </a:lnTo>
                  <a:lnTo>
                    <a:pt x="98012" y="6237446"/>
                  </a:lnTo>
                  <a:lnTo>
                    <a:pt x="98012" y="6232534"/>
                  </a:lnTo>
                  <a:lnTo>
                    <a:pt x="98106" y="6232534"/>
                  </a:lnTo>
                  <a:lnTo>
                    <a:pt x="98200" y="6232534"/>
                  </a:lnTo>
                  <a:lnTo>
                    <a:pt x="98294" y="6232534"/>
                  </a:lnTo>
                  <a:lnTo>
                    <a:pt x="98389" y="6232534"/>
                  </a:lnTo>
                  <a:lnTo>
                    <a:pt x="98483" y="6232534"/>
                  </a:lnTo>
                  <a:lnTo>
                    <a:pt x="98577" y="6232534"/>
                  </a:lnTo>
                  <a:lnTo>
                    <a:pt x="98671" y="6232534"/>
                  </a:lnTo>
                  <a:lnTo>
                    <a:pt x="98765" y="6232534"/>
                  </a:lnTo>
                  <a:lnTo>
                    <a:pt x="98859" y="6232534"/>
                  </a:lnTo>
                  <a:lnTo>
                    <a:pt x="98953" y="6232534"/>
                  </a:lnTo>
                  <a:lnTo>
                    <a:pt x="99048" y="6232534"/>
                  </a:lnTo>
                  <a:lnTo>
                    <a:pt x="99142" y="6232534"/>
                  </a:lnTo>
                  <a:lnTo>
                    <a:pt x="99236" y="6232534"/>
                  </a:lnTo>
                  <a:lnTo>
                    <a:pt x="99330" y="6232534"/>
                  </a:lnTo>
                  <a:lnTo>
                    <a:pt x="99424" y="6232534"/>
                  </a:lnTo>
                  <a:lnTo>
                    <a:pt x="99518" y="6232534"/>
                  </a:lnTo>
                  <a:lnTo>
                    <a:pt x="99613" y="6232534"/>
                  </a:lnTo>
                  <a:lnTo>
                    <a:pt x="99707" y="6232534"/>
                  </a:lnTo>
                  <a:lnTo>
                    <a:pt x="99801" y="6232534"/>
                  </a:lnTo>
                  <a:lnTo>
                    <a:pt x="99895" y="6232534"/>
                  </a:lnTo>
                  <a:lnTo>
                    <a:pt x="99989" y="6232534"/>
                  </a:lnTo>
                  <a:lnTo>
                    <a:pt x="100083" y="6232534"/>
                  </a:lnTo>
                  <a:lnTo>
                    <a:pt x="100177" y="6232534"/>
                  </a:lnTo>
                  <a:lnTo>
                    <a:pt x="100272" y="6232534"/>
                  </a:lnTo>
                  <a:lnTo>
                    <a:pt x="100366" y="6232534"/>
                  </a:lnTo>
                  <a:lnTo>
                    <a:pt x="100460" y="6232534"/>
                  </a:lnTo>
                  <a:lnTo>
                    <a:pt x="100554" y="6232534"/>
                  </a:lnTo>
                  <a:lnTo>
                    <a:pt x="100648" y="6232534"/>
                  </a:lnTo>
                  <a:lnTo>
                    <a:pt x="100742" y="6232534"/>
                  </a:lnTo>
                  <a:lnTo>
                    <a:pt x="100836" y="6232534"/>
                  </a:lnTo>
                  <a:lnTo>
                    <a:pt x="100931" y="6232534"/>
                  </a:lnTo>
                  <a:lnTo>
                    <a:pt x="101025" y="6232534"/>
                  </a:lnTo>
                  <a:lnTo>
                    <a:pt x="101119" y="6232534"/>
                  </a:lnTo>
                  <a:lnTo>
                    <a:pt x="101213" y="6232534"/>
                  </a:lnTo>
                  <a:lnTo>
                    <a:pt x="101307" y="6232534"/>
                  </a:lnTo>
                  <a:lnTo>
                    <a:pt x="101401" y="6232534"/>
                  </a:lnTo>
                  <a:lnTo>
                    <a:pt x="101496" y="6232534"/>
                  </a:lnTo>
                  <a:lnTo>
                    <a:pt x="101590" y="6232534"/>
                  </a:lnTo>
                  <a:lnTo>
                    <a:pt x="101684" y="6232534"/>
                  </a:lnTo>
                  <a:lnTo>
                    <a:pt x="101778" y="6232534"/>
                  </a:lnTo>
                  <a:lnTo>
                    <a:pt x="101872" y="6232534"/>
                  </a:lnTo>
                  <a:lnTo>
                    <a:pt x="101966" y="6232534"/>
                  </a:lnTo>
                  <a:lnTo>
                    <a:pt x="102060" y="6232534"/>
                  </a:lnTo>
                  <a:lnTo>
                    <a:pt x="102155" y="6232534"/>
                  </a:lnTo>
                  <a:lnTo>
                    <a:pt x="102249" y="6232534"/>
                  </a:lnTo>
                  <a:lnTo>
                    <a:pt x="102343" y="6232534"/>
                  </a:lnTo>
                  <a:lnTo>
                    <a:pt x="102437" y="6232534"/>
                  </a:lnTo>
                  <a:lnTo>
                    <a:pt x="102531" y="6232534"/>
                  </a:lnTo>
                  <a:lnTo>
                    <a:pt x="102625" y="6232534"/>
                  </a:lnTo>
                  <a:lnTo>
                    <a:pt x="102720" y="6232534"/>
                  </a:lnTo>
                  <a:lnTo>
                    <a:pt x="102814" y="6232534"/>
                  </a:lnTo>
                  <a:lnTo>
                    <a:pt x="102908" y="6232534"/>
                  </a:lnTo>
                  <a:lnTo>
                    <a:pt x="102908" y="6227623"/>
                  </a:lnTo>
                  <a:lnTo>
                    <a:pt x="103002" y="6227623"/>
                  </a:lnTo>
                  <a:lnTo>
                    <a:pt x="103096" y="6227623"/>
                  </a:lnTo>
                  <a:lnTo>
                    <a:pt x="103190" y="6227623"/>
                  </a:lnTo>
                  <a:lnTo>
                    <a:pt x="103284" y="6227623"/>
                  </a:lnTo>
                  <a:lnTo>
                    <a:pt x="103379" y="6227623"/>
                  </a:lnTo>
                  <a:lnTo>
                    <a:pt x="103473" y="6227623"/>
                  </a:lnTo>
                  <a:lnTo>
                    <a:pt x="103567" y="6227623"/>
                  </a:lnTo>
                  <a:lnTo>
                    <a:pt x="103661" y="6227623"/>
                  </a:lnTo>
                  <a:lnTo>
                    <a:pt x="103755" y="6227623"/>
                  </a:lnTo>
                  <a:lnTo>
                    <a:pt x="103849" y="6227623"/>
                  </a:lnTo>
                  <a:lnTo>
                    <a:pt x="103944" y="6227623"/>
                  </a:lnTo>
                  <a:lnTo>
                    <a:pt x="104038" y="6227623"/>
                  </a:lnTo>
                  <a:lnTo>
                    <a:pt x="104132" y="6227623"/>
                  </a:lnTo>
                  <a:lnTo>
                    <a:pt x="104226" y="6227623"/>
                  </a:lnTo>
                  <a:lnTo>
                    <a:pt x="104320" y="6227623"/>
                  </a:lnTo>
                  <a:lnTo>
                    <a:pt x="104414" y="6227623"/>
                  </a:lnTo>
                  <a:lnTo>
                    <a:pt x="104508" y="6227623"/>
                  </a:lnTo>
                  <a:lnTo>
                    <a:pt x="104603" y="6227623"/>
                  </a:lnTo>
                  <a:lnTo>
                    <a:pt x="104697" y="6227623"/>
                  </a:lnTo>
                  <a:lnTo>
                    <a:pt x="104791" y="6227623"/>
                  </a:lnTo>
                  <a:lnTo>
                    <a:pt x="104885" y="6227623"/>
                  </a:lnTo>
                  <a:lnTo>
                    <a:pt x="104979" y="6227623"/>
                  </a:lnTo>
                  <a:lnTo>
                    <a:pt x="105073" y="6227623"/>
                  </a:lnTo>
                  <a:lnTo>
                    <a:pt x="105167" y="6227623"/>
                  </a:lnTo>
                  <a:lnTo>
                    <a:pt x="105262" y="6227623"/>
                  </a:lnTo>
                  <a:lnTo>
                    <a:pt x="105356" y="6227623"/>
                  </a:lnTo>
                  <a:lnTo>
                    <a:pt x="105450" y="6227623"/>
                  </a:lnTo>
                  <a:lnTo>
                    <a:pt x="105544" y="6227623"/>
                  </a:lnTo>
                  <a:lnTo>
                    <a:pt x="105638" y="6227623"/>
                  </a:lnTo>
                  <a:lnTo>
                    <a:pt x="105732" y="6227623"/>
                  </a:lnTo>
                  <a:lnTo>
                    <a:pt x="105827" y="6227623"/>
                  </a:lnTo>
                  <a:lnTo>
                    <a:pt x="105921" y="6227623"/>
                  </a:lnTo>
                  <a:lnTo>
                    <a:pt x="106015" y="6227623"/>
                  </a:lnTo>
                  <a:lnTo>
                    <a:pt x="106109" y="6227623"/>
                  </a:lnTo>
                  <a:lnTo>
                    <a:pt x="106203" y="6227623"/>
                  </a:lnTo>
                  <a:lnTo>
                    <a:pt x="106297" y="6227623"/>
                  </a:lnTo>
                  <a:lnTo>
                    <a:pt x="106391" y="6227623"/>
                  </a:lnTo>
                  <a:lnTo>
                    <a:pt x="106486" y="6227623"/>
                  </a:lnTo>
                  <a:lnTo>
                    <a:pt x="106580" y="6227623"/>
                  </a:lnTo>
                  <a:lnTo>
                    <a:pt x="106674" y="6227623"/>
                  </a:lnTo>
                  <a:lnTo>
                    <a:pt x="106768" y="6227623"/>
                  </a:lnTo>
                  <a:lnTo>
                    <a:pt x="106862" y="6227623"/>
                  </a:lnTo>
                  <a:lnTo>
                    <a:pt x="106956" y="6227623"/>
                  </a:lnTo>
                  <a:lnTo>
                    <a:pt x="107051" y="6227623"/>
                  </a:lnTo>
                  <a:lnTo>
                    <a:pt x="107145" y="6227623"/>
                  </a:lnTo>
                  <a:lnTo>
                    <a:pt x="107239" y="6227623"/>
                  </a:lnTo>
                  <a:lnTo>
                    <a:pt x="107333" y="6227623"/>
                  </a:lnTo>
                  <a:lnTo>
                    <a:pt x="107427" y="6227623"/>
                  </a:lnTo>
                  <a:lnTo>
                    <a:pt x="107521" y="6227623"/>
                  </a:lnTo>
                  <a:lnTo>
                    <a:pt x="107615" y="6227623"/>
                  </a:lnTo>
                  <a:lnTo>
                    <a:pt x="107710" y="6227623"/>
                  </a:lnTo>
                  <a:lnTo>
                    <a:pt x="107804" y="6227623"/>
                  </a:lnTo>
                  <a:lnTo>
                    <a:pt x="107898" y="6227623"/>
                  </a:lnTo>
                  <a:lnTo>
                    <a:pt x="107992" y="6227623"/>
                  </a:lnTo>
                  <a:lnTo>
                    <a:pt x="108086" y="6227623"/>
                  </a:lnTo>
                  <a:lnTo>
                    <a:pt x="108180" y="6227623"/>
                  </a:lnTo>
                  <a:lnTo>
                    <a:pt x="108275" y="6227623"/>
                  </a:lnTo>
                  <a:lnTo>
                    <a:pt x="108369" y="6227623"/>
                  </a:lnTo>
                  <a:lnTo>
                    <a:pt x="108463" y="6227623"/>
                  </a:lnTo>
                  <a:lnTo>
                    <a:pt x="108557" y="6227623"/>
                  </a:lnTo>
                  <a:lnTo>
                    <a:pt x="108651" y="6227623"/>
                  </a:lnTo>
                  <a:lnTo>
                    <a:pt x="108745" y="6227623"/>
                  </a:lnTo>
                  <a:lnTo>
                    <a:pt x="108839" y="6227623"/>
                  </a:lnTo>
                  <a:lnTo>
                    <a:pt x="108934" y="6227623"/>
                  </a:lnTo>
                  <a:lnTo>
                    <a:pt x="109028" y="6227623"/>
                  </a:lnTo>
                  <a:lnTo>
                    <a:pt x="109122" y="6227623"/>
                  </a:lnTo>
                  <a:lnTo>
                    <a:pt x="109216" y="6227623"/>
                  </a:lnTo>
                  <a:lnTo>
                    <a:pt x="109310" y="6227623"/>
                  </a:lnTo>
                  <a:lnTo>
                    <a:pt x="109404" y="6227623"/>
                  </a:lnTo>
                  <a:lnTo>
                    <a:pt x="109498" y="6227623"/>
                  </a:lnTo>
                  <a:lnTo>
                    <a:pt x="109593" y="6227623"/>
                  </a:lnTo>
                  <a:lnTo>
                    <a:pt x="109687" y="6227623"/>
                  </a:lnTo>
                  <a:lnTo>
                    <a:pt x="109781" y="6227623"/>
                  </a:lnTo>
                  <a:lnTo>
                    <a:pt x="109781" y="6222712"/>
                  </a:lnTo>
                  <a:lnTo>
                    <a:pt x="109875" y="6222712"/>
                  </a:lnTo>
                  <a:lnTo>
                    <a:pt x="109969" y="6222712"/>
                  </a:lnTo>
                  <a:lnTo>
                    <a:pt x="110063" y="6222712"/>
                  </a:lnTo>
                  <a:lnTo>
                    <a:pt x="110158" y="6222712"/>
                  </a:lnTo>
                  <a:lnTo>
                    <a:pt x="110252" y="6222712"/>
                  </a:lnTo>
                  <a:lnTo>
                    <a:pt x="110346" y="6222712"/>
                  </a:lnTo>
                  <a:lnTo>
                    <a:pt x="110440" y="6222712"/>
                  </a:lnTo>
                  <a:lnTo>
                    <a:pt x="110534" y="6222712"/>
                  </a:lnTo>
                  <a:lnTo>
                    <a:pt x="110628" y="6222712"/>
                  </a:lnTo>
                  <a:lnTo>
                    <a:pt x="110722" y="6222712"/>
                  </a:lnTo>
                  <a:lnTo>
                    <a:pt x="110817" y="6222712"/>
                  </a:lnTo>
                  <a:lnTo>
                    <a:pt x="110817" y="6217800"/>
                  </a:lnTo>
                  <a:lnTo>
                    <a:pt x="110911" y="6217800"/>
                  </a:lnTo>
                  <a:lnTo>
                    <a:pt x="111005" y="6217800"/>
                  </a:lnTo>
                  <a:lnTo>
                    <a:pt x="111099" y="6217800"/>
                  </a:lnTo>
                  <a:lnTo>
                    <a:pt x="111193" y="6217800"/>
                  </a:lnTo>
                  <a:lnTo>
                    <a:pt x="111287" y="6217800"/>
                  </a:lnTo>
                  <a:lnTo>
                    <a:pt x="111382" y="6217800"/>
                  </a:lnTo>
                  <a:lnTo>
                    <a:pt x="111476" y="6217800"/>
                  </a:lnTo>
                  <a:lnTo>
                    <a:pt x="111570" y="6217800"/>
                  </a:lnTo>
                  <a:lnTo>
                    <a:pt x="111664" y="6217800"/>
                  </a:lnTo>
                  <a:lnTo>
                    <a:pt x="111758" y="6217800"/>
                  </a:lnTo>
                  <a:lnTo>
                    <a:pt x="111852" y="6217800"/>
                  </a:lnTo>
                  <a:lnTo>
                    <a:pt x="111946" y="6217800"/>
                  </a:lnTo>
                  <a:lnTo>
                    <a:pt x="112041" y="6217800"/>
                  </a:lnTo>
                  <a:lnTo>
                    <a:pt x="112135" y="6217800"/>
                  </a:lnTo>
                  <a:lnTo>
                    <a:pt x="112229" y="6217800"/>
                  </a:lnTo>
                  <a:lnTo>
                    <a:pt x="112323" y="6217800"/>
                  </a:lnTo>
                  <a:lnTo>
                    <a:pt x="112417" y="6217800"/>
                  </a:lnTo>
                  <a:lnTo>
                    <a:pt x="112511" y="6217800"/>
                  </a:lnTo>
                  <a:lnTo>
                    <a:pt x="112606" y="6217800"/>
                  </a:lnTo>
                  <a:lnTo>
                    <a:pt x="112700" y="6217800"/>
                  </a:lnTo>
                  <a:lnTo>
                    <a:pt x="112794" y="6217800"/>
                  </a:lnTo>
                  <a:lnTo>
                    <a:pt x="112888" y="6217800"/>
                  </a:lnTo>
                  <a:lnTo>
                    <a:pt x="112982" y="6217800"/>
                  </a:lnTo>
                  <a:lnTo>
                    <a:pt x="113076" y="6217800"/>
                  </a:lnTo>
                  <a:lnTo>
                    <a:pt x="113170" y="6217800"/>
                  </a:lnTo>
                  <a:lnTo>
                    <a:pt x="113265" y="6217800"/>
                  </a:lnTo>
                  <a:lnTo>
                    <a:pt x="113359" y="6217800"/>
                  </a:lnTo>
                  <a:lnTo>
                    <a:pt x="113453" y="6217800"/>
                  </a:lnTo>
                  <a:lnTo>
                    <a:pt x="113547" y="6217800"/>
                  </a:lnTo>
                  <a:lnTo>
                    <a:pt x="113641" y="6217800"/>
                  </a:lnTo>
                  <a:lnTo>
                    <a:pt x="113735" y="6217800"/>
                  </a:lnTo>
                  <a:lnTo>
                    <a:pt x="113829" y="6217800"/>
                  </a:lnTo>
                  <a:lnTo>
                    <a:pt x="113924" y="6217800"/>
                  </a:lnTo>
                  <a:lnTo>
                    <a:pt x="114018" y="6217800"/>
                  </a:lnTo>
                  <a:lnTo>
                    <a:pt x="114112" y="6217800"/>
                  </a:lnTo>
                  <a:lnTo>
                    <a:pt x="114206" y="6217800"/>
                  </a:lnTo>
                  <a:lnTo>
                    <a:pt x="114300" y="6217800"/>
                  </a:lnTo>
                  <a:lnTo>
                    <a:pt x="114394" y="6217800"/>
                  </a:lnTo>
                  <a:lnTo>
                    <a:pt x="114489" y="6217800"/>
                  </a:lnTo>
                  <a:lnTo>
                    <a:pt x="114583" y="6217800"/>
                  </a:lnTo>
                  <a:lnTo>
                    <a:pt x="114677" y="6217800"/>
                  </a:lnTo>
                  <a:lnTo>
                    <a:pt x="114771" y="6217800"/>
                  </a:lnTo>
                  <a:lnTo>
                    <a:pt x="114865" y="6217800"/>
                  </a:lnTo>
                  <a:lnTo>
                    <a:pt x="114959" y="6217800"/>
                  </a:lnTo>
                  <a:lnTo>
                    <a:pt x="115053" y="6217800"/>
                  </a:lnTo>
                  <a:lnTo>
                    <a:pt x="115148" y="6217800"/>
                  </a:lnTo>
                  <a:lnTo>
                    <a:pt x="115242" y="6217800"/>
                  </a:lnTo>
                  <a:lnTo>
                    <a:pt x="115336" y="6217800"/>
                  </a:lnTo>
                  <a:lnTo>
                    <a:pt x="115430" y="6217800"/>
                  </a:lnTo>
                  <a:lnTo>
                    <a:pt x="115524" y="6217800"/>
                  </a:lnTo>
                  <a:lnTo>
                    <a:pt x="115618" y="6217800"/>
                  </a:lnTo>
                  <a:lnTo>
                    <a:pt x="115713" y="6217800"/>
                  </a:lnTo>
                  <a:lnTo>
                    <a:pt x="115807" y="6217800"/>
                  </a:lnTo>
                  <a:lnTo>
                    <a:pt x="115901" y="6217800"/>
                  </a:lnTo>
                  <a:lnTo>
                    <a:pt x="115995" y="6217800"/>
                  </a:lnTo>
                  <a:lnTo>
                    <a:pt x="116089" y="6217800"/>
                  </a:lnTo>
                  <a:lnTo>
                    <a:pt x="116183" y="6217800"/>
                  </a:lnTo>
                  <a:lnTo>
                    <a:pt x="116277" y="6217800"/>
                  </a:lnTo>
                  <a:lnTo>
                    <a:pt x="116372" y="6217800"/>
                  </a:lnTo>
                  <a:lnTo>
                    <a:pt x="116466" y="6217800"/>
                  </a:lnTo>
                  <a:lnTo>
                    <a:pt x="116560" y="6217800"/>
                  </a:lnTo>
                  <a:lnTo>
                    <a:pt x="116654" y="6217800"/>
                  </a:lnTo>
                  <a:lnTo>
                    <a:pt x="116748" y="6217800"/>
                  </a:lnTo>
                  <a:lnTo>
                    <a:pt x="116842" y="6217800"/>
                  </a:lnTo>
                  <a:lnTo>
                    <a:pt x="116937" y="6217800"/>
                  </a:lnTo>
                  <a:lnTo>
                    <a:pt x="117031" y="6217800"/>
                  </a:lnTo>
                  <a:lnTo>
                    <a:pt x="117125" y="6217800"/>
                  </a:lnTo>
                  <a:lnTo>
                    <a:pt x="117219" y="6217800"/>
                  </a:lnTo>
                  <a:lnTo>
                    <a:pt x="117313" y="6217800"/>
                  </a:lnTo>
                  <a:lnTo>
                    <a:pt x="117407" y="6217800"/>
                  </a:lnTo>
                  <a:lnTo>
                    <a:pt x="117501" y="6217800"/>
                  </a:lnTo>
                  <a:lnTo>
                    <a:pt x="117596" y="6217800"/>
                  </a:lnTo>
                  <a:lnTo>
                    <a:pt x="117690" y="6217800"/>
                  </a:lnTo>
                  <a:lnTo>
                    <a:pt x="117784" y="6217800"/>
                  </a:lnTo>
                  <a:lnTo>
                    <a:pt x="117878" y="6217800"/>
                  </a:lnTo>
                  <a:lnTo>
                    <a:pt x="117972" y="6217800"/>
                  </a:lnTo>
                  <a:lnTo>
                    <a:pt x="118066" y="6217800"/>
                  </a:lnTo>
                  <a:lnTo>
                    <a:pt x="118160" y="6217800"/>
                  </a:lnTo>
                  <a:lnTo>
                    <a:pt x="118255" y="6217800"/>
                  </a:lnTo>
                  <a:lnTo>
                    <a:pt x="118349" y="6217800"/>
                  </a:lnTo>
                  <a:lnTo>
                    <a:pt x="118443" y="6217800"/>
                  </a:lnTo>
                  <a:lnTo>
                    <a:pt x="118537" y="6217800"/>
                  </a:lnTo>
                  <a:lnTo>
                    <a:pt x="118631" y="6217800"/>
                  </a:lnTo>
                  <a:lnTo>
                    <a:pt x="118725" y="6217800"/>
                  </a:lnTo>
                  <a:lnTo>
                    <a:pt x="118820" y="6217800"/>
                  </a:lnTo>
                  <a:lnTo>
                    <a:pt x="118914" y="6217800"/>
                  </a:lnTo>
                  <a:lnTo>
                    <a:pt x="119008" y="6217800"/>
                  </a:lnTo>
                  <a:lnTo>
                    <a:pt x="119102" y="6217800"/>
                  </a:lnTo>
                  <a:lnTo>
                    <a:pt x="119196" y="6217800"/>
                  </a:lnTo>
                  <a:lnTo>
                    <a:pt x="119196" y="6212889"/>
                  </a:lnTo>
                  <a:lnTo>
                    <a:pt x="119290" y="6212889"/>
                  </a:lnTo>
                  <a:lnTo>
                    <a:pt x="119384" y="6212889"/>
                  </a:lnTo>
                  <a:lnTo>
                    <a:pt x="119479" y="6212889"/>
                  </a:lnTo>
                  <a:lnTo>
                    <a:pt x="119573" y="6212889"/>
                  </a:lnTo>
                  <a:lnTo>
                    <a:pt x="119667" y="6212889"/>
                  </a:lnTo>
                  <a:lnTo>
                    <a:pt x="119761" y="6212889"/>
                  </a:lnTo>
                  <a:lnTo>
                    <a:pt x="119855" y="6212889"/>
                  </a:lnTo>
                  <a:lnTo>
                    <a:pt x="119949" y="6212889"/>
                  </a:lnTo>
                  <a:lnTo>
                    <a:pt x="120044" y="6212889"/>
                  </a:lnTo>
                  <a:lnTo>
                    <a:pt x="120138" y="6212889"/>
                  </a:lnTo>
                  <a:lnTo>
                    <a:pt x="120232" y="6212889"/>
                  </a:lnTo>
                  <a:lnTo>
                    <a:pt x="120326" y="6212889"/>
                  </a:lnTo>
                  <a:lnTo>
                    <a:pt x="120420" y="6212889"/>
                  </a:lnTo>
                  <a:lnTo>
                    <a:pt x="120514" y="6212889"/>
                  </a:lnTo>
                  <a:lnTo>
                    <a:pt x="120608" y="6212889"/>
                  </a:lnTo>
                  <a:lnTo>
                    <a:pt x="120703" y="6212889"/>
                  </a:lnTo>
                  <a:lnTo>
                    <a:pt x="120797" y="6212889"/>
                  </a:lnTo>
                  <a:lnTo>
                    <a:pt x="120891" y="6212889"/>
                  </a:lnTo>
                  <a:lnTo>
                    <a:pt x="120985" y="6212889"/>
                  </a:lnTo>
                  <a:lnTo>
                    <a:pt x="121079" y="6212889"/>
                  </a:lnTo>
                  <a:lnTo>
                    <a:pt x="121173" y="6212889"/>
                  </a:lnTo>
                  <a:lnTo>
                    <a:pt x="121268" y="6212889"/>
                  </a:lnTo>
                  <a:lnTo>
                    <a:pt x="121362" y="6212889"/>
                  </a:lnTo>
                  <a:lnTo>
                    <a:pt x="121456" y="6212889"/>
                  </a:lnTo>
                  <a:lnTo>
                    <a:pt x="121550" y="6212889"/>
                  </a:lnTo>
                  <a:lnTo>
                    <a:pt x="121644" y="6212889"/>
                  </a:lnTo>
                  <a:lnTo>
                    <a:pt x="121738" y="6212889"/>
                  </a:lnTo>
                  <a:lnTo>
                    <a:pt x="121832" y="6212889"/>
                  </a:lnTo>
                  <a:lnTo>
                    <a:pt x="121832" y="6207977"/>
                  </a:lnTo>
                  <a:lnTo>
                    <a:pt x="121927" y="6207977"/>
                  </a:lnTo>
                  <a:lnTo>
                    <a:pt x="122021" y="6207977"/>
                  </a:lnTo>
                  <a:lnTo>
                    <a:pt x="122115" y="6207977"/>
                  </a:lnTo>
                  <a:lnTo>
                    <a:pt x="122209" y="6207977"/>
                  </a:lnTo>
                  <a:lnTo>
                    <a:pt x="122303" y="6207977"/>
                  </a:lnTo>
                  <a:lnTo>
                    <a:pt x="122397" y="6207977"/>
                  </a:lnTo>
                  <a:lnTo>
                    <a:pt x="122491" y="6207977"/>
                  </a:lnTo>
                  <a:lnTo>
                    <a:pt x="122586" y="6207977"/>
                  </a:lnTo>
                  <a:lnTo>
                    <a:pt x="122680" y="6207977"/>
                  </a:lnTo>
                  <a:lnTo>
                    <a:pt x="122774" y="6207977"/>
                  </a:lnTo>
                  <a:lnTo>
                    <a:pt x="122868" y="6207977"/>
                  </a:lnTo>
                  <a:lnTo>
                    <a:pt x="122962" y="6207977"/>
                  </a:lnTo>
                  <a:lnTo>
                    <a:pt x="123056" y="6207977"/>
                  </a:lnTo>
                  <a:lnTo>
                    <a:pt x="123151" y="6207977"/>
                  </a:lnTo>
                  <a:lnTo>
                    <a:pt x="123245" y="6207977"/>
                  </a:lnTo>
                  <a:lnTo>
                    <a:pt x="123339" y="6207977"/>
                  </a:lnTo>
                  <a:lnTo>
                    <a:pt x="123433" y="6207977"/>
                  </a:lnTo>
                  <a:lnTo>
                    <a:pt x="123527" y="6207977"/>
                  </a:lnTo>
                  <a:lnTo>
                    <a:pt x="123621" y="6207977"/>
                  </a:lnTo>
                  <a:lnTo>
                    <a:pt x="123715" y="6207977"/>
                  </a:lnTo>
                  <a:lnTo>
                    <a:pt x="123810" y="6207977"/>
                  </a:lnTo>
                  <a:lnTo>
                    <a:pt x="123904" y="6207977"/>
                  </a:lnTo>
                  <a:lnTo>
                    <a:pt x="123998" y="6207977"/>
                  </a:lnTo>
                  <a:lnTo>
                    <a:pt x="124092" y="6207977"/>
                  </a:lnTo>
                  <a:lnTo>
                    <a:pt x="124186" y="6207977"/>
                  </a:lnTo>
                  <a:lnTo>
                    <a:pt x="124280" y="6207977"/>
                  </a:lnTo>
                  <a:lnTo>
                    <a:pt x="124375" y="6207977"/>
                  </a:lnTo>
                  <a:lnTo>
                    <a:pt x="124469" y="6207977"/>
                  </a:lnTo>
                  <a:lnTo>
                    <a:pt x="124563" y="6207977"/>
                  </a:lnTo>
                  <a:lnTo>
                    <a:pt x="124657" y="6207977"/>
                  </a:lnTo>
                  <a:lnTo>
                    <a:pt x="124751" y="6207977"/>
                  </a:lnTo>
                  <a:lnTo>
                    <a:pt x="124845" y="6207977"/>
                  </a:lnTo>
                  <a:lnTo>
                    <a:pt x="124939" y="6207977"/>
                  </a:lnTo>
                  <a:lnTo>
                    <a:pt x="125034" y="6207977"/>
                  </a:lnTo>
                  <a:lnTo>
                    <a:pt x="125128" y="6207977"/>
                  </a:lnTo>
                  <a:lnTo>
                    <a:pt x="125222" y="6207977"/>
                  </a:lnTo>
                  <a:lnTo>
                    <a:pt x="125316" y="6207977"/>
                  </a:lnTo>
                  <a:lnTo>
                    <a:pt x="125410" y="6207977"/>
                  </a:lnTo>
                  <a:lnTo>
                    <a:pt x="125504" y="6207977"/>
                  </a:lnTo>
                  <a:lnTo>
                    <a:pt x="125599" y="6207977"/>
                  </a:lnTo>
                  <a:lnTo>
                    <a:pt x="125693" y="6207977"/>
                  </a:lnTo>
                  <a:lnTo>
                    <a:pt x="125787" y="6207977"/>
                  </a:lnTo>
                  <a:lnTo>
                    <a:pt x="125881" y="6207977"/>
                  </a:lnTo>
                  <a:lnTo>
                    <a:pt x="125975" y="6207977"/>
                  </a:lnTo>
                  <a:lnTo>
                    <a:pt x="126069" y="6207977"/>
                  </a:lnTo>
                  <a:lnTo>
                    <a:pt x="126163" y="6207977"/>
                  </a:lnTo>
                  <a:lnTo>
                    <a:pt x="126258" y="6207977"/>
                  </a:lnTo>
                  <a:lnTo>
                    <a:pt x="126352" y="6207977"/>
                  </a:lnTo>
                  <a:lnTo>
                    <a:pt x="126446" y="6207977"/>
                  </a:lnTo>
                  <a:lnTo>
                    <a:pt x="126540" y="6207977"/>
                  </a:lnTo>
                  <a:lnTo>
                    <a:pt x="126634" y="6207977"/>
                  </a:lnTo>
                  <a:lnTo>
                    <a:pt x="126728" y="6207977"/>
                  </a:lnTo>
                  <a:lnTo>
                    <a:pt x="126822" y="6207977"/>
                  </a:lnTo>
                  <a:lnTo>
                    <a:pt x="126917" y="6207977"/>
                  </a:lnTo>
                  <a:lnTo>
                    <a:pt x="127011" y="6207977"/>
                  </a:lnTo>
                  <a:lnTo>
                    <a:pt x="127105" y="6207977"/>
                  </a:lnTo>
                  <a:lnTo>
                    <a:pt x="127199" y="6207977"/>
                  </a:lnTo>
                  <a:lnTo>
                    <a:pt x="127293" y="6207977"/>
                  </a:lnTo>
                  <a:lnTo>
                    <a:pt x="127387" y="6207977"/>
                  </a:lnTo>
                  <a:lnTo>
                    <a:pt x="127482" y="6207977"/>
                  </a:lnTo>
                  <a:lnTo>
                    <a:pt x="127576" y="6207977"/>
                  </a:lnTo>
                  <a:lnTo>
                    <a:pt x="127670" y="6207977"/>
                  </a:lnTo>
                  <a:lnTo>
                    <a:pt x="127764" y="6207977"/>
                  </a:lnTo>
                  <a:lnTo>
                    <a:pt x="127858" y="6207977"/>
                  </a:lnTo>
                  <a:lnTo>
                    <a:pt x="127952" y="6207977"/>
                  </a:lnTo>
                  <a:lnTo>
                    <a:pt x="128046" y="6207977"/>
                  </a:lnTo>
                  <a:lnTo>
                    <a:pt x="128141" y="6207977"/>
                  </a:lnTo>
                  <a:lnTo>
                    <a:pt x="128235" y="6207977"/>
                  </a:lnTo>
                  <a:lnTo>
                    <a:pt x="128329" y="6207977"/>
                  </a:lnTo>
                  <a:lnTo>
                    <a:pt x="128423" y="6207977"/>
                  </a:lnTo>
                  <a:lnTo>
                    <a:pt x="128517" y="6207977"/>
                  </a:lnTo>
                  <a:lnTo>
                    <a:pt x="128611" y="6207977"/>
                  </a:lnTo>
                  <a:lnTo>
                    <a:pt x="128706" y="6207977"/>
                  </a:lnTo>
                  <a:lnTo>
                    <a:pt x="128800" y="6207977"/>
                  </a:lnTo>
                  <a:lnTo>
                    <a:pt x="128894" y="6207977"/>
                  </a:lnTo>
                  <a:lnTo>
                    <a:pt x="128988" y="6207977"/>
                  </a:lnTo>
                  <a:lnTo>
                    <a:pt x="129082" y="6207977"/>
                  </a:lnTo>
                  <a:lnTo>
                    <a:pt x="129176" y="6207977"/>
                  </a:lnTo>
                  <a:lnTo>
                    <a:pt x="129270" y="6207977"/>
                  </a:lnTo>
                  <a:lnTo>
                    <a:pt x="129365" y="6207977"/>
                  </a:lnTo>
                  <a:lnTo>
                    <a:pt x="129459" y="6207977"/>
                  </a:lnTo>
                  <a:lnTo>
                    <a:pt x="129553" y="6207977"/>
                  </a:lnTo>
                  <a:lnTo>
                    <a:pt x="129647" y="6207977"/>
                  </a:lnTo>
                  <a:lnTo>
                    <a:pt x="129741" y="6207977"/>
                  </a:lnTo>
                  <a:lnTo>
                    <a:pt x="129835" y="6207977"/>
                  </a:lnTo>
                  <a:lnTo>
                    <a:pt x="129930" y="6207977"/>
                  </a:lnTo>
                  <a:lnTo>
                    <a:pt x="130024" y="6207977"/>
                  </a:lnTo>
                  <a:lnTo>
                    <a:pt x="130118" y="6207977"/>
                  </a:lnTo>
                  <a:lnTo>
                    <a:pt x="130212" y="6207977"/>
                  </a:lnTo>
                  <a:lnTo>
                    <a:pt x="130306" y="6207977"/>
                  </a:lnTo>
                  <a:lnTo>
                    <a:pt x="130400" y="6207977"/>
                  </a:lnTo>
                  <a:lnTo>
                    <a:pt x="130494" y="6207977"/>
                  </a:lnTo>
                  <a:lnTo>
                    <a:pt x="130589" y="6207977"/>
                  </a:lnTo>
                  <a:lnTo>
                    <a:pt x="130683" y="6207977"/>
                  </a:lnTo>
                  <a:lnTo>
                    <a:pt x="130777" y="6207977"/>
                  </a:lnTo>
                  <a:lnTo>
                    <a:pt x="130871" y="6207977"/>
                  </a:lnTo>
                  <a:lnTo>
                    <a:pt x="130965" y="6207977"/>
                  </a:lnTo>
                  <a:lnTo>
                    <a:pt x="131059" y="6207977"/>
                  </a:lnTo>
                  <a:lnTo>
                    <a:pt x="131153" y="6207977"/>
                  </a:lnTo>
                  <a:lnTo>
                    <a:pt x="131248" y="6207977"/>
                  </a:lnTo>
                  <a:lnTo>
                    <a:pt x="131342" y="6207977"/>
                  </a:lnTo>
                  <a:lnTo>
                    <a:pt x="131436" y="6207977"/>
                  </a:lnTo>
                  <a:lnTo>
                    <a:pt x="131530" y="6207977"/>
                  </a:lnTo>
                  <a:lnTo>
                    <a:pt x="131624" y="6207977"/>
                  </a:lnTo>
                  <a:lnTo>
                    <a:pt x="131718" y="6207977"/>
                  </a:lnTo>
                  <a:lnTo>
                    <a:pt x="131813" y="6207977"/>
                  </a:lnTo>
                  <a:lnTo>
                    <a:pt x="131907" y="6207977"/>
                  </a:lnTo>
                  <a:lnTo>
                    <a:pt x="132001" y="6207977"/>
                  </a:lnTo>
                  <a:lnTo>
                    <a:pt x="132095" y="6207977"/>
                  </a:lnTo>
                  <a:lnTo>
                    <a:pt x="132189" y="6207977"/>
                  </a:lnTo>
                  <a:lnTo>
                    <a:pt x="132283" y="6207977"/>
                  </a:lnTo>
                  <a:lnTo>
                    <a:pt x="132377" y="6207977"/>
                  </a:lnTo>
                  <a:lnTo>
                    <a:pt x="132472" y="6207977"/>
                  </a:lnTo>
                  <a:lnTo>
                    <a:pt x="132566" y="6207977"/>
                  </a:lnTo>
                  <a:lnTo>
                    <a:pt x="132660" y="6207977"/>
                  </a:lnTo>
                  <a:lnTo>
                    <a:pt x="132754" y="6207977"/>
                  </a:lnTo>
                  <a:lnTo>
                    <a:pt x="132848" y="6207977"/>
                  </a:lnTo>
                  <a:lnTo>
                    <a:pt x="132942" y="6207977"/>
                  </a:lnTo>
                  <a:lnTo>
                    <a:pt x="133037" y="6207977"/>
                  </a:lnTo>
                  <a:lnTo>
                    <a:pt x="133131" y="6207977"/>
                  </a:lnTo>
                  <a:lnTo>
                    <a:pt x="133225" y="6207977"/>
                  </a:lnTo>
                  <a:lnTo>
                    <a:pt x="133225" y="6203066"/>
                  </a:lnTo>
                  <a:lnTo>
                    <a:pt x="133319" y="6203066"/>
                  </a:lnTo>
                  <a:lnTo>
                    <a:pt x="133413" y="6203066"/>
                  </a:lnTo>
                  <a:lnTo>
                    <a:pt x="133507" y="6203066"/>
                  </a:lnTo>
                  <a:lnTo>
                    <a:pt x="133601" y="6203066"/>
                  </a:lnTo>
                  <a:lnTo>
                    <a:pt x="133696" y="6203066"/>
                  </a:lnTo>
                  <a:lnTo>
                    <a:pt x="133790" y="6203066"/>
                  </a:lnTo>
                  <a:lnTo>
                    <a:pt x="133884" y="6203066"/>
                  </a:lnTo>
                  <a:lnTo>
                    <a:pt x="133978" y="6203066"/>
                  </a:lnTo>
                  <a:lnTo>
                    <a:pt x="134072" y="6203066"/>
                  </a:lnTo>
                  <a:lnTo>
                    <a:pt x="134166" y="6203066"/>
                  </a:lnTo>
                  <a:lnTo>
                    <a:pt x="134261" y="6203066"/>
                  </a:lnTo>
                  <a:lnTo>
                    <a:pt x="134355" y="6203066"/>
                  </a:lnTo>
                  <a:lnTo>
                    <a:pt x="134449" y="6203066"/>
                  </a:lnTo>
                  <a:lnTo>
                    <a:pt x="134543" y="6203066"/>
                  </a:lnTo>
                  <a:lnTo>
                    <a:pt x="134637" y="6203066"/>
                  </a:lnTo>
                  <a:lnTo>
                    <a:pt x="134731" y="6203066"/>
                  </a:lnTo>
                  <a:lnTo>
                    <a:pt x="134825" y="6203066"/>
                  </a:lnTo>
                  <a:lnTo>
                    <a:pt x="134920" y="6203066"/>
                  </a:lnTo>
                  <a:lnTo>
                    <a:pt x="135014" y="6203066"/>
                  </a:lnTo>
                  <a:lnTo>
                    <a:pt x="135108" y="6203066"/>
                  </a:lnTo>
                  <a:lnTo>
                    <a:pt x="135202" y="6203066"/>
                  </a:lnTo>
                  <a:lnTo>
                    <a:pt x="135296" y="6203066"/>
                  </a:lnTo>
                  <a:lnTo>
                    <a:pt x="135390" y="6203066"/>
                  </a:lnTo>
                  <a:lnTo>
                    <a:pt x="135485" y="6203066"/>
                  </a:lnTo>
                  <a:lnTo>
                    <a:pt x="135579" y="6203066"/>
                  </a:lnTo>
                  <a:lnTo>
                    <a:pt x="135673" y="6203066"/>
                  </a:lnTo>
                  <a:lnTo>
                    <a:pt x="135767" y="6203066"/>
                  </a:lnTo>
                  <a:lnTo>
                    <a:pt x="135861" y="6203066"/>
                  </a:lnTo>
                  <a:lnTo>
                    <a:pt x="135955" y="6203066"/>
                  </a:lnTo>
                  <a:lnTo>
                    <a:pt x="136049" y="6203066"/>
                  </a:lnTo>
                  <a:lnTo>
                    <a:pt x="136144" y="6203066"/>
                  </a:lnTo>
                  <a:lnTo>
                    <a:pt x="136238" y="6203066"/>
                  </a:lnTo>
                  <a:lnTo>
                    <a:pt x="136332" y="6203066"/>
                  </a:lnTo>
                  <a:lnTo>
                    <a:pt x="136426" y="6203066"/>
                  </a:lnTo>
                  <a:lnTo>
                    <a:pt x="136520" y="6203066"/>
                  </a:lnTo>
                  <a:lnTo>
                    <a:pt x="136614" y="6203066"/>
                  </a:lnTo>
                  <a:lnTo>
                    <a:pt x="136708" y="6203066"/>
                  </a:lnTo>
                  <a:lnTo>
                    <a:pt x="136803" y="6203066"/>
                  </a:lnTo>
                  <a:lnTo>
                    <a:pt x="136897" y="6203066"/>
                  </a:lnTo>
                  <a:lnTo>
                    <a:pt x="136991" y="6203066"/>
                  </a:lnTo>
                  <a:lnTo>
                    <a:pt x="137085" y="6203066"/>
                  </a:lnTo>
                  <a:lnTo>
                    <a:pt x="137179" y="6203066"/>
                  </a:lnTo>
                  <a:lnTo>
                    <a:pt x="137273" y="6203066"/>
                  </a:lnTo>
                  <a:lnTo>
                    <a:pt x="137368" y="6203066"/>
                  </a:lnTo>
                  <a:lnTo>
                    <a:pt x="137462" y="6203066"/>
                  </a:lnTo>
                  <a:lnTo>
                    <a:pt x="137462" y="6198155"/>
                  </a:lnTo>
                  <a:lnTo>
                    <a:pt x="137556" y="6198155"/>
                  </a:lnTo>
                  <a:lnTo>
                    <a:pt x="137650" y="6198155"/>
                  </a:lnTo>
                  <a:lnTo>
                    <a:pt x="137744" y="6198155"/>
                  </a:lnTo>
                  <a:lnTo>
                    <a:pt x="137838" y="6198155"/>
                  </a:lnTo>
                  <a:lnTo>
                    <a:pt x="137932" y="6198155"/>
                  </a:lnTo>
                  <a:lnTo>
                    <a:pt x="138027" y="6198155"/>
                  </a:lnTo>
                  <a:lnTo>
                    <a:pt x="138121" y="6198155"/>
                  </a:lnTo>
                  <a:lnTo>
                    <a:pt x="138215" y="6198155"/>
                  </a:lnTo>
                  <a:lnTo>
                    <a:pt x="138309" y="6198155"/>
                  </a:lnTo>
                  <a:lnTo>
                    <a:pt x="138403" y="6198155"/>
                  </a:lnTo>
                  <a:lnTo>
                    <a:pt x="138497" y="6198155"/>
                  </a:lnTo>
                  <a:lnTo>
                    <a:pt x="138592" y="6198155"/>
                  </a:lnTo>
                  <a:lnTo>
                    <a:pt x="138686" y="6198155"/>
                  </a:lnTo>
                  <a:lnTo>
                    <a:pt x="138780" y="6198155"/>
                  </a:lnTo>
                  <a:lnTo>
                    <a:pt x="138874" y="6198155"/>
                  </a:lnTo>
                  <a:lnTo>
                    <a:pt x="138968" y="6198155"/>
                  </a:lnTo>
                  <a:lnTo>
                    <a:pt x="139062" y="6198155"/>
                  </a:lnTo>
                  <a:lnTo>
                    <a:pt x="139156" y="6198155"/>
                  </a:lnTo>
                  <a:lnTo>
                    <a:pt x="139251" y="6198155"/>
                  </a:lnTo>
                  <a:lnTo>
                    <a:pt x="139345" y="6198155"/>
                  </a:lnTo>
                  <a:lnTo>
                    <a:pt x="139439" y="6198155"/>
                  </a:lnTo>
                  <a:lnTo>
                    <a:pt x="139533" y="6198155"/>
                  </a:lnTo>
                  <a:lnTo>
                    <a:pt x="139627" y="6198155"/>
                  </a:lnTo>
                  <a:lnTo>
                    <a:pt x="139721" y="6198155"/>
                  </a:lnTo>
                  <a:lnTo>
                    <a:pt x="139816" y="6198155"/>
                  </a:lnTo>
                  <a:lnTo>
                    <a:pt x="139910" y="6198155"/>
                  </a:lnTo>
                  <a:lnTo>
                    <a:pt x="140004" y="6198155"/>
                  </a:lnTo>
                  <a:lnTo>
                    <a:pt x="140098" y="6198155"/>
                  </a:lnTo>
                  <a:lnTo>
                    <a:pt x="140192" y="6198155"/>
                  </a:lnTo>
                  <a:lnTo>
                    <a:pt x="140286" y="6198155"/>
                  </a:lnTo>
                  <a:lnTo>
                    <a:pt x="140380" y="6198155"/>
                  </a:lnTo>
                  <a:lnTo>
                    <a:pt x="140475" y="6198155"/>
                  </a:lnTo>
                  <a:lnTo>
                    <a:pt x="140569" y="6198155"/>
                  </a:lnTo>
                  <a:lnTo>
                    <a:pt x="140663" y="6198155"/>
                  </a:lnTo>
                  <a:lnTo>
                    <a:pt x="140757" y="6198155"/>
                  </a:lnTo>
                  <a:lnTo>
                    <a:pt x="140851" y="6198155"/>
                  </a:lnTo>
                  <a:lnTo>
                    <a:pt x="140945" y="6198155"/>
                  </a:lnTo>
                  <a:lnTo>
                    <a:pt x="141039" y="6198155"/>
                  </a:lnTo>
                  <a:lnTo>
                    <a:pt x="141134" y="6198155"/>
                  </a:lnTo>
                  <a:lnTo>
                    <a:pt x="141228" y="6198155"/>
                  </a:lnTo>
                  <a:lnTo>
                    <a:pt x="141322" y="6198155"/>
                  </a:lnTo>
                  <a:lnTo>
                    <a:pt x="141416" y="6198155"/>
                  </a:lnTo>
                  <a:lnTo>
                    <a:pt x="141510" y="6198155"/>
                  </a:lnTo>
                  <a:lnTo>
                    <a:pt x="141604" y="6198155"/>
                  </a:lnTo>
                  <a:lnTo>
                    <a:pt x="141699" y="6198155"/>
                  </a:lnTo>
                  <a:lnTo>
                    <a:pt x="141793" y="6198155"/>
                  </a:lnTo>
                  <a:lnTo>
                    <a:pt x="141887" y="6198155"/>
                  </a:lnTo>
                  <a:lnTo>
                    <a:pt x="141981" y="6198155"/>
                  </a:lnTo>
                  <a:lnTo>
                    <a:pt x="142075" y="6198155"/>
                  </a:lnTo>
                  <a:lnTo>
                    <a:pt x="142169" y="6198155"/>
                  </a:lnTo>
                  <a:lnTo>
                    <a:pt x="142263" y="6198155"/>
                  </a:lnTo>
                  <a:lnTo>
                    <a:pt x="142358" y="6198155"/>
                  </a:lnTo>
                  <a:lnTo>
                    <a:pt x="142452" y="6198155"/>
                  </a:lnTo>
                  <a:lnTo>
                    <a:pt x="142546" y="6198155"/>
                  </a:lnTo>
                  <a:lnTo>
                    <a:pt x="142640" y="6198155"/>
                  </a:lnTo>
                  <a:lnTo>
                    <a:pt x="142734" y="6198155"/>
                  </a:lnTo>
                  <a:lnTo>
                    <a:pt x="142828" y="6198155"/>
                  </a:lnTo>
                  <a:lnTo>
                    <a:pt x="142923" y="6198155"/>
                  </a:lnTo>
                  <a:lnTo>
                    <a:pt x="143017" y="6198155"/>
                  </a:lnTo>
                  <a:lnTo>
                    <a:pt x="143111" y="6198155"/>
                  </a:lnTo>
                  <a:lnTo>
                    <a:pt x="143205" y="6198155"/>
                  </a:lnTo>
                  <a:lnTo>
                    <a:pt x="143299" y="6198155"/>
                  </a:lnTo>
                  <a:lnTo>
                    <a:pt x="143393" y="6198155"/>
                  </a:lnTo>
                  <a:lnTo>
                    <a:pt x="143487" y="6198155"/>
                  </a:lnTo>
                  <a:lnTo>
                    <a:pt x="143582" y="6198155"/>
                  </a:lnTo>
                  <a:lnTo>
                    <a:pt x="143676" y="6198155"/>
                  </a:lnTo>
                  <a:lnTo>
                    <a:pt x="143770" y="6198155"/>
                  </a:lnTo>
                  <a:lnTo>
                    <a:pt x="143864" y="6198155"/>
                  </a:lnTo>
                  <a:lnTo>
                    <a:pt x="143958" y="6198155"/>
                  </a:lnTo>
                  <a:lnTo>
                    <a:pt x="144052" y="6198155"/>
                  </a:lnTo>
                  <a:lnTo>
                    <a:pt x="144147" y="6198155"/>
                  </a:lnTo>
                  <a:lnTo>
                    <a:pt x="144241" y="6198155"/>
                  </a:lnTo>
                  <a:lnTo>
                    <a:pt x="144335" y="6198155"/>
                  </a:lnTo>
                  <a:lnTo>
                    <a:pt x="144429" y="6198155"/>
                  </a:lnTo>
                  <a:lnTo>
                    <a:pt x="144523" y="6198155"/>
                  </a:lnTo>
                  <a:lnTo>
                    <a:pt x="144617" y="6198155"/>
                  </a:lnTo>
                  <a:lnTo>
                    <a:pt x="144711" y="6198155"/>
                  </a:lnTo>
                  <a:lnTo>
                    <a:pt x="144806" y="6198155"/>
                  </a:lnTo>
                  <a:lnTo>
                    <a:pt x="144900" y="6198155"/>
                  </a:lnTo>
                  <a:lnTo>
                    <a:pt x="144994" y="6198155"/>
                  </a:lnTo>
                  <a:lnTo>
                    <a:pt x="145088" y="6198155"/>
                  </a:lnTo>
                  <a:lnTo>
                    <a:pt x="145182" y="6198155"/>
                  </a:lnTo>
                  <a:lnTo>
                    <a:pt x="145182" y="6193243"/>
                  </a:lnTo>
                  <a:lnTo>
                    <a:pt x="145276" y="6193243"/>
                  </a:lnTo>
                  <a:lnTo>
                    <a:pt x="145370" y="6193243"/>
                  </a:lnTo>
                  <a:lnTo>
                    <a:pt x="145465" y="6193243"/>
                  </a:lnTo>
                  <a:lnTo>
                    <a:pt x="145559" y="6193243"/>
                  </a:lnTo>
                  <a:lnTo>
                    <a:pt x="145653" y="6193243"/>
                  </a:lnTo>
                  <a:lnTo>
                    <a:pt x="145747" y="6193243"/>
                  </a:lnTo>
                  <a:lnTo>
                    <a:pt x="145841" y="6193243"/>
                  </a:lnTo>
                  <a:lnTo>
                    <a:pt x="145935" y="6193243"/>
                  </a:lnTo>
                  <a:lnTo>
                    <a:pt x="146030" y="6193243"/>
                  </a:lnTo>
                  <a:lnTo>
                    <a:pt x="146124" y="6193243"/>
                  </a:lnTo>
                  <a:lnTo>
                    <a:pt x="146218" y="6193243"/>
                  </a:lnTo>
                  <a:lnTo>
                    <a:pt x="146312" y="6193243"/>
                  </a:lnTo>
                  <a:lnTo>
                    <a:pt x="146406" y="6193243"/>
                  </a:lnTo>
                  <a:lnTo>
                    <a:pt x="146500" y="6193243"/>
                  </a:lnTo>
                  <a:lnTo>
                    <a:pt x="146594" y="6193243"/>
                  </a:lnTo>
                  <a:lnTo>
                    <a:pt x="146689" y="6193243"/>
                  </a:lnTo>
                  <a:lnTo>
                    <a:pt x="146783" y="6193243"/>
                  </a:lnTo>
                  <a:lnTo>
                    <a:pt x="146877" y="6193243"/>
                  </a:lnTo>
                  <a:lnTo>
                    <a:pt x="146971" y="6193243"/>
                  </a:lnTo>
                  <a:lnTo>
                    <a:pt x="147065" y="6193243"/>
                  </a:lnTo>
                  <a:lnTo>
                    <a:pt x="147159" y="6193243"/>
                  </a:lnTo>
                  <a:lnTo>
                    <a:pt x="147254" y="6193243"/>
                  </a:lnTo>
                  <a:lnTo>
                    <a:pt x="147348" y="6193243"/>
                  </a:lnTo>
                  <a:lnTo>
                    <a:pt x="147442" y="6193243"/>
                  </a:lnTo>
                  <a:lnTo>
                    <a:pt x="147536" y="6193243"/>
                  </a:lnTo>
                  <a:lnTo>
                    <a:pt x="147630" y="6193243"/>
                  </a:lnTo>
                  <a:lnTo>
                    <a:pt x="147724" y="6193243"/>
                  </a:lnTo>
                  <a:lnTo>
                    <a:pt x="147818" y="6193243"/>
                  </a:lnTo>
                  <a:lnTo>
                    <a:pt x="147913" y="6193243"/>
                  </a:lnTo>
                  <a:lnTo>
                    <a:pt x="148007" y="6193243"/>
                  </a:lnTo>
                  <a:lnTo>
                    <a:pt x="148101" y="6193243"/>
                  </a:lnTo>
                  <a:lnTo>
                    <a:pt x="148195" y="6193243"/>
                  </a:lnTo>
                  <a:lnTo>
                    <a:pt x="148289" y="6193243"/>
                  </a:lnTo>
                  <a:lnTo>
                    <a:pt x="148383" y="6193243"/>
                  </a:lnTo>
                  <a:lnTo>
                    <a:pt x="148478" y="6193243"/>
                  </a:lnTo>
                  <a:lnTo>
                    <a:pt x="148572" y="6193243"/>
                  </a:lnTo>
                  <a:lnTo>
                    <a:pt x="148666" y="6193243"/>
                  </a:lnTo>
                  <a:lnTo>
                    <a:pt x="148666" y="6188332"/>
                  </a:lnTo>
                  <a:lnTo>
                    <a:pt x="148760" y="6188332"/>
                  </a:lnTo>
                  <a:lnTo>
                    <a:pt x="148854" y="6188332"/>
                  </a:lnTo>
                  <a:lnTo>
                    <a:pt x="148948" y="6188332"/>
                  </a:lnTo>
                  <a:lnTo>
                    <a:pt x="149042" y="6188332"/>
                  </a:lnTo>
                  <a:lnTo>
                    <a:pt x="149137" y="6188332"/>
                  </a:lnTo>
                  <a:lnTo>
                    <a:pt x="149231" y="6188332"/>
                  </a:lnTo>
                  <a:lnTo>
                    <a:pt x="149325" y="6188332"/>
                  </a:lnTo>
                  <a:lnTo>
                    <a:pt x="149419" y="6188332"/>
                  </a:lnTo>
                  <a:lnTo>
                    <a:pt x="149513" y="6188332"/>
                  </a:lnTo>
                  <a:lnTo>
                    <a:pt x="149607" y="6188332"/>
                  </a:lnTo>
                  <a:lnTo>
                    <a:pt x="149701" y="6188332"/>
                  </a:lnTo>
                  <a:lnTo>
                    <a:pt x="149796" y="6188332"/>
                  </a:lnTo>
                  <a:lnTo>
                    <a:pt x="149890" y="6188332"/>
                  </a:lnTo>
                  <a:lnTo>
                    <a:pt x="149984" y="6188332"/>
                  </a:lnTo>
                  <a:lnTo>
                    <a:pt x="150078" y="6188332"/>
                  </a:lnTo>
                  <a:lnTo>
                    <a:pt x="150172" y="6188332"/>
                  </a:lnTo>
                  <a:lnTo>
                    <a:pt x="150172" y="6183421"/>
                  </a:lnTo>
                  <a:lnTo>
                    <a:pt x="150266" y="6183421"/>
                  </a:lnTo>
                  <a:lnTo>
                    <a:pt x="150361" y="6183421"/>
                  </a:lnTo>
                  <a:lnTo>
                    <a:pt x="150455" y="6183421"/>
                  </a:lnTo>
                  <a:lnTo>
                    <a:pt x="150549" y="6183421"/>
                  </a:lnTo>
                  <a:lnTo>
                    <a:pt x="150643" y="6183421"/>
                  </a:lnTo>
                  <a:lnTo>
                    <a:pt x="150737" y="6183421"/>
                  </a:lnTo>
                  <a:lnTo>
                    <a:pt x="150831" y="6183421"/>
                  </a:lnTo>
                  <a:lnTo>
                    <a:pt x="150925" y="6183421"/>
                  </a:lnTo>
                  <a:lnTo>
                    <a:pt x="151020" y="6183421"/>
                  </a:lnTo>
                  <a:lnTo>
                    <a:pt x="151114" y="6183421"/>
                  </a:lnTo>
                  <a:lnTo>
                    <a:pt x="151208" y="6183421"/>
                  </a:lnTo>
                  <a:lnTo>
                    <a:pt x="151302" y="6183421"/>
                  </a:lnTo>
                  <a:lnTo>
                    <a:pt x="151396" y="6183421"/>
                  </a:lnTo>
                  <a:lnTo>
                    <a:pt x="151490" y="6183421"/>
                  </a:lnTo>
                  <a:lnTo>
                    <a:pt x="151585" y="6183421"/>
                  </a:lnTo>
                  <a:lnTo>
                    <a:pt x="151679" y="6183421"/>
                  </a:lnTo>
                  <a:lnTo>
                    <a:pt x="151773" y="6183421"/>
                  </a:lnTo>
                  <a:lnTo>
                    <a:pt x="151867" y="6183421"/>
                  </a:lnTo>
                  <a:lnTo>
                    <a:pt x="151961" y="6183421"/>
                  </a:lnTo>
                  <a:lnTo>
                    <a:pt x="152055" y="6183421"/>
                  </a:lnTo>
                  <a:lnTo>
                    <a:pt x="152149" y="6183421"/>
                  </a:lnTo>
                  <a:lnTo>
                    <a:pt x="152244" y="6183421"/>
                  </a:lnTo>
                  <a:lnTo>
                    <a:pt x="152244" y="6178509"/>
                  </a:lnTo>
                  <a:lnTo>
                    <a:pt x="152338" y="6178509"/>
                  </a:lnTo>
                  <a:lnTo>
                    <a:pt x="152432" y="6178509"/>
                  </a:lnTo>
                  <a:lnTo>
                    <a:pt x="152526" y="6178509"/>
                  </a:lnTo>
                  <a:lnTo>
                    <a:pt x="152620" y="6178509"/>
                  </a:lnTo>
                  <a:lnTo>
                    <a:pt x="152714" y="6178509"/>
                  </a:lnTo>
                  <a:lnTo>
                    <a:pt x="152809" y="6178509"/>
                  </a:lnTo>
                  <a:lnTo>
                    <a:pt x="152903" y="6178509"/>
                  </a:lnTo>
                  <a:lnTo>
                    <a:pt x="152997" y="6178509"/>
                  </a:lnTo>
                  <a:lnTo>
                    <a:pt x="153091" y="6178509"/>
                  </a:lnTo>
                  <a:lnTo>
                    <a:pt x="153185" y="6178509"/>
                  </a:lnTo>
                  <a:lnTo>
                    <a:pt x="153279" y="6178509"/>
                  </a:lnTo>
                  <a:lnTo>
                    <a:pt x="153373" y="6178509"/>
                  </a:lnTo>
                  <a:lnTo>
                    <a:pt x="153468" y="6178509"/>
                  </a:lnTo>
                  <a:lnTo>
                    <a:pt x="153562" y="6178509"/>
                  </a:lnTo>
                  <a:lnTo>
                    <a:pt x="153656" y="6178509"/>
                  </a:lnTo>
                  <a:lnTo>
                    <a:pt x="153750" y="6178509"/>
                  </a:lnTo>
                  <a:lnTo>
                    <a:pt x="153844" y="6178509"/>
                  </a:lnTo>
                  <a:lnTo>
                    <a:pt x="153938" y="6178509"/>
                  </a:lnTo>
                  <a:lnTo>
                    <a:pt x="154032" y="6178509"/>
                  </a:lnTo>
                  <a:lnTo>
                    <a:pt x="154127" y="6178509"/>
                  </a:lnTo>
                  <a:lnTo>
                    <a:pt x="154221" y="6178509"/>
                  </a:lnTo>
                  <a:lnTo>
                    <a:pt x="154315" y="6178509"/>
                  </a:lnTo>
                  <a:lnTo>
                    <a:pt x="154409" y="6178509"/>
                  </a:lnTo>
                  <a:lnTo>
                    <a:pt x="154503" y="6178509"/>
                  </a:lnTo>
                  <a:lnTo>
                    <a:pt x="154597" y="6178509"/>
                  </a:lnTo>
                  <a:lnTo>
                    <a:pt x="154692" y="6178509"/>
                  </a:lnTo>
                  <a:lnTo>
                    <a:pt x="154786" y="6178509"/>
                  </a:lnTo>
                  <a:lnTo>
                    <a:pt x="154880" y="6178509"/>
                  </a:lnTo>
                  <a:lnTo>
                    <a:pt x="154974" y="6178509"/>
                  </a:lnTo>
                  <a:lnTo>
                    <a:pt x="155068" y="6178509"/>
                  </a:lnTo>
                  <a:lnTo>
                    <a:pt x="155162" y="6178509"/>
                  </a:lnTo>
                  <a:lnTo>
                    <a:pt x="155256" y="6178509"/>
                  </a:lnTo>
                  <a:lnTo>
                    <a:pt x="155351" y="6178509"/>
                  </a:lnTo>
                  <a:lnTo>
                    <a:pt x="155445" y="6178509"/>
                  </a:lnTo>
                  <a:lnTo>
                    <a:pt x="155539" y="6178509"/>
                  </a:lnTo>
                  <a:lnTo>
                    <a:pt x="155633" y="6178509"/>
                  </a:lnTo>
                  <a:lnTo>
                    <a:pt x="155727" y="6178509"/>
                  </a:lnTo>
                  <a:lnTo>
                    <a:pt x="155821" y="6178509"/>
                  </a:lnTo>
                  <a:lnTo>
                    <a:pt x="155916" y="6178509"/>
                  </a:lnTo>
                  <a:lnTo>
                    <a:pt x="156010" y="6178509"/>
                  </a:lnTo>
                  <a:lnTo>
                    <a:pt x="156104" y="6178509"/>
                  </a:lnTo>
                  <a:lnTo>
                    <a:pt x="156198" y="6178509"/>
                  </a:lnTo>
                  <a:lnTo>
                    <a:pt x="156292" y="6178509"/>
                  </a:lnTo>
                  <a:lnTo>
                    <a:pt x="156386" y="6178509"/>
                  </a:lnTo>
                  <a:lnTo>
                    <a:pt x="156480" y="6178509"/>
                  </a:lnTo>
                  <a:lnTo>
                    <a:pt x="156575" y="6178509"/>
                  </a:lnTo>
                  <a:lnTo>
                    <a:pt x="156575" y="6173598"/>
                  </a:lnTo>
                  <a:lnTo>
                    <a:pt x="156669" y="6173598"/>
                  </a:lnTo>
                  <a:lnTo>
                    <a:pt x="156763" y="6173598"/>
                  </a:lnTo>
                  <a:lnTo>
                    <a:pt x="156857" y="6173598"/>
                  </a:lnTo>
                  <a:lnTo>
                    <a:pt x="156951" y="6173598"/>
                  </a:lnTo>
                  <a:lnTo>
                    <a:pt x="157045" y="6173598"/>
                  </a:lnTo>
                  <a:lnTo>
                    <a:pt x="157140" y="6173598"/>
                  </a:lnTo>
                  <a:lnTo>
                    <a:pt x="157234" y="6173598"/>
                  </a:lnTo>
                  <a:lnTo>
                    <a:pt x="157328" y="6173598"/>
                  </a:lnTo>
                  <a:lnTo>
                    <a:pt x="157422" y="6173598"/>
                  </a:lnTo>
                  <a:lnTo>
                    <a:pt x="157516" y="6173598"/>
                  </a:lnTo>
                  <a:lnTo>
                    <a:pt x="157610" y="6173598"/>
                  </a:lnTo>
                  <a:lnTo>
                    <a:pt x="157704" y="6173598"/>
                  </a:lnTo>
                  <a:lnTo>
                    <a:pt x="157799" y="6173598"/>
                  </a:lnTo>
                  <a:lnTo>
                    <a:pt x="157893" y="6173598"/>
                  </a:lnTo>
                  <a:lnTo>
                    <a:pt x="157987" y="6173598"/>
                  </a:lnTo>
                  <a:lnTo>
                    <a:pt x="158081" y="6173598"/>
                  </a:lnTo>
                  <a:lnTo>
                    <a:pt x="158175" y="6173598"/>
                  </a:lnTo>
                  <a:lnTo>
                    <a:pt x="158269" y="6173598"/>
                  </a:lnTo>
                  <a:lnTo>
                    <a:pt x="158363" y="6173598"/>
                  </a:lnTo>
                  <a:lnTo>
                    <a:pt x="158458" y="6173598"/>
                  </a:lnTo>
                  <a:lnTo>
                    <a:pt x="158552" y="6173598"/>
                  </a:lnTo>
                  <a:lnTo>
                    <a:pt x="158646" y="6173598"/>
                  </a:lnTo>
                  <a:lnTo>
                    <a:pt x="158740" y="6173598"/>
                  </a:lnTo>
                  <a:lnTo>
                    <a:pt x="158834" y="6173598"/>
                  </a:lnTo>
                  <a:lnTo>
                    <a:pt x="158928" y="6173598"/>
                  </a:lnTo>
                  <a:lnTo>
                    <a:pt x="159023" y="6173598"/>
                  </a:lnTo>
                  <a:lnTo>
                    <a:pt x="159117" y="6173598"/>
                  </a:lnTo>
                  <a:lnTo>
                    <a:pt x="159211" y="6173598"/>
                  </a:lnTo>
                  <a:lnTo>
                    <a:pt x="159305" y="6173598"/>
                  </a:lnTo>
                  <a:lnTo>
                    <a:pt x="159399" y="6173598"/>
                  </a:lnTo>
                  <a:lnTo>
                    <a:pt x="159493" y="6173598"/>
                  </a:lnTo>
                  <a:lnTo>
                    <a:pt x="159493" y="6168686"/>
                  </a:lnTo>
                  <a:lnTo>
                    <a:pt x="159493" y="6163775"/>
                  </a:lnTo>
                  <a:lnTo>
                    <a:pt x="159587" y="6163775"/>
                  </a:lnTo>
                  <a:lnTo>
                    <a:pt x="159682" y="6163775"/>
                  </a:lnTo>
                  <a:lnTo>
                    <a:pt x="159776" y="6163775"/>
                  </a:lnTo>
                  <a:lnTo>
                    <a:pt x="159870" y="6163775"/>
                  </a:lnTo>
                  <a:lnTo>
                    <a:pt x="159964" y="6163775"/>
                  </a:lnTo>
                  <a:lnTo>
                    <a:pt x="160058" y="6163775"/>
                  </a:lnTo>
                  <a:lnTo>
                    <a:pt x="160152" y="6163775"/>
                  </a:lnTo>
                  <a:lnTo>
                    <a:pt x="160247" y="6163775"/>
                  </a:lnTo>
                  <a:lnTo>
                    <a:pt x="160341" y="6163775"/>
                  </a:lnTo>
                  <a:lnTo>
                    <a:pt x="160435" y="6163775"/>
                  </a:lnTo>
                  <a:lnTo>
                    <a:pt x="160529" y="6163775"/>
                  </a:lnTo>
                  <a:lnTo>
                    <a:pt x="160623" y="6163775"/>
                  </a:lnTo>
                  <a:lnTo>
                    <a:pt x="160717" y="6163775"/>
                  </a:lnTo>
                  <a:lnTo>
                    <a:pt x="160717" y="6158864"/>
                  </a:lnTo>
                  <a:lnTo>
                    <a:pt x="160811" y="6158864"/>
                  </a:lnTo>
                  <a:lnTo>
                    <a:pt x="160906" y="6158864"/>
                  </a:lnTo>
                  <a:lnTo>
                    <a:pt x="161000" y="6158864"/>
                  </a:lnTo>
                  <a:lnTo>
                    <a:pt x="161094" y="6158864"/>
                  </a:lnTo>
                  <a:lnTo>
                    <a:pt x="161188" y="6158864"/>
                  </a:lnTo>
                  <a:lnTo>
                    <a:pt x="161282" y="6158864"/>
                  </a:lnTo>
                  <a:lnTo>
                    <a:pt x="161376" y="6158864"/>
                  </a:lnTo>
                  <a:lnTo>
                    <a:pt x="161471" y="6158864"/>
                  </a:lnTo>
                  <a:lnTo>
                    <a:pt x="161565" y="6158864"/>
                  </a:lnTo>
                  <a:lnTo>
                    <a:pt x="161659" y="6158864"/>
                  </a:lnTo>
                  <a:lnTo>
                    <a:pt x="161753" y="6158864"/>
                  </a:lnTo>
                  <a:lnTo>
                    <a:pt x="161847" y="6158864"/>
                  </a:lnTo>
                  <a:lnTo>
                    <a:pt x="161941" y="6158864"/>
                  </a:lnTo>
                  <a:lnTo>
                    <a:pt x="162035" y="6158864"/>
                  </a:lnTo>
                  <a:lnTo>
                    <a:pt x="162130" y="6158864"/>
                  </a:lnTo>
                  <a:lnTo>
                    <a:pt x="162224" y="6158864"/>
                  </a:lnTo>
                  <a:lnTo>
                    <a:pt x="162318" y="6158864"/>
                  </a:lnTo>
                  <a:lnTo>
                    <a:pt x="162412" y="6158864"/>
                  </a:lnTo>
                  <a:lnTo>
                    <a:pt x="162506" y="6158864"/>
                  </a:lnTo>
                  <a:lnTo>
                    <a:pt x="162600" y="6158864"/>
                  </a:lnTo>
                  <a:lnTo>
                    <a:pt x="162600" y="6153952"/>
                  </a:lnTo>
                  <a:lnTo>
                    <a:pt x="162694" y="6153952"/>
                  </a:lnTo>
                  <a:lnTo>
                    <a:pt x="162789" y="6153952"/>
                  </a:lnTo>
                  <a:lnTo>
                    <a:pt x="162883" y="6153952"/>
                  </a:lnTo>
                  <a:lnTo>
                    <a:pt x="162977" y="6153952"/>
                  </a:lnTo>
                  <a:lnTo>
                    <a:pt x="163071" y="6153952"/>
                  </a:lnTo>
                  <a:lnTo>
                    <a:pt x="163165" y="6153952"/>
                  </a:lnTo>
                  <a:lnTo>
                    <a:pt x="163259" y="6153952"/>
                  </a:lnTo>
                  <a:lnTo>
                    <a:pt x="163354" y="6153952"/>
                  </a:lnTo>
                  <a:lnTo>
                    <a:pt x="163448" y="6153952"/>
                  </a:lnTo>
                  <a:lnTo>
                    <a:pt x="163542" y="6153952"/>
                  </a:lnTo>
                  <a:lnTo>
                    <a:pt x="163636" y="6153952"/>
                  </a:lnTo>
                  <a:lnTo>
                    <a:pt x="163730" y="6153952"/>
                  </a:lnTo>
                  <a:lnTo>
                    <a:pt x="163824" y="6153952"/>
                  </a:lnTo>
                  <a:lnTo>
                    <a:pt x="163918" y="6153952"/>
                  </a:lnTo>
                  <a:lnTo>
                    <a:pt x="164013" y="6153952"/>
                  </a:lnTo>
                  <a:lnTo>
                    <a:pt x="164107" y="6153952"/>
                  </a:lnTo>
                  <a:lnTo>
                    <a:pt x="164201" y="6153952"/>
                  </a:lnTo>
                  <a:lnTo>
                    <a:pt x="164295" y="6153952"/>
                  </a:lnTo>
                  <a:lnTo>
                    <a:pt x="164389" y="6153952"/>
                  </a:lnTo>
                  <a:lnTo>
                    <a:pt x="164483" y="6153952"/>
                  </a:lnTo>
                  <a:lnTo>
                    <a:pt x="164578" y="6153952"/>
                  </a:lnTo>
                  <a:lnTo>
                    <a:pt x="164672" y="6153952"/>
                  </a:lnTo>
                  <a:lnTo>
                    <a:pt x="164766" y="6153952"/>
                  </a:lnTo>
                  <a:lnTo>
                    <a:pt x="164860" y="6153952"/>
                  </a:lnTo>
                  <a:lnTo>
                    <a:pt x="164954" y="6153952"/>
                  </a:lnTo>
                  <a:lnTo>
                    <a:pt x="165048" y="6153952"/>
                  </a:lnTo>
                  <a:lnTo>
                    <a:pt x="165142" y="6153952"/>
                  </a:lnTo>
                  <a:lnTo>
                    <a:pt x="165237" y="6153952"/>
                  </a:lnTo>
                  <a:lnTo>
                    <a:pt x="165331" y="6153952"/>
                  </a:lnTo>
                  <a:lnTo>
                    <a:pt x="165425" y="6153952"/>
                  </a:lnTo>
                  <a:lnTo>
                    <a:pt x="165519" y="6153952"/>
                  </a:lnTo>
                  <a:lnTo>
                    <a:pt x="165519" y="6149041"/>
                  </a:lnTo>
                  <a:lnTo>
                    <a:pt x="165613" y="6149041"/>
                  </a:lnTo>
                  <a:lnTo>
                    <a:pt x="165707" y="6149041"/>
                  </a:lnTo>
                  <a:lnTo>
                    <a:pt x="165802" y="6149041"/>
                  </a:lnTo>
                  <a:lnTo>
                    <a:pt x="165896" y="6149041"/>
                  </a:lnTo>
                  <a:lnTo>
                    <a:pt x="165990" y="6149041"/>
                  </a:lnTo>
                  <a:lnTo>
                    <a:pt x="166084" y="6149041"/>
                  </a:lnTo>
                  <a:lnTo>
                    <a:pt x="166178" y="6149041"/>
                  </a:lnTo>
                  <a:lnTo>
                    <a:pt x="166272" y="6149041"/>
                  </a:lnTo>
                  <a:lnTo>
                    <a:pt x="166366" y="6149041"/>
                  </a:lnTo>
                  <a:lnTo>
                    <a:pt x="166461" y="6149041"/>
                  </a:lnTo>
                  <a:lnTo>
                    <a:pt x="166555" y="6149041"/>
                  </a:lnTo>
                  <a:lnTo>
                    <a:pt x="166649" y="6149041"/>
                  </a:lnTo>
                  <a:lnTo>
                    <a:pt x="166743" y="6149041"/>
                  </a:lnTo>
                  <a:lnTo>
                    <a:pt x="166837" y="6149041"/>
                  </a:lnTo>
                  <a:lnTo>
                    <a:pt x="166931" y="6149041"/>
                  </a:lnTo>
                  <a:lnTo>
                    <a:pt x="167025" y="6149041"/>
                  </a:lnTo>
                  <a:lnTo>
                    <a:pt x="167120" y="6149041"/>
                  </a:lnTo>
                  <a:lnTo>
                    <a:pt x="167214" y="6149041"/>
                  </a:lnTo>
                  <a:lnTo>
                    <a:pt x="167308" y="6149041"/>
                  </a:lnTo>
                  <a:lnTo>
                    <a:pt x="167402" y="6149041"/>
                  </a:lnTo>
                  <a:lnTo>
                    <a:pt x="167496" y="6149041"/>
                  </a:lnTo>
                  <a:lnTo>
                    <a:pt x="167590" y="6149041"/>
                  </a:lnTo>
                  <a:lnTo>
                    <a:pt x="167685" y="6149041"/>
                  </a:lnTo>
                  <a:lnTo>
                    <a:pt x="167779" y="6149041"/>
                  </a:lnTo>
                  <a:lnTo>
                    <a:pt x="167873" y="6149041"/>
                  </a:lnTo>
                  <a:lnTo>
                    <a:pt x="167967" y="6149041"/>
                  </a:lnTo>
                  <a:lnTo>
                    <a:pt x="168061" y="6149041"/>
                  </a:lnTo>
                  <a:lnTo>
                    <a:pt x="168155" y="6149041"/>
                  </a:lnTo>
                  <a:lnTo>
                    <a:pt x="168249" y="6149041"/>
                  </a:lnTo>
                  <a:lnTo>
                    <a:pt x="168344" y="6149041"/>
                  </a:lnTo>
                  <a:lnTo>
                    <a:pt x="168438" y="6149041"/>
                  </a:lnTo>
                  <a:lnTo>
                    <a:pt x="168532" y="6149041"/>
                  </a:lnTo>
                  <a:lnTo>
                    <a:pt x="168626" y="6149041"/>
                  </a:lnTo>
                  <a:lnTo>
                    <a:pt x="168720" y="6149041"/>
                  </a:lnTo>
                  <a:lnTo>
                    <a:pt x="168814" y="6149041"/>
                  </a:lnTo>
                  <a:lnTo>
                    <a:pt x="168909" y="6149041"/>
                  </a:lnTo>
                  <a:lnTo>
                    <a:pt x="169003" y="6149041"/>
                  </a:lnTo>
                  <a:lnTo>
                    <a:pt x="169097" y="6149041"/>
                  </a:lnTo>
                  <a:lnTo>
                    <a:pt x="169191" y="6149041"/>
                  </a:lnTo>
                  <a:lnTo>
                    <a:pt x="169285" y="6149041"/>
                  </a:lnTo>
                  <a:lnTo>
                    <a:pt x="169379" y="6149041"/>
                  </a:lnTo>
                  <a:lnTo>
                    <a:pt x="169473" y="6149041"/>
                  </a:lnTo>
                  <a:lnTo>
                    <a:pt x="169568" y="6149041"/>
                  </a:lnTo>
                  <a:lnTo>
                    <a:pt x="169662" y="6149041"/>
                  </a:lnTo>
                  <a:lnTo>
                    <a:pt x="169756" y="6149041"/>
                  </a:lnTo>
                  <a:lnTo>
                    <a:pt x="169850" y="6149041"/>
                  </a:lnTo>
                  <a:lnTo>
                    <a:pt x="169944" y="6149041"/>
                  </a:lnTo>
                  <a:lnTo>
                    <a:pt x="170038" y="6149041"/>
                  </a:lnTo>
                  <a:lnTo>
                    <a:pt x="170133" y="6149041"/>
                  </a:lnTo>
                  <a:lnTo>
                    <a:pt x="170227" y="6149041"/>
                  </a:lnTo>
                  <a:lnTo>
                    <a:pt x="170321" y="6149041"/>
                  </a:lnTo>
                  <a:lnTo>
                    <a:pt x="170415" y="6149041"/>
                  </a:lnTo>
                  <a:lnTo>
                    <a:pt x="170509" y="6149041"/>
                  </a:lnTo>
                  <a:lnTo>
                    <a:pt x="170603" y="6149041"/>
                  </a:lnTo>
                  <a:lnTo>
                    <a:pt x="170697" y="6149041"/>
                  </a:lnTo>
                  <a:lnTo>
                    <a:pt x="170792" y="6149041"/>
                  </a:lnTo>
                  <a:lnTo>
                    <a:pt x="170886" y="6149041"/>
                  </a:lnTo>
                  <a:lnTo>
                    <a:pt x="170980" y="6149041"/>
                  </a:lnTo>
                  <a:lnTo>
                    <a:pt x="171074" y="6149041"/>
                  </a:lnTo>
                  <a:lnTo>
                    <a:pt x="171168" y="6149041"/>
                  </a:lnTo>
                  <a:lnTo>
                    <a:pt x="171262" y="6149041"/>
                  </a:lnTo>
                  <a:lnTo>
                    <a:pt x="171356" y="6149041"/>
                  </a:lnTo>
                  <a:lnTo>
                    <a:pt x="171451" y="6149041"/>
                  </a:lnTo>
                  <a:lnTo>
                    <a:pt x="171545" y="6149041"/>
                  </a:lnTo>
                  <a:lnTo>
                    <a:pt x="171639" y="6149041"/>
                  </a:lnTo>
                  <a:lnTo>
                    <a:pt x="171733" y="6149041"/>
                  </a:lnTo>
                  <a:lnTo>
                    <a:pt x="171827" y="6149041"/>
                  </a:lnTo>
                  <a:lnTo>
                    <a:pt x="171921" y="6149041"/>
                  </a:lnTo>
                  <a:lnTo>
                    <a:pt x="172016" y="6149041"/>
                  </a:lnTo>
                  <a:lnTo>
                    <a:pt x="172110" y="6149041"/>
                  </a:lnTo>
                  <a:lnTo>
                    <a:pt x="172204" y="6149041"/>
                  </a:lnTo>
                  <a:lnTo>
                    <a:pt x="172298" y="6149041"/>
                  </a:lnTo>
                  <a:lnTo>
                    <a:pt x="172392" y="6149041"/>
                  </a:lnTo>
                  <a:lnTo>
                    <a:pt x="172486" y="6149041"/>
                  </a:lnTo>
                  <a:lnTo>
                    <a:pt x="172580" y="6149041"/>
                  </a:lnTo>
                  <a:lnTo>
                    <a:pt x="172675" y="6149041"/>
                  </a:lnTo>
                  <a:lnTo>
                    <a:pt x="172769" y="6149041"/>
                  </a:lnTo>
                  <a:lnTo>
                    <a:pt x="172863" y="6149041"/>
                  </a:lnTo>
                  <a:lnTo>
                    <a:pt x="172957" y="6149041"/>
                  </a:lnTo>
                  <a:lnTo>
                    <a:pt x="173051" y="6149041"/>
                  </a:lnTo>
                  <a:lnTo>
                    <a:pt x="173145" y="6149041"/>
                  </a:lnTo>
                  <a:lnTo>
                    <a:pt x="173240" y="6149041"/>
                  </a:lnTo>
                  <a:lnTo>
                    <a:pt x="173334" y="6149041"/>
                  </a:lnTo>
                  <a:lnTo>
                    <a:pt x="173428" y="6149041"/>
                  </a:lnTo>
                  <a:lnTo>
                    <a:pt x="173522" y="6149041"/>
                  </a:lnTo>
                  <a:lnTo>
                    <a:pt x="173616" y="6149041"/>
                  </a:lnTo>
                  <a:lnTo>
                    <a:pt x="173710" y="6149041"/>
                  </a:lnTo>
                  <a:lnTo>
                    <a:pt x="173804" y="6149041"/>
                  </a:lnTo>
                  <a:lnTo>
                    <a:pt x="173899" y="6149041"/>
                  </a:lnTo>
                  <a:lnTo>
                    <a:pt x="173993" y="6149041"/>
                  </a:lnTo>
                  <a:lnTo>
                    <a:pt x="174087" y="6149041"/>
                  </a:lnTo>
                  <a:lnTo>
                    <a:pt x="174181" y="6149041"/>
                  </a:lnTo>
                  <a:lnTo>
                    <a:pt x="174275" y="6149041"/>
                  </a:lnTo>
                  <a:lnTo>
                    <a:pt x="174369" y="6149041"/>
                  </a:lnTo>
                  <a:lnTo>
                    <a:pt x="174464" y="6149041"/>
                  </a:lnTo>
                  <a:lnTo>
                    <a:pt x="174558" y="6149041"/>
                  </a:lnTo>
                  <a:lnTo>
                    <a:pt x="174652" y="6149041"/>
                  </a:lnTo>
                  <a:lnTo>
                    <a:pt x="174746" y="6149041"/>
                  </a:lnTo>
                  <a:lnTo>
                    <a:pt x="174840" y="6149041"/>
                  </a:lnTo>
                  <a:lnTo>
                    <a:pt x="174934" y="6149041"/>
                  </a:lnTo>
                  <a:lnTo>
                    <a:pt x="175028" y="6149041"/>
                  </a:lnTo>
                  <a:lnTo>
                    <a:pt x="175123" y="6149041"/>
                  </a:lnTo>
                  <a:lnTo>
                    <a:pt x="175217" y="6149041"/>
                  </a:lnTo>
                  <a:lnTo>
                    <a:pt x="175311" y="6149041"/>
                  </a:lnTo>
                  <a:lnTo>
                    <a:pt x="175405" y="6149041"/>
                  </a:lnTo>
                  <a:lnTo>
                    <a:pt x="175499" y="6149041"/>
                  </a:lnTo>
                  <a:lnTo>
                    <a:pt x="175593" y="6149041"/>
                  </a:lnTo>
                  <a:lnTo>
                    <a:pt x="175687" y="6149041"/>
                  </a:lnTo>
                  <a:lnTo>
                    <a:pt x="175782" y="6149041"/>
                  </a:lnTo>
                  <a:lnTo>
                    <a:pt x="175876" y="6149041"/>
                  </a:lnTo>
                  <a:lnTo>
                    <a:pt x="175970" y="6149041"/>
                  </a:lnTo>
                  <a:lnTo>
                    <a:pt x="176064" y="6149041"/>
                  </a:lnTo>
                  <a:lnTo>
                    <a:pt x="176158" y="6149041"/>
                  </a:lnTo>
                  <a:lnTo>
                    <a:pt x="176158" y="6144130"/>
                  </a:lnTo>
                  <a:lnTo>
                    <a:pt x="176252" y="6144130"/>
                  </a:lnTo>
                  <a:lnTo>
                    <a:pt x="176252" y="6139218"/>
                  </a:lnTo>
                  <a:lnTo>
                    <a:pt x="176347" y="6139218"/>
                  </a:lnTo>
                  <a:lnTo>
                    <a:pt x="176441" y="6139218"/>
                  </a:lnTo>
                  <a:lnTo>
                    <a:pt x="176535" y="6139218"/>
                  </a:lnTo>
                  <a:lnTo>
                    <a:pt x="176629" y="6139218"/>
                  </a:lnTo>
                  <a:lnTo>
                    <a:pt x="176723" y="6139218"/>
                  </a:lnTo>
                  <a:lnTo>
                    <a:pt x="176817" y="6139218"/>
                  </a:lnTo>
                  <a:lnTo>
                    <a:pt x="176817" y="6134307"/>
                  </a:lnTo>
                  <a:lnTo>
                    <a:pt x="176911" y="6134307"/>
                  </a:lnTo>
                  <a:lnTo>
                    <a:pt x="177006" y="6134307"/>
                  </a:lnTo>
                  <a:lnTo>
                    <a:pt x="177100" y="6134307"/>
                  </a:lnTo>
                  <a:lnTo>
                    <a:pt x="177194" y="6134307"/>
                  </a:lnTo>
                  <a:lnTo>
                    <a:pt x="177288" y="6134307"/>
                  </a:lnTo>
                  <a:lnTo>
                    <a:pt x="177382" y="6134307"/>
                  </a:lnTo>
                  <a:lnTo>
                    <a:pt x="177476" y="6134307"/>
                  </a:lnTo>
                  <a:lnTo>
                    <a:pt x="177571" y="6134307"/>
                  </a:lnTo>
                  <a:lnTo>
                    <a:pt x="177665" y="6134307"/>
                  </a:lnTo>
                  <a:lnTo>
                    <a:pt x="177759" y="6134307"/>
                  </a:lnTo>
                  <a:lnTo>
                    <a:pt x="177853" y="6134307"/>
                  </a:lnTo>
                  <a:lnTo>
                    <a:pt x="177947" y="6134307"/>
                  </a:lnTo>
                  <a:lnTo>
                    <a:pt x="178041" y="6134307"/>
                  </a:lnTo>
                  <a:lnTo>
                    <a:pt x="178135" y="6134307"/>
                  </a:lnTo>
                  <a:lnTo>
                    <a:pt x="178230" y="6134307"/>
                  </a:lnTo>
                  <a:lnTo>
                    <a:pt x="178324" y="6134307"/>
                  </a:lnTo>
                  <a:lnTo>
                    <a:pt x="178418" y="6134307"/>
                  </a:lnTo>
                  <a:lnTo>
                    <a:pt x="178512" y="6134307"/>
                  </a:lnTo>
                  <a:lnTo>
                    <a:pt x="178606" y="6134307"/>
                  </a:lnTo>
                  <a:lnTo>
                    <a:pt x="178700" y="6134307"/>
                  </a:lnTo>
                  <a:lnTo>
                    <a:pt x="178795" y="6134307"/>
                  </a:lnTo>
                  <a:lnTo>
                    <a:pt x="178889" y="6134307"/>
                  </a:lnTo>
                  <a:lnTo>
                    <a:pt x="178983" y="6134307"/>
                  </a:lnTo>
                  <a:lnTo>
                    <a:pt x="179077" y="6134307"/>
                  </a:lnTo>
                  <a:lnTo>
                    <a:pt x="179171" y="6134307"/>
                  </a:lnTo>
                  <a:lnTo>
                    <a:pt x="179265" y="6134307"/>
                  </a:lnTo>
                  <a:lnTo>
                    <a:pt x="179359" y="6134307"/>
                  </a:lnTo>
                  <a:lnTo>
                    <a:pt x="179454" y="6134307"/>
                  </a:lnTo>
                  <a:lnTo>
                    <a:pt x="179548" y="6134307"/>
                  </a:lnTo>
                  <a:lnTo>
                    <a:pt x="179642" y="6134307"/>
                  </a:lnTo>
                  <a:lnTo>
                    <a:pt x="179736" y="6134307"/>
                  </a:lnTo>
                  <a:lnTo>
                    <a:pt x="179830" y="6134307"/>
                  </a:lnTo>
                  <a:lnTo>
                    <a:pt x="179924" y="6134307"/>
                  </a:lnTo>
                  <a:lnTo>
                    <a:pt x="180018" y="6134307"/>
                  </a:lnTo>
                  <a:lnTo>
                    <a:pt x="180113" y="6134307"/>
                  </a:lnTo>
                  <a:lnTo>
                    <a:pt x="180207" y="6134307"/>
                  </a:lnTo>
                  <a:lnTo>
                    <a:pt x="180301" y="6134307"/>
                  </a:lnTo>
                  <a:lnTo>
                    <a:pt x="180395" y="6134307"/>
                  </a:lnTo>
                  <a:lnTo>
                    <a:pt x="180489" y="6134307"/>
                  </a:lnTo>
                  <a:lnTo>
                    <a:pt x="180583" y="6134307"/>
                  </a:lnTo>
                  <a:lnTo>
                    <a:pt x="180678" y="6134307"/>
                  </a:lnTo>
                  <a:lnTo>
                    <a:pt x="180772" y="6134307"/>
                  </a:lnTo>
                  <a:lnTo>
                    <a:pt x="180866" y="6134307"/>
                  </a:lnTo>
                  <a:lnTo>
                    <a:pt x="180960" y="6134307"/>
                  </a:lnTo>
                  <a:lnTo>
                    <a:pt x="181054" y="6134307"/>
                  </a:lnTo>
                  <a:lnTo>
                    <a:pt x="181148" y="6134307"/>
                  </a:lnTo>
                  <a:lnTo>
                    <a:pt x="181242" y="6134307"/>
                  </a:lnTo>
                  <a:lnTo>
                    <a:pt x="181337" y="6134307"/>
                  </a:lnTo>
                  <a:lnTo>
                    <a:pt x="181431" y="6134307"/>
                  </a:lnTo>
                  <a:lnTo>
                    <a:pt x="181525" y="6134307"/>
                  </a:lnTo>
                  <a:lnTo>
                    <a:pt x="181619" y="6134307"/>
                  </a:lnTo>
                  <a:lnTo>
                    <a:pt x="181713" y="6134307"/>
                  </a:lnTo>
                  <a:lnTo>
                    <a:pt x="181807" y="6134307"/>
                  </a:lnTo>
                  <a:lnTo>
                    <a:pt x="181902" y="6134307"/>
                  </a:lnTo>
                  <a:lnTo>
                    <a:pt x="181996" y="6134307"/>
                  </a:lnTo>
                  <a:lnTo>
                    <a:pt x="182090" y="6134307"/>
                  </a:lnTo>
                  <a:lnTo>
                    <a:pt x="182184" y="6134307"/>
                  </a:lnTo>
                  <a:lnTo>
                    <a:pt x="182278" y="6134307"/>
                  </a:lnTo>
                  <a:lnTo>
                    <a:pt x="182372" y="6134307"/>
                  </a:lnTo>
                  <a:lnTo>
                    <a:pt x="182466" y="6134307"/>
                  </a:lnTo>
                  <a:lnTo>
                    <a:pt x="182561" y="6134307"/>
                  </a:lnTo>
                  <a:lnTo>
                    <a:pt x="182655" y="6134307"/>
                  </a:lnTo>
                  <a:lnTo>
                    <a:pt x="182749" y="6134307"/>
                  </a:lnTo>
                  <a:lnTo>
                    <a:pt x="182843" y="6134307"/>
                  </a:lnTo>
                  <a:lnTo>
                    <a:pt x="182937" y="6134307"/>
                  </a:lnTo>
                  <a:lnTo>
                    <a:pt x="183031" y="6134307"/>
                  </a:lnTo>
                  <a:lnTo>
                    <a:pt x="183126" y="6134307"/>
                  </a:lnTo>
                  <a:lnTo>
                    <a:pt x="183220" y="6134307"/>
                  </a:lnTo>
                  <a:lnTo>
                    <a:pt x="183314" y="6134307"/>
                  </a:lnTo>
                  <a:lnTo>
                    <a:pt x="183408" y="6134307"/>
                  </a:lnTo>
                  <a:lnTo>
                    <a:pt x="183502" y="6134307"/>
                  </a:lnTo>
                  <a:lnTo>
                    <a:pt x="183596" y="6134307"/>
                  </a:lnTo>
                  <a:lnTo>
                    <a:pt x="183690" y="6134307"/>
                  </a:lnTo>
                  <a:lnTo>
                    <a:pt x="183785" y="6134307"/>
                  </a:lnTo>
                  <a:lnTo>
                    <a:pt x="183879" y="6134307"/>
                  </a:lnTo>
                  <a:lnTo>
                    <a:pt x="183973" y="6134307"/>
                  </a:lnTo>
                  <a:lnTo>
                    <a:pt x="184067" y="6134307"/>
                  </a:lnTo>
                  <a:lnTo>
                    <a:pt x="184161" y="6134307"/>
                  </a:lnTo>
                  <a:lnTo>
                    <a:pt x="184255" y="6134307"/>
                  </a:lnTo>
                  <a:lnTo>
                    <a:pt x="184349" y="6134307"/>
                  </a:lnTo>
                  <a:lnTo>
                    <a:pt x="184444" y="6134307"/>
                  </a:lnTo>
                  <a:lnTo>
                    <a:pt x="184538" y="6134307"/>
                  </a:lnTo>
                  <a:lnTo>
                    <a:pt x="184632" y="6134307"/>
                  </a:lnTo>
                  <a:lnTo>
                    <a:pt x="184726" y="6134307"/>
                  </a:lnTo>
                  <a:lnTo>
                    <a:pt x="184820" y="6134307"/>
                  </a:lnTo>
                  <a:lnTo>
                    <a:pt x="184914" y="6134307"/>
                  </a:lnTo>
                  <a:lnTo>
                    <a:pt x="185009" y="6134307"/>
                  </a:lnTo>
                  <a:lnTo>
                    <a:pt x="185103" y="6134307"/>
                  </a:lnTo>
                  <a:lnTo>
                    <a:pt x="185197" y="6134307"/>
                  </a:lnTo>
                  <a:lnTo>
                    <a:pt x="185291" y="6134307"/>
                  </a:lnTo>
                  <a:lnTo>
                    <a:pt x="185385" y="6134307"/>
                  </a:lnTo>
                  <a:lnTo>
                    <a:pt x="185479" y="6134307"/>
                  </a:lnTo>
                  <a:lnTo>
                    <a:pt x="185573" y="6134307"/>
                  </a:lnTo>
                  <a:lnTo>
                    <a:pt x="185668" y="6134307"/>
                  </a:lnTo>
                  <a:lnTo>
                    <a:pt x="185762" y="6134307"/>
                  </a:lnTo>
                  <a:lnTo>
                    <a:pt x="185856" y="6134307"/>
                  </a:lnTo>
                  <a:lnTo>
                    <a:pt x="185950" y="6134307"/>
                  </a:lnTo>
                  <a:lnTo>
                    <a:pt x="186044" y="6134307"/>
                  </a:lnTo>
                  <a:lnTo>
                    <a:pt x="186138" y="6134307"/>
                  </a:lnTo>
                  <a:lnTo>
                    <a:pt x="186233" y="6134307"/>
                  </a:lnTo>
                  <a:lnTo>
                    <a:pt x="186327" y="6134307"/>
                  </a:lnTo>
                  <a:lnTo>
                    <a:pt x="186421" y="6134307"/>
                  </a:lnTo>
                  <a:lnTo>
                    <a:pt x="186515" y="6134307"/>
                  </a:lnTo>
                  <a:lnTo>
                    <a:pt x="186609" y="6134307"/>
                  </a:lnTo>
                  <a:lnTo>
                    <a:pt x="186703" y="6134307"/>
                  </a:lnTo>
                  <a:lnTo>
                    <a:pt x="186797" y="6134307"/>
                  </a:lnTo>
                  <a:lnTo>
                    <a:pt x="186892" y="6134307"/>
                  </a:lnTo>
                  <a:lnTo>
                    <a:pt x="186986" y="6134307"/>
                  </a:lnTo>
                  <a:lnTo>
                    <a:pt x="187080" y="6134307"/>
                  </a:lnTo>
                  <a:lnTo>
                    <a:pt x="187174" y="6134307"/>
                  </a:lnTo>
                  <a:lnTo>
                    <a:pt x="187268" y="6134307"/>
                  </a:lnTo>
                  <a:lnTo>
                    <a:pt x="187362" y="6134307"/>
                  </a:lnTo>
                  <a:lnTo>
                    <a:pt x="187457" y="6134307"/>
                  </a:lnTo>
                  <a:lnTo>
                    <a:pt x="187551" y="6134307"/>
                  </a:lnTo>
                  <a:lnTo>
                    <a:pt x="187645" y="6134307"/>
                  </a:lnTo>
                  <a:lnTo>
                    <a:pt x="187739" y="6134307"/>
                  </a:lnTo>
                  <a:lnTo>
                    <a:pt x="187833" y="6134307"/>
                  </a:lnTo>
                  <a:lnTo>
                    <a:pt x="187927" y="6134307"/>
                  </a:lnTo>
                  <a:lnTo>
                    <a:pt x="188021" y="6134307"/>
                  </a:lnTo>
                  <a:lnTo>
                    <a:pt x="188116" y="6134307"/>
                  </a:lnTo>
                  <a:lnTo>
                    <a:pt x="188210" y="6134307"/>
                  </a:lnTo>
                  <a:lnTo>
                    <a:pt x="188304" y="6134307"/>
                  </a:lnTo>
                  <a:lnTo>
                    <a:pt x="188398" y="6134307"/>
                  </a:lnTo>
                  <a:lnTo>
                    <a:pt x="188492" y="6134307"/>
                  </a:lnTo>
                  <a:lnTo>
                    <a:pt x="188586" y="6134307"/>
                  </a:lnTo>
                  <a:lnTo>
                    <a:pt x="188680" y="6134307"/>
                  </a:lnTo>
                  <a:lnTo>
                    <a:pt x="188775" y="6134307"/>
                  </a:lnTo>
                  <a:lnTo>
                    <a:pt x="188869" y="6134307"/>
                  </a:lnTo>
                  <a:lnTo>
                    <a:pt x="188963" y="6134307"/>
                  </a:lnTo>
                  <a:lnTo>
                    <a:pt x="189057" y="6134307"/>
                  </a:lnTo>
                  <a:lnTo>
                    <a:pt x="189151" y="6134307"/>
                  </a:lnTo>
                  <a:lnTo>
                    <a:pt x="189245" y="6134307"/>
                  </a:lnTo>
                  <a:lnTo>
                    <a:pt x="189340" y="6134307"/>
                  </a:lnTo>
                  <a:lnTo>
                    <a:pt x="189434" y="6134307"/>
                  </a:lnTo>
                  <a:lnTo>
                    <a:pt x="189528" y="6134307"/>
                  </a:lnTo>
                  <a:lnTo>
                    <a:pt x="189622" y="6134307"/>
                  </a:lnTo>
                  <a:lnTo>
                    <a:pt x="189716" y="6134307"/>
                  </a:lnTo>
                  <a:lnTo>
                    <a:pt x="189716" y="6129395"/>
                  </a:lnTo>
                  <a:lnTo>
                    <a:pt x="189810" y="6129395"/>
                  </a:lnTo>
                  <a:lnTo>
                    <a:pt x="189904" y="6129395"/>
                  </a:lnTo>
                  <a:lnTo>
                    <a:pt x="189999" y="6129395"/>
                  </a:lnTo>
                  <a:lnTo>
                    <a:pt x="190093" y="6129395"/>
                  </a:lnTo>
                  <a:lnTo>
                    <a:pt x="190187" y="6129395"/>
                  </a:lnTo>
                  <a:lnTo>
                    <a:pt x="190281" y="6129395"/>
                  </a:lnTo>
                  <a:lnTo>
                    <a:pt x="190375" y="6129395"/>
                  </a:lnTo>
                  <a:lnTo>
                    <a:pt x="190469" y="6129395"/>
                  </a:lnTo>
                  <a:lnTo>
                    <a:pt x="190564" y="6129395"/>
                  </a:lnTo>
                  <a:lnTo>
                    <a:pt x="190658" y="6129395"/>
                  </a:lnTo>
                  <a:lnTo>
                    <a:pt x="190752" y="6129395"/>
                  </a:lnTo>
                  <a:lnTo>
                    <a:pt x="190846" y="6129395"/>
                  </a:lnTo>
                  <a:lnTo>
                    <a:pt x="190940" y="6129395"/>
                  </a:lnTo>
                  <a:lnTo>
                    <a:pt x="191034" y="6129395"/>
                  </a:lnTo>
                  <a:lnTo>
                    <a:pt x="191128" y="6129395"/>
                  </a:lnTo>
                  <a:lnTo>
                    <a:pt x="191223" y="6129395"/>
                  </a:lnTo>
                  <a:lnTo>
                    <a:pt x="191317" y="6129395"/>
                  </a:lnTo>
                  <a:lnTo>
                    <a:pt x="191411" y="6129395"/>
                  </a:lnTo>
                  <a:lnTo>
                    <a:pt x="191505" y="6129395"/>
                  </a:lnTo>
                  <a:lnTo>
                    <a:pt x="191599" y="6129395"/>
                  </a:lnTo>
                  <a:lnTo>
                    <a:pt x="191693" y="6129395"/>
                  </a:lnTo>
                  <a:lnTo>
                    <a:pt x="191788" y="6129395"/>
                  </a:lnTo>
                  <a:lnTo>
                    <a:pt x="191882" y="6129395"/>
                  </a:lnTo>
                  <a:lnTo>
                    <a:pt x="191976" y="6129395"/>
                  </a:lnTo>
                  <a:lnTo>
                    <a:pt x="192070" y="6129395"/>
                  </a:lnTo>
                  <a:lnTo>
                    <a:pt x="192164" y="6129395"/>
                  </a:lnTo>
                  <a:lnTo>
                    <a:pt x="192258" y="6129395"/>
                  </a:lnTo>
                  <a:lnTo>
                    <a:pt x="192352" y="6129395"/>
                  </a:lnTo>
                  <a:lnTo>
                    <a:pt x="192447" y="6129395"/>
                  </a:lnTo>
                  <a:lnTo>
                    <a:pt x="192541" y="6129395"/>
                  </a:lnTo>
                  <a:lnTo>
                    <a:pt x="192635" y="6129395"/>
                  </a:lnTo>
                  <a:lnTo>
                    <a:pt x="192729" y="6129395"/>
                  </a:lnTo>
                  <a:lnTo>
                    <a:pt x="192823" y="6129395"/>
                  </a:lnTo>
                  <a:lnTo>
                    <a:pt x="192917" y="6129395"/>
                  </a:lnTo>
                  <a:lnTo>
                    <a:pt x="193011" y="6129395"/>
                  </a:lnTo>
                  <a:lnTo>
                    <a:pt x="193106" y="6129395"/>
                  </a:lnTo>
                  <a:lnTo>
                    <a:pt x="193200" y="6129395"/>
                  </a:lnTo>
                  <a:lnTo>
                    <a:pt x="193294" y="6129395"/>
                  </a:lnTo>
                  <a:lnTo>
                    <a:pt x="193388" y="6129395"/>
                  </a:lnTo>
                  <a:lnTo>
                    <a:pt x="193482" y="6129395"/>
                  </a:lnTo>
                  <a:lnTo>
                    <a:pt x="193576" y="6129395"/>
                  </a:lnTo>
                  <a:lnTo>
                    <a:pt x="193671" y="6129395"/>
                  </a:lnTo>
                  <a:lnTo>
                    <a:pt x="193765" y="6129395"/>
                  </a:lnTo>
                  <a:lnTo>
                    <a:pt x="193859" y="6129395"/>
                  </a:lnTo>
                  <a:lnTo>
                    <a:pt x="193953" y="6129395"/>
                  </a:lnTo>
                  <a:lnTo>
                    <a:pt x="194047" y="6129395"/>
                  </a:lnTo>
                  <a:lnTo>
                    <a:pt x="194141" y="6129395"/>
                  </a:lnTo>
                  <a:lnTo>
                    <a:pt x="194235" y="6129395"/>
                  </a:lnTo>
                  <a:lnTo>
                    <a:pt x="194330" y="6129395"/>
                  </a:lnTo>
                  <a:lnTo>
                    <a:pt x="194424" y="6129395"/>
                  </a:lnTo>
                  <a:lnTo>
                    <a:pt x="194518" y="6129395"/>
                  </a:lnTo>
                  <a:lnTo>
                    <a:pt x="194612" y="6129395"/>
                  </a:lnTo>
                  <a:lnTo>
                    <a:pt x="194706" y="6129395"/>
                  </a:lnTo>
                  <a:lnTo>
                    <a:pt x="194800" y="6129395"/>
                  </a:lnTo>
                  <a:lnTo>
                    <a:pt x="194895" y="6129395"/>
                  </a:lnTo>
                  <a:lnTo>
                    <a:pt x="194989" y="6129395"/>
                  </a:lnTo>
                  <a:lnTo>
                    <a:pt x="195083" y="6129395"/>
                  </a:lnTo>
                  <a:lnTo>
                    <a:pt x="195177" y="6129395"/>
                  </a:lnTo>
                  <a:lnTo>
                    <a:pt x="195271" y="6129395"/>
                  </a:lnTo>
                  <a:lnTo>
                    <a:pt x="195365" y="6129395"/>
                  </a:lnTo>
                  <a:lnTo>
                    <a:pt x="195459" y="6129395"/>
                  </a:lnTo>
                  <a:lnTo>
                    <a:pt x="195554" y="6129395"/>
                  </a:lnTo>
                  <a:lnTo>
                    <a:pt x="195648" y="6129395"/>
                  </a:lnTo>
                  <a:lnTo>
                    <a:pt x="195742" y="6129395"/>
                  </a:lnTo>
                  <a:lnTo>
                    <a:pt x="195836" y="6129395"/>
                  </a:lnTo>
                  <a:lnTo>
                    <a:pt x="195930" y="6129395"/>
                  </a:lnTo>
                  <a:lnTo>
                    <a:pt x="196024" y="6129395"/>
                  </a:lnTo>
                  <a:lnTo>
                    <a:pt x="196119" y="6129395"/>
                  </a:lnTo>
                  <a:lnTo>
                    <a:pt x="196213" y="6129395"/>
                  </a:lnTo>
                  <a:lnTo>
                    <a:pt x="196307" y="6129395"/>
                  </a:lnTo>
                  <a:lnTo>
                    <a:pt x="196401" y="6129395"/>
                  </a:lnTo>
                  <a:lnTo>
                    <a:pt x="196495" y="6129395"/>
                  </a:lnTo>
                  <a:lnTo>
                    <a:pt x="196589" y="6129395"/>
                  </a:lnTo>
                  <a:lnTo>
                    <a:pt x="196683" y="6129395"/>
                  </a:lnTo>
                  <a:lnTo>
                    <a:pt x="196778" y="6129395"/>
                  </a:lnTo>
                  <a:lnTo>
                    <a:pt x="196778" y="6124484"/>
                  </a:lnTo>
                  <a:lnTo>
                    <a:pt x="196872" y="6124484"/>
                  </a:lnTo>
                  <a:lnTo>
                    <a:pt x="196966" y="6124484"/>
                  </a:lnTo>
                  <a:lnTo>
                    <a:pt x="197060" y="6124484"/>
                  </a:lnTo>
                  <a:lnTo>
                    <a:pt x="197154" y="6124484"/>
                  </a:lnTo>
                  <a:lnTo>
                    <a:pt x="197248" y="6124484"/>
                  </a:lnTo>
                  <a:lnTo>
                    <a:pt x="197342" y="6124484"/>
                  </a:lnTo>
                  <a:lnTo>
                    <a:pt x="197437" y="6124484"/>
                  </a:lnTo>
                  <a:lnTo>
                    <a:pt x="197531" y="6124484"/>
                  </a:lnTo>
                  <a:lnTo>
                    <a:pt x="197625" y="6124484"/>
                  </a:lnTo>
                  <a:lnTo>
                    <a:pt x="197719" y="6124484"/>
                  </a:lnTo>
                  <a:lnTo>
                    <a:pt x="197813" y="6124484"/>
                  </a:lnTo>
                  <a:lnTo>
                    <a:pt x="197907" y="6124484"/>
                  </a:lnTo>
                  <a:lnTo>
                    <a:pt x="198002" y="6124484"/>
                  </a:lnTo>
                  <a:lnTo>
                    <a:pt x="198096" y="6124484"/>
                  </a:lnTo>
                  <a:lnTo>
                    <a:pt x="198190" y="6124484"/>
                  </a:lnTo>
                  <a:lnTo>
                    <a:pt x="198284" y="6124484"/>
                  </a:lnTo>
                  <a:lnTo>
                    <a:pt x="198378" y="6124484"/>
                  </a:lnTo>
                  <a:lnTo>
                    <a:pt x="198472" y="6124484"/>
                  </a:lnTo>
                  <a:lnTo>
                    <a:pt x="198566" y="6124484"/>
                  </a:lnTo>
                  <a:lnTo>
                    <a:pt x="198661" y="6124484"/>
                  </a:lnTo>
                  <a:lnTo>
                    <a:pt x="198755" y="6124484"/>
                  </a:lnTo>
                  <a:lnTo>
                    <a:pt x="198849" y="6124484"/>
                  </a:lnTo>
                  <a:lnTo>
                    <a:pt x="198943" y="6124484"/>
                  </a:lnTo>
                  <a:lnTo>
                    <a:pt x="199037" y="6124484"/>
                  </a:lnTo>
                  <a:lnTo>
                    <a:pt x="199131" y="6124484"/>
                  </a:lnTo>
                  <a:lnTo>
                    <a:pt x="199226" y="6124484"/>
                  </a:lnTo>
                  <a:lnTo>
                    <a:pt x="199320" y="6124484"/>
                  </a:lnTo>
                  <a:lnTo>
                    <a:pt x="199414" y="6124484"/>
                  </a:lnTo>
                  <a:lnTo>
                    <a:pt x="199508" y="6124484"/>
                  </a:lnTo>
                  <a:lnTo>
                    <a:pt x="199602" y="6124484"/>
                  </a:lnTo>
                  <a:lnTo>
                    <a:pt x="199696" y="6124484"/>
                  </a:lnTo>
                  <a:lnTo>
                    <a:pt x="199790" y="6124484"/>
                  </a:lnTo>
                  <a:lnTo>
                    <a:pt x="199885" y="6124484"/>
                  </a:lnTo>
                  <a:lnTo>
                    <a:pt x="199979" y="6124484"/>
                  </a:lnTo>
                  <a:lnTo>
                    <a:pt x="200073" y="6124484"/>
                  </a:lnTo>
                  <a:lnTo>
                    <a:pt x="200167" y="6124484"/>
                  </a:lnTo>
                  <a:lnTo>
                    <a:pt x="200261" y="6124484"/>
                  </a:lnTo>
                  <a:lnTo>
                    <a:pt x="200355" y="6124484"/>
                  </a:lnTo>
                  <a:lnTo>
                    <a:pt x="200450" y="6124484"/>
                  </a:lnTo>
                  <a:lnTo>
                    <a:pt x="200544" y="6124484"/>
                  </a:lnTo>
                  <a:lnTo>
                    <a:pt x="200638" y="6124484"/>
                  </a:lnTo>
                  <a:lnTo>
                    <a:pt x="200732" y="6124484"/>
                  </a:lnTo>
                  <a:lnTo>
                    <a:pt x="200826" y="6124484"/>
                  </a:lnTo>
                  <a:lnTo>
                    <a:pt x="200920" y="6124484"/>
                  </a:lnTo>
                  <a:lnTo>
                    <a:pt x="201014" y="6124484"/>
                  </a:lnTo>
                  <a:lnTo>
                    <a:pt x="201109" y="6124484"/>
                  </a:lnTo>
                  <a:lnTo>
                    <a:pt x="201203" y="6124484"/>
                  </a:lnTo>
                  <a:lnTo>
                    <a:pt x="201297" y="6124484"/>
                  </a:lnTo>
                  <a:lnTo>
                    <a:pt x="201391" y="6124484"/>
                  </a:lnTo>
                  <a:lnTo>
                    <a:pt x="201485" y="6124484"/>
                  </a:lnTo>
                  <a:lnTo>
                    <a:pt x="201579" y="6124484"/>
                  </a:lnTo>
                  <a:lnTo>
                    <a:pt x="201673" y="6124484"/>
                  </a:lnTo>
                  <a:lnTo>
                    <a:pt x="201768" y="6124484"/>
                  </a:lnTo>
                  <a:lnTo>
                    <a:pt x="201862" y="6124484"/>
                  </a:lnTo>
                  <a:lnTo>
                    <a:pt x="201956" y="6124484"/>
                  </a:lnTo>
                  <a:lnTo>
                    <a:pt x="202050" y="6124484"/>
                  </a:lnTo>
                  <a:lnTo>
                    <a:pt x="202144" y="6124484"/>
                  </a:lnTo>
                  <a:lnTo>
                    <a:pt x="202238" y="6124484"/>
                  </a:lnTo>
                  <a:lnTo>
                    <a:pt x="202333" y="6124484"/>
                  </a:lnTo>
                  <a:lnTo>
                    <a:pt x="202427" y="6124484"/>
                  </a:lnTo>
                  <a:lnTo>
                    <a:pt x="202521" y="6124484"/>
                  </a:lnTo>
                  <a:lnTo>
                    <a:pt x="202615" y="6124484"/>
                  </a:lnTo>
                  <a:lnTo>
                    <a:pt x="202709" y="6124484"/>
                  </a:lnTo>
                  <a:lnTo>
                    <a:pt x="202803" y="6124484"/>
                  </a:lnTo>
                  <a:lnTo>
                    <a:pt x="202803" y="6119573"/>
                  </a:lnTo>
                  <a:lnTo>
                    <a:pt x="202897" y="6119573"/>
                  </a:lnTo>
                  <a:lnTo>
                    <a:pt x="202992" y="6119573"/>
                  </a:lnTo>
                  <a:lnTo>
                    <a:pt x="203086" y="6119573"/>
                  </a:lnTo>
                  <a:lnTo>
                    <a:pt x="203180" y="6119573"/>
                  </a:lnTo>
                  <a:lnTo>
                    <a:pt x="203274" y="6119573"/>
                  </a:lnTo>
                  <a:lnTo>
                    <a:pt x="203368" y="6119573"/>
                  </a:lnTo>
                  <a:lnTo>
                    <a:pt x="203462" y="6119573"/>
                  </a:lnTo>
                  <a:lnTo>
                    <a:pt x="203557" y="6119573"/>
                  </a:lnTo>
                  <a:lnTo>
                    <a:pt x="203651" y="6119573"/>
                  </a:lnTo>
                  <a:lnTo>
                    <a:pt x="203745" y="6119573"/>
                  </a:lnTo>
                  <a:lnTo>
                    <a:pt x="203839" y="6119573"/>
                  </a:lnTo>
                  <a:lnTo>
                    <a:pt x="203933" y="6119573"/>
                  </a:lnTo>
                  <a:lnTo>
                    <a:pt x="204027" y="6119573"/>
                  </a:lnTo>
                  <a:lnTo>
                    <a:pt x="204121" y="6119573"/>
                  </a:lnTo>
                  <a:lnTo>
                    <a:pt x="204216" y="6119573"/>
                  </a:lnTo>
                  <a:lnTo>
                    <a:pt x="204310" y="6119573"/>
                  </a:lnTo>
                  <a:lnTo>
                    <a:pt x="204404" y="6119573"/>
                  </a:lnTo>
                  <a:lnTo>
                    <a:pt x="204498" y="6119573"/>
                  </a:lnTo>
                  <a:lnTo>
                    <a:pt x="204592" y="6119573"/>
                  </a:lnTo>
                  <a:lnTo>
                    <a:pt x="204686" y="6119573"/>
                  </a:lnTo>
                  <a:lnTo>
                    <a:pt x="204781" y="6119573"/>
                  </a:lnTo>
                  <a:lnTo>
                    <a:pt x="204875" y="6119573"/>
                  </a:lnTo>
                  <a:lnTo>
                    <a:pt x="204969" y="6119573"/>
                  </a:lnTo>
                  <a:lnTo>
                    <a:pt x="205063" y="6119573"/>
                  </a:lnTo>
                  <a:lnTo>
                    <a:pt x="205157" y="6119573"/>
                  </a:lnTo>
                  <a:lnTo>
                    <a:pt x="205251" y="6119573"/>
                  </a:lnTo>
                  <a:lnTo>
                    <a:pt x="205345" y="6119573"/>
                  </a:lnTo>
                  <a:lnTo>
                    <a:pt x="205440" y="6119573"/>
                  </a:lnTo>
                  <a:lnTo>
                    <a:pt x="205534" y="6119573"/>
                  </a:lnTo>
                  <a:lnTo>
                    <a:pt x="205628" y="6119573"/>
                  </a:lnTo>
                  <a:lnTo>
                    <a:pt x="205722" y="6119573"/>
                  </a:lnTo>
                  <a:lnTo>
                    <a:pt x="205816" y="6119573"/>
                  </a:lnTo>
                  <a:lnTo>
                    <a:pt x="205910" y="6119573"/>
                  </a:lnTo>
                  <a:lnTo>
                    <a:pt x="206004" y="6119573"/>
                  </a:lnTo>
                  <a:lnTo>
                    <a:pt x="206099" y="6119573"/>
                  </a:lnTo>
                  <a:lnTo>
                    <a:pt x="206193" y="6119573"/>
                  </a:lnTo>
                  <a:lnTo>
                    <a:pt x="206287" y="6119573"/>
                  </a:lnTo>
                  <a:lnTo>
                    <a:pt x="206381" y="6119573"/>
                  </a:lnTo>
                  <a:lnTo>
                    <a:pt x="206475" y="6119573"/>
                  </a:lnTo>
                  <a:lnTo>
                    <a:pt x="206569" y="6119573"/>
                  </a:lnTo>
                  <a:lnTo>
                    <a:pt x="206664" y="6119573"/>
                  </a:lnTo>
                  <a:lnTo>
                    <a:pt x="206758" y="6119573"/>
                  </a:lnTo>
                  <a:lnTo>
                    <a:pt x="206852" y="6119573"/>
                  </a:lnTo>
                  <a:lnTo>
                    <a:pt x="206946" y="6119573"/>
                  </a:lnTo>
                  <a:lnTo>
                    <a:pt x="207040" y="6119573"/>
                  </a:lnTo>
                  <a:lnTo>
                    <a:pt x="207134" y="6119573"/>
                  </a:lnTo>
                  <a:lnTo>
                    <a:pt x="207228" y="6119573"/>
                  </a:lnTo>
                  <a:lnTo>
                    <a:pt x="207323" y="6119573"/>
                  </a:lnTo>
                  <a:lnTo>
                    <a:pt x="207417" y="6119573"/>
                  </a:lnTo>
                  <a:lnTo>
                    <a:pt x="207511" y="6119573"/>
                  </a:lnTo>
                  <a:lnTo>
                    <a:pt x="207605" y="6119573"/>
                  </a:lnTo>
                  <a:lnTo>
                    <a:pt x="207699" y="6119573"/>
                  </a:lnTo>
                  <a:lnTo>
                    <a:pt x="207793" y="6119573"/>
                  </a:lnTo>
                  <a:lnTo>
                    <a:pt x="207888" y="6119573"/>
                  </a:lnTo>
                  <a:lnTo>
                    <a:pt x="207982" y="6119573"/>
                  </a:lnTo>
                  <a:lnTo>
                    <a:pt x="208076" y="6119573"/>
                  </a:lnTo>
                  <a:lnTo>
                    <a:pt x="208170" y="6119573"/>
                  </a:lnTo>
                  <a:lnTo>
                    <a:pt x="208264" y="6119573"/>
                  </a:lnTo>
                  <a:lnTo>
                    <a:pt x="208358" y="6119573"/>
                  </a:lnTo>
                  <a:lnTo>
                    <a:pt x="208452" y="6119573"/>
                  </a:lnTo>
                  <a:lnTo>
                    <a:pt x="208547" y="6119573"/>
                  </a:lnTo>
                  <a:lnTo>
                    <a:pt x="208641" y="6119573"/>
                  </a:lnTo>
                  <a:lnTo>
                    <a:pt x="208735" y="6119573"/>
                  </a:lnTo>
                  <a:lnTo>
                    <a:pt x="208829" y="6119573"/>
                  </a:lnTo>
                  <a:lnTo>
                    <a:pt x="208923" y="6119573"/>
                  </a:lnTo>
                  <a:lnTo>
                    <a:pt x="209017" y="6119573"/>
                  </a:lnTo>
                  <a:lnTo>
                    <a:pt x="209112" y="6119573"/>
                  </a:lnTo>
                  <a:lnTo>
                    <a:pt x="209206" y="6119573"/>
                  </a:lnTo>
                  <a:lnTo>
                    <a:pt x="209300" y="6119573"/>
                  </a:lnTo>
                  <a:lnTo>
                    <a:pt x="209394" y="6119573"/>
                  </a:lnTo>
                  <a:lnTo>
                    <a:pt x="209488" y="6119573"/>
                  </a:lnTo>
                  <a:lnTo>
                    <a:pt x="209582" y="6119573"/>
                  </a:lnTo>
                  <a:lnTo>
                    <a:pt x="209676" y="6119573"/>
                  </a:lnTo>
                  <a:lnTo>
                    <a:pt x="209771" y="6119573"/>
                  </a:lnTo>
                  <a:lnTo>
                    <a:pt x="209865" y="6119573"/>
                  </a:lnTo>
                  <a:lnTo>
                    <a:pt x="209959" y="6119573"/>
                  </a:lnTo>
                  <a:lnTo>
                    <a:pt x="210053" y="6119573"/>
                  </a:lnTo>
                  <a:lnTo>
                    <a:pt x="210147" y="6119573"/>
                  </a:lnTo>
                  <a:lnTo>
                    <a:pt x="210147" y="6114661"/>
                  </a:lnTo>
                  <a:lnTo>
                    <a:pt x="210241" y="6114661"/>
                  </a:lnTo>
                  <a:lnTo>
                    <a:pt x="210335" y="6114661"/>
                  </a:lnTo>
                  <a:lnTo>
                    <a:pt x="210430" y="6114661"/>
                  </a:lnTo>
                  <a:lnTo>
                    <a:pt x="210524" y="6114661"/>
                  </a:lnTo>
                  <a:lnTo>
                    <a:pt x="210618" y="6114661"/>
                  </a:lnTo>
                  <a:lnTo>
                    <a:pt x="210712" y="6114661"/>
                  </a:lnTo>
                  <a:lnTo>
                    <a:pt x="210806" y="6114661"/>
                  </a:lnTo>
                  <a:lnTo>
                    <a:pt x="210900" y="6114661"/>
                  </a:lnTo>
                  <a:lnTo>
                    <a:pt x="210995" y="6114661"/>
                  </a:lnTo>
                  <a:lnTo>
                    <a:pt x="211089" y="6114661"/>
                  </a:lnTo>
                  <a:lnTo>
                    <a:pt x="211183" y="6114661"/>
                  </a:lnTo>
                  <a:lnTo>
                    <a:pt x="211277" y="6114661"/>
                  </a:lnTo>
                  <a:lnTo>
                    <a:pt x="211371" y="6114661"/>
                  </a:lnTo>
                  <a:lnTo>
                    <a:pt x="211465" y="6114661"/>
                  </a:lnTo>
                  <a:lnTo>
                    <a:pt x="211559" y="6114661"/>
                  </a:lnTo>
                  <a:lnTo>
                    <a:pt x="211654" y="6114661"/>
                  </a:lnTo>
                  <a:lnTo>
                    <a:pt x="211748" y="6114661"/>
                  </a:lnTo>
                  <a:lnTo>
                    <a:pt x="211842" y="6114661"/>
                  </a:lnTo>
                  <a:lnTo>
                    <a:pt x="211936" y="6114661"/>
                  </a:lnTo>
                  <a:lnTo>
                    <a:pt x="212030" y="6114661"/>
                  </a:lnTo>
                  <a:lnTo>
                    <a:pt x="212124" y="6114661"/>
                  </a:lnTo>
                  <a:lnTo>
                    <a:pt x="212219" y="6114661"/>
                  </a:lnTo>
                  <a:lnTo>
                    <a:pt x="212313" y="6114661"/>
                  </a:lnTo>
                  <a:lnTo>
                    <a:pt x="212407" y="6114661"/>
                  </a:lnTo>
                  <a:lnTo>
                    <a:pt x="212501" y="6114661"/>
                  </a:lnTo>
                  <a:lnTo>
                    <a:pt x="212595" y="6114661"/>
                  </a:lnTo>
                  <a:lnTo>
                    <a:pt x="212689" y="6114661"/>
                  </a:lnTo>
                  <a:lnTo>
                    <a:pt x="212783" y="6114661"/>
                  </a:lnTo>
                  <a:lnTo>
                    <a:pt x="212878" y="6114661"/>
                  </a:lnTo>
                  <a:lnTo>
                    <a:pt x="212972" y="6114661"/>
                  </a:lnTo>
                  <a:lnTo>
                    <a:pt x="213066" y="6114661"/>
                  </a:lnTo>
                  <a:lnTo>
                    <a:pt x="213160" y="6114661"/>
                  </a:lnTo>
                  <a:lnTo>
                    <a:pt x="213254" y="6114661"/>
                  </a:lnTo>
                  <a:lnTo>
                    <a:pt x="213348" y="6114661"/>
                  </a:lnTo>
                  <a:lnTo>
                    <a:pt x="213443" y="6114661"/>
                  </a:lnTo>
                  <a:lnTo>
                    <a:pt x="213537" y="6114661"/>
                  </a:lnTo>
                  <a:lnTo>
                    <a:pt x="213631" y="6114661"/>
                  </a:lnTo>
                  <a:lnTo>
                    <a:pt x="213725" y="6114661"/>
                  </a:lnTo>
                  <a:lnTo>
                    <a:pt x="213819" y="6114661"/>
                  </a:lnTo>
                  <a:lnTo>
                    <a:pt x="213913" y="6114661"/>
                  </a:lnTo>
                  <a:lnTo>
                    <a:pt x="214007" y="6114661"/>
                  </a:lnTo>
                  <a:lnTo>
                    <a:pt x="214102" y="6114661"/>
                  </a:lnTo>
                  <a:lnTo>
                    <a:pt x="214102" y="6109750"/>
                  </a:lnTo>
                  <a:lnTo>
                    <a:pt x="214196" y="6109750"/>
                  </a:lnTo>
                  <a:lnTo>
                    <a:pt x="214290" y="6109750"/>
                  </a:lnTo>
                  <a:lnTo>
                    <a:pt x="214384" y="6109750"/>
                  </a:lnTo>
                  <a:lnTo>
                    <a:pt x="214478" y="6109750"/>
                  </a:lnTo>
                  <a:lnTo>
                    <a:pt x="214572" y="6109750"/>
                  </a:lnTo>
                  <a:lnTo>
                    <a:pt x="214666" y="6109750"/>
                  </a:lnTo>
                  <a:lnTo>
                    <a:pt x="214761" y="6109750"/>
                  </a:lnTo>
                  <a:lnTo>
                    <a:pt x="214855" y="6109750"/>
                  </a:lnTo>
                  <a:lnTo>
                    <a:pt x="214949" y="6109750"/>
                  </a:lnTo>
                  <a:lnTo>
                    <a:pt x="215043" y="6109750"/>
                  </a:lnTo>
                  <a:lnTo>
                    <a:pt x="215137" y="6109750"/>
                  </a:lnTo>
                  <a:lnTo>
                    <a:pt x="215231" y="6109750"/>
                  </a:lnTo>
                  <a:lnTo>
                    <a:pt x="215326" y="6109750"/>
                  </a:lnTo>
                  <a:lnTo>
                    <a:pt x="215420" y="6109750"/>
                  </a:lnTo>
                  <a:lnTo>
                    <a:pt x="215514" y="6109750"/>
                  </a:lnTo>
                  <a:lnTo>
                    <a:pt x="215608" y="6109750"/>
                  </a:lnTo>
                  <a:lnTo>
                    <a:pt x="215702" y="6109750"/>
                  </a:lnTo>
                  <a:lnTo>
                    <a:pt x="215796" y="6109750"/>
                  </a:lnTo>
                  <a:lnTo>
                    <a:pt x="215890" y="6109750"/>
                  </a:lnTo>
                  <a:lnTo>
                    <a:pt x="215985" y="6109750"/>
                  </a:lnTo>
                  <a:lnTo>
                    <a:pt x="216079" y="6109750"/>
                  </a:lnTo>
                  <a:lnTo>
                    <a:pt x="216173" y="6109750"/>
                  </a:lnTo>
                  <a:lnTo>
                    <a:pt x="216267" y="6109750"/>
                  </a:lnTo>
                  <a:lnTo>
                    <a:pt x="216361" y="6109750"/>
                  </a:lnTo>
                  <a:lnTo>
                    <a:pt x="216455" y="6109750"/>
                  </a:lnTo>
                  <a:lnTo>
                    <a:pt x="216550" y="6109750"/>
                  </a:lnTo>
                  <a:lnTo>
                    <a:pt x="216644" y="6109750"/>
                  </a:lnTo>
                  <a:lnTo>
                    <a:pt x="216738" y="6109750"/>
                  </a:lnTo>
                  <a:lnTo>
                    <a:pt x="216832" y="6109750"/>
                  </a:lnTo>
                  <a:lnTo>
                    <a:pt x="216926" y="6109750"/>
                  </a:lnTo>
                  <a:lnTo>
                    <a:pt x="217020" y="6109750"/>
                  </a:lnTo>
                  <a:lnTo>
                    <a:pt x="217114" y="6109750"/>
                  </a:lnTo>
                  <a:lnTo>
                    <a:pt x="217209" y="6109750"/>
                  </a:lnTo>
                  <a:lnTo>
                    <a:pt x="217303" y="6109750"/>
                  </a:lnTo>
                  <a:lnTo>
                    <a:pt x="217397" y="6109750"/>
                  </a:lnTo>
                  <a:lnTo>
                    <a:pt x="217491" y="6109750"/>
                  </a:lnTo>
                  <a:lnTo>
                    <a:pt x="217585" y="6109750"/>
                  </a:lnTo>
                  <a:lnTo>
                    <a:pt x="217679" y="6109750"/>
                  </a:lnTo>
                  <a:lnTo>
                    <a:pt x="217774" y="6109750"/>
                  </a:lnTo>
                  <a:lnTo>
                    <a:pt x="217868" y="6109750"/>
                  </a:lnTo>
                  <a:lnTo>
                    <a:pt x="217962" y="6109750"/>
                  </a:lnTo>
                  <a:lnTo>
                    <a:pt x="218056" y="6109750"/>
                  </a:lnTo>
                  <a:lnTo>
                    <a:pt x="218150" y="6109750"/>
                  </a:lnTo>
                  <a:lnTo>
                    <a:pt x="218244" y="6109750"/>
                  </a:lnTo>
                  <a:lnTo>
                    <a:pt x="218338" y="6109750"/>
                  </a:lnTo>
                  <a:lnTo>
                    <a:pt x="218433" y="6109750"/>
                  </a:lnTo>
                  <a:lnTo>
                    <a:pt x="218527" y="6109750"/>
                  </a:lnTo>
                  <a:lnTo>
                    <a:pt x="218621" y="6109750"/>
                  </a:lnTo>
                  <a:lnTo>
                    <a:pt x="218715" y="6109750"/>
                  </a:lnTo>
                  <a:lnTo>
                    <a:pt x="218809" y="6109750"/>
                  </a:lnTo>
                  <a:lnTo>
                    <a:pt x="218903" y="6109750"/>
                  </a:lnTo>
                  <a:lnTo>
                    <a:pt x="218997" y="6109750"/>
                  </a:lnTo>
                  <a:lnTo>
                    <a:pt x="219092" y="6109750"/>
                  </a:lnTo>
                  <a:lnTo>
                    <a:pt x="219092" y="6104839"/>
                  </a:lnTo>
                  <a:lnTo>
                    <a:pt x="219186" y="6104839"/>
                  </a:lnTo>
                  <a:lnTo>
                    <a:pt x="219280" y="6104839"/>
                  </a:lnTo>
                  <a:lnTo>
                    <a:pt x="219374" y="6104839"/>
                  </a:lnTo>
                  <a:lnTo>
                    <a:pt x="219468" y="6104839"/>
                  </a:lnTo>
                  <a:lnTo>
                    <a:pt x="219562" y="6104839"/>
                  </a:lnTo>
                  <a:lnTo>
                    <a:pt x="219657" y="6104839"/>
                  </a:lnTo>
                  <a:lnTo>
                    <a:pt x="219751" y="6104839"/>
                  </a:lnTo>
                  <a:lnTo>
                    <a:pt x="219845" y="6104839"/>
                  </a:lnTo>
                  <a:lnTo>
                    <a:pt x="219939" y="6104839"/>
                  </a:lnTo>
                  <a:lnTo>
                    <a:pt x="220033" y="6104839"/>
                  </a:lnTo>
                  <a:lnTo>
                    <a:pt x="220127" y="6104839"/>
                  </a:lnTo>
                  <a:lnTo>
                    <a:pt x="220221" y="6104839"/>
                  </a:lnTo>
                  <a:lnTo>
                    <a:pt x="220316" y="6104839"/>
                  </a:lnTo>
                  <a:lnTo>
                    <a:pt x="220410" y="6104839"/>
                  </a:lnTo>
                  <a:lnTo>
                    <a:pt x="220504" y="6104839"/>
                  </a:lnTo>
                  <a:lnTo>
                    <a:pt x="220598" y="6104839"/>
                  </a:lnTo>
                  <a:lnTo>
                    <a:pt x="220598" y="6099927"/>
                  </a:lnTo>
                  <a:lnTo>
                    <a:pt x="220692" y="6099927"/>
                  </a:lnTo>
                  <a:lnTo>
                    <a:pt x="220786" y="6099927"/>
                  </a:lnTo>
                  <a:lnTo>
                    <a:pt x="220881" y="6099927"/>
                  </a:lnTo>
                  <a:lnTo>
                    <a:pt x="220975" y="6099927"/>
                  </a:lnTo>
                  <a:lnTo>
                    <a:pt x="221069" y="6099927"/>
                  </a:lnTo>
                  <a:lnTo>
                    <a:pt x="221163" y="6099927"/>
                  </a:lnTo>
                  <a:lnTo>
                    <a:pt x="221257" y="6099927"/>
                  </a:lnTo>
                  <a:lnTo>
                    <a:pt x="221351" y="6099927"/>
                  </a:lnTo>
                  <a:lnTo>
                    <a:pt x="221445" y="6099927"/>
                  </a:lnTo>
                  <a:lnTo>
                    <a:pt x="221540" y="6099927"/>
                  </a:lnTo>
                  <a:lnTo>
                    <a:pt x="221634" y="6099927"/>
                  </a:lnTo>
                  <a:lnTo>
                    <a:pt x="221728" y="6099927"/>
                  </a:lnTo>
                  <a:lnTo>
                    <a:pt x="221822" y="6099927"/>
                  </a:lnTo>
                  <a:lnTo>
                    <a:pt x="221916" y="6099927"/>
                  </a:lnTo>
                  <a:lnTo>
                    <a:pt x="222010" y="6099927"/>
                  </a:lnTo>
                  <a:lnTo>
                    <a:pt x="222105" y="6099927"/>
                  </a:lnTo>
                  <a:lnTo>
                    <a:pt x="222199" y="6099927"/>
                  </a:lnTo>
                  <a:lnTo>
                    <a:pt x="222293" y="6099927"/>
                  </a:lnTo>
                  <a:lnTo>
                    <a:pt x="222387" y="6099927"/>
                  </a:lnTo>
                  <a:lnTo>
                    <a:pt x="222481" y="6099927"/>
                  </a:lnTo>
                  <a:lnTo>
                    <a:pt x="222575" y="6099927"/>
                  </a:lnTo>
                  <a:lnTo>
                    <a:pt x="222669" y="6099927"/>
                  </a:lnTo>
                  <a:lnTo>
                    <a:pt x="222764" y="6099927"/>
                  </a:lnTo>
                  <a:lnTo>
                    <a:pt x="222858" y="6099927"/>
                  </a:lnTo>
                  <a:lnTo>
                    <a:pt x="222952" y="6099927"/>
                  </a:lnTo>
                  <a:lnTo>
                    <a:pt x="223046" y="6099927"/>
                  </a:lnTo>
                  <a:lnTo>
                    <a:pt x="223140" y="6099927"/>
                  </a:lnTo>
                  <a:lnTo>
                    <a:pt x="223234" y="6099927"/>
                  </a:lnTo>
                  <a:lnTo>
                    <a:pt x="223328" y="6099927"/>
                  </a:lnTo>
                  <a:lnTo>
                    <a:pt x="223423" y="6099927"/>
                  </a:lnTo>
                  <a:lnTo>
                    <a:pt x="223517" y="6099927"/>
                  </a:lnTo>
                  <a:lnTo>
                    <a:pt x="223611" y="6099927"/>
                  </a:lnTo>
                  <a:lnTo>
                    <a:pt x="223705" y="6099927"/>
                  </a:lnTo>
                  <a:lnTo>
                    <a:pt x="223799" y="6099927"/>
                  </a:lnTo>
                  <a:lnTo>
                    <a:pt x="223893" y="6099927"/>
                  </a:lnTo>
                  <a:lnTo>
                    <a:pt x="223988" y="6099927"/>
                  </a:lnTo>
                  <a:lnTo>
                    <a:pt x="224082" y="6099927"/>
                  </a:lnTo>
                  <a:lnTo>
                    <a:pt x="224176" y="6099927"/>
                  </a:lnTo>
                  <a:lnTo>
                    <a:pt x="224270" y="6099927"/>
                  </a:lnTo>
                  <a:lnTo>
                    <a:pt x="224364" y="6099927"/>
                  </a:lnTo>
                  <a:lnTo>
                    <a:pt x="224458" y="6099927"/>
                  </a:lnTo>
                  <a:lnTo>
                    <a:pt x="224552" y="6099927"/>
                  </a:lnTo>
                  <a:lnTo>
                    <a:pt x="224647" y="6099927"/>
                  </a:lnTo>
                  <a:lnTo>
                    <a:pt x="224741" y="6099927"/>
                  </a:lnTo>
                  <a:lnTo>
                    <a:pt x="224835" y="6099927"/>
                  </a:lnTo>
                  <a:lnTo>
                    <a:pt x="224929" y="6099927"/>
                  </a:lnTo>
                  <a:lnTo>
                    <a:pt x="225023" y="6099927"/>
                  </a:lnTo>
                  <a:lnTo>
                    <a:pt x="225117" y="6099927"/>
                  </a:lnTo>
                  <a:lnTo>
                    <a:pt x="225212" y="6099927"/>
                  </a:lnTo>
                  <a:lnTo>
                    <a:pt x="225306" y="6099927"/>
                  </a:lnTo>
                  <a:lnTo>
                    <a:pt x="225400" y="6099927"/>
                  </a:lnTo>
                  <a:lnTo>
                    <a:pt x="225494" y="6099927"/>
                  </a:lnTo>
                  <a:lnTo>
                    <a:pt x="225588" y="6099927"/>
                  </a:lnTo>
                  <a:lnTo>
                    <a:pt x="225682" y="6099927"/>
                  </a:lnTo>
                  <a:lnTo>
                    <a:pt x="225776" y="6099927"/>
                  </a:lnTo>
                  <a:lnTo>
                    <a:pt x="225871" y="6099927"/>
                  </a:lnTo>
                  <a:lnTo>
                    <a:pt x="225965" y="6099927"/>
                  </a:lnTo>
                  <a:lnTo>
                    <a:pt x="226059" y="6099927"/>
                  </a:lnTo>
                  <a:lnTo>
                    <a:pt x="226153" y="6099927"/>
                  </a:lnTo>
                  <a:lnTo>
                    <a:pt x="226247" y="6099927"/>
                  </a:lnTo>
                  <a:lnTo>
                    <a:pt x="226341" y="6099927"/>
                  </a:lnTo>
                  <a:lnTo>
                    <a:pt x="226436" y="6099927"/>
                  </a:lnTo>
                  <a:lnTo>
                    <a:pt x="226530" y="6099927"/>
                  </a:lnTo>
                  <a:lnTo>
                    <a:pt x="226624" y="6099927"/>
                  </a:lnTo>
                  <a:lnTo>
                    <a:pt x="226718" y="6099927"/>
                  </a:lnTo>
                  <a:lnTo>
                    <a:pt x="226812" y="6099927"/>
                  </a:lnTo>
                  <a:lnTo>
                    <a:pt x="226906" y="6099927"/>
                  </a:lnTo>
                  <a:lnTo>
                    <a:pt x="227000" y="6099927"/>
                  </a:lnTo>
                  <a:lnTo>
                    <a:pt x="227095" y="6099927"/>
                  </a:lnTo>
                  <a:lnTo>
                    <a:pt x="227189" y="6099927"/>
                  </a:lnTo>
                  <a:lnTo>
                    <a:pt x="227283" y="6099927"/>
                  </a:lnTo>
                  <a:lnTo>
                    <a:pt x="227377" y="6099927"/>
                  </a:lnTo>
                  <a:lnTo>
                    <a:pt x="227471" y="6099927"/>
                  </a:lnTo>
                  <a:lnTo>
                    <a:pt x="227565" y="6099927"/>
                  </a:lnTo>
                  <a:lnTo>
                    <a:pt x="227659" y="6099927"/>
                  </a:lnTo>
                  <a:lnTo>
                    <a:pt x="227754" y="6099927"/>
                  </a:lnTo>
                  <a:lnTo>
                    <a:pt x="227848" y="6099927"/>
                  </a:lnTo>
                  <a:lnTo>
                    <a:pt x="227942" y="6099927"/>
                  </a:lnTo>
                  <a:lnTo>
                    <a:pt x="228036" y="6099927"/>
                  </a:lnTo>
                  <a:lnTo>
                    <a:pt x="228130" y="6099927"/>
                  </a:lnTo>
                  <a:lnTo>
                    <a:pt x="228224" y="6099927"/>
                  </a:lnTo>
                  <a:lnTo>
                    <a:pt x="228319" y="6099927"/>
                  </a:lnTo>
                  <a:lnTo>
                    <a:pt x="228413" y="6099927"/>
                  </a:lnTo>
                  <a:lnTo>
                    <a:pt x="228507" y="6099927"/>
                  </a:lnTo>
                  <a:lnTo>
                    <a:pt x="228601" y="6099927"/>
                  </a:lnTo>
                  <a:lnTo>
                    <a:pt x="228695" y="6099927"/>
                  </a:lnTo>
                  <a:lnTo>
                    <a:pt x="228789" y="6099927"/>
                  </a:lnTo>
                  <a:lnTo>
                    <a:pt x="228883" y="6099927"/>
                  </a:lnTo>
                  <a:lnTo>
                    <a:pt x="228978" y="6099927"/>
                  </a:lnTo>
                  <a:lnTo>
                    <a:pt x="229072" y="6099927"/>
                  </a:lnTo>
                  <a:lnTo>
                    <a:pt x="229166" y="6099927"/>
                  </a:lnTo>
                  <a:lnTo>
                    <a:pt x="229260" y="6099927"/>
                  </a:lnTo>
                  <a:lnTo>
                    <a:pt x="229354" y="6099927"/>
                  </a:lnTo>
                  <a:lnTo>
                    <a:pt x="229448" y="6099927"/>
                  </a:lnTo>
                  <a:lnTo>
                    <a:pt x="229543" y="6099927"/>
                  </a:lnTo>
                  <a:lnTo>
                    <a:pt x="229637" y="6099927"/>
                  </a:lnTo>
                  <a:lnTo>
                    <a:pt x="229731" y="6099927"/>
                  </a:lnTo>
                  <a:lnTo>
                    <a:pt x="229825" y="6099927"/>
                  </a:lnTo>
                  <a:lnTo>
                    <a:pt x="229919" y="6099927"/>
                  </a:lnTo>
                  <a:lnTo>
                    <a:pt x="230013" y="6099927"/>
                  </a:lnTo>
                  <a:lnTo>
                    <a:pt x="230107" y="6099927"/>
                  </a:lnTo>
                  <a:lnTo>
                    <a:pt x="230202" y="6099927"/>
                  </a:lnTo>
                  <a:lnTo>
                    <a:pt x="230296" y="6099927"/>
                  </a:lnTo>
                  <a:lnTo>
                    <a:pt x="230390" y="6099927"/>
                  </a:lnTo>
                  <a:lnTo>
                    <a:pt x="230484" y="6099927"/>
                  </a:lnTo>
                  <a:lnTo>
                    <a:pt x="230578" y="6099927"/>
                  </a:lnTo>
                  <a:lnTo>
                    <a:pt x="230672" y="6099927"/>
                  </a:lnTo>
                  <a:lnTo>
                    <a:pt x="230767" y="6099927"/>
                  </a:lnTo>
                  <a:lnTo>
                    <a:pt x="230861" y="6099927"/>
                  </a:lnTo>
                  <a:lnTo>
                    <a:pt x="230955" y="6099927"/>
                  </a:lnTo>
                  <a:lnTo>
                    <a:pt x="231049" y="6099927"/>
                  </a:lnTo>
                  <a:lnTo>
                    <a:pt x="231049" y="6095016"/>
                  </a:lnTo>
                  <a:lnTo>
                    <a:pt x="231143" y="6095016"/>
                  </a:lnTo>
                  <a:lnTo>
                    <a:pt x="231237" y="6095016"/>
                  </a:lnTo>
                  <a:lnTo>
                    <a:pt x="231331" y="6095016"/>
                  </a:lnTo>
                  <a:lnTo>
                    <a:pt x="231426" y="6095016"/>
                  </a:lnTo>
                  <a:lnTo>
                    <a:pt x="231520" y="6095016"/>
                  </a:lnTo>
                  <a:lnTo>
                    <a:pt x="231614" y="6095016"/>
                  </a:lnTo>
                  <a:lnTo>
                    <a:pt x="231708" y="6095016"/>
                  </a:lnTo>
                  <a:lnTo>
                    <a:pt x="231802" y="6095016"/>
                  </a:lnTo>
                  <a:lnTo>
                    <a:pt x="231896" y="6095016"/>
                  </a:lnTo>
                  <a:lnTo>
                    <a:pt x="231990" y="6095016"/>
                  </a:lnTo>
                  <a:lnTo>
                    <a:pt x="232085" y="6095016"/>
                  </a:lnTo>
                  <a:lnTo>
                    <a:pt x="232179" y="6095016"/>
                  </a:lnTo>
                  <a:lnTo>
                    <a:pt x="232273" y="6095016"/>
                  </a:lnTo>
                  <a:lnTo>
                    <a:pt x="232367" y="6095016"/>
                  </a:lnTo>
                  <a:lnTo>
                    <a:pt x="232461" y="6095016"/>
                  </a:lnTo>
                  <a:lnTo>
                    <a:pt x="232555" y="6095016"/>
                  </a:lnTo>
                  <a:lnTo>
                    <a:pt x="232650" y="6095016"/>
                  </a:lnTo>
                  <a:lnTo>
                    <a:pt x="232744" y="6095016"/>
                  </a:lnTo>
                  <a:lnTo>
                    <a:pt x="232838" y="6095016"/>
                  </a:lnTo>
                  <a:lnTo>
                    <a:pt x="232932" y="6095016"/>
                  </a:lnTo>
                  <a:lnTo>
                    <a:pt x="233026" y="6095016"/>
                  </a:lnTo>
                  <a:lnTo>
                    <a:pt x="233120" y="6095016"/>
                  </a:lnTo>
                  <a:lnTo>
                    <a:pt x="233214" y="6095016"/>
                  </a:lnTo>
                  <a:lnTo>
                    <a:pt x="233309" y="6095016"/>
                  </a:lnTo>
                  <a:lnTo>
                    <a:pt x="233403" y="6095016"/>
                  </a:lnTo>
                  <a:lnTo>
                    <a:pt x="233497" y="6095016"/>
                  </a:lnTo>
                  <a:lnTo>
                    <a:pt x="233591" y="6095016"/>
                  </a:lnTo>
                  <a:lnTo>
                    <a:pt x="233685" y="6095016"/>
                  </a:lnTo>
                  <a:lnTo>
                    <a:pt x="233779" y="6095016"/>
                  </a:lnTo>
                  <a:lnTo>
                    <a:pt x="233874" y="6095016"/>
                  </a:lnTo>
                  <a:lnTo>
                    <a:pt x="233874" y="6090104"/>
                  </a:lnTo>
                  <a:lnTo>
                    <a:pt x="233968" y="6090104"/>
                  </a:lnTo>
                  <a:lnTo>
                    <a:pt x="234062" y="6090104"/>
                  </a:lnTo>
                  <a:lnTo>
                    <a:pt x="234156" y="6090104"/>
                  </a:lnTo>
                  <a:lnTo>
                    <a:pt x="234250" y="6090104"/>
                  </a:lnTo>
                  <a:lnTo>
                    <a:pt x="234250" y="6085193"/>
                  </a:lnTo>
                  <a:lnTo>
                    <a:pt x="234344" y="6085193"/>
                  </a:lnTo>
                  <a:lnTo>
                    <a:pt x="234438" y="6085193"/>
                  </a:lnTo>
                  <a:lnTo>
                    <a:pt x="234533" y="6085193"/>
                  </a:lnTo>
                  <a:lnTo>
                    <a:pt x="234627" y="6085193"/>
                  </a:lnTo>
                  <a:lnTo>
                    <a:pt x="234721" y="6085193"/>
                  </a:lnTo>
                  <a:lnTo>
                    <a:pt x="234815" y="6085193"/>
                  </a:lnTo>
                  <a:lnTo>
                    <a:pt x="234909" y="6085193"/>
                  </a:lnTo>
                  <a:lnTo>
                    <a:pt x="235003" y="6085193"/>
                  </a:lnTo>
                  <a:lnTo>
                    <a:pt x="235098" y="6085193"/>
                  </a:lnTo>
                  <a:lnTo>
                    <a:pt x="235192" y="6085193"/>
                  </a:lnTo>
                  <a:lnTo>
                    <a:pt x="235286" y="6085193"/>
                  </a:lnTo>
                  <a:lnTo>
                    <a:pt x="235380" y="6085193"/>
                  </a:lnTo>
                  <a:lnTo>
                    <a:pt x="235474" y="6085193"/>
                  </a:lnTo>
                  <a:lnTo>
                    <a:pt x="235568" y="6085193"/>
                  </a:lnTo>
                  <a:lnTo>
                    <a:pt x="235662" y="6085193"/>
                  </a:lnTo>
                  <a:lnTo>
                    <a:pt x="235757" y="6085193"/>
                  </a:lnTo>
                  <a:lnTo>
                    <a:pt x="235851" y="6085193"/>
                  </a:lnTo>
                  <a:lnTo>
                    <a:pt x="235945" y="6085193"/>
                  </a:lnTo>
                  <a:lnTo>
                    <a:pt x="236039" y="6085193"/>
                  </a:lnTo>
                  <a:lnTo>
                    <a:pt x="236133" y="6085193"/>
                  </a:lnTo>
                  <a:lnTo>
                    <a:pt x="236227" y="6085193"/>
                  </a:lnTo>
                  <a:lnTo>
                    <a:pt x="236321" y="6085193"/>
                  </a:lnTo>
                  <a:lnTo>
                    <a:pt x="236416" y="6085193"/>
                  </a:lnTo>
                  <a:lnTo>
                    <a:pt x="236510" y="6085193"/>
                  </a:lnTo>
                  <a:lnTo>
                    <a:pt x="236604" y="6085193"/>
                  </a:lnTo>
                  <a:lnTo>
                    <a:pt x="236698" y="6085193"/>
                  </a:lnTo>
                  <a:lnTo>
                    <a:pt x="236792" y="6085193"/>
                  </a:lnTo>
                  <a:lnTo>
                    <a:pt x="236886" y="6085193"/>
                  </a:lnTo>
                  <a:lnTo>
                    <a:pt x="236886" y="6080282"/>
                  </a:lnTo>
                  <a:lnTo>
                    <a:pt x="236981" y="6080282"/>
                  </a:lnTo>
                  <a:lnTo>
                    <a:pt x="237075" y="6080282"/>
                  </a:lnTo>
                  <a:lnTo>
                    <a:pt x="237169" y="6080282"/>
                  </a:lnTo>
                  <a:lnTo>
                    <a:pt x="237263" y="6080282"/>
                  </a:lnTo>
                  <a:lnTo>
                    <a:pt x="237357" y="6080282"/>
                  </a:lnTo>
                  <a:lnTo>
                    <a:pt x="237451" y="6080282"/>
                  </a:lnTo>
                  <a:lnTo>
                    <a:pt x="237545" y="6080282"/>
                  </a:lnTo>
                  <a:lnTo>
                    <a:pt x="237640" y="6080282"/>
                  </a:lnTo>
                  <a:lnTo>
                    <a:pt x="237734" y="6080282"/>
                  </a:lnTo>
                  <a:lnTo>
                    <a:pt x="237828" y="6080282"/>
                  </a:lnTo>
                  <a:lnTo>
                    <a:pt x="237922" y="6080282"/>
                  </a:lnTo>
                  <a:lnTo>
                    <a:pt x="238016" y="6080282"/>
                  </a:lnTo>
                  <a:lnTo>
                    <a:pt x="238110" y="6080282"/>
                  </a:lnTo>
                  <a:lnTo>
                    <a:pt x="238205" y="6080282"/>
                  </a:lnTo>
                  <a:lnTo>
                    <a:pt x="238299" y="6080282"/>
                  </a:lnTo>
                  <a:lnTo>
                    <a:pt x="238393" y="6080282"/>
                  </a:lnTo>
                  <a:lnTo>
                    <a:pt x="238487" y="6080282"/>
                  </a:lnTo>
                  <a:lnTo>
                    <a:pt x="238581" y="6080282"/>
                  </a:lnTo>
                  <a:lnTo>
                    <a:pt x="238675" y="6080282"/>
                  </a:lnTo>
                  <a:lnTo>
                    <a:pt x="238769" y="6080282"/>
                  </a:lnTo>
                  <a:lnTo>
                    <a:pt x="238864" y="6080282"/>
                  </a:lnTo>
                  <a:lnTo>
                    <a:pt x="238958" y="6080282"/>
                  </a:lnTo>
                  <a:lnTo>
                    <a:pt x="239052" y="6080282"/>
                  </a:lnTo>
                  <a:lnTo>
                    <a:pt x="239146" y="6080282"/>
                  </a:lnTo>
                  <a:lnTo>
                    <a:pt x="239240" y="6080282"/>
                  </a:lnTo>
                  <a:lnTo>
                    <a:pt x="239334" y="6080282"/>
                  </a:lnTo>
                  <a:lnTo>
                    <a:pt x="239429" y="6080282"/>
                  </a:lnTo>
                  <a:lnTo>
                    <a:pt x="239523" y="6080282"/>
                  </a:lnTo>
                  <a:lnTo>
                    <a:pt x="239617" y="6080282"/>
                  </a:lnTo>
                  <a:lnTo>
                    <a:pt x="239617" y="6075370"/>
                  </a:lnTo>
                  <a:lnTo>
                    <a:pt x="239711" y="6075370"/>
                  </a:lnTo>
                  <a:lnTo>
                    <a:pt x="239805" y="6075370"/>
                  </a:lnTo>
                  <a:lnTo>
                    <a:pt x="239899" y="6075370"/>
                  </a:lnTo>
                  <a:lnTo>
                    <a:pt x="239993" y="6075370"/>
                  </a:lnTo>
                  <a:lnTo>
                    <a:pt x="240088" y="6075370"/>
                  </a:lnTo>
                  <a:lnTo>
                    <a:pt x="240182" y="6075370"/>
                  </a:lnTo>
                  <a:lnTo>
                    <a:pt x="240276" y="6075370"/>
                  </a:lnTo>
                  <a:lnTo>
                    <a:pt x="240370" y="6075370"/>
                  </a:lnTo>
                  <a:lnTo>
                    <a:pt x="240464" y="6075370"/>
                  </a:lnTo>
                  <a:lnTo>
                    <a:pt x="240558" y="6075370"/>
                  </a:lnTo>
                  <a:lnTo>
                    <a:pt x="240652" y="6075370"/>
                  </a:lnTo>
                  <a:lnTo>
                    <a:pt x="240747" y="6075370"/>
                  </a:lnTo>
                  <a:lnTo>
                    <a:pt x="240841" y="6075370"/>
                  </a:lnTo>
                  <a:lnTo>
                    <a:pt x="240935" y="6075370"/>
                  </a:lnTo>
                  <a:lnTo>
                    <a:pt x="241029" y="6075370"/>
                  </a:lnTo>
                  <a:lnTo>
                    <a:pt x="241123" y="6075370"/>
                  </a:lnTo>
                  <a:lnTo>
                    <a:pt x="241217" y="6075370"/>
                  </a:lnTo>
                  <a:lnTo>
                    <a:pt x="241312" y="6075370"/>
                  </a:lnTo>
                  <a:lnTo>
                    <a:pt x="241406" y="6075370"/>
                  </a:lnTo>
                  <a:lnTo>
                    <a:pt x="241500" y="6075370"/>
                  </a:lnTo>
                  <a:lnTo>
                    <a:pt x="241594" y="6075370"/>
                  </a:lnTo>
                  <a:lnTo>
                    <a:pt x="241688" y="6075370"/>
                  </a:lnTo>
                  <a:lnTo>
                    <a:pt x="241782" y="6075370"/>
                  </a:lnTo>
                  <a:lnTo>
                    <a:pt x="241876" y="6075370"/>
                  </a:lnTo>
                  <a:lnTo>
                    <a:pt x="241971" y="6075370"/>
                  </a:lnTo>
                  <a:lnTo>
                    <a:pt x="242065" y="6075370"/>
                  </a:lnTo>
                  <a:lnTo>
                    <a:pt x="242159" y="6075370"/>
                  </a:lnTo>
                  <a:lnTo>
                    <a:pt x="242253" y="6075370"/>
                  </a:lnTo>
                  <a:lnTo>
                    <a:pt x="242347" y="6075370"/>
                  </a:lnTo>
                  <a:lnTo>
                    <a:pt x="242347" y="6070459"/>
                  </a:lnTo>
                  <a:lnTo>
                    <a:pt x="242347" y="6065548"/>
                  </a:lnTo>
                  <a:lnTo>
                    <a:pt x="242441" y="6065548"/>
                  </a:lnTo>
                  <a:lnTo>
                    <a:pt x="242536" y="6065548"/>
                  </a:lnTo>
                  <a:lnTo>
                    <a:pt x="242630" y="6065548"/>
                  </a:lnTo>
                  <a:lnTo>
                    <a:pt x="242724" y="6065548"/>
                  </a:lnTo>
                  <a:lnTo>
                    <a:pt x="242818" y="6065548"/>
                  </a:lnTo>
                  <a:lnTo>
                    <a:pt x="242912" y="6065548"/>
                  </a:lnTo>
                  <a:lnTo>
                    <a:pt x="243006" y="6065548"/>
                  </a:lnTo>
                  <a:lnTo>
                    <a:pt x="243100" y="6065548"/>
                  </a:lnTo>
                  <a:lnTo>
                    <a:pt x="243195" y="6065548"/>
                  </a:lnTo>
                  <a:lnTo>
                    <a:pt x="243289" y="6065548"/>
                  </a:lnTo>
                  <a:lnTo>
                    <a:pt x="243383" y="6065548"/>
                  </a:lnTo>
                  <a:lnTo>
                    <a:pt x="243477" y="6065548"/>
                  </a:lnTo>
                  <a:lnTo>
                    <a:pt x="243571" y="6065548"/>
                  </a:lnTo>
                  <a:lnTo>
                    <a:pt x="243665" y="6065548"/>
                  </a:lnTo>
                  <a:lnTo>
                    <a:pt x="243760" y="6065548"/>
                  </a:lnTo>
                  <a:lnTo>
                    <a:pt x="243854" y="6065548"/>
                  </a:lnTo>
                  <a:lnTo>
                    <a:pt x="243948" y="6065548"/>
                  </a:lnTo>
                  <a:lnTo>
                    <a:pt x="244042" y="6065548"/>
                  </a:lnTo>
                  <a:lnTo>
                    <a:pt x="244136" y="6065548"/>
                  </a:lnTo>
                  <a:lnTo>
                    <a:pt x="244230" y="6065548"/>
                  </a:lnTo>
                  <a:lnTo>
                    <a:pt x="244324" y="6065548"/>
                  </a:lnTo>
                  <a:lnTo>
                    <a:pt x="244419" y="6065548"/>
                  </a:lnTo>
                  <a:lnTo>
                    <a:pt x="244513" y="6065548"/>
                  </a:lnTo>
                  <a:lnTo>
                    <a:pt x="244607" y="6065548"/>
                  </a:lnTo>
                  <a:lnTo>
                    <a:pt x="244701" y="6065548"/>
                  </a:lnTo>
                  <a:lnTo>
                    <a:pt x="244795" y="6065548"/>
                  </a:lnTo>
                  <a:lnTo>
                    <a:pt x="244889" y="6065548"/>
                  </a:lnTo>
                  <a:lnTo>
                    <a:pt x="244889" y="6060636"/>
                  </a:lnTo>
                  <a:lnTo>
                    <a:pt x="244983" y="6060636"/>
                  </a:lnTo>
                  <a:lnTo>
                    <a:pt x="245078" y="6060636"/>
                  </a:lnTo>
                  <a:lnTo>
                    <a:pt x="245172" y="6060636"/>
                  </a:lnTo>
                  <a:lnTo>
                    <a:pt x="245266" y="6060636"/>
                  </a:lnTo>
                  <a:lnTo>
                    <a:pt x="245360" y="6060636"/>
                  </a:lnTo>
                  <a:lnTo>
                    <a:pt x="245454" y="6060636"/>
                  </a:lnTo>
                  <a:lnTo>
                    <a:pt x="245454" y="6055725"/>
                  </a:lnTo>
                  <a:lnTo>
                    <a:pt x="245548" y="6055725"/>
                  </a:lnTo>
                  <a:lnTo>
                    <a:pt x="245643" y="6055725"/>
                  </a:lnTo>
                  <a:lnTo>
                    <a:pt x="245737" y="6055725"/>
                  </a:lnTo>
                  <a:lnTo>
                    <a:pt x="245831" y="6055725"/>
                  </a:lnTo>
                  <a:lnTo>
                    <a:pt x="245925" y="6055725"/>
                  </a:lnTo>
                  <a:lnTo>
                    <a:pt x="246019" y="6055725"/>
                  </a:lnTo>
                  <a:lnTo>
                    <a:pt x="246113" y="6055725"/>
                  </a:lnTo>
                  <a:lnTo>
                    <a:pt x="246207" y="6055725"/>
                  </a:lnTo>
                  <a:lnTo>
                    <a:pt x="246302" y="6055725"/>
                  </a:lnTo>
                  <a:lnTo>
                    <a:pt x="246396" y="6055725"/>
                  </a:lnTo>
                  <a:lnTo>
                    <a:pt x="246490" y="6055725"/>
                  </a:lnTo>
                  <a:lnTo>
                    <a:pt x="246584" y="6055725"/>
                  </a:lnTo>
                  <a:lnTo>
                    <a:pt x="246678" y="6055725"/>
                  </a:lnTo>
                  <a:lnTo>
                    <a:pt x="246772" y="6055725"/>
                  </a:lnTo>
                  <a:lnTo>
                    <a:pt x="246867" y="6055725"/>
                  </a:lnTo>
                  <a:lnTo>
                    <a:pt x="246961" y="6055725"/>
                  </a:lnTo>
                  <a:lnTo>
                    <a:pt x="247055" y="6055725"/>
                  </a:lnTo>
                  <a:lnTo>
                    <a:pt x="247149" y="6055725"/>
                  </a:lnTo>
                  <a:lnTo>
                    <a:pt x="247243" y="6055725"/>
                  </a:lnTo>
                  <a:lnTo>
                    <a:pt x="247337" y="6055725"/>
                  </a:lnTo>
                  <a:lnTo>
                    <a:pt x="247431" y="6055725"/>
                  </a:lnTo>
                  <a:lnTo>
                    <a:pt x="247526" y="6055725"/>
                  </a:lnTo>
                  <a:lnTo>
                    <a:pt x="247620" y="6055725"/>
                  </a:lnTo>
                  <a:lnTo>
                    <a:pt x="247714" y="6055725"/>
                  </a:lnTo>
                  <a:lnTo>
                    <a:pt x="247808" y="6055725"/>
                  </a:lnTo>
                  <a:lnTo>
                    <a:pt x="247902" y="6055725"/>
                  </a:lnTo>
                  <a:lnTo>
                    <a:pt x="247996" y="6055725"/>
                  </a:lnTo>
                  <a:lnTo>
                    <a:pt x="248091" y="6055725"/>
                  </a:lnTo>
                  <a:lnTo>
                    <a:pt x="248185" y="6055725"/>
                  </a:lnTo>
                  <a:lnTo>
                    <a:pt x="248279" y="6055725"/>
                  </a:lnTo>
                  <a:lnTo>
                    <a:pt x="248373" y="6055725"/>
                  </a:lnTo>
                  <a:lnTo>
                    <a:pt x="248467" y="6055725"/>
                  </a:lnTo>
                  <a:lnTo>
                    <a:pt x="248561" y="6055725"/>
                  </a:lnTo>
                  <a:lnTo>
                    <a:pt x="248655" y="6055725"/>
                  </a:lnTo>
                  <a:lnTo>
                    <a:pt x="248750" y="6055725"/>
                  </a:lnTo>
                  <a:lnTo>
                    <a:pt x="248844" y="6055725"/>
                  </a:lnTo>
                  <a:lnTo>
                    <a:pt x="248938" y="6055725"/>
                  </a:lnTo>
                  <a:lnTo>
                    <a:pt x="249032" y="6055725"/>
                  </a:lnTo>
                  <a:lnTo>
                    <a:pt x="249126" y="6055725"/>
                  </a:lnTo>
                  <a:lnTo>
                    <a:pt x="249220" y="6055725"/>
                  </a:lnTo>
                  <a:lnTo>
                    <a:pt x="249314" y="6055725"/>
                  </a:lnTo>
                  <a:lnTo>
                    <a:pt x="249409" y="6055725"/>
                  </a:lnTo>
                  <a:lnTo>
                    <a:pt x="249503" y="6055725"/>
                  </a:lnTo>
                  <a:lnTo>
                    <a:pt x="249597" y="6055725"/>
                  </a:lnTo>
                  <a:lnTo>
                    <a:pt x="249691" y="6055725"/>
                  </a:lnTo>
                  <a:lnTo>
                    <a:pt x="249785" y="6055725"/>
                  </a:lnTo>
                  <a:lnTo>
                    <a:pt x="249785" y="6050813"/>
                  </a:lnTo>
                  <a:lnTo>
                    <a:pt x="249879" y="6050813"/>
                  </a:lnTo>
                  <a:lnTo>
                    <a:pt x="249974" y="6050813"/>
                  </a:lnTo>
                  <a:lnTo>
                    <a:pt x="250068" y="6050813"/>
                  </a:lnTo>
                  <a:lnTo>
                    <a:pt x="250162" y="6050813"/>
                  </a:lnTo>
                  <a:lnTo>
                    <a:pt x="250256" y="6050813"/>
                  </a:lnTo>
                  <a:lnTo>
                    <a:pt x="250350" y="6050813"/>
                  </a:lnTo>
                  <a:lnTo>
                    <a:pt x="250444" y="6050813"/>
                  </a:lnTo>
                  <a:lnTo>
                    <a:pt x="250538" y="6050813"/>
                  </a:lnTo>
                  <a:lnTo>
                    <a:pt x="250633" y="6050813"/>
                  </a:lnTo>
                  <a:lnTo>
                    <a:pt x="250727" y="6050813"/>
                  </a:lnTo>
                  <a:lnTo>
                    <a:pt x="250821" y="6050813"/>
                  </a:lnTo>
                  <a:lnTo>
                    <a:pt x="250915" y="6050813"/>
                  </a:lnTo>
                  <a:lnTo>
                    <a:pt x="251009" y="6050813"/>
                  </a:lnTo>
                  <a:lnTo>
                    <a:pt x="251103" y="6050813"/>
                  </a:lnTo>
                  <a:lnTo>
                    <a:pt x="251198" y="6050813"/>
                  </a:lnTo>
                  <a:lnTo>
                    <a:pt x="251292" y="6050813"/>
                  </a:lnTo>
                  <a:lnTo>
                    <a:pt x="251386" y="6050813"/>
                  </a:lnTo>
                  <a:lnTo>
                    <a:pt x="251480" y="6050813"/>
                  </a:lnTo>
                  <a:lnTo>
                    <a:pt x="251574" y="6050813"/>
                  </a:lnTo>
                  <a:lnTo>
                    <a:pt x="251668" y="6050813"/>
                  </a:lnTo>
                  <a:lnTo>
                    <a:pt x="251762" y="6050813"/>
                  </a:lnTo>
                  <a:lnTo>
                    <a:pt x="251857" y="6050813"/>
                  </a:lnTo>
                  <a:lnTo>
                    <a:pt x="251951" y="6050813"/>
                  </a:lnTo>
                  <a:lnTo>
                    <a:pt x="252045" y="6050813"/>
                  </a:lnTo>
                  <a:lnTo>
                    <a:pt x="252139" y="6050813"/>
                  </a:lnTo>
                  <a:lnTo>
                    <a:pt x="252233" y="6050813"/>
                  </a:lnTo>
                  <a:lnTo>
                    <a:pt x="252327" y="6050813"/>
                  </a:lnTo>
                  <a:lnTo>
                    <a:pt x="252422" y="6050813"/>
                  </a:lnTo>
                  <a:lnTo>
                    <a:pt x="252516" y="6050813"/>
                  </a:lnTo>
                  <a:lnTo>
                    <a:pt x="252610" y="6050813"/>
                  </a:lnTo>
                  <a:lnTo>
                    <a:pt x="252704" y="6050813"/>
                  </a:lnTo>
                  <a:lnTo>
                    <a:pt x="252798" y="6050813"/>
                  </a:lnTo>
                  <a:lnTo>
                    <a:pt x="252892" y="6050813"/>
                  </a:lnTo>
                  <a:lnTo>
                    <a:pt x="252986" y="6050813"/>
                  </a:lnTo>
                  <a:lnTo>
                    <a:pt x="253081" y="6050813"/>
                  </a:lnTo>
                  <a:lnTo>
                    <a:pt x="253175" y="6050813"/>
                  </a:lnTo>
                  <a:lnTo>
                    <a:pt x="253269" y="6050813"/>
                  </a:lnTo>
                  <a:lnTo>
                    <a:pt x="253363" y="6050813"/>
                  </a:lnTo>
                  <a:lnTo>
                    <a:pt x="253457" y="6050813"/>
                  </a:lnTo>
                  <a:lnTo>
                    <a:pt x="253551" y="6050813"/>
                  </a:lnTo>
                  <a:lnTo>
                    <a:pt x="253645" y="6050813"/>
                  </a:lnTo>
                  <a:lnTo>
                    <a:pt x="253740" y="6050813"/>
                  </a:lnTo>
                  <a:lnTo>
                    <a:pt x="253834" y="6050813"/>
                  </a:lnTo>
                  <a:lnTo>
                    <a:pt x="253928" y="6050813"/>
                  </a:lnTo>
                  <a:lnTo>
                    <a:pt x="254022" y="6050813"/>
                  </a:lnTo>
                  <a:lnTo>
                    <a:pt x="254022" y="6045902"/>
                  </a:lnTo>
                  <a:lnTo>
                    <a:pt x="254116" y="6045902"/>
                  </a:lnTo>
                  <a:lnTo>
                    <a:pt x="254210" y="6045902"/>
                  </a:lnTo>
                  <a:lnTo>
                    <a:pt x="254305" y="6045902"/>
                  </a:lnTo>
                  <a:lnTo>
                    <a:pt x="254399" y="6045902"/>
                  </a:lnTo>
                  <a:lnTo>
                    <a:pt x="254493" y="6045902"/>
                  </a:lnTo>
                  <a:lnTo>
                    <a:pt x="254587" y="6045902"/>
                  </a:lnTo>
                  <a:lnTo>
                    <a:pt x="254681" y="6045902"/>
                  </a:lnTo>
                  <a:lnTo>
                    <a:pt x="254775" y="6045902"/>
                  </a:lnTo>
                  <a:lnTo>
                    <a:pt x="254869" y="6045902"/>
                  </a:lnTo>
                  <a:lnTo>
                    <a:pt x="254964" y="6045902"/>
                  </a:lnTo>
                  <a:lnTo>
                    <a:pt x="255058" y="6045902"/>
                  </a:lnTo>
                  <a:lnTo>
                    <a:pt x="255152" y="6045902"/>
                  </a:lnTo>
                  <a:lnTo>
                    <a:pt x="255246" y="6045902"/>
                  </a:lnTo>
                  <a:lnTo>
                    <a:pt x="255340" y="6045902"/>
                  </a:lnTo>
                  <a:lnTo>
                    <a:pt x="255434" y="6045902"/>
                  </a:lnTo>
                  <a:lnTo>
                    <a:pt x="255529" y="6045902"/>
                  </a:lnTo>
                  <a:lnTo>
                    <a:pt x="255623" y="6045902"/>
                  </a:lnTo>
                  <a:lnTo>
                    <a:pt x="255717" y="6045902"/>
                  </a:lnTo>
                  <a:lnTo>
                    <a:pt x="255811" y="6045902"/>
                  </a:lnTo>
                  <a:lnTo>
                    <a:pt x="255905" y="6045902"/>
                  </a:lnTo>
                  <a:lnTo>
                    <a:pt x="255999" y="6045902"/>
                  </a:lnTo>
                  <a:lnTo>
                    <a:pt x="256093" y="6045902"/>
                  </a:lnTo>
                  <a:lnTo>
                    <a:pt x="256093" y="6040991"/>
                  </a:lnTo>
                  <a:lnTo>
                    <a:pt x="256188" y="6040991"/>
                  </a:lnTo>
                  <a:lnTo>
                    <a:pt x="256282" y="6040991"/>
                  </a:lnTo>
                  <a:lnTo>
                    <a:pt x="256376" y="6040991"/>
                  </a:lnTo>
                  <a:lnTo>
                    <a:pt x="256470" y="6040991"/>
                  </a:lnTo>
                  <a:lnTo>
                    <a:pt x="256564" y="6040991"/>
                  </a:lnTo>
                  <a:lnTo>
                    <a:pt x="256658" y="6040991"/>
                  </a:lnTo>
                  <a:lnTo>
                    <a:pt x="256753" y="6040991"/>
                  </a:lnTo>
                  <a:lnTo>
                    <a:pt x="256847" y="6040991"/>
                  </a:lnTo>
                  <a:lnTo>
                    <a:pt x="256941" y="6040991"/>
                  </a:lnTo>
                  <a:lnTo>
                    <a:pt x="257035" y="6040991"/>
                  </a:lnTo>
                  <a:lnTo>
                    <a:pt x="257129" y="6040991"/>
                  </a:lnTo>
                  <a:lnTo>
                    <a:pt x="257223" y="6040991"/>
                  </a:lnTo>
                  <a:lnTo>
                    <a:pt x="257317" y="6040991"/>
                  </a:lnTo>
                  <a:lnTo>
                    <a:pt x="257412" y="6040991"/>
                  </a:lnTo>
                  <a:lnTo>
                    <a:pt x="257506" y="6040991"/>
                  </a:lnTo>
                  <a:lnTo>
                    <a:pt x="257600" y="6040991"/>
                  </a:lnTo>
                  <a:lnTo>
                    <a:pt x="257694" y="6040991"/>
                  </a:lnTo>
                  <a:lnTo>
                    <a:pt x="257788" y="6040991"/>
                  </a:lnTo>
                  <a:lnTo>
                    <a:pt x="257882" y="6040991"/>
                  </a:lnTo>
                  <a:lnTo>
                    <a:pt x="257976" y="6040991"/>
                  </a:lnTo>
                  <a:lnTo>
                    <a:pt x="258071" y="6040991"/>
                  </a:lnTo>
                  <a:lnTo>
                    <a:pt x="258165" y="6040991"/>
                  </a:lnTo>
                  <a:lnTo>
                    <a:pt x="258259" y="6040991"/>
                  </a:lnTo>
                  <a:lnTo>
                    <a:pt x="258353" y="6040991"/>
                  </a:lnTo>
                  <a:lnTo>
                    <a:pt x="258447" y="6040991"/>
                  </a:lnTo>
                  <a:lnTo>
                    <a:pt x="258541" y="6040991"/>
                  </a:lnTo>
                  <a:lnTo>
                    <a:pt x="258636" y="6040991"/>
                  </a:lnTo>
                  <a:lnTo>
                    <a:pt x="258730" y="6040991"/>
                  </a:lnTo>
                  <a:lnTo>
                    <a:pt x="258824" y="6040991"/>
                  </a:lnTo>
                  <a:lnTo>
                    <a:pt x="258918" y="6040991"/>
                  </a:lnTo>
                  <a:lnTo>
                    <a:pt x="259012" y="6040991"/>
                  </a:lnTo>
                  <a:lnTo>
                    <a:pt x="259106" y="6040991"/>
                  </a:lnTo>
                  <a:lnTo>
                    <a:pt x="259200" y="6040991"/>
                  </a:lnTo>
                  <a:lnTo>
                    <a:pt x="259295" y="6040991"/>
                  </a:lnTo>
                  <a:lnTo>
                    <a:pt x="259389" y="6040991"/>
                  </a:lnTo>
                  <a:lnTo>
                    <a:pt x="259483" y="6040991"/>
                  </a:lnTo>
                  <a:lnTo>
                    <a:pt x="259577" y="6040991"/>
                  </a:lnTo>
                  <a:lnTo>
                    <a:pt x="259671" y="6040991"/>
                  </a:lnTo>
                  <a:lnTo>
                    <a:pt x="259765" y="6040991"/>
                  </a:lnTo>
                  <a:lnTo>
                    <a:pt x="259860" y="6040991"/>
                  </a:lnTo>
                  <a:lnTo>
                    <a:pt x="259954" y="6040991"/>
                  </a:lnTo>
                  <a:lnTo>
                    <a:pt x="260048" y="6040991"/>
                  </a:lnTo>
                  <a:lnTo>
                    <a:pt x="260142" y="6040991"/>
                  </a:lnTo>
                  <a:lnTo>
                    <a:pt x="260236" y="6040991"/>
                  </a:lnTo>
                  <a:lnTo>
                    <a:pt x="260330" y="6040991"/>
                  </a:lnTo>
                  <a:lnTo>
                    <a:pt x="260424" y="6040991"/>
                  </a:lnTo>
                  <a:lnTo>
                    <a:pt x="260519" y="6040991"/>
                  </a:lnTo>
                  <a:lnTo>
                    <a:pt x="260613" y="6040991"/>
                  </a:lnTo>
                  <a:lnTo>
                    <a:pt x="260707" y="6040991"/>
                  </a:lnTo>
                  <a:lnTo>
                    <a:pt x="260801" y="6040991"/>
                  </a:lnTo>
                  <a:lnTo>
                    <a:pt x="260895" y="6040991"/>
                  </a:lnTo>
                  <a:lnTo>
                    <a:pt x="260989" y="6040991"/>
                  </a:lnTo>
                  <a:lnTo>
                    <a:pt x="261084" y="6040991"/>
                  </a:lnTo>
                  <a:lnTo>
                    <a:pt x="261178" y="6040991"/>
                  </a:lnTo>
                  <a:lnTo>
                    <a:pt x="261272" y="6040991"/>
                  </a:lnTo>
                  <a:lnTo>
                    <a:pt x="261366" y="6040991"/>
                  </a:lnTo>
                  <a:lnTo>
                    <a:pt x="261366" y="6036079"/>
                  </a:lnTo>
                  <a:lnTo>
                    <a:pt x="261460" y="6036079"/>
                  </a:lnTo>
                  <a:lnTo>
                    <a:pt x="261554" y="6036079"/>
                  </a:lnTo>
                  <a:lnTo>
                    <a:pt x="261648" y="6036079"/>
                  </a:lnTo>
                  <a:lnTo>
                    <a:pt x="261743" y="6036079"/>
                  </a:lnTo>
                  <a:lnTo>
                    <a:pt x="261837" y="6036079"/>
                  </a:lnTo>
                  <a:lnTo>
                    <a:pt x="261931" y="6036079"/>
                  </a:lnTo>
                  <a:lnTo>
                    <a:pt x="262025" y="6036079"/>
                  </a:lnTo>
                  <a:lnTo>
                    <a:pt x="262119" y="6036079"/>
                  </a:lnTo>
                  <a:lnTo>
                    <a:pt x="262213" y="6036079"/>
                  </a:lnTo>
                  <a:lnTo>
                    <a:pt x="262307" y="6036079"/>
                  </a:lnTo>
                  <a:lnTo>
                    <a:pt x="262402" y="6036079"/>
                  </a:lnTo>
                  <a:lnTo>
                    <a:pt x="262496" y="6036079"/>
                  </a:lnTo>
                  <a:lnTo>
                    <a:pt x="262590" y="6036079"/>
                  </a:lnTo>
                  <a:lnTo>
                    <a:pt x="262684" y="6036079"/>
                  </a:lnTo>
                  <a:lnTo>
                    <a:pt x="262778" y="6036079"/>
                  </a:lnTo>
                  <a:lnTo>
                    <a:pt x="262872" y="6036079"/>
                  </a:lnTo>
                  <a:lnTo>
                    <a:pt x="262967" y="6036079"/>
                  </a:lnTo>
                  <a:lnTo>
                    <a:pt x="263061" y="6036079"/>
                  </a:lnTo>
                  <a:lnTo>
                    <a:pt x="263155" y="6036079"/>
                  </a:lnTo>
                  <a:lnTo>
                    <a:pt x="263249" y="6036079"/>
                  </a:lnTo>
                  <a:lnTo>
                    <a:pt x="263249" y="6031168"/>
                  </a:lnTo>
                  <a:lnTo>
                    <a:pt x="263343" y="6031168"/>
                  </a:lnTo>
                  <a:lnTo>
                    <a:pt x="263437" y="6031168"/>
                  </a:lnTo>
                  <a:lnTo>
                    <a:pt x="263531" y="6031168"/>
                  </a:lnTo>
                  <a:lnTo>
                    <a:pt x="263626" y="6031168"/>
                  </a:lnTo>
                  <a:lnTo>
                    <a:pt x="263626" y="6026257"/>
                  </a:lnTo>
                  <a:lnTo>
                    <a:pt x="263720" y="6026257"/>
                  </a:lnTo>
                  <a:lnTo>
                    <a:pt x="263814" y="6026257"/>
                  </a:lnTo>
                  <a:lnTo>
                    <a:pt x="263908" y="6026257"/>
                  </a:lnTo>
                  <a:lnTo>
                    <a:pt x="264002" y="6026257"/>
                  </a:lnTo>
                  <a:lnTo>
                    <a:pt x="264096" y="6026257"/>
                  </a:lnTo>
                  <a:lnTo>
                    <a:pt x="264191" y="6026257"/>
                  </a:lnTo>
                  <a:lnTo>
                    <a:pt x="264285" y="6026257"/>
                  </a:lnTo>
                  <a:lnTo>
                    <a:pt x="264379" y="6026257"/>
                  </a:lnTo>
                  <a:lnTo>
                    <a:pt x="264473" y="6026257"/>
                  </a:lnTo>
                  <a:lnTo>
                    <a:pt x="264567" y="6026257"/>
                  </a:lnTo>
                  <a:lnTo>
                    <a:pt x="264661" y="6026257"/>
                  </a:lnTo>
                  <a:lnTo>
                    <a:pt x="264755" y="6026257"/>
                  </a:lnTo>
                  <a:lnTo>
                    <a:pt x="264850" y="6026257"/>
                  </a:lnTo>
                  <a:lnTo>
                    <a:pt x="264944" y="6026257"/>
                  </a:lnTo>
                  <a:lnTo>
                    <a:pt x="265038" y="6026257"/>
                  </a:lnTo>
                  <a:lnTo>
                    <a:pt x="265132" y="6026257"/>
                  </a:lnTo>
                  <a:lnTo>
                    <a:pt x="265226" y="6026257"/>
                  </a:lnTo>
                  <a:lnTo>
                    <a:pt x="265320" y="6026257"/>
                  </a:lnTo>
                  <a:lnTo>
                    <a:pt x="265415" y="6026257"/>
                  </a:lnTo>
                  <a:lnTo>
                    <a:pt x="265509" y="6026257"/>
                  </a:lnTo>
                  <a:lnTo>
                    <a:pt x="265603" y="6026257"/>
                  </a:lnTo>
                  <a:lnTo>
                    <a:pt x="265697" y="6026257"/>
                  </a:lnTo>
                  <a:lnTo>
                    <a:pt x="265791" y="6026257"/>
                  </a:lnTo>
                  <a:lnTo>
                    <a:pt x="265885" y="6026257"/>
                  </a:lnTo>
                  <a:lnTo>
                    <a:pt x="265979" y="6026257"/>
                  </a:lnTo>
                  <a:lnTo>
                    <a:pt x="266074" y="6026257"/>
                  </a:lnTo>
                  <a:lnTo>
                    <a:pt x="266168" y="6026257"/>
                  </a:lnTo>
                  <a:lnTo>
                    <a:pt x="266262" y="6026257"/>
                  </a:lnTo>
                  <a:lnTo>
                    <a:pt x="266356" y="6026257"/>
                  </a:lnTo>
                  <a:lnTo>
                    <a:pt x="266450" y="6026257"/>
                  </a:lnTo>
                  <a:lnTo>
                    <a:pt x="266544" y="6026257"/>
                  </a:lnTo>
                  <a:lnTo>
                    <a:pt x="266638" y="6026257"/>
                  </a:lnTo>
                  <a:lnTo>
                    <a:pt x="266733" y="6026257"/>
                  </a:lnTo>
                  <a:lnTo>
                    <a:pt x="266827" y="6026257"/>
                  </a:lnTo>
                  <a:lnTo>
                    <a:pt x="266921" y="6026257"/>
                  </a:lnTo>
                  <a:lnTo>
                    <a:pt x="267015" y="6026257"/>
                  </a:lnTo>
                  <a:lnTo>
                    <a:pt x="267109" y="6026257"/>
                  </a:lnTo>
                  <a:lnTo>
                    <a:pt x="267203" y="6026257"/>
                  </a:lnTo>
                  <a:lnTo>
                    <a:pt x="267298" y="6026257"/>
                  </a:lnTo>
                  <a:lnTo>
                    <a:pt x="267392" y="6026257"/>
                  </a:lnTo>
                  <a:lnTo>
                    <a:pt x="267486" y="6026257"/>
                  </a:lnTo>
                  <a:lnTo>
                    <a:pt x="267580" y="6026257"/>
                  </a:lnTo>
                  <a:lnTo>
                    <a:pt x="267674" y="6026257"/>
                  </a:lnTo>
                  <a:lnTo>
                    <a:pt x="267768" y="6026257"/>
                  </a:lnTo>
                  <a:lnTo>
                    <a:pt x="267862" y="6026257"/>
                  </a:lnTo>
                  <a:lnTo>
                    <a:pt x="267957" y="6026257"/>
                  </a:lnTo>
                  <a:lnTo>
                    <a:pt x="268051" y="6026257"/>
                  </a:lnTo>
                  <a:lnTo>
                    <a:pt x="268145" y="6026257"/>
                  </a:lnTo>
                  <a:lnTo>
                    <a:pt x="268239" y="6026257"/>
                  </a:lnTo>
                  <a:lnTo>
                    <a:pt x="268333" y="6026257"/>
                  </a:lnTo>
                  <a:lnTo>
                    <a:pt x="268427" y="6026257"/>
                  </a:lnTo>
                  <a:lnTo>
                    <a:pt x="268522" y="6026257"/>
                  </a:lnTo>
                  <a:lnTo>
                    <a:pt x="268522" y="6021345"/>
                  </a:lnTo>
                  <a:lnTo>
                    <a:pt x="268616" y="6021345"/>
                  </a:lnTo>
                  <a:lnTo>
                    <a:pt x="268710" y="6021345"/>
                  </a:lnTo>
                  <a:lnTo>
                    <a:pt x="268804" y="6021345"/>
                  </a:lnTo>
                  <a:lnTo>
                    <a:pt x="268898" y="6021345"/>
                  </a:lnTo>
                  <a:lnTo>
                    <a:pt x="268992" y="6021345"/>
                  </a:lnTo>
                  <a:lnTo>
                    <a:pt x="269086" y="6021345"/>
                  </a:lnTo>
                  <a:lnTo>
                    <a:pt x="269181" y="6021345"/>
                  </a:lnTo>
                  <a:lnTo>
                    <a:pt x="269275" y="6021345"/>
                  </a:lnTo>
                  <a:lnTo>
                    <a:pt x="269369" y="6021345"/>
                  </a:lnTo>
                  <a:lnTo>
                    <a:pt x="269463" y="6021345"/>
                  </a:lnTo>
                  <a:lnTo>
                    <a:pt x="269557" y="6021345"/>
                  </a:lnTo>
                  <a:lnTo>
                    <a:pt x="269651" y="6021345"/>
                  </a:lnTo>
                  <a:lnTo>
                    <a:pt x="269746" y="6021345"/>
                  </a:lnTo>
                  <a:lnTo>
                    <a:pt x="269746" y="6016434"/>
                  </a:lnTo>
                  <a:lnTo>
                    <a:pt x="269840" y="6016434"/>
                  </a:lnTo>
                  <a:lnTo>
                    <a:pt x="269934" y="6016434"/>
                  </a:lnTo>
                  <a:lnTo>
                    <a:pt x="270028" y="6016434"/>
                  </a:lnTo>
                  <a:lnTo>
                    <a:pt x="270122" y="6016434"/>
                  </a:lnTo>
                  <a:lnTo>
                    <a:pt x="270216" y="6016434"/>
                  </a:lnTo>
                  <a:lnTo>
                    <a:pt x="270310" y="6016434"/>
                  </a:lnTo>
                  <a:lnTo>
                    <a:pt x="270405" y="6016434"/>
                  </a:lnTo>
                  <a:lnTo>
                    <a:pt x="270499" y="6016434"/>
                  </a:lnTo>
                  <a:lnTo>
                    <a:pt x="270593" y="6016434"/>
                  </a:lnTo>
                  <a:lnTo>
                    <a:pt x="270687" y="6016434"/>
                  </a:lnTo>
                  <a:lnTo>
                    <a:pt x="270781" y="6016434"/>
                  </a:lnTo>
                  <a:lnTo>
                    <a:pt x="270875" y="6016434"/>
                  </a:lnTo>
                  <a:lnTo>
                    <a:pt x="270970" y="6016434"/>
                  </a:lnTo>
                  <a:lnTo>
                    <a:pt x="271064" y="6016434"/>
                  </a:lnTo>
                  <a:lnTo>
                    <a:pt x="271158" y="6016434"/>
                  </a:lnTo>
                  <a:lnTo>
                    <a:pt x="271252" y="6016434"/>
                  </a:lnTo>
                  <a:lnTo>
                    <a:pt x="271346" y="6016434"/>
                  </a:lnTo>
                  <a:lnTo>
                    <a:pt x="271440" y="6016434"/>
                  </a:lnTo>
                  <a:lnTo>
                    <a:pt x="271534" y="6016434"/>
                  </a:lnTo>
                  <a:lnTo>
                    <a:pt x="271629" y="6016434"/>
                  </a:lnTo>
                  <a:lnTo>
                    <a:pt x="271723" y="6016434"/>
                  </a:lnTo>
                  <a:lnTo>
                    <a:pt x="271817" y="6016434"/>
                  </a:lnTo>
                  <a:lnTo>
                    <a:pt x="271911" y="6016434"/>
                  </a:lnTo>
                  <a:lnTo>
                    <a:pt x="272005" y="6016434"/>
                  </a:lnTo>
                  <a:lnTo>
                    <a:pt x="272099" y="6016434"/>
                  </a:lnTo>
                  <a:lnTo>
                    <a:pt x="272193" y="6016434"/>
                  </a:lnTo>
                  <a:lnTo>
                    <a:pt x="272288" y="6016434"/>
                  </a:lnTo>
                  <a:lnTo>
                    <a:pt x="272382" y="6016434"/>
                  </a:lnTo>
                  <a:lnTo>
                    <a:pt x="272476" y="6016434"/>
                  </a:lnTo>
                  <a:lnTo>
                    <a:pt x="272570" y="6016434"/>
                  </a:lnTo>
                  <a:lnTo>
                    <a:pt x="272664" y="6016434"/>
                  </a:lnTo>
                  <a:lnTo>
                    <a:pt x="272758" y="6016434"/>
                  </a:lnTo>
                  <a:lnTo>
                    <a:pt x="272853" y="6016434"/>
                  </a:lnTo>
                  <a:lnTo>
                    <a:pt x="272947" y="6016434"/>
                  </a:lnTo>
                  <a:lnTo>
                    <a:pt x="273041" y="6016434"/>
                  </a:lnTo>
                  <a:lnTo>
                    <a:pt x="273135" y="6016434"/>
                  </a:lnTo>
                  <a:lnTo>
                    <a:pt x="273229" y="6016434"/>
                  </a:lnTo>
                  <a:lnTo>
                    <a:pt x="273323" y="6016434"/>
                  </a:lnTo>
                  <a:lnTo>
                    <a:pt x="273417" y="6016434"/>
                  </a:lnTo>
                  <a:lnTo>
                    <a:pt x="273512" y="6016434"/>
                  </a:lnTo>
                  <a:lnTo>
                    <a:pt x="273606" y="6016434"/>
                  </a:lnTo>
                  <a:lnTo>
                    <a:pt x="273700" y="6016434"/>
                  </a:lnTo>
                  <a:lnTo>
                    <a:pt x="273794" y="6016434"/>
                  </a:lnTo>
                  <a:lnTo>
                    <a:pt x="273888" y="6016434"/>
                  </a:lnTo>
                  <a:lnTo>
                    <a:pt x="273982" y="6016434"/>
                  </a:lnTo>
                  <a:lnTo>
                    <a:pt x="274077" y="6016434"/>
                  </a:lnTo>
                  <a:lnTo>
                    <a:pt x="274171" y="6016434"/>
                  </a:lnTo>
                  <a:lnTo>
                    <a:pt x="274265" y="6016434"/>
                  </a:lnTo>
                  <a:lnTo>
                    <a:pt x="274359" y="6016434"/>
                  </a:lnTo>
                  <a:lnTo>
                    <a:pt x="274453" y="6016434"/>
                  </a:lnTo>
                  <a:lnTo>
                    <a:pt x="274547" y="6016434"/>
                  </a:lnTo>
                  <a:lnTo>
                    <a:pt x="274641" y="6016434"/>
                  </a:lnTo>
                  <a:lnTo>
                    <a:pt x="274736" y="6016434"/>
                  </a:lnTo>
                  <a:lnTo>
                    <a:pt x="274830" y="6016434"/>
                  </a:lnTo>
                  <a:lnTo>
                    <a:pt x="274924" y="6016434"/>
                  </a:lnTo>
                  <a:lnTo>
                    <a:pt x="275018" y="6016434"/>
                  </a:lnTo>
                  <a:lnTo>
                    <a:pt x="275112" y="6016434"/>
                  </a:lnTo>
                  <a:lnTo>
                    <a:pt x="275206" y="6016434"/>
                  </a:lnTo>
                  <a:lnTo>
                    <a:pt x="275301" y="6016434"/>
                  </a:lnTo>
                  <a:lnTo>
                    <a:pt x="275395" y="6016434"/>
                  </a:lnTo>
                  <a:lnTo>
                    <a:pt x="275489" y="6016434"/>
                  </a:lnTo>
                  <a:lnTo>
                    <a:pt x="275583" y="6016434"/>
                  </a:lnTo>
                  <a:lnTo>
                    <a:pt x="275677" y="6016434"/>
                  </a:lnTo>
                  <a:lnTo>
                    <a:pt x="275771" y="6016434"/>
                  </a:lnTo>
                  <a:lnTo>
                    <a:pt x="275865" y="6016434"/>
                  </a:lnTo>
                  <a:lnTo>
                    <a:pt x="275960" y="6016434"/>
                  </a:lnTo>
                  <a:lnTo>
                    <a:pt x="276054" y="6016434"/>
                  </a:lnTo>
                  <a:lnTo>
                    <a:pt x="276148" y="6016434"/>
                  </a:lnTo>
                  <a:lnTo>
                    <a:pt x="276242" y="6016434"/>
                  </a:lnTo>
                  <a:lnTo>
                    <a:pt x="276336" y="6016434"/>
                  </a:lnTo>
                  <a:lnTo>
                    <a:pt x="276430" y="6016434"/>
                  </a:lnTo>
                  <a:lnTo>
                    <a:pt x="276524" y="6016434"/>
                  </a:lnTo>
                  <a:lnTo>
                    <a:pt x="276619" y="6016434"/>
                  </a:lnTo>
                  <a:lnTo>
                    <a:pt x="276713" y="6016434"/>
                  </a:lnTo>
                  <a:lnTo>
                    <a:pt x="276807" y="6016434"/>
                  </a:lnTo>
                  <a:lnTo>
                    <a:pt x="276901" y="6016434"/>
                  </a:lnTo>
                  <a:lnTo>
                    <a:pt x="276995" y="6016434"/>
                  </a:lnTo>
                  <a:lnTo>
                    <a:pt x="277089" y="6016434"/>
                  </a:lnTo>
                  <a:lnTo>
                    <a:pt x="277184" y="6016434"/>
                  </a:lnTo>
                  <a:lnTo>
                    <a:pt x="277278" y="6016434"/>
                  </a:lnTo>
                  <a:lnTo>
                    <a:pt x="277372" y="6016434"/>
                  </a:lnTo>
                  <a:lnTo>
                    <a:pt x="277466" y="6016434"/>
                  </a:lnTo>
                  <a:lnTo>
                    <a:pt x="277560" y="6016434"/>
                  </a:lnTo>
                  <a:lnTo>
                    <a:pt x="277654" y="6016434"/>
                  </a:lnTo>
                  <a:lnTo>
                    <a:pt x="277748" y="6016434"/>
                  </a:lnTo>
                  <a:lnTo>
                    <a:pt x="277843" y="6016434"/>
                  </a:lnTo>
                  <a:lnTo>
                    <a:pt x="277937" y="6016434"/>
                  </a:lnTo>
                  <a:lnTo>
                    <a:pt x="278031" y="6016434"/>
                  </a:lnTo>
                  <a:lnTo>
                    <a:pt x="278125" y="6016434"/>
                  </a:lnTo>
                  <a:lnTo>
                    <a:pt x="278219" y="6016434"/>
                  </a:lnTo>
                  <a:lnTo>
                    <a:pt x="278313" y="6016434"/>
                  </a:lnTo>
                  <a:lnTo>
                    <a:pt x="278408" y="6016434"/>
                  </a:lnTo>
                  <a:lnTo>
                    <a:pt x="278502" y="6016434"/>
                  </a:lnTo>
                  <a:lnTo>
                    <a:pt x="278596" y="6016434"/>
                  </a:lnTo>
                  <a:lnTo>
                    <a:pt x="278690" y="6016434"/>
                  </a:lnTo>
                  <a:lnTo>
                    <a:pt x="278690" y="6011522"/>
                  </a:lnTo>
                  <a:lnTo>
                    <a:pt x="278784" y="6011522"/>
                  </a:lnTo>
                  <a:lnTo>
                    <a:pt x="278878" y="6011522"/>
                  </a:lnTo>
                  <a:lnTo>
                    <a:pt x="278972" y="6011522"/>
                  </a:lnTo>
                  <a:lnTo>
                    <a:pt x="279067" y="6011522"/>
                  </a:lnTo>
                  <a:lnTo>
                    <a:pt x="279161" y="6011522"/>
                  </a:lnTo>
                  <a:lnTo>
                    <a:pt x="279255" y="6011522"/>
                  </a:lnTo>
                  <a:lnTo>
                    <a:pt x="279349" y="6011522"/>
                  </a:lnTo>
                  <a:lnTo>
                    <a:pt x="279443" y="6011522"/>
                  </a:lnTo>
                  <a:lnTo>
                    <a:pt x="279537" y="6011522"/>
                  </a:lnTo>
                  <a:lnTo>
                    <a:pt x="279632" y="6011522"/>
                  </a:lnTo>
                  <a:lnTo>
                    <a:pt x="279726" y="6011522"/>
                  </a:lnTo>
                  <a:lnTo>
                    <a:pt x="279820" y="6011522"/>
                  </a:lnTo>
                  <a:lnTo>
                    <a:pt x="279914" y="6011522"/>
                  </a:lnTo>
                  <a:lnTo>
                    <a:pt x="280008" y="6011522"/>
                  </a:lnTo>
                  <a:lnTo>
                    <a:pt x="280102" y="6011522"/>
                  </a:lnTo>
                  <a:lnTo>
                    <a:pt x="280196" y="6011522"/>
                  </a:lnTo>
                  <a:lnTo>
                    <a:pt x="280291" y="6011522"/>
                  </a:lnTo>
                  <a:lnTo>
                    <a:pt x="280385" y="6011522"/>
                  </a:lnTo>
                  <a:lnTo>
                    <a:pt x="280479" y="6011522"/>
                  </a:lnTo>
                  <a:lnTo>
                    <a:pt x="280573" y="6011522"/>
                  </a:lnTo>
                  <a:lnTo>
                    <a:pt x="280667" y="6011522"/>
                  </a:lnTo>
                  <a:lnTo>
                    <a:pt x="280761" y="6011522"/>
                  </a:lnTo>
                  <a:lnTo>
                    <a:pt x="280855" y="6011522"/>
                  </a:lnTo>
                  <a:lnTo>
                    <a:pt x="280950" y="6011522"/>
                  </a:lnTo>
                  <a:lnTo>
                    <a:pt x="281044" y="6011522"/>
                  </a:lnTo>
                  <a:lnTo>
                    <a:pt x="281138" y="6011522"/>
                  </a:lnTo>
                  <a:lnTo>
                    <a:pt x="281232" y="6011522"/>
                  </a:lnTo>
                  <a:lnTo>
                    <a:pt x="281326" y="6011522"/>
                  </a:lnTo>
                  <a:lnTo>
                    <a:pt x="281420" y="6011522"/>
                  </a:lnTo>
                  <a:lnTo>
                    <a:pt x="281515" y="6011522"/>
                  </a:lnTo>
                  <a:lnTo>
                    <a:pt x="281609" y="6011522"/>
                  </a:lnTo>
                  <a:lnTo>
                    <a:pt x="281703" y="6011522"/>
                  </a:lnTo>
                  <a:lnTo>
                    <a:pt x="281797" y="6011522"/>
                  </a:lnTo>
                  <a:lnTo>
                    <a:pt x="281891" y="6011522"/>
                  </a:lnTo>
                  <a:lnTo>
                    <a:pt x="281985" y="6011522"/>
                  </a:lnTo>
                  <a:lnTo>
                    <a:pt x="282079" y="6011522"/>
                  </a:lnTo>
                  <a:lnTo>
                    <a:pt x="282079" y="6006611"/>
                  </a:lnTo>
                  <a:lnTo>
                    <a:pt x="282174" y="6006611"/>
                  </a:lnTo>
                  <a:lnTo>
                    <a:pt x="282268" y="6006611"/>
                  </a:lnTo>
                  <a:lnTo>
                    <a:pt x="282362" y="6006611"/>
                  </a:lnTo>
                  <a:lnTo>
                    <a:pt x="282456" y="6006611"/>
                  </a:lnTo>
                  <a:lnTo>
                    <a:pt x="282550" y="6006611"/>
                  </a:lnTo>
                  <a:lnTo>
                    <a:pt x="282644" y="6006611"/>
                  </a:lnTo>
                  <a:lnTo>
                    <a:pt x="282739" y="6006611"/>
                  </a:lnTo>
                  <a:lnTo>
                    <a:pt x="282833" y="6006611"/>
                  </a:lnTo>
                  <a:lnTo>
                    <a:pt x="282927" y="6006611"/>
                  </a:lnTo>
                  <a:lnTo>
                    <a:pt x="283021" y="6006611"/>
                  </a:lnTo>
                  <a:lnTo>
                    <a:pt x="283115" y="6006611"/>
                  </a:lnTo>
                  <a:lnTo>
                    <a:pt x="283209" y="6006611"/>
                  </a:lnTo>
                  <a:lnTo>
                    <a:pt x="283303" y="6006611"/>
                  </a:lnTo>
                  <a:lnTo>
                    <a:pt x="283398" y="6006611"/>
                  </a:lnTo>
                  <a:lnTo>
                    <a:pt x="283492" y="6006611"/>
                  </a:lnTo>
                  <a:lnTo>
                    <a:pt x="283586" y="6006611"/>
                  </a:lnTo>
                  <a:lnTo>
                    <a:pt x="283680" y="6006611"/>
                  </a:lnTo>
                  <a:lnTo>
                    <a:pt x="283774" y="6006611"/>
                  </a:lnTo>
                  <a:lnTo>
                    <a:pt x="283868" y="6006611"/>
                  </a:lnTo>
                  <a:lnTo>
                    <a:pt x="283963" y="6006611"/>
                  </a:lnTo>
                  <a:lnTo>
                    <a:pt x="284057" y="6006611"/>
                  </a:lnTo>
                  <a:lnTo>
                    <a:pt x="284151" y="6006611"/>
                  </a:lnTo>
                  <a:lnTo>
                    <a:pt x="284245" y="6006611"/>
                  </a:lnTo>
                  <a:lnTo>
                    <a:pt x="284339" y="6006611"/>
                  </a:lnTo>
                  <a:lnTo>
                    <a:pt x="284433" y="6006611"/>
                  </a:lnTo>
                  <a:lnTo>
                    <a:pt x="284527" y="6006611"/>
                  </a:lnTo>
                  <a:lnTo>
                    <a:pt x="284622" y="6006611"/>
                  </a:lnTo>
                  <a:lnTo>
                    <a:pt x="284716" y="6006611"/>
                  </a:lnTo>
                  <a:lnTo>
                    <a:pt x="284810" y="6006611"/>
                  </a:lnTo>
                  <a:lnTo>
                    <a:pt x="284904" y="6006611"/>
                  </a:lnTo>
                  <a:lnTo>
                    <a:pt x="284998" y="6006611"/>
                  </a:lnTo>
                  <a:lnTo>
                    <a:pt x="285092" y="6006611"/>
                  </a:lnTo>
                  <a:lnTo>
                    <a:pt x="285186" y="6006611"/>
                  </a:lnTo>
                  <a:lnTo>
                    <a:pt x="285281" y="6006611"/>
                  </a:lnTo>
                  <a:lnTo>
                    <a:pt x="285375" y="6006611"/>
                  </a:lnTo>
                  <a:lnTo>
                    <a:pt x="285469" y="6006611"/>
                  </a:lnTo>
                  <a:lnTo>
                    <a:pt x="285563" y="6006611"/>
                  </a:lnTo>
                  <a:lnTo>
                    <a:pt x="285657" y="6006611"/>
                  </a:lnTo>
                  <a:lnTo>
                    <a:pt x="285751" y="6006611"/>
                  </a:lnTo>
                  <a:lnTo>
                    <a:pt x="285846" y="6006611"/>
                  </a:lnTo>
                  <a:lnTo>
                    <a:pt x="285940" y="6006611"/>
                  </a:lnTo>
                  <a:lnTo>
                    <a:pt x="286034" y="6006611"/>
                  </a:lnTo>
                  <a:lnTo>
                    <a:pt x="286128" y="6006611"/>
                  </a:lnTo>
                  <a:lnTo>
                    <a:pt x="286222" y="6006611"/>
                  </a:lnTo>
                  <a:lnTo>
                    <a:pt x="286316" y="6006611"/>
                  </a:lnTo>
                  <a:lnTo>
                    <a:pt x="286410" y="6006611"/>
                  </a:lnTo>
                  <a:lnTo>
                    <a:pt x="286505" y="6006611"/>
                  </a:lnTo>
                  <a:lnTo>
                    <a:pt x="286599" y="6006611"/>
                  </a:lnTo>
                  <a:lnTo>
                    <a:pt x="286693" y="6006611"/>
                  </a:lnTo>
                  <a:lnTo>
                    <a:pt x="286787" y="6006611"/>
                  </a:lnTo>
                  <a:lnTo>
                    <a:pt x="286881" y="6006611"/>
                  </a:lnTo>
                  <a:lnTo>
                    <a:pt x="286975" y="6006611"/>
                  </a:lnTo>
                  <a:lnTo>
                    <a:pt x="287070" y="6006611"/>
                  </a:lnTo>
                  <a:lnTo>
                    <a:pt x="287164" y="6006611"/>
                  </a:lnTo>
                  <a:lnTo>
                    <a:pt x="287258" y="6006611"/>
                  </a:lnTo>
                  <a:lnTo>
                    <a:pt x="287352" y="6006611"/>
                  </a:lnTo>
                  <a:lnTo>
                    <a:pt x="287446" y="6006611"/>
                  </a:lnTo>
                  <a:lnTo>
                    <a:pt x="287540" y="6006611"/>
                  </a:lnTo>
                  <a:lnTo>
                    <a:pt x="287634" y="6006611"/>
                  </a:lnTo>
                  <a:lnTo>
                    <a:pt x="287729" y="6006611"/>
                  </a:lnTo>
                  <a:lnTo>
                    <a:pt x="287823" y="6006611"/>
                  </a:lnTo>
                  <a:lnTo>
                    <a:pt x="287917" y="6006611"/>
                  </a:lnTo>
                  <a:lnTo>
                    <a:pt x="288011" y="6006611"/>
                  </a:lnTo>
                  <a:lnTo>
                    <a:pt x="288105" y="6006611"/>
                  </a:lnTo>
                  <a:lnTo>
                    <a:pt x="288199" y="6006611"/>
                  </a:lnTo>
                  <a:lnTo>
                    <a:pt x="288294" y="6006611"/>
                  </a:lnTo>
                  <a:lnTo>
                    <a:pt x="288388" y="6006611"/>
                  </a:lnTo>
                  <a:lnTo>
                    <a:pt x="288482" y="6006611"/>
                  </a:lnTo>
                  <a:lnTo>
                    <a:pt x="288576" y="6006611"/>
                  </a:lnTo>
                  <a:lnTo>
                    <a:pt x="288670" y="6006611"/>
                  </a:lnTo>
                  <a:lnTo>
                    <a:pt x="288764" y="6006611"/>
                  </a:lnTo>
                  <a:lnTo>
                    <a:pt x="288858" y="6006611"/>
                  </a:lnTo>
                  <a:lnTo>
                    <a:pt x="288953" y="6006611"/>
                  </a:lnTo>
                  <a:lnTo>
                    <a:pt x="289047" y="6006611"/>
                  </a:lnTo>
                  <a:lnTo>
                    <a:pt x="289141" y="6006611"/>
                  </a:lnTo>
                  <a:lnTo>
                    <a:pt x="289235" y="6006611"/>
                  </a:lnTo>
                  <a:lnTo>
                    <a:pt x="289329" y="6006611"/>
                  </a:lnTo>
                  <a:lnTo>
                    <a:pt x="289423" y="6006611"/>
                  </a:lnTo>
                  <a:lnTo>
                    <a:pt x="289517" y="6006611"/>
                  </a:lnTo>
                  <a:lnTo>
                    <a:pt x="289612" y="6006611"/>
                  </a:lnTo>
                  <a:lnTo>
                    <a:pt x="289706" y="6006611"/>
                  </a:lnTo>
                  <a:lnTo>
                    <a:pt x="289800" y="6006611"/>
                  </a:lnTo>
                  <a:lnTo>
                    <a:pt x="289894" y="6006611"/>
                  </a:lnTo>
                  <a:lnTo>
                    <a:pt x="289988" y="6006611"/>
                  </a:lnTo>
                  <a:lnTo>
                    <a:pt x="290082" y="6006611"/>
                  </a:lnTo>
                  <a:lnTo>
                    <a:pt x="290177" y="6006611"/>
                  </a:lnTo>
                  <a:lnTo>
                    <a:pt x="290271" y="6006611"/>
                  </a:lnTo>
                  <a:lnTo>
                    <a:pt x="290365" y="6006611"/>
                  </a:lnTo>
                  <a:lnTo>
                    <a:pt x="290459" y="6006611"/>
                  </a:lnTo>
                  <a:lnTo>
                    <a:pt x="290553" y="6006611"/>
                  </a:lnTo>
                  <a:lnTo>
                    <a:pt x="290647" y="6006611"/>
                  </a:lnTo>
                  <a:lnTo>
                    <a:pt x="290741" y="6006611"/>
                  </a:lnTo>
                  <a:lnTo>
                    <a:pt x="290836" y="6006611"/>
                  </a:lnTo>
                  <a:lnTo>
                    <a:pt x="290930" y="6006611"/>
                  </a:lnTo>
                  <a:lnTo>
                    <a:pt x="291024" y="6006611"/>
                  </a:lnTo>
                  <a:lnTo>
                    <a:pt x="291118" y="6006611"/>
                  </a:lnTo>
                  <a:lnTo>
                    <a:pt x="291212" y="6006611"/>
                  </a:lnTo>
                  <a:lnTo>
                    <a:pt x="291306" y="6006611"/>
                  </a:lnTo>
                  <a:lnTo>
                    <a:pt x="291401" y="6006611"/>
                  </a:lnTo>
                  <a:lnTo>
                    <a:pt x="291495" y="6006611"/>
                  </a:lnTo>
                  <a:lnTo>
                    <a:pt x="291589" y="6006611"/>
                  </a:lnTo>
                  <a:lnTo>
                    <a:pt x="291683" y="6006611"/>
                  </a:lnTo>
                  <a:lnTo>
                    <a:pt x="291777" y="6006611"/>
                  </a:lnTo>
                  <a:lnTo>
                    <a:pt x="291871" y="6006611"/>
                  </a:lnTo>
                  <a:lnTo>
                    <a:pt x="291965" y="6006611"/>
                  </a:lnTo>
                  <a:lnTo>
                    <a:pt x="292060" y="6006611"/>
                  </a:lnTo>
                  <a:lnTo>
                    <a:pt x="292154" y="6006611"/>
                  </a:lnTo>
                  <a:lnTo>
                    <a:pt x="292248" y="6006611"/>
                  </a:lnTo>
                  <a:lnTo>
                    <a:pt x="292342" y="6006611"/>
                  </a:lnTo>
                  <a:lnTo>
                    <a:pt x="292436" y="6006611"/>
                  </a:lnTo>
                  <a:lnTo>
                    <a:pt x="292530" y="6006611"/>
                  </a:lnTo>
                  <a:lnTo>
                    <a:pt x="292625" y="6006611"/>
                  </a:lnTo>
                  <a:lnTo>
                    <a:pt x="292719" y="6006611"/>
                  </a:lnTo>
                  <a:lnTo>
                    <a:pt x="292813" y="6006611"/>
                  </a:lnTo>
                  <a:lnTo>
                    <a:pt x="292907" y="6006611"/>
                  </a:lnTo>
                  <a:lnTo>
                    <a:pt x="293001" y="6006611"/>
                  </a:lnTo>
                  <a:lnTo>
                    <a:pt x="293095" y="6006611"/>
                  </a:lnTo>
                  <a:lnTo>
                    <a:pt x="293189" y="6006611"/>
                  </a:lnTo>
                  <a:lnTo>
                    <a:pt x="293284" y="6006611"/>
                  </a:lnTo>
                  <a:lnTo>
                    <a:pt x="293378" y="6006611"/>
                  </a:lnTo>
                  <a:lnTo>
                    <a:pt x="293472" y="6006611"/>
                  </a:lnTo>
                  <a:lnTo>
                    <a:pt x="293472" y="6001700"/>
                  </a:lnTo>
                  <a:lnTo>
                    <a:pt x="293566" y="6001700"/>
                  </a:lnTo>
                  <a:lnTo>
                    <a:pt x="293660" y="6001700"/>
                  </a:lnTo>
                  <a:lnTo>
                    <a:pt x="293754" y="6001700"/>
                  </a:lnTo>
                  <a:lnTo>
                    <a:pt x="293848" y="6001700"/>
                  </a:lnTo>
                  <a:lnTo>
                    <a:pt x="293943" y="6001700"/>
                  </a:lnTo>
                  <a:lnTo>
                    <a:pt x="294037" y="6001700"/>
                  </a:lnTo>
                  <a:lnTo>
                    <a:pt x="294131" y="6001700"/>
                  </a:lnTo>
                  <a:lnTo>
                    <a:pt x="294225" y="6001700"/>
                  </a:lnTo>
                  <a:lnTo>
                    <a:pt x="294319" y="6001700"/>
                  </a:lnTo>
                  <a:lnTo>
                    <a:pt x="294413" y="6001700"/>
                  </a:lnTo>
                  <a:lnTo>
                    <a:pt x="294508" y="6001700"/>
                  </a:lnTo>
                  <a:lnTo>
                    <a:pt x="294602" y="6001700"/>
                  </a:lnTo>
                  <a:lnTo>
                    <a:pt x="294696" y="6001700"/>
                  </a:lnTo>
                  <a:lnTo>
                    <a:pt x="294696" y="5996788"/>
                  </a:lnTo>
                  <a:lnTo>
                    <a:pt x="294790" y="5996788"/>
                  </a:lnTo>
                  <a:lnTo>
                    <a:pt x="294790" y="5991877"/>
                  </a:lnTo>
                  <a:lnTo>
                    <a:pt x="294884" y="5991877"/>
                  </a:lnTo>
                  <a:lnTo>
                    <a:pt x="294978" y="5991877"/>
                  </a:lnTo>
                  <a:lnTo>
                    <a:pt x="295072" y="5991877"/>
                  </a:lnTo>
                  <a:lnTo>
                    <a:pt x="295167" y="5991877"/>
                  </a:lnTo>
                  <a:lnTo>
                    <a:pt x="295261" y="5991877"/>
                  </a:lnTo>
                  <a:lnTo>
                    <a:pt x="295355" y="5991877"/>
                  </a:lnTo>
                  <a:lnTo>
                    <a:pt x="295449" y="5991877"/>
                  </a:lnTo>
                  <a:lnTo>
                    <a:pt x="295543" y="5991877"/>
                  </a:lnTo>
                  <a:lnTo>
                    <a:pt x="295637" y="5991877"/>
                  </a:lnTo>
                  <a:lnTo>
                    <a:pt x="295732" y="5991877"/>
                  </a:lnTo>
                  <a:lnTo>
                    <a:pt x="295826" y="5991877"/>
                  </a:lnTo>
                  <a:lnTo>
                    <a:pt x="295920" y="5991877"/>
                  </a:lnTo>
                  <a:lnTo>
                    <a:pt x="296014" y="5991877"/>
                  </a:lnTo>
                  <a:lnTo>
                    <a:pt x="296108" y="5991877"/>
                  </a:lnTo>
                  <a:lnTo>
                    <a:pt x="296202" y="5991877"/>
                  </a:lnTo>
                  <a:lnTo>
                    <a:pt x="296296" y="5991877"/>
                  </a:lnTo>
                  <a:lnTo>
                    <a:pt x="296391" y="5991877"/>
                  </a:lnTo>
                  <a:lnTo>
                    <a:pt x="296391" y="5986966"/>
                  </a:lnTo>
                  <a:lnTo>
                    <a:pt x="296485" y="5986966"/>
                  </a:lnTo>
                  <a:lnTo>
                    <a:pt x="296579" y="5986966"/>
                  </a:lnTo>
                  <a:lnTo>
                    <a:pt x="296673" y="5986966"/>
                  </a:lnTo>
                  <a:lnTo>
                    <a:pt x="296767" y="5986966"/>
                  </a:lnTo>
                  <a:lnTo>
                    <a:pt x="296767" y="5982054"/>
                  </a:lnTo>
                  <a:lnTo>
                    <a:pt x="296861" y="5982054"/>
                  </a:lnTo>
                  <a:lnTo>
                    <a:pt x="296956" y="5982054"/>
                  </a:lnTo>
                  <a:lnTo>
                    <a:pt x="297050" y="5982054"/>
                  </a:lnTo>
                  <a:lnTo>
                    <a:pt x="297144" y="5982054"/>
                  </a:lnTo>
                  <a:lnTo>
                    <a:pt x="297238" y="5982054"/>
                  </a:lnTo>
                  <a:lnTo>
                    <a:pt x="297332" y="5982054"/>
                  </a:lnTo>
                  <a:lnTo>
                    <a:pt x="297426" y="5982054"/>
                  </a:lnTo>
                  <a:lnTo>
                    <a:pt x="297520" y="5982054"/>
                  </a:lnTo>
                  <a:lnTo>
                    <a:pt x="297615" y="5982054"/>
                  </a:lnTo>
                  <a:lnTo>
                    <a:pt x="297709" y="5982054"/>
                  </a:lnTo>
                  <a:lnTo>
                    <a:pt x="297803" y="5982054"/>
                  </a:lnTo>
                  <a:lnTo>
                    <a:pt x="297897" y="5982054"/>
                  </a:lnTo>
                  <a:lnTo>
                    <a:pt x="297991" y="5982054"/>
                  </a:lnTo>
                  <a:lnTo>
                    <a:pt x="298085" y="5982054"/>
                  </a:lnTo>
                  <a:lnTo>
                    <a:pt x="298179" y="5982054"/>
                  </a:lnTo>
                  <a:lnTo>
                    <a:pt x="298274" y="5982054"/>
                  </a:lnTo>
                  <a:lnTo>
                    <a:pt x="298368" y="5982054"/>
                  </a:lnTo>
                  <a:lnTo>
                    <a:pt x="298462" y="5982054"/>
                  </a:lnTo>
                  <a:lnTo>
                    <a:pt x="298556" y="5982054"/>
                  </a:lnTo>
                  <a:lnTo>
                    <a:pt x="298650" y="5982054"/>
                  </a:lnTo>
                  <a:lnTo>
                    <a:pt x="298744" y="5982054"/>
                  </a:lnTo>
                  <a:lnTo>
                    <a:pt x="298839" y="5982054"/>
                  </a:lnTo>
                  <a:lnTo>
                    <a:pt x="298933" y="5982054"/>
                  </a:lnTo>
                  <a:lnTo>
                    <a:pt x="299027" y="5982054"/>
                  </a:lnTo>
                  <a:lnTo>
                    <a:pt x="299121" y="5982054"/>
                  </a:lnTo>
                  <a:lnTo>
                    <a:pt x="299215" y="5982054"/>
                  </a:lnTo>
                  <a:lnTo>
                    <a:pt x="299309" y="5982054"/>
                  </a:lnTo>
                  <a:lnTo>
                    <a:pt x="299403" y="5982054"/>
                  </a:lnTo>
                  <a:lnTo>
                    <a:pt x="299498" y="5982054"/>
                  </a:lnTo>
                  <a:lnTo>
                    <a:pt x="299592" y="5982054"/>
                  </a:lnTo>
                  <a:lnTo>
                    <a:pt x="299686" y="5982054"/>
                  </a:lnTo>
                  <a:lnTo>
                    <a:pt x="299780" y="5982054"/>
                  </a:lnTo>
                  <a:lnTo>
                    <a:pt x="299874" y="5982054"/>
                  </a:lnTo>
                  <a:lnTo>
                    <a:pt x="299874" y="5977143"/>
                  </a:lnTo>
                  <a:lnTo>
                    <a:pt x="299968" y="5977143"/>
                  </a:lnTo>
                  <a:lnTo>
                    <a:pt x="300063" y="5977143"/>
                  </a:lnTo>
                  <a:lnTo>
                    <a:pt x="300157" y="5977143"/>
                  </a:lnTo>
                  <a:lnTo>
                    <a:pt x="300251" y="5977143"/>
                  </a:lnTo>
                  <a:lnTo>
                    <a:pt x="300345" y="5977143"/>
                  </a:lnTo>
                  <a:lnTo>
                    <a:pt x="300439" y="5977143"/>
                  </a:lnTo>
                  <a:lnTo>
                    <a:pt x="300533" y="5977143"/>
                  </a:lnTo>
                  <a:lnTo>
                    <a:pt x="300627" y="5977143"/>
                  </a:lnTo>
                  <a:lnTo>
                    <a:pt x="300722" y="5977143"/>
                  </a:lnTo>
                  <a:lnTo>
                    <a:pt x="300816" y="5977143"/>
                  </a:lnTo>
                  <a:lnTo>
                    <a:pt x="300910" y="5977143"/>
                  </a:lnTo>
                  <a:lnTo>
                    <a:pt x="301004" y="5977143"/>
                  </a:lnTo>
                  <a:lnTo>
                    <a:pt x="301098" y="5977143"/>
                  </a:lnTo>
                  <a:lnTo>
                    <a:pt x="301192" y="5977143"/>
                  </a:lnTo>
                  <a:lnTo>
                    <a:pt x="301287" y="5977143"/>
                  </a:lnTo>
                  <a:lnTo>
                    <a:pt x="301381" y="5977143"/>
                  </a:lnTo>
                  <a:lnTo>
                    <a:pt x="301475" y="5977143"/>
                  </a:lnTo>
                  <a:lnTo>
                    <a:pt x="301569" y="5977143"/>
                  </a:lnTo>
                  <a:lnTo>
                    <a:pt x="301663" y="5977143"/>
                  </a:lnTo>
                  <a:lnTo>
                    <a:pt x="301757" y="5977143"/>
                  </a:lnTo>
                  <a:lnTo>
                    <a:pt x="301851" y="5977143"/>
                  </a:lnTo>
                  <a:lnTo>
                    <a:pt x="301946" y="5977143"/>
                  </a:lnTo>
                  <a:lnTo>
                    <a:pt x="302040" y="5977143"/>
                  </a:lnTo>
                  <a:lnTo>
                    <a:pt x="302134" y="5977143"/>
                  </a:lnTo>
                  <a:lnTo>
                    <a:pt x="302134" y="5972231"/>
                  </a:lnTo>
                  <a:lnTo>
                    <a:pt x="302228" y="5972231"/>
                  </a:lnTo>
                  <a:lnTo>
                    <a:pt x="302322" y="5972231"/>
                  </a:lnTo>
                  <a:lnTo>
                    <a:pt x="302416" y="5972231"/>
                  </a:lnTo>
                  <a:lnTo>
                    <a:pt x="302510" y="5972231"/>
                  </a:lnTo>
                  <a:lnTo>
                    <a:pt x="302605" y="5972231"/>
                  </a:lnTo>
                  <a:lnTo>
                    <a:pt x="302699" y="5972231"/>
                  </a:lnTo>
                  <a:lnTo>
                    <a:pt x="302793" y="5972231"/>
                  </a:lnTo>
                  <a:lnTo>
                    <a:pt x="302887" y="5972231"/>
                  </a:lnTo>
                  <a:lnTo>
                    <a:pt x="302981" y="5972231"/>
                  </a:lnTo>
                  <a:lnTo>
                    <a:pt x="303075" y="5972231"/>
                  </a:lnTo>
                  <a:lnTo>
                    <a:pt x="303170" y="5972231"/>
                  </a:lnTo>
                  <a:lnTo>
                    <a:pt x="303264" y="5972231"/>
                  </a:lnTo>
                  <a:lnTo>
                    <a:pt x="303358" y="5972231"/>
                  </a:lnTo>
                  <a:lnTo>
                    <a:pt x="303452" y="5972231"/>
                  </a:lnTo>
                  <a:lnTo>
                    <a:pt x="303546" y="5972231"/>
                  </a:lnTo>
                  <a:lnTo>
                    <a:pt x="303640" y="5972231"/>
                  </a:lnTo>
                  <a:lnTo>
                    <a:pt x="303734" y="5972231"/>
                  </a:lnTo>
                  <a:lnTo>
                    <a:pt x="303829" y="5972231"/>
                  </a:lnTo>
                  <a:lnTo>
                    <a:pt x="303923" y="5972231"/>
                  </a:lnTo>
                  <a:lnTo>
                    <a:pt x="304017" y="5972231"/>
                  </a:lnTo>
                  <a:lnTo>
                    <a:pt x="304111" y="5972231"/>
                  </a:lnTo>
                  <a:lnTo>
                    <a:pt x="304205" y="5972231"/>
                  </a:lnTo>
                  <a:lnTo>
                    <a:pt x="304299" y="5972231"/>
                  </a:lnTo>
                  <a:lnTo>
                    <a:pt x="304394" y="5972231"/>
                  </a:lnTo>
                  <a:lnTo>
                    <a:pt x="304488" y="5972231"/>
                  </a:lnTo>
                  <a:lnTo>
                    <a:pt x="304582" y="5972231"/>
                  </a:lnTo>
                  <a:lnTo>
                    <a:pt x="304676" y="5972231"/>
                  </a:lnTo>
                  <a:lnTo>
                    <a:pt x="304770" y="5972231"/>
                  </a:lnTo>
                  <a:lnTo>
                    <a:pt x="304864" y="5972231"/>
                  </a:lnTo>
                  <a:lnTo>
                    <a:pt x="304958" y="5972231"/>
                  </a:lnTo>
                  <a:lnTo>
                    <a:pt x="305053" y="5972231"/>
                  </a:lnTo>
                  <a:lnTo>
                    <a:pt x="305147" y="5972231"/>
                  </a:lnTo>
                  <a:lnTo>
                    <a:pt x="305241" y="5972231"/>
                  </a:lnTo>
                  <a:lnTo>
                    <a:pt x="305335" y="5972231"/>
                  </a:lnTo>
                  <a:lnTo>
                    <a:pt x="305429" y="5972231"/>
                  </a:lnTo>
                  <a:lnTo>
                    <a:pt x="305523" y="5972231"/>
                  </a:lnTo>
                  <a:lnTo>
                    <a:pt x="305618" y="5972231"/>
                  </a:lnTo>
                  <a:lnTo>
                    <a:pt x="305712" y="5972231"/>
                  </a:lnTo>
                  <a:lnTo>
                    <a:pt x="305806" y="5972231"/>
                  </a:lnTo>
                  <a:lnTo>
                    <a:pt x="305900" y="5972231"/>
                  </a:lnTo>
                  <a:lnTo>
                    <a:pt x="305994" y="5972231"/>
                  </a:lnTo>
                  <a:lnTo>
                    <a:pt x="306088" y="5972231"/>
                  </a:lnTo>
                  <a:lnTo>
                    <a:pt x="306182" y="5972231"/>
                  </a:lnTo>
                  <a:lnTo>
                    <a:pt x="306277" y="5972231"/>
                  </a:lnTo>
                  <a:lnTo>
                    <a:pt x="306371" y="5972231"/>
                  </a:lnTo>
                  <a:lnTo>
                    <a:pt x="306465" y="5972231"/>
                  </a:lnTo>
                  <a:lnTo>
                    <a:pt x="306559" y="5972231"/>
                  </a:lnTo>
                  <a:lnTo>
                    <a:pt x="306653" y="5972231"/>
                  </a:lnTo>
                  <a:lnTo>
                    <a:pt x="306747" y="5972231"/>
                  </a:lnTo>
                  <a:lnTo>
                    <a:pt x="306841" y="5972231"/>
                  </a:lnTo>
                  <a:lnTo>
                    <a:pt x="306936" y="5972231"/>
                  </a:lnTo>
                  <a:lnTo>
                    <a:pt x="307030" y="5972231"/>
                  </a:lnTo>
                  <a:lnTo>
                    <a:pt x="307124" y="5972231"/>
                  </a:lnTo>
                  <a:lnTo>
                    <a:pt x="307218" y="5972231"/>
                  </a:lnTo>
                  <a:lnTo>
                    <a:pt x="307312" y="5972231"/>
                  </a:lnTo>
                  <a:lnTo>
                    <a:pt x="307406" y="5972231"/>
                  </a:lnTo>
                  <a:lnTo>
                    <a:pt x="307501" y="5972231"/>
                  </a:lnTo>
                  <a:lnTo>
                    <a:pt x="307595" y="5972231"/>
                  </a:lnTo>
                  <a:lnTo>
                    <a:pt x="307689" y="5972231"/>
                  </a:lnTo>
                  <a:lnTo>
                    <a:pt x="307783" y="5972231"/>
                  </a:lnTo>
                  <a:lnTo>
                    <a:pt x="307877" y="5972231"/>
                  </a:lnTo>
                  <a:lnTo>
                    <a:pt x="307971" y="5972231"/>
                  </a:lnTo>
                  <a:lnTo>
                    <a:pt x="308065" y="5972231"/>
                  </a:lnTo>
                  <a:lnTo>
                    <a:pt x="308160" y="5972231"/>
                  </a:lnTo>
                  <a:lnTo>
                    <a:pt x="308254" y="5972231"/>
                  </a:lnTo>
                  <a:lnTo>
                    <a:pt x="308348" y="5972231"/>
                  </a:lnTo>
                  <a:lnTo>
                    <a:pt x="308442" y="5972231"/>
                  </a:lnTo>
                  <a:lnTo>
                    <a:pt x="308536" y="5972231"/>
                  </a:lnTo>
                  <a:lnTo>
                    <a:pt x="308630" y="5972231"/>
                  </a:lnTo>
                  <a:lnTo>
                    <a:pt x="308725" y="5972231"/>
                  </a:lnTo>
                  <a:lnTo>
                    <a:pt x="308819" y="5972231"/>
                  </a:lnTo>
                  <a:lnTo>
                    <a:pt x="308913" y="5972231"/>
                  </a:lnTo>
                  <a:lnTo>
                    <a:pt x="309007" y="5972231"/>
                  </a:lnTo>
                  <a:lnTo>
                    <a:pt x="309101" y="5972231"/>
                  </a:lnTo>
                  <a:lnTo>
                    <a:pt x="309195" y="5972231"/>
                  </a:lnTo>
                  <a:lnTo>
                    <a:pt x="309289" y="5972231"/>
                  </a:lnTo>
                  <a:lnTo>
                    <a:pt x="309384" y="5972231"/>
                  </a:lnTo>
                  <a:lnTo>
                    <a:pt x="309478" y="5972231"/>
                  </a:lnTo>
                  <a:lnTo>
                    <a:pt x="309572" y="5972231"/>
                  </a:lnTo>
                  <a:lnTo>
                    <a:pt x="309666" y="5972231"/>
                  </a:lnTo>
                  <a:lnTo>
                    <a:pt x="309760" y="5972231"/>
                  </a:lnTo>
                  <a:lnTo>
                    <a:pt x="309854" y="5972231"/>
                  </a:lnTo>
                  <a:lnTo>
                    <a:pt x="309949" y="5972231"/>
                  </a:lnTo>
                  <a:lnTo>
                    <a:pt x="310043" y="5972231"/>
                  </a:lnTo>
                  <a:lnTo>
                    <a:pt x="310137" y="5972231"/>
                  </a:lnTo>
                  <a:lnTo>
                    <a:pt x="310231" y="5972231"/>
                  </a:lnTo>
                  <a:lnTo>
                    <a:pt x="310325" y="5972231"/>
                  </a:lnTo>
                  <a:lnTo>
                    <a:pt x="310419" y="5972231"/>
                  </a:lnTo>
                  <a:lnTo>
                    <a:pt x="310513" y="5972231"/>
                  </a:lnTo>
                  <a:lnTo>
                    <a:pt x="310608" y="5972231"/>
                  </a:lnTo>
                  <a:lnTo>
                    <a:pt x="310702" y="5972231"/>
                  </a:lnTo>
                  <a:lnTo>
                    <a:pt x="310796" y="5972231"/>
                  </a:lnTo>
                  <a:lnTo>
                    <a:pt x="310890" y="5972231"/>
                  </a:lnTo>
                  <a:lnTo>
                    <a:pt x="310984" y="5972231"/>
                  </a:lnTo>
                  <a:lnTo>
                    <a:pt x="311078" y="5972231"/>
                  </a:lnTo>
                  <a:lnTo>
                    <a:pt x="311172" y="5972231"/>
                  </a:lnTo>
                  <a:lnTo>
                    <a:pt x="311267" y="5972231"/>
                  </a:lnTo>
                  <a:lnTo>
                    <a:pt x="311361" y="5972231"/>
                  </a:lnTo>
                  <a:lnTo>
                    <a:pt x="311455" y="5972231"/>
                  </a:lnTo>
                  <a:lnTo>
                    <a:pt x="311549" y="5972231"/>
                  </a:lnTo>
                  <a:lnTo>
                    <a:pt x="311549" y="5967320"/>
                  </a:lnTo>
                  <a:lnTo>
                    <a:pt x="311643" y="5967320"/>
                  </a:lnTo>
                  <a:lnTo>
                    <a:pt x="311737" y="5967320"/>
                  </a:lnTo>
                  <a:lnTo>
                    <a:pt x="311832" y="5967320"/>
                  </a:lnTo>
                  <a:lnTo>
                    <a:pt x="311926" y="5967320"/>
                  </a:lnTo>
                  <a:lnTo>
                    <a:pt x="312020" y="5967320"/>
                  </a:lnTo>
                  <a:lnTo>
                    <a:pt x="312114" y="5967320"/>
                  </a:lnTo>
                  <a:lnTo>
                    <a:pt x="312208" y="5967320"/>
                  </a:lnTo>
                  <a:lnTo>
                    <a:pt x="312302" y="5967320"/>
                  </a:lnTo>
                  <a:lnTo>
                    <a:pt x="312396" y="5967320"/>
                  </a:lnTo>
                  <a:lnTo>
                    <a:pt x="312491" y="5967320"/>
                  </a:lnTo>
                  <a:lnTo>
                    <a:pt x="312585" y="5967320"/>
                  </a:lnTo>
                  <a:lnTo>
                    <a:pt x="312679" y="5967320"/>
                  </a:lnTo>
                  <a:lnTo>
                    <a:pt x="312679" y="5962409"/>
                  </a:lnTo>
                  <a:lnTo>
                    <a:pt x="312773" y="5962409"/>
                  </a:lnTo>
                  <a:lnTo>
                    <a:pt x="312773" y="5957497"/>
                  </a:lnTo>
                  <a:lnTo>
                    <a:pt x="312867" y="5957497"/>
                  </a:lnTo>
                  <a:lnTo>
                    <a:pt x="312961" y="5957497"/>
                  </a:lnTo>
                  <a:lnTo>
                    <a:pt x="313056" y="5957497"/>
                  </a:lnTo>
                  <a:lnTo>
                    <a:pt x="313150" y="5957497"/>
                  </a:lnTo>
                  <a:lnTo>
                    <a:pt x="313244" y="5957497"/>
                  </a:lnTo>
                  <a:lnTo>
                    <a:pt x="313338" y="5957497"/>
                  </a:lnTo>
                  <a:lnTo>
                    <a:pt x="313432" y="5957497"/>
                  </a:lnTo>
                  <a:lnTo>
                    <a:pt x="313526" y="5957497"/>
                  </a:lnTo>
                  <a:lnTo>
                    <a:pt x="313620" y="5957497"/>
                  </a:lnTo>
                  <a:lnTo>
                    <a:pt x="313715" y="5957497"/>
                  </a:lnTo>
                  <a:lnTo>
                    <a:pt x="313809" y="5957497"/>
                  </a:lnTo>
                  <a:lnTo>
                    <a:pt x="313903" y="5957497"/>
                  </a:lnTo>
                  <a:lnTo>
                    <a:pt x="313903" y="5952586"/>
                  </a:lnTo>
                  <a:lnTo>
                    <a:pt x="313997" y="5952586"/>
                  </a:lnTo>
                  <a:lnTo>
                    <a:pt x="314091" y="5952586"/>
                  </a:lnTo>
                  <a:lnTo>
                    <a:pt x="314185" y="5952586"/>
                  </a:lnTo>
                  <a:lnTo>
                    <a:pt x="314280" y="5952586"/>
                  </a:lnTo>
                  <a:lnTo>
                    <a:pt x="314280" y="5947675"/>
                  </a:lnTo>
                  <a:lnTo>
                    <a:pt x="314374" y="5947675"/>
                  </a:lnTo>
                  <a:lnTo>
                    <a:pt x="314468" y="5947675"/>
                  </a:lnTo>
                  <a:lnTo>
                    <a:pt x="314562" y="5947675"/>
                  </a:lnTo>
                  <a:lnTo>
                    <a:pt x="314656" y="5947675"/>
                  </a:lnTo>
                  <a:lnTo>
                    <a:pt x="314750" y="5947675"/>
                  </a:lnTo>
                  <a:lnTo>
                    <a:pt x="314844" y="5947675"/>
                  </a:lnTo>
                  <a:lnTo>
                    <a:pt x="314939" y="5947675"/>
                  </a:lnTo>
                  <a:lnTo>
                    <a:pt x="315033" y="5947675"/>
                  </a:lnTo>
                  <a:lnTo>
                    <a:pt x="315127" y="5947675"/>
                  </a:lnTo>
                  <a:lnTo>
                    <a:pt x="315127" y="5942763"/>
                  </a:lnTo>
                  <a:lnTo>
                    <a:pt x="315221" y="5942763"/>
                  </a:lnTo>
                  <a:lnTo>
                    <a:pt x="315315" y="5942763"/>
                  </a:lnTo>
                  <a:lnTo>
                    <a:pt x="315409" y="5942763"/>
                  </a:lnTo>
                  <a:lnTo>
                    <a:pt x="315503" y="5942763"/>
                  </a:lnTo>
                  <a:lnTo>
                    <a:pt x="315598" y="5942763"/>
                  </a:lnTo>
                  <a:lnTo>
                    <a:pt x="315692" y="5942763"/>
                  </a:lnTo>
                  <a:lnTo>
                    <a:pt x="315786" y="5942763"/>
                  </a:lnTo>
                  <a:lnTo>
                    <a:pt x="315880" y="5942763"/>
                  </a:lnTo>
                  <a:lnTo>
                    <a:pt x="315880" y="5937852"/>
                  </a:lnTo>
                  <a:lnTo>
                    <a:pt x="315974" y="5937852"/>
                  </a:lnTo>
                  <a:lnTo>
                    <a:pt x="316068" y="5937852"/>
                  </a:lnTo>
                  <a:lnTo>
                    <a:pt x="316163" y="5937852"/>
                  </a:lnTo>
                  <a:lnTo>
                    <a:pt x="316257" y="5937852"/>
                  </a:lnTo>
                  <a:lnTo>
                    <a:pt x="316351" y="5937852"/>
                  </a:lnTo>
                  <a:lnTo>
                    <a:pt x="316445" y="5937852"/>
                  </a:lnTo>
                  <a:lnTo>
                    <a:pt x="316539" y="5937852"/>
                  </a:lnTo>
                  <a:lnTo>
                    <a:pt x="316633" y="5937852"/>
                  </a:lnTo>
                  <a:lnTo>
                    <a:pt x="316727" y="5937852"/>
                  </a:lnTo>
                  <a:lnTo>
                    <a:pt x="316822" y="5937852"/>
                  </a:lnTo>
                  <a:lnTo>
                    <a:pt x="316916" y="5937852"/>
                  </a:lnTo>
                  <a:lnTo>
                    <a:pt x="317010" y="5937852"/>
                  </a:lnTo>
                  <a:lnTo>
                    <a:pt x="317104" y="5937852"/>
                  </a:lnTo>
                  <a:lnTo>
                    <a:pt x="317198" y="5937852"/>
                  </a:lnTo>
                  <a:lnTo>
                    <a:pt x="317292" y="5937852"/>
                  </a:lnTo>
                  <a:lnTo>
                    <a:pt x="317387" y="5937852"/>
                  </a:lnTo>
                  <a:lnTo>
                    <a:pt x="317481" y="5937852"/>
                  </a:lnTo>
                  <a:lnTo>
                    <a:pt x="317575" y="5937852"/>
                  </a:lnTo>
                  <a:lnTo>
                    <a:pt x="317669" y="5937852"/>
                  </a:lnTo>
                  <a:lnTo>
                    <a:pt x="317763" y="5937852"/>
                  </a:lnTo>
                  <a:lnTo>
                    <a:pt x="317857" y="5937852"/>
                  </a:lnTo>
                  <a:lnTo>
                    <a:pt x="317951" y="5937852"/>
                  </a:lnTo>
                  <a:lnTo>
                    <a:pt x="318046" y="5937852"/>
                  </a:lnTo>
                  <a:lnTo>
                    <a:pt x="318140" y="5937852"/>
                  </a:lnTo>
                  <a:lnTo>
                    <a:pt x="318234" y="5937852"/>
                  </a:lnTo>
                  <a:lnTo>
                    <a:pt x="318328" y="5937852"/>
                  </a:lnTo>
                  <a:lnTo>
                    <a:pt x="318422" y="5937852"/>
                  </a:lnTo>
                  <a:lnTo>
                    <a:pt x="318516" y="5937852"/>
                  </a:lnTo>
                  <a:lnTo>
                    <a:pt x="318611" y="5937852"/>
                  </a:lnTo>
                  <a:lnTo>
                    <a:pt x="318705" y="5937852"/>
                  </a:lnTo>
                  <a:lnTo>
                    <a:pt x="318799" y="5937852"/>
                  </a:lnTo>
                  <a:lnTo>
                    <a:pt x="318893" y="5937852"/>
                  </a:lnTo>
                  <a:lnTo>
                    <a:pt x="318987" y="5937852"/>
                  </a:lnTo>
                  <a:lnTo>
                    <a:pt x="319081" y="5937852"/>
                  </a:lnTo>
                  <a:lnTo>
                    <a:pt x="319175" y="5937852"/>
                  </a:lnTo>
                  <a:lnTo>
                    <a:pt x="319270" y="5937852"/>
                  </a:lnTo>
                  <a:lnTo>
                    <a:pt x="319364" y="5937852"/>
                  </a:lnTo>
                  <a:lnTo>
                    <a:pt x="319458" y="5937852"/>
                  </a:lnTo>
                  <a:lnTo>
                    <a:pt x="319552" y="5937852"/>
                  </a:lnTo>
                  <a:lnTo>
                    <a:pt x="319646" y="5937852"/>
                  </a:lnTo>
                  <a:lnTo>
                    <a:pt x="319740" y="5937852"/>
                  </a:lnTo>
                  <a:lnTo>
                    <a:pt x="319834" y="5937852"/>
                  </a:lnTo>
                  <a:lnTo>
                    <a:pt x="319929" y="5937852"/>
                  </a:lnTo>
                  <a:lnTo>
                    <a:pt x="320023" y="5937852"/>
                  </a:lnTo>
                  <a:lnTo>
                    <a:pt x="320117" y="5937852"/>
                  </a:lnTo>
                  <a:lnTo>
                    <a:pt x="320211" y="5937852"/>
                  </a:lnTo>
                  <a:lnTo>
                    <a:pt x="320305" y="5937852"/>
                  </a:lnTo>
                  <a:lnTo>
                    <a:pt x="320399" y="5937852"/>
                  </a:lnTo>
                  <a:lnTo>
                    <a:pt x="320494" y="5937852"/>
                  </a:lnTo>
                  <a:lnTo>
                    <a:pt x="320588" y="5937852"/>
                  </a:lnTo>
                  <a:lnTo>
                    <a:pt x="320682" y="5937852"/>
                  </a:lnTo>
                  <a:lnTo>
                    <a:pt x="320776" y="5937852"/>
                  </a:lnTo>
                  <a:lnTo>
                    <a:pt x="320870" y="5937852"/>
                  </a:lnTo>
                  <a:lnTo>
                    <a:pt x="320964" y="5937852"/>
                  </a:lnTo>
                  <a:lnTo>
                    <a:pt x="321058" y="5937852"/>
                  </a:lnTo>
                  <a:lnTo>
                    <a:pt x="321153" y="5937852"/>
                  </a:lnTo>
                  <a:lnTo>
                    <a:pt x="321247" y="5937852"/>
                  </a:lnTo>
                  <a:lnTo>
                    <a:pt x="321341" y="5937852"/>
                  </a:lnTo>
                  <a:lnTo>
                    <a:pt x="321435" y="5937852"/>
                  </a:lnTo>
                  <a:lnTo>
                    <a:pt x="321529" y="5937852"/>
                  </a:lnTo>
                  <a:lnTo>
                    <a:pt x="321623" y="5937852"/>
                  </a:lnTo>
                  <a:lnTo>
                    <a:pt x="321718" y="5937852"/>
                  </a:lnTo>
                  <a:lnTo>
                    <a:pt x="321812" y="5937852"/>
                  </a:lnTo>
                  <a:lnTo>
                    <a:pt x="321906" y="5937852"/>
                  </a:lnTo>
                  <a:lnTo>
                    <a:pt x="322000" y="5937852"/>
                  </a:lnTo>
                  <a:lnTo>
                    <a:pt x="322094" y="5937852"/>
                  </a:lnTo>
                  <a:lnTo>
                    <a:pt x="322188" y="5937852"/>
                  </a:lnTo>
                  <a:lnTo>
                    <a:pt x="322282" y="5937852"/>
                  </a:lnTo>
                  <a:lnTo>
                    <a:pt x="322377" y="5937852"/>
                  </a:lnTo>
                  <a:lnTo>
                    <a:pt x="322471" y="5937852"/>
                  </a:lnTo>
                  <a:lnTo>
                    <a:pt x="322565" y="5937852"/>
                  </a:lnTo>
                  <a:lnTo>
                    <a:pt x="322659" y="5937852"/>
                  </a:lnTo>
                  <a:lnTo>
                    <a:pt x="322753" y="5937852"/>
                  </a:lnTo>
                  <a:lnTo>
                    <a:pt x="322847" y="5937852"/>
                  </a:lnTo>
                  <a:lnTo>
                    <a:pt x="322942" y="5937852"/>
                  </a:lnTo>
                  <a:lnTo>
                    <a:pt x="323036" y="5937852"/>
                  </a:lnTo>
                  <a:lnTo>
                    <a:pt x="323130" y="5937852"/>
                  </a:lnTo>
                  <a:lnTo>
                    <a:pt x="323224" y="5937852"/>
                  </a:lnTo>
                  <a:lnTo>
                    <a:pt x="323318" y="5937852"/>
                  </a:lnTo>
                  <a:lnTo>
                    <a:pt x="323412" y="5937852"/>
                  </a:lnTo>
                  <a:lnTo>
                    <a:pt x="323506" y="5937852"/>
                  </a:lnTo>
                  <a:lnTo>
                    <a:pt x="323601" y="5937852"/>
                  </a:lnTo>
                  <a:lnTo>
                    <a:pt x="323695" y="5937852"/>
                  </a:lnTo>
                  <a:lnTo>
                    <a:pt x="323789" y="5937852"/>
                  </a:lnTo>
                  <a:lnTo>
                    <a:pt x="323883" y="5937852"/>
                  </a:lnTo>
                  <a:lnTo>
                    <a:pt x="323977" y="5937852"/>
                  </a:lnTo>
                  <a:lnTo>
                    <a:pt x="324071" y="5937852"/>
                  </a:lnTo>
                  <a:lnTo>
                    <a:pt x="324165" y="5937852"/>
                  </a:lnTo>
                  <a:lnTo>
                    <a:pt x="324260" y="5937852"/>
                  </a:lnTo>
                  <a:lnTo>
                    <a:pt x="324354" y="5937852"/>
                  </a:lnTo>
                  <a:lnTo>
                    <a:pt x="324448" y="5937852"/>
                  </a:lnTo>
                  <a:lnTo>
                    <a:pt x="324542" y="5937852"/>
                  </a:lnTo>
                  <a:lnTo>
                    <a:pt x="324636" y="5937852"/>
                  </a:lnTo>
                  <a:lnTo>
                    <a:pt x="324730" y="5937852"/>
                  </a:lnTo>
                  <a:lnTo>
                    <a:pt x="324825" y="5937852"/>
                  </a:lnTo>
                  <a:lnTo>
                    <a:pt x="324919" y="5937852"/>
                  </a:lnTo>
                  <a:lnTo>
                    <a:pt x="325013" y="5937852"/>
                  </a:lnTo>
                  <a:lnTo>
                    <a:pt x="325107" y="5937852"/>
                  </a:lnTo>
                  <a:lnTo>
                    <a:pt x="325201" y="5937852"/>
                  </a:lnTo>
                  <a:lnTo>
                    <a:pt x="325295" y="5937852"/>
                  </a:lnTo>
                  <a:lnTo>
                    <a:pt x="325389" y="5937852"/>
                  </a:lnTo>
                  <a:lnTo>
                    <a:pt x="325484" y="5937852"/>
                  </a:lnTo>
                  <a:lnTo>
                    <a:pt x="325578" y="5937852"/>
                  </a:lnTo>
                  <a:lnTo>
                    <a:pt x="325672" y="5937852"/>
                  </a:lnTo>
                  <a:lnTo>
                    <a:pt x="325766" y="5937852"/>
                  </a:lnTo>
                  <a:lnTo>
                    <a:pt x="325860" y="5937852"/>
                  </a:lnTo>
                  <a:lnTo>
                    <a:pt x="325954" y="5937852"/>
                  </a:lnTo>
                  <a:lnTo>
                    <a:pt x="326049" y="5937852"/>
                  </a:lnTo>
                  <a:lnTo>
                    <a:pt x="326143" y="5937852"/>
                  </a:lnTo>
                  <a:lnTo>
                    <a:pt x="326237" y="5937852"/>
                  </a:lnTo>
                  <a:lnTo>
                    <a:pt x="326331" y="5937852"/>
                  </a:lnTo>
                  <a:lnTo>
                    <a:pt x="326425" y="5937852"/>
                  </a:lnTo>
                  <a:lnTo>
                    <a:pt x="326519" y="5937852"/>
                  </a:lnTo>
                  <a:lnTo>
                    <a:pt x="326613" y="5937852"/>
                  </a:lnTo>
                  <a:lnTo>
                    <a:pt x="326708" y="5937852"/>
                  </a:lnTo>
                  <a:lnTo>
                    <a:pt x="326802" y="5937852"/>
                  </a:lnTo>
                  <a:lnTo>
                    <a:pt x="326896" y="5937852"/>
                  </a:lnTo>
                  <a:lnTo>
                    <a:pt x="326990" y="5937852"/>
                  </a:lnTo>
                  <a:lnTo>
                    <a:pt x="327084" y="5937852"/>
                  </a:lnTo>
                  <a:lnTo>
                    <a:pt x="327178" y="5937852"/>
                  </a:lnTo>
                  <a:lnTo>
                    <a:pt x="327273" y="5937852"/>
                  </a:lnTo>
                  <a:lnTo>
                    <a:pt x="327367" y="5937852"/>
                  </a:lnTo>
                  <a:lnTo>
                    <a:pt x="327461" y="5937852"/>
                  </a:lnTo>
                  <a:lnTo>
                    <a:pt x="327555" y="5937852"/>
                  </a:lnTo>
                  <a:lnTo>
                    <a:pt x="327649" y="5937852"/>
                  </a:lnTo>
                  <a:lnTo>
                    <a:pt x="327743" y="5937852"/>
                  </a:lnTo>
                  <a:lnTo>
                    <a:pt x="327837" y="5937852"/>
                  </a:lnTo>
                  <a:lnTo>
                    <a:pt x="327932" y="5937852"/>
                  </a:lnTo>
                  <a:lnTo>
                    <a:pt x="328026" y="5937852"/>
                  </a:lnTo>
                  <a:lnTo>
                    <a:pt x="328120" y="5937852"/>
                  </a:lnTo>
                  <a:lnTo>
                    <a:pt x="328214" y="5937852"/>
                  </a:lnTo>
                  <a:lnTo>
                    <a:pt x="328308" y="5937852"/>
                  </a:lnTo>
                  <a:lnTo>
                    <a:pt x="328402" y="5937852"/>
                  </a:lnTo>
                  <a:lnTo>
                    <a:pt x="328496" y="5937852"/>
                  </a:lnTo>
                  <a:lnTo>
                    <a:pt x="328591" y="5937852"/>
                  </a:lnTo>
                  <a:lnTo>
                    <a:pt x="328685" y="5937852"/>
                  </a:lnTo>
                  <a:lnTo>
                    <a:pt x="328779" y="5937852"/>
                  </a:lnTo>
                  <a:lnTo>
                    <a:pt x="328873" y="5937852"/>
                  </a:lnTo>
                  <a:lnTo>
                    <a:pt x="328873" y="5932940"/>
                  </a:lnTo>
                  <a:lnTo>
                    <a:pt x="328967" y="5932940"/>
                  </a:lnTo>
                  <a:lnTo>
                    <a:pt x="329061" y="5932940"/>
                  </a:lnTo>
                  <a:lnTo>
                    <a:pt x="329156" y="5932940"/>
                  </a:lnTo>
                  <a:lnTo>
                    <a:pt x="329250" y="5932940"/>
                  </a:lnTo>
                  <a:lnTo>
                    <a:pt x="329344" y="5932940"/>
                  </a:lnTo>
                  <a:lnTo>
                    <a:pt x="329438" y="5932940"/>
                  </a:lnTo>
                  <a:lnTo>
                    <a:pt x="329438" y="5928029"/>
                  </a:lnTo>
                  <a:lnTo>
                    <a:pt x="329532" y="5928029"/>
                  </a:lnTo>
                  <a:lnTo>
                    <a:pt x="329626" y="5928029"/>
                  </a:lnTo>
                  <a:lnTo>
                    <a:pt x="329720" y="5928029"/>
                  </a:lnTo>
                  <a:lnTo>
                    <a:pt x="329815" y="5928029"/>
                  </a:lnTo>
                  <a:lnTo>
                    <a:pt x="329909" y="5928029"/>
                  </a:lnTo>
                  <a:lnTo>
                    <a:pt x="330003" y="5928029"/>
                  </a:lnTo>
                  <a:lnTo>
                    <a:pt x="330097" y="5928029"/>
                  </a:lnTo>
                  <a:lnTo>
                    <a:pt x="330191" y="5928029"/>
                  </a:lnTo>
                  <a:lnTo>
                    <a:pt x="330285" y="5928029"/>
                  </a:lnTo>
                  <a:lnTo>
                    <a:pt x="330380" y="5928029"/>
                  </a:lnTo>
                  <a:lnTo>
                    <a:pt x="330474" y="5928029"/>
                  </a:lnTo>
                  <a:lnTo>
                    <a:pt x="330568" y="5928029"/>
                  </a:lnTo>
                  <a:lnTo>
                    <a:pt x="330662" y="5928029"/>
                  </a:lnTo>
                  <a:lnTo>
                    <a:pt x="330756" y="5928029"/>
                  </a:lnTo>
                  <a:lnTo>
                    <a:pt x="330850" y="5928029"/>
                  </a:lnTo>
                  <a:lnTo>
                    <a:pt x="330944" y="5928029"/>
                  </a:lnTo>
                  <a:lnTo>
                    <a:pt x="331039" y="5928029"/>
                  </a:lnTo>
                  <a:lnTo>
                    <a:pt x="331133" y="5928029"/>
                  </a:lnTo>
                  <a:lnTo>
                    <a:pt x="331227" y="5928029"/>
                  </a:lnTo>
                  <a:lnTo>
                    <a:pt x="331321" y="5928029"/>
                  </a:lnTo>
                  <a:lnTo>
                    <a:pt x="331415" y="5928029"/>
                  </a:lnTo>
                  <a:lnTo>
                    <a:pt x="331509" y="5928029"/>
                  </a:lnTo>
                  <a:lnTo>
                    <a:pt x="331604" y="5928029"/>
                  </a:lnTo>
                  <a:lnTo>
                    <a:pt x="331698" y="5928029"/>
                  </a:lnTo>
                  <a:lnTo>
                    <a:pt x="331792" y="5928029"/>
                  </a:lnTo>
                  <a:lnTo>
                    <a:pt x="331886" y="5928029"/>
                  </a:lnTo>
                  <a:lnTo>
                    <a:pt x="331980" y="5928029"/>
                  </a:lnTo>
                  <a:lnTo>
                    <a:pt x="332074" y="5928029"/>
                  </a:lnTo>
                  <a:lnTo>
                    <a:pt x="332168" y="5928029"/>
                  </a:lnTo>
                  <a:lnTo>
                    <a:pt x="332263" y="5928029"/>
                  </a:lnTo>
                  <a:lnTo>
                    <a:pt x="332357" y="5928029"/>
                  </a:lnTo>
                  <a:lnTo>
                    <a:pt x="332451" y="5928029"/>
                  </a:lnTo>
                  <a:lnTo>
                    <a:pt x="332545" y="5928029"/>
                  </a:lnTo>
                  <a:lnTo>
                    <a:pt x="332639" y="5928029"/>
                  </a:lnTo>
                  <a:lnTo>
                    <a:pt x="332733" y="5928029"/>
                  </a:lnTo>
                  <a:lnTo>
                    <a:pt x="332827" y="5928029"/>
                  </a:lnTo>
                  <a:lnTo>
                    <a:pt x="332922" y="5928029"/>
                  </a:lnTo>
                  <a:lnTo>
                    <a:pt x="333016" y="5928029"/>
                  </a:lnTo>
                  <a:lnTo>
                    <a:pt x="333110" y="5928029"/>
                  </a:lnTo>
                  <a:lnTo>
                    <a:pt x="333204" y="5928029"/>
                  </a:lnTo>
                  <a:lnTo>
                    <a:pt x="333298" y="5928029"/>
                  </a:lnTo>
                  <a:lnTo>
                    <a:pt x="333392" y="5928029"/>
                  </a:lnTo>
                  <a:lnTo>
                    <a:pt x="333487" y="5928029"/>
                  </a:lnTo>
                  <a:lnTo>
                    <a:pt x="333581" y="5928029"/>
                  </a:lnTo>
                  <a:lnTo>
                    <a:pt x="333675" y="5928029"/>
                  </a:lnTo>
                  <a:lnTo>
                    <a:pt x="333769" y="5928029"/>
                  </a:lnTo>
                  <a:lnTo>
                    <a:pt x="333863" y="5928029"/>
                  </a:lnTo>
                  <a:lnTo>
                    <a:pt x="333957" y="5928029"/>
                  </a:lnTo>
                  <a:lnTo>
                    <a:pt x="334051" y="5928029"/>
                  </a:lnTo>
                  <a:lnTo>
                    <a:pt x="334146" y="5928029"/>
                  </a:lnTo>
                  <a:lnTo>
                    <a:pt x="334240" y="5928029"/>
                  </a:lnTo>
                  <a:lnTo>
                    <a:pt x="334334" y="5928029"/>
                  </a:lnTo>
                  <a:lnTo>
                    <a:pt x="334428" y="5928029"/>
                  </a:lnTo>
                  <a:lnTo>
                    <a:pt x="334522" y="5928029"/>
                  </a:lnTo>
                  <a:lnTo>
                    <a:pt x="334616" y="5928029"/>
                  </a:lnTo>
                  <a:lnTo>
                    <a:pt x="334711" y="5928029"/>
                  </a:lnTo>
                  <a:lnTo>
                    <a:pt x="334711" y="5923118"/>
                  </a:lnTo>
                  <a:lnTo>
                    <a:pt x="334805" y="5923118"/>
                  </a:lnTo>
                  <a:lnTo>
                    <a:pt x="334899" y="5923118"/>
                  </a:lnTo>
                  <a:lnTo>
                    <a:pt x="334993" y="5923118"/>
                  </a:lnTo>
                  <a:lnTo>
                    <a:pt x="335087" y="5923118"/>
                  </a:lnTo>
                  <a:lnTo>
                    <a:pt x="335181" y="5923118"/>
                  </a:lnTo>
                  <a:lnTo>
                    <a:pt x="335275" y="5923118"/>
                  </a:lnTo>
                  <a:lnTo>
                    <a:pt x="335370" y="5923118"/>
                  </a:lnTo>
                  <a:lnTo>
                    <a:pt x="335464" y="5923118"/>
                  </a:lnTo>
                  <a:lnTo>
                    <a:pt x="335558" y="5923118"/>
                  </a:lnTo>
                  <a:lnTo>
                    <a:pt x="335652" y="5923118"/>
                  </a:lnTo>
                  <a:lnTo>
                    <a:pt x="335746" y="5923118"/>
                  </a:lnTo>
                  <a:lnTo>
                    <a:pt x="335840" y="5923118"/>
                  </a:lnTo>
                  <a:lnTo>
                    <a:pt x="335935" y="5923118"/>
                  </a:lnTo>
                  <a:lnTo>
                    <a:pt x="336029" y="5923118"/>
                  </a:lnTo>
                  <a:lnTo>
                    <a:pt x="336123" y="5923118"/>
                  </a:lnTo>
                  <a:lnTo>
                    <a:pt x="336217" y="5923118"/>
                  </a:lnTo>
                  <a:lnTo>
                    <a:pt x="336311" y="5923118"/>
                  </a:lnTo>
                  <a:lnTo>
                    <a:pt x="336405" y="5923118"/>
                  </a:lnTo>
                  <a:lnTo>
                    <a:pt x="336499" y="5923118"/>
                  </a:lnTo>
                  <a:lnTo>
                    <a:pt x="336594" y="5923118"/>
                  </a:lnTo>
                  <a:lnTo>
                    <a:pt x="336688" y="5923118"/>
                  </a:lnTo>
                  <a:lnTo>
                    <a:pt x="336782" y="5923118"/>
                  </a:lnTo>
                  <a:lnTo>
                    <a:pt x="336876" y="5923118"/>
                  </a:lnTo>
                  <a:lnTo>
                    <a:pt x="336970" y="5923118"/>
                  </a:lnTo>
                  <a:lnTo>
                    <a:pt x="337064" y="5923118"/>
                  </a:lnTo>
                  <a:lnTo>
                    <a:pt x="337158" y="5923118"/>
                  </a:lnTo>
                  <a:lnTo>
                    <a:pt x="337253" y="5923118"/>
                  </a:lnTo>
                  <a:lnTo>
                    <a:pt x="337347" y="5923118"/>
                  </a:lnTo>
                  <a:lnTo>
                    <a:pt x="337441" y="5923118"/>
                  </a:lnTo>
                  <a:lnTo>
                    <a:pt x="337441" y="5918206"/>
                  </a:lnTo>
                  <a:lnTo>
                    <a:pt x="337535" y="5918206"/>
                  </a:lnTo>
                  <a:lnTo>
                    <a:pt x="337629" y="5918206"/>
                  </a:lnTo>
                  <a:lnTo>
                    <a:pt x="337723" y="5918206"/>
                  </a:lnTo>
                  <a:lnTo>
                    <a:pt x="337818" y="5918206"/>
                  </a:lnTo>
                  <a:lnTo>
                    <a:pt x="337912" y="5918206"/>
                  </a:lnTo>
                  <a:lnTo>
                    <a:pt x="338006" y="5918206"/>
                  </a:lnTo>
                  <a:lnTo>
                    <a:pt x="338100" y="5918206"/>
                  </a:lnTo>
                  <a:lnTo>
                    <a:pt x="338194" y="5918206"/>
                  </a:lnTo>
                  <a:lnTo>
                    <a:pt x="338288" y="5918206"/>
                  </a:lnTo>
                  <a:lnTo>
                    <a:pt x="338288" y="5913295"/>
                  </a:lnTo>
                  <a:lnTo>
                    <a:pt x="338382" y="5913295"/>
                  </a:lnTo>
                  <a:lnTo>
                    <a:pt x="338477" y="5913295"/>
                  </a:lnTo>
                  <a:lnTo>
                    <a:pt x="338571" y="5913295"/>
                  </a:lnTo>
                  <a:lnTo>
                    <a:pt x="338665" y="5913295"/>
                  </a:lnTo>
                  <a:lnTo>
                    <a:pt x="338759" y="5913295"/>
                  </a:lnTo>
                  <a:lnTo>
                    <a:pt x="338853" y="5913295"/>
                  </a:lnTo>
                  <a:lnTo>
                    <a:pt x="338947" y="5913295"/>
                  </a:lnTo>
                  <a:lnTo>
                    <a:pt x="339042" y="5913295"/>
                  </a:lnTo>
                  <a:lnTo>
                    <a:pt x="339136" y="5913295"/>
                  </a:lnTo>
                  <a:lnTo>
                    <a:pt x="339230" y="5913295"/>
                  </a:lnTo>
                  <a:lnTo>
                    <a:pt x="339324" y="5913295"/>
                  </a:lnTo>
                  <a:lnTo>
                    <a:pt x="339418" y="5913295"/>
                  </a:lnTo>
                  <a:lnTo>
                    <a:pt x="339512" y="5913295"/>
                  </a:lnTo>
                  <a:lnTo>
                    <a:pt x="339606" y="5913295"/>
                  </a:lnTo>
                  <a:lnTo>
                    <a:pt x="339701" y="5913295"/>
                  </a:lnTo>
                  <a:lnTo>
                    <a:pt x="339795" y="5913295"/>
                  </a:lnTo>
                  <a:lnTo>
                    <a:pt x="339889" y="5913295"/>
                  </a:lnTo>
                  <a:lnTo>
                    <a:pt x="339983" y="5913295"/>
                  </a:lnTo>
                  <a:lnTo>
                    <a:pt x="339983" y="5908384"/>
                  </a:lnTo>
                  <a:lnTo>
                    <a:pt x="340077" y="5908384"/>
                  </a:lnTo>
                  <a:lnTo>
                    <a:pt x="340171" y="5908384"/>
                  </a:lnTo>
                  <a:lnTo>
                    <a:pt x="340266" y="5908384"/>
                  </a:lnTo>
                  <a:lnTo>
                    <a:pt x="340360" y="5908384"/>
                  </a:lnTo>
                  <a:lnTo>
                    <a:pt x="340454" y="5908384"/>
                  </a:lnTo>
                  <a:lnTo>
                    <a:pt x="340548" y="5908384"/>
                  </a:lnTo>
                  <a:lnTo>
                    <a:pt x="340642" y="5908384"/>
                  </a:lnTo>
                  <a:lnTo>
                    <a:pt x="340736" y="5908384"/>
                  </a:lnTo>
                  <a:lnTo>
                    <a:pt x="340830" y="5908384"/>
                  </a:lnTo>
                  <a:lnTo>
                    <a:pt x="340925" y="5908384"/>
                  </a:lnTo>
                  <a:lnTo>
                    <a:pt x="341019" y="5908384"/>
                  </a:lnTo>
                  <a:lnTo>
                    <a:pt x="341019" y="5903472"/>
                  </a:lnTo>
                  <a:lnTo>
                    <a:pt x="341113" y="5903472"/>
                  </a:lnTo>
                  <a:lnTo>
                    <a:pt x="341207" y="5903472"/>
                  </a:lnTo>
                  <a:lnTo>
                    <a:pt x="341301" y="5903472"/>
                  </a:lnTo>
                  <a:lnTo>
                    <a:pt x="341395" y="5903472"/>
                  </a:lnTo>
                  <a:lnTo>
                    <a:pt x="341489" y="5903472"/>
                  </a:lnTo>
                  <a:lnTo>
                    <a:pt x="341584" y="5903472"/>
                  </a:lnTo>
                  <a:lnTo>
                    <a:pt x="341678" y="5903472"/>
                  </a:lnTo>
                  <a:lnTo>
                    <a:pt x="341678" y="5898561"/>
                  </a:lnTo>
                  <a:lnTo>
                    <a:pt x="341772" y="5898561"/>
                  </a:lnTo>
                  <a:lnTo>
                    <a:pt x="341866" y="5898561"/>
                  </a:lnTo>
                  <a:lnTo>
                    <a:pt x="341960" y="5898561"/>
                  </a:lnTo>
                  <a:lnTo>
                    <a:pt x="342054" y="5898561"/>
                  </a:lnTo>
                  <a:lnTo>
                    <a:pt x="342149" y="5898561"/>
                  </a:lnTo>
                  <a:lnTo>
                    <a:pt x="342243" y="5898561"/>
                  </a:lnTo>
                  <a:lnTo>
                    <a:pt x="342337" y="5898561"/>
                  </a:lnTo>
                  <a:lnTo>
                    <a:pt x="342431" y="5898561"/>
                  </a:lnTo>
                  <a:lnTo>
                    <a:pt x="342525" y="5898561"/>
                  </a:lnTo>
                  <a:lnTo>
                    <a:pt x="342619" y="5898561"/>
                  </a:lnTo>
                  <a:lnTo>
                    <a:pt x="342713" y="5898561"/>
                  </a:lnTo>
                  <a:lnTo>
                    <a:pt x="342808" y="5898561"/>
                  </a:lnTo>
                  <a:lnTo>
                    <a:pt x="342902" y="5898561"/>
                  </a:lnTo>
                  <a:lnTo>
                    <a:pt x="342996" y="5898561"/>
                  </a:lnTo>
                  <a:lnTo>
                    <a:pt x="343090" y="5898561"/>
                  </a:lnTo>
                  <a:lnTo>
                    <a:pt x="343184" y="5898561"/>
                  </a:lnTo>
                  <a:lnTo>
                    <a:pt x="343278" y="5898561"/>
                  </a:lnTo>
                  <a:lnTo>
                    <a:pt x="343373" y="5898561"/>
                  </a:lnTo>
                  <a:lnTo>
                    <a:pt x="343467" y="5898561"/>
                  </a:lnTo>
                  <a:lnTo>
                    <a:pt x="343561" y="5898561"/>
                  </a:lnTo>
                  <a:lnTo>
                    <a:pt x="343655" y="5898561"/>
                  </a:lnTo>
                  <a:lnTo>
                    <a:pt x="343749" y="5898561"/>
                  </a:lnTo>
                  <a:lnTo>
                    <a:pt x="343843" y="5898561"/>
                  </a:lnTo>
                  <a:lnTo>
                    <a:pt x="343937" y="5898561"/>
                  </a:lnTo>
                  <a:lnTo>
                    <a:pt x="344032" y="5898561"/>
                  </a:lnTo>
                  <a:lnTo>
                    <a:pt x="344126" y="5898561"/>
                  </a:lnTo>
                  <a:lnTo>
                    <a:pt x="344220" y="5898561"/>
                  </a:lnTo>
                  <a:lnTo>
                    <a:pt x="344314" y="5898561"/>
                  </a:lnTo>
                  <a:lnTo>
                    <a:pt x="344408" y="5898561"/>
                  </a:lnTo>
                  <a:lnTo>
                    <a:pt x="344502" y="5898561"/>
                  </a:lnTo>
                  <a:lnTo>
                    <a:pt x="344597" y="5898561"/>
                  </a:lnTo>
                  <a:lnTo>
                    <a:pt x="344691" y="5898561"/>
                  </a:lnTo>
                  <a:lnTo>
                    <a:pt x="344785" y="5898561"/>
                  </a:lnTo>
                  <a:lnTo>
                    <a:pt x="344879" y="5898561"/>
                  </a:lnTo>
                  <a:lnTo>
                    <a:pt x="344973" y="5898561"/>
                  </a:lnTo>
                  <a:lnTo>
                    <a:pt x="345067" y="5898561"/>
                  </a:lnTo>
                  <a:lnTo>
                    <a:pt x="345161" y="5898561"/>
                  </a:lnTo>
                  <a:lnTo>
                    <a:pt x="345256" y="5898561"/>
                  </a:lnTo>
                  <a:lnTo>
                    <a:pt x="345350" y="5898561"/>
                  </a:lnTo>
                  <a:lnTo>
                    <a:pt x="345444" y="5898561"/>
                  </a:lnTo>
                  <a:lnTo>
                    <a:pt x="345538" y="5898561"/>
                  </a:lnTo>
                  <a:lnTo>
                    <a:pt x="345632" y="5898561"/>
                  </a:lnTo>
                  <a:lnTo>
                    <a:pt x="345726" y="5898561"/>
                  </a:lnTo>
                  <a:lnTo>
                    <a:pt x="345820" y="5898561"/>
                  </a:lnTo>
                  <a:lnTo>
                    <a:pt x="345915" y="5898561"/>
                  </a:lnTo>
                  <a:lnTo>
                    <a:pt x="346009" y="5898561"/>
                  </a:lnTo>
                  <a:lnTo>
                    <a:pt x="346103" y="5898561"/>
                  </a:lnTo>
                  <a:lnTo>
                    <a:pt x="346197" y="5898561"/>
                  </a:lnTo>
                  <a:lnTo>
                    <a:pt x="346291" y="5898561"/>
                  </a:lnTo>
                  <a:lnTo>
                    <a:pt x="346385" y="5898561"/>
                  </a:lnTo>
                  <a:lnTo>
                    <a:pt x="346480" y="5898561"/>
                  </a:lnTo>
                  <a:lnTo>
                    <a:pt x="346574" y="5898561"/>
                  </a:lnTo>
                  <a:lnTo>
                    <a:pt x="346574" y="5893649"/>
                  </a:lnTo>
                  <a:lnTo>
                    <a:pt x="346668" y="5893649"/>
                  </a:lnTo>
                  <a:lnTo>
                    <a:pt x="346762" y="5893649"/>
                  </a:lnTo>
                  <a:lnTo>
                    <a:pt x="346856" y="5893649"/>
                  </a:lnTo>
                  <a:lnTo>
                    <a:pt x="346950" y="5893649"/>
                  </a:lnTo>
                  <a:lnTo>
                    <a:pt x="346950" y="5888738"/>
                  </a:lnTo>
                  <a:lnTo>
                    <a:pt x="347044" y="5888738"/>
                  </a:lnTo>
                  <a:lnTo>
                    <a:pt x="347139" y="5888738"/>
                  </a:lnTo>
                  <a:lnTo>
                    <a:pt x="347233" y="5888738"/>
                  </a:lnTo>
                  <a:lnTo>
                    <a:pt x="347327" y="5888738"/>
                  </a:lnTo>
                  <a:lnTo>
                    <a:pt x="347421" y="5888738"/>
                  </a:lnTo>
                  <a:lnTo>
                    <a:pt x="347515" y="5888738"/>
                  </a:lnTo>
                  <a:lnTo>
                    <a:pt x="347609" y="5888738"/>
                  </a:lnTo>
                  <a:lnTo>
                    <a:pt x="347704" y="5888738"/>
                  </a:lnTo>
                  <a:lnTo>
                    <a:pt x="347798" y="5888738"/>
                  </a:lnTo>
                  <a:lnTo>
                    <a:pt x="347892" y="5888738"/>
                  </a:lnTo>
                  <a:lnTo>
                    <a:pt x="347986" y="5888738"/>
                  </a:lnTo>
                  <a:lnTo>
                    <a:pt x="348080" y="5888738"/>
                  </a:lnTo>
                  <a:lnTo>
                    <a:pt x="348174" y="5888738"/>
                  </a:lnTo>
                  <a:lnTo>
                    <a:pt x="348268" y="5888738"/>
                  </a:lnTo>
                  <a:lnTo>
                    <a:pt x="348268" y="5883827"/>
                  </a:lnTo>
                  <a:lnTo>
                    <a:pt x="348268" y="5878915"/>
                  </a:lnTo>
                  <a:lnTo>
                    <a:pt x="348363" y="5878915"/>
                  </a:lnTo>
                  <a:lnTo>
                    <a:pt x="348457" y="5878915"/>
                  </a:lnTo>
                  <a:lnTo>
                    <a:pt x="348551" y="5878915"/>
                  </a:lnTo>
                  <a:lnTo>
                    <a:pt x="348645" y="5878915"/>
                  </a:lnTo>
                  <a:lnTo>
                    <a:pt x="348739" y="5878915"/>
                  </a:lnTo>
                  <a:lnTo>
                    <a:pt x="348833" y="5878915"/>
                  </a:lnTo>
                  <a:lnTo>
                    <a:pt x="348928" y="5878915"/>
                  </a:lnTo>
                  <a:lnTo>
                    <a:pt x="349022" y="5878915"/>
                  </a:lnTo>
                  <a:lnTo>
                    <a:pt x="349116" y="5878915"/>
                  </a:lnTo>
                  <a:lnTo>
                    <a:pt x="349210" y="5878915"/>
                  </a:lnTo>
                  <a:lnTo>
                    <a:pt x="349304" y="5878915"/>
                  </a:lnTo>
                  <a:lnTo>
                    <a:pt x="349398" y="5878915"/>
                  </a:lnTo>
                  <a:lnTo>
                    <a:pt x="349492" y="5878915"/>
                  </a:lnTo>
                  <a:lnTo>
                    <a:pt x="349587" y="5878915"/>
                  </a:lnTo>
                  <a:lnTo>
                    <a:pt x="349681" y="5878915"/>
                  </a:lnTo>
                  <a:lnTo>
                    <a:pt x="349775" y="5878915"/>
                  </a:lnTo>
                  <a:lnTo>
                    <a:pt x="349869" y="5878915"/>
                  </a:lnTo>
                  <a:lnTo>
                    <a:pt x="349963" y="5878915"/>
                  </a:lnTo>
                  <a:lnTo>
                    <a:pt x="350057" y="5878915"/>
                  </a:lnTo>
                  <a:lnTo>
                    <a:pt x="350151" y="5878915"/>
                  </a:lnTo>
                  <a:lnTo>
                    <a:pt x="350246" y="5878915"/>
                  </a:lnTo>
                  <a:lnTo>
                    <a:pt x="350340" y="5878915"/>
                  </a:lnTo>
                  <a:lnTo>
                    <a:pt x="350434" y="5878915"/>
                  </a:lnTo>
                  <a:lnTo>
                    <a:pt x="350528" y="5878915"/>
                  </a:lnTo>
                  <a:lnTo>
                    <a:pt x="350622" y="5878915"/>
                  </a:lnTo>
                  <a:lnTo>
                    <a:pt x="350716" y="5878915"/>
                  </a:lnTo>
                  <a:lnTo>
                    <a:pt x="350811" y="5878915"/>
                  </a:lnTo>
                  <a:lnTo>
                    <a:pt x="350905" y="5878915"/>
                  </a:lnTo>
                  <a:lnTo>
                    <a:pt x="350999" y="5878915"/>
                  </a:lnTo>
                  <a:lnTo>
                    <a:pt x="351093" y="5878915"/>
                  </a:lnTo>
                  <a:lnTo>
                    <a:pt x="351187" y="5878915"/>
                  </a:lnTo>
                  <a:lnTo>
                    <a:pt x="351281" y="5878915"/>
                  </a:lnTo>
                  <a:lnTo>
                    <a:pt x="351375" y="5878915"/>
                  </a:lnTo>
                  <a:lnTo>
                    <a:pt x="351470" y="5878915"/>
                  </a:lnTo>
                  <a:lnTo>
                    <a:pt x="351564" y="5878915"/>
                  </a:lnTo>
                  <a:lnTo>
                    <a:pt x="351658" y="5878915"/>
                  </a:lnTo>
                  <a:lnTo>
                    <a:pt x="351752" y="5878915"/>
                  </a:lnTo>
                  <a:lnTo>
                    <a:pt x="351846" y="5878915"/>
                  </a:lnTo>
                  <a:lnTo>
                    <a:pt x="351940" y="5878915"/>
                  </a:lnTo>
                  <a:lnTo>
                    <a:pt x="352035" y="5878915"/>
                  </a:lnTo>
                  <a:lnTo>
                    <a:pt x="352129" y="5878915"/>
                  </a:lnTo>
                  <a:lnTo>
                    <a:pt x="352223" y="5878915"/>
                  </a:lnTo>
                  <a:lnTo>
                    <a:pt x="352317" y="5878915"/>
                  </a:lnTo>
                  <a:lnTo>
                    <a:pt x="352411" y="5878915"/>
                  </a:lnTo>
                  <a:lnTo>
                    <a:pt x="352505" y="5878915"/>
                  </a:lnTo>
                  <a:lnTo>
                    <a:pt x="352599" y="5878915"/>
                  </a:lnTo>
                  <a:lnTo>
                    <a:pt x="352694" y="5878915"/>
                  </a:lnTo>
                  <a:lnTo>
                    <a:pt x="352694" y="5874004"/>
                  </a:lnTo>
                  <a:lnTo>
                    <a:pt x="352788" y="5874004"/>
                  </a:lnTo>
                  <a:lnTo>
                    <a:pt x="352882" y="5874004"/>
                  </a:lnTo>
                  <a:lnTo>
                    <a:pt x="352976" y="5874004"/>
                  </a:lnTo>
                  <a:lnTo>
                    <a:pt x="353070" y="5874004"/>
                  </a:lnTo>
                  <a:lnTo>
                    <a:pt x="353164" y="5874004"/>
                  </a:lnTo>
                  <a:lnTo>
                    <a:pt x="353259" y="5874004"/>
                  </a:lnTo>
                  <a:lnTo>
                    <a:pt x="353353" y="5874004"/>
                  </a:lnTo>
                  <a:lnTo>
                    <a:pt x="353447" y="5874004"/>
                  </a:lnTo>
                  <a:lnTo>
                    <a:pt x="353541" y="5874004"/>
                  </a:lnTo>
                  <a:lnTo>
                    <a:pt x="353635" y="5874004"/>
                  </a:lnTo>
                  <a:lnTo>
                    <a:pt x="353729" y="5874004"/>
                  </a:lnTo>
                  <a:lnTo>
                    <a:pt x="353823" y="5874004"/>
                  </a:lnTo>
                  <a:lnTo>
                    <a:pt x="353918" y="5874004"/>
                  </a:lnTo>
                  <a:lnTo>
                    <a:pt x="354012" y="5874004"/>
                  </a:lnTo>
                  <a:lnTo>
                    <a:pt x="354012" y="5869093"/>
                  </a:lnTo>
                  <a:lnTo>
                    <a:pt x="354106" y="5869093"/>
                  </a:lnTo>
                  <a:lnTo>
                    <a:pt x="354200" y="5869093"/>
                  </a:lnTo>
                  <a:lnTo>
                    <a:pt x="354294" y="5869093"/>
                  </a:lnTo>
                  <a:lnTo>
                    <a:pt x="354388" y="5869093"/>
                  </a:lnTo>
                  <a:lnTo>
                    <a:pt x="354482" y="5869093"/>
                  </a:lnTo>
                  <a:lnTo>
                    <a:pt x="354577" y="5869093"/>
                  </a:lnTo>
                  <a:lnTo>
                    <a:pt x="354671" y="5869093"/>
                  </a:lnTo>
                  <a:lnTo>
                    <a:pt x="354765" y="5869093"/>
                  </a:lnTo>
                  <a:lnTo>
                    <a:pt x="354765" y="5864181"/>
                  </a:lnTo>
                  <a:lnTo>
                    <a:pt x="354859" y="5864181"/>
                  </a:lnTo>
                  <a:lnTo>
                    <a:pt x="354953" y="5864181"/>
                  </a:lnTo>
                  <a:lnTo>
                    <a:pt x="355047" y="5864181"/>
                  </a:lnTo>
                  <a:lnTo>
                    <a:pt x="355142" y="5864181"/>
                  </a:lnTo>
                  <a:lnTo>
                    <a:pt x="355236" y="5864181"/>
                  </a:lnTo>
                  <a:lnTo>
                    <a:pt x="355330" y="5864181"/>
                  </a:lnTo>
                  <a:lnTo>
                    <a:pt x="355424" y="5864181"/>
                  </a:lnTo>
                  <a:lnTo>
                    <a:pt x="355518" y="5864181"/>
                  </a:lnTo>
                  <a:lnTo>
                    <a:pt x="355612" y="5864181"/>
                  </a:lnTo>
                  <a:lnTo>
                    <a:pt x="355706" y="5864181"/>
                  </a:lnTo>
                  <a:lnTo>
                    <a:pt x="355801" y="5864181"/>
                  </a:lnTo>
                  <a:lnTo>
                    <a:pt x="355895" y="5864181"/>
                  </a:lnTo>
                  <a:lnTo>
                    <a:pt x="355989" y="5864181"/>
                  </a:lnTo>
                  <a:lnTo>
                    <a:pt x="356083" y="5864181"/>
                  </a:lnTo>
                  <a:lnTo>
                    <a:pt x="356177" y="5864181"/>
                  </a:lnTo>
                  <a:lnTo>
                    <a:pt x="356271" y="5864181"/>
                  </a:lnTo>
                  <a:lnTo>
                    <a:pt x="356366" y="5864181"/>
                  </a:lnTo>
                  <a:lnTo>
                    <a:pt x="356460" y="5864181"/>
                  </a:lnTo>
                  <a:lnTo>
                    <a:pt x="356554" y="5864181"/>
                  </a:lnTo>
                  <a:lnTo>
                    <a:pt x="356648" y="5864181"/>
                  </a:lnTo>
                  <a:lnTo>
                    <a:pt x="356742" y="5864181"/>
                  </a:lnTo>
                  <a:lnTo>
                    <a:pt x="356836" y="5864181"/>
                  </a:lnTo>
                  <a:lnTo>
                    <a:pt x="356930" y="5864181"/>
                  </a:lnTo>
                  <a:lnTo>
                    <a:pt x="357025" y="5864181"/>
                  </a:lnTo>
                  <a:lnTo>
                    <a:pt x="357119" y="5864181"/>
                  </a:lnTo>
                  <a:lnTo>
                    <a:pt x="357213" y="5864181"/>
                  </a:lnTo>
                  <a:lnTo>
                    <a:pt x="357307" y="5864181"/>
                  </a:lnTo>
                  <a:lnTo>
                    <a:pt x="357401" y="5864181"/>
                  </a:lnTo>
                  <a:lnTo>
                    <a:pt x="357495" y="5864181"/>
                  </a:lnTo>
                  <a:lnTo>
                    <a:pt x="357590" y="5864181"/>
                  </a:lnTo>
                  <a:lnTo>
                    <a:pt x="357684" y="5864181"/>
                  </a:lnTo>
                  <a:lnTo>
                    <a:pt x="357778" y="5864181"/>
                  </a:lnTo>
                  <a:lnTo>
                    <a:pt x="357872" y="5864181"/>
                  </a:lnTo>
                  <a:lnTo>
                    <a:pt x="357966" y="5864181"/>
                  </a:lnTo>
                  <a:lnTo>
                    <a:pt x="358060" y="5864181"/>
                  </a:lnTo>
                  <a:lnTo>
                    <a:pt x="358154" y="5864181"/>
                  </a:lnTo>
                  <a:lnTo>
                    <a:pt x="358249" y="5864181"/>
                  </a:lnTo>
                  <a:lnTo>
                    <a:pt x="358343" y="5864181"/>
                  </a:lnTo>
                  <a:lnTo>
                    <a:pt x="358437" y="5864181"/>
                  </a:lnTo>
                  <a:lnTo>
                    <a:pt x="358531" y="5864181"/>
                  </a:lnTo>
                  <a:lnTo>
                    <a:pt x="358625" y="5864181"/>
                  </a:lnTo>
                  <a:lnTo>
                    <a:pt x="358719" y="5864181"/>
                  </a:lnTo>
                  <a:lnTo>
                    <a:pt x="358813" y="5864181"/>
                  </a:lnTo>
                  <a:lnTo>
                    <a:pt x="358908" y="5864181"/>
                  </a:lnTo>
                  <a:lnTo>
                    <a:pt x="359002" y="5864181"/>
                  </a:lnTo>
                  <a:lnTo>
                    <a:pt x="359096" y="5864181"/>
                  </a:lnTo>
                  <a:lnTo>
                    <a:pt x="359190" y="5864181"/>
                  </a:lnTo>
                  <a:lnTo>
                    <a:pt x="359284" y="5864181"/>
                  </a:lnTo>
                  <a:lnTo>
                    <a:pt x="359378" y="5864181"/>
                  </a:lnTo>
                  <a:lnTo>
                    <a:pt x="359473" y="5864181"/>
                  </a:lnTo>
                  <a:lnTo>
                    <a:pt x="359473" y="5859270"/>
                  </a:lnTo>
                  <a:lnTo>
                    <a:pt x="359567" y="5859270"/>
                  </a:lnTo>
                  <a:lnTo>
                    <a:pt x="359661" y="5859270"/>
                  </a:lnTo>
                  <a:lnTo>
                    <a:pt x="359755" y="5859270"/>
                  </a:lnTo>
                  <a:lnTo>
                    <a:pt x="359849" y="5859270"/>
                  </a:lnTo>
                  <a:lnTo>
                    <a:pt x="359943" y="5859270"/>
                  </a:lnTo>
                  <a:lnTo>
                    <a:pt x="360037" y="5859270"/>
                  </a:lnTo>
                  <a:lnTo>
                    <a:pt x="360132" y="5859270"/>
                  </a:lnTo>
                  <a:lnTo>
                    <a:pt x="360226" y="5859270"/>
                  </a:lnTo>
                  <a:lnTo>
                    <a:pt x="360226" y="5854358"/>
                  </a:lnTo>
                  <a:lnTo>
                    <a:pt x="360320" y="5854358"/>
                  </a:lnTo>
                  <a:lnTo>
                    <a:pt x="360414" y="5854358"/>
                  </a:lnTo>
                  <a:lnTo>
                    <a:pt x="360508" y="5854358"/>
                  </a:lnTo>
                  <a:lnTo>
                    <a:pt x="360602" y="5854358"/>
                  </a:lnTo>
                  <a:lnTo>
                    <a:pt x="360697" y="5854358"/>
                  </a:lnTo>
                  <a:lnTo>
                    <a:pt x="360791" y="5854358"/>
                  </a:lnTo>
                  <a:lnTo>
                    <a:pt x="360885" y="5854358"/>
                  </a:lnTo>
                  <a:lnTo>
                    <a:pt x="360979" y="5854358"/>
                  </a:lnTo>
                  <a:lnTo>
                    <a:pt x="361073" y="5854358"/>
                  </a:lnTo>
                  <a:lnTo>
                    <a:pt x="361167" y="5854358"/>
                  </a:lnTo>
                  <a:lnTo>
                    <a:pt x="361261" y="5854358"/>
                  </a:lnTo>
                  <a:lnTo>
                    <a:pt x="361356" y="5854358"/>
                  </a:lnTo>
                  <a:lnTo>
                    <a:pt x="361450" y="5854358"/>
                  </a:lnTo>
                  <a:lnTo>
                    <a:pt x="361544" y="5854358"/>
                  </a:lnTo>
                  <a:lnTo>
                    <a:pt x="361638" y="5854358"/>
                  </a:lnTo>
                  <a:lnTo>
                    <a:pt x="361732" y="5854358"/>
                  </a:lnTo>
                  <a:lnTo>
                    <a:pt x="361826" y="5854358"/>
                  </a:lnTo>
                  <a:lnTo>
                    <a:pt x="361921" y="5854358"/>
                  </a:lnTo>
                  <a:lnTo>
                    <a:pt x="362015" y="5854358"/>
                  </a:lnTo>
                  <a:lnTo>
                    <a:pt x="362109" y="5854358"/>
                  </a:lnTo>
                  <a:lnTo>
                    <a:pt x="362203" y="5854358"/>
                  </a:lnTo>
                  <a:lnTo>
                    <a:pt x="362297" y="5854358"/>
                  </a:lnTo>
                  <a:lnTo>
                    <a:pt x="362391" y="5854358"/>
                  </a:lnTo>
                  <a:lnTo>
                    <a:pt x="362485" y="5854358"/>
                  </a:lnTo>
                  <a:lnTo>
                    <a:pt x="362580" y="5854358"/>
                  </a:lnTo>
                  <a:lnTo>
                    <a:pt x="362674" y="5854358"/>
                  </a:lnTo>
                  <a:lnTo>
                    <a:pt x="362768" y="5854358"/>
                  </a:lnTo>
                  <a:lnTo>
                    <a:pt x="362862" y="5854358"/>
                  </a:lnTo>
                  <a:lnTo>
                    <a:pt x="362956" y="5854358"/>
                  </a:lnTo>
                  <a:lnTo>
                    <a:pt x="363050" y="5854358"/>
                  </a:lnTo>
                  <a:lnTo>
                    <a:pt x="363144" y="5854358"/>
                  </a:lnTo>
                  <a:lnTo>
                    <a:pt x="363239" y="5854358"/>
                  </a:lnTo>
                  <a:lnTo>
                    <a:pt x="363333" y="5854358"/>
                  </a:lnTo>
                  <a:lnTo>
                    <a:pt x="363427" y="5854358"/>
                  </a:lnTo>
                  <a:lnTo>
                    <a:pt x="363521" y="5854358"/>
                  </a:lnTo>
                  <a:lnTo>
                    <a:pt x="363615" y="5854358"/>
                  </a:lnTo>
                  <a:lnTo>
                    <a:pt x="363615" y="5849447"/>
                  </a:lnTo>
                  <a:lnTo>
                    <a:pt x="363709" y="5849447"/>
                  </a:lnTo>
                  <a:lnTo>
                    <a:pt x="363804" y="5849447"/>
                  </a:lnTo>
                  <a:lnTo>
                    <a:pt x="363898" y="5849447"/>
                  </a:lnTo>
                  <a:lnTo>
                    <a:pt x="363992" y="5849447"/>
                  </a:lnTo>
                  <a:lnTo>
                    <a:pt x="364086" y="5849447"/>
                  </a:lnTo>
                  <a:lnTo>
                    <a:pt x="364180" y="5849447"/>
                  </a:lnTo>
                  <a:lnTo>
                    <a:pt x="364274" y="5849447"/>
                  </a:lnTo>
                  <a:lnTo>
                    <a:pt x="364368" y="5849447"/>
                  </a:lnTo>
                  <a:lnTo>
                    <a:pt x="364463" y="5849447"/>
                  </a:lnTo>
                  <a:lnTo>
                    <a:pt x="364557" y="5849447"/>
                  </a:lnTo>
                  <a:lnTo>
                    <a:pt x="364651" y="5849447"/>
                  </a:lnTo>
                  <a:lnTo>
                    <a:pt x="364745" y="5849447"/>
                  </a:lnTo>
                  <a:lnTo>
                    <a:pt x="364839" y="5849447"/>
                  </a:lnTo>
                  <a:lnTo>
                    <a:pt x="364933" y="5849447"/>
                  </a:lnTo>
                  <a:lnTo>
                    <a:pt x="365028" y="5849447"/>
                  </a:lnTo>
                  <a:lnTo>
                    <a:pt x="365122" y="5849447"/>
                  </a:lnTo>
                  <a:lnTo>
                    <a:pt x="365216" y="5849447"/>
                  </a:lnTo>
                  <a:lnTo>
                    <a:pt x="365310" y="5849447"/>
                  </a:lnTo>
                  <a:lnTo>
                    <a:pt x="365404" y="5849447"/>
                  </a:lnTo>
                  <a:lnTo>
                    <a:pt x="365404" y="5844536"/>
                  </a:lnTo>
                  <a:lnTo>
                    <a:pt x="365498" y="5844536"/>
                  </a:lnTo>
                  <a:lnTo>
                    <a:pt x="365592" y="5844536"/>
                  </a:lnTo>
                  <a:lnTo>
                    <a:pt x="365687" y="5844536"/>
                  </a:lnTo>
                  <a:lnTo>
                    <a:pt x="365781" y="5844536"/>
                  </a:lnTo>
                  <a:lnTo>
                    <a:pt x="365875" y="5844536"/>
                  </a:lnTo>
                  <a:lnTo>
                    <a:pt x="365969" y="5844536"/>
                  </a:lnTo>
                  <a:lnTo>
                    <a:pt x="366063" y="5844536"/>
                  </a:lnTo>
                  <a:lnTo>
                    <a:pt x="366157" y="5844536"/>
                  </a:lnTo>
                  <a:lnTo>
                    <a:pt x="366252" y="5844536"/>
                  </a:lnTo>
                  <a:lnTo>
                    <a:pt x="366346" y="5844536"/>
                  </a:lnTo>
                  <a:lnTo>
                    <a:pt x="366440" y="5844536"/>
                  </a:lnTo>
                  <a:lnTo>
                    <a:pt x="366534" y="5844536"/>
                  </a:lnTo>
                  <a:lnTo>
                    <a:pt x="366628" y="5844536"/>
                  </a:lnTo>
                  <a:lnTo>
                    <a:pt x="366722" y="5844536"/>
                  </a:lnTo>
                  <a:lnTo>
                    <a:pt x="366816" y="5844536"/>
                  </a:lnTo>
                  <a:lnTo>
                    <a:pt x="366911" y="5844536"/>
                  </a:lnTo>
                  <a:lnTo>
                    <a:pt x="367005" y="5844536"/>
                  </a:lnTo>
                  <a:lnTo>
                    <a:pt x="367099" y="5844536"/>
                  </a:lnTo>
                  <a:lnTo>
                    <a:pt x="367193" y="5844536"/>
                  </a:lnTo>
                  <a:lnTo>
                    <a:pt x="367287" y="5844536"/>
                  </a:lnTo>
                  <a:lnTo>
                    <a:pt x="367381" y="5844536"/>
                  </a:lnTo>
                  <a:lnTo>
                    <a:pt x="367475" y="5844536"/>
                  </a:lnTo>
                  <a:lnTo>
                    <a:pt x="367570" y="5844536"/>
                  </a:lnTo>
                  <a:lnTo>
                    <a:pt x="367664" y="5844536"/>
                  </a:lnTo>
                  <a:lnTo>
                    <a:pt x="367758" y="5844536"/>
                  </a:lnTo>
                  <a:lnTo>
                    <a:pt x="367758" y="5839624"/>
                  </a:lnTo>
                  <a:lnTo>
                    <a:pt x="367852" y="5839624"/>
                  </a:lnTo>
                  <a:lnTo>
                    <a:pt x="367946" y="5839624"/>
                  </a:lnTo>
                  <a:lnTo>
                    <a:pt x="368040" y="5839624"/>
                  </a:lnTo>
                  <a:lnTo>
                    <a:pt x="368135" y="5839624"/>
                  </a:lnTo>
                  <a:lnTo>
                    <a:pt x="368229" y="5839624"/>
                  </a:lnTo>
                  <a:lnTo>
                    <a:pt x="368323" y="5839624"/>
                  </a:lnTo>
                  <a:lnTo>
                    <a:pt x="368417" y="5839624"/>
                  </a:lnTo>
                  <a:lnTo>
                    <a:pt x="368511" y="5839624"/>
                  </a:lnTo>
                  <a:lnTo>
                    <a:pt x="368605" y="5839624"/>
                  </a:lnTo>
                  <a:lnTo>
                    <a:pt x="368699" y="5839624"/>
                  </a:lnTo>
                  <a:lnTo>
                    <a:pt x="368794" y="5839624"/>
                  </a:lnTo>
                  <a:lnTo>
                    <a:pt x="368888" y="5839624"/>
                  </a:lnTo>
                  <a:lnTo>
                    <a:pt x="368982" y="5839624"/>
                  </a:lnTo>
                  <a:lnTo>
                    <a:pt x="369076" y="5839624"/>
                  </a:lnTo>
                  <a:lnTo>
                    <a:pt x="369170" y="5839624"/>
                  </a:lnTo>
                  <a:lnTo>
                    <a:pt x="369264" y="5839624"/>
                  </a:lnTo>
                  <a:lnTo>
                    <a:pt x="369359" y="5839624"/>
                  </a:lnTo>
                  <a:lnTo>
                    <a:pt x="369453" y="5839624"/>
                  </a:lnTo>
                  <a:lnTo>
                    <a:pt x="369547" y="5839624"/>
                  </a:lnTo>
                  <a:lnTo>
                    <a:pt x="369641" y="5839624"/>
                  </a:lnTo>
                  <a:lnTo>
                    <a:pt x="369735" y="5839624"/>
                  </a:lnTo>
                  <a:lnTo>
                    <a:pt x="369829" y="5839624"/>
                  </a:lnTo>
                  <a:lnTo>
                    <a:pt x="369923" y="5839624"/>
                  </a:lnTo>
                  <a:lnTo>
                    <a:pt x="370018" y="5839624"/>
                  </a:lnTo>
                  <a:lnTo>
                    <a:pt x="370112" y="5839624"/>
                  </a:lnTo>
                  <a:lnTo>
                    <a:pt x="370206" y="5839624"/>
                  </a:lnTo>
                  <a:lnTo>
                    <a:pt x="370300" y="5839624"/>
                  </a:lnTo>
                  <a:lnTo>
                    <a:pt x="370394" y="5839624"/>
                  </a:lnTo>
                  <a:lnTo>
                    <a:pt x="370488" y="5839624"/>
                  </a:lnTo>
                  <a:lnTo>
                    <a:pt x="370583" y="5839624"/>
                  </a:lnTo>
                  <a:lnTo>
                    <a:pt x="370677" y="5839624"/>
                  </a:lnTo>
                  <a:lnTo>
                    <a:pt x="370771" y="5839624"/>
                  </a:lnTo>
                  <a:lnTo>
                    <a:pt x="370865" y="5839624"/>
                  </a:lnTo>
                  <a:lnTo>
                    <a:pt x="370959" y="5839624"/>
                  </a:lnTo>
                  <a:lnTo>
                    <a:pt x="371053" y="5839624"/>
                  </a:lnTo>
                  <a:lnTo>
                    <a:pt x="371147" y="5839624"/>
                  </a:lnTo>
                  <a:lnTo>
                    <a:pt x="371242" y="5839624"/>
                  </a:lnTo>
                  <a:lnTo>
                    <a:pt x="371336" y="5839624"/>
                  </a:lnTo>
                  <a:lnTo>
                    <a:pt x="371430" y="5839624"/>
                  </a:lnTo>
                  <a:lnTo>
                    <a:pt x="371524" y="5839624"/>
                  </a:lnTo>
                  <a:lnTo>
                    <a:pt x="371618" y="5839624"/>
                  </a:lnTo>
                  <a:lnTo>
                    <a:pt x="371712" y="5839624"/>
                  </a:lnTo>
                  <a:lnTo>
                    <a:pt x="371806" y="5839624"/>
                  </a:lnTo>
                  <a:lnTo>
                    <a:pt x="371901" y="5839624"/>
                  </a:lnTo>
                  <a:lnTo>
                    <a:pt x="371995" y="5839624"/>
                  </a:lnTo>
                  <a:lnTo>
                    <a:pt x="372089" y="5839624"/>
                  </a:lnTo>
                  <a:lnTo>
                    <a:pt x="372183" y="5839624"/>
                  </a:lnTo>
                  <a:lnTo>
                    <a:pt x="372277" y="5839624"/>
                  </a:lnTo>
                  <a:lnTo>
                    <a:pt x="372371" y="5839624"/>
                  </a:lnTo>
                  <a:lnTo>
                    <a:pt x="372466" y="5839624"/>
                  </a:lnTo>
                  <a:lnTo>
                    <a:pt x="372560" y="5839624"/>
                  </a:lnTo>
                  <a:lnTo>
                    <a:pt x="372654" y="5839624"/>
                  </a:lnTo>
                  <a:lnTo>
                    <a:pt x="372748" y="5839624"/>
                  </a:lnTo>
                  <a:lnTo>
                    <a:pt x="372842" y="5839624"/>
                  </a:lnTo>
                  <a:lnTo>
                    <a:pt x="372936" y="5839624"/>
                  </a:lnTo>
                  <a:lnTo>
                    <a:pt x="373030" y="5839624"/>
                  </a:lnTo>
                  <a:lnTo>
                    <a:pt x="373125" y="5839624"/>
                  </a:lnTo>
                  <a:lnTo>
                    <a:pt x="373219" y="5839624"/>
                  </a:lnTo>
                  <a:lnTo>
                    <a:pt x="373313" y="5839624"/>
                  </a:lnTo>
                  <a:lnTo>
                    <a:pt x="373407" y="5839624"/>
                  </a:lnTo>
                  <a:lnTo>
                    <a:pt x="373501" y="5839624"/>
                  </a:lnTo>
                  <a:lnTo>
                    <a:pt x="373595" y="5839624"/>
                  </a:lnTo>
                  <a:lnTo>
                    <a:pt x="373690" y="5839624"/>
                  </a:lnTo>
                  <a:lnTo>
                    <a:pt x="373784" y="5839624"/>
                  </a:lnTo>
                  <a:lnTo>
                    <a:pt x="373878" y="5839624"/>
                  </a:lnTo>
                  <a:lnTo>
                    <a:pt x="373972" y="5839624"/>
                  </a:lnTo>
                  <a:lnTo>
                    <a:pt x="374066" y="5839624"/>
                  </a:lnTo>
                  <a:lnTo>
                    <a:pt x="374160" y="5839624"/>
                  </a:lnTo>
                  <a:lnTo>
                    <a:pt x="374254" y="5839624"/>
                  </a:lnTo>
                  <a:lnTo>
                    <a:pt x="374349" y="5839624"/>
                  </a:lnTo>
                  <a:lnTo>
                    <a:pt x="374443" y="5839624"/>
                  </a:lnTo>
                  <a:lnTo>
                    <a:pt x="374537" y="5839624"/>
                  </a:lnTo>
                  <a:lnTo>
                    <a:pt x="374631" y="5839624"/>
                  </a:lnTo>
                  <a:lnTo>
                    <a:pt x="374725" y="5839624"/>
                  </a:lnTo>
                  <a:lnTo>
                    <a:pt x="374819" y="5839624"/>
                  </a:lnTo>
                  <a:lnTo>
                    <a:pt x="374914" y="5839624"/>
                  </a:lnTo>
                  <a:lnTo>
                    <a:pt x="375008" y="5839624"/>
                  </a:lnTo>
                  <a:lnTo>
                    <a:pt x="375102" y="5839624"/>
                  </a:lnTo>
                  <a:lnTo>
                    <a:pt x="375196" y="5839624"/>
                  </a:lnTo>
                  <a:lnTo>
                    <a:pt x="375290" y="5839624"/>
                  </a:lnTo>
                  <a:lnTo>
                    <a:pt x="375384" y="5839624"/>
                  </a:lnTo>
                  <a:lnTo>
                    <a:pt x="375478" y="5839624"/>
                  </a:lnTo>
                  <a:lnTo>
                    <a:pt x="375573" y="5839624"/>
                  </a:lnTo>
                  <a:lnTo>
                    <a:pt x="375667" y="5839624"/>
                  </a:lnTo>
                  <a:lnTo>
                    <a:pt x="375761" y="5839624"/>
                  </a:lnTo>
                  <a:lnTo>
                    <a:pt x="375855" y="5839624"/>
                  </a:lnTo>
                  <a:lnTo>
                    <a:pt x="375949" y="5839624"/>
                  </a:lnTo>
                  <a:lnTo>
                    <a:pt x="376043" y="5839624"/>
                  </a:lnTo>
                  <a:lnTo>
                    <a:pt x="376137" y="5839624"/>
                  </a:lnTo>
                  <a:lnTo>
                    <a:pt x="376137" y="5834713"/>
                  </a:lnTo>
                  <a:lnTo>
                    <a:pt x="376232" y="5834713"/>
                  </a:lnTo>
                  <a:lnTo>
                    <a:pt x="376326" y="5834713"/>
                  </a:lnTo>
                  <a:lnTo>
                    <a:pt x="376420" y="5834713"/>
                  </a:lnTo>
                  <a:lnTo>
                    <a:pt x="376514" y="5834713"/>
                  </a:lnTo>
                  <a:lnTo>
                    <a:pt x="376608" y="5834713"/>
                  </a:lnTo>
                  <a:lnTo>
                    <a:pt x="376702" y="5834713"/>
                  </a:lnTo>
                  <a:lnTo>
                    <a:pt x="376797" y="5834713"/>
                  </a:lnTo>
                  <a:lnTo>
                    <a:pt x="376891" y="5834713"/>
                  </a:lnTo>
                  <a:lnTo>
                    <a:pt x="376985" y="5834713"/>
                  </a:lnTo>
                  <a:lnTo>
                    <a:pt x="377079" y="5834713"/>
                  </a:lnTo>
                  <a:lnTo>
                    <a:pt x="377173" y="5834713"/>
                  </a:lnTo>
                  <a:lnTo>
                    <a:pt x="377267" y="5834713"/>
                  </a:lnTo>
                  <a:lnTo>
                    <a:pt x="377361" y="5834713"/>
                  </a:lnTo>
                  <a:lnTo>
                    <a:pt x="377456" y="5834713"/>
                  </a:lnTo>
                  <a:lnTo>
                    <a:pt x="377550" y="5834713"/>
                  </a:lnTo>
                  <a:lnTo>
                    <a:pt x="377644" y="5834713"/>
                  </a:lnTo>
                  <a:lnTo>
                    <a:pt x="377738" y="5834713"/>
                  </a:lnTo>
                  <a:lnTo>
                    <a:pt x="377832" y="5834713"/>
                  </a:lnTo>
                  <a:lnTo>
                    <a:pt x="377926" y="5834713"/>
                  </a:lnTo>
                  <a:lnTo>
                    <a:pt x="378021" y="5834713"/>
                  </a:lnTo>
                  <a:lnTo>
                    <a:pt x="378115" y="5834713"/>
                  </a:lnTo>
                  <a:lnTo>
                    <a:pt x="378209" y="5834713"/>
                  </a:lnTo>
                  <a:lnTo>
                    <a:pt x="378303" y="5834713"/>
                  </a:lnTo>
                  <a:lnTo>
                    <a:pt x="378397" y="5834713"/>
                  </a:lnTo>
                  <a:lnTo>
                    <a:pt x="378491" y="5834713"/>
                  </a:lnTo>
                  <a:lnTo>
                    <a:pt x="378585" y="5834713"/>
                  </a:lnTo>
                  <a:lnTo>
                    <a:pt x="378680" y="5834713"/>
                  </a:lnTo>
                  <a:lnTo>
                    <a:pt x="378774" y="5834713"/>
                  </a:lnTo>
                  <a:lnTo>
                    <a:pt x="378868" y="5834713"/>
                  </a:lnTo>
                  <a:lnTo>
                    <a:pt x="378962" y="5834713"/>
                  </a:lnTo>
                  <a:lnTo>
                    <a:pt x="379056" y="5834713"/>
                  </a:lnTo>
                  <a:lnTo>
                    <a:pt x="379150" y="5834713"/>
                  </a:lnTo>
                  <a:lnTo>
                    <a:pt x="379245" y="5834713"/>
                  </a:lnTo>
                  <a:lnTo>
                    <a:pt x="379339" y="5834713"/>
                  </a:lnTo>
                  <a:lnTo>
                    <a:pt x="379433" y="5834713"/>
                  </a:lnTo>
                  <a:lnTo>
                    <a:pt x="379527" y="5834713"/>
                  </a:lnTo>
                  <a:lnTo>
                    <a:pt x="379621" y="5834713"/>
                  </a:lnTo>
                  <a:lnTo>
                    <a:pt x="379715" y="5834713"/>
                  </a:lnTo>
                  <a:lnTo>
                    <a:pt x="379809" y="5834713"/>
                  </a:lnTo>
                  <a:lnTo>
                    <a:pt x="379904" y="5834713"/>
                  </a:lnTo>
                  <a:lnTo>
                    <a:pt x="379998" y="5834713"/>
                  </a:lnTo>
                  <a:lnTo>
                    <a:pt x="379998" y="5829802"/>
                  </a:lnTo>
                  <a:lnTo>
                    <a:pt x="380092" y="5829802"/>
                  </a:lnTo>
                  <a:lnTo>
                    <a:pt x="380186" y="5829802"/>
                  </a:lnTo>
                  <a:lnTo>
                    <a:pt x="380280" y="5829802"/>
                  </a:lnTo>
                  <a:lnTo>
                    <a:pt x="380374" y="5829802"/>
                  </a:lnTo>
                  <a:lnTo>
                    <a:pt x="380468" y="5829802"/>
                  </a:lnTo>
                  <a:lnTo>
                    <a:pt x="380563" y="5829802"/>
                  </a:lnTo>
                  <a:lnTo>
                    <a:pt x="380657" y="5829802"/>
                  </a:lnTo>
                  <a:lnTo>
                    <a:pt x="380751" y="5829802"/>
                  </a:lnTo>
                  <a:lnTo>
                    <a:pt x="380845" y="5829802"/>
                  </a:lnTo>
                  <a:lnTo>
                    <a:pt x="380939" y="5829802"/>
                  </a:lnTo>
                  <a:lnTo>
                    <a:pt x="381033" y="5829802"/>
                  </a:lnTo>
                  <a:lnTo>
                    <a:pt x="381128" y="5829802"/>
                  </a:lnTo>
                  <a:lnTo>
                    <a:pt x="381222" y="5829802"/>
                  </a:lnTo>
                  <a:lnTo>
                    <a:pt x="381222" y="5824890"/>
                  </a:lnTo>
                  <a:lnTo>
                    <a:pt x="381316" y="5824890"/>
                  </a:lnTo>
                  <a:lnTo>
                    <a:pt x="381410" y="5824890"/>
                  </a:lnTo>
                  <a:lnTo>
                    <a:pt x="381504" y="5824890"/>
                  </a:lnTo>
                  <a:lnTo>
                    <a:pt x="381504" y="5819979"/>
                  </a:lnTo>
                  <a:lnTo>
                    <a:pt x="381598" y="5819979"/>
                  </a:lnTo>
                  <a:lnTo>
                    <a:pt x="381692" y="5819979"/>
                  </a:lnTo>
                  <a:lnTo>
                    <a:pt x="381787" y="5819979"/>
                  </a:lnTo>
                  <a:lnTo>
                    <a:pt x="381881" y="5819979"/>
                  </a:lnTo>
                  <a:lnTo>
                    <a:pt x="381975" y="5819979"/>
                  </a:lnTo>
                  <a:lnTo>
                    <a:pt x="382069" y="5819979"/>
                  </a:lnTo>
                  <a:lnTo>
                    <a:pt x="382163" y="5819979"/>
                  </a:lnTo>
                  <a:lnTo>
                    <a:pt x="382257" y="5819979"/>
                  </a:lnTo>
                  <a:lnTo>
                    <a:pt x="382352" y="5819979"/>
                  </a:lnTo>
                  <a:lnTo>
                    <a:pt x="382446" y="5819979"/>
                  </a:lnTo>
                  <a:lnTo>
                    <a:pt x="382540" y="5819979"/>
                  </a:lnTo>
                  <a:lnTo>
                    <a:pt x="382634" y="5819979"/>
                  </a:lnTo>
                  <a:lnTo>
                    <a:pt x="382728" y="5819979"/>
                  </a:lnTo>
                  <a:lnTo>
                    <a:pt x="382822" y="5819979"/>
                  </a:lnTo>
                  <a:lnTo>
                    <a:pt x="382916" y="5819979"/>
                  </a:lnTo>
                  <a:lnTo>
                    <a:pt x="383011" y="5819979"/>
                  </a:lnTo>
                  <a:lnTo>
                    <a:pt x="383105" y="5819979"/>
                  </a:lnTo>
                  <a:lnTo>
                    <a:pt x="383199" y="5819979"/>
                  </a:lnTo>
                  <a:lnTo>
                    <a:pt x="383293" y="5819979"/>
                  </a:lnTo>
                  <a:lnTo>
                    <a:pt x="383387" y="5819979"/>
                  </a:lnTo>
                  <a:lnTo>
                    <a:pt x="383481" y="5819979"/>
                  </a:lnTo>
                  <a:lnTo>
                    <a:pt x="383576" y="5819979"/>
                  </a:lnTo>
                  <a:lnTo>
                    <a:pt x="383670" y="5819979"/>
                  </a:lnTo>
                  <a:lnTo>
                    <a:pt x="383764" y="5819979"/>
                  </a:lnTo>
                  <a:lnTo>
                    <a:pt x="383858" y="5819979"/>
                  </a:lnTo>
                  <a:lnTo>
                    <a:pt x="383952" y="5819979"/>
                  </a:lnTo>
                  <a:lnTo>
                    <a:pt x="384046" y="5819979"/>
                  </a:lnTo>
                  <a:lnTo>
                    <a:pt x="384140" y="5819979"/>
                  </a:lnTo>
                  <a:lnTo>
                    <a:pt x="384235" y="5819979"/>
                  </a:lnTo>
                  <a:lnTo>
                    <a:pt x="384329" y="5819979"/>
                  </a:lnTo>
                  <a:lnTo>
                    <a:pt x="384423" y="5819979"/>
                  </a:lnTo>
                  <a:lnTo>
                    <a:pt x="384517" y="5819979"/>
                  </a:lnTo>
                  <a:lnTo>
                    <a:pt x="384611" y="5819979"/>
                  </a:lnTo>
                  <a:lnTo>
                    <a:pt x="384705" y="5819979"/>
                  </a:lnTo>
                  <a:lnTo>
                    <a:pt x="384799" y="5819979"/>
                  </a:lnTo>
                  <a:lnTo>
                    <a:pt x="384894" y="5819979"/>
                  </a:lnTo>
                  <a:lnTo>
                    <a:pt x="384988" y="5819979"/>
                  </a:lnTo>
                  <a:lnTo>
                    <a:pt x="385082" y="5819979"/>
                  </a:lnTo>
                  <a:lnTo>
                    <a:pt x="385176" y="5819979"/>
                  </a:lnTo>
                  <a:lnTo>
                    <a:pt x="385270" y="5819979"/>
                  </a:lnTo>
                  <a:lnTo>
                    <a:pt x="385270" y="5815067"/>
                  </a:lnTo>
                  <a:lnTo>
                    <a:pt x="385364" y="5815067"/>
                  </a:lnTo>
                  <a:lnTo>
                    <a:pt x="385459" y="5815067"/>
                  </a:lnTo>
                  <a:lnTo>
                    <a:pt x="385553" y="5815067"/>
                  </a:lnTo>
                  <a:lnTo>
                    <a:pt x="385647" y="5815067"/>
                  </a:lnTo>
                  <a:lnTo>
                    <a:pt x="385741" y="5815067"/>
                  </a:lnTo>
                  <a:lnTo>
                    <a:pt x="385835" y="5815067"/>
                  </a:lnTo>
                  <a:lnTo>
                    <a:pt x="385929" y="5815067"/>
                  </a:lnTo>
                  <a:lnTo>
                    <a:pt x="386023" y="5815067"/>
                  </a:lnTo>
                  <a:lnTo>
                    <a:pt x="386118" y="5815067"/>
                  </a:lnTo>
                  <a:lnTo>
                    <a:pt x="386118" y="5810156"/>
                  </a:lnTo>
                  <a:lnTo>
                    <a:pt x="386212" y="5810156"/>
                  </a:lnTo>
                  <a:lnTo>
                    <a:pt x="386306" y="5810156"/>
                  </a:lnTo>
                  <a:lnTo>
                    <a:pt x="386400" y="5810156"/>
                  </a:lnTo>
                  <a:lnTo>
                    <a:pt x="386494" y="5810156"/>
                  </a:lnTo>
                  <a:lnTo>
                    <a:pt x="386588" y="5810156"/>
                  </a:lnTo>
                  <a:lnTo>
                    <a:pt x="386683" y="5810156"/>
                  </a:lnTo>
                  <a:lnTo>
                    <a:pt x="386777" y="5810156"/>
                  </a:lnTo>
                  <a:lnTo>
                    <a:pt x="386871" y="5810156"/>
                  </a:lnTo>
                  <a:lnTo>
                    <a:pt x="386965" y="5810156"/>
                  </a:lnTo>
                  <a:lnTo>
                    <a:pt x="387059" y="5810156"/>
                  </a:lnTo>
                  <a:lnTo>
                    <a:pt x="387153" y="5810156"/>
                  </a:lnTo>
                  <a:lnTo>
                    <a:pt x="387247" y="5810156"/>
                  </a:lnTo>
                  <a:lnTo>
                    <a:pt x="387342" y="5810156"/>
                  </a:lnTo>
                  <a:lnTo>
                    <a:pt x="387436" y="5810156"/>
                  </a:lnTo>
                  <a:lnTo>
                    <a:pt x="387530" y="5810156"/>
                  </a:lnTo>
                  <a:lnTo>
                    <a:pt x="387624" y="5810156"/>
                  </a:lnTo>
                  <a:lnTo>
                    <a:pt x="387718" y="5810156"/>
                  </a:lnTo>
                  <a:lnTo>
                    <a:pt x="387812" y="5810156"/>
                  </a:lnTo>
                  <a:lnTo>
                    <a:pt x="387907" y="5810156"/>
                  </a:lnTo>
                  <a:lnTo>
                    <a:pt x="388001" y="5810156"/>
                  </a:lnTo>
                  <a:lnTo>
                    <a:pt x="388095" y="5810156"/>
                  </a:lnTo>
                  <a:lnTo>
                    <a:pt x="388189" y="5810156"/>
                  </a:lnTo>
                  <a:lnTo>
                    <a:pt x="388283" y="5810156"/>
                  </a:lnTo>
                  <a:lnTo>
                    <a:pt x="388377" y="5810156"/>
                  </a:lnTo>
                  <a:lnTo>
                    <a:pt x="388471" y="5810156"/>
                  </a:lnTo>
                  <a:lnTo>
                    <a:pt x="388566" y="5810156"/>
                  </a:lnTo>
                  <a:lnTo>
                    <a:pt x="388660" y="5810156"/>
                  </a:lnTo>
                  <a:lnTo>
                    <a:pt x="388754" y="5810156"/>
                  </a:lnTo>
                  <a:lnTo>
                    <a:pt x="388848" y="5810156"/>
                  </a:lnTo>
                  <a:lnTo>
                    <a:pt x="388942" y="5810156"/>
                  </a:lnTo>
                  <a:lnTo>
                    <a:pt x="389036" y="5810156"/>
                  </a:lnTo>
                  <a:lnTo>
                    <a:pt x="389130" y="5810156"/>
                  </a:lnTo>
                  <a:lnTo>
                    <a:pt x="389225" y="5810156"/>
                  </a:lnTo>
                  <a:lnTo>
                    <a:pt x="389319" y="5810156"/>
                  </a:lnTo>
                  <a:lnTo>
                    <a:pt x="389413" y="5810156"/>
                  </a:lnTo>
                  <a:lnTo>
                    <a:pt x="389507" y="5810156"/>
                  </a:lnTo>
                  <a:lnTo>
                    <a:pt x="389601" y="5810156"/>
                  </a:lnTo>
                  <a:lnTo>
                    <a:pt x="389695" y="5810156"/>
                  </a:lnTo>
                  <a:lnTo>
                    <a:pt x="389790" y="5810156"/>
                  </a:lnTo>
                  <a:lnTo>
                    <a:pt x="389884" y="5810156"/>
                  </a:lnTo>
                  <a:lnTo>
                    <a:pt x="389978" y="5810156"/>
                  </a:lnTo>
                  <a:lnTo>
                    <a:pt x="390072" y="5810156"/>
                  </a:lnTo>
                  <a:lnTo>
                    <a:pt x="390166" y="5810156"/>
                  </a:lnTo>
                  <a:lnTo>
                    <a:pt x="390260" y="5810156"/>
                  </a:lnTo>
                  <a:lnTo>
                    <a:pt x="390354" y="5810156"/>
                  </a:lnTo>
                  <a:lnTo>
                    <a:pt x="390449" y="5810156"/>
                  </a:lnTo>
                  <a:lnTo>
                    <a:pt x="390543" y="5810156"/>
                  </a:lnTo>
                  <a:lnTo>
                    <a:pt x="390637" y="5810156"/>
                  </a:lnTo>
                  <a:lnTo>
                    <a:pt x="390731" y="5810156"/>
                  </a:lnTo>
                  <a:lnTo>
                    <a:pt x="390825" y="5810156"/>
                  </a:lnTo>
                  <a:lnTo>
                    <a:pt x="390825" y="5805245"/>
                  </a:lnTo>
                  <a:lnTo>
                    <a:pt x="390919" y="5805245"/>
                  </a:lnTo>
                  <a:lnTo>
                    <a:pt x="391014" y="5805245"/>
                  </a:lnTo>
                  <a:lnTo>
                    <a:pt x="391108" y="5805245"/>
                  </a:lnTo>
                  <a:lnTo>
                    <a:pt x="391202" y="5805245"/>
                  </a:lnTo>
                  <a:lnTo>
                    <a:pt x="391296" y="5805245"/>
                  </a:lnTo>
                  <a:lnTo>
                    <a:pt x="391390" y="5805245"/>
                  </a:lnTo>
                  <a:lnTo>
                    <a:pt x="391484" y="5805245"/>
                  </a:lnTo>
                  <a:lnTo>
                    <a:pt x="391578" y="5805245"/>
                  </a:lnTo>
                  <a:lnTo>
                    <a:pt x="391673" y="5805245"/>
                  </a:lnTo>
                  <a:lnTo>
                    <a:pt x="391767" y="5805245"/>
                  </a:lnTo>
                  <a:lnTo>
                    <a:pt x="391861" y="5805245"/>
                  </a:lnTo>
                  <a:lnTo>
                    <a:pt x="391955" y="5805245"/>
                  </a:lnTo>
                  <a:lnTo>
                    <a:pt x="392049" y="5805245"/>
                  </a:lnTo>
                  <a:lnTo>
                    <a:pt x="392143" y="5805245"/>
                  </a:lnTo>
                  <a:lnTo>
                    <a:pt x="392238" y="5805245"/>
                  </a:lnTo>
                  <a:lnTo>
                    <a:pt x="392332" y="5805245"/>
                  </a:lnTo>
                  <a:lnTo>
                    <a:pt x="392426" y="5805245"/>
                  </a:lnTo>
                  <a:lnTo>
                    <a:pt x="392520" y="5805245"/>
                  </a:lnTo>
                  <a:lnTo>
                    <a:pt x="392614" y="5805245"/>
                  </a:lnTo>
                  <a:lnTo>
                    <a:pt x="392708" y="5805245"/>
                  </a:lnTo>
                  <a:lnTo>
                    <a:pt x="392802" y="5805245"/>
                  </a:lnTo>
                  <a:lnTo>
                    <a:pt x="392897" y="5805245"/>
                  </a:lnTo>
                  <a:lnTo>
                    <a:pt x="392991" y="5805245"/>
                  </a:lnTo>
                  <a:lnTo>
                    <a:pt x="393085" y="5805245"/>
                  </a:lnTo>
                  <a:lnTo>
                    <a:pt x="393179" y="5805245"/>
                  </a:lnTo>
                  <a:lnTo>
                    <a:pt x="393273" y="5805245"/>
                  </a:lnTo>
                  <a:lnTo>
                    <a:pt x="393367" y="5805245"/>
                  </a:lnTo>
                  <a:lnTo>
                    <a:pt x="393461" y="5805245"/>
                  </a:lnTo>
                  <a:lnTo>
                    <a:pt x="393556" y="5805245"/>
                  </a:lnTo>
                  <a:lnTo>
                    <a:pt x="393650" y="5805245"/>
                  </a:lnTo>
                  <a:lnTo>
                    <a:pt x="393744" y="5805245"/>
                  </a:lnTo>
                  <a:lnTo>
                    <a:pt x="393838" y="5805245"/>
                  </a:lnTo>
                  <a:lnTo>
                    <a:pt x="393932" y="5805245"/>
                  </a:lnTo>
                  <a:lnTo>
                    <a:pt x="394026" y="5805245"/>
                  </a:lnTo>
                  <a:lnTo>
                    <a:pt x="394121" y="5805245"/>
                  </a:lnTo>
                  <a:lnTo>
                    <a:pt x="394215" y="5805245"/>
                  </a:lnTo>
                  <a:lnTo>
                    <a:pt x="394309" y="5805245"/>
                  </a:lnTo>
                  <a:lnTo>
                    <a:pt x="394403" y="5805245"/>
                  </a:lnTo>
                  <a:lnTo>
                    <a:pt x="394497" y="5805245"/>
                  </a:lnTo>
                  <a:lnTo>
                    <a:pt x="394591" y="5805245"/>
                  </a:lnTo>
                  <a:lnTo>
                    <a:pt x="394685" y="5805245"/>
                  </a:lnTo>
                  <a:lnTo>
                    <a:pt x="394780" y="5805245"/>
                  </a:lnTo>
                  <a:lnTo>
                    <a:pt x="394874" y="5805245"/>
                  </a:lnTo>
                  <a:lnTo>
                    <a:pt x="394968" y="5805245"/>
                  </a:lnTo>
                  <a:lnTo>
                    <a:pt x="395062" y="5805245"/>
                  </a:lnTo>
                  <a:lnTo>
                    <a:pt x="395156" y="5805245"/>
                  </a:lnTo>
                  <a:lnTo>
                    <a:pt x="395250" y="5805245"/>
                  </a:lnTo>
                  <a:lnTo>
                    <a:pt x="395345" y="5805245"/>
                  </a:lnTo>
                  <a:lnTo>
                    <a:pt x="395439" y="5805245"/>
                  </a:lnTo>
                  <a:lnTo>
                    <a:pt x="395533" y="5805245"/>
                  </a:lnTo>
                  <a:lnTo>
                    <a:pt x="395627" y="5805245"/>
                  </a:lnTo>
                  <a:lnTo>
                    <a:pt x="395721" y="5805245"/>
                  </a:lnTo>
                  <a:lnTo>
                    <a:pt x="395815" y="5805245"/>
                  </a:lnTo>
                  <a:lnTo>
                    <a:pt x="395909" y="5805245"/>
                  </a:lnTo>
                  <a:lnTo>
                    <a:pt x="396004" y="5805245"/>
                  </a:lnTo>
                  <a:lnTo>
                    <a:pt x="396098" y="5805245"/>
                  </a:lnTo>
                  <a:lnTo>
                    <a:pt x="396192" y="5805245"/>
                  </a:lnTo>
                  <a:lnTo>
                    <a:pt x="396286" y="5805245"/>
                  </a:lnTo>
                  <a:lnTo>
                    <a:pt x="396380" y="5805245"/>
                  </a:lnTo>
                  <a:lnTo>
                    <a:pt x="396474" y="5805245"/>
                  </a:lnTo>
                  <a:lnTo>
                    <a:pt x="396569" y="5805245"/>
                  </a:lnTo>
                  <a:lnTo>
                    <a:pt x="396663" y="5805245"/>
                  </a:lnTo>
                  <a:lnTo>
                    <a:pt x="396757" y="5805245"/>
                  </a:lnTo>
                  <a:lnTo>
                    <a:pt x="396851" y="5805245"/>
                  </a:lnTo>
                  <a:lnTo>
                    <a:pt x="396945" y="5805245"/>
                  </a:lnTo>
                  <a:lnTo>
                    <a:pt x="397039" y="5805245"/>
                  </a:lnTo>
                  <a:lnTo>
                    <a:pt x="397133" y="5805245"/>
                  </a:lnTo>
                  <a:lnTo>
                    <a:pt x="397228" y="5805245"/>
                  </a:lnTo>
                  <a:lnTo>
                    <a:pt x="397322" y="5805245"/>
                  </a:lnTo>
                  <a:lnTo>
                    <a:pt x="397416" y="5805245"/>
                  </a:lnTo>
                  <a:lnTo>
                    <a:pt x="397510" y="5805245"/>
                  </a:lnTo>
                  <a:lnTo>
                    <a:pt x="397604" y="5805245"/>
                  </a:lnTo>
                  <a:lnTo>
                    <a:pt x="397698" y="5805245"/>
                  </a:lnTo>
                  <a:lnTo>
                    <a:pt x="397792" y="5805245"/>
                  </a:lnTo>
                  <a:lnTo>
                    <a:pt x="397887" y="5805245"/>
                  </a:lnTo>
                  <a:lnTo>
                    <a:pt x="397981" y="5805245"/>
                  </a:lnTo>
                  <a:lnTo>
                    <a:pt x="398075" y="5805245"/>
                  </a:lnTo>
                  <a:lnTo>
                    <a:pt x="398169" y="5805245"/>
                  </a:lnTo>
                  <a:lnTo>
                    <a:pt x="398263" y="5805245"/>
                  </a:lnTo>
                  <a:lnTo>
                    <a:pt x="398357" y="5805245"/>
                  </a:lnTo>
                  <a:lnTo>
                    <a:pt x="398452" y="5805245"/>
                  </a:lnTo>
                  <a:lnTo>
                    <a:pt x="398546" y="5805245"/>
                  </a:lnTo>
                  <a:lnTo>
                    <a:pt x="398640" y="5805245"/>
                  </a:lnTo>
                  <a:lnTo>
                    <a:pt x="398734" y="5805245"/>
                  </a:lnTo>
                  <a:lnTo>
                    <a:pt x="398828" y="5805245"/>
                  </a:lnTo>
                  <a:lnTo>
                    <a:pt x="398922" y="5805245"/>
                  </a:lnTo>
                  <a:lnTo>
                    <a:pt x="399016" y="5805245"/>
                  </a:lnTo>
                  <a:lnTo>
                    <a:pt x="399111" y="5805245"/>
                  </a:lnTo>
                  <a:lnTo>
                    <a:pt x="399205" y="5805245"/>
                  </a:lnTo>
                  <a:lnTo>
                    <a:pt x="399299" y="5805245"/>
                  </a:lnTo>
                  <a:lnTo>
                    <a:pt x="399393" y="5805245"/>
                  </a:lnTo>
                  <a:lnTo>
                    <a:pt x="399487" y="5805245"/>
                  </a:lnTo>
                  <a:lnTo>
                    <a:pt x="399581" y="5805245"/>
                  </a:lnTo>
                  <a:lnTo>
                    <a:pt x="399676" y="5805245"/>
                  </a:lnTo>
                  <a:lnTo>
                    <a:pt x="399770" y="5805245"/>
                  </a:lnTo>
                  <a:lnTo>
                    <a:pt x="399864" y="5805245"/>
                  </a:lnTo>
                  <a:lnTo>
                    <a:pt x="399958" y="5805245"/>
                  </a:lnTo>
                  <a:lnTo>
                    <a:pt x="400052" y="5805245"/>
                  </a:lnTo>
                  <a:lnTo>
                    <a:pt x="400146" y="5805245"/>
                  </a:lnTo>
                  <a:lnTo>
                    <a:pt x="400240" y="5805245"/>
                  </a:lnTo>
                  <a:lnTo>
                    <a:pt x="400335" y="5805245"/>
                  </a:lnTo>
                  <a:lnTo>
                    <a:pt x="400429" y="5805245"/>
                  </a:lnTo>
                  <a:lnTo>
                    <a:pt x="400523" y="5805245"/>
                  </a:lnTo>
                  <a:lnTo>
                    <a:pt x="400617" y="5805245"/>
                  </a:lnTo>
                  <a:lnTo>
                    <a:pt x="400711" y="5805245"/>
                  </a:lnTo>
                  <a:lnTo>
                    <a:pt x="400805" y="5805245"/>
                  </a:lnTo>
                  <a:lnTo>
                    <a:pt x="400900" y="5805245"/>
                  </a:lnTo>
                  <a:lnTo>
                    <a:pt x="400994" y="5805245"/>
                  </a:lnTo>
                  <a:lnTo>
                    <a:pt x="401088" y="5805245"/>
                  </a:lnTo>
                  <a:lnTo>
                    <a:pt x="401182" y="5805245"/>
                  </a:lnTo>
                  <a:lnTo>
                    <a:pt x="401276" y="5805245"/>
                  </a:lnTo>
                  <a:lnTo>
                    <a:pt x="401370" y="5805245"/>
                  </a:lnTo>
                  <a:lnTo>
                    <a:pt x="401464" y="5805245"/>
                  </a:lnTo>
                  <a:lnTo>
                    <a:pt x="401559" y="5805245"/>
                  </a:lnTo>
                  <a:lnTo>
                    <a:pt x="401653" y="5805245"/>
                  </a:lnTo>
                  <a:lnTo>
                    <a:pt x="401747" y="5805245"/>
                  </a:lnTo>
                  <a:lnTo>
                    <a:pt x="401841" y="5805245"/>
                  </a:lnTo>
                  <a:lnTo>
                    <a:pt x="401935" y="5805245"/>
                  </a:lnTo>
                  <a:lnTo>
                    <a:pt x="402029" y="5805245"/>
                  </a:lnTo>
                  <a:lnTo>
                    <a:pt x="402123" y="5805245"/>
                  </a:lnTo>
                  <a:lnTo>
                    <a:pt x="402218" y="5805245"/>
                  </a:lnTo>
                  <a:lnTo>
                    <a:pt x="402312" y="5805245"/>
                  </a:lnTo>
                  <a:lnTo>
                    <a:pt x="402406" y="5805245"/>
                  </a:lnTo>
                  <a:lnTo>
                    <a:pt x="402500" y="5805245"/>
                  </a:lnTo>
                  <a:lnTo>
                    <a:pt x="402594" y="5805245"/>
                  </a:lnTo>
                  <a:lnTo>
                    <a:pt x="402688" y="5805245"/>
                  </a:lnTo>
                  <a:lnTo>
                    <a:pt x="402783" y="5805245"/>
                  </a:lnTo>
                  <a:lnTo>
                    <a:pt x="402877" y="5805245"/>
                  </a:lnTo>
                  <a:lnTo>
                    <a:pt x="402971" y="5805245"/>
                  </a:lnTo>
                  <a:lnTo>
                    <a:pt x="403065" y="5805245"/>
                  </a:lnTo>
                  <a:lnTo>
                    <a:pt x="403159" y="5805245"/>
                  </a:lnTo>
                  <a:lnTo>
                    <a:pt x="403253" y="5805245"/>
                  </a:lnTo>
                  <a:lnTo>
                    <a:pt x="403347" y="5805245"/>
                  </a:lnTo>
                  <a:lnTo>
                    <a:pt x="403442" y="5805245"/>
                  </a:lnTo>
                  <a:lnTo>
                    <a:pt x="403536" y="5805245"/>
                  </a:lnTo>
                  <a:lnTo>
                    <a:pt x="403630" y="5805245"/>
                  </a:lnTo>
                  <a:lnTo>
                    <a:pt x="403724" y="5805245"/>
                  </a:lnTo>
                  <a:lnTo>
                    <a:pt x="403818" y="5805245"/>
                  </a:lnTo>
                  <a:lnTo>
                    <a:pt x="403912" y="5805245"/>
                  </a:lnTo>
                  <a:lnTo>
                    <a:pt x="404007" y="5805245"/>
                  </a:lnTo>
                  <a:lnTo>
                    <a:pt x="404101" y="5805245"/>
                  </a:lnTo>
                  <a:lnTo>
                    <a:pt x="404195" y="5805245"/>
                  </a:lnTo>
                  <a:lnTo>
                    <a:pt x="404289" y="5805245"/>
                  </a:lnTo>
                  <a:lnTo>
                    <a:pt x="404383" y="5805245"/>
                  </a:lnTo>
                  <a:lnTo>
                    <a:pt x="404477" y="5805245"/>
                  </a:lnTo>
                  <a:lnTo>
                    <a:pt x="404571" y="5805245"/>
                  </a:lnTo>
                  <a:lnTo>
                    <a:pt x="404666" y="5805245"/>
                  </a:lnTo>
                  <a:lnTo>
                    <a:pt x="404760" y="5805245"/>
                  </a:lnTo>
                  <a:lnTo>
                    <a:pt x="404854" y="5805245"/>
                  </a:lnTo>
                  <a:lnTo>
                    <a:pt x="404948" y="5805245"/>
                  </a:lnTo>
                  <a:lnTo>
                    <a:pt x="404948" y="5800333"/>
                  </a:lnTo>
                  <a:lnTo>
                    <a:pt x="405042" y="5800333"/>
                  </a:lnTo>
                  <a:lnTo>
                    <a:pt x="405136" y="5800333"/>
                  </a:lnTo>
                  <a:lnTo>
                    <a:pt x="405231" y="5800333"/>
                  </a:lnTo>
                  <a:lnTo>
                    <a:pt x="405325" y="5800333"/>
                  </a:lnTo>
                  <a:lnTo>
                    <a:pt x="405419" y="5800333"/>
                  </a:lnTo>
                  <a:lnTo>
                    <a:pt x="405513" y="5800333"/>
                  </a:lnTo>
                  <a:lnTo>
                    <a:pt x="405607" y="5800333"/>
                  </a:lnTo>
                  <a:lnTo>
                    <a:pt x="405701" y="5800333"/>
                  </a:lnTo>
                  <a:lnTo>
                    <a:pt x="405795" y="5800333"/>
                  </a:lnTo>
                  <a:lnTo>
                    <a:pt x="405890" y="5800333"/>
                  </a:lnTo>
                  <a:lnTo>
                    <a:pt x="405984" y="5800333"/>
                  </a:lnTo>
                  <a:lnTo>
                    <a:pt x="406078" y="5800333"/>
                  </a:lnTo>
                  <a:lnTo>
                    <a:pt x="406172" y="5800333"/>
                  </a:lnTo>
                  <a:lnTo>
                    <a:pt x="406266" y="5800333"/>
                  </a:lnTo>
                  <a:lnTo>
                    <a:pt x="406266" y="5795422"/>
                  </a:lnTo>
                  <a:lnTo>
                    <a:pt x="406360" y="5795422"/>
                  </a:lnTo>
                  <a:lnTo>
                    <a:pt x="406455" y="5795422"/>
                  </a:lnTo>
                  <a:lnTo>
                    <a:pt x="406549" y="5795422"/>
                  </a:lnTo>
                  <a:lnTo>
                    <a:pt x="406643" y="5795422"/>
                  </a:lnTo>
                  <a:lnTo>
                    <a:pt x="406737" y="5795422"/>
                  </a:lnTo>
                  <a:lnTo>
                    <a:pt x="406831" y="5795422"/>
                  </a:lnTo>
                  <a:lnTo>
                    <a:pt x="406925" y="5795422"/>
                  </a:lnTo>
                  <a:lnTo>
                    <a:pt x="407019" y="5795422"/>
                  </a:lnTo>
                  <a:lnTo>
                    <a:pt x="407114" y="5795422"/>
                  </a:lnTo>
                  <a:lnTo>
                    <a:pt x="407114" y="5790511"/>
                  </a:lnTo>
                  <a:lnTo>
                    <a:pt x="407114" y="5785599"/>
                  </a:lnTo>
                  <a:lnTo>
                    <a:pt x="407208" y="5785599"/>
                  </a:lnTo>
                  <a:lnTo>
                    <a:pt x="407302" y="5785599"/>
                  </a:lnTo>
                  <a:lnTo>
                    <a:pt x="407396" y="5785599"/>
                  </a:lnTo>
                  <a:lnTo>
                    <a:pt x="407490" y="5785599"/>
                  </a:lnTo>
                  <a:lnTo>
                    <a:pt x="407584" y="5785599"/>
                  </a:lnTo>
                  <a:lnTo>
                    <a:pt x="407678" y="5785599"/>
                  </a:lnTo>
                  <a:lnTo>
                    <a:pt x="407773" y="5785599"/>
                  </a:lnTo>
                  <a:lnTo>
                    <a:pt x="407867" y="5785599"/>
                  </a:lnTo>
                  <a:lnTo>
                    <a:pt x="407961" y="5785599"/>
                  </a:lnTo>
                  <a:lnTo>
                    <a:pt x="408055" y="5785599"/>
                  </a:lnTo>
                  <a:lnTo>
                    <a:pt x="408149" y="5785599"/>
                  </a:lnTo>
                  <a:lnTo>
                    <a:pt x="408243" y="5785599"/>
                  </a:lnTo>
                  <a:lnTo>
                    <a:pt x="408338" y="5785599"/>
                  </a:lnTo>
                  <a:lnTo>
                    <a:pt x="408432" y="5785599"/>
                  </a:lnTo>
                  <a:lnTo>
                    <a:pt x="408526" y="5785599"/>
                  </a:lnTo>
                  <a:lnTo>
                    <a:pt x="408526" y="5780688"/>
                  </a:lnTo>
                  <a:lnTo>
                    <a:pt x="408620" y="5780688"/>
                  </a:lnTo>
                  <a:lnTo>
                    <a:pt x="408714" y="5780688"/>
                  </a:lnTo>
                  <a:lnTo>
                    <a:pt x="408808" y="5780688"/>
                  </a:lnTo>
                  <a:lnTo>
                    <a:pt x="408902" y="5780688"/>
                  </a:lnTo>
                  <a:lnTo>
                    <a:pt x="408997" y="5780688"/>
                  </a:lnTo>
                  <a:lnTo>
                    <a:pt x="409091" y="5780688"/>
                  </a:lnTo>
                  <a:lnTo>
                    <a:pt x="409185" y="5780688"/>
                  </a:lnTo>
                  <a:lnTo>
                    <a:pt x="409279" y="5780688"/>
                  </a:lnTo>
                  <a:lnTo>
                    <a:pt x="409373" y="5780688"/>
                  </a:lnTo>
                  <a:lnTo>
                    <a:pt x="409467" y="5780688"/>
                  </a:lnTo>
                  <a:lnTo>
                    <a:pt x="409562" y="5780688"/>
                  </a:lnTo>
                  <a:lnTo>
                    <a:pt x="409656" y="5780688"/>
                  </a:lnTo>
                  <a:lnTo>
                    <a:pt x="409750" y="5780688"/>
                  </a:lnTo>
                  <a:lnTo>
                    <a:pt x="409844" y="5780688"/>
                  </a:lnTo>
                  <a:lnTo>
                    <a:pt x="409938" y="5780688"/>
                  </a:lnTo>
                  <a:lnTo>
                    <a:pt x="410032" y="5780688"/>
                  </a:lnTo>
                  <a:lnTo>
                    <a:pt x="410126" y="5780688"/>
                  </a:lnTo>
                  <a:lnTo>
                    <a:pt x="410221" y="5780688"/>
                  </a:lnTo>
                  <a:lnTo>
                    <a:pt x="410221" y="5775776"/>
                  </a:lnTo>
                  <a:lnTo>
                    <a:pt x="410315" y="5775776"/>
                  </a:lnTo>
                  <a:lnTo>
                    <a:pt x="410409" y="5775776"/>
                  </a:lnTo>
                  <a:lnTo>
                    <a:pt x="410503" y="5775776"/>
                  </a:lnTo>
                  <a:lnTo>
                    <a:pt x="410597" y="5775776"/>
                  </a:lnTo>
                  <a:lnTo>
                    <a:pt x="410691" y="5775776"/>
                  </a:lnTo>
                  <a:lnTo>
                    <a:pt x="410786" y="5775776"/>
                  </a:lnTo>
                  <a:lnTo>
                    <a:pt x="410786" y="5770865"/>
                  </a:lnTo>
                  <a:lnTo>
                    <a:pt x="410880" y="5770865"/>
                  </a:lnTo>
                  <a:lnTo>
                    <a:pt x="410974" y="5770865"/>
                  </a:lnTo>
                  <a:lnTo>
                    <a:pt x="411068" y="5770865"/>
                  </a:lnTo>
                  <a:lnTo>
                    <a:pt x="411162" y="5770865"/>
                  </a:lnTo>
                  <a:lnTo>
                    <a:pt x="411256" y="5770865"/>
                  </a:lnTo>
                  <a:lnTo>
                    <a:pt x="411350" y="5770865"/>
                  </a:lnTo>
                  <a:lnTo>
                    <a:pt x="411445" y="5770865"/>
                  </a:lnTo>
                  <a:lnTo>
                    <a:pt x="411539" y="5770865"/>
                  </a:lnTo>
                  <a:lnTo>
                    <a:pt x="411633" y="5770865"/>
                  </a:lnTo>
                  <a:lnTo>
                    <a:pt x="411727" y="5770865"/>
                  </a:lnTo>
                  <a:lnTo>
                    <a:pt x="411821" y="5770865"/>
                  </a:lnTo>
                  <a:lnTo>
                    <a:pt x="411915" y="5770865"/>
                  </a:lnTo>
                  <a:lnTo>
                    <a:pt x="412009" y="5770865"/>
                  </a:lnTo>
                  <a:lnTo>
                    <a:pt x="412104" y="5770865"/>
                  </a:lnTo>
                  <a:lnTo>
                    <a:pt x="412198" y="5770865"/>
                  </a:lnTo>
                  <a:lnTo>
                    <a:pt x="412292" y="5770865"/>
                  </a:lnTo>
                  <a:lnTo>
                    <a:pt x="412386" y="5770865"/>
                  </a:lnTo>
                  <a:lnTo>
                    <a:pt x="412480" y="5770865"/>
                  </a:lnTo>
                  <a:lnTo>
                    <a:pt x="412574" y="5770865"/>
                  </a:lnTo>
                  <a:lnTo>
                    <a:pt x="412574" y="5765954"/>
                  </a:lnTo>
                  <a:lnTo>
                    <a:pt x="412669" y="5765954"/>
                  </a:lnTo>
                  <a:lnTo>
                    <a:pt x="412763" y="5765954"/>
                  </a:lnTo>
                  <a:lnTo>
                    <a:pt x="412857" y="5765954"/>
                  </a:lnTo>
                  <a:lnTo>
                    <a:pt x="412951" y="5765954"/>
                  </a:lnTo>
                  <a:lnTo>
                    <a:pt x="413045" y="5765954"/>
                  </a:lnTo>
                  <a:lnTo>
                    <a:pt x="413139" y="5765954"/>
                  </a:lnTo>
                  <a:lnTo>
                    <a:pt x="413233" y="5765954"/>
                  </a:lnTo>
                  <a:lnTo>
                    <a:pt x="413328" y="5765954"/>
                  </a:lnTo>
                  <a:lnTo>
                    <a:pt x="413422" y="5765954"/>
                  </a:lnTo>
                  <a:lnTo>
                    <a:pt x="413516" y="5765954"/>
                  </a:lnTo>
                  <a:lnTo>
                    <a:pt x="413610" y="5765954"/>
                  </a:lnTo>
                  <a:lnTo>
                    <a:pt x="413704" y="5765954"/>
                  </a:lnTo>
                  <a:lnTo>
                    <a:pt x="413798" y="5765954"/>
                  </a:lnTo>
                  <a:lnTo>
                    <a:pt x="413893" y="5765954"/>
                  </a:lnTo>
                  <a:lnTo>
                    <a:pt x="413987" y="5765954"/>
                  </a:lnTo>
                  <a:lnTo>
                    <a:pt x="414081" y="5765954"/>
                  </a:lnTo>
                  <a:lnTo>
                    <a:pt x="414175" y="5765954"/>
                  </a:lnTo>
                  <a:lnTo>
                    <a:pt x="414269" y="5765954"/>
                  </a:lnTo>
                  <a:lnTo>
                    <a:pt x="414269" y="5761042"/>
                  </a:lnTo>
                  <a:lnTo>
                    <a:pt x="414363" y="5761042"/>
                  </a:lnTo>
                  <a:lnTo>
                    <a:pt x="414457" y="5761042"/>
                  </a:lnTo>
                  <a:lnTo>
                    <a:pt x="414552" y="5761042"/>
                  </a:lnTo>
                  <a:lnTo>
                    <a:pt x="414646" y="5761042"/>
                  </a:lnTo>
                  <a:lnTo>
                    <a:pt x="414740" y="5761042"/>
                  </a:lnTo>
                  <a:lnTo>
                    <a:pt x="414834" y="5761042"/>
                  </a:lnTo>
                  <a:lnTo>
                    <a:pt x="414928" y="5761042"/>
                  </a:lnTo>
                  <a:lnTo>
                    <a:pt x="415022" y="5761042"/>
                  </a:lnTo>
                  <a:lnTo>
                    <a:pt x="415117" y="5761042"/>
                  </a:lnTo>
                  <a:lnTo>
                    <a:pt x="415211" y="5761042"/>
                  </a:lnTo>
                  <a:lnTo>
                    <a:pt x="415305" y="5761042"/>
                  </a:lnTo>
                  <a:lnTo>
                    <a:pt x="415399" y="5761042"/>
                  </a:lnTo>
                  <a:lnTo>
                    <a:pt x="415493" y="5761042"/>
                  </a:lnTo>
                  <a:lnTo>
                    <a:pt x="415587" y="5761042"/>
                  </a:lnTo>
                  <a:lnTo>
                    <a:pt x="415681" y="5761042"/>
                  </a:lnTo>
                  <a:lnTo>
                    <a:pt x="415776" y="5761042"/>
                  </a:lnTo>
                  <a:lnTo>
                    <a:pt x="415870" y="5761042"/>
                  </a:lnTo>
                  <a:lnTo>
                    <a:pt x="415964" y="5761042"/>
                  </a:lnTo>
                  <a:lnTo>
                    <a:pt x="416058" y="5761042"/>
                  </a:lnTo>
                  <a:lnTo>
                    <a:pt x="416058" y="5756131"/>
                  </a:lnTo>
                  <a:lnTo>
                    <a:pt x="416152" y="5756131"/>
                  </a:lnTo>
                  <a:lnTo>
                    <a:pt x="416246" y="5756131"/>
                  </a:lnTo>
                  <a:lnTo>
                    <a:pt x="416246" y="5751220"/>
                  </a:lnTo>
                  <a:lnTo>
                    <a:pt x="416340" y="5751220"/>
                  </a:lnTo>
                  <a:lnTo>
                    <a:pt x="416435" y="5751220"/>
                  </a:lnTo>
                  <a:lnTo>
                    <a:pt x="416529" y="5751220"/>
                  </a:lnTo>
                  <a:lnTo>
                    <a:pt x="416623" y="5751220"/>
                  </a:lnTo>
                  <a:lnTo>
                    <a:pt x="416717" y="5751220"/>
                  </a:lnTo>
                  <a:lnTo>
                    <a:pt x="416811" y="5751220"/>
                  </a:lnTo>
                  <a:lnTo>
                    <a:pt x="416905" y="5751220"/>
                  </a:lnTo>
                  <a:lnTo>
                    <a:pt x="417000" y="5751220"/>
                  </a:lnTo>
                  <a:lnTo>
                    <a:pt x="417094" y="5751220"/>
                  </a:lnTo>
                  <a:lnTo>
                    <a:pt x="417188" y="5751220"/>
                  </a:lnTo>
                  <a:lnTo>
                    <a:pt x="417282" y="5751220"/>
                  </a:lnTo>
                  <a:lnTo>
                    <a:pt x="417376" y="5751220"/>
                  </a:lnTo>
                  <a:lnTo>
                    <a:pt x="417470" y="5751220"/>
                  </a:lnTo>
                  <a:lnTo>
                    <a:pt x="417564" y="5751220"/>
                  </a:lnTo>
                  <a:lnTo>
                    <a:pt x="417659" y="5751220"/>
                  </a:lnTo>
                  <a:lnTo>
                    <a:pt x="417753" y="5751220"/>
                  </a:lnTo>
                  <a:lnTo>
                    <a:pt x="417847" y="5751220"/>
                  </a:lnTo>
                  <a:lnTo>
                    <a:pt x="417941" y="5751220"/>
                  </a:lnTo>
                  <a:lnTo>
                    <a:pt x="418035" y="5751220"/>
                  </a:lnTo>
                  <a:lnTo>
                    <a:pt x="418129" y="5751220"/>
                  </a:lnTo>
                  <a:lnTo>
                    <a:pt x="418224" y="5751220"/>
                  </a:lnTo>
                  <a:lnTo>
                    <a:pt x="418318" y="5751220"/>
                  </a:lnTo>
                  <a:lnTo>
                    <a:pt x="418412" y="5751220"/>
                  </a:lnTo>
                  <a:lnTo>
                    <a:pt x="418506" y="5751220"/>
                  </a:lnTo>
                  <a:lnTo>
                    <a:pt x="418600" y="5751220"/>
                  </a:lnTo>
                  <a:lnTo>
                    <a:pt x="418694" y="5751220"/>
                  </a:lnTo>
                  <a:lnTo>
                    <a:pt x="418788" y="5751220"/>
                  </a:lnTo>
                  <a:lnTo>
                    <a:pt x="418883" y="5751220"/>
                  </a:lnTo>
                  <a:lnTo>
                    <a:pt x="418977" y="5751220"/>
                  </a:lnTo>
                  <a:lnTo>
                    <a:pt x="419071" y="5751220"/>
                  </a:lnTo>
                  <a:lnTo>
                    <a:pt x="419165" y="5751220"/>
                  </a:lnTo>
                  <a:lnTo>
                    <a:pt x="419259" y="5751220"/>
                  </a:lnTo>
                  <a:lnTo>
                    <a:pt x="419353" y="5751220"/>
                  </a:lnTo>
                  <a:lnTo>
                    <a:pt x="419448" y="5751220"/>
                  </a:lnTo>
                  <a:lnTo>
                    <a:pt x="419542" y="5751220"/>
                  </a:lnTo>
                  <a:lnTo>
                    <a:pt x="419636" y="5751220"/>
                  </a:lnTo>
                  <a:lnTo>
                    <a:pt x="419730" y="5751220"/>
                  </a:lnTo>
                  <a:lnTo>
                    <a:pt x="419824" y="5751220"/>
                  </a:lnTo>
                  <a:lnTo>
                    <a:pt x="419918" y="5751220"/>
                  </a:lnTo>
                  <a:lnTo>
                    <a:pt x="420012" y="5751220"/>
                  </a:lnTo>
                  <a:lnTo>
                    <a:pt x="420107" y="5751220"/>
                  </a:lnTo>
                  <a:lnTo>
                    <a:pt x="420201" y="5751220"/>
                  </a:lnTo>
                  <a:lnTo>
                    <a:pt x="420295" y="5751220"/>
                  </a:lnTo>
                  <a:lnTo>
                    <a:pt x="420389" y="5751220"/>
                  </a:lnTo>
                  <a:lnTo>
                    <a:pt x="420483" y="5751220"/>
                  </a:lnTo>
                  <a:lnTo>
                    <a:pt x="420577" y="5751220"/>
                  </a:lnTo>
                  <a:lnTo>
                    <a:pt x="420671" y="5751220"/>
                  </a:lnTo>
                  <a:lnTo>
                    <a:pt x="420766" y="5751220"/>
                  </a:lnTo>
                  <a:lnTo>
                    <a:pt x="420860" y="5751220"/>
                  </a:lnTo>
                  <a:lnTo>
                    <a:pt x="420860" y="5746308"/>
                  </a:lnTo>
                  <a:lnTo>
                    <a:pt x="420954" y="5746308"/>
                  </a:lnTo>
                  <a:lnTo>
                    <a:pt x="421048" y="5746308"/>
                  </a:lnTo>
                  <a:lnTo>
                    <a:pt x="421142" y="5746308"/>
                  </a:lnTo>
                  <a:lnTo>
                    <a:pt x="421236" y="5746308"/>
                  </a:lnTo>
                  <a:lnTo>
                    <a:pt x="421331" y="5746308"/>
                  </a:lnTo>
                  <a:lnTo>
                    <a:pt x="421425" y="5746308"/>
                  </a:lnTo>
                  <a:lnTo>
                    <a:pt x="421519" y="5746308"/>
                  </a:lnTo>
                  <a:lnTo>
                    <a:pt x="421613" y="5746308"/>
                  </a:lnTo>
                  <a:lnTo>
                    <a:pt x="421707" y="5746308"/>
                  </a:lnTo>
                  <a:lnTo>
                    <a:pt x="421801" y="5746308"/>
                  </a:lnTo>
                  <a:lnTo>
                    <a:pt x="421895" y="5746308"/>
                  </a:lnTo>
                  <a:lnTo>
                    <a:pt x="421990" y="5746308"/>
                  </a:lnTo>
                  <a:lnTo>
                    <a:pt x="422084" y="5746308"/>
                  </a:lnTo>
                  <a:lnTo>
                    <a:pt x="422084" y="5741397"/>
                  </a:lnTo>
                  <a:lnTo>
                    <a:pt x="422178" y="5741397"/>
                  </a:lnTo>
                  <a:lnTo>
                    <a:pt x="422272" y="5741397"/>
                  </a:lnTo>
                  <a:lnTo>
                    <a:pt x="422366" y="5741397"/>
                  </a:lnTo>
                  <a:lnTo>
                    <a:pt x="422460" y="5741397"/>
                  </a:lnTo>
                  <a:lnTo>
                    <a:pt x="422555" y="5741397"/>
                  </a:lnTo>
                  <a:lnTo>
                    <a:pt x="422649" y="5741397"/>
                  </a:lnTo>
                  <a:lnTo>
                    <a:pt x="422743" y="5741397"/>
                  </a:lnTo>
                  <a:lnTo>
                    <a:pt x="422837" y="5741397"/>
                  </a:lnTo>
                  <a:lnTo>
                    <a:pt x="422931" y="5741397"/>
                  </a:lnTo>
                  <a:lnTo>
                    <a:pt x="423025" y="5741397"/>
                  </a:lnTo>
                  <a:lnTo>
                    <a:pt x="423025" y="5736485"/>
                  </a:lnTo>
                  <a:lnTo>
                    <a:pt x="423119" y="5736485"/>
                  </a:lnTo>
                  <a:lnTo>
                    <a:pt x="423214" y="5736485"/>
                  </a:lnTo>
                  <a:lnTo>
                    <a:pt x="423308" y="5736485"/>
                  </a:lnTo>
                  <a:lnTo>
                    <a:pt x="423402" y="5736485"/>
                  </a:lnTo>
                  <a:lnTo>
                    <a:pt x="423496" y="5736485"/>
                  </a:lnTo>
                  <a:lnTo>
                    <a:pt x="423590" y="5736485"/>
                  </a:lnTo>
                  <a:lnTo>
                    <a:pt x="423684" y="5736485"/>
                  </a:lnTo>
                  <a:lnTo>
                    <a:pt x="423779" y="5736485"/>
                  </a:lnTo>
                  <a:lnTo>
                    <a:pt x="423873" y="5736485"/>
                  </a:lnTo>
                  <a:lnTo>
                    <a:pt x="423967" y="5736485"/>
                  </a:lnTo>
                  <a:lnTo>
                    <a:pt x="424061" y="5736485"/>
                  </a:lnTo>
                  <a:lnTo>
                    <a:pt x="424155" y="5736485"/>
                  </a:lnTo>
                  <a:lnTo>
                    <a:pt x="424249" y="5736485"/>
                  </a:lnTo>
                  <a:lnTo>
                    <a:pt x="424343" y="5736485"/>
                  </a:lnTo>
                  <a:lnTo>
                    <a:pt x="424438" y="5736485"/>
                  </a:lnTo>
                  <a:lnTo>
                    <a:pt x="424532" y="5736485"/>
                  </a:lnTo>
                  <a:lnTo>
                    <a:pt x="424626" y="5736485"/>
                  </a:lnTo>
                  <a:lnTo>
                    <a:pt x="424720" y="5736485"/>
                  </a:lnTo>
                  <a:lnTo>
                    <a:pt x="424814" y="5736485"/>
                  </a:lnTo>
                  <a:lnTo>
                    <a:pt x="424908" y="5736485"/>
                  </a:lnTo>
                  <a:lnTo>
                    <a:pt x="425002" y="5736485"/>
                  </a:lnTo>
                  <a:lnTo>
                    <a:pt x="425097" y="5736485"/>
                  </a:lnTo>
                  <a:lnTo>
                    <a:pt x="425191" y="5736485"/>
                  </a:lnTo>
                  <a:lnTo>
                    <a:pt x="425285" y="5736485"/>
                  </a:lnTo>
                  <a:lnTo>
                    <a:pt x="425379" y="5736485"/>
                  </a:lnTo>
                  <a:lnTo>
                    <a:pt x="425473" y="5736485"/>
                  </a:lnTo>
                  <a:lnTo>
                    <a:pt x="425567" y="5736485"/>
                  </a:lnTo>
                  <a:lnTo>
                    <a:pt x="425662" y="5736485"/>
                  </a:lnTo>
                  <a:lnTo>
                    <a:pt x="425756" y="5736485"/>
                  </a:lnTo>
                  <a:lnTo>
                    <a:pt x="425850" y="5736485"/>
                  </a:lnTo>
                  <a:lnTo>
                    <a:pt x="425944" y="5736485"/>
                  </a:lnTo>
                  <a:lnTo>
                    <a:pt x="426038" y="5736485"/>
                  </a:lnTo>
                  <a:lnTo>
                    <a:pt x="426132" y="5736485"/>
                  </a:lnTo>
                  <a:lnTo>
                    <a:pt x="426226" y="5736485"/>
                  </a:lnTo>
                  <a:lnTo>
                    <a:pt x="426321" y="5736485"/>
                  </a:lnTo>
                  <a:lnTo>
                    <a:pt x="426415" y="5736485"/>
                  </a:lnTo>
                  <a:lnTo>
                    <a:pt x="426509" y="5736485"/>
                  </a:lnTo>
                  <a:lnTo>
                    <a:pt x="426603" y="5736485"/>
                  </a:lnTo>
                  <a:lnTo>
                    <a:pt x="426697" y="5736485"/>
                  </a:lnTo>
                  <a:lnTo>
                    <a:pt x="426791" y="5736485"/>
                  </a:lnTo>
                  <a:lnTo>
                    <a:pt x="426886" y="5736485"/>
                  </a:lnTo>
                  <a:lnTo>
                    <a:pt x="426980" y="5736485"/>
                  </a:lnTo>
                  <a:lnTo>
                    <a:pt x="427074" y="5736485"/>
                  </a:lnTo>
                  <a:lnTo>
                    <a:pt x="427168" y="5736485"/>
                  </a:lnTo>
                  <a:lnTo>
                    <a:pt x="427262" y="5736485"/>
                  </a:lnTo>
                  <a:lnTo>
                    <a:pt x="427356" y="5736485"/>
                  </a:lnTo>
                  <a:lnTo>
                    <a:pt x="427450" y="5736485"/>
                  </a:lnTo>
                  <a:lnTo>
                    <a:pt x="427545" y="5736485"/>
                  </a:lnTo>
                  <a:lnTo>
                    <a:pt x="427639" y="5736485"/>
                  </a:lnTo>
                  <a:lnTo>
                    <a:pt x="427733" y="5736485"/>
                  </a:lnTo>
                  <a:lnTo>
                    <a:pt x="427827" y="5736485"/>
                  </a:lnTo>
                  <a:lnTo>
                    <a:pt x="427921" y="5736485"/>
                  </a:lnTo>
                  <a:lnTo>
                    <a:pt x="428015" y="5736485"/>
                  </a:lnTo>
                  <a:lnTo>
                    <a:pt x="428110" y="5736485"/>
                  </a:lnTo>
                  <a:lnTo>
                    <a:pt x="428204" y="5736485"/>
                  </a:lnTo>
                  <a:lnTo>
                    <a:pt x="428298" y="5736485"/>
                  </a:lnTo>
                  <a:lnTo>
                    <a:pt x="428392" y="5736485"/>
                  </a:lnTo>
                  <a:lnTo>
                    <a:pt x="428486" y="5736485"/>
                  </a:lnTo>
                  <a:lnTo>
                    <a:pt x="428580" y="5736485"/>
                  </a:lnTo>
                  <a:lnTo>
                    <a:pt x="428674" y="5736485"/>
                  </a:lnTo>
                  <a:lnTo>
                    <a:pt x="428769" y="5736485"/>
                  </a:lnTo>
                  <a:lnTo>
                    <a:pt x="428863" y="5736485"/>
                  </a:lnTo>
                  <a:lnTo>
                    <a:pt x="428957" y="5736485"/>
                  </a:lnTo>
                  <a:lnTo>
                    <a:pt x="429051" y="5736485"/>
                  </a:lnTo>
                  <a:lnTo>
                    <a:pt x="429145" y="5736485"/>
                  </a:lnTo>
                  <a:lnTo>
                    <a:pt x="429239" y="5736485"/>
                  </a:lnTo>
                  <a:lnTo>
                    <a:pt x="429333" y="5736485"/>
                  </a:lnTo>
                  <a:lnTo>
                    <a:pt x="429428" y="5736485"/>
                  </a:lnTo>
                  <a:lnTo>
                    <a:pt x="429522" y="5736485"/>
                  </a:lnTo>
                  <a:lnTo>
                    <a:pt x="429616" y="5736485"/>
                  </a:lnTo>
                  <a:lnTo>
                    <a:pt x="429710" y="5736485"/>
                  </a:lnTo>
                  <a:lnTo>
                    <a:pt x="429804" y="5736485"/>
                  </a:lnTo>
                  <a:lnTo>
                    <a:pt x="429898" y="5736485"/>
                  </a:lnTo>
                  <a:lnTo>
                    <a:pt x="429898" y="5731574"/>
                  </a:lnTo>
                  <a:lnTo>
                    <a:pt x="429993" y="5731574"/>
                  </a:lnTo>
                  <a:lnTo>
                    <a:pt x="430087" y="5731574"/>
                  </a:lnTo>
                  <a:lnTo>
                    <a:pt x="430181" y="5731574"/>
                  </a:lnTo>
                  <a:lnTo>
                    <a:pt x="430275" y="5731574"/>
                  </a:lnTo>
                  <a:lnTo>
                    <a:pt x="430369" y="5731574"/>
                  </a:lnTo>
                  <a:lnTo>
                    <a:pt x="430463" y="5731574"/>
                  </a:lnTo>
                  <a:lnTo>
                    <a:pt x="430557" y="5731574"/>
                  </a:lnTo>
                  <a:lnTo>
                    <a:pt x="430652" y="5731574"/>
                  </a:lnTo>
                  <a:lnTo>
                    <a:pt x="430746" y="5731574"/>
                  </a:lnTo>
                  <a:lnTo>
                    <a:pt x="430840" y="5731574"/>
                  </a:lnTo>
                  <a:lnTo>
                    <a:pt x="430934" y="5731574"/>
                  </a:lnTo>
                  <a:lnTo>
                    <a:pt x="431028" y="5731574"/>
                  </a:lnTo>
                  <a:lnTo>
                    <a:pt x="431122" y="5731574"/>
                  </a:lnTo>
                  <a:lnTo>
                    <a:pt x="431217" y="5731574"/>
                  </a:lnTo>
                  <a:lnTo>
                    <a:pt x="431311" y="5731574"/>
                  </a:lnTo>
                  <a:lnTo>
                    <a:pt x="431405" y="5731574"/>
                  </a:lnTo>
                  <a:lnTo>
                    <a:pt x="431499" y="5731574"/>
                  </a:lnTo>
                  <a:lnTo>
                    <a:pt x="431593" y="5731574"/>
                  </a:lnTo>
                  <a:lnTo>
                    <a:pt x="431687" y="5731574"/>
                  </a:lnTo>
                  <a:lnTo>
                    <a:pt x="431781" y="5731574"/>
                  </a:lnTo>
                  <a:lnTo>
                    <a:pt x="431876" y="5731574"/>
                  </a:lnTo>
                  <a:lnTo>
                    <a:pt x="431970" y="5731574"/>
                  </a:lnTo>
                  <a:lnTo>
                    <a:pt x="432064" y="5731574"/>
                  </a:lnTo>
                  <a:lnTo>
                    <a:pt x="432158" y="5731574"/>
                  </a:lnTo>
                  <a:lnTo>
                    <a:pt x="432252" y="5731574"/>
                  </a:lnTo>
                  <a:lnTo>
                    <a:pt x="432346" y="5731574"/>
                  </a:lnTo>
                  <a:lnTo>
                    <a:pt x="432441" y="5731574"/>
                  </a:lnTo>
                  <a:lnTo>
                    <a:pt x="432535" y="5731574"/>
                  </a:lnTo>
                  <a:lnTo>
                    <a:pt x="432629" y="5731574"/>
                  </a:lnTo>
                  <a:lnTo>
                    <a:pt x="432723" y="5731574"/>
                  </a:lnTo>
                  <a:lnTo>
                    <a:pt x="432817" y="5731574"/>
                  </a:lnTo>
                  <a:lnTo>
                    <a:pt x="432911" y="5731574"/>
                  </a:lnTo>
                  <a:lnTo>
                    <a:pt x="433005" y="5731574"/>
                  </a:lnTo>
                  <a:lnTo>
                    <a:pt x="433100" y="5731574"/>
                  </a:lnTo>
                  <a:lnTo>
                    <a:pt x="433100" y="5726663"/>
                  </a:lnTo>
                  <a:lnTo>
                    <a:pt x="433194" y="5726663"/>
                  </a:lnTo>
                  <a:lnTo>
                    <a:pt x="433288" y="5726663"/>
                  </a:lnTo>
                  <a:lnTo>
                    <a:pt x="433382" y="5726663"/>
                  </a:lnTo>
                  <a:lnTo>
                    <a:pt x="433476" y="5726663"/>
                  </a:lnTo>
                  <a:lnTo>
                    <a:pt x="433570" y="5726663"/>
                  </a:lnTo>
                  <a:lnTo>
                    <a:pt x="433664" y="5726663"/>
                  </a:lnTo>
                  <a:lnTo>
                    <a:pt x="433759" y="5726663"/>
                  </a:lnTo>
                  <a:lnTo>
                    <a:pt x="433853" y="5726663"/>
                  </a:lnTo>
                  <a:lnTo>
                    <a:pt x="433947" y="5726663"/>
                  </a:lnTo>
                  <a:lnTo>
                    <a:pt x="434041" y="5726663"/>
                  </a:lnTo>
                  <a:lnTo>
                    <a:pt x="434135" y="5726663"/>
                  </a:lnTo>
                  <a:lnTo>
                    <a:pt x="434229" y="5726663"/>
                  </a:lnTo>
                  <a:lnTo>
                    <a:pt x="434324" y="5726663"/>
                  </a:lnTo>
                  <a:lnTo>
                    <a:pt x="434418" y="5726663"/>
                  </a:lnTo>
                  <a:lnTo>
                    <a:pt x="434512" y="5726663"/>
                  </a:lnTo>
                  <a:lnTo>
                    <a:pt x="434606" y="5726663"/>
                  </a:lnTo>
                  <a:lnTo>
                    <a:pt x="434700" y="5726663"/>
                  </a:lnTo>
                  <a:lnTo>
                    <a:pt x="434794" y="5726663"/>
                  </a:lnTo>
                  <a:lnTo>
                    <a:pt x="434888" y="5726663"/>
                  </a:lnTo>
                  <a:lnTo>
                    <a:pt x="434983" y="5726663"/>
                  </a:lnTo>
                  <a:lnTo>
                    <a:pt x="435077" y="5726663"/>
                  </a:lnTo>
                  <a:lnTo>
                    <a:pt x="435171" y="5726663"/>
                  </a:lnTo>
                  <a:lnTo>
                    <a:pt x="435265" y="5726663"/>
                  </a:lnTo>
                  <a:lnTo>
                    <a:pt x="435359" y="5726663"/>
                  </a:lnTo>
                  <a:lnTo>
                    <a:pt x="435453" y="5726663"/>
                  </a:lnTo>
                  <a:lnTo>
                    <a:pt x="435548" y="5726663"/>
                  </a:lnTo>
                  <a:lnTo>
                    <a:pt x="435642" y="5726663"/>
                  </a:lnTo>
                  <a:lnTo>
                    <a:pt x="435736" y="5726663"/>
                  </a:lnTo>
                  <a:lnTo>
                    <a:pt x="435830" y="5726663"/>
                  </a:lnTo>
                  <a:lnTo>
                    <a:pt x="435830" y="5721751"/>
                  </a:lnTo>
                  <a:lnTo>
                    <a:pt x="435924" y="5721751"/>
                  </a:lnTo>
                  <a:lnTo>
                    <a:pt x="436018" y="5721751"/>
                  </a:lnTo>
                  <a:lnTo>
                    <a:pt x="436112" y="5721751"/>
                  </a:lnTo>
                  <a:lnTo>
                    <a:pt x="436207" y="5721751"/>
                  </a:lnTo>
                  <a:lnTo>
                    <a:pt x="436301" y="5721751"/>
                  </a:lnTo>
                  <a:lnTo>
                    <a:pt x="436395" y="5721751"/>
                  </a:lnTo>
                  <a:lnTo>
                    <a:pt x="436489" y="5721751"/>
                  </a:lnTo>
                  <a:lnTo>
                    <a:pt x="436583" y="5721751"/>
                  </a:lnTo>
                  <a:lnTo>
                    <a:pt x="436677" y="5721751"/>
                  </a:lnTo>
                  <a:lnTo>
                    <a:pt x="436772" y="5721751"/>
                  </a:lnTo>
                  <a:lnTo>
                    <a:pt x="436772" y="5716840"/>
                  </a:lnTo>
                  <a:lnTo>
                    <a:pt x="436866" y="5716840"/>
                  </a:lnTo>
                  <a:lnTo>
                    <a:pt x="436960" y="5716840"/>
                  </a:lnTo>
                  <a:lnTo>
                    <a:pt x="436960" y="5711929"/>
                  </a:lnTo>
                  <a:lnTo>
                    <a:pt x="437054" y="5711929"/>
                  </a:lnTo>
                  <a:lnTo>
                    <a:pt x="437148" y="5711929"/>
                  </a:lnTo>
                  <a:lnTo>
                    <a:pt x="437242" y="5711929"/>
                  </a:lnTo>
                  <a:lnTo>
                    <a:pt x="437336" y="5711929"/>
                  </a:lnTo>
                  <a:lnTo>
                    <a:pt x="437431" y="5711929"/>
                  </a:lnTo>
                  <a:lnTo>
                    <a:pt x="437525" y="5711929"/>
                  </a:lnTo>
                  <a:lnTo>
                    <a:pt x="437619" y="5711929"/>
                  </a:lnTo>
                  <a:lnTo>
                    <a:pt x="437713" y="5711929"/>
                  </a:lnTo>
                  <a:lnTo>
                    <a:pt x="437807" y="5711929"/>
                  </a:lnTo>
                  <a:lnTo>
                    <a:pt x="437901" y="5711929"/>
                  </a:lnTo>
                  <a:lnTo>
                    <a:pt x="437995" y="5711929"/>
                  </a:lnTo>
                  <a:lnTo>
                    <a:pt x="438090" y="5711929"/>
                  </a:lnTo>
                  <a:lnTo>
                    <a:pt x="438184" y="5711929"/>
                  </a:lnTo>
                  <a:lnTo>
                    <a:pt x="438278" y="5711929"/>
                  </a:lnTo>
                  <a:lnTo>
                    <a:pt x="438372" y="5711929"/>
                  </a:lnTo>
                  <a:lnTo>
                    <a:pt x="438372" y="5707017"/>
                  </a:lnTo>
                  <a:lnTo>
                    <a:pt x="438466" y="5707017"/>
                  </a:lnTo>
                  <a:lnTo>
                    <a:pt x="438560" y="5707017"/>
                  </a:lnTo>
                  <a:lnTo>
                    <a:pt x="438655" y="5707017"/>
                  </a:lnTo>
                  <a:lnTo>
                    <a:pt x="438749" y="5707017"/>
                  </a:lnTo>
                  <a:lnTo>
                    <a:pt x="438843" y="5707017"/>
                  </a:lnTo>
                  <a:lnTo>
                    <a:pt x="438937" y="5707017"/>
                  </a:lnTo>
                  <a:lnTo>
                    <a:pt x="439031" y="5707017"/>
                  </a:lnTo>
                  <a:lnTo>
                    <a:pt x="439125" y="5707017"/>
                  </a:lnTo>
                  <a:lnTo>
                    <a:pt x="439219" y="5707017"/>
                  </a:lnTo>
                  <a:lnTo>
                    <a:pt x="439314" y="5707017"/>
                  </a:lnTo>
                  <a:lnTo>
                    <a:pt x="439408" y="5707017"/>
                  </a:lnTo>
                  <a:lnTo>
                    <a:pt x="439502" y="5707017"/>
                  </a:lnTo>
                  <a:lnTo>
                    <a:pt x="439596" y="5707017"/>
                  </a:lnTo>
                  <a:lnTo>
                    <a:pt x="439690" y="5707017"/>
                  </a:lnTo>
                  <a:lnTo>
                    <a:pt x="439784" y="5707017"/>
                  </a:lnTo>
                  <a:lnTo>
                    <a:pt x="439879" y="5707017"/>
                  </a:lnTo>
                  <a:lnTo>
                    <a:pt x="439973" y="5707017"/>
                  </a:lnTo>
                  <a:lnTo>
                    <a:pt x="440067" y="5707017"/>
                  </a:lnTo>
                  <a:lnTo>
                    <a:pt x="440161" y="5707017"/>
                  </a:lnTo>
                  <a:lnTo>
                    <a:pt x="440255" y="5707017"/>
                  </a:lnTo>
                  <a:lnTo>
                    <a:pt x="440349" y="5707017"/>
                  </a:lnTo>
                  <a:lnTo>
                    <a:pt x="440443" y="5707017"/>
                  </a:lnTo>
                  <a:lnTo>
                    <a:pt x="440538" y="5707017"/>
                  </a:lnTo>
                  <a:lnTo>
                    <a:pt x="440632" y="5707017"/>
                  </a:lnTo>
                  <a:lnTo>
                    <a:pt x="440726" y="5707017"/>
                  </a:lnTo>
                  <a:lnTo>
                    <a:pt x="440820" y="5707017"/>
                  </a:lnTo>
                  <a:lnTo>
                    <a:pt x="440914" y="5707017"/>
                  </a:lnTo>
                  <a:lnTo>
                    <a:pt x="441008" y="5707017"/>
                  </a:lnTo>
                  <a:lnTo>
                    <a:pt x="441103" y="5707017"/>
                  </a:lnTo>
                  <a:lnTo>
                    <a:pt x="441197" y="5707017"/>
                  </a:lnTo>
                  <a:lnTo>
                    <a:pt x="441291" y="5707017"/>
                  </a:lnTo>
                  <a:lnTo>
                    <a:pt x="441385" y="5707017"/>
                  </a:lnTo>
                  <a:lnTo>
                    <a:pt x="441479" y="5707017"/>
                  </a:lnTo>
                  <a:lnTo>
                    <a:pt x="441573" y="5707017"/>
                  </a:lnTo>
                  <a:lnTo>
                    <a:pt x="441667" y="5707017"/>
                  </a:lnTo>
                  <a:lnTo>
                    <a:pt x="441762" y="5707017"/>
                  </a:lnTo>
                  <a:lnTo>
                    <a:pt x="441856" y="5707017"/>
                  </a:lnTo>
                  <a:lnTo>
                    <a:pt x="441950" y="5707017"/>
                  </a:lnTo>
                  <a:lnTo>
                    <a:pt x="442044" y="5707017"/>
                  </a:lnTo>
                  <a:lnTo>
                    <a:pt x="442138" y="5707017"/>
                  </a:lnTo>
                  <a:lnTo>
                    <a:pt x="442232" y="5707017"/>
                  </a:lnTo>
                  <a:lnTo>
                    <a:pt x="442326" y="5707017"/>
                  </a:lnTo>
                  <a:lnTo>
                    <a:pt x="442421" y="5707017"/>
                  </a:lnTo>
                  <a:lnTo>
                    <a:pt x="442515" y="5707017"/>
                  </a:lnTo>
                  <a:lnTo>
                    <a:pt x="442609" y="5707017"/>
                  </a:lnTo>
                  <a:lnTo>
                    <a:pt x="442703" y="5707017"/>
                  </a:lnTo>
                  <a:lnTo>
                    <a:pt x="442797" y="5707017"/>
                  </a:lnTo>
                  <a:lnTo>
                    <a:pt x="442891" y="5707017"/>
                  </a:lnTo>
                  <a:lnTo>
                    <a:pt x="442986" y="5707017"/>
                  </a:lnTo>
                  <a:lnTo>
                    <a:pt x="443080" y="5707017"/>
                  </a:lnTo>
                  <a:lnTo>
                    <a:pt x="443174" y="5707017"/>
                  </a:lnTo>
                  <a:lnTo>
                    <a:pt x="443268" y="5707017"/>
                  </a:lnTo>
                  <a:lnTo>
                    <a:pt x="443362" y="5707017"/>
                  </a:lnTo>
                  <a:lnTo>
                    <a:pt x="443456" y="5707017"/>
                  </a:lnTo>
                  <a:lnTo>
                    <a:pt x="443550" y="5707017"/>
                  </a:lnTo>
                  <a:lnTo>
                    <a:pt x="443645" y="5707017"/>
                  </a:lnTo>
                  <a:lnTo>
                    <a:pt x="443739" y="5707017"/>
                  </a:lnTo>
                  <a:lnTo>
                    <a:pt x="443833" y="5707017"/>
                  </a:lnTo>
                  <a:lnTo>
                    <a:pt x="443927" y="5707017"/>
                  </a:lnTo>
                  <a:lnTo>
                    <a:pt x="444021" y="5707017"/>
                  </a:lnTo>
                  <a:lnTo>
                    <a:pt x="444021" y="5702106"/>
                  </a:lnTo>
                  <a:lnTo>
                    <a:pt x="444115" y="5702106"/>
                  </a:lnTo>
                  <a:lnTo>
                    <a:pt x="444210" y="5702106"/>
                  </a:lnTo>
                  <a:lnTo>
                    <a:pt x="444304" y="5702106"/>
                  </a:lnTo>
                  <a:lnTo>
                    <a:pt x="444398" y="5702106"/>
                  </a:lnTo>
                  <a:lnTo>
                    <a:pt x="444492" y="5702106"/>
                  </a:lnTo>
                  <a:lnTo>
                    <a:pt x="444586" y="5702106"/>
                  </a:lnTo>
                  <a:lnTo>
                    <a:pt x="444680" y="5702106"/>
                  </a:lnTo>
                  <a:lnTo>
                    <a:pt x="444774" y="5702106"/>
                  </a:lnTo>
                  <a:lnTo>
                    <a:pt x="444869" y="5702106"/>
                  </a:lnTo>
                  <a:lnTo>
                    <a:pt x="444963" y="5702106"/>
                  </a:lnTo>
                  <a:lnTo>
                    <a:pt x="445057" y="5702106"/>
                  </a:lnTo>
                  <a:lnTo>
                    <a:pt x="445151" y="5702106"/>
                  </a:lnTo>
                  <a:lnTo>
                    <a:pt x="445245" y="5702106"/>
                  </a:lnTo>
                  <a:lnTo>
                    <a:pt x="445339" y="5702106"/>
                  </a:lnTo>
                  <a:lnTo>
                    <a:pt x="445434" y="5702106"/>
                  </a:lnTo>
                  <a:lnTo>
                    <a:pt x="445528" y="5702106"/>
                  </a:lnTo>
                  <a:lnTo>
                    <a:pt x="445622" y="5702106"/>
                  </a:lnTo>
                  <a:lnTo>
                    <a:pt x="445716" y="5702106"/>
                  </a:lnTo>
                  <a:lnTo>
                    <a:pt x="445810" y="5702106"/>
                  </a:lnTo>
                  <a:lnTo>
                    <a:pt x="445904" y="5702106"/>
                  </a:lnTo>
                  <a:lnTo>
                    <a:pt x="445998" y="5702106"/>
                  </a:lnTo>
                  <a:lnTo>
                    <a:pt x="445998" y="5697194"/>
                  </a:lnTo>
                  <a:lnTo>
                    <a:pt x="446093" y="5697194"/>
                  </a:lnTo>
                  <a:lnTo>
                    <a:pt x="446093" y="5692283"/>
                  </a:lnTo>
                  <a:lnTo>
                    <a:pt x="446187" y="5692283"/>
                  </a:lnTo>
                  <a:lnTo>
                    <a:pt x="446281" y="5692283"/>
                  </a:lnTo>
                  <a:lnTo>
                    <a:pt x="446375" y="5692283"/>
                  </a:lnTo>
                  <a:lnTo>
                    <a:pt x="446469" y="5692283"/>
                  </a:lnTo>
                  <a:lnTo>
                    <a:pt x="446563" y="5692283"/>
                  </a:lnTo>
                  <a:lnTo>
                    <a:pt x="446657" y="5692283"/>
                  </a:lnTo>
                  <a:lnTo>
                    <a:pt x="446752" y="5692283"/>
                  </a:lnTo>
                  <a:lnTo>
                    <a:pt x="446846" y="5692283"/>
                  </a:lnTo>
                  <a:lnTo>
                    <a:pt x="446940" y="5692283"/>
                  </a:lnTo>
                  <a:lnTo>
                    <a:pt x="447034" y="5692283"/>
                  </a:lnTo>
                  <a:lnTo>
                    <a:pt x="447034" y="5687372"/>
                  </a:lnTo>
                  <a:lnTo>
                    <a:pt x="447128" y="5687372"/>
                  </a:lnTo>
                  <a:lnTo>
                    <a:pt x="447222" y="5687372"/>
                  </a:lnTo>
                  <a:lnTo>
                    <a:pt x="447317" y="5687372"/>
                  </a:lnTo>
                  <a:lnTo>
                    <a:pt x="447411" y="5687372"/>
                  </a:lnTo>
                  <a:lnTo>
                    <a:pt x="447505" y="5687372"/>
                  </a:lnTo>
                  <a:lnTo>
                    <a:pt x="447599" y="5687372"/>
                  </a:lnTo>
                  <a:lnTo>
                    <a:pt x="447693" y="5687372"/>
                  </a:lnTo>
                  <a:lnTo>
                    <a:pt x="447787" y="5687372"/>
                  </a:lnTo>
                  <a:lnTo>
                    <a:pt x="447881" y="5687372"/>
                  </a:lnTo>
                  <a:lnTo>
                    <a:pt x="447976" y="5687372"/>
                  </a:lnTo>
                  <a:lnTo>
                    <a:pt x="448070" y="5687372"/>
                  </a:lnTo>
                  <a:lnTo>
                    <a:pt x="448164" y="5687372"/>
                  </a:lnTo>
                  <a:lnTo>
                    <a:pt x="448258" y="5687372"/>
                  </a:lnTo>
                  <a:lnTo>
                    <a:pt x="448352" y="5687372"/>
                  </a:lnTo>
                  <a:lnTo>
                    <a:pt x="448446" y="5687372"/>
                  </a:lnTo>
                  <a:lnTo>
                    <a:pt x="448541" y="5687372"/>
                  </a:lnTo>
                  <a:lnTo>
                    <a:pt x="448635" y="5687372"/>
                  </a:lnTo>
                  <a:lnTo>
                    <a:pt x="448729" y="5687372"/>
                  </a:lnTo>
                  <a:lnTo>
                    <a:pt x="448823" y="5687372"/>
                  </a:lnTo>
                  <a:lnTo>
                    <a:pt x="448917" y="5687372"/>
                  </a:lnTo>
                  <a:lnTo>
                    <a:pt x="449011" y="5687372"/>
                  </a:lnTo>
                  <a:lnTo>
                    <a:pt x="449105" y="5687372"/>
                  </a:lnTo>
                  <a:lnTo>
                    <a:pt x="449200" y="5687372"/>
                  </a:lnTo>
                  <a:lnTo>
                    <a:pt x="449294" y="5687372"/>
                  </a:lnTo>
                  <a:lnTo>
                    <a:pt x="449388" y="5687372"/>
                  </a:lnTo>
                  <a:lnTo>
                    <a:pt x="449482" y="5687372"/>
                  </a:lnTo>
                  <a:lnTo>
                    <a:pt x="449576" y="5687372"/>
                  </a:lnTo>
                  <a:lnTo>
                    <a:pt x="449576" y="5682460"/>
                  </a:lnTo>
                  <a:lnTo>
                    <a:pt x="449670" y="5682460"/>
                  </a:lnTo>
                  <a:lnTo>
                    <a:pt x="449765" y="5682460"/>
                  </a:lnTo>
                  <a:lnTo>
                    <a:pt x="449859" y="5682460"/>
                  </a:lnTo>
                  <a:lnTo>
                    <a:pt x="449953" y="5682460"/>
                  </a:lnTo>
                  <a:lnTo>
                    <a:pt x="450047" y="5682460"/>
                  </a:lnTo>
                  <a:lnTo>
                    <a:pt x="450141" y="5682460"/>
                  </a:lnTo>
                  <a:lnTo>
                    <a:pt x="450235" y="5682460"/>
                  </a:lnTo>
                  <a:lnTo>
                    <a:pt x="450329" y="5682460"/>
                  </a:lnTo>
                  <a:lnTo>
                    <a:pt x="450424" y="5682460"/>
                  </a:lnTo>
                  <a:lnTo>
                    <a:pt x="450518" y="5682460"/>
                  </a:lnTo>
                  <a:lnTo>
                    <a:pt x="450612" y="5682460"/>
                  </a:lnTo>
                  <a:lnTo>
                    <a:pt x="450706" y="5682460"/>
                  </a:lnTo>
                  <a:lnTo>
                    <a:pt x="450800" y="5682460"/>
                  </a:lnTo>
                  <a:lnTo>
                    <a:pt x="450894" y="5682460"/>
                  </a:lnTo>
                  <a:lnTo>
                    <a:pt x="450988" y="5682460"/>
                  </a:lnTo>
                  <a:lnTo>
                    <a:pt x="450988" y="5677549"/>
                  </a:lnTo>
                  <a:lnTo>
                    <a:pt x="451083" y="5677549"/>
                  </a:lnTo>
                  <a:lnTo>
                    <a:pt x="451177" y="5677549"/>
                  </a:lnTo>
                  <a:lnTo>
                    <a:pt x="451271" y="5677549"/>
                  </a:lnTo>
                  <a:lnTo>
                    <a:pt x="451365" y="5677549"/>
                  </a:lnTo>
                  <a:lnTo>
                    <a:pt x="451459" y="5677549"/>
                  </a:lnTo>
                  <a:lnTo>
                    <a:pt x="451553" y="5677549"/>
                  </a:lnTo>
                  <a:lnTo>
                    <a:pt x="451648" y="5677549"/>
                  </a:lnTo>
                  <a:lnTo>
                    <a:pt x="451742" y="5677549"/>
                  </a:lnTo>
                  <a:lnTo>
                    <a:pt x="451836" y="5677549"/>
                  </a:lnTo>
                  <a:lnTo>
                    <a:pt x="451930" y="5677549"/>
                  </a:lnTo>
                  <a:lnTo>
                    <a:pt x="452024" y="5677549"/>
                  </a:lnTo>
                  <a:lnTo>
                    <a:pt x="452118" y="5677549"/>
                  </a:lnTo>
                  <a:lnTo>
                    <a:pt x="452212" y="5677549"/>
                  </a:lnTo>
                  <a:lnTo>
                    <a:pt x="452307" y="5677549"/>
                  </a:lnTo>
                  <a:lnTo>
                    <a:pt x="452401" y="5677549"/>
                  </a:lnTo>
                  <a:lnTo>
                    <a:pt x="452495" y="5677549"/>
                  </a:lnTo>
                  <a:lnTo>
                    <a:pt x="452589" y="5677549"/>
                  </a:lnTo>
                  <a:lnTo>
                    <a:pt x="452683" y="5677549"/>
                  </a:lnTo>
                  <a:lnTo>
                    <a:pt x="452777" y="5677549"/>
                  </a:lnTo>
                  <a:lnTo>
                    <a:pt x="452872" y="5677549"/>
                  </a:lnTo>
                  <a:lnTo>
                    <a:pt x="452966" y="5677549"/>
                  </a:lnTo>
                  <a:lnTo>
                    <a:pt x="453060" y="5677549"/>
                  </a:lnTo>
                  <a:lnTo>
                    <a:pt x="453154" y="5677549"/>
                  </a:lnTo>
                  <a:lnTo>
                    <a:pt x="453248" y="5677549"/>
                  </a:lnTo>
                  <a:lnTo>
                    <a:pt x="453342" y="5677549"/>
                  </a:lnTo>
                  <a:lnTo>
                    <a:pt x="453436" y="5677549"/>
                  </a:lnTo>
                  <a:lnTo>
                    <a:pt x="453531" y="5677549"/>
                  </a:lnTo>
                  <a:lnTo>
                    <a:pt x="453625" y="5677549"/>
                  </a:lnTo>
                  <a:lnTo>
                    <a:pt x="453625" y="5672638"/>
                  </a:lnTo>
                  <a:lnTo>
                    <a:pt x="453719" y="5672638"/>
                  </a:lnTo>
                  <a:lnTo>
                    <a:pt x="453813" y="5672638"/>
                  </a:lnTo>
                  <a:lnTo>
                    <a:pt x="453907" y="5672638"/>
                  </a:lnTo>
                  <a:lnTo>
                    <a:pt x="454001" y="5672638"/>
                  </a:lnTo>
                  <a:lnTo>
                    <a:pt x="454096" y="5672638"/>
                  </a:lnTo>
                  <a:lnTo>
                    <a:pt x="454190" y="5672638"/>
                  </a:lnTo>
                  <a:lnTo>
                    <a:pt x="454284" y="5672638"/>
                  </a:lnTo>
                  <a:lnTo>
                    <a:pt x="454378" y="5672638"/>
                  </a:lnTo>
                  <a:lnTo>
                    <a:pt x="454472" y="5672638"/>
                  </a:lnTo>
                  <a:lnTo>
                    <a:pt x="454566" y="5672638"/>
                  </a:lnTo>
                  <a:lnTo>
                    <a:pt x="454660" y="5672638"/>
                  </a:lnTo>
                  <a:lnTo>
                    <a:pt x="454755" y="5672638"/>
                  </a:lnTo>
                  <a:lnTo>
                    <a:pt x="454849" y="5672638"/>
                  </a:lnTo>
                  <a:lnTo>
                    <a:pt x="454943" y="5672638"/>
                  </a:lnTo>
                  <a:lnTo>
                    <a:pt x="455037" y="5672638"/>
                  </a:lnTo>
                  <a:lnTo>
                    <a:pt x="455131" y="5672638"/>
                  </a:lnTo>
                  <a:lnTo>
                    <a:pt x="455225" y="5672638"/>
                  </a:lnTo>
                  <a:lnTo>
                    <a:pt x="455319" y="5672638"/>
                  </a:lnTo>
                  <a:lnTo>
                    <a:pt x="455414" y="5672638"/>
                  </a:lnTo>
                  <a:lnTo>
                    <a:pt x="455508" y="5672638"/>
                  </a:lnTo>
                  <a:lnTo>
                    <a:pt x="455602" y="5672638"/>
                  </a:lnTo>
                  <a:lnTo>
                    <a:pt x="455602" y="5667726"/>
                  </a:lnTo>
                  <a:lnTo>
                    <a:pt x="455696" y="5667726"/>
                  </a:lnTo>
                  <a:lnTo>
                    <a:pt x="455790" y="5667726"/>
                  </a:lnTo>
                  <a:lnTo>
                    <a:pt x="455884" y="5667726"/>
                  </a:lnTo>
                  <a:lnTo>
                    <a:pt x="455979" y="5667726"/>
                  </a:lnTo>
                  <a:lnTo>
                    <a:pt x="456073" y="5667726"/>
                  </a:lnTo>
                  <a:lnTo>
                    <a:pt x="456167" y="5667726"/>
                  </a:lnTo>
                  <a:lnTo>
                    <a:pt x="456261" y="5667726"/>
                  </a:lnTo>
                  <a:lnTo>
                    <a:pt x="456355" y="5667726"/>
                  </a:lnTo>
                  <a:lnTo>
                    <a:pt x="456449" y="5667726"/>
                  </a:lnTo>
                  <a:lnTo>
                    <a:pt x="456543" y="5667726"/>
                  </a:lnTo>
                  <a:lnTo>
                    <a:pt x="456638" y="5667726"/>
                  </a:lnTo>
                  <a:lnTo>
                    <a:pt x="456732" y="5667726"/>
                  </a:lnTo>
                  <a:lnTo>
                    <a:pt x="456826" y="5667726"/>
                  </a:lnTo>
                  <a:lnTo>
                    <a:pt x="456920" y="5667726"/>
                  </a:lnTo>
                  <a:lnTo>
                    <a:pt x="457014" y="5667726"/>
                  </a:lnTo>
                  <a:lnTo>
                    <a:pt x="457108" y="5667726"/>
                  </a:lnTo>
                  <a:lnTo>
                    <a:pt x="457203" y="5667726"/>
                  </a:lnTo>
                  <a:lnTo>
                    <a:pt x="457297" y="5667726"/>
                  </a:lnTo>
                  <a:lnTo>
                    <a:pt x="457391" y="5667726"/>
                  </a:lnTo>
                  <a:lnTo>
                    <a:pt x="457485" y="5667726"/>
                  </a:lnTo>
                  <a:lnTo>
                    <a:pt x="457579" y="5667726"/>
                  </a:lnTo>
                  <a:lnTo>
                    <a:pt x="457673" y="5667726"/>
                  </a:lnTo>
                  <a:lnTo>
                    <a:pt x="457767" y="5667726"/>
                  </a:lnTo>
                  <a:lnTo>
                    <a:pt x="457862" y="5667726"/>
                  </a:lnTo>
                  <a:lnTo>
                    <a:pt x="457956" y="5667726"/>
                  </a:lnTo>
                  <a:lnTo>
                    <a:pt x="458050" y="5667726"/>
                  </a:lnTo>
                  <a:lnTo>
                    <a:pt x="458144" y="5667726"/>
                  </a:lnTo>
                  <a:lnTo>
                    <a:pt x="458238" y="5667726"/>
                  </a:lnTo>
                  <a:lnTo>
                    <a:pt x="458332" y="5667726"/>
                  </a:lnTo>
                  <a:lnTo>
                    <a:pt x="458427" y="5667726"/>
                  </a:lnTo>
                  <a:lnTo>
                    <a:pt x="458521" y="5667726"/>
                  </a:lnTo>
                  <a:lnTo>
                    <a:pt x="458615" y="5667726"/>
                  </a:lnTo>
                  <a:lnTo>
                    <a:pt x="458709" y="5667726"/>
                  </a:lnTo>
                  <a:lnTo>
                    <a:pt x="458803" y="5667726"/>
                  </a:lnTo>
                  <a:lnTo>
                    <a:pt x="458897" y="5667726"/>
                  </a:lnTo>
                  <a:lnTo>
                    <a:pt x="458991" y="5667726"/>
                  </a:lnTo>
                  <a:lnTo>
                    <a:pt x="459086" y="5667726"/>
                  </a:lnTo>
                  <a:lnTo>
                    <a:pt x="459180" y="5667726"/>
                  </a:lnTo>
                  <a:lnTo>
                    <a:pt x="459274" y="5667726"/>
                  </a:lnTo>
                  <a:lnTo>
                    <a:pt x="459368" y="5667726"/>
                  </a:lnTo>
                  <a:lnTo>
                    <a:pt x="459462" y="5667726"/>
                  </a:lnTo>
                  <a:lnTo>
                    <a:pt x="459556" y="5667726"/>
                  </a:lnTo>
                  <a:lnTo>
                    <a:pt x="459650" y="5667726"/>
                  </a:lnTo>
                  <a:lnTo>
                    <a:pt x="459745" y="5667726"/>
                  </a:lnTo>
                  <a:lnTo>
                    <a:pt x="459839" y="5667726"/>
                  </a:lnTo>
                  <a:lnTo>
                    <a:pt x="459933" y="5667726"/>
                  </a:lnTo>
                  <a:lnTo>
                    <a:pt x="460027" y="5667726"/>
                  </a:lnTo>
                  <a:lnTo>
                    <a:pt x="460121" y="5667726"/>
                  </a:lnTo>
                  <a:lnTo>
                    <a:pt x="460215" y="5667726"/>
                  </a:lnTo>
                  <a:lnTo>
                    <a:pt x="460310" y="5667726"/>
                  </a:lnTo>
                  <a:lnTo>
                    <a:pt x="460310" y="5662815"/>
                  </a:lnTo>
                  <a:lnTo>
                    <a:pt x="460404" y="5662815"/>
                  </a:lnTo>
                  <a:lnTo>
                    <a:pt x="460498" y="5662815"/>
                  </a:lnTo>
                  <a:lnTo>
                    <a:pt x="460592" y="5662815"/>
                  </a:lnTo>
                  <a:lnTo>
                    <a:pt x="460686" y="5662815"/>
                  </a:lnTo>
                  <a:lnTo>
                    <a:pt x="460780" y="5662815"/>
                  </a:lnTo>
                  <a:lnTo>
                    <a:pt x="460874" y="5662815"/>
                  </a:lnTo>
                  <a:lnTo>
                    <a:pt x="460969" y="5662815"/>
                  </a:lnTo>
                  <a:lnTo>
                    <a:pt x="461063" y="5662815"/>
                  </a:lnTo>
                  <a:lnTo>
                    <a:pt x="461157" y="5662815"/>
                  </a:lnTo>
                  <a:lnTo>
                    <a:pt x="461251" y="5662815"/>
                  </a:lnTo>
                  <a:lnTo>
                    <a:pt x="461345" y="5662815"/>
                  </a:lnTo>
                  <a:lnTo>
                    <a:pt x="461439" y="5662815"/>
                  </a:lnTo>
                  <a:lnTo>
                    <a:pt x="461534" y="5662815"/>
                  </a:lnTo>
                  <a:lnTo>
                    <a:pt x="461628" y="5662815"/>
                  </a:lnTo>
                  <a:lnTo>
                    <a:pt x="461722" y="5662815"/>
                  </a:lnTo>
                  <a:lnTo>
                    <a:pt x="461816" y="5662815"/>
                  </a:lnTo>
                  <a:lnTo>
                    <a:pt x="461910" y="5662815"/>
                  </a:lnTo>
                  <a:lnTo>
                    <a:pt x="462004" y="5662815"/>
                  </a:lnTo>
                  <a:lnTo>
                    <a:pt x="462098" y="5662815"/>
                  </a:lnTo>
                  <a:lnTo>
                    <a:pt x="462193" y="5662815"/>
                  </a:lnTo>
                  <a:lnTo>
                    <a:pt x="462287" y="5662815"/>
                  </a:lnTo>
                  <a:lnTo>
                    <a:pt x="462381" y="5662815"/>
                  </a:lnTo>
                  <a:lnTo>
                    <a:pt x="462475" y="5662815"/>
                  </a:lnTo>
                  <a:lnTo>
                    <a:pt x="462569" y="5662815"/>
                  </a:lnTo>
                  <a:lnTo>
                    <a:pt x="462663" y="5662815"/>
                  </a:lnTo>
                  <a:lnTo>
                    <a:pt x="462758" y="5662815"/>
                  </a:lnTo>
                  <a:lnTo>
                    <a:pt x="462852" y="5662815"/>
                  </a:lnTo>
                  <a:lnTo>
                    <a:pt x="462946" y="5662815"/>
                  </a:lnTo>
                  <a:lnTo>
                    <a:pt x="463040" y="5662815"/>
                  </a:lnTo>
                  <a:lnTo>
                    <a:pt x="463134" y="5662815"/>
                  </a:lnTo>
                  <a:lnTo>
                    <a:pt x="463228" y="5662815"/>
                  </a:lnTo>
                  <a:lnTo>
                    <a:pt x="463322" y="5662815"/>
                  </a:lnTo>
                  <a:lnTo>
                    <a:pt x="463417" y="5662815"/>
                  </a:lnTo>
                  <a:lnTo>
                    <a:pt x="463511" y="5662815"/>
                  </a:lnTo>
                  <a:lnTo>
                    <a:pt x="463605" y="5662815"/>
                  </a:lnTo>
                  <a:lnTo>
                    <a:pt x="463699" y="5662815"/>
                  </a:lnTo>
                  <a:lnTo>
                    <a:pt x="463793" y="5662815"/>
                  </a:lnTo>
                  <a:lnTo>
                    <a:pt x="463887" y="5662815"/>
                  </a:lnTo>
                  <a:lnTo>
                    <a:pt x="463981" y="5662815"/>
                  </a:lnTo>
                  <a:lnTo>
                    <a:pt x="464076" y="5662815"/>
                  </a:lnTo>
                  <a:lnTo>
                    <a:pt x="464170" y="5662815"/>
                  </a:lnTo>
                  <a:lnTo>
                    <a:pt x="464264" y="5662815"/>
                  </a:lnTo>
                  <a:lnTo>
                    <a:pt x="464358" y="5662815"/>
                  </a:lnTo>
                  <a:lnTo>
                    <a:pt x="464452" y="5662815"/>
                  </a:lnTo>
                  <a:lnTo>
                    <a:pt x="464546" y="5662815"/>
                  </a:lnTo>
                  <a:lnTo>
                    <a:pt x="464641" y="5662815"/>
                  </a:lnTo>
                  <a:lnTo>
                    <a:pt x="464641" y="5657903"/>
                  </a:lnTo>
                  <a:lnTo>
                    <a:pt x="464735" y="5657903"/>
                  </a:lnTo>
                  <a:lnTo>
                    <a:pt x="464829" y="5657903"/>
                  </a:lnTo>
                  <a:lnTo>
                    <a:pt x="464923" y="5657903"/>
                  </a:lnTo>
                  <a:lnTo>
                    <a:pt x="465017" y="5657903"/>
                  </a:lnTo>
                  <a:lnTo>
                    <a:pt x="465111" y="5657903"/>
                  </a:lnTo>
                  <a:lnTo>
                    <a:pt x="465205" y="5657903"/>
                  </a:lnTo>
                  <a:lnTo>
                    <a:pt x="465300" y="5657903"/>
                  </a:lnTo>
                  <a:lnTo>
                    <a:pt x="465394" y="5657903"/>
                  </a:lnTo>
                  <a:lnTo>
                    <a:pt x="465394" y="5652992"/>
                  </a:lnTo>
                  <a:lnTo>
                    <a:pt x="465488" y="5652992"/>
                  </a:lnTo>
                  <a:lnTo>
                    <a:pt x="465582" y="5652992"/>
                  </a:lnTo>
                  <a:lnTo>
                    <a:pt x="465676" y="5652992"/>
                  </a:lnTo>
                  <a:lnTo>
                    <a:pt x="465770" y="5652992"/>
                  </a:lnTo>
                  <a:lnTo>
                    <a:pt x="465865" y="5652992"/>
                  </a:lnTo>
                  <a:lnTo>
                    <a:pt x="465959" y="5652992"/>
                  </a:lnTo>
                  <a:lnTo>
                    <a:pt x="466053" y="5652992"/>
                  </a:lnTo>
                  <a:lnTo>
                    <a:pt x="466147" y="5652992"/>
                  </a:lnTo>
                  <a:lnTo>
                    <a:pt x="466241" y="5652992"/>
                  </a:lnTo>
                  <a:lnTo>
                    <a:pt x="466335" y="5652992"/>
                  </a:lnTo>
                  <a:lnTo>
                    <a:pt x="466429" y="5652992"/>
                  </a:lnTo>
                  <a:lnTo>
                    <a:pt x="466524" y="5652992"/>
                  </a:lnTo>
                  <a:lnTo>
                    <a:pt x="466618" y="5652992"/>
                  </a:lnTo>
                  <a:lnTo>
                    <a:pt x="466712" y="5652992"/>
                  </a:lnTo>
                  <a:lnTo>
                    <a:pt x="466712" y="5648081"/>
                  </a:lnTo>
                  <a:lnTo>
                    <a:pt x="466806" y="5648081"/>
                  </a:lnTo>
                  <a:lnTo>
                    <a:pt x="466900" y="5648081"/>
                  </a:lnTo>
                  <a:lnTo>
                    <a:pt x="466994" y="5648081"/>
                  </a:lnTo>
                  <a:lnTo>
                    <a:pt x="467089" y="5648081"/>
                  </a:lnTo>
                  <a:lnTo>
                    <a:pt x="467183" y="5648081"/>
                  </a:lnTo>
                  <a:lnTo>
                    <a:pt x="467277" y="5648081"/>
                  </a:lnTo>
                  <a:lnTo>
                    <a:pt x="467371" y="5648081"/>
                  </a:lnTo>
                  <a:lnTo>
                    <a:pt x="467465" y="5648081"/>
                  </a:lnTo>
                  <a:lnTo>
                    <a:pt x="467559" y="5648081"/>
                  </a:lnTo>
                  <a:lnTo>
                    <a:pt x="467653" y="5648081"/>
                  </a:lnTo>
                  <a:lnTo>
                    <a:pt x="467748" y="5648081"/>
                  </a:lnTo>
                  <a:lnTo>
                    <a:pt x="467842" y="5648081"/>
                  </a:lnTo>
                  <a:lnTo>
                    <a:pt x="467936" y="5648081"/>
                  </a:lnTo>
                  <a:lnTo>
                    <a:pt x="468030" y="5648081"/>
                  </a:lnTo>
                  <a:lnTo>
                    <a:pt x="468124" y="5648081"/>
                  </a:lnTo>
                  <a:lnTo>
                    <a:pt x="468218" y="5648081"/>
                  </a:lnTo>
                  <a:lnTo>
                    <a:pt x="468312" y="5648081"/>
                  </a:lnTo>
                  <a:lnTo>
                    <a:pt x="468407" y="5648081"/>
                  </a:lnTo>
                  <a:lnTo>
                    <a:pt x="468501" y="5648081"/>
                  </a:lnTo>
                  <a:lnTo>
                    <a:pt x="468595" y="5648081"/>
                  </a:lnTo>
                  <a:lnTo>
                    <a:pt x="468689" y="5648081"/>
                  </a:lnTo>
                  <a:lnTo>
                    <a:pt x="468783" y="5648081"/>
                  </a:lnTo>
                  <a:lnTo>
                    <a:pt x="468877" y="5648081"/>
                  </a:lnTo>
                  <a:lnTo>
                    <a:pt x="468972" y="5648081"/>
                  </a:lnTo>
                  <a:lnTo>
                    <a:pt x="469066" y="5648081"/>
                  </a:lnTo>
                  <a:lnTo>
                    <a:pt x="469160" y="5648081"/>
                  </a:lnTo>
                  <a:lnTo>
                    <a:pt x="469254" y="5648081"/>
                  </a:lnTo>
                  <a:lnTo>
                    <a:pt x="469348" y="5648081"/>
                  </a:lnTo>
                  <a:lnTo>
                    <a:pt x="469442" y="5648081"/>
                  </a:lnTo>
                  <a:lnTo>
                    <a:pt x="469536" y="5648081"/>
                  </a:lnTo>
                  <a:lnTo>
                    <a:pt x="469631" y="5648081"/>
                  </a:lnTo>
                  <a:lnTo>
                    <a:pt x="469725" y="5648081"/>
                  </a:lnTo>
                  <a:lnTo>
                    <a:pt x="469819" y="5648081"/>
                  </a:lnTo>
                  <a:lnTo>
                    <a:pt x="469913" y="5648081"/>
                  </a:lnTo>
                  <a:lnTo>
                    <a:pt x="470007" y="5648081"/>
                  </a:lnTo>
                  <a:lnTo>
                    <a:pt x="470101" y="5648081"/>
                  </a:lnTo>
                  <a:lnTo>
                    <a:pt x="470196" y="5648081"/>
                  </a:lnTo>
                  <a:lnTo>
                    <a:pt x="470290" y="5648081"/>
                  </a:lnTo>
                  <a:lnTo>
                    <a:pt x="470384" y="5648081"/>
                  </a:lnTo>
                  <a:lnTo>
                    <a:pt x="470478" y="5648081"/>
                  </a:lnTo>
                  <a:lnTo>
                    <a:pt x="470572" y="5648081"/>
                  </a:lnTo>
                  <a:lnTo>
                    <a:pt x="470666" y="5648081"/>
                  </a:lnTo>
                  <a:lnTo>
                    <a:pt x="470760" y="5648081"/>
                  </a:lnTo>
                  <a:lnTo>
                    <a:pt x="470855" y="5648081"/>
                  </a:lnTo>
                  <a:lnTo>
                    <a:pt x="470949" y="5648081"/>
                  </a:lnTo>
                  <a:lnTo>
                    <a:pt x="471043" y="5648081"/>
                  </a:lnTo>
                  <a:lnTo>
                    <a:pt x="471137" y="5648081"/>
                  </a:lnTo>
                  <a:lnTo>
                    <a:pt x="471231" y="5648081"/>
                  </a:lnTo>
                  <a:lnTo>
                    <a:pt x="471325" y="5648081"/>
                  </a:lnTo>
                  <a:lnTo>
                    <a:pt x="471420" y="5648081"/>
                  </a:lnTo>
                  <a:lnTo>
                    <a:pt x="471514" y="5648081"/>
                  </a:lnTo>
                  <a:lnTo>
                    <a:pt x="471608" y="5648081"/>
                  </a:lnTo>
                  <a:lnTo>
                    <a:pt x="471608" y="5643169"/>
                  </a:lnTo>
                  <a:lnTo>
                    <a:pt x="471702" y="5643169"/>
                  </a:lnTo>
                  <a:lnTo>
                    <a:pt x="471796" y="5643169"/>
                  </a:lnTo>
                  <a:lnTo>
                    <a:pt x="471890" y="5643169"/>
                  </a:lnTo>
                  <a:lnTo>
                    <a:pt x="471984" y="5643169"/>
                  </a:lnTo>
                  <a:lnTo>
                    <a:pt x="472079" y="5643169"/>
                  </a:lnTo>
                  <a:lnTo>
                    <a:pt x="472173" y="5643169"/>
                  </a:lnTo>
                  <a:lnTo>
                    <a:pt x="472267" y="5643169"/>
                  </a:lnTo>
                  <a:lnTo>
                    <a:pt x="472361" y="5643169"/>
                  </a:lnTo>
                  <a:lnTo>
                    <a:pt x="472455" y="5643169"/>
                  </a:lnTo>
                  <a:lnTo>
                    <a:pt x="472549" y="5643169"/>
                  </a:lnTo>
                  <a:lnTo>
                    <a:pt x="472643" y="5643169"/>
                  </a:lnTo>
                  <a:lnTo>
                    <a:pt x="472738" y="5643169"/>
                  </a:lnTo>
                  <a:lnTo>
                    <a:pt x="472832" y="5643169"/>
                  </a:lnTo>
                  <a:lnTo>
                    <a:pt x="472926" y="5643169"/>
                  </a:lnTo>
                  <a:lnTo>
                    <a:pt x="473020" y="5643169"/>
                  </a:lnTo>
                  <a:lnTo>
                    <a:pt x="473114" y="5643169"/>
                  </a:lnTo>
                  <a:lnTo>
                    <a:pt x="473208" y="5643169"/>
                  </a:lnTo>
                  <a:lnTo>
                    <a:pt x="473303" y="5643169"/>
                  </a:lnTo>
                  <a:lnTo>
                    <a:pt x="473397" y="5643169"/>
                  </a:lnTo>
                  <a:lnTo>
                    <a:pt x="473491" y="5643169"/>
                  </a:lnTo>
                  <a:lnTo>
                    <a:pt x="473585" y="5643169"/>
                  </a:lnTo>
                  <a:lnTo>
                    <a:pt x="473679" y="5643169"/>
                  </a:lnTo>
                  <a:lnTo>
                    <a:pt x="473773" y="5643169"/>
                  </a:lnTo>
                  <a:lnTo>
                    <a:pt x="473867" y="5643169"/>
                  </a:lnTo>
                  <a:lnTo>
                    <a:pt x="473962" y="5643169"/>
                  </a:lnTo>
                  <a:lnTo>
                    <a:pt x="474056" y="5643169"/>
                  </a:lnTo>
                  <a:lnTo>
                    <a:pt x="474150" y="5643169"/>
                  </a:lnTo>
                  <a:lnTo>
                    <a:pt x="474244" y="5643169"/>
                  </a:lnTo>
                  <a:lnTo>
                    <a:pt x="474338" y="5643169"/>
                  </a:lnTo>
                  <a:lnTo>
                    <a:pt x="474432" y="5643169"/>
                  </a:lnTo>
                  <a:lnTo>
                    <a:pt x="474527" y="5643169"/>
                  </a:lnTo>
                  <a:lnTo>
                    <a:pt x="474621" y="5643169"/>
                  </a:lnTo>
                  <a:lnTo>
                    <a:pt x="474715" y="5643169"/>
                  </a:lnTo>
                  <a:lnTo>
                    <a:pt x="474809" y="5643169"/>
                  </a:lnTo>
                  <a:lnTo>
                    <a:pt x="474903" y="5643169"/>
                  </a:lnTo>
                  <a:lnTo>
                    <a:pt x="474997" y="5643169"/>
                  </a:lnTo>
                  <a:lnTo>
                    <a:pt x="475091" y="5643169"/>
                  </a:lnTo>
                  <a:lnTo>
                    <a:pt x="475186" y="5643169"/>
                  </a:lnTo>
                  <a:lnTo>
                    <a:pt x="475280" y="5643169"/>
                  </a:lnTo>
                  <a:lnTo>
                    <a:pt x="475374" y="5643169"/>
                  </a:lnTo>
                  <a:lnTo>
                    <a:pt x="475468" y="5643169"/>
                  </a:lnTo>
                  <a:lnTo>
                    <a:pt x="475562" y="5643169"/>
                  </a:lnTo>
                  <a:lnTo>
                    <a:pt x="475656" y="5643169"/>
                  </a:lnTo>
                  <a:lnTo>
                    <a:pt x="475751" y="5643169"/>
                  </a:lnTo>
                  <a:lnTo>
                    <a:pt x="475845" y="5643169"/>
                  </a:lnTo>
                  <a:lnTo>
                    <a:pt x="475939" y="5643169"/>
                  </a:lnTo>
                  <a:lnTo>
                    <a:pt x="476033" y="5643169"/>
                  </a:lnTo>
                  <a:lnTo>
                    <a:pt x="476127" y="5643169"/>
                  </a:lnTo>
                  <a:lnTo>
                    <a:pt x="476221" y="5643169"/>
                  </a:lnTo>
                  <a:lnTo>
                    <a:pt x="476315" y="5643169"/>
                  </a:lnTo>
                  <a:lnTo>
                    <a:pt x="476410" y="5643169"/>
                  </a:lnTo>
                  <a:lnTo>
                    <a:pt x="476504" y="5643169"/>
                  </a:lnTo>
                  <a:lnTo>
                    <a:pt x="476598" y="5643169"/>
                  </a:lnTo>
                  <a:lnTo>
                    <a:pt x="476692" y="5643169"/>
                  </a:lnTo>
                  <a:lnTo>
                    <a:pt x="476786" y="5643169"/>
                  </a:lnTo>
                  <a:lnTo>
                    <a:pt x="476880" y="5643169"/>
                  </a:lnTo>
                  <a:lnTo>
                    <a:pt x="476974" y="5643169"/>
                  </a:lnTo>
                  <a:lnTo>
                    <a:pt x="477069" y="5643169"/>
                  </a:lnTo>
                  <a:lnTo>
                    <a:pt x="477163" y="5643169"/>
                  </a:lnTo>
                  <a:lnTo>
                    <a:pt x="477257" y="5643169"/>
                  </a:lnTo>
                  <a:lnTo>
                    <a:pt x="477351" y="5643169"/>
                  </a:lnTo>
                  <a:lnTo>
                    <a:pt x="477445" y="5643169"/>
                  </a:lnTo>
                  <a:lnTo>
                    <a:pt x="477539" y="5643169"/>
                  </a:lnTo>
                  <a:lnTo>
                    <a:pt x="477634" y="5643169"/>
                  </a:lnTo>
                  <a:lnTo>
                    <a:pt x="477728" y="5643169"/>
                  </a:lnTo>
                  <a:lnTo>
                    <a:pt x="477822" y="5643169"/>
                  </a:lnTo>
                  <a:lnTo>
                    <a:pt x="477916" y="5643169"/>
                  </a:lnTo>
                  <a:lnTo>
                    <a:pt x="478010" y="5643169"/>
                  </a:lnTo>
                  <a:lnTo>
                    <a:pt x="478104" y="5643169"/>
                  </a:lnTo>
                  <a:lnTo>
                    <a:pt x="478198" y="5643169"/>
                  </a:lnTo>
                  <a:lnTo>
                    <a:pt x="478293" y="5643169"/>
                  </a:lnTo>
                  <a:lnTo>
                    <a:pt x="478387" y="5643169"/>
                  </a:lnTo>
                  <a:lnTo>
                    <a:pt x="478481" y="5643169"/>
                  </a:lnTo>
                  <a:lnTo>
                    <a:pt x="478575" y="5643169"/>
                  </a:lnTo>
                  <a:lnTo>
                    <a:pt x="478669" y="5643169"/>
                  </a:lnTo>
                  <a:lnTo>
                    <a:pt x="478763" y="5643169"/>
                  </a:lnTo>
                  <a:lnTo>
                    <a:pt x="478763" y="5638258"/>
                  </a:lnTo>
                  <a:lnTo>
                    <a:pt x="478858" y="5638258"/>
                  </a:lnTo>
                  <a:lnTo>
                    <a:pt x="478952" y="5638258"/>
                  </a:lnTo>
                  <a:lnTo>
                    <a:pt x="479046" y="5638258"/>
                  </a:lnTo>
                  <a:lnTo>
                    <a:pt x="479140" y="5638258"/>
                  </a:lnTo>
                  <a:lnTo>
                    <a:pt x="479234" y="5638258"/>
                  </a:lnTo>
                  <a:lnTo>
                    <a:pt x="479328" y="5638258"/>
                  </a:lnTo>
                  <a:lnTo>
                    <a:pt x="479328" y="5633347"/>
                  </a:lnTo>
                  <a:lnTo>
                    <a:pt x="479422" y="5633347"/>
                  </a:lnTo>
                  <a:lnTo>
                    <a:pt x="479517" y="5633347"/>
                  </a:lnTo>
                  <a:lnTo>
                    <a:pt x="479611" y="5633347"/>
                  </a:lnTo>
                  <a:lnTo>
                    <a:pt x="479705" y="5633347"/>
                  </a:lnTo>
                  <a:lnTo>
                    <a:pt x="479799" y="5633347"/>
                  </a:lnTo>
                  <a:lnTo>
                    <a:pt x="479893" y="5633347"/>
                  </a:lnTo>
                  <a:lnTo>
                    <a:pt x="479987" y="5633347"/>
                  </a:lnTo>
                  <a:lnTo>
                    <a:pt x="480082" y="5633347"/>
                  </a:lnTo>
                  <a:lnTo>
                    <a:pt x="480176" y="5633347"/>
                  </a:lnTo>
                  <a:lnTo>
                    <a:pt x="480270" y="5633347"/>
                  </a:lnTo>
                  <a:lnTo>
                    <a:pt x="480364" y="5633347"/>
                  </a:lnTo>
                  <a:lnTo>
                    <a:pt x="480458" y="5633347"/>
                  </a:lnTo>
                  <a:lnTo>
                    <a:pt x="480552" y="5633347"/>
                  </a:lnTo>
                  <a:lnTo>
                    <a:pt x="480646" y="5633347"/>
                  </a:lnTo>
                  <a:lnTo>
                    <a:pt x="480741" y="5633347"/>
                  </a:lnTo>
                  <a:lnTo>
                    <a:pt x="480835" y="5633347"/>
                  </a:lnTo>
                  <a:lnTo>
                    <a:pt x="480929" y="5633347"/>
                  </a:lnTo>
                  <a:lnTo>
                    <a:pt x="481023" y="5633347"/>
                  </a:lnTo>
                  <a:lnTo>
                    <a:pt x="481117" y="5633347"/>
                  </a:lnTo>
                  <a:lnTo>
                    <a:pt x="481211" y="5633347"/>
                  </a:lnTo>
                  <a:lnTo>
                    <a:pt x="481305" y="5633347"/>
                  </a:lnTo>
                  <a:lnTo>
                    <a:pt x="481400" y="5633347"/>
                  </a:lnTo>
                  <a:lnTo>
                    <a:pt x="481494" y="5633347"/>
                  </a:lnTo>
                  <a:lnTo>
                    <a:pt x="481588" y="5633347"/>
                  </a:lnTo>
                  <a:lnTo>
                    <a:pt x="481682" y="5633347"/>
                  </a:lnTo>
                  <a:lnTo>
                    <a:pt x="481682" y="5628435"/>
                  </a:lnTo>
                  <a:lnTo>
                    <a:pt x="481776" y="5628435"/>
                  </a:lnTo>
                  <a:lnTo>
                    <a:pt x="481870" y="5628435"/>
                  </a:lnTo>
                  <a:lnTo>
                    <a:pt x="481965" y="5628435"/>
                  </a:lnTo>
                  <a:lnTo>
                    <a:pt x="482059" y="5628435"/>
                  </a:lnTo>
                  <a:lnTo>
                    <a:pt x="482153" y="5628435"/>
                  </a:lnTo>
                  <a:lnTo>
                    <a:pt x="482247" y="5628435"/>
                  </a:lnTo>
                  <a:lnTo>
                    <a:pt x="482341" y="5628435"/>
                  </a:lnTo>
                  <a:lnTo>
                    <a:pt x="482435" y="5628435"/>
                  </a:lnTo>
                  <a:lnTo>
                    <a:pt x="482529" y="5628435"/>
                  </a:lnTo>
                  <a:lnTo>
                    <a:pt x="482624" y="5628435"/>
                  </a:lnTo>
                  <a:lnTo>
                    <a:pt x="482718" y="5628435"/>
                  </a:lnTo>
                  <a:lnTo>
                    <a:pt x="482812" y="5628435"/>
                  </a:lnTo>
                  <a:lnTo>
                    <a:pt x="482906" y="5628435"/>
                  </a:lnTo>
                  <a:lnTo>
                    <a:pt x="483000" y="5628435"/>
                  </a:lnTo>
                  <a:lnTo>
                    <a:pt x="483094" y="5628435"/>
                  </a:lnTo>
                  <a:lnTo>
                    <a:pt x="483189" y="5628435"/>
                  </a:lnTo>
                  <a:lnTo>
                    <a:pt x="483283" y="5628435"/>
                  </a:lnTo>
                  <a:lnTo>
                    <a:pt x="483377" y="5628435"/>
                  </a:lnTo>
                  <a:lnTo>
                    <a:pt x="483471" y="5628435"/>
                  </a:lnTo>
                  <a:lnTo>
                    <a:pt x="483565" y="5628435"/>
                  </a:lnTo>
                  <a:lnTo>
                    <a:pt x="483659" y="5628435"/>
                  </a:lnTo>
                  <a:lnTo>
                    <a:pt x="483753" y="5628435"/>
                  </a:lnTo>
                  <a:lnTo>
                    <a:pt x="483848" y="5628435"/>
                  </a:lnTo>
                  <a:lnTo>
                    <a:pt x="483942" y="5628435"/>
                  </a:lnTo>
                  <a:lnTo>
                    <a:pt x="484036" y="5628435"/>
                  </a:lnTo>
                  <a:lnTo>
                    <a:pt x="484130" y="5628435"/>
                  </a:lnTo>
                  <a:lnTo>
                    <a:pt x="484224" y="5628435"/>
                  </a:lnTo>
                  <a:lnTo>
                    <a:pt x="484318" y="5628435"/>
                  </a:lnTo>
                  <a:lnTo>
                    <a:pt x="484413" y="5628435"/>
                  </a:lnTo>
                  <a:lnTo>
                    <a:pt x="484507" y="5628435"/>
                  </a:lnTo>
                  <a:lnTo>
                    <a:pt x="484601" y="5628435"/>
                  </a:lnTo>
                  <a:lnTo>
                    <a:pt x="484695" y="5628435"/>
                  </a:lnTo>
                  <a:lnTo>
                    <a:pt x="484789" y="5628435"/>
                  </a:lnTo>
                  <a:lnTo>
                    <a:pt x="484883" y="5628435"/>
                  </a:lnTo>
                  <a:lnTo>
                    <a:pt x="484977" y="5628435"/>
                  </a:lnTo>
                  <a:lnTo>
                    <a:pt x="485072" y="5628435"/>
                  </a:lnTo>
                  <a:lnTo>
                    <a:pt x="485166" y="5628435"/>
                  </a:lnTo>
                  <a:lnTo>
                    <a:pt x="485260" y="5628435"/>
                  </a:lnTo>
                  <a:lnTo>
                    <a:pt x="485354" y="5628435"/>
                  </a:lnTo>
                  <a:lnTo>
                    <a:pt x="485448" y="5628435"/>
                  </a:lnTo>
                  <a:lnTo>
                    <a:pt x="485542" y="5628435"/>
                  </a:lnTo>
                  <a:lnTo>
                    <a:pt x="485636" y="5628435"/>
                  </a:lnTo>
                  <a:lnTo>
                    <a:pt x="485731" y="5628435"/>
                  </a:lnTo>
                  <a:lnTo>
                    <a:pt x="485825" y="5628435"/>
                  </a:lnTo>
                  <a:lnTo>
                    <a:pt x="485919" y="5628435"/>
                  </a:lnTo>
                  <a:lnTo>
                    <a:pt x="486013" y="5628435"/>
                  </a:lnTo>
                  <a:lnTo>
                    <a:pt x="486107" y="5628435"/>
                  </a:lnTo>
                  <a:lnTo>
                    <a:pt x="486201" y="5628435"/>
                  </a:lnTo>
                  <a:lnTo>
                    <a:pt x="486296" y="5628435"/>
                  </a:lnTo>
                  <a:lnTo>
                    <a:pt x="486390" y="5628435"/>
                  </a:lnTo>
                  <a:lnTo>
                    <a:pt x="486484" y="5628435"/>
                  </a:lnTo>
                  <a:lnTo>
                    <a:pt x="486578" y="5628435"/>
                  </a:lnTo>
                  <a:lnTo>
                    <a:pt x="486672" y="5628435"/>
                  </a:lnTo>
                  <a:lnTo>
                    <a:pt x="486766" y="5628435"/>
                  </a:lnTo>
                  <a:lnTo>
                    <a:pt x="486860" y="5628435"/>
                  </a:lnTo>
                  <a:lnTo>
                    <a:pt x="486955" y="5628435"/>
                  </a:lnTo>
                  <a:lnTo>
                    <a:pt x="487049" y="5628435"/>
                  </a:lnTo>
                  <a:lnTo>
                    <a:pt x="487143" y="5628435"/>
                  </a:lnTo>
                  <a:lnTo>
                    <a:pt x="487237" y="5628435"/>
                  </a:lnTo>
                  <a:lnTo>
                    <a:pt x="487331" y="5628435"/>
                  </a:lnTo>
                  <a:lnTo>
                    <a:pt x="487425" y="5628435"/>
                  </a:lnTo>
                  <a:lnTo>
                    <a:pt x="487520" y="5628435"/>
                  </a:lnTo>
                  <a:lnTo>
                    <a:pt x="487614" y="5628435"/>
                  </a:lnTo>
                  <a:lnTo>
                    <a:pt x="487708" y="5628435"/>
                  </a:lnTo>
                  <a:lnTo>
                    <a:pt x="487802" y="5628435"/>
                  </a:lnTo>
                  <a:lnTo>
                    <a:pt x="487896" y="5628435"/>
                  </a:lnTo>
                  <a:lnTo>
                    <a:pt x="487990" y="5628435"/>
                  </a:lnTo>
                  <a:lnTo>
                    <a:pt x="488084" y="5628435"/>
                  </a:lnTo>
                  <a:lnTo>
                    <a:pt x="488179" y="5628435"/>
                  </a:lnTo>
                  <a:lnTo>
                    <a:pt x="488273" y="5628435"/>
                  </a:lnTo>
                  <a:lnTo>
                    <a:pt x="488367" y="5628435"/>
                  </a:lnTo>
                  <a:lnTo>
                    <a:pt x="488461" y="5628435"/>
                  </a:lnTo>
                  <a:lnTo>
                    <a:pt x="488555" y="5628435"/>
                  </a:lnTo>
                  <a:lnTo>
                    <a:pt x="488649" y="5628435"/>
                  </a:lnTo>
                  <a:lnTo>
                    <a:pt x="488744" y="5628435"/>
                  </a:lnTo>
                  <a:lnTo>
                    <a:pt x="488838" y="5628435"/>
                  </a:lnTo>
                  <a:lnTo>
                    <a:pt x="488932" y="5628435"/>
                  </a:lnTo>
                  <a:lnTo>
                    <a:pt x="489026" y="5628435"/>
                  </a:lnTo>
                  <a:lnTo>
                    <a:pt x="489120" y="5628435"/>
                  </a:lnTo>
                  <a:lnTo>
                    <a:pt x="489214" y="5628435"/>
                  </a:lnTo>
                  <a:lnTo>
                    <a:pt x="489308" y="5628435"/>
                  </a:lnTo>
                  <a:lnTo>
                    <a:pt x="489403" y="5628435"/>
                  </a:lnTo>
                  <a:lnTo>
                    <a:pt x="489497" y="5628435"/>
                  </a:lnTo>
                  <a:lnTo>
                    <a:pt x="489591" y="5628435"/>
                  </a:lnTo>
                  <a:lnTo>
                    <a:pt x="489685" y="5628435"/>
                  </a:lnTo>
                  <a:lnTo>
                    <a:pt x="489779" y="5628435"/>
                  </a:lnTo>
                  <a:lnTo>
                    <a:pt x="489779" y="5623524"/>
                  </a:lnTo>
                  <a:lnTo>
                    <a:pt x="489873" y="5623524"/>
                  </a:lnTo>
                  <a:lnTo>
                    <a:pt x="489967" y="5623524"/>
                  </a:lnTo>
                  <a:lnTo>
                    <a:pt x="490062" y="5623524"/>
                  </a:lnTo>
                  <a:lnTo>
                    <a:pt x="490156" y="5623524"/>
                  </a:lnTo>
                  <a:lnTo>
                    <a:pt x="490250" y="5623524"/>
                  </a:lnTo>
                  <a:lnTo>
                    <a:pt x="490344" y="5623524"/>
                  </a:lnTo>
                  <a:lnTo>
                    <a:pt x="490438" y="5623524"/>
                  </a:lnTo>
                  <a:lnTo>
                    <a:pt x="490532" y="5623524"/>
                  </a:lnTo>
                  <a:lnTo>
                    <a:pt x="490627" y="5623524"/>
                  </a:lnTo>
                  <a:lnTo>
                    <a:pt x="490721" y="5623524"/>
                  </a:lnTo>
                  <a:lnTo>
                    <a:pt x="490815" y="5623524"/>
                  </a:lnTo>
                  <a:lnTo>
                    <a:pt x="490909" y="5623524"/>
                  </a:lnTo>
                  <a:lnTo>
                    <a:pt x="491003" y="5623524"/>
                  </a:lnTo>
                  <a:lnTo>
                    <a:pt x="491097" y="5623524"/>
                  </a:lnTo>
                  <a:lnTo>
                    <a:pt x="491191" y="5623524"/>
                  </a:lnTo>
                  <a:lnTo>
                    <a:pt x="491286" y="5623524"/>
                  </a:lnTo>
                  <a:lnTo>
                    <a:pt x="491380" y="5623524"/>
                  </a:lnTo>
                  <a:lnTo>
                    <a:pt x="491474" y="5623524"/>
                  </a:lnTo>
                  <a:lnTo>
                    <a:pt x="491568" y="5623524"/>
                  </a:lnTo>
                  <a:lnTo>
                    <a:pt x="491662" y="5623524"/>
                  </a:lnTo>
                  <a:lnTo>
                    <a:pt x="491756" y="5623524"/>
                  </a:lnTo>
                  <a:lnTo>
                    <a:pt x="491851" y="5623524"/>
                  </a:lnTo>
                  <a:lnTo>
                    <a:pt x="491945" y="5623524"/>
                  </a:lnTo>
                  <a:lnTo>
                    <a:pt x="492039" y="5623524"/>
                  </a:lnTo>
                  <a:lnTo>
                    <a:pt x="492133" y="5623524"/>
                  </a:lnTo>
                  <a:lnTo>
                    <a:pt x="492133" y="5618612"/>
                  </a:lnTo>
                  <a:lnTo>
                    <a:pt x="492227" y="5618612"/>
                  </a:lnTo>
                  <a:lnTo>
                    <a:pt x="492321" y="5618612"/>
                  </a:lnTo>
                  <a:lnTo>
                    <a:pt x="492415" y="5618612"/>
                  </a:lnTo>
                  <a:lnTo>
                    <a:pt x="492510" y="5618612"/>
                  </a:lnTo>
                  <a:lnTo>
                    <a:pt x="492604" y="5618612"/>
                  </a:lnTo>
                  <a:lnTo>
                    <a:pt x="492698" y="5618612"/>
                  </a:lnTo>
                  <a:lnTo>
                    <a:pt x="492792" y="5618612"/>
                  </a:lnTo>
                  <a:lnTo>
                    <a:pt x="492886" y="5618612"/>
                  </a:lnTo>
                  <a:lnTo>
                    <a:pt x="492980" y="5618612"/>
                  </a:lnTo>
                  <a:lnTo>
                    <a:pt x="493075" y="5618612"/>
                  </a:lnTo>
                  <a:lnTo>
                    <a:pt x="493169" y="5618612"/>
                  </a:lnTo>
                  <a:lnTo>
                    <a:pt x="493263" y="5618612"/>
                  </a:lnTo>
                  <a:lnTo>
                    <a:pt x="493357" y="5618612"/>
                  </a:lnTo>
                  <a:lnTo>
                    <a:pt x="493451" y="5618612"/>
                  </a:lnTo>
                  <a:lnTo>
                    <a:pt x="493545" y="5618612"/>
                  </a:lnTo>
                  <a:lnTo>
                    <a:pt x="493639" y="5618612"/>
                  </a:lnTo>
                  <a:lnTo>
                    <a:pt x="493734" y="5618612"/>
                  </a:lnTo>
                  <a:lnTo>
                    <a:pt x="493828" y="5618612"/>
                  </a:lnTo>
                  <a:lnTo>
                    <a:pt x="493922" y="5618612"/>
                  </a:lnTo>
                  <a:lnTo>
                    <a:pt x="494016" y="5618612"/>
                  </a:lnTo>
                  <a:lnTo>
                    <a:pt x="494110" y="5618612"/>
                  </a:lnTo>
                  <a:lnTo>
                    <a:pt x="494204" y="5618612"/>
                  </a:lnTo>
                  <a:lnTo>
                    <a:pt x="494298" y="5618612"/>
                  </a:lnTo>
                  <a:lnTo>
                    <a:pt x="494393" y="5618612"/>
                  </a:lnTo>
                  <a:lnTo>
                    <a:pt x="494487" y="5618612"/>
                  </a:lnTo>
                  <a:lnTo>
                    <a:pt x="494581" y="5618612"/>
                  </a:lnTo>
                  <a:lnTo>
                    <a:pt x="494675" y="5618612"/>
                  </a:lnTo>
                  <a:lnTo>
                    <a:pt x="494769" y="5618612"/>
                  </a:lnTo>
                  <a:lnTo>
                    <a:pt x="494863" y="5618612"/>
                  </a:lnTo>
                  <a:lnTo>
                    <a:pt x="494958" y="5618612"/>
                  </a:lnTo>
                  <a:lnTo>
                    <a:pt x="495052" y="5618612"/>
                  </a:lnTo>
                  <a:lnTo>
                    <a:pt x="495146" y="5618612"/>
                  </a:lnTo>
                  <a:lnTo>
                    <a:pt x="495240" y="5618612"/>
                  </a:lnTo>
                  <a:lnTo>
                    <a:pt x="495334" y="5618612"/>
                  </a:lnTo>
                  <a:lnTo>
                    <a:pt x="495428" y="5618612"/>
                  </a:lnTo>
                  <a:lnTo>
                    <a:pt x="495522" y="5618612"/>
                  </a:lnTo>
                  <a:lnTo>
                    <a:pt x="495617" y="5618612"/>
                  </a:lnTo>
                  <a:lnTo>
                    <a:pt x="495711" y="5618612"/>
                  </a:lnTo>
                  <a:lnTo>
                    <a:pt x="495805" y="5618612"/>
                  </a:lnTo>
                  <a:lnTo>
                    <a:pt x="495899" y="5618612"/>
                  </a:lnTo>
                  <a:lnTo>
                    <a:pt x="495993" y="5618612"/>
                  </a:lnTo>
                  <a:lnTo>
                    <a:pt x="496087" y="5618612"/>
                  </a:lnTo>
                  <a:lnTo>
                    <a:pt x="496182" y="5618612"/>
                  </a:lnTo>
                  <a:lnTo>
                    <a:pt x="496276" y="5618612"/>
                  </a:lnTo>
                  <a:lnTo>
                    <a:pt x="496276" y="5613701"/>
                  </a:lnTo>
                  <a:lnTo>
                    <a:pt x="496276" y="5608790"/>
                  </a:lnTo>
                  <a:lnTo>
                    <a:pt x="496370" y="5608790"/>
                  </a:lnTo>
                  <a:lnTo>
                    <a:pt x="496464" y="5608790"/>
                  </a:lnTo>
                  <a:lnTo>
                    <a:pt x="496558" y="5608790"/>
                  </a:lnTo>
                  <a:lnTo>
                    <a:pt x="496652" y="5608790"/>
                  </a:lnTo>
                  <a:lnTo>
                    <a:pt x="496746" y="5608790"/>
                  </a:lnTo>
                  <a:lnTo>
                    <a:pt x="496841" y="5608790"/>
                  </a:lnTo>
                  <a:lnTo>
                    <a:pt x="496935" y="5608790"/>
                  </a:lnTo>
                  <a:lnTo>
                    <a:pt x="497029" y="5608790"/>
                  </a:lnTo>
                  <a:lnTo>
                    <a:pt x="497123" y="5608790"/>
                  </a:lnTo>
                  <a:lnTo>
                    <a:pt x="497217" y="5608790"/>
                  </a:lnTo>
                  <a:lnTo>
                    <a:pt x="497311" y="5608790"/>
                  </a:lnTo>
                  <a:lnTo>
                    <a:pt x="497406" y="5608790"/>
                  </a:lnTo>
                  <a:lnTo>
                    <a:pt x="497500" y="5608790"/>
                  </a:lnTo>
                  <a:lnTo>
                    <a:pt x="497594" y="5608790"/>
                  </a:lnTo>
                  <a:lnTo>
                    <a:pt x="497688" y="5608790"/>
                  </a:lnTo>
                  <a:lnTo>
                    <a:pt x="497782" y="5608790"/>
                  </a:lnTo>
                  <a:lnTo>
                    <a:pt x="497876" y="5608790"/>
                  </a:lnTo>
                  <a:lnTo>
                    <a:pt x="497970" y="5608790"/>
                  </a:lnTo>
                  <a:lnTo>
                    <a:pt x="498065" y="5608790"/>
                  </a:lnTo>
                  <a:lnTo>
                    <a:pt x="498159" y="5608790"/>
                  </a:lnTo>
                  <a:lnTo>
                    <a:pt x="498253" y="5608790"/>
                  </a:lnTo>
                  <a:lnTo>
                    <a:pt x="498347" y="5608790"/>
                  </a:lnTo>
                  <a:lnTo>
                    <a:pt x="498441" y="5608790"/>
                  </a:lnTo>
                  <a:lnTo>
                    <a:pt x="498535" y="5608790"/>
                  </a:lnTo>
                  <a:lnTo>
                    <a:pt x="498629" y="5608790"/>
                  </a:lnTo>
                  <a:lnTo>
                    <a:pt x="498724" y="5608790"/>
                  </a:lnTo>
                  <a:lnTo>
                    <a:pt x="498818" y="5608790"/>
                  </a:lnTo>
                  <a:lnTo>
                    <a:pt x="498818" y="5603878"/>
                  </a:lnTo>
                  <a:lnTo>
                    <a:pt x="498912" y="5603878"/>
                  </a:lnTo>
                  <a:lnTo>
                    <a:pt x="499006" y="5603878"/>
                  </a:lnTo>
                  <a:lnTo>
                    <a:pt x="499100" y="5603878"/>
                  </a:lnTo>
                  <a:lnTo>
                    <a:pt x="499194" y="5603878"/>
                  </a:lnTo>
                  <a:lnTo>
                    <a:pt x="499289" y="5603878"/>
                  </a:lnTo>
                  <a:lnTo>
                    <a:pt x="499383" y="5603878"/>
                  </a:lnTo>
                  <a:lnTo>
                    <a:pt x="499477" y="5603878"/>
                  </a:lnTo>
                  <a:lnTo>
                    <a:pt x="499571" y="5603878"/>
                  </a:lnTo>
                  <a:lnTo>
                    <a:pt x="499665" y="5603878"/>
                  </a:lnTo>
                  <a:lnTo>
                    <a:pt x="499759" y="5603878"/>
                  </a:lnTo>
                  <a:lnTo>
                    <a:pt x="499853" y="5603878"/>
                  </a:lnTo>
                  <a:lnTo>
                    <a:pt x="499948" y="5603878"/>
                  </a:lnTo>
                  <a:lnTo>
                    <a:pt x="500042" y="5603878"/>
                  </a:lnTo>
                  <a:lnTo>
                    <a:pt x="500136" y="5603878"/>
                  </a:lnTo>
                  <a:lnTo>
                    <a:pt x="500230" y="5603878"/>
                  </a:lnTo>
                  <a:lnTo>
                    <a:pt x="500324" y="5603878"/>
                  </a:lnTo>
                  <a:lnTo>
                    <a:pt x="500418" y="5603878"/>
                  </a:lnTo>
                  <a:lnTo>
                    <a:pt x="500513" y="5603878"/>
                  </a:lnTo>
                  <a:lnTo>
                    <a:pt x="500607" y="5603878"/>
                  </a:lnTo>
                  <a:lnTo>
                    <a:pt x="500701" y="5603878"/>
                  </a:lnTo>
                  <a:lnTo>
                    <a:pt x="500795" y="5603878"/>
                  </a:lnTo>
                  <a:lnTo>
                    <a:pt x="500795" y="5598967"/>
                  </a:lnTo>
                  <a:lnTo>
                    <a:pt x="500889" y="5598967"/>
                  </a:lnTo>
                  <a:lnTo>
                    <a:pt x="500983" y="5598967"/>
                  </a:lnTo>
                  <a:lnTo>
                    <a:pt x="501077" y="5598967"/>
                  </a:lnTo>
                  <a:lnTo>
                    <a:pt x="501172" y="5598967"/>
                  </a:lnTo>
                  <a:lnTo>
                    <a:pt x="501266" y="5598967"/>
                  </a:lnTo>
                  <a:lnTo>
                    <a:pt x="501360" y="5598967"/>
                  </a:lnTo>
                  <a:lnTo>
                    <a:pt x="501454" y="5598967"/>
                  </a:lnTo>
                  <a:lnTo>
                    <a:pt x="501548" y="5598967"/>
                  </a:lnTo>
                  <a:lnTo>
                    <a:pt x="501642" y="5598967"/>
                  </a:lnTo>
                  <a:lnTo>
                    <a:pt x="501737" y="5598967"/>
                  </a:lnTo>
                  <a:lnTo>
                    <a:pt x="501831" y="5598967"/>
                  </a:lnTo>
                  <a:lnTo>
                    <a:pt x="501831" y="5594056"/>
                  </a:lnTo>
                  <a:lnTo>
                    <a:pt x="501925" y="5594056"/>
                  </a:lnTo>
                  <a:lnTo>
                    <a:pt x="502019" y="5594056"/>
                  </a:lnTo>
                  <a:lnTo>
                    <a:pt x="502113" y="5594056"/>
                  </a:lnTo>
                  <a:lnTo>
                    <a:pt x="502207" y="5594056"/>
                  </a:lnTo>
                  <a:lnTo>
                    <a:pt x="502301" y="5594056"/>
                  </a:lnTo>
                  <a:lnTo>
                    <a:pt x="502396" y="5594056"/>
                  </a:lnTo>
                  <a:lnTo>
                    <a:pt x="502490" y="5594056"/>
                  </a:lnTo>
                  <a:lnTo>
                    <a:pt x="502584" y="5594056"/>
                  </a:lnTo>
                  <a:lnTo>
                    <a:pt x="502678" y="5594056"/>
                  </a:lnTo>
                  <a:lnTo>
                    <a:pt x="502772" y="5594056"/>
                  </a:lnTo>
                  <a:lnTo>
                    <a:pt x="502772" y="5589144"/>
                  </a:lnTo>
                  <a:lnTo>
                    <a:pt x="502866" y="5589144"/>
                  </a:lnTo>
                  <a:lnTo>
                    <a:pt x="502960" y="5589144"/>
                  </a:lnTo>
                  <a:lnTo>
                    <a:pt x="503055" y="5589144"/>
                  </a:lnTo>
                  <a:lnTo>
                    <a:pt x="503149" y="5589144"/>
                  </a:lnTo>
                  <a:lnTo>
                    <a:pt x="503243" y="5589144"/>
                  </a:lnTo>
                  <a:lnTo>
                    <a:pt x="503337" y="5589144"/>
                  </a:lnTo>
                  <a:lnTo>
                    <a:pt x="503431" y="5589144"/>
                  </a:lnTo>
                  <a:lnTo>
                    <a:pt x="503525" y="5589144"/>
                  </a:lnTo>
                  <a:lnTo>
                    <a:pt x="503620" y="5589144"/>
                  </a:lnTo>
                  <a:lnTo>
                    <a:pt x="503714" y="5589144"/>
                  </a:lnTo>
                  <a:lnTo>
                    <a:pt x="503808" y="5589144"/>
                  </a:lnTo>
                  <a:lnTo>
                    <a:pt x="503902" y="5589144"/>
                  </a:lnTo>
                  <a:lnTo>
                    <a:pt x="503996" y="5589144"/>
                  </a:lnTo>
                  <a:lnTo>
                    <a:pt x="504090" y="5589144"/>
                  </a:lnTo>
                  <a:lnTo>
                    <a:pt x="504184" y="5589144"/>
                  </a:lnTo>
                  <a:lnTo>
                    <a:pt x="504184" y="5584233"/>
                  </a:lnTo>
                  <a:lnTo>
                    <a:pt x="504279" y="5584233"/>
                  </a:lnTo>
                  <a:lnTo>
                    <a:pt x="504373" y="5584233"/>
                  </a:lnTo>
                  <a:lnTo>
                    <a:pt x="504467" y="5584233"/>
                  </a:lnTo>
                  <a:lnTo>
                    <a:pt x="504561" y="5584233"/>
                  </a:lnTo>
                  <a:lnTo>
                    <a:pt x="504561" y="5579321"/>
                  </a:lnTo>
                  <a:lnTo>
                    <a:pt x="504655" y="5579321"/>
                  </a:lnTo>
                  <a:lnTo>
                    <a:pt x="504749" y="5579321"/>
                  </a:lnTo>
                  <a:lnTo>
                    <a:pt x="504844" y="5579321"/>
                  </a:lnTo>
                  <a:lnTo>
                    <a:pt x="504938" y="5579321"/>
                  </a:lnTo>
                  <a:lnTo>
                    <a:pt x="505032" y="5579321"/>
                  </a:lnTo>
                  <a:lnTo>
                    <a:pt x="505126" y="5579321"/>
                  </a:lnTo>
                  <a:lnTo>
                    <a:pt x="505220" y="5579321"/>
                  </a:lnTo>
                  <a:lnTo>
                    <a:pt x="505314" y="5579321"/>
                  </a:lnTo>
                  <a:lnTo>
                    <a:pt x="505408" y="5579321"/>
                  </a:lnTo>
                  <a:lnTo>
                    <a:pt x="505503" y="5579321"/>
                  </a:lnTo>
                  <a:lnTo>
                    <a:pt x="505597" y="5579321"/>
                  </a:lnTo>
                  <a:lnTo>
                    <a:pt x="505691" y="5579321"/>
                  </a:lnTo>
                  <a:lnTo>
                    <a:pt x="505785" y="5579321"/>
                  </a:lnTo>
                  <a:lnTo>
                    <a:pt x="505879" y="5579321"/>
                  </a:lnTo>
                  <a:lnTo>
                    <a:pt x="505973" y="5579321"/>
                  </a:lnTo>
                  <a:lnTo>
                    <a:pt x="506068" y="5579321"/>
                  </a:lnTo>
                  <a:lnTo>
                    <a:pt x="506162" y="5579321"/>
                  </a:lnTo>
                  <a:lnTo>
                    <a:pt x="506256" y="5579321"/>
                  </a:lnTo>
                  <a:lnTo>
                    <a:pt x="506350" y="5579321"/>
                  </a:lnTo>
                  <a:lnTo>
                    <a:pt x="506444" y="5579321"/>
                  </a:lnTo>
                  <a:lnTo>
                    <a:pt x="506538" y="5579321"/>
                  </a:lnTo>
                  <a:lnTo>
                    <a:pt x="506632" y="5579321"/>
                  </a:lnTo>
                  <a:lnTo>
                    <a:pt x="506727" y="5579321"/>
                  </a:lnTo>
                  <a:lnTo>
                    <a:pt x="506821" y="5579321"/>
                  </a:lnTo>
                  <a:lnTo>
                    <a:pt x="506915" y="5579321"/>
                  </a:lnTo>
                  <a:lnTo>
                    <a:pt x="507009" y="5579321"/>
                  </a:lnTo>
                  <a:lnTo>
                    <a:pt x="507103" y="5579321"/>
                  </a:lnTo>
                  <a:lnTo>
                    <a:pt x="507197" y="5579321"/>
                  </a:lnTo>
                  <a:lnTo>
                    <a:pt x="507291" y="5579321"/>
                  </a:lnTo>
                  <a:lnTo>
                    <a:pt x="507386" y="5579321"/>
                  </a:lnTo>
                  <a:lnTo>
                    <a:pt x="507480" y="5579321"/>
                  </a:lnTo>
                  <a:lnTo>
                    <a:pt x="507574" y="5579321"/>
                  </a:lnTo>
                  <a:lnTo>
                    <a:pt x="507668" y="5579321"/>
                  </a:lnTo>
                  <a:lnTo>
                    <a:pt x="507762" y="5579321"/>
                  </a:lnTo>
                  <a:lnTo>
                    <a:pt x="507856" y="5579321"/>
                  </a:lnTo>
                  <a:lnTo>
                    <a:pt x="507951" y="5579321"/>
                  </a:lnTo>
                  <a:lnTo>
                    <a:pt x="508045" y="5579321"/>
                  </a:lnTo>
                  <a:lnTo>
                    <a:pt x="508139" y="5579321"/>
                  </a:lnTo>
                  <a:lnTo>
                    <a:pt x="508233" y="5579321"/>
                  </a:lnTo>
                  <a:lnTo>
                    <a:pt x="508327" y="5579321"/>
                  </a:lnTo>
                  <a:lnTo>
                    <a:pt x="508421" y="5579321"/>
                  </a:lnTo>
                  <a:lnTo>
                    <a:pt x="508515" y="5579321"/>
                  </a:lnTo>
                  <a:lnTo>
                    <a:pt x="508610" y="5579321"/>
                  </a:lnTo>
                  <a:lnTo>
                    <a:pt x="508704" y="5579321"/>
                  </a:lnTo>
                  <a:lnTo>
                    <a:pt x="508798" y="5579321"/>
                  </a:lnTo>
                  <a:lnTo>
                    <a:pt x="508892" y="5579321"/>
                  </a:lnTo>
                  <a:lnTo>
                    <a:pt x="508986" y="5579321"/>
                  </a:lnTo>
                  <a:lnTo>
                    <a:pt x="509080" y="5579321"/>
                  </a:lnTo>
                  <a:lnTo>
                    <a:pt x="509175" y="5579321"/>
                  </a:lnTo>
                  <a:lnTo>
                    <a:pt x="509269" y="5579321"/>
                  </a:lnTo>
                  <a:lnTo>
                    <a:pt x="509363" y="5579321"/>
                  </a:lnTo>
                  <a:lnTo>
                    <a:pt x="509457" y="5579321"/>
                  </a:lnTo>
                  <a:lnTo>
                    <a:pt x="509551" y="5579321"/>
                  </a:lnTo>
                  <a:lnTo>
                    <a:pt x="509645" y="5579321"/>
                  </a:lnTo>
                  <a:lnTo>
                    <a:pt x="509739" y="5579321"/>
                  </a:lnTo>
                  <a:lnTo>
                    <a:pt x="509834" y="5579321"/>
                  </a:lnTo>
                  <a:lnTo>
                    <a:pt x="509928" y="5579321"/>
                  </a:lnTo>
                  <a:lnTo>
                    <a:pt x="510022" y="5579321"/>
                  </a:lnTo>
                  <a:lnTo>
                    <a:pt x="510116" y="5579321"/>
                  </a:lnTo>
                  <a:lnTo>
                    <a:pt x="510210" y="5579321"/>
                  </a:lnTo>
                  <a:lnTo>
                    <a:pt x="510304" y="5579321"/>
                  </a:lnTo>
                  <a:lnTo>
                    <a:pt x="510399" y="5579321"/>
                  </a:lnTo>
                  <a:lnTo>
                    <a:pt x="510493" y="5579321"/>
                  </a:lnTo>
                  <a:lnTo>
                    <a:pt x="510587" y="5579321"/>
                  </a:lnTo>
                  <a:lnTo>
                    <a:pt x="510681" y="5579321"/>
                  </a:lnTo>
                  <a:lnTo>
                    <a:pt x="510775" y="5579321"/>
                  </a:lnTo>
                  <a:lnTo>
                    <a:pt x="510869" y="5579321"/>
                  </a:lnTo>
                  <a:lnTo>
                    <a:pt x="510963" y="5579321"/>
                  </a:lnTo>
                  <a:lnTo>
                    <a:pt x="511058" y="5579321"/>
                  </a:lnTo>
                  <a:lnTo>
                    <a:pt x="511152" y="5579321"/>
                  </a:lnTo>
                  <a:lnTo>
                    <a:pt x="511246" y="5579321"/>
                  </a:lnTo>
                  <a:lnTo>
                    <a:pt x="511340" y="5579321"/>
                  </a:lnTo>
                  <a:lnTo>
                    <a:pt x="511434" y="5579321"/>
                  </a:lnTo>
                  <a:lnTo>
                    <a:pt x="511528" y="5579321"/>
                  </a:lnTo>
                  <a:lnTo>
                    <a:pt x="511622" y="5579321"/>
                  </a:lnTo>
                  <a:lnTo>
                    <a:pt x="511717" y="5579321"/>
                  </a:lnTo>
                  <a:lnTo>
                    <a:pt x="511811" y="5579321"/>
                  </a:lnTo>
                  <a:lnTo>
                    <a:pt x="511905" y="5579321"/>
                  </a:lnTo>
                  <a:lnTo>
                    <a:pt x="511999" y="5579321"/>
                  </a:lnTo>
                  <a:lnTo>
                    <a:pt x="512093" y="5579321"/>
                  </a:lnTo>
                  <a:lnTo>
                    <a:pt x="512187" y="5579321"/>
                  </a:lnTo>
                  <a:lnTo>
                    <a:pt x="512282" y="5579321"/>
                  </a:lnTo>
                  <a:lnTo>
                    <a:pt x="512376" y="5579321"/>
                  </a:lnTo>
                  <a:lnTo>
                    <a:pt x="512470" y="5579321"/>
                  </a:lnTo>
                  <a:lnTo>
                    <a:pt x="512564" y="5579321"/>
                  </a:lnTo>
                  <a:lnTo>
                    <a:pt x="512658" y="5579321"/>
                  </a:lnTo>
                  <a:lnTo>
                    <a:pt x="512752" y="5579321"/>
                  </a:lnTo>
                  <a:lnTo>
                    <a:pt x="512846" y="5579321"/>
                  </a:lnTo>
                  <a:lnTo>
                    <a:pt x="512941" y="5579321"/>
                  </a:lnTo>
                  <a:lnTo>
                    <a:pt x="513035" y="5579321"/>
                  </a:lnTo>
                  <a:lnTo>
                    <a:pt x="513129" y="5579321"/>
                  </a:lnTo>
                  <a:lnTo>
                    <a:pt x="513223" y="5579321"/>
                  </a:lnTo>
                  <a:lnTo>
                    <a:pt x="513317" y="5579321"/>
                  </a:lnTo>
                  <a:lnTo>
                    <a:pt x="513411" y="5579321"/>
                  </a:lnTo>
                  <a:lnTo>
                    <a:pt x="513506" y="5579321"/>
                  </a:lnTo>
                  <a:lnTo>
                    <a:pt x="513600" y="5579321"/>
                  </a:lnTo>
                  <a:lnTo>
                    <a:pt x="513694" y="5579321"/>
                  </a:lnTo>
                  <a:lnTo>
                    <a:pt x="513694" y="5574410"/>
                  </a:lnTo>
                  <a:lnTo>
                    <a:pt x="513788" y="5574410"/>
                  </a:lnTo>
                  <a:lnTo>
                    <a:pt x="513882" y="5574410"/>
                  </a:lnTo>
                  <a:lnTo>
                    <a:pt x="513976" y="5574410"/>
                  </a:lnTo>
                  <a:lnTo>
                    <a:pt x="514070" y="5574410"/>
                  </a:lnTo>
                  <a:lnTo>
                    <a:pt x="514165" y="5574410"/>
                  </a:lnTo>
                  <a:lnTo>
                    <a:pt x="514259" y="5574410"/>
                  </a:lnTo>
                  <a:lnTo>
                    <a:pt x="514353" y="5574410"/>
                  </a:lnTo>
                  <a:lnTo>
                    <a:pt x="514447" y="5574410"/>
                  </a:lnTo>
                  <a:lnTo>
                    <a:pt x="514541" y="5574410"/>
                  </a:lnTo>
                  <a:lnTo>
                    <a:pt x="514635" y="5574410"/>
                  </a:lnTo>
                  <a:lnTo>
                    <a:pt x="514730" y="5574410"/>
                  </a:lnTo>
                  <a:lnTo>
                    <a:pt x="514824" y="5574410"/>
                  </a:lnTo>
                  <a:lnTo>
                    <a:pt x="514918" y="5574410"/>
                  </a:lnTo>
                  <a:lnTo>
                    <a:pt x="515012" y="5574410"/>
                  </a:lnTo>
                  <a:lnTo>
                    <a:pt x="515106" y="5574410"/>
                  </a:lnTo>
                  <a:lnTo>
                    <a:pt x="515200" y="5574410"/>
                  </a:lnTo>
                  <a:lnTo>
                    <a:pt x="515294" y="5574410"/>
                  </a:lnTo>
                  <a:lnTo>
                    <a:pt x="515389" y="5574410"/>
                  </a:lnTo>
                  <a:lnTo>
                    <a:pt x="515483" y="5574410"/>
                  </a:lnTo>
                  <a:lnTo>
                    <a:pt x="515577" y="5574410"/>
                  </a:lnTo>
                  <a:lnTo>
                    <a:pt x="515671" y="5574410"/>
                  </a:lnTo>
                  <a:lnTo>
                    <a:pt x="515765" y="5574410"/>
                  </a:lnTo>
                  <a:lnTo>
                    <a:pt x="515859" y="5574410"/>
                  </a:lnTo>
                  <a:lnTo>
                    <a:pt x="515859" y="5569499"/>
                  </a:lnTo>
                  <a:lnTo>
                    <a:pt x="515953" y="5569499"/>
                  </a:lnTo>
                  <a:lnTo>
                    <a:pt x="516048" y="5569499"/>
                  </a:lnTo>
                  <a:lnTo>
                    <a:pt x="516142" y="5569499"/>
                  </a:lnTo>
                  <a:lnTo>
                    <a:pt x="516142" y="5564587"/>
                  </a:lnTo>
                  <a:lnTo>
                    <a:pt x="516236" y="5564587"/>
                  </a:lnTo>
                  <a:lnTo>
                    <a:pt x="516330" y="5564587"/>
                  </a:lnTo>
                  <a:lnTo>
                    <a:pt x="516424" y="5564587"/>
                  </a:lnTo>
                  <a:lnTo>
                    <a:pt x="516518" y="5564587"/>
                  </a:lnTo>
                  <a:lnTo>
                    <a:pt x="516613" y="5564587"/>
                  </a:lnTo>
                  <a:lnTo>
                    <a:pt x="516707" y="5564587"/>
                  </a:lnTo>
                  <a:lnTo>
                    <a:pt x="516801" y="5564587"/>
                  </a:lnTo>
                  <a:lnTo>
                    <a:pt x="516895" y="5564587"/>
                  </a:lnTo>
                  <a:lnTo>
                    <a:pt x="516989" y="5564587"/>
                  </a:lnTo>
                  <a:lnTo>
                    <a:pt x="517083" y="5564587"/>
                  </a:lnTo>
                  <a:lnTo>
                    <a:pt x="517177" y="5564587"/>
                  </a:lnTo>
                  <a:lnTo>
                    <a:pt x="517272" y="5564587"/>
                  </a:lnTo>
                  <a:lnTo>
                    <a:pt x="517366" y="5564587"/>
                  </a:lnTo>
                  <a:lnTo>
                    <a:pt x="517460" y="5564587"/>
                  </a:lnTo>
                  <a:lnTo>
                    <a:pt x="517554" y="5564587"/>
                  </a:lnTo>
                  <a:lnTo>
                    <a:pt x="517648" y="5564587"/>
                  </a:lnTo>
                  <a:lnTo>
                    <a:pt x="517742" y="5564587"/>
                  </a:lnTo>
                  <a:lnTo>
                    <a:pt x="517742" y="5559676"/>
                  </a:lnTo>
                  <a:lnTo>
                    <a:pt x="517742" y="5554765"/>
                  </a:lnTo>
                  <a:lnTo>
                    <a:pt x="517837" y="5554765"/>
                  </a:lnTo>
                  <a:lnTo>
                    <a:pt x="517931" y="5554765"/>
                  </a:lnTo>
                  <a:lnTo>
                    <a:pt x="518025" y="5554765"/>
                  </a:lnTo>
                  <a:lnTo>
                    <a:pt x="518119" y="5554765"/>
                  </a:lnTo>
                  <a:lnTo>
                    <a:pt x="518213" y="5554765"/>
                  </a:lnTo>
                  <a:lnTo>
                    <a:pt x="518307" y="5554765"/>
                  </a:lnTo>
                  <a:lnTo>
                    <a:pt x="518401" y="5554765"/>
                  </a:lnTo>
                  <a:lnTo>
                    <a:pt x="518496" y="5554765"/>
                  </a:lnTo>
                  <a:lnTo>
                    <a:pt x="518590" y="5554765"/>
                  </a:lnTo>
                  <a:lnTo>
                    <a:pt x="518684" y="5554765"/>
                  </a:lnTo>
                  <a:lnTo>
                    <a:pt x="518778" y="5554765"/>
                  </a:lnTo>
                  <a:lnTo>
                    <a:pt x="518872" y="5554765"/>
                  </a:lnTo>
                  <a:lnTo>
                    <a:pt x="518966" y="5554765"/>
                  </a:lnTo>
                  <a:lnTo>
                    <a:pt x="519061" y="5554765"/>
                  </a:lnTo>
                  <a:lnTo>
                    <a:pt x="519155" y="5554765"/>
                  </a:lnTo>
                  <a:lnTo>
                    <a:pt x="519249" y="5554765"/>
                  </a:lnTo>
                  <a:lnTo>
                    <a:pt x="519343" y="5554765"/>
                  </a:lnTo>
                  <a:lnTo>
                    <a:pt x="519437" y="5554765"/>
                  </a:lnTo>
                  <a:lnTo>
                    <a:pt x="519531" y="5554765"/>
                  </a:lnTo>
                  <a:lnTo>
                    <a:pt x="519625" y="5554765"/>
                  </a:lnTo>
                  <a:lnTo>
                    <a:pt x="519720" y="5554765"/>
                  </a:lnTo>
                  <a:lnTo>
                    <a:pt x="519814" y="5554765"/>
                  </a:lnTo>
                  <a:lnTo>
                    <a:pt x="519908" y="5554765"/>
                  </a:lnTo>
                  <a:lnTo>
                    <a:pt x="520002" y="5554765"/>
                  </a:lnTo>
                  <a:lnTo>
                    <a:pt x="520096" y="5554765"/>
                  </a:lnTo>
                  <a:lnTo>
                    <a:pt x="520190" y="5554765"/>
                  </a:lnTo>
                  <a:lnTo>
                    <a:pt x="520284" y="5554765"/>
                  </a:lnTo>
                  <a:lnTo>
                    <a:pt x="520379" y="5554765"/>
                  </a:lnTo>
                  <a:lnTo>
                    <a:pt x="520473" y="5554765"/>
                  </a:lnTo>
                  <a:lnTo>
                    <a:pt x="520567" y="5554765"/>
                  </a:lnTo>
                  <a:lnTo>
                    <a:pt x="520661" y="5554765"/>
                  </a:lnTo>
                  <a:lnTo>
                    <a:pt x="520755" y="5554765"/>
                  </a:lnTo>
                  <a:lnTo>
                    <a:pt x="520849" y="5554765"/>
                  </a:lnTo>
                  <a:lnTo>
                    <a:pt x="520944" y="5554765"/>
                  </a:lnTo>
                  <a:lnTo>
                    <a:pt x="521038" y="5554765"/>
                  </a:lnTo>
                  <a:lnTo>
                    <a:pt x="521132" y="5554765"/>
                  </a:lnTo>
                  <a:lnTo>
                    <a:pt x="521226" y="5554765"/>
                  </a:lnTo>
                  <a:lnTo>
                    <a:pt x="521320" y="5554765"/>
                  </a:lnTo>
                  <a:lnTo>
                    <a:pt x="521414" y="5554765"/>
                  </a:lnTo>
                  <a:lnTo>
                    <a:pt x="521508" y="5554765"/>
                  </a:lnTo>
                  <a:lnTo>
                    <a:pt x="521603" y="5554765"/>
                  </a:lnTo>
                  <a:lnTo>
                    <a:pt x="521697" y="5554765"/>
                  </a:lnTo>
                  <a:lnTo>
                    <a:pt x="521791" y="5554765"/>
                  </a:lnTo>
                  <a:lnTo>
                    <a:pt x="521885" y="5554765"/>
                  </a:lnTo>
                  <a:lnTo>
                    <a:pt x="521979" y="5554765"/>
                  </a:lnTo>
                  <a:lnTo>
                    <a:pt x="522073" y="5554765"/>
                  </a:lnTo>
                  <a:lnTo>
                    <a:pt x="522168" y="5554765"/>
                  </a:lnTo>
                  <a:lnTo>
                    <a:pt x="522262" y="5554765"/>
                  </a:lnTo>
                  <a:lnTo>
                    <a:pt x="522356" y="5554765"/>
                  </a:lnTo>
                  <a:lnTo>
                    <a:pt x="522450" y="5554765"/>
                  </a:lnTo>
                  <a:lnTo>
                    <a:pt x="522544" y="5554765"/>
                  </a:lnTo>
                  <a:lnTo>
                    <a:pt x="522638" y="5554765"/>
                  </a:lnTo>
                  <a:lnTo>
                    <a:pt x="522732" y="5554765"/>
                  </a:lnTo>
                  <a:lnTo>
                    <a:pt x="522827" y="5554765"/>
                  </a:lnTo>
                  <a:lnTo>
                    <a:pt x="522921" y="5554765"/>
                  </a:lnTo>
                  <a:lnTo>
                    <a:pt x="523015" y="5554765"/>
                  </a:lnTo>
                  <a:lnTo>
                    <a:pt x="523109" y="5554765"/>
                  </a:lnTo>
                  <a:lnTo>
                    <a:pt x="523203" y="5554765"/>
                  </a:lnTo>
                  <a:lnTo>
                    <a:pt x="523297" y="5554765"/>
                  </a:lnTo>
                  <a:lnTo>
                    <a:pt x="523392" y="5554765"/>
                  </a:lnTo>
                  <a:lnTo>
                    <a:pt x="523486" y="5554765"/>
                  </a:lnTo>
                  <a:lnTo>
                    <a:pt x="523580" y="5554765"/>
                  </a:lnTo>
                  <a:lnTo>
                    <a:pt x="523674" y="5554765"/>
                  </a:lnTo>
                  <a:lnTo>
                    <a:pt x="523768" y="5554765"/>
                  </a:lnTo>
                  <a:lnTo>
                    <a:pt x="523862" y="5554765"/>
                  </a:lnTo>
                  <a:lnTo>
                    <a:pt x="523956" y="5554765"/>
                  </a:lnTo>
                  <a:lnTo>
                    <a:pt x="524051" y="5554765"/>
                  </a:lnTo>
                  <a:lnTo>
                    <a:pt x="524145" y="5554765"/>
                  </a:lnTo>
                  <a:lnTo>
                    <a:pt x="524239" y="5554765"/>
                  </a:lnTo>
                  <a:lnTo>
                    <a:pt x="524333" y="5554765"/>
                  </a:lnTo>
                  <a:lnTo>
                    <a:pt x="524427" y="5554765"/>
                  </a:lnTo>
                  <a:lnTo>
                    <a:pt x="524521" y="5554765"/>
                  </a:lnTo>
                  <a:lnTo>
                    <a:pt x="524615" y="5554765"/>
                  </a:lnTo>
                  <a:lnTo>
                    <a:pt x="524710" y="5554765"/>
                  </a:lnTo>
                  <a:lnTo>
                    <a:pt x="524804" y="5554765"/>
                  </a:lnTo>
                  <a:lnTo>
                    <a:pt x="524898" y="5554765"/>
                  </a:lnTo>
                  <a:lnTo>
                    <a:pt x="524992" y="5554765"/>
                  </a:lnTo>
                  <a:lnTo>
                    <a:pt x="525086" y="5554765"/>
                  </a:lnTo>
                  <a:lnTo>
                    <a:pt x="525180" y="5554765"/>
                  </a:lnTo>
                  <a:lnTo>
                    <a:pt x="525275" y="5554765"/>
                  </a:lnTo>
                  <a:lnTo>
                    <a:pt x="525369" y="5554765"/>
                  </a:lnTo>
                  <a:lnTo>
                    <a:pt x="525463" y="5554765"/>
                  </a:lnTo>
                  <a:lnTo>
                    <a:pt x="525557" y="5554765"/>
                  </a:lnTo>
                  <a:lnTo>
                    <a:pt x="525651" y="5554765"/>
                  </a:lnTo>
                  <a:lnTo>
                    <a:pt x="525745" y="5554765"/>
                  </a:lnTo>
                  <a:lnTo>
                    <a:pt x="525839" y="5554765"/>
                  </a:lnTo>
                  <a:lnTo>
                    <a:pt x="525934" y="5554765"/>
                  </a:lnTo>
                  <a:lnTo>
                    <a:pt x="525934" y="5549853"/>
                  </a:lnTo>
                  <a:lnTo>
                    <a:pt x="526028" y="5549853"/>
                  </a:lnTo>
                  <a:lnTo>
                    <a:pt x="526122" y="5549853"/>
                  </a:lnTo>
                  <a:lnTo>
                    <a:pt x="526216" y="5549853"/>
                  </a:lnTo>
                  <a:lnTo>
                    <a:pt x="526310" y="5549853"/>
                  </a:lnTo>
                  <a:lnTo>
                    <a:pt x="526404" y="5549853"/>
                  </a:lnTo>
                  <a:lnTo>
                    <a:pt x="526499" y="5549853"/>
                  </a:lnTo>
                  <a:lnTo>
                    <a:pt x="526593" y="5549853"/>
                  </a:lnTo>
                  <a:lnTo>
                    <a:pt x="526687" y="5549853"/>
                  </a:lnTo>
                  <a:lnTo>
                    <a:pt x="526781" y="5549853"/>
                  </a:lnTo>
                  <a:lnTo>
                    <a:pt x="526875" y="5549853"/>
                  </a:lnTo>
                  <a:lnTo>
                    <a:pt x="526969" y="5549853"/>
                  </a:lnTo>
                  <a:lnTo>
                    <a:pt x="527063" y="5549853"/>
                  </a:lnTo>
                  <a:lnTo>
                    <a:pt x="527158" y="5549853"/>
                  </a:lnTo>
                  <a:lnTo>
                    <a:pt x="527252" y="5549853"/>
                  </a:lnTo>
                  <a:lnTo>
                    <a:pt x="527346" y="5549853"/>
                  </a:lnTo>
                  <a:lnTo>
                    <a:pt x="527440" y="5549853"/>
                  </a:lnTo>
                  <a:lnTo>
                    <a:pt x="527534" y="5549853"/>
                  </a:lnTo>
                  <a:lnTo>
                    <a:pt x="527628" y="5549853"/>
                  </a:lnTo>
                  <a:lnTo>
                    <a:pt x="527723" y="5549853"/>
                  </a:lnTo>
                  <a:lnTo>
                    <a:pt x="527817" y="5549853"/>
                  </a:lnTo>
                  <a:lnTo>
                    <a:pt x="527911" y="5549853"/>
                  </a:lnTo>
                  <a:lnTo>
                    <a:pt x="527911" y="5544942"/>
                  </a:lnTo>
                  <a:lnTo>
                    <a:pt x="528005" y="5544942"/>
                  </a:lnTo>
                  <a:lnTo>
                    <a:pt x="528099" y="5544942"/>
                  </a:lnTo>
                  <a:lnTo>
                    <a:pt x="528193" y="5544942"/>
                  </a:lnTo>
                  <a:lnTo>
                    <a:pt x="528287" y="5544942"/>
                  </a:lnTo>
                  <a:lnTo>
                    <a:pt x="528287" y="5540030"/>
                  </a:lnTo>
                  <a:lnTo>
                    <a:pt x="528382" y="5540030"/>
                  </a:lnTo>
                  <a:lnTo>
                    <a:pt x="528476" y="5540030"/>
                  </a:lnTo>
                  <a:lnTo>
                    <a:pt x="528570" y="5540030"/>
                  </a:lnTo>
                  <a:lnTo>
                    <a:pt x="528664" y="5540030"/>
                  </a:lnTo>
                  <a:lnTo>
                    <a:pt x="528758" y="5540030"/>
                  </a:lnTo>
                  <a:lnTo>
                    <a:pt x="528852" y="5540030"/>
                  </a:lnTo>
                  <a:lnTo>
                    <a:pt x="528946" y="5540030"/>
                  </a:lnTo>
                  <a:lnTo>
                    <a:pt x="529041" y="5540030"/>
                  </a:lnTo>
                  <a:lnTo>
                    <a:pt x="529135" y="5540030"/>
                  </a:lnTo>
                  <a:lnTo>
                    <a:pt x="529229" y="5540030"/>
                  </a:lnTo>
                  <a:lnTo>
                    <a:pt x="529323" y="5540030"/>
                  </a:lnTo>
                  <a:lnTo>
                    <a:pt x="529417" y="5540030"/>
                  </a:lnTo>
                  <a:lnTo>
                    <a:pt x="529511" y="5540030"/>
                  </a:lnTo>
                  <a:lnTo>
                    <a:pt x="529606" y="5540030"/>
                  </a:lnTo>
                  <a:lnTo>
                    <a:pt x="529700" y="5540030"/>
                  </a:lnTo>
                  <a:lnTo>
                    <a:pt x="529794" y="5540030"/>
                  </a:lnTo>
                  <a:lnTo>
                    <a:pt x="529888" y="5540030"/>
                  </a:lnTo>
                  <a:lnTo>
                    <a:pt x="529982" y="5540030"/>
                  </a:lnTo>
                  <a:lnTo>
                    <a:pt x="530076" y="5540030"/>
                  </a:lnTo>
                  <a:lnTo>
                    <a:pt x="530170" y="5540030"/>
                  </a:lnTo>
                  <a:lnTo>
                    <a:pt x="530265" y="5540030"/>
                  </a:lnTo>
                  <a:lnTo>
                    <a:pt x="530359" y="5540030"/>
                  </a:lnTo>
                  <a:lnTo>
                    <a:pt x="530453" y="5540030"/>
                  </a:lnTo>
                  <a:lnTo>
                    <a:pt x="530547" y="5540030"/>
                  </a:lnTo>
                  <a:lnTo>
                    <a:pt x="530641" y="5540030"/>
                  </a:lnTo>
                  <a:lnTo>
                    <a:pt x="530735" y="5540030"/>
                  </a:lnTo>
                  <a:lnTo>
                    <a:pt x="530830" y="5540030"/>
                  </a:lnTo>
                  <a:lnTo>
                    <a:pt x="530924" y="5540030"/>
                  </a:lnTo>
                  <a:lnTo>
                    <a:pt x="531018" y="5540030"/>
                  </a:lnTo>
                  <a:lnTo>
                    <a:pt x="531112" y="5540030"/>
                  </a:lnTo>
                  <a:lnTo>
                    <a:pt x="531206" y="5540030"/>
                  </a:lnTo>
                  <a:lnTo>
                    <a:pt x="531300" y="5540030"/>
                  </a:lnTo>
                  <a:lnTo>
                    <a:pt x="531394" y="5540030"/>
                  </a:lnTo>
                  <a:lnTo>
                    <a:pt x="531489" y="5540030"/>
                  </a:lnTo>
                  <a:lnTo>
                    <a:pt x="531583" y="5540030"/>
                  </a:lnTo>
                  <a:lnTo>
                    <a:pt x="531677" y="5540030"/>
                  </a:lnTo>
                  <a:lnTo>
                    <a:pt x="531771" y="5540030"/>
                  </a:lnTo>
                  <a:lnTo>
                    <a:pt x="531865" y="5540030"/>
                  </a:lnTo>
                  <a:lnTo>
                    <a:pt x="531959" y="5540030"/>
                  </a:lnTo>
                  <a:lnTo>
                    <a:pt x="532054" y="5540030"/>
                  </a:lnTo>
                  <a:lnTo>
                    <a:pt x="532148" y="5540030"/>
                  </a:lnTo>
                  <a:lnTo>
                    <a:pt x="532148" y="5535119"/>
                  </a:lnTo>
                  <a:lnTo>
                    <a:pt x="532242" y="5535119"/>
                  </a:lnTo>
                  <a:lnTo>
                    <a:pt x="532336" y="5535119"/>
                  </a:lnTo>
                  <a:lnTo>
                    <a:pt x="532430" y="5535119"/>
                  </a:lnTo>
                  <a:lnTo>
                    <a:pt x="532524" y="5535119"/>
                  </a:lnTo>
                  <a:lnTo>
                    <a:pt x="532618" y="5535119"/>
                  </a:lnTo>
                  <a:lnTo>
                    <a:pt x="532713" y="5535119"/>
                  </a:lnTo>
                  <a:lnTo>
                    <a:pt x="532807" y="5535119"/>
                  </a:lnTo>
                  <a:lnTo>
                    <a:pt x="532901" y="5535119"/>
                  </a:lnTo>
                  <a:lnTo>
                    <a:pt x="532995" y="5535119"/>
                  </a:lnTo>
                  <a:lnTo>
                    <a:pt x="533089" y="5535119"/>
                  </a:lnTo>
                  <a:lnTo>
                    <a:pt x="533183" y="5535119"/>
                  </a:lnTo>
                  <a:lnTo>
                    <a:pt x="533277" y="5535119"/>
                  </a:lnTo>
                  <a:lnTo>
                    <a:pt x="533372" y="5535119"/>
                  </a:lnTo>
                  <a:lnTo>
                    <a:pt x="533466" y="5535119"/>
                  </a:lnTo>
                  <a:lnTo>
                    <a:pt x="533560" y="5535119"/>
                  </a:lnTo>
                  <a:lnTo>
                    <a:pt x="533654" y="5535119"/>
                  </a:lnTo>
                  <a:lnTo>
                    <a:pt x="533748" y="5535119"/>
                  </a:lnTo>
                  <a:lnTo>
                    <a:pt x="533842" y="5535119"/>
                  </a:lnTo>
                  <a:lnTo>
                    <a:pt x="533937" y="5535119"/>
                  </a:lnTo>
                  <a:lnTo>
                    <a:pt x="534031" y="5535119"/>
                  </a:lnTo>
                  <a:lnTo>
                    <a:pt x="534125" y="5535119"/>
                  </a:lnTo>
                  <a:lnTo>
                    <a:pt x="534219" y="5535119"/>
                  </a:lnTo>
                  <a:lnTo>
                    <a:pt x="534313" y="5535119"/>
                  </a:lnTo>
                  <a:lnTo>
                    <a:pt x="534407" y="5535119"/>
                  </a:lnTo>
                  <a:lnTo>
                    <a:pt x="534501" y="5535119"/>
                  </a:lnTo>
                  <a:lnTo>
                    <a:pt x="534596" y="5535119"/>
                  </a:lnTo>
                  <a:lnTo>
                    <a:pt x="534690" y="5535119"/>
                  </a:lnTo>
                  <a:lnTo>
                    <a:pt x="534784" y="5535119"/>
                  </a:lnTo>
                  <a:lnTo>
                    <a:pt x="534878" y="5535119"/>
                  </a:lnTo>
                  <a:lnTo>
                    <a:pt x="534972" y="5535119"/>
                  </a:lnTo>
                  <a:lnTo>
                    <a:pt x="535066" y="5535119"/>
                  </a:lnTo>
                  <a:lnTo>
                    <a:pt x="535161" y="5535119"/>
                  </a:lnTo>
                  <a:lnTo>
                    <a:pt x="535255" y="5535119"/>
                  </a:lnTo>
                  <a:lnTo>
                    <a:pt x="535349" y="5535119"/>
                  </a:lnTo>
                  <a:lnTo>
                    <a:pt x="535443" y="5535119"/>
                  </a:lnTo>
                  <a:lnTo>
                    <a:pt x="535537" y="5535119"/>
                  </a:lnTo>
                  <a:lnTo>
                    <a:pt x="535631" y="5535119"/>
                  </a:lnTo>
                  <a:lnTo>
                    <a:pt x="535725" y="5535119"/>
                  </a:lnTo>
                  <a:lnTo>
                    <a:pt x="535820" y="5535119"/>
                  </a:lnTo>
                  <a:lnTo>
                    <a:pt x="535914" y="5535119"/>
                  </a:lnTo>
                  <a:lnTo>
                    <a:pt x="536008" y="5535119"/>
                  </a:lnTo>
                  <a:lnTo>
                    <a:pt x="536102" y="5535119"/>
                  </a:lnTo>
                  <a:lnTo>
                    <a:pt x="536196" y="5535119"/>
                  </a:lnTo>
                  <a:lnTo>
                    <a:pt x="536290" y="5535119"/>
                  </a:lnTo>
                  <a:lnTo>
                    <a:pt x="536385" y="5535119"/>
                  </a:lnTo>
                  <a:lnTo>
                    <a:pt x="536479" y="5535119"/>
                  </a:lnTo>
                  <a:lnTo>
                    <a:pt x="536573" y="5535119"/>
                  </a:lnTo>
                  <a:lnTo>
                    <a:pt x="536573" y="5530208"/>
                  </a:lnTo>
                  <a:lnTo>
                    <a:pt x="536667" y="5530208"/>
                  </a:lnTo>
                  <a:lnTo>
                    <a:pt x="536761" y="5530208"/>
                  </a:lnTo>
                  <a:lnTo>
                    <a:pt x="536855" y="5530208"/>
                  </a:lnTo>
                  <a:lnTo>
                    <a:pt x="536949" y="5530208"/>
                  </a:lnTo>
                  <a:lnTo>
                    <a:pt x="537044" y="5530208"/>
                  </a:lnTo>
                  <a:lnTo>
                    <a:pt x="537138" y="5530208"/>
                  </a:lnTo>
                  <a:lnTo>
                    <a:pt x="537232" y="5530208"/>
                  </a:lnTo>
                  <a:lnTo>
                    <a:pt x="537326" y="5530208"/>
                  </a:lnTo>
                  <a:lnTo>
                    <a:pt x="537420" y="5530208"/>
                  </a:lnTo>
                  <a:lnTo>
                    <a:pt x="537514" y="5530208"/>
                  </a:lnTo>
                  <a:lnTo>
                    <a:pt x="537608" y="5530208"/>
                  </a:lnTo>
                  <a:lnTo>
                    <a:pt x="537703" y="5530208"/>
                  </a:lnTo>
                  <a:lnTo>
                    <a:pt x="537797" y="5530208"/>
                  </a:lnTo>
                  <a:lnTo>
                    <a:pt x="537891" y="5530208"/>
                  </a:lnTo>
                  <a:lnTo>
                    <a:pt x="537985" y="5530208"/>
                  </a:lnTo>
                  <a:lnTo>
                    <a:pt x="538079" y="5530208"/>
                  </a:lnTo>
                  <a:lnTo>
                    <a:pt x="538173" y="5530208"/>
                  </a:lnTo>
                  <a:lnTo>
                    <a:pt x="538268" y="5530208"/>
                  </a:lnTo>
                  <a:lnTo>
                    <a:pt x="538362" y="5530208"/>
                  </a:lnTo>
                  <a:lnTo>
                    <a:pt x="538456" y="5530208"/>
                  </a:lnTo>
                  <a:lnTo>
                    <a:pt x="538550" y="5530208"/>
                  </a:lnTo>
                  <a:lnTo>
                    <a:pt x="538644" y="5530208"/>
                  </a:lnTo>
                  <a:lnTo>
                    <a:pt x="538738" y="5530208"/>
                  </a:lnTo>
                  <a:lnTo>
                    <a:pt x="538832" y="5530208"/>
                  </a:lnTo>
                  <a:lnTo>
                    <a:pt x="538927" y="5530208"/>
                  </a:lnTo>
                  <a:lnTo>
                    <a:pt x="539021" y="5530208"/>
                  </a:lnTo>
                  <a:lnTo>
                    <a:pt x="539115" y="5530208"/>
                  </a:lnTo>
                  <a:lnTo>
                    <a:pt x="539209" y="5530208"/>
                  </a:lnTo>
                  <a:lnTo>
                    <a:pt x="539303" y="5530208"/>
                  </a:lnTo>
                  <a:lnTo>
                    <a:pt x="539303" y="5525296"/>
                  </a:lnTo>
                  <a:lnTo>
                    <a:pt x="539397" y="5525296"/>
                  </a:lnTo>
                  <a:lnTo>
                    <a:pt x="539492" y="5525296"/>
                  </a:lnTo>
                  <a:lnTo>
                    <a:pt x="539586" y="5525296"/>
                  </a:lnTo>
                  <a:lnTo>
                    <a:pt x="539680" y="5525296"/>
                  </a:lnTo>
                  <a:lnTo>
                    <a:pt x="539680" y="5520385"/>
                  </a:lnTo>
                  <a:lnTo>
                    <a:pt x="539774" y="5520385"/>
                  </a:lnTo>
                  <a:lnTo>
                    <a:pt x="539868" y="5520385"/>
                  </a:lnTo>
                  <a:lnTo>
                    <a:pt x="539962" y="5520385"/>
                  </a:lnTo>
                  <a:lnTo>
                    <a:pt x="540056" y="5520385"/>
                  </a:lnTo>
                  <a:lnTo>
                    <a:pt x="540151" y="5520385"/>
                  </a:lnTo>
                  <a:lnTo>
                    <a:pt x="540245" y="5520385"/>
                  </a:lnTo>
                  <a:lnTo>
                    <a:pt x="540339" y="5520385"/>
                  </a:lnTo>
                  <a:lnTo>
                    <a:pt x="540433" y="5520385"/>
                  </a:lnTo>
                  <a:lnTo>
                    <a:pt x="540527" y="5520385"/>
                  </a:lnTo>
                  <a:lnTo>
                    <a:pt x="540621" y="5520385"/>
                  </a:lnTo>
                  <a:lnTo>
                    <a:pt x="540716" y="5520385"/>
                  </a:lnTo>
                  <a:lnTo>
                    <a:pt x="540810" y="5520385"/>
                  </a:lnTo>
                  <a:lnTo>
                    <a:pt x="540904" y="5520385"/>
                  </a:lnTo>
                  <a:lnTo>
                    <a:pt x="540998" y="5520385"/>
                  </a:lnTo>
                  <a:lnTo>
                    <a:pt x="541092" y="5520385"/>
                  </a:lnTo>
                  <a:lnTo>
                    <a:pt x="541186" y="5520385"/>
                  </a:lnTo>
                  <a:lnTo>
                    <a:pt x="541280" y="5520385"/>
                  </a:lnTo>
                  <a:lnTo>
                    <a:pt x="541375" y="5520385"/>
                  </a:lnTo>
                  <a:lnTo>
                    <a:pt x="541469" y="5520385"/>
                  </a:lnTo>
                  <a:lnTo>
                    <a:pt x="541563" y="5520385"/>
                  </a:lnTo>
                  <a:lnTo>
                    <a:pt x="541657" y="5520385"/>
                  </a:lnTo>
                  <a:lnTo>
                    <a:pt x="541751" y="5520385"/>
                  </a:lnTo>
                  <a:lnTo>
                    <a:pt x="541845" y="5520385"/>
                  </a:lnTo>
                  <a:lnTo>
                    <a:pt x="541940" y="5520385"/>
                  </a:lnTo>
                  <a:lnTo>
                    <a:pt x="542034" y="5520385"/>
                  </a:lnTo>
                  <a:lnTo>
                    <a:pt x="542128" y="5520385"/>
                  </a:lnTo>
                  <a:lnTo>
                    <a:pt x="542222" y="5520385"/>
                  </a:lnTo>
                  <a:lnTo>
                    <a:pt x="542316" y="5520385"/>
                  </a:lnTo>
                  <a:lnTo>
                    <a:pt x="542410" y="5520385"/>
                  </a:lnTo>
                  <a:lnTo>
                    <a:pt x="542504" y="5520385"/>
                  </a:lnTo>
                  <a:lnTo>
                    <a:pt x="542599" y="5520385"/>
                  </a:lnTo>
                  <a:lnTo>
                    <a:pt x="542693" y="5520385"/>
                  </a:lnTo>
                  <a:lnTo>
                    <a:pt x="542787" y="5520385"/>
                  </a:lnTo>
                  <a:lnTo>
                    <a:pt x="542881" y="5520385"/>
                  </a:lnTo>
                  <a:lnTo>
                    <a:pt x="542975" y="5520385"/>
                  </a:lnTo>
                  <a:lnTo>
                    <a:pt x="543069" y="5520385"/>
                  </a:lnTo>
                  <a:lnTo>
                    <a:pt x="543163" y="5520385"/>
                  </a:lnTo>
                  <a:lnTo>
                    <a:pt x="543258" y="5520385"/>
                  </a:lnTo>
                  <a:lnTo>
                    <a:pt x="543352" y="5520385"/>
                  </a:lnTo>
                  <a:lnTo>
                    <a:pt x="543446" y="5520385"/>
                  </a:lnTo>
                  <a:lnTo>
                    <a:pt x="543540" y="5520385"/>
                  </a:lnTo>
                  <a:lnTo>
                    <a:pt x="543634" y="5520385"/>
                  </a:lnTo>
                  <a:lnTo>
                    <a:pt x="543728" y="5520385"/>
                  </a:lnTo>
                  <a:lnTo>
                    <a:pt x="543823" y="5520385"/>
                  </a:lnTo>
                  <a:lnTo>
                    <a:pt x="543823" y="5515474"/>
                  </a:lnTo>
                  <a:lnTo>
                    <a:pt x="543917" y="5515474"/>
                  </a:lnTo>
                  <a:lnTo>
                    <a:pt x="544011" y="5515474"/>
                  </a:lnTo>
                  <a:lnTo>
                    <a:pt x="544105" y="5515474"/>
                  </a:lnTo>
                  <a:lnTo>
                    <a:pt x="544199" y="5515474"/>
                  </a:lnTo>
                  <a:lnTo>
                    <a:pt x="544293" y="5515474"/>
                  </a:lnTo>
                  <a:lnTo>
                    <a:pt x="544387" y="5515474"/>
                  </a:lnTo>
                  <a:lnTo>
                    <a:pt x="544482" y="5515474"/>
                  </a:lnTo>
                  <a:lnTo>
                    <a:pt x="544576" y="5515474"/>
                  </a:lnTo>
                  <a:lnTo>
                    <a:pt x="544670" y="5515474"/>
                  </a:lnTo>
                  <a:lnTo>
                    <a:pt x="544764" y="5515474"/>
                  </a:lnTo>
                  <a:lnTo>
                    <a:pt x="544858" y="5515474"/>
                  </a:lnTo>
                  <a:lnTo>
                    <a:pt x="544952" y="5515474"/>
                  </a:lnTo>
                  <a:lnTo>
                    <a:pt x="545047" y="5515474"/>
                  </a:lnTo>
                  <a:lnTo>
                    <a:pt x="545141" y="5515474"/>
                  </a:lnTo>
                  <a:lnTo>
                    <a:pt x="545235" y="5515474"/>
                  </a:lnTo>
                  <a:lnTo>
                    <a:pt x="545329" y="5515474"/>
                  </a:lnTo>
                  <a:lnTo>
                    <a:pt x="545423" y="5515474"/>
                  </a:lnTo>
                  <a:lnTo>
                    <a:pt x="545517" y="5515474"/>
                  </a:lnTo>
                  <a:lnTo>
                    <a:pt x="545611" y="5515474"/>
                  </a:lnTo>
                  <a:lnTo>
                    <a:pt x="545706" y="5515474"/>
                  </a:lnTo>
                  <a:lnTo>
                    <a:pt x="545800" y="5515474"/>
                  </a:lnTo>
                  <a:lnTo>
                    <a:pt x="545894" y="5515474"/>
                  </a:lnTo>
                  <a:lnTo>
                    <a:pt x="545988" y="5515474"/>
                  </a:lnTo>
                  <a:lnTo>
                    <a:pt x="546082" y="5515474"/>
                  </a:lnTo>
                  <a:lnTo>
                    <a:pt x="546176" y="5515474"/>
                  </a:lnTo>
                  <a:lnTo>
                    <a:pt x="546271" y="5515474"/>
                  </a:lnTo>
                  <a:lnTo>
                    <a:pt x="546365" y="5515474"/>
                  </a:lnTo>
                  <a:lnTo>
                    <a:pt x="546459" y="5515474"/>
                  </a:lnTo>
                  <a:lnTo>
                    <a:pt x="546553" y="5515474"/>
                  </a:lnTo>
                  <a:lnTo>
                    <a:pt x="546647" y="5515474"/>
                  </a:lnTo>
                  <a:lnTo>
                    <a:pt x="546741" y="5515474"/>
                  </a:lnTo>
                  <a:lnTo>
                    <a:pt x="546835" y="5515474"/>
                  </a:lnTo>
                  <a:lnTo>
                    <a:pt x="546930" y="5515474"/>
                  </a:lnTo>
                  <a:lnTo>
                    <a:pt x="547024" y="5515474"/>
                  </a:lnTo>
                  <a:lnTo>
                    <a:pt x="547118" y="5515474"/>
                  </a:lnTo>
                  <a:lnTo>
                    <a:pt x="547212" y="5515474"/>
                  </a:lnTo>
                  <a:lnTo>
                    <a:pt x="547306" y="5515474"/>
                  </a:lnTo>
                  <a:lnTo>
                    <a:pt x="547400" y="5515474"/>
                  </a:lnTo>
                  <a:lnTo>
                    <a:pt x="547494" y="5515474"/>
                  </a:lnTo>
                  <a:lnTo>
                    <a:pt x="547589" y="5515474"/>
                  </a:lnTo>
                  <a:lnTo>
                    <a:pt x="547683" y="5515474"/>
                  </a:lnTo>
                  <a:lnTo>
                    <a:pt x="547777" y="5515474"/>
                  </a:lnTo>
                  <a:lnTo>
                    <a:pt x="547871" y="5515474"/>
                  </a:lnTo>
                  <a:lnTo>
                    <a:pt x="547965" y="5515474"/>
                  </a:lnTo>
                  <a:lnTo>
                    <a:pt x="548059" y="5515474"/>
                  </a:lnTo>
                  <a:lnTo>
                    <a:pt x="548154" y="5515474"/>
                  </a:lnTo>
                  <a:lnTo>
                    <a:pt x="548248" y="5515474"/>
                  </a:lnTo>
                  <a:lnTo>
                    <a:pt x="548342" y="5515474"/>
                  </a:lnTo>
                  <a:lnTo>
                    <a:pt x="548436" y="5515474"/>
                  </a:lnTo>
                  <a:lnTo>
                    <a:pt x="548530" y="5515474"/>
                  </a:lnTo>
                  <a:lnTo>
                    <a:pt x="548624" y="5515474"/>
                  </a:lnTo>
                  <a:lnTo>
                    <a:pt x="548718" y="5515474"/>
                  </a:lnTo>
                  <a:lnTo>
                    <a:pt x="548813" y="5515474"/>
                  </a:lnTo>
                  <a:lnTo>
                    <a:pt x="548907" y="5515474"/>
                  </a:lnTo>
                  <a:lnTo>
                    <a:pt x="549001" y="5515474"/>
                  </a:lnTo>
                  <a:lnTo>
                    <a:pt x="549095" y="5515474"/>
                  </a:lnTo>
                  <a:lnTo>
                    <a:pt x="549189" y="5515474"/>
                  </a:lnTo>
                  <a:lnTo>
                    <a:pt x="549283" y="5515474"/>
                  </a:lnTo>
                  <a:lnTo>
                    <a:pt x="549378" y="5515474"/>
                  </a:lnTo>
                  <a:lnTo>
                    <a:pt x="549472" y="5515474"/>
                  </a:lnTo>
                  <a:lnTo>
                    <a:pt x="549566" y="5515474"/>
                  </a:lnTo>
                  <a:lnTo>
                    <a:pt x="549660" y="5515474"/>
                  </a:lnTo>
                  <a:lnTo>
                    <a:pt x="549754" y="5515474"/>
                  </a:lnTo>
                  <a:lnTo>
                    <a:pt x="549848" y="5515474"/>
                  </a:lnTo>
                  <a:lnTo>
                    <a:pt x="549942" y="5515474"/>
                  </a:lnTo>
                  <a:lnTo>
                    <a:pt x="550037" y="5515474"/>
                  </a:lnTo>
                  <a:lnTo>
                    <a:pt x="550131" y="5515474"/>
                  </a:lnTo>
                  <a:lnTo>
                    <a:pt x="550225" y="5515474"/>
                  </a:lnTo>
                  <a:lnTo>
                    <a:pt x="550319" y="5515474"/>
                  </a:lnTo>
                  <a:lnTo>
                    <a:pt x="550413" y="5515474"/>
                  </a:lnTo>
                  <a:lnTo>
                    <a:pt x="550507" y="5515474"/>
                  </a:lnTo>
                  <a:lnTo>
                    <a:pt x="550602" y="5515474"/>
                  </a:lnTo>
                  <a:lnTo>
                    <a:pt x="550696" y="5515474"/>
                  </a:lnTo>
                  <a:lnTo>
                    <a:pt x="550790" y="5515474"/>
                  </a:lnTo>
                  <a:lnTo>
                    <a:pt x="550884" y="5515474"/>
                  </a:lnTo>
                  <a:lnTo>
                    <a:pt x="550978" y="5515474"/>
                  </a:lnTo>
                  <a:lnTo>
                    <a:pt x="551072" y="5515474"/>
                  </a:lnTo>
                  <a:lnTo>
                    <a:pt x="551166" y="5515474"/>
                  </a:lnTo>
                  <a:lnTo>
                    <a:pt x="551261" y="5515474"/>
                  </a:lnTo>
                  <a:lnTo>
                    <a:pt x="551355" y="5515474"/>
                  </a:lnTo>
                  <a:lnTo>
                    <a:pt x="551449" y="5515474"/>
                  </a:lnTo>
                  <a:lnTo>
                    <a:pt x="551543" y="5515474"/>
                  </a:lnTo>
                  <a:lnTo>
                    <a:pt x="551637" y="5515474"/>
                  </a:lnTo>
                  <a:lnTo>
                    <a:pt x="551731" y="5515474"/>
                  </a:lnTo>
                  <a:lnTo>
                    <a:pt x="551825" y="5515474"/>
                  </a:lnTo>
                  <a:lnTo>
                    <a:pt x="551920" y="5515474"/>
                  </a:lnTo>
                  <a:lnTo>
                    <a:pt x="552014" y="5515474"/>
                  </a:lnTo>
                  <a:lnTo>
                    <a:pt x="552108" y="5515474"/>
                  </a:lnTo>
                  <a:lnTo>
                    <a:pt x="552202" y="5515474"/>
                  </a:lnTo>
                  <a:lnTo>
                    <a:pt x="552296" y="5515474"/>
                  </a:lnTo>
                  <a:lnTo>
                    <a:pt x="552390" y="5515474"/>
                  </a:lnTo>
                  <a:lnTo>
                    <a:pt x="552485" y="5515474"/>
                  </a:lnTo>
                  <a:lnTo>
                    <a:pt x="552579" y="5515474"/>
                  </a:lnTo>
                  <a:lnTo>
                    <a:pt x="552673" y="5515474"/>
                  </a:lnTo>
                  <a:lnTo>
                    <a:pt x="552767" y="5515474"/>
                  </a:lnTo>
                  <a:lnTo>
                    <a:pt x="552861" y="5515474"/>
                  </a:lnTo>
                  <a:lnTo>
                    <a:pt x="552955" y="5515474"/>
                  </a:lnTo>
                  <a:lnTo>
                    <a:pt x="553049" y="5515474"/>
                  </a:lnTo>
                  <a:lnTo>
                    <a:pt x="553049" y="5510562"/>
                  </a:lnTo>
                  <a:lnTo>
                    <a:pt x="553144" y="5510562"/>
                  </a:lnTo>
                  <a:lnTo>
                    <a:pt x="553238" y="5510562"/>
                  </a:lnTo>
                  <a:lnTo>
                    <a:pt x="553332" y="5510562"/>
                  </a:lnTo>
                  <a:lnTo>
                    <a:pt x="553426" y="5510562"/>
                  </a:lnTo>
                  <a:lnTo>
                    <a:pt x="553520" y="5510562"/>
                  </a:lnTo>
                  <a:lnTo>
                    <a:pt x="553614" y="5510562"/>
                  </a:lnTo>
                  <a:lnTo>
                    <a:pt x="553709" y="5510562"/>
                  </a:lnTo>
                  <a:lnTo>
                    <a:pt x="553803" y="5510562"/>
                  </a:lnTo>
                  <a:lnTo>
                    <a:pt x="553897" y="5510562"/>
                  </a:lnTo>
                  <a:lnTo>
                    <a:pt x="553991" y="5510562"/>
                  </a:lnTo>
                  <a:lnTo>
                    <a:pt x="554085" y="5510562"/>
                  </a:lnTo>
                  <a:lnTo>
                    <a:pt x="554179" y="5510562"/>
                  </a:lnTo>
                  <a:lnTo>
                    <a:pt x="554273" y="5510562"/>
                  </a:lnTo>
                  <a:lnTo>
                    <a:pt x="554368" y="5510562"/>
                  </a:lnTo>
                  <a:lnTo>
                    <a:pt x="554462" y="5510562"/>
                  </a:lnTo>
                  <a:lnTo>
                    <a:pt x="554556" y="5510562"/>
                  </a:lnTo>
                  <a:lnTo>
                    <a:pt x="554650" y="5510562"/>
                  </a:lnTo>
                  <a:lnTo>
                    <a:pt x="554744" y="5510562"/>
                  </a:lnTo>
                  <a:lnTo>
                    <a:pt x="554744" y="5505651"/>
                  </a:lnTo>
                  <a:lnTo>
                    <a:pt x="554838" y="5505651"/>
                  </a:lnTo>
                  <a:lnTo>
                    <a:pt x="554933" y="5505651"/>
                  </a:lnTo>
                  <a:lnTo>
                    <a:pt x="555027" y="5505651"/>
                  </a:lnTo>
                  <a:lnTo>
                    <a:pt x="555121" y="5505651"/>
                  </a:lnTo>
                  <a:lnTo>
                    <a:pt x="555215" y="5505651"/>
                  </a:lnTo>
                  <a:lnTo>
                    <a:pt x="555309" y="5505651"/>
                  </a:lnTo>
                  <a:lnTo>
                    <a:pt x="555403" y="5505651"/>
                  </a:lnTo>
                  <a:lnTo>
                    <a:pt x="555497" y="5505651"/>
                  </a:lnTo>
                  <a:lnTo>
                    <a:pt x="555592" y="5505651"/>
                  </a:lnTo>
                  <a:lnTo>
                    <a:pt x="555686" y="5505651"/>
                  </a:lnTo>
                  <a:lnTo>
                    <a:pt x="555780" y="5505651"/>
                  </a:lnTo>
                  <a:lnTo>
                    <a:pt x="555874" y="5505651"/>
                  </a:lnTo>
                  <a:lnTo>
                    <a:pt x="555968" y="5505651"/>
                  </a:lnTo>
                  <a:lnTo>
                    <a:pt x="556062" y="5505651"/>
                  </a:lnTo>
                  <a:lnTo>
                    <a:pt x="556156" y="5505651"/>
                  </a:lnTo>
                  <a:lnTo>
                    <a:pt x="556251" y="5505651"/>
                  </a:lnTo>
                  <a:lnTo>
                    <a:pt x="556345" y="5505651"/>
                  </a:lnTo>
                  <a:lnTo>
                    <a:pt x="556439" y="5505651"/>
                  </a:lnTo>
                  <a:lnTo>
                    <a:pt x="556533" y="5505651"/>
                  </a:lnTo>
                  <a:lnTo>
                    <a:pt x="556627" y="5505651"/>
                  </a:lnTo>
                  <a:lnTo>
                    <a:pt x="556721" y="5505651"/>
                  </a:lnTo>
                  <a:lnTo>
                    <a:pt x="556816" y="5505651"/>
                  </a:lnTo>
                  <a:lnTo>
                    <a:pt x="556910" y="5505651"/>
                  </a:lnTo>
                  <a:lnTo>
                    <a:pt x="557004" y="5505651"/>
                  </a:lnTo>
                  <a:lnTo>
                    <a:pt x="557098" y="5505651"/>
                  </a:lnTo>
                  <a:lnTo>
                    <a:pt x="557192" y="5505651"/>
                  </a:lnTo>
                  <a:lnTo>
                    <a:pt x="557286" y="5505651"/>
                  </a:lnTo>
                  <a:lnTo>
                    <a:pt x="557380" y="5505651"/>
                  </a:lnTo>
                  <a:lnTo>
                    <a:pt x="557475" y="5505651"/>
                  </a:lnTo>
                  <a:lnTo>
                    <a:pt x="557569" y="5505651"/>
                  </a:lnTo>
                  <a:lnTo>
                    <a:pt x="557663" y="5505651"/>
                  </a:lnTo>
                  <a:lnTo>
                    <a:pt x="557757" y="5505651"/>
                  </a:lnTo>
                  <a:lnTo>
                    <a:pt x="557851" y="5505651"/>
                  </a:lnTo>
                  <a:lnTo>
                    <a:pt x="557945" y="5505651"/>
                  </a:lnTo>
                  <a:lnTo>
                    <a:pt x="558040" y="5505651"/>
                  </a:lnTo>
                  <a:lnTo>
                    <a:pt x="558134" y="5505651"/>
                  </a:lnTo>
                  <a:lnTo>
                    <a:pt x="558228" y="5505651"/>
                  </a:lnTo>
                  <a:lnTo>
                    <a:pt x="558322" y="5505651"/>
                  </a:lnTo>
                  <a:lnTo>
                    <a:pt x="558416" y="5505651"/>
                  </a:lnTo>
                  <a:lnTo>
                    <a:pt x="558510" y="5505651"/>
                  </a:lnTo>
                  <a:lnTo>
                    <a:pt x="558604" y="5505651"/>
                  </a:lnTo>
                  <a:lnTo>
                    <a:pt x="558699" y="5505651"/>
                  </a:lnTo>
                  <a:lnTo>
                    <a:pt x="558793" y="5505651"/>
                  </a:lnTo>
                  <a:lnTo>
                    <a:pt x="558887" y="5505651"/>
                  </a:lnTo>
                  <a:lnTo>
                    <a:pt x="558981" y="5505651"/>
                  </a:lnTo>
                  <a:lnTo>
                    <a:pt x="559075" y="5505651"/>
                  </a:lnTo>
                  <a:lnTo>
                    <a:pt x="559169" y="5505651"/>
                  </a:lnTo>
                  <a:lnTo>
                    <a:pt x="559264" y="5505651"/>
                  </a:lnTo>
                  <a:lnTo>
                    <a:pt x="559358" y="5505651"/>
                  </a:lnTo>
                  <a:lnTo>
                    <a:pt x="559452" y="5505651"/>
                  </a:lnTo>
                  <a:lnTo>
                    <a:pt x="559546" y="5505651"/>
                  </a:lnTo>
                  <a:lnTo>
                    <a:pt x="559640" y="5505651"/>
                  </a:lnTo>
                  <a:lnTo>
                    <a:pt x="559734" y="5505651"/>
                  </a:lnTo>
                  <a:lnTo>
                    <a:pt x="559828" y="5505651"/>
                  </a:lnTo>
                  <a:lnTo>
                    <a:pt x="559923" y="5505651"/>
                  </a:lnTo>
                  <a:lnTo>
                    <a:pt x="560017" y="5505651"/>
                  </a:lnTo>
                  <a:lnTo>
                    <a:pt x="560111" y="5505651"/>
                  </a:lnTo>
                  <a:lnTo>
                    <a:pt x="560205" y="5505651"/>
                  </a:lnTo>
                  <a:lnTo>
                    <a:pt x="560299" y="5505651"/>
                  </a:lnTo>
                  <a:lnTo>
                    <a:pt x="560393" y="5505651"/>
                  </a:lnTo>
                  <a:lnTo>
                    <a:pt x="560487" y="5505651"/>
                  </a:lnTo>
                  <a:lnTo>
                    <a:pt x="560582" y="5505651"/>
                  </a:lnTo>
                  <a:lnTo>
                    <a:pt x="560676" y="5505651"/>
                  </a:lnTo>
                  <a:lnTo>
                    <a:pt x="560770" y="5505651"/>
                  </a:lnTo>
                  <a:lnTo>
                    <a:pt x="560864" y="5505651"/>
                  </a:lnTo>
                  <a:lnTo>
                    <a:pt x="560958" y="5505651"/>
                  </a:lnTo>
                  <a:lnTo>
                    <a:pt x="561052" y="5505651"/>
                  </a:lnTo>
                  <a:lnTo>
                    <a:pt x="561147" y="5505651"/>
                  </a:lnTo>
                  <a:lnTo>
                    <a:pt x="561241" y="5505651"/>
                  </a:lnTo>
                  <a:lnTo>
                    <a:pt x="561335" y="5505651"/>
                  </a:lnTo>
                  <a:lnTo>
                    <a:pt x="561429" y="5505651"/>
                  </a:lnTo>
                  <a:lnTo>
                    <a:pt x="561523" y="5505651"/>
                  </a:lnTo>
                  <a:lnTo>
                    <a:pt x="561617" y="5505651"/>
                  </a:lnTo>
                  <a:lnTo>
                    <a:pt x="561711" y="5505651"/>
                  </a:lnTo>
                  <a:lnTo>
                    <a:pt x="561711" y="5500739"/>
                  </a:lnTo>
                  <a:lnTo>
                    <a:pt x="561806" y="5500739"/>
                  </a:lnTo>
                  <a:lnTo>
                    <a:pt x="561900" y="5500739"/>
                  </a:lnTo>
                  <a:lnTo>
                    <a:pt x="561994" y="5500739"/>
                  </a:lnTo>
                  <a:lnTo>
                    <a:pt x="562088" y="5500739"/>
                  </a:lnTo>
                  <a:lnTo>
                    <a:pt x="562182" y="5500739"/>
                  </a:lnTo>
                  <a:lnTo>
                    <a:pt x="562276" y="5500739"/>
                  </a:lnTo>
                  <a:lnTo>
                    <a:pt x="562371" y="5500739"/>
                  </a:lnTo>
                  <a:lnTo>
                    <a:pt x="562465" y="5500739"/>
                  </a:lnTo>
                  <a:lnTo>
                    <a:pt x="562559" y="5500739"/>
                  </a:lnTo>
                  <a:lnTo>
                    <a:pt x="562653" y="5500739"/>
                  </a:lnTo>
                  <a:lnTo>
                    <a:pt x="562747" y="5500739"/>
                  </a:lnTo>
                  <a:lnTo>
                    <a:pt x="562841" y="5500739"/>
                  </a:lnTo>
                  <a:lnTo>
                    <a:pt x="562935" y="5500739"/>
                  </a:lnTo>
                  <a:lnTo>
                    <a:pt x="563030" y="5500739"/>
                  </a:lnTo>
                  <a:lnTo>
                    <a:pt x="563124" y="5500739"/>
                  </a:lnTo>
                  <a:lnTo>
                    <a:pt x="563218" y="5500739"/>
                  </a:lnTo>
                  <a:lnTo>
                    <a:pt x="563312" y="5500739"/>
                  </a:lnTo>
                  <a:lnTo>
                    <a:pt x="563406" y="5500739"/>
                  </a:lnTo>
                  <a:lnTo>
                    <a:pt x="563500" y="5500739"/>
                  </a:lnTo>
                  <a:lnTo>
                    <a:pt x="563595" y="5500739"/>
                  </a:lnTo>
                  <a:lnTo>
                    <a:pt x="563689" y="5500739"/>
                  </a:lnTo>
                  <a:lnTo>
                    <a:pt x="563783" y="5500739"/>
                  </a:lnTo>
                  <a:lnTo>
                    <a:pt x="563877" y="5500739"/>
                  </a:lnTo>
                  <a:lnTo>
                    <a:pt x="563971" y="5500739"/>
                  </a:lnTo>
                  <a:lnTo>
                    <a:pt x="564065" y="5500739"/>
                  </a:lnTo>
                  <a:lnTo>
                    <a:pt x="564159" y="5500739"/>
                  </a:lnTo>
                  <a:lnTo>
                    <a:pt x="564254" y="5500739"/>
                  </a:lnTo>
                  <a:lnTo>
                    <a:pt x="564348" y="5500739"/>
                  </a:lnTo>
                  <a:lnTo>
                    <a:pt x="564442" y="5500739"/>
                  </a:lnTo>
                  <a:lnTo>
                    <a:pt x="564536" y="5500739"/>
                  </a:lnTo>
                  <a:lnTo>
                    <a:pt x="564630" y="5500739"/>
                  </a:lnTo>
                  <a:lnTo>
                    <a:pt x="564724" y="5500739"/>
                  </a:lnTo>
                  <a:lnTo>
                    <a:pt x="564724" y="5495828"/>
                  </a:lnTo>
                  <a:lnTo>
                    <a:pt x="564818" y="5495828"/>
                  </a:lnTo>
                  <a:lnTo>
                    <a:pt x="564913" y="5495828"/>
                  </a:lnTo>
                  <a:lnTo>
                    <a:pt x="565007" y="5495828"/>
                  </a:lnTo>
                  <a:lnTo>
                    <a:pt x="565101" y="5495828"/>
                  </a:lnTo>
                  <a:lnTo>
                    <a:pt x="565195" y="5495828"/>
                  </a:lnTo>
                  <a:lnTo>
                    <a:pt x="565289" y="5495828"/>
                  </a:lnTo>
                  <a:lnTo>
                    <a:pt x="565289" y="5490917"/>
                  </a:lnTo>
                  <a:lnTo>
                    <a:pt x="565383" y="5490917"/>
                  </a:lnTo>
                  <a:lnTo>
                    <a:pt x="565478" y="5490917"/>
                  </a:lnTo>
                  <a:lnTo>
                    <a:pt x="565572" y="5490917"/>
                  </a:lnTo>
                  <a:lnTo>
                    <a:pt x="565666" y="5490917"/>
                  </a:lnTo>
                  <a:lnTo>
                    <a:pt x="565760" y="5490917"/>
                  </a:lnTo>
                  <a:lnTo>
                    <a:pt x="565854" y="5490917"/>
                  </a:lnTo>
                  <a:lnTo>
                    <a:pt x="565948" y="5490917"/>
                  </a:lnTo>
                  <a:lnTo>
                    <a:pt x="566042" y="5490917"/>
                  </a:lnTo>
                  <a:lnTo>
                    <a:pt x="566137" y="5490917"/>
                  </a:lnTo>
                  <a:lnTo>
                    <a:pt x="566231" y="5490917"/>
                  </a:lnTo>
                  <a:lnTo>
                    <a:pt x="566231" y="5486005"/>
                  </a:lnTo>
                  <a:lnTo>
                    <a:pt x="566325" y="5486005"/>
                  </a:lnTo>
                  <a:lnTo>
                    <a:pt x="566419" y="5486005"/>
                  </a:lnTo>
                  <a:lnTo>
                    <a:pt x="566513" y="5486005"/>
                  </a:lnTo>
                  <a:lnTo>
                    <a:pt x="566607" y="5486005"/>
                  </a:lnTo>
                  <a:lnTo>
                    <a:pt x="566702" y="5486005"/>
                  </a:lnTo>
                  <a:lnTo>
                    <a:pt x="566796" y="5486005"/>
                  </a:lnTo>
                  <a:lnTo>
                    <a:pt x="566890" y="5486005"/>
                  </a:lnTo>
                  <a:lnTo>
                    <a:pt x="566984" y="5486005"/>
                  </a:lnTo>
                  <a:lnTo>
                    <a:pt x="567078" y="5486005"/>
                  </a:lnTo>
                  <a:lnTo>
                    <a:pt x="567172" y="5486005"/>
                  </a:lnTo>
                  <a:lnTo>
                    <a:pt x="567266" y="5486005"/>
                  </a:lnTo>
                  <a:lnTo>
                    <a:pt x="567361" y="5486005"/>
                  </a:lnTo>
                  <a:lnTo>
                    <a:pt x="567455" y="5486005"/>
                  </a:lnTo>
                  <a:lnTo>
                    <a:pt x="567549" y="5486005"/>
                  </a:lnTo>
                  <a:lnTo>
                    <a:pt x="567643" y="5486005"/>
                  </a:lnTo>
                  <a:lnTo>
                    <a:pt x="567737" y="5486005"/>
                  </a:lnTo>
                  <a:lnTo>
                    <a:pt x="567831" y="5486005"/>
                  </a:lnTo>
                  <a:lnTo>
                    <a:pt x="567926" y="5486005"/>
                  </a:lnTo>
                  <a:lnTo>
                    <a:pt x="568020" y="5486005"/>
                  </a:lnTo>
                  <a:lnTo>
                    <a:pt x="568114" y="5486005"/>
                  </a:lnTo>
                  <a:lnTo>
                    <a:pt x="568208" y="5486005"/>
                  </a:lnTo>
                  <a:lnTo>
                    <a:pt x="568302" y="5486005"/>
                  </a:lnTo>
                  <a:lnTo>
                    <a:pt x="568396" y="5486005"/>
                  </a:lnTo>
                  <a:lnTo>
                    <a:pt x="568490" y="5486005"/>
                  </a:lnTo>
                  <a:lnTo>
                    <a:pt x="568585" y="5486005"/>
                  </a:lnTo>
                  <a:lnTo>
                    <a:pt x="568679" y="5486005"/>
                  </a:lnTo>
                  <a:lnTo>
                    <a:pt x="568773" y="5486005"/>
                  </a:lnTo>
                  <a:lnTo>
                    <a:pt x="568867" y="5486005"/>
                  </a:lnTo>
                  <a:lnTo>
                    <a:pt x="568961" y="5486005"/>
                  </a:lnTo>
                  <a:lnTo>
                    <a:pt x="569055" y="5486005"/>
                  </a:lnTo>
                  <a:lnTo>
                    <a:pt x="569149" y="5486005"/>
                  </a:lnTo>
                  <a:lnTo>
                    <a:pt x="569244" y="5486005"/>
                  </a:lnTo>
                  <a:lnTo>
                    <a:pt x="569338" y="5486005"/>
                  </a:lnTo>
                  <a:lnTo>
                    <a:pt x="569432" y="5486005"/>
                  </a:lnTo>
                  <a:lnTo>
                    <a:pt x="569526" y="5486005"/>
                  </a:lnTo>
                  <a:lnTo>
                    <a:pt x="569620" y="5486005"/>
                  </a:lnTo>
                  <a:lnTo>
                    <a:pt x="569714" y="5486005"/>
                  </a:lnTo>
                  <a:lnTo>
                    <a:pt x="569809" y="5486005"/>
                  </a:lnTo>
                  <a:lnTo>
                    <a:pt x="569903" y="5486005"/>
                  </a:lnTo>
                  <a:lnTo>
                    <a:pt x="569997" y="5486005"/>
                  </a:lnTo>
                  <a:lnTo>
                    <a:pt x="570091" y="5486005"/>
                  </a:lnTo>
                  <a:lnTo>
                    <a:pt x="570185" y="5486005"/>
                  </a:lnTo>
                  <a:lnTo>
                    <a:pt x="570279" y="5486005"/>
                  </a:lnTo>
                  <a:lnTo>
                    <a:pt x="570373" y="5486005"/>
                  </a:lnTo>
                  <a:lnTo>
                    <a:pt x="570468" y="5486005"/>
                  </a:lnTo>
                  <a:lnTo>
                    <a:pt x="570562" y="5486005"/>
                  </a:lnTo>
                  <a:lnTo>
                    <a:pt x="570656" y="5486005"/>
                  </a:lnTo>
                  <a:lnTo>
                    <a:pt x="570750" y="5486005"/>
                  </a:lnTo>
                  <a:lnTo>
                    <a:pt x="570844" y="5486005"/>
                  </a:lnTo>
                  <a:lnTo>
                    <a:pt x="570938" y="5486005"/>
                  </a:lnTo>
                  <a:lnTo>
                    <a:pt x="571033" y="5486005"/>
                  </a:lnTo>
                  <a:lnTo>
                    <a:pt x="571127" y="5486005"/>
                  </a:lnTo>
                  <a:lnTo>
                    <a:pt x="571221" y="5486005"/>
                  </a:lnTo>
                  <a:lnTo>
                    <a:pt x="571315" y="5486005"/>
                  </a:lnTo>
                  <a:lnTo>
                    <a:pt x="571409" y="5486005"/>
                  </a:lnTo>
                  <a:lnTo>
                    <a:pt x="571503" y="5486005"/>
                  </a:lnTo>
                  <a:lnTo>
                    <a:pt x="571597" y="5486005"/>
                  </a:lnTo>
                  <a:lnTo>
                    <a:pt x="571692" y="5486005"/>
                  </a:lnTo>
                  <a:lnTo>
                    <a:pt x="571786" y="5486005"/>
                  </a:lnTo>
                  <a:lnTo>
                    <a:pt x="571880" y="5486005"/>
                  </a:lnTo>
                  <a:lnTo>
                    <a:pt x="571974" y="5486005"/>
                  </a:lnTo>
                  <a:lnTo>
                    <a:pt x="572068" y="5486005"/>
                  </a:lnTo>
                  <a:lnTo>
                    <a:pt x="572162" y="5486005"/>
                  </a:lnTo>
                  <a:lnTo>
                    <a:pt x="572257" y="5486005"/>
                  </a:lnTo>
                  <a:lnTo>
                    <a:pt x="572351" y="5486005"/>
                  </a:lnTo>
                  <a:lnTo>
                    <a:pt x="572445" y="5486005"/>
                  </a:lnTo>
                  <a:lnTo>
                    <a:pt x="572539" y="5486005"/>
                  </a:lnTo>
                  <a:lnTo>
                    <a:pt x="572633" y="5486005"/>
                  </a:lnTo>
                  <a:lnTo>
                    <a:pt x="572727" y="5486005"/>
                  </a:lnTo>
                  <a:lnTo>
                    <a:pt x="572821" y="5486005"/>
                  </a:lnTo>
                  <a:lnTo>
                    <a:pt x="572916" y="5486005"/>
                  </a:lnTo>
                  <a:lnTo>
                    <a:pt x="573010" y="5486005"/>
                  </a:lnTo>
                  <a:lnTo>
                    <a:pt x="573104" y="5486005"/>
                  </a:lnTo>
                  <a:lnTo>
                    <a:pt x="573198" y="5486005"/>
                  </a:lnTo>
                  <a:lnTo>
                    <a:pt x="573292" y="5486005"/>
                  </a:lnTo>
                  <a:lnTo>
                    <a:pt x="573386" y="5486005"/>
                  </a:lnTo>
                  <a:lnTo>
                    <a:pt x="573480" y="5486005"/>
                  </a:lnTo>
                  <a:lnTo>
                    <a:pt x="573575" y="5486005"/>
                  </a:lnTo>
                  <a:lnTo>
                    <a:pt x="573669" y="5486005"/>
                  </a:lnTo>
                  <a:lnTo>
                    <a:pt x="573763" y="5486005"/>
                  </a:lnTo>
                  <a:lnTo>
                    <a:pt x="573857" y="5486005"/>
                  </a:lnTo>
                  <a:lnTo>
                    <a:pt x="573951" y="5486005"/>
                  </a:lnTo>
                  <a:lnTo>
                    <a:pt x="574045" y="5486005"/>
                  </a:lnTo>
                  <a:lnTo>
                    <a:pt x="574140" y="5486005"/>
                  </a:lnTo>
                  <a:lnTo>
                    <a:pt x="574234" y="5486005"/>
                  </a:lnTo>
                  <a:lnTo>
                    <a:pt x="574328" y="5486005"/>
                  </a:lnTo>
                  <a:lnTo>
                    <a:pt x="574422" y="5486005"/>
                  </a:lnTo>
                  <a:lnTo>
                    <a:pt x="574516" y="5486005"/>
                  </a:lnTo>
                  <a:lnTo>
                    <a:pt x="574610" y="5486005"/>
                  </a:lnTo>
                  <a:lnTo>
                    <a:pt x="574704" y="5486005"/>
                  </a:lnTo>
                  <a:lnTo>
                    <a:pt x="574799" y="5486005"/>
                  </a:lnTo>
                  <a:lnTo>
                    <a:pt x="574893" y="5486005"/>
                  </a:lnTo>
                  <a:lnTo>
                    <a:pt x="574893" y="5481094"/>
                  </a:lnTo>
                  <a:lnTo>
                    <a:pt x="574987" y="5481094"/>
                  </a:lnTo>
                  <a:lnTo>
                    <a:pt x="575081" y="5481094"/>
                  </a:lnTo>
                  <a:lnTo>
                    <a:pt x="575175" y="5481094"/>
                  </a:lnTo>
                  <a:lnTo>
                    <a:pt x="575269" y="5481094"/>
                  </a:lnTo>
                  <a:lnTo>
                    <a:pt x="575364" y="5481094"/>
                  </a:lnTo>
                  <a:lnTo>
                    <a:pt x="575458" y="5481094"/>
                  </a:lnTo>
                  <a:lnTo>
                    <a:pt x="575552" y="5481094"/>
                  </a:lnTo>
                  <a:lnTo>
                    <a:pt x="575552" y="5476183"/>
                  </a:lnTo>
                  <a:lnTo>
                    <a:pt x="575646" y="5476183"/>
                  </a:lnTo>
                  <a:lnTo>
                    <a:pt x="575740" y="5476183"/>
                  </a:lnTo>
                  <a:lnTo>
                    <a:pt x="575834" y="5476183"/>
                  </a:lnTo>
                  <a:lnTo>
                    <a:pt x="575928" y="5476183"/>
                  </a:lnTo>
                  <a:lnTo>
                    <a:pt x="576023" y="5476183"/>
                  </a:lnTo>
                  <a:lnTo>
                    <a:pt x="576117" y="5476183"/>
                  </a:lnTo>
                  <a:lnTo>
                    <a:pt x="576211" y="5476183"/>
                  </a:lnTo>
                  <a:lnTo>
                    <a:pt x="576305" y="5476183"/>
                  </a:lnTo>
                  <a:lnTo>
                    <a:pt x="576399" y="5476183"/>
                  </a:lnTo>
                  <a:lnTo>
                    <a:pt x="576493" y="5476183"/>
                  </a:lnTo>
                  <a:lnTo>
                    <a:pt x="576588" y="5476183"/>
                  </a:lnTo>
                  <a:lnTo>
                    <a:pt x="576682" y="5476183"/>
                  </a:lnTo>
                  <a:lnTo>
                    <a:pt x="576776" y="5476183"/>
                  </a:lnTo>
                  <a:lnTo>
                    <a:pt x="576870" y="5476183"/>
                  </a:lnTo>
                  <a:lnTo>
                    <a:pt x="576870" y="5471271"/>
                  </a:lnTo>
                  <a:lnTo>
                    <a:pt x="576964" y="5471271"/>
                  </a:lnTo>
                  <a:lnTo>
                    <a:pt x="577058" y="5471271"/>
                  </a:lnTo>
                  <a:lnTo>
                    <a:pt x="577152" y="5471271"/>
                  </a:lnTo>
                  <a:lnTo>
                    <a:pt x="577247" y="5471271"/>
                  </a:lnTo>
                  <a:lnTo>
                    <a:pt x="577341" y="5471271"/>
                  </a:lnTo>
                  <a:lnTo>
                    <a:pt x="577435" y="5471271"/>
                  </a:lnTo>
                  <a:lnTo>
                    <a:pt x="577529" y="5471271"/>
                  </a:lnTo>
                  <a:lnTo>
                    <a:pt x="577623" y="5471271"/>
                  </a:lnTo>
                  <a:lnTo>
                    <a:pt x="577717" y="5471271"/>
                  </a:lnTo>
                  <a:lnTo>
                    <a:pt x="577811" y="5471271"/>
                  </a:lnTo>
                  <a:lnTo>
                    <a:pt x="577906" y="5471271"/>
                  </a:lnTo>
                  <a:lnTo>
                    <a:pt x="578000" y="5471271"/>
                  </a:lnTo>
                  <a:lnTo>
                    <a:pt x="578094" y="5471271"/>
                  </a:lnTo>
                  <a:lnTo>
                    <a:pt x="578188" y="5471271"/>
                  </a:lnTo>
                  <a:lnTo>
                    <a:pt x="578282" y="5471271"/>
                  </a:lnTo>
                  <a:lnTo>
                    <a:pt x="578376" y="5471271"/>
                  </a:lnTo>
                  <a:lnTo>
                    <a:pt x="578471" y="5471271"/>
                  </a:lnTo>
                  <a:lnTo>
                    <a:pt x="578565" y="5471271"/>
                  </a:lnTo>
                  <a:lnTo>
                    <a:pt x="578659" y="5471271"/>
                  </a:lnTo>
                  <a:lnTo>
                    <a:pt x="578753" y="5471271"/>
                  </a:lnTo>
                  <a:lnTo>
                    <a:pt x="578847" y="5471271"/>
                  </a:lnTo>
                  <a:lnTo>
                    <a:pt x="578941" y="5471271"/>
                  </a:lnTo>
                  <a:lnTo>
                    <a:pt x="579035" y="5471271"/>
                  </a:lnTo>
                  <a:lnTo>
                    <a:pt x="579130" y="5471271"/>
                  </a:lnTo>
                  <a:lnTo>
                    <a:pt x="579224" y="5471271"/>
                  </a:lnTo>
                  <a:lnTo>
                    <a:pt x="579318" y="5471271"/>
                  </a:lnTo>
                  <a:lnTo>
                    <a:pt x="579412" y="5471271"/>
                  </a:lnTo>
                  <a:lnTo>
                    <a:pt x="579506" y="5471271"/>
                  </a:lnTo>
                  <a:lnTo>
                    <a:pt x="579600" y="5471271"/>
                  </a:lnTo>
                  <a:lnTo>
                    <a:pt x="579695" y="5471271"/>
                  </a:lnTo>
                  <a:lnTo>
                    <a:pt x="579789" y="5471271"/>
                  </a:lnTo>
                  <a:lnTo>
                    <a:pt x="579883" y="5471271"/>
                  </a:lnTo>
                  <a:lnTo>
                    <a:pt x="579977" y="5471271"/>
                  </a:lnTo>
                  <a:lnTo>
                    <a:pt x="580071" y="5471271"/>
                  </a:lnTo>
                  <a:lnTo>
                    <a:pt x="580165" y="5471271"/>
                  </a:lnTo>
                  <a:lnTo>
                    <a:pt x="580259" y="5471271"/>
                  </a:lnTo>
                  <a:lnTo>
                    <a:pt x="580354" y="5471271"/>
                  </a:lnTo>
                  <a:lnTo>
                    <a:pt x="580448" y="5471271"/>
                  </a:lnTo>
                  <a:lnTo>
                    <a:pt x="580542" y="5471271"/>
                  </a:lnTo>
                  <a:lnTo>
                    <a:pt x="580636" y="5471271"/>
                  </a:lnTo>
                  <a:lnTo>
                    <a:pt x="580730" y="5471271"/>
                  </a:lnTo>
                  <a:lnTo>
                    <a:pt x="580824" y="5471271"/>
                  </a:lnTo>
                  <a:lnTo>
                    <a:pt x="580919" y="5471271"/>
                  </a:lnTo>
                  <a:lnTo>
                    <a:pt x="581013" y="5471271"/>
                  </a:lnTo>
                  <a:lnTo>
                    <a:pt x="581107" y="5471271"/>
                  </a:lnTo>
                  <a:lnTo>
                    <a:pt x="581201" y="5471271"/>
                  </a:lnTo>
                  <a:lnTo>
                    <a:pt x="581295" y="5471271"/>
                  </a:lnTo>
                  <a:lnTo>
                    <a:pt x="581389" y="5471271"/>
                  </a:lnTo>
                  <a:lnTo>
                    <a:pt x="581483" y="5471271"/>
                  </a:lnTo>
                  <a:lnTo>
                    <a:pt x="581578" y="5471271"/>
                  </a:lnTo>
                  <a:lnTo>
                    <a:pt x="581672" y="5471271"/>
                  </a:lnTo>
                  <a:lnTo>
                    <a:pt x="581766" y="5471271"/>
                  </a:lnTo>
                  <a:lnTo>
                    <a:pt x="581860" y="5471271"/>
                  </a:lnTo>
                  <a:lnTo>
                    <a:pt x="581954" y="5471271"/>
                  </a:lnTo>
                  <a:lnTo>
                    <a:pt x="582048" y="5471271"/>
                  </a:lnTo>
                  <a:lnTo>
                    <a:pt x="582142" y="5471271"/>
                  </a:lnTo>
                  <a:lnTo>
                    <a:pt x="582237" y="5471271"/>
                  </a:lnTo>
                  <a:lnTo>
                    <a:pt x="582331" y="5471271"/>
                  </a:lnTo>
                  <a:lnTo>
                    <a:pt x="582425" y="5471271"/>
                  </a:lnTo>
                  <a:lnTo>
                    <a:pt x="582519" y="5471271"/>
                  </a:lnTo>
                  <a:lnTo>
                    <a:pt x="582613" y="5471271"/>
                  </a:lnTo>
                  <a:lnTo>
                    <a:pt x="582707" y="5471271"/>
                  </a:lnTo>
                  <a:lnTo>
                    <a:pt x="582802" y="5471271"/>
                  </a:lnTo>
                  <a:lnTo>
                    <a:pt x="582896" y="5471271"/>
                  </a:lnTo>
                  <a:lnTo>
                    <a:pt x="582990" y="5471271"/>
                  </a:lnTo>
                  <a:lnTo>
                    <a:pt x="583084" y="5471271"/>
                  </a:lnTo>
                  <a:lnTo>
                    <a:pt x="583178" y="5471271"/>
                  </a:lnTo>
                  <a:lnTo>
                    <a:pt x="583272" y="5471271"/>
                  </a:lnTo>
                  <a:lnTo>
                    <a:pt x="583366" y="5471271"/>
                  </a:lnTo>
                  <a:lnTo>
                    <a:pt x="583461" y="5471271"/>
                  </a:lnTo>
                  <a:lnTo>
                    <a:pt x="583555" y="5471271"/>
                  </a:lnTo>
                  <a:lnTo>
                    <a:pt x="583649" y="5471271"/>
                  </a:lnTo>
                  <a:lnTo>
                    <a:pt x="583743" y="5471271"/>
                  </a:lnTo>
                  <a:lnTo>
                    <a:pt x="583837" y="5471271"/>
                  </a:lnTo>
                  <a:lnTo>
                    <a:pt x="583931" y="5471271"/>
                  </a:lnTo>
                  <a:lnTo>
                    <a:pt x="584026" y="5471271"/>
                  </a:lnTo>
                  <a:lnTo>
                    <a:pt x="584120" y="5471271"/>
                  </a:lnTo>
                  <a:lnTo>
                    <a:pt x="584214" y="5471271"/>
                  </a:lnTo>
                  <a:lnTo>
                    <a:pt x="584308" y="5471271"/>
                  </a:lnTo>
                  <a:lnTo>
                    <a:pt x="584402" y="5471271"/>
                  </a:lnTo>
                  <a:lnTo>
                    <a:pt x="584496" y="5471271"/>
                  </a:lnTo>
                  <a:lnTo>
                    <a:pt x="584590" y="5471271"/>
                  </a:lnTo>
                  <a:lnTo>
                    <a:pt x="584685" y="5471271"/>
                  </a:lnTo>
                  <a:lnTo>
                    <a:pt x="584779" y="5471271"/>
                  </a:lnTo>
                  <a:lnTo>
                    <a:pt x="584873" y="5471271"/>
                  </a:lnTo>
                  <a:lnTo>
                    <a:pt x="584967" y="5471271"/>
                  </a:lnTo>
                  <a:lnTo>
                    <a:pt x="585061" y="5471271"/>
                  </a:lnTo>
                  <a:lnTo>
                    <a:pt x="585155" y="5471271"/>
                  </a:lnTo>
                  <a:lnTo>
                    <a:pt x="585250" y="5471271"/>
                  </a:lnTo>
                  <a:lnTo>
                    <a:pt x="585344" y="5471271"/>
                  </a:lnTo>
                  <a:lnTo>
                    <a:pt x="585438" y="5471271"/>
                  </a:lnTo>
                  <a:lnTo>
                    <a:pt x="585532" y="5471271"/>
                  </a:lnTo>
                  <a:lnTo>
                    <a:pt x="585532" y="5466360"/>
                  </a:lnTo>
                  <a:lnTo>
                    <a:pt x="585626" y="5466360"/>
                  </a:lnTo>
                  <a:lnTo>
                    <a:pt x="585720" y="5466360"/>
                  </a:lnTo>
                  <a:lnTo>
                    <a:pt x="585814" y="5466360"/>
                  </a:lnTo>
                  <a:lnTo>
                    <a:pt x="585909" y="5466360"/>
                  </a:lnTo>
                  <a:lnTo>
                    <a:pt x="586003" y="5466360"/>
                  </a:lnTo>
                  <a:lnTo>
                    <a:pt x="586097" y="5466360"/>
                  </a:lnTo>
                  <a:lnTo>
                    <a:pt x="586191" y="5466360"/>
                  </a:lnTo>
                  <a:lnTo>
                    <a:pt x="586285" y="5466360"/>
                  </a:lnTo>
                  <a:lnTo>
                    <a:pt x="586379" y="5466360"/>
                  </a:lnTo>
                  <a:lnTo>
                    <a:pt x="586473" y="5466360"/>
                  </a:lnTo>
                  <a:lnTo>
                    <a:pt x="586568" y="5466360"/>
                  </a:lnTo>
                  <a:lnTo>
                    <a:pt x="586662" y="5466360"/>
                  </a:lnTo>
                  <a:lnTo>
                    <a:pt x="586756" y="5466360"/>
                  </a:lnTo>
                  <a:lnTo>
                    <a:pt x="586850" y="5466360"/>
                  </a:lnTo>
                  <a:lnTo>
                    <a:pt x="586944" y="5466360"/>
                  </a:lnTo>
                  <a:lnTo>
                    <a:pt x="587038" y="5466360"/>
                  </a:lnTo>
                  <a:lnTo>
                    <a:pt x="587133" y="5466360"/>
                  </a:lnTo>
                  <a:lnTo>
                    <a:pt x="587227" y="5466360"/>
                  </a:lnTo>
                  <a:lnTo>
                    <a:pt x="587321" y="5466360"/>
                  </a:lnTo>
                  <a:lnTo>
                    <a:pt x="587415" y="5466360"/>
                  </a:lnTo>
                  <a:lnTo>
                    <a:pt x="587509" y="5466360"/>
                  </a:lnTo>
                  <a:lnTo>
                    <a:pt x="587603" y="5466360"/>
                  </a:lnTo>
                  <a:lnTo>
                    <a:pt x="587697" y="5466360"/>
                  </a:lnTo>
                  <a:lnTo>
                    <a:pt x="587792" y="5466360"/>
                  </a:lnTo>
                  <a:lnTo>
                    <a:pt x="587886" y="5466360"/>
                  </a:lnTo>
                  <a:lnTo>
                    <a:pt x="587980" y="5466360"/>
                  </a:lnTo>
                  <a:lnTo>
                    <a:pt x="588074" y="5466360"/>
                  </a:lnTo>
                  <a:lnTo>
                    <a:pt x="588168" y="5466360"/>
                  </a:lnTo>
                  <a:lnTo>
                    <a:pt x="588262" y="5466360"/>
                  </a:lnTo>
                  <a:lnTo>
                    <a:pt x="588357" y="5466360"/>
                  </a:lnTo>
                  <a:lnTo>
                    <a:pt x="588451" y="5466360"/>
                  </a:lnTo>
                  <a:lnTo>
                    <a:pt x="588545" y="5466360"/>
                  </a:lnTo>
                  <a:lnTo>
                    <a:pt x="588639" y="5466360"/>
                  </a:lnTo>
                  <a:lnTo>
                    <a:pt x="588733" y="5466360"/>
                  </a:lnTo>
                  <a:lnTo>
                    <a:pt x="588827" y="5466360"/>
                  </a:lnTo>
                  <a:lnTo>
                    <a:pt x="588921" y="5466360"/>
                  </a:lnTo>
                  <a:lnTo>
                    <a:pt x="589016" y="5466360"/>
                  </a:lnTo>
                  <a:lnTo>
                    <a:pt x="589110" y="5466360"/>
                  </a:lnTo>
                  <a:lnTo>
                    <a:pt x="589204" y="5466360"/>
                  </a:lnTo>
                  <a:lnTo>
                    <a:pt x="589298" y="5466360"/>
                  </a:lnTo>
                  <a:lnTo>
                    <a:pt x="589392" y="5466360"/>
                  </a:lnTo>
                  <a:lnTo>
                    <a:pt x="589486" y="5466360"/>
                  </a:lnTo>
                  <a:lnTo>
                    <a:pt x="589581" y="5466360"/>
                  </a:lnTo>
                  <a:lnTo>
                    <a:pt x="589675" y="5466360"/>
                  </a:lnTo>
                  <a:lnTo>
                    <a:pt x="589769" y="5466360"/>
                  </a:lnTo>
                  <a:lnTo>
                    <a:pt x="589863" y="5466360"/>
                  </a:lnTo>
                  <a:lnTo>
                    <a:pt x="589957" y="5466360"/>
                  </a:lnTo>
                  <a:lnTo>
                    <a:pt x="590051" y="5466360"/>
                  </a:lnTo>
                  <a:lnTo>
                    <a:pt x="590145" y="5466360"/>
                  </a:lnTo>
                  <a:lnTo>
                    <a:pt x="590240" y="5466360"/>
                  </a:lnTo>
                  <a:lnTo>
                    <a:pt x="590334" y="5466360"/>
                  </a:lnTo>
                  <a:lnTo>
                    <a:pt x="590428" y="5466360"/>
                  </a:lnTo>
                  <a:lnTo>
                    <a:pt x="590522" y="5466360"/>
                  </a:lnTo>
                  <a:lnTo>
                    <a:pt x="590616" y="5466360"/>
                  </a:lnTo>
                  <a:lnTo>
                    <a:pt x="590710" y="5466360"/>
                  </a:lnTo>
                  <a:lnTo>
                    <a:pt x="590804" y="5466360"/>
                  </a:lnTo>
                  <a:lnTo>
                    <a:pt x="590899" y="5466360"/>
                  </a:lnTo>
                  <a:lnTo>
                    <a:pt x="590993" y="5466360"/>
                  </a:lnTo>
                  <a:lnTo>
                    <a:pt x="591087" y="5466360"/>
                  </a:lnTo>
                  <a:lnTo>
                    <a:pt x="591181" y="5466360"/>
                  </a:lnTo>
                  <a:lnTo>
                    <a:pt x="591275" y="5466360"/>
                  </a:lnTo>
                  <a:lnTo>
                    <a:pt x="591369" y="5466360"/>
                  </a:lnTo>
                  <a:lnTo>
                    <a:pt x="591464" y="5466360"/>
                  </a:lnTo>
                  <a:lnTo>
                    <a:pt x="591558" y="5466360"/>
                  </a:lnTo>
                  <a:lnTo>
                    <a:pt x="591652" y="5466360"/>
                  </a:lnTo>
                  <a:lnTo>
                    <a:pt x="591746" y="5466360"/>
                  </a:lnTo>
                  <a:lnTo>
                    <a:pt x="591840" y="5466360"/>
                  </a:lnTo>
                  <a:lnTo>
                    <a:pt x="591934" y="5466360"/>
                  </a:lnTo>
                  <a:lnTo>
                    <a:pt x="592028" y="5466360"/>
                  </a:lnTo>
                  <a:lnTo>
                    <a:pt x="592123" y="5466360"/>
                  </a:lnTo>
                  <a:lnTo>
                    <a:pt x="592217" y="5466360"/>
                  </a:lnTo>
                  <a:lnTo>
                    <a:pt x="592311" y="5466360"/>
                  </a:lnTo>
                  <a:lnTo>
                    <a:pt x="592405" y="5466360"/>
                  </a:lnTo>
                  <a:lnTo>
                    <a:pt x="592499" y="5466360"/>
                  </a:lnTo>
                  <a:lnTo>
                    <a:pt x="592593" y="5466360"/>
                  </a:lnTo>
                  <a:lnTo>
                    <a:pt x="592688" y="5466360"/>
                  </a:lnTo>
                  <a:lnTo>
                    <a:pt x="592782" y="5466360"/>
                  </a:lnTo>
                  <a:lnTo>
                    <a:pt x="592782" y="5461448"/>
                  </a:lnTo>
                  <a:lnTo>
                    <a:pt x="592876" y="5461448"/>
                  </a:lnTo>
                  <a:lnTo>
                    <a:pt x="592970" y="5461448"/>
                  </a:lnTo>
                  <a:lnTo>
                    <a:pt x="593064" y="5461448"/>
                  </a:lnTo>
                  <a:lnTo>
                    <a:pt x="593158" y="5461448"/>
                  </a:lnTo>
                  <a:lnTo>
                    <a:pt x="593252" y="5461448"/>
                  </a:lnTo>
                  <a:lnTo>
                    <a:pt x="593347" y="5461448"/>
                  </a:lnTo>
                  <a:lnTo>
                    <a:pt x="593441" y="5461448"/>
                  </a:lnTo>
                  <a:lnTo>
                    <a:pt x="593535" y="5461448"/>
                  </a:lnTo>
                  <a:lnTo>
                    <a:pt x="593629" y="5461448"/>
                  </a:lnTo>
                  <a:lnTo>
                    <a:pt x="593723" y="5461448"/>
                  </a:lnTo>
                  <a:lnTo>
                    <a:pt x="593817" y="5461448"/>
                  </a:lnTo>
                  <a:lnTo>
                    <a:pt x="593912" y="5461448"/>
                  </a:lnTo>
                  <a:lnTo>
                    <a:pt x="594006" y="5461448"/>
                  </a:lnTo>
                  <a:lnTo>
                    <a:pt x="594100" y="5461448"/>
                  </a:lnTo>
                  <a:lnTo>
                    <a:pt x="594194" y="5461448"/>
                  </a:lnTo>
                  <a:lnTo>
                    <a:pt x="594288" y="5461448"/>
                  </a:lnTo>
                  <a:lnTo>
                    <a:pt x="594382" y="5461448"/>
                  </a:lnTo>
                  <a:lnTo>
                    <a:pt x="594476" y="5461448"/>
                  </a:lnTo>
                  <a:lnTo>
                    <a:pt x="594571" y="5461448"/>
                  </a:lnTo>
                  <a:lnTo>
                    <a:pt x="594665" y="5461448"/>
                  </a:lnTo>
                  <a:lnTo>
                    <a:pt x="594759" y="5461448"/>
                  </a:lnTo>
                  <a:lnTo>
                    <a:pt x="594853" y="5461448"/>
                  </a:lnTo>
                  <a:lnTo>
                    <a:pt x="594947" y="5461448"/>
                  </a:lnTo>
                  <a:lnTo>
                    <a:pt x="595041" y="5461448"/>
                  </a:lnTo>
                  <a:lnTo>
                    <a:pt x="595135" y="5461448"/>
                  </a:lnTo>
                  <a:lnTo>
                    <a:pt x="595230" y="5461448"/>
                  </a:lnTo>
                  <a:lnTo>
                    <a:pt x="595324" y="5461448"/>
                  </a:lnTo>
                  <a:lnTo>
                    <a:pt x="595418" y="5461448"/>
                  </a:lnTo>
                  <a:lnTo>
                    <a:pt x="595512" y="5461448"/>
                  </a:lnTo>
                  <a:lnTo>
                    <a:pt x="595606" y="5461448"/>
                  </a:lnTo>
                  <a:lnTo>
                    <a:pt x="595700" y="5461448"/>
                  </a:lnTo>
                  <a:lnTo>
                    <a:pt x="595795" y="5461448"/>
                  </a:lnTo>
                  <a:lnTo>
                    <a:pt x="595889" y="5461448"/>
                  </a:lnTo>
                  <a:lnTo>
                    <a:pt x="595889" y="5456537"/>
                  </a:lnTo>
                  <a:lnTo>
                    <a:pt x="595983" y="5456537"/>
                  </a:lnTo>
                  <a:lnTo>
                    <a:pt x="596077" y="5456537"/>
                  </a:lnTo>
                  <a:lnTo>
                    <a:pt x="596171" y="5456537"/>
                  </a:lnTo>
                  <a:lnTo>
                    <a:pt x="596265" y="5456537"/>
                  </a:lnTo>
                  <a:lnTo>
                    <a:pt x="596359" y="5456537"/>
                  </a:lnTo>
                  <a:lnTo>
                    <a:pt x="596454" y="5456537"/>
                  </a:lnTo>
                  <a:lnTo>
                    <a:pt x="596548" y="5456537"/>
                  </a:lnTo>
                  <a:lnTo>
                    <a:pt x="596642" y="5456537"/>
                  </a:lnTo>
                  <a:lnTo>
                    <a:pt x="596736" y="5456537"/>
                  </a:lnTo>
                  <a:lnTo>
                    <a:pt x="596830" y="5456537"/>
                  </a:lnTo>
                  <a:lnTo>
                    <a:pt x="596924" y="5456537"/>
                  </a:lnTo>
                  <a:lnTo>
                    <a:pt x="597019" y="5456537"/>
                  </a:lnTo>
                  <a:lnTo>
                    <a:pt x="597113" y="5456537"/>
                  </a:lnTo>
                  <a:lnTo>
                    <a:pt x="597207" y="5456537"/>
                  </a:lnTo>
                  <a:lnTo>
                    <a:pt x="597301" y="5456537"/>
                  </a:lnTo>
                  <a:lnTo>
                    <a:pt x="597395" y="5456537"/>
                  </a:lnTo>
                  <a:lnTo>
                    <a:pt x="597489" y="5456537"/>
                  </a:lnTo>
                  <a:lnTo>
                    <a:pt x="597583" y="5456537"/>
                  </a:lnTo>
                  <a:lnTo>
                    <a:pt x="597678" y="5456537"/>
                  </a:lnTo>
                  <a:lnTo>
                    <a:pt x="597772" y="5456537"/>
                  </a:lnTo>
                  <a:lnTo>
                    <a:pt x="597866" y="5456537"/>
                  </a:lnTo>
                  <a:lnTo>
                    <a:pt x="597960" y="5456537"/>
                  </a:lnTo>
                  <a:lnTo>
                    <a:pt x="597960" y="5451626"/>
                  </a:lnTo>
                  <a:lnTo>
                    <a:pt x="598054" y="5451626"/>
                  </a:lnTo>
                  <a:lnTo>
                    <a:pt x="598148" y="5451626"/>
                  </a:lnTo>
                  <a:lnTo>
                    <a:pt x="598243" y="5451626"/>
                  </a:lnTo>
                  <a:lnTo>
                    <a:pt x="598337" y="5451626"/>
                  </a:lnTo>
                  <a:lnTo>
                    <a:pt x="598431" y="5451626"/>
                  </a:lnTo>
                  <a:lnTo>
                    <a:pt x="598525" y="5451626"/>
                  </a:lnTo>
                  <a:lnTo>
                    <a:pt x="598619" y="5451626"/>
                  </a:lnTo>
                  <a:lnTo>
                    <a:pt x="598713" y="5451626"/>
                  </a:lnTo>
                  <a:lnTo>
                    <a:pt x="598807" y="5451626"/>
                  </a:lnTo>
                  <a:lnTo>
                    <a:pt x="598902" y="5451626"/>
                  </a:lnTo>
                  <a:lnTo>
                    <a:pt x="598996" y="5451626"/>
                  </a:lnTo>
                  <a:lnTo>
                    <a:pt x="599090" y="5451626"/>
                  </a:lnTo>
                  <a:lnTo>
                    <a:pt x="599184" y="5451626"/>
                  </a:lnTo>
                  <a:lnTo>
                    <a:pt x="599278" y="5451626"/>
                  </a:lnTo>
                  <a:lnTo>
                    <a:pt x="599372" y="5451626"/>
                  </a:lnTo>
                  <a:lnTo>
                    <a:pt x="599466" y="5451626"/>
                  </a:lnTo>
                  <a:lnTo>
                    <a:pt x="599561" y="5451626"/>
                  </a:lnTo>
                  <a:lnTo>
                    <a:pt x="599655" y="5451626"/>
                  </a:lnTo>
                  <a:lnTo>
                    <a:pt x="599749" y="5451626"/>
                  </a:lnTo>
                  <a:lnTo>
                    <a:pt x="599843" y="5451626"/>
                  </a:lnTo>
                  <a:lnTo>
                    <a:pt x="599937" y="5451626"/>
                  </a:lnTo>
                  <a:lnTo>
                    <a:pt x="600031" y="5451626"/>
                  </a:lnTo>
                  <a:lnTo>
                    <a:pt x="600126" y="5451626"/>
                  </a:lnTo>
                  <a:lnTo>
                    <a:pt x="600220" y="5451626"/>
                  </a:lnTo>
                  <a:lnTo>
                    <a:pt x="600314" y="5451626"/>
                  </a:lnTo>
                  <a:lnTo>
                    <a:pt x="600408" y="5451626"/>
                  </a:lnTo>
                  <a:lnTo>
                    <a:pt x="600502" y="5451626"/>
                  </a:lnTo>
                  <a:lnTo>
                    <a:pt x="600596" y="5451626"/>
                  </a:lnTo>
                  <a:lnTo>
                    <a:pt x="600690" y="5451626"/>
                  </a:lnTo>
                  <a:lnTo>
                    <a:pt x="600785" y="5451626"/>
                  </a:lnTo>
                  <a:lnTo>
                    <a:pt x="600879" y="5451626"/>
                  </a:lnTo>
                  <a:lnTo>
                    <a:pt x="600973" y="5451626"/>
                  </a:lnTo>
                  <a:lnTo>
                    <a:pt x="601067" y="5451626"/>
                  </a:lnTo>
                  <a:lnTo>
                    <a:pt x="601161" y="5451626"/>
                  </a:lnTo>
                  <a:lnTo>
                    <a:pt x="601255" y="5451626"/>
                  </a:lnTo>
                  <a:lnTo>
                    <a:pt x="601350" y="5451626"/>
                  </a:lnTo>
                  <a:lnTo>
                    <a:pt x="601444" y="5451626"/>
                  </a:lnTo>
                  <a:lnTo>
                    <a:pt x="601538" y="5451626"/>
                  </a:lnTo>
                  <a:lnTo>
                    <a:pt x="601632" y="5451626"/>
                  </a:lnTo>
                  <a:lnTo>
                    <a:pt x="601726" y="5451626"/>
                  </a:lnTo>
                  <a:lnTo>
                    <a:pt x="601820" y="5451626"/>
                  </a:lnTo>
                  <a:lnTo>
                    <a:pt x="601914" y="5451626"/>
                  </a:lnTo>
                  <a:lnTo>
                    <a:pt x="602009" y="5451626"/>
                  </a:lnTo>
                  <a:lnTo>
                    <a:pt x="602103" y="5451626"/>
                  </a:lnTo>
                  <a:lnTo>
                    <a:pt x="602197" y="5451626"/>
                  </a:lnTo>
                  <a:lnTo>
                    <a:pt x="602291" y="5451626"/>
                  </a:lnTo>
                  <a:lnTo>
                    <a:pt x="602385" y="5451626"/>
                  </a:lnTo>
                  <a:lnTo>
                    <a:pt x="602479" y="5451626"/>
                  </a:lnTo>
                  <a:lnTo>
                    <a:pt x="602574" y="5451626"/>
                  </a:lnTo>
                  <a:lnTo>
                    <a:pt x="602668" y="5451626"/>
                  </a:lnTo>
                  <a:lnTo>
                    <a:pt x="602762" y="5451626"/>
                  </a:lnTo>
                  <a:lnTo>
                    <a:pt x="602856" y="5451626"/>
                  </a:lnTo>
                  <a:lnTo>
                    <a:pt x="602950" y="5451626"/>
                  </a:lnTo>
                  <a:lnTo>
                    <a:pt x="603044" y="5451626"/>
                  </a:lnTo>
                  <a:lnTo>
                    <a:pt x="603138" y="5451626"/>
                  </a:lnTo>
                  <a:lnTo>
                    <a:pt x="603233" y="5451626"/>
                  </a:lnTo>
                  <a:lnTo>
                    <a:pt x="603327" y="5451626"/>
                  </a:lnTo>
                  <a:lnTo>
                    <a:pt x="603421" y="5451626"/>
                  </a:lnTo>
                  <a:lnTo>
                    <a:pt x="603515" y="5451626"/>
                  </a:lnTo>
                  <a:lnTo>
                    <a:pt x="603609" y="5451626"/>
                  </a:lnTo>
                  <a:lnTo>
                    <a:pt x="603703" y="5451626"/>
                  </a:lnTo>
                  <a:lnTo>
                    <a:pt x="603797" y="5451626"/>
                  </a:lnTo>
                  <a:lnTo>
                    <a:pt x="603892" y="5451626"/>
                  </a:lnTo>
                  <a:lnTo>
                    <a:pt x="603986" y="5451626"/>
                  </a:lnTo>
                  <a:lnTo>
                    <a:pt x="604080" y="5451626"/>
                  </a:lnTo>
                  <a:lnTo>
                    <a:pt x="604174" y="5451626"/>
                  </a:lnTo>
                  <a:lnTo>
                    <a:pt x="604268" y="5451626"/>
                  </a:lnTo>
                  <a:lnTo>
                    <a:pt x="604362" y="5451626"/>
                  </a:lnTo>
                  <a:lnTo>
                    <a:pt x="604457" y="5451626"/>
                  </a:lnTo>
                  <a:lnTo>
                    <a:pt x="604551" y="5451626"/>
                  </a:lnTo>
                  <a:lnTo>
                    <a:pt x="604645" y="5451626"/>
                  </a:lnTo>
                  <a:lnTo>
                    <a:pt x="604739" y="5451626"/>
                  </a:lnTo>
                  <a:lnTo>
                    <a:pt x="604833" y="5451626"/>
                  </a:lnTo>
                  <a:lnTo>
                    <a:pt x="604927" y="5451626"/>
                  </a:lnTo>
                  <a:lnTo>
                    <a:pt x="605021" y="5451626"/>
                  </a:lnTo>
                  <a:lnTo>
                    <a:pt x="605116" y="5451626"/>
                  </a:lnTo>
                  <a:lnTo>
                    <a:pt x="605210" y="5451626"/>
                  </a:lnTo>
                  <a:lnTo>
                    <a:pt x="605304" y="5451626"/>
                  </a:lnTo>
                  <a:lnTo>
                    <a:pt x="605398" y="5451626"/>
                  </a:lnTo>
                  <a:lnTo>
                    <a:pt x="605492" y="5451626"/>
                  </a:lnTo>
                  <a:lnTo>
                    <a:pt x="605586" y="5451626"/>
                  </a:lnTo>
                  <a:lnTo>
                    <a:pt x="605586" y="5446714"/>
                  </a:lnTo>
                  <a:lnTo>
                    <a:pt x="605681" y="5446714"/>
                  </a:lnTo>
                  <a:lnTo>
                    <a:pt x="605775" y="5446714"/>
                  </a:lnTo>
                  <a:lnTo>
                    <a:pt x="605869" y="5446714"/>
                  </a:lnTo>
                  <a:lnTo>
                    <a:pt x="605963" y="5446714"/>
                  </a:lnTo>
                  <a:lnTo>
                    <a:pt x="606057" y="5446714"/>
                  </a:lnTo>
                  <a:lnTo>
                    <a:pt x="606151" y="5446714"/>
                  </a:lnTo>
                  <a:lnTo>
                    <a:pt x="606245" y="5446714"/>
                  </a:lnTo>
                  <a:lnTo>
                    <a:pt x="606340" y="5446714"/>
                  </a:lnTo>
                  <a:lnTo>
                    <a:pt x="606434" y="5446714"/>
                  </a:lnTo>
                  <a:lnTo>
                    <a:pt x="606528" y="5446714"/>
                  </a:lnTo>
                  <a:lnTo>
                    <a:pt x="606622" y="5446714"/>
                  </a:lnTo>
                  <a:lnTo>
                    <a:pt x="606716" y="5446714"/>
                  </a:lnTo>
                  <a:lnTo>
                    <a:pt x="606810" y="5446714"/>
                  </a:lnTo>
                  <a:lnTo>
                    <a:pt x="606905" y="5446714"/>
                  </a:lnTo>
                  <a:lnTo>
                    <a:pt x="606999" y="5446714"/>
                  </a:lnTo>
                  <a:lnTo>
                    <a:pt x="607093" y="5446714"/>
                  </a:lnTo>
                  <a:lnTo>
                    <a:pt x="607187" y="5446714"/>
                  </a:lnTo>
                  <a:lnTo>
                    <a:pt x="607281" y="5446714"/>
                  </a:lnTo>
                  <a:lnTo>
                    <a:pt x="607375" y="5446714"/>
                  </a:lnTo>
                  <a:lnTo>
                    <a:pt x="607469" y="5446714"/>
                  </a:lnTo>
                  <a:lnTo>
                    <a:pt x="607564" y="5446714"/>
                  </a:lnTo>
                  <a:lnTo>
                    <a:pt x="607658" y="5446714"/>
                  </a:lnTo>
                  <a:lnTo>
                    <a:pt x="607752" y="5446714"/>
                  </a:lnTo>
                  <a:lnTo>
                    <a:pt x="607846" y="5446714"/>
                  </a:lnTo>
                  <a:lnTo>
                    <a:pt x="607940" y="5446714"/>
                  </a:lnTo>
                  <a:lnTo>
                    <a:pt x="608034" y="5446714"/>
                  </a:lnTo>
                  <a:lnTo>
                    <a:pt x="608128" y="5446714"/>
                  </a:lnTo>
                  <a:lnTo>
                    <a:pt x="608223" y="5446714"/>
                  </a:lnTo>
                  <a:lnTo>
                    <a:pt x="608317" y="5446714"/>
                  </a:lnTo>
                  <a:lnTo>
                    <a:pt x="608411" y="5446714"/>
                  </a:lnTo>
                  <a:lnTo>
                    <a:pt x="608505" y="5446714"/>
                  </a:lnTo>
                  <a:lnTo>
                    <a:pt x="608599" y="5446714"/>
                  </a:lnTo>
                  <a:lnTo>
                    <a:pt x="608693" y="5446714"/>
                  </a:lnTo>
                  <a:lnTo>
                    <a:pt x="608693" y="5441803"/>
                  </a:lnTo>
                  <a:lnTo>
                    <a:pt x="608788" y="5441803"/>
                  </a:lnTo>
                  <a:lnTo>
                    <a:pt x="608882" y="5441803"/>
                  </a:lnTo>
                  <a:lnTo>
                    <a:pt x="608976" y="5441803"/>
                  </a:lnTo>
                  <a:lnTo>
                    <a:pt x="609070" y="5441803"/>
                  </a:lnTo>
                  <a:lnTo>
                    <a:pt x="609164" y="5441803"/>
                  </a:lnTo>
                  <a:lnTo>
                    <a:pt x="609258" y="5441803"/>
                  </a:lnTo>
                  <a:lnTo>
                    <a:pt x="609352" y="5441803"/>
                  </a:lnTo>
                  <a:lnTo>
                    <a:pt x="609447" y="5441803"/>
                  </a:lnTo>
                  <a:lnTo>
                    <a:pt x="609541" y="5441803"/>
                  </a:lnTo>
                  <a:lnTo>
                    <a:pt x="609635" y="5441803"/>
                  </a:lnTo>
                  <a:lnTo>
                    <a:pt x="609729" y="5441803"/>
                  </a:lnTo>
                  <a:lnTo>
                    <a:pt x="609823" y="5441803"/>
                  </a:lnTo>
                  <a:lnTo>
                    <a:pt x="609917" y="5441803"/>
                  </a:lnTo>
                  <a:lnTo>
                    <a:pt x="610012" y="5441803"/>
                  </a:lnTo>
                  <a:lnTo>
                    <a:pt x="610012" y="5436892"/>
                  </a:lnTo>
                  <a:lnTo>
                    <a:pt x="610012" y="5431980"/>
                  </a:lnTo>
                  <a:lnTo>
                    <a:pt x="610106" y="5431980"/>
                  </a:lnTo>
                  <a:lnTo>
                    <a:pt x="610200" y="5431980"/>
                  </a:lnTo>
                  <a:lnTo>
                    <a:pt x="610294" y="5431980"/>
                  </a:lnTo>
                  <a:lnTo>
                    <a:pt x="610388" y="5431980"/>
                  </a:lnTo>
                  <a:lnTo>
                    <a:pt x="610482" y="5431980"/>
                  </a:lnTo>
                  <a:lnTo>
                    <a:pt x="610576" y="5431980"/>
                  </a:lnTo>
                  <a:lnTo>
                    <a:pt x="610671" y="5431980"/>
                  </a:lnTo>
                  <a:lnTo>
                    <a:pt x="610765" y="5431980"/>
                  </a:lnTo>
                  <a:lnTo>
                    <a:pt x="610859" y="5431980"/>
                  </a:lnTo>
                  <a:lnTo>
                    <a:pt x="610953" y="5431980"/>
                  </a:lnTo>
                  <a:lnTo>
                    <a:pt x="611047" y="5431980"/>
                  </a:lnTo>
                  <a:lnTo>
                    <a:pt x="611141" y="5431980"/>
                  </a:lnTo>
                  <a:lnTo>
                    <a:pt x="611236" y="5431980"/>
                  </a:lnTo>
                  <a:lnTo>
                    <a:pt x="611330" y="5431980"/>
                  </a:lnTo>
                  <a:lnTo>
                    <a:pt x="611424" y="5431980"/>
                  </a:lnTo>
                  <a:lnTo>
                    <a:pt x="611518" y="5431980"/>
                  </a:lnTo>
                  <a:lnTo>
                    <a:pt x="611612" y="5431980"/>
                  </a:lnTo>
                  <a:lnTo>
                    <a:pt x="611706" y="5431980"/>
                  </a:lnTo>
                  <a:lnTo>
                    <a:pt x="611800" y="5431980"/>
                  </a:lnTo>
                  <a:lnTo>
                    <a:pt x="611895" y="5431980"/>
                  </a:lnTo>
                  <a:lnTo>
                    <a:pt x="611989" y="5431980"/>
                  </a:lnTo>
                  <a:lnTo>
                    <a:pt x="612083" y="5431980"/>
                  </a:lnTo>
                  <a:lnTo>
                    <a:pt x="612177" y="5431980"/>
                  </a:lnTo>
                  <a:lnTo>
                    <a:pt x="612271" y="5431980"/>
                  </a:lnTo>
                  <a:lnTo>
                    <a:pt x="612365" y="5431980"/>
                  </a:lnTo>
                  <a:lnTo>
                    <a:pt x="612459" y="5431980"/>
                  </a:lnTo>
                  <a:lnTo>
                    <a:pt x="612554" y="5431980"/>
                  </a:lnTo>
                  <a:lnTo>
                    <a:pt x="612648" y="5431980"/>
                  </a:lnTo>
                  <a:lnTo>
                    <a:pt x="612742" y="5431980"/>
                  </a:lnTo>
                  <a:lnTo>
                    <a:pt x="612836" y="5431980"/>
                  </a:lnTo>
                  <a:lnTo>
                    <a:pt x="612930" y="5431980"/>
                  </a:lnTo>
                  <a:lnTo>
                    <a:pt x="613024" y="5431980"/>
                  </a:lnTo>
                  <a:lnTo>
                    <a:pt x="613119" y="5431980"/>
                  </a:lnTo>
                  <a:lnTo>
                    <a:pt x="613213" y="5431980"/>
                  </a:lnTo>
                  <a:lnTo>
                    <a:pt x="613307" y="5431980"/>
                  </a:lnTo>
                  <a:lnTo>
                    <a:pt x="613401" y="5431980"/>
                  </a:lnTo>
                  <a:lnTo>
                    <a:pt x="613495" y="5431980"/>
                  </a:lnTo>
                  <a:lnTo>
                    <a:pt x="613589" y="5431980"/>
                  </a:lnTo>
                  <a:lnTo>
                    <a:pt x="613683" y="5431980"/>
                  </a:lnTo>
                  <a:lnTo>
                    <a:pt x="613778" y="5431980"/>
                  </a:lnTo>
                  <a:lnTo>
                    <a:pt x="613872" y="5431980"/>
                  </a:lnTo>
                  <a:lnTo>
                    <a:pt x="613966" y="5431980"/>
                  </a:lnTo>
                  <a:lnTo>
                    <a:pt x="614060" y="5431980"/>
                  </a:lnTo>
                  <a:lnTo>
                    <a:pt x="614154" y="5431980"/>
                  </a:lnTo>
                  <a:lnTo>
                    <a:pt x="614248" y="5431980"/>
                  </a:lnTo>
                  <a:lnTo>
                    <a:pt x="614343" y="5431980"/>
                  </a:lnTo>
                  <a:lnTo>
                    <a:pt x="614437" y="5431980"/>
                  </a:lnTo>
                  <a:lnTo>
                    <a:pt x="614531" y="5431980"/>
                  </a:lnTo>
                  <a:lnTo>
                    <a:pt x="614625" y="5431980"/>
                  </a:lnTo>
                  <a:lnTo>
                    <a:pt x="614719" y="5431980"/>
                  </a:lnTo>
                  <a:lnTo>
                    <a:pt x="614813" y="5431980"/>
                  </a:lnTo>
                  <a:lnTo>
                    <a:pt x="614907" y="5431980"/>
                  </a:lnTo>
                  <a:lnTo>
                    <a:pt x="615002" y="5431980"/>
                  </a:lnTo>
                  <a:lnTo>
                    <a:pt x="615096" y="5431980"/>
                  </a:lnTo>
                  <a:lnTo>
                    <a:pt x="615190" y="5431980"/>
                  </a:lnTo>
                  <a:lnTo>
                    <a:pt x="615284" y="5431980"/>
                  </a:lnTo>
                  <a:lnTo>
                    <a:pt x="615378" y="5431980"/>
                  </a:lnTo>
                  <a:lnTo>
                    <a:pt x="615472" y="5431980"/>
                  </a:lnTo>
                  <a:lnTo>
                    <a:pt x="615567" y="5431980"/>
                  </a:lnTo>
                  <a:lnTo>
                    <a:pt x="615661" y="5431980"/>
                  </a:lnTo>
                  <a:lnTo>
                    <a:pt x="615755" y="5431980"/>
                  </a:lnTo>
                  <a:lnTo>
                    <a:pt x="615849" y="5431980"/>
                  </a:lnTo>
                  <a:lnTo>
                    <a:pt x="615943" y="5431980"/>
                  </a:lnTo>
                  <a:lnTo>
                    <a:pt x="616037" y="5431980"/>
                  </a:lnTo>
                  <a:lnTo>
                    <a:pt x="616131" y="5431980"/>
                  </a:lnTo>
                  <a:lnTo>
                    <a:pt x="616226" y="5431980"/>
                  </a:lnTo>
                  <a:lnTo>
                    <a:pt x="616320" y="5431980"/>
                  </a:lnTo>
                  <a:lnTo>
                    <a:pt x="616414" y="5431980"/>
                  </a:lnTo>
                  <a:lnTo>
                    <a:pt x="616508" y="5431980"/>
                  </a:lnTo>
                  <a:lnTo>
                    <a:pt x="616602" y="5431980"/>
                  </a:lnTo>
                  <a:lnTo>
                    <a:pt x="616602" y="5427069"/>
                  </a:lnTo>
                  <a:lnTo>
                    <a:pt x="616696" y="5427069"/>
                  </a:lnTo>
                  <a:lnTo>
                    <a:pt x="616790" y="5427069"/>
                  </a:lnTo>
                  <a:lnTo>
                    <a:pt x="616790" y="5422157"/>
                  </a:lnTo>
                  <a:lnTo>
                    <a:pt x="616885" y="5422157"/>
                  </a:lnTo>
                  <a:lnTo>
                    <a:pt x="616979" y="5422157"/>
                  </a:lnTo>
                  <a:lnTo>
                    <a:pt x="617073" y="5422157"/>
                  </a:lnTo>
                  <a:lnTo>
                    <a:pt x="617167" y="5422157"/>
                  </a:lnTo>
                  <a:lnTo>
                    <a:pt x="617261" y="5422157"/>
                  </a:lnTo>
                  <a:lnTo>
                    <a:pt x="617355" y="5422157"/>
                  </a:lnTo>
                  <a:lnTo>
                    <a:pt x="617450" y="5422157"/>
                  </a:lnTo>
                  <a:lnTo>
                    <a:pt x="617544" y="5422157"/>
                  </a:lnTo>
                  <a:lnTo>
                    <a:pt x="617638" y="5422157"/>
                  </a:lnTo>
                  <a:lnTo>
                    <a:pt x="617732" y="5422157"/>
                  </a:lnTo>
                  <a:lnTo>
                    <a:pt x="617826" y="5422157"/>
                  </a:lnTo>
                  <a:lnTo>
                    <a:pt x="617920" y="5422157"/>
                  </a:lnTo>
                  <a:lnTo>
                    <a:pt x="618014" y="5422157"/>
                  </a:lnTo>
                  <a:lnTo>
                    <a:pt x="618109" y="5422157"/>
                  </a:lnTo>
                  <a:lnTo>
                    <a:pt x="618203" y="5422157"/>
                  </a:lnTo>
                  <a:lnTo>
                    <a:pt x="618297" y="5422157"/>
                  </a:lnTo>
                  <a:lnTo>
                    <a:pt x="618391" y="5422157"/>
                  </a:lnTo>
                  <a:lnTo>
                    <a:pt x="618485" y="5422157"/>
                  </a:lnTo>
                  <a:lnTo>
                    <a:pt x="618579" y="5422157"/>
                  </a:lnTo>
                  <a:lnTo>
                    <a:pt x="618674" y="5422157"/>
                  </a:lnTo>
                  <a:lnTo>
                    <a:pt x="618768" y="5422157"/>
                  </a:lnTo>
                  <a:lnTo>
                    <a:pt x="618862" y="5422157"/>
                  </a:lnTo>
                  <a:lnTo>
                    <a:pt x="618956" y="5422157"/>
                  </a:lnTo>
                  <a:lnTo>
                    <a:pt x="619050" y="5422157"/>
                  </a:lnTo>
                  <a:lnTo>
                    <a:pt x="619144" y="5422157"/>
                  </a:lnTo>
                  <a:lnTo>
                    <a:pt x="619238" y="5422157"/>
                  </a:lnTo>
                  <a:lnTo>
                    <a:pt x="619333" y="5422157"/>
                  </a:lnTo>
                  <a:lnTo>
                    <a:pt x="619427" y="5422157"/>
                  </a:lnTo>
                  <a:lnTo>
                    <a:pt x="619521" y="5422157"/>
                  </a:lnTo>
                  <a:lnTo>
                    <a:pt x="619615" y="5422157"/>
                  </a:lnTo>
                  <a:lnTo>
                    <a:pt x="619709" y="5422157"/>
                  </a:lnTo>
                  <a:lnTo>
                    <a:pt x="619803" y="5422157"/>
                  </a:lnTo>
                  <a:lnTo>
                    <a:pt x="619898" y="5422157"/>
                  </a:lnTo>
                  <a:lnTo>
                    <a:pt x="619992" y="5422157"/>
                  </a:lnTo>
                  <a:lnTo>
                    <a:pt x="620086" y="5422157"/>
                  </a:lnTo>
                  <a:lnTo>
                    <a:pt x="620180" y="5422157"/>
                  </a:lnTo>
                  <a:lnTo>
                    <a:pt x="620274" y="5422157"/>
                  </a:lnTo>
                  <a:lnTo>
                    <a:pt x="620368" y="5422157"/>
                  </a:lnTo>
                  <a:lnTo>
                    <a:pt x="620462" y="5422157"/>
                  </a:lnTo>
                  <a:lnTo>
                    <a:pt x="620557" y="5422157"/>
                  </a:lnTo>
                  <a:lnTo>
                    <a:pt x="620651" y="5422157"/>
                  </a:lnTo>
                  <a:lnTo>
                    <a:pt x="620745" y="5422157"/>
                  </a:lnTo>
                  <a:lnTo>
                    <a:pt x="620839" y="5422157"/>
                  </a:lnTo>
                  <a:lnTo>
                    <a:pt x="620933" y="5422157"/>
                  </a:lnTo>
                  <a:lnTo>
                    <a:pt x="621027" y="5422157"/>
                  </a:lnTo>
                  <a:lnTo>
                    <a:pt x="621121" y="5422157"/>
                  </a:lnTo>
                  <a:lnTo>
                    <a:pt x="621216" y="5422157"/>
                  </a:lnTo>
                  <a:lnTo>
                    <a:pt x="621310" y="5422157"/>
                  </a:lnTo>
                  <a:lnTo>
                    <a:pt x="621404" y="5422157"/>
                  </a:lnTo>
                  <a:lnTo>
                    <a:pt x="621498" y="5422157"/>
                  </a:lnTo>
                  <a:lnTo>
                    <a:pt x="621592" y="5422157"/>
                  </a:lnTo>
                  <a:lnTo>
                    <a:pt x="621686" y="5422157"/>
                  </a:lnTo>
                  <a:lnTo>
                    <a:pt x="621781" y="5422157"/>
                  </a:lnTo>
                  <a:lnTo>
                    <a:pt x="621875" y="5422157"/>
                  </a:lnTo>
                  <a:lnTo>
                    <a:pt x="621969" y="5422157"/>
                  </a:lnTo>
                  <a:lnTo>
                    <a:pt x="622063" y="5422157"/>
                  </a:lnTo>
                  <a:lnTo>
                    <a:pt x="622157" y="5422157"/>
                  </a:lnTo>
                  <a:lnTo>
                    <a:pt x="622251" y="5422157"/>
                  </a:lnTo>
                  <a:lnTo>
                    <a:pt x="622345" y="5422157"/>
                  </a:lnTo>
                  <a:lnTo>
                    <a:pt x="622440" y="5422157"/>
                  </a:lnTo>
                  <a:lnTo>
                    <a:pt x="622534" y="5422157"/>
                  </a:lnTo>
                  <a:lnTo>
                    <a:pt x="622628" y="5422157"/>
                  </a:lnTo>
                  <a:lnTo>
                    <a:pt x="622628" y="5417246"/>
                  </a:lnTo>
                  <a:lnTo>
                    <a:pt x="622722" y="5417246"/>
                  </a:lnTo>
                  <a:lnTo>
                    <a:pt x="622816" y="5417246"/>
                  </a:lnTo>
                  <a:lnTo>
                    <a:pt x="622910" y="5417246"/>
                  </a:lnTo>
                  <a:lnTo>
                    <a:pt x="623005" y="5417246"/>
                  </a:lnTo>
                  <a:lnTo>
                    <a:pt x="623099" y="5417246"/>
                  </a:lnTo>
                  <a:lnTo>
                    <a:pt x="623193" y="5417246"/>
                  </a:lnTo>
                  <a:lnTo>
                    <a:pt x="623287" y="5417246"/>
                  </a:lnTo>
                  <a:lnTo>
                    <a:pt x="623381" y="5417246"/>
                  </a:lnTo>
                  <a:lnTo>
                    <a:pt x="623475" y="5417246"/>
                  </a:lnTo>
                  <a:lnTo>
                    <a:pt x="623569" y="5417246"/>
                  </a:lnTo>
                  <a:lnTo>
                    <a:pt x="623664" y="5417246"/>
                  </a:lnTo>
                  <a:lnTo>
                    <a:pt x="623758" y="5417246"/>
                  </a:lnTo>
                  <a:lnTo>
                    <a:pt x="623758" y="5412335"/>
                  </a:lnTo>
                  <a:lnTo>
                    <a:pt x="623852" y="5412335"/>
                  </a:lnTo>
                  <a:lnTo>
                    <a:pt x="623946" y="5412335"/>
                  </a:lnTo>
                  <a:lnTo>
                    <a:pt x="624040" y="5412335"/>
                  </a:lnTo>
                  <a:lnTo>
                    <a:pt x="624134" y="5412335"/>
                  </a:lnTo>
                  <a:lnTo>
                    <a:pt x="624229" y="5412335"/>
                  </a:lnTo>
                  <a:lnTo>
                    <a:pt x="624323" y="5412335"/>
                  </a:lnTo>
                  <a:lnTo>
                    <a:pt x="624417" y="5412335"/>
                  </a:lnTo>
                  <a:lnTo>
                    <a:pt x="624511" y="5412335"/>
                  </a:lnTo>
                  <a:lnTo>
                    <a:pt x="624605" y="5412335"/>
                  </a:lnTo>
                  <a:lnTo>
                    <a:pt x="624699" y="5412335"/>
                  </a:lnTo>
                  <a:lnTo>
                    <a:pt x="624793" y="5412335"/>
                  </a:lnTo>
                  <a:lnTo>
                    <a:pt x="624888" y="5412335"/>
                  </a:lnTo>
                  <a:lnTo>
                    <a:pt x="624982" y="5412335"/>
                  </a:lnTo>
                  <a:lnTo>
                    <a:pt x="625076" y="5412335"/>
                  </a:lnTo>
                  <a:lnTo>
                    <a:pt x="625170" y="5412335"/>
                  </a:lnTo>
                  <a:lnTo>
                    <a:pt x="625264" y="5412335"/>
                  </a:lnTo>
                  <a:lnTo>
                    <a:pt x="625358" y="5412335"/>
                  </a:lnTo>
                  <a:lnTo>
                    <a:pt x="625452" y="5412335"/>
                  </a:lnTo>
                  <a:lnTo>
                    <a:pt x="625547" y="5412335"/>
                  </a:lnTo>
                  <a:lnTo>
                    <a:pt x="625641" y="5412335"/>
                  </a:lnTo>
                  <a:lnTo>
                    <a:pt x="625735" y="5412335"/>
                  </a:lnTo>
                  <a:lnTo>
                    <a:pt x="625829" y="5412335"/>
                  </a:lnTo>
                  <a:lnTo>
                    <a:pt x="625923" y="5412335"/>
                  </a:lnTo>
                  <a:lnTo>
                    <a:pt x="626017" y="5412335"/>
                  </a:lnTo>
                  <a:lnTo>
                    <a:pt x="626112" y="5412335"/>
                  </a:lnTo>
                  <a:lnTo>
                    <a:pt x="626206" y="5412335"/>
                  </a:lnTo>
                  <a:lnTo>
                    <a:pt x="626300" y="5412335"/>
                  </a:lnTo>
                  <a:lnTo>
                    <a:pt x="626394" y="5412335"/>
                  </a:lnTo>
                  <a:lnTo>
                    <a:pt x="626488" y="5412335"/>
                  </a:lnTo>
                  <a:lnTo>
                    <a:pt x="626582" y="5412335"/>
                  </a:lnTo>
                  <a:lnTo>
                    <a:pt x="626676" y="5412335"/>
                  </a:lnTo>
                  <a:lnTo>
                    <a:pt x="626771" y="5412335"/>
                  </a:lnTo>
                  <a:lnTo>
                    <a:pt x="626865" y="5412335"/>
                  </a:lnTo>
                  <a:lnTo>
                    <a:pt x="626959" y="5412335"/>
                  </a:lnTo>
                  <a:lnTo>
                    <a:pt x="627053" y="5412335"/>
                  </a:lnTo>
                  <a:lnTo>
                    <a:pt x="627147" y="5412335"/>
                  </a:lnTo>
                  <a:lnTo>
                    <a:pt x="627241" y="5412335"/>
                  </a:lnTo>
                  <a:lnTo>
                    <a:pt x="627336" y="5412335"/>
                  </a:lnTo>
                  <a:lnTo>
                    <a:pt x="627430" y="5412335"/>
                  </a:lnTo>
                  <a:lnTo>
                    <a:pt x="627524" y="5412335"/>
                  </a:lnTo>
                  <a:lnTo>
                    <a:pt x="627618" y="5412335"/>
                  </a:lnTo>
                  <a:lnTo>
                    <a:pt x="627712" y="5412335"/>
                  </a:lnTo>
                  <a:lnTo>
                    <a:pt x="627806" y="5412335"/>
                  </a:lnTo>
                  <a:lnTo>
                    <a:pt x="627806" y="5407423"/>
                  </a:lnTo>
                  <a:lnTo>
                    <a:pt x="627900" y="5407423"/>
                  </a:lnTo>
                  <a:lnTo>
                    <a:pt x="627995" y="5407423"/>
                  </a:lnTo>
                  <a:lnTo>
                    <a:pt x="628089" y="5407423"/>
                  </a:lnTo>
                  <a:lnTo>
                    <a:pt x="628183" y="5407423"/>
                  </a:lnTo>
                  <a:lnTo>
                    <a:pt x="628277" y="5407423"/>
                  </a:lnTo>
                  <a:lnTo>
                    <a:pt x="628371" y="5407423"/>
                  </a:lnTo>
                  <a:lnTo>
                    <a:pt x="628465" y="5407423"/>
                  </a:lnTo>
                  <a:lnTo>
                    <a:pt x="628560" y="5407423"/>
                  </a:lnTo>
                  <a:lnTo>
                    <a:pt x="628654" y="5407423"/>
                  </a:lnTo>
                  <a:lnTo>
                    <a:pt x="628748" y="5407423"/>
                  </a:lnTo>
                  <a:lnTo>
                    <a:pt x="628842" y="5407423"/>
                  </a:lnTo>
                  <a:lnTo>
                    <a:pt x="628936" y="5407423"/>
                  </a:lnTo>
                  <a:lnTo>
                    <a:pt x="629030" y="5407423"/>
                  </a:lnTo>
                  <a:lnTo>
                    <a:pt x="629124" y="5407423"/>
                  </a:lnTo>
                  <a:lnTo>
                    <a:pt x="629219" y="5407423"/>
                  </a:lnTo>
                  <a:lnTo>
                    <a:pt x="629313" y="5407423"/>
                  </a:lnTo>
                  <a:lnTo>
                    <a:pt x="629407" y="5407423"/>
                  </a:lnTo>
                  <a:lnTo>
                    <a:pt x="629501" y="5407423"/>
                  </a:lnTo>
                  <a:lnTo>
                    <a:pt x="629595" y="5407423"/>
                  </a:lnTo>
                  <a:lnTo>
                    <a:pt x="629689" y="5407423"/>
                  </a:lnTo>
                  <a:lnTo>
                    <a:pt x="629783" y="5407423"/>
                  </a:lnTo>
                  <a:lnTo>
                    <a:pt x="629878" y="5407423"/>
                  </a:lnTo>
                  <a:lnTo>
                    <a:pt x="629972" y="5407423"/>
                  </a:lnTo>
                  <a:lnTo>
                    <a:pt x="630066" y="5407423"/>
                  </a:lnTo>
                  <a:lnTo>
                    <a:pt x="630160" y="5407423"/>
                  </a:lnTo>
                  <a:lnTo>
                    <a:pt x="630254" y="5407423"/>
                  </a:lnTo>
                  <a:lnTo>
                    <a:pt x="630348" y="5407423"/>
                  </a:lnTo>
                  <a:lnTo>
                    <a:pt x="630443" y="5407423"/>
                  </a:lnTo>
                  <a:lnTo>
                    <a:pt x="630537" y="5407423"/>
                  </a:lnTo>
                  <a:lnTo>
                    <a:pt x="630631" y="5407423"/>
                  </a:lnTo>
                  <a:lnTo>
                    <a:pt x="630725" y="5407423"/>
                  </a:lnTo>
                  <a:lnTo>
                    <a:pt x="630819" y="5407423"/>
                  </a:lnTo>
                  <a:lnTo>
                    <a:pt x="630913" y="5407423"/>
                  </a:lnTo>
                  <a:lnTo>
                    <a:pt x="631007" y="5407423"/>
                  </a:lnTo>
                  <a:lnTo>
                    <a:pt x="631102" y="5407423"/>
                  </a:lnTo>
                  <a:lnTo>
                    <a:pt x="631196" y="5407423"/>
                  </a:lnTo>
                  <a:lnTo>
                    <a:pt x="631290" y="5407423"/>
                  </a:lnTo>
                  <a:lnTo>
                    <a:pt x="631384" y="5407423"/>
                  </a:lnTo>
                  <a:lnTo>
                    <a:pt x="631478" y="5407423"/>
                  </a:lnTo>
                  <a:lnTo>
                    <a:pt x="631572" y="5407423"/>
                  </a:lnTo>
                  <a:lnTo>
                    <a:pt x="631667" y="5407423"/>
                  </a:lnTo>
                  <a:lnTo>
                    <a:pt x="631761" y="5407423"/>
                  </a:lnTo>
                  <a:lnTo>
                    <a:pt x="631855" y="5407423"/>
                  </a:lnTo>
                  <a:lnTo>
                    <a:pt x="631949" y="5407423"/>
                  </a:lnTo>
                  <a:lnTo>
                    <a:pt x="632043" y="5407423"/>
                  </a:lnTo>
                  <a:lnTo>
                    <a:pt x="632137" y="5407423"/>
                  </a:lnTo>
                  <a:lnTo>
                    <a:pt x="632231" y="5407423"/>
                  </a:lnTo>
                  <a:lnTo>
                    <a:pt x="632326" y="5407423"/>
                  </a:lnTo>
                  <a:lnTo>
                    <a:pt x="632420" y="5407423"/>
                  </a:lnTo>
                  <a:lnTo>
                    <a:pt x="632514" y="5407423"/>
                  </a:lnTo>
                  <a:lnTo>
                    <a:pt x="632608" y="5407423"/>
                  </a:lnTo>
                  <a:lnTo>
                    <a:pt x="632702" y="5407423"/>
                  </a:lnTo>
                  <a:lnTo>
                    <a:pt x="632796" y="5407423"/>
                  </a:lnTo>
                  <a:lnTo>
                    <a:pt x="632891" y="5407423"/>
                  </a:lnTo>
                  <a:lnTo>
                    <a:pt x="632985" y="5407423"/>
                  </a:lnTo>
                  <a:lnTo>
                    <a:pt x="633079" y="5407423"/>
                  </a:lnTo>
                  <a:lnTo>
                    <a:pt x="633173" y="5407423"/>
                  </a:lnTo>
                  <a:lnTo>
                    <a:pt x="633267" y="5407423"/>
                  </a:lnTo>
                  <a:lnTo>
                    <a:pt x="633361" y="5407423"/>
                  </a:lnTo>
                  <a:lnTo>
                    <a:pt x="633455" y="5407423"/>
                  </a:lnTo>
                  <a:lnTo>
                    <a:pt x="633550" y="5407423"/>
                  </a:lnTo>
                  <a:lnTo>
                    <a:pt x="633644" y="5407423"/>
                  </a:lnTo>
                  <a:lnTo>
                    <a:pt x="633738" y="5407423"/>
                  </a:lnTo>
                  <a:lnTo>
                    <a:pt x="633832" y="5407423"/>
                  </a:lnTo>
                  <a:lnTo>
                    <a:pt x="633926" y="5407423"/>
                  </a:lnTo>
                  <a:lnTo>
                    <a:pt x="634020" y="5407423"/>
                  </a:lnTo>
                  <a:lnTo>
                    <a:pt x="634114" y="5407423"/>
                  </a:lnTo>
                  <a:lnTo>
                    <a:pt x="634209" y="5407423"/>
                  </a:lnTo>
                  <a:lnTo>
                    <a:pt x="634303" y="5407423"/>
                  </a:lnTo>
                  <a:lnTo>
                    <a:pt x="634397" y="5407423"/>
                  </a:lnTo>
                  <a:lnTo>
                    <a:pt x="634491" y="5407423"/>
                  </a:lnTo>
                  <a:lnTo>
                    <a:pt x="634585" y="5407423"/>
                  </a:lnTo>
                  <a:lnTo>
                    <a:pt x="634679" y="5407423"/>
                  </a:lnTo>
                  <a:lnTo>
                    <a:pt x="634774" y="5407423"/>
                  </a:lnTo>
                  <a:lnTo>
                    <a:pt x="634868" y="5407423"/>
                  </a:lnTo>
                  <a:lnTo>
                    <a:pt x="634962" y="5407423"/>
                  </a:lnTo>
                  <a:lnTo>
                    <a:pt x="635056" y="5407423"/>
                  </a:lnTo>
                  <a:lnTo>
                    <a:pt x="635150" y="5407423"/>
                  </a:lnTo>
                  <a:lnTo>
                    <a:pt x="635244" y="5407423"/>
                  </a:lnTo>
                  <a:lnTo>
                    <a:pt x="635338" y="5407423"/>
                  </a:lnTo>
                  <a:lnTo>
                    <a:pt x="635433" y="5407423"/>
                  </a:lnTo>
                  <a:lnTo>
                    <a:pt x="635527" y="5407423"/>
                  </a:lnTo>
                  <a:lnTo>
                    <a:pt x="635621" y="5407423"/>
                  </a:lnTo>
                  <a:lnTo>
                    <a:pt x="635715" y="5407423"/>
                  </a:lnTo>
                  <a:lnTo>
                    <a:pt x="635809" y="5407423"/>
                  </a:lnTo>
                  <a:lnTo>
                    <a:pt x="635903" y="5407423"/>
                  </a:lnTo>
                  <a:lnTo>
                    <a:pt x="635998" y="5407423"/>
                  </a:lnTo>
                  <a:lnTo>
                    <a:pt x="636092" y="5407423"/>
                  </a:lnTo>
                  <a:lnTo>
                    <a:pt x="636186" y="5407423"/>
                  </a:lnTo>
                  <a:lnTo>
                    <a:pt x="636280" y="5407423"/>
                  </a:lnTo>
                  <a:lnTo>
                    <a:pt x="636374" y="5407423"/>
                  </a:lnTo>
                  <a:lnTo>
                    <a:pt x="636468" y="5407423"/>
                  </a:lnTo>
                  <a:lnTo>
                    <a:pt x="636562" y="5407423"/>
                  </a:lnTo>
                  <a:lnTo>
                    <a:pt x="636657" y="5407423"/>
                  </a:lnTo>
                  <a:lnTo>
                    <a:pt x="636751" y="5407423"/>
                  </a:lnTo>
                  <a:lnTo>
                    <a:pt x="636845" y="5407423"/>
                  </a:lnTo>
                  <a:lnTo>
                    <a:pt x="636939" y="5407423"/>
                  </a:lnTo>
                  <a:lnTo>
                    <a:pt x="637033" y="5407423"/>
                  </a:lnTo>
                  <a:lnTo>
                    <a:pt x="637127" y="5407423"/>
                  </a:lnTo>
                  <a:lnTo>
                    <a:pt x="637222" y="5407423"/>
                  </a:lnTo>
                  <a:lnTo>
                    <a:pt x="637222" y="5402512"/>
                  </a:lnTo>
                  <a:lnTo>
                    <a:pt x="637316" y="5402512"/>
                  </a:lnTo>
                  <a:lnTo>
                    <a:pt x="637410" y="5402512"/>
                  </a:lnTo>
                  <a:lnTo>
                    <a:pt x="637504" y="5402512"/>
                  </a:lnTo>
                  <a:lnTo>
                    <a:pt x="637598" y="5402512"/>
                  </a:lnTo>
                  <a:lnTo>
                    <a:pt x="637692" y="5402512"/>
                  </a:lnTo>
                  <a:lnTo>
                    <a:pt x="637786" y="5402512"/>
                  </a:lnTo>
                  <a:lnTo>
                    <a:pt x="637881" y="5402512"/>
                  </a:lnTo>
                  <a:lnTo>
                    <a:pt x="637975" y="5402512"/>
                  </a:lnTo>
                  <a:lnTo>
                    <a:pt x="638069" y="5402512"/>
                  </a:lnTo>
                  <a:lnTo>
                    <a:pt x="638163" y="5402512"/>
                  </a:lnTo>
                  <a:lnTo>
                    <a:pt x="638257" y="5402512"/>
                  </a:lnTo>
                  <a:lnTo>
                    <a:pt x="638351" y="5402512"/>
                  </a:lnTo>
                  <a:lnTo>
                    <a:pt x="638445" y="5402512"/>
                  </a:lnTo>
                  <a:lnTo>
                    <a:pt x="638540" y="5402512"/>
                  </a:lnTo>
                  <a:lnTo>
                    <a:pt x="638634" y="5402512"/>
                  </a:lnTo>
                  <a:lnTo>
                    <a:pt x="638728" y="5402512"/>
                  </a:lnTo>
                  <a:lnTo>
                    <a:pt x="638822" y="5402512"/>
                  </a:lnTo>
                  <a:lnTo>
                    <a:pt x="638916" y="5402512"/>
                  </a:lnTo>
                  <a:lnTo>
                    <a:pt x="639010" y="5402512"/>
                  </a:lnTo>
                  <a:lnTo>
                    <a:pt x="639105" y="5402512"/>
                  </a:lnTo>
                  <a:lnTo>
                    <a:pt x="639199" y="5402512"/>
                  </a:lnTo>
                  <a:lnTo>
                    <a:pt x="639293" y="5402512"/>
                  </a:lnTo>
                  <a:lnTo>
                    <a:pt x="639387" y="5402512"/>
                  </a:lnTo>
                  <a:lnTo>
                    <a:pt x="639481" y="5402512"/>
                  </a:lnTo>
                  <a:lnTo>
                    <a:pt x="639575" y="5402512"/>
                  </a:lnTo>
                  <a:lnTo>
                    <a:pt x="639669" y="5402512"/>
                  </a:lnTo>
                  <a:lnTo>
                    <a:pt x="639764" y="5402512"/>
                  </a:lnTo>
                  <a:lnTo>
                    <a:pt x="639858" y="5402512"/>
                  </a:lnTo>
                  <a:lnTo>
                    <a:pt x="639952" y="5402512"/>
                  </a:lnTo>
                  <a:lnTo>
                    <a:pt x="640046" y="5402512"/>
                  </a:lnTo>
                  <a:lnTo>
                    <a:pt x="640140" y="5402512"/>
                  </a:lnTo>
                  <a:lnTo>
                    <a:pt x="640234" y="5402512"/>
                  </a:lnTo>
                  <a:lnTo>
                    <a:pt x="640329" y="5402512"/>
                  </a:lnTo>
                  <a:lnTo>
                    <a:pt x="640423" y="5402512"/>
                  </a:lnTo>
                  <a:lnTo>
                    <a:pt x="640517" y="5402512"/>
                  </a:lnTo>
                  <a:lnTo>
                    <a:pt x="640611" y="5402512"/>
                  </a:lnTo>
                  <a:lnTo>
                    <a:pt x="640705" y="5402512"/>
                  </a:lnTo>
                  <a:lnTo>
                    <a:pt x="640799" y="5402512"/>
                  </a:lnTo>
                  <a:lnTo>
                    <a:pt x="640893" y="5402512"/>
                  </a:lnTo>
                  <a:lnTo>
                    <a:pt x="640988" y="5402512"/>
                  </a:lnTo>
                  <a:lnTo>
                    <a:pt x="641082" y="5402512"/>
                  </a:lnTo>
                  <a:lnTo>
                    <a:pt x="641176" y="5402512"/>
                  </a:lnTo>
                  <a:lnTo>
                    <a:pt x="641270" y="5402512"/>
                  </a:lnTo>
                  <a:lnTo>
                    <a:pt x="641364" y="5402512"/>
                  </a:lnTo>
                  <a:lnTo>
                    <a:pt x="641458" y="5402512"/>
                  </a:lnTo>
                  <a:lnTo>
                    <a:pt x="641553" y="5402512"/>
                  </a:lnTo>
                  <a:lnTo>
                    <a:pt x="641647" y="5402512"/>
                  </a:lnTo>
                  <a:lnTo>
                    <a:pt x="641741" y="5402512"/>
                  </a:lnTo>
                  <a:lnTo>
                    <a:pt x="641835" y="5402512"/>
                  </a:lnTo>
                  <a:lnTo>
                    <a:pt x="641929" y="5402512"/>
                  </a:lnTo>
                  <a:lnTo>
                    <a:pt x="642023" y="5402512"/>
                  </a:lnTo>
                  <a:lnTo>
                    <a:pt x="642117" y="5402512"/>
                  </a:lnTo>
                  <a:lnTo>
                    <a:pt x="642212" y="5402512"/>
                  </a:lnTo>
                  <a:lnTo>
                    <a:pt x="642306" y="5402512"/>
                  </a:lnTo>
                  <a:lnTo>
                    <a:pt x="642400" y="5402512"/>
                  </a:lnTo>
                  <a:lnTo>
                    <a:pt x="642494" y="5402512"/>
                  </a:lnTo>
                  <a:lnTo>
                    <a:pt x="642588" y="5402512"/>
                  </a:lnTo>
                  <a:lnTo>
                    <a:pt x="642682" y="5402512"/>
                  </a:lnTo>
                  <a:lnTo>
                    <a:pt x="642776" y="5402512"/>
                  </a:lnTo>
                  <a:lnTo>
                    <a:pt x="642871" y="5402512"/>
                  </a:lnTo>
                  <a:lnTo>
                    <a:pt x="642965" y="5402512"/>
                  </a:lnTo>
                  <a:lnTo>
                    <a:pt x="643059" y="5402512"/>
                  </a:lnTo>
                  <a:lnTo>
                    <a:pt x="643153" y="5402512"/>
                  </a:lnTo>
                  <a:lnTo>
                    <a:pt x="643247" y="5402512"/>
                  </a:lnTo>
                  <a:lnTo>
                    <a:pt x="643341" y="5402512"/>
                  </a:lnTo>
                  <a:lnTo>
                    <a:pt x="643341" y="5397601"/>
                  </a:lnTo>
                  <a:lnTo>
                    <a:pt x="643436" y="5397601"/>
                  </a:lnTo>
                  <a:lnTo>
                    <a:pt x="643530" y="5397601"/>
                  </a:lnTo>
                  <a:lnTo>
                    <a:pt x="643624" y="5397601"/>
                  </a:lnTo>
                  <a:lnTo>
                    <a:pt x="643624" y="5392689"/>
                  </a:lnTo>
                  <a:lnTo>
                    <a:pt x="643718" y="5392689"/>
                  </a:lnTo>
                  <a:lnTo>
                    <a:pt x="643812" y="5392689"/>
                  </a:lnTo>
                  <a:lnTo>
                    <a:pt x="643906" y="5392689"/>
                  </a:lnTo>
                  <a:lnTo>
                    <a:pt x="644000" y="5392689"/>
                  </a:lnTo>
                  <a:lnTo>
                    <a:pt x="644095" y="5392689"/>
                  </a:lnTo>
                  <a:lnTo>
                    <a:pt x="644189" y="5392689"/>
                  </a:lnTo>
                  <a:lnTo>
                    <a:pt x="644283" y="5392689"/>
                  </a:lnTo>
                  <a:lnTo>
                    <a:pt x="644377" y="5392689"/>
                  </a:lnTo>
                  <a:lnTo>
                    <a:pt x="644471" y="5392689"/>
                  </a:lnTo>
                  <a:lnTo>
                    <a:pt x="644565" y="5392689"/>
                  </a:lnTo>
                  <a:lnTo>
                    <a:pt x="644660" y="5392689"/>
                  </a:lnTo>
                  <a:lnTo>
                    <a:pt x="644754" y="5392689"/>
                  </a:lnTo>
                  <a:lnTo>
                    <a:pt x="644848" y="5392689"/>
                  </a:lnTo>
                  <a:lnTo>
                    <a:pt x="644942" y="5392689"/>
                  </a:lnTo>
                  <a:lnTo>
                    <a:pt x="645036" y="5392689"/>
                  </a:lnTo>
                  <a:lnTo>
                    <a:pt x="645130" y="5392689"/>
                  </a:lnTo>
                  <a:lnTo>
                    <a:pt x="645224" y="5392689"/>
                  </a:lnTo>
                  <a:lnTo>
                    <a:pt x="645319" y="5392689"/>
                  </a:lnTo>
                  <a:lnTo>
                    <a:pt x="645413" y="5392689"/>
                  </a:lnTo>
                  <a:lnTo>
                    <a:pt x="645507" y="5392689"/>
                  </a:lnTo>
                  <a:lnTo>
                    <a:pt x="645601" y="5392689"/>
                  </a:lnTo>
                  <a:lnTo>
                    <a:pt x="645695" y="5392689"/>
                  </a:lnTo>
                  <a:lnTo>
                    <a:pt x="645789" y="5392689"/>
                  </a:lnTo>
                  <a:lnTo>
                    <a:pt x="645884" y="5392689"/>
                  </a:lnTo>
                  <a:lnTo>
                    <a:pt x="645978" y="5392689"/>
                  </a:lnTo>
                  <a:lnTo>
                    <a:pt x="646072" y="5392689"/>
                  </a:lnTo>
                  <a:lnTo>
                    <a:pt x="646166" y="5392689"/>
                  </a:lnTo>
                  <a:lnTo>
                    <a:pt x="646260" y="5392689"/>
                  </a:lnTo>
                  <a:lnTo>
                    <a:pt x="646354" y="5392689"/>
                  </a:lnTo>
                  <a:lnTo>
                    <a:pt x="646448" y="5392689"/>
                  </a:lnTo>
                  <a:lnTo>
                    <a:pt x="646543" y="5392689"/>
                  </a:lnTo>
                  <a:lnTo>
                    <a:pt x="646637" y="5392689"/>
                  </a:lnTo>
                  <a:lnTo>
                    <a:pt x="646731" y="5392689"/>
                  </a:lnTo>
                  <a:lnTo>
                    <a:pt x="646825" y="5392689"/>
                  </a:lnTo>
                  <a:lnTo>
                    <a:pt x="646919" y="5392689"/>
                  </a:lnTo>
                  <a:lnTo>
                    <a:pt x="647013" y="5392689"/>
                  </a:lnTo>
                  <a:lnTo>
                    <a:pt x="647107" y="5392689"/>
                  </a:lnTo>
                  <a:lnTo>
                    <a:pt x="647202" y="5392689"/>
                  </a:lnTo>
                  <a:lnTo>
                    <a:pt x="647296" y="5392689"/>
                  </a:lnTo>
                  <a:lnTo>
                    <a:pt x="647390" y="5392689"/>
                  </a:lnTo>
                  <a:lnTo>
                    <a:pt x="647390" y="5387778"/>
                  </a:lnTo>
                  <a:lnTo>
                    <a:pt x="647484" y="5387778"/>
                  </a:lnTo>
                  <a:lnTo>
                    <a:pt x="647578" y="5387778"/>
                  </a:lnTo>
                  <a:lnTo>
                    <a:pt x="647672" y="5387778"/>
                  </a:lnTo>
                  <a:lnTo>
                    <a:pt x="647767" y="5387778"/>
                  </a:lnTo>
                  <a:lnTo>
                    <a:pt x="647861" y="5387778"/>
                  </a:lnTo>
                  <a:lnTo>
                    <a:pt x="647955" y="5387778"/>
                  </a:lnTo>
                  <a:lnTo>
                    <a:pt x="648049" y="5387778"/>
                  </a:lnTo>
                  <a:lnTo>
                    <a:pt x="648143" y="5387778"/>
                  </a:lnTo>
                  <a:lnTo>
                    <a:pt x="648237" y="5387778"/>
                  </a:lnTo>
                  <a:lnTo>
                    <a:pt x="648331" y="5387778"/>
                  </a:lnTo>
                  <a:lnTo>
                    <a:pt x="648426" y="5387778"/>
                  </a:lnTo>
                  <a:lnTo>
                    <a:pt x="648520" y="5387778"/>
                  </a:lnTo>
                  <a:lnTo>
                    <a:pt x="648614" y="5387778"/>
                  </a:lnTo>
                  <a:lnTo>
                    <a:pt x="648708" y="5387778"/>
                  </a:lnTo>
                  <a:lnTo>
                    <a:pt x="648802" y="5387778"/>
                  </a:lnTo>
                  <a:lnTo>
                    <a:pt x="648896" y="5387778"/>
                  </a:lnTo>
                  <a:lnTo>
                    <a:pt x="648991" y="5387778"/>
                  </a:lnTo>
                  <a:lnTo>
                    <a:pt x="649085" y="5387778"/>
                  </a:lnTo>
                  <a:lnTo>
                    <a:pt x="649179" y="5387778"/>
                  </a:lnTo>
                  <a:lnTo>
                    <a:pt x="649273" y="5387778"/>
                  </a:lnTo>
                  <a:lnTo>
                    <a:pt x="649367" y="5387778"/>
                  </a:lnTo>
                  <a:lnTo>
                    <a:pt x="649461" y="5387778"/>
                  </a:lnTo>
                  <a:lnTo>
                    <a:pt x="649555" y="5387778"/>
                  </a:lnTo>
                  <a:lnTo>
                    <a:pt x="649650" y="5387778"/>
                  </a:lnTo>
                  <a:lnTo>
                    <a:pt x="649744" y="5387778"/>
                  </a:lnTo>
                  <a:lnTo>
                    <a:pt x="649838" y="5387778"/>
                  </a:lnTo>
                  <a:lnTo>
                    <a:pt x="649932" y="5387778"/>
                  </a:lnTo>
                  <a:lnTo>
                    <a:pt x="650026" y="5387778"/>
                  </a:lnTo>
                  <a:lnTo>
                    <a:pt x="650120" y="5387778"/>
                  </a:lnTo>
                  <a:lnTo>
                    <a:pt x="650215" y="5387778"/>
                  </a:lnTo>
                  <a:lnTo>
                    <a:pt x="650309" y="5387778"/>
                  </a:lnTo>
                  <a:lnTo>
                    <a:pt x="650403" y="5387778"/>
                  </a:lnTo>
                  <a:lnTo>
                    <a:pt x="650403" y="5382866"/>
                  </a:lnTo>
                  <a:lnTo>
                    <a:pt x="650497" y="5382866"/>
                  </a:lnTo>
                  <a:lnTo>
                    <a:pt x="650591" y="5382866"/>
                  </a:lnTo>
                  <a:lnTo>
                    <a:pt x="650685" y="5382866"/>
                  </a:lnTo>
                  <a:lnTo>
                    <a:pt x="650779" y="5382866"/>
                  </a:lnTo>
                  <a:lnTo>
                    <a:pt x="650874" y="5382866"/>
                  </a:lnTo>
                  <a:lnTo>
                    <a:pt x="650968" y="5382866"/>
                  </a:lnTo>
                  <a:lnTo>
                    <a:pt x="651062" y="5382866"/>
                  </a:lnTo>
                  <a:lnTo>
                    <a:pt x="651156" y="5382866"/>
                  </a:lnTo>
                  <a:lnTo>
                    <a:pt x="651250" y="5382866"/>
                  </a:lnTo>
                  <a:lnTo>
                    <a:pt x="651344" y="5382866"/>
                  </a:lnTo>
                  <a:lnTo>
                    <a:pt x="651438" y="5382866"/>
                  </a:lnTo>
                  <a:lnTo>
                    <a:pt x="651533" y="5382866"/>
                  </a:lnTo>
                  <a:lnTo>
                    <a:pt x="651627" y="5382866"/>
                  </a:lnTo>
                  <a:lnTo>
                    <a:pt x="651721" y="5382866"/>
                  </a:lnTo>
                  <a:lnTo>
                    <a:pt x="651815" y="5382866"/>
                  </a:lnTo>
                  <a:lnTo>
                    <a:pt x="651909" y="5382866"/>
                  </a:lnTo>
                  <a:lnTo>
                    <a:pt x="652003" y="5382866"/>
                  </a:lnTo>
                  <a:lnTo>
                    <a:pt x="652098" y="5382866"/>
                  </a:lnTo>
                  <a:lnTo>
                    <a:pt x="652192" y="5382866"/>
                  </a:lnTo>
                  <a:lnTo>
                    <a:pt x="652286" y="5382866"/>
                  </a:lnTo>
                  <a:lnTo>
                    <a:pt x="652380" y="5382866"/>
                  </a:lnTo>
                  <a:lnTo>
                    <a:pt x="652474" y="5382866"/>
                  </a:lnTo>
                  <a:lnTo>
                    <a:pt x="652568" y="5382866"/>
                  </a:lnTo>
                  <a:lnTo>
                    <a:pt x="652662" y="5382866"/>
                  </a:lnTo>
                  <a:lnTo>
                    <a:pt x="652757" y="5382866"/>
                  </a:lnTo>
                  <a:lnTo>
                    <a:pt x="652851" y="5382866"/>
                  </a:lnTo>
                  <a:lnTo>
                    <a:pt x="652945" y="5382866"/>
                  </a:lnTo>
                  <a:lnTo>
                    <a:pt x="653039" y="5382866"/>
                  </a:lnTo>
                  <a:lnTo>
                    <a:pt x="653133" y="5382866"/>
                  </a:lnTo>
                  <a:lnTo>
                    <a:pt x="653227" y="5382866"/>
                  </a:lnTo>
                  <a:lnTo>
                    <a:pt x="653322" y="5382866"/>
                  </a:lnTo>
                  <a:lnTo>
                    <a:pt x="653416" y="5382866"/>
                  </a:lnTo>
                  <a:lnTo>
                    <a:pt x="653510" y="5382866"/>
                  </a:lnTo>
                  <a:lnTo>
                    <a:pt x="653604" y="5382866"/>
                  </a:lnTo>
                  <a:lnTo>
                    <a:pt x="653698" y="5382866"/>
                  </a:lnTo>
                  <a:lnTo>
                    <a:pt x="653792" y="5382866"/>
                  </a:lnTo>
                  <a:lnTo>
                    <a:pt x="653886" y="5382866"/>
                  </a:lnTo>
                  <a:lnTo>
                    <a:pt x="653981" y="5382866"/>
                  </a:lnTo>
                  <a:lnTo>
                    <a:pt x="654075" y="5382866"/>
                  </a:lnTo>
                  <a:lnTo>
                    <a:pt x="654169" y="5382866"/>
                  </a:lnTo>
                  <a:lnTo>
                    <a:pt x="654263" y="5382866"/>
                  </a:lnTo>
                  <a:lnTo>
                    <a:pt x="654357" y="5382866"/>
                  </a:lnTo>
                  <a:lnTo>
                    <a:pt x="654451" y="5382866"/>
                  </a:lnTo>
                  <a:lnTo>
                    <a:pt x="654546" y="5382866"/>
                  </a:lnTo>
                  <a:lnTo>
                    <a:pt x="654640" y="5382866"/>
                  </a:lnTo>
                  <a:lnTo>
                    <a:pt x="654734" y="5382866"/>
                  </a:lnTo>
                  <a:lnTo>
                    <a:pt x="654828" y="5382866"/>
                  </a:lnTo>
                  <a:lnTo>
                    <a:pt x="654922" y="5382866"/>
                  </a:lnTo>
                  <a:lnTo>
                    <a:pt x="655016" y="5382866"/>
                  </a:lnTo>
                  <a:lnTo>
                    <a:pt x="655110" y="5382866"/>
                  </a:lnTo>
                  <a:lnTo>
                    <a:pt x="655205" y="5382866"/>
                  </a:lnTo>
                  <a:lnTo>
                    <a:pt x="655299" y="5382866"/>
                  </a:lnTo>
                  <a:lnTo>
                    <a:pt x="655393" y="5382866"/>
                  </a:lnTo>
                  <a:lnTo>
                    <a:pt x="655487" y="5382866"/>
                  </a:lnTo>
                  <a:lnTo>
                    <a:pt x="655581" y="5382866"/>
                  </a:lnTo>
                  <a:lnTo>
                    <a:pt x="655675" y="5382866"/>
                  </a:lnTo>
                  <a:lnTo>
                    <a:pt x="655769" y="5382866"/>
                  </a:lnTo>
                  <a:lnTo>
                    <a:pt x="655864" y="5382866"/>
                  </a:lnTo>
                  <a:lnTo>
                    <a:pt x="655958" y="5382866"/>
                  </a:lnTo>
                  <a:lnTo>
                    <a:pt x="656052" y="5382866"/>
                  </a:lnTo>
                  <a:lnTo>
                    <a:pt x="656146" y="5382866"/>
                  </a:lnTo>
                  <a:lnTo>
                    <a:pt x="656240" y="5382866"/>
                  </a:lnTo>
                  <a:lnTo>
                    <a:pt x="656334" y="5382866"/>
                  </a:lnTo>
                  <a:lnTo>
                    <a:pt x="656429" y="5382866"/>
                  </a:lnTo>
                  <a:lnTo>
                    <a:pt x="656523" y="5382866"/>
                  </a:lnTo>
                  <a:lnTo>
                    <a:pt x="656617" y="5382866"/>
                  </a:lnTo>
                  <a:lnTo>
                    <a:pt x="656711" y="5382866"/>
                  </a:lnTo>
                  <a:lnTo>
                    <a:pt x="656805" y="5382866"/>
                  </a:lnTo>
                  <a:lnTo>
                    <a:pt x="656899" y="5382866"/>
                  </a:lnTo>
                  <a:lnTo>
                    <a:pt x="656993" y="5382866"/>
                  </a:lnTo>
                  <a:lnTo>
                    <a:pt x="657088" y="5382866"/>
                  </a:lnTo>
                  <a:lnTo>
                    <a:pt x="657182" y="5382866"/>
                  </a:lnTo>
                  <a:lnTo>
                    <a:pt x="657276" y="5382866"/>
                  </a:lnTo>
                  <a:lnTo>
                    <a:pt x="657370" y="5382866"/>
                  </a:lnTo>
                  <a:lnTo>
                    <a:pt x="657464" y="5382866"/>
                  </a:lnTo>
                  <a:lnTo>
                    <a:pt x="657558" y="5382866"/>
                  </a:lnTo>
                  <a:lnTo>
                    <a:pt x="657653" y="5382866"/>
                  </a:lnTo>
                  <a:lnTo>
                    <a:pt x="657747" y="5382866"/>
                  </a:lnTo>
                  <a:lnTo>
                    <a:pt x="657841" y="5382866"/>
                  </a:lnTo>
                  <a:lnTo>
                    <a:pt x="657935" y="5382866"/>
                  </a:lnTo>
                  <a:lnTo>
                    <a:pt x="658029" y="5382866"/>
                  </a:lnTo>
                  <a:lnTo>
                    <a:pt x="658123" y="5382866"/>
                  </a:lnTo>
                  <a:lnTo>
                    <a:pt x="658217" y="5382866"/>
                  </a:lnTo>
                  <a:lnTo>
                    <a:pt x="658217" y="5377955"/>
                  </a:lnTo>
                  <a:lnTo>
                    <a:pt x="658312" y="5377955"/>
                  </a:lnTo>
                  <a:lnTo>
                    <a:pt x="658406" y="5377955"/>
                  </a:lnTo>
                  <a:lnTo>
                    <a:pt x="658500" y="5377955"/>
                  </a:lnTo>
                  <a:lnTo>
                    <a:pt x="658594" y="5377955"/>
                  </a:lnTo>
                  <a:lnTo>
                    <a:pt x="658688" y="5377955"/>
                  </a:lnTo>
                  <a:lnTo>
                    <a:pt x="658782" y="5377955"/>
                  </a:lnTo>
                  <a:lnTo>
                    <a:pt x="658877" y="5377955"/>
                  </a:lnTo>
                  <a:lnTo>
                    <a:pt x="658971" y="5377955"/>
                  </a:lnTo>
                  <a:lnTo>
                    <a:pt x="659065" y="5377955"/>
                  </a:lnTo>
                  <a:lnTo>
                    <a:pt x="659159" y="5377955"/>
                  </a:lnTo>
                  <a:lnTo>
                    <a:pt x="659253" y="5377955"/>
                  </a:lnTo>
                  <a:lnTo>
                    <a:pt x="659347" y="5377955"/>
                  </a:lnTo>
                  <a:lnTo>
                    <a:pt x="659441" y="5377955"/>
                  </a:lnTo>
                  <a:lnTo>
                    <a:pt x="659536" y="5377955"/>
                  </a:lnTo>
                  <a:lnTo>
                    <a:pt x="659630" y="5377955"/>
                  </a:lnTo>
                  <a:lnTo>
                    <a:pt x="659724" y="5377955"/>
                  </a:lnTo>
                  <a:lnTo>
                    <a:pt x="659818" y="5377955"/>
                  </a:lnTo>
                  <a:lnTo>
                    <a:pt x="659912" y="5377955"/>
                  </a:lnTo>
                  <a:lnTo>
                    <a:pt x="660006" y="5377955"/>
                  </a:lnTo>
                  <a:lnTo>
                    <a:pt x="660100" y="5377955"/>
                  </a:lnTo>
                  <a:lnTo>
                    <a:pt x="660195" y="5377955"/>
                  </a:lnTo>
                  <a:lnTo>
                    <a:pt x="660289" y="5377955"/>
                  </a:lnTo>
                  <a:lnTo>
                    <a:pt x="660383" y="5377955"/>
                  </a:lnTo>
                  <a:lnTo>
                    <a:pt x="660477" y="5377955"/>
                  </a:lnTo>
                  <a:lnTo>
                    <a:pt x="660571" y="5377955"/>
                  </a:lnTo>
                  <a:lnTo>
                    <a:pt x="660665" y="5377955"/>
                  </a:lnTo>
                  <a:lnTo>
                    <a:pt x="660760" y="5377955"/>
                  </a:lnTo>
                  <a:lnTo>
                    <a:pt x="660854" y="5377955"/>
                  </a:lnTo>
                  <a:lnTo>
                    <a:pt x="660948" y="5377955"/>
                  </a:lnTo>
                  <a:lnTo>
                    <a:pt x="661042" y="5377955"/>
                  </a:lnTo>
                  <a:lnTo>
                    <a:pt x="661136" y="5377955"/>
                  </a:lnTo>
                  <a:lnTo>
                    <a:pt x="661230" y="5377955"/>
                  </a:lnTo>
                  <a:lnTo>
                    <a:pt x="661324" y="5377955"/>
                  </a:lnTo>
                  <a:lnTo>
                    <a:pt x="661419" y="5377955"/>
                  </a:lnTo>
                  <a:lnTo>
                    <a:pt x="661513" y="5377955"/>
                  </a:lnTo>
                  <a:lnTo>
                    <a:pt x="661607" y="5377955"/>
                  </a:lnTo>
                  <a:lnTo>
                    <a:pt x="661701" y="5377955"/>
                  </a:lnTo>
                  <a:lnTo>
                    <a:pt x="661795" y="5377955"/>
                  </a:lnTo>
                  <a:lnTo>
                    <a:pt x="661889" y="5377955"/>
                  </a:lnTo>
                  <a:lnTo>
                    <a:pt x="661984" y="5377955"/>
                  </a:lnTo>
                  <a:lnTo>
                    <a:pt x="662078" y="5377955"/>
                  </a:lnTo>
                  <a:lnTo>
                    <a:pt x="662172" y="5377955"/>
                  </a:lnTo>
                  <a:lnTo>
                    <a:pt x="662266" y="5377955"/>
                  </a:lnTo>
                  <a:lnTo>
                    <a:pt x="662360" y="5377955"/>
                  </a:lnTo>
                  <a:lnTo>
                    <a:pt x="662360" y="5373044"/>
                  </a:lnTo>
                  <a:lnTo>
                    <a:pt x="662454" y="5373044"/>
                  </a:lnTo>
                  <a:lnTo>
                    <a:pt x="662548" y="5373044"/>
                  </a:lnTo>
                  <a:lnTo>
                    <a:pt x="662643" y="5373044"/>
                  </a:lnTo>
                  <a:lnTo>
                    <a:pt x="662737" y="5373044"/>
                  </a:lnTo>
                  <a:lnTo>
                    <a:pt x="662831" y="5373044"/>
                  </a:lnTo>
                  <a:lnTo>
                    <a:pt x="662925" y="5373044"/>
                  </a:lnTo>
                  <a:lnTo>
                    <a:pt x="663019" y="5373044"/>
                  </a:lnTo>
                  <a:lnTo>
                    <a:pt x="663113" y="5373044"/>
                  </a:lnTo>
                  <a:lnTo>
                    <a:pt x="663208" y="5373044"/>
                  </a:lnTo>
                  <a:lnTo>
                    <a:pt x="663302" y="5373044"/>
                  </a:lnTo>
                  <a:lnTo>
                    <a:pt x="663396" y="5373044"/>
                  </a:lnTo>
                  <a:lnTo>
                    <a:pt x="663490" y="5373044"/>
                  </a:lnTo>
                  <a:lnTo>
                    <a:pt x="663584" y="5373044"/>
                  </a:lnTo>
                  <a:lnTo>
                    <a:pt x="663678" y="5373044"/>
                  </a:lnTo>
                  <a:lnTo>
                    <a:pt x="663772" y="5373044"/>
                  </a:lnTo>
                  <a:lnTo>
                    <a:pt x="663867" y="5373044"/>
                  </a:lnTo>
                  <a:lnTo>
                    <a:pt x="663867" y="5368132"/>
                  </a:lnTo>
                  <a:lnTo>
                    <a:pt x="663961" y="5368132"/>
                  </a:lnTo>
                  <a:lnTo>
                    <a:pt x="664055" y="5368132"/>
                  </a:lnTo>
                  <a:lnTo>
                    <a:pt x="664149" y="5368132"/>
                  </a:lnTo>
                  <a:lnTo>
                    <a:pt x="664243" y="5368132"/>
                  </a:lnTo>
                  <a:lnTo>
                    <a:pt x="664337" y="5368132"/>
                  </a:lnTo>
                  <a:lnTo>
                    <a:pt x="664431" y="5368132"/>
                  </a:lnTo>
                  <a:lnTo>
                    <a:pt x="664526" y="5368132"/>
                  </a:lnTo>
                  <a:lnTo>
                    <a:pt x="664620" y="5368132"/>
                  </a:lnTo>
                  <a:lnTo>
                    <a:pt x="664714" y="5368132"/>
                  </a:lnTo>
                  <a:lnTo>
                    <a:pt x="664808" y="5368132"/>
                  </a:lnTo>
                  <a:lnTo>
                    <a:pt x="664902" y="5368132"/>
                  </a:lnTo>
                  <a:lnTo>
                    <a:pt x="664996" y="5368132"/>
                  </a:lnTo>
                  <a:lnTo>
                    <a:pt x="665091" y="5368132"/>
                  </a:lnTo>
                  <a:lnTo>
                    <a:pt x="665185" y="5368132"/>
                  </a:lnTo>
                  <a:lnTo>
                    <a:pt x="665279" y="5368132"/>
                  </a:lnTo>
                  <a:lnTo>
                    <a:pt x="665373" y="5368132"/>
                  </a:lnTo>
                  <a:lnTo>
                    <a:pt x="665467" y="5368132"/>
                  </a:lnTo>
                  <a:lnTo>
                    <a:pt x="665561" y="5368132"/>
                  </a:lnTo>
                  <a:lnTo>
                    <a:pt x="665655" y="5368132"/>
                  </a:lnTo>
                  <a:lnTo>
                    <a:pt x="665750" y="5368132"/>
                  </a:lnTo>
                  <a:lnTo>
                    <a:pt x="665844" y="5368132"/>
                  </a:lnTo>
                  <a:lnTo>
                    <a:pt x="665938" y="5368132"/>
                  </a:lnTo>
                  <a:lnTo>
                    <a:pt x="666032" y="5368132"/>
                  </a:lnTo>
                  <a:lnTo>
                    <a:pt x="666126" y="5368132"/>
                  </a:lnTo>
                  <a:lnTo>
                    <a:pt x="666220" y="5368132"/>
                  </a:lnTo>
                  <a:lnTo>
                    <a:pt x="666315" y="5368132"/>
                  </a:lnTo>
                  <a:lnTo>
                    <a:pt x="666409" y="5368132"/>
                  </a:lnTo>
                  <a:lnTo>
                    <a:pt x="666503" y="5368132"/>
                  </a:lnTo>
                  <a:lnTo>
                    <a:pt x="666597" y="5368132"/>
                  </a:lnTo>
                  <a:lnTo>
                    <a:pt x="666691" y="5368132"/>
                  </a:lnTo>
                  <a:lnTo>
                    <a:pt x="666785" y="5368132"/>
                  </a:lnTo>
                  <a:lnTo>
                    <a:pt x="666879" y="5368132"/>
                  </a:lnTo>
                  <a:lnTo>
                    <a:pt x="666974" y="5368132"/>
                  </a:lnTo>
                  <a:lnTo>
                    <a:pt x="667068" y="5368132"/>
                  </a:lnTo>
                  <a:lnTo>
                    <a:pt x="667162" y="5368132"/>
                  </a:lnTo>
                  <a:lnTo>
                    <a:pt x="667256" y="5368132"/>
                  </a:lnTo>
                  <a:lnTo>
                    <a:pt x="667350" y="5368132"/>
                  </a:lnTo>
                  <a:lnTo>
                    <a:pt x="667444" y="5368132"/>
                  </a:lnTo>
                  <a:lnTo>
                    <a:pt x="667539" y="5368132"/>
                  </a:lnTo>
                  <a:lnTo>
                    <a:pt x="667633" y="5368132"/>
                  </a:lnTo>
                  <a:lnTo>
                    <a:pt x="667727" y="5368132"/>
                  </a:lnTo>
                  <a:lnTo>
                    <a:pt x="667821" y="5368132"/>
                  </a:lnTo>
                  <a:lnTo>
                    <a:pt x="667915" y="5368132"/>
                  </a:lnTo>
                  <a:lnTo>
                    <a:pt x="668009" y="5368132"/>
                  </a:lnTo>
                  <a:lnTo>
                    <a:pt x="668103" y="5368132"/>
                  </a:lnTo>
                  <a:lnTo>
                    <a:pt x="668198" y="5368132"/>
                  </a:lnTo>
                  <a:lnTo>
                    <a:pt x="668292" y="5368132"/>
                  </a:lnTo>
                  <a:lnTo>
                    <a:pt x="668386" y="5368132"/>
                  </a:lnTo>
                  <a:lnTo>
                    <a:pt x="668480" y="5368132"/>
                  </a:lnTo>
                  <a:lnTo>
                    <a:pt x="668574" y="5368132"/>
                  </a:lnTo>
                  <a:lnTo>
                    <a:pt x="668668" y="5368132"/>
                  </a:lnTo>
                  <a:lnTo>
                    <a:pt x="668762" y="5368132"/>
                  </a:lnTo>
                  <a:lnTo>
                    <a:pt x="668857" y="5368132"/>
                  </a:lnTo>
                  <a:lnTo>
                    <a:pt x="668951" y="5368132"/>
                  </a:lnTo>
                  <a:lnTo>
                    <a:pt x="669045" y="5368132"/>
                  </a:lnTo>
                  <a:lnTo>
                    <a:pt x="669139" y="5368132"/>
                  </a:lnTo>
                  <a:lnTo>
                    <a:pt x="669233" y="5368132"/>
                  </a:lnTo>
                  <a:lnTo>
                    <a:pt x="669327" y="5368132"/>
                  </a:lnTo>
                  <a:lnTo>
                    <a:pt x="669422" y="5368132"/>
                  </a:lnTo>
                  <a:lnTo>
                    <a:pt x="669516" y="5368132"/>
                  </a:lnTo>
                  <a:lnTo>
                    <a:pt x="669610" y="5368132"/>
                  </a:lnTo>
                  <a:lnTo>
                    <a:pt x="669704" y="5368132"/>
                  </a:lnTo>
                  <a:lnTo>
                    <a:pt x="669798" y="5368132"/>
                  </a:lnTo>
                  <a:lnTo>
                    <a:pt x="669892" y="5368132"/>
                  </a:lnTo>
                  <a:lnTo>
                    <a:pt x="669986" y="5368132"/>
                  </a:lnTo>
                  <a:lnTo>
                    <a:pt x="670081" y="5368132"/>
                  </a:lnTo>
                  <a:lnTo>
                    <a:pt x="670175" y="5368132"/>
                  </a:lnTo>
                  <a:lnTo>
                    <a:pt x="670269" y="5368132"/>
                  </a:lnTo>
                  <a:lnTo>
                    <a:pt x="670363" y="5368132"/>
                  </a:lnTo>
                  <a:lnTo>
                    <a:pt x="670457" y="5368132"/>
                  </a:lnTo>
                  <a:lnTo>
                    <a:pt x="670551" y="5368132"/>
                  </a:lnTo>
                  <a:lnTo>
                    <a:pt x="670646" y="5368132"/>
                  </a:lnTo>
                  <a:lnTo>
                    <a:pt x="670740" y="5368132"/>
                  </a:lnTo>
                  <a:lnTo>
                    <a:pt x="670834" y="5368132"/>
                  </a:lnTo>
                  <a:lnTo>
                    <a:pt x="670928" y="5368132"/>
                  </a:lnTo>
                  <a:lnTo>
                    <a:pt x="671022" y="5368132"/>
                  </a:lnTo>
                  <a:lnTo>
                    <a:pt x="671116" y="5368132"/>
                  </a:lnTo>
                  <a:lnTo>
                    <a:pt x="671210" y="5368132"/>
                  </a:lnTo>
                  <a:lnTo>
                    <a:pt x="671305" y="5368132"/>
                  </a:lnTo>
                  <a:lnTo>
                    <a:pt x="671399" y="5368132"/>
                  </a:lnTo>
                  <a:lnTo>
                    <a:pt x="671493" y="5368132"/>
                  </a:lnTo>
                  <a:lnTo>
                    <a:pt x="671587" y="5368132"/>
                  </a:lnTo>
                  <a:lnTo>
                    <a:pt x="671681" y="5368132"/>
                  </a:lnTo>
                  <a:lnTo>
                    <a:pt x="671775" y="5368132"/>
                  </a:lnTo>
                  <a:lnTo>
                    <a:pt x="671870" y="5368132"/>
                  </a:lnTo>
                  <a:lnTo>
                    <a:pt x="671964" y="5368132"/>
                  </a:lnTo>
                  <a:lnTo>
                    <a:pt x="672058" y="5368132"/>
                  </a:lnTo>
                  <a:lnTo>
                    <a:pt x="672152" y="5368132"/>
                  </a:lnTo>
                  <a:lnTo>
                    <a:pt x="672246" y="5368132"/>
                  </a:lnTo>
                  <a:lnTo>
                    <a:pt x="672340" y="5368132"/>
                  </a:lnTo>
                  <a:lnTo>
                    <a:pt x="672434" y="5368132"/>
                  </a:lnTo>
                  <a:lnTo>
                    <a:pt x="672529" y="5368132"/>
                  </a:lnTo>
                  <a:lnTo>
                    <a:pt x="672623" y="5368132"/>
                  </a:lnTo>
                  <a:lnTo>
                    <a:pt x="672717" y="5368132"/>
                  </a:lnTo>
                  <a:lnTo>
                    <a:pt x="672811" y="5368132"/>
                  </a:lnTo>
                  <a:lnTo>
                    <a:pt x="672905" y="5368132"/>
                  </a:lnTo>
                  <a:lnTo>
                    <a:pt x="672999" y="5368132"/>
                  </a:lnTo>
                  <a:lnTo>
                    <a:pt x="673093" y="5368132"/>
                  </a:lnTo>
                  <a:lnTo>
                    <a:pt x="673188" y="5368132"/>
                  </a:lnTo>
                  <a:lnTo>
                    <a:pt x="673282" y="5368132"/>
                  </a:lnTo>
                  <a:lnTo>
                    <a:pt x="673376" y="5368132"/>
                  </a:lnTo>
                  <a:lnTo>
                    <a:pt x="673470" y="5368132"/>
                  </a:lnTo>
                  <a:lnTo>
                    <a:pt x="673564" y="5368132"/>
                  </a:lnTo>
                  <a:lnTo>
                    <a:pt x="673658" y="5368132"/>
                  </a:lnTo>
                  <a:lnTo>
                    <a:pt x="673658" y="5363221"/>
                  </a:lnTo>
                  <a:lnTo>
                    <a:pt x="673753" y="5363221"/>
                  </a:lnTo>
                  <a:lnTo>
                    <a:pt x="673847" y="5363221"/>
                  </a:lnTo>
                  <a:lnTo>
                    <a:pt x="673941" y="5363221"/>
                  </a:lnTo>
                  <a:lnTo>
                    <a:pt x="674035" y="5363221"/>
                  </a:lnTo>
                  <a:lnTo>
                    <a:pt x="674129" y="5363221"/>
                  </a:lnTo>
                  <a:lnTo>
                    <a:pt x="674129" y="5358310"/>
                  </a:lnTo>
                  <a:lnTo>
                    <a:pt x="674223" y="5358310"/>
                  </a:lnTo>
                  <a:lnTo>
                    <a:pt x="674317" y="5358310"/>
                  </a:lnTo>
                  <a:lnTo>
                    <a:pt x="674412" y="5358310"/>
                  </a:lnTo>
                  <a:lnTo>
                    <a:pt x="674506" y="5358310"/>
                  </a:lnTo>
                  <a:lnTo>
                    <a:pt x="674600" y="5358310"/>
                  </a:lnTo>
                  <a:lnTo>
                    <a:pt x="674694" y="5358310"/>
                  </a:lnTo>
                  <a:lnTo>
                    <a:pt x="674788" y="5358310"/>
                  </a:lnTo>
                  <a:lnTo>
                    <a:pt x="674882" y="5358310"/>
                  </a:lnTo>
                  <a:lnTo>
                    <a:pt x="674977" y="5358310"/>
                  </a:lnTo>
                  <a:lnTo>
                    <a:pt x="675071" y="5358310"/>
                  </a:lnTo>
                  <a:lnTo>
                    <a:pt x="675165" y="5358310"/>
                  </a:lnTo>
                  <a:lnTo>
                    <a:pt x="675259" y="5358310"/>
                  </a:lnTo>
                  <a:lnTo>
                    <a:pt x="675353" y="5358310"/>
                  </a:lnTo>
                  <a:lnTo>
                    <a:pt x="675447" y="5358310"/>
                  </a:lnTo>
                  <a:lnTo>
                    <a:pt x="675541" y="5358310"/>
                  </a:lnTo>
                  <a:lnTo>
                    <a:pt x="675636" y="5358310"/>
                  </a:lnTo>
                  <a:lnTo>
                    <a:pt x="675636" y="5353398"/>
                  </a:lnTo>
                  <a:lnTo>
                    <a:pt x="675730" y="5353398"/>
                  </a:lnTo>
                  <a:lnTo>
                    <a:pt x="675824" y="5353398"/>
                  </a:lnTo>
                  <a:lnTo>
                    <a:pt x="675918" y="5353398"/>
                  </a:lnTo>
                  <a:lnTo>
                    <a:pt x="676012" y="5353398"/>
                  </a:lnTo>
                  <a:lnTo>
                    <a:pt x="676106" y="5353398"/>
                  </a:lnTo>
                  <a:lnTo>
                    <a:pt x="676201" y="5353398"/>
                  </a:lnTo>
                  <a:lnTo>
                    <a:pt x="676295" y="5353398"/>
                  </a:lnTo>
                  <a:lnTo>
                    <a:pt x="676389" y="5353398"/>
                  </a:lnTo>
                  <a:lnTo>
                    <a:pt x="676483" y="5353398"/>
                  </a:lnTo>
                  <a:lnTo>
                    <a:pt x="676577" y="5353398"/>
                  </a:lnTo>
                  <a:lnTo>
                    <a:pt x="676671" y="5353398"/>
                  </a:lnTo>
                  <a:lnTo>
                    <a:pt x="676765" y="5353398"/>
                  </a:lnTo>
                  <a:lnTo>
                    <a:pt x="676860" y="5353398"/>
                  </a:lnTo>
                  <a:lnTo>
                    <a:pt x="676954" y="5353398"/>
                  </a:lnTo>
                  <a:lnTo>
                    <a:pt x="677048" y="5353398"/>
                  </a:lnTo>
                  <a:lnTo>
                    <a:pt x="677142" y="5353398"/>
                  </a:lnTo>
                  <a:lnTo>
                    <a:pt x="677236" y="5353398"/>
                  </a:lnTo>
                  <a:lnTo>
                    <a:pt x="677330" y="5353398"/>
                  </a:lnTo>
                  <a:lnTo>
                    <a:pt x="677425" y="5353398"/>
                  </a:lnTo>
                  <a:lnTo>
                    <a:pt x="677519" y="5353398"/>
                  </a:lnTo>
                  <a:lnTo>
                    <a:pt x="677613" y="5353398"/>
                  </a:lnTo>
                  <a:lnTo>
                    <a:pt x="677707" y="5353398"/>
                  </a:lnTo>
                  <a:lnTo>
                    <a:pt x="677801" y="5353398"/>
                  </a:lnTo>
                  <a:lnTo>
                    <a:pt x="677895" y="5353398"/>
                  </a:lnTo>
                  <a:lnTo>
                    <a:pt x="677989" y="5353398"/>
                  </a:lnTo>
                  <a:lnTo>
                    <a:pt x="678084" y="5353398"/>
                  </a:lnTo>
                  <a:lnTo>
                    <a:pt x="678178" y="5353398"/>
                  </a:lnTo>
                  <a:lnTo>
                    <a:pt x="678272" y="5353398"/>
                  </a:lnTo>
                  <a:lnTo>
                    <a:pt x="678366" y="5353398"/>
                  </a:lnTo>
                  <a:lnTo>
                    <a:pt x="678460" y="5353398"/>
                  </a:lnTo>
                  <a:lnTo>
                    <a:pt x="678554" y="5353398"/>
                  </a:lnTo>
                  <a:lnTo>
                    <a:pt x="678648" y="5353398"/>
                  </a:lnTo>
                  <a:lnTo>
                    <a:pt x="678743" y="5353398"/>
                  </a:lnTo>
                  <a:lnTo>
                    <a:pt x="678837" y="5353398"/>
                  </a:lnTo>
                  <a:lnTo>
                    <a:pt x="678931" y="5353398"/>
                  </a:lnTo>
                  <a:lnTo>
                    <a:pt x="679025" y="5353398"/>
                  </a:lnTo>
                  <a:lnTo>
                    <a:pt x="679119" y="5353398"/>
                  </a:lnTo>
                  <a:lnTo>
                    <a:pt x="679213" y="5353398"/>
                  </a:lnTo>
                  <a:lnTo>
                    <a:pt x="679308" y="5353398"/>
                  </a:lnTo>
                  <a:lnTo>
                    <a:pt x="679402" y="5353398"/>
                  </a:lnTo>
                  <a:lnTo>
                    <a:pt x="679496" y="5353398"/>
                  </a:lnTo>
                  <a:lnTo>
                    <a:pt x="679590" y="5353398"/>
                  </a:lnTo>
                  <a:lnTo>
                    <a:pt x="679684" y="5353398"/>
                  </a:lnTo>
                  <a:lnTo>
                    <a:pt x="679778" y="5353398"/>
                  </a:lnTo>
                  <a:lnTo>
                    <a:pt x="679872" y="5353398"/>
                  </a:lnTo>
                  <a:lnTo>
                    <a:pt x="679967" y="5353398"/>
                  </a:lnTo>
                  <a:lnTo>
                    <a:pt x="680061" y="5353398"/>
                  </a:lnTo>
                  <a:lnTo>
                    <a:pt x="680155" y="5353398"/>
                  </a:lnTo>
                  <a:lnTo>
                    <a:pt x="680249" y="5353398"/>
                  </a:lnTo>
                  <a:lnTo>
                    <a:pt x="680343" y="5353398"/>
                  </a:lnTo>
                  <a:lnTo>
                    <a:pt x="680343" y="5348487"/>
                  </a:lnTo>
                  <a:lnTo>
                    <a:pt x="680437" y="5348487"/>
                  </a:lnTo>
                  <a:lnTo>
                    <a:pt x="680532" y="5348487"/>
                  </a:lnTo>
                  <a:lnTo>
                    <a:pt x="680626" y="5348487"/>
                  </a:lnTo>
                  <a:lnTo>
                    <a:pt x="680720" y="5348487"/>
                  </a:lnTo>
                  <a:lnTo>
                    <a:pt x="680814" y="5348487"/>
                  </a:lnTo>
                  <a:lnTo>
                    <a:pt x="680908" y="5348487"/>
                  </a:lnTo>
                  <a:lnTo>
                    <a:pt x="681002" y="5348487"/>
                  </a:lnTo>
                  <a:lnTo>
                    <a:pt x="681096" y="5348487"/>
                  </a:lnTo>
                  <a:lnTo>
                    <a:pt x="681191" y="5348487"/>
                  </a:lnTo>
                  <a:lnTo>
                    <a:pt x="681285" y="5348487"/>
                  </a:lnTo>
                  <a:lnTo>
                    <a:pt x="681379" y="5348487"/>
                  </a:lnTo>
                  <a:lnTo>
                    <a:pt x="681473" y="5348487"/>
                  </a:lnTo>
                  <a:lnTo>
                    <a:pt x="681567" y="5348487"/>
                  </a:lnTo>
                  <a:lnTo>
                    <a:pt x="681661" y="5348487"/>
                  </a:lnTo>
                  <a:lnTo>
                    <a:pt x="681756" y="5348487"/>
                  </a:lnTo>
                  <a:lnTo>
                    <a:pt x="681850" y="5348487"/>
                  </a:lnTo>
                  <a:lnTo>
                    <a:pt x="681944" y="5348487"/>
                  </a:lnTo>
                  <a:lnTo>
                    <a:pt x="682038" y="5348487"/>
                  </a:lnTo>
                  <a:lnTo>
                    <a:pt x="682132" y="5348487"/>
                  </a:lnTo>
                  <a:lnTo>
                    <a:pt x="682226" y="5348487"/>
                  </a:lnTo>
                  <a:lnTo>
                    <a:pt x="682320" y="5348487"/>
                  </a:lnTo>
                  <a:lnTo>
                    <a:pt x="682415" y="5348487"/>
                  </a:lnTo>
                  <a:lnTo>
                    <a:pt x="682509" y="5348487"/>
                  </a:lnTo>
                  <a:lnTo>
                    <a:pt x="682603" y="5348487"/>
                  </a:lnTo>
                  <a:lnTo>
                    <a:pt x="682697" y="5348487"/>
                  </a:lnTo>
                  <a:lnTo>
                    <a:pt x="682791" y="5348487"/>
                  </a:lnTo>
                  <a:lnTo>
                    <a:pt x="682885" y="5348487"/>
                  </a:lnTo>
                  <a:lnTo>
                    <a:pt x="682979" y="5348487"/>
                  </a:lnTo>
                  <a:lnTo>
                    <a:pt x="683074" y="5348487"/>
                  </a:lnTo>
                  <a:lnTo>
                    <a:pt x="683168" y="5348487"/>
                  </a:lnTo>
                  <a:lnTo>
                    <a:pt x="683262" y="5348487"/>
                  </a:lnTo>
                  <a:lnTo>
                    <a:pt x="683356" y="5348487"/>
                  </a:lnTo>
                  <a:lnTo>
                    <a:pt x="683450" y="5348487"/>
                  </a:lnTo>
                  <a:lnTo>
                    <a:pt x="683544" y="5348487"/>
                  </a:lnTo>
                  <a:lnTo>
                    <a:pt x="683639" y="5348487"/>
                  </a:lnTo>
                  <a:lnTo>
                    <a:pt x="683733" y="5348487"/>
                  </a:lnTo>
                  <a:lnTo>
                    <a:pt x="683827" y="5348487"/>
                  </a:lnTo>
                  <a:lnTo>
                    <a:pt x="683921" y="5348487"/>
                  </a:lnTo>
                  <a:lnTo>
                    <a:pt x="684015" y="5348487"/>
                  </a:lnTo>
                  <a:lnTo>
                    <a:pt x="684109" y="5348487"/>
                  </a:lnTo>
                  <a:lnTo>
                    <a:pt x="684203" y="5348487"/>
                  </a:lnTo>
                  <a:lnTo>
                    <a:pt x="684298" y="5348487"/>
                  </a:lnTo>
                  <a:lnTo>
                    <a:pt x="684392" y="5348487"/>
                  </a:lnTo>
                  <a:lnTo>
                    <a:pt x="684486" y="5348487"/>
                  </a:lnTo>
                  <a:lnTo>
                    <a:pt x="684580" y="5348487"/>
                  </a:lnTo>
                  <a:lnTo>
                    <a:pt x="684674" y="5348487"/>
                  </a:lnTo>
                  <a:lnTo>
                    <a:pt x="684768" y="5348487"/>
                  </a:lnTo>
                  <a:lnTo>
                    <a:pt x="684863" y="5348487"/>
                  </a:lnTo>
                  <a:lnTo>
                    <a:pt x="684957" y="5348487"/>
                  </a:lnTo>
                  <a:lnTo>
                    <a:pt x="685051" y="5348487"/>
                  </a:lnTo>
                  <a:lnTo>
                    <a:pt x="685145" y="5348487"/>
                  </a:lnTo>
                  <a:lnTo>
                    <a:pt x="685239" y="5348487"/>
                  </a:lnTo>
                  <a:lnTo>
                    <a:pt x="685333" y="5348487"/>
                  </a:lnTo>
                  <a:lnTo>
                    <a:pt x="685427" y="5348487"/>
                  </a:lnTo>
                  <a:lnTo>
                    <a:pt x="685522" y="5348487"/>
                  </a:lnTo>
                  <a:lnTo>
                    <a:pt x="685522" y="5343575"/>
                  </a:lnTo>
                  <a:lnTo>
                    <a:pt x="685616" y="5343575"/>
                  </a:lnTo>
                  <a:lnTo>
                    <a:pt x="685710" y="5343575"/>
                  </a:lnTo>
                  <a:lnTo>
                    <a:pt x="685804" y="5343575"/>
                  </a:lnTo>
                  <a:lnTo>
                    <a:pt x="685898" y="5343575"/>
                  </a:lnTo>
                  <a:lnTo>
                    <a:pt x="685992" y="5343575"/>
                  </a:lnTo>
                  <a:lnTo>
                    <a:pt x="686087" y="5343575"/>
                  </a:lnTo>
                  <a:lnTo>
                    <a:pt x="686181" y="5343575"/>
                  </a:lnTo>
                  <a:lnTo>
                    <a:pt x="686275" y="5343575"/>
                  </a:lnTo>
                  <a:lnTo>
                    <a:pt x="686369" y="5343575"/>
                  </a:lnTo>
                  <a:lnTo>
                    <a:pt x="686463" y="5343575"/>
                  </a:lnTo>
                  <a:lnTo>
                    <a:pt x="686557" y="5343575"/>
                  </a:lnTo>
                  <a:lnTo>
                    <a:pt x="686651" y="5343575"/>
                  </a:lnTo>
                  <a:lnTo>
                    <a:pt x="686746" y="5343575"/>
                  </a:lnTo>
                  <a:lnTo>
                    <a:pt x="686840" y="5343575"/>
                  </a:lnTo>
                  <a:lnTo>
                    <a:pt x="686934" y="5343575"/>
                  </a:lnTo>
                  <a:lnTo>
                    <a:pt x="687028" y="5343575"/>
                  </a:lnTo>
                  <a:lnTo>
                    <a:pt x="687122" y="5343575"/>
                  </a:lnTo>
                  <a:lnTo>
                    <a:pt x="687122" y="5338664"/>
                  </a:lnTo>
                  <a:lnTo>
                    <a:pt x="687216" y="5338664"/>
                  </a:lnTo>
                  <a:lnTo>
                    <a:pt x="687310" y="5338664"/>
                  </a:lnTo>
                  <a:lnTo>
                    <a:pt x="687405" y="5338664"/>
                  </a:lnTo>
                  <a:lnTo>
                    <a:pt x="687499" y="5338664"/>
                  </a:lnTo>
                  <a:lnTo>
                    <a:pt x="687593" y="5338664"/>
                  </a:lnTo>
                  <a:lnTo>
                    <a:pt x="687687" y="5338664"/>
                  </a:lnTo>
                  <a:lnTo>
                    <a:pt x="687781" y="5338664"/>
                  </a:lnTo>
                  <a:lnTo>
                    <a:pt x="687781" y="5333753"/>
                  </a:lnTo>
                  <a:lnTo>
                    <a:pt x="687875" y="5333753"/>
                  </a:lnTo>
                  <a:lnTo>
                    <a:pt x="687970" y="5333753"/>
                  </a:lnTo>
                  <a:lnTo>
                    <a:pt x="688064" y="5333753"/>
                  </a:lnTo>
                  <a:lnTo>
                    <a:pt x="688158" y="5333753"/>
                  </a:lnTo>
                  <a:lnTo>
                    <a:pt x="688252" y="5333753"/>
                  </a:lnTo>
                  <a:lnTo>
                    <a:pt x="688346" y="5333753"/>
                  </a:lnTo>
                  <a:lnTo>
                    <a:pt x="688440" y="5333753"/>
                  </a:lnTo>
                  <a:lnTo>
                    <a:pt x="688534" y="5333753"/>
                  </a:lnTo>
                  <a:lnTo>
                    <a:pt x="688629" y="5333753"/>
                  </a:lnTo>
                  <a:lnTo>
                    <a:pt x="688723" y="5333753"/>
                  </a:lnTo>
                  <a:lnTo>
                    <a:pt x="688817" y="5333753"/>
                  </a:lnTo>
                  <a:lnTo>
                    <a:pt x="688911" y="5333753"/>
                  </a:lnTo>
                  <a:lnTo>
                    <a:pt x="689005" y="5333753"/>
                  </a:lnTo>
                  <a:lnTo>
                    <a:pt x="689099" y="5333753"/>
                  </a:lnTo>
                  <a:lnTo>
                    <a:pt x="689194" y="5333753"/>
                  </a:lnTo>
                  <a:lnTo>
                    <a:pt x="689288" y="5333753"/>
                  </a:lnTo>
                  <a:lnTo>
                    <a:pt x="689382" y="5333753"/>
                  </a:lnTo>
                  <a:lnTo>
                    <a:pt x="689476" y="5333753"/>
                  </a:lnTo>
                  <a:lnTo>
                    <a:pt x="689570" y="5333753"/>
                  </a:lnTo>
                  <a:lnTo>
                    <a:pt x="689664" y="5333753"/>
                  </a:lnTo>
                  <a:lnTo>
                    <a:pt x="689758" y="5333753"/>
                  </a:lnTo>
                  <a:lnTo>
                    <a:pt x="689853" y="5333753"/>
                  </a:lnTo>
                  <a:lnTo>
                    <a:pt x="689947" y="5333753"/>
                  </a:lnTo>
                  <a:lnTo>
                    <a:pt x="690041" y="5333753"/>
                  </a:lnTo>
                  <a:lnTo>
                    <a:pt x="690135" y="5333753"/>
                  </a:lnTo>
                  <a:lnTo>
                    <a:pt x="690229" y="5333753"/>
                  </a:lnTo>
                  <a:lnTo>
                    <a:pt x="690323" y="5333753"/>
                  </a:lnTo>
                  <a:lnTo>
                    <a:pt x="690418" y="5333753"/>
                  </a:lnTo>
                  <a:lnTo>
                    <a:pt x="690512" y="5333753"/>
                  </a:lnTo>
                  <a:lnTo>
                    <a:pt x="690606" y="5333753"/>
                  </a:lnTo>
                  <a:lnTo>
                    <a:pt x="690700" y="5333753"/>
                  </a:lnTo>
                  <a:lnTo>
                    <a:pt x="690794" y="5333753"/>
                  </a:lnTo>
                  <a:lnTo>
                    <a:pt x="690888" y="5333753"/>
                  </a:lnTo>
                  <a:lnTo>
                    <a:pt x="690982" y="5333753"/>
                  </a:lnTo>
                  <a:lnTo>
                    <a:pt x="691077" y="5333753"/>
                  </a:lnTo>
                  <a:lnTo>
                    <a:pt x="691171" y="5333753"/>
                  </a:lnTo>
                  <a:lnTo>
                    <a:pt x="691265" y="5333753"/>
                  </a:lnTo>
                  <a:lnTo>
                    <a:pt x="691359" y="5333753"/>
                  </a:lnTo>
                  <a:lnTo>
                    <a:pt x="691453" y="5333753"/>
                  </a:lnTo>
                  <a:lnTo>
                    <a:pt x="691547" y="5333753"/>
                  </a:lnTo>
                  <a:lnTo>
                    <a:pt x="691641" y="5333753"/>
                  </a:lnTo>
                  <a:lnTo>
                    <a:pt x="691736" y="5333753"/>
                  </a:lnTo>
                  <a:lnTo>
                    <a:pt x="691830" y="5333753"/>
                  </a:lnTo>
                  <a:lnTo>
                    <a:pt x="691924" y="5333753"/>
                  </a:lnTo>
                  <a:lnTo>
                    <a:pt x="692018" y="5333753"/>
                  </a:lnTo>
                  <a:lnTo>
                    <a:pt x="692112" y="5333753"/>
                  </a:lnTo>
                  <a:lnTo>
                    <a:pt x="692206" y="5333753"/>
                  </a:lnTo>
                  <a:lnTo>
                    <a:pt x="692301" y="5333753"/>
                  </a:lnTo>
                  <a:lnTo>
                    <a:pt x="692395" y="5333753"/>
                  </a:lnTo>
                  <a:lnTo>
                    <a:pt x="692489" y="5333753"/>
                  </a:lnTo>
                  <a:lnTo>
                    <a:pt x="692583" y="5333753"/>
                  </a:lnTo>
                  <a:lnTo>
                    <a:pt x="692677" y="5333753"/>
                  </a:lnTo>
                  <a:lnTo>
                    <a:pt x="692677" y="5328841"/>
                  </a:lnTo>
                  <a:lnTo>
                    <a:pt x="692771" y="5328841"/>
                  </a:lnTo>
                  <a:lnTo>
                    <a:pt x="692865" y="5328841"/>
                  </a:lnTo>
                  <a:lnTo>
                    <a:pt x="692960" y="5328841"/>
                  </a:lnTo>
                  <a:lnTo>
                    <a:pt x="693054" y="5328841"/>
                  </a:lnTo>
                  <a:lnTo>
                    <a:pt x="693148" y="5328841"/>
                  </a:lnTo>
                  <a:lnTo>
                    <a:pt x="693242" y="5328841"/>
                  </a:lnTo>
                  <a:lnTo>
                    <a:pt x="693336" y="5328841"/>
                  </a:lnTo>
                  <a:lnTo>
                    <a:pt x="693430" y="5328841"/>
                  </a:lnTo>
                  <a:lnTo>
                    <a:pt x="693525" y="5328841"/>
                  </a:lnTo>
                  <a:lnTo>
                    <a:pt x="693619" y="5328841"/>
                  </a:lnTo>
                  <a:lnTo>
                    <a:pt x="693713" y="5328841"/>
                  </a:lnTo>
                  <a:lnTo>
                    <a:pt x="693807" y="5328841"/>
                  </a:lnTo>
                  <a:lnTo>
                    <a:pt x="693901" y="5328841"/>
                  </a:lnTo>
                  <a:lnTo>
                    <a:pt x="693995" y="5328841"/>
                  </a:lnTo>
                  <a:lnTo>
                    <a:pt x="694089" y="5328841"/>
                  </a:lnTo>
                  <a:lnTo>
                    <a:pt x="694184" y="5328841"/>
                  </a:lnTo>
                  <a:lnTo>
                    <a:pt x="694278" y="5328841"/>
                  </a:lnTo>
                  <a:lnTo>
                    <a:pt x="694372" y="5328841"/>
                  </a:lnTo>
                  <a:lnTo>
                    <a:pt x="694466" y="5328841"/>
                  </a:lnTo>
                  <a:lnTo>
                    <a:pt x="694560" y="5328841"/>
                  </a:lnTo>
                  <a:lnTo>
                    <a:pt x="694654" y="5328841"/>
                  </a:lnTo>
                  <a:lnTo>
                    <a:pt x="694749" y="5328841"/>
                  </a:lnTo>
                  <a:lnTo>
                    <a:pt x="694749" y="5323930"/>
                  </a:lnTo>
                  <a:lnTo>
                    <a:pt x="694843" y="5323930"/>
                  </a:lnTo>
                  <a:lnTo>
                    <a:pt x="694937" y="5323930"/>
                  </a:lnTo>
                  <a:lnTo>
                    <a:pt x="695031" y="5323930"/>
                  </a:lnTo>
                  <a:lnTo>
                    <a:pt x="695031" y="5319019"/>
                  </a:lnTo>
                  <a:lnTo>
                    <a:pt x="695125" y="5319019"/>
                  </a:lnTo>
                  <a:lnTo>
                    <a:pt x="695219" y="5319019"/>
                  </a:lnTo>
                  <a:lnTo>
                    <a:pt x="695313" y="5319019"/>
                  </a:lnTo>
                  <a:lnTo>
                    <a:pt x="695408" y="5319019"/>
                  </a:lnTo>
                  <a:lnTo>
                    <a:pt x="695502" y="5319019"/>
                  </a:lnTo>
                  <a:lnTo>
                    <a:pt x="695502" y="5314107"/>
                  </a:lnTo>
                  <a:lnTo>
                    <a:pt x="695596" y="5314107"/>
                  </a:lnTo>
                  <a:lnTo>
                    <a:pt x="695690" y="5314107"/>
                  </a:lnTo>
                  <a:lnTo>
                    <a:pt x="695784" y="5314107"/>
                  </a:lnTo>
                  <a:lnTo>
                    <a:pt x="695878" y="5314107"/>
                  </a:lnTo>
                  <a:lnTo>
                    <a:pt x="695972" y="5314107"/>
                  </a:lnTo>
                  <a:lnTo>
                    <a:pt x="696067" y="5314107"/>
                  </a:lnTo>
                  <a:lnTo>
                    <a:pt x="696161" y="5314107"/>
                  </a:lnTo>
                  <a:lnTo>
                    <a:pt x="696255" y="5314107"/>
                  </a:lnTo>
                  <a:lnTo>
                    <a:pt x="696349" y="5314107"/>
                  </a:lnTo>
                  <a:lnTo>
                    <a:pt x="696443" y="5314107"/>
                  </a:lnTo>
                  <a:lnTo>
                    <a:pt x="696537" y="5314107"/>
                  </a:lnTo>
                  <a:lnTo>
                    <a:pt x="696537" y="5309196"/>
                  </a:lnTo>
                  <a:lnTo>
                    <a:pt x="696632" y="5309196"/>
                  </a:lnTo>
                  <a:lnTo>
                    <a:pt x="696726" y="5309196"/>
                  </a:lnTo>
                  <a:lnTo>
                    <a:pt x="696820" y="5309196"/>
                  </a:lnTo>
                  <a:lnTo>
                    <a:pt x="696914" y="5309196"/>
                  </a:lnTo>
                  <a:lnTo>
                    <a:pt x="697008" y="5309196"/>
                  </a:lnTo>
                  <a:lnTo>
                    <a:pt x="697102" y="5309196"/>
                  </a:lnTo>
                  <a:lnTo>
                    <a:pt x="697196" y="5309196"/>
                  </a:lnTo>
                  <a:lnTo>
                    <a:pt x="697291" y="5309196"/>
                  </a:lnTo>
                  <a:lnTo>
                    <a:pt x="697385" y="5309196"/>
                  </a:lnTo>
                  <a:lnTo>
                    <a:pt x="697479" y="5309196"/>
                  </a:lnTo>
                  <a:lnTo>
                    <a:pt x="697573" y="5309196"/>
                  </a:lnTo>
                  <a:lnTo>
                    <a:pt x="697667" y="5309196"/>
                  </a:lnTo>
                  <a:lnTo>
                    <a:pt x="697761" y="5309196"/>
                  </a:lnTo>
                  <a:lnTo>
                    <a:pt x="697856" y="5309196"/>
                  </a:lnTo>
                  <a:lnTo>
                    <a:pt x="697950" y="5309196"/>
                  </a:lnTo>
                  <a:lnTo>
                    <a:pt x="698044" y="5309196"/>
                  </a:lnTo>
                  <a:lnTo>
                    <a:pt x="698138" y="5309196"/>
                  </a:lnTo>
                  <a:lnTo>
                    <a:pt x="698232" y="5309196"/>
                  </a:lnTo>
                  <a:lnTo>
                    <a:pt x="698326" y="5309196"/>
                  </a:lnTo>
                  <a:lnTo>
                    <a:pt x="698420" y="5309196"/>
                  </a:lnTo>
                  <a:lnTo>
                    <a:pt x="698515" y="5309196"/>
                  </a:lnTo>
                  <a:lnTo>
                    <a:pt x="698609" y="5309196"/>
                  </a:lnTo>
                  <a:lnTo>
                    <a:pt x="698703" y="5309196"/>
                  </a:lnTo>
                  <a:lnTo>
                    <a:pt x="698797" y="5309196"/>
                  </a:lnTo>
                  <a:lnTo>
                    <a:pt x="698891" y="5309196"/>
                  </a:lnTo>
                  <a:lnTo>
                    <a:pt x="698985" y="5309196"/>
                  </a:lnTo>
                  <a:lnTo>
                    <a:pt x="699080" y="5309196"/>
                  </a:lnTo>
                  <a:lnTo>
                    <a:pt x="699174" y="5309196"/>
                  </a:lnTo>
                  <a:lnTo>
                    <a:pt x="699268" y="5309196"/>
                  </a:lnTo>
                  <a:lnTo>
                    <a:pt x="699362" y="5309196"/>
                  </a:lnTo>
                  <a:lnTo>
                    <a:pt x="699456" y="5309196"/>
                  </a:lnTo>
                  <a:lnTo>
                    <a:pt x="699550" y="5309196"/>
                  </a:lnTo>
                  <a:lnTo>
                    <a:pt x="699644" y="5309196"/>
                  </a:lnTo>
                  <a:lnTo>
                    <a:pt x="699739" y="5309196"/>
                  </a:lnTo>
                  <a:lnTo>
                    <a:pt x="699833" y="5309196"/>
                  </a:lnTo>
                  <a:lnTo>
                    <a:pt x="699927" y="5309196"/>
                  </a:lnTo>
                  <a:lnTo>
                    <a:pt x="700021" y="5309196"/>
                  </a:lnTo>
                  <a:lnTo>
                    <a:pt x="700115" y="5309196"/>
                  </a:lnTo>
                  <a:lnTo>
                    <a:pt x="700209" y="5309196"/>
                  </a:lnTo>
                  <a:lnTo>
                    <a:pt x="700303" y="5309196"/>
                  </a:lnTo>
                  <a:lnTo>
                    <a:pt x="700398" y="5309196"/>
                  </a:lnTo>
                  <a:lnTo>
                    <a:pt x="700492" y="5309196"/>
                  </a:lnTo>
                  <a:lnTo>
                    <a:pt x="700586" y="5309196"/>
                  </a:lnTo>
                  <a:lnTo>
                    <a:pt x="700680" y="5309196"/>
                  </a:lnTo>
                  <a:lnTo>
                    <a:pt x="700680" y="5304284"/>
                  </a:lnTo>
                  <a:lnTo>
                    <a:pt x="700774" y="5304284"/>
                  </a:lnTo>
                  <a:lnTo>
                    <a:pt x="700868" y="5304284"/>
                  </a:lnTo>
                  <a:lnTo>
                    <a:pt x="700963" y="5304284"/>
                  </a:lnTo>
                  <a:lnTo>
                    <a:pt x="701057" y="5304284"/>
                  </a:lnTo>
                  <a:lnTo>
                    <a:pt x="701151" y="5304284"/>
                  </a:lnTo>
                  <a:lnTo>
                    <a:pt x="701245" y="5304284"/>
                  </a:lnTo>
                  <a:lnTo>
                    <a:pt x="701339" y="5304284"/>
                  </a:lnTo>
                  <a:lnTo>
                    <a:pt x="701433" y="5304284"/>
                  </a:lnTo>
                  <a:lnTo>
                    <a:pt x="701527" y="5304284"/>
                  </a:lnTo>
                  <a:lnTo>
                    <a:pt x="701622" y="5304284"/>
                  </a:lnTo>
                  <a:lnTo>
                    <a:pt x="701716" y="5304284"/>
                  </a:lnTo>
                  <a:lnTo>
                    <a:pt x="701810" y="5304284"/>
                  </a:lnTo>
                  <a:lnTo>
                    <a:pt x="701904" y="5304284"/>
                  </a:lnTo>
                  <a:lnTo>
                    <a:pt x="701998" y="5304284"/>
                  </a:lnTo>
                  <a:lnTo>
                    <a:pt x="702092" y="5304284"/>
                  </a:lnTo>
                  <a:lnTo>
                    <a:pt x="702187" y="5304284"/>
                  </a:lnTo>
                  <a:lnTo>
                    <a:pt x="702281" y="5304284"/>
                  </a:lnTo>
                  <a:lnTo>
                    <a:pt x="702375" y="5304284"/>
                  </a:lnTo>
                  <a:lnTo>
                    <a:pt x="702469" y="5304284"/>
                  </a:lnTo>
                  <a:lnTo>
                    <a:pt x="702563" y="5304284"/>
                  </a:lnTo>
                  <a:lnTo>
                    <a:pt x="702657" y="5304284"/>
                  </a:lnTo>
                  <a:lnTo>
                    <a:pt x="702751" y="5304284"/>
                  </a:lnTo>
                  <a:lnTo>
                    <a:pt x="702846" y="5304284"/>
                  </a:lnTo>
                  <a:lnTo>
                    <a:pt x="702940" y="5304284"/>
                  </a:lnTo>
                  <a:lnTo>
                    <a:pt x="703034" y="5304284"/>
                  </a:lnTo>
                  <a:lnTo>
                    <a:pt x="703128" y="5304284"/>
                  </a:lnTo>
                  <a:lnTo>
                    <a:pt x="703222" y="5304284"/>
                  </a:lnTo>
                  <a:lnTo>
                    <a:pt x="703316" y="5304284"/>
                  </a:lnTo>
                  <a:lnTo>
                    <a:pt x="703411" y="5304284"/>
                  </a:lnTo>
                  <a:lnTo>
                    <a:pt x="703505" y="5304284"/>
                  </a:lnTo>
                  <a:lnTo>
                    <a:pt x="703599" y="5304284"/>
                  </a:lnTo>
                  <a:lnTo>
                    <a:pt x="703693" y="5304284"/>
                  </a:lnTo>
                  <a:lnTo>
                    <a:pt x="703787" y="5304284"/>
                  </a:lnTo>
                  <a:lnTo>
                    <a:pt x="703881" y="5304284"/>
                  </a:lnTo>
                  <a:lnTo>
                    <a:pt x="703975" y="5304284"/>
                  </a:lnTo>
                  <a:lnTo>
                    <a:pt x="704070" y="5304284"/>
                  </a:lnTo>
                  <a:lnTo>
                    <a:pt x="704164" y="5304284"/>
                  </a:lnTo>
                  <a:lnTo>
                    <a:pt x="704258" y="5304284"/>
                  </a:lnTo>
                  <a:lnTo>
                    <a:pt x="704352" y="5304284"/>
                  </a:lnTo>
                  <a:lnTo>
                    <a:pt x="704446" y="5304284"/>
                  </a:lnTo>
                  <a:lnTo>
                    <a:pt x="704540" y="5304284"/>
                  </a:lnTo>
                  <a:lnTo>
                    <a:pt x="704634" y="5304284"/>
                  </a:lnTo>
                  <a:lnTo>
                    <a:pt x="704729" y="5304284"/>
                  </a:lnTo>
                  <a:lnTo>
                    <a:pt x="704823" y="5304284"/>
                  </a:lnTo>
                  <a:lnTo>
                    <a:pt x="704917" y="5304284"/>
                  </a:lnTo>
                  <a:lnTo>
                    <a:pt x="705011" y="5304284"/>
                  </a:lnTo>
                  <a:lnTo>
                    <a:pt x="705105" y="5304284"/>
                  </a:lnTo>
                  <a:lnTo>
                    <a:pt x="705199" y="5304284"/>
                  </a:lnTo>
                  <a:lnTo>
                    <a:pt x="705294" y="5304284"/>
                  </a:lnTo>
                  <a:lnTo>
                    <a:pt x="705294" y="5299373"/>
                  </a:lnTo>
                  <a:lnTo>
                    <a:pt x="705294" y="5294462"/>
                  </a:lnTo>
                  <a:lnTo>
                    <a:pt x="705388" y="5294462"/>
                  </a:lnTo>
                  <a:lnTo>
                    <a:pt x="705482" y="5294462"/>
                  </a:lnTo>
                  <a:lnTo>
                    <a:pt x="705576" y="5294462"/>
                  </a:lnTo>
                  <a:lnTo>
                    <a:pt x="705670" y="5294462"/>
                  </a:lnTo>
                  <a:lnTo>
                    <a:pt x="705764" y="5294462"/>
                  </a:lnTo>
                  <a:lnTo>
                    <a:pt x="705858" y="5294462"/>
                  </a:lnTo>
                  <a:lnTo>
                    <a:pt x="705953" y="5294462"/>
                  </a:lnTo>
                  <a:lnTo>
                    <a:pt x="706047" y="5294462"/>
                  </a:lnTo>
                  <a:lnTo>
                    <a:pt x="706141" y="5294462"/>
                  </a:lnTo>
                  <a:lnTo>
                    <a:pt x="706235" y="5294462"/>
                  </a:lnTo>
                  <a:lnTo>
                    <a:pt x="706329" y="5294462"/>
                  </a:lnTo>
                  <a:lnTo>
                    <a:pt x="706423" y="5294462"/>
                  </a:lnTo>
                  <a:lnTo>
                    <a:pt x="706518" y="5294462"/>
                  </a:lnTo>
                  <a:lnTo>
                    <a:pt x="706612" y="5294462"/>
                  </a:lnTo>
                  <a:lnTo>
                    <a:pt x="706706" y="5294462"/>
                  </a:lnTo>
                  <a:lnTo>
                    <a:pt x="706800" y="5294462"/>
                  </a:lnTo>
                  <a:lnTo>
                    <a:pt x="706894" y="5294462"/>
                  </a:lnTo>
                  <a:lnTo>
                    <a:pt x="706988" y="5294462"/>
                  </a:lnTo>
                  <a:lnTo>
                    <a:pt x="707082" y="5294462"/>
                  </a:lnTo>
                  <a:lnTo>
                    <a:pt x="707177" y="5294462"/>
                  </a:lnTo>
                  <a:lnTo>
                    <a:pt x="707271" y="5294462"/>
                  </a:lnTo>
                  <a:lnTo>
                    <a:pt x="707365" y="5294462"/>
                  </a:lnTo>
                  <a:lnTo>
                    <a:pt x="707459" y="5294462"/>
                  </a:lnTo>
                  <a:lnTo>
                    <a:pt x="707553" y="5294462"/>
                  </a:lnTo>
                  <a:lnTo>
                    <a:pt x="707647" y="5294462"/>
                  </a:lnTo>
                  <a:lnTo>
                    <a:pt x="707742" y="5294462"/>
                  </a:lnTo>
                  <a:lnTo>
                    <a:pt x="707836" y="5294462"/>
                  </a:lnTo>
                  <a:lnTo>
                    <a:pt x="707836" y="5289550"/>
                  </a:lnTo>
                  <a:lnTo>
                    <a:pt x="707930" y="5289550"/>
                  </a:lnTo>
                  <a:lnTo>
                    <a:pt x="708024" y="5289550"/>
                  </a:lnTo>
                  <a:lnTo>
                    <a:pt x="708118" y="5289550"/>
                  </a:lnTo>
                  <a:lnTo>
                    <a:pt x="708212" y="5289550"/>
                  </a:lnTo>
                  <a:lnTo>
                    <a:pt x="708306" y="5289550"/>
                  </a:lnTo>
                  <a:lnTo>
                    <a:pt x="708401" y="5289550"/>
                  </a:lnTo>
                  <a:lnTo>
                    <a:pt x="708495" y="5289550"/>
                  </a:lnTo>
                  <a:lnTo>
                    <a:pt x="708589" y="5289550"/>
                  </a:lnTo>
                  <a:lnTo>
                    <a:pt x="708683" y="5289550"/>
                  </a:lnTo>
                  <a:lnTo>
                    <a:pt x="708777" y="5289550"/>
                  </a:lnTo>
                  <a:lnTo>
                    <a:pt x="708871" y="5289550"/>
                  </a:lnTo>
                  <a:lnTo>
                    <a:pt x="708965" y="5289550"/>
                  </a:lnTo>
                  <a:lnTo>
                    <a:pt x="709060" y="5289550"/>
                  </a:lnTo>
                  <a:lnTo>
                    <a:pt x="709154" y="5289550"/>
                  </a:lnTo>
                  <a:lnTo>
                    <a:pt x="709248" y="5289550"/>
                  </a:lnTo>
                  <a:lnTo>
                    <a:pt x="709342" y="5289550"/>
                  </a:lnTo>
                  <a:lnTo>
                    <a:pt x="709342" y="5284639"/>
                  </a:lnTo>
                  <a:lnTo>
                    <a:pt x="709436" y="5284639"/>
                  </a:lnTo>
                  <a:lnTo>
                    <a:pt x="709530" y="5284639"/>
                  </a:lnTo>
                  <a:lnTo>
                    <a:pt x="709625" y="5284639"/>
                  </a:lnTo>
                  <a:lnTo>
                    <a:pt x="709719" y="5284639"/>
                  </a:lnTo>
                  <a:lnTo>
                    <a:pt x="709813" y="5284639"/>
                  </a:lnTo>
                  <a:lnTo>
                    <a:pt x="709907" y="5284639"/>
                  </a:lnTo>
                  <a:lnTo>
                    <a:pt x="710001" y="5284639"/>
                  </a:lnTo>
                  <a:lnTo>
                    <a:pt x="710095" y="5284639"/>
                  </a:lnTo>
                  <a:lnTo>
                    <a:pt x="710189" y="5284639"/>
                  </a:lnTo>
                  <a:lnTo>
                    <a:pt x="710284" y="5284639"/>
                  </a:lnTo>
                  <a:lnTo>
                    <a:pt x="710378" y="5284639"/>
                  </a:lnTo>
                  <a:lnTo>
                    <a:pt x="710472" y="5284639"/>
                  </a:lnTo>
                  <a:lnTo>
                    <a:pt x="710566" y="5284639"/>
                  </a:lnTo>
                  <a:lnTo>
                    <a:pt x="710660" y="5284639"/>
                  </a:lnTo>
                  <a:lnTo>
                    <a:pt x="710754" y="5284639"/>
                  </a:lnTo>
                  <a:lnTo>
                    <a:pt x="710849" y="5284639"/>
                  </a:lnTo>
                  <a:lnTo>
                    <a:pt x="710943" y="5284639"/>
                  </a:lnTo>
                  <a:lnTo>
                    <a:pt x="711037" y="5284639"/>
                  </a:lnTo>
                  <a:lnTo>
                    <a:pt x="711131" y="5284639"/>
                  </a:lnTo>
                  <a:lnTo>
                    <a:pt x="711225" y="5284639"/>
                  </a:lnTo>
                  <a:lnTo>
                    <a:pt x="711319" y="5284639"/>
                  </a:lnTo>
                  <a:lnTo>
                    <a:pt x="711413" y="5284639"/>
                  </a:lnTo>
                  <a:lnTo>
                    <a:pt x="711508" y="5284639"/>
                  </a:lnTo>
                  <a:lnTo>
                    <a:pt x="711602" y="5284639"/>
                  </a:lnTo>
                  <a:lnTo>
                    <a:pt x="711696" y="5284639"/>
                  </a:lnTo>
                  <a:lnTo>
                    <a:pt x="711790" y="5284639"/>
                  </a:lnTo>
                  <a:lnTo>
                    <a:pt x="711884" y="5284639"/>
                  </a:lnTo>
                  <a:lnTo>
                    <a:pt x="711978" y="5284639"/>
                  </a:lnTo>
                  <a:lnTo>
                    <a:pt x="712073" y="5284639"/>
                  </a:lnTo>
                  <a:lnTo>
                    <a:pt x="712167" y="5284639"/>
                  </a:lnTo>
                  <a:lnTo>
                    <a:pt x="712261" y="5284639"/>
                  </a:lnTo>
                  <a:lnTo>
                    <a:pt x="712355" y="5284639"/>
                  </a:lnTo>
                  <a:lnTo>
                    <a:pt x="712449" y="5284639"/>
                  </a:lnTo>
                  <a:lnTo>
                    <a:pt x="712543" y="5284639"/>
                  </a:lnTo>
                  <a:lnTo>
                    <a:pt x="712637" y="5284639"/>
                  </a:lnTo>
                  <a:lnTo>
                    <a:pt x="712732" y="5284639"/>
                  </a:lnTo>
                  <a:lnTo>
                    <a:pt x="712826" y="5284639"/>
                  </a:lnTo>
                  <a:lnTo>
                    <a:pt x="712920" y="5284639"/>
                  </a:lnTo>
                  <a:lnTo>
                    <a:pt x="713014" y="5284639"/>
                  </a:lnTo>
                  <a:lnTo>
                    <a:pt x="713108" y="5284639"/>
                  </a:lnTo>
                  <a:lnTo>
                    <a:pt x="713202" y="5284639"/>
                  </a:lnTo>
                  <a:lnTo>
                    <a:pt x="713296" y="5284639"/>
                  </a:lnTo>
                  <a:lnTo>
                    <a:pt x="713391" y="5284639"/>
                  </a:lnTo>
                  <a:lnTo>
                    <a:pt x="713485" y="5284639"/>
                  </a:lnTo>
                  <a:lnTo>
                    <a:pt x="713579" y="5284639"/>
                  </a:lnTo>
                  <a:lnTo>
                    <a:pt x="713673" y="5284639"/>
                  </a:lnTo>
                  <a:lnTo>
                    <a:pt x="713767" y="5284639"/>
                  </a:lnTo>
                  <a:lnTo>
                    <a:pt x="713861" y="5284639"/>
                  </a:lnTo>
                  <a:lnTo>
                    <a:pt x="713956" y="5284639"/>
                  </a:lnTo>
                  <a:lnTo>
                    <a:pt x="714050" y="5284639"/>
                  </a:lnTo>
                  <a:lnTo>
                    <a:pt x="714144" y="5284639"/>
                  </a:lnTo>
                  <a:lnTo>
                    <a:pt x="714238" y="5284639"/>
                  </a:lnTo>
                  <a:lnTo>
                    <a:pt x="714332" y="5284639"/>
                  </a:lnTo>
                  <a:lnTo>
                    <a:pt x="714426" y="5284639"/>
                  </a:lnTo>
                  <a:lnTo>
                    <a:pt x="714520" y="5284639"/>
                  </a:lnTo>
                  <a:lnTo>
                    <a:pt x="714615" y="5284639"/>
                  </a:lnTo>
                  <a:lnTo>
                    <a:pt x="714709" y="5284639"/>
                  </a:lnTo>
                  <a:lnTo>
                    <a:pt x="714803" y="5284639"/>
                  </a:lnTo>
                  <a:lnTo>
                    <a:pt x="714897" y="5284639"/>
                  </a:lnTo>
                  <a:lnTo>
                    <a:pt x="714991" y="5284639"/>
                  </a:lnTo>
                  <a:lnTo>
                    <a:pt x="715085" y="5284639"/>
                  </a:lnTo>
                  <a:lnTo>
                    <a:pt x="715180" y="5284639"/>
                  </a:lnTo>
                  <a:lnTo>
                    <a:pt x="715274" y="5284639"/>
                  </a:lnTo>
                  <a:lnTo>
                    <a:pt x="715368" y="5284639"/>
                  </a:lnTo>
                  <a:lnTo>
                    <a:pt x="715462" y="5284639"/>
                  </a:lnTo>
                  <a:lnTo>
                    <a:pt x="715556" y="5284639"/>
                  </a:lnTo>
                  <a:lnTo>
                    <a:pt x="715650" y="5284639"/>
                  </a:lnTo>
                  <a:lnTo>
                    <a:pt x="715744" y="5284639"/>
                  </a:lnTo>
                  <a:lnTo>
                    <a:pt x="715839" y="5284639"/>
                  </a:lnTo>
                  <a:lnTo>
                    <a:pt x="715933" y="5284639"/>
                  </a:lnTo>
                  <a:lnTo>
                    <a:pt x="716027" y="5284639"/>
                  </a:lnTo>
                  <a:lnTo>
                    <a:pt x="716121" y="5284639"/>
                  </a:lnTo>
                  <a:lnTo>
                    <a:pt x="716215" y="5284639"/>
                  </a:lnTo>
                  <a:lnTo>
                    <a:pt x="716309" y="5284639"/>
                  </a:lnTo>
                  <a:lnTo>
                    <a:pt x="716404" y="5284639"/>
                  </a:lnTo>
                  <a:lnTo>
                    <a:pt x="716498" y="5284639"/>
                  </a:lnTo>
                  <a:lnTo>
                    <a:pt x="716592" y="5284639"/>
                  </a:lnTo>
                  <a:lnTo>
                    <a:pt x="716686" y="5284639"/>
                  </a:lnTo>
                  <a:lnTo>
                    <a:pt x="716780" y="5284639"/>
                  </a:lnTo>
                  <a:lnTo>
                    <a:pt x="716874" y="5284639"/>
                  </a:lnTo>
                  <a:lnTo>
                    <a:pt x="716968" y="5284639"/>
                  </a:lnTo>
                  <a:lnTo>
                    <a:pt x="717063" y="5284639"/>
                  </a:lnTo>
                  <a:lnTo>
                    <a:pt x="717157" y="5284639"/>
                  </a:lnTo>
                  <a:lnTo>
                    <a:pt x="717251" y="5284639"/>
                  </a:lnTo>
                  <a:lnTo>
                    <a:pt x="717345" y="5284639"/>
                  </a:lnTo>
                  <a:lnTo>
                    <a:pt x="717439" y="5284639"/>
                  </a:lnTo>
                  <a:lnTo>
                    <a:pt x="717533" y="5284639"/>
                  </a:lnTo>
                  <a:lnTo>
                    <a:pt x="717627" y="5284639"/>
                  </a:lnTo>
                  <a:lnTo>
                    <a:pt x="717627" y="5279728"/>
                  </a:lnTo>
                  <a:lnTo>
                    <a:pt x="717722" y="5279728"/>
                  </a:lnTo>
                  <a:lnTo>
                    <a:pt x="717816" y="5279728"/>
                  </a:lnTo>
                  <a:lnTo>
                    <a:pt x="717910" y="5279728"/>
                  </a:lnTo>
                  <a:lnTo>
                    <a:pt x="718004" y="5279728"/>
                  </a:lnTo>
                  <a:lnTo>
                    <a:pt x="718098" y="5279728"/>
                  </a:lnTo>
                  <a:lnTo>
                    <a:pt x="718192" y="5279728"/>
                  </a:lnTo>
                  <a:lnTo>
                    <a:pt x="718287" y="5279728"/>
                  </a:lnTo>
                  <a:lnTo>
                    <a:pt x="718381" y="5279728"/>
                  </a:lnTo>
                  <a:lnTo>
                    <a:pt x="718475" y="5279728"/>
                  </a:lnTo>
                  <a:lnTo>
                    <a:pt x="718569" y="5279728"/>
                  </a:lnTo>
                  <a:lnTo>
                    <a:pt x="718663" y="5279728"/>
                  </a:lnTo>
                  <a:lnTo>
                    <a:pt x="718757" y="5279728"/>
                  </a:lnTo>
                  <a:lnTo>
                    <a:pt x="718851" y="5279728"/>
                  </a:lnTo>
                  <a:lnTo>
                    <a:pt x="718946" y="5279728"/>
                  </a:lnTo>
                  <a:lnTo>
                    <a:pt x="719040" y="5279728"/>
                  </a:lnTo>
                  <a:lnTo>
                    <a:pt x="719134" y="5279728"/>
                  </a:lnTo>
                  <a:lnTo>
                    <a:pt x="719228" y="5279728"/>
                  </a:lnTo>
                  <a:lnTo>
                    <a:pt x="719322" y="5279728"/>
                  </a:lnTo>
                  <a:lnTo>
                    <a:pt x="719416" y="5279728"/>
                  </a:lnTo>
                  <a:lnTo>
                    <a:pt x="719511" y="5279728"/>
                  </a:lnTo>
                  <a:lnTo>
                    <a:pt x="719605" y="5279728"/>
                  </a:lnTo>
                  <a:lnTo>
                    <a:pt x="719699" y="5279728"/>
                  </a:lnTo>
                  <a:lnTo>
                    <a:pt x="719793" y="5279728"/>
                  </a:lnTo>
                  <a:lnTo>
                    <a:pt x="719887" y="5279728"/>
                  </a:lnTo>
                  <a:lnTo>
                    <a:pt x="719981" y="5279728"/>
                  </a:lnTo>
                  <a:lnTo>
                    <a:pt x="720075" y="5279728"/>
                  </a:lnTo>
                  <a:lnTo>
                    <a:pt x="720170" y="5279728"/>
                  </a:lnTo>
                  <a:lnTo>
                    <a:pt x="720264" y="5279728"/>
                  </a:lnTo>
                  <a:lnTo>
                    <a:pt x="720358" y="5279728"/>
                  </a:lnTo>
                  <a:lnTo>
                    <a:pt x="720452" y="5279728"/>
                  </a:lnTo>
                  <a:lnTo>
                    <a:pt x="720546" y="5279728"/>
                  </a:lnTo>
                  <a:lnTo>
                    <a:pt x="720640" y="5279728"/>
                  </a:lnTo>
                  <a:lnTo>
                    <a:pt x="720735" y="5279728"/>
                  </a:lnTo>
                  <a:lnTo>
                    <a:pt x="720829" y="5279728"/>
                  </a:lnTo>
                  <a:lnTo>
                    <a:pt x="720923" y="5279728"/>
                  </a:lnTo>
                  <a:lnTo>
                    <a:pt x="721017" y="5279728"/>
                  </a:lnTo>
                  <a:lnTo>
                    <a:pt x="721111" y="5279728"/>
                  </a:lnTo>
                  <a:lnTo>
                    <a:pt x="721205" y="5279728"/>
                  </a:lnTo>
                  <a:lnTo>
                    <a:pt x="721299" y="5279728"/>
                  </a:lnTo>
                  <a:lnTo>
                    <a:pt x="721394" y="5279728"/>
                  </a:lnTo>
                  <a:lnTo>
                    <a:pt x="721488" y="5279728"/>
                  </a:lnTo>
                  <a:lnTo>
                    <a:pt x="721582" y="5279728"/>
                  </a:lnTo>
                  <a:lnTo>
                    <a:pt x="721676" y="5279728"/>
                  </a:lnTo>
                  <a:lnTo>
                    <a:pt x="721770" y="5279728"/>
                  </a:lnTo>
                  <a:lnTo>
                    <a:pt x="721864" y="5279728"/>
                  </a:lnTo>
                  <a:lnTo>
                    <a:pt x="721958" y="5279728"/>
                  </a:lnTo>
                  <a:lnTo>
                    <a:pt x="722053" y="5279728"/>
                  </a:lnTo>
                  <a:lnTo>
                    <a:pt x="722147" y="5279728"/>
                  </a:lnTo>
                  <a:lnTo>
                    <a:pt x="722241" y="5279728"/>
                  </a:lnTo>
                  <a:lnTo>
                    <a:pt x="722335" y="5279728"/>
                  </a:lnTo>
                  <a:lnTo>
                    <a:pt x="722429" y="5279728"/>
                  </a:lnTo>
                  <a:lnTo>
                    <a:pt x="722523" y="5279728"/>
                  </a:lnTo>
                  <a:lnTo>
                    <a:pt x="722618" y="5279728"/>
                  </a:lnTo>
                  <a:lnTo>
                    <a:pt x="722712" y="5279728"/>
                  </a:lnTo>
                  <a:lnTo>
                    <a:pt x="722806" y="5279728"/>
                  </a:lnTo>
                  <a:lnTo>
                    <a:pt x="722900" y="5279728"/>
                  </a:lnTo>
                  <a:lnTo>
                    <a:pt x="722994" y="5279728"/>
                  </a:lnTo>
                  <a:lnTo>
                    <a:pt x="723088" y="5279728"/>
                  </a:lnTo>
                  <a:lnTo>
                    <a:pt x="723088" y="5274816"/>
                  </a:lnTo>
                  <a:lnTo>
                    <a:pt x="723182" y="5274816"/>
                  </a:lnTo>
                  <a:lnTo>
                    <a:pt x="723277" y="5274816"/>
                  </a:lnTo>
                  <a:lnTo>
                    <a:pt x="723371" y="5274816"/>
                  </a:lnTo>
                  <a:lnTo>
                    <a:pt x="723465" y="5274816"/>
                  </a:lnTo>
                  <a:lnTo>
                    <a:pt x="723465" y="5269905"/>
                  </a:lnTo>
                  <a:lnTo>
                    <a:pt x="723559" y="5269905"/>
                  </a:lnTo>
                  <a:lnTo>
                    <a:pt x="723653" y="5269905"/>
                  </a:lnTo>
                  <a:lnTo>
                    <a:pt x="723747" y="5269905"/>
                  </a:lnTo>
                  <a:lnTo>
                    <a:pt x="723842" y="5269905"/>
                  </a:lnTo>
                  <a:lnTo>
                    <a:pt x="723936" y="5269905"/>
                  </a:lnTo>
                  <a:lnTo>
                    <a:pt x="724030" y="5269905"/>
                  </a:lnTo>
                  <a:lnTo>
                    <a:pt x="724124" y="5269905"/>
                  </a:lnTo>
                  <a:lnTo>
                    <a:pt x="724218" y="5269905"/>
                  </a:lnTo>
                  <a:lnTo>
                    <a:pt x="724312" y="5269905"/>
                  </a:lnTo>
                  <a:lnTo>
                    <a:pt x="724406" y="5269905"/>
                  </a:lnTo>
                  <a:lnTo>
                    <a:pt x="724501" y="5269905"/>
                  </a:lnTo>
                  <a:lnTo>
                    <a:pt x="724595" y="5269905"/>
                  </a:lnTo>
                  <a:lnTo>
                    <a:pt x="724595" y="5264993"/>
                  </a:lnTo>
                  <a:lnTo>
                    <a:pt x="724689" y="5264993"/>
                  </a:lnTo>
                  <a:lnTo>
                    <a:pt x="724783" y="5264993"/>
                  </a:lnTo>
                  <a:lnTo>
                    <a:pt x="724877" y="5264993"/>
                  </a:lnTo>
                  <a:lnTo>
                    <a:pt x="724971" y="5264993"/>
                  </a:lnTo>
                  <a:lnTo>
                    <a:pt x="725066" y="5264993"/>
                  </a:lnTo>
                  <a:lnTo>
                    <a:pt x="725160" y="5264993"/>
                  </a:lnTo>
                  <a:lnTo>
                    <a:pt x="725254" y="5264993"/>
                  </a:lnTo>
                  <a:lnTo>
                    <a:pt x="725348" y="5264993"/>
                  </a:lnTo>
                  <a:lnTo>
                    <a:pt x="725442" y="5264993"/>
                  </a:lnTo>
                  <a:lnTo>
                    <a:pt x="725536" y="5264993"/>
                  </a:lnTo>
                  <a:lnTo>
                    <a:pt x="725630" y="5264993"/>
                  </a:lnTo>
                  <a:lnTo>
                    <a:pt x="725725" y="5264993"/>
                  </a:lnTo>
                  <a:lnTo>
                    <a:pt x="725819" y="5264993"/>
                  </a:lnTo>
                  <a:lnTo>
                    <a:pt x="725913" y="5264993"/>
                  </a:lnTo>
                  <a:lnTo>
                    <a:pt x="726007" y="5264993"/>
                  </a:lnTo>
                  <a:lnTo>
                    <a:pt x="726101" y="5264993"/>
                  </a:lnTo>
                  <a:lnTo>
                    <a:pt x="726195" y="5264993"/>
                  </a:lnTo>
                  <a:lnTo>
                    <a:pt x="726289" y="5264993"/>
                  </a:lnTo>
                  <a:lnTo>
                    <a:pt x="726384" y="5264993"/>
                  </a:lnTo>
                  <a:lnTo>
                    <a:pt x="726478" y="5264993"/>
                  </a:lnTo>
                  <a:lnTo>
                    <a:pt x="726572" y="5264993"/>
                  </a:lnTo>
                  <a:lnTo>
                    <a:pt x="726666" y="5264993"/>
                  </a:lnTo>
                  <a:lnTo>
                    <a:pt x="726760" y="5264993"/>
                  </a:lnTo>
                  <a:lnTo>
                    <a:pt x="726854" y="5264993"/>
                  </a:lnTo>
                  <a:lnTo>
                    <a:pt x="726949" y="5264993"/>
                  </a:lnTo>
                  <a:lnTo>
                    <a:pt x="727043" y="5264993"/>
                  </a:lnTo>
                  <a:lnTo>
                    <a:pt x="727137" y="5264993"/>
                  </a:lnTo>
                  <a:lnTo>
                    <a:pt x="727231" y="5264993"/>
                  </a:lnTo>
                  <a:lnTo>
                    <a:pt x="727325" y="5264993"/>
                  </a:lnTo>
                  <a:lnTo>
                    <a:pt x="727419" y="5264993"/>
                  </a:lnTo>
                  <a:lnTo>
                    <a:pt x="727513" y="5264993"/>
                  </a:lnTo>
                  <a:lnTo>
                    <a:pt x="727608" y="5264993"/>
                  </a:lnTo>
                  <a:lnTo>
                    <a:pt x="727702" y="5264993"/>
                  </a:lnTo>
                  <a:lnTo>
                    <a:pt x="727796" y="5264993"/>
                  </a:lnTo>
                  <a:lnTo>
                    <a:pt x="727890" y="5264993"/>
                  </a:lnTo>
                  <a:lnTo>
                    <a:pt x="727984" y="5264993"/>
                  </a:lnTo>
                  <a:lnTo>
                    <a:pt x="728078" y="5264993"/>
                  </a:lnTo>
                  <a:lnTo>
                    <a:pt x="728173" y="5264993"/>
                  </a:lnTo>
                  <a:lnTo>
                    <a:pt x="728267" y="5264993"/>
                  </a:lnTo>
                  <a:lnTo>
                    <a:pt x="728361" y="5264993"/>
                  </a:lnTo>
                  <a:lnTo>
                    <a:pt x="728455" y="5264993"/>
                  </a:lnTo>
                  <a:lnTo>
                    <a:pt x="728549" y="5264993"/>
                  </a:lnTo>
                  <a:lnTo>
                    <a:pt x="728643" y="5264993"/>
                  </a:lnTo>
                  <a:lnTo>
                    <a:pt x="728737" y="5264993"/>
                  </a:lnTo>
                  <a:lnTo>
                    <a:pt x="728832" y="5264993"/>
                  </a:lnTo>
                  <a:lnTo>
                    <a:pt x="728926" y="5264993"/>
                  </a:lnTo>
                  <a:lnTo>
                    <a:pt x="729020" y="5264993"/>
                  </a:lnTo>
                  <a:lnTo>
                    <a:pt x="729114" y="5264993"/>
                  </a:lnTo>
                  <a:lnTo>
                    <a:pt x="729208" y="5264993"/>
                  </a:lnTo>
                  <a:lnTo>
                    <a:pt x="729302" y="5264993"/>
                  </a:lnTo>
                  <a:lnTo>
                    <a:pt x="729397" y="5264993"/>
                  </a:lnTo>
                  <a:lnTo>
                    <a:pt x="729491" y="5264993"/>
                  </a:lnTo>
                  <a:lnTo>
                    <a:pt x="729585" y="5264993"/>
                  </a:lnTo>
                  <a:lnTo>
                    <a:pt x="729679" y="5264993"/>
                  </a:lnTo>
                  <a:lnTo>
                    <a:pt x="729773" y="5264993"/>
                  </a:lnTo>
                  <a:lnTo>
                    <a:pt x="729867" y="5264993"/>
                  </a:lnTo>
                  <a:lnTo>
                    <a:pt x="729961" y="5264993"/>
                  </a:lnTo>
                  <a:lnTo>
                    <a:pt x="730056" y="5264993"/>
                  </a:lnTo>
                  <a:lnTo>
                    <a:pt x="730150" y="5264993"/>
                  </a:lnTo>
                  <a:lnTo>
                    <a:pt x="730244" y="5264993"/>
                  </a:lnTo>
                  <a:lnTo>
                    <a:pt x="730338" y="5264993"/>
                  </a:lnTo>
                  <a:lnTo>
                    <a:pt x="730432" y="5264993"/>
                  </a:lnTo>
                  <a:lnTo>
                    <a:pt x="730526" y="5264993"/>
                  </a:lnTo>
                  <a:lnTo>
                    <a:pt x="730620" y="5264993"/>
                  </a:lnTo>
                  <a:lnTo>
                    <a:pt x="730715" y="5264993"/>
                  </a:lnTo>
                  <a:lnTo>
                    <a:pt x="730809" y="5264993"/>
                  </a:lnTo>
                  <a:lnTo>
                    <a:pt x="730903" y="5264993"/>
                  </a:lnTo>
                  <a:lnTo>
                    <a:pt x="730997" y="5264993"/>
                  </a:lnTo>
                  <a:lnTo>
                    <a:pt x="731091" y="5264993"/>
                  </a:lnTo>
                  <a:lnTo>
                    <a:pt x="731185" y="5264993"/>
                  </a:lnTo>
                  <a:lnTo>
                    <a:pt x="731280" y="5264993"/>
                  </a:lnTo>
                  <a:lnTo>
                    <a:pt x="731374" y="5264993"/>
                  </a:lnTo>
                  <a:lnTo>
                    <a:pt x="731468" y="5264993"/>
                  </a:lnTo>
                  <a:lnTo>
                    <a:pt x="731562" y="5264993"/>
                  </a:lnTo>
                  <a:lnTo>
                    <a:pt x="731656" y="5264993"/>
                  </a:lnTo>
                  <a:lnTo>
                    <a:pt x="731750" y="5264993"/>
                  </a:lnTo>
                  <a:lnTo>
                    <a:pt x="731844" y="5264993"/>
                  </a:lnTo>
                  <a:lnTo>
                    <a:pt x="731939" y="5264993"/>
                  </a:lnTo>
                  <a:lnTo>
                    <a:pt x="732033" y="5264993"/>
                  </a:lnTo>
                  <a:lnTo>
                    <a:pt x="732127" y="5264993"/>
                  </a:lnTo>
                  <a:lnTo>
                    <a:pt x="732221" y="5264993"/>
                  </a:lnTo>
                  <a:lnTo>
                    <a:pt x="732315" y="5264993"/>
                  </a:lnTo>
                  <a:lnTo>
                    <a:pt x="732409" y="5264993"/>
                  </a:lnTo>
                  <a:lnTo>
                    <a:pt x="732504" y="5264993"/>
                  </a:lnTo>
                  <a:lnTo>
                    <a:pt x="732598" y="5264993"/>
                  </a:lnTo>
                  <a:lnTo>
                    <a:pt x="732692" y="5264993"/>
                  </a:lnTo>
                  <a:lnTo>
                    <a:pt x="732786" y="5264993"/>
                  </a:lnTo>
                  <a:lnTo>
                    <a:pt x="732880" y="5264993"/>
                  </a:lnTo>
                  <a:lnTo>
                    <a:pt x="732974" y="5264993"/>
                  </a:lnTo>
                  <a:lnTo>
                    <a:pt x="733068" y="5264993"/>
                  </a:lnTo>
                  <a:lnTo>
                    <a:pt x="733163" y="5264993"/>
                  </a:lnTo>
                  <a:lnTo>
                    <a:pt x="733257" y="5264993"/>
                  </a:lnTo>
                  <a:lnTo>
                    <a:pt x="733351" y="5264993"/>
                  </a:lnTo>
                  <a:lnTo>
                    <a:pt x="733445" y="5264993"/>
                  </a:lnTo>
                  <a:lnTo>
                    <a:pt x="733539" y="5264993"/>
                  </a:lnTo>
                  <a:lnTo>
                    <a:pt x="733633" y="5264993"/>
                  </a:lnTo>
                  <a:lnTo>
                    <a:pt x="733728" y="5264993"/>
                  </a:lnTo>
                  <a:lnTo>
                    <a:pt x="733822" y="5264993"/>
                  </a:lnTo>
                  <a:lnTo>
                    <a:pt x="733916" y="5264993"/>
                  </a:lnTo>
                  <a:lnTo>
                    <a:pt x="734010" y="5264993"/>
                  </a:lnTo>
                  <a:lnTo>
                    <a:pt x="734104" y="5264993"/>
                  </a:lnTo>
                  <a:lnTo>
                    <a:pt x="734198" y="5264993"/>
                  </a:lnTo>
                  <a:lnTo>
                    <a:pt x="734292" y="5264993"/>
                  </a:lnTo>
                  <a:lnTo>
                    <a:pt x="734387" y="5264993"/>
                  </a:lnTo>
                  <a:lnTo>
                    <a:pt x="734481" y="5264993"/>
                  </a:lnTo>
                  <a:lnTo>
                    <a:pt x="734575" y="5264993"/>
                  </a:lnTo>
                  <a:lnTo>
                    <a:pt x="734669" y="5264993"/>
                  </a:lnTo>
                  <a:lnTo>
                    <a:pt x="734763" y="5264993"/>
                  </a:lnTo>
                  <a:lnTo>
                    <a:pt x="734857" y="5264993"/>
                  </a:lnTo>
                  <a:lnTo>
                    <a:pt x="734951" y="5264993"/>
                  </a:lnTo>
                  <a:lnTo>
                    <a:pt x="735046" y="5264993"/>
                  </a:lnTo>
                  <a:lnTo>
                    <a:pt x="735140" y="5264993"/>
                  </a:lnTo>
                  <a:lnTo>
                    <a:pt x="735234" y="5264993"/>
                  </a:lnTo>
                  <a:lnTo>
                    <a:pt x="735328" y="5264993"/>
                  </a:lnTo>
                  <a:lnTo>
                    <a:pt x="735422" y="5264993"/>
                  </a:lnTo>
                  <a:lnTo>
                    <a:pt x="735516" y="5264993"/>
                  </a:lnTo>
                  <a:lnTo>
                    <a:pt x="735611" y="5264993"/>
                  </a:lnTo>
                  <a:lnTo>
                    <a:pt x="735705" y="5264993"/>
                  </a:lnTo>
                  <a:lnTo>
                    <a:pt x="735799" y="5264993"/>
                  </a:lnTo>
                  <a:lnTo>
                    <a:pt x="735893" y="5264993"/>
                  </a:lnTo>
                  <a:lnTo>
                    <a:pt x="735987" y="5264993"/>
                  </a:lnTo>
                  <a:lnTo>
                    <a:pt x="736081" y="5264993"/>
                  </a:lnTo>
                  <a:lnTo>
                    <a:pt x="736175" y="5264993"/>
                  </a:lnTo>
                  <a:lnTo>
                    <a:pt x="736270" y="5264993"/>
                  </a:lnTo>
                  <a:lnTo>
                    <a:pt x="736364" y="5264993"/>
                  </a:lnTo>
                  <a:lnTo>
                    <a:pt x="736458" y="5264993"/>
                  </a:lnTo>
                  <a:lnTo>
                    <a:pt x="736552" y="5264993"/>
                  </a:lnTo>
                  <a:lnTo>
                    <a:pt x="736646" y="5264993"/>
                  </a:lnTo>
                  <a:lnTo>
                    <a:pt x="736740" y="5264993"/>
                  </a:lnTo>
                  <a:lnTo>
                    <a:pt x="736835" y="5264993"/>
                  </a:lnTo>
                  <a:lnTo>
                    <a:pt x="736929" y="5264993"/>
                  </a:lnTo>
                  <a:lnTo>
                    <a:pt x="737023" y="5264993"/>
                  </a:lnTo>
                  <a:lnTo>
                    <a:pt x="737117" y="5264993"/>
                  </a:lnTo>
                  <a:lnTo>
                    <a:pt x="737211" y="5264993"/>
                  </a:lnTo>
                  <a:lnTo>
                    <a:pt x="737305" y="5264993"/>
                  </a:lnTo>
                  <a:lnTo>
                    <a:pt x="737305" y="5260082"/>
                  </a:lnTo>
                  <a:lnTo>
                    <a:pt x="737399" y="5260082"/>
                  </a:lnTo>
                  <a:lnTo>
                    <a:pt x="737494" y="5260082"/>
                  </a:lnTo>
                  <a:lnTo>
                    <a:pt x="737588" y="5260082"/>
                  </a:lnTo>
                  <a:lnTo>
                    <a:pt x="737682" y="5260082"/>
                  </a:lnTo>
                  <a:lnTo>
                    <a:pt x="737776" y="5260082"/>
                  </a:lnTo>
                  <a:lnTo>
                    <a:pt x="737870" y="5260082"/>
                  </a:lnTo>
                  <a:lnTo>
                    <a:pt x="737964" y="5260082"/>
                  </a:lnTo>
                  <a:lnTo>
                    <a:pt x="738059" y="5260082"/>
                  </a:lnTo>
                  <a:lnTo>
                    <a:pt x="738153" y="5260082"/>
                  </a:lnTo>
                  <a:lnTo>
                    <a:pt x="738247" y="5260082"/>
                  </a:lnTo>
                  <a:lnTo>
                    <a:pt x="738341" y="5260082"/>
                  </a:lnTo>
                  <a:lnTo>
                    <a:pt x="738435" y="5260082"/>
                  </a:lnTo>
                  <a:lnTo>
                    <a:pt x="738529" y="5260082"/>
                  </a:lnTo>
                  <a:lnTo>
                    <a:pt x="738623" y="5260082"/>
                  </a:lnTo>
                  <a:lnTo>
                    <a:pt x="738718" y="5260082"/>
                  </a:lnTo>
                  <a:lnTo>
                    <a:pt x="738812" y="5260082"/>
                  </a:lnTo>
                  <a:lnTo>
                    <a:pt x="738906" y="5260082"/>
                  </a:lnTo>
                  <a:lnTo>
                    <a:pt x="739000" y="5260082"/>
                  </a:lnTo>
                  <a:lnTo>
                    <a:pt x="739094" y="5260082"/>
                  </a:lnTo>
                  <a:lnTo>
                    <a:pt x="739188" y="5260082"/>
                  </a:lnTo>
                  <a:lnTo>
                    <a:pt x="739282" y="5260082"/>
                  </a:lnTo>
                  <a:lnTo>
                    <a:pt x="739377" y="5260082"/>
                  </a:lnTo>
                  <a:lnTo>
                    <a:pt x="739471" y="5260082"/>
                  </a:lnTo>
                  <a:lnTo>
                    <a:pt x="739565" y="5260082"/>
                  </a:lnTo>
                  <a:lnTo>
                    <a:pt x="739659" y="5260082"/>
                  </a:lnTo>
                  <a:lnTo>
                    <a:pt x="739753" y="5260082"/>
                  </a:lnTo>
                  <a:lnTo>
                    <a:pt x="739847" y="5260082"/>
                  </a:lnTo>
                  <a:lnTo>
                    <a:pt x="739942" y="5260082"/>
                  </a:lnTo>
                  <a:lnTo>
                    <a:pt x="740036" y="5260082"/>
                  </a:lnTo>
                  <a:lnTo>
                    <a:pt x="740130" y="5260082"/>
                  </a:lnTo>
                  <a:lnTo>
                    <a:pt x="740224" y="5260082"/>
                  </a:lnTo>
                  <a:lnTo>
                    <a:pt x="740318" y="5260082"/>
                  </a:lnTo>
                  <a:lnTo>
                    <a:pt x="740318" y="5255171"/>
                  </a:lnTo>
                  <a:lnTo>
                    <a:pt x="740412" y="5255171"/>
                  </a:lnTo>
                  <a:lnTo>
                    <a:pt x="740506" y="5255171"/>
                  </a:lnTo>
                  <a:lnTo>
                    <a:pt x="740601" y="5255171"/>
                  </a:lnTo>
                  <a:lnTo>
                    <a:pt x="740695" y="5255171"/>
                  </a:lnTo>
                  <a:lnTo>
                    <a:pt x="740789" y="5255171"/>
                  </a:lnTo>
                  <a:lnTo>
                    <a:pt x="740883" y="5255171"/>
                  </a:lnTo>
                  <a:lnTo>
                    <a:pt x="740883" y="5250259"/>
                  </a:lnTo>
                  <a:lnTo>
                    <a:pt x="740977" y="5250259"/>
                  </a:lnTo>
                  <a:lnTo>
                    <a:pt x="741071" y="5250259"/>
                  </a:lnTo>
                  <a:lnTo>
                    <a:pt x="741166" y="5250259"/>
                  </a:lnTo>
                  <a:lnTo>
                    <a:pt x="741260" y="5250259"/>
                  </a:lnTo>
                  <a:lnTo>
                    <a:pt x="741354" y="5250259"/>
                  </a:lnTo>
                  <a:lnTo>
                    <a:pt x="741448" y="5250259"/>
                  </a:lnTo>
                  <a:lnTo>
                    <a:pt x="741448" y="5245348"/>
                  </a:lnTo>
                  <a:lnTo>
                    <a:pt x="741542" y="5245348"/>
                  </a:lnTo>
                  <a:lnTo>
                    <a:pt x="741636" y="5245348"/>
                  </a:lnTo>
                  <a:lnTo>
                    <a:pt x="741730" y="5245348"/>
                  </a:lnTo>
                  <a:lnTo>
                    <a:pt x="741825" y="5245348"/>
                  </a:lnTo>
                  <a:lnTo>
                    <a:pt x="741919" y="5245348"/>
                  </a:lnTo>
                  <a:lnTo>
                    <a:pt x="742013" y="5245348"/>
                  </a:lnTo>
                  <a:lnTo>
                    <a:pt x="742107" y="5245348"/>
                  </a:lnTo>
                  <a:lnTo>
                    <a:pt x="742201" y="5245348"/>
                  </a:lnTo>
                  <a:lnTo>
                    <a:pt x="742295" y="5245348"/>
                  </a:lnTo>
                  <a:lnTo>
                    <a:pt x="742390" y="5245348"/>
                  </a:lnTo>
                  <a:lnTo>
                    <a:pt x="742484" y="5245348"/>
                  </a:lnTo>
                  <a:lnTo>
                    <a:pt x="742578" y="5245348"/>
                  </a:lnTo>
                  <a:lnTo>
                    <a:pt x="742672" y="5245348"/>
                  </a:lnTo>
                  <a:lnTo>
                    <a:pt x="742766" y="5245348"/>
                  </a:lnTo>
                  <a:lnTo>
                    <a:pt x="742860" y="5245348"/>
                  </a:lnTo>
                  <a:lnTo>
                    <a:pt x="742954" y="5245348"/>
                  </a:lnTo>
                  <a:lnTo>
                    <a:pt x="743049" y="5245348"/>
                  </a:lnTo>
                  <a:lnTo>
                    <a:pt x="743143" y="5245348"/>
                  </a:lnTo>
                  <a:lnTo>
                    <a:pt x="743237" y="5245348"/>
                  </a:lnTo>
                  <a:lnTo>
                    <a:pt x="743331" y="5245348"/>
                  </a:lnTo>
                  <a:lnTo>
                    <a:pt x="743425" y="5245348"/>
                  </a:lnTo>
                  <a:lnTo>
                    <a:pt x="743519" y="5245348"/>
                  </a:lnTo>
                  <a:lnTo>
                    <a:pt x="743613" y="5245348"/>
                  </a:lnTo>
                  <a:lnTo>
                    <a:pt x="743708" y="5245348"/>
                  </a:lnTo>
                  <a:lnTo>
                    <a:pt x="743802" y="5245348"/>
                  </a:lnTo>
                  <a:lnTo>
                    <a:pt x="743896" y="5245348"/>
                  </a:lnTo>
                  <a:lnTo>
                    <a:pt x="743990" y="5245348"/>
                  </a:lnTo>
                  <a:lnTo>
                    <a:pt x="744084" y="5245348"/>
                  </a:lnTo>
                  <a:lnTo>
                    <a:pt x="744178" y="5245348"/>
                  </a:lnTo>
                  <a:lnTo>
                    <a:pt x="744273" y="5245348"/>
                  </a:lnTo>
                  <a:lnTo>
                    <a:pt x="744367" y="5245348"/>
                  </a:lnTo>
                  <a:lnTo>
                    <a:pt x="744461" y="5245348"/>
                  </a:lnTo>
                  <a:lnTo>
                    <a:pt x="744461" y="5240437"/>
                  </a:lnTo>
                  <a:lnTo>
                    <a:pt x="744555" y="5240437"/>
                  </a:lnTo>
                  <a:lnTo>
                    <a:pt x="744649" y="5240437"/>
                  </a:lnTo>
                  <a:lnTo>
                    <a:pt x="744743" y="5240437"/>
                  </a:lnTo>
                  <a:lnTo>
                    <a:pt x="744837" y="5240437"/>
                  </a:lnTo>
                  <a:lnTo>
                    <a:pt x="744932" y="5240437"/>
                  </a:lnTo>
                  <a:lnTo>
                    <a:pt x="745026" y="5240437"/>
                  </a:lnTo>
                  <a:lnTo>
                    <a:pt x="745120" y="5240437"/>
                  </a:lnTo>
                  <a:lnTo>
                    <a:pt x="745214" y="5240437"/>
                  </a:lnTo>
                  <a:lnTo>
                    <a:pt x="745308" y="5240437"/>
                  </a:lnTo>
                  <a:lnTo>
                    <a:pt x="745402" y="5240437"/>
                  </a:lnTo>
                  <a:lnTo>
                    <a:pt x="745497" y="5240437"/>
                  </a:lnTo>
                  <a:lnTo>
                    <a:pt x="745591" y="5240437"/>
                  </a:lnTo>
                  <a:lnTo>
                    <a:pt x="745685" y="5240437"/>
                  </a:lnTo>
                  <a:lnTo>
                    <a:pt x="745779" y="5240437"/>
                  </a:lnTo>
                  <a:lnTo>
                    <a:pt x="745873" y="5240437"/>
                  </a:lnTo>
                  <a:lnTo>
                    <a:pt x="745967" y="5240437"/>
                  </a:lnTo>
                  <a:lnTo>
                    <a:pt x="746061" y="5240437"/>
                  </a:lnTo>
                  <a:lnTo>
                    <a:pt x="746156" y="5240437"/>
                  </a:lnTo>
                  <a:lnTo>
                    <a:pt x="746250" y="5240437"/>
                  </a:lnTo>
                  <a:lnTo>
                    <a:pt x="746344" y="5240437"/>
                  </a:lnTo>
                  <a:lnTo>
                    <a:pt x="746438" y="5240437"/>
                  </a:lnTo>
                  <a:lnTo>
                    <a:pt x="746532" y="5240437"/>
                  </a:lnTo>
                  <a:lnTo>
                    <a:pt x="746626" y="5240437"/>
                  </a:lnTo>
                  <a:lnTo>
                    <a:pt x="746721" y="5240437"/>
                  </a:lnTo>
                  <a:lnTo>
                    <a:pt x="746815" y="5240437"/>
                  </a:lnTo>
                  <a:lnTo>
                    <a:pt x="746909" y="5240437"/>
                  </a:lnTo>
                  <a:lnTo>
                    <a:pt x="747003" y="5240437"/>
                  </a:lnTo>
                  <a:lnTo>
                    <a:pt x="747003" y="5235525"/>
                  </a:lnTo>
                  <a:lnTo>
                    <a:pt x="747097" y="5235525"/>
                  </a:lnTo>
                  <a:lnTo>
                    <a:pt x="747191" y="5235525"/>
                  </a:lnTo>
                  <a:lnTo>
                    <a:pt x="747285" y="5235525"/>
                  </a:lnTo>
                  <a:lnTo>
                    <a:pt x="747380" y="5235525"/>
                  </a:lnTo>
                  <a:lnTo>
                    <a:pt x="747474" y="5235525"/>
                  </a:lnTo>
                  <a:lnTo>
                    <a:pt x="747568" y="5235525"/>
                  </a:lnTo>
                  <a:lnTo>
                    <a:pt x="747662" y="5235525"/>
                  </a:lnTo>
                  <a:lnTo>
                    <a:pt x="747756" y="5235525"/>
                  </a:lnTo>
                  <a:lnTo>
                    <a:pt x="747850" y="5235525"/>
                  </a:lnTo>
                  <a:lnTo>
                    <a:pt x="747944" y="5235525"/>
                  </a:lnTo>
                  <a:lnTo>
                    <a:pt x="748039" y="5235525"/>
                  </a:lnTo>
                  <a:lnTo>
                    <a:pt x="748133" y="5235525"/>
                  </a:lnTo>
                  <a:lnTo>
                    <a:pt x="748227" y="5235525"/>
                  </a:lnTo>
                  <a:lnTo>
                    <a:pt x="748321" y="5235525"/>
                  </a:lnTo>
                  <a:lnTo>
                    <a:pt x="748415" y="5235525"/>
                  </a:lnTo>
                  <a:lnTo>
                    <a:pt x="748509" y="5235525"/>
                  </a:lnTo>
                  <a:lnTo>
                    <a:pt x="748604" y="5235525"/>
                  </a:lnTo>
                  <a:lnTo>
                    <a:pt x="748698" y="5235525"/>
                  </a:lnTo>
                  <a:lnTo>
                    <a:pt x="748792" y="5235525"/>
                  </a:lnTo>
                  <a:lnTo>
                    <a:pt x="748886" y="5235525"/>
                  </a:lnTo>
                  <a:lnTo>
                    <a:pt x="748980" y="5235525"/>
                  </a:lnTo>
                  <a:lnTo>
                    <a:pt x="749074" y="5235525"/>
                  </a:lnTo>
                  <a:lnTo>
                    <a:pt x="749168" y="5235525"/>
                  </a:lnTo>
                  <a:lnTo>
                    <a:pt x="749263" y="5235525"/>
                  </a:lnTo>
                  <a:lnTo>
                    <a:pt x="749357" y="5235525"/>
                  </a:lnTo>
                  <a:lnTo>
                    <a:pt x="749451" y="5235525"/>
                  </a:lnTo>
                  <a:lnTo>
                    <a:pt x="749545" y="5235525"/>
                  </a:lnTo>
                  <a:lnTo>
                    <a:pt x="749639" y="5235525"/>
                  </a:lnTo>
                  <a:lnTo>
                    <a:pt x="749733" y="5235525"/>
                  </a:lnTo>
                  <a:lnTo>
                    <a:pt x="749828" y="5235525"/>
                  </a:lnTo>
                  <a:lnTo>
                    <a:pt x="749922" y="5235525"/>
                  </a:lnTo>
                  <a:lnTo>
                    <a:pt x="750016" y="5235525"/>
                  </a:lnTo>
                  <a:lnTo>
                    <a:pt x="750110" y="5235525"/>
                  </a:lnTo>
                  <a:lnTo>
                    <a:pt x="750204" y="5235525"/>
                  </a:lnTo>
                  <a:lnTo>
                    <a:pt x="750298" y="5235525"/>
                  </a:lnTo>
                  <a:lnTo>
                    <a:pt x="750392" y="5235525"/>
                  </a:lnTo>
                  <a:lnTo>
                    <a:pt x="750487" y="5235525"/>
                  </a:lnTo>
                  <a:lnTo>
                    <a:pt x="750581" y="5235525"/>
                  </a:lnTo>
                  <a:lnTo>
                    <a:pt x="750675" y="5235525"/>
                  </a:lnTo>
                  <a:lnTo>
                    <a:pt x="750769" y="5235525"/>
                  </a:lnTo>
                  <a:lnTo>
                    <a:pt x="750863" y="5235525"/>
                  </a:lnTo>
                  <a:lnTo>
                    <a:pt x="750957" y="5235525"/>
                  </a:lnTo>
                  <a:lnTo>
                    <a:pt x="751052" y="5235525"/>
                  </a:lnTo>
                  <a:lnTo>
                    <a:pt x="751146" y="5235525"/>
                  </a:lnTo>
                  <a:lnTo>
                    <a:pt x="751240" y="5235525"/>
                  </a:lnTo>
                  <a:lnTo>
                    <a:pt x="751334" y="5235525"/>
                  </a:lnTo>
                  <a:lnTo>
                    <a:pt x="751428" y="5235525"/>
                  </a:lnTo>
                  <a:lnTo>
                    <a:pt x="751522" y="5235525"/>
                  </a:lnTo>
                  <a:lnTo>
                    <a:pt x="751616" y="5235525"/>
                  </a:lnTo>
                  <a:lnTo>
                    <a:pt x="751711" y="5235525"/>
                  </a:lnTo>
                  <a:lnTo>
                    <a:pt x="751805" y="5235525"/>
                  </a:lnTo>
                  <a:lnTo>
                    <a:pt x="751899" y="5235525"/>
                  </a:lnTo>
                  <a:lnTo>
                    <a:pt x="751993" y="5235525"/>
                  </a:lnTo>
                  <a:lnTo>
                    <a:pt x="752087" y="5235525"/>
                  </a:lnTo>
                  <a:lnTo>
                    <a:pt x="752181" y="5235525"/>
                  </a:lnTo>
                  <a:lnTo>
                    <a:pt x="752275" y="5235525"/>
                  </a:lnTo>
                  <a:lnTo>
                    <a:pt x="752370" y="5235525"/>
                  </a:lnTo>
                  <a:lnTo>
                    <a:pt x="752464" y="5235525"/>
                  </a:lnTo>
                  <a:lnTo>
                    <a:pt x="752558" y="5235525"/>
                  </a:lnTo>
                  <a:lnTo>
                    <a:pt x="752652" y="5235525"/>
                  </a:lnTo>
                  <a:lnTo>
                    <a:pt x="752746" y="5235525"/>
                  </a:lnTo>
                  <a:lnTo>
                    <a:pt x="752746" y="5230614"/>
                  </a:lnTo>
                  <a:lnTo>
                    <a:pt x="752840" y="5230614"/>
                  </a:lnTo>
                  <a:lnTo>
                    <a:pt x="752935" y="5230614"/>
                  </a:lnTo>
                  <a:lnTo>
                    <a:pt x="753029" y="5230614"/>
                  </a:lnTo>
                  <a:lnTo>
                    <a:pt x="753123" y="5230614"/>
                  </a:lnTo>
                  <a:lnTo>
                    <a:pt x="753217" y="5230614"/>
                  </a:lnTo>
                  <a:lnTo>
                    <a:pt x="753311" y="5230614"/>
                  </a:lnTo>
                  <a:lnTo>
                    <a:pt x="753405" y="5230614"/>
                  </a:lnTo>
                  <a:lnTo>
                    <a:pt x="753499" y="5230614"/>
                  </a:lnTo>
                  <a:lnTo>
                    <a:pt x="753594" y="5230614"/>
                  </a:lnTo>
                  <a:lnTo>
                    <a:pt x="753688" y="5230614"/>
                  </a:lnTo>
                  <a:lnTo>
                    <a:pt x="753782" y="5230614"/>
                  </a:lnTo>
                  <a:lnTo>
                    <a:pt x="753876" y="5230614"/>
                  </a:lnTo>
                  <a:lnTo>
                    <a:pt x="753970" y="5230614"/>
                  </a:lnTo>
                  <a:lnTo>
                    <a:pt x="754064" y="5230614"/>
                  </a:lnTo>
                  <a:lnTo>
                    <a:pt x="754159" y="5230614"/>
                  </a:lnTo>
                  <a:lnTo>
                    <a:pt x="754253" y="5230614"/>
                  </a:lnTo>
                  <a:lnTo>
                    <a:pt x="754347" y="5230614"/>
                  </a:lnTo>
                  <a:lnTo>
                    <a:pt x="754441" y="5230614"/>
                  </a:lnTo>
                  <a:lnTo>
                    <a:pt x="754535" y="5230614"/>
                  </a:lnTo>
                  <a:lnTo>
                    <a:pt x="754629" y="5230614"/>
                  </a:lnTo>
                  <a:lnTo>
                    <a:pt x="754723" y="5230614"/>
                  </a:lnTo>
                  <a:lnTo>
                    <a:pt x="754818" y="5230614"/>
                  </a:lnTo>
                  <a:lnTo>
                    <a:pt x="754912" y="5230614"/>
                  </a:lnTo>
                  <a:lnTo>
                    <a:pt x="755006" y="5230614"/>
                  </a:lnTo>
                  <a:lnTo>
                    <a:pt x="755100" y="5230614"/>
                  </a:lnTo>
                  <a:lnTo>
                    <a:pt x="755194" y="5230614"/>
                  </a:lnTo>
                  <a:lnTo>
                    <a:pt x="755288" y="5230614"/>
                  </a:lnTo>
                  <a:lnTo>
                    <a:pt x="755383" y="5230614"/>
                  </a:lnTo>
                  <a:lnTo>
                    <a:pt x="755477" y="5230614"/>
                  </a:lnTo>
                  <a:lnTo>
                    <a:pt x="755571" y="5230614"/>
                  </a:lnTo>
                  <a:lnTo>
                    <a:pt x="755665" y="5230614"/>
                  </a:lnTo>
                  <a:lnTo>
                    <a:pt x="755759" y="5230614"/>
                  </a:lnTo>
                  <a:lnTo>
                    <a:pt x="755853" y="5230614"/>
                  </a:lnTo>
                  <a:lnTo>
                    <a:pt x="755947" y="5230614"/>
                  </a:lnTo>
                  <a:lnTo>
                    <a:pt x="756042" y="5230614"/>
                  </a:lnTo>
                  <a:lnTo>
                    <a:pt x="756136" y="5230614"/>
                  </a:lnTo>
                  <a:lnTo>
                    <a:pt x="756230" y="5230614"/>
                  </a:lnTo>
                  <a:lnTo>
                    <a:pt x="756324" y="5230614"/>
                  </a:lnTo>
                  <a:lnTo>
                    <a:pt x="756418" y="5230614"/>
                  </a:lnTo>
                  <a:lnTo>
                    <a:pt x="756512" y="5230614"/>
                  </a:lnTo>
                  <a:lnTo>
                    <a:pt x="756606" y="5230614"/>
                  </a:lnTo>
                  <a:lnTo>
                    <a:pt x="756701" y="5230614"/>
                  </a:lnTo>
                  <a:lnTo>
                    <a:pt x="756795" y="5230614"/>
                  </a:lnTo>
                  <a:lnTo>
                    <a:pt x="756889" y="5230614"/>
                  </a:lnTo>
                  <a:lnTo>
                    <a:pt x="756983" y="5230614"/>
                  </a:lnTo>
                  <a:lnTo>
                    <a:pt x="757077" y="5230614"/>
                  </a:lnTo>
                  <a:lnTo>
                    <a:pt x="757171" y="5230614"/>
                  </a:lnTo>
                  <a:lnTo>
                    <a:pt x="757266" y="5230614"/>
                  </a:lnTo>
                  <a:lnTo>
                    <a:pt x="757360" y="5230614"/>
                  </a:lnTo>
                  <a:lnTo>
                    <a:pt x="757454" y="5230614"/>
                  </a:lnTo>
                  <a:lnTo>
                    <a:pt x="757548" y="5230614"/>
                  </a:lnTo>
                  <a:lnTo>
                    <a:pt x="757642" y="5230614"/>
                  </a:lnTo>
                  <a:lnTo>
                    <a:pt x="757736" y="5230614"/>
                  </a:lnTo>
                  <a:lnTo>
                    <a:pt x="757830" y="5230614"/>
                  </a:lnTo>
                  <a:lnTo>
                    <a:pt x="757925" y="5230614"/>
                  </a:lnTo>
                  <a:lnTo>
                    <a:pt x="757925" y="5225702"/>
                  </a:lnTo>
                  <a:lnTo>
                    <a:pt x="758019" y="5225702"/>
                  </a:lnTo>
                  <a:lnTo>
                    <a:pt x="758113" y="5225702"/>
                  </a:lnTo>
                  <a:lnTo>
                    <a:pt x="758113" y="5220791"/>
                  </a:lnTo>
                  <a:lnTo>
                    <a:pt x="758207" y="5220791"/>
                  </a:lnTo>
                  <a:lnTo>
                    <a:pt x="758301" y="5220791"/>
                  </a:lnTo>
                  <a:lnTo>
                    <a:pt x="758395" y="5220791"/>
                  </a:lnTo>
                  <a:lnTo>
                    <a:pt x="758490" y="5220791"/>
                  </a:lnTo>
                  <a:lnTo>
                    <a:pt x="758584" y="5220791"/>
                  </a:lnTo>
                  <a:lnTo>
                    <a:pt x="758678" y="5220791"/>
                  </a:lnTo>
                  <a:lnTo>
                    <a:pt x="758772" y="5220791"/>
                  </a:lnTo>
                  <a:lnTo>
                    <a:pt x="758866" y="5220791"/>
                  </a:lnTo>
                  <a:lnTo>
                    <a:pt x="758960" y="5220791"/>
                  </a:lnTo>
                  <a:lnTo>
                    <a:pt x="759054" y="5220791"/>
                  </a:lnTo>
                  <a:lnTo>
                    <a:pt x="759149" y="5220791"/>
                  </a:lnTo>
                  <a:lnTo>
                    <a:pt x="759243" y="5220791"/>
                  </a:lnTo>
                  <a:lnTo>
                    <a:pt x="759337" y="5220791"/>
                  </a:lnTo>
                  <a:lnTo>
                    <a:pt x="759431" y="5220791"/>
                  </a:lnTo>
                  <a:lnTo>
                    <a:pt x="759525" y="5220791"/>
                  </a:lnTo>
                  <a:lnTo>
                    <a:pt x="759619" y="5220791"/>
                  </a:lnTo>
                  <a:lnTo>
                    <a:pt x="759714" y="5220791"/>
                  </a:lnTo>
                  <a:lnTo>
                    <a:pt x="759808" y="5220791"/>
                  </a:lnTo>
                  <a:lnTo>
                    <a:pt x="759902" y="5220791"/>
                  </a:lnTo>
                  <a:lnTo>
                    <a:pt x="759996" y="5220791"/>
                  </a:lnTo>
                  <a:lnTo>
                    <a:pt x="760090" y="5220791"/>
                  </a:lnTo>
                  <a:lnTo>
                    <a:pt x="760184" y="5220791"/>
                  </a:lnTo>
                  <a:lnTo>
                    <a:pt x="760278" y="5220791"/>
                  </a:lnTo>
                  <a:lnTo>
                    <a:pt x="760373" y="5220791"/>
                  </a:lnTo>
                  <a:lnTo>
                    <a:pt x="760467" y="5220791"/>
                  </a:lnTo>
                  <a:lnTo>
                    <a:pt x="760561" y="5220791"/>
                  </a:lnTo>
                  <a:lnTo>
                    <a:pt x="760655" y="5220791"/>
                  </a:lnTo>
                  <a:lnTo>
                    <a:pt x="760749" y="5220791"/>
                  </a:lnTo>
                  <a:lnTo>
                    <a:pt x="760843" y="5220791"/>
                  </a:lnTo>
                  <a:lnTo>
                    <a:pt x="760937" y="5220791"/>
                  </a:lnTo>
                  <a:lnTo>
                    <a:pt x="761032" y="5220791"/>
                  </a:lnTo>
                  <a:lnTo>
                    <a:pt x="761126" y="5220791"/>
                  </a:lnTo>
                  <a:lnTo>
                    <a:pt x="761220" y="5220791"/>
                  </a:lnTo>
                  <a:lnTo>
                    <a:pt x="761314" y="5220791"/>
                  </a:lnTo>
                  <a:lnTo>
                    <a:pt x="761408" y="5220791"/>
                  </a:lnTo>
                  <a:lnTo>
                    <a:pt x="761502" y="5220791"/>
                  </a:lnTo>
                  <a:lnTo>
                    <a:pt x="761597" y="5220791"/>
                  </a:lnTo>
                  <a:lnTo>
                    <a:pt x="761691" y="5220791"/>
                  </a:lnTo>
                  <a:lnTo>
                    <a:pt x="761785" y="5220791"/>
                  </a:lnTo>
                  <a:lnTo>
                    <a:pt x="761879" y="5220791"/>
                  </a:lnTo>
                  <a:lnTo>
                    <a:pt x="761973" y="5220791"/>
                  </a:lnTo>
                  <a:lnTo>
                    <a:pt x="762067" y="5220791"/>
                  </a:lnTo>
                  <a:lnTo>
                    <a:pt x="762161" y="5220791"/>
                  </a:lnTo>
                  <a:lnTo>
                    <a:pt x="762256" y="5220791"/>
                  </a:lnTo>
                  <a:lnTo>
                    <a:pt x="762350" y="5220791"/>
                  </a:lnTo>
                  <a:lnTo>
                    <a:pt x="762444" y="5220791"/>
                  </a:lnTo>
                  <a:lnTo>
                    <a:pt x="762538" y="5220791"/>
                  </a:lnTo>
                  <a:lnTo>
                    <a:pt x="762632" y="5220791"/>
                  </a:lnTo>
                  <a:lnTo>
                    <a:pt x="762726" y="5220791"/>
                  </a:lnTo>
                  <a:lnTo>
                    <a:pt x="762821" y="5220791"/>
                  </a:lnTo>
                  <a:lnTo>
                    <a:pt x="762915" y="5220791"/>
                  </a:lnTo>
                  <a:lnTo>
                    <a:pt x="763009" y="5220791"/>
                  </a:lnTo>
                  <a:lnTo>
                    <a:pt x="763103" y="5220791"/>
                  </a:lnTo>
                  <a:lnTo>
                    <a:pt x="763197" y="5220791"/>
                  </a:lnTo>
                  <a:lnTo>
                    <a:pt x="763291" y="5220791"/>
                  </a:lnTo>
                  <a:lnTo>
                    <a:pt x="763385" y="5220791"/>
                  </a:lnTo>
                  <a:lnTo>
                    <a:pt x="763480" y="5220791"/>
                  </a:lnTo>
                  <a:lnTo>
                    <a:pt x="763574" y="5220791"/>
                  </a:lnTo>
                  <a:lnTo>
                    <a:pt x="763668" y="5220791"/>
                  </a:lnTo>
                  <a:lnTo>
                    <a:pt x="763762" y="5220791"/>
                  </a:lnTo>
                  <a:lnTo>
                    <a:pt x="763856" y="5220791"/>
                  </a:lnTo>
                  <a:lnTo>
                    <a:pt x="763950" y="5220791"/>
                  </a:lnTo>
                  <a:lnTo>
                    <a:pt x="764045" y="5220791"/>
                  </a:lnTo>
                  <a:lnTo>
                    <a:pt x="764139" y="5220791"/>
                  </a:lnTo>
                  <a:lnTo>
                    <a:pt x="764233" y="5220791"/>
                  </a:lnTo>
                  <a:lnTo>
                    <a:pt x="764327" y="5220791"/>
                  </a:lnTo>
                  <a:lnTo>
                    <a:pt x="764421" y="5220791"/>
                  </a:lnTo>
                  <a:lnTo>
                    <a:pt x="764515" y="5220791"/>
                  </a:lnTo>
                  <a:lnTo>
                    <a:pt x="764515" y="5215880"/>
                  </a:lnTo>
                  <a:lnTo>
                    <a:pt x="764609" y="5215880"/>
                  </a:lnTo>
                  <a:lnTo>
                    <a:pt x="764704" y="5215880"/>
                  </a:lnTo>
                  <a:lnTo>
                    <a:pt x="764798" y="5215880"/>
                  </a:lnTo>
                  <a:lnTo>
                    <a:pt x="764892" y="5215880"/>
                  </a:lnTo>
                  <a:lnTo>
                    <a:pt x="764986" y="5215880"/>
                  </a:lnTo>
                  <a:lnTo>
                    <a:pt x="765080" y="5215880"/>
                  </a:lnTo>
                  <a:lnTo>
                    <a:pt x="765174" y="5215880"/>
                  </a:lnTo>
                  <a:lnTo>
                    <a:pt x="765268" y="5215880"/>
                  </a:lnTo>
                  <a:lnTo>
                    <a:pt x="765363" y="5215880"/>
                  </a:lnTo>
                  <a:lnTo>
                    <a:pt x="765457" y="5215880"/>
                  </a:lnTo>
                  <a:lnTo>
                    <a:pt x="765551" y="5215880"/>
                  </a:lnTo>
                  <a:lnTo>
                    <a:pt x="765645" y="5215880"/>
                  </a:lnTo>
                  <a:lnTo>
                    <a:pt x="765739" y="5215880"/>
                  </a:lnTo>
                  <a:lnTo>
                    <a:pt x="765833" y="5215880"/>
                  </a:lnTo>
                  <a:lnTo>
                    <a:pt x="765928" y="5215880"/>
                  </a:lnTo>
                  <a:lnTo>
                    <a:pt x="766022" y="5215880"/>
                  </a:lnTo>
                  <a:lnTo>
                    <a:pt x="766116" y="5215880"/>
                  </a:lnTo>
                  <a:lnTo>
                    <a:pt x="766210" y="5215880"/>
                  </a:lnTo>
                  <a:lnTo>
                    <a:pt x="766210" y="5210968"/>
                  </a:lnTo>
                  <a:lnTo>
                    <a:pt x="766304" y="5210968"/>
                  </a:lnTo>
                  <a:lnTo>
                    <a:pt x="766398" y="5210968"/>
                  </a:lnTo>
                  <a:lnTo>
                    <a:pt x="766492" y="5210968"/>
                  </a:lnTo>
                  <a:lnTo>
                    <a:pt x="766587" y="5210968"/>
                  </a:lnTo>
                  <a:lnTo>
                    <a:pt x="766681" y="5210968"/>
                  </a:lnTo>
                  <a:lnTo>
                    <a:pt x="766775" y="5210968"/>
                  </a:lnTo>
                  <a:lnTo>
                    <a:pt x="766869" y="5210968"/>
                  </a:lnTo>
                  <a:lnTo>
                    <a:pt x="766963" y="5210968"/>
                  </a:lnTo>
                  <a:lnTo>
                    <a:pt x="767057" y="5210968"/>
                  </a:lnTo>
                  <a:lnTo>
                    <a:pt x="767152" y="5210968"/>
                  </a:lnTo>
                  <a:lnTo>
                    <a:pt x="767246" y="5210968"/>
                  </a:lnTo>
                  <a:lnTo>
                    <a:pt x="767340" y="5210968"/>
                  </a:lnTo>
                  <a:lnTo>
                    <a:pt x="767434" y="5210968"/>
                  </a:lnTo>
                  <a:lnTo>
                    <a:pt x="767528" y="5210968"/>
                  </a:lnTo>
                  <a:lnTo>
                    <a:pt x="767622" y="5210968"/>
                  </a:lnTo>
                  <a:lnTo>
                    <a:pt x="767716" y="5210968"/>
                  </a:lnTo>
                  <a:lnTo>
                    <a:pt x="767811" y="5210968"/>
                  </a:lnTo>
                  <a:lnTo>
                    <a:pt x="767905" y="5210968"/>
                  </a:lnTo>
                  <a:lnTo>
                    <a:pt x="767999" y="5210968"/>
                  </a:lnTo>
                  <a:lnTo>
                    <a:pt x="768093" y="5210968"/>
                  </a:lnTo>
                  <a:lnTo>
                    <a:pt x="768187" y="5210968"/>
                  </a:lnTo>
                  <a:lnTo>
                    <a:pt x="768281" y="5210968"/>
                  </a:lnTo>
                  <a:lnTo>
                    <a:pt x="768376" y="5210968"/>
                  </a:lnTo>
                  <a:lnTo>
                    <a:pt x="768470" y="5210968"/>
                  </a:lnTo>
                  <a:lnTo>
                    <a:pt x="768564" y="5210968"/>
                  </a:lnTo>
                  <a:lnTo>
                    <a:pt x="768658" y="5210968"/>
                  </a:lnTo>
                  <a:lnTo>
                    <a:pt x="768752" y="5210968"/>
                  </a:lnTo>
                  <a:lnTo>
                    <a:pt x="768846" y="5210968"/>
                  </a:lnTo>
                  <a:lnTo>
                    <a:pt x="768940" y="5210968"/>
                  </a:lnTo>
                  <a:lnTo>
                    <a:pt x="769035" y="5210968"/>
                  </a:lnTo>
                  <a:lnTo>
                    <a:pt x="769129" y="5210968"/>
                  </a:lnTo>
                  <a:lnTo>
                    <a:pt x="769223" y="5210968"/>
                  </a:lnTo>
                  <a:lnTo>
                    <a:pt x="769317" y="5210968"/>
                  </a:lnTo>
                  <a:lnTo>
                    <a:pt x="769411" y="5210968"/>
                  </a:lnTo>
                  <a:lnTo>
                    <a:pt x="769505" y="5210968"/>
                  </a:lnTo>
                  <a:lnTo>
                    <a:pt x="769599" y="5210968"/>
                  </a:lnTo>
                  <a:lnTo>
                    <a:pt x="769694" y="5210968"/>
                  </a:lnTo>
                  <a:lnTo>
                    <a:pt x="769788" y="5210968"/>
                  </a:lnTo>
                  <a:lnTo>
                    <a:pt x="769882" y="5210968"/>
                  </a:lnTo>
                  <a:lnTo>
                    <a:pt x="769976" y="5210968"/>
                  </a:lnTo>
                  <a:lnTo>
                    <a:pt x="770070" y="5210968"/>
                  </a:lnTo>
                  <a:lnTo>
                    <a:pt x="770164" y="5210968"/>
                  </a:lnTo>
                  <a:lnTo>
                    <a:pt x="770259" y="5210968"/>
                  </a:lnTo>
                  <a:lnTo>
                    <a:pt x="770353" y="5210968"/>
                  </a:lnTo>
                  <a:lnTo>
                    <a:pt x="770447" y="5210968"/>
                  </a:lnTo>
                  <a:lnTo>
                    <a:pt x="770541" y="5210968"/>
                  </a:lnTo>
                  <a:lnTo>
                    <a:pt x="770635" y="5210968"/>
                  </a:lnTo>
                  <a:lnTo>
                    <a:pt x="770729" y="5210968"/>
                  </a:lnTo>
                  <a:lnTo>
                    <a:pt x="770823" y="5210968"/>
                  </a:lnTo>
                  <a:lnTo>
                    <a:pt x="770918" y="5210968"/>
                  </a:lnTo>
                  <a:lnTo>
                    <a:pt x="771012" y="5210968"/>
                  </a:lnTo>
                  <a:lnTo>
                    <a:pt x="771106" y="5210968"/>
                  </a:lnTo>
                  <a:lnTo>
                    <a:pt x="771200" y="5210968"/>
                  </a:lnTo>
                  <a:lnTo>
                    <a:pt x="771294" y="5210968"/>
                  </a:lnTo>
                  <a:lnTo>
                    <a:pt x="771388" y="5210968"/>
                  </a:lnTo>
                  <a:lnTo>
                    <a:pt x="771483" y="5210968"/>
                  </a:lnTo>
                  <a:lnTo>
                    <a:pt x="771577" y="5210968"/>
                  </a:lnTo>
                  <a:lnTo>
                    <a:pt x="771671" y="5210968"/>
                  </a:lnTo>
                  <a:lnTo>
                    <a:pt x="771765" y="5210968"/>
                  </a:lnTo>
                  <a:lnTo>
                    <a:pt x="771859" y="5210968"/>
                  </a:lnTo>
                  <a:lnTo>
                    <a:pt x="771953" y="5210968"/>
                  </a:lnTo>
                  <a:lnTo>
                    <a:pt x="772047" y="5210968"/>
                  </a:lnTo>
                  <a:lnTo>
                    <a:pt x="772142" y="5210968"/>
                  </a:lnTo>
                  <a:lnTo>
                    <a:pt x="772236" y="5210968"/>
                  </a:lnTo>
                  <a:lnTo>
                    <a:pt x="772330" y="5210968"/>
                  </a:lnTo>
                  <a:lnTo>
                    <a:pt x="772424" y="5210968"/>
                  </a:lnTo>
                  <a:lnTo>
                    <a:pt x="772518" y="5210968"/>
                  </a:lnTo>
                  <a:lnTo>
                    <a:pt x="772612" y="5210968"/>
                  </a:lnTo>
                  <a:lnTo>
                    <a:pt x="772707" y="5210968"/>
                  </a:lnTo>
                  <a:lnTo>
                    <a:pt x="772801" y="5210968"/>
                  </a:lnTo>
                  <a:lnTo>
                    <a:pt x="772895" y="5210968"/>
                  </a:lnTo>
                  <a:lnTo>
                    <a:pt x="772989" y="5210968"/>
                  </a:lnTo>
                  <a:lnTo>
                    <a:pt x="773083" y="5210968"/>
                  </a:lnTo>
                  <a:lnTo>
                    <a:pt x="773177" y="5210968"/>
                  </a:lnTo>
                  <a:lnTo>
                    <a:pt x="773271" y="5210968"/>
                  </a:lnTo>
                  <a:lnTo>
                    <a:pt x="773366" y="5210968"/>
                  </a:lnTo>
                  <a:lnTo>
                    <a:pt x="773460" y="5210968"/>
                  </a:lnTo>
                  <a:lnTo>
                    <a:pt x="773554" y="5210968"/>
                  </a:lnTo>
                  <a:lnTo>
                    <a:pt x="773648" y="5210968"/>
                  </a:lnTo>
                  <a:lnTo>
                    <a:pt x="773742" y="5210968"/>
                  </a:lnTo>
                  <a:lnTo>
                    <a:pt x="773836" y="5210968"/>
                  </a:lnTo>
                  <a:lnTo>
                    <a:pt x="773930" y="5210968"/>
                  </a:lnTo>
                  <a:lnTo>
                    <a:pt x="774025" y="5210968"/>
                  </a:lnTo>
                  <a:lnTo>
                    <a:pt x="774119" y="5210968"/>
                  </a:lnTo>
                  <a:lnTo>
                    <a:pt x="774213" y="5210968"/>
                  </a:lnTo>
                  <a:lnTo>
                    <a:pt x="774307" y="5210968"/>
                  </a:lnTo>
                  <a:lnTo>
                    <a:pt x="774401" y="5210968"/>
                  </a:lnTo>
                  <a:lnTo>
                    <a:pt x="774495" y="5210968"/>
                  </a:lnTo>
                  <a:lnTo>
                    <a:pt x="774590" y="5210968"/>
                  </a:lnTo>
                  <a:lnTo>
                    <a:pt x="774684" y="5210968"/>
                  </a:lnTo>
                  <a:lnTo>
                    <a:pt x="774778" y="5210968"/>
                  </a:lnTo>
                  <a:lnTo>
                    <a:pt x="774872" y="5210968"/>
                  </a:lnTo>
                  <a:lnTo>
                    <a:pt x="774966" y="5210968"/>
                  </a:lnTo>
                  <a:lnTo>
                    <a:pt x="775060" y="5210968"/>
                  </a:lnTo>
                  <a:lnTo>
                    <a:pt x="775154" y="5210968"/>
                  </a:lnTo>
                  <a:lnTo>
                    <a:pt x="775249" y="5210968"/>
                  </a:lnTo>
                  <a:lnTo>
                    <a:pt x="775343" y="5210968"/>
                  </a:lnTo>
                  <a:lnTo>
                    <a:pt x="775343" y="5206057"/>
                  </a:lnTo>
                  <a:lnTo>
                    <a:pt x="775437" y="5206057"/>
                  </a:lnTo>
                  <a:lnTo>
                    <a:pt x="775531" y="5206057"/>
                  </a:lnTo>
                  <a:lnTo>
                    <a:pt x="775625" y="5206057"/>
                  </a:lnTo>
                  <a:lnTo>
                    <a:pt x="775719" y="5206057"/>
                  </a:lnTo>
                  <a:lnTo>
                    <a:pt x="775814" y="5206057"/>
                  </a:lnTo>
                  <a:lnTo>
                    <a:pt x="775908" y="5206057"/>
                  </a:lnTo>
                  <a:lnTo>
                    <a:pt x="776002" y="5206057"/>
                  </a:lnTo>
                  <a:lnTo>
                    <a:pt x="776096" y="5206057"/>
                  </a:lnTo>
                  <a:lnTo>
                    <a:pt x="776190" y="5206057"/>
                  </a:lnTo>
                  <a:lnTo>
                    <a:pt x="776284" y="5206057"/>
                  </a:lnTo>
                  <a:lnTo>
                    <a:pt x="776378" y="5206057"/>
                  </a:lnTo>
                  <a:lnTo>
                    <a:pt x="776473" y="5206057"/>
                  </a:lnTo>
                  <a:lnTo>
                    <a:pt x="776567" y="5206057"/>
                  </a:lnTo>
                  <a:lnTo>
                    <a:pt x="776661" y="5206057"/>
                  </a:lnTo>
                  <a:lnTo>
                    <a:pt x="776755" y="5206057"/>
                  </a:lnTo>
                  <a:lnTo>
                    <a:pt x="776849" y="5206057"/>
                  </a:lnTo>
                  <a:lnTo>
                    <a:pt x="776943" y="5206057"/>
                  </a:lnTo>
                  <a:lnTo>
                    <a:pt x="777038" y="5206057"/>
                  </a:lnTo>
                  <a:lnTo>
                    <a:pt x="777132" y="5206057"/>
                  </a:lnTo>
                  <a:lnTo>
                    <a:pt x="777226" y="5206057"/>
                  </a:lnTo>
                  <a:lnTo>
                    <a:pt x="777320" y="5206057"/>
                  </a:lnTo>
                  <a:lnTo>
                    <a:pt x="777414" y="5206057"/>
                  </a:lnTo>
                  <a:lnTo>
                    <a:pt x="777508" y="5206057"/>
                  </a:lnTo>
                  <a:lnTo>
                    <a:pt x="777602" y="5206057"/>
                  </a:lnTo>
                  <a:lnTo>
                    <a:pt x="777697" y="5206057"/>
                  </a:lnTo>
                  <a:lnTo>
                    <a:pt x="777791" y="5206057"/>
                  </a:lnTo>
                  <a:lnTo>
                    <a:pt x="777885" y="5206057"/>
                  </a:lnTo>
                  <a:lnTo>
                    <a:pt x="777979" y="5206057"/>
                  </a:lnTo>
                  <a:lnTo>
                    <a:pt x="778073" y="5206057"/>
                  </a:lnTo>
                  <a:lnTo>
                    <a:pt x="778167" y="5206057"/>
                  </a:lnTo>
                  <a:lnTo>
                    <a:pt x="778261" y="5206057"/>
                  </a:lnTo>
                  <a:lnTo>
                    <a:pt x="778356" y="5206057"/>
                  </a:lnTo>
                  <a:lnTo>
                    <a:pt x="778450" y="5206057"/>
                  </a:lnTo>
                  <a:lnTo>
                    <a:pt x="778544" y="5206057"/>
                  </a:lnTo>
                  <a:lnTo>
                    <a:pt x="778638" y="5206057"/>
                  </a:lnTo>
                  <a:lnTo>
                    <a:pt x="778732" y="5206057"/>
                  </a:lnTo>
                  <a:lnTo>
                    <a:pt x="778826" y="5206057"/>
                  </a:lnTo>
                  <a:lnTo>
                    <a:pt x="778921" y="5206057"/>
                  </a:lnTo>
                  <a:lnTo>
                    <a:pt x="779015" y="5206057"/>
                  </a:lnTo>
                  <a:lnTo>
                    <a:pt x="779109" y="5206057"/>
                  </a:lnTo>
                  <a:lnTo>
                    <a:pt x="779203" y="5206057"/>
                  </a:lnTo>
                  <a:lnTo>
                    <a:pt x="779297" y="5206057"/>
                  </a:lnTo>
                  <a:lnTo>
                    <a:pt x="779391" y="5206057"/>
                  </a:lnTo>
                  <a:lnTo>
                    <a:pt x="779485" y="5206057"/>
                  </a:lnTo>
                  <a:lnTo>
                    <a:pt x="779580" y="5206057"/>
                  </a:lnTo>
                  <a:lnTo>
                    <a:pt x="779674" y="5206057"/>
                  </a:lnTo>
                  <a:lnTo>
                    <a:pt x="779768" y="5206057"/>
                  </a:lnTo>
                  <a:lnTo>
                    <a:pt x="779862" y="5206057"/>
                  </a:lnTo>
                  <a:lnTo>
                    <a:pt x="779956" y="5206057"/>
                  </a:lnTo>
                  <a:lnTo>
                    <a:pt x="780050" y="5206057"/>
                  </a:lnTo>
                  <a:lnTo>
                    <a:pt x="780145" y="5206057"/>
                  </a:lnTo>
                  <a:lnTo>
                    <a:pt x="780239" y="5206057"/>
                  </a:lnTo>
                  <a:lnTo>
                    <a:pt x="780333" y="5206057"/>
                  </a:lnTo>
                  <a:lnTo>
                    <a:pt x="780427" y="5206057"/>
                  </a:lnTo>
                  <a:lnTo>
                    <a:pt x="780521" y="5206057"/>
                  </a:lnTo>
                  <a:lnTo>
                    <a:pt x="780615" y="5206057"/>
                  </a:lnTo>
                  <a:lnTo>
                    <a:pt x="780709" y="5206057"/>
                  </a:lnTo>
                  <a:lnTo>
                    <a:pt x="780804" y="5206057"/>
                  </a:lnTo>
                  <a:lnTo>
                    <a:pt x="780898" y="5206057"/>
                  </a:lnTo>
                  <a:lnTo>
                    <a:pt x="780992" y="5206057"/>
                  </a:lnTo>
                  <a:lnTo>
                    <a:pt x="781086" y="5206057"/>
                  </a:lnTo>
                  <a:lnTo>
                    <a:pt x="781086" y="5201146"/>
                  </a:lnTo>
                  <a:lnTo>
                    <a:pt x="781180" y="5201146"/>
                  </a:lnTo>
                  <a:lnTo>
                    <a:pt x="781274" y="5201146"/>
                  </a:lnTo>
                  <a:lnTo>
                    <a:pt x="781369" y="5201146"/>
                  </a:lnTo>
                  <a:lnTo>
                    <a:pt x="781463" y="5201146"/>
                  </a:lnTo>
                  <a:lnTo>
                    <a:pt x="781557" y="5201146"/>
                  </a:lnTo>
                  <a:lnTo>
                    <a:pt x="781651" y="5201146"/>
                  </a:lnTo>
                  <a:lnTo>
                    <a:pt x="781745" y="5201146"/>
                  </a:lnTo>
                  <a:lnTo>
                    <a:pt x="781839" y="5201146"/>
                  </a:lnTo>
                  <a:lnTo>
                    <a:pt x="781933" y="5201146"/>
                  </a:lnTo>
                  <a:lnTo>
                    <a:pt x="782028" y="5201146"/>
                  </a:lnTo>
                  <a:lnTo>
                    <a:pt x="782028" y="5196234"/>
                  </a:lnTo>
                  <a:lnTo>
                    <a:pt x="782122" y="5196234"/>
                  </a:lnTo>
                  <a:lnTo>
                    <a:pt x="782216" y="5196234"/>
                  </a:lnTo>
                  <a:lnTo>
                    <a:pt x="782310" y="5196234"/>
                  </a:lnTo>
                  <a:lnTo>
                    <a:pt x="782404" y="5196234"/>
                  </a:lnTo>
                  <a:lnTo>
                    <a:pt x="782498" y="5196234"/>
                  </a:lnTo>
                  <a:lnTo>
                    <a:pt x="782592" y="5196234"/>
                  </a:lnTo>
                  <a:lnTo>
                    <a:pt x="782687" y="5196234"/>
                  </a:lnTo>
                  <a:lnTo>
                    <a:pt x="782781" y="5196234"/>
                  </a:lnTo>
                  <a:lnTo>
                    <a:pt x="782875" y="5196234"/>
                  </a:lnTo>
                  <a:lnTo>
                    <a:pt x="782969" y="5196234"/>
                  </a:lnTo>
                  <a:lnTo>
                    <a:pt x="783063" y="5196234"/>
                  </a:lnTo>
                  <a:lnTo>
                    <a:pt x="783157" y="5196234"/>
                  </a:lnTo>
                  <a:lnTo>
                    <a:pt x="783252" y="5196234"/>
                  </a:lnTo>
                  <a:lnTo>
                    <a:pt x="783346" y="5196234"/>
                  </a:lnTo>
                  <a:lnTo>
                    <a:pt x="783440" y="5196234"/>
                  </a:lnTo>
                  <a:lnTo>
                    <a:pt x="783534" y="5196234"/>
                  </a:lnTo>
                  <a:lnTo>
                    <a:pt x="783628" y="5196234"/>
                  </a:lnTo>
                  <a:lnTo>
                    <a:pt x="783722" y="5196234"/>
                  </a:lnTo>
                  <a:lnTo>
                    <a:pt x="783816" y="5196234"/>
                  </a:lnTo>
                  <a:lnTo>
                    <a:pt x="783911" y="5196234"/>
                  </a:lnTo>
                  <a:lnTo>
                    <a:pt x="784005" y="5196234"/>
                  </a:lnTo>
                  <a:lnTo>
                    <a:pt x="784099" y="5196234"/>
                  </a:lnTo>
                  <a:lnTo>
                    <a:pt x="784193" y="5196234"/>
                  </a:lnTo>
                  <a:lnTo>
                    <a:pt x="784287" y="5196234"/>
                  </a:lnTo>
                  <a:lnTo>
                    <a:pt x="784381" y="5196234"/>
                  </a:lnTo>
                  <a:lnTo>
                    <a:pt x="784476" y="5196234"/>
                  </a:lnTo>
                  <a:lnTo>
                    <a:pt x="784570" y="5196234"/>
                  </a:lnTo>
                  <a:lnTo>
                    <a:pt x="784664" y="5196234"/>
                  </a:lnTo>
                  <a:lnTo>
                    <a:pt x="784758" y="5196234"/>
                  </a:lnTo>
                  <a:lnTo>
                    <a:pt x="784852" y="5196234"/>
                  </a:lnTo>
                  <a:lnTo>
                    <a:pt x="784852" y="5191323"/>
                  </a:lnTo>
                  <a:lnTo>
                    <a:pt x="784946" y="5191323"/>
                  </a:lnTo>
                  <a:lnTo>
                    <a:pt x="785040" y="5191323"/>
                  </a:lnTo>
                  <a:lnTo>
                    <a:pt x="785135" y="5191323"/>
                  </a:lnTo>
                  <a:lnTo>
                    <a:pt x="785229" y="5191323"/>
                  </a:lnTo>
                  <a:lnTo>
                    <a:pt x="785323" y="5191323"/>
                  </a:lnTo>
                  <a:lnTo>
                    <a:pt x="785417" y="5191323"/>
                  </a:lnTo>
                  <a:lnTo>
                    <a:pt x="785511" y="5191323"/>
                  </a:lnTo>
                  <a:lnTo>
                    <a:pt x="785605" y="5191323"/>
                  </a:lnTo>
                  <a:lnTo>
                    <a:pt x="785700" y="5191323"/>
                  </a:lnTo>
                  <a:lnTo>
                    <a:pt x="785700" y="5186411"/>
                  </a:lnTo>
                  <a:lnTo>
                    <a:pt x="785794" y="5186411"/>
                  </a:lnTo>
                  <a:lnTo>
                    <a:pt x="785888" y="5186411"/>
                  </a:lnTo>
                  <a:lnTo>
                    <a:pt x="785982" y="5186411"/>
                  </a:lnTo>
                  <a:lnTo>
                    <a:pt x="786076" y="5186411"/>
                  </a:lnTo>
                  <a:lnTo>
                    <a:pt x="786170" y="5186411"/>
                  </a:lnTo>
                  <a:lnTo>
                    <a:pt x="786264" y="5186411"/>
                  </a:lnTo>
                  <a:lnTo>
                    <a:pt x="786359" y="5186411"/>
                  </a:lnTo>
                  <a:lnTo>
                    <a:pt x="786453" y="5186411"/>
                  </a:lnTo>
                  <a:lnTo>
                    <a:pt x="786453" y="5181500"/>
                  </a:lnTo>
                  <a:lnTo>
                    <a:pt x="786547" y="5181500"/>
                  </a:lnTo>
                  <a:lnTo>
                    <a:pt x="786641" y="5181500"/>
                  </a:lnTo>
                  <a:lnTo>
                    <a:pt x="786735" y="5181500"/>
                  </a:lnTo>
                  <a:lnTo>
                    <a:pt x="786735" y="5176589"/>
                  </a:lnTo>
                  <a:lnTo>
                    <a:pt x="786829" y="5176589"/>
                  </a:lnTo>
                  <a:lnTo>
                    <a:pt x="786923" y="5176589"/>
                  </a:lnTo>
                  <a:lnTo>
                    <a:pt x="787018" y="5176589"/>
                  </a:lnTo>
                  <a:lnTo>
                    <a:pt x="787112" y="5176589"/>
                  </a:lnTo>
                  <a:lnTo>
                    <a:pt x="787206" y="5176589"/>
                  </a:lnTo>
                  <a:lnTo>
                    <a:pt x="787300" y="5176589"/>
                  </a:lnTo>
                  <a:lnTo>
                    <a:pt x="787394" y="5176589"/>
                  </a:lnTo>
                  <a:lnTo>
                    <a:pt x="787488" y="5176589"/>
                  </a:lnTo>
                  <a:lnTo>
                    <a:pt x="787583" y="5176589"/>
                  </a:lnTo>
                  <a:lnTo>
                    <a:pt x="787677" y="5176589"/>
                  </a:lnTo>
                  <a:lnTo>
                    <a:pt x="787771" y="5176589"/>
                  </a:lnTo>
                  <a:lnTo>
                    <a:pt x="787865" y="5176589"/>
                  </a:lnTo>
                  <a:lnTo>
                    <a:pt x="787959" y="5176589"/>
                  </a:lnTo>
                  <a:lnTo>
                    <a:pt x="788053" y="5176589"/>
                  </a:lnTo>
                  <a:lnTo>
                    <a:pt x="788147" y="5176589"/>
                  </a:lnTo>
                  <a:lnTo>
                    <a:pt x="788242" y="5176589"/>
                  </a:lnTo>
                  <a:lnTo>
                    <a:pt x="788336" y="5176589"/>
                  </a:lnTo>
                  <a:lnTo>
                    <a:pt x="788430" y="5176589"/>
                  </a:lnTo>
                  <a:lnTo>
                    <a:pt x="788524" y="5176589"/>
                  </a:lnTo>
                  <a:lnTo>
                    <a:pt x="788618" y="5176589"/>
                  </a:lnTo>
                  <a:lnTo>
                    <a:pt x="788712" y="5176589"/>
                  </a:lnTo>
                  <a:lnTo>
                    <a:pt x="788807" y="5176589"/>
                  </a:lnTo>
                  <a:lnTo>
                    <a:pt x="788901" y="5176589"/>
                  </a:lnTo>
                  <a:lnTo>
                    <a:pt x="788995" y="5176589"/>
                  </a:lnTo>
                  <a:lnTo>
                    <a:pt x="789089" y="5176589"/>
                  </a:lnTo>
                  <a:lnTo>
                    <a:pt x="789183" y="5176589"/>
                  </a:lnTo>
                  <a:lnTo>
                    <a:pt x="789277" y="5176589"/>
                  </a:lnTo>
                  <a:lnTo>
                    <a:pt x="789371" y="5176589"/>
                  </a:lnTo>
                  <a:lnTo>
                    <a:pt x="789466" y="5176589"/>
                  </a:lnTo>
                  <a:lnTo>
                    <a:pt x="789560" y="5176589"/>
                  </a:lnTo>
                  <a:lnTo>
                    <a:pt x="789654" y="5176589"/>
                  </a:lnTo>
                  <a:lnTo>
                    <a:pt x="789748" y="5176589"/>
                  </a:lnTo>
                  <a:lnTo>
                    <a:pt x="789842" y="5176589"/>
                  </a:lnTo>
                  <a:lnTo>
                    <a:pt x="789936" y="5176589"/>
                  </a:lnTo>
                  <a:lnTo>
                    <a:pt x="790031" y="5176589"/>
                  </a:lnTo>
                  <a:lnTo>
                    <a:pt x="790125" y="5176589"/>
                  </a:lnTo>
                  <a:lnTo>
                    <a:pt x="790219" y="5176589"/>
                  </a:lnTo>
                  <a:lnTo>
                    <a:pt x="790313" y="5176589"/>
                  </a:lnTo>
                  <a:lnTo>
                    <a:pt x="790407" y="5176589"/>
                  </a:lnTo>
                  <a:lnTo>
                    <a:pt x="790501" y="5176589"/>
                  </a:lnTo>
                  <a:lnTo>
                    <a:pt x="790595" y="5176589"/>
                  </a:lnTo>
                  <a:lnTo>
                    <a:pt x="790690" y="5176589"/>
                  </a:lnTo>
                  <a:lnTo>
                    <a:pt x="790784" y="5176589"/>
                  </a:lnTo>
                  <a:lnTo>
                    <a:pt x="790878" y="5176589"/>
                  </a:lnTo>
                  <a:lnTo>
                    <a:pt x="790972" y="5176589"/>
                  </a:lnTo>
                  <a:lnTo>
                    <a:pt x="791066" y="5176589"/>
                  </a:lnTo>
                  <a:lnTo>
                    <a:pt x="791160" y="5176589"/>
                  </a:lnTo>
                  <a:lnTo>
                    <a:pt x="791254" y="5176589"/>
                  </a:lnTo>
                  <a:lnTo>
                    <a:pt x="791349" y="5176589"/>
                  </a:lnTo>
                  <a:lnTo>
                    <a:pt x="791349" y="5171677"/>
                  </a:lnTo>
                  <a:lnTo>
                    <a:pt x="791443" y="5171677"/>
                  </a:lnTo>
                  <a:lnTo>
                    <a:pt x="791537" y="5171677"/>
                  </a:lnTo>
                  <a:lnTo>
                    <a:pt x="791631" y="5171677"/>
                  </a:lnTo>
                  <a:lnTo>
                    <a:pt x="791725" y="5171677"/>
                  </a:lnTo>
                  <a:lnTo>
                    <a:pt x="791819" y="5171677"/>
                  </a:lnTo>
                  <a:lnTo>
                    <a:pt x="791914" y="5171677"/>
                  </a:lnTo>
                  <a:lnTo>
                    <a:pt x="792008" y="5171677"/>
                  </a:lnTo>
                  <a:lnTo>
                    <a:pt x="792102" y="5171677"/>
                  </a:lnTo>
                  <a:lnTo>
                    <a:pt x="792196" y="5171677"/>
                  </a:lnTo>
                  <a:lnTo>
                    <a:pt x="792290" y="5171677"/>
                  </a:lnTo>
                  <a:lnTo>
                    <a:pt x="792384" y="5171677"/>
                  </a:lnTo>
                  <a:lnTo>
                    <a:pt x="792478" y="5171677"/>
                  </a:lnTo>
                  <a:lnTo>
                    <a:pt x="792573" y="5171677"/>
                  </a:lnTo>
                  <a:lnTo>
                    <a:pt x="792667" y="5171677"/>
                  </a:lnTo>
                  <a:lnTo>
                    <a:pt x="792761" y="5171677"/>
                  </a:lnTo>
                  <a:lnTo>
                    <a:pt x="792855" y="5171677"/>
                  </a:lnTo>
                  <a:lnTo>
                    <a:pt x="792949" y="5171677"/>
                  </a:lnTo>
                  <a:lnTo>
                    <a:pt x="793043" y="5171677"/>
                  </a:lnTo>
                  <a:lnTo>
                    <a:pt x="793138" y="5171677"/>
                  </a:lnTo>
                  <a:lnTo>
                    <a:pt x="793232" y="5171677"/>
                  </a:lnTo>
                  <a:lnTo>
                    <a:pt x="793326" y="5171677"/>
                  </a:lnTo>
                  <a:lnTo>
                    <a:pt x="793420" y="5171677"/>
                  </a:lnTo>
                  <a:lnTo>
                    <a:pt x="793514" y="5171677"/>
                  </a:lnTo>
                  <a:lnTo>
                    <a:pt x="793608" y="5171677"/>
                  </a:lnTo>
                  <a:lnTo>
                    <a:pt x="793702" y="5171677"/>
                  </a:lnTo>
                  <a:lnTo>
                    <a:pt x="793797" y="5171677"/>
                  </a:lnTo>
                  <a:lnTo>
                    <a:pt x="793891" y="5171677"/>
                  </a:lnTo>
                  <a:lnTo>
                    <a:pt x="793985" y="5171677"/>
                  </a:lnTo>
                  <a:lnTo>
                    <a:pt x="794079" y="5171677"/>
                  </a:lnTo>
                  <a:lnTo>
                    <a:pt x="794173" y="5171677"/>
                  </a:lnTo>
                  <a:lnTo>
                    <a:pt x="794267" y="5171677"/>
                  </a:lnTo>
                  <a:lnTo>
                    <a:pt x="794362" y="5171677"/>
                  </a:lnTo>
                  <a:lnTo>
                    <a:pt x="794456" y="5171677"/>
                  </a:lnTo>
                  <a:lnTo>
                    <a:pt x="794550" y="5171677"/>
                  </a:lnTo>
                  <a:lnTo>
                    <a:pt x="794644" y="5171677"/>
                  </a:lnTo>
                  <a:lnTo>
                    <a:pt x="794738" y="5171677"/>
                  </a:lnTo>
                  <a:lnTo>
                    <a:pt x="794832" y="5171677"/>
                  </a:lnTo>
                  <a:lnTo>
                    <a:pt x="794926" y="5171677"/>
                  </a:lnTo>
                  <a:lnTo>
                    <a:pt x="795021" y="5171677"/>
                  </a:lnTo>
                  <a:lnTo>
                    <a:pt x="795115" y="5171677"/>
                  </a:lnTo>
                  <a:lnTo>
                    <a:pt x="795209" y="5171677"/>
                  </a:lnTo>
                  <a:lnTo>
                    <a:pt x="795303" y="5171677"/>
                  </a:lnTo>
                  <a:lnTo>
                    <a:pt x="795397" y="5171677"/>
                  </a:lnTo>
                  <a:lnTo>
                    <a:pt x="795491" y="5171677"/>
                  </a:lnTo>
                  <a:lnTo>
                    <a:pt x="795585" y="5171677"/>
                  </a:lnTo>
                  <a:lnTo>
                    <a:pt x="795680" y="5171677"/>
                  </a:lnTo>
                  <a:lnTo>
                    <a:pt x="795774" y="5171677"/>
                  </a:lnTo>
                  <a:lnTo>
                    <a:pt x="795868" y="5171677"/>
                  </a:lnTo>
                  <a:lnTo>
                    <a:pt x="795962" y="5171677"/>
                  </a:lnTo>
                  <a:lnTo>
                    <a:pt x="796056" y="5171677"/>
                  </a:lnTo>
                  <a:lnTo>
                    <a:pt x="796150" y="5171677"/>
                  </a:lnTo>
                  <a:lnTo>
                    <a:pt x="796245" y="5171677"/>
                  </a:lnTo>
                  <a:lnTo>
                    <a:pt x="796339" y="5171677"/>
                  </a:lnTo>
                  <a:lnTo>
                    <a:pt x="796433" y="5171677"/>
                  </a:lnTo>
                  <a:lnTo>
                    <a:pt x="796527" y="5171677"/>
                  </a:lnTo>
                  <a:lnTo>
                    <a:pt x="796621" y="5171677"/>
                  </a:lnTo>
                  <a:lnTo>
                    <a:pt x="796715" y="5171677"/>
                  </a:lnTo>
                  <a:lnTo>
                    <a:pt x="796809" y="5171677"/>
                  </a:lnTo>
                  <a:lnTo>
                    <a:pt x="796904" y="5171677"/>
                  </a:lnTo>
                  <a:lnTo>
                    <a:pt x="796998" y="5171677"/>
                  </a:lnTo>
                  <a:lnTo>
                    <a:pt x="797092" y="5171677"/>
                  </a:lnTo>
                  <a:lnTo>
                    <a:pt x="797186" y="5171677"/>
                  </a:lnTo>
                  <a:lnTo>
                    <a:pt x="797280" y="5171677"/>
                  </a:lnTo>
                  <a:lnTo>
                    <a:pt x="797374" y="5171677"/>
                  </a:lnTo>
                  <a:lnTo>
                    <a:pt x="797469" y="5171677"/>
                  </a:lnTo>
                  <a:lnTo>
                    <a:pt x="797563" y="5171677"/>
                  </a:lnTo>
                  <a:lnTo>
                    <a:pt x="797657" y="5171677"/>
                  </a:lnTo>
                  <a:lnTo>
                    <a:pt x="797751" y="5171677"/>
                  </a:lnTo>
                  <a:lnTo>
                    <a:pt x="797845" y="5171677"/>
                  </a:lnTo>
                  <a:lnTo>
                    <a:pt x="797939" y="5171677"/>
                  </a:lnTo>
                  <a:lnTo>
                    <a:pt x="798033" y="5171677"/>
                  </a:lnTo>
                  <a:lnTo>
                    <a:pt x="798128" y="5171677"/>
                  </a:lnTo>
                  <a:lnTo>
                    <a:pt x="798222" y="5171677"/>
                  </a:lnTo>
                  <a:lnTo>
                    <a:pt x="798316" y="5171677"/>
                  </a:lnTo>
                  <a:lnTo>
                    <a:pt x="798410" y="5171677"/>
                  </a:lnTo>
                  <a:lnTo>
                    <a:pt x="798504" y="5171677"/>
                  </a:lnTo>
                  <a:lnTo>
                    <a:pt x="798598" y="5171677"/>
                  </a:lnTo>
                  <a:lnTo>
                    <a:pt x="798693" y="5171677"/>
                  </a:lnTo>
                  <a:lnTo>
                    <a:pt x="798787" y="5171677"/>
                  </a:lnTo>
                  <a:lnTo>
                    <a:pt x="798881" y="5171677"/>
                  </a:lnTo>
                  <a:lnTo>
                    <a:pt x="798881" y="5166766"/>
                  </a:lnTo>
                  <a:lnTo>
                    <a:pt x="798975" y="5166766"/>
                  </a:lnTo>
                  <a:lnTo>
                    <a:pt x="799069" y="5166766"/>
                  </a:lnTo>
                  <a:lnTo>
                    <a:pt x="799163" y="5166766"/>
                  </a:lnTo>
                  <a:lnTo>
                    <a:pt x="799257" y="5166766"/>
                  </a:lnTo>
                  <a:lnTo>
                    <a:pt x="799352" y="5166766"/>
                  </a:lnTo>
                  <a:lnTo>
                    <a:pt x="799446" y="5166766"/>
                  </a:lnTo>
                  <a:lnTo>
                    <a:pt x="799540" y="5166766"/>
                  </a:lnTo>
                  <a:lnTo>
                    <a:pt x="799634" y="5166766"/>
                  </a:lnTo>
                  <a:lnTo>
                    <a:pt x="799728" y="5166766"/>
                  </a:lnTo>
                  <a:lnTo>
                    <a:pt x="799822" y="5166766"/>
                  </a:lnTo>
                  <a:lnTo>
                    <a:pt x="799916" y="5166766"/>
                  </a:lnTo>
                  <a:lnTo>
                    <a:pt x="800011" y="5166766"/>
                  </a:lnTo>
                  <a:lnTo>
                    <a:pt x="800105" y="5166766"/>
                  </a:lnTo>
                  <a:lnTo>
                    <a:pt x="800199" y="5166766"/>
                  </a:lnTo>
                  <a:lnTo>
                    <a:pt x="800293" y="5166766"/>
                  </a:lnTo>
                  <a:lnTo>
                    <a:pt x="800387" y="5166766"/>
                  </a:lnTo>
                  <a:lnTo>
                    <a:pt x="800481" y="5166766"/>
                  </a:lnTo>
                  <a:lnTo>
                    <a:pt x="800576" y="5166766"/>
                  </a:lnTo>
                  <a:lnTo>
                    <a:pt x="800670" y="5166766"/>
                  </a:lnTo>
                  <a:lnTo>
                    <a:pt x="800764" y="5166766"/>
                  </a:lnTo>
                  <a:lnTo>
                    <a:pt x="800858" y="5166766"/>
                  </a:lnTo>
                  <a:lnTo>
                    <a:pt x="800952" y="5166766"/>
                  </a:lnTo>
                  <a:lnTo>
                    <a:pt x="801046" y="5166766"/>
                  </a:lnTo>
                  <a:lnTo>
                    <a:pt x="801140" y="5166766"/>
                  </a:lnTo>
                  <a:lnTo>
                    <a:pt x="801235" y="5166766"/>
                  </a:lnTo>
                  <a:lnTo>
                    <a:pt x="801329" y="5166766"/>
                  </a:lnTo>
                  <a:lnTo>
                    <a:pt x="801423" y="5166766"/>
                  </a:lnTo>
                  <a:lnTo>
                    <a:pt x="801517" y="5166766"/>
                  </a:lnTo>
                  <a:lnTo>
                    <a:pt x="801611" y="5166766"/>
                  </a:lnTo>
                  <a:lnTo>
                    <a:pt x="801705" y="5166766"/>
                  </a:lnTo>
                  <a:lnTo>
                    <a:pt x="801800" y="5166766"/>
                  </a:lnTo>
                  <a:lnTo>
                    <a:pt x="801894" y="5166766"/>
                  </a:lnTo>
                  <a:lnTo>
                    <a:pt x="801988" y="5166766"/>
                  </a:lnTo>
                  <a:lnTo>
                    <a:pt x="802082" y="5166766"/>
                  </a:lnTo>
                  <a:lnTo>
                    <a:pt x="802176" y="5166766"/>
                  </a:lnTo>
                  <a:lnTo>
                    <a:pt x="802270" y="5166766"/>
                  </a:lnTo>
                  <a:lnTo>
                    <a:pt x="802364" y="5166766"/>
                  </a:lnTo>
                  <a:lnTo>
                    <a:pt x="802459" y="5166766"/>
                  </a:lnTo>
                  <a:lnTo>
                    <a:pt x="802553" y="5166766"/>
                  </a:lnTo>
                  <a:lnTo>
                    <a:pt x="802647" y="5166766"/>
                  </a:lnTo>
                  <a:lnTo>
                    <a:pt x="802741" y="5166766"/>
                  </a:lnTo>
                  <a:lnTo>
                    <a:pt x="802835" y="5166766"/>
                  </a:lnTo>
                  <a:lnTo>
                    <a:pt x="802929" y="5166766"/>
                  </a:lnTo>
                  <a:lnTo>
                    <a:pt x="803024" y="5166766"/>
                  </a:lnTo>
                  <a:lnTo>
                    <a:pt x="803118" y="5166766"/>
                  </a:lnTo>
                  <a:lnTo>
                    <a:pt x="803118" y="5161855"/>
                  </a:lnTo>
                  <a:lnTo>
                    <a:pt x="803212" y="5161855"/>
                  </a:lnTo>
                  <a:lnTo>
                    <a:pt x="803306" y="5161855"/>
                  </a:lnTo>
                  <a:lnTo>
                    <a:pt x="803400" y="5161855"/>
                  </a:lnTo>
                  <a:lnTo>
                    <a:pt x="803400" y="5156943"/>
                  </a:lnTo>
                  <a:lnTo>
                    <a:pt x="803494" y="5156943"/>
                  </a:lnTo>
                  <a:lnTo>
                    <a:pt x="803588" y="5156943"/>
                  </a:lnTo>
                  <a:lnTo>
                    <a:pt x="803683" y="5156943"/>
                  </a:lnTo>
                  <a:lnTo>
                    <a:pt x="803777" y="5156943"/>
                  </a:lnTo>
                  <a:lnTo>
                    <a:pt x="803871" y="5156943"/>
                  </a:lnTo>
                  <a:lnTo>
                    <a:pt x="803965" y="5156943"/>
                  </a:lnTo>
                  <a:lnTo>
                    <a:pt x="804059" y="5156943"/>
                  </a:lnTo>
                  <a:lnTo>
                    <a:pt x="804153" y="5156943"/>
                  </a:lnTo>
                  <a:lnTo>
                    <a:pt x="804247" y="5156943"/>
                  </a:lnTo>
                  <a:lnTo>
                    <a:pt x="804342" y="5156943"/>
                  </a:lnTo>
                  <a:lnTo>
                    <a:pt x="804436" y="5156943"/>
                  </a:lnTo>
                  <a:lnTo>
                    <a:pt x="804530" y="5156943"/>
                  </a:lnTo>
                  <a:lnTo>
                    <a:pt x="804624" y="5156943"/>
                  </a:lnTo>
                  <a:lnTo>
                    <a:pt x="804718" y="5156943"/>
                  </a:lnTo>
                  <a:lnTo>
                    <a:pt x="804812" y="5156943"/>
                  </a:lnTo>
                  <a:lnTo>
                    <a:pt x="804907" y="5156943"/>
                  </a:lnTo>
                  <a:lnTo>
                    <a:pt x="805001" y="5156943"/>
                  </a:lnTo>
                  <a:lnTo>
                    <a:pt x="805095" y="5156943"/>
                  </a:lnTo>
                  <a:lnTo>
                    <a:pt x="805189" y="5156943"/>
                  </a:lnTo>
                  <a:lnTo>
                    <a:pt x="805283" y="5156943"/>
                  </a:lnTo>
                  <a:lnTo>
                    <a:pt x="805377" y="5156943"/>
                  </a:lnTo>
                  <a:lnTo>
                    <a:pt x="805471" y="5156943"/>
                  </a:lnTo>
                  <a:lnTo>
                    <a:pt x="805566" y="5156943"/>
                  </a:lnTo>
                  <a:lnTo>
                    <a:pt x="805660" y="5156943"/>
                  </a:lnTo>
                  <a:lnTo>
                    <a:pt x="805754" y="5156943"/>
                  </a:lnTo>
                  <a:lnTo>
                    <a:pt x="805848" y="5156943"/>
                  </a:lnTo>
                  <a:lnTo>
                    <a:pt x="805942" y="5156943"/>
                  </a:lnTo>
                  <a:lnTo>
                    <a:pt x="806036" y="5156943"/>
                  </a:lnTo>
                  <a:lnTo>
                    <a:pt x="806131" y="5156943"/>
                  </a:lnTo>
                  <a:lnTo>
                    <a:pt x="806225" y="5156943"/>
                  </a:lnTo>
                  <a:lnTo>
                    <a:pt x="806319" y="5156943"/>
                  </a:lnTo>
                  <a:lnTo>
                    <a:pt x="806413" y="5156943"/>
                  </a:lnTo>
                  <a:lnTo>
                    <a:pt x="806507" y="5156943"/>
                  </a:lnTo>
                  <a:lnTo>
                    <a:pt x="806601" y="5156943"/>
                  </a:lnTo>
                  <a:lnTo>
                    <a:pt x="806695" y="5156943"/>
                  </a:lnTo>
                  <a:lnTo>
                    <a:pt x="806790" y="5156943"/>
                  </a:lnTo>
                  <a:lnTo>
                    <a:pt x="806884" y="5156943"/>
                  </a:lnTo>
                  <a:lnTo>
                    <a:pt x="806978" y="5156943"/>
                  </a:lnTo>
                  <a:lnTo>
                    <a:pt x="807072" y="5156943"/>
                  </a:lnTo>
                  <a:lnTo>
                    <a:pt x="807166" y="5156943"/>
                  </a:lnTo>
                  <a:lnTo>
                    <a:pt x="807260" y="5156943"/>
                  </a:lnTo>
                  <a:lnTo>
                    <a:pt x="807355" y="5156943"/>
                  </a:lnTo>
                  <a:lnTo>
                    <a:pt x="807449" y="5156943"/>
                  </a:lnTo>
                  <a:lnTo>
                    <a:pt x="807543" y="5156943"/>
                  </a:lnTo>
                  <a:lnTo>
                    <a:pt x="807637" y="5156943"/>
                  </a:lnTo>
                  <a:lnTo>
                    <a:pt x="807731" y="5156943"/>
                  </a:lnTo>
                  <a:lnTo>
                    <a:pt x="807825" y="5156943"/>
                  </a:lnTo>
                  <a:lnTo>
                    <a:pt x="807919" y="5156943"/>
                  </a:lnTo>
                  <a:lnTo>
                    <a:pt x="808014" y="5156943"/>
                  </a:lnTo>
                  <a:lnTo>
                    <a:pt x="808108" y="5156943"/>
                  </a:lnTo>
                  <a:lnTo>
                    <a:pt x="808202" y="5156943"/>
                  </a:lnTo>
                  <a:lnTo>
                    <a:pt x="808296" y="5156943"/>
                  </a:lnTo>
                  <a:lnTo>
                    <a:pt x="808390" y="5156943"/>
                  </a:lnTo>
                  <a:lnTo>
                    <a:pt x="808484" y="5156943"/>
                  </a:lnTo>
                  <a:lnTo>
                    <a:pt x="808578" y="5156943"/>
                  </a:lnTo>
                  <a:lnTo>
                    <a:pt x="808673" y="5156943"/>
                  </a:lnTo>
                  <a:lnTo>
                    <a:pt x="808767" y="5156943"/>
                  </a:lnTo>
                  <a:lnTo>
                    <a:pt x="808861" y="5156943"/>
                  </a:lnTo>
                  <a:lnTo>
                    <a:pt x="808955" y="5156943"/>
                  </a:lnTo>
                  <a:lnTo>
                    <a:pt x="809049" y="5156943"/>
                  </a:lnTo>
                  <a:lnTo>
                    <a:pt x="809143" y="5156943"/>
                  </a:lnTo>
                  <a:lnTo>
                    <a:pt x="809238" y="5156943"/>
                  </a:lnTo>
                  <a:lnTo>
                    <a:pt x="809332" y="5156943"/>
                  </a:lnTo>
                  <a:lnTo>
                    <a:pt x="809426" y="5156943"/>
                  </a:lnTo>
                  <a:lnTo>
                    <a:pt x="809520" y="5156943"/>
                  </a:lnTo>
                  <a:lnTo>
                    <a:pt x="809614" y="5156943"/>
                  </a:lnTo>
                  <a:lnTo>
                    <a:pt x="809708" y="5156943"/>
                  </a:lnTo>
                  <a:lnTo>
                    <a:pt x="809802" y="5156943"/>
                  </a:lnTo>
                  <a:lnTo>
                    <a:pt x="809802" y="5152032"/>
                  </a:lnTo>
                  <a:lnTo>
                    <a:pt x="809897" y="5152032"/>
                  </a:lnTo>
                  <a:lnTo>
                    <a:pt x="809991" y="5152032"/>
                  </a:lnTo>
                  <a:lnTo>
                    <a:pt x="810085" y="5152032"/>
                  </a:lnTo>
                  <a:lnTo>
                    <a:pt x="810179" y="5152032"/>
                  </a:lnTo>
                  <a:lnTo>
                    <a:pt x="810273" y="5152032"/>
                  </a:lnTo>
                  <a:lnTo>
                    <a:pt x="810367" y="5152032"/>
                  </a:lnTo>
                  <a:lnTo>
                    <a:pt x="810462" y="5152032"/>
                  </a:lnTo>
                  <a:lnTo>
                    <a:pt x="810556" y="5152032"/>
                  </a:lnTo>
                  <a:lnTo>
                    <a:pt x="810650" y="5152032"/>
                  </a:lnTo>
                  <a:lnTo>
                    <a:pt x="810744" y="5152032"/>
                  </a:lnTo>
                  <a:lnTo>
                    <a:pt x="810838" y="5152032"/>
                  </a:lnTo>
                  <a:lnTo>
                    <a:pt x="810932" y="5152032"/>
                  </a:lnTo>
                  <a:lnTo>
                    <a:pt x="811026" y="5152032"/>
                  </a:lnTo>
                  <a:lnTo>
                    <a:pt x="811121" y="5152032"/>
                  </a:lnTo>
                  <a:lnTo>
                    <a:pt x="811215" y="5152032"/>
                  </a:lnTo>
                  <a:lnTo>
                    <a:pt x="811309" y="5152032"/>
                  </a:lnTo>
                  <a:lnTo>
                    <a:pt x="811403" y="5152032"/>
                  </a:lnTo>
                  <a:lnTo>
                    <a:pt x="811497" y="5152032"/>
                  </a:lnTo>
                  <a:lnTo>
                    <a:pt x="811591" y="5152032"/>
                  </a:lnTo>
                  <a:lnTo>
                    <a:pt x="811686" y="5152032"/>
                  </a:lnTo>
                  <a:lnTo>
                    <a:pt x="811780" y="5152032"/>
                  </a:lnTo>
                  <a:lnTo>
                    <a:pt x="811874" y="5152032"/>
                  </a:lnTo>
                  <a:lnTo>
                    <a:pt x="811968" y="5152032"/>
                  </a:lnTo>
                  <a:lnTo>
                    <a:pt x="812062" y="5152032"/>
                  </a:lnTo>
                  <a:lnTo>
                    <a:pt x="812156" y="5152032"/>
                  </a:lnTo>
                  <a:lnTo>
                    <a:pt x="812250" y="5152032"/>
                  </a:lnTo>
                  <a:lnTo>
                    <a:pt x="812250" y="5147120"/>
                  </a:lnTo>
                  <a:lnTo>
                    <a:pt x="812345" y="5147120"/>
                  </a:lnTo>
                  <a:lnTo>
                    <a:pt x="812439" y="5147120"/>
                  </a:lnTo>
                  <a:lnTo>
                    <a:pt x="812533" y="5147120"/>
                  </a:lnTo>
                  <a:lnTo>
                    <a:pt x="812627" y="5147120"/>
                  </a:lnTo>
                  <a:lnTo>
                    <a:pt x="812721" y="5147120"/>
                  </a:lnTo>
                  <a:lnTo>
                    <a:pt x="812815" y="5147120"/>
                  </a:lnTo>
                  <a:lnTo>
                    <a:pt x="812910" y="5147120"/>
                  </a:lnTo>
                  <a:lnTo>
                    <a:pt x="813004" y="5147120"/>
                  </a:lnTo>
                  <a:lnTo>
                    <a:pt x="813098" y="5147120"/>
                  </a:lnTo>
                  <a:lnTo>
                    <a:pt x="813192" y="5147120"/>
                  </a:lnTo>
                  <a:lnTo>
                    <a:pt x="813286" y="5147120"/>
                  </a:lnTo>
                  <a:lnTo>
                    <a:pt x="813380" y="5147120"/>
                  </a:lnTo>
                  <a:lnTo>
                    <a:pt x="813474" y="5147120"/>
                  </a:lnTo>
                  <a:lnTo>
                    <a:pt x="813474" y="5142209"/>
                  </a:lnTo>
                  <a:lnTo>
                    <a:pt x="813569" y="5142209"/>
                  </a:lnTo>
                  <a:lnTo>
                    <a:pt x="813663" y="5142209"/>
                  </a:lnTo>
                  <a:lnTo>
                    <a:pt x="813757" y="5142209"/>
                  </a:lnTo>
                  <a:lnTo>
                    <a:pt x="813851" y="5142209"/>
                  </a:lnTo>
                  <a:lnTo>
                    <a:pt x="813945" y="5142209"/>
                  </a:lnTo>
                  <a:lnTo>
                    <a:pt x="814039" y="5142209"/>
                  </a:lnTo>
                  <a:lnTo>
                    <a:pt x="814133" y="5142209"/>
                  </a:lnTo>
                  <a:lnTo>
                    <a:pt x="814228" y="5142209"/>
                  </a:lnTo>
                  <a:lnTo>
                    <a:pt x="814322" y="5142209"/>
                  </a:lnTo>
                  <a:lnTo>
                    <a:pt x="814416" y="5142209"/>
                  </a:lnTo>
                  <a:lnTo>
                    <a:pt x="814510" y="5142209"/>
                  </a:lnTo>
                  <a:lnTo>
                    <a:pt x="814604" y="5142209"/>
                  </a:lnTo>
                  <a:lnTo>
                    <a:pt x="814698" y="5142209"/>
                  </a:lnTo>
                  <a:lnTo>
                    <a:pt x="814793" y="5142209"/>
                  </a:lnTo>
                  <a:lnTo>
                    <a:pt x="814887" y="5142209"/>
                  </a:lnTo>
                  <a:lnTo>
                    <a:pt x="814981" y="5142209"/>
                  </a:lnTo>
                  <a:lnTo>
                    <a:pt x="815075" y="5142209"/>
                  </a:lnTo>
                  <a:lnTo>
                    <a:pt x="815169" y="5142209"/>
                  </a:lnTo>
                  <a:lnTo>
                    <a:pt x="815263" y="5142209"/>
                  </a:lnTo>
                  <a:lnTo>
                    <a:pt x="815357" y="5142209"/>
                  </a:lnTo>
                  <a:lnTo>
                    <a:pt x="815452" y="5142209"/>
                  </a:lnTo>
                  <a:lnTo>
                    <a:pt x="815546" y="5142209"/>
                  </a:lnTo>
                  <a:lnTo>
                    <a:pt x="815640" y="5142209"/>
                  </a:lnTo>
                  <a:lnTo>
                    <a:pt x="815734" y="5142209"/>
                  </a:lnTo>
                  <a:lnTo>
                    <a:pt x="815828" y="5142209"/>
                  </a:lnTo>
                  <a:lnTo>
                    <a:pt x="815922" y="5142209"/>
                  </a:lnTo>
                  <a:lnTo>
                    <a:pt x="816017" y="5142209"/>
                  </a:lnTo>
                  <a:lnTo>
                    <a:pt x="816111" y="5142209"/>
                  </a:lnTo>
                  <a:lnTo>
                    <a:pt x="816205" y="5142209"/>
                  </a:lnTo>
                  <a:lnTo>
                    <a:pt x="816299" y="5142209"/>
                  </a:lnTo>
                  <a:lnTo>
                    <a:pt x="816393" y="5142209"/>
                  </a:lnTo>
                  <a:lnTo>
                    <a:pt x="816487" y="5142209"/>
                  </a:lnTo>
                  <a:lnTo>
                    <a:pt x="816581" y="5142209"/>
                  </a:lnTo>
                  <a:lnTo>
                    <a:pt x="816676" y="5142209"/>
                  </a:lnTo>
                  <a:lnTo>
                    <a:pt x="816770" y="5142209"/>
                  </a:lnTo>
                  <a:lnTo>
                    <a:pt x="816770" y="5137298"/>
                  </a:lnTo>
                  <a:lnTo>
                    <a:pt x="816864" y="5137298"/>
                  </a:lnTo>
                  <a:lnTo>
                    <a:pt x="816958" y="5137298"/>
                  </a:lnTo>
                  <a:lnTo>
                    <a:pt x="817052" y="5137298"/>
                  </a:lnTo>
                  <a:lnTo>
                    <a:pt x="817146" y="5137298"/>
                  </a:lnTo>
                  <a:lnTo>
                    <a:pt x="817241" y="5137298"/>
                  </a:lnTo>
                  <a:lnTo>
                    <a:pt x="817335" y="5137298"/>
                  </a:lnTo>
                  <a:lnTo>
                    <a:pt x="817429" y="5137298"/>
                  </a:lnTo>
                  <a:lnTo>
                    <a:pt x="817523" y="5137298"/>
                  </a:lnTo>
                  <a:lnTo>
                    <a:pt x="817617" y="5137298"/>
                  </a:lnTo>
                  <a:lnTo>
                    <a:pt x="817711" y="5137298"/>
                  </a:lnTo>
                  <a:lnTo>
                    <a:pt x="817805" y="5137298"/>
                  </a:lnTo>
                  <a:lnTo>
                    <a:pt x="817900" y="5137298"/>
                  </a:lnTo>
                  <a:lnTo>
                    <a:pt x="817994" y="5137298"/>
                  </a:lnTo>
                  <a:lnTo>
                    <a:pt x="818088" y="5137298"/>
                  </a:lnTo>
                  <a:lnTo>
                    <a:pt x="818182" y="5137298"/>
                  </a:lnTo>
                  <a:lnTo>
                    <a:pt x="818276" y="5137298"/>
                  </a:lnTo>
                  <a:lnTo>
                    <a:pt x="818370" y="5137298"/>
                  </a:lnTo>
                  <a:lnTo>
                    <a:pt x="818464" y="5137298"/>
                  </a:lnTo>
                  <a:lnTo>
                    <a:pt x="818559" y="5137298"/>
                  </a:lnTo>
                  <a:lnTo>
                    <a:pt x="818653" y="5137298"/>
                  </a:lnTo>
                  <a:lnTo>
                    <a:pt x="818747" y="5137298"/>
                  </a:lnTo>
                  <a:lnTo>
                    <a:pt x="818841" y="5137298"/>
                  </a:lnTo>
                  <a:lnTo>
                    <a:pt x="818935" y="5137298"/>
                  </a:lnTo>
                  <a:lnTo>
                    <a:pt x="819029" y="5137298"/>
                  </a:lnTo>
                  <a:lnTo>
                    <a:pt x="819124" y="5137298"/>
                  </a:lnTo>
                  <a:lnTo>
                    <a:pt x="819218" y="5137298"/>
                  </a:lnTo>
                  <a:lnTo>
                    <a:pt x="819312" y="5137298"/>
                  </a:lnTo>
                  <a:lnTo>
                    <a:pt x="819406" y="5137298"/>
                  </a:lnTo>
                  <a:lnTo>
                    <a:pt x="819500" y="5137298"/>
                  </a:lnTo>
                  <a:lnTo>
                    <a:pt x="819594" y="5137298"/>
                  </a:lnTo>
                  <a:lnTo>
                    <a:pt x="819688" y="5137298"/>
                  </a:lnTo>
                  <a:lnTo>
                    <a:pt x="819783" y="5137298"/>
                  </a:lnTo>
                  <a:lnTo>
                    <a:pt x="819877" y="5137298"/>
                  </a:lnTo>
                  <a:lnTo>
                    <a:pt x="819971" y="5137298"/>
                  </a:lnTo>
                  <a:lnTo>
                    <a:pt x="820065" y="5137298"/>
                  </a:lnTo>
                  <a:lnTo>
                    <a:pt x="820159" y="5137298"/>
                  </a:lnTo>
                  <a:lnTo>
                    <a:pt x="820253" y="5137298"/>
                  </a:lnTo>
                  <a:lnTo>
                    <a:pt x="820348" y="5137298"/>
                  </a:lnTo>
                  <a:lnTo>
                    <a:pt x="820442" y="5137298"/>
                  </a:lnTo>
                  <a:lnTo>
                    <a:pt x="820536" y="5137298"/>
                  </a:lnTo>
                  <a:lnTo>
                    <a:pt x="820630" y="5137298"/>
                  </a:lnTo>
                  <a:lnTo>
                    <a:pt x="820724" y="5137298"/>
                  </a:lnTo>
                  <a:lnTo>
                    <a:pt x="820818" y="5137298"/>
                  </a:lnTo>
                  <a:lnTo>
                    <a:pt x="820912" y="5137298"/>
                  </a:lnTo>
                  <a:lnTo>
                    <a:pt x="821007" y="5137298"/>
                  </a:lnTo>
                  <a:lnTo>
                    <a:pt x="821101" y="5137298"/>
                  </a:lnTo>
                  <a:lnTo>
                    <a:pt x="821195" y="5137298"/>
                  </a:lnTo>
                  <a:lnTo>
                    <a:pt x="821289" y="5137298"/>
                  </a:lnTo>
                  <a:lnTo>
                    <a:pt x="821383" y="5137298"/>
                  </a:lnTo>
                  <a:lnTo>
                    <a:pt x="821477" y="5137298"/>
                  </a:lnTo>
                  <a:lnTo>
                    <a:pt x="821572" y="5137298"/>
                  </a:lnTo>
                  <a:lnTo>
                    <a:pt x="821666" y="5137298"/>
                  </a:lnTo>
                  <a:lnTo>
                    <a:pt x="821760" y="5137298"/>
                  </a:lnTo>
                  <a:lnTo>
                    <a:pt x="821854" y="5137298"/>
                  </a:lnTo>
                  <a:lnTo>
                    <a:pt x="821948" y="5137298"/>
                  </a:lnTo>
                  <a:lnTo>
                    <a:pt x="822042" y="5137298"/>
                  </a:lnTo>
                  <a:lnTo>
                    <a:pt x="822136" y="5137298"/>
                  </a:lnTo>
                  <a:lnTo>
                    <a:pt x="822231" y="5137298"/>
                  </a:lnTo>
                  <a:lnTo>
                    <a:pt x="822325" y="5137298"/>
                  </a:lnTo>
                  <a:lnTo>
                    <a:pt x="822419" y="5137298"/>
                  </a:lnTo>
                  <a:lnTo>
                    <a:pt x="822513" y="5137298"/>
                  </a:lnTo>
                  <a:lnTo>
                    <a:pt x="822607" y="5137298"/>
                  </a:lnTo>
                  <a:lnTo>
                    <a:pt x="822701" y="5137298"/>
                  </a:lnTo>
                  <a:lnTo>
                    <a:pt x="822795" y="5137298"/>
                  </a:lnTo>
                  <a:lnTo>
                    <a:pt x="822890" y="5137298"/>
                  </a:lnTo>
                  <a:lnTo>
                    <a:pt x="822984" y="5137298"/>
                  </a:lnTo>
                  <a:lnTo>
                    <a:pt x="823078" y="5137298"/>
                  </a:lnTo>
                  <a:lnTo>
                    <a:pt x="823172" y="5137298"/>
                  </a:lnTo>
                  <a:lnTo>
                    <a:pt x="823266" y="5137298"/>
                  </a:lnTo>
                  <a:lnTo>
                    <a:pt x="823360" y="5137298"/>
                  </a:lnTo>
                  <a:lnTo>
                    <a:pt x="823455" y="5137298"/>
                  </a:lnTo>
                  <a:lnTo>
                    <a:pt x="823549" y="5137298"/>
                  </a:lnTo>
                  <a:lnTo>
                    <a:pt x="823549" y="5132386"/>
                  </a:lnTo>
                  <a:lnTo>
                    <a:pt x="823643" y="5132386"/>
                  </a:lnTo>
                  <a:lnTo>
                    <a:pt x="823737" y="5132386"/>
                  </a:lnTo>
                  <a:lnTo>
                    <a:pt x="823831" y="5132386"/>
                  </a:lnTo>
                  <a:lnTo>
                    <a:pt x="823925" y="5132386"/>
                  </a:lnTo>
                  <a:lnTo>
                    <a:pt x="824019" y="5132386"/>
                  </a:lnTo>
                  <a:lnTo>
                    <a:pt x="824114" y="5132386"/>
                  </a:lnTo>
                  <a:lnTo>
                    <a:pt x="824208" y="5132386"/>
                  </a:lnTo>
                  <a:lnTo>
                    <a:pt x="824302" y="5132386"/>
                  </a:lnTo>
                  <a:lnTo>
                    <a:pt x="824396" y="5132386"/>
                  </a:lnTo>
                  <a:lnTo>
                    <a:pt x="824490" y="5132386"/>
                  </a:lnTo>
                  <a:lnTo>
                    <a:pt x="824584" y="5132386"/>
                  </a:lnTo>
                  <a:lnTo>
                    <a:pt x="824679" y="5132386"/>
                  </a:lnTo>
                  <a:lnTo>
                    <a:pt x="824773" y="5132386"/>
                  </a:lnTo>
                  <a:lnTo>
                    <a:pt x="824867" y="5132386"/>
                  </a:lnTo>
                  <a:lnTo>
                    <a:pt x="824961" y="5132386"/>
                  </a:lnTo>
                  <a:lnTo>
                    <a:pt x="825055" y="5132386"/>
                  </a:lnTo>
                  <a:lnTo>
                    <a:pt x="825149" y="5132386"/>
                  </a:lnTo>
                  <a:lnTo>
                    <a:pt x="825243" y="5132386"/>
                  </a:lnTo>
                  <a:lnTo>
                    <a:pt x="825338" y="5132386"/>
                  </a:lnTo>
                  <a:lnTo>
                    <a:pt x="825432" y="5132386"/>
                  </a:lnTo>
                  <a:lnTo>
                    <a:pt x="825526" y="5132386"/>
                  </a:lnTo>
                  <a:lnTo>
                    <a:pt x="825620" y="5132386"/>
                  </a:lnTo>
                  <a:lnTo>
                    <a:pt x="825714" y="5132386"/>
                  </a:lnTo>
                  <a:lnTo>
                    <a:pt x="825808" y="5132386"/>
                  </a:lnTo>
                  <a:lnTo>
                    <a:pt x="825903" y="5132386"/>
                  </a:lnTo>
                  <a:lnTo>
                    <a:pt x="825997" y="5132386"/>
                  </a:lnTo>
                  <a:lnTo>
                    <a:pt x="826091" y="5132386"/>
                  </a:lnTo>
                  <a:lnTo>
                    <a:pt x="826185" y="5132386"/>
                  </a:lnTo>
                  <a:lnTo>
                    <a:pt x="826279" y="5132386"/>
                  </a:lnTo>
                  <a:lnTo>
                    <a:pt x="826373" y="5132386"/>
                  </a:lnTo>
                  <a:lnTo>
                    <a:pt x="826467" y="5132386"/>
                  </a:lnTo>
                  <a:lnTo>
                    <a:pt x="826562" y="5132386"/>
                  </a:lnTo>
                  <a:lnTo>
                    <a:pt x="826656" y="5132386"/>
                  </a:lnTo>
                  <a:lnTo>
                    <a:pt x="826750" y="5132386"/>
                  </a:lnTo>
                  <a:lnTo>
                    <a:pt x="826844" y="5132386"/>
                  </a:lnTo>
                  <a:lnTo>
                    <a:pt x="826938" y="5132386"/>
                  </a:lnTo>
                  <a:lnTo>
                    <a:pt x="827032" y="5132386"/>
                  </a:lnTo>
                  <a:lnTo>
                    <a:pt x="827126" y="5132386"/>
                  </a:lnTo>
                  <a:lnTo>
                    <a:pt x="827221" y="5132386"/>
                  </a:lnTo>
                  <a:lnTo>
                    <a:pt x="827315" y="5132386"/>
                  </a:lnTo>
                  <a:lnTo>
                    <a:pt x="827409" y="5132386"/>
                  </a:lnTo>
                  <a:lnTo>
                    <a:pt x="827503" y="5132386"/>
                  </a:lnTo>
                  <a:lnTo>
                    <a:pt x="827597" y="5132386"/>
                  </a:lnTo>
                  <a:lnTo>
                    <a:pt x="827691" y="5132386"/>
                  </a:lnTo>
                  <a:lnTo>
                    <a:pt x="827786" y="5132386"/>
                  </a:lnTo>
                  <a:lnTo>
                    <a:pt x="827880" y="5132386"/>
                  </a:lnTo>
                  <a:lnTo>
                    <a:pt x="827974" y="5132386"/>
                  </a:lnTo>
                  <a:lnTo>
                    <a:pt x="828068" y="5132386"/>
                  </a:lnTo>
                  <a:lnTo>
                    <a:pt x="828162" y="5132386"/>
                  </a:lnTo>
                  <a:lnTo>
                    <a:pt x="828162" y="5127475"/>
                  </a:lnTo>
                  <a:lnTo>
                    <a:pt x="828256" y="5127475"/>
                  </a:lnTo>
                  <a:lnTo>
                    <a:pt x="828350" y="5127475"/>
                  </a:lnTo>
                  <a:lnTo>
                    <a:pt x="828445" y="5127475"/>
                  </a:lnTo>
                  <a:lnTo>
                    <a:pt x="828539" y="5127475"/>
                  </a:lnTo>
                  <a:lnTo>
                    <a:pt x="828633" y="5127475"/>
                  </a:lnTo>
                  <a:lnTo>
                    <a:pt x="828727" y="5127475"/>
                  </a:lnTo>
                  <a:lnTo>
                    <a:pt x="828821" y="5127475"/>
                  </a:lnTo>
                  <a:lnTo>
                    <a:pt x="828915" y="5127475"/>
                  </a:lnTo>
                  <a:lnTo>
                    <a:pt x="829010" y="5127475"/>
                  </a:lnTo>
                  <a:lnTo>
                    <a:pt x="829104" y="5127475"/>
                  </a:lnTo>
                  <a:lnTo>
                    <a:pt x="829198" y="5127475"/>
                  </a:lnTo>
                  <a:lnTo>
                    <a:pt x="829292" y="5127475"/>
                  </a:lnTo>
                  <a:lnTo>
                    <a:pt x="829386" y="5127475"/>
                  </a:lnTo>
                  <a:lnTo>
                    <a:pt x="829480" y="5127475"/>
                  </a:lnTo>
                  <a:lnTo>
                    <a:pt x="829574" y="5127475"/>
                  </a:lnTo>
                  <a:lnTo>
                    <a:pt x="829669" y="5127475"/>
                  </a:lnTo>
                  <a:lnTo>
                    <a:pt x="829763" y="5127475"/>
                  </a:lnTo>
                  <a:lnTo>
                    <a:pt x="829857" y="5127475"/>
                  </a:lnTo>
                  <a:lnTo>
                    <a:pt x="829951" y="5127475"/>
                  </a:lnTo>
                  <a:lnTo>
                    <a:pt x="830045" y="5127475"/>
                  </a:lnTo>
                  <a:lnTo>
                    <a:pt x="830139" y="5127475"/>
                  </a:lnTo>
                  <a:lnTo>
                    <a:pt x="830234" y="5127475"/>
                  </a:lnTo>
                  <a:lnTo>
                    <a:pt x="830328" y="5127475"/>
                  </a:lnTo>
                  <a:lnTo>
                    <a:pt x="830422" y="5127475"/>
                  </a:lnTo>
                  <a:lnTo>
                    <a:pt x="830516" y="5127475"/>
                  </a:lnTo>
                  <a:lnTo>
                    <a:pt x="830610" y="5127475"/>
                  </a:lnTo>
                  <a:lnTo>
                    <a:pt x="830704" y="5127475"/>
                  </a:lnTo>
                  <a:lnTo>
                    <a:pt x="830798" y="5127475"/>
                  </a:lnTo>
                  <a:lnTo>
                    <a:pt x="830893" y="5127475"/>
                  </a:lnTo>
                  <a:lnTo>
                    <a:pt x="830987" y="5127475"/>
                  </a:lnTo>
                  <a:lnTo>
                    <a:pt x="831081" y="5127475"/>
                  </a:lnTo>
                  <a:lnTo>
                    <a:pt x="831175" y="5127475"/>
                  </a:lnTo>
                  <a:lnTo>
                    <a:pt x="831269" y="5127475"/>
                  </a:lnTo>
                  <a:lnTo>
                    <a:pt x="831269" y="5122564"/>
                  </a:lnTo>
                  <a:lnTo>
                    <a:pt x="831363" y="5122564"/>
                  </a:lnTo>
                  <a:lnTo>
                    <a:pt x="831457" y="5122564"/>
                  </a:lnTo>
                  <a:lnTo>
                    <a:pt x="831552" y="5122564"/>
                  </a:lnTo>
                  <a:lnTo>
                    <a:pt x="831646" y="5122564"/>
                  </a:lnTo>
                  <a:lnTo>
                    <a:pt x="831740" y="5122564"/>
                  </a:lnTo>
                  <a:lnTo>
                    <a:pt x="831834" y="5122564"/>
                  </a:lnTo>
                  <a:lnTo>
                    <a:pt x="831928" y="5122564"/>
                  </a:lnTo>
                  <a:lnTo>
                    <a:pt x="832022" y="5122564"/>
                  </a:lnTo>
                  <a:lnTo>
                    <a:pt x="832117" y="5122564"/>
                  </a:lnTo>
                  <a:lnTo>
                    <a:pt x="832211" y="5122564"/>
                  </a:lnTo>
                  <a:lnTo>
                    <a:pt x="832305" y="5122564"/>
                  </a:lnTo>
                  <a:lnTo>
                    <a:pt x="832399" y="5122564"/>
                  </a:lnTo>
                  <a:lnTo>
                    <a:pt x="832493" y="5122564"/>
                  </a:lnTo>
                  <a:lnTo>
                    <a:pt x="832587" y="5122564"/>
                  </a:lnTo>
                  <a:lnTo>
                    <a:pt x="832681" y="5122564"/>
                  </a:lnTo>
                  <a:lnTo>
                    <a:pt x="832776" y="5122564"/>
                  </a:lnTo>
                  <a:lnTo>
                    <a:pt x="832870" y="5122564"/>
                  </a:lnTo>
                  <a:lnTo>
                    <a:pt x="832964" y="5122564"/>
                  </a:lnTo>
                  <a:lnTo>
                    <a:pt x="833058" y="5122564"/>
                  </a:lnTo>
                  <a:lnTo>
                    <a:pt x="833152" y="5122564"/>
                  </a:lnTo>
                  <a:lnTo>
                    <a:pt x="833246" y="5122564"/>
                  </a:lnTo>
                  <a:lnTo>
                    <a:pt x="833341" y="5122564"/>
                  </a:lnTo>
                  <a:lnTo>
                    <a:pt x="833435" y="5122564"/>
                  </a:lnTo>
                  <a:lnTo>
                    <a:pt x="833529" y="5122564"/>
                  </a:lnTo>
                  <a:lnTo>
                    <a:pt x="833623" y="5122564"/>
                  </a:lnTo>
                  <a:lnTo>
                    <a:pt x="833717" y="5122564"/>
                  </a:lnTo>
                  <a:lnTo>
                    <a:pt x="833811" y="5122564"/>
                  </a:lnTo>
                  <a:lnTo>
                    <a:pt x="833905" y="5122564"/>
                  </a:lnTo>
                  <a:lnTo>
                    <a:pt x="834000" y="5122564"/>
                  </a:lnTo>
                  <a:lnTo>
                    <a:pt x="834094" y="5122564"/>
                  </a:lnTo>
                  <a:lnTo>
                    <a:pt x="834188" y="5122564"/>
                  </a:lnTo>
                  <a:lnTo>
                    <a:pt x="834282" y="5122564"/>
                  </a:lnTo>
                  <a:lnTo>
                    <a:pt x="834376" y="5122564"/>
                  </a:lnTo>
                  <a:lnTo>
                    <a:pt x="834470" y="5122564"/>
                  </a:lnTo>
                  <a:lnTo>
                    <a:pt x="834565" y="5122564"/>
                  </a:lnTo>
                  <a:lnTo>
                    <a:pt x="834659" y="5122564"/>
                  </a:lnTo>
                  <a:lnTo>
                    <a:pt x="834753" y="5122564"/>
                  </a:lnTo>
                  <a:lnTo>
                    <a:pt x="834847" y="5122564"/>
                  </a:lnTo>
                  <a:lnTo>
                    <a:pt x="834941" y="5122564"/>
                  </a:lnTo>
                  <a:lnTo>
                    <a:pt x="835035" y="5122564"/>
                  </a:lnTo>
                  <a:lnTo>
                    <a:pt x="835129" y="5122564"/>
                  </a:lnTo>
                  <a:lnTo>
                    <a:pt x="835224" y="5122564"/>
                  </a:lnTo>
                  <a:lnTo>
                    <a:pt x="835318" y="5122564"/>
                  </a:lnTo>
                  <a:lnTo>
                    <a:pt x="835412" y="5122564"/>
                  </a:lnTo>
                  <a:lnTo>
                    <a:pt x="835506" y="5122564"/>
                  </a:lnTo>
                  <a:lnTo>
                    <a:pt x="835600" y="5122564"/>
                  </a:lnTo>
                  <a:lnTo>
                    <a:pt x="835694" y="5122564"/>
                  </a:lnTo>
                  <a:lnTo>
                    <a:pt x="835788" y="5122564"/>
                  </a:lnTo>
                  <a:lnTo>
                    <a:pt x="835883" y="5122564"/>
                  </a:lnTo>
                  <a:lnTo>
                    <a:pt x="835977" y="5122564"/>
                  </a:lnTo>
                  <a:lnTo>
                    <a:pt x="836071" y="5122564"/>
                  </a:lnTo>
                  <a:lnTo>
                    <a:pt x="836165" y="5122564"/>
                  </a:lnTo>
                  <a:lnTo>
                    <a:pt x="836259" y="5122564"/>
                  </a:lnTo>
                  <a:lnTo>
                    <a:pt x="836353" y="5122564"/>
                  </a:lnTo>
                  <a:lnTo>
                    <a:pt x="836448" y="5122564"/>
                  </a:lnTo>
                  <a:lnTo>
                    <a:pt x="836542" y="5122564"/>
                  </a:lnTo>
                  <a:lnTo>
                    <a:pt x="836636" y="5122564"/>
                  </a:lnTo>
                  <a:lnTo>
                    <a:pt x="836730" y="5122564"/>
                  </a:lnTo>
                  <a:lnTo>
                    <a:pt x="836824" y="5122564"/>
                  </a:lnTo>
                  <a:lnTo>
                    <a:pt x="836918" y="5122564"/>
                  </a:lnTo>
                  <a:lnTo>
                    <a:pt x="837012" y="5122564"/>
                  </a:lnTo>
                  <a:lnTo>
                    <a:pt x="837107" y="5122564"/>
                  </a:lnTo>
                  <a:lnTo>
                    <a:pt x="837201" y="5122564"/>
                  </a:lnTo>
                  <a:lnTo>
                    <a:pt x="837295" y="5122564"/>
                  </a:lnTo>
                  <a:lnTo>
                    <a:pt x="837389" y="5122564"/>
                  </a:lnTo>
                  <a:lnTo>
                    <a:pt x="837483" y="5122564"/>
                  </a:lnTo>
                  <a:lnTo>
                    <a:pt x="837577" y="5122564"/>
                  </a:lnTo>
                  <a:lnTo>
                    <a:pt x="837672" y="5122564"/>
                  </a:lnTo>
                  <a:lnTo>
                    <a:pt x="837672" y="5117652"/>
                  </a:lnTo>
                  <a:lnTo>
                    <a:pt x="837766" y="5117652"/>
                  </a:lnTo>
                  <a:lnTo>
                    <a:pt x="837860" y="5117652"/>
                  </a:lnTo>
                  <a:lnTo>
                    <a:pt x="837954" y="5117652"/>
                  </a:lnTo>
                  <a:lnTo>
                    <a:pt x="838048" y="5117652"/>
                  </a:lnTo>
                  <a:lnTo>
                    <a:pt x="838142" y="5117652"/>
                  </a:lnTo>
                  <a:lnTo>
                    <a:pt x="838236" y="5117652"/>
                  </a:lnTo>
                  <a:lnTo>
                    <a:pt x="838331" y="5117652"/>
                  </a:lnTo>
                  <a:lnTo>
                    <a:pt x="838425" y="5117652"/>
                  </a:lnTo>
                  <a:lnTo>
                    <a:pt x="838519" y="5117652"/>
                  </a:lnTo>
                  <a:lnTo>
                    <a:pt x="838613" y="5117652"/>
                  </a:lnTo>
                  <a:lnTo>
                    <a:pt x="838707" y="5117652"/>
                  </a:lnTo>
                  <a:lnTo>
                    <a:pt x="838801" y="5117652"/>
                  </a:lnTo>
                  <a:lnTo>
                    <a:pt x="838896" y="5117652"/>
                  </a:lnTo>
                  <a:lnTo>
                    <a:pt x="838990" y="5117652"/>
                  </a:lnTo>
                  <a:lnTo>
                    <a:pt x="839084" y="5117652"/>
                  </a:lnTo>
                  <a:lnTo>
                    <a:pt x="839178" y="5117652"/>
                  </a:lnTo>
                  <a:lnTo>
                    <a:pt x="839272" y="5117652"/>
                  </a:lnTo>
                  <a:lnTo>
                    <a:pt x="839366" y="5117652"/>
                  </a:lnTo>
                  <a:lnTo>
                    <a:pt x="839460" y="5117652"/>
                  </a:lnTo>
                  <a:lnTo>
                    <a:pt x="839555" y="5117652"/>
                  </a:lnTo>
                  <a:lnTo>
                    <a:pt x="839649" y="5117652"/>
                  </a:lnTo>
                  <a:lnTo>
                    <a:pt x="839743" y="5117652"/>
                  </a:lnTo>
                  <a:lnTo>
                    <a:pt x="839837" y="5117652"/>
                  </a:lnTo>
                  <a:lnTo>
                    <a:pt x="839931" y="5117652"/>
                  </a:lnTo>
                  <a:lnTo>
                    <a:pt x="840025" y="5117652"/>
                  </a:lnTo>
                  <a:lnTo>
                    <a:pt x="840119" y="5117652"/>
                  </a:lnTo>
                  <a:lnTo>
                    <a:pt x="840214" y="5117652"/>
                  </a:lnTo>
                  <a:lnTo>
                    <a:pt x="840308" y="5117652"/>
                  </a:lnTo>
                  <a:lnTo>
                    <a:pt x="840402" y="5117652"/>
                  </a:lnTo>
                  <a:lnTo>
                    <a:pt x="840496" y="5117652"/>
                  </a:lnTo>
                  <a:lnTo>
                    <a:pt x="840590" y="5117652"/>
                  </a:lnTo>
                  <a:lnTo>
                    <a:pt x="840684" y="5117652"/>
                  </a:lnTo>
                  <a:lnTo>
                    <a:pt x="840779" y="5117652"/>
                  </a:lnTo>
                  <a:lnTo>
                    <a:pt x="840873" y="5117652"/>
                  </a:lnTo>
                  <a:lnTo>
                    <a:pt x="840967" y="5117652"/>
                  </a:lnTo>
                  <a:lnTo>
                    <a:pt x="841061" y="5117652"/>
                  </a:lnTo>
                  <a:lnTo>
                    <a:pt x="841155" y="5117652"/>
                  </a:lnTo>
                  <a:lnTo>
                    <a:pt x="841249" y="5117652"/>
                  </a:lnTo>
                  <a:lnTo>
                    <a:pt x="841343" y="5117652"/>
                  </a:lnTo>
                  <a:lnTo>
                    <a:pt x="841438" y="5117652"/>
                  </a:lnTo>
                  <a:lnTo>
                    <a:pt x="841532" y="5117652"/>
                  </a:lnTo>
                  <a:lnTo>
                    <a:pt x="841532" y="5112741"/>
                  </a:lnTo>
                  <a:lnTo>
                    <a:pt x="841626" y="5112741"/>
                  </a:lnTo>
                  <a:lnTo>
                    <a:pt x="841720" y="5112741"/>
                  </a:lnTo>
                  <a:lnTo>
                    <a:pt x="841720" y="5107829"/>
                  </a:lnTo>
                  <a:lnTo>
                    <a:pt x="841814" y="5107829"/>
                  </a:lnTo>
                  <a:lnTo>
                    <a:pt x="841908" y="5107829"/>
                  </a:lnTo>
                  <a:lnTo>
                    <a:pt x="842003" y="5107829"/>
                  </a:lnTo>
                  <a:lnTo>
                    <a:pt x="842097" y="5107829"/>
                  </a:lnTo>
                  <a:lnTo>
                    <a:pt x="842191" y="5107829"/>
                  </a:lnTo>
                  <a:lnTo>
                    <a:pt x="842285" y="5107829"/>
                  </a:lnTo>
                  <a:lnTo>
                    <a:pt x="842379" y="5107829"/>
                  </a:lnTo>
                  <a:lnTo>
                    <a:pt x="842473" y="5107829"/>
                  </a:lnTo>
                  <a:lnTo>
                    <a:pt x="842567" y="5107829"/>
                  </a:lnTo>
                  <a:lnTo>
                    <a:pt x="842662" y="5107829"/>
                  </a:lnTo>
                  <a:lnTo>
                    <a:pt x="842756" y="5107829"/>
                  </a:lnTo>
                  <a:lnTo>
                    <a:pt x="842850" y="5107829"/>
                  </a:lnTo>
                  <a:lnTo>
                    <a:pt x="842944" y="5107829"/>
                  </a:lnTo>
                  <a:lnTo>
                    <a:pt x="843038" y="5107829"/>
                  </a:lnTo>
                  <a:lnTo>
                    <a:pt x="843132" y="5107829"/>
                  </a:lnTo>
                  <a:lnTo>
                    <a:pt x="843227" y="5107829"/>
                  </a:lnTo>
                  <a:lnTo>
                    <a:pt x="843321" y="5107829"/>
                  </a:lnTo>
                  <a:lnTo>
                    <a:pt x="843321" y="5102918"/>
                  </a:lnTo>
                  <a:lnTo>
                    <a:pt x="843415" y="5102918"/>
                  </a:lnTo>
                  <a:lnTo>
                    <a:pt x="843509" y="5102918"/>
                  </a:lnTo>
                  <a:lnTo>
                    <a:pt x="843603" y="5102918"/>
                  </a:lnTo>
                  <a:lnTo>
                    <a:pt x="843697" y="5102918"/>
                  </a:lnTo>
                  <a:lnTo>
                    <a:pt x="843791" y="5102918"/>
                  </a:lnTo>
                  <a:lnTo>
                    <a:pt x="843886" y="5102918"/>
                  </a:lnTo>
                  <a:lnTo>
                    <a:pt x="843980" y="5102918"/>
                  </a:lnTo>
                  <a:lnTo>
                    <a:pt x="844074" y="5102918"/>
                  </a:lnTo>
                  <a:lnTo>
                    <a:pt x="844168" y="5102918"/>
                  </a:lnTo>
                  <a:lnTo>
                    <a:pt x="844262" y="5102918"/>
                  </a:lnTo>
                  <a:lnTo>
                    <a:pt x="844356" y="5102918"/>
                  </a:lnTo>
                  <a:lnTo>
                    <a:pt x="844450" y="5102918"/>
                  </a:lnTo>
                  <a:lnTo>
                    <a:pt x="844545" y="5102918"/>
                  </a:lnTo>
                  <a:lnTo>
                    <a:pt x="844639" y="5102918"/>
                  </a:lnTo>
                  <a:lnTo>
                    <a:pt x="844733" y="5102918"/>
                  </a:lnTo>
                  <a:lnTo>
                    <a:pt x="844827" y="5102918"/>
                  </a:lnTo>
                  <a:lnTo>
                    <a:pt x="844921" y="5102918"/>
                  </a:lnTo>
                  <a:lnTo>
                    <a:pt x="845015" y="5102918"/>
                  </a:lnTo>
                  <a:lnTo>
                    <a:pt x="845110" y="5102918"/>
                  </a:lnTo>
                  <a:lnTo>
                    <a:pt x="845204" y="5102918"/>
                  </a:lnTo>
                  <a:lnTo>
                    <a:pt x="845298" y="5102918"/>
                  </a:lnTo>
                  <a:lnTo>
                    <a:pt x="845392" y="5102918"/>
                  </a:lnTo>
                  <a:lnTo>
                    <a:pt x="845486" y="5102918"/>
                  </a:lnTo>
                  <a:lnTo>
                    <a:pt x="845580" y="5102918"/>
                  </a:lnTo>
                  <a:lnTo>
                    <a:pt x="845674" y="5102918"/>
                  </a:lnTo>
                  <a:lnTo>
                    <a:pt x="845769" y="5102918"/>
                  </a:lnTo>
                  <a:lnTo>
                    <a:pt x="845863" y="5102918"/>
                  </a:lnTo>
                  <a:lnTo>
                    <a:pt x="845957" y="5102918"/>
                  </a:lnTo>
                  <a:lnTo>
                    <a:pt x="846051" y="5102918"/>
                  </a:lnTo>
                  <a:lnTo>
                    <a:pt x="846145" y="5102918"/>
                  </a:lnTo>
                  <a:lnTo>
                    <a:pt x="846239" y="5102918"/>
                  </a:lnTo>
                  <a:lnTo>
                    <a:pt x="846334" y="5102918"/>
                  </a:lnTo>
                  <a:lnTo>
                    <a:pt x="846428" y="5102918"/>
                  </a:lnTo>
                  <a:lnTo>
                    <a:pt x="846522" y="5102918"/>
                  </a:lnTo>
                  <a:lnTo>
                    <a:pt x="846616" y="5102918"/>
                  </a:lnTo>
                  <a:lnTo>
                    <a:pt x="846710" y="5102918"/>
                  </a:lnTo>
                  <a:lnTo>
                    <a:pt x="846804" y="5102918"/>
                  </a:lnTo>
                  <a:lnTo>
                    <a:pt x="846804" y="5098007"/>
                  </a:lnTo>
                  <a:lnTo>
                    <a:pt x="846898" y="5098007"/>
                  </a:lnTo>
                  <a:lnTo>
                    <a:pt x="846993" y="5098007"/>
                  </a:lnTo>
                  <a:lnTo>
                    <a:pt x="847087" y="5098007"/>
                  </a:lnTo>
                  <a:lnTo>
                    <a:pt x="847181" y="5098007"/>
                  </a:lnTo>
                  <a:lnTo>
                    <a:pt x="847275" y="5098007"/>
                  </a:lnTo>
                  <a:lnTo>
                    <a:pt x="847369" y="5098007"/>
                  </a:lnTo>
                  <a:lnTo>
                    <a:pt x="847463" y="5098007"/>
                  </a:lnTo>
                  <a:lnTo>
                    <a:pt x="847558" y="5098007"/>
                  </a:lnTo>
                  <a:lnTo>
                    <a:pt x="847652" y="5098007"/>
                  </a:lnTo>
                  <a:lnTo>
                    <a:pt x="847746" y="5098007"/>
                  </a:lnTo>
                  <a:lnTo>
                    <a:pt x="847840" y="5098007"/>
                  </a:lnTo>
                  <a:lnTo>
                    <a:pt x="847934" y="5098007"/>
                  </a:lnTo>
                  <a:lnTo>
                    <a:pt x="848028" y="5098007"/>
                  </a:lnTo>
                  <a:lnTo>
                    <a:pt x="848122" y="5098007"/>
                  </a:lnTo>
                  <a:lnTo>
                    <a:pt x="848217" y="5098007"/>
                  </a:lnTo>
                  <a:lnTo>
                    <a:pt x="848311" y="5098007"/>
                  </a:lnTo>
                  <a:lnTo>
                    <a:pt x="848405" y="5098007"/>
                  </a:lnTo>
                  <a:lnTo>
                    <a:pt x="848499" y="5098007"/>
                  </a:lnTo>
                  <a:lnTo>
                    <a:pt x="848593" y="5098007"/>
                  </a:lnTo>
                  <a:lnTo>
                    <a:pt x="848593" y="5093095"/>
                  </a:lnTo>
                  <a:lnTo>
                    <a:pt x="848687" y="5093095"/>
                  </a:lnTo>
                  <a:lnTo>
                    <a:pt x="848781" y="5093095"/>
                  </a:lnTo>
                  <a:lnTo>
                    <a:pt x="848876" y="5093095"/>
                  </a:lnTo>
                  <a:lnTo>
                    <a:pt x="848970" y="5093095"/>
                  </a:lnTo>
                  <a:lnTo>
                    <a:pt x="849064" y="5093095"/>
                  </a:lnTo>
                  <a:lnTo>
                    <a:pt x="849158" y="5093095"/>
                  </a:lnTo>
                  <a:lnTo>
                    <a:pt x="849252" y="5093095"/>
                  </a:lnTo>
                  <a:lnTo>
                    <a:pt x="849346" y="5093095"/>
                  </a:lnTo>
                  <a:lnTo>
                    <a:pt x="849346" y="5088184"/>
                  </a:lnTo>
                  <a:lnTo>
                    <a:pt x="849441" y="5088184"/>
                  </a:lnTo>
                  <a:lnTo>
                    <a:pt x="849535" y="5088184"/>
                  </a:lnTo>
                  <a:lnTo>
                    <a:pt x="849629" y="5088184"/>
                  </a:lnTo>
                  <a:lnTo>
                    <a:pt x="849723" y="5088184"/>
                  </a:lnTo>
                  <a:lnTo>
                    <a:pt x="849817" y="5088184"/>
                  </a:lnTo>
                  <a:lnTo>
                    <a:pt x="849911" y="5088184"/>
                  </a:lnTo>
                  <a:lnTo>
                    <a:pt x="850005" y="5088184"/>
                  </a:lnTo>
                  <a:lnTo>
                    <a:pt x="850100" y="5088184"/>
                  </a:lnTo>
                  <a:lnTo>
                    <a:pt x="850194" y="5088184"/>
                  </a:lnTo>
                  <a:lnTo>
                    <a:pt x="850288" y="5088184"/>
                  </a:lnTo>
                  <a:lnTo>
                    <a:pt x="850382" y="5088184"/>
                  </a:lnTo>
                  <a:lnTo>
                    <a:pt x="850476" y="5088184"/>
                  </a:lnTo>
                  <a:lnTo>
                    <a:pt x="850570" y="5088184"/>
                  </a:lnTo>
                  <a:lnTo>
                    <a:pt x="850665" y="5088184"/>
                  </a:lnTo>
                  <a:lnTo>
                    <a:pt x="850759" y="5088184"/>
                  </a:lnTo>
                  <a:lnTo>
                    <a:pt x="850853" y="5088184"/>
                  </a:lnTo>
                  <a:lnTo>
                    <a:pt x="850947" y="5088184"/>
                  </a:lnTo>
                  <a:lnTo>
                    <a:pt x="851041" y="5088184"/>
                  </a:lnTo>
                  <a:lnTo>
                    <a:pt x="851135" y="5088184"/>
                  </a:lnTo>
                  <a:lnTo>
                    <a:pt x="851229" y="5088184"/>
                  </a:lnTo>
                  <a:lnTo>
                    <a:pt x="851324" y="5088184"/>
                  </a:lnTo>
                  <a:lnTo>
                    <a:pt x="851418" y="5088184"/>
                  </a:lnTo>
                  <a:lnTo>
                    <a:pt x="851512" y="5088184"/>
                  </a:lnTo>
                  <a:lnTo>
                    <a:pt x="851606" y="5088184"/>
                  </a:lnTo>
                  <a:lnTo>
                    <a:pt x="851700" y="5088184"/>
                  </a:lnTo>
                  <a:lnTo>
                    <a:pt x="851794" y="5088184"/>
                  </a:lnTo>
                  <a:lnTo>
                    <a:pt x="851889" y="5088184"/>
                  </a:lnTo>
                  <a:lnTo>
                    <a:pt x="851983" y="5088184"/>
                  </a:lnTo>
                  <a:lnTo>
                    <a:pt x="852077" y="5088184"/>
                  </a:lnTo>
                  <a:lnTo>
                    <a:pt x="852171" y="5088184"/>
                  </a:lnTo>
                  <a:lnTo>
                    <a:pt x="852265" y="5088184"/>
                  </a:lnTo>
                  <a:lnTo>
                    <a:pt x="852359" y="5088184"/>
                  </a:lnTo>
                  <a:lnTo>
                    <a:pt x="852453" y="5088184"/>
                  </a:lnTo>
                  <a:lnTo>
                    <a:pt x="852548" y="5088184"/>
                  </a:lnTo>
                  <a:lnTo>
                    <a:pt x="852642" y="5088184"/>
                  </a:lnTo>
                  <a:lnTo>
                    <a:pt x="852736" y="5088184"/>
                  </a:lnTo>
                  <a:lnTo>
                    <a:pt x="852830" y="5088184"/>
                  </a:lnTo>
                  <a:lnTo>
                    <a:pt x="852924" y="5088184"/>
                  </a:lnTo>
                  <a:lnTo>
                    <a:pt x="853018" y="5088184"/>
                  </a:lnTo>
                  <a:lnTo>
                    <a:pt x="853112" y="5088184"/>
                  </a:lnTo>
                  <a:lnTo>
                    <a:pt x="853207" y="5088184"/>
                  </a:lnTo>
                  <a:lnTo>
                    <a:pt x="853301" y="5088184"/>
                  </a:lnTo>
                  <a:lnTo>
                    <a:pt x="853395" y="5088184"/>
                  </a:lnTo>
                  <a:lnTo>
                    <a:pt x="853489" y="5088184"/>
                  </a:lnTo>
                  <a:lnTo>
                    <a:pt x="853583" y="5088184"/>
                  </a:lnTo>
                  <a:lnTo>
                    <a:pt x="853677" y="5088184"/>
                  </a:lnTo>
                  <a:lnTo>
                    <a:pt x="853772" y="5088184"/>
                  </a:lnTo>
                  <a:lnTo>
                    <a:pt x="853866" y="5088184"/>
                  </a:lnTo>
                  <a:lnTo>
                    <a:pt x="853960" y="5088184"/>
                  </a:lnTo>
                  <a:lnTo>
                    <a:pt x="854054" y="5088184"/>
                  </a:lnTo>
                  <a:lnTo>
                    <a:pt x="854148" y="5088184"/>
                  </a:lnTo>
                  <a:lnTo>
                    <a:pt x="854242" y="5088184"/>
                  </a:lnTo>
                  <a:lnTo>
                    <a:pt x="854336" y="5088184"/>
                  </a:lnTo>
                  <a:lnTo>
                    <a:pt x="854431" y="5088184"/>
                  </a:lnTo>
                  <a:lnTo>
                    <a:pt x="854525" y="5088184"/>
                  </a:lnTo>
                  <a:lnTo>
                    <a:pt x="854619" y="5088184"/>
                  </a:lnTo>
                  <a:lnTo>
                    <a:pt x="854713" y="5088184"/>
                  </a:lnTo>
                  <a:lnTo>
                    <a:pt x="854807" y="5088184"/>
                  </a:lnTo>
                  <a:lnTo>
                    <a:pt x="854901" y="5088184"/>
                  </a:lnTo>
                  <a:lnTo>
                    <a:pt x="854996" y="5088184"/>
                  </a:lnTo>
                  <a:lnTo>
                    <a:pt x="855090" y="5088184"/>
                  </a:lnTo>
                  <a:lnTo>
                    <a:pt x="855184" y="5088184"/>
                  </a:lnTo>
                  <a:lnTo>
                    <a:pt x="855278" y="5088184"/>
                  </a:lnTo>
                  <a:lnTo>
                    <a:pt x="855372" y="5088184"/>
                  </a:lnTo>
                  <a:lnTo>
                    <a:pt x="855466" y="5088184"/>
                  </a:lnTo>
                  <a:lnTo>
                    <a:pt x="855560" y="5088184"/>
                  </a:lnTo>
                  <a:lnTo>
                    <a:pt x="855655" y="5088184"/>
                  </a:lnTo>
                  <a:lnTo>
                    <a:pt x="855749" y="5088184"/>
                  </a:lnTo>
                  <a:lnTo>
                    <a:pt x="855843" y="5088184"/>
                  </a:lnTo>
                  <a:lnTo>
                    <a:pt x="855937" y="5088184"/>
                  </a:lnTo>
                  <a:lnTo>
                    <a:pt x="856031" y="5088184"/>
                  </a:lnTo>
                  <a:lnTo>
                    <a:pt x="856125" y="5088184"/>
                  </a:lnTo>
                  <a:lnTo>
                    <a:pt x="856220" y="5088184"/>
                  </a:lnTo>
                  <a:lnTo>
                    <a:pt x="856314" y="5088184"/>
                  </a:lnTo>
                  <a:lnTo>
                    <a:pt x="856408" y="5088184"/>
                  </a:lnTo>
                  <a:lnTo>
                    <a:pt x="856502" y="5088184"/>
                  </a:lnTo>
                  <a:lnTo>
                    <a:pt x="856596" y="5088184"/>
                  </a:lnTo>
                  <a:lnTo>
                    <a:pt x="856690" y="5088184"/>
                  </a:lnTo>
                  <a:lnTo>
                    <a:pt x="856784" y="5088184"/>
                  </a:lnTo>
                  <a:lnTo>
                    <a:pt x="856879" y="5088184"/>
                  </a:lnTo>
                  <a:lnTo>
                    <a:pt x="856973" y="5088184"/>
                  </a:lnTo>
                  <a:lnTo>
                    <a:pt x="857067" y="5088184"/>
                  </a:lnTo>
                  <a:lnTo>
                    <a:pt x="857161" y="5088184"/>
                  </a:lnTo>
                  <a:lnTo>
                    <a:pt x="857161" y="5083273"/>
                  </a:lnTo>
                  <a:lnTo>
                    <a:pt x="857255" y="5083273"/>
                  </a:lnTo>
                  <a:lnTo>
                    <a:pt x="857349" y="5083273"/>
                  </a:lnTo>
                  <a:lnTo>
                    <a:pt x="857443" y="5083273"/>
                  </a:lnTo>
                  <a:lnTo>
                    <a:pt x="857538" y="5083273"/>
                  </a:lnTo>
                  <a:lnTo>
                    <a:pt x="857632" y="5083273"/>
                  </a:lnTo>
                  <a:lnTo>
                    <a:pt x="857726" y="5083273"/>
                  </a:lnTo>
                  <a:lnTo>
                    <a:pt x="857820" y="5083273"/>
                  </a:lnTo>
                  <a:lnTo>
                    <a:pt x="857914" y="5083273"/>
                  </a:lnTo>
                  <a:lnTo>
                    <a:pt x="858008" y="5083273"/>
                  </a:lnTo>
                  <a:lnTo>
                    <a:pt x="858103" y="5083273"/>
                  </a:lnTo>
                  <a:lnTo>
                    <a:pt x="858197" y="5083273"/>
                  </a:lnTo>
                  <a:lnTo>
                    <a:pt x="858291" y="5083273"/>
                  </a:lnTo>
                  <a:lnTo>
                    <a:pt x="858385" y="5083273"/>
                  </a:lnTo>
                  <a:lnTo>
                    <a:pt x="858479" y="5083273"/>
                  </a:lnTo>
                  <a:lnTo>
                    <a:pt x="858573" y="5083273"/>
                  </a:lnTo>
                  <a:lnTo>
                    <a:pt x="858667" y="5083273"/>
                  </a:lnTo>
                  <a:lnTo>
                    <a:pt x="858762" y="5083273"/>
                  </a:lnTo>
                  <a:lnTo>
                    <a:pt x="858856" y="5083273"/>
                  </a:lnTo>
                  <a:lnTo>
                    <a:pt x="858950" y="5083273"/>
                  </a:lnTo>
                  <a:lnTo>
                    <a:pt x="859044" y="5083273"/>
                  </a:lnTo>
                  <a:lnTo>
                    <a:pt x="859044" y="5078361"/>
                  </a:lnTo>
                  <a:lnTo>
                    <a:pt x="859138" y="5078361"/>
                  </a:lnTo>
                  <a:lnTo>
                    <a:pt x="859232" y="5078361"/>
                  </a:lnTo>
                  <a:lnTo>
                    <a:pt x="859327" y="5078361"/>
                  </a:lnTo>
                  <a:lnTo>
                    <a:pt x="859421" y="5078361"/>
                  </a:lnTo>
                  <a:lnTo>
                    <a:pt x="859515" y="5078361"/>
                  </a:lnTo>
                  <a:lnTo>
                    <a:pt x="859609" y="5078361"/>
                  </a:lnTo>
                  <a:lnTo>
                    <a:pt x="859703" y="5078361"/>
                  </a:lnTo>
                  <a:lnTo>
                    <a:pt x="859797" y="5078361"/>
                  </a:lnTo>
                  <a:lnTo>
                    <a:pt x="859891" y="5078361"/>
                  </a:lnTo>
                  <a:lnTo>
                    <a:pt x="859986" y="5078361"/>
                  </a:lnTo>
                  <a:lnTo>
                    <a:pt x="860080" y="5078361"/>
                  </a:lnTo>
                  <a:lnTo>
                    <a:pt x="860174" y="5078361"/>
                  </a:lnTo>
                  <a:lnTo>
                    <a:pt x="860268" y="5078361"/>
                  </a:lnTo>
                  <a:lnTo>
                    <a:pt x="860362" y="5078361"/>
                  </a:lnTo>
                  <a:lnTo>
                    <a:pt x="860456" y="5078361"/>
                  </a:lnTo>
                  <a:lnTo>
                    <a:pt x="860551" y="5078361"/>
                  </a:lnTo>
                  <a:lnTo>
                    <a:pt x="860645" y="5078361"/>
                  </a:lnTo>
                  <a:lnTo>
                    <a:pt x="860739" y="5078361"/>
                  </a:lnTo>
                  <a:lnTo>
                    <a:pt x="860833" y="5078361"/>
                  </a:lnTo>
                  <a:lnTo>
                    <a:pt x="860927" y="5078361"/>
                  </a:lnTo>
                  <a:lnTo>
                    <a:pt x="861021" y="5078361"/>
                  </a:lnTo>
                  <a:lnTo>
                    <a:pt x="861115" y="5078361"/>
                  </a:lnTo>
                  <a:lnTo>
                    <a:pt x="861210" y="5078361"/>
                  </a:lnTo>
                  <a:lnTo>
                    <a:pt x="861304" y="5078361"/>
                  </a:lnTo>
                  <a:lnTo>
                    <a:pt x="861398" y="5078361"/>
                  </a:lnTo>
                  <a:lnTo>
                    <a:pt x="861492" y="5078361"/>
                  </a:lnTo>
                  <a:lnTo>
                    <a:pt x="861586" y="5078361"/>
                  </a:lnTo>
                  <a:lnTo>
                    <a:pt x="861680" y="5078361"/>
                  </a:lnTo>
                  <a:lnTo>
                    <a:pt x="861774" y="5078361"/>
                  </a:lnTo>
                  <a:lnTo>
                    <a:pt x="861869" y="5078361"/>
                  </a:lnTo>
                  <a:lnTo>
                    <a:pt x="861963" y="5078361"/>
                  </a:lnTo>
                  <a:lnTo>
                    <a:pt x="862057" y="5078361"/>
                  </a:lnTo>
                  <a:lnTo>
                    <a:pt x="862151" y="5078361"/>
                  </a:lnTo>
                  <a:lnTo>
                    <a:pt x="862245" y="5078361"/>
                  </a:lnTo>
                  <a:lnTo>
                    <a:pt x="862339" y="5078361"/>
                  </a:lnTo>
                  <a:lnTo>
                    <a:pt x="862434" y="5078361"/>
                  </a:lnTo>
                  <a:lnTo>
                    <a:pt x="862528" y="5078361"/>
                  </a:lnTo>
                  <a:lnTo>
                    <a:pt x="862622" y="5078361"/>
                  </a:lnTo>
                  <a:lnTo>
                    <a:pt x="862716" y="5078361"/>
                  </a:lnTo>
                  <a:lnTo>
                    <a:pt x="862810" y="5078361"/>
                  </a:lnTo>
                  <a:lnTo>
                    <a:pt x="862904" y="5078361"/>
                  </a:lnTo>
                  <a:lnTo>
                    <a:pt x="862998" y="5078361"/>
                  </a:lnTo>
                  <a:lnTo>
                    <a:pt x="863093" y="5078361"/>
                  </a:lnTo>
                  <a:lnTo>
                    <a:pt x="863187" y="5078361"/>
                  </a:lnTo>
                  <a:lnTo>
                    <a:pt x="863281" y="5078361"/>
                  </a:lnTo>
                  <a:lnTo>
                    <a:pt x="863375" y="5078361"/>
                  </a:lnTo>
                  <a:lnTo>
                    <a:pt x="863469" y="5078361"/>
                  </a:lnTo>
                  <a:lnTo>
                    <a:pt x="863563" y="5078361"/>
                  </a:lnTo>
                  <a:lnTo>
                    <a:pt x="863658" y="5078361"/>
                  </a:lnTo>
                  <a:lnTo>
                    <a:pt x="863658" y="5073450"/>
                  </a:lnTo>
                  <a:lnTo>
                    <a:pt x="863658" y="5068538"/>
                  </a:lnTo>
                  <a:lnTo>
                    <a:pt x="863752" y="5068538"/>
                  </a:lnTo>
                  <a:lnTo>
                    <a:pt x="863846" y="5068538"/>
                  </a:lnTo>
                  <a:lnTo>
                    <a:pt x="863940" y="5068538"/>
                  </a:lnTo>
                  <a:lnTo>
                    <a:pt x="864034" y="5068538"/>
                  </a:lnTo>
                  <a:lnTo>
                    <a:pt x="864128" y="5068538"/>
                  </a:lnTo>
                  <a:lnTo>
                    <a:pt x="864222" y="5068538"/>
                  </a:lnTo>
                  <a:lnTo>
                    <a:pt x="864317" y="5068538"/>
                  </a:lnTo>
                  <a:lnTo>
                    <a:pt x="864411" y="5068538"/>
                  </a:lnTo>
                  <a:lnTo>
                    <a:pt x="864505" y="5068538"/>
                  </a:lnTo>
                  <a:lnTo>
                    <a:pt x="864599" y="5068538"/>
                  </a:lnTo>
                  <a:lnTo>
                    <a:pt x="864693" y="5068538"/>
                  </a:lnTo>
                  <a:lnTo>
                    <a:pt x="864787" y="5068538"/>
                  </a:lnTo>
                  <a:lnTo>
                    <a:pt x="864882" y="5068538"/>
                  </a:lnTo>
                  <a:lnTo>
                    <a:pt x="864976" y="5068538"/>
                  </a:lnTo>
                  <a:lnTo>
                    <a:pt x="865070" y="5068538"/>
                  </a:lnTo>
                  <a:lnTo>
                    <a:pt x="865164" y="5068538"/>
                  </a:lnTo>
                  <a:lnTo>
                    <a:pt x="865258" y="5068538"/>
                  </a:lnTo>
                  <a:lnTo>
                    <a:pt x="865352" y="5068538"/>
                  </a:lnTo>
                  <a:lnTo>
                    <a:pt x="865446" y="5068538"/>
                  </a:lnTo>
                  <a:lnTo>
                    <a:pt x="865541" y="5068538"/>
                  </a:lnTo>
                  <a:lnTo>
                    <a:pt x="865635" y="5068538"/>
                  </a:lnTo>
                  <a:lnTo>
                    <a:pt x="865729" y="5068538"/>
                  </a:lnTo>
                  <a:lnTo>
                    <a:pt x="865823" y="5068538"/>
                  </a:lnTo>
                  <a:lnTo>
                    <a:pt x="865917" y="5068538"/>
                  </a:lnTo>
                  <a:lnTo>
                    <a:pt x="866011" y="5068538"/>
                  </a:lnTo>
                  <a:lnTo>
                    <a:pt x="866105" y="5068538"/>
                  </a:lnTo>
                  <a:lnTo>
                    <a:pt x="866200" y="5068538"/>
                  </a:lnTo>
                  <a:lnTo>
                    <a:pt x="866294" y="5068538"/>
                  </a:lnTo>
                  <a:lnTo>
                    <a:pt x="866388" y="5068538"/>
                  </a:lnTo>
                  <a:lnTo>
                    <a:pt x="866482" y="5068538"/>
                  </a:lnTo>
                  <a:lnTo>
                    <a:pt x="866576" y="5068538"/>
                  </a:lnTo>
                  <a:lnTo>
                    <a:pt x="866670" y="5068538"/>
                  </a:lnTo>
                  <a:lnTo>
                    <a:pt x="866765" y="5068538"/>
                  </a:lnTo>
                  <a:lnTo>
                    <a:pt x="866859" y="5068538"/>
                  </a:lnTo>
                  <a:lnTo>
                    <a:pt x="866953" y="5068538"/>
                  </a:lnTo>
                  <a:lnTo>
                    <a:pt x="867047" y="5068538"/>
                  </a:lnTo>
                  <a:lnTo>
                    <a:pt x="867141" y="5068538"/>
                  </a:lnTo>
                  <a:lnTo>
                    <a:pt x="867235" y="5068538"/>
                  </a:lnTo>
                  <a:lnTo>
                    <a:pt x="867329" y="5068538"/>
                  </a:lnTo>
                  <a:lnTo>
                    <a:pt x="867424" y="5068538"/>
                  </a:lnTo>
                  <a:lnTo>
                    <a:pt x="867518" y="5068538"/>
                  </a:lnTo>
                  <a:lnTo>
                    <a:pt x="867612" y="5068538"/>
                  </a:lnTo>
                  <a:lnTo>
                    <a:pt x="867706" y="5068538"/>
                  </a:lnTo>
                  <a:lnTo>
                    <a:pt x="867800" y="5068538"/>
                  </a:lnTo>
                  <a:lnTo>
                    <a:pt x="867894" y="5068538"/>
                  </a:lnTo>
                  <a:lnTo>
                    <a:pt x="867989" y="5068538"/>
                  </a:lnTo>
                  <a:lnTo>
                    <a:pt x="868083" y="5068538"/>
                  </a:lnTo>
                  <a:lnTo>
                    <a:pt x="868177" y="5068538"/>
                  </a:lnTo>
                  <a:lnTo>
                    <a:pt x="868271" y="5068538"/>
                  </a:lnTo>
                  <a:lnTo>
                    <a:pt x="868365" y="5068538"/>
                  </a:lnTo>
                  <a:lnTo>
                    <a:pt x="868459" y="5068538"/>
                  </a:lnTo>
                  <a:lnTo>
                    <a:pt x="868553" y="5068538"/>
                  </a:lnTo>
                  <a:lnTo>
                    <a:pt x="868648" y="5068538"/>
                  </a:lnTo>
                  <a:lnTo>
                    <a:pt x="868648" y="5063627"/>
                  </a:lnTo>
                  <a:lnTo>
                    <a:pt x="868742" y="5063627"/>
                  </a:lnTo>
                  <a:lnTo>
                    <a:pt x="868836" y="5063627"/>
                  </a:lnTo>
                  <a:lnTo>
                    <a:pt x="868836" y="5058716"/>
                  </a:lnTo>
                  <a:lnTo>
                    <a:pt x="868930" y="5058716"/>
                  </a:lnTo>
                  <a:lnTo>
                    <a:pt x="869024" y="5058716"/>
                  </a:lnTo>
                  <a:lnTo>
                    <a:pt x="869118" y="5058716"/>
                  </a:lnTo>
                  <a:lnTo>
                    <a:pt x="869213" y="5058716"/>
                  </a:lnTo>
                  <a:lnTo>
                    <a:pt x="869307" y="5058716"/>
                  </a:lnTo>
                  <a:lnTo>
                    <a:pt x="869401" y="5058716"/>
                  </a:lnTo>
                  <a:lnTo>
                    <a:pt x="869495" y="5058716"/>
                  </a:lnTo>
                  <a:lnTo>
                    <a:pt x="869589" y="5058716"/>
                  </a:lnTo>
                  <a:lnTo>
                    <a:pt x="869683" y="5058716"/>
                  </a:lnTo>
                  <a:lnTo>
                    <a:pt x="869777" y="5058716"/>
                  </a:lnTo>
                  <a:lnTo>
                    <a:pt x="869872" y="5058716"/>
                  </a:lnTo>
                  <a:lnTo>
                    <a:pt x="869966" y="5058716"/>
                  </a:lnTo>
                  <a:lnTo>
                    <a:pt x="870060" y="5058716"/>
                  </a:lnTo>
                  <a:lnTo>
                    <a:pt x="870154" y="5058716"/>
                  </a:lnTo>
                  <a:lnTo>
                    <a:pt x="870248" y="5058716"/>
                  </a:lnTo>
                  <a:lnTo>
                    <a:pt x="870342" y="5058716"/>
                  </a:lnTo>
                  <a:lnTo>
                    <a:pt x="870436" y="5058716"/>
                  </a:lnTo>
                  <a:lnTo>
                    <a:pt x="870531" y="5058716"/>
                  </a:lnTo>
                  <a:lnTo>
                    <a:pt x="870625" y="5058716"/>
                  </a:lnTo>
                  <a:lnTo>
                    <a:pt x="870719" y="5058716"/>
                  </a:lnTo>
                  <a:lnTo>
                    <a:pt x="870813" y="5058716"/>
                  </a:lnTo>
                  <a:lnTo>
                    <a:pt x="870907" y="5058716"/>
                  </a:lnTo>
                  <a:lnTo>
                    <a:pt x="871001" y="5058716"/>
                  </a:lnTo>
                  <a:lnTo>
                    <a:pt x="871096" y="5058716"/>
                  </a:lnTo>
                  <a:lnTo>
                    <a:pt x="871190" y="5058716"/>
                  </a:lnTo>
                  <a:lnTo>
                    <a:pt x="871284" y="5058716"/>
                  </a:lnTo>
                  <a:lnTo>
                    <a:pt x="871378" y="5058716"/>
                  </a:lnTo>
                  <a:lnTo>
                    <a:pt x="871472" y="5058716"/>
                  </a:lnTo>
                  <a:lnTo>
                    <a:pt x="871566" y="5058716"/>
                  </a:lnTo>
                  <a:lnTo>
                    <a:pt x="871660" y="5058716"/>
                  </a:lnTo>
                  <a:lnTo>
                    <a:pt x="871755" y="5058716"/>
                  </a:lnTo>
                  <a:lnTo>
                    <a:pt x="871849" y="5058716"/>
                  </a:lnTo>
                  <a:lnTo>
                    <a:pt x="871943" y="5058716"/>
                  </a:lnTo>
                  <a:lnTo>
                    <a:pt x="872037" y="5058716"/>
                  </a:lnTo>
                  <a:lnTo>
                    <a:pt x="872131" y="5058716"/>
                  </a:lnTo>
                  <a:lnTo>
                    <a:pt x="872225" y="5058716"/>
                  </a:lnTo>
                  <a:lnTo>
                    <a:pt x="872320" y="5058716"/>
                  </a:lnTo>
                  <a:lnTo>
                    <a:pt x="872414" y="5058716"/>
                  </a:lnTo>
                  <a:lnTo>
                    <a:pt x="872508" y="5058716"/>
                  </a:lnTo>
                  <a:lnTo>
                    <a:pt x="872602" y="5058716"/>
                  </a:lnTo>
                  <a:lnTo>
                    <a:pt x="872696" y="5058716"/>
                  </a:lnTo>
                  <a:lnTo>
                    <a:pt x="872790" y="5058716"/>
                  </a:lnTo>
                  <a:lnTo>
                    <a:pt x="872884" y="5058716"/>
                  </a:lnTo>
                  <a:lnTo>
                    <a:pt x="872979" y="5058716"/>
                  </a:lnTo>
                  <a:lnTo>
                    <a:pt x="873073" y="5058716"/>
                  </a:lnTo>
                  <a:lnTo>
                    <a:pt x="873167" y="5058716"/>
                  </a:lnTo>
                  <a:lnTo>
                    <a:pt x="873261" y="5058716"/>
                  </a:lnTo>
                  <a:lnTo>
                    <a:pt x="873355" y="5058716"/>
                  </a:lnTo>
                  <a:lnTo>
                    <a:pt x="873449" y="5058716"/>
                  </a:lnTo>
                  <a:lnTo>
                    <a:pt x="873544" y="5058716"/>
                  </a:lnTo>
                  <a:lnTo>
                    <a:pt x="873638" y="5058716"/>
                  </a:lnTo>
                  <a:lnTo>
                    <a:pt x="873732" y="5058716"/>
                  </a:lnTo>
                  <a:lnTo>
                    <a:pt x="873826" y="5058716"/>
                  </a:lnTo>
                  <a:lnTo>
                    <a:pt x="873920" y="5058716"/>
                  </a:lnTo>
                  <a:lnTo>
                    <a:pt x="874014" y="5058716"/>
                  </a:lnTo>
                  <a:lnTo>
                    <a:pt x="874108" y="5058716"/>
                  </a:lnTo>
                  <a:lnTo>
                    <a:pt x="874203" y="5058716"/>
                  </a:lnTo>
                  <a:lnTo>
                    <a:pt x="874297" y="5058716"/>
                  </a:lnTo>
                  <a:lnTo>
                    <a:pt x="874391" y="5058716"/>
                  </a:lnTo>
                  <a:lnTo>
                    <a:pt x="874485" y="5058716"/>
                  </a:lnTo>
                  <a:lnTo>
                    <a:pt x="874579" y="5058716"/>
                  </a:lnTo>
                  <a:lnTo>
                    <a:pt x="874673" y="5058716"/>
                  </a:lnTo>
                  <a:lnTo>
                    <a:pt x="874767" y="5058716"/>
                  </a:lnTo>
                  <a:lnTo>
                    <a:pt x="874862" y="5058716"/>
                  </a:lnTo>
                  <a:lnTo>
                    <a:pt x="874956" y="5058716"/>
                  </a:lnTo>
                  <a:lnTo>
                    <a:pt x="875050" y="5058716"/>
                  </a:lnTo>
                  <a:lnTo>
                    <a:pt x="875144" y="5058716"/>
                  </a:lnTo>
                  <a:lnTo>
                    <a:pt x="875238" y="5058716"/>
                  </a:lnTo>
                  <a:lnTo>
                    <a:pt x="875332" y="5058716"/>
                  </a:lnTo>
                  <a:lnTo>
                    <a:pt x="875427" y="5058716"/>
                  </a:lnTo>
                  <a:lnTo>
                    <a:pt x="875521" y="5058716"/>
                  </a:lnTo>
                  <a:lnTo>
                    <a:pt x="875615" y="5058716"/>
                  </a:lnTo>
                  <a:lnTo>
                    <a:pt x="875709" y="5058716"/>
                  </a:lnTo>
                  <a:lnTo>
                    <a:pt x="875803" y="5058716"/>
                  </a:lnTo>
                  <a:lnTo>
                    <a:pt x="875897" y="5058716"/>
                  </a:lnTo>
                  <a:lnTo>
                    <a:pt x="875991" y="5058716"/>
                  </a:lnTo>
                  <a:lnTo>
                    <a:pt x="876086" y="5058716"/>
                  </a:lnTo>
                  <a:lnTo>
                    <a:pt x="876180" y="5058716"/>
                  </a:lnTo>
                  <a:lnTo>
                    <a:pt x="876274" y="5058716"/>
                  </a:lnTo>
                  <a:lnTo>
                    <a:pt x="876368" y="5058716"/>
                  </a:lnTo>
                  <a:lnTo>
                    <a:pt x="876368" y="5053804"/>
                  </a:lnTo>
                  <a:lnTo>
                    <a:pt x="876462" y="5053804"/>
                  </a:lnTo>
                  <a:lnTo>
                    <a:pt x="876556" y="5053804"/>
                  </a:lnTo>
                  <a:lnTo>
                    <a:pt x="876651" y="5053804"/>
                  </a:lnTo>
                  <a:lnTo>
                    <a:pt x="876745" y="5053804"/>
                  </a:lnTo>
                  <a:lnTo>
                    <a:pt x="876839" y="5053804"/>
                  </a:lnTo>
                  <a:lnTo>
                    <a:pt x="876933" y="5053804"/>
                  </a:lnTo>
                  <a:lnTo>
                    <a:pt x="877027" y="5053804"/>
                  </a:lnTo>
                  <a:lnTo>
                    <a:pt x="877121" y="5053804"/>
                  </a:lnTo>
                  <a:lnTo>
                    <a:pt x="877215" y="5053804"/>
                  </a:lnTo>
                  <a:lnTo>
                    <a:pt x="877310" y="5053804"/>
                  </a:lnTo>
                  <a:lnTo>
                    <a:pt x="877404" y="5053804"/>
                  </a:lnTo>
                  <a:lnTo>
                    <a:pt x="877498" y="5053804"/>
                  </a:lnTo>
                  <a:lnTo>
                    <a:pt x="877592" y="5053804"/>
                  </a:lnTo>
                  <a:lnTo>
                    <a:pt x="877686" y="5053804"/>
                  </a:lnTo>
                  <a:lnTo>
                    <a:pt x="877780" y="5053804"/>
                  </a:lnTo>
                  <a:lnTo>
                    <a:pt x="877875" y="5053804"/>
                  </a:lnTo>
                  <a:lnTo>
                    <a:pt x="877969" y="5053804"/>
                  </a:lnTo>
                  <a:lnTo>
                    <a:pt x="878063" y="5053804"/>
                  </a:lnTo>
                  <a:lnTo>
                    <a:pt x="878157" y="5053804"/>
                  </a:lnTo>
                  <a:lnTo>
                    <a:pt x="878251" y="5053804"/>
                  </a:lnTo>
                  <a:lnTo>
                    <a:pt x="878345" y="5053804"/>
                  </a:lnTo>
                  <a:lnTo>
                    <a:pt x="878439" y="5053804"/>
                  </a:lnTo>
                  <a:lnTo>
                    <a:pt x="878534" y="5053804"/>
                  </a:lnTo>
                  <a:lnTo>
                    <a:pt x="878628" y="5053804"/>
                  </a:lnTo>
                  <a:lnTo>
                    <a:pt x="878722" y="5053804"/>
                  </a:lnTo>
                  <a:lnTo>
                    <a:pt x="878816" y="5053804"/>
                  </a:lnTo>
                  <a:lnTo>
                    <a:pt x="878910" y="5053804"/>
                  </a:lnTo>
                  <a:lnTo>
                    <a:pt x="879004" y="5053804"/>
                  </a:lnTo>
                  <a:lnTo>
                    <a:pt x="879098" y="5053804"/>
                  </a:lnTo>
                  <a:lnTo>
                    <a:pt x="879193" y="5053804"/>
                  </a:lnTo>
                  <a:lnTo>
                    <a:pt x="879287" y="5053804"/>
                  </a:lnTo>
                  <a:lnTo>
                    <a:pt x="879381" y="5053804"/>
                  </a:lnTo>
                  <a:lnTo>
                    <a:pt x="879475" y="5053804"/>
                  </a:lnTo>
                  <a:lnTo>
                    <a:pt x="879569" y="5053804"/>
                  </a:lnTo>
                  <a:lnTo>
                    <a:pt x="879663" y="5053804"/>
                  </a:lnTo>
                  <a:lnTo>
                    <a:pt x="879758" y="5053804"/>
                  </a:lnTo>
                  <a:lnTo>
                    <a:pt x="879852" y="5053804"/>
                  </a:lnTo>
                  <a:lnTo>
                    <a:pt x="879946" y="5053804"/>
                  </a:lnTo>
                  <a:lnTo>
                    <a:pt x="880040" y="5053804"/>
                  </a:lnTo>
                  <a:lnTo>
                    <a:pt x="880134" y="5053804"/>
                  </a:lnTo>
                  <a:lnTo>
                    <a:pt x="880228" y="5053804"/>
                  </a:lnTo>
                  <a:lnTo>
                    <a:pt x="880322" y="5053804"/>
                  </a:lnTo>
                  <a:lnTo>
                    <a:pt x="880417" y="5053804"/>
                  </a:lnTo>
                  <a:lnTo>
                    <a:pt x="880511" y="5053804"/>
                  </a:lnTo>
                  <a:lnTo>
                    <a:pt x="880605" y="5053804"/>
                  </a:lnTo>
                  <a:lnTo>
                    <a:pt x="880699" y="5053804"/>
                  </a:lnTo>
                  <a:lnTo>
                    <a:pt x="880793" y="5053804"/>
                  </a:lnTo>
                  <a:lnTo>
                    <a:pt x="880887" y="5053804"/>
                  </a:lnTo>
                  <a:lnTo>
                    <a:pt x="880887" y="5048893"/>
                  </a:lnTo>
                  <a:lnTo>
                    <a:pt x="880982" y="5048893"/>
                  </a:lnTo>
                  <a:lnTo>
                    <a:pt x="881076" y="5048893"/>
                  </a:lnTo>
                  <a:lnTo>
                    <a:pt x="881170" y="5048893"/>
                  </a:lnTo>
                  <a:lnTo>
                    <a:pt x="881264" y="5048893"/>
                  </a:lnTo>
                  <a:lnTo>
                    <a:pt x="881358" y="5048893"/>
                  </a:lnTo>
                  <a:lnTo>
                    <a:pt x="881452" y="5048893"/>
                  </a:lnTo>
                  <a:lnTo>
                    <a:pt x="881546" y="5048893"/>
                  </a:lnTo>
                  <a:lnTo>
                    <a:pt x="881641" y="5048893"/>
                  </a:lnTo>
                  <a:lnTo>
                    <a:pt x="881735" y="5048893"/>
                  </a:lnTo>
                  <a:lnTo>
                    <a:pt x="881829" y="5048893"/>
                  </a:lnTo>
                  <a:lnTo>
                    <a:pt x="881923" y="5048893"/>
                  </a:lnTo>
                  <a:lnTo>
                    <a:pt x="882017" y="5048893"/>
                  </a:lnTo>
                  <a:lnTo>
                    <a:pt x="882111" y="5048893"/>
                  </a:lnTo>
                  <a:lnTo>
                    <a:pt x="882206" y="5048893"/>
                  </a:lnTo>
                  <a:lnTo>
                    <a:pt x="882300" y="5048893"/>
                  </a:lnTo>
                  <a:lnTo>
                    <a:pt x="882394" y="5048893"/>
                  </a:lnTo>
                  <a:lnTo>
                    <a:pt x="882488" y="5048893"/>
                  </a:lnTo>
                  <a:lnTo>
                    <a:pt x="882582" y="5048893"/>
                  </a:lnTo>
                  <a:lnTo>
                    <a:pt x="882676" y="5048893"/>
                  </a:lnTo>
                  <a:lnTo>
                    <a:pt x="882770" y="5048893"/>
                  </a:lnTo>
                  <a:lnTo>
                    <a:pt x="882865" y="5048893"/>
                  </a:lnTo>
                  <a:lnTo>
                    <a:pt x="882959" y="5048893"/>
                  </a:lnTo>
                  <a:lnTo>
                    <a:pt x="883053" y="5048893"/>
                  </a:lnTo>
                  <a:lnTo>
                    <a:pt x="883147" y="5048893"/>
                  </a:lnTo>
                  <a:lnTo>
                    <a:pt x="883241" y="5048893"/>
                  </a:lnTo>
                  <a:lnTo>
                    <a:pt x="883335" y="5048893"/>
                  </a:lnTo>
                  <a:lnTo>
                    <a:pt x="883429" y="5048893"/>
                  </a:lnTo>
                  <a:lnTo>
                    <a:pt x="883524" y="5048893"/>
                  </a:lnTo>
                  <a:lnTo>
                    <a:pt x="883618" y="5048893"/>
                  </a:lnTo>
                  <a:lnTo>
                    <a:pt x="883712" y="5048893"/>
                  </a:lnTo>
                  <a:lnTo>
                    <a:pt x="883806" y="5048893"/>
                  </a:lnTo>
                  <a:lnTo>
                    <a:pt x="883900" y="5048893"/>
                  </a:lnTo>
                  <a:lnTo>
                    <a:pt x="883994" y="5048893"/>
                  </a:lnTo>
                  <a:lnTo>
                    <a:pt x="884089" y="5048893"/>
                  </a:lnTo>
                  <a:lnTo>
                    <a:pt x="884183" y="5048893"/>
                  </a:lnTo>
                  <a:lnTo>
                    <a:pt x="884277" y="5048893"/>
                  </a:lnTo>
                  <a:lnTo>
                    <a:pt x="884371" y="5048893"/>
                  </a:lnTo>
                  <a:lnTo>
                    <a:pt x="884465" y="5048893"/>
                  </a:lnTo>
                  <a:lnTo>
                    <a:pt x="884559" y="5048893"/>
                  </a:lnTo>
                  <a:lnTo>
                    <a:pt x="884653" y="5048893"/>
                  </a:lnTo>
                  <a:lnTo>
                    <a:pt x="884748" y="5048893"/>
                  </a:lnTo>
                  <a:lnTo>
                    <a:pt x="884748" y="5043982"/>
                  </a:lnTo>
                  <a:lnTo>
                    <a:pt x="884842" y="5043982"/>
                  </a:lnTo>
                  <a:lnTo>
                    <a:pt x="884936" y="5043982"/>
                  </a:lnTo>
                  <a:lnTo>
                    <a:pt x="885030" y="5043982"/>
                  </a:lnTo>
                  <a:lnTo>
                    <a:pt x="885124" y="5043982"/>
                  </a:lnTo>
                  <a:lnTo>
                    <a:pt x="885218" y="5043982"/>
                  </a:lnTo>
                  <a:lnTo>
                    <a:pt x="885313" y="5043982"/>
                  </a:lnTo>
                  <a:lnTo>
                    <a:pt x="885407" y="5043982"/>
                  </a:lnTo>
                  <a:lnTo>
                    <a:pt x="885501" y="5043982"/>
                  </a:lnTo>
                  <a:lnTo>
                    <a:pt x="885595" y="5043982"/>
                  </a:lnTo>
                  <a:lnTo>
                    <a:pt x="885689" y="5043982"/>
                  </a:lnTo>
                  <a:lnTo>
                    <a:pt x="885783" y="5043982"/>
                  </a:lnTo>
                  <a:lnTo>
                    <a:pt x="885877" y="5043982"/>
                  </a:lnTo>
                  <a:lnTo>
                    <a:pt x="885972" y="5043982"/>
                  </a:lnTo>
                  <a:lnTo>
                    <a:pt x="886066" y="5043982"/>
                  </a:lnTo>
                  <a:lnTo>
                    <a:pt x="886160" y="5043982"/>
                  </a:lnTo>
                  <a:lnTo>
                    <a:pt x="886254" y="5043982"/>
                  </a:lnTo>
                  <a:lnTo>
                    <a:pt x="886348" y="5043982"/>
                  </a:lnTo>
                  <a:lnTo>
                    <a:pt x="886442" y="5043982"/>
                  </a:lnTo>
                  <a:lnTo>
                    <a:pt x="886537" y="5043982"/>
                  </a:lnTo>
                  <a:lnTo>
                    <a:pt x="886631" y="5043982"/>
                  </a:lnTo>
                  <a:lnTo>
                    <a:pt x="886725" y="5043982"/>
                  </a:lnTo>
                  <a:lnTo>
                    <a:pt x="886819" y="5043982"/>
                  </a:lnTo>
                  <a:lnTo>
                    <a:pt x="886913" y="5043982"/>
                  </a:lnTo>
                  <a:lnTo>
                    <a:pt x="887007" y="5043982"/>
                  </a:lnTo>
                  <a:lnTo>
                    <a:pt x="887101" y="5043982"/>
                  </a:lnTo>
                  <a:lnTo>
                    <a:pt x="887101" y="5039070"/>
                  </a:lnTo>
                  <a:lnTo>
                    <a:pt x="887196" y="5039070"/>
                  </a:lnTo>
                  <a:lnTo>
                    <a:pt x="887290" y="5039070"/>
                  </a:lnTo>
                  <a:lnTo>
                    <a:pt x="887384" y="5039070"/>
                  </a:lnTo>
                  <a:lnTo>
                    <a:pt x="887478" y="5039070"/>
                  </a:lnTo>
                  <a:lnTo>
                    <a:pt x="887572" y="5039070"/>
                  </a:lnTo>
                  <a:lnTo>
                    <a:pt x="887666" y="5039070"/>
                  </a:lnTo>
                  <a:lnTo>
                    <a:pt x="887760" y="5039070"/>
                  </a:lnTo>
                  <a:lnTo>
                    <a:pt x="887855" y="5039070"/>
                  </a:lnTo>
                  <a:lnTo>
                    <a:pt x="887949" y="5039070"/>
                  </a:lnTo>
                  <a:lnTo>
                    <a:pt x="888043" y="5039070"/>
                  </a:lnTo>
                  <a:lnTo>
                    <a:pt x="888137" y="5039070"/>
                  </a:lnTo>
                  <a:lnTo>
                    <a:pt x="888231" y="5039070"/>
                  </a:lnTo>
                  <a:lnTo>
                    <a:pt x="888325" y="5039070"/>
                  </a:lnTo>
                  <a:lnTo>
                    <a:pt x="888420" y="5039070"/>
                  </a:lnTo>
                  <a:lnTo>
                    <a:pt x="888514" y="5039070"/>
                  </a:lnTo>
                  <a:lnTo>
                    <a:pt x="888608" y="5039070"/>
                  </a:lnTo>
                  <a:lnTo>
                    <a:pt x="888702" y="5039070"/>
                  </a:lnTo>
                  <a:lnTo>
                    <a:pt x="888796" y="5039070"/>
                  </a:lnTo>
                  <a:lnTo>
                    <a:pt x="888890" y="5039070"/>
                  </a:lnTo>
                  <a:lnTo>
                    <a:pt x="888984" y="5039070"/>
                  </a:lnTo>
                  <a:lnTo>
                    <a:pt x="889079" y="5039070"/>
                  </a:lnTo>
                  <a:lnTo>
                    <a:pt x="889173" y="5039070"/>
                  </a:lnTo>
                  <a:lnTo>
                    <a:pt x="889267" y="5039070"/>
                  </a:lnTo>
                  <a:lnTo>
                    <a:pt x="889361" y="5039070"/>
                  </a:lnTo>
                  <a:lnTo>
                    <a:pt x="889455" y="5039070"/>
                  </a:lnTo>
                  <a:lnTo>
                    <a:pt x="889549" y="5039070"/>
                  </a:lnTo>
                  <a:lnTo>
                    <a:pt x="889644" y="5039070"/>
                  </a:lnTo>
                  <a:lnTo>
                    <a:pt x="889738" y="5039070"/>
                  </a:lnTo>
                  <a:lnTo>
                    <a:pt x="889832" y="5039070"/>
                  </a:lnTo>
                  <a:lnTo>
                    <a:pt x="889926" y="5039070"/>
                  </a:lnTo>
                  <a:lnTo>
                    <a:pt x="890020" y="5039070"/>
                  </a:lnTo>
                  <a:lnTo>
                    <a:pt x="890114" y="5039070"/>
                  </a:lnTo>
                  <a:lnTo>
                    <a:pt x="890208" y="5039070"/>
                  </a:lnTo>
                  <a:lnTo>
                    <a:pt x="890303" y="5039070"/>
                  </a:lnTo>
                  <a:lnTo>
                    <a:pt x="890397" y="5039070"/>
                  </a:lnTo>
                  <a:lnTo>
                    <a:pt x="890491" y="5039070"/>
                  </a:lnTo>
                  <a:lnTo>
                    <a:pt x="890585" y="5039070"/>
                  </a:lnTo>
                  <a:lnTo>
                    <a:pt x="890679" y="5039070"/>
                  </a:lnTo>
                  <a:lnTo>
                    <a:pt x="890773" y="5039070"/>
                  </a:lnTo>
                  <a:lnTo>
                    <a:pt x="890868" y="5039070"/>
                  </a:lnTo>
                  <a:lnTo>
                    <a:pt x="890962" y="5039070"/>
                  </a:lnTo>
                  <a:lnTo>
                    <a:pt x="891056" y="5039070"/>
                  </a:lnTo>
                  <a:lnTo>
                    <a:pt x="891056" y="5034159"/>
                  </a:lnTo>
                  <a:lnTo>
                    <a:pt x="891150" y="5034159"/>
                  </a:lnTo>
                  <a:lnTo>
                    <a:pt x="891244" y="5034159"/>
                  </a:lnTo>
                  <a:lnTo>
                    <a:pt x="891338" y="5034159"/>
                  </a:lnTo>
                  <a:lnTo>
                    <a:pt x="891432" y="5034159"/>
                  </a:lnTo>
                  <a:lnTo>
                    <a:pt x="891527" y="5034159"/>
                  </a:lnTo>
                  <a:lnTo>
                    <a:pt x="891621" y="5034159"/>
                  </a:lnTo>
                  <a:lnTo>
                    <a:pt x="891715" y="5034159"/>
                  </a:lnTo>
                  <a:lnTo>
                    <a:pt x="891809" y="5034159"/>
                  </a:lnTo>
                  <a:lnTo>
                    <a:pt x="891809" y="5029247"/>
                  </a:lnTo>
                  <a:lnTo>
                    <a:pt x="891903" y="5029247"/>
                  </a:lnTo>
                  <a:lnTo>
                    <a:pt x="891997" y="5029247"/>
                  </a:lnTo>
                  <a:lnTo>
                    <a:pt x="892091" y="5029247"/>
                  </a:lnTo>
                  <a:lnTo>
                    <a:pt x="892186" y="5029247"/>
                  </a:lnTo>
                  <a:lnTo>
                    <a:pt x="892280" y="5029247"/>
                  </a:lnTo>
                  <a:lnTo>
                    <a:pt x="892374" y="5029247"/>
                  </a:lnTo>
                  <a:lnTo>
                    <a:pt x="892374" y="5024336"/>
                  </a:lnTo>
                  <a:lnTo>
                    <a:pt x="892468" y="5024336"/>
                  </a:lnTo>
                  <a:lnTo>
                    <a:pt x="892562" y="5024336"/>
                  </a:lnTo>
                  <a:lnTo>
                    <a:pt x="892656" y="5024336"/>
                  </a:lnTo>
                  <a:lnTo>
                    <a:pt x="892751" y="5024336"/>
                  </a:lnTo>
                  <a:lnTo>
                    <a:pt x="892845" y="5024336"/>
                  </a:lnTo>
                  <a:lnTo>
                    <a:pt x="892939" y="5024336"/>
                  </a:lnTo>
                  <a:lnTo>
                    <a:pt x="893033" y="5024336"/>
                  </a:lnTo>
                  <a:lnTo>
                    <a:pt x="893127" y="5024336"/>
                  </a:lnTo>
                  <a:lnTo>
                    <a:pt x="893221" y="5024336"/>
                  </a:lnTo>
                  <a:lnTo>
                    <a:pt x="893315" y="5024336"/>
                  </a:lnTo>
                  <a:lnTo>
                    <a:pt x="893410" y="5024336"/>
                  </a:lnTo>
                  <a:lnTo>
                    <a:pt x="893504" y="5024336"/>
                  </a:lnTo>
                  <a:lnTo>
                    <a:pt x="893598" y="5024336"/>
                  </a:lnTo>
                  <a:lnTo>
                    <a:pt x="893692" y="5024336"/>
                  </a:lnTo>
                  <a:lnTo>
                    <a:pt x="893786" y="5024336"/>
                  </a:lnTo>
                  <a:lnTo>
                    <a:pt x="893880" y="5024336"/>
                  </a:lnTo>
                  <a:lnTo>
                    <a:pt x="893975" y="5024336"/>
                  </a:lnTo>
                  <a:lnTo>
                    <a:pt x="894069" y="5024336"/>
                  </a:lnTo>
                  <a:lnTo>
                    <a:pt x="894163" y="5024336"/>
                  </a:lnTo>
                  <a:lnTo>
                    <a:pt x="894257" y="5024336"/>
                  </a:lnTo>
                  <a:lnTo>
                    <a:pt x="894351" y="5024336"/>
                  </a:lnTo>
                  <a:lnTo>
                    <a:pt x="894445" y="5024336"/>
                  </a:lnTo>
                  <a:lnTo>
                    <a:pt x="894539" y="5024336"/>
                  </a:lnTo>
                  <a:lnTo>
                    <a:pt x="894539" y="5019425"/>
                  </a:lnTo>
                  <a:lnTo>
                    <a:pt x="894634" y="5019425"/>
                  </a:lnTo>
                  <a:lnTo>
                    <a:pt x="894728" y="5019425"/>
                  </a:lnTo>
                  <a:lnTo>
                    <a:pt x="894822" y="5019425"/>
                  </a:lnTo>
                  <a:lnTo>
                    <a:pt x="894916" y="5019425"/>
                  </a:lnTo>
                  <a:lnTo>
                    <a:pt x="895010" y="5019425"/>
                  </a:lnTo>
                  <a:lnTo>
                    <a:pt x="895104" y="5019425"/>
                  </a:lnTo>
                  <a:lnTo>
                    <a:pt x="895199" y="5019425"/>
                  </a:lnTo>
                  <a:lnTo>
                    <a:pt x="895293" y="5019425"/>
                  </a:lnTo>
                  <a:lnTo>
                    <a:pt x="895387" y="5019425"/>
                  </a:lnTo>
                  <a:lnTo>
                    <a:pt x="895387" y="5014513"/>
                  </a:lnTo>
                  <a:lnTo>
                    <a:pt x="895481" y="5014513"/>
                  </a:lnTo>
                  <a:lnTo>
                    <a:pt x="895575" y="5014513"/>
                  </a:lnTo>
                  <a:lnTo>
                    <a:pt x="895669" y="5014513"/>
                  </a:lnTo>
                  <a:lnTo>
                    <a:pt x="895763" y="5014513"/>
                  </a:lnTo>
                  <a:lnTo>
                    <a:pt x="895858" y="5014513"/>
                  </a:lnTo>
                  <a:lnTo>
                    <a:pt x="895952" y="5014513"/>
                  </a:lnTo>
                  <a:lnTo>
                    <a:pt x="896046" y="5014513"/>
                  </a:lnTo>
                  <a:lnTo>
                    <a:pt x="896140" y="5014513"/>
                  </a:lnTo>
                  <a:lnTo>
                    <a:pt x="896234" y="5014513"/>
                  </a:lnTo>
                  <a:lnTo>
                    <a:pt x="896328" y="5014513"/>
                  </a:lnTo>
                  <a:lnTo>
                    <a:pt x="896422" y="5014513"/>
                  </a:lnTo>
                  <a:lnTo>
                    <a:pt x="896517" y="5014513"/>
                  </a:lnTo>
                  <a:lnTo>
                    <a:pt x="896611" y="5014513"/>
                  </a:lnTo>
                  <a:lnTo>
                    <a:pt x="896705" y="5014513"/>
                  </a:lnTo>
                  <a:lnTo>
                    <a:pt x="896799" y="5014513"/>
                  </a:lnTo>
                  <a:lnTo>
                    <a:pt x="896799" y="5009602"/>
                  </a:lnTo>
                  <a:lnTo>
                    <a:pt x="896893" y="5009602"/>
                  </a:lnTo>
                  <a:lnTo>
                    <a:pt x="896987" y="5009602"/>
                  </a:lnTo>
                  <a:lnTo>
                    <a:pt x="897082" y="5009602"/>
                  </a:lnTo>
                  <a:lnTo>
                    <a:pt x="897176" y="5009602"/>
                  </a:lnTo>
                  <a:lnTo>
                    <a:pt x="897270" y="5009602"/>
                  </a:lnTo>
                  <a:lnTo>
                    <a:pt x="897364" y="5009602"/>
                  </a:lnTo>
                  <a:lnTo>
                    <a:pt x="897458" y="5009602"/>
                  </a:lnTo>
                  <a:lnTo>
                    <a:pt x="897552" y="5009602"/>
                  </a:lnTo>
                  <a:lnTo>
                    <a:pt x="897646" y="5009602"/>
                  </a:lnTo>
                  <a:lnTo>
                    <a:pt x="897741" y="5009602"/>
                  </a:lnTo>
                  <a:lnTo>
                    <a:pt x="897835" y="5009602"/>
                  </a:lnTo>
                  <a:lnTo>
                    <a:pt x="897929" y="5009602"/>
                  </a:lnTo>
                  <a:lnTo>
                    <a:pt x="898023" y="5009602"/>
                  </a:lnTo>
                  <a:lnTo>
                    <a:pt x="898117" y="5009602"/>
                  </a:lnTo>
                  <a:lnTo>
                    <a:pt x="898211" y="5009602"/>
                  </a:lnTo>
                  <a:lnTo>
                    <a:pt x="898306" y="5009602"/>
                  </a:lnTo>
                  <a:lnTo>
                    <a:pt x="898400" y="5009602"/>
                  </a:lnTo>
                  <a:lnTo>
                    <a:pt x="898494" y="5009602"/>
                  </a:lnTo>
                  <a:lnTo>
                    <a:pt x="898588" y="5009602"/>
                  </a:lnTo>
                  <a:lnTo>
                    <a:pt x="898682" y="5009602"/>
                  </a:lnTo>
                  <a:lnTo>
                    <a:pt x="898776" y="5009602"/>
                  </a:lnTo>
                  <a:lnTo>
                    <a:pt x="898870" y="5009602"/>
                  </a:lnTo>
                  <a:lnTo>
                    <a:pt x="898965" y="5009602"/>
                  </a:lnTo>
                  <a:lnTo>
                    <a:pt x="899059" y="5009602"/>
                  </a:lnTo>
                  <a:lnTo>
                    <a:pt x="899153" y="5009602"/>
                  </a:lnTo>
                  <a:lnTo>
                    <a:pt x="899247" y="5009602"/>
                  </a:lnTo>
                  <a:lnTo>
                    <a:pt x="899341" y="5009602"/>
                  </a:lnTo>
                  <a:lnTo>
                    <a:pt x="899435" y="5009602"/>
                  </a:lnTo>
                  <a:lnTo>
                    <a:pt x="899530" y="5009602"/>
                  </a:lnTo>
                  <a:lnTo>
                    <a:pt x="899624" y="5009602"/>
                  </a:lnTo>
                  <a:lnTo>
                    <a:pt x="899718" y="5009602"/>
                  </a:lnTo>
                  <a:lnTo>
                    <a:pt x="899812" y="5009602"/>
                  </a:lnTo>
                  <a:lnTo>
                    <a:pt x="899906" y="5009602"/>
                  </a:lnTo>
                  <a:lnTo>
                    <a:pt x="900000" y="5009602"/>
                  </a:lnTo>
                  <a:lnTo>
                    <a:pt x="900094" y="5009602"/>
                  </a:lnTo>
                  <a:lnTo>
                    <a:pt x="900189" y="5009602"/>
                  </a:lnTo>
                  <a:lnTo>
                    <a:pt x="900283" y="5009602"/>
                  </a:lnTo>
                  <a:lnTo>
                    <a:pt x="900377" y="5009602"/>
                  </a:lnTo>
                  <a:lnTo>
                    <a:pt x="900471" y="5009602"/>
                  </a:lnTo>
                  <a:lnTo>
                    <a:pt x="900565" y="5009602"/>
                  </a:lnTo>
                  <a:lnTo>
                    <a:pt x="900659" y="5009602"/>
                  </a:lnTo>
                  <a:lnTo>
                    <a:pt x="900753" y="5009602"/>
                  </a:lnTo>
                  <a:lnTo>
                    <a:pt x="900848" y="5009602"/>
                  </a:lnTo>
                  <a:lnTo>
                    <a:pt x="900942" y="5009602"/>
                  </a:lnTo>
                  <a:lnTo>
                    <a:pt x="901036" y="5009602"/>
                  </a:lnTo>
                  <a:lnTo>
                    <a:pt x="901130" y="5009602"/>
                  </a:lnTo>
                  <a:lnTo>
                    <a:pt x="901224" y="5009602"/>
                  </a:lnTo>
                  <a:lnTo>
                    <a:pt x="901318" y="5009602"/>
                  </a:lnTo>
                  <a:lnTo>
                    <a:pt x="901413" y="5009602"/>
                  </a:lnTo>
                  <a:lnTo>
                    <a:pt x="901507" y="5009602"/>
                  </a:lnTo>
                  <a:lnTo>
                    <a:pt x="901601" y="5009602"/>
                  </a:lnTo>
                  <a:lnTo>
                    <a:pt x="901695" y="5009602"/>
                  </a:lnTo>
                  <a:lnTo>
                    <a:pt x="901789" y="5009602"/>
                  </a:lnTo>
                  <a:lnTo>
                    <a:pt x="901883" y="5009602"/>
                  </a:lnTo>
                  <a:lnTo>
                    <a:pt x="901977" y="5009602"/>
                  </a:lnTo>
                  <a:lnTo>
                    <a:pt x="902072" y="5009602"/>
                  </a:lnTo>
                  <a:lnTo>
                    <a:pt x="902166" y="5009602"/>
                  </a:lnTo>
                  <a:lnTo>
                    <a:pt x="902260" y="5009602"/>
                  </a:lnTo>
                  <a:lnTo>
                    <a:pt x="902354" y="5009602"/>
                  </a:lnTo>
                  <a:lnTo>
                    <a:pt x="902448" y="5009602"/>
                  </a:lnTo>
                  <a:lnTo>
                    <a:pt x="902542" y="5009602"/>
                  </a:lnTo>
                  <a:lnTo>
                    <a:pt x="902637" y="5009602"/>
                  </a:lnTo>
                  <a:lnTo>
                    <a:pt x="902731" y="5009602"/>
                  </a:lnTo>
                  <a:lnTo>
                    <a:pt x="902825" y="5009602"/>
                  </a:lnTo>
                  <a:lnTo>
                    <a:pt x="902919" y="5009602"/>
                  </a:lnTo>
                  <a:lnTo>
                    <a:pt x="903013" y="5009602"/>
                  </a:lnTo>
                  <a:lnTo>
                    <a:pt x="903107" y="5009602"/>
                  </a:lnTo>
                  <a:lnTo>
                    <a:pt x="903201" y="5009602"/>
                  </a:lnTo>
                  <a:lnTo>
                    <a:pt x="903296" y="5009602"/>
                  </a:lnTo>
                  <a:lnTo>
                    <a:pt x="903390" y="5009602"/>
                  </a:lnTo>
                  <a:lnTo>
                    <a:pt x="903484" y="5009602"/>
                  </a:lnTo>
                  <a:lnTo>
                    <a:pt x="903578" y="5009602"/>
                  </a:lnTo>
                  <a:lnTo>
                    <a:pt x="903672" y="5009602"/>
                  </a:lnTo>
                  <a:lnTo>
                    <a:pt x="903766" y="5009602"/>
                  </a:lnTo>
                  <a:lnTo>
                    <a:pt x="903861" y="5009602"/>
                  </a:lnTo>
                  <a:lnTo>
                    <a:pt x="903955" y="5009602"/>
                  </a:lnTo>
                  <a:lnTo>
                    <a:pt x="904049" y="5009602"/>
                  </a:lnTo>
                  <a:lnTo>
                    <a:pt x="904143" y="5009602"/>
                  </a:lnTo>
                  <a:lnTo>
                    <a:pt x="904237" y="5009602"/>
                  </a:lnTo>
                  <a:lnTo>
                    <a:pt x="904331" y="5009602"/>
                  </a:lnTo>
                  <a:lnTo>
                    <a:pt x="904331" y="5004691"/>
                  </a:lnTo>
                  <a:lnTo>
                    <a:pt x="904425" y="5004691"/>
                  </a:lnTo>
                  <a:lnTo>
                    <a:pt x="904520" y="5004691"/>
                  </a:lnTo>
                  <a:lnTo>
                    <a:pt x="904614" y="5004691"/>
                  </a:lnTo>
                  <a:lnTo>
                    <a:pt x="904708" y="5004691"/>
                  </a:lnTo>
                  <a:lnTo>
                    <a:pt x="904802" y="5004691"/>
                  </a:lnTo>
                  <a:lnTo>
                    <a:pt x="904896" y="5004691"/>
                  </a:lnTo>
                  <a:lnTo>
                    <a:pt x="904990" y="5004691"/>
                  </a:lnTo>
                  <a:lnTo>
                    <a:pt x="905084" y="5004691"/>
                  </a:lnTo>
                  <a:lnTo>
                    <a:pt x="905179" y="5004691"/>
                  </a:lnTo>
                  <a:lnTo>
                    <a:pt x="905273" y="5004691"/>
                  </a:lnTo>
                  <a:lnTo>
                    <a:pt x="905367" y="5004691"/>
                  </a:lnTo>
                  <a:lnTo>
                    <a:pt x="905461" y="5004691"/>
                  </a:lnTo>
                  <a:lnTo>
                    <a:pt x="905461" y="4999779"/>
                  </a:lnTo>
                  <a:lnTo>
                    <a:pt x="905555" y="4999779"/>
                  </a:lnTo>
                  <a:lnTo>
                    <a:pt x="905649" y="4999779"/>
                  </a:lnTo>
                  <a:lnTo>
                    <a:pt x="905744" y="4999779"/>
                  </a:lnTo>
                  <a:lnTo>
                    <a:pt x="905838" y="4999779"/>
                  </a:lnTo>
                  <a:lnTo>
                    <a:pt x="905932" y="4999779"/>
                  </a:lnTo>
                  <a:lnTo>
                    <a:pt x="905932" y="4994868"/>
                  </a:lnTo>
                  <a:lnTo>
                    <a:pt x="906026" y="4994868"/>
                  </a:lnTo>
                  <a:lnTo>
                    <a:pt x="906120" y="4994868"/>
                  </a:lnTo>
                  <a:lnTo>
                    <a:pt x="906214" y="4994868"/>
                  </a:lnTo>
                  <a:lnTo>
                    <a:pt x="906308" y="4994868"/>
                  </a:lnTo>
                  <a:lnTo>
                    <a:pt x="906403" y="4994868"/>
                  </a:lnTo>
                  <a:lnTo>
                    <a:pt x="906497" y="4994868"/>
                  </a:lnTo>
                  <a:lnTo>
                    <a:pt x="906497" y="4989956"/>
                  </a:lnTo>
                  <a:lnTo>
                    <a:pt x="906591" y="4989956"/>
                  </a:lnTo>
                  <a:lnTo>
                    <a:pt x="906685" y="4989956"/>
                  </a:lnTo>
                  <a:lnTo>
                    <a:pt x="906779" y="4989956"/>
                  </a:lnTo>
                  <a:lnTo>
                    <a:pt x="906873" y="4989956"/>
                  </a:lnTo>
                  <a:lnTo>
                    <a:pt x="906968" y="4989956"/>
                  </a:lnTo>
                  <a:lnTo>
                    <a:pt x="907062" y="4989956"/>
                  </a:lnTo>
                  <a:lnTo>
                    <a:pt x="907156" y="4989956"/>
                  </a:lnTo>
                  <a:lnTo>
                    <a:pt x="907250" y="4989956"/>
                  </a:lnTo>
                  <a:lnTo>
                    <a:pt x="907344" y="4989956"/>
                  </a:lnTo>
                  <a:lnTo>
                    <a:pt x="907438" y="4989956"/>
                  </a:lnTo>
                  <a:lnTo>
                    <a:pt x="907532" y="4989956"/>
                  </a:lnTo>
                  <a:lnTo>
                    <a:pt x="907627" y="4989956"/>
                  </a:lnTo>
                  <a:lnTo>
                    <a:pt x="907721" y="4989956"/>
                  </a:lnTo>
                  <a:lnTo>
                    <a:pt x="907815" y="4989956"/>
                  </a:lnTo>
                  <a:lnTo>
                    <a:pt x="907909" y="4989956"/>
                  </a:lnTo>
                  <a:lnTo>
                    <a:pt x="908003" y="4989956"/>
                  </a:lnTo>
                  <a:lnTo>
                    <a:pt x="908097" y="4989956"/>
                  </a:lnTo>
                  <a:lnTo>
                    <a:pt x="908192" y="4989956"/>
                  </a:lnTo>
                  <a:lnTo>
                    <a:pt x="908286" y="4989956"/>
                  </a:lnTo>
                  <a:lnTo>
                    <a:pt x="908380" y="4989956"/>
                  </a:lnTo>
                  <a:lnTo>
                    <a:pt x="908474" y="4989956"/>
                  </a:lnTo>
                  <a:lnTo>
                    <a:pt x="908568" y="4989956"/>
                  </a:lnTo>
                  <a:lnTo>
                    <a:pt x="908662" y="4989956"/>
                  </a:lnTo>
                  <a:lnTo>
                    <a:pt x="908756" y="4989956"/>
                  </a:lnTo>
                  <a:lnTo>
                    <a:pt x="908851" y="4989956"/>
                  </a:lnTo>
                  <a:lnTo>
                    <a:pt x="908945" y="4989956"/>
                  </a:lnTo>
                  <a:lnTo>
                    <a:pt x="909039" y="4989956"/>
                  </a:lnTo>
                  <a:lnTo>
                    <a:pt x="909133" y="4989956"/>
                  </a:lnTo>
                  <a:lnTo>
                    <a:pt x="909227" y="4989956"/>
                  </a:lnTo>
                  <a:lnTo>
                    <a:pt x="909321" y="4989956"/>
                  </a:lnTo>
                  <a:lnTo>
                    <a:pt x="909415" y="4989956"/>
                  </a:lnTo>
                  <a:lnTo>
                    <a:pt x="909510" y="4989956"/>
                  </a:lnTo>
                  <a:lnTo>
                    <a:pt x="909604" y="4989956"/>
                  </a:lnTo>
                  <a:lnTo>
                    <a:pt x="909698" y="4989956"/>
                  </a:lnTo>
                  <a:lnTo>
                    <a:pt x="909792" y="4989956"/>
                  </a:lnTo>
                  <a:lnTo>
                    <a:pt x="909886" y="4989956"/>
                  </a:lnTo>
                  <a:lnTo>
                    <a:pt x="909980" y="4989956"/>
                  </a:lnTo>
                  <a:lnTo>
                    <a:pt x="910075" y="4989956"/>
                  </a:lnTo>
                  <a:lnTo>
                    <a:pt x="910075" y="4985045"/>
                  </a:lnTo>
                  <a:lnTo>
                    <a:pt x="910169" y="4985045"/>
                  </a:lnTo>
                  <a:lnTo>
                    <a:pt x="910263" y="4985045"/>
                  </a:lnTo>
                  <a:lnTo>
                    <a:pt x="910357" y="4985045"/>
                  </a:lnTo>
                  <a:lnTo>
                    <a:pt x="910451" y="4985045"/>
                  </a:lnTo>
                  <a:lnTo>
                    <a:pt x="910545" y="4985045"/>
                  </a:lnTo>
                  <a:lnTo>
                    <a:pt x="910639" y="4985045"/>
                  </a:lnTo>
                  <a:lnTo>
                    <a:pt x="910734" y="4985045"/>
                  </a:lnTo>
                  <a:lnTo>
                    <a:pt x="910828" y="4985045"/>
                  </a:lnTo>
                  <a:lnTo>
                    <a:pt x="910922" y="4985045"/>
                  </a:lnTo>
                  <a:lnTo>
                    <a:pt x="911016" y="4985045"/>
                  </a:lnTo>
                  <a:lnTo>
                    <a:pt x="911110" y="4985045"/>
                  </a:lnTo>
                  <a:lnTo>
                    <a:pt x="911204" y="4985045"/>
                  </a:lnTo>
                  <a:lnTo>
                    <a:pt x="911299" y="4985045"/>
                  </a:lnTo>
                  <a:lnTo>
                    <a:pt x="911393" y="4985045"/>
                  </a:lnTo>
                  <a:lnTo>
                    <a:pt x="911487" y="4985045"/>
                  </a:lnTo>
                  <a:lnTo>
                    <a:pt x="911581" y="4985045"/>
                  </a:lnTo>
                  <a:lnTo>
                    <a:pt x="911675" y="4985045"/>
                  </a:lnTo>
                  <a:lnTo>
                    <a:pt x="911769" y="4985045"/>
                  </a:lnTo>
                  <a:lnTo>
                    <a:pt x="911863" y="4985045"/>
                  </a:lnTo>
                  <a:lnTo>
                    <a:pt x="911958" y="4985045"/>
                  </a:lnTo>
                  <a:lnTo>
                    <a:pt x="912052" y="4985045"/>
                  </a:lnTo>
                  <a:lnTo>
                    <a:pt x="912146" y="4985045"/>
                  </a:lnTo>
                  <a:lnTo>
                    <a:pt x="912240" y="4985045"/>
                  </a:lnTo>
                  <a:lnTo>
                    <a:pt x="912334" y="4985045"/>
                  </a:lnTo>
                  <a:lnTo>
                    <a:pt x="912428" y="4985045"/>
                  </a:lnTo>
                  <a:lnTo>
                    <a:pt x="912523" y="4985045"/>
                  </a:lnTo>
                  <a:lnTo>
                    <a:pt x="912617" y="4985045"/>
                  </a:lnTo>
                  <a:lnTo>
                    <a:pt x="912711" y="4985045"/>
                  </a:lnTo>
                  <a:lnTo>
                    <a:pt x="912805" y="4985045"/>
                  </a:lnTo>
                  <a:lnTo>
                    <a:pt x="912899" y="4985045"/>
                  </a:lnTo>
                  <a:lnTo>
                    <a:pt x="912993" y="4985045"/>
                  </a:lnTo>
                  <a:lnTo>
                    <a:pt x="913087" y="4985045"/>
                  </a:lnTo>
                  <a:lnTo>
                    <a:pt x="913182" y="4985045"/>
                  </a:lnTo>
                  <a:lnTo>
                    <a:pt x="913276" y="4985045"/>
                  </a:lnTo>
                  <a:lnTo>
                    <a:pt x="913370" y="4985045"/>
                  </a:lnTo>
                  <a:lnTo>
                    <a:pt x="913464" y="4985045"/>
                  </a:lnTo>
                  <a:lnTo>
                    <a:pt x="913558" y="4985045"/>
                  </a:lnTo>
                  <a:lnTo>
                    <a:pt x="913652" y="4985045"/>
                  </a:lnTo>
                  <a:lnTo>
                    <a:pt x="913746" y="4985045"/>
                  </a:lnTo>
                  <a:lnTo>
                    <a:pt x="913841" y="4985045"/>
                  </a:lnTo>
                  <a:lnTo>
                    <a:pt x="913935" y="4985045"/>
                  </a:lnTo>
                  <a:lnTo>
                    <a:pt x="914029" y="4985045"/>
                  </a:lnTo>
                  <a:lnTo>
                    <a:pt x="914123" y="4985045"/>
                  </a:lnTo>
                  <a:lnTo>
                    <a:pt x="914217" y="4985045"/>
                  </a:lnTo>
                  <a:lnTo>
                    <a:pt x="914311" y="4985045"/>
                  </a:lnTo>
                  <a:lnTo>
                    <a:pt x="914406" y="4985045"/>
                  </a:lnTo>
                  <a:lnTo>
                    <a:pt x="914500" y="4985045"/>
                  </a:lnTo>
                  <a:lnTo>
                    <a:pt x="914594" y="4985045"/>
                  </a:lnTo>
                  <a:lnTo>
                    <a:pt x="914688" y="4985045"/>
                  </a:lnTo>
                  <a:lnTo>
                    <a:pt x="914782" y="4985045"/>
                  </a:lnTo>
                  <a:lnTo>
                    <a:pt x="914876" y="4985045"/>
                  </a:lnTo>
                  <a:lnTo>
                    <a:pt x="914970" y="4985045"/>
                  </a:lnTo>
                  <a:lnTo>
                    <a:pt x="915065" y="4985045"/>
                  </a:lnTo>
                  <a:lnTo>
                    <a:pt x="915159" y="4985045"/>
                  </a:lnTo>
                  <a:lnTo>
                    <a:pt x="915253" y="4985045"/>
                  </a:lnTo>
                  <a:lnTo>
                    <a:pt x="915347" y="4985045"/>
                  </a:lnTo>
                  <a:lnTo>
                    <a:pt x="915441" y="4985045"/>
                  </a:lnTo>
                  <a:lnTo>
                    <a:pt x="915535" y="4985045"/>
                  </a:lnTo>
                  <a:lnTo>
                    <a:pt x="915630" y="4985045"/>
                  </a:lnTo>
                  <a:lnTo>
                    <a:pt x="915724" y="4985045"/>
                  </a:lnTo>
                  <a:lnTo>
                    <a:pt x="915818" y="4985045"/>
                  </a:lnTo>
                  <a:lnTo>
                    <a:pt x="915912" y="4985045"/>
                  </a:lnTo>
                  <a:lnTo>
                    <a:pt x="916006" y="4985045"/>
                  </a:lnTo>
                  <a:lnTo>
                    <a:pt x="916100" y="4985045"/>
                  </a:lnTo>
                  <a:lnTo>
                    <a:pt x="916194" y="4985045"/>
                  </a:lnTo>
                  <a:lnTo>
                    <a:pt x="916289" y="4985045"/>
                  </a:lnTo>
                  <a:lnTo>
                    <a:pt x="916383" y="4985045"/>
                  </a:lnTo>
                  <a:lnTo>
                    <a:pt x="916477" y="4985045"/>
                  </a:lnTo>
                  <a:lnTo>
                    <a:pt x="916571" y="4985045"/>
                  </a:lnTo>
                  <a:lnTo>
                    <a:pt x="916665" y="4985045"/>
                  </a:lnTo>
                  <a:lnTo>
                    <a:pt x="916759" y="4985045"/>
                  </a:lnTo>
                  <a:lnTo>
                    <a:pt x="916854" y="4985045"/>
                  </a:lnTo>
                  <a:lnTo>
                    <a:pt x="916948" y="4985045"/>
                  </a:lnTo>
                  <a:lnTo>
                    <a:pt x="917042" y="4985045"/>
                  </a:lnTo>
                  <a:lnTo>
                    <a:pt x="917136" y="4985045"/>
                  </a:lnTo>
                  <a:lnTo>
                    <a:pt x="917230" y="4985045"/>
                  </a:lnTo>
                  <a:lnTo>
                    <a:pt x="917324" y="4985045"/>
                  </a:lnTo>
                  <a:lnTo>
                    <a:pt x="917418" y="4985045"/>
                  </a:lnTo>
                  <a:lnTo>
                    <a:pt x="917513" y="4985045"/>
                  </a:lnTo>
                  <a:lnTo>
                    <a:pt x="917607" y="4985045"/>
                  </a:lnTo>
                  <a:lnTo>
                    <a:pt x="917701" y="4985045"/>
                  </a:lnTo>
                  <a:lnTo>
                    <a:pt x="917795" y="4985045"/>
                  </a:lnTo>
                  <a:lnTo>
                    <a:pt x="917889" y="4985045"/>
                  </a:lnTo>
                  <a:lnTo>
                    <a:pt x="917983" y="4985045"/>
                  </a:lnTo>
                  <a:lnTo>
                    <a:pt x="917983" y="4980134"/>
                  </a:lnTo>
                  <a:lnTo>
                    <a:pt x="918077" y="4980134"/>
                  </a:lnTo>
                  <a:lnTo>
                    <a:pt x="918172" y="4980134"/>
                  </a:lnTo>
                  <a:lnTo>
                    <a:pt x="918266" y="4980134"/>
                  </a:lnTo>
                  <a:lnTo>
                    <a:pt x="918360" y="4980134"/>
                  </a:lnTo>
                  <a:lnTo>
                    <a:pt x="918454" y="4980134"/>
                  </a:lnTo>
                  <a:lnTo>
                    <a:pt x="918548" y="4980134"/>
                  </a:lnTo>
                  <a:lnTo>
                    <a:pt x="918642" y="4980134"/>
                  </a:lnTo>
                  <a:lnTo>
                    <a:pt x="918737" y="4980134"/>
                  </a:lnTo>
                  <a:lnTo>
                    <a:pt x="918831" y="4980134"/>
                  </a:lnTo>
                  <a:lnTo>
                    <a:pt x="918925" y="4980134"/>
                  </a:lnTo>
                  <a:lnTo>
                    <a:pt x="919019" y="4980134"/>
                  </a:lnTo>
                  <a:lnTo>
                    <a:pt x="919113" y="4980134"/>
                  </a:lnTo>
                  <a:lnTo>
                    <a:pt x="919207" y="4980134"/>
                  </a:lnTo>
                  <a:lnTo>
                    <a:pt x="919301" y="4980134"/>
                  </a:lnTo>
                  <a:lnTo>
                    <a:pt x="919396" y="4980134"/>
                  </a:lnTo>
                  <a:lnTo>
                    <a:pt x="919396" y="4975222"/>
                  </a:lnTo>
                  <a:lnTo>
                    <a:pt x="919490" y="4975222"/>
                  </a:lnTo>
                  <a:lnTo>
                    <a:pt x="919584" y="4975222"/>
                  </a:lnTo>
                  <a:lnTo>
                    <a:pt x="919678" y="4975222"/>
                  </a:lnTo>
                  <a:lnTo>
                    <a:pt x="919772" y="4975222"/>
                  </a:lnTo>
                  <a:lnTo>
                    <a:pt x="919866" y="4975222"/>
                  </a:lnTo>
                  <a:lnTo>
                    <a:pt x="919961" y="4975222"/>
                  </a:lnTo>
                  <a:lnTo>
                    <a:pt x="920055" y="4975222"/>
                  </a:lnTo>
                  <a:lnTo>
                    <a:pt x="920149" y="4975222"/>
                  </a:lnTo>
                  <a:lnTo>
                    <a:pt x="920243" y="4975222"/>
                  </a:lnTo>
                  <a:lnTo>
                    <a:pt x="920337" y="4975222"/>
                  </a:lnTo>
                  <a:lnTo>
                    <a:pt x="920431" y="4975222"/>
                  </a:lnTo>
                  <a:lnTo>
                    <a:pt x="920525" y="4975222"/>
                  </a:lnTo>
                  <a:lnTo>
                    <a:pt x="920620" y="4975222"/>
                  </a:lnTo>
                  <a:lnTo>
                    <a:pt x="920714" y="4975222"/>
                  </a:lnTo>
                  <a:lnTo>
                    <a:pt x="920808" y="4975222"/>
                  </a:lnTo>
                  <a:lnTo>
                    <a:pt x="920902" y="4975222"/>
                  </a:lnTo>
                  <a:lnTo>
                    <a:pt x="920996" y="4975222"/>
                  </a:lnTo>
                  <a:lnTo>
                    <a:pt x="921090" y="4975222"/>
                  </a:lnTo>
                  <a:lnTo>
                    <a:pt x="921185" y="4975222"/>
                  </a:lnTo>
                  <a:lnTo>
                    <a:pt x="921279" y="4975222"/>
                  </a:lnTo>
                  <a:lnTo>
                    <a:pt x="921373" y="4975222"/>
                  </a:lnTo>
                  <a:lnTo>
                    <a:pt x="921467" y="4975222"/>
                  </a:lnTo>
                  <a:lnTo>
                    <a:pt x="921561" y="4975222"/>
                  </a:lnTo>
                  <a:lnTo>
                    <a:pt x="921655" y="4975222"/>
                  </a:lnTo>
                  <a:lnTo>
                    <a:pt x="921749" y="4975222"/>
                  </a:lnTo>
                  <a:lnTo>
                    <a:pt x="921844" y="4975222"/>
                  </a:lnTo>
                  <a:lnTo>
                    <a:pt x="921938" y="4975222"/>
                  </a:lnTo>
                  <a:lnTo>
                    <a:pt x="922032" y="4975222"/>
                  </a:lnTo>
                  <a:lnTo>
                    <a:pt x="922126" y="4975222"/>
                  </a:lnTo>
                  <a:lnTo>
                    <a:pt x="922220" y="4975222"/>
                  </a:lnTo>
                  <a:lnTo>
                    <a:pt x="922314" y="4975222"/>
                  </a:lnTo>
                  <a:lnTo>
                    <a:pt x="922408" y="4975222"/>
                  </a:lnTo>
                  <a:lnTo>
                    <a:pt x="922503" y="4975222"/>
                  </a:lnTo>
                  <a:lnTo>
                    <a:pt x="922597" y="4975222"/>
                  </a:lnTo>
                  <a:lnTo>
                    <a:pt x="922691" y="4975222"/>
                  </a:lnTo>
                  <a:lnTo>
                    <a:pt x="922691" y="4970311"/>
                  </a:lnTo>
                  <a:lnTo>
                    <a:pt x="922785" y="4970311"/>
                  </a:lnTo>
                  <a:lnTo>
                    <a:pt x="922879" y="4970311"/>
                  </a:lnTo>
                  <a:lnTo>
                    <a:pt x="922973" y="4970311"/>
                  </a:lnTo>
                  <a:lnTo>
                    <a:pt x="923068" y="4970311"/>
                  </a:lnTo>
                  <a:lnTo>
                    <a:pt x="923162" y="4970311"/>
                  </a:lnTo>
                  <a:lnTo>
                    <a:pt x="923256" y="4970311"/>
                  </a:lnTo>
                  <a:lnTo>
                    <a:pt x="923350" y="4970311"/>
                  </a:lnTo>
                  <a:lnTo>
                    <a:pt x="923444" y="4970311"/>
                  </a:lnTo>
                  <a:lnTo>
                    <a:pt x="923538" y="4970311"/>
                  </a:lnTo>
                  <a:lnTo>
                    <a:pt x="923632" y="4970311"/>
                  </a:lnTo>
                  <a:lnTo>
                    <a:pt x="923727" y="4970311"/>
                  </a:lnTo>
                  <a:lnTo>
                    <a:pt x="923821" y="4970311"/>
                  </a:lnTo>
                  <a:lnTo>
                    <a:pt x="923915" y="4970311"/>
                  </a:lnTo>
                  <a:lnTo>
                    <a:pt x="924009" y="4970311"/>
                  </a:lnTo>
                  <a:lnTo>
                    <a:pt x="924103" y="4970311"/>
                  </a:lnTo>
                  <a:lnTo>
                    <a:pt x="924197" y="4970311"/>
                  </a:lnTo>
                  <a:lnTo>
                    <a:pt x="924292" y="4970311"/>
                  </a:lnTo>
                  <a:lnTo>
                    <a:pt x="924386" y="4970311"/>
                  </a:lnTo>
                  <a:lnTo>
                    <a:pt x="924480" y="4970311"/>
                  </a:lnTo>
                  <a:lnTo>
                    <a:pt x="924574" y="4970311"/>
                  </a:lnTo>
                  <a:lnTo>
                    <a:pt x="924668" y="4970311"/>
                  </a:lnTo>
                  <a:lnTo>
                    <a:pt x="924762" y="4970311"/>
                  </a:lnTo>
                  <a:lnTo>
                    <a:pt x="924856" y="4970311"/>
                  </a:lnTo>
                  <a:lnTo>
                    <a:pt x="924951" y="4970311"/>
                  </a:lnTo>
                  <a:lnTo>
                    <a:pt x="925045" y="4970311"/>
                  </a:lnTo>
                  <a:lnTo>
                    <a:pt x="925139" y="4970311"/>
                  </a:lnTo>
                  <a:lnTo>
                    <a:pt x="925233" y="4970311"/>
                  </a:lnTo>
                  <a:lnTo>
                    <a:pt x="925327" y="4970311"/>
                  </a:lnTo>
                  <a:lnTo>
                    <a:pt x="925421" y="4970311"/>
                  </a:lnTo>
                  <a:lnTo>
                    <a:pt x="925516" y="4970311"/>
                  </a:lnTo>
                  <a:lnTo>
                    <a:pt x="925610" y="4970311"/>
                  </a:lnTo>
                  <a:lnTo>
                    <a:pt x="925704" y="4970311"/>
                  </a:lnTo>
                  <a:lnTo>
                    <a:pt x="925798" y="4970311"/>
                  </a:lnTo>
                  <a:lnTo>
                    <a:pt x="925892" y="4970311"/>
                  </a:lnTo>
                  <a:lnTo>
                    <a:pt x="925986" y="4970311"/>
                  </a:lnTo>
                  <a:lnTo>
                    <a:pt x="926080" y="4970311"/>
                  </a:lnTo>
                  <a:lnTo>
                    <a:pt x="926175" y="4970311"/>
                  </a:lnTo>
                  <a:lnTo>
                    <a:pt x="926269" y="4970311"/>
                  </a:lnTo>
                  <a:lnTo>
                    <a:pt x="926363" y="4970311"/>
                  </a:lnTo>
                  <a:lnTo>
                    <a:pt x="926457" y="4970311"/>
                  </a:lnTo>
                  <a:lnTo>
                    <a:pt x="926551" y="4970311"/>
                  </a:lnTo>
                  <a:lnTo>
                    <a:pt x="926645" y="4970311"/>
                  </a:lnTo>
                  <a:lnTo>
                    <a:pt x="926739" y="4970311"/>
                  </a:lnTo>
                  <a:lnTo>
                    <a:pt x="926834" y="4970311"/>
                  </a:lnTo>
                  <a:lnTo>
                    <a:pt x="926928" y="4970311"/>
                  </a:lnTo>
                  <a:lnTo>
                    <a:pt x="927022" y="4970311"/>
                  </a:lnTo>
                  <a:lnTo>
                    <a:pt x="927022" y="4965400"/>
                  </a:lnTo>
                  <a:lnTo>
                    <a:pt x="927116" y="4965400"/>
                  </a:lnTo>
                  <a:lnTo>
                    <a:pt x="927210" y="4965400"/>
                  </a:lnTo>
                  <a:lnTo>
                    <a:pt x="927304" y="4965400"/>
                  </a:lnTo>
                  <a:lnTo>
                    <a:pt x="927399" y="4965400"/>
                  </a:lnTo>
                  <a:lnTo>
                    <a:pt x="927493" y="4965400"/>
                  </a:lnTo>
                  <a:lnTo>
                    <a:pt x="927587" y="4965400"/>
                  </a:lnTo>
                  <a:lnTo>
                    <a:pt x="927681" y="4965400"/>
                  </a:lnTo>
                  <a:lnTo>
                    <a:pt x="927775" y="4965400"/>
                  </a:lnTo>
                  <a:lnTo>
                    <a:pt x="927869" y="4965400"/>
                  </a:lnTo>
                  <a:lnTo>
                    <a:pt x="927963" y="4965400"/>
                  </a:lnTo>
                  <a:lnTo>
                    <a:pt x="928058" y="4965400"/>
                  </a:lnTo>
                  <a:lnTo>
                    <a:pt x="928152" y="4965400"/>
                  </a:lnTo>
                  <a:lnTo>
                    <a:pt x="928246" y="4965400"/>
                  </a:lnTo>
                  <a:lnTo>
                    <a:pt x="928340" y="4965400"/>
                  </a:lnTo>
                  <a:lnTo>
                    <a:pt x="928434" y="4965400"/>
                  </a:lnTo>
                  <a:lnTo>
                    <a:pt x="928528" y="4965400"/>
                  </a:lnTo>
                  <a:lnTo>
                    <a:pt x="928623" y="4965400"/>
                  </a:lnTo>
                  <a:lnTo>
                    <a:pt x="928717" y="4965400"/>
                  </a:lnTo>
                  <a:lnTo>
                    <a:pt x="928811" y="4965400"/>
                  </a:lnTo>
                  <a:lnTo>
                    <a:pt x="928905" y="4965400"/>
                  </a:lnTo>
                  <a:lnTo>
                    <a:pt x="928999" y="4965400"/>
                  </a:lnTo>
                  <a:lnTo>
                    <a:pt x="929093" y="4965400"/>
                  </a:lnTo>
                  <a:lnTo>
                    <a:pt x="929187" y="4965400"/>
                  </a:lnTo>
                  <a:lnTo>
                    <a:pt x="929282" y="4965400"/>
                  </a:lnTo>
                  <a:lnTo>
                    <a:pt x="929376" y="4965400"/>
                  </a:lnTo>
                  <a:lnTo>
                    <a:pt x="929470" y="4965400"/>
                  </a:lnTo>
                  <a:lnTo>
                    <a:pt x="929564" y="4965400"/>
                  </a:lnTo>
                  <a:lnTo>
                    <a:pt x="929658" y="4965400"/>
                  </a:lnTo>
                  <a:lnTo>
                    <a:pt x="929752" y="4965400"/>
                  </a:lnTo>
                  <a:lnTo>
                    <a:pt x="929847" y="4965400"/>
                  </a:lnTo>
                  <a:lnTo>
                    <a:pt x="929941" y="4965400"/>
                  </a:lnTo>
                  <a:lnTo>
                    <a:pt x="930035" y="4965400"/>
                  </a:lnTo>
                  <a:lnTo>
                    <a:pt x="930129" y="4965400"/>
                  </a:lnTo>
                  <a:lnTo>
                    <a:pt x="930223" y="4965400"/>
                  </a:lnTo>
                  <a:lnTo>
                    <a:pt x="930317" y="4965400"/>
                  </a:lnTo>
                  <a:lnTo>
                    <a:pt x="930411" y="4965400"/>
                  </a:lnTo>
                  <a:lnTo>
                    <a:pt x="930506" y="4965400"/>
                  </a:lnTo>
                  <a:lnTo>
                    <a:pt x="930600" y="4965400"/>
                  </a:lnTo>
                  <a:lnTo>
                    <a:pt x="930694" y="4965400"/>
                  </a:lnTo>
                  <a:lnTo>
                    <a:pt x="930788" y="4965400"/>
                  </a:lnTo>
                  <a:lnTo>
                    <a:pt x="930882" y="4965400"/>
                  </a:lnTo>
                  <a:lnTo>
                    <a:pt x="930976" y="4965400"/>
                  </a:lnTo>
                  <a:lnTo>
                    <a:pt x="931070" y="4965400"/>
                  </a:lnTo>
                  <a:lnTo>
                    <a:pt x="931165" y="4965400"/>
                  </a:lnTo>
                  <a:lnTo>
                    <a:pt x="931259" y="4965400"/>
                  </a:lnTo>
                  <a:lnTo>
                    <a:pt x="931353" y="4965400"/>
                  </a:lnTo>
                  <a:lnTo>
                    <a:pt x="931447" y="4965400"/>
                  </a:lnTo>
                  <a:lnTo>
                    <a:pt x="931541" y="4965400"/>
                  </a:lnTo>
                  <a:lnTo>
                    <a:pt x="931635" y="4965400"/>
                  </a:lnTo>
                  <a:lnTo>
                    <a:pt x="931730" y="4965400"/>
                  </a:lnTo>
                  <a:lnTo>
                    <a:pt x="931824" y="4965400"/>
                  </a:lnTo>
                  <a:lnTo>
                    <a:pt x="931918" y="4965400"/>
                  </a:lnTo>
                  <a:lnTo>
                    <a:pt x="932012" y="4965400"/>
                  </a:lnTo>
                  <a:lnTo>
                    <a:pt x="932106" y="4965400"/>
                  </a:lnTo>
                  <a:lnTo>
                    <a:pt x="932200" y="4965400"/>
                  </a:lnTo>
                  <a:lnTo>
                    <a:pt x="932294" y="4965400"/>
                  </a:lnTo>
                  <a:lnTo>
                    <a:pt x="932389" y="4965400"/>
                  </a:lnTo>
                  <a:lnTo>
                    <a:pt x="932483" y="4965400"/>
                  </a:lnTo>
                  <a:lnTo>
                    <a:pt x="932577" y="4965400"/>
                  </a:lnTo>
                  <a:lnTo>
                    <a:pt x="932671" y="4965400"/>
                  </a:lnTo>
                  <a:lnTo>
                    <a:pt x="932765" y="4965400"/>
                  </a:lnTo>
                  <a:lnTo>
                    <a:pt x="932859" y="4965400"/>
                  </a:lnTo>
                  <a:lnTo>
                    <a:pt x="932954" y="4965400"/>
                  </a:lnTo>
                  <a:lnTo>
                    <a:pt x="933048" y="4965400"/>
                  </a:lnTo>
                  <a:lnTo>
                    <a:pt x="933142" y="4965400"/>
                  </a:lnTo>
                  <a:lnTo>
                    <a:pt x="933236" y="4965400"/>
                  </a:lnTo>
                  <a:lnTo>
                    <a:pt x="933330" y="4965400"/>
                  </a:lnTo>
                  <a:lnTo>
                    <a:pt x="933424" y="4965400"/>
                  </a:lnTo>
                  <a:lnTo>
                    <a:pt x="933518" y="4965400"/>
                  </a:lnTo>
                  <a:lnTo>
                    <a:pt x="933613" y="4965400"/>
                  </a:lnTo>
                  <a:lnTo>
                    <a:pt x="933707" y="4965400"/>
                  </a:lnTo>
                  <a:lnTo>
                    <a:pt x="933801" y="4965400"/>
                  </a:lnTo>
                  <a:lnTo>
                    <a:pt x="933895" y="4965400"/>
                  </a:lnTo>
                  <a:lnTo>
                    <a:pt x="933989" y="4965400"/>
                  </a:lnTo>
                  <a:lnTo>
                    <a:pt x="933989" y="4960488"/>
                  </a:lnTo>
                  <a:lnTo>
                    <a:pt x="934083" y="4960488"/>
                  </a:lnTo>
                  <a:lnTo>
                    <a:pt x="934178" y="4960488"/>
                  </a:lnTo>
                  <a:lnTo>
                    <a:pt x="934272" y="4960488"/>
                  </a:lnTo>
                  <a:lnTo>
                    <a:pt x="934366" y="4960488"/>
                  </a:lnTo>
                  <a:lnTo>
                    <a:pt x="934460" y="4960488"/>
                  </a:lnTo>
                  <a:lnTo>
                    <a:pt x="934554" y="4960488"/>
                  </a:lnTo>
                  <a:lnTo>
                    <a:pt x="934648" y="4960488"/>
                  </a:lnTo>
                  <a:lnTo>
                    <a:pt x="934742" y="4960488"/>
                  </a:lnTo>
                  <a:lnTo>
                    <a:pt x="934837" y="4960488"/>
                  </a:lnTo>
                  <a:lnTo>
                    <a:pt x="934931" y="4960488"/>
                  </a:lnTo>
                  <a:lnTo>
                    <a:pt x="935025" y="4960488"/>
                  </a:lnTo>
                  <a:lnTo>
                    <a:pt x="935119" y="4960488"/>
                  </a:lnTo>
                  <a:lnTo>
                    <a:pt x="935213" y="4960488"/>
                  </a:lnTo>
                  <a:lnTo>
                    <a:pt x="935307" y="4960488"/>
                  </a:lnTo>
                  <a:lnTo>
                    <a:pt x="935401" y="4960488"/>
                  </a:lnTo>
                  <a:lnTo>
                    <a:pt x="935496" y="4960488"/>
                  </a:lnTo>
                  <a:lnTo>
                    <a:pt x="935590" y="4960488"/>
                  </a:lnTo>
                  <a:lnTo>
                    <a:pt x="935684" y="4960488"/>
                  </a:lnTo>
                  <a:lnTo>
                    <a:pt x="935778" y="4960488"/>
                  </a:lnTo>
                  <a:lnTo>
                    <a:pt x="935872" y="4960488"/>
                  </a:lnTo>
                  <a:lnTo>
                    <a:pt x="935966" y="4960488"/>
                  </a:lnTo>
                  <a:lnTo>
                    <a:pt x="936061" y="4960488"/>
                  </a:lnTo>
                  <a:lnTo>
                    <a:pt x="936155" y="4960488"/>
                  </a:lnTo>
                  <a:lnTo>
                    <a:pt x="936249" y="4960488"/>
                  </a:lnTo>
                  <a:lnTo>
                    <a:pt x="936343" y="4960488"/>
                  </a:lnTo>
                  <a:lnTo>
                    <a:pt x="936437" y="4960488"/>
                  </a:lnTo>
                  <a:lnTo>
                    <a:pt x="936531" y="4960488"/>
                  </a:lnTo>
                  <a:lnTo>
                    <a:pt x="936625" y="4960488"/>
                  </a:lnTo>
                  <a:lnTo>
                    <a:pt x="936720" y="4960488"/>
                  </a:lnTo>
                  <a:lnTo>
                    <a:pt x="936814" y="4960488"/>
                  </a:lnTo>
                  <a:lnTo>
                    <a:pt x="936908" y="4960488"/>
                  </a:lnTo>
                  <a:lnTo>
                    <a:pt x="937002" y="4960488"/>
                  </a:lnTo>
                  <a:lnTo>
                    <a:pt x="937096" y="4960488"/>
                  </a:lnTo>
                  <a:lnTo>
                    <a:pt x="937190" y="4960488"/>
                  </a:lnTo>
                  <a:lnTo>
                    <a:pt x="937285" y="4960488"/>
                  </a:lnTo>
                  <a:lnTo>
                    <a:pt x="937379" y="4960488"/>
                  </a:lnTo>
                  <a:lnTo>
                    <a:pt x="937473" y="4960488"/>
                  </a:lnTo>
                  <a:lnTo>
                    <a:pt x="937567" y="4960488"/>
                  </a:lnTo>
                  <a:lnTo>
                    <a:pt x="937661" y="4960488"/>
                  </a:lnTo>
                  <a:lnTo>
                    <a:pt x="937755" y="4960488"/>
                  </a:lnTo>
                  <a:lnTo>
                    <a:pt x="937849" y="4960488"/>
                  </a:lnTo>
                  <a:lnTo>
                    <a:pt x="937944" y="4960488"/>
                  </a:lnTo>
                  <a:lnTo>
                    <a:pt x="938038" y="4960488"/>
                  </a:lnTo>
                  <a:lnTo>
                    <a:pt x="938132" y="4960488"/>
                  </a:lnTo>
                  <a:lnTo>
                    <a:pt x="938226" y="4960488"/>
                  </a:lnTo>
                  <a:lnTo>
                    <a:pt x="938320" y="4960488"/>
                  </a:lnTo>
                  <a:lnTo>
                    <a:pt x="938414" y="4960488"/>
                  </a:lnTo>
                  <a:lnTo>
                    <a:pt x="938509" y="4960488"/>
                  </a:lnTo>
                  <a:lnTo>
                    <a:pt x="938603" y="4960488"/>
                  </a:lnTo>
                  <a:lnTo>
                    <a:pt x="938697" y="4960488"/>
                  </a:lnTo>
                  <a:lnTo>
                    <a:pt x="938791" y="4960488"/>
                  </a:lnTo>
                  <a:lnTo>
                    <a:pt x="938885" y="4960488"/>
                  </a:lnTo>
                  <a:lnTo>
                    <a:pt x="938885" y="4955577"/>
                  </a:lnTo>
                  <a:lnTo>
                    <a:pt x="938979" y="4955577"/>
                  </a:lnTo>
                  <a:lnTo>
                    <a:pt x="939073" y="4955577"/>
                  </a:lnTo>
                  <a:lnTo>
                    <a:pt x="939168" y="4955577"/>
                  </a:lnTo>
                  <a:lnTo>
                    <a:pt x="939262" y="4955577"/>
                  </a:lnTo>
                  <a:lnTo>
                    <a:pt x="939356" y="4955577"/>
                  </a:lnTo>
                  <a:lnTo>
                    <a:pt x="939450" y="4955577"/>
                  </a:lnTo>
                  <a:lnTo>
                    <a:pt x="939544" y="4955577"/>
                  </a:lnTo>
                  <a:lnTo>
                    <a:pt x="939638" y="4955577"/>
                  </a:lnTo>
                  <a:lnTo>
                    <a:pt x="939732" y="4955577"/>
                  </a:lnTo>
                  <a:lnTo>
                    <a:pt x="939827" y="4955577"/>
                  </a:lnTo>
                  <a:lnTo>
                    <a:pt x="939921" y="4955577"/>
                  </a:lnTo>
                  <a:lnTo>
                    <a:pt x="940015" y="4955577"/>
                  </a:lnTo>
                  <a:lnTo>
                    <a:pt x="940109" y="4955577"/>
                  </a:lnTo>
                  <a:lnTo>
                    <a:pt x="940203" y="4955577"/>
                  </a:lnTo>
                  <a:lnTo>
                    <a:pt x="940297" y="4955577"/>
                  </a:lnTo>
                  <a:lnTo>
                    <a:pt x="940297" y="4950665"/>
                  </a:lnTo>
                  <a:lnTo>
                    <a:pt x="940392" y="4950665"/>
                  </a:lnTo>
                  <a:lnTo>
                    <a:pt x="940486" y="4950665"/>
                  </a:lnTo>
                  <a:lnTo>
                    <a:pt x="940580" y="4950665"/>
                  </a:lnTo>
                  <a:lnTo>
                    <a:pt x="940674" y="4950665"/>
                  </a:lnTo>
                  <a:lnTo>
                    <a:pt x="940768" y="4950665"/>
                  </a:lnTo>
                  <a:lnTo>
                    <a:pt x="940862" y="4950665"/>
                  </a:lnTo>
                  <a:lnTo>
                    <a:pt x="940956" y="4950665"/>
                  </a:lnTo>
                  <a:lnTo>
                    <a:pt x="941051" y="4950665"/>
                  </a:lnTo>
                  <a:lnTo>
                    <a:pt x="941145" y="4950665"/>
                  </a:lnTo>
                  <a:lnTo>
                    <a:pt x="941239" y="4950665"/>
                  </a:lnTo>
                  <a:lnTo>
                    <a:pt x="941333" y="4950665"/>
                  </a:lnTo>
                  <a:lnTo>
                    <a:pt x="941427" y="4950665"/>
                  </a:lnTo>
                  <a:lnTo>
                    <a:pt x="941521" y="4950665"/>
                  </a:lnTo>
                  <a:lnTo>
                    <a:pt x="941616" y="4950665"/>
                  </a:lnTo>
                  <a:lnTo>
                    <a:pt x="941710" y="4950665"/>
                  </a:lnTo>
                  <a:lnTo>
                    <a:pt x="941804" y="4950665"/>
                  </a:lnTo>
                  <a:lnTo>
                    <a:pt x="941898" y="4950665"/>
                  </a:lnTo>
                  <a:lnTo>
                    <a:pt x="941992" y="4950665"/>
                  </a:lnTo>
                  <a:lnTo>
                    <a:pt x="942086" y="4950665"/>
                  </a:lnTo>
                  <a:lnTo>
                    <a:pt x="942180" y="4950665"/>
                  </a:lnTo>
                  <a:lnTo>
                    <a:pt x="942275" y="4950665"/>
                  </a:lnTo>
                  <a:lnTo>
                    <a:pt x="942369" y="4950665"/>
                  </a:lnTo>
                  <a:lnTo>
                    <a:pt x="942463" y="4950665"/>
                  </a:lnTo>
                  <a:lnTo>
                    <a:pt x="942557" y="4950665"/>
                  </a:lnTo>
                  <a:lnTo>
                    <a:pt x="942651" y="4950665"/>
                  </a:lnTo>
                  <a:lnTo>
                    <a:pt x="942745" y="4950665"/>
                  </a:lnTo>
                  <a:lnTo>
                    <a:pt x="942840" y="4950665"/>
                  </a:lnTo>
                  <a:lnTo>
                    <a:pt x="942934" y="4950665"/>
                  </a:lnTo>
                  <a:lnTo>
                    <a:pt x="943028" y="4950665"/>
                  </a:lnTo>
                  <a:lnTo>
                    <a:pt x="943122" y="4950665"/>
                  </a:lnTo>
                  <a:lnTo>
                    <a:pt x="943216" y="4950665"/>
                  </a:lnTo>
                  <a:lnTo>
                    <a:pt x="943310" y="4950665"/>
                  </a:lnTo>
                  <a:lnTo>
                    <a:pt x="943404" y="4950665"/>
                  </a:lnTo>
                  <a:lnTo>
                    <a:pt x="943499" y="4950665"/>
                  </a:lnTo>
                  <a:lnTo>
                    <a:pt x="943593" y="4950665"/>
                  </a:lnTo>
                  <a:lnTo>
                    <a:pt x="943687" y="4950665"/>
                  </a:lnTo>
                  <a:lnTo>
                    <a:pt x="943781" y="4950665"/>
                  </a:lnTo>
                  <a:lnTo>
                    <a:pt x="943875" y="4950665"/>
                  </a:lnTo>
                  <a:lnTo>
                    <a:pt x="943969" y="4950665"/>
                  </a:lnTo>
                  <a:lnTo>
                    <a:pt x="944063" y="4950665"/>
                  </a:lnTo>
                  <a:lnTo>
                    <a:pt x="944158" y="4950665"/>
                  </a:lnTo>
                  <a:lnTo>
                    <a:pt x="944252" y="4950665"/>
                  </a:lnTo>
                  <a:lnTo>
                    <a:pt x="944346" y="4950665"/>
                  </a:lnTo>
                  <a:lnTo>
                    <a:pt x="944440" y="4950665"/>
                  </a:lnTo>
                  <a:lnTo>
                    <a:pt x="944534" y="4950665"/>
                  </a:lnTo>
                  <a:lnTo>
                    <a:pt x="944628" y="4950665"/>
                  </a:lnTo>
                  <a:lnTo>
                    <a:pt x="944723" y="4950665"/>
                  </a:lnTo>
                  <a:lnTo>
                    <a:pt x="944817" y="4950665"/>
                  </a:lnTo>
                  <a:lnTo>
                    <a:pt x="944911" y="4950665"/>
                  </a:lnTo>
                  <a:lnTo>
                    <a:pt x="945005" y="4950665"/>
                  </a:lnTo>
                  <a:lnTo>
                    <a:pt x="945099" y="4950665"/>
                  </a:lnTo>
                  <a:lnTo>
                    <a:pt x="945193" y="4950665"/>
                  </a:lnTo>
                  <a:lnTo>
                    <a:pt x="945287" y="4950665"/>
                  </a:lnTo>
                  <a:lnTo>
                    <a:pt x="945382" y="4950665"/>
                  </a:lnTo>
                  <a:lnTo>
                    <a:pt x="945476" y="4950665"/>
                  </a:lnTo>
                  <a:lnTo>
                    <a:pt x="945476" y="4945754"/>
                  </a:lnTo>
                  <a:lnTo>
                    <a:pt x="945570" y="4945754"/>
                  </a:lnTo>
                  <a:lnTo>
                    <a:pt x="945664" y="4945754"/>
                  </a:lnTo>
                  <a:lnTo>
                    <a:pt x="945758" y="4945754"/>
                  </a:lnTo>
                  <a:lnTo>
                    <a:pt x="945852" y="4945754"/>
                  </a:lnTo>
                  <a:lnTo>
                    <a:pt x="945947" y="4945754"/>
                  </a:lnTo>
                  <a:lnTo>
                    <a:pt x="946041" y="4945754"/>
                  </a:lnTo>
                  <a:lnTo>
                    <a:pt x="946135" y="4945754"/>
                  </a:lnTo>
                  <a:lnTo>
                    <a:pt x="946229" y="4945754"/>
                  </a:lnTo>
                  <a:lnTo>
                    <a:pt x="946229" y="4940843"/>
                  </a:lnTo>
                  <a:lnTo>
                    <a:pt x="946323" y="4940843"/>
                  </a:lnTo>
                  <a:lnTo>
                    <a:pt x="946417" y="4940843"/>
                  </a:lnTo>
                  <a:lnTo>
                    <a:pt x="946511" y="4940843"/>
                  </a:lnTo>
                  <a:lnTo>
                    <a:pt x="946606" y="4940843"/>
                  </a:lnTo>
                  <a:lnTo>
                    <a:pt x="946700" y="4940843"/>
                  </a:lnTo>
                  <a:lnTo>
                    <a:pt x="946794" y="4940843"/>
                  </a:lnTo>
                  <a:lnTo>
                    <a:pt x="946888" y="4940843"/>
                  </a:lnTo>
                  <a:lnTo>
                    <a:pt x="946982" y="4940843"/>
                  </a:lnTo>
                  <a:lnTo>
                    <a:pt x="947076" y="4940843"/>
                  </a:lnTo>
                  <a:lnTo>
                    <a:pt x="947171" y="4940843"/>
                  </a:lnTo>
                  <a:lnTo>
                    <a:pt x="947265" y="4940843"/>
                  </a:lnTo>
                  <a:lnTo>
                    <a:pt x="947359" y="4940843"/>
                  </a:lnTo>
                  <a:lnTo>
                    <a:pt x="947453" y="4940843"/>
                  </a:lnTo>
                  <a:lnTo>
                    <a:pt x="947547" y="4940843"/>
                  </a:lnTo>
                  <a:lnTo>
                    <a:pt x="947641" y="4940843"/>
                  </a:lnTo>
                  <a:lnTo>
                    <a:pt x="947735" y="4940843"/>
                  </a:lnTo>
                  <a:lnTo>
                    <a:pt x="947830" y="4940843"/>
                  </a:lnTo>
                  <a:lnTo>
                    <a:pt x="947924" y="4940843"/>
                  </a:lnTo>
                  <a:lnTo>
                    <a:pt x="948018" y="4940843"/>
                  </a:lnTo>
                  <a:lnTo>
                    <a:pt x="948112" y="4940843"/>
                  </a:lnTo>
                  <a:lnTo>
                    <a:pt x="948206" y="4940843"/>
                  </a:lnTo>
                  <a:lnTo>
                    <a:pt x="948300" y="4940843"/>
                  </a:lnTo>
                  <a:lnTo>
                    <a:pt x="948395" y="4940843"/>
                  </a:lnTo>
                  <a:lnTo>
                    <a:pt x="948489" y="4940843"/>
                  </a:lnTo>
                  <a:lnTo>
                    <a:pt x="948583" y="4940843"/>
                  </a:lnTo>
                  <a:lnTo>
                    <a:pt x="948677" y="4940843"/>
                  </a:lnTo>
                  <a:lnTo>
                    <a:pt x="948771" y="4940843"/>
                  </a:lnTo>
                  <a:lnTo>
                    <a:pt x="948865" y="4940843"/>
                  </a:lnTo>
                  <a:lnTo>
                    <a:pt x="948959" y="4940843"/>
                  </a:lnTo>
                  <a:lnTo>
                    <a:pt x="949054" y="4940843"/>
                  </a:lnTo>
                  <a:lnTo>
                    <a:pt x="949148" y="4940843"/>
                  </a:lnTo>
                  <a:lnTo>
                    <a:pt x="949242" y="4940843"/>
                  </a:lnTo>
                  <a:lnTo>
                    <a:pt x="949336" y="4940843"/>
                  </a:lnTo>
                  <a:lnTo>
                    <a:pt x="949430" y="4940843"/>
                  </a:lnTo>
                  <a:lnTo>
                    <a:pt x="949524" y="4940843"/>
                  </a:lnTo>
                  <a:lnTo>
                    <a:pt x="949618" y="4940843"/>
                  </a:lnTo>
                  <a:lnTo>
                    <a:pt x="949713" y="4940843"/>
                  </a:lnTo>
                  <a:lnTo>
                    <a:pt x="949807" y="4940843"/>
                  </a:lnTo>
                  <a:lnTo>
                    <a:pt x="949901" y="4940843"/>
                  </a:lnTo>
                  <a:lnTo>
                    <a:pt x="949995" y="4940843"/>
                  </a:lnTo>
                  <a:lnTo>
                    <a:pt x="950089" y="4940843"/>
                  </a:lnTo>
                  <a:lnTo>
                    <a:pt x="950183" y="4940843"/>
                  </a:lnTo>
                  <a:lnTo>
                    <a:pt x="950278" y="4940843"/>
                  </a:lnTo>
                  <a:lnTo>
                    <a:pt x="950372" y="4940843"/>
                  </a:lnTo>
                  <a:lnTo>
                    <a:pt x="950372" y="4935931"/>
                  </a:lnTo>
                  <a:lnTo>
                    <a:pt x="950466" y="4935931"/>
                  </a:lnTo>
                  <a:lnTo>
                    <a:pt x="950560" y="4935931"/>
                  </a:lnTo>
                  <a:lnTo>
                    <a:pt x="950654" y="4935931"/>
                  </a:lnTo>
                  <a:lnTo>
                    <a:pt x="950748" y="4935931"/>
                  </a:lnTo>
                  <a:lnTo>
                    <a:pt x="950842" y="4935931"/>
                  </a:lnTo>
                  <a:lnTo>
                    <a:pt x="950937" y="4935931"/>
                  </a:lnTo>
                  <a:lnTo>
                    <a:pt x="951031" y="4935931"/>
                  </a:lnTo>
                  <a:lnTo>
                    <a:pt x="951125" y="4935931"/>
                  </a:lnTo>
                  <a:lnTo>
                    <a:pt x="951219" y="4935931"/>
                  </a:lnTo>
                  <a:lnTo>
                    <a:pt x="951313" y="4935931"/>
                  </a:lnTo>
                  <a:lnTo>
                    <a:pt x="951407" y="4935931"/>
                  </a:lnTo>
                  <a:lnTo>
                    <a:pt x="951502" y="4935931"/>
                  </a:lnTo>
                  <a:lnTo>
                    <a:pt x="951596" y="4935931"/>
                  </a:lnTo>
                  <a:lnTo>
                    <a:pt x="951690" y="4935931"/>
                  </a:lnTo>
                  <a:lnTo>
                    <a:pt x="951784" y="4935931"/>
                  </a:lnTo>
                  <a:lnTo>
                    <a:pt x="951878" y="4935931"/>
                  </a:lnTo>
                  <a:lnTo>
                    <a:pt x="951972" y="4935931"/>
                  </a:lnTo>
                  <a:lnTo>
                    <a:pt x="952066" y="4935931"/>
                  </a:lnTo>
                  <a:lnTo>
                    <a:pt x="952161" y="4935931"/>
                  </a:lnTo>
                  <a:lnTo>
                    <a:pt x="952255" y="4935931"/>
                  </a:lnTo>
                  <a:lnTo>
                    <a:pt x="952349" y="4935931"/>
                  </a:lnTo>
                  <a:lnTo>
                    <a:pt x="952443" y="4935931"/>
                  </a:lnTo>
                  <a:lnTo>
                    <a:pt x="952537" y="4935931"/>
                  </a:lnTo>
                  <a:lnTo>
                    <a:pt x="952631" y="4935931"/>
                  </a:lnTo>
                  <a:lnTo>
                    <a:pt x="952726" y="4935931"/>
                  </a:lnTo>
                  <a:lnTo>
                    <a:pt x="952820" y="4935931"/>
                  </a:lnTo>
                  <a:lnTo>
                    <a:pt x="952914" y="4935931"/>
                  </a:lnTo>
                  <a:lnTo>
                    <a:pt x="953008" y="4935931"/>
                  </a:lnTo>
                  <a:lnTo>
                    <a:pt x="953102" y="4935931"/>
                  </a:lnTo>
                  <a:lnTo>
                    <a:pt x="953196" y="4935931"/>
                  </a:lnTo>
                  <a:lnTo>
                    <a:pt x="953290" y="4935931"/>
                  </a:lnTo>
                  <a:lnTo>
                    <a:pt x="953385" y="4935931"/>
                  </a:lnTo>
                  <a:lnTo>
                    <a:pt x="953479" y="4935931"/>
                  </a:lnTo>
                  <a:lnTo>
                    <a:pt x="953573" y="4935931"/>
                  </a:lnTo>
                  <a:lnTo>
                    <a:pt x="953667" y="4935931"/>
                  </a:lnTo>
                  <a:lnTo>
                    <a:pt x="953761" y="4935931"/>
                  </a:lnTo>
                  <a:lnTo>
                    <a:pt x="953855" y="4935931"/>
                  </a:lnTo>
                  <a:lnTo>
                    <a:pt x="953949" y="4935931"/>
                  </a:lnTo>
                  <a:lnTo>
                    <a:pt x="954044" y="4935931"/>
                  </a:lnTo>
                  <a:lnTo>
                    <a:pt x="954138" y="4935931"/>
                  </a:lnTo>
                  <a:lnTo>
                    <a:pt x="954232" y="4935931"/>
                  </a:lnTo>
                  <a:lnTo>
                    <a:pt x="954326" y="4935931"/>
                  </a:lnTo>
                  <a:lnTo>
                    <a:pt x="954420" y="4935931"/>
                  </a:lnTo>
                  <a:lnTo>
                    <a:pt x="954514" y="4935931"/>
                  </a:lnTo>
                  <a:lnTo>
                    <a:pt x="954609" y="4935931"/>
                  </a:lnTo>
                  <a:lnTo>
                    <a:pt x="954703" y="4935931"/>
                  </a:lnTo>
                  <a:lnTo>
                    <a:pt x="954797" y="4935931"/>
                  </a:lnTo>
                  <a:lnTo>
                    <a:pt x="954891" y="4935931"/>
                  </a:lnTo>
                  <a:lnTo>
                    <a:pt x="954891" y="4931020"/>
                  </a:lnTo>
                  <a:lnTo>
                    <a:pt x="954985" y="4931020"/>
                  </a:lnTo>
                  <a:lnTo>
                    <a:pt x="955079" y="4931020"/>
                  </a:lnTo>
                  <a:lnTo>
                    <a:pt x="955173" y="4931020"/>
                  </a:lnTo>
                  <a:lnTo>
                    <a:pt x="955268" y="4931020"/>
                  </a:lnTo>
                  <a:lnTo>
                    <a:pt x="955362" y="4931020"/>
                  </a:lnTo>
                  <a:lnTo>
                    <a:pt x="955456" y="4931020"/>
                  </a:lnTo>
                  <a:lnTo>
                    <a:pt x="955550" y="4931020"/>
                  </a:lnTo>
                  <a:lnTo>
                    <a:pt x="955644" y="4931020"/>
                  </a:lnTo>
                  <a:lnTo>
                    <a:pt x="955738" y="4931020"/>
                  </a:lnTo>
                  <a:lnTo>
                    <a:pt x="955833" y="4931020"/>
                  </a:lnTo>
                  <a:lnTo>
                    <a:pt x="955927" y="4931020"/>
                  </a:lnTo>
                  <a:lnTo>
                    <a:pt x="956021" y="4931020"/>
                  </a:lnTo>
                  <a:lnTo>
                    <a:pt x="956115" y="4931020"/>
                  </a:lnTo>
                  <a:lnTo>
                    <a:pt x="956209" y="4931020"/>
                  </a:lnTo>
                  <a:lnTo>
                    <a:pt x="956303" y="4931020"/>
                  </a:lnTo>
                  <a:lnTo>
                    <a:pt x="956397" y="4931020"/>
                  </a:lnTo>
                  <a:lnTo>
                    <a:pt x="956492" y="4931020"/>
                  </a:lnTo>
                  <a:lnTo>
                    <a:pt x="956586" y="4931020"/>
                  </a:lnTo>
                  <a:lnTo>
                    <a:pt x="956680" y="4931020"/>
                  </a:lnTo>
                  <a:lnTo>
                    <a:pt x="956774" y="4931020"/>
                  </a:lnTo>
                  <a:lnTo>
                    <a:pt x="956868" y="4931020"/>
                  </a:lnTo>
                  <a:lnTo>
                    <a:pt x="956962" y="4931020"/>
                  </a:lnTo>
                  <a:lnTo>
                    <a:pt x="957057" y="4931020"/>
                  </a:lnTo>
                  <a:lnTo>
                    <a:pt x="957151" y="4931020"/>
                  </a:lnTo>
                  <a:lnTo>
                    <a:pt x="957245" y="4931020"/>
                  </a:lnTo>
                  <a:lnTo>
                    <a:pt x="957339" y="4931020"/>
                  </a:lnTo>
                  <a:lnTo>
                    <a:pt x="957339" y="4926109"/>
                  </a:lnTo>
                  <a:lnTo>
                    <a:pt x="957433" y="4926109"/>
                  </a:lnTo>
                  <a:lnTo>
                    <a:pt x="957527" y="4926109"/>
                  </a:lnTo>
                  <a:lnTo>
                    <a:pt x="957621" y="4926109"/>
                  </a:lnTo>
                  <a:lnTo>
                    <a:pt x="957716" y="4926109"/>
                  </a:lnTo>
                  <a:lnTo>
                    <a:pt x="957810" y="4926109"/>
                  </a:lnTo>
                  <a:lnTo>
                    <a:pt x="957904" y="4926109"/>
                  </a:lnTo>
                  <a:lnTo>
                    <a:pt x="957998" y="4926109"/>
                  </a:lnTo>
                  <a:lnTo>
                    <a:pt x="958092" y="4926109"/>
                  </a:lnTo>
                  <a:lnTo>
                    <a:pt x="958186" y="4926109"/>
                  </a:lnTo>
                  <a:lnTo>
                    <a:pt x="958280" y="4926109"/>
                  </a:lnTo>
                  <a:lnTo>
                    <a:pt x="958375" y="4926109"/>
                  </a:lnTo>
                  <a:lnTo>
                    <a:pt x="958469" y="4926109"/>
                  </a:lnTo>
                  <a:lnTo>
                    <a:pt x="958563" y="4926109"/>
                  </a:lnTo>
                  <a:lnTo>
                    <a:pt x="958657" y="4926109"/>
                  </a:lnTo>
                  <a:lnTo>
                    <a:pt x="958751" y="4926109"/>
                  </a:lnTo>
                  <a:lnTo>
                    <a:pt x="958845" y="4926109"/>
                  </a:lnTo>
                  <a:lnTo>
                    <a:pt x="958940" y="4926109"/>
                  </a:lnTo>
                  <a:lnTo>
                    <a:pt x="959034" y="4926109"/>
                  </a:lnTo>
                  <a:lnTo>
                    <a:pt x="959128" y="4926109"/>
                  </a:lnTo>
                  <a:lnTo>
                    <a:pt x="959222" y="4926109"/>
                  </a:lnTo>
                  <a:lnTo>
                    <a:pt x="959316" y="4926109"/>
                  </a:lnTo>
                  <a:lnTo>
                    <a:pt x="959410" y="4926109"/>
                  </a:lnTo>
                  <a:lnTo>
                    <a:pt x="959504" y="4926109"/>
                  </a:lnTo>
                  <a:lnTo>
                    <a:pt x="959599" y="4926109"/>
                  </a:lnTo>
                  <a:lnTo>
                    <a:pt x="959693" y="4926109"/>
                  </a:lnTo>
                  <a:lnTo>
                    <a:pt x="959787" y="4926109"/>
                  </a:lnTo>
                  <a:lnTo>
                    <a:pt x="959881" y="4926109"/>
                  </a:lnTo>
                  <a:lnTo>
                    <a:pt x="959975" y="4926109"/>
                  </a:lnTo>
                  <a:lnTo>
                    <a:pt x="960069" y="4926109"/>
                  </a:lnTo>
                  <a:lnTo>
                    <a:pt x="960164" y="4926109"/>
                  </a:lnTo>
                  <a:lnTo>
                    <a:pt x="960258" y="4926109"/>
                  </a:lnTo>
                  <a:lnTo>
                    <a:pt x="960352" y="4926109"/>
                  </a:lnTo>
                  <a:lnTo>
                    <a:pt x="960446" y="4926109"/>
                  </a:lnTo>
                  <a:lnTo>
                    <a:pt x="960540" y="4926109"/>
                  </a:lnTo>
                  <a:lnTo>
                    <a:pt x="960634" y="4926109"/>
                  </a:lnTo>
                  <a:lnTo>
                    <a:pt x="960728" y="4926109"/>
                  </a:lnTo>
                  <a:lnTo>
                    <a:pt x="960823" y="4926109"/>
                  </a:lnTo>
                  <a:lnTo>
                    <a:pt x="960917" y="4926109"/>
                  </a:lnTo>
                  <a:lnTo>
                    <a:pt x="961011" y="4926109"/>
                  </a:lnTo>
                  <a:lnTo>
                    <a:pt x="961105" y="4926109"/>
                  </a:lnTo>
                  <a:lnTo>
                    <a:pt x="961199" y="4926109"/>
                  </a:lnTo>
                  <a:lnTo>
                    <a:pt x="961293" y="4926109"/>
                  </a:lnTo>
                  <a:lnTo>
                    <a:pt x="961388" y="4926109"/>
                  </a:lnTo>
                  <a:lnTo>
                    <a:pt x="961482" y="4926109"/>
                  </a:lnTo>
                  <a:lnTo>
                    <a:pt x="961576" y="4926109"/>
                  </a:lnTo>
                  <a:lnTo>
                    <a:pt x="961670" y="4926109"/>
                  </a:lnTo>
                  <a:lnTo>
                    <a:pt x="961764" y="4926109"/>
                  </a:lnTo>
                  <a:lnTo>
                    <a:pt x="961858" y="4926109"/>
                  </a:lnTo>
                  <a:lnTo>
                    <a:pt x="961952" y="4926109"/>
                  </a:lnTo>
                  <a:lnTo>
                    <a:pt x="962047" y="4926109"/>
                  </a:lnTo>
                  <a:lnTo>
                    <a:pt x="962141" y="4926109"/>
                  </a:lnTo>
                  <a:lnTo>
                    <a:pt x="962235" y="4926109"/>
                  </a:lnTo>
                  <a:lnTo>
                    <a:pt x="962329" y="4926109"/>
                  </a:lnTo>
                  <a:lnTo>
                    <a:pt x="962423" y="4926109"/>
                  </a:lnTo>
                  <a:lnTo>
                    <a:pt x="962517" y="4926109"/>
                  </a:lnTo>
                  <a:lnTo>
                    <a:pt x="962611" y="4926109"/>
                  </a:lnTo>
                  <a:lnTo>
                    <a:pt x="962706" y="4926109"/>
                  </a:lnTo>
                  <a:lnTo>
                    <a:pt x="962800" y="4926109"/>
                  </a:lnTo>
                  <a:lnTo>
                    <a:pt x="962894" y="4926109"/>
                  </a:lnTo>
                  <a:lnTo>
                    <a:pt x="962988" y="4926109"/>
                  </a:lnTo>
                  <a:lnTo>
                    <a:pt x="963082" y="4926109"/>
                  </a:lnTo>
                  <a:lnTo>
                    <a:pt x="963176" y="4926109"/>
                  </a:lnTo>
                  <a:lnTo>
                    <a:pt x="963271" y="4926109"/>
                  </a:lnTo>
                  <a:lnTo>
                    <a:pt x="963365" y="4926109"/>
                  </a:lnTo>
                  <a:lnTo>
                    <a:pt x="963459" y="4926109"/>
                  </a:lnTo>
                  <a:lnTo>
                    <a:pt x="963553" y="4926109"/>
                  </a:lnTo>
                  <a:lnTo>
                    <a:pt x="963647" y="4926109"/>
                  </a:lnTo>
                  <a:lnTo>
                    <a:pt x="963741" y="4926109"/>
                  </a:lnTo>
                  <a:lnTo>
                    <a:pt x="963835" y="4926109"/>
                  </a:lnTo>
                  <a:lnTo>
                    <a:pt x="963930" y="4926109"/>
                  </a:lnTo>
                  <a:lnTo>
                    <a:pt x="964024" y="4926109"/>
                  </a:lnTo>
                  <a:lnTo>
                    <a:pt x="964118" y="4926109"/>
                  </a:lnTo>
                  <a:lnTo>
                    <a:pt x="964212" y="4926109"/>
                  </a:lnTo>
                  <a:lnTo>
                    <a:pt x="964306" y="4926109"/>
                  </a:lnTo>
                  <a:lnTo>
                    <a:pt x="964400" y="4926109"/>
                  </a:lnTo>
                  <a:lnTo>
                    <a:pt x="964495" y="4926109"/>
                  </a:lnTo>
                  <a:lnTo>
                    <a:pt x="964589" y="4926109"/>
                  </a:lnTo>
                  <a:lnTo>
                    <a:pt x="964683" y="4926109"/>
                  </a:lnTo>
                  <a:lnTo>
                    <a:pt x="964777" y="4926109"/>
                  </a:lnTo>
                  <a:lnTo>
                    <a:pt x="964871" y="4926109"/>
                  </a:lnTo>
                  <a:lnTo>
                    <a:pt x="964871" y="4921197"/>
                  </a:lnTo>
                  <a:lnTo>
                    <a:pt x="964871" y="4916286"/>
                  </a:lnTo>
                  <a:lnTo>
                    <a:pt x="964871" y="4911374"/>
                  </a:lnTo>
                  <a:lnTo>
                    <a:pt x="964965" y="4911374"/>
                  </a:lnTo>
                  <a:lnTo>
                    <a:pt x="965059" y="4911374"/>
                  </a:lnTo>
                  <a:lnTo>
                    <a:pt x="965154" y="4911374"/>
                  </a:lnTo>
                  <a:lnTo>
                    <a:pt x="965248" y="4911374"/>
                  </a:lnTo>
                  <a:lnTo>
                    <a:pt x="965342" y="4911374"/>
                  </a:lnTo>
                  <a:lnTo>
                    <a:pt x="965436" y="4911374"/>
                  </a:lnTo>
                  <a:lnTo>
                    <a:pt x="965530" y="4911374"/>
                  </a:lnTo>
                  <a:lnTo>
                    <a:pt x="965624" y="4911374"/>
                  </a:lnTo>
                  <a:lnTo>
                    <a:pt x="965719" y="4911374"/>
                  </a:lnTo>
                  <a:lnTo>
                    <a:pt x="965813" y="4911374"/>
                  </a:lnTo>
                  <a:lnTo>
                    <a:pt x="965907" y="4911374"/>
                  </a:lnTo>
                  <a:lnTo>
                    <a:pt x="966001" y="4911374"/>
                  </a:lnTo>
                  <a:lnTo>
                    <a:pt x="966095" y="4911374"/>
                  </a:lnTo>
                  <a:lnTo>
                    <a:pt x="966189" y="4911374"/>
                  </a:lnTo>
                  <a:lnTo>
                    <a:pt x="966283" y="4911374"/>
                  </a:lnTo>
                  <a:lnTo>
                    <a:pt x="966378" y="4911374"/>
                  </a:lnTo>
                  <a:lnTo>
                    <a:pt x="966472" y="4911374"/>
                  </a:lnTo>
                  <a:lnTo>
                    <a:pt x="966566" y="4911374"/>
                  </a:lnTo>
                  <a:lnTo>
                    <a:pt x="966660" y="4911374"/>
                  </a:lnTo>
                  <a:lnTo>
                    <a:pt x="966754" y="4911374"/>
                  </a:lnTo>
                  <a:lnTo>
                    <a:pt x="966848" y="4911374"/>
                  </a:lnTo>
                  <a:lnTo>
                    <a:pt x="966942" y="4911374"/>
                  </a:lnTo>
                  <a:lnTo>
                    <a:pt x="967037" y="4911374"/>
                  </a:lnTo>
                  <a:lnTo>
                    <a:pt x="967131" y="4911374"/>
                  </a:lnTo>
                  <a:lnTo>
                    <a:pt x="967225" y="4911374"/>
                  </a:lnTo>
                  <a:lnTo>
                    <a:pt x="967319" y="4911374"/>
                  </a:lnTo>
                  <a:lnTo>
                    <a:pt x="967413" y="4911374"/>
                  </a:lnTo>
                  <a:lnTo>
                    <a:pt x="967507" y="4911374"/>
                  </a:lnTo>
                  <a:lnTo>
                    <a:pt x="967602" y="4911374"/>
                  </a:lnTo>
                  <a:lnTo>
                    <a:pt x="967696" y="4911374"/>
                  </a:lnTo>
                  <a:lnTo>
                    <a:pt x="967790" y="4911374"/>
                  </a:lnTo>
                  <a:lnTo>
                    <a:pt x="967884" y="4911374"/>
                  </a:lnTo>
                  <a:lnTo>
                    <a:pt x="967978" y="4911374"/>
                  </a:lnTo>
                  <a:lnTo>
                    <a:pt x="968072" y="4911374"/>
                  </a:lnTo>
                  <a:lnTo>
                    <a:pt x="968166" y="4911374"/>
                  </a:lnTo>
                  <a:lnTo>
                    <a:pt x="968261" y="4911374"/>
                  </a:lnTo>
                  <a:lnTo>
                    <a:pt x="968355" y="4911374"/>
                  </a:lnTo>
                  <a:lnTo>
                    <a:pt x="968449" y="4911374"/>
                  </a:lnTo>
                  <a:lnTo>
                    <a:pt x="968543" y="4911374"/>
                  </a:lnTo>
                  <a:lnTo>
                    <a:pt x="968637" y="4911374"/>
                  </a:lnTo>
                  <a:lnTo>
                    <a:pt x="968731" y="4911374"/>
                  </a:lnTo>
                  <a:lnTo>
                    <a:pt x="968826" y="4911374"/>
                  </a:lnTo>
                  <a:lnTo>
                    <a:pt x="968920" y="4911374"/>
                  </a:lnTo>
                  <a:lnTo>
                    <a:pt x="969014" y="4911374"/>
                  </a:lnTo>
                  <a:lnTo>
                    <a:pt x="969108" y="4911374"/>
                  </a:lnTo>
                  <a:lnTo>
                    <a:pt x="969202" y="4911374"/>
                  </a:lnTo>
                  <a:lnTo>
                    <a:pt x="969296" y="4911374"/>
                  </a:lnTo>
                  <a:lnTo>
                    <a:pt x="969390" y="4911374"/>
                  </a:lnTo>
                  <a:lnTo>
                    <a:pt x="969485" y="4911374"/>
                  </a:lnTo>
                  <a:lnTo>
                    <a:pt x="969579" y="4911374"/>
                  </a:lnTo>
                  <a:lnTo>
                    <a:pt x="969673" y="4911374"/>
                  </a:lnTo>
                  <a:lnTo>
                    <a:pt x="969767" y="4911374"/>
                  </a:lnTo>
                  <a:lnTo>
                    <a:pt x="969861" y="4911374"/>
                  </a:lnTo>
                  <a:lnTo>
                    <a:pt x="969955" y="4911374"/>
                  </a:lnTo>
                  <a:lnTo>
                    <a:pt x="970050" y="4911374"/>
                  </a:lnTo>
                  <a:lnTo>
                    <a:pt x="970144" y="4911374"/>
                  </a:lnTo>
                  <a:lnTo>
                    <a:pt x="970238" y="4911374"/>
                  </a:lnTo>
                  <a:lnTo>
                    <a:pt x="970332" y="4911374"/>
                  </a:lnTo>
                  <a:lnTo>
                    <a:pt x="970426" y="4911374"/>
                  </a:lnTo>
                  <a:lnTo>
                    <a:pt x="970520" y="4911374"/>
                  </a:lnTo>
                  <a:lnTo>
                    <a:pt x="970614" y="4911374"/>
                  </a:lnTo>
                  <a:lnTo>
                    <a:pt x="970709" y="4911374"/>
                  </a:lnTo>
                  <a:lnTo>
                    <a:pt x="970803" y="4911374"/>
                  </a:lnTo>
                  <a:lnTo>
                    <a:pt x="970897" y="4911374"/>
                  </a:lnTo>
                  <a:lnTo>
                    <a:pt x="970991" y="4911374"/>
                  </a:lnTo>
                  <a:lnTo>
                    <a:pt x="971085" y="4911374"/>
                  </a:lnTo>
                  <a:lnTo>
                    <a:pt x="971179" y="4911374"/>
                  </a:lnTo>
                  <a:lnTo>
                    <a:pt x="971273" y="4911374"/>
                  </a:lnTo>
                  <a:lnTo>
                    <a:pt x="971368" y="4911374"/>
                  </a:lnTo>
                  <a:lnTo>
                    <a:pt x="971462" y="4911374"/>
                  </a:lnTo>
                  <a:lnTo>
                    <a:pt x="971556" y="4911374"/>
                  </a:lnTo>
                  <a:lnTo>
                    <a:pt x="971556" y="4906463"/>
                  </a:lnTo>
                  <a:lnTo>
                    <a:pt x="971650" y="4906463"/>
                  </a:lnTo>
                  <a:lnTo>
                    <a:pt x="971744" y="4906463"/>
                  </a:lnTo>
                  <a:lnTo>
                    <a:pt x="971838" y="4906463"/>
                  </a:lnTo>
                  <a:lnTo>
                    <a:pt x="971933" y="4906463"/>
                  </a:lnTo>
                  <a:lnTo>
                    <a:pt x="972027" y="4906463"/>
                  </a:lnTo>
                  <a:lnTo>
                    <a:pt x="972121" y="4906463"/>
                  </a:lnTo>
                  <a:lnTo>
                    <a:pt x="972215" y="4906463"/>
                  </a:lnTo>
                  <a:lnTo>
                    <a:pt x="972309" y="4906463"/>
                  </a:lnTo>
                  <a:lnTo>
                    <a:pt x="972403" y="4906463"/>
                  </a:lnTo>
                  <a:lnTo>
                    <a:pt x="972497" y="4906463"/>
                  </a:lnTo>
                  <a:lnTo>
                    <a:pt x="972592" y="4906463"/>
                  </a:lnTo>
                  <a:lnTo>
                    <a:pt x="972592" y="4901552"/>
                  </a:lnTo>
                  <a:lnTo>
                    <a:pt x="972686" y="4901552"/>
                  </a:lnTo>
                  <a:lnTo>
                    <a:pt x="972686" y="4896640"/>
                  </a:lnTo>
                  <a:lnTo>
                    <a:pt x="972780" y="4896640"/>
                  </a:lnTo>
                  <a:lnTo>
                    <a:pt x="972874" y="4896640"/>
                  </a:lnTo>
                  <a:lnTo>
                    <a:pt x="972968" y="4896640"/>
                  </a:lnTo>
                  <a:lnTo>
                    <a:pt x="973062" y="4896640"/>
                  </a:lnTo>
                  <a:lnTo>
                    <a:pt x="973157" y="4896640"/>
                  </a:lnTo>
                  <a:lnTo>
                    <a:pt x="973251" y="4896640"/>
                  </a:lnTo>
                  <a:lnTo>
                    <a:pt x="973345" y="4896640"/>
                  </a:lnTo>
                  <a:lnTo>
                    <a:pt x="973439" y="4896640"/>
                  </a:lnTo>
                  <a:lnTo>
                    <a:pt x="973533" y="4896640"/>
                  </a:lnTo>
                  <a:lnTo>
                    <a:pt x="973627" y="4896640"/>
                  </a:lnTo>
                  <a:lnTo>
                    <a:pt x="973721" y="4896640"/>
                  </a:lnTo>
                  <a:lnTo>
                    <a:pt x="973816" y="4896640"/>
                  </a:lnTo>
                  <a:lnTo>
                    <a:pt x="973910" y="4896640"/>
                  </a:lnTo>
                  <a:lnTo>
                    <a:pt x="974004" y="4896640"/>
                  </a:lnTo>
                  <a:lnTo>
                    <a:pt x="974098" y="4896640"/>
                  </a:lnTo>
                  <a:lnTo>
                    <a:pt x="974192" y="4896640"/>
                  </a:lnTo>
                  <a:lnTo>
                    <a:pt x="974286" y="4896640"/>
                  </a:lnTo>
                  <a:lnTo>
                    <a:pt x="974381" y="4896640"/>
                  </a:lnTo>
                  <a:lnTo>
                    <a:pt x="974475" y="4896640"/>
                  </a:lnTo>
                  <a:lnTo>
                    <a:pt x="974569" y="4896640"/>
                  </a:lnTo>
                  <a:lnTo>
                    <a:pt x="974663" y="4896640"/>
                  </a:lnTo>
                  <a:lnTo>
                    <a:pt x="974757" y="4896640"/>
                  </a:lnTo>
                  <a:lnTo>
                    <a:pt x="974851" y="4896640"/>
                  </a:lnTo>
                  <a:lnTo>
                    <a:pt x="974945" y="4896640"/>
                  </a:lnTo>
                  <a:lnTo>
                    <a:pt x="975040" y="4896640"/>
                  </a:lnTo>
                  <a:lnTo>
                    <a:pt x="975134" y="4896640"/>
                  </a:lnTo>
                  <a:lnTo>
                    <a:pt x="975228" y="4896640"/>
                  </a:lnTo>
                  <a:lnTo>
                    <a:pt x="975322" y="4896640"/>
                  </a:lnTo>
                  <a:lnTo>
                    <a:pt x="975416" y="4896640"/>
                  </a:lnTo>
                  <a:lnTo>
                    <a:pt x="975510" y="4896640"/>
                  </a:lnTo>
                  <a:lnTo>
                    <a:pt x="975604" y="4896640"/>
                  </a:lnTo>
                  <a:lnTo>
                    <a:pt x="975699" y="4896640"/>
                  </a:lnTo>
                  <a:lnTo>
                    <a:pt x="975793" y="4896640"/>
                  </a:lnTo>
                  <a:lnTo>
                    <a:pt x="975887" y="4896640"/>
                  </a:lnTo>
                  <a:lnTo>
                    <a:pt x="975981" y="4896640"/>
                  </a:lnTo>
                  <a:lnTo>
                    <a:pt x="976075" y="4896640"/>
                  </a:lnTo>
                  <a:lnTo>
                    <a:pt x="976169" y="4896640"/>
                  </a:lnTo>
                  <a:lnTo>
                    <a:pt x="976264" y="4896640"/>
                  </a:lnTo>
                  <a:lnTo>
                    <a:pt x="976358" y="4896640"/>
                  </a:lnTo>
                  <a:lnTo>
                    <a:pt x="976452" y="4896640"/>
                  </a:lnTo>
                  <a:lnTo>
                    <a:pt x="976546" y="4896640"/>
                  </a:lnTo>
                  <a:lnTo>
                    <a:pt x="976640" y="4896640"/>
                  </a:lnTo>
                  <a:lnTo>
                    <a:pt x="976734" y="4896640"/>
                  </a:lnTo>
                  <a:lnTo>
                    <a:pt x="976828" y="4896640"/>
                  </a:lnTo>
                  <a:lnTo>
                    <a:pt x="976923" y="4896640"/>
                  </a:lnTo>
                  <a:lnTo>
                    <a:pt x="977017" y="4896640"/>
                  </a:lnTo>
                  <a:lnTo>
                    <a:pt x="977111" y="4896640"/>
                  </a:lnTo>
                  <a:lnTo>
                    <a:pt x="977205" y="4896640"/>
                  </a:lnTo>
                  <a:lnTo>
                    <a:pt x="977299" y="4896640"/>
                  </a:lnTo>
                  <a:lnTo>
                    <a:pt x="977393" y="4896640"/>
                  </a:lnTo>
                  <a:lnTo>
                    <a:pt x="977488" y="4896640"/>
                  </a:lnTo>
                  <a:lnTo>
                    <a:pt x="977582" y="4896640"/>
                  </a:lnTo>
                  <a:lnTo>
                    <a:pt x="977676" y="4896640"/>
                  </a:lnTo>
                  <a:lnTo>
                    <a:pt x="977770" y="4896640"/>
                  </a:lnTo>
                  <a:lnTo>
                    <a:pt x="977864" y="4896640"/>
                  </a:lnTo>
                  <a:lnTo>
                    <a:pt x="977958" y="4896640"/>
                  </a:lnTo>
                  <a:lnTo>
                    <a:pt x="978052" y="4896640"/>
                  </a:lnTo>
                  <a:lnTo>
                    <a:pt x="978052" y="4891729"/>
                  </a:lnTo>
                  <a:lnTo>
                    <a:pt x="978147" y="4891729"/>
                  </a:lnTo>
                  <a:lnTo>
                    <a:pt x="978241" y="4891729"/>
                  </a:lnTo>
                  <a:lnTo>
                    <a:pt x="978335" y="4891729"/>
                  </a:lnTo>
                  <a:lnTo>
                    <a:pt x="978429" y="4891729"/>
                  </a:lnTo>
                  <a:lnTo>
                    <a:pt x="978523" y="4891729"/>
                  </a:lnTo>
                  <a:lnTo>
                    <a:pt x="978617" y="4891729"/>
                  </a:lnTo>
                  <a:lnTo>
                    <a:pt x="978712" y="4891729"/>
                  </a:lnTo>
                  <a:lnTo>
                    <a:pt x="978806" y="4891729"/>
                  </a:lnTo>
                  <a:lnTo>
                    <a:pt x="978900" y="4891729"/>
                  </a:lnTo>
                  <a:lnTo>
                    <a:pt x="978994" y="4891729"/>
                  </a:lnTo>
                  <a:lnTo>
                    <a:pt x="979088" y="4891729"/>
                  </a:lnTo>
                  <a:lnTo>
                    <a:pt x="979182" y="4891729"/>
                  </a:lnTo>
                  <a:lnTo>
                    <a:pt x="979276" y="4891729"/>
                  </a:lnTo>
                  <a:lnTo>
                    <a:pt x="979371" y="4891729"/>
                  </a:lnTo>
                  <a:lnTo>
                    <a:pt x="979465" y="4891729"/>
                  </a:lnTo>
                  <a:lnTo>
                    <a:pt x="979559" y="4891729"/>
                  </a:lnTo>
                  <a:lnTo>
                    <a:pt x="979653" y="4891729"/>
                  </a:lnTo>
                  <a:lnTo>
                    <a:pt x="979747" y="4891729"/>
                  </a:lnTo>
                  <a:lnTo>
                    <a:pt x="979841" y="4891729"/>
                  </a:lnTo>
                  <a:lnTo>
                    <a:pt x="979935" y="4891729"/>
                  </a:lnTo>
                  <a:lnTo>
                    <a:pt x="980030" y="4891729"/>
                  </a:lnTo>
                  <a:lnTo>
                    <a:pt x="980124" y="4891729"/>
                  </a:lnTo>
                  <a:lnTo>
                    <a:pt x="980218" y="4891729"/>
                  </a:lnTo>
                  <a:lnTo>
                    <a:pt x="980312" y="4891729"/>
                  </a:lnTo>
                  <a:lnTo>
                    <a:pt x="980406" y="4891729"/>
                  </a:lnTo>
                  <a:lnTo>
                    <a:pt x="980500" y="4891729"/>
                  </a:lnTo>
                  <a:lnTo>
                    <a:pt x="980595" y="4891729"/>
                  </a:lnTo>
                  <a:lnTo>
                    <a:pt x="980689" y="4891729"/>
                  </a:lnTo>
                  <a:lnTo>
                    <a:pt x="980783" y="4891729"/>
                  </a:lnTo>
                  <a:lnTo>
                    <a:pt x="980877" y="4891729"/>
                  </a:lnTo>
                  <a:lnTo>
                    <a:pt x="980971" y="4891729"/>
                  </a:lnTo>
                  <a:lnTo>
                    <a:pt x="981065" y="4891729"/>
                  </a:lnTo>
                  <a:lnTo>
                    <a:pt x="981159" y="4891729"/>
                  </a:lnTo>
                  <a:lnTo>
                    <a:pt x="981254" y="4891729"/>
                  </a:lnTo>
                  <a:lnTo>
                    <a:pt x="981348" y="4891729"/>
                  </a:lnTo>
                  <a:lnTo>
                    <a:pt x="981442" y="4891729"/>
                  </a:lnTo>
                  <a:lnTo>
                    <a:pt x="981536" y="4891729"/>
                  </a:lnTo>
                  <a:lnTo>
                    <a:pt x="981630" y="4891729"/>
                  </a:lnTo>
                  <a:lnTo>
                    <a:pt x="981724" y="4891729"/>
                  </a:lnTo>
                  <a:lnTo>
                    <a:pt x="981819" y="4891729"/>
                  </a:lnTo>
                  <a:lnTo>
                    <a:pt x="981913" y="4891729"/>
                  </a:lnTo>
                  <a:lnTo>
                    <a:pt x="982007" y="4891729"/>
                  </a:lnTo>
                  <a:lnTo>
                    <a:pt x="982101" y="4891729"/>
                  </a:lnTo>
                  <a:lnTo>
                    <a:pt x="982195" y="4891729"/>
                  </a:lnTo>
                  <a:lnTo>
                    <a:pt x="982289" y="4891729"/>
                  </a:lnTo>
                  <a:lnTo>
                    <a:pt x="982383" y="4891729"/>
                  </a:lnTo>
                  <a:lnTo>
                    <a:pt x="982478" y="4891729"/>
                  </a:lnTo>
                  <a:lnTo>
                    <a:pt x="982572" y="4891729"/>
                  </a:lnTo>
                  <a:lnTo>
                    <a:pt x="982666" y="4891729"/>
                  </a:lnTo>
                  <a:lnTo>
                    <a:pt x="982760" y="4891729"/>
                  </a:lnTo>
                  <a:lnTo>
                    <a:pt x="982854" y="4891729"/>
                  </a:lnTo>
                  <a:lnTo>
                    <a:pt x="982948" y="4891729"/>
                  </a:lnTo>
                  <a:lnTo>
                    <a:pt x="983043" y="4891729"/>
                  </a:lnTo>
                  <a:lnTo>
                    <a:pt x="983137" y="4891729"/>
                  </a:lnTo>
                  <a:lnTo>
                    <a:pt x="983231" y="4891729"/>
                  </a:lnTo>
                  <a:lnTo>
                    <a:pt x="983325" y="4891729"/>
                  </a:lnTo>
                  <a:lnTo>
                    <a:pt x="983419" y="4891729"/>
                  </a:lnTo>
                  <a:lnTo>
                    <a:pt x="983513" y="4891729"/>
                  </a:lnTo>
                  <a:lnTo>
                    <a:pt x="983607" y="4891729"/>
                  </a:lnTo>
                  <a:lnTo>
                    <a:pt x="983702" y="4891729"/>
                  </a:lnTo>
                  <a:lnTo>
                    <a:pt x="983796" y="4891729"/>
                  </a:lnTo>
                  <a:lnTo>
                    <a:pt x="983890" y="4891729"/>
                  </a:lnTo>
                  <a:lnTo>
                    <a:pt x="983984" y="4891729"/>
                  </a:lnTo>
                  <a:lnTo>
                    <a:pt x="984078" y="4891729"/>
                  </a:lnTo>
                  <a:lnTo>
                    <a:pt x="984172" y="4891729"/>
                  </a:lnTo>
                  <a:lnTo>
                    <a:pt x="984266" y="4891729"/>
                  </a:lnTo>
                  <a:lnTo>
                    <a:pt x="984361" y="4891729"/>
                  </a:lnTo>
                  <a:lnTo>
                    <a:pt x="984455" y="4891729"/>
                  </a:lnTo>
                  <a:lnTo>
                    <a:pt x="984549" y="4891729"/>
                  </a:lnTo>
                  <a:lnTo>
                    <a:pt x="984643" y="4891729"/>
                  </a:lnTo>
                  <a:lnTo>
                    <a:pt x="984737" y="4891729"/>
                  </a:lnTo>
                  <a:lnTo>
                    <a:pt x="984831" y="4891729"/>
                  </a:lnTo>
                  <a:lnTo>
                    <a:pt x="984926" y="4891729"/>
                  </a:lnTo>
                  <a:lnTo>
                    <a:pt x="984926" y="4886818"/>
                  </a:lnTo>
                  <a:lnTo>
                    <a:pt x="985020" y="4886818"/>
                  </a:lnTo>
                  <a:lnTo>
                    <a:pt x="985114" y="4886818"/>
                  </a:lnTo>
                  <a:lnTo>
                    <a:pt x="985208" y="4886818"/>
                  </a:lnTo>
                  <a:lnTo>
                    <a:pt x="985302" y="4886818"/>
                  </a:lnTo>
                  <a:lnTo>
                    <a:pt x="985396" y="4886818"/>
                  </a:lnTo>
                  <a:lnTo>
                    <a:pt x="985490" y="4886818"/>
                  </a:lnTo>
                  <a:lnTo>
                    <a:pt x="985585" y="4886818"/>
                  </a:lnTo>
                  <a:lnTo>
                    <a:pt x="985679" y="4886818"/>
                  </a:lnTo>
                  <a:lnTo>
                    <a:pt x="985773" y="4886818"/>
                  </a:lnTo>
                  <a:lnTo>
                    <a:pt x="985867" y="4886818"/>
                  </a:lnTo>
                  <a:lnTo>
                    <a:pt x="985961" y="4886818"/>
                  </a:lnTo>
                  <a:lnTo>
                    <a:pt x="986055" y="4886818"/>
                  </a:lnTo>
                  <a:lnTo>
                    <a:pt x="986150" y="4886818"/>
                  </a:lnTo>
                  <a:lnTo>
                    <a:pt x="986244" y="4886818"/>
                  </a:lnTo>
                  <a:lnTo>
                    <a:pt x="986338" y="4886818"/>
                  </a:lnTo>
                  <a:lnTo>
                    <a:pt x="986432" y="4886818"/>
                  </a:lnTo>
                  <a:lnTo>
                    <a:pt x="986526" y="4886818"/>
                  </a:lnTo>
                  <a:lnTo>
                    <a:pt x="986620" y="4886818"/>
                  </a:lnTo>
                  <a:lnTo>
                    <a:pt x="986714" y="4886818"/>
                  </a:lnTo>
                  <a:lnTo>
                    <a:pt x="986809" y="4886818"/>
                  </a:lnTo>
                  <a:lnTo>
                    <a:pt x="986903" y="4886818"/>
                  </a:lnTo>
                  <a:lnTo>
                    <a:pt x="986997" y="4886818"/>
                  </a:lnTo>
                  <a:lnTo>
                    <a:pt x="987091" y="4886818"/>
                  </a:lnTo>
                  <a:lnTo>
                    <a:pt x="987185" y="4886818"/>
                  </a:lnTo>
                  <a:lnTo>
                    <a:pt x="987279" y="4886818"/>
                  </a:lnTo>
                  <a:lnTo>
                    <a:pt x="987374" y="4886818"/>
                  </a:lnTo>
                  <a:lnTo>
                    <a:pt x="987468" y="4886818"/>
                  </a:lnTo>
                  <a:lnTo>
                    <a:pt x="987562" y="4886818"/>
                  </a:lnTo>
                  <a:lnTo>
                    <a:pt x="987656" y="4886818"/>
                  </a:lnTo>
                  <a:lnTo>
                    <a:pt x="987750" y="4886818"/>
                  </a:lnTo>
                  <a:lnTo>
                    <a:pt x="987844" y="4886818"/>
                  </a:lnTo>
                  <a:lnTo>
                    <a:pt x="987938" y="4886818"/>
                  </a:lnTo>
                  <a:lnTo>
                    <a:pt x="988033" y="4886818"/>
                  </a:lnTo>
                  <a:lnTo>
                    <a:pt x="988127" y="4886818"/>
                  </a:lnTo>
                  <a:lnTo>
                    <a:pt x="988221" y="4886818"/>
                  </a:lnTo>
                  <a:lnTo>
                    <a:pt x="988315" y="4886818"/>
                  </a:lnTo>
                  <a:lnTo>
                    <a:pt x="988409" y="4886818"/>
                  </a:lnTo>
                  <a:lnTo>
                    <a:pt x="988503" y="4886818"/>
                  </a:lnTo>
                  <a:lnTo>
                    <a:pt x="988597" y="4886818"/>
                  </a:lnTo>
                  <a:lnTo>
                    <a:pt x="988692" y="4886818"/>
                  </a:lnTo>
                  <a:lnTo>
                    <a:pt x="988786" y="4886818"/>
                  </a:lnTo>
                  <a:lnTo>
                    <a:pt x="988880" y="4886818"/>
                  </a:lnTo>
                  <a:lnTo>
                    <a:pt x="988974" y="4886818"/>
                  </a:lnTo>
                  <a:lnTo>
                    <a:pt x="989068" y="4886818"/>
                  </a:lnTo>
                  <a:lnTo>
                    <a:pt x="989162" y="4886818"/>
                  </a:lnTo>
                  <a:lnTo>
                    <a:pt x="989257" y="4886818"/>
                  </a:lnTo>
                  <a:lnTo>
                    <a:pt x="989351" y="4886818"/>
                  </a:lnTo>
                  <a:lnTo>
                    <a:pt x="989445" y="4886818"/>
                  </a:lnTo>
                  <a:lnTo>
                    <a:pt x="989539" y="4886818"/>
                  </a:lnTo>
                  <a:lnTo>
                    <a:pt x="989633" y="4886818"/>
                  </a:lnTo>
                  <a:lnTo>
                    <a:pt x="989727" y="4886818"/>
                  </a:lnTo>
                  <a:lnTo>
                    <a:pt x="989821" y="4886818"/>
                  </a:lnTo>
                  <a:lnTo>
                    <a:pt x="989916" y="4886818"/>
                  </a:lnTo>
                  <a:lnTo>
                    <a:pt x="990010" y="4886818"/>
                  </a:lnTo>
                  <a:lnTo>
                    <a:pt x="990104" y="4886818"/>
                  </a:lnTo>
                  <a:lnTo>
                    <a:pt x="990198" y="4886818"/>
                  </a:lnTo>
                  <a:lnTo>
                    <a:pt x="990292" y="4886818"/>
                  </a:lnTo>
                  <a:lnTo>
                    <a:pt x="990386" y="4886818"/>
                  </a:lnTo>
                  <a:lnTo>
                    <a:pt x="990481" y="4886818"/>
                  </a:lnTo>
                  <a:lnTo>
                    <a:pt x="990575" y="4886818"/>
                  </a:lnTo>
                  <a:lnTo>
                    <a:pt x="990669" y="4886818"/>
                  </a:lnTo>
                  <a:lnTo>
                    <a:pt x="990763" y="4886818"/>
                  </a:lnTo>
                  <a:lnTo>
                    <a:pt x="990857" y="4886818"/>
                  </a:lnTo>
                  <a:lnTo>
                    <a:pt x="990951" y="4886818"/>
                  </a:lnTo>
                  <a:lnTo>
                    <a:pt x="991045" y="4886818"/>
                  </a:lnTo>
                  <a:lnTo>
                    <a:pt x="991140" y="4886818"/>
                  </a:lnTo>
                  <a:lnTo>
                    <a:pt x="991234" y="4886818"/>
                  </a:lnTo>
                  <a:lnTo>
                    <a:pt x="991328" y="4886818"/>
                  </a:lnTo>
                  <a:lnTo>
                    <a:pt x="991422" y="4886818"/>
                  </a:lnTo>
                  <a:lnTo>
                    <a:pt x="991516" y="4886818"/>
                  </a:lnTo>
                  <a:lnTo>
                    <a:pt x="991610" y="4886818"/>
                  </a:lnTo>
                  <a:lnTo>
                    <a:pt x="991705" y="4886818"/>
                  </a:lnTo>
                  <a:lnTo>
                    <a:pt x="991799" y="4886818"/>
                  </a:lnTo>
                  <a:lnTo>
                    <a:pt x="991893" y="4886818"/>
                  </a:lnTo>
                  <a:lnTo>
                    <a:pt x="991987" y="4886818"/>
                  </a:lnTo>
                  <a:lnTo>
                    <a:pt x="992081" y="4886818"/>
                  </a:lnTo>
                  <a:lnTo>
                    <a:pt x="992175" y="4886818"/>
                  </a:lnTo>
                  <a:lnTo>
                    <a:pt x="992269" y="4886818"/>
                  </a:lnTo>
                  <a:lnTo>
                    <a:pt x="992364" y="4886818"/>
                  </a:lnTo>
                  <a:lnTo>
                    <a:pt x="992458" y="4886818"/>
                  </a:lnTo>
                  <a:lnTo>
                    <a:pt x="992552" y="4886818"/>
                  </a:lnTo>
                  <a:lnTo>
                    <a:pt x="992646" y="4886818"/>
                  </a:lnTo>
                  <a:lnTo>
                    <a:pt x="992646" y="4881906"/>
                  </a:lnTo>
                  <a:lnTo>
                    <a:pt x="992740" y="4881906"/>
                  </a:lnTo>
                  <a:lnTo>
                    <a:pt x="992834" y="4881906"/>
                  </a:lnTo>
                  <a:lnTo>
                    <a:pt x="992928" y="4881906"/>
                  </a:lnTo>
                  <a:lnTo>
                    <a:pt x="993023" y="4881906"/>
                  </a:lnTo>
                  <a:lnTo>
                    <a:pt x="993117" y="4881906"/>
                  </a:lnTo>
                  <a:lnTo>
                    <a:pt x="993211" y="4881906"/>
                  </a:lnTo>
                  <a:lnTo>
                    <a:pt x="993305" y="4881906"/>
                  </a:lnTo>
                  <a:lnTo>
                    <a:pt x="993399" y="4881906"/>
                  </a:lnTo>
                  <a:lnTo>
                    <a:pt x="993493" y="4881906"/>
                  </a:lnTo>
                  <a:lnTo>
                    <a:pt x="993588" y="4881906"/>
                  </a:lnTo>
                  <a:lnTo>
                    <a:pt x="993682" y="4881906"/>
                  </a:lnTo>
                  <a:lnTo>
                    <a:pt x="993776" y="4881906"/>
                  </a:lnTo>
                  <a:lnTo>
                    <a:pt x="993870" y="4881906"/>
                  </a:lnTo>
                  <a:lnTo>
                    <a:pt x="993964" y="4881906"/>
                  </a:lnTo>
                  <a:lnTo>
                    <a:pt x="994058" y="4881906"/>
                  </a:lnTo>
                  <a:lnTo>
                    <a:pt x="994152" y="4881906"/>
                  </a:lnTo>
                  <a:lnTo>
                    <a:pt x="994247" y="4881906"/>
                  </a:lnTo>
                  <a:lnTo>
                    <a:pt x="994341" y="4881906"/>
                  </a:lnTo>
                  <a:lnTo>
                    <a:pt x="994435" y="4881906"/>
                  </a:lnTo>
                  <a:lnTo>
                    <a:pt x="994529" y="4881906"/>
                  </a:lnTo>
                  <a:lnTo>
                    <a:pt x="994623" y="4881906"/>
                  </a:lnTo>
                  <a:lnTo>
                    <a:pt x="994717" y="4881906"/>
                  </a:lnTo>
                  <a:lnTo>
                    <a:pt x="994812" y="4881906"/>
                  </a:lnTo>
                  <a:lnTo>
                    <a:pt x="994906" y="4881906"/>
                  </a:lnTo>
                  <a:lnTo>
                    <a:pt x="995000" y="4881906"/>
                  </a:lnTo>
                  <a:lnTo>
                    <a:pt x="995094" y="4881906"/>
                  </a:lnTo>
                  <a:lnTo>
                    <a:pt x="995188" y="4881906"/>
                  </a:lnTo>
                  <a:lnTo>
                    <a:pt x="995282" y="4881906"/>
                  </a:lnTo>
                  <a:lnTo>
                    <a:pt x="995376" y="4881906"/>
                  </a:lnTo>
                  <a:lnTo>
                    <a:pt x="995471" y="4881906"/>
                  </a:lnTo>
                  <a:lnTo>
                    <a:pt x="995565" y="4881906"/>
                  </a:lnTo>
                  <a:lnTo>
                    <a:pt x="995659" y="4881906"/>
                  </a:lnTo>
                  <a:lnTo>
                    <a:pt x="995753" y="4881906"/>
                  </a:lnTo>
                  <a:lnTo>
                    <a:pt x="995847" y="4881906"/>
                  </a:lnTo>
                  <a:lnTo>
                    <a:pt x="995941" y="4881906"/>
                  </a:lnTo>
                  <a:lnTo>
                    <a:pt x="996036" y="4881906"/>
                  </a:lnTo>
                  <a:lnTo>
                    <a:pt x="996130" y="4881906"/>
                  </a:lnTo>
                  <a:lnTo>
                    <a:pt x="996224" y="4881906"/>
                  </a:lnTo>
                  <a:lnTo>
                    <a:pt x="996318" y="4881906"/>
                  </a:lnTo>
                  <a:lnTo>
                    <a:pt x="996412" y="4881906"/>
                  </a:lnTo>
                  <a:lnTo>
                    <a:pt x="996506" y="4881906"/>
                  </a:lnTo>
                  <a:lnTo>
                    <a:pt x="996600" y="4881906"/>
                  </a:lnTo>
                  <a:lnTo>
                    <a:pt x="996695" y="4881906"/>
                  </a:lnTo>
                  <a:lnTo>
                    <a:pt x="996789" y="4881906"/>
                  </a:lnTo>
                  <a:lnTo>
                    <a:pt x="996883" y="4881906"/>
                  </a:lnTo>
                  <a:lnTo>
                    <a:pt x="996977" y="4881906"/>
                  </a:lnTo>
                  <a:lnTo>
                    <a:pt x="997071" y="4881906"/>
                  </a:lnTo>
                  <a:lnTo>
                    <a:pt x="997165" y="4881906"/>
                  </a:lnTo>
                  <a:lnTo>
                    <a:pt x="997259" y="4881906"/>
                  </a:lnTo>
                  <a:lnTo>
                    <a:pt x="997354" y="4881906"/>
                  </a:lnTo>
                  <a:lnTo>
                    <a:pt x="997448" y="4881906"/>
                  </a:lnTo>
                  <a:lnTo>
                    <a:pt x="997542" y="4881906"/>
                  </a:lnTo>
                  <a:lnTo>
                    <a:pt x="997636" y="4881906"/>
                  </a:lnTo>
                  <a:lnTo>
                    <a:pt x="997730" y="4881906"/>
                  </a:lnTo>
                  <a:lnTo>
                    <a:pt x="997824" y="4881906"/>
                  </a:lnTo>
                  <a:lnTo>
                    <a:pt x="997919" y="4881906"/>
                  </a:lnTo>
                  <a:lnTo>
                    <a:pt x="998013" y="4881906"/>
                  </a:lnTo>
                  <a:lnTo>
                    <a:pt x="998107" y="4881906"/>
                  </a:lnTo>
                  <a:lnTo>
                    <a:pt x="998201" y="4881906"/>
                  </a:lnTo>
                  <a:lnTo>
                    <a:pt x="998295" y="4881906"/>
                  </a:lnTo>
                  <a:lnTo>
                    <a:pt x="998389" y="4881906"/>
                  </a:lnTo>
                  <a:lnTo>
                    <a:pt x="998483" y="4881906"/>
                  </a:lnTo>
                  <a:lnTo>
                    <a:pt x="998578" y="4881906"/>
                  </a:lnTo>
                  <a:lnTo>
                    <a:pt x="998672" y="4881906"/>
                  </a:lnTo>
                  <a:lnTo>
                    <a:pt x="998766" y="4881906"/>
                  </a:lnTo>
                  <a:lnTo>
                    <a:pt x="998860" y="4881906"/>
                  </a:lnTo>
                  <a:lnTo>
                    <a:pt x="998954" y="4881906"/>
                  </a:lnTo>
                  <a:lnTo>
                    <a:pt x="999048" y="4881906"/>
                  </a:lnTo>
                  <a:lnTo>
                    <a:pt x="999143" y="4881906"/>
                  </a:lnTo>
                  <a:lnTo>
                    <a:pt x="999237" y="4881906"/>
                  </a:lnTo>
                  <a:lnTo>
                    <a:pt x="999331" y="4881906"/>
                  </a:lnTo>
                  <a:lnTo>
                    <a:pt x="999425" y="4881906"/>
                  </a:lnTo>
                  <a:lnTo>
                    <a:pt x="999519" y="4881906"/>
                  </a:lnTo>
                  <a:lnTo>
                    <a:pt x="999613" y="4881906"/>
                  </a:lnTo>
                  <a:lnTo>
                    <a:pt x="999707" y="4881906"/>
                  </a:lnTo>
                  <a:lnTo>
                    <a:pt x="999802" y="4881906"/>
                  </a:lnTo>
                  <a:lnTo>
                    <a:pt x="999896" y="4881906"/>
                  </a:lnTo>
                  <a:lnTo>
                    <a:pt x="999990" y="4881906"/>
                  </a:lnTo>
                  <a:lnTo>
                    <a:pt x="999990" y="4876995"/>
                  </a:lnTo>
                  <a:lnTo>
                    <a:pt x="1000084" y="4876995"/>
                  </a:lnTo>
                  <a:lnTo>
                    <a:pt x="1000178" y="4876995"/>
                  </a:lnTo>
                  <a:lnTo>
                    <a:pt x="1000272" y="4876995"/>
                  </a:lnTo>
                  <a:lnTo>
                    <a:pt x="1000367" y="4876995"/>
                  </a:lnTo>
                  <a:lnTo>
                    <a:pt x="1000461" y="4876995"/>
                  </a:lnTo>
                  <a:lnTo>
                    <a:pt x="1000555" y="4876995"/>
                  </a:lnTo>
                  <a:lnTo>
                    <a:pt x="1000649" y="4876995"/>
                  </a:lnTo>
                  <a:lnTo>
                    <a:pt x="1000743" y="4876995"/>
                  </a:lnTo>
                  <a:lnTo>
                    <a:pt x="1000837" y="4876995"/>
                  </a:lnTo>
                  <a:lnTo>
                    <a:pt x="1000931" y="4876995"/>
                  </a:lnTo>
                  <a:lnTo>
                    <a:pt x="1001026" y="4876995"/>
                  </a:lnTo>
                  <a:lnTo>
                    <a:pt x="1001120" y="4876995"/>
                  </a:lnTo>
                  <a:lnTo>
                    <a:pt x="1001214" y="4876995"/>
                  </a:lnTo>
                  <a:lnTo>
                    <a:pt x="1001308" y="4876995"/>
                  </a:lnTo>
                  <a:lnTo>
                    <a:pt x="1001402" y="4876995"/>
                  </a:lnTo>
                  <a:lnTo>
                    <a:pt x="1001496" y="4876995"/>
                  </a:lnTo>
                  <a:lnTo>
                    <a:pt x="1001590" y="4876995"/>
                  </a:lnTo>
                  <a:lnTo>
                    <a:pt x="1001685" y="4876995"/>
                  </a:lnTo>
                  <a:lnTo>
                    <a:pt x="1001779" y="4876995"/>
                  </a:lnTo>
                  <a:lnTo>
                    <a:pt x="1001873" y="4876995"/>
                  </a:lnTo>
                  <a:lnTo>
                    <a:pt x="1001967" y="4876995"/>
                  </a:lnTo>
                  <a:lnTo>
                    <a:pt x="1002061" y="4876995"/>
                  </a:lnTo>
                  <a:lnTo>
                    <a:pt x="1002155" y="4876995"/>
                  </a:lnTo>
                  <a:lnTo>
                    <a:pt x="1002250" y="4876995"/>
                  </a:lnTo>
                  <a:lnTo>
                    <a:pt x="1002344" y="4876995"/>
                  </a:lnTo>
                  <a:lnTo>
                    <a:pt x="1002438" y="4876995"/>
                  </a:lnTo>
                  <a:lnTo>
                    <a:pt x="1002532" y="4876995"/>
                  </a:lnTo>
                  <a:lnTo>
                    <a:pt x="1002626" y="4876995"/>
                  </a:lnTo>
                  <a:lnTo>
                    <a:pt x="1002720" y="4876995"/>
                  </a:lnTo>
                  <a:lnTo>
                    <a:pt x="1002814" y="4876995"/>
                  </a:lnTo>
                  <a:lnTo>
                    <a:pt x="1002909" y="4876995"/>
                  </a:lnTo>
                  <a:lnTo>
                    <a:pt x="1003003" y="4876995"/>
                  </a:lnTo>
                  <a:lnTo>
                    <a:pt x="1003097" y="4876995"/>
                  </a:lnTo>
                  <a:lnTo>
                    <a:pt x="1003191" y="4876995"/>
                  </a:lnTo>
                  <a:lnTo>
                    <a:pt x="1003285" y="4876995"/>
                  </a:lnTo>
                  <a:lnTo>
                    <a:pt x="1003379" y="4876995"/>
                  </a:lnTo>
                  <a:lnTo>
                    <a:pt x="1003474" y="4876995"/>
                  </a:lnTo>
                  <a:lnTo>
                    <a:pt x="1003568" y="4876995"/>
                  </a:lnTo>
                  <a:lnTo>
                    <a:pt x="1003662" y="4876995"/>
                  </a:lnTo>
                  <a:lnTo>
                    <a:pt x="1003756" y="4876995"/>
                  </a:lnTo>
                  <a:lnTo>
                    <a:pt x="1003850" y="4876995"/>
                  </a:lnTo>
                  <a:lnTo>
                    <a:pt x="1003944" y="4876995"/>
                  </a:lnTo>
                  <a:lnTo>
                    <a:pt x="1004038" y="4876995"/>
                  </a:lnTo>
                  <a:lnTo>
                    <a:pt x="1004133" y="4876995"/>
                  </a:lnTo>
                  <a:lnTo>
                    <a:pt x="1004227" y="4876995"/>
                  </a:lnTo>
                  <a:lnTo>
                    <a:pt x="1004321" y="4876995"/>
                  </a:lnTo>
                  <a:lnTo>
                    <a:pt x="1004415" y="4876995"/>
                  </a:lnTo>
                  <a:lnTo>
                    <a:pt x="1004509" y="4876995"/>
                  </a:lnTo>
                  <a:lnTo>
                    <a:pt x="1004603" y="4876995"/>
                  </a:lnTo>
                  <a:lnTo>
                    <a:pt x="1004698" y="4876995"/>
                  </a:lnTo>
                  <a:lnTo>
                    <a:pt x="1004792" y="4876995"/>
                  </a:lnTo>
                  <a:lnTo>
                    <a:pt x="1004886" y="4876995"/>
                  </a:lnTo>
                  <a:lnTo>
                    <a:pt x="1004980" y="4876995"/>
                  </a:lnTo>
                  <a:lnTo>
                    <a:pt x="1005074" y="4876995"/>
                  </a:lnTo>
                  <a:lnTo>
                    <a:pt x="1005168" y="4876995"/>
                  </a:lnTo>
                  <a:lnTo>
                    <a:pt x="1005262" y="4876995"/>
                  </a:lnTo>
                  <a:lnTo>
                    <a:pt x="1005357" y="4876995"/>
                  </a:lnTo>
                  <a:lnTo>
                    <a:pt x="1005451" y="4876995"/>
                  </a:lnTo>
                  <a:lnTo>
                    <a:pt x="1005545" y="4876995"/>
                  </a:lnTo>
                  <a:lnTo>
                    <a:pt x="1005639" y="4876995"/>
                  </a:lnTo>
                  <a:lnTo>
                    <a:pt x="1005733" y="4876995"/>
                  </a:lnTo>
                  <a:lnTo>
                    <a:pt x="1005827" y="4876995"/>
                  </a:lnTo>
                  <a:lnTo>
                    <a:pt x="1005921" y="4876995"/>
                  </a:lnTo>
                  <a:lnTo>
                    <a:pt x="1006016" y="4876995"/>
                  </a:lnTo>
                  <a:lnTo>
                    <a:pt x="1006110" y="4876995"/>
                  </a:lnTo>
                  <a:lnTo>
                    <a:pt x="1006204" y="4876995"/>
                  </a:lnTo>
                  <a:lnTo>
                    <a:pt x="1006298" y="4876995"/>
                  </a:lnTo>
                  <a:lnTo>
                    <a:pt x="1006392" y="4876995"/>
                  </a:lnTo>
                  <a:lnTo>
                    <a:pt x="1006486" y="4876995"/>
                  </a:lnTo>
                  <a:lnTo>
                    <a:pt x="1006581" y="4876995"/>
                  </a:lnTo>
                  <a:lnTo>
                    <a:pt x="1006675" y="4876995"/>
                  </a:lnTo>
                  <a:lnTo>
                    <a:pt x="1006769" y="4876995"/>
                  </a:lnTo>
                  <a:lnTo>
                    <a:pt x="1006863" y="4876995"/>
                  </a:lnTo>
                  <a:lnTo>
                    <a:pt x="1006957" y="4876995"/>
                  </a:lnTo>
                  <a:lnTo>
                    <a:pt x="1007051" y="4876995"/>
                  </a:lnTo>
                  <a:lnTo>
                    <a:pt x="1007145" y="4876995"/>
                  </a:lnTo>
                  <a:lnTo>
                    <a:pt x="1007240" y="4876995"/>
                  </a:lnTo>
                  <a:lnTo>
                    <a:pt x="1007334" y="4876995"/>
                  </a:lnTo>
                  <a:lnTo>
                    <a:pt x="1007428" y="4876995"/>
                  </a:lnTo>
                  <a:lnTo>
                    <a:pt x="1007522" y="4876995"/>
                  </a:lnTo>
                  <a:lnTo>
                    <a:pt x="1007616" y="4876995"/>
                  </a:lnTo>
                  <a:lnTo>
                    <a:pt x="1007710" y="4876995"/>
                  </a:lnTo>
                  <a:lnTo>
                    <a:pt x="1007805" y="4876995"/>
                  </a:lnTo>
                  <a:lnTo>
                    <a:pt x="1007899" y="4876995"/>
                  </a:lnTo>
                  <a:lnTo>
                    <a:pt x="1007993" y="4876995"/>
                  </a:lnTo>
                  <a:lnTo>
                    <a:pt x="1008087" y="4876995"/>
                  </a:lnTo>
                  <a:lnTo>
                    <a:pt x="1008181" y="4876995"/>
                  </a:lnTo>
                  <a:lnTo>
                    <a:pt x="1008275" y="4876995"/>
                  </a:lnTo>
                  <a:lnTo>
                    <a:pt x="1008369" y="4876995"/>
                  </a:lnTo>
                  <a:lnTo>
                    <a:pt x="1008464" y="4876995"/>
                  </a:lnTo>
                  <a:lnTo>
                    <a:pt x="1008558" y="4876995"/>
                  </a:lnTo>
                  <a:lnTo>
                    <a:pt x="1008652" y="4876995"/>
                  </a:lnTo>
                  <a:lnTo>
                    <a:pt x="1008746" y="4876995"/>
                  </a:lnTo>
                  <a:lnTo>
                    <a:pt x="1008840" y="4876995"/>
                  </a:lnTo>
                  <a:lnTo>
                    <a:pt x="1008934" y="4876995"/>
                  </a:lnTo>
                  <a:lnTo>
                    <a:pt x="1009029" y="4876995"/>
                  </a:lnTo>
                  <a:lnTo>
                    <a:pt x="1009123" y="4876995"/>
                  </a:lnTo>
                  <a:lnTo>
                    <a:pt x="1009217" y="4876995"/>
                  </a:lnTo>
                  <a:lnTo>
                    <a:pt x="1009311" y="4876995"/>
                  </a:lnTo>
                  <a:lnTo>
                    <a:pt x="1009405" y="4876995"/>
                  </a:lnTo>
                  <a:lnTo>
                    <a:pt x="1009499" y="4876995"/>
                  </a:lnTo>
                  <a:lnTo>
                    <a:pt x="1009593" y="4876995"/>
                  </a:lnTo>
                  <a:lnTo>
                    <a:pt x="1009688" y="4876995"/>
                  </a:lnTo>
                  <a:lnTo>
                    <a:pt x="1009782" y="4876995"/>
                  </a:lnTo>
                  <a:lnTo>
                    <a:pt x="1009876" y="4876995"/>
                  </a:lnTo>
                  <a:lnTo>
                    <a:pt x="1009970" y="4876995"/>
                  </a:lnTo>
                  <a:lnTo>
                    <a:pt x="1010064" y="4876995"/>
                  </a:lnTo>
                  <a:lnTo>
                    <a:pt x="1010158" y="4876995"/>
                  </a:lnTo>
                  <a:lnTo>
                    <a:pt x="1010252" y="4876995"/>
                  </a:lnTo>
                  <a:lnTo>
                    <a:pt x="1010347" y="4876995"/>
                  </a:lnTo>
                  <a:lnTo>
                    <a:pt x="1010441" y="4876995"/>
                  </a:lnTo>
                  <a:lnTo>
                    <a:pt x="1010535" y="4876995"/>
                  </a:lnTo>
                  <a:lnTo>
                    <a:pt x="1010629" y="4876995"/>
                  </a:lnTo>
                  <a:lnTo>
                    <a:pt x="1010723" y="4876995"/>
                  </a:lnTo>
                  <a:lnTo>
                    <a:pt x="1010817" y="4876995"/>
                  </a:lnTo>
                  <a:lnTo>
                    <a:pt x="1010912" y="4876995"/>
                  </a:lnTo>
                  <a:lnTo>
                    <a:pt x="1011006" y="4876995"/>
                  </a:lnTo>
                  <a:lnTo>
                    <a:pt x="1011100" y="4876995"/>
                  </a:lnTo>
                  <a:lnTo>
                    <a:pt x="1011194" y="4876995"/>
                  </a:lnTo>
                  <a:lnTo>
                    <a:pt x="1011288" y="4876995"/>
                  </a:lnTo>
                  <a:lnTo>
                    <a:pt x="1011382" y="4876995"/>
                  </a:lnTo>
                  <a:lnTo>
                    <a:pt x="1011382" y="4872083"/>
                  </a:lnTo>
                  <a:lnTo>
                    <a:pt x="1011382" y="4867172"/>
                  </a:lnTo>
                  <a:lnTo>
                    <a:pt x="1011476" y="4867172"/>
                  </a:lnTo>
                  <a:lnTo>
                    <a:pt x="1011571" y="4867172"/>
                  </a:lnTo>
                  <a:lnTo>
                    <a:pt x="1011665" y="4867172"/>
                  </a:lnTo>
                  <a:lnTo>
                    <a:pt x="1011759" y="4867172"/>
                  </a:lnTo>
                  <a:lnTo>
                    <a:pt x="1011853" y="4867172"/>
                  </a:lnTo>
                  <a:lnTo>
                    <a:pt x="1011947" y="4867172"/>
                  </a:lnTo>
                  <a:lnTo>
                    <a:pt x="1012041" y="4867172"/>
                  </a:lnTo>
                  <a:lnTo>
                    <a:pt x="1012136" y="4867172"/>
                  </a:lnTo>
                  <a:lnTo>
                    <a:pt x="1012230" y="4867172"/>
                  </a:lnTo>
                  <a:lnTo>
                    <a:pt x="1012324" y="4867172"/>
                  </a:lnTo>
                  <a:lnTo>
                    <a:pt x="1012418" y="4867172"/>
                  </a:lnTo>
                  <a:lnTo>
                    <a:pt x="1012512" y="4867172"/>
                  </a:lnTo>
                  <a:lnTo>
                    <a:pt x="1012606" y="4867172"/>
                  </a:lnTo>
                  <a:lnTo>
                    <a:pt x="1012700" y="4867172"/>
                  </a:lnTo>
                  <a:lnTo>
                    <a:pt x="1012795" y="4867172"/>
                  </a:lnTo>
                  <a:lnTo>
                    <a:pt x="1012889" y="4867172"/>
                  </a:lnTo>
                  <a:lnTo>
                    <a:pt x="1012983" y="4867172"/>
                  </a:lnTo>
                  <a:lnTo>
                    <a:pt x="1013077" y="4867172"/>
                  </a:lnTo>
                  <a:lnTo>
                    <a:pt x="1013171" y="4867172"/>
                  </a:lnTo>
                  <a:lnTo>
                    <a:pt x="1013265" y="4867172"/>
                  </a:lnTo>
                  <a:lnTo>
                    <a:pt x="1013360" y="4867172"/>
                  </a:lnTo>
                  <a:lnTo>
                    <a:pt x="1013454" y="4867172"/>
                  </a:lnTo>
                  <a:lnTo>
                    <a:pt x="1013548" y="4867172"/>
                  </a:lnTo>
                  <a:lnTo>
                    <a:pt x="1013642" y="4867172"/>
                  </a:lnTo>
                  <a:lnTo>
                    <a:pt x="1013736" y="4867172"/>
                  </a:lnTo>
                  <a:lnTo>
                    <a:pt x="1013830" y="4867172"/>
                  </a:lnTo>
                  <a:lnTo>
                    <a:pt x="1013924" y="4867172"/>
                  </a:lnTo>
                  <a:lnTo>
                    <a:pt x="1014019" y="4867172"/>
                  </a:lnTo>
                  <a:lnTo>
                    <a:pt x="1014113" y="4867172"/>
                  </a:lnTo>
                  <a:lnTo>
                    <a:pt x="1014207" y="4867172"/>
                  </a:lnTo>
                  <a:lnTo>
                    <a:pt x="1014301" y="4867172"/>
                  </a:lnTo>
                  <a:lnTo>
                    <a:pt x="1014395" y="4867172"/>
                  </a:lnTo>
                  <a:lnTo>
                    <a:pt x="1014489" y="4867172"/>
                  </a:lnTo>
                  <a:lnTo>
                    <a:pt x="1014583" y="4867172"/>
                  </a:lnTo>
                  <a:lnTo>
                    <a:pt x="1014678" y="4867172"/>
                  </a:lnTo>
                  <a:lnTo>
                    <a:pt x="1014772" y="4867172"/>
                  </a:lnTo>
                  <a:lnTo>
                    <a:pt x="1014772" y="4862261"/>
                  </a:lnTo>
                  <a:lnTo>
                    <a:pt x="1014866" y="4862261"/>
                  </a:lnTo>
                  <a:lnTo>
                    <a:pt x="1014960" y="4862261"/>
                  </a:lnTo>
                  <a:lnTo>
                    <a:pt x="1015054" y="4862261"/>
                  </a:lnTo>
                  <a:lnTo>
                    <a:pt x="1015148" y="4862261"/>
                  </a:lnTo>
                  <a:lnTo>
                    <a:pt x="1015243" y="4862261"/>
                  </a:lnTo>
                  <a:lnTo>
                    <a:pt x="1015337" y="4862261"/>
                  </a:lnTo>
                  <a:lnTo>
                    <a:pt x="1015431" y="4862261"/>
                  </a:lnTo>
                  <a:lnTo>
                    <a:pt x="1015525" y="4862261"/>
                  </a:lnTo>
                  <a:lnTo>
                    <a:pt x="1015619" y="4862261"/>
                  </a:lnTo>
                  <a:lnTo>
                    <a:pt x="1015713" y="4862261"/>
                  </a:lnTo>
                  <a:lnTo>
                    <a:pt x="1015807" y="4862261"/>
                  </a:lnTo>
                  <a:lnTo>
                    <a:pt x="1015902" y="4862261"/>
                  </a:lnTo>
                  <a:lnTo>
                    <a:pt x="1015996" y="4862261"/>
                  </a:lnTo>
                  <a:lnTo>
                    <a:pt x="1016090" y="4862261"/>
                  </a:lnTo>
                  <a:lnTo>
                    <a:pt x="1016184" y="4862261"/>
                  </a:lnTo>
                  <a:lnTo>
                    <a:pt x="1016278" y="4862261"/>
                  </a:lnTo>
                  <a:lnTo>
                    <a:pt x="1016372" y="4862261"/>
                  </a:lnTo>
                  <a:lnTo>
                    <a:pt x="1016467" y="4862261"/>
                  </a:lnTo>
                  <a:lnTo>
                    <a:pt x="1016561" y="4862261"/>
                  </a:lnTo>
                  <a:lnTo>
                    <a:pt x="1016655" y="4862261"/>
                  </a:lnTo>
                  <a:lnTo>
                    <a:pt x="1016749" y="4862261"/>
                  </a:lnTo>
                  <a:lnTo>
                    <a:pt x="1016843" y="4862261"/>
                  </a:lnTo>
                  <a:lnTo>
                    <a:pt x="1016937" y="4862261"/>
                  </a:lnTo>
                  <a:lnTo>
                    <a:pt x="1017031" y="4862261"/>
                  </a:lnTo>
                  <a:lnTo>
                    <a:pt x="1017126" y="4862261"/>
                  </a:lnTo>
                  <a:lnTo>
                    <a:pt x="1017220" y="4862261"/>
                  </a:lnTo>
                  <a:lnTo>
                    <a:pt x="1017314" y="4862261"/>
                  </a:lnTo>
                  <a:lnTo>
                    <a:pt x="1017408" y="4862261"/>
                  </a:lnTo>
                  <a:lnTo>
                    <a:pt x="1017502" y="4862261"/>
                  </a:lnTo>
                  <a:lnTo>
                    <a:pt x="1017596" y="4862261"/>
                  </a:lnTo>
                  <a:lnTo>
                    <a:pt x="1017691" y="4862261"/>
                  </a:lnTo>
                  <a:lnTo>
                    <a:pt x="1017785" y="4862261"/>
                  </a:lnTo>
                  <a:lnTo>
                    <a:pt x="1017879" y="4862261"/>
                  </a:lnTo>
                  <a:lnTo>
                    <a:pt x="1017973" y="4862261"/>
                  </a:lnTo>
                  <a:lnTo>
                    <a:pt x="1018067" y="4862261"/>
                  </a:lnTo>
                  <a:lnTo>
                    <a:pt x="1018161" y="4862261"/>
                  </a:lnTo>
                  <a:lnTo>
                    <a:pt x="1018255" y="4862261"/>
                  </a:lnTo>
                  <a:lnTo>
                    <a:pt x="1018350" y="4862261"/>
                  </a:lnTo>
                  <a:lnTo>
                    <a:pt x="1018444" y="4862261"/>
                  </a:lnTo>
                  <a:lnTo>
                    <a:pt x="1018538" y="4862261"/>
                  </a:lnTo>
                  <a:lnTo>
                    <a:pt x="1018632" y="4862261"/>
                  </a:lnTo>
                  <a:lnTo>
                    <a:pt x="1018726" y="4862261"/>
                  </a:lnTo>
                  <a:lnTo>
                    <a:pt x="1018820" y="4862261"/>
                  </a:lnTo>
                  <a:lnTo>
                    <a:pt x="1018914" y="4862261"/>
                  </a:lnTo>
                  <a:lnTo>
                    <a:pt x="1019009" y="4862261"/>
                  </a:lnTo>
                  <a:lnTo>
                    <a:pt x="1019103" y="4862261"/>
                  </a:lnTo>
                  <a:lnTo>
                    <a:pt x="1019197" y="4862261"/>
                  </a:lnTo>
                  <a:lnTo>
                    <a:pt x="1019291" y="4862261"/>
                  </a:lnTo>
                  <a:lnTo>
                    <a:pt x="1019291" y="4857349"/>
                  </a:lnTo>
                  <a:lnTo>
                    <a:pt x="1019385" y="4857349"/>
                  </a:lnTo>
                  <a:lnTo>
                    <a:pt x="1019479" y="4857349"/>
                  </a:lnTo>
                  <a:lnTo>
                    <a:pt x="1019574" y="4857349"/>
                  </a:lnTo>
                  <a:lnTo>
                    <a:pt x="1019668" y="4857349"/>
                  </a:lnTo>
                  <a:lnTo>
                    <a:pt x="1019762" y="4857349"/>
                  </a:lnTo>
                  <a:lnTo>
                    <a:pt x="1019856" y="4857349"/>
                  </a:lnTo>
                  <a:lnTo>
                    <a:pt x="1019950" y="4857349"/>
                  </a:lnTo>
                  <a:lnTo>
                    <a:pt x="1020044" y="4857349"/>
                  </a:lnTo>
                  <a:lnTo>
                    <a:pt x="1020138" y="4857349"/>
                  </a:lnTo>
                  <a:lnTo>
                    <a:pt x="1020233" y="4857349"/>
                  </a:lnTo>
                  <a:lnTo>
                    <a:pt x="1020327" y="4857349"/>
                  </a:lnTo>
                  <a:lnTo>
                    <a:pt x="1020421" y="4857349"/>
                  </a:lnTo>
                  <a:lnTo>
                    <a:pt x="1020515" y="4857349"/>
                  </a:lnTo>
                  <a:lnTo>
                    <a:pt x="1020609" y="4857349"/>
                  </a:lnTo>
                  <a:lnTo>
                    <a:pt x="1020703" y="4857349"/>
                  </a:lnTo>
                  <a:lnTo>
                    <a:pt x="1020798" y="4857349"/>
                  </a:lnTo>
                  <a:lnTo>
                    <a:pt x="1020892" y="4857349"/>
                  </a:lnTo>
                  <a:lnTo>
                    <a:pt x="1020986" y="4857349"/>
                  </a:lnTo>
                  <a:lnTo>
                    <a:pt x="1021080" y="4857349"/>
                  </a:lnTo>
                  <a:lnTo>
                    <a:pt x="1021174" y="4857349"/>
                  </a:lnTo>
                  <a:lnTo>
                    <a:pt x="1021268" y="4857349"/>
                  </a:lnTo>
                  <a:lnTo>
                    <a:pt x="1021362" y="4857349"/>
                  </a:lnTo>
                  <a:lnTo>
                    <a:pt x="1021457" y="4857349"/>
                  </a:lnTo>
                  <a:lnTo>
                    <a:pt x="1021551" y="4857349"/>
                  </a:lnTo>
                  <a:lnTo>
                    <a:pt x="1021645" y="4857349"/>
                  </a:lnTo>
                  <a:lnTo>
                    <a:pt x="1021739" y="4857349"/>
                  </a:lnTo>
                  <a:lnTo>
                    <a:pt x="1021833" y="4857349"/>
                  </a:lnTo>
                  <a:lnTo>
                    <a:pt x="1021927" y="4857349"/>
                  </a:lnTo>
                  <a:lnTo>
                    <a:pt x="1022022" y="4857349"/>
                  </a:lnTo>
                  <a:lnTo>
                    <a:pt x="1022116" y="4857349"/>
                  </a:lnTo>
                  <a:lnTo>
                    <a:pt x="1022210" y="4857349"/>
                  </a:lnTo>
                  <a:lnTo>
                    <a:pt x="1022304" y="4857349"/>
                  </a:lnTo>
                  <a:lnTo>
                    <a:pt x="1022398" y="4857349"/>
                  </a:lnTo>
                  <a:lnTo>
                    <a:pt x="1022492" y="4857349"/>
                  </a:lnTo>
                  <a:lnTo>
                    <a:pt x="1022586" y="4857349"/>
                  </a:lnTo>
                  <a:lnTo>
                    <a:pt x="1022681" y="4857349"/>
                  </a:lnTo>
                  <a:lnTo>
                    <a:pt x="1022775" y="4857349"/>
                  </a:lnTo>
                  <a:lnTo>
                    <a:pt x="1022869" y="4857349"/>
                  </a:lnTo>
                  <a:lnTo>
                    <a:pt x="1022963" y="4857349"/>
                  </a:lnTo>
                  <a:lnTo>
                    <a:pt x="1023057" y="4857349"/>
                  </a:lnTo>
                  <a:lnTo>
                    <a:pt x="1023151" y="4857349"/>
                  </a:lnTo>
                  <a:lnTo>
                    <a:pt x="1023245" y="4857349"/>
                  </a:lnTo>
                  <a:lnTo>
                    <a:pt x="1023340" y="4857349"/>
                  </a:lnTo>
                  <a:lnTo>
                    <a:pt x="1023434" y="4857349"/>
                  </a:lnTo>
                  <a:lnTo>
                    <a:pt x="1023528" y="4857349"/>
                  </a:lnTo>
                  <a:lnTo>
                    <a:pt x="1023622" y="4857349"/>
                  </a:lnTo>
                  <a:lnTo>
                    <a:pt x="1023716" y="4857349"/>
                  </a:lnTo>
                  <a:lnTo>
                    <a:pt x="1023810" y="4857349"/>
                  </a:lnTo>
                  <a:lnTo>
                    <a:pt x="1023905" y="4857349"/>
                  </a:lnTo>
                  <a:lnTo>
                    <a:pt x="1023999" y="4857349"/>
                  </a:lnTo>
                  <a:lnTo>
                    <a:pt x="1024093" y="4857349"/>
                  </a:lnTo>
                  <a:lnTo>
                    <a:pt x="1024187" y="4857349"/>
                  </a:lnTo>
                  <a:lnTo>
                    <a:pt x="1024281" y="4857349"/>
                  </a:lnTo>
                  <a:lnTo>
                    <a:pt x="1024281" y="4852438"/>
                  </a:lnTo>
                  <a:lnTo>
                    <a:pt x="1024375" y="4852438"/>
                  </a:lnTo>
                  <a:lnTo>
                    <a:pt x="1024469" y="4852438"/>
                  </a:lnTo>
                  <a:lnTo>
                    <a:pt x="1024564" y="4852438"/>
                  </a:lnTo>
                  <a:lnTo>
                    <a:pt x="1024658" y="4852438"/>
                  </a:lnTo>
                  <a:lnTo>
                    <a:pt x="1024752" y="4852438"/>
                  </a:lnTo>
                  <a:lnTo>
                    <a:pt x="1024846" y="4852438"/>
                  </a:lnTo>
                  <a:lnTo>
                    <a:pt x="1024940" y="4852438"/>
                  </a:lnTo>
                  <a:lnTo>
                    <a:pt x="1025034" y="4852438"/>
                  </a:lnTo>
                  <a:lnTo>
                    <a:pt x="1025129" y="4852438"/>
                  </a:lnTo>
                  <a:lnTo>
                    <a:pt x="1025223" y="4852438"/>
                  </a:lnTo>
                  <a:lnTo>
                    <a:pt x="1025317" y="4852438"/>
                  </a:lnTo>
                  <a:lnTo>
                    <a:pt x="1025411" y="4852438"/>
                  </a:lnTo>
                  <a:lnTo>
                    <a:pt x="1025505" y="4852438"/>
                  </a:lnTo>
                  <a:lnTo>
                    <a:pt x="1025599" y="4852438"/>
                  </a:lnTo>
                  <a:lnTo>
                    <a:pt x="1025693" y="4852438"/>
                  </a:lnTo>
                  <a:lnTo>
                    <a:pt x="1025788" y="4852438"/>
                  </a:lnTo>
                  <a:lnTo>
                    <a:pt x="1025882" y="4852438"/>
                  </a:lnTo>
                  <a:lnTo>
                    <a:pt x="1025976" y="4852438"/>
                  </a:lnTo>
                  <a:lnTo>
                    <a:pt x="1026070" y="4852438"/>
                  </a:lnTo>
                  <a:lnTo>
                    <a:pt x="1026164" y="4852438"/>
                  </a:lnTo>
                  <a:lnTo>
                    <a:pt x="1026258" y="4852438"/>
                  </a:lnTo>
                  <a:lnTo>
                    <a:pt x="1026353" y="4852438"/>
                  </a:lnTo>
                  <a:lnTo>
                    <a:pt x="1026447" y="4852438"/>
                  </a:lnTo>
                  <a:lnTo>
                    <a:pt x="1026541" y="4852438"/>
                  </a:lnTo>
                  <a:lnTo>
                    <a:pt x="1026635" y="4852438"/>
                  </a:lnTo>
                  <a:lnTo>
                    <a:pt x="1026729" y="4852438"/>
                  </a:lnTo>
                  <a:lnTo>
                    <a:pt x="1026823" y="4852438"/>
                  </a:lnTo>
                  <a:lnTo>
                    <a:pt x="1026917" y="4852438"/>
                  </a:lnTo>
                  <a:lnTo>
                    <a:pt x="1027012" y="4852438"/>
                  </a:lnTo>
                  <a:lnTo>
                    <a:pt x="1027106" y="4852438"/>
                  </a:lnTo>
                  <a:lnTo>
                    <a:pt x="1027200" y="4852438"/>
                  </a:lnTo>
                  <a:lnTo>
                    <a:pt x="1027294" y="4852438"/>
                  </a:lnTo>
                  <a:lnTo>
                    <a:pt x="1027388" y="4852438"/>
                  </a:lnTo>
                  <a:lnTo>
                    <a:pt x="1027482" y="4852438"/>
                  </a:lnTo>
                  <a:lnTo>
                    <a:pt x="1027576" y="4852438"/>
                  </a:lnTo>
                  <a:lnTo>
                    <a:pt x="1027671" y="4852438"/>
                  </a:lnTo>
                  <a:lnTo>
                    <a:pt x="1027765" y="4852438"/>
                  </a:lnTo>
                  <a:lnTo>
                    <a:pt x="1027859" y="4852438"/>
                  </a:lnTo>
                  <a:lnTo>
                    <a:pt x="1027859" y="4847527"/>
                  </a:lnTo>
                  <a:lnTo>
                    <a:pt x="1027953" y="4847527"/>
                  </a:lnTo>
                  <a:lnTo>
                    <a:pt x="1028047" y="4847527"/>
                  </a:lnTo>
                  <a:lnTo>
                    <a:pt x="1028141" y="4847527"/>
                  </a:lnTo>
                  <a:lnTo>
                    <a:pt x="1028236" y="4847527"/>
                  </a:lnTo>
                  <a:lnTo>
                    <a:pt x="1028330" y="4847527"/>
                  </a:lnTo>
                  <a:lnTo>
                    <a:pt x="1028424" y="4847527"/>
                  </a:lnTo>
                  <a:lnTo>
                    <a:pt x="1028518" y="4847527"/>
                  </a:lnTo>
                  <a:lnTo>
                    <a:pt x="1028612" y="4847527"/>
                  </a:lnTo>
                  <a:lnTo>
                    <a:pt x="1028706" y="4847527"/>
                  </a:lnTo>
                  <a:lnTo>
                    <a:pt x="1028800" y="4847527"/>
                  </a:lnTo>
                  <a:lnTo>
                    <a:pt x="1028895" y="4847527"/>
                  </a:lnTo>
                  <a:lnTo>
                    <a:pt x="1028989" y="4847527"/>
                  </a:lnTo>
                  <a:lnTo>
                    <a:pt x="1029083" y="4847527"/>
                  </a:lnTo>
                  <a:lnTo>
                    <a:pt x="1029177" y="4847527"/>
                  </a:lnTo>
                  <a:lnTo>
                    <a:pt x="1029271" y="4847527"/>
                  </a:lnTo>
                  <a:lnTo>
                    <a:pt x="1029365" y="4847527"/>
                  </a:lnTo>
                  <a:lnTo>
                    <a:pt x="1029460" y="4847527"/>
                  </a:lnTo>
                  <a:lnTo>
                    <a:pt x="1029554" y="4847527"/>
                  </a:lnTo>
                  <a:lnTo>
                    <a:pt x="1029648" y="4847527"/>
                  </a:lnTo>
                  <a:lnTo>
                    <a:pt x="1029648" y="4842615"/>
                  </a:lnTo>
                  <a:lnTo>
                    <a:pt x="1029742" y="4842615"/>
                  </a:lnTo>
                  <a:lnTo>
                    <a:pt x="1029836" y="4842615"/>
                  </a:lnTo>
                  <a:lnTo>
                    <a:pt x="1029930" y="4842615"/>
                  </a:lnTo>
                  <a:lnTo>
                    <a:pt x="1030024" y="4842615"/>
                  </a:lnTo>
                  <a:lnTo>
                    <a:pt x="1030119" y="4842615"/>
                  </a:lnTo>
                  <a:lnTo>
                    <a:pt x="1030213" y="4842615"/>
                  </a:lnTo>
                  <a:lnTo>
                    <a:pt x="1030307" y="4842615"/>
                  </a:lnTo>
                  <a:lnTo>
                    <a:pt x="1030401" y="4842615"/>
                  </a:lnTo>
                  <a:lnTo>
                    <a:pt x="1030495" y="4842615"/>
                  </a:lnTo>
                  <a:lnTo>
                    <a:pt x="1030589" y="4842615"/>
                  </a:lnTo>
                  <a:lnTo>
                    <a:pt x="1030684" y="4842615"/>
                  </a:lnTo>
                  <a:lnTo>
                    <a:pt x="1030778" y="4842615"/>
                  </a:lnTo>
                  <a:lnTo>
                    <a:pt x="1030778" y="4837704"/>
                  </a:lnTo>
                  <a:lnTo>
                    <a:pt x="1030778" y="4832792"/>
                  </a:lnTo>
                  <a:lnTo>
                    <a:pt x="1030872" y="4832792"/>
                  </a:lnTo>
                  <a:lnTo>
                    <a:pt x="1030966" y="4832792"/>
                  </a:lnTo>
                  <a:lnTo>
                    <a:pt x="1031060" y="4832792"/>
                  </a:lnTo>
                  <a:lnTo>
                    <a:pt x="1031154" y="4832792"/>
                  </a:lnTo>
                  <a:lnTo>
                    <a:pt x="1031248" y="4832792"/>
                  </a:lnTo>
                  <a:lnTo>
                    <a:pt x="1031343" y="4832792"/>
                  </a:lnTo>
                  <a:lnTo>
                    <a:pt x="1031437" y="4832792"/>
                  </a:lnTo>
                  <a:lnTo>
                    <a:pt x="1031531" y="4832792"/>
                  </a:lnTo>
                  <a:lnTo>
                    <a:pt x="1031625" y="4832792"/>
                  </a:lnTo>
                  <a:lnTo>
                    <a:pt x="1031719" y="4832792"/>
                  </a:lnTo>
                  <a:lnTo>
                    <a:pt x="1031813" y="4832792"/>
                  </a:lnTo>
                  <a:lnTo>
                    <a:pt x="1031907" y="4832792"/>
                  </a:lnTo>
                  <a:lnTo>
                    <a:pt x="1032002" y="4832792"/>
                  </a:lnTo>
                  <a:lnTo>
                    <a:pt x="1032096" y="4832792"/>
                  </a:lnTo>
                  <a:lnTo>
                    <a:pt x="1032190" y="4832792"/>
                  </a:lnTo>
                  <a:lnTo>
                    <a:pt x="1032284" y="4832792"/>
                  </a:lnTo>
                  <a:lnTo>
                    <a:pt x="1032378" y="4832792"/>
                  </a:lnTo>
                  <a:lnTo>
                    <a:pt x="1032472" y="4832792"/>
                  </a:lnTo>
                  <a:lnTo>
                    <a:pt x="1032567" y="4832792"/>
                  </a:lnTo>
                  <a:lnTo>
                    <a:pt x="1032661" y="4832792"/>
                  </a:lnTo>
                  <a:lnTo>
                    <a:pt x="1032755" y="4832792"/>
                  </a:lnTo>
                  <a:lnTo>
                    <a:pt x="1032849" y="4832792"/>
                  </a:lnTo>
                  <a:lnTo>
                    <a:pt x="1032943" y="4832792"/>
                  </a:lnTo>
                  <a:lnTo>
                    <a:pt x="1033037" y="4832792"/>
                  </a:lnTo>
                  <a:lnTo>
                    <a:pt x="1033131" y="4832792"/>
                  </a:lnTo>
                  <a:lnTo>
                    <a:pt x="1033226" y="4832792"/>
                  </a:lnTo>
                  <a:lnTo>
                    <a:pt x="1033320" y="4832792"/>
                  </a:lnTo>
                  <a:lnTo>
                    <a:pt x="1033414" y="4832792"/>
                  </a:lnTo>
                  <a:lnTo>
                    <a:pt x="1033508" y="4832792"/>
                  </a:lnTo>
                  <a:lnTo>
                    <a:pt x="1033602" y="4832792"/>
                  </a:lnTo>
                  <a:lnTo>
                    <a:pt x="1033696" y="4832792"/>
                  </a:lnTo>
                  <a:lnTo>
                    <a:pt x="1033791" y="4832792"/>
                  </a:lnTo>
                  <a:lnTo>
                    <a:pt x="1033885" y="4832792"/>
                  </a:lnTo>
                  <a:lnTo>
                    <a:pt x="1033979" y="4832792"/>
                  </a:lnTo>
                  <a:lnTo>
                    <a:pt x="1034073" y="4832792"/>
                  </a:lnTo>
                  <a:lnTo>
                    <a:pt x="1034167" y="4832792"/>
                  </a:lnTo>
                  <a:lnTo>
                    <a:pt x="1034261" y="4832792"/>
                  </a:lnTo>
                  <a:lnTo>
                    <a:pt x="1034355" y="4832792"/>
                  </a:lnTo>
                  <a:lnTo>
                    <a:pt x="1034450" y="4832792"/>
                  </a:lnTo>
                  <a:lnTo>
                    <a:pt x="1034544" y="4832792"/>
                  </a:lnTo>
                  <a:lnTo>
                    <a:pt x="1034638" y="4832792"/>
                  </a:lnTo>
                  <a:lnTo>
                    <a:pt x="1034732" y="4832792"/>
                  </a:lnTo>
                  <a:lnTo>
                    <a:pt x="1034826" y="4832792"/>
                  </a:lnTo>
                  <a:lnTo>
                    <a:pt x="1034920" y="4832792"/>
                  </a:lnTo>
                  <a:lnTo>
                    <a:pt x="1035015" y="4832792"/>
                  </a:lnTo>
                  <a:lnTo>
                    <a:pt x="1035109" y="4832792"/>
                  </a:lnTo>
                  <a:lnTo>
                    <a:pt x="1035203" y="4832792"/>
                  </a:lnTo>
                  <a:lnTo>
                    <a:pt x="1035297" y="4832792"/>
                  </a:lnTo>
                  <a:lnTo>
                    <a:pt x="1035391" y="4832792"/>
                  </a:lnTo>
                  <a:lnTo>
                    <a:pt x="1035485" y="4832792"/>
                  </a:lnTo>
                  <a:lnTo>
                    <a:pt x="1035579" y="4832792"/>
                  </a:lnTo>
                  <a:lnTo>
                    <a:pt x="1035674" y="4832792"/>
                  </a:lnTo>
                  <a:lnTo>
                    <a:pt x="1035768" y="4832792"/>
                  </a:lnTo>
                  <a:lnTo>
                    <a:pt x="1035862" y="4832792"/>
                  </a:lnTo>
                  <a:lnTo>
                    <a:pt x="1035956" y="4832792"/>
                  </a:lnTo>
                  <a:lnTo>
                    <a:pt x="1036050" y="4832792"/>
                  </a:lnTo>
                  <a:lnTo>
                    <a:pt x="1036144" y="4832792"/>
                  </a:lnTo>
                  <a:lnTo>
                    <a:pt x="1036238" y="4832792"/>
                  </a:lnTo>
                  <a:lnTo>
                    <a:pt x="1036333" y="4832792"/>
                  </a:lnTo>
                  <a:lnTo>
                    <a:pt x="1036427" y="4832792"/>
                  </a:lnTo>
                  <a:lnTo>
                    <a:pt x="1036521" y="4832792"/>
                  </a:lnTo>
                  <a:lnTo>
                    <a:pt x="1036615" y="4832792"/>
                  </a:lnTo>
                  <a:lnTo>
                    <a:pt x="1036709" y="4832792"/>
                  </a:lnTo>
                  <a:lnTo>
                    <a:pt x="1036803" y="4832792"/>
                  </a:lnTo>
                  <a:lnTo>
                    <a:pt x="1036898" y="4832792"/>
                  </a:lnTo>
                  <a:lnTo>
                    <a:pt x="1036992" y="4832792"/>
                  </a:lnTo>
                  <a:lnTo>
                    <a:pt x="1037086" y="4832792"/>
                  </a:lnTo>
                  <a:lnTo>
                    <a:pt x="1037180" y="4832792"/>
                  </a:lnTo>
                  <a:lnTo>
                    <a:pt x="1037274" y="4832792"/>
                  </a:lnTo>
                  <a:lnTo>
                    <a:pt x="1037274" y="4827881"/>
                  </a:lnTo>
                  <a:lnTo>
                    <a:pt x="1037368" y="4827881"/>
                  </a:lnTo>
                  <a:lnTo>
                    <a:pt x="1037462" y="4827881"/>
                  </a:lnTo>
                  <a:lnTo>
                    <a:pt x="1037557" y="4827881"/>
                  </a:lnTo>
                  <a:lnTo>
                    <a:pt x="1037651" y="4827881"/>
                  </a:lnTo>
                  <a:lnTo>
                    <a:pt x="1037745" y="4827881"/>
                  </a:lnTo>
                  <a:lnTo>
                    <a:pt x="1037839" y="4827881"/>
                  </a:lnTo>
                  <a:lnTo>
                    <a:pt x="1037933" y="4827881"/>
                  </a:lnTo>
                  <a:lnTo>
                    <a:pt x="1038027" y="4827881"/>
                  </a:lnTo>
                  <a:lnTo>
                    <a:pt x="1038122" y="4827881"/>
                  </a:lnTo>
                  <a:lnTo>
                    <a:pt x="1038216" y="4827881"/>
                  </a:lnTo>
                  <a:lnTo>
                    <a:pt x="1038310" y="4827881"/>
                  </a:lnTo>
                  <a:lnTo>
                    <a:pt x="1038404" y="4827881"/>
                  </a:lnTo>
                  <a:lnTo>
                    <a:pt x="1038498" y="4827881"/>
                  </a:lnTo>
                  <a:lnTo>
                    <a:pt x="1038592" y="4827881"/>
                  </a:lnTo>
                  <a:lnTo>
                    <a:pt x="1038686" y="4827881"/>
                  </a:lnTo>
                  <a:lnTo>
                    <a:pt x="1038781" y="4827881"/>
                  </a:lnTo>
                  <a:lnTo>
                    <a:pt x="1038875" y="4827881"/>
                  </a:lnTo>
                  <a:lnTo>
                    <a:pt x="1038969" y="4827881"/>
                  </a:lnTo>
                  <a:lnTo>
                    <a:pt x="1039063" y="4827881"/>
                  </a:lnTo>
                  <a:lnTo>
                    <a:pt x="1039157" y="4827881"/>
                  </a:lnTo>
                  <a:lnTo>
                    <a:pt x="1039251" y="4827881"/>
                  </a:lnTo>
                  <a:lnTo>
                    <a:pt x="1039346" y="4827881"/>
                  </a:lnTo>
                  <a:lnTo>
                    <a:pt x="1039440" y="4827881"/>
                  </a:lnTo>
                  <a:lnTo>
                    <a:pt x="1039534" y="4827881"/>
                  </a:lnTo>
                  <a:lnTo>
                    <a:pt x="1039628" y="4827881"/>
                  </a:lnTo>
                  <a:lnTo>
                    <a:pt x="1039722" y="4827881"/>
                  </a:lnTo>
                  <a:lnTo>
                    <a:pt x="1039816" y="4827881"/>
                  </a:lnTo>
                  <a:lnTo>
                    <a:pt x="1039910" y="4827881"/>
                  </a:lnTo>
                  <a:lnTo>
                    <a:pt x="1039910" y="4822970"/>
                  </a:lnTo>
                  <a:lnTo>
                    <a:pt x="1040005" y="4822970"/>
                  </a:lnTo>
                  <a:lnTo>
                    <a:pt x="1040099" y="4822970"/>
                  </a:lnTo>
                  <a:lnTo>
                    <a:pt x="1040193" y="4822970"/>
                  </a:lnTo>
                  <a:lnTo>
                    <a:pt x="1040287" y="4822970"/>
                  </a:lnTo>
                  <a:lnTo>
                    <a:pt x="1040381" y="4822970"/>
                  </a:lnTo>
                  <a:lnTo>
                    <a:pt x="1040475" y="4822970"/>
                  </a:lnTo>
                  <a:lnTo>
                    <a:pt x="1040569" y="4822970"/>
                  </a:lnTo>
                  <a:lnTo>
                    <a:pt x="1040664" y="4822970"/>
                  </a:lnTo>
                  <a:lnTo>
                    <a:pt x="1040758" y="4822970"/>
                  </a:lnTo>
                  <a:lnTo>
                    <a:pt x="1040852" y="4822970"/>
                  </a:lnTo>
                  <a:lnTo>
                    <a:pt x="1040852" y="4818058"/>
                  </a:lnTo>
                  <a:lnTo>
                    <a:pt x="1040946" y="4818058"/>
                  </a:lnTo>
                  <a:lnTo>
                    <a:pt x="1041040" y="4818058"/>
                  </a:lnTo>
                  <a:lnTo>
                    <a:pt x="1041134" y="4818058"/>
                  </a:lnTo>
                  <a:lnTo>
                    <a:pt x="1041229" y="4818058"/>
                  </a:lnTo>
                  <a:lnTo>
                    <a:pt x="1041323" y="4818058"/>
                  </a:lnTo>
                  <a:lnTo>
                    <a:pt x="1041417" y="4818058"/>
                  </a:lnTo>
                  <a:lnTo>
                    <a:pt x="1041511" y="4818058"/>
                  </a:lnTo>
                  <a:lnTo>
                    <a:pt x="1041605" y="4818058"/>
                  </a:lnTo>
                  <a:lnTo>
                    <a:pt x="1041699" y="4818058"/>
                  </a:lnTo>
                  <a:lnTo>
                    <a:pt x="1041793" y="4818058"/>
                  </a:lnTo>
                  <a:lnTo>
                    <a:pt x="1041888" y="4818058"/>
                  </a:lnTo>
                  <a:lnTo>
                    <a:pt x="1041982" y="4818058"/>
                  </a:lnTo>
                  <a:lnTo>
                    <a:pt x="1042076" y="4818058"/>
                  </a:lnTo>
                  <a:lnTo>
                    <a:pt x="1042170" y="4818058"/>
                  </a:lnTo>
                  <a:lnTo>
                    <a:pt x="1042264" y="4818058"/>
                  </a:lnTo>
                  <a:lnTo>
                    <a:pt x="1042358" y="4818058"/>
                  </a:lnTo>
                  <a:lnTo>
                    <a:pt x="1042453" y="4818058"/>
                  </a:lnTo>
                  <a:lnTo>
                    <a:pt x="1042547" y="4818058"/>
                  </a:lnTo>
                  <a:lnTo>
                    <a:pt x="1042641" y="4818058"/>
                  </a:lnTo>
                  <a:lnTo>
                    <a:pt x="1042735" y="4818058"/>
                  </a:lnTo>
                  <a:lnTo>
                    <a:pt x="1042829" y="4818058"/>
                  </a:lnTo>
                  <a:lnTo>
                    <a:pt x="1042923" y="4818058"/>
                  </a:lnTo>
                  <a:lnTo>
                    <a:pt x="1043017" y="4818058"/>
                  </a:lnTo>
                  <a:lnTo>
                    <a:pt x="1043112" y="4818058"/>
                  </a:lnTo>
                  <a:lnTo>
                    <a:pt x="1043206" y="4818058"/>
                  </a:lnTo>
                  <a:lnTo>
                    <a:pt x="1043300" y="4818058"/>
                  </a:lnTo>
                  <a:lnTo>
                    <a:pt x="1043394" y="4818058"/>
                  </a:lnTo>
                  <a:lnTo>
                    <a:pt x="1043488" y="4818058"/>
                  </a:lnTo>
                  <a:lnTo>
                    <a:pt x="1043582" y="4818058"/>
                  </a:lnTo>
                  <a:lnTo>
                    <a:pt x="1043677" y="4818058"/>
                  </a:lnTo>
                  <a:lnTo>
                    <a:pt x="1043771" y="4818058"/>
                  </a:lnTo>
                  <a:lnTo>
                    <a:pt x="1043865" y="4818058"/>
                  </a:lnTo>
                  <a:lnTo>
                    <a:pt x="1043959" y="4818058"/>
                  </a:lnTo>
                  <a:lnTo>
                    <a:pt x="1044053" y="4818058"/>
                  </a:lnTo>
                  <a:lnTo>
                    <a:pt x="1044147" y="4818058"/>
                  </a:lnTo>
                  <a:lnTo>
                    <a:pt x="1044241" y="4818058"/>
                  </a:lnTo>
                  <a:lnTo>
                    <a:pt x="1044336" y="4818058"/>
                  </a:lnTo>
                  <a:lnTo>
                    <a:pt x="1044336" y="4813147"/>
                  </a:lnTo>
                  <a:lnTo>
                    <a:pt x="1044430" y="4813147"/>
                  </a:lnTo>
                  <a:lnTo>
                    <a:pt x="1044524" y="4813147"/>
                  </a:lnTo>
                  <a:lnTo>
                    <a:pt x="1044618" y="4813147"/>
                  </a:lnTo>
                  <a:lnTo>
                    <a:pt x="1044712" y="4813147"/>
                  </a:lnTo>
                  <a:lnTo>
                    <a:pt x="1044806" y="4813147"/>
                  </a:lnTo>
                  <a:lnTo>
                    <a:pt x="1044900" y="4813147"/>
                  </a:lnTo>
                  <a:lnTo>
                    <a:pt x="1044995" y="4813147"/>
                  </a:lnTo>
                  <a:lnTo>
                    <a:pt x="1045089" y="4813147"/>
                  </a:lnTo>
                  <a:lnTo>
                    <a:pt x="1045183" y="4813147"/>
                  </a:lnTo>
                  <a:lnTo>
                    <a:pt x="1045277" y="4813147"/>
                  </a:lnTo>
                  <a:lnTo>
                    <a:pt x="1045371" y="4813147"/>
                  </a:lnTo>
                  <a:lnTo>
                    <a:pt x="1045465" y="4813147"/>
                  </a:lnTo>
                  <a:lnTo>
                    <a:pt x="1045560" y="4813147"/>
                  </a:lnTo>
                  <a:lnTo>
                    <a:pt x="1045654" y="4813147"/>
                  </a:lnTo>
                  <a:lnTo>
                    <a:pt x="1045748" y="4813147"/>
                  </a:lnTo>
                  <a:lnTo>
                    <a:pt x="1045842" y="4813147"/>
                  </a:lnTo>
                  <a:lnTo>
                    <a:pt x="1045936" y="4813147"/>
                  </a:lnTo>
                  <a:lnTo>
                    <a:pt x="1046030" y="4813147"/>
                  </a:lnTo>
                  <a:lnTo>
                    <a:pt x="1046124" y="4813147"/>
                  </a:lnTo>
                  <a:lnTo>
                    <a:pt x="1046219" y="4813147"/>
                  </a:lnTo>
                  <a:lnTo>
                    <a:pt x="1046313" y="4813147"/>
                  </a:lnTo>
                  <a:lnTo>
                    <a:pt x="1046407" y="4813147"/>
                  </a:lnTo>
                  <a:lnTo>
                    <a:pt x="1046501" y="4813147"/>
                  </a:lnTo>
                  <a:lnTo>
                    <a:pt x="1046595" y="4813147"/>
                  </a:lnTo>
                  <a:lnTo>
                    <a:pt x="1046689" y="4813147"/>
                  </a:lnTo>
                  <a:lnTo>
                    <a:pt x="1046784" y="4813147"/>
                  </a:lnTo>
                  <a:lnTo>
                    <a:pt x="1046878" y="4813147"/>
                  </a:lnTo>
                  <a:lnTo>
                    <a:pt x="1046972" y="4813147"/>
                  </a:lnTo>
                  <a:lnTo>
                    <a:pt x="1047066" y="4813147"/>
                  </a:lnTo>
                  <a:lnTo>
                    <a:pt x="1047160" y="4813147"/>
                  </a:lnTo>
                  <a:lnTo>
                    <a:pt x="1047254" y="4813147"/>
                  </a:lnTo>
                  <a:lnTo>
                    <a:pt x="1047348" y="4813147"/>
                  </a:lnTo>
                  <a:lnTo>
                    <a:pt x="1047443" y="4813147"/>
                  </a:lnTo>
                  <a:lnTo>
                    <a:pt x="1047537" y="4813147"/>
                  </a:lnTo>
                  <a:lnTo>
                    <a:pt x="1047631" y="4813147"/>
                  </a:lnTo>
                  <a:lnTo>
                    <a:pt x="1047725" y="4813147"/>
                  </a:lnTo>
                  <a:lnTo>
                    <a:pt x="1047819" y="4813147"/>
                  </a:lnTo>
                  <a:lnTo>
                    <a:pt x="1047913" y="4813147"/>
                  </a:lnTo>
                  <a:lnTo>
                    <a:pt x="1048008" y="4813147"/>
                  </a:lnTo>
                  <a:lnTo>
                    <a:pt x="1048102" y="4813147"/>
                  </a:lnTo>
                  <a:lnTo>
                    <a:pt x="1048196" y="4813147"/>
                  </a:lnTo>
                  <a:lnTo>
                    <a:pt x="1048290" y="4813147"/>
                  </a:lnTo>
                  <a:lnTo>
                    <a:pt x="1048384" y="4813147"/>
                  </a:lnTo>
                  <a:lnTo>
                    <a:pt x="1048478" y="4813147"/>
                  </a:lnTo>
                  <a:lnTo>
                    <a:pt x="1048572" y="4813147"/>
                  </a:lnTo>
                  <a:lnTo>
                    <a:pt x="1048667" y="4813147"/>
                  </a:lnTo>
                  <a:lnTo>
                    <a:pt x="1048761" y="4813147"/>
                  </a:lnTo>
                  <a:lnTo>
                    <a:pt x="1048855" y="4813147"/>
                  </a:lnTo>
                  <a:lnTo>
                    <a:pt x="1048949" y="4813147"/>
                  </a:lnTo>
                  <a:lnTo>
                    <a:pt x="1049043" y="4813147"/>
                  </a:lnTo>
                  <a:lnTo>
                    <a:pt x="1049137" y="4813147"/>
                  </a:lnTo>
                  <a:lnTo>
                    <a:pt x="1049231" y="4813147"/>
                  </a:lnTo>
                  <a:lnTo>
                    <a:pt x="1049326" y="4813147"/>
                  </a:lnTo>
                  <a:lnTo>
                    <a:pt x="1049420" y="4813147"/>
                  </a:lnTo>
                  <a:lnTo>
                    <a:pt x="1049514" y="4813147"/>
                  </a:lnTo>
                  <a:lnTo>
                    <a:pt x="1049608" y="4813147"/>
                  </a:lnTo>
                  <a:lnTo>
                    <a:pt x="1049702" y="4813147"/>
                  </a:lnTo>
                  <a:lnTo>
                    <a:pt x="1049796" y="4813147"/>
                  </a:lnTo>
                  <a:lnTo>
                    <a:pt x="1049891" y="4813147"/>
                  </a:lnTo>
                  <a:lnTo>
                    <a:pt x="1049985" y="4813147"/>
                  </a:lnTo>
                  <a:lnTo>
                    <a:pt x="1050079" y="4813147"/>
                  </a:lnTo>
                  <a:lnTo>
                    <a:pt x="1050173" y="4813147"/>
                  </a:lnTo>
                  <a:lnTo>
                    <a:pt x="1050267" y="4813147"/>
                  </a:lnTo>
                  <a:lnTo>
                    <a:pt x="1050361" y="4813147"/>
                  </a:lnTo>
                  <a:lnTo>
                    <a:pt x="1050455" y="4813147"/>
                  </a:lnTo>
                  <a:lnTo>
                    <a:pt x="1050550" y="4813147"/>
                  </a:lnTo>
                  <a:lnTo>
                    <a:pt x="1050644" y="4813147"/>
                  </a:lnTo>
                  <a:lnTo>
                    <a:pt x="1050738" y="4813147"/>
                  </a:lnTo>
                  <a:lnTo>
                    <a:pt x="1050832" y="4813147"/>
                  </a:lnTo>
                  <a:lnTo>
                    <a:pt x="1050926" y="4813147"/>
                  </a:lnTo>
                  <a:lnTo>
                    <a:pt x="1051020" y="4813147"/>
                  </a:lnTo>
                  <a:lnTo>
                    <a:pt x="1051115" y="4813147"/>
                  </a:lnTo>
                  <a:lnTo>
                    <a:pt x="1051209" y="4813147"/>
                  </a:lnTo>
                  <a:lnTo>
                    <a:pt x="1051303" y="4813147"/>
                  </a:lnTo>
                  <a:lnTo>
                    <a:pt x="1051397" y="4813147"/>
                  </a:lnTo>
                  <a:lnTo>
                    <a:pt x="1051491" y="4813147"/>
                  </a:lnTo>
                  <a:lnTo>
                    <a:pt x="1051585" y="4813147"/>
                  </a:lnTo>
                  <a:lnTo>
                    <a:pt x="1051679" y="4813147"/>
                  </a:lnTo>
                  <a:lnTo>
                    <a:pt x="1051774" y="4813147"/>
                  </a:lnTo>
                  <a:lnTo>
                    <a:pt x="1051868" y="4813147"/>
                  </a:lnTo>
                  <a:lnTo>
                    <a:pt x="1051962" y="4813147"/>
                  </a:lnTo>
                  <a:lnTo>
                    <a:pt x="1052056" y="4813147"/>
                  </a:lnTo>
                  <a:lnTo>
                    <a:pt x="1052150" y="4813147"/>
                  </a:lnTo>
                  <a:lnTo>
                    <a:pt x="1052244" y="4813147"/>
                  </a:lnTo>
                  <a:lnTo>
                    <a:pt x="1052339" y="4813147"/>
                  </a:lnTo>
                  <a:lnTo>
                    <a:pt x="1052433" y="4813147"/>
                  </a:lnTo>
                  <a:lnTo>
                    <a:pt x="1052527" y="4813147"/>
                  </a:lnTo>
                  <a:lnTo>
                    <a:pt x="1052621" y="4813147"/>
                  </a:lnTo>
                  <a:lnTo>
                    <a:pt x="1052715" y="4813147"/>
                  </a:lnTo>
                  <a:lnTo>
                    <a:pt x="1052809" y="4813147"/>
                  </a:lnTo>
                  <a:lnTo>
                    <a:pt x="1052903" y="4813147"/>
                  </a:lnTo>
                  <a:lnTo>
                    <a:pt x="1052998" y="4813147"/>
                  </a:lnTo>
                  <a:lnTo>
                    <a:pt x="1053092" y="4813147"/>
                  </a:lnTo>
                  <a:lnTo>
                    <a:pt x="1053186" y="4813147"/>
                  </a:lnTo>
                  <a:lnTo>
                    <a:pt x="1053280" y="4813147"/>
                  </a:lnTo>
                  <a:lnTo>
                    <a:pt x="1053374" y="4813147"/>
                  </a:lnTo>
                  <a:lnTo>
                    <a:pt x="1053468" y="4813147"/>
                  </a:lnTo>
                  <a:lnTo>
                    <a:pt x="1053562" y="4813147"/>
                  </a:lnTo>
                  <a:lnTo>
                    <a:pt x="1053657" y="4813147"/>
                  </a:lnTo>
                  <a:lnTo>
                    <a:pt x="1053751" y="4813147"/>
                  </a:lnTo>
                  <a:lnTo>
                    <a:pt x="1053845" y="4813147"/>
                  </a:lnTo>
                  <a:lnTo>
                    <a:pt x="1053939" y="4813147"/>
                  </a:lnTo>
                  <a:lnTo>
                    <a:pt x="1054033" y="4813147"/>
                  </a:lnTo>
                  <a:lnTo>
                    <a:pt x="1054127" y="4813147"/>
                  </a:lnTo>
                  <a:lnTo>
                    <a:pt x="1054222" y="4813147"/>
                  </a:lnTo>
                  <a:lnTo>
                    <a:pt x="1054316" y="4813147"/>
                  </a:lnTo>
                  <a:lnTo>
                    <a:pt x="1054410" y="4813147"/>
                  </a:lnTo>
                  <a:lnTo>
                    <a:pt x="1054504" y="4813147"/>
                  </a:lnTo>
                  <a:lnTo>
                    <a:pt x="1054598" y="4813147"/>
                  </a:lnTo>
                  <a:lnTo>
                    <a:pt x="1054692" y="4813147"/>
                  </a:lnTo>
                  <a:lnTo>
                    <a:pt x="1054786" y="4813147"/>
                  </a:lnTo>
                  <a:lnTo>
                    <a:pt x="1054881" y="4813147"/>
                  </a:lnTo>
                  <a:lnTo>
                    <a:pt x="1054975" y="4813147"/>
                  </a:lnTo>
                  <a:lnTo>
                    <a:pt x="1055069" y="4813147"/>
                  </a:lnTo>
                  <a:lnTo>
                    <a:pt x="1055163" y="4813147"/>
                  </a:lnTo>
                  <a:lnTo>
                    <a:pt x="1055257" y="4813147"/>
                  </a:lnTo>
                  <a:lnTo>
                    <a:pt x="1055351" y="4813147"/>
                  </a:lnTo>
                  <a:lnTo>
                    <a:pt x="1055446" y="4813147"/>
                  </a:lnTo>
                  <a:lnTo>
                    <a:pt x="1055540" y="4813147"/>
                  </a:lnTo>
                  <a:lnTo>
                    <a:pt x="1055634" y="4813147"/>
                  </a:lnTo>
                  <a:lnTo>
                    <a:pt x="1055728" y="4813147"/>
                  </a:lnTo>
                  <a:lnTo>
                    <a:pt x="1055822" y="4813147"/>
                  </a:lnTo>
                  <a:lnTo>
                    <a:pt x="1055916" y="4813147"/>
                  </a:lnTo>
                  <a:lnTo>
                    <a:pt x="1056010" y="4813147"/>
                  </a:lnTo>
                  <a:lnTo>
                    <a:pt x="1056105" y="4813147"/>
                  </a:lnTo>
                  <a:lnTo>
                    <a:pt x="1056199" y="4813147"/>
                  </a:lnTo>
                  <a:lnTo>
                    <a:pt x="1056293" y="4813147"/>
                  </a:lnTo>
                  <a:lnTo>
                    <a:pt x="1056387" y="4813147"/>
                  </a:lnTo>
                  <a:lnTo>
                    <a:pt x="1056481" y="4813147"/>
                  </a:lnTo>
                  <a:lnTo>
                    <a:pt x="1056575" y="4813147"/>
                  </a:lnTo>
                  <a:lnTo>
                    <a:pt x="1056670" y="4813147"/>
                  </a:lnTo>
                  <a:lnTo>
                    <a:pt x="1056764" y="4813147"/>
                  </a:lnTo>
                  <a:lnTo>
                    <a:pt x="1056858" y="4813147"/>
                  </a:lnTo>
                  <a:lnTo>
                    <a:pt x="1056952" y="4813147"/>
                  </a:lnTo>
                  <a:lnTo>
                    <a:pt x="1057046" y="4813147"/>
                  </a:lnTo>
                  <a:lnTo>
                    <a:pt x="1057140" y="4813147"/>
                  </a:lnTo>
                  <a:lnTo>
                    <a:pt x="1057234" y="4813147"/>
                  </a:lnTo>
                  <a:lnTo>
                    <a:pt x="1057329" y="4813147"/>
                  </a:lnTo>
                  <a:lnTo>
                    <a:pt x="1057423" y="4813147"/>
                  </a:lnTo>
                  <a:lnTo>
                    <a:pt x="1057517" y="4813147"/>
                  </a:lnTo>
                  <a:lnTo>
                    <a:pt x="1057611" y="4813147"/>
                  </a:lnTo>
                  <a:lnTo>
                    <a:pt x="1057705" y="4813147"/>
                  </a:lnTo>
                  <a:lnTo>
                    <a:pt x="1057799" y="4813147"/>
                  </a:lnTo>
                  <a:lnTo>
                    <a:pt x="1057893" y="4813147"/>
                  </a:lnTo>
                  <a:lnTo>
                    <a:pt x="1057988" y="4813147"/>
                  </a:lnTo>
                  <a:lnTo>
                    <a:pt x="1058082" y="4813147"/>
                  </a:lnTo>
                  <a:lnTo>
                    <a:pt x="1058176" y="4813147"/>
                  </a:lnTo>
                  <a:lnTo>
                    <a:pt x="1058270" y="4813147"/>
                  </a:lnTo>
                  <a:lnTo>
                    <a:pt x="1058364" y="4813147"/>
                  </a:lnTo>
                  <a:lnTo>
                    <a:pt x="1058458" y="4813147"/>
                  </a:lnTo>
                  <a:lnTo>
                    <a:pt x="1058553" y="4813147"/>
                  </a:lnTo>
                  <a:lnTo>
                    <a:pt x="1058647" y="4813147"/>
                  </a:lnTo>
                  <a:lnTo>
                    <a:pt x="1058741" y="4813147"/>
                  </a:lnTo>
                  <a:lnTo>
                    <a:pt x="1058835" y="4813147"/>
                  </a:lnTo>
                  <a:lnTo>
                    <a:pt x="1058929" y="4813147"/>
                  </a:lnTo>
                  <a:lnTo>
                    <a:pt x="1059023" y="4813147"/>
                  </a:lnTo>
                  <a:lnTo>
                    <a:pt x="1059117" y="4813147"/>
                  </a:lnTo>
                  <a:lnTo>
                    <a:pt x="1059212" y="4813147"/>
                  </a:lnTo>
                  <a:lnTo>
                    <a:pt x="1059306" y="4813147"/>
                  </a:lnTo>
                  <a:lnTo>
                    <a:pt x="1059400" y="4813147"/>
                  </a:lnTo>
                  <a:lnTo>
                    <a:pt x="1059400" y="4808236"/>
                  </a:lnTo>
                  <a:lnTo>
                    <a:pt x="1059494" y="4808236"/>
                  </a:lnTo>
                  <a:lnTo>
                    <a:pt x="1059588" y="4808236"/>
                  </a:lnTo>
                  <a:lnTo>
                    <a:pt x="1059682" y="4808236"/>
                  </a:lnTo>
                  <a:lnTo>
                    <a:pt x="1059777" y="4808236"/>
                  </a:lnTo>
                  <a:lnTo>
                    <a:pt x="1059871" y="4808236"/>
                  </a:lnTo>
                  <a:lnTo>
                    <a:pt x="1059965" y="4808236"/>
                  </a:lnTo>
                  <a:lnTo>
                    <a:pt x="1060059" y="4808236"/>
                  </a:lnTo>
                  <a:lnTo>
                    <a:pt x="1060153" y="4808236"/>
                  </a:lnTo>
                  <a:lnTo>
                    <a:pt x="1060247" y="4808236"/>
                  </a:lnTo>
                  <a:lnTo>
                    <a:pt x="1060341" y="4808236"/>
                  </a:lnTo>
                  <a:lnTo>
                    <a:pt x="1060436" y="4808236"/>
                  </a:lnTo>
                  <a:lnTo>
                    <a:pt x="1060530" y="4808236"/>
                  </a:lnTo>
                  <a:lnTo>
                    <a:pt x="1060624" y="4808236"/>
                  </a:lnTo>
                  <a:lnTo>
                    <a:pt x="1060718" y="4808236"/>
                  </a:lnTo>
                  <a:lnTo>
                    <a:pt x="1060812" y="4808236"/>
                  </a:lnTo>
                  <a:lnTo>
                    <a:pt x="1060906" y="4808236"/>
                  </a:lnTo>
                  <a:lnTo>
                    <a:pt x="1061001" y="4808236"/>
                  </a:lnTo>
                  <a:lnTo>
                    <a:pt x="1061095" y="4808236"/>
                  </a:lnTo>
                  <a:lnTo>
                    <a:pt x="1061189" y="4808236"/>
                  </a:lnTo>
                  <a:lnTo>
                    <a:pt x="1061283" y="4808236"/>
                  </a:lnTo>
                  <a:lnTo>
                    <a:pt x="1061377" y="4808236"/>
                  </a:lnTo>
                  <a:lnTo>
                    <a:pt x="1061471" y="4808236"/>
                  </a:lnTo>
                  <a:lnTo>
                    <a:pt x="1061565" y="4808236"/>
                  </a:lnTo>
                  <a:lnTo>
                    <a:pt x="1061660" y="4808236"/>
                  </a:lnTo>
                  <a:lnTo>
                    <a:pt x="1061754" y="4808236"/>
                  </a:lnTo>
                  <a:lnTo>
                    <a:pt x="1061848" y="4808236"/>
                  </a:lnTo>
                  <a:lnTo>
                    <a:pt x="1061942" y="4808236"/>
                  </a:lnTo>
                  <a:lnTo>
                    <a:pt x="1062036" y="4808236"/>
                  </a:lnTo>
                  <a:lnTo>
                    <a:pt x="1062130" y="4808236"/>
                  </a:lnTo>
                  <a:lnTo>
                    <a:pt x="1062224" y="4808236"/>
                  </a:lnTo>
                  <a:lnTo>
                    <a:pt x="1062319" y="4808236"/>
                  </a:lnTo>
                  <a:lnTo>
                    <a:pt x="1062413" y="4808236"/>
                  </a:lnTo>
                  <a:lnTo>
                    <a:pt x="1062507" y="4808236"/>
                  </a:lnTo>
                  <a:lnTo>
                    <a:pt x="1062601" y="4808236"/>
                  </a:lnTo>
                  <a:lnTo>
                    <a:pt x="1062695" y="4808236"/>
                  </a:lnTo>
                  <a:lnTo>
                    <a:pt x="1062789" y="4808236"/>
                  </a:lnTo>
                  <a:lnTo>
                    <a:pt x="1062884" y="4808236"/>
                  </a:lnTo>
                  <a:lnTo>
                    <a:pt x="1062978" y="4808236"/>
                  </a:lnTo>
                  <a:lnTo>
                    <a:pt x="1063072" y="4808236"/>
                  </a:lnTo>
                  <a:lnTo>
                    <a:pt x="1063166" y="4808236"/>
                  </a:lnTo>
                  <a:lnTo>
                    <a:pt x="1063166" y="4803324"/>
                  </a:lnTo>
                  <a:lnTo>
                    <a:pt x="1063260" y="4803324"/>
                  </a:lnTo>
                  <a:lnTo>
                    <a:pt x="1063354" y="4803324"/>
                  </a:lnTo>
                  <a:lnTo>
                    <a:pt x="1063448" y="4803324"/>
                  </a:lnTo>
                  <a:lnTo>
                    <a:pt x="1063543" y="4803324"/>
                  </a:lnTo>
                  <a:lnTo>
                    <a:pt x="1063637" y="4803324"/>
                  </a:lnTo>
                  <a:lnTo>
                    <a:pt x="1063731" y="4803324"/>
                  </a:lnTo>
                  <a:lnTo>
                    <a:pt x="1063825" y="4803324"/>
                  </a:lnTo>
                  <a:lnTo>
                    <a:pt x="1063919" y="4803324"/>
                  </a:lnTo>
                  <a:lnTo>
                    <a:pt x="1064013" y="4803324"/>
                  </a:lnTo>
                  <a:lnTo>
                    <a:pt x="1064108" y="4803324"/>
                  </a:lnTo>
                  <a:lnTo>
                    <a:pt x="1064202" y="4803324"/>
                  </a:lnTo>
                  <a:lnTo>
                    <a:pt x="1064296" y="4803324"/>
                  </a:lnTo>
                  <a:lnTo>
                    <a:pt x="1064390" y="4803324"/>
                  </a:lnTo>
                  <a:lnTo>
                    <a:pt x="1064484" y="4803324"/>
                  </a:lnTo>
                  <a:lnTo>
                    <a:pt x="1064578" y="4803324"/>
                  </a:lnTo>
                  <a:lnTo>
                    <a:pt x="1064672" y="4803324"/>
                  </a:lnTo>
                  <a:lnTo>
                    <a:pt x="1064767" y="4803324"/>
                  </a:lnTo>
                  <a:lnTo>
                    <a:pt x="1064861" y="4803324"/>
                  </a:lnTo>
                  <a:lnTo>
                    <a:pt x="1064955" y="4803324"/>
                  </a:lnTo>
                  <a:lnTo>
                    <a:pt x="1065049" y="4803324"/>
                  </a:lnTo>
                  <a:lnTo>
                    <a:pt x="1065143" y="4803324"/>
                  </a:lnTo>
                  <a:lnTo>
                    <a:pt x="1065237" y="4803324"/>
                  </a:lnTo>
                  <a:lnTo>
                    <a:pt x="1065332" y="4803324"/>
                  </a:lnTo>
                  <a:lnTo>
                    <a:pt x="1065426" y="4803324"/>
                  </a:lnTo>
                  <a:lnTo>
                    <a:pt x="1065520" y="4803324"/>
                  </a:lnTo>
                  <a:lnTo>
                    <a:pt x="1065614" y="4803324"/>
                  </a:lnTo>
                  <a:lnTo>
                    <a:pt x="1065708" y="4803324"/>
                  </a:lnTo>
                  <a:lnTo>
                    <a:pt x="1065802" y="4803324"/>
                  </a:lnTo>
                  <a:lnTo>
                    <a:pt x="1065896" y="4803324"/>
                  </a:lnTo>
                  <a:lnTo>
                    <a:pt x="1065896" y="4798413"/>
                  </a:lnTo>
                  <a:lnTo>
                    <a:pt x="1065991" y="4798413"/>
                  </a:lnTo>
                  <a:lnTo>
                    <a:pt x="1066085" y="4798413"/>
                  </a:lnTo>
                  <a:lnTo>
                    <a:pt x="1066179" y="4798413"/>
                  </a:lnTo>
                  <a:lnTo>
                    <a:pt x="1066273" y="4798413"/>
                  </a:lnTo>
                  <a:lnTo>
                    <a:pt x="1066367" y="4798413"/>
                  </a:lnTo>
                  <a:lnTo>
                    <a:pt x="1066461" y="4798413"/>
                  </a:lnTo>
                  <a:lnTo>
                    <a:pt x="1066555" y="4798413"/>
                  </a:lnTo>
                  <a:lnTo>
                    <a:pt x="1066555" y="4793501"/>
                  </a:lnTo>
                  <a:lnTo>
                    <a:pt x="1066650" y="4793501"/>
                  </a:lnTo>
                  <a:lnTo>
                    <a:pt x="1066744" y="4793501"/>
                  </a:lnTo>
                  <a:lnTo>
                    <a:pt x="1066838" y="4793501"/>
                  </a:lnTo>
                  <a:lnTo>
                    <a:pt x="1066932" y="4793501"/>
                  </a:lnTo>
                  <a:lnTo>
                    <a:pt x="1067026" y="4793501"/>
                  </a:lnTo>
                  <a:lnTo>
                    <a:pt x="1067120" y="4793501"/>
                  </a:lnTo>
                  <a:lnTo>
                    <a:pt x="1067215" y="4793501"/>
                  </a:lnTo>
                  <a:lnTo>
                    <a:pt x="1067309" y="4793501"/>
                  </a:lnTo>
                  <a:lnTo>
                    <a:pt x="1067403" y="4793501"/>
                  </a:lnTo>
                  <a:lnTo>
                    <a:pt x="1067497" y="4793501"/>
                  </a:lnTo>
                  <a:lnTo>
                    <a:pt x="1067591" y="4793501"/>
                  </a:lnTo>
                  <a:lnTo>
                    <a:pt x="1067685" y="4793501"/>
                  </a:lnTo>
                  <a:lnTo>
                    <a:pt x="1067779" y="4793501"/>
                  </a:lnTo>
                  <a:lnTo>
                    <a:pt x="1067874" y="4793501"/>
                  </a:lnTo>
                  <a:lnTo>
                    <a:pt x="1067968" y="4793501"/>
                  </a:lnTo>
                  <a:lnTo>
                    <a:pt x="1068062" y="4793501"/>
                  </a:lnTo>
                  <a:lnTo>
                    <a:pt x="1068156" y="4793501"/>
                  </a:lnTo>
                  <a:lnTo>
                    <a:pt x="1068250" y="4793501"/>
                  </a:lnTo>
                  <a:lnTo>
                    <a:pt x="1068344" y="4793501"/>
                  </a:lnTo>
                  <a:lnTo>
                    <a:pt x="1068439" y="4793501"/>
                  </a:lnTo>
                  <a:lnTo>
                    <a:pt x="1068533" y="4793501"/>
                  </a:lnTo>
                  <a:lnTo>
                    <a:pt x="1068627" y="4793501"/>
                  </a:lnTo>
                  <a:lnTo>
                    <a:pt x="1068721" y="4793501"/>
                  </a:lnTo>
                  <a:lnTo>
                    <a:pt x="1068815" y="4793501"/>
                  </a:lnTo>
                  <a:lnTo>
                    <a:pt x="1068909" y="4793501"/>
                  </a:lnTo>
                  <a:lnTo>
                    <a:pt x="1069003" y="4793501"/>
                  </a:lnTo>
                  <a:lnTo>
                    <a:pt x="1069098" y="4793501"/>
                  </a:lnTo>
                  <a:lnTo>
                    <a:pt x="1069192" y="4793501"/>
                  </a:lnTo>
                  <a:lnTo>
                    <a:pt x="1069286" y="4793501"/>
                  </a:lnTo>
                  <a:lnTo>
                    <a:pt x="1069380" y="4793501"/>
                  </a:lnTo>
                  <a:lnTo>
                    <a:pt x="1069474" y="4793501"/>
                  </a:lnTo>
                  <a:lnTo>
                    <a:pt x="1069568" y="4793501"/>
                  </a:lnTo>
                  <a:lnTo>
                    <a:pt x="1069663" y="4793501"/>
                  </a:lnTo>
                  <a:lnTo>
                    <a:pt x="1069757" y="4793501"/>
                  </a:lnTo>
                  <a:lnTo>
                    <a:pt x="1069851" y="4793501"/>
                  </a:lnTo>
                  <a:lnTo>
                    <a:pt x="1069945" y="4793501"/>
                  </a:lnTo>
                  <a:lnTo>
                    <a:pt x="1070039" y="4793501"/>
                  </a:lnTo>
                  <a:lnTo>
                    <a:pt x="1070133" y="4793501"/>
                  </a:lnTo>
                  <a:lnTo>
                    <a:pt x="1070227" y="4793501"/>
                  </a:lnTo>
                  <a:lnTo>
                    <a:pt x="1070322" y="4793501"/>
                  </a:lnTo>
                  <a:lnTo>
                    <a:pt x="1070416" y="4793501"/>
                  </a:lnTo>
                  <a:lnTo>
                    <a:pt x="1070510" y="4793501"/>
                  </a:lnTo>
                  <a:lnTo>
                    <a:pt x="1070604" y="4793501"/>
                  </a:lnTo>
                  <a:lnTo>
                    <a:pt x="1070698" y="4793501"/>
                  </a:lnTo>
                  <a:lnTo>
                    <a:pt x="1070792" y="4793501"/>
                  </a:lnTo>
                  <a:lnTo>
                    <a:pt x="1070886" y="4793501"/>
                  </a:lnTo>
                  <a:lnTo>
                    <a:pt x="1070981" y="4793501"/>
                  </a:lnTo>
                  <a:lnTo>
                    <a:pt x="1071075" y="4793501"/>
                  </a:lnTo>
                  <a:lnTo>
                    <a:pt x="1071169" y="4793501"/>
                  </a:lnTo>
                  <a:lnTo>
                    <a:pt x="1071263" y="4793501"/>
                  </a:lnTo>
                  <a:lnTo>
                    <a:pt x="1071357" y="4793501"/>
                  </a:lnTo>
                  <a:lnTo>
                    <a:pt x="1071357" y="4788590"/>
                  </a:lnTo>
                  <a:lnTo>
                    <a:pt x="1071451" y="4788590"/>
                  </a:lnTo>
                  <a:lnTo>
                    <a:pt x="1071546" y="4788590"/>
                  </a:lnTo>
                  <a:lnTo>
                    <a:pt x="1071640" y="4788590"/>
                  </a:lnTo>
                  <a:lnTo>
                    <a:pt x="1071734" y="4788590"/>
                  </a:lnTo>
                  <a:lnTo>
                    <a:pt x="1071828" y="4788590"/>
                  </a:lnTo>
                  <a:lnTo>
                    <a:pt x="1071922" y="4788590"/>
                  </a:lnTo>
                  <a:lnTo>
                    <a:pt x="1072016" y="4788590"/>
                  </a:lnTo>
                  <a:lnTo>
                    <a:pt x="1072110" y="4788590"/>
                  </a:lnTo>
                  <a:lnTo>
                    <a:pt x="1072205" y="4788590"/>
                  </a:lnTo>
                  <a:lnTo>
                    <a:pt x="1072299" y="4788590"/>
                  </a:lnTo>
                  <a:lnTo>
                    <a:pt x="1072393" y="4788590"/>
                  </a:lnTo>
                  <a:lnTo>
                    <a:pt x="1072487" y="4788590"/>
                  </a:lnTo>
                  <a:lnTo>
                    <a:pt x="1072581" y="4788590"/>
                  </a:lnTo>
                  <a:lnTo>
                    <a:pt x="1072675" y="4788590"/>
                  </a:lnTo>
                  <a:lnTo>
                    <a:pt x="1072770" y="4788590"/>
                  </a:lnTo>
                  <a:lnTo>
                    <a:pt x="1072864" y="4788590"/>
                  </a:lnTo>
                  <a:lnTo>
                    <a:pt x="1072958" y="4788590"/>
                  </a:lnTo>
                  <a:lnTo>
                    <a:pt x="1073052" y="4788590"/>
                  </a:lnTo>
                  <a:lnTo>
                    <a:pt x="1073146" y="4788590"/>
                  </a:lnTo>
                  <a:lnTo>
                    <a:pt x="1073240" y="4788590"/>
                  </a:lnTo>
                  <a:lnTo>
                    <a:pt x="1073334" y="4788590"/>
                  </a:lnTo>
                  <a:lnTo>
                    <a:pt x="1073429" y="4788590"/>
                  </a:lnTo>
                  <a:lnTo>
                    <a:pt x="1073523" y="4788590"/>
                  </a:lnTo>
                  <a:lnTo>
                    <a:pt x="1073617" y="4788590"/>
                  </a:lnTo>
                  <a:lnTo>
                    <a:pt x="1073711" y="4788590"/>
                  </a:lnTo>
                  <a:lnTo>
                    <a:pt x="1073805" y="4788590"/>
                  </a:lnTo>
                  <a:lnTo>
                    <a:pt x="1073899" y="4788590"/>
                  </a:lnTo>
                  <a:lnTo>
                    <a:pt x="1073994" y="4788590"/>
                  </a:lnTo>
                  <a:lnTo>
                    <a:pt x="1074088" y="4788590"/>
                  </a:lnTo>
                  <a:lnTo>
                    <a:pt x="1074182" y="4788590"/>
                  </a:lnTo>
                  <a:lnTo>
                    <a:pt x="1074276" y="4788590"/>
                  </a:lnTo>
                  <a:lnTo>
                    <a:pt x="1074370" y="4788590"/>
                  </a:lnTo>
                  <a:lnTo>
                    <a:pt x="1074464" y="4788590"/>
                  </a:lnTo>
                  <a:lnTo>
                    <a:pt x="1074558" y="4788590"/>
                  </a:lnTo>
                  <a:lnTo>
                    <a:pt x="1074653" y="4788590"/>
                  </a:lnTo>
                  <a:lnTo>
                    <a:pt x="1074747" y="4788590"/>
                  </a:lnTo>
                  <a:lnTo>
                    <a:pt x="1074841" y="4788590"/>
                  </a:lnTo>
                  <a:lnTo>
                    <a:pt x="1074935" y="4788590"/>
                  </a:lnTo>
                  <a:lnTo>
                    <a:pt x="1075029" y="4788590"/>
                  </a:lnTo>
                  <a:lnTo>
                    <a:pt x="1075123" y="4788590"/>
                  </a:lnTo>
                  <a:lnTo>
                    <a:pt x="1075217" y="4788590"/>
                  </a:lnTo>
                  <a:lnTo>
                    <a:pt x="1075312" y="4788590"/>
                  </a:lnTo>
                  <a:lnTo>
                    <a:pt x="1075406" y="4788590"/>
                  </a:lnTo>
                  <a:lnTo>
                    <a:pt x="1075500" y="4788590"/>
                  </a:lnTo>
                  <a:lnTo>
                    <a:pt x="1075594" y="4788590"/>
                  </a:lnTo>
                  <a:lnTo>
                    <a:pt x="1075688" y="4788590"/>
                  </a:lnTo>
                  <a:lnTo>
                    <a:pt x="1075782" y="4788590"/>
                  </a:lnTo>
                  <a:lnTo>
                    <a:pt x="1075877" y="4788590"/>
                  </a:lnTo>
                  <a:lnTo>
                    <a:pt x="1075971" y="4788590"/>
                  </a:lnTo>
                  <a:lnTo>
                    <a:pt x="1076065" y="4788590"/>
                  </a:lnTo>
                  <a:lnTo>
                    <a:pt x="1076159" y="4788590"/>
                  </a:lnTo>
                  <a:lnTo>
                    <a:pt x="1076253" y="4788590"/>
                  </a:lnTo>
                  <a:lnTo>
                    <a:pt x="1076347" y="4788590"/>
                  </a:lnTo>
                  <a:lnTo>
                    <a:pt x="1076441" y="4788590"/>
                  </a:lnTo>
                  <a:lnTo>
                    <a:pt x="1076536" y="4788590"/>
                  </a:lnTo>
                  <a:lnTo>
                    <a:pt x="1076630" y="4788590"/>
                  </a:lnTo>
                  <a:lnTo>
                    <a:pt x="1076724" y="4788590"/>
                  </a:lnTo>
                  <a:lnTo>
                    <a:pt x="1076818" y="4788590"/>
                  </a:lnTo>
                  <a:lnTo>
                    <a:pt x="1076912" y="4788590"/>
                  </a:lnTo>
                  <a:lnTo>
                    <a:pt x="1077006" y="4788590"/>
                  </a:lnTo>
                  <a:lnTo>
                    <a:pt x="1077101" y="4788590"/>
                  </a:lnTo>
                  <a:lnTo>
                    <a:pt x="1077195" y="4788590"/>
                  </a:lnTo>
                  <a:lnTo>
                    <a:pt x="1077289" y="4788590"/>
                  </a:lnTo>
                  <a:lnTo>
                    <a:pt x="1077383" y="4788590"/>
                  </a:lnTo>
                  <a:lnTo>
                    <a:pt x="1077477" y="4788590"/>
                  </a:lnTo>
                  <a:lnTo>
                    <a:pt x="1077571" y="4788590"/>
                  </a:lnTo>
                  <a:lnTo>
                    <a:pt x="1077665" y="4788590"/>
                  </a:lnTo>
                  <a:lnTo>
                    <a:pt x="1077760" y="4788590"/>
                  </a:lnTo>
                  <a:lnTo>
                    <a:pt x="1077854" y="4788590"/>
                  </a:lnTo>
                  <a:lnTo>
                    <a:pt x="1077948" y="4788590"/>
                  </a:lnTo>
                  <a:lnTo>
                    <a:pt x="1078042" y="4788590"/>
                  </a:lnTo>
                  <a:lnTo>
                    <a:pt x="1078136" y="4788590"/>
                  </a:lnTo>
                  <a:lnTo>
                    <a:pt x="1078230" y="4788590"/>
                  </a:lnTo>
                  <a:lnTo>
                    <a:pt x="1078325" y="4788590"/>
                  </a:lnTo>
                  <a:lnTo>
                    <a:pt x="1078419" y="4788590"/>
                  </a:lnTo>
                  <a:lnTo>
                    <a:pt x="1078513" y="4788590"/>
                  </a:lnTo>
                  <a:lnTo>
                    <a:pt x="1078607" y="4788590"/>
                  </a:lnTo>
                  <a:lnTo>
                    <a:pt x="1078701" y="4788590"/>
                  </a:lnTo>
                  <a:lnTo>
                    <a:pt x="1078701" y="4783679"/>
                  </a:lnTo>
                  <a:lnTo>
                    <a:pt x="1078795" y="4783679"/>
                  </a:lnTo>
                  <a:lnTo>
                    <a:pt x="1078889" y="4783679"/>
                  </a:lnTo>
                  <a:lnTo>
                    <a:pt x="1078984" y="4783679"/>
                  </a:lnTo>
                  <a:lnTo>
                    <a:pt x="1079078" y="4783679"/>
                  </a:lnTo>
                  <a:lnTo>
                    <a:pt x="1079172" y="4783679"/>
                  </a:lnTo>
                  <a:lnTo>
                    <a:pt x="1079266" y="4783679"/>
                  </a:lnTo>
                  <a:lnTo>
                    <a:pt x="1079360" y="4783679"/>
                  </a:lnTo>
                  <a:lnTo>
                    <a:pt x="1079454" y="4783679"/>
                  </a:lnTo>
                  <a:lnTo>
                    <a:pt x="1079548" y="4783679"/>
                  </a:lnTo>
                  <a:lnTo>
                    <a:pt x="1079643" y="4783679"/>
                  </a:lnTo>
                  <a:lnTo>
                    <a:pt x="1079737" y="4783679"/>
                  </a:lnTo>
                  <a:lnTo>
                    <a:pt x="1079831" y="4783679"/>
                  </a:lnTo>
                  <a:lnTo>
                    <a:pt x="1079925" y="4783679"/>
                  </a:lnTo>
                  <a:lnTo>
                    <a:pt x="1080019" y="4783679"/>
                  </a:lnTo>
                  <a:lnTo>
                    <a:pt x="1080113" y="4783679"/>
                  </a:lnTo>
                  <a:lnTo>
                    <a:pt x="1080208" y="4783679"/>
                  </a:lnTo>
                  <a:lnTo>
                    <a:pt x="1080302" y="4783679"/>
                  </a:lnTo>
                  <a:lnTo>
                    <a:pt x="1080396" y="4783679"/>
                  </a:lnTo>
                  <a:lnTo>
                    <a:pt x="1080490" y="4783679"/>
                  </a:lnTo>
                  <a:lnTo>
                    <a:pt x="1080584" y="4783679"/>
                  </a:lnTo>
                  <a:lnTo>
                    <a:pt x="1080678" y="4783679"/>
                  </a:lnTo>
                  <a:lnTo>
                    <a:pt x="1080772" y="4783679"/>
                  </a:lnTo>
                  <a:lnTo>
                    <a:pt x="1080867" y="4783679"/>
                  </a:lnTo>
                  <a:lnTo>
                    <a:pt x="1080961" y="4783679"/>
                  </a:lnTo>
                  <a:lnTo>
                    <a:pt x="1081055" y="4783679"/>
                  </a:lnTo>
                  <a:lnTo>
                    <a:pt x="1081149" y="4783679"/>
                  </a:lnTo>
                  <a:lnTo>
                    <a:pt x="1081243" y="4783679"/>
                  </a:lnTo>
                  <a:lnTo>
                    <a:pt x="1081337" y="4783679"/>
                  </a:lnTo>
                  <a:lnTo>
                    <a:pt x="1081432" y="4783679"/>
                  </a:lnTo>
                  <a:lnTo>
                    <a:pt x="1081526" y="4783679"/>
                  </a:lnTo>
                  <a:lnTo>
                    <a:pt x="1081620" y="4783679"/>
                  </a:lnTo>
                  <a:lnTo>
                    <a:pt x="1081620" y="4778767"/>
                  </a:lnTo>
                  <a:lnTo>
                    <a:pt x="1081714" y="4778767"/>
                  </a:lnTo>
                  <a:lnTo>
                    <a:pt x="1081808" y="4778767"/>
                  </a:lnTo>
                  <a:lnTo>
                    <a:pt x="1081902" y="4778767"/>
                  </a:lnTo>
                  <a:lnTo>
                    <a:pt x="1081996" y="4778767"/>
                  </a:lnTo>
                  <a:lnTo>
                    <a:pt x="1082091" y="4778767"/>
                  </a:lnTo>
                  <a:lnTo>
                    <a:pt x="1082185" y="4778767"/>
                  </a:lnTo>
                  <a:lnTo>
                    <a:pt x="1082279" y="4778767"/>
                  </a:lnTo>
                  <a:lnTo>
                    <a:pt x="1082373" y="4778767"/>
                  </a:lnTo>
                  <a:lnTo>
                    <a:pt x="1082467" y="4778767"/>
                  </a:lnTo>
                  <a:lnTo>
                    <a:pt x="1082561" y="4778767"/>
                  </a:lnTo>
                  <a:lnTo>
                    <a:pt x="1082656" y="4778767"/>
                  </a:lnTo>
                  <a:lnTo>
                    <a:pt x="1082656" y="4773856"/>
                  </a:lnTo>
                  <a:lnTo>
                    <a:pt x="1082750" y="4773856"/>
                  </a:lnTo>
                  <a:lnTo>
                    <a:pt x="1082844" y="4773856"/>
                  </a:lnTo>
                  <a:lnTo>
                    <a:pt x="1082938" y="4773856"/>
                  </a:lnTo>
                  <a:lnTo>
                    <a:pt x="1083032" y="4773856"/>
                  </a:lnTo>
                  <a:lnTo>
                    <a:pt x="1083126" y="4773856"/>
                  </a:lnTo>
                  <a:lnTo>
                    <a:pt x="1083126" y="4768945"/>
                  </a:lnTo>
                  <a:lnTo>
                    <a:pt x="1083220" y="4768945"/>
                  </a:lnTo>
                  <a:lnTo>
                    <a:pt x="1083315" y="4768945"/>
                  </a:lnTo>
                  <a:lnTo>
                    <a:pt x="1083409" y="4768945"/>
                  </a:lnTo>
                  <a:lnTo>
                    <a:pt x="1083503" y="4768945"/>
                  </a:lnTo>
                  <a:lnTo>
                    <a:pt x="1083597" y="4768945"/>
                  </a:lnTo>
                  <a:lnTo>
                    <a:pt x="1083691" y="4768945"/>
                  </a:lnTo>
                  <a:lnTo>
                    <a:pt x="1083691" y="4764033"/>
                  </a:lnTo>
                  <a:lnTo>
                    <a:pt x="1083785" y="4764033"/>
                  </a:lnTo>
                  <a:lnTo>
                    <a:pt x="1083880" y="4764033"/>
                  </a:lnTo>
                  <a:lnTo>
                    <a:pt x="1083974" y="4764033"/>
                  </a:lnTo>
                  <a:lnTo>
                    <a:pt x="1084068" y="4764033"/>
                  </a:lnTo>
                  <a:lnTo>
                    <a:pt x="1084162" y="4764033"/>
                  </a:lnTo>
                  <a:lnTo>
                    <a:pt x="1084256" y="4764033"/>
                  </a:lnTo>
                  <a:lnTo>
                    <a:pt x="1084350" y="4764033"/>
                  </a:lnTo>
                  <a:lnTo>
                    <a:pt x="1084444" y="4764033"/>
                  </a:lnTo>
                  <a:lnTo>
                    <a:pt x="1084539" y="4764033"/>
                  </a:lnTo>
                  <a:lnTo>
                    <a:pt x="1084633" y="4764033"/>
                  </a:lnTo>
                  <a:lnTo>
                    <a:pt x="1084727" y="4764033"/>
                  </a:lnTo>
                  <a:lnTo>
                    <a:pt x="1084821" y="4764033"/>
                  </a:lnTo>
                  <a:lnTo>
                    <a:pt x="1084915" y="4764033"/>
                  </a:lnTo>
                  <a:lnTo>
                    <a:pt x="1085009" y="4764033"/>
                  </a:lnTo>
                  <a:lnTo>
                    <a:pt x="1085103" y="4764033"/>
                  </a:lnTo>
                  <a:lnTo>
                    <a:pt x="1085198" y="4764033"/>
                  </a:lnTo>
                  <a:lnTo>
                    <a:pt x="1085292" y="4764033"/>
                  </a:lnTo>
                  <a:lnTo>
                    <a:pt x="1085386" y="4764033"/>
                  </a:lnTo>
                  <a:lnTo>
                    <a:pt x="1085480" y="4764033"/>
                  </a:lnTo>
                  <a:lnTo>
                    <a:pt x="1085574" y="4764033"/>
                  </a:lnTo>
                  <a:lnTo>
                    <a:pt x="1085668" y="4764033"/>
                  </a:lnTo>
                  <a:lnTo>
                    <a:pt x="1085763" y="4764033"/>
                  </a:lnTo>
                  <a:lnTo>
                    <a:pt x="1085857" y="4764033"/>
                  </a:lnTo>
                  <a:lnTo>
                    <a:pt x="1085951" y="4764033"/>
                  </a:lnTo>
                  <a:lnTo>
                    <a:pt x="1086045" y="4764033"/>
                  </a:lnTo>
                  <a:lnTo>
                    <a:pt x="1086139" y="4764033"/>
                  </a:lnTo>
                  <a:lnTo>
                    <a:pt x="1086233" y="4764033"/>
                  </a:lnTo>
                  <a:lnTo>
                    <a:pt x="1086327" y="4764033"/>
                  </a:lnTo>
                  <a:lnTo>
                    <a:pt x="1086422" y="4764033"/>
                  </a:lnTo>
                  <a:lnTo>
                    <a:pt x="1086516" y="4764033"/>
                  </a:lnTo>
                  <a:lnTo>
                    <a:pt x="1086610" y="4764033"/>
                  </a:lnTo>
                  <a:lnTo>
                    <a:pt x="1086704" y="4764033"/>
                  </a:lnTo>
                  <a:lnTo>
                    <a:pt x="1086704" y="4759122"/>
                  </a:lnTo>
                  <a:lnTo>
                    <a:pt x="1086798" y="4759122"/>
                  </a:lnTo>
                  <a:lnTo>
                    <a:pt x="1086892" y="4759122"/>
                  </a:lnTo>
                  <a:lnTo>
                    <a:pt x="1086987" y="4759122"/>
                  </a:lnTo>
                  <a:lnTo>
                    <a:pt x="1087081" y="4759122"/>
                  </a:lnTo>
                  <a:lnTo>
                    <a:pt x="1087175" y="4759122"/>
                  </a:lnTo>
                  <a:lnTo>
                    <a:pt x="1087269" y="4759122"/>
                  </a:lnTo>
                  <a:lnTo>
                    <a:pt x="1087363" y="4759122"/>
                  </a:lnTo>
                  <a:lnTo>
                    <a:pt x="1087457" y="4759122"/>
                  </a:lnTo>
                  <a:lnTo>
                    <a:pt x="1087551" y="4759122"/>
                  </a:lnTo>
                  <a:lnTo>
                    <a:pt x="1087646" y="4759122"/>
                  </a:lnTo>
                  <a:lnTo>
                    <a:pt x="1087740" y="4759122"/>
                  </a:lnTo>
                  <a:lnTo>
                    <a:pt x="1087834" y="4759122"/>
                  </a:lnTo>
                  <a:lnTo>
                    <a:pt x="1087928" y="4759122"/>
                  </a:lnTo>
                  <a:lnTo>
                    <a:pt x="1088022" y="4759122"/>
                  </a:lnTo>
                  <a:lnTo>
                    <a:pt x="1088116" y="4759122"/>
                  </a:lnTo>
                  <a:lnTo>
                    <a:pt x="1088211" y="4759122"/>
                  </a:lnTo>
                  <a:lnTo>
                    <a:pt x="1088305" y="4759122"/>
                  </a:lnTo>
                  <a:lnTo>
                    <a:pt x="1088399" y="4759122"/>
                  </a:lnTo>
                  <a:lnTo>
                    <a:pt x="1088493" y="4759122"/>
                  </a:lnTo>
                  <a:lnTo>
                    <a:pt x="1088587" y="4759122"/>
                  </a:lnTo>
                  <a:lnTo>
                    <a:pt x="1088681" y="4759122"/>
                  </a:lnTo>
                  <a:lnTo>
                    <a:pt x="1088775" y="4759122"/>
                  </a:lnTo>
                  <a:lnTo>
                    <a:pt x="1088870" y="4759122"/>
                  </a:lnTo>
                  <a:lnTo>
                    <a:pt x="1088964" y="4759122"/>
                  </a:lnTo>
                  <a:lnTo>
                    <a:pt x="1089058" y="4759122"/>
                  </a:lnTo>
                  <a:lnTo>
                    <a:pt x="1089152" y="4759122"/>
                  </a:lnTo>
                  <a:lnTo>
                    <a:pt x="1089246" y="4759122"/>
                  </a:lnTo>
                  <a:lnTo>
                    <a:pt x="1089340" y="4759122"/>
                  </a:lnTo>
                  <a:lnTo>
                    <a:pt x="1089434" y="4759122"/>
                  </a:lnTo>
                  <a:lnTo>
                    <a:pt x="1089529" y="4759122"/>
                  </a:lnTo>
                  <a:lnTo>
                    <a:pt x="1089623" y="4759122"/>
                  </a:lnTo>
                  <a:lnTo>
                    <a:pt x="1089717" y="4759122"/>
                  </a:lnTo>
                  <a:lnTo>
                    <a:pt x="1089811" y="4759122"/>
                  </a:lnTo>
                  <a:lnTo>
                    <a:pt x="1089905" y="4759122"/>
                  </a:lnTo>
                  <a:lnTo>
                    <a:pt x="1089999" y="4759122"/>
                  </a:lnTo>
                  <a:lnTo>
                    <a:pt x="1090094" y="4759122"/>
                  </a:lnTo>
                  <a:lnTo>
                    <a:pt x="1090188" y="4759122"/>
                  </a:lnTo>
                  <a:lnTo>
                    <a:pt x="1090282" y="4759122"/>
                  </a:lnTo>
                  <a:lnTo>
                    <a:pt x="1090376" y="4759122"/>
                  </a:lnTo>
                  <a:lnTo>
                    <a:pt x="1090470" y="4759122"/>
                  </a:lnTo>
                  <a:lnTo>
                    <a:pt x="1090564" y="4759122"/>
                  </a:lnTo>
                  <a:lnTo>
                    <a:pt x="1090658" y="4759122"/>
                  </a:lnTo>
                  <a:lnTo>
                    <a:pt x="1090753" y="4759122"/>
                  </a:lnTo>
                  <a:lnTo>
                    <a:pt x="1090847" y="4759122"/>
                  </a:lnTo>
                  <a:lnTo>
                    <a:pt x="1090941" y="4759122"/>
                  </a:lnTo>
                  <a:lnTo>
                    <a:pt x="1091035" y="4759122"/>
                  </a:lnTo>
                  <a:lnTo>
                    <a:pt x="1091129" y="4759122"/>
                  </a:lnTo>
                  <a:lnTo>
                    <a:pt x="1091223" y="4759122"/>
                  </a:lnTo>
                  <a:lnTo>
                    <a:pt x="1091318" y="4759122"/>
                  </a:lnTo>
                  <a:lnTo>
                    <a:pt x="1091412" y="4759122"/>
                  </a:lnTo>
                  <a:lnTo>
                    <a:pt x="1091506" y="4759122"/>
                  </a:lnTo>
                  <a:lnTo>
                    <a:pt x="1091600" y="4759122"/>
                  </a:lnTo>
                  <a:lnTo>
                    <a:pt x="1091694" y="4759122"/>
                  </a:lnTo>
                  <a:lnTo>
                    <a:pt x="1091788" y="4759122"/>
                  </a:lnTo>
                  <a:lnTo>
                    <a:pt x="1091882" y="4759122"/>
                  </a:lnTo>
                  <a:lnTo>
                    <a:pt x="1091977" y="4759122"/>
                  </a:lnTo>
                  <a:lnTo>
                    <a:pt x="1092071" y="4759122"/>
                  </a:lnTo>
                  <a:lnTo>
                    <a:pt x="1092165" y="4759122"/>
                  </a:lnTo>
                  <a:lnTo>
                    <a:pt x="1092259" y="4759122"/>
                  </a:lnTo>
                  <a:lnTo>
                    <a:pt x="1092353" y="4759122"/>
                  </a:lnTo>
                  <a:lnTo>
                    <a:pt x="1092447" y="4759122"/>
                  </a:lnTo>
                  <a:lnTo>
                    <a:pt x="1092542" y="4759122"/>
                  </a:lnTo>
                  <a:lnTo>
                    <a:pt x="1092636" y="4759122"/>
                  </a:lnTo>
                  <a:lnTo>
                    <a:pt x="1092730" y="4759122"/>
                  </a:lnTo>
                  <a:lnTo>
                    <a:pt x="1092824" y="4759122"/>
                  </a:lnTo>
                  <a:lnTo>
                    <a:pt x="1092918" y="4759122"/>
                  </a:lnTo>
                  <a:lnTo>
                    <a:pt x="1093012" y="4759122"/>
                  </a:lnTo>
                  <a:lnTo>
                    <a:pt x="1093106" y="4759122"/>
                  </a:lnTo>
                  <a:lnTo>
                    <a:pt x="1093201" y="4759122"/>
                  </a:lnTo>
                  <a:lnTo>
                    <a:pt x="1093295" y="4759122"/>
                  </a:lnTo>
                  <a:lnTo>
                    <a:pt x="1093389" y="4759122"/>
                  </a:lnTo>
                  <a:lnTo>
                    <a:pt x="1093483" y="4759122"/>
                  </a:lnTo>
                  <a:lnTo>
                    <a:pt x="1093577" y="4759122"/>
                  </a:lnTo>
                  <a:lnTo>
                    <a:pt x="1093671" y="4759122"/>
                  </a:lnTo>
                  <a:lnTo>
                    <a:pt x="1093765" y="4759122"/>
                  </a:lnTo>
                  <a:lnTo>
                    <a:pt x="1093860" y="4759122"/>
                  </a:lnTo>
                  <a:lnTo>
                    <a:pt x="1093954" y="4759122"/>
                  </a:lnTo>
                  <a:lnTo>
                    <a:pt x="1094048" y="4759122"/>
                  </a:lnTo>
                  <a:lnTo>
                    <a:pt x="1094142" y="4759122"/>
                  </a:lnTo>
                  <a:lnTo>
                    <a:pt x="1094236" y="4759122"/>
                  </a:lnTo>
                  <a:lnTo>
                    <a:pt x="1094330" y="4759122"/>
                  </a:lnTo>
                  <a:lnTo>
                    <a:pt x="1094425" y="4759122"/>
                  </a:lnTo>
                  <a:lnTo>
                    <a:pt x="1094519" y="4759122"/>
                  </a:lnTo>
                  <a:lnTo>
                    <a:pt x="1094613" y="4759122"/>
                  </a:lnTo>
                  <a:lnTo>
                    <a:pt x="1094707" y="4759122"/>
                  </a:lnTo>
                  <a:lnTo>
                    <a:pt x="1094801" y="4759122"/>
                  </a:lnTo>
                  <a:lnTo>
                    <a:pt x="1094895" y="4759122"/>
                  </a:lnTo>
                  <a:lnTo>
                    <a:pt x="1094989" y="4759122"/>
                  </a:lnTo>
                  <a:lnTo>
                    <a:pt x="1095084" y="4759122"/>
                  </a:lnTo>
                  <a:lnTo>
                    <a:pt x="1095178" y="4759122"/>
                  </a:lnTo>
                  <a:lnTo>
                    <a:pt x="1095272" y="4759122"/>
                  </a:lnTo>
                  <a:lnTo>
                    <a:pt x="1095366" y="4759122"/>
                  </a:lnTo>
                  <a:lnTo>
                    <a:pt x="1095460" y="4759122"/>
                  </a:lnTo>
                  <a:lnTo>
                    <a:pt x="1095554" y="4759122"/>
                  </a:lnTo>
                  <a:lnTo>
                    <a:pt x="1095649" y="4759122"/>
                  </a:lnTo>
                  <a:lnTo>
                    <a:pt x="1095649" y="4754210"/>
                  </a:lnTo>
                  <a:lnTo>
                    <a:pt x="1095743" y="4754210"/>
                  </a:lnTo>
                  <a:lnTo>
                    <a:pt x="1095837" y="4754210"/>
                  </a:lnTo>
                  <a:lnTo>
                    <a:pt x="1095931" y="4754210"/>
                  </a:lnTo>
                  <a:lnTo>
                    <a:pt x="1096025" y="4754210"/>
                  </a:lnTo>
                  <a:lnTo>
                    <a:pt x="1096119" y="4754210"/>
                  </a:lnTo>
                  <a:lnTo>
                    <a:pt x="1096213" y="4754210"/>
                  </a:lnTo>
                  <a:lnTo>
                    <a:pt x="1096308" y="4754210"/>
                  </a:lnTo>
                  <a:lnTo>
                    <a:pt x="1096402" y="4754210"/>
                  </a:lnTo>
                  <a:lnTo>
                    <a:pt x="1096496" y="4754210"/>
                  </a:lnTo>
                  <a:lnTo>
                    <a:pt x="1096590" y="4754210"/>
                  </a:lnTo>
                  <a:lnTo>
                    <a:pt x="1096684" y="4754210"/>
                  </a:lnTo>
                  <a:lnTo>
                    <a:pt x="1096778" y="4754210"/>
                  </a:lnTo>
                  <a:lnTo>
                    <a:pt x="1096873" y="4754210"/>
                  </a:lnTo>
                  <a:lnTo>
                    <a:pt x="1096967" y="4754210"/>
                  </a:lnTo>
                  <a:lnTo>
                    <a:pt x="1097061" y="4754210"/>
                  </a:lnTo>
                  <a:lnTo>
                    <a:pt x="1097155" y="4754210"/>
                  </a:lnTo>
                  <a:lnTo>
                    <a:pt x="1097249" y="4754210"/>
                  </a:lnTo>
                  <a:lnTo>
                    <a:pt x="1097343" y="4754210"/>
                  </a:lnTo>
                  <a:lnTo>
                    <a:pt x="1097437" y="4754210"/>
                  </a:lnTo>
                  <a:lnTo>
                    <a:pt x="1097532" y="4754210"/>
                  </a:lnTo>
                  <a:lnTo>
                    <a:pt x="1097626" y="4754210"/>
                  </a:lnTo>
                  <a:lnTo>
                    <a:pt x="1097720" y="4754210"/>
                  </a:lnTo>
                  <a:lnTo>
                    <a:pt x="1097814" y="4754210"/>
                  </a:lnTo>
                  <a:lnTo>
                    <a:pt x="1097908" y="4754210"/>
                  </a:lnTo>
                  <a:lnTo>
                    <a:pt x="1098002" y="4754210"/>
                  </a:lnTo>
                  <a:lnTo>
                    <a:pt x="1098096" y="4754210"/>
                  </a:lnTo>
                  <a:lnTo>
                    <a:pt x="1098191" y="4754210"/>
                  </a:lnTo>
                  <a:lnTo>
                    <a:pt x="1098285" y="4754210"/>
                  </a:lnTo>
                  <a:lnTo>
                    <a:pt x="1098379" y="4754210"/>
                  </a:lnTo>
                  <a:lnTo>
                    <a:pt x="1098473" y="4754210"/>
                  </a:lnTo>
                  <a:lnTo>
                    <a:pt x="1098567" y="4754210"/>
                  </a:lnTo>
                  <a:lnTo>
                    <a:pt x="1098661" y="4754210"/>
                  </a:lnTo>
                  <a:lnTo>
                    <a:pt x="1098756" y="4754210"/>
                  </a:lnTo>
                  <a:lnTo>
                    <a:pt x="1098850" y="4754210"/>
                  </a:lnTo>
                  <a:lnTo>
                    <a:pt x="1098944" y="4754210"/>
                  </a:lnTo>
                  <a:lnTo>
                    <a:pt x="1099038" y="4754210"/>
                  </a:lnTo>
                  <a:lnTo>
                    <a:pt x="1099132" y="4754210"/>
                  </a:lnTo>
                  <a:lnTo>
                    <a:pt x="1099226" y="4754210"/>
                  </a:lnTo>
                  <a:lnTo>
                    <a:pt x="1099320" y="4754210"/>
                  </a:lnTo>
                  <a:lnTo>
                    <a:pt x="1099320" y="4749299"/>
                  </a:lnTo>
                  <a:lnTo>
                    <a:pt x="1099320" y="4744388"/>
                  </a:lnTo>
                  <a:lnTo>
                    <a:pt x="1099415" y="4744388"/>
                  </a:lnTo>
                  <a:lnTo>
                    <a:pt x="1099509" y="4744388"/>
                  </a:lnTo>
                  <a:lnTo>
                    <a:pt x="1099603" y="4744388"/>
                  </a:lnTo>
                  <a:lnTo>
                    <a:pt x="1099697" y="4744388"/>
                  </a:lnTo>
                  <a:lnTo>
                    <a:pt x="1099791" y="4744388"/>
                  </a:lnTo>
                  <a:lnTo>
                    <a:pt x="1099885" y="4744388"/>
                  </a:lnTo>
                  <a:lnTo>
                    <a:pt x="1099980" y="4744388"/>
                  </a:lnTo>
                  <a:lnTo>
                    <a:pt x="1100074" y="4744388"/>
                  </a:lnTo>
                  <a:lnTo>
                    <a:pt x="1100168" y="4744388"/>
                  </a:lnTo>
                  <a:lnTo>
                    <a:pt x="1100262" y="4744388"/>
                  </a:lnTo>
                  <a:lnTo>
                    <a:pt x="1100356" y="4744388"/>
                  </a:lnTo>
                  <a:lnTo>
                    <a:pt x="1100450" y="4744388"/>
                  </a:lnTo>
                  <a:lnTo>
                    <a:pt x="1100544" y="4744388"/>
                  </a:lnTo>
                  <a:lnTo>
                    <a:pt x="1100639" y="4744388"/>
                  </a:lnTo>
                  <a:lnTo>
                    <a:pt x="1100733" y="4744388"/>
                  </a:lnTo>
                  <a:lnTo>
                    <a:pt x="1100827" y="4744388"/>
                  </a:lnTo>
                  <a:lnTo>
                    <a:pt x="1100921" y="4744388"/>
                  </a:lnTo>
                  <a:lnTo>
                    <a:pt x="1101015" y="4744388"/>
                  </a:lnTo>
                  <a:lnTo>
                    <a:pt x="1101109" y="4744388"/>
                  </a:lnTo>
                  <a:lnTo>
                    <a:pt x="1101204" y="4744388"/>
                  </a:lnTo>
                  <a:lnTo>
                    <a:pt x="1101298" y="4744388"/>
                  </a:lnTo>
                  <a:lnTo>
                    <a:pt x="1101392" y="4744388"/>
                  </a:lnTo>
                  <a:lnTo>
                    <a:pt x="1101486" y="4744388"/>
                  </a:lnTo>
                  <a:lnTo>
                    <a:pt x="1101580" y="4744388"/>
                  </a:lnTo>
                  <a:lnTo>
                    <a:pt x="1101674" y="4744388"/>
                  </a:lnTo>
                  <a:lnTo>
                    <a:pt x="1101768" y="4744388"/>
                  </a:lnTo>
                  <a:lnTo>
                    <a:pt x="1101863" y="4744388"/>
                  </a:lnTo>
                  <a:lnTo>
                    <a:pt x="1101957" y="4744388"/>
                  </a:lnTo>
                  <a:lnTo>
                    <a:pt x="1102051" y="4744388"/>
                  </a:lnTo>
                  <a:lnTo>
                    <a:pt x="1102145" y="4744388"/>
                  </a:lnTo>
                  <a:lnTo>
                    <a:pt x="1102239" y="4744388"/>
                  </a:lnTo>
                  <a:lnTo>
                    <a:pt x="1102333" y="4744388"/>
                  </a:lnTo>
                  <a:lnTo>
                    <a:pt x="1102427" y="4744388"/>
                  </a:lnTo>
                  <a:lnTo>
                    <a:pt x="1102522" y="4744388"/>
                  </a:lnTo>
                  <a:lnTo>
                    <a:pt x="1102616" y="4744388"/>
                  </a:lnTo>
                  <a:lnTo>
                    <a:pt x="1102710" y="4744388"/>
                  </a:lnTo>
                  <a:lnTo>
                    <a:pt x="1102804" y="4744388"/>
                  </a:lnTo>
                  <a:lnTo>
                    <a:pt x="1102898" y="4744388"/>
                  </a:lnTo>
                  <a:lnTo>
                    <a:pt x="1102992" y="4744388"/>
                  </a:lnTo>
                  <a:lnTo>
                    <a:pt x="1103087" y="4744388"/>
                  </a:lnTo>
                  <a:lnTo>
                    <a:pt x="1103181" y="4744388"/>
                  </a:lnTo>
                  <a:lnTo>
                    <a:pt x="1103275" y="4744388"/>
                  </a:lnTo>
                  <a:lnTo>
                    <a:pt x="1103369" y="4744388"/>
                  </a:lnTo>
                  <a:lnTo>
                    <a:pt x="1103463" y="4744388"/>
                  </a:lnTo>
                  <a:lnTo>
                    <a:pt x="1103557" y="4744388"/>
                  </a:lnTo>
                  <a:lnTo>
                    <a:pt x="1103557" y="4739476"/>
                  </a:lnTo>
                  <a:lnTo>
                    <a:pt x="1103651" y="4739476"/>
                  </a:lnTo>
                  <a:lnTo>
                    <a:pt x="1103746" y="4739476"/>
                  </a:lnTo>
                  <a:lnTo>
                    <a:pt x="1103840" y="4739476"/>
                  </a:lnTo>
                  <a:lnTo>
                    <a:pt x="1103934" y="4739476"/>
                  </a:lnTo>
                  <a:lnTo>
                    <a:pt x="1104028" y="4739476"/>
                  </a:lnTo>
                  <a:lnTo>
                    <a:pt x="1104122" y="4739476"/>
                  </a:lnTo>
                  <a:lnTo>
                    <a:pt x="1104216" y="4739476"/>
                  </a:lnTo>
                  <a:lnTo>
                    <a:pt x="1104311" y="4739476"/>
                  </a:lnTo>
                  <a:lnTo>
                    <a:pt x="1104405" y="4739476"/>
                  </a:lnTo>
                  <a:lnTo>
                    <a:pt x="1104405" y="4734565"/>
                  </a:lnTo>
                  <a:lnTo>
                    <a:pt x="1104499" y="4734565"/>
                  </a:lnTo>
                  <a:lnTo>
                    <a:pt x="1104593" y="4734565"/>
                  </a:lnTo>
                  <a:lnTo>
                    <a:pt x="1104687" y="4734565"/>
                  </a:lnTo>
                  <a:lnTo>
                    <a:pt x="1104781" y="4734565"/>
                  </a:lnTo>
                  <a:lnTo>
                    <a:pt x="1104875" y="4734565"/>
                  </a:lnTo>
                  <a:lnTo>
                    <a:pt x="1104970" y="4734565"/>
                  </a:lnTo>
                  <a:lnTo>
                    <a:pt x="1105064" y="4734565"/>
                  </a:lnTo>
                  <a:lnTo>
                    <a:pt x="1105158" y="4734565"/>
                  </a:lnTo>
                  <a:lnTo>
                    <a:pt x="1105252" y="4734565"/>
                  </a:lnTo>
                  <a:lnTo>
                    <a:pt x="1105346" y="4734565"/>
                  </a:lnTo>
                  <a:lnTo>
                    <a:pt x="1105440" y="4734565"/>
                  </a:lnTo>
                  <a:lnTo>
                    <a:pt x="1105535" y="4734565"/>
                  </a:lnTo>
                  <a:lnTo>
                    <a:pt x="1105629" y="4734565"/>
                  </a:lnTo>
                  <a:lnTo>
                    <a:pt x="1105723" y="4734565"/>
                  </a:lnTo>
                  <a:lnTo>
                    <a:pt x="1105817" y="4734565"/>
                  </a:lnTo>
                  <a:lnTo>
                    <a:pt x="1105911" y="4734565"/>
                  </a:lnTo>
                  <a:lnTo>
                    <a:pt x="1106005" y="4734565"/>
                  </a:lnTo>
                  <a:lnTo>
                    <a:pt x="1106099" y="4734565"/>
                  </a:lnTo>
                  <a:lnTo>
                    <a:pt x="1106194" y="4734565"/>
                  </a:lnTo>
                  <a:lnTo>
                    <a:pt x="1106288" y="4734565"/>
                  </a:lnTo>
                  <a:lnTo>
                    <a:pt x="1106382" y="4734565"/>
                  </a:lnTo>
                  <a:lnTo>
                    <a:pt x="1106476" y="4734565"/>
                  </a:lnTo>
                  <a:lnTo>
                    <a:pt x="1106570" y="4734565"/>
                  </a:lnTo>
                  <a:lnTo>
                    <a:pt x="1106664" y="4734565"/>
                  </a:lnTo>
                  <a:lnTo>
                    <a:pt x="1106758" y="4734565"/>
                  </a:lnTo>
                  <a:lnTo>
                    <a:pt x="1106853" y="4734565"/>
                  </a:lnTo>
                  <a:lnTo>
                    <a:pt x="1106947" y="4734565"/>
                  </a:lnTo>
                  <a:lnTo>
                    <a:pt x="1107041" y="4734565"/>
                  </a:lnTo>
                  <a:lnTo>
                    <a:pt x="1107135" y="4734565"/>
                  </a:lnTo>
                  <a:lnTo>
                    <a:pt x="1107229" y="4734565"/>
                  </a:lnTo>
                  <a:lnTo>
                    <a:pt x="1107323" y="4734565"/>
                  </a:lnTo>
                  <a:lnTo>
                    <a:pt x="1107418" y="4734565"/>
                  </a:lnTo>
                  <a:lnTo>
                    <a:pt x="1107512" y="4734565"/>
                  </a:lnTo>
                  <a:lnTo>
                    <a:pt x="1107606" y="4734565"/>
                  </a:lnTo>
                  <a:lnTo>
                    <a:pt x="1107700" y="4734565"/>
                  </a:lnTo>
                  <a:lnTo>
                    <a:pt x="1107794" y="4734565"/>
                  </a:lnTo>
                  <a:lnTo>
                    <a:pt x="1107888" y="4734565"/>
                  </a:lnTo>
                  <a:lnTo>
                    <a:pt x="1107982" y="4734565"/>
                  </a:lnTo>
                  <a:lnTo>
                    <a:pt x="1108077" y="4734565"/>
                  </a:lnTo>
                  <a:lnTo>
                    <a:pt x="1108171" y="4734565"/>
                  </a:lnTo>
                  <a:lnTo>
                    <a:pt x="1108265" y="4734565"/>
                  </a:lnTo>
                  <a:lnTo>
                    <a:pt x="1108359" y="4734565"/>
                  </a:lnTo>
                  <a:lnTo>
                    <a:pt x="1108453" y="4734565"/>
                  </a:lnTo>
                  <a:lnTo>
                    <a:pt x="1108547" y="4734565"/>
                  </a:lnTo>
                  <a:lnTo>
                    <a:pt x="1108642" y="4734565"/>
                  </a:lnTo>
                  <a:lnTo>
                    <a:pt x="1108736" y="4734565"/>
                  </a:lnTo>
                  <a:lnTo>
                    <a:pt x="1108830" y="4734565"/>
                  </a:lnTo>
                  <a:lnTo>
                    <a:pt x="1108924" y="4734565"/>
                  </a:lnTo>
                  <a:lnTo>
                    <a:pt x="1108924" y="4729654"/>
                  </a:lnTo>
                  <a:lnTo>
                    <a:pt x="1109018" y="4729654"/>
                  </a:lnTo>
                  <a:lnTo>
                    <a:pt x="1109112" y="4729654"/>
                  </a:lnTo>
                  <a:lnTo>
                    <a:pt x="1109206" y="4729654"/>
                  </a:lnTo>
                  <a:lnTo>
                    <a:pt x="1109301" y="4729654"/>
                  </a:lnTo>
                  <a:lnTo>
                    <a:pt x="1109395" y="4729654"/>
                  </a:lnTo>
                  <a:lnTo>
                    <a:pt x="1109489" y="4729654"/>
                  </a:lnTo>
                  <a:lnTo>
                    <a:pt x="1109583" y="4729654"/>
                  </a:lnTo>
                  <a:lnTo>
                    <a:pt x="1109583" y="4724742"/>
                  </a:lnTo>
                  <a:lnTo>
                    <a:pt x="1109677" y="4724742"/>
                  </a:lnTo>
                  <a:lnTo>
                    <a:pt x="1109771" y="4724742"/>
                  </a:lnTo>
                  <a:lnTo>
                    <a:pt x="1109866" y="4724742"/>
                  </a:lnTo>
                  <a:lnTo>
                    <a:pt x="1109960" y="4724742"/>
                  </a:lnTo>
                  <a:lnTo>
                    <a:pt x="1110054" y="4724742"/>
                  </a:lnTo>
                  <a:lnTo>
                    <a:pt x="1110148" y="4724742"/>
                  </a:lnTo>
                  <a:lnTo>
                    <a:pt x="1110242" y="4724742"/>
                  </a:lnTo>
                  <a:lnTo>
                    <a:pt x="1110336" y="4724742"/>
                  </a:lnTo>
                  <a:lnTo>
                    <a:pt x="1110430" y="4724742"/>
                  </a:lnTo>
                  <a:lnTo>
                    <a:pt x="1110525" y="4724742"/>
                  </a:lnTo>
                  <a:lnTo>
                    <a:pt x="1110619" y="4724742"/>
                  </a:lnTo>
                  <a:lnTo>
                    <a:pt x="1110713" y="4724742"/>
                  </a:lnTo>
                  <a:lnTo>
                    <a:pt x="1110807" y="4724742"/>
                  </a:lnTo>
                  <a:lnTo>
                    <a:pt x="1110901" y="4724742"/>
                  </a:lnTo>
                  <a:lnTo>
                    <a:pt x="1110995" y="4724742"/>
                  </a:lnTo>
                  <a:lnTo>
                    <a:pt x="1111089" y="4724742"/>
                  </a:lnTo>
                  <a:lnTo>
                    <a:pt x="1111184" y="4724742"/>
                  </a:lnTo>
                  <a:lnTo>
                    <a:pt x="1111278" y="4724742"/>
                  </a:lnTo>
                  <a:lnTo>
                    <a:pt x="1111372" y="4724742"/>
                  </a:lnTo>
                  <a:lnTo>
                    <a:pt x="1111466" y="4724742"/>
                  </a:lnTo>
                  <a:lnTo>
                    <a:pt x="1111560" y="4724742"/>
                  </a:lnTo>
                  <a:lnTo>
                    <a:pt x="1111654" y="4724742"/>
                  </a:lnTo>
                  <a:lnTo>
                    <a:pt x="1111749" y="4724742"/>
                  </a:lnTo>
                  <a:lnTo>
                    <a:pt x="1111843" y="4724742"/>
                  </a:lnTo>
                  <a:lnTo>
                    <a:pt x="1111937" y="4724742"/>
                  </a:lnTo>
                  <a:lnTo>
                    <a:pt x="1112031" y="4724742"/>
                  </a:lnTo>
                  <a:lnTo>
                    <a:pt x="1112125" y="4724742"/>
                  </a:lnTo>
                  <a:lnTo>
                    <a:pt x="1112219" y="4724742"/>
                  </a:lnTo>
                  <a:lnTo>
                    <a:pt x="1112313" y="4724742"/>
                  </a:lnTo>
                  <a:lnTo>
                    <a:pt x="1112408" y="4724742"/>
                  </a:lnTo>
                  <a:lnTo>
                    <a:pt x="1112502" y="4724742"/>
                  </a:lnTo>
                  <a:lnTo>
                    <a:pt x="1112596" y="4724742"/>
                  </a:lnTo>
                  <a:lnTo>
                    <a:pt x="1112690" y="4724742"/>
                  </a:lnTo>
                  <a:lnTo>
                    <a:pt x="1112784" y="4724742"/>
                  </a:lnTo>
                  <a:lnTo>
                    <a:pt x="1112878" y="4724742"/>
                  </a:lnTo>
                  <a:lnTo>
                    <a:pt x="1112973" y="4724742"/>
                  </a:lnTo>
                  <a:lnTo>
                    <a:pt x="1113067" y="4724742"/>
                  </a:lnTo>
                  <a:lnTo>
                    <a:pt x="1113161" y="4724742"/>
                  </a:lnTo>
                  <a:lnTo>
                    <a:pt x="1113255" y="4724742"/>
                  </a:lnTo>
                  <a:lnTo>
                    <a:pt x="1113349" y="4724742"/>
                  </a:lnTo>
                  <a:lnTo>
                    <a:pt x="1113443" y="4724742"/>
                  </a:lnTo>
                  <a:lnTo>
                    <a:pt x="1113537" y="4724742"/>
                  </a:lnTo>
                  <a:lnTo>
                    <a:pt x="1113632" y="4724742"/>
                  </a:lnTo>
                  <a:lnTo>
                    <a:pt x="1113726" y="4724742"/>
                  </a:lnTo>
                  <a:lnTo>
                    <a:pt x="1113820" y="4724742"/>
                  </a:lnTo>
                  <a:lnTo>
                    <a:pt x="1113914" y="4724742"/>
                  </a:lnTo>
                  <a:lnTo>
                    <a:pt x="1114008" y="4724742"/>
                  </a:lnTo>
                  <a:lnTo>
                    <a:pt x="1114102" y="4724742"/>
                  </a:lnTo>
                  <a:lnTo>
                    <a:pt x="1114197" y="4724742"/>
                  </a:lnTo>
                  <a:lnTo>
                    <a:pt x="1114197" y="4719831"/>
                  </a:lnTo>
                  <a:lnTo>
                    <a:pt x="1114291" y="4719831"/>
                  </a:lnTo>
                  <a:lnTo>
                    <a:pt x="1114385" y="4719831"/>
                  </a:lnTo>
                  <a:lnTo>
                    <a:pt x="1114479" y="4719831"/>
                  </a:lnTo>
                  <a:lnTo>
                    <a:pt x="1114573" y="4719831"/>
                  </a:lnTo>
                  <a:lnTo>
                    <a:pt x="1114667" y="4719831"/>
                  </a:lnTo>
                  <a:lnTo>
                    <a:pt x="1114761" y="4719831"/>
                  </a:lnTo>
                  <a:lnTo>
                    <a:pt x="1114856" y="4719831"/>
                  </a:lnTo>
                  <a:lnTo>
                    <a:pt x="1114950" y="4719831"/>
                  </a:lnTo>
                  <a:lnTo>
                    <a:pt x="1115044" y="4719831"/>
                  </a:lnTo>
                  <a:lnTo>
                    <a:pt x="1115138" y="4719831"/>
                  </a:lnTo>
                  <a:lnTo>
                    <a:pt x="1115232" y="4719831"/>
                  </a:lnTo>
                  <a:lnTo>
                    <a:pt x="1115326" y="4719831"/>
                  </a:lnTo>
                  <a:lnTo>
                    <a:pt x="1115420" y="4719831"/>
                  </a:lnTo>
                  <a:lnTo>
                    <a:pt x="1115515" y="4719831"/>
                  </a:lnTo>
                  <a:lnTo>
                    <a:pt x="1115609" y="4719831"/>
                  </a:lnTo>
                  <a:lnTo>
                    <a:pt x="1115703" y="4719831"/>
                  </a:lnTo>
                  <a:lnTo>
                    <a:pt x="1115797" y="4719831"/>
                  </a:lnTo>
                  <a:lnTo>
                    <a:pt x="1115891" y="4719831"/>
                  </a:lnTo>
                  <a:lnTo>
                    <a:pt x="1115985" y="4719831"/>
                  </a:lnTo>
                  <a:lnTo>
                    <a:pt x="1116080" y="4719831"/>
                  </a:lnTo>
                  <a:lnTo>
                    <a:pt x="1116174" y="4719831"/>
                  </a:lnTo>
                  <a:lnTo>
                    <a:pt x="1116268" y="4719831"/>
                  </a:lnTo>
                  <a:lnTo>
                    <a:pt x="1116362" y="4719831"/>
                  </a:lnTo>
                  <a:lnTo>
                    <a:pt x="1116456" y="4719831"/>
                  </a:lnTo>
                  <a:lnTo>
                    <a:pt x="1116550" y="4719831"/>
                  </a:lnTo>
                  <a:lnTo>
                    <a:pt x="1116644" y="4719831"/>
                  </a:lnTo>
                  <a:lnTo>
                    <a:pt x="1116739" y="4719831"/>
                  </a:lnTo>
                  <a:lnTo>
                    <a:pt x="1116833" y="4719831"/>
                  </a:lnTo>
                  <a:lnTo>
                    <a:pt x="1116927" y="4719831"/>
                  </a:lnTo>
                  <a:lnTo>
                    <a:pt x="1117021" y="4719831"/>
                  </a:lnTo>
                  <a:lnTo>
                    <a:pt x="1117115" y="4719831"/>
                  </a:lnTo>
                  <a:lnTo>
                    <a:pt x="1117209" y="4719831"/>
                  </a:lnTo>
                  <a:lnTo>
                    <a:pt x="1117304" y="4719831"/>
                  </a:lnTo>
                  <a:lnTo>
                    <a:pt x="1117398" y="4719831"/>
                  </a:lnTo>
                  <a:lnTo>
                    <a:pt x="1117492" y="4719831"/>
                  </a:lnTo>
                  <a:lnTo>
                    <a:pt x="1117586" y="4719831"/>
                  </a:lnTo>
                  <a:lnTo>
                    <a:pt x="1117680" y="4719831"/>
                  </a:lnTo>
                  <a:lnTo>
                    <a:pt x="1117774" y="4719831"/>
                  </a:lnTo>
                  <a:lnTo>
                    <a:pt x="1117868" y="4719831"/>
                  </a:lnTo>
                  <a:lnTo>
                    <a:pt x="1117963" y="4719831"/>
                  </a:lnTo>
                  <a:lnTo>
                    <a:pt x="1118057" y="4719831"/>
                  </a:lnTo>
                  <a:lnTo>
                    <a:pt x="1118151" y="4719831"/>
                  </a:lnTo>
                  <a:lnTo>
                    <a:pt x="1118245" y="4719831"/>
                  </a:lnTo>
                  <a:lnTo>
                    <a:pt x="1118339" y="4719831"/>
                  </a:lnTo>
                  <a:lnTo>
                    <a:pt x="1118433" y="4719831"/>
                  </a:lnTo>
                  <a:lnTo>
                    <a:pt x="1118528" y="4719831"/>
                  </a:lnTo>
                  <a:lnTo>
                    <a:pt x="1118622" y="4719831"/>
                  </a:lnTo>
                  <a:lnTo>
                    <a:pt x="1118716" y="4719831"/>
                  </a:lnTo>
                  <a:lnTo>
                    <a:pt x="1118810" y="4719831"/>
                  </a:lnTo>
                  <a:lnTo>
                    <a:pt x="1118904" y="4719831"/>
                  </a:lnTo>
                  <a:lnTo>
                    <a:pt x="1118998" y="4719831"/>
                  </a:lnTo>
                  <a:lnTo>
                    <a:pt x="1119092" y="4719831"/>
                  </a:lnTo>
                  <a:lnTo>
                    <a:pt x="1119187" y="4719831"/>
                  </a:lnTo>
                  <a:lnTo>
                    <a:pt x="1119281" y="4719831"/>
                  </a:lnTo>
                  <a:lnTo>
                    <a:pt x="1119375" y="4719831"/>
                  </a:lnTo>
                  <a:lnTo>
                    <a:pt x="1119469" y="4719831"/>
                  </a:lnTo>
                  <a:lnTo>
                    <a:pt x="1119563" y="4719831"/>
                  </a:lnTo>
                  <a:lnTo>
                    <a:pt x="1119657" y="4719831"/>
                  </a:lnTo>
                  <a:lnTo>
                    <a:pt x="1119751" y="4719831"/>
                  </a:lnTo>
                  <a:lnTo>
                    <a:pt x="1119846" y="4719831"/>
                  </a:lnTo>
                  <a:lnTo>
                    <a:pt x="1119940" y="4719831"/>
                  </a:lnTo>
                  <a:lnTo>
                    <a:pt x="1120034" y="4719831"/>
                  </a:lnTo>
                  <a:lnTo>
                    <a:pt x="1120128" y="4719831"/>
                  </a:lnTo>
                  <a:lnTo>
                    <a:pt x="1120222" y="4719831"/>
                  </a:lnTo>
                  <a:lnTo>
                    <a:pt x="1120316" y="4719831"/>
                  </a:lnTo>
                  <a:lnTo>
                    <a:pt x="1120411" y="4719831"/>
                  </a:lnTo>
                  <a:lnTo>
                    <a:pt x="1120505" y="4719831"/>
                  </a:lnTo>
                  <a:lnTo>
                    <a:pt x="1120599" y="4719831"/>
                  </a:lnTo>
                  <a:lnTo>
                    <a:pt x="1120693" y="4719831"/>
                  </a:lnTo>
                  <a:lnTo>
                    <a:pt x="1120787" y="4719831"/>
                  </a:lnTo>
                  <a:lnTo>
                    <a:pt x="1120881" y="4719831"/>
                  </a:lnTo>
                  <a:lnTo>
                    <a:pt x="1120975" y="4719831"/>
                  </a:lnTo>
                  <a:lnTo>
                    <a:pt x="1121070" y="4719831"/>
                  </a:lnTo>
                  <a:lnTo>
                    <a:pt x="1121164" y="4719831"/>
                  </a:lnTo>
                  <a:lnTo>
                    <a:pt x="1121258" y="4719831"/>
                  </a:lnTo>
                  <a:lnTo>
                    <a:pt x="1121352" y="4719831"/>
                  </a:lnTo>
                  <a:lnTo>
                    <a:pt x="1121446" y="4719831"/>
                  </a:lnTo>
                  <a:lnTo>
                    <a:pt x="1121540" y="4719831"/>
                  </a:lnTo>
                  <a:lnTo>
                    <a:pt x="1121635" y="4719831"/>
                  </a:lnTo>
                  <a:lnTo>
                    <a:pt x="1121729" y="4719831"/>
                  </a:lnTo>
                  <a:lnTo>
                    <a:pt x="1121823" y="4719831"/>
                  </a:lnTo>
                  <a:lnTo>
                    <a:pt x="1121917" y="4719831"/>
                  </a:lnTo>
                  <a:lnTo>
                    <a:pt x="1122011" y="4719831"/>
                  </a:lnTo>
                  <a:lnTo>
                    <a:pt x="1122105" y="4719831"/>
                  </a:lnTo>
                  <a:lnTo>
                    <a:pt x="1122199" y="4719831"/>
                  </a:lnTo>
                  <a:lnTo>
                    <a:pt x="1122294" y="4719831"/>
                  </a:lnTo>
                  <a:lnTo>
                    <a:pt x="1122388" y="4719831"/>
                  </a:lnTo>
                  <a:lnTo>
                    <a:pt x="1122482" y="4719831"/>
                  </a:lnTo>
                  <a:lnTo>
                    <a:pt x="1122576" y="4719831"/>
                  </a:lnTo>
                  <a:lnTo>
                    <a:pt x="1122670" y="4719831"/>
                  </a:lnTo>
                  <a:lnTo>
                    <a:pt x="1122764" y="4719831"/>
                  </a:lnTo>
                  <a:lnTo>
                    <a:pt x="1122859" y="4719831"/>
                  </a:lnTo>
                  <a:lnTo>
                    <a:pt x="1122953" y="4719831"/>
                  </a:lnTo>
                  <a:lnTo>
                    <a:pt x="1123047" y="4719831"/>
                  </a:lnTo>
                  <a:lnTo>
                    <a:pt x="1123047" y="4714919"/>
                  </a:lnTo>
                  <a:lnTo>
                    <a:pt x="1123141" y="4714919"/>
                  </a:lnTo>
                  <a:lnTo>
                    <a:pt x="1123235" y="4714919"/>
                  </a:lnTo>
                  <a:lnTo>
                    <a:pt x="1123329" y="4714919"/>
                  </a:lnTo>
                  <a:lnTo>
                    <a:pt x="1123423" y="4714919"/>
                  </a:lnTo>
                  <a:lnTo>
                    <a:pt x="1123518" y="4714919"/>
                  </a:lnTo>
                  <a:lnTo>
                    <a:pt x="1123612" y="4714919"/>
                  </a:lnTo>
                  <a:lnTo>
                    <a:pt x="1123706" y="4714919"/>
                  </a:lnTo>
                  <a:lnTo>
                    <a:pt x="1123800" y="4714919"/>
                  </a:lnTo>
                  <a:lnTo>
                    <a:pt x="1123894" y="4714919"/>
                  </a:lnTo>
                  <a:lnTo>
                    <a:pt x="1123988" y="4714919"/>
                  </a:lnTo>
                  <a:lnTo>
                    <a:pt x="1124082" y="4714919"/>
                  </a:lnTo>
                  <a:lnTo>
                    <a:pt x="1124177" y="4714919"/>
                  </a:lnTo>
                  <a:lnTo>
                    <a:pt x="1124271" y="4714919"/>
                  </a:lnTo>
                  <a:lnTo>
                    <a:pt x="1124365" y="4714919"/>
                  </a:lnTo>
                  <a:lnTo>
                    <a:pt x="1124459" y="4714919"/>
                  </a:lnTo>
                  <a:lnTo>
                    <a:pt x="1124553" y="4714919"/>
                  </a:lnTo>
                  <a:lnTo>
                    <a:pt x="1124647" y="4714919"/>
                  </a:lnTo>
                  <a:lnTo>
                    <a:pt x="1124742" y="4714919"/>
                  </a:lnTo>
                  <a:lnTo>
                    <a:pt x="1124836" y="4714919"/>
                  </a:lnTo>
                  <a:lnTo>
                    <a:pt x="1124930" y="4714919"/>
                  </a:lnTo>
                  <a:lnTo>
                    <a:pt x="1125024" y="4714919"/>
                  </a:lnTo>
                  <a:lnTo>
                    <a:pt x="1125118" y="4714919"/>
                  </a:lnTo>
                  <a:lnTo>
                    <a:pt x="1125212" y="4714919"/>
                  </a:lnTo>
                  <a:lnTo>
                    <a:pt x="1125306" y="4714919"/>
                  </a:lnTo>
                  <a:lnTo>
                    <a:pt x="1125401" y="4714919"/>
                  </a:lnTo>
                  <a:lnTo>
                    <a:pt x="1125495" y="4714919"/>
                  </a:lnTo>
                  <a:lnTo>
                    <a:pt x="1125495" y="4710008"/>
                  </a:lnTo>
                  <a:lnTo>
                    <a:pt x="1125589" y="4710008"/>
                  </a:lnTo>
                  <a:lnTo>
                    <a:pt x="1125683" y="4710008"/>
                  </a:lnTo>
                  <a:lnTo>
                    <a:pt x="1125777" y="4710008"/>
                  </a:lnTo>
                  <a:lnTo>
                    <a:pt x="1125871" y="4710008"/>
                  </a:lnTo>
                  <a:lnTo>
                    <a:pt x="1125966" y="4710008"/>
                  </a:lnTo>
                  <a:lnTo>
                    <a:pt x="1126060" y="4710008"/>
                  </a:lnTo>
                  <a:lnTo>
                    <a:pt x="1126154" y="4710008"/>
                  </a:lnTo>
                  <a:lnTo>
                    <a:pt x="1126248" y="4710008"/>
                  </a:lnTo>
                  <a:lnTo>
                    <a:pt x="1126342" y="4710008"/>
                  </a:lnTo>
                  <a:lnTo>
                    <a:pt x="1126436" y="4710008"/>
                  </a:lnTo>
                  <a:lnTo>
                    <a:pt x="1126530" y="4710008"/>
                  </a:lnTo>
                  <a:lnTo>
                    <a:pt x="1126625" y="4710008"/>
                  </a:lnTo>
                  <a:lnTo>
                    <a:pt x="1126719" y="4710008"/>
                  </a:lnTo>
                  <a:lnTo>
                    <a:pt x="1126813" y="4710008"/>
                  </a:lnTo>
                  <a:lnTo>
                    <a:pt x="1126907" y="4710008"/>
                  </a:lnTo>
                  <a:lnTo>
                    <a:pt x="1127001" y="4710008"/>
                  </a:lnTo>
                  <a:lnTo>
                    <a:pt x="1127095" y="4710008"/>
                  </a:lnTo>
                  <a:lnTo>
                    <a:pt x="1127190" y="4710008"/>
                  </a:lnTo>
                  <a:lnTo>
                    <a:pt x="1127284" y="4710008"/>
                  </a:lnTo>
                  <a:lnTo>
                    <a:pt x="1127378" y="4710008"/>
                  </a:lnTo>
                  <a:lnTo>
                    <a:pt x="1127472" y="4710008"/>
                  </a:lnTo>
                  <a:lnTo>
                    <a:pt x="1127566" y="4710008"/>
                  </a:lnTo>
                  <a:lnTo>
                    <a:pt x="1127660" y="4710008"/>
                  </a:lnTo>
                  <a:lnTo>
                    <a:pt x="1127754" y="4710008"/>
                  </a:lnTo>
                  <a:lnTo>
                    <a:pt x="1127849" y="4710008"/>
                  </a:lnTo>
                  <a:lnTo>
                    <a:pt x="1127943" y="4710008"/>
                  </a:lnTo>
                  <a:lnTo>
                    <a:pt x="1128037" y="4710008"/>
                  </a:lnTo>
                  <a:lnTo>
                    <a:pt x="1128131" y="4710008"/>
                  </a:lnTo>
                  <a:lnTo>
                    <a:pt x="1128225" y="4710008"/>
                  </a:lnTo>
                  <a:lnTo>
                    <a:pt x="1128319" y="4710008"/>
                  </a:lnTo>
                  <a:lnTo>
                    <a:pt x="1128413" y="4710008"/>
                  </a:lnTo>
                  <a:lnTo>
                    <a:pt x="1128508" y="4710008"/>
                  </a:lnTo>
                  <a:lnTo>
                    <a:pt x="1128602" y="4710008"/>
                  </a:lnTo>
                  <a:lnTo>
                    <a:pt x="1128696" y="4710008"/>
                  </a:lnTo>
                  <a:lnTo>
                    <a:pt x="1128790" y="4710008"/>
                  </a:lnTo>
                  <a:lnTo>
                    <a:pt x="1128884" y="4710008"/>
                  </a:lnTo>
                  <a:lnTo>
                    <a:pt x="1128978" y="4710008"/>
                  </a:lnTo>
                  <a:lnTo>
                    <a:pt x="1129073" y="4710008"/>
                  </a:lnTo>
                  <a:lnTo>
                    <a:pt x="1129167" y="4710008"/>
                  </a:lnTo>
                  <a:lnTo>
                    <a:pt x="1129261" y="4710008"/>
                  </a:lnTo>
                  <a:lnTo>
                    <a:pt x="1129355" y="4710008"/>
                  </a:lnTo>
                  <a:lnTo>
                    <a:pt x="1129449" y="4710008"/>
                  </a:lnTo>
                  <a:lnTo>
                    <a:pt x="1129543" y="4710008"/>
                  </a:lnTo>
                  <a:lnTo>
                    <a:pt x="1129637" y="4710008"/>
                  </a:lnTo>
                  <a:lnTo>
                    <a:pt x="1129732" y="4710008"/>
                  </a:lnTo>
                  <a:lnTo>
                    <a:pt x="1129826" y="4710008"/>
                  </a:lnTo>
                  <a:lnTo>
                    <a:pt x="1129920" y="4710008"/>
                  </a:lnTo>
                  <a:lnTo>
                    <a:pt x="1130014" y="4710008"/>
                  </a:lnTo>
                  <a:lnTo>
                    <a:pt x="1130108" y="4710008"/>
                  </a:lnTo>
                  <a:lnTo>
                    <a:pt x="1130202" y="4710008"/>
                  </a:lnTo>
                  <a:lnTo>
                    <a:pt x="1130297" y="4710008"/>
                  </a:lnTo>
                  <a:lnTo>
                    <a:pt x="1130297" y="4705097"/>
                  </a:lnTo>
                  <a:lnTo>
                    <a:pt x="1130391" y="4705097"/>
                  </a:lnTo>
                  <a:lnTo>
                    <a:pt x="1130485" y="4705097"/>
                  </a:lnTo>
                  <a:lnTo>
                    <a:pt x="1130579" y="4705097"/>
                  </a:lnTo>
                  <a:lnTo>
                    <a:pt x="1130673" y="4705097"/>
                  </a:lnTo>
                  <a:lnTo>
                    <a:pt x="1130767" y="4705097"/>
                  </a:lnTo>
                  <a:lnTo>
                    <a:pt x="1130861" y="4705097"/>
                  </a:lnTo>
                  <a:lnTo>
                    <a:pt x="1130956" y="4705097"/>
                  </a:lnTo>
                  <a:lnTo>
                    <a:pt x="1131050" y="4705097"/>
                  </a:lnTo>
                  <a:lnTo>
                    <a:pt x="1131144" y="4705097"/>
                  </a:lnTo>
                  <a:lnTo>
                    <a:pt x="1131238" y="4705097"/>
                  </a:lnTo>
                  <a:lnTo>
                    <a:pt x="1131332" y="4705097"/>
                  </a:lnTo>
                  <a:lnTo>
                    <a:pt x="1131426" y="4705097"/>
                  </a:lnTo>
                  <a:lnTo>
                    <a:pt x="1131521" y="4705097"/>
                  </a:lnTo>
                  <a:lnTo>
                    <a:pt x="1131615" y="4705097"/>
                  </a:lnTo>
                  <a:lnTo>
                    <a:pt x="1131709" y="4705097"/>
                  </a:lnTo>
                  <a:lnTo>
                    <a:pt x="1131803" y="4705097"/>
                  </a:lnTo>
                  <a:lnTo>
                    <a:pt x="1131897" y="4705097"/>
                  </a:lnTo>
                  <a:lnTo>
                    <a:pt x="1131991" y="4705097"/>
                  </a:lnTo>
                  <a:lnTo>
                    <a:pt x="1132085" y="4705097"/>
                  </a:lnTo>
                  <a:lnTo>
                    <a:pt x="1132180" y="4705097"/>
                  </a:lnTo>
                  <a:lnTo>
                    <a:pt x="1132274" y="4705097"/>
                  </a:lnTo>
                  <a:lnTo>
                    <a:pt x="1132368" y="4705097"/>
                  </a:lnTo>
                  <a:lnTo>
                    <a:pt x="1132462" y="4705097"/>
                  </a:lnTo>
                  <a:lnTo>
                    <a:pt x="1132556" y="4705097"/>
                  </a:lnTo>
                  <a:lnTo>
                    <a:pt x="1132650" y="4705097"/>
                  </a:lnTo>
                  <a:lnTo>
                    <a:pt x="1132744" y="4705097"/>
                  </a:lnTo>
                  <a:lnTo>
                    <a:pt x="1132839" y="4705097"/>
                  </a:lnTo>
                  <a:lnTo>
                    <a:pt x="1132933" y="4705097"/>
                  </a:lnTo>
                  <a:lnTo>
                    <a:pt x="1133027" y="4705097"/>
                  </a:lnTo>
                  <a:lnTo>
                    <a:pt x="1133121" y="4705097"/>
                  </a:lnTo>
                  <a:lnTo>
                    <a:pt x="1133215" y="4705097"/>
                  </a:lnTo>
                  <a:lnTo>
                    <a:pt x="1133309" y="4705097"/>
                  </a:lnTo>
                  <a:lnTo>
                    <a:pt x="1133404" y="4705097"/>
                  </a:lnTo>
                  <a:lnTo>
                    <a:pt x="1133498" y="4705097"/>
                  </a:lnTo>
                  <a:lnTo>
                    <a:pt x="1133592" y="4705097"/>
                  </a:lnTo>
                  <a:lnTo>
                    <a:pt x="1133686" y="4705097"/>
                  </a:lnTo>
                  <a:lnTo>
                    <a:pt x="1133780" y="4705097"/>
                  </a:lnTo>
                  <a:lnTo>
                    <a:pt x="1133874" y="4705097"/>
                  </a:lnTo>
                  <a:lnTo>
                    <a:pt x="1133968" y="4705097"/>
                  </a:lnTo>
                  <a:lnTo>
                    <a:pt x="1134063" y="4705097"/>
                  </a:lnTo>
                  <a:lnTo>
                    <a:pt x="1134157" y="4705097"/>
                  </a:lnTo>
                  <a:lnTo>
                    <a:pt x="1134251" y="4705097"/>
                  </a:lnTo>
                  <a:lnTo>
                    <a:pt x="1134345" y="4705097"/>
                  </a:lnTo>
                  <a:lnTo>
                    <a:pt x="1134439" y="4705097"/>
                  </a:lnTo>
                  <a:lnTo>
                    <a:pt x="1134533" y="4705097"/>
                  </a:lnTo>
                  <a:lnTo>
                    <a:pt x="1134628" y="4705097"/>
                  </a:lnTo>
                  <a:lnTo>
                    <a:pt x="1134722" y="4705097"/>
                  </a:lnTo>
                  <a:lnTo>
                    <a:pt x="1134816" y="4705097"/>
                  </a:lnTo>
                  <a:lnTo>
                    <a:pt x="1134910" y="4705097"/>
                  </a:lnTo>
                  <a:lnTo>
                    <a:pt x="1135004" y="4705097"/>
                  </a:lnTo>
                  <a:lnTo>
                    <a:pt x="1135098" y="4705097"/>
                  </a:lnTo>
                  <a:lnTo>
                    <a:pt x="1135192" y="4705097"/>
                  </a:lnTo>
                  <a:lnTo>
                    <a:pt x="1135287" y="4705097"/>
                  </a:lnTo>
                  <a:lnTo>
                    <a:pt x="1135381" y="4705097"/>
                  </a:lnTo>
                  <a:lnTo>
                    <a:pt x="1135475" y="4705097"/>
                  </a:lnTo>
                  <a:lnTo>
                    <a:pt x="1135569" y="4705097"/>
                  </a:lnTo>
                  <a:lnTo>
                    <a:pt x="1135663" y="4705097"/>
                  </a:lnTo>
                  <a:lnTo>
                    <a:pt x="1135757" y="4705097"/>
                  </a:lnTo>
                  <a:lnTo>
                    <a:pt x="1135852" y="4705097"/>
                  </a:lnTo>
                  <a:lnTo>
                    <a:pt x="1135946" y="4705097"/>
                  </a:lnTo>
                  <a:lnTo>
                    <a:pt x="1135946" y="4700185"/>
                  </a:lnTo>
                  <a:lnTo>
                    <a:pt x="1136040" y="4700185"/>
                  </a:lnTo>
                  <a:lnTo>
                    <a:pt x="1136134" y="4700185"/>
                  </a:lnTo>
                  <a:lnTo>
                    <a:pt x="1136228" y="4700185"/>
                  </a:lnTo>
                  <a:lnTo>
                    <a:pt x="1136322" y="4700185"/>
                  </a:lnTo>
                  <a:lnTo>
                    <a:pt x="1136416" y="4700185"/>
                  </a:lnTo>
                  <a:lnTo>
                    <a:pt x="1136511" y="4700185"/>
                  </a:lnTo>
                  <a:lnTo>
                    <a:pt x="1136605" y="4700185"/>
                  </a:lnTo>
                  <a:lnTo>
                    <a:pt x="1136699" y="4700185"/>
                  </a:lnTo>
                  <a:lnTo>
                    <a:pt x="1136793" y="4700185"/>
                  </a:lnTo>
                  <a:lnTo>
                    <a:pt x="1136887" y="4700185"/>
                  </a:lnTo>
                  <a:lnTo>
                    <a:pt x="1136981" y="4700185"/>
                  </a:lnTo>
                  <a:lnTo>
                    <a:pt x="1137075" y="4700185"/>
                  </a:lnTo>
                  <a:lnTo>
                    <a:pt x="1137170" y="4700185"/>
                  </a:lnTo>
                  <a:lnTo>
                    <a:pt x="1137264" y="4700185"/>
                  </a:lnTo>
                  <a:lnTo>
                    <a:pt x="1137358" y="4700185"/>
                  </a:lnTo>
                  <a:lnTo>
                    <a:pt x="1137452" y="4700185"/>
                  </a:lnTo>
                  <a:lnTo>
                    <a:pt x="1137546" y="4700185"/>
                  </a:lnTo>
                  <a:lnTo>
                    <a:pt x="1137640" y="4700185"/>
                  </a:lnTo>
                  <a:lnTo>
                    <a:pt x="1137735" y="4700185"/>
                  </a:lnTo>
                  <a:lnTo>
                    <a:pt x="1137829" y="4700185"/>
                  </a:lnTo>
                  <a:lnTo>
                    <a:pt x="1137923" y="4700185"/>
                  </a:lnTo>
                  <a:lnTo>
                    <a:pt x="1138017" y="4700185"/>
                  </a:lnTo>
                  <a:lnTo>
                    <a:pt x="1138111" y="4700185"/>
                  </a:lnTo>
                  <a:lnTo>
                    <a:pt x="1138205" y="4700185"/>
                  </a:lnTo>
                  <a:lnTo>
                    <a:pt x="1138299" y="4700185"/>
                  </a:lnTo>
                  <a:lnTo>
                    <a:pt x="1138394" y="4700185"/>
                  </a:lnTo>
                  <a:lnTo>
                    <a:pt x="1138488" y="4700185"/>
                  </a:lnTo>
                  <a:lnTo>
                    <a:pt x="1138582" y="4700185"/>
                  </a:lnTo>
                  <a:lnTo>
                    <a:pt x="1138676" y="4700185"/>
                  </a:lnTo>
                  <a:lnTo>
                    <a:pt x="1138770" y="4700185"/>
                  </a:lnTo>
                  <a:lnTo>
                    <a:pt x="1138864" y="4700185"/>
                  </a:lnTo>
                  <a:lnTo>
                    <a:pt x="1138959" y="4700185"/>
                  </a:lnTo>
                  <a:lnTo>
                    <a:pt x="1139053" y="4700185"/>
                  </a:lnTo>
                  <a:lnTo>
                    <a:pt x="1139147" y="4700185"/>
                  </a:lnTo>
                  <a:lnTo>
                    <a:pt x="1139241" y="4700185"/>
                  </a:lnTo>
                  <a:lnTo>
                    <a:pt x="1139335" y="4700185"/>
                  </a:lnTo>
                  <a:lnTo>
                    <a:pt x="1139429" y="4700185"/>
                  </a:lnTo>
                  <a:lnTo>
                    <a:pt x="1139523" y="4700185"/>
                  </a:lnTo>
                  <a:lnTo>
                    <a:pt x="1139618" y="4700185"/>
                  </a:lnTo>
                  <a:lnTo>
                    <a:pt x="1139712" y="4700185"/>
                  </a:lnTo>
                  <a:lnTo>
                    <a:pt x="1139806" y="4700185"/>
                  </a:lnTo>
                  <a:lnTo>
                    <a:pt x="1139900" y="4700185"/>
                  </a:lnTo>
                  <a:lnTo>
                    <a:pt x="1139994" y="4700185"/>
                  </a:lnTo>
                  <a:lnTo>
                    <a:pt x="1140088" y="4700185"/>
                  </a:lnTo>
                  <a:lnTo>
                    <a:pt x="1140088" y="4695274"/>
                  </a:lnTo>
                  <a:lnTo>
                    <a:pt x="1140183" y="4695274"/>
                  </a:lnTo>
                  <a:lnTo>
                    <a:pt x="1140277" y="4695274"/>
                  </a:lnTo>
                  <a:lnTo>
                    <a:pt x="1140371" y="4695274"/>
                  </a:lnTo>
                  <a:lnTo>
                    <a:pt x="1140465" y="4695274"/>
                  </a:lnTo>
                  <a:lnTo>
                    <a:pt x="1140559" y="4695274"/>
                  </a:lnTo>
                  <a:lnTo>
                    <a:pt x="1140653" y="4695274"/>
                  </a:lnTo>
                  <a:lnTo>
                    <a:pt x="1140747" y="4695274"/>
                  </a:lnTo>
                  <a:lnTo>
                    <a:pt x="1140842" y="4695274"/>
                  </a:lnTo>
                  <a:lnTo>
                    <a:pt x="1140936" y="4695274"/>
                  </a:lnTo>
                  <a:lnTo>
                    <a:pt x="1141030" y="4695274"/>
                  </a:lnTo>
                  <a:lnTo>
                    <a:pt x="1141124" y="4695274"/>
                  </a:lnTo>
                  <a:lnTo>
                    <a:pt x="1141218" y="4695274"/>
                  </a:lnTo>
                  <a:lnTo>
                    <a:pt x="1141312" y="4695274"/>
                  </a:lnTo>
                  <a:lnTo>
                    <a:pt x="1141406" y="4695274"/>
                  </a:lnTo>
                  <a:lnTo>
                    <a:pt x="1141501" y="4695274"/>
                  </a:lnTo>
                  <a:lnTo>
                    <a:pt x="1141595" y="4695274"/>
                  </a:lnTo>
                  <a:lnTo>
                    <a:pt x="1141689" y="4695274"/>
                  </a:lnTo>
                  <a:lnTo>
                    <a:pt x="1141783" y="4695274"/>
                  </a:lnTo>
                  <a:lnTo>
                    <a:pt x="1141877" y="4695274"/>
                  </a:lnTo>
                  <a:lnTo>
                    <a:pt x="1141971" y="4695274"/>
                  </a:lnTo>
                  <a:lnTo>
                    <a:pt x="1142066" y="4695274"/>
                  </a:lnTo>
                  <a:lnTo>
                    <a:pt x="1142066" y="4690363"/>
                  </a:lnTo>
                  <a:lnTo>
                    <a:pt x="1142160" y="4690363"/>
                  </a:lnTo>
                  <a:lnTo>
                    <a:pt x="1142254" y="4690363"/>
                  </a:lnTo>
                  <a:lnTo>
                    <a:pt x="1142348" y="4690363"/>
                  </a:lnTo>
                  <a:lnTo>
                    <a:pt x="1142442" y="4690363"/>
                  </a:lnTo>
                  <a:lnTo>
                    <a:pt x="1142536" y="4690363"/>
                  </a:lnTo>
                  <a:lnTo>
                    <a:pt x="1142630" y="4690363"/>
                  </a:lnTo>
                  <a:lnTo>
                    <a:pt x="1142725" y="4690363"/>
                  </a:lnTo>
                  <a:lnTo>
                    <a:pt x="1142819" y="4690363"/>
                  </a:lnTo>
                  <a:lnTo>
                    <a:pt x="1142913" y="4690363"/>
                  </a:lnTo>
                  <a:lnTo>
                    <a:pt x="1143007" y="4690363"/>
                  </a:lnTo>
                  <a:lnTo>
                    <a:pt x="1143101" y="4690363"/>
                  </a:lnTo>
                  <a:lnTo>
                    <a:pt x="1143195" y="4690363"/>
                  </a:lnTo>
                  <a:lnTo>
                    <a:pt x="1143290" y="4690363"/>
                  </a:lnTo>
                  <a:lnTo>
                    <a:pt x="1143384" y="4690363"/>
                  </a:lnTo>
                  <a:lnTo>
                    <a:pt x="1143478" y="4690363"/>
                  </a:lnTo>
                  <a:lnTo>
                    <a:pt x="1143572" y="4690363"/>
                  </a:lnTo>
                  <a:lnTo>
                    <a:pt x="1143666" y="4690363"/>
                  </a:lnTo>
                  <a:lnTo>
                    <a:pt x="1143760" y="4690363"/>
                  </a:lnTo>
                  <a:lnTo>
                    <a:pt x="1143854" y="4690363"/>
                  </a:lnTo>
                  <a:lnTo>
                    <a:pt x="1143949" y="4690363"/>
                  </a:lnTo>
                  <a:lnTo>
                    <a:pt x="1143949" y="4685451"/>
                  </a:lnTo>
                  <a:lnTo>
                    <a:pt x="1144043" y="4685451"/>
                  </a:lnTo>
                  <a:lnTo>
                    <a:pt x="1144137" y="4685451"/>
                  </a:lnTo>
                  <a:lnTo>
                    <a:pt x="1144231" y="4685451"/>
                  </a:lnTo>
                  <a:lnTo>
                    <a:pt x="1144325" y="4685451"/>
                  </a:lnTo>
                  <a:lnTo>
                    <a:pt x="1144419" y="4685451"/>
                  </a:lnTo>
                  <a:lnTo>
                    <a:pt x="1144514" y="4685451"/>
                  </a:lnTo>
                  <a:lnTo>
                    <a:pt x="1144608" y="4685451"/>
                  </a:lnTo>
                  <a:lnTo>
                    <a:pt x="1144702" y="4685451"/>
                  </a:lnTo>
                  <a:lnTo>
                    <a:pt x="1144796" y="4685451"/>
                  </a:lnTo>
                  <a:lnTo>
                    <a:pt x="1144890" y="4685451"/>
                  </a:lnTo>
                  <a:lnTo>
                    <a:pt x="1144984" y="4685451"/>
                  </a:lnTo>
                  <a:lnTo>
                    <a:pt x="1145078" y="4685451"/>
                  </a:lnTo>
                  <a:lnTo>
                    <a:pt x="1145173" y="4685451"/>
                  </a:lnTo>
                  <a:lnTo>
                    <a:pt x="1145267" y="4685451"/>
                  </a:lnTo>
                  <a:lnTo>
                    <a:pt x="1145361" y="4685451"/>
                  </a:lnTo>
                  <a:lnTo>
                    <a:pt x="1145455" y="4685451"/>
                  </a:lnTo>
                  <a:lnTo>
                    <a:pt x="1145549" y="4685451"/>
                  </a:lnTo>
                  <a:lnTo>
                    <a:pt x="1145643" y="4685451"/>
                  </a:lnTo>
                  <a:lnTo>
                    <a:pt x="1145737" y="4685451"/>
                  </a:lnTo>
                  <a:lnTo>
                    <a:pt x="1145832" y="4685451"/>
                  </a:lnTo>
                  <a:lnTo>
                    <a:pt x="1145926" y="4685451"/>
                  </a:lnTo>
                  <a:lnTo>
                    <a:pt x="1146020" y="4685451"/>
                  </a:lnTo>
                  <a:lnTo>
                    <a:pt x="1146114" y="4685451"/>
                  </a:lnTo>
                  <a:lnTo>
                    <a:pt x="1146208" y="4685451"/>
                  </a:lnTo>
                  <a:lnTo>
                    <a:pt x="1146302" y="4685451"/>
                  </a:lnTo>
                  <a:lnTo>
                    <a:pt x="1146397" y="4685451"/>
                  </a:lnTo>
                  <a:lnTo>
                    <a:pt x="1146491" y="4685451"/>
                  </a:lnTo>
                  <a:lnTo>
                    <a:pt x="1146585" y="4685451"/>
                  </a:lnTo>
                  <a:lnTo>
                    <a:pt x="1146679" y="4685451"/>
                  </a:lnTo>
                  <a:lnTo>
                    <a:pt x="1146773" y="4685451"/>
                  </a:lnTo>
                  <a:lnTo>
                    <a:pt x="1146867" y="4685451"/>
                  </a:lnTo>
                  <a:lnTo>
                    <a:pt x="1146961" y="4685451"/>
                  </a:lnTo>
                  <a:lnTo>
                    <a:pt x="1147056" y="4685451"/>
                  </a:lnTo>
                  <a:lnTo>
                    <a:pt x="1147150" y="4685451"/>
                  </a:lnTo>
                  <a:lnTo>
                    <a:pt x="1147244" y="4685451"/>
                  </a:lnTo>
                  <a:lnTo>
                    <a:pt x="1147338" y="4685451"/>
                  </a:lnTo>
                  <a:lnTo>
                    <a:pt x="1147432" y="4685451"/>
                  </a:lnTo>
                  <a:lnTo>
                    <a:pt x="1147526" y="4685451"/>
                  </a:lnTo>
                  <a:lnTo>
                    <a:pt x="1147621" y="4685451"/>
                  </a:lnTo>
                  <a:lnTo>
                    <a:pt x="1147715" y="4685451"/>
                  </a:lnTo>
                  <a:lnTo>
                    <a:pt x="1147809" y="4685451"/>
                  </a:lnTo>
                  <a:lnTo>
                    <a:pt x="1147903" y="4685451"/>
                  </a:lnTo>
                  <a:lnTo>
                    <a:pt x="1147997" y="4685451"/>
                  </a:lnTo>
                  <a:lnTo>
                    <a:pt x="1148091" y="4685451"/>
                  </a:lnTo>
                  <a:lnTo>
                    <a:pt x="1148185" y="4685451"/>
                  </a:lnTo>
                  <a:lnTo>
                    <a:pt x="1148280" y="4685451"/>
                  </a:lnTo>
                  <a:lnTo>
                    <a:pt x="1148374" y="4685451"/>
                  </a:lnTo>
                  <a:lnTo>
                    <a:pt x="1148468" y="4685451"/>
                  </a:lnTo>
                  <a:lnTo>
                    <a:pt x="1148562" y="4685451"/>
                  </a:lnTo>
                  <a:lnTo>
                    <a:pt x="1148656" y="4685451"/>
                  </a:lnTo>
                  <a:lnTo>
                    <a:pt x="1148750" y="4685451"/>
                  </a:lnTo>
                  <a:lnTo>
                    <a:pt x="1148845" y="4685451"/>
                  </a:lnTo>
                  <a:lnTo>
                    <a:pt x="1148939" y="4685451"/>
                  </a:lnTo>
                  <a:lnTo>
                    <a:pt x="1149033" y="4685451"/>
                  </a:lnTo>
                  <a:lnTo>
                    <a:pt x="1149127" y="4685451"/>
                  </a:lnTo>
                  <a:lnTo>
                    <a:pt x="1149221" y="4685451"/>
                  </a:lnTo>
                  <a:lnTo>
                    <a:pt x="1149315" y="4685451"/>
                  </a:lnTo>
                  <a:lnTo>
                    <a:pt x="1149409" y="4685451"/>
                  </a:lnTo>
                  <a:lnTo>
                    <a:pt x="1149504" y="4685451"/>
                  </a:lnTo>
                  <a:lnTo>
                    <a:pt x="1149598" y="4685451"/>
                  </a:lnTo>
                  <a:lnTo>
                    <a:pt x="1149692" y="4685451"/>
                  </a:lnTo>
                  <a:lnTo>
                    <a:pt x="1149786" y="4685451"/>
                  </a:lnTo>
                  <a:lnTo>
                    <a:pt x="1149880" y="4685451"/>
                  </a:lnTo>
                  <a:lnTo>
                    <a:pt x="1149974" y="4685451"/>
                  </a:lnTo>
                  <a:lnTo>
                    <a:pt x="1150068" y="4685451"/>
                  </a:lnTo>
                  <a:lnTo>
                    <a:pt x="1150163" y="4685451"/>
                  </a:lnTo>
                  <a:lnTo>
                    <a:pt x="1150257" y="4685451"/>
                  </a:lnTo>
                  <a:lnTo>
                    <a:pt x="1150351" y="4685451"/>
                  </a:lnTo>
                  <a:lnTo>
                    <a:pt x="1150445" y="4685451"/>
                  </a:lnTo>
                  <a:lnTo>
                    <a:pt x="1150539" y="4685451"/>
                  </a:lnTo>
                  <a:lnTo>
                    <a:pt x="1150633" y="4685451"/>
                  </a:lnTo>
                  <a:lnTo>
                    <a:pt x="1150728" y="4685451"/>
                  </a:lnTo>
                  <a:lnTo>
                    <a:pt x="1150822" y="4685451"/>
                  </a:lnTo>
                  <a:lnTo>
                    <a:pt x="1150916" y="4685451"/>
                  </a:lnTo>
                  <a:lnTo>
                    <a:pt x="1151010" y="4685451"/>
                  </a:lnTo>
                  <a:lnTo>
                    <a:pt x="1151104" y="4685451"/>
                  </a:lnTo>
                  <a:lnTo>
                    <a:pt x="1151198" y="4685451"/>
                  </a:lnTo>
                  <a:lnTo>
                    <a:pt x="1151292" y="4685451"/>
                  </a:lnTo>
                  <a:lnTo>
                    <a:pt x="1151387" y="4685451"/>
                  </a:lnTo>
                  <a:lnTo>
                    <a:pt x="1151481" y="4685451"/>
                  </a:lnTo>
                  <a:lnTo>
                    <a:pt x="1151575" y="4685451"/>
                  </a:lnTo>
                  <a:lnTo>
                    <a:pt x="1151669" y="4685451"/>
                  </a:lnTo>
                  <a:lnTo>
                    <a:pt x="1151763" y="4685451"/>
                  </a:lnTo>
                  <a:lnTo>
                    <a:pt x="1151857" y="4685451"/>
                  </a:lnTo>
                  <a:lnTo>
                    <a:pt x="1151952" y="4685451"/>
                  </a:lnTo>
                  <a:lnTo>
                    <a:pt x="1152046" y="4685451"/>
                  </a:lnTo>
                  <a:lnTo>
                    <a:pt x="1152140" y="4685451"/>
                  </a:lnTo>
                  <a:lnTo>
                    <a:pt x="1152234" y="4685451"/>
                  </a:lnTo>
                  <a:lnTo>
                    <a:pt x="1152328" y="4685451"/>
                  </a:lnTo>
                  <a:lnTo>
                    <a:pt x="1152422" y="4685451"/>
                  </a:lnTo>
                  <a:lnTo>
                    <a:pt x="1152516" y="4685451"/>
                  </a:lnTo>
                  <a:lnTo>
                    <a:pt x="1152611" y="4685451"/>
                  </a:lnTo>
                  <a:lnTo>
                    <a:pt x="1152705" y="4685451"/>
                  </a:lnTo>
                  <a:lnTo>
                    <a:pt x="1152799" y="4685451"/>
                  </a:lnTo>
                  <a:lnTo>
                    <a:pt x="1152893" y="4685451"/>
                  </a:lnTo>
                  <a:lnTo>
                    <a:pt x="1152987" y="4685451"/>
                  </a:lnTo>
                  <a:lnTo>
                    <a:pt x="1153081" y="4685451"/>
                  </a:lnTo>
                  <a:lnTo>
                    <a:pt x="1153176" y="4685451"/>
                  </a:lnTo>
                  <a:lnTo>
                    <a:pt x="1153270" y="4685451"/>
                  </a:lnTo>
                  <a:lnTo>
                    <a:pt x="1153364" y="4685451"/>
                  </a:lnTo>
                  <a:lnTo>
                    <a:pt x="1153458" y="4685451"/>
                  </a:lnTo>
                  <a:lnTo>
                    <a:pt x="1153552" y="4685451"/>
                  </a:lnTo>
                  <a:lnTo>
                    <a:pt x="1153646" y="4685451"/>
                  </a:lnTo>
                  <a:lnTo>
                    <a:pt x="1153740" y="4685451"/>
                  </a:lnTo>
                  <a:lnTo>
                    <a:pt x="1153835" y="4685451"/>
                  </a:lnTo>
                  <a:lnTo>
                    <a:pt x="1153929" y="4685451"/>
                  </a:lnTo>
                  <a:lnTo>
                    <a:pt x="1154023" y="4685451"/>
                  </a:lnTo>
                  <a:lnTo>
                    <a:pt x="1154117" y="4685451"/>
                  </a:lnTo>
                  <a:lnTo>
                    <a:pt x="1154211" y="4685451"/>
                  </a:lnTo>
                  <a:lnTo>
                    <a:pt x="1154305" y="4685451"/>
                  </a:lnTo>
                  <a:lnTo>
                    <a:pt x="1154399" y="4685451"/>
                  </a:lnTo>
                  <a:lnTo>
                    <a:pt x="1154494" y="4685451"/>
                  </a:lnTo>
                  <a:lnTo>
                    <a:pt x="1154588" y="4685451"/>
                  </a:lnTo>
                  <a:lnTo>
                    <a:pt x="1154682" y="4685451"/>
                  </a:lnTo>
                  <a:lnTo>
                    <a:pt x="1154776" y="4685451"/>
                  </a:lnTo>
                  <a:lnTo>
                    <a:pt x="1154870" y="4685451"/>
                  </a:lnTo>
                  <a:lnTo>
                    <a:pt x="1154964" y="4685451"/>
                  </a:lnTo>
                  <a:lnTo>
                    <a:pt x="1155059" y="4685451"/>
                  </a:lnTo>
                  <a:lnTo>
                    <a:pt x="1155153" y="4685451"/>
                  </a:lnTo>
                  <a:lnTo>
                    <a:pt x="1155247" y="4685451"/>
                  </a:lnTo>
                  <a:lnTo>
                    <a:pt x="1155341" y="4685451"/>
                  </a:lnTo>
                  <a:lnTo>
                    <a:pt x="1155435" y="4685451"/>
                  </a:lnTo>
                  <a:lnTo>
                    <a:pt x="1155529" y="4685451"/>
                  </a:lnTo>
                  <a:lnTo>
                    <a:pt x="1155623" y="4685451"/>
                  </a:lnTo>
                  <a:lnTo>
                    <a:pt x="1155718" y="4685451"/>
                  </a:lnTo>
                  <a:lnTo>
                    <a:pt x="1155812" y="4685451"/>
                  </a:lnTo>
                  <a:lnTo>
                    <a:pt x="1155906" y="4685451"/>
                  </a:lnTo>
                  <a:lnTo>
                    <a:pt x="1156000" y="4685451"/>
                  </a:lnTo>
                  <a:lnTo>
                    <a:pt x="1156094" y="4685451"/>
                  </a:lnTo>
                  <a:lnTo>
                    <a:pt x="1156188" y="4685451"/>
                  </a:lnTo>
                  <a:lnTo>
                    <a:pt x="1156283" y="4685451"/>
                  </a:lnTo>
                  <a:lnTo>
                    <a:pt x="1156377" y="4685451"/>
                  </a:lnTo>
                  <a:lnTo>
                    <a:pt x="1156471" y="4685451"/>
                  </a:lnTo>
                  <a:lnTo>
                    <a:pt x="1156565" y="4685451"/>
                  </a:lnTo>
                  <a:lnTo>
                    <a:pt x="1156659" y="4685451"/>
                  </a:lnTo>
                  <a:lnTo>
                    <a:pt x="1156753" y="4685451"/>
                  </a:lnTo>
                  <a:lnTo>
                    <a:pt x="1156847" y="4685451"/>
                  </a:lnTo>
                  <a:lnTo>
                    <a:pt x="1156942" y="4685451"/>
                  </a:lnTo>
                  <a:lnTo>
                    <a:pt x="1157036" y="4685451"/>
                  </a:lnTo>
                  <a:lnTo>
                    <a:pt x="1157130" y="4685451"/>
                  </a:lnTo>
                  <a:lnTo>
                    <a:pt x="1157224" y="4685451"/>
                  </a:lnTo>
                  <a:lnTo>
                    <a:pt x="1157318" y="4685451"/>
                  </a:lnTo>
                  <a:lnTo>
                    <a:pt x="1157412" y="4685451"/>
                  </a:lnTo>
                  <a:lnTo>
                    <a:pt x="1157507" y="4685451"/>
                  </a:lnTo>
                  <a:lnTo>
                    <a:pt x="1157601" y="4685451"/>
                  </a:lnTo>
                  <a:lnTo>
                    <a:pt x="1157695" y="4685451"/>
                  </a:lnTo>
                  <a:lnTo>
                    <a:pt x="1157789" y="4685451"/>
                  </a:lnTo>
                  <a:lnTo>
                    <a:pt x="1157883" y="4685451"/>
                  </a:lnTo>
                  <a:lnTo>
                    <a:pt x="1157977" y="4685451"/>
                  </a:lnTo>
                  <a:lnTo>
                    <a:pt x="1158071" y="4685451"/>
                  </a:lnTo>
                  <a:lnTo>
                    <a:pt x="1158166" y="4685451"/>
                  </a:lnTo>
                  <a:lnTo>
                    <a:pt x="1158260" y="4685451"/>
                  </a:lnTo>
                  <a:lnTo>
                    <a:pt x="1158354" y="4685451"/>
                  </a:lnTo>
                  <a:lnTo>
                    <a:pt x="1158448" y="4685451"/>
                  </a:lnTo>
                  <a:lnTo>
                    <a:pt x="1158542" y="4685451"/>
                  </a:lnTo>
                  <a:lnTo>
                    <a:pt x="1158636" y="4685451"/>
                  </a:lnTo>
                  <a:lnTo>
                    <a:pt x="1158730" y="4685451"/>
                  </a:lnTo>
                  <a:lnTo>
                    <a:pt x="1158825" y="4685451"/>
                  </a:lnTo>
                  <a:lnTo>
                    <a:pt x="1158919" y="4685451"/>
                  </a:lnTo>
                  <a:lnTo>
                    <a:pt x="1159013" y="4685451"/>
                  </a:lnTo>
                  <a:lnTo>
                    <a:pt x="1159107" y="4685451"/>
                  </a:lnTo>
                  <a:lnTo>
                    <a:pt x="1159201" y="4685451"/>
                  </a:lnTo>
                  <a:lnTo>
                    <a:pt x="1159295" y="4685451"/>
                  </a:lnTo>
                  <a:lnTo>
                    <a:pt x="1159390" y="4685451"/>
                  </a:lnTo>
                  <a:lnTo>
                    <a:pt x="1159484" y="4685451"/>
                  </a:lnTo>
                  <a:lnTo>
                    <a:pt x="1159578" y="4685451"/>
                  </a:lnTo>
                  <a:lnTo>
                    <a:pt x="1159672" y="4685451"/>
                  </a:lnTo>
                  <a:lnTo>
                    <a:pt x="1159766" y="4685451"/>
                  </a:lnTo>
                  <a:lnTo>
                    <a:pt x="1159860" y="4685451"/>
                  </a:lnTo>
                  <a:lnTo>
                    <a:pt x="1159954" y="4685451"/>
                  </a:lnTo>
                  <a:lnTo>
                    <a:pt x="1160049" y="4685451"/>
                  </a:lnTo>
                  <a:lnTo>
                    <a:pt x="1160143" y="4685451"/>
                  </a:lnTo>
                  <a:lnTo>
                    <a:pt x="1160237" y="4685451"/>
                  </a:lnTo>
                  <a:lnTo>
                    <a:pt x="1160331" y="4685451"/>
                  </a:lnTo>
                  <a:lnTo>
                    <a:pt x="1160425" y="4685451"/>
                  </a:lnTo>
                  <a:lnTo>
                    <a:pt x="1160519" y="4685451"/>
                  </a:lnTo>
                  <a:lnTo>
                    <a:pt x="1160614" y="4685451"/>
                  </a:lnTo>
                  <a:lnTo>
                    <a:pt x="1160708" y="4685451"/>
                  </a:lnTo>
                  <a:lnTo>
                    <a:pt x="1160802" y="4685451"/>
                  </a:lnTo>
                  <a:lnTo>
                    <a:pt x="1160896" y="4685451"/>
                  </a:lnTo>
                  <a:lnTo>
                    <a:pt x="1160990" y="4685451"/>
                  </a:lnTo>
                  <a:lnTo>
                    <a:pt x="1161084" y="4685451"/>
                  </a:lnTo>
                  <a:lnTo>
                    <a:pt x="1161178" y="4685451"/>
                  </a:lnTo>
                  <a:lnTo>
                    <a:pt x="1161273" y="4685451"/>
                  </a:lnTo>
                  <a:lnTo>
                    <a:pt x="1161367" y="4685451"/>
                  </a:lnTo>
                  <a:lnTo>
                    <a:pt x="1161461" y="4685451"/>
                  </a:lnTo>
                  <a:lnTo>
                    <a:pt x="1161555" y="4685451"/>
                  </a:lnTo>
                  <a:lnTo>
                    <a:pt x="1161649" y="4685451"/>
                  </a:lnTo>
                  <a:lnTo>
                    <a:pt x="1161743" y="4685451"/>
                  </a:lnTo>
                  <a:lnTo>
                    <a:pt x="1161838" y="4685451"/>
                  </a:lnTo>
                  <a:lnTo>
                    <a:pt x="1161932" y="4685451"/>
                  </a:lnTo>
                  <a:lnTo>
                    <a:pt x="1162026" y="4685451"/>
                  </a:lnTo>
                  <a:lnTo>
                    <a:pt x="1162120" y="4685451"/>
                  </a:lnTo>
                  <a:lnTo>
                    <a:pt x="1162214" y="4685451"/>
                  </a:lnTo>
                  <a:lnTo>
                    <a:pt x="1162308" y="4685451"/>
                  </a:lnTo>
                  <a:lnTo>
                    <a:pt x="1162402" y="4685451"/>
                  </a:lnTo>
                  <a:lnTo>
                    <a:pt x="1162497" y="4685451"/>
                  </a:lnTo>
                  <a:lnTo>
                    <a:pt x="1162591" y="4685451"/>
                  </a:lnTo>
                  <a:lnTo>
                    <a:pt x="1162685" y="4685451"/>
                  </a:lnTo>
                  <a:lnTo>
                    <a:pt x="1162779" y="4685451"/>
                  </a:lnTo>
                  <a:lnTo>
                    <a:pt x="1162873" y="4685451"/>
                  </a:lnTo>
                  <a:lnTo>
                    <a:pt x="1162967" y="4685451"/>
                  </a:lnTo>
                  <a:lnTo>
                    <a:pt x="1163061" y="4685451"/>
                  </a:lnTo>
                  <a:lnTo>
                    <a:pt x="1163156" y="4685451"/>
                  </a:lnTo>
                  <a:lnTo>
                    <a:pt x="1163250" y="4685451"/>
                  </a:lnTo>
                  <a:lnTo>
                    <a:pt x="1163344" y="4685451"/>
                  </a:lnTo>
                  <a:lnTo>
                    <a:pt x="1163438" y="4685451"/>
                  </a:lnTo>
                  <a:lnTo>
                    <a:pt x="1163532" y="4685451"/>
                  </a:lnTo>
                  <a:lnTo>
                    <a:pt x="1163626" y="4685451"/>
                  </a:lnTo>
                  <a:lnTo>
                    <a:pt x="1163721" y="4685451"/>
                  </a:lnTo>
                  <a:lnTo>
                    <a:pt x="1163815" y="4685451"/>
                  </a:lnTo>
                  <a:lnTo>
                    <a:pt x="1163909" y="4685451"/>
                  </a:lnTo>
                  <a:lnTo>
                    <a:pt x="1164003" y="4685451"/>
                  </a:lnTo>
                  <a:lnTo>
                    <a:pt x="1164097" y="4685451"/>
                  </a:lnTo>
                  <a:lnTo>
                    <a:pt x="1164191" y="4685451"/>
                  </a:lnTo>
                  <a:lnTo>
                    <a:pt x="1164285" y="4685451"/>
                  </a:lnTo>
                  <a:lnTo>
                    <a:pt x="1164380" y="4685451"/>
                  </a:lnTo>
                  <a:lnTo>
                    <a:pt x="1164380" y="4680540"/>
                  </a:lnTo>
                  <a:lnTo>
                    <a:pt x="1164474" y="4680540"/>
                  </a:lnTo>
                  <a:lnTo>
                    <a:pt x="1164568" y="4680540"/>
                  </a:lnTo>
                  <a:lnTo>
                    <a:pt x="1164662" y="4680540"/>
                  </a:lnTo>
                  <a:lnTo>
                    <a:pt x="1164756" y="4680540"/>
                  </a:lnTo>
                  <a:lnTo>
                    <a:pt x="1164850" y="4680540"/>
                  </a:lnTo>
                  <a:lnTo>
                    <a:pt x="1164945" y="4680540"/>
                  </a:lnTo>
                  <a:lnTo>
                    <a:pt x="1165039" y="4680540"/>
                  </a:lnTo>
                  <a:lnTo>
                    <a:pt x="1165133" y="4680540"/>
                  </a:lnTo>
                  <a:lnTo>
                    <a:pt x="1165227" y="4680540"/>
                  </a:lnTo>
                  <a:lnTo>
                    <a:pt x="1165321" y="4680540"/>
                  </a:lnTo>
                  <a:lnTo>
                    <a:pt x="1165415" y="4680540"/>
                  </a:lnTo>
                  <a:lnTo>
                    <a:pt x="1165509" y="4680540"/>
                  </a:lnTo>
                  <a:lnTo>
                    <a:pt x="1165509" y="4675628"/>
                  </a:lnTo>
                  <a:lnTo>
                    <a:pt x="1165604" y="4675628"/>
                  </a:lnTo>
                  <a:lnTo>
                    <a:pt x="1165698" y="4675628"/>
                  </a:lnTo>
                  <a:lnTo>
                    <a:pt x="1165792" y="4675628"/>
                  </a:lnTo>
                  <a:lnTo>
                    <a:pt x="1165886" y="4675628"/>
                  </a:lnTo>
                  <a:lnTo>
                    <a:pt x="1165980" y="4675628"/>
                  </a:lnTo>
                  <a:lnTo>
                    <a:pt x="1166074" y="4675628"/>
                  </a:lnTo>
                  <a:lnTo>
                    <a:pt x="1166169" y="4675628"/>
                  </a:lnTo>
                  <a:lnTo>
                    <a:pt x="1166263" y="4675628"/>
                  </a:lnTo>
                  <a:lnTo>
                    <a:pt x="1166357" y="4675628"/>
                  </a:lnTo>
                  <a:lnTo>
                    <a:pt x="1166451" y="4675628"/>
                  </a:lnTo>
                  <a:lnTo>
                    <a:pt x="1166545" y="4675628"/>
                  </a:lnTo>
                  <a:lnTo>
                    <a:pt x="1166639" y="4675628"/>
                  </a:lnTo>
                  <a:lnTo>
                    <a:pt x="1166733" y="4675628"/>
                  </a:lnTo>
                  <a:lnTo>
                    <a:pt x="1166828" y="4675628"/>
                  </a:lnTo>
                  <a:lnTo>
                    <a:pt x="1166922" y="4675628"/>
                  </a:lnTo>
                  <a:lnTo>
                    <a:pt x="1167016" y="4675628"/>
                  </a:lnTo>
                  <a:lnTo>
                    <a:pt x="1167110" y="4675628"/>
                  </a:lnTo>
                  <a:lnTo>
                    <a:pt x="1167204" y="4675628"/>
                  </a:lnTo>
                  <a:lnTo>
                    <a:pt x="1167298" y="4675628"/>
                  </a:lnTo>
                  <a:lnTo>
                    <a:pt x="1167392" y="4675628"/>
                  </a:lnTo>
                  <a:lnTo>
                    <a:pt x="1167487" y="4675628"/>
                  </a:lnTo>
                  <a:lnTo>
                    <a:pt x="1167487" y="4670717"/>
                  </a:lnTo>
                  <a:lnTo>
                    <a:pt x="1167581" y="4670717"/>
                  </a:lnTo>
                  <a:lnTo>
                    <a:pt x="1167675" y="4670717"/>
                  </a:lnTo>
                  <a:lnTo>
                    <a:pt x="1167769" y="4670717"/>
                  </a:lnTo>
                  <a:lnTo>
                    <a:pt x="1167863" y="4670717"/>
                  </a:lnTo>
                  <a:lnTo>
                    <a:pt x="1167957" y="4670717"/>
                  </a:lnTo>
                  <a:lnTo>
                    <a:pt x="1168052" y="4670717"/>
                  </a:lnTo>
                  <a:lnTo>
                    <a:pt x="1168146" y="4670717"/>
                  </a:lnTo>
                  <a:lnTo>
                    <a:pt x="1168240" y="4670717"/>
                  </a:lnTo>
                  <a:lnTo>
                    <a:pt x="1168334" y="4670717"/>
                  </a:lnTo>
                  <a:lnTo>
                    <a:pt x="1168428" y="4670717"/>
                  </a:lnTo>
                  <a:lnTo>
                    <a:pt x="1168522" y="4670717"/>
                  </a:lnTo>
                  <a:lnTo>
                    <a:pt x="1168616" y="4670717"/>
                  </a:lnTo>
                  <a:lnTo>
                    <a:pt x="1168616" y="4665806"/>
                  </a:lnTo>
                  <a:lnTo>
                    <a:pt x="1168711" y="4665806"/>
                  </a:lnTo>
                  <a:lnTo>
                    <a:pt x="1168805" y="4665806"/>
                  </a:lnTo>
                  <a:lnTo>
                    <a:pt x="1168899" y="4665806"/>
                  </a:lnTo>
                  <a:lnTo>
                    <a:pt x="1168993" y="4665806"/>
                  </a:lnTo>
                  <a:lnTo>
                    <a:pt x="1169087" y="4665806"/>
                  </a:lnTo>
                  <a:lnTo>
                    <a:pt x="1169181" y="4665806"/>
                  </a:lnTo>
                  <a:lnTo>
                    <a:pt x="1169276" y="4665806"/>
                  </a:lnTo>
                  <a:lnTo>
                    <a:pt x="1169370" y="4665806"/>
                  </a:lnTo>
                  <a:lnTo>
                    <a:pt x="1169464" y="4665806"/>
                  </a:lnTo>
                  <a:lnTo>
                    <a:pt x="1169558" y="4665806"/>
                  </a:lnTo>
                  <a:lnTo>
                    <a:pt x="1169652" y="4665806"/>
                  </a:lnTo>
                  <a:lnTo>
                    <a:pt x="1169746" y="4665806"/>
                  </a:lnTo>
                  <a:lnTo>
                    <a:pt x="1169840" y="4665806"/>
                  </a:lnTo>
                  <a:lnTo>
                    <a:pt x="1169935" y="4665806"/>
                  </a:lnTo>
                  <a:lnTo>
                    <a:pt x="1170029" y="4665806"/>
                  </a:lnTo>
                  <a:lnTo>
                    <a:pt x="1170123" y="4665806"/>
                  </a:lnTo>
                  <a:lnTo>
                    <a:pt x="1170217" y="4665806"/>
                  </a:lnTo>
                  <a:lnTo>
                    <a:pt x="1170311" y="4665806"/>
                  </a:lnTo>
                  <a:lnTo>
                    <a:pt x="1170405" y="4665806"/>
                  </a:lnTo>
                  <a:lnTo>
                    <a:pt x="1170500" y="4665806"/>
                  </a:lnTo>
                  <a:lnTo>
                    <a:pt x="1170594" y="4665806"/>
                  </a:lnTo>
                  <a:lnTo>
                    <a:pt x="1170688" y="4665806"/>
                  </a:lnTo>
                  <a:lnTo>
                    <a:pt x="1170782" y="4665806"/>
                  </a:lnTo>
                  <a:lnTo>
                    <a:pt x="1170876" y="4665806"/>
                  </a:lnTo>
                  <a:lnTo>
                    <a:pt x="1170876" y="4660894"/>
                  </a:lnTo>
                  <a:lnTo>
                    <a:pt x="1170970" y="4660894"/>
                  </a:lnTo>
                  <a:lnTo>
                    <a:pt x="1171064" y="4660894"/>
                  </a:lnTo>
                  <a:lnTo>
                    <a:pt x="1171159" y="4660894"/>
                  </a:lnTo>
                  <a:lnTo>
                    <a:pt x="1171253" y="4660894"/>
                  </a:lnTo>
                  <a:lnTo>
                    <a:pt x="1171347" y="4660894"/>
                  </a:lnTo>
                  <a:lnTo>
                    <a:pt x="1171441" y="4660894"/>
                  </a:lnTo>
                  <a:lnTo>
                    <a:pt x="1171535" y="4660894"/>
                  </a:lnTo>
                  <a:lnTo>
                    <a:pt x="1171629" y="4660894"/>
                  </a:lnTo>
                  <a:lnTo>
                    <a:pt x="1171723" y="4660894"/>
                  </a:lnTo>
                  <a:lnTo>
                    <a:pt x="1171818" y="4660894"/>
                  </a:lnTo>
                  <a:lnTo>
                    <a:pt x="1171912" y="4660894"/>
                  </a:lnTo>
                  <a:lnTo>
                    <a:pt x="1172006" y="4660894"/>
                  </a:lnTo>
                  <a:lnTo>
                    <a:pt x="1172100" y="4660894"/>
                  </a:lnTo>
                  <a:lnTo>
                    <a:pt x="1172100" y="4655983"/>
                  </a:lnTo>
                  <a:lnTo>
                    <a:pt x="1172194" y="4655983"/>
                  </a:lnTo>
                  <a:lnTo>
                    <a:pt x="1172288" y="4655983"/>
                  </a:lnTo>
                  <a:lnTo>
                    <a:pt x="1172383" y="4655983"/>
                  </a:lnTo>
                  <a:lnTo>
                    <a:pt x="1172477" y="4655983"/>
                  </a:lnTo>
                  <a:lnTo>
                    <a:pt x="1172571" y="4655983"/>
                  </a:lnTo>
                  <a:lnTo>
                    <a:pt x="1172665" y="4655983"/>
                  </a:lnTo>
                  <a:lnTo>
                    <a:pt x="1172759" y="4655983"/>
                  </a:lnTo>
                  <a:lnTo>
                    <a:pt x="1172853" y="4655983"/>
                  </a:lnTo>
                  <a:lnTo>
                    <a:pt x="1172947" y="4655983"/>
                  </a:lnTo>
                  <a:lnTo>
                    <a:pt x="1173042" y="4655983"/>
                  </a:lnTo>
                  <a:lnTo>
                    <a:pt x="1173136" y="4655983"/>
                  </a:lnTo>
                  <a:lnTo>
                    <a:pt x="1173230" y="4655983"/>
                  </a:lnTo>
                  <a:lnTo>
                    <a:pt x="1173324" y="4655983"/>
                  </a:lnTo>
                  <a:lnTo>
                    <a:pt x="1173418" y="4655983"/>
                  </a:lnTo>
                  <a:lnTo>
                    <a:pt x="1173512" y="4655983"/>
                  </a:lnTo>
                  <a:lnTo>
                    <a:pt x="1173607" y="4655983"/>
                  </a:lnTo>
                  <a:lnTo>
                    <a:pt x="1173701" y="4655983"/>
                  </a:lnTo>
                  <a:lnTo>
                    <a:pt x="1173795" y="4655983"/>
                  </a:lnTo>
                  <a:lnTo>
                    <a:pt x="1173889" y="4655983"/>
                  </a:lnTo>
                  <a:lnTo>
                    <a:pt x="1173983" y="4655983"/>
                  </a:lnTo>
                  <a:lnTo>
                    <a:pt x="1174077" y="4655983"/>
                  </a:lnTo>
                  <a:lnTo>
                    <a:pt x="1174171" y="4655983"/>
                  </a:lnTo>
                  <a:lnTo>
                    <a:pt x="1174266" y="4655983"/>
                  </a:lnTo>
                  <a:lnTo>
                    <a:pt x="1174360" y="4655983"/>
                  </a:lnTo>
                  <a:lnTo>
                    <a:pt x="1174454" y="4655983"/>
                  </a:lnTo>
                  <a:lnTo>
                    <a:pt x="1174548" y="4655983"/>
                  </a:lnTo>
                  <a:lnTo>
                    <a:pt x="1174642" y="4655983"/>
                  </a:lnTo>
                  <a:lnTo>
                    <a:pt x="1174736" y="4655983"/>
                  </a:lnTo>
                  <a:lnTo>
                    <a:pt x="1174831" y="4655983"/>
                  </a:lnTo>
                  <a:lnTo>
                    <a:pt x="1174925" y="4655983"/>
                  </a:lnTo>
                  <a:lnTo>
                    <a:pt x="1175019" y="4655983"/>
                  </a:lnTo>
                  <a:lnTo>
                    <a:pt x="1175113" y="4655983"/>
                  </a:lnTo>
                  <a:lnTo>
                    <a:pt x="1175207" y="4655983"/>
                  </a:lnTo>
                  <a:lnTo>
                    <a:pt x="1175301" y="4655983"/>
                  </a:lnTo>
                  <a:lnTo>
                    <a:pt x="1175395" y="4655983"/>
                  </a:lnTo>
                  <a:lnTo>
                    <a:pt x="1175490" y="4655983"/>
                  </a:lnTo>
                  <a:lnTo>
                    <a:pt x="1175584" y="4655983"/>
                  </a:lnTo>
                  <a:lnTo>
                    <a:pt x="1175678" y="4655983"/>
                  </a:lnTo>
                  <a:lnTo>
                    <a:pt x="1175772" y="4655983"/>
                  </a:lnTo>
                  <a:lnTo>
                    <a:pt x="1175866" y="4655983"/>
                  </a:lnTo>
                  <a:lnTo>
                    <a:pt x="1175960" y="4655983"/>
                  </a:lnTo>
                  <a:lnTo>
                    <a:pt x="1176054" y="4655983"/>
                  </a:lnTo>
                  <a:lnTo>
                    <a:pt x="1176149" y="4655983"/>
                  </a:lnTo>
                  <a:lnTo>
                    <a:pt x="1176243" y="4655983"/>
                  </a:lnTo>
                  <a:lnTo>
                    <a:pt x="1176337" y="4655983"/>
                  </a:lnTo>
                  <a:lnTo>
                    <a:pt x="1176431" y="4655983"/>
                  </a:lnTo>
                  <a:lnTo>
                    <a:pt x="1176525" y="4655983"/>
                  </a:lnTo>
                  <a:lnTo>
                    <a:pt x="1176619" y="4655983"/>
                  </a:lnTo>
                  <a:lnTo>
                    <a:pt x="1176714" y="4655983"/>
                  </a:lnTo>
                  <a:lnTo>
                    <a:pt x="1176808" y="4655983"/>
                  </a:lnTo>
                  <a:lnTo>
                    <a:pt x="1176902" y="4655983"/>
                  </a:lnTo>
                  <a:lnTo>
                    <a:pt x="1176996" y="4655983"/>
                  </a:lnTo>
                  <a:lnTo>
                    <a:pt x="1177090" y="4655983"/>
                  </a:lnTo>
                  <a:lnTo>
                    <a:pt x="1177184" y="4655983"/>
                  </a:lnTo>
                  <a:lnTo>
                    <a:pt x="1177278" y="4655983"/>
                  </a:lnTo>
                  <a:lnTo>
                    <a:pt x="1177373" y="4655983"/>
                  </a:lnTo>
                  <a:lnTo>
                    <a:pt x="1177467" y="4655983"/>
                  </a:lnTo>
                  <a:lnTo>
                    <a:pt x="1177561" y="4655983"/>
                  </a:lnTo>
                  <a:lnTo>
                    <a:pt x="1177655" y="4655983"/>
                  </a:lnTo>
                  <a:lnTo>
                    <a:pt x="1177749" y="4655983"/>
                  </a:lnTo>
                  <a:lnTo>
                    <a:pt x="1177749" y="4651072"/>
                  </a:lnTo>
                  <a:lnTo>
                    <a:pt x="1177843" y="4651072"/>
                  </a:lnTo>
                  <a:lnTo>
                    <a:pt x="1177938" y="4651072"/>
                  </a:lnTo>
                  <a:lnTo>
                    <a:pt x="1178032" y="4651072"/>
                  </a:lnTo>
                  <a:lnTo>
                    <a:pt x="1178126" y="4651072"/>
                  </a:lnTo>
                  <a:lnTo>
                    <a:pt x="1178220" y="4651072"/>
                  </a:lnTo>
                  <a:lnTo>
                    <a:pt x="1178314" y="4651072"/>
                  </a:lnTo>
                  <a:lnTo>
                    <a:pt x="1178408" y="4651072"/>
                  </a:lnTo>
                  <a:lnTo>
                    <a:pt x="1178502" y="4651072"/>
                  </a:lnTo>
                  <a:lnTo>
                    <a:pt x="1178597" y="4651072"/>
                  </a:lnTo>
                  <a:lnTo>
                    <a:pt x="1178691" y="4651072"/>
                  </a:lnTo>
                  <a:lnTo>
                    <a:pt x="1178785" y="4651072"/>
                  </a:lnTo>
                  <a:lnTo>
                    <a:pt x="1178879" y="4651072"/>
                  </a:lnTo>
                  <a:lnTo>
                    <a:pt x="1178973" y="4651072"/>
                  </a:lnTo>
                  <a:lnTo>
                    <a:pt x="1179067" y="4651072"/>
                  </a:lnTo>
                  <a:lnTo>
                    <a:pt x="1179162" y="4651072"/>
                  </a:lnTo>
                  <a:lnTo>
                    <a:pt x="1179256" y="4651072"/>
                  </a:lnTo>
                  <a:lnTo>
                    <a:pt x="1179350" y="4651072"/>
                  </a:lnTo>
                  <a:lnTo>
                    <a:pt x="1179444" y="4651072"/>
                  </a:lnTo>
                  <a:lnTo>
                    <a:pt x="1179538" y="4651072"/>
                  </a:lnTo>
                  <a:lnTo>
                    <a:pt x="1179632" y="4651072"/>
                  </a:lnTo>
                  <a:lnTo>
                    <a:pt x="1179726" y="4651072"/>
                  </a:lnTo>
                  <a:lnTo>
                    <a:pt x="1179821" y="4651072"/>
                  </a:lnTo>
                  <a:lnTo>
                    <a:pt x="1179915" y="4651072"/>
                  </a:lnTo>
                  <a:lnTo>
                    <a:pt x="1180009" y="4651072"/>
                  </a:lnTo>
                  <a:lnTo>
                    <a:pt x="1180103" y="4651072"/>
                  </a:lnTo>
                  <a:lnTo>
                    <a:pt x="1180197" y="4651072"/>
                  </a:lnTo>
                  <a:lnTo>
                    <a:pt x="1180291" y="4651072"/>
                  </a:lnTo>
                  <a:lnTo>
                    <a:pt x="1180385" y="4651072"/>
                  </a:lnTo>
                  <a:lnTo>
                    <a:pt x="1180480" y="4651072"/>
                  </a:lnTo>
                  <a:lnTo>
                    <a:pt x="1180574" y="4651072"/>
                  </a:lnTo>
                  <a:lnTo>
                    <a:pt x="1180668" y="4651072"/>
                  </a:lnTo>
                  <a:lnTo>
                    <a:pt x="1180762" y="4651072"/>
                  </a:lnTo>
                  <a:lnTo>
                    <a:pt x="1180856" y="4651072"/>
                  </a:lnTo>
                  <a:lnTo>
                    <a:pt x="1180950" y="4651072"/>
                  </a:lnTo>
                  <a:lnTo>
                    <a:pt x="1181045" y="4651072"/>
                  </a:lnTo>
                  <a:lnTo>
                    <a:pt x="1181139" y="4651072"/>
                  </a:lnTo>
                  <a:lnTo>
                    <a:pt x="1181233" y="4651072"/>
                  </a:lnTo>
                  <a:lnTo>
                    <a:pt x="1181327" y="4651072"/>
                  </a:lnTo>
                  <a:lnTo>
                    <a:pt x="1181421" y="4651072"/>
                  </a:lnTo>
                  <a:lnTo>
                    <a:pt x="1181515" y="4651072"/>
                  </a:lnTo>
                  <a:lnTo>
                    <a:pt x="1181609" y="4651072"/>
                  </a:lnTo>
                  <a:lnTo>
                    <a:pt x="1181704" y="4651072"/>
                  </a:lnTo>
                  <a:lnTo>
                    <a:pt x="1181798" y="4651072"/>
                  </a:lnTo>
                  <a:lnTo>
                    <a:pt x="1181892" y="4651072"/>
                  </a:lnTo>
                  <a:lnTo>
                    <a:pt x="1181986" y="4651072"/>
                  </a:lnTo>
                  <a:lnTo>
                    <a:pt x="1182080" y="4651072"/>
                  </a:lnTo>
                  <a:lnTo>
                    <a:pt x="1182174" y="4651072"/>
                  </a:lnTo>
                  <a:lnTo>
                    <a:pt x="1182269" y="4651072"/>
                  </a:lnTo>
                  <a:lnTo>
                    <a:pt x="1182363" y="4651072"/>
                  </a:lnTo>
                  <a:lnTo>
                    <a:pt x="1182457" y="4651072"/>
                  </a:lnTo>
                  <a:lnTo>
                    <a:pt x="1182551" y="4651072"/>
                  </a:lnTo>
                  <a:lnTo>
                    <a:pt x="1182551" y="4646160"/>
                  </a:lnTo>
                  <a:lnTo>
                    <a:pt x="1182645" y="4646160"/>
                  </a:lnTo>
                  <a:lnTo>
                    <a:pt x="1182739" y="4646160"/>
                  </a:lnTo>
                  <a:lnTo>
                    <a:pt x="1182833" y="4646160"/>
                  </a:lnTo>
                  <a:lnTo>
                    <a:pt x="1182833" y="4641249"/>
                  </a:lnTo>
                  <a:lnTo>
                    <a:pt x="1182928" y="4641249"/>
                  </a:lnTo>
                  <a:lnTo>
                    <a:pt x="1183022" y="4641249"/>
                  </a:lnTo>
                  <a:lnTo>
                    <a:pt x="1183116" y="4641249"/>
                  </a:lnTo>
                  <a:lnTo>
                    <a:pt x="1183210" y="4641249"/>
                  </a:lnTo>
                  <a:lnTo>
                    <a:pt x="1183304" y="4641249"/>
                  </a:lnTo>
                  <a:lnTo>
                    <a:pt x="1183398" y="4641249"/>
                  </a:lnTo>
                  <a:lnTo>
                    <a:pt x="1183493" y="4641249"/>
                  </a:lnTo>
                  <a:lnTo>
                    <a:pt x="1183587" y="4641249"/>
                  </a:lnTo>
                  <a:lnTo>
                    <a:pt x="1183681" y="4641249"/>
                  </a:lnTo>
                  <a:lnTo>
                    <a:pt x="1183775" y="4641249"/>
                  </a:lnTo>
                  <a:lnTo>
                    <a:pt x="1183869" y="4641249"/>
                  </a:lnTo>
                  <a:lnTo>
                    <a:pt x="1183963" y="4641249"/>
                  </a:lnTo>
                  <a:lnTo>
                    <a:pt x="1184057" y="4641249"/>
                  </a:lnTo>
                  <a:lnTo>
                    <a:pt x="1184152" y="4641249"/>
                  </a:lnTo>
                  <a:lnTo>
                    <a:pt x="1184246" y="4641249"/>
                  </a:lnTo>
                  <a:lnTo>
                    <a:pt x="1184340" y="4641249"/>
                  </a:lnTo>
                  <a:lnTo>
                    <a:pt x="1184434" y="4641249"/>
                  </a:lnTo>
                  <a:lnTo>
                    <a:pt x="1184528" y="4641249"/>
                  </a:lnTo>
                  <a:lnTo>
                    <a:pt x="1184622" y="4641249"/>
                  </a:lnTo>
                  <a:lnTo>
                    <a:pt x="1184716" y="4641249"/>
                  </a:lnTo>
                  <a:lnTo>
                    <a:pt x="1184811" y="4641249"/>
                  </a:lnTo>
                  <a:lnTo>
                    <a:pt x="1184905" y="4641249"/>
                  </a:lnTo>
                  <a:lnTo>
                    <a:pt x="1184999" y="4641249"/>
                  </a:lnTo>
                  <a:lnTo>
                    <a:pt x="1185093" y="4641249"/>
                  </a:lnTo>
                  <a:lnTo>
                    <a:pt x="1185187" y="4641249"/>
                  </a:lnTo>
                  <a:lnTo>
                    <a:pt x="1185281" y="4641249"/>
                  </a:lnTo>
                  <a:lnTo>
                    <a:pt x="1185376" y="4641249"/>
                  </a:lnTo>
                  <a:lnTo>
                    <a:pt x="1185470" y="4641249"/>
                  </a:lnTo>
                  <a:lnTo>
                    <a:pt x="1185564" y="4641249"/>
                  </a:lnTo>
                  <a:lnTo>
                    <a:pt x="1185658" y="4641249"/>
                  </a:lnTo>
                  <a:lnTo>
                    <a:pt x="1185752" y="4641249"/>
                  </a:lnTo>
                  <a:lnTo>
                    <a:pt x="1185846" y="4641249"/>
                  </a:lnTo>
                  <a:lnTo>
                    <a:pt x="1185940" y="4641249"/>
                  </a:lnTo>
                  <a:lnTo>
                    <a:pt x="1186035" y="4641249"/>
                  </a:lnTo>
                  <a:lnTo>
                    <a:pt x="1186129" y="4641249"/>
                  </a:lnTo>
                  <a:lnTo>
                    <a:pt x="1186223" y="4641249"/>
                  </a:lnTo>
                  <a:lnTo>
                    <a:pt x="1186223" y="4636337"/>
                  </a:lnTo>
                  <a:lnTo>
                    <a:pt x="1186317" y="4636337"/>
                  </a:lnTo>
                  <a:lnTo>
                    <a:pt x="1186411" y="4636337"/>
                  </a:lnTo>
                  <a:lnTo>
                    <a:pt x="1186505" y="4636337"/>
                  </a:lnTo>
                  <a:lnTo>
                    <a:pt x="1186600" y="4636337"/>
                  </a:lnTo>
                  <a:lnTo>
                    <a:pt x="1186694" y="4636337"/>
                  </a:lnTo>
                  <a:lnTo>
                    <a:pt x="1186788" y="4636337"/>
                  </a:lnTo>
                  <a:lnTo>
                    <a:pt x="1186882" y="4636337"/>
                  </a:lnTo>
                  <a:lnTo>
                    <a:pt x="1186976" y="4636337"/>
                  </a:lnTo>
                  <a:lnTo>
                    <a:pt x="1187070" y="4636337"/>
                  </a:lnTo>
                  <a:lnTo>
                    <a:pt x="1187164" y="4636337"/>
                  </a:lnTo>
                  <a:lnTo>
                    <a:pt x="1187259" y="4636337"/>
                  </a:lnTo>
                  <a:lnTo>
                    <a:pt x="1187353" y="4636337"/>
                  </a:lnTo>
                  <a:lnTo>
                    <a:pt x="1187447" y="4636337"/>
                  </a:lnTo>
                  <a:lnTo>
                    <a:pt x="1187541" y="4636337"/>
                  </a:lnTo>
                  <a:lnTo>
                    <a:pt x="1187635" y="4636337"/>
                  </a:lnTo>
                  <a:lnTo>
                    <a:pt x="1187729" y="4636337"/>
                  </a:lnTo>
                  <a:lnTo>
                    <a:pt x="1187824" y="4636337"/>
                  </a:lnTo>
                  <a:lnTo>
                    <a:pt x="1187918" y="4636337"/>
                  </a:lnTo>
                  <a:lnTo>
                    <a:pt x="1188012" y="4636337"/>
                  </a:lnTo>
                  <a:lnTo>
                    <a:pt x="1188106" y="4636337"/>
                  </a:lnTo>
                  <a:lnTo>
                    <a:pt x="1188200" y="4636337"/>
                  </a:lnTo>
                  <a:lnTo>
                    <a:pt x="1188294" y="4636337"/>
                  </a:lnTo>
                  <a:lnTo>
                    <a:pt x="1188388" y="4636337"/>
                  </a:lnTo>
                  <a:lnTo>
                    <a:pt x="1188483" y="4636337"/>
                  </a:lnTo>
                  <a:lnTo>
                    <a:pt x="1188577" y="4636337"/>
                  </a:lnTo>
                  <a:lnTo>
                    <a:pt x="1188671" y="4636337"/>
                  </a:lnTo>
                  <a:lnTo>
                    <a:pt x="1188765" y="4636337"/>
                  </a:lnTo>
                  <a:lnTo>
                    <a:pt x="1188859" y="4636337"/>
                  </a:lnTo>
                  <a:lnTo>
                    <a:pt x="1188953" y="4636337"/>
                  </a:lnTo>
                  <a:lnTo>
                    <a:pt x="1189047" y="4636337"/>
                  </a:lnTo>
                  <a:lnTo>
                    <a:pt x="1189142" y="4636337"/>
                  </a:lnTo>
                  <a:lnTo>
                    <a:pt x="1189236" y="4636337"/>
                  </a:lnTo>
                  <a:lnTo>
                    <a:pt x="1189330" y="4636337"/>
                  </a:lnTo>
                  <a:lnTo>
                    <a:pt x="1189424" y="4636337"/>
                  </a:lnTo>
                  <a:lnTo>
                    <a:pt x="1189518" y="4636337"/>
                  </a:lnTo>
                  <a:lnTo>
                    <a:pt x="1189612" y="4636337"/>
                  </a:lnTo>
                  <a:lnTo>
                    <a:pt x="1189707" y="4636337"/>
                  </a:lnTo>
                  <a:lnTo>
                    <a:pt x="1189801" y="4636337"/>
                  </a:lnTo>
                  <a:lnTo>
                    <a:pt x="1189895" y="4636337"/>
                  </a:lnTo>
                  <a:lnTo>
                    <a:pt x="1189989" y="4636337"/>
                  </a:lnTo>
                  <a:lnTo>
                    <a:pt x="1190083" y="4636337"/>
                  </a:lnTo>
                  <a:lnTo>
                    <a:pt x="1190177" y="4636337"/>
                  </a:lnTo>
                  <a:lnTo>
                    <a:pt x="1190271" y="4636337"/>
                  </a:lnTo>
                  <a:lnTo>
                    <a:pt x="1190366" y="4636337"/>
                  </a:lnTo>
                  <a:lnTo>
                    <a:pt x="1190460" y="4636337"/>
                  </a:lnTo>
                  <a:lnTo>
                    <a:pt x="1190554" y="4636337"/>
                  </a:lnTo>
                  <a:lnTo>
                    <a:pt x="1190648" y="4636337"/>
                  </a:lnTo>
                  <a:lnTo>
                    <a:pt x="1190742" y="4636337"/>
                  </a:lnTo>
                  <a:lnTo>
                    <a:pt x="1190836" y="4636337"/>
                  </a:lnTo>
                  <a:lnTo>
                    <a:pt x="1190931" y="4636337"/>
                  </a:lnTo>
                  <a:lnTo>
                    <a:pt x="1191025" y="4636337"/>
                  </a:lnTo>
                  <a:lnTo>
                    <a:pt x="1191119" y="4636337"/>
                  </a:lnTo>
                  <a:lnTo>
                    <a:pt x="1191213" y="4636337"/>
                  </a:lnTo>
                  <a:lnTo>
                    <a:pt x="1191307" y="4636337"/>
                  </a:lnTo>
                  <a:lnTo>
                    <a:pt x="1191401" y="4636337"/>
                  </a:lnTo>
                  <a:lnTo>
                    <a:pt x="1191495" y="4636337"/>
                  </a:lnTo>
                  <a:lnTo>
                    <a:pt x="1191590" y="4636337"/>
                  </a:lnTo>
                  <a:lnTo>
                    <a:pt x="1191684" y="4636337"/>
                  </a:lnTo>
                  <a:lnTo>
                    <a:pt x="1191778" y="4636337"/>
                  </a:lnTo>
                  <a:lnTo>
                    <a:pt x="1191872" y="4636337"/>
                  </a:lnTo>
                  <a:lnTo>
                    <a:pt x="1191966" y="4636337"/>
                  </a:lnTo>
                  <a:lnTo>
                    <a:pt x="1192060" y="4636337"/>
                  </a:lnTo>
                  <a:lnTo>
                    <a:pt x="1192155" y="4636337"/>
                  </a:lnTo>
                  <a:lnTo>
                    <a:pt x="1192249" y="4636337"/>
                  </a:lnTo>
                  <a:lnTo>
                    <a:pt x="1192343" y="4636337"/>
                  </a:lnTo>
                  <a:lnTo>
                    <a:pt x="1192437" y="4636337"/>
                  </a:lnTo>
                  <a:lnTo>
                    <a:pt x="1192531" y="4636337"/>
                  </a:lnTo>
                  <a:lnTo>
                    <a:pt x="1192625" y="4636337"/>
                  </a:lnTo>
                  <a:lnTo>
                    <a:pt x="1192719" y="4636337"/>
                  </a:lnTo>
                  <a:lnTo>
                    <a:pt x="1192814" y="4636337"/>
                  </a:lnTo>
                  <a:lnTo>
                    <a:pt x="1192908" y="4636337"/>
                  </a:lnTo>
                  <a:lnTo>
                    <a:pt x="1193002" y="4636337"/>
                  </a:lnTo>
                  <a:lnTo>
                    <a:pt x="1193096" y="4636337"/>
                  </a:lnTo>
                  <a:lnTo>
                    <a:pt x="1193190" y="4636337"/>
                  </a:lnTo>
                  <a:lnTo>
                    <a:pt x="1193284" y="4636337"/>
                  </a:lnTo>
                  <a:lnTo>
                    <a:pt x="1193378" y="4636337"/>
                  </a:lnTo>
                  <a:lnTo>
                    <a:pt x="1193473" y="4636337"/>
                  </a:lnTo>
                  <a:lnTo>
                    <a:pt x="1193567" y="4636337"/>
                  </a:lnTo>
                  <a:lnTo>
                    <a:pt x="1193661" y="4636337"/>
                  </a:lnTo>
                  <a:lnTo>
                    <a:pt x="1193755" y="4636337"/>
                  </a:lnTo>
                  <a:lnTo>
                    <a:pt x="1193849" y="4636337"/>
                  </a:lnTo>
                  <a:lnTo>
                    <a:pt x="1193943" y="4636337"/>
                  </a:lnTo>
                  <a:lnTo>
                    <a:pt x="1194038" y="4636337"/>
                  </a:lnTo>
                  <a:lnTo>
                    <a:pt x="1194132" y="4636337"/>
                  </a:lnTo>
                  <a:lnTo>
                    <a:pt x="1194226" y="4636337"/>
                  </a:lnTo>
                  <a:lnTo>
                    <a:pt x="1194320" y="4636337"/>
                  </a:lnTo>
                  <a:lnTo>
                    <a:pt x="1194414" y="4636337"/>
                  </a:lnTo>
                  <a:lnTo>
                    <a:pt x="1194508" y="4636337"/>
                  </a:lnTo>
                  <a:lnTo>
                    <a:pt x="1194602" y="4636337"/>
                  </a:lnTo>
                  <a:lnTo>
                    <a:pt x="1194697" y="4636337"/>
                  </a:lnTo>
                  <a:lnTo>
                    <a:pt x="1194791" y="4636337"/>
                  </a:lnTo>
                  <a:lnTo>
                    <a:pt x="1194885" y="4636337"/>
                  </a:lnTo>
                  <a:lnTo>
                    <a:pt x="1194979" y="4636337"/>
                  </a:lnTo>
                  <a:lnTo>
                    <a:pt x="1195073" y="4636337"/>
                  </a:lnTo>
                  <a:lnTo>
                    <a:pt x="1195167" y="4636337"/>
                  </a:lnTo>
                  <a:lnTo>
                    <a:pt x="1195262" y="4636337"/>
                  </a:lnTo>
                  <a:lnTo>
                    <a:pt x="1195356" y="4636337"/>
                  </a:lnTo>
                  <a:lnTo>
                    <a:pt x="1195450" y="4636337"/>
                  </a:lnTo>
                  <a:lnTo>
                    <a:pt x="1195544" y="4636337"/>
                  </a:lnTo>
                  <a:lnTo>
                    <a:pt x="1195638" y="4636337"/>
                  </a:lnTo>
                  <a:lnTo>
                    <a:pt x="1195732" y="4636337"/>
                  </a:lnTo>
                  <a:lnTo>
                    <a:pt x="1195826" y="4636337"/>
                  </a:lnTo>
                  <a:lnTo>
                    <a:pt x="1195921" y="4636337"/>
                  </a:lnTo>
                  <a:lnTo>
                    <a:pt x="1196015" y="4636337"/>
                  </a:lnTo>
                  <a:lnTo>
                    <a:pt x="1196109" y="4636337"/>
                  </a:lnTo>
                  <a:lnTo>
                    <a:pt x="1196203" y="4636337"/>
                  </a:lnTo>
                  <a:lnTo>
                    <a:pt x="1196297" y="4636337"/>
                  </a:lnTo>
                  <a:lnTo>
                    <a:pt x="1196391" y="4636337"/>
                  </a:lnTo>
                  <a:lnTo>
                    <a:pt x="1196486" y="4636337"/>
                  </a:lnTo>
                  <a:lnTo>
                    <a:pt x="1196580" y="4636337"/>
                  </a:lnTo>
                  <a:lnTo>
                    <a:pt x="1196580" y="4631426"/>
                  </a:lnTo>
                  <a:lnTo>
                    <a:pt x="1196674" y="4631426"/>
                  </a:lnTo>
                  <a:lnTo>
                    <a:pt x="1196768" y="4631426"/>
                  </a:lnTo>
                  <a:lnTo>
                    <a:pt x="1196862" y="4631426"/>
                  </a:lnTo>
                  <a:lnTo>
                    <a:pt x="1196956" y="4631426"/>
                  </a:lnTo>
                  <a:lnTo>
                    <a:pt x="1197050" y="4631426"/>
                  </a:lnTo>
                  <a:lnTo>
                    <a:pt x="1197145" y="4631426"/>
                  </a:lnTo>
                  <a:lnTo>
                    <a:pt x="1197239" y="4631426"/>
                  </a:lnTo>
                  <a:lnTo>
                    <a:pt x="1197333" y="4631426"/>
                  </a:lnTo>
                  <a:lnTo>
                    <a:pt x="1197427" y="4631426"/>
                  </a:lnTo>
                  <a:lnTo>
                    <a:pt x="1197521" y="4631426"/>
                  </a:lnTo>
                  <a:lnTo>
                    <a:pt x="1197615" y="4631426"/>
                  </a:lnTo>
                  <a:lnTo>
                    <a:pt x="1197709" y="4631426"/>
                  </a:lnTo>
                  <a:lnTo>
                    <a:pt x="1197804" y="4631426"/>
                  </a:lnTo>
                  <a:lnTo>
                    <a:pt x="1197898" y="4631426"/>
                  </a:lnTo>
                  <a:lnTo>
                    <a:pt x="1197992" y="4631426"/>
                  </a:lnTo>
                  <a:lnTo>
                    <a:pt x="1198086" y="4631426"/>
                  </a:lnTo>
                  <a:lnTo>
                    <a:pt x="1198180" y="4631426"/>
                  </a:lnTo>
                  <a:lnTo>
                    <a:pt x="1198274" y="4631426"/>
                  </a:lnTo>
                  <a:lnTo>
                    <a:pt x="1198369" y="4631426"/>
                  </a:lnTo>
                  <a:lnTo>
                    <a:pt x="1198463" y="4631426"/>
                  </a:lnTo>
                  <a:lnTo>
                    <a:pt x="1198557" y="4631426"/>
                  </a:lnTo>
                  <a:lnTo>
                    <a:pt x="1198651" y="4631426"/>
                  </a:lnTo>
                  <a:lnTo>
                    <a:pt x="1198745" y="4631426"/>
                  </a:lnTo>
                  <a:lnTo>
                    <a:pt x="1198839" y="4631426"/>
                  </a:lnTo>
                  <a:lnTo>
                    <a:pt x="1198933" y="4631426"/>
                  </a:lnTo>
                  <a:lnTo>
                    <a:pt x="1199028" y="4631426"/>
                  </a:lnTo>
                  <a:lnTo>
                    <a:pt x="1199122" y="4631426"/>
                  </a:lnTo>
                  <a:lnTo>
                    <a:pt x="1199122" y="4626515"/>
                  </a:lnTo>
                  <a:lnTo>
                    <a:pt x="1199216" y="4626515"/>
                  </a:lnTo>
                  <a:lnTo>
                    <a:pt x="1199310" y="4626515"/>
                  </a:lnTo>
                  <a:lnTo>
                    <a:pt x="1199404" y="4626515"/>
                  </a:lnTo>
                  <a:lnTo>
                    <a:pt x="1199498" y="4626515"/>
                  </a:lnTo>
                  <a:lnTo>
                    <a:pt x="1199593" y="4626515"/>
                  </a:lnTo>
                  <a:lnTo>
                    <a:pt x="1199687" y="4626515"/>
                  </a:lnTo>
                  <a:lnTo>
                    <a:pt x="1199781" y="4626515"/>
                  </a:lnTo>
                  <a:lnTo>
                    <a:pt x="1199875" y="4626515"/>
                  </a:lnTo>
                  <a:lnTo>
                    <a:pt x="1199969" y="4626515"/>
                  </a:lnTo>
                  <a:lnTo>
                    <a:pt x="1200063" y="4626515"/>
                  </a:lnTo>
                  <a:lnTo>
                    <a:pt x="1200157" y="4626515"/>
                  </a:lnTo>
                  <a:lnTo>
                    <a:pt x="1200252" y="4626515"/>
                  </a:lnTo>
                  <a:lnTo>
                    <a:pt x="1200346" y="4626515"/>
                  </a:lnTo>
                  <a:lnTo>
                    <a:pt x="1200440" y="4626515"/>
                  </a:lnTo>
                  <a:lnTo>
                    <a:pt x="1200534" y="4626515"/>
                  </a:lnTo>
                  <a:lnTo>
                    <a:pt x="1200628" y="4626515"/>
                  </a:lnTo>
                  <a:lnTo>
                    <a:pt x="1200722" y="4626515"/>
                  </a:lnTo>
                  <a:lnTo>
                    <a:pt x="1200817" y="4626515"/>
                  </a:lnTo>
                  <a:lnTo>
                    <a:pt x="1200911" y="4626515"/>
                  </a:lnTo>
                  <a:lnTo>
                    <a:pt x="1201005" y="4626515"/>
                  </a:lnTo>
                  <a:lnTo>
                    <a:pt x="1201099" y="4626515"/>
                  </a:lnTo>
                  <a:lnTo>
                    <a:pt x="1201193" y="4626515"/>
                  </a:lnTo>
                  <a:lnTo>
                    <a:pt x="1201287" y="4626515"/>
                  </a:lnTo>
                  <a:lnTo>
                    <a:pt x="1201381" y="4626515"/>
                  </a:lnTo>
                  <a:lnTo>
                    <a:pt x="1201476" y="4626515"/>
                  </a:lnTo>
                  <a:lnTo>
                    <a:pt x="1201570" y="4626515"/>
                  </a:lnTo>
                  <a:lnTo>
                    <a:pt x="1201664" y="4626515"/>
                  </a:lnTo>
                  <a:lnTo>
                    <a:pt x="1201758" y="4626515"/>
                  </a:lnTo>
                  <a:lnTo>
                    <a:pt x="1201852" y="4626515"/>
                  </a:lnTo>
                  <a:lnTo>
                    <a:pt x="1201946" y="4626515"/>
                  </a:lnTo>
                  <a:lnTo>
                    <a:pt x="1202040" y="4626515"/>
                  </a:lnTo>
                  <a:lnTo>
                    <a:pt x="1202135" y="4626515"/>
                  </a:lnTo>
                  <a:lnTo>
                    <a:pt x="1202229" y="4626515"/>
                  </a:lnTo>
                  <a:lnTo>
                    <a:pt x="1202323" y="4626515"/>
                  </a:lnTo>
                  <a:lnTo>
                    <a:pt x="1202417" y="4626515"/>
                  </a:lnTo>
                  <a:lnTo>
                    <a:pt x="1202511" y="4626515"/>
                  </a:lnTo>
                  <a:lnTo>
                    <a:pt x="1202605" y="4626515"/>
                  </a:lnTo>
                  <a:lnTo>
                    <a:pt x="1202700" y="4626515"/>
                  </a:lnTo>
                  <a:lnTo>
                    <a:pt x="1202794" y="4626515"/>
                  </a:lnTo>
                  <a:lnTo>
                    <a:pt x="1202888" y="4626515"/>
                  </a:lnTo>
                  <a:lnTo>
                    <a:pt x="1202982" y="4626515"/>
                  </a:lnTo>
                  <a:lnTo>
                    <a:pt x="1203076" y="4626515"/>
                  </a:lnTo>
                  <a:lnTo>
                    <a:pt x="1203170" y="4626515"/>
                  </a:lnTo>
                  <a:lnTo>
                    <a:pt x="1203264" y="4626515"/>
                  </a:lnTo>
                  <a:lnTo>
                    <a:pt x="1203359" y="4626515"/>
                  </a:lnTo>
                  <a:lnTo>
                    <a:pt x="1203453" y="4626515"/>
                  </a:lnTo>
                  <a:lnTo>
                    <a:pt x="1203547" y="4626515"/>
                  </a:lnTo>
                  <a:lnTo>
                    <a:pt x="1203641" y="4626515"/>
                  </a:lnTo>
                  <a:lnTo>
                    <a:pt x="1203735" y="4626515"/>
                  </a:lnTo>
                  <a:lnTo>
                    <a:pt x="1203829" y="4626515"/>
                  </a:lnTo>
                  <a:lnTo>
                    <a:pt x="1203924" y="4626515"/>
                  </a:lnTo>
                  <a:lnTo>
                    <a:pt x="1204018" y="4626515"/>
                  </a:lnTo>
                  <a:lnTo>
                    <a:pt x="1204112" y="4626515"/>
                  </a:lnTo>
                  <a:lnTo>
                    <a:pt x="1204206" y="4626515"/>
                  </a:lnTo>
                  <a:lnTo>
                    <a:pt x="1204300" y="4626515"/>
                  </a:lnTo>
                  <a:lnTo>
                    <a:pt x="1204394" y="4626515"/>
                  </a:lnTo>
                  <a:lnTo>
                    <a:pt x="1204488" y="4626515"/>
                  </a:lnTo>
                  <a:lnTo>
                    <a:pt x="1204583" y="4626515"/>
                  </a:lnTo>
                  <a:lnTo>
                    <a:pt x="1204677" y="4626515"/>
                  </a:lnTo>
                  <a:lnTo>
                    <a:pt x="1204771" y="4626515"/>
                  </a:lnTo>
                  <a:lnTo>
                    <a:pt x="1204865" y="4626515"/>
                  </a:lnTo>
                  <a:lnTo>
                    <a:pt x="1204959" y="4626515"/>
                  </a:lnTo>
                  <a:lnTo>
                    <a:pt x="1205053" y="4626515"/>
                  </a:lnTo>
                  <a:lnTo>
                    <a:pt x="1205148" y="4626515"/>
                  </a:lnTo>
                  <a:lnTo>
                    <a:pt x="1205242" y="4626515"/>
                  </a:lnTo>
                  <a:lnTo>
                    <a:pt x="1205336" y="4626515"/>
                  </a:lnTo>
                  <a:lnTo>
                    <a:pt x="1205430" y="4626515"/>
                  </a:lnTo>
                  <a:lnTo>
                    <a:pt x="1205524" y="4626515"/>
                  </a:lnTo>
                  <a:lnTo>
                    <a:pt x="1205618" y="4626515"/>
                  </a:lnTo>
                  <a:lnTo>
                    <a:pt x="1205712" y="4626515"/>
                  </a:lnTo>
                  <a:lnTo>
                    <a:pt x="1205807" y="4626515"/>
                  </a:lnTo>
                  <a:lnTo>
                    <a:pt x="1205901" y="4626515"/>
                  </a:lnTo>
                  <a:lnTo>
                    <a:pt x="1205995" y="4626515"/>
                  </a:lnTo>
                  <a:lnTo>
                    <a:pt x="1206089" y="4626515"/>
                  </a:lnTo>
                  <a:lnTo>
                    <a:pt x="1206183" y="4626515"/>
                  </a:lnTo>
                  <a:lnTo>
                    <a:pt x="1206277" y="4626515"/>
                  </a:lnTo>
                  <a:lnTo>
                    <a:pt x="1206371" y="4626515"/>
                  </a:lnTo>
                  <a:lnTo>
                    <a:pt x="1206466" y="4626515"/>
                  </a:lnTo>
                  <a:lnTo>
                    <a:pt x="1206560" y="4626515"/>
                  </a:lnTo>
                  <a:lnTo>
                    <a:pt x="1206654" y="4626515"/>
                  </a:lnTo>
                  <a:lnTo>
                    <a:pt x="1206748" y="4626515"/>
                  </a:lnTo>
                  <a:lnTo>
                    <a:pt x="1206842" y="4626515"/>
                  </a:lnTo>
                  <a:lnTo>
                    <a:pt x="1206936" y="4626515"/>
                  </a:lnTo>
                  <a:lnTo>
                    <a:pt x="1207031" y="4626515"/>
                  </a:lnTo>
                  <a:lnTo>
                    <a:pt x="1207125" y="4626515"/>
                  </a:lnTo>
                  <a:lnTo>
                    <a:pt x="1207219" y="4626515"/>
                  </a:lnTo>
                  <a:lnTo>
                    <a:pt x="1207313" y="4626515"/>
                  </a:lnTo>
                  <a:lnTo>
                    <a:pt x="1207407" y="4626515"/>
                  </a:lnTo>
                  <a:lnTo>
                    <a:pt x="1207501" y="4626515"/>
                  </a:lnTo>
                  <a:lnTo>
                    <a:pt x="1207595" y="4626515"/>
                  </a:lnTo>
                  <a:lnTo>
                    <a:pt x="1207690" y="4626515"/>
                  </a:lnTo>
                  <a:lnTo>
                    <a:pt x="1207784" y="4626515"/>
                  </a:lnTo>
                  <a:lnTo>
                    <a:pt x="1207878" y="4626515"/>
                  </a:lnTo>
                  <a:lnTo>
                    <a:pt x="1207972" y="4626515"/>
                  </a:lnTo>
                  <a:lnTo>
                    <a:pt x="1208066" y="4626515"/>
                  </a:lnTo>
                  <a:lnTo>
                    <a:pt x="1208160" y="4626515"/>
                  </a:lnTo>
                  <a:lnTo>
                    <a:pt x="1208255" y="4626515"/>
                  </a:lnTo>
                  <a:lnTo>
                    <a:pt x="1208349" y="4626515"/>
                  </a:lnTo>
                  <a:lnTo>
                    <a:pt x="1208443" y="4626515"/>
                  </a:lnTo>
                  <a:lnTo>
                    <a:pt x="1208537" y="4626515"/>
                  </a:lnTo>
                  <a:lnTo>
                    <a:pt x="1208631" y="4626515"/>
                  </a:lnTo>
                  <a:lnTo>
                    <a:pt x="1208725" y="4626515"/>
                  </a:lnTo>
                  <a:lnTo>
                    <a:pt x="1208819" y="4626515"/>
                  </a:lnTo>
                  <a:lnTo>
                    <a:pt x="1208914" y="4626515"/>
                  </a:lnTo>
                  <a:lnTo>
                    <a:pt x="1209008" y="4626515"/>
                  </a:lnTo>
                  <a:lnTo>
                    <a:pt x="1209102" y="4626515"/>
                  </a:lnTo>
                  <a:lnTo>
                    <a:pt x="1209196" y="4626515"/>
                  </a:lnTo>
                  <a:lnTo>
                    <a:pt x="1209290" y="4626515"/>
                  </a:lnTo>
                  <a:lnTo>
                    <a:pt x="1209384" y="4626515"/>
                  </a:lnTo>
                  <a:lnTo>
                    <a:pt x="1209479" y="4626515"/>
                  </a:lnTo>
                  <a:lnTo>
                    <a:pt x="1209573" y="4626515"/>
                  </a:lnTo>
                  <a:lnTo>
                    <a:pt x="1209667" y="4626515"/>
                  </a:lnTo>
                  <a:lnTo>
                    <a:pt x="1209761" y="4626515"/>
                  </a:lnTo>
                  <a:lnTo>
                    <a:pt x="1209855" y="4626515"/>
                  </a:lnTo>
                  <a:lnTo>
                    <a:pt x="1209949" y="4626515"/>
                  </a:lnTo>
                  <a:lnTo>
                    <a:pt x="1210043" y="4626515"/>
                  </a:lnTo>
                  <a:lnTo>
                    <a:pt x="1210138" y="4626515"/>
                  </a:lnTo>
                  <a:lnTo>
                    <a:pt x="1210232" y="4626515"/>
                  </a:lnTo>
                  <a:lnTo>
                    <a:pt x="1210326" y="4626515"/>
                  </a:lnTo>
                  <a:lnTo>
                    <a:pt x="1210326" y="4621603"/>
                  </a:lnTo>
                  <a:lnTo>
                    <a:pt x="1210420" y="4621603"/>
                  </a:lnTo>
                  <a:lnTo>
                    <a:pt x="1210514" y="4621603"/>
                  </a:lnTo>
                  <a:lnTo>
                    <a:pt x="1210608" y="4621603"/>
                  </a:lnTo>
                  <a:lnTo>
                    <a:pt x="1210702" y="4621603"/>
                  </a:lnTo>
                  <a:lnTo>
                    <a:pt x="1210797" y="4621603"/>
                  </a:lnTo>
                  <a:lnTo>
                    <a:pt x="1210891" y="4621603"/>
                  </a:lnTo>
                  <a:lnTo>
                    <a:pt x="1210985" y="4621603"/>
                  </a:lnTo>
                  <a:lnTo>
                    <a:pt x="1211079" y="4621603"/>
                  </a:lnTo>
                  <a:lnTo>
                    <a:pt x="1211173" y="4621603"/>
                  </a:lnTo>
                  <a:lnTo>
                    <a:pt x="1211267" y="4621603"/>
                  </a:lnTo>
                  <a:lnTo>
                    <a:pt x="1211362" y="4621603"/>
                  </a:lnTo>
                  <a:lnTo>
                    <a:pt x="1211456" y="4621603"/>
                  </a:lnTo>
                  <a:lnTo>
                    <a:pt x="1211550" y="4621603"/>
                  </a:lnTo>
                  <a:lnTo>
                    <a:pt x="1211644" y="4621603"/>
                  </a:lnTo>
                  <a:lnTo>
                    <a:pt x="1211738" y="4621603"/>
                  </a:lnTo>
                  <a:lnTo>
                    <a:pt x="1211832" y="4621603"/>
                  </a:lnTo>
                  <a:lnTo>
                    <a:pt x="1211926" y="4621603"/>
                  </a:lnTo>
                  <a:lnTo>
                    <a:pt x="1212021" y="4621603"/>
                  </a:lnTo>
                  <a:lnTo>
                    <a:pt x="1212115" y="4621603"/>
                  </a:lnTo>
                  <a:lnTo>
                    <a:pt x="1212209" y="4621603"/>
                  </a:lnTo>
                  <a:lnTo>
                    <a:pt x="1212303" y="4621603"/>
                  </a:lnTo>
                  <a:lnTo>
                    <a:pt x="1212397" y="4621603"/>
                  </a:lnTo>
                  <a:lnTo>
                    <a:pt x="1212491" y="4621603"/>
                  </a:lnTo>
                  <a:lnTo>
                    <a:pt x="1212586" y="4621603"/>
                  </a:lnTo>
                  <a:lnTo>
                    <a:pt x="1212680" y="4621603"/>
                  </a:lnTo>
                  <a:lnTo>
                    <a:pt x="1212774" y="4621603"/>
                  </a:lnTo>
                  <a:lnTo>
                    <a:pt x="1212868" y="4621603"/>
                  </a:lnTo>
                  <a:lnTo>
                    <a:pt x="1212962" y="4621603"/>
                  </a:lnTo>
                  <a:lnTo>
                    <a:pt x="1213056" y="4621603"/>
                  </a:lnTo>
                  <a:lnTo>
                    <a:pt x="1213150" y="4621603"/>
                  </a:lnTo>
                  <a:lnTo>
                    <a:pt x="1213245" y="4621603"/>
                  </a:lnTo>
                  <a:lnTo>
                    <a:pt x="1213339" y="4621603"/>
                  </a:lnTo>
                  <a:lnTo>
                    <a:pt x="1213433" y="4621603"/>
                  </a:lnTo>
                  <a:lnTo>
                    <a:pt x="1213527" y="4621603"/>
                  </a:lnTo>
                  <a:lnTo>
                    <a:pt x="1213621" y="4621603"/>
                  </a:lnTo>
                  <a:lnTo>
                    <a:pt x="1213715" y="4621603"/>
                  </a:lnTo>
                  <a:lnTo>
                    <a:pt x="1213810" y="4621603"/>
                  </a:lnTo>
                  <a:lnTo>
                    <a:pt x="1213904" y="4621603"/>
                  </a:lnTo>
                  <a:lnTo>
                    <a:pt x="1213998" y="4621603"/>
                  </a:lnTo>
                  <a:lnTo>
                    <a:pt x="1214092" y="4621603"/>
                  </a:lnTo>
                  <a:lnTo>
                    <a:pt x="1214186" y="4621603"/>
                  </a:lnTo>
                  <a:lnTo>
                    <a:pt x="1214280" y="4621603"/>
                  </a:lnTo>
                  <a:lnTo>
                    <a:pt x="1214374" y="4621603"/>
                  </a:lnTo>
                  <a:lnTo>
                    <a:pt x="1214469" y="4621603"/>
                  </a:lnTo>
                  <a:lnTo>
                    <a:pt x="1214563" y="4621603"/>
                  </a:lnTo>
                  <a:lnTo>
                    <a:pt x="1214657" y="4621603"/>
                  </a:lnTo>
                  <a:lnTo>
                    <a:pt x="1214751" y="4621603"/>
                  </a:lnTo>
                  <a:lnTo>
                    <a:pt x="1214845" y="4621603"/>
                  </a:lnTo>
                  <a:lnTo>
                    <a:pt x="1214939" y="4621603"/>
                  </a:lnTo>
                  <a:lnTo>
                    <a:pt x="1215033" y="4621603"/>
                  </a:lnTo>
                  <a:lnTo>
                    <a:pt x="1215128" y="4621603"/>
                  </a:lnTo>
                  <a:lnTo>
                    <a:pt x="1215222" y="4621603"/>
                  </a:lnTo>
                  <a:lnTo>
                    <a:pt x="1215316" y="4621603"/>
                  </a:lnTo>
                  <a:lnTo>
                    <a:pt x="1215410" y="4621603"/>
                  </a:lnTo>
                  <a:lnTo>
                    <a:pt x="1215504" y="4621603"/>
                  </a:lnTo>
                  <a:lnTo>
                    <a:pt x="1215598" y="4621603"/>
                  </a:lnTo>
                  <a:lnTo>
                    <a:pt x="1215693" y="4621603"/>
                  </a:lnTo>
                  <a:lnTo>
                    <a:pt x="1215787" y="4621603"/>
                  </a:lnTo>
                  <a:lnTo>
                    <a:pt x="1215881" y="4621603"/>
                  </a:lnTo>
                  <a:lnTo>
                    <a:pt x="1215975" y="4621603"/>
                  </a:lnTo>
                  <a:lnTo>
                    <a:pt x="1216069" y="4621603"/>
                  </a:lnTo>
                  <a:lnTo>
                    <a:pt x="1216163" y="4621603"/>
                  </a:lnTo>
                  <a:lnTo>
                    <a:pt x="1216257" y="4621603"/>
                  </a:lnTo>
                  <a:lnTo>
                    <a:pt x="1216352" y="4621603"/>
                  </a:lnTo>
                  <a:lnTo>
                    <a:pt x="1216446" y="4621603"/>
                  </a:lnTo>
                  <a:lnTo>
                    <a:pt x="1216540" y="4621603"/>
                  </a:lnTo>
                  <a:lnTo>
                    <a:pt x="1216634" y="4621603"/>
                  </a:lnTo>
                  <a:lnTo>
                    <a:pt x="1216728" y="4621603"/>
                  </a:lnTo>
                  <a:lnTo>
                    <a:pt x="1216822" y="4621603"/>
                  </a:lnTo>
                  <a:lnTo>
                    <a:pt x="1216917" y="4621603"/>
                  </a:lnTo>
                  <a:lnTo>
                    <a:pt x="1217011" y="4621603"/>
                  </a:lnTo>
                  <a:lnTo>
                    <a:pt x="1217105" y="4621603"/>
                  </a:lnTo>
                  <a:lnTo>
                    <a:pt x="1217199" y="4621603"/>
                  </a:lnTo>
                  <a:lnTo>
                    <a:pt x="1217293" y="4621603"/>
                  </a:lnTo>
                  <a:lnTo>
                    <a:pt x="1217387" y="4621603"/>
                  </a:lnTo>
                  <a:lnTo>
                    <a:pt x="1217481" y="4621603"/>
                  </a:lnTo>
                  <a:lnTo>
                    <a:pt x="1217576" y="4621603"/>
                  </a:lnTo>
                  <a:lnTo>
                    <a:pt x="1217670" y="4621603"/>
                  </a:lnTo>
                  <a:lnTo>
                    <a:pt x="1217764" y="4621603"/>
                  </a:lnTo>
                  <a:lnTo>
                    <a:pt x="1217858" y="4621603"/>
                  </a:lnTo>
                  <a:lnTo>
                    <a:pt x="1217952" y="4621603"/>
                  </a:lnTo>
                  <a:lnTo>
                    <a:pt x="1218046" y="4621603"/>
                  </a:lnTo>
                  <a:lnTo>
                    <a:pt x="1218141" y="4621603"/>
                  </a:lnTo>
                  <a:lnTo>
                    <a:pt x="1218235" y="4621603"/>
                  </a:lnTo>
                  <a:lnTo>
                    <a:pt x="1218329" y="4621603"/>
                  </a:lnTo>
                  <a:lnTo>
                    <a:pt x="1218423" y="4621603"/>
                  </a:lnTo>
                  <a:lnTo>
                    <a:pt x="1218517" y="4621603"/>
                  </a:lnTo>
                  <a:lnTo>
                    <a:pt x="1218611" y="4621603"/>
                  </a:lnTo>
                  <a:lnTo>
                    <a:pt x="1218705" y="4621603"/>
                  </a:lnTo>
                  <a:lnTo>
                    <a:pt x="1218800" y="4621603"/>
                  </a:lnTo>
                  <a:lnTo>
                    <a:pt x="1218894" y="4621603"/>
                  </a:lnTo>
                  <a:lnTo>
                    <a:pt x="1218988" y="4621603"/>
                  </a:lnTo>
                  <a:lnTo>
                    <a:pt x="1219082" y="4621603"/>
                  </a:lnTo>
                  <a:lnTo>
                    <a:pt x="1219176" y="4621603"/>
                  </a:lnTo>
                  <a:lnTo>
                    <a:pt x="1219270" y="4621603"/>
                  </a:lnTo>
                  <a:lnTo>
                    <a:pt x="1219365" y="4621603"/>
                  </a:lnTo>
                  <a:lnTo>
                    <a:pt x="1219459" y="4621603"/>
                  </a:lnTo>
                  <a:lnTo>
                    <a:pt x="1219459" y="4616692"/>
                  </a:lnTo>
                  <a:lnTo>
                    <a:pt x="1219553" y="4616692"/>
                  </a:lnTo>
                  <a:lnTo>
                    <a:pt x="1219647" y="4616692"/>
                  </a:lnTo>
                  <a:lnTo>
                    <a:pt x="1219741" y="4616692"/>
                  </a:lnTo>
                  <a:lnTo>
                    <a:pt x="1219835" y="4616692"/>
                  </a:lnTo>
                  <a:lnTo>
                    <a:pt x="1219929" y="4616692"/>
                  </a:lnTo>
                  <a:lnTo>
                    <a:pt x="1220024" y="4616692"/>
                  </a:lnTo>
                  <a:lnTo>
                    <a:pt x="1220118" y="4616692"/>
                  </a:lnTo>
                  <a:lnTo>
                    <a:pt x="1220212" y="4616692"/>
                  </a:lnTo>
                  <a:lnTo>
                    <a:pt x="1220306" y="4616692"/>
                  </a:lnTo>
                  <a:lnTo>
                    <a:pt x="1220400" y="4616692"/>
                  </a:lnTo>
                  <a:lnTo>
                    <a:pt x="1220494" y="4616692"/>
                  </a:lnTo>
                  <a:lnTo>
                    <a:pt x="1220588" y="4616692"/>
                  </a:lnTo>
                  <a:lnTo>
                    <a:pt x="1220683" y="4616692"/>
                  </a:lnTo>
                  <a:lnTo>
                    <a:pt x="1220777" y="4616692"/>
                  </a:lnTo>
                  <a:lnTo>
                    <a:pt x="1220871" y="4616692"/>
                  </a:lnTo>
                  <a:lnTo>
                    <a:pt x="1220965" y="4616692"/>
                  </a:lnTo>
                  <a:lnTo>
                    <a:pt x="1221059" y="4616692"/>
                  </a:lnTo>
                  <a:lnTo>
                    <a:pt x="1221153" y="4616692"/>
                  </a:lnTo>
                  <a:lnTo>
                    <a:pt x="1221248" y="4616692"/>
                  </a:lnTo>
                  <a:lnTo>
                    <a:pt x="1221248" y="4611781"/>
                  </a:lnTo>
                  <a:lnTo>
                    <a:pt x="1221342" y="4611781"/>
                  </a:lnTo>
                  <a:lnTo>
                    <a:pt x="1221436" y="4611781"/>
                  </a:lnTo>
                  <a:lnTo>
                    <a:pt x="1221530" y="4611781"/>
                  </a:lnTo>
                  <a:lnTo>
                    <a:pt x="1221624" y="4611781"/>
                  </a:lnTo>
                  <a:lnTo>
                    <a:pt x="1221718" y="4611781"/>
                  </a:lnTo>
                  <a:lnTo>
                    <a:pt x="1221812" y="4611781"/>
                  </a:lnTo>
                  <a:lnTo>
                    <a:pt x="1221907" y="4611781"/>
                  </a:lnTo>
                  <a:lnTo>
                    <a:pt x="1222001" y="4611781"/>
                  </a:lnTo>
                  <a:lnTo>
                    <a:pt x="1222095" y="4611781"/>
                  </a:lnTo>
                  <a:lnTo>
                    <a:pt x="1222189" y="4611781"/>
                  </a:lnTo>
                  <a:lnTo>
                    <a:pt x="1222283" y="4611781"/>
                  </a:lnTo>
                  <a:lnTo>
                    <a:pt x="1222377" y="4611781"/>
                  </a:lnTo>
                  <a:lnTo>
                    <a:pt x="1222472" y="4611781"/>
                  </a:lnTo>
                  <a:lnTo>
                    <a:pt x="1222566" y="4611781"/>
                  </a:lnTo>
                  <a:lnTo>
                    <a:pt x="1222660" y="4611781"/>
                  </a:lnTo>
                  <a:lnTo>
                    <a:pt x="1222754" y="4611781"/>
                  </a:lnTo>
                  <a:lnTo>
                    <a:pt x="1222848" y="4611781"/>
                  </a:lnTo>
                  <a:lnTo>
                    <a:pt x="1222942" y="4611781"/>
                  </a:lnTo>
                  <a:lnTo>
                    <a:pt x="1223036" y="4611781"/>
                  </a:lnTo>
                  <a:lnTo>
                    <a:pt x="1223131" y="4611781"/>
                  </a:lnTo>
                  <a:lnTo>
                    <a:pt x="1223225" y="4611781"/>
                  </a:lnTo>
                  <a:lnTo>
                    <a:pt x="1223319" y="4611781"/>
                  </a:lnTo>
                  <a:lnTo>
                    <a:pt x="1223413" y="4611781"/>
                  </a:lnTo>
                  <a:lnTo>
                    <a:pt x="1223507" y="4611781"/>
                  </a:lnTo>
                  <a:lnTo>
                    <a:pt x="1223601" y="4611781"/>
                  </a:lnTo>
                  <a:lnTo>
                    <a:pt x="1223696" y="4611781"/>
                  </a:lnTo>
                  <a:lnTo>
                    <a:pt x="1223790" y="4611781"/>
                  </a:lnTo>
                  <a:lnTo>
                    <a:pt x="1223884" y="4611781"/>
                  </a:lnTo>
                  <a:lnTo>
                    <a:pt x="1223978" y="4611781"/>
                  </a:lnTo>
                  <a:lnTo>
                    <a:pt x="1224072" y="4611781"/>
                  </a:lnTo>
                  <a:lnTo>
                    <a:pt x="1224166" y="4611781"/>
                  </a:lnTo>
                  <a:lnTo>
                    <a:pt x="1224260" y="4611781"/>
                  </a:lnTo>
                  <a:lnTo>
                    <a:pt x="1224355" y="4611781"/>
                  </a:lnTo>
                  <a:lnTo>
                    <a:pt x="1224449" y="4611781"/>
                  </a:lnTo>
                  <a:lnTo>
                    <a:pt x="1224543" y="4611781"/>
                  </a:lnTo>
                  <a:lnTo>
                    <a:pt x="1224637" y="4611781"/>
                  </a:lnTo>
                  <a:lnTo>
                    <a:pt x="1224731" y="4611781"/>
                  </a:lnTo>
                  <a:lnTo>
                    <a:pt x="1224825" y="4611781"/>
                  </a:lnTo>
                  <a:lnTo>
                    <a:pt x="1224919" y="4611781"/>
                  </a:lnTo>
                  <a:lnTo>
                    <a:pt x="1225014" y="4611781"/>
                  </a:lnTo>
                  <a:lnTo>
                    <a:pt x="1225108" y="4611781"/>
                  </a:lnTo>
                  <a:lnTo>
                    <a:pt x="1225202" y="4611781"/>
                  </a:lnTo>
                  <a:lnTo>
                    <a:pt x="1225296" y="4611781"/>
                  </a:lnTo>
                  <a:lnTo>
                    <a:pt x="1225390" y="4611781"/>
                  </a:lnTo>
                  <a:lnTo>
                    <a:pt x="1225484" y="4611781"/>
                  </a:lnTo>
                  <a:lnTo>
                    <a:pt x="1225579" y="4611781"/>
                  </a:lnTo>
                  <a:lnTo>
                    <a:pt x="1225673" y="4611781"/>
                  </a:lnTo>
                  <a:lnTo>
                    <a:pt x="1225767" y="4611781"/>
                  </a:lnTo>
                  <a:lnTo>
                    <a:pt x="1225861" y="4611781"/>
                  </a:lnTo>
                  <a:lnTo>
                    <a:pt x="1225955" y="4611781"/>
                  </a:lnTo>
                  <a:lnTo>
                    <a:pt x="1226049" y="4611781"/>
                  </a:lnTo>
                  <a:lnTo>
                    <a:pt x="1226143" y="4611781"/>
                  </a:lnTo>
                  <a:lnTo>
                    <a:pt x="1226238" y="4611781"/>
                  </a:lnTo>
                  <a:lnTo>
                    <a:pt x="1226332" y="4611781"/>
                  </a:lnTo>
                  <a:lnTo>
                    <a:pt x="1226426" y="4611781"/>
                  </a:lnTo>
                  <a:lnTo>
                    <a:pt x="1226520" y="4611781"/>
                  </a:lnTo>
                  <a:lnTo>
                    <a:pt x="1226614" y="4611781"/>
                  </a:lnTo>
                  <a:lnTo>
                    <a:pt x="1226708" y="4611781"/>
                  </a:lnTo>
                  <a:lnTo>
                    <a:pt x="1226803" y="4611781"/>
                  </a:lnTo>
                  <a:lnTo>
                    <a:pt x="1226897" y="4611781"/>
                  </a:lnTo>
                  <a:lnTo>
                    <a:pt x="1226991" y="4611781"/>
                  </a:lnTo>
                  <a:lnTo>
                    <a:pt x="1227085" y="4611781"/>
                  </a:lnTo>
                  <a:lnTo>
                    <a:pt x="1227179" y="4611781"/>
                  </a:lnTo>
                  <a:lnTo>
                    <a:pt x="1227273" y="4611781"/>
                  </a:lnTo>
                  <a:lnTo>
                    <a:pt x="1227367" y="4611781"/>
                  </a:lnTo>
                  <a:lnTo>
                    <a:pt x="1227462" y="4611781"/>
                  </a:lnTo>
                  <a:lnTo>
                    <a:pt x="1227556" y="4611781"/>
                  </a:lnTo>
                  <a:lnTo>
                    <a:pt x="1227650" y="4611781"/>
                  </a:lnTo>
                  <a:lnTo>
                    <a:pt x="1227744" y="4611781"/>
                  </a:lnTo>
                  <a:lnTo>
                    <a:pt x="1227838" y="4611781"/>
                  </a:lnTo>
                  <a:lnTo>
                    <a:pt x="1227932" y="4611781"/>
                  </a:lnTo>
                  <a:lnTo>
                    <a:pt x="1228027" y="4611781"/>
                  </a:lnTo>
                  <a:lnTo>
                    <a:pt x="1228121" y="4611781"/>
                  </a:lnTo>
                  <a:lnTo>
                    <a:pt x="1228215" y="4611781"/>
                  </a:lnTo>
                  <a:lnTo>
                    <a:pt x="1228309" y="4611781"/>
                  </a:lnTo>
                  <a:lnTo>
                    <a:pt x="1228403" y="4611781"/>
                  </a:lnTo>
                  <a:lnTo>
                    <a:pt x="1228497" y="4611781"/>
                  </a:lnTo>
                  <a:lnTo>
                    <a:pt x="1228591" y="4611781"/>
                  </a:lnTo>
                  <a:lnTo>
                    <a:pt x="1228686" y="4611781"/>
                  </a:lnTo>
                  <a:lnTo>
                    <a:pt x="1228780" y="4611781"/>
                  </a:lnTo>
                  <a:lnTo>
                    <a:pt x="1228874" y="4611781"/>
                  </a:lnTo>
                  <a:lnTo>
                    <a:pt x="1228968" y="4611781"/>
                  </a:lnTo>
                  <a:lnTo>
                    <a:pt x="1229062" y="4611781"/>
                  </a:lnTo>
                  <a:lnTo>
                    <a:pt x="1229156" y="4611781"/>
                  </a:lnTo>
                  <a:lnTo>
                    <a:pt x="1229156" y="4606869"/>
                  </a:lnTo>
                  <a:lnTo>
                    <a:pt x="1229250" y="4606869"/>
                  </a:lnTo>
                  <a:lnTo>
                    <a:pt x="1229345" y="4606869"/>
                  </a:lnTo>
                  <a:lnTo>
                    <a:pt x="1229439" y="4606869"/>
                  </a:lnTo>
                  <a:lnTo>
                    <a:pt x="1229533" y="4606869"/>
                  </a:lnTo>
                  <a:lnTo>
                    <a:pt x="1229627" y="4606869"/>
                  </a:lnTo>
                  <a:lnTo>
                    <a:pt x="1229721" y="4606869"/>
                  </a:lnTo>
                  <a:lnTo>
                    <a:pt x="1229815" y="4606869"/>
                  </a:lnTo>
                  <a:lnTo>
                    <a:pt x="1229910" y="4606869"/>
                  </a:lnTo>
                  <a:lnTo>
                    <a:pt x="1230004" y="4606869"/>
                  </a:lnTo>
                  <a:lnTo>
                    <a:pt x="1230098" y="4606869"/>
                  </a:lnTo>
                  <a:lnTo>
                    <a:pt x="1230192" y="4606869"/>
                  </a:lnTo>
                  <a:lnTo>
                    <a:pt x="1230286" y="4606869"/>
                  </a:lnTo>
                  <a:lnTo>
                    <a:pt x="1230380" y="4606869"/>
                  </a:lnTo>
                  <a:lnTo>
                    <a:pt x="1230474" y="4606869"/>
                  </a:lnTo>
                  <a:lnTo>
                    <a:pt x="1230569" y="4606869"/>
                  </a:lnTo>
                  <a:lnTo>
                    <a:pt x="1230663" y="4606869"/>
                  </a:lnTo>
                  <a:lnTo>
                    <a:pt x="1230757" y="4606869"/>
                  </a:lnTo>
                  <a:lnTo>
                    <a:pt x="1230851" y="4606869"/>
                  </a:lnTo>
                  <a:lnTo>
                    <a:pt x="1230945" y="4606869"/>
                  </a:lnTo>
                  <a:lnTo>
                    <a:pt x="1231039" y="4606869"/>
                  </a:lnTo>
                  <a:lnTo>
                    <a:pt x="1231134" y="4606869"/>
                  </a:lnTo>
                  <a:lnTo>
                    <a:pt x="1231228" y="4606869"/>
                  </a:lnTo>
                  <a:lnTo>
                    <a:pt x="1231322" y="4606869"/>
                  </a:lnTo>
                  <a:lnTo>
                    <a:pt x="1231416" y="4606869"/>
                  </a:lnTo>
                  <a:lnTo>
                    <a:pt x="1231510" y="4606869"/>
                  </a:lnTo>
                  <a:lnTo>
                    <a:pt x="1231604" y="4606869"/>
                  </a:lnTo>
                  <a:lnTo>
                    <a:pt x="1231698" y="4606869"/>
                  </a:lnTo>
                  <a:lnTo>
                    <a:pt x="1231793" y="4606869"/>
                  </a:lnTo>
                  <a:lnTo>
                    <a:pt x="1231887" y="4606869"/>
                  </a:lnTo>
                  <a:lnTo>
                    <a:pt x="1231981" y="4606869"/>
                  </a:lnTo>
                  <a:lnTo>
                    <a:pt x="1232075" y="4606869"/>
                  </a:lnTo>
                  <a:lnTo>
                    <a:pt x="1232169" y="4606869"/>
                  </a:lnTo>
                  <a:lnTo>
                    <a:pt x="1232263" y="4606869"/>
                  </a:lnTo>
                  <a:lnTo>
                    <a:pt x="1232358" y="4606869"/>
                  </a:lnTo>
                  <a:lnTo>
                    <a:pt x="1232452" y="4606869"/>
                  </a:lnTo>
                  <a:lnTo>
                    <a:pt x="1232546" y="4606869"/>
                  </a:lnTo>
                  <a:lnTo>
                    <a:pt x="1232546" y="4601958"/>
                  </a:lnTo>
                  <a:lnTo>
                    <a:pt x="1232640" y="4601958"/>
                  </a:lnTo>
                  <a:lnTo>
                    <a:pt x="1232734" y="4601958"/>
                  </a:lnTo>
                  <a:lnTo>
                    <a:pt x="1232828" y="4601958"/>
                  </a:lnTo>
                  <a:lnTo>
                    <a:pt x="1232922" y="4601958"/>
                  </a:lnTo>
                  <a:lnTo>
                    <a:pt x="1233017" y="4601958"/>
                  </a:lnTo>
                  <a:lnTo>
                    <a:pt x="1233111" y="4601958"/>
                  </a:lnTo>
                  <a:lnTo>
                    <a:pt x="1233205" y="4601958"/>
                  </a:lnTo>
                  <a:lnTo>
                    <a:pt x="1233299" y="4601958"/>
                  </a:lnTo>
                  <a:lnTo>
                    <a:pt x="1233393" y="4601958"/>
                  </a:lnTo>
                  <a:lnTo>
                    <a:pt x="1233487" y="4601958"/>
                  </a:lnTo>
                  <a:lnTo>
                    <a:pt x="1233581" y="4601958"/>
                  </a:lnTo>
                  <a:lnTo>
                    <a:pt x="1233676" y="4601958"/>
                  </a:lnTo>
                  <a:lnTo>
                    <a:pt x="1233770" y="4601958"/>
                  </a:lnTo>
                  <a:lnTo>
                    <a:pt x="1233864" y="4601958"/>
                  </a:lnTo>
                  <a:lnTo>
                    <a:pt x="1233958" y="4601958"/>
                  </a:lnTo>
                  <a:lnTo>
                    <a:pt x="1234052" y="4601958"/>
                  </a:lnTo>
                  <a:lnTo>
                    <a:pt x="1234146" y="4601958"/>
                  </a:lnTo>
                  <a:lnTo>
                    <a:pt x="1234241" y="4601958"/>
                  </a:lnTo>
                  <a:lnTo>
                    <a:pt x="1234335" y="4601958"/>
                  </a:lnTo>
                  <a:lnTo>
                    <a:pt x="1234335" y="4597046"/>
                  </a:lnTo>
                  <a:lnTo>
                    <a:pt x="1234429" y="4597046"/>
                  </a:lnTo>
                  <a:lnTo>
                    <a:pt x="1234523" y="4597046"/>
                  </a:lnTo>
                  <a:lnTo>
                    <a:pt x="1234617" y="4597046"/>
                  </a:lnTo>
                  <a:lnTo>
                    <a:pt x="1234711" y="4597046"/>
                  </a:lnTo>
                  <a:lnTo>
                    <a:pt x="1234805" y="4597046"/>
                  </a:lnTo>
                  <a:lnTo>
                    <a:pt x="1234900" y="4597046"/>
                  </a:lnTo>
                  <a:lnTo>
                    <a:pt x="1234994" y="4597046"/>
                  </a:lnTo>
                  <a:lnTo>
                    <a:pt x="1235088" y="4597046"/>
                  </a:lnTo>
                  <a:lnTo>
                    <a:pt x="1235182" y="4597046"/>
                  </a:lnTo>
                  <a:lnTo>
                    <a:pt x="1235276" y="4597046"/>
                  </a:lnTo>
                  <a:lnTo>
                    <a:pt x="1235370" y="4597046"/>
                  </a:lnTo>
                  <a:lnTo>
                    <a:pt x="1235465" y="4597046"/>
                  </a:lnTo>
                  <a:lnTo>
                    <a:pt x="1235559" y="4597046"/>
                  </a:lnTo>
                  <a:lnTo>
                    <a:pt x="1235653" y="4597046"/>
                  </a:lnTo>
                  <a:lnTo>
                    <a:pt x="1235747" y="4597046"/>
                  </a:lnTo>
                  <a:lnTo>
                    <a:pt x="1235841" y="4597046"/>
                  </a:lnTo>
                  <a:lnTo>
                    <a:pt x="1235935" y="4597046"/>
                  </a:lnTo>
                  <a:lnTo>
                    <a:pt x="1236029" y="4597046"/>
                  </a:lnTo>
                  <a:lnTo>
                    <a:pt x="1236124" y="4597046"/>
                  </a:lnTo>
                  <a:lnTo>
                    <a:pt x="1236218" y="4597046"/>
                  </a:lnTo>
                  <a:lnTo>
                    <a:pt x="1236312" y="4597046"/>
                  </a:lnTo>
                  <a:lnTo>
                    <a:pt x="1236406" y="4597046"/>
                  </a:lnTo>
                  <a:lnTo>
                    <a:pt x="1236500" y="4597046"/>
                  </a:lnTo>
                  <a:lnTo>
                    <a:pt x="1236594" y="4597046"/>
                  </a:lnTo>
                  <a:lnTo>
                    <a:pt x="1236689" y="4597046"/>
                  </a:lnTo>
                  <a:lnTo>
                    <a:pt x="1236783" y="4597046"/>
                  </a:lnTo>
                  <a:lnTo>
                    <a:pt x="1236877" y="4597046"/>
                  </a:lnTo>
                  <a:lnTo>
                    <a:pt x="1236971" y="4597046"/>
                  </a:lnTo>
                  <a:lnTo>
                    <a:pt x="1237065" y="4597046"/>
                  </a:lnTo>
                  <a:lnTo>
                    <a:pt x="1237159" y="4597046"/>
                  </a:lnTo>
                  <a:lnTo>
                    <a:pt x="1237253" y="4597046"/>
                  </a:lnTo>
                  <a:lnTo>
                    <a:pt x="1237348" y="4597046"/>
                  </a:lnTo>
                  <a:lnTo>
                    <a:pt x="1237442" y="4597046"/>
                  </a:lnTo>
                  <a:lnTo>
                    <a:pt x="1237536" y="4597046"/>
                  </a:lnTo>
                  <a:lnTo>
                    <a:pt x="1237630" y="4597046"/>
                  </a:lnTo>
                  <a:lnTo>
                    <a:pt x="1237724" y="4597046"/>
                  </a:lnTo>
                  <a:lnTo>
                    <a:pt x="1237818" y="4597046"/>
                  </a:lnTo>
                  <a:lnTo>
                    <a:pt x="1237912" y="4597046"/>
                  </a:lnTo>
                  <a:lnTo>
                    <a:pt x="1238007" y="4597046"/>
                  </a:lnTo>
                  <a:lnTo>
                    <a:pt x="1238101" y="4597046"/>
                  </a:lnTo>
                  <a:lnTo>
                    <a:pt x="1238195" y="4597046"/>
                  </a:lnTo>
                  <a:lnTo>
                    <a:pt x="1238289" y="4597046"/>
                  </a:lnTo>
                  <a:lnTo>
                    <a:pt x="1238383" y="4597046"/>
                  </a:lnTo>
                  <a:lnTo>
                    <a:pt x="1238477" y="4597046"/>
                  </a:lnTo>
                  <a:lnTo>
                    <a:pt x="1238572" y="4597046"/>
                  </a:lnTo>
                  <a:lnTo>
                    <a:pt x="1238666" y="4597046"/>
                  </a:lnTo>
                  <a:lnTo>
                    <a:pt x="1238760" y="4597046"/>
                  </a:lnTo>
                  <a:lnTo>
                    <a:pt x="1238854" y="4597046"/>
                  </a:lnTo>
                  <a:lnTo>
                    <a:pt x="1238948" y="4597046"/>
                  </a:lnTo>
                  <a:lnTo>
                    <a:pt x="1239042" y="4597046"/>
                  </a:lnTo>
                  <a:lnTo>
                    <a:pt x="1239136" y="4597046"/>
                  </a:lnTo>
                  <a:lnTo>
                    <a:pt x="1239231" y="4597046"/>
                  </a:lnTo>
                  <a:lnTo>
                    <a:pt x="1239325" y="4597046"/>
                  </a:lnTo>
                  <a:lnTo>
                    <a:pt x="1239419" y="4597046"/>
                  </a:lnTo>
                  <a:lnTo>
                    <a:pt x="1239513" y="4597046"/>
                  </a:lnTo>
                  <a:lnTo>
                    <a:pt x="1239607" y="4597046"/>
                  </a:lnTo>
                  <a:lnTo>
                    <a:pt x="1239701" y="4597046"/>
                  </a:lnTo>
                  <a:lnTo>
                    <a:pt x="1239796" y="4597046"/>
                  </a:lnTo>
                  <a:lnTo>
                    <a:pt x="1239890" y="4597046"/>
                  </a:lnTo>
                  <a:lnTo>
                    <a:pt x="1239984" y="4597046"/>
                  </a:lnTo>
                  <a:lnTo>
                    <a:pt x="1240078" y="4597046"/>
                  </a:lnTo>
                  <a:lnTo>
                    <a:pt x="1240172" y="4597046"/>
                  </a:lnTo>
                  <a:lnTo>
                    <a:pt x="1240266" y="4597046"/>
                  </a:lnTo>
                  <a:lnTo>
                    <a:pt x="1240360" y="4597046"/>
                  </a:lnTo>
                  <a:lnTo>
                    <a:pt x="1240455" y="4597046"/>
                  </a:lnTo>
                  <a:lnTo>
                    <a:pt x="1240549" y="4597046"/>
                  </a:lnTo>
                  <a:lnTo>
                    <a:pt x="1240643" y="4597046"/>
                  </a:lnTo>
                  <a:lnTo>
                    <a:pt x="1240737" y="4597046"/>
                  </a:lnTo>
                  <a:lnTo>
                    <a:pt x="1240831" y="4597046"/>
                  </a:lnTo>
                  <a:lnTo>
                    <a:pt x="1240925" y="4597046"/>
                  </a:lnTo>
                  <a:lnTo>
                    <a:pt x="1241020" y="4597046"/>
                  </a:lnTo>
                  <a:lnTo>
                    <a:pt x="1241114" y="4597046"/>
                  </a:lnTo>
                  <a:lnTo>
                    <a:pt x="1241208" y="4597046"/>
                  </a:lnTo>
                  <a:lnTo>
                    <a:pt x="1241302" y="4597046"/>
                  </a:lnTo>
                  <a:lnTo>
                    <a:pt x="1241396" y="4597046"/>
                  </a:lnTo>
                  <a:lnTo>
                    <a:pt x="1241490" y="4597046"/>
                  </a:lnTo>
                  <a:lnTo>
                    <a:pt x="1241584" y="4597046"/>
                  </a:lnTo>
                  <a:lnTo>
                    <a:pt x="1241679" y="4597046"/>
                  </a:lnTo>
                  <a:lnTo>
                    <a:pt x="1241773" y="4597046"/>
                  </a:lnTo>
                  <a:lnTo>
                    <a:pt x="1241867" y="4597046"/>
                  </a:lnTo>
                  <a:lnTo>
                    <a:pt x="1241961" y="4597046"/>
                  </a:lnTo>
                  <a:lnTo>
                    <a:pt x="1242055" y="4597046"/>
                  </a:lnTo>
                  <a:lnTo>
                    <a:pt x="1242149" y="4597046"/>
                  </a:lnTo>
                  <a:lnTo>
                    <a:pt x="1242243" y="4597046"/>
                  </a:lnTo>
                  <a:lnTo>
                    <a:pt x="1242338" y="4597046"/>
                  </a:lnTo>
                  <a:lnTo>
                    <a:pt x="1242432" y="4597046"/>
                  </a:lnTo>
                  <a:lnTo>
                    <a:pt x="1242526" y="4597046"/>
                  </a:lnTo>
                  <a:lnTo>
                    <a:pt x="1242620" y="4597046"/>
                  </a:lnTo>
                  <a:lnTo>
                    <a:pt x="1242714" y="4597046"/>
                  </a:lnTo>
                  <a:lnTo>
                    <a:pt x="1242808" y="4597046"/>
                  </a:lnTo>
                  <a:lnTo>
                    <a:pt x="1242903" y="4597046"/>
                  </a:lnTo>
                  <a:lnTo>
                    <a:pt x="1242997" y="4597046"/>
                  </a:lnTo>
                  <a:lnTo>
                    <a:pt x="1243091" y="4597046"/>
                  </a:lnTo>
                  <a:lnTo>
                    <a:pt x="1243185" y="4597046"/>
                  </a:lnTo>
                  <a:lnTo>
                    <a:pt x="1243279" y="4597046"/>
                  </a:lnTo>
                  <a:lnTo>
                    <a:pt x="1243373" y="4597046"/>
                  </a:lnTo>
                  <a:lnTo>
                    <a:pt x="1243467" y="4597046"/>
                  </a:lnTo>
                  <a:lnTo>
                    <a:pt x="1243562" y="4597046"/>
                  </a:lnTo>
                  <a:lnTo>
                    <a:pt x="1243656" y="4597046"/>
                  </a:lnTo>
                  <a:lnTo>
                    <a:pt x="1243750" y="4597046"/>
                  </a:lnTo>
                  <a:lnTo>
                    <a:pt x="1243844" y="4597046"/>
                  </a:lnTo>
                  <a:lnTo>
                    <a:pt x="1243938" y="4597046"/>
                  </a:lnTo>
                  <a:lnTo>
                    <a:pt x="1244032" y="4597046"/>
                  </a:lnTo>
                  <a:lnTo>
                    <a:pt x="1244127" y="4597046"/>
                  </a:lnTo>
                  <a:lnTo>
                    <a:pt x="1244221" y="4597046"/>
                  </a:lnTo>
                  <a:lnTo>
                    <a:pt x="1244315" y="4597046"/>
                  </a:lnTo>
                  <a:lnTo>
                    <a:pt x="1244409" y="4597046"/>
                  </a:lnTo>
                  <a:lnTo>
                    <a:pt x="1244503" y="4597046"/>
                  </a:lnTo>
                  <a:lnTo>
                    <a:pt x="1244597" y="4597046"/>
                  </a:lnTo>
                  <a:lnTo>
                    <a:pt x="1244597" y="4592135"/>
                  </a:lnTo>
                  <a:lnTo>
                    <a:pt x="1244691" y="4592135"/>
                  </a:lnTo>
                  <a:lnTo>
                    <a:pt x="1244786" y="4592135"/>
                  </a:lnTo>
                  <a:lnTo>
                    <a:pt x="1244880" y="4592135"/>
                  </a:lnTo>
                  <a:lnTo>
                    <a:pt x="1244974" y="4592135"/>
                  </a:lnTo>
                  <a:lnTo>
                    <a:pt x="1245068" y="4592135"/>
                  </a:lnTo>
                  <a:lnTo>
                    <a:pt x="1245162" y="4592135"/>
                  </a:lnTo>
                  <a:lnTo>
                    <a:pt x="1245256" y="4592135"/>
                  </a:lnTo>
                  <a:lnTo>
                    <a:pt x="1245351" y="4592135"/>
                  </a:lnTo>
                  <a:lnTo>
                    <a:pt x="1245445" y="4592135"/>
                  </a:lnTo>
                  <a:lnTo>
                    <a:pt x="1245539" y="4592135"/>
                  </a:lnTo>
                  <a:lnTo>
                    <a:pt x="1245633" y="4592135"/>
                  </a:lnTo>
                  <a:lnTo>
                    <a:pt x="1245727" y="4592135"/>
                  </a:lnTo>
                  <a:lnTo>
                    <a:pt x="1245821" y="4592135"/>
                  </a:lnTo>
                  <a:lnTo>
                    <a:pt x="1245915" y="4592135"/>
                  </a:lnTo>
                  <a:lnTo>
                    <a:pt x="1246010" y="4592135"/>
                  </a:lnTo>
                  <a:lnTo>
                    <a:pt x="1246104" y="4592135"/>
                  </a:lnTo>
                  <a:lnTo>
                    <a:pt x="1246198" y="4592135"/>
                  </a:lnTo>
                  <a:lnTo>
                    <a:pt x="1246292" y="4592135"/>
                  </a:lnTo>
                  <a:lnTo>
                    <a:pt x="1246386" y="4592135"/>
                  </a:lnTo>
                  <a:lnTo>
                    <a:pt x="1246480" y="4592135"/>
                  </a:lnTo>
                  <a:lnTo>
                    <a:pt x="1246574" y="4592135"/>
                  </a:lnTo>
                  <a:lnTo>
                    <a:pt x="1246669" y="4592135"/>
                  </a:lnTo>
                  <a:lnTo>
                    <a:pt x="1246763" y="4592135"/>
                  </a:lnTo>
                  <a:lnTo>
                    <a:pt x="1246857" y="4592135"/>
                  </a:lnTo>
                  <a:lnTo>
                    <a:pt x="1246951" y="4592135"/>
                  </a:lnTo>
                  <a:lnTo>
                    <a:pt x="1247045" y="4592135"/>
                  </a:lnTo>
                  <a:lnTo>
                    <a:pt x="1247139" y="4592135"/>
                  </a:lnTo>
                  <a:lnTo>
                    <a:pt x="1247234" y="4592135"/>
                  </a:lnTo>
                  <a:lnTo>
                    <a:pt x="1247328" y="4592135"/>
                  </a:lnTo>
                  <a:lnTo>
                    <a:pt x="1247422" y="4592135"/>
                  </a:lnTo>
                  <a:lnTo>
                    <a:pt x="1247516" y="4592135"/>
                  </a:lnTo>
                  <a:lnTo>
                    <a:pt x="1247610" y="4592135"/>
                  </a:lnTo>
                  <a:lnTo>
                    <a:pt x="1247704" y="4592135"/>
                  </a:lnTo>
                  <a:lnTo>
                    <a:pt x="1247798" y="4592135"/>
                  </a:lnTo>
                  <a:lnTo>
                    <a:pt x="1247893" y="4592135"/>
                  </a:lnTo>
                  <a:lnTo>
                    <a:pt x="1247987" y="4592135"/>
                  </a:lnTo>
                  <a:lnTo>
                    <a:pt x="1248081" y="4592135"/>
                  </a:lnTo>
                  <a:lnTo>
                    <a:pt x="1248175" y="4592135"/>
                  </a:lnTo>
                  <a:lnTo>
                    <a:pt x="1248269" y="4592135"/>
                  </a:lnTo>
                  <a:lnTo>
                    <a:pt x="1248363" y="4592135"/>
                  </a:lnTo>
                  <a:lnTo>
                    <a:pt x="1248458" y="4592135"/>
                  </a:lnTo>
                  <a:lnTo>
                    <a:pt x="1248552" y="4592135"/>
                  </a:lnTo>
                  <a:lnTo>
                    <a:pt x="1248646" y="4592135"/>
                  </a:lnTo>
                  <a:lnTo>
                    <a:pt x="1248740" y="4592135"/>
                  </a:lnTo>
                  <a:lnTo>
                    <a:pt x="1248834" y="4592135"/>
                  </a:lnTo>
                  <a:lnTo>
                    <a:pt x="1248928" y="4592135"/>
                  </a:lnTo>
                  <a:lnTo>
                    <a:pt x="1249022" y="4592135"/>
                  </a:lnTo>
                  <a:lnTo>
                    <a:pt x="1249117" y="4592135"/>
                  </a:lnTo>
                  <a:lnTo>
                    <a:pt x="1249211" y="4592135"/>
                  </a:lnTo>
                  <a:lnTo>
                    <a:pt x="1249305" y="4592135"/>
                  </a:lnTo>
                  <a:lnTo>
                    <a:pt x="1249399" y="4592135"/>
                  </a:lnTo>
                  <a:lnTo>
                    <a:pt x="1249493" y="4592135"/>
                  </a:lnTo>
                  <a:lnTo>
                    <a:pt x="1249587" y="4592135"/>
                  </a:lnTo>
                  <a:lnTo>
                    <a:pt x="1249682" y="4592135"/>
                  </a:lnTo>
                  <a:lnTo>
                    <a:pt x="1249776" y="4592135"/>
                  </a:lnTo>
                  <a:lnTo>
                    <a:pt x="1249870" y="4592135"/>
                  </a:lnTo>
                  <a:lnTo>
                    <a:pt x="1249964" y="4592135"/>
                  </a:lnTo>
                  <a:lnTo>
                    <a:pt x="1250058" y="4592135"/>
                  </a:lnTo>
                  <a:lnTo>
                    <a:pt x="1250152" y="4592135"/>
                  </a:lnTo>
                  <a:lnTo>
                    <a:pt x="1250246" y="4592135"/>
                  </a:lnTo>
                  <a:lnTo>
                    <a:pt x="1250246" y="4587224"/>
                  </a:lnTo>
                  <a:lnTo>
                    <a:pt x="1250341" y="4587224"/>
                  </a:lnTo>
                  <a:lnTo>
                    <a:pt x="1250435" y="4587224"/>
                  </a:lnTo>
                  <a:lnTo>
                    <a:pt x="1250529" y="4587224"/>
                  </a:lnTo>
                  <a:lnTo>
                    <a:pt x="1250623" y="4587224"/>
                  </a:lnTo>
                  <a:lnTo>
                    <a:pt x="1250717" y="4587224"/>
                  </a:lnTo>
                  <a:lnTo>
                    <a:pt x="1250811" y="4587224"/>
                  </a:lnTo>
                  <a:lnTo>
                    <a:pt x="1250905" y="4587224"/>
                  </a:lnTo>
                  <a:lnTo>
                    <a:pt x="1251000" y="4587224"/>
                  </a:lnTo>
                  <a:lnTo>
                    <a:pt x="1251094" y="4587224"/>
                  </a:lnTo>
                  <a:lnTo>
                    <a:pt x="1251188" y="4587224"/>
                  </a:lnTo>
                  <a:lnTo>
                    <a:pt x="1251282" y="4587224"/>
                  </a:lnTo>
                  <a:lnTo>
                    <a:pt x="1251376" y="4587224"/>
                  </a:lnTo>
                  <a:lnTo>
                    <a:pt x="1251470" y="4587224"/>
                  </a:lnTo>
                  <a:lnTo>
                    <a:pt x="1251565" y="4587224"/>
                  </a:lnTo>
                  <a:lnTo>
                    <a:pt x="1251659" y="4587224"/>
                  </a:lnTo>
                  <a:lnTo>
                    <a:pt x="1251753" y="4587224"/>
                  </a:lnTo>
                  <a:lnTo>
                    <a:pt x="1251847" y="4587224"/>
                  </a:lnTo>
                  <a:lnTo>
                    <a:pt x="1251941" y="4587224"/>
                  </a:lnTo>
                  <a:lnTo>
                    <a:pt x="1252035" y="4587224"/>
                  </a:lnTo>
                  <a:lnTo>
                    <a:pt x="1252129" y="4587224"/>
                  </a:lnTo>
                  <a:lnTo>
                    <a:pt x="1252224" y="4587224"/>
                  </a:lnTo>
                  <a:lnTo>
                    <a:pt x="1252318" y="4587224"/>
                  </a:lnTo>
                  <a:lnTo>
                    <a:pt x="1252412" y="4587224"/>
                  </a:lnTo>
                  <a:lnTo>
                    <a:pt x="1252506" y="4587224"/>
                  </a:lnTo>
                  <a:lnTo>
                    <a:pt x="1252600" y="4587224"/>
                  </a:lnTo>
                  <a:lnTo>
                    <a:pt x="1252694" y="4587224"/>
                  </a:lnTo>
                  <a:lnTo>
                    <a:pt x="1252789" y="4587224"/>
                  </a:lnTo>
                  <a:lnTo>
                    <a:pt x="1252883" y="4587224"/>
                  </a:lnTo>
                  <a:lnTo>
                    <a:pt x="1252977" y="4587224"/>
                  </a:lnTo>
                  <a:lnTo>
                    <a:pt x="1253071" y="4587224"/>
                  </a:lnTo>
                  <a:lnTo>
                    <a:pt x="1253165" y="4587224"/>
                  </a:lnTo>
                  <a:lnTo>
                    <a:pt x="1253259" y="4587224"/>
                  </a:lnTo>
                  <a:lnTo>
                    <a:pt x="1253353" y="4587224"/>
                  </a:lnTo>
                  <a:lnTo>
                    <a:pt x="1253448" y="4587224"/>
                  </a:lnTo>
                  <a:lnTo>
                    <a:pt x="1253542" y="4587224"/>
                  </a:lnTo>
                  <a:lnTo>
                    <a:pt x="1253636" y="4587224"/>
                  </a:lnTo>
                  <a:lnTo>
                    <a:pt x="1253730" y="4587224"/>
                  </a:lnTo>
                  <a:lnTo>
                    <a:pt x="1253824" y="4587224"/>
                  </a:lnTo>
                  <a:lnTo>
                    <a:pt x="1253918" y="4587224"/>
                  </a:lnTo>
                  <a:lnTo>
                    <a:pt x="1254013" y="4587224"/>
                  </a:lnTo>
                  <a:lnTo>
                    <a:pt x="1254107" y="4587224"/>
                  </a:lnTo>
                  <a:lnTo>
                    <a:pt x="1254201" y="4587224"/>
                  </a:lnTo>
                  <a:lnTo>
                    <a:pt x="1254295" y="4587224"/>
                  </a:lnTo>
                  <a:lnTo>
                    <a:pt x="1254389" y="4587224"/>
                  </a:lnTo>
                  <a:lnTo>
                    <a:pt x="1254483" y="4587224"/>
                  </a:lnTo>
                  <a:lnTo>
                    <a:pt x="1254577" y="4587224"/>
                  </a:lnTo>
                  <a:lnTo>
                    <a:pt x="1254672" y="4587224"/>
                  </a:lnTo>
                  <a:lnTo>
                    <a:pt x="1254766" y="4587224"/>
                  </a:lnTo>
                  <a:lnTo>
                    <a:pt x="1254860" y="4587224"/>
                  </a:lnTo>
                  <a:lnTo>
                    <a:pt x="1254954" y="4587224"/>
                  </a:lnTo>
                  <a:lnTo>
                    <a:pt x="1255048" y="4587224"/>
                  </a:lnTo>
                  <a:lnTo>
                    <a:pt x="1255142" y="4587224"/>
                  </a:lnTo>
                  <a:lnTo>
                    <a:pt x="1255236" y="4587224"/>
                  </a:lnTo>
                  <a:lnTo>
                    <a:pt x="1255331" y="4587224"/>
                  </a:lnTo>
                  <a:lnTo>
                    <a:pt x="1255425" y="4587224"/>
                  </a:lnTo>
                  <a:lnTo>
                    <a:pt x="1255519" y="4587224"/>
                  </a:lnTo>
                  <a:lnTo>
                    <a:pt x="1255613" y="4587224"/>
                  </a:lnTo>
                  <a:lnTo>
                    <a:pt x="1255707" y="4587224"/>
                  </a:lnTo>
                  <a:lnTo>
                    <a:pt x="1255801" y="4587224"/>
                  </a:lnTo>
                  <a:lnTo>
                    <a:pt x="1255801" y="4582312"/>
                  </a:lnTo>
                  <a:lnTo>
                    <a:pt x="1255896" y="4582312"/>
                  </a:lnTo>
                  <a:lnTo>
                    <a:pt x="1255990" y="4582312"/>
                  </a:lnTo>
                  <a:lnTo>
                    <a:pt x="1256084" y="4582312"/>
                  </a:lnTo>
                  <a:lnTo>
                    <a:pt x="1256178" y="4582312"/>
                  </a:lnTo>
                  <a:lnTo>
                    <a:pt x="1256272" y="4582312"/>
                  </a:lnTo>
                  <a:lnTo>
                    <a:pt x="1256272" y="4577401"/>
                  </a:lnTo>
                  <a:lnTo>
                    <a:pt x="1256366" y="4577401"/>
                  </a:lnTo>
                  <a:lnTo>
                    <a:pt x="1256460" y="4577401"/>
                  </a:lnTo>
                  <a:lnTo>
                    <a:pt x="1256555" y="4577401"/>
                  </a:lnTo>
                  <a:lnTo>
                    <a:pt x="1256649" y="4577401"/>
                  </a:lnTo>
                  <a:lnTo>
                    <a:pt x="1256649" y="4572490"/>
                  </a:lnTo>
                  <a:lnTo>
                    <a:pt x="1256743" y="4572490"/>
                  </a:lnTo>
                  <a:lnTo>
                    <a:pt x="1256837" y="4572490"/>
                  </a:lnTo>
                  <a:lnTo>
                    <a:pt x="1256931" y="4572490"/>
                  </a:lnTo>
                  <a:lnTo>
                    <a:pt x="1257025" y="4572490"/>
                  </a:lnTo>
                  <a:lnTo>
                    <a:pt x="1257120" y="4572490"/>
                  </a:lnTo>
                  <a:lnTo>
                    <a:pt x="1257214" y="4572490"/>
                  </a:lnTo>
                  <a:lnTo>
                    <a:pt x="1257308" y="4572490"/>
                  </a:lnTo>
                  <a:lnTo>
                    <a:pt x="1257402" y="4572490"/>
                  </a:lnTo>
                  <a:lnTo>
                    <a:pt x="1257496" y="4572490"/>
                  </a:lnTo>
                  <a:lnTo>
                    <a:pt x="1257590" y="4572490"/>
                  </a:lnTo>
                  <a:lnTo>
                    <a:pt x="1257684" y="4572490"/>
                  </a:lnTo>
                  <a:lnTo>
                    <a:pt x="1257779" y="4572490"/>
                  </a:lnTo>
                  <a:lnTo>
                    <a:pt x="1257873" y="4572490"/>
                  </a:lnTo>
                  <a:lnTo>
                    <a:pt x="1257967" y="4572490"/>
                  </a:lnTo>
                  <a:lnTo>
                    <a:pt x="1258061" y="4572490"/>
                  </a:lnTo>
                  <a:lnTo>
                    <a:pt x="1258155" y="4572490"/>
                  </a:lnTo>
                  <a:lnTo>
                    <a:pt x="1258249" y="4572490"/>
                  </a:lnTo>
                  <a:lnTo>
                    <a:pt x="1258344" y="4572490"/>
                  </a:lnTo>
                  <a:lnTo>
                    <a:pt x="1258438" y="4572490"/>
                  </a:lnTo>
                  <a:lnTo>
                    <a:pt x="1258532" y="4572490"/>
                  </a:lnTo>
                  <a:lnTo>
                    <a:pt x="1258626" y="4572490"/>
                  </a:lnTo>
                  <a:lnTo>
                    <a:pt x="1258720" y="4572490"/>
                  </a:lnTo>
                  <a:lnTo>
                    <a:pt x="1258814" y="4572490"/>
                  </a:lnTo>
                  <a:lnTo>
                    <a:pt x="1258908" y="4572490"/>
                  </a:lnTo>
                  <a:lnTo>
                    <a:pt x="1259003" y="4572490"/>
                  </a:lnTo>
                  <a:lnTo>
                    <a:pt x="1259003" y="4567578"/>
                  </a:lnTo>
                  <a:lnTo>
                    <a:pt x="1259097" y="4567578"/>
                  </a:lnTo>
                  <a:lnTo>
                    <a:pt x="1259191" y="4567578"/>
                  </a:lnTo>
                  <a:lnTo>
                    <a:pt x="1259285" y="4567578"/>
                  </a:lnTo>
                  <a:lnTo>
                    <a:pt x="1259379" y="4567578"/>
                  </a:lnTo>
                  <a:lnTo>
                    <a:pt x="1259473" y="4567578"/>
                  </a:lnTo>
                  <a:lnTo>
                    <a:pt x="1259567" y="4567578"/>
                  </a:lnTo>
                  <a:lnTo>
                    <a:pt x="1259662" y="4567578"/>
                  </a:lnTo>
                  <a:lnTo>
                    <a:pt x="1259756" y="4567578"/>
                  </a:lnTo>
                  <a:lnTo>
                    <a:pt x="1259850" y="4567578"/>
                  </a:lnTo>
                  <a:lnTo>
                    <a:pt x="1259944" y="4567578"/>
                  </a:lnTo>
                  <a:lnTo>
                    <a:pt x="1260038" y="4567578"/>
                  </a:lnTo>
                  <a:lnTo>
                    <a:pt x="1260132" y="4567578"/>
                  </a:lnTo>
                  <a:lnTo>
                    <a:pt x="1260227" y="4567578"/>
                  </a:lnTo>
                  <a:lnTo>
                    <a:pt x="1260321" y="4567578"/>
                  </a:lnTo>
                  <a:lnTo>
                    <a:pt x="1260415" y="4567578"/>
                  </a:lnTo>
                  <a:lnTo>
                    <a:pt x="1260509" y="4567578"/>
                  </a:lnTo>
                  <a:lnTo>
                    <a:pt x="1260603" y="4567578"/>
                  </a:lnTo>
                  <a:lnTo>
                    <a:pt x="1260697" y="4567578"/>
                  </a:lnTo>
                  <a:lnTo>
                    <a:pt x="1260791" y="4567578"/>
                  </a:lnTo>
                  <a:lnTo>
                    <a:pt x="1260886" y="4567578"/>
                  </a:lnTo>
                  <a:lnTo>
                    <a:pt x="1260980" y="4567578"/>
                  </a:lnTo>
                  <a:lnTo>
                    <a:pt x="1261074" y="4567578"/>
                  </a:lnTo>
                  <a:lnTo>
                    <a:pt x="1261168" y="4567578"/>
                  </a:lnTo>
                  <a:lnTo>
                    <a:pt x="1261168" y="4562667"/>
                  </a:lnTo>
                  <a:lnTo>
                    <a:pt x="1261168" y="4557755"/>
                  </a:lnTo>
                  <a:lnTo>
                    <a:pt x="1261262" y="4557755"/>
                  </a:lnTo>
                  <a:lnTo>
                    <a:pt x="1261356" y="4557755"/>
                  </a:lnTo>
                  <a:lnTo>
                    <a:pt x="1261451" y="4557755"/>
                  </a:lnTo>
                  <a:lnTo>
                    <a:pt x="1261545" y="4557755"/>
                  </a:lnTo>
                  <a:lnTo>
                    <a:pt x="1261545" y="4552844"/>
                  </a:lnTo>
                  <a:lnTo>
                    <a:pt x="1261639" y="4552844"/>
                  </a:lnTo>
                  <a:lnTo>
                    <a:pt x="1261733" y="4552844"/>
                  </a:lnTo>
                  <a:lnTo>
                    <a:pt x="1261827" y="4552844"/>
                  </a:lnTo>
                  <a:lnTo>
                    <a:pt x="1261921" y="4552844"/>
                  </a:lnTo>
                  <a:lnTo>
                    <a:pt x="1262015" y="4552844"/>
                  </a:lnTo>
                  <a:lnTo>
                    <a:pt x="1262110" y="4552844"/>
                  </a:lnTo>
                  <a:lnTo>
                    <a:pt x="1262204" y="4552844"/>
                  </a:lnTo>
                  <a:lnTo>
                    <a:pt x="1262298" y="4552844"/>
                  </a:lnTo>
                  <a:lnTo>
                    <a:pt x="1262392" y="4552844"/>
                  </a:lnTo>
                  <a:lnTo>
                    <a:pt x="1262486" y="4552844"/>
                  </a:lnTo>
                  <a:lnTo>
                    <a:pt x="1262580" y="4552844"/>
                  </a:lnTo>
                  <a:lnTo>
                    <a:pt x="1262675" y="4552844"/>
                  </a:lnTo>
                  <a:lnTo>
                    <a:pt x="1262769" y="4552844"/>
                  </a:lnTo>
                  <a:lnTo>
                    <a:pt x="1262863" y="4552844"/>
                  </a:lnTo>
                  <a:lnTo>
                    <a:pt x="1262957" y="4552844"/>
                  </a:lnTo>
                  <a:lnTo>
                    <a:pt x="1263051" y="4552844"/>
                  </a:lnTo>
                  <a:lnTo>
                    <a:pt x="1263145" y="4552844"/>
                  </a:lnTo>
                  <a:lnTo>
                    <a:pt x="1263239" y="4552844"/>
                  </a:lnTo>
                  <a:lnTo>
                    <a:pt x="1263334" y="4552844"/>
                  </a:lnTo>
                  <a:lnTo>
                    <a:pt x="1263428" y="4552844"/>
                  </a:lnTo>
                  <a:lnTo>
                    <a:pt x="1263522" y="4552844"/>
                  </a:lnTo>
                  <a:lnTo>
                    <a:pt x="1263616" y="4552844"/>
                  </a:lnTo>
                  <a:lnTo>
                    <a:pt x="1263710" y="4552844"/>
                  </a:lnTo>
                  <a:lnTo>
                    <a:pt x="1263804" y="4552844"/>
                  </a:lnTo>
                  <a:lnTo>
                    <a:pt x="1263898" y="4552844"/>
                  </a:lnTo>
                  <a:lnTo>
                    <a:pt x="1263993" y="4552844"/>
                  </a:lnTo>
                  <a:lnTo>
                    <a:pt x="1264087" y="4552844"/>
                  </a:lnTo>
                  <a:lnTo>
                    <a:pt x="1264181" y="4552844"/>
                  </a:lnTo>
                  <a:lnTo>
                    <a:pt x="1264275" y="4552844"/>
                  </a:lnTo>
                  <a:lnTo>
                    <a:pt x="1264369" y="4552844"/>
                  </a:lnTo>
                  <a:lnTo>
                    <a:pt x="1264463" y="4552844"/>
                  </a:lnTo>
                  <a:lnTo>
                    <a:pt x="1264558" y="4552844"/>
                  </a:lnTo>
                  <a:lnTo>
                    <a:pt x="1264652" y="4552844"/>
                  </a:lnTo>
                  <a:lnTo>
                    <a:pt x="1264746" y="4552844"/>
                  </a:lnTo>
                  <a:lnTo>
                    <a:pt x="1264840" y="4552844"/>
                  </a:lnTo>
                  <a:lnTo>
                    <a:pt x="1264934" y="4552844"/>
                  </a:lnTo>
                  <a:lnTo>
                    <a:pt x="1265028" y="4552844"/>
                  </a:lnTo>
                  <a:lnTo>
                    <a:pt x="1265122" y="4552844"/>
                  </a:lnTo>
                  <a:lnTo>
                    <a:pt x="1265217" y="4552844"/>
                  </a:lnTo>
                  <a:lnTo>
                    <a:pt x="1265311" y="4552844"/>
                  </a:lnTo>
                  <a:lnTo>
                    <a:pt x="1265405" y="4552844"/>
                  </a:lnTo>
                  <a:lnTo>
                    <a:pt x="1265499" y="4552844"/>
                  </a:lnTo>
                  <a:lnTo>
                    <a:pt x="1265593" y="4552844"/>
                  </a:lnTo>
                  <a:lnTo>
                    <a:pt x="1265687" y="4552844"/>
                  </a:lnTo>
                  <a:lnTo>
                    <a:pt x="1265687" y="4547933"/>
                  </a:lnTo>
                  <a:lnTo>
                    <a:pt x="1265782" y="4547933"/>
                  </a:lnTo>
                  <a:lnTo>
                    <a:pt x="1265876" y="4547933"/>
                  </a:lnTo>
                  <a:lnTo>
                    <a:pt x="1265970" y="4547933"/>
                  </a:lnTo>
                  <a:lnTo>
                    <a:pt x="1266064" y="4547933"/>
                  </a:lnTo>
                  <a:lnTo>
                    <a:pt x="1266158" y="4547933"/>
                  </a:lnTo>
                  <a:lnTo>
                    <a:pt x="1266252" y="4547933"/>
                  </a:lnTo>
                  <a:lnTo>
                    <a:pt x="1266346" y="4547933"/>
                  </a:lnTo>
                  <a:lnTo>
                    <a:pt x="1266441" y="4547933"/>
                  </a:lnTo>
                  <a:lnTo>
                    <a:pt x="1266535" y="4547933"/>
                  </a:lnTo>
                  <a:lnTo>
                    <a:pt x="1266629" y="4547933"/>
                  </a:lnTo>
                  <a:lnTo>
                    <a:pt x="1266723" y="4547933"/>
                  </a:lnTo>
                  <a:lnTo>
                    <a:pt x="1266817" y="4547933"/>
                  </a:lnTo>
                  <a:lnTo>
                    <a:pt x="1266911" y="4547933"/>
                  </a:lnTo>
                  <a:lnTo>
                    <a:pt x="1267006" y="4547933"/>
                  </a:lnTo>
                  <a:lnTo>
                    <a:pt x="1267100" y="4547933"/>
                  </a:lnTo>
                  <a:lnTo>
                    <a:pt x="1267194" y="4547933"/>
                  </a:lnTo>
                  <a:lnTo>
                    <a:pt x="1267288" y="4547933"/>
                  </a:lnTo>
                  <a:lnTo>
                    <a:pt x="1267382" y="4547933"/>
                  </a:lnTo>
                  <a:lnTo>
                    <a:pt x="1267476" y="4547933"/>
                  </a:lnTo>
                  <a:lnTo>
                    <a:pt x="1267570" y="4547933"/>
                  </a:lnTo>
                  <a:lnTo>
                    <a:pt x="1267665" y="4547933"/>
                  </a:lnTo>
                  <a:lnTo>
                    <a:pt x="1267759" y="4547933"/>
                  </a:lnTo>
                  <a:lnTo>
                    <a:pt x="1267853" y="4547933"/>
                  </a:lnTo>
                  <a:lnTo>
                    <a:pt x="1267947" y="4547933"/>
                  </a:lnTo>
                  <a:lnTo>
                    <a:pt x="1268041" y="4547933"/>
                  </a:lnTo>
                  <a:lnTo>
                    <a:pt x="1268135" y="4547933"/>
                  </a:lnTo>
                  <a:lnTo>
                    <a:pt x="1268229" y="4547933"/>
                  </a:lnTo>
                  <a:lnTo>
                    <a:pt x="1268324" y="4547933"/>
                  </a:lnTo>
                  <a:lnTo>
                    <a:pt x="1268418" y="4547933"/>
                  </a:lnTo>
                  <a:lnTo>
                    <a:pt x="1268512" y="4547933"/>
                  </a:lnTo>
                  <a:lnTo>
                    <a:pt x="1268606" y="4547933"/>
                  </a:lnTo>
                  <a:lnTo>
                    <a:pt x="1268700" y="4547933"/>
                  </a:lnTo>
                  <a:lnTo>
                    <a:pt x="1268794" y="4547933"/>
                  </a:lnTo>
                  <a:lnTo>
                    <a:pt x="1268889" y="4547933"/>
                  </a:lnTo>
                  <a:lnTo>
                    <a:pt x="1268983" y="4547933"/>
                  </a:lnTo>
                  <a:lnTo>
                    <a:pt x="1269077" y="4547933"/>
                  </a:lnTo>
                  <a:lnTo>
                    <a:pt x="1269171" y="4547933"/>
                  </a:lnTo>
                  <a:lnTo>
                    <a:pt x="1269265" y="4547933"/>
                  </a:lnTo>
                  <a:lnTo>
                    <a:pt x="1269359" y="4547933"/>
                  </a:lnTo>
                  <a:lnTo>
                    <a:pt x="1269453" y="4547933"/>
                  </a:lnTo>
                  <a:lnTo>
                    <a:pt x="1269548" y="4547933"/>
                  </a:lnTo>
                  <a:lnTo>
                    <a:pt x="1269642" y="4547933"/>
                  </a:lnTo>
                  <a:lnTo>
                    <a:pt x="1269736" y="4547933"/>
                  </a:lnTo>
                  <a:lnTo>
                    <a:pt x="1269830" y="4547933"/>
                  </a:lnTo>
                  <a:lnTo>
                    <a:pt x="1269924" y="4547933"/>
                  </a:lnTo>
                  <a:lnTo>
                    <a:pt x="1270018" y="4547933"/>
                  </a:lnTo>
                  <a:lnTo>
                    <a:pt x="1270113" y="4547933"/>
                  </a:lnTo>
                  <a:lnTo>
                    <a:pt x="1270207" y="4547933"/>
                  </a:lnTo>
                  <a:lnTo>
                    <a:pt x="1270301" y="4547933"/>
                  </a:lnTo>
                  <a:lnTo>
                    <a:pt x="1270395" y="4547933"/>
                  </a:lnTo>
                  <a:lnTo>
                    <a:pt x="1270489" y="4547933"/>
                  </a:lnTo>
                  <a:lnTo>
                    <a:pt x="1270583" y="4547933"/>
                  </a:lnTo>
                  <a:lnTo>
                    <a:pt x="1270677" y="4547933"/>
                  </a:lnTo>
                  <a:lnTo>
                    <a:pt x="1270772" y="4547933"/>
                  </a:lnTo>
                  <a:lnTo>
                    <a:pt x="1270866" y="4547933"/>
                  </a:lnTo>
                  <a:lnTo>
                    <a:pt x="1270960" y="4547933"/>
                  </a:lnTo>
                  <a:lnTo>
                    <a:pt x="1271054" y="4547933"/>
                  </a:lnTo>
                  <a:lnTo>
                    <a:pt x="1271148" y="4547933"/>
                  </a:lnTo>
                  <a:lnTo>
                    <a:pt x="1271242" y="4547933"/>
                  </a:lnTo>
                  <a:lnTo>
                    <a:pt x="1271337" y="4547933"/>
                  </a:lnTo>
                  <a:lnTo>
                    <a:pt x="1271431" y="4547933"/>
                  </a:lnTo>
                  <a:lnTo>
                    <a:pt x="1271525" y="4547933"/>
                  </a:lnTo>
                  <a:lnTo>
                    <a:pt x="1271619" y="4547933"/>
                  </a:lnTo>
                  <a:lnTo>
                    <a:pt x="1271713" y="4547933"/>
                  </a:lnTo>
                  <a:lnTo>
                    <a:pt x="1271807" y="4547933"/>
                  </a:lnTo>
                  <a:lnTo>
                    <a:pt x="1271901" y="4547933"/>
                  </a:lnTo>
                  <a:lnTo>
                    <a:pt x="1271996" y="4547933"/>
                  </a:lnTo>
                  <a:lnTo>
                    <a:pt x="1272090" y="4547933"/>
                  </a:lnTo>
                  <a:lnTo>
                    <a:pt x="1272184" y="4547933"/>
                  </a:lnTo>
                  <a:lnTo>
                    <a:pt x="1272278" y="4547933"/>
                  </a:lnTo>
                  <a:lnTo>
                    <a:pt x="1272372" y="4547933"/>
                  </a:lnTo>
                  <a:lnTo>
                    <a:pt x="1272466" y="4547933"/>
                  </a:lnTo>
                  <a:lnTo>
                    <a:pt x="1272560" y="4547933"/>
                  </a:lnTo>
                  <a:lnTo>
                    <a:pt x="1272655" y="4547933"/>
                  </a:lnTo>
                  <a:lnTo>
                    <a:pt x="1272749" y="4547933"/>
                  </a:lnTo>
                  <a:lnTo>
                    <a:pt x="1272843" y="4547933"/>
                  </a:lnTo>
                  <a:lnTo>
                    <a:pt x="1272937" y="4547933"/>
                  </a:lnTo>
                  <a:lnTo>
                    <a:pt x="1273031" y="4547933"/>
                  </a:lnTo>
                  <a:lnTo>
                    <a:pt x="1273125" y="4547933"/>
                  </a:lnTo>
                  <a:lnTo>
                    <a:pt x="1273220" y="4547933"/>
                  </a:lnTo>
                  <a:lnTo>
                    <a:pt x="1273314" y="4547933"/>
                  </a:lnTo>
                  <a:lnTo>
                    <a:pt x="1273408" y="4547933"/>
                  </a:lnTo>
                  <a:lnTo>
                    <a:pt x="1273502" y="4547933"/>
                  </a:lnTo>
                  <a:lnTo>
                    <a:pt x="1273596" y="4547933"/>
                  </a:lnTo>
                  <a:lnTo>
                    <a:pt x="1273690" y="4547933"/>
                  </a:lnTo>
                  <a:lnTo>
                    <a:pt x="1273784" y="4547933"/>
                  </a:lnTo>
                  <a:lnTo>
                    <a:pt x="1273879" y="4547933"/>
                  </a:lnTo>
                  <a:lnTo>
                    <a:pt x="1273973" y="4547933"/>
                  </a:lnTo>
                  <a:lnTo>
                    <a:pt x="1274067" y="4547933"/>
                  </a:lnTo>
                  <a:lnTo>
                    <a:pt x="1274161" y="4547933"/>
                  </a:lnTo>
                  <a:lnTo>
                    <a:pt x="1274255" y="4547933"/>
                  </a:lnTo>
                  <a:lnTo>
                    <a:pt x="1274255" y="4543021"/>
                  </a:lnTo>
                  <a:lnTo>
                    <a:pt x="1274349" y="4543021"/>
                  </a:lnTo>
                  <a:lnTo>
                    <a:pt x="1274444" y="4543021"/>
                  </a:lnTo>
                  <a:lnTo>
                    <a:pt x="1274538" y="4543021"/>
                  </a:lnTo>
                  <a:lnTo>
                    <a:pt x="1274632" y="4543021"/>
                  </a:lnTo>
                  <a:lnTo>
                    <a:pt x="1274726" y="4543021"/>
                  </a:lnTo>
                  <a:lnTo>
                    <a:pt x="1274820" y="4543021"/>
                  </a:lnTo>
                  <a:lnTo>
                    <a:pt x="1274914" y="4543021"/>
                  </a:lnTo>
                  <a:lnTo>
                    <a:pt x="1275008" y="4543021"/>
                  </a:lnTo>
                  <a:lnTo>
                    <a:pt x="1275103" y="4543021"/>
                  </a:lnTo>
                  <a:lnTo>
                    <a:pt x="1275197" y="4543021"/>
                  </a:lnTo>
                  <a:lnTo>
                    <a:pt x="1275291" y="4543021"/>
                  </a:lnTo>
                  <a:lnTo>
                    <a:pt x="1275385" y="4543021"/>
                  </a:lnTo>
                  <a:lnTo>
                    <a:pt x="1275479" y="4543021"/>
                  </a:lnTo>
                  <a:lnTo>
                    <a:pt x="1275573" y="4543021"/>
                  </a:lnTo>
                  <a:lnTo>
                    <a:pt x="1275668" y="4543021"/>
                  </a:lnTo>
                  <a:lnTo>
                    <a:pt x="1275762" y="4543021"/>
                  </a:lnTo>
                  <a:lnTo>
                    <a:pt x="1275762" y="4538110"/>
                  </a:lnTo>
                  <a:lnTo>
                    <a:pt x="1275856" y="4538110"/>
                  </a:lnTo>
                  <a:lnTo>
                    <a:pt x="1275950" y="4538110"/>
                  </a:lnTo>
                  <a:lnTo>
                    <a:pt x="1276044" y="4538110"/>
                  </a:lnTo>
                  <a:lnTo>
                    <a:pt x="1276138" y="4538110"/>
                  </a:lnTo>
                  <a:lnTo>
                    <a:pt x="1276232" y="4538110"/>
                  </a:lnTo>
                  <a:lnTo>
                    <a:pt x="1276327" y="4538110"/>
                  </a:lnTo>
                  <a:lnTo>
                    <a:pt x="1276421" y="4538110"/>
                  </a:lnTo>
                  <a:lnTo>
                    <a:pt x="1276515" y="4538110"/>
                  </a:lnTo>
                  <a:lnTo>
                    <a:pt x="1276609" y="4538110"/>
                  </a:lnTo>
                  <a:lnTo>
                    <a:pt x="1276703" y="4538110"/>
                  </a:lnTo>
                  <a:lnTo>
                    <a:pt x="1276797" y="4538110"/>
                  </a:lnTo>
                  <a:lnTo>
                    <a:pt x="1276891" y="4538110"/>
                  </a:lnTo>
                  <a:lnTo>
                    <a:pt x="1276986" y="4538110"/>
                  </a:lnTo>
                  <a:lnTo>
                    <a:pt x="1277080" y="4538110"/>
                  </a:lnTo>
                  <a:lnTo>
                    <a:pt x="1277174" y="4538110"/>
                  </a:lnTo>
                  <a:lnTo>
                    <a:pt x="1277268" y="4538110"/>
                  </a:lnTo>
                  <a:lnTo>
                    <a:pt x="1277362" y="4538110"/>
                  </a:lnTo>
                  <a:lnTo>
                    <a:pt x="1277456" y="4538110"/>
                  </a:lnTo>
                  <a:lnTo>
                    <a:pt x="1277551" y="4538110"/>
                  </a:lnTo>
                  <a:lnTo>
                    <a:pt x="1277645" y="4538110"/>
                  </a:lnTo>
                  <a:lnTo>
                    <a:pt x="1277739" y="4538110"/>
                  </a:lnTo>
                  <a:lnTo>
                    <a:pt x="1277833" y="4538110"/>
                  </a:lnTo>
                  <a:lnTo>
                    <a:pt x="1277927" y="4538110"/>
                  </a:lnTo>
                  <a:lnTo>
                    <a:pt x="1278021" y="4538110"/>
                  </a:lnTo>
                  <a:lnTo>
                    <a:pt x="1278115" y="4538110"/>
                  </a:lnTo>
                  <a:lnTo>
                    <a:pt x="1278210" y="4538110"/>
                  </a:lnTo>
                  <a:lnTo>
                    <a:pt x="1278304" y="4538110"/>
                  </a:lnTo>
                  <a:lnTo>
                    <a:pt x="1278398" y="4538110"/>
                  </a:lnTo>
                  <a:lnTo>
                    <a:pt x="1278492" y="4538110"/>
                  </a:lnTo>
                  <a:lnTo>
                    <a:pt x="1278586" y="4538110"/>
                  </a:lnTo>
                  <a:lnTo>
                    <a:pt x="1278586" y="4533199"/>
                  </a:lnTo>
                  <a:lnTo>
                    <a:pt x="1278680" y="4533199"/>
                  </a:lnTo>
                  <a:lnTo>
                    <a:pt x="1278775" y="4533199"/>
                  </a:lnTo>
                  <a:lnTo>
                    <a:pt x="1278869" y="4533199"/>
                  </a:lnTo>
                  <a:lnTo>
                    <a:pt x="1278963" y="4533199"/>
                  </a:lnTo>
                  <a:lnTo>
                    <a:pt x="1279057" y="4533199"/>
                  </a:lnTo>
                  <a:lnTo>
                    <a:pt x="1279151" y="4533199"/>
                  </a:lnTo>
                  <a:lnTo>
                    <a:pt x="1279245" y="4533199"/>
                  </a:lnTo>
                  <a:lnTo>
                    <a:pt x="1279339" y="4533199"/>
                  </a:lnTo>
                  <a:lnTo>
                    <a:pt x="1279434" y="4533199"/>
                  </a:lnTo>
                  <a:lnTo>
                    <a:pt x="1279528" y="4533199"/>
                  </a:lnTo>
                  <a:lnTo>
                    <a:pt x="1279622" y="4533199"/>
                  </a:lnTo>
                  <a:lnTo>
                    <a:pt x="1279716" y="4533199"/>
                  </a:lnTo>
                  <a:lnTo>
                    <a:pt x="1279810" y="4533199"/>
                  </a:lnTo>
                  <a:lnTo>
                    <a:pt x="1279904" y="4533199"/>
                  </a:lnTo>
                  <a:lnTo>
                    <a:pt x="1279999" y="4533199"/>
                  </a:lnTo>
                  <a:lnTo>
                    <a:pt x="1279999" y="4528287"/>
                  </a:lnTo>
                  <a:lnTo>
                    <a:pt x="1280093" y="4528287"/>
                  </a:lnTo>
                  <a:lnTo>
                    <a:pt x="1280187" y="4528287"/>
                  </a:lnTo>
                  <a:lnTo>
                    <a:pt x="1280281" y="4528287"/>
                  </a:lnTo>
                  <a:lnTo>
                    <a:pt x="1280375" y="4528287"/>
                  </a:lnTo>
                  <a:lnTo>
                    <a:pt x="1280469" y="4528287"/>
                  </a:lnTo>
                  <a:lnTo>
                    <a:pt x="1280563" y="4528287"/>
                  </a:lnTo>
                  <a:lnTo>
                    <a:pt x="1280658" y="4528287"/>
                  </a:lnTo>
                  <a:lnTo>
                    <a:pt x="1280752" y="4528287"/>
                  </a:lnTo>
                  <a:lnTo>
                    <a:pt x="1280846" y="4528287"/>
                  </a:lnTo>
                  <a:lnTo>
                    <a:pt x="1280940" y="4528287"/>
                  </a:lnTo>
                  <a:lnTo>
                    <a:pt x="1281034" y="4528287"/>
                  </a:lnTo>
                  <a:lnTo>
                    <a:pt x="1281128" y="4528287"/>
                  </a:lnTo>
                  <a:lnTo>
                    <a:pt x="1281222" y="4528287"/>
                  </a:lnTo>
                  <a:lnTo>
                    <a:pt x="1281317" y="4528287"/>
                  </a:lnTo>
                  <a:lnTo>
                    <a:pt x="1281411" y="4528287"/>
                  </a:lnTo>
                  <a:lnTo>
                    <a:pt x="1281505" y="4528287"/>
                  </a:lnTo>
                  <a:lnTo>
                    <a:pt x="1281599" y="4528287"/>
                  </a:lnTo>
                  <a:lnTo>
                    <a:pt x="1281693" y="4528287"/>
                  </a:lnTo>
                  <a:lnTo>
                    <a:pt x="1281787" y="4528287"/>
                  </a:lnTo>
                  <a:lnTo>
                    <a:pt x="1281882" y="4528287"/>
                  </a:lnTo>
                  <a:lnTo>
                    <a:pt x="1281976" y="4528287"/>
                  </a:lnTo>
                  <a:lnTo>
                    <a:pt x="1282070" y="4528287"/>
                  </a:lnTo>
                  <a:lnTo>
                    <a:pt x="1282164" y="4528287"/>
                  </a:lnTo>
                  <a:lnTo>
                    <a:pt x="1282258" y="4528287"/>
                  </a:lnTo>
                  <a:lnTo>
                    <a:pt x="1282352" y="4528287"/>
                  </a:lnTo>
                  <a:lnTo>
                    <a:pt x="1282446" y="4528287"/>
                  </a:lnTo>
                  <a:lnTo>
                    <a:pt x="1282541" y="4528287"/>
                  </a:lnTo>
                  <a:lnTo>
                    <a:pt x="1282635" y="4528287"/>
                  </a:lnTo>
                  <a:lnTo>
                    <a:pt x="1282729" y="4528287"/>
                  </a:lnTo>
                  <a:lnTo>
                    <a:pt x="1282823" y="4528287"/>
                  </a:lnTo>
                  <a:lnTo>
                    <a:pt x="1282917" y="4528287"/>
                  </a:lnTo>
                  <a:lnTo>
                    <a:pt x="1283011" y="4528287"/>
                  </a:lnTo>
                  <a:lnTo>
                    <a:pt x="1283106" y="4528287"/>
                  </a:lnTo>
                  <a:lnTo>
                    <a:pt x="1283200" y="4528287"/>
                  </a:lnTo>
                  <a:lnTo>
                    <a:pt x="1283294" y="4528287"/>
                  </a:lnTo>
                  <a:lnTo>
                    <a:pt x="1283388" y="4528287"/>
                  </a:lnTo>
                  <a:lnTo>
                    <a:pt x="1283482" y="4528287"/>
                  </a:lnTo>
                  <a:lnTo>
                    <a:pt x="1283576" y="4528287"/>
                  </a:lnTo>
                  <a:lnTo>
                    <a:pt x="1283670" y="4528287"/>
                  </a:lnTo>
                  <a:lnTo>
                    <a:pt x="1283765" y="4528287"/>
                  </a:lnTo>
                  <a:lnTo>
                    <a:pt x="1283859" y="4528287"/>
                  </a:lnTo>
                  <a:lnTo>
                    <a:pt x="1283953" y="4528287"/>
                  </a:lnTo>
                  <a:lnTo>
                    <a:pt x="1284047" y="4528287"/>
                  </a:lnTo>
                  <a:lnTo>
                    <a:pt x="1284141" y="4528287"/>
                  </a:lnTo>
                  <a:lnTo>
                    <a:pt x="1284235" y="4528287"/>
                  </a:lnTo>
                  <a:lnTo>
                    <a:pt x="1284330" y="4528287"/>
                  </a:lnTo>
                  <a:lnTo>
                    <a:pt x="1284424" y="4528287"/>
                  </a:lnTo>
                  <a:lnTo>
                    <a:pt x="1284518" y="4528287"/>
                  </a:lnTo>
                  <a:lnTo>
                    <a:pt x="1284612" y="4528287"/>
                  </a:lnTo>
                  <a:lnTo>
                    <a:pt x="1284706" y="4528287"/>
                  </a:lnTo>
                  <a:lnTo>
                    <a:pt x="1284706" y="4523376"/>
                  </a:lnTo>
                  <a:lnTo>
                    <a:pt x="1284800" y="4523376"/>
                  </a:lnTo>
                  <a:lnTo>
                    <a:pt x="1284894" y="4523376"/>
                  </a:lnTo>
                  <a:lnTo>
                    <a:pt x="1284989" y="4523376"/>
                  </a:lnTo>
                  <a:lnTo>
                    <a:pt x="1285083" y="4523376"/>
                  </a:lnTo>
                  <a:lnTo>
                    <a:pt x="1285177" y="4523376"/>
                  </a:lnTo>
                  <a:lnTo>
                    <a:pt x="1285271" y="4523376"/>
                  </a:lnTo>
                  <a:lnTo>
                    <a:pt x="1285365" y="4523376"/>
                  </a:lnTo>
                  <a:lnTo>
                    <a:pt x="1285459" y="4523376"/>
                  </a:lnTo>
                  <a:lnTo>
                    <a:pt x="1285553" y="4523376"/>
                  </a:lnTo>
                  <a:lnTo>
                    <a:pt x="1285648" y="4523376"/>
                  </a:lnTo>
                  <a:lnTo>
                    <a:pt x="1285742" y="4523376"/>
                  </a:lnTo>
                  <a:lnTo>
                    <a:pt x="1285836" y="4523376"/>
                  </a:lnTo>
                  <a:lnTo>
                    <a:pt x="1285930" y="4523376"/>
                  </a:lnTo>
                  <a:lnTo>
                    <a:pt x="1286024" y="4523376"/>
                  </a:lnTo>
                  <a:lnTo>
                    <a:pt x="1286118" y="4523376"/>
                  </a:lnTo>
                  <a:lnTo>
                    <a:pt x="1286213" y="4523376"/>
                  </a:lnTo>
                  <a:lnTo>
                    <a:pt x="1286307" y="4523376"/>
                  </a:lnTo>
                  <a:lnTo>
                    <a:pt x="1286307" y="4518464"/>
                  </a:lnTo>
                  <a:lnTo>
                    <a:pt x="1286401" y="4518464"/>
                  </a:lnTo>
                  <a:lnTo>
                    <a:pt x="1286495" y="4518464"/>
                  </a:lnTo>
                  <a:lnTo>
                    <a:pt x="1286589" y="4518464"/>
                  </a:lnTo>
                  <a:lnTo>
                    <a:pt x="1286683" y="4518464"/>
                  </a:lnTo>
                  <a:lnTo>
                    <a:pt x="1286777" y="4518464"/>
                  </a:lnTo>
                  <a:lnTo>
                    <a:pt x="1286872" y="4518464"/>
                  </a:lnTo>
                  <a:lnTo>
                    <a:pt x="1286966" y="4518464"/>
                  </a:lnTo>
                  <a:lnTo>
                    <a:pt x="1287060" y="4518464"/>
                  </a:lnTo>
                  <a:lnTo>
                    <a:pt x="1287154" y="4518464"/>
                  </a:lnTo>
                  <a:lnTo>
                    <a:pt x="1287248" y="4518464"/>
                  </a:lnTo>
                  <a:lnTo>
                    <a:pt x="1287342" y="4518464"/>
                  </a:lnTo>
                  <a:lnTo>
                    <a:pt x="1287437" y="4518464"/>
                  </a:lnTo>
                  <a:lnTo>
                    <a:pt x="1287531" y="4518464"/>
                  </a:lnTo>
                  <a:lnTo>
                    <a:pt x="1287625" y="4518464"/>
                  </a:lnTo>
                  <a:lnTo>
                    <a:pt x="1287719" y="4518464"/>
                  </a:lnTo>
                  <a:lnTo>
                    <a:pt x="1287813" y="4518464"/>
                  </a:lnTo>
                  <a:lnTo>
                    <a:pt x="1287907" y="4518464"/>
                  </a:lnTo>
                  <a:lnTo>
                    <a:pt x="1288001" y="4518464"/>
                  </a:lnTo>
                  <a:lnTo>
                    <a:pt x="1288096" y="4518464"/>
                  </a:lnTo>
                  <a:lnTo>
                    <a:pt x="1288190" y="4518464"/>
                  </a:lnTo>
                  <a:lnTo>
                    <a:pt x="1288284" y="4518464"/>
                  </a:lnTo>
                  <a:lnTo>
                    <a:pt x="1288378" y="4518464"/>
                  </a:lnTo>
                  <a:lnTo>
                    <a:pt x="1288472" y="4518464"/>
                  </a:lnTo>
                  <a:lnTo>
                    <a:pt x="1288566" y="4518464"/>
                  </a:lnTo>
                  <a:lnTo>
                    <a:pt x="1288661" y="4518464"/>
                  </a:lnTo>
                  <a:lnTo>
                    <a:pt x="1288661" y="4513553"/>
                  </a:lnTo>
                  <a:lnTo>
                    <a:pt x="1288755" y="4513553"/>
                  </a:lnTo>
                  <a:lnTo>
                    <a:pt x="1288849" y="4513553"/>
                  </a:lnTo>
                  <a:lnTo>
                    <a:pt x="1288943" y="4513553"/>
                  </a:lnTo>
                  <a:lnTo>
                    <a:pt x="1288943" y="4508642"/>
                  </a:lnTo>
                  <a:lnTo>
                    <a:pt x="1289037" y="4508642"/>
                  </a:lnTo>
                  <a:lnTo>
                    <a:pt x="1289131" y="4508642"/>
                  </a:lnTo>
                  <a:lnTo>
                    <a:pt x="1289225" y="4508642"/>
                  </a:lnTo>
                  <a:lnTo>
                    <a:pt x="1289320" y="4508642"/>
                  </a:lnTo>
                  <a:lnTo>
                    <a:pt x="1289414" y="4508642"/>
                  </a:lnTo>
                  <a:lnTo>
                    <a:pt x="1289508" y="4508642"/>
                  </a:lnTo>
                  <a:lnTo>
                    <a:pt x="1289602" y="4508642"/>
                  </a:lnTo>
                  <a:lnTo>
                    <a:pt x="1289696" y="4508642"/>
                  </a:lnTo>
                  <a:lnTo>
                    <a:pt x="1289790" y="4508642"/>
                  </a:lnTo>
                  <a:lnTo>
                    <a:pt x="1289884" y="4508642"/>
                  </a:lnTo>
                  <a:lnTo>
                    <a:pt x="1289979" y="4508642"/>
                  </a:lnTo>
                  <a:lnTo>
                    <a:pt x="1290073" y="4508642"/>
                  </a:lnTo>
                  <a:lnTo>
                    <a:pt x="1290167" y="4508642"/>
                  </a:lnTo>
                  <a:lnTo>
                    <a:pt x="1290261" y="4508642"/>
                  </a:lnTo>
                  <a:lnTo>
                    <a:pt x="1290355" y="4508642"/>
                  </a:lnTo>
                  <a:lnTo>
                    <a:pt x="1290449" y="4508642"/>
                  </a:lnTo>
                  <a:lnTo>
                    <a:pt x="1290544" y="4508642"/>
                  </a:lnTo>
                  <a:lnTo>
                    <a:pt x="1290638" y="4508642"/>
                  </a:lnTo>
                  <a:lnTo>
                    <a:pt x="1290732" y="4508642"/>
                  </a:lnTo>
                  <a:lnTo>
                    <a:pt x="1290826" y="4508642"/>
                  </a:lnTo>
                  <a:lnTo>
                    <a:pt x="1290920" y="4508642"/>
                  </a:lnTo>
                  <a:lnTo>
                    <a:pt x="1291014" y="4508642"/>
                  </a:lnTo>
                  <a:lnTo>
                    <a:pt x="1291108" y="4508642"/>
                  </a:lnTo>
                  <a:lnTo>
                    <a:pt x="1291203" y="4508642"/>
                  </a:lnTo>
                  <a:lnTo>
                    <a:pt x="1291297" y="4508642"/>
                  </a:lnTo>
                  <a:lnTo>
                    <a:pt x="1291391" y="4508642"/>
                  </a:lnTo>
                  <a:lnTo>
                    <a:pt x="1291485" y="4508642"/>
                  </a:lnTo>
                  <a:lnTo>
                    <a:pt x="1291579" y="4508642"/>
                  </a:lnTo>
                  <a:lnTo>
                    <a:pt x="1291673" y="4508642"/>
                  </a:lnTo>
                  <a:lnTo>
                    <a:pt x="1291768" y="4508642"/>
                  </a:lnTo>
                  <a:lnTo>
                    <a:pt x="1291862" y="4508642"/>
                  </a:lnTo>
                  <a:lnTo>
                    <a:pt x="1291956" y="4508642"/>
                  </a:lnTo>
                  <a:lnTo>
                    <a:pt x="1292050" y="4508642"/>
                  </a:lnTo>
                  <a:lnTo>
                    <a:pt x="1292144" y="4508642"/>
                  </a:lnTo>
                  <a:lnTo>
                    <a:pt x="1292238" y="4508642"/>
                  </a:lnTo>
                  <a:lnTo>
                    <a:pt x="1292332" y="4508642"/>
                  </a:lnTo>
                  <a:lnTo>
                    <a:pt x="1292427" y="4508642"/>
                  </a:lnTo>
                  <a:lnTo>
                    <a:pt x="1292521" y="4508642"/>
                  </a:lnTo>
                  <a:lnTo>
                    <a:pt x="1292615" y="4508642"/>
                  </a:lnTo>
                  <a:lnTo>
                    <a:pt x="1292709" y="4508642"/>
                  </a:lnTo>
                  <a:lnTo>
                    <a:pt x="1292803" y="4508642"/>
                  </a:lnTo>
                  <a:lnTo>
                    <a:pt x="1292897" y="4508642"/>
                  </a:lnTo>
                  <a:lnTo>
                    <a:pt x="1292992" y="4508642"/>
                  </a:lnTo>
                  <a:lnTo>
                    <a:pt x="1293086" y="4508642"/>
                  </a:lnTo>
                  <a:lnTo>
                    <a:pt x="1293086" y="4503730"/>
                  </a:lnTo>
                  <a:lnTo>
                    <a:pt x="1293180" y="4503730"/>
                  </a:lnTo>
                  <a:lnTo>
                    <a:pt x="1293274" y="4503730"/>
                  </a:lnTo>
                  <a:lnTo>
                    <a:pt x="1293368" y="4503730"/>
                  </a:lnTo>
                  <a:lnTo>
                    <a:pt x="1293462" y="4503730"/>
                  </a:lnTo>
                  <a:lnTo>
                    <a:pt x="1293556" y="4503730"/>
                  </a:lnTo>
                  <a:lnTo>
                    <a:pt x="1293651" y="4503730"/>
                  </a:lnTo>
                  <a:lnTo>
                    <a:pt x="1293745" y="4503730"/>
                  </a:lnTo>
                  <a:lnTo>
                    <a:pt x="1293839" y="4503730"/>
                  </a:lnTo>
                  <a:lnTo>
                    <a:pt x="1293933" y="4503730"/>
                  </a:lnTo>
                  <a:lnTo>
                    <a:pt x="1294027" y="4503730"/>
                  </a:lnTo>
                  <a:lnTo>
                    <a:pt x="1294121" y="4503730"/>
                  </a:lnTo>
                  <a:lnTo>
                    <a:pt x="1294215" y="4503730"/>
                  </a:lnTo>
                  <a:lnTo>
                    <a:pt x="1294310" y="4503730"/>
                  </a:lnTo>
                  <a:lnTo>
                    <a:pt x="1294310" y="4498819"/>
                  </a:lnTo>
                  <a:lnTo>
                    <a:pt x="1294404" y="4498819"/>
                  </a:lnTo>
                  <a:lnTo>
                    <a:pt x="1294498" y="4498819"/>
                  </a:lnTo>
                  <a:lnTo>
                    <a:pt x="1294592" y="4498819"/>
                  </a:lnTo>
                  <a:lnTo>
                    <a:pt x="1294686" y="4498819"/>
                  </a:lnTo>
                  <a:lnTo>
                    <a:pt x="1294780" y="4498819"/>
                  </a:lnTo>
                  <a:lnTo>
                    <a:pt x="1294875" y="4498819"/>
                  </a:lnTo>
                  <a:lnTo>
                    <a:pt x="1294969" y="4498819"/>
                  </a:lnTo>
                  <a:lnTo>
                    <a:pt x="1295063" y="4498819"/>
                  </a:lnTo>
                  <a:lnTo>
                    <a:pt x="1295157" y="4498819"/>
                  </a:lnTo>
                  <a:lnTo>
                    <a:pt x="1295251" y="4498819"/>
                  </a:lnTo>
                  <a:lnTo>
                    <a:pt x="1295345" y="4498819"/>
                  </a:lnTo>
                  <a:lnTo>
                    <a:pt x="1295439" y="4498819"/>
                  </a:lnTo>
                  <a:lnTo>
                    <a:pt x="1295534" y="4498819"/>
                  </a:lnTo>
                  <a:lnTo>
                    <a:pt x="1295628" y="4498819"/>
                  </a:lnTo>
                  <a:lnTo>
                    <a:pt x="1295722" y="4498819"/>
                  </a:lnTo>
                  <a:lnTo>
                    <a:pt x="1295816" y="4498819"/>
                  </a:lnTo>
                  <a:lnTo>
                    <a:pt x="1295910" y="4498819"/>
                  </a:lnTo>
                  <a:lnTo>
                    <a:pt x="1296004" y="4498819"/>
                  </a:lnTo>
                  <a:lnTo>
                    <a:pt x="1296099" y="4498819"/>
                  </a:lnTo>
                  <a:lnTo>
                    <a:pt x="1296193" y="4498819"/>
                  </a:lnTo>
                  <a:lnTo>
                    <a:pt x="1296287" y="4498819"/>
                  </a:lnTo>
                  <a:lnTo>
                    <a:pt x="1296381" y="4498819"/>
                  </a:lnTo>
                  <a:lnTo>
                    <a:pt x="1296475" y="4498819"/>
                  </a:lnTo>
                  <a:lnTo>
                    <a:pt x="1296569" y="4498819"/>
                  </a:lnTo>
                  <a:lnTo>
                    <a:pt x="1296663" y="4498819"/>
                  </a:lnTo>
                  <a:lnTo>
                    <a:pt x="1296758" y="4498819"/>
                  </a:lnTo>
                  <a:lnTo>
                    <a:pt x="1296852" y="4498819"/>
                  </a:lnTo>
                  <a:lnTo>
                    <a:pt x="1296946" y="4498819"/>
                  </a:lnTo>
                  <a:lnTo>
                    <a:pt x="1297040" y="4498819"/>
                  </a:lnTo>
                  <a:lnTo>
                    <a:pt x="1297134" y="4498819"/>
                  </a:lnTo>
                  <a:lnTo>
                    <a:pt x="1297228" y="4498819"/>
                  </a:lnTo>
                  <a:lnTo>
                    <a:pt x="1297323" y="4498819"/>
                  </a:lnTo>
                  <a:lnTo>
                    <a:pt x="1297417" y="4498819"/>
                  </a:lnTo>
                  <a:lnTo>
                    <a:pt x="1297511" y="4498819"/>
                  </a:lnTo>
                  <a:lnTo>
                    <a:pt x="1297605" y="4498819"/>
                  </a:lnTo>
                  <a:lnTo>
                    <a:pt x="1297699" y="4498819"/>
                  </a:lnTo>
                  <a:lnTo>
                    <a:pt x="1297793" y="4498819"/>
                  </a:lnTo>
                  <a:lnTo>
                    <a:pt x="1297887" y="4498819"/>
                  </a:lnTo>
                  <a:lnTo>
                    <a:pt x="1297982" y="4498819"/>
                  </a:lnTo>
                  <a:lnTo>
                    <a:pt x="1298076" y="4498819"/>
                  </a:lnTo>
                  <a:lnTo>
                    <a:pt x="1298170" y="4498819"/>
                  </a:lnTo>
                  <a:lnTo>
                    <a:pt x="1298264" y="4498819"/>
                  </a:lnTo>
                  <a:lnTo>
                    <a:pt x="1298358" y="4498819"/>
                  </a:lnTo>
                  <a:lnTo>
                    <a:pt x="1298452" y="4498819"/>
                  </a:lnTo>
                  <a:lnTo>
                    <a:pt x="1298546" y="4498819"/>
                  </a:lnTo>
                  <a:lnTo>
                    <a:pt x="1298641" y="4498819"/>
                  </a:lnTo>
                  <a:lnTo>
                    <a:pt x="1298735" y="4498819"/>
                  </a:lnTo>
                  <a:lnTo>
                    <a:pt x="1298829" y="4498819"/>
                  </a:lnTo>
                  <a:lnTo>
                    <a:pt x="1298923" y="4498819"/>
                  </a:lnTo>
                  <a:lnTo>
                    <a:pt x="1299017" y="4498819"/>
                  </a:lnTo>
                  <a:lnTo>
                    <a:pt x="1299111" y="4498819"/>
                  </a:lnTo>
                  <a:lnTo>
                    <a:pt x="1299206" y="4498819"/>
                  </a:lnTo>
                  <a:lnTo>
                    <a:pt x="1299300" y="4498819"/>
                  </a:lnTo>
                  <a:lnTo>
                    <a:pt x="1299394" y="4498819"/>
                  </a:lnTo>
                  <a:lnTo>
                    <a:pt x="1299488" y="4498819"/>
                  </a:lnTo>
                  <a:lnTo>
                    <a:pt x="1299582" y="4498819"/>
                  </a:lnTo>
                  <a:lnTo>
                    <a:pt x="1299676" y="4498819"/>
                  </a:lnTo>
                  <a:lnTo>
                    <a:pt x="1299770" y="4498819"/>
                  </a:lnTo>
                  <a:lnTo>
                    <a:pt x="1299865" y="4498819"/>
                  </a:lnTo>
                  <a:lnTo>
                    <a:pt x="1299959" y="4498819"/>
                  </a:lnTo>
                  <a:lnTo>
                    <a:pt x="1300053" y="4498819"/>
                  </a:lnTo>
                  <a:lnTo>
                    <a:pt x="1300147" y="4498819"/>
                  </a:lnTo>
                  <a:lnTo>
                    <a:pt x="1300241" y="4498819"/>
                  </a:lnTo>
                  <a:lnTo>
                    <a:pt x="1300335" y="4498819"/>
                  </a:lnTo>
                  <a:lnTo>
                    <a:pt x="1300430" y="4498819"/>
                  </a:lnTo>
                  <a:lnTo>
                    <a:pt x="1300524" y="4498819"/>
                  </a:lnTo>
                  <a:lnTo>
                    <a:pt x="1300618" y="4498819"/>
                  </a:lnTo>
                  <a:lnTo>
                    <a:pt x="1300712" y="4498819"/>
                  </a:lnTo>
                  <a:lnTo>
                    <a:pt x="1300806" y="4498819"/>
                  </a:lnTo>
                  <a:lnTo>
                    <a:pt x="1300900" y="4498819"/>
                  </a:lnTo>
                  <a:lnTo>
                    <a:pt x="1300994" y="4498819"/>
                  </a:lnTo>
                  <a:lnTo>
                    <a:pt x="1301089" y="4498819"/>
                  </a:lnTo>
                  <a:lnTo>
                    <a:pt x="1301183" y="4498819"/>
                  </a:lnTo>
                  <a:lnTo>
                    <a:pt x="1301277" y="4498819"/>
                  </a:lnTo>
                  <a:lnTo>
                    <a:pt x="1301371" y="4498819"/>
                  </a:lnTo>
                  <a:lnTo>
                    <a:pt x="1301465" y="4498819"/>
                  </a:lnTo>
                  <a:lnTo>
                    <a:pt x="1301559" y="4498819"/>
                  </a:lnTo>
                  <a:lnTo>
                    <a:pt x="1301654" y="4498819"/>
                  </a:lnTo>
                  <a:lnTo>
                    <a:pt x="1301748" y="4498819"/>
                  </a:lnTo>
                  <a:lnTo>
                    <a:pt x="1301842" y="4498819"/>
                  </a:lnTo>
                  <a:lnTo>
                    <a:pt x="1301936" y="4498819"/>
                  </a:lnTo>
                  <a:lnTo>
                    <a:pt x="1302030" y="4498819"/>
                  </a:lnTo>
                  <a:lnTo>
                    <a:pt x="1302124" y="4498819"/>
                  </a:lnTo>
                  <a:lnTo>
                    <a:pt x="1302218" y="4498819"/>
                  </a:lnTo>
                  <a:lnTo>
                    <a:pt x="1302313" y="4498819"/>
                  </a:lnTo>
                  <a:lnTo>
                    <a:pt x="1302407" y="4498819"/>
                  </a:lnTo>
                  <a:lnTo>
                    <a:pt x="1302501" y="4498819"/>
                  </a:lnTo>
                  <a:lnTo>
                    <a:pt x="1302595" y="4498819"/>
                  </a:lnTo>
                  <a:lnTo>
                    <a:pt x="1302689" y="4498819"/>
                  </a:lnTo>
                  <a:lnTo>
                    <a:pt x="1302783" y="4498819"/>
                  </a:lnTo>
                  <a:lnTo>
                    <a:pt x="1302877" y="4498819"/>
                  </a:lnTo>
                  <a:lnTo>
                    <a:pt x="1302972" y="4498819"/>
                  </a:lnTo>
                  <a:lnTo>
                    <a:pt x="1303066" y="4498819"/>
                  </a:lnTo>
                  <a:lnTo>
                    <a:pt x="1303160" y="4498819"/>
                  </a:lnTo>
                  <a:lnTo>
                    <a:pt x="1303254" y="4498819"/>
                  </a:lnTo>
                  <a:lnTo>
                    <a:pt x="1303348" y="4498819"/>
                  </a:lnTo>
                  <a:lnTo>
                    <a:pt x="1303442" y="4498819"/>
                  </a:lnTo>
                  <a:lnTo>
                    <a:pt x="1303537" y="4498819"/>
                  </a:lnTo>
                  <a:lnTo>
                    <a:pt x="1303631" y="4498819"/>
                  </a:lnTo>
                  <a:lnTo>
                    <a:pt x="1303725" y="4498819"/>
                  </a:lnTo>
                  <a:lnTo>
                    <a:pt x="1303819" y="4498819"/>
                  </a:lnTo>
                  <a:lnTo>
                    <a:pt x="1303913" y="4498819"/>
                  </a:lnTo>
                  <a:lnTo>
                    <a:pt x="1304007" y="4498819"/>
                  </a:lnTo>
                  <a:lnTo>
                    <a:pt x="1304101" y="4498819"/>
                  </a:lnTo>
                  <a:lnTo>
                    <a:pt x="1304196" y="4498819"/>
                  </a:lnTo>
                  <a:lnTo>
                    <a:pt x="1304290" y="4498819"/>
                  </a:lnTo>
                  <a:lnTo>
                    <a:pt x="1304384" y="4498819"/>
                  </a:lnTo>
                  <a:lnTo>
                    <a:pt x="1304478" y="4498819"/>
                  </a:lnTo>
                  <a:lnTo>
                    <a:pt x="1304572" y="4498819"/>
                  </a:lnTo>
                  <a:lnTo>
                    <a:pt x="1304666" y="4498819"/>
                  </a:lnTo>
                  <a:lnTo>
                    <a:pt x="1304761" y="4498819"/>
                  </a:lnTo>
                  <a:lnTo>
                    <a:pt x="1304855" y="4498819"/>
                  </a:lnTo>
                  <a:lnTo>
                    <a:pt x="1304949" y="4498819"/>
                  </a:lnTo>
                  <a:lnTo>
                    <a:pt x="1305043" y="4498819"/>
                  </a:lnTo>
                  <a:lnTo>
                    <a:pt x="1305137" y="4498819"/>
                  </a:lnTo>
                  <a:lnTo>
                    <a:pt x="1305231" y="4498819"/>
                  </a:lnTo>
                  <a:lnTo>
                    <a:pt x="1305325" y="4498819"/>
                  </a:lnTo>
                  <a:lnTo>
                    <a:pt x="1305420" y="4498819"/>
                  </a:lnTo>
                  <a:lnTo>
                    <a:pt x="1305514" y="4498819"/>
                  </a:lnTo>
                  <a:lnTo>
                    <a:pt x="1305608" y="4498819"/>
                  </a:lnTo>
                  <a:lnTo>
                    <a:pt x="1305702" y="4498819"/>
                  </a:lnTo>
                  <a:lnTo>
                    <a:pt x="1305796" y="4498819"/>
                  </a:lnTo>
                  <a:lnTo>
                    <a:pt x="1305890" y="4498819"/>
                  </a:lnTo>
                  <a:lnTo>
                    <a:pt x="1305985" y="4498819"/>
                  </a:lnTo>
                  <a:lnTo>
                    <a:pt x="1306079" y="4498819"/>
                  </a:lnTo>
                  <a:lnTo>
                    <a:pt x="1306173" y="4498819"/>
                  </a:lnTo>
                  <a:lnTo>
                    <a:pt x="1306267" y="4498819"/>
                  </a:lnTo>
                  <a:lnTo>
                    <a:pt x="1306361" y="4498819"/>
                  </a:lnTo>
                  <a:lnTo>
                    <a:pt x="1306361" y="4493908"/>
                  </a:lnTo>
                  <a:lnTo>
                    <a:pt x="1306455" y="4493908"/>
                  </a:lnTo>
                  <a:lnTo>
                    <a:pt x="1306549" y="4493908"/>
                  </a:lnTo>
                  <a:lnTo>
                    <a:pt x="1306644" y="4493908"/>
                  </a:lnTo>
                  <a:lnTo>
                    <a:pt x="1306738" y="4493908"/>
                  </a:lnTo>
                  <a:lnTo>
                    <a:pt x="1306832" y="4493908"/>
                  </a:lnTo>
                  <a:lnTo>
                    <a:pt x="1306926" y="4493908"/>
                  </a:lnTo>
                  <a:lnTo>
                    <a:pt x="1307020" y="4493908"/>
                  </a:lnTo>
                  <a:lnTo>
                    <a:pt x="1307114" y="4493908"/>
                  </a:lnTo>
                  <a:lnTo>
                    <a:pt x="1307208" y="4493908"/>
                  </a:lnTo>
                  <a:lnTo>
                    <a:pt x="1307303" y="4493908"/>
                  </a:lnTo>
                  <a:lnTo>
                    <a:pt x="1307397" y="4493908"/>
                  </a:lnTo>
                  <a:lnTo>
                    <a:pt x="1307491" y="4493908"/>
                  </a:lnTo>
                  <a:lnTo>
                    <a:pt x="1307585" y="4493908"/>
                  </a:lnTo>
                  <a:lnTo>
                    <a:pt x="1307679" y="4493908"/>
                  </a:lnTo>
                  <a:lnTo>
                    <a:pt x="1307773" y="4493908"/>
                  </a:lnTo>
                  <a:lnTo>
                    <a:pt x="1307868" y="4493908"/>
                  </a:lnTo>
                  <a:lnTo>
                    <a:pt x="1307962" y="4493908"/>
                  </a:lnTo>
                  <a:lnTo>
                    <a:pt x="1308056" y="4493908"/>
                  </a:lnTo>
                  <a:lnTo>
                    <a:pt x="1308150" y="4493908"/>
                  </a:lnTo>
                  <a:lnTo>
                    <a:pt x="1308244" y="4493908"/>
                  </a:lnTo>
                  <a:lnTo>
                    <a:pt x="1308338" y="4493908"/>
                  </a:lnTo>
                  <a:lnTo>
                    <a:pt x="1308432" y="4493908"/>
                  </a:lnTo>
                  <a:lnTo>
                    <a:pt x="1308527" y="4493908"/>
                  </a:lnTo>
                  <a:lnTo>
                    <a:pt x="1308621" y="4493908"/>
                  </a:lnTo>
                  <a:lnTo>
                    <a:pt x="1308715" y="4493908"/>
                  </a:lnTo>
                  <a:lnTo>
                    <a:pt x="1308809" y="4493908"/>
                  </a:lnTo>
                  <a:lnTo>
                    <a:pt x="1308903" y="4493908"/>
                  </a:lnTo>
                  <a:lnTo>
                    <a:pt x="1308997" y="4493908"/>
                  </a:lnTo>
                  <a:lnTo>
                    <a:pt x="1309092" y="4493908"/>
                  </a:lnTo>
                  <a:lnTo>
                    <a:pt x="1309186" y="4493908"/>
                  </a:lnTo>
                  <a:lnTo>
                    <a:pt x="1309280" y="4493908"/>
                  </a:lnTo>
                  <a:lnTo>
                    <a:pt x="1309374" y="4493908"/>
                  </a:lnTo>
                  <a:lnTo>
                    <a:pt x="1309374" y="4488996"/>
                  </a:lnTo>
                  <a:lnTo>
                    <a:pt x="1309468" y="4488996"/>
                  </a:lnTo>
                  <a:lnTo>
                    <a:pt x="1309562" y="4488996"/>
                  </a:lnTo>
                  <a:lnTo>
                    <a:pt x="1309656" y="4488996"/>
                  </a:lnTo>
                  <a:lnTo>
                    <a:pt x="1309751" y="4488996"/>
                  </a:lnTo>
                  <a:lnTo>
                    <a:pt x="1309845" y="4488996"/>
                  </a:lnTo>
                  <a:lnTo>
                    <a:pt x="1309939" y="4488996"/>
                  </a:lnTo>
                  <a:lnTo>
                    <a:pt x="1310033" y="4488996"/>
                  </a:lnTo>
                  <a:lnTo>
                    <a:pt x="1310127" y="4488996"/>
                  </a:lnTo>
                  <a:lnTo>
                    <a:pt x="1310221" y="4488996"/>
                  </a:lnTo>
                  <a:lnTo>
                    <a:pt x="1310316" y="4488996"/>
                  </a:lnTo>
                  <a:lnTo>
                    <a:pt x="1310410" y="4488996"/>
                  </a:lnTo>
                  <a:lnTo>
                    <a:pt x="1310504" y="4488996"/>
                  </a:lnTo>
                  <a:lnTo>
                    <a:pt x="1310598" y="4488996"/>
                  </a:lnTo>
                  <a:lnTo>
                    <a:pt x="1310692" y="4488996"/>
                  </a:lnTo>
                  <a:lnTo>
                    <a:pt x="1310786" y="4488996"/>
                  </a:lnTo>
                  <a:lnTo>
                    <a:pt x="1310880" y="4488996"/>
                  </a:lnTo>
                  <a:lnTo>
                    <a:pt x="1310975" y="4488996"/>
                  </a:lnTo>
                  <a:lnTo>
                    <a:pt x="1311069" y="4488996"/>
                  </a:lnTo>
                  <a:lnTo>
                    <a:pt x="1311163" y="4488996"/>
                  </a:lnTo>
                  <a:lnTo>
                    <a:pt x="1311257" y="4488996"/>
                  </a:lnTo>
                  <a:lnTo>
                    <a:pt x="1311351" y="4488996"/>
                  </a:lnTo>
                  <a:lnTo>
                    <a:pt x="1311445" y="4488996"/>
                  </a:lnTo>
                  <a:lnTo>
                    <a:pt x="1311539" y="4488996"/>
                  </a:lnTo>
                  <a:lnTo>
                    <a:pt x="1311634" y="4488996"/>
                  </a:lnTo>
                  <a:lnTo>
                    <a:pt x="1311728" y="4488996"/>
                  </a:lnTo>
                  <a:lnTo>
                    <a:pt x="1311822" y="4488996"/>
                  </a:lnTo>
                  <a:lnTo>
                    <a:pt x="1311916" y="4488996"/>
                  </a:lnTo>
                  <a:lnTo>
                    <a:pt x="1312010" y="4488996"/>
                  </a:lnTo>
                  <a:lnTo>
                    <a:pt x="1312104" y="4488996"/>
                  </a:lnTo>
                  <a:lnTo>
                    <a:pt x="1312199" y="4488996"/>
                  </a:lnTo>
                  <a:lnTo>
                    <a:pt x="1312293" y="4488996"/>
                  </a:lnTo>
                  <a:lnTo>
                    <a:pt x="1312387" y="4488996"/>
                  </a:lnTo>
                  <a:lnTo>
                    <a:pt x="1312481" y="4488996"/>
                  </a:lnTo>
                  <a:lnTo>
                    <a:pt x="1312575" y="4488996"/>
                  </a:lnTo>
                  <a:lnTo>
                    <a:pt x="1312669" y="4488996"/>
                  </a:lnTo>
                  <a:lnTo>
                    <a:pt x="1312763" y="4488996"/>
                  </a:lnTo>
                  <a:lnTo>
                    <a:pt x="1312858" y="4488996"/>
                  </a:lnTo>
                  <a:lnTo>
                    <a:pt x="1312952" y="4488996"/>
                  </a:lnTo>
                  <a:lnTo>
                    <a:pt x="1313046" y="4488996"/>
                  </a:lnTo>
                  <a:lnTo>
                    <a:pt x="1313140" y="4488996"/>
                  </a:lnTo>
                  <a:lnTo>
                    <a:pt x="1313234" y="4488996"/>
                  </a:lnTo>
                  <a:lnTo>
                    <a:pt x="1313328" y="4488996"/>
                  </a:lnTo>
                  <a:lnTo>
                    <a:pt x="1313423" y="4488996"/>
                  </a:lnTo>
                  <a:lnTo>
                    <a:pt x="1313517" y="4488996"/>
                  </a:lnTo>
                  <a:lnTo>
                    <a:pt x="1313611" y="4488996"/>
                  </a:lnTo>
                  <a:lnTo>
                    <a:pt x="1313705" y="4488996"/>
                  </a:lnTo>
                  <a:lnTo>
                    <a:pt x="1313799" y="4488996"/>
                  </a:lnTo>
                  <a:lnTo>
                    <a:pt x="1313893" y="4488996"/>
                  </a:lnTo>
                  <a:lnTo>
                    <a:pt x="1313987" y="4488996"/>
                  </a:lnTo>
                  <a:lnTo>
                    <a:pt x="1314082" y="4488996"/>
                  </a:lnTo>
                  <a:lnTo>
                    <a:pt x="1314176" y="4488996"/>
                  </a:lnTo>
                  <a:lnTo>
                    <a:pt x="1314270" y="4488996"/>
                  </a:lnTo>
                  <a:lnTo>
                    <a:pt x="1314364" y="4488996"/>
                  </a:lnTo>
                  <a:lnTo>
                    <a:pt x="1314458" y="4488996"/>
                  </a:lnTo>
                  <a:lnTo>
                    <a:pt x="1314552" y="4488996"/>
                  </a:lnTo>
                  <a:lnTo>
                    <a:pt x="1314647" y="4488996"/>
                  </a:lnTo>
                  <a:lnTo>
                    <a:pt x="1314741" y="4488996"/>
                  </a:lnTo>
                  <a:lnTo>
                    <a:pt x="1314835" y="4488996"/>
                  </a:lnTo>
                  <a:lnTo>
                    <a:pt x="1314929" y="4488996"/>
                  </a:lnTo>
                  <a:lnTo>
                    <a:pt x="1315023" y="4488996"/>
                  </a:lnTo>
                  <a:lnTo>
                    <a:pt x="1315117" y="4488996"/>
                  </a:lnTo>
                  <a:lnTo>
                    <a:pt x="1315211" y="4488996"/>
                  </a:lnTo>
                  <a:lnTo>
                    <a:pt x="1315306" y="4488996"/>
                  </a:lnTo>
                  <a:lnTo>
                    <a:pt x="1315400" y="4488996"/>
                  </a:lnTo>
                  <a:lnTo>
                    <a:pt x="1315494" y="4488996"/>
                  </a:lnTo>
                  <a:lnTo>
                    <a:pt x="1315588" y="4488996"/>
                  </a:lnTo>
                  <a:lnTo>
                    <a:pt x="1315682" y="4488996"/>
                  </a:lnTo>
                  <a:lnTo>
                    <a:pt x="1315776" y="4488996"/>
                  </a:lnTo>
                  <a:lnTo>
                    <a:pt x="1315870" y="4488996"/>
                  </a:lnTo>
                  <a:lnTo>
                    <a:pt x="1315965" y="4488996"/>
                  </a:lnTo>
                  <a:lnTo>
                    <a:pt x="1316059" y="4488996"/>
                  </a:lnTo>
                  <a:lnTo>
                    <a:pt x="1316153" y="4488996"/>
                  </a:lnTo>
                  <a:lnTo>
                    <a:pt x="1316247" y="4488996"/>
                  </a:lnTo>
                  <a:lnTo>
                    <a:pt x="1316341" y="4488996"/>
                  </a:lnTo>
                  <a:lnTo>
                    <a:pt x="1316435" y="4488996"/>
                  </a:lnTo>
                  <a:lnTo>
                    <a:pt x="1316530" y="4488996"/>
                  </a:lnTo>
                  <a:lnTo>
                    <a:pt x="1316624" y="4488996"/>
                  </a:lnTo>
                  <a:lnTo>
                    <a:pt x="1316718" y="4488996"/>
                  </a:lnTo>
                  <a:lnTo>
                    <a:pt x="1316812" y="4488996"/>
                  </a:lnTo>
                  <a:lnTo>
                    <a:pt x="1316906" y="4488996"/>
                  </a:lnTo>
                  <a:lnTo>
                    <a:pt x="1317000" y="4488996"/>
                  </a:lnTo>
                  <a:lnTo>
                    <a:pt x="1317094" y="4488996"/>
                  </a:lnTo>
                  <a:lnTo>
                    <a:pt x="1317189" y="4488996"/>
                  </a:lnTo>
                  <a:lnTo>
                    <a:pt x="1317283" y="4488996"/>
                  </a:lnTo>
                  <a:lnTo>
                    <a:pt x="1317377" y="4488996"/>
                  </a:lnTo>
                  <a:lnTo>
                    <a:pt x="1317471" y="4488996"/>
                  </a:lnTo>
                  <a:lnTo>
                    <a:pt x="1317565" y="4488996"/>
                  </a:lnTo>
                  <a:lnTo>
                    <a:pt x="1317659" y="4488996"/>
                  </a:lnTo>
                  <a:lnTo>
                    <a:pt x="1317754" y="4488996"/>
                  </a:lnTo>
                  <a:lnTo>
                    <a:pt x="1317848" y="4488996"/>
                  </a:lnTo>
                  <a:lnTo>
                    <a:pt x="1317942" y="4488996"/>
                  </a:lnTo>
                  <a:lnTo>
                    <a:pt x="1318036" y="4488996"/>
                  </a:lnTo>
                  <a:lnTo>
                    <a:pt x="1318036" y="4484085"/>
                  </a:lnTo>
                  <a:lnTo>
                    <a:pt x="1318130" y="4484085"/>
                  </a:lnTo>
                  <a:lnTo>
                    <a:pt x="1318224" y="4484085"/>
                  </a:lnTo>
                  <a:lnTo>
                    <a:pt x="1318318" y="4484085"/>
                  </a:lnTo>
                  <a:lnTo>
                    <a:pt x="1318413" y="4484085"/>
                  </a:lnTo>
                  <a:lnTo>
                    <a:pt x="1318507" y="4484085"/>
                  </a:lnTo>
                  <a:lnTo>
                    <a:pt x="1318601" y="4484085"/>
                  </a:lnTo>
                  <a:lnTo>
                    <a:pt x="1318695" y="4484085"/>
                  </a:lnTo>
                  <a:lnTo>
                    <a:pt x="1318789" y="4484085"/>
                  </a:lnTo>
                  <a:lnTo>
                    <a:pt x="1318883" y="4484085"/>
                  </a:lnTo>
                  <a:lnTo>
                    <a:pt x="1318978" y="4484085"/>
                  </a:lnTo>
                  <a:lnTo>
                    <a:pt x="1319072" y="4484085"/>
                  </a:lnTo>
                  <a:lnTo>
                    <a:pt x="1319166" y="4484085"/>
                  </a:lnTo>
                  <a:lnTo>
                    <a:pt x="1319260" y="4484085"/>
                  </a:lnTo>
                  <a:lnTo>
                    <a:pt x="1319354" y="4484085"/>
                  </a:lnTo>
                  <a:lnTo>
                    <a:pt x="1319448" y="4484085"/>
                  </a:lnTo>
                  <a:lnTo>
                    <a:pt x="1319542" y="4484085"/>
                  </a:lnTo>
                  <a:lnTo>
                    <a:pt x="1319637" y="4484085"/>
                  </a:lnTo>
                  <a:lnTo>
                    <a:pt x="1319731" y="4484085"/>
                  </a:lnTo>
                  <a:lnTo>
                    <a:pt x="1319825" y="4484085"/>
                  </a:lnTo>
                  <a:lnTo>
                    <a:pt x="1319919" y="4484085"/>
                  </a:lnTo>
                  <a:lnTo>
                    <a:pt x="1320013" y="4484085"/>
                  </a:lnTo>
                  <a:lnTo>
                    <a:pt x="1320107" y="4484085"/>
                  </a:lnTo>
                  <a:lnTo>
                    <a:pt x="1320201" y="4484085"/>
                  </a:lnTo>
                  <a:lnTo>
                    <a:pt x="1320296" y="4484085"/>
                  </a:lnTo>
                  <a:lnTo>
                    <a:pt x="1320390" y="4484085"/>
                  </a:lnTo>
                  <a:lnTo>
                    <a:pt x="1320484" y="4484085"/>
                  </a:lnTo>
                  <a:lnTo>
                    <a:pt x="1320578" y="4484085"/>
                  </a:lnTo>
                  <a:lnTo>
                    <a:pt x="1320672" y="4484085"/>
                  </a:lnTo>
                  <a:lnTo>
                    <a:pt x="1320766" y="4484085"/>
                  </a:lnTo>
                  <a:lnTo>
                    <a:pt x="1320766" y="4479173"/>
                  </a:lnTo>
                  <a:lnTo>
                    <a:pt x="1320861" y="4479173"/>
                  </a:lnTo>
                  <a:lnTo>
                    <a:pt x="1320955" y="4479173"/>
                  </a:lnTo>
                  <a:lnTo>
                    <a:pt x="1321049" y="4479173"/>
                  </a:lnTo>
                  <a:lnTo>
                    <a:pt x="1321143" y="4479173"/>
                  </a:lnTo>
                  <a:lnTo>
                    <a:pt x="1321237" y="4479173"/>
                  </a:lnTo>
                  <a:lnTo>
                    <a:pt x="1321331" y="4479173"/>
                  </a:lnTo>
                  <a:lnTo>
                    <a:pt x="1321425" y="4479173"/>
                  </a:lnTo>
                  <a:lnTo>
                    <a:pt x="1321520" y="4479173"/>
                  </a:lnTo>
                  <a:lnTo>
                    <a:pt x="1321614" y="4479173"/>
                  </a:lnTo>
                  <a:lnTo>
                    <a:pt x="1321708" y="4479173"/>
                  </a:lnTo>
                  <a:lnTo>
                    <a:pt x="1321802" y="4479173"/>
                  </a:lnTo>
                  <a:lnTo>
                    <a:pt x="1321896" y="4479173"/>
                  </a:lnTo>
                  <a:lnTo>
                    <a:pt x="1321990" y="4479173"/>
                  </a:lnTo>
                  <a:lnTo>
                    <a:pt x="1322085" y="4479173"/>
                  </a:lnTo>
                  <a:lnTo>
                    <a:pt x="1322179" y="4479173"/>
                  </a:lnTo>
                  <a:lnTo>
                    <a:pt x="1322273" y="4479173"/>
                  </a:lnTo>
                  <a:lnTo>
                    <a:pt x="1322367" y="4479173"/>
                  </a:lnTo>
                  <a:lnTo>
                    <a:pt x="1322461" y="4479173"/>
                  </a:lnTo>
                  <a:lnTo>
                    <a:pt x="1322555" y="4479173"/>
                  </a:lnTo>
                  <a:lnTo>
                    <a:pt x="1322649" y="4479173"/>
                  </a:lnTo>
                  <a:lnTo>
                    <a:pt x="1322744" y="4479173"/>
                  </a:lnTo>
                  <a:lnTo>
                    <a:pt x="1322838" y="4479173"/>
                  </a:lnTo>
                  <a:lnTo>
                    <a:pt x="1322932" y="4479173"/>
                  </a:lnTo>
                  <a:lnTo>
                    <a:pt x="1323026" y="4479173"/>
                  </a:lnTo>
                  <a:lnTo>
                    <a:pt x="1323120" y="4479173"/>
                  </a:lnTo>
                  <a:lnTo>
                    <a:pt x="1323214" y="4479173"/>
                  </a:lnTo>
                  <a:lnTo>
                    <a:pt x="1323309" y="4479173"/>
                  </a:lnTo>
                  <a:lnTo>
                    <a:pt x="1323403" y="4479173"/>
                  </a:lnTo>
                  <a:lnTo>
                    <a:pt x="1323497" y="4479173"/>
                  </a:lnTo>
                  <a:lnTo>
                    <a:pt x="1323591" y="4479173"/>
                  </a:lnTo>
                  <a:lnTo>
                    <a:pt x="1323685" y="4479173"/>
                  </a:lnTo>
                  <a:lnTo>
                    <a:pt x="1323779" y="4479173"/>
                  </a:lnTo>
                  <a:lnTo>
                    <a:pt x="1323873" y="4479173"/>
                  </a:lnTo>
                  <a:lnTo>
                    <a:pt x="1323968" y="4479173"/>
                  </a:lnTo>
                  <a:lnTo>
                    <a:pt x="1324062" y="4479173"/>
                  </a:lnTo>
                  <a:lnTo>
                    <a:pt x="1324156" y="4479173"/>
                  </a:lnTo>
                  <a:lnTo>
                    <a:pt x="1324250" y="4479173"/>
                  </a:lnTo>
                  <a:lnTo>
                    <a:pt x="1324344" y="4479173"/>
                  </a:lnTo>
                  <a:lnTo>
                    <a:pt x="1324438" y="4479173"/>
                  </a:lnTo>
                  <a:lnTo>
                    <a:pt x="1324532" y="4479173"/>
                  </a:lnTo>
                  <a:lnTo>
                    <a:pt x="1324627" y="4479173"/>
                  </a:lnTo>
                  <a:lnTo>
                    <a:pt x="1324721" y="4479173"/>
                  </a:lnTo>
                  <a:lnTo>
                    <a:pt x="1324815" y="4479173"/>
                  </a:lnTo>
                  <a:lnTo>
                    <a:pt x="1324909" y="4479173"/>
                  </a:lnTo>
                  <a:lnTo>
                    <a:pt x="1325003" y="4479173"/>
                  </a:lnTo>
                  <a:lnTo>
                    <a:pt x="1325097" y="4479173"/>
                  </a:lnTo>
                  <a:lnTo>
                    <a:pt x="1325192" y="4479173"/>
                  </a:lnTo>
                  <a:lnTo>
                    <a:pt x="1325286" y="4479173"/>
                  </a:lnTo>
                  <a:lnTo>
                    <a:pt x="1325380" y="4479173"/>
                  </a:lnTo>
                  <a:lnTo>
                    <a:pt x="1325474" y="4479173"/>
                  </a:lnTo>
                  <a:lnTo>
                    <a:pt x="1325568" y="4479173"/>
                  </a:lnTo>
                  <a:lnTo>
                    <a:pt x="1325662" y="4479173"/>
                  </a:lnTo>
                  <a:lnTo>
                    <a:pt x="1325756" y="4479173"/>
                  </a:lnTo>
                  <a:lnTo>
                    <a:pt x="1325851" y="4479173"/>
                  </a:lnTo>
                  <a:lnTo>
                    <a:pt x="1325945" y="4479173"/>
                  </a:lnTo>
                  <a:lnTo>
                    <a:pt x="1326039" y="4479173"/>
                  </a:lnTo>
                  <a:lnTo>
                    <a:pt x="1326133" y="4479173"/>
                  </a:lnTo>
                  <a:lnTo>
                    <a:pt x="1326227" y="4479173"/>
                  </a:lnTo>
                  <a:lnTo>
                    <a:pt x="1326321" y="4479173"/>
                  </a:lnTo>
                  <a:lnTo>
                    <a:pt x="1326416" y="4479173"/>
                  </a:lnTo>
                  <a:lnTo>
                    <a:pt x="1326510" y="4479173"/>
                  </a:lnTo>
                  <a:lnTo>
                    <a:pt x="1326604" y="4479173"/>
                  </a:lnTo>
                  <a:lnTo>
                    <a:pt x="1326698" y="4479173"/>
                  </a:lnTo>
                  <a:lnTo>
                    <a:pt x="1326792" y="4479173"/>
                  </a:lnTo>
                  <a:lnTo>
                    <a:pt x="1326886" y="4479173"/>
                  </a:lnTo>
                  <a:lnTo>
                    <a:pt x="1326980" y="4479173"/>
                  </a:lnTo>
                  <a:lnTo>
                    <a:pt x="1327075" y="4479173"/>
                  </a:lnTo>
                  <a:lnTo>
                    <a:pt x="1327169" y="4479173"/>
                  </a:lnTo>
                  <a:lnTo>
                    <a:pt x="1327263" y="4479173"/>
                  </a:lnTo>
                  <a:lnTo>
                    <a:pt x="1327357" y="4479173"/>
                  </a:lnTo>
                  <a:lnTo>
                    <a:pt x="1327451" y="4479173"/>
                  </a:lnTo>
                  <a:lnTo>
                    <a:pt x="1327545" y="4479173"/>
                  </a:lnTo>
                  <a:lnTo>
                    <a:pt x="1327640" y="4479173"/>
                  </a:lnTo>
                  <a:lnTo>
                    <a:pt x="1327734" y="4479173"/>
                  </a:lnTo>
                  <a:lnTo>
                    <a:pt x="1327734" y="4474262"/>
                  </a:lnTo>
                  <a:lnTo>
                    <a:pt x="1327828" y="4474262"/>
                  </a:lnTo>
                  <a:lnTo>
                    <a:pt x="1327922" y="4474262"/>
                  </a:lnTo>
                  <a:lnTo>
                    <a:pt x="1328016" y="4474262"/>
                  </a:lnTo>
                  <a:lnTo>
                    <a:pt x="1328110" y="4474262"/>
                  </a:lnTo>
                  <a:lnTo>
                    <a:pt x="1328204" y="4474262"/>
                  </a:lnTo>
                  <a:lnTo>
                    <a:pt x="1328299" y="4474262"/>
                  </a:lnTo>
                  <a:lnTo>
                    <a:pt x="1328393" y="4474262"/>
                  </a:lnTo>
                  <a:lnTo>
                    <a:pt x="1328487" y="4474262"/>
                  </a:lnTo>
                  <a:lnTo>
                    <a:pt x="1328581" y="4474262"/>
                  </a:lnTo>
                  <a:lnTo>
                    <a:pt x="1328675" y="4474262"/>
                  </a:lnTo>
                  <a:lnTo>
                    <a:pt x="1328769" y="4474262"/>
                  </a:lnTo>
                  <a:lnTo>
                    <a:pt x="1328863" y="4474262"/>
                  </a:lnTo>
                  <a:lnTo>
                    <a:pt x="1328958" y="4474262"/>
                  </a:lnTo>
                  <a:lnTo>
                    <a:pt x="1329052" y="4474262"/>
                  </a:lnTo>
                  <a:lnTo>
                    <a:pt x="1329146" y="4474262"/>
                  </a:lnTo>
                  <a:lnTo>
                    <a:pt x="1329240" y="4474262"/>
                  </a:lnTo>
                  <a:lnTo>
                    <a:pt x="1329334" y="4474262"/>
                  </a:lnTo>
                  <a:lnTo>
                    <a:pt x="1329428" y="4474262"/>
                  </a:lnTo>
                  <a:lnTo>
                    <a:pt x="1329523" y="4474262"/>
                  </a:lnTo>
                  <a:lnTo>
                    <a:pt x="1329617" y="4474262"/>
                  </a:lnTo>
                  <a:lnTo>
                    <a:pt x="1329711" y="4474262"/>
                  </a:lnTo>
                  <a:lnTo>
                    <a:pt x="1329805" y="4474262"/>
                  </a:lnTo>
                  <a:lnTo>
                    <a:pt x="1329899" y="4474262"/>
                  </a:lnTo>
                  <a:lnTo>
                    <a:pt x="1329993" y="4474262"/>
                  </a:lnTo>
                  <a:lnTo>
                    <a:pt x="1330087" y="4474262"/>
                  </a:lnTo>
                  <a:lnTo>
                    <a:pt x="1330182" y="4474262"/>
                  </a:lnTo>
                  <a:lnTo>
                    <a:pt x="1330276" y="4474262"/>
                  </a:lnTo>
                  <a:lnTo>
                    <a:pt x="1330370" y="4474262"/>
                  </a:lnTo>
                  <a:lnTo>
                    <a:pt x="1330464" y="4474262"/>
                  </a:lnTo>
                  <a:lnTo>
                    <a:pt x="1330558" y="4474262"/>
                  </a:lnTo>
                  <a:lnTo>
                    <a:pt x="1330652" y="4474262"/>
                  </a:lnTo>
                  <a:lnTo>
                    <a:pt x="1330747" y="4474262"/>
                  </a:lnTo>
                  <a:lnTo>
                    <a:pt x="1330841" y="4474262"/>
                  </a:lnTo>
                  <a:lnTo>
                    <a:pt x="1330935" y="4474262"/>
                  </a:lnTo>
                  <a:lnTo>
                    <a:pt x="1331029" y="4474262"/>
                  </a:lnTo>
                  <a:lnTo>
                    <a:pt x="1331123" y="4474262"/>
                  </a:lnTo>
                  <a:lnTo>
                    <a:pt x="1331217" y="4474262"/>
                  </a:lnTo>
                  <a:lnTo>
                    <a:pt x="1331311" y="4474262"/>
                  </a:lnTo>
                  <a:lnTo>
                    <a:pt x="1331406" y="4474262"/>
                  </a:lnTo>
                  <a:lnTo>
                    <a:pt x="1331500" y="4474262"/>
                  </a:lnTo>
                  <a:lnTo>
                    <a:pt x="1331594" y="4474262"/>
                  </a:lnTo>
                  <a:lnTo>
                    <a:pt x="1331688" y="4474262"/>
                  </a:lnTo>
                  <a:lnTo>
                    <a:pt x="1331782" y="4474262"/>
                  </a:lnTo>
                  <a:lnTo>
                    <a:pt x="1331876" y="4474262"/>
                  </a:lnTo>
                  <a:lnTo>
                    <a:pt x="1331971" y="4474262"/>
                  </a:lnTo>
                  <a:lnTo>
                    <a:pt x="1332065" y="4474262"/>
                  </a:lnTo>
                  <a:lnTo>
                    <a:pt x="1332159" y="4474262"/>
                  </a:lnTo>
                  <a:lnTo>
                    <a:pt x="1332253" y="4474262"/>
                  </a:lnTo>
                  <a:lnTo>
                    <a:pt x="1332347" y="4474262"/>
                  </a:lnTo>
                  <a:lnTo>
                    <a:pt x="1332441" y="4474262"/>
                  </a:lnTo>
                  <a:lnTo>
                    <a:pt x="1332535" y="4474262"/>
                  </a:lnTo>
                  <a:lnTo>
                    <a:pt x="1332630" y="4474262"/>
                  </a:lnTo>
                  <a:lnTo>
                    <a:pt x="1332724" y="4474262"/>
                  </a:lnTo>
                  <a:lnTo>
                    <a:pt x="1332818" y="4474262"/>
                  </a:lnTo>
                  <a:lnTo>
                    <a:pt x="1332912" y="4474262"/>
                  </a:lnTo>
                  <a:lnTo>
                    <a:pt x="1333006" y="4474262"/>
                  </a:lnTo>
                  <a:lnTo>
                    <a:pt x="1333100" y="4474262"/>
                  </a:lnTo>
                  <a:lnTo>
                    <a:pt x="1333194" y="4474262"/>
                  </a:lnTo>
                  <a:lnTo>
                    <a:pt x="1333289" y="4474262"/>
                  </a:lnTo>
                  <a:lnTo>
                    <a:pt x="1333383" y="4474262"/>
                  </a:lnTo>
                  <a:lnTo>
                    <a:pt x="1333477" y="4474262"/>
                  </a:lnTo>
                  <a:lnTo>
                    <a:pt x="1333571" y="4474262"/>
                  </a:lnTo>
                  <a:lnTo>
                    <a:pt x="1333665" y="4474262"/>
                  </a:lnTo>
                  <a:lnTo>
                    <a:pt x="1333759" y="4474262"/>
                  </a:lnTo>
                  <a:lnTo>
                    <a:pt x="1333854" y="4474262"/>
                  </a:lnTo>
                  <a:lnTo>
                    <a:pt x="1333948" y="4474262"/>
                  </a:lnTo>
                  <a:lnTo>
                    <a:pt x="1334042" y="4474262"/>
                  </a:lnTo>
                  <a:lnTo>
                    <a:pt x="1334136" y="4474262"/>
                  </a:lnTo>
                  <a:lnTo>
                    <a:pt x="1334230" y="4474262"/>
                  </a:lnTo>
                  <a:lnTo>
                    <a:pt x="1334324" y="4474262"/>
                  </a:lnTo>
                  <a:lnTo>
                    <a:pt x="1334418" y="4474262"/>
                  </a:lnTo>
                  <a:lnTo>
                    <a:pt x="1334513" y="4474262"/>
                  </a:lnTo>
                  <a:lnTo>
                    <a:pt x="1334607" y="4474262"/>
                  </a:lnTo>
                  <a:lnTo>
                    <a:pt x="1334701" y="4474262"/>
                  </a:lnTo>
                  <a:lnTo>
                    <a:pt x="1334795" y="4474262"/>
                  </a:lnTo>
                  <a:lnTo>
                    <a:pt x="1334889" y="4474262"/>
                  </a:lnTo>
                  <a:lnTo>
                    <a:pt x="1334983" y="4474262"/>
                  </a:lnTo>
                  <a:lnTo>
                    <a:pt x="1335078" y="4474262"/>
                  </a:lnTo>
                  <a:lnTo>
                    <a:pt x="1335172" y="4474262"/>
                  </a:lnTo>
                  <a:lnTo>
                    <a:pt x="1335266" y="4474262"/>
                  </a:lnTo>
                  <a:lnTo>
                    <a:pt x="1335360" y="4474262"/>
                  </a:lnTo>
                  <a:lnTo>
                    <a:pt x="1335454" y="4474262"/>
                  </a:lnTo>
                  <a:lnTo>
                    <a:pt x="1335548" y="4474262"/>
                  </a:lnTo>
                  <a:lnTo>
                    <a:pt x="1335642" y="4474262"/>
                  </a:lnTo>
                  <a:lnTo>
                    <a:pt x="1335737" y="4474262"/>
                  </a:lnTo>
                  <a:lnTo>
                    <a:pt x="1335831" y="4474262"/>
                  </a:lnTo>
                  <a:lnTo>
                    <a:pt x="1335925" y="4474262"/>
                  </a:lnTo>
                  <a:lnTo>
                    <a:pt x="1336019" y="4474262"/>
                  </a:lnTo>
                  <a:lnTo>
                    <a:pt x="1336113" y="4474262"/>
                  </a:lnTo>
                  <a:lnTo>
                    <a:pt x="1336207" y="4474262"/>
                  </a:lnTo>
                  <a:lnTo>
                    <a:pt x="1336302" y="4474262"/>
                  </a:lnTo>
                  <a:lnTo>
                    <a:pt x="1336396" y="4474262"/>
                  </a:lnTo>
                  <a:lnTo>
                    <a:pt x="1336490" y="4474262"/>
                  </a:lnTo>
                  <a:lnTo>
                    <a:pt x="1336584" y="4474262"/>
                  </a:lnTo>
                  <a:lnTo>
                    <a:pt x="1336678" y="4474262"/>
                  </a:lnTo>
                  <a:lnTo>
                    <a:pt x="1336772" y="4474262"/>
                  </a:lnTo>
                  <a:lnTo>
                    <a:pt x="1336866" y="4474262"/>
                  </a:lnTo>
                  <a:lnTo>
                    <a:pt x="1336961" y="4474262"/>
                  </a:lnTo>
                  <a:lnTo>
                    <a:pt x="1337055" y="4474262"/>
                  </a:lnTo>
                  <a:lnTo>
                    <a:pt x="1337149" y="4474262"/>
                  </a:lnTo>
                  <a:lnTo>
                    <a:pt x="1337243" y="4474262"/>
                  </a:lnTo>
                  <a:lnTo>
                    <a:pt x="1337337" y="4474262"/>
                  </a:lnTo>
                  <a:lnTo>
                    <a:pt x="1337431" y="4474262"/>
                  </a:lnTo>
                  <a:lnTo>
                    <a:pt x="1337525" y="4474262"/>
                  </a:lnTo>
                  <a:lnTo>
                    <a:pt x="1337620" y="4474262"/>
                  </a:lnTo>
                  <a:lnTo>
                    <a:pt x="1337714" y="4474262"/>
                  </a:lnTo>
                  <a:lnTo>
                    <a:pt x="1337808" y="4474262"/>
                  </a:lnTo>
                  <a:lnTo>
                    <a:pt x="1337902" y="4474262"/>
                  </a:lnTo>
                  <a:lnTo>
                    <a:pt x="1337996" y="4474262"/>
                  </a:lnTo>
                  <a:lnTo>
                    <a:pt x="1338090" y="4474262"/>
                  </a:lnTo>
                  <a:lnTo>
                    <a:pt x="1338185" y="4474262"/>
                  </a:lnTo>
                  <a:lnTo>
                    <a:pt x="1338279" y="4474262"/>
                  </a:lnTo>
                  <a:lnTo>
                    <a:pt x="1338373" y="4474262"/>
                  </a:lnTo>
                  <a:lnTo>
                    <a:pt x="1338467" y="4474262"/>
                  </a:lnTo>
                  <a:lnTo>
                    <a:pt x="1338561" y="4474262"/>
                  </a:lnTo>
                  <a:lnTo>
                    <a:pt x="1338655" y="4474262"/>
                  </a:lnTo>
                  <a:lnTo>
                    <a:pt x="1338749" y="4474262"/>
                  </a:lnTo>
                  <a:lnTo>
                    <a:pt x="1338844" y="4474262"/>
                  </a:lnTo>
                  <a:lnTo>
                    <a:pt x="1338938" y="4474262"/>
                  </a:lnTo>
                  <a:lnTo>
                    <a:pt x="1339032" y="4474262"/>
                  </a:lnTo>
                  <a:lnTo>
                    <a:pt x="1339126" y="4474262"/>
                  </a:lnTo>
                  <a:lnTo>
                    <a:pt x="1339220" y="4474262"/>
                  </a:lnTo>
                  <a:lnTo>
                    <a:pt x="1339314" y="4474262"/>
                  </a:lnTo>
                  <a:lnTo>
                    <a:pt x="1339409" y="4474262"/>
                  </a:lnTo>
                  <a:lnTo>
                    <a:pt x="1339503" y="4474262"/>
                  </a:lnTo>
                  <a:lnTo>
                    <a:pt x="1339597" y="4474262"/>
                  </a:lnTo>
                  <a:lnTo>
                    <a:pt x="1339691" y="4474262"/>
                  </a:lnTo>
                  <a:lnTo>
                    <a:pt x="1339785" y="4474262"/>
                  </a:lnTo>
                  <a:lnTo>
                    <a:pt x="1339785" y="4469351"/>
                  </a:lnTo>
                  <a:lnTo>
                    <a:pt x="1339879" y="4469351"/>
                  </a:lnTo>
                  <a:lnTo>
                    <a:pt x="1339973" y="4469351"/>
                  </a:lnTo>
                  <a:lnTo>
                    <a:pt x="1340068" y="4469351"/>
                  </a:lnTo>
                  <a:lnTo>
                    <a:pt x="1340162" y="4469351"/>
                  </a:lnTo>
                  <a:lnTo>
                    <a:pt x="1340256" y="4469351"/>
                  </a:lnTo>
                  <a:lnTo>
                    <a:pt x="1340350" y="4469351"/>
                  </a:lnTo>
                  <a:lnTo>
                    <a:pt x="1340444" y="4469351"/>
                  </a:lnTo>
                  <a:lnTo>
                    <a:pt x="1340538" y="4469351"/>
                  </a:lnTo>
                  <a:lnTo>
                    <a:pt x="1340633" y="4469351"/>
                  </a:lnTo>
                  <a:lnTo>
                    <a:pt x="1340727" y="4469351"/>
                  </a:lnTo>
                  <a:lnTo>
                    <a:pt x="1340821" y="4469351"/>
                  </a:lnTo>
                  <a:lnTo>
                    <a:pt x="1340915" y="4469351"/>
                  </a:lnTo>
                  <a:lnTo>
                    <a:pt x="1341009" y="4469351"/>
                  </a:lnTo>
                  <a:lnTo>
                    <a:pt x="1341103" y="4469351"/>
                  </a:lnTo>
                  <a:lnTo>
                    <a:pt x="1341197" y="4469351"/>
                  </a:lnTo>
                  <a:lnTo>
                    <a:pt x="1341292" y="4469351"/>
                  </a:lnTo>
                  <a:lnTo>
                    <a:pt x="1341386" y="4469351"/>
                  </a:lnTo>
                  <a:lnTo>
                    <a:pt x="1341480" y="4469351"/>
                  </a:lnTo>
                  <a:lnTo>
                    <a:pt x="1341574" y="4469351"/>
                  </a:lnTo>
                  <a:lnTo>
                    <a:pt x="1341668" y="4469351"/>
                  </a:lnTo>
                  <a:lnTo>
                    <a:pt x="1341762" y="4469351"/>
                  </a:lnTo>
                  <a:lnTo>
                    <a:pt x="1341856" y="4469351"/>
                  </a:lnTo>
                  <a:lnTo>
                    <a:pt x="1341951" y="4469351"/>
                  </a:lnTo>
                  <a:lnTo>
                    <a:pt x="1342045" y="4469351"/>
                  </a:lnTo>
                  <a:lnTo>
                    <a:pt x="1342045" y="4464439"/>
                  </a:lnTo>
                  <a:lnTo>
                    <a:pt x="1342139" y="4464439"/>
                  </a:lnTo>
                  <a:lnTo>
                    <a:pt x="1342233" y="4464439"/>
                  </a:lnTo>
                  <a:lnTo>
                    <a:pt x="1342327" y="4464439"/>
                  </a:lnTo>
                  <a:lnTo>
                    <a:pt x="1342421" y="4464439"/>
                  </a:lnTo>
                  <a:lnTo>
                    <a:pt x="1342516" y="4464439"/>
                  </a:lnTo>
                  <a:lnTo>
                    <a:pt x="1342610" y="4464439"/>
                  </a:lnTo>
                  <a:lnTo>
                    <a:pt x="1342704" y="4464439"/>
                  </a:lnTo>
                  <a:lnTo>
                    <a:pt x="1342798" y="4464439"/>
                  </a:lnTo>
                  <a:lnTo>
                    <a:pt x="1342892" y="4464439"/>
                  </a:lnTo>
                  <a:lnTo>
                    <a:pt x="1342986" y="4464439"/>
                  </a:lnTo>
                  <a:lnTo>
                    <a:pt x="1343080" y="4464439"/>
                  </a:lnTo>
                  <a:lnTo>
                    <a:pt x="1343175" y="4464439"/>
                  </a:lnTo>
                  <a:lnTo>
                    <a:pt x="1343269" y="4464439"/>
                  </a:lnTo>
                  <a:lnTo>
                    <a:pt x="1343363" y="4464439"/>
                  </a:lnTo>
                  <a:lnTo>
                    <a:pt x="1343457" y="4464439"/>
                  </a:lnTo>
                  <a:lnTo>
                    <a:pt x="1343551" y="4464439"/>
                  </a:lnTo>
                  <a:lnTo>
                    <a:pt x="1343645" y="4464439"/>
                  </a:lnTo>
                  <a:lnTo>
                    <a:pt x="1343740" y="4464439"/>
                  </a:lnTo>
                  <a:lnTo>
                    <a:pt x="1343834" y="4464439"/>
                  </a:lnTo>
                  <a:lnTo>
                    <a:pt x="1343928" y="4464439"/>
                  </a:lnTo>
                  <a:lnTo>
                    <a:pt x="1344022" y="4464439"/>
                  </a:lnTo>
                  <a:lnTo>
                    <a:pt x="1344116" y="4464439"/>
                  </a:lnTo>
                  <a:lnTo>
                    <a:pt x="1344210" y="4464439"/>
                  </a:lnTo>
                  <a:lnTo>
                    <a:pt x="1344304" y="4464439"/>
                  </a:lnTo>
                  <a:lnTo>
                    <a:pt x="1344399" y="4464439"/>
                  </a:lnTo>
                  <a:lnTo>
                    <a:pt x="1344493" y="4464439"/>
                  </a:lnTo>
                  <a:lnTo>
                    <a:pt x="1344587" y="4464439"/>
                  </a:lnTo>
                  <a:lnTo>
                    <a:pt x="1344681" y="4464439"/>
                  </a:lnTo>
                  <a:lnTo>
                    <a:pt x="1344775" y="4464439"/>
                  </a:lnTo>
                  <a:lnTo>
                    <a:pt x="1344869" y="4464439"/>
                  </a:lnTo>
                  <a:lnTo>
                    <a:pt x="1344964" y="4464439"/>
                  </a:lnTo>
                  <a:lnTo>
                    <a:pt x="1345058" y="4464439"/>
                  </a:lnTo>
                  <a:lnTo>
                    <a:pt x="1345152" y="4464439"/>
                  </a:lnTo>
                  <a:lnTo>
                    <a:pt x="1345246" y="4464439"/>
                  </a:lnTo>
                  <a:lnTo>
                    <a:pt x="1345340" y="4464439"/>
                  </a:lnTo>
                  <a:lnTo>
                    <a:pt x="1345434" y="4464439"/>
                  </a:lnTo>
                  <a:lnTo>
                    <a:pt x="1345528" y="4464439"/>
                  </a:lnTo>
                  <a:lnTo>
                    <a:pt x="1345623" y="4464439"/>
                  </a:lnTo>
                  <a:lnTo>
                    <a:pt x="1345717" y="4464439"/>
                  </a:lnTo>
                  <a:lnTo>
                    <a:pt x="1345811" y="4464439"/>
                  </a:lnTo>
                  <a:lnTo>
                    <a:pt x="1345905" y="4464439"/>
                  </a:lnTo>
                  <a:lnTo>
                    <a:pt x="1345999" y="4464439"/>
                  </a:lnTo>
                  <a:lnTo>
                    <a:pt x="1346093" y="4464439"/>
                  </a:lnTo>
                  <a:lnTo>
                    <a:pt x="1346187" y="4464439"/>
                  </a:lnTo>
                  <a:lnTo>
                    <a:pt x="1346282" y="4464439"/>
                  </a:lnTo>
                  <a:lnTo>
                    <a:pt x="1346376" y="4464439"/>
                  </a:lnTo>
                  <a:lnTo>
                    <a:pt x="1346470" y="4464439"/>
                  </a:lnTo>
                  <a:lnTo>
                    <a:pt x="1346564" y="4464439"/>
                  </a:lnTo>
                  <a:lnTo>
                    <a:pt x="1346658" y="4464439"/>
                  </a:lnTo>
                  <a:lnTo>
                    <a:pt x="1346752" y="4464439"/>
                  </a:lnTo>
                  <a:lnTo>
                    <a:pt x="1346847" y="4464439"/>
                  </a:lnTo>
                  <a:lnTo>
                    <a:pt x="1346941" y="4464439"/>
                  </a:lnTo>
                  <a:lnTo>
                    <a:pt x="1347035" y="4464439"/>
                  </a:lnTo>
                  <a:lnTo>
                    <a:pt x="1347129" y="4464439"/>
                  </a:lnTo>
                  <a:lnTo>
                    <a:pt x="1347223" y="4464439"/>
                  </a:lnTo>
                  <a:lnTo>
                    <a:pt x="1347317" y="4464439"/>
                  </a:lnTo>
                  <a:lnTo>
                    <a:pt x="1347411" y="4464439"/>
                  </a:lnTo>
                  <a:lnTo>
                    <a:pt x="1347506" y="4464439"/>
                  </a:lnTo>
                  <a:lnTo>
                    <a:pt x="1347600" y="4464439"/>
                  </a:lnTo>
                  <a:lnTo>
                    <a:pt x="1347694" y="4464439"/>
                  </a:lnTo>
                  <a:lnTo>
                    <a:pt x="1347788" y="4464439"/>
                  </a:lnTo>
                  <a:lnTo>
                    <a:pt x="1347882" y="4464439"/>
                  </a:lnTo>
                  <a:lnTo>
                    <a:pt x="1347976" y="4464439"/>
                  </a:lnTo>
                  <a:lnTo>
                    <a:pt x="1348071" y="4464439"/>
                  </a:lnTo>
                  <a:lnTo>
                    <a:pt x="1348165" y="4464439"/>
                  </a:lnTo>
                  <a:lnTo>
                    <a:pt x="1348259" y="4464439"/>
                  </a:lnTo>
                  <a:lnTo>
                    <a:pt x="1348353" y="4464439"/>
                  </a:lnTo>
                  <a:lnTo>
                    <a:pt x="1348447" y="4464439"/>
                  </a:lnTo>
                  <a:lnTo>
                    <a:pt x="1348541" y="4464439"/>
                  </a:lnTo>
                  <a:lnTo>
                    <a:pt x="1348635" y="4464439"/>
                  </a:lnTo>
                  <a:lnTo>
                    <a:pt x="1348730" y="4464439"/>
                  </a:lnTo>
                  <a:lnTo>
                    <a:pt x="1348824" y="4464439"/>
                  </a:lnTo>
                  <a:lnTo>
                    <a:pt x="1348918" y="4464439"/>
                  </a:lnTo>
                  <a:lnTo>
                    <a:pt x="1349012" y="4464439"/>
                  </a:lnTo>
                  <a:lnTo>
                    <a:pt x="1349012" y="4459528"/>
                  </a:lnTo>
                  <a:lnTo>
                    <a:pt x="1349106" y="4459528"/>
                  </a:lnTo>
                  <a:lnTo>
                    <a:pt x="1349200" y="4459528"/>
                  </a:lnTo>
                  <a:lnTo>
                    <a:pt x="1349295" y="4459528"/>
                  </a:lnTo>
                  <a:lnTo>
                    <a:pt x="1349389" y="4459528"/>
                  </a:lnTo>
                  <a:lnTo>
                    <a:pt x="1349483" y="4459528"/>
                  </a:lnTo>
                  <a:lnTo>
                    <a:pt x="1349577" y="4459528"/>
                  </a:lnTo>
                  <a:lnTo>
                    <a:pt x="1349671" y="4459528"/>
                  </a:lnTo>
                  <a:lnTo>
                    <a:pt x="1349765" y="4459528"/>
                  </a:lnTo>
                  <a:lnTo>
                    <a:pt x="1349859" y="4459528"/>
                  </a:lnTo>
                  <a:lnTo>
                    <a:pt x="1349954" y="4459528"/>
                  </a:lnTo>
                  <a:lnTo>
                    <a:pt x="1350048" y="4459528"/>
                  </a:lnTo>
                  <a:lnTo>
                    <a:pt x="1350142" y="4459528"/>
                  </a:lnTo>
                  <a:lnTo>
                    <a:pt x="1350236" y="4459528"/>
                  </a:lnTo>
                  <a:lnTo>
                    <a:pt x="1350330" y="4459528"/>
                  </a:lnTo>
                  <a:lnTo>
                    <a:pt x="1350424" y="4459528"/>
                  </a:lnTo>
                  <a:lnTo>
                    <a:pt x="1350518" y="4459528"/>
                  </a:lnTo>
                  <a:lnTo>
                    <a:pt x="1350613" y="4459528"/>
                  </a:lnTo>
                  <a:lnTo>
                    <a:pt x="1350707" y="4459528"/>
                  </a:lnTo>
                  <a:lnTo>
                    <a:pt x="1350801" y="4459528"/>
                  </a:lnTo>
                  <a:lnTo>
                    <a:pt x="1350895" y="4459528"/>
                  </a:lnTo>
                  <a:lnTo>
                    <a:pt x="1350989" y="4459528"/>
                  </a:lnTo>
                  <a:lnTo>
                    <a:pt x="1351083" y="4459528"/>
                  </a:lnTo>
                  <a:lnTo>
                    <a:pt x="1351178" y="4459528"/>
                  </a:lnTo>
                  <a:lnTo>
                    <a:pt x="1351272" y="4459528"/>
                  </a:lnTo>
                  <a:lnTo>
                    <a:pt x="1351366" y="4459528"/>
                  </a:lnTo>
                  <a:lnTo>
                    <a:pt x="1351460" y="4459528"/>
                  </a:lnTo>
                  <a:lnTo>
                    <a:pt x="1351554" y="4459528"/>
                  </a:lnTo>
                  <a:lnTo>
                    <a:pt x="1351648" y="4459528"/>
                  </a:lnTo>
                  <a:lnTo>
                    <a:pt x="1351742" y="4459528"/>
                  </a:lnTo>
                  <a:lnTo>
                    <a:pt x="1351837" y="4459528"/>
                  </a:lnTo>
                  <a:lnTo>
                    <a:pt x="1351931" y="4459528"/>
                  </a:lnTo>
                  <a:lnTo>
                    <a:pt x="1352025" y="4459528"/>
                  </a:lnTo>
                  <a:lnTo>
                    <a:pt x="1352119" y="4459528"/>
                  </a:lnTo>
                  <a:lnTo>
                    <a:pt x="1352213" y="4459528"/>
                  </a:lnTo>
                  <a:lnTo>
                    <a:pt x="1352307" y="4459528"/>
                  </a:lnTo>
                  <a:lnTo>
                    <a:pt x="1352402" y="4459528"/>
                  </a:lnTo>
                  <a:lnTo>
                    <a:pt x="1352496" y="4459528"/>
                  </a:lnTo>
                  <a:lnTo>
                    <a:pt x="1352590" y="4459528"/>
                  </a:lnTo>
                  <a:lnTo>
                    <a:pt x="1352684" y="4459528"/>
                  </a:lnTo>
                  <a:lnTo>
                    <a:pt x="1352778" y="4459528"/>
                  </a:lnTo>
                  <a:lnTo>
                    <a:pt x="1352872" y="4459528"/>
                  </a:lnTo>
                  <a:lnTo>
                    <a:pt x="1352966" y="4459528"/>
                  </a:lnTo>
                  <a:lnTo>
                    <a:pt x="1353061" y="4459528"/>
                  </a:lnTo>
                  <a:lnTo>
                    <a:pt x="1353061" y="4454617"/>
                  </a:lnTo>
                  <a:lnTo>
                    <a:pt x="1353155" y="4454617"/>
                  </a:lnTo>
                  <a:lnTo>
                    <a:pt x="1353249" y="4454617"/>
                  </a:lnTo>
                  <a:lnTo>
                    <a:pt x="1353343" y="4454617"/>
                  </a:lnTo>
                  <a:lnTo>
                    <a:pt x="1353437" y="4454617"/>
                  </a:lnTo>
                  <a:lnTo>
                    <a:pt x="1353531" y="4454617"/>
                  </a:lnTo>
                  <a:lnTo>
                    <a:pt x="1353626" y="4454617"/>
                  </a:lnTo>
                  <a:lnTo>
                    <a:pt x="1353720" y="4454617"/>
                  </a:lnTo>
                  <a:lnTo>
                    <a:pt x="1353814" y="4454617"/>
                  </a:lnTo>
                  <a:lnTo>
                    <a:pt x="1353908" y="4454617"/>
                  </a:lnTo>
                  <a:lnTo>
                    <a:pt x="1354002" y="4454617"/>
                  </a:lnTo>
                  <a:lnTo>
                    <a:pt x="1354096" y="4454617"/>
                  </a:lnTo>
                  <a:lnTo>
                    <a:pt x="1354190" y="4454617"/>
                  </a:lnTo>
                  <a:lnTo>
                    <a:pt x="1354285" y="4454617"/>
                  </a:lnTo>
                  <a:lnTo>
                    <a:pt x="1354285" y="4449705"/>
                  </a:lnTo>
                  <a:lnTo>
                    <a:pt x="1354379" y="4449705"/>
                  </a:lnTo>
                  <a:lnTo>
                    <a:pt x="1354473" y="4449705"/>
                  </a:lnTo>
                  <a:lnTo>
                    <a:pt x="1354567" y="4449705"/>
                  </a:lnTo>
                  <a:lnTo>
                    <a:pt x="1354661" y="4449705"/>
                  </a:lnTo>
                  <a:lnTo>
                    <a:pt x="1354755" y="4449705"/>
                  </a:lnTo>
                  <a:lnTo>
                    <a:pt x="1354850" y="4449705"/>
                  </a:lnTo>
                  <a:lnTo>
                    <a:pt x="1354944" y="4449705"/>
                  </a:lnTo>
                  <a:lnTo>
                    <a:pt x="1355038" y="4449705"/>
                  </a:lnTo>
                  <a:lnTo>
                    <a:pt x="1355132" y="4449705"/>
                  </a:lnTo>
                  <a:lnTo>
                    <a:pt x="1355226" y="4449705"/>
                  </a:lnTo>
                  <a:lnTo>
                    <a:pt x="1355320" y="4449705"/>
                  </a:lnTo>
                  <a:lnTo>
                    <a:pt x="1355414" y="4449705"/>
                  </a:lnTo>
                  <a:lnTo>
                    <a:pt x="1355509" y="4449705"/>
                  </a:lnTo>
                  <a:lnTo>
                    <a:pt x="1355603" y="4449705"/>
                  </a:lnTo>
                  <a:lnTo>
                    <a:pt x="1355697" y="4449705"/>
                  </a:lnTo>
                  <a:lnTo>
                    <a:pt x="1355791" y="4449705"/>
                  </a:lnTo>
                  <a:lnTo>
                    <a:pt x="1355885" y="4449705"/>
                  </a:lnTo>
                  <a:lnTo>
                    <a:pt x="1355979" y="4449705"/>
                  </a:lnTo>
                  <a:lnTo>
                    <a:pt x="1356073" y="4449705"/>
                  </a:lnTo>
                  <a:lnTo>
                    <a:pt x="1356168" y="4449705"/>
                  </a:lnTo>
                  <a:lnTo>
                    <a:pt x="1356262" y="4449705"/>
                  </a:lnTo>
                  <a:lnTo>
                    <a:pt x="1356356" y="4449705"/>
                  </a:lnTo>
                  <a:lnTo>
                    <a:pt x="1356450" y="4449705"/>
                  </a:lnTo>
                  <a:lnTo>
                    <a:pt x="1356544" y="4449705"/>
                  </a:lnTo>
                  <a:lnTo>
                    <a:pt x="1356638" y="4449705"/>
                  </a:lnTo>
                  <a:lnTo>
                    <a:pt x="1356733" y="4449705"/>
                  </a:lnTo>
                  <a:lnTo>
                    <a:pt x="1356827" y="4449705"/>
                  </a:lnTo>
                  <a:lnTo>
                    <a:pt x="1356921" y="4449705"/>
                  </a:lnTo>
                  <a:lnTo>
                    <a:pt x="1357015" y="4449705"/>
                  </a:lnTo>
                  <a:lnTo>
                    <a:pt x="1357109" y="4449705"/>
                  </a:lnTo>
                  <a:lnTo>
                    <a:pt x="1357203" y="4449705"/>
                  </a:lnTo>
                  <a:lnTo>
                    <a:pt x="1357297" y="4449705"/>
                  </a:lnTo>
                  <a:lnTo>
                    <a:pt x="1357392" y="4449705"/>
                  </a:lnTo>
                  <a:lnTo>
                    <a:pt x="1357486" y="4449705"/>
                  </a:lnTo>
                  <a:lnTo>
                    <a:pt x="1357580" y="4449705"/>
                  </a:lnTo>
                  <a:lnTo>
                    <a:pt x="1357674" y="4449705"/>
                  </a:lnTo>
                  <a:lnTo>
                    <a:pt x="1357768" y="4449705"/>
                  </a:lnTo>
                  <a:lnTo>
                    <a:pt x="1357862" y="4449705"/>
                  </a:lnTo>
                  <a:lnTo>
                    <a:pt x="1357957" y="4449705"/>
                  </a:lnTo>
                  <a:lnTo>
                    <a:pt x="1358051" y="4449705"/>
                  </a:lnTo>
                  <a:lnTo>
                    <a:pt x="1358145" y="4449705"/>
                  </a:lnTo>
                  <a:lnTo>
                    <a:pt x="1358239" y="4449705"/>
                  </a:lnTo>
                  <a:lnTo>
                    <a:pt x="1358333" y="4449705"/>
                  </a:lnTo>
                  <a:lnTo>
                    <a:pt x="1358427" y="4449705"/>
                  </a:lnTo>
                  <a:lnTo>
                    <a:pt x="1358521" y="4449705"/>
                  </a:lnTo>
                  <a:lnTo>
                    <a:pt x="1358616" y="4449705"/>
                  </a:lnTo>
                  <a:lnTo>
                    <a:pt x="1358710" y="4449705"/>
                  </a:lnTo>
                  <a:lnTo>
                    <a:pt x="1358804" y="4449705"/>
                  </a:lnTo>
                  <a:lnTo>
                    <a:pt x="1358898" y="4449705"/>
                  </a:lnTo>
                  <a:lnTo>
                    <a:pt x="1358992" y="4449705"/>
                  </a:lnTo>
                  <a:lnTo>
                    <a:pt x="1359086" y="4449705"/>
                  </a:lnTo>
                  <a:lnTo>
                    <a:pt x="1359181" y="4449705"/>
                  </a:lnTo>
                  <a:lnTo>
                    <a:pt x="1359275" y="4449705"/>
                  </a:lnTo>
                  <a:lnTo>
                    <a:pt x="1359369" y="4449705"/>
                  </a:lnTo>
                  <a:lnTo>
                    <a:pt x="1359463" y="4449705"/>
                  </a:lnTo>
                  <a:lnTo>
                    <a:pt x="1359557" y="4449705"/>
                  </a:lnTo>
                  <a:lnTo>
                    <a:pt x="1359651" y="4449705"/>
                  </a:lnTo>
                  <a:lnTo>
                    <a:pt x="1359745" y="4449705"/>
                  </a:lnTo>
                  <a:lnTo>
                    <a:pt x="1359840" y="4449705"/>
                  </a:lnTo>
                  <a:lnTo>
                    <a:pt x="1359934" y="4449705"/>
                  </a:lnTo>
                  <a:lnTo>
                    <a:pt x="1360028" y="4449705"/>
                  </a:lnTo>
                  <a:lnTo>
                    <a:pt x="1360122" y="4449705"/>
                  </a:lnTo>
                  <a:lnTo>
                    <a:pt x="1360216" y="4449705"/>
                  </a:lnTo>
                  <a:lnTo>
                    <a:pt x="1360310" y="4449705"/>
                  </a:lnTo>
                  <a:lnTo>
                    <a:pt x="1360404" y="4449705"/>
                  </a:lnTo>
                  <a:lnTo>
                    <a:pt x="1360499" y="4449705"/>
                  </a:lnTo>
                  <a:lnTo>
                    <a:pt x="1360593" y="4449705"/>
                  </a:lnTo>
                  <a:lnTo>
                    <a:pt x="1360687" y="4449705"/>
                  </a:lnTo>
                  <a:lnTo>
                    <a:pt x="1360781" y="4449705"/>
                  </a:lnTo>
                  <a:lnTo>
                    <a:pt x="1360875" y="4449705"/>
                  </a:lnTo>
                  <a:lnTo>
                    <a:pt x="1360969" y="4449705"/>
                  </a:lnTo>
                  <a:lnTo>
                    <a:pt x="1361064" y="4449705"/>
                  </a:lnTo>
                  <a:lnTo>
                    <a:pt x="1361158" y="4449705"/>
                  </a:lnTo>
                  <a:lnTo>
                    <a:pt x="1361252" y="4449705"/>
                  </a:lnTo>
                  <a:lnTo>
                    <a:pt x="1361346" y="4449705"/>
                  </a:lnTo>
                  <a:lnTo>
                    <a:pt x="1361440" y="4449705"/>
                  </a:lnTo>
                  <a:lnTo>
                    <a:pt x="1361534" y="4449705"/>
                  </a:lnTo>
                  <a:lnTo>
                    <a:pt x="1361628" y="4449705"/>
                  </a:lnTo>
                  <a:lnTo>
                    <a:pt x="1361723" y="4449705"/>
                  </a:lnTo>
                  <a:lnTo>
                    <a:pt x="1361817" y="4449705"/>
                  </a:lnTo>
                  <a:lnTo>
                    <a:pt x="1361911" y="4449705"/>
                  </a:lnTo>
                  <a:lnTo>
                    <a:pt x="1362005" y="4449705"/>
                  </a:lnTo>
                  <a:lnTo>
                    <a:pt x="1362099" y="4449705"/>
                  </a:lnTo>
                  <a:lnTo>
                    <a:pt x="1362193" y="4449705"/>
                  </a:lnTo>
                  <a:lnTo>
                    <a:pt x="1362288" y="4449705"/>
                  </a:lnTo>
                  <a:lnTo>
                    <a:pt x="1362382" y="4449705"/>
                  </a:lnTo>
                  <a:lnTo>
                    <a:pt x="1362476" y="4449705"/>
                  </a:lnTo>
                  <a:lnTo>
                    <a:pt x="1362570" y="4449705"/>
                  </a:lnTo>
                  <a:lnTo>
                    <a:pt x="1362664" y="4449705"/>
                  </a:lnTo>
                  <a:lnTo>
                    <a:pt x="1362758" y="4449705"/>
                  </a:lnTo>
                  <a:lnTo>
                    <a:pt x="1362852" y="4449705"/>
                  </a:lnTo>
                  <a:lnTo>
                    <a:pt x="1362947" y="4449705"/>
                  </a:lnTo>
                  <a:lnTo>
                    <a:pt x="1363041" y="4449705"/>
                  </a:lnTo>
                  <a:lnTo>
                    <a:pt x="1363135" y="4449705"/>
                  </a:lnTo>
                  <a:lnTo>
                    <a:pt x="1363229" y="4449705"/>
                  </a:lnTo>
                  <a:lnTo>
                    <a:pt x="1363323" y="4449705"/>
                  </a:lnTo>
                  <a:lnTo>
                    <a:pt x="1363417" y="4449705"/>
                  </a:lnTo>
                  <a:lnTo>
                    <a:pt x="1363512" y="4449705"/>
                  </a:lnTo>
                  <a:lnTo>
                    <a:pt x="1363606" y="4449705"/>
                  </a:lnTo>
                  <a:lnTo>
                    <a:pt x="1363700" y="4449705"/>
                  </a:lnTo>
                  <a:lnTo>
                    <a:pt x="1363794" y="4449705"/>
                  </a:lnTo>
                  <a:lnTo>
                    <a:pt x="1363888" y="4449705"/>
                  </a:lnTo>
                  <a:lnTo>
                    <a:pt x="1363982" y="4449705"/>
                  </a:lnTo>
                  <a:lnTo>
                    <a:pt x="1364076" y="4449705"/>
                  </a:lnTo>
                  <a:lnTo>
                    <a:pt x="1364171" y="4449705"/>
                  </a:lnTo>
                  <a:lnTo>
                    <a:pt x="1364265" y="4449705"/>
                  </a:lnTo>
                  <a:lnTo>
                    <a:pt x="1364359" y="4449705"/>
                  </a:lnTo>
                  <a:lnTo>
                    <a:pt x="1364453" y="4449705"/>
                  </a:lnTo>
                  <a:lnTo>
                    <a:pt x="1364547" y="4449705"/>
                  </a:lnTo>
                  <a:lnTo>
                    <a:pt x="1364641" y="4449705"/>
                  </a:lnTo>
                  <a:lnTo>
                    <a:pt x="1364735" y="4449705"/>
                  </a:lnTo>
                  <a:lnTo>
                    <a:pt x="1364830" y="4449705"/>
                  </a:lnTo>
                  <a:lnTo>
                    <a:pt x="1364924" y="4449705"/>
                  </a:lnTo>
                  <a:lnTo>
                    <a:pt x="1365018" y="4449705"/>
                  </a:lnTo>
                  <a:lnTo>
                    <a:pt x="1365112" y="4449705"/>
                  </a:lnTo>
                  <a:lnTo>
                    <a:pt x="1365206" y="4449705"/>
                  </a:lnTo>
                  <a:lnTo>
                    <a:pt x="1365300" y="4449705"/>
                  </a:lnTo>
                  <a:lnTo>
                    <a:pt x="1365395" y="4449705"/>
                  </a:lnTo>
                  <a:lnTo>
                    <a:pt x="1365489" y="4449705"/>
                  </a:lnTo>
                  <a:lnTo>
                    <a:pt x="1365489" y="4444794"/>
                  </a:lnTo>
                  <a:lnTo>
                    <a:pt x="1365583" y="4444794"/>
                  </a:lnTo>
                  <a:lnTo>
                    <a:pt x="1365677" y="4444794"/>
                  </a:lnTo>
                  <a:lnTo>
                    <a:pt x="1365771" y="4444794"/>
                  </a:lnTo>
                  <a:lnTo>
                    <a:pt x="1365865" y="4444794"/>
                  </a:lnTo>
                  <a:lnTo>
                    <a:pt x="1365959" y="4444794"/>
                  </a:lnTo>
                  <a:lnTo>
                    <a:pt x="1366054" y="4444794"/>
                  </a:lnTo>
                  <a:lnTo>
                    <a:pt x="1366148" y="4444794"/>
                  </a:lnTo>
                  <a:lnTo>
                    <a:pt x="1366242" y="4444794"/>
                  </a:lnTo>
                  <a:lnTo>
                    <a:pt x="1366336" y="4444794"/>
                  </a:lnTo>
                  <a:lnTo>
                    <a:pt x="1366430" y="4444794"/>
                  </a:lnTo>
                  <a:lnTo>
                    <a:pt x="1366524" y="4444794"/>
                  </a:lnTo>
                  <a:lnTo>
                    <a:pt x="1366619" y="4444794"/>
                  </a:lnTo>
                  <a:lnTo>
                    <a:pt x="1366713" y="4444794"/>
                  </a:lnTo>
                  <a:lnTo>
                    <a:pt x="1366807" y="4444794"/>
                  </a:lnTo>
                  <a:lnTo>
                    <a:pt x="1366901" y="4444794"/>
                  </a:lnTo>
                  <a:lnTo>
                    <a:pt x="1366995" y="4444794"/>
                  </a:lnTo>
                  <a:lnTo>
                    <a:pt x="1367089" y="4444794"/>
                  </a:lnTo>
                  <a:lnTo>
                    <a:pt x="1367183" y="4444794"/>
                  </a:lnTo>
                  <a:lnTo>
                    <a:pt x="1367278" y="4444794"/>
                  </a:lnTo>
                  <a:lnTo>
                    <a:pt x="1367372" y="4444794"/>
                  </a:lnTo>
                  <a:lnTo>
                    <a:pt x="1367466" y="4444794"/>
                  </a:lnTo>
                  <a:lnTo>
                    <a:pt x="1367560" y="4444794"/>
                  </a:lnTo>
                  <a:lnTo>
                    <a:pt x="1367654" y="4444794"/>
                  </a:lnTo>
                  <a:lnTo>
                    <a:pt x="1367654" y="4439882"/>
                  </a:lnTo>
                  <a:lnTo>
                    <a:pt x="1367748" y="4439882"/>
                  </a:lnTo>
                  <a:lnTo>
                    <a:pt x="1367843" y="4439882"/>
                  </a:lnTo>
                  <a:lnTo>
                    <a:pt x="1367937" y="4439882"/>
                  </a:lnTo>
                  <a:lnTo>
                    <a:pt x="1368031" y="4439882"/>
                  </a:lnTo>
                  <a:lnTo>
                    <a:pt x="1368125" y="4439882"/>
                  </a:lnTo>
                  <a:lnTo>
                    <a:pt x="1368219" y="4439882"/>
                  </a:lnTo>
                  <a:lnTo>
                    <a:pt x="1368313" y="4439882"/>
                  </a:lnTo>
                  <a:lnTo>
                    <a:pt x="1368407" y="4439882"/>
                  </a:lnTo>
                  <a:lnTo>
                    <a:pt x="1368502" y="4439882"/>
                  </a:lnTo>
                  <a:lnTo>
                    <a:pt x="1368596" y="4439882"/>
                  </a:lnTo>
                  <a:lnTo>
                    <a:pt x="1368690" y="4439882"/>
                  </a:lnTo>
                  <a:lnTo>
                    <a:pt x="1368784" y="4439882"/>
                  </a:lnTo>
                  <a:lnTo>
                    <a:pt x="1368878" y="4439882"/>
                  </a:lnTo>
                  <a:lnTo>
                    <a:pt x="1368972" y="4439882"/>
                  </a:lnTo>
                  <a:lnTo>
                    <a:pt x="1369066" y="4439882"/>
                  </a:lnTo>
                  <a:lnTo>
                    <a:pt x="1369161" y="4439882"/>
                  </a:lnTo>
                  <a:lnTo>
                    <a:pt x="1369255" y="4439882"/>
                  </a:lnTo>
                  <a:lnTo>
                    <a:pt x="1369349" y="4439882"/>
                  </a:lnTo>
                  <a:lnTo>
                    <a:pt x="1369349" y="4434971"/>
                  </a:lnTo>
                  <a:lnTo>
                    <a:pt x="1369443" y="4434971"/>
                  </a:lnTo>
                  <a:lnTo>
                    <a:pt x="1369537" y="4434971"/>
                  </a:lnTo>
                  <a:lnTo>
                    <a:pt x="1369631" y="4434971"/>
                  </a:lnTo>
                  <a:lnTo>
                    <a:pt x="1369726" y="4434971"/>
                  </a:lnTo>
                  <a:lnTo>
                    <a:pt x="1369820" y="4434971"/>
                  </a:lnTo>
                  <a:lnTo>
                    <a:pt x="1369914" y="4434971"/>
                  </a:lnTo>
                  <a:lnTo>
                    <a:pt x="1370008" y="4434971"/>
                  </a:lnTo>
                  <a:lnTo>
                    <a:pt x="1370102" y="4434971"/>
                  </a:lnTo>
                  <a:lnTo>
                    <a:pt x="1370196" y="4434971"/>
                  </a:lnTo>
                  <a:lnTo>
                    <a:pt x="1370290" y="4434971"/>
                  </a:lnTo>
                  <a:lnTo>
                    <a:pt x="1370385" y="4434971"/>
                  </a:lnTo>
                  <a:lnTo>
                    <a:pt x="1370479" y="4434971"/>
                  </a:lnTo>
                  <a:lnTo>
                    <a:pt x="1370573" y="4434971"/>
                  </a:lnTo>
                  <a:lnTo>
                    <a:pt x="1370667" y="4434971"/>
                  </a:lnTo>
                  <a:lnTo>
                    <a:pt x="1370761" y="4434971"/>
                  </a:lnTo>
                  <a:lnTo>
                    <a:pt x="1370855" y="4434971"/>
                  </a:lnTo>
                  <a:lnTo>
                    <a:pt x="1370950" y="4434971"/>
                  </a:lnTo>
                  <a:lnTo>
                    <a:pt x="1371044" y="4434971"/>
                  </a:lnTo>
                  <a:lnTo>
                    <a:pt x="1371138" y="4434971"/>
                  </a:lnTo>
                  <a:lnTo>
                    <a:pt x="1371232" y="4434971"/>
                  </a:lnTo>
                  <a:lnTo>
                    <a:pt x="1371326" y="4434971"/>
                  </a:lnTo>
                  <a:lnTo>
                    <a:pt x="1371420" y="4434971"/>
                  </a:lnTo>
                  <a:lnTo>
                    <a:pt x="1371514" y="4434971"/>
                  </a:lnTo>
                  <a:lnTo>
                    <a:pt x="1371609" y="4434971"/>
                  </a:lnTo>
                  <a:lnTo>
                    <a:pt x="1371703" y="4434971"/>
                  </a:lnTo>
                  <a:lnTo>
                    <a:pt x="1371797" y="4434971"/>
                  </a:lnTo>
                  <a:lnTo>
                    <a:pt x="1371891" y="4434971"/>
                  </a:lnTo>
                  <a:lnTo>
                    <a:pt x="1371985" y="4434971"/>
                  </a:lnTo>
                  <a:lnTo>
                    <a:pt x="1372079" y="4434971"/>
                  </a:lnTo>
                  <a:lnTo>
                    <a:pt x="1372174" y="4434971"/>
                  </a:lnTo>
                  <a:lnTo>
                    <a:pt x="1372268" y="4434971"/>
                  </a:lnTo>
                  <a:lnTo>
                    <a:pt x="1372362" y="4434971"/>
                  </a:lnTo>
                  <a:lnTo>
                    <a:pt x="1372456" y="4434971"/>
                  </a:lnTo>
                  <a:lnTo>
                    <a:pt x="1372550" y="4434971"/>
                  </a:lnTo>
                  <a:lnTo>
                    <a:pt x="1372644" y="4434971"/>
                  </a:lnTo>
                  <a:lnTo>
                    <a:pt x="1372738" y="4434971"/>
                  </a:lnTo>
                  <a:lnTo>
                    <a:pt x="1372833" y="4434971"/>
                  </a:lnTo>
                  <a:lnTo>
                    <a:pt x="1372927" y="4434971"/>
                  </a:lnTo>
                  <a:lnTo>
                    <a:pt x="1373021" y="4434971"/>
                  </a:lnTo>
                  <a:lnTo>
                    <a:pt x="1373115" y="4434971"/>
                  </a:lnTo>
                  <a:lnTo>
                    <a:pt x="1373209" y="4434971"/>
                  </a:lnTo>
                  <a:lnTo>
                    <a:pt x="1373303" y="4434971"/>
                  </a:lnTo>
                  <a:lnTo>
                    <a:pt x="1373397" y="4434971"/>
                  </a:lnTo>
                  <a:lnTo>
                    <a:pt x="1373492" y="4434971"/>
                  </a:lnTo>
                  <a:lnTo>
                    <a:pt x="1373586" y="4434971"/>
                  </a:lnTo>
                  <a:lnTo>
                    <a:pt x="1373680" y="4434971"/>
                  </a:lnTo>
                  <a:lnTo>
                    <a:pt x="1373774" y="4434971"/>
                  </a:lnTo>
                  <a:lnTo>
                    <a:pt x="1373868" y="4434971"/>
                  </a:lnTo>
                  <a:lnTo>
                    <a:pt x="1373962" y="4434971"/>
                  </a:lnTo>
                  <a:lnTo>
                    <a:pt x="1374057" y="4434971"/>
                  </a:lnTo>
                  <a:lnTo>
                    <a:pt x="1374151" y="4434971"/>
                  </a:lnTo>
                  <a:lnTo>
                    <a:pt x="1374245" y="4434971"/>
                  </a:lnTo>
                  <a:lnTo>
                    <a:pt x="1374339" y="4434971"/>
                  </a:lnTo>
                  <a:lnTo>
                    <a:pt x="1374433" y="4434971"/>
                  </a:lnTo>
                  <a:lnTo>
                    <a:pt x="1374527" y="4434971"/>
                  </a:lnTo>
                  <a:lnTo>
                    <a:pt x="1374621" y="4434971"/>
                  </a:lnTo>
                  <a:lnTo>
                    <a:pt x="1374716" y="4434971"/>
                  </a:lnTo>
                  <a:lnTo>
                    <a:pt x="1374810" y="4434971"/>
                  </a:lnTo>
                  <a:lnTo>
                    <a:pt x="1374904" y="4434971"/>
                  </a:lnTo>
                  <a:lnTo>
                    <a:pt x="1374998" y="4434971"/>
                  </a:lnTo>
                  <a:lnTo>
                    <a:pt x="1375092" y="4434971"/>
                  </a:lnTo>
                  <a:lnTo>
                    <a:pt x="1375186" y="4434971"/>
                  </a:lnTo>
                  <a:lnTo>
                    <a:pt x="1375281" y="4434971"/>
                  </a:lnTo>
                  <a:lnTo>
                    <a:pt x="1375375" y="4434971"/>
                  </a:lnTo>
                  <a:lnTo>
                    <a:pt x="1375469" y="4434971"/>
                  </a:lnTo>
                  <a:lnTo>
                    <a:pt x="1375563" y="4434971"/>
                  </a:lnTo>
                  <a:lnTo>
                    <a:pt x="1375657" y="4434971"/>
                  </a:lnTo>
                  <a:lnTo>
                    <a:pt x="1375751" y="4434971"/>
                  </a:lnTo>
                  <a:lnTo>
                    <a:pt x="1375845" y="4434971"/>
                  </a:lnTo>
                  <a:lnTo>
                    <a:pt x="1375940" y="4434971"/>
                  </a:lnTo>
                  <a:lnTo>
                    <a:pt x="1376034" y="4434971"/>
                  </a:lnTo>
                  <a:lnTo>
                    <a:pt x="1376128" y="4434971"/>
                  </a:lnTo>
                  <a:lnTo>
                    <a:pt x="1376222" y="4434971"/>
                  </a:lnTo>
                  <a:lnTo>
                    <a:pt x="1376316" y="4434971"/>
                  </a:lnTo>
                  <a:lnTo>
                    <a:pt x="1376410" y="4434971"/>
                  </a:lnTo>
                  <a:lnTo>
                    <a:pt x="1376505" y="4434971"/>
                  </a:lnTo>
                  <a:lnTo>
                    <a:pt x="1376599" y="4434971"/>
                  </a:lnTo>
                  <a:lnTo>
                    <a:pt x="1376693" y="4434971"/>
                  </a:lnTo>
                  <a:lnTo>
                    <a:pt x="1376787" y="4434971"/>
                  </a:lnTo>
                  <a:lnTo>
                    <a:pt x="1376881" y="4434971"/>
                  </a:lnTo>
                  <a:lnTo>
                    <a:pt x="1376975" y="4434971"/>
                  </a:lnTo>
                  <a:lnTo>
                    <a:pt x="1377069" y="4434971"/>
                  </a:lnTo>
                  <a:lnTo>
                    <a:pt x="1377164" y="4434971"/>
                  </a:lnTo>
                  <a:lnTo>
                    <a:pt x="1377258" y="4434971"/>
                  </a:lnTo>
                  <a:lnTo>
                    <a:pt x="1377352" y="4434971"/>
                  </a:lnTo>
                  <a:lnTo>
                    <a:pt x="1377446" y="4434971"/>
                  </a:lnTo>
                  <a:lnTo>
                    <a:pt x="1377540" y="4434971"/>
                  </a:lnTo>
                  <a:lnTo>
                    <a:pt x="1377634" y="4434971"/>
                  </a:lnTo>
                  <a:lnTo>
                    <a:pt x="1377728" y="4434971"/>
                  </a:lnTo>
                  <a:lnTo>
                    <a:pt x="1377823" y="4434971"/>
                  </a:lnTo>
                  <a:lnTo>
                    <a:pt x="1377917" y="4434971"/>
                  </a:lnTo>
                  <a:lnTo>
                    <a:pt x="1378011" y="4434971"/>
                  </a:lnTo>
                  <a:lnTo>
                    <a:pt x="1378105" y="4434971"/>
                  </a:lnTo>
                  <a:lnTo>
                    <a:pt x="1378199" y="4434971"/>
                  </a:lnTo>
                  <a:lnTo>
                    <a:pt x="1378293" y="4434971"/>
                  </a:lnTo>
                  <a:lnTo>
                    <a:pt x="1378388" y="4434971"/>
                  </a:lnTo>
                  <a:lnTo>
                    <a:pt x="1378482" y="4434971"/>
                  </a:lnTo>
                  <a:lnTo>
                    <a:pt x="1378576" y="4434971"/>
                  </a:lnTo>
                  <a:lnTo>
                    <a:pt x="1378670" y="4434971"/>
                  </a:lnTo>
                  <a:lnTo>
                    <a:pt x="1378764" y="4434971"/>
                  </a:lnTo>
                  <a:lnTo>
                    <a:pt x="1378858" y="4434971"/>
                  </a:lnTo>
                  <a:lnTo>
                    <a:pt x="1378952" y="4434971"/>
                  </a:lnTo>
                  <a:lnTo>
                    <a:pt x="1379047" y="4434971"/>
                  </a:lnTo>
                  <a:lnTo>
                    <a:pt x="1379141" y="4434971"/>
                  </a:lnTo>
                  <a:lnTo>
                    <a:pt x="1379141" y="4430060"/>
                  </a:lnTo>
                  <a:lnTo>
                    <a:pt x="1379235" y="4430060"/>
                  </a:lnTo>
                  <a:lnTo>
                    <a:pt x="1379329" y="4430060"/>
                  </a:lnTo>
                  <a:lnTo>
                    <a:pt x="1379423" y="4430060"/>
                  </a:lnTo>
                  <a:lnTo>
                    <a:pt x="1379517" y="4430060"/>
                  </a:lnTo>
                  <a:lnTo>
                    <a:pt x="1379612" y="4430060"/>
                  </a:lnTo>
                  <a:lnTo>
                    <a:pt x="1379706" y="4430060"/>
                  </a:lnTo>
                  <a:lnTo>
                    <a:pt x="1379800" y="4430060"/>
                  </a:lnTo>
                  <a:lnTo>
                    <a:pt x="1379894" y="4430060"/>
                  </a:lnTo>
                  <a:lnTo>
                    <a:pt x="1379988" y="4430060"/>
                  </a:lnTo>
                  <a:lnTo>
                    <a:pt x="1380082" y="4430060"/>
                  </a:lnTo>
                  <a:lnTo>
                    <a:pt x="1380176" y="4430060"/>
                  </a:lnTo>
                  <a:lnTo>
                    <a:pt x="1380271" y="4430060"/>
                  </a:lnTo>
                  <a:lnTo>
                    <a:pt x="1380365" y="4430060"/>
                  </a:lnTo>
                  <a:lnTo>
                    <a:pt x="1380459" y="4430060"/>
                  </a:lnTo>
                  <a:lnTo>
                    <a:pt x="1380553" y="4430060"/>
                  </a:lnTo>
                  <a:lnTo>
                    <a:pt x="1380647" y="4430060"/>
                  </a:lnTo>
                  <a:lnTo>
                    <a:pt x="1380741" y="4430060"/>
                  </a:lnTo>
                  <a:lnTo>
                    <a:pt x="1380836" y="4430060"/>
                  </a:lnTo>
                  <a:lnTo>
                    <a:pt x="1380930" y="4430060"/>
                  </a:lnTo>
                  <a:lnTo>
                    <a:pt x="1381024" y="4430060"/>
                  </a:lnTo>
                  <a:lnTo>
                    <a:pt x="1381118" y="4430060"/>
                  </a:lnTo>
                  <a:lnTo>
                    <a:pt x="1381212" y="4430060"/>
                  </a:lnTo>
                  <a:lnTo>
                    <a:pt x="1381306" y="4430060"/>
                  </a:lnTo>
                  <a:lnTo>
                    <a:pt x="1381400" y="4430060"/>
                  </a:lnTo>
                  <a:lnTo>
                    <a:pt x="1381495" y="4430060"/>
                  </a:lnTo>
                  <a:lnTo>
                    <a:pt x="1381589" y="4430060"/>
                  </a:lnTo>
                  <a:lnTo>
                    <a:pt x="1381683" y="4430060"/>
                  </a:lnTo>
                  <a:lnTo>
                    <a:pt x="1381777" y="4430060"/>
                  </a:lnTo>
                  <a:lnTo>
                    <a:pt x="1381871" y="4430060"/>
                  </a:lnTo>
                  <a:lnTo>
                    <a:pt x="1381965" y="4430060"/>
                  </a:lnTo>
                  <a:lnTo>
                    <a:pt x="1382059" y="4430060"/>
                  </a:lnTo>
                  <a:lnTo>
                    <a:pt x="1382154" y="4430060"/>
                  </a:lnTo>
                  <a:lnTo>
                    <a:pt x="1382248" y="4430060"/>
                  </a:lnTo>
                  <a:lnTo>
                    <a:pt x="1382342" y="4430060"/>
                  </a:lnTo>
                  <a:lnTo>
                    <a:pt x="1382436" y="4430060"/>
                  </a:lnTo>
                  <a:lnTo>
                    <a:pt x="1382530" y="4430060"/>
                  </a:lnTo>
                  <a:lnTo>
                    <a:pt x="1382624" y="4430060"/>
                  </a:lnTo>
                  <a:lnTo>
                    <a:pt x="1382719" y="4430060"/>
                  </a:lnTo>
                  <a:lnTo>
                    <a:pt x="1382813" y="4430060"/>
                  </a:lnTo>
                  <a:lnTo>
                    <a:pt x="1382907" y="4430060"/>
                  </a:lnTo>
                  <a:lnTo>
                    <a:pt x="1383001" y="4430060"/>
                  </a:lnTo>
                  <a:lnTo>
                    <a:pt x="1383095" y="4430060"/>
                  </a:lnTo>
                  <a:lnTo>
                    <a:pt x="1383189" y="4430060"/>
                  </a:lnTo>
                  <a:lnTo>
                    <a:pt x="1383189" y="4425148"/>
                  </a:lnTo>
                  <a:lnTo>
                    <a:pt x="1383283" y="4425148"/>
                  </a:lnTo>
                  <a:lnTo>
                    <a:pt x="1383283" y="4420237"/>
                  </a:lnTo>
                  <a:lnTo>
                    <a:pt x="1383378" y="4420237"/>
                  </a:lnTo>
                  <a:lnTo>
                    <a:pt x="1383472" y="4420237"/>
                  </a:lnTo>
                  <a:lnTo>
                    <a:pt x="1383472" y="4415326"/>
                  </a:lnTo>
                  <a:lnTo>
                    <a:pt x="1383566" y="4415326"/>
                  </a:lnTo>
                  <a:lnTo>
                    <a:pt x="1383660" y="4415326"/>
                  </a:lnTo>
                  <a:lnTo>
                    <a:pt x="1383754" y="4415326"/>
                  </a:lnTo>
                  <a:lnTo>
                    <a:pt x="1383848" y="4415326"/>
                  </a:lnTo>
                  <a:lnTo>
                    <a:pt x="1383943" y="4415326"/>
                  </a:lnTo>
                  <a:lnTo>
                    <a:pt x="1384037" y="4415326"/>
                  </a:lnTo>
                  <a:lnTo>
                    <a:pt x="1384131" y="4415326"/>
                  </a:lnTo>
                  <a:lnTo>
                    <a:pt x="1384225" y="4415326"/>
                  </a:lnTo>
                  <a:lnTo>
                    <a:pt x="1384319" y="4415326"/>
                  </a:lnTo>
                  <a:lnTo>
                    <a:pt x="1384413" y="4415326"/>
                  </a:lnTo>
                  <a:lnTo>
                    <a:pt x="1384507" y="4415326"/>
                  </a:lnTo>
                  <a:lnTo>
                    <a:pt x="1384602" y="4415326"/>
                  </a:lnTo>
                  <a:lnTo>
                    <a:pt x="1384696" y="4415326"/>
                  </a:lnTo>
                  <a:lnTo>
                    <a:pt x="1384696" y="4410414"/>
                  </a:lnTo>
                  <a:lnTo>
                    <a:pt x="1384790" y="4410414"/>
                  </a:lnTo>
                  <a:lnTo>
                    <a:pt x="1384884" y="4410414"/>
                  </a:lnTo>
                  <a:lnTo>
                    <a:pt x="1384978" y="4410414"/>
                  </a:lnTo>
                  <a:lnTo>
                    <a:pt x="1385072" y="4410414"/>
                  </a:lnTo>
                  <a:lnTo>
                    <a:pt x="1385167" y="4410414"/>
                  </a:lnTo>
                  <a:lnTo>
                    <a:pt x="1385261" y="4410414"/>
                  </a:lnTo>
                  <a:lnTo>
                    <a:pt x="1385355" y="4410414"/>
                  </a:lnTo>
                  <a:lnTo>
                    <a:pt x="1385449" y="4410414"/>
                  </a:lnTo>
                  <a:lnTo>
                    <a:pt x="1385543" y="4410414"/>
                  </a:lnTo>
                  <a:lnTo>
                    <a:pt x="1385637" y="4410414"/>
                  </a:lnTo>
                  <a:lnTo>
                    <a:pt x="1385731" y="4410414"/>
                  </a:lnTo>
                  <a:lnTo>
                    <a:pt x="1385826" y="4410414"/>
                  </a:lnTo>
                  <a:lnTo>
                    <a:pt x="1385920" y="4410414"/>
                  </a:lnTo>
                  <a:lnTo>
                    <a:pt x="1386014" y="4410414"/>
                  </a:lnTo>
                  <a:lnTo>
                    <a:pt x="1386108" y="4410414"/>
                  </a:lnTo>
                  <a:lnTo>
                    <a:pt x="1386202" y="4410414"/>
                  </a:lnTo>
                  <a:lnTo>
                    <a:pt x="1386296" y="4410414"/>
                  </a:lnTo>
                  <a:lnTo>
                    <a:pt x="1386390" y="4410414"/>
                  </a:lnTo>
                  <a:lnTo>
                    <a:pt x="1386485" y="4410414"/>
                  </a:lnTo>
                  <a:lnTo>
                    <a:pt x="1386579" y="4410414"/>
                  </a:lnTo>
                  <a:lnTo>
                    <a:pt x="1386673" y="4410414"/>
                  </a:lnTo>
                  <a:lnTo>
                    <a:pt x="1386767" y="4410414"/>
                  </a:lnTo>
                  <a:lnTo>
                    <a:pt x="1386861" y="4410414"/>
                  </a:lnTo>
                  <a:lnTo>
                    <a:pt x="1386955" y="4410414"/>
                  </a:lnTo>
                  <a:lnTo>
                    <a:pt x="1387050" y="4410414"/>
                  </a:lnTo>
                  <a:lnTo>
                    <a:pt x="1387144" y="4410414"/>
                  </a:lnTo>
                  <a:lnTo>
                    <a:pt x="1387238" y="4410414"/>
                  </a:lnTo>
                  <a:lnTo>
                    <a:pt x="1387332" y="4410414"/>
                  </a:lnTo>
                  <a:lnTo>
                    <a:pt x="1387426" y="4410414"/>
                  </a:lnTo>
                  <a:lnTo>
                    <a:pt x="1387520" y="4410414"/>
                  </a:lnTo>
                  <a:lnTo>
                    <a:pt x="1387614" y="4410414"/>
                  </a:lnTo>
                  <a:lnTo>
                    <a:pt x="1387709" y="4410414"/>
                  </a:lnTo>
                  <a:lnTo>
                    <a:pt x="1387709" y="4405503"/>
                  </a:lnTo>
                  <a:lnTo>
                    <a:pt x="1387803" y="4405503"/>
                  </a:lnTo>
                  <a:lnTo>
                    <a:pt x="1387897" y="4405503"/>
                  </a:lnTo>
                  <a:lnTo>
                    <a:pt x="1387991" y="4405503"/>
                  </a:lnTo>
                  <a:lnTo>
                    <a:pt x="1388085" y="4405503"/>
                  </a:lnTo>
                  <a:lnTo>
                    <a:pt x="1388179" y="4405503"/>
                  </a:lnTo>
                  <a:lnTo>
                    <a:pt x="1388274" y="4405503"/>
                  </a:lnTo>
                  <a:lnTo>
                    <a:pt x="1388368" y="4405503"/>
                  </a:lnTo>
                  <a:lnTo>
                    <a:pt x="1388462" y="4405503"/>
                  </a:lnTo>
                  <a:lnTo>
                    <a:pt x="1388556" y="4405503"/>
                  </a:lnTo>
                  <a:lnTo>
                    <a:pt x="1388650" y="4405503"/>
                  </a:lnTo>
                  <a:lnTo>
                    <a:pt x="1388744" y="4405503"/>
                  </a:lnTo>
                  <a:lnTo>
                    <a:pt x="1388838" y="4405503"/>
                  </a:lnTo>
                  <a:lnTo>
                    <a:pt x="1388933" y="4405503"/>
                  </a:lnTo>
                  <a:lnTo>
                    <a:pt x="1389027" y="4405503"/>
                  </a:lnTo>
                  <a:lnTo>
                    <a:pt x="1389121" y="4405503"/>
                  </a:lnTo>
                  <a:lnTo>
                    <a:pt x="1389215" y="4405503"/>
                  </a:lnTo>
                  <a:lnTo>
                    <a:pt x="1389309" y="4405503"/>
                  </a:lnTo>
                  <a:lnTo>
                    <a:pt x="1389403" y="4405503"/>
                  </a:lnTo>
                  <a:lnTo>
                    <a:pt x="1389498" y="4405503"/>
                  </a:lnTo>
                  <a:lnTo>
                    <a:pt x="1389592" y="4405503"/>
                  </a:lnTo>
                  <a:lnTo>
                    <a:pt x="1389686" y="4405503"/>
                  </a:lnTo>
                  <a:lnTo>
                    <a:pt x="1389780" y="4405503"/>
                  </a:lnTo>
                  <a:lnTo>
                    <a:pt x="1389874" y="4405503"/>
                  </a:lnTo>
                  <a:lnTo>
                    <a:pt x="1389874" y="4400591"/>
                  </a:lnTo>
                  <a:lnTo>
                    <a:pt x="1389968" y="4400591"/>
                  </a:lnTo>
                  <a:lnTo>
                    <a:pt x="1390062" y="4400591"/>
                  </a:lnTo>
                  <a:lnTo>
                    <a:pt x="1390157" y="4400591"/>
                  </a:lnTo>
                  <a:lnTo>
                    <a:pt x="1390251" y="4400591"/>
                  </a:lnTo>
                  <a:lnTo>
                    <a:pt x="1390345" y="4400591"/>
                  </a:lnTo>
                  <a:lnTo>
                    <a:pt x="1390439" y="4400591"/>
                  </a:lnTo>
                  <a:lnTo>
                    <a:pt x="1390533" y="4400591"/>
                  </a:lnTo>
                  <a:lnTo>
                    <a:pt x="1390627" y="4400591"/>
                  </a:lnTo>
                  <a:lnTo>
                    <a:pt x="1390721" y="4400591"/>
                  </a:lnTo>
                  <a:lnTo>
                    <a:pt x="1390816" y="4400591"/>
                  </a:lnTo>
                  <a:lnTo>
                    <a:pt x="1390910" y="4400591"/>
                  </a:lnTo>
                  <a:lnTo>
                    <a:pt x="1391004" y="4400591"/>
                  </a:lnTo>
                  <a:lnTo>
                    <a:pt x="1391098" y="4400591"/>
                  </a:lnTo>
                  <a:lnTo>
                    <a:pt x="1391192" y="4400591"/>
                  </a:lnTo>
                  <a:lnTo>
                    <a:pt x="1391286" y="4400591"/>
                  </a:lnTo>
                  <a:lnTo>
                    <a:pt x="1391381" y="4400591"/>
                  </a:lnTo>
                  <a:lnTo>
                    <a:pt x="1391475" y="4400591"/>
                  </a:lnTo>
                  <a:lnTo>
                    <a:pt x="1391569" y="4400591"/>
                  </a:lnTo>
                  <a:lnTo>
                    <a:pt x="1391663" y="4400591"/>
                  </a:lnTo>
                  <a:lnTo>
                    <a:pt x="1391757" y="4400591"/>
                  </a:lnTo>
                  <a:lnTo>
                    <a:pt x="1391851" y="4400591"/>
                  </a:lnTo>
                  <a:lnTo>
                    <a:pt x="1391945" y="4400591"/>
                  </a:lnTo>
                  <a:lnTo>
                    <a:pt x="1392040" y="4400591"/>
                  </a:lnTo>
                  <a:lnTo>
                    <a:pt x="1392134" y="4400591"/>
                  </a:lnTo>
                  <a:lnTo>
                    <a:pt x="1392228" y="4400591"/>
                  </a:lnTo>
                  <a:lnTo>
                    <a:pt x="1392322" y="4400591"/>
                  </a:lnTo>
                  <a:lnTo>
                    <a:pt x="1392416" y="4400591"/>
                  </a:lnTo>
                  <a:lnTo>
                    <a:pt x="1392510" y="4400591"/>
                  </a:lnTo>
                  <a:lnTo>
                    <a:pt x="1392605" y="4400591"/>
                  </a:lnTo>
                  <a:lnTo>
                    <a:pt x="1392699" y="4400591"/>
                  </a:lnTo>
                  <a:lnTo>
                    <a:pt x="1392793" y="4400591"/>
                  </a:lnTo>
                  <a:lnTo>
                    <a:pt x="1392887" y="4400591"/>
                  </a:lnTo>
                  <a:lnTo>
                    <a:pt x="1392981" y="4400591"/>
                  </a:lnTo>
                  <a:lnTo>
                    <a:pt x="1393075" y="4400591"/>
                  </a:lnTo>
                  <a:lnTo>
                    <a:pt x="1393169" y="4400591"/>
                  </a:lnTo>
                  <a:lnTo>
                    <a:pt x="1393264" y="4400591"/>
                  </a:lnTo>
                  <a:lnTo>
                    <a:pt x="1393358" y="4400591"/>
                  </a:lnTo>
                  <a:lnTo>
                    <a:pt x="1393452" y="4400591"/>
                  </a:lnTo>
                  <a:lnTo>
                    <a:pt x="1393546" y="4400591"/>
                  </a:lnTo>
                  <a:lnTo>
                    <a:pt x="1393640" y="4400591"/>
                  </a:lnTo>
                  <a:lnTo>
                    <a:pt x="1393734" y="4400591"/>
                  </a:lnTo>
                  <a:lnTo>
                    <a:pt x="1393829" y="4400591"/>
                  </a:lnTo>
                  <a:lnTo>
                    <a:pt x="1393923" y="4400591"/>
                  </a:lnTo>
                  <a:lnTo>
                    <a:pt x="1394017" y="4400591"/>
                  </a:lnTo>
                  <a:lnTo>
                    <a:pt x="1394111" y="4400591"/>
                  </a:lnTo>
                  <a:lnTo>
                    <a:pt x="1394205" y="4400591"/>
                  </a:lnTo>
                  <a:lnTo>
                    <a:pt x="1394299" y="4400591"/>
                  </a:lnTo>
                  <a:lnTo>
                    <a:pt x="1394393" y="4400591"/>
                  </a:lnTo>
                  <a:lnTo>
                    <a:pt x="1394488" y="4400591"/>
                  </a:lnTo>
                  <a:lnTo>
                    <a:pt x="1394582" y="4400591"/>
                  </a:lnTo>
                  <a:lnTo>
                    <a:pt x="1394676" y="4400591"/>
                  </a:lnTo>
                  <a:lnTo>
                    <a:pt x="1394770" y="4400591"/>
                  </a:lnTo>
                  <a:lnTo>
                    <a:pt x="1394864" y="4400591"/>
                  </a:lnTo>
                  <a:lnTo>
                    <a:pt x="1394958" y="4400591"/>
                  </a:lnTo>
                  <a:lnTo>
                    <a:pt x="1395052" y="4400591"/>
                  </a:lnTo>
                  <a:lnTo>
                    <a:pt x="1395147" y="4400591"/>
                  </a:lnTo>
                  <a:lnTo>
                    <a:pt x="1395241" y="4400591"/>
                  </a:lnTo>
                  <a:lnTo>
                    <a:pt x="1395335" y="4400591"/>
                  </a:lnTo>
                  <a:lnTo>
                    <a:pt x="1395429" y="4400591"/>
                  </a:lnTo>
                  <a:lnTo>
                    <a:pt x="1395523" y="4400591"/>
                  </a:lnTo>
                  <a:lnTo>
                    <a:pt x="1395617" y="4400591"/>
                  </a:lnTo>
                  <a:lnTo>
                    <a:pt x="1395712" y="4400591"/>
                  </a:lnTo>
                  <a:lnTo>
                    <a:pt x="1395806" y="4400591"/>
                  </a:lnTo>
                  <a:lnTo>
                    <a:pt x="1395900" y="4400591"/>
                  </a:lnTo>
                  <a:lnTo>
                    <a:pt x="1395994" y="4400591"/>
                  </a:lnTo>
                  <a:lnTo>
                    <a:pt x="1396088" y="4400591"/>
                  </a:lnTo>
                  <a:lnTo>
                    <a:pt x="1396182" y="4400591"/>
                  </a:lnTo>
                  <a:lnTo>
                    <a:pt x="1396276" y="4400591"/>
                  </a:lnTo>
                  <a:lnTo>
                    <a:pt x="1396371" y="4400591"/>
                  </a:lnTo>
                  <a:lnTo>
                    <a:pt x="1396465" y="4400591"/>
                  </a:lnTo>
                  <a:lnTo>
                    <a:pt x="1396559" y="4400591"/>
                  </a:lnTo>
                  <a:lnTo>
                    <a:pt x="1396653" y="4400591"/>
                  </a:lnTo>
                  <a:lnTo>
                    <a:pt x="1396747" y="4400591"/>
                  </a:lnTo>
                  <a:lnTo>
                    <a:pt x="1396841" y="4400591"/>
                  </a:lnTo>
                  <a:lnTo>
                    <a:pt x="1396936" y="4400591"/>
                  </a:lnTo>
                  <a:lnTo>
                    <a:pt x="1397030" y="4400591"/>
                  </a:lnTo>
                  <a:lnTo>
                    <a:pt x="1397124" y="4400591"/>
                  </a:lnTo>
                  <a:lnTo>
                    <a:pt x="1397218" y="4400591"/>
                  </a:lnTo>
                  <a:lnTo>
                    <a:pt x="1397312" y="4400591"/>
                  </a:lnTo>
                  <a:lnTo>
                    <a:pt x="1397406" y="4400591"/>
                  </a:lnTo>
                  <a:lnTo>
                    <a:pt x="1397500" y="4400591"/>
                  </a:lnTo>
                  <a:lnTo>
                    <a:pt x="1397595" y="4400591"/>
                  </a:lnTo>
                  <a:lnTo>
                    <a:pt x="1397689" y="4400591"/>
                  </a:lnTo>
                  <a:lnTo>
                    <a:pt x="1397783" y="4400591"/>
                  </a:lnTo>
                  <a:lnTo>
                    <a:pt x="1397877" y="4400591"/>
                  </a:lnTo>
                  <a:lnTo>
                    <a:pt x="1397971" y="4400591"/>
                  </a:lnTo>
                  <a:lnTo>
                    <a:pt x="1398065" y="4400591"/>
                  </a:lnTo>
                  <a:lnTo>
                    <a:pt x="1398160" y="4400591"/>
                  </a:lnTo>
                  <a:lnTo>
                    <a:pt x="1398254" y="4400591"/>
                  </a:lnTo>
                  <a:lnTo>
                    <a:pt x="1398348" y="4400591"/>
                  </a:lnTo>
                  <a:lnTo>
                    <a:pt x="1398442" y="4400591"/>
                  </a:lnTo>
                  <a:lnTo>
                    <a:pt x="1398536" y="4400591"/>
                  </a:lnTo>
                  <a:lnTo>
                    <a:pt x="1398536" y="4395680"/>
                  </a:lnTo>
                  <a:lnTo>
                    <a:pt x="1398630" y="4395680"/>
                  </a:lnTo>
                  <a:lnTo>
                    <a:pt x="1398724" y="4395680"/>
                  </a:lnTo>
                  <a:lnTo>
                    <a:pt x="1398819" y="4395680"/>
                  </a:lnTo>
                  <a:lnTo>
                    <a:pt x="1398913" y="4395680"/>
                  </a:lnTo>
                  <a:lnTo>
                    <a:pt x="1399007" y="4395680"/>
                  </a:lnTo>
                  <a:lnTo>
                    <a:pt x="1399101" y="4395680"/>
                  </a:lnTo>
                  <a:lnTo>
                    <a:pt x="1399195" y="4395680"/>
                  </a:lnTo>
                  <a:lnTo>
                    <a:pt x="1399289" y="4395680"/>
                  </a:lnTo>
                  <a:lnTo>
                    <a:pt x="1399383" y="4395680"/>
                  </a:lnTo>
                  <a:lnTo>
                    <a:pt x="1399478" y="4395680"/>
                  </a:lnTo>
                  <a:lnTo>
                    <a:pt x="1399572" y="4395680"/>
                  </a:lnTo>
                  <a:lnTo>
                    <a:pt x="1399666" y="4395680"/>
                  </a:lnTo>
                  <a:lnTo>
                    <a:pt x="1399760" y="4395680"/>
                  </a:lnTo>
                  <a:lnTo>
                    <a:pt x="1399854" y="4395680"/>
                  </a:lnTo>
                  <a:lnTo>
                    <a:pt x="1399948" y="4395680"/>
                  </a:lnTo>
                  <a:lnTo>
                    <a:pt x="1400043" y="4395680"/>
                  </a:lnTo>
                  <a:lnTo>
                    <a:pt x="1400137" y="4395680"/>
                  </a:lnTo>
                  <a:lnTo>
                    <a:pt x="1400231" y="4395680"/>
                  </a:lnTo>
                  <a:lnTo>
                    <a:pt x="1400325" y="4395680"/>
                  </a:lnTo>
                  <a:lnTo>
                    <a:pt x="1400419" y="4395680"/>
                  </a:lnTo>
                  <a:lnTo>
                    <a:pt x="1400513" y="4395680"/>
                  </a:lnTo>
                  <a:lnTo>
                    <a:pt x="1400607" y="4395680"/>
                  </a:lnTo>
                  <a:lnTo>
                    <a:pt x="1400702" y="4395680"/>
                  </a:lnTo>
                  <a:lnTo>
                    <a:pt x="1400796" y="4395680"/>
                  </a:lnTo>
                  <a:lnTo>
                    <a:pt x="1400890" y="4395680"/>
                  </a:lnTo>
                  <a:lnTo>
                    <a:pt x="1400984" y="4395680"/>
                  </a:lnTo>
                  <a:lnTo>
                    <a:pt x="1401078" y="4395680"/>
                  </a:lnTo>
                  <a:lnTo>
                    <a:pt x="1401172" y="4395680"/>
                  </a:lnTo>
                  <a:lnTo>
                    <a:pt x="1401267" y="4395680"/>
                  </a:lnTo>
                  <a:lnTo>
                    <a:pt x="1401361" y="4395680"/>
                  </a:lnTo>
                  <a:lnTo>
                    <a:pt x="1401455" y="4395680"/>
                  </a:lnTo>
                  <a:lnTo>
                    <a:pt x="1401549" y="4395680"/>
                  </a:lnTo>
                  <a:lnTo>
                    <a:pt x="1401643" y="4395680"/>
                  </a:lnTo>
                  <a:lnTo>
                    <a:pt x="1401737" y="4395680"/>
                  </a:lnTo>
                  <a:lnTo>
                    <a:pt x="1401737" y="4390769"/>
                  </a:lnTo>
                  <a:lnTo>
                    <a:pt x="1401831" y="4390769"/>
                  </a:lnTo>
                  <a:lnTo>
                    <a:pt x="1401926" y="4390769"/>
                  </a:lnTo>
                  <a:lnTo>
                    <a:pt x="1402020" y="4390769"/>
                  </a:lnTo>
                  <a:lnTo>
                    <a:pt x="1402114" y="4390769"/>
                  </a:lnTo>
                  <a:lnTo>
                    <a:pt x="1402208" y="4390769"/>
                  </a:lnTo>
                  <a:lnTo>
                    <a:pt x="1402302" y="4390769"/>
                  </a:lnTo>
                  <a:lnTo>
                    <a:pt x="1402396" y="4390769"/>
                  </a:lnTo>
                  <a:lnTo>
                    <a:pt x="1402491" y="4390769"/>
                  </a:lnTo>
                  <a:lnTo>
                    <a:pt x="1402585" y="4390769"/>
                  </a:lnTo>
                  <a:lnTo>
                    <a:pt x="1402679" y="4390769"/>
                  </a:lnTo>
                  <a:lnTo>
                    <a:pt x="1402679" y="4385857"/>
                  </a:lnTo>
                  <a:lnTo>
                    <a:pt x="1402773" y="4385857"/>
                  </a:lnTo>
                  <a:lnTo>
                    <a:pt x="1402867" y="4385857"/>
                  </a:lnTo>
                  <a:lnTo>
                    <a:pt x="1402961" y="4385857"/>
                  </a:lnTo>
                  <a:lnTo>
                    <a:pt x="1403055" y="4385857"/>
                  </a:lnTo>
                  <a:lnTo>
                    <a:pt x="1403150" y="4385857"/>
                  </a:lnTo>
                  <a:lnTo>
                    <a:pt x="1403244" y="4385857"/>
                  </a:lnTo>
                  <a:lnTo>
                    <a:pt x="1403338" y="4385857"/>
                  </a:lnTo>
                  <a:lnTo>
                    <a:pt x="1403432" y="4385857"/>
                  </a:lnTo>
                  <a:lnTo>
                    <a:pt x="1403526" y="4385857"/>
                  </a:lnTo>
                  <a:lnTo>
                    <a:pt x="1403620" y="4385857"/>
                  </a:lnTo>
                  <a:lnTo>
                    <a:pt x="1403714" y="4385857"/>
                  </a:lnTo>
                  <a:lnTo>
                    <a:pt x="1403809" y="4385857"/>
                  </a:lnTo>
                  <a:lnTo>
                    <a:pt x="1403903" y="4385857"/>
                  </a:lnTo>
                  <a:lnTo>
                    <a:pt x="1403997" y="4385857"/>
                  </a:lnTo>
                  <a:lnTo>
                    <a:pt x="1404091" y="4385857"/>
                  </a:lnTo>
                  <a:lnTo>
                    <a:pt x="1404185" y="4385857"/>
                  </a:lnTo>
                  <a:lnTo>
                    <a:pt x="1404279" y="4385857"/>
                  </a:lnTo>
                  <a:lnTo>
                    <a:pt x="1404374" y="4385857"/>
                  </a:lnTo>
                  <a:lnTo>
                    <a:pt x="1404468" y="4385857"/>
                  </a:lnTo>
                  <a:lnTo>
                    <a:pt x="1404562" y="4385857"/>
                  </a:lnTo>
                  <a:lnTo>
                    <a:pt x="1404656" y="4385857"/>
                  </a:lnTo>
                  <a:lnTo>
                    <a:pt x="1404750" y="4385857"/>
                  </a:lnTo>
                  <a:lnTo>
                    <a:pt x="1404844" y="4385857"/>
                  </a:lnTo>
                  <a:lnTo>
                    <a:pt x="1404938" y="4385857"/>
                  </a:lnTo>
                  <a:lnTo>
                    <a:pt x="1405033" y="4385857"/>
                  </a:lnTo>
                  <a:lnTo>
                    <a:pt x="1405127" y="4385857"/>
                  </a:lnTo>
                  <a:lnTo>
                    <a:pt x="1405221" y="4385857"/>
                  </a:lnTo>
                  <a:lnTo>
                    <a:pt x="1405315" y="4385857"/>
                  </a:lnTo>
                  <a:lnTo>
                    <a:pt x="1405409" y="4385857"/>
                  </a:lnTo>
                  <a:lnTo>
                    <a:pt x="1405503" y="4385857"/>
                  </a:lnTo>
                  <a:lnTo>
                    <a:pt x="1405598" y="4385857"/>
                  </a:lnTo>
                  <a:lnTo>
                    <a:pt x="1405692" y="4385857"/>
                  </a:lnTo>
                  <a:lnTo>
                    <a:pt x="1405786" y="4385857"/>
                  </a:lnTo>
                  <a:lnTo>
                    <a:pt x="1405880" y="4385857"/>
                  </a:lnTo>
                  <a:lnTo>
                    <a:pt x="1405974" y="4385857"/>
                  </a:lnTo>
                  <a:lnTo>
                    <a:pt x="1406068" y="4385857"/>
                  </a:lnTo>
                  <a:lnTo>
                    <a:pt x="1406162" y="4385857"/>
                  </a:lnTo>
                  <a:lnTo>
                    <a:pt x="1406257" y="4385857"/>
                  </a:lnTo>
                  <a:lnTo>
                    <a:pt x="1406351" y="4385857"/>
                  </a:lnTo>
                  <a:lnTo>
                    <a:pt x="1406445" y="4385857"/>
                  </a:lnTo>
                  <a:lnTo>
                    <a:pt x="1406539" y="4385857"/>
                  </a:lnTo>
                  <a:lnTo>
                    <a:pt x="1406633" y="4385857"/>
                  </a:lnTo>
                  <a:lnTo>
                    <a:pt x="1406727" y="4385857"/>
                  </a:lnTo>
                  <a:lnTo>
                    <a:pt x="1406822" y="4385857"/>
                  </a:lnTo>
                  <a:lnTo>
                    <a:pt x="1406916" y="4385857"/>
                  </a:lnTo>
                  <a:lnTo>
                    <a:pt x="1407010" y="4385857"/>
                  </a:lnTo>
                  <a:lnTo>
                    <a:pt x="1407104" y="4385857"/>
                  </a:lnTo>
                  <a:lnTo>
                    <a:pt x="1407198" y="4385857"/>
                  </a:lnTo>
                  <a:lnTo>
                    <a:pt x="1407292" y="4385857"/>
                  </a:lnTo>
                  <a:lnTo>
                    <a:pt x="1407386" y="4385857"/>
                  </a:lnTo>
                  <a:lnTo>
                    <a:pt x="1407481" y="4385857"/>
                  </a:lnTo>
                  <a:lnTo>
                    <a:pt x="1407575" y="4385857"/>
                  </a:lnTo>
                  <a:lnTo>
                    <a:pt x="1407669" y="4385857"/>
                  </a:lnTo>
                  <a:lnTo>
                    <a:pt x="1407763" y="4385857"/>
                  </a:lnTo>
                  <a:lnTo>
                    <a:pt x="1407857" y="4385857"/>
                  </a:lnTo>
                  <a:lnTo>
                    <a:pt x="1407951" y="4385857"/>
                  </a:lnTo>
                  <a:lnTo>
                    <a:pt x="1408045" y="4385857"/>
                  </a:lnTo>
                  <a:lnTo>
                    <a:pt x="1408140" y="4385857"/>
                  </a:lnTo>
                  <a:lnTo>
                    <a:pt x="1408234" y="4385857"/>
                  </a:lnTo>
                  <a:lnTo>
                    <a:pt x="1408328" y="4385857"/>
                  </a:lnTo>
                  <a:lnTo>
                    <a:pt x="1408422" y="4385857"/>
                  </a:lnTo>
                  <a:lnTo>
                    <a:pt x="1408516" y="4385857"/>
                  </a:lnTo>
                  <a:lnTo>
                    <a:pt x="1408610" y="4385857"/>
                  </a:lnTo>
                  <a:lnTo>
                    <a:pt x="1408705" y="4385857"/>
                  </a:lnTo>
                  <a:lnTo>
                    <a:pt x="1408799" y="4385857"/>
                  </a:lnTo>
                  <a:lnTo>
                    <a:pt x="1408893" y="4385857"/>
                  </a:lnTo>
                  <a:lnTo>
                    <a:pt x="1408987" y="4385857"/>
                  </a:lnTo>
                  <a:lnTo>
                    <a:pt x="1409081" y="4385857"/>
                  </a:lnTo>
                  <a:lnTo>
                    <a:pt x="1409175" y="4385857"/>
                  </a:lnTo>
                  <a:lnTo>
                    <a:pt x="1409269" y="4385857"/>
                  </a:lnTo>
                  <a:lnTo>
                    <a:pt x="1409364" y="4385857"/>
                  </a:lnTo>
                  <a:lnTo>
                    <a:pt x="1409458" y="4385857"/>
                  </a:lnTo>
                  <a:lnTo>
                    <a:pt x="1409552" y="4385857"/>
                  </a:lnTo>
                  <a:lnTo>
                    <a:pt x="1409646" y="4385857"/>
                  </a:lnTo>
                  <a:lnTo>
                    <a:pt x="1409740" y="4385857"/>
                  </a:lnTo>
                  <a:lnTo>
                    <a:pt x="1409834" y="4385857"/>
                  </a:lnTo>
                  <a:lnTo>
                    <a:pt x="1409929" y="4385857"/>
                  </a:lnTo>
                  <a:lnTo>
                    <a:pt x="1409929" y="4380946"/>
                  </a:lnTo>
                  <a:lnTo>
                    <a:pt x="1410023" y="4380946"/>
                  </a:lnTo>
                  <a:lnTo>
                    <a:pt x="1410117" y="4380946"/>
                  </a:lnTo>
                  <a:lnTo>
                    <a:pt x="1410211" y="4380946"/>
                  </a:lnTo>
                  <a:lnTo>
                    <a:pt x="1410305" y="4380946"/>
                  </a:lnTo>
                  <a:lnTo>
                    <a:pt x="1410399" y="4380946"/>
                  </a:lnTo>
                  <a:lnTo>
                    <a:pt x="1410493" y="4380946"/>
                  </a:lnTo>
                  <a:lnTo>
                    <a:pt x="1410588" y="4380946"/>
                  </a:lnTo>
                  <a:lnTo>
                    <a:pt x="1410682" y="4380946"/>
                  </a:lnTo>
                  <a:lnTo>
                    <a:pt x="1410776" y="4380946"/>
                  </a:lnTo>
                  <a:lnTo>
                    <a:pt x="1410870" y="4380946"/>
                  </a:lnTo>
                  <a:lnTo>
                    <a:pt x="1410964" y="4380946"/>
                  </a:lnTo>
                  <a:lnTo>
                    <a:pt x="1411058" y="4380946"/>
                  </a:lnTo>
                  <a:lnTo>
                    <a:pt x="1411153" y="4380946"/>
                  </a:lnTo>
                  <a:lnTo>
                    <a:pt x="1411247" y="4380946"/>
                  </a:lnTo>
                  <a:lnTo>
                    <a:pt x="1411341" y="4380946"/>
                  </a:lnTo>
                  <a:lnTo>
                    <a:pt x="1411435" y="4380946"/>
                  </a:lnTo>
                  <a:lnTo>
                    <a:pt x="1411529" y="4380946"/>
                  </a:lnTo>
                  <a:lnTo>
                    <a:pt x="1411623" y="4380946"/>
                  </a:lnTo>
                  <a:lnTo>
                    <a:pt x="1411717" y="4380946"/>
                  </a:lnTo>
                  <a:lnTo>
                    <a:pt x="1411812" y="4380946"/>
                  </a:lnTo>
                  <a:lnTo>
                    <a:pt x="1411906" y="4380946"/>
                  </a:lnTo>
                  <a:lnTo>
                    <a:pt x="1412000" y="4380946"/>
                  </a:lnTo>
                  <a:lnTo>
                    <a:pt x="1412094" y="4380946"/>
                  </a:lnTo>
                  <a:lnTo>
                    <a:pt x="1412188" y="4380946"/>
                  </a:lnTo>
                  <a:lnTo>
                    <a:pt x="1412282" y="4380946"/>
                  </a:lnTo>
                  <a:lnTo>
                    <a:pt x="1412376" y="4380946"/>
                  </a:lnTo>
                  <a:lnTo>
                    <a:pt x="1412471" y="4380946"/>
                  </a:lnTo>
                  <a:lnTo>
                    <a:pt x="1412471" y="4376035"/>
                  </a:lnTo>
                  <a:lnTo>
                    <a:pt x="1412565" y="4376035"/>
                  </a:lnTo>
                  <a:lnTo>
                    <a:pt x="1412659" y="4376035"/>
                  </a:lnTo>
                  <a:lnTo>
                    <a:pt x="1412753" y="4376035"/>
                  </a:lnTo>
                  <a:lnTo>
                    <a:pt x="1412847" y="4376035"/>
                  </a:lnTo>
                  <a:lnTo>
                    <a:pt x="1412941" y="4376035"/>
                  </a:lnTo>
                  <a:lnTo>
                    <a:pt x="1413036" y="4376035"/>
                  </a:lnTo>
                  <a:lnTo>
                    <a:pt x="1413130" y="4376035"/>
                  </a:lnTo>
                  <a:lnTo>
                    <a:pt x="1413224" y="4376035"/>
                  </a:lnTo>
                  <a:lnTo>
                    <a:pt x="1413318" y="4376035"/>
                  </a:lnTo>
                  <a:lnTo>
                    <a:pt x="1413412" y="4376035"/>
                  </a:lnTo>
                  <a:lnTo>
                    <a:pt x="1413506" y="4376035"/>
                  </a:lnTo>
                  <a:lnTo>
                    <a:pt x="1413600" y="4376035"/>
                  </a:lnTo>
                  <a:lnTo>
                    <a:pt x="1413695" y="4376035"/>
                  </a:lnTo>
                  <a:lnTo>
                    <a:pt x="1413789" y="4376035"/>
                  </a:lnTo>
                  <a:lnTo>
                    <a:pt x="1413883" y="4376035"/>
                  </a:lnTo>
                  <a:lnTo>
                    <a:pt x="1413977" y="4376035"/>
                  </a:lnTo>
                  <a:lnTo>
                    <a:pt x="1414071" y="4376035"/>
                  </a:lnTo>
                  <a:lnTo>
                    <a:pt x="1414165" y="4376035"/>
                  </a:lnTo>
                  <a:lnTo>
                    <a:pt x="1414260" y="4376035"/>
                  </a:lnTo>
                  <a:lnTo>
                    <a:pt x="1414354" y="4376035"/>
                  </a:lnTo>
                  <a:lnTo>
                    <a:pt x="1414448" y="4376035"/>
                  </a:lnTo>
                  <a:lnTo>
                    <a:pt x="1414542" y="4376035"/>
                  </a:lnTo>
                  <a:lnTo>
                    <a:pt x="1414636" y="4376035"/>
                  </a:lnTo>
                  <a:lnTo>
                    <a:pt x="1414730" y="4376035"/>
                  </a:lnTo>
                  <a:lnTo>
                    <a:pt x="1414824" y="4376035"/>
                  </a:lnTo>
                  <a:lnTo>
                    <a:pt x="1414824" y="4371123"/>
                  </a:lnTo>
                  <a:lnTo>
                    <a:pt x="1414919" y="4371123"/>
                  </a:lnTo>
                  <a:lnTo>
                    <a:pt x="1415013" y="4371123"/>
                  </a:lnTo>
                  <a:lnTo>
                    <a:pt x="1415107" y="4371123"/>
                  </a:lnTo>
                  <a:lnTo>
                    <a:pt x="1415201" y="4371123"/>
                  </a:lnTo>
                  <a:lnTo>
                    <a:pt x="1415295" y="4371123"/>
                  </a:lnTo>
                  <a:lnTo>
                    <a:pt x="1415389" y="4371123"/>
                  </a:lnTo>
                  <a:lnTo>
                    <a:pt x="1415484" y="4371123"/>
                  </a:lnTo>
                  <a:lnTo>
                    <a:pt x="1415578" y="4371123"/>
                  </a:lnTo>
                  <a:lnTo>
                    <a:pt x="1415672" y="4371123"/>
                  </a:lnTo>
                  <a:lnTo>
                    <a:pt x="1415766" y="4371123"/>
                  </a:lnTo>
                  <a:lnTo>
                    <a:pt x="1415860" y="4371123"/>
                  </a:lnTo>
                  <a:lnTo>
                    <a:pt x="1415954" y="4371123"/>
                  </a:lnTo>
                  <a:lnTo>
                    <a:pt x="1416048" y="4371123"/>
                  </a:lnTo>
                  <a:lnTo>
                    <a:pt x="1416048" y="4366212"/>
                  </a:lnTo>
                  <a:lnTo>
                    <a:pt x="1416143" y="4366212"/>
                  </a:lnTo>
                  <a:lnTo>
                    <a:pt x="1416237" y="4366212"/>
                  </a:lnTo>
                  <a:lnTo>
                    <a:pt x="1416331" y="4366212"/>
                  </a:lnTo>
                  <a:lnTo>
                    <a:pt x="1416425" y="4366212"/>
                  </a:lnTo>
                  <a:lnTo>
                    <a:pt x="1416519" y="4366212"/>
                  </a:lnTo>
                  <a:lnTo>
                    <a:pt x="1416613" y="4366212"/>
                  </a:lnTo>
                  <a:lnTo>
                    <a:pt x="1416707" y="4366212"/>
                  </a:lnTo>
                  <a:lnTo>
                    <a:pt x="1416802" y="4366212"/>
                  </a:lnTo>
                  <a:lnTo>
                    <a:pt x="1416896" y="4366212"/>
                  </a:lnTo>
                  <a:lnTo>
                    <a:pt x="1416990" y="4366212"/>
                  </a:lnTo>
                  <a:lnTo>
                    <a:pt x="1417084" y="4366212"/>
                  </a:lnTo>
                  <a:lnTo>
                    <a:pt x="1417178" y="4366212"/>
                  </a:lnTo>
                  <a:lnTo>
                    <a:pt x="1417272" y="4366212"/>
                  </a:lnTo>
                  <a:lnTo>
                    <a:pt x="1417367" y="4366212"/>
                  </a:lnTo>
                  <a:lnTo>
                    <a:pt x="1417461" y="4366212"/>
                  </a:lnTo>
                  <a:lnTo>
                    <a:pt x="1417555" y="4366212"/>
                  </a:lnTo>
                  <a:lnTo>
                    <a:pt x="1417649" y="4366212"/>
                  </a:lnTo>
                  <a:lnTo>
                    <a:pt x="1417743" y="4366212"/>
                  </a:lnTo>
                  <a:lnTo>
                    <a:pt x="1417837" y="4366212"/>
                  </a:lnTo>
                  <a:lnTo>
                    <a:pt x="1417931" y="4366212"/>
                  </a:lnTo>
                  <a:lnTo>
                    <a:pt x="1418026" y="4366212"/>
                  </a:lnTo>
                  <a:lnTo>
                    <a:pt x="1418120" y="4366212"/>
                  </a:lnTo>
                  <a:lnTo>
                    <a:pt x="1418214" y="4366212"/>
                  </a:lnTo>
                  <a:lnTo>
                    <a:pt x="1418308" y="4366212"/>
                  </a:lnTo>
                  <a:lnTo>
                    <a:pt x="1418402" y="4366212"/>
                  </a:lnTo>
                  <a:lnTo>
                    <a:pt x="1418496" y="4366212"/>
                  </a:lnTo>
                  <a:lnTo>
                    <a:pt x="1418591" y="4366212"/>
                  </a:lnTo>
                  <a:lnTo>
                    <a:pt x="1418685" y="4366212"/>
                  </a:lnTo>
                  <a:lnTo>
                    <a:pt x="1418779" y="4366212"/>
                  </a:lnTo>
                  <a:lnTo>
                    <a:pt x="1418873" y="4366212"/>
                  </a:lnTo>
                  <a:lnTo>
                    <a:pt x="1418967" y="4366212"/>
                  </a:lnTo>
                  <a:lnTo>
                    <a:pt x="1419061" y="4366212"/>
                  </a:lnTo>
                  <a:lnTo>
                    <a:pt x="1419155" y="4366212"/>
                  </a:lnTo>
                  <a:lnTo>
                    <a:pt x="1419250" y="4366212"/>
                  </a:lnTo>
                  <a:lnTo>
                    <a:pt x="1419344" y="4366212"/>
                  </a:lnTo>
                  <a:lnTo>
                    <a:pt x="1419438" y="4366212"/>
                  </a:lnTo>
                  <a:lnTo>
                    <a:pt x="1419532" y="4366212"/>
                  </a:lnTo>
                  <a:lnTo>
                    <a:pt x="1419626" y="4366212"/>
                  </a:lnTo>
                  <a:lnTo>
                    <a:pt x="1419720" y="4366212"/>
                  </a:lnTo>
                  <a:lnTo>
                    <a:pt x="1419815" y="4366212"/>
                  </a:lnTo>
                  <a:lnTo>
                    <a:pt x="1419815" y="4361300"/>
                  </a:lnTo>
                  <a:lnTo>
                    <a:pt x="1419909" y="4361300"/>
                  </a:lnTo>
                  <a:lnTo>
                    <a:pt x="1420003" y="4361300"/>
                  </a:lnTo>
                  <a:lnTo>
                    <a:pt x="1420097" y="4361300"/>
                  </a:lnTo>
                  <a:lnTo>
                    <a:pt x="1420191" y="4361300"/>
                  </a:lnTo>
                  <a:lnTo>
                    <a:pt x="1420285" y="4361300"/>
                  </a:lnTo>
                  <a:lnTo>
                    <a:pt x="1420379" y="4361300"/>
                  </a:lnTo>
                  <a:lnTo>
                    <a:pt x="1420474" y="4361300"/>
                  </a:lnTo>
                  <a:lnTo>
                    <a:pt x="1420568" y="4361300"/>
                  </a:lnTo>
                  <a:lnTo>
                    <a:pt x="1420662" y="4361300"/>
                  </a:lnTo>
                  <a:lnTo>
                    <a:pt x="1420756" y="4361300"/>
                  </a:lnTo>
                  <a:lnTo>
                    <a:pt x="1420850" y="4361300"/>
                  </a:lnTo>
                  <a:lnTo>
                    <a:pt x="1420944" y="4361300"/>
                  </a:lnTo>
                  <a:lnTo>
                    <a:pt x="1421038" y="4361300"/>
                  </a:lnTo>
                  <a:lnTo>
                    <a:pt x="1421133" y="4361300"/>
                  </a:lnTo>
                  <a:lnTo>
                    <a:pt x="1421227" y="4361300"/>
                  </a:lnTo>
                  <a:lnTo>
                    <a:pt x="1421321" y="4361300"/>
                  </a:lnTo>
                  <a:lnTo>
                    <a:pt x="1421415" y="4361300"/>
                  </a:lnTo>
                  <a:lnTo>
                    <a:pt x="1421509" y="4361300"/>
                  </a:lnTo>
                  <a:lnTo>
                    <a:pt x="1421603" y="4361300"/>
                  </a:lnTo>
                  <a:lnTo>
                    <a:pt x="1421698" y="4361300"/>
                  </a:lnTo>
                  <a:lnTo>
                    <a:pt x="1421698" y="4356389"/>
                  </a:lnTo>
                  <a:lnTo>
                    <a:pt x="1421792" y="4356389"/>
                  </a:lnTo>
                  <a:lnTo>
                    <a:pt x="1421886" y="4356389"/>
                  </a:lnTo>
                  <a:lnTo>
                    <a:pt x="1421886" y="4351478"/>
                  </a:lnTo>
                  <a:lnTo>
                    <a:pt x="1421980" y="4351478"/>
                  </a:lnTo>
                  <a:lnTo>
                    <a:pt x="1422074" y="4351478"/>
                  </a:lnTo>
                  <a:lnTo>
                    <a:pt x="1422168" y="4351478"/>
                  </a:lnTo>
                  <a:lnTo>
                    <a:pt x="1422262" y="4351478"/>
                  </a:lnTo>
                  <a:lnTo>
                    <a:pt x="1422357" y="4351478"/>
                  </a:lnTo>
                  <a:lnTo>
                    <a:pt x="1422451" y="4351478"/>
                  </a:lnTo>
                  <a:lnTo>
                    <a:pt x="1422451" y="4346566"/>
                  </a:lnTo>
                  <a:lnTo>
                    <a:pt x="1422545" y="4346566"/>
                  </a:lnTo>
                  <a:lnTo>
                    <a:pt x="1422639" y="4346566"/>
                  </a:lnTo>
                  <a:lnTo>
                    <a:pt x="1422733" y="4346566"/>
                  </a:lnTo>
                  <a:lnTo>
                    <a:pt x="1422827" y="4346566"/>
                  </a:lnTo>
                  <a:lnTo>
                    <a:pt x="1422922" y="4346566"/>
                  </a:lnTo>
                  <a:lnTo>
                    <a:pt x="1423016" y="4346566"/>
                  </a:lnTo>
                  <a:lnTo>
                    <a:pt x="1423110" y="4346566"/>
                  </a:lnTo>
                  <a:lnTo>
                    <a:pt x="1423204" y="4346566"/>
                  </a:lnTo>
                  <a:lnTo>
                    <a:pt x="1423298" y="4346566"/>
                  </a:lnTo>
                  <a:lnTo>
                    <a:pt x="1423392" y="4346566"/>
                  </a:lnTo>
                  <a:lnTo>
                    <a:pt x="1423486" y="4346566"/>
                  </a:lnTo>
                  <a:lnTo>
                    <a:pt x="1423581" y="4346566"/>
                  </a:lnTo>
                  <a:lnTo>
                    <a:pt x="1423675" y="4346566"/>
                  </a:lnTo>
                  <a:lnTo>
                    <a:pt x="1423769" y="4346566"/>
                  </a:lnTo>
                  <a:lnTo>
                    <a:pt x="1423863" y="4346566"/>
                  </a:lnTo>
                  <a:lnTo>
                    <a:pt x="1423957" y="4346566"/>
                  </a:lnTo>
                  <a:lnTo>
                    <a:pt x="1424051" y="4346566"/>
                  </a:lnTo>
                  <a:lnTo>
                    <a:pt x="1424146" y="4346566"/>
                  </a:lnTo>
                  <a:lnTo>
                    <a:pt x="1424146" y="4341655"/>
                  </a:lnTo>
                  <a:lnTo>
                    <a:pt x="1424240" y="4341655"/>
                  </a:lnTo>
                  <a:lnTo>
                    <a:pt x="1424334" y="4341655"/>
                  </a:lnTo>
                  <a:lnTo>
                    <a:pt x="1424428" y="4341655"/>
                  </a:lnTo>
                  <a:lnTo>
                    <a:pt x="1424522" y="4341655"/>
                  </a:lnTo>
                  <a:lnTo>
                    <a:pt x="1424522" y="4336744"/>
                  </a:lnTo>
                  <a:lnTo>
                    <a:pt x="1424616" y="4336744"/>
                  </a:lnTo>
                  <a:lnTo>
                    <a:pt x="1424710" y="4336744"/>
                  </a:lnTo>
                  <a:lnTo>
                    <a:pt x="1424805" y="4336744"/>
                  </a:lnTo>
                  <a:lnTo>
                    <a:pt x="1424899" y="4336744"/>
                  </a:lnTo>
                  <a:lnTo>
                    <a:pt x="1424993" y="4336744"/>
                  </a:lnTo>
                  <a:lnTo>
                    <a:pt x="1425087" y="4336744"/>
                  </a:lnTo>
                  <a:lnTo>
                    <a:pt x="1425181" y="4336744"/>
                  </a:lnTo>
                  <a:lnTo>
                    <a:pt x="1425275" y="4336744"/>
                  </a:lnTo>
                  <a:lnTo>
                    <a:pt x="1425369" y="4336744"/>
                  </a:lnTo>
                  <a:lnTo>
                    <a:pt x="1425464" y="4336744"/>
                  </a:lnTo>
                  <a:lnTo>
                    <a:pt x="1425558" y="4336744"/>
                  </a:lnTo>
                  <a:lnTo>
                    <a:pt x="1425652" y="4336744"/>
                  </a:lnTo>
                  <a:lnTo>
                    <a:pt x="1425746" y="4336744"/>
                  </a:lnTo>
                  <a:lnTo>
                    <a:pt x="1425840" y="4336744"/>
                  </a:lnTo>
                  <a:lnTo>
                    <a:pt x="1425934" y="4336744"/>
                  </a:lnTo>
                  <a:lnTo>
                    <a:pt x="1426029" y="4336744"/>
                  </a:lnTo>
                  <a:lnTo>
                    <a:pt x="1426123" y="4336744"/>
                  </a:lnTo>
                  <a:lnTo>
                    <a:pt x="1426217" y="4336744"/>
                  </a:lnTo>
                  <a:lnTo>
                    <a:pt x="1426311" y="4336744"/>
                  </a:lnTo>
                  <a:lnTo>
                    <a:pt x="1426405" y="4336744"/>
                  </a:lnTo>
                  <a:lnTo>
                    <a:pt x="1426499" y="4336744"/>
                  </a:lnTo>
                  <a:lnTo>
                    <a:pt x="1426593" y="4336744"/>
                  </a:lnTo>
                  <a:lnTo>
                    <a:pt x="1426688" y="4336744"/>
                  </a:lnTo>
                  <a:lnTo>
                    <a:pt x="1426782" y="4336744"/>
                  </a:lnTo>
                  <a:lnTo>
                    <a:pt x="1426876" y="4336744"/>
                  </a:lnTo>
                  <a:lnTo>
                    <a:pt x="1426970" y="4336744"/>
                  </a:lnTo>
                  <a:lnTo>
                    <a:pt x="1427064" y="4336744"/>
                  </a:lnTo>
                  <a:lnTo>
                    <a:pt x="1427158" y="4336744"/>
                  </a:lnTo>
                  <a:lnTo>
                    <a:pt x="1427253" y="4336744"/>
                  </a:lnTo>
                  <a:lnTo>
                    <a:pt x="1427347" y="4336744"/>
                  </a:lnTo>
                  <a:lnTo>
                    <a:pt x="1427441" y="4336744"/>
                  </a:lnTo>
                  <a:lnTo>
                    <a:pt x="1427535" y="4336744"/>
                  </a:lnTo>
                  <a:lnTo>
                    <a:pt x="1427629" y="4336744"/>
                  </a:lnTo>
                  <a:lnTo>
                    <a:pt x="1427723" y="4336744"/>
                  </a:lnTo>
                  <a:lnTo>
                    <a:pt x="1427817" y="4336744"/>
                  </a:lnTo>
                  <a:lnTo>
                    <a:pt x="1427912" y="4336744"/>
                  </a:lnTo>
                  <a:lnTo>
                    <a:pt x="1428006" y="4336744"/>
                  </a:lnTo>
                  <a:lnTo>
                    <a:pt x="1428100" y="4336744"/>
                  </a:lnTo>
                  <a:lnTo>
                    <a:pt x="1428194" y="4336744"/>
                  </a:lnTo>
                  <a:lnTo>
                    <a:pt x="1428288" y="4336744"/>
                  </a:lnTo>
                  <a:lnTo>
                    <a:pt x="1428382" y="4336744"/>
                  </a:lnTo>
                  <a:lnTo>
                    <a:pt x="1428477" y="4336744"/>
                  </a:lnTo>
                  <a:lnTo>
                    <a:pt x="1428571" y="4336744"/>
                  </a:lnTo>
                  <a:lnTo>
                    <a:pt x="1428665" y="4336744"/>
                  </a:lnTo>
                  <a:lnTo>
                    <a:pt x="1428759" y="4336744"/>
                  </a:lnTo>
                  <a:lnTo>
                    <a:pt x="1428853" y="4336744"/>
                  </a:lnTo>
                  <a:lnTo>
                    <a:pt x="1428947" y="4336744"/>
                  </a:lnTo>
                  <a:lnTo>
                    <a:pt x="1429041" y="4336744"/>
                  </a:lnTo>
                  <a:lnTo>
                    <a:pt x="1429136" y="4336744"/>
                  </a:lnTo>
                  <a:lnTo>
                    <a:pt x="1429230" y="4336744"/>
                  </a:lnTo>
                  <a:lnTo>
                    <a:pt x="1429324" y="4336744"/>
                  </a:lnTo>
                  <a:lnTo>
                    <a:pt x="1429418" y="4336744"/>
                  </a:lnTo>
                  <a:lnTo>
                    <a:pt x="1429418" y="4331832"/>
                  </a:lnTo>
                  <a:lnTo>
                    <a:pt x="1429512" y="4331832"/>
                  </a:lnTo>
                  <a:lnTo>
                    <a:pt x="1429606" y="4331832"/>
                  </a:lnTo>
                  <a:lnTo>
                    <a:pt x="1429700" y="4331832"/>
                  </a:lnTo>
                  <a:lnTo>
                    <a:pt x="1429795" y="4331832"/>
                  </a:lnTo>
                  <a:lnTo>
                    <a:pt x="1429889" y="4331832"/>
                  </a:lnTo>
                  <a:lnTo>
                    <a:pt x="1429983" y="4331832"/>
                  </a:lnTo>
                  <a:lnTo>
                    <a:pt x="1430077" y="4331832"/>
                  </a:lnTo>
                  <a:lnTo>
                    <a:pt x="1430171" y="4331832"/>
                  </a:lnTo>
                  <a:lnTo>
                    <a:pt x="1430265" y="4331832"/>
                  </a:lnTo>
                  <a:lnTo>
                    <a:pt x="1430360" y="4331832"/>
                  </a:lnTo>
                  <a:lnTo>
                    <a:pt x="1430454" y="4331832"/>
                  </a:lnTo>
                  <a:lnTo>
                    <a:pt x="1430548" y="4331832"/>
                  </a:lnTo>
                  <a:lnTo>
                    <a:pt x="1430642" y="4331832"/>
                  </a:lnTo>
                  <a:lnTo>
                    <a:pt x="1430736" y="4331832"/>
                  </a:lnTo>
                  <a:lnTo>
                    <a:pt x="1430830" y="4331832"/>
                  </a:lnTo>
                  <a:lnTo>
                    <a:pt x="1430924" y="4331832"/>
                  </a:lnTo>
                  <a:lnTo>
                    <a:pt x="1431019" y="4331832"/>
                  </a:lnTo>
                  <a:lnTo>
                    <a:pt x="1431113" y="4331832"/>
                  </a:lnTo>
                  <a:lnTo>
                    <a:pt x="1431207" y="4331832"/>
                  </a:lnTo>
                  <a:lnTo>
                    <a:pt x="1431301" y="4331832"/>
                  </a:lnTo>
                  <a:lnTo>
                    <a:pt x="1431395" y="4331832"/>
                  </a:lnTo>
                  <a:lnTo>
                    <a:pt x="1431489" y="4331832"/>
                  </a:lnTo>
                  <a:lnTo>
                    <a:pt x="1431584" y="4331832"/>
                  </a:lnTo>
                  <a:lnTo>
                    <a:pt x="1431678" y="4331832"/>
                  </a:lnTo>
                  <a:lnTo>
                    <a:pt x="1431772" y="4331832"/>
                  </a:lnTo>
                  <a:lnTo>
                    <a:pt x="1431866" y="4331832"/>
                  </a:lnTo>
                  <a:lnTo>
                    <a:pt x="1431960" y="4331832"/>
                  </a:lnTo>
                  <a:lnTo>
                    <a:pt x="1432054" y="4331832"/>
                  </a:lnTo>
                  <a:lnTo>
                    <a:pt x="1432148" y="4331832"/>
                  </a:lnTo>
                  <a:lnTo>
                    <a:pt x="1432243" y="4331832"/>
                  </a:lnTo>
                  <a:lnTo>
                    <a:pt x="1432337" y="4331832"/>
                  </a:lnTo>
                  <a:lnTo>
                    <a:pt x="1432431" y="4331832"/>
                  </a:lnTo>
                  <a:lnTo>
                    <a:pt x="1432431" y="4326921"/>
                  </a:lnTo>
                  <a:lnTo>
                    <a:pt x="1432525" y="4326921"/>
                  </a:lnTo>
                  <a:lnTo>
                    <a:pt x="1432619" y="4326921"/>
                  </a:lnTo>
                  <a:lnTo>
                    <a:pt x="1432713" y="4326921"/>
                  </a:lnTo>
                  <a:lnTo>
                    <a:pt x="1432808" y="4326921"/>
                  </a:lnTo>
                  <a:lnTo>
                    <a:pt x="1432902" y="4326921"/>
                  </a:lnTo>
                  <a:lnTo>
                    <a:pt x="1432996" y="4326921"/>
                  </a:lnTo>
                  <a:lnTo>
                    <a:pt x="1433090" y="4326921"/>
                  </a:lnTo>
                  <a:lnTo>
                    <a:pt x="1433184" y="4326921"/>
                  </a:lnTo>
                  <a:lnTo>
                    <a:pt x="1433278" y="4326921"/>
                  </a:lnTo>
                  <a:lnTo>
                    <a:pt x="1433372" y="4326921"/>
                  </a:lnTo>
                  <a:lnTo>
                    <a:pt x="1433467" y="4326921"/>
                  </a:lnTo>
                  <a:lnTo>
                    <a:pt x="1433561" y="4326921"/>
                  </a:lnTo>
                  <a:lnTo>
                    <a:pt x="1433655" y="4326921"/>
                  </a:lnTo>
                  <a:lnTo>
                    <a:pt x="1433749" y="4326921"/>
                  </a:lnTo>
                  <a:lnTo>
                    <a:pt x="1433843" y="4326921"/>
                  </a:lnTo>
                  <a:lnTo>
                    <a:pt x="1433937" y="4326921"/>
                  </a:lnTo>
                  <a:lnTo>
                    <a:pt x="1434031" y="4326921"/>
                  </a:lnTo>
                  <a:lnTo>
                    <a:pt x="1434126" y="4326921"/>
                  </a:lnTo>
                  <a:lnTo>
                    <a:pt x="1434220" y="4326921"/>
                  </a:lnTo>
                  <a:lnTo>
                    <a:pt x="1434314" y="4326921"/>
                  </a:lnTo>
                  <a:lnTo>
                    <a:pt x="1434408" y="4326921"/>
                  </a:lnTo>
                  <a:lnTo>
                    <a:pt x="1434502" y="4326921"/>
                  </a:lnTo>
                  <a:lnTo>
                    <a:pt x="1434596" y="4326921"/>
                  </a:lnTo>
                  <a:lnTo>
                    <a:pt x="1434691" y="4326921"/>
                  </a:lnTo>
                  <a:lnTo>
                    <a:pt x="1434785" y="4326921"/>
                  </a:lnTo>
                  <a:lnTo>
                    <a:pt x="1434879" y="4326921"/>
                  </a:lnTo>
                  <a:lnTo>
                    <a:pt x="1434973" y="4326921"/>
                  </a:lnTo>
                  <a:lnTo>
                    <a:pt x="1435067" y="4326921"/>
                  </a:lnTo>
                  <a:lnTo>
                    <a:pt x="1435161" y="4326921"/>
                  </a:lnTo>
                  <a:lnTo>
                    <a:pt x="1435255" y="4326921"/>
                  </a:lnTo>
                  <a:lnTo>
                    <a:pt x="1435350" y="4326921"/>
                  </a:lnTo>
                  <a:lnTo>
                    <a:pt x="1435444" y="4326921"/>
                  </a:lnTo>
                  <a:lnTo>
                    <a:pt x="1435538" y="4326921"/>
                  </a:lnTo>
                  <a:lnTo>
                    <a:pt x="1435632" y="4326921"/>
                  </a:lnTo>
                  <a:lnTo>
                    <a:pt x="1435726" y="4326921"/>
                  </a:lnTo>
                  <a:lnTo>
                    <a:pt x="1435820" y="4326921"/>
                  </a:lnTo>
                  <a:lnTo>
                    <a:pt x="1435915" y="4326921"/>
                  </a:lnTo>
                  <a:lnTo>
                    <a:pt x="1436009" y="4326921"/>
                  </a:lnTo>
                  <a:lnTo>
                    <a:pt x="1436103" y="4326921"/>
                  </a:lnTo>
                  <a:lnTo>
                    <a:pt x="1436197" y="4326921"/>
                  </a:lnTo>
                  <a:lnTo>
                    <a:pt x="1436291" y="4326921"/>
                  </a:lnTo>
                  <a:lnTo>
                    <a:pt x="1436385" y="4326921"/>
                  </a:lnTo>
                  <a:lnTo>
                    <a:pt x="1436385" y="4322009"/>
                  </a:lnTo>
                  <a:lnTo>
                    <a:pt x="1436479" y="4322009"/>
                  </a:lnTo>
                  <a:lnTo>
                    <a:pt x="1436574" y="4322009"/>
                  </a:lnTo>
                  <a:lnTo>
                    <a:pt x="1436668" y="4322009"/>
                  </a:lnTo>
                  <a:lnTo>
                    <a:pt x="1436762" y="4322009"/>
                  </a:lnTo>
                  <a:lnTo>
                    <a:pt x="1436856" y="4322009"/>
                  </a:lnTo>
                  <a:lnTo>
                    <a:pt x="1436950" y="4322009"/>
                  </a:lnTo>
                  <a:lnTo>
                    <a:pt x="1437044" y="4322009"/>
                  </a:lnTo>
                  <a:lnTo>
                    <a:pt x="1437139" y="4322009"/>
                  </a:lnTo>
                  <a:lnTo>
                    <a:pt x="1437233" y="4322009"/>
                  </a:lnTo>
                  <a:lnTo>
                    <a:pt x="1437327" y="4322009"/>
                  </a:lnTo>
                  <a:lnTo>
                    <a:pt x="1437421" y="4322009"/>
                  </a:lnTo>
                  <a:lnTo>
                    <a:pt x="1437515" y="4322009"/>
                  </a:lnTo>
                  <a:lnTo>
                    <a:pt x="1437609" y="4322009"/>
                  </a:lnTo>
                  <a:lnTo>
                    <a:pt x="1437703" y="4322009"/>
                  </a:lnTo>
                  <a:lnTo>
                    <a:pt x="1437798" y="4322009"/>
                  </a:lnTo>
                  <a:lnTo>
                    <a:pt x="1437892" y="4322009"/>
                  </a:lnTo>
                  <a:lnTo>
                    <a:pt x="1437986" y="4322009"/>
                  </a:lnTo>
                  <a:lnTo>
                    <a:pt x="1438080" y="4322009"/>
                  </a:lnTo>
                  <a:lnTo>
                    <a:pt x="1438174" y="4322009"/>
                  </a:lnTo>
                  <a:lnTo>
                    <a:pt x="1438268" y="4322009"/>
                  </a:lnTo>
                  <a:lnTo>
                    <a:pt x="1438362" y="4322009"/>
                  </a:lnTo>
                  <a:lnTo>
                    <a:pt x="1438457" y="4322009"/>
                  </a:lnTo>
                  <a:lnTo>
                    <a:pt x="1438551" y="4322009"/>
                  </a:lnTo>
                  <a:lnTo>
                    <a:pt x="1438645" y="4322009"/>
                  </a:lnTo>
                  <a:lnTo>
                    <a:pt x="1438739" y="4322009"/>
                  </a:lnTo>
                  <a:lnTo>
                    <a:pt x="1438833" y="4322009"/>
                  </a:lnTo>
                  <a:lnTo>
                    <a:pt x="1438927" y="4322009"/>
                  </a:lnTo>
                  <a:lnTo>
                    <a:pt x="1439022" y="4322009"/>
                  </a:lnTo>
                  <a:lnTo>
                    <a:pt x="1439116" y="4322009"/>
                  </a:lnTo>
                  <a:lnTo>
                    <a:pt x="1439210" y="4322009"/>
                  </a:lnTo>
                  <a:lnTo>
                    <a:pt x="1439304" y="4322009"/>
                  </a:lnTo>
                  <a:lnTo>
                    <a:pt x="1439398" y="4322009"/>
                  </a:lnTo>
                  <a:lnTo>
                    <a:pt x="1439492" y="4322009"/>
                  </a:lnTo>
                  <a:lnTo>
                    <a:pt x="1439586" y="4322009"/>
                  </a:lnTo>
                  <a:lnTo>
                    <a:pt x="1439681" y="4322009"/>
                  </a:lnTo>
                  <a:lnTo>
                    <a:pt x="1439775" y="4322009"/>
                  </a:lnTo>
                  <a:lnTo>
                    <a:pt x="1439869" y="4322009"/>
                  </a:lnTo>
                  <a:lnTo>
                    <a:pt x="1439963" y="4322009"/>
                  </a:lnTo>
                  <a:lnTo>
                    <a:pt x="1440057" y="4322009"/>
                  </a:lnTo>
                  <a:lnTo>
                    <a:pt x="1440057" y="4317098"/>
                  </a:lnTo>
                  <a:lnTo>
                    <a:pt x="1440057" y="4312187"/>
                  </a:lnTo>
                  <a:lnTo>
                    <a:pt x="1440151" y="4312187"/>
                  </a:lnTo>
                  <a:lnTo>
                    <a:pt x="1440246" y="4312187"/>
                  </a:lnTo>
                  <a:lnTo>
                    <a:pt x="1440340" y="4312187"/>
                  </a:lnTo>
                  <a:lnTo>
                    <a:pt x="1440434" y="4312187"/>
                  </a:lnTo>
                  <a:lnTo>
                    <a:pt x="1440528" y="4312187"/>
                  </a:lnTo>
                  <a:lnTo>
                    <a:pt x="1440622" y="4312187"/>
                  </a:lnTo>
                  <a:lnTo>
                    <a:pt x="1440716" y="4312187"/>
                  </a:lnTo>
                  <a:lnTo>
                    <a:pt x="1440810" y="4312187"/>
                  </a:lnTo>
                  <a:lnTo>
                    <a:pt x="1440905" y="4312187"/>
                  </a:lnTo>
                  <a:lnTo>
                    <a:pt x="1440999" y="4312187"/>
                  </a:lnTo>
                  <a:lnTo>
                    <a:pt x="1441093" y="4312187"/>
                  </a:lnTo>
                  <a:lnTo>
                    <a:pt x="1441187" y="4312187"/>
                  </a:lnTo>
                  <a:lnTo>
                    <a:pt x="1441281" y="4312187"/>
                  </a:lnTo>
                  <a:lnTo>
                    <a:pt x="1441375" y="4312187"/>
                  </a:lnTo>
                  <a:lnTo>
                    <a:pt x="1441470" y="4312187"/>
                  </a:lnTo>
                  <a:lnTo>
                    <a:pt x="1441564" y="4312187"/>
                  </a:lnTo>
                  <a:lnTo>
                    <a:pt x="1441658" y="4312187"/>
                  </a:lnTo>
                  <a:lnTo>
                    <a:pt x="1441752" y="4312187"/>
                  </a:lnTo>
                  <a:lnTo>
                    <a:pt x="1441846" y="4312187"/>
                  </a:lnTo>
                  <a:lnTo>
                    <a:pt x="1441940" y="4312187"/>
                  </a:lnTo>
                  <a:lnTo>
                    <a:pt x="1442034" y="4312187"/>
                  </a:lnTo>
                  <a:lnTo>
                    <a:pt x="1442129" y="4312187"/>
                  </a:lnTo>
                  <a:lnTo>
                    <a:pt x="1442223" y="4312187"/>
                  </a:lnTo>
                  <a:lnTo>
                    <a:pt x="1442317" y="4312187"/>
                  </a:lnTo>
                  <a:lnTo>
                    <a:pt x="1442411" y="4312187"/>
                  </a:lnTo>
                  <a:lnTo>
                    <a:pt x="1442505" y="4312187"/>
                  </a:lnTo>
                  <a:lnTo>
                    <a:pt x="1442599" y="4312187"/>
                  </a:lnTo>
                  <a:lnTo>
                    <a:pt x="1442693" y="4312187"/>
                  </a:lnTo>
                  <a:lnTo>
                    <a:pt x="1442788" y="4312187"/>
                  </a:lnTo>
                  <a:lnTo>
                    <a:pt x="1442882" y="4312187"/>
                  </a:lnTo>
                  <a:lnTo>
                    <a:pt x="1442976" y="4312187"/>
                  </a:lnTo>
                  <a:lnTo>
                    <a:pt x="1443070" y="4312187"/>
                  </a:lnTo>
                  <a:lnTo>
                    <a:pt x="1443164" y="4312187"/>
                  </a:lnTo>
                  <a:lnTo>
                    <a:pt x="1443258" y="4312187"/>
                  </a:lnTo>
                  <a:lnTo>
                    <a:pt x="1443353" y="4312187"/>
                  </a:lnTo>
                  <a:lnTo>
                    <a:pt x="1443447" y="4312187"/>
                  </a:lnTo>
                  <a:lnTo>
                    <a:pt x="1443541" y="4312187"/>
                  </a:lnTo>
                  <a:lnTo>
                    <a:pt x="1443635" y="4312187"/>
                  </a:lnTo>
                  <a:lnTo>
                    <a:pt x="1443729" y="4312187"/>
                  </a:lnTo>
                  <a:lnTo>
                    <a:pt x="1443823" y="4312187"/>
                  </a:lnTo>
                  <a:lnTo>
                    <a:pt x="1443917" y="4312187"/>
                  </a:lnTo>
                  <a:lnTo>
                    <a:pt x="1444012" y="4312187"/>
                  </a:lnTo>
                  <a:lnTo>
                    <a:pt x="1444106" y="4312187"/>
                  </a:lnTo>
                  <a:lnTo>
                    <a:pt x="1444200" y="4312187"/>
                  </a:lnTo>
                  <a:lnTo>
                    <a:pt x="1444294" y="4312187"/>
                  </a:lnTo>
                  <a:lnTo>
                    <a:pt x="1444388" y="4312187"/>
                  </a:lnTo>
                  <a:lnTo>
                    <a:pt x="1444482" y="4312187"/>
                  </a:lnTo>
                  <a:lnTo>
                    <a:pt x="1444577" y="4312187"/>
                  </a:lnTo>
                  <a:lnTo>
                    <a:pt x="1444671" y="4312187"/>
                  </a:lnTo>
                  <a:lnTo>
                    <a:pt x="1444765" y="4312187"/>
                  </a:lnTo>
                  <a:lnTo>
                    <a:pt x="1444859" y="4312187"/>
                  </a:lnTo>
                  <a:lnTo>
                    <a:pt x="1444953" y="4312187"/>
                  </a:lnTo>
                  <a:lnTo>
                    <a:pt x="1445047" y="4312187"/>
                  </a:lnTo>
                  <a:lnTo>
                    <a:pt x="1445141" y="4312187"/>
                  </a:lnTo>
                  <a:lnTo>
                    <a:pt x="1445236" y="4312187"/>
                  </a:lnTo>
                  <a:lnTo>
                    <a:pt x="1445330" y="4312187"/>
                  </a:lnTo>
                  <a:lnTo>
                    <a:pt x="1445424" y="4312187"/>
                  </a:lnTo>
                  <a:lnTo>
                    <a:pt x="1445518" y="4312187"/>
                  </a:lnTo>
                  <a:lnTo>
                    <a:pt x="1445612" y="4312187"/>
                  </a:lnTo>
                  <a:lnTo>
                    <a:pt x="1445706" y="4312187"/>
                  </a:lnTo>
                  <a:lnTo>
                    <a:pt x="1445801" y="4312187"/>
                  </a:lnTo>
                  <a:lnTo>
                    <a:pt x="1445895" y="4312187"/>
                  </a:lnTo>
                  <a:lnTo>
                    <a:pt x="1445989" y="4312187"/>
                  </a:lnTo>
                  <a:lnTo>
                    <a:pt x="1446083" y="4312187"/>
                  </a:lnTo>
                  <a:lnTo>
                    <a:pt x="1446177" y="4312187"/>
                  </a:lnTo>
                  <a:lnTo>
                    <a:pt x="1446271" y="4312187"/>
                  </a:lnTo>
                  <a:lnTo>
                    <a:pt x="1446365" y="4312187"/>
                  </a:lnTo>
                  <a:lnTo>
                    <a:pt x="1446460" y="4312187"/>
                  </a:lnTo>
                  <a:lnTo>
                    <a:pt x="1446554" y="4312187"/>
                  </a:lnTo>
                  <a:lnTo>
                    <a:pt x="1446648" y="4312187"/>
                  </a:lnTo>
                  <a:lnTo>
                    <a:pt x="1446742" y="4312187"/>
                  </a:lnTo>
                  <a:lnTo>
                    <a:pt x="1446836" y="4312187"/>
                  </a:lnTo>
                  <a:lnTo>
                    <a:pt x="1446930" y="4312187"/>
                  </a:lnTo>
                  <a:lnTo>
                    <a:pt x="1447024" y="4312187"/>
                  </a:lnTo>
                  <a:lnTo>
                    <a:pt x="1447119" y="4312187"/>
                  </a:lnTo>
                  <a:lnTo>
                    <a:pt x="1447213" y="4312187"/>
                  </a:lnTo>
                  <a:lnTo>
                    <a:pt x="1447307" y="4312187"/>
                  </a:lnTo>
                  <a:lnTo>
                    <a:pt x="1447401" y="4312187"/>
                  </a:lnTo>
                  <a:lnTo>
                    <a:pt x="1447495" y="4312187"/>
                  </a:lnTo>
                  <a:lnTo>
                    <a:pt x="1447589" y="4312187"/>
                  </a:lnTo>
                  <a:lnTo>
                    <a:pt x="1447684" y="4312187"/>
                  </a:lnTo>
                  <a:lnTo>
                    <a:pt x="1447778" y="4312187"/>
                  </a:lnTo>
                  <a:lnTo>
                    <a:pt x="1447872" y="4312187"/>
                  </a:lnTo>
                  <a:lnTo>
                    <a:pt x="1447966" y="4312187"/>
                  </a:lnTo>
                  <a:lnTo>
                    <a:pt x="1448060" y="4312187"/>
                  </a:lnTo>
                  <a:lnTo>
                    <a:pt x="1448154" y="4312187"/>
                  </a:lnTo>
                  <a:lnTo>
                    <a:pt x="1448248" y="4312187"/>
                  </a:lnTo>
                  <a:lnTo>
                    <a:pt x="1448343" y="4312187"/>
                  </a:lnTo>
                  <a:lnTo>
                    <a:pt x="1448437" y="4312187"/>
                  </a:lnTo>
                  <a:lnTo>
                    <a:pt x="1448531" y="4312187"/>
                  </a:lnTo>
                  <a:lnTo>
                    <a:pt x="1448625" y="4312187"/>
                  </a:lnTo>
                  <a:lnTo>
                    <a:pt x="1448719" y="4312187"/>
                  </a:lnTo>
                  <a:lnTo>
                    <a:pt x="1448813" y="4312187"/>
                  </a:lnTo>
                  <a:lnTo>
                    <a:pt x="1448908" y="4312187"/>
                  </a:lnTo>
                  <a:lnTo>
                    <a:pt x="1449002" y="4312187"/>
                  </a:lnTo>
                  <a:lnTo>
                    <a:pt x="1449096" y="4312187"/>
                  </a:lnTo>
                  <a:lnTo>
                    <a:pt x="1449190" y="4312187"/>
                  </a:lnTo>
                  <a:lnTo>
                    <a:pt x="1449284" y="4312187"/>
                  </a:lnTo>
                  <a:lnTo>
                    <a:pt x="1449378" y="4312187"/>
                  </a:lnTo>
                  <a:lnTo>
                    <a:pt x="1449378" y="4307275"/>
                  </a:lnTo>
                  <a:lnTo>
                    <a:pt x="1449472" y="4307275"/>
                  </a:lnTo>
                  <a:lnTo>
                    <a:pt x="1449567" y="4307275"/>
                  </a:lnTo>
                  <a:lnTo>
                    <a:pt x="1449661" y="4307275"/>
                  </a:lnTo>
                  <a:lnTo>
                    <a:pt x="1449755" y="4307275"/>
                  </a:lnTo>
                  <a:lnTo>
                    <a:pt x="1449849" y="4307275"/>
                  </a:lnTo>
                  <a:lnTo>
                    <a:pt x="1449943" y="4307275"/>
                  </a:lnTo>
                  <a:lnTo>
                    <a:pt x="1450037" y="4307275"/>
                  </a:lnTo>
                  <a:lnTo>
                    <a:pt x="1450132" y="4307275"/>
                  </a:lnTo>
                  <a:lnTo>
                    <a:pt x="1450226" y="4307275"/>
                  </a:lnTo>
                  <a:lnTo>
                    <a:pt x="1450320" y="4307275"/>
                  </a:lnTo>
                  <a:lnTo>
                    <a:pt x="1450414" y="4307275"/>
                  </a:lnTo>
                  <a:lnTo>
                    <a:pt x="1450508" y="4307275"/>
                  </a:lnTo>
                  <a:lnTo>
                    <a:pt x="1450602" y="4307275"/>
                  </a:lnTo>
                  <a:lnTo>
                    <a:pt x="1450696" y="4307275"/>
                  </a:lnTo>
                  <a:lnTo>
                    <a:pt x="1450791" y="4307275"/>
                  </a:lnTo>
                  <a:lnTo>
                    <a:pt x="1450885" y="4307275"/>
                  </a:lnTo>
                  <a:lnTo>
                    <a:pt x="1450979" y="4307275"/>
                  </a:lnTo>
                  <a:lnTo>
                    <a:pt x="1450979" y="4302364"/>
                  </a:lnTo>
                  <a:lnTo>
                    <a:pt x="1451073" y="4302364"/>
                  </a:lnTo>
                  <a:lnTo>
                    <a:pt x="1451167" y="4302364"/>
                  </a:lnTo>
                  <a:lnTo>
                    <a:pt x="1451261" y="4302364"/>
                  </a:lnTo>
                  <a:lnTo>
                    <a:pt x="1451355" y="4302364"/>
                  </a:lnTo>
                  <a:lnTo>
                    <a:pt x="1451450" y="4302364"/>
                  </a:lnTo>
                  <a:lnTo>
                    <a:pt x="1451544" y="4302364"/>
                  </a:lnTo>
                  <a:lnTo>
                    <a:pt x="1451638" y="4302364"/>
                  </a:lnTo>
                  <a:lnTo>
                    <a:pt x="1451732" y="4302364"/>
                  </a:lnTo>
                  <a:lnTo>
                    <a:pt x="1451826" y="4302364"/>
                  </a:lnTo>
                  <a:lnTo>
                    <a:pt x="1451920" y="4302364"/>
                  </a:lnTo>
                  <a:lnTo>
                    <a:pt x="1452015" y="4302364"/>
                  </a:lnTo>
                  <a:lnTo>
                    <a:pt x="1452109" y="4302364"/>
                  </a:lnTo>
                  <a:lnTo>
                    <a:pt x="1452203" y="4302364"/>
                  </a:lnTo>
                  <a:lnTo>
                    <a:pt x="1452297" y="4302364"/>
                  </a:lnTo>
                  <a:lnTo>
                    <a:pt x="1452391" y="4302364"/>
                  </a:lnTo>
                  <a:lnTo>
                    <a:pt x="1452485" y="4302364"/>
                  </a:lnTo>
                  <a:lnTo>
                    <a:pt x="1452579" y="4302364"/>
                  </a:lnTo>
                  <a:lnTo>
                    <a:pt x="1452674" y="4302364"/>
                  </a:lnTo>
                  <a:lnTo>
                    <a:pt x="1452768" y="4302364"/>
                  </a:lnTo>
                  <a:lnTo>
                    <a:pt x="1452862" y="4302364"/>
                  </a:lnTo>
                  <a:lnTo>
                    <a:pt x="1452956" y="4302364"/>
                  </a:lnTo>
                  <a:lnTo>
                    <a:pt x="1453050" y="4302364"/>
                  </a:lnTo>
                  <a:lnTo>
                    <a:pt x="1453144" y="4302364"/>
                  </a:lnTo>
                  <a:lnTo>
                    <a:pt x="1453239" y="4302364"/>
                  </a:lnTo>
                  <a:lnTo>
                    <a:pt x="1453333" y="4302364"/>
                  </a:lnTo>
                  <a:lnTo>
                    <a:pt x="1453427" y="4302364"/>
                  </a:lnTo>
                  <a:lnTo>
                    <a:pt x="1453521" y="4302364"/>
                  </a:lnTo>
                  <a:lnTo>
                    <a:pt x="1453615" y="4302364"/>
                  </a:lnTo>
                  <a:lnTo>
                    <a:pt x="1453709" y="4302364"/>
                  </a:lnTo>
                  <a:lnTo>
                    <a:pt x="1453803" y="4302364"/>
                  </a:lnTo>
                  <a:lnTo>
                    <a:pt x="1453898" y="4302364"/>
                  </a:lnTo>
                  <a:lnTo>
                    <a:pt x="1453992" y="4302364"/>
                  </a:lnTo>
                  <a:lnTo>
                    <a:pt x="1454086" y="4302364"/>
                  </a:lnTo>
                  <a:lnTo>
                    <a:pt x="1454180" y="4302364"/>
                  </a:lnTo>
                  <a:lnTo>
                    <a:pt x="1454274" y="4302364"/>
                  </a:lnTo>
                  <a:lnTo>
                    <a:pt x="1454368" y="4302364"/>
                  </a:lnTo>
                  <a:lnTo>
                    <a:pt x="1454463" y="4302364"/>
                  </a:lnTo>
                  <a:lnTo>
                    <a:pt x="1454557" y="4302364"/>
                  </a:lnTo>
                  <a:lnTo>
                    <a:pt x="1454651" y="4302364"/>
                  </a:lnTo>
                  <a:lnTo>
                    <a:pt x="1454745" y="4302364"/>
                  </a:lnTo>
                  <a:lnTo>
                    <a:pt x="1454839" y="4302364"/>
                  </a:lnTo>
                  <a:lnTo>
                    <a:pt x="1454933" y="4302364"/>
                  </a:lnTo>
                  <a:lnTo>
                    <a:pt x="1455027" y="4302364"/>
                  </a:lnTo>
                  <a:lnTo>
                    <a:pt x="1455122" y="4302364"/>
                  </a:lnTo>
                  <a:lnTo>
                    <a:pt x="1455122" y="4297453"/>
                  </a:lnTo>
                  <a:lnTo>
                    <a:pt x="1455216" y="4297453"/>
                  </a:lnTo>
                  <a:lnTo>
                    <a:pt x="1455310" y="4297453"/>
                  </a:lnTo>
                  <a:lnTo>
                    <a:pt x="1455404" y="4297453"/>
                  </a:lnTo>
                  <a:lnTo>
                    <a:pt x="1455498" y="4297453"/>
                  </a:lnTo>
                  <a:lnTo>
                    <a:pt x="1455592" y="4297453"/>
                  </a:lnTo>
                  <a:lnTo>
                    <a:pt x="1455686" y="4297453"/>
                  </a:lnTo>
                  <a:lnTo>
                    <a:pt x="1455781" y="4297453"/>
                  </a:lnTo>
                  <a:lnTo>
                    <a:pt x="1455875" y="4297453"/>
                  </a:lnTo>
                  <a:lnTo>
                    <a:pt x="1455969" y="4297453"/>
                  </a:lnTo>
                  <a:lnTo>
                    <a:pt x="1456063" y="4297453"/>
                  </a:lnTo>
                  <a:lnTo>
                    <a:pt x="1456157" y="4297453"/>
                  </a:lnTo>
                  <a:lnTo>
                    <a:pt x="1456251" y="4297453"/>
                  </a:lnTo>
                  <a:lnTo>
                    <a:pt x="1456346" y="4297453"/>
                  </a:lnTo>
                  <a:lnTo>
                    <a:pt x="1456440" y="4297453"/>
                  </a:lnTo>
                  <a:lnTo>
                    <a:pt x="1456534" y="4297453"/>
                  </a:lnTo>
                  <a:lnTo>
                    <a:pt x="1456628" y="4297453"/>
                  </a:lnTo>
                  <a:lnTo>
                    <a:pt x="1456722" y="4297453"/>
                  </a:lnTo>
                  <a:lnTo>
                    <a:pt x="1456816" y="4297453"/>
                  </a:lnTo>
                  <a:lnTo>
                    <a:pt x="1456910" y="4297453"/>
                  </a:lnTo>
                  <a:lnTo>
                    <a:pt x="1457005" y="4297453"/>
                  </a:lnTo>
                  <a:lnTo>
                    <a:pt x="1457099" y="4297453"/>
                  </a:lnTo>
                  <a:lnTo>
                    <a:pt x="1457193" y="4297453"/>
                  </a:lnTo>
                  <a:lnTo>
                    <a:pt x="1457287" y="4297453"/>
                  </a:lnTo>
                  <a:lnTo>
                    <a:pt x="1457381" y="4297453"/>
                  </a:lnTo>
                  <a:lnTo>
                    <a:pt x="1457475" y="4297453"/>
                  </a:lnTo>
                  <a:lnTo>
                    <a:pt x="1457570" y="4297453"/>
                  </a:lnTo>
                  <a:lnTo>
                    <a:pt x="1457664" y="4297453"/>
                  </a:lnTo>
                  <a:lnTo>
                    <a:pt x="1457758" y="4297453"/>
                  </a:lnTo>
                  <a:lnTo>
                    <a:pt x="1457852" y="4297453"/>
                  </a:lnTo>
                  <a:lnTo>
                    <a:pt x="1457946" y="4297453"/>
                  </a:lnTo>
                  <a:lnTo>
                    <a:pt x="1458040" y="4297453"/>
                  </a:lnTo>
                  <a:lnTo>
                    <a:pt x="1458134" y="4297453"/>
                  </a:lnTo>
                  <a:lnTo>
                    <a:pt x="1458229" y="4297453"/>
                  </a:lnTo>
                  <a:lnTo>
                    <a:pt x="1458323" y="4297453"/>
                  </a:lnTo>
                  <a:lnTo>
                    <a:pt x="1458417" y="4297453"/>
                  </a:lnTo>
                  <a:lnTo>
                    <a:pt x="1458511" y="4297453"/>
                  </a:lnTo>
                  <a:lnTo>
                    <a:pt x="1458605" y="4297453"/>
                  </a:lnTo>
                  <a:lnTo>
                    <a:pt x="1458699" y="4297453"/>
                  </a:lnTo>
                  <a:lnTo>
                    <a:pt x="1458794" y="4297453"/>
                  </a:lnTo>
                  <a:lnTo>
                    <a:pt x="1458888" y="4297453"/>
                  </a:lnTo>
                  <a:lnTo>
                    <a:pt x="1458982" y="4297453"/>
                  </a:lnTo>
                  <a:lnTo>
                    <a:pt x="1459076" y="4297453"/>
                  </a:lnTo>
                  <a:lnTo>
                    <a:pt x="1459170" y="4297453"/>
                  </a:lnTo>
                  <a:lnTo>
                    <a:pt x="1459264" y="4297453"/>
                  </a:lnTo>
                  <a:lnTo>
                    <a:pt x="1459358" y="4297453"/>
                  </a:lnTo>
                  <a:lnTo>
                    <a:pt x="1459453" y="4297453"/>
                  </a:lnTo>
                  <a:lnTo>
                    <a:pt x="1459547" y="4297453"/>
                  </a:lnTo>
                  <a:lnTo>
                    <a:pt x="1459641" y="4297453"/>
                  </a:lnTo>
                  <a:lnTo>
                    <a:pt x="1459735" y="4297453"/>
                  </a:lnTo>
                  <a:lnTo>
                    <a:pt x="1459829" y="4297453"/>
                  </a:lnTo>
                  <a:lnTo>
                    <a:pt x="1459923" y="4297453"/>
                  </a:lnTo>
                  <a:lnTo>
                    <a:pt x="1459923" y="4292541"/>
                  </a:lnTo>
                  <a:lnTo>
                    <a:pt x="1460017" y="4292541"/>
                  </a:lnTo>
                  <a:lnTo>
                    <a:pt x="1460112" y="4292541"/>
                  </a:lnTo>
                  <a:lnTo>
                    <a:pt x="1460206" y="4292541"/>
                  </a:lnTo>
                  <a:lnTo>
                    <a:pt x="1460300" y="4292541"/>
                  </a:lnTo>
                  <a:lnTo>
                    <a:pt x="1460394" y="4292541"/>
                  </a:lnTo>
                  <a:lnTo>
                    <a:pt x="1460488" y="4292541"/>
                  </a:lnTo>
                  <a:lnTo>
                    <a:pt x="1460582" y="4292541"/>
                  </a:lnTo>
                  <a:lnTo>
                    <a:pt x="1460677" y="4292541"/>
                  </a:lnTo>
                  <a:lnTo>
                    <a:pt x="1460771" y="4292541"/>
                  </a:lnTo>
                  <a:lnTo>
                    <a:pt x="1460865" y="4292541"/>
                  </a:lnTo>
                  <a:lnTo>
                    <a:pt x="1460959" y="4292541"/>
                  </a:lnTo>
                  <a:lnTo>
                    <a:pt x="1461053" y="4292541"/>
                  </a:lnTo>
                  <a:lnTo>
                    <a:pt x="1461147" y="4292541"/>
                  </a:lnTo>
                  <a:lnTo>
                    <a:pt x="1461241" y="4292541"/>
                  </a:lnTo>
                  <a:lnTo>
                    <a:pt x="1461336" y="4292541"/>
                  </a:lnTo>
                  <a:lnTo>
                    <a:pt x="1461430" y="4292541"/>
                  </a:lnTo>
                  <a:lnTo>
                    <a:pt x="1461524" y="4292541"/>
                  </a:lnTo>
                  <a:lnTo>
                    <a:pt x="1461618" y="4292541"/>
                  </a:lnTo>
                  <a:lnTo>
                    <a:pt x="1461712" y="4292541"/>
                  </a:lnTo>
                  <a:lnTo>
                    <a:pt x="1461806" y="4292541"/>
                  </a:lnTo>
                  <a:lnTo>
                    <a:pt x="1461901" y="4292541"/>
                  </a:lnTo>
                  <a:lnTo>
                    <a:pt x="1461995" y="4292541"/>
                  </a:lnTo>
                  <a:lnTo>
                    <a:pt x="1462089" y="4292541"/>
                  </a:lnTo>
                  <a:lnTo>
                    <a:pt x="1462183" y="4292541"/>
                  </a:lnTo>
                  <a:lnTo>
                    <a:pt x="1462277" y="4292541"/>
                  </a:lnTo>
                  <a:lnTo>
                    <a:pt x="1462371" y="4292541"/>
                  </a:lnTo>
                  <a:lnTo>
                    <a:pt x="1462465" y="4292541"/>
                  </a:lnTo>
                  <a:lnTo>
                    <a:pt x="1462560" y="4292541"/>
                  </a:lnTo>
                  <a:lnTo>
                    <a:pt x="1462654" y="4292541"/>
                  </a:lnTo>
                  <a:lnTo>
                    <a:pt x="1462748" y="4292541"/>
                  </a:lnTo>
                  <a:lnTo>
                    <a:pt x="1462842" y="4292541"/>
                  </a:lnTo>
                  <a:lnTo>
                    <a:pt x="1462936" y="4292541"/>
                  </a:lnTo>
                  <a:lnTo>
                    <a:pt x="1463030" y="4292541"/>
                  </a:lnTo>
                  <a:lnTo>
                    <a:pt x="1463125" y="4292541"/>
                  </a:lnTo>
                  <a:lnTo>
                    <a:pt x="1463219" y="4292541"/>
                  </a:lnTo>
                  <a:lnTo>
                    <a:pt x="1463313" y="4292541"/>
                  </a:lnTo>
                  <a:lnTo>
                    <a:pt x="1463407" y="4292541"/>
                  </a:lnTo>
                  <a:lnTo>
                    <a:pt x="1463501" y="4292541"/>
                  </a:lnTo>
                  <a:lnTo>
                    <a:pt x="1463595" y="4292541"/>
                  </a:lnTo>
                  <a:lnTo>
                    <a:pt x="1463689" y="4292541"/>
                  </a:lnTo>
                  <a:lnTo>
                    <a:pt x="1463784" y="4292541"/>
                  </a:lnTo>
                  <a:lnTo>
                    <a:pt x="1463878" y="4292541"/>
                  </a:lnTo>
                  <a:lnTo>
                    <a:pt x="1463972" y="4292541"/>
                  </a:lnTo>
                  <a:lnTo>
                    <a:pt x="1464066" y="4292541"/>
                  </a:lnTo>
                  <a:lnTo>
                    <a:pt x="1464160" y="4292541"/>
                  </a:lnTo>
                  <a:lnTo>
                    <a:pt x="1464254" y="4292541"/>
                  </a:lnTo>
                  <a:lnTo>
                    <a:pt x="1464348" y="4292541"/>
                  </a:lnTo>
                  <a:lnTo>
                    <a:pt x="1464443" y="4292541"/>
                  </a:lnTo>
                  <a:lnTo>
                    <a:pt x="1464537" y="4292541"/>
                  </a:lnTo>
                  <a:lnTo>
                    <a:pt x="1464631" y="4292541"/>
                  </a:lnTo>
                  <a:lnTo>
                    <a:pt x="1464725" y="4292541"/>
                  </a:lnTo>
                  <a:lnTo>
                    <a:pt x="1464819" y="4292541"/>
                  </a:lnTo>
                  <a:lnTo>
                    <a:pt x="1464913" y="4292541"/>
                  </a:lnTo>
                  <a:lnTo>
                    <a:pt x="1465008" y="4292541"/>
                  </a:lnTo>
                  <a:lnTo>
                    <a:pt x="1465102" y="4292541"/>
                  </a:lnTo>
                  <a:lnTo>
                    <a:pt x="1465196" y="4292541"/>
                  </a:lnTo>
                  <a:lnTo>
                    <a:pt x="1465290" y="4292541"/>
                  </a:lnTo>
                  <a:lnTo>
                    <a:pt x="1465384" y="4292541"/>
                  </a:lnTo>
                  <a:lnTo>
                    <a:pt x="1465478" y="4292541"/>
                  </a:lnTo>
                  <a:lnTo>
                    <a:pt x="1465572" y="4292541"/>
                  </a:lnTo>
                  <a:lnTo>
                    <a:pt x="1465667" y="4292541"/>
                  </a:lnTo>
                  <a:lnTo>
                    <a:pt x="1465761" y="4292541"/>
                  </a:lnTo>
                  <a:lnTo>
                    <a:pt x="1465855" y="4292541"/>
                  </a:lnTo>
                  <a:lnTo>
                    <a:pt x="1465949" y="4292541"/>
                  </a:lnTo>
                  <a:lnTo>
                    <a:pt x="1466043" y="4292541"/>
                  </a:lnTo>
                  <a:lnTo>
                    <a:pt x="1466137" y="4292541"/>
                  </a:lnTo>
                  <a:lnTo>
                    <a:pt x="1466232" y="4292541"/>
                  </a:lnTo>
                  <a:lnTo>
                    <a:pt x="1466326" y="4292541"/>
                  </a:lnTo>
                  <a:lnTo>
                    <a:pt x="1466420" y="4292541"/>
                  </a:lnTo>
                  <a:lnTo>
                    <a:pt x="1466514" y="4292541"/>
                  </a:lnTo>
                  <a:lnTo>
                    <a:pt x="1466608" y="4292541"/>
                  </a:lnTo>
                  <a:lnTo>
                    <a:pt x="1466702" y="4292541"/>
                  </a:lnTo>
                  <a:lnTo>
                    <a:pt x="1466796" y="4292541"/>
                  </a:lnTo>
                  <a:lnTo>
                    <a:pt x="1466891" y="4292541"/>
                  </a:lnTo>
                  <a:lnTo>
                    <a:pt x="1466985" y="4292541"/>
                  </a:lnTo>
                  <a:lnTo>
                    <a:pt x="1467079" y="4292541"/>
                  </a:lnTo>
                  <a:lnTo>
                    <a:pt x="1467173" y="4292541"/>
                  </a:lnTo>
                  <a:lnTo>
                    <a:pt x="1467267" y="4292541"/>
                  </a:lnTo>
                  <a:lnTo>
                    <a:pt x="1467361" y="4292541"/>
                  </a:lnTo>
                  <a:lnTo>
                    <a:pt x="1467456" y="4292541"/>
                  </a:lnTo>
                  <a:lnTo>
                    <a:pt x="1467550" y="4292541"/>
                  </a:lnTo>
                  <a:lnTo>
                    <a:pt x="1467644" y="4292541"/>
                  </a:lnTo>
                  <a:lnTo>
                    <a:pt x="1467738" y="4292541"/>
                  </a:lnTo>
                  <a:lnTo>
                    <a:pt x="1467832" y="4292541"/>
                  </a:lnTo>
                  <a:lnTo>
                    <a:pt x="1467926" y="4292541"/>
                  </a:lnTo>
                  <a:lnTo>
                    <a:pt x="1468020" y="4292541"/>
                  </a:lnTo>
                  <a:lnTo>
                    <a:pt x="1468115" y="4292541"/>
                  </a:lnTo>
                  <a:lnTo>
                    <a:pt x="1468209" y="4292541"/>
                  </a:lnTo>
                  <a:lnTo>
                    <a:pt x="1468303" y="4292541"/>
                  </a:lnTo>
                  <a:lnTo>
                    <a:pt x="1468397" y="4292541"/>
                  </a:lnTo>
                  <a:lnTo>
                    <a:pt x="1468397" y="4287630"/>
                  </a:lnTo>
                  <a:lnTo>
                    <a:pt x="1468491" y="4287630"/>
                  </a:lnTo>
                  <a:lnTo>
                    <a:pt x="1468585" y="4287630"/>
                  </a:lnTo>
                  <a:lnTo>
                    <a:pt x="1468679" y="4287630"/>
                  </a:lnTo>
                  <a:lnTo>
                    <a:pt x="1468774" y="4287630"/>
                  </a:lnTo>
                  <a:lnTo>
                    <a:pt x="1468868" y="4287630"/>
                  </a:lnTo>
                  <a:lnTo>
                    <a:pt x="1468962" y="4287630"/>
                  </a:lnTo>
                  <a:lnTo>
                    <a:pt x="1469056" y="4287630"/>
                  </a:lnTo>
                  <a:lnTo>
                    <a:pt x="1469150" y="4287630"/>
                  </a:lnTo>
                  <a:lnTo>
                    <a:pt x="1469244" y="4287630"/>
                  </a:lnTo>
                  <a:lnTo>
                    <a:pt x="1469339" y="4287630"/>
                  </a:lnTo>
                  <a:lnTo>
                    <a:pt x="1469433" y="4287630"/>
                  </a:lnTo>
                  <a:lnTo>
                    <a:pt x="1469527" y="4287630"/>
                  </a:lnTo>
                  <a:lnTo>
                    <a:pt x="1469621" y="4287630"/>
                  </a:lnTo>
                  <a:lnTo>
                    <a:pt x="1469715" y="4287630"/>
                  </a:lnTo>
                  <a:lnTo>
                    <a:pt x="1469809" y="4287630"/>
                  </a:lnTo>
                  <a:lnTo>
                    <a:pt x="1469903" y="4287630"/>
                  </a:lnTo>
                  <a:lnTo>
                    <a:pt x="1469998" y="4287630"/>
                  </a:lnTo>
                  <a:lnTo>
                    <a:pt x="1470092" y="4287630"/>
                  </a:lnTo>
                  <a:lnTo>
                    <a:pt x="1470186" y="4287630"/>
                  </a:lnTo>
                  <a:lnTo>
                    <a:pt x="1470280" y="4287630"/>
                  </a:lnTo>
                  <a:lnTo>
                    <a:pt x="1470374" y="4287630"/>
                  </a:lnTo>
                  <a:lnTo>
                    <a:pt x="1470468" y="4287630"/>
                  </a:lnTo>
                  <a:lnTo>
                    <a:pt x="1470563" y="4287630"/>
                  </a:lnTo>
                  <a:lnTo>
                    <a:pt x="1470563" y="4282718"/>
                  </a:lnTo>
                  <a:lnTo>
                    <a:pt x="1470657" y="4282718"/>
                  </a:lnTo>
                  <a:lnTo>
                    <a:pt x="1470751" y="4282718"/>
                  </a:lnTo>
                  <a:lnTo>
                    <a:pt x="1470845" y="4282718"/>
                  </a:lnTo>
                  <a:lnTo>
                    <a:pt x="1470939" y="4282718"/>
                  </a:lnTo>
                  <a:lnTo>
                    <a:pt x="1471033" y="4282718"/>
                  </a:lnTo>
                  <a:lnTo>
                    <a:pt x="1471127" y="4282718"/>
                  </a:lnTo>
                  <a:lnTo>
                    <a:pt x="1471222" y="4282718"/>
                  </a:lnTo>
                  <a:lnTo>
                    <a:pt x="1471316" y="4282718"/>
                  </a:lnTo>
                  <a:lnTo>
                    <a:pt x="1471410" y="4282718"/>
                  </a:lnTo>
                  <a:lnTo>
                    <a:pt x="1471504" y="4282718"/>
                  </a:lnTo>
                  <a:lnTo>
                    <a:pt x="1471598" y="4282718"/>
                  </a:lnTo>
                  <a:lnTo>
                    <a:pt x="1471692" y="4282718"/>
                  </a:lnTo>
                  <a:lnTo>
                    <a:pt x="1471787" y="4282718"/>
                  </a:lnTo>
                  <a:lnTo>
                    <a:pt x="1471881" y="4282718"/>
                  </a:lnTo>
                  <a:lnTo>
                    <a:pt x="1471975" y="4282718"/>
                  </a:lnTo>
                  <a:lnTo>
                    <a:pt x="1472069" y="4282718"/>
                  </a:lnTo>
                  <a:lnTo>
                    <a:pt x="1472163" y="4282718"/>
                  </a:lnTo>
                  <a:lnTo>
                    <a:pt x="1472257" y="4282718"/>
                  </a:lnTo>
                  <a:lnTo>
                    <a:pt x="1472351" y="4282718"/>
                  </a:lnTo>
                  <a:lnTo>
                    <a:pt x="1472446" y="4282718"/>
                  </a:lnTo>
                  <a:lnTo>
                    <a:pt x="1472540" y="4282718"/>
                  </a:lnTo>
                  <a:lnTo>
                    <a:pt x="1472634" y="4282718"/>
                  </a:lnTo>
                  <a:lnTo>
                    <a:pt x="1472728" y="4282718"/>
                  </a:lnTo>
                  <a:lnTo>
                    <a:pt x="1472728" y="4277807"/>
                  </a:lnTo>
                  <a:lnTo>
                    <a:pt x="1472822" y="4277807"/>
                  </a:lnTo>
                  <a:lnTo>
                    <a:pt x="1472916" y="4277807"/>
                  </a:lnTo>
                  <a:lnTo>
                    <a:pt x="1473010" y="4277807"/>
                  </a:lnTo>
                  <a:lnTo>
                    <a:pt x="1473105" y="4277807"/>
                  </a:lnTo>
                  <a:lnTo>
                    <a:pt x="1473199" y="4277807"/>
                  </a:lnTo>
                  <a:lnTo>
                    <a:pt x="1473293" y="4277807"/>
                  </a:lnTo>
                  <a:lnTo>
                    <a:pt x="1473387" y="4277807"/>
                  </a:lnTo>
                  <a:lnTo>
                    <a:pt x="1473481" y="4277807"/>
                  </a:lnTo>
                  <a:lnTo>
                    <a:pt x="1473575" y="4277807"/>
                  </a:lnTo>
                  <a:lnTo>
                    <a:pt x="1473670" y="4277807"/>
                  </a:lnTo>
                  <a:lnTo>
                    <a:pt x="1473764" y="4277807"/>
                  </a:lnTo>
                  <a:lnTo>
                    <a:pt x="1473858" y="4277807"/>
                  </a:lnTo>
                  <a:lnTo>
                    <a:pt x="1473952" y="4277807"/>
                  </a:lnTo>
                  <a:lnTo>
                    <a:pt x="1474046" y="4277807"/>
                  </a:lnTo>
                  <a:lnTo>
                    <a:pt x="1474140" y="4277807"/>
                  </a:lnTo>
                  <a:lnTo>
                    <a:pt x="1474234" y="4277807"/>
                  </a:lnTo>
                  <a:lnTo>
                    <a:pt x="1474329" y="4277807"/>
                  </a:lnTo>
                  <a:lnTo>
                    <a:pt x="1474423" y="4277807"/>
                  </a:lnTo>
                  <a:lnTo>
                    <a:pt x="1474517" y="4277807"/>
                  </a:lnTo>
                  <a:lnTo>
                    <a:pt x="1474611" y="4277807"/>
                  </a:lnTo>
                  <a:lnTo>
                    <a:pt x="1474705" y="4277807"/>
                  </a:lnTo>
                  <a:lnTo>
                    <a:pt x="1474799" y="4277807"/>
                  </a:lnTo>
                  <a:lnTo>
                    <a:pt x="1474894" y="4277807"/>
                  </a:lnTo>
                  <a:lnTo>
                    <a:pt x="1474988" y="4277807"/>
                  </a:lnTo>
                  <a:lnTo>
                    <a:pt x="1475082" y="4277807"/>
                  </a:lnTo>
                  <a:lnTo>
                    <a:pt x="1475176" y="4277807"/>
                  </a:lnTo>
                  <a:lnTo>
                    <a:pt x="1475270" y="4277807"/>
                  </a:lnTo>
                  <a:lnTo>
                    <a:pt x="1475364" y="4277807"/>
                  </a:lnTo>
                  <a:lnTo>
                    <a:pt x="1475458" y="4277807"/>
                  </a:lnTo>
                  <a:lnTo>
                    <a:pt x="1475553" y="4277807"/>
                  </a:lnTo>
                  <a:lnTo>
                    <a:pt x="1475647" y="4277807"/>
                  </a:lnTo>
                  <a:lnTo>
                    <a:pt x="1475741" y="4277807"/>
                  </a:lnTo>
                  <a:lnTo>
                    <a:pt x="1475835" y="4277807"/>
                  </a:lnTo>
                  <a:lnTo>
                    <a:pt x="1475929" y="4277807"/>
                  </a:lnTo>
                  <a:lnTo>
                    <a:pt x="1476023" y="4277807"/>
                  </a:lnTo>
                  <a:lnTo>
                    <a:pt x="1476118" y="4277807"/>
                  </a:lnTo>
                  <a:lnTo>
                    <a:pt x="1476212" y="4277807"/>
                  </a:lnTo>
                  <a:lnTo>
                    <a:pt x="1476306" y="4277807"/>
                  </a:lnTo>
                  <a:lnTo>
                    <a:pt x="1476400" y="4277807"/>
                  </a:lnTo>
                  <a:lnTo>
                    <a:pt x="1476494" y="4277807"/>
                  </a:lnTo>
                  <a:lnTo>
                    <a:pt x="1476588" y="4277807"/>
                  </a:lnTo>
                  <a:lnTo>
                    <a:pt x="1476588" y="4272896"/>
                  </a:lnTo>
                  <a:lnTo>
                    <a:pt x="1476682" y="4272896"/>
                  </a:lnTo>
                  <a:lnTo>
                    <a:pt x="1476777" y="4272896"/>
                  </a:lnTo>
                  <a:lnTo>
                    <a:pt x="1476871" y="4272896"/>
                  </a:lnTo>
                  <a:lnTo>
                    <a:pt x="1476965" y="4272896"/>
                  </a:lnTo>
                  <a:lnTo>
                    <a:pt x="1477059" y="4272896"/>
                  </a:lnTo>
                  <a:lnTo>
                    <a:pt x="1477153" y="4272896"/>
                  </a:lnTo>
                  <a:lnTo>
                    <a:pt x="1477247" y="4272896"/>
                  </a:lnTo>
                  <a:lnTo>
                    <a:pt x="1477341" y="4272896"/>
                  </a:lnTo>
                  <a:lnTo>
                    <a:pt x="1477436" y="4272896"/>
                  </a:lnTo>
                  <a:lnTo>
                    <a:pt x="1477530" y="4272896"/>
                  </a:lnTo>
                  <a:lnTo>
                    <a:pt x="1477624" y="4272896"/>
                  </a:lnTo>
                  <a:lnTo>
                    <a:pt x="1477718" y="4272896"/>
                  </a:lnTo>
                  <a:lnTo>
                    <a:pt x="1477812" y="4272896"/>
                  </a:lnTo>
                  <a:lnTo>
                    <a:pt x="1477906" y="4272896"/>
                  </a:lnTo>
                  <a:lnTo>
                    <a:pt x="1478001" y="4272896"/>
                  </a:lnTo>
                  <a:lnTo>
                    <a:pt x="1478095" y="4272896"/>
                  </a:lnTo>
                  <a:lnTo>
                    <a:pt x="1478189" y="4272896"/>
                  </a:lnTo>
                  <a:lnTo>
                    <a:pt x="1478283" y="4272896"/>
                  </a:lnTo>
                  <a:lnTo>
                    <a:pt x="1478377" y="4272896"/>
                  </a:lnTo>
                  <a:lnTo>
                    <a:pt x="1478471" y="4272896"/>
                  </a:lnTo>
                  <a:lnTo>
                    <a:pt x="1478471" y="4267984"/>
                  </a:lnTo>
                  <a:lnTo>
                    <a:pt x="1478565" y="4267984"/>
                  </a:lnTo>
                  <a:lnTo>
                    <a:pt x="1478660" y="4267984"/>
                  </a:lnTo>
                  <a:lnTo>
                    <a:pt x="1478754" y="4267984"/>
                  </a:lnTo>
                  <a:lnTo>
                    <a:pt x="1478848" y="4267984"/>
                  </a:lnTo>
                  <a:lnTo>
                    <a:pt x="1478942" y="4267984"/>
                  </a:lnTo>
                  <a:lnTo>
                    <a:pt x="1479036" y="4267984"/>
                  </a:lnTo>
                  <a:lnTo>
                    <a:pt x="1479130" y="4267984"/>
                  </a:lnTo>
                  <a:lnTo>
                    <a:pt x="1479225" y="4267984"/>
                  </a:lnTo>
                  <a:lnTo>
                    <a:pt x="1479319" y="4267984"/>
                  </a:lnTo>
                  <a:lnTo>
                    <a:pt x="1479413" y="4267984"/>
                  </a:lnTo>
                  <a:lnTo>
                    <a:pt x="1479507" y="4267984"/>
                  </a:lnTo>
                  <a:lnTo>
                    <a:pt x="1479601" y="4267984"/>
                  </a:lnTo>
                  <a:lnTo>
                    <a:pt x="1479695" y="4267984"/>
                  </a:lnTo>
                  <a:lnTo>
                    <a:pt x="1479789" y="4267984"/>
                  </a:lnTo>
                  <a:lnTo>
                    <a:pt x="1479884" y="4267984"/>
                  </a:lnTo>
                  <a:lnTo>
                    <a:pt x="1479978" y="4267984"/>
                  </a:lnTo>
                  <a:lnTo>
                    <a:pt x="1480072" y="4267984"/>
                  </a:lnTo>
                  <a:lnTo>
                    <a:pt x="1480166" y="4267984"/>
                  </a:lnTo>
                  <a:lnTo>
                    <a:pt x="1480260" y="4267984"/>
                  </a:lnTo>
                  <a:lnTo>
                    <a:pt x="1480354" y="4267984"/>
                  </a:lnTo>
                  <a:lnTo>
                    <a:pt x="1480449" y="4267984"/>
                  </a:lnTo>
                  <a:lnTo>
                    <a:pt x="1480543" y="4267984"/>
                  </a:lnTo>
                  <a:lnTo>
                    <a:pt x="1480637" y="4267984"/>
                  </a:lnTo>
                  <a:lnTo>
                    <a:pt x="1480731" y="4267984"/>
                  </a:lnTo>
                  <a:lnTo>
                    <a:pt x="1480825" y="4267984"/>
                  </a:lnTo>
                  <a:lnTo>
                    <a:pt x="1480919" y="4267984"/>
                  </a:lnTo>
                  <a:lnTo>
                    <a:pt x="1480919" y="4263073"/>
                  </a:lnTo>
                  <a:lnTo>
                    <a:pt x="1481013" y="4263073"/>
                  </a:lnTo>
                  <a:lnTo>
                    <a:pt x="1481108" y="4263073"/>
                  </a:lnTo>
                  <a:lnTo>
                    <a:pt x="1481202" y="4263073"/>
                  </a:lnTo>
                  <a:lnTo>
                    <a:pt x="1481296" y="4263073"/>
                  </a:lnTo>
                  <a:lnTo>
                    <a:pt x="1481390" y="4263073"/>
                  </a:lnTo>
                  <a:lnTo>
                    <a:pt x="1481484" y="4263073"/>
                  </a:lnTo>
                  <a:lnTo>
                    <a:pt x="1481578" y="4263073"/>
                  </a:lnTo>
                  <a:lnTo>
                    <a:pt x="1481672" y="4263073"/>
                  </a:lnTo>
                  <a:lnTo>
                    <a:pt x="1481767" y="4263073"/>
                  </a:lnTo>
                  <a:lnTo>
                    <a:pt x="1481861" y="4263073"/>
                  </a:lnTo>
                  <a:lnTo>
                    <a:pt x="1481955" y="4263073"/>
                  </a:lnTo>
                  <a:lnTo>
                    <a:pt x="1482049" y="4263073"/>
                  </a:lnTo>
                  <a:lnTo>
                    <a:pt x="1482143" y="4263073"/>
                  </a:lnTo>
                  <a:lnTo>
                    <a:pt x="1482237" y="4263073"/>
                  </a:lnTo>
                  <a:lnTo>
                    <a:pt x="1482332" y="4263073"/>
                  </a:lnTo>
                  <a:lnTo>
                    <a:pt x="1482426" y="4263073"/>
                  </a:lnTo>
                  <a:lnTo>
                    <a:pt x="1482520" y="4263073"/>
                  </a:lnTo>
                  <a:lnTo>
                    <a:pt x="1482614" y="4263073"/>
                  </a:lnTo>
                  <a:lnTo>
                    <a:pt x="1482614" y="4258162"/>
                  </a:lnTo>
                  <a:lnTo>
                    <a:pt x="1482708" y="4258162"/>
                  </a:lnTo>
                  <a:lnTo>
                    <a:pt x="1482802" y="4258162"/>
                  </a:lnTo>
                  <a:lnTo>
                    <a:pt x="1482896" y="4258162"/>
                  </a:lnTo>
                  <a:lnTo>
                    <a:pt x="1482991" y="4258162"/>
                  </a:lnTo>
                  <a:lnTo>
                    <a:pt x="1483085" y="4258162"/>
                  </a:lnTo>
                  <a:lnTo>
                    <a:pt x="1483179" y="4258162"/>
                  </a:lnTo>
                  <a:lnTo>
                    <a:pt x="1483273" y="4258162"/>
                  </a:lnTo>
                  <a:lnTo>
                    <a:pt x="1483367" y="4258162"/>
                  </a:lnTo>
                  <a:lnTo>
                    <a:pt x="1483461" y="4258162"/>
                  </a:lnTo>
                  <a:lnTo>
                    <a:pt x="1483556" y="4258162"/>
                  </a:lnTo>
                  <a:lnTo>
                    <a:pt x="1483650" y="4258162"/>
                  </a:lnTo>
                  <a:lnTo>
                    <a:pt x="1483744" y="4258162"/>
                  </a:lnTo>
                  <a:lnTo>
                    <a:pt x="1483838" y="4258162"/>
                  </a:lnTo>
                  <a:lnTo>
                    <a:pt x="1483932" y="4258162"/>
                  </a:lnTo>
                  <a:lnTo>
                    <a:pt x="1484026" y="4258162"/>
                  </a:lnTo>
                  <a:lnTo>
                    <a:pt x="1484120" y="4258162"/>
                  </a:lnTo>
                  <a:lnTo>
                    <a:pt x="1484215" y="4258162"/>
                  </a:lnTo>
                  <a:lnTo>
                    <a:pt x="1484309" y="4258162"/>
                  </a:lnTo>
                  <a:lnTo>
                    <a:pt x="1484403" y="4258162"/>
                  </a:lnTo>
                  <a:lnTo>
                    <a:pt x="1484497" y="4258162"/>
                  </a:lnTo>
                  <a:lnTo>
                    <a:pt x="1484591" y="4258162"/>
                  </a:lnTo>
                  <a:lnTo>
                    <a:pt x="1484685" y="4258162"/>
                  </a:lnTo>
                  <a:lnTo>
                    <a:pt x="1484780" y="4258162"/>
                  </a:lnTo>
                  <a:lnTo>
                    <a:pt x="1484874" y="4258162"/>
                  </a:lnTo>
                  <a:lnTo>
                    <a:pt x="1484968" y="4258162"/>
                  </a:lnTo>
                  <a:lnTo>
                    <a:pt x="1485062" y="4258162"/>
                  </a:lnTo>
                  <a:lnTo>
                    <a:pt x="1485156" y="4258162"/>
                  </a:lnTo>
                  <a:lnTo>
                    <a:pt x="1485250" y="4258162"/>
                  </a:lnTo>
                  <a:lnTo>
                    <a:pt x="1485344" y="4258162"/>
                  </a:lnTo>
                  <a:lnTo>
                    <a:pt x="1485439" y="4258162"/>
                  </a:lnTo>
                  <a:lnTo>
                    <a:pt x="1485533" y="4258162"/>
                  </a:lnTo>
                  <a:lnTo>
                    <a:pt x="1485627" y="4258162"/>
                  </a:lnTo>
                  <a:lnTo>
                    <a:pt x="1485721" y="4258162"/>
                  </a:lnTo>
                  <a:lnTo>
                    <a:pt x="1485815" y="4258162"/>
                  </a:lnTo>
                  <a:lnTo>
                    <a:pt x="1485909" y="4258162"/>
                  </a:lnTo>
                  <a:lnTo>
                    <a:pt x="1486003" y="4258162"/>
                  </a:lnTo>
                  <a:lnTo>
                    <a:pt x="1486098" y="4258162"/>
                  </a:lnTo>
                  <a:lnTo>
                    <a:pt x="1486192" y="4258162"/>
                  </a:lnTo>
                  <a:lnTo>
                    <a:pt x="1486286" y="4258162"/>
                  </a:lnTo>
                  <a:lnTo>
                    <a:pt x="1486380" y="4258162"/>
                  </a:lnTo>
                  <a:lnTo>
                    <a:pt x="1486474" y="4258162"/>
                  </a:lnTo>
                  <a:lnTo>
                    <a:pt x="1486474" y="4253250"/>
                  </a:lnTo>
                  <a:lnTo>
                    <a:pt x="1486568" y="4253250"/>
                  </a:lnTo>
                  <a:lnTo>
                    <a:pt x="1486663" y="4253250"/>
                  </a:lnTo>
                  <a:lnTo>
                    <a:pt x="1486757" y="4253250"/>
                  </a:lnTo>
                  <a:lnTo>
                    <a:pt x="1486851" y="4253250"/>
                  </a:lnTo>
                  <a:lnTo>
                    <a:pt x="1486945" y="4253250"/>
                  </a:lnTo>
                  <a:lnTo>
                    <a:pt x="1487039" y="4253250"/>
                  </a:lnTo>
                  <a:lnTo>
                    <a:pt x="1487133" y="4253250"/>
                  </a:lnTo>
                  <a:lnTo>
                    <a:pt x="1487227" y="4253250"/>
                  </a:lnTo>
                  <a:lnTo>
                    <a:pt x="1487322" y="4253250"/>
                  </a:lnTo>
                  <a:lnTo>
                    <a:pt x="1487416" y="4253250"/>
                  </a:lnTo>
                  <a:lnTo>
                    <a:pt x="1487510" y="4253250"/>
                  </a:lnTo>
                  <a:lnTo>
                    <a:pt x="1487604" y="4253250"/>
                  </a:lnTo>
                  <a:lnTo>
                    <a:pt x="1487698" y="4253250"/>
                  </a:lnTo>
                  <a:lnTo>
                    <a:pt x="1487792" y="4253250"/>
                  </a:lnTo>
                  <a:lnTo>
                    <a:pt x="1487887" y="4253250"/>
                  </a:lnTo>
                  <a:lnTo>
                    <a:pt x="1487981" y="4253250"/>
                  </a:lnTo>
                  <a:lnTo>
                    <a:pt x="1488075" y="4253250"/>
                  </a:lnTo>
                  <a:lnTo>
                    <a:pt x="1488169" y="4253250"/>
                  </a:lnTo>
                  <a:lnTo>
                    <a:pt x="1488263" y="4253250"/>
                  </a:lnTo>
                  <a:lnTo>
                    <a:pt x="1488357" y="4253250"/>
                  </a:lnTo>
                  <a:lnTo>
                    <a:pt x="1488451" y="4253250"/>
                  </a:lnTo>
                  <a:lnTo>
                    <a:pt x="1488546" y="4253250"/>
                  </a:lnTo>
                  <a:lnTo>
                    <a:pt x="1488640" y="4253250"/>
                  </a:lnTo>
                  <a:lnTo>
                    <a:pt x="1488734" y="4253250"/>
                  </a:lnTo>
                  <a:lnTo>
                    <a:pt x="1488828" y="4253250"/>
                  </a:lnTo>
                  <a:lnTo>
                    <a:pt x="1488922" y="4253250"/>
                  </a:lnTo>
                  <a:lnTo>
                    <a:pt x="1489016" y="4253250"/>
                  </a:lnTo>
                  <a:lnTo>
                    <a:pt x="1489111" y="4253250"/>
                  </a:lnTo>
                  <a:lnTo>
                    <a:pt x="1489205" y="4253250"/>
                  </a:lnTo>
                  <a:lnTo>
                    <a:pt x="1489299" y="4253250"/>
                  </a:lnTo>
                  <a:lnTo>
                    <a:pt x="1489393" y="4253250"/>
                  </a:lnTo>
                  <a:lnTo>
                    <a:pt x="1489487" y="4253250"/>
                  </a:lnTo>
                  <a:lnTo>
                    <a:pt x="1489581" y="4253250"/>
                  </a:lnTo>
                  <a:lnTo>
                    <a:pt x="1489675" y="4253250"/>
                  </a:lnTo>
                  <a:lnTo>
                    <a:pt x="1489770" y="4253250"/>
                  </a:lnTo>
                  <a:lnTo>
                    <a:pt x="1489864" y="4253250"/>
                  </a:lnTo>
                  <a:lnTo>
                    <a:pt x="1489958" y="4253250"/>
                  </a:lnTo>
                  <a:lnTo>
                    <a:pt x="1490052" y="4253250"/>
                  </a:lnTo>
                  <a:lnTo>
                    <a:pt x="1490146" y="4253250"/>
                  </a:lnTo>
                  <a:lnTo>
                    <a:pt x="1490240" y="4253250"/>
                  </a:lnTo>
                  <a:lnTo>
                    <a:pt x="1490240" y="4248339"/>
                  </a:lnTo>
                  <a:lnTo>
                    <a:pt x="1490335" y="4248339"/>
                  </a:lnTo>
                  <a:lnTo>
                    <a:pt x="1490429" y="4248339"/>
                  </a:lnTo>
                  <a:lnTo>
                    <a:pt x="1490523" y="4248339"/>
                  </a:lnTo>
                  <a:lnTo>
                    <a:pt x="1490617" y="4248339"/>
                  </a:lnTo>
                  <a:lnTo>
                    <a:pt x="1490711" y="4248339"/>
                  </a:lnTo>
                  <a:lnTo>
                    <a:pt x="1490805" y="4248339"/>
                  </a:lnTo>
                  <a:lnTo>
                    <a:pt x="1490899" y="4248339"/>
                  </a:lnTo>
                  <a:lnTo>
                    <a:pt x="1490994" y="4248339"/>
                  </a:lnTo>
                  <a:lnTo>
                    <a:pt x="1491088" y="4248339"/>
                  </a:lnTo>
                  <a:lnTo>
                    <a:pt x="1491182" y="4248339"/>
                  </a:lnTo>
                  <a:lnTo>
                    <a:pt x="1491276" y="4248339"/>
                  </a:lnTo>
                  <a:lnTo>
                    <a:pt x="1491370" y="4248339"/>
                  </a:lnTo>
                  <a:lnTo>
                    <a:pt x="1491464" y="4248339"/>
                  </a:lnTo>
                  <a:lnTo>
                    <a:pt x="1491558" y="4248339"/>
                  </a:lnTo>
                  <a:lnTo>
                    <a:pt x="1491653" y="4248339"/>
                  </a:lnTo>
                  <a:lnTo>
                    <a:pt x="1491747" y="4248339"/>
                  </a:lnTo>
                  <a:lnTo>
                    <a:pt x="1491841" y="4248339"/>
                  </a:lnTo>
                  <a:lnTo>
                    <a:pt x="1491935" y="4248339"/>
                  </a:lnTo>
                  <a:lnTo>
                    <a:pt x="1492029" y="4248339"/>
                  </a:lnTo>
                  <a:lnTo>
                    <a:pt x="1492123" y="4248339"/>
                  </a:lnTo>
                  <a:lnTo>
                    <a:pt x="1492218" y="4248339"/>
                  </a:lnTo>
                  <a:lnTo>
                    <a:pt x="1492312" y="4248339"/>
                  </a:lnTo>
                  <a:lnTo>
                    <a:pt x="1492406" y="4248339"/>
                  </a:lnTo>
                  <a:lnTo>
                    <a:pt x="1492500" y="4248339"/>
                  </a:lnTo>
                  <a:lnTo>
                    <a:pt x="1492594" y="4248339"/>
                  </a:lnTo>
                  <a:lnTo>
                    <a:pt x="1492688" y="4248339"/>
                  </a:lnTo>
                  <a:lnTo>
                    <a:pt x="1492782" y="4248339"/>
                  </a:lnTo>
                  <a:lnTo>
                    <a:pt x="1492782" y="4243427"/>
                  </a:lnTo>
                  <a:lnTo>
                    <a:pt x="1492877" y="4243427"/>
                  </a:lnTo>
                  <a:lnTo>
                    <a:pt x="1492971" y="4243427"/>
                  </a:lnTo>
                  <a:lnTo>
                    <a:pt x="1493065" y="4243427"/>
                  </a:lnTo>
                  <a:lnTo>
                    <a:pt x="1493159" y="4243427"/>
                  </a:lnTo>
                  <a:lnTo>
                    <a:pt x="1493253" y="4243427"/>
                  </a:lnTo>
                  <a:lnTo>
                    <a:pt x="1493347" y="4243427"/>
                  </a:lnTo>
                  <a:lnTo>
                    <a:pt x="1493442" y="4243427"/>
                  </a:lnTo>
                  <a:lnTo>
                    <a:pt x="1493536" y="4243427"/>
                  </a:lnTo>
                  <a:lnTo>
                    <a:pt x="1493630" y="4243427"/>
                  </a:lnTo>
                  <a:lnTo>
                    <a:pt x="1493724" y="4243427"/>
                  </a:lnTo>
                  <a:lnTo>
                    <a:pt x="1493818" y="4243427"/>
                  </a:lnTo>
                  <a:lnTo>
                    <a:pt x="1493912" y="4243427"/>
                  </a:lnTo>
                  <a:lnTo>
                    <a:pt x="1494006" y="4243427"/>
                  </a:lnTo>
                  <a:lnTo>
                    <a:pt x="1494101" y="4243427"/>
                  </a:lnTo>
                  <a:lnTo>
                    <a:pt x="1494195" y="4243427"/>
                  </a:lnTo>
                  <a:lnTo>
                    <a:pt x="1494289" y="4243427"/>
                  </a:lnTo>
                  <a:lnTo>
                    <a:pt x="1494383" y="4243427"/>
                  </a:lnTo>
                  <a:lnTo>
                    <a:pt x="1494477" y="4243427"/>
                  </a:lnTo>
                  <a:lnTo>
                    <a:pt x="1494571" y="4243427"/>
                  </a:lnTo>
                  <a:lnTo>
                    <a:pt x="1494666" y="4243427"/>
                  </a:lnTo>
                  <a:lnTo>
                    <a:pt x="1494760" y="4243427"/>
                  </a:lnTo>
                  <a:lnTo>
                    <a:pt x="1494854" y="4243427"/>
                  </a:lnTo>
                  <a:lnTo>
                    <a:pt x="1494948" y="4243427"/>
                  </a:lnTo>
                  <a:lnTo>
                    <a:pt x="1495042" y="4243427"/>
                  </a:lnTo>
                  <a:lnTo>
                    <a:pt x="1495136" y="4243427"/>
                  </a:lnTo>
                  <a:lnTo>
                    <a:pt x="1495136" y="4238516"/>
                  </a:lnTo>
                  <a:lnTo>
                    <a:pt x="1495230" y="4238516"/>
                  </a:lnTo>
                  <a:lnTo>
                    <a:pt x="1495325" y="4238516"/>
                  </a:lnTo>
                  <a:lnTo>
                    <a:pt x="1495419" y="4238516"/>
                  </a:lnTo>
                  <a:lnTo>
                    <a:pt x="1495513" y="4238516"/>
                  </a:lnTo>
                  <a:lnTo>
                    <a:pt x="1495607" y="4238516"/>
                  </a:lnTo>
                  <a:lnTo>
                    <a:pt x="1495701" y="4238516"/>
                  </a:lnTo>
                  <a:lnTo>
                    <a:pt x="1495795" y="4238516"/>
                  </a:lnTo>
                  <a:lnTo>
                    <a:pt x="1495889" y="4238516"/>
                  </a:lnTo>
                  <a:lnTo>
                    <a:pt x="1495984" y="4238516"/>
                  </a:lnTo>
                  <a:lnTo>
                    <a:pt x="1496078" y="4238516"/>
                  </a:lnTo>
                  <a:lnTo>
                    <a:pt x="1496172" y="4238516"/>
                  </a:lnTo>
                  <a:lnTo>
                    <a:pt x="1496266" y="4238516"/>
                  </a:lnTo>
                  <a:lnTo>
                    <a:pt x="1496360" y="4238516"/>
                  </a:lnTo>
                  <a:lnTo>
                    <a:pt x="1496454" y="4238516"/>
                  </a:lnTo>
                  <a:lnTo>
                    <a:pt x="1496549" y="4238516"/>
                  </a:lnTo>
                  <a:lnTo>
                    <a:pt x="1496643" y="4238516"/>
                  </a:lnTo>
                  <a:lnTo>
                    <a:pt x="1496737" y="4238516"/>
                  </a:lnTo>
                  <a:lnTo>
                    <a:pt x="1496831" y="4238516"/>
                  </a:lnTo>
                  <a:lnTo>
                    <a:pt x="1496925" y="4238516"/>
                  </a:lnTo>
                  <a:lnTo>
                    <a:pt x="1497019" y="4238516"/>
                  </a:lnTo>
                  <a:lnTo>
                    <a:pt x="1497113" y="4238516"/>
                  </a:lnTo>
                  <a:lnTo>
                    <a:pt x="1497208" y="4238516"/>
                  </a:lnTo>
                  <a:lnTo>
                    <a:pt x="1497302" y="4238516"/>
                  </a:lnTo>
                  <a:lnTo>
                    <a:pt x="1497396" y="4238516"/>
                  </a:lnTo>
                  <a:lnTo>
                    <a:pt x="1497490" y="4238516"/>
                  </a:lnTo>
                  <a:lnTo>
                    <a:pt x="1497584" y="4238516"/>
                  </a:lnTo>
                  <a:lnTo>
                    <a:pt x="1497678" y="4238516"/>
                  </a:lnTo>
                  <a:lnTo>
                    <a:pt x="1497773" y="4238516"/>
                  </a:lnTo>
                  <a:lnTo>
                    <a:pt x="1497867" y="4238516"/>
                  </a:lnTo>
                  <a:lnTo>
                    <a:pt x="1497961" y="4238516"/>
                  </a:lnTo>
                  <a:lnTo>
                    <a:pt x="1498055" y="4238516"/>
                  </a:lnTo>
                  <a:lnTo>
                    <a:pt x="1498149" y="4238516"/>
                  </a:lnTo>
                  <a:lnTo>
                    <a:pt x="1498243" y="4238516"/>
                  </a:lnTo>
                  <a:lnTo>
                    <a:pt x="1498337" y="4238516"/>
                  </a:lnTo>
                  <a:lnTo>
                    <a:pt x="1498432" y="4238516"/>
                  </a:lnTo>
                  <a:lnTo>
                    <a:pt x="1498526" y="4238516"/>
                  </a:lnTo>
                  <a:lnTo>
                    <a:pt x="1498620" y="4238516"/>
                  </a:lnTo>
                  <a:lnTo>
                    <a:pt x="1498714" y="4238516"/>
                  </a:lnTo>
                  <a:lnTo>
                    <a:pt x="1498808" y="4238516"/>
                  </a:lnTo>
                  <a:lnTo>
                    <a:pt x="1498902" y="4238516"/>
                  </a:lnTo>
                  <a:lnTo>
                    <a:pt x="1498997" y="4238516"/>
                  </a:lnTo>
                  <a:lnTo>
                    <a:pt x="1499091" y="4238516"/>
                  </a:lnTo>
                  <a:lnTo>
                    <a:pt x="1499185" y="4238516"/>
                  </a:lnTo>
                  <a:lnTo>
                    <a:pt x="1499279" y="4238516"/>
                  </a:lnTo>
                  <a:lnTo>
                    <a:pt x="1499373" y="4238516"/>
                  </a:lnTo>
                  <a:lnTo>
                    <a:pt x="1499467" y="4238516"/>
                  </a:lnTo>
                  <a:lnTo>
                    <a:pt x="1499561" y="4238516"/>
                  </a:lnTo>
                  <a:lnTo>
                    <a:pt x="1499656" y="4238516"/>
                  </a:lnTo>
                  <a:lnTo>
                    <a:pt x="1499750" y="4238516"/>
                  </a:lnTo>
                  <a:lnTo>
                    <a:pt x="1499844" y="4238516"/>
                  </a:lnTo>
                  <a:lnTo>
                    <a:pt x="1499938" y="4238516"/>
                  </a:lnTo>
                  <a:lnTo>
                    <a:pt x="1500032" y="4238516"/>
                  </a:lnTo>
                  <a:lnTo>
                    <a:pt x="1500126" y="4238516"/>
                  </a:lnTo>
                  <a:lnTo>
                    <a:pt x="1500220" y="4238516"/>
                  </a:lnTo>
                  <a:lnTo>
                    <a:pt x="1500315" y="4238516"/>
                  </a:lnTo>
                  <a:lnTo>
                    <a:pt x="1500409" y="4238516"/>
                  </a:lnTo>
                  <a:lnTo>
                    <a:pt x="1500503" y="4238516"/>
                  </a:lnTo>
                  <a:lnTo>
                    <a:pt x="1500597" y="4238516"/>
                  </a:lnTo>
                  <a:lnTo>
                    <a:pt x="1500691" y="4238516"/>
                  </a:lnTo>
                  <a:lnTo>
                    <a:pt x="1500785" y="4238516"/>
                  </a:lnTo>
                  <a:lnTo>
                    <a:pt x="1500880" y="4238516"/>
                  </a:lnTo>
                  <a:lnTo>
                    <a:pt x="1500974" y="4238516"/>
                  </a:lnTo>
                  <a:lnTo>
                    <a:pt x="1501068" y="4238516"/>
                  </a:lnTo>
                  <a:lnTo>
                    <a:pt x="1501162" y="4238516"/>
                  </a:lnTo>
                  <a:lnTo>
                    <a:pt x="1501256" y="4238516"/>
                  </a:lnTo>
                  <a:lnTo>
                    <a:pt x="1501350" y="4238516"/>
                  </a:lnTo>
                  <a:lnTo>
                    <a:pt x="1501444" y="4238516"/>
                  </a:lnTo>
                  <a:lnTo>
                    <a:pt x="1501539" y="4238516"/>
                  </a:lnTo>
                  <a:lnTo>
                    <a:pt x="1501633" y="4238516"/>
                  </a:lnTo>
                  <a:lnTo>
                    <a:pt x="1501727" y="4238516"/>
                  </a:lnTo>
                  <a:lnTo>
                    <a:pt x="1501821" y="4238516"/>
                  </a:lnTo>
                  <a:lnTo>
                    <a:pt x="1501915" y="4238516"/>
                  </a:lnTo>
                  <a:lnTo>
                    <a:pt x="1502009" y="4238516"/>
                  </a:lnTo>
                  <a:lnTo>
                    <a:pt x="1502104" y="4238516"/>
                  </a:lnTo>
                  <a:lnTo>
                    <a:pt x="1502198" y="4238516"/>
                  </a:lnTo>
                  <a:lnTo>
                    <a:pt x="1502292" y="4238516"/>
                  </a:lnTo>
                  <a:lnTo>
                    <a:pt x="1502386" y="4238516"/>
                  </a:lnTo>
                  <a:lnTo>
                    <a:pt x="1502480" y="4238516"/>
                  </a:lnTo>
                  <a:lnTo>
                    <a:pt x="1502574" y="4238516"/>
                  </a:lnTo>
                  <a:lnTo>
                    <a:pt x="1502668" y="4238516"/>
                  </a:lnTo>
                  <a:lnTo>
                    <a:pt x="1502763" y="4238516"/>
                  </a:lnTo>
                  <a:lnTo>
                    <a:pt x="1502857" y="4238516"/>
                  </a:lnTo>
                  <a:lnTo>
                    <a:pt x="1502951" y="4238516"/>
                  </a:lnTo>
                  <a:lnTo>
                    <a:pt x="1503045" y="4238516"/>
                  </a:lnTo>
                  <a:lnTo>
                    <a:pt x="1503139" y="4238516"/>
                  </a:lnTo>
                  <a:lnTo>
                    <a:pt x="1503233" y="4238516"/>
                  </a:lnTo>
                  <a:lnTo>
                    <a:pt x="1503328" y="4238516"/>
                  </a:lnTo>
                  <a:lnTo>
                    <a:pt x="1503422" y="4238516"/>
                  </a:lnTo>
                  <a:lnTo>
                    <a:pt x="1503516" y="4238516"/>
                  </a:lnTo>
                  <a:lnTo>
                    <a:pt x="1503610" y="4238516"/>
                  </a:lnTo>
                  <a:lnTo>
                    <a:pt x="1503704" y="4238516"/>
                  </a:lnTo>
                  <a:lnTo>
                    <a:pt x="1503798" y="4238516"/>
                  </a:lnTo>
                  <a:lnTo>
                    <a:pt x="1503892" y="4238516"/>
                  </a:lnTo>
                  <a:lnTo>
                    <a:pt x="1503987" y="4238516"/>
                  </a:lnTo>
                  <a:lnTo>
                    <a:pt x="1504081" y="4238516"/>
                  </a:lnTo>
                  <a:lnTo>
                    <a:pt x="1504175" y="4238516"/>
                  </a:lnTo>
                  <a:lnTo>
                    <a:pt x="1504269" y="4238516"/>
                  </a:lnTo>
                  <a:lnTo>
                    <a:pt x="1504363" y="4238516"/>
                  </a:lnTo>
                  <a:lnTo>
                    <a:pt x="1504457" y="4238516"/>
                  </a:lnTo>
                  <a:lnTo>
                    <a:pt x="1504551" y="4238516"/>
                  </a:lnTo>
                  <a:lnTo>
                    <a:pt x="1504646" y="4238516"/>
                  </a:lnTo>
                  <a:lnTo>
                    <a:pt x="1504740" y="4238516"/>
                  </a:lnTo>
                  <a:lnTo>
                    <a:pt x="1504834" y="4238516"/>
                  </a:lnTo>
                  <a:lnTo>
                    <a:pt x="1504928" y="4238516"/>
                  </a:lnTo>
                  <a:lnTo>
                    <a:pt x="1505022" y="4238516"/>
                  </a:lnTo>
                  <a:lnTo>
                    <a:pt x="1505116" y="4238516"/>
                  </a:lnTo>
                  <a:lnTo>
                    <a:pt x="1505211" y="4238516"/>
                  </a:lnTo>
                  <a:lnTo>
                    <a:pt x="1505305" y="4238516"/>
                  </a:lnTo>
                  <a:lnTo>
                    <a:pt x="1505399" y="4238516"/>
                  </a:lnTo>
                  <a:lnTo>
                    <a:pt x="1505493" y="4238516"/>
                  </a:lnTo>
                  <a:lnTo>
                    <a:pt x="1505587" y="4238516"/>
                  </a:lnTo>
                  <a:lnTo>
                    <a:pt x="1505681" y="4238516"/>
                  </a:lnTo>
                  <a:lnTo>
                    <a:pt x="1505775" y="4238516"/>
                  </a:lnTo>
                  <a:lnTo>
                    <a:pt x="1505775" y="4233605"/>
                  </a:lnTo>
                  <a:lnTo>
                    <a:pt x="1505870" y="4233605"/>
                  </a:lnTo>
                  <a:lnTo>
                    <a:pt x="1505964" y="4233605"/>
                  </a:lnTo>
                  <a:lnTo>
                    <a:pt x="1506058" y="4233605"/>
                  </a:lnTo>
                  <a:lnTo>
                    <a:pt x="1506152" y="4233605"/>
                  </a:lnTo>
                  <a:lnTo>
                    <a:pt x="1506152" y="4228693"/>
                  </a:lnTo>
                  <a:lnTo>
                    <a:pt x="1506246" y="4228693"/>
                  </a:lnTo>
                  <a:lnTo>
                    <a:pt x="1506340" y="4228693"/>
                  </a:lnTo>
                  <a:lnTo>
                    <a:pt x="1506435" y="4228693"/>
                  </a:lnTo>
                  <a:lnTo>
                    <a:pt x="1506529" y="4228693"/>
                  </a:lnTo>
                  <a:lnTo>
                    <a:pt x="1506623" y="4228693"/>
                  </a:lnTo>
                  <a:lnTo>
                    <a:pt x="1506717" y="4228693"/>
                  </a:lnTo>
                  <a:lnTo>
                    <a:pt x="1506811" y="4228693"/>
                  </a:lnTo>
                  <a:lnTo>
                    <a:pt x="1506811" y="4223782"/>
                  </a:lnTo>
                  <a:lnTo>
                    <a:pt x="1506905" y="4223782"/>
                  </a:lnTo>
                  <a:lnTo>
                    <a:pt x="1506999" y="4223782"/>
                  </a:lnTo>
                  <a:lnTo>
                    <a:pt x="1507094" y="4223782"/>
                  </a:lnTo>
                  <a:lnTo>
                    <a:pt x="1507188" y="4223782"/>
                  </a:lnTo>
                  <a:lnTo>
                    <a:pt x="1507282" y="4223782"/>
                  </a:lnTo>
                  <a:lnTo>
                    <a:pt x="1507376" y="4223782"/>
                  </a:lnTo>
                  <a:lnTo>
                    <a:pt x="1507470" y="4223782"/>
                  </a:lnTo>
                  <a:lnTo>
                    <a:pt x="1507564" y="4223782"/>
                  </a:lnTo>
                  <a:lnTo>
                    <a:pt x="1507659" y="4223782"/>
                  </a:lnTo>
                  <a:lnTo>
                    <a:pt x="1507753" y="4223782"/>
                  </a:lnTo>
                  <a:lnTo>
                    <a:pt x="1507847" y="4223782"/>
                  </a:lnTo>
                  <a:lnTo>
                    <a:pt x="1507941" y="4223782"/>
                  </a:lnTo>
                  <a:lnTo>
                    <a:pt x="1508035" y="4223782"/>
                  </a:lnTo>
                  <a:lnTo>
                    <a:pt x="1508129" y="4223782"/>
                  </a:lnTo>
                  <a:lnTo>
                    <a:pt x="1508223" y="4223782"/>
                  </a:lnTo>
                  <a:lnTo>
                    <a:pt x="1508318" y="4223782"/>
                  </a:lnTo>
                  <a:lnTo>
                    <a:pt x="1508412" y="4223782"/>
                  </a:lnTo>
                  <a:lnTo>
                    <a:pt x="1508506" y="4223782"/>
                  </a:lnTo>
                  <a:lnTo>
                    <a:pt x="1508600" y="4223782"/>
                  </a:lnTo>
                  <a:lnTo>
                    <a:pt x="1508694" y="4223782"/>
                  </a:lnTo>
                  <a:lnTo>
                    <a:pt x="1508788" y="4223782"/>
                  </a:lnTo>
                  <a:lnTo>
                    <a:pt x="1508882" y="4223782"/>
                  </a:lnTo>
                  <a:lnTo>
                    <a:pt x="1508977" y="4223782"/>
                  </a:lnTo>
                  <a:lnTo>
                    <a:pt x="1509071" y="4223782"/>
                  </a:lnTo>
                  <a:lnTo>
                    <a:pt x="1509165" y="4223782"/>
                  </a:lnTo>
                  <a:lnTo>
                    <a:pt x="1509259" y="4223782"/>
                  </a:lnTo>
                  <a:lnTo>
                    <a:pt x="1509353" y="4223782"/>
                  </a:lnTo>
                  <a:lnTo>
                    <a:pt x="1509447" y="4223782"/>
                  </a:lnTo>
                  <a:lnTo>
                    <a:pt x="1509542" y="4223782"/>
                  </a:lnTo>
                  <a:lnTo>
                    <a:pt x="1509636" y="4223782"/>
                  </a:lnTo>
                  <a:lnTo>
                    <a:pt x="1509730" y="4223782"/>
                  </a:lnTo>
                  <a:lnTo>
                    <a:pt x="1509824" y="4223782"/>
                  </a:lnTo>
                  <a:lnTo>
                    <a:pt x="1509918" y="4223782"/>
                  </a:lnTo>
                  <a:lnTo>
                    <a:pt x="1510012" y="4223782"/>
                  </a:lnTo>
                  <a:lnTo>
                    <a:pt x="1510106" y="4223782"/>
                  </a:lnTo>
                  <a:lnTo>
                    <a:pt x="1510201" y="4223782"/>
                  </a:lnTo>
                  <a:lnTo>
                    <a:pt x="1510295" y="4223782"/>
                  </a:lnTo>
                  <a:lnTo>
                    <a:pt x="1510389" y="4223782"/>
                  </a:lnTo>
                  <a:lnTo>
                    <a:pt x="1510483" y="4223782"/>
                  </a:lnTo>
                  <a:lnTo>
                    <a:pt x="1510577" y="4223782"/>
                  </a:lnTo>
                  <a:lnTo>
                    <a:pt x="1510671" y="4223782"/>
                  </a:lnTo>
                  <a:lnTo>
                    <a:pt x="1510766" y="4223782"/>
                  </a:lnTo>
                  <a:lnTo>
                    <a:pt x="1510860" y="4223782"/>
                  </a:lnTo>
                  <a:lnTo>
                    <a:pt x="1510954" y="4223782"/>
                  </a:lnTo>
                  <a:lnTo>
                    <a:pt x="1511048" y="4223782"/>
                  </a:lnTo>
                  <a:lnTo>
                    <a:pt x="1511142" y="4223782"/>
                  </a:lnTo>
                  <a:lnTo>
                    <a:pt x="1511236" y="4223782"/>
                  </a:lnTo>
                  <a:lnTo>
                    <a:pt x="1511330" y="4223782"/>
                  </a:lnTo>
                  <a:lnTo>
                    <a:pt x="1511425" y="4223782"/>
                  </a:lnTo>
                  <a:lnTo>
                    <a:pt x="1511519" y="4223782"/>
                  </a:lnTo>
                  <a:lnTo>
                    <a:pt x="1511613" y="4223782"/>
                  </a:lnTo>
                  <a:lnTo>
                    <a:pt x="1511707" y="4223782"/>
                  </a:lnTo>
                  <a:lnTo>
                    <a:pt x="1511801" y="4223782"/>
                  </a:lnTo>
                  <a:lnTo>
                    <a:pt x="1511895" y="4223782"/>
                  </a:lnTo>
                  <a:lnTo>
                    <a:pt x="1511895" y="4218871"/>
                  </a:lnTo>
                  <a:lnTo>
                    <a:pt x="1511990" y="4218871"/>
                  </a:lnTo>
                  <a:lnTo>
                    <a:pt x="1512084" y="4218871"/>
                  </a:lnTo>
                  <a:lnTo>
                    <a:pt x="1512178" y="4218871"/>
                  </a:lnTo>
                  <a:lnTo>
                    <a:pt x="1512272" y="4218871"/>
                  </a:lnTo>
                  <a:lnTo>
                    <a:pt x="1512366" y="4218871"/>
                  </a:lnTo>
                  <a:lnTo>
                    <a:pt x="1512460" y="4218871"/>
                  </a:lnTo>
                  <a:lnTo>
                    <a:pt x="1512554" y="4218871"/>
                  </a:lnTo>
                  <a:lnTo>
                    <a:pt x="1512649" y="4218871"/>
                  </a:lnTo>
                  <a:lnTo>
                    <a:pt x="1512743" y="4218871"/>
                  </a:lnTo>
                  <a:lnTo>
                    <a:pt x="1512837" y="4218871"/>
                  </a:lnTo>
                  <a:lnTo>
                    <a:pt x="1512931" y="4218871"/>
                  </a:lnTo>
                  <a:lnTo>
                    <a:pt x="1512931" y="4213959"/>
                  </a:lnTo>
                  <a:lnTo>
                    <a:pt x="1513025" y="4213959"/>
                  </a:lnTo>
                  <a:lnTo>
                    <a:pt x="1513119" y="4213959"/>
                  </a:lnTo>
                  <a:lnTo>
                    <a:pt x="1513213" y="4213959"/>
                  </a:lnTo>
                  <a:lnTo>
                    <a:pt x="1513308" y="4213959"/>
                  </a:lnTo>
                  <a:lnTo>
                    <a:pt x="1513402" y="4213959"/>
                  </a:lnTo>
                  <a:lnTo>
                    <a:pt x="1513496" y="4213959"/>
                  </a:lnTo>
                  <a:lnTo>
                    <a:pt x="1513590" y="4213959"/>
                  </a:lnTo>
                  <a:lnTo>
                    <a:pt x="1513684" y="4213959"/>
                  </a:lnTo>
                  <a:lnTo>
                    <a:pt x="1513778" y="4213959"/>
                  </a:lnTo>
                  <a:lnTo>
                    <a:pt x="1513873" y="4213959"/>
                  </a:lnTo>
                  <a:lnTo>
                    <a:pt x="1513967" y="4213959"/>
                  </a:lnTo>
                  <a:lnTo>
                    <a:pt x="1514061" y="4213959"/>
                  </a:lnTo>
                  <a:lnTo>
                    <a:pt x="1514155" y="4213959"/>
                  </a:lnTo>
                  <a:lnTo>
                    <a:pt x="1514249" y="4213959"/>
                  </a:lnTo>
                  <a:lnTo>
                    <a:pt x="1514343" y="4213959"/>
                  </a:lnTo>
                  <a:lnTo>
                    <a:pt x="1514437" y="4213959"/>
                  </a:lnTo>
                  <a:lnTo>
                    <a:pt x="1514532" y="4213959"/>
                  </a:lnTo>
                  <a:lnTo>
                    <a:pt x="1514626" y="4213959"/>
                  </a:lnTo>
                  <a:lnTo>
                    <a:pt x="1514720" y="4213959"/>
                  </a:lnTo>
                  <a:lnTo>
                    <a:pt x="1514814" y="4213959"/>
                  </a:lnTo>
                  <a:lnTo>
                    <a:pt x="1514908" y="4213959"/>
                  </a:lnTo>
                  <a:lnTo>
                    <a:pt x="1515002" y="4213959"/>
                  </a:lnTo>
                  <a:lnTo>
                    <a:pt x="1515097" y="4213959"/>
                  </a:lnTo>
                  <a:lnTo>
                    <a:pt x="1515191" y="4213959"/>
                  </a:lnTo>
                  <a:lnTo>
                    <a:pt x="1515285" y="4213959"/>
                  </a:lnTo>
                  <a:lnTo>
                    <a:pt x="1515379" y="4213959"/>
                  </a:lnTo>
                  <a:lnTo>
                    <a:pt x="1515473" y="4213959"/>
                  </a:lnTo>
                  <a:lnTo>
                    <a:pt x="1515567" y="4213959"/>
                  </a:lnTo>
                  <a:lnTo>
                    <a:pt x="1515661" y="4213959"/>
                  </a:lnTo>
                  <a:lnTo>
                    <a:pt x="1515756" y="4213959"/>
                  </a:lnTo>
                  <a:lnTo>
                    <a:pt x="1515850" y="4213959"/>
                  </a:lnTo>
                  <a:lnTo>
                    <a:pt x="1515944" y="4213959"/>
                  </a:lnTo>
                  <a:lnTo>
                    <a:pt x="1516038" y="4213959"/>
                  </a:lnTo>
                  <a:lnTo>
                    <a:pt x="1516132" y="4213959"/>
                  </a:lnTo>
                  <a:lnTo>
                    <a:pt x="1516226" y="4213959"/>
                  </a:lnTo>
                  <a:lnTo>
                    <a:pt x="1516321" y="4213959"/>
                  </a:lnTo>
                  <a:lnTo>
                    <a:pt x="1516415" y="4213959"/>
                  </a:lnTo>
                  <a:lnTo>
                    <a:pt x="1516509" y="4213959"/>
                  </a:lnTo>
                  <a:lnTo>
                    <a:pt x="1516603" y="4213959"/>
                  </a:lnTo>
                  <a:lnTo>
                    <a:pt x="1516697" y="4213959"/>
                  </a:lnTo>
                  <a:lnTo>
                    <a:pt x="1516791" y="4213959"/>
                  </a:lnTo>
                  <a:lnTo>
                    <a:pt x="1516885" y="4213959"/>
                  </a:lnTo>
                  <a:lnTo>
                    <a:pt x="1516980" y="4213959"/>
                  </a:lnTo>
                  <a:lnTo>
                    <a:pt x="1517074" y="4213959"/>
                  </a:lnTo>
                  <a:lnTo>
                    <a:pt x="1517168" y="4213959"/>
                  </a:lnTo>
                  <a:lnTo>
                    <a:pt x="1517262" y="4213959"/>
                  </a:lnTo>
                  <a:lnTo>
                    <a:pt x="1517356" y="4213959"/>
                  </a:lnTo>
                  <a:lnTo>
                    <a:pt x="1517450" y="4213959"/>
                  </a:lnTo>
                  <a:lnTo>
                    <a:pt x="1517544" y="4213959"/>
                  </a:lnTo>
                  <a:lnTo>
                    <a:pt x="1517639" y="4213959"/>
                  </a:lnTo>
                  <a:lnTo>
                    <a:pt x="1517639" y="4209048"/>
                  </a:lnTo>
                  <a:lnTo>
                    <a:pt x="1517733" y="4209048"/>
                  </a:lnTo>
                  <a:lnTo>
                    <a:pt x="1517827" y="4209048"/>
                  </a:lnTo>
                  <a:lnTo>
                    <a:pt x="1517921" y="4209048"/>
                  </a:lnTo>
                  <a:lnTo>
                    <a:pt x="1518015" y="4209048"/>
                  </a:lnTo>
                  <a:lnTo>
                    <a:pt x="1518109" y="4209048"/>
                  </a:lnTo>
                  <a:lnTo>
                    <a:pt x="1518204" y="4209048"/>
                  </a:lnTo>
                  <a:lnTo>
                    <a:pt x="1518298" y="4209048"/>
                  </a:lnTo>
                  <a:lnTo>
                    <a:pt x="1518392" y="4209048"/>
                  </a:lnTo>
                  <a:lnTo>
                    <a:pt x="1518486" y="4209048"/>
                  </a:lnTo>
                  <a:lnTo>
                    <a:pt x="1518580" y="4209048"/>
                  </a:lnTo>
                  <a:lnTo>
                    <a:pt x="1518674" y="4209048"/>
                  </a:lnTo>
                  <a:lnTo>
                    <a:pt x="1518768" y="4209048"/>
                  </a:lnTo>
                  <a:lnTo>
                    <a:pt x="1518863" y="4209048"/>
                  </a:lnTo>
                  <a:lnTo>
                    <a:pt x="1518957" y="4209048"/>
                  </a:lnTo>
                  <a:lnTo>
                    <a:pt x="1519051" y="4209048"/>
                  </a:lnTo>
                  <a:lnTo>
                    <a:pt x="1519145" y="4209048"/>
                  </a:lnTo>
                  <a:lnTo>
                    <a:pt x="1519239" y="4209048"/>
                  </a:lnTo>
                  <a:lnTo>
                    <a:pt x="1519333" y="4209048"/>
                  </a:lnTo>
                  <a:lnTo>
                    <a:pt x="1519428" y="4209048"/>
                  </a:lnTo>
                  <a:lnTo>
                    <a:pt x="1519522" y="4209048"/>
                  </a:lnTo>
                  <a:lnTo>
                    <a:pt x="1519616" y="4209048"/>
                  </a:lnTo>
                  <a:lnTo>
                    <a:pt x="1519710" y="4209048"/>
                  </a:lnTo>
                  <a:lnTo>
                    <a:pt x="1519804" y="4209048"/>
                  </a:lnTo>
                  <a:lnTo>
                    <a:pt x="1519898" y="4209048"/>
                  </a:lnTo>
                  <a:lnTo>
                    <a:pt x="1519992" y="4209048"/>
                  </a:lnTo>
                  <a:lnTo>
                    <a:pt x="1520087" y="4209048"/>
                  </a:lnTo>
                  <a:lnTo>
                    <a:pt x="1520181" y="4209048"/>
                  </a:lnTo>
                  <a:lnTo>
                    <a:pt x="1520275" y="4209048"/>
                  </a:lnTo>
                  <a:lnTo>
                    <a:pt x="1520369" y="4209048"/>
                  </a:lnTo>
                  <a:lnTo>
                    <a:pt x="1520463" y="4209048"/>
                  </a:lnTo>
                  <a:lnTo>
                    <a:pt x="1520557" y="4209048"/>
                  </a:lnTo>
                  <a:lnTo>
                    <a:pt x="1520652" y="4209048"/>
                  </a:lnTo>
                  <a:lnTo>
                    <a:pt x="1520746" y="4209048"/>
                  </a:lnTo>
                  <a:lnTo>
                    <a:pt x="1520840" y="4209048"/>
                  </a:lnTo>
                  <a:lnTo>
                    <a:pt x="1520934" y="4209048"/>
                  </a:lnTo>
                  <a:lnTo>
                    <a:pt x="1521028" y="4209048"/>
                  </a:lnTo>
                  <a:lnTo>
                    <a:pt x="1521122" y="4209048"/>
                  </a:lnTo>
                  <a:lnTo>
                    <a:pt x="1521216" y="4209048"/>
                  </a:lnTo>
                  <a:lnTo>
                    <a:pt x="1521311" y="4209048"/>
                  </a:lnTo>
                  <a:lnTo>
                    <a:pt x="1521405" y="4209048"/>
                  </a:lnTo>
                  <a:lnTo>
                    <a:pt x="1521499" y="4209048"/>
                  </a:lnTo>
                  <a:lnTo>
                    <a:pt x="1521593" y="4209048"/>
                  </a:lnTo>
                  <a:lnTo>
                    <a:pt x="1521687" y="4209048"/>
                  </a:lnTo>
                  <a:lnTo>
                    <a:pt x="1521781" y="4209048"/>
                  </a:lnTo>
                  <a:lnTo>
                    <a:pt x="1521875" y="4209048"/>
                  </a:lnTo>
                  <a:lnTo>
                    <a:pt x="1521970" y="4209048"/>
                  </a:lnTo>
                  <a:lnTo>
                    <a:pt x="1522064" y="4209048"/>
                  </a:lnTo>
                  <a:lnTo>
                    <a:pt x="1522158" y="4209048"/>
                  </a:lnTo>
                  <a:lnTo>
                    <a:pt x="1522252" y="4209048"/>
                  </a:lnTo>
                  <a:lnTo>
                    <a:pt x="1522346" y="4209048"/>
                  </a:lnTo>
                  <a:lnTo>
                    <a:pt x="1522440" y="4209048"/>
                  </a:lnTo>
                  <a:lnTo>
                    <a:pt x="1522535" y="4209048"/>
                  </a:lnTo>
                  <a:lnTo>
                    <a:pt x="1522629" y="4209048"/>
                  </a:lnTo>
                  <a:lnTo>
                    <a:pt x="1522723" y="4209048"/>
                  </a:lnTo>
                  <a:lnTo>
                    <a:pt x="1522723" y="4204136"/>
                  </a:lnTo>
                  <a:lnTo>
                    <a:pt x="1522817" y="4204136"/>
                  </a:lnTo>
                  <a:lnTo>
                    <a:pt x="1522911" y="4204136"/>
                  </a:lnTo>
                  <a:lnTo>
                    <a:pt x="1523005" y="4204136"/>
                  </a:lnTo>
                  <a:lnTo>
                    <a:pt x="1523099" y="4204136"/>
                  </a:lnTo>
                  <a:lnTo>
                    <a:pt x="1523194" y="4204136"/>
                  </a:lnTo>
                  <a:lnTo>
                    <a:pt x="1523288" y="4204136"/>
                  </a:lnTo>
                  <a:lnTo>
                    <a:pt x="1523382" y="4204136"/>
                  </a:lnTo>
                  <a:lnTo>
                    <a:pt x="1523476" y="4204136"/>
                  </a:lnTo>
                  <a:lnTo>
                    <a:pt x="1523570" y="4204136"/>
                  </a:lnTo>
                  <a:lnTo>
                    <a:pt x="1523664" y="4204136"/>
                  </a:lnTo>
                  <a:lnTo>
                    <a:pt x="1523759" y="4204136"/>
                  </a:lnTo>
                  <a:lnTo>
                    <a:pt x="1523853" y="4204136"/>
                  </a:lnTo>
                  <a:lnTo>
                    <a:pt x="1523947" y="4204136"/>
                  </a:lnTo>
                  <a:lnTo>
                    <a:pt x="1524041" y="4204136"/>
                  </a:lnTo>
                  <a:lnTo>
                    <a:pt x="1524135" y="4204136"/>
                  </a:lnTo>
                  <a:lnTo>
                    <a:pt x="1524229" y="4204136"/>
                  </a:lnTo>
                  <a:lnTo>
                    <a:pt x="1524323" y="4204136"/>
                  </a:lnTo>
                  <a:lnTo>
                    <a:pt x="1524418" y="4204136"/>
                  </a:lnTo>
                  <a:lnTo>
                    <a:pt x="1524418" y="4199225"/>
                  </a:lnTo>
                  <a:lnTo>
                    <a:pt x="1524512" y="4199225"/>
                  </a:lnTo>
                  <a:lnTo>
                    <a:pt x="1524606" y="4199225"/>
                  </a:lnTo>
                  <a:lnTo>
                    <a:pt x="1524700" y="4199225"/>
                  </a:lnTo>
                  <a:lnTo>
                    <a:pt x="1524794" y="4199225"/>
                  </a:lnTo>
                  <a:lnTo>
                    <a:pt x="1524888" y="4199225"/>
                  </a:lnTo>
                  <a:lnTo>
                    <a:pt x="1524983" y="4199225"/>
                  </a:lnTo>
                  <a:lnTo>
                    <a:pt x="1525077" y="4199225"/>
                  </a:lnTo>
                  <a:lnTo>
                    <a:pt x="1525171" y="4199225"/>
                  </a:lnTo>
                  <a:lnTo>
                    <a:pt x="1525265" y="4199225"/>
                  </a:lnTo>
                  <a:lnTo>
                    <a:pt x="1525359" y="4199225"/>
                  </a:lnTo>
                  <a:lnTo>
                    <a:pt x="1525453" y="4199225"/>
                  </a:lnTo>
                  <a:lnTo>
                    <a:pt x="1525547" y="4199225"/>
                  </a:lnTo>
                  <a:lnTo>
                    <a:pt x="1525642" y="4199225"/>
                  </a:lnTo>
                  <a:lnTo>
                    <a:pt x="1525736" y="4199225"/>
                  </a:lnTo>
                  <a:lnTo>
                    <a:pt x="1525830" y="4199225"/>
                  </a:lnTo>
                  <a:lnTo>
                    <a:pt x="1525924" y="4199225"/>
                  </a:lnTo>
                  <a:lnTo>
                    <a:pt x="1526018" y="4199225"/>
                  </a:lnTo>
                  <a:lnTo>
                    <a:pt x="1526112" y="4199225"/>
                  </a:lnTo>
                  <a:lnTo>
                    <a:pt x="1526206" y="4199225"/>
                  </a:lnTo>
                  <a:lnTo>
                    <a:pt x="1526301" y="4199225"/>
                  </a:lnTo>
                  <a:lnTo>
                    <a:pt x="1526395" y="4199225"/>
                  </a:lnTo>
                  <a:lnTo>
                    <a:pt x="1526489" y="4199225"/>
                  </a:lnTo>
                  <a:lnTo>
                    <a:pt x="1526583" y="4199225"/>
                  </a:lnTo>
                  <a:lnTo>
                    <a:pt x="1526677" y="4199225"/>
                  </a:lnTo>
                  <a:lnTo>
                    <a:pt x="1526771" y="4199225"/>
                  </a:lnTo>
                  <a:lnTo>
                    <a:pt x="1526866" y="4199225"/>
                  </a:lnTo>
                  <a:lnTo>
                    <a:pt x="1526960" y="4199225"/>
                  </a:lnTo>
                  <a:lnTo>
                    <a:pt x="1527054" y="4199225"/>
                  </a:lnTo>
                  <a:lnTo>
                    <a:pt x="1527148" y="4199225"/>
                  </a:lnTo>
                  <a:lnTo>
                    <a:pt x="1527242" y="4199225"/>
                  </a:lnTo>
                  <a:lnTo>
                    <a:pt x="1527336" y="4199225"/>
                  </a:lnTo>
                  <a:lnTo>
                    <a:pt x="1527430" y="4199225"/>
                  </a:lnTo>
                  <a:lnTo>
                    <a:pt x="1527525" y="4199225"/>
                  </a:lnTo>
                  <a:lnTo>
                    <a:pt x="1527619" y="4199225"/>
                  </a:lnTo>
                  <a:lnTo>
                    <a:pt x="1527713" y="4199225"/>
                  </a:lnTo>
                  <a:lnTo>
                    <a:pt x="1527807" y="4199225"/>
                  </a:lnTo>
                  <a:lnTo>
                    <a:pt x="1527901" y="4199225"/>
                  </a:lnTo>
                  <a:lnTo>
                    <a:pt x="1527995" y="4199225"/>
                  </a:lnTo>
                  <a:lnTo>
                    <a:pt x="1528090" y="4199225"/>
                  </a:lnTo>
                  <a:lnTo>
                    <a:pt x="1528184" y="4199225"/>
                  </a:lnTo>
                  <a:lnTo>
                    <a:pt x="1528278" y="4199225"/>
                  </a:lnTo>
                  <a:lnTo>
                    <a:pt x="1528372" y="4199225"/>
                  </a:lnTo>
                  <a:lnTo>
                    <a:pt x="1528466" y="4199225"/>
                  </a:lnTo>
                  <a:lnTo>
                    <a:pt x="1528560" y="4199225"/>
                  </a:lnTo>
                  <a:lnTo>
                    <a:pt x="1528654" y="4199225"/>
                  </a:lnTo>
                  <a:lnTo>
                    <a:pt x="1528654" y="4194314"/>
                  </a:lnTo>
                  <a:lnTo>
                    <a:pt x="1528654" y="4189402"/>
                  </a:lnTo>
                  <a:lnTo>
                    <a:pt x="1528749" y="4189402"/>
                  </a:lnTo>
                  <a:lnTo>
                    <a:pt x="1528843" y="4189402"/>
                  </a:lnTo>
                  <a:lnTo>
                    <a:pt x="1528937" y="4189402"/>
                  </a:lnTo>
                  <a:lnTo>
                    <a:pt x="1529031" y="4189402"/>
                  </a:lnTo>
                  <a:lnTo>
                    <a:pt x="1529125" y="4189402"/>
                  </a:lnTo>
                  <a:lnTo>
                    <a:pt x="1529219" y="4189402"/>
                  </a:lnTo>
                  <a:lnTo>
                    <a:pt x="1529314" y="4189402"/>
                  </a:lnTo>
                  <a:lnTo>
                    <a:pt x="1529408" y="4189402"/>
                  </a:lnTo>
                  <a:lnTo>
                    <a:pt x="1529502" y="4189402"/>
                  </a:lnTo>
                  <a:lnTo>
                    <a:pt x="1529596" y="4189402"/>
                  </a:lnTo>
                  <a:lnTo>
                    <a:pt x="1529690" y="4189402"/>
                  </a:lnTo>
                  <a:lnTo>
                    <a:pt x="1529784" y="4189402"/>
                  </a:lnTo>
                  <a:lnTo>
                    <a:pt x="1529878" y="4189402"/>
                  </a:lnTo>
                  <a:lnTo>
                    <a:pt x="1529973" y="4189402"/>
                  </a:lnTo>
                  <a:lnTo>
                    <a:pt x="1530067" y="4189402"/>
                  </a:lnTo>
                  <a:lnTo>
                    <a:pt x="1530161" y="4189402"/>
                  </a:lnTo>
                  <a:lnTo>
                    <a:pt x="1530255" y="4189402"/>
                  </a:lnTo>
                  <a:lnTo>
                    <a:pt x="1530349" y="4189402"/>
                  </a:lnTo>
                  <a:lnTo>
                    <a:pt x="1530443" y="4189402"/>
                  </a:lnTo>
                  <a:lnTo>
                    <a:pt x="1530537" y="4189402"/>
                  </a:lnTo>
                  <a:lnTo>
                    <a:pt x="1530632" y="4189402"/>
                  </a:lnTo>
                  <a:lnTo>
                    <a:pt x="1530726" y="4189402"/>
                  </a:lnTo>
                  <a:lnTo>
                    <a:pt x="1530820" y="4189402"/>
                  </a:lnTo>
                  <a:lnTo>
                    <a:pt x="1530914" y="4189402"/>
                  </a:lnTo>
                  <a:lnTo>
                    <a:pt x="1531008" y="4189402"/>
                  </a:lnTo>
                  <a:lnTo>
                    <a:pt x="1531102" y="4189402"/>
                  </a:lnTo>
                  <a:lnTo>
                    <a:pt x="1531197" y="4189402"/>
                  </a:lnTo>
                  <a:lnTo>
                    <a:pt x="1531291" y="4189402"/>
                  </a:lnTo>
                  <a:lnTo>
                    <a:pt x="1531385" y="4189402"/>
                  </a:lnTo>
                  <a:lnTo>
                    <a:pt x="1531479" y="4189402"/>
                  </a:lnTo>
                  <a:lnTo>
                    <a:pt x="1531573" y="4189402"/>
                  </a:lnTo>
                  <a:lnTo>
                    <a:pt x="1531667" y="4189402"/>
                  </a:lnTo>
                  <a:lnTo>
                    <a:pt x="1531761" y="4189402"/>
                  </a:lnTo>
                  <a:lnTo>
                    <a:pt x="1531856" y="4189402"/>
                  </a:lnTo>
                  <a:lnTo>
                    <a:pt x="1531950" y="4189402"/>
                  </a:lnTo>
                  <a:lnTo>
                    <a:pt x="1532044" y="4189402"/>
                  </a:lnTo>
                  <a:lnTo>
                    <a:pt x="1532138" y="4189402"/>
                  </a:lnTo>
                  <a:lnTo>
                    <a:pt x="1532232" y="4189402"/>
                  </a:lnTo>
                  <a:lnTo>
                    <a:pt x="1532326" y="4189402"/>
                  </a:lnTo>
                  <a:lnTo>
                    <a:pt x="1532421" y="4189402"/>
                  </a:lnTo>
                  <a:lnTo>
                    <a:pt x="1532515" y="4189402"/>
                  </a:lnTo>
                  <a:lnTo>
                    <a:pt x="1532609" y="4189402"/>
                  </a:lnTo>
                  <a:lnTo>
                    <a:pt x="1532703" y="4189402"/>
                  </a:lnTo>
                  <a:lnTo>
                    <a:pt x="1532797" y="4189402"/>
                  </a:lnTo>
                  <a:lnTo>
                    <a:pt x="1532891" y="4189402"/>
                  </a:lnTo>
                  <a:lnTo>
                    <a:pt x="1532985" y="4189402"/>
                  </a:lnTo>
                  <a:lnTo>
                    <a:pt x="1533080" y="4189402"/>
                  </a:lnTo>
                  <a:lnTo>
                    <a:pt x="1533174" y="4189402"/>
                  </a:lnTo>
                  <a:lnTo>
                    <a:pt x="1533268" y="4189402"/>
                  </a:lnTo>
                  <a:lnTo>
                    <a:pt x="1533362" y="4189402"/>
                  </a:lnTo>
                  <a:lnTo>
                    <a:pt x="1533456" y="4189402"/>
                  </a:lnTo>
                  <a:lnTo>
                    <a:pt x="1533550" y="4189402"/>
                  </a:lnTo>
                  <a:lnTo>
                    <a:pt x="1533645" y="4189402"/>
                  </a:lnTo>
                  <a:lnTo>
                    <a:pt x="1533739" y="4189402"/>
                  </a:lnTo>
                  <a:lnTo>
                    <a:pt x="1533833" y="4189402"/>
                  </a:lnTo>
                  <a:lnTo>
                    <a:pt x="1533927" y="4189402"/>
                  </a:lnTo>
                  <a:lnTo>
                    <a:pt x="1534021" y="4189402"/>
                  </a:lnTo>
                  <a:lnTo>
                    <a:pt x="1534115" y="4189402"/>
                  </a:lnTo>
                  <a:lnTo>
                    <a:pt x="1534209" y="4189402"/>
                  </a:lnTo>
                  <a:lnTo>
                    <a:pt x="1534304" y="4189402"/>
                  </a:lnTo>
                  <a:lnTo>
                    <a:pt x="1534398" y="4189402"/>
                  </a:lnTo>
                  <a:lnTo>
                    <a:pt x="1534492" y="4189402"/>
                  </a:lnTo>
                  <a:lnTo>
                    <a:pt x="1534586" y="4189402"/>
                  </a:lnTo>
                  <a:lnTo>
                    <a:pt x="1534680" y="4189402"/>
                  </a:lnTo>
                  <a:lnTo>
                    <a:pt x="1534774" y="4189402"/>
                  </a:lnTo>
                  <a:lnTo>
                    <a:pt x="1534868" y="4189402"/>
                  </a:lnTo>
                  <a:lnTo>
                    <a:pt x="1534963" y="4189402"/>
                  </a:lnTo>
                  <a:lnTo>
                    <a:pt x="1535057" y="4189402"/>
                  </a:lnTo>
                  <a:lnTo>
                    <a:pt x="1535151" y="4189402"/>
                  </a:lnTo>
                  <a:lnTo>
                    <a:pt x="1535245" y="4189402"/>
                  </a:lnTo>
                  <a:lnTo>
                    <a:pt x="1535339" y="4189402"/>
                  </a:lnTo>
                  <a:lnTo>
                    <a:pt x="1535433" y="4189402"/>
                  </a:lnTo>
                  <a:lnTo>
                    <a:pt x="1535528" y="4189402"/>
                  </a:lnTo>
                  <a:lnTo>
                    <a:pt x="1535622" y="4189402"/>
                  </a:lnTo>
                  <a:lnTo>
                    <a:pt x="1535716" y="4189402"/>
                  </a:lnTo>
                  <a:lnTo>
                    <a:pt x="1535810" y="4189402"/>
                  </a:lnTo>
                  <a:lnTo>
                    <a:pt x="1535904" y="4189402"/>
                  </a:lnTo>
                  <a:lnTo>
                    <a:pt x="1535998" y="4189402"/>
                  </a:lnTo>
                  <a:lnTo>
                    <a:pt x="1536092" y="4189402"/>
                  </a:lnTo>
                  <a:lnTo>
                    <a:pt x="1536187" y="4189402"/>
                  </a:lnTo>
                  <a:lnTo>
                    <a:pt x="1536281" y="4189402"/>
                  </a:lnTo>
                  <a:lnTo>
                    <a:pt x="1536375" y="4189402"/>
                  </a:lnTo>
                  <a:lnTo>
                    <a:pt x="1536469" y="4189402"/>
                  </a:lnTo>
                  <a:lnTo>
                    <a:pt x="1536563" y="4189402"/>
                  </a:lnTo>
                  <a:lnTo>
                    <a:pt x="1536657" y="4189402"/>
                  </a:lnTo>
                  <a:lnTo>
                    <a:pt x="1536752" y="4189402"/>
                  </a:lnTo>
                  <a:lnTo>
                    <a:pt x="1536846" y="4189402"/>
                  </a:lnTo>
                  <a:lnTo>
                    <a:pt x="1536940" y="4189402"/>
                  </a:lnTo>
                  <a:lnTo>
                    <a:pt x="1537034" y="4189402"/>
                  </a:lnTo>
                  <a:lnTo>
                    <a:pt x="1537128" y="4189402"/>
                  </a:lnTo>
                  <a:lnTo>
                    <a:pt x="1537222" y="4189402"/>
                  </a:lnTo>
                  <a:lnTo>
                    <a:pt x="1537316" y="4189402"/>
                  </a:lnTo>
                  <a:lnTo>
                    <a:pt x="1537411" y="4189402"/>
                  </a:lnTo>
                  <a:lnTo>
                    <a:pt x="1537505" y="4189402"/>
                  </a:lnTo>
                  <a:lnTo>
                    <a:pt x="1537599" y="4189402"/>
                  </a:lnTo>
                  <a:lnTo>
                    <a:pt x="1537693" y="4189402"/>
                  </a:lnTo>
                  <a:lnTo>
                    <a:pt x="1537787" y="4189402"/>
                  </a:lnTo>
                  <a:lnTo>
                    <a:pt x="1537881" y="4189402"/>
                  </a:lnTo>
                  <a:lnTo>
                    <a:pt x="1537976" y="4189402"/>
                  </a:lnTo>
                  <a:lnTo>
                    <a:pt x="1538070" y="4189402"/>
                  </a:lnTo>
                  <a:lnTo>
                    <a:pt x="1538164" y="4189402"/>
                  </a:lnTo>
                  <a:lnTo>
                    <a:pt x="1538258" y="4189402"/>
                  </a:lnTo>
                  <a:lnTo>
                    <a:pt x="1538352" y="4189402"/>
                  </a:lnTo>
                  <a:lnTo>
                    <a:pt x="1538446" y="4189402"/>
                  </a:lnTo>
                  <a:lnTo>
                    <a:pt x="1538540" y="4189402"/>
                  </a:lnTo>
                  <a:lnTo>
                    <a:pt x="1538635" y="4189402"/>
                  </a:lnTo>
                  <a:lnTo>
                    <a:pt x="1538729" y="4189402"/>
                  </a:lnTo>
                  <a:lnTo>
                    <a:pt x="1538823" y="4189402"/>
                  </a:lnTo>
                  <a:lnTo>
                    <a:pt x="1538917" y="4189402"/>
                  </a:lnTo>
                  <a:lnTo>
                    <a:pt x="1539011" y="4189402"/>
                  </a:lnTo>
                  <a:lnTo>
                    <a:pt x="1539105" y="4189402"/>
                  </a:lnTo>
                  <a:lnTo>
                    <a:pt x="1539199" y="4189402"/>
                  </a:lnTo>
                  <a:lnTo>
                    <a:pt x="1539294" y="4189402"/>
                  </a:lnTo>
                  <a:lnTo>
                    <a:pt x="1539388" y="4189402"/>
                  </a:lnTo>
                  <a:lnTo>
                    <a:pt x="1539482" y="4189402"/>
                  </a:lnTo>
                  <a:lnTo>
                    <a:pt x="1539482" y="4184491"/>
                  </a:lnTo>
                  <a:lnTo>
                    <a:pt x="1539576" y="4184491"/>
                  </a:lnTo>
                  <a:lnTo>
                    <a:pt x="1539670" y="4184491"/>
                  </a:lnTo>
                  <a:lnTo>
                    <a:pt x="1539764" y="4184491"/>
                  </a:lnTo>
                  <a:lnTo>
                    <a:pt x="1539859" y="4184491"/>
                  </a:lnTo>
                  <a:lnTo>
                    <a:pt x="1539953" y="4184491"/>
                  </a:lnTo>
                  <a:lnTo>
                    <a:pt x="1540047" y="4184491"/>
                  </a:lnTo>
                  <a:lnTo>
                    <a:pt x="1540141" y="4184491"/>
                  </a:lnTo>
                  <a:lnTo>
                    <a:pt x="1540235" y="4184491"/>
                  </a:lnTo>
                  <a:lnTo>
                    <a:pt x="1540329" y="4184491"/>
                  </a:lnTo>
                  <a:lnTo>
                    <a:pt x="1540423" y="4184491"/>
                  </a:lnTo>
                  <a:lnTo>
                    <a:pt x="1540518" y="4184491"/>
                  </a:lnTo>
                  <a:lnTo>
                    <a:pt x="1540612" y="4184491"/>
                  </a:lnTo>
                  <a:lnTo>
                    <a:pt x="1540706" y="4184491"/>
                  </a:lnTo>
                  <a:lnTo>
                    <a:pt x="1540800" y="4184491"/>
                  </a:lnTo>
                  <a:lnTo>
                    <a:pt x="1540894" y="4184491"/>
                  </a:lnTo>
                  <a:lnTo>
                    <a:pt x="1540988" y="4184491"/>
                  </a:lnTo>
                  <a:lnTo>
                    <a:pt x="1541083" y="4184491"/>
                  </a:lnTo>
                  <a:lnTo>
                    <a:pt x="1541177" y="4184491"/>
                  </a:lnTo>
                  <a:lnTo>
                    <a:pt x="1541271" y="4184491"/>
                  </a:lnTo>
                  <a:lnTo>
                    <a:pt x="1541365" y="4184491"/>
                  </a:lnTo>
                  <a:lnTo>
                    <a:pt x="1541459" y="4184491"/>
                  </a:lnTo>
                  <a:lnTo>
                    <a:pt x="1541553" y="4184491"/>
                  </a:lnTo>
                  <a:lnTo>
                    <a:pt x="1541647" y="4184491"/>
                  </a:lnTo>
                  <a:lnTo>
                    <a:pt x="1541742" y="4184491"/>
                  </a:lnTo>
                  <a:lnTo>
                    <a:pt x="1541836" y="4184491"/>
                  </a:lnTo>
                  <a:lnTo>
                    <a:pt x="1541930" y="4184491"/>
                  </a:lnTo>
                  <a:lnTo>
                    <a:pt x="1542024" y="4184491"/>
                  </a:lnTo>
                  <a:lnTo>
                    <a:pt x="1542118" y="4184491"/>
                  </a:lnTo>
                  <a:lnTo>
                    <a:pt x="1542212" y="4184491"/>
                  </a:lnTo>
                  <a:lnTo>
                    <a:pt x="1542307" y="4184491"/>
                  </a:lnTo>
                  <a:lnTo>
                    <a:pt x="1542401" y="4184491"/>
                  </a:lnTo>
                  <a:lnTo>
                    <a:pt x="1542495" y="4184491"/>
                  </a:lnTo>
                  <a:lnTo>
                    <a:pt x="1542589" y="4184491"/>
                  </a:lnTo>
                  <a:lnTo>
                    <a:pt x="1542683" y="4184491"/>
                  </a:lnTo>
                  <a:lnTo>
                    <a:pt x="1542777" y="4184491"/>
                  </a:lnTo>
                  <a:lnTo>
                    <a:pt x="1542871" y="4184491"/>
                  </a:lnTo>
                  <a:lnTo>
                    <a:pt x="1542966" y="4184491"/>
                  </a:lnTo>
                  <a:lnTo>
                    <a:pt x="1543060" y="4184491"/>
                  </a:lnTo>
                  <a:lnTo>
                    <a:pt x="1543154" y="4184491"/>
                  </a:lnTo>
                  <a:lnTo>
                    <a:pt x="1543248" y="4184491"/>
                  </a:lnTo>
                  <a:lnTo>
                    <a:pt x="1543342" y="4184491"/>
                  </a:lnTo>
                  <a:lnTo>
                    <a:pt x="1543436" y="4184491"/>
                  </a:lnTo>
                  <a:lnTo>
                    <a:pt x="1543530" y="4184491"/>
                  </a:lnTo>
                  <a:lnTo>
                    <a:pt x="1543625" y="4184491"/>
                  </a:lnTo>
                  <a:lnTo>
                    <a:pt x="1543719" y="4184491"/>
                  </a:lnTo>
                  <a:lnTo>
                    <a:pt x="1543813" y="4184491"/>
                  </a:lnTo>
                  <a:lnTo>
                    <a:pt x="1543907" y="4184491"/>
                  </a:lnTo>
                  <a:lnTo>
                    <a:pt x="1544001" y="4184491"/>
                  </a:lnTo>
                  <a:lnTo>
                    <a:pt x="1544095" y="4184491"/>
                  </a:lnTo>
                  <a:lnTo>
                    <a:pt x="1544190" y="4184491"/>
                  </a:lnTo>
                  <a:lnTo>
                    <a:pt x="1544284" y="4184491"/>
                  </a:lnTo>
                  <a:lnTo>
                    <a:pt x="1544378" y="4184491"/>
                  </a:lnTo>
                  <a:lnTo>
                    <a:pt x="1544472" y="4184491"/>
                  </a:lnTo>
                  <a:lnTo>
                    <a:pt x="1544566" y="4184491"/>
                  </a:lnTo>
                  <a:lnTo>
                    <a:pt x="1544660" y="4184491"/>
                  </a:lnTo>
                  <a:lnTo>
                    <a:pt x="1544754" y="4184491"/>
                  </a:lnTo>
                  <a:lnTo>
                    <a:pt x="1544849" y="4184491"/>
                  </a:lnTo>
                  <a:lnTo>
                    <a:pt x="1544943" y="4184491"/>
                  </a:lnTo>
                  <a:lnTo>
                    <a:pt x="1545037" y="4184491"/>
                  </a:lnTo>
                  <a:lnTo>
                    <a:pt x="1545131" y="4184491"/>
                  </a:lnTo>
                  <a:lnTo>
                    <a:pt x="1545225" y="4184491"/>
                  </a:lnTo>
                  <a:lnTo>
                    <a:pt x="1545319" y="4184491"/>
                  </a:lnTo>
                  <a:lnTo>
                    <a:pt x="1545414" y="4184491"/>
                  </a:lnTo>
                  <a:lnTo>
                    <a:pt x="1545508" y="4184491"/>
                  </a:lnTo>
                  <a:lnTo>
                    <a:pt x="1545602" y="4184491"/>
                  </a:lnTo>
                  <a:lnTo>
                    <a:pt x="1545696" y="4184491"/>
                  </a:lnTo>
                  <a:lnTo>
                    <a:pt x="1545790" y="4184491"/>
                  </a:lnTo>
                  <a:lnTo>
                    <a:pt x="1545884" y="4184491"/>
                  </a:lnTo>
                  <a:lnTo>
                    <a:pt x="1545978" y="4184491"/>
                  </a:lnTo>
                  <a:lnTo>
                    <a:pt x="1546073" y="4184491"/>
                  </a:lnTo>
                  <a:lnTo>
                    <a:pt x="1546167" y="4184491"/>
                  </a:lnTo>
                  <a:lnTo>
                    <a:pt x="1546261" y="4184491"/>
                  </a:lnTo>
                  <a:lnTo>
                    <a:pt x="1546355" y="4184491"/>
                  </a:lnTo>
                  <a:lnTo>
                    <a:pt x="1546449" y="4184491"/>
                  </a:lnTo>
                  <a:lnTo>
                    <a:pt x="1546543" y="4184491"/>
                  </a:lnTo>
                  <a:lnTo>
                    <a:pt x="1546638" y="4184491"/>
                  </a:lnTo>
                  <a:lnTo>
                    <a:pt x="1546732" y="4184491"/>
                  </a:lnTo>
                  <a:lnTo>
                    <a:pt x="1546826" y="4184491"/>
                  </a:lnTo>
                  <a:lnTo>
                    <a:pt x="1546920" y="4184491"/>
                  </a:lnTo>
                  <a:lnTo>
                    <a:pt x="1547014" y="4184491"/>
                  </a:lnTo>
                  <a:lnTo>
                    <a:pt x="1547108" y="4184491"/>
                  </a:lnTo>
                  <a:lnTo>
                    <a:pt x="1547202" y="4184491"/>
                  </a:lnTo>
                  <a:lnTo>
                    <a:pt x="1547297" y="4184491"/>
                  </a:lnTo>
                  <a:lnTo>
                    <a:pt x="1547391" y="4184491"/>
                  </a:lnTo>
                  <a:lnTo>
                    <a:pt x="1547485" y="4184491"/>
                  </a:lnTo>
                  <a:lnTo>
                    <a:pt x="1547579" y="4184491"/>
                  </a:lnTo>
                  <a:lnTo>
                    <a:pt x="1547673" y="4184491"/>
                  </a:lnTo>
                  <a:lnTo>
                    <a:pt x="1547767" y="4184491"/>
                  </a:lnTo>
                  <a:lnTo>
                    <a:pt x="1547861" y="4184491"/>
                  </a:lnTo>
                  <a:lnTo>
                    <a:pt x="1547956" y="4184491"/>
                  </a:lnTo>
                  <a:lnTo>
                    <a:pt x="1548050" y="4184491"/>
                  </a:lnTo>
                  <a:lnTo>
                    <a:pt x="1548144" y="4184491"/>
                  </a:lnTo>
                  <a:lnTo>
                    <a:pt x="1548238" y="4184491"/>
                  </a:lnTo>
                  <a:lnTo>
                    <a:pt x="1548332" y="4184491"/>
                  </a:lnTo>
                  <a:lnTo>
                    <a:pt x="1548426" y="4184491"/>
                  </a:lnTo>
                  <a:lnTo>
                    <a:pt x="1548521" y="4184491"/>
                  </a:lnTo>
                  <a:lnTo>
                    <a:pt x="1548615" y="4184491"/>
                  </a:lnTo>
                  <a:lnTo>
                    <a:pt x="1548709" y="4184491"/>
                  </a:lnTo>
                  <a:lnTo>
                    <a:pt x="1548803" y="4184491"/>
                  </a:lnTo>
                  <a:lnTo>
                    <a:pt x="1548897" y="4184491"/>
                  </a:lnTo>
                  <a:lnTo>
                    <a:pt x="1548991" y="4184491"/>
                  </a:lnTo>
                  <a:lnTo>
                    <a:pt x="1549085" y="4184491"/>
                  </a:lnTo>
                  <a:lnTo>
                    <a:pt x="1549180" y="4184491"/>
                  </a:lnTo>
                  <a:lnTo>
                    <a:pt x="1549274" y="4184491"/>
                  </a:lnTo>
                  <a:lnTo>
                    <a:pt x="1549368" y="4184491"/>
                  </a:lnTo>
                  <a:lnTo>
                    <a:pt x="1549462" y="4184491"/>
                  </a:lnTo>
                  <a:lnTo>
                    <a:pt x="1549556" y="4184491"/>
                  </a:lnTo>
                  <a:lnTo>
                    <a:pt x="1549650" y="4184491"/>
                  </a:lnTo>
                  <a:lnTo>
                    <a:pt x="1549745" y="4184491"/>
                  </a:lnTo>
                  <a:lnTo>
                    <a:pt x="1549839" y="4184491"/>
                  </a:lnTo>
                  <a:lnTo>
                    <a:pt x="1549933" y="4184491"/>
                  </a:lnTo>
                  <a:lnTo>
                    <a:pt x="1550027" y="4184491"/>
                  </a:lnTo>
                  <a:lnTo>
                    <a:pt x="1550121" y="4184491"/>
                  </a:lnTo>
                  <a:lnTo>
                    <a:pt x="1550215" y="4184491"/>
                  </a:lnTo>
                  <a:lnTo>
                    <a:pt x="1550309" y="4184491"/>
                  </a:lnTo>
                  <a:lnTo>
                    <a:pt x="1550404" y="4184491"/>
                  </a:lnTo>
                  <a:lnTo>
                    <a:pt x="1550498" y="4184491"/>
                  </a:lnTo>
                  <a:lnTo>
                    <a:pt x="1550592" y="4184491"/>
                  </a:lnTo>
                  <a:lnTo>
                    <a:pt x="1550686" y="4184491"/>
                  </a:lnTo>
                  <a:lnTo>
                    <a:pt x="1550780" y="4184491"/>
                  </a:lnTo>
                  <a:lnTo>
                    <a:pt x="1550874" y="4184491"/>
                  </a:lnTo>
                  <a:lnTo>
                    <a:pt x="1550969" y="4184491"/>
                  </a:lnTo>
                  <a:lnTo>
                    <a:pt x="1551063" y="4184491"/>
                  </a:lnTo>
                  <a:lnTo>
                    <a:pt x="1551157" y="4184491"/>
                  </a:lnTo>
                  <a:lnTo>
                    <a:pt x="1551251" y="4184491"/>
                  </a:lnTo>
                  <a:lnTo>
                    <a:pt x="1551345" y="4184491"/>
                  </a:lnTo>
                  <a:lnTo>
                    <a:pt x="1551439" y="4184491"/>
                  </a:lnTo>
                  <a:lnTo>
                    <a:pt x="1551533" y="4184491"/>
                  </a:lnTo>
                  <a:lnTo>
                    <a:pt x="1551628" y="4184491"/>
                  </a:lnTo>
                  <a:lnTo>
                    <a:pt x="1551722" y="4184491"/>
                  </a:lnTo>
                  <a:lnTo>
                    <a:pt x="1551816" y="4184491"/>
                  </a:lnTo>
                  <a:lnTo>
                    <a:pt x="1551910" y="4184491"/>
                  </a:lnTo>
                  <a:lnTo>
                    <a:pt x="1552004" y="4184491"/>
                  </a:lnTo>
                  <a:lnTo>
                    <a:pt x="1552098" y="4184491"/>
                  </a:lnTo>
                  <a:lnTo>
                    <a:pt x="1552192" y="4184491"/>
                  </a:lnTo>
                  <a:lnTo>
                    <a:pt x="1552287" y="4184491"/>
                  </a:lnTo>
                  <a:lnTo>
                    <a:pt x="1552381" y="4184491"/>
                  </a:lnTo>
                  <a:lnTo>
                    <a:pt x="1552475" y="4184491"/>
                  </a:lnTo>
                  <a:lnTo>
                    <a:pt x="1552569" y="4184491"/>
                  </a:lnTo>
                  <a:lnTo>
                    <a:pt x="1552663" y="4184491"/>
                  </a:lnTo>
                  <a:lnTo>
                    <a:pt x="1552757" y="4184491"/>
                  </a:lnTo>
                  <a:lnTo>
                    <a:pt x="1552852" y="4184491"/>
                  </a:lnTo>
                  <a:lnTo>
                    <a:pt x="1552946" y="4184491"/>
                  </a:lnTo>
                  <a:lnTo>
                    <a:pt x="1553040" y="4184491"/>
                  </a:lnTo>
                  <a:lnTo>
                    <a:pt x="1553134" y="4184491"/>
                  </a:lnTo>
                  <a:lnTo>
                    <a:pt x="1553228" y="4184491"/>
                  </a:lnTo>
                  <a:lnTo>
                    <a:pt x="1553322" y="4184491"/>
                  </a:lnTo>
                  <a:lnTo>
                    <a:pt x="1553416" y="4184491"/>
                  </a:lnTo>
                  <a:lnTo>
                    <a:pt x="1553511" y="4184491"/>
                  </a:lnTo>
                  <a:lnTo>
                    <a:pt x="1553605" y="4184491"/>
                  </a:lnTo>
                  <a:lnTo>
                    <a:pt x="1553699" y="4184491"/>
                  </a:lnTo>
                  <a:lnTo>
                    <a:pt x="1553793" y="4184491"/>
                  </a:lnTo>
                  <a:lnTo>
                    <a:pt x="1553887" y="4184491"/>
                  </a:lnTo>
                  <a:lnTo>
                    <a:pt x="1553981" y="4184491"/>
                  </a:lnTo>
                  <a:lnTo>
                    <a:pt x="1554076" y="4184491"/>
                  </a:lnTo>
                  <a:lnTo>
                    <a:pt x="1554170" y="4184491"/>
                  </a:lnTo>
                  <a:lnTo>
                    <a:pt x="1554264" y="4184491"/>
                  </a:lnTo>
                  <a:lnTo>
                    <a:pt x="1554358" y="4184491"/>
                  </a:lnTo>
                  <a:lnTo>
                    <a:pt x="1554452" y="4184491"/>
                  </a:lnTo>
                  <a:lnTo>
                    <a:pt x="1554546" y="4184491"/>
                  </a:lnTo>
                  <a:lnTo>
                    <a:pt x="1554640" y="4184491"/>
                  </a:lnTo>
                  <a:lnTo>
                    <a:pt x="1554735" y="4184491"/>
                  </a:lnTo>
                  <a:lnTo>
                    <a:pt x="1554829" y="4184491"/>
                  </a:lnTo>
                  <a:lnTo>
                    <a:pt x="1554923" y="4184491"/>
                  </a:lnTo>
                  <a:lnTo>
                    <a:pt x="1555017" y="4184491"/>
                  </a:lnTo>
                  <a:lnTo>
                    <a:pt x="1555111" y="4184491"/>
                  </a:lnTo>
                  <a:lnTo>
                    <a:pt x="1555205" y="4184491"/>
                  </a:lnTo>
                  <a:lnTo>
                    <a:pt x="1555300" y="4184491"/>
                  </a:lnTo>
                  <a:lnTo>
                    <a:pt x="1555394" y="4184491"/>
                  </a:lnTo>
                  <a:lnTo>
                    <a:pt x="1555488" y="4184491"/>
                  </a:lnTo>
                  <a:lnTo>
                    <a:pt x="1555582" y="4184491"/>
                  </a:lnTo>
                  <a:lnTo>
                    <a:pt x="1555676" y="4184491"/>
                  </a:lnTo>
                  <a:lnTo>
                    <a:pt x="1555770" y="4184491"/>
                  </a:lnTo>
                  <a:lnTo>
                    <a:pt x="1555864" y="4184491"/>
                  </a:lnTo>
                  <a:lnTo>
                    <a:pt x="1555864" y="4179580"/>
                  </a:lnTo>
                  <a:lnTo>
                    <a:pt x="1555959" y="4179580"/>
                  </a:lnTo>
                  <a:lnTo>
                    <a:pt x="1556053" y="4179580"/>
                  </a:lnTo>
                  <a:lnTo>
                    <a:pt x="1556147" y="4179580"/>
                  </a:lnTo>
                  <a:lnTo>
                    <a:pt x="1556241" y="4179580"/>
                  </a:lnTo>
                  <a:lnTo>
                    <a:pt x="1556335" y="4179580"/>
                  </a:lnTo>
                  <a:lnTo>
                    <a:pt x="1556429" y="4179580"/>
                  </a:lnTo>
                  <a:lnTo>
                    <a:pt x="1556523" y="4179580"/>
                  </a:lnTo>
                  <a:lnTo>
                    <a:pt x="1556618" y="4179580"/>
                  </a:lnTo>
                  <a:lnTo>
                    <a:pt x="1556712" y="4179580"/>
                  </a:lnTo>
                  <a:lnTo>
                    <a:pt x="1556806" y="4179580"/>
                  </a:lnTo>
                  <a:lnTo>
                    <a:pt x="1556900" y="4179580"/>
                  </a:lnTo>
                  <a:lnTo>
                    <a:pt x="1556994" y="4179580"/>
                  </a:lnTo>
                  <a:lnTo>
                    <a:pt x="1557088" y="4179580"/>
                  </a:lnTo>
                  <a:lnTo>
                    <a:pt x="1557183" y="4179580"/>
                  </a:lnTo>
                  <a:lnTo>
                    <a:pt x="1557277" y="4179580"/>
                  </a:lnTo>
                  <a:lnTo>
                    <a:pt x="1557371" y="4179580"/>
                  </a:lnTo>
                  <a:lnTo>
                    <a:pt x="1557465" y="4179580"/>
                  </a:lnTo>
                  <a:lnTo>
                    <a:pt x="1557559" y="4179580"/>
                  </a:lnTo>
                  <a:lnTo>
                    <a:pt x="1557653" y="4179580"/>
                  </a:lnTo>
                  <a:lnTo>
                    <a:pt x="1557747" y="4179580"/>
                  </a:lnTo>
                  <a:lnTo>
                    <a:pt x="1557842" y="4179580"/>
                  </a:lnTo>
                  <a:lnTo>
                    <a:pt x="1557936" y="4179580"/>
                  </a:lnTo>
                  <a:lnTo>
                    <a:pt x="1558030" y="4179580"/>
                  </a:lnTo>
                  <a:lnTo>
                    <a:pt x="1558124" y="4179580"/>
                  </a:lnTo>
                  <a:lnTo>
                    <a:pt x="1558218" y="4179580"/>
                  </a:lnTo>
                  <a:lnTo>
                    <a:pt x="1558312" y="4179580"/>
                  </a:lnTo>
                  <a:lnTo>
                    <a:pt x="1558407" y="4179580"/>
                  </a:lnTo>
                  <a:lnTo>
                    <a:pt x="1558501" y="4179580"/>
                  </a:lnTo>
                  <a:lnTo>
                    <a:pt x="1558595" y="4179580"/>
                  </a:lnTo>
                  <a:lnTo>
                    <a:pt x="1558689" y="4179580"/>
                  </a:lnTo>
                  <a:lnTo>
                    <a:pt x="1558783" y="4179580"/>
                  </a:lnTo>
                  <a:lnTo>
                    <a:pt x="1558877" y="4179580"/>
                  </a:lnTo>
                  <a:lnTo>
                    <a:pt x="1558971" y="4179580"/>
                  </a:lnTo>
                  <a:lnTo>
                    <a:pt x="1559066" y="4179580"/>
                  </a:lnTo>
                  <a:lnTo>
                    <a:pt x="1559160" y="4179580"/>
                  </a:lnTo>
                  <a:lnTo>
                    <a:pt x="1559254" y="4179580"/>
                  </a:lnTo>
                  <a:lnTo>
                    <a:pt x="1559348" y="4179580"/>
                  </a:lnTo>
                  <a:lnTo>
                    <a:pt x="1559442" y="4179580"/>
                  </a:lnTo>
                  <a:lnTo>
                    <a:pt x="1559536" y="4179580"/>
                  </a:lnTo>
                  <a:lnTo>
                    <a:pt x="1559631" y="4179580"/>
                  </a:lnTo>
                  <a:lnTo>
                    <a:pt x="1559725" y="4179580"/>
                  </a:lnTo>
                  <a:lnTo>
                    <a:pt x="1559819" y="4179580"/>
                  </a:lnTo>
                  <a:lnTo>
                    <a:pt x="1559913" y="4179580"/>
                  </a:lnTo>
                  <a:lnTo>
                    <a:pt x="1560007" y="4179580"/>
                  </a:lnTo>
                  <a:lnTo>
                    <a:pt x="1560101" y="4179580"/>
                  </a:lnTo>
                  <a:lnTo>
                    <a:pt x="1560195" y="4179580"/>
                  </a:lnTo>
                  <a:lnTo>
                    <a:pt x="1560290" y="4179580"/>
                  </a:lnTo>
                  <a:lnTo>
                    <a:pt x="1560384" y="4179580"/>
                  </a:lnTo>
                  <a:lnTo>
                    <a:pt x="1560478" y="4179580"/>
                  </a:lnTo>
                  <a:lnTo>
                    <a:pt x="1560572" y="4179580"/>
                  </a:lnTo>
                  <a:lnTo>
                    <a:pt x="1560666" y="4179580"/>
                  </a:lnTo>
                  <a:lnTo>
                    <a:pt x="1560760" y="4179580"/>
                  </a:lnTo>
                  <a:lnTo>
                    <a:pt x="1560854" y="4179580"/>
                  </a:lnTo>
                  <a:lnTo>
                    <a:pt x="1560949" y="4179580"/>
                  </a:lnTo>
                  <a:lnTo>
                    <a:pt x="1561043" y="4179580"/>
                  </a:lnTo>
                  <a:lnTo>
                    <a:pt x="1561137" y="4179580"/>
                  </a:lnTo>
                  <a:lnTo>
                    <a:pt x="1561231" y="4179580"/>
                  </a:lnTo>
                  <a:lnTo>
                    <a:pt x="1561325" y="4179580"/>
                  </a:lnTo>
                  <a:lnTo>
                    <a:pt x="1561325" y="4174668"/>
                  </a:lnTo>
                  <a:lnTo>
                    <a:pt x="1561419" y="4174668"/>
                  </a:lnTo>
                  <a:lnTo>
                    <a:pt x="1561514" y="4174668"/>
                  </a:lnTo>
                  <a:lnTo>
                    <a:pt x="1561608" y="4174668"/>
                  </a:lnTo>
                  <a:lnTo>
                    <a:pt x="1561702" y="4174668"/>
                  </a:lnTo>
                  <a:lnTo>
                    <a:pt x="1561796" y="4174668"/>
                  </a:lnTo>
                  <a:lnTo>
                    <a:pt x="1561890" y="4174668"/>
                  </a:lnTo>
                  <a:lnTo>
                    <a:pt x="1561984" y="4174668"/>
                  </a:lnTo>
                  <a:lnTo>
                    <a:pt x="1562078" y="4174668"/>
                  </a:lnTo>
                  <a:lnTo>
                    <a:pt x="1562173" y="4174668"/>
                  </a:lnTo>
                  <a:lnTo>
                    <a:pt x="1562267" y="4174668"/>
                  </a:lnTo>
                  <a:lnTo>
                    <a:pt x="1562361" y="4174668"/>
                  </a:lnTo>
                  <a:lnTo>
                    <a:pt x="1562455" y="4174668"/>
                  </a:lnTo>
                  <a:lnTo>
                    <a:pt x="1562549" y="4174668"/>
                  </a:lnTo>
                  <a:lnTo>
                    <a:pt x="1562643" y="4174668"/>
                  </a:lnTo>
                  <a:lnTo>
                    <a:pt x="1562738" y="4174668"/>
                  </a:lnTo>
                  <a:lnTo>
                    <a:pt x="1562832" y="4174668"/>
                  </a:lnTo>
                  <a:lnTo>
                    <a:pt x="1562926" y="4174668"/>
                  </a:lnTo>
                  <a:lnTo>
                    <a:pt x="1563020" y="4174668"/>
                  </a:lnTo>
                  <a:lnTo>
                    <a:pt x="1563114" y="4174668"/>
                  </a:lnTo>
                  <a:lnTo>
                    <a:pt x="1563208" y="4174668"/>
                  </a:lnTo>
                  <a:lnTo>
                    <a:pt x="1563302" y="4174668"/>
                  </a:lnTo>
                  <a:lnTo>
                    <a:pt x="1563397" y="4174668"/>
                  </a:lnTo>
                  <a:lnTo>
                    <a:pt x="1563491" y="4174668"/>
                  </a:lnTo>
                  <a:lnTo>
                    <a:pt x="1563585" y="4174668"/>
                  </a:lnTo>
                  <a:lnTo>
                    <a:pt x="1563679" y="4174668"/>
                  </a:lnTo>
                  <a:lnTo>
                    <a:pt x="1563773" y="4174668"/>
                  </a:lnTo>
                  <a:lnTo>
                    <a:pt x="1563867" y="4174668"/>
                  </a:lnTo>
                  <a:lnTo>
                    <a:pt x="1563962" y="4174668"/>
                  </a:lnTo>
                  <a:lnTo>
                    <a:pt x="1564056" y="4174668"/>
                  </a:lnTo>
                  <a:lnTo>
                    <a:pt x="1564150" y="4174668"/>
                  </a:lnTo>
                  <a:lnTo>
                    <a:pt x="1564244" y="4174668"/>
                  </a:lnTo>
                  <a:lnTo>
                    <a:pt x="1564338" y="4174668"/>
                  </a:lnTo>
                  <a:lnTo>
                    <a:pt x="1564432" y="4174668"/>
                  </a:lnTo>
                  <a:lnTo>
                    <a:pt x="1564526" y="4174668"/>
                  </a:lnTo>
                  <a:lnTo>
                    <a:pt x="1564621" y="4174668"/>
                  </a:lnTo>
                  <a:lnTo>
                    <a:pt x="1564715" y="4174668"/>
                  </a:lnTo>
                  <a:lnTo>
                    <a:pt x="1564809" y="4174668"/>
                  </a:lnTo>
                  <a:lnTo>
                    <a:pt x="1564903" y="4174668"/>
                  </a:lnTo>
                  <a:lnTo>
                    <a:pt x="1564997" y="4174668"/>
                  </a:lnTo>
                  <a:lnTo>
                    <a:pt x="1565091" y="4174668"/>
                  </a:lnTo>
                  <a:lnTo>
                    <a:pt x="1565185" y="4174668"/>
                  </a:lnTo>
                  <a:lnTo>
                    <a:pt x="1565280" y="4174668"/>
                  </a:lnTo>
                  <a:lnTo>
                    <a:pt x="1565374" y="4174668"/>
                  </a:lnTo>
                  <a:lnTo>
                    <a:pt x="1565468" y="4174668"/>
                  </a:lnTo>
                  <a:lnTo>
                    <a:pt x="1565562" y="4174668"/>
                  </a:lnTo>
                  <a:lnTo>
                    <a:pt x="1565656" y="4174668"/>
                  </a:lnTo>
                  <a:lnTo>
                    <a:pt x="1565750" y="4174668"/>
                  </a:lnTo>
                  <a:lnTo>
                    <a:pt x="1565845" y="4174668"/>
                  </a:lnTo>
                  <a:lnTo>
                    <a:pt x="1565939" y="4174668"/>
                  </a:lnTo>
                  <a:lnTo>
                    <a:pt x="1566033" y="4174668"/>
                  </a:lnTo>
                  <a:lnTo>
                    <a:pt x="1566127" y="4174668"/>
                  </a:lnTo>
                  <a:lnTo>
                    <a:pt x="1566221" y="4174668"/>
                  </a:lnTo>
                  <a:lnTo>
                    <a:pt x="1566315" y="4174668"/>
                  </a:lnTo>
                  <a:lnTo>
                    <a:pt x="1566409" y="4174668"/>
                  </a:lnTo>
                  <a:lnTo>
                    <a:pt x="1566504" y="4174668"/>
                  </a:lnTo>
                  <a:lnTo>
                    <a:pt x="1566598" y="4174668"/>
                  </a:lnTo>
                  <a:lnTo>
                    <a:pt x="1566692" y="4174668"/>
                  </a:lnTo>
                  <a:lnTo>
                    <a:pt x="1566786" y="4174668"/>
                  </a:lnTo>
                  <a:lnTo>
                    <a:pt x="1566880" y="4174668"/>
                  </a:lnTo>
                  <a:lnTo>
                    <a:pt x="1566974" y="4174668"/>
                  </a:lnTo>
                  <a:lnTo>
                    <a:pt x="1567069" y="4174668"/>
                  </a:lnTo>
                  <a:lnTo>
                    <a:pt x="1567163" y="4174668"/>
                  </a:lnTo>
                  <a:lnTo>
                    <a:pt x="1567257" y="4174668"/>
                  </a:lnTo>
                  <a:lnTo>
                    <a:pt x="1567351" y="4174668"/>
                  </a:lnTo>
                  <a:lnTo>
                    <a:pt x="1567445" y="4174668"/>
                  </a:lnTo>
                  <a:lnTo>
                    <a:pt x="1567539" y="4174668"/>
                  </a:lnTo>
                  <a:lnTo>
                    <a:pt x="1567633" y="4174668"/>
                  </a:lnTo>
                  <a:lnTo>
                    <a:pt x="1567728" y="4174668"/>
                  </a:lnTo>
                  <a:lnTo>
                    <a:pt x="1567822" y="4174668"/>
                  </a:lnTo>
                  <a:lnTo>
                    <a:pt x="1567916" y="4174668"/>
                  </a:lnTo>
                  <a:lnTo>
                    <a:pt x="1567916" y="4169757"/>
                  </a:lnTo>
                  <a:lnTo>
                    <a:pt x="1568010" y="4169757"/>
                  </a:lnTo>
                  <a:lnTo>
                    <a:pt x="1568104" y="4169757"/>
                  </a:lnTo>
                  <a:lnTo>
                    <a:pt x="1568104" y="4164845"/>
                  </a:lnTo>
                  <a:lnTo>
                    <a:pt x="1568198" y="4164845"/>
                  </a:lnTo>
                  <a:lnTo>
                    <a:pt x="1568293" y="4164845"/>
                  </a:lnTo>
                  <a:lnTo>
                    <a:pt x="1568387" y="4164845"/>
                  </a:lnTo>
                  <a:lnTo>
                    <a:pt x="1568481" y="4164845"/>
                  </a:lnTo>
                  <a:lnTo>
                    <a:pt x="1568575" y="4164845"/>
                  </a:lnTo>
                  <a:lnTo>
                    <a:pt x="1568669" y="4164845"/>
                  </a:lnTo>
                  <a:lnTo>
                    <a:pt x="1568763" y="4164845"/>
                  </a:lnTo>
                  <a:lnTo>
                    <a:pt x="1568857" y="4164845"/>
                  </a:lnTo>
                  <a:lnTo>
                    <a:pt x="1568952" y="4164845"/>
                  </a:lnTo>
                  <a:lnTo>
                    <a:pt x="1569046" y="4164845"/>
                  </a:lnTo>
                  <a:lnTo>
                    <a:pt x="1569140" y="4164845"/>
                  </a:lnTo>
                  <a:lnTo>
                    <a:pt x="1569234" y="4164845"/>
                  </a:lnTo>
                  <a:lnTo>
                    <a:pt x="1569328" y="4164845"/>
                  </a:lnTo>
                  <a:lnTo>
                    <a:pt x="1569422" y="4164845"/>
                  </a:lnTo>
                  <a:lnTo>
                    <a:pt x="1569516" y="4164845"/>
                  </a:lnTo>
                  <a:lnTo>
                    <a:pt x="1569611" y="4164845"/>
                  </a:lnTo>
                  <a:lnTo>
                    <a:pt x="1569705" y="4164845"/>
                  </a:lnTo>
                  <a:lnTo>
                    <a:pt x="1569799" y="4164845"/>
                  </a:lnTo>
                  <a:lnTo>
                    <a:pt x="1569893" y="4164845"/>
                  </a:lnTo>
                  <a:lnTo>
                    <a:pt x="1569987" y="4164845"/>
                  </a:lnTo>
                  <a:lnTo>
                    <a:pt x="1570081" y="4164845"/>
                  </a:lnTo>
                  <a:lnTo>
                    <a:pt x="1570176" y="4164845"/>
                  </a:lnTo>
                  <a:lnTo>
                    <a:pt x="1570270" y="4164845"/>
                  </a:lnTo>
                  <a:lnTo>
                    <a:pt x="1570364" y="4164845"/>
                  </a:lnTo>
                  <a:lnTo>
                    <a:pt x="1570458" y="4164845"/>
                  </a:lnTo>
                  <a:lnTo>
                    <a:pt x="1570552" y="4164845"/>
                  </a:lnTo>
                  <a:lnTo>
                    <a:pt x="1570646" y="4164845"/>
                  </a:lnTo>
                  <a:lnTo>
                    <a:pt x="1570740" y="4164845"/>
                  </a:lnTo>
                  <a:lnTo>
                    <a:pt x="1570835" y="4164845"/>
                  </a:lnTo>
                  <a:lnTo>
                    <a:pt x="1570929" y="4164845"/>
                  </a:lnTo>
                  <a:lnTo>
                    <a:pt x="1571023" y="4164845"/>
                  </a:lnTo>
                  <a:lnTo>
                    <a:pt x="1571117" y="4164845"/>
                  </a:lnTo>
                  <a:lnTo>
                    <a:pt x="1571211" y="4164845"/>
                  </a:lnTo>
                  <a:lnTo>
                    <a:pt x="1571305" y="4164845"/>
                  </a:lnTo>
                  <a:lnTo>
                    <a:pt x="1571400" y="4164845"/>
                  </a:lnTo>
                  <a:lnTo>
                    <a:pt x="1571494" y="4164845"/>
                  </a:lnTo>
                  <a:lnTo>
                    <a:pt x="1571588" y="4164845"/>
                  </a:lnTo>
                  <a:lnTo>
                    <a:pt x="1571682" y="4164845"/>
                  </a:lnTo>
                  <a:lnTo>
                    <a:pt x="1571776" y="4164845"/>
                  </a:lnTo>
                  <a:lnTo>
                    <a:pt x="1571870" y="4164845"/>
                  </a:lnTo>
                  <a:lnTo>
                    <a:pt x="1571964" y="4164845"/>
                  </a:lnTo>
                  <a:lnTo>
                    <a:pt x="1572059" y="4164845"/>
                  </a:lnTo>
                  <a:lnTo>
                    <a:pt x="1572153" y="4164845"/>
                  </a:lnTo>
                  <a:lnTo>
                    <a:pt x="1572247" y="4164845"/>
                  </a:lnTo>
                  <a:lnTo>
                    <a:pt x="1572341" y="4164845"/>
                  </a:lnTo>
                  <a:lnTo>
                    <a:pt x="1572435" y="4164845"/>
                  </a:lnTo>
                  <a:lnTo>
                    <a:pt x="1572529" y="4164845"/>
                  </a:lnTo>
                  <a:lnTo>
                    <a:pt x="1572624" y="4164845"/>
                  </a:lnTo>
                  <a:lnTo>
                    <a:pt x="1572718" y="4164845"/>
                  </a:lnTo>
                  <a:lnTo>
                    <a:pt x="1572812" y="4164845"/>
                  </a:lnTo>
                  <a:lnTo>
                    <a:pt x="1572906" y="4164845"/>
                  </a:lnTo>
                  <a:lnTo>
                    <a:pt x="1573000" y="4164845"/>
                  </a:lnTo>
                  <a:lnTo>
                    <a:pt x="1573094" y="4164845"/>
                  </a:lnTo>
                  <a:lnTo>
                    <a:pt x="1573188" y="4164845"/>
                  </a:lnTo>
                  <a:lnTo>
                    <a:pt x="1573283" y="4164845"/>
                  </a:lnTo>
                  <a:lnTo>
                    <a:pt x="1573377" y="4164845"/>
                  </a:lnTo>
                  <a:lnTo>
                    <a:pt x="1573471" y="4164845"/>
                  </a:lnTo>
                  <a:lnTo>
                    <a:pt x="1573565" y="4164845"/>
                  </a:lnTo>
                  <a:lnTo>
                    <a:pt x="1573659" y="4164845"/>
                  </a:lnTo>
                  <a:lnTo>
                    <a:pt x="1573753" y="4164845"/>
                  </a:lnTo>
                  <a:lnTo>
                    <a:pt x="1573847" y="4164845"/>
                  </a:lnTo>
                  <a:lnTo>
                    <a:pt x="1573942" y="4164845"/>
                  </a:lnTo>
                  <a:lnTo>
                    <a:pt x="1574036" y="4164845"/>
                  </a:lnTo>
                  <a:lnTo>
                    <a:pt x="1574130" y="4164845"/>
                  </a:lnTo>
                  <a:lnTo>
                    <a:pt x="1574224" y="4164845"/>
                  </a:lnTo>
                  <a:lnTo>
                    <a:pt x="1574318" y="4164845"/>
                  </a:lnTo>
                  <a:lnTo>
                    <a:pt x="1574412" y="4164845"/>
                  </a:lnTo>
                  <a:lnTo>
                    <a:pt x="1574507" y="4164845"/>
                  </a:lnTo>
                  <a:lnTo>
                    <a:pt x="1574601" y="4164845"/>
                  </a:lnTo>
                  <a:lnTo>
                    <a:pt x="1574695" y="4164845"/>
                  </a:lnTo>
                  <a:lnTo>
                    <a:pt x="1574789" y="4164845"/>
                  </a:lnTo>
                  <a:lnTo>
                    <a:pt x="1574883" y="4164845"/>
                  </a:lnTo>
                  <a:lnTo>
                    <a:pt x="1574977" y="4164845"/>
                  </a:lnTo>
                  <a:lnTo>
                    <a:pt x="1575071" y="4164845"/>
                  </a:lnTo>
                  <a:lnTo>
                    <a:pt x="1575166" y="4164845"/>
                  </a:lnTo>
                  <a:lnTo>
                    <a:pt x="1575260" y="4164845"/>
                  </a:lnTo>
                  <a:lnTo>
                    <a:pt x="1575354" y="4164845"/>
                  </a:lnTo>
                  <a:lnTo>
                    <a:pt x="1575448" y="4164845"/>
                  </a:lnTo>
                  <a:lnTo>
                    <a:pt x="1575542" y="4164845"/>
                  </a:lnTo>
                  <a:lnTo>
                    <a:pt x="1575636" y="4164845"/>
                  </a:lnTo>
                  <a:lnTo>
                    <a:pt x="1575731" y="4164845"/>
                  </a:lnTo>
                  <a:lnTo>
                    <a:pt x="1575825" y="4164845"/>
                  </a:lnTo>
                  <a:lnTo>
                    <a:pt x="1575919" y="4164845"/>
                  </a:lnTo>
                  <a:lnTo>
                    <a:pt x="1576013" y="4164845"/>
                  </a:lnTo>
                  <a:lnTo>
                    <a:pt x="1576107" y="4164845"/>
                  </a:lnTo>
                  <a:lnTo>
                    <a:pt x="1576201" y="4164845"/>
                  </a:lnTo>
                  <a:lnTo>
                    <a:pt x="1576295" y="4164845"/>
                  </a:lnTo>
                  <a:lnTo>
                    <a:pt x="1576390" y="4164845"/>
                  </a:lnTo>
                  <a:lnTo>
                    <a:pt x="1576484" y="4164845"/>
                  </a:lnTo>
                  <a:lnTo>
                    <a:pt x="1576578" y="4164845"/>
                  </a:lnTo>
                  <a:lnTo>
                    <a:pt x="1576672" y="4164845"/>
                  </a:lnTo>
                  <a:lnTo>
                    <a:pt x="1576766" y="4164845"/>
                  </a:lnTo>
                  <a:lnTo>
                    <a:pt x="1576860" y="4164845"/>
                  </a:lnTo>
                  <a:lnTo>
                    <a:pt x="1576955" y="4164845"/>
                  </a:lnTo>
                  <a:lnTo>
                    <a:pt x="1577049" y="4164845"/>
                  </a:lnTo>
                  <a:lnTo>
                    <a:pt x="1577143" y="4164845"/>
                  </a:lnTo>
                  <a:lnTo>
                    <a:pt x="1577237" y="4164845"/>
                  </a:lnTo>
                  <a:lnTo>
                    <a:pt x="1577331" y="4164845"/>
                  </a:lnTo>
                  <a:lnTo>
                    <a:pt x="1577425" y="4164845"/>
                  </a:lnTo>
                  <a:lnTo>
                    <a:pt x="1577519" y="4164845"/>
                  </a:lnTo>
                  <a:lnTo>
                    <a:pt x="1577614" y="4164845"/>
                  </a:lnTo>
                  <a:lnTo>
                    <a:pt x="1577708" y="4164845"/>
                  </a:lnTo>
                  <a:lnTo>
                    <a:pt x="1577802" y="4164845"/>
                  </a:lnTo>
                  <a:lnTo>
                    <a:pt x="1577896" y="4164845"/>
                  </a:lnTo>
                  <a:lnTo>
                    <a:pt x="1577990" y="4164845"/>
                  </a:lnTo>
                  <a:lnTo>
                    <a:pt x="1578084" y="4164845"/>
                  </a:lnTo>
                  <a:lnTo>
                    <a:pt x="1578178" y="4164845"/>
                  </a:lnTo>
                  <a:lnTo>
                    <a:pt x="1578273" y="4164845"/>
                  </a:lnTo>
                  <a:lnTo>
                    <a:pt x="1578367" y="4164845"/>
                  </a:lnTo>
                  <a:lnTo>
                    <a:pt x="1578461" y="4164845"/>
                  </a:lnTo>
                  <a:lnTo>
                    <a:pt x="1578555" y="4164845"/>
                  </a:lnTo>
                  <a:lnTo>
                    <a:pt x="1578649" y="4164845"/>
                  </a:lnTo>
                  <a:lnTo>
                    <a:pt x="1578743" y="4164845"/>
                  </a:lnTo>
                  <a:lnTo>
                    <a:pt x="1578838" y="4164845"/>
                  </a:lnTo>
                  <a:lnTo>
                    <a:pt x="1578932" y="4164845"/>
                  </a:lnTo>
                  <a:lnTo>
                    <a:pt x="1579026" y="4164845"/>
                  </a:lnTo>
                  <a:lnTo>
                    <a:pt x="1579120" y="4164845"/>
                  </a:lnTo>
                  <a:lnTo>
                    <a:pt x="1579214" y="4164845"/>
                  </a:lnTo>
                  <a:lnTo>
                    <a:pt x="1579308" y="4164845"/>
                  </a:lnTo>
                  <a:lnTo>
                    <a:pt x="1579402" y="4164845"/>
                  </a:lnTo>
                  <a:lnTo>
                    <a:pt x="1579497" y="4164845"/>
                  </a:lnTo>
                  <a:lnTo>
                    <a:pt x="1579591" y="4164845"/>
                  </a:lnTo>
                  <a:lnTo>
                    <a:pt x="1579685" y="4164845"/>
                  </a:lnTo>
                  <a:lnTo>
                    <a:pt x="1579779" y="4164845"/>
                  </a:lnTo>
                  <a:lnTo>
                    <a:pt x="1579873" y="4164845"/>
                  </a:lnTo>
                  <a:lnTo>
                    <a:pt x="1579967" y="4164845"/>
                  </a:lnTo>
                  <a:lnTo>
                    <a:pt x="1580062" y="4164845"/>
                  </a:lnTo>
                  <a:lnTo>
                    <a:pt x="1580156" y="4164845"/>
                  </a:lnTo>
                  <a:lnTo>
                    <a:pt x="1580250" y="4164845"/>
                  </a:lnTo>
                  <a:lnTo>
                    <a:pt x="1580344" y="4164845"/>
                  </a:lnTo>
                  <a:lnTo>
                    <a:pt x="1580438" y="4164845"/>
                  </a:lnTo>
                  <a:lnTo>
                    <a:pt x="1580532" y="4164845"/>
                  </a:lnTo>
                  <a:lnTo>
                    <a:pt x="1580626" y="4164845"/>
                  </a:lnTo>
                  <a:lnTo>
                    <a:pt x="1580721" y="4164845"/>
                  </a:lnTo>
                  <a:lnTo>
                    <a:pt x="1580815" y="4164845"/>
                  </a:lnTo>
                  <a:lnTo>
                    <a:pt x="1580909" y="4164845"/>
                  </a:lnTo>
                  <a:lnTo>
                    <a:pt x="1581003" y="4164845"/>
                  </a:lnTo>
                  <a:lnTo>
                    <a:pt x="1581097" y="4164845"/>
                  </a:lnTo>
                  <a:lnTo>
                    <a:pt x="1581191" y="4164845"/>
                  </a:lnTo>
                  <a:lnTo>
                    <a:pt x="1581286" y="4164845"/>
                  </a:lnTo>
                  <a:lnTo>
                    <a:pt x="1581380" y="4164845"/>
                  </a:lnTo>
                  <a:lnTo>
                    <a:pt x="1581474" y="4164845"/>
                  </a:lnTo>
                  <a:lnTo>
                    <a:pt x="1581568" y="4164845"/>
                  </a:lnTo>
                  <a:lnTo>
                    <a:pt x="1581662" y="4164845"/>
                  </a:lnTo>
                  <a:lnTo>
                    <a:pt x="1581756" y="4164845"/>
                  </a:lnTo>
                  <a:lnTo>
                    <a:pt x="1581850" y="4164845"/>
                  </a:lnTo>
                  <a:lnTo>
                    <a:pt x="1581945" y="4164845"/>
                  </a:lnTo>
                  <a:lnTo>
                    <a:pt x="1582039" y="4164845"/>
                  </a:lnTo>
                  <a:lnTo>
                    <a:pt x="1582133" y="4164845"/>
                  </a:lnTo>
                  <a:lnTo>
                    <a:pt x="1582227" y="4164845"/>
                  </a:lnTo>
                  <a:lnTo>
                    <a:pt x="1582321" y="4164845"/>
                  </a:lnTo>
                  <a:lnTo>
                    <a:pt x="1582415" y="4164845"/>
                  </a:lnTo>
                  <a:lnTo>
                    <a:pt x="1582509" y="4164845"/>
                  </a:lnTo>
                  <a:lnTo>
                    <a:pt x="1582604" y="4164845"/>
                  </a:lnTo>
                  <a:lnTo>
                    <a:pt x="1582698" y="4164845"/>
                  </a:lnTo>
                  <a:lnTo>
                    <a:pt x="1582792" y="4164845"/>
                  </a:lnTo>
                  <a:lnTo>
                    <a:pt x="1582886" y="4164845"/>
                  </a:lnTo>
                  <a:lnTo>
                    <a:pt x="1582980" y="4164845"/>
                  </a:lnTo>
                  <a:lnTo>
                    <a:pt x="1583074" y="4164845"/>
                  </a:lnTo>
                  <a:lnTo>
                    <a:pt x="1583169" y="4164845"/>
                  </a:lnTo>
                  <a:lnTo>
                    <a:pt x="1583263" y="4164845"/>
                  </a:lnTo>
                  <a:lnTo>
                    <a:pt x="1583357" y="4164845"/>
                  </a:lnTo>
                  <a:lnTo>
                    <a:pt x="1583451" y="4164845"/>
                  </a:lnTo>
                  <a:lnTo>
                    <a:pt x="1583545" y="4164845"/>
                  </a:lnTo>
                  <a:lnTo>
                    <a:pt x="1583639" y="4164845"/>
                  </a:lnTo>
                  <a:lnTo>
                    <a:pt x="1583733" y="4164845"/>
                  </a:lnTo>
                  <a:lnTo>
                    <a:pt x="1583828" y="4164845"/>
                  </a:lnTo>
                  <a:lnTo>
                    <a:pt x="1583922" y="4164845"/>
                  </a:lnTo>
                  <a:lnTo>
                    <a:pt x="1584016" y="4164845"/>
                  </a:lnTo>
                  <a:lnTo>
                    <a:pt x="1584110" y="4164845"/>
                  </a:lnTo>
                  <a:lnTo>
                    <a:pt x="1584204" y="4164845"/>
                  </a:lnTo>
                  <a:lnTo>
                    <a:pt x="1584298" y="4164845"/>
                  </a:lnTo>
                  <a:lnTo>
                    <a:pt x="1584393" y="4164845"/>
                  </a:lnTo>
                  <a:lnTo>
                    <a:pt x="1584487" y="4164845"/>
                  </a:lnTo>
                  <a:lnTo>
                    <a:pt x="1584581" y="4164845"/>
                  </a:lnTo>
                  <a:lnTo>
                    <a:pt x="1584675" y="4164845"/>
                  </a:lnTo>
                  <a:lnTo>
                    <a:pt x="1584769" y="4164845"/>
                  </a:lnTo>
                  <a:lnTo>
                    <a:pt x="1584863" y="4164845"/>
                  </a:lnTo>
                  <a:lnTo>
                    <a:pt x="1584957" y="4164845"/>
                  </a:lnTo>
                  <a:lnTo>
                    <a:pt x="1585052" y="4164845"/>
                  </a:lnTo>
                  <a:lnTo>
                    <a:pt x="1585146" y="4164845"/>
                  </a:lnTo>
                  <a:lnTo>
                    <a:pt x="1585240" y="4164845"/>
                  </a:lnTo>
                  <a:lnTo>
                    <a:pt x="1585334" y="4164845"/>
                  </a:lnTo>
                  <a:lnTo>
                    <a:pt x="1585428" y="4164845"/>
                  </a:lnTo>
                  <a:lnTo>
                    <a:pt x="1585522" y="4164845"/>
                  </a:lnTo>
                  <a:lnTo>
                    <a:pt x="1585617" y="4164845"/>
                  </a:lnTo>
                  <a:lnTo>
                    <a:pt x="1585711" y="4164845"/>
                  </a:lnTo>
                  <a:lnTo>
                    <a:pt x="1585805" y="4164845"/>
                  </a:lnTo>
                  <a:lnTo>
                    <a:pt x="1585805" y="4159934"/>
                  </a:lnTo>
                  <a:lnTo>
                    <a:pt x="1585899" y="4159934"/>
                  </a:lnTo>
                  <a:lnTo>
                    <a:pt x="1585993" y="4159934"/>
                  </a:lnTo>
                  <a:lnTo>
                    <a:pt x="1586087" y="4159934"/>
                  </a:lnTo>
                  <a:lnTo>
                    <a:pt x="1586181" y="4159934"/>
                  </a:lnTo>
                  <a:lnTo>
                    <a:pt x="1586276" y="4159934"/>
                  </a:lnTo>
                  <a:lnTo>
                    <a:pt x="1586370" y="4159934"/>
                  </a:lnTo>
                  <a:lnTo>
                    <a:pt x="1586464" y="4159934"/>
                  </a:lnTo>
                  <a:lnTo>
                    <a:pt x="1586558" y="4159934"/>
                  </a:lnTo>
                  <a:lnTo>
                    <a:pt x="1586652" y="4159934"/>
                  </a:lnTo>
                  <a:lnTo>
                    <a:pt x="1586746" y="4159934"/>
                  </a:lnTo>
                  <a:lnTo>
                    <a:pt x="1586840" y="4159934"/>
                  </a:lnTo>
                  <a:lnTo>
                    <a:pt x="1586935" y="4159934"/>
                  </a:lnTo>
                  <a:lnTo>
                    <a:pt x="1587029" y="4159934"/>
                  </a:lnTo>
                  <a:lnTo>
                    <a:pt x="1587123" y="4159934"/>
                  </a:lnTo>
                  <a:lnTo>
                    <a:pt x="1587217" y="4159934"/>
                  </a:lnTo>
                  <a:lnTo>
                    <a:pt x="1587311" y="4159934"/>
                  </a:lnTo>
                  <a:lnTo>
                    <a:pt x="1587405" y="4159934"/>
                  </a:lnTo>
                  <a:lnTo>
                    <a:pt x="1587500" y="4159934"/>
                  </a:lnTo>
                  <a:lnTo>
                    <a:pt x="1587594" y="4159934"/>
                  </a:lnTo>
                  <a:lnTo>
                    <a:pt x="1587688" y="4159934"/>
                  </a:lnTo>
                  <a:lnTo>
                    <a:pt x="1587782" y="4159934"/>
                  </a:lnTo>
                  <a:lnTo>
                    <a:pt x="1587876" y="4159934"/>
                  </a:lnTo>
                  <a:lnTo>
                    <a:pt x="1587970" y="4159934"/>
                  </a:lnTo>
                  <a:lnTo>
                    <a:pt x="1588064" y="4159934"/>
                  </a:lnTo>
                  <a:lnTo>
                    <a:pt x="1588159" y="4159934"/>
                  </a:lnTo>
                  <a:lnTo>
                    <a:pt x="1588253" y="4159934"/>
                  </a:lnTo>
                  <a:lnTo>
                    <a:pt x="1588347" y="4159934"/>
                  </a:lnTo>
                  <a:lnTo>
                    <a:pt x="1588441" y="4159934"/>
                  </a:lnTo>
                  <a:lnTo>
                    <a:pt x="1588535" y="4159934"/>
                  </a:lnTo>
                  <a:lnTo>
                    <a:pt x="1588629" y="4159934"/>
                  </a:lnTo>
                  <a:lnTo>
                    <a:pt x="1588724" y="4159934"/>
                  </a:lnTo>
                  <a:lnTo>
                    <a:pt x="1588818" y="4159934"/>
                  </a:lnTo>
                  <a:lnTo>
                    <a:pt x="1588912" y="4159934"/>
                  </a:lnTo>
                  <a:lnTo>
                    <a:pt x="1589006" y="4159934"/>
                  </a:lnTo>
                  <a:lnTo>
                    <a:pt x="1589100" y="4159934"/>
                  </a:lnTo>
                  <a:lnTo>
                    <a:pt x="1589194" y="4159934"/>
                  </a:lnTo>
                  <a:lnTo>
                    <a:pt x="1589288" y="4159934"/>
                  </a:lnTo>
                  <a:lnTo>
                    <a:pt x="1589383" y="4159934"/>
                  </a:lnTo>
                  <a:lnTo>
                    <a:pt x="1589477" y="4159934"/>
                  </a:lnTo>
                  <a:lnTo>
                    <a:pt x="1589571" y="4159934"/>
                  </a:lnTo>
                  <a:lnTo>
                    <a:pt x="1589665" y="4159934"/>
                  </a:lnTo>
                  <a:lnTo>
                    <a:pt x="1589759" y="4159934"/>
                  </a:lnTo>
                  <a:lnTo>
                    <a:pt x="1589853" y="4159934"/>
                  </a:lnTo>
                  <a:lnTo>
                    <a:pt x="1589948" y="4159934"/>
                  </a:lnTo>
                  <a:lnTo>
                    <a:pt x="1590042" y="4159934"/>
                  </a:lnTo>
                  <a:lnTo>
                    <a:pt x="1590136" y="4159934"/>
                  </a:lnTo>
                  <a:lnTo>
                    <a:pt x="1590230" y="4159934"/>
                  </a:lnTo>
                  <a:lnTo>
                    <a:pt x="1590324" y="4159934"/>
                  </a:lnTo>
                  <a:lnTo>
                    <a:pt x="1590418" y="4159934"/>
                  </a:lnTo>
                  <a:lnTo>
                    <a:pt x="1590512" y="4159934"/>
                  </a:lnTo>
                  <a:lnTo>
                    <a:pt x="1590607" y="4159934"/>
                  </a:lnTo>
                  <a:lnTo>
                    <a:pt x="1590701" y="4159934"/>
                  </a:lnTo>
                  <a:lnTo>
                    <a:pt x="1590795" y="4159934"/>
                  </a:lnTo>
                  <a:lnTo>
                    <a:pt x="1590889" y="4159934"/>
                  </a:lnTo>
                  <a:lnTo>
                    <a:pt x="1590983" y="4159934"/>
                  </a:lnTo>
                  <a:lnTo>
                    <a:pt x="1591077" y="4159934"/>
                  </a:lnTo>
                  <a:lnTo>
                    <a:pt x="1591077" y="4155023"/>
                  </a:lnTo>
                  <a:lnTo>
                    <a:pt x="1591171" y="4155023"/>
                  </a:lnTo>
                  <a:lnTo>
                    <a:pt x="1591266" y="4155023"/>
                  </a:lnTo>
                  <a:lnTo>
                    <a:pt x="1591360" y="4155023"/>
                  </a:lnTo>
                  <a:lnTo>
                    <a:pt x="1591454" y="4155023"/>
                  </a:lnTo>
                  <a:lnTo>
                    <a:pt x="1591548" y="4155023"/>
                  </a:lnTo>
                  <a:lnTo>
                    <a:pt x="1591642" y="4155023"/>
                  </a:lnTo>
                  <a:lnTo>
                    <a:pt x="1591736" y="4155023"/>
                  </a:lnTo>
                  <a:lnTo>
                    <a:pt x="1591831" y="4155023"/>
                  </a:lnTo>
                  <a:lnTo>
                    <a:pt x="1591925" y="4155023"/>
                  </a:lnTo>
                  <a:lnTo>
                    <a:pt x="1592019" y="4155023"/>
                  </a:lnTo>
                  <a:lnTo>
                    <a:pt x="1592113" y="4155023"/>
                  </a:lnTo>
                  <a:lnTo>
                    <a:pt x="1592207" y="4155023"/>
                  </a:lnTo>
                  <a:lnTo>
                    <a:pt x="1592301" y="4155023"/>
                  </a:lnTo>
                  <a:lnTo>
                    <a:pt x="1592395" y="4155023"/>
                  </a:lnTo>
                  <a:lnTo>
                    <a:pt x="1592490" y="4155023"/>
                  </a:lnTo>
                  <a:lnTo>
                    <a:pt x="1592584" y="4155023"/>
                  </a:lnTo>
                  <a:lnTo>
                    <a:pt x="1592678" y="4155023"/>
                  </a:lnTo>
                  <a:lnTo>
                    <a:pt x="1592772" y="4155023"/>
                  </a:lnTo>
                  <a:lnTo>
                    <a:pt x="1592866" y="4155023"/>
                  </a:lnTo>
                  <a:lnTo>
                    <a:pt x="1592960" y="4155023"/>
                  </a:lnTo>
                  <a:lnTo>
                    <a:pt x="1593055" y="4155023"/>
                  </a:lnTo>
                  <a:lnTo>
                    <a:pt x="1593149" y="4155023"/>
                  </a:lnTo>
                  <a:lnTo>
                    <a:pt x="1593243" y="4155023"/>
                  </a:lnTo>
                  <a:lnTo>
                    <a:pt x="1593337" y="4155023"/>
                  </a:lnTo>
                  <a:lnTo>
                    <a:pt x="1593431" y="4155023"/>
                  </a:lnTo>
                  <a:lnTo>
                    <a:pt x="1593525" y="4155023"/>
                  </a:lnTo>
                  <a:lnTo>
                    <a:pt x="1593619" y="4155023"/>
                  </a:lnTo>
                  <a:lnTo>
                    <a:pt x="1593714" y="4155023"/>
                  </a:lnTo>
                  <a:lnTo>
                    <a:pt x="1593808" y="4155023"/>
                  </a:lnTo>
                  <a:lnTo>
                    <a:pt x="1593902" y="4155023"/>
                  </a:lnTo>
                  <a:lnTo>
                    <a:pt x="1593996" y="4155023"/>
                  </a:lnTo>
                  <a:lnTo>
                    <a:pt x="1594090" y="4155023"/>
                  </a:lnTo>
                  <a:lnTo>
                    <a:pt x="1594184" y="4155023"/>
                  </a:lnTo>
                  <a:lnTo>
                    <a:pt x="1594279" y="4155023"/>
                  </a:lnTo>
                  <a:lnTo>
                    <a:pt x="1594373" y="4155023"/>
                  </a:lnTo>
                  <a:lnTo>
                    <a:pt x="1594467" y="4155023"/>
                  </a:lnTo>
                  <a:lnTo>
                    <a:pt x="1594561" y="4155023"/>
                  </a:lnTo>
                  <a:lnTo>
                    <a:pt x="1594655" y="4155023"/>
                  </a:lnTo>
                  <a:lnTo>
                    <a:pt x="1594749" y="4155023"/>
                  </a:lnTo>
                  <a:lnTo>
                    <a:pt x="1594843" y="4155023"/>
                  </a:lnTo>
                  <a:lnTo>
                    <a:pt x="1594938" y="4155023"/>
                  </a:lnTo>
                  <a:lnTo>
                    <a:pt x="1595032" y="4155023"/>
                  </a:lnTo>
                  <a:lnTo>
                    <a:pt x="1595126" y="4155023"/>
                  </a:lnTo>
                  <a:lnTo>
                    <a:pt x="1595220" y="4155023"/>
                  </a:lnTo>
                  <a:lnTo>
                    <a:pt x="1595314" y="4155023"/>
                  </a:lnTo>
                  <a:lnTo>
                    <a:pt x="1595408" y="4155023"/>
                  </a:lnTo>
                  <a:lnTo>
                    <a:pt x="1595502" y="4155023"/>
                  </a:lnTo>
                  <a:lnTo>
                    <a:pt x="1595597" y="4155023"/>
                  </a:lnTo>
                  <a:lnTo>
                    <a:pt x="1595691" y="4155023"/>
                  </a:lnTo>
                  <a:lnTo>
                    <a:pt x="1595785" y="4155023"/>
                  </a:lnTo>
                  <a:lnTo>
                    <a:pt x="1595879" y="4155023"/>
                  </a:lnTo>
                  <a:lnTo>
                    <a:pt x="1595973" y="4155023"/>
                  </a:lnTo>
                  <a:lnTo>
                    <a:pt x="1596067" y="4155023"/>
                  </a:lnTo>
                  <a:lnTo>
                    <a:pt x="1596162" y="4155023"/>
                  </a:lnTo>
                  <a:lnTo>
                    <a:pt x="1596256" y="4155023"/>
                  </a:lnTo>
                  <a:lnTo>
                    <a:pt x="1596350" y="4155023"/>
                  </a:lnTo>
                  <a:lnTo>
                    <a:pt x="1596444" y="4155023"/>
                  </a:lnTo>
                  <a:lnTo>
                    <a:pt x="1596538" y="4155023"/>
                  </a:lnTo>
                  <a:lnTo>
                    <a:pt x="1596632" y="4155023"/>
                  </a:lnTo>
                  <a:lnTo>
                    <a:pt x="1596726" y="4155023"/>
                  </a:lnTo>
                  <a:lnTo>
                    <a:pt x="1596821" y="4155023"/>
                  </a:lnTo>
                  <a:lnTo>
                    <a:pt x="1596915" y="4155023"/>
                  </a:lnTo>
                  <a:lnTo>
                    <a:pt x="1597009" y="4155023"/>
                  </a:lnTo>
                  <a:lnTo>
                    <a:pt x="1597103" y="4155023"/>
                  </a:lnTo>
                  <a:lnTo>
                    <a:pt x="1597197" y="4155023"/>
                  </a:lnTo>
                  <a:lnTo>
                    <a:pt x="1597291" y="4155023"/>
                  </a:lnTo>
                  <a:lnTo>
                    <a:pt x="1597386" y="4155023"/>
                  </a:lnTo>
                  <a:lnTo>
                    <a:pt x="1597480" y="4155023"/>
                  </a:lnTo>
                  <a:lnTo>
                    <a:pt x="1597574" y="4155023"/>
                  </a:lnTo>
                  <a:lnTo>
                    <a:pt x="1597668" y="4155023"/>
                  </a:lnTo>
                  <a:lnTo>
                    <a:pt x="1597762" y="4155023"/>
                  </a:lnTo>
                  <a:lnTo>
                    <a:pt x="1597856" y="4155023"/>
                  </a:lnTo>
                  <a:lnTo>
                    <a:pt x="1597950" y="4155023"/>
                  </a:lnTo>
                  <a:lnTo>
                    <a:pt x="1598045" y="4155023"/>
                  </a:lnTo>
                  <a:lnTo>
                    <a:pt x="1598139" y="4155023"/>
                  </a:lnTo>
                  <a:lnTo>
                    <a:pt x="1598233" y="4155023"/>
                  </a:lnTo>
                  <a:lnTo>
                    <a:pt x="1598327" y="4155023"/>
                  </a:lnTo>
                  <a:lnTo>
                    <a:pt x="1598421" y="4155023"/>
                  </a:lnTo>
                  <a:lnTo>
                    <a:pt x="1598515" y="4155023"/>
                  </a:lnTo>
                  <a:lnTo>
                    <a:pt x="1598610" y="4155023"/>
                  </a:lnTo>
                  <a:lnTo>
                    <a:pt x="1598704" y="4155023"/>
                  </a:lnTo>
                  <a:lnTo>
                    <a:pt x="1598798" y="4155023"/>
                  </a:lnTo>
                  <a:lnTo>
                    <a:pt x="1598892" y="4155023"/>
                  </a:lnTo>
                  <a:lnTo>
                    <a:pt x="1598986" y="4155023"/>
                  </a:lnTo>
                  <a:lnTo>
                    <a:pt x="1599080" y="4155023"/>
                  </a:lnTo>
                  <a:lnTo>
                    <a:pt x="1599174" y="4155023"/>
                  </a:lnTo>
                  <a:lnTo>
                    <a:pt x="1599269" y="4155023"/>
                  </a:lnTo>
                  <a:lnTo>
                    <a:pt x="1599363" y="4155023"/>
                  </a:lnTo>
                  <a:lnTo>
                    <a:pt x="1599457" y="4155023"/>
                  </a:lnTo>
                  <a:lnTo>
                    <a:pt x="1599551" y="4155023"/>
                  </a:lnTo>
                  <a:lnTo>
                    <a:pt x="1599645" y="4155023"/>
                  </a:lnTo>
                  <a:lnTo>
                    <a:pt x="1599739" y="4155023"/>
                  </a:lnTo>
                  <a:lnTo>
                    <a:pt x="1599833" y="4155023"/>
                  </a:lnTo>
                  <a:lnTo>
                    <a:pt x="1599928" y="4155023"/>
                  </a:lnTo>
                  <a:lnTo>
                    <a:pt x="1600022" y="4155023"/>
                  </a:lnTo>
                  <a:lnTo>
                    <a:pt x="1600116" y="4155023"/>
                  </a:lnTo>
                  <a:lnTo>
                    <a:pt x="1600210" y="4155023"/>
                  </a:lnTo>
                  <a:lnTo>
                    <a:pt x="1600304" y="4155023"/>
                  </a:lnTo>
                  <a:lnTo>
                    <a:pt x="1600398" y="4155023"/>
                  </a:lnTo>
                  <a:lnTo>
                    <a:pt x="1600493" y="4155023"/>
                  </a:lnTo>
                  <a:lnTo>
                    <a:pt x="1600587" y="4155023"/>
                  </a:lnTo>
                  <a:lnTo>
                    <a:pt x="1600681" y="4155023"/>
                  </a:lnTo>
                  <a:lnTo>
                    <a:pt x="1600681" y="4150111"/>
                  </a:lnTo>
                  <a:lnTo>
                    <a:pt x="1600775" y="4150111"/>
                  </a:lnTo>
                  <a:lnTo>
                    <a:pt x="1600869" y="4150111"/>
                  </a:lnTo>
                  <a:lnTo>
                    <a:pt x="1600963" y="4150111"/>
                  </a:lnTo>
                  <a:lnTo>
                    <a:pt x="1601057" y="4150111"/>
                  </a:lnTo>
                  <a:lnTo>
                    <a:pt x="1601057" y="4145200"/>
                  </a:lnTo>
                  <a:lnTo>
                    <a:pt x="1601152" y="4145200"/>
                  </a:lnTo>
                  <a:lnTo>
                    <a:pt x="1601246" y="4145200"/>
                  </a:lnTo>
                  <a:lnTo>
                    <a:pt x="1601340" y="4145200"/>
                  </a:lnTo>
                  <a:lnTo>
                    <a:pt x="1601434" y="4145200"/>
                  </a:lnTo>
                  <a:lnTo>
                    <a:pt x="1601528" y="4145200"/>
                  </a:lnTo>
                  <a:lnTo>
                    <a:pt x="1601622" y="4145200"/>
                  </a:lnTo>
                  <a:lnTo>
                    <a:pt x="1601717" y="4145200"/>
                  </a:lnTo>
                  <a:lnTo>
                    <a:pt x="1601717" y="4140289"/>
                  </a:lnTo>
                  <a:lnTo>
                    <a:pt x="1601811" y="4140289"/>
                  </a:lnTo>
                  <a:lnTo>
                    <a:pt x="1601905" y="4140289"/>
                  </a:lnTo>
                  <a:lnTo>
                    <a:pt x="1601999" y="4140289"/>
                  </a:lnTo>
                  <a:lnTo>
                    <a:pt x="1602093" y="4140289"/>
                  </a:lnTo>
                  <a:lnTo>
                    <a:pt x="1602187" y="4140289"/>
                  </a:lnTo>
                  <a:lnTo>
                    <a:pt x="1602281" y="4140289"/>
                  </a:lnTo>
                  <a:lnTo>
                    <a:pt x="1602376" y="4140289"/>
                  </a:lnTo>
                  <a:lnTo>
                    <a:pt x="1602470" y="4140289"/>
                  </a:lnTo>
                  <a:lnTo>
                    <a:pt x="1602564" y="4140289"/>
                  </a:lnTo>
                  <a:lnTo>
                    <a:pt x="1602658" y="4140289"/>
                  </a:lnTo>
                  <a:lnTo>
                    <a:pt x="1602752" y="4140289"/>
                  </a:lnTo>
                  <a:lnTo>
                    <a:pt x="1602846" y="4140289"/>
                  </a:lnTo>
                  <a:lnTo>
                    <a:pt x="1602941" y="4140289"/>
                  </a:lnTo>
                  <a:lnTo>
                    <a:pt x="1603035" y="4140289"/>
                  </a:lnTo>
                  <a:lnTo>
                    <a:pt x="1603129" y="4140289"/>
                  </a:lnTo>
                  <a:lnTo>
                    <a:pt x="1603223" y="4140289"/>
                  </a:lnTo>
                  <a:lnTo>
                    <a:pt x="1603317" y="4140289"/>
                  </a:lnTo>
                  <a:lnTo>
                    <a:pt x="1603411" y="4140289"/>
                  </a:lnTo>
                  <a:lnTo>
                    <a:pt x="1603505" y="4140289"/>
                  </a:lnTo>
                  <a:lnTo>
                    <a:pt x="1603600" y="4140289"/>
                  </a:lnTo>
                  <a:lnTo>
                    <a:pt x="1603694" y="4140289"/>
                  </a:lnTo>
                  <a:lnTo>
                    <a:pt x="1603788" y="4140289"/>
                  </a:lnTo>
                  <a:lnTo>
                    <a:pt x="1603882" y="4140289"/>
                  </a:lnTo>
                  <a:lnTo>
                    <a:pt x="1603976" y="4140289"/>
                  </a:lnTo>
                  <a:lnTo>
                    <a:pt x="1604070" y="4140289"/>
                  </a:lnTo>
                  <a:lnTo>
                    <a:pt x="1604164" y="4140289"/>
                  </a:lnTo>
                  <a:lnTo>
                    <a:pt x="1604259" y="4140289"/>
                  </a:lnTo>
                  <a:lnTo>
                    <a:pt x="1604353" y="4140289"/>
                  </a:lnTo>
                  <a:lnTo>
                    <a:pt x="1604447" y="4140289"/>
                  </a:lnTo>
                  <a:lnTo>
                    <a:pt x="1604541" y="4140289"/>
                  </a:lnTo>
                  <a:lnTo>
                    <a:pt x="1604635" y="4140289"/>
                  </a:lnTo>
                  <a:lnTo>
                    <a:pt x="1604729" y="4140289"/>
                  </a:lnTo>
                  <a:lnTo>
                    <a:pt x="1604824" y="4140289"/>
                  </a:lnTo>
                  <a:lnTo>
                    <a:pt x="1604918" y="4140289"/>
                  </a:lnTo>
                  <a:lnTo>
                    <a:pt x="1605012" y="4140289"/>
                  </a:lnTo>
                  <a:lnTo>
                    <a:pt x="1605106" y="4140289"/>
                  </a:lnTo>
                  <a:lnTo>
                    <a:pt x="1605106" y="4135377"/>
                  </a:lnTo>
                  <a:lnTo>
                    <a:pt x="1605200" y="4135377"/>
                  </a:lnTo>
                  <a:lnTo>
                    <a:pt x="1605294" y="4135377"/>
                  </a:lnTo>
                  <a:lnTo>
                    <a:pt x="1605388" y="4135377"/>
                  </a:lnTo>
                  <a:lnTo>
                    <a:pt x="1605483" y="4135377"/>
                  </a:lnTo>
                  <a:lnTo>
                    <a:pt x="1605577" y="4135377"/>
                  </a:lnTo>
                  <a:lnTo>
                    <a:pt x="1605671" y="4135377"/>
                  </a:lnTo>
                  <a:lnTo>
                    <a:pt x="1605765" y="4135377"/>
                  </a:lnTo>
                  <a:lnTo>
                    <a:pt x="1605859" y="4135377"/>
                  </a:lnTo>
                  <a:lnTo>
                    <a:pt x="1605953" y="4135377"/>
                  </a:lnTo>
                  <a:lnTo>
                    <a:pt x="1606048" y="4135377"/>
                  </a:lnTo>
                  <a:lnTo>
                    <a:pt x="1606142" y="4135377"/>
                  </a:lnTo>
                  <a:lnTo>
                    <a:pt x="1606236" y="4135377"/>
                  </a:lnTo>
                  <a:lnTo>
                    <a:pt x="1606330" y="4135377"/>
                  </a:lnTo>
                  <a:lnTo>
                    <a:pt x="1606424" y="4135377"/>
                  </a:lnTo>
                  <a:lnTo>
                    <a:pt x="1606518" y="4135377"/>
                  </a:lnTo>
                  <a:lnTo>
                    <a:pt x="1606612" y="4135377"/>
                  </a:lnTo>
                  <a:lnTo>
                    <a:pt x="1606707" y="4135377"/>
                  </a:lnTo>
                  <a:lnTo>
                    <a:pt x="1606801" y="4135377"/>
                  </a:lnTo>
                  <a:lnTo>
                    <a:pt x="1606895" y="4135377"/>
                  </a:lnTo>
                  <a:lnTo>
                    <a:pt x="1606989" y="4135377"/>
                  </a:lnTo>
                  <a:lnTo>
                    <a:pt x="1607083" y="4135377"/>
                  </a:lnTo>
                  <a:lnTo>
                    <a:pt x="1607177" y="4135377"/>
                  </a:lnTo>
                  <a:lnTo>
                    <a:pt x="1607272" y="4135377"/>
                  </a:lnTo>
                  <a:lnTo>
                    <a:pt x="1607366" y="4135377"/>
                  </a:lnTo>
                  <a:lnTo>
                    <a:pt x="1607460" y="4135377"/>
                  </a:lnTo>
                  <a:lnTo>
                    <a:pt x="1607554" y="4135377"/>
                  </a:lnTo>
                  <a:lnTo>
                    <a:pt x="1607648" y="4135377"/>
                  </a:lnTo>
                  <a:lnTo>
                    <a:pt x="1607742" y="4135377"/>
                  </a:lnTo>
                  <a:lnTo>
                    <a:pt x="1607836" y="4135377"/>
                  </a:lnTo>
                  <a:lnTo>
                    <a:pt x="1607931" y="4135377"/>
                  </a:lnTo>
                  <a:lnTo>
                    <a:pt x="1608025" y="4135377"/>
                  </a:lnTo>
                  <a:lnTo>
                    <a:pt x="1608119" y="4135377"/>
                  </a:lnTo>
                  <a:lnTo>
                    <a:pt x="1608213" y="4135377"/>
                  </a:lnTo>
                  <a:lnTo>
                    <a:pt x="1608307" y="4135377"/>
                  </a:lnTo>
                  <a:lnTo>
                    <a:pt x="1608401" y="4135377"/>
                  </a:lnTo>
                  <a:lnTo>
                    <a:pt x="1608495" y="4135377"/>
                  </a:lnTo>
                  <a:lnTo>
                    <a:pt x="1608590" y="4135377"/>
                  </a:lnTo>
                  <a:lnTo>
                    <a:pt x="1608684" y="4135377"/>
                  </a:lnTo>
                  <a:lnTo>
                    <a:pt x="1608778" y="4135377"/>
                  </a:lnTo>
                  <a:lnTo>
                    <a:pt x="1608872" y="4135377"/>
                  </a:lnTo>
                  <a:lnTo>
                    <a:pt x="1608966" y="4135377"/>
                  </a:lnTo>
                  <a:lnTo>
                    <a:pt x="1609060" y="4135377"/>
                  </a:lnTo>
                  <a:lnTo>
                    <a:pt x="1609155" y="4135377"/>
                  </a:lnTo>
                  <a:lnTo>
                    <a:pt x="1609249" y="4135377"/>
                  </a:lnTo>
                  <a:lnTo>
                    <a:pt x="1609343" y="4135377"/>
                  </a:lnTo>
                  <a:lnTo>
                    <a:pt x="1609437" y="4135377"/>
                  </a:lnTo>
                  <a:lnTo>
                    <a:pt x="1609531" y="4135377"/>
                  </a:lnTo>
                  <a:lnTo>
                    <a:pt x="1609625" y="4135377"/>
                  </a:lnTo>
                  <a:lnTo>
                    <a:pt x="1609719" y="4135377"/>
                  </a:lnTo>
                  <a:lnTo>
                    <a:pt x="1609814" y="4135377"/>
                  </a:lnTo>
                  <a:lnTo>
                    <a:pt x="1609908" y="4135377"/>
                  </a:lnTo>
                  <a:lnTo>
                    <a:pt x="1610002" y="4135377"/>
                  </a:lnTo>
                  <a:lnTo>
                    <a:pt x="1610096" y="4135377"/>
                  </a:lnTo>
                  <a:lnTo>
                    <a:pt x="1610190" y="4135377"/>
                  </a:lnTo>
                  <a:lnTo>
                    <a:pt x="1610284" y="4135377"/>
                  </a:lnTo>
                  <a:lnTo>
                    <a:pt x="1610379" y="4135377"/>
                  </a:lnTo>
                  <a:lnTo>
                    <a:pt x="1610473" y="4135377"/>
                  </a:lnTo>
                  <a:lnTo>
                    <a:pt x="1610567" y="4135377"/>
                  </a:lnTo>
                  <a:lnTo>
                    <a:pt x="1610661" y="4135377"/>
                  </a:lnTo>
                  <a:lnTo>
                    <a:pt x="1610755" y="4135377"/>
                  </a:lnTo>
                  <a:lnTo>
                    <a:pt x="1610849" y="4135377"/>
                  </a:lnTo>
                  <a:lnTo>
                    <a:pt x="1610849" y="4130466"/>
                  </a:lnTo>
                  <a:lnTo>
                    <a:pt x="1610943" y="4130466"/>
                  </a:lnTo>
                  <a:lnTo>
                    <a:pt x="1611038" y="4130466"/>
                  </a:lnTo>
                  <a:lnTo>
                    <a:pt x="1611132" y="4130466"/>
                  </a:lnTo>
                  <a:lnTo>
                    <a:pt x="1611226" y="4130466"/>
                  </a:lnTo>
                  <a:lnTo>
                    <a:pt x="1611320" y="4130466"/>
                  </a:lnTo>
                  <a:lnTo>
                    <a:pt x="1611414" y="4130466"/>
                  </a:lnTo>
                  <a:lnTo>
                    <a:pt x="1611508" y="4130466"/>
                  </a:lnTo>
                  <a:lnTo>
                    <a:pt x="1611603" y="4130466"/>
                  </a:lnTo>
                  <a:lnTo>
                    <a:pt x="1611697" y="4130466"/>
                  </a:lnTo>
                  <a:lnTo>
                    <a:pt x="1611791" y="4130466"/>
                  </a:lnTo>
                  <a:lnTo>
                    <a:pt x="1611885" y="4130466"/>
                  </a:lnTo>
                  <a:lnTo>
                    <a:pt x="1611979" y="4130466"/>
                  </a:lnTo>
                  <a:lnTo>
                    <a:pt x="1612073" y="4130466"/>
                  </a:lnTo>
                  <a:lnTo>
                    <a:pt x="1612167" y="4130466"/>
                  </a:lnTo>
                  <a:lnTo>
                    <a:pt x="1612262" y="4130466"/>
                  </a:lnTo>
                  <a:lnTo>
                    <a:pt x="1612356" y="4130466"/>
                  </a:lnTo>
                  <a:lnTo>
                    <a:pt x="1612450" y="4130466"/>
                  </a:lnTo>
                  <a:lnTo>
                    <a:pt x="1612544" y="4130466"/>
                  </a:lnTo>
                  <a:lnTo>
                    <a:pt x="1612544" y="4125554"/>
                  </a:lnTo>
                  <a:lnTo>
                    <a:pt x="1612638" y="4125554"/>
                  </a:lnTo>
                  <a:lnTo>
                    <a:pt x="1612732" y="4125554"/>
                  </a:lnTo>
                  <a:lnTo>
                    <a:pt x="1612826" y="4125554"/>
                  </a:lnTo>
                  <a:lnTo>
                    <a:pt x="1612921" y="4125554"/>
                  </a:lnTo>
                  <a:lnTo>
                    <a:pt x="1613015" y="4125554"/>
                  </a:lnTo>
                  <a:lnTo>
                    <a:pt x="1613109" y="4125554"/>
                  </a:lnTo>
                  <a:lnTo>
                    <a:pt x="1613203" y="4125554"/>
                  </a:lnTo>
                  <a:lnTo>
                    <a:pt x="1613297" y="4125554"/>
                  </a:lnTo>
                  <a:lnTo>
                    <a:pt x="1613391" y="4125554"/>
                  </a:lnTo>
                  <a:lnTo>
                    <a:pt x="1613486" y="4125554"/>
                  </a:lnTo>
                  <a:lnTo>
                    <a:pt x="1613580" y="4125554"/>
                  </a:lnTo>
                  <a:lnTo>
                    <a:pt x="1613674" y="4125554"/>
                  </a:lnTo>
                  <a:lnTo>
                    <a:pt x="1613768" y="4125554"/>
                  </a:lnTo>
                  <a:lnTo>
                    <a:pt x="1613862" y="4125554"/>
                  </a:lnTo>
                  <a:lnTo>
                    <a:pt x="1613956" y="4125554"/>
                  </a:lnTo>
                  <a:lnTo>
                    <a:pt x="1614050" y="4125554"/>
                  </a:lnTo>
                  <a:lnTo>
                    <a:pt x="1614145" y="4125554"/>
                  </a:lnTo>
                  <a:lnTo>
                    <a:pt x="1614239" y="4125554"/>
                  </a:lnTo>
                  <a:lnTo>
                    <a:pt x="1614333" y="4125554"/>
                  </a:lnTo>
                  <a:lnTo>
                    <a:pt x="1614427" y="4125554"/>
                  </a:lnTo>
                  <a:lnTo>
                    <a:pt x="1614521" y="4125554"/>
                  </a:lnTo>
                  <a:lnTo>
                    <a:pt x="1614615" y="4125554"/>
                  </a:lnTo>
                  <a:lnTo>
                    <a:pt x="1614710" y="4125554"/>
                  </a:lnTo>
                  <a:lnTo>
                    <a:pt x="1614804" y="4125554"/>
                  </a:lnTo>
                  <a:lnTo>
                    <a:pt x="1614898" y="4125554"/>
                  </a:lnTo>
                  <a:lnTo>
                    <a:pt x="1614992" y="4125554"/>
                  </a:lnTo>
                  <a:lnTo>
                    <a:pt x="1615086" y="4125554"/>
                  </a:lnTo>
                  <a:lnTo>
                    <a:pt x="1615180" y="4125554"/>
                  </a:lnTo>
                  <a:lnTo>
                    <a:pt x="1615274" y="4125554"/>
                  </a:lnTo>
                  <a:lnTo>
                    <a:pt x="1615369" y="4125554"/>
                  </a:lnTo>
                  <a:lnTo>
                    <a:pt x="1615463" y="4125554"/>
                  </a:lnTo>
                  <a:lnTo>
                    <a:pt x="1615557" y="4125554"/>
                  </a:lnTo>
                  <a:lnTo>
                    <a:pt x="1615651" y="4125554"/>
                  </a:lnTo>
                  <a:lnTo>
                    <a:pt x="1615745" y="4125554"/>
                  </a:lnTo>
                  <a:lnTo>
                    <a:pt x="1615839" y="4125554"/>
                  </a:lnTo>
                  <a:lnTo>
                    <a:pt x="1615934" y="4125554"/>
                  </a:lnTo>
                  <a:lnTo>
                    <a:pt x="1616028" y="4125554"/>
                  </a:lnTo>
                  <a:lnTo>
                    <a:pt x="1616122" y="4125554"/>
                  </a:lnTo>
                  <a:lnTo>
                    <a:pt x="1616216" y="4125554"/>
                  </a:lnTo>
                  <a:lnTo>
                    <a:pt x="1616310" y="4125554"/>
                  </a:lnTo>
                  <a:lnTo>
                    <a:pt x="1616404" y="4125554"/>
                  </a:lnTo>
                  <a:lnTo>
                    <a:pt x="1616498" y="4125554"/>
                  </a:lnTo>
                  <a:lnTo>
                    <a:pt x="1616593" y="4125554"/>
                  </a:lnTo>
                  <a:lnTo>
                    <a:pt x="1616687" y="4125554"/>
                  </a:lnTo>
                  <a:lnTo>
                    <a:pt x="1616781" y="4125554"/>
                  </a:lnTo>
                  <a:lnTo>
                    <a:pt x="1616875" y="4125554"/>
                  </a:lnTo>
                  <a:lnTo>
                    <a:pt x="1616969" y="4125554"/>
                  </a:lnTo>
                  <a:lnTo>
                    <a:pt x="1617063" y="4125554"/>
                  </a:lnTo>
                  <a:lnTo>
                    <a:pt x="1617157" y="4125554"/>
                  </a:lnTo>
                  <a:lnTo>
                    <a:pt x="1617252" y="4125554"/>
                  </a:lnTo>
                  <a:lnTo>
                    <a:pt x="1617346" y="4125554"/>
                  </a:lnTo>
                  <a:lnTo>
                    <a:pt x="1617440" y="4125554"/>
                  </a:lnTo>
                  <a:lnTo>
                    <a:pt x="1617534" y="4125554"/>
                  </a:lnTo>
                  <a:lnTo>
                    <a:pt x="1617628" y="4125554"/>
                  </a:lnTo>
                  <a:lnTo>
                    <a:pt x="1617722" y="4125554"/>
                  </a:lnTo>
                  <a:lnTo>
                    <a:pt x="1617817" y="4125554"/>
                  </a:lnTo>
                  <a:lnTo>
                    <a:pt x="1617911" y="4125554"/>
                  </a:lnTo>
                  <a:lnTo>
                    <a:pt x="1618005" y="4125554"/>
                  </a:lnTo>
                  <a:lnTo>
                    <a:pt x="1618099" y="4125554"/>
                  </a:lnTo>
                  <a:lnTo>
                    <a:pt x="1618193" y="4125554"/>
                  </a:lnTo>
                  <a:lnTo>
                    <a:pt x="1618287" y="4125554"/>
                  </a:lnTo>
                  <a:lnTo>
                    <a:pt x="1618381" y="4125554"/>
                  </a:lnTo>
                  <a:lnTo>
                    <a:pt x="1618476" y="4125554"/>
                  </a:lnTo>
                  <a:lnTo>
                    <a:pt x="1618570" y="4125554"/>
                  </a:lnTo>
                  <a:lnTo>
                    <a:pt x="1618664" y="4125554"/>
                  </a:lnTo>
                  <a:lnTo>
                    <a:pt x="1618758" y="4125554"/>
                  </a:lnTo>
                  <a:lnTo>
                    <a:pt x="1618852" y="4125554"/>
                  </a:lnTo>
                  <a:lnTo>
                    <a:pt x="1618946" y="4125554"/>
                  </a:lnTo>
                  <a:lnTo>
                    <a:pt x="1619041" y="4125554"/>
                  </a:lnTo>
                  <a:lnTo>
                    <a:pt x="1619135" y="4125554"/>
                  </a:lnTo>
                  <a:lnTo>
                    <a:pt x="1619229" y="4125554"/>
                  </a:lnTo>
                  <a:lnTo>
                    <a:pt x="1619323" y="4125554"/>
                  </a:lnTo>
                  <a:lnTo>
                    <a:pt x="1619417" y="4125554"/>
                  </a:lnTo>
                  <a:lnTo>
                    <a:pt x="1619511" y="4125554"/>
                  </a:lnTo>
                  <a:lnTo>
                    <a:pt x="1619605" y="4125554"/>
                  </a:lnTo>
                  <a:lnTo>
                    <a:pt x="1619700" y="4125554"/>
                  </a:lnTo>
                  <a:lnTo>
                    <a:pt x="1619794" y="4125554"/>
                  </a:lnTo>
                  <a:lnTo>
                    <a:pt x="1619888" y="4125554"/>
                  </a:lnTo>
                  <a:lnTo>
                    <a:pt x="1619982" y="4125554"/>
                  </a:lnTo>
                  <a:lnTo>
                    <a:pt x="1620076" y="4125554"/>
                  </a:lnTo>
                  <a:lnTo>
                    <a:pt x="1620170" y="4125554"/>
                  </a:lnTo>
                  <a:lnTo>
                    <a:pt x="1620265" y="4125554"/>
                  </a:lnTo>
                  <a:lnTo>
                    <a:pt x="1620359" y="4125554"/>
                  </a:lnTo>
                  <a:lnTo>
                    <a:pt x="1620453" y="4125554"/>
                  </a:lnTo>
                  <a:lnTo>
                    <a:pt x="1620547" y="4125554"/>
                  </a:lnTo>
                  <a:lnTo>
                    <a:pt x="1620641" y="4125554"/>
                  </a:lnTo>
                  <a:lnTo>
                    <a:pt x="1620735" y="4125554"/>
                  </a:lnTo>
                  <a:lnTo>
                    <a:pt x="1620829" y="4125554"/>
                  </a:lnTo>
                  <a:lnTo>
                    <a:pt x="1620924" y="4125554"/>
                  </a:lnTo>
                  <a:lnTo>
                    <a:pt x="1620924" y="4120643"/>
                  </a:lnTo>
                  <a:lnTo>
                    <a:pt x="1620924" y="4115732"/>
                  </a:lnTo>
                  <a:lnTo>
                    <a:pt x="1621018" y="4115732"/>
                  </a:lnTo>
                  <a:lnTo>
                    <a:pt x="1621112" y="4115732"/>
                  </a:lnTo>
                  <a:lnTo>
                    <a:pt x="1621206" y="4115732"/>
                  </a:lnTo>
                  <a:lnTo>
                    <a:pt x="1621300" y="4115732"/>
                  </a:lnTo>
                  <a:lnTo>
                    <a:pt x="1621394" y="4115732"/>
                  </a:lnTo>
                  <a:lnTo>
                    <a:pt x="1621489" y="4115732"/>
                  </a:lnTo>
                  <a:lnTo>
                    <a:pt x="1621583" y="4115732"/>
                  </a:lnTo>
                  <a:lnTo>
                    <a:pt x="1621677" y="4115732"/>
                  </a:lnTo>
                  <a:lnTo>
                    <a:pt x="1621771" y="4115732"/>
                  </a:lnTo>
                  <a:lnTo>
                    <a:pt x="1621865" y="4115732"/>
                  </a:lnTo>
                  <a:lnTo>
                    <a:pt x="1621959" y="4115732"/>
                  </a:lnTo>
                  <a:lnTo>
                    <a:pt x="1622053" y="4115732"/>
                  </a:lnTo>
                  <a:lnTo>
                    <a:pt x="1622148" y="4115732"/>
                  </a:lnTo>
                  <a:lnTo>
                    <a:pt x="1622242" y="4115732"/>
                  </a:lnTo>
                  <a:lnTo>
                    <a:pt x="1622336" y="4115732"/>
                  </a:lnTo>
                  <a:lnTo>
                    <a:pt x="1622430" y="4115732"/>
                  </a:lnTo>
                  <a:lnTo>
                    <a:pt x="1622524" y="4115732"/>
                  </a:lnTo>
                  <a:lnTo>
                    <a:pt x="1622618" y="4115732"/>
                  </a:lnTo>
                  <a:lnTo>
                    <a:pt x="1622712" y="4115732"/>
                  </a:lnTo>
                  <a:lnTo>
                    <a:pt x="1622807" y="4115732"/>
                  </a:lnTo>
                  <a:lnTo>
                    <a:pt x="1622901" y="4115732"/>
                  </a:lnTo>
                  <a:lnTo>
                    <a:pt x="1622995" y="4115732"/>
                  </a:lnTo>
                  <a:lnTo>
                    <a:pt x="1623089" y="4115732"/>
                  </a:lnTo>
                  <a:lnTo>
                    <a:pt x="1623183" y="4115732"/>
                  </a:lnTo>
                  <a:lnTo>
                    <a:pt x="1623277" y="4115732"/>
                  </a:lnTo>
                  <a:lnTo>
                    <a:pt x="1623372" y="4115732"/>
                  </a:lnTo>
                  <a:lnTo>
                    <a:pt x="1623466" y="4115732"/>
                  </a:lnTo>
                  <a:lnTo>
                    <a:pt x="1623560" y="4115732"/>
                  </a:lnTo>
                  <a:lnTo>
                    <a:pt x="1623654" y="4115732"/>
                  </a:lnTo>
                  <a:lnTo>
                    <a:pt x="1623748" y="4115732"/>
                  </a:lnTo>
                  <a:lnTo>
                    <a:pt x="1623842" y="4115732"/>
                  </a:lnTo>
                  <a:lnTo>
                    <a:pt x="1623936" y="4115732"/>
                  </a:lnTo>
                  <a:lnTo>
                    <a:pt x="1623936" y="4110820"/>
                  </a:lnTo>
                  <a:lnTo>
                    <a:pt x="1624031" y="4110820"/>
                  </a:lnTo>
                  <a:lnTo>
                    <a:pt x="1624125" y="4110820"/>
                  </a:lnTo>
                  <a:lnTo>
                    <a:pt x="1624125" y="4105909"/>
                  </a:lnTo>
                  <a:lnTo>
                    <a:pt x="1624219" y="4105909"/>
                  </a:lnTo>
                  <a:lnTo>
                    <a:pt x="1624219" y="4100998"/>
                  </a:lnTo>
                  <a:lnTo>
                    <a:pt x="1624313" y="4100998"/>
                  </a:lnTo>
                  <a:lnTo>
                    <a:pt x="1624407" y="4100998"/>
                  </a:lnTo>
                  <a:lnTo>
                    <a:pt x="1624501" y="4100998"/>
                  </a:lnTo>
                  <a:lnTo>
                    <a:pt x="1624596" y="4100998"/>
                  </a:lnTo>
                  <a:lnTo>
                    <a:pt x="1624690" y="4100998"/>
                  </a:lnTo>
                  <a:lnTo>
                    <a:pt x="1624784" y="4100998"/>
                  </a:lnTo>
                  <a:lnTo>
                    <a:pt x="1624878" y="4100998"/>
                  </a:lnTo>
                  <a:lnTo>
                    <a:pt x="1624972" y="4100998"/>
                  </a:lnTo>
                  <a:lnTo>
                    <a:pt x="1625066" y="4100998"/>
                  </a:lnTo>
                  <a:lnTo>
                    <a:pt x="1625160" y="4100998"/>
                  </a:lnTo>
                  <a:lnTo>
                    <a:pt x="1625255" y="4100998"/>
                  </a:lnTo>
                  <a:lnTo>
                    <a:pt x="1625349" y="4100998"/>
                  </a:lnTo>
                  <a:lnTo>
                    <a:pt x="1625443" y="4100998"/>
                  </a:lnTo>
                  <a:lnTo>
                    <a:pt x="1625537" y="4100998"/>
                  </a:lnTo>
                  <a:lnTo>
                    <a:pt x="1625631" y="4100998"/>
                  </a:lnTo>
                  <a:lnTo>
                    <a:pt x="1625725" y="4100998"/>
                  </a:lnTo>
                  <a:lnTo>
                    <a:pt x="1625820" y="4100998"/>
                  </a:lnTo>
                  <a:lnTo>
                    <a:pt x="1625914" y="4100998"/>
                  </a:lnTo>
                  <a:lnTo>
                    <a:pt x="1626008" y="4100998"/>
                  </a:lnTo>
                  <a:lnTo>
                    <a:pt x="1626102" y="4100998"/>
                  </a:lnTo>
                  <a:lnTo>
                    <a:pt x="1626196" y="4100998"/>
                  </a:lnTo>
                  <a:lnTo>
                    <a:pt x="1626290" y="4100998"/>
                  </a:lnTo>
                  <a:lnTo>
                    <a:pt x="1626384" y="4100998"/>
                  </a:lnTo>
                  <a:lnTo>
                    <a:pt x="1626479" y="4100998"/>
                  </a:lnTo>
                  <a:lnTo>
                    <a:pt x="1626573" y="4100998"/>
                  </a:lnTo>
                  <a:lnTo>
                    <a:pt x="1626667" y="4100998"/>
                  </a:lnTo>
                  <a:lnTo>
                    <a:pt x="1626761" y="4100998"/>
                  </a:lnTo>
                  <a:lnTo>
                    <a:pt x="1626855" y="4100998"/>
                  </a:lnTo>
                  <a:lnTo>
                    <a:pt x="1626855" y="4096086"/>
                  </a:lnTo>
                  <a:lnTo>
                    <a:pt x="1626949" y="4096086"/>
                  </a:lnTo>
                  <a:lnTo>
                    <a:pt x="1627043" y="4096086"/>
                  </a:lnTo>
                  <a:lnTo>
                    <a:pt x="1627138" y="4096086"/>
                  </a:lnTo>
                  <a:lnTo>
                    <a:pt x="1627232" y="4096086"/>
                  </a:lnTo>
                  <a:lnTo>
                    <a:pt x="1627326" y="4096086"/>
                  </a:lnTo>
                  <a:lnTo>
                    <a:pt x="1627420" y="4096086"/>
                  </a:lnTo>
                  <a:lnTo>
                    <a:pt x="1627514" y="4096086"/>
                  </a:lnTo>
                  <a:lnTo>
                    <a:pt x="1627514" y="4091175"/>
                  </a:lnTo>
                  <a:lnTo>
                    <a:pt x="1627608" y="4091175"/>
                  </a:lnTo>
                  <a:lnTo>
                    <a:pt x="1627703" y="4091175"/>
                  </a:lnTo>
                  <a:lnTo>
                    <a:pt x="1627797" y="4091175"/>
                  </a:lnTo>
                  <a:lnTo>
                    <a:pt x="1627797" y="4086263"/>
                  </a:lnTo>
                  <a:lnTo>
                    <a:pt x="1627891" y="4086263"/>
                  </a:lnTo>
                  <a:lnTo>
                    <a:pt x="1627985" y="4086263"/>
                  </a:lnTo>
                  <a:lnTo>
                    <a:pt x="1628079" y="4086263"/>
                  </a:lnTo>
                  <a:lnTo>
                    <a:pt x="1628173" y="4086263"/>
                  </a:lnTo>
                  <a:lnTo>
                    <a:pt x="1628267" y="4086263"/>
                  </a:lnTo>
                  <a:lnTo>
                    <a:pt x="1628362" y="4086263"/>
                  </a:lnTo>
                  <a:lnTo>
                    <a:pt x="1628456" y="4086263"/>
                  </a:lnTo>
                  <a:lnTo>
                    <a:pt x="1628550" y="4086263"/>
                  </a:lnTo>
                  <a:lnTo>
                    <a:pt x="1628644" y="4086263"/>
                  </a:lnTo>
                  <a:lnTo>
                    <a:pt x="1628738" y="4086263"/>
                  </a:lnTo>
                  <a:lnTo>
                    <a:pt x="1628832" y="4086263"/>
                  </a:lnTo>
                  <a:lnTo>
                    <a:pt x="1628927" y="4086263"/>
                  </a:lnTo>
                  <a:lnTo>
                    <a:pt x="1629021" y="4086263"/>
                  </a:lnTo>
                  <a:lnTo>
                    <a:pt x="1629115" y="4086263"/>
                  </a:lnTo>
                  <a:lnTo>
                    <a:pt x="1629209" y="4086263"/>
                  </a:lnTo>
                  <a:lnTo>
                    <a:pt x="1629303" y="4086263"/>
                  </a:lnTo>
                  <a:lnTo>
                    <a:pt x="1629397" y="4086263"/>
                  </a:lnTo>
                  <a:lnTo>
                    <a:pt x="1629491" y="4086263"/>
                  </a:lnTo>
                  <a:lnTo>
                    <a:pt x="1629586" y="4086263"/>
                  </a:lnTo>
                  <a:lnTo>
                    <a:pt x="1629680" y="4086263"/>
                  </a:lnTo>
                  <a:lnTo>
                    <a:pt x="1629774" y="4086263"/>
                  </a:lnTo>
                  <a:lnTo>
                    <a:pt x="1629868" y="4086263"/>
                  </a:lnTo>
                  <a:lnTo>
                    <a:pt x="1629962" y="4086263"/>
                  </a:lnTo>
                  <a:lnTo>
                    <a:pt x="1630056" y="4086263"/>
                  </a:lnTo>
                  <a:lnTo>
                    <a:pt x="1630151" y="4086263"/>
                  </a:lnTo>
                  <a:lnTo>
                    <a:pt x="1630245" y="4086263"/>
                  </a:lnTo>
                  <a:lnTo>
                    <a:pt x="1630339" y="4086263"/>
                  </a:lnTo>
                  <a:lnTo>
                    <a:pt x="1630433" y="4086263"/>
                  </a:lnTo>
                  <a:lnTo>
                    <a:pt x="1630527" y="4086263"/>
                  </a:lnTo>
                  <a:lnTo>
                    <a:pt x="1630621" y="4086263"/>
                  </a:lnTo>
                  <a:lnTo>
                    <a:pt x="1630715" y="4086263"/>
                  </a:lnTo>
                  <a:lnTo>
                    <a:pt x="1630810" y="4086263"/>
                  </a:lnTo>
                  <a:lnTo>
                    <a:pt x="1630904" y="4086263"/>
                  </a:lnTo>
                  <a:lnTo>
                    <a:pt x="1630998" y="4086263"/>
                  </a:lnTo>
                  <a:lnTo>
                    <a:pt x="1631092" y="4086263"/>
                  </a:lnTo>
                  <a:lnTo>
                    <a:pt x="1631186" y="4086263"/>
                  </a:lnTo>
                  <a:lnTo>
                    <a:pt x="1631280" y="4086263"/>
                  </a:lnTo>
                  <a:lnTo>
                    <a:pt x="1631374" y="4086263"/>
                  </a:lnTo>
                  <a:lnTo>
                    <a:pt x="1631469" y="4086263"/>
                  </a:lnTo>
                  <a:lnTo>
                    <a:pt x="1631563" y="4086263"/>
                  </a:lnTo>
                  <a:lnTo>
                    <a:pt x="1631657" y="4086263"/>
                  </a:lnTo>
                  <a:lnTo>
                    <a:pt x="1631751" y="4086263"/>
                  </a:lnTo>
                  <a:lnTo>
                    <a:pt x="1631845" y="4086263"/>
                  </a:lnTo>
                  <a:lnTo>
                    <a:pt x="1631939" y="4086263"/>
                  </a:lnTo>
                  <a:lnTo>
                    <a:pt x="1632034" y="4086263"/>
                  </a:lnTo>
                  <a:lnTo>
                    <a:pt x="1632128" y="4086263"/>
                  </a:lnTo>
                  <a:lnTo>
                    <a:pt x="1632222" y="4086263"/>
                  </a:lnTo>
                  <a:lnTo>
                    <a:pt x="1632316" y="4086263"/>
                  </a:lnTo>
                  <a:lnTo>
                    <a:pt x="1632410" y="4086263"/>
                  </a:lnTo>
                  <a:lnTo>
                    <a:pt x="1632504" y="4086263"/>
                  </a:lnTo>
                  <a:lnTo>
                    <a:pt x="1632598" y="4086263"/>
                  </a:lnTo>
                  <a:lnTo>
                    <a:pt x="1632693" y="4086263"/>
                  </a:lnTo>
                  <a:lnTo>
                    <a:pt x="1632787" y="4086263"/>
                  </a:lnTo>
                  <a:lnTo>
                    <a:pt x="1632881" y="4086263"/>
                  </a:lnTo>
                  <a:lnTo>
                    <a:pt x="1632975" y="4086263"/>
                  </a:lnTo>
                  <a:lnTo>
                    <a:pt x="1633069" y="4086263"/>
                  </a:lnTo>
                  <a:lnTo>
                    <a:pt x="1633163" y="4086263"/>
                  </a:lnTo>
                  <a:lnTo>
                    <a:pt x="1633258" y="4086263"/>
                  </a:lnTo>
                  <a:lnTo>
                    <a:pt x="1633352" y="4086263"/>
                  </a:lnTo>
                  <a:lnTo>
                    <a:pt x="1633446" y="4086263"/>
                  </a:lnTo>
                  <a:lnTo>
                    <a:pt x="1633540" y="4086263"/>
                  </a:lnTo>
                  <a:lnTo>
                    <a:pt x="1633634" y="4086263"/>
                  </a:lnTo>
                  <a:lnTo>
                    <a:pt x="1633728" y="4086263"/>
                  </a:lnTo>
                  <a:lnTo>
                    <a:pt x="1633822" y="4086263"/>
                  </a:lnTo>
                  <a:lnTo>
                    <a:pt x="1633917" y="4086263"/>
                  </a:lnTo>
                  <a:lnTo>
                    <a:pt x="1634011" y="4086263"/>
                  </a:lnTo>
                  <a:lnTo>
                    <a:pt x="1634105" y="4086263"/>
                  </a:lnTo>
                  <a:lnTo>
                    <a:pt x="1634199" y="4086263"/>
                  </a:lnTo>
                  <a:lnTo>
                    <a:pt x="1634293" y="4086263"/>
                  </a:lnTo>
                  <a:lnTo>
                    <a:pt x="1634387" y="4086263"/>
                  </a:lnTo>
                  <a:lnTo>
                    <a:pt x="1634482" y="4086263"/>
                  </a:lnTo>
                  <a:lnTo>
                    <a:pt x="1634576" y="4086263"/>
                  </a:lnTo>
                  <a:lnTo>
                    <a:pt x="1634670" y="4086263"/>
                  </a:lnTo>
                  <a:lnTo>
                    <a:pt x="1634764" y="4086263"/>
                  </a:lnTo>
                  <a:lnTo>
                    <a:pt x="1634858" y="4086263"/>
                  </a:lnTo>
                  <a:lnTo>
                    <a:pt x="1634952" y="4086263"/>
                  </a:lnTo>
                  <a:lnTo>
                    <a:pt x="1635046" y="4086263"/>
                  </a:lnTo>
                  <a:lnTo>
                    <a:pt x="1635141" y="4086263"/>
                  </a:lnTo>
                  <a:lnTo>
                    <a:pt x="1635235" y="4086263"/>
                  </a:lnTo>
                  <a:lnTo>
                    <a:pt x="1635329" y="4086263"/>
                  </a:lnTo>
                  <a:lnTo>
                    <a:pt x="1635423" y="4086263"/>
                  </a:lnTo>
                  <a:lnTo>
                    <a:pt x="1635517" y="4086263"/>
                  </a:lnTo>
                  <a:lnTo>
                    <a:pt x="1635517" y="4081352"/>
                  </a:lnTo>
                  <a:lnTo>
                    <a:pt x="1635611" y="4081352"/>
                  </a:lnTo>
                  <a:lnTo>
                    <a:pt x="1635705" y="4081352"/>
                  </a:lnTo>
                  <a:lnTo>
                    <a:pt x="1635800" y="4081352"/>
                  </a:lnTo>
                  <a:lnTo>
                    <a:pt x="1635894" y="4081352"/>
                  </a:lnTo>
                  <a:lnTo>
                    <a:pt x="1635988" y="4081352"/>
                  </a:lnTo>
                  <a:lnTo>
                    <a:pt x="1636082" y="4081352"/>
                  </a:lnTo>
                  <a:lnTo>
                    <a:pt x="1636176" y="4081352"/>
                  </a:lnTo>
                  <a:lnTo>
                    <a:pt x="1636270" y="4081352"/>
                  </a:lnTo>
                  <a:lnTo>
                    <a:pt x="1636365" y="4081352"/>
                  </a:lnTo>
                  <a:lnTo>
                    <a:pt x="1636459" y="4081352"/>
                  </a:lnTo>
                  <a:lnTo>
                    <a:pt x="1636553" y="4081352"/>
                  </a:lnTo>
                  <a:lnTo>
                    <a:pt x="1636647" y="4081352"/>
                  </a:lnTo>
                  <a:lnTo>
                    <a:pt x="1636741" y="4081352"/>
                  </a:lnTo>
                  <a:lnTo>
                    <a:pt x="1636835" y="4081352"/>
                  </a:lnTo>
                  <a:lnTo>
                    <a:pt x="1636929" y="4081352"/>
                  </a:lnTo>
                  <a:lnTo>
                    <a:pt x="1636929" y="4076441"/>
                  </a:lnTo>
                  <a:lnTo>
                    <a:pt x="1637024" y="4076441"/>
                  </a:lnTo>
                  <a:lnTo>
                    <a:pt x="1637118" y="4076441"/>
                  </a:lnTo>
                  <a:lnTo>
                    <a:pt x="1637212" y="4076441"/>
                  </a:lnTo>
                  <a:lnTo>
                    <a:pt x="1637306" y="4076441"/>
                  </a:lnTo>
                  <a:lnTo>
                    <a:pt x="1637400" y="4076441"/>
                  </a:lnTo>
                  <a:lnTo>
                    <a:pt x="1637494" y="4076441"/>
                  </a:lnTo>
                  <a:lnTo>
                    <a:pt x="1637589" y="4076441"/>
                  </a:lnTo>
                  <a:lnTo>
                    <a:pt x="1637683" y="4076441"/>
                  </a:lnTo>
                  <a:lnTo>
                    <a:pt x="1637777" y="4076441"/>
                  </a:lnTo>
                  <a:lnTo>
                    <a:pt x="1637871" y="4076441"/>
                  </a:lnTo>
                  <a:lnTo>
                    <a:pt x="1637965" y="4076441"/>
                  </a:lnTo>
                  <a:lnTo>
                    <a:pt x="1638059" y="4076441"/>
                  </a:lnTo>
                  <a:lnTo>
                    <a:pt x="1638153" y="4076441"/>
                  </a:lnTo>
                  <a:lnTo>
                    <a:pt x="1638248" y="4076441"/>
                  </a:lnTo>
                  <a:lnTo>
                    <a:pt x="1638342" y="4076441"/>
                  </a:lnTo>
                  <a:lnTo>
                    <a:pt x="1638436" y="4076441"/>
                  </a:lnTo>
                  <a:lnTo>
                    <a:pt x="1638530" y="4076441"/>
                  </a:lnTo>
                  <a:lnTo>
                    <a:pt x="1638624" y="4076441"/>
                  </a:lnTo>
                  <a:lnTo>
                    <a:pt x="1638718" y="4076441"/>
                  </a:lnTo>
                  <a:lnTo>
                    <a:pt x="1638813" y="4076441"/>
                  </a:lnTo>
                  <a:lnTo>
                    <a:pt x="1638907" y="4076441"/>
                  </a:lnTo>
                  <a:lnTo>
                    <a:pt x="1639001" y="4076441"/>
                  </a:lnTo>
                  <a:lnTo>
                    <a:pt x="1639095" y="4076441"/>
                  </a:lnTo>
                  <a:lnTo>
                    <a:pt x="1639095" y="4071529"/>
                  </a:lnTo>
                  <a:lnTo>
                    <a:pt x="1639189" y="4071529"/>
                  </a:lnTo>
                  <a:lnTo>
                    <a:pt x="1639283" y="4071529"/>
                  </a:lnTo>
                  <a:lnTo>
                    <a:pt x="1639377" y="4071529"/>
                  </a:lnTo>
                  <a:lnTo>
                    <a:pt x="1639472" y="4071529"/>
                  </a:lnTo>
                  <a:lnTo>
                    <a:pt x="1639566" y="4071529"/>
                  </a:lnTo>
                  <a:lnTo>
                    <a:pt x="1639660" y="4071529"/>
                  </a:lnTo>
                  <a:lnTo>
                    <a:pt x="1639754" y="4071529"/>
                  </a:lnTo>
                  <a:lnTo>
                    <a:pt x="1639848" y="4071529"/>
                  </a:lnTo>
                  <a:lnTo>
                    <a:pt x="1639942" y="4071529"/>
                  </a:lnTo>
                  <a:lnTo>
                    <a:pt x="1640036" y="4071529"/>
                  </a:lnTo>
                  <a:lnTo>
                    <a:pt x="1640131" y="4071529"/>
                  </a:lnTo>
                  <a:lnTo>
                    <a:pt x="1640225" y="4071529"/>
                  </a:lnTo>
                  <a:lnTo>
                    <a:pt x="1640319" y="4071529"/>
                  </a:lnTo>
                  <a:lnTo>
                    <a:pt x="1640413" y="4071529"/>
                  </a:lnTo>
                  <a:lnTo>
                    <a:pt x="1640507" y="4071529"/>
                  </a:lnTo>
                  <a:lnTo>
                    <a:pt x="1640601" y="4071529"/>
                  </a:lnTo>
                  <a:lnTo>
                    <a:pt x="1640696" y="4071529"/>
                  </a:lnTo>
                  <a:lnTo>
                    <a:pt x="1640790" y="4071529"/>
                  </a:lnTo>
                  <a:lnTo>
                    <a:pt x="1640884" y="4071529"/>
                  </a:lnTo>
                  <a:lnTo>
                    <a:pt x="1640978" y="4071529"/>
                  </a:lnTo>
                  <a:lnTo>
                    <a:pt x="1641072" y="4071529"/>
                  </a:lnTo>
                  <a:lnTo>
                    <a:pt x="1641166" y="4071529"/>
                  </a:lnTo>
                  <a:lnTo>
                    <a:pt x="1641260" y="4071529"/>
                  </a:lnTo>
                  <a:lnTo>
                    <a:pt x="1641355" y="4071529"/>
                  </a:lnTo>
                  <a:lnTo>
                    <a:pt x="1641449" y="4071529"/>
                  </a:lnTo>
                  <a:lnTo>
                    <a:pt x="1641543" y="4071529"/>
                  </a:lnTo>
                  <a:lnTo>
                    <a:pt x="1641637" y="4071529"/>
                  </a:lnTo>
                  <a:lnTo>
                    <a:pt x="1641731" y="4071529"/>
                  </a:lnTo>
                  <a:lnTo>
                    <a:pt x="1641825" y="4071529"/>
                  </a:lnTo>
                  <a:lnTo>
                    <a:pt x="1641920" y="4071529"/>
                  </a:lnTo>
                  <a:lnTo>
                    <a:pt x="1642014" y="4071529"/>
                  </a:lnTo>
                  <a:lnTo>
                    <a:pt x="1642108" y="4071529"/>
                  </a:lnTo>
                  <a:lnTo>
                    <a:pt x="1642202" y="4071529"/>
                  </a:lnTo>
                  <a:lnTo>
                    <a:pt x="1642296" y="4071529"/>
                  </a:lnTo>
                  <a:lnTo>
                    <a:pt x="1642390" y="4071529"/>
                  </a:lnTo>
                  <a:lnTo>
                    <a:pt x="1642484" y="4071529"/>
                  </a:lnTo>
                  <a:lnTo>
                    <a:pt x="1642579" y="4071529"/>
                  </a:lnTo>
                  <a:lnTo>
                    <a:pt x="1642673" y="4071529"/>
                  </a:lnTo>
                  <a:lnTo>
                    <a:pt x="1642767" y="4071529"/>
                  </a:lnTo>
                  <a:lnTo>
                    <a:pt x="1642861" y="4071529"/>
                  </a:lnTo>
                  <a:lnTo>
                    <a:pt x="1642955" y="4071529"/>
                  </a:lnTo>
                  <a:lnTo>
                    <a:pt x="1643049" y="4071529"/>
                  </a:lnTo>
                  <a:lnTo>
                    <a:pt x="1643144" y="4071529"/>
                  </a:lnTo>
                  <a:lnTo>
                    <a:pt x="1643238" y="4071529"/>
                  </a:lnTo>
                  <a:lnTo>
                    <a:pt x="1643332" y="4071529"/>
                  </a:lnTo>
                  <a:lnTo>
                    <a:pt x="1643426" y="4071529"/>
                  </a:lnTo>
                  <a:lnTo>
                    <a:pt x="1643520" y="4071529"/>
                  </a:lnTo>
                  <a:lnTo>
                    <a:pt x="1643614" y="4071529"/>
                  </a:lnTo>
                  <a:lnTo>
                    <a:pt x="1643708" y="4071529"/>
                  </a:lnTo>
                  <a:lnTo>
                    <a:pt x="1643803" y="4071529"/>
                  </a:lnTo>
                  <a:lnTo>
                    <a:pt x="1643897" y="4071529"/>
                  </a:lnTo>
                  <a:lnTo>
                    <a:pt x="1643991" y="4071529"/>
                  </a:lnTo>
                  <a:lnTo>
                    <a:pt x="1644085" y="4071529"/>
                  </a:lnTo>
                  <a:lnTo>
                    <a:pt x="1644179" y="4071529"/>
                  </a:lnTo>
                  <a:lnTo>
                    <a:pt x="1644273" y="4071529"/>
                  </a:lnTo>
                  <a:lnTo>
                    <a:pt x="1644367" y="4071529"/>
                  </a:lnTo>
                  <a:lnTo>
                    <a:pt x="1644462" y="4071529"/>
                  </a:lnTo>
                  <a:lnTo>
                    <a:pt x="1644556" y="4071529"/>
                  </a:lnTo>
                  <a:lnTo>
                    <a:pt x="1644650" y="4071529"/>
                  </a:lnTo>
                  <a:lnTo>
                    <a:pt x="1644744" y="4071529"/>
                  </a:lnTo>
                  <a:lnTo>
                    <a:pt x="1644838" y="4071529"/>
                  </a:lnTo>
                  <a:lnTo>
                    <a:pt x="1644932" y="4071529"/>
                  </a:lnTo>
                  <a:lnTo>
                    <a:pt x="1645027" y="4071529"/>
                  </a:lnTo>
                  <a:lnTo>
                    <a:pt x="1645121" y="4071529"/>
                  </a:lnTo>
                  <a:lnTo>
                    <a:pt x="1645215" y="4071529"/>
                  </a:lnTo>
                  <a:lnTo>
                    <a:pt x="1645309" y="4071529"/>
                  </a:lnTo>
                  <a:lnTo>
                    <a:pt x="1645403" y="4071529"/>
                  </a:lnTo>
                  <a:lnTo>
                    <a:pt x="1645497" y="4071529"/>
                  </a:lnTo>
                  <a:lnTo>
                    <a:pt x="1645591" y="4071529"/>
                  </a:lnTo>
                  <a:lnTo>
                    <a:pt x="1645686" y="4071529"/>
                  </a:lnTo>
                  <a:lnTo>
                    <a:pt x="1645780" y="4071529"/>
                  </a:lnTo>
                  <a:lnTo>
                    <a:pt x="1645874" y="4071529"/>
                  </a:lnTo>
                  <a:lnTo>
                    <a:pt x="1645968" y="4071529"/>
                  </a:lnTo>
                  <a:lnTo>
                    <a:pt x="1646062" y="4071529"/>
                  </a:lnTo>
                  <a:lnTo>
                    <a:pt x="1646156" y="4071529"/>
                  </a:lnTo>
                  <a:lnTo>
                    <a:pt x="1646251" y="4071529"/>
                  </a:lnTo>
                  <a:lnTo>
                    <a:pt x="1646345" y="4071529"/>
                  </a:lnTo>
                  <a:lnTo>
                    <a:pt x="1646439" y="4071529"/>
                  </a:lnTo>
                  <a:lnTo>
                    <a:pt x="1646533" y="4071529"/>
                  </a:lnTo>
                  <a:lnTo>
                    <a:pt x="1646627" y="4071529"/>
                  </a:lnTo>
                  <a:lnTo>
                    <a:pt x="1646721" y="4071529"/>
                  </a:lnTo>
                  <a:lnTo>
                    <a:pt x="1646815" y="4071529"/>
                  </a:lnTo>
                  <a:lnTo>
                    <a:pt x="1646910" y="4071529"/>
                  </a:lnTo>
                  <a:lnTo>
                    <a:pt x="1647004" y="4071529"/>
                  </a:lnTo>
                  <a:lnTo>
                    <a:pt x="1647098" y="4071529"/>
                  </a:lnTo>
                  <a:lnTo>
                    <a:pt x="1647192" y="4071529"/>
                  </a:lnTo>
                  <a:lnTo>
                    <a:pt x="1647286" y="4071529"/>
                  </a:lnTo>
                  <a:lnTo>
                    <a:pt x="1647380" y="4071529"/>
                  </a:lnTo>
                  <a:lnTo>
                    <a:pt x="1647475" y="4071529"/>
                  </a:lnTo>
                  <a:lnTo>
                    <a:pt x="1647569" y="4071529"/>
                  </a:lnTo>
                  <a:lnTo>
                    <a:pt x="1647663" y="4071529"/>
                  </a:lnTo>
                  <a:lnTo>
                    <a:pt x="1647757" y="4071529"/>
                  </a:lnTo>
                  <a:lnTo>
                    <a:pt x="1647851" y="4071529"/>
                  </a:lnTo>
                  <a:lnTo>
                    <a:pt x="1647945" y="4071529"/>
                  </a:lnTo>
                  <a:lnTo>
                    <a:pt x="1648039" y="4071529"/>
                  </a:lnTo>
                  <a:lnTo>
                    <a:pt x="1648134" y="4071529"/>
                  </a:lnTo>
                  <a:lnTo>
                    <a:pt x="1648228" y="4071529"/>
                  </a:lnTo>
                  <a:lnTo>
                    <a:pt x="1648322" y="4071529"/>
                  </a:lnTo>
                  <a:lnTo>
                    <a:pt x="1648416" y="4071529"/>
                  </a:lnTo>
                  <a:lnTo>
                    <a:pt x="1648510" y="4071529"/>
                  </a:lnTo>
                  <a:lnTo>
                    <a:pt x="1648604" y="4071529"/>
                  </a:lnTo>
                  <a:lnTo>
                    <a:pt x="1648698" y="4071529"/>
                  </a:lnTo>
                  <a:lnTo>
                    <a:pt x="1648793" y="4071529"/>
                  </a:lnTo>
                  <a:lnTo>
                    <a:pt x="1648887" y="4071529"/>
                  </a:lnTo>
                  <a:lnTo>
                    <a:pt x="1648981" y="4071529"/>
                  </a:lnTo>
                  <a:lnTo>
                    <a:pt x="1649075" y="4071529"/>
                  </a:lnTo>
                  <a:lnTo>
                    <a:pt x="1649169" y="4071529"/>
                  </a:lnTo>
                  <a:lnTo>
                    <a:pt x="1649263" y="4071529"/>
                  </a:lnTo>
                  <a:lnTo>
                    <a:pt x="1649358" y="4071529"/>
                  </a:lnTo>
                  <a:lnTo>
                    <a:pt x="1649452" y="4071529"/>
                  </a:lnTo>
                  <a:lnTo>
                    <a:pt x="1649546" y="4071529"/>
                  </a:lnTo>
                  <a:lnTo>
                    <a:pt x="1649640" y="4071529"/>
                  </a:lnTo>
                  <a:lnTo>
                    <a:pt x="1649734" y="4071529"/>
                  </a:lnTo>
                  <a:lnTo>
                    <a:pt x="1649828" y="4071529"/>
                  </a:lnTo>
                  <a:lnTo>
                    <a:pt x="1649922" y="4071529"/>
                  </a:lnTo>
                  <a:lnTo>
                    <a:pt x="1650017" y="4071529"/>
                  </a:lnTo>
                  <a:lnTo>
                    <a:pt x="1650111" y="4071529"/>
                  </a:lnTo>
                  <a:lnTo>
                    <a:pt x="1650205" y="4071529"/>
                  </a:lnTo>
                  <a:lnTo>
                    <a:pt x="1650299" y="4071529"/>
                  </a:lnTo>
                  <a:lnTo>
                    <a:pt x="1650393" y="4071529"/>
                  </a:lnTo>
                  <a:lnTo>
                    <a:pt x="1650487" y="4071529"/>
                  </a:lnTo>
                  <a:lnTo>
                    <a:pt x="1650582" y="4071529"/>
                  </a:lnTo>
                  <a:lnTo>
                    <a:pt x="1650676" y="4071529"/>
                  </a:lnTo>
                  <a:lnTo>
                    <a:pt x="1650770" y="4071529"/>
                  </a:lnTo>
                  <a:lnTo>
                    <a:pt x="1650864" y="4071529"/>
                  </a:lnTo>
                  <a:lnTo>
                    <a:pt x="1650958" y="4071529"/>
                  </a:lnTo>
                  <a:lnTo>
                    <a:pt x="1651052" y="4071529"/>
                  </a:lnTo>
                  <a:lnTo>
                    <a:pt x="1651146" y="4071529"/>
                  </a:lnTo>
                  <a:lnTo>
                    <a:pt x="1651241" y="4071529"/>
                  </a:lnTo>
                  <a:lnTo>
                    <a:pt x="1651335" y="4071529"/>
                  </a:lnTo>
                  <a:lnTo>
                    <a:pt x="1651429" y="4071529"/>
                  </a:lnTo>
                  <a:lnTo>
                    <a:pt x="1651523" y="4071529"/>
                  </a:lnTo>
                  <a:lnTo>
                    <a:pt x="1651617" y="4071529"/>
                  </a:lnTo>
                  <a:lnTo>
                    <a:pt x="1651711" y="4071529"/>
                  </a:lnTo>
                  <a:lnTo>
                    <a:pt x="1651806" y="4071529"/>
                  </a:lnTo>
                  <a:lnTo>
                    <a:pt x="1651900" y="4071529"/>
                  </a:lnTo>
                  <a:lnTo>
                    <a:pt x="1651994" y="4071529"/>
                  </a:lnTo>
                  <a:lnTo>
                    <a:pt x="1652088" y="4071529"/>
                  </a:lnTo>
                  <a:lnTo>
                    <a:pt x="1652182" y="4071529"/>
                  </a:lnTo>
                  <a:lnTo>
                    <a:pt x="1652276" y="4071529"/>
                  </a:lnTo>
                  <a:lnTo>
                    <a:pt x="1652370" y="4071529"/>
                  </a:lnTo>
                  <a:lnTo>
                    <a:pt x="1652465" y="4071529"/>
                  </a:lnTo>
                  <a:lnTo>
                    <a:pt x="1652559" y="4071529"/>
                  </a:lnTo>
                  <a:lnTo>
                    <a:pt x="1652653" y="4071529"/>
                  </a:lnTo>
                  <a:lnTo>
                    <a:pt x="1652747" y="4071529"/>
                  </a:lnTo>
                  <a:lnTo>
                    <a:pt x="1652841" y="4071529"/>
                  </a:lnTo>
                  <a:lnTo>
                    <a:pt x="1652935" y="4071529"/>
                  </a:lnTo>
                  <a:lnTo>
                    <a:pt x="1653029" y="4071529"/>
                  </a:lnTo>
                  <a:lnTo>
                    <a:pt x="1653124" y="4071529"/>
                  </a:lnTo>
                  <a:lnTo>
                    <a:pt x="1653218" y="4071529"/>
                  </a:lnTo>
                  <a:lnTo>
                    <a:pt x="1653312" y="4071529"/>
                  </a:lnTo>
                  <a:lnTo>
                    <a:pt x="1653406" y="4071529"/>
                  </a:lnTo>
                  <a:lnTo>
                    <a:pt x="1653500" y="4071529"/>
                  </a:lnTo>
                  <a:lnTo>
                    <a:pt x="1653594" y="4071529"/>
                  </a:lnTo>
                  <a:lnTo>
                    <a:pt x="1653689" y="4071529"/>
                  </a:lnTo>
                  <a:lnTo>
                    <a:pt x="1653783" y="4071529"/>
                  </a:lnTo>
                  <a:lnTo>
                    <a:pt x="1653877" y="4071529"/>
                  </a:lnTo>
                  <a:lnTo>
                    <a:pt x="1653971" y="4071529"/>
                  </a:lnTo>
                  <a:lnTo>
                    <a:pt x="1654065" y="4071529"/>
                  </a:lnTo>
                  <a:lnTo>
                    <a:pt x="1654159" y="4071529"/>
                  </a:lnTo>
                  <a:lnTo>
                    <a:pt x="1654253" y="4071529"/>
                  </a:lnTo>
                  <a:lnTo>
                    <a:pt x="1654348" y="4071529"/>
                  </a:lnTo>
                  <a:lnTo>
                    <a:pt x="1654442" y="4071529"/>
                  </a:lnTo>
                  <a:lnTo>
                    <a:pt x="1654536" y="4071529"/>
                  </a:lnTo>
                  <a:lnTo>
                    <a:pt x="1654630" y="4071529"/>
                  </a:lnTo>
                  <a:lnTo>
                    <a:pt x="1654724" y="4071529"/>
                  </a:lnTo>
                  <a:lnTo>
                    <a:pt x="1654818" y="4071529"/>
                  </a:lnTo>
                  <a:lnTo>
                    <a:pt x="1654913" y="4071529"/>
                  </a:lnTo>
                  <a:lnTo>
                    <a:pt x="1654913" y="4066618"/>
                  </a:lnTo>
                  <a:lnTo>
                    <a:pt x="1655007" y="4066618"/>
                  </a:lnTo>
                  <a:lnTo>
                    <a:pt x="1655101" y="4066618"/>
                  </a:lnTo>
                  <a:lnTo>
                    <a:pt x="1655195" y="4066618"/>
                  </a:lnTo>
                  <a:lnTo>
                    <a:pt x="1655289" y="4066618"/>
                  </a:lnTo>
                  <a:lnTo>
                    <a:pt x="1655383" y="4066618"/>
                  </a:lnTo>
                  <a:lnTo>
                    <a:pt x="1655477" y="4066618"/>
                  </a:lnTo>
                  <a:lnTo>
                    <a:pt x="1655572" y="4066618"/>
                  </a:lnTo>
                  <a:lnTo>
                    <a:pt x="1655666" y="4066618"/>
                  </a:lnTo>
                  <a:lnTo>
                    <a:pt x="1655760" y="4066618"/>
                  </a:lnTo>
                  <a:lnTo>
                    <a:pt x="1655854" y="4066618"/>
                  </a:lnTo>
                  <a:lnTo>
                    <a:pt x="1655948" y="4066618"/>
                  </a:lnTo>
                  <a:lnTo>
                    <a:pt x="1656042" y="4066618"/>
                  </a:lnTo>
                  <a:lnTo>
                    <a:pt x="1656137" y="4066618"/>
                  </a:lnTo>
                  <a:lnTo>
                    <a:pt x="1656231" y="4066618"/>
                  </a:lnTo>
                  <a:lnTo>
                    <a:pt x="1656325" y="4066618"/>
                  </a:lnTo>
                  <a:lnTo>
                    <a:pt x="1656419" y="4066618"/>
                  </a:lnTo>
                  <a:lnTo>
                    <a:pt x="1656513" y="4066618"/>
                  </a:lnTo>
                  <a:lnTo>
                    <a:pt x="1656607" y="4066618"/>
                  </a:lnTo>
                  <a:lnTo>
                    <a:pt x="1656701" y="4066618"/>
                  </a:lnTo>
                  <a:lnTo>
                    <a:pt x="1656701" y="4061707"/>
                  </a:lnTo>
                  <a:lnTo>
                    <a:pt x="1656796" y="4061707"/>
                  </a:lnTo>
                  <a:lnTo>
                    <a:pt x="1656796" y="4056795"/>
                  </a:lnTo>
                  <a:lnTo>
                    <a:pt x="1656890" y="4056795"/>
                  </a:lnTo>
                  <a:lnTo>
                    <a:pt x="1656984" y="4056795"/>
                  </a:lnTo>
                  <a:lnTo>
                    <a:pt x="1657078" y="4056795"/>
                  </a:lnTo>
                  <a:lnTo>
                    <a:pt x="1657172" y="4056795"/>
                  </a:lnTo>
                  <a:lnTo>
                    <a:pt x="1657266" y="4056795"/>
                  </a:lnTo>
                  <a:lnTo>
                    <a:pt x="1657360" y="4056795"/>
                  </a:lnTo>
                  <a:lnTo>
                    <a:pt x="1657455" y="4056795"/>
                  </a:lnTo>
                  <a:lnTo>
                    <a:pt x="1657549" y="4056795"/>
                  </a:lnTo>
                  <a:lnTo>
                    <a:pt x="1657643" y="4056795"/>
                  </a:lnTo>
                  <a:lnTo>
                    <a:pt x="1657737" y="4056795"/>
                  </a:lnTo>
                  <a:lnTo>
                    <a:pt x="1657831" y="4056795"/>
                  </a:lnTo>
                  <a:lnTo>
                    <a:pt x="1657925" y="4056795"/>
                  </a:lnTo>
                  <a:lnTo>
                    <a:pt x="1658020" y="4056795"/>
                  </a:lnTo>
                  <a:lnTo>
                    <a:pt x="1658114" y="4056795"/>
                  </a:lnTo>
                  <a:lnTo>
                    <a:pt x="1658208" y="4056795"/>
                  </a:lnTo>
                  <a:lnTo>
                    <a:pt x="1658302" y="4056795"/>
                  </a:lnTo>
                  <a:lnTo>
                    <a:pt x="1658396" y="4056795"/>
                  </a:lnTo>
                  <a:lnTo>
                    <a:pt x="1658490" y="4056795"/>
                  </a:lnTo>
                  <a:lnTo>
                    <a:pt x="1658584" y="4056795"/>
                  </a:lnTo>
                  <a:lnTo>
                    <a:pt x="1658679" y="4056795"/>
                  </a:lnTo>
                  <a:lnTo>
                    <a:pt x="1658773" y="4056795"/>
                  </a:lnTo>
                  <a:lnTo>
                    <a:pt x="1658867" y="4056795"/>
                  </a:lnTo>
                  <a:lnTo>
                    <a:pt x="1658961" y="4056795"/>
                  </a:lnTo>
                  <a:lnTo>
                    <a:pt x="1659055" y="4056795"/>
                  </a:lnTo>
                  <a:lnTo>
                    <a:pt x="1659149" y="4056795"/>
                  </a:lnTo>
                  <a:lnTo>
                    <a:pt x="1659244" y="4056795"/>
                  </a:lnTo>
                  <a:lnTo>
                    <a:pt x="1659338" y="4056795"/>
                  </a:lnTo>
                  <a:lnTo>
                    <a:pt x="1659432" y="4056795"/>
                  </a:lnTo>
                  <a:lnTo>
                    <a:pt x="1659526" y="4056795"/>
                  </a:lnTo>
                  <a:lnTo>
                    <a:pt x="1659620" y="4056795"/>
                  </a:lnTo>
                  <a:lnTo>
                    <a:pt x="1659714" y="4056795"/>
                  </a:lnTo>
                  <a:lnTo>
                    <a:pt x="1659808" y="4056795"/>
                  </a:lnTo>
                  <a:lnTo>
                    <a:pt x="1659903" y="4056795"/>
                  </a:lnTo>
                  <a:lnTo>
                    <a:pt x="1659997" y="4056795"/>
                  </a:lnTo>
                  <a:lnTo>
                    <a:pt x="1660091" y="4056795"/>
                  </a:lnTo>
                  <a:lnTo>
                    <a:pt x="1660185" y="4056795"/>
                  </a:lnTo>
                  <a:lnTo>
                    <a:pt x="1660279" y="4056795"/>
                  </a:lnTo>
                  <a:lnTo>
                    <a:pt x="1660373" y="4056795"/>
                  </a:lnTo>
                  <a:lnTo>
                    <a:pt x="1660468" y="4056795"/>
                  </a:lnTo>
                  <a:lnTo>
                    <a:pt x="1660562" y="4056795"/>
                  </a:lnTo>
                  <a:lnTo>
                    <a:pt x="1660656" y="4056795"/>
                  </a:lnTo>
                  <a:lnTo>
                    <a:pt x="1660750" y="4056795"/>
                  </a:lnTo>
                  <a:lnTo>
                    <a:pt x="1660844" y="4056795"/>
                  </a:lnTo>
                  <a:lnTo>
                    <a:pt x="1660938" y="4056795"/>
                  </a:lnTo>
                  <a:lnTo>
                    <a:pt x="1661032" y="4056795"/>
                  </a:lnTo>
                  <a:lnTo>
                    <a:pt x="1661127" y="4056795"/>
                  </a:lnTo>
                  <a:lnTo>
                    <a:pt x="1661221" y="4056795"/>
                  </a:lnTo>
                  <a:lnTo>
                    <a:pt x="1661315" y="4056795"/>
                  </a:lnTo>
                  <a:lnTo>
                    <a:pt x="1661409" y="4056795"/>
                  </a:lnTo>
                  <a:lnTo>
                    <a:pt x="1661503" y="4056795"/>
                  </a:lnTo>
                  <a:lnTo>
                    <a:pt x="1661597" y="4056795"/>
                  </a:lnTo>
                  <a:lnTo>
                    <a:pt x="1661597" y="4051884"/>
                  </a:lnTo>
                  <a:lnTo>
                    <a:pt x="1661691" y="4051884"/>
                  </a:lnTo>
                  <a:lnTo>
                    <a:pt x="1661786" y="4051884"/>
                  </a:lnTo>
                  <a:lnTo>
                    <a:pt x="1661880" y="4051884"/>
                  </a:lnTo>
                  <a:lnTo>
                    <a:pt x="1661974" y="4051884"/>
                  </a:lnTo>
                  <a:lnTo>
                    <a:pt x="1662068" y="4051884"/>
                  </a:lnTo>
                  <a:lnTo>
                    <a:pt x="1662162" y="4051884"/>
                  </a:lnTo>
                  <a:lnTo>
                    <a:pt x="1662256" y="4051884"/>
                  </a:lnTo>
                  <a:lnTo>
                    <a:pt x="1662351" y="4051884"/>
                  </a:lnTo>
                  <a:lnTo>
                    <a:pt x="1662445" y="4051884"/>
                  </a:lnTo>
                  <a:lnTo>
                    <a:pt x="1662539" y="4051884"/>
                  </a:lnTo>
                  <a:lnTo>
                    <a:pt x="1662633" y="4051884"/>
                  </a:lnTo>
                  <a:lnTo>
                    <a:pt x="1662727" y="4051884"/>
                  </a:lnTo>
                  <a:lnTo>
                    <a:pt x="1662821" y="4051884"/>
                  </a:lnTo>
                  <a:lnTo>
                    <a:pt x="1662915" y="4051884"/>
                  </a:lnTo>
                  <a:lnTo>
                    <a:pt x="1663010" y="4051884"/>
                  </a:lnTo>
                  <a:lnTo>
                    <a:pt x="1663010" y="4046972"/>
                  </a:lnTo>
                  <a:lnTo>
                    <a:pt x="1663104" y="4046972"/>
                  </a:lnTo>
                  <a:lnTo>
                    <a:pt x="1663198" y="4046972"/>
                  </a:lnTo>
                  <a:lnTo>
                    <a:pt x="1663292" y="4046972"/>
                  </a:lnTo>
                  <a:lnTo>
                    <a:pt x="1663386" y="4046972"/>
                  </a:lnTo>
                  <a:lnTo>
                    <a:pt x="1663480" y="4046972"/>
                  </a:lnTo>
                  <a:lnTo>
                    <a:pt x="1663575" y="4046972"/>
                  </a:lnTo>
                  <a:lnTo>
                    <a:pt x="1663669" y="4046972"/>
                  </a:lnTo>
                  <a:lnTo>
                    <a:pt x="1663763" y="4046972"/>
                  </a:lnTo>
                  <a:lnTo>
                    <a:pt x="1663857" y="4046972"/>
                  </a:lnTo>
                  <a:lnTo>
                    <a:pt x="1663951" y="4046972"/>
                  </a:lnTo>
                  <a:lnTo>
                    <a:pt x="1664045" y="4046972"/>
                  </a:lnTo>
                  <a:lnTo>
                    <a:pt x="1664139" y="4046972"/>
                  </a:lnTo>
                  <a:lnTo>
                    <a:pt x="1664234" y="4046972"/>
                  </a:lnTo>
                  <a:lnTo>
                    <a:pt x="1664328" y="4046972"/>
                  </a:lnTo>
                  <a:lnTo>
                    <a:pt x="1664422" y="4046972"/>
                  </a:lnTo>
                  <a:lnTo>
                    <a:pt x="1664422" y="4042061"/>
                  </a:lnTo>
                  <a:lnTo>
                    <a:pt x="1664516" y="4042061"/>
                  </a:lnTo>
                  <a:lnTo>
                    <a:pt x="1664610" y="4042061"/>
                  </a:lnTo>
                  <a:lnTo>
                    <a:pt x="1664704" y="4042061"/>
                  </a:lnTo>
                  <a:lnTo>
                    <a:pt x="1664799" y="4042061"/>
                  </a:lnTo>
                  <a:lnTo>
                    <a:pt x="1664893" y="4042061"/>
                  </a:lnTo>
                  <a:lnTo>
                    <a:pt x="1664987" y="4042061"/>
                  </a:lnTo>
                  <a:lnTo>
                    <a:pt x="1665081" y="4042061"/>
                  </a:lnTo>
                  <a:lnTo>
                    <a:pt x="1665175" y="4042061"/>
                  </a:lnTo>
                  <a:lnTo>
                    <a:pt x="1665269" y="4042061"/>
                  </a:lnTo>
                  <a:lnTo>
                    <a:pt x="1665363" y="4042061"/>
                  </a:lnTo>
                  <a:lnTo>
                    <a:pt x="1665458" y="4042061"/>
                  </a:lnTo>
                  <a:lnTo>
                    <a:pt x="1665552" y="4042061"/>
                  </a:lnTo>
                  <a:lnTo>
                    <a:pt x="1665646" y="4042061"/>
                  </a:lnTo>
                  <a:lnTo>
                    <a:pt x="1665740" y="4042061"/>
                  </a:lnTo>
                  <a:lnTo>
                    <a:pt x="1665834" y="4042061"/>
                  </a:lnTo>
                  <a:lnTo>
                    <a:pt x="1665928" y="4042061"/>
                  </a:lnTo>
                  <a:lnTo>
                    <a:pt x="1666022" y="4042061"/>
                  </a:lnTo>
                  <a:lnTo>
                    <a:pt x="1666117" y="4042061"/>
                  </a:lnTo>
                  <a:lnTo>
                    <a:pt x="1666211" y="4042061"/>
                  </a:lnTo>
                  <a:lnTo>
                    <a:pt x="1666305" y="4042061"/>
                  </a:lnTo>
                  <a:lnTo>
                    <a:pt x="1666399" y="4042061"/>
                  </a:lnTo>
                  <a:lnTo>
                    <a:pt x="1666493" y="4042061"/>
                  </a:lnTo>
                  <a:lnTo>
                    <a:pt x="1666587" y="4042061"/>
                  </a:lnTo>
                  <a:lnTo>
                    <a:pt x="1666682" y="4042061"/>
                  </a:lnTo>
                  <a:lnTo>
                    <a:pt x="1666776" y="4042061"/>
                  </a:lnTo>
                  <a:lnTo>
                    <a:pt x="1666870" y="4042061"/>
                  </a:lnTo>
                  <a:lnTo>
                    <a:pt x="1666964" y="4042061"/>
                  </a:lnTo>
                  <a:lnTo>
                    <a:pt x="1667058" y="4042061"/>
                  </a:lnTo>
                  <a:lnTo>
                    <a:pt x="1667152" y="4042061"/>
                  </a:lnTo>
                  <a:lnTo>
                    <a:pt x="1667246" y="4042061"/>
                  </a:lnTo>
                  <a:lnTo>
                    <a:pt x="1667341" y="4042061"/>
                  </a:lnTo>
                  <a:lnTo>
                    <a:pt x="1667435" y="4042061"/>
                  </a:lnTo>
                  <a:lnTo>
                    <a:pt x="1667529" y="4042061"/>
                  </a:lnTo>
                  <a:lnTo>
                    <a:pt x="1667623" y="4042061"/>
                  </a:lnTo>
                  <a:lnTo>
                    <a:pt x="1667717" y="4042061"/>
                  </a:lnTo>
                  <a:lnTo>
                    <a:pt x="1667811" y="4042061"/>
                  </a:lnTo>
                  <a:lnTo>
                    <a:pt x="1667906" y="4042061"/>
                  </a:lnTo>
                  <a:lnTo>
                    <a:pt x="1668000" y="4042061"/>
                  </a:lnTo>
                  <a:lnTo>
                    <a:pt x="1668094" y="4042061"/>
                  </a:lnTo>
                  <a:lnTo>
                    <a:pt x="1668188" y="4042061"/>
                  </a:lnTo>
                  <a:lnTo>
                    <a:pt x="1668282" y="4042061"/>
                  </a:lnTo>
                  <a:lnTo>
                    <a:pt x="1668376" y="4042061"/>
                  </a:lnTo>
                  <a:lnTo>
                    <a:pt x="1668470" y="4042061"/>
                  </a:lnTo>
                  <a:lnTo>
                    <a:pt x="1668565" y="4042061"/>
                  </a:lnTo>
                  <a:lnTo>
                    <a:pt x="1668659" y="4042061"/>
                  </a:lnTo>
                  <a:lnTo>
                    <a:pt x="1668753" y="4042061"/>
                  </a:lnTo>
                  <a:lnTo>
                    <a:pt x="1668847" y="4042061"/>
                  </a:lnTo>
                  <a:lnTo>
                    <a:pt x="1668941" y="4042061"/>
                  </a:lnTo>
                  <a:lnTo>
                    <a:pt x="1669035" y="4042061"/>
                  </a:lnTo>
                  <a:lnTo>
                    <a:pt x="1669130" y="4042061"/>
                  </a:lnTo>
                  <a:lnTo>
                    <a:pt x="1669224" y="4042061"/>
                  </a:lnTo>
                  <a:lnTo>
                    <a:pt x="1669318" y="4042061"/>
                  </a:lnTo>
                  <a:lnTo>
                    <a:pt x="1669412" y="4042061"/>
                  </a:lnTo>
                  <a:lnTo>
                    <a:pt x="1669506" y="4042061"/>
                  </a:lnTo>
                  <a:lnTo>
                    <a:pt x="1669600" y="4042061"/>
                  </a:lnTo>
                  <a:lnTo>
                    <a:pt x="1669694" y="4042061"/>
                  </a:lnTo>
                  <a:lnTo>
                    <a:pt x="1669789" y="4042061"/>
                  </a:lnTo>
                  <a:lnTo>
                    <a:pt x="1669883" y="4042061"/>
                  </a:lnTo>
                  <a:lnTo>
                    <a:pt x="1669977" y="4042061"/>
                  </a:lnTo>
                  <a:lnTo>
                    <a:pt x="1670071" y="4042061"/>
                  </a:lnTo>
                  <a:lnTo>
                    <a:pt x="1670165" y="4042061"/>
                  </a:lnTo>
                  <a:lnTo>
                    <a:pt x="1670259" y="4042061"/>
                  </a:lnTo>
                  <a:lnTo>
                    <a:pt x="1670353" y="4042061"/>
                  </a:lnTo>
                  <a:lnTo>
                    <a:pt x="1670448" y="4042061"/>
                  </a:lnTo>
                  <a:lnTo>
                    <a:pt x="1670542" y="4042061"/>
                  </a:lnTo>
                  <a:lnTo>
                    <a:pt x="1670636" y="4042061"/>
                  </a:lnTo>
                  <a:lnTo>
                    <a:pt x="1670730" y="4042061"/>
                  </a:lnTo>
                  <a:lnTo>
                    <a:pt x="1670824" y="4042061"/>
                  </a:lnTo>
                  <a:lnTo>
                    <a:pt x="1670918" y="4042061"/>
                  </a:lnTo>
                  <a:lnTo>
                    <a:pt x="1671013" y="4042061"/>
                  </a:lnTo>
                  <a:lnTo>
                    <a:pt x="1671107" y="4042061"/>
                  </a:lnTo>
                  <a:lnTo>
                    <a:pt x="1671201" y="4042061"/>
                  </a:lnTo>
                  <a:lnTo>
                    <a:pt x="1671295" y="4042061"/>
                  </a:lnTo>
                  <a:lnTo>
                    <a:pt x="1671389" y="4042061"/>
                  </a:lnTo>
                  <a:lnTo>
                    <a:pt x="1671483" y="4042061"/>
                  </a:lnTo>
                  <a:lnTo>
                    <a:pt x="1671577" y="4042061"/>
                  </a:lnTo>
                  <a:lnTo>
                    <a:pt x="1671672" y="4042061"/>
                  </a:lnTo>
                  <a:lnTo>
                    <a:pt x="1671766" y="4042061"/>
                  </a:lnTo>
                  <a:lnTo>
                    <a:pt x="1671860" y="4042061"/>
                  </a:lnTo>
                  <a:lnTo>
                    <a:pt x="1671954" y="4042061"/>
                  </a:lnTo>
                  <a:lnTo>
                    <a:pt x="1672048" y="4042061"/>
                  </a:lnTo>
                  <a:lnTo>
                    <a:pt x="1672142" y="4042061"/>
                  </a:lnTo>
                  <a:lnTo>
                    <a:pt x="1672237" y="4042061"/>
                  </a:lnTo>
                  <a:lnTo>
                    <a:pt x="1672331" y="4042061"/>
                  </a:lnTo>
                  <a:lnTo>
                    <a:pt x="1672425" y="4042061"/>
                  </a:lnTo>
                  <a:lnTo>
                    <a:pt x="1672519" y="4042061"/>
                  </a:lnTo>
                  <a:lnTo>
                    <a:pt x="1672613" y="4042061"/>
                  </a:lnTo>
                  <a:lnTo>
                    <a:pt x="1672707" y="4042061"/>
                  </a:lnTo>
                  <a:lnTo>
                    <a:pt x="1672801" y="4042061"/>
                  </a:lnTo>
                  <a:lnTo>
                    <a:pt x="1672896" y="4042061"/>
                  </a:lnTo>
                  <a:lnTo>
                    <a:pt x="1672990" y="4042061"/>
                  </a:lnTo>
                  <a:lnTo>
                    <a:pt x="1673084" y="4042061"/>
                  </a:lnTo>
                  <a:lnTo>
                    <a:pt x="1673178" y="4042061"/>
                  </a:lnTo>
                  <a:lnTo>
                    <a:pt x="1673272" y="4042061"/>
                  </a:lnTo>
                  <a:lnTo>
                    <a:pt x="1673366" y="4042061"/>
                  </a:lnTo>
                  <a:lnTo>
                    <a:pt x="1673461" y="4042061"/>
                  </a:lnTo>
                  <a:lnTo>
                    <a:pt x="1673555" y="4042061"/>
                  </a:lnTo>
                  <a:lnTo>
                    <a:pt x="1673649" y="4042061"/>
                  </a:lnTo>
                  <a:lnTo>
                    <a:pt x="1673743" y="4042061"/>
                  </a:lnTo>
                  <a:lnTo>
                    <a:pt x="1673837" y="4042061"/>
                  </a:lnTo>
                  <a:lnTo>
                    <a:pt x="1673931" y="4042061"/>
                  </a:lnTo>
                  <a:lnTo>
                    <a:pt x="1674025" y="4042061"/>
                  </a:lnTo>
                  <a:lnTo>
                    <a:pt x="1674120" y="4042061"/>
                  </a:lnTo>
                  <a:lnTo>
                    <a:pt x="1674214" y="4042061"/>
                  </a:lnTo>
                  <a:lnTo>
                    <a:pt x="1674308" y="4042061"/>
                  </a:lnTo>
                  <a:lnTo>
                    <a:pt x="1674402" y="4042061"/>
                  </a:lnTo>
                  <a:lnTo>
                    <a:pt x="1674496" y="4042061"/>
                  </a:lnTo>
                  <a:lnTo>
                    <a:pt x="1674590" y="4042061"/>
                  </a:lnTo>
                  <a:lnTo>
                    <a:pt x="1674684" y="4042061"/>
                  </a:lnTo>
                  <a:lnTo>
                    <a:pt x="1674779" y="4042061"/>
                  </a:lnTo>
                  <a:lnTo>
                    <a:pt x="1674873" y="4042061"/>
                  </a:lnTo>
                  <a:lnTo>
                    <a:pt x="1674967" y="4042061"/>
                  </a:lnTo>
                  <a:lnTo>
                    <a:pt x="1675061" y="4042061"/>
                  </a:lnTo>
                  <a:lnTo>
                    <a:pt x="1675155" y="4042061"/>
                  </a:lnTo>
                  <a:lnTo>
                    <a:pt x="1675249" y="4042061"/>
                  </a:lnTo>
                  <a:lnTo>
                    <a:pt x="1675344" y="4042061"/>
                  </a:lnTo>
                  <a:lnTo>
                    <a:pt x="1675438" y="4042061"/>
                  </a:lnTo>
                  <a:lnTo>
                    <a:pt x="1675532" y="4042061"/>
                  </a:lnTo>
                  <a:lnTo>
                    <a:pt x="1675626" y="4042061"/>
                  </a:lnTo>
                  <a:lnTo>
                    <a:pt x="1675720" y="4042061"/>
                  </a:lnTo>
                  <a:lnTo>
                    <a:pt x="1675814" y="4042061"/>
                  </a:lnTo>
                  <a:lnTo>
                    <a:pt x="1675908" y="4042061"/>
                  </a:lnTo>
                  <a:lnTo>
                    <a:pt x="1676003" y="4042061"/>
                  </a:lnTo>
                  <a:lnTo>
                    <a:pt x="1676097" y="4042061"/>
                  </a:lnTo>
                  <a:lnTo>
                    <a:pt x="1676191" y="4042061"/>
                  </a:lnTo>
                  <a:lnTo>
                    <a:pt x="1676285" y="4042061"/>
                  </a:lnTo>
                  <a:lnTo>
                    <a:pt x="1676379" y="4042061"/>
                  </a:lnTo>
                  <a:lnTo>
                    <a:pt x="1676379" y="4037150"/>
                  </a:lnTo>
                  <a:lnTo>
                    <a:pt x="1676473" y="4037150"/>
                  </a:lnTo>
                  <a:lnTo>
                    <a:pt x="1676568" y="4037150"/>
                  </a:lnTo>
                  <a:lnTo>
                    <a:pt x="1676662" y="4037150"/>
                  </a:lnTo>
                  <a:lnTo>
                    <a:pt x="1676756" y="4037150"/>
                  </a:lnTo>
                  <a:lnTo>
                    <a:pt x="1676850" y="4037150"/>
                  </a:lnTo>
                  <a:lnTo>
                    <a:pt x="1676944" y="4037150"/>
                  </a:lnTo>
                  <a:lnTo>
                    <a:pt x="1677038" y="4037150"/>
                  </a:lnTo>
                  <a:lnTo>
                    <a:pt x="1677132" y="4037150"/>
                  </a:lnTo>
                  <a:lnTo>
                    <a:pt x="1677227" y="4037150"/>
                  </a:lnTo>
                  <a:lnTo>
                    <a:pt x="1677321" y="4037150"/>
                  </a:lnTo>
                  <a:lnTo>
                    <a:pt x="1677415" y="4037150"/>
                  </a:lnTo>
                  <a:lnTo>
                    <a:pt x="1677509" y="4037150"/>
                  </a:lnTo>
                  <a:lnTo>
                    <a:pt x="1677603" y="4037150"/>
                  </a:lnTo>
                  <a:lnTo>
                    <a:pt x="1677697" y="4037150"/>
                  </a:lnTo>
                  <a:lnTo>
                    <a:pt x="1677792" y="4037150"/>
                  </a:lnTo>
                  <a:lnTo>
                    <a:pt x="1677886" y="4037150"/>
                  </a:lnTo>
                  <a:lnTo>
                    <a:pt x="1677980" y="4037150"/>
                  </a:lnTo>
                  <a:lnTo>
                    <a:pt x="1678074" y="4037150"/>
                  </a:lnTo>
                  <a:lnTo>
                    <a:pt x="1678168" y="4037150"/>
                  </a:lnTo>
                  <a:lnTo>
                    <a:pt x="1678262" y="4037150"/>
                  </a:lnTo>
                  <a:lnTo>
                    <a:pt x="1678356" y="4037150"/>
                  </a:lnTo>
                  <a:lnTo>
                    <a:pt x="1678451" y="4037150"/>
                  </a:lnTo>
                  <a:lnTo>
                    <a:pt x="1678545" y="4037150"/>
                  </a:lnTo>
                  <a:lnTo>
                    <a:pt x="1678639" y="4037150"/>
                  </a:lnTo>
                  <a:lnTo>
                    <a:pt x="1678733" y="4037150"/>
                  </a:lnTo>
                  <a:lnTo>
                    <a:pt x="1678827" y="4037150"/>
                  </a:lnTo>
                  <a:lnTo>
                    <a:pt x="1678921" y="4037150"/>
                  </a:lnTo>
                  <a:lnTo>
                    <a:pt x="1679015" y="4037150"/>
                  </a:lnTo>
                  <a:lnTo>
                    <a:pt x="1679110" y="4037150"/>
                  </a:lnTo>
                  <a:lnTo>
                    <a:pt x="1679204" y="4037150"/>
                  </a:lnTo>
                  <a:lnTo>
                    <a:pt x="1679298" y="4037150"/>
                  </a:lnTo>
                  <a:lnTo>
                    <a:pt x="1679392" y="4037150"/>
                  </a:lnTo>
                  <a:lnTo>
                    <a:pt x="1679486" y="4037150"/>
                  </a:lnTo>
                  <a:lnTo>
                    <a:pt x="1679580" y="4037150"/>
                  </a:lnTo>
                  <a:lnTo>
                    <a:pt x="1679675" y="4037150"/>
                  </a:lnTo>
                  <a:lnTo>
                    <a:pt x="1679769" y="4037150"/>
                  </a:lnTo>
                  <a:lnTo>
                    <a:pt x="1679863" y="4037150"/>
                  </a:lnTo>
                  <a:lnTo>
                    <a:pt x="1679957" y="4037150"/>
                  </a:lnTo>
                  <a:lnTo>
                    <a:pt x="1680051" y="4037150"/>
                  </a:lnTo>
                  <a:lnTo>
                    <a:pt x="1680145" y="4037150"/>
                  </a:lnTo>
                  <a:lnTo>
                    <a:pt x="1680239" y="4037150"/>
                  </a:lnTo>
                  <a:lnTo>
                    <a:pt x="1680334" y="4037150"/>
                  </a:lnTo>
                  <a:lnTo>
                    <a:pt x="1680428" y="4037150"/>
                  </a:lnTo>
                  <a:lnTo>
                    <a:pt x="1680522" y="4037150"/>
                  </a:lnTo>
                  <a:lnTo>
                    <a:pt x="1680616" y="4037150"/>
                  </a:lnTo>
                  <a:lnTo>
                    <a:pt x="1680710" y="4037150"/>
                  </a:lnTo>
                  <a:lnTo>
                    <a:pt x="1680804" y="4037150"/>
                  </a:lnTo>
                  <a:lnTo>
                    <a:pt x="1680899" y="4037150"/>
                  </a:lnTo>
                  <a:lnTo>
                    <a:pt x="1680993" y="4037150"/>
                  </a:lnTo>
                  <a:lnTo>
                    <a:pt x="1681087" y="4037150"/>
                  </a:lnTo>
                  <a:lnTo>
                    <a:pt x="1681181" y="4037150"/>
                  </a:lnTo>
                  <a:lnTo>
                    <a:pt x="1681275" y="4037150"/>
                  </a:lnTo>
                  <a:lnTo>
                    <a:pt x="1681369" y="4037150"/>
                  </a:lnTo>
                  <a:lnTo>
                    <a:pt x="1681463" y="4037150"/>
                  </a:lnTo>
                  <a:lnTo>
                    <a:pt x="1681558" y="4037150"/>
                  </a:lnTo>
                  <a:lnTo>
                    <a:pt x="1681652" y="4037150"/>
                  </a:lnTo>
                  <a:lnTo>
                    <a:pt x="1681746" y="4037150"/>
                  </a:lnTo>
                  <a:lnTo>
                    <a:pt x="1681840" y="4037150"/>
                  </a:lnTo>
                  <a:lnTo>
                    <a:pt x="1681934" y="4037150"/>
                  </a:lnTo>
                  <a:lnTo>
                    <a:pt x="1682028" y="4037150"/>
                  </a:lnTo>
                  <a:lnTo>
                    <a:pt x="1682123" y="4037150"/>
                  </a:lnTo>
                  <a:lnTo>
                    <a:pt x="1682217" y="4037150"/>
                  </a:lnTo>
                  <a:lnTo>
                    <a:pt x="1682311" y="4037150"/>
                  </a:lnTo>
                  <a:lnTo>
                    <a:pt x="1682405" y="4037150"/>
                  </a:lnTo>
                  <a:lnTo>
                    <a:pt x="1682499" y="4037150"/>
                  </a:lnTo>
                  <a:lnTo>
                    <a:pt x="1682593" y="4037150"/>
                  </a:lnTo>
                  <a:lnTo>
                    <a:pt x="1682687" y="4037150"/>
                  </a:lnTo>
                  <a:lnTo>
                    <a:pt x="1682782" y="4037150"/>
                  </a:lnTo>
                  <a:lnTo>
                    <a:pt x="1682876" y="4037150"/>
                  </a:lnTo>
                  <a:lnTo>
                    <a:pt x="1682970" y="4037150"/>
                  </a:lnTo>
                  <a:lnTo>
                    <a:pt x="1683064" y="4037150"/>
                  </a:lnTo>
                  <a:lnTo>
                    <a:pt x="1683158" y="4037150"/>
                  </a:lnTo>
                  <a:lnTo>
                    <a:pt x="1683252" y="4037150"/>
                  </a:lnTo>
                  <a:lnTo>
                    <a:pt x="1683346" y="4037150"/>
                  </a:lnTo>
                  <a:lnTo>
                    <a:pt x="1683441" y="4037150"/>
                  </a:lnTo>
                  <a:lnTo>
                    <a:pt x="1683535" y="4037150"/>
                  </a:lnTo>
                  <a:lnTo>
                    <a:pt x="1683629" y="4037150"/>
                  </a:lnTo>
                  <a:lnTo>
                    <a:pt x="1683723" y="4037150"/>
                  </a:lnTo>
                  <a:lnTo>
                    <a:pt x="1683817" y="4037150"/>
                  </a:lnTo>
                  <a:lnTo>
                    <a:pt x="1683911" y="4037150"/>
                  </a:lnTo>
                  <a:lnTo>
                    <a:pt x="1684006" y="4037150"/>
                  </a:lnTo>
                  <a:lnTo>
                    <a:pt x="1684100" y="4037150"/>
                  </a:lnTo>
                  <a:lnTo>
                    <a:pt x="1684194" y="4037150"/>
                  </a:lnTo>
                  <a:lnTo>
                    <a:pt x="1684288" y="4037150"/>
                  </a:lnTo>
                  <a:lnTo>
                    <a:pt x="1684382" y="4037150"/>
                  </a:lnTo>
                  <a:lnTo>
                    <a:pt x="1684476" y="4037150"/>
                  </a:lnTo>
                  <a:lnTo>
                    <a:pt x="1684570" y="4037150"/>
                  </a:lnTo>
                  <a:lnTo>
                    <a:pt x="1684665" y="4037150"/>
                  </a:lnTo>
                  <a:lnTo>
                    <a:pt x="1684759" y="4037150"/>
                  </a:lnTo>
                  <a:lnTo>
                    <a:pt x="1684853" y="4037150"/>
                  </a:lnTo>
                  <a:lnTo>
                    <a:pt x="1684947" y="4037150"/>
                  </a:lnTo>
                  <a:lnTo>
                    <a:pt x="1685041" y="4037150"/>
                  </a:lnTo>
                  <a:lnTo>
                    <a:pt x="1685041" y="4032238"/>
                  </a:lnTo>
                  <a:lnTo>
                    <a:pt x="1685135" y="4032238"/>
                  </a:lnTo>
                  <a:lnTo>
                    <a:pt x="1685230" y="4032238"/>
                  </a:lnTo>
                  <a:lnTo>
                    <a:pt x="1685324" y="4032238"/>
                  </a:lnTo>
                  <a:lnTo>
                    <a:pt x="1685418" y="4032238"/>
                  </a:lnTo>
                  <a:lnTo>
                    <a:pt x="1685512" y="4032238"/>
                  </a:lnTo>
                  <a:lnTo>
                    <a:pt x="1685606" y="4032238"/>
                  </a:lnTo>
                  <a:lnTo>
                    <a:pt x="1685700" y="4032238"/>
                  </a:lnTo>
                  <a:lnTo>
                    <a:pt x="1685794" y="4032238"/>
                  </a:lnTo>
                  <a:lnTo>
                    <a:pt x="1685889" y="4032238"/>
                  </a:lnTo>
                  <a:lnTo>
                    <a:pt x="1685983" y="4032238"/>
                  </a:lnTo>
                  <a:lnTo>
                    <a:pt x="1686077" y="4032238"/>
                  </a:lnTo>
                  <a:lnTo>
                    <a:pt x="1686171" y="4032238"/>
                  </a:lnTo>
                  <a:lnTo>
                    <a:pt x="1686265" y="4032238"/>
                  </a:lnTo>
                  <a:lnTo>
                    <a:pt x="1686359" y="4032238"/>
                  </a:lnTo>
                  <a:lnTo>
                    <a:pt x="1686454" y="4032238"/>
                  </a:lnTo>
                  <a:lnTo>
                    <a:pt x="1686548" y="4032238"/>
                  </a:lnTo>
                  <a:lnTo>
                    <a:pt x="1686642" y="4032238"/>
                  </a:lnTo>
                  <a:lnTo>
                    <a:pt x="1686736" y="4032238"/>
                  </a:lnTo>
                  <a:lnTo>
                    <a:pt x="1686830" y="4032238"/>
                  </a:lnTo>
                  <a:lnTo>
                    <a:pt x="1686924" y="4032238"/>
                  </a:lnTo>
                  <a:lnTo>
                    <a:pt x="1687018" y="4032238"/>
                  </a:lnTo>
                  <a:lnTo>
                    <a:pt x="1687113" y="4032238"/>
                  </a:lnTo>
                  <a:lnTo>
                    <a:pt x="1687207" y="4032238"/>
                  </a:lnTo>
                  <a:lnTo>
                    <a:pt x="1687301" y="4032238"/>
                  </a:lnTo>
                  <a:lnTo>
                    <a:pt x="1687395" y="4032238"/>
                  </a:lnTo>
                  <a:lnTo>
                    <a:pt x="1687489" y="4032238"/>
                  </a:lnTo>
                  <a:lnTo>
                    <a:pt x="1687489" y="4027327"/>
                  </a:lnTo>
                  <a:lnTo>
                    <a:pt x="1687583" y="4027327"/>
                  </a:lnTo>
                  <a:lnTo>
                    <a:pt x="1687677" y="4027327"/>
                  </a:lnTo>
                  <a:lnTo>
                    <a:pt x="1687772" y="4027327"/>
                  </a:lnTo>
                  <a:lnTo>
                    <a:pt x="1687866" y="4027327"/>
                  </a:lnTo>
                  <a:lnTo>
                    <a:pt x="1687960" y="4027327"/>
                  </a:lnTo>
                  <a:lnTo>
                    <a:pt x="1688054" y="4027327"/>
                  </a:lnTo>
                  <a:lnTo>
                    <a:pt x="1688148" y="4027327"/>
                  </a:lnTo>
                  <a:lnTo>
                    <a:pt x="1688242" y="4027327"/>
                  </a:lnTo>
                  <a:lnTo>
                    <a:pt x="1688337" y="4027327"/>
                  </a:lnTo>
                  <a:lnTo>
                    <a:pt x="1688431" y="4027327"/>
                  </a:lnTo>
                  <a:lnTo>
                    <a:pt x="1688525" y="4027327"/>
                  </a:lnTo>
                  <a:lnTo>
                    <a:pt x="1688619" y="4027327"/>
                  </a:lnTo>
                  <a:lnTo>
                    <a:pt x="1688713" y="4027327"/>
                  </a:lnTo>
                  <a:lnTo>
                    <a:pt x="1688807" y="4027327"/>
                  </a:lnTo>
                  <a:lnTo>
                    <a:pt x="1688901" y="4027327"/>
                  </a:lnTo>
                  <a:lnTo>
                    <a:pt x="1688996" y="4027327"/>
                  </a:lnTo>
                  <a:lnTo>
                    <a:pt x="1689090" y="4027327"/>
                  </a:lnTo>
                  <a:lnTo>
                    <a:pt x="1689184" y="4027327"/>
                  </a:lnTo>
                  <a:lnTo>
                    <a:pt x="1689184" y="4022416"/>
                  </a:lnTo>
                  <a:lnTo>
                    <a:pt x="1689278" y="4022416"/>
                  </a:lnTo>
                  <a:lnTo>
                    <a:pt x="1689372" y="4022416"/>
                  </a:lnTo>
                  <a:lnTo>
                    <a:pt x="1689466" y="4022416"/>
                  </a:lnTo>
                  <a:lnTo>
                    <a:pt x="1689561" y="4022416"/>
                  </a:lnTo>
                  <a:lnTo>
                    <a:pt x="1689655" y="4022416"/>
                  </a:lnTo>
                  <a:lnTo>
                    <a:pt x="1689749" y="4022416"/>
                  </a:lnTo>
                  <a:lnTo>
                    <a:pt x="1689843" y="4022416"/>
                  </a:lnTo>
                  <a:lnTo>
                    <a:pt x="1689937" y="4022416"/>
                  </a:lnTo>
                  <a:lnTo>
                    <a:pt x="1690031" y="4022416"/>
                  </a:lnTo>
                  <a:lnTo>
                    <a:pt x="1690125" y="4022416"/>
                  </a:lnTo>
                  <a:lnTo>
                    <a:pt x="1690220" y="4022416"/>
                  </a:lnTo>
                  <a:lnTo>
                    <a:pt x="1690314" y="4022416"/>
                  </a:lnTo>
                  <a:lnTo>
                    <a:pt x="1690408" y="4022416"/>
                  </a:lnTo>
                  <a:lnTo>
                    <a:pt x="1690502" y="4022416"/>
                  </a:lnTo>
                  <a:lnTo>
                    <a:pt x="1690596" y="4022416"/>
                  </a:lnTo>
                  <a:lnTo>
                    <a:pt x="1690690" y="4022416"/>
                  </a:lnTo>
                  <a:lnTo>
                    <a:pt x="1690785" y="4022416"/>
                  </a:lnTo>
                  <a:lnTo>
                    <a:pt x="1690879" y="4022416"/>
                  </a:lnTo>
                  <a:lnTo>
                    <a:pt x="1690973" y="4022416"/>
                  </a:lnTo>
                  <a:lnTo>
                    <a:pt x="1691067" y="4022416"/>
                  </a:lnTo>
                  <a:lnTo>
                    <a:pt x="1691161" y="4022416"/>
                  </a:lnTo>
                  <a:lnTo>
                    <a:pt x="1691255" y="4022416"/>
                  </a:lnTo>
                  <a:lnTo>
                    <a:pt x="1691349" y="4022416"/>
                  </a:lnTo>
                  <a:lnTo>
                    <a:pt x="1691444" y="4022416"/>
                  </a:lnTo>
                  <a:lnTo>
                    <a:pt x="1691538" y="4022416"/>
                  </a:lnTo>
                  <a:lnTo>
                    <a:pt x="1691632" y="4022416"/>
                  </a:lnTo>
                  <a:lnTo>
                    <a:pt x="1691726" y="4022416"/>
                  </a:lnTo>
                  <a:lnTo>
                    <a:pt x="1691820" y="4022416"/>
                  </a:lnTo>
                  <a:lnTo>
                    <a:pt x="1691914" y="4022416"/>
                  </a:lnTo>
                  <a:lnTo>
                    <a:pt x="1692008" y="4022416"/>
                  </a:lnTo>
                  <a:lnTo>
                    <a:pt x="1692103" y="4022416"/>
                  </a:lnTo>
                  <a:lnTo>
                    <a:pt x="1692103" y="4017504"/>
                  </a:lnTo>
                  <a:lnTo>
                    <a:pt x="1692197" y="4017504"/>
                  </a:lnTo>
                  <a:lnTo>
                    <a:pt x="1692291" y="4017504"/>
                  </a:lnTo>
                  <a:lnTo>
                    <a:pt x="1692385" y="4017504"/>
                  </a:lnTo>
                  <a:lnTo>
                    <a:pt x="1692479" y="4017504"/>
                  </a:lnTo>
                  <a:lnTo>
                    <a:pt x="1692573" y="4017504"/>
                  </a:lnTo>
                  <a:lnTo>
                    <a:pt x="1692668" y="4017504"/>
                  </a:lnTo>
                  <a:lnTo>
                    <a:pt x="1692762" y="4017504"/>
                  </a:lnTo>
                  <a:lnTo>
                    <a:pt x="1692856" y="4017504"/>
                  </a:lnTo>
                  <a:lnTo>
                    <a:pt x="1692950" y="4017504"/>
                  </a:lnTo>
                  <a:lnTo>
                    <a:pt x="1692950" y="4012593"/>
                  </a:lnTo>
                  <a:lnTo>
                    <a:pt x="1693044" y="4012593"/>
                  </a:lnTo>
                  <a:lnTo>
                    <a:pt x="1693138" y="4012593"/>
                  </a:lnTo>
                  <a:lnTo>
                    <a:pt x="1693232" y="4012593"/>
                  </a:lnTo>
                  <a:lnTo>
                    <a:pt x="1693327" y="4012593"/>
                  </a:lnTo>
                  <a:lnTo>
                    <a:pt x="1693421" y="4012593"/>
                  </a:lnTo>
                  <a:lnTo>
                    <a:pt x="1693515" y="4012593"/>
                  </a:lnTo>
                  <a:lnTo>
                    <a:pt x="1693609" y="4012593"/>
                  </a:lnTo>
                  <a:lnTo>
                    <a:pt x="1693703" y="4012593"/>
                  </a:lnTo>
                  <a:lnTo>
                    <a:pt x="1693797" y="4012593"/>
                  </a:lnTo>
                  <a:lnTo>
                    <a:pt x="1693892" y="4012593"/>
                  </a:lnTo>
                  <a:lnTo>
                    <a:pt x="1693986" y="4012593"/>
                  </a:lnTo>
                  <a:lnTo>
                    <a:pt x="1694080" y="4012593"/>
                  </a:lnTo>
                  <a:lnTo>
                    <a:pt x="1694174" y="4012593"/>
                  </a:lnTo>
                  <a:lnTo>
                    <a:pt x="1694268" y="4012593"/>
                  </a:lnTo>
                  <a:lnTo>
                    <a:pt x="1694362" y="4012593"/>
                  </a:lnTo>
                  <a:lnTo>
                    <a:pt x="1694456" y="4012593"/>
                  </a:lnTo>
                  <a:lnTo>
                    <a:pt x="1694551" y="4012593"/>
                  </a:lnTo>
                  <a:lnTo>
                    <a:pt x="1694645" y="4012593"/>
                  </a:lnTo>
                  <a:lnTo>
                    <a:pt x="1694645" y="4007681"/>
                  </a:lnTo>
                  <a:lnTo>
                    <a:pt x="1694739" y="4007681"/>
                  </a:lnTo>
                  <a:lnTo>
                    <a:pt x="1694833" y="4007681"/>
                  </a:lnTo>
                  <a:lnTo>
                    <a:pt x="1694927" y="4007681"/>
                  </a:lnTo>
                  <a:lnTo>
                    <a:pt x="1695021" y="4007681"/>
                  </a:lnTo>
                  <a:lnTo>
                    <a:pt x="1695116" y="4007681"/>
                  </a:lnTo>
                  <a:lnTo>
                    <a:pt x="1695210" y="4007681"/>
                  </a:lnTo>
                  <a:lnTo>
                    <a:pt x="1695304" y="4007681"/>
                  </a:lnTo>
                  <a:lnTo>
                    <a:pt x="1695398" y="4007681"/>
                  </a:lnTo>
                  <a:lnTo>
                    <a:pt x="1695492" y="4007681"/>
                  </a:lnTo>
                  <a:lnTo>
                    <a:pt x="1695586" y="4007681"/>
                  </a:lnTo>
                  <a:lnTo>
                    <a:pt x="1695680" y="4007681"/>
                  </a:lnTo>
                  <a:lnTo>
                    <a:pt x="1695775" y="4007681"/>
                  </a:lnTo>
                  <a:lnTo>
                    <a:pt x="1695869" y="4007681"/>
                  </a:lnTo>
                  <a:lnTo>
                    <a:pt x="1695963" y="4007681"/>
                  </a:lnTo>
                  <a:lnTo>
                    <a:pt x="1696057" y="4007681"/>
                  </a:lnTo>
                  <a:lnTo>
                    <a:pt x="1696151" y="4007681"/>
                  </a:lnTo>
                  <a:lnTo>
                    <a:pt x="1696245" y="4007681"/>
                  </a:lnTo>
                  <a:lnTo>
                    <a:pt x="1696339" y="4007681"/>
                  </a:lnTo>
                  <a:lnTo>
                    <a:pt x="1696434" y="4007681"/>
                  </a:lnTo>
                  <a:lnTo>
                    <a:pt x="1696528" y="4007681"/>
                  </a:lnTo>
                  <a:lnTo>
                    <a:pt x="1696622" y="4007681"/>
                  </a:lnTo>
                  <a:lnTo>
                    <a:pt x="1696716" y="4007681"/>
                  </a:lnTo>
                  <a:lnTo>
                    <a:pt x="1696716" y="4002770"/>
                  </a:lnTo>
                  <a:lnTo>
                    <a:pt x="1696810" y="4002770"/>
                  </a:lnTo>
                  <a:lnTo>
                    <a:pt x="1696904" y="4002770"/>
                  </a:lnTo>
                  <a:lnTo>
                    <a:pt x="1696999" y="4002770"/>
                  </a:lnTo>
                  <a:lnTo>
                    <a:pt x="1697093" y="4002770"/>
                  </a:lnTo>
                  <a:lnTo>
                    <a:pt x="1697187" y="4002770"/>
                  </a:lnTo>
                  <a:lnTo>
                    <a:pt x="1697281" y="4002770"/>
                  </a:lnTo>
                  <a:lnTo>
                    <a:pt x="1697375" y="4002770"/>
                  </a:lnTo>
                  <a:lnTo>
                    <a:pt x="1697469" y="4002770"/>
                  </a:lnTo>
                  <a:lnTo>
                    <a:pt x="1697563" y="4002770"/>
                  </a:lnTo>
                  <a:lnTo>
                    <a:pt x="1697658" y="4002770"/>
                  </a:lnTo>
                  <a:lnTo>
                    <a:pt x="1697752" y="4002770"/>
                  </a:lnTo>
                  <a:lnTo>
                    <a:pt x="1697846" y="4002770"/>
                  </a:lnTo>
                  <a:lnTo>
                    <a:pt x="1697940" y="4002770"/>
                  </a:lnTo>
                  <a:lnTo>
                    <a:pt x="1697940" y="3997859"/>
                  </a:lnTo>
                  <a:lnTo>
                    <a:pt x="1698034" y="3997859"/>
                  </a:lnTo>
                  <a:lnTo>
                    <a:pt x="1698128" y="3997859"/>
                  </a:lnTo>
                  <a:lnTo>
                    <a:pt x="1698223" y="3997859"/>
                  </a:lnTo>
                  <a:lnTo>
                    <a:pt x="1698317" y="3997859"/>
                  </a:lnTo>
                  <a:lnTo>
                    <a:pt x="1698411" y="3997859"/>
                  </a:lnTo>
                  <a:lnTo>
                    <a:pt x="1698505" y="3997859"/>
                  </a:lnTo>
                  <a:lnTo>
                    <a:pt x="1698599" y="3997859"/>
                  </a:lnTo>
                  <a:lnTo>
                    <a:pt x="1698693" y="3997859"/>
                  </a:lnTo>
                  <a:lnTo>
                    <a:pt x="1698787" y="3997859"/>
                  </a:lnTo>
                  <a:lnTo>
                    <a:pt x="1698882" y="3997859"/>
                  </a:lnTo>
                  <a:lnTo>
                    <a:pt x="1698976" y="3997859"/>
                  </a:lnTo>
                  <a:lnTo>
                    <a:pt x="1699070" y="3997859"/>
                  </a:lnTo>
                  <a:lnTo>
                    <a:pt x="1699164" y="3997859"/>
                  </a:lnTo>
                  <a:lnTo>
                    <a:pt x="1699258" y="3997859"/>
                  </a:lnTo>
                  <a:lnTo>
                    <a:pt x="1699352" y="3997859"/>
                  </a:lnTo>
                  <a:lnTo>
                    <a:pt x="1699447" y="3997859"/>
                  </a:lnTo>
                  <a:lnTo>
                    <a:pt x="1699541" y="3997859"/>
                  </a:lnTo>
                  <a:lnTo>
                    <a:pt x="1699635" y="3997859"/>
                  </a:lnTo>
                  <a:lnTo>
                    <a:pt x="1699729" y="3997859"/>
                  </a:lnTo>
                  <a:lnTo>
                    <a:pt x="1699823" y="3997859"/>
                  </a:lnTo>
                  <a:lnTo>
                    <a:pt x="1699917" y="3997859"/>
                  </a:lnTo>
                  <a:lnTo>
                    <a:pt x="1700011" y="3997859"/>
                  </a:lnTo>
                  <a:lnTo>
                    <a:pt x="1700106" y="3997859"/>
                  </a:lnTo>
                  <a:lnTo>
                    <a:pt x="1700200" y="3997859"/>
                  </a:lnTo>
                  <a:lnTo>
                    <a:pt x="1700294" y="3997859"/>
                  </a:lnTo>
                  <a:lnTo>
                    <a:pt x="1700388" y="3997859"/>
                  </a:lnTo>
                  <a:lnTo>
                    <a:pt x="1700482" y="3997859"/>
                  </a:lnTo>
                  <a:lnTo>
                    <a:pt x="1700576" y="3997859"/>
                  </a:lnTo>
                  <a:lnTo>
                    <a:pt x="1700670" y="3997859"/>
                  </a:lnTo>
                  <a:lnTo>
                    <a:pt x="1700765" y="3997859"/>
                  </a:lnTo>
                  <a:lnTo>
                    <a:pt x="1700859" y="3997859"/>
                  </a:lnTo>
                  <a:lnTo>
                    <a:pt x="1700953" y="3997859"/>
                  </a:lnTo>
                  <a:lnTo>
                    <a:pt x="1701047" y="3997859"/>
                  </a:lnTo>
                  <a:lnTo>
                    <a:pt x="1701141" y="3997859"/>
                  </a:lnTo>
                  <a:lnTo>
                    <a:pt x="1701141" y="3992947"/>
                  </a:lnTo>
                  <a:lnTo>
                    <a:pt x="1701235" y="3992947"/>
                  </a:lnTo>
                  <a:lnTo>
                    <a:pt x="1701330" y="3992947"/>
                  </a:lnTo>
                  <a:lnTo>
                    <a:pt x="1701424" y="3992947"/>
                  </a:lnTo>
                  <a:lnTo>
                    <a:pt x="1701518" y="3992947"/>
                  </a:lnTo>
                  <a:lnTo>
                    <a:pt x="1701612" y="3992947"/>
                  </a:lnTo>
                  <a:lnTo>
                    <a:pt x="1701706" y="3992947"/>
                  </a:lnTo>
                  <a:lnTo>
                    <a:pt x="1701800" y="3992947"/>
                  </a:lnTo>
                  <a:lnTo>
                    <a:pt x="1701894" y="3992947"/>
                  </a:lnTo>
                  <a:lnTo>
                    <a:pt x="1701989" y="3992947"/>
                  </a:lnTo>
                  <a:lnTo>
                    <a:pt x="1702083" y="3992947"/>
                  </a:lnTo>
                  <a:lnTo>
                    <a:pt x="1702177" y="3992947"/>
                  </a:lnTo>
                  <a:lnTo>
                    <a:pt x="1702271" y="3992947"/>
                  </a:lnTo>
                  <a:lnTo>
                    <a:pt x="1702365" y="3992947"/>
                  </a:lnTo>
                  <a:lnTo>
                    <a:pt x="1702459" y="3992947"/>
                  </a:lnTo>
                  <a:lnTo>
                    <a:pt x="1702554" y="3992947"/>
                  </a:lnTo>
                  <a:lnTo>
                    <a:pt x="1702648" y="3992947"/>
                  </a:lnTo>
                  <a:lnTo>
                    <a:pt x="1702742" y="3992947"/>
                  </a:lnTo>
                  <a:lnTo>
                    <a:pt x="1702836" y="3992947"/>
                  </a:lnTo>
                  <a:lnTo>
                    <a:pt x="1702930" y="3992947"/>
                  </a:lnTo>
                  <a:lnTo>
                    <a:pt x="1703024" y="3992947"/>
                  </a:lnTo>
                  <a:lnTo>
                    <a:pt x="1703118" y="3992947"/>
                  </a:lnTo>
                  <a:lnTo>
                    <a:pt x="1703213" y="3992947"/>
                  </a:lnTo>
                  <a:lnTo>
                    <a:pt x="1703307" y="3992947"/>
                  </a:lnTo>
                  <a:lnTo>
                    <a:pt x="1703401" y="3992947"/>
                  </a:lnTo>
                  <a:lnTo>
                    <a:pt x="1703495" y="3992947"/>
                  </a:lnTo>
                  <a:lnTo>
                    <a:pt x="1703589" y="3992947"/>
                  </a:lnTo>
                  <a:lnTo>
                    <a:pt x="1703683" y="3992947"/>
                  </a:lnTo>
                  <a:lnTo>
                    <a:pt x="1703778" y="3992947"/>
                  </a:lnTo>
                  <a:lnTo>
                    <a:pt x="1703872" y="3992947"/>
                  </a:lnTo>
                  <a:lnTo>
                    <a:pt x="1703966" y="3992947"/>
                  </a:lnTo>
                  <a:lnTo>
                    <a:pt x="1704060" y="3992947"/>
                  </a:lnTo>
                  <a:lnTo>
                    <a:pt x="1704154" y="3992947"/>
                  </a:lnTo>
                  <a:lnTo>
                    <a:pt x="1704248" y="3992947"/>
                  </a:lnTo>
                  <a:lnTo>
                    <a:pt x="1704342" y="3992947"/>
                  </a:lnTo>
                  <a:lnTo>
                    <a:pt x="1704437" y="3992947"/>
                  </a:lnTo>
                  <a:lnTo>
                    <a:pt x="1704531" y="3992947"/>
                  </a:lnTo>
                  <a:lnTo>
                    <a:pt x="1704625" y="3992947"/>
                  </a:lnTo>
                  <a:lnTo>
                    <a:pt x="1704719" y="3992947"/>
                  </a:lnTo>
                  <a:lnTo>
                    <a:pt x="1704813" y="3992947"/>
                  </a:lnTo>
                  <a:lnTo>
                    <a:pt x="1704907" y="3992947"/>
                  </a:lnTo>
                  <a:lnTo>
                    <a:pt x="1705001" y="3992947"/>
                  </a:lnTo>
                  <a:lnTo>
                    <a:pt x="1705096" y="3992947"/>
                  </a:lnTo>
                  <a:lnTo>
                    <a:pt x="1705190" y="3992947"/>
                  </a:lnTo>
                  <a:lnTo>
                    <a:pt x="1705284" y="3992947"/>
                  </a:lnTo>
                  <a:lnTo>
                    <a:pt x="1705378" y="3992947"/>
                  </a:lnTo>
                  <a:lnTo>
                    <a:pt x="1705472" y="3992947"/>
                  </a:lnTo>
                  <a:lnTo>
                    <a:pt x="1705566" y="3992947"/>
                  </a:lnTo>
                  <a:lnTo>
                    <a:pt x="1705661" y="3992947"/>
                  </a:lnTo>
                  <a:lnTo>
                    <a:pt x="1705755" y="3992947"/>
                  </a:lnTo>
                  <a:lnTo>
                    <a:pt x="1705849" y="3992947"/>
                  </a:lnTo>
                  <a:lnTo>
                    <a:pt x="1705943" y="3992947"/>
                  </a:lnTo>
                  <a:lnTo>
                    <a:pt x="1706037" y="3992947"/>
                  </a:lnTo>
                  <a:lnTo>
                    <a:pt x="1706131" y="3992947"/>
                  </a:lnTo>
                  <a:lnTo>
                    <a:pt x="1706225" y="3992947"/>
                  </a:lnTo>
                  <a:lnTo>
                    <a:pt x="1706320" y="3992947"/>
                  </a:lnTo>
                  <a:lnTo>
                    <a:pt x="1706414" y="3992947"/>
                  </a:lnTo>
                  <a:lnTo>
                    <a:pt x="1706508" y="3992947"/>
                  </a:lnTo>
                  <a:lnTo>
                    <a:pt x="1706602" y="3992947"/>
                  </a:lnTo>
                  <a:lnTo>
                    <a:pt x="1706696" y="3992947"/>
                  </a:lnTo>
                  <a:lnTo>
                    <a:pt x="1706790" y="3992947"/>
                  </a:lnTo>
                  <a:lnTo>
                    <a:pt x="1706885" y="3992947"/>
                  </a:lnTo>
                  <a:lnTo>
                    <a:pt x="1706979" y="3992947"/>
                  </a:lnTo>
                  <a:lnTo>
                    <a:pt x="1707073" y="3992947"/>
                  </a:lnTo>
                  <a:lnTo>
                    <a:pt x="1707167" y="3992947"/>
                  </a:lnTo>
                  <a:lnTo>
                    <a:pt x="1707261" y="3992947"/>
                  </a:lnTo>
                  <a:lnTo>
                    <a:pt x="1707355" y="3992947"/>
                  </a:lnTo>
                  <a:lnTo>
                    <a:pt x="1707449" y="3992947"/>
                  </a:lnTo>
                  <a:lnTo>
                    <a:pt x="1707544" y="3992947"/>
                  </a:lnTo>
                  <a:lnTo>
                    <a:pt x="1707638" y="3992947"/>
                  </a:lnTo>
                  <a:lnTo>
                    <a:pt x="1707732" y="3992947"/>
                  </a:lnTo>
                  <a:lnTo>
                    <a:pt x="1707826" y="3992947"/>
                  </a:lnTo>
                  <a:lnTo>
                    <a:pt x="1707920" y="3992947"/>
                  </a:lnTo>
                  <a:lnTo>
                    <a:pt x="1708014" y="3992947"/>
                  </a:lnTo>
                  <a:lnTo>
                    <a:pt x="1708109" y="3992947"/>
                  </a:lnTo>
                  <a:lnTo>
                    <a:pt x="1708203" y="3992947"/>
                  </a:lnTo>
                  <a:lnTo>
                    <a:pt x="1708297" y="3992947"/>
                  </a:lnTo>
                  <a:lnTo>
                    <a:pt x="1708391" y="3992947"/>
                  </a:lnTo>
                  <a:lnTo>
                    <a:pt x="1708485" y="3992947"/>
                  </a:lnTo>
                  <a:lnTo>
                    <a:pt x="1708579" y="3992947"/>
                  </a:lnTo>
                  <a:lnTo>
                    <a:pt x="1708673" y="3992947"/>
                  </a:lnTo>
                  <a:lnTo>
                    <a:pt x="1708768" y="3992947"/>
                  </a:lnTo>
                  <a:lnTo>
                    <a:pt x="1708862" y="3992947"/>
                  </a:lnTo>
                  <a:lnTo>
                    <a:pt x="1708956" y="3992947"/>
                  </a:lnTo>
                  <a:lnTo>
                    <a:pt x="1709050" y="3992947"/>
                  </a:lnTo>
                  <a:lnTo>
                    <a:pt x="1709144" y="3992947"/>
                  </a:lnTo>
                  <a:lnTo>
                    <a:pt x="1709238" y="3992947"/>
                  </a:lnTo>
                  <a:lnTo>
                    <a:pt x="1709332" y="3992947"/>
                  </a:lnTo>
                  <a:lnTo>
                    <a:pt x="1709427" y="3992947"/>
                  </a:lnTo>
                  <a:lnTo>
                    <a:pt x="1709521" y="3992947"/>
                  </a:lnTo>
                  <a:lnTo>
                    <a:pt x="1709615" y="3992947"/>
                  </a:lnTo>
                  <a:lnTo>
                    <a:pt x="1709709" y="3992947"/>
                  </a:lnTo>
                  <a:lnTo>
                    <a:pt x="1709803" y="3992947"/>
                  </a:lnTo>
                  <a:lnTo>
                    <a:pt x="1709897" y="3992947"/>
                  </a:lnTo>
                  <a:lnTo>
                    <a:pt x="1709992" y="3992947"/>
                  </a:lnTo>
                  <a:lnTo>
                    <a:pt x="1710086" y="3992947"/>
                  </a:lnTo>
                  <a:lnTo>
                    <a:pt x="1710180" y="3992947"/>
                  </a:lnTo>
                  <a:lnTo>
                    <a:pt x="1710274" y="3992947"/>
                  </a:lnTo>
                  <a:lnTo>
                    <a:pt x="1710368" y="3992947"/>
                  </a:lnTo>
                  <a:lnTo>
                    <a:pt x="1710462" y="3992947"/>
                  </a:lnTo>
                  <a:lnTo>
                    <a:pt x="1710556" y="3992947"/>
                  </a:lnTo>
                  <a:lnTo>
                    <a:pt x="1710651" y="3992947"/>
                  </a:lnTo>
                  <a:lnTo>
                    <a:pt x="1710745" y="3992947"/>
                  </a:lnTo>
                  <a:lnTo>
                    <a:pt x="1710839" y="3992947"/>
                  </a:lnTo>
                  <a:lnTo>
                    <a:pt x="1710933" y="3992947"/>
                  </a:lnTo>
                  <a:lnTo>
                    <a:pt x="1711027" y="3992947"/>
                  </a:lnTo>
                  <a:lnTo>
                    <a:pt x="1711121" y="3992947"/>
                  </a:lnTo>
                  <a:lnTo>
                    <a:pt x="1711216" y="3992947"/>
                  </a:lnTo>
                  <a:lnTo>
                    <a:pt x="1711310" y="3992947"/>
                  </a:lnTo>
                  <a:lnTo>
                    <a:pt x="1711404" y="3992947"/>
                  </a:lnTo>
                  <a:lnTo>
                    <a:pt x="1711498" y="3992947"/>
                  </a:lnTo>
                  <a:lnTo>
                    <a:pt x="1711592" y="3992947"/>
                  </a:lnTo>
                  <a:lnTo>
                    <a:pt x="1711686" y="3992947"/>
                  </a:lnTo>
                  <a:lnTo>
                    <a:pt x="1711686" y="3988036"/>
                  </a:lnTo>
                  <a:lnTo>
                    <a:pt x="1711780" y="3988036"/>
                  </a:lnTo>
                  <a:lnTo>
                    <a:pt x="1711875" y="3988036"/>
                  </a:lnTo>
                  <a:lnTo>
                    <a:pt x="1711969" y="3988036"/>
                  </a:lnTo>
                  <a:lnTo>
                    <a:pt x="1712063" y="3988036"/>
                  </a:lnTo>
                  <a:lnTo>
                    <a:pt x="1712157" y="3988036"/>
                  </a:lnTo>
                  <a:lnTo>
                    <a:pt x="1712251" y="3988036"/>
                  </a:lnTo>
                  <a:lnTo>
                    <a:pt x="1712345" y="3988036"/>
                  </a:lnTo>
                  <a:lnTo>
                    <a:pt x="1712440" y="3988036"/>
                  </a:lnTo>
                  <a:lnTo>
                    <a:pt x="1712534" y="3988036"/>
                  </a:lnTo>
                  <a:lnTo>
                    <a:pt x="1712628" y="3988036"/>
                  </a:lnTo>
                  <a:lnTo>
                    <a:pt x="1712722" y="3988036"/>
                  </a:lnTo>
                  <a:lnTo>
                    <a:pt x="1712816" y="3988036"/>
                  </a:lnTo>
                  <a:lnTo>
                    <a:pt x="1712910" y="3988036"/>
                  </a:lnTo>
                  <a:lnTo>
                    <a:pt x="1713004" y="3988036"/>
                  </a:lnTo>
                  <a:lnTo>
                    <a:pt x="1713099" y="3988036"/>
                  </a:lnTo>
                  <a:lnTo>
                    <a:pt x="1713193" y="3988036"/>
                  </a:lnTo>
                  <a:lnTo>
                    <a:pt x="1713287" y="3988036"/>
                  </a:lnTo>
                  <a:lnTo>
                    <a:pt x="1713381" y="3988036"/>
                  </a:lnTo>
                  <a:lnTo>
                    <a:pt x="1713475" y="3988036"/>
                  </a:lnTo>
                  <a:lnTo>
                    <a:pt x="1713569" y="3988036"/>
                  </a:lnTo>
                  <a:lnTo>
                    <a:pt x="1713663" y="3988036"/>
                  </a:lnTo>
                  <a:lnTo>
                    <a:pt x="1713758" y="3988036"/>
                  </a:lnTo>
                  <a:lnTo>
                    <a:pt x="1713852" y="3988036"/>
                  </a:lnTo>
                  <a:lnTo>
                    <a:pt x="1713946" y="3988036"/>
                  </a:lnTo>
                  <a:lnTo>
                    <a:pt x="1714040" y="3988036"/>
                  </a:lnTo>
                  <a:lnTo>
                    <a:pt x="1714134" y="3988036"/>
                  </a:lnTo>
                  <a:lnTo>
                    <a:pt x="1714228" y="3988036"/>
                  </a:lnTo>
                  <a:lnTo>
                    <a:pt x="1714323" y="3988036"/>
                  </a:lnTo>
                  <a:lnTo>
                    <a:pt x="1714417" y="3988036"/>
                  </a:lnTo>
                  <a:lnTo>
                    <a:pt x="1714511" y="3988036"/>
                  </a:lnTo>
                  <a:lnTo>
                    <a:pt x="1714605" y="3988036"/>
                  </a:lnTo>
                  <a:lnTo>
                    <a:pt x="1714699" y="3988036"/>
                  </a:lnTo>
                  <a:lnTo>
                    <a:pt x="1714793" y="3988036"/>
                  </a:lnTo>
                  <a:lnTo>
                    <a:pt x="1714887" y="3988036"/>
                  </a:lnTo>
                  <a:lnTo>
                    <a:pt x="1714887" y="3983125"/>
                  </a:lnTo>
                  <a:lnTo>
                    <a:pt x="1714982" y="3983125"/>
                  </a:lnTo>
                  <a:lnTo>
                    <a:pt x="1715076" y="3983125"/>
                  </a:lnTo>
                  <a:lnTo>
                    <a:pt x="1715170" y="3983125"/>
                  </a:lnTo>
                  <a:lnTo>
                    <a:pt x="1715264" y="3983125"/>
                  </a:lnTo>
                  <a:lnTo>
                    <a:pt x="1715358" y="3983125"/>
                  </a:lnTo>
                  <a:lnTo>
                    <a:pt x="1715452" y="3983125"/>
                  </a:lnTo>
                  <a:lnTo>
                    <a:pt x="1715547" y="3983125"/>
                  </a:lnTo>
                  <a:lnTo>
                    <a:pt x="1715641" y="3983125"/>
                  </a:lnTo>
                  <a:lnTo>
                    <a:pt x="1715735" y="3983125"/>
                  </a:lnTo>
                  <a:lnTo>
                    <a:pt x="1715829" y="3983125"/>
                  </a:lnTo>
                  <a:lnTo>
                    <a:pt x="1715923" y="3983125"/>
                  </a:lnTo>
                  <a:lnTo>
                    <a:pt x="1716017" y="3983125"/>
                  </a:lnTo>
                  <a:lnTo>
                    <a:pt x="1716111" y="3983125"/>
                  </a:lnTo>
                  <a:lnTo>
                    <a:pt x="1716206" y="3983125"/>
                  </a:lnTo>
                  <a:lnTo>
                    <a:pt x="1716300" y="3983125"/>
                  </a:lnTo>
                  <a:lnTo>
                    <a:pt x="1716394" y="3983125"/>
                  </a:lnTo>
                  <a:lnTo>
                    <a:pt x="1716488" y="3983125"/>
                  </a:lnTo>
                  <a:lnTo>
                    <a:pt x="1716582" y="3983125"/>
                  </a:lnTo>
                  <a:lnTo>
                    <a:pt x="1716676" y="3983125"/>
                  </a:lnTo>
                  <a:lnTo>
                    <a:pt x="1716771" y="3983125"/>
                  </a:lnTo>
                  <a:lnTo>
                    <a:pt x="1716865" y="3983125"/>
                  </a:lnTo>
                  <a:lnTo>
                    <a:pt x="1716959" y="3983125"/>
                  </a:lnTo>
                  <a:lnTo>
                    <a:pt x="1717053" y="3983125"/>
                  </a:lnTo>
                  <a:lnTo>
                    <a:pt x="1717147" y="3983125"/>
                  </a:lnTo>
                  <a:lnTo>
                    <a:pt x="1717241" y="3983125"/>
                  </a:lnTo>
                  <a:lnTo>
                    <a:pt x="1717335" y="3983125"/>
                  </a:lnTo>
                  <a:lnTo>
                    <a:pt x="1717430" y="3983125"/>
                  </a:lnTo>
                  <a:lnTo>
                    <a:pt x="1717524" y="3983125"/>
                  </a:lnTo>
                  <a:lnTo>
                    <a:pt x="1717618" y="3983125"/>
                  </a:lnTo>
                  <a:lnTo>
                    <a:pt x="1717712" y="3983125"/>
                  </a:lnTo>
                  <a:lnTo>
                    <a:pt x="1717806" y="3983125"/>
                  </a:lnTo>
                  <a:lnTo>
                    <a:pt x="1717900" y="3983125"/>
                  </a:lnTo>
                  <a:lnTo>
                    <a:pt x="1717994" y="3983125"/>
                  </a:lnTo>
                  <a:lnTo>
                    <a:pt x="1718089" y="3983125"/>
                  </a:lnTo>
                  <a:lnTo>
                    <a:pt x="1718183" y="3983125"/>
                  </a:lnTo>
                  <a:lnTo>
                    <a:pt x="1718277" y="3983125"/>
                  </a:lnTo>
                  <a:lnTo>
                    <a:pt x="1718371" y="3983125"/>
                  </a:lnTo>
                  <a:lnTo>
                    <a:pt x="1718465" y="3983125"/>
                  </a:lnTo>
                  <a:lnTo>
                    <a:pt x="1718559" y="3983125"/>
                  </a:lnTo>
                  <a:lnTo>
                    <a:pt x="1718654" y="3983125"/>
                  </a:lnTo>
                  <a:lnTo>
                    <a:pt x="1718748" y="3983125"/>
                  </a:lnTo>
                  <a:lnTo>
                    <a:pt x="1718842" y="3983125"/>
                  </a:lnTo>
                  <a:lnTo>
                    <a:pt x="1718936" y="3983125"/>
                  </a:lnTo>
                  <a:lnTo>
                    <a:pt x="1719030" y="3983125"/>
                  </a:lnTo>
                  <a:lnTo>
                    <a:pt x="1719124" y="3983125"/>
                  </a:lnTo>
                  <a:lnTo>
                    <a:pt x="1719218" y="3983125"/>
                  </a:lnTo>
                  <a:lnTo>
                    <a:pt x="1719313" y="3983125"/>
                  </a:lnTo>
                  <a:lnTo>
                    <a:pt x="1719407" y="3983125"/>
                  </a:lnTo>
                  <a:lnTo>
                    <a:pt x="1719501" y="3983125"/>
                  </a:lnTo>
                  <a:lnTo>
                    <a:pt x="1719595" y="3983125"/>
                  </a:lnTo>
                  <a:lnTo>
                    <a:pt x="1719689" y="3983125"/>
                  </a:lnTo>
                  <a:lnTo>
                    <a:pt x="1719783" y="3983125"/>
                  </a:lnTo>
                  <a:lnTo>
                    <a:pt x="1719878" y="3983125"/>
                  </a:lnTo>
                  <a:lnTo>
                    <a:pt x="1719972" y="3983125"/>
                  </a:lnTo>
                  <a:lnTo>
                    <a:pt x="1719972" y="3978213"/>
                  </a:lnTo>
                  <a:lnTo>
                    <a:pt x="1720066" y="3978213"/>
                  </a:lnTo>
                  <a:lnTo>
                    <a:pt x="1720160" y="3978213"/>
                  </a:lnTo>
                  <a:lnTo>
                    <a:pt x="1720254" y="3978213"/>
                  </a:lnTo>
                  <a:lnTo>
                    <a:pt x="1720348" y="3978213"/>
                  </a:lnTo>
                  <a:lnTo>
                    <a:pt x="1720442" y="3978213"/>
                  </a:lnTo>
                  <a:lnTo>
                    <a:pt x="1720537" y="3978213"/>
                  </a:lnTo>
                  <a:lnTo>
                    <a:pt x="1720631" y="3978213"/>
                  </a:lnTo>
                  <a:lnTo>
                    <a:pt x="1720725" y="3978213"/>
                  </a:lnTo>
                  <a:lnTo>
                    <a:pt x="1720819" y="3978213"/>
                  </a:lnTo>
                  <a:lnTo>
                    <a:pt x="1720913" y="3978213"/>
                  </a:lnTo>
                  <a:lnTo>
                    <a:pt x="1721007" y="3978213"/>
                  </a:lnTo>
                  <a:lnTo>
                    <a:pt x="1721102" y="3978213"/>
                  </a:lnTo>
                  <a:lnTo>
                    <a:pt x="1721102" y="3973302"/>
                  </a:lnTo>
                  <a:lnTo>
                    <a:pt x="1721196" y="3973302"/>
                  </a:lnTo>
                  <a:lnTo>
                    <a:pt x="1721290" y="3973302"/>
                  </a:lnTo>
                  <a:lnTo>
                    <a:pt x="1721384" y="3973302"/>
                  </a:lnTo>
                  <a:lnTo>
                    <a:pt x="1721478" y="3973302"/>
                  </a:lnTo>
                  <a:lnTo>
                    <a:pt x="1721572" y="3973302"/>
                  </a:lnTo>
                  <a:lnTo>
                    <a:pt x="1721666" y="3973302"/>
                  </a:lnTo>
                  <a:lnTo>
                    <a:pt x="1721761" y="3973302"/>
                  </a:lnTo>
                  <a:lnTo>
                    <a:pt x="1721855" y="3973302"/>
                  </a:lnTo>
                  <a:lnTo>
                    <a:pt x="1721949" y="3973302"/>
                  </a:lnTo>
                  <a:lnTo>
                    <a:pt x="1722043" y="3973302"/>
                  </a:lnTo>
                  <a:lnTo>
                    <a:pt x="1722137" y="3973302"/>
                  </a:lnTo>
                  <a:lnTo>
                    <a:pt x="1722231" y="3973302"/>
                  </a:lnTo>
                  <a:lnTo>
                    <a:pt x="1722325" y="3973302"/>
                  </a:lnTo>
                  <a:lnTo>
                    <a:pt x="1722420" y="3973302"/>
                  </a:lnTo>
                  <a:lnTo>
                    <a:pt x="1722514" y="3973302"/>
                  </a:lnTo>
                  <a:lnTo>
                    <a:pt x="1722608" y="3973302"/>
                  </a:lnTo>
                  <a:lnTo>
                    <a:pt x="1722702" y="3973302"/>
                  </a:lnTo>
                  <a:lnTo>
                    <a:pt x="1722796" y="3973302"/>
                  </a:lnTo>
                  <a:lnTo>
                    <a:pt x="1722890" y="3973302"/>
                  </a:lnTo>
                  <a:lnTo>
                    <a:pt x="1722985" y="3973302"/>
                  </a:lnTo>
                  <a:lnTo>
                    <a:pt x="1723079" y="3973302"/>
                  </a:lnTo>
                  <a:lnTo>
                    <a:pt x="1723173" y="3973302"/>
                  </a:lnTo>
                  <a:lnTo>
                    <a:pt x="1723267" y="3973302"/>
                  </a:lnTo>
                  <a:lnTo>
                    <a:pt x="1723361" y="3973302"/>
                  </a:lnTo>
                  <a:lnTo>
                    <a:pt x="1723455" y="3973302"/>
                  </a:lnTo>
                  <a:lnTo>
                    <a:pt x="1723549" y="3973302"/>
                  </a:lnTo>
                  <a:lnTo>
                    <a:pt x="1723644" y="3973302"/>
                  </a:lnTo>
                  <a:lnTo>
                    <a:pt x="1723738" y="3973302"/>
                  </a:lnTo>
                  <a:lnTo>
                    <a:pt x="1723832" y="3973302"/>
                  </a:lnTo>
                  <a:lnTo>
                    <a:pt x="1723926" y="3973302"/>
                  </a:lnTo>
                  <a:lnTo>
                    <a:pt x="1724020" y="3973302"/>
                  </a:lnTo>
                  <a:lnTo>
                    <a:pt x="1724114" y="3973302"/>
                  </a:lnTo>
                  <a:lnTo>
                    <a:pt x="1724209" y="3973302"/>
                  </a:lnTo>
                  <a:lnTo>
                    <a:pt x="1724303" y="3973302"/>
                  </a:lnTo>
                  <a:lnTo>
                    <a:pt x="1724397" y="3973302"/>
                  </a:lnTo>
                  <a:lnTo>
                    <a:pt x="1724491" y="3973302"/>
                  </a:lnTo>
                  <a:lnTo>
                    <a:pt x="1724585" y="3973302"/>
                  </a:lnTo>
                  <a:lnTo>
                    <a:pt x="1724679" y="3973302"/>
                  </a:lnTo>
                  <a:lnTo>
                    <a:pt x="1724773" y="3973302"/>
                  </a:lnTo>
                  <a:lnTo>
                    <a:pt x="1724868" y="3973302"/>
                  </a:lnTo>
                  <a:lnTo>
                    <a:pt x="1724962" y="3973302"/>
                  </a:lnTo>
                  <a:lnTo>
                    <a:pt x="1725056" y="3973302"/>
                  </a:lnTo>
                  <a:lnTo>
                    <a:pt x="1725150" y="3973302"/>
                  </a:lnTo>
                  <a:lnTo>
                    <a:pt x="1725244" y="3973302"/>
                  </a:lnTo>
                  <a:lnTo>
                    <a:pt x="1725338" y="3973302"/>
                  </a:lnTo>
                  <a:lnTo>
                    <a:pt x="1725433" y="3973302"/>
                  </a:lnTo>
                  <a:lnTo>
                    <a:pt x="1725527" y="3973302"/>
                  </a:lnTo>
                  <a:lnTo>
                    <a:pt x="1725621" y="3973302"/>
                  </a:lnTo>
                  <a:lnTo>
                    <a:pt x="1725715" y="3973302"/>
                  </a:lnTo>
                  <a:lnTo>
                    <a:pt x="1725809" y="3973302"/>
                  </a:lnTo>
                  <a:lnTo>
                    <a:pt x="1725903" y="3973302"/>
                  </a:lnTo>
                  <a:lnTo>
                    <a:pt x="1725997" y="3973302"/>
                  </a:lnTo>
                  <a:lnTo>
                    <a:pt x="1726092" y="3973302"/>
                  </a:lnTo>
                  <a:lnTo>
                    <a:pt x="1726186" y="3973302"/>
                  </a:lnTo>
                  <a:lnTo>
                    <a:pt x="1726280" y="3973302"/>
                  </a:lnTo>
                  <a:lnTo>
                    <a:pt x="1726374" y="3973302"/>
                  </a:lnTo>
                  <a:lnTo>
                    <a:pt x="1726468" y="3973302"/>
                  </a:lnTo>
                  <a:lnTo>
                    <a:pt x="1726562" y="3973302"/>
                  </a:lnTo>
                  <a:lnTo>
                    <a:pt x="1726656" y="3973302"/>
                  </a:lnTo>
                  <a:lnTo>
                    <a:pt x="1726751" y="3973302"/>
                  </a:lnTo>
                  <a:lnTo>
                    <a:pt x="1726845" y="3973302"/>
                  </a:lnTo>
                  <a:lnTo>
                    <a:pt x="1726939" y="3973302"/>
                  </a:lnTo>
                  <a:lnTo>
                    <a:pt x="1727033" y="3973302"/>
                  </a:lnTo>
                  <a:lnTo>
                    <a:pt x="1727127" y="3973302"/>
                  </a:lnTo>
                  <a:lnTo>
                    <a:pt x="1727221" y="3973302"/>
                  </a:lnTo>
                  <a:lnTo>
                    <a:pt x="1727316" y="3973302"/>
                  </a:lnTo>
                  <a:lnTo>
                    <a:pt x="1727410" y="3973302"/>
                  </a:lnTo>
                  <a:lnTo>
                    <a:pt x="1727504" y="3973302"/>
                  </a:lnTo>
                  <a:lnTo>
                    <a:pt x="1727598" y="3973302"/>
                  </a:lnTo>
                  <a:lnTo>
                    <a:pt x="1727598" y="3968390"/>
                  </a:lnTo>
                  <a:lnTo>
                    <a:pt x="1727692" y="3968390"/>
                  </a:lnTo>
                  <a:lnTo>
                    <a:pt x="1727786" y="3968390"/>
                  </a:lnTo>
                  <a:lnTo>
                    <a:pt x="1727880" y="3968390"/>
                  </a:lnTo>
                  <a:lnTo>
                    <a:pt x="1727880" y="3963479"/>
                  </a:lnTo>
                  <a:lnTo>
                    <a:pt x="1727975" y="3963479"/>
                  </a:lnTo>
                  <a:lnTo>
                    <a:pt x="1728069" y="3963479"/>
                  </a:lnTo>
                  <a:lnTo>
                    <a:pt x="1728163" y="3963479"/>
                  </a:lnTo>
                  <a:lnTo>
                    <a:pt x="1728257" y="3963479"/>
                  </a:lnTo>
                  <a:lnTo>
                    <a:pt x="1728351" y="3963479"/>
                  </a:lnTo>
                  <a:lnTo>
                    <a:pt x="1728445" y="3963479"/>
                  </a:lnTo>
                  <a:lnTo>
                    <a:pt x="1728540" y="3963479"/>
                  </a:lnTo>
                  <a:lnTo>
                    <a:pt x="1728634" y="3963479"/>
                  </a:lnTo>
                  <a:lnTo>
                    <a:pt x="1728728" y="3963479"/>
                  </a:lnTo>
                  <a:lnTo>
                    <a:pt x="1728822" y="3963479"/>
                  </a:lnTo>
                  <a:lnTo>
                    <a:pt x="1728916" y="3963479"/>
                  </a:lnTo>
                  <a:lnTo>
                    <a:pt x="1729010" y="3963479"/>
                  </a:lnTo>
                  <a:lnTo>
                    <a:pt x="1729104" y="3963479"/>
                  </a:lnTo>
                  <a:lnTo>
                    <a:pt x="1729199" y="3963479"/>
                  </a:lnTo>
                  <a:lnTo>
                    <a:pt x="1729293" y="3963479"/>
                  </a:lnTo>
                  <a:lnTo>
                    <a:pt x="1729387" y="3963479"/>
                  </a:lnTo>
                  <a:lnTo>
                    <a:pt x="1729481" y="3963479"/>
                  </a:lnTo>
                  <a:lnTo>
                    <a:pt x="1729575" y="3963479"/>
                  </a:lnTo>
                  <a:lnTo>
                    <a:pt x="1729669" y="3963479"/>
                  </a:lnTo>
                  <a:lnTo>
                    <a:pt x="1729764" y="3963479"/>
                  </a:lnTo>
                  <a:lnTo>
                    <a:pt x="1729858" y="3963479"/>
                  </a:lnTo>
                  <a:lnTo>
                    <a:pt x="1729952" y="3963479"/>
                  </a:lnTo>
                  <a:lnTo>
                    <a:pt x="1730046" y="3963479"/>
                  </a:lnTo>
                  <a:lnTo>
                    <a:pt x="1730140" y="3963479"/>
                  </a:lnTo>
                  <a:lnTo>
                    <a:pt x="1730140" y="3958568"/>
                  </a:lnTo>
                  <a:lnTo>
                    <a:pt x="1730234" y="3958568"/>
                  </a:lnTo>
                  <a:lnTo>
                    <a:pt x="1730328" y="3958568"/>
                  </a:lnTo>
                  <a:lnTo>
                    <a:pt x="1730423" y="3958568"/>
                  </a:lnTo>
                  <a:lnTo>
                    <a:pt x="1730517" y="3958568"/>
                  </a:lnTo>
                  <a:lnTo>
                    <a:pt x="1730611" y="3958568"/>
                  </a:lnTo>
                  <a:lnTo>
                    <a:pt x="1730705" y="3958568"/>
                  </a:lnTo>
                  <a:lnTo>
                    <a:pt x="1730799" y="3958568"/>
                  </a:lnTo>
                  <a:lnTo>
                    <a:pt x="1730893" y="3958568"/>
                  </a:lnTo>
                  <a:lnTo>
                    <a:pt x="1730987" y="3958568"/>
                  </a:lnTo>
                  <a:lnTo>
                    <a:pt x="1731082" y="3958568"/>
                  </a:lnTo>
                  <a:lnTo>
                    <a:pt x="1731176" y="3958568"/>
                  </a:lnTo>
                  <a:lnTo>
                    <a:pt x="1731270" y="3958568"/>
                  </a:lnTo>
                  <a:lnTo>
                    <a:pt x="1731364" y="3958568"/>
                  </a:lnTo>
                  <a:lnTo>
                    <a:pt x="1731458" y="3958568"/>
                  </a:lnTo>
                  <a:lnTo>
                    <a:pt x="1731552" y="3958568"/>
                  </a:lnTo>
                  <a:lnTo>
                    <a:pt x="1731647" y="3958568"/>
                  </a:lnTo>
                  <a:lnTo>
                    <a:pt x="1731741" y="3958568"/>
                  </a:lnTo>
                  <a:lnTo>
                    <a:pt x="1731835" y="3958568"/>
                  </a:lnTo>
                  <a:lnTo>
                    <a:pt x="1731929" y="3958568"/>
                  </a:lnTo>
                  <a:lnTo>
                    <a:pt x="1732023" y="3958568"/>
                  </a:lnTo>
                  <a:lnTo>
                    <a:pt x="1732117" y="3958568"/>
                  </a:lnTo>
                  <a:lnTo>
                    <a:pt x="1732211" y="3958568"/>
                  </a:lnTo>
                  <a:lnTo>
                    <a:pt x="1732306" y="3958568"/>
                  </a:lnTo>
                  <a:lnTo>
                    <a:pt x="1732400" y="3958568"/>
                  </a:lnTo>
                  <a:lnTo>
                    <a:pt x="1732494" y="3958568"/>
                  </a:lnTo>
                  <a:lnTo>
                    <a:pt x="1732588" y="3958568"/>
                  </a:lnTo>
                  <a:lnTo>
                    <a:pt x="1732682" y="3958568"/>
                  </a:lnTo>
                  <a:lnTo>
                    <a:pt x="1732776" y="3958568"/>
                  </a:lnTo>
                  <a:lnTo>
                    <a:pt x="1732871" y="3958568"/>
                  </a:lnTo>
                  <a:lnTo>
                    <a:pt x="1732965" y="3958568"/>
                  </a:lnTo>
                  <a:lnTo>
                    <a:pt x="1733059" y="3958568"/>
                  </a:lnTo>
                  <a:lnTo>
                    <a:pt x="1733153" y="3958568"/>
                  </a:lnTo>
                  <a:lnTo>
                    <a:pt x="1733247" y="3958568"/>
                  </a:lnTo>
                  <a:lnTo>
                    <a:pt x="1733341" y="3958568"/>
                  </a:lnTo>
                  <a:lnTo>
                    <a:pt x="1733435" y="3958568"/>
                  </a:lnTo>
                  <a:lnTo>
                    <a:pt x="1733530" y="3958568"/>
                  </a:lnTo>
                  <a:lnTo>
                    <a:pt x="1733624" y="3958568"/>
                  </a:lnTo>
                  <a:lnTo>
                    <a:pt x="1733718" y="3958568"/>
                  </a:lnTo>
                  <a:lnTo>
                    <a:pt x="1733812" y="3958568"/>
                  </a:lnTo>
                  <a:lnTo>
                    <a:pt x="1733906" y="3958568"/>
                  </a:lnTo>
                  <a:lnTo>
                    <a:pt x="1734000" y="3958568"/>
                  </a:lnTo>
                  <a:lnTo>
                    <a:pt x="1734095" y="3958568"/>
                  </a:lnTo>
                  <a:lnTo>
                    <a:pt x="1734189" y="3958568"/>
                  </a:lnTo>
                  <a:lnTo>
                    <a:pt x="1734283" y="3958568"/>
                  </a:lnTo>
                  <a:lnTo>
                    <a:pt x="1734377" y="3958568"/>
                  </a:lnTo>
                  <a:lnTo>
                    <a:pt x="1734471" y="3958568"/>
                  </a:lnTo>
                  <a:lnTo>
                    <a:pt x="1734565" y="3958568"/>
                  </a:lnTo>
                  <a:lnTo>
                    <a:pt x="1734659" y="3958568"/>
                  </a:lnTo>
                  <a:lnTo>
                    <a:pt x="1734754" y="3958568"/>
                  </a:lnTo>
                  <a:lnTo>
                    <a:pt x="1734754" y="3953656"/>
                  </a:lnTo>
                  <a:lnTo>
                    <a:pt x="1734848" y="3953656"/>
                  </a:lnTo>
                  <a:lnTo>
                    <a:pt x="1734942" y="3953656"/>
                  </a:lnTo>
                  <a:lnTo>
                    <a:pt x="1735036" y="3953656"/>
                  </a:lnTo>
                  <a:lnTo>
                    <a:pt x="1735130" y="3953656"/>
                  </a:lnTo>
                  <a:lnTo>
                    <a:pt x="1735224" y="3953656"/>
                  </a:lnTo>
                  <a:lnTo>
                    <a:pt x="1735318" y="3953656"/>
                  </a:lnTo>
                  <a:lnTo>
                    <a:pt x="1735413" y="3953656"/>
                  </a:lnTo>
                  <a:lnTo>
                    <a:pt x="1735507" y="3953656"/>
                  </a:lnTo>
                  <a:lnTo>
                    <a:pt x="1735601" y="3953656"/>
                  </a:lnTo>
                  <a:lnTo>
                    <a:pt x="1735695" y="3953656"/>
                  </a:lnTo>
                  <a:lnTo>
                    <a:pt x="1735789" y="3953656"/>
                  </a:lnTo>
                  <a:lnTo>
                    <a:pt x="1735883" y="3953656"/>
                  </a:lnTo>
                  <a:lnTo>
                    <a:pt x="1735978" y="3953656"/>
                  </a:lnTo>
                  <a:lnTo>
                    <a:pt x="1736072" y="3953656"/>
                  </a:lnTo>
                  <a:lnTo>
                    <a:pt x="1736166" y="3953656"/>
                  </a:lnTo>
                  <a:lnTo>
                    <a:pt x="1736260" y="3953656"/>
                  </a:lnTo>
                  <a:lnTo>
                    <a:pt x="1736354" y="3953656"/>
                  </a:lnTo>
                  <a:lnTo>
                    <a:pt x="1736448" y="3953656"/>
                  </a:lnTo>
                  <a:lnTo>
                    <a:pt x="1736448" y="3948745"/>
                  </a:lnTo>
                  <a:lnTo>
                    <a:pt x="1736542" y="3948745"/>
                  </a:lnTo>
                  <a:lnTo>
                    <a:pt x="1736637" y="3948745"/>
                  </a:lnTo>
                  <a:lnTo>
                    <a:pt x="1736731" y="3948745"/>
                  </a:lnTo>
                  <a:lnTo>
                    <a:pt x="1736825" y="3948745"/>
                  </a:lnTo>
                  <a:lnTo>
                    <a:pt x="1736919" y="3948745"/>
                  </a:lnTo>
                  <a:lnTo>
                    <a:pt x="1737013" y="3948745"/>
                  </a:lnTo>
                  <a:lnTo>
                    <a:pt x="1737107" y="3948745"/>
                  </a:lnTo>
                  <a:lnTo>
                    <a:pt x="1737202" y="3948745"/>
                  </a:lnTo>
                  <a:lnTo>
                    <a:pt x="1737296" y="3948745"/>
                  </a:lnTo>
                  <a:lnTo>
                    <a:pt x="1737390" y="3948745"/>
                  </a:lnTo>
                  <a:lnTo>
                    <a:pt x="1737484" y="3948745"/>
                  </a:lnTo>
                  <a:lnTo>
                    <a:pt x="1737578" y="3948745"/>
                  </a:lnTo>
                  <a:lnTo>
                    <a:pt x="1737672" y="3948745"/>
                  </a:lnTo>
                  <a:lnTo>
                    <a:pt x="1737766" y="3948745"/>
                  </a:lnTo>
                  <a:lnTo>
                    <a:pt x="1737861" y="3948745"/>
                  </a:lnTo>
                  <a:lnTo>
                    <a:pt x="1737955" y="3948745"/>
                  </a:lnTo>
                  <a:lnTo>
                    <a:pt x="1738049" y="3948745"/>
                  </a:lnTo>
                  <a:lnTo>
                    <a:pt x="1738143" y="3948745"/>
                  </a:lnTo>
                  <a:lnTo>
                    <a:pt x="1738237" y="3948745"/>
                  </a:lnTo>
                  <a:lnTo>
                    <a:pt x="1738237" y="3943834"/>
                  </a:lnTo>
                  <a:lnTo>
                    <a:pt x="1738331" y="3943834"/>
                  </a:lnTo>
                  <a:lnTo>
                    <a:pt x="1738331" y="3938922"/>
                  </a:lnTo>
                  <a:lnTo>
                    <a:pt x="1738426" y="3938922"/>
                  </a:lnTo>
                  <a:lnTo>
                    <a:pt x="1738520" y="3938922"/>
                  </a:lnTo>
                  <a:lnTo>
                    <a:pt x="1738614" y="3938922"/>
                  </a:lnTo>
                  <a:lnTo>
                    <a:pt x="1738708" y="3938922"/>
                  </a:lnTo>
                  <a:lnTo>
                    <a:pt x="1738708" y="3934011"/>
                  </a:lnTo>
                  <a:lnTo>
                    <a:pt x="1738802" y="3934011"/>
                  </a:lnTo>
                  <a:lnTo>
                    <a:pt x="1738896" y="3934011"/>
                  </a:lnTo>
                  <a:lnTo>
                    <a:pt x="1738990" y="3934011"/>
                  </a:lnTo>
                  <a:lnTo>
                    <a:pt x="1739085" y="3934011"/>
                  </a:lnTo>
                  <a:lnTo>
                    <a:pt x="1739179" y="3934011"/>
                  </a:lnTo>
                  <a:lnTo>
                    <a:pt x="1739273" y="3934011"/>
                  </a:lnTo>
                  <a:lnTo>
                    <a:pt x="1739367" y="3934011"/>
                  </a:lnTo>
                  <a:lnTo>
                    <a:pt x="1739461" y="3934011"/>
                  </a:lnTo>
                  <a:lnTo>
                    <a:pt x="1739555" y="3934011"/>
                  </a:lnTo>
                  <a:lnTo>
                    <a:pt x="1739555" y="3929099"/>
                  </a:lnTo>
                  <a:lnTo>
                    <a:pt x="1739649" y="3929099"/>
                  </a:lnTo>
                  <a:lnTo>
                    <a:pt x="1739744" y="3929099"/>
                  </a:lnTo>
                  <a:lnTo>
                    <a:pt x="1739838" y="3929099"/>
                  </a:lnTo>
                  <a:lnTo>
                    <a:pt x="1739932" y="3929099"/>
                  </a:lnTo>
                  <a:lnTo>
                    <a:pt x="1740026" y="3929099"/>
                  </a:lnTo>
                  <a:lnTo>
                    <a:pt x="1740120" y="3929099"/>
                  </a:lnTo>
                  <a:lnTo>
                    <a:pt x="1740214" y="3929099"/>
                  </a:lnTo>
                  <a:lnTo>
                    <a:pt x="1740309" y="3929099"/>
                  </a:lnTo>
                  <a:lnTo>
                    <a:pt x="1740403" y="3929099"/>
                  </a:lnTo>
                  <a:lnTo>
                    <a:pt x="1740497" y="3929099"/>
                  </a:lnTo>
                  <a:lnTo>
                    <a:pt x="1740591" y="3929099"/>
                  </a:lnTo>
                  <a:lnTo>
                    <a:pt x="1740685" y="3929099"/>
                  </a:lnTo>
                  <a:lnTo>
                    <a:pt x="1740779" y="3929099"/>
                  </a:lnTo>
                  <a:lnTo>
                    <a:pt x="1740873" y="3929099"/>
                  </a:lnTo>
                  <a:lnTo>
                    <a:pt x="1740968" y="3929099"/>
                  </a:lnTo>
                  <a:lnTo>
                    <a:pt x="1741062" y="3929099"/>
                  </a:lnTo>
                  <a:lnTo>
                    <a:pt x="1741156" y="3929099"/>
                  </a:lnTo>
                  <a:lnTo>
                    <a:pt x="1741250" y="3929099"/>
                  </a:lnTo>
                  <a:lnTo>
                    <a:pt x="1741344" y="3929099"/>
                  </a:lnTo>
                  <a:lnTo>
                    <a:pt x="1741438" y="3929099"/>
                  </a:lnTo>
                  <a:lnTo>
                    <a:pt x="1741533" y="3929099"/>
                  </a:lnTo>
                  <a:lnTo>
                    <a:pt x="1741627" y="3929099"/>
                  </a:lnTo>
                  <a:lnTo>
                    <a:pt x="1741721" y="3929099"/>
                  </a:lnTo>
                  <a:lnTo>
                    <a:pt x="1741815" y="3929099"/>
                  </a:lnTo>
                  <a:lnTo>
                    <a:pt x="1741909" y="3929099"/>
                  </a:lnTo>
                  <a:lnTo>
                    <a:pt x="1742003" y="3929099"/>
                  </a:lnTo>
                  <a:lnTo>
                    <a:pt x="1742097" y="3929099"/>
                  </a:lnTo>
                  <a:lnTo>
                    <a:pt x="1742192" y="3929099"/>
                  </a:lnTo>
                  <a:lnTo>
                    <a:pt x="1742286" y="3929099"/>
                  </a:lnTo>
                  <a:lnTo>
                    <a:pt x="1742380" y="3929099"/>
                  </a:lnTo>
                  <a:lnTo>
                    <a:pt x="1742474" y="3929099"/>
                  </a:lnTo>
                  <a:lnTo>
                    <a:pt x="1742474" y="3924188"/>
                  </a:lnTo>
                  <a:lnTo>
                    <a:pt x="1742568" y="3924188"/>
                  </a:lnTo>
                  <a:lnTo>
                    <a:pt x="1742662" y="3924188"/>
                  </a:lnTo>
                  <a:lnTo>
                    <a:pt x="1742757" y="3924188"/>
                  </a:lnTo>
                  <a:lnTo>
                    <a:pt x="1742851" y="3924188"/>
                  </a:lnTo>
                  <a:lnTo>
                    <a:pt x="1742945" y="3924188"/>
                  </a:lnTo>
                  <a:lnTo>
                    <a:pt x="1743039" y="3924188"/>
                  </a:lnTo>
                  <a:lnTo>
                    <a:pt x="1743133" y="3924188"/>
                  </a:lnTo>
                  <a:lnTo>
                    <a:pt x="1743227" y="3924188"/>
                  </a:lnTo>
                  <a:lnTo>
                    <a:pt x="1743321" y="3924188"/>
                  </a:lnTo>
                  <a:lnTo>
                    <a:pt x="1743416" y="3924188"/>
                  </a:lnTo>
                  <a:lnTo>
                    <a:pt x="1743510" y="3924188"/>
                  </a:lnTo>
                  <a:lnTo>
                    <a:pt x="1743604" y="3924188"/>
                  </a:lnTo>
                  <a:lnTo>
                    <a:pt x="1743698" y="3924188"/>
                  </a:lnTo>
                  <a:lnTo>
                    <a:pt x="1743792" y="3924188"/>
                  </a:lnTo>
                  <a:lnTo>
                    <a:pt x="1743886" y="3924188"/>
                  </a:lnTo>
                  <a:lnTo>
                    <a:pt x="1743980" y="3924188"/>
                  </a:lnTo>
                  <a:lnTo>
                    <a:pt x="1743980" y="3919277"/>
                  </a:lnTo>
                  <a:lnTo>
                    <a:pt x="1744075" y="3919277"/>
                  </a:lnTo>
                  <a:lnTo>
                    <a:pt x="1744169" y="3919277"/>
                  </a:lnTo>
                  <a:lnTo>
                    <a:pt x="1744169" y="3914365"/>
                  </a:lnTo>
                  <a:lnTo>
                    <a:pt x="1744263" y="3914365"/>
                  </a:lnTo>
                  <a:lnTo>
                    <a:pt x="1744357" y="3914365"/>
                  </a:lnTo>
                  <a:lnTo>
                    <a:pt x="1744451" y="3914365"/>
                  </a:lnTo>
                  <a:lnTo>
                    <a:pt x="1744545" y="3914365"/>
                  </a:lnTo>
                  <a:lnTo>
                    <a:pt x="1744640" y="3914365"/>
                  </a:lnTo>
                  <a:lnTo>
                    <a:pt x="1744734" y="3914365"/>
                  </a:lnTo>
                  <a:lnTo>
                    <a:pt x="1744828" y="3914365"/>
                  </a:lnTo>
                  <a:lnTo>
                    <a:pt x="1744922" y="3914365"/>
                  </a:lnTo>
                  <a:lnTo>
                    <a:pt x="1745016" y="3914365"/>
                  </a:lnTo>
                  <a:lnTo>
                    <a:pt x="1745110" y="3914365"/>
                  </a:lnTo>
                  <a:lnTo>
                    <a:pt x="1745204" y="3914365"/>
                  </a:lnTo>
                  <a:lnTo>
                    <a:pt x="1745299" y="3914365"/>
                  </a:lnTo>
                  <a:lnTo>
                    <a:pt x="1745393" y="3914365"/>
                  </a:lnTo>
                  <a:lnTo>
                    <a:pt x="1745487" y="3914365"/>
                  </a:lnTo>
                  <a:lnTo>
                    <a:pt x="1745581" y="3914365"/>
                  </a:lnTo>
                  <a:lnTo>
                    <a:pt x="1745675" y="3914365"/>
                  </a:lnTo>
                  <a:lnTo>
                    <a:pt x="1745769" y="3914365"/>
                  </a:lnTo>
                  <a:lnTo>
                    <a:pt x="1745864" y="3914365"/>
                  </a:lnTo>
                  <a:lnTo>
                    <a:pt x="1745958" y="3914365"/>
                  </a:lnTo>
                  <a:lnTo>
                    <a:pt x="1746052" y="3914365"/>
                  </a:lnTo>
                  <a:lnTo>
                    <a:pt x="1746146" y="3914365"/>
                  </a:lnTo>
                  <a:lnTo>
                    <a:pt x="1746240" y="3914365"/>
                  </a:lnTo>
                  <a:lnTo>
                    <a:pt x="1746334" y="3914365"/>
                  </a:lnTo>
                  <a:lnTo>
                    <a:pt x="1746428" y="3914365"/>
                  </a:lnTo>
                  <a:lnTo>
                    <a:pt x="1746523" y="3914365"/>
                  </a:lnTo>
                  <a:lnTo>
                    <a:pt x="1746617" y="3914365"/>
                  </a:lnTo>
                  <a:lnTo>
                    <a:pt x="1746711" y="3914365"/>
                  </a:lnTo>
                  <a:lnTo>
                    <a:pt x="1746805" y="3914365"/>
                  </a:lnTo>
                  <a:lnTo>
                    <a:pt x="1746899" y="3914365"/>
                  </a:lnTo>
                  <a:lnTo>
                    <a:pt x="1746993" y="3914365"/>
                  </a:lnTo>
                  <a:lnTo>
                    <a:pt x="1747088" y="3914365"/>
                  </a:lnTo>
                  <a:lnTo>
                    <a:pt x="1747182" y="3914365"/>
                  </a:lnTo>
                  <a:lnTo>
                    <a:pt x="1747276" y="3914365"/>
                  </a:lnTo>
                  <a:lnTo>
                    <a:pt x="1747276" y="3909454"/>
                  </a:lnTo>
                  <a:lnTo>
                    <a:pt x="1747370" y="3909454"/>
                  </a:lnTo>
                  <a:lnTo>
                    <a:pt x="1747464" y="3909454"/>
                  </a:lnTo>
                  <a:lnTo>
                    <a:pt x="1747558" y="3909454"/>
                  </a:lnTo>
                  <a:lnTo>
                    <a:pt x="1747652" y="3909454"/>
                  </a:lnTo>
                  <a:lnTo>
                    <a:pt x="1747747" y="3909454"/>
                  </a:lnTo>
                  <a:lnTo>
                    <a:pt x="1747841" y="3909454"/>
                  </a:lnTo>
                  <a:lnTo>
                    <a:pt x="1747935" y="3909454"/>
                  </a:lnTo>
                  <a:lnTo>
                    <a:pt x="1748029" y="3909454"/>
                  </a:lnTo>
                  <a:lnTo>
                    <a:pt x="1748123" y="3909454"/>
                  </a:lnTo>
                  <a:lnTo>
                    <a:pt x="1748217" y="3909454"/>
                  </a:lnTo>
                  <a:lnTo>
                    <a:pt x="1748311" y="3909454"/>
                  </a:lnTo>
                  <a:lnTo>
                    <a:pt x="1748406" y="3909454"/>
                  </a:lnTo>
                  <a:lnTo>
                    <a:pt x="1748500" y="3909454"/>
                  </a:lnTo>
                  <a:lnTo>
                    <a:pt x="1748594" y="3909454"/>
                  </a:lnTo>
                  <a:lnTo>
                    <a:pt x="1748688" y="3909454"/>
                  </a:lnTo>
                  <a:lnTo>
                    <a:pt x="1748782" y="3909454"/>
                  </a:lnTo>
                  <a:lnTo>
                    <a:pt x="1748876" y="3909454"/>
                  </a:lnTo>
                  <a:lnTo>
                    <a:pt x="1748971" y="3909454"/>
                  </a:lnTo>
                  <a:lnTo>
                    <a:pt x="1749065" y="3909454"/>
                  </a:lnTo>
                  <a:lnTo>
                    <a:pt x="1749159" y="3909454"/>
                  </a:lnTo>
                  <a:lnTo>
                    <a:pt x="1749253" y="3909454"/>
                  </a:lnTo>
                  <a:lnTo>
                    <a:pt x="1749347" y="3909454"/>
                  </a:lnTo>
                  <a:lnTo>
                    <a:pt x="1749441" y="3909454"/>
                  </a:lnTo>
                  <a:lnTo>
                    <a:pt x="1749535" y="3909454"/>
                  </a:lnTo>
                  <a:lnTo>
                    <a:pt x="1749630" y="3909454"/>
                  </a:lnTo>
                  <a:lnTo>
                    <a:pt x="1749724" y="3909454"/>
                  </a:lnTo>
                  <a:lnTo>
                    <a:pt x="1749818" y="3909454"/>
                  </a:lnTo>
                  <a:lnTo>
                    <a:pt x="1749912" y="3909454"/>
                  </a:lnTo>
                  <a:lnTo>
                    <a:pt x="1750006" y="3909454"/>
                  </a:lnTo>
                  <a:lnTo>
                    <a:pt x="1750100" y="3909454"/>
                  </a:lnTo>
                  <a:lnTo>
                    <a:pt x="1750195" y="3909454"/>
                  </a:lnTo>
                  <a:lnTo>
                    <a:pt x="1750289" y="3909454"/>
                  </a:lnTo>
                  <a:lnTo>
                    <a:pt x="1750383" y="3909454"/>
                  </a:lnTo>
                  <a:lnTo>
                    <a:pt x="1750477" y="3909454"/>
                  </a:lnTo>
                  <a:lnTo>
                    <a:pt x="1750571" y="3909454"/>
                  </a:lnTo>
                  <a:lnTo>
                    <a:pt x="1750665" y="3909454"/>
                  </a:lnTo>
                  <a:lnTo>
                    <a:pt x="1750759" y="3909454"/>
                  </a:lnTo>
                  <a:lnTo>
                    <a:pt x="1750854" y="3909454"/>
                  </a:lnTo>
                  <a:lnTo>
                    <a:pt x="1750948" y="3909454"/>
                  </a:lnTo>
                  <a:lnTo>
                    <a:pt x="1751042" y="3909454"/>
                  </a:lnTo>
                  <a:lnTo>
                    <a:pt x="1751136" y="3909454"/>
                  </a:lnTo>
                  <a:lnTo>
                    <a:pt x="1751230" y="3909454"/>
                  </a:lnTo>
                  <a:lnTo>
                    <a:pt x="1751324" y="3909454"/>
                  </a:lnTo>
                  <a:lnTo>
                    <a:pt x="1751419" y="3909454"/>
                  </a:lnTo>
                  <a:lnTo>
                    <a:pt x="1751513" y="3909454"/>
                  </a:lnTo>
                  <a:lnTo>
                    <a:pt x="1751607" y="3909454"/>
                  </a:lnTo>
                  <a:lnTo>
                    <a:pt x="1751701" y="3909454"/>
                  </a:lnTo>
                  <a:lnTo>
                    <a:pt x="1751795" y="3909454"/>
                  </a:lnTo>
                  <a:lnTo>
                    <a:pt x="1751889" y="3909454"/>
                  </a:lnTo>
                  <a:lnTo>
                    <a:pt x="1751983" y="3909454"/>
                  </a:lnTo>
                  <a:lnTo>
                    <a:pt x="1752078" y="3909454"/>
                  </a:lnTo>
                  <a:lnTo>
                    <a:pt x="1752172" y="3909454"/>
                  </a:lnTo>
                  <a:lnTo>
                    <a:pt x="1752266" y="3909454"/>
                  </a:lnTo>
                  <a:lnTo>
                    <a:pt x="1752360" y="3909454"/>
                  </a:lnTo>
                  <a:lnTo>
                    <a:pt x="1752454" y="3909454"/>
                  </a:lnTo>
                  <a:lnTo>
                    <a:pt x="1752548" y="3909454"/>
                  </a:lnTo>
                  <a:lnTo>
                    <a:pt x="1752642" y="3909454"/>
                  </a:lnTo>
                  <a:lnTo>
                    <a:pt x="1752737" y="3909454"/>
                  </a:lnTo>
                  <a:lnTo>
                    <a:pt x="1752831" y="3909454"/>
                  </a:lnTo>
                  <a:lnTo>
                    <a:pt x="1752831" y="3904543"/>
                  </a:lnTo>
                  <a:lnTo>
                    <a:pt x="1752925" y="3904543"/>
                  </a:lnTo>
                  <a:lnTo>
                    <a:pt x="1753019" y="3904543"/>
                  </a:lnTo>
                  <a:lnTo>
                    <a:pt x="1753113" y="3904543"/>
                  </a:lnTo>
                  <a:lnTo>
                    <a:pt x="1753207" y="3904543"/>
                  </a:lnTo>
                  <a:lnTo>
                    <a:pt x="1753302" y="3904543"/>
                  </a:lnTo>
                  <a:lnTo>
                    <a:pt x="1753396" y="3904543"/>
                  </a:lnTo>
                  <a:lnTo>
                    <a:pt x="1753490" y="3904543"/>
                  </a:lnTo>
                  <a:lnTo>
                    <a:pt x="1753584" y="3904543"/>
                  </a:lnTo>
                  <a:lnTo>
                    <a:pt x="1753678" y="3904543"/>
                  </a:lnTo>
                  <a:lnTo>
                    <a:pt x="1753772" y="3904543"/>
                  </a:lnTo>
                  <a:lnTo>
                    <a:pt x="1753866" y="3904543"/>
                  </a:lnTo>
                  <a:lnTo>
                    <a:pt x="1753961" y="3904543"/>
                  </a:lnTo>
                  <a:lnTo>
                    <a:pt x="1754055" y="3904543"/>
                  </a:lnTo>
                  <a:lnTo>
                    <a:pt x="1754149" y="3904543"/>
                  </a:lnTo>
                  <a:lnTo>
                    <a:pt x="1754243" y="3904543"/>
                  </a:lnTo>
                  <a:lnTo>
                    <a:pt x="1754337" y="3904543"/>
                  </a:lnTo>
                  <a:lnTo>
                    <a:pt x="1754431" y="3904543"/>
                  </a:lnTo>
                  <a:lnTo>
                    <a:pt x="1754526" y="3904543"/>
                  </a:lnTo>
                  <a:lnTo>
                    <a:pt x="1754620" y="3904543"/>
                  </a:lnTo>
                  <a:lnTo>
                    <a:pt x="1754714" y="3904543"/>
                  </a:lnTo>
                  <a:lnTo>
                    <a:pt x="1754808" y="3904543"/>
                  </a:lnTo>
                  <a:lnTo>
                    <a:pt x="1754902" y="3904543"/>
                  </a:lnTo>
                  <a:lnTo>
                    <a:pt x="1754996" y="3904543"/>
                  </a:lnTo>
                  <a:lnTo>
                    <a:pt x="1755090" y="3904543"/>
                  </a:lnTo>
                  <a:lnTo>
                    <a:pt x="1755185" y="3904543"/>
                  </a:lnTo>
                  <a:lnTo>
                    <a:pt x="1755279" y="3904543"/>
                  </a:lnTo>
                  <a:lnTo>
                    <a:pt x="1755373" y="3904543"/>
                  </a:lnTo>
                  <a:lnTo>
                    <a:pt x="1755467" y="3904543"/>
                  </a:lnTo>
                  <a:lnTo>
                    <a:pt x="1755561" y="3904543"/>
                  </a:lnTo>
                  <a:lnTo>
                    <a:pt x="1755655" y="3904543"/>
                  </a:lnTo>
                  <a:lnTo>
                    <a:pt x="1755750" y="3904543"/>
                  </a:lnTo>
                  <a:lnTo>
                    <a:pt x="1755844" y="3904543"/>
                  </a:lnTo>
                  <a:lnTo>
                    <a:pt x="1755938" y="3904543"/>
                  </a:lnTo>
                  <a:lnTo>
                    <a:pt x="1756032" y="3904543"/>
                  </a:lnTo>
                  <a:lnTo>
                    <a:pt x="1756126" y="3904543"/>
                  </a:lnTo>
                  <a:lnTo>
                    <a:pt x="1756220" y="3904543"/>
                  </a:lnTo>
                  <a:lnTo>
                    <a:pt x="1756314" y="3904543"/>
                  </a:lnTo>
                  <a:lnTo>
                    <a:pt x="1756409" y="3904543"/>
                  </a:lnTo>
                  <a:lnTo>
                    <a:pt x="1756503" y="3904543"/>
                  </a:lnTo>
                  <a:lnTo>
                    <a:pt x="1756597" y="3904543"/>
                  </a:lnTo>
                  <a:lnTo>
                    <a:pt x="1756691" y="3904543"/>
                  </a:lnTo>
                  <a:lnTo>
                    <a:pt x="1756785" y="3904543"/>
                  </a:lnTo>
                  <a:lnTo>
                    <a:pt x="1756785" y="3899631"/>
                  </a:lnTo>
                  <a:lnTo>
                    <a:pt x="1756879" y="3899631"/>
                  </a:lnTo>
                  <a:lnTo>
                    <a:pt x="1756974" y="3899631"/>
                  </a:lnTo>
                  <a:lnTo>
                    <a:pt x="1757068" y="3899631"/>
                  </a:lnTo>
                  <a:lnTo>
                    <a:pt x="1757162" y="3899631"/>
                  </a:lnTo>
                  <a:lnTo>
                    <a:pt x="1757256" y="3899631"/>
                  </a:lnTo>
                  <a:lnTo>
                    <a:pt x="1757350" y="3899631"/>
                  </a:lnTo>
                  <a:lnTo>
                    <a:pt x="1757444" y="3899631"/>
                  </a:lnTo>
                  <a:lnTo>
                    <a:pt x="1757538" y="3899631"/>
                  </a:lnTo>
                  <a:lnTo>
                    <a:pt x="1757633" y="3899631"/>
                  </a:lnTo>
                  <a:lnTo>
                    <a:pt x="1757727" y="3899631"/>
                  </a:lnTo>
                  <a:lnTo>
                    <a:pt x="1757821" y="3899631"/>
                  </a:lnTo>
                  <a:lnTo>
                    <a:pt x="1757915" y="3899631"/>
                  </a:lnTo>
                  <a:lnTo>
                    <a:pt x="1758009" y="3899631"/>
                  </a:lnTo>
                  <a:lnTo>
                    <a:pt x="1758103" y="3899631"/>
                  </a:lnTo>
                  <a:lnTo>
                    <a:pt x="1758197" y="3899631"/>
                  </a:lnTo>
                  <a:lnTo>
                    <a:pt x="1758292" y="3899631"/>
                  </a:lnTo>
                  <a:lnTo>
                    <a:pt x="1758386" y="3899631"/>
                  </a:lnTo>
                  <a:lnTo>
                    <a:pt x="1758480" y="3899631"/>
                  </a:lnTo>
                  <a:lnTo>
                    <a:pt x="1758574" y="3899631"/>
                  </a:lnTo>
                  <a:lnTo>
                    <a:pt x="1758668" y="3899631"/>
                  </a:lnTo>
                  <a:lnTo>
                    <a:pt x="1758762" y="3899631"/>
                  </a:lnTo>
                  <a:lnTo>
                    <a:pt x="1758857" y="3899631"/>
                  </a:lnTo>
                  <a:lnTo>
                    <a:pt x="1758951" y="3899631"/>
                  </a:lnTo>
                  <a:lnTo>
                    <a:pt x="1759045" y="3899631"/>
                  </a:lnTo>
                  <a:lnTo>
                    <a:pt x="1759139" y="3899631"/>
                  </a:lnTo>
                  <a:lnTo>
                    <a:pt x="1759233" y="3899631"/>
                  </a:lnTo>
                  <a:lnTo>
                    <a:pt x="1759327" y="3899631"/>
                  </a:lnTo>
                  <a:lnTo>
                    <a:pt x="1759421" y="3899631"/>
                  </a:lnTo>
                  <a:lnTo>
                    <a:pt x="1759516" y="3899631"/>
                  </a:lnTo>
                  <a:lnTo>
                    <a:pt x="1759610" y="3899631"/>
                  </a:lnTo>
                  <a:lnTo>
                    <a:pt x="1759704" y="3899631"/>
                  </a:lnTo>
                  <a:lnTo>
                    <a:pt x="1759798" y="3899631"/>
                  </a:lnTo>
                  <a:lnTo>
                    <a:pt x="1759892" y="3899631"/>
                  </a:lnTo>
                  <a:lnTo>
                    <a:pt x="1759986" y="3899631"/>
                  </a:lnTo>
                  <a:lnTo>
                    <a:pt x="1760081" y="3899631"/>
                  </a:lnTo>
                  <a:lnTo>
                    <a:pt x="1760175" y="3899631"/>
                  </a:lnTo>
                  <a:lnTo>
                    <a:pt x="1760269" y="3899631"/>
                  </a:lnTo>
                  <a:lnTo>
                    <a:pt x="1760363" y="3899631"/>
                  </a:lnTo>
                  <a:lnTo>
                    <a:pt x="1760457" y="3899631"/>
                  </a:lnTo>
                  <a:lnTo>
                    <a:pt x="1760551" y="3899631"/>
                  </a:lnTo>
                  <a:lnTo>
                    <a:pt x="1760645" y="3899631"/>
                  </a:lnTo>
                  <a:lnTo>
                    <a:pt x="1760740" y="3899631"/>
                  </a:lnTo>
                  <a:lnTo>
                    <a:pt x="1760834" y="3899631"/>
                  </a:lnTo>
                  <a:lnTo>
                    <a:pt x="1760928" y="3899631"/>
                  </a:lnTo>
                  <a:lnTo>
                    <a:pt x="1761022" y="3899631"/>
                  </a:lnTo>
                  <a:lnTo>
                    <a:pt x="1761116" y="3899631"/>
                  </a:lnTo>
                  <a:lnTo>
                    <a:pt x="1761210" y="3899631"/>
                  </a:lnTo>
                  <a:lnTo>
                    <a:pt x="1761305" y="3899631"/>
                  </a:lnTo>
                  <a:lnTo>
                    <a:pt x="1761399" y="3899631"/>
                  </a:lnTo>
                  <a:lnTo>
                    <a:pt x="1761493" y="3899631"/>
                  </a:lnTo>
                  <a:lnTo>
                    <a:pt x="1761587" y="3899631"/>
                  </a:lnTo>
                  <a:lnTo>
                    <a:pt x="1761681" y="3899631"/>
                  </a:lnTo>
                  <a:lnTo>
                    <a:pt x="1761775" y="3899631"/>
                  </a:lnTo>
                  <a:lnTo>
                    <a:pt x="1761869" y="3899631"/>
                  </a:lnTo>
                  <a:lnTo>
                    <a:pt x="1761964" y="3899631"/>
                  </a:lnTo>
                  <a:lnTo>
                    <a:pt x="1762058" y="3899631"/>
                  </a:lnTo>
                  <a:lnTo>
                    <a:pt x="1762152" y="3899631"/>
                  </a:lnTo>
                  <a:lnTo>
                    <a:pt x="1762246" y="3899631"/>
                  </a:lnTo>
                  <a:lnTo>
                    <a:pt x="1762340" y="3899631"/>
                  </a:lnTo>
                  <a:lnTo>
                    <a:pt x="1762434" y="3899631"/>
                  </a:lnTo>
                  <a:lnTo>
                    <a:pt x="1762528" y="3899631"/>
                  </a:lnTo>
                  <a:lnTo>
                    <a:pt x="1762623" y="3899631"/>
                  </a:lnTo>
                  <a:lnTo>
                    <a:pt x="1762717" y="3899631"/>
                  </a:lnTo>
                  <a:lnTo>
                    <a:pt x="1762811" y="3899631"/>
                  </a:lnTo>
                  <a:lnTo>
                    <a:pt x="1762905" y="3899631"/>
                  </a:lnTo>
                  <a:lnTo>
                    <a:pt x="1762999" y="3899631"/>
                  </a:lnTo>
                  <a:lnTo>
                    <a:pt x="1763093" y="3899631"/>
                  </a:lnTo>
                  <a:lnTo>
                    <a:pt x="1763188" y="3899631"/>
                  </a:lnTo>
                  <a:lnTo>
                    <a:pt x="1763282" y="3899631"/>
                  </a:lnTo>
                  <a:lnTo>
                    <a:pt x="1763376" y="3899631"/>
                  </a:lnTo>
                  <a:lnTo>
                    <a:pt x="1763470" y="3899631"/>
                  </a:lnTo>
                  <a:lnTo>
                    <a:pt x="1763564" y="3899631"/>
                  </a:lnTo>
                  <a:lnTo>
                    <a:pt x="1763658" y="3899631"/>
                  </a:lnTo>
                  <a:lnTo>
                    <a:pt x="1763752" y="3899631"/>
                  </a:lnTo>
                  <a:lnTo>
                    <a:pt x="1763847" y="3899631"/>
                  </a:lnTo>
                  <a:lnTo>
                    <a:pt x="1763941" y="3899631"/>
                  </a:lnTo>
                  <a:lnTo>
                    <a:pt x="1764035" y="3899631"/>
                  </a:lnTo>
                  <a:lnTo>
                    <a:pt x="1764129" y="3899631"/>
                  </a:lnTo>
                  <a:lnTo>
                    <a:pt x="1764223" y="3899631"/>
                  </a:lnTo>
                  <a:lnTo>
                    <a:pt x="1764317" y="3899631"/>
                  </a:lnTo>
                  <a:lnTo>
                    <a:pt x="1764412" y="3899631"/>
                  </a:lnTo>
                  <a:lnTo>
                    <a:pt x="1764506" y="3899631"/>
                  </a:lnTo>
                  <a:lnTo>
                    <a:pt x="1764600" y="3899631"/>
                  </a:lnTo>
                  <a:lnTo>
                    <a:pt x="1764694" y="3899631"/>
                  </a:lnTo>
                  <a:lnTo>
                    <a:pt x="1764694" y="3894720"/>
                  </a:lnTo>
                  <a:lnTo>
                    <a:pt x="1764788" y="3894720"/>
                  </a:lnTo>
                  <a:lnTo>
                    <a:pt x="1764882" y="3894720"/>
                  </a:lnTo>
                  <a:lnTo>
                    <a:pt x="1764976" y="3894720"/>
                  </a:lnTo>
                  <a:lnTo>
                    <a:pt x="1765071" y="3894720"/>
                  </a:lnTo>
                  <a:lnTo>
                    <a:pt x="1765165" y="3894720"/>
                  </a:lnTo>
                  <a:lnTo>
                    <a:pt x="1765259" y="3894720"/>
                  </a:lnTo>
                  <a:lnTo>
                    <a:pt x="1765353" y="3894720"/>
                  </a:lnTo>
                  <a:lnTo>
                    <a:pt x="1765447" y="3894720"/>
                  </a:lnTo>
                  <a:lnTo>
                    <a:pt x="1765541" y="3894720"/>
                  </a:lnTo>
                  <a:lnTo>
                    <a:pt x="1765636" y="3894720"/>
                  </a:lnTo>
                  <a:lnTo>
                    <a:pt x="1765730" y="3894720"/>
                  </a:lnTo>
                  <a:lnTo>
                    <a:pt x="1765824" y="3894720"/>
                  </a:lnTo>
                  <a:lnTo>
                    <a:pt x="1765918" y="3894720"/>
                  </a:lnTo>
                  <a:lnTo>
                    <a:pt x="1766012" y="3894720"/>
                  </a:lnTo>
                  <a:lnTo>
                    <a:pt x="1766106" y="3894720"/>
                  </a:lnTo>
                  <a:lnTo>
                    <a:pt x="1766200" y="3894720"/>
                  </a:lnTo>
                  <a:lnTo>
                    <a:pt x="1766295" y="3894720"/>
                  </a:lnTo>
                  <a:lnTo>
                    <a:pt x="1766389" y="3894720"/>
                  </a:lnTo>
                  <a:lnTo>
                    <a:pt x="1766483" y="3894720"/>
                  </a:lnTo>
                  <a:lnTo>
                    <a:pt x="1766577" y="3894720"/>
                  </a:lnTo>
                  <a:lnTo>
                    <a:pt x="1766577" y="3889808"/>
                  </a:lnTo>
                  <a:lnTo>
                    <a:pt x="1766671" y="3889808"/>
                  </a:lnTo>
                  <a:lnTo>
                    <a:pt x="1766765" y="3889808"/>
                  </a:lnTo>
                  <a:lnTo>
                    <a:pt x="1766859" y="3889808"/>
                  </a:lnTo>
                  <a:lnTo>
                    <a:pt x="1766954" y="3889808"/>
                  </a:lnTo>
                  <a:lnTo>
                    <a:pt x="1767048" y="3889808"/>
                  </a:lnTo>
                  <a:lnTo>
                    <a:pt x="1767142" y="3889808"/>
                  </a:lnTo>
                  <a:lnTo>
                    <a:pt x="1767236" y="3889808"/>
                  </a:lnTo>
                  <a:lnTo>
                    <a:pt x="1767330" y="3889808"/>
                  </a:lnTo>
                  <a:lnTo>
                    <a:pt x="1767424" y="3889808"/>
                  </a:lnTo>
                  <a:lnTo>
                    <a:pt x="1767519" y="3889808"/>
                  </a:lnTo>
                  <a:lnTo>
                    <a:pt x="1767613" y="3889808"/>
                  </a:lnTo>
                  <a:lnTo>
                    <a:pt x="1767707" y="3889808"/>
                  </a:lnTo>
                  <a:lnTo>
                    <a:pt x="1767801" y="3889808"/>
                  </a:lnTo>
                  <a:lnTo>
                    <a:pt x="1767895" y="3889808"/>
                  </a:lnTo>
                  <a:lnTo>
                    <a:pt x="1767989" y="3889808"/>
                  </a:lnTo>
                  <a:lnTo>
                    <a:pt x="1768083" y="3889808"/>
                  </a:lnTo>
                  <a:lnTo>
                    <a:pt x="1768178" y="3889808"/>
                  </a:lnTo>
                  <a:lnTo>
                    <a:pt x="1768272" y="3889808"/>
                  </a:lnTo>
                  <a:lnTo>
                    <a:pt x="1768366" y="3889808"/>
                  </a:lnTo>
                  <a:lnTo>
                    <a:pt x="1768460" y="3889808"/>
                  </a:lnTo>
                  <a:lnTo>
                    <a:pt x="1768554" y="3889808"/>
                  </a:lnTo>
                  <a:lnTo>
                    <a:pt x="1768648" y="3889808"/>
                  </a:lnTo>
                  <a:lnTo>
                    <a:pt x="1768743" y="3889808"/>
                  </a:lnTo>
                  <a:lnTo>
                    <a:pt x="1768837" y="3889808"/>
                  </a:lnTo>
                  <a:lnTo>
                    <a:pt x="1768931" y="3889808"/>
                  </a:lnTo>
                  <a:lnTo>
                    <a:pt x="1769025" y="3889808"/>
                  </a:lnTo>
                  <a:lnTo>
                    <a:pt x="1769119" y="3889808"/>
                  </a:lnTo>
                  <a:lnTo>
                    <a:pt x="1769213" y="3889808"/>
                  </a:lnTo>
                  <a:lnTo>
                    <a:pt x="1769307" y="3889808"/>
                  </a:lnTo>
                  <a:lnTo>
                    <a:pt x="1769402" y="3889808"/>
                  </a:lnTo>
                  <a:lnTo>
                    <a:pt x="1769496" y="3889808"/>
                  </a:lnTo>
                  <a:lnTo>
                    <a:pt x="1769590" y="3889808"/>
                  </a:lnTo>
                  <a:lnTo>
                    <a:pt x="1769684" y="3889808"/>
                  </a:lnTo>
                  <a:lnTo>
                    <a:pt x="1769778" y="3889808"/>
                  </a:lnTo>
                  <a:lnTo>
                    <a:pt x="1769872" y="3889808"/>
                  </a:lnTo>
                  <a:lnTo>
                    <a:pt x="1769967" y="3889808"/>
                  </a:lnTo>
                  <a:lnTo>
                    <a:pt x="1770061" y="3889808"/>
                  </a:lnTo>
                  <a:lnTo>
                    <a:pt x="1770155" y="3889808"/>
                  </a:lnTo>
                  <a:lnTo>
                    <a:pt x="1770249" y="3889808"/>
                  </a:lnTo>
                  <a:lnTo>
                    <a:pt x="1770343" y="3889808"/>
                  </a:lnTo>
                  <a:lnTo>
                    <a:pt x="1770437" y="3889808"/>
                  </a:lnTo>
                  <a:lnTo>
                    <a:pt x="1770531" y="3889808"/>
                  </a:lnTo>
                  <a:lnTo>
                    <a:pt x="1770626" y="3889808"/>
                  </a:lnTo>
                  <a:lnTo>
                    <a:pt x="1770720" y="3889808"/>
                  </a:lnTo>
                  <a:lnTo>
                    <a:pt x="1770814" y="3889808"/>
                  </a:lnTo>
                  <a:lnTo>
                    <a:pt x="1770908" y="3889808"/>
                  </a:lnTo>
                  <a:lnTo>
                    <a:pt x="1771002" y="3889808"/>
                  </a:lnTo>
                  <a:lnTo>
                    <a:pt x="1771096" y="3889808"/>
                  </a:lnTo>
                  <a:lnTo>
                    <a:pt x="1771190" y="3889808"/>
                  </a:lnTo>
                  <a:lnTo>
                    <a:pt x="1771285" y="3889808"/>
                  </a:lnTo>
                  <a:lnTo>
                    <a:pt x="1771379" y="3889808"/>
                  </a:lnTo>
                  <a:lnTo>
                    <a:pt x="1771473" y="3889808"/>
                  </a:lnTo>
                  <a:lnTo>
                    <a:pt x="1771567" y="3889808"/>
                  </a:lnTo>
                  <a:lnTo>
                    <a:pt x="1771661" y="3889808"/>
                  </a:lnTo>
                  <a:lnTo>
                    <a:pt x="1771755" y="3889808"/>
                  </a:lnTo>
                  <a:lnTo>
                    <a:pt x="1771850" y="3889808"/>
                  </a:lnTo>
                  <a:lnTo>
                    <a:pt x="1771944" y="3889808"/>
                  </a:lnTo>
                  <a:lnTo>
                    <a:pt x="1772038" y="3889808"/>
                  </a:lnTo>
                  <a:lnTo>
                    <a:pt x="1772132" y="3889808"/>
                  </a:lnTo>
                  <a:lnTo>
                    <a:pt x="1772226" y="3889808"/>
                  </a:lnTo>
                  <a:lnTo>
                    <a:pt x="1772320" y="3889808"/>
                  </a:lnTo>
                  <a:lnTo>
                    <a:pt x="1772414" y="3889808"/>
                  </a:lnTo>
                  <a:lnTo>
                    <a:pt x="1772509" y="3889808"/>
                  </a:lnTo>
                  <a:lnTo>
                    <a:pt x="1772603" y="3889808"/>
                  </a:lnTo>
                  <a:lnTo>
                    <a:pt x="1772697" y="3889808"/>
                  </a:lnTo>
                  <a:lnTo>
                    <a:pt x="1772791" y="3889808"/>
                  </a:lnTo>
                  <a:lnTo>
                    <a:pt x="1772885" y="3889808"/>
                  </a:lnTo>
                  <a:lnTo>
                    <a:pt x="1772979" y="3889808"/>
                  </a:lnTo>
                  <a:lnTo>
                    <a:pt x="1773074" y="3889808"/>
                  </a:lnTo>
                  <a:lnTo>
                    <a:pt x="1773168" y="3889808"/>
                  </a:lnTo>
                  <a:lnTo>
                    <a:pt x="1773262" y="3889808"/>
                  </a:lnTo>
                  <a:lnTo>
                    <a:pt x="1773356" y="3889808"/>
                  </a:lnTo>
                  <a:lnTo>
                    <a:pt x="1773450" y="3889808"/>
                  </a:lnTo>
                  <a:lnTo>
                    <a:pt x="1773544" y="3889808"/>
                  </a:lnTo>
                  <a:lnTo>
                    <a:pt x="1773638" y="3889808"/>
                  </a:lnTo>
                  <a:lnTo>
                    <a:pt x="1773733" y="3889808"/>
                  </a:lnTo>
                  <a:lnTo>
                    <a:pt x="1773827" y="3889808"/>
                  </a:lnTo>
                  <a:lnTo>
                    <a:pt x="1773921" y="3889808"/>
                  </a:lnTo>
                  <a:lnTo>
                    <a:pt x="1774015" y="3889808"/>
                  </a:lnTo>
                  <a:lnTo>
                    <a:pt x="1774109" y="3889808"/>
                  </a:lnTo>
                  <a:lnTo>
                    <a:pt x="1774203" y="3889808"/>
                  </a:lnTo>
                  <a:lnTo>
                    <a:pt x="1774298" y="3889808"/>
                  </a:lnTo>
                  <a:lnTo>
                    <a:pt x="1774392" y="3889808"/>
                  </a:lnTo>
                  <a:lnTo>
                    <a:pt x="1774486" y="3889808"/>
                  </a:lnTo>
                  <a:lnTo>
                    <a:pt x="1774580" y="3889808"/>
                  </a:lnTo>
                  <a:lnTo>
                    <a:pt x="1774674" y="3889808"/>
                  </a:lnTo>
                  <a:lnTo>
                    <a:pt x="1774768" y="3889808"/>
                  </a:lnTo>
                  <a:lnTo>
                    <a:pt x="1774862" y="3889808"/>
                  </a:lnTo>
                  <a:lnTo>
                    <a:pt x="1774957" y="3889808"/>
                  </a:lnTo>
                  <a:lnTo>
                    <a:pt x="1775051" y="3889808"/>
                  </a:lnTo>
                  <a:lnTo>
                    <a:pt x="1775145" y="3889808"/>
                  </a:lnTo>
                  <a:lnTo>
                    <a:pt x="1775239" y="3889808"/>
                  </a:lnTo>
                  <a:lnTo>
                    <a:pt x="1775333" y="3889808"/>
                  </a:lnTo>
                  <a:lnTo>
                    <a:pt x="1775427" y="3889808"/>
                  </a:lnTo>
                  <a:lnTo>
                    <a:pt x="1775521" y="3889808"/>
                  </a:lnTo>
                  <a:lnTo>
                    <a:pt x="1775616" y="3889808"/>
                  </a:lnTo>
                  <a:lnTo>
                    <a:pt x="1775710" y="3889808"/>
                  </a:lnTo>
                  <a:lnTo>
                    <a:pt x="1775804" y="3889808"/>
                  </a:lnTo>
                  <a:lnTo>
                    <a:pt x="1775898" y="3889808"/>
                  </a:lnTo>
                  <a:lnTo>
                    <a:pt x="1775992" y="3889808"/>
                  </a:lnTo>
                  <a:lnTo>
                    <a:pt x="1776086" y="3889808"/>
                  </a:lnTo>
                  <a:lnTo>
                    <a:pt x="1776181" y="3889808"/>
                  </a:lnTo>
                  <a:lnTo>
                    <a:pt x="1776275" y="3889808"/>
                  </a:lnTo>
                  <a:lnTo>
                    <a:pt x="1776275" y="3884897"/>
                  </a:lnTo>
                  <a:lnTo>
                    <a:pt x="1776369" y="3884897"/>
                  </a:lnTo>
                  <a:lnTo>
                    <a:pt x="1776463" y="3884897"/>
                  </a:lnTo>
                  <a:lnTo>
                    <a:pt x="1776557" y="3884897"/>
                  </a:lnTo>
                  <a:lnTo>
                    <a:pt x="1776651" y="3884897"/>
                  </a:lnTo>
                  <a:lnTo>
                    <a:pt x="1776745" y="3884897"/>
                  </a:lnTo>
                  <a:lnTo>
                    <a:pt x="1776840" y="3884897"/>
                  </a:lnTo>
                  <a:lnTo>
                    <a:pt x="1776934" y="3884897"/>
                  </a:lnTo>
                  <a:lnTo>
                    <a:pt x="1777028" y="3884897"/>
                  </a:lnTo>
                  <a:lnTo>
                    <a:pt x="1777122" y="3884897"/>
                  </a:lnTo>
                  <a:lnTo>
                    <a:pt x="1777216" y="3884897"/>
                  </a:lnTo>
                  <a:lnTo>
                    <a:pt x="1777310" y="3884897"/>
                  </a:lnTo>
                  <a:lnTo>
                    <a:pt x="1777405" y="3884897"/>
                  </a:lnTo>
                  <a:lnTo>
                    <a:pt x="1777499" y="3884897"/>
                  </a:lnTo>
                  <a:lnTo>
                    <a:pt x="1777593" y="3884897"/>
                  </a:lnTo>
                  <a:lnTo>
                    <a:pt x="1777687" y="3884897"/>
                  </a:lnTo>
                  <a:lnTo>
                    <a:pt x="1777781" y="3884897"/>
                  </a:lnTo>
                  <a:lnTo>
                    <a:pt x="1777875" y="3884897"/>
                  </a:lnTo>
                  <a:lnTo>
                    <a:pt x="1777969" y="3884897"/>
                  </a:lnTo>
                  <a:lnTo>
                    <a:pt x="1778064" y="3884897"/>
                  </a:lnTo>
                  <a:lnTo>
                    <a:pt x="1778158" y="3884897"/>
                  </a:lnTo>
                  <a:lnTo>
                    <a:pt x="1778252" y="3884897"/>
                  </a:lnTo>
                  <a:lnTo>
                    <a:pt x="1778346" y="3884897"/>
                  </a:lnTo>
                  <a:lnTo>
                    <a:pt x="1778440" y="3884897"/>
                  </a:lnTo>
                  <a:lnTo>
                    <a:pt x="1778534" y="3884897"/>
                  </a:lnTo>
                  <a:lnTo>
                    <a:pt x="1778629" y="3884897"/>
                  </a:lnTo>
                  <a:lnTo>
                    <a:pt x="1778723" y="3884897"/>
                  </a:lnTo>
                  <a:lnTo>
                    <a:pt x="1778817" y="3884897"/>
                  </a:lnTo>
                  <a:lnTo>
                    <a:pt x="1778911" y="3884897"/>
                  </a:lnTo>
                  <a:lnTo>
                    <a:pt x="1779005" y="3884897"/>
                  </a:lnTo>
                  <a:lnTo>
                    <a:pt x="1779099" y="3884897"/>
                  </a:lnTo>
                  <a:lnTo>
                    <a:pt x="1779193" y="3884897"/>
                  </a:lnTo>
                  <a:lnTo>
                    <a:pt x="1779288" y="3884897"/>
                  </a:lnTo>
                  <a:lnTo>
                    <a:pt x="1779382" y="3884897"/>
                  </a:lnTo>
                  <a:lnTo>
                    <a:pt x="1779476" y="3884897"/>
                  </a:lnTo>
                  <a:lnTo>
                    <a:pt x="1779570" y="3884897"/>
                  </a:lnTo>
                  <a:lnTo>
                    <a:pt x="1779664" y="3884897"/>
                  </a:lnTo>
                  <a:lnTo>
                    <a:pt x="1779758" y="3884897"/>
                  </a:lnTo>
                  <a:lnTo>
                    <a:pt x="1779852" y="3884897"/>
                  </a:lnTo>
                  <a:lnTo>
                    <a:pt x="1779947" y="3884897"/>
                  </a:lnTo>
                  <a:lnTo>
                    <a:pt x="1780041" y="3884897"/>
                  </a:lnTo>
                  <a:lnTo>
                    <a:pt x="1780135" y="3884897"/>
                  </a:lnTo>
                  <a:lnTo>
                    <a:pt x="1780229" y="3884897"/>
                  </a:lnTo>
                  <a:lnTo>
                    <a:pt x="1780323" y="3884897"/>
                  </a:lnTo>
                  <a:lnTo>
                    <a:pt x="1780323" y="3879986"/>
                  </a:lnTo>
                  <a:lnTo>
                    <a:pt x="1780417" y="3879986"/>
                  </a:lnTo>
                  <a:lnTo>
                    <a:pt x="1780512" y="3879986"/>
                  </a:lnTo>
                  <a:lnTo>
                    <a:pt x="1780606" y="3879986"/>
                  </a:lnTo>
                  <a:lnTo>
                    <a:pt x="1780700" y="3879986"/>
                  </a:lnTo>
                  <a:lnTo>
                    <a:pt x="1780794" y="3879986"/>
                  </a:lnTo>
                  <a:lnTo>
                    <a:pt x="1780888" y="3879986"/>
                  </a:lnTo>
                  <a:lnTo>
                    <a:pt x="1780982" y="3879986"/>
                  </a:lnTo>
                  <a:lnTo>
                    <a:pt x="1781076" y="3879986"/>
                  </a:lnTo>
                  <a:lnTo>
                    <a:pt x="1781171" y="3879986"/>
                  </a:lnTo>
                  <a:lnTo>
                    <a:pt x="1781265" y="3879986"/>
                  </a:lnTo>
                  <a:lnTo>
                    <a:pt x="1781359" y="3879986"/>
                  </a:lnTo>
                  <a:lnTo>
                    <a:pt x="1781453" y="3879986"/>
                  </a:lnTo>
                  <a:lnTo>
                    <a:pt x="1781547" y="3879986"/>
                  </a:lnTo>
                  <a:lnTo>
                    <a:pt x="1781641" y="3879986"/>
                  </a:lnTo>
                  <a:lnTo>
                    <a:pt x="1781736" y="3879986"/>
                  </a:lnTo>
                  <a:lnTo>
                    <a:pt x="1781830" y="3879986"/>
                  </a:lnTo>
                  <a:lnTo>
                    <a:pt x="1781924" y="3879986"/>
                  </a:lnTo>
                  <a:lnTo>
                    <a:pt x="1782018" y="3879986"/>
                  </a:lnTo>
                  <a:lnTo>
                    <a:pt x="1782112" y="3879986"/>
                  </a:lnTo>
                  <a:lnTo>
                    <a:pt x="1782206" y="3879986"/>
                  </a:lnTo>
                  <a:lnTo>
                    <a:pt x="1782300" y="3879986"/>
                  </a:lnTo>
                  <a:lnTo>
                    <a:pt x="1782395" y="3879986"/>
                  </a:lnTo>
                  <a:lnTo>
                    <a:pt x="1782489" y="3879986"/>
                  </a:lnTo>
                  <a:lnTo>
                    <a:pt x="1782583" y="3879986"/>
                  </a:lnTo>
                  <a:lnTo>
                    <a:pt x="1782677" y="3879986"/>
                  </a:lnTo>
                  <a:lnTo>
                    <a:pt x="1782771" y="3879986"/>
                  </a:lnTo>
                  <a:lnTo>
                    <a:pt x="1782865" y="3879986"/>
                  </a:lnTo>
                  <a:lnTo>
                    <a:pt x="1782960" y="3879986"/>
                  </a:lnTo>
                  <a:lnTo>
                    <a:pt x="1783054" y="3879986"/>
                  </a:lnTo>
                  <a:lnTo>
                    <a:pt x="1783148" y="3879986"/>
                  </a:lnTo>
                  <a:lnTo>
                    <a:pt x="1783242" y="3879986"/>
                  </a:lnTo>
                  <a:lnTo>
                    <a:pt x="1783336" y="3879986"/>
                  </a:lnTo>
                  <a:lnTo>
                    <a:pt x="1783430" y="3879986"/>
                  </a:lnTo>
                  <a:lnTo>
                    <a:pt x="1783524" y="3879986"/>
                  </a:lnTo>
                  <a:lnTo>
                    <a:pt x="1783619" y="3879986"/>
                  </a:lnTo>
                  <a:lnTo>
                    <a:pt x="1783713" y="3879986"/>
                  </a:lnTo>
                  <a:lnTo>
                    <a:pt x="1783807" y="3879986"/>
                  </a:lnTo>
                  <a:lnTo>
                    <a:pt x="1783901" y="3879986"/>
                  </a:lnTo>
                  <a:lnTo>
                    <a:pt x="1783995" y="3879986"/>
                  </a:lnTo>
                  <a:lnTo>
                    <a:pt x="1784089" y="3879986"/>
                  </a:lnTo>
                  <a:lnTo>
                    <a:pt x="1784183" y="3879986"/>
                  </a:lnTo>
                  <a:lnTo>
                    <a:pt x="1784278" y="3879986"/>
                  </a:lnTo>
                  <a:lnTo>
                    <a:pt x="1784372" y="3879986"/>
                  </a:lnTo>
                  <a:lnTo>
                    <a:pt x="1784466" y="3879986"/>
                  </a:lnTo>
                  <a:lnTo>
                    <a:pt x="1784560" y="3879986"/>
                  </a:lnTo>
                  <a:lnTo>
                    <a:pt x="1784654" y="3879986"/>
                  </a:lnTo>
                  <a:lnTo>
                    <a:pt x="1784748" y="3879986"/>
                  </a:lnTo>
                  <a:lnTo>
                    <a:pt x="1784843" y="3879986"/>
                  </a:lnTo>
                  <a:lnTo>
                    <a:pt x="1784937" y="3879986"/>
                  </a:lnTo>
                  <a:lnTo>
                    <a:pt x="1785031" y="3879986"/>
                  </a:lnTo>
                  <a:lnTo>
                    <a:pt x="1785125" y="3879986"/>
                  </a:lnTo>
                  <a:lnTo>
                    <a:pt x="1785219" y="3879986"/>
                  </a:lnTo>
                  <a:lnTo>
                    <a:pt x="1785313" y="3879986"/>
                  </a:lnTo>
                  <a:lnTo>
                    <a:pt x="1785407" y="3879986"/>
                  </a:lnTo>
                  <a:lnTo>
                    <a:pt x="1785502" y="3879986"/>
                  </a:lnTo>
                  <a:lnTo>
                    <a:pt x="1785596" y="3879986"/>
                  </a:lnTo>
                  <a:lnTo>
                    <a:pt x="1785690" y="3879986"/>
                  </a:lnTo>
                  <a:lnTo>
                    <a:pt x="1785784" y="3879986"/>
                  </a:lnTo>
                  <a:lnTo>
                    <a:pt x="1785878" y="3879986"/>
                  </a:lnTo>
                  <a:lnTo>
                    <a:pt x="1785972" y="3879986"/>
                  </a:lnTo>
                  <a:lnTo>
                    <a:pt x="1786067" y="3879986"/>
                  </a:lnTo>
                  <a:lnTo>
                    <a:pt x="1786161" y="3879986"/>
                  </a:lnTo>
                  <a:lnTo>
                    <a:pt x="1786255" y="3879986"/>
                  </a:lnTo>
                  <a:lnTo>
                    <a:pt x="1786349" y="3879986"/>
                  </a:lnTo>
                  <a:lnTo>
                    <a:pt x="1786443" y="3879986"/>
                  </a:lnTo>
                  <a:lnTo>
                    <a:pt x="1786537" y="3879986"/>
                  </a:lnTo>
                  <a:lnTo>
                    <a:pt x="1786631" y="3879986"/>
                  </a:lnTo>
                  <a:lnTo>
                    <a:pt x="1786726" y="3879986"/>
                  </a:lnTo>
                  <a:lnTo>
                    <a:pt x="1786820" y="3879986"/>
                  </a:lnTo>
                  <a:lnTo>
                    <a:pt x="1786914" y="3879986"/>
                  </a:lnTo>
                  <a:lnTo>
                    <a:pt x="1787008" y="3879986"/>
                  </a:lnTo>
                  <a:lnTo>
                    <a:pt x="1787102" y="3879986"/>
                  </a:lnTo>
                  <a:lnTo>
                    <a:pt x="1787196" y="3879986"/>
                  </a:lnTo>
                  <a:lnTo>
                    <a:pt x="1787291" y="3879986"/>
                  </a:lnTo>
                  <a:lnTo>
                    <a:pt x="1787385" y="3879986"/>
                  </a:lnTo>
                  <a:lnTo>
                    <a:pt x="1787479" y="3879986"/>
                  </a:lnTo>
                  <a:lnTo>
                    <a:pt x="1787573" y="3879986"/>
                  </a:lnTo>
                  <a:lnTo>
                    <a:pt x="1787667" y="3879986"/>
                  </a:lnTo>
                  <a:lnTo>
                    <a:pt x="1787761" y="3879986"/>
                  </a:lnTo>
                  <a:lnTo>
                    <a:pt x="1787855" y="3879986"/>
                  </a:lnTo>
                  <a:lnTo>
                    <a:pt x="1787950" y="3879986"/>
                  </a:lnTo>
                  <a:lnTo>
                    <a:pt x="1788044" y="3879986"/>
                  </a:lnTo>
                  <a:lnTo>
                    <a:pt x="1788138" y="3879986"/>
                  </a:lnTo>
                  <a:lnTo>
                    <a:pt x="1788232" y="3879986"/>
                  </a:lnTo>
                  <a:lnTo>
                    <a:pt x="1788326" y="3879986"/>
                  </a:lnTo>
                  <a:lnTo>
                    <a:pt x="1788420" y="3879986"/>
                  </a:lnTo>
                  <a:lnTo>
                    <a:pt x="1788420" y="3875074"/>
                  </a:lnTo>
                  <a:lnTo>
                    <a:pt x="1788514" y="3875074"/>
                  </a:lnTo>
                  <a:lnTo>
                    <a:pt x="1788609" y="3875074"/>
                  </a:lnTo>
                  <a:lnTo>
                    <a:pt x="1788609" y="3870163"/>
                  </a:lnTo>
                  <a:lnTo>
                    <a:pt x="1788703" y="3870163"/>
                  </a:lnTo>
                  <a:lnTo>
                    <a:pt x="1788797" y="3870163"/>
                  </a:lnTo>
                  <a:lnTo>
                    <a:pt x="1788891" y="3870163"/>
                  </a:lnTo>
                  <a:lnTo>
                    <a:pt x="1788985" y="3870163"/>
                  </a:lnTo>
                  <a:lnTo>
                    <a:pt x="1789079" y="3870163"/>
                  </a:lnTo>
                  <a:lnTo>
                    <a:pt x="1789174" y="3870163"/>
                  </a:lnTo>
                  <a:lnTo>
                    <a:pt x="1789268" y="3870163"/>
                  </a:lnTo>
                  <a:lnTo>
                    <a:pt x="1789362" y="3870163"/>
                  </a:lnTo>
                  <a:lnTo>
                    <a:pt x="1789456" y="3870163"/>
                  </a:lnTo>
                  <a:lnTo>
                    <a:pt x="1789550" y="3870163"/>
                  </a:lnTo>
                  <a:lnTo>
                    <a:pt x="1789644" y="3870163"/>
                  </a:lnTo>
                  <a:lnTo>
                    <a:pt x="1789738" y="3870163"/>
                  </a:lnTo>
                  <a:lnTo>
                    <a:pt x="1789833" y="3870163"/>
                  </a:lnTo>
                  <a:lnTo>
                    <a:pt x="1789927" y="3870163"/>
                  </a:lnTo>
                  <a:lnTo>
                    <a:pt x="1790021" y="3870163"/>
                  </a:lnTo>
                  <a:lnTo>
                    <a:pt x="1790115" y="3870163"/>
                  </a:lnTo>
                  <a:lnTo>
                    <a:pt x="1790209" y="3870163"/>
                  </a:lnTo>
                  <a:lnTo>
                    <a:pt x="1790303" y="3870163"/>
                  </a:lnTo>
                  <a:lnTo>
                    <a:pt x="1790398" y="3870163"/>
                  </a:lnTo>
                  <a:lnTo>
                    <a:pt x="1790492" y="3870163"/>
                  </a:lnTo>
                  <a:lnTo>
                    <a:pt x="1790586" y="3870163"/>
                  </a:lnTo>
                  <a:lnTo>
                    <a:pt x="1790680" y="3870163"/>
                  </a:lnTo>
                  <a:lnTo>
                    <a:pt x="1790774" y="3870163"/>
                  </a:lnTo>
                  <a:lnTo>
                    <a:pt x="1790868" y="3870163"/>
                  </a:lnTo>
                  <a:lnTo>
                    <a:pt x="1790962" y="3870163"/>
                  </a:lnTo>
                  <a:lnTo>
                    <a:pt x="1791057" y="3870163"/>
                  </a:lnTo>
                  <a:lnTo>
                    <a:pt x="1791151" y="3870163"/>
                  </a:lnTo>
                  <a:lnTo>
                    <a:pt x="1791245" y="3870163"/>
                  </a:lnTo>
                  <a:lnTo>
                    <a:pt x="1791339" y="3870163"/>
                  </a:lnTo>
                  <a:lnTo>
                    <a:pt x="1791433" y="3870163"/>
                  </a:lnTo>
                  <a:lnTo>
                    <a:pt x="1791527" y="3870163"/>
                  </a:lnTo>
                  <a:lnTo>
                    <a:pt x="1791622" y="3870163"/>
                  </a:lnTo>
                  <a:lnTo>
                    <a:pt x="1791716" y="3870163"/>
                  </a:lnTo>
                  <a:lnTo>
                    <a:pt x="1791810" y="3870163"/>
                  </a:lnTo>
                  <a:lnTo>
                    <a:pt x="1791904" y="3870163"/>
                  </a:lnTo>
                  <a:lnTo>
                    <a:pt x="1791998" y="3870163"/>
                  </a:lnTo>
                  <a:lnTo>
                    <a:pt x="1792092" y="3870163"/>
                  </a:lnTo>
                  <a:lnTo>
                    <a:pt x="1792186" y="3870163"/>
                  </a:lnTo>
                  <a:lnTo>
                    <a:pt x="1792281" y="3870163"/>
                  </a:lnTo>
                  <a:lnTo>
                    <a:pt x="1792375" y="3870163"/>
                  </a:lnTo>
                  <a:lnTo>
                    <a:pt x="1792469" y="3870163"/>
                  </a:lnTo>
                  <a:lnTo>
                    <a:pt x="1792563" y="3870163"/>
                  </a:lnTo>
                  <a:lnTo>
                    <a:pt x="1792657" y="3870163"/>
                  </a:lnTo>
                  <a:lnTo>
                    <a:pt x="1792751" y="3870163"/>
                  </a:lnTo>
                  <a:lnTo>
                    <a:pt x="1792845" y="3870163"/>
                  </a:lnTo>
                  <a:lnTo>
                    <a:pt x="1792940" y="3870163"/>
                  </a:lnTo>
                  <a:lnTo>
                    <a:pt x="1793034" y="3870163"/>
                  </a:lnTo>
                  <a:lnTo>
                    <a:pt x="1793128" y="3870163"/>
                  </a:lnTo>
                  <a:lnTo>
                    <a:pt x="1793222" y="3870163"/>
                  </a:lnTo>
                  <a:lnTo>
                    <a:pt x="1793316" y="3870163"/>
                  </a:lnTo>
                  <a:lnTo>
                    <a:pt x="1793410" y="3870163"/>
                  </a:lnTo>
                  <a:lnTo>
                    <a:pt x="1793505" y="3870163"/>
                  </a:lnTo>
                  <a:lnTo>
                    <a:pt x="1793599" y="3870163"/>
                  </a:lnTo>
                  <a:lnTo>
                    <a:pt x="1793693" y="3870163"/>
                  </a:lnTo>
                  <a:lnTo>
                    <a:pt x="1793787" y="3870163"/>
                  </a:lnTo>
                  <a:lnTo>
                    <a:pt x="1793881" y="3870163"/>
                  </a:lnTo>
                  <a:lnTo>
                    <a:pt x="1793975" y="3870163"/>
                  </a:lnTo>
                  <a:lnTo>
                    <a:pt x="1794069" y="3870163"/>
                  </a:lnTo>
                  <a:lnTo>
                    <a:pt x="1794164" y="3870163"/>
                  </a:lnTo>
                  <a:lnTo>
                    <a:pt x="1794258" y="3870163"/>
                  </a:lnTo>
                  <a:lnTo>
                    <a:pt x="1794352" y="3870163"/>
                  </a:lnTo>
                  <a:lnTo>
                    <a:pt x="1794446" y="3870163"/>
                  </a:lnTo>
                  <a:lnTo>
                    <a:pt x="1794540" y="3870163"/>
                  </a:lnTo>
                  <a:lnTo>
                    <a:pt x="1794634" y="3870163"/>
                  </a:lnTo>
                  <a:lnTo>
                    <a:pt x="1794729" y="3870163"/>
                  </a:lnTo>
                  <a:lnTo>
                    <a:pt x="1794823" y="3870163"/>
                  </a:lnTo>
                  <a:lnTo>
                    <a:pt x="1794917" y="3870163"/>
                  </a:lnTo>
                  <a:lnTo>
                    <a:pt x="1795011" y="3870163"/>
                  </a:lnTo>
                  <a:lnTo>
                    <a:pt x="1795105" y="3870163"/>
                  </a:lnTo>
                  <a:lnTo>
                    <a:pt x="1795199" y="3870163"/>
                  </a:lnTo>
                  <a:lnTo>
                    <a:pt x="1795293" y="3870163"/>
                  </a:lnTo>
                  <a:lnTo>
                    <a:pt x="1795388" y="3870163"/>
                  </a:lnTo>
                  <a:lnTo>
                    <a:pt x="1795482" y="3870163"/>
                  </a:lnTo>
                  <a:lnTo>
                    <a:pt x="1795576" y="3870163"/>
                  </a:lnTo>
                  <a:lnTo>
                    <a:pt x="1795670" y="3870163"/>
                  </a:lnTo>
                  <a:lnTo>
                    <a:pt x="1795764" y="3870163"/>
                  </a:lnTo>
                  <a:lnTo>
                    <a:pt x="1795858" y="3870163"/>
                  </a:lnTo>
                  <a:lnTo>
                    <a:pt x="1795953" y="3870163"/>
                  </a:lnTo>
                  <a:lnTo>
                    <a:pt x="1796047" y="3870163"/>
                  </a:lnTo>
                  <a:lnTo>
                    <a:pt x="1796141" y="3870163"/>
                  </a:lnTo>
                  <a:lnTo>
                    <a:pt x="1796235" y="3870163"/>
                  </a:lnTo>
                  <a:lnTo>
                    <a:pt x="1796329" y="3870163"/>
                  </a:lnTo>
                  <a:lnTo>
                    <a:pt x="1796423" y="3870163"/>
                  </a:lnTo>
                  <a:lnTo>
                    <a:pt x="1796517" y="3870163"/>
                  </a:lnTo>
                  <a:lnTo>
                    <a:pt x="1796612" y="3870163"/>
                  </a:lnTo>
                  <a:lnTo>
                    <a:pt x="1796706" y="3870163"/>
                  </a:lnTo>
                  <a:lnTo>
                    <a:pt x="1796800" y="3870163"/>
                  </a:lnTo>
                  <a:lnTo>
                    <a:pt x="1796894" y="3870163"/>
                  </a:lnTo>
                  <a:lnTo>
                    <a:pt x="1796988" y="3870163"/>
                  </a:lnTo>
                  <a:lnTo>
                    <a:pt x="1797082" y="3870163"/>
                  </a:lnTo>
                  <a:lnTo>
                    <a:pt x="1797176" y="3870163"/>
                  </a:lnTo>
                  <a:lnTo>
                    <a:pt x="1797271" y="3870163"/>
                  </a:lnTo>
                  <a:lnTo>
                    <a:pt x="1797365" y="3870163"/>
                  </a:lnTo>
                  <a:lnTo>
                    <a:pt x="1797459" y="3870163"/>
                  </a:lnTo>
                  <a:lnTo>
                    <a:pt x="1797553" y="3870163"/>
                  </a:lnTo>
                  <a:lnTo>
                    <a:pt x="1797647" y="3870163"/>
                  </a:lnTo>
                  <a:lnTo>
                    <a:pt x="1797741" y="3870163"/>
                  </a:lnTo>
                  <a:lnTo>
                    <a:pt x="1797836" y="3870163"/>
                  </a:lnTo>
                  <a:lnTo>
                    <a:pt x="1797930" y="3870163"/>
                  </a:lnTo>
                  <a:lnTo>
                    <a:pt x="1798024" y="3870163"/>
                  </a:lnTo>
                  <a:lnTo>
                    <a:pt x="1798118" y="3870163"/>
                  </a:lnTo>
                  <a:lnTo>
                    <a:pt x="1798212" y="3870163"/>
                  </a:lnTo>
                  <a:lnTo>
                    <a:pt x="1798306" y="3870163"/>
                  </a:lnTo>
                  <a:lnTo>
                    <a:pt x="1798400" y="3870163"/>
                  </a:lnTo>
                  <a:lnTo>
                    <a:pt x="1798495" y="3870163"/>
                  </a:lnTo>
                  <a:lnTo>
                    <a:pt x="1798589" y="3870163"/>
                  </a:lnTo>
                  <a:lnTo>
                    <a:pt x="1798683" y="3870163"/>
                  </a:lnTo>
                  <a:lnTo>
                    <a:pt x="1798777" y="3870163"/>
                  </a:lnTo>
                  <a:lnTo>
                    <a:pt x="1798871" y="3870163"/>
                  </a:lnTo>
                  <a:lnTo>
                    <a:pt x="1798871" y="3865252"/>
                  </a:lnTo>
                  <a:lnTo>
                    <a:pt x="1798965" y="3865252"/>
                  </a:lnTo>
                  <a:lnTo>
                    <a:pt x="1799060" y="3865252"/>
                  </a:lnTo>
                  <a:lnTo>
                    <a:pt x="1799154" y="3865252"/>
                  </a:lnTo>
                  <a:lnTo>
                    <a:pt x="1799248" y="3865252"/>
                  </a:lnTo>
                  <a:lnTo>
                    <a:pt x="1799342" y="3865252"/>
                  </a:lnTo>
                  <a:lnTo>
                    <a:pt x="1799436" y="3865252"/>
                  </a:lnTo>
                  <a:lnTo>
                    <a:pt x="1799530" y="3865252"/>
                  </a:lnTo>
                  <a:lnTo>
                    <a:pt x="1799624" y="3865252"/>
                  </a:lnTo>
                  <a:lnTo>
                    <a:pt x="1799719" y="3865252"/>
                  </a:lnTo>
                  <a:lnTo>
                    <a:pt x="1799813" y="3865252"/>
                  </a:lnTo>
                  <a:lnTo>
                    <a:pt x="1799907" y="3865252"/>
                  </a:lnTo>
                  <a:lnTo>
                    <a:pt x="1800001" y="3865252"/>
                  </a:lnTo>
                  <a:lnTo>
                    <a:pt x="1800095" y="3865252"/>
                  </a:lnTo>
                  <a:lnTo>
                    <a:pt x="1800189" y="3865252"/>
                  </a:lnTo>
                  <a:lnTo>
                    <a:pt x="1800284" y="3865252"/>
                  </a:lnTo>
                  <a:lnTo>
                    <a:pt x="1800378" y="3865252"/>
                  </a:lnTo>
                  <a:lnTo>
                    <a:pt x="1800472" y="3865252"/>
                  </a:lnTo>
                  <a:lnTo>
                    <a:pt x="1800566" y="3865252"/>
                  </a:lnTo>
                  <a:lnTo>
                    <a:pt x="1800660" y="3865252"/>
                  </a:lnTo>
                  <a:lnTo>
                    <a:pt x="1800754" y="3865252"/>
                  </a:lnTo>
                  <a:lnTo>
                    <a:pt x="1800848" y="3865252"/>
                  </a:lnTo>
                  <a:lnTo>
                    <a:pt x="1800943" y="3865252"/>
                  </a:lnTo>
                  <a:lnTo>
                    <a:pt x="1801037" y="3865252"/>
                  </a:lnTo>
                  <a:lnTo>
                    <a:pt x="1801131" y="3865252"/>
                  </a:lnTo>
                  <a:lnTo>
                    <a:pt x="1801131" y="3860340"/>
                  </a:lnTo>
                  <a:lnTo>
                    <a:pt x="1801225" y="3860340"/>
                  </a:lnTo>
                  <a:lnTo>
                    <a:pt x="1801319" y="3860340"/>
                  </a:lnTo>
                  <a:lnTo>
                    <a:pt x="1801413" y="3860340"/>
                  </a:lnTo>
                  <a:lnTo>
                    <a:pt x="1801507" y="3860340"/>
                  </a:lnTo>
                  <a:lnTo>
                    <a:pt x="1801602" y="3860340"/>
                  </a:lnTo>
                  <a:lnTo>
                    <a:pt x="1801696" y="3860340"/>
                  </a:lnTo>
                  <a:lnTo>
                    <a:pt x="1801790" y="3860340"/>
                  </a:lnTo>
                  <a:lnTo>
                    <a:pt x="1801884" y="3860340"/>
                  </a:lnTo>
                  <a:lnTo>
                    <a:pt x="1801978" y="3860340"/>
                  </a:lnTo>
                  <a:lnTo>
                    <a:pt x="1802072" y="3860340"/>
                  </a:lnTo>
                  <a:lnTo>
                    <a:pt x="1802167" y="3860340"/>
                  </a:lnTo>
                  <a:lnTo>
                    <a:pt x="1802261" y="3860340"/>
                  </a:lnTo>
                  <a:lnTo>
                    <a:pt x="1802355" y="3860340"/>
                  </a:lnTo>
                  <a:lnTo>
                    <a:pt x="1802449" y="3860340"/>
                  </a:lnTo>
                  <a:lnTo>
                    <a:pt x="1802543" y="3860340"/>
                  </a:lnTo>
                  <a:lnTo>
                    <a:pt x="1802637" y="3860340"/>
                  </a:lnTo>
                  <a:lnTo>
                    <a:pt x="1802731" y="3860340"/>
                  </a:lnTo>
                  <a:lnTo>
                    <a:pt x="1802826" y="3860340"/>
                  </a:lnTo>
                  <a:lnTo>
                    <a:pt x="1802920" y="3860340"/>
                  </a:lnTo>
                  <a:lnTo>
                    <a:pt x="1803014" y="3860340"/>
                  </a:lnTo>
                  <a:lnTo>
                    <a:pt x="1803108" y="3860340"/>
                  </a:lnTo>
                  <a:lnTo>
                    <a:pt x="1803202" y="3860340"/>
                  </a:lnTo>
                  <a:lnTo>
                    <a:pt x="1803296" y="3860340"/>
                  </a:lnTo>
                  <a:lnTo>
                    <a:pt x="1803391" y="3860340"/>
                  </a:lnTo>
                  <a:lnTo>
                    <a:pt x="1803485" y="3860340"/>
                  </a:lnTo>
                  <a:lnTo>
                    <a:pt x="1803579" y="3860340"/>
                  </a:lnTo>
                  <a:lnTo>
                    <a:pt x="1803673" y="3860340"/>
                  </a:lnTo>
                  <a:lnTo>
                    <a:pt x="1803767" y="3860340"/>
                  </a:lnTo>
                  <a:lnTo>
                    <a:pt x="1803861" y="3860340"/>
                  </a:lnTo>
                  <a:lnTo>
                    <a:pt x="1803955" y="3860340"/>
                  </a:lnTo>
                  <a:lnTo>
                    <a:pt x="1804050" y="3860340"/>
                  </a:lnTo>
                  <a:lnTo>
                    <a:pt x="1804144" y="3860340"/>
                  </a:lnTo>
                  <a:lnTo>
                    <a:pt x="1804238" y="3860340"/>
                  </a:lnTo>
                  <a:lnTo>
                    <a:pt x="1804332" y="3860340"/>
                  </a:lnTo>
                  <a:lnTo>
                    <a:pt x="1804426" y="3860340"/>
                  </a:lnTo>
                  <a:lnTo>
                    <a:pt x="1804520" y="3860340"/>
                  </a:lnTo>
                  <a:lnTo>
                    <a:pt x="1804615" y="3860340"/>
                  </a:lnTo>
                  <a:lnTo>
                    <a:pt x="1804709" y="3860340"/>
                  </a:lnTo>
                  <a:lnTo>
                    <a:pt x="1804803" y="3860340"/>
                  </a:lnTo>
                  <a:lnTo>
                    <a:pt x="1804897" y="3860340"/>
                  </a:lnTo>
                  <a:lnTo>
                    <a:pt x="1804991" y="3860340"/>
                  </a:lnTo>
                  <a:lnTo>
                    <a:pt x="1805085" y="3860340"/>
                  </a:lnTo>
                  <a:lnTo>
                    <a:pt x="1805179" y="3860340"/>
                  </a:lnTo>
                  <a:lnTo>
                    <a:pt x="1805274" y="3860340"/>
                  </a:lnTo>
                  <a:lnTo>
                    <a:pt x="1805368" y="3860340"/>
                  </a:lnTo>
                  <a:lnTo>
                    <a:pt x="1805462" y="3860340"/>
                  </a:lnTo>
                  <a:lnTo>
                    <a:pt x="1805556" y="3860340"/>
                  </a:lnTo>
                  <a:lnTo>
                    <a:pt x="1805650" y="3860340"/>
                  </a:lnTo>
                  <a:lnTo>
                    <a:pt x="1805744" y="3860340"/>
                  </a:lnTo>
                  <a:lnTo>
                    <a:pt x="1805838" y="3860340"/>
                  </a:lnTo>
                  <a:lnTo>
                    <a:pt x="1805933" y="3860340"/>
                  </a:lnTo>
                  <a:lnTo>
                    <a:pt x="1806027" y="3860340"/>
                  </a:lnTo>
                  <a:lnTo>
                    <a:pt x="1806121" y="3860340"/>
                  </a:lnTo>
                  <a:lnTo>
                    <a:pt x="1806215" y="3860340"/>
                  </a:lnTo>
                  <a:lnTo>
                    <a:pt x="1806309" y="3860340"/>
                  </a:lnTo>
                  <a:lnTo>
                    <a:pt x="1806403" y="3860340"/>
                  </a:lnTo>
                  <a:lnTo>
                    <a:pt x="1806498" y="3860340"/>
                  </a:lnTo>
                  <a:lnTo>
                    <a:pt x="1806592" y="3860340"/>
                  </a:lnTo>
                  <a:lnTo>
                    <a:pt x="1806686" y="3860340"/>
                  </a:lnTo>
                  <a:lnTo>
                    <a:pt x="1806780" y="3860340"/>
                  </a:lnTo>
                  <a:lnTo>
                    <a:pt x="1806874" y="3860340"/>
                  </a:lnTo>
                  <a:lnTo>
                    <a:pt x="1806968" y="3860340"/>
                  </a:lnTo>
                  <a:lnTo>
                    <a:pt x="1807062" y="3860340"/>
                  </a:lnTo>
                  <a:lnTo>
                    <a:pt x="1807157" y="3860340"/>
                  </a:lnTo>
                  <a:lnTo>
                    <a:pt x="1807251" y="3860340"/>
                  </a:lnTo>
                  <a:lnTo>
                    <a:pt x="1807345" y="3860340"/>
                  </a:lnTo>
                  <a:lnTo>
                    <a:pt x="1807439" y="3860340"/>
                  </a:lnTo>
                  <a:lnTo>
                    <a:pt x="1807533" y="3860340"/>
                  </a:lnTo>
                  <a:lnTo>
                    <a:pt x="1807627" y="3860340"/>
                  </a:lnTo>
                  <a:lnTo>
                    <a:pt x="1807722" y="3860340"/>
                  </a:lnTo>
                  <a:lnTo>
                    <a:pt x="1807816" y="3860340"/>
                  </a:lnTo>
                  <a:lnTo>
                    <a:pt x="1807910" y="3860340"/>
                  </a:lnTo>
                  <a:lnTo>
                    <a:pt x="1808004" y="3860340"/>
                  </a:lnTo>
                  <a:lnTo>
                    <a:pt x="1808098" y="3860340"/>
                  </a:lnTo>
                  <a:lnTo>
                    <a:pt x="1808192" y="3860340"/>
                  </a:lnTo>
                  <a:lnTo>
                    <a:pt x="1808286" y="3860340"/>
                  </a:lnTo>
                  <a:lnTo>
                    <a:pt x="1808381" y="3860340"/>
                  </a:lnTo>
                  <a:lnTo>
                    <a:pt x="1808475" y="3860340"/>
                  </a:lnTo>
                  <a:lnTo>
                    <a:pt x="1808569" y="3860340"/>
                  </a:lnTo>
                  <a:lnTo>
                    <a:pt x="1808663" y="3860340"/>
                  </a:lnTo>
                  <a:lnTo>
                    <a:pt x="1808757" y="3860340"/>
                  </a:lnTo>
                  <a:lnTo>
                    <a:pt x="1808851" y="3860340"/>
                  </a:lnTo>
                  <a:lnTo>
                    <a:pt x="1808946" y="3860340"/>
                  </a:lnTo>
                  <a:lnTo>
                    <a:pt x="1809040" y="3860340"/>
                  </a:lnTo>
                  <a:lnTo>
                    <a:pt x="1809134" y="3860340"/>
                  </a:lnTo>
                  <a:lnTo>
                    <a:pt x="1809228" y="3860340"/>
                  </a:lnTo>
                  <a:lnTo>
                    <a:pt x="1809322" y="3860340"/>
                  </a:lnTo>
                  <a:lnTo>
                    <a:pt x="1809416" y="3860340"/>
                  </a:lnTo>
                  <a:lnTo>
                    <a:pt x="1809510" y="3860340"/>
                  </a:lnTo>
                  <a:lnTo>
                    <a:pt x="1809605" y="3860340"/>
                  </a:lnTo>
                  <a:lnTo>
                    <a:pt x="1809699" y="3860340"/>
                  </a:lnTo>
                  <a:lnTo>
                    <a:pt x="1809793" y="3860340"/>
                  </a:lnTo>
                  <a:lnTo>
                    <a:pt x="1809887" y="3860340"/>
                  </a:lnTo>
                  <a:lnTo>
                    <a:pt x="1809981" y="3860340"/>
                  </a:lnTo>
                  <a:lnTo>
                    <a:pt x="1810075" y="3860340"/>
                  </a:lnTo>
                  <a:lnTo>
                    <a:pt x="1810169" y="3860340"/>
                  </a:lnTo>
                  <a:lnTo>
                    <a:pt x="1810264" y="3860340"/>
                  </a:lnTo>
                  <a:lnTo>
                    <a:pt x="1810358" y="3860340"/>
                  </a:lnTo>
                  <a:lnTo>
                    <a:pt x="1810452" y="3860340"/>
                  </a:lnTo>
                  <a:lnTo>
                    <a:pt x="1810546" y="3860340"/>
                  </a:lnTo>
                  <a:lnTo>
                    <a:pt x="1810640" y="3860340"/>
                  </a:lnTo>
                  <a:lnTo>
                    <a:pt x="1810734" y="3860340"/>
                  </a:lnTo>
                  <a:lnTo>
                    <a:pt x="1810829" y="3860340"/>
                  </a:lnTo>
                  <a:lnTo>
                    <a:pt x="1810923" y="3860340"/>
                  </a:lnTo>
                  <a:lnTo>
                    <a:pt x="1811017" y="3860340"/>
                  </a:lnTo>
                  <a:lnTo>
                    <a:pt x="1811111" y="3860340"/>
                  </a:lnTo>
                  <a:lnTo>
                    <a:pt x="1811205" y="3860340"/>
                  </a:lnTo>
                  <a:lnTo>
                    <a:pt x="1811299" y="3860340"/>
                  </a:lnTo>
                  <a:lnTo>
                    <a:pt x="1811299" y="3855429"/>
                  </a:lnTo>
                  <a:lnTo>
                    <a:pt x="1811393" y="3855429"/>
                  </a:lnTo>
                  <a:lnTo>
                    <a:pt x="1811488" y="3855429"/>
                  </a:lnTo>
                  <a:lnTo>
                    <a:pt x="1811582" y="3855429"/>
                  </a:lnTo>
                  <a:lnTo>
                    <a:pt x="1811676" y="3855429"/>
                  </a:lnTo>
                  <a:lnTo>
                    <a:pt x="1811770" y="3855429"/>
                  </a:lnTo>
                  <a:lnTo>
                    <a:pt x="1811864" y="3855429"/>
                  </a:lnTo>
                  <a:lnTo>
                    <a:pt x="1811958" y="3855429"/>
                  </a:lnTo>
                  <a:lnTo>
                    <a:pt x="1812053" y="3855429"/>
                  </a:lnTo>
                  <a:lnTo>
                    <a:pt x="1812147" y="3855429"/>
                  </a:lnTo>
                  <a:lnTo>
                    <a:pt x="1812241" y="3855429"/>
                  </a:lnTo>
                  <a:lnTo>
                    <a:pt x="1812335" y="3855429"/>
                  </a:lnTo>
                  <a:lnTo>
                    <a:pt x="1812429" y="3855429"/>
                  </a:lnTo>
                  <a:lnTo>
                    <a:pt x="1812523" y="3855429"/>
                  </a:lnTo>
                  <a:lnTo>
                    <a:pt x="1812617" y="3855429"/>
                  </a:lnTo>
                  <a:lnTo>
                    <a:pt x="1812712" y="3855429"/>
                  </a:lnTo>
                  <a:lnTo>
                    <a:pt x="1812806" y="3855429"/>
                  </a:lnTo>
                  <a:lnTo>
                    <a:pt x="1812900" y="3855429"/>
                  </a:lnTo>
                  <a:lnTo>
                    <a:pt x="1812994" y="3855429"/>
                  </a:lnTo>
                  <a:lnTo>
                    <a:pt x="1813088" y="3855429"/>
                  </a:lnTo>
                  <a:lnTo>
                    <a:pt x="1813182" y="3855429"/>
                  </a:lnTo>
                  <a:lnTo>
                    <a:pt x="1813277" y="3855429"/>
                  </a:lnTo>
                  <a:lnTo>
                    <a:pt x="1813371" y="3855429"/>
                  </a:lnTo>
                  <a:lnTo>
                    <a:pt x="1813465" y="3855429"/>
                  </a:lnTo>
                  <a:lnTo>
                    <a:pt x="1813559" y="3855429"/>
                  </a:lnTo>
                  <a:lnTo>
                    <a:pt x="1813653" y="3855429"/>
                  </a:lnTo>
                  <a:lnTo>
                    <a:pt x="1813747" y="3855429"/>
                  </a:lnTo>
                  <a:lnTo>
                    <a:pt x="1813841" y="3855429"/>
                  </a:lnTo>
                  <a:lnTo>
                    <a:pt x="1813936" y="3855429"/>
                  </a:lnTo>
                  <a:lnTo>
                    <a:pt x="1814030" y="3855429"/>
                  </a:lnTo>
                  <a:lnTo>
                    <a:pt x="1814124" y="3855429"/>
                  </a:lnTo>
                  <a:lnTo>
                    <a:pt x="1814218" y="3855429"/>
                  </a:lnTo>
                  <a:lnTo>
                    <a:pt x="1814312" y="3855429"/>
                  </a:lnTo>
                  <a:lnTo>
                    <a:pt x="1814406" y="3855429"/>
                  </a:lnTo>
                  <a:lnTo>
                    <a:pt x="1814500" y="3855429"/>
                  </a:lnTo>
                  <a:lnTo>
                    <a:pt x="1814595" y="3855429"/>
                  </a:lnTo>
                  <a:lnTo>
                    <a:pt x="1814689" y="3855429"/>
                  </a:lnTo>
                  <a:lnTo>
                    <a:pt x="1814783" y="3855429"/>
                  </a:lnTo>
                  <a:lnTo>
                    <a:pt x="1814877" y="3855429"/>
                  </a:lnTo>
                  <a:lnTo>
                    <a:pt x="1814877" y="3850517"/>
                  </a:lnTo>
                  <a:lnTo>
                    <a:pt x="1814971" y="3850517"/>
                  </a:lnTo>
                  <a:lnTo>
                    <a:pt x="1815065" y="3850517"/>
                  </a:lnTo>
                  <a:lnTo>
                    <a:pt x="1815160" y="3850517"/>
                  </a:lnTo>
                  <a:lnTo>
                    <a:pt x="1815254" y="3850517"/>
                  </a:lnTo>
                  <a:lnTo>
                    <a:pt x="1815348" y="3850517"/>
                  </a:lnTo>
                  <a:lnTo>
                    <a:pt x="1815442" y="3850517"/>
                  </a:lnTo>
                  <a:lnTo>
                    <a:pt x="1815536" y="3850517"/>
                  </a:lnTo>
                  <a:lnTo>
                    <a:pt x="1815630" y="3850517"/>
                  </a:lnTo>
                  <a:lnTo>
                    <a:pt x="1815724" y="3850517"/>
                  </a:lnTo>
                  <a:lnTo>
                    <a:pt x="1815819" y="3850517"/>
                  </a:lnTo>
                  <a:lnTo>
                    <a:pt x="1815913" y="3850517"/>
                  </a:lnTo>
                  <a:lnTo>
                    <a:pt x="1816007" y="3850517"/>
                  </a:lnTo>
                  <a:lnTo>
                    <a:pt x="1816101" y="3850517"/>
                  </a:lnTo>
                  <a:lnTo>
                    <a:pt x="1816195" y="3850517"/>
                  </a:lnTo>
                  <a:lnTo>
                    <a:pt x="1816289" y="3850517"/>
                  </a:lnTo>
                  <a:lnTo>
                    <a:pt x="1816384" y="3850517"/>
                  </a:lnTo>
                  <a:lnTo>
                    <a:pt x="1816478" y="3850517"/>
                  </a:lnTo>
                  <a:lnTo>
                    <a:pt x="1816572" y="3850517"/>
                  </a:lnTo>
                  <a:lnTo>
                    <a:pt x="1816666" y="3850517"/>
                  </a:lnTo>
                  <a:lnTo>
                    <a:pt x="1816666" y="3845606"/>
                  </a:lnTo>
                  <a:lnTo>
                    <a:pt x="1816760" y="3845606"/>
                  </a:lnTo>
                  <a:lnTo>
                    <a:pt x="1816854" y="3845606"/>
                  </a:lnTo>
                  <a:lnTo>
                    <a:pt x="1816948" y="3845606"/>
                  </a:lnTo>
                  <a:lnTo>
                    <a:pt x="1817043" y="3845606"/>
                  </a:lnTo>
                  <a:lnTo>
                    <a:pt x="1817137" y="3845606"/>
                  </a:lnTo>
                  <a:lnTo>
                    <a:pt x="1817231" y="3845606"/>
                  </a:lnTo>
                  <a:lnTo>
                    <a:pt x="1817325" y="3845606"/>
                  </a:lnTo>
                  <a:lnTo>
                    <a:pt x="1817419" y="3845606"/>
                  </a:lnTo>
                  <a:lnTo>
                    <a:pt x="1817513" y="3845606"/>
                  </a:lnTo>
                  <a:lnTo>
                    <a:pt x="1817608" y="3845606"/>
                  </a:lnTo>
                  <a:lnTo>
                    <a:pt x="1817702" y="3845606"/>
                  </a:lnTo>
                  <a:lnTo>
                    <a:pt x="1817796" y="3845606"/>
                  </a:lnTo>
                  <a:lnTo>
                    <a:pt x="1817890" y="3845606"/>
                  </a:lnTo>
                  <a:lnTo>
                    <a:pt x="1817984" y="3845606"/>
                  </a:lnTo>
                  <a:lnTo>
                    <a:pt x="1818078" y="3845606"/>
                  </a:lnTo>
                  <a:lnTo>
                    <a:pt x="1818172" y="3845606"/>
                  </a:lnTo>
                  <a:lnTo>
                    <a:pt x="1818267" y="3845606"/>
                  </a:lnTo>
                  <a:lnTo>
                    <a:pt x="1818361" y="3845606"/>
                  </a:lnTo>
                  <a:lnTo>
                    <a:pt x="1818455" y="3845606"/>
                  </a:lnTo>
                  <a:lnTo>
                    <a:pt x="1818549" y="3845606"/>
                  </a:lnTo>
                  <a:lnTo>
                    <a:pt x="1818643" y="3845606"/>
                  </a:lnTo>
                  <a:lnTo>
                    <a:pt x="1818737" y="3845606"/>
                  </a:lnTo>
                  <a:lnTo>
                    <a:pt x="1818831" y="3845606"/>
                  </a:lnTo>
                  <a:lnTo>
                    <a:pt x="1818926" y="3845606"/>
                  </a:lnTo>
                  <a:lnTo>
                    <a:pt x="1819020" y="3845606"/>
                  </a:lnTo>
                  <a:lnTo>
                    <a:pt x="1819114" y="3845606"/>
                  </a:lnTo>
                  <a:lnTo>
                    <a:pt x="1819208" y="3845606"/>
                  </a:lnTo>
                  <a:lnTo>
                    <a:pt x="1819302" y="3845606"/>
                  </a:lnTo>
                  <a:lnTo>
                    <a:pt x="1819396" y="3845606"/>
                  </a:lnTo>
                  <a:lnTo>
                    <a:pt x="1819491" y="3845606"/>
                  </a:lnTo>
                  <a:lnTo>
                    <a:pt x="1819585" y="3845606"/>
                  </a:lnTo>
                  <a:lnTo>
                    <a:pt x="1819679" y="3845606"/>
                  </a:lnTo>
                  <a:lnTo>
                    <a:pt x="1819773" y="3845606"/>
                  </a:lnTo>
                  <a:lnTo>
                    <a:pt x="1819867" y="3845606"/>
                  </a:lnTo>
                  <a:lnTo>
                    <a:pt x="1819867" y="3840695"/>
                  </a:lnTo>
                  <a:lnTo>
                    <a:pt x="1819961" y="3840695"/>
                  </a:lnTo>
                  <a:lnTo>
                    <a:pt x="1820055" y="3840695"/>
                  </a:lnTo>
                  <a:lnTo>
                    <a:pt x="1820055" y="3835783"/>
                  </a:lnTo>
                  <a:lnTo>
                    <a:pt x="1820150" y="3835783"/>
                  </a:lnTo>
                  <a:lnTo>
                    <a:pt x="1820244" y="3835783"/>
                  </a:lnTo>
                  <a:lnTo>
                    <a:pt x="1820338" y="3835783"/>
                  </a:lnTo>
                  <a:lnTo>
                    <a:pt x="1820432" y="3835783"/>
                  </a:lnTo>
                  <a:lnTo>
                    <a:pt x="1820526" y="3835783"/>
                  </a:lnTo>
                  <a:lnTo>
                    <a:pt x="1820620" y="3835783"/>
                  </a:lnTo>
                  <a:lnTo>
                    <a:pt x="1820715" y="3835783"/>
                  </a:lnTo>
                  <a:lnTo>
                    <a:pt x="1820809" y="3835783"/>
                  </a:lnTo>
                  <a:lnTo>
                    <a:pt x="1820903" y="3835783"/>
                  </a:lnTo>
                  <a:lnTo>
                    <a:pt x="1820997" y="3835783"/>
                  </a:lnTo>
                  <a:lnTo>
                    <a:pt x="1821091" y="3835783"/>
                  </a:lnTo>
                  <a:lnTo>
                    <a:pt x="1821185" y="3835783"/>
                  </a:lnTo>
                  <a:lnTo>
                    <a:pt x="1821279" y="3835783"/>
                  </a:lnTo>
                  <a:lnTo>
                    <a:pt x="1821374" y="3835783"/>
                  </a:lnTo>
                  <a:lnTo>
                    <a:pt x="1821468" y="3835783"/>
                  </a:lnTo>
                  <a:lnTo>
                    <a:pt x="1821562" y="3835783"/>
                  </a:lnTo>
                  <a:lnTo>
                    <a:pt x="1821656" y="3835783"/>
                  </a:lnTo>
                  <a:lnTo>
                    <a:pt x="1821750" y="3835783"/>
                  </a:lnTo>
                  <a:lnTo>
                    <a:pt x="1821844" y="3835783"/>
                  </a:lnTo>
                  <a:lnTo>
                    <a:pt x="1821939" y="3835783"/>
                  </a:lnTo>
                  <a:lnTo>
                    <a:pt x="1822033" y="3835783"/>
                  </a:lnTo>
                  <a:lnTo>
                    <a:pt x="1822127" y="3835783"/>
                  </a:lnTo>
                  <a:lnTo>
                    <a:pt x="1822221" y="3835783"/>
                  </a:lnTo>
                  <a:lnTo>
                    <a:pt x="1822315" y="3835783"/>
                  </a:lnTo>
                  <a:lnTo>
                    <a:pt x="1822409" y="3835783"/>
                  </a:lnTo>
                  <a:lnTo>
                    <a:pt x="1822503" y="3835783"/>
                  </a:lnTo>
                  <a:lnTo>
                    <a:pt x="1822598" y="3835783"/>
                  </a:lnTo>
                  <a:lnTo>
                    <a:pt x="1822692" y="3835783"/>
                  </a:lnTo>
                  <a:lnTo>
                    <a:pt x="1822786" y="3835783"/>
                  </a:lnTo>
                  <a:lnTo>
                    <a:pt x="1822880" y="3835783"/>
                  </a:lnTo>
                  <a:lnTo>
                    <a:pt x="1822974" y="3835783"/>
                  </a:lnTo>
                  <a:lnTo>
                    <a:pt x="1823068" y="3835783"/>
                  </a:lnTo>
                  <a:lnTo>
                    <a:pt x="1823162" y="3835783"/>
                  </a:lnTo>
                  <a:lnTo>
                    <a:pt x="1823257" y="3835783"/>
                  </a:lnTo>
                  <a:lnTo>
                    <a:pt x="1823351" y="3835783"/>
                  </a:lnTo>
                  <a:lnTo>
                    <a:pt x="1823445" y="3835783"/>
                  </a:lnTo>
                  <a:lnTo>
                    <a:pt x="1823539" y="3835783"/>
                  </a:lnTo>
                  <a:lnTo>
                    <a:pt x="1823633" y="3835783"/>
                  </a:lnTo>
                  <a:lnTo>
                    <a:pt x="1823727" y="3835783"/>
                  </a:lnTo>
                  <a:lnTo>
                    <a:pt x="1823822" y="3835783"/>
                  </a:lnTo>
                  <a:lnTo>
                    <a:pt x="1823916" y="3835783"/>
                  </a:lnTo>
                  <a:lnTo>
                    <a:pt x="1824010" y="3835783"/>
                  </a:lnTo>
                  <a:lnTo>
                    <a:pt x="1824104" y="3835783"/>
                  </a:lnTo>
                  <a:lnTo>
                    <a:pt x="1824198" y="3835783"/>
                  </a:lnTo>
                  <a:lnTo>
                    <a:pt x="1824292" y="3835783"/>
                  </a:lnTo>
                  <a:lnTo>
                    <a:pt x="1824386" y="3835783"/>
                  </a:lnTo>
                  <a:lnTo>
                    <a:pt x="1824481" y="3835783"/>
                  </a:lnTo>
                  <a:lnTo>
                    <a:pt x="1824575" y="3835783"/>
                  </a:lnTo>
                  <a:lnTo>
                    <a:pt x="1824669" y="3835783"/>
                  </a:lnTo>
                  <a:lnTo>
                    <a:pt x="1824669" y="3830872"/>
                  </a:lnTo>
                  <a:lnTo>
                    <a:pt x="1824763" y="3830872"/>
                  </a:lnTo>
                  <a:lnTo>
                    <a:pt x="1824857" y="3830872"/>
                  </a:lnTo>
                  <a:lnTo>
                    <a:pt x="1824951" y="3830872"/>
                  </a:lnTo>
                  <a:lnTo>
                    <a:pt x="1825046" y="3830872"/>
                  </a:lnTo>
                  <a:lnTo>
                    <a:pt x="1825140" y="3830872"/>
                  </a:lnTo>
                  <a:lnTo>
                    <a:pt x="1825234" y="3830872"/>
                  </a:lnTo>
                  <a:lnTo>
                    <a:pt x="1825328" y="3830872"/>
                  </a:lnTo>
                  <a:lnTo>
                    <a:pt x="1825422" y="3830872"/>
                  </a:lnTo>
                  <a:lnTo>
                    <a:pt x="1825516" y="3830872"/>
                  </a:lnTo>
                  <a:lnTo>
                    <a:pt x="1825610" y="3830872"/>
                  </a:lnTo>
                  <a:lnTo>
                    <a:pt x="1825705" y="3830872"/>
                  </a:lnTo>
                  <a:lnTo>
                    <a:pt x="1825799" y="3830872"/>
                  </a:lnTo>
                  <a:lnTo>
                    <a:pt x="1825893" y="3830872"/>
                  </a:lnTo>
                  <a:lnTo>
                    <a:pt x="1825987" y="3830872"/>
                  </a:lnTo>
                  <a:lnTo>
                    <a:pt x="1826081" y="3830872"/>
                  </a:lnTo>
                  <a:lnTo>
                    <a:pt x="1826175" y="3830872"/>
                  </a:lnTo>
                  <a:lnTo>
                    <a:pt x="1826270" y="3830872"/>
                  </a:lnTo>
                  <a:lnTo>
                    <a:pt x="1826364" y="3830872"/>
                  </a:lnTo>
                  <a:lnTo>
                    <a:pt x="1826458" y="3830872"/>
                  </a:lnTo>
                  <a:lnTo>
                    <a:pt x="1826552" y="3830872"/>
                  </a:lnTo>
                  <a:lnTo>
                    <a:pt x="1826646" y="3830872"/>
                  </a:lnTo>
                  <a:lnTo>
                    <a:pt x="1826740" y="3830872"/>
                  </a:lnTo>
                  <a:lnTo>
                    <a:pt x="1826834" y="3830872"/>
                  </a:lnTo>
                  <a:lnTo>
                    <a:pt x="1826929" y="3830872"/>
                  </a:lnTo>
                  <a:lnTo>
                    <a:pt x="1827023" y="3830872"/>
                  </a:lnTo>
                  <a:lnTo>
                    <a:pt x="1827117" y="3830872"/>
                  </a:lnTo>
                  <a:lnTo>
                    <a:pt x="1827211" y="3830872"/>
                  </a:lnTo>
                  <a:lnTo>
                    <a:pt x="1827305" y="3830872"/>
                  </a:lnTo>
                  <a:lnTo>
                    <a:pt x="1827399" y="3830872"/>
                  </a:lnTo>
                  <a:lnTo>
                    <a:pt x="1827493" y="3830872"/>
                  </a:lnTo>
                  <a:lnTo>
                    <a:pt x="1827588" y="3830872"/>
                  </a:lnTo>
                  <a:lnTo>
                    <a:pt x="1827682" y="3830872"/>
                  </a:lnTo>
                  <a:lnTo>
                    <a:pt x="1827776" y="3830872"/>
                  </a:lnTo>
                  <a:lnTo>
                    <a:pt x="1827870" y="3830872"/>
                  </a:lnTo>
                  <a:lnTo>
                    <a:pt x="1827964" y="3830872"/>
                  </a:lnTo>
                  <a:lnTo>
                    <a:pt x="1828058" y="3830872"/>
                  </a:lnTo>
                  <a:lnTo>
                    <a:pt x="1828153" y="3830872"/>
                  </a:lnTo>
                  <a:lnTo>
                    <a:pt x="1828247" y="3830872"/>
                  </a:lnTo>
                  <a:lnTo>
                    <a:pt x="1828341" y="3830872"/>
                  </a:lnTo>
                  <a:lnTo>
                    <a:pt x="1828435" y="3830872"/>
                  </a:lnTo>
                  <a:lnTo>
                    <a:pt x="1828529" y="3830872"/>
                  </a:lnTo>
                  <a:lnTo>
                    <a:pt x="1828623" y="3830872"/>
                  </a:lnTo>
                  <a:lnTo>
                    <a:pt x="1828717" y="3830872"/>
                  </a:lnTo>
                  <a:lnTo>
                    <a:pt x="1828812" y="3830872"/>
                  </a:lnTo>
                  <a:lnTo>
                    <a:pt x="1828906" y="3830872"/>
                  </a:lnTo>
                  <a:lnTo>
                    <a:pt x="1829000" y="3830872"/>
                  </a:lnTo>
                  <a:lnTo>
                    <a:pt x="1829094" y="3830872"/>
                  </a:lnTo>
                  <a:lnTo>
                    <a:pt x="1829188" y="3830872"/>
                  </a:lnTo>
                  <a:lnTo>
                    <a:pt x="1829282" y="3830872"/>
                  </a:lnTo>
                  <a:lnTo>
                    <a:pt x="1829377" y="3830872"/>
                  </a:lnTo>
                  <a:lnTo>
                    <a:pt x="1829471" y="3830872"/>
                  </a:lnTo>
                  <a:lnTo>
                    <a:pt x="1829565" y="3830872"/>
                  </a:lnTo>
                  <a:lnTo>
                    <a:pt x="1829659" y="3830872"/>
                  </a:lnTo>
                  <a:lnTo>
                    <a:pt x="1829753" y="3830872"/>
                  </a:lnTo>
                  <a:lnTo>
                    <a:pt x="1829847" y="3830872"/>
                  </a:lnTo>
                  <a:lnTo>
                    <a:pt x="1829941" y="3830872"/>
                  </a:lnTo>
                  <a:lnTo>
                    <a:pt x="1830036" y="3830872"/>
                  </a:lnTo>
                  <a:lnTo>
                    <a:pt x="1830130" y="3830872"/>
                  </a:lnTo>
                  <a:lnTo>
                    <a:pt x="1830224" y="3830872"/>
                  </a:lnTo>
                  <a:lnTo>
                    <a:pt x="1830318" y="3830872"/>
                  </a:lnTo>
                  <a:lnTo>
                    <a:pt x="1830412" y="3830872"/>
                  </a:lnTo>
                  <a:lnTo>
                    <a:pt x="1830506" y="3830872"/>
                  </a:lnTo>
                  <a:lnTo>
                    <a:pt x="1830601" y="3830872"/>
                  </a:lnTo>
                  <a:lnTo>
                    <a:pt x="1830695" y="3830872"/>
                  </a:lnTo>
                  <a:lnTo>
                    <a:pt x="1830789" y="3830872"/>
                  </a:lnTo>
                  <a:lnTo>
                    <a:pt x="1830883" y="3830872"/>
                  </a:lnTo>
                  <a:lnTo>
                    <a:pt x="1830977" y="3830872"/>
                  </a:lnTo>
                  <a:lnTo>
                    <a:pt x="1831071" y="3830872"/>
                  </a:lnTo>
                  <a:lnTo>
                    <a:pt x="1831165" y="3830872"/>
                  </a:lnTo>
                  <a:lnTo>
                    <a:pt x="1831260" y="3830872"/>
                  </a:lnTo>
                  <a:lnTo>
                    <a:pt x="1831354" y="3830872"/>
                  </a:lnTo>
                  <a:lnTo>
                    <a:pt x="1831448" y="3830872"/>
                  </a:lnTo>
                  <a:lnTo>
                    <a:pt x="1831542" y="3830872"/>
                  </a:lnTo>
                  <a:lnTo>
                    <a:pt x="1831636" y="3830872"/>
                  </a:lnTo>
                  <a:lnTo>
                    <a:pt x="1831730" y="3830872"/>
                  </a:lnTo>
                  <a:lnTo>
                    <a:pt x="1831824" y="3830872"/>
                  </a:lnTo>
                  <a:lnTo>
                    <a:pt x="1831919" y="3830872"/>
                  </a:lnTo>
                  <a:lnTo>
                    <a:pt x="1832013" y="3830872"/>
                  </a:lnTo>
                  <a:lnTo>
                    <a:pt x="1832107" y="3830872"/>
                  </a:lnTo>
                  <a:lnTo>
                    <a:pt x="1832201" y="3830872"/>
                  </a:lnTo>
                  <a:lnTo>
                    <a:pt x="1832295" y="3830872"/>
                  </a:lnTo>
                  <a:lnTo>
                    <a:pt x="1832389" y="3830872"/>
                  </a:lnTo>
                  <a:lnTo>
                    <a:pt x="1832484" y="3830872"/>
                  </a:lnTo>
                  <a:lnTo>
                    <a:pt x="1832578" y="3830872"/>
                  </a:lnTo>
                  <a:lnTo>
                    <a:pt x="1832672" y="3830872"/>
                  </a:lnTo>
                  <a:lnTo>
                    <a:pt x="1832766" y="3830872"/>
                  </a:lnTo>
                  <a:lnTo>
                    <a:pt x="1832860" y="3830872"/>
                  </a:lnTo>
                  <a:lnTo>
                    <a:pt x="1832954" y="3830872"/>
                  </a:lnTo>
                  <a:lnTo>
                    <a:pt x="1833048" y="3830872"/>
                  </a:lnTo>
                  <a:lnTo>
                    <a:pt x="1833143" y="3830872"/>
                  </a:lnTo>
                  <a:lnTo>
                    <a:pt x="1833237" y="3830872"/>
                  </a:lnTo>
                  <a:lnTo>
                    <a:pt x="1833331" y="3830872"/>
                  </a:lnTo>
                  <a:lnTo>
                    <a:pt x="1833425" y="3830872"/>
                  </a:lnTo>
                  <a:lnTo>
                    <a:pt x="1833519" y="3830872"/>
                  </a:lnTo>
                  <a:lnTo>
                    <a:pt x="1833613" y="3830872"/>
                  </a:lnTo>
                  <a:lnTo>
                    <a:pt x="1833708" y="3830872"/>
                  </a:lnTo>
                  <a:lnTo>
                    <a:pt x="1833802" y="3830872"/>
                  </a:lnTo>
                  <a:lnTo>
                    <a:pt x="1833896" y="3830872"/>
                  </a:lnTo>
                  <a:lnTo>
                    <a:pt x="1833896" y="3825961"/>
                  </a:lnTo>
                  <a:lnTo>
                    <a:pt x="1833990" y="3825961"/>
                  </a:lnTo>
                  <a:lnTo>
                    <a:pt x="1834084" y="3825961"/>
                  </a:lnTo>
                  <a:lnTo>
                    <a:pt x="1834084" y="3821049"/>
                  </a:lnTo>
                  <a:lnTo>
                    <a:pt x="1834178" y="3821049"/>
                  </a:lnTo>
                  <a:lnTo>
                    <a:pt x="1834272" y="3821049"/>
                  </a:lnTo>
                  <a:lnTo>
                    <a:pt x="1834367" y="3821049"/>
                  </a:lnTo>
                  <a:lnTo>
                    <a:pt x="1834461" y="3821049"/>
                  </a:lnTo>
                  <a:lnTo>
                    <a:pt x="1834555" y="3821049"/>
                  </a:lnTo>
                  <a:lnTo>
                    <a:pt x="1834649" y="3821049"/>
                  </a:lnTo>
                  <a:lnTo>
                    <a:pt x="1834743" y="3821049"/>
                  </a:lnTo>
                  <a:lnTo>
                    <a:pt x="1834837" y="3821049"/>
                  </a:lnTo>
                  <a:lnTo>
                    <a:pt x="1834932" y="3821049"/>
                  </a:lnTo>
                  <a:lnTo>
                    <a:pt x="1835026" y="3821049"/>
                  </a:lnTo>
                  <a:lnTo>
                    <a:pt x="1835120" y="3821049"/>
                  </a:lnTo>
                  <a:lnTo>
                    <a:pt x="1835214" y="3821049"/>
                  </a:lnTo>
                  <a:lnTo>
                    <a:pt x="1835308" y="3821049"/>
                  </a:lnTo>
                  <a:lnTo>
                    <a:pt x="1835402" y="3821049"/>
                  </a:lnTo>
                  <a:lnTo>
                    <a:pt x="1835496" y="3821049"/>
                  </a:lnTo>
                  <a:lnTo>
                    <a:pt x="1835591" y="3821049"/>
                  </a:lnTo>
                  <a:lnTo>
                    <a:pt x="1835685" y="3821049"/>
                  </a:lnTo>
                  <a:lnTo>
                    <a:pt x="1835779" y="3821049"/>
                  </a:lnTo>
                  <a:lnTo>
                    <a:pt x="1835873" y="3821049"/>
                  </a:lnTo>
                  <a:lnTo>
                    <a:pt x="1835873" y="3816138"/>
                  </a:lnTo>
                  <a:lnTo>
                    <a:pt x="1835967" y="3816138"/>
                  </a:lnTo>
                  <a:lnTo>
                    <a:pt x="1836061" y="3816138"/>
                  </a:lnTo>
                  <a:lnTo>
                    <a:pt x="1836155" y="3816138"/>
                  </a:lnTo>
                  <a:lnTo>
                    <a:pt x="1836250" y="3816138"/>
                  </a:lnTo>
                  <a:lnTo>
                    <a:pt x="1836250" y="3811226"/>
                  </a:lnTo>
                  <a:lnTo>
                    <a:pt x="1836344" y="3811226"/>
                  </a:lnTo>
                  <a:lnTo>
                    <a:pt x="1836344" y="3806315"/>
                  </a:lnTo>
                  <a:lnTo>
                    <a:pt x="1836438" y="3806315"/>
                  </a:lnTo>
                  <a:lnTo>
                    <a:pt x="1836532" y="3806315"/>
                  </a:lnTo>
                  <a:lnTo>
                    <a:pt x="1836626" y="3806315"/>
                  </a:lnTo>
                  <a:lnTo>
                    <a:pt x="1836720" y="3806315"/>
                  </a:lnTo>
                  <a:lnTo>
                    <a:pt x="1836815" y="3806315"/>
                  </a:lnTo>
                  <a:lnTo>
                    <a:pt x="1836909" y="3806315"/>
                  </a:lnTo>
                  <a:lnTo>
                    <a:pt x="1837003" y="3806315"/>
                  </a:lnTo>
                  <a:lnTo>
                    <a:pt x="1837097" y="3806315"/>
                  </a:lnTo>
                  <a:lnTo>
                    <a:pt x="1837191" y="3806315"/>
                  </a:lnTo>
                  <a:lnTo>
                    <a:pt x="1837285" y="3806315"/>
                  </a:lnTo>
                  <a:lnTo>
                    <a:pt x="1837285" y="3801404"/>
                  </a:lnTo>
                  <a:lnTo>
                    <a:pt x="1837379" y="3801404"/>
                  </a:lnTo>
                  <a:lnTo>
                    <a:pt x="1837474" y="3801404"/>
                  </a:lnTo>
                  <a:lnTo>
                    <a:pt x="1837568" y="3801404"/>
                  </a:lnTo>
                  <a:lnTo>
                    <a:pt x="1837662" y="3801404"/>
                  </a:lnTo>
                  <a:lnTo>
                    <a:pt x="1837756" y="3801404"/>
                  </a:lnTo>
                  <a:lnTo>
                    <a:pt x="1837850" y="3801404"/>
                  </a:lnTo>
                  <a:lnTo>
                    <a:pt x="1837944" y="3801404"/>
                  </a:lnTo>
                  <a:lnTo>
                    <a:pt x="1838039" y="3801404"/>
                  </a:lnTo>
                  <a:lnTo>
                    <a:pt x="1838133" y="3801404"/>
                  </a:lnTo>
                  <a:lnTo>
                    <a:pt x="1838227" y="3801404"/>
                  </a:lnTo>
                  <a:lnTo>
                    <a:pt x="1838321" y="3801404"/>
                  </a:lnTo>
                  <a:lnTo>
                    <a:pt x="1838415" y="3801404"/>
                  </a:lnTo>
                  <a:lnTo>
                    <a:pt x="1838509" y="3801404"/>
                  </a:lnTo>
                  <a:lnTo>
                    <a:pt x="1838603" y="3801404"/>
                  </a:lnTo>
                  <a:lnTo>
                    <a:pt x="1838698" y="3801404"/>
                  </a:lnTo>
                  <a:lnTo>
                    <a:pt x="1838792" y="3801404"/>
                  </a:lnTo>
                  <a:lnTo>
                    <a:pt x="1838886" y="3801404"/>
                  </a:lnTo>
                  <a:lnTo>
                    <a:pt x="1838980" y="3801404"/>
                  </a:lnTo>
                  <a:lnTo>
                    <a:pt x="1839074" y="3801404"/>
                  </a:lnTo>
                  <a:lnTo>
                    <a:pt x="1839168" y="3801404"/>
                  </a:lnTo>
                  <a:lnTo>
                    <a:pt x="1839263" y="3801404"/>
                  </a:lnTo>
                  <a:lnTo>
                    <a:pt x="1839357" y="3801404"/>
                  </a:lnTo>
                  <a:lnTo>
                    <a:pt x="1839451" y="3801404"/>
                  </a:lnTo>
                  <a:lnTo>
                    <a:pt x="1839545" y="3801404"/>
                  </a:lnTo>
                  <a:lnTo>
                    <a:pt x="1839639" y="3801404"/>
                  </a:lnTo>
                  <a:lnTo>
                    <a:pt x="1839733" y="3801404"/>
                  </a:lnTo>
                  <a:lnTo>
                    <a:pt x="1839827" y="3801404"/>
                  </a:lnTo>
                  <a:lnTo>
                    <a:pt x="1839922" y="3801404"/>
                  </a:lnTo>
                  <a:lnTo>
                    <a:pt x="1840016" y="3801404"/>
                  </a:lnTo>
                  <a:lnTo>
                    <a:pt x="1840110" y="3801404"/>
                  </a:lnTo>
                  <a:lnTo>
                    <a:pt x="1840204" y="3801404"/>
                  </a:lnTo>
                  <a:lnTo>
                    <a:pt x="1840298" y="3801404"/>
                  </a:lnTo>
                  <a:lnTo>
                    <a:pt x="1840392" y="3801404"/>
                  </a:lnTo>
                  <a:lnTo>
                    <a:pt x="1840486" y="3801404"/>
                  </a:lnTo>
                  <a:lnTo>
                    <a:pt x="1840581" y="3801404"/>
                  </a:lnTo>
                  <a:lnTo>
                    <a:pt x="1840675" y="3801404"/>
                  </a:lnTo>
                  <a:lnTo>
                    <a:pt x="1840769" y="3801404"/>
                  </a:lnTo>
                  <a:lnTo>
                    <a:pt x="1840863" y="3801404"/>
                  </a:lnTo>
                  <a:lnTo>
                    <a:pt x="1840957" y="3801404"/>
                  </a:lnTo>
                  <a:lnTo>
                    <a:pt x="1841051" y="3801404"/>
                  </a:lnTo>
                  <a:lnTo>
                    <a:pt x="1841146" y="3801404"/>
                  </a:lnTo>
                  <a:lnTo>
                    <a:pt x="1841240" y="3801404"/>
                  </a:lnTo>
                  <a:lnTo>
                    <a:pt x="1841334" y="3801404"/>
                  </a:lnTo>
                  <a:lnTo>
                    <a:pt x="1841428" y="3801404"/>
                  </a:lnTo>
                  <a:lnTo>
                    <a:pt x="1841522" y="3801404"/>
                  </a:lnTo>
                  <a:lnTo>
                    <a:pt x="1841616" y="3801404"/>
                  </a:lnTo>
                  <a:lnTo>
                    <a:pt x="1841710" y="3801404"/>
                  </a:lnTo>
                  <a:lnTo>
                    <a:pt x="1841805" y="3801404"/>
                  </a:lnTo>
                  <a:lnTo>
                    <a:pt x="1841899" y="3801404"/>
                  </a:lnTo>
                  <a:lnTo>
                    <a:pt x="1841993" y="3801404"/>
                  </a:lnTo>
                  <a:lnTo>
                    <a:pt x="1842087" y="3801404"/>
                  </a:lnTo>
                  <a:lnTo>
                    <a:pt x="1842181" y="3801404"/>
                  </a:lnTo>
                  <a:lnTo>
                    <a:pt x="1842275" y="3801404"/>
                  </a:lnTo>
                  <a:lnTo>
                    <a:pt x="1842370" y="3801404"/>
                  </a:lnTo>
                  <a:lnTo>
                    <a:pt x="1842464" y="3801404"/>
                  </a:lnTo>
                  <a:lnTo>
                    <a:pt x="1842558" y="3801404"/>
                  </a:lnTo>
                  <a:lnTo>
                    <a:pt x="1842652" y="3801404"/>
                  </a:lnTo>
                  <a:lnTo>
                    <a:pt x="1842746" y="3801404"/>
                  </a:lnTo>
                  <a:lnTo>
                    <a:pt x="1842840" y="3801404"/>
                  </a:lnTo>
                  <a:lnTo>
                    <a:pt x="1842934" y="3801404"/>
                  </a:lnTo>
                  <a:lnTo>
                    <a:pt x="1843029" y="3801404"/>
                  </a:lnTo>
                  <a:lnTo>
                    <a:pt x="1843123" y="3801404"/>
                  </a:lnTo>
                  <a:lnTo>
                    <a:pt x="1843217" y="3801404"/>
                  </a:lnTo>
                  <a:lnTo>
                    <a:pt x="1843311" y="3801404"/>
                  </a:lnTo>
                  <a:lnTo>
                    <a:pt x="1843405" y="3801404"/>
                  </a:lnTo>
                  <a:lnTo>
                    <a:pt x="1843499" y="3801404"/>
                  </a:lnTo>
                  <a:lnTo>
                    <a:pt x="1843594" y="3801404"/>
                  </a:lnTo>
                  <a:lnTo>
                    <a:pt x="1843688" y="3801404"/>
                  </a:lnTo>
                  <a:lnTo>
                    <a:pt x="1843782" y="3801404"/>
                  </a:lnTo>
                  <a:lnTo>
                    <a:pt x="1843876" y="3801404"/>
                  </a:lnTo>
                  <a:lnTo>
                    <a:pt x="1843970" y="3801404"/>
                  </a:lnTo>
                  <a:lnTo>
                    <a:pt x="1844064" y="3801404"/>
                  </a:lnTo>
                  <a:lnTo>
                    <a:pt x="1844158" y="3801404"/>
                  </a:lnTo>
                  <a:lnTo>
                    <a:pt x="1844253" y="3801404"/>
                  </a:lnTo>
                  <a:lnTo>
                    <a:pt x="1844347" y="3801404"/>
                  </a:lnTo>
                  <a:lnTo>
                    <a:pt x="1844441" y="3801404"/>
                  </a:lnTo>
                  <a:lnTo>
                    <a:pt x="1844535" y="3801404"/>
                  </a:lnTo>
                  <a:lnTo>
                    <a:pt x="1844629" y="3801404"/>
                  </a:lnTo>
                  <a:lnTo>
                    <a:pt x="1844723" y="3801404"/>
                  </a:lnTo>
                  <a:lnTo>
                    <a:pt x="1844817" y="3801404"/>
                  </a:lnTo>
                  <a:lnTo>
                    <a:pt x="1844912" y="3801404"/>
                  </a:lnTo>
                  <a:lnTo>
                    <a:pt x="1845006" y="3801404"/>
                  </a:lnTo>
                  <a:lnTo>
                    <a:pt x="1845100" y="3801404"/>
                  </a:lnTo>
                  <a:lnTo>
                    <a:pt x="1845194" y="3801404"/>
                  </a:lnTo>
                  <a:lnTo>
                    <a:pt x="1845288" y="3801404"/>
                  </a:lnTo>
                  <a:lnTo>
                    <a:pt x="1845382" y="3801404"/>
                  </a:lnTo>
                  <a:lnTo>
                    <a:pt x="1845477" y="3801404"/>
                  </a:lnTo>
                  <a:lnTo>
                    <a:pt x="1845571" y="3801404"/>
                  </a:lnTo>
                  <a:lnTo>
                    <a:pt x="1845665" y="3801404"/>
                  </a:lnTo>
                  <a:lnTo>
                    <a:pt x="1845759" y="3801404"/>
                  </a:lnTo>
                  <a:lnTo>
                    <a:pt x="1845853" y="3801404"/>
                  </a:lnTo>
                  <a:lnTo>
                    <a:pt x="1845947" y="3801404"/>
                  </a:lnTo>
                  <a:lnTo>
                    <a:pt x="1846041" y="3801404"/>
                  </a:lnTo>
                  <a:lnTo>
                    <a:pt x="1846136" y="3801404"/>
                  </a:lnTo>
                  <a:lnTo>
                    <a:pt x="1846230" y="3801404"/>
                  </a:lnTo>
                  <a:lnTo>
                    <a:pt x="1846324" y="3801404"/>
                  </a:lnTo>
                  <a:lnTo>
                    <a:pt x="1846418" y="3801404"/>
                  </a:lnTo>
                  <a:lnTo>
                    <a:pt x="1846512" y="3801404"/>
                  </a:lnTo>
                  <a:lnTo>
                    <a:pt x="1846606" y="3801404"/>
                  </a:lnTo>
                  <a:lnTo>
                    <a:pt x="1846701" y="3801404"/>
                  </a:lnTo>
                  <a:lnTo>
                    <a:pt x="1846795" y="3801404"/>
                  </a:lnTo>
                  <a:lnTo>
                    <a:pt x="1846889" y="3801404"/>
                  </a:lnTo>
                  <a:lnTo>
                    <a:pt x="1846983" y="3801404"/>
                  </a:lnTo>
                  <a:lnTo>
                    <a:pt x="1847077" y="3801404"/>
                  </a:lnTo>
                  <a:lnTo>
                    <a:pt x="1847077" y="3796492"/>
                  </a:lnTo>
                  <a:lnTo>
                    <a:pt x="1847171" y="3796492"/>
                  </a:lnTo>
                  <a:lnTo>
                    <a:pt x="1847265" y="3796492"/>
                  </a:lnTo>
                  <a:lnTo>
                    <a:pt x="1847360" y="3796492"/>
                  </a:lnTo>
                  <a:lnTo>
                    <a:pt x="1847454" y="3796492"/>
                  </a:lnTo>
                  <a:lnTo>
                    <a:pt x="1847548" y="3796492"/>
                  </a:lnTo>
                  <a:lnTo>
                    <a:pt x="1847642" y="3796492"/>
                  </a:lnTo>
                  <a:lnTo>
                    <a:pt x="1847736" y="3796492"/>
                  </a:lnTo>
                  <a:lnTo>
                    <a:pt x="1847830" y="3796492"/>
                  </a:lnTo>
                  <a:lnTo>
                    <a:pt x="1847925" y="3796492"/>
                  </a:lnTo>
                  <a:lnTo>
                    <a:pt x="1848019" y="3796492"/>
                  </a:lnTo>
                  <a:lnTo>
                    <a:pt x="1848113" y="3796492"/>
                  </a:lnTo>
                  <a:lnTo>
                    <a:pt x="1848207" y="3796492"/>
                  </a:lnTo>
                  <a:lnTo>
                    <a:pt x="1848301" y="3796492"/>
                  </a:lnTo>
                  <a:lnTo>
                    <a:pt x="1848395" y="3796492"/>
                  </a:lnTo>
                  <a:lnTo>
                    <a:pt x="1848489" y="3796492"/>
                  </a:lnTo>
                  <a:lnTo>
                    <a:pt x="1848584" y="3796492"/>
                  </a:lnTo>
                  <a:lnTo>
                    <a:pt x="1848678" y="3796492"/>
                  </a:lnTo>
                  <a:lnTo>
                    <a:pt x="1848772" y="3796492"/>
                  </a:lnTo>
                  <a:lnTo>
                    <a:pt x="1848866" y="3796492"/>
                  </a:lnTo>
                  <a:lnTo>
                    <a:pt x="1848960" y="3796492"/>
                  </a:lnTo>
                  <a:lnTo>
                    <a:pt x="1849054" y="3796492"/>
                  </a:lnTo>
                  <a:lnTo>
                    <a:pt x="1849148" y="3796492"/>
                  </a:lnTo>
                  <a:lnTo>
                    <a:pt x="1849243" y="3796492"/>
                  </a:lnTo>
                  <a:lnTo>
                    <a:pt x="1849337" y="3796492"/>
                  </a:lnTo>
                  <a:lnTo>
                    <a:pt x="1849431" y="3796492"/>
                  </a:lnTo>
                  <a:lnTo>
                    <a:pt x="1849525" y="3796492"/>
                  </a:lnTo>
                  <a:lnTo>
                    <a:pt x="1849619" y="3796492"/>
                  </a:lnTo>
                  <a:lnTo>
                    <a:pt x="1849713" y="3796492"/>
                  </a:lnTo>
                  <a:lnTo>
                    <a:pt x="1849808" y="3796492"/>
                  </a:lnTo>
                  <a:lnTo>
                    <a:pt x="1849902" y="3796492"/>
                  </a:lnTo>
                  <a:lnTo>
                    <a:pt x="1849996" y="3796492"/>
                  </a:lnTo>
                  <a:lnTo>
                    <a:pt x="1850090" y="3796492"/>
                  </a:lnTo>
                  <a:lnTo>
                    <a:pt x="1850184" y="3796492"/>
                  </a:lnTo>
                  <a:lnTo>
                    <a:pt x="1850278" y="3796492"/>
                  </a:lnTo>
                  <a:lnTo>
                    <a:pt x="1850372" y="3796492"/>
                  </a:lnTo>
                  <a:lnTo>
                    <a:pt x="1850467" y="3796492"/>
                  </a:lnTo>
                  <a:lnTo>
                    <a:pt x="1850561" y="3796492"/>
                  </a:lnTo>
                  <a:lnTo>
                    <a:pt x="1850655" y="3796492"/>
                  </a:lnTo>
                  <a:lnTo>
                    <a:pt x="1850749" y="3796492"/>
                  </a:lnTo>
                  <a:lnTo>
                    <a:pt x="1850843" y="3796492"/>
                  </a:lnTo>
                  <a:lnTo>
                    <a:pt x="1850937" y="3796492"/>
                  </a:lnTo>
                  <a:lnTo>
                    <a:pt x="1851032" y="3796492"/>
                  </a:lnTo>
                  <a:lnTo>
                    <a:pt x="1851126" y="3796492"/>
                  </a:lnTo>
                  <a:lnTo>
                    <a:pt x="1851220" y="3796492"/>
                  </a:lnTo>
                  <a:lnTo>
                    <a:pt x="1851314" y="3796492"/>
                  </a:lnTo>
                  <a:lnTo>
                    <a:pt x="1851408" y="3796492"/>
                  </a:lnTo>
                  <a:lnTo>
                    <a:pt x="1851502" y="3796492"/>
                  </a:lnTo>
                  <a:lnTo>
                    <a:pt x="1851596" y="3796492"/>
                  </a:lnTo>
                  <a:lnTo>
                    <a:pt x="1851691" y="3796492"/>
                  </a:lnTo>
                  <a:lnTo>
                    <a:pt x="1851785" y="3796492"/>
                  </a:lnTo>
                  <a:lnTo>
                    <a:pt x="1851879" y="3796492"/>
                  </a:lnTo>
                  <a:lnTo>
                    <a:pt x="1851973" y="3796492"/>
                  </a:lnTo>
                  <a:lnTo>
                    <a:pt x="1852067" y="3796492"/>
                  </a:lnTo>
                  <a:lnTo>
                    <a:pt x="1852161" y="3796492"/>
                  </a:lnTo>
                  <a:lnTo>
                    <a:pt x="1852256" y="3796492"/>
                  </a:lnTo>
                  <a:lnTo>
                    <a:pt x="1852350" y="3796492"/>
                  </a:lnTo>
                  <a:lnTo>
                    <a:pt x="1852444" y="3796492"/>
                  </a:lnTo>
                  <a:lnTo>
                    <a:pt x="1852538" y="3796492"/>
                  </a:lnTo>
                  <a:lnTo>
                    <a:pt x="1852632" y="3796492"/>
                  </a:lnTo>
                  <a:lnTo>
                    <a:pt x="1852726" y="3796492"/>
                  </a:lnTo>
                  <a:lnTo>
                    <a:pt x="1852820" y="3796492"/>
                  </a:lnTo>
                  <a:lnTo>
                    <a:pt x="1852915" y="3796492"/>
                  </a:lnTo>
                  <a:lnTo>
                    <a:pt x="1853009" y="3796492"/>
                  </a:lnTo>
                  <a:lnTo>
                    <a:pt x="1853103" y="3796492"/>
                  </a:lnTo>
                  <a:lnTo>
                    <a:pt x="1853197" y="3796492"/>
                  </a:lnTo>
                  <a:lnTo>
                    <a:pt x="1853291" y="3796492"/>
                  </a:lnTo>
                  <a:lnTo>
                    <a:pt x="1853385" y="3796492"/>
                  </a:lnTo>
                  <a:lnTo>
                    <a:pt x="1853479" y="3796492"/>
                  </a:lnTo>
                  <a:lnTo>
                    <a:pt x="1853574" y="3796492"/>
                  </a:lnTo>
                  <a:lnTo>
                    <a:pt x="1853574" y="3791581"/>
                  </a:lnTo>
                  <a:lnTo>
                    <a:pt x="1853668" y="3791581"/>
                  </a:lnTo>
                  <a:lnTo>
                    <a:pt x="1853762" y="3791581"/>
                  </a:lnTo>
                  <a:lnTo>
                    <a:pt x="1853856" y="3791581"/>
                  </a:lnTo>
                  <a:lnTo>
                    <a:pt x="1853950" y="3791581"/>
                  </a:lnTo>
                  <a:lnTo>
                    <a:pt x="1854044" y="3791581"/>
                  </a:lnTo>
                  <a:lnTo>
                    <a:pt x="1854139" y="3791581"/>
                  </a:lnTo>
                  <a:lnTo>
                    <a:pt x="1854233" y="3791581"/>
                  </a:lnTo>
                  <a:lnTo>
                    <a:pt x="1854327" y="3791581"/>
                  </a:lnTo>
                  <a:lnTo>
                    <a:pt x="1854421" y="3791581"/>
                  </a:lnTo>
                  <a:lnTo>
                    <a:pt x="1854515" y="3791581"/>
                  </a:lnTo>
                  <a:lnTo>
                    <a:pt x="1854609" y="3791581"/>
                  </a:lnTo>
                  <a:lnTo>
                    <a:pt x="1854703" y="3791581"/>
                  </a:lnTo>
                  <a:lnTo>
                    <a:pt x="1854798" y="3791581"/>
                  </a:lnTo>
                  <a:lnTo>
                    <a:pt x="1854892" y="3791581"/>
                  </a:lnTo>
                  <a:lnTo>
                    <a:pt x="1854986" y="3791581"/>
                  </a:lnTo>
                  <a:lnTo>
                    <a:pt x="1855080" y="3791581"/>
                  </a:lnTo>
                  <a:lnTo>
                    <a:pt x="1855174" y="3791581"/>
                  </a:lnTo>
                  <a:lnTo>
                    <a:pt x="1855268" y="3791581"/>
                  </a:lnTo>
                  <a:lnTo>
                    <a:pt x="1855363" y="3791581"/>
                  </a:lnTo>
                  <a:lnTo>
                    <a:pt x="1855457" y="3791581"/>
                  </a:lnTo>
                  <a:lnTo>
                    <a:pt x="1855551" y="3791581"/>
                  </a:lnTo>
                  <a:lnTo>
                    <a:pt x="1855645" y="3791581"/>
                  </a:lnTo>
                  <a:lnTo>
                    <a:pt x="1855739" y="3791581"/>
                  </a:lnTo>
                  <a:lnTo>
                    <a:pt x="1855833" y="3791581"/>
                  </a:lnTo>
                  <a:lnTo>
                    <a:pt x="1855927" y="3791581"/>
                  </a:lnTo>
                  <a:lnTo>
                    <a:pt x="1856022" y="3791581"/>
                  </a:lnTo>
                  <a:lnTo>
                    <a:pt x="1856116" y="3791581"/>
                  </a:lnTo>
                  <a:lnTo>
                    <a:pt x="1856210" y="3791581"/>
                  </a:lnTo>
                  <a:lnTo>
                    <a:pt x="1856304" y="3791581"/>
                  </a:lnTo>
                  <a:lnTo>
                    <a:pt x="1856398" y="3791581"/>
                  </a:lnTo>
                  <a:lnTo>
                    <a:pt x="1856492" y="3791581"/>
                  </a:lnTo>
                  <a:lnTo>
                    <a:pt x="1856587" y="3791581"/>
                  </a:lnTo>
                  <a:lnTo>
                    <a:pt x="1856681" y="3791581"/>
                  </a:lnTo>
                  <a:lnTo>
                    <a:pt x="1856775" y="3791581"/>
                  </a:lnTo>
                  <a:lnTo>
                    <a:pt x="1856869" y="3791581"/>
                  </a:lnTo>
                  <a:lnTo>
                    <a:pt x="1856963" y="3791581"/>
                  </a:lnTo>
                  <a:lnTo>
                    <a:pt x="1857057" y="3791581"/>
                  </a:lnTo>
                  <a:lnTo>
                    <a:pt x="1857151" y="3791581"/>
                  </a:lnTo>
                  <a:lnTo>
                    <a:pt x="1857246" y="3791581"/>
                  </a:lnTo>
                  <a:lnTo>
                    <a:pt x="1857340" y="3791581"/>
                  </a:lnTo>
                  <a:lnTo>
                    <a:pt x="1857434" y="3791581"/>
                  </a:lnTo>
                  <a:lnTo>
                    <a:pt x="1857528" y="3791581"/>
                  </a:lnTo>
                  <a:lnTo>
                    <a:pt x="1857622" y="3791581"/>
                  </a:lnTo>
                  <a:lnTo>
                    <a:pt x="1857716" y="3791581"/>
                  </a:lnTo>
                  <a:lnTo>
                    <a:pt x="1857810" y="3791581"/>
                  </a:lnTo>
                  <a:lnTo>
                    <a:pt x="1857905" y="3791581"/>
                  </a:lnTo>
                  <a:lnTo>
                    <a:pt x="1857999" y="3791581"/>
                  </a:lnTo>
                  <a:lnTo>
                    <a:pt x="1858093" y="3791581"/>
                  </a:lnTo>
                  <a:lnTo>
                    <a:pt x="1858187" y="3791581"/>
                  </a:lnTo>
                  <a:lnTo>
                    <a:pt x="1858281" y="3791581"/>
                  </a:lnTo>
                  <a:lnTo>
                    <a:pt x="1858375" y="3791581"/>
                  </a:lnTo>
                  <a:lnTo>
                    <a:pt x="1858470" y="3791581"/>
                  </a:lnTo>
                  <a:lnTo>
                    <a:pt x="1858564" y="3791581"/>
                  </a:lnTo>
                  <a:lnTo>
                    <a:pt x="1858658" y="3791581"/>
                  </a:lnTo>
                  <a:lnTo>
                    <a:pt x="1858752" y="3791581"/>
                  </a:lnTo>
                  <a:lnTo>
                    <a:pt x="1858846" y="3791581"/>
                  </a:lnTo>
                  <a:lnTo>
                    <a:pt x="1858940" y="3791581"/>
                  </a:lnTo>
                  <a:lnTo>
                    <a:pt x="1859034" y="3791581"/>
                  </a:lnTo>
                  <a:lnTo>
                    <a:pt x="1859129" y="3791581"/>
                  </a:lnTo>
                  <a:lnTo>
                    <a:pt x="1859223" y="3791581"/>
                  </a:lnTo>
                  <a:lnTo>
                    <a:pt x="1859317" y="3791581"/>
                  </a:lnTo>
                  <a:lnTo>
                    <a:pt x="1859411" y="3791581"/>
                  </a:lnTo>
                  <a:lnTo>
                    <a:pt x="1859505" y="3791581"/>
                  </a:lnTo>
                  <a:lnTo>
                    <a:pt x="1859599" y="3791581"/>
                  </a:lnTo>
                  <a:lnTo>
                    <a:pt x="1859694" y="3791581"/>
                  </a:lnTo>
                  <a:lnTo>
                    <a:pt x="1859788" y="3791581"/>
                  </a:lnTo>
                  <a:lnTo>
                    <a:pt x="1859882" y="3791581"/>
                  </a:lnTo>
                  <a:lnTo>
                    <a:pt x="1859976" y="3791581"/>
                  </a:lnTo>
                  <a:lnTo>
                    <a:pt x="1860070" y="3791581"/>
                  </a:lnTo>
                  <a:lnTo>
                    <a:pt x="1860164" y="3791581"/>
                  </a:lnTo>
                  <a:lnTo>
                    <a:pt x="1860258" y="3791581"/>
                  </a:lnTo>
                  <a:lnTo>
                    <a:pt x="1860353" y="3791581"/>
                  </a:lnTo>
                  <a:lnTo>
                    <a:pt x="1860447" y="3791581"/>
                  </a:lnTo>
                  <a:lnTo>
                    <a:pt x="1860541" y="3791581"/>
                  </a:lnTo>
                  <a:lnTo>
                    <a:pt x="1860635" y="3791581"/>
                  </a:lnTo>
                  <a:lnTo>
                    <a:pt x="1860729" y="3791581"/>
                  </a:lnTo>
                  <a:lnTo>
                    <a:pt x="1860823" y="3791581"/>
                  </a:lnTo>
                  <a:lnTo>
                    <a:pt x="1860918" y="3791581"/>
                  </a:lnTo>
                  <a:lnTo>
                    <a:pt x="1861012" y="3791581"/>
                  </a:lnTo>
                  <a:lnTo>
                    <a:pt x="1861106" y="3791581"/>
                  </a:lnTo>
                  <a:lnTo>
                    <a:pt x="1861200" y="3791581"/>
                  </a:lnTo>
                  <a:lnTo>
                    <a:pt x="1861294" y="3791581"/>
                  </a:lnTo>
                  <a:lnTo>
                    <a:pt x="1861388" y="3791581"/>
                  </a:lnTo>
                  <a:lnTo>
                    <a:pt x="1861482" y="3791581"/>
                  </a:lnTo>
                  <a:lnTo>
                    <a:pt x="1861577" y="3791581"/>
                  </a:lnTo>
                  <a:lnTo>
                    <a:pt x="1861671" y="3791581"/>
                  </a:lnTo>
                  <a:lnTo>
                    <a:pt x="1861765" y="3791581"/>
                  </a:lnTo>
                  <a:lnTo>
                    <a:pt x="1861859" y="3791581"/>
                  </a:lnTo>
                  <a:lnTo>
                    <a:pt x="1861953" y="3791581"/>
                  </a:lnTo>
                  <a:lnTo>
                    <a:pt x="1862047" y="3791581"/>
                  </a:lnTo>
                  <a:lnTo>
                    <a:pt x="1862141" y="3791581"/>
                  </a:lnTo>
                  <a:lnTo>
                    <a:pt x="1862236" y="3791581"/>
                  </a:lnTo>
                  <a:lnTo>
                    <a:pt x="1862330" y="3791581"/>
                  </a:lnTo>
                  <a:lnTo>
                    <a:pt x="1862424" y="3791581"/>
                  </a:lnTo>
                  <a:lnTo>
                    <a:pt x="1862518" y="3791581"/>
                  </a:lnTo>
                  <a:lnTo>
                    <a:pt x="1862612" y="3791581"/>
                  </a:lnTo>
                  <a:lnTo>
                    <a:pt x="1862706" y="3791581"/>
                  </a:lnTo>
                  <a:lnTo>
                    <a:pt x="1862801" y="3791581"/>
                  </a:lnTo>
                  <a:lnTo>
                    <a:pt x="1862895" y="3791581"/>
                  </a:lnTo>
                  <a:lnTo>
                    <a:pt x="1862989" y="3791581"/>
                  </a:lnTo>
                  <a:lnTo>
                    <a:pt x="1863083" y="3791581"/>
                  </a:lnTo>
                  <a:lnTo>
                    <a:pt x="1863083" y="3786670"/>
                  </a:lnTo>
                  <a:lnTo>
                    <a:pt x="1863177" y="3786670"/>
                  </a:lnTo>
                  <a:lnTo>
                    <a:pt x="1863271" y="3786670"/>
                  </a:lnTo>
                  <a:lnTo>
                    <a:pt x="1863365" y="3786670"/>
                  </a:lnTo>
                  <a:lnTo>
                    <a:pt x="1863460" y="3786670"/>
                  </a:lnTo>
                  <a:lnTo>
                    <a:pt x="1863554" y="3786670"/>
                  </a:lnTo>
                  <a:lnTo>
                    <a:pt x="1863648" y="3786670"/>
                  </a:lnTo>
                  <a:lnTo>
                    <a:pt x="1863742" y="3786670"/>
                  </a:lnTo>
                  <a:lnTo>
                    <a:pt x="1863836" y="3786670"/>
                  </a:lnTo>
                  <a:lnTo>
                    <a:pt x="1863930" y="3786670"/>
                  </a:lnTo>
                  <a:lnTo>
                    <a:pt x="1864025" y="3786670"/>
                  </a:lnTo>
                  <a:lnTo>
                    <a:pt x="1864119" y="3786670"/>
                  </a:lnTo>
                  <a:lnTo>
                    <a:pt x="1864119" y="3781758"/>
                  </a:lnTo>
                  <a:lnTo>
                    <a:pt x="1864213" y="3781758"/>
                  </a:lnTo>
                  <a:lnTo>
                    <a:pt x="1864307" y="3781758"/>
                  </a:lnTo>
                  <a:lnTo>
                    <a:pt x="1864401" y="3781758"/>
                  </a:lnTo>
                  <a:lnTo>
                    <a:pt x="1864495" y="3781758"/>
                  </a:lnTo>
                  <a:lnTo>
                    <a:pt x="1864589" y="3781758"/>
                  </a:lnTo>
                  <a:lnTo>
                    <a:pt x="1864684" y="3781758"/>
                  </a:lnTo>
                  <a:lnTo>
                    <a:pt x="1864778" y="3781758"/>
                  </a:lnTo>
                  <a:lnTo>
                    <a:pt x="1864872" y="3781758"/>
                  </a:lnTo>
                  <a:lnTo>
                    <a:pt x="1864966" y="3781758"/>
                  </a:lnTo>
                  <a:lnTo>
                    <a:pt x="1865060" y="3781758"/>
                  </a:lnTo>
                  <a:lnTo>
                    <a:pt x="1865154" y="3781758"/>
                  </a:lnTo>
                  <a:lnTo>
                    <a:pt x="1865249" y="3781758"/>
                  </a:lnTo>
                  <a:lnTo>
                    <a:pt x="1865343" y="3781758"/>
                  </a:lnTo>
                  <a:lnTo>
                    <a:pt x="1865437" y="3781758"/>
                  </a:lnTo>
                  <a:lnTo>
                    <a:pt x="1865531" y="3781758"/>
                  </a:lnTo>
                  <a:lnTo>
                    <a:pt x="1865625" y="3781758"/>
                  </a:lnTo>
                  <a:lnTo>
                    <a:pt x="1865719" y="3781758"/>
                  </a:lnTo>
                  <a:lnTo>
                    <a:pt x="1865813" y="3781758"/>
                  </a:lnTo>
                  <a:lnTo>
                    <a:pt x="1865908" y="3781758"/>
                  </a:lnTo>
                  <a:lnTo>
                    <a:pt x="1866002" y="3781758"/>
                  </a:lnTo>
                  <a:lnTo>
                    <a:pt x="1866096" y="3781758"/>
                  </a:lnTo>
                  <a:lnTo>
                    <a:pt x="1866190" y="3781758"/>
                  </a:lnTo>
                  <a:lnTo>
                    <a:pt x="1866284" y="3781758"/>
                  </a:lnTo>
                  <a:lnTo>
                    <a:pt x="1866378" y="3781758"/>
                  </a:lnTo>
                  <a:lnTo>
                    <a:pt x="1866472" y="3781758"/>
                  </a:lnTo>
                  <a:lnTo>
                    <a:pt x="1866567" y="3781758"/>
                  </a:lnTo>
                  <a:lnTo>
                    <a:pt x="1866661" y="3781758"/>
                  </a:lnTo>
                  <a:lnTo>
                    <a:pt x="1866755" y="3781758"/>
                  </a:lnTo>
                  <a:lnTo>
                    <a:pt x="1866849" y="3781758"/>
                  </a:lnTo>
                  <a:lnTo>
                    <a:pt x="1866943" y="3781758"/>
                  </a:lnTo>
                  <a:lnTo>
                    <a:pt x="1867037" y="3781758"/>
                  </a:lnTo>
                  <a:lnTo>
                    <a:pt x="1867132" y="3781758"/>
                  </a:lnTo>
                  <a:lnTo>
                    <a:pt x="1867226" y="3781758"/>
                  </a:lnTo>
                  <a:lnTo>
                    <a:pt x="1867320" y="3781758"/>
                  </a:lnTo>
                  <a:lnTo>
                    <a:pt x="1867414" y="3781758"/>
                  </a:lnTo>
                  <a:lnTo>
                    <a:pt x="1867414" y="3776847"/>
                  </a:lnTo>
                  <a:lnTo>
                    <a:pt x="1867508" y="3776847"/>
                  </a:lnTo>
                  <a:lnTo>
                    <a:pt x="1867602" y="3776847"/>
                  </a:lnTo>
                  <a:lnTo>
                    <a:pt x="1867696" y="3776847"/>
                  </a:lnTo>
                  <a:lnTo>
                    <a:pt x="1867791" y="3776847"/>
                  </a:lnTo>
                  <a:lnTo>
                    <a:pt x="1867885" y="3776847"/>
                  </a:lnTo>
                  <a:lnTo>
                    <a:pt x="1867979" y="3776847"/>
                  </a:lnTo>
                  <a:lnTo>
                    <a:pt x="1868073" y="3776847"/>
                  </a:lnTo>
                  <a:lnTo>
                    <a:pt x="1868167" y="3776847"/>
                  </a:lnTo>
                  <a:lnTo>
                    <a:pt x="1868261" y="3776847"/>
                  </a:lnTo>
                  <a:lnTo>
                    <a:pt x="1868356" y="3776847"/>
                  </a:lnTo>
                  <a:lnTo>
                    <a:pt x="1868450" y="3776847"/>
                  </a:lnTo>
                  <a:lnTo>
                    <a:pt x="1868544" y="3776847"/>
                  </a:lnTo>
                  <a:lnTo>
                    <a:pt x="1868638" y="3776847"/>
                  </a:lnTo>
                  <a:lnTo>
                    <a:pt x="1868732" y="3776847"/>
                  </a:lnTo>
                  <a:lnTo>
                    <a:pt x="1868826" y="3776847"/>
                  </a:lnTo>
                  <a:lnTo>
                    <a:pt x="1868920" y="3776847"/>
                  </a:lnTo>
                  <a:lnTo>
                    <a:pt x="1869015" y="3776847"/>
                  </a:lnTo>
                  <a:lnTo>
                    <a:pt x="1869109" y="3776847"/>
                  </a:lnTo>
                  <a:lnTo>
                    <a:pt x="1869203" y="3776847"/>
                  </a:lnTo>
                  <a:lnTo>
                    <a:pt x="1869297" y="3776847"/>
                  </a:lnTo>
                  <a:lnTo>
                    <a:pt x="1869391" y="3776847"/>
                  </a:lnTo>
                  <a:lnTo>
                    <a:pt x="1869485" y="3776847"/>
                  </a:lnTo>
                  <a:lnTo>
                    <a:pt x="1869580" y="3776847"/>
                  </a:lnTo>
                  <a:lnTo>
                    <a:pt x="1869674" y="3776847"/>
                  </a:lnTo>
                  <a:lnTo>
                    <a:pt x="1869768" y="3776847"/>
                  </a:lnTo>
                  <a:lnTo>
                    <a:pt x="1869862" y="3776847"/>
                  </a:lnTo>
                  <a:lnTo>
                    <a:pt x="1869956" y="3776847"/>
                  </a:lnTo>
                  <a:lnTo>
                    <a:pt x="1870050" y="3776847"/>
                  </a:lnTo>
                  <a:lnTo>
                    <a:pt x="1870144" y="3776847"/>
                  </a:lnTo>
                  <a:lnTo>
                    <a:pt x="1870239" y="3776847"/>
                  </a:lnTo>
                  <a:lnTo>
                    <a:pt x="1870333" y="3776847"/>
                  </a:lnTo>
                  <a:lnTo>
                    <a:pt x="1870427" y="3776847"/>
                  </a:lnTo>
                  <a:lnTo>
                    <a:pt x="1870521" y="3776847"/>
                  </a:lnTo>
                  <a:lnTo>
                    <a:pt x="1870615" y="3776847"/>
                  </a:lnTo>
                  <a:lnTo>
                    <a:pt x="1870709" y="3776847"/>
                  </a:lnTo>
                  <a:lnTo>
                    <a:pt x="1870803" y="3776847"/>
                  </a:lnTo>
                  <a:lnTo>
                    <a:pt x="1870898" y="3776847"/>
                  </a:lnTo>
                  <a:lnTo>
                    <a:pt x="1870992" y="3776847"/>
                  </a:lnTo>
                  <a:lnTo>
                    <a:pt x="1871086" y="3776847"/>
                  </a:lnTo>
                  <a:lnTo>
                    <a:pt x="1871180" y="3776847"/>
                  </a:lnTo>
                  <a:lnTo>
                    <a:pt x="1871274" y="3776847"/>
                  </a:lnTo>
                  <a:lnTo>
                    <a:pt x="1871368" y="3776847"/>
                  </a:lnTo>
                  <a:lnTo>
                    <a:pt x="1871463" y="3776847"/>
                  </a:lnTo>
                  <a:lnTo>
                    <a:pt x="1871557" y="3776847"/>
                  </a:lnTo>
                  <a:lnTo>
                    <a:pt x="1871651" y="3776847"/>
                  </a:lnTo>
                  <a:lnTo>
                    <a:pt x="1871745" y="3776847"/>
                  </a:lnTo>
                  <a:lnTo>
                    <a:pt x="1871839" y="3776847"/>
                  </a:lnTo>
                  <a:lnTo>
                    <a:pt x="1871933" y="3776847"/>
                  </a:lnTo>
                  <a:lnTo>
                    <a:pt x="1872027" y="3776847"/>
                  </a:lnTo>
                  <a:lnTo>
                    <a:pt x="1872122" y="3776847"/>
                  </a:lnTo>
                  <a:lnTo>
                    <a:pt x="1872216" y="3776847"/>
                  </a:lnTo>
                  <a:lnTo>
                    <a:pt x="1872310" y="3776847"/>
                  </a:lnTo>
                  <a:lnTo>
                    <a:pt x="1872404" y="3776847"/>
                  </a:lnTo>
                  <a:lnTo>
                    <a:pt x="1872498" y="3776847"/>
                  </a:lnTo>
                  <a:lnTo>
                    <a:pt x="1872592" y="3776847"/>
                  </a:lnTo>
                  <a:lnTo>
                    <a:pt x="1872687" y="3776847"/>
                  </a:lnTo>
                  <a:lnTo>
                    <a:pt x="1872781" y="3776847"/>
                  </a:lnTo>
                  <a:lnTo>
                    <a:pt x="1872875" y="3776847"/>
                  </a:lnTo>
                  <a:lnTo>
                    <a:pt x="1872969" y="3776847"/>
                  </a:lnTo>
                  <a:lnTo>
                    <a:pt x="1873063" y="3776847"/>
                  </a:lnTo>
                  <a:lnTo>
                    <a:pt x="1873157" y="3776847"/>
                  </a:lnTo>
                  <a:lnTo>
                    <a:pt x="1873251" y="3776847"/>
                  </a:lnTo>
                  <a:lnTo>
                    <a:pt x="1873346" y="3776847"/>
                  </a:lnTo>
                  <a:lnTo>
                    <a:pt x="1873440" y="3776847"/>
                  </a:lnTo>
                  <a:lnTo>
                    <a:pt x="1873534" y="3776847"/>
                  </a:lnTo>
                  <a:lnTo>
                    <a:pt x="1873628" y="3776847"/>
                  </a:lnTo>
                  <a:lnTo>
                    <a:pt x="1873722" y="3776847"/>
                  </a:lnTo>
                  <a:lnTo>
                    <a:pt x="1873816" y="3776847"/>
                  </a:lnTo>
                  <a:lnTo>
                    <a:pt x="1873911" y="3776847"/>
                  </a:lnTo>
                  <a:lnTo>
                    <a:pt x="1874005" y="3776847"/>
                  </a:lnTo>
                  <a:lnTo>
                    <a:pt x="1874099" y="3776847"/>
                  </a:lnTo>
                  <a:lnTo>
                    <a:pt x="1874193" y="3776847"/>
                  </a:lnTo>
                  <a:lnTo>
                    <a:pt x="1874287" y="3776847"/>
                  </a:lnTo>
                  <a:lnTo>
                    <a:pt x="1874381" y="3776847"/>
                  </a:lnTo>
                  <a:lnTo>
                    <a:pt x="1874475" y="3776847"/>
                  </a:lnTo>
                  <a:lnTo>
                    <a:pt x="1874570" y="3776847"/>
                  </a:lnTo>
                  <a:lnTo>
                    <a:pt x="1874570" y="3771935"/>
                  </a:lnTo>
                  <a:lnTo>
                    <a:pt x="1874664" y="3771935"/>
                  </a:lnTo>
                  <a:lnTo>
                    <a:pt x="1874758" y="3771935"/>
                  </a:lnTo>
                  <a:lnTo>
                    <a:pt x="1874852" y="3771935"/>
                  </a:lnTo>
                  <a:lnTo>
                    <a:pt x="1874946" y="3771935"/>
                  </a:lnTo>
                  <a:lnTo>
                    <a:pt x="1875040" y="3771935"/>
                  </a:lnTo>
                  <a:lnTo>
                    <a:pt x="1875134" y="3771935"/>
                  </a:lnTo>
                  <a:lnTo>
                    <a:pt x="1875229" y="3771935"/>
                  </a:lnTo>
                  <a:lnTo>
                    <a:pt x="1875323" y="3771935"/>
                  </a:lnTo>
                  <a:lnTo>
                    <a:pt x="1875417" y="3771935"/>
                  </a:lnTo>
                  <a:lnTo>
                    <a:pt x="1875511" y="3771935"/>
                  </a:lnTo>
                  <a:lnTo>
                    <a:pt x="1875605" y="3771935"/>
                  </a:lnTo>
                  <a:lnTo>
                    <a:pt x="1875699" y="3771935"/>
                  </a:lnTo>
                  <a:lnTo>
                    <a:pt x="1875794" y="3771935"/>
                  </a:lnTo>
                  <a:lnTo>
                    <a:pt x="1875888" y="3771935"/>
                  </a:lnTo>
                  <a:lnTo>
                    <a:pt x="1875982" y="3771935"/>
                  </a:lnTo>
                  <a:lnTo>
                    <a:pt x="1876076" y="3771935"/>
                  </a:lnTo>
                  <a:lnTo>
                    <a:pt x="1876170" y="3771935"/>
                  </a:lnTo>
                  <a:lnTo>
                    <a:pt x="1876264" y="3771935"/>
                  </a:lnTo>
                  <a:lnTo>
                    <a:pt x="1876358" y="3771935"/>
                  </a:lnTo>
                  <a:lnTo>
                    <a:pt x="1876453" y="3771935"/>
                  </a:lnTo>
                  <a:lnTo>
                    <a:pt x="1876547" y="3771935"/>
                  </a:lnTo>
                  <a:lnTo>
                    <a:pt x="1876641" y="3771935"/>
                  </a:lnTo>
                  <a:lnTo>
                    <a:pt x="1876735" y="3771935"/>
                  </a:lnTo>
                  <a:lnTo>
                    <a:pt x="1876829" y="3771935"/>
                  </a:lnTo>
                  <a:lnTo>
                    <a:pt x="1876923" y="3771935"/>
                  </a:lnTo>
                  <a:lnTo>
                    <a:pt x="1877018" y="3771935"/>
                  </a:lnTo>
                  <a:lnTo>
                    <a:pt x="1877112" y="3771935"/>
                  </a:lnTo>
                  <a:lnTo>
                    <a:pt x="1877206" y="3771935"/>
                  </a:lnTo>
                  <a:lnTo>
                    <a:pt x="1877300" y="3771935"/>
                  </a:lnTo>
                  <a:lnTo>
                    <a:pt x="1877394" y="3771935"/>
                  </a:lnTo>
                  <a:lnTo>
                    <a:pt x="1877488" y="3771935"/>
                  </a:lnTo>
                  <a:lnTo>
                    <a:pt x="1877582" y="3771935"/>
                  </a:lnTo>
                  <a:lnTo>
                    <a:pt x="1877677" y="3771935"/>
                  </a:lnTo>
                  <a:lnTo>
                    <a:pt x="1877771" y="3771935"/>
                  </a:lnTo>
                  <a:lnTo>
                    <a:pt x="1877865" y="3771935"/>
                  </a:lnTo>
                  <a:lnTo>
                    <a:pt x="1877959" y="3771935"/>
                  </a:lnTo>
                  <a:lnTo>
                    <a:pt x="1878053" y="3771935"/>
                  </a:lnTo>
                  <a:lnTo>
                    <a:pt x="1878147" y="3771935"/>
                  </a:lnTo>
                  <a:lnTo>
                    <a:pt x="1878242" y="3771935"/>
                  </a:lnTo>
                  <a:lnTo>
                    <a:pt x="1878336" y="3771935"/>
                  </a:lnTo>
                  <a:lnTo>
                    <a:pt x="1878430" y="3771935"/>
                  </a:lnTo>
                  <a:lnTo>
                    <a:pt x="1878524" y="3771935"/>
                  </a:lnTo>
                  <a:lnTo>
                    <a:pt x="1878618" y="3771935"/>
                  </a:lnTo>
                  <a:lnTo>
                    <a:pt x="1878712" y="3771935"/>
                  </a:lnTo>
                  <a:lnTo>
                    <a:pt x="1878806" y="3771935"/>
                  </a:lnTo>
                  <a:lnTo>
                    <a:pt x="1878901" y="3771935"/>
                  </a:lnTo>
                  <a:lnTo>
                    <a:pt x="1878995" y="3771935"/>
                  </a:lnTo>
                  <a:lnTo>
                    <a:pt x="1879089" y="3771935"/>
                  </a:lnTo>
                  <a:lnTo>
                    <a:pt x="1879183" y="3771935"/>
                  </a:lnTo>
                  <a:lnTo>
                    <a:pt x="1879277" y="3771935"/>
                  </a:lnTo>
                  <a:lnTo>
                    <a:pt x="1879371" y="3771935"/>
                  </a:lnTo>
                  <a:lnTo>
                    <a:pt x="1879465" y="3771935"/>
                  </a:lnTo>
                  <a:lnTo>
                    <a:pt x="1879560" y="3771935"/>
                  </a:lnTo>
                  <a:lnTo>
                    <a:pt x="1879654" y="3771935"/>
                  </a:lnTo>
                  <a:lnTo>
                    <a:pt x="1879748" y="3771935"/>
                  </a:lnTo>
                  <a:lnTo>
                    <a:pt x="1879842" y="3771935"/>
                  </a:lnTo>
                  <a:lnTo>
                    <a:pt x="1879936" y="3771935"/>
                  </a:lnTo>
                  <a:lnTo>
                    <a:pt x="1880030" y="3771935"/>
                  </a:lnTo>
                  <a:lnTo>
                    <a:pt x="1880125" y="3771935"/>
                  </a:lnTo>
                  <a:lnTo>
                    <a:pt x="1880125" y="3767024"/>
                  </a:lnTo>
                  <a:lnTo>
                    <a:pt x="1880219" y="3767024"/>
                  </a:lnTo>
                  <a:lnTo>
                    <a:pt x="1880313" y="3767024"/>
                  </a:lnTo>
                  <a:lnTo>
                    <a:pt x="1880407" y="3767024"/>
                  </a:lnTo>
                  <a:lnTo>
                    <a:pt x="1880501" y="3767024"/>
                  </a:lnTo>
                  <a:lnTo>
                    <a:pt x="1880595" y="3767024"/>
                  </a:lnTo>
                  <a:lnTo>
                    <a:pt x="1880689" y="3767024"/>
                  </a:lnTo>
                  <a:lnTo>
                    <a:pt x="1880784" y="3767024"/>
                  </a:lnTo>
                  <a:lnTo>
                    <a:pt x="1880878" y="3767024"/>
                  </a:lnTo>
                  <a:lnTo>
                    <a:pt x="1880972" y="3767024"/>
                  </a:lnTo>
                  <a:lnTo>
                    <a:pt x="1881066" y="3767024"/>
                  </a:lnTo>
                  <a:lnTo>
                    <a:pt x="1881160" y="3767024"/>
                  </a:lnTo>
                  <a:lnTo>
                    <a:pt x="1881254" y="3767024"/>
                  </a:lnTo>
                  <a:lnTo>
                    <a:pt x="1881349" y="3767024"/>
                  </a:lnTo>
                  <a:lnTo>
                    <a:pt x="1881443" y="3767024"/>
                  </a:lnTo>
                  <a:lnTo>
                    <a:pt x="1881537" y="3767024"/>
                  </a:lnTo>
                  <a:lnTo>
                    <a:pt x="1881631" y="3767024"/>
                  </a:lnTo>
                  <a:lnTo>
                    <a:pt x="1881725" y="3767024"/>
                  </a:lnTo>
                  <a:lnTo>
                    <a:pt x="1881819" y="3767024"/>
                  </a:lnTo>
                  <a:lnTo>
                    <a:pt x="1881913" y="3767024"/>
                  </a:lnTo>
                  <a:lnTo>
                    <a:pt x="1882008" y="3767024"/>
                  </a:lnTo>
                  <a:lnTo>
                    <a:pt x="1882102" y="3767024"/>
                  </a:lnTo>
                  <a:lnTo>
                    <a:pt x="1882196" y="3767024"/>
                  </a:lnTo>
                  <a:lnTo>
                    <a:pt x="1882290" y="3767024"/>
                  </a:lnTo>
                  <a:lnTo>
                    <a:pt x="1882384" y="3767024"/>
                  </a:lnTo>
                  <a:lnTo>
                    <a:pt x="1882478" y="3767024"/>
                  </a:lnTo>
                  <a:lnTo>
                    <a:pt x="1882573" y="3767024"/>
                  </a:lnTo>
                  <a:lnTo>
                    <a:pt x="1882667" y="3767024"/>
                  </a:lnTo>
                  <a:lnTo>
                    <a:pt x="1882761" y="3767024"/>
                  </a:lnTo>
                  <a:lnTo>
                    <a:pt x="1882855" y="3767024"/>
                  </a:lnTo>
                  <a:lnTo>
                    <a:pt x="1882949" y="3767024"/>
                  </a:lnTo>
                  <a:lnTo>
                    <a:pt x="1883043" y="3767024"/>
                  </a:lnTo>
                  <a:lnTo>
                    <a:pt x="1883043" y="3762113"/>
                  </a:lnTo>
                  <a:lnTo>
                    <a:pt x="1883137" y="3762113"/>
                  </a:lnTo>
                  <a:lnTo>
                    <a:pt x="1883232" y="3762113"/>
                  </a:lnTo>
                  <a:lnTo>
                    <a:pt x="1883326" y="3762113"/>
                  </a:lnTo>
                  <a:lnTo>
                    <a:pt x="1883420" y="3762113"/>
                  </a:lnTo>
                  <a:lnTo>
                    <a:pt x="1883514" y="3762113"/>
                  </a:lnTo>
                  <a:lnTo>
                    <a:pt x="1883608" y="3762113"/>
                  </a:lnTo>
                  <a:lnTo>
                    <a:pt x="1883702" y="3762113"/>
                  </a:lnTo>
                  <a:lnTo>
                    <a:pt x="1883796" y="3762113"/>
                  </a:lnTo>
                  <a:lnTo>
                    <a:pt x="1883891" y="3762113"/>
                  </a:lnTo>
                  <a:lnTo>
                    <a:pt x="1883985" y="3762113"/>
                  </a:lnTo>
                  <a:lnTo>
                    <a:pt x="1884079" y="3762113"/>
                  </a:lnTo>
                  <a:lnTo>
                    <a:pt x="1884173" y="3762113"/>
                  </a:lnTo>
                  <a:lnTo>
                    <a:pt x="1884267" y="3762113"/>
                  </a:lnTo>
                  <a:lnTo>
                    <a:pt x="1884361" y="3762113"/>
                  </a:lnTo>
                  <a:lnTo>
                    <a:pt x="1884456" y="3762113"/>
                  </a:lnTo>
                  <a:lnTo>
                    <a:pt x="1884456" y="3757201"/>
                  </a:lnTo>
                  <a:lnTo>
                    <a:pt x="1884550" y="3757201"/>
                  </a:lnTo>
                  <a:lnTo>
                    <a:pt x="1884644" y="3757201"/>
                  </a:lnTo>
                  <a:lnTo>
                    <a:pt x="1884738" y="3757201"/>
                  </a:lnTo>
                  <a:lnTo>
                    <a:pt x="1884832" y="3757201"/>
                  </a:lnTo>
                  <a:lnTo>
                    <a:pt x="1884926" y="3757201"/>
                  </a:lnTo>
                  <a:lnTo>
                    <a:pt x="1885020" y="3757201"/>
                  </a:lnTo>
                  <a:lnTo>
                    <a:pt x="1885115" y="3757201"/>
                  </a:lnTo>
                  <a:lnTo>
                    <a:pt x="1885209" y="3757201"/>
                  </a:lnTo>
                  <a:lnTo>
                    <a:pt x="1885303" y="3757201"/>
                  </a:lnTo>
                  <a:lnTo>
                    <a:pt x="1885397" y="3757201"/>
                  </a:lnTo>
                  <a:lnTo>
                    <a:pt x="1885491" y="3757201"/>
                  </a:lnTo>
                  <a:lnTo>
                    <a:pt x="1885585" y="3757201"/>
                  </a:lnTo>
                  <a:lnTo>
                    <a:pt x="1885680" y="3757201"/>
                  </a:lnTo>
                  <a:lnTo>
                    <a:pt x="1885774" y="3757201"/>
                  </a:lnTo>
                  <a:lnTo>
                    <a:pt x="1885868" y="3757201"/>
                  </a:lnTo>
                  <a:lnTo>
                    <a:pt x="1885962" y="3757201"/>
                  </a:lnTo>
                  <a:lnTo>
                    <a:pt x="1886056" y="3757201"/>
                  </a:lnTo>
                  <a:lnTo>
                    <a:pt x="1886150" y="3757201"/>
                  </a:lnTo>
                  <a:lnTo>
                    <a:pt x="1886244" y="3757201"/>
                  </a:lnTo>
                  <a:lnTo>
                    <a:pt x="1886339" y="3757201"/>
                  </a:lnTo>
                  <a:lnTo>
                    <a:pt x="1886433" y="3757201"/>
                  </a:lnTo>
                  <a:lnTo>
                    <a:pt x="1886527" y="3757201"/>
                  </a:lnTo>
                  <a:lnTo>
                    <a:pt x="1886621" y="3757201"/>
                  </a:lnTo>
                  <a:lnTo>
                    <a:pt x="1886715" y="3757201"/>
                  </a:lnTo>
                  <a:lnTo>
                    <a:pt x="1886809" y="3757201"/>
                  </a:lnTo>
                  <a:lnTo>
                    <a:pt x="1886904" y="3757201"/>
                  </a:lnTo>
                  <a:lnTo>
                    <a:pt x="1886998" y="3757201"/>
                  </a:lnTo>
                  <a:lnTo>
                    <a:pt x="1887092" y="3757201"/>
                  </a:lnTo>
                  <a:lnTo>
                    <a:pt x="1887186" y="3757201"/>
                  </a:lnTo>
                  <a:lnTo>
                    <a:pt x="1887280" y="3757201"/>
                  </a:lnTo>
                  <a:lnTo>
                    <a:pt x="1887374" y="3757201"/>
                  </a:lnTo>
                  <a:lnTo>
                    <a:pt x="1887468" y="3757201"/>
                  </a:lnTo>
                  <a:lnTo>
                    <a:pt x="1887563" y="3757201"/>
                  </a:lnTo>
                  <a:lnTo>
                    <a:pt x="1887657" y="3757201"/>
                  </a:lnTo>
                  <a:lnTo>
                    <a:pt x="1887751" y="3757201"/>
                  </a:lnTo>
                  <a:lnTo>
                    <a:pt x="1887845" y="3757201"/>
                  </a:lnTo>
                  <a:lnTo>
                    <a:pt x="1887939" y="3757201"/>
                  </a:lnTo>
                  <a:lnTo>
                    <a:pt x="1888033" y="3757201"/>
                  </a:lnTo>
                  <a:lnTo>
                    <a:pt x="1888127" y="3757201"/>
                  </a:lnTo>
                  <a:lnTo>
                    <a:pt x="1888222" y="3757201"/>
                  </a:lnTo>
                  <a:lnTo>
                    <a:pt x="1888316" y="3757201"/>
                  </a:lnTo>
                  <a:lnTo>
                    <a:pt x="1888410" y="3757201"/>
                  </a:lnTo>
                  <a:lnTo>
                    <a:pt x="1888504" y="3757201"/>
                  </a:lnTo>
                  <a:lnTo>
                    <a:pt x="1888598" y="3757201"/>
                  </a:lnTo>
                  <a:lnTo>
                    <a:pt x="1888692" y="3757201"/>
                  </a:lnTo>
                  <a:lnTo>
                    <a:pt x="1888787" y="3757201"/>
                  </a:lnTo>
                  <a:lnTo>
                    <a:pt x="1888881" y="3757201"/>
                  </a:lnTo>
                  <a:lnTo>
                    <a:pt x="1888975" y="3757201"/>
                  </a:lnTo>
                  <a:lnTo>
                    <a:pt x="1889069" y="3757201"/>
                  </a:lnTo>
                  <a:lnTo>
                    <a:pt x="1889163" y="3757201"/>
                  </a:lnTo>
                  <a:lnTo>
                    <a:pt x="1889257" y="3757201"/>
                  </a:lnTo>
                  <a:lnTo>
                    <a:pt x="1889351" y="3757201"/>
                  </a:lnTo>
                  <a:lnTo>
                    <a:pt x="1889446" y="3757201"/>
                  </a:lnTo>
                  <a:lnTo>
                    <a:pt x="1889540" y="3757201"/>
                  </a:lnTo>
                  <a:lnTo>
                    <a:pt x="1889634" y="3757201"/>
                  </a:lnTo>
                  <a:lnTo>
                    <a:pt x="1889728" y="3757201"/>
                  </a:lnTo>
                  <a:lnTo>
                    <a:pt x="1889822" y="3757201"/>
                  </a:lnTo>
                  <a:lnTo>
                    <a:pt x="1889916" y="3757201"/>
                  </a:lnTo>
                  <a:lnTo>
                    <a:pt x="1890011" y="3757201"/>
                  </a:lnTo>
                  <a:lnTo>
                    <a:pt x="1890105" y="3757201"/>
                  </a:lnTo>
                  <a:lnTo>
                    <a:pt x="1890199" y="3757201"/>
                  </a:lnTo>
                  <a:lnTo>
                    <a:pt x="1890293" y="3757201"/>
                  </a:lnTo>
                  <a:lnTo>
                    <a:pt x="1890387" y="3757201"/>
                  </a:lnTo>
                  <a:lnTo>
                    <a:pt x="1890481" y="3757201"/>
                  </a:lnTo>
                  <a:lnTo>
                    <a:pt x="1890575" y="3757201"/>
                  </a:lnTo>
                  <a:lnTo>
                    <a:pt x="1890670" y="3757201"/>
                  </a:lnTo>
                  <a:lnTo>
                    <a:pt x="1890764" y="3757201"/>
                  </a:lnTo>
                  <a:lnTo>
                    <a:pt x="1890764" y="3752290"/>
                  </a:lnTo>
                  <a:lnTo>
                    <a:pt x="1890858" y="3752290"/>
                  </a:lnTo>
                  <a:lnTo>
                    <a:pt x="1890952" y="3752290"/>
                  </a:lnTo>
                  <a:lnTo>
                    <a:pt x="1891046" y="3752290"/>
                  </a:lnTo>
                  <a:lnTo>
                    <a:pt x="1891140" y="3752290"/>
                  </a:lnTo>
                  <a:lnTo>
                    <a:pt x="1891235" y="3752290"/>
                  </a:lnTo>
                  <a:lnTo>
                    <a:pt x="1891329" y="3752290"/>
                  </a:lnTo>
                  <a:lnTo>
                    <a:pt x="1891423" y="3752290"/>
                  </a:lnTo>
                  <a:lnTo>
                    <a:pt x="1891517" y="3752290"/>
                  </a:lnTo>
                  <a:lnTo>
                    <a:pt x="1891611" y="3752290"/>
                  </a:lnTo>
                  <a:lnTo>
                    <a:pt x="1891705" y="3752290"/>
                  </a:lnTo>
                  <a:lnTo>
                    <a:pt x="1891799" y="3752290"/>
                  </a:lnTo>
                  <a:lnTo>
                    <a:pt x="1891894" y="3752290"/>
                  </a:lnTo>
                  <a:lnTo>
                    <a:pt x="1891988" y="3752290"/>
                  </a:lnTo>
                  <a:lnTo>
                    <a:pt x="1892082" y="3752290"/>
                  </a:lnTo>
                  <a:lnTo>
                    <a:pt x="1892176" y="3752290"/>
                  </a:lnTo>
                  <a:lnTo>
                    <a:pt x="1892270" y="3752290"/>
                  </a:lnTo>
                  <a:lnTo>
                    <a:pt x="1892364" y="3752290"/>
                  </a:lnTo>
                  <a:lnTo>
                    <a:pt x="1892459" y="3752290"/>
                  </a:lnTo>
                  <a:lnTo>
                    <a:pt x="1892459" y="3747379"/>
                  </a:lnTo>
                  <a:lnTo>
                    <a:pt x="1892553" y="3747379"/>
                  </a:lnTo>
                  <a:lnTo>
                    <a:pt x="1892647" y="3747379"/>
                  </a:lnTo>
                  <a:lnTo>
                    <a:pt x="1892741" y="3747379"/>
                  </a:lnTo>
                  <a:lnTo>
                    <a:pt x="1892835" y="3747379"/>
                  </a:lnTo>
                  <a:lnTo>
                    <a:pt x="1892929" y="3747379"/>
                  </a:lnTo>
                  <a:lnTo>
                    <a:pt x="1893023" y="3747379"/>
                  </a:lnTo>
                  <a:lnTo>
                    <a:pt x="1893118" y="3747379"/>
                  </a:lnTo>
                  <a:lnTo>
                    <a:pt x="1893212" y="3747379"/>
                  </a:lnTo>
                  <a:lnTo>
                    <a:pt x="1893306" y="3747379"/>
                  </a:lnTo>
                  <a:lnTo>
                    <a:pt x="1893400" y="3747379"/>
                  </a:lnTo>
                  <a:lnTo>
                    <a:pt x="1893494" y="3747379"/>
                  </a:lnTo>
                  <a:lnTo>
                    <a:pt x="1893588" y="3747379"/>
                  </a:lnTo>
                  <a:lnTo>
                    <a:pt x="1893682" y="3747379"/>
                  </a:lnTo>
                  <a:lnTo>
                    <a:pt x="1893777" y="3747379"/>
                  </a:lnTo>
                  <a:lnTo>
                    <a:pt x="1893871" y="3747379"/>
                  </a:lnTo>
                  <a:lnTo>
                    <a:pt x="1893965" y="3747379"/>
                  </a:lnTo>
                  <a:lnTo>
                    <a:pt x="1894059" y="3747379"/>
                  </a:lnTo>
                  <a:lnTo>
                    <a:pt x="1894153" y="3747379"/>
                  </a:lnTo>
                  <a:lnTo>
                    <a:pt x="1894247" y="3747379"/>
                  </a:lnTo>
                  <a:lnTo>
                    <a:pt x="1894342" y="3747379"/>
                  </a:lnTo>
                  <a:lnTo>
                    <a:pt x="1894436" y="3747379"/>
                  </a:lnTo>
                  <a:lnTo>
                    <a:pt x="1894530" y="3747379"/>
                  </a:lnTo>
                  <a:lnTo>
                    <a:pt x="1894624" y="3747379"/>
                  </a:lnTo>
                  <a:lnTo>
                    <a:pt x="1894718" y="3747379"/>
                  </a:lnTo>
                  <a:lnTo>
                    <a:pt x="1894812" y="3747379"/>
                  </a:lnTo>
                  <a:lnTo>
                    <a:pt x="1894906" y="3747379"/>
                  </a:lnTo>
                  <a:lnTo>
                    <a:pt x="1895001" y="3747379"/>
                  </a:lnTo>
                  <a:lnTo>
                    <a:pt x="1895095" y="3747379"/>
                  </a:lnTo>
                  <a:lnTo>
                    <a:pt x="1895189" y="3747379"/>
                  </a:lnTo>
                  <a:lnTo>
                    <a:pt x="1895283" y="3747379"/>
                  </a:lnTo>
                  <a:lnTo>
                    <a:pt x="1895377" y="3747379"/>
                  </a:lnTo>
                  <a:lnTo>
                    <a:pt x="1895471" y="3747379"/>
                  </a:lnTo>
                  <a:lnTo>
                    <a:pt x="1895566" y="3747379"/>
                  </a:lnTo>
                  <a:lnTo>
                    <a:pt x="1895660" y="3747379"/>
                  </a:lnTo>
                  <a:lnTo>
                    <a:pt x="1895754" y="3747379"/>
                  </a:lnTo>
                  <a:lnTo>
                    <a:pt x="1895848" y="3747379"/>
                  </a:lnTo>
                  <a:lnTo>
                    <a:pt x="1895942" y="3747379"/>
                  </a:lnTo>
                  <a:lnTo>
                    <a:pt x="1896036" y="3747379"/>
                  </a:lnTo>
                  <a:lnTo>
                    <a:pt x="1896130" y="3747379"/>
                  </a:lnTo>
                  <a:lnTo>
                    <a:pt x="1896225" y="3747379"/>
                  </a:lnTo>
                  <a:lnTo>
                    <a:pt x="1896225" y="3742467"/>
                  </a:lnTo>
                  <a:lnTo>
                    <a:pt x="1896319" y="3742467"/>
                  </a:lnTo>
                  <a:lnTo>
                    <a:pt x="1896413" y="3742467"/>
                  </a:lnTo>
                  <a:lnTo>
                    <a:pt x="1896507" y="3742467"/>
                  </a:lnTo>
                  <a:lnTo>
                    <a:pt x="1896601" y="3742467"/>
                  </a:lnTo>
                  <a:lnTo>
                    <a:pt x="1896695" y="3742467"/>
                  </a:lnTo>
                  <a:lnTo>
                    <a:pt x="1896790" y="3742467"/>
                  </a:lnTo>
                  <a:lnTo>
                    <a:pt x="1896884" y="3742467"/>
                  </a:lnTo>
                  <a:lnTo>
                    <a:pt x="1896978" y="3742467"/>
                  </a:lnTo>
                  <a:lnTo>
                    <a:pt x="1897072" y="3742467"/>
                  </a:lnTo>
                  <a:lnTo>
                    <a:pt x="1897166" y="3742467"/>
                  </a:lnTo>
                  <a:lnTo>
                    <a:pt x="1897260" y="3742467"/>
                  </a:lnTo>
                  <a:lnTo>
                    <a:pt x="1897354" y="3742467"/>
                  </a:lnTo>
                  <a:lnTo>
                    <a:pt x="1897449" y="3742467"/>
                  </a:lnTo>
                  <a:lnTo>
                    <a:pt x="1897543" y="3742467"/>
                  </a:lnTo>
                  <a:lnTo>
                    <a:pt x="1897637" y="3742467"/>
                  </a:lnTo>
                  <a:lnTo>
                    <a:pt x="1897731" y="3742467"/>
                  </a:lnTo>
                  <a:lnTo>
                    <a:pt x="1897825" y="3742467"/>
                  </a:lnTo>
                  <a:lnTo>
                    <a:pt x="1897919" y="3742467"/>
                  </a:lnTo>
                  <a:lnTo>
                    <a:pt x="1898013" y="3742467"/>
                  </a:lnTo>
                  <a:lnTo>
                    <a:pt x="1898108" y="3742467"/>
                  </a:lnTo>
                  <a:lnTo>
                    <a:pt x="1898202" y="3742467"/>
                  </a:lnTo>
                  <a:lnTo>
                    <a:pt x="1898296" y="3742467"/>
                  </a:lnTo>
                  <a:lnTo>
                    <a:pt x="1898390" y="3742467"/>
                  </a:lnTo>
                  <a:lnTo>
                    <a:pt x="1898484" y="3742467"/>
                  </a:lnTo>
                  <a:lnTo>
                    <a:pt x="1898578" y="3742467"/>
                  </a:lnTo>
                  <a:lnTo>
                    <a:pt x="1898673" y="3742467"/>
                  </a:lnTo>
                  <a:lnTo>
                    <a:pt x="1898767" y="3742467"/>
                  </a:lnTo>
                  <a:lnTo>
                    <a:pt x="1898861" y="3742467"/>
                  </a:lnTo>
                  <a:lnTo>
                    <a:pt x="1898955" y="3742467"/>
                  </a:lnTo>
                  <a:lnTo>
                    <a:pt x="1899049" y="3742467"/>
                  </a:lnTo>
                  <a:lnTo>
                    <a:pt x="1899143" y="3742467"/>
                  </a:lnTo>
                  <a:lnTo>
                    <a:pt x="1899237" y="3742467"/>
                  </a:lnTo>
                  <a:lnTo>
                    <a:pt x="1899332" y="3742467"/>
                  </a:lnTo>
                  <a:lnTo>
                    <a:pt x="1899426" y="3742467"/>
                  </a:lnTo>
                  <a:lnTo>
                    <a:pt x="1899520" y="3742467"/>
                  </a:lnTo>
                  <a:lnTo>
                    <a:pt x="1899614" y="3742467"/>
                  </a:lnTo>
                  <a:lnTo>
                    <a:pt x="1899708" y="3742467"/>
                  </a:lnTo>
                  <a:lnTo>
                    <a:pt x="1899802" y="3742467"/>
                  </a:lnTo>
                  <a:lnTo>
                    <a:pt x="1899897" y="3742467"/>
                  </a:lnTo>
                  <a:lnTo>
                    <a:pt x="1899991" y="3742467"/>
                  </a:lnTo>
                  <a:lnTo>
                    <a:pt x="1900085" y="3742467"/>
                  </a:lnTo>
                  <a:lnTo>
                    <a:pt x="1900179" y="3742467"/>
                  </a:lnTo>
                  <a:lnTo>
                    <a:pt x="1900273" y="3742467"/>
                  </a:lnTo>
                  <a:lnTo>
                    <a:pt x="1900367" y="3742467"/>
                  </a:lnTo>
                  <a:lnTo>
                    <a:pt x="1900461" y="3742467"/>
                  </a:lnTo>
                  <a:lnTo>
                    <a:pt x="1900556" y="3742467"/>
                  </a:lnTo>
                  <a:lnTo>
                    <a:pt x="1900650" y="3742467"/>
                  </a:lnTo>
                  <a:lnTo>
                    <a:pt x="1900744" y="3742467"/>
                  </a:lnTo>
                  <a:lnTo>
                    <a:pt x="1900838" y="3742467"/>
                  </a:lnTo>
                  <a:lnTo>
                    <a:pt x="1900932" y="3742467"/>
                  </a:lnTo>
                  <a:lnTo>
                    <a:pt x="1901026" y="3742467"/>
                  </a:lnTo>
                  <a:lnTo>
                    <a:pt x="1901121" y="3742467"/>
                  </a:lnTo>
                  <a:lnTo>
                    <a:pt x="1901215" y="3742467"/>
                  </a:lnTo>
                  <a:lnTo>
                    <a:pt x="1901309" y="3742467"/>
                  </a:lnTo>
                  <a:lnTo>
                    <a:pt x="1901403" y="3742467"/>
                  </a:lnTo>
                  <a:lnTo>
                    <a:pt x="1901497" y="3742467"/>
                  </a:lnTo>
                  <a:lnTo>
                    <a:pt x="1901591" y="3742467"/>
                  </a:lnTo>
                  <a:lnTo>
                    <a:pt x="1901685" y="3742467"/>
                  </a:lnTo>
                  <a:lnTo>
                    <a:pt x="1901780" y="3742467"/>
                  </a:lnTo>
                  <a:lnTo>
                    <a:pt x="1901874" y="3742467"/>
                  </a:lnTo>
                  <a:lnTo>
                    <a:pt x="1901968" y="3742467"/>
                  </a:lnTo>
                  <a:lnTo>
                    <a:pt x="1902062" y="3742467"/>
                  </a:lnTo>
                  <a:lnTo>
                    <a:pt x="1902156" y="3742467"/>
                  </a:lnTo>
                  <a:lnTo>
                    <a:pt x="1902250" y="3742467"/>
                  </a:lnTo>
                  <a:lnTo>
                    <a:pt x="1902344" y="3742467"/>
                  </a:lnTo>
                  <a:lnTo>
                    <a:pt x="1902439" y="3742467"/>
                  </a:lnTo>
                  <a:lnTo>
                    <a:pt x="1902533" y="3742467"/>
                  </a:lnTo>
                  <a:lnTo>
                    <a:pt x="1902627" y="3742467"/>
                  </a:lnTo>
                  <a:lnTo>
                    <a:pt x="1902721" y="3742467"/>
                  </a:lnTo>
                  <a:lnTo>
                    <a:pt x="1902815" y="3742467"/>
                  </a:lnTo>
                  <a:lnTo>
                    <a:pt x="1902909" y="3742467"/>
                  </a:lnTo>
                  <a:lnTo>
                    <a:pt x="1903004" y="3742467"/>
                  </a:lnTo>
                  <a:lnTo>
                    <a:pt x="1903098" y="3742467"/>
                  </a:lnTo>
                  <a:lnTo>
                    <a:pt x="1903192" y="3742467"/>
                  </a:lnTo>
                  <a:lnTo>
                    <a:pt x="1903286" y="3742467"/>
                  </a:lnTo>
                  <a:lnTo>
                    <a:pt x="1903380" y="3742467"/>
                  </a:lnTo>
                  <a:lnTo>
                    <a:pt x="1903474" y="3742467"/>
                  </a:lnTo>
                  <a:lnTo>
                    <a:pt x="1903568" y="3742467"/>
                  </a:lnTo>
                  <a:lnTo>
                    <a:pt x="1903663" y="3742467"/>
                  </a:lnTo>
                  <a:lnTo>
                    <a:pt x="1903757" y="3742467"/>
                  </a:lnTo>
                  <a:lnTo>
                    <a:pt x="1903851" y="3742467"/>
                  </a:lnTo>
                  <a:lnTo>
                    <a:pt x="1903945" y="3742467"/>
                  </a:lnTo>
                  <a:lnTo>
                    <a:pt x="1904039" y="3742467"/>
                  </a:lnTo>
                  <a:lnTo>
                    <a:pt x="1904133" y="3742467"/>
                  </a:lnTo>
                  <a:lnTo>
                    <a:pt x="1904228" y="3742467"/>
                  </a:lnTo>
                  <a:lnTo>
                    <a:pt x="1904322" y="3742467"/>
                  </a:lnTo>
                  <a:lnTo>
                    <a:pt x="1904416" y="3742467"/>
                  </a:lnTo>
                  <a:lnTo>
                    <a:pt x="1904510" y="3742467"/>
                  </a:lnTo>
                  <a:lnTo>
                    <a:pt x="1904604" y="3742467"/>
                  </a:lnTo>
                  <a:lnTo>
                    <a:pt x="1904698" y="3742467"/>
                  </a:lnTo>
                  <a:lnTo>
                    <a:pt x="1904792" y="3742467"/>
                  </a:lnTo>
                  <a:lnTo>
                    <a:pt x="1904887" y="3742467"/>
                  </a:lnTo>
                  <a:lnTo>
                    <a:pt x="1904981" y="3742467"/>
                  </a:lnTo>
                  <a:lnTo>
                    <a:pt x="1905075" y="3742467"/>
                  </a:lnTo>
                  <a:lnTo>
                    <a:pt x="1905169" y="3742467"/>
                  </a:lnTo>
                  <a:lnTo>
                    <a:pt x="1905263" y="3742467"/>
                  </a:lnTo>
                  <a:lnTo>
                    <a:pt x="1905357" y="3742467"/>
                  </a:lnTo>
                  <a:lnTo>
                    <a:pt x="1905452" y="3742467"/>
                  </a:lnTo>
                  <a:lnTo>
                    <a:pt x="1905546" y="3742467"/>
                  </a:lnTo>
                  <a:lnTo>
                    <a:pt x="1905640" y="3742467"/>
                  </a:lnTo>
                  <a:lnTo>
                    <a:pt x="1905734" y="3742467"/>
                  </a:lnTo>
                  <a:lnTo>
                    <a:pt x="1905828" y="3742467"/>
                  </a:lnTo>
                  <a:lnTo>
                    <a:pt x="1905922" y="3742467"/>
                  </a:lnTo>
                  <a:lnTo>
                    <a:pt x="1906016" y="3742467"/>
                  </a:lnTo>
                  <a:lnTo>
                    <a:pt x="1906111" y="3742467"/>
                  </a:lnTo>
                  <a:lnTo>
                    <a:pt x="1906205" y="3742467"/>
                  </a:lnTo>
                  <a:lnTo>
                    <a:pt x="1906299" y="3742467"/>
                  </a:lnTo>
                  <a:lnTo>
                    <a:pt x="1906393" y="3742467"/>
                  </a:lnTo>
                  <a:lnTo>
                    <a:pt x="1906487" y="3742467"/>
                  </a:lnTo>
                  <a:lnTo>
                    <a:pt x="1906581" y="3742467"/>
                  </a:lnTo>
                  <a:lnTo>
                    <a:pt x="1906675" y="3742467"/>
                  </a:lnTo>
                  <a:lnTo>
                    <a:pt x="1906770" y="3742467"/>
                  </a:lnTo>
                  <a:lnTo>
                    <a:pt x="1906864" y="3742467"/>
                  </a:lnTo>
                  <a:lnTo>
                    <a:pt x="1906958" y="3742467"/>
                  </a:lnTo>
                  <a:lnTo>
                    <a:pt x="1907052" y="3742467"/>
                  </a:lnTo>
                  <a:lnTo>
                    <a:pt x="1907146" y="3742467"/>
                  </a:lnTo>
                  <a:lnTo>
                    <a:pt x="1907240" y="3742467"/>
                  </a:lnTo>
                  <a:lnTo>
                    <a:pt x="1907335" y="3742467"/>
                  </a:lnTo>
                  <a:lnTo>
                    <a:pt x="1907429" y="3742467"/>
                  </a:lnTo>
                  <a:lnTo>
                    <a:pt x="1907523" y="3742467"/>
                  </a:lnTo>
                  <a:lnTo>
                    <a:pt x="1907617" y="3742467"/>
                  </a:lnTo>
                  <a:lnTo>
                    <a:pt x="1907711" y="3742467"/>
                  </a:lnTo>
                  <a:lnTo>
                    <a:pt x="1907805" y="3742467"/>
                  </a:lnTo>
                  <a:lnTo>
                    <a:pt x="1907899" y="3742467"/>
                  </a:lnTo>
                  <a:lnTo>
                    <a:pt x="1907994" y="3742467"/>
                  </a:lnTo>
                  <a:lnTo>
                    <a:pt x="1908088" y="3742467"/>
                  </a:lnTo>
                  <a:lnTo>
                    <a:pt x="1908182" y="3742467"/>
                  </a:lnTo>
                  <a:lnTo>
                    <a:pt x="1908276" y="3742467"/>
                  </a:lnTo>
                  <a:lnTo>
                    <a:pt x="1908370" y="3742467"/>
                  </a:lnTo>
                  <a:lnTo>
                    <a:pt x="1908464" y="3742467"/>
                  </a:lnTo>
                  <a:lnTo>
                    <a:pt x="1908559" y="3742467"/>
                  </a:lnTo>
                  <a:lnTo>
                    <a:pt x="1908559" y="3737556"/>
                  </a:lnTo>
                  <a:lnTo>
                    <a:pt x="1908653" y="3737556"/>
                  </a:lnTo>
                  <a:lnTo>
                    <a:pt x="1908747" y="3737556"/>
                  </a:lnTo>
                  <a:lnTo>
                    <a:pt x="1908841" y="3737556"/>
                  </a:lnTo>
                  <a:lnTo>
                    <a:pt x="1908935" y="3737556"/>
                  </a:lnTo>
                  <a:lnTo>
                    <a:pt x="1909029" y="3737556"/>
                  </a:lnTo>
                  <a:lnTo>
                    <a:pt x="1909123" y="3737556"/>
                  </a:lnTo>
                  <a:lnTo>
                    <a:pt x="1909218" y="3737556"/>
                  </a:lnTo>
                  <a:lnTo>
                    <a:pt x="1909312" y="3737556"/>
                  </a:lnTo>
                  <a:lnTo>
                    <a:pt x="1909406" y="3737556"/>
                  </a:lnTo>
                  <a:lnTo>
                    <a:pt x="1909500" y="3737556"/>
                  </a:lnTo>
                  <a:lnTo>
                    <a:pt x="1909594" y="3737556"/>
                  </a:lnTo>
                  <a:lnTo>
                    <a:pt x="1909688" y="3737556"/>
                  </a:lnTo>
                  <a:lnTo>
                    <a:pt x="1909783" y="3737556"/>
                  </a:lnTo>
                  <a:lnTo>
                    <a:pt x="1909877" y="3737556"/>
                  </a:lnTo>
                  <a:lnTo>
                    <a:pt x="1909971" y="3737556"/>
                  </a:lnTo>
                  <a:lnTo>
                    <a:pt x="1910065" y="3737556"/>
                  </a:lnTo>
                  <a:lnTo>
                    <a:pt x="1910159" y="3737556"/>
                  </a:lnTo>
                  <a:lnTo>
                    <a:pt x="1910253" y="3737556"/>
                  </a:lnTo>
                  <a:lnTo>
                    <a:pt x="1910347" y="3737556"/>
                  </a:lnTo>
                  <a:lnTo>
                    <a:pt x="1910442" y="3737556"/>
                  </a:lnTo>
                  <a:lnTo>
                    <a:pt x="1910536" y="3737556"/>
                  </a:lnTo>
                  <a:lnTo>
                    <a:pt x="1910630" y="3737556"/>
                  </a:lnTo>
                  <a:lnTo>
                    <a:pt x="1910724" y="3737556"/>
                  </a:lnTo>
                  <a:lnTo>
                    <a:pt x="1910818" y="3737556"/>
                  </a:lnTo>
                  <a:lnTo>
                    <a:pt x="1910912" y="3737556"/>
                  </a:lnTo>
                  <a:lnTo>
                    <a:pt x="1911006" y="3737556"/>
                  </a:lnTo>
                  <a:lnTo>
                    <a:pt x="1911101" y="3737556"/>
                  </a:lnTo>
                  <a:lnTo>
                    <a:pt x="1911195" y="3737556"/>
                  </a:lnTo>
                  <a:lnTo>
                    <a:pt x="1911289" y="3737556"/>
                  </a:lnTo>
                  <a:lnTo>
                    <a:pt x="1911383" y="3737556"/>
                  </a:lnTo>
                  <a:lnTo>
                    <a:pt x="1911477" y="3737556"/>
                  </a:lnTo>
                  <a:lnTo>
                    <a:pt x="1911571" y="3737556"/>
                  </a:lnTo>
                  <a:lnTo>
                    <a:pt x="1911571" y="3732644"/>
                  </a:lnTo>
                  <a:lnTo>
                    <a:pt x="1911666" y="3732644"/>
                  </a:lnTo>
                  <a:lnTo>
                    <a:pt x="1911760" y="3732644"/>
                  </a:lnTo>
                  <a:lnTo>
                    <a:pt x="1911854" y="3732644"/>
                  </a:lnTo>
                  <a:lnTo>
                    <a:pt x="1911948" y="3732644"/>
                  </a:lnTo>
                  <a:lnTo>
                    <a:pt x="1912042" y="3732644"/>
                  </a:lnTo>
                  <a:lnTo>
                    <a:pt x="1912042" y="3727733"/>
                  </a:lnTo>
                  <a:lnTo>
                    <a:pt x="1912136" y="3727733"/>
                  </a:lnTo>
                  <a:lnTo>
                    <a:pt x="1912230" y="3727733"/>
                  </a:lnTo>
                  <a:lnTo>
                    <a:pt x="1912325" y="3727733"/>
                  </a:lnTo>
                  <a:lnTo>
                    <a:pt x="1912419" y="3727733"/>
                  </a:lnTo>
                  <a:lnTo>
                    <a:pt x="1912513" y="3727733"/>
                  </a:lnTo>
                  <a:lnTo>
                    <a:pt x="1912607" y="3727733"/>
                  </a:lnTo>
                  <a:lnTo>
                    <a:pt x="1912701" y="3727733"/>
                  </a:lnTo>
                  <a:lnTo>
                    <a:pt x="1912795" y="3727733"/>
                  </a:lnTo>
                  <a:lnTo>
                    <a:pt x="1912890" y="3727733"/>
                  </a:lnTo>
                  <a:lnTo>
                    <a:pt x="1912984" y="3727733"/>
                  </a:lnTo>
                  <a:lnTo>
                    <a:pt x="1913078" y="3727733"/>
                  </a:lnTo>
                  <a:lnTo>
                    <a:pt x="1913172" y="3727733"/>
                  </a:lnTo>
                  <a:lnTo>
                    <a:pt x="1913266" y="3727733"/>
                  </a:lnTo>
                  <a:lnTo>
                    <a:pt x="1913360" y="3727733"/>
                  </a:lnTo>
                  <a:lnTo>
                    <a:pt x="1913454" y="3727733"/>
                  </a:lnTo>
                  <a:lnTo>
                    <a:pt x="1913549" y="3727733"/>
                  </a:lnTo>
                  <a:lnTo>
                    <a:pt x="1913643" y="3727733"/>
                  </a:lnTo>
                  <a:lnTo>
                    <a:pt x="1913737" y="3727733"/>
                  </a:lnTo>
                  <a:lnTo>
                    <a:pt x="1913831" y="3727733"/>
                  </a:lnTo>
                  <a:lnTo>
                    <a:pt x="1913925" y="3727733"/>
                  </a:lnTo>
                  <a:lnTo>
                    <a:pt x="1914019" y="3727733"/>
                  </a:lnTo>
                  <a:lnTo>
                    <a:pt x="1914114" y="3727733"/>
                  </a:lnTo>
                  <a:lnTo>
                    <a:pt x="1914208" y="3727733"/>
                  </a:lnTo>
                  <a:lnTo>
                    <a:pt x="1914302" y="3727733"/>
                  </a:lnTo>
                  <a:lnTo>
                    <a:pt x="1914396" y="3727733"/>
                  </a:lnTo>
                  <a:lnTo>
                    <a:pt x="1914490" y="3727733"/>
                  </a:lnTo>
                  <a:lnTo>
                    <a:pt x="1914584" y="3727733"/>
                  </a:lnTo>
                  <a:lnTo>
                    <a:pt x="1914678" y="3727733"/>
                  </a:lnTo>
                  <a:lnTo>
                    <a:pt x="1914773" y="3727733"/>
                  </a:lnTo>
                  <a:lnTo>
                    <a:pt x="1914867" y="3727733"/>
                  </a:lnTo>
                  <a:lnTo>
                    <a:pt x="1914961" y="3727733"/>
                  </a:lnTo>
                  <a:lnTo>
                    <a:pt x="1915055" y="3727733"/>
                  </a:lnTo>
                  <a:lnTo>
                    <a:pt x="1915149" y="3727733"/>
                  </a:lnTo>
                  <a:lnTo>
                    <a:pt x="1915243" y="3727733"/>
                  </a:lnTo>
                  <a:lnTo>
                    <a:pt x="1915337" y="3727733"/>
                  </a:lnTo>
                  <a:lnTo>
                    <a:pt x="1915432" y="3727733"/>
                  </a:lnTo>
                  <a:lnTo>
                    <a:pt x="1915526" y="3727733"/>
                  </a:lnTo>
                  <a:lnTo>
                    <a:pt x="1915620" y="3727733"/>
                  </a:lnTo>
                  <a:lnTo>
                    <a:pt x="1915714" y="3727733"/>
                  </a:lnTo>
                  <a:lnTo>
                    <a:pt x="1915808" y="3727733"/>
                  </a:lnTo>
                  <a:lnTo>
                    <a:pt x="1915902" y="3727733"/>
                  </a:lnTo>
                  <a:lnTo>
                    <a:pt x="1915997" y="3727733"/>
                  </a:lnTo>
                  <a:lnTo>
                    <a:pt x="1916091" y="3727733"/>
                  </a:lnTo>
                  <a:lnTo>
                    <a:pt x="1916185" y="3727733"/>
                  </a:lnTo>
                  <a:lnTo>
                    <a:pt x="1916279" y="3727733"/>
                  </a:lnTo>
                  <a:lnTo>
                    <a:pt x="1916373" y="3727733"/>
                  </a:lnTo>
                  <a:lnTo>
                    <a:pt x="1916467" y="3727733"/>
                  </a:lnTo>
                  <a:lnTo>
                    <a:pt x="1916561" y="3727733"/>
                  </a:lnTo>
                  <a:lnTo>
                    <a:pt x="1916656" y="3727733"/>
                  </a:lnTo>
                  <a:lnTo>
                    <a:pt x="1916750" y="3727733"/>
                  </a:lnTo>
                  <a:lnTo>
                    <a:pt x="1916844" y="3727733"/>
                  </a:lnTo>
                  <a:lnTo>
                    <a:pt x="1916938" y="3727733"/>
                  </a:lnTo>
                  <a:lnTo>
                    <a:pt x="1917032" y="3727733"/>
                  </a:lnTo>
                  <a:lnTo>
                    <a:pt x="1917126" y="3727733"/>
                  </a:lnTo>
                  <a:lnTo>
                    <a:pt x="1917221" y="3727733"/>
                  </a:lnTo>
                  <a:lnTo>
                    <a:pt x="1917315" y="3727733"/>
                  </a:lnTo>
                  <a:lnTo>
                    <a:pt x="1917409" y="3727733"/>
                  </a:lnTo>
                  <a:lnTo>
                    <a:pt x="1917503" y="3727733"/>
                  </a:lnTo>
                  <a:lnTo>
                    <a:pt x="1917597" y="3727733"/>
                  </a:lnTo>
                  <a:lnTo>
                    <a:pt x="1917691" y="3727733"/>
                  </a:lnTo>
                  <a:lnTo>
                    <a:pt x="1917785" y="3727733"/>
                  </a:lnTo>
                  <a:lnTo>
                    <a:pt x="1917880" y="3727733"/>
                  </a:lnTo>
                  <a:lnTo>
                    <a:pt x="1917974" y="3727733"/>
                  </a:lnTo>
                  <a:lnTo>
                    <a:pt x="1918068" y="3727733"/>
                  </a:lnTo>
                  <a:lnTo>
                    <a:pt x="1918162" y="3727733"/>
                  </a:lnTo>
                  <a:lnTo>
                    <a:pt x="1918256" y="3727733"/>
                  </a:lnTo>
                  <a:lnTo>
                    <a:pt x="1918350" y="3727733"/>
                  </a:lnTo>
                  <a:lnTo>
                    <a:pt x="1918445" y="3727733"/>
                  </a:lnTo>
                  <a:lnTo>
                    <a:pt x="1918539" y="3727733"/>
                  </a:lnTo>
                  <a:lnTo>
                    <a:pt x="1918633" y="3727733"/>
                  </a:lnTo>
                  <a:lnTo>
                    <a:pt x="1918727" y="3727733"/>
                  </a:lnTo>
                  <a:lnTo>
                    <a:pt x="1918821" y="3727733"/>
                  </a:lnTo>
                  <a:lnTo>
                    <a:pt x="1918915" y="3727733"/>
                  </a:lnTo>
                  <a:lnTo>
                    <a:pt x="1919009" y="3727733"/>
                  </a:lnTo>
                  <a:lnTo>
                    <a:pt x="1919104" y="3727733"/>
                  </a:lnTo>
                  <a:lnTo>
                    <a:pt x="1919198" y="3727733"/>
                  </a:lnTo>
                  <a:lnTo>
                    <a:pt x="1919292" y="3727733"/>
                  </a:lnTo>
                  <a:lnTo>
                    <a:pt x="1919386" y="3727733"/>
                  </a:lnTo>
                  <a:lnTo>
                    <a:pt x="1919480" y="3727733"/>
                  </a:lnTo>
                  <a:lnTo>
                    <a:pt x="1919574" y="3727733"/>
                  </a:lnTo>
                  <a:lnTo>
                    <a:pt x="1919668" y="3727733"/>
                  </a:lnTo>
                  <a:lnTo>
                    <a:pt x="1919763" y="3727733"/>
                  </a:lnTo>
                  <a:lnTo>
                    <a:pt x="1919857" y="3727733"/>
                  </a:lnTo>
                  <a:lnTo>
                    <a:pt x="1919951" y="3727733"/>
                  </a:lnTo>
                  <a:lnTo>
                    <a:pt x="1920045" y="3727733"/>
                  </a:lnTo>
                  <a:lnTo>
                    <a:pt x="1920139" y="3727733"/>
                  </a:lnTo>
                  <a:lnTo>
                    <a:pt x="1920233" y="3727733"/>
                  </a:lnTo>
                  <a:lnTo>
                    <a:pt x="1920328" y="3727733"/>
                  </a:lnTo>
                  <a:lnTo>
                    <a:pt x="1920422" y="3727733"/>
                  </a:lnTo>
                  <a:lnTo>
                    <a:pt x="1920516" y="3727733"/>
                  </a:lnTo>
                  <a:lnTo>
                    <a:pt x="1920610" y="3727733"/>
                  </a:lnTo>
                  <a:lnTo>
                    <a:pt x="1920704" y="3727733"/>
                  </a:lnTo>
                  <a:lnTo>
                    <a:pt x="1920798" y="3727733"/>
                  </a:lnTo>
                  <a:lnTo>
                    <a:pt x="1920892" y="3727733"/>
                  </a:lnTo>
                  <a:lnTo>
                    <a:pt x="1920987" y="3727733"/>
                  </a:lnTo>
                  <a:lnTo>
                    <a:pt x="1921081" y="3727733"/>
                  </a:lnTo>
                  <a:lnTo>
                    <a:pt x="1921175" y="3727733"/>
                  </a:lnTo>
                  <a:lnTo>
                    <a:pt x="1921269" y="3727733"/>
                  </a:lnTo>
                  <a:lnTo>
                    <a:pt x="1921363" y="3727733"/>
                  </a:lnTo>
                  <a:lnTo>
                    <a:pt x="1921457" y="3727733"/>
                  </a:lnTo>
                  <a:lnTo>
                    <a:pt x="1921552" y="3727733"/>
                  </a:lnTo>
                  <a:lnTo>
                    <a:pt x="1921646" y="3727733"/>
                  </a:lnTo>
                  <a:lnTo>
                    <a:pt x="1921740" y="3727733"/>
                  </a:lnTo>
                  <a:lnTo>
                    <a:pt x="1921834" y="3727733"/>
                  </a:lnTo>
                  <a:lnTo>
                    <a:pt x="1921928" y="3727733"/>
                  </a:lnTo>
                  <a:lnTo>
                    <a:pt x="1922022" y="3727733"/>
                  </a:lnTo>
                  <a:lnTo>
                    <a:pt x="1922116" y="3727733"/>
                  </a:lnTo>
                  <a:lnTo>
                    <a:pt x="1922211" y="3727733"/>
                  </a:lnTo>
                  <a:lnTo>
                    <a:pt x="1922305" y="3727733"/>
                  </a:lnTo>
                  <a:lnTo>
                    <a:pt x="1922399" y="3727733"/>
                  </a:lnTo>
                  <a:lnTo>
                    <a:pt x="1922493" y="3727733"/>
                  </a:lnTo>
                  <a:lnTo>
                    <a:pt x="1922587" y="3727733"/>
                  </a:lnTo>
                  <a:lnTo>
                    <a:pt x="1922681" y="3727733"/>
                  </a:lnTo>
                  <a:lnTo>
                    <a:pt x="1922776" y="3727733"/>
                  </a:lnTo>
                  <a:lnTo>
                    <a:pt x="1922870" y="3727733"/>
                  </a:lnTo>
                  <a:lnTo>
                    <a:pt x="1922964" y="3727733"/>
                  </a:lnTo>
                  <a:lnTo>
                    <a:pt x="1923058" y="3727733"/>
                  </a:lnTo>
                  <a:lnTo>
                    <a:pt x="1923152" y="3727733"/>
                  </a:lnTo>
                  <a:lnTo>
                    <a:pt x="1923246" y="3727733"/>
                  </a:lnTo>
                  <a:lnTo>
                    <a:pt x="1923340" y="3727733"/>
                  </a:lnTo>
                  <a:lnTo>
                    <a:pt x="1923435" y="3727733"/>
                  </a:lnTo>
                  <a:lnTo>
                    <a:pt x="1923529" y="3727733"/>
                  </a:lnTo>
                  <a:lnTo>
                    <a:pt x="1923623" y="3727733"/>
                  </a:lnTo>
                  <a:lnTo>
                    <a:pt x="1923717" y="3727733"/>
                  </a:lnTo>
                  <a:lnTo>
                    <a:pt x="1923811" y="3727733"/>
                  </a:lnTo>
                  <a:lnTo>
                    <a:pt x="1923905" y="3727733"/>
                  </a:lnTo>
                  <a:lnTo>
                    <a:pt x="1923999" y="3727733"/>
                  </a:lnTo>
                  <a:lnTo>
                    <a:pt x="1924094" y="3727733"/>
                  </a:lnTo>
                  <a:lnTo>
                    <a:pt x="1924188" y="3727733"/>
                  </a:lnTo>
                  <a:lnTo>
                    <a:pt x="1924282" y="3727733"/>
                  </a:lnTo>
                  <a:lnTo>
                    <a:pt x="1924376" y="3727733"/>
                  </a:lnTo>
                  <a:lnTo>
                    <a:pt x="1924470" y="3727733"/>
                  </a:lnTo>
                  <a:lnTo>
                    <a:pt x="1924564" y="3727733"/>
                  </a:lnTo>
                  <a:lnTo>
                    <a:pt x="1924659" y="3727733"/>
                  </a:lnTo>
                  <a:lnTo>
                    <a:pt x="1924753" y="3727733"/>
                  </a:lnTo>
                  <a:lnTo>
                    <a:pt x="1924847" y="3727733"/>
                  </a:lnTo>
                  <a:lnTo>
                    <a:pt x="1924941" y="3727733"/>
                  </a:lnTo>
                  <a:lnTo>
                    <a:pt x="1925035" y="3727733"/>
                  </a:lnTo>
                  <a:lnTo>
                    <a:pt x="1925129" y="3727733"/>
                  </a:lnTo>
                  <a:lnTo>
                    <a:pt x="1925223" y="3727733"/>
                  </a:lnTo>
                  <a:lnTo>
                    <a:pt x="1925318" y="3727733"/>
                  </a:lnTo>
                  <a:lnTo>
                    <a:pt x="1925412" y="3727733"/>
                  </a:lnTo>
                  <a:lnTo>
                    <a:pt x="1925506" y="3727733"/>
                  </a:lnTo>
                  <a:lnTo>
                    <a:pt x="1925600" y="3727733"/>
                  </a:lnTo>
                  <a:lnTo>
                    <a:pt x="1925694" y="3727733"/>
                  </a:lnTo>
                  <a:lnTo>
                    <a:pt x="1925788" y="3727733"/>
                  </a:lnTo>
                  <a:lnTo>
                    <a:pt x="1925883" y="3727733"/>
                  </a:lnTo>
                  <a:lnTo>
                    <a:pt x="1925977" y="3727733"/>
                  </a:lnTo>
                  <a:lnTo>
                    <a:pt x="1926071" y="3727733"/>
                  </a:lnTo>
                  <a:lnTo>
                    <a:pt x="1926165" y="3727733"/>
                  </a:lnTo>
                  <a:lnTo>
                    <a:pt x="1926259" y="3727733"/>
                  </a:lnTo>
                  <a:lnTo>
                    <a:pt x="1926353" y="3727733"/>
                  </a:lnTo>
                  <a:lnTo>
                    <a:pt x="1926447" y="3727733"/>
                  </a:lnTo>
                  <a:lnTo>
                    <a:pt x="1926542" y="3727733"/>
                  </a:lnTo>
                  <a:lnTo>
                    <a:pt x="1926636" y="3727733"/>
                  </a:lnTo>
                  <a:lnTo>
                    <a:pt x="1926730" y="3727733"/>
                  </a:lnTo>
                  <a:lnTo>
                    <a:pt x="1926824" y="3727733"/>
                  </a:lnTo>
                  <a:lnTo>
                    <a:pt x="1926918" y="3727733"/>
                  </a:lnTo>
                  <a:lnTo>
                    <a:pt x="1927012" y="3727733"/>
                  </a:lnTo>
                  <a:lnTo>
                    <a:pt x="1927107" y="3727733"/>
                  </a:lnTo>
                  <a:lnTo>
                    <a:pt x="1927201" y="3727733"/>
                  </a:lnTo>
                  <a:lnTo>
                    <a:pt x="1927295" y="3727733"/>
                  </a:lnTo>
                  <a:lnTo>
                    <a:pt x="1927389" y="3727733"/>
                  </a:lnTo>
                  <a:lnTo>
                    <a:pt x="1927483" y="3727733"/>
                  </a:lnTo>
                  <a:lnTo>
                    <a:pt x="1927577" y="3727733"/>
                  </a:lnTo>
                  <a:lnTo>
                    <a:pt x="1927671" y="3727733"/>
                  </a:lnTo>
                  <a:lnTo>
                    <a:pt x="1927766" y="3727733"/>
                  </a:lnTo>
                  <a:lnTo>
                    <a:pt x="1927860" y="3727733"/>
                  </a:lnTo>
                  <a:lnTo>
                    <a:pt x="1927954" y="3727733"/>
                  </a:lnTo>
                  <a:lnTo>
                    <a:pt x="1928048" y="3727733"/>
                  </a:lnTo>
                  <a:lnTo>
                    <a:pt x="1928142" y="3727733"/>
                  </a:lnTo>
                  <a:lnTo>
                    <a:pt x="1928236" y="3727733"/>
                  </a:lnTo>
                  <a:lnTo>
                    <a:pt x="1928330" y="3727733"/>
                  </a:lnTo>
                  <a:lnTo>
                    <a:pt x="1928425" y="3727733"/>
                  </a:lnTo>
                  <a:lnTo>
                    <a:pt x="1928519" y="3727733"/>
                  </a:lnTo>
                  <a:lnTo>
                    <a:pt x="1928613" y="3727733"/>
                  </a:lnTo>
                  <a:lnTo>
                    <a:pt x="1928707" y="3727733"/>
                  </a:lnTo>
                  <a:lnTo>
                    <a:pt x="1928801" y="3727733"/>
                  </a:lnTo>
                  <a:lnTo>
                    <a:pt x="1928801" y="3722822"/>
                  </a:lnTo>
                  <a:lnTo>
                    <a:pt x="1928895" y="3722822"/>
                  </a:lnTo>
                  <a:lnTo>
                    <a:pt x="1928990" y="3722822"/>
                  </a:lnTo>
                  <a:lnTo>
                    <a:pt x="1929084" y="3722822"/>
                  </a:lnTo>
                  <a:lnTo>
                    <a:pt x="1929084" y="3717910"/>
                  </a:lnTo>
                  <a:lnTo>
                    <a:pt x="1929178" y="3717910"/>
                  </a:lnTo>
                  <a:lnTo>
                    <a:pt x="1929272" y="3717910"/>
                  </a:lnTo>
                  <a:lnTo>
                    <a:pt x="1929366" y="3717910"/>
                  </a:lnTo>
                  <a:lnTo>
                    <a:pt x="1929460" y="3717910"/>
                  </a:lnTo>
                  <a:lnTo>
                    <a:pt x="1929554" y="3717910"/>
                  </a:lnTo>
                  <a:lnTo>
                    <a:pt x="1929649" y="3717910"/>
                  </a:lnTo>
                  <a:lnTo>
                    <a:pt x="1929743" y="3717910"/>
                  </a:lnTo>
                  <a:lnTo>
                    <a:pt x="1929837" y="3717910"/>
                  </a:lnTo>
                  <a:lnTo>
                    <a:pt x="1929931" y="3717910"/>
                  </a:lnTo>
                  <a:lnTo>
                    <a:pt x="1930025" y="3717910"/>
                  </a:lnTo>
                  <a:lnTo>
                    <a:pt x="1930119" y="3717910"/>
                  </a:lnTo>
                  <a:lnTo>
                    <a:pt x="1930214" y="3717910"/>
                  </a:lnTo>
                  <a:lnTo>
                    <a:pt x="1930308" y="3717910"/>
                  </a:lnTo>
                  <a:lnTo>
                    <a:pt x="1930402" y="3717910"/>
                  </a:lnTo>
                  <a:lnTo>
                    <a:pt x="1930496" y="3717910"/>
                  </a:lnTo>
                  <a:lnTo>
                    <a:pt x="1930590" y="3717910"/>
                  </a:lnTo>
                  <a:lnTo>
                    <a:pt x="1930684" y="3717910"/>
                  </a:lnTo>
                  <a:lnTo>
                    <a:pt x="1930778" y="3717910"/>
                  </a:lnTo>
                  <a:lnTo>
                    <a:pt x="1930873" y="3717910"/>
                  </a:lnTo>
                  <a:lnTo>
                    <a:pt x="1930967" y="3717910"/>
                  </a:lnTo>
                  <a:lnTo>
                    <a:pt x="1931061" y="3717910"/>
                  </a:lnTo>
                  <a:lnTo>
                    <a:pt x="1931155" y="3717910"/>
                  </a:lnTo>
                  <a:lnTo>
                    <a:pt x="1931249" y="3717910"/>
                  </a:lnTo>
                  <a:lnTo>
                    <a:pt x="1931343" y="3717910"/>
                  </a:lnTo>
                  <a:lnTo>
                    <a:pt x="1931438" y="3717910"/>
                  </a:lnTo>
                  <a:lnTo>
                    <a:pt x="1931532" y="3717910"/>
                  </a:lnTo>
                  <a:lnTo>
                    <a:pt x="1931626" y="3717910"/>
                  </a:lnTo>
                  <a:lnTo>
                    <a:pt x="1931720" y="3717910"/>
                  </a:lnTo>
                  <a:lnTo>
                    <a:pt x="1931814" y="3717910"/>
                  </a:lnTo>
                  <a:lnTo>
                    <a:pt x="1931908" y="3717910"/>
                  </a:lnTo>
                  <a:lnTo>
                    <a:pt x="1932002" y="3717910"/>
                  </a:lnTo>
                  <a:lnTo>
                    <a:pt x="1932097" y="3717910"/>
                  </a:lnTo>
                  <a:lnTo>
                    <a:pt x="1932191" y="3717910"/>
                  </a:lnTo>
                  <a:lnTo>
                    <a:pt x="1932285" y="3717910"/>
                  </a:lnTo>
                  <a:lnTo>
                    <a:pt x="1932379" y="3717910"/>
                  </a:lnTo>
                  <a:lnTo>
                    <a:pt x="1932379" y="3712999"/>
                  </a:lnTo>
                  <a:lnTo>
                    <a:pt x="1932473" y="3712999"/>
                  </a:lnTo>
                  <a:lnTo>
                    <a:pt x="1932567" y="3712999"/>
                  </a:lnTo>
                  <a:lnTo>
                    <a:pt x="1932661" y="3712999"/>
                  </a:lnTo>
                  <a:lnTo>
                    <a:pt x="1932756" y="3712999"/>
                  </a:lnTo>
                  <a:lnTo>
                    <a:pt x="1932850" y="3712999"/>
                  </a:lnTo>
                  <a:lnTo>
                    <a:pt x="1932944" y="3712999"/>
                  </a:lnTo>
                  <a:lnTo>
                    <a:pt x="1933038" y="3712999"/>
                  </a:lnTo>
                  <a:lnTo>
                    <a:pt x="1933132" y="3712999"/>
                  </a:lnTo>
                  <a:lnTo>
                    <a:pt x="1933226" y="3712999"/>
                  </a:lnTo>
                  <a:lnTo>
                    <a:pt x="1933321" y="3712999"/>
                  </a:lnTo>
                  <a:lnTo>
                    <a:pt x="1933321" y="3708088"/>
                  </a:lnTo>
                  <a:lnTo>
                    <a:pt x="1933415" y="3708088"/>
                  </a:lnTo>
                  <a:lnTo>
                    <a:pt x="1933509" y="3708088"/>
                  </a:lnTo>
                  <a:lnTo>
                    <a:pt x="1933603" y="3708088"/>
                  </a:lnTo>
                  <a:lnTo>
                    <a:pt x="1933697" y="3708088"/>
                  </a:lnTo>
                  <a:lnTo>
                    <a:pt x="1933791" y="3708088"/>
                  </a:lnTo>
                  <a:lnTo>
                    <a:pt x="1933885" y="3708088"/>
                  </a:lnTo>
                  <a:lnTo>
                    <a:pt x="1933980" y="3708088"/>
                  </a:lnTo>
                  <a:lnTo>
                    <a:pt x="1934074" y="3708088"/>
                  </a:lnTo>
                  <a:lnTo>
                    <a:pt x="1934168" y="3708088"/>
                  </a:lnTo>
                  <a:lnTo>
                    <a:pt x="1934262" y="3708088"/>
                  </a:lnTo>
                  <a:lnTo>
                    <a:pt x="1934356" y="3708088"/>
                  </a:lnTo>
                  <a:lnTo>
                    <a:pt x="1934450" y="3708088"/>
                  </a:lnTo>
                  <a:lnTo>
                    <a:pt x="1934545" y="3708088"/>
                  </a:lnTo>
                  <a:lnTo>
                    <a:pt x="1934639" y="3708088"/>
                  </a:lnTo>
                  <a:lnTo>
                    <a:pt x="1934733" y="3708088"/>
                  </a:lnTo>
                  <a:lnTo>
                    <a:pt x="1934827" y="3708088"/>
                  </a:lnTo>
                  <a:lnTo>
                    <a:pt x="1934921" y="3708088"/>
                  </a:lnTo>
                  <a:lnTo>
                    <a:pt x="1935015" y="3708088"/>
                  </a:lnTo>
                  <a:lnTo>
                    <a:pt x="1935109" y="3708088"/>
                  </a:lnTo>
                  <a:lnTo>
                    <a:pt x="1935204" y="3708088"/>
                  </a:lnTo>
                  <a:lnTo>
                    <a:pt x="1935298" y="3708088"/>
                  </a:lnTo>
                  <a:lnTo>
                    <a:pt x="1935392" y="3708088"/>
                  </a:lnTo>
                  <a:lnTo>
                    <a:pt x="1935486" y="3708088"/>
                  </a:lnTo>
                  <a:lnTo>
                    <a:pt x="1935580" y="3708088"/>
                  </a:lnTo>
                  <a:lnTo>
                    <a:pt x="1935674" y="3708088"/>
                  </a:lnTo>
                  <a:lnTo>
                    <a:pt x="1935769" y="3708088"/>
                  </a:lnTo>
                  <a:lnTo>
                    <a:pt x="1935863" y="3708088"/>
                  </a:lnTo>
                  <a:lnTo>
                    <a:pt x="1935957" y="3708088"/>
                  </a:lnTo>
                  <a:lnTo>
                    <a:pt x="1936051" y="3708088"/>
                  </a:lnTo>
                  <a:lnTo>
                    <a:pt x="1936051" y="3703176"/>
                  </a:lnTo>
                  <a:lnTo>
                    <a:pt x="1936145" y="3703176"/>
                  </a:lnTo>
                  <a:lnTo>
                    <a:pt x="1936239" y="3703176"/>
                  </a:lnTo>
                  <a:lnTo>
                    <a:pt x="1936333" y="3703176"/>
                  </a:lnTo>
                  <a:lnTo>
                    <a:pt x="1936428" y="3703176"/>
                  </a:lnTo>
                  <a:lnTo>
                    <a:pt x="1936522" y="3703176"/>
                  </a:lnTo>
                  <a:lnTo>
                    <a:pt x="1936616" y="3703176"/>
                  </a:lnTo>
                  <a:lnTo>
                    <a:pt x="1936710" y="3703176"/>
                  </a:lnTo>
                  <a:lnTo>
                    <a:pt x="1936804" y="3703176"/>
                  </a:lnTo>
                  <a:lnTo>
                    <a:pt x="1936898" y="3703176"/>
                  </a:lnTo>
                  <a:lnTo>
                    <a:pt x="1936992" y="3703176"/>
                  </a:lnTo>
                  <a:lnTo>
                    <a:pt x="1937087" y="3703176"/>
                  </a:lnTo>
                  <a:lnTo>
                    <a:pt x="1937181" y="3703176"/>
                  </a:lnTo>
                  <a:lnTo>
                    <a:pt x="1937275" y="3703176"/>
                  </a:lnTo>
                  <a:lnTo>
                    <a:pt x="1937369" y="3703176"/>
                  </a:lnTo>
                  <a:lnTo>
                    <a:pt x="1937463" y="3703176"/>
                  </a:lnTo>
                  <a:lnTo>
                    <a:pt x="1937557" y="3703176"/>
                  </a:lnTo>
                  <a:lnTo>
                    <a:pt x="1937652" y="3703176"/>
                  </a:lnTo>
                  <a:lnTo>
                    <a:pt x="1937746" y="3703176"/>
                  </a:lnTo>
                  <a:lnTo>
                    <a:pt x="1937840" y="3703176"/>
                  </a:lnTo>
                  <a:lnTo>
                    <a:pt x="1937934" y="3703176"/>
                  </a:lnTo>
                  <a:lnTo>
                    <a:pt x="1938028" y="3703176"/>
                  </a:lnTo>
                  <a:lnTo>
                    <a:pt x="1938122" y="3703176"/>
                  </a:lnTo>
                  <a:lnTo>
                    <a:pt x="1938216" y="3703176"/>
                  </a:lnTo>
                  <a:lnTo>
                    <a:pt x="1938311" y="3703176"/>
                  </a:lnTo>
                  <a:lnTo>
                    <a:pt x="1938405" y="3703176"/>
                  </a:lnTo>
                  <a:lnTo>
                    <a:pt x="1938499" y="3703176"/>
                  </a:lnTo>
                  <a:lnTo>
                    <a:pt x="1938593" y="3703176"/>
                  </a:lnTo>
                  <a:lnTo>
                    <a:pt x="1938687" y="3703176"/>
                  </a:lnTo>
                  <a:lnTo>
                    <a:pt x="1938781" y="3703176"/>
                  </a:lnTo>
                  <a:lnTo>
                    <a:pt x="1938876" y="3703176"/>
                  </a:lnTo>
                  <a:lnTo>
                    <a:pt x="1938876" y="3698265"/>
                  </a:lnTo>
                  <a:lnTo>
                    <a:pt x="1938970" y="3698265"/>
                  </a:lnTo>
                  <a:lnTo>
                    <a:pt x="1939064" y="3698265"/>
                  </a:lnTo>
                  <a:lnTo>
                    <a:pt x="1939158" y="3698265"/>
                  </a:lnTo>
                  <a:lnTo>
                    <a:pt x="1939252" y="3698265"/>
                  </a:lnTo>
                  <a:lnTo>
                    <a:pt x="1939346" y="3698265"/>
                  </a:lnTo>
                  <a:lnTo>
                    <a:pt x="1939440" y="3698265"/>
                  </a:lnTo>
                  <a:lnTo>
                    <a:pt x="1939535" y="3698265"/>
                  </a:lnTo>
                  <a:lnTo>
                    <a:pt x="1939629" y="3698265"/>
                  </a:lnTo>
                  <a:lnTo>
                    <a:pt x="1939723" y="3698265"/>
                  </a:lnTo>
                  <a:lnTo>
                    <a:pt x="1939817" y="3698265"/>
                  </a:lnTo>
                  <a:lnTo>
                    <a:pt x="1939911" y="3698265"/>
                  </a:lnTo>
                  <a:lnTo>
                    <a:pt x="1940005" y="3698265"/>
                  </a:lnTo>
                  <a:lnTo>
                    <a:pt x="1940100" y="3698265"/>
                  </a:lnTo>
                  <a:lnTo>
                    <a:pt x="1940194" y="3698265"/>
                  </a:lnTo>
                  <a:lnTo>
                    <a:pt x="1940288" y="3698265"/>
                  </a:lnTo>
                  <a:lnTo>
                    <a:pt x="1940382" y="3698265"/>
                  </a:lnTo>
                  <a:lnTo>
                    <a:pt x="1940476" y="3698265"/>
                  </a:lnTo>
                  <a:lnTo>
                    <a:pt x="1940570" y="3698265"/>
                  </a:lnTo>
                  <a:lnTo>
                    <a:pt x="1940664" y="3698265"/>
                  </a:lnTo>
                  <a:lnTo>
                    <a:pt x="1940759" y="3698265"/>
                  </a:lnTo>
                  <a:lnTo>
                    <a:pt x="1940853" y="3698265"/>
                  </a:lnTo>
                  <a:lnTo>
                    <a:pt x="1940947" y="3698265"/>
                  </a:lnTo>
                  <a:lnTo>
                    <a:pt x="1941041" y="3698265"/>
                  </a:lnTo>
                  <a:lnTo>
                    <a:pt x="1941135" y="3698265"/>
                  </a:lnTo>
                  <a:lnTo>
                    <a:pt x="1941229" y="3698265"/>
                  </a:lnTo>
                  <a:lnTo>
                    <a:pt x="1941323" y="3698265"/>
                  </a:lnTo>
                  <a:lnTo>
                    <a:pt x="1941418" y="3698265"/>
                  </a:lnTo>
                  <a:lnTo>
                    <a:pt x="1941512" y="3698265"/>
                  </a:lnTo>
                  <a:lnTo>
                    <a:pt x="1941606" y="3698265"/>
                  </a:lnTo>
                  <a:lnTo>
                    <a:pt x="1941700" y="3698265"/>
                  </a:lnTo>
                  <a:lnTo>
                    <a:pt x="1941794" y="3698265"/>
                  </a:lnTo>
                  <a:lnTo>
                    <a:pt x="1941888" y="3698265"/>
                  </a:lnTo>
                  <a:lnTo>
                    <a:pt x="1941983" y="3698265"/>
                  </a:lnTo>
                  <a:lnTo>
                    <a:pt x="1942077" y="3698265"/>
                  </a:lnTo>
                  <a:lnTo>
                    <a:pt x="1942171" y="3698265"/>
                  </a:lnTo>
                  <a:lnTo>
                    <a:pt x="1942265" y="3698265"/>
                  </a:lnTo>
                  <a:lnTo>
                    <a:pt x="1942359" y="3698265"/>
                  </a:lnTo>
                  <a:lnTo>
                    <a:pt x="1942453" y="3698265"/>
                  </a:lnTo>
                  <a:lnTo>
                    <a:pt x="1942547" y="3698265"/>
                  </a:lnTo>
                  <a:lnTo>
                    <a:pt x="1942642" y="3698265"/>
                  </a:lnTo>
                  <a:lnTo>
                    <a:pt x="1942736" y="3698265"/>
                  </a:lnTo>
                  <a:lnTo>
                    <a:pt x="1942830" y="3698265"/>
                  </a:lnTo>
                  <a:lnTo>
                    <a:pt x="1942924" y="3698265"/>
                  </a:lnTo>
                  <a:lnTo>
                    <a:pt x="1943018" y="3698265"/>
                  </a:lnTo>
                  <a:lnTo>
                    <a:pt x="1943112" y="3698265"/>
                  </a:lnTo>
                  <a:lnTo>
                    <a:pt x="1943207" y="3698265"/>
                  </a:lnTo>
                  <a:lnTo>
                    <a:pt x="1943301" y="3698265"/>
                  </a:lnTo>
                  <a:lnTo>
                    <a:pt x="1943395" y="3698265"/>
                  </a:lnTo>
                  <a:lnTo>
                    <a:pt x="1943489" y="3698265"/>
                  </a:lnTo>
                  <a:lnTo>
                    <a:pt x="1943583" y="3698265"/>
                  </a:lnTo>
                  <a:lnTo>
                    <a:pt x="1943677" y="3698265"/>
                  </a:lnTo>
                  <a:lnTo>
                    <a:pt x="1943771" y="3698265"/>
                  </a:lnTo>
                  <a:lnTo>
                    <a:pt x="1943866" y="3698265"/>
                  </a:lnTo>
                  <a:lnTo>
                    <a:pt x="1943960" y="3698265"/>
                  </a:lnTo>
                  <a:lnTo>
                    <a:pt x="1944054" y="3698265"/>
                  </a:lnTo>
                  <a:lnTo>
                    <a:pt x="1944148" y="3698265"/>
                  </a:lnTo>
                  <a:lnTo>
                    <a:pt x="1944242" y="3698265"/>
                  </a:lnTo>
                  <a:lnTo>
                    <a:pt x="1944336" y="3698265"/>
                  </a:lnTo>
                  <a:lnTo>
                    <a:pt x="1944431" y="3698265"/>
                  </a:lnTo>
                  <a:lnTo>
                    <a:pt x="1944525" y="3698265"/>
                  </a:lnTo>
                  <a:lnTo>
                    <a:pt x="1944619" y="3698265"/>
                  </a:lnTo>
                  <a:lnTo>
                    <a:pt x="1944713" y="3698265"/>
                  </a:lnTo>
                  <a:lnTo>
                    <a:pt x="1944807" y="3698265"/>
                  </a:lnTo>
                  <a:lnTo>
                    <a:pt x="1944901" y="3698265"/>
                  </a:lnTo>
                  <a:lnTo>
                    <a:pt x="1944995" y="3698265"/>
                  </a:lnTo>
                  <a:lnTo>
                    <a:pt x="1945090" y="3698265"/>
                  </a:lnTo>
                  <a:lnTo>
                    <a:pt x="1945184" y="3698265"/>
                  </a:lnTo>
                  <a:lnTo>
                    <a:pt x="1945278" y="3698265"/>
                  </a:lnTo>
                  <a:lnTo>
                    <a:pt x="1945372" y="3698265"/>
                  </a:lnTo>
                  <a:lnTo>
                    <a:pt x="1945466" y="3698265"/>
                  </a:lnTo>
                  <a:lnTo>
                    <a:pt x="1945560" y="3698265"/>
                  </a:lnTo>
                  <a:lnTo>
                    <a:pt x="1945654" y="3698265"/>
                  </a:lnTo>
                  <a:lnTo>
                    <a:pt x="1945749" y="3698265"/>
                  </a:lnTo>
                  <a:lnTo>
                    <a:pt x="1945843" y="3698265"/>
                  </a:lnTo>
                  <a:lnTo>
                    <a:pt x="1945937" y="3698265"/>
                  </a:lnTo>
                  <a:lnTo>
                    <a:pt x="1946031" y="3698265"/>
                  </a:lnTo>
                  <a:lnTo>
                    <a:pt x="1946125" y="3698265"/>
                  </a:lnTo>
                  <a:lnTo>
                    <a:pt x="1946219" y="3698265"/>
                  </a:lnTo>
                  <a:lnTo>
                    <a:pt x="1946314" y="3698265"/>
                  </a:lnTo>
                  <a:lnTo>
                    <a:pt x="1946408" y="3698265"/>
                  </a:lnTo>
                  <a:lnTo>
                    <a:pt x="1946502" y="3698265"/>
                  </a:lnTo>
                  <a:lnTo>
                    <a:pt x="1946596" y="3698265"/>
                  </a:lnTo>
                  <a:lnTo>
                    <a:pt x="1946690" y="3698265"/>
                  </a:lnTo>
                  <a:lnTo>
                    <a:pt x="1946784" y="3698265"/>
                  </a:lnTo>
                  <a:lnTo>
                    <a:pt x="1946878" y="3698265"/>
                  </a:lnTo>
                  <a:lnTo>
                    <a:pt x="1946973" y="3698265"/>
                  </a:lnTo>
                  <a:lnTo>
                    <a:pt x="1947067" y="3698265"/>
                  </a:lnTo>
                  <a:lnTo>
                    <a:pt x="1947161" y="3698265"/>
                  </a:lnTo>
                  <a:lnTo>
                    <a:pt x="1947255" y="3698265"/>
                  </a:lnTo>
                  <a:lnTo>
                    <a:pt x="1947349" y="3698265"/>
                  </a:lnTo>
                  <a:lnTo>
                    <a:pt x="1947443" y="3698265"/>
                  </a:lnTo>
                  <a:lnTo>
                    <a:pt x="1947538" y="3698265"/>
                  </a:lnTo>
                  <a:lnTo>
                    <a:pt x="1947632" y="3698265"/>
                  </a:lnTo>
                  <a:lnTo>
                    <a:pt x="1947726" y="3698265"/>
                  </a:lnTo>
                  <a:lnTo>
                    <a:pt x="1947820" y="3698265"/>
                  </a:lnTo>
                  <a:lnTo>
                    <a:pt x="1947914" y="3698265"/>
                  </a:lnTo>
                  <a:lnTo>
                    <a:pt x="1948008" y="3698265"/>
                  </a:lnTo>
                  <a:lnTo>
                    <a:pt x="1948102" y="3698265"/>
                  </a:lnTo>
                  <a:lnTo>
                    <a:pt x="1948197" y="3698265"/>
                  </a:lnTo>
                  <a:lnTo>
                    <a:pt x="1948291" y="3698265"/>
                  </a:lnTo>
                  <a:lnTo>
                    <a:pt x="1948385" y="3698265"/>
                  </a:lnTo>
                  <a:lnTo>
                    <a:pt x="1948479" y="3698265"/>
                  </a:lnTo>
                  <a:lnTo>
                    <a:pt x="1948573" y="3698265"/>
                  </a:lnTo>
                  <a:lnTo>
                    <a:pt x="1948667" y="3698265"/>
                  </a:lnTo>
                  <a:lnTo>
                    <a:pt x="1948762" y="3698265"/>
                  </a:lnTo>
                  <a:lnTo>
                    <a:pt x="1948856" y="3698265"/>
                  </a:lnTo>
                  <a:lnTo>
                    <a:pt x="1948950" y="3698265"/>
                  </a:lnTo>
                  <a:lnTo>
                    <a:pt x="1949044" y="3698265"/>
                  </a:lnTo>
                  <a:lnTo>
                    <a:pt x="1949138" y="3698265"/>
                  </a:lnTo>
                  <a:lnTo>
                    <a:pt x="1949232" y="3698265"/>
                  </a:lnTo>
                  <a:lnTo>
                    <a:pt x="1949326" y="3698265"/>
                  </a:lnTo>
                  <a:lnTo>
                    <a:pt x="1949421" y="3698265"/>
                  </a:lnTo>
                  <a:lnTo>
                    <a:pt x="1949515" y="3698265"/>
                  </a:lnTo>
                  <a:lnTo>
                    <a:pt x="1949609" y="3698265"/>
                  </a:lnTo>
                  <a:lnTo>
                    <a:pt x="1949703" y="3698265"/>
                  </a:lnTo>
                  <a:lnTo>
                    <a:pt x="1949797" y="3698265"/>
                  </a:lnTo>
                  <a:lnTo>
                    <a:pt x="1949891" y="3698265"/>
                  </a:lnTo>
                  <a:lnTo>
                    <a:pt x="1949985" y="3698265"/>
                  </a:lnTo>
                  <a:lnTo>
                    <a:pt x="1950080" y="3698265"/>
                  </a:lnTo>
                  <a:lnTo>
                    <a:pt x="1950174" y="3698265"/>
                  </a:lnTo>
                  <a:lnTo>
                    <a:pt x="1950268" y="3698265"/>
                  </a:lnTo>
                  <a:lnTo>
                    <a:pt x="1950362" y="3698265"/>
                  </a:lnTo>
                  <a:lnTo>
                    <a:pt x="1950456" y="3698265"/>
                  </a:lnTo>
                  <a:lnTo>
                    <a:pt x="1950550" y="3698265"/>
                  </a:lnTo>
                  <a:lnTo>
                    <a:pt x="1950645" y="3698265"/>
                  </a:lnTo>
                  <a:lnTo>
                    <a:pt x="1950739" y="3698265"/>
                  </a:lnTo>
                  <a:lnTo>
                    <a:pt x="1950833" y="3698265"/>
                  </a:lnTo>
                  <a:lnTo>
                    <a:pt x="1950927" y="3698265"/>
                  </a:lnTo>
                  <a:lnTo>
                    <a:pt x="1951021" y="3698265"/>
                  </a:lnTo>
                  <a:lnTo>
                    <a:pt x="1951115" y="3698265"/>
                  </a:lnTo>
                  <a:lnTo>
                    <a:pt x="1951209" y="3698265"/>
                  </a:lnTo>
                  <a:lnTo>
                    <a:pt x="1951304" y="3698265"/>
                  </a:lnTo>
                  <a:lnTo>
                    <a:pt x="1951398" y="3698265"/>
                  </a:lnTo>
                  <a:lnTo>
                    <a:pt x="1951492" y="3698265"/>
                  </a:lnTo>
                  <a:lnTo>
                    <a:pt x="1951586" y="3698265"/>
                  </a:lnTo>
                  <a:lnTo>
                    <a:pt x="1951680" y="3698265"/>
                  </a:lnTo>
                  <a:lnTo>
                    <a:pt x="1951774" y="3698265"/>
                  </a:lnTo>
                  <a:lnTo>
                    <a:pt x="1951869" y="3698265"/>
                  </a:lnTo>
                  <a:lnTo>
                    <a:pt x="1951963" y="3698265"/>
                  </a:lnTo>
                  <a:lnTo>
                    <a:pt x="1952057" y="3698265"/>
                  </a:lnTo>
                  <a:lnTo>
                    <a:pt x="1952151" y="3698265"/>
                  </a:lnTo>
                  <a:lnTo>
                    <a:pt x="1952245" y="3698265"/>
                  </a:lnTo>
                  <a:lnTo>
                    <a:pt x="1952339" y="3698265"/>
                  </a:lnTo>
                  <a:lnTo>
                    <a:pt x="1952433" y="3698265"/>
                  </a:lnTo>
                  <a:lnTo>
                    <a:pt x="1952528" y="3698265"/>
                  </a:lnTo>
                  <a:lnTo>
                    <a:pt x="1952622" y="3698265"/>
                  </a:lnTo>
                  <a:lnTo>
                    <a:pt x="1952716" y="3698265"/>
                  </a:lnTo>
                  <a:lnTo>
                    <a:pt x="1952810" y="3698265"/>
                  </a:lnTo>
                  <a:lnTo>
                    <a:pt x="1952904" y="3698265"/>
                  </a:lnTo>
                  <a:lnTo>
                    <a:pt x="1952998" y="3698265"/>
                  </a:lnTo>
                  <a:lnTo>
                    <a:pt x="1953093" y="3698265"/>
                  </a:lnTo>
                  <a:lnTo>
                    <a:pt x="1953187" y="3698265"/>
                  </a:lnTo>
                  <a:lnTo>
                    <a:pt x="1953281" y="3698265"/>
                  </a:lnTo>
                  <a:lnTo>
                    <a:pt x="1953375" y="3698265"/>
                  </a:lnTo>
                  <a:lnTo>
                    <a:pt x="1953469" y="3698265"/>
                  </a:lnTo>
                  <a:lnTo>
                    <a:pt x="1953563" y="3698265"/>
                  </a:lnTo>
                  <a:lnTo>
                    <a:pt x="1953657" y="3698265"/>
                  </a:lnTo>
                  <a:lnTo>
                    <a:pt x="1953752" y="3698265"/>
                  </a:lnTo>
                  <a:lnTo>
                    <a:pt x="1953846" y="3698265"/>
                  </a:lnTo>
                  <a:lnTo>
                    <a:pt x="1953940" y="3698265"/>
                  </a:lnTo>
                  <a:lnTo>
                    <a:pt x="1953940" y="3693353"/>
                  </a:lnTo>
                  <a:lnTo>
                    <a:pt x="1954034" y="3693353"/>
                  </a:lnTo>
                  <a:lnTo>
                    <a:pt x="1954128" y="3693353"/>
                  </a:lnTo>
                  <a:lnTo>
                    <a:pt x="1954128" y="3688442"/>
                  </a:lnTo>
                  <a:lnTo>
                    <a:pt x="1954222" y="3688442"/>
                  </a:lnTo>
                  <a:lnTo>
                    <a:pt x="1954316" y="3688442"/>
                  </a:lnTo>
                  <a:lnTo>
                    <a:pt x="1954411" y="3688442"/>
                  </a:lnTo>
                  <a:lnTo>
                    <a:pt x="1954505" y="3688442"/>
                  </a:lnTo>
                  <a:lnTo>
                    <a:pt x="1954599" y="3688442"/>
                  </a:lnTo>
                  <a:lnTo>
                    <a:pt x="1954693" y="3688442"/>
                  </a:lnTo>
                  <a:lnTo>
                    <a:pt x="1954787" y="3688442"/>
                  </a:lnTo>
                  <a:lnTo>
                    <a:pt x="1954881" y="3688442"/>
                  </a:lnTo>
                  <a:lnTo>
                    <a:pt x="1954976" y="3688442"/>
                  </a:lnTo>
                  <a:lnTo>
                    <a:pt x="1955070" y="3688442"/>
                  </a:lnTo>
                  <a:lnTo>
                    <a:pt x="1955164" y="3688442"/>
                  </a:lnTo>
                  <a:lnTo>
                    <a:pt x="1955164" y="3683531"/>
                  </a:lnTo>
                  <a:lnTo>
                    <a:pt x="1955258" y="3683531"/>
                  </a:lnTo>
                  <a:lnTo>
                    <a:pt x="1955352" y="3683531"/>
                  </a:lnTo>
                  <a:lnTo>
                    <a:pt x="1955446" y="3683531"/>
                  </a:lnTo>
                  <a:lnTo>
                    <a:pt x="1955540" y="3683531"/>
                  </a:lnTo>
                  <a:lnTo>
                    <a:pt x="1955635" y="3683531"/>
                  </a:lnTo>
                  <a:lnTo>
                    <a:pt x="1955729" y="3683531"/>
                  </a:lnTo>
                  <a:lnTo>
                    <a:pt x="1955823" y="3683531"/>
                  </a:lnTo>
                  <a:lnTo>
                    <a:pt x="1955917" y="3683531"/>
                  </a:lnTo>
                  <a:lnTo>
                    <a:pt x="1956011" y="3683531"/>
                  </a:lnTo>
                  <a:lnTo>
                    <a:pt x="1956105" y="3683531"/>
                  </a:lnTo>
                  <a:lnTo>
                    <a:pt x="1956200" y="3683531"/>
                  </a:lnTo>
                  <a:lnTo>
                    <a:pt x="1956294" y="3683531"/>
                  </a:lnTo>
                  <a:lnTo>
                    <a:pt x="1956388" y="3683531"/>
                  </a:lnTo>
                  <a:lnTo>
                    <a:pt x="1956482" y="3683531"/>
                  </a:lnTo>
                  <a:lnTo>
                    <a:pt x="1956576" y="3683531"/>
                  </a:lnTo>
                  <a:lnTo>
                    <a:pt x="1956670" y="3683531"/>
                  </a:lnTo>
                  <a:lnTo>
                    <a:pt x="1956764" y="3683531"/>
                  </a:lnTo>
                  <a:lnTo>
                    <a:pt x="1956859" y="3683531"/>
                  </a:lnTo>
                  <a:lnTo>
                    <a:pt x="1956953" y="3683531"/>
                  </a:lnTo>
                  <a:lnTo>
                    <a:pt x="1957047" y="3683531"/>
                  </a:lnTo>
                  <a:lnTo>
                    <a:pt x="1957141" y="3683531"/>
                  </a:lnTo>
                  <a:lnTo>
                    <a:pt x="1957235" y="3683531"/>
                  </a:lnTo>
                  <a:lnTo>
                    <a:pt x="1957329" y="3683531"/>
                  </a:lnTo>
                  <a:lnTo>
                    <a:pt x="1957424" y="3683531"/>
                  </a:lnTo>
                  <a:lnTo>
                    <a:pt x="1957518" y="3683531"/>
                  </a:lnTo>
                  <a:lnTo>
                    <a:pt x="1957612" y="3683531"/>
                  </a:lnTo>
                  <a:lnTo>
                    <a:pt x="1957706" y="3683531"/>
                  </a:lnTo>
                  <a:lnTo>
                    <a:pt x="1957800" y="3683531"/>
                  </a:lnTo>
                  <a:lnTo>
                    <a:pt x="1957894" y="3683531"/>
                  </a:lnTo>
                  <a:lnTo>
                    <a:pt x="1957988" y="3683531"/>
                  </a:lnTo>
                  <a:lnTo>
                    <a:pt x="1958083" y="3683531"/>
                  </a:lnTo>
                  <a:lnTo>
                    <a:pt x="1958177" y="3683531"/>
                  </a:lnTo>
                  <a:lnTo>
                    <a:pt x="1958271" y="3683531"/>
                  </a:lnTo>
                  <a:lnTo>
                    <a:pt x="1958365" y="3683531"/>
                  </a:lnTo>
                  <a:lnTo>
                    <a:pt x="1958459" y="3683531"/>
                  </a:lnTo>
                  <a:lnTo>
                    <a:pt x="1958553" y="3683531"/>
                  </a:lnTo>
                  <a:lnTo>
                    <a:pt x="1958647" y="3683531"/>
                  </a:lnTo>
                  <a:lnTo>
                    <a:pt x="1958742" y="3683531"/>
                  </a:lnTo>
                  <a:lnTo>
                    <a:pt x="1958836" y="3683531"/>
                  </a:lnTo>
                  <a:lnTo>
                    <a:pt x="1958930" y="3683531"/>
                  </a:lnTo>
                  <a:lnTo>
                    <a:pt x="1959024" y="3683531"/>
                  </a:lnTo>
                  <a:lnTo>
                    <a:pt x="1959118" y="3683531"/>
                  </a:lnTo>
                  <a:lnTo>
                    <a:pt x="1959212" y="3683531"/>
                  </a:lnTo>
                  <a:lnTo>
                    <a:pt x="1959307" y="3683531"/>
                  </a:lnTo>
                  <a:lnTo>
                    <a:pt x="1959401" y="3683531"/>
                  </a:lnTo>
                  <a:lnTo>
                    <a:pt x="1959495" y="3683531"/>
                  </a:lnTo>
                  <a:lnTo>
                    <a:pt x="1959589" y="3683531"/>
                  </a:lnTo>
                  <a:lnTo>
                    <a:pt x="1959683" y="3683531"/>
                  </a:lnTo>
                  <a:lnTo>
                    <a:pt x="1959777" y="3683531"/>
                  </a:lnTo>
                  <a:lnTo>
                    <a:pt x="1959871" y="3683531"/>
                  </a:lnTo>
                  <a:lnTo>
                    <a:pt x="1959966" y="3683531"/>
                  </a:lnTo>
                  <a:lnTo>
                    <a:pt x="1960060" y="3683531"/>
                  </a:lnTo>
                  <a:lnTo>
                    <a:pt x="1960154" y="3683531"/>
                  </a:lnTo>
                  <a:lnTo>
                    <a:pt x="1960248" y="3683531"/>
                  </a:lnTo>
                  <a:lnTo>
                    <a:pt x="1960342" y="3683531"/>
                  </a:lnTo>
                  <a:lnTo>
                    <a:pt x="1960436" y="3683531"/>
                  </a:lnTo>
                  <a:lnTo>
                    <a:pt x="1960531" y="3683531"/>
                  </a:lnTo>
                  <a:lnTo>
                    <a:pt x="1960625" y="3683531"/>
                  </a:lnTo>
                  <a:lnTo>
                    <a:pt x="1960719" y="3683531"/>
                  </a:lnTo>
                  <a:lnTo>
                    <a:pt x="1960813" y="3683531"/>
                  </a:lnTo>
                  <a:lnTo>
                    <a:pt x="1960907" y="3683531"/>
                  </a:lnTo>
                  <a:lnTo>
                    <a:pt x="1961001" y="3683531"/>
                  </a:lnTo>
                  <a:lnTo>
                    <a:pt x="1961001" y="3678619"/>
                  </a:lnTo>
                  <a:lnTo>
                    <a:pt x="1961095" y="3678619"/>
                  </a:lnTo>
                  <a:lnTo>
                    <a:pt x="1961190" y="3678619"/>
                  </a:lnTo>
                  <a:lnTo>
                    <a:pt x="1961284" y="3678619"/>
                  </a:lnTo>
                  <a:lnTo>
                    <a:pt x="1961378" y="3678619"/>
                  </a:lnTo>
                  <a:lnTo>
                    <a:pt x="1961472" y="3678619"/>
                  </a:lnTo>
                  <a:lnTo>
                    <a:pt x="1961566" y="3678619"/>
                  </a:lnTo>
                  <a:lnTo>
                    <a:pt x="1961660" y="3678619"/>
                  </a:lnTo>
                  <a:lnTo>
                    <a:pt x="1961755" y="3678619"/>
                  </a:lnTo>
                  <a:lnTo>
                    <a:pt x="1961849" y="3678619"/>
                  </a:lnTo>
                  <a:lnTo>
                    <a:pt x="1961943" y="3678619"/>
                  </a:lnTo>
                  <a:lnTo>
                    <a:pt x="1962037" y="3678619"/>
                  </a:lnTo>
                  <a:lnTo>
                    <a:pt x="1962131" y="3678619"/>
                  </a:lnTo>
                  <a:lnTo>
                    <a:pt x="1962225" y="3678619"/>
                  </a:lnTo>
                  <a:lnTo>
                    <a:pt x="1962319" y="3678619"/>
                  </a:lnTo>
                  <a:lnTo>
                    <a:pt x="1962414" y="3678619"/>
                  </a:lnTo>
                  <a:lnTo>
                    <a:pt x="1962508" y="3678619"/>
                  </a:lnTo>
                  <a:lnTo>
                    <a:pt x="1962602" y="3678619"/>
                  </a:lnTo>
                  <a:lnTo>
                    <a:pt x="1962696" y="3678619"/>
                  </a:lnTo>
                  <a:lnTo>
                    <a:pt x="1962790" y="3678619"/>
                  </a:lnTo>
                  <a:lnTo>
                    <a:pt x="1962884" y="3678619"/>
                  </a:lnTo>
                  <a:lnTo>
                    <a:pt x="1962978" y="3678619"/>
                  </a:lnTo>
                  <a:lnTo>
                    <a:pt x="1963073" y="3678619"/>
                  </a:lnTo>
                  <a:lnTo>
                    <a:pt x="1963167" y="3678619"/>
                  </a:lnTo>
                  <a:lnTo>
                    <a:pt x="1963261" y="3678619"/>
                  </a:lnTo>
                  <a:lnTo>
                    <a:pt x="1963355" y="3678619"/>
                  </a:lnTo>
                  <a:lnTo>
                    <a:pt x="1963449" y="3678619"/>
                  </a:lnTo>
                  <a:lnTo>
                    <a:pt x="1963543" y="3678619"/>
                  </a:lnTo>
                  <a:lnTo>
                    <a:pt x="1963543" y="3673708"/>
                  </a:lnTo>
                  <a:lnTo>
                    <a:pt x="1963638" y="3673708"/>
                  </a:lnTo>
                  <a:lnTo>
                    <a:pt x="1963732" y="3673708"/>
                  </a:lnTo>
                  <a:lnTo>
                    <a:pt x="1963826" y="3673708"/>
                  </a:lnTo>
                  <a:lnTo>
                    <a:pt x="1963920" y="3673708"/>
                  </a:lnTo>
                  <a:lnTo>
                    <a:pt x="1964014" y="3673708"/>
                  </a:lnTo>
                  <a:lnTo>
                    <a:pt x="1964108" y="3673708"/>
                  </a:lnTo>
                  <a:lnTo>
                    <a:pt x="1964202" y="3673708"/>
                  </a:lnTo>
                  <a:lnTo>
                    <a:pt x="1964297" y="3673708"/>
                  </a:lnTo>
                  <a:lnTo>
                    <a:pt x="1964391" y="3673708"/>
                  </a:lnTo>
                  <a:lnTo>
                    <a:pt x="1964485" y="3673708"/>
                  </a:lnTo>
                  <a:lnTo>
                    <a:pt x="1964579" y="3673708"/>
                  </a:lnTo>
                  <a:lnTo>
                    <a:pt x="1964673" y="3673708"/>
                  </a:lnTo>
                  <a:lnTo>
                    <a:pt x="1964767" y="3673708"/>
                  </a:lnTo>
                  <a:lnTo>
                    <a:pt x="1964862" y="3673708"/>
                  </a:lnTo>
                  <a:lnTo>
                    <a:pt x="1964956" y="3673708"/>
                  </a:lnTo>
                  <a:lnTo>
                    <a:pt x="1965050" y="3673708"/>
                  </a:lnTo>
                  <a:lnTo>
                    <a:pt x="1965144" y="3673708"/>
                  </a:lnTo>
                  <a:lnTo>
                    <a:pt x="1965238" y="3673708"/>
                  </a:lnTo>
                  <a:lnTo>
                    <a:pt x="1965332" y="3673708"/>
                  </a:lnTo>
                  <a:lnTo>
                    <a:pt x="1965426" y="3673708"/>
                  </a:lnTo>
                  <a:lnTo>
                    <a:pt x="1965521" y="3673708"/>
                  </a:lnTo>
                  <a:lnTo>
                    <a:pt x="1965615" y="3673708"/>
                  </a:lnTo>
                  <a:lnTo>
                    <a:pt x="1965709" y="3673708"/>
                  </a:lnTo>
                  <a:lnTo>
                    <a:pt x="1965803" y="3673708"/>
                  </a:lnTo>
                  <a:lnTo>
                    <a:pt x="1965897" y="3673708"/>
                  </a:lnTo>
                  <a:lnTo>
                    <a:pt x="1965991" y="3673708"/>
                  </a:lnTo>
                  <a:lnTo>
                    <a:pt x="1966086" y="3673708"/>
                  </a:lnTo>
                  <a:lnTo>
                    <a:pt x="1966180" y="3673708"/>
                  </a:lnTo>
                  <a:lnTo>
                    <a:pt x="1966274" y="3673708"/>
                  </a:lnTo>
                  <a:lnTo>
                    <a:pt x="1966368" y="3673708"/>
                  </a:lnTo>
                  <a:lnTo>
                    <a:pt x="1966462" y="3673708"/>
                  </a:lnTo>
                  <a:lnTo>
                    <a:pt x="1966462" y="3668797"/>
                  </a:lnTo>
                  <a:lnTo>
                    <a:pt x="1966556" y="3668797"/>
                  </a:lnTo>
                  <a:lnTo>
                    <a:pt x="1966650" y="3668797"/>
                  </a:lnTo>
                  <a:lnTo>
                    <a:pt x="1966745" y="3668797"/>
                  </a:lnTo>
                  <a:lnTo>
                    <a:pt x="1966839" y="3668797"/>
                  </a:lnTo>
                  <a:lnTo>
                    <a:pt x="1966933" y="3668797"/>
                  </a:lnTo>
                  <a:lnTo>
                    <a:pt x="1967027" y="3668797"/>
                  </a:lnTo>
                  <a:lnTo>
                    <a:pt x="1967121" y="3668797"/>
                  </a:lnTo>
                  <a:lnTo>
                    <a:pt x="1967215" y="3668797"/>
                  </a:lnTo>
                  <a:lnTo>
                    <a:pt x="1967309" y="3668797"/>
                  </a:lnTo>
                  <a:lnTo>
                    <a:pt x="1967404" y="3668797"/>
                  </a:lnTo>
                  <a:lnTo>
                    <a:pt x="1967498" y="3668797"/>
                  </a:lnTo>
                  <a:lnTo>
                    <a:pt x="1967592" y="3668797"/>
                  </a:lnTo>
                  <a:lnTo>
                    <a:pt x="1967686" y="3668797"/>
                  </a:lnTo>
                  <a:lnTo>
                    <a:pt x="1967780" y="3668797"/>
                  </a:lnTo>
                  <a:lnTo>
                    <a:pt x="1967874" y="3668797"/>
                  </a:lnTo>
                  <a:lnTo>
                    <a:pt x="1967969" y="3668797"/>
                  </a:lnTo>
                  <a:lnTo>
                    <a:pt x="1968063" y="3668797"/>
                  </a:lnTo>
                  <a:lnTo>
                    <a:pt x="1968157" y="3668797"/>
                  </a:lnTo>
                  <a:lnTo>
                    <a:pt x="1968251" y="3668797"/>
                  </a:lnTo>
                  <a:lnTo>
                    <a:pt x="1968345" y="3668797"/>
                  </a:lnTo>
                  <a:lnTo>
                    <a:pt x="1968439" y="3668797"/>
                  </a:lnTo>
                  <a:lnTo>
                    <a:pt x="1968533" y="3668797"/>
                  </a:lnTo>
                  <a:lnTo>
                    <a:pt x="1968628" y="3668797"/>
                  </a:lnTo>
                  <a:lnTo>
                    <a:pt x="1968722" y="3668797"/>
                  </a:lnTo>
                  <a:lnTo>
                    <a:pt x="1968816" y="3668797"/>
                  </a:lnTo>
                  <a:lnTo>
                    <a:pt x="1968910" y="3668797"/>
                  </a:lnTo>
                  <a:lnTo>
                    <a:pt x="1969004" y="3668797"/>
                  </a:lnTo>
                  <a:lnTo>
                    <a:pt x="1969098" y="3668797"/>
                  </a:lnTo>
                  <a:lnTo>
                    <a:pt x="1969193" y="3668797"/>
                  </a:lnTo>
                  <a:lnTo>
                    <a:pt x="1969287" y="3668797"/>
                  </a:lnTo>
                  <a:lnTo>
                    <a:pt x="1969381" y="3668797"/>
                  </a:lnTo>
                  <a:lnTo>
                    <a:pt x="1969475" y="3668797"/>
                  </a:lnTo>
                  <a:lnTo>
                    <a:pt x="1969569" y="3668797"/>
                  </a:lnTo>
                  <a:lnTo>
                    <a:pt x="1969663" y="3668797"/>
                  </a:lnTo>
                  <a:lnTo>
                    <a:pt x="1969757" y="3668797"/>
                  </a:lnTo>
                  <a:lnTo>
                    <a:pt x="1969757" y="3663885"/>
                  </a:lnTo>
                  <a:lnTo>
                    <a:pt x="1969852" y="3663885"/>
                  </a:lnTo>
                  <a:lnTo>
                    <a:pt x="1969946" y="3663885"/>
                  </a:lnTo>
                  <a:lnTo>
                    <a:pt x="1970040" y="3663885"/>
                  </a:lnTo>
                  <a:lnTo>
                    <a:pt x="1970134" y="3663885"/>
                  </a:lnTo>
                  <a:lnTo>
                    <a:pt x="1970228" y="3663885"/>
                  </a:lnTo>
                  <a:lnTo>
                    <a:pt x="1970322" y="3663885"/>
                  </a:lnTo>
                  <a:lnTo>
                    <a:pt x="1970417" y="3663885"/>
                  </a:lnTo>
                  <a:lnTo>
                    <a:pt x="1970511" y="3663885"/>
                  </a:lnTo>
                  <a:lnTo>
                    <a:pt x="1970605" y="3663885"/>
                  </a:lnTo>
                  <a:lnTo>
                    <a:pt x="1970699" y="3663885"/>
                  </a:lnTo>
                  <a:lnTo>
                    <a:pt x="1970793" y="3663885"/>
                  </a:lnTo>
                  <a:lnTo>
                    <a:pt x="1970887" y="3663885"/>
                  </a:lnTo>
                  <a:lnTo>
                    <a:pt x="1970981" y="3663885"/>
                  </a:lnTo>
                  <a:lnTo>
                    <a:pt x="1971076" y="3663885"/>
                  </a:lnTo>
                  <a:lnTo>
                    <a:pt x="1971170" y="3663885"/>
                  </a:lnTo>
                  <a:lnTo>
                    <a:pt x="1971264" y="3663885"/>
                  </a:lnTo>
                  <a:lnTo>
                    <a:pt x="1971358" y="3663885"/>
                  </a:lnTo>
                  <a:lnTo>
                    <a:pt x="1971452" y="3663885"/>
                  </a:lnTo>
                  <a:lnTo>
                    <a:pt x="1971546" y="3663885"/>
                  </a:lnTo>
                  <a:lnTo>
                    <a:pt x="1971640" y="3663885"/>
                  </a:lnTo>
                  <a:lnTo>
                    <a:pt x="1971735" y="3663885"/>
                  </a:lnTo>
                  <a:lnTo>
                    <a:pt x="1971829" y="3663885"/>
                  </a:lnTo>
                  <a:lnTo>
                    <a:pt x="1971923" y="3663885"/>
                  </a:lnTo>
                  <a:lnTo>
                    <a:pt x="1972017" y="3663885"/>
                  </a:lnTo>
                  <a:lnTo>
                    <a:pt x="1972111" y="3663885"/>
                  </a:lnTo>
                  <a:lnTo>
                    <a:pt x="1972205" y="3663885"/>
                  </a:lnTo>
                  <a:lnTo>
                    <a:pt x="1972300" y="3663885"/>
                  </a:lnTo>
                  <a:lnTo>
                    <a:pt x="1972394" y="3663885"/>
                  </a:lnTo>
                  <a:lnTo>
                    <a:pt x="1972394" y="3658974"/>
                  </a:lnTo>
                  <a:lnTo>
                    <a:pt x="1972488" y="3658974"/>
                  </a:lnTo>
                  <a:lnTo>
                    <a:pt x="1972582" y="3658974"/>
                  </a:lnTo>
                  <a:lnTo>
                    <a:pt x="1972676" y="3658974"/>
                  </a:lnTo>
                  <a:lnTo>
                    <a:pt x="1972770" y="3658974"/>
                  </a:lnTo>
                  <a:lnTo>
                    <a:pt x="1972864" y="3658974"/>
                  </a:lnTo>
                  <a:lnTo>
                    <a:pt x="1972959" y="3658974"/>
                  </a:lnTo>
                  <a:lnTo>
                    <a:pt x="1973053" y="3658974"/>
                  </a:lnTo>
                  <a:lnTo>
                    <a:pt x="1973147" y="3658974"/>
                  </a:lnTo>
                  <a:lnTo>
                    <a:pt x="1973241" y="3658974"/>
                  </a:lnTo>
                  <a:lnTo>
                    <a:pt x="1973335" y="3658974"/>
                  </a:lnTo>
                  <a:lnTo>
                    <a:pt x="1973429" y="3658974"/>
                  </a:lnTo>
                  <a:lnTo>
                    <a:pt x="1973524" y="3658974"/>
                  </a:lnTo>
                  <a:lnTo>
                    <a:pt x="1973618" y="3658974"/>
                  </a:lnTo>
                  <a:lnTo>
                    <a:pt x="1973712" y="3658974"/>
                  </a:lnTo>
                  <a:lnTo>
                    <a:pt x="1973806" y="3658974"/>
                  </a:lnTo>
                  <a:lnTo>
                    <a:pt x="1973900" y="3658974"/>
                  </a:lnTo>
                  <a:lnTo>
                    <a:pt x="1973994" y="3658974"/>
                  </a:lnTo>
                  <a:lnTo>
                    <a:pt x="1974088" y="3658974"/>
                  </a:lnTo>
                  <a:lnTo>
                    <a:pt x="1974183" y="3658974"/>
                  </a:lnTo>
                  <a:lnTo>
                    <a:pt x="1974277" y="3658974"/>
                  </a:lnTo>
                  <a:lnTo>
                    <a:pt x="1974371" y="3658974"/>
                  </a:lnTo>
                  <a:lnTo>
                    <a:pt x="1974465" y="3658974"/>
                  </a:lnTo>
                  <a:lnTo>
                    <a:pt x="1974559" y="3658974"/>
                  </a:lnTo>
                  <a:lnTo>
                    <a:pt x="1974653" y="3658974"/>
                  </a:lnTo>
                  <a:lnTo>
                    <a:pt x="1974748" y="3658974"/>
                  </a:lnTo>
                  <a:lnTo>
                    <a:pt x="1974842" y="3658974"/>
                  </a:lnTo>
                  <a:lnTo>
                    <a:pt x="1974936" y="3658974"/>
                  </a:lnTo>
                  <a:lnTo>
                    <a:pt x="1975030" y="3658974"/>
                  </a:lnTo>
                  <a:lnTo>
                    <a:pt x="1975124" y="3658974"/>
                  </a:lnTo>
                  <a:lnTo>
                    <a:pt x="1975218" y="3658974"/>
                  </a:lnTo>
                  <a:lnTo>
                    <a:pt x="1975312" y="3658974"/>
                  </a:lnTo>
                  <a:lnTo>
                    <a:pt x="1975407" y="3658974"/>
                  </a:lnTo>
                  <a:lnTo>
                    <a:pt x="1975501" y="3658974"/>
                  </a:lnTo>
                  <a:lnTo>
                    <a:pt x="1975595" y="3658974"/>
                  </a:lnTo>
                  <a:lnTo>
                    <a:pt x="1975689" y="3658974"/>
                  </a:lnTo>
                  <a:lnTo>
                    <a:pt x="1975783" y="3658974"/>
                  </a:lnTo>
                  <a:lnTo>
                    <a:pt x="1975877" y="3658974"/>
                  </a:lnTo>
                  <a:lnTo>
                    <a:pt x="1975971" y="3658974"/>
                  </a:lnTo>
                  <a:lnTo>
                    <a:pt x="1976066" y="3658974"/>
                  </a:lnTo>
                  <a:lnTo>
                    <a:pt x="1976066" y="3654062"/>
                  </a:lnTo>
                  <a:lnTo>
                    <a:pt x="1976160" y="3654062"/>
                  </a:lnTo>
                  <a:lnTo>
                    <a:pt x="1976254" y="3654062"/>
                  </a:lnTo>
                  <a:lnTo>
                    <a:pt x="1976348" y="3654062"/>
                  </a:lnTo>
                  <a:lnTo>
                    <a:pt x="1976442" y="3654062"/>
                  </a:lnTo>
                  <a:lnTo>
                    <a:pt x="1976442" y="3649151"/>
                  </a:lnTo>
                  <a:lnTo>
                    <a:pt x="1976536" y="3649151"/>
                  </a:lnTo>
                  <a:lnTo>
                    <a:pt x="1976631" y="3649151"/>
                  </a:lnTo>
                  <a:lnTo>
                    <a:pt x="1976725" y="3649151"/>
                  </a:lnTo>
                  <a:lnTo>
                    <a:pt x="1976819" y="3649151"/>
                  </a:lnTo>
                  <a:lnTo>
                    <a:pt x="1976913" y="3649151"/>
                  </a:lnTo>
                  <a:lnTo>
                    <a:pt x="1977007" y="3649151"/>
                  </a:lnTo>
                  <a:lnTo>
                    <a:pt x="1977101" y="3649151"/>
                  </a:lnTo>
                  <a:lnTo>
                    <a:pt x="1977195" y="3649151"/>
                  </a:lnTo>
                  <a:lnTo>
                    <a:pt x="1977290" y="3649151"/>
                  </a:lnTo>
                  <a:lnTo>
                    <a:pt x="1977384" y="3649151"/>
                  </a:lnTo>
                  <a:lnTo>
                    <a:pt x="1977478" y="3649151"/>
                  </a:lnTo>
                  <a:lnTo>
                    <a:pt x="1977572" y="3649151"/>
                  </a:lnTo>
                  <a:lnTo>
                    <a:pt x="1977572" y="3644240"/>
                  </a:lnTo>
                  <a:lnTo>
                    <a:pt x="1977666" y="3644240"/>
                  </a:lnTo>
                  <a:lnTo>
                    <a:pt x="1977760" y="3644240"/>
                  </a:lnTo>
                  <a:lnTo>
                    <a:pt x="1977855" y="3644240"/>
                  </a:lnTo>
                  <a:lnTo>
                    <a:pt x="1977949" y="3644240"/>
                  </a:lnTo>
                  <a:lnTo>
                    <a:pt x="1978043" y="3644240"/>
                  </a:lnTo>
                  <a:lnTo>
                    <a:pt x="1978137" y="3644240"/>
                  </a:lnTo>
                  <a:lnTo>
                    <a:pt x="1978231" y="3644240"/>
                  </a:lnTo>
                  <a:lnTo>
                    <a:pt x="1978325" y="3644240"/>
                  </a:lnTo>
                  <a:lnTo>
                    <a:pt x="1978419" y="3644240"/>
                  </a:lnTo>
                  <a:lnTo>
                    <a:pt x="1978514" y="3644240"/>
                  </a:lnTo>
                  <a:lnTo>
                    <a:pt x="1978608" y="3644240"/>
                  </a:lnTo>
                  <a:lnTo>
                    <a:pt x="1978608" y="3639328"/>
                  </a:lnTo>
                  <a:lnTo>
                    <a:pt x="1978702" y="3639328"/>
                  </a:lnTo>
                  <a:lnTo>
                    <a:pt x="1978796" y="3639328"/>
                  </a:lnTo>
                  <a:lnTo>
                    <a:pt x="1978890" y="3639328"/>
                  </a:lnTo>
                  <a:lnTo>
                    <a:pt x="1978984" y="3639328"/>
                  </a:lnTo>
                  <a:lnTo>
                    <a:pt x="1979079" y="3639328"/>
                  </a:lnTo>
                  <a:lnTo>
                    <a:pt x="1979173" y="3639328"/>
                  </a:lnTo>
                  <a:lnTo>
                    <a:pt x="1979267" y="3639328"/>
                  </a:lnTo>
                  <a:lnTo>
                    <a:pt x="1979361" y="3639328"/>
                  </a:lnTo>
                  <a:lnTo>
                    <a:pt x="1979455" y="3639328"/>
                  </a:lnTo>
                  <a:lnTo>
                    <a:pt x="1979549" y="3639328"/>
                  </a:lnTo>
                  <a:lnTo>
                    <a:pt x="1979643" y="3639328"/>
                  </a:lnTo>
                  <a:lnTo>
                    <a:pt x="1979738" y="3639328"/>
                  </a:lnTo>
                  <a:lnTo>
                    <a:pt x="1979832" y="3639328"/>
                  </a:lnTo>
                  <a:lnTo>
                    <a:pt x="1979926" y="3639328"/>
                  </a:lnTo>
                  <a:lnTo>
                    <a:pt x="1980020" y="3639328"/>
                  </a:lnTo>
                  <a:lnTo>
                    <a:pt x="1980114" y="3639328"/>
                  </a:lnTo>
                  <a:lnTo>
                    <a:pt x="1980208" y="3639328"/>
                  </a:lnTo>
                  <a:lnTo>
                    <a:pt x="1980302" y="3639328"/>
                  </a:lnTo>
                  <a:lnTo>
                    <a:pt x="1980397" y="3639328"/>
                  </a:lnTo>
                  <a:lnTo>
                    <a:pt x="1980491" y="3639328"/>
                  </a:lnTo>
                  <a:lnTo>
                    <a:pt x="1980585" y="3639328"/>
                  </a:lnTo>
                  <a:lnTo>
                    <a:pt x="1980679" y="3639328"/>
                  </a:lnTo>
                  <a:lnTo>
                    <a:pt x="1980773" y="3639328"/>
                  </a:lnTo>
                  <a:lnTo>
                    <a:pt x="1980867" y="3639328"/>
                  </a:lnTo>
                  <a:lnTo>
                    <a:pt x="1980962" y="3639328"/>
                  </a:lnTo>
                  <a:lnTo>
                    <a:pt x="1981056" y="3639328"/>
                  </a:lnTo>
                  <a:lnTo>
                    <a:pt x="1981150" y="3639328"/>
                  </a:lnTo>
                  <a:lnTo>
                    <a:pt x="1981244" y="3639328"/>
                  </a:lnTo>
                  <a:lnTo>
                    <a:pt x="1981338" y="3639328"/>
                  </a:lnTo>
                  <a:lnTo>
                    <a:pt x="1981432" y="3639328"/>
                  </a:lnTo>
                  <a:lnTo>
                    <a:pt x="1981526" y="3639328"/>
                  </a:lnTo>
                  <a:lnTo>
                    <a:pt x="1981621" y="3639328"/>
                  </a:lnTo>
                  <a:lnTo>
                    <a:pt x="1981715" y="3639328"/>
                  </a:lnTo>
                  <a:lnTo>
                    <a:pt x="1981809" y="3639328"/>
                  </a:lnTo>
                  <a:lnTo>
                    <a:pt x="1981903" y="3639328"/>
                  </a:lnTo>
                  <a:lnTo>
                    <a:pt x="1981997" y="3639328"/>
                  </a:lnTo>
                  <a:lnTo>
                    <a:pt x="1982091" y="3639328"/>
                  </a:lnTo>
                  <a:lnTo>
                    <a:pt x="1982186" y="3639328"/>
                  </a:lnTo>
                  <a:lnTo>
                    <a:pt x="1982186" y="3634417"/>
                  </a:lnTo>
                  <a:lnTo>
                    <a:pt x="1982280" y="3634417"/>
                  </a:lnTo>
                  <a:lnTo>
                    <a:pt x="1982374" y="3634417"/>
                  </a:lnTo>
                  <a:lnTo>
                    <a:pt x="1982468" y="3634417"/>
                  </a:lnTo>
                  <a:lnTo>
                    <a:pt x="1982562" y="3634417"/>
                  </a:lnTo>
                  <a:lnTo>
                    <a:pt x="1982656" y="3634417"/>
                  </a:lnTo>
                  <a:lnTo>
                    <a:pt x="1982750" y="3634417"/>
                  </a:lnTo>
                  <a:lnTo>
                    <a:pt x="1982845" y="3634417"/>
                  </a:lnTo>
                  <a:lnTo>
                    <a:pt x="1982939" y="3634417"/>
                  </a:lnTo>
                  <a:lnTo>
                    <a:pt x="1983033" y="3634417"/>
                  </a:lnTo>
                  <a:lnTo>
                    <a:pt x="1983127" y="3634417"/>
                  </a:lnTo>
                  <a:lnTo>
                    <a:pt x="1983221" y="3634417"/>
                  </a:lnTo>
                  <a:lnTo>
                    <a:pt x="1983315" y="3634417"/>
                  </a:lnTo>
                  <a:lnTo>
                    <a:pt x="1983410" y="3634417"/>
                  </a:lnTo>
                  <a:lnTo>
                    <a:pt x="1983504" y="3634417"/>
                  </a:lnTo>
                  <a:lnTo>
                    <a:pt x="1983598" y="3634417"/>
                  </a:lnTo>
                  <a:lnTo>
                    <a:pt x="1983598" y="3629506"/>
                  </a:lnTo>
                  <a:lnTo>
                    <a:pt x="1983692" y="3629506"/>
                  </a:lnTo>
                  <a:lnTo>
                    <a:pt x="1983786" y="3629506"/>
                  </a:lnTo>
                  <a:lnTo>
                    <a:pt x="1983880" y="3629506"/>
                  </a:lnTo>
                  <a:lnTo>
                    <a:pt x="1983974" y="3629506"/>
                  </a:lnTo>
                  <a:lnTo>
                    <a:pt x="1984069" y="3629506"/>
                  </a:lnTo>
                  <a:lnTo>
                    <a:pt x="1984163" y="3629506"/>
                  </a:lnTo>
                  <a:lnTo>
                    <a:pt x="1984257" y="3629506"/>
                  </a:lnTo>
                  <a:lnTo>
                    <a:pt x="1984351" y="3629506"/>
                  </a:lnTo>
                  <a:lnTo>
                    <a:pt x="1984445" y="3629506"/>
                  </a:lnTo>
                  <a:lnTo>
                    <a:pt x="1984539" y="3629506"/>
                  </a:lnTo>
                  <a:lnTo>
                    <a:pt x="1984633" y="3629506"/>
                  </a:lnTo>
                  <a:lnTo>
                    <a:pt x="1984728" y="3629506"/>
                  </a:lnTo>
                  <a:lnTo>
                    <a:pt x="1984822" y="3629506"/>
                  </a:lnTo>
                  <a:lnTo>
                    <a:pt x="1984822" y="3624594"/>
                  </a:lnTo>
                  <a:lnTo>
                    <a:pt x="1984916" y="3624594"/>
                  </a:lnTo>
                  <a:lnTo>
                    <a:pt x="1985010" y="3624594"/>
                  </a:lnTo>
                  <a:lnTo>
                    <a:pt x="1985010" y="3619683"/>
                  </a:lnTo>
                  <a:lnTo>
                    <a:pt x="1985104" y="3619683"/>
                  </a:lnTo>
                  <a:lnTo>
                    <a:pt x="1985198" y="3619683"/>
                  </a:lnTo>
                  <a:lnTo>
                    <a:pt x="1985293" y="3619683"/>
                  </a:lnTo>
                  <a:lnTo>
                    <a:pt x="1985387" y="3619683"/>
                  </a:lnTo>
                  <a:lnTo>
                    <a:pt x="1985481" y="3619683"/>
                  </a:lnTo>
                  <a:lnTo>
                    <a:pt x="1985575" y="3619683"/>
                  </a:lnTo>
                  <a:lnTo>
                    <a:pt x="1985669" y="3619683"/>
                  </a:lnTo>
                  <a:lnTo>
                    <a:pt x="1985763" y="3619683"/>
                  </a:lnTo>
                  <a:lnTo>
                    <a:pt x="1985857" y="3619683"/>
                  </a:lnTo>
                  <a:lnTo>
                    <a:pt x="1985952" y="3619683"/>
                  </a:lnTo>
                  <a:lnTo>
                    <a:pt x="1986046" y="3619683"/>
                  </a:lnTo>
                  <a:lnTo>
                    <a:pt x="1986140" y="3619683"/>
                  </a:lnTo>
                  <a:lnTo>
                    <a:pt x="1986234" y="3619683"/>
                  </a:lnTo>
                  <a:lnTo>
                    <a:pt x="1986234" y="3614771"/>
                  </a:lnTo>
                  <a:lnTo>
                    <a:pt x="1986328" y="3614771"/>
                  </a:lnTo>
                  <a:lnTo>
                    <a:pt x="1986422" y="3614771"/>
                  </a:lnTo>
                  <a:lnTo>
                    <a:pt x="1986517" y="3614771"/>
                  </a:lnTo>
                  <a:lnTo>
                    <a:pt x="1986611" y="3614771"/>
                  </a:lnTo>
                  <a:lnTo>
                    <a:pt x="1986705" y="3614771"/>
                  </a:lnTo>
                  <a:lnTo>
                    <a:pt x="1986799" y="3614771"/>
                  </a:lnTo>
                  <a:lnTo>
                    <a:pt x="1986893" y="3614771"/>
                  </a:lnTo>
                  <a:lnTo>
                    <a:pt x="1986987" y="3614771"/>
                  </a:lnTo>
                  <a:lnTo>
                    <a:pt x="1987081" y="3614771"/>
                  </a:lnTo>
                  <a:lnTo>
                    <a:pt x="1987176" y="3614771"/>
                  </a:lnTo>
                  <a:lnTo>
                    <a:pt x="1987270" y="3614771"/>
                  </a:lnTo>
                  <a:lnTo>
                    <a:pt x="1987364" y="3614771"/>
                  </a:lnTo>
                  <a:lnTo>
                    <a:pt x="1987458" y="3614771"/>
                  </a:lnTo>
                  <a:lnTo>
                    <a:pt x="1987552" y="3614771"/>
                  </a:lnTo>
                  <a:lnTo>
                    <a:pt x="1987646" y="3614771"/>
                  </a:lnTo>
                  <a:lnTo>
                    <a:pt x="1987741" y="3614771"/>
                  </a:lnTo>
                  <a:lnTo>
                    <a:pt x="1987835" y="3614771"/>
                  </a:lnTo>
                  <a:lnTo>
                    <a:pt x="1987929" y="3614771"/>
                  </a:lnTo>
                  <a:lnTo>
                    <a:pt x="1988023" y="3614771"/>
                  </a:lnTo>
                  <a:lnTo>
                    <a:pt x="1988117" y="3614771"/>
                  </a:lnTo>
                  <a:lnTo>
                    <a:pt x="1988211" y="3614771"/>
                  </a:lnTo>
                  <a:lnTo>
                    <a:pt x="1988305" y="3614771"/>
                  </a:lnTo>
                  <a:lnTo>
                    <a:pt x="1988400" y="3614771"/>
                  </a:lnTo>
                  <a:lnTo>
                    <a:pt x="1988494" y="3614771"/>
                  </a:lnTo>
                  <a:lnTo>
                    <a:pt x="1988588" y="3614771"/>
                  </a:lnTo>
                  <a:lnTo>
                    <a:pt x="1988682" y="3614771"/>
                  </a:lnTo>
                  <a:lnTo>
                    <a:pt x="1988776" y="3614771"/>
                  </a:lnTo>
                  <a:lnTo>
                    <a:pt x="1988870" y="3614771"/>
                  </a:lnTo>
                  <a:lnTo>
                    <a:pt x="1988964" y="3614771"/>
                  </a:lnTo>
                  <a:lnTo>
                    <a:pt x="1989059" y="3614771"/>
                  </a:lnTo>
                  <a:lnTo>
                    <a:pt x="1989153" y="3614771"/>
                  </a:lnTo>
                  <a:lnTo>
                    <a:pt x="1989247" y="3614771"/>
                  </a:lnTo>
                  <a:lnTo>
                    <a:pt x="1989341" y="3614771"/>
                  </a:lnTo>
                  <a:lnTo>
                    <a:pt x="1989435" y="3614771"/>
                  </a:lnTo>
                  <a:lnTo>
                    <a:pt x="1989529" y="3614771"/>
                  </a:lnTo>
                  <a:lnTo>
                    <a:pt x="1989624" y="3614771"/>
                  </a:lnTo>
                  <a:lnTo>
                    <a:pt x="1989718" y="3614771"/>
                  </a:lnTo>
                  <a:lnTo>
                    <a:pt x="1989812" y="3614771"/>
                  </a:lnTo>
                  <a:lnTo>
                    <a:pt x="1989906" y="3614771"/>
                  </a:lnTo>
                  <a:lnTo>
                    <a:pt x="1990000" y="3614771"/>
                  </a:lnTo>
                  <a:lnTo>
                    <a:pt x="1990094" y="3614771"/>
                  </a:lnTo>
                  <a:lnTo>
                    <a:pt x="1990188" y="3614771"/>
                  </a:lnTo>
                  <a:lnTo>
                    <a:pt x="1990283" y="3614771"/>
                  </a:lnTo>
                  <a:lnTo>
                    <a:pt x="1990377" y="3614771"/>
                  </a:lnTo>
                  <a:lnTo>
                    <a:pt x="1990471" y="3614771"/>
                  </a:lnTo>
                  <a:lnTo>
                    <a:pt x="1990565" y="3614771"/>
                  </a:lnTo>
                  <a:lnTo>
                    <a:pt x="1990659" y="3614771"/>
                  </a:lnTo>
                  <a:lnTo>
                    <a:pt x="1990753" y="3614771"/>
                  </a:lnTo>
                  <a:lnTo>
                    <a:pt x="1990848" y="3614771"/>
                  </a:lnTo>
                  <a:lnTo>
                    <a:pt x="1990942" y="3614771"/>
                  </a:lnTo>
                  <a:lnTo>
                    <a:pt x="1991036" y="3614771"/>
                  </a:lnTo>
                  <a:lnTo>
                    <a:pt x="1991130" y="3614771"/>
                  </a:lnTo>
                  <a:lnTo>
                    <a:pt x="1991224" y="3614771"/>
                  </a:lnTo>
                  <a:lnTo>
                    <a:pt x="1991318" y="3614771"/>
                  </a:lnTo>
                  <a:lnTo>
                    <a:pt x="1991412" y="3614771"/>
                  </a:lnTo>
                  <a:lnTo>
                    <a:pt x="1991507" y="3614771"/>
                  </a:lnTo>
                  <a:lnTo>
                    <a:pt x="1991601" y="3614771"/>
                  </a:lnTo>
                  <a:lnTo>
                    <a:pt x="1991695" y="3614771"/>
                  </a:lnTo>
                  <a:lnTo>
                    <a:pt x="1991789" y="3614771"/>
                  </a:lnTo>
                  <a:lnTo>
                    <a:pt x="1991883" y="3614771"/>
                  </a:lnTo>
                  <a:lnTo>
                    <a:pt x="1991977" y="3614771"/>
                  </a:lnTo>
                  <a:lnTo>
                    <a:pt x="1992072" y="3614771"/>
                  </a:lnTo>
                  <a:lnTo>
                    <a:pt x="1992166" y="3614771"/>
                  </a:lnTo>
                  <a:lnTo>
                    <a:pt x="1992260" y="3614771"/>
                  </a:lnTo>
                  <a:lnTo>
                    <a:pt x="1992354" y="3614771"/>
                  </a:lnTo>
                  <a:lnTo>
                    <a:pt x="1992448" y="3614771"/>
                  </a:lnTo>
                  <a:lnTo>
                    <a:pt x="1992542" y="3614771"/>
                  </a:lnTo>
                  <a:lnTo>
                    <a:pt x="1992636" y="3614771"/>
                  </a:lnTo>
                  <a:lnTo>
                    <a:pt x="1992731" y="3614771"/>
                  </a:lnTo>
                  <a:lnTo>
                    <a:pt x="1992825" y="3614771"/>
                  </a:lnTo>
                  <a:lnTo>
                    <a:pt x="1992919" y="3614771"/>
                  </a:lnTo>
                  <a:lnTo>
                    <a:pt x="1993013" y="3614771"/>
                  </a:lnTo>
                  <a:lnTo>
                    <a:pt x="1993107" y="3614771"/>
                  </a:lnTo>
                  <a:lnTo>
                    <a:pt x="1993201" y="3614771"/>
                  </a:lnTo>
                  <a:lnTo>
                    <a:pt x="1993295" y="3614771"/>
                  </a:lnTo>
                  <a:lnTo>
                    <a:pt x="1993390" y="3614771"/>
                  </a:lnTo>
                  <a:lnTo>
                    <a:pt x="1993484" y="3614771"/>
                  </a:lnTo>
                  <a:lnTo>
                    <a:pt x="1993578" y="3614771"/>
                  </a:lnTo>
                  <a:lnTo>
                    <a:pt x="1993672" y="3614771"/>
                  </a:lnTo>
                  <a:lnTo>
                    <a:pt x="1993766" y="3614771"/>
                  </a:lnTo>
                  <a:lnTo>
                    <a:pt x="1993860" y="3614771"/>
                  </a:lnTo>
                  <a:lnTo>
                    <a:pt x="1993955" y="3614771"/>
                  </a:lnTo>
                  <a:lnTo>
                    <a:pt x="1994049" y="3614771"/>
                  </a:lnTo>
                  <a:lnTo>
                    <a:pt x="1994143" y="3614771"/>
                  </a:lnTo>
                  <a:lnTo>
                    <a:pt x="1994237" y="3614771"/>
                  </a:lnTo>
                  <a:lnTo>
                    <a:pt x="1994331" y="3614771"/>
                  </a:lnTo>
                  <a:lnTo>
                    <a:pt x="1994425" y="3614771"/>
                  </a:lnTo>
                  <a:lnTo>
                    <a:pt x="1994519" y="3614771"/>
                  </a:lnTo>
                  <a:lnTo>
                    <a:pt x="1994614" y="3614771"/>
                  </a:lnTo>
                  <a:lnTo>
                    <a:pt x="1994708" y="3614771"/>
                  </a:lnTo>
                  <a:lnTo>
                    <a:pt x="1994802" y="3614771"/>
                  </a:lnTo>
                  <a:lnTo>
                    <a:pt x="1994896" y="3614771"/>
                  </a:lnTo>
                  <a:lnTo>
                    <a:pt x="1994990" y="3614771"/>
                  </a:lnTo>
                  <a:lnTo>
                    <a:pt x="1995084" y="3614771"/>
                  </a:lnTo>
                  <a:lnTo>
                    <a:pt x="1995179" y="3614771"/>
                  </a:lnTo>
                  <a:lnTo>
                    <a:pt x="1995179" y="3609860"/>
                  </a:lnTo>
                  <a:lnTo>
                    <a:pt x="1995273" y="3609860"/>
                  </a:lnTo>
                  <a:lnTo>
                    <a:pt x="1995367" y="3609860"/>
                  </a:lnTo>
                  <a:lnTo>
                    <a:pt x="1995461" y="3609860"/>
                  </a:lnTo>
                  <a:lnTo>
                    <a:pt x="1995555" y="3609860"/>
                  </a:lnTo>
                  <a:lnTo>
                    <a:pt x="1995649" y="3609860"/>
                  </a:lnTo>
                  <a:lnTo>
                    <a:pt x="1995743" y="3609860"/>
                  </a:lnTo>
                  <a:lnTo>
                    <a:pt x="1995743" y="3604949"/>
                  </a:lnTo>
                  <a:lnTo>
                    <a:pt x="1995838" y="3604949"/>
                  </a:lnTo>
                  <a:lnTo>
                    <a:pt x="1995932" y="3604949"/>
                  </a:lnTo>
                  <a:lnTo>
                    <a:pt x="1996026" y="3604949"/>
                  </a:lnTo>
                  <a:lnTo>
                    <a:pt x="1996120" y="3604949"/>
                  </a:lnTo>
                  <a:lnTo>
                    <a:pt x="1996214" y="3604949"/>
                  </a:lnTo>
                  <a:lnTo>
                    <a:pt x="1996308" y="3604949"/>
                  </a:lnTo>
                  <a:lnTo>
                    <a:pt x="1996403" y="3604949"/>
                  </a:lnTo>
                  <a:lnTo>
                    <a:pt x="1996497" y="3604949"/>
                  </a:lnTo>
                  <a:lnTo>
                    <a:pt x="1996591" y="3604949"/>
                  </a:lnTo>
                  <a:lnTo>
                    <a:pt x="1996685" y="3604949"/>
                  </a:lnTo>
                  <a:lnTo>
                    <a:pt x="1996779" y="3604949"/>
                  </a:lnTo>
                  <a:lnTo>
                    <a:pt x="1996873" y="3604949"/>
                  </a:lnTo>
                  <a:lnTo>
                    <a:pt x="1996967" y="3604949"/>
                  </a:lnTo>
                  <a:lnTo>
                    <a:pt x="1997062" y="3604949"/>
                  </a:lnTo>
                  <a:lnTo>
                    <a:pt x="1997156" y="3604949"/>
                  </a:lnTo>
                  <a:lnTo>
                    <a:pt x="1997250" y="3604949"/>
                  </a:lnTo>
                  <a:lnTo>
                    <a:pt x="1997344" y="3604949"/>
                  </a:lnTo>
                  <a:lnTo>
                    <a:pt x="1997438" y="3604949"/>
                  </a:lnTo>
                  <a:lnTo>
                    <a:pt x="1997532" y="3604949"/>
                  </a:lnTo>
                  <a:lnTo>
                    <a:pt x="1997626" y="3604949"/>
                  </a:lnTo>
                  <a:lnTo>
                    <a:pt x="1997721" y="3604949"/>
                  </a:lnTo>
                  <a:lnTo>
                    <a:pt x="1997815" y="3604949"/>
                  </a:lnTo>
                  <a:lnTo>
                    <a:pt x="1997909" y="3604949"/>
                  </a:lnTo>
                  <a:lnTo>
                    <a:pt x="1998003" y="3604949"/>
                  </a:lnTo>
                  <a:lnTo>
                    <a:pt x="1998097" y="3604949"/>
                  </a:lnTo>
                  <a:lnTo>
                    <a:pt x="1998191" y="3604949"/>
                  </a:lnTo>
                  <a:lnTo>
                    <a:pt x="1998286" y="3604949"/>
                  </a:lnTo>
                  <a:lnTo>
                    <a:pt x="1998380" y="3604949"/>
                  </a:lnTo>
                  <a:lnTo>
                    <a:pt x="1998474" y="3604949"/>
                  </a:lnTo>
                  <a:lnTo>
                    <a:pt x="1998568" y="3604949"/>
                  </a:lnTo>
                  <a:lnTo>
                    <a:pt x="1998662" y="3604949"/>
                  </a:lnTo>
                  <a:lnTo>
                    <a:pt x="1998756" y="3604949"/>
                  </a:lnTo>
                  <a:lnTo>
                    <a:pt x="1998850" y="3604949"/>
                  </a:lnTo>
                  <a:lnTo>
                    <a:pt x="1998945" y="3604949"/>
                  </a:lnTo>
                  <a:lnTo>
                    <a:pt x="1999039" y="3604949"/>
                  </a:lnTo>
                  <a:lnTo>
                    <a:pt x="1999133" y="3604949"/>
                  </a:lnTo>
                  <a:lnTo>
                    <a:pt x="1999227" y="3604949"/>
                  </a:lnTo>
                  <a:lnTo>
                    <a:pt x="1999321" y="3604949"/>
                  </a:lnTo>
                  <a:lnTo>
                    <a:pt x="1999415" y="3604949"/>
                  </a:lnTo>
                  <a:lnTo>
                    <a:pt x="1999510" y="3604949"/>
                  </a:lnTo>
                  <a:lnTo>
                    <a:pt x="1999604" y="3604949"/>
                  </a:lnTo>
                  <a:lnTo>
                    <a:pt x="1999698" y="3604949"/>
                  </a:lnTo>
                  <a:lnTo>
                    <a:pt x="1999792" y="3604949"/>
                  </a:lnTo>
                  <a:lnTo>
                    <a:pt x="1999886" y="3604949"/>
                  </a:lnTo>
                  <a:lnTo>
                    <a:pt x="1999980" y="3604949"/>
                  </a:lnTo>
                  <a:lnTo>
                    <a:pt x="2000074" y="3604949"/>
                  </a:lnTo>
                  <a:lnTo>
                    <a:pt x="2000169" y="3604949"/>
                  </a:lnTo>
                  <a:lnTo>
                    <a:pt x="2000263" y="3604949"/>
                  </a:lnTo>
                  <a:lnTo>
                    <a:pt x="2000357" y="3604949"/>
                  </a:lnTo>
                  <a:lnTo>
                    <a:pt x="2000451" y="3604949"/>
                  </a:lnTo>
                  <a:lnTo>
                    <a:pt x="2000545" y="3604949"/>
                  </a:lnTo>
                  <a:lnTo>
                    <a:pt x="2000639" y="3604949"/>
                  </a:lnTo>
                  <a:lnTo>
                    <a:pt x="2000734" y="3604949"/>
                  </a:lnTo>
                  <a:lnTo>
                    <a:pt x="2000828" y="3604949"/>
                  </a:lnTo>
                  <a:lnTo>
                    <a:pt x="2000922" y="3604949"/>
                  </a:lnTo>
                  <a:lnTo>
                    <a:pt x="2001016" y="3604949"/>
                  </a:lnTo>
                  <a:lnTo>
                    <a:pt x="2001110" y="3604949"/>
                  </a:lnTo>
                  <a:lnTo>
                    <a:pt x="2001204" y="3604949"/>
                  </a:lnTo>
                  <a:lnTo>
                    <a:pt x="2001298" y="3604949"/>
                  </a:lnTo>
                  <a:lnTo>
                    <a:pt x="2001393" y="3604949"/>
                  </a:lnTo>
                  <a:lnTo>
                    <a:pt x="2001487" y="3604949"/>
                  </a:lnTo>
                  <a:lnTo>
                    <a:pt x="2001581" y="3604949"/>
                  </a:lnTo>
                  <a:lnTo>
                    <a:pt x="2001675" y="3604949"/>
                  </a:lnTo>
                  <a:lnTo>
                    <a:pt x="2001769" y="3604949"/>
                  </a:lnTo>
                  <a:lnTo>
                    <a:pt x="2001769" y="3600037"/>
                  </a:lnTo>
                  <a:lnTo>
                    <a:pt x="2001863" y="3600037"/>
                  </a:lnTo>
                  <a:lnTo>
                    <a:pt x="2001957" y="3600037"/>
                  </a:lnTo>
                  <a:lnTo>
                    <a:pt x="2002052" y="3600037"/>
                  </a:lnTo>
                  <a:lnTo>
                    <a:pt x="2002146" y="3600037"/>
                  </a:lnTo>
                  <a:lnTo>
                    <a:pt x="2002240" y="3600037"/>
                  </a:lnTo>
                  <a:lnTo>
                    <a:pt x="2002334" y="3600037"/>
                  </a:lnTo>
                  <a:lnTo>
                    <a:pt x="2002428" y="3600037"/>
                  </a:lnTo>
                  <a:lnTo>
                    <a:pt x="2002428" y="3595126"/>
                  </a:lnTo>
                  <a:lnTo>
                    <a:pt x="2002522" y="3595126"/>
                  </a:lnTo>
                  <a:lnTo>
                    <a:pt x="2002617" y="3595126"/>
                  </a:lnTo>
                  <a:lnTo>
                    <a:pt x="2002711" y="3595126"/>
                  </a:lnTo>
                  <a:lnTo>
                    <a:pt x="2002805" y="3595126"/>
                  </a:lnTo>
                  <a:lnTo>
                    <a:pt x="2002899" y="3595126"/>
                  </a:lnTo>
                  <a:lnTo>
                    <a:pt x="2002993" y="3595126"/>
                  </a:lnTo>
                  <a:lnTo>
                    <a:pt x="2003087" y="3595126"/>
                  </a:lnTo>
                  <a:lnTo>
                    <a:pt x="2003181" y="3595126"/>
                  </a:lnTo>
                  <a:lnTo>
                    <a:pt x="2003276" y="3595126"/>
                  </a:lnTo>
                  <a:lnTo>
                    <a:pt x="2003370" y="3595126"/>
                  </a:lnTo>
                  <a:lnTo>
                    <a:pt x="2003464" y="3595126"/>
                  </a:lnTo>
                  <a:lnTo>
                    <a:pt x="2003558" y="3595126"/>
                  </a:lnTo>
                  <a:lnTo>
                    <a:pt x="2003652" y="3595126"/>
                  </a:lnTo>
                  <a:lnTo>
                    <a:pt x="2003746" y="3595126"/>
                  </a:lnTo>
                  <a:lnTo>
                    <a:pt x="2003841" y="3595126"/>
                  </a:lnTo>
                  <a:lnTo>
                    <a:pt x="2003935" y="3595126"/>
                  </a:lnTo>
                  <a:lnTo>
                    <a:pt x="2004029" y="3595126"/>
                  </a:lnTo>
                  <a:lnTo>
                    <a:pt x="2004123" y="3595126"/>
                  </a:lnTo>
                  <a:lnTo>
                    <a:pt x="2004123" y="3590215"/>
                  </a:lnTo>
                  <a:lnTo>
                    <a:pt x="2004217" y="3590215"/>
                  </a:lnTo>
                  <a:lnTo>
                    <a:pt x="2004311" y="3590215"/>
                  </a:lnTo>
                  <a:lnTo>
                    <a:pt x="2004405" y="3590215"/>
                  </a:lnTo>
                  <a:lnTo>
                    <a:pt x="2004500" y="3590215"/>
                  </a:lnTo>
                  <a:lnTo>
                    <a:pt x="2004594" y="3590215"/>
                  </a:lnTo>
                  <a:lnTo>
                    <a:pt x="2004688" y="3590215"/>
                  </a:lnTo>
                  <a:lnTo>
                    <a:pt x="2004782" y="3590215"/>
                  </a:lnTo>
                  <a:lnTo>
                    <a:pt x="2004876" y="3590215"/>
                  </a:lnTo>
                  <a:lnTo>
                    <a:pt x="2004970" y="3590215"/>
                  </a:lnTo>
                  <a:lnTo>
                    <a:pt x="2005065" y="3590215"/>
                  </a:lnTo>
                  <a:lnTo>
                    <a:pt x="2005159" y="3590215"/>
                  </a:lnTo>
                  <a:lnTo>
                    <a:pt x="2005253" y="3590215"/>
                  </a:lnTo>
                  <a:lnTo>
                    <a:pt x="2005347" y="3590215"/>
                  </a:lnTo>
                  <a:lnTo>
                    <a:pt x="2005441" y="3590215"/>
                  </a:lnTo>
                  <a:lnTo>
                    <a:pt x="2005535" y="3590215"/>
                  </a:lnTo>
                  <a:lnTo>
                    <a:pt x="2005629" y="3590215"/>
                  </a:lnTo>
                  <a:lnTo>
                    <a:pt x="2005629" y="3585303"/>
                  </a:lnTo>
                  <a:lnTo>
                    <a:pt x="2005724" y="3585303"/>
                  </a:lnTo>
                  <a:lnTo>
                    <a:pt x="2005818" y="3585303"/>
                  </a:lnTo>
                  <a:lnTo>
                    <a:pt x="2005912" y="3585303"/>
                  </a:lnTo>
                  <a:lnTo>
                    <a:pt x="2006006" y="3585303"/>
                  </a:lnTo>
                  <a:lnTo>
                    <a:pt x="2006100" y="3585303"/>
                  </a:lnTo>
                  <a:lnTo>
                    <a:pt x="2006194" y="3585303"/>
                  </a:lnTo>
                  <a:lnTo>
                    <a:pt x="2006288" y="3585303"/>
                  </a:lnTo>
                  <a:lnTo>
                    <a:pt x="2006383" y="3585303"/>
                  </a:lnTo>
                  <a:lnTo>
                    <a:pt x="2006383" y="3580392"/>
                  </a:lnTo>
                  <a:lnTo>
                    <a:pt x="2006477" y="3580392"/>
                  </a:lnTo>
                  <a:lnTo>
                    <a:pt x="2006571" y="3580392"/>
                  </a:lnTo>
                  <a:lnTo>
                    <a:pt x="2006665" y="3580392"/>
                  </a:lnTo>
                  <a:lnTo>
                    <a:pt x="2006759" y="3580392"/>
                  </a:lnTo>
                  <a:lnTo>
                    <a:pt x="2006853" y="3580392"/>
                  </a:lnTo>
                  <a:lnTo>
                    <a:pt x="2006948" y="3580392"/>
                  </a:lnTo>
                  <a:lnTo>
                    <a:pt x="2007042" y="3580392"/>
                  </a:lnTo>
                  <a:lnTo>
                    <a:pt x="2007136" y="3580392"/>
                  </a:lnTo>
                  <a:lnTo>
                    <a:pt x="2007230" y="3580392"/>
                  </a:lnTo>
                  <a:lnTo>
                    <a:pt x="2007324" y="3580392"/>
                  </a:lnTo>
                  <a:lnTo>
                    <a:pt x="2007418" y="3580392"/>
                  </a:lnTo>
                  <a:lnTo>
                    <a:pt x="2007512" y="3580392"/>
                  </a:lnTo>
                  <a:lnTo>
                    <a:pt x="2007607" y="3580392"/>
                  </a:lnTo>
                  <a:lnTo>
                    <a:pt x="2007701" y="3580392"/>
                  </a:lnTo>
                  <a:lnTo>
                    <a:pt x="2007795" y="3580392"/>
                  </a:lnTo>
                  <a:lnTo>
                    <a:pt x="2007889" y="3580392"/>
                  </a:lnTo>
                  <a:lnTo>
                    <a:pt x="2007983" y="3580392"/>
                  </a:lnTo>
                  <a:lnTo>
                    <a:pt x="2008077" y="3580392"/>
                  </a:lnTo>
                  <a:lnTo>
                    <a:pt x="2008077" y="3575480"/>
                  </a:lnTo>
                  <a:lnTo>
                    <a:pt x="2008172" y="3575480"/>
                  </a:lnTo>
                  <a:lnTo>
                    <a:pt x="2008266" y="3575480"/>
                  </a:lnTo>
                  <a:lnTo>
                    <a:pt x="2008360" y="3575480"/>
                  </a:lnTo>
                  <a:lnTo>
                    <a:pt x="2008454" y="3575480"/>
                  </a:lnTo>
                  <a:lnTo>
                    <a:pt x="2008548" y="3575480"/>
                  </a:lnTo>
                  <a:lnTo>
                    <a:pt x="2008642" y="3575480"/>
                  </a:lnTo>
                  <a:lnTo>
                    <a:pt x="2008736" y="3575480"/>
                  </a:lnTo>
                  <a:lnTo>
                    <a:pt x="2008831" y="3575480"/>
                  </a:lnTo>
                  <a:lnTo>
                    <a:pt x="2008925" y="3575480"/>
                  </a:lnTo>
                  <a:lnTo>
                    <a:pt x="2009019" y="3575480"/>
                  </a:lnTo>
                  <a:lnTo>
                    <a:pt x="2009113" y="3575480"/>
                  </a:lnTo>
                  <a:lnTo>
                    <a:pt x="2009207" y="3575480"/>
                  </a:lnTo>
                  <a:lnTo>
                    <a:pt x="2009301" y="3575480"/>
                  </a:lnTo>
                  <a:lnTo>
                    <a:pt x="2009396" y="3575480"/>
                  </a:lnTo>
                  <a:lnTo>
                    <a:pt x="2009490" y="3575480"/>
                  </a:lnTo>
                  <a:lnTo>
                    <a:pt x="2009584" y="3575480"/>
                  </a:lnTo>
                  <a:lnTo>
                    <a:pt x="2009678" y="3575480"/>
                  </a:lnTo>
                  <a:lnTo>
                    <a:pt x="2009772" y="3575480"/>
                  </a:lnTo>
                  <a:lnTo>
                    <a:pt x="2009866" y="3575480"/>
                  </a:lnTo>
                  <a:lnTo>
                    <a:pt x="2009960" y="3575480"/>
                  </a:lnTo>
                  <a:lnTo>
                    <a:pt x="2010055" y="3575480"/>
                  </a:lnTo>
                  <a:lnTo>
                    <a:pt x="2010149" y="3575480"/>
                  </a:lnTo>
                  <a:lnTo>
                    <a:pt x="2010243" y="3575480"/>
                  </a:lnTo>
                  <a:lnTo>
                    <a:pt x="2010337" y="3575480"/>
                  </a:lnTo>
                  <a:lnTo>
                    <a:pt x="2010431" y="3575480"/>
                  </a:lnTo>
                  <a:lnTo>
                    <a:pt x="2010525" y="3575480"/>
                  </a:lnTo>
                  <a:lnTo>
                    <a:pt x="2010619" y="3575480"/>
                  </a:lnTo>
                  <a:lnTo>
                    <a:pt x="2010714" y="3575480"/>
                  </a:lnTo>
                  <a:lnTo>
                    <a:pt x="2010808" y="3575480"/>
                  </a:lnTo>
                  <a:lnTo>
                    <a:pt x="2010902" y="3575480"/>
                  </a:lnTo>
                  <a:lnTo>
                    <a:pt x="2010996" y="3575480"/>
                  </a:lnTo>
                  <a:lnTo>
                    <a:pt x="2011090" y="3575480"/>
                  </a:lnTo>
                  <a:lnTo>
                    <a:pt x="2011184" y="3575480"/>
                  </a:lnTo>
                  <a:lnTo>
                    <a:pt x="2011279" y="3575480"/>
                  </a:lnTo>
                  <a:lnTo>
                    <a:pt x="2011373" y="3575480"/>
                  </a:lnTo>
                  <a:lnTo>
                    <a:pt x="2011467" y="3575480"/>
                  </a:lnTo>
                  <a:lnTo>
                    <a:pt x="2011561" y="3575480"/>
                  </a:lnTo>
                  <a:lnTo>
                    <a:pt x="2011655" y="3575480"/>
                  </a:lnTo>
                  <a:lnTo>
                    <a:pt x="2011749" y="3575480"/>
                  </a:lnTo>
                  <a:lnTo>
                    <a:pt x="2011749" y="3570569"/>
                  </a:lnTo>
                  <a:lnTo>
                    <a:pt x="2011843" y="3570569"/>
                  </a:lnTo>
                  <a:lnTo>
                    <a:pt x="2011938" y="3570569"/>
                  </a:lnTo>
                  <a:lnTo>
                    <a:pt x="2012032" y="3570569"/>
                  </a:lnTo>
                  <a:lnTo>
                    <a:pt x="2012126" y="3570569"/>
                  </a:lnTo>
                  <a:lnTo>
                    <a:pt x="2012220" y="3570569"/>
                  </a:lnTo>
                  <a:lnTo>
                    <a:pt x="2012314" y="3570569"/>
                  </a:lnTo>
                  <a:lnTo>
                    <a:pt x="2012408" y="3570569"/>
                  </a:lnTo>
                  <a:lnTo>
                    <a:pt x="2012503" y="3570569"/>
                  </a:lnTo>
                  <a:lnTo>
                    <a:pt x="2012597" y="3570569"/>
                  </a:lnTo>
                  <a:lnTo>
                    <a:pt x="2012691" y="3570569"/>
                  </a:lnTo>
                  <a:lnTo>
                    <a:pt x="2012785" y="3570569"/>
                  </a:lnTo>
                  <a:lnTo>
                    <a:pt x="2012879" y="3570569"/>
                  </a:lnTo>
                  <a:lnTo>
                    <a:pt x="2012973" y="3570569"/>
                  </a:lnTo>
                  <a:lnTo>
                    <a:pt x="2013067" y="3570569"/>
                  </a:lnTo>
                  <a:lnTo>
                    <a:pt x="2013162" y="3570569"/>
                  </a:lnTo>
                  <a:lnTo>
                    <a:pt x="2013256" y="3570569"/>
                  </a:lnTo>
                  <a:lnTo>
                    <a:pt x="2013350" y="3570569"/>
                  </a:lnTo>
                  <a:lnTo>
                    <a:pt x="2013444" y="3570569"/>
                  </a:lnTo>
                  <a:lnTo>
                    <a:pt x="2013538" y="3570569"/>
                  </a:lnTo>
                  <a:lnTo>
                    <a:pt x="2013632" y="3570569"/>
                  </a:lnTo>
                  <a:lnTo>
                    <a:pt x="2013727" y="3570569"/>
                  </a:lnTo>
                  <a:lnTo>
                    <a:pt x="2013821" y="3570569"/>
                  </a:lnTo>
                  <a:lnTo>
                    <a:pt x="2013915" y="3570569"/>
                  </a:lnTo>
                  <a:lnTo>
                    <a:pt x="2014009" y="3570569"/>
                  </a:lnTo>
                  <a:lnTo>
                    <a:pt x="2014103" y="3570569"/>
                  </a:lnTo>
                  <a:lnTo>
                    <a:pt x="2014197" y="3570569"/>
                  </a:lnTo>
                  <a:lnTo>
                    <a:pt x="2014291" y="3570569"/>
                  </a:lnTo>
                  <a:lnTo>
                    <a:pt x="2014386" y="3570569"/>
                  </a:lnTo>
                  <a:lnTo>
                    <a:pt x="2014480" y="3570569"/>
                  </a:lnTo>
                  <a:lnTo>
                    <a:pt x="2014574" y="3570569"/>
                  </a:lnTo>
                  <a:lnTo>
                    <a:pt x="2014668" y="3570569"/>
                  </a:lnTo>
                  <a:lnTo>
                    <a:pt x="2014762" y="3570569"/>
                  </a:lnTo>
                  <a:lnTo>
                    <a:pt x="2014856" y="3570569"/>
                  </a:lnTo>
                  <a:lnTo>
                    <a:pt x="2014950" y="3570569"/>
                  </a:lnTo>
                  <a:lnTo>
                    <a:pt x="2015045" y="3570569"/>
                  </a:lnTo>
                  <a:lnTo>
                    <a:pt x="2015139" y="3570569"/>
                  </a:lnTo>
                  <a:lnTo>
                    <a:pt x="2015233" y="3570569"/>
                  </a:lnTo>
                  <a:lnTo>
                    <a:pt x="2015327" y="3570569"/>
                  </a:lnTo>
                  <a:lnTo>
                    <a:pt x="2015421" y="3570569"/>
                  </a:lnTo>
                  <a:lnTo>
                    <a:pt x="2015515" y="3570569"/>
                  </a:lnTo>
                  <a:lnTo>
                    <a:pt x="2015610" y="3570569"/>
                  </a:lnTo>
                  <a:lnTo>
                    <a:pt x="2015704" y="3570569"/>
                  </a:lnTo>
                  <a:lnTo>
                    <a:pt x="2015798" y="3570569"/>
                  </a:lnTo>
                  <a:lnTo>
                    <a:pt x="2015892" y="3570569"/>
                  </a:lnTo>
                  <a:lnTo>
                    <a:pt x="2015986" y="3570569"/>
                  </a:lnTo>
                  <a:lnTo>
                    <a:pt x="2016080" y="3570569"/>
                  </a:lnTo>
                  <a:lnTo>
                    <a:pt x="2016174" y="3570569"/>
                  </a:lnTo>
                  <a:lnTo>
                    <a:pt x="2016269" y="3570569"/>
                  </a:lnTo>
                  <a:lnTo>
                    <a:pt x="2016363" y="3570569"/>
                  </a:lnTo>
                  <a:lnTo>
                    <a:pt x="2016457" y="3570569"/>
                  </a:lnTo>
                  <a:lnTo>
                    <a:pt x="2016551" y="3570569"/>
                  </a:lnTo>
                  <a:lnTo>
                    <a:pt x="2016645" y="3570569"/>
                  </a:lnTo>
                  <a:lnTo>
                    <a:pt x="2016739" y="3570569"/>
                  </a:lnTo>
                  <a:lnTo>
                    <a:pt x="2016834" y="3570569"/>
                  </a:lnTo>
                  <a:lnTo>
                    <a:pt x="2016928" y="3570569"/>
                  </a:lnTo>
                  <a:lnTo>
                    <a:pt x="2017022" y="3570569"/>
                  </a:lnTo>
                  <a:lnTo>
                    <a:pt x="2017116" y="3570569"/>
                  </a:lnTo>
                  <a:lnTo>
                    <a:pt x="2017210" y="3570569"/>
                  </a:lnTo>
                  <a:lnTo>
                    <a:pt x="2017304" y="3570569"/>
                  </a:lnTo>
                  <a:lnTo>
                    <a:pt x="2017398" y="3570569"/>
                  </a:lnTo>
                  <a:lnTo>
                    <a:pt x="2017493" y="3570569"/>
                  </a:lnTo>
                  <a:lnTo>
                    <a:pt x="2017587" y="3570569"/>
                  </a:lnTo>
                  <a:lnTo>
                    <a:pt x="2017681" y="3570569"/>
                  </a:lnTo>
                  <a:lnTo>
                    <a:pt x="2017775" y="3570569"/>
                  </a:lnTo>
                  <a:lnTo>
                    <a:pt x="2017869" y="3570569"/>
                  </a:lnTo>
                  <a:lnTo>
                    <a:pt x="2017963" y="3570569"/>
                  </a:lnTo>
                  <a:lnTo>
                    <a:pt x="2018058" y="3570569"/>
                  </a:lnTo>
                  <a:lnTo>
                    <a:pt x="2018152" y="3570569"/>
                  </a:lnTo>
                  <a:lnTo>
                    <a:pt x="2018246" y="3570569"/>
                  </a:lnTo>
                  <a:lnTo>
                    <a:pt x="2018340" y="3570569"/>
                  </a:lnTo>
                  <a:lnTo>
                    <a:pt x="2018434" y="3570569"/>
                  </a:lnTo>
                  <a:lnTo>
                    <a:pt x="2018528" y="3570569"/>
                  </a:lnTo>
                  <a:lnTo>
                    <a:pt x="2018622" y="3570569"/>
                  </a:lnTo>
                  <a:lnTo>
                    <a:pt x="2018717" y="3570569"/>
                  </a:lnTo>
                  <a:lnTo>
                    <a:pt x="2018811" y="3570569"/>
                  </a:lnTo>
                  <a:lnTo>
                    <a:pt x="2018905" y="3570569"/>
                  </a:lnTo>
                  <a:lnTo>
                    <a:pt x="2018999" y="3570569"/>
                  </a:lnTo>
                  <a:lnTo>
                    <a:pt x="2019093" y="3570569"/>
                  </a:lnTo>
                  <a:lnTo>
                    <a:pt x="2019187" y="3570569"/>
                  </a:lnTo>
                  <a:lnTo>
                    <a:pt x="2019281" y="3570569"/>
                  </a:lnTo>
                  <a:lnTo>
                    <a:pt x="2019376" y="3570569"/>
                  </a:lnTo>
                  <a:lnTo>
                    <a:pt x="2019470" y="3570569"/>
                  </a:lnTo>
                  <a:lnTo>
                    <a:pt x="2019564" y="3570569"/>
                  </a:lnTo>
                  <a:lnTo>
                    <a:pt x="2019658" y="3570569"/>
                  </a:lnTo>
                  <a:lnTo>
                    <a:pt x="2019752" y="3570569"/>
                  </a:lnTo>
                  <a:lnTo>
                    <a:pt x="2019846" y="3570569"/>
                  </a:lnTo>
                  <a:lnTo>
                    <a:pt x="2019941" y="3570569"/>
                  </a:lnTo>
                  <a:lnTo>
                    <a:pt x="2020035" y="3570569"/>
                  </a:lnTo>
                  <a:lnTo>
                    <a:pt x="2020129" y="3570569"/>
                  </a:lnTo>
                  <a:lnTo>
                    <a:pt x="2020223" y="3570569"/>
                  </a:lnTo>
                  <a:lnTo>
                    <a:pt x="2020317" y="3570569"/>
                  </a:lnTo>
                  <a:lnTo>
                    <a:pt x="2020411" y="3570569"/>
                  </a:lnTo>
                  <a:lnTo>
                    <a:pt x="2020505" y="3570569"/>
                  </a:lnTo>
                  <a:lnTo>
                    <a:pt x="2020600" y="3570569"/>
                  </a:lnTo>
                  <a:lnTo>
                    <a:pt x="2020694" y="3570569"/>
                  </a:lnTo>
                  <a:lnTo>
                    <a:pt x="2020788" y="3570569"/>
                  </a:lnTo>
                  <a:lnTo>
                    <a:pt x="2020882" y="3570569"/>
                  </a:lnTo>
                  <a:lnTo>
                    <a:pt x="2020976" y="3570569"/>
                  </a:lnTo>
                  <a:lnTo>
                    <a:pt x="2021070" y="3570569"/>
                  </a:lnTo>
                  <a:lnTo>
                    <a:pt x="2021165" y="3570569"/>
                  </a:lnTo>
                  <a:lnTo>
                    <a:pt x="2021259" y="3570569"/>
                  </a:lnTo>
                  <a:lnTo>
                    <a:pt x="2021353" y="3570569"/>
                  </a:lnTo>
                  <a:lnTo>
                    <a:pt x="2021447" y="3570569"/>
                  </a:lnTo>
                  <a:lnTo>
                    <a:pt x="2021541" y="3570569"/>
                  </a:lnTo>
                  <a:lnTo>
                    <a:pt x="2021635" y="3570569"/>
                  </a:lnTo>
                  <a:lnTo>
                    <a:pt x="2021729" y="3570569"/>
                  </a:lnTo>
                  <a:lnTo>
                    <a:pt x="2021824" y="3570569"/>
                  </a:lnTo>
                  <a:lnTo>
                    <a:pt x="2021918" y="3570569"/>
                  </a:lnTo>
                  <a:lnTo>
                    <a:pt x="2022012" y="3570569"/>
                  </a:lnTo>
                  <a:lnTo>
                    <a:pt x="2022106" y="3570569"/>
                  </a:lnTo>
                  <a:lnTo>
                    <a:pt x="2022200" y="3570569"/>
                  </a:lnTo>
                  <a:lnTo>
                    <a:pt x="2022294" y="3570569"/>
                  </a:lnTo>
                  <a:lnTo>
                    <a:pt x="2022389" y="3570569"/>
                  </a:lnTo>
                  <a:lnTo>
                    <a:pt x="2022483" y="3570569"/>
                  </a:lnTo>
                  <a:lnTo>
                    <a:pt x="2022577" y="3570569"/>
                  </a:lnTo>
                  <a:lnTo>
                    <a:pt x="2022671" y="3570569"/>
                  </a:lnTo>
                  <a:lnTo>
                    <a:pt x="2022765" y="3570569"/>
                  </a:lnTo>
                  <a:lnTo>
                    <a:pt x="2022859" y="3570569"/>
                  </a:lnTo>
                  <a:lnTo>
                    <a:pt x="2022953" y="3570569"/>
                  </a:lnTo>
                  <a:lnTo>
                    <a:pt x="2023048" y="3570569"/>
                  </a:lnTo>
                  <a:lnTo>
                    <a:pt x="2023142" y="3570569"/>
                  </a:lnTo>
                  <a:lnTo>
                    <a:pt x="2023236" y="3570569"/>
                  </a:lnTo>
                  <a:lnTo>
                    <a:pt x="2023330" y="3570569"/>
                  </a:lnTo>
                  <a:lnTo>
                    <a:pt x="2023424" y="3570569"/>
                  </a:lnTo>
                  <a:lnTo>
                    <a:pt x="2023518" y="3570569"/>
                  </a:lnTo>
                  <a:lnTo>
                    <a:pt x="2023612" y="3570569"/>
                  </a:lnTo>
                  <a:lnTo>
                    <a:pt x="2023612" y="3565658"/>
                  </a:lnTo>
                  <a:lnTo>
                    <a:pt x="2023707" y="3565658"/>
                  </a:lnTo>
                  <a:lnTo>
                    <a:pt x="2023801" y="3565658"/>
                  </a:lnTo>
                  <a:lnTo>
                    <a:pt x="2023895" y="3565658"/>
                  </a:lnTo>
                  <a:lnTo>
                    <a:pt x="2023989" y="3565658"/>
                  </a:lnTo>
                  <a:lnTo>
                    <a:pt x="2024083" y="3565658"/>
                  </a:lnTo>
                  <a:lnTo>
                    <a:pt x="2024177" y="3565658"/>
                  </a:lnTo>
                  <a:lnTo>
                    <a:pt x="2024272" y="3565658"/>
                  </a:lnTo>
                  <a:lnTo>
                    <a:pt x="2024366" y="3565658"/>
                  </a:lnTo>
                  <a:lnTo>
                    <a:pt x="2024460" y="3565658"/>
                  </a:lnTo>
                  <a:lnTo>
                    <a:pt x="2024554" y="3565658"/>
                  </a:lnTo>
                  <a:lnTo>
                    <a:pt x="2024648" y="3565658"/>
                  </a:lnTo>
                  <a:lnTo>
                    <a:pt x="2024742" y="3565658"/>
                  </a:lnTo>
                  <a:lnTo>
                    <a:pt x="2024836" y="3565658"/>
                  </a:lnTo>
                  <a:lnTo>
                    <a:pt x="2024931" y="3565658"/>
                  </a:lnTo>
                  <a:lnTo>
                    <a:pt x="2025025" y="3565658"/>
                  </a:lnTo>
                  <a:lnTo>
                    <a:pt x="2025119" y="3565658"/>
                  </a:lnTo>
                  <a:lnTo>
                    <a:pt x="2025213" y="3565658"/>
                  </a:lnTo>
                  <a:lnTo>
                    <a:pt x="2025307" y="3565658"/>
                  </a:lnTo>
                  <a:lnTo>
                    <a:pt x="2025401" y="3565658"/>
                  </a:lnTo>
                  <a:lnTo>
                    <a:pt x="2025496" y="3565658"/>
                  </a:lnTo>
                  <a:lnTo>
                    <a:pt x="2025590" y="3565658"/>
                  </a:lnTo>
                  <a:lnTo>
                    <a:pt x="2025684" y="3565658"/>
                  </a:lnTo>
                  <a:lnTo>
                    <a:pt x="2025778" y="3565658"/>
                  </a:lnTo>
                  <a:lnTo>
                    <a:pt x="2025872" y="3565658"/>
                  </a:lnTo>
                  <a:lnTo>
                    <a:pt x="2025966" y="3565658"/>
                  </a:lnTo>
                  <a:lnTo>
                    <a:pt x="2026060" y="3565658"/>
                  </a:lnTo>
                  <a:lnTo>
                    <a:pt x="2026155" y="3565658"/>
                  </a:lnTo>
                  <a:lnTo>
                    <a:pt x="2026249" y="3565658"/>
                  </a:lnTo>
                  <a:lnTo>
                    <a:pt x="2026343" y="3565658"/>
                  </a:lnTo>
                  <a:lnTo>
                    <a:pt x="2026343" y="3560746"/>
                  </a:lnTo>
                  <a:lnTo>
                    <a:pt x="2026437" y="3560746"/>
                  </a:lnTo>
                  <a:lnTo>
                    <a:pt x="2026531" y="3560746"/>
                  </a:lnTo>
                  <a:lnTo>
                    <a:pt x="2026625" y="3560746"/>
                  </a:lnTo>
                  <a:lnTo>
                    <a:pt x="2026720" y="3560746"/>
                  </a:lnTo>
                  <a:lnTo>
                    <a:pt x="2026814" y="3560746"/>
                  </a:lnTo>
                  <a:lnTo>
                    <a:pt x="2026908" y="3560746"/>
                  </a:lnTo>
                  <a:lnTo>
                    <a:pt x="2027002" y="3560746"/>
                  </a:lnTo>
                  <a:lnTo>
                    <a:pt x="2027096" y="3560746"/>
                  </a:lnTo>
                  <a:lnTo>
                    <a:pt x="2027190" y="3560746"/>
                  </a:lnTo>
                  <a:lnTo>
                    <a:pt x="2027284" y="3560746"/>
                  </a:lnTo>
                  <a:lnTo>
                    <a:pt x="2027379" y="3560746"/>
                  </a:lnTo>
                  <a:lnTo>
                    <a:pt x="2027473" y="3560746"/>
                  </a:lnTo>
                  <a:lnTo>
                    <a:pt x="2027473" y="3555835"/>
                  </a:lnTo>
                  <a:lnTo>
                    <a:pt x="2027567" y="3555835"/>
                  </a:lnTo>
                  <a:lnTo>
                    <a:pt x="2027661" y="3555835"/>
                  </a:lnTo>
                  <a:lnTo>
                    <a:pt x="2027755" y="3555835"/>
                  </a:lnTo>
                  <a:lnTo>
                    <a:pt x="2027849" y="3555835"/>
                  </a:lnTo>
                  <a:lnTo>
                    <a:pt x="2027944" y="3555835"/>
                  </a:lnTo>
                  <a:lnTo>
                    <a:pt x="2028038" y="3555835"/>
                  </a:lnTo>
                  <a:lnTo>
                    <a:pt x="2028132" y="3555835"/>
                  </a:lnTo>
                  <a:lnTo>
                    <a:pt x="2028226" y="3555835"/>
                  </a:lnTo>
                  <a:lnTo>
                    <a:pt x="2028320" y="3555835"/>
                  </a:lnTo>
                  <a:lnTo>
                    <a:pt x="2028414" y="3555835"/>
                  </a:lnTo>
                  <a:lnTo>
                    <a:pt x="2028508" y="3555835"/>
                  </a:lnTo>
                  <a:lnTo>
                    <a:pt x="2028603" y="3555835"/>
                  </a:lnTo>
                  <a:lnTo>
                    <a:pt x="2028697" y="3555835"/>
                  </a:lnTo>
                  <a:lnTo>
                    <a:pt x="2028791" y="3555835"/>
                  </a:lnTo>
                  <a:lnTo>
                    <a:pt x="2028885" y="3555835"/>
                  </a:lnTo>
                  <a:lnTo>
                    <a:pt x="2028979" y="3555835"/>
                  </a:lnTo>
                  <a:lnTo>
                    <a:pt x="2029073" y="3555835"/>
                  </a:lnTo>
                  <a:lnTo>
                    <a:pt x="2029167" y="3555835"/>
                  </a:lnTo>
                  <a:lnTo>
                    <a:pt x="2029262" y="3555835"/>
                  </a:lnTo>
                  <a:lnTo>
                    <a:pt x="2029356" y="3555835"/>
                  </a:lnTo>
                  <a:lnTo>
                    <a:pt x="2029450" y="3555835"/>
                  </a:lnTo>
                  <a:lnTo>
                    <a:pt x="2029544" y="3555835"/>
                  </a:lnTo>
                  <a:lnTo>
                    <a:pt x="2029638" y="3555835"/>
                  </a:lnTo>
                  <a:lnTo>
                    <a:pt x="2029732" y="3555835"/>
                  </a:lnTo>
                  <a:lnTo>
                    <a:pt x="2029827" y="3555835"/>
                  </a:lnTo>
                  <a:lnTo>
                    <a:pt x="2029921" y="3555835"/>
                  </a:lnTo>
                  <a:lnTo>
                    <a:pt x="2030015" y="3555835"/>
                  </a:lnTo>
                  <a:lnTo>
                    <a:pt x="2030109" y="3555835"/>
                  </a:lnTo>
                  <a:lnTo>
                    <a:pt x="2030203" y="3555835"/>
                  </a:lnTo>
                  <a:lnTo>
                    <a:pt x="2030297" y="3555835"/>
                  </a:lnTo>
                  <a:lnTo>
                    <a:pt x="2030391" y="3555835"/>
                  </a:lnTo>
                  <a:lnTo>
                    <a:pt x="2030486" y="3555835"/>
                  </a:lnTo>
                  <a:lnTo>
                    <a:pt x="2030580" y="3555835"/>
                  </a:lnTo>
                  <a:lnTo>
                    <a:pt x="2030674" y="3555835"/>
                  </a:lnTo>
                  <a:lnTo>
                    <a:pt x="2030768" y="3555835"/>
                  </a:lnTo>
                  <a:lnTo>
                    <a:pt x="2030862" y="3555835"/>
                  </a:lnTo>
                  <a:lnTo>
                    <a:pt x="2030956" y="3555835"/>
                  </a:lnTo>
                  <a:lnTo>
                    <a:pt x="2031051" y="3555835"/>
                  </a:lnTo>
                  <a:lnTo>
                    <a:pt x="2031145" y="3555835"/>
                  </a:lnTo>
                  <a:lnTo>
                    <a:pt x="2031239" y="3555835"/>
                  </a:lnTo>
                  <a:lnTo>
                    <a:pt x="2031333" y="3555835"/>
                  </a:lnTo>
                  <a:lnTo>
                    <a:pt x="2031427" y="3555835"/>
                  </a:lnTo>
                  <a:lnTo>
                    <a:pt x="2031521" y="3555835"/>
                  </a:lnTo>
                  <a:lnTo>
                    <a:pt x="2031615" y="3555835"/>
                  </a:lnTo>
                  <a:lnTo>
                    <a:pt x="2031615" y="3550924"/>
                  </a:lnTo>
                  <a:lnTo>
                    <a:pt x="2031710" y="3550924"/>
                  </a:lnTo>
                  <a:lnTo>
                    <a:pt x="2031804" y="3550924"/>
                  </a:lnTo>
                  <a:lnTo>
                    <a:pt x="2031898" y="3550924"/>
                  </a:lnTo>
                  <a:lnTo>
                    <a:pt x="2031992" y="3550924"/>
                  </a:lnTo>
                  <a:lnTo>
                    <a:pt x="2032086" y="3550924"/>
                  </a:lnTo>
                  <a:lnTo>
                    <a:pt x="2032180" y="3550924"/>
                  </a:lnTo>
                  <a:lnTo>
                    <a:pt x="2032275" y="3550924"/>
                  </a:lnTo>
                  <a:lnTo>
                    <a:pt x="2032369" y="3550924"/>
                  </a:lnTo>
                  <a:lnTo>
                    <a:pt x="2032463" y="3550924"/>
                  </a:lnTo>
                  <a:lnTo>
                    <a:pt x="2032557" y="3550924"/>
                  </a:lnTo>
                  <a:lnTo>
                    <a:pt x="2032651" y="3550924"/>
                  </a:lnTo>
                  <a:lnTo>
                    <a:pt x="2032745" y="3550924"/>
                  </a:lnTo>
                  <a:lnTo>
                    <a:pt x="2032839" y="3550924"/>
                  </a:lnTo>
                  <a:lnTo>
                    <a:pt x="2032934" y="3550924"/>
                  </a:lnTo>
                  <a:lnTo>
                    <a:pt x="2033028" y="3550924"/>
                  </a:lnTo>
                  <a:lnTo>
                    <a:pt x="2033122" y="3550924"/>
                  </a:lnTo>
                  <a:lnTo>
                    <a:pt x="2033216" y="3550924"/>
                  </a:lnTo>
                  <a:lnTo>
                    <a:pt x="2033310" y="3550924"/>
                  </a:lnTo>
                  <a:lnTo>
                    <a:pt x="2033404" y="3550924"/>
                  </a:lnTo>
                  <a:lnTo>
                    <a:pt x="2033498" y="3550924"/>
                  </a:lnTo>
                  <a:lnTo>
                    <a:pt x="2033593" y="3550924"/>
                  </a:lnTo>
                  <a:lnTo>
                    <a:pt x="2033687" y="3550924"/>
                  </a:lnTo>
                  <a:lnTo>
                    <a:pt x="2033781" y="3550924"/>
                  </a:lnTo>
                  <a:lnTo>
                    <a:pt x="2033875" y="3550924"/>
                  </a:lnTo>
                  <a:lnTo>
                    <a:pt x="2033969" y="3550924"/>
                  </a:lnTo>
                  <a:lnTo>
                    <a:pt x="2034063" y="3550924"/>
                  </a:lnTo>
                  <a:lnTo>
                    <a:pt x="2034158" y="3550924"/>
                  </a:lnTo>
                  <a:lnTo>
                    <a:pt x="2034252" y="3550924"/>
                  </a:lnTo>
                  <a:lnTo>
                    <a:pt x="2034346" y="3550924"/>
                  </a:lnTo>
                  <a:lnTo>
                    <a:pt x="2034440" y="3550924"/>
                  </a:lnTo>
                  <a:lnTo>
                    <a:pt x="2034534" y="3550924"/>
                  </a:lnTo>
                  <a:lnTo>
                    <a:pt x="2034628" y="3550924"/>
                  </a:lnTo>
                  <a:lnTo>
                    <a:pt x="2034722" y="3550924"/>
                  </a:lnTo>
                  <a:lnTo>
                    <a:pt x="2034817" y="3550924"/>
                  </a:lnTo>
                  <a:lnTo>
                    <a:pt x="2034911" y="3550924"/>
                  </a:lnTo>
                  <a:lnTo>
                    <a:pt x="2035005" y="3550924"/>
                  </a:lnTo>
                  <a:lnTo>
                    <a:pt x="2035099" y="3550924"/>
                  </a:lnTo>
                  <a:lnTo>
                    <a:pt x="2035193" y="3550924"/>
                  </a:lnTo>
                  <a:lnTo>
                    <a:pt x="2035287" y="3550924"/>
                  </a:lnTo>
                  <a:lnTo>
                    <a:pt x="2035382" y="3550924"/>
                  </a:lnTo>
                  <a:lnTo>
                    <a:pt x="2035476" y="3550924"/>
                  </a:lnTo>
                  <a:lnTo>
                    <a:pt x="2035570" y="3550924"/>
                  </a:lnTo>
                  <a:lnTo>
                    <a:pt x="2035664" y="3550924"/>
                  </a:lnTo>
                  <a:lnTo>
                    <a:pt x="2035758" y="3550924"/>
                  </a:lnTo>
                  <a:lnTo>
                    <a:pt x="2035852" y="3550924"/>
                  </a:lnTo>
                  <a:lnTo>
                    <a:pt x="2035946" y="3550924"/>
                  </a:lnTo>
                  <a:lnTo>
                    <a:pt x="2035946" y="3546012"/>
                  </a:lnTo>
                  <a:lnTo>
                    <a:pt x="2036041" y="3546012"/>
                  </a:lnTo>
                  <a:lnTo>
                    <a:pt x="2036135" y="3546012"/>
                  </a:lnTo>
                  <a:lnTo>
                    <a:pt x="2036229" y="3546012"/>
                  </a:lnTo>
                  <a:lnTo>
                    <a:pt x="2036323" y="3546012"/>
                  </a:lnTo>
                  <a:lnTo>
                    <a:pt x="2036417" y="3546012"/>
                  </a:lnTo>
                  <a:lnTo>
                    <a:pt x="2036511" y="3546012"/>
                  </a:lnTo>
                  <a:lnTo>
                    <a:pt x="2036606" y="3546012"/>
                  </a:lnTo>
                  <a:lnTo>
                    <a:pt x="2036606" y="3541101"/>
                  </a:lnTo>
                  <a:lnTo>
                    <a:pt x="2036700" y="3541101"/>
                  </a:lnTo>
                  <a:lnTo>
                    <a:pt x="2036794" y="3541101"/>
                  </a:lnTo>
                  <a:lnTo>
                    <a:pt x="2036888" y="3541101"/>
                  </a:lnTo>
                  <a:lnTo>
                    <a:pt x="2036982" y="3541101"/>
                  </a:lnTo>
                  <a:lnTo>
                    <a:pt x="2036982" y="3536189"/>
                  </a:lnTo>
                  <a:lnTo>
                    <a:pt x="2037076" y="3536189"/>
                  </a:lnTo>
                  <a:lnTo>
                    <a:pt x="2037170" y="3536189"/>
                  </a:lnTo>
                  <a:lnTo>
                    <a:pt x="2037265" y="3536189"/>
                  </a:lnTo>
                  <a:lnTo>
                    <a:pt x="2037359" y="3536189"/>
                  </a:lnTo>
                  <a:lnTo>
                    <a:pt x="2037453" y="3536189"/>
                  </a:lnTo>
                  <a:lnTo>
                    <a:pt x="2037547" y="3536189"/>
                  </a:lnTo>
                  <a:lnTo>
                    <a:pt x="2037641" y="3536189"/>
                  </a:lnTo>
                  <a:lnTo>
                    <a:pt x="2037735" y="3536189"/>
                  </a:lnTo>
                  <a:lnTo>
                    <a:pt x="2037829" y="3536189"/>
                  </a:lnTo>
                  <a:lnTo>
                    <a:pt x="2037924" y="3536189"/>
                  </a:lnTo>
                  <a:lnTo>
                    <a:pt x="2038018" y="3536189"/>
                  </a:lnTo>
                  <a:lnTo>
                    <a:pt x="2038112" y="3536189"/>
                  </a:lnTo>
                  <a:lnTo>
                    <a:pt x="2038206" y="3536189"/>
                  </a:lnTo>
                  <a:lnTo>
                    <a:pt x="2038300" y="3536189"/>
                  </a:lnTo>
                  <a:lnTo>
                    <a:pt x="2038394" y="3536189"/>
                  </a:lnTo>
                  <a:lnTo>
                    <a:pt x="2038489" y="3536189"/>
                  </a:lnTo>
                  <a:lnTo>
                    <a:pt x="2038583" y="3536189"/>
                  </a:lnTo>
                  <a:lnTo>
                    <a:pt x="2038677" y="3536189"/>
                  </a:lnTo>
                  <a:lnTo>
                    <a:pt x="2038771" y="3536189"/>
                  </a:lnTo>
                  <a:lnTo>
                    <a:pt x="2038865" y="3536189"/>
                  </a:lnTo>
                  <a:lnTo>
                    <a:pt x="2038959" y="3536189"/>
                  </a:lnTo>
                  <a:lnTo>
                    <a:pt x="2039053" y="3536189"/>
                  </a:lnTo>
                  <a:lnTo>
                    <a:pt x="2039148" y="3536189"/>
                  </a:lnTo>
                  <a:lnTo>
                    <a:pt x="2039242" y="3536189"/>
                  </a:lnTo>
                  <a:lnTo>
                    <a:pt x="2039336" y="3536189"/>
                  </a:lnTo>
                  <a:lnTo>
                    <a:pt x="2039430" y="3536189"/>
                  </a:lnTo>
                  <a:lnTo>
                    <a:pt x="2039524" y="3536189"/>
                  </a:lnTo>
                  <a:lnTo>
                    <a:pt x="2039618" y="3536189"/>
                  </a:lnTo>
                  <a:lnTo>
                    <a:pt x="2039713" y="3536189"/>
                  </a:lnTo>
                  <a:lnTo>
                    <a:pt x="2039807" y="3536189"/>
                  </a:lnTo>
                  <a:lnTo>
                    <a:pt x="2039901" y="3536189"/>
                  </a:lnTo>
                  <a:lnTo>
                    <a:pt x="2039995" y="3536189"/>
                  </a:lnTo>
                  <a:lnTo>
                    <a:pt x="2040089" y="3536189"/>
                  </a:lnTo>
                  <a:lnTo>
                    <a:pt x="2040183" y="3536189"/>
                  </a:lnTo>
                  <a:lnTo>
                    <a:pt x="2040277" y="3536189"/>
                  </a:lnTo>
                  <a:lnTo>
                    <a:pt x="2040372" y="3536189"/>
                  </a:lnTo>
                  <a:lnTo>
                    <a:pt x="2040466" y="3536189"/>
                  </a:lnTo>
                  <a:lnTo>
                    <a:pt x="2040560" y="3536189"/>
                  </a:lnTo>
                  <a:lnTo>
                    <a:pt x="2040654" y="3536189"/>
                  </a:lnTo>
                  <a:lnTo>
                    <a:pt x="2040748" y="3536189"/>
                  </a:lnTo>
                  <a:lnTo>
                    <a:pt x="2040842" y="3536189"/>
                  </a:lnTo>
                  <a:lnTo>
                    <a:pt x="2040937" y="3536189"/>
                  </a:lnTo>
                  <a:lnTo>
                    <a:pt x="2041031" y="3536189"/>
                  </a:lnTo>
                  <a:lnTo>
                    <a:pt x="2041125" y="3536189"/>
                  </a:lnTo>
                  <a:lnTo>
                    <a:pt x="2041219" y="3536189"/>
                  </a:lnTo>
                  <a:lnTo>
                    <a:pt x="2041313" y="3536189"/>
                  </a:lnTo>
                  <a:lnTo>
                    <a:pt x="2041407" y="3536189"/>
                  </a:lnTo>
                  <a:lnTo>
                    <a:pt x="2041501" y="3536189"/>
                  </a:lnTo>
                  <a:lnTo>
                    <a:pt x="2041596" y="3536189"/>
                  </a:lnTo>
                  <a:lnTo>
                    <a:pt x="2041690" y="3536189"/>
                  </a:lnTo>
                  <a:lnTo>
                    <a:pt x="2041784" y="3536189"/>
                  </a:lnTo>
                  <a:lnTo>
                    <a:pt x="2041878" y="3536189"/>
                  </a:lnTo>
                  <a:lnTo>
                    <a:pt x="2041972" y="3536189"/>
                  </a:lnTo>
                  <a:lnTo>
                    <a:pt x="2042066" y="3536189"/>
                  </a:lnTo>
                  <a:lnTo>
                    <a:pt x="2042160" y="3536189"/>
                  </a:lnTo>
                  <a:lnTo>
                    <a:pt x="2042255" y="3536189"/>
                  </a:lnTo>
                  <a:lnTo>
                    <a:pt x="2042349" y="3536189"/>
                  </a:lnTo>
                  <a:lnTo>
                    <a:pt x="2042443" y="3536189"/>
                  </a:lnTo>
                  <a:lnTo>
                    <a:pt x="2042537" y="3536189"/>
                  </a:lnTo>
                  <a:lnTo>
                    <a:pt x="2042631" y="3536189"/>
                  </a:lnTo>
                  <a:lnTo>
                    <a:pt x="2042725" y="3536189"/>
                  </a:lnTo>
                  <a:lnTo>
                    <a:pt x="2042820" y="3536189"/>
                  </a:lnTo>
                  <a:lnTo>
                    <a:pt x="2042914" y="3536189"/>
                  </a:lnTo>
                  <a:lnTo>
                    <a:pt x="2043008" y="3536189"/>
                  </a:lnTo>
                  <a:lnTo>
                    <a:pt x="2043102" y="3536189"/>
                  </a:lnTo>
                  <a:lnTo>
                    <a:pt x="2043196" y="3536189"/>
                  </a:lnTo>
                  <a:lnTo>
                    <a:pt x="2043290" y="3536189"/>
                  </a:lnTo>
                  <a:lnTo>
                    <a:pt x="2043384" y="3536189"/>
                  </a:lnTo>
                  <a:lnTo>
                    <a:pt x="2043479" y="3536189"/>
                  </a:lnTo>
                  <a:lnTo>
                    <a:pt x="2043573" y="3536189"/>
                  </a:lnTo>
                  <a:lnTo>
                    <a:pt x="2043667" y="3536189"/>
                  </a:lnTo>
                  <a:lnTo>
                    <a:pt x="2043761" y="3536189"/>
                  </a:lnTo>
                  <a:lnTo>
                    <a:pt x="2043855" y="3536189"/>
                  </a:lnTo>
                  <a:lnTo>
                    <a:pt x="2043949" y="3536189"/>
                  </a:lnTo>
                  <a:lnTo>
                    <a:pt x="2044044" y="3536189"/>
                  </a:lnTo>
                  <a:lnTo>
                    <a:pt x="2044138" y="3536189"/>
                  </a:lnTo>
                  <a:lnTo>
                    <a:pt x="2044232" y="3536189"/>
                  </a:lnTo>
                  <a:lnTo>
                    <a:pt x="2044326" y="3536189"/>
                  </a:lnTo>
                  <a:lnTo>
                    <a:pt x="2044420" y="3536189"/>
                  </a:lnTo>
                  <a:lnTo>
                    <a:pt x="2044514" y="3536189"/>
                  </a:lnTo>
                  <a:lnTo>
                    <a:pt x="2044608" y="3536189"/>
                  </a:lnTo>
                  <a:lnTo>
                    <a:pt x="2044703" y="3536189"/>
                  </a:lnTo>
                  <a:lnTo>
                    <a:pt x="2044797" y="3536189"/>
                  </a:lnTo>
                  <a:lnTo>
                    <a:pt x="2044891" y="3536189"/>
                  </a:lnTo>
                  <a:lnTo>
                    <a:pt x="2044985" y="3536189"/>
                  </a:lnTo>
                  <a:lnTo>
                    <a:pt x="2045079" y="3536189"/>
                  </a:lnTo>
                  <a:lnTo>
                    <a:pt x="2045173" y="3536189"/>
                  </a:lnTo>
                  <a:lnTo>
                    <a:pt x="2045268" y="3536189"/>
                  </a:lnTo>
                  <a:lnTo>
                    <a:pt x="2045362" y="3536189"/>
                  </a:lnTo>
                  <a:lnTo>
                    <a:pt x="2045456" y="3536189"/>
                  </a:lnTo>
                  <a:lnTo>
                    <a:pt x="2045550" y="3536189"/>
                  </a:lnTo>
                  <a:lnTo>
                    <a:pt x="2045644" y="3536189"/>
                  </a:lnTo>
                  <a:lnTo>
                    <a:pt x="2045738" y="3536189"/>
                  </a:lnTo>
                  <a:lnTo>
                    <a:pt x="2045832" y="3536189"/>
                  </a:lnTo>
                  <a:lnTo>
                    <a:pt x="2045927" y="3536189"/>
                  </a:lnTo>
                  <a:lnTo>
                    <a:pt x="2046021" y="3536189"/>
                  </a:lnTo>
                  <a:lnTo>
                    <a:pt x="2046115" y="3536189"/>
                  </a:lnTo>
                  <a:lnTo>
                    <a:pt x="2046209" y="3536189"/>
                  </a:lnTo>
                  <a:lnTo>
                    <a:pt x="2046303" y="3536189"/>
                  </a:lnTo>
                  <a:lnTo>
                    <a:pt x="2046397" y="3536189"/>
                  </a:lnTo>
                  <a:lnTo>
                    <a:pt x="2046491" y="3536189"/>
                  </a:lnTo>
                  <a:lnTo>
                    <a:pt x="2046586" y="3536189"/>
                  </a:lnTo>
                  <a:lnTo>
                    <a:pt x="2046680" y="3536189"/>
                  </a:lnTo>
                  <a:lnTo>
                    <a:pt x="2046774" y="3536189"/>
                  </a:lnTo>
                  <a:lnTo>
                    <a:pt x="2046868" y="3536189"/>
                  </a:lnTo>
                  <a:lnTo>
                    <a:pt x="2046962" y="3536189"/>
                  </a:lnTo>
                  <a:lnTo>
                    <a:pt x="2047056" y="3536189"/>
                  </a:lnTo>
                  <a:lnTo>
                    <a:pt x="2047151" y="3536189"/>
                  </a:lnTo>
                  <a:lnTo>
                    <a:pt x="2047245" y="3536189"/>
                  </a:lnTo>
                  <a:lnTo>
                    <a:pt x="2047339" y="3536189"/>
                  </a:lnTo>
                  <a:lnTo>
                    <a:pt x="2047433" y="3536189"/>
                  </a:lnTo>
                  <a:lnTo>
                    <a:pt x="2047527" y="3536189"/>
                  </a:lnTo>
                  <a:lnTo>
                    <a:pt x="2047621" y="3536189"/>
                  </a:lnTo>
                  <a:lnTo>
                    <a:pt x="2047715" y="3536189"/>
                  </a:lnTo>
                  <a:lnTo>
                    <a:pt x="2047810" y="3536189"/>
                  </a:lnTo>
                  <a:lnTo>
                    <a:pt x="2047904" y="3536189"/>
                  </a:lnTo>
                  <a:lnTo>
                    <a:pt x="2047998" y="3536189"/>
                  </a:lnTo>
                  <a:lnTo>
                    <a:pt x="2048092" y="3536189"/>
                  </a:lnTo>
                  <a:lnTo>
                    <a:pt x="2048092" y="3531278"/>
                  </a:lnTo>
                  <a:lnTo>
                    <a:pt x="2048186" y="3531278"/>
                  </a:lnTo>
                  <a:lnTo>
                    <a:pt x="2048280" y="3531278"/>
                  </a:lnTo>
                  <a:lnTo>
                    <a:pt x="2048375" y="3531278"/>
                  </a:lnTo>
                  <a:lnTo>
                    <a:pt x="2048469" y="3531278"/>
                  </a:lnTo>
                  <a:lnTo>
                    <a:pt x="2048563" y="3531278"/>
                  </a:lnTo>
                  <a:lnTo>
                    <a:pt x="2048657" y="3531278"/>
                  </a:lnTo>
                  <a:lnTo>
                    <a:pt x="2048751" y="3531278"/>
                  </a:lnTo>
                  <a:lnTo>
                    <a:pt x="2048845" y="3531278"/>
                  </a:lnTo>
                  <a:lnTo>
                    <a:pt x="2048939" y="3531278"/>
                  </a:lnTo>
                  <a:lnTo>
                    <a:pt x="2049034" y="3531278"/>
                  </a:lnTo>
                  <a:lnTo>
                    <a:pt x="2049128" y="3531278"/>
                  </a:lnTo>
                  <a:lnTo>
                    <a:pt x="2049222" y="3531278"/>
                  </a:lnTo>
                  <a:lnTo>
                    <a:pt x="2049316" y="3531278"/>
                  </a:lnTo>
                  <a:lnTo>
                    <a:pt x="2049410" y="3531278"/>
                  </a:lnTo>
                  <a:lnTo>
                    <a:pt x="2049504" y="3531278"/>
                  </a:lnTo>
                  <a:lnTo>
                    <a:pt x="2049599" y="3531278"/>
                  </a:lnTo>
                  <a:lnTo>
                    <a:pt x="2049693" y="3531278"/>
                  </a:lnTo>
                  <a:lnTo>
                    <a:pt x="2049787" y="3531278"/>
                  </a:lnTo>
                  <a:lnTo>
                    <a:pt x="2049881" y="3531278"/>
                  </a:lnTo>
                  <a:lnTo>
                    <a:pt x="2049975" y="3531278"/>
                  </a:lnTo>
                  <a:lnTo>
                    <a:pt x="2050069" y="3531278"/>
                  </a:lnTo>
                  <a:lnTo>
                    <a:pt x="2050163" y="3531278"/>
                  </a:lnTo>
                  <a:lnTo>
                    <a:pt x="2050258" y="3531278"/>
                  </a:lnTo>
                  <a:lnTo>
                    <a:pt x="2050352" y="3531278"/>
                  </a:lnTo>
                  <a:lnTo>
                    <a:pt x="2050446" y="3531278"/>
                  </a:lnTo>
                  <a:lnTo>
                    <a:pt x="2050540" y="3531278"/>
                  </a:lnTo>
                  <a:lnTo>
                    <a:pt x="2050634" y="3531278"/>
                  </a:lnTo>
                  <a:lnTo>
                    <a:pt x="2050728" y="3531278"/>
                  </a:lnTo>
                  <a:lnTo>
                    <a:pt x="2050822" y="3531278"/>
                  </a:lnTo>
                  <a:lnTo>
                    <a:pt x="2050917" y="3531278"/>
                  </a:lnTo>
                  <a:lnTo>
                    <a:pt x="2050917" y="3526367"/>
                  </a:lnTo>
                  <a:lnTo>
                    <a:pt x="2051011" y="3526367"/>
                  </a:lnTo>
                  <a:lnTo>
                    <a:pt x="2051105" y="3526367"/>
                  </a:lnTo>
                  <a:lnTo>
                    <a:pt x="2051199" y="3526367"/>
                  </a:lnTo>
                  <a:lnTo>
                    <a:pt x="2051293" y="3526367"/>
                  </a:lnTo>
                  <a:lnTo>
                    <a:pt x="2051387" y="3526367"/>
                  </a:lnTo>
                  <a:lnTo>
                    <a:pt x="2051482" y="3526367"/>
                  </a:lnTo>
                  <a:lnTo>
                    <a:pt x="2051576" y="3526367"/>
                  </a:lnTo>
                  <a:lnTo>
                    <a:pt x="2051670" y="3526367"/>
                  </a:lnTo>
                  <a:lnTo>
                    <a:pt x="2051764" y="3526367"/>
                  </a:lnTo>
                  <a:lnTo>
                    <a:pt x="2051858" y="3526367"/>
                  </a:lnTo>
                  <a:lnTo>
                    <a:pt x="2051952" y="3526367"/>
                  </a:lnTo>
                  <a:lnTo>
                    <a:pt x="2052046" y="3526367"/>
                  </a:lnTo>
                  <a:lnTo>
                    <a:pt x="2052046" y="3521455"/>
                  </a:lnTo>
                  <a:lnTo>
                    <a:pt x="2052141" y="3521455"/>
                  </a:lnTo>
                  <a:lnTo>
                    <a:pt x="2052235" y="3521455"/>
                  </a:lnTo>
                  <a:lnTo>
                    <a:pt x="2052329" y="3521455"/>
                  </a:lnTo>
                  <a:lnTo>
                    <a:pt x="2052329" y="3516544"/>
                  </a:lnTo>
                  <a:lnTo>
                    <a:pt x="2052423" y="3516544"/>
                  </a:lnTo>
                  <a:lnTo>
                    <a:pt x="2052517" y="3516544"/>
                  </a:lnTo>
                  <a:lnTo>
                    <a:pt x="2052611" y="3516544"/>
                  </a:lnTo>
                  <a:lnTo>
                    <a:pt x="2052706" y="3516544"/>
                  </a:lnTo>
                  <a:lnTo>
                    <a:pt x="2052800" y="3516544"/>
                  </a:lnTo>
                  <a:lnTo>
                    <a:pt x="2052894" y="3516544"/>
                  </a:lnTo>
                  <a:lnTo>
                    <a:pt x="2052988" y="3516544"/>
                  </a:lnTo>
                  <a:lnTo>
                    <a:pt x="2053082" y="3516544"/>
                  </a:lnTo>
                  <a:lnTo>
                    <a:pt x="2053176" y="3516544"/>
                  </a:lnTo>
                  <a:lnTo>
                    <a:pt x="2053270" y="3516544"/>
                  </a:lnTo>
                  <a:lnTo>
                    <a:pt x="2053365" y="3516544"/>
                  </a:lnTo>
                  <a:lnTo>
                    <a:pt x="2053459" y="3516544"/>
                  </a:lnTo>
                  <a:lnTo>
                    <a:pt x="2053553" y="3516544"/>
                  </a:lnTo>
                  <a:lnTo>
                    <a:pt x="2053647" y="3516544"/>
                  </a:lnTo>
                  <a:lnTo>
                    <a:pt x="2053741" y="3516544"/>
                  </a:lnTo>
                  <a:lnTo>
                    <a:pt x="2053835" y="3516544"/>
                  </a:lnTo>
                  <a:lnTo>
                    <a:pt x="2053930" y="3516544"/>
                  </a:lnTo>
                  <a:lnTo>
                    <a:pt x="2054024" y="3516544"/>
                  </a:lnTo>
                  <a:lnTo>
                    <a:pt x="2054118" y="3516544"/>
                  </a:lnTo>
                  <a:lnTo>
                    <a:pt x="2054212" y="3516544"/>
                  </a:lnTo>
                  <a:lnTo>
                    <a:pt x="2054306" y="3516544"/>
                  </a:lnTo>
                  <a:lnTo>
                    <a:pt x="2054400" y="3516544"/>
                  </a:lnTo>
                  <a:lnTo>
                    <a:pt x="2054494" y="3516544"/>
                  </a:lnTo>
                  <a:lnTo>
                    <a:pt x="2054589" y="3516544"/>
                  </a:lnTo>
                  <a:lnTo>
                    <a:pt x="2054683" y="3516544"/>
                  </a:lnTo>
                  <a:lnTo>
                    <a:pt x="2054777" y="3516544"/>
                  </a:lnTo>
                  <a:lnTo>
                    <a:pt x="2054871" y="3516544"/>
                  </a:lnTo>
                  <a:lnTo>
                    <a:pt x="2054965" y="3516544"/>
                  </a:lnTo>
                  <a:lnTo>
                    <a:pt x="2055059" y="3516544"/>
                  </a:lnTo>
                  <a:lnTo>
                    <a:pt x="2055153" y="3516544"/>
                  </a:lnTo>
                  <a:lnTo>
                    <a:pt x="2055248" y="3516544"/>
                  </a:lnTo>
                  <a:lnTo>
                    <a:pt x="2055342" y="3516544"/>
                  </a:lnTo>
                  <a:lnTo>
                    <a:pt x="2055436" y="3516544"/>
                  </a:lnTo>
                  <a:lnTo>
                    <a:pt x="2055530" y="3516544"/>
                  </a:lnTo>
                  <a:lnTo>
                    <a:pt x="2055624" y="3516544"/>
                  </a:lnTo>
                  <a:lnTo>
                    <a:pt x="2055718" y="3516544"/>
                  </a:lnTo>
                  <a:lnTo>
                    <a:pt x="2055813" y="3516544"/>
                  </a:lnTo>
                  <a:lnTo>
                    <a:pt x="2055907" y="3516544"/>
                  </a:lnTo>
                  <a:lnTo>
                    <a:pt x="2056001" y="3516544"/>
                  </a:lnTo>
                  <a:lnTo>
                    <a:pt x="2056095" y="3516544"/>
                  </a:lnTo>
                  <a:lnTo>
                    <a:pt x="2056189" y="3516544"/>
                  </a:lnTo>
                  <a:lnTo>
                    <a:pt x="2056283" y="3516544"/>
                  </a:lnTo>
                  <a:lnTo>
                    <a:pt x="2056283" y="3511633"/>
                  </a:lnTo>
                  <a:lnTo>
                    <a:pt x="2056377" y="3511633"/>
                  </a:lnTo>
                  <a:lnTo>
                    <a:pt x="2056472" y="3511633"/>
                  </a:lnTo>
                  <a:lnTo>
                    <a:pt x="2056566" y="3511633"/>
                  </a:lnTo>
                  <a:lnTo>
                    <a:pt x="2056660" y="3511633"/>
                  </a:lnTo>
                  <a:lnTo>
                    <a:pt x="2056754" y="3511633"/>
                  </a:lnTo>
                  <a:lnTo>
                    <a:pt x="2056848" y="3511633"/>
                  </a:lnTo>
                  <a:lnTo>
                    <a:pt x="2056942" y="3511633"/>
                  </a:lnTo>
                  <a:lnTo>
                    <a:pt x="2057037" y="3511633"/>
                  </a:lnTo>
                  <a:lnTo>
                    <a:pt x="2057131" y="3511633"/>
                  </a:lnTo>
                  <a:lnTo>
                    <a:pt x="2057225" y="3511633"/>
                  </a:lnTo>
                  <a:lnTo>
                    <a:pt x="2057319" y="3511633"/>
                  </a:lnTo>
                  <a:lnTo>
                    <a:pt x="2057413" y="3511633"/>
                  </a:lnTo>
                  <a:lnTo>
                    <a:pt x="2057507" y="3511633"/>
                  </a:lnTo>
                  <a:lnTo>
                    <a:pt x="2057601" y="3511633"/>
                  </a:lnTo>
                  <a:lnTo>
                    <a:pt x="2057696" y="3511633"/>
                  </a:lnTo>
                  <a:lnTo>
                    <a:pt x="2057790" y="3511633"/>
                  </a:lnTo>
                  <a:lnTo>
                    <a:pt x="2057884" y="3511633"/>
                  </a:lnTo>
                  <a:lnTo>
                    <a:pt x="2057978" y="3511633"/>
                  </a:lnTo>
                  <a:lnTo>
                    <a:pt x="2058072" y="3511633"/>
                  </a:lnTo>
                  <a:lnTo>
                    <a:pt x="2058166" y="3511633"/>
                  </a:lnTo>
                  <a:lnTo>
                    <a:pt x="2058261" y="3511633"/>
                  </a:lnTo>
                  <a:lnTo>
                    <a:pt x="2058355" y="3511633"/>
                  </a:lnTo>
                  <a:lnTo>
                    <a:pt x="2058449" y="3511633"/>
                  </a:lnTo>
                  <a:lnTo>
                    <a:pt x="2058543" y="3511633"/>
                  </a:lnTo>
                  <a:lnTo>
                    <a:pt x="2058637" y="3511633"/>
                  </a:lnTo>
                  <a:lnTo>
                    <a:pt x="2058731" y="3511633"/>
                  </a:lnTo>
                  <a:lnTo>
                    <a:pt x="2058825" y="3511633"/>
                  </a:lnTo>
                  <a:lnTo>
                    <a:pt x="2058920" y="3511633"/>
                  </a:lnTo>
                  <a:lnTo>
                    <a:pt x="2059014" y="3511633"/>
                  </a:lnTo>
                  <a:lnTo>
                    <a:pt x="2059108" y="3511633"/>
                  </a:lnTo>
                  <a:lnTo>
                    <a:pt x="2059202" y="3511633"/>
                  </a:lnTo>
                  <a:lnTo>
                    <a:pt x="2059296" y="3511633"/>
                  </a:lnTo>
                  <a:lnTo>
                    <a:pt x="2059390" y="3511633"/>
                  </a:lnTo>
                  <a:lnTo>
                    <a:pt x="2059484" y="3511633"/>
                  </a:lnTo>
                  <a:lnTo>
                    <a:pt x="2059579" y="3511633"/>
                  </a:lnTo>
                  <a:lnTo>
                    <a:pt x="2059673" y="3511633"/>
                  </a:lnTo>
                  <a:lnTo>
                    <a:pt x="2059767" y="3511633"/>
                  </a:lnTo>
                  <a:lnTo>
                    <a:pt x="2059861" y="3511633"/>
                  </a:lnTo>
                  <a:lnTo>
                    <a:pt x="2059955" y="3511633"/>
                  </a:lnTo>
                  <a:lnTo>
                    <a:pt x="2060049" y="3511633"/>
                  </a:lnTo>
                  <a:lnTo>
                    <a:pt x="2060144" y="3511633"/>
                  </a:lnTo>
                  <a:lnTo>
                    <a:pt x="2060144" y="3506721"/>
                  </a:lnTo>
                  <a:lnTo>
                    <a:pt x="2060238" y="3506721"/>
                  </a:lnTo>
                  <a:lnTo>
                    <a:pt x="2060332" y="3506721"/>
                  </a:lnTo>
                  <a:lnTo>
                    <a:pt x="2060426" y="3506721"/>
                  </a:lnTo>
                  <a:lnTo>
                    <a:pt x="2060520" y="3506721"/>
                  </a:lnTo>
                  <a:lnTo>
                    <a:pt x="2060614" y="3506721"/>
                  </a:lnTo>
                  <a:lnTo>
                    <a:pt x="2060708" y="3506721"/>
                  </a:lnTo>
                  <a:lnTo>
                    <a:pt x="2060803" y="3506721"/>
                  </a:lnTo>
                  <a:lnTo>
                    <a:pt x="2060897" y="3506721"/>
                  </a:lnTo>
                  <a:lnTo>
                    <a:pt x="2060897" y="3501810"/>
                  </a:lnTo>
                  <a:lnTo>
                    <a:pt x="2060991" y="3501810"/>
                  </a:lnTo>
                  <a:lnTo>
                    <a:pt x="2061085" y="3501810"/>
                  </a:lnTo>
                  <a:lnTo>
                    <a:pt x="2061179" y="3501810"/>
                  </a:lnTo>
                  <a:lnTo>
                    <a:pt x="2061273" y="3501810"/>
                  </a:lnTo>
                  <a:lnTo>
                    <a:pt x="2061368" y="3501810"/>
                  </a:lnTo>
                  <a:lnTo>
                    <a:pt x="2061462" y="3501810"/>
                  </a:lnTo>
                  <a:lnTo>
                    <a:pt x="2061556" y="3501810"/>
                  </a:lnTo>
                  <a:lnTo>
                    <a:pt x="2061650" y="3501810"/>
                  </a:lnTo>
                  <a:lnTo>
                    <a:pt x="2061744" y="3501810"/>
                  </a:lnTo>
                  <a:lnTo>
                    <a:pt x="2061838" y="3501810"/>
                  </a:lnTo>
                  <a:lnTo>
                    <a:pt x="2061932" y="3501810"/>
                  </a:lnTo>
                  <a:lnTo>
                    <a:pt x="2062027" y="3501810"/>
                  </a:lnTo>
                  <a:lnTo>
                    <a:pt x="2062027" y="3496898"/>
                  </a:lnTo>
                  <a:lnTo>
                    <a:pt x="2062121" y="3496898"/>
                  </a:lnTo>
                  <a:lnTo>
                    <a:pt x="2062215" y="3496898"/>
                  </a:lnTo>
                  <a:lnTo>
                    <a:pt x="2062309" y="3496898"/>
                  </a:lnTo>
                  <a:lnTo>
                    <a:pt x="2062309" y="3491987"/>
                  </a:lnTo>
                  <a:lnTo>
                    <a:pt x="2062403" y="3491987"/>
                  </a:lnTo>
                  <a:lnTo>
                    <a:pt x="2062497" y="3491987"/>
                  </a:lnTo>
                  <a:lnTo>
                    <a:pt x="2062592" y="3491987"/>
                  </a:lnTo>
                  <a:lnTo>
                    <a:pt x="2062686" y="3491987"/>
                  </a:lnTo>
                  <a:lnTo>
                    <a:pt x="2062780" y="3491987"/>
                  </a:lnTo>
                  <a:lnTo>
                    <a:pt x="2062874" y="3491987"/>
                  </a:lnTo>
                  <a:lnTo>
                    <a:pt x="2062968" y="3491987"/>
                  </a:lnTo>
                  <a:lnTo>
                    <a:pt x="2063062" y="3491987"/>
                  </a:lnTo>
                  <a:lnTo>
                    <a:pt x="2063156" y="3491987"/>
                  </a:lnTo>
                  <a:lnTo>
                    <a:pt x="2063251" y="3491987"/>
                  </a:lnTo>
                  <a:lnTo>
                    <a:pt x="2063345" y="3491987"/>
                  </a:lnTo>
                  <a:lnTo>
                    <a:pt x="2063345" y="3487076"/>
                  </a:lnTo>
                  <a:lnTo>
                    <a:pt x="2063439" y="3487076"/>
                  </a:lnTo>
                  <a:lnTo>
                    <a:pt x="2063533" y="3487076"/>
                  </a:lnTo>
                  <a:lnTo>
                    <a:pt x="2063627" y="3487076"/>
                  </a:lnTo>
                  <a:lnTo>
                    <a:pt x="2063721" y="3487076"/>
                  </a:lnTo>
                  <a:lnTo>
                    <a:pt x="2063815" y="3487076"/>
                  </a:lnTo>
                  <a:lnTo>
                    <a:pt x="2063910" y="3487076"/>
                  </a:lnTo>
                  <a:lnTo>
                    <a:pt x="2064004" y="3487076"/>
                  </a:lnTo>
                  <a:lnTo>
                    <a:pt x="2064098" y="3487076"/>
                  </a:lnTo>
                  <a:lnTo>
                    <a:pt x="2064192" y="3487076"/>
                  </a:lnTo>
                  <a:lnTo>
                    <a:pt x="2064286" y="3487076"/>
                  </a:lnTo>
                  <a:lnTo>
                    <a:pt x="2064380" y="3487076"/>
                  </a:lnTo>
                  <a:lnTo>
                    <a:pt x="2064475" y="3487076"/>
                  </a:lnTo>
                  <a:lnTo>
                    <a:pt x="2064569" y="3487076"/>
                  </a:lnTo>
                  <a:lnTo>
                    <a:pt x="2064663" y="3487076"/>
                  </a:lnTo>
                  <a:lnTo>
                    <a:pt x="2064757" y="3487076"/>
                  </a:lnTo>
                  <a:lnTo>
                    <a:pt x="2064851" y="3487076"/>
                  </a:lnTo>
                  <a:lnTo>
                    <a:pt x="2064945" y="3487076"/>
                  </a:lnTo>
                  <a:lnTo>
                    <a:pt x="2065039" y="3487076"/>
                  </a:lnTo>
                  <a:lnTo>
                    <a:pt x="2065134" y="3487076"/>
                  </a:lnTo>
                  <a:lnTo>
                    <a:pt x="2065228" y="3487076"/>
                  </a:lnTo>
                  <a:lnTo>
                    <a:pt x="2065322" y="3487076"/>
                  </a:lnTo>
                  <a:lnTo>
                    <a:pt x="2065416" y="3487076"/>
                  </a:lnTo>
                  <a:lnTo>
                    <a:pt x="2065510" y="3487076"/>
                  </a:lnTo>
                  <a:lnTo>
                    <a:pt x="2065604" y="3487076"/>
                  </a:lnTo>
                  <a:lnTo>
                    <a:pt x="2065699" y="3487076"/>
                  </a:lnTo>
                  <a:lnTo>
                    <a:pt x="2065793" y="3487076"/>
                  </a:lnTo>
                  <a:lnTo>
                    <a:pt x="2065887" y="3487076"/>
                  </a:lnTo>
                  <a:lnTo>
                    <a:pt x="2065981" y="3487076"/>
                  </a:lnTo>
                  <a:lnTo>
                    <a:pt x="2066075" y="3487076"/>
                  </a:lnTo>
                  <a:lnTo>
                    <a:pt x="2066169" y="3487076"/>
                  </a:lnTo>
                  <a:lnTo>
                    <a:pt x="2066263" y="3487076"/>
                  </a:lnTo>
                  <a:lnTo>
                    <a:pt x="2066358" y="3487076"/>
                  </a:lnTo>
                  <a:lnTo>
                    <a:pt x="2066452" y="3487076"/>
                  </a:lnTo>
                  <a:lnTo>
                    <a:pt x="2066546" y="3487076"/>
                  </a:lnTo>
                  <a:lnTo>
                    <a:pt x="2066640" y="3487076"/>
                  </a:lnTo>
                  <a:lnTo>
                    <a:pt x="2066734" y="3487076"/>
                  </a:lnTo>
                  <a:lnTo>
                    <a:pt x="2066734" y="3482164"/>
                  </a:lnTo>
                  <a:lnTo>
                    <a:pt x="2066828" y="3482164"/>
                  </a:lnTo>
                  <a:lnTo>
                    <a:pt x="2066923" y="3482164"/>
                  </a:lnTo>
                  <a:lnTo>
                    <a:pt x="2067017" y="3482164"/>
                  </a:lnTo>
                  <a:lnTo>
                    <a:pt x="2067111" y="3482164"/>
                  </a:lnTo>
                  <a:lnTo>
                    <a:pt x="2067205" y="3482164"/>
                  </a:lnTo>
                  <a:lnTo>
                    <a:pt x="2067299" y="3482164"/>
                  </a:lnTo>
                  <a:lnTo>
                    <a:pt x="2067393" y="3482164"/>
                  </a:lnTo>
                  <a:lnTo>
                    <a:pt x="2067487" y="3482164"/>
                  </a:lnTo>
                  <a:lnTo>
                    <a:pt x="2067582" y="3482164"/>
                  </a:lnTo>
                  <a:lnTo>
                    <a:pt x="2067676" y="3482164"/>
                  </a:lnTo>
                  <a:lnTo>
                    <a:pt x="2067770" y="3482164"/>
                  </a:lnTo>
                  <a:lnTo>
                    <a:pt x="2067864" y="3482164"/>
                  </a:lnTo>
                  <a:lnTo>
                    <a:pt x="2067958" y="3482164"/>
                  </a:lnTo>
                  <a:lnTo>
                    <a:pt x="2068052" y="3482164"/>
                  </a:lnTo>
                  <a:lnTo>
                    <a:pt x="2068146" y="3482164"/>
                  </a:lnTo>
                  <a:lnTo>
                    <a:pt x="2068241" y="3482164"/>
                  </a:lnTo>
                  <a:lnTo>
                    <a:pt x="2068335" y="3482164"/>
                  </a:lnTo>
                  <a:lnTo>
                    <a:pt x="2068429" y="3482164"/>
                  </a:lnTo>
                  <a:lnTo>
                    <a:pt x="2068523" y="3482164"/>
                  </a:lnTo>
                  <a:lnTo>
                    <a:pt x="2068617" y="3482164"/>
                  </a:lnTo>
                  <a:lnTo>
                    <a:pt x="2068711" y="3482164"/>
                  </a:lnTo>
                  <a:lnTo>
                    <a:pt x="2068806" y="3482164"/>
                  </a:lnTo>
                  <a:lnTo>
                    <a:pt x="2068900" y="3482164"/>
                  </a:lnTo>
                  <a:lnTo>
                    <a:pt x="2068994" y="3482164"/>
                  </a:lnTo>
                  <a:lnTo>
                    <a:pt x="2069088" y="3482164"/>
                  </a:lnTo>
                  <a:lnTo>
                    <a:pt x="2069182" y="3482164"/>
                  </a:lnTo>
                  <a:lnTo>
                    <a:pt x="2069276" y="3482164"/>
                  </a:lnTo>
                  <a:lnTo>
                    <a:pt x="2069370" y="3482164"/>
                  </a:lnTo>
                  <a:lnTo>
                    <a:pt x="2069465" y="3482164"/>
                  </a:lnTo>
                  <a:lnTo>
                    <a:pt x="2069559" y="3482164"/>
                  </a:lnTo>
                  <a:lnTo>
                    <a:pt x="2069653" y="3482164"/>
                  </a:lnTo>
                  <a:lnTo>
                    <a:pt x="2069747" y="3482164"/>
                  </a:lnTo>
                  <a:lnTo>
                    <a:pt x="2069841" y="3482164"/>
                  </a:lnTo>
                  <a:lnTo>
                    <a:pt x="2069935" y="3482164"/>
                  </a:lnTo>
                  <a:lnTo>
                    <a:pt x="2070030" y="3482164"/>
                  </a:lnTo>
                  <a:lnTo>
                    <a:pt x="2070124" y="3482164"/>
                  </a:lnTo>
                  <a:lnTo>
                    <a:pt x="2070218" y="3482164"/>
                  </a:lnTo>
                  <a:lnTo>
                    <a:pt x="2070312" y="3482164"/>
                  </a:lnTo>
                  <a:lnTo>
                    <a:pt x="2070406" y="3482164"/>
                  </a:lnTo>
                  <a:lnTo>
                    <a:pt x="2070500" y="3482164"/>
                  </a:lnTo>
                  <a:lnTo>
                    <a:pt x="2070594" y="3482164"/>
                  </a:lnTo>
                  <a:lnTo>
                    <a:pt x="2070689" y="3482164"/>
                  </a:lnTo>
                  <a:lnTo>
                    <a:pt x="2070783" y="3482164"/>
                  </a:lnTo>
                  <a:lnTo>
                    <a:pt x="2070877" y="3482164"/>
                  </a:lnTo>
                  <a:lnTo>
                    <a:pt x="2070971" y="3482164"/>
                  </a:lnTo>
                  <a:lnTo>
                    <a:pt x="2071065" y="3482164"/>
                  </a:lnTo>
                  <a:lnTo>
                    <a:pt x="2071159" y="3482164"/>
                  </a:lnTo>
                  <a:lnTo>
                    <a:pt x="2071254" y="3482164"/>
                  </a:lnTo>
                  <a:lnTo>
                    <a:pt x="2071348" y="3482164"/>
                  </a:lnTo>
                  <a:lnTo>
                    <a:pt x="2071442" y="3482164"/>
                  </a:lnTo>
                  <a:lnTo>
                    <a:pt x="2071536" y="3482164"/>
                  </a:lnTo>
                  <a:lnTo>
                    <a:pt x="2071630" y="3482164"/>
                  </a:lnTo>
                  <a:lnTo>
                    <a:pt x="2071724" y="3482164"/>
                  </a:lnTo>
                  <a:lnTo>
                    <a:pt x="2071818" y="3482164"/>
                  </a:lnTo>
                  <a:lnTo>
                    <a:pt x="2071913" y="3482164"/>
                  </a:lnTo>
                  <a:lnTo>
                    <a:pt x="2072007" y="3482164"/>
                  </a:lnTo>
                  <a:lnTo>
                    <a:pt x="2072101" y="3482164"/>
                  </a:lnTo>
                  <a:lnTo>
                    <a:pt x="2072195" y="3482164"/>
                  </a:lnTo>
                  <a:lnTo>
                    <a:pt x="2072289" y="3482164"/>
                  </a:lnTo>
                  <a:lnTo>
                    <a:pt x="2072383" y="3482164"/>
                  </a:lnTo>
                  <a:lnTo>
                    <a:pt x="2072477" y="3482164"/>
                  </a:lnTo>
                  <a:lnTo>
                    <a:pt x="2072572" y="3482164"/>
                  </a:lnTo>
                  <a:lnTo>
                    <a:pt x="2072666" y="3482164"/>
                  </a:lnTo>
                  <a:lnTo>
                    <a:pt x="2072760" y="3482164"/>
                  </a:lnTo>
                  <a:lnTo>
                    <a:pt x="2072854" y="3482164"/>
                  </a:lnTo>
                  <a:lnTo>
                    <a:pt x="2072948" y="3482164"/>
                  </a:lnTo>
                  <a:lnTo>
                    <a:pt x="2073042" y="3482164"/>
                  </a:lnTo>
                  <a:lnTo>
                    <a:pt x="2073137" y="3482164"/>
                  </a:lnTo>
                  <a:lnTo>
                    <a:pt x="2073137" y="3477253"/>
                  </a:lnTo>
                  <a:lnTo>
                    <a:pt x="2073231" y="3477253"/>
                  </a:lnTo>
                  <a:lnTo>
                    <a:pt x="2073325" y="3477253"/>
                  </a:lnTo>
                  <a:lnTo>
                    <a:pt x="2073419" y="3477253"/>
                  </a:lnTo>
                  <a:lnTo>
                    <a:pt x="2073513" y="3477253"/>
                  </a:lnTo>
                  <a:lnTo>
                    <a:pt x="2073607" y="3477253"/>
                  </a:lnTo>
                  <a:lnTo>
                    <a:pt x="2073701" y="3477253"/>
                  </a:lnTo>
                  <a:lnTo>
                    <a:pt x="2073796" y="3477253"/>
                  </a:lnTo>
                  <a:lnTo>
                    <a:pt x="2073890" y="3477253"/>
                  </a:lnTo>
                  <a:lnTo>
                    <a:pt x="2073984" y="3477253"/>
                  </a:lnTo>
                  <a:lnTo>
                    <a:pt x="2074078" y="3477253"/>
                  </a:lnTo>
                  <a:lnTo>
                    <a:pt x="2074172" y="3477253"/>
                  </a:lnTo>
                  <a:lnTo>
                    <a:pt x="2074266" y="3477253"/>
                  </a:lnTo>
                  <a:lnTo>
                    <a:pt x="2074361" y="3477253"/>
                  </a:lnTo>
                  <a:lnTo>
                    <a:pt x="2074455" y="3477253"/>
                  </a:lnTo>
                  <a:lnTo>
                    <a:pt x="2074549" y="3477253"/>
                  </a:lnTo>
                  <a:lnTo>
                    <a:pt x="2074643" y="3477253"/>
                  </a:lnTo>
                  <a:lnTo>
                    <a:pt x="2074737" y="3477253"/>
                  </a:lnTo>
                  <a:lnTo>
                    <a:pt x="2074831" y="3477253"/>
                  </a:lnTo>
                  <a:lnTo>
                    <a:pt x="2074925" y="3477253"/>
                  </a:lnTo>
                  <a:lnTo>
                    <a:pt x="2075020" y="3477253"/>
                  </a:lnTo>
                  <a:lnTo>
                    <a:pt x="2075114" y="3477253"/>
                  </a:lnTo>
                  <a:lnTo>
                    <a:pt x="2075208" y="3477253"/>
                  </a:lnTo>
                  <a:lnTo>
                    <a:pt x="2075302" y="3477253"/>
                  </a:lnTo>
                  <a:lnTo>
                    <a:pt x="2075396" y="3477253"/>
                  </a:lnTo>
                  <a:lnTo>
                    <a:pt x="2075490" y="3477253"/>
                  </a:lnTo>
                  <a:lnTo>
                    <a:pt x="2075585" y="3477253"/>
                  </a:lnTo>
                  <a:lnTo>
                    <a:pt x="2075679" y="3477253"/>
                  </a:lnTo>
                  <a:lnTo>
                    <a:pt x="2075773" y="3477253"/>
                  </a:lnTo>
                  <a:lnTo>
                    <a:pt x="2075867" y="3477253"/>
                  </a:lnTo>
                  <a:lnTo>
                    <a:pt x="2075961" y="3477253"/>
                  </a:lnTo>
                  <a:lnTo>
                    <a:pt x="2076055" y="3477253"/>
                  </a:lnTo>
                  <a:lnTo>
                    <a:pt x="2076149" y="3477253"/>
                  </a:lnTo>
                  <a:lnTo>
                    <a:pt x="2076244" y="3477253"/>
                  </a:lnTo>
                  <a:lnTo>
                    <a:pt x="2076338" y="3477253"/>
                  </a:lnTo>
                  <a:lnTo>
                    <a:pt x="2076432" y="3477253"/>
                  </a:lnTo>
                  <a:lnTo>
                    <a:pt x="2076526" y="3477253"/>
                  </a:lnTo>
                  <a:lnTo>
                    <a:pt x="2076620" y="3477253"/>
                  </a:lnTo>
                  <a:lnTo>
                    <a:pt x="2076714" y="3477253"/>
                  </a:lnTo>
                  <a:lnTo>
                    <a:pt x="2076808" y="3477253"/>
                  </a:lnTo>
                  <a:lnTo>
                    <a:pt x="2076903" y="3477253"/>
                  </a:lnTo>
                  <a:lnTo>
                    <a:pt x="2076997" y="3477253"/>
                  </a:lnTo>
                  <a:lnTo>
                    <a:pt x="2077091" y="3477253"/>
                  </a:lnTo>
                  <a:lnTo>
                    <a:pt x="2077185" y="3477253"/>
                  </a:lnTo>
                  <a:lnTo>
                    <a:pt x="2077279" y="3477253"/>
                  </a:lnTo>
                  <a:lnTo>
                    <a:pt x="2077373" y="3477253"/>
                  </a:lnTo>
                  <a:lnTo>
                    <a:pt x="2077468" y="3477253"/>
                  </a:lnTo>
                  <a:lnTo>
                    <a:pt x="2077468" y="3472342"/>
                  </a:lnTo>
                  <a:lnTo>
                    <a:pt x="2077562" y="3472342"/>
                  </a:lnTo>
                  <a:lnTo>
                    <a:pt x="2077656" y="3472342"/>
                  </a:lnTo>
                  <a:lnTo>
                    <a:pt x="2077750" y="3472342"/>
                  </a:lnTo>
                  <a:lnTo>
                    <a:pt x="2077844" y="3472342"/>
                  </a:lnTo>
                  <a:lnTo>
                    <a:pt x="2077938" y="3472342"/>
                  </a:lnTo>
                  <a:lnTo>
                    <a:pt x="2078032" y="3472342"/>
                  </a:lnTo>
                  <a:lnTo>
                    <a:pt x="2078127" y="3472342"/>
                  </a:lnTo>
                  <a:lnTo>
                    <a:pt x="2078221" y="3472342"/>
                  </a:lnTo>
                  <a:lnTo>
                    <a:pt x="2078315" y="3472342"/>
                  </a:lnTo>
                  <a:lnTo>
                    <a:pt x="2078409" y="3472342"/>
                  </a:lnTo>
                  <a:lnTo>
                    <a:pt x="2078503" y="3472342"/>
                  </a:lnTo>
                  <a:lnTo>
                    <a:pt x="2078597" y="3472342"/>
                  </a:lnTo>
                  <a:lnTo>
                    <a:pt x="2078692" y="3472342"/>
                  </a:lnTo>
                  <a:lnTo>
                    <a:pt x="2078786" y="3472342"/>
                  </a:lnTo>
                  <a:lnTo>
                    <a:pt x="2078880" y="3472342"/>
                  </a:lnTo>
                  <a:lnTo>
                    <a:pt x="2078974" y="3472342"/>
                  </a:lnTo>
                  <a:lnTo>
                    <a:pt x="2079068" y="3472342"/>
                  </a:lnTo>
                  <a:lnTo>
                    <a:pt x="2079162" y="3472342"/>
                  </a:lnTo>
                  <a:lnTo>
                    <a:pt x="2079256" y="3472342"/>
                  </a:lnTo>
                  <a:lnTo>
                    <a:pt x="2079351" y="3472342"/>
                  </a:lnTo>
                  <a:lnTo>
                    <a:pt x="2079445" y="3472342"/>
                  </a:lnTo>
                  <a:lnTo>
                    <a:pt x="2079539" y="3472342"/>
                  </a:lnTo>
                  <a:lnTo>
                    <a:pt x="2079539" y="3467430"/>
                  </a:lnTo>
                  <a:lnTo>
                    <a:pt x="2079633" y="3467430"/>
                  </a:lnTo>
                  <a:lnTo>
                    <a:pt x="2079727" y="3467430"/>
                  </a:lnTo>
                  <a:lnTo>
                    <a:pt x="2079821" y="3467430"/>
                  </a:lnTo>
                  <a:lnTo>
                    <a:pt x="2079916" y="3467430"/>
                  </a:lnTo>
                  <a:lnTo>
                    <a:pt x="2080010" y="3467430"/>
                  </a:lnTo>
                  <a:lnTo>
                    <a:pt x="2080104" y="3467430"/>
                  </a:lnTo>
                  <a:lnTo>
                    <a:pt x="2080104" y="3462519"/>
                  </a:lnTo>
                  <a:lnTo>
                    <a:pt x="2080198" y="3462519"/>
                  </a:lnTo>
                  <a:lnTo>
                    <a:pt x="2080292" y="3462519"/>
                  </a:lnTo>
                  <a:lnTo>
                    <a:pt x="2080386" y="3462519"/>
                  </a:lnTo>
                  <a:lnTo>
                    <a:pt x="2080480" y="3462519"/>
                  </a:lnTo>
                  <a:lnTo>
                    <a:pt x="2080575" y="3462519"/>
                  </a:lnTo>
                  <a:lnTo>
                    <a:pt x="2080669" y="3462519"/>
                  </a:lnTo>
                  <a:lnTo>
                    <a:pt x="2080763" y="3462519"/>
                  </a:lnTo>
                  <a:lnTo>
                    <a:pt x="2080857" y="3462519"/>
                  </a:lnTo>
                  <a:lnTo>
                    <a:pt x="2080951" y="3462519"/>
                  </a:lnTo>
                  <a:lnTo>
                    <a:pt x="2081045" y="3462519"/>
                  </a:lnTo>
                  <a:lnTo>
                    <a:pt x="2081139" y="3462519"/>
                  </a:lnTo>
                  <a:lnTo>
                    <a:pt x="2081234" y="3462519"/>
                  </a:lnTo>
                  <a:lnTo>
                    <a:pt x="2081328" y="3462519"/>
                  </a:lnTo>
                  <a:lnTo>
                    <a:pt x="2081422" y="3462519"/>
                  </a:lnTo>
                  <a:lnTo>
                    <a:pt x="2081516" y="3462519"/>
                  </a:lnTo>
                  <a:lnTo>
                    <a:pt x="2081610" y="3462519"/>
                  </a:lnTo>
                  <a:lnTo>
                    <a:pt x="2081704" y="3462519"/>
                  </a:lnTo>
                  <a:lnTo>
                    <a:pt x="2081799" y="3462519"/>
                  </a:lnTo>
                  <a:lnTo>
                    <a:pt x="2081893" y="3462519"/>
                  </a:lnTo>
                  <a:lnTo>
                    <a:pt x="2081987" y="3462519"/>
                  </a:lnTo>
                  <a:lnTo>
                    <a:pt x="2082081" y="3462519"/>
                  </a:lnTo>
                  <a:lnTo>
                    <a:pt x="2082175" y="3462519"/>
                  </a:lnTo>
                  <a:lnTo>
                    <a:pt x="2082269" y="3462519"/>
                  </a:lnTo>
                  <a:lnTo>
                    <a:pt x="2082363" y="3462519"/>
                  </a:lnTo>
                  <a:lnTo>
                    <a:pt x="2082458" y="3462519"/>
                  </a:lnTo>
                  <a:lnTo>
                    <a:pt x="2082552" y="3462519"/>
                  </a:lnTo>
                  <a:lnTo>
                    <a:pt x="2082646" y="3462519"/>
                  </a:lnTo>
                  <a:lnTo>
                    <a:pt x="2082740" y="3462519"/>
                  </a:lnTo>
                  <a:lnTo>
                    <a:pt x="2082834" y="3462519"/>
                  </a:lnTo>
                  <a:lnTo>
                    <a:pt x="2082928" y="3462519"/>
                  </a:lnTo>
                  <a:lnTo>
                    <a:pt x="2083023" y="3462519"/>
                  </a:lnTo>
                  <a:lnTo>
                    <a:pt x="2083117" y="3462519"/>
                  </a:lnTo>
                  <a:lnTo>
                    <a:pt x="2083211" y="3462519"/>
                  </a:lnTo>
                  <a:lnTo>
                    <a:pt x="2083305" y="3462519"/>
                  </a:lnTo>
                  <a:lnTo>
                    <a:pt x="2083399" y="3462519"/>
                  </a:lnTo>
                  <a:lnTo>
                    <a:pt x="2083493" y="3462519"/>
                  </a:lnTo>
                  <a:lnTo>
                    <a:pt x="2083587" y="3462519"/>
                  </a:lnTo>
                  <a:lnTo>
                    <a:pt x="2083682" y="3462519"/>
                  </a:lnTo>
                  <a:lnTo>
                    <a:pt x="2083776" y="3462519"/>
                  </a:lnTo>
                  <a:lnTo>
                    <a:pt x="2083870" y="3462519"/>
                  </a:lnTo>
                  <a:lnTo>
                    <a:pt x="2083964" y="3462519"/>
                  </a:lnTo>
                  <a:lnTo>
                    <a:pt x="2084058" y="3462519"/>
                  </a:lnTo>
                  <a:lnTo>
                    <a:pt x="2084152" y="3462519"/>
                  </a:lnTo>
                  <a:lnTo>
                    <a:pt x="2084247" y="3462519"/>
                  </a:lnTo>
                  <a:lnTo>
                    <a:pt x="2084341" y="3462519"/>
                  </a:lnTo>
                  <a:lnTo>
                    <a:pt x="2084435" y="3462519"/>
                  </a:lnTo>
                  <a:lnTo>
                    <a:pt x="2084529" y="3462519"/>
                  </a:lnTo>
                  <a:lnTo>
                    <a:pt x="2084529" y="3457607"/>
                  </a:lnTo>
                  <a:lnTo>
                    <a:pt x="2084623" y="3457607"/>
                  </a:lnTo>
                  <a:lnTo>
                    <a:pt x="2084717" y="3457607"/>
                  </a:lnTo>
                  <a:lnTo>
                    <a:pt x="2084811" y="3457607"/>
                  </a:lnTo>
                  <a:lnTo>
                    <a:pt x="2084906" y="3457607"/>
                  </a:lnTo>
                  <a:lnTo>
                    <a:pt x="2085000" y="3457607"/>
                  </a:lnTo>
                  <a:lnTo>
                    <a:pt x="2085094" y="3457607"/>
                  </a:lnTo>
                  <a:lnTo>
                    <a:pt x="2085188" y="3457607"/>
                  </a:lnTo>
                  <a:lnTo>
                    <a:pt x="2085282" y="3457607"/>
                  </a:lnTo>
                  <a:lnTo>
                    <a:pt x="2085376" y="3457607"/>
                  </a:lnTo>
                  <a:lnTo>
                    <a:pt x="2085470" y="3457607"/>
                  </a:lnTo>
                  <a:lnTo>
                    <a:pt x="2085565" y="3457607"/>
                  </a:lnTo>
                  <a:lnTo>
                    <a:pt x="2085659" y="3457607"/>
                  </a:lnTo>
                  <a:lnTo>
                    <a:pt x="2085753" y="3457607"/>
                  </a:lnTo>
                  <a:lnTo>
                    <a:pt x="2085847" y="3457607"/>
                  </a:lnTo>
                  <a:lnTo>
                    <a:pt x="2085941" y="3457607"/>
                  </a:lnTo>
                  <a:lnTo>
                    <a:pt x="2086035" y="3457607"/>
                  </a:lnTo>
                  <a:lnTo>
                    <a:pt x="2086130" y="3457607"/>
                  </a:lnTo>
                  <a:lnTo>
                    <a:pt x="2086224" y="3457607"/>
                  </a:lnTo>
                  <a:lnTo>
                    <a:pt x="2086318" y="3457607"/>
                  </a:lnTo>
                  <a:lnTo>
                    <a:pt x="2086412" y="3457607"/>
                  </a:lnTo>
                  <a:lnTo>
                    <a:pt x="2086506" y="3457607"/>
                  </a:lnTo>
                  <a:lnTo>
                    <a:pt x="2086600" y="3457607"/>
                  </a:lnTo>
                  <a:lnTo>
                    <a:pt x="2086694" y="3457607"/>
                  </a:lnTo>
                  <a:lnTo>
                    <a:pt x="2086789" y="3457607"/>
                  </a:lnTo>
                  <a:lnTo>
                    <a:pt x="2086883" y="3457607"/>
                  </a:lnTo>
                  <a:lnTo>
                    <a:pt x="2086977" y="3457607"/>
                  </a:lnTo>
                  <a:lnTo>
                    <a:pt x="2087071" y="3457607"/>
                  </a:lnTo>
                  <a:lnTo>
                    <a:pt x="2087165" y="3457607"/>
                  </a:lnTo>
                  <a:lnTo>
                    <a:pt x="2087259" y="3457607"/>
                  </a:lnTo>
                  <a:lnTo>
                    <a:pt x="2087354" y="3457607"/>
                  </a:lnTo>
                  <a:lnTo>
                    <a:pt x="2087354" y="3452696"/>
                  </a:lnTo>
                  <a:lnTo>
                    <a:pt x="2087448" y="3452696"/>
                  </a:lnTo>
                  <a:lnTo>
                    <a:pt x="2087542" y="3452696"/>
                  </a:lnTo>
                  <a:lnTo>
                    <a:pt x="2087636" y="3452696"/>
                  </a:lnTo>
                  <a:lnTo>
                    <a:pt x="2087730" y="3452696"/>
                  </a:lnTo>
                  <a:lnTo>
                    <a:pt x="2087824" y="3452696"/>
                  </a:lnTo>
                  <a:lnTo>
                    <a:pt x="2087918" y="3452696"/>
                  </a:lnTo>
                  <a:lnTo>
                    <a:pt x="2088013" y="3452696"/>
                  </a:lnTo>
                  <a:lnTo>
                    <a:pt x="2088107" y="3452696"/>
                  </a:lnTo>
                  <a:lnTo>
                    <a:pt x="2088201" y="3452696"/>
                  </a:lnTo>
                  <a:lnTo>
                    <a:pt x="2088295" y="3452696"/>
                  </a:lnTo>
                  <a:lnTo>
                    <a:pt x="2088389" y="3452696"/>
                  </a:lnTo>
                  <a:lnTo>
                    <a:pt x="2088483" y="3452696"/>
                  </a:lnTo>
                  <a:lnTo>
                    <a:pt x="2088578" y="3452696"/>
                  </a:lnTo>
                  <a:lnTo>
                    <a:pt x="2088672" y="3452696"/>
                  </a:lnTo>
                  <a:lnTo>
                    <a:pt x="2088766" y="3452696"/>
                  </a:lnTo>
                  <a:lnTo>
                    <a:pt x="2088860" y="3452696"/>
                  </a:lnTo>
                  <a:lnTo>
                    <a:pt x="2088954" y="3452696"/>
                  </a:lnTo>
                  <a:lnTo>
                    <a:pt x="2089048" y="3452696"/>
                  </a:lnTo>
                  <a:lnTo>
                    <a:pt x="2089142" y="3452696"/>
                  </a:lnTo>
                  <a:lnTo>
                    <a:pt x="2089237" y="3452696"/>
                  </a:lnTo>
                  <a:lnTo>
                    <a:pt x="2089331" y="3452696"/>
                  </a:lnTo>
                  <a:lnTo>
                    <a:pt x="2089425" y="3452696"/>
                  </a:lnTo>
                  <a:lnTo>
                    <a:pt x="2089519" y="3452696"/>
                  </a:lnTo>
                  <a:lnTo>
                    <a:pt x="2089613" y="3452696"/>
                  </a:lnTo>
                  <a:lnTo>
                    <a:pt x="2089707" y="3452696"/>
                  </a:lnTo>
                  <a:lnTo>
                    <a:pt x="2089801" y="3452696"/>
                  </a:lnTo>
                  <a:lnTo>
                    <a:pt x="2089896" y="3452696"/>
                  </a:lnTo>
                  <a:lnTo>
                    <a:pt x="2089990" y="3452696"/>
                  </a:lnTo>
                  <a:lnTo>
                    <a:pt x="2090084" y="3452696"/>
                  </a:lnTo>
                  <a:lnTo>
                    <a:pt x="2090178" y="3452696"/>
                  </a:lnTo>
                  <a:lnTo>
                    <a:pt x="2090272" y="3452696"/>
                  </a:lnTo>
                  <a:lnTo>
                    <a:pt x="2090366" y="3452696"/>
                  </a:lnTo>
                  <a:lnTo>
                    <a:pt x="2090461" y="3452696"/>
                  </a:lnTo>
                  <a:lnTo>
                    <a:pt x="2090555" y="3452696"/>
                  </a:lnTo>
                  <a:lnTo>
                    <a:pt x="2090649" y="3452696"/>
                  </a:lnTo>
                  <a:lnTo>
                    <a:pt x="2090743" y="3452696"/>
                  </a:lnTo>
                  <a:lnTo>
                    <a:pt x="2090837" y="3452696"/>
                  </a:lnTo>
                  <a:lnTo>
                    <a:pt x="2090931" y="3452696"/>
                  </a:lnTo>
                  <a:lnTo>
                    <a:pt x="2091025" y="3452696"/>
                  </a:lnTo>
                  <a:lnTo>
                    <a:pt x="2091120" y="3452696"/>
                  </a:lnTo>
                  <a:lnTo>
                    <a:pt x="2091214" y="3452696"/>
                  </a:lnTo>
                  <a:lnTo>
                    <a:pt x="2091308" y="3452696"/>
                  </a:lnTo>
                  <a:lnTo>
                    <a:pt x="2091402" y="3452696"/>
                  </a:lnTo>
                  <a:lnTo>
                    <a:pt x="2091496" y="3452696"/>
                  </a:lnTo>
                  <a:lnTo>
                    <a:pt x="2091590" y="3452696"/>
                  </a:lnTo>
                  <a:lnTo>
                    <a:pt x="2091685" y="3452696"/>
                  </a:lnTo>
                  <a:lnTo>
                    <a:pt x="2091779" y="3452696"/>
                  </a:lnTo>
                  <a:lnTo>
                    <a:pt x="2091873" y="3452696"/>
                  </a:lnTo>
                  <a:lnTo>
                    <a:pt x="2091967" y="3452696"/>
                  </a:lnTo>
                  <a:lnTo>
                    <a:pt x="2092061" y="3452696"/>
                  </a:lnTo>
                  <a:lnTo>
                    <a:pt x="2092155" y="3452696"/>
                  </a:lnTo>
                  <a:lnTo>
                    <a:pt x="2092249" y="3452696"/>
                  </a:lnTo>
                  <a:lnTo>
                    <a:pt x="2092344" y="3452696"/>
                  </a:lnTo>
                  <a:lnTo>
                    <a:pt x="2092438" y="3452696"/>
                  </a:lnTo>
                  <a:lnTo>
                    <a:pt x="2092532" y="3452696"/>
                  </a:lnTo>
                  <a:lnTo>
                    <a:pt x="2092626" y="3452696"/>
                  </a:lnTo>
                  <a:lnTo>
                    <a:pt x="2092720" y="3452696"/>
                  </a:lnTo>
                  <a:lnTo>
                    <a:pt x="2092814" y="3452696"/>
                  </a:lnTo>
                  <a:lnTo>
                    <a:pt x="2092909" y="3452696"/>
                  </a:lnTo>
                  <a:lnTo>
                    <a:pt x="2093003" y="3452696"/>
                  </a:lnTo>
                  <a:lnTo>
                    <a:pt x="2093097" y="3452696"/>
                  </a:lnTo>
                  <a:lnTo>
                    <a:pt x="2093191" y="3452696"/>
                  </a:lnTo>
                  <a:lnTo>
                    <a:pt x="2093285" y="3452696"/>
                  </a:lnTo>
                  <a:lnTo>
                    <a:pt x="2093379" y="3452696"/>
                  </a:lnTo>
                  <a:lnTo>
                    <a:pt x="2093473" y="3452696"/>
                  </a:lnTo>
                  <a:lnTo>
                    <a:pt x="2093568" y="3452696"/>
                  </a:lnTo>
                  <a:lnTo>
                    <a:pt x="2093662" y="3452696"/>
                  </a:lnTo>
                  <a:lnTo>
                    <a:pt x="2093756" y="3452696"/>
                  </a:lnTo>
                  <a:lnTo>
                    <a:pt x="2093850" y="3452696"/>
                  </a:lnTo>
                  <a:lnTo>
                    <a:pt x="2093944" y="3452696"/>
                  </a:lnTo>
                  <a:lnTo>
                    <a:pt x="2094038" y="3452696"/>
                  </a:lnTo>
                  <a:lnTo>
                    <a:pt x="2094132" y="3452696"/>
                  </a:lnTo>
                  <a:lnTo>
                    <a:pt x="2094227" y="3452696"/>
                  </a:lnTo>
                  <a:lnTo>
                    <a:pt x="2094321" y="3452696"/>
                  </a:lnTo>
                  <a:lnTo>
                    <a:pt x="2094415" y="3452696"/>
                  </a:lnTo>
                  <a:lnTo>
                    <a:pt x="2094509" y="3452696"/>
                  </a:lnTo>
                  <a:lnTo>
                    <a:pt x="2094603" y="3452696"/>
                  </a:lnTo>
                  <a:lnTo>
                    <a:pt x="2094697" y="3452696"/>
                  </a:lnTo>
                  <a:lnTo>
                    <a:pt x="2094792" y="3452696"/>
                  </a:lnTo>
                  <a:lnTo>
                    <a:pt x="2094886" y="3452696"/>
                  </a:lnTo>
                  <a:lnTo>
                    <a:pt x="2094980" y="3452696"/>
                  </a:lnTo>
                  <a:lnTo>
                    <a:pt x="2095074" y="3452696"/>
                  </a:lnTo>
                  <a:lnTo>
                    <a:pt x="2095168" y="3452696"/>
                  </a:lnTo>
                  <a:lnTo>
                    <a:pt x="2095262" y="3452696"/>
                  </a:lnTo>
                  <a:lnTo>
                    <a:pt x="2095356" y="3452696"/>
                  </a:lnTo>
                  <a:lnTo>
                    <a:pt x="2095451" y="3452696"/>
                  </a:lnTo>
                  <a:lnTo>
                    <a:pt x="2095545" y="3452696"/>
                  </a:lnTo>
                  <a:lnTo>
                    <a:pt x="2095639" y="3452696"/>
                  </a:lnTo>
                  <a:lnTo>
                    <a:pt x="2095733" y="3452696"/>
                  </a:lnTo>
                  <a:lnTo>
                    <a:pt x="2095827" y="3452696"/>
                  </a:lnTo>
                  <a:lnTo>
                    <a:pt x="2095921" y="3452696"/>
                  </a:lnTo>
                  <a:lnTo>
                    <a:pt x="2096016" y="3452696"/>
                  </a:lnTo>
                  <a:lnTo>
                    <a:pt x="2096110" y="3452696"/>
                  </a:lnTo>
                  <a:lnTo>
                    <a:pt x="2096204" y="3452696"/>
                  </a:lnTo>
                  <a:lnTo>
                    <a:pt x="2096298" y="3452696"/>
                  </a:lnTo>
                  <a:lnTo>
                    <a:pt x="2096392" y="3452696"/>
                  </a:lnTo>
                  <a:lnTo>
                    <a:pt x="2096486" y="3452696"/>
                  </a:lnTo>
                  <a:lnTo>
                    <a:pt x="2096580" y="3452696"/>
                  </a:lnTo>
                  <a:lnTo>
                    <a:pt x="2096675" y="3452696"/>
                  </a:lnTo>
                  <a:lnTo>
                    <a:pt x="2096769" y="3452696"/>
                  </a:lnTo>
                  <a:lnTo>
                    <a:pt x="2096863" y="3452696"/>
                  </a:lnTo>
                  <a:lnTo>
                    <a:pt x="2096957" y="3452696"/>
                  </a:lnTo>
                  <a:lnTo>
                    <a:pt x="2097051" y="3452696"/>
                  </a:lnTo>
                  <a:lnTo>
                    <a:pt x="2097145" y="3452696"/>
                  </a:lnTo>
                  <a:lnTo>
                    <a:pt x="2097240" y="3452696"/>
                  </a:lnTo>
                  <a:lnTo>
                    <a:pt x="2097334" y="3452696"/>
                  </a:lnTo>
                  <a:lnTo>
                    <a:pt x="2097428" y="3452696"/>
                  </a:lnTo>
                  <a:lnTo>
                    <a:pt x="2097522" y="3452696"/>
                  </a:lnTo>
                  <a:lnTo>
                    <a:pt x="2097616" y="3452696"/>
                  </a:lnTo>
                  <a:lnTo>
                    <a:pt x="2097710" y="3452696"/>
                  </a:lnTo>
                  <a:lnTo>
                    <a:pt x="2097804" y="3452696"/>
                  </a:lnTo>
                  <a:lnTo>
                    <a:pt x="2097899" y="3452696"/>
                  </a:lnTo>
                  <a:lnTo>
                    <a:pt x="2097993" y="3452696"/>
                  </a:lnTo>
                  <a:lnTo>
                    <a:pt x="2098087" y="3452696"/>
                  </a:lnTo>
                  <a:lnTo>
                    <a:pt x="2098181" y="3452696"/>
                  </a:lnTo>
                  <a:lnTo>
                    <a:pt x="2098275" y="3452696"/>
                  </a:lnTo>
                  <a:lnTo>
                    <a:pt x="2098369" y="3452696"/>
                  </a:lnTo>
                  <a:lnTo>
                    <a:pt x="2098463" y="3452696"/>
                  </a:lnTo>
                  <a:lnTo>
                    <a:pt x="2098558" y="3452696"/>
                  </a:lnTo>
                  <a:lnTo>
                    <a:pt x="2098652" y="3452696"/>
                  </a:lnTo>
                  <a:lnTo>
                    <a:pt x="2098746" y="3452696"/>
                  </a:lnTo>
                  <a:lnTo>
                    <a:pt x="2098840" y="3452696"/>
                  </a:lnTo>
                  <a:lnTo>
                    <a:pt x="2098934" y="3452696"/>
                  </a:lnTo>
                  <a:lnTo>
                    <a:pt x="2099028" y="3452696"/>
                  </a:lnTo>
                  <a:lnTo>
                    <a:pt x="2099123" y="3452696"/>
                  </a:lnTo>
                  <a:lnTo>
                    <a:pt x="2099217" y="3452696"/>
                  </a:lnTo>
                  <a:lnTo>
                    <a:pt x="2099311" y="3452696"/>
                  </a:lnTo>
                  <a:lnTo>
                    <a:pt x="2099405" y="3452696"/>
                  </a:lnTo>
                  <a:lnTo>
                    <a:pt x="2099405" y="3447785"/>
                  </a:lnTo>
                  <a:lnTo>
                    <a:pt x="2099499" y="3447785"/>
                  </a:lnTo>
                  <a:lnTo>
                    <a:pt x="2099593" y="3447785"/>
                  </a:lnTo>
                  <a:lnTo>
                    <a:pt x="2099687" y="3447785"/>
                  </a:lnTo>
                  <a:lnTo>
                    <a:pt x="2099782" y="3447785"/>
                  </a:lnTo>
                  <a:lnTo>
                    <a:pt x="2099876" y="3447785"/>
                  </a:lnTo>
                  <a:lnTo>
                    <a:pt x="2099970" y="3447785"/>
                  </a:lnTo>
                  <a:lnTo>
                    <a:pt x="2100064" y="3447785"/>
                  </a:lnTo>
                  <a:lnTo>
                    <a:pt x="2100158" y="3447785"/>
                  </a:lnTo>
                  <a:lnTo>
                    <a:pt x="2100252" y="3447785"/>
                  </a:lnTo>
                  <a:lnTo>
                    <a:pt x="2100347" y="3447785"/>
                  </a:lnTo>
                  <a:lnTo>
                    <a:pt x="2100441" y="3447785"/>
                  </a:lnTo>
                  <a:lnTo>
                    <a:pt x="2100535" y="3447785"/>
                  </a:lnTo>
                  <a:lnTo>
                    <a:pt x="2100629" y="3447785"/>
                  </a:lnTo>
                  <a:lnTo>
                    <a:pt x="2100723" y="3447785"/>
                  </a:lnTo>
                  <a:lnTo>
                    <a:pt x="2100817" y="3447785"/>
                  </a:lnTo>
                  <a:lnTo>
                    <a:pt x="2100911" y="3447785"/>
                  </a:lnTo>
                  <a:lnTo>
                    <a:pt x="2101006" y="3447785"/>
                  </a:lnTo>
                  <a:lnTo>
                    <a:pt x="2101100" y="3447785"/>
                  </a:lnTo>
                  <a:lnTo>
                    <a:pt x="2101194" y="3447785"/>
                  </a:lnTo>
                  <a:lnTo>
                    <a:pt x="2101288" y="3447785"/>
                  </a:lnTo>
                  <a:lnTo>
                    <a:pt x="2101382" y="3447785"/>
                  </a:lnTo>
                  <a:lnTo>
                    <a:pt x="2101476" y="3447785"/>
                  </a:lnTo>
                  <a:lnTo>
                    <a:pt x="2101571" y="3447785"/>
                  </a:lnTo>
                  <a:lnTo>
                    <a:pt x="2101665" y="3447785"/>
                  </a:lnTo>
                  <a:lnTo>
                    <a:pt x="2101759" y="3447785"/>
                  </a:lnTo>
                  <a:lnTo>
                    <a:pt x="2101853" y="3447785"/>
                  </a:lnTo>
                  <a:lnTo>
                    <a:pt x="2101947" y="3447785"/>
                  </a:lnTo>
                  <a:lnTo>
                    <a:pt x="2102041" y="3447785"/>
                  </a:lnTo>
                  <a:lnTo>
                    <a:pt x="2102135" y="3447785"/>
                  </a:lnTo>
                  <a:lnTo>
                    <a:pt x="2102230" y="3447785"/>
                  </a:lnTo>
                  <a:lnTo>
                    <a:pt x="2102324" y="3447785"/>
                  </a:lnTo>
                  <a:lnTo>
                    <a:pt x="2102418" y="3447785"/>
                  </a:lnTo>
                  <a:lnTo>
                    <a:pt x="2102512" y="3447785"/>
                  </a:lnTo>
                  <a:lnTo>
                    <a:pt x="2102512" y="3442873"/>
                  </a:lnTo>
                  <a:lnTo>
                    <a:pt x="2102606" y="3442873"/>
                  </a:lnTo>
                  <a:lnTo>
                    <a:pt x="2102700" y="3442873"/>
                  </a:lnTo>
                  <a:lnTo>
                    <a:pt x="2102794" y="3442873"/>
                  </a:lnTo>
                  <a:lnTo>
                    <a:pt x="2102889" y="3442873"/>
                  </a:lnTo>
                  <a:lnTo>
                    <a:pt x="2102983" y="3442873"/>
                  </a:lnTo>
                  <a:lnTo>
                    <a:pt x="2103077" y="3442873"/>
                  </a:lnTo>
                  <a:lnTo>
                    <a:pt x="2103171" y="3442873"/>
                  </a:lnTo>
                  <a:lnTo>
                    <a:pt x="2103265" y="3442873"/>
                  </a:lnTo>
                  <a:lnTo>
                    <a:pt x="2103359" y="3442873"/>
                  </a:lnTo>
                  <a:lnTo>
                    <a:pt x="2103454" y="3442873"/>
                  </a:lnTo>
                  <a:lnTo>
                    <a:pt x="2103548" y="3442873"/>
                  </a:lnTo>
                  <a:lnTo>
                    <a:pt x="2103642" y="3442873"/>
                  </a:lnTo>
                  <a:lnTo>
                    <a:pt x="2103736" y="3442873"/>
                  </a:lnTo>
                  <a:lnTo>
                    <a:pt x="2103830" y="3442873"/>
                  </a:lnTo>
                  <a:lnTo>
                    <a:pt x="2103924" y="3442873"/>
                  </a:lnTo>
                  <a:lnTo>
                    <a:pt x="2104018" y="3442873"/>
                  </a:lnTo>
                  <a:lnTo>
                    <a:pt x="2104113" y="3442873"/>
                  </a:lnTo>
                  <a:lnTo>
                    <a:pt x="2104207" y="3442873"/>
                  </a:lnTo>
                  <a:lnTo>
                    <a:pt x="2104301" y="3442873"/>
                  </a:lnTo>
                  <a:lnTo>
                    <a:pt x="2104395" y="3442873"/>
                  </a:lnTo>
                  <a:lnTo>
                    <a:pt x="2104489" y="3442873"/>
                  </a:lnTo>
                  <a:lnTo>
                    <a:pt x="2104583" y="3442873"/>
                  </a:lnTo>
                  <a:lnTo>
                    <a:pt x="2104678" y="3442873"/>
                  </a:lnTo>
                  <a:lnTo>
                    <a:pt x="2104772" y="3442873"/>
                  </a:lnTo>
                  <a:lnTo>
                    <a:pt x="2104866" y="3442873"/>
                  </a:lnTo>
                  <a:lnTo>
                    <a:pt x="2104960" y="3442873"/>
                  </a:lnTo>
                  <a:lnTo>
                    <a:pt x="2105054" y="3442873"/>
                  </a:lnTo>
                  <a:lnTo>
                    <a:pt x="2105148" y="3442873"/>
                  </a:lnTo>
                  <a:lnTo>
                    <a:pt x="2105242" y="3442873"/>
                  </a:lnTo>
                  <a:lnTo>
                    <a:pt x="2105337" y="3442873"/>
                  </a:lnTo>
                  <a:lnTo>
                    <a:pt x="2105337" y="3437962"/>
                  </a:lnTo>
                  <a:lnTo>
                    <a:pt x="2105431" y="3437962"/>
                  </a:lnTo>
                  <a:lnTo>
                    <a:pt x="2105525" y="3437962"/>
                  </a:lnTo>
                  <a:lnTo>
                    <a:pt x="2105619" y="3437962"/>
                  </a:lnTo>
                  <a:lnTo>
                    <a:pt x="2105713" y="3437962"/>
                  </a:lnTo>
                  <a:lnTo>
                    <a:pt x="2105807" y="3437962"/>
                  </a:lnTo>
                  <a:lnTo>
                    <a:pt x="2105902" y="3437962"/>
                  </a:lnTo>
                  <a:lnTo>
                    <a:pt x="2105996" y="3437962"/>
                  </a:lnTo>
                  <a:lnTo>
                    <a:pt x="2106090" y="3437962"/>
                  </a:lnTo>
                  <a:lnTo>
                    <a:pt x="2106184" y="3437962"/>
                  </a:lnTo>
                  <a:lnTo>
                    <a:pt x="2106278" y="3437962"/>
                  </a:lnTo>
                  <a:lnTo>
                    <a:pt x="2106372" y="3437962"/>
                  </a:lnTo>
                  <a:lnTo>
                    <a:pt x="2106466" y="3437962"/>
                  </a:lnTo>
                  <a:lnTo>
                    <a:pt x="2106561" y="3437962"/>
                  </a:lnTo>
                  <a:lnTo>
                    <a:pt x="2106655" y="3437962"/>
                  </a:lnTo>
                  <a:lnTo>
                    <a:pt x="2106749" y="3437962"/>
                  </a:lnTo>
                  <a:lnTo>
                    <a:pt x="2106843" y="3437962"/>
                  </a:lnTo>
                  <a:lnTo>
                    <a:pt x="2106937" y="3437962"/>
                  </a:lnTo>
                  <a:lnTo>
                    <a:pt x="2107031" y="3437962"/>
                  </a:lnTo>
                  <a:lnTo>
                    <a:pt x="2107125" y="3437962"/>
                  </a:lnTo>
                  <a:lnTo>
                    <a:pt x="2107220" y="3437962"/>
                  </a:lnTo>
                  <a:lnTo>
                    <a:pt x="2107314" y="3437962"/>
                  </a:lnTo>
                  <a:lnTo>
                    <a:pt x="2107408" y="3437962"/>
                  </a:lnTo>
                  <a:lnTo>
                    <a:pt x="2107502" y="3437962"/>
                  </a:lnTo>
                  <a:lnTo>
                    <a:pt x="2107596" y="3437962"/>
                  </a:lnTo>
                  <a:lnTo>
                    <a:pt x="2107690" y="3437962"/>
                  </a:lnTo>
                  <a:lnTo>
                    <a:pt x="2107785" y="3437962"/>
                  </a:lnTo>
                  <a:lnTo>
                    <a:pt x="2107879" y="3437962"/>
                  </a:lnTo>
                  <a:lnTo>
                    <a:pt x="2107973" y="3437962"/>
                  </a:lnTo>
                  <a:lnTo>
                    <a:pt x="2108067" y="3437962"/>
                  </a:lnTo>
                  <a:lnTo>
                    <a:pt x="2108161" y="3437962"/>
                  </a:lnTo>
                  <a:lnTo>
                    <a:pt x="2108255" y="3437962"/>
                  </a:lnTo>
                  <a:lnTo>
                    <a:pt x="2108349" y="3437962"/>
                  </a:lnTo>
                  <a:lnTo>
                    <a:pt x="2108444" y="3437962"/>
                  </a:lnTo>
                  <a:lnTo>
                    <a:pt x="2108538" y="3437962"/>
                  </a:lnTo>
                  <a:lnTo>
                    <a:pt x="2108632" y="3437962"/>
                  </a:lnTo>
                  <a:lnTo>
                    <a:pt x="2108726" y="3437962"/>
                  </a:lnTo>
                  <a:lnTo>
                    <a:pt x="2108820" y="3437962"/>
                  </a:lnTo>
                  <a:lnTo>
                    <a:pt x="2108914" y="3437962"/>
                  </a:lnTo>
                  <a:lnTo>
                    <a:pt x="2109009" y="3437962"/>
                  </a:lnTo>
                  <a:lnTo>
                    <a:pt x="2109103" y="3437962"/>
                  </a:lnTo>
                  <a:lnTo>
                    <a:pt x="2109197" y="3437962"/>
                  </a:lnTo>
                  <a:lnTo>
                    <a:pt x="2109291" y="3437962"/>
                  </a:lnTo>
                  <a:lnTo>
                    <a:pt x="2109385" y="3437962"/>
                  </a:lnTo>
                  <a:lnTo>
                    <a:pt x="2109479" y="3437962"/>
                  </a:lnTo>
                  <a:lnTo>
                    <a:pt x="2109573" y="3437962"/>
                  </a:lnTo>
                  <a:lnTo>
                    <a:pt x="2109668" y="3437962"/>
                  </a:lnTo>
                  <a:lnTo>
                    <a:pt x="2109762" y="3437962"/>
                  </a:lnTo>
                  <a:lnTo>
                    <a:pt x="2109856" y="3437962"/>
                  </a:lnTo>
                  <a:lnTo>
                    <a:pt x="2109950" y="3437962"/>
                  </a:lnTo>
                  <a:lnTo>
                    <a:pt x="2110044" y="3437962"/>
                  </a:lnTo>
                  <a:lnTo>
                    <a:pt x="2110138" y="3437962"/>
                  </a:lnTo>
                  <a:lnTo>
                    <a:pt x="2110233" y="3437962"/>
                  </a:lnTo>
                  <a:lnTo>
                    <a:pt x="2110327" y="3437962"/>
                  </a:lnTo>
                  <a:lnTo>
                    <a:pt x="2110421" y="3437962"/>
                  </a:lnTo>
                  <a:lnTo>
                    <a:pt x="2110515" y="3437962"/>
                  </a:lnTo>
                  <a:lnTo>
                    <a:pt x="2110609" y="3437962"/>
                  </a:lnTo>
                  <a:lnTo>
                    <a:pt x="2110703" y="3437962"/>
                  </a:lnTo>
                  <a:lnTo>
                    <a:pt x="2110797" y="3437962"/>
                  </a:lnTo>
                  <a:lnTo>
                    <a:pt x="2110892" y="3437962"/>
                  </a:lnTo>
                  <a:lnTo>
                    <a:pt x="2110986" y="3437962"/>
                  </a:lnTo>
                  <a:lnTo>
                    <a:pt x="2111080" y="3437962"/>
                  </a:lnTo>
                  <a:lnTo>
                    <a:pt x="2111174" y="3437962"/>
                  </a:lnTo>
                  <a:lnTo>
                    <a:pt x="2111268" y="3437962"/>
                  </a:lnTo>
                  <a:lnTo>
                    <a:pt x="2111362" y="3437962"/>
                  </a:lnTo>
                  <a:lnTo>
                    <a:pt x="2111456" y="3437962"/>
                  </a:lnTo>
                  <a:lnTo>
                    <a:pt x="2111551" y="3437962"/>
                  </a:lnTo>
                  <a:lnTo>
                    <a:pt x="2111645" y="3437962"/>
                  </a:lnTo>
                  <a:lnTo>
                    <a:pt x="2111739" y="3437962"/>
                  </a:lnTo>
                  <a:lnTo>
                    <a:pt x="2111833" y="3437962"/>
                  </a:lnTo>
                  <a:lnTo>
                    <a:pt x="2111927" y="3437962"/>
                  </a:lnTo>
                  <a:lnTo>
                    <a:pt x="2112021" y="3437962"/>
                  </a:lnTo>
                  <a:lnTo>
                    <a:pt x="2112116" y="3437962"/>
                  </a:lnTo>
                  <a:lnTo>
                    <a:pt x="2112210" y="3437962"/>
                  </a:lnTo>
                  <a:lnTo>
                    <a:pt x="2112304" y="3437962"/>
                  </a:lnTo>
                  <a:lnTo>
                    <a:pt x="2112398" y="3437962"/>
                  </a:lnTo>
                  <a:lnTo>
                    <a:pt x="2112492" y="3437962"/>
                  </a:lnTo>
                  <a:lnTo>
                    <a:pt x="2112586" y="3437962"/>
                  </a:lnTo>
                  <a:lnTo>
                    <a:pt x="2112680" y="3437962"/>
                  </a:lnTo>
                  <a:lnTo>
                    <a:pt x="2112775" y="3437962"/>
                  </a:lnTo>
                  <a:lnTo>
                    <a:pt x="2112869" y="3437962"/>
                  </a:lnTo>
                  <a:lnTo>
                    <a:pt x="2112963" y="3437962"/>
                  </a:lnTo>
                  <a:lnTo>
                    <a:pt x="2113057" y="3437962"/>
                  </a:lnTo>
                  <a:lnTo>
                    <a:pt x="2113151" y="3437962"/>
                  </a:lnTo>
                  <a:lnTo>
                    <a:pt x="2113245" y="3437962"/>
                  </a:lnTo>
                  <a:lnTo>
                    <a:pt x="2113340" y="3437962"/>
                  </a:lnTo>
                  <a:lnTo>
                    <a:pt x="2113434" y="3437962"/>
                  </a:lnTo>
                  <a:lnTo>
                    <a:pt x="2113528" y="3437962"/>
                  </a:lnTo>
                  <a:lnTo>
                    <a:pt x="2113622" y="3437962"/>
                  </a:lnTo>
                  <a:lnTo>
                    <a:pt x="2113716" y="3437962"/>
                  </a:lnTo>
                  <a:lnTo>
                    <a:pt x="2113810" y="3437962"/>
                  </a:lnTo>
                  <a:lnTo>
                    <a:pt x="2113904" y="3437962"/>
                  </a:lnTo>
                  <a:lnTo>
                    <a:pt x="2113999" y="3437962"/>
                  </a:lnTo>
                  <a:lnTo>
                    <a:pt x="2114093" y="3437962"/>
                  </a:lnTo>
                  <a:lnTo>
                    <a:pt x="2114187" y="3437962"/>
                  </a:lnTo>
                  <a:lnTo>
                    <a:pt x="2114281" y="3437962"/>
                  </a:lnTo>
                  <a:lnTo>
                    <a:pt x="2114375" y="3437962"/>
                  </a:lnTo>
                  <a:lnTo>
                    <a:pt x="2114469" y="3437962"/>
                  </a:lnTo>
                  <a:lnTo>
                    <a:pt x="2114564" y="3437962"/>
                  </a:lnTo>
                  <a:lnTo>
                    <a:pt x="2114658" y="3437962"/>
                  </a:lnTo>
                  <a:lnTo>
                    <a:pt x="2114752" y="3437962"/>
                  </a:lnTo>
                  <a:lnTo>
                    <a:pt x="2114846" y="3437962"/>
                  </a:lnTo>
                  <a:lnTo>
                    <a:pt x="2114940" y="3437962"/>
                  </a:lnTo>
                  <a:lnTo>
                    <a:pt x="2115034" y="3437962"/>
                  </a:lnTo>
                  <a:lnTo>
                    <a:pt x="2115128" y="3437962"/>
                  </a:lnTo>
                  <a:lnTo>
                    <a:pt x="2115223" y="3437962"/>
                  </a:lnTo>
                  <a:lnTo>
                    <a:pt x="2115317" y="3437962"/>
                  </a:lnTo>
                  <a:lnTo>
                    <a:pt x="2115411" y="3437962"/>
                  </a:lnTo>
                  <a:lnTo>
                    <a:pt x="2115505" y="3437962"/>
                  </a:lnTo>
                  <a:lnTo>
                    <a:pt x="2115599" y="3437962"/>
                  </a:lnTo>
                  <a:lnTo>
                    <a:pt x="2115693" y="3437962"/>
                  </a:lnTo>
                  <a:lnTo>
                    <a:pt x="2115787" y="3437962"/>
                  </a:lnTo>
                  <a:lnTo>
                    <a:pt x="2115882" y="3437962"/>
                  </a:lnTo>
                  <a:lnTo>
                    <a:pt x="2115976" y="3437962"/>
                  </a:lnTo>
                  <a:lnTo>
                    <a:pt x="2116070" y="3437962"/>
                  </a:lnTo>
                  <a:lnTo>
                    <a:pt x="2116164" y="3437962"/>
                  </a:lnTo>
                  <a:lnTo>
                    <a:pt x="2116258" y="3437962"/>
                  </a:lnTo>
                  <a:lnTo>
                    <a:pt x="2116352" y="3437962"/>
                  </a:lnTo>
                  <a:lnTo>
                    <a:pt x="2116447" y="3437962"/>
                  </a:lnTo>
                  <a:lnTo>
                    <a:pt x="2116541" y="3437962"/>
                  </a:lnTo>
                  <a:lnTo>
                    <a:pt x="2116635" y="3437962"/>
                  </a:lnTo>
                  <a:lnTo>
                    <a:pt x="2116729" y="3437962"/>
                  </a:lnTo>
                  <a:lnTo>
                    <a:pt x="2116823" y="3437962"/>
                  </a:lnTo>
                  <a:lnTo>
                    <a:pt x="2116917" y="3437962"/>
                  </a:lnTo>
                  <a:lnTo>
                    <a:pt x="2117011" y="3437962"/>
                  </a:lnTo>
                  <a:lnTo>
                    <a:pt x="2117106" y="3437962"/>
                  </a:lnTo>
                  <a:lnTo>
                    <a:pt x="2117200" y="3437962"/>
                  </a:lnTo>
                  <a:lnTo>
                    <a:pt x="2117294" y="3437962"/>
                  </a:lnTo>
                  <a:lnTo>
                    <a:pt x="2117388" y="3437962"/>
                  </a:lnTo>
                  <a:lnTo>
                    <a:pt x="2117482" y="3437962"/>
                  </a:lnTo>
                  <a:lnTo>
                    <a:pt x="2117576" y="3437962"/>
                  </a:lnTo>
                  <a:lnTo>
                    <a:pt x="2117671" y="3437962"/>
                  </a:lnTo>
                  <a:lnTo>
                    <a:pt x="2117765" y="3437962"/>
                  </a:lnTo>
                  <a:lnTo>
                    <a:pt x="2117859" y="3437962"/>
                  </a:lnTo>
                  <a:lnTo>
                    <a:pt x="2117953" y="3437962"/>
                  </a:lnTo>
                  <a:lnTo>
                    <a:pt x="2118047" y="3437962"/>
                  </a:lnTo>
                  <a:lnTo>
                    <a:pt x="2118141" y="3437962"/>
                  </a:lnTo>
                  <a:lnTo>
                    <a:pt x="2118235" y="3437962"/>
                  </a:lnTo>
                  <a:lnTo>
                    <a:pt x="2118330" y="3437962"/>
                  </a:lnTo>
                  <a:lnTo>
                    <a:pt x="2118424" y="3437962"/>
                  </a:lnTo>
                  <a:lnTo>
                    <a:pt x="2118518" y="3437962"/>
                  </a:lnTo>
                  <a:lnTo>
                    <a:pt x="2118612" y="3437962"/>
                  </a:lnTo>
                  <a:lnTo>
                    <a:pt x="2118706" y="3437962"/>
                  </a:lnTo>
                  <a:lnTo>
                    <a:pt x="2118800" y="3437962"/>
                  </a:lnTo>
                  <a:lnTo>
                    <a:pt x="2118895" y="3437962"/>
                  </a:lnTo>
                  <a:lnTo>
                    <a:pt x="2118989" y="3437962"/>
                  </a:lnTo>
                  <a:lnTo>
                    <a:pt x="2119083" y="3437962"/>
                  </a:lnTo>
                  <a:lnTo>
                    <a:pt x="2119177" y="3437962"/>
                  </a:lnTo>
                  <a:lnTo>
                    <a:pt x="2119271" y="3437962"/>
                  </a:lnTo>
                  <a:lnTo>
                    <a:pt x="2119365" y="3437962"/>
                  </a:lnTo>
                  <a:lnTo>
                    <a:pt x="2119459" y="3437962"/>
                  </a:lnTo>
                  <a:lnTo>
                    <a:pt x="2119554" y="3437962"/>
                  </a:lnTo>
                  <a:lnTo>
                    <a:pt x="2119648" y="3437962"/>
                  </a:lnTo>
                  <a:lnTo>
                    <a:pt x="2119742" y="3437962"/>
                  </a:lnTo>
                  <a:lnTo>
                    <a:pt x="2119836" y="3437962"/>
                  </a:lnTo>
                  <a:lnTo>
                    <a:pt x="2119930" y="3437962"/>
                  </a:lnTo>
                  <a:lnTo>
                    <a:pt x="2120024" y="3437962"/>
                  </a:lnTo>
                  <a:lnTo>
                    <a:pt x="2120118" y="3437962"/>
                  </a:lnTo>
                  <a:lnTo>
                    <a:pt x="2120213" y="3437962"/>
                  </a:lnTo>
                  <a:lnTo>
                    <a:pt x="2120307" y="3437962"/>
                  </a:lnTo>
                  <a:lnTo>
                    <a:pt x="2120401" y="3437962"/>
                  </a:lnTo>
                  <a:lnTo>
                    <a:pt x="2120495" y="3437962"/>
                  </a:lnTo>
                  <a:lnTo>
                    <a:pt x="2120589" y="3437962"/>
                  </a:lnTo>
                  <a:lnTo>
                    <a:pt x="2120683" y="3437962"/>
                  </a:lnTo>
                  <a:lnTo>
                    <a:pt x="2120778" y="3437962"/>
                  </a:lnTo>
                  <a:lnTo>
                    <a:pt x="2120872" y="3437962"/>
                  </a:lnTo>
                  <a:lnTo>
                    <a:pt x="2120966" y="3437962"/>
                  </a:lnTo>
                  <a:lnTo>
                    <a:pt x="2121060" y="3437962"/>
                  </a:lnTo>
                  <a:lnTo>
                    <a:pt x="2121154" y="3437962"/>
                  </a:lnTo>
                  <a:lnTo>
                    <a:pt x="2121248" y="3437962"/>
                  </a:lnTo>
                  <a:lnTo>
                    <a:pt x="2121342" y="3437962"/>
                  </a:lnTo>
                  <a:lnTo>
                    <a:pt x="2121437" y="3437962"/>
                  </a:lnTo>
                  <a:lnTo>
                    <a:pt x="2121531" y="3437962"/>
                  </a:lnTo>
                  <a:lnTo>
                    <a:pt x="2121625" y="3437962"/>
                  </a:lnTo>
                  <a:lnTo>
                    <a:pt x="2121719" y="3437962"/>
                  </a:lnTo>
                  <a:lnTo>
                    <a:pt x="2121813" y="3437962"/>
                  </a:lnTo>
                  <a:lnTo>
                    <a:pt x="2121907" y="3437962"/>
                  </a:lnTo>
                  <a:lnTo>
                    <a:pt x="2122002" y="3437962"/>
                  </a:lnTo>
                  <a:lnTo>
                    <a:pt x="2122096" y="3437962"/>
                  </a:lnTo>
                  <a:lnTo>
                    <a:pt x="2122190" y="3437962"/>
                  </a:lnTo>
                  <a:lnTo>
                    <a:pt x="2122284" y="3437962"/>
                  </a:lnTo>
                  <a:lnTo>
                    <a:pt x="2122378" y="3437962"/>
                  </a:lnTo>
                  <a:lnTo>
                    <a:pt x="2122472" y="3437962"/>
                  </a:lnTo>
                  <a:lnTo>
                    <a:pt x="2122566" y="3437962"/>
                  </a:lnTo>
                  <a:lnTo>
                    <a:pt x="2122661" y="3437962"/>
                  </a:lnTo>
                  <a:lnTo>
                    <a:pt x="2122755" y="3437962"/>
                  </a:lnTo>
                  <a:lnTo>
                    <a:pt x="2122849" y="3437962"/>
                  </a:lnTo>
                  <a:lnTo>
                    <a:pt x="2122943" y="3437962"/>
                  </a:lnTo>
                  <a:lnTo>
                    <a:pt x="2123037" y="3437962"/>
                  </a:lnTo>
                  <a:lnTo>
                    <a:pt x="2123131" y="3437962"/>
                  </a:lnTo>
                  <a:lnTo>
                    <a:pt x="2123226" y="3437962"/>
                  </a:lnTo>
                  <a:lnTo>
                    <a:pt x="2123320" y="3437962"/>
                  </a:lnTo>
                  <a:lnTo>
                    <a:pt x="2123414" y="3437962"/>
                  </a:lnTo>
                  <a:lnTo>
                    <a:pt x="2123508" y="3437962"/>
                  </a:lnTo>
                  <a:lnTo>
                    <a:pt x="2123602" y="3437962"/>
                  </a:lnTo>
                  <a:lnTo>
                    <a:pt x="2123696" y="3437962"/>
                  </a:lnTo>
                  <a:lnTo>
                    <a:pt x="2123790" y="3437962"/>
                  </a:lnTo>
                  <a:lnTo>
                    <a:pt x="2123885" y="3437962"/>
                  </a:lnTo>
                  <a:lnTo>
                    <a:pt x="2123979" y="3437962"/>
                  </a:lnTo>
                  <a:lnTo>
                    <a:pt x="2124073" y="3437962"/>
                  </a:lnTo>
                  <a:lnTo>
                    <a:pt x="2124167" y="3437962"/>
                  </a:lnTo>
                  <a:lnTo>
                    <a:pt x="2124261" y="3437962"/>
                  </a:lnTo>
                  <a:lnTo>
                    <a:pt x="2124355" y="3437962"/>
                  </a:lnTo>
                  <a:lnTo>
                    <a:pt x="2124449" y="3437962"/>
                  </a:lnTo>
                  <a:lnTo>
                    <a:pt x="2124544" y="3437962"/>
                  </a:lnTo>
                  <a:lnTo>
                    <a:pt x="2124638" y="3437962"/>
                  </a:lnTo>
                  <a:lnTo>
                    <a:pt x="2124732" y="3437962"/>
                  </a:lnTo>
                  <a:lnTo>
                    <a:pt x="2124826" y="3437962"/>
                  </a:lnTo>
                  <a:lnTo>
                    <a:pt x="2124920" y="3437962"/>
                  </a:lnTo>
                  <a:lnTo>
                    <a:pt x="2125014" y="3437962"/>
                  </a:lnTo>
                  <a:lnTo>
                    <a:pt x="2125109" y="3437962"/>
                  </a:lnTo>
                  <a:lnTo>
                    <a:pt x="2125203" y="3437962"/>
                  </a:lnTo>
                  <a:lnTo>
                    <a:pt x="2125297" y="3437962"/>
                  </a:lnTo>
                  <a:lnTo>
                    <a:pt x="2125391" y="3437962"/>
                  </a:lnTo>
                  <a:lnTo>
                    <a:pt x="2125485" y="3437962"/>
                  </a:lnTo>
                  <a:lnTo>
                    <a:pt x="2125579" y="3437962"/>
                  </a:lnTo>
                  <a:lnTo>
                    <a:pt x="2125673" y="3437962"/>
                  </a:lnTo>
                  <a:lnTo>
                    <a:pt x="2125768" y="3437962"/>
                  </a:lnTo>
                  <a:lnTo>
                    <a:pt x="2125862" y="3437962"/>
                  </a:lnTo>
                  <a:lnTo>
                    <a:pt x="2125956" y="3437962"/>
                  </a:lnTo>
                  <a:lnTo>
                    <a:pt x="2126050" y="3437962"/>
                  </a:lnTo>
                  <a:lnTo>
                    <a:pt x="2126144" y="3437962"/>
                  </a:lnTo>
                  <a:lnTo>
                    <a:pt x="2126238" y="3437962"/>
                  </a:lnTo>
                  <a:lnTo>
                    <a:pt x="2126333" y="3437962"/>
                  </a:lnTo>
                  <a:lnTo>
                    <a:pt x="2126427" y="3437962"/>
                  </a:lnTo>
                  <a:lnTo>
                    <a:pt x="2126521" y="3437962"/>
                  </a:lnTo>
                  <a:lnTo>
                    <a:pt x="2126615" y="3437962"/>
                  </a:lnTo>
                  <a:lnTo>
                    <a:pt x="2126709" y="3437962"/>
                  </a:lnTo>
                  <a:lnTo>
                    <a:pt x="2126803" y="3437962"/>
                  </a:lnTo>
                  <a:lnTo>
                    <a:pt x="2126897" y="3437962"/>
                  </a:lnTo>
                  <a:lnTo>
                    <a:pt x="2126992" y="3437962"/>
                  </a:lnTo>
                  <a:lnTo>
                    <a:pt x="2127086" y="3437962"/>
                  </a:lnTo>
                  <a:lnTo>
                    <a:pt x="2127180" y="3437962"/>
                  </a:lnTo>
                  <a:lnTo>
                    <a:pt x="2127274" y="3437962"/>
                  </a:lnTo>
                  <a:lnTo>
                    <a:pt x="2127368" y="3437962"/>
                  </a:lnTo>
                  <a:lnTo>
                    <a:pt x="2127462" y="3437962"/>
                  </a:lnTo>
                  <a:lnTo>
                    <a:pt x="2127557" y="3437962"/>
                  </a:lnTo>
                  <a:lnTo>
                    <a:pt x="2127651" y="3437962"/>
                  </a:lnTo>
                  <a:lnTo>
                    <a:pt x="2127745" y="3437962"/>
                  </a:lnTo>
                  <a:lnTo>
                    <a:pt x="2127839" y="3437962"/>
                  </a:lnTo>
                  <a:lnTo>
                    <a:pt x="2127933" y="3437962"/>
                  </a:lnTo>
                  <a:lnTo>
                    <a:pt x="2128027" y="3437962"/>
                  </a:lnTo>
                  <a:lnTo>
                    <a:pt x="2128121" y="3437962"/>
                  </a:lnTo>
                  <a:lnTo>
                    <a:pt x="2128216" y="3437962"/>
                  </a:lnTo>
                  <a:lnTo>
                    <a:pt x="2128310" y="3437962"/>
                  </a:lnTo>
                  <a:lnTo>
                    <a:pt x="2128404" y="3437962"/>
                  </a:lnTo>
                  <a:lnTo>
                    <a:pt x="2128498" y="3437962"/>
                  </a:lnTo>
                  <a:lnTo>
                    <a:pt x="2128592" y="3437962"/>
                  </a:lnTo>
                  <a:lnTo>
                    <a:pt x="2128686" y="3437962"/>
                  </a:lnTo>
                  <a:lnTo>
                    <a:pt x="2128780" y="3437962"/>
                  </a:lnTo>
                  <a:lnTo>
                    <a:pt x="2128875" y="3437962"/>
                  </a:lnTo>
                  <a:lnTo>
                    <a:pt x="2128969" y="3437962"/>
                  </a:lnTo>
                  <a:lnTo>
                    <a:pt x="2129063" y="3437962"/>
                  </a:lnTo>
                  <a:lnTo>
                    <a:pt x="2129157" y="3437962"/>
                  </a:lnTo>
                  <a:lnTo>
                    <a:pt x="2129251" y="3437962"/>
                  </a:lnTo>
                  <a:lnTo>
                    <a:pt x="2129345" y="3437962"/>
                  </a:lnTo>
                  <a:lnTo>
                    <a:pt x="2129440" y="3437962"/>
                  </a:lnTo>
                  <a:lnTo>
                    <a:pt x="2129534" y="3437962"/>
                  </a:lnTo>
                  <a:lnTo>
                    <a:pt x="2129628" y="3437962"/>
                  </a:lnTo>
                  <a:lnTo>
                    <a:pt x="2129722" y="3437962"/>
                  </a:lnTo>
                  <a:lnTo>
                    <a:pt x="2129816" y="3437962"/>
                  </a:lnTo>
                  <a:lnTo>
                    <a:pt x="2129910" y="3437962"/>
                  </a:lnTo>
                  <a:lnTo>
                    <a:pt x="2130004" y="3437962"/>
                  </a:lnTo>
                  <a:lnTo>
                    <a:pt x="2130099" y="3437962"/>
                  </a:lnTo>
                  <a:lnTo>
                    <a:pt x="2130193" y="3437962"/>
                  </a:lnTo>
                  <a:lnTo>
                    <a:pt x="2130287" y="3437962"/>
                  </a:lnTo>
                  <a:lnTo>
                    <a:pt x="2130381" y="3437962"/>
                  </a:lnTo>
                  <a:lnTo>
                    <a:pt x="2130475" y="3437962"/>
                  </a:lnTo>
                  <a:lnTo>
                    <a:pt x="2130569" y="3437962"/>
                  </a:lnTo>
                  <a:lnTo>
                    <a:pt x="2130664" y="3437962"/>
                  </a:lnTo>
                  <a:lnTo>
                    <a:pt x="2130758" y="3437962"/>
                  </a:lnTo>
                  <a:lnTo>
                    <a:pt x="2130852" y="3437962"/>
                  </a:lnTo>
                  <a:lnTo>
                    <a:pt x="2130946" y="3437962"/>
                  </a:lnTo>
                  <a:lnTo>
                    <a:pt x="2131040" y="3437962"/>
                  </a:lnTo>
                  <a:lnTo>
                    <a:pt x="2131134" y="3437962"/>
                  </a:lnTo>
                  <a:lnTo>
                    <a:pt x="2131228" y="3437962"/>
                  </a:lnTo>
                  <a:lnTo>
                    <a:pt x="2131323" y="3437962"/>
                  </a:lnTo>
                  <a:lnTo>
                    <a:pt x="2131417" y="3437962"/>
                  </a:lnTo>
                  <a:lnTo>
                    <a:pt x="2131511" y="3437962"/>
                  </a:lnTo>
                  <a:lnTo>
                    <a:pt x="2131605" y="3437962"/>
                  </a:lnTo>
                  <a:lnTo>
                    <a:pt x="2131699" y="3437962"/>
                  </a:lnTo>
                  <a:lnTo>
                    <a:pt x="2131793" y="3437962"/>
                  </a:lnTo>
                  <a:lnTo>
                    <a:pt x="2131888" y="3437962"/>
                  </a:lnTo>
                  <a:lnTo>
                    <a:pt x="2131982" y="3437962"/>
                  </a:lnTo>
                  <a:lnTo>
                    <a:pt x="2132076" y="3437962"/>
                  </a:lnTo>
                  <a:lnTo>
                    <a:pt x="2132170" y="3437962"/>
                  </a:lnTo>
                  <a:lnTo>
                    <a:pt x="2132264" y="3437962"/>
                  </a:lnTo>
                  <a:lnTo>
                    <a:pt x="2132358" y="3437962"/>
                  </a:lnTo>
                  <a:lnTo>
                    <a:pt x="2132452" y="3437962"/>
                  </a:lnTo>
                  <a:lnTo>
                    <a:pt x="2132547" y="3437962"/>
                  </a:lnTo>
                  <a:lnTo>
                    <a:pt x="2132641" y="3437962"/>
                  </a:lnTo>
                  <a:lnTo>
                    <a:pt x="2132735" y="3437962"/>
                  </a:lnTo>
                  <a:lnTo>
                    <a:pt x="2132829" y="3437962"/>
                  </a:lnTo>
                  <a:lnTo>
                    <a:pt x="2132923" y="3437962"/>
                  </a:lnTo>
                  <a:lnTo>
                    <a:pt x="2133017" y="3437962"/>
                  </a:lnTo>
                  <a:lnTo>
                    <a:pt x="2133111" y="3437962"/>
                  </a:lnTo>
                  <a:lnTo>
                    <a:pt x="2133206" y="3437962"/>
                  </a:lnTo>
                  <a:lnTo>
                    <a:pt x="2133300" y="3437962"/>
                  </a:lnTo>
                  <a:lnTo>
                    <a:pt x="2133394" y="3437962"/>
                  </a:lnTo>
                  <a:lnTo>
                    <a:pt x="2133488" y="3437962"/>
                  </a:lnTo>
                  <a:lnTo>
                    <a:pt x="2133488" y="3433051"/>
                  </a:lnTo>
                  <a:lnTo>
                    <a:pt x="2133488" y="3428139"/>
                  </a:lnTo>
                  <a:lnTo>
                    <a:pt x="2133582" y="3428139"/>
                  </a:lnTo>
                  <a:lnTo>
                    <a:pt x="2133676" y="3428139"/>
                  </a:lnTo>
                  <a:lnTo>
                    <a:pt x="2133771" y="3428139"/>
                  </a:lnTo>
                  <a:lnTo>
                    <a:pt x="2133865" y="3428139"/>
                  </a:lnTo>
                  <a:lnTo>
                    <a:pt x="2133959" y="3428139"/>
                  </a:lnTo>
                  <a:lnTo>
                    <a:pt x="2133959" y="3423228"/>
                  </a:lnTo>
                  <a:lnTo>
                    <a:pt x="2134053" y="3423228"/>
                  </a:lnTo>
                  <a:lnTo>
                    <a:pt x="2134147" y="3423228"/>
                  </a:lnTo>
                  <a:lnTo>
                    <a:pt x="2134241" y="3423228"/>
                  </a:lnTo>
                  <a:lnTo>
                    <a:pt x="2134335" y="3423228"/>
                  </a:lnTo>
                  <a:lnTo>
                    <a:pt x="2134430" y="3423228"/>
                  </a:lnTo>
                  <a:lnTo>
                    <a:pt x="2134524" y="3423228"/>
                  </a:lnTo>
                  <a:lnTo>
                    <a:pt x="2134618" y="3423228"/>
                  </a:lnTo>
                  <a:lnTo>
                    <a:pt x="2134712" y="3423228"/>
                  </a:lnTo>
                  <a:lnTo>
                    <a:pt x="2134712" y="3418316"/>
                  </a:lnTo>
                  <a:lnTo>
                    <a:pt x="2134712" y="3413405"/>
                  </a:lnTo>
                  <a:lnTo>
                    <a:pt x="2134806" y="3413405"/>
                  </a:lnTo>
                  <a:lnTo>
                    <a:pt x="2134900" y="3413405"/>
                  </a:lnTo>
                  <a:lnTo>
                    <a:pt x="2134995" y="3413405"/>
                  </a:lnTo>
                  <a:lnTo>
                    <a:pt x="2135089" y="3413405"/>
                  </a:lnTo>
                  <a:lnTo>
                    <a:pt x="2135183" y="3413405"/>
                  </a:lnTo>
                  <a:lnTo>
                    <a:pt x="2135277" y="3413405"/>
                  </a:lnTo>
                  <a:lnTo>
                    <a:pt x="2135371" y="3413405"/>
                  </a:lnTo>
                  <a:lnTo>
                    <a:pt x="2135465" y="3413405"/>
                  </a:lnTo>
                  <a:lnTo>
                    <a:pt x="2135559" y="3413405"/>
                  </a:lnTo>
                  <a:lnTo>
                    <a:pt x="2135654" y="3413405"/>
                  </a:lnTo>
                  <a:lnTo>
                    <a:pt x="2135748" y="3413405"/>
                  </a:lnTo>
                  <a:lnTo>
                    <a:pt x="2135842" y="3413405"/>
                  </a:lnTo>
                  <a:lnTo>
                    <a:pt x="2135936" y="3413405"/>
                  </a:lnTo>
                  <a:lnTo>
                    <a:pt x="2136030" y="3413405"/>
                  </a:lnTo>
                  <a:lnTo>
                    <a:pt x="2136124" y="3413405"/>
                  </a:lnTo>
                  <a:lnTo>
                    <a:pt x="2136219" y="3413405"/>
                  </a:lnTo>
                  <a:lnTo>
                    <a:pt x="2136313" y="3413405"/>
                  </a:lnTo>
                  <a:lnTo>
                    <a:pt x="2136407" y="3413405"/>
                  </a:lnTo>
                  <a:lnTo>
                    <a:pt x="2136501" y="3413405"/>
                  </a:lnTo>
                  <a:lnTo>
                    <a:pt x="2136595" y="3413405"/>
                  </a:lnTo>
                  <a:lnTo>
                    <a:pt x="2136689" y="3413405"/>
                  </a:lnTo>
                  <a:lnTo>
                    <a:pt x="2136783" y="3413405"/>
                  </a:lnTo>
                  <a:lnTo>
                    <a:pt x="2136878" y="3413405"/>
                  </a:lnTo>
                  <a:lnTo>
                    <a:pt x="2136972" y="3413405"/>
                  </a:lnTo>
                  <a:lnTo>
                    <a:pt x="2137066" y="3413405"/>
                  </a:lnTo>
                  <a:lnTo>
                    <a:pt x="2137160" y="3413405"/>
                  </a:lnTo>
                  <a:lnTo>
                    <a:pt x="2137254" y="3413405"/>
                  </a:lnTo>
                  <a:lnTo>
                    <a:pt x="2137348" y="3413405"/>
                  </a:lnTo>
                  <a:lnTo>
                    <a:pt x="2137442" y="3413405"/>
                  </a:lnTo>
                  <a:lnTo>
                    <a:pt x="2137537" y="3413405"/>
                  </a:lnTo>
                  <a:lnTo>
                    <a:pt x="2137631" y="3413405"/>
                  </a:lnTo>
                  <a:lnTo>
                    <a:pt x="2137725" y="3413405"/>
                  </a:lnTo>
                  <a:lnTo>
                    <a:pt x="2137819" y="3413405"/>
                  </a:lnTo>
                  <a:lnTo>
                    <a:pt x="2137913" y="3413405"/>
                  </a:lnTo>
                  <a:lnTo>
                    <a:pt x="2138007" y="3413405"/>
                  </a:lnTo>
                  <a:lnTo>
                    <a:pt x="2138102" y="3413405"/>
                  </a:lnTo>
                  <a:lnTo>
                    <a:pt x="2138196" y="3413405"/>
                  </a:lnTo>
                  <a:lnTo>
                    <a:pt x="2138290" y="3413405"/>
                  </a:lnTo>
                  <a:lnTo>
                    <a:pt x="2138384" y="3413405"/>
                  </a:lnTo>
                  <a:lnTo>
                    <a:pt x="2138478" y="3413405"/>
                  </a:lnTo>
                  <a:lnTo>
                    <a:pt x="2138572" y="3413405"/>
                  </a:lnTo>
                  <a:lnTo>
                    <a:pt x="2138666" y="3413405"/>
                  </a:lnTo>
                  <a:lnTo>
                    <a:pt x="2138666" y="3408494"/>
                  </a:lnTo>
                  <a:lnTo>
                    <a:pt x="2138761" y="3408494"/>
                  </a:lnTo>
                  <a:lnTo>
                    <a:pt x="2138855" y="3408494"/>
                  </a:lnTo>
                  <a:lnTo>
                    <a:pt x="2138949" y="3408494"/>
                  </a:lnTo>
                  <a:lnTo>
                    <a:pt x="2139043" y="3408494"/>
                  </a:lnTo>
                  <a:lnTo>
                    <a:pt x="2139137" y="3408494"/>
                  </a:lnTo>
                  <a:lnTo>
                    <a:pt x="2139231" y="3408494"/>
                  </a:lnTo>
                  <a:lnTo>
                    <a:pt x="2139326" y="3408494"/>
                  </a:lnTo>
                  <a:lnTo>
                    <a:pt x="2139420" y="3408494"/>
                  </a:lnTo>
                  <a:lnTo>
                    <a:pt x="2139514" y="3408494"/>
                  </a:lnTo>
                  <a:lnTo>
                    <a:pt x="2139608" y="3408494"/>
                  </a:lnTo>
                  <a:lnTo>
                    <a:pt x="2139702" y="3408494"/>
                  </a:lnTo>
                  <a:lnTo>
                    <a:pt x="2139796" y="3408494"/>
                  </a:lnTo>
                  <a:lnTo>
                    <a:pt x="2139890" y="3408494"/>
                  </a:lnTo>
                  <a:lnTo>
                    <a:pt x="2139985" y="3408494"/>
                  </a:lnTo>
                  <a:lnTo>
                    <a:pt x="2140079" y="3408494"/>
                  </a:lnTo>
                  <a:lnTo>
                    <a:pt x="2140173" y="3408494"/>
                  </a:lnTo>
                  <a:lnTo>
                    <a:pt x="2140267" y="3408494"/>
                  </a:lnTo>
                  <a:lnTo>
                    <a:pt x="2140361" y="3408494"/>
                  </a:lnTo>
                  <a:lnTo>
                    <a:pt x="2140455" y="3408494"/>
                  </a:lnTo>
                  <a:lnTo>
                    <a:pt x="2140550" y="3408494"/>
                  </a:lnTo>
                  <a:lnTo>
                    <a:pt x="2140644" y="3408494"/>
                  </a:lnTo>
                  <a:lnTo>
                    <a:pt x="2140738" y="3408494"/>
                  </a:lnTo>
                  <a:lnTo>
                    <a:pt x="2140832" y="3408494"/>
                  </a:lnTo>
                  <a:lnTo>
                    <a:pt x="2140926" y="3408494"/>
                  </a:lnTo>
                  <a:lnTo>
                    <a:pt x="2141020" y="3408494"/>
                  </a:lnTo>
                  <a:lnTo>
                    <a:pt x="2141114" y="3408494"/>
                  </a:lnTo>
                  <a:lnTo>
                    <a:pt x="2141209" y="3408494"/>
                  </a:lnTo>
                  <a:lnTo>
                    <a:pt x="2141303" y="3408494"/>
                  </a:lnTo>
                  <a:lnTo>
                    <a:pt x="2141397" y="3408494"/>
                  </a:lnTo>
                  <a:lnTo>
                    <a:pt x="2141491" y="3408494"/>
                  </a:lnTo>
                  <a:lnTo>
                    <a:pt x="2141585" y="3408494"/>
                  </a:lnTo>
                  <a:lnTo>
                    <a:pt x="2141679" y="3408494"/>
                  </a:lnTo>
                  <a:lnTo>
                    <a:pt x="2141773" y="3408494"/>
                  </a:lnTo>
                  <a:lnTo>
                    <a:pt x="2141868" y="3408494"/>
                  </a:lnTo>
                  <a:lnTo>
                    <a:pt x="2141962" y="3408494"/>
                  </a:lnTo>
                  <a:lnTo>
                    <a:pt x="2142056" y="3408494"/>
                  </a:lnTo>
                  <a:lnTo>
                    <a:pt x="2142150" y="3408494"/>
                  </a:lnTo>
                  <a:lnTo>
                    <a:pt x="2142244" y="3408494"/>
                  </a:lnTo>
                  <a:lnTo>
                    <a:pt x="2142338" y="3408494"/>
                  </a:lnTo>
                  <a:lnTo>
                    <a:pt x="2142433" y="3408494"/>
                  </a:lnTo>
                  <a:lnTo>
                    <a:pt x="2142527" y="3408494"/>
                  </a:lnTo>
                  <a:lnTo>
                    <a:pt x="2142621" y="3408494"/>
                  </a:lnTo>
                  <a:lnTo>
                    <a:pt x="2142715" y="3408494"/>
                  </a:lnTo>
                  <a:lnTo>
                    <a:pt x="2142809" y="3408494"/>
                  </a:lnTo>
                  <a:lnTo>
                    <a:pt x="2142903" y="3408494"/>
                  </a:lnTo>
                  <a:lnTo>
                    <a:pt x="2142997" y="3408494"/>
                  </a:lnTo>
                  <a:lnTo>
                    <a:pt x="2143092" y="3408494"/>
                  </a:lnTo>
                  <a:lnTo>
                    <a:pt x="2143186" y="3408494"/>
                  </a:lnTo>
                  <a:lnTo>
                    <a:pt x="2143280" y="3408494"/>
                  </a:lnTo>
                  <a:lnTo>
                    <a:pt x="2143374" y="3408494"/>
                  </a:lnTo>
                  <a:lnTo>
                    <a:pt x="2143468" y="3408494"/>
                  </a:lnTo>
                  <a:lnTo>
                    <a:pt x="2143562" y="3408494"/>
                  </a:lnTo>
                  <a:lnTo>
                    <a:pt x="2143657" y="3408494"/>
                  </a:lnTo>
                  <a:lnTo>
                    <a:pt x="2143751" y="3408494"/>
                  </a:lnTo>
                  <a:lnTo>
                    <a:pt x="2143845" y="3408494"/>
                  </a:lnTo>
                  <a:lnTo>
                    <a:pt x="2143939" y="3408494"/>
                  </a:lnTo>
                  <a:lnTo>
                    <a:pt x="2144033" y="3408494"/>
                  </a:lnTo>
                  <a:lnTo>
                    <a:pt x="2144127" y="3408494"/>
                  </a:lnTo>
                  <a:lnTo>
                    <a:pt x="2144221" y="3408494"/>
                  </a:lnTo>
                  <a:lnTo>
                    <a:pt x="2144316" y="3408494"/>
                  </a:lnTo>
                  <a:lnTo>
                    <a:pt x="2144410" y="3408494"/>
                  </a:lnTo>
                  <a:lnTo>
                    <a:pt x="2144504" y="3408494"/>
                  </a:lnTo>
                  <a:lnTo>
                    <a:pt x="2144598" y="3408494"/>
                  </a:lnTo>
                  <a:lnTo>
                    <a:pt x="2144692" y="3408494"/>
                  </a:lnTo>
                  <a:lnTo>
                    <a:pt x="2144786" y="3408494"/>
                  </a:lnTo>
                  <a:lnTo>
                    <a:pt x="2144881" y="3408494"/>
                  </a:lnTo>
                  <a:lnTo>
                    <a:pt x="2144975" y="3408494"/>
                  </a:lnTo>
                  <a:lnTo>
                    <a:pt x="2145069" y="3408494"/>
                  </a:lnTo>
                  <a:lnTo>
                    <a:pt x="2145163" y="3408494"/>
                  </a:lnTo>
                  <a:lnTo>
                    <a:pt x="2145257" y="3408494"/>
                  </a:lnTo>
                  <a:lnTo>
                    <a:pt x="2145351" y="3408494"/>
                  </a:lnTo>
                  <a:lnTo>
                    <a:pt x="2145445" y="3408494"/>
                  </a:lnTo>
                  <a:lnTo>
                    <a:pt x="2145540" y="3408494"/>
                  </a:lnTo>
                  <a:lnTo>
                    <a:pt x="2145634" y="3408494"/>
                  </a:lnTo>
                  <a:lnTo>
                    <a:pt x="2145728" y="3408494"/>
                  </a:lnTo>
                  <a:lnTo>
                    <a:pt x="2145822" y="3408494"/>
                  </a:lnTo>
                  <a:lnTo>
                    <a:pt x="2145916" y="3408494"/>
                  </a:lnTo>
                  <a:lnTo>
                    <a:pt x="2146010" y="3408494"/>
                  </a:lnTo>
                  <a:lnTo>
                    <a:pt x="2146104" y="3408494"/>
                  </a:lnTo>
                  <a:lnTo>
                    <a:pt x="2146199" y="3408494"/>
                  </a:lnTo>
                  <a:lnTo>
                    <a:pt x="2146293" y="3408494"/>
                  </a:lnTo>
                  <a:lnTo>
                    <a:pt x="2146387" y="3408494"/>
                  </a:lnTo>
                  <a:lnTo>
                    <a:pt x="2146481" y="3408494"/>
                  </a:lnTo>
                  <a:lnTo>
                    <a:pt x="2146575" y="3408494"/>
                  </a:lnTo>
                  <a:lnTo>
                    <a:pt x="2146669" y="3408494"/>
                  </a:lnTo>
                  <a:lnTo>
                    <a:pt x="2146764" y="3408494"/>
                  </a:lnTo>
                  <a:lnTo>
                    <a:pt x="2146858" y="3408494"/>
                  </a:lnTo>
                  <a:lnTo>
                    <a:pt x="2146952" y="3408494"/>
                  </a:lnTo>
                  <a:lnTo>
                    <a:pt x="2147046" y="3408494"/>
                  </a:lnTo>
                  <a:lnTo>
                    <a:pt x="2147140" y="3408494"/>
                  </a:lnTo>
                  <a:lnTo>
                    <a:pt x="2147234" y="3408494"/>
                  </a:lnTo>
                  <a:lnTo>
                    <a:pt x="2147328" y="3408494"/>
                  </a:lnTo>
                  <a:lnTo>
                    <a:pt x="2147423" y="3408494"/>
                  </a:lnTo>
                  <a:lnTo>
                    <a:pt x="2147517" y="3408494"/>
                  </a:lnTo>
                  <a:lnTo>
                    <a:pt x="2147611" y="3408494"/>
                  </a:lnTo>
                  <a:lnTo>
                    <a:pt x="2147705" y="3408494"/>
                  </a:lnTo>
                  <a:lnTo>
                    <a:pt x="2147799" y="3408494"/>
                  </a:lnTo>
                  <a:lnTo>
                    <a:pt x="2147893" y="3408494"/>
                  </a:lnTo>
                  <a:lnTo>
                    <a:pt x="2147988" y="3408494"/>
                  </a:lnTo>
                  <a:lnTo>
                    <a:pt x="2148082" y="3408494"/>
                  </a:lnTo>
                  <a:lnTo>
                    <a:pt x="2148176" y="3408494"/>
                  </a:lnTo>
                  <a:lnTo>
                    <a:pt x="2148270" y="3408494"/>
                  </a:lnTo>
                  <a:lnTo>
                    <a:pt x="2148364" y="3408494"/>
                  </a:lnTo>
                  <a:lnTo>
                    <a:pt x="2148458" y="3408494"/>
                  </a:lnTo>
                  <a:lnTo>
                    <a:pt x="2148552" y="3408494"/>
                  </a:lnTo>
                  <a:lnTo>
                    <a:pt x="2148647" y="3408494"/>
                  </a:lnTo>
                  <a:lnTo>
                    <a:pt x="2148741" y="3408494"/>
                  </a:lnTo>
                  <a:lnTo>
                    <a:pt x="2148835" y="3408494"/>
                  </a:lnTo>
                  <a:lnTo>
                    <a:pt x="2148929" y="3408494"/>
                  </a:lnTo>
                  <a:lnTo>
                    <a:pt x="2149023" y="3408494"/>
                  </a:lnTo>
                  <a:lnTo>
                    <a:pt x="2149117" y="3408494"/>
                  </a:lnTo>
                  <a:lnTo>
                    <a:pt x="2149212" y="3408494"/>
                  </a:lnTo>
                  <a:lnTo>
                    <a:pt x="2149306" y="3408494"/>
                  </a:lnTo>
                  <a:lnTo>
                    <a:pt x="2149306" y="3403582"/>
                  </a:lnTo>
                  <a:lnTo>
                    <a:pt x="2149400" y="3403582"/>
                  </a:lnTo>
                  <a:lnTo>
                    <a:pt x="2149494" y="3403582"/>
                  </a:lnTo>
                  <a:lnTo>
                    <a:pt x="2149588" y="3403582"/>
                  </a:lnTo>
                  <a:lnTo>
                    <a:pt x="2149682" y="3403582"/>
                  </a:lnTo>
                  <a:lnTo>
                    <a:pt x="2149776" y="3403582"/>
                  </a:lnTo>
                  <a:lnTo>
                    <a:pt x="2149871" y="3403582"/>
                  </a:lnTo>
                  <a:lnTo>
                    <a:pt x="2149965" y="3403582"/>
                  </a:lnTo>
                  <a:lnTo>
                    <a:pt x="2150059" y="3403582"/>
                  </a:lnTo>
                  <a:lnTo>
                    <a:pt x="2150153" y="3403582"/>
                  </a:lnTo>
                  <a:lnTo>
                    <a:pt x="2150247" y="3403582"/>
                  </a:lnTo>
                  <a:lnTo>
                    <a:pt x="2150341" y="3403582"/>
                  </a:lnTo>
                  <a:lnTo>
                    <a:pt x="2150435" y="3403582"/>
                  </a:lnTo>
                  <a:lnTo>
                    <a:pt x="2150530" y="3403582"/>
                  </a:lnTo>
                  <a:lnTo>
                    <a:pt x="2150624" y="3403582"/>
                  </a:lnTo>
                  <a:lnTo>
                    <a:pt x="2150718" y="3403582"/>
                  </a:lnTo>
                  <a:lnTo>
                    <a:pt x="2150812" y="3403582"/>
                  </a:lnTo>
                  <a:lnTo>
                    <a:pt x="2150906" y="3403582"/>
                  </a:lnTo>
                  <a:lnTo>
                    <a:pt x="2151000" y="3403582"/>
                  </a:lnTo>
                  <a:lnTo>
                    <a:pt x="2151095" y="3403582"/>
                  </a:lnTo>
                  <a:lnTo>
                    <a:pt x="2151189" y="3403582"/>
                  </a:lnTo>
                  <a:lnTo>
                    <a:pt x="2151283" y="3403582"/>
                  </a:lnTo>
                  <a:lnTo>
                    <a:pt x="2151377" y="3403582"/>
                  </a:lnTo>
                  <a:lnTo>
                    <a:pt x="2151471" y="3403582"/>
                  </a:lnTo>
                  <a:lnTo>
                    <a:pt x="2151565" y="3403582"/>
                  </a:lnTo>
                  <a:lnTo>
                    <a:pt x="2151659" y="3403582"/>
                  </a:lnTo>
                  <a:lnTo>
                    <a:pt x="2151754" y="3403582"/>
                  </a:lnTo>
                  <a:lnTo>
                    <a:pt x="2151848" y="3403582"/>
                  </a:lnTo>
                  <a:lnTo>
                    <a:pt x="2151942" y="3403582"/>
                  </a:lnTo>
                  <a:lnTo>
                    <a:pt x="2152036" y="3403582"/>
                  </a:lnTo>
                  <a:lnTo>
                    <a:pt x="2152130" y="3403582"/>
                  </a:lnTo>
                  <a:lnTo>
                    <a:pt x="2152224" y="3403582"/>
                  </a:lnTo>
                  <a:lnTo>
                    <a:pt x="2152319" y="3403582"/>
                  </a:lnTo>
                  <a:lnTo>
                    <a:pt x="2152413" y="3403582"/>
                  </a:lnTo>
                  <a:lnTo>
                    <a:pt x="2152507" y="3403582"/>
                  </a:lnTo>
                  <a:lnTo>
                    <a:pt x="2152601" y="3403582"/>
                  </a:lnTo>
                  <a:lnTo>
                    <a:pt x="2152695" y="3403582"/>
                  </a:lnTo>
                  <a:lnTo>
                    <a:pt x="2152789" y="3403582"/>
                  </a:lnTo>
                  <a:lnTo>
                    <a:pt x="2152883" y="3403582"/>
                  </a:lnTo>
                  <a:lnTo>
                    <a:pt x="2152978" y="3403582"/>
                  </a:lnTo>
                  <a:lnTo>
                    <a:pt x="2153072" y="3403582"/>
                  </a:lnTo>
                  <a:lnTo>
                    <a:pt x="2153166" y="3403582"/>
                  </a:lnTo>
                  <a:lnTo>
                    <a:pt x="2153260" y="3403582"/>
                  </a:lnTo>
                  <a:lnTo>
                    <a:pt x="2153354" y="3403582"/>
                  </a:lnTo>
                  <a:lnTo>
                    <a:pt x="2153448" y="3403582"/>
                  </a:lnTo>
                  <a:lnTo>
                    <a:pt x="2153543" y="3403582"/>
                  </a:lnTo>
                  <a:lnTo>
                    <a:pt x="2153637" y="3403582"/>
                  </a:lnTo>
                  <a:lnTo>
                    <a:pt x="2153731" y="3403582"/>
                  </a:lnTo>
                  <a:lnTo>
                    <a:pt x="2153825" y="3403582"/>
                  </a:lnTo>
                  <a:lnTo>
                    <a:pt x="2153919" y="3403582"/>
                  </a:lnTo>
                  <a:lnTo>
                    <a:pt x="2154013" y="3403582"/>
                  </a:lnTo>
                  <a:lnTo>
                    <a:pt x="2154107" y="3403582"/>
                  </a:lnTo>
                  <a:lnTo>
                    <a:pt x="2154202" y="3403582"/>
                  </a:lnTo>
                  <a:lnTo>
                    <a:pt x="2154296" y="3403582"/>
                  </a:lnTo>
                  <a:lnTo>
                    <a:pt x="2154390" y="3403582"/>
                  </a:lnTo>
                  <a:lnTo>
                    <a:pt x="2154484" y="3403582"/>
                  </a:lnTo>
                  <a:lnTo>
                    <a:pt x="2154578" y="3403582"/>
                  </a:lnTo>
                  <a:lnTo>
                    <a:pt x="2154672" y="3403582"/>
                  </a:lnTo>
                  <a:lnTo>
                    <a:pt x="2154766" y="3403582"/>
                  </a:lnTo>
                  <a:lnTo>
                    <a:pt x="2154861" y="3403582"/>
                  </a:lnTo>
                  <a:lnTo>
                    <a:pt x="2154861" y="3398671"/>
                  </a:lnTo>
                  <a:lnTo>
                    <a:pt x="2154955" y="3398671"/>
                  </a:lnTo>
                  <a:lnTo>
                    <a:pt x="2155049" y="3398671"/>
                  </a:lnTo>
                  <a:lnTo>
                    <a:pt x="2155143" y="3398671"/>
                  </a:lnTo>
                  <a:lnTo>
                    <a:pt x="2155237" y="3398671"/>
                  </a:lnTo>
                  <a:lnTo>
                    <a:pt x="2155331" y="3398671"/>
                  </a:lnTo>
                  <a:lnTo>
                    <a:pt x="2155426" y="3398671"/>
                  </a:lnTo>
                  <a:lnTo>
                    <a:pt x="2155520" y="3398671"/>
                  </a:lnTo>
                  <a:lnTo>
                    <a:pt x="2155614" y="3398671"/>
                  </a:lnTo>
                  <a:lnTo>
                    <a:pt x="2155708" y="3398671"/>
                  </a:lnTo>
                  <a:lnTo>
                    <a:pt x="2155802" y="3398671"/>
                  </a:lnTo>
                  <a:lnTo>
                    <a:pt x="2155896" y="3398671"/>
                  </a:lnTo>
                  <a:lnTo>
                    <a:pt x="2155990" y="3398671"/>
                  </a:lnTo>
                  <a:lnTo>
                    <a:pt x="2156085" y="3398671"/>
                  </a:lnTo>
                  <a:lnTo>
                    <a:pt x="2156179" y="3398671"/>
                  </a:lnTo>
                  <a:lnTo>
                    <a:pt x="2156273" y="3398671"/>
                  </a:lnTo>
                  <a:lnTo>
                    <a:pt x="2156367" y="3398671"/>
                  </a:lnTo>
                  <a:lnTo>
                    <a:pt x="2156461" y="3398671"/>
                  </a:lnTo>
                  <a:lnTo>
                    <a:pt x="2156555" y="3398671"/>
                  </a:lnTo>
                  <a:lnTo>
                    <a:pt x="2156650" y="3398671"/>
                  </a:lnTo>
                  <a:lnTo>
                    <a:pt x="2156744" y="3398671"/>
                  </a:lnTo>
                  <a:lnTo>
                    <a:pt x="2156838" y="3398671"/>
                  </a:lnTo>
                  <a:lnTo>
                    <a:pt x="2156932" y="3398671"/>
                  </a:lnTo>
                  <a:lnTo>
                    <a:pt x="2157026" y="3398671"/>
                  </a:lnTo>
                  <a:lnTo>
                    <a:pt x="2157120" y="3398671"/>
                  </a:lnTo>
                  <a:lnTo>
                    <a:pt x="2157214" y="3398671"/>
                  </a:lnTo>
                  <a:lnTo>
                    <a:pt x="2157309" y="3398671"/>
                  </a:lnTo>
                  <a:lnTo>
                    <a:pt x="2157403" y="3398671"/>
                  </a:lnTo>
                  <a:lnTo>
                    <a:pt x="2157497" y="3398671"/>
                  </a:lnTo>
                  <a:lnTo>
                    <a:pt x="2157591" y="3398671"/>
                  </a:lnTo>
                  <a:lnTo>
                    <a:pt x="2157685" y="3398671"/>
                  </a:lnTo>
                  <a:lnTo>
                    <a:pt x="2157779" y="3398671"/>
                  </a:lnTo>
                  <a:lnTo>
                    <a:pt x="2157874" y="3398671"/>
                  </a:lnTo>
                  <a:lnTo>
                    <a:pt x="2157968" y="3398671"/>
                  </a:lnTo>
                  <a:lnTo>
                    <a:pt x="2158062" y="3398671"/>
                  </a:lnTo>
                  <a:lnTo>
                    <a:pt x="2158156" y="3398671"/>
                  </a:lnTo>
                  <a:lnTo>
                    <a:pt x="2158250" y="3398671"/>
                  </a:lnTo>
                  <a:lnTo>
                    <a:pt x="2158344" y="3398671"/>
                  </a:lnTo>
                  <a:lnTo>
                    <a:pt x="2158438" y="3398671"/>
                  </a:lnTo>
                  <a:lnTo>
                    <a:pt x="2158533" y="3398671"/>
                  </a:lnTo>
                  <a:lnTo>
                    <a:pt x="2158627" y="3398671"/>
                  </a:lnTo>
                  <a:lnTo>
                    <a:pt x="2158721" y="3398671"/>
                  </a:lnTo>
                  <a:lnTo>
                    <a:pt x="2158815" y="3398671"/>
                  </a:lnTo>
                  <a:lnTo>
                    <a:pt x="2158909" y="3398671"/>
                  </a:lnTo>
                  <a:lnTo>
                    <a:pt x="2159003" y="3398671"/>
                  </a:lnTo>
                  <a:lnTo>
                    <a:pt x="2159097" y="3398671"/>
                  </a:lnTo>
                  <a:lnTo>
                    <a:pt x="2159192" y="3398671"/>
                  </a:lnTo>
                  <a:lnTo>
                    <a:pt x="2159286" y="3398671"/>
                  </a:lnTo>
                  <a:lnTo>
                    <a:pt x="2159380" y="3398671"/>
                  </a:lnTo>
                  <a:lnTo>
                    <a:pt x="2159474" y="3398671"/>
                  </a:lnTo>
                  <a:lnTo>
                    <a:pt x="2159568" y="3398671"/>
                  </a:lnTo>
                  <a:lnTo>
                    <a:pt x="2159662" y="3398671"/>
                  </a:lnTo>
                  <a:lnTo>
                    <a:pt x="2159757" y="3398671"/>
                  </a:lnTo>
                  <a:lnTo>
                    <a:pt x="2159851" y="3398671"/>
                  </a:lnTo>
                  <a:lnTo>
                    <a:pt x="2159945" y="3398671"/>
                  </a:lnTo>
                  <a:lnTo>
                    <a:pt x="2160039" y="3398671"/>
                  </a:lnTo>
                  <a:lnTo>
                    <a:pt x="2160133" y="3398671"/>
                  </a:lnTo>
                  <a:lnTo>
                    <a:pt x="2160227" y="3398671"/>
                  </a:lnTo>
                  <a:lnTo>
                    <a:pt x="2160321" y="3398671"/>
                  </a:lnTo>
                  <a:lnTo>
                    <a:pt x="2160416" y="3398671"/>
                  </a:lnTo>
                  <a:lnTo>
                    <a:pt x="2160510" y="3398671"/>
                  </a:lnTo>
                  <a:lnTo>
                    <a:pt x="2160604" y="3398671"/>
                  </a:lnTo>
                  <a:lnTo>
                    <a:pt x="2160698" y="3398671"/>
                  </a:lnTo>
                  <a:lnTo>
                    <a:pt x="2160792" y="3398671"/>
                  </a:lnTo>
                  <a:lnTo>
                    <a:pt x="2160886" y="3398671"/>
                  </a:lnTo>
                  <a:lnTo>
                    <a:pt x="2160981" y="3398671"/>
                  </a:lnTo>
                  <a:lnTo>
                    <a:pt x="2161075" y="3398671"/>
                  </a:lnTo>
                  <a:lnTo>
                    <a:pt x="2161075" y="3393760"/>
                  </a:lnTo>
                  <a:lnTo>
                    <a:pt x="2161169" y="3393760"/>
                  </a:lnTo>
                  <a:lnTo>
                    <a:pt x="2161263" y="3393760"/>
                  </a:lnTo>
                  <a:lnTo>
                    <a:pt x="2161357" y="3393760"/>
                  </a:lnTo>
                  <a:lnTo>
                    <a:pt x="2161451" y="3393760"/>
                  </a:lnTo>
                  <a:lnTo>
                    <a:pt x="2161545" y="3393760"/>
                  </a:lnTo>
                  <a:lnTo>
                    <a:pt x="2161640" y="3393760"/>
                  </a:lnTo>
                  <a:lnTo>
                    <a:pt x="2161734" y="3393760"/>
                  </a:lnTo>
                  <a:lnTo>
                    <a:pt x="2161828" y="3393760"/>
                  </a:lnTo>
                  <a:lnTo>
                    <a:pt x="2161922" y="3393760"/>
                  </a:lnTo>
                  <a:lnTo>
                    <a:pt x="2162016" y="3393760"/>
                  </a:lnTo>
                  <a:lnTo>
                    <a:pt x="2162110" y="3393760"/>
                  </a:lnTo>
                  <a:lnTo>
                    <a:pt x="2162205" y="3393760"/>
                  </a:lnTo>
                  <a:lnTo>
                    <a:pt x="2162299" y="3393760"/>
                  </a:lnTo>
                  <a:lnTo>
                    <a:pt x="2162393" y="3393760"/>
                  </a:lnTo>
                  <a:lnTo>
                    <a:pt x="2162487" y="3393760"/>
                  </a:lnTo>
                  <a:lnTo>
                    <a:pt x="2162487" y="3388848"/>
                  </a:lnTo>
                  <a:lnTo>
                    <a:pt x="2162581" y="3388848"/>
                  </a:lnTo>
                  <a:lnTo>
                    <a:pt x="2162675" y="3388848"/>
                  </a:lnTo>
                  <a:lnTo>
                    <a:pt x="2162769" y="3388848"/>
                  </a:lnTo>
                  <a:lnTo>
                    <a:pt x="2162864" y="3388848"/>
                  </a:lnTo>
                  <a:lnTo>
                    <a:pt x="2162958" y="3388848"/>
                  </a:lnTo>
                  <a:lnTo>
                    <a:pt x="2163052" y="3388848"/>
                  </a:lnTo>
                  <a:lnTo>
                    <a:pt x="2163146" y="3388848"/>
                  </a:lnTo>
                  <a:lnTo>
                    <a:pt x="2163240" y="3388848"/>
                  </a:lnTo>
                  <a:lnTo>
                    <a:pt x="2163334" y="3388848"/>
                  </a:lnTo>
                  <a:lnTo>
                    <a:pt x="2163429" y="3388848"/>
                  </a:lnTo>
                  <a:lnTo>
                    <a:pt x="2163523" y="3388848"/>
                  </a:lnTo>
                  <a:lnTo>
                    <a:pt x="2163617" y="3388848"/>
                  </a:lnTo>
                  <a:lnTo>
                    <a:pt x="2163711" y="3388848"/>
                  </a:lnTo>
                  <a:lnTo>
                    <a:pt x="2163805" y="3388848"/>
                  </a:lnTo>
                  <a:lnTo>
                    <a:pt x="2163899" y="3388848"/>
                  </a:lnTo>
                  <a:lnTo>
                    <a:pt x="2163993" y="3388848"/>
                  </a:lnTo>
                  <a:lnTo>
                    <a:pt x="2164088" y="3388848"/>
                  </a:lnTo>
                  <a:lnTo>
                    <a:pt x="2164182" y="3388848"/>
                  </a:lnTo>
                  <a:lnTo>
                    <a:pt x="2164276" y="3388848"/>
                  </a:lnTo>
                  <a:lnTo>
                    <a:pt x="2164370" y="3388848"/>
                  </a:lnTo>
                  <a:lnTo>
                    <a:pt x="2164464" y="3388848"/>
                  </a:lnTo>
                  <a:lnTo>
                    <a:pt x="2164558" y="3388848"/>
                  </a:lnTo>
                  <a:lnTo>
                    <a:pt x="2164652" y="3388848"/>
                  </a:lnTo>
                  <a:lnTo>
                    <a:pt x="2164747" y="3388848"/>
                  </a:lnTo>
                  <a:lnTo>
                    <a:pt x="2164841" y="3388848"/>
                  </a:lnTo>
                  <a:lnTo>
                    <a:pt x="2164935" y="3388848"/>
                  </a:lnTo>
                  <a:lnTo>
                    <a:pt x="2165029" y="3388848"/>
                  </a:lnTo>
                  <a:lnTo>
                    <a:pt x="2165123" y="3388848"/>
                  </a:lnTo>
                  <a:lnTo>
                    <a:pt x="2165217" y="3388848"/>
                  </a:lnTo>
                  <a:lnTo>
                    <a:pt x="2165312" y="3388848"/>
                  </a:lnTo>
                  <a:lnTo>
                    <a:pt x="2165406" y="3388848"/>
                  </a:lnTo>
                  <a:lnTo>
                    <a:pt x="2165500" y="3388848"/>
                  </a:lnTo>
                  <a:lnTo>
                    <a:pt x="2165594" y="3388848"/>
                  </a:lnTo>
                  <a:lnTo>
                    <a:pt x="2165688" y="3388848"/>
                  </a:lnTo>
                  <a:lnTo>
                    <a:pt x="2165782" y="3388848"/>
                  </a:lnTo>
                  <a:lnTo>
                    <a:pt x="2165876" y="3388848"/>
                  </a:lnTo>
                  <a:lnTo>
                    <a:pt x="2165971" y="3388848"/>
                  </a:lnTo>
                  <a:lnTo>
                    <a:pt x="2166065" y="3388848"/>
                  </a:lnTo>
                  <a:lnTo>
                    <a:pt x="2166159" y="3388848"/>
                  </a:lnTo>
                  <a:lnTo>
                    <a:pt x="2166253" y="3388848"/>
                  </a:lnTo>
                  <a:lnTo>
                    <a:pt x="2166347" y="3388848"/>
                  </a:lnTo>
                  <a:lnTo>
                    <a:pt x="2166441" y="3388848"/>
                  </a:lnTo>
                  <a:lnTo>
                    <a:pt x="2166536" y="3388848"/>
                  </a:lnTo>
                  <a:lnTo>
                    <a:pt x="2166630" y="3388848"/>
                  </a:lnTo>
                  <a:lnTo>
                    <a:pt x="2166724" y="3388848"/>
                  </a:lnTo>
                  <a:lnTo>
                    <a:pt x="2166818" y="3388848"/>
                  </a:lnTo>
                  <a:lnTo>
                    <a:pt x="2166912" y="3388848"/>
                  </a:lnTo>
                  <a:lnTo>
                    <a:pt x="2167006" y="3388848"/>
                  </a:lnTo>
                  <a:lnTo>
                    <a:pt x="2167100" y="3388848"/>
                  </a:lnTo>
                  <a:lnTo>
                    <a:pt x="2167195" y="3388848"/>
                  </a:lnTo>
                  <a:lnTo>
                    <a:pt x="2167289" y="3388848"/>
                  </a:lnTo>
                  <a:lnTo>
                    <a:pt x="2167383" y="3388848"/>
                  </a:lnTo>
                  <a:lnTo>
                    <a:pt x="2167477" y="3388848"/>
                  </a:lnTo>
                  <a:lnTo>
                    <a:pt x="2167571" y="3388848"/>
                  </a:lnTo>
                  <a:lnTo>
                    <a:pt x="2167665" y="3388848"/>
                  </a:lnTo>
                  <a:lnTo>
                    <a:pt x="2167760" y="3388848"/>
                  </a:lnTo>
                  <a:lnTo>
                    <a:pt x="2167854" y="3388848"/>
                  </a:lnTo>
                  <a:lnTo>
                    <a:pt x="2167948" y="3388848"/>
                  </a:lnTo>
                  <a:lnTo>
                    <a:pt x="2168042" y="3388848"/>
                  </a:lnTo>
                  <a:lnTo>
                    <a:pt x="2168136" y="3388848"/>
                  </a:lnTo>
                  <a:lnTo>
                    <a:pt x="2168230" y="3388848"/>
                  </a:lnTo>
                  <a:lnTo>
                    <a:pt x="2168324" y="3388848"/>
                  </a:lnTo>
                  <a:lnTo>
                    <a:pt x="2168419" y="3388848"/>
                  </a:lnTo>
                  <a:lnTo>
                    <a:pt x="2168513" y="3388848"/>
                  </a:lnTo>
                  <a:lnTo>
                    <a:pt x="2168607" y="3388848"/>
                  </a:lnTo>
                  <a:lnTo>
                    <a:pt x="2168607" y="3383937"/>
                  </a:lnTo>
                  <a:lnTo>
                    <a:pt x="2168701" y="3383937"/>
                  </a:lnTo>
                  <a:lnTo>
                    <a:pt x="2168795" y="3383937"/>
                  </a:lnTo>
                  <a:lnTo>
                    <a:pt x="2168889" y="3383937"/>
                  </a:lnTo>
                  <a:lnTo>
                    <a:pt x="2168983" y="3383937"/>
                  </a:lnTo>
                  <a:lnTo>
                    <a:pt x="2169078" y="3383937"/>
                  </a:lnTo>
                  <a:lnTo>
                    <a:pt x="2169172" y="3383937"/>
                  </a:lnTo>
                  <a:lnTo>
                    <a:pt x="2169266" y="3383937"/>
                  </a:lnTo>
                  <a:lnTo>
                    <a:pt x="2169360" y="3383937"/>
                  </a:lnTo>
                  <a:lnTo>
                    <a:pt x="2169454" y="3383937"/>
                  </a:lnTo>
                  <a:lnTo>
                    <a:pt x="2169548" y="3383937"/>
                  </a:lnTo>
                  <a:lnTo>
                    <a:pt x="2169643" y="3383937"/>
                  </a:lnTo>
                  <a:lnTo>
                    <a:pt x="2169737" y="3383937"/>
                  </a:lnTo>
                  <a:lnTo>
                    <a:pt x="2169831" y="3383937"/>
                  </a:lnTo>
                  <a:lnTo>
                    <a:pt x="2169925" y="3383937"/>
                  </a:lnTo>
                  <a:lnTo>
                    <a:pt x="2170019" y="3383937"/>
                  </a:lnTo>
                  <a:lnTo>
                    <a:pt x="2170113" y="3383937"/>
                  </a:lnTo>
                  <a:lnTo>
                    <a:pt x="2170207" y="3383937"/>
                  </a:lnTo>
                  <a:lnTo>
                    <a:pt x="2170302" y="3383937"/>
                  </a:lnTo>
                  <a:lnTo>
                    <a:pt x="2170396" y="3383937"/>
                  </a:lnTo>
                  <a:lnTo>
                    <a:pt x="2170490" y="3383937"/>
                  </a:lnTo>
                  <a:lnTo>
                    <a:pt x="2170584" y="3383937"/>
                  </a:lnTo>
                  <a:lnTo>
                    <a:pt x="2170678" y="3383937"/>
                  </a:lnTo>
                  <a:lnTo>
                    <a:pt x="2170772" y="3383937"/>
                  </a:lnTo>
                  <a:lnTo>
                    <a:pt x="2170867" y="3383937"/>
                  </a:lnTo>
                  <a:lnTo>
                    <a:pt x="2170961" y="3383937"/>
                  </a:lnTo>
                  <a:lnTo>
                    <a:pt x="2171055" y="3383937"/>
                  </a:lnTo>
                  <a:lnTo>
                    <a:pt x="2171149" y="3383937"/>
                  </a:lnTo>
                  <a:lnTo>
                    <a:pt x="2171243" y="3383937"/>
                  </a:lnTo>
                  <a:lnTo>
                    <a:pt x="2171337" y="3383937"/>
                  </a:lnTo>
                  <a:lnTo>
                    <a:pt x="2171431" y="3383937"/>
                  </a:lnTo>
                  <a:lnTo>
                    <a:pt x="2171526" y="3383937"/>
                  </a:lnTo>
                  <a:lnTo>
                    <a:pt x="2171620" y="3383937"/>
                  </a:lnTo>
                  <a:lnTo>
                    <a:pt x="2171714" y="3383937"/>
                  </a:lnTo>
                  <a:lnTo>
                    <a:pt x="2171808" y="3383937"/>
                  </a:lnTo>
                  <a:lnTo>
                    <a:pt x="2171902" y="3383937"/>
                  </a:lnTo>
                  <a:lnTo>
                    <a:pt x="2171996" y="3383937"/>
                  </a:lnTo>
                  <a:lnTo>
                    <a:pt x="2172091" y="3383937"/>
                  </a:lnTo>
                  <a:lnTo>
                    <a:pt x="2172185" y="3383937"/>
                  </a:lnTo>
                  <a:lnTo>
                    <a:pt x="2172279" y="3383937"/>
                  </a:lnTo>
                  <a:lnTo>
                    <a:pt x="2172373" y="3383937"/>
                  </a:lnTo>
                  <a:lnTo>
                    <a:pt x="2172467" y="3383937"/>
                  </a:lnTo>
                  <a:lnTo>
                    <a:pt x="2172561" y="3383937"/>
                  </a:lnTo>
                  <a:lnTo>
                    <a:pt x="2172655" y="3383937"/>
                  </a:lnTo>
                  <a:lnTo>
                    <a:pt x="2172750" y="3383937"/>
                  </a:lnTo>
                  <a:lnTo>
                    <a:pt x="2172844" y="3383937"/>
                  </a:lnTo>
                  <a:lnTo>
                    <a:pt x="2172938" y="3383937"/>
                  </a:lnTo>
                  <a:lnTo>
                    <a:pt x="2173032" y="3383937"/>
                  </a:lnTo>
                  <a:lnTo>
                    <a:pt x="2173126" y="3383937"/>
                  </a:lnTo>
                  <a:lnTo>
                    <a:pt x="2173220" y="3383937"/>
                  </a:lnTo>
                  <a:lnTo>
                    <a:pt x="2173314" y="3383937"/>
                  </a:lnTo>
                  <a:lnTo>
                    <a:pt x="2173409" y="3383937"/>
                  </a:lnTo>
                  <a:lnTo>
                    <a:pt x="2173503" y="3383937"/>
                  </a:lnTo>
                  <a:lnTo>
                    <a:pt x="2173597" y="3383937"/>
                  </a:lnTo>
                  <a:lnTo>
                    <a:pt x="2173691" y="3383937"/>
                  </a:lnTo>
                  <a:lnTo>
                    <a:pt x="2173785" y="3383937"/>
                  </a:lnTo>
                  <a:lnTo>
                    <a:pt x="2173879" y="3383937"/>
                  </a:lnTo>
                  <a:lnTo>
                    <a:pt x="2173974" y="3383937"/>
                  </a:lnTo>
                  <a:lnTo>
                    <a:pt x="2174068" y="3383937"/>
                  </a:lnTo>
                  <a:lnTo>
                    <a:pt x="2174162" y="3383937"/>
                  </a:lnTo>
                  <a:lnTo>
                    <a:pt x="2174256" y="3383937"/>
                  </a:lnTo>
                  <a:lnTo>
                    <a:pt x="2174350" y="3383937"/>
                  </a:lnTo>
                  <a:lnTo>
                    <a:pt x="2174444" y="3383937"/>
                  </a:lnTo>
                  <a:lnTo>
                    <a:pt x="2174538" y="3383937"/>
                  </a:lnTo>
                  <a:lnTo>
                    <a:pt x="2174538" y="3379025"/>
                  </a:lnTo>
                  <a:lnTo>
                    <a:pt x="2174633" y="3379025"/>
                  </a:lnTo>
                  <a:lnTo>
                    <a:pt x="2174727" y="3379025"/>
                  </a:lnTo>
                  <a:lnTo>
                    <a:pt x="2174821" y="3379025"/>
                  </a:lnTo>
                  <a:lnTo>
                    <a:pt x="2174915" y="3379025"/>
                  </a:lnTo>
                  <a:lnTo>
                    <a:pt x="2175009" y="3379025"/>
                  </a:lnTo>
                  <a:lnTo>
                    <a:pt x="2175103" y="3379025"/>
                  </a:lnTo>
                  <a:lnTo>
                    <a:pt x="2175198" y="3379025"/>
                  </a:lnTo>
                  <a:lnTo>
                    <a:pt x="2175292" y="3379025"/>
                  </a:lnTo>
                  <a:lnTo>
                    <a:pt x="2175386" y="3379025"/>
                  </a:lnTo>
                  <a:lnTo>
                    <a:pt x="2175480" y="3379025"/>
                  </a:lnTo>
                  <a:lnTo>
                    <a:pt x="2175574" y="3379025"/>
                  </a:lnTo>
                  <a:lnTo>
                    <a:pt x="2175668" y="3379025"/>
                  </a:lnTo>
                  <a:lnTo>
                    <a:pt x="2175762" y="3379025"/>
                  </a:lnTo>
                  <a:lnTo>
                    <a:pt x="2175857" y="3379025"/>
                  </a:lnTo>
                  <a:lnTo>
                    <a:pt x="2175951" y="3379025"/>
                  </a:lnTo>
                  <a:lnTo>
                    <a:pt x="2176045" y="3379025"/>
                  </a:lnTo>
                  <a:lnTo>
                    <a:pt x="2176139" y="3379025"/>
                  </a:lnTo>
                  <a:lnTo>
                    <a:pt x="2176233" y="3379025"/>
                  </a:lnTo>
                  <a:lnTo>
                    <a:pt x="2176327" y="3379025"/>
                  </a:lnTo>
                  <a:lnTo>
                    <a:pt x="2176422" y="3379025"/>
                  </a:lnTo>
                  <a:lnTo>
                    <a:pt x="2176516" y="3379025"/>
                  </a:lnTo>
                  <a:lnTo>
                    <a:pt x="2176610" y="3379025"/>
                  </a:lnTo>
                  <a:lnTo>
                    <a:pt x="2176704" y="3379025"/>
                  </a:lnTo>
                  <a:lnTo>
                    <a:pt x="2176798" y="3379025"/>
                  </a:lnTo>
                  <a:lnTo>
                    <a:pt x="2176892" y="3379025"/>
                  </a:lnTo>
                  <a:lnTo>
                    <a:pt x="2176986" y="3379025"/>
                  </a:lnTo>
                  <a:lnTo>
                    <a:pt x="2177081" y="3379025"/>
                  </a:lnTo>
                  <a:lnTo>
                    <a:pt x="2177175" y="3379025"/>
                  </a:lnTo>
                  <a:lnTo>
                    <a:pt x="2177269" y="3379025"/>
                  </a:lnTo>
                  <a:lnTo>
                    <a:pt x="2177363" y="3379025"/>
                  </a:lnTo>
                  <a:lnTo>
                    <a:pt x="2177457" y="3379025"/>
                  </a:lnTo>
                  <a:lnTo>
                    <a:pt x="2177551" y="3379025"/>
                  </a:lnTo>
                  <a:lnTo>
                    <a:pt x="2177645" y="3379025"/>
                  </a:lnTo>
                  <a:lnTo>
                    <a:pt x="2177740" y="3379025"/>
                  </a:lnTo>
                  <a:lnTo>
                    <a:pt x="2177834" y="3379025"/>
                  </a:lnTo>
                  <a:lnTo>
                    <a:pt x="2177928" y="3379025"/>
                  </a:lnTo>
                  <a:lnTo>
                    <a:pt x="2178022" y="3379025"/>
                  </a:lnTo>
                  <a:lnTo>
                    <a:pt x="2178116" y="3379025"/>
                  </a:lnTo>
                  <a:lnTo>
                    <a:pt x="2178210" y="3379025"/>
                  </a:lnTo>
                  <a:lnTo>
                    <a:pt x="2178305" y="3379025"/>
                  </a:lnTo>
                  <a:lnTo>
                    <a:pt x="2178399" y="3379025"/>
                  </a:lnTo>
                  <a:lnTo>
                    <a:pt x="2178399" y="3374114"/>
                  </a:lnTo>
                  <a:lnTo>
                    <a:pt x="2178493" y="3374114"/>
                  </a:lnTo>
                  <a:lnTo>
                    <a:pt x="2178587" y="3374114"/>
                  </a:lnTo>
                  <a:lnTo>
                    <a:pt x="2178681" y="3374114"/>
                  </a:lnTo>
                  <a:lnTo>
                    <a:pt x="2178775" y="3374114"/>
                  </a:lnTo>
                  <a:lnTo>
                    <a:pt x="2178869" y="3374114"/>
                  </a:lnTo>
                  <a:lnTo>
                    <a:pt x="2178964" y="3374114"/>
                  </a:lnTo>
                  <a:lnTo>
                    <a:pt x="2179058" y="3374114"/>
                  </a:lnTo>
                  <a:lnTo>
                    <a:pt x="2179152" y="3374114"/>
                  </a:lnTo>
                  <a:lnTo>
                    <a:pt x="2179246" y="3374114"/>
                  </a:lnTo>
                  <a:lnTo>
                    <a:pt x="2179246" y="3369203"/>
                  </a:lnTo>
                  <a:lnTo>
                    <a:pt x="2179340" y="3369203"/>
                  </a:lnTo>
                  <a:lnTo>
                    <a:pt x="2179434" y="3369203"/>
                  </a:lnTo>
                  <a:lnTo>
                    <a:pt x="2179529" y="3369203"/>
                  </a:lnTo>
                  <a:lnTo>
                    <a:pt x="2179623" y="3369203"/>
                  </a:lnTo>
                  <a:lnTo>
                    <a:pt x="2179717" y="3369203"/>
                  </a:lnTo>
                  <a:lnTo>
                    <a:pt x="2179811" y="3369203"/>
                  </a:lnTo>
                  <a:lnTo>
                    <a:pt x="2179905" y="3369203"/>
                  </a:lnTo>
                  <a:lnTo>
                    <a:pt x="2179999" y="3369203"/>
                  </a:lnTo>
                  <a:lnTo>
                    <a:pt x="2180093" y="3369203"/>
                  </a:lnTo>
                  <a:lnTo>
                    <a:pt x="2180188" y="3369203"/>
                  </a:lnTo>
                  <a:lnTo>
                    <a:pt x="2180282" y="3369203"/>
                  </a:lnTo>
                  <a:lnTo>
                    <a:pt x="2180282" y="3364291"/>
                  </a:lnTo>
                  <a:lnTo>
                    <a:pt x="2180376" y="3364291"/>
                  </a:lnTo>
                  <a:lnTo>
                    <a:pt x="2180470" y="3364291"/>
                  </a:lnTo>
                  <a:lnTo>
                    <a:pt x="2180564" y="3364291"/>
                  </a:lnTo>
                  <a:lnTo>
                    <a:pt x="2180658" y="3364291"/>
                  </a:lnTo>
                  <a:lnTo>
                    <a:pt x="2180753" y="3364291"/>
                  </a:lnTo>
                  <a:lnTo>
                    <a:pt x="2180847" y="3364291"/>
                  </a:lnTo>
                  <a:lnTo>
                    <a:pt x="2180941" y="3364291"/>
                  </a:lnTo>
                  <a:lnTo>
                    <a:pt x="2181035" y="3364291"/>
                  </a:lnTo>
                  <a:lnTo>
                    <a:pt x="2181129" y="3364291"/>
                  </a:lnTo>
                  <a:lnTo>
                    <a:pt x="2181223" y="3364291"/>
                  </a:lnTo>
                  <a:lnTo>
                    <a:pt x="2181317" y="3364291"/>
                  </a:lnTo>
                  <a:lnTo>
                    <a:pt x="2181412" y="3364291"/>
                  </a:lnTo>
                  <a:lnTo>
                    <a:pt x="2181506" y="3364291"/>
                  </a:lnTo>
                  <a:lnTo>
                    <a:pt x="2181600" y="3364291"/>
                  </a:lnTo>
                  <a:lnTo>
                    <a:pt x="2181694" y="3364291"/>
                  </a:lnTo>
                  <a:lnTo>
                    <a:pt x="2181788" y="3364291"/>
                  </a:lnTo>
                  <a:lnTo>
                    <a:pt x="2181882" y="3364291"/>
                  </a:lnTo>
                  <a:lnTo>
                    <a:pt x="2181976" y="3364291"/>
                  </a:lnTo>
                  <a:lnTo>
                    <a:pt x="2182071" y="3364291"/>
                  </a:lnTo>
                  <a:lnTo>
                    <a:pt x="2182165" y="3364291"/>
                  </a:lnTo>
                  <a:lnTo>
                    <a:pt x="2182259" y="3364291"/>
                  </a:lnTo>
                  <a:lnTo>
                    <a:pt x="2182353" y="3364291"/>
                  </a:lnTo>
                  <a:lnTo>
                    <a:pt x="2182447" y="3364291"/>
                  </a:lnTo>
                  <a:lnTo>
                    <a:pt x="2182541" y="3364291"/>
                  </a:lnTo>
                  <a:lnTo>
                    <a:pt x="2182636" y="3364291"/>
                  </a:lnTo>
                  <a:lnTo>
                    <a:pt x="2182730" y="3364291"/>
                  </a:lnTo>
                  <a:lnTo>
                    <a:pt x="2182824" y="3364291"/>
                  </a:lnTo>
                  <a:lnTo>
                    <a:pt x="2182918" y="3364291"/>
                  </a:lnTo>
                  <a:lnTo>
                    <a:pt x="2183012" y="3364291"/>
                  </a:lnTo>
                  <a:lnTo>
                    <a:pt x="2183106" y="3364291"/>
                  </a:lnTo>
                  <a:lnTo>
                    <a:pt x="2183200" y="3364291"/>
                  </a:lnTo>
                  <a:lnTo>
                    <a:pt x="2183295" y="3364291"/>
                  </a:lnTo>
                  <a:lnTo>
                    <a:pt x="2183389" y="3364291"/>
                  </a:lnTo>
                  <a:lnTo>
                    <a:pt x="2183483" y="3364291"/>
                  </a:lnTo>
                  <a:lnTo>
                    <a:pt x="2183577" y="3364291"/>
                  </a:lnTo>
                  <a:lnTo>
                    <a:pt x="2183577" y="3359380"/>
                  </a:lnTo>
                  <a:lnTo>
                    <a:pt x="2183671" y="3359380"/>
                  </a:lnTo>
                  <a:lnTo>
                    <a:pt x="2183765" y="3359380"/>
                  </a:lnTo>
                  <a:lnTo>
                    <a:pt x="2183860" y="3359380"/>
                  </a:lnTo>
                  <a:lnTo>
                    <a:pt x="2183954" y="3359380"/>
                  </a:lnTo>
                  <a:lnTo>
                    <a:pt x="2184048" y="3359380"/>
                  </a:lnTo>
                  <a:lnTo>
                    <a:pt x="2184142" y="3359380"/>
                  </a:lnTo>
                  <a:lnTo>
                    <a:pt x="2184236" y="3359380"/>
                  </a:lnTo>
                  <a:lnTo>
                    <a:pt x="2184330" y="3359380"/>
                  </a:lnTo>
                  <a:lnTo>
                    <a:pt x="2184424" y="3359380"/>
                  </a:lnTo>
                  <a:lnTo>
                    <a:pt x="2184519" y="3359380"/>
                  </a:lnTo>
                  <a:lnTo>
                    <a:pt x="2184613" y="3359380"/>
                  </a:lnTo>
                  <a:lnTo>
                    <a:pt x="2184707" y="3359380"/>
                  </a:lnTo>
                  <a:lnTo>
                    <a:pt x="2184801" y="3359380"/>
                  </a:lnTo>
                  <a:lnTo>
                    <a:pt x="2184895" y="3359380"/>
                  </a:lnTo>
                  <a:lnTo>
                    <a:pt x="2184989" y="3359380"/>
                  </a:lnTo>
                  <a:lnTo>
                    <a:pt x="2185084" y="3359380"/>
                  </a:lnTo>
                  <a:lnTo>
                    <a:pt x="2185178" y="3359380"/>
                  </a:lnTo>
                  <a:lnTo>
                    <a:pt x="2185272" y="3359380"/>
                  </a:lnTo>
                  <a:lnTo>
                    <a:pt x="2185366" y="3359380"/>
                  </a:lnTo>
                  <a:lnTo>
                    <a:pt x="2185460" y="3359380"/>
                  </a:lnTo>
                  <a:lnTo>
                    <a:pt x="2185554" y="3359380"/>
                  </a:lnTo>
                  <a:lnTo>
                    <a:pt x="2185648" y="3359380"/>
                  </a:lnTo>
                  <a:lnTo>
                    <a:pt x="2185743" y="3359380"/>
                  </a:lnTo>
                  <a:lnTo>
                    <a:pt x="2185837" y="3359380"/>
                  </a:lnTo>
                  <a:lnTo>
                    <a:pt x="2185931" y="3359380"/>
                  </a:lnTo>
                  <a:lnTo>
                    <a:pt x="2186025" y="3359380"/>
                  </a:lnTo>
                  <a:lnTo>
                    <a:pt x="2186119" y="3359380"/>
                  </a:lnTo>
                  <a:lnTo>
                    <a:pt x="2186213" y="3359380"/>
                  </a:lnTo>
                  <a:lnTo>
                    <a:pt x="2186307" y="3359380"/>
                  </a:lnTo>
                  <a:lnTo>
                    <a:pt x="2186402" y="3359380"/>
                  </a:lnTo>
                  <a:lnTo>
                    <a:pt x="2186496" y="3359380"/>
                  </a:lnTo>
                  <a:lnTo>
                    <a:pt x="2186590" y="3359380"/>
                  </a:lnTo>
                  <a:lnTo>
                    <a:pt x="2186684" y="3359380"/>
                  </a:lnTo>
                  <a:lnTo>
                    <a:pt x="2186778" y="3359380"/>
                  </a:lnTo>
                  <a:lnTo>
                    <a:pt x="2186872" y="3359380"/>
                  </a:lnTo>
                  <a:lnTo>
                    <a:pt x="2186872" y="3354469"/>
                  </a:lnTo>
                  <a:lnTo>
                    <a:pt x="2186967" y="3354469"/>
                  </a:lnTo>
                  <a:lnTo>
                    <a:pt x="2187061" y="3354469"/>
                  </a:lnTo>
                  <a:lnTo>
                    <a:pt x="2187155" y="3354469"/>
                  </a:lnTo>
                  <a:lnTo>
                    <a:pt x="2187249" y="3354469"/>
                  </a:lnTo>
                  <a:lnTo>
                    <a:pt x="2187343" y="3354469"/>
                  </a:lnTo>
                  <a:lnTo>
                    <a:pt x="2187437" y="3354469"/>
                  </a:lnTo>
                  <a:lnTo>
                    <a:pt x="2187531" y="3354469"/>
                  </a:lnTo>
                  <a:lnTo>
                    <a:pt x="2187626" y="3354469"/>
                  </a:lnTo>
                  <a:lnTo>
                    <a:pt x="2187720" y="3354469"/>
                  </a:lnTo>
                  <a:lnTo>
                    <a:pt x="2187814" y="3354469"/>
                  </a:lnTo>
                  <a:lnTo>
                    <a:pt x="2187908" y="3354469"/>
                  </a:lnTo>
                  <a:lnTo>
                    <a:pt x="2188002" y="3354469"/>
                  </a:lnTo>
                  <a:lnTo>
                    <a:pt x="2188096" y="3354469"/>
                  </a:lnTo>
                  <a:lnTo>
                    <a:pt x="2188191" y="3354469"/>
                  </a:lnTo>
                  <a:lnTo>
                    <a:pt x="2188191" y="3349557"/>
                  </a:lnTo>
                  <a:lnTo>
                    <a:pt x="2188285" y="3349557"/>
                  </a:lnTo>
                  <a:lnTo>
                    <a:pt x="2188379" y="3349557"/>
                  </a:lnTo>
                  <a:lnTo>
                    <a:pt x="2188473" y="3349557"/>
                  </a:lnTo>
                  <a:lnTo>
                    <a:pt x="2188567" y="3349557"/>
                  </a:lnTo>
                  <a:lnTo>
                    <a:pt x="2188661" y="3349557"/>
                  </a:lnTo>
                  <a:lnTo>
                    <a:pt x="2188755" y="3349557"/>
                  </a:lnTo>
                  <a:lnTo>
                    <a:pt x="2188850" y="3349557"/>
                  </a:lnTo>
                  <a:lnTo>
                    <a:pt x="2188944" y="3349557"/>
                  </a:lnTo>
                  <a:lnTo>
                    <a:pt x="2189038" y="3349557"/>
                  </a:lnTo>
                  <a:lnTo>
                    <a:pt x="2189132" y="3349557"/>
                  </a:lnTo>
                  <a:lnTo>
                    <a:pt x="2189226" y="3349557"/>
                  </a:lnTo>
                  <a:lnTo>
                    <a:pt x="2189320" y="3349557"/>
                  </a:lnTo>
                  <a:lnTo>
                    <a:pt x="2189415" y="3349557"/>
                  </a:lnTo>
                  <a:lnTo>
                    <a:pt x="2189509" y="3349557"/>
                  </a:lnTo>
                  <a:lnTo>
                    <a:pt x="2189603" y="3349557"/>
                  </a:lnTo>
                  <a:lnTo>
                    <a:pt x="2189697" y="3349557"/>
                  </a:lnTo>
                  <a:lnTo>
                    <a:pt x="2189791" y="3349557"/>
                  </a:lnTo>
                  <a:lnTo>
                    <a:pt x="2189885" y="3349557"/>
                  </a:lnTo>
                  <a:lnTo>
                    <a:pt x="2189979" y="3349557"/>
                  </a:lnTo>
                  <a:lnTo>
                    <a:pt x="2190074" y="3349557"/>
                  </a:lnTo>
                  <a:lnTo>
                    <a:pt x="2190168" y="3349557"/>
                  </a:lnTo>
                  <a:lnTo>
                    <a:pt x="2190262" y="3349557"/>
                  </a:lnTo>
                  <a:lnTo>
                    <a:pt x="2190356" y="3349557"/>
                  </a:lnTo>
                  <a:lnTo>
                    <a:pt x="2190450" y="3349557"/>
                  </a:lnTo>
                  <a:lnTo>
                    <a:pt x="2190544" y="3349557"/>
                  </a:lnTo>
                  <a:lnTo>
                    <a:pt x="2190638" y="3349557"/>
                  </a:lnTo>
                  <a:lnTo>
                    <a:pt x="2190733" y="3349557"/>
                  </a:lnTo>
                  <a:lnTo>
                    <a:pt x="2190827" y="3349557"/>
                  </a:lnTo>
                  <a:lnTo>
                    <a:pt x="2190921" y="3349557"/>
                  </a:lnTo>
                  <a:lnTo>
                    <a:pt x="2191015" y="3349557"/>
                  </a:lnTo>
                  <a:lnTo>
                    <a:pt x="2191109" y="3349557"/>
                  </a:lnTo>
                  <a:lnTo>
                    <a:pt x="2191203" y="3349557"/>
                  </a:lnTo>
                  <a:lnTo>
                    <a:pt x="2191298" y="3349557"/>
                  </a:lnTo>
                  <a:lnTo>
                    <a:pt x="2191392" y="3349557"/>
                  </a:lnTo>
                  <a:lnTo>
                    <a:pt x="2191486" y="3349557"/>
                  </a:lnTo>
                  <a:lnTo>
                    <a:pt x="2191580" y="3349557"/>
                  </a:lnTo>
                  <a:lnTo>
                    <a:pt x="2191674" y="3349557"/>
                  </a:lnTo>
                  <a:lnTo>
                    <a:pt x="2191674" y="3344646"/>
                  </a:lnTo>
                  <a:lnTo>
                    <a:pt x="2191768" y="3344646"/>
                  </a:lnTo>
                  <a:lnTo>
                    <a:pt x="2191862" y="3344646"/>
                  </a:lnTo>
                  <a:lnTo>
                    <a:pt x="2191957" y="3344646"/>
                  </a:lnTo>
                  <a:lnTo>
                    <a:pt x="2192051" y="3344646"/>
                  </a:lnTo>
                  <a:lnTo>
                    <a:pt x="2192145" y="3344646"/>
                  </a:lnTo>
                  <a:lnTo>
                    <a:pt x="2192239" y="3344646"/>
                  </a:lnTo>
                  <a:lnTo>
                    <a:pt x="2192333" y="3344646"/>
                  </a:lnTo>
                  <a:lnTo>
                    <a:pt x="2192427" y="3344646"/>
                  </a:lnTo>
                  <a:lnTo>
                    <a:pt x="2192522" y="3344646"/>
                  </a:lnTo>
                  <a:lnTo>
                    <a:pt x="2192616" y="3344646"/>
                  </a:lnTo>
                  <a:lnTo>
                    <a:pt x="2192710" y="3344646"/>
                  </a:lnTo>
                  <a:lnTo>
                    <a:pt x="2192804" y="3344646"/>
                  </a:lnTo>
                  <a:lnTo>
                    <a:pt x="2192898" y="3344646"/>
                  </a:lnTo>
                  <a:lnTo>
                    <a:pt x="2192992" y="3344646"/>
                  </a:lnTo>
                  <a:lnTo>
                    <a:pt x="2193086" y="3344646"/>
                  </a:lnTo>
                  <a:lnTo>
                    <a:pt x="2193181" y="3344646"/>
                  </a:lnTo>
                  <a:lnTo>
                    <a:pt x="2193275" y="3344646"/>
                  </a:lnTo>
                  <a:lnTo>
                    <a:pt x="2193369" y="3344646"/>
                  </a:lnTo>
                  <a:lnTo>
                    <a:pt x="2193463" y="3344646"/>
                  </a:lnTo>
                  <a:lnTo>
                    <a:pt x="2193557" y="3344646"/>
                  </a:lnTo>
                  <a:lnTo>
                    <a:pt x="2193651" y="3344646"/>
                  </a:lnTo>
                  <a:lnTo>
                    <a:pt x="2193746" y="3344646"/>
                  </a:lnTo>
                  <a:lnTo>
                    <a:pt x="2193840" y="3344646"/>
                  </a:lnTo>
                  <a:lnTo>
                    <a:pt x="2193934" y="3344646"/>
                  </a:lnTo>
                  <a:lnTo>
                    <a:pt x="2194028" y="3344646"/>
                  </a:lnTo>
                  <a:lnTo>
                    <a:pt x="2194122" y="3344646"/>
                  </a:lnTo>
                  <a:lnTo>
                    <a:pt x="2194216" y="3344646"/>
                  </a:lnTo>
                  <a:lnTo>
                    <a:pt x="2194310" y="3344646"/>
                  </a:lnTo>
                  <a:lnTo>
                    <a:pt x="2194405" y="3344646"/>
                  </a:lnTo>
                  <a:lnTo>
                    <a:pt x="2194499" y="3344646"/>
                  </a:lnTo>
                  <a:lnTo>
                    <a:pt x="2194593" y="3344646"/>
                  </a:lnTo>
                  <a:lnTo>
                    <a:pt x="2194687" y="3344646"/>
                  </a:lnTo>
                  <a:lnTo>
                    <a:pt x="2194781" y="3344646"/>
                  </a:lnTo>
                  <a:lnTo>
                    <a:pt x="2194781" y="3339734"/>
                  </a:lnTo>
                  <a:lnTo>
                    <a:pt x="2194875" y="3339734"/>
                  </a:lnTo>
                  <a:lnTo>
                    <a:pt x="2194969" y="3339734"/>
                  </a:lnTo>
                  <a:lnTo>
                    <a:pt x="2195064" y="3339734"/>
                  </a:lnTo>
                  <a:lnTo>
                    <a:pt x="2195158" y="3339734"/>
                  </a:lnTo>
                  <a:lnTo>
                    <a:pt x="2195252" y="3339734"/>
                  </a:lnTo>
                  <a:lnTo>
                    <a:pt x="2195346" y="3339734"/>
                  </a:lnTo>
                  <a:lnTo>
                    <a:pt x="2195440" y="3339734"/>
                  </a:lnTo>
                  <a:lnTo>
                    <a:pt x="2195534" y="3339734"/>
                  </a:lnTo>
                  <a:lnTo>
                    <a:pt x="2195629" y="3339734"/>
                  </a:lnTo>
                  <a:lnTo>
                    <a:pt x="2195723" y="3339734"/>
                  </a:lnTo>
                  <a:lnTo>
                    <a:pt x="2195817" y="3339734"/>
                  </a:lnTo>
                  <a:lnTo>
                    <a:pt x="2195911" y="3339734"/>
                  </a:lnTo>
                  <a:lnTo>
                    <a:pt x="2196005" y="3339734"/>
                  </a:lnTo>
                  <a:lnTo>
                    <a:pt x="2196099" y="3339734"/>
                  </a:lnTo>
                  <a:lnTo>
                    <a:pt x="2196193" y="3339734"/>
                  </a:lnTo>
                  <a:lnTo>
                    <a:pt x="2196288" y="3339734"/>
                  </a:lnTo>
                  <a:lnTo>
                    <a:pt x="2196382" y="3339734"/>
                  </a:lnTo>
                  <a:lnTo>
                    <a:pt x="2196476" y="3339734"/>
                  </a:lnTo>
                  <a:lnTo>
                    <a:pt x="2196570" y="3339734"/>
                  </a:lnTo>
                  <a:lnTo>
                    <a:pt x="2196664" y="3339734"/>
                  </a:lnTo>
                  <a:lnTo>
                    <a:pt x="2196758" y="3339734"/>
                  </a:lnTo>
                  <a:lnTo>
                    <a:pt x="2196853" y="3339734"/>
                  </a:lnTo>
                  <a:lnTo>
                    <a:pt x="2196947" y="3339734"/>
                  </a:lnTo>
                  <a:lnTo>
                    <a:pt x="2197041" y="3339734"/>
                  </a:lnTo>
                  <a:lnTo>
                    <a:pt x="2197135" y="3339734"/>
                  </a:lnTo>
                  <a:lnTo>
                    <a:pt x="2197229" y="3339734"/>
                  </a:lnTo>
                  <a:lnTo>
                    <a:pt x="2197323" y="3339734"/>
                  </a:lnTo>
                  <a:lnTo>
                    <a:pt x="2197417" y="3339734"/>
                  </a:lnTo>
                  <a:lnTo>
                    <a:pt x="2197512" y="3339734"/>
                  </a:lnTo>
                  <a:lnTo>
                    <a:pt x="2197606" y="3339734"/>
                  </a:lnTo>
                  <a:lnTo>
                    <a:pt x="2197606" y="3334823"/>
                  </a:lnTo>
                  <a:lnTo>
                    <a:pt x="2197700" y="3334823"/>
                  </a:lnTo>
                  <a:lnTo>
                    <a:pt x="2197794" y="3334823"/>
                  </a:lnTo>
                  <a:lnTo>
                    <a:pt x="2197888" y="3334823"/>
                  </a:lnTo>
                  <a:lnTo>
                    <a:pt x="2197982" y="3334823"/>
                  </a:lnTo>
                  <a:lnTo>
                    <a:pt x="2198077" y="3334823"/>
                  </a:lnTo>
                  <a:lnTo>
                    <a:pt x="2198171" y="3334823"/>
                  </a:lnTo>
                  <a:lnTo>
                    <a:pt x="2198265" y="3334823"/>
                  </a:lnTo>
                  <a:lnTo>
                    <a:pt x="2198359" y="3334823"/>
                  </a:lnTo>
                  <a:lnTo>
                    <a:pt x="2198453" y="3334823"/>
                  </a:lnTo>
                  <a:lnTo>
                    <a:pt x="2198547" y="3334823"/>
                  </a:lnTo>
                  <a:lnTo>
                    <a:pt x="2198641" y="3334823"/>
                  </a:lnTo>
                  <a:lnTo>
                    <a:pt x="2198736" y="3334823"/>
                  </a:lnTo>
                  <a:lnTo>
                    <a:pt x="2198830" y="3334823"/>
                  </a:lnTo>
                  <a:lnTo>
                    <a:pt x="2198924" y="3334823"/>
                  </a:lnTo>
                  <a:lnTo>
                    <a:pt x="2199018" y="3334823"/>
                  </a:lnTo>
                  <a:lnTo>
                    <a:pt x="2199112" y="3334823"/>
                  </a:lnTo>
                  <a:lnTo>
                    <a:pt x="2199112" y="3329912"/>
                  </a:lnTo>
                  <a:lnTo>
                    <a:pt x="2199206" y="3329912"/>
                  </a:lnTo>
                  <a:lnTo>
                    <a:pt x="2199300" y="3329912"/>
                  </a:lnTo>
                  <a:lnTo>
                    <a:pt x="2199395" y="3329912"/>
                  </a:lnTo>
                  <a:lnTo>
                    <a:pt x="2199489" y="3329912"/>
                  </a:lnTo>
                  <a:lnTo>
                    <a:pt x="2199583" y="3329912"/>
                  </a:lnTo>
                  <a:lnTo>
                    <a:pt x="2199677" y="3329912"/>
                  </a:lnTo>
                  <a:lnTo>
                    <a:pt x="2199677" y="3325000"/>
                  </a:lnTo>
                  <a:lnTo>
                    <a:pt x="2199771" y="3325000"/>
                  </a:lnTo>
                  <a:lnTo>
                    <a:pt x="2199865" y="3325000"/>
                  </a:lnTo>
                  <a:lnTo>
                    <a:pt x="2199960" y="3325000"/>
                  </a:lnTo>
                  <a:lnTo>
                    <a:pt x="2200054" y="3325000"/>
                  </a:lnTo>
                  <a:lnTo>
                    <a:pt x="2200148" y="3325000"/>
                  </a:lnTo>
                  <a:lnTo>
                    <a:pt x="2200242" y="3325000"/>
                  </a:lnTo>
                  <a:lnTo>
                    <a:pt x="2200336" y="3325000"/>
                  </a:lnTo>
                  <a:lnTo>
                    <a:pt x="2200430" y="3325000"/>
                  </a:lnTo>
                  <a:lnTo>
                    <a:pt x="2200524" y="3325000"/>
                  </a:lnTo>
                  <a:lnTo>
                    <a:pt x="2200619" y="3325000"/>
                  </a:lnTo>
                  <a:lnTo>
                    <a:pt x="2200713" y="3325000"/>
                  </a:lnTo>
                  <a:lnTo>
                    <a:pt x="2200807" y="3325000"/>
                  </a:lnTo>
                  <a:lnTo>
                    <a:pt x="2200901" y="3325000"/>
                  </a:lnTo>
                  <a:lnTo>
                    <a:pt x="2200995" y="3325000"/>
                  </a:lnTo>
                  <a:lnTo>
                    <a:pt x="2201089" y="3325000"/>
                  </a:lnTo>
                  <a:lnTo>
                    <a:pt x="2201184" y="3325000"/>
                  </a:lnTo>
                  <a:lnTo>
                    <a:pt x="2201278" y="3325000"/>
                  </a:lnTo>
                  <a:lnTo>
                    <a:pt x="2201372" y="3325000"/>
                  </a:lnTo>
                  <a:lnTo>
                    <a:pt x="2201466" y="3325000"/>
                  </a:lnTo>
                  <a:lnTo>
                    <a:pt x="2201560" y="3325000"/>
                  </a:lnTo>
                  <a:lnTo>
                    <a:pt x="2201654" y="3325000"/>
                  </a:lnTo>
                  <a:lnTo>
                    <a:pt x="2201748" y="3325000"/>
                  </a:lnTo>
                  <a:lnTo>
                    <a:pt x="2201843" y="3325000"/>
                  </a:lnTo>
                  <a:lnTo>
                    <a:pt x="2201937" y="3325000"/>
                  </a:lnTo>
                  <a:lnTo>
                    <a:pt x="2202031" y="3325000"/>
                  </a:lnTo>
                  <a:lnTo>
                    <a:pt x="2202125" y="3325000"/>
                  </a:lnTo>
                  <a:lnTo>
                    <a:pt x="2202219" y="3325000"/>
                  </a:lnTo>
                  <a:lnTo>
                    <a:pt x="2202313" y="3325000"/>
                  </a:lnTo>
                  <a:lnTo>
                    <a:pt x="2202408" y="3325000"/>
                  </a:lnTo>
                  <a:lnTo>
                    <a:pt x="2202502" y="3325000"/>
                  </a:lnTo>
                  <a:lnTo>
                    <a:pt x="2202596" y="3325000"/>
                  </a:lnTo>
                  <a:lnTo>
                    <a:pt x="2202690" y="3325000"/>
                  </a:lnTo>
                  <a:lnTo>
                    <a:pt x="2202784" y="3325000"/>
                  </a:lnTo>
                  <a:lnTo>
                    <a:pt x="2202878" y="3325000"/>
                  </a:lnTo>
                  <a:lnTo>
                    <a:pt x="2202972" y="3325000"/>
                  </a:lnTo>
                  <a:lnTo>
                    <a:pt x="2203067" y="3325000"/>
                  </a:lnTo>
                  <a:lnTo>
                    <a:pt x="2203161" y="3325000"/>
                  </a:lnTo>
                  <a:lnTo>
                    <a:pt x="2203255" y="3325000"/>
                  </a:lnTo>
                  <a:lnTo>
                    <a:pt x="2203349" y="3325000"/>
                  </a:lnTo>
                  <a:lnTo>
                    <a:pt x="2203443" y="3325000"/>
                  </a:lnTo>
                  <a:lnTo>
                    <a:pt x="2203537" y="3325000"/>
                  </a:lnTo>
                  <a:lnTo>
                    <a:pt x="2203631" y="3325000"/>
                  </a:lnTo>
                  <a:lnTo>
                    <a:pt x="2203726" y="3325000"/>
                  </a:lnTo>
                  <a:lnTo>
                    <a:pt x="2203820" y="3325000"/>
                  </a:lnTo>
                  <a:lnTo>
                    <a:pt x="2203914" y="3325000"/>
                  </a:lnTo>
                  <a:lnTo>
                    <a:pt x="2204008" y="3325000"/>
                  </a:lnTo>
                  <a:lnTo>
                    <a:pt x="2204102" y="3325000"/>
                  </a:lnTo>
                  <a:lnTo>
                    <a:pt x="2204196" y="3325000"/>
                  </a:lnTo>
                  <a:lnTo>
                    <a:pt x="2204196" y="3320089"/>
                  </a:lnTo>
                  <a:lnTo>
                    <a:pt x="2204291" y="3320089"/>
                  </a:lnTo>
                  <a:lnTo>
                    <a:pt x="2204385" y="3320089"/>
                  </a:lnTo>
                  <a:lnTo>
                    <a:pt x="2204479" y="3320089"/>
                  </a:lnTo>
                  <a:lnTo>
                    <a:pt x="2204573" y="3320089"/>
                  </a:lnTo>
                  <a:lnTo>
                    <a:pt x="2204667" y="3320089"/>
                  </a:lnTo>
                  <a:lnTo>
                    <a:pt x="2204761" y="3320089"/>
                  </a:lnTo>
                  <a:lnTo>
                    <a:pt x="2204855" y="3320089"/>
                  </a:lnTo>
                  <a:lnTo>
                    <a:pt x="2204950" y="3320089"/>
                  </a:lnTo>
                  <a:lnTo>
                    <a:pt x="2205044" y="3320089"/>
                  </a:lnTo>
                  <a:lnTo>
                    <a:pt x="2205138" y="3320089"/>
                  </a:lnTo>
                  <a:lnTo>
                    <a:pt x="2205232" y="3320089"/>
                  </a:lnTo>
                  <a:lnTo>
                    <a:pt x="2205326" y="3320089"/>
                  </a:lnTo>
                  <a:lnTo>
                    <a:pt x="2205420" y="3320089"/>
                  </a:lnTo>
                  <a:lnTo>
                    <a:pt x="2205515" y="3320089"/>
                  </a:lnTo>
                  <a:lnTo>
                    <a:pt x="2205609" y="3320089"/>
                  </a:lnTo>
                  <a:lnTo>
                    <a:pt x="2205703" y="3320089"/>
                  </a:lnTo>
                  <a:lnTo>
                    <a:pt x="2205797" y="3320089"/>
                  </a:lnTo>
                  <a:lnTo>
                    <a:pt x="2205891" y="3320089"/>
                  </a:lnTo>
                  <a:lnTo>
                    <a:pt x="2205985" y="3320089"/>
                  </a:lnTo>
                  <a:lnTo>
                    <a:pt x="2206079" y="3320089"/>
                  </a:lnTo>
                  <a:lnTo>
                    <a:pt x="2206079" y="3315178"/>
                  </a:lnTo>
                  <a:lnTo>
                    <a:pt x="2206174" y="3315178"/>
                  </a:lnTo>
                  <a:lnTo>
                    <a:pt x="2206268" y="3315178"/>
                  </a:lnTo>
                  <a:lnTo>
                    <a:pt x="2206362" y="3315178"/>
                  </a:lnTo>
                  <a:lnTo>
                    <a:pt x="2206456" y="3315178"/>
                  </a:lnTo>
                  <a:lnTo>
                    <a:pt x="2206550" y="3315178"/>
                  </a:lnTo>
                  <a:lnTo>
                    <a:pt x="2206644" y="3315178"/>
                  </a:lnTo>
                  <a:lnTo>
                    <a:pt x="2206739" y="3315178"/>
                  </a:lnTo>
                  <a:lnTo>
                    <a:pt x="2206833" y="3315178"/>
                  </a:lnTo>
                  <a:lnTo>
                    <a:pt x="2206927" y="3315178"/>
                  </a:lnTo>
                  <a:lnTo>
                    <a:pt x="2207021" y="3315178"/>
                  </a:lnTo>
                  <a:lnTo>
                    <a:pt x="2207115" y="3315178"/>
                  </a:lnTo>
                  <a:lnTo>
                    <a:pt x="2207209" y="3315178"/>
                  </a:lnTo>
                  <a:lnTo>
                    <a:pt x="2207303" y="3315178"/>
                  </a:lnTo>
                  <a:lnTo>
                    <a:pt x="2207398" y="3315178"/>
                  </a:lnTo>
                  <a:lnTo>
                    <a:pt x="2207492" y="3315178"/>
                  </a:lnTo>
                  <a:lnTo>
                    <a:pt x="2207586" y="3315178"/>
                  </a:lnTo>
                  <a:lnTo>
                    <a:pt x="2207680" y="3315178"/>
                  </a:lnTo>
                  <a:lnTo>
                    <a:pt x="2207774" y="3315178"/>
                  </a:lnTo>
                  <a:lnTo>
                    <a:pt x="2207868" y="3315178"/>
                  </a:lnTo>
                  <a:lnTo>
                    <a:pt x="2207962" y="3315178"/>
                  </a:lnTo>
                  <a:lnTo>
                    <a:pt x="2208057" y="3315178"/>
                  </a:lnTo>
                  <a:lnTo>
                    <a:pt x="2208151" y="3315178"/>
                  </a:lnTo>
                  <a:lnTo>
                    <a:pt x="2208245" y="3315178"/>
                  </a:lnTo>
                  <a:lnTo>
                    <a:pt x="2208339" y="3315178"/>
                  </a:lnTo>
                  <a:lnTo>
                    <a:pt x="2208433" y="3315178"/>
                  </a:lnTo>
                  <a:lnTo>
                    <a:pt x="2208527" y="3315178"/>
                  </a:lnTo>
                  <a:lnTo>
                    <a:pt x="2208622" y="3315178"/>
                  </a:lnTo>
                  <a:lnTo>
                    <a:pt x="2208622" y="3310266"/>
                  </a:lnTo>
                  <a:lnTo>
                    <a:pt x="2208716" y="3310266"/>
                  </a:lnTo>
                  <a:lnTo>
                    <a:pt x="2208810" y="3310266"/>
                  </a:lnTo>
                  <a:lnTo>
                    <a:pt x="2208904" y="3310266"/>
                  </a:lnTo>
                  <a:lnTo>
                    <a:pt x="2208998" y="3310266"/>
                  </a:lnTo>
                  <a:lnTo>
                    <a:pt x="2209092" y="3310266"/>
                  </a:lnTo>
                  <a:lnTo>
                    <a:pt x="2209186" y="3310266"/>
                  </a:lnTo>
                  <a:lnTo>
                    <a:pt x="2209281" y="3310266"/>
                  </a:lnTo>
                  <a:lnTo>
                    <a:pt x="2209375" y="3310266"/>
                  </a:lnTo>
                  <a:lnTo>
                    <a:pt x="2209469" y="3310266"/>
                  </a:lnTo>
                  <a:lnTo>
                    <a:pt x="2209563" y="3310266"/>
                  </a:lnTo>
                  <a:lnTo>
                    <a:pt x="2209657" y="3310266"/>
                  </a:lnTo>
                  <a:lnTo>
                    <a:pt x="2209751" y="3310266"/>
                  </a:lnTo>
                  <a:lnTo>
                    <a:pt x="2209846" y="3310266"/>
                  </a:lnTo>
                  <a:lnTo>
                    <a:pt x="2209940" y="3310266"/>
                  </a:lnTo>
                  <a:lnTo>
                    <a:pt x="2210034" y="3310266"/>
                  </a:lnTo>
                  <a:lnTo>
                    <a:pt x="2210128" y="3310266"/>
                  </a:lnTo>
                  <a:lnTo>
                    <a:pt x="2210222" y="3310266"/>
                  </a:lnTo>
                  <a:lnTo>
                    <a:pt x="2210316" y="3310266"/>
                  </a:lnTo>
                  <a:lnTo>
                    <a:pt x="2210410" y="3310266"/>
                  </a:lnTo>
                  <a:lnTo>
                    <a:pt x="2210505" y="3310266"/>
                  </a:lnTo>
                  <a:lnTo>
                    <a:pt x="2210599" y="3310266"/>
                  </a:lnTo>
                  <a:lnTo>
                    <a:pt x="2210693" y="3310266"/>
                  </a:lnTo>
                  <a:lnTo>
                    <a:pt x="2210787" y="3310266"/>
                  </a:lnTo>
                  <a:lnTo>
                    <a:pt x="2210881" y="3310266"/>
                  </a:lnTo>
                  <a:lnTo>
                    <a:pt x="2210975" y="3310266"/>
                  </a:lnTo>
                  <a:lnTo>
                    <a:pt x="2211070" y="3310266"/>
                  </a:lnTo>
                  <a:lnTo>
                    <a:pt x="2211164" y="3310266"/>
                  </a:lnTo>
                  <a:lnTo>
                    <a:pt x="2211258" y="3310266"/>
                  </a:lnTo>
                  <a:lnTo>
                    <a:pt x="2211352" y="3310266"/>
                  </a:lnTo>
                  <a:lnTo>
                    <a:pt x="2211446" y="3310266"/>
                  </a:lnTo>
                  <a:lnTo>
                    <a:pt x="2211540" y="3310266"/>
                  </a:lnTo>
                  <a:lnTo>
                    <a:pt x="2211634" y="3310266"/>
                  </a:lnTo>
                  <a:lnTo>
                    <a:pt x="2211729" y="3310266"/>
                  </a:lnTo>
                  <a:lnTo>
                    <a:pt x="2211823" y="3310266"/>
                  </a:lnTo>
                  <a:lnTo>
                    <a:pt x="2211917" y="3310266"/>
                  </a:lnTo>
                  <a:lnTo>
                    <a:pt x="2212011" y="3310266"/>
                  </a:lnTo>
                  <a:lnTo>
                    <a:pt x="2212105" y="3310266"/>
                  </a:lnTo>
                  <a:lnTo>
                    <a:pt x="2212199" y="3310266"/>
                  </a:lnTo>
                  <a:lnTo>
                    <a:pt x="2212293" y="3310266"/>
                  </a:lnTo>
                  <a:lnTo>
                    <a:pt x="2212388" y="3310266"/>
                  </a:lnTo>
                  <a:lnTo>
                    <a:pt x="2212482" y="3310266"/>
                  </a:lnTo>
                  <a:lnTo>
                    <a:pt x="2212576" y="3310266"/>
                  </a:lnTo>
                  <a:lnTo>
                    <a:pt x="2212670" y="3310266"/>
                  </a:lnTo>
                  <a:lnTo>
                    <a:pt x="2212764" y="3310266"/>
                  </a:lnTo>
                  <a:lnTo>
                    <a:pt x="2212858" y="3310266"/>
                  </a:lnTo>
                  <a:lnTo>
                    <a:pt x="2212953" y="3310266"/>
                  </a:lnTo>
                  <a:lnTo>
                    <a:pt x="2213047" y="3310266"/>
                  </a:lnTo>
                  <a:lnTo>
                    <a:pt x="2213141" y="3310266"/>
                  </a:lnTo>
                  <a:lnTo>
                    <a:pt x="2213235" y="3310266"/>
                  </a:lnTo>
                  <a:lnTo>
                    <a:pt x="2213329" y="3310266"/>
                  </a:lnTo>
                  <a:lnTo>
                    <a:pt x="2213423" y="3310266"/>
                  </a:lnTo>
                  <a:lnTo>
                    <a:pt x="2213517" y="3310266"/>
                  </a:lnTo>
                  <a:lnTo>
                    <a:pt x="2213612" y="3310266"/>
                  </a:lnTo>
                  <a:lnTo>
                    <a:pt x="2213706" y="3310266"/>
                  </a:lnTo>
                  <a:lnTo>
                    <a:pt x="2213800" y="3310266"/>
                  </a:lnTo>
                  <a:lnTo>
                    <a:pt x="2213894" y="3310266"/>
                  </a:lnTo>
                  <a:lnTo>
                    <a:pt x="2213988" y="3310266"/>
                  </a:lnTo>
                  <a:lnTo>
                    <a:pt x="2213988" y="3305355"/>
                  </a:lnTo>
                  <a:lnTo>
                    <a:pt x="2214082" y="3305355"/>
                  </a:lnTo>
                  <a:lnTo>
                    <a:pt x="2214177" y="3305355"/>
                  </a:lnTo>
                  <a:lnTo>
                    <a:pt x="2214271" y="3305355"/>
                  </a:lnTo>
                  <a:lnTo>
                    <a:pt x="2214365" y="3305355"/>
                  </a:lnTo>
                  <a:lnTo>
                    <a:pt x="2214459" y="3305355"/>
                  </a:lnTo>
                  <a:lnTo>
                    <a:pt x="2214553" y="3305355"/>
                  </a:lnTo>
                  <a:lnTo>
                    <a:pt x="2214647" y="3305355"/>
                  </a:lnTo>
                  <a:lnTo>
                    <a:pt x="2214741" y="3305355"/>
                  </a:lnTo>
                  <a:lnTo>
                    <a:pt x="2214836" y="3305355"/>
                  </a:lnTo>
                  <a:lnTo>
                    <a:pt x="2214930" y="3305355"/>
                  </a:lnTo>
                  <a:lnTo>
                    <a:pt x="2215024" y="3305355"/>
                  </a:lnTo>
                  <a:lnTo>
                    <a:pt x="2215118" y="3305355"/>
                  </a:lnTo>
                  <a:lnTo>
                    <a:pt x="2215212" y="3305355"/>
                  </a:lnTo>
                  <a:lnTo>
                    <a:pt x="2215306" y="3305355"/>
                  </a:lnTo>
                  <a:lnTo>
                    <a:pt x="2215401" y="3305355"/>
                  </a:lnTo>
                  <a:lnTo>
                    <a:pt x="2215495" y="3305355"/>
                  </a:lnTo>
                  <a:lnTo>
                    <a:pt x="2215589" y="3305355"/>
                  </a:lnTo>
                  <a:lnTo>
                    <a:pt x="2215683" y="3305355"/>
                  </a:lnTo>
                  <a:lnTo>
                    <a:pt x="2215777" y="3305355"/>
                  </a:lnTo>
                  <a:lnTo>
                    <a:pt x="2215871" y="3305355"/>
                  </a:lnTo>
                  <a:lnTo>
                    <a:pt x="2215965" y="3305355"/>
                  </a:lnTo>
                  <a:lnTo>
                    <a:pt x="2216060" y="3305355"/>
                  </a:lnTo>
                  <a:lnTo>
                    <a:pt x="2216154" y="3305355"/>
                  </a:lnTo>
                  <a:lnTo>
                    <a:pt x="2216248" y="3305355"/>
                  </a:lnTo>
                  <a:lnTo>
                    <a:pt x="2216342" y="3305355"/>
                  </a:lnTo>
                  <a:lnTo>
                    <a:pt x="2216436" y="3305355"/>
                  </a:lnTo>
                  <a:lnTo>
                    <a:pt x="2216530" y="3305355"/>
                  </a:lnTo>
                  <a:lnTo>
                    <a:pt x="2216624" y="3305355"/>
                  </a:lnTo>
                  <a:lnTo>
                    <a:pt x="2216719" y="3305355"/>
                  </a:lnTo>
                  <a:lnTo>
                    <a:pt x="2216813" y="3305355"/>
                  </a:lnTo>
                  <a:lnTo>
                    <a:pt x="2216907" y="3305355"/>
                  </a:lnTo>
                  <a:lnTo>
                    <a:pt x="2217001" y="3305355"/>
                  </a:lnTo>
                  <a:lnTo>
                    <a:pt x="2217095" y="3305355"/>
                  </a:lnTo>
                  <a:lnTo>
                    <a:pt x="2217189" y="3305355"/>
                  </a:lnTo>
                  <a:lnTo>
                    <a:pt x="2217284" y="3305355"/>
                  </a:lnTo>
                  <a:lnTo>
                    <a:pt x="2217284" y="3300443"/>
                  </a:lnTo>
                  <a:lnTo>
                    <a:pt x="2217378" y="3300443"/>
                  </a:lnTo>
                  <a:lnTo>
                    <a:pt x="2217472" y="3300443"/>
                  </a:lnTo>
                  <a:lnTo>
                    <a:pt x="2217566" y="3300443"/>
                  </a:lnTo>
                  <a:lnTo>
                    <a:pt x="2217660" y="3300443"/>
                  </a:lnTo>
                  <a:lnTo>
                    <a:pt x="2217754" y="3300443"/>
                  </a:lnTo>
                  <a:lnTo>
                    <a:pt x="2217848" y="3300443"/>
                  </a:lnTo>
                  <a:lnTo>
                    <a:pt x="2217943" y="3300443"/>
                  </a:lnTo>
                  <a:lnTo>
                    <a:pt x="2218037" y="3300443"/>
                  </a:lnTo>
                  <a:lnTo>
                    <a:pt x="2218131" y="3300443"/>
                  </a:lnTo>
                  <a:lnTo>
                    <a:pt x="2218225" y="3300443"/>
                  </a:lnTo>
                  <a:lnTo>
                    <a:pt x="2218319" y="3300443"/>
                  </a:lnTo>
                  <a:lnTo>
                    <a:pt x="2218413" y="3300443"/>
                  </a:lnTo>
                  <a:lnTo>
                    <a:pt x="2218508" y="3300443"/>
                  </a:lnTo>
                  <a:lnTo>
                    <a:pt x="2218602" y="3300443"/>
                  </a:lnTo>
                  <a:lnTo>
                    <a:pt x="2218696" y="3300443"/>
                  </a:lnTo>
                  <a:lnTo>
                    <a:pt x="2218790" y="3300443"/>
                  </a:lnTo>
                  <a:lnTo>
                    <a:pt x="2218884" y="3300443"/>
                  </a:lnTo>
                  <a:lnTo>
                    <a:pt x="2218978" y="3300443"/>
                  </a:lnTo>
                  <a:lnTo>
                    <a:pt x="2219072" y="3300443"/>
                  </a:lnTo>
                  <a:lnTo>
                    <a:pt x="2219167" y="3300443"/>
                  </a:lnTo>
                  <a:lnTo>
                    <a:pt x="2219261" y="3300443"/>
                  </a:lnTo>
                  <a:lnTo>
                    <a:pt x="2219355" y="3300443"/>
                  </a:lnTo>
                  <a:lnTo>
                    <a:pt x="2219449" y="3300443"/>
                  </a:lnTo>
                  <a:lnTo>
                    <a:pt x="2219543" y="3300443"/>
                  </a:lnTo>
                  <a:lnTo>
                    <a:pt x="2219637" y="3300443"/>
                  </a:lnTo>
                  <a:lnTo>
                    <a:pt x="2219732" y="3300443"/>
                  </a:lnTo>
                  <a:lnTo>
                    <a:pt x="2219826" y="3300443"/>
                  </a:lnTo>
                  <a:lnTo>
                    <a:pt x="2219920" y="3300443"/>
                  </a:lnTo>
                  <a:lnTo>
                    <a:pt x="2220014" y="3300443"/>
                  </a:lnTo>
                  <a:lnTo>
                    <a:pt x="2220014" y="3295532"/>
                  </a:lnTo>
                  <a:lnTo>
                    <a:pt x="2220108" y="3295532"/>
                  </a:lnTo>
                  <a:lnTo>
                    <a:pt x="2220202" y="3295532"/>
                  </a:lnTo>
                  <a:lnTo>
                    <a:pt x="2220296" y="3295532"/>
                  </a:lnTo>
                  <a:lnTo>
                    <a:pt x="2220391" y="3295532"/>
                  </a:lnTo>
                  <a:lnTo>
                    <a:pt x="2220485" y="3295532"/>
                  </a:lnTo>
                  <a:lnTo>
                    <a:pt x="2220579" y="3295532"/>
                  </a:lnTo>
                  <a:lnTo>
                    <a:pt x="2220673" y="3295532"/>
                  </a:lnTo>
                  <a:lnTo>
                    <a:pt x="2220767" y="3295532"/>
                  </a:lnTo>
                  <a:lnTo>
                    <a:pt x="2220861" y="3295532"/>
                  </a:lnTo>
                  <a:lnTo>
                    <a:pt x="2220955" y="3295532"/>
                  </a:lnTo>
                  <a:lnTo>
                    <a:pt x="2221050" y="3295532"/>
                  </a:lnTo>
                  <a:lnTo>
                    <a:pt x="2221144" y="3295532"/>
                  </a:lnTo>
                  <a:lnTo>
                    <a:pt x="2221238" y="3295532"/>
                  </a:lnTo>
                  <a:lnTo>
                    <a:pt x="2221332" y="3295532"/>
                  </a:lnTo>
                  <a:lnTo>
                    <a:pt x="2221426" y="3295532"/>
                  </a:lnTo>
                  <a:lnTo>
                    <a:pt x="2221520" y="3295532"/>
                  </a:lnTo>
                  <a:lnTo>
                    <a:pt x="2221615" y="3295532"/>
                  </a:lnTo>
                  <a:lnTo>
                    <a:pt x="2221709" y="3295532"/>
                  </a:lnTo>
                  <a:lnTo>
                    <a:pt x="2221803" y="3295532"/>
                  </a:lnTo>
                  <a:lnTo>
                    <a:pt x="2221897" y="3295532"/>
                  </a:lnTo>
                  <a:lnTo>
                    <a:pt x="2221897" y="3290621"/>
                  </a:lnTo>
                  <a:lnTo>
                    <a:pt x="2221991" y="3290621"/>
                  </a:lnTo>
                  <a:lnTo>
                    <a:pt x="2222085" y="3290621"/>
                  </a:lnTo>
                  <a:lnTo>
                    <a:pt x="2222179" y="3290621"/>
                  </a:lnTo>
                  <a:lnTo>
                    <a:pt x="2222274" y="3290621"/>
                  </a:lnTo>
                  <a:lnTo>
                    <a:pt x="2222368" y="3290621"/>
                  </a:lnTo>
                  <a:lnTo>
                    <a:pt x="2222462" y="3290621"/>
                  </a:lnTo>
                  <a:lnTo>
                    <a:pt x="2222556" y="3290621"/>
                  </a:lnTo>
                  <a:lnTo>
                    <a:pt x="2222650" y="3290621"/>
                  </a:lnTo>
                  <a:lnTo>
                    <a:pt x="2222744" y="3290621"/>
                  </a:lnTo>
                  <a:lnTo>
                    <a:pt x="2222839" y="3290621"/>
                  </a:lnTo>
                  <a:lnTo>
                    <a:pt x="2222933" y="3290621"/>
                  </a:lnTo>
                  <a:lnTo>
                    <a:pt x="2223027" y="3290621"/>
                  </a:lnTo>
                  <a:lnTo>
                    <a:pt x="2223121" y="3290621"/>
                  </a:lnTo>
                  <a:lnTo>
                    <a:pt x="2223215" y="3290621"/>
                  </a:lnTo>
                  <a:lnTo>
                    <a:pt x="2223309" y="3290621"/>
                  </a:lnTo>
                  <a:lnTo>
                    <a:pt x="2223403" y="3290621"/>
                  </a:lnTo>
                  <a:lnTo>
                    <a:pt x="2223498" y="3290621"/>
                  </a:lnTo>
                  <a:lnTo>
                    <a:pt x="2223592" y="3290621"/>
                  </a:lnTo>
                  <a:lnTo>
                    <a:pt x="2223686" y="3290621"/>
                  </a:lnTo>
                  <a:lnTo>
                    <a:pt x="2223780" y="3290621"/>
                  </a:lnTo>
                  <a:lnTo>
                    <a:pt x="2223874" y="3290621"/>
                  </a:lnTo>
                  <a:lnTo>
                    <a:pt x="2223968" y="3290621"/>
                  </a:lnTo>
                  <a:lnTo>
                    <a:pt x="2224063" y="3290621"/>
                  </a:lnTo>
                  <a:lnTo>
                    <a:pt x="2224157" y="3290621"/>
                  </a:lnTo>
                  <a:lnTo>
                    <a:pt x="2224251" y="3290621"/>
                  </a:lnTo>
                  <a:lnTo>
                    <a:pt x="2224345" y="3290621"/>
                  </a:lnTo>
                  <a:lnTo>
                    <a:pt x="2224439" y="3290621"/>
                  </a:lnTo>
                  <a:lnTo>
                    <a:pt x="2224533" y="3290621"/>
                  </a:lnTo>
                  <a:lnTo>
                    <a:pt x="2224533" y="3285709"/>
                  </a:lnTo>
                  <a:lnTo>
                    <a:pt x="2224627" y="3285709"/>
                  </a:lnTo>
                  <a:lnTo>
                    <a:pt x="2224722" y="3285709"/>
                  </a:lnTo>
                  <a:lnTo>
                    <a:pt x="2224816" y="3285709"/>
                  </a:lnTo>
                  <a:lnTo>
                    <a:pt x="2224910" y="3285709"/>
                  </a:lnTo>
                  <a:lnTo>
                    <a:pt x="2225004" y="3285709"/>
                  </a:lnTo>
                  <a:lnTo>
                    <a:pt x="2225098" y="3285709"/>
                  </a:lnTo>
                  <a:lnTo>
                    <a:pt x="2225192" y="3285709"/>
                  </a:lnTo>
                  <a:lnTo>
                    <a:pt x="2225286" y="3285709"/>
                  </a:lnTo>
                  <a:lnTo>
                    <a:pt x="2225381" y="3285709"/>
                  </a:lnTo>
                  <a:lnTo>
                    <a:pt x="2225475" y="3285709"/>
                  </a:lnTo>
                  <a:lnTo>
                    <a:pt x="2225569" y="3285709"/>
                  </a:lnTo>
                  <a:lnTo>
                    <a:pt x="2225663" y="3285709"/>
                  </a:lnTo>
                  <a:lnTo>
                    <a:pt x="2225757" y="3285709"/>
                  </a:lnTo>
                  <a:lnTo>
                    <a:pt x="2225851" y="3285709"/>
                  </a:lnTo>
                  <a:lnTo>
                    <a:pt x="2225946" y="3285709"/>
                  </a:lnTo>
                  <a:lnTo>
                    <a:pt x="2226040" y="3285709"/>
                  </a:lnTo>
                  <a:lnTo>
                    <a:pt x="2226134" y="3285709"/>
                  </a:lnTo>
                  <a:lnTo>
                    <a:pt x="2226228" y="3285709"/>
                  </a:lnTo>
                  <a:lnTo>
                    <a:pt x="2226322" y="3285709"/>
                  </a:lnTo>
                  <a:lnTo>
                    <a:pt x="2226416" y="3285709"/>
                  </a:lnTo>
                  <a:lnTo>
                    <a:pt x="2226510" y="3285709"/>
                  </a:lnTo>
                  <a:lnTo>
                    <a:pt x="2226605" y="3285709"/>
                  </a:lnTo>
                  <a:lnTo>
                    <a:pt x="2226699" y="3285709"/>
                  </a:lnTo>
                  <a:lnTo>
                    <a:pt x="2226793" y="3285709"/>
                  </a:lnTo>
                  <a:lnTo>
                    <a:pt x="2226887" y="3285709"/>
                  </a:lnTo>
                  <a:lnTo>
                    <a:pt x="2226981" y="3285709"/>
                  </a:lnTo>
                  <a:lnTo>
                    <a:pt x="2227075" y="3285709"/>
                  </a:lnTo>
                  <a:lnTo>
                    <a:pt x="2227170" y="3285709"/>
                  </a:lnTo>
                  <a:lnTo>
                    <a:pt x="2227264" y="3285709"/>
                  </a:lnTo>
                  <a:lnTo>
                    <a:pt x="2227358" y="3285709"/>
                  </a:lnTo>
                  <a:lnTo>
                    <a:pt x="2227452" y="3285709"/>
                  </a:lnTo>
                  <a:lnTo>
                    <a:pt x="2227546" y="3285709"/>
                  </a:lnTo>
                  <a:lnTo>
                    <a:pt x="2227640" y="3285709"/>
                  </a:lnTo>
                  <a:lnTo>
                    <a:pt x="2227734" y="3285709"/>
                  </a:lnTo>
                  <a:lnTo>
                    <a:pt x="2227829" y="3285709"/>
                  </a:lnTo>
                  <a:lnTo>
                    <a:pt x="2227923" y="3285709"/>
                  </a:lnTo>
                  <a:lnTo>
                    <a:pt x="2228017" y="3285709"/>
                  </a:lnTo>
                  <a:lnTo>
                    <a:pt x="2228111" y="3285709"/>
                  </a:lnTo>
                  <a:lnTo>
                    <a:pt x="2228111" y="3280798"/>
                  </a:lnTo>
                  <a:lnTo>
                    <a:pt x="2228205" y="3280798"/>
                  </a:lnTo>
                  <a:lnTo>
                    <a:pt x="2228299" y="3280798"/>
                  </a:lnTo>
                  <a:lnTo>
                    <a:pt x="2228394" y="3280798"/>
                  </a:lnTo>
                  <a:lnTo>
                    <a:pt x="2228394" y="3275887"/>
                  </a:lnTo>
                  <a:lnTo>
                    <a:pt x="2228488" y="3275887"/>
                  </a:lnTo>
                  <a:lnTo>
                    <a:pt x="2228582" y="3275887"/>
                  </a:lnTo>
                  <a:lnTo>
                    <a:pt x="2228676" y="3275887"/>
                  </a:lnTo>
                  <a:lnTo>
                    <a:pt x="2228770" y="3275887"/>
                  </a:lnTo>
                  <a:lnTo>
                    <a:pt x="2228864" y="3275887"/>
                  </a:lnTo>
                  <a:lnTo>
                    <a:pt x="2228958" y="3275887"/>
                  </a:lnTo>
                  <a:lnTo>
                    <a:pt x="2229053" y="3275887"/>
                  </a:lnTo>
                  <a:lnTo>
                    <a:pt x="2229147" y="3275887"/>
                  </a:lnTo>
                  <a:lnTo>
                    <a:pt x="2229147" y="3270975"/>
                  </a:lnTo>
                  <a:lnTo>
                    <a:pt x="2229241" y="3270975"/>
                  </a:lnTo>
                  <a:lnTo>
                    <a:pt x="2229335" y="3270975"/>
                  </a:lnTo>
                  <a:lnTo>
                    <a:pt x="2229429" y="3270975"/>
                  </a:lnTo>
                  <a:lnTo>
                    <a:pt x="2229523" y="3270975"/>
                  </a:lnTo>
                  <a:lnTo>
                    <a:pt x="2229617" y="3270975"/>
                  </a:lnTo>
                  <a:lnTo>
                    <a:pt x="2229712" y="3270975"/>
                  </a:lnTo>
                  <a:lnTo>
                    <a:pt x="2229806" y="3270975"/>
                  </a:lnTo>
                  <a:lnTo>
                    <a:pt x="2229900" y="3270975"/>
                  </a:lnTo>
                  <a:lnTo>
                    <a:pt x="2229994" y="3270975"/>
                  </a:lnTo>
                  <a:lnTo>
                    <a:pt x="2230088" y="3270975"/>
                  </a:lnTo>
                  <a:lnTo>
                    <a:pt x="2230182" y="3270975"/>
                  </a:lnTo>
                  <a:lnTo>
                    <a:pt x="2230277" y="3270975"/>
                  </a:lnTo>
                  <a:lnTo>
                    <a:pt x="2230371" y="3270975"/>
                  </a:lnTo>
                  <a:lnTo>
                    <a:pt x="2230465" y="3270975"/>
                  </a:lnTo>
                  <a:lnTo>
                    <a:pt x="2230559" y="3270975"/>
                  </a:lnTo>
                  <a:lnTo>
                    <a:pt x="2230653" y="3270975"/>
                  </a:lnTo>
                  <a:lnTo>
                    <a:pt x="2230747" y="3270975"/>
                  </a:lnTo>
                  <a:lnTo>
                    <a:pt x="2230841" y="3270975"/>
                  </a:lnTo>
                  <a:lnTo>
                    <a:pt x="2230936" y="3270975"/>
                  </a:lnTo>
                  <a:lnTo>
                    <a:pt x="2231030" y="3270975"/>
                  </a:lnTo>
                  <a:lnTo>
                    <a:pt x="2231124" y="3270975"/>
                  </a:lnTo>
                  <a:lnTo>
                    <a:pt x="2231218" y="3270975"/>
                  </a:lnTo>
                  <a:lnTo>
                    <a:pt x="2231312" y="3270975"/>
                  </a:lnTo>
                  <a:lnTo>
                    <a:pt x="2231406" y="3270975"/>
                  </a:lnTo>
                  <a:lnTo>
                    <a:pt x="2231501" y="3270975"/>
                  </a:lnTo>
                  <a:lnTo>
                    <a:pt x="2231595" y="3270975"/>
                  </a:lnTo>
                  <a:lnTo>
                    <a:pt x="2231689" y="3270975"/>
                  </a:lnTo>
                  <a:lnTo>
                    <a:pt x="2231783" y="3270975"/>
                  </a:lnTo>
                  <a:lnTo>
                    <a:pt x="2231877" y="3270975"/>
                  </a:lnTo>
                  <a:lnTo>
                    <a:pt x="2231971" y="3270975"/>
                  </a:lnTo>
                  <a:lnTo>
                    <a:pt x="2232065" y="3270975"/>
                  </a:lnTo>
                  <a:lnTo>
                    <a:pt x="2232160" y="3270975"/>
                  </a:lnTo>
                  <a:lnTo>
                    <a:pt x="2232254" y="3270975"/>
                  </a:lnTo>
                  <a:lnTo>
                    <a:pt x="2232254" y="3266064"/>
                  </a:lnTo>
                  <a:lnTo>
                    <a:pt x="2232348" y="3266064"/>
                  </a:lnTo>
                  <a:lnTo>
                    <a:pt x="2232442" y="3266064"/>
                  </a:lnTo>
                  <a:lnTo>
                    <a:pt x="2232536" y="3266064"/>
                  </a:lnTo>
                  <a:lnTo>
                    <a:pt x="2232630" y="3266064"/>
                  </a:lnTo>
                  <a:lnTo>
                    <a:pt x="2232725" y="3266064"/>
                  </a:lnTo>
                  <a:lnTo>
                    <a:pt x="2232819" y="3266064"/>
                  </a:lnTo>
                  <a:lnTo>
                    <a:pt x="2232913" y="3266064"/>
                  </a:lnTo>
                  <a:lnTo>
                    <a:pt x="2233007" y="3266064"/>
                  </a:lnTo>
                  <a:lnTo>
                    <a:pt x="2233101" y="3266064"/>
                  </a:lnTo>
                  <a:lnTo>
                    <a:pt x="2233195" y="3266064"/>
                  </a:lnTo>
                  <a:lnTo>
                    <a:pt x="2233289" y="3266064"/>
                  </a:lnTo>
                  <a:lnTo>
                    <a:pt x="2233384" y="3266064"/>
                  </a:lnTo>
                  <a:lnTo>
                    <a:pt x="2233478" y="3266064"/>
                  </a:lnTo>
                  <a:lnTo>
                    <a:pt x="2233572" y="3266064"/>
                  </a:lnTo>
                  <a:lnTo>
                    <a:pt x="2233666" y="3266064"/>
                  </a:lnTo>
                  <a:lnTo>
                    <a:pt x="2233760" y="3266064"/>
                  </a:lnTo>
                  <a:lnTo>
                    <a:pt x="2233854" y="3266064"/>
                  </a:lnTo>
                  <a:lnTo>
                    <a:pt x="2233948" y="3266064"/>
                  </a:lnTo>
                  <a:lnTo>
                    <a:pt x="2234043" y="3266064"/>
                  </a:lnTo>
                  <a:lnTo>
                    <a:pt x="2234137" y="3266064"/>
                  </a:lnTo>
                  <a:lnTo>
                    <a:pt x="2234231" y="3266064"/>
                  </a:lnTo>
                  <a:lnTo>
                    <a:pt x="2234325" y="3266064"/>
                  </a:lnTo>
                  <a:lnTo>
                    <a:pt x="2234419" y="3266064"/>
                  </a:lnTo>
                  <a:lnTo>
                    <a:pt x="2234513" y="3266064"/>
                  </a:lnTo>
                  <a:lnTo>
                    <a:pt x="2234608" y="3266064"/>
                  </a:lnTo>
                  <a:lnTo>
                    <a:pt x="2234702" y="3266064"/>
                  </a:lnTo>
                  <a:lnTo>
                    <a:pt x="2234796" y="3266064"/>
                  </a:lnTo>
                  <a:lnTo>
                    <a:pt x="2234890" y="3266064"/>
                  </a:lnTo>
                  <a:lnTo>
                    <a:pt x="2234984" y="3266064"/>
                  </a:lnTo>
                  <a:lnTo>
                    <a:pt x="2235078" y="3266064"/>
                  </a:lnTo>
                  <a:lnTo>
                    <a:pt x="2235172" y="3266064"/>
                  </a:lnTo>
                  <a:lnTo>
                    <a:pt x="2235267" y="3266064"/>
                  </a:lnTo>
                  <a:lnTo>
                    <a:pt x="2235361" y="3266064"/>
                  </a:lnTo>
                  <a:lnTo>
                    <a:pt x="2235455" y="3266064"/>
                  </a:lnTo>
                  <a:lnTo>
                    <a:pt x="2235549" y="3266064"/>
                  </a:lnTo>
                  <a:lnTo>
                    <a:pt x="2235643" y="3266064"/>
                  </a:lnTo>
                  <a:lnTo>
                    <a:pt x="2235737" y="3266064"/>
                  </a:lnTo>
                  <a:lnTo>
                    <a:pt x="2235832" y="3266064"/>
                  </a:lnTo>
                  <a:lnTo>
                    <a:pt x="2235926" y="3266064"/>
                  </a:lnTo>
                  <a:lnTo>
                    <a:pt x="2236020" y="3266064"/>
                  </a:lnTo>
                  <a:lnTo>
                    <a:pt x="2236114" y="3266064"/>
                  </a:lnTo>
                  <a:lnTo>
                    <a:pt x="2236208" y="3266064"/>
                  </a:lnTo>
                  <a:lnTo>
                    <a:pt x="2236302" y="3266064"/>
                  </a:lnTo>
                  <a:lnTo>
                    <a:pt x="2236396" y="3266064"/>
                  </a:lnTo>
                  <a:lnTo>
                    <a:pt x="2236491" y="3266064"/>
                  </a:lnTo>
                  <a:lnTo>
                    <a:pt x="2236585" y="3266064"/>
                  </a:lnTo>
                  <a:lnTo>
                    <a:pt x="2236679" y="3266064"/>
                  </a:lnTo>
                  <a:lnTo>
                    <a:pt x="2236773" y="3266064"/>
                  </a:lnTo>
                  <a:lnTo>
                    <a:pt x="2236867" y="3266064"/>
                  </a:lnTo>
                  <a:lnTo>
                    <a:pt x="2236961" y="3266064"/>
                  </a:lnTo>
                  <a:lnTo>
                    <a:pt x="2237056" y="3266064"/>
                  </a:lnTo>
                  <a:lnTo>
                    <a:pt x="2237150" y="3266064"/>
                  </a:lnTo>
                  <a:lnTo>
                    <a:pt x="2237244" y="3266064"/>
                  </a:lnTo>
                  <a:lnTo>
                    <a:pt x="2237338" y="3266064"/>
                  </a:lnTo>
                  <a:lnTo>
                    <a:pt x="2237432" y="3266064"/>
                  </a:lnTo>
                  <a:lnTo>
                    <a:pt x="2237526" y="3266064"/>
                  </a:lnTo>
                  <a:lnTo>
                    <a:pt x="2237620" y="3266064"/>
                  </a:lnTo>
                  <a:lnTo>
                    <a:pt x="2237715" y="3266064"/>
                  </a:lnTo>
                  <a:lnTo>
                    <a:pt x="2237809" y="3266064"/>
                  </a:lnTo>
                  <a:lnTo>
                    <a:pt x="2237903" y="3266064"/>
                  </a:lnTo>
                  <a:lnTo>
                    <a:pt x="2237997" y="3266064"/>
                  </a:lnTo>
                  <a:lnTo>
                    <a:pt x="2238091" y="3266064"/>
                  </a:lnTo>
                  <a:lnTo>
                    <a:pt x="2238185" y="3266064"/>
                  </a:lnTo>
                  <a:lnTo>
                    <a:pt x="2238279" y="3266064"/>
                  </a:lnTo>
                  <a:lnTo>
                    <a:pt x="2238374" y="3266064"/>
                  </a:lnTo>
                  <a:lnTo>
                    <a:pt x="2238468" y="3266064"/>
                  </a:lnTo>
                  <a:lnTo>
                    <a:pt x="2238562" y="3266064"/>
                  </a:lnTo>
                  <a:lnTo>
                    <a:pt x="2238656" y="3266064"/>
                  </a:lnTo>
                  <a:lnTo>
                    <a:pt x="2238656" y="3261152"/>
                  </a:lnTo>
                  <a:lnTo>
                    <a:pt x="2238750" y="3261152"/>
                  </a:lnTo>
                  <a:lnTo>
                    <a:pt x="2238844" y="3261152"/>
                  </a:lnTo>
                  <a:lnTo>
                    <a:pt x="2238939" y="3261152"/>
                  </a:lnTo>
                  <a:lnTo>
                    <a:pt x="2239033" y="3261152"/>
                  </a:lnTo>
                  <a:lnTo>
                    <a:pt x="2239127" y="3261152"/>
                  </a:lnTo>
                  <a:lnTo>
                    <a:pt x="2239221" y="3261152"/>
                  </a:lnTo>
                  <a:lnTo>
                    <a:pt x="2239315" y="3261152"/>
                  </a:lnTo>
                  <a:lnTo>
                    <a:pt x="2239409" y="3261152"/>
                  </a:lnTo>
                  <a:lnTo>
                    <a:pt x="2239503" y="3261152"/>
                  </a:lnTo>
                  <a:lnTo>
                    <a:pt x="2239598" y="3261152"/>
                  </a:lnTo>
                  <a:lnTo>
                    <a:pt x="2239692" y="3261152"/>
                  </a:lnTo>
                  <a:lnTo>
                    <a:pt x="2239786" y="3261152"/>
                  </a:lnTo>
                  <a:lnTo>
                    <a:pt x="2239880" y="3261152"/>
                  </a:lnTo>
                  <a:lnTo>
                    <a:pt x="2239974" y="3261152"/>
                  </a:lnTo>
                  <a:lnTo>
                    <a:pt x="2240068" y="3261152"/>
                  </a:lnTo>
                  <a:lnTo>
                    <a:pt x="2240163" y="3261152"/>
                  </a:lnTo>
                  <a:lnTo>
                    <a:pt x="2240257" y="3261152"/>
                  </a:lnTo>
                  <a:lnTo>
                    <a:pt x="2240257" y="3256241"/>
                  </a:lnTo>
                  <a:lnTo>
                    <a:pt x="2240351" y="3256241"/>
                  </a:lnTo>
                  <a:lnTo>
                    <a:pt x="2240445" y="3256241"/>
                  </a:lnTo>
                  <a:lnTo>
                    <a:pt x="2240539" y="3256241"/>
                  </a:lnTo>
                  <a:lnTo>
                    <a:pt x="2240633" y="3256241"/>
                  </a:lnTo>
                  <a:lnTo>
                    <a:pt x="2240727" y="3256241"/>
                  </a:lnTo>
                  <a:lnTo>
                    <a:pt x="2240822" y="3256241"/>
                  </a:lnTo>
                  <a:lnTo>
                    <a:pt x="2240916" y="3256241"/>
                  </a:lnTo>
                  <a:lnTo>
                    <a:pt x="2241010" y="3256241"/>
                  </a:lnTo>
                  <a:lnTo>
                    <a:pt x="2241104" y="3256241"/>
                  </a:lnTo>
                  <a:lnTo>
                    <a:pt x="2241198" y="3256241"/>
                  </a:lnTo>
                  <a:lnTo>
                    <a:pt x="2241292" y="3256241"/>
                  </a:lnTo>
                  <a:lnTo>
                    <a:pt x="2241387" y="3256241"/>
                  </a:lnTo>
                  <a:lnTo>
                    <a:pt x="2241481" y="3256241"/>
                  </a:lnTo>
                  <a:lnTo>
                    <a:pt x="2241575" y="3256241"/>
                  </a:lnTo>
                  <a:lnTo>
                    <a:pt x="2241669" y="3256241"/>
                  </a:lnTo>
                  <a:lnTo>
                    <a:pt x="2241763" y="3256241"/>
                  </a:lnTo>
                  <a:lnTo>
                    <a:pt x="2241857" y="3256241"/>
                  </a:lnTo>
                  <a:lnTo>
                    <a:pt x="2241951" y="3256241"/>
                  </a:lnTo>
                  <a:lnTo>
                    <a:pt x="2242046" y="3256241"/>
                  </a:lnTo>
                  <a:lnTo>
                    <a:pt x="2242140" y="3256241"/>
                  </a:lnTo>
                  <a:lnTo>
                    <a:pt x="2242234" y="3256241"/>
                  </a:lnTo>
                  <a:lnTo>
                    <a:pt x="2242328" y="3256241"/>
                  </a:lnTo>
                  <a:lnTo>
                    <a:pt x="2242422" y="3256241"/>
                  </a:lnTo>
                  <a:lnTo>
                    <a:pt x="2242516" y="3256241"/>
                  </a:lnTo>
                  <a:lnTo>
                    <a:pt x="2242610" y="3256241"/>
                  </a:lnTo>
                  <a:lnTo>
                    <a:pt x="2242705" y="3256241"/>
                  </a:lnTo>
                  <a:lnTo>
                    <a:pt x="2242799" y="3256241"/>
                  </a:lnTo>
                  <a:lnTo>
                    <a:pt x="2242893" y="3256241"/>
                  </a:lnTo>
                  <a:lnTo>
                    <a:pt x="2242987" y="3256241"/>
                  </a:lnTo>
                  <a:lnTo>
                    <a:pt x="2243081" y="3256241"/>
                  </a:lnTo>
                  <a:lnTo>
                    <a:pt x="2243175" y="3256241"/>
                  </a:lnTo>
                  <a:lnTo>
                    <a:pt x="2243270" y="3256241"/>
                  </a:lnTo>
                  <a:lnTo>
                    <a:pt x="2243364" y="3256241"/>
                  </a:lnTo>
                  <a:lnTo>
                    <a:pt x="2243458" y="3256241"/>
                  </a:lnTo>
                  <a:lnTo>
                    <a:pt x="2243458" y="3251330"/>
                  </a:lnTo>
                  <a:lnTo>
                    <a:pt x="2243552" y="3251330"/>
                  </a:lnTo>
                  <a:lnTo>
                    <a:pt x="2243552" y="3246418"/>
                  </a:lnTo>
                  <a:lnTo>
                    <a:pt x="2243646" y="3246418"/>
                  </a:lnTo>
                  <a:lnTo>
                    <a:pt x="2243740" y="3246418"/>
                  </a:lnTo>
                  <a:lnTo>
                    <a:pt x="2243834" y="3246418"/>
                  </a:lnTo>
                  <a:lnTo>
                    <a:pt x="2243929" y="3246418"/>
                  </a:lnTo>
                  <a:lnTo>
                    <a:pt x="2244023" y="3246418"/>
                  </a:lnTo>
                  <a:lnTo>
                    <a:pt x="2244117" y="3246418"/>
                  </a:lnTo>
                  <a:lnTo>
                    <a:pt x="2244211" y="3246418"/>
                  </a:lnTo>
                  <a:lnTo>
                    <a:pt x="2244305" y="3246418"/>
                  </a:lnTo>
                  <a:lnTo>
                    <a:pt x="2244399" y="3246418"/>
                  </a:lnTo>
                  <a:lnTo>
                    <a:pt x="2244494" y="3246418"/>
                  </a:lnTo>
                  <a:lnTo>
                    <a:pt x="2244588" y="3246418"/>
                  </a:lnTo>
                  <a:lnTo>
                    <a:pt x="2244682" y="3246418"/>
                  </a:lnTo>
                  <a:lnTo>
                    <a:pt x="2244776" y="3246418"/>
                  </a:lnTo>
                  <a:lnTo>
                    <a:pt x="2244870" y="3246418"/>
                  </a:lnTo>
                  <a:lnTo>
                    <a:pt x="2244964" y="3246418"/>
                  </a:lnTo>
                  <a:lnTo>
                    <a:pt x="2245058" y="3246418"/>
                  </a:lnTo>
                  <a:lnTo>
                    <a:pt x="2245153" y="3246418"/>
                  </a:lnTo>
                  <a:lnTo>
                    <a:pt x="2245247" y="3246418"/>
                  </a:lnTo>
                  <a:lnTo>
                    <a:pt x="2245341" y="3246418"/>
                  </a:lnTo>
                  <a:lnTo>
                    <a:pt x="2245435" y="3246418"/>
                  </a:lnTo>
                  <a:lnTo>
                    <a:pt x="2245529" y="3246418"/>
                  </a:lnTo>
                  <a:lnTo>
                    <a:pt x="2245623" y="3246418"/>
                  </a:lnTo>
                  <a:lnTo>
                    <a:pt x="2245718" y="3246418"/>
                  </a:lnTo>
                  <a:lnTo>
                    <a:pt x="2245812" y="3246418"/>
                  </a:lnTo>
                  <a:lnTo>
                    <a:pt x="2245906" y="3246418"/>
                  </a:lnTo>
                  <a:lnTo>
                    <a:pt x="2246000" y="3246418"/>
                  </a:lnTo>
                  <a:lnTo>
                    <a:pt x="2246094" y="3246418"/>
                  </a:lnTo>
                  <a:lnTo>
                    <a:pt x="2246188" y="3246418"/>
                  </a:lnTo>
                  <a:lnTo>
                    <a:pt x="2246282" y="3246418"/>
                  </a:lnTo>
                  <a:lnTo>
                    <a:pt x="2246377" y="3246418"/>
                  </a:lnTo>
                  <a:lnTo>
                    <a:pt x="2246471" y="3246418"/>
                  </a:lnTo>
                  <a:lnTo>
                    <a:pt x="2246565" y="3246418"/>
                  </a:lnTo>
                  <a:lnTo>
                    <a:pt x="2246659" y="3246418"/>
                  </a:lnTo>
                  <a:lnTo>
                    <a:pt x="2246753" y="3246418"/>
                  </a:lnTo>
                  <a:lnTo>
                    <a:pt x="2246847" y="3246418"/>
                  </a:lnTo>
                  <a:lnTo>
                    <a:pt x="2246941" y="3246418"/>
                  </a:lnTo>
                  <a:lnTo>
                    <a:pt x="2247036" y="3246418"/>
                  </a:lnTo>
                  <a:lnTo>
                    <a:pt x="2247036" y="3241507"/>
                  </a:lnTo>
                  <a:lnTo>
                    <a:pt x="2247130" y="3241507"/>
                  </a:lnTo>
                  <a:lnTo>
                    <a:pt x="2247224" y="3241507"/>
                  </a:lnTo>
                  <a:lnTo>
                    <a:pt x="2247318" y="3241507"/>
                  </a:lnTo>
                  <a:lnTo>
                    <a:pt x="2247412" y="3241507"/>
                  </a:lnTo>
                  <a:lnTo>
                    <a:pt x="2247506" y="3241507"/>
                  </a:lnTo>
                  <a:lnTo>
                    <a:pt x="2247601" y="3241507"/>
                  </a:lnTo>
                  <a:lnTo>
                    <a:pt x="2247695" y="3241507"/>
                  </a:lnTo>
                  <a:lnTo>
                    <a:pt x="2247789" y="3241507"/>
                  </a:lnTo>
                  <a:lnTo>
                    <a:pt x="2247883" y="3241507"/>
                  </a:lnTo>
                  <a:lnTo>
                    <a:pt x="2247977" y="3241507"/>
                  </a:lnTo>
                  <a:lnTo>
                    <a:pt x="2248071" y="3241507"/>
                  </a:lnTo>
                  <a:lnTo>
                    <a:pt x="2248165" y="3241507"/>
                  </a:lnTo>
                  <a:lnTo>
                    <a:pt x="2248260" y="3241507"/>
                  </a:lnTo>
                  <a:lnTo>
                    <a:pt x="2248354" y="3241507"/>
                  </a:lnTo>
                  <a:lnTo>
                    <a:pt x="2248448" y="3241507"/>
                  </a:lnTo>
                  <a:lnTo>
                    <a:pt x="2248542" y="3241507"/>
                  </a:lnTo>
                  <a:lnTo>
                    <a:pt x="2248636" y="3241507"/>
                  </a:lnTo>
                  <a:lnTo>
                    <a:pt x="2248730" y="3241507"/>
                  </a:lnTo>
                  <a:lnTo>
                    <a:pt x="2248825" y="3241507"/>
                  </a:lnTo>
                  <a:lnTo>
                    <a:pt x="2248919" y="3241507"/>
                  </a:lnTo>
                  <a:lnTo>
                    <a:pt x="2249013" y="3241507"/>
                  </a:lnTo>
                  <a:lnTo>
                    <a:pt x="2249107" y="3241507"/>
                  </a:lnTo>
                  <a:lnTo>
                    <a:pt x="2249201" y="3241507"/>
                  </a:lnTo>
                  <a:lnTo>
                    <a:pt x="2249295" y="3241507"/>
                  </a:lnTo>
                  <a:lnTo>
                    <a:pt x="2249389" y="3241507"/>
                  </a:lnTo>
                  <a:lnTo>
                    <a:pt x="2249484" y="3241507"/>
                  </a:lnTo>
                  <a:lnTo>
                    <a:pt x="2249578" y="3241507"/>
                  </a:lnTo>
                  <a:lnTo>
                    <a:pt x="2249672" y="3241507"/>
                  </a:lnTo>
                  <a:lnTo>
                    <a:pt x="2249766" y="3241507"/>
                  </a:lnTo>
                  <a:lnTo>
                    <a:pt x="2249860" y="3241507"/>
                  </a:lnTo>
                  <a:lnTo>
                    <a:pt x="2249954" y="3241507"/>
                  </a:lnTo>
                  <a:lnTo>
                    <a:pt x="2250049" y="3241507"/>
                  </a:lnTo>
                  <a:lnTo>
                    <a:pt x="2250143" y="3241507"/>
                  </a:lnTo>
                  <a:lnTo>
                    <a:pt x="2250237" y="3241507"/>
                  </a:lnTo>
                  <a:lnTo>
                    <a:pt x="2250331" y="3241507"/>
                  </a:lnTo>
                  <a:lnTo>
                    <a:pt x="2250425" y="3241507"/>
                  </a:lnTo>
                  <a:lnTo>
                    <a:pt x="2250519" y="3241507"/>
                  </a:lnTo>
                  <a:lnTo>
                    <a:pt x="2250613" y="3241507"/>
                  </a:lnTo>
                  <a:lnTo>
                    <a:pt x="2250708" y="3241507"/>
                  </a:lnTo>
                  <a:lnTo>
                    <a:pt x="2250802" y="3241507"/>
                  </a:lnTo>
                  <a:lnTo>
                    <a:pt x="2250896" y="3241507"/>
                  </a:lnTo>
                  <a:lnTo>
                    <a:pt x="2250990" y="3241507"/>
                  </a:lnTo>
                  <a:lnTo>
                    <a:pt x="2251084" y="3241507"/>
                  </a:lnTo>
                  <a:lnTo>
                    <a:pt x="2251178" y="3241507"/>
                  </a:lnTo>
                  <a:lnTo>
                    <a:pt x="2251272" y="3241507"/>
                  </a:lnTo>
                  <a:lnTo>
                    <a:pt x="2251272" y="3236596"/>
                  </a:lnTo>
                  <a:lnTo>
                    <a:pt x="2251367" y="3236596"/>
                  </a:lnTo>
                  <a:lnTo>
                    <a:pt x="2251461" y="3236596"/>
                  </a:lnTo>
                  <a:lnTo>
                    <a:pt x="2251555" y="3236596"/>
                  </a:lnTo>
                  <a:lnTo>
                    <a:pt x="2251649" y="3236596"/>
                  </a:lnTo>
                  <a:lnTo>
                    <a:pt x="2251743" y="3236596"/>
                  </a:lnTo>
                  <a:lnTo>
                    <a:pt x="2251837" y="3236596"/>
                  </a:lnTo>
                  <a:lnTo>
                    <a:pt x="2251932" y="3236596"/>
                  </a:lnTo>
                  <a:lnTo>
                    <a:pt x="2252026" y="3236596"/>
                  </a:lnTo>
                  <a:lnTo>
                    <a:pt x="2252120" y="3236596"/>
                  </a:lnTo>
                  <a:lnTo>
                    <a:pt x="2252214" y="3236596"/>
                  </a:lnTo>
                  <a:lnTo>
                    <a:pt x="2252308" y="3236596"/>
                  </a:lnTo>
                  <a:lnTo>
                    <a:pt x="2252402" y="3236596"/>
                  </a:lnTo>
                  <a:lnTo>
                    <a:pt x="2252496" y="3236596"/>
                  </a:lnTo>
                  <a:lnTo>
                    <a:pt x="2252591" y="3236596"/>
                  </a:lnTo>
                  <a:lnTo>
                    <a:pt x="2252685" y="3236596"/>
                  </a:lnTo>
                  <a:lnTo>
                    <a:pt x="2252779" y="3236596"/>
                  </a:lnTo>
                  <a:lnTo>
                    <a:pt x="2252873" y="3236596"/>
                  </a:lnTo>
                  <a:lnTo>
                    <a:pt x="2252967" y="3236596"/>
                  </a:lnTo>
                  <a:lnTo>
                    <a:pt x="2253061" y="3236596"/>
                  </a:lnTo>
                  <a:lnTo>
                    <a:pt x="2253156" y="3236596"/>
                  </a:lnTo>
                  <a:lnTo>
                    <a:pt x="2253250" y="3236596"/>
                  </a:lnTo>
                  <a:lnTo>
                    <a:pt x="2253344" y="3236596"/>
                  </a:lnTo>
                  <a:lnTo>
                    <a:pt x="2253438" y="3236596"/>
                  </a:lnTo>
                  <a:lnTo>
                    <a:pt x="2253532" y="3236596"/>
                  </a:lnTo>
                  <a:lnTo>
                    <a:pt x="2253626" y="3236596"/>
                  </a:lnTo>
                  <a:lnTo>
                    <a:pt x="2253720" y="3236596"/>
                  </a:lnTo>
                  <a:lnTo>
                    <a:pt x="2253815" y="3236596"/>
                  </a:lnTo>
                  <a:lnTo>
                    <a:pt x="2253909" y="3236596"/>
                  </a:lnTo>
                  <a:lnTo>
                    <a:pt x="2254003" y="3236596"/>
                  </a:lnTo>
                  <a:lnTo>
                    <a:pt x="2254097" y="3236596"/>
                  </a:lnTo>
                  <a:lnTo>
                    <a:pt x="2254191" y="3236596"/>
                  </a:lnTo>
                  <a:lnTo>
                    <a:pt x="2254285" y="3236596"/>
                  </a:lnTo>
                  <a:lnTo>
                    <a:pt x="2254380" y="3236596"/>
                  </a:lnTo>
                  <a:lnTo>
                    <a:pt x="2254474" y="3236596"/>
                  </a:lnTo>
                  <a:lnTo>
                    <a:pt x="2254568" y="3236596"/>
                  </a:lnTo>
                  <a:lnTo>
                    <a:pt x="2254662" y="3236596"/>
                  </a:lnTo>
                  <a:lnTo>
                    <a:pt x="2254756" y="3236596"/>
                  </a:lnTo>
                  <a:lnTo>
                    <a:pt x="2254850" y="3236596"/>
                  </a:lnTo>
                  <a:lnTo>
                    <a:pt x="2254944" y="3236596"/>
                  </a:lnTo>
                  <a:lnTo>
                    <a:pt x="2255039" y="3236596"/>
                  </a:lnTo>
                  <a:lnTo>
                    <a:pt x="2255133" y="3236596"/>
                  </a:lnTo>
                  <a:lnTo>
                    <a:pt x="2255227" y="3236596"/>
                  </a:lnTo>
                  <a:lnTo>
                    <a:pt x="2255321" y="3236596"/>
                  </a:lnTo>
                  <a:lnTo>
                    <a:pt x="2255415" y="3236596"/>
                  </a:lnTo>
                  <a:lnTo>
                    <a:pt x="2255509" y="3236596"/>
                  </a:lnTo>
                  <a:lnTo>
                    <a:pt x="2255603" y="3236596"/>
                  </a:lnTo>
                  <a:lnTo>
                    <a:pt x="2255698" y="3236596"/>
                  </a:lnTo>
                  <a:lnTo>
                    <a:pt x="2255792" y="3236596"/>
                  </a:lnTo>
                  <a:lnTo>
                    <a:pt x="2255886" y="3236596"/>
                  </a:lnTo>
                  <a:lnTo>
                    <a:pt x="2255980" y="3236596"/>
                  </a:lnTo>
                  <a:lnTo>
                    <a:pt x="2256074" y="3236596"/>
                  </a:lnTo>
                  <a:lnTo>
                    <a:pt x="2256168" y="3236596"/>
                  </a:lnTo>
                  <a:lnTo>
                    <a:pt x="2256263" y="3236596"/>
                  </a:lnTo>
                  <a:lnTo>
                    <a:pt x="2256357" y="3236596"/>
                  </a:lnTo>
                  <a:lnTo>
                    <a:pt x="2256451" y="3236596"/>
                  </a:lnTo>
                  <a:lnTo>
                    <a:pt x="2256545" y="3236596"/>
                  </a:lnTo>
                  <a:lnTo>
                    <a:pt x="2256639" y="3236596"/>
                  </a:lnTo>
                  <a:lnTo>
                    <a:pt x="2256733" y="3236596"/>
                  </a:lnTo>
                  <a:lnTo>
                    <a:pt x="2256827" y="3236596"/>
                  </a:lnTo>
                  <a:lnTo>
                    <a:pt x="2256922" y="3236596"/>
                  </a:lnTo>
                  <a:lnTo>
                    <a:pt x="2257016" y="3236596"/>
                  </a:lnTo>
                  <a:lnTo>
                    <a:pt x="2257016" y="3231684"/>
                  </a:lnTo>
                  <a:lnTo>
                    <a:pt x="2257110" y="3231684"/>
                  </a:lnTo>
                  <a:lnTo>
                    <a:pt x="2257204" y="3231684"/>
                  </a:lnTo>
                  <a:lnTo>
                    <a:pt x="2257298" y="3231684"/>
                  </a:lnTo>
                  <a:lnTo>
                    <a:pt x="2257392" y="3231684"/>
                  </a:lnTo>
                  <a:lnTo>
                    <a:pt x="2257487" y="3231684"/>
                  </a:lnTo>
                  <a:lnTo>
                    <a:pt x="2257581" y="3231684"/>
                  </a:lnTo>
                  <a:lnTo>
                    <a:pt x="2257675" y="3231684"/>
                  </a:lnTo>
                  <a:lnTo>
                    <a:pt x="2257769" y="3231684"/>
                  </a:lnTo>
                  <a:lnTo>
                    <a:pt x="2257863" y="3231684"/>
                  </a:lnTo>
                  <a:lnTo>
                    <a:pt x="2257957" y="3231684"/>
                  </a:lnTo>
                  <a:lnTo>
                    <a:pt x="2258051" y="3231684"/>
                  </a:lnTo>
                  <a:lnTo>
                    <a:pt x="2258146" y="3231684"/>
                  </a:lnTo>
                  <a:lnTo>
                    <a:pt x="2258240" y="3231684"/>
                  </a:lnTo>
                  <a:lnTo>
                    <a:pt x="2258334" y="3231684"/>
                  </a:lnTo>
                  <a:lnTo>
                    <a:pt x="2258428" y="3231684"/>
                  </a:lnTo>
                  <a:lnTo>
                    <a:pt x="2258522" y="3231684"/>
                  </a:lnTo>
                  <a:lnTo>
                    <a:pt x="2258616" y="3231684"/>
                  </a:lnTo>
                  <a:lnTo>
                    <a:pt x="2258616" y="3226773"/>
                  </a:lnTo>
                  <a:lnTo>
                    <a:pt x="2258711" y="3226773"/>
                  </a:lnTo>
                  <a:lnTo>
                    <a:pt x="2258805" y="3226773"/>
                  </a:lnTo>
                  <a:lnTo>
                    <a:pt x="2258899" y="3226773"/>
                  </a:lnTo>
                  <a:lnTo>
                    <a:pt x="2258993" y="3226773"/>
                  </a:lnTo>
                  <a:lnTo>
                    <a:pt x="2259087" y="3226773"/>
                  </a:lnTo>
                  <a:lnTo>
                    <a:pt x="2259181" y="3226773"/>
                  </a:lnTo>
                  <a:lnTo>
                    <a:pt x="2259275" y="3226773"/>
                  </a:lnTo>
                  <a:lnTo>
                    <a:pt x="2259370" y="3226773"/>
                  </a:lnTo>
                  <a:lnTo>
                    <a:pt x="2259464" y="3226773"/>
                  </a:lnTo>
                  <a:lnTo>
                    <a:pt x="2259558" y="3226773"/>
                  </a:lnTo>
                  <a:lnTo>
                    <a:pt x="2259652" y="3226773"/>
                  </a:lnTo>
                  <a:lnTo>
                    <a:pt x="2259746" y="3226773"/>
                  </a:lnTo>
                  <a:lnTo>
                    <a:pt x="2259840" y="3226773"/>
                  </a:lnTo>
                  <a:lnTo>
                    <a:pt x="2259934" y="3226773"/>
                  </a:lnTo>
                  <a:lnTo>
                    <a:pt x="2260029" y="3226773"/>
                  </a:lnTo>
                  <a:lnTo>
                    <a:pt x="2260123" y="3226773"/>
                  </a:lnTo>
                  <a:lnTo>
                    <a:pt x="2260217" y="3226773"/>
                  </a:lnTo>
                  <a:lnTo>
                    <a:pt x="2260311" y="3226773"/>
                  </a:lnTo>
                  <a:lnTo>
                    <a:pt x="2260405" y="3226773"/>
                  </a:lnTo>
                  <a:lnTo>
                    <a:pt x="2260499" y="3226773"/>
                  </a:lnTo>
                  <a:lnTo>
                    <a:pt x="2260594" y="3226773"/>
                  </a:lnTo>
                  <a:lnTo>
                    <a:pt x="2260688" y="3226773"/>
                  </a:lnTo>
                  <a:lnTo>
                    <a:pt x="2260782" y="3226773"/>
                  </a:lnTo>
                  <a:lnTo>
                    <a:pt x="2260782" y="3221861"/>
                  </a:lnTo>
                  <a:lnTo>
                    <a:pt x="2260876" y="3221861"/>
                  </a:lnTo>
                  <a:lnTo>
                    <a:pt x="2260970" y="3221861"/>
                  </a:lnTo>
                  <a:lnTo>
                    <a:pt x="2261064" y="3221861"/>
                  </a:lnTo>
                  <a:lnTo>
                    <a:pt x="2261158" y="3221861"/>
                  </a:lnTo>
                  <a:lnTo>
                    <a:pt x="2261253" y="3221861"/>
                  </a:lnTo>
                  <a:lnTo>
                    <a:pt x="2261347" y="3221861"/>
                  </a:lnTo>
                  <a:lnTo>
                    <a:pt x="2261441" y="3221861"/>
                  </a:lnTo>
                  <a:lnTo>
                    <a:pt x="2261535" y="3221861"/>
                  </a:lnTo>
                  <a:lnTo>
                    <a:pt x="2261629" y="3221861"/>
                  </a:lnTo>
                  <a:lnTo>
                    <a:pt x="2261723" y="3221861"/>
                  </a:lnTo>
                  <a:lnTo>
                    <a:pt x="2261818" y="3221861"/>
                  </a:lnTo>
                  <a:lnTo>
                    <a:pt x="2261912" y="3221861"/>
                  </a:lnTo>
                  <a:lnTo>
                    <a:pt x="2262006" y="3221861"/>
                  </a:lnTo>
                  <a:lnTo>
                    <a:pt x="2262100" y="3221861"/>
                  </a:lnTo>
                  <a:lnTo>
                    <a:pt x="2262194" y="3221861"/>
                  </a:lnTo>
                  <a:lnTo>
                    <a:pt x="2262288" y="3221861"/>
                  </a:lnTo>
                  <a:lnTo>
                    <a:pt x="2262382" y="3221861"/>
                  </a:lnTo>
                  <a:lnTo>
                    <a:pt x="2262477" y="3221861"/>
                  </a:lnTo>
                  <a:lnTo>
                    <a:pt x="2262571" y="3221861"/>
                  </a:lnTo>
                  <a:lnTo>
                    <a:pt x="2262665" y="3221861"/>
                  </a:lnTo>
                  <a:lnTo>
                    <a:pt x="2262759" y="3221861"/>
                  </a:lnTo>
                  <a:lnTo>
                    <a:pt x="2262853" y="3221861"/>
                  </a:lnTo>
                  <a:lnTo>
                    <a:pt x="2262947" y="3221861"/>
                  </a:lnTo>
                  <a:lnTo>
                    <a:pt x="2263042" y="3221861"/>
                  </a:lnTo>
                  <a:lnTo>
                    <a:pt x="2263136" y="3221861"/>
                  </a:lnTo>
                  <a:lnTo>
                    <a:pt x="2263230" y="3221861"/>
                  </a:lnTo>
                  <a:lnTo>
                    <a:pt x="2263324" y="3221861"/>
                  </a:lnTo>
                  <a:lnTo>
                    <a:pt x="2263418" y="3221861"/>
                  </a:lnTo>
                  <a:lnTo>
                    <a:pt x="2263512" y="3221861"/>
                  </a:lnTo>
                  <a:lnTo>
                    <a:pt x="2263606" y="3221861"/>
                  </a:lnTo>
                  <a:lnTo>
                    <a:pt x="2263701" y="3221861"/>
                  </a:lnTo>
                  <a:lnTo>
                    <a:pt x="2263795" y="3221861"/>
                  </a:lnTo>
                  <a:lnTo>
                    <a:pt x="2263889" y="3221861"/>
                  </a:lnTo>
                  <a:lnTo>
                    <a:pt x="2263983" y="3221861"/>
                  </a:lnTo>
                  <a:lnTo>
                    <a:pt x="2264077" y="3221861"/>
                  </a:lnTo>
                  <a:lnTo>
                    <a:pt x="2264171" y="3221861"/>
                  </a:lnTo>
                  <a:lnTo>
                    <a:pt x="2264265" y="3221861"/>
                  </a:lnTo>
                  <a:lnTo>
                    <a:pt x="2264360" y="3221861"/>
                  </a:lnTo>
                  <a:lnTo>
                    <a:pt x="2264454" y="3221861"/>
                  </a:lnTo>
                  <a:lnTo>
                    <a:pt x="2264548" y="3221861"/>
                  </a:lnTo>
                  <a:lnTo>
                    <a:pt x="2264642" y="3221861"/>
                  </a:lnTo>
                  <a:lnTo>
                    <a:pt x="2264736" y="3221861"/>
                  </a:lnTo>
                  <a:lnTo>
                    <a:pt x="2264830" y="3221861"/>
                  </a:lnTo>
                  <a:lnTo>
                    <a:pt x="2264925" y="3221861"/>
                  </a:lnTo>
                  <a:lnTo>
                    <a:pt x="2265019" y="3221861"/>
                  </a:lnTo>
                  <a:lnTo>
                    <a:pt x="2265113" y="3221861"/>
                  </a:lnTo>
                  <a:lnTo>
                    <a:pt x="2265207" y="3221861"/>
                  </a:lnTo>
                  <a:lnTo>
                    <a:pt x="2265301" y="3221861"/>
                  </a:lnTo>
                  <a:lnTo>
                    <a:pt x="2265395" y="3221861"/>
                  </a:lnTo>
                  <a:lnTo>
                    <a:pt x="2265489" y="3221861"/>
                  </a:lnTo>
                  <a:lnTo>
                    <a:pt x="2265584" y="3221861"/>
                  </a:lnTo>
                  <a:lnTo>
                    <a:pt x="2265678" y="3221861"/>
                  </a:lnTo>
                  <a:lnTo>
                    <a:pt x="2265772" y="3221861"/>
                  </a:lnTo>
                  <a:lnTo>
                    <a:pt x="2265866" y="3221861"/>
                  </a:lnTo>
                  <a:lnTo>
                    <a:pt x="2265960" y="3221861"/>
                  </a:lnTo>
                  <a:lnTo>
                    <a:pt x="2266054" y="3221861"/>
                  </a:lnTo>
                  <a:lnTo>
                    <a:pt x="2266149" y="3221861"/>
                  </a:lnTo>
                  <a:lnTo>
                    <a:pt x="2266243" y="3221861"/>
                  </a:lnTo>
                  <a:lnTo>
                    <a:pt x="2266337" y="3221861"/>
                  </a:lnTo>
                  <a:lnTo>
                    <a:pt x="2266431" y="3221861"/>
                  </a:lnTo>
                  <a:lnTo>
                    <a:pt x="2266525" y="3221861"/>
                  </a:lnTo>
                  <a:lnTo>
                    <a:pt x="2266525" y="3216950"/>
                  </a:lnTo>
                  <a:lnTo>
                    <a:pt x="2266619" y="3216950"/>
                  </a:lnTo>
                  <a:lnTo>
                    <a:pt x="2266713" y="3216950"/>
                  </a:lnTo>
                  <a:lnTo>
                    <a:pt x="2266808" y="3216950"/>
                  </a:lnTo>
                  <a:lnTo>
                    <a:pt x="2266902" y="3216950"/>
                  </a:lnTo>
                  <a:lnTo>
                    <a:pt x="2266996" y="3216950"/>
                  </a:lnTo>
                  <a:lnTo>
                    <a:pt x="2267090" y="3216950"/>
                  </a:lnTo>
                  <a:lnTo>
                    <a:pt x="2267184" y="3216950"/>
                  </a:lnTo>
                  <a:lnTo>
                    <a:pt x="2267278" y="3216950"/>
                  </a:lnTo>
                  <a:lnTo>
                    <a:pt x="2267373" y="3216950"/>
                  </a:lnTo>
                  <a:lnTo>
                    <a:pt x="2267467" y="3216950"/>
                  </a:lnTo>
                  <a:lnTo>
                    <a:pt x="2267561" y="3216950"/>
                  </a:lnTo>
                  <a:lnTo>
                    <a:pt x="2267655" y="3216950"/>
                  </a:lnTo>
                  <a:lnTo>
                    <a:pt x="2267749" y="3216950"/>
                  </a:lnTo>
                  <a:lnTo>
                    <a:pt x="2267843" y="3216950"/>
                  </a:lnTo>
                  <a:lnTo>
                    <a:pt x="2267937" y="3216950"/>
                  </a:lnTo>
                  <a:lnTo>
                    <a:pt x="2268032" y="3216950"/>
                  </a:lnTo>
                  <a:lnTo>
                    <a:pt x="2268126" y="3216950"/>
                  </a:lnTo>
                  <a:lnTo>
                    <a:pt x="2268220" y="3216950"/>
                  </a:lnTo>
                  <a:lnTo>
                    <a:pt x="2268314" y="3216950"/>
                  </a:lnTo>
                  <a:lnTo>
                    <a:pt x="2268408" y="3216950"/>
                  </a:lnTo>
                  <a:lnTo>
                    <a:pt x="2268502" y="3216950"/>
                  </a:lnTo>
                  <a:lnTo>
                    <a:pt x="2268596" y="3216950"/>
                  </a:lnTo>
                  <a:lnTo>
                    <a:pt x="2268691" y="3216950"/>
                  </a:lnTo>
                  <a:lnTo>
                    <a:pt x="2268785" y="3216950"/>
                  </a:lnTo>
                  <a:lnTo>
                    <a:pt x="2268879" y="3216950"/>
                  </a:lnTo>
                  <a:lnTo>
                    <a:pt x="2268973" y="3216950"/>
                  </a:lnTo>
                  <a:lnTo>
                    <a:pt x="2269067" y="3216950"/>
                  </a:lnTo>
                  <a:lnTo>
                    <a:pt x="2269161" y="3216950"/>
                  </a:lnTo>
                  <a:lnTo>
                    <a:pt x="2269256" y="3216950"/>
                  </a:lnTo>
                  <a:lnTo>
                    <a:pt x="2269350" y="3216950"/>
                  </a:lnTo>
                  <a:lnTo>
                    <a:pt x="2269444" y="3216950"/>
                  </a:lnTo>
                  <a:lnTo>
                    <a:pt x="2269538" y="3216950"/>
                  </a:lnTo>
                  <a:lnTo>
                    <a:pt x="2269538" y="3212039"/>
                  </a:lnTo>
                  <a:lnTo>
                    <a:pt x="2269632" y="3212039"/>
                  </a:lnTo>
                  <a:lnTo>
                    <a:pt x="2269726" y="3212039"/>
                  </a:lnTo>
                  <a:lnTo>
                    <a:pt x="2269820" y="3212039"/>
                  </a:lnTo>
                  <a:lnTo>
                    <a:pt x="2269915" y="3212039"/>
                  </a:lnTo>
                  <a:lnTo>
                    <a:pt x="2270009" y="3212039"/>
                  </a:lnTo>
                  <a:lnTo>
                    <a:pt x="2270103" y="3212039"/>
                  </a:lnTo>
                  <a:lnTo>
                    <a:pt x="2270197" y="3212039"/>
                  </a:lnTo>
                  <a:lnTo>
                    <a:pt x="2270291" y="3212039"/>
                  </a:lnTo>
                  <a:lnTo>
                    <a:pt x="2270385" y="3212039"/>
                  </a:lnTo>
                  <a:lnTo>
                    <a:pt x="2270480" y="3212039"/>
                  </a:lnTo>
                  <a:lnTo>
                    <a:pt x="2270574" y="3212039"/>
                  </a:lnTo>
                  <a:lnTo>
                    <a:pt x="2270668" y="3212039"/>
                  </a:lnTo>
                  <a:lnTo>
                    <a:pt x="2270762" y="3212039"/>
                  </a:lnTo>
                  <a:lnTo>
                    <a:pt x="2270856" y="3212039"/>
                  </a:lnTo>
                  <a:lnTo>
                    <a:pt x="2270950" y="3212039"/>
                  </a:lnTo>
                  <a:lnTo>
                    <a:pt x="2271044" y="3212039"/>
                  </a:lnTo>
                  <a:lnTo>
                    <a:pt x="2271139" y="3212039"/>
                  </a:lnTo>
                  <a:lnTo>
                    <a:pt x="2271233" y="3212039"/>
                  </a:lnTo>
                  <a:lnTo>
                    <a:pt x="2271327" y="3212039"/>
                  </a:lnTo>
                  <a:lnTo>
                    <a:pt x="2271421" y="3212039"/>
                  </a:lnTo>
                  <a:lnTo>
                    <a:pt x="2271515" y="3212039"/>
                  </a:lnTo>
                  <a:lnTo>
                    <a:pt x="2271609" y="3212039"/>
                  </a:lnTo>
                  <a:lnTo>
                    <a:pt x="2271704" y="3212039"/>
                  </a:lnTo>
                  <a:lnTo>
                    <a:pt x="2271798" y="3212039"/>
                  </a:lnTo>
                  <a:lnTo>
                    <a:pt x="2271798" y="3207127"/>
                  </a:lnTo>
                  <a:lnTo>
                    <a:pt x="2271892" y="3207127"/>
                  </a:lnTo>
                  <a:lnTo>
                    <a:pt x="2271986" y="3207127"/>
                  </a:lnTo>
                  <a:lnTo>
                    <a:pt x="2272080" y="3207127"/>
                  </a:lnTo>
                  <a:lnTo>
                    <a:pt x="2272174" y="3207127"/>
                  </a:lnTo>
                  <a:lnTo>
                    <a:pt x="2272268" y="3207127"/>
                  </a:lnTo>
                  <a:lnTo>
                    <a:pt x="2272363" y="3207127"/>
                  </a:lnTo>
                  <a:lnTo>
                    <a:pt x="2272457" y="3207127"/>
                  </a:lnTo>
                  <a:lnTo>
                    <a:pt x="2272551" y="3207127"/>
                  </a:lnTo>
                  <a:lnTo>
                    <a:pt x="2272645" y="3207127"/>
                  </a:lnTo>
                  <a:lnTo>
                    <a:pt x="2272739" y="3207127"/>
                  </a:lnTo>
                  <a:lnTo>
                    <a:pt x="2272833" y="3207127"/>
                  </a:lnTo>
                  <a:lnTo>
                    <a:pt x="2272927" y="3207127"/>
                  </a:lnTo>
                  <a:lnTo>
                    <a:pt x="2273022" y="3207127"/>
                  </a:lnTo>
                  <a:lnTo>
                    <a:pt x="2273116" y="3207127"/>
                  </a:lnTo>
                  <a:lnTo>
                    <a:pt x="2273210" y="3207127"/>
                  </a:lnTo>
                  <a:lnTo>
                    <a:pt x="2273304" y="3207127"/>
                  </a:lnTo>
                  <a:lnTo>
                    <a:pt x="2273398" y="3207127"/>
                  </a:lnTo>
                  <a:lnTo>
                    <a:pt x="2273492" y="3207127"/>
                  </a:lnTo>
                  <a:lnTo>
                    <a:pt x="2273587" y="3207127"/>
                  </a:lnTo>
                  <a:lnTo>
                    <a:pt x="2273681" y="3207127"/>
                  </a:lnTo>
                  <a:lnTo>
                    <a:pt x="2273775" y="3207127"/>
                  </a:lnTo>
                  <a:lnTo>
                    <a:pt x="2273869" y="3207127"/>
                  </a:lnTo>
                  <a:lnTo>
                    <a:pt x="2273963" y="3207127"/>
                  </a:lnTo>
                  <a:lnTo>
                    <a:pt x="2274057" y="3207127"/>
                  </a:lnTo>
                  <a:lnTo>
                    <a:pt x="2274151" y="3207127"/>
                  </a:lnTo>
                  <a:lnTo>
                    <a:pt x="2274246" y="3207127"/>
                  </a:lnTo>
                  <a:lnTo>
                    <a:pt x="2274340" y="3207127"/>
                  </a:lnTo>
                  <a:lnTo>
                    <a:pt x="2274434" y="3207127"/>
                  </a:lnTo>
                  <a:lnTo>
                    <a:pt x="2274528" y="3207127"/>
                  </a:lnTo>
                  <a:lnTo>
                    <a:pt x="2274622" y="3207127"/>
                  </a:lnTo>
                  <a:lnTo>
                    <a:pt x="2274716" y="3207127"/>
                  </a:lnTo>
                  <a:lnTo>
                    <a:pt x="2274811" y="3207127"/>
                  </a:lnTo>
                  <a:lnTo>
                    <a:pt x="2274905" y="3207127"/>
                  </a:lnTo>
                  <a:lnTo>
                    <a:pt x="2274999" y="3207127"/>
                  </a:lnTo>
                  <a:lnTo>
                    <a:pt x="2275093" y="3207127"/>
                  </a:lnTo>
                  <a:lnTo>
                    <a:pt x="2275187" y="3207127"/>
                  </a:lnTo>
                  <a:lnTo>
                    <a:pt x="2275281" y="3207127"/>
                  </a:lnTo>
                  <a:lnTo>
                    <a:pt x="2275375" y="3207127"/>
                  </a:lnTo>
                  <a:lnTo>
                    <a:pt x="2275470" y="3207127"/>
                  </a:lnTo>
                  <a:lnTo>
                    <a:pt x="2275564" y="3207127"/>
                  </a:lnTo>
                  <a:lnTo>
                    <a:pt x="2275658" y="3207127"/>
                  </a:lnTo>
                  <a:lnTo>
                    <a:pt x="2275752" y="3207127"/>
                  </a:lnTo>
                  <a:lnTo>
                    <a:pt x="2275846" y="3207127"/>
                  </a:lnTo>
                  <a:lnTo>
                    <a:pt x="2275940" y="3207127"/>
                  </a:lnTo>
                  <a:lnTo>
                    <a:pt x="2276035" y="3207127"/>
                  </a:lnTo>
                  <a:lnTo>
                    <a:pt x="2276129" y="3207127"/>
                  </a:lnTo>
                  <a:lnTo>
                    <a:pt x="2276223" y="3207127"/>
                  </a:lnTo>
                  <a:lnTo>
                    <a:pt x="2276317" y="3207127"/>
                  </a:lnTo>
                  <a:lnTo>
                    <a:pt x="2276411" y="3207127"/>
                  </a:lnTo>
                  <a:lnTo>
                    <a:pt x="2276505" y="3207127"/>
                  </a:lnTo>
                  <a:lnTo>
                    <a:pt x="2276599" y="3207127"/>
                  </a:lnTo>
                  <a:lnTo>
                    <a:pt x="2276694" y="3207127"/>
                  </a:lnTo>
                  <a:lnTo>
                    <a:pt x="2276788" y="3207127"/>
                  </a:lnTo>
                  <a:lnTo>
                    <a:pt x="2276882" y="3207127"/>
                  </a:lnTo>
                  <a:lnTo>
                    <a:pt x="2276976" y="3207127"/>
                  </a:lnTo>
                  <a:lnTo>
                    <a:pt x="2277070" y="3207127"/>
                  </a:lnTo>
                  <a:lnTo>
                    <a:pt x="2277164" y="3207127"/>
                  </a:lnTo>
                  <a:lnTo>
                    <a:pt x="2277258" y="3207127"/>
                  </a:lnTo>
                  <a:lnTo>
                    <a:pt x="2277353" y="3207127"/>
                  </a:lnTo>
                  <a:lnTo>
                    <a:pt x="2277447" y="3207127"/>
                  </a:lnTo>
                  <a:lnTo>
                    <a:pt x="2277541" y="3207127"/>
                  </a:lnTo>
                  <a:lnTo>
                    <a:pt x="2277635" y="3207127"/>
                  </a:lnTo>
                  <a:lnTo>
                    <a:pt x="2277729" y="3207127"/>
                  </a:lnTo>
                  <a:lnTo>
                    <a:pt x="2277823" y="3207127"/>
                  </a:lnTo>
                  <a:lnTo>
                    <a:pt x="2277918" y="3207127"/>
                  </a:lnTo>
                  <a:lnTo>
                    <a:pt x="2278012" y="3207127"/>
                  </a:lnTo>
                  <a:lnTo>
                    <a:pt x="2278106" y="3207127"/>
                  </a:lnTo>
                  <a:lnTo>
                    <a:pt x="2278200" y="3207127"/>
                  </a:lnTo>
                  <a:lnTo>
                    <a:pt x="2278294" y="3207127"/>
                  </a:lnTo>
                  <a:lnTo>
                    <a:pt x="2278388" y="3207127"/>
                  </a:lnTo>
                  <a:lnTo>
                    <a:pt x="2278482" y="3207127"/>
                  </a:lnTo>
                  <a:lnTo>
                    <a:pt x="2278577" y="3207127"/>
                  </a:lnTo>
                  <a:lnTo>
                    <a:pt x="2278671" y="3207127"/>
                  </a:lnTo>
                  <a:lnTo>
                    <a:pt x="2278765" y="3207127"/>
                  </a:lnTo>
                  <a:lnTo>
                    <a:pt x="2278859" y="3207127"/>
                  </a:lnTo>
                  <a:lnTo>
                    <a:pt x="2278953" y="3207127"/>
                  </a:lnTo>
                  <a:lnTo>
                    <a:pt x="2279047" y="3207127"/>
                  </a:lnTo>
                  <a:lnTo>
                    <a:pt x="2279142" y="3207127"/>
                  </a:lnTo>
                  <a:lnTo>
                    <a:pt x="2279236" y="3207127"/>
                  </a:lnTo>
                  <a:lnTo>
                    <a:pt x="2279330" y="3207127"/>
                  </a:lnTo>
                  <a:lnTo>
                    <a:pt x="2279424" y="3207127"/>
                  </a:lnTo>
                  <a:lnTo>
                    <a:pt x="2279518" y="3207127"/>
                  </a:lnTo>
                  <a:lnTo>
                    <a:pt x="2279612" y="3207127"/>
                  </a:lnTo>
                  <a:lnTo>
                    <a:pt x="2279706" y="3207127"/>
                  </a:lnTo>
                  <a:lnTo>
                    <a:pt x="2279801" y="3207127"/>
                  </a:lnTo>
                  <a:lnTo>
                    <a:pt x="2279895" y="3207127"/>
                  </a:lnTo>
                  <a:lnTo>
                    <a:pt x="2279989" y="3207127"/>
                  </a:lnTo>
                  <a:lnTo>
                    <a:pt x="2280083" y="3207127"/>
                  </a:lnTo>
                  <a:lnTo>
                    <a:pt x="2280177" y="3207127"/>
                  </a:lnTo>
                  <a:lnTo>
                    <a:pt x="2280271" y="3207127"/>
                  </a:lnTo>
                  <a:lnTo>
                    <a:pt x="2280366" y="3207127"/>
                  </a:lnTo>
                  <a:lnTo>
                    <a:pt x="2280460" y="3207127"/>
                  </a:lnTo>
                  <a:lnTo>
                    <a:pt x="2280554" y="3207127"/>
                  </a:lnTo>
                  <a:lnTo>
                    <a:pt x="2280648" y="3207127"/>
                  </a:lnTo>
                  <a:lnTo>
                    <a:pt x="2280742" y="3207127"/>
                  </a:lnTo>
                  <a:lnTo>
                    <a:pt x="2280836" y="3207127"/>
                  </a:lnTo>
                  <a:lnTo>
                    <a:pt x="2280930" y="3207127"/>
                  </a:lnTo>
                  <a:lnTo>
                    <a:pt x="2281025" y="3207127"/>
                  </a:lnTo>
                  <a:lnTo>
                    <a:pt x="2281119" y="3207127"/>
                  </a:lnTo>
                  <a:lnTo>
                    <a:pt x="2281213" y="3207127"/>
                  </a:lnTo>
                  <a:lnTo>
                    <a:pt x="2281307" y="3207127"/>
                  </a:lnTo>
                  <a:lnTo>
                    <a:pt x="2281401" y="3207127"/>
                  </a:lnTo>
                  <a:lnTo>
                    <a:pt x="2281495" y="3207127"/>
                  </a:lnTo>
                  <a:lnTo>
                    <a:pt x="2281589" y="3207127"/>
                  </a:lnTo>
                  <a:lnTo>
                    <a:pt x="2281684" y="3207127"/>
                  </a:lnTo>
                  <a:lnTo>
                    <a:pt x="2281778" y="3207127"/>
                  </a:lnTo>
                  <a:lnTo>
                    <a:pt x="2281872" y="3207127"/>
                  </a:lnTo>
                  <a:lnTo>
                    <a:pt x="2281966" y="3207127"/>
                  </a:lnTo>
                  <a:lnTo>
                    <a:pt x="2282060" y="3207127"/>
                  </a:lnTo>
                  <a:lnTo>
                    <a:pt x="2282154" y="3207127"/>
                  </a:lnTo>
                  <a:lnTo>
                    <a:pt x="2282249" y="3207127"/>
                  </a:lnTo>
                  <a:lnTo>
                    <a:pt x="2282343" y="3207127"/>
                  </a:lnTo>
                  <a:lnTo>
                    <a:pt x="2282437" y="3207127"/>
                  </a:lnTo>
                  <a:lnTo>
                    <a:pt x="2282531" y="3207127"/>
                  </a:lnTo>
                  <a:lnTo>
                    <a:pt x="2282625" y="3207127"/>
                  </a:lnTo>
                  <a:lnTo>
                    <a:pt x="2282719" y="3207127"/>
                  </a:lnTo>
                  <a:lnTo>
                    <a:pt x="2282813" y="3207127"/>
                  </a:lnTo>
                  <a:lnTo>
                    <a:pt x="2282908" y="3207127"/>
                  </a:lnTo>
                  <a:lnTo>
                    <a:pt x="2283002" y="3207127"/>
                  </a:lnTo>
                  <a:lnTo>
                    <a:pt x="2283002" y="3202216"/>
                  </a:lnTo>
                  <a:lnTo>
                    <a:pt x="2283096" y="3202216"/>
                  </a:lnTo>
                  <a:lnTo>
                    <a:pt x="2283190" y="3202216"/>
                  </a:lnTo>
                  <a:lnTo>
                    <a:pt x="2283284" y="3202216"/>
                  </a:lnTo>
                  <a:lnTo>
                    <a:pt x="2283378" y="3202216"/>
                  </a:lnTo>
                  <a:lnTo>
                    <a:pt x="2283473" y="3202216"/>
                  </a:lnTo>
                  <a:lnTo>
                    <a:pt x="2283567" y="3202216"/>
                  </a:lnTo>
                  <a:lnTo>
                    <a:pt x="2283661" y="3202216"/>
                  </a:lnTo>
                  <a:lnTo>
                    <a:pt x="2283755" y="3202216"/>
                  </a:lnTo>
                  <a:lnTo>
                    <a:pt x="2283849" y="3202216"/>
                  </a:lnTo>
                  <a:lnTo>
                    <a:pt x="2283943" y="3202216"/>
                  </a:lnTo>
                  <a:lnTo>
                    <a:pt x="2284037" y="3202216"/>
                  </a:lnTo>
                  <a:lnTo>
                    <a:pt x="2284132" y="3202216"/>
                  </a:lnTo>
                  <a:lnTo>
                    <a:pt x="2284226" y="3202216"/>
                  </a:lnTo>
                  <a:lnTo>
                    <a:pt x="2284320" y="3202216"/>
                  </a:lnTo>
                  <a:lnTo>
                    <a:pt x="2284414" y="3202216"/>
                  </a:lnTo>
                  <a:lnTo>
                    <a:pt x="2284508" y="3202216"/>
                  </a:lnTo>
                  <a:lnTo>
                    <a:pt x="2284602" y="3202216"/>
                  </a:lnTo>
                  <a:lnTo>
                    <a:pt x="2284697" y="3202216"/>
                  </a:lnTo>
                  <a:lnTo>
                    <a:pt x="2284791" y="3202216"/>
                  </a:lnTo>
                  <a:lnTo>
                    <a:pt x="2284885" y="3202216"/>
                  </a:lnTo>
                  <a:lnTo>
                    <a:pt x="2284979" y="3202216"/>
                  </a:lnTo>
                  <a:lnTo>
                    <a:pt x="2285073" y="3202216"/>
                  </a:lnTo>
                  <a:lnTo>
                    <a:pt x="2285167" y="3202216"/>
                  </a:lnTo>
                  <a:lnTo>
                    <a:pt x="2285261" y="3202216"/>
                  </a:lnTo>
                  <a:lnTo>
                    <a:pt x="2285356" y="3202216"/>
                  </a:lnTo>
                  <a:lnTo>
                    <a:pt x="2285450" y="3202216"/>
                  </a:lnTo>
                  <a:lnTo>
                    <a:pt x="2285544" y="3202216"/>
                  </a:lnTo>
                  <a:lnTo>
                    <a:pt x="2285638" y="3202216"/>
                  </a:lnTo>
                  <a:lnTo>
                    <a:pt x="2285732" y="3202216"/>
                  </a:lnTo>
                  <a:lnTo>
                    <a:pt x="2285826" y="3202216"/>
                  </a:lnTo>
                  <a:lnTo>
                    <a:pt x="2285920" y="3202216"/>
                  </a:lnTo>
                  <a:lnTo>
                    <a:pt x="2286015" y="3202216"/>
                  </a:lnTo>
                  <a:lnTo>
                    <a:pt x="2286109" y="3202216"/>
                  </a:lnTo>
                  <a:lnTo>
                    <a:pt x="2286203" y="3202216"/>
                  </a:lnTo>
                  <a:lnTo>
                    <a:pt x="2286297" y="3202216"/>
                  </a:lnTo>
                  <a:lnTo>
                    <a:pt x="2286391" y="3202216"/>
                  </a:lnTo>
                  <a:lnTo>
                    <a:pt x="2286485" y="3202216"/>
                  </a:lnTo>
                  <a:lnTo>
                    <a:pt x="2286580" y="3202216"/>
                  </a:lnTo>
                  <a:lnTo>
                    <a:pt x="2286674" y="3202216"/>
                  </a:lnTo>
                  <a:lnTo>
                    <a:pt x="2286768" y="3202216"/>
                  </a:lnTo>
                  <a:lnTo>
                    <a:pt x="2286862" y="3202216"/>
                  </a:lnTo>
                  <a:lnTo>
                    <a:pt x="2286956" y="3202216"/>
                  </a:lnTo>
                  <a:lnTo>
                    <a:pt x="2287050" y="3202216"/>
                  </a:lnTo>
                  <a:lnTo>
                    <a:pt x="2287144" y="3202216"/>
                  </a:lnTo>
                  <a:lnTo>
                    <a:pt x="2287239" y="3202216"/>
                  </a:lnTo>
                  <a:lnTo>
                    <a:pt x="2287333" y="3202216"/>
                  </a:lnTo>
                  <a:lnTo>
                    <a:pt x="2287427" y="3202216"/>
                  </a:lnTo>
                  <a:lnTo>
                    <a:pt x="2287521" y="3202216"/>
                  </a:lnTo>
                  <a:lnTo>
                    <a:pt x="2287615" y="3202216"/>
                  </a:lnTo>
                  <a:lnTo>
                    <a:pt x="2287709" y="3202216"/>
                  </a:lnTo>
                  <a:lnTo>
                    <a:pt x="2287804" y="3202216"/>
                  </a:lnTo>
                  <a:lnTo>
                    <a:pt x="2287898" y="3202216"/>
                  </a:lnTo>
                  <a:lnTo>
                    <a:pt x="2287992" y="3202216"/>
                  </a:lnTo>
                  <a:lnTo>
                    <a:pt x="2288086" y="3202216"/>
                  </a:lnTo>
                  <a:lnTo>
                    <a:pt x="2288180" y="3202216"/>
                  </a:lnTo>
                  <a:lnTo>
                    <a:pt x="2288274" y="3202216"/>
                  </a:lnTo>
                  <a:lnTo>
                    <a:pt x="2288368" y="3202216"/>
                  </a:lnTo>
                  <a:lnTo>
                    <a:pt x="2288463" y="3202216"/>
                  </a:lnTo>
                  <a:lnTo>
                    <a:pt x="2288557" y="3202216"/>
                  </a:lnTo>
                  <a:lnTo>
                    <a:pt x="2288557" y="3197305"/>
                  </a:lnTo>
                  <a:lnTo>
                    <a:pt x="2288651" y="3197305"/>
                  </a:lnTo>
                  <a:lnTo>
                    <a:pt x="2288745" y="3197305"/>
                  </a:lnTo>
                  <a:lnTo>
                    <a:pt x="2288839" y="3197305"/>
                  </a:lnTo>
                  <a:lnTo>
                    <a:pt x="2288933" y="3197305"/>
                  </a:lnTo>
                  <a:lnTo>
                    <a:pt x="2289028" y="3197305"/>
                  </a:lnTo>
                  <a:lnTo>
                    <a:pt x="2289122" y="3197305"/>
                  </a:lnTo>
                  <a:lnTo>
                    <a:pt x="2289216" y="3197305"/>
                  </a:lnTo>
                  <a:lnTo>
                    <a:pt x="2289310" y="3197305"/>
                  </a:lnTo>
                  <a:lnTo>
                    <a:pt x="2289404" y="3197305"/>
                  </a:lnTo>
                  <a:lnTo>
                    <a:pt x="2289498" y="3197305"/>
                  </a:lnTo>
                  <a:lnTo>
                    <a:pt x="2289592" y="3197305"/>
                  </a:lnTo>
                  <a:lnTo>
                    <a:pt x="2289687" y="3197305"/>
                  </a:lnTo>
                  <a:lnTo>
                    <a:pt x="2289781" y="3197305"/>
                  </a:lnTo>
                  <a:lnTo>
                    <a:pt x="2289875" y="3197305"/>
                  </a:lnTo>
                  <a:lnTo>
                    <a:pt x="2289969" y="3197305"/>
                  </a:lnTo>
                  <a:lnTo>
                    <a:pt x="2290063" y="3197305"/>
                  </a:lnTo>
                  <a:lnTo>
                    <a:pt x="2290157" y="3197305"/>
                  </a:lnTo>
                  <a:lnTo>
                    <a:pt x="2290251" y="3197305"/>
                  </a:lnTo>
                  <a:lnTo>
                    <a:pt x="2290346" y="3197305"/>
                  </a:lnTo>
                  <a:lnTo>
                    <a:pt x="2290440" y="3197305"/>
                  </a:lnTo>
                  <a:lnTo>
                    <a:pt x="2290534" y="3197305"/>
                  </a:lnTo>
                  <a:lnTo>
                    <a:pt x="2290628" y="3197305"/>
                  </a:lnTo>
                  <a:lnTo>
                    <a:pt x="2290722" y="3197305"/>
                  </a:lnTo>
                  <a:lnTo>
                    <a:pt x="2290816" y="3197305"/>
                  </a:lnTo>
                  <a:lnTo>
                    <a:pt x="2290911" y="3197305"/>
                  </a:lnTo>
                  <a:lnTo>
                    <a:pt x="2291005" y="3197305"/>
                  </a:lnTo>
                  <a:lnTo>
                    <a:pt x="2291099" y="3197305"/>
                  </a:lnTo>
                  <a:lnTo>
                    <a:pt x="2291193" y="3197305"/>
                  </a:lnTo>
                  <a:lnTo>
                    <a:pt x="2291287" y="3197305"/>
                  </a:lnTo>
                  <a:lnTo>
                    <a:pt x="2291381" y="3197305"/>
                  </a:lnTo>
                  <a:lnTo>
                    <a:pt x="2291475" y="3197305"/>
                  </a:lnTo>
                  <a:lnTo>
                    <a:pt x="2291570" y="3197305"/>
                  </a:lnTo>
                  <a:lnTo>
                    <a:pt x="2291664" y="3197305"/>
                  </a:lnTo>
                  <a:lnTo>
                    <a:pt x="2291758" y="3197305"/>
                  </a:lnTo>
                  <a:lnTo>
                    <a:pt x="2291852" y="3197305"/>
                  </a:lnTo>
                  <a:lnTo>
                    <a:pt x="2291946" y="3197305"/>
                  </a:lnTo>
                  <a:lnTo>
                    <a:pt x="2292040" y="3197305"/>
                  </a:lnTo>
                  <a:lnTo>
                    <a:pt x="2292135" y="3197305"/>
                  </a:lnTo>
                  <a:lnTo>
                    <a:pt x="2292229" y="3197305"/>
                  </a:lnTo>
                  <a:lnTo>
                    <a:pt x="2292323" y="3197305"/>
                  </a:lnTo>
                  <a:lnTo>
                    <a:pt x="2292417" y="3197305"/>
                  </a:lnTo>
                  <a:lnTo>
                    <a:pt x="2292511" y="3197305"/>
                  </a:lnTo>
                  <a:lnTo>
                    <a:pt x="2292605" y="3197305"/>
                  </a:lnTo>
                  <a:lnTo>
                    <a:pt x="2292605" y="3192393"/>
                  </a:lnTo>
                  <a:lnTo>
                    <a:pt x="2292699" y="3192393"/>
                  </a:lnTo>
                  <a:lnTo>
                    <a:pt x="2292794" y="3192393"/>
                  </a:lnTo>
                  <a:lnTo>
                    <a:pt x="2292888" y="3192393"/>
                  </a:lnTo>
                  <a:lnTo>
                    <a:pt x="2292982" y="3192393"/>
                  </a:lnTo>
                  <a:lnTo>
                    <a:pt x="2293076" y="3192393"/>
                  </a:lnTo>
                  <a:lnTo>
                    <a:pt x="2293170" y="3192393"/>
                  </a:lnTo>
                  <a:lnTo>
                    <a:pt x="2293264" y="3192393"/>
                  </a:lnTo>
                  <a:lnTo>
                    <a:pt x="2293359" y="3192393"/>
                  </a:lnTo>
                  <a:lnTo>
                    <a:pt x="2293453" y="3192393"/>
                  </a:lnTo>
                  <a:lnTo>
                    <a:pt x="2293547" y="3192393"/>
                  </a:lnTo>
                  <a:lnTo>
                    <a:pt x="2293641" y="3192393"/>
                  </a:lnTo>
                  <a:lnTo>
                    <a:pt x="2293735" y="3192393"/>
                  </a:lnTo>
                  <a:lnTo>
                    <a:pt x="2293829" y="3192393"/>
                  </a:lnTo>
                  <a:lnTo>
                    <a:pt x="2293923" y="3192393"/>
                  </a:lnTo>
                  <a:lnTo>
                    <a:pt x="2294018" y="3192393"/>
                  </a:lnTo>
                  <a:lnTo>
                    <a:pt x="2294112" y="3192393"/>
                  </a:lnTo>
                  <a:lnTo>
                    <a:pt x="2294206" y="3192393"/>
                  </a:lnTo>
                  <a:lnTo>
                    <a:pt x="2294300" y="3192393"/>
                  </a:lnTo>
                  <a:lnTo>
                    <a:pt x="2294394" y="3192393"/>
                  </a:lnTo>
                  <a:lnTo>
                    <a:pt x="2294488" y="3192393"/>
                  </a:lnTo>
                  <a:lnTo>
                    <a:pt x="2294582" y="3192393"/>
                  </a:lnTo>
                  <a:lnTo>
                    <a:pt x="2294677" y="3192393"/>
                  </a:lnTo>
                  <a:lnTo>
                    <a:pt x="2294771" y="3192393"/>
                  </a:lnTo>
                  <a:lnTo>
                    <a:pt x="2294865" y="3192393"/>
                  </a:lnTo>
                  <a:lnTo>
                    <a:pt x="2294959" y="3192393"/>
                  </a:lnTo>
                  <a:lnTo>
                    <a:pt x="2295053" y="3192393"/>
                  </a:lnTo>
                  <a:lnTo>
                    <a:pt x="2295147" y="3192393"/>
                  </a:lnTo>
                  <a:lnTo>
                    <a:pt x="2295242" y="3192393"/>
                  </a:lnTo>
                  <a:lnTo>
                    <a:pt x="2295336" y="3192393"/>
                  </a:lnTo>
                  <a:lnTo>
                    <a:pt x="2295430" y="3192393"/>
                  </a:lnTo>
                  <a:lnTo>
                    <a:pt x="2295524" y="3192393"/>
                  </a:lnTo>
                  <a:lnTo>
                    <a:pt x="2295618" y="3192393"/>
                  </a:lnTo>
                  <a:lnTo>
                    <a:pt x="2295712" y="3192393"/>
                  </a:lnTo>
                  <a:lnTo>
                    <a:pt x="2295806" y="3192393"/>
                  </a:lnTo>
                  <a:lnTo>
                    <a:pt x="2295901" y="3192393"/>
                  </a:lnTo>
                  <a:lnTo>
                    <a:pt x="2295995" y="3192393"/>
                  </a:lnTo>
                  <a:lnTo>
                    <a:pt x="2296089" y="3192393"/>
                  </a:lnTo>
                  <a:lnTo>
                    <a:pt x="2296183" y="3192393"/>
                  </a:lnTo>
                  <a:lnTo>
                    <a:pt x="2296277" y="3192393"/>
                  </a:lnTo>
                  <a:lnTo>
                    <a:pt x="2296371" y="3192393"/>
                  </a:lnTo>
                  <a:lnTo>
                    <a:pt x="2296466" y="3192393"/>
                  </a:lnTo>
                  <a:lnTo>
                    <a:pt x="2296560" y="3192393"/>
                  </a:lnTo>
                  <a:lnTo>
                    <a:pt x="2296654" y="3192393"/>
                  </a:lnTo>
                  <a:lnTo>
                    <a:pt x="2296748" y="3192393"/>
                  </a:lnTo>
                  <a:lnTo>
                    <a:pt x="2296842" y="3192393"/>
                  </a:lnTo>
                  <a:lnTo>
                    <a:pt x="2296936" y="3192393"/>
                  </a:lnTo>
                  <a:lnTo>
                    <a:pt x="2297030" y="3192393"/>
                  </a:lnTo>
                  <a:lnTo>
                    <a:pt x="2297125" y="3192393"/>
                  </a:lnTo>
                  <a:lnTo>
                    <a:pt x="2297219" y="3192393"/>
                  </a:lnTo>
                  <a:lnTo>
                    <a:pt x="2297313" y="3192393"/>
                  </a:lnTo>
                  <a:lnTo>
                    <a:pt x="2297407" y="3192393"/>
                  </a:lnTo>
                  <a:lnTo>
                    <a:pt x="2297501" y="3192393"/>
                  </a:lnTo>
                  <a:lnTo>
                    <a:pt x="2297595" y="3192393"/>
                  </a:lnTo>
                  <a:lnTo>
                    <a:pt x="2297690" y="3192393"/>
                  </a:lnTo>
                  <a:lnTo>
                    <a:pt x="2297784" y="3192393"/>
                  </a:lnTo>
                  <a:lnTo>
                    <a:pt x="2297878" y="3192393"/>
                  </a:lnTo>
                  <a:lnTo>
                    <a:pt x="2297972" y="3192393"/>
                  </a:lnTo>
                  <a:lnTo>
                    <a:pt x="2298066" y="3192393"/>
                  </a:lnTo>
                  <a:lnTo>
                    <a:pt x="2298160" y="3192393"/>
                  </a:lnTo>
                  <a:lnTo>
                    <a:pt x="2298254" y="3192393"/>
                  </a:lnTo>
                  <a:lnTo>
                    <a:pt x="2298349" y="3192393"/>
                  </a:lnTo>
                  <a:lnTo>
                    <a:pt x="2298443" y="3192393"/>
                  </a:lnTo>
                  <a:lnTo>
                    <a:pt x="2298443" y="3187482"/>
                  </a:lnTo>
                  <a:lnTo>
                    <a:pt x="2298537" y="3187482"/>
                  </a:lnTo>
                  <a:lnTo>
                    <a:pt x="2298631" y="3187482"/>
                  </a:lnTo>
                  <a:lnTo>
                    <a:pt x="2298725" y="3187482"/>
                  </a:lnTo>
                  <a:lnTo>
                    <a:pt x="2298819" y="3187482"/>
                  </a:lnTo>
                  <a:lnTo>
                    <a:pt x="2298914" y="3187482"/>
                  </a:lnTo>
                  <a:lnTo>
                    <a:pt x="2299008" y="3187482"/>
                  </a:lnTo>
                  <a:lnTo>
                    <a:pt x="2299102" y="3187482"/>
                  </a:lnTo>
                  <a:lnTo>
                    <a:pt x="2299196" y="3187482"/>
                  </a:lnTo>
                  <a:lnTo>
                    <a:pt x="2299290" y="3187482"/>
                  </a:lnTo>
                  <a:lnTo>
                    <a:pt x="2299384" y="3187482"/>
                  </a:lnTo>
                  <a:lnTo>
                    <a:pt x="2299478" y="3187482"/>
                  </a:lnTo>
                  <a:lnTo>
                    <a:pt x="2299573" y="3187482"/>
                  </a:lnTo>
                  <a:lnTo>
                    <a:pt x="2299667" y="3187482"/>
                  </a:lnTo>
                  <a:lnTo>
                    <a:pt x="2299761" y="3187482"/>
                  </a:lnTo>
                  <a:lnTo>
                    <a:pt x="2299855" y="3187482"/>
                  </a:lnTo>
                  <a:lnTo>
                    <a:pt x="2299949" y="3187482"/>
                  </a:lnTo>
                  <a:lnTo>
                    <a:pt x="2300043" y="3187482"/>
                  </a:lnTo>
                  <a:lnTo>
                    <a:pt x="2300137" y="3187482"/>
                  </a:lnTo>
                  <a:lnTo>
                    <a:pt x="2300232" y="3187482"/>
                  </a:lnTo>
                  <a:lnTo>
                    <a:pt x="2300326" y="3187482"/>
                  </a:lnTo>
                  <a:lnTo>
                    <a:pt x="2300420" y="3187482"/>
                  </a:lnTo>
                  <a:lnTo>
                    <a:pt x="2300514" y="3187482"/>
                  </a:lnTo>
                  <a:lnTo>
                    <a:pt x="2300608" y="3187482"/>
                  </a:lnTo>
                  <a:lnTo>
                    <a:pt x="2300702" y="3187482"/>
                  </a:lnTo>
                  <a:lnTo>
                    <a:pt x="2300797" y="3187482"/>
                  </a:lnTo>
                  <a:lnTo>
                    <a:pt x="2300891" y="3187482"/>
                  </a:lnTo>
                  <a:lnTo>
                    <a:pt x="2300985" y="3187482"/>
                  </a:lnTo>
                  <a:lnTo>
                    <a:pt x="2301079" y="3187482"/>
                  </a:lnTo>
                  <a:lnTo>
                    <a:pt x="2301173" y="3187482"/>
                  </a:lnTo>
                  <a:lnTo>
                    <a:pt x="2301267" y="3187482"/>
                  </a:lnTo>
                  <a:lnTo>
                    <a:pt x="2301361" y="3187482"/>
                  </a:lnTo>
                  <a:lnTo>
                    <a:pt x="2301456" y="3187482"/>
                  </a:lnTo>
                  <a:lnTo>
                    <a:pt x="2301550" y="3187482"/>
                  </a:lnTo>
                  <a:lnTo>
                    <a:pt x="2301644" y="3187482"/>
                  </a:lnTo>
                  <a:lnTo>
                    <a:pt x="2301738" y="3187482"/>
                  </a:lnTo>
                  <a:lnTo>
                    <a:pt x="2301832" y="3187482"/>
                  </a:lnTo>
                  <a:lnTo>
                    <a:pt x="2301926" y="3187482"/>
                  </a:lnTo>
                  <a:lnTo>
                    <a:pt x="2302021" y="3187482"/>
                  </a:lnTo>
                  <a:lnTo>
                    <a:pt x="2302115" y="3187482"/>
                  </a:lnTo>
                  <a:lnTo>
                    <a:pt x="2302209" y="3187482"/>
                  </a:lnTo>
                  <a:lnTo>
                    <a:pt x="2302303" y="3187482"/>
                  </a:lnTo>
                  <a:lnTo>
                    <a:pt x="2302397" y="3187482"/>
                  </a:lnTo>
                  <a:lnTo>
                    <a:pt x="2302397" y="3182570"/>
                  </a:lnTo>
                  <a:lnTo>
                    <a:pt x="2302491" y="3182570"/>
                  </a:lnTo>
                  <a:lnTo>
                    <a:pt x="2302585" y="3182570"/>
                  </a:lnTo>
                  <a:lnTo>
                    <a:pt x="2302680" y="3182570"/>
                  </a:lnTo>
                  <a:lnTo>
                    <a:pt x="2302774" y="3182570"/>
                  </a:lnTo>
                  <a:lnTo>
                    <a:pt x="2302868" y="3182570"/>
                  </a:lnTo>
                  <a:lnTo>
                    <a:pt x="2302962" y="3182570"/>
                  </a:lnTo>
                  <a:lnTo>
                    <a:pt x="2303056" y="3182570"/>
                  </a:lnTo>
                  <a:lnTo>
                    <a:pt x="2303150" y="3182570"/>
                  </a:lnTo>
                  <a:lnTo>
                    <a:pt x="2303245" y="3182570"/>
                  </a:lnTo>
                  <a:lnTo>
                    <a:pt x="2303339" y="3182570"/>
                  </a:lnTo>
                  <a:lnTo>
                    <a:pt x="2303433" y="3182570"/>
                  </a:lnTo>
                  <a:lnTo>
                    <a:pt x="2303527" y="3182570"/>
                  </a:lnTo>
                  <a:lnTo>
                    <a:pt x="2303621" y="3182570"/>
                  </a:lnTo>
                  <a:lnTo>
                    <a:pt x="2303715" y="3182570"/>
                  </a:lnTo>
                  <a:lnTo>
                    <a:pt x="2303809" y="3182570"/>
                  </a:lnTo>
                  <a:lnTo>
                    <a:pt x="2303904" y="3182570"/>
                  </a:lnTo>
                  <a:lnTo>
                    <a:pt x="2303998" y="3182570"/>
                  </a:lnTo>
                  <a:lnTo>
                    <a:pt x="2304092" y="3182570"/>
                  </a:lnTo>
                  <a:lnTo>
                    <a:pt x="2304186" y="3182570"/>
                  </a:lnTo>
                  <a:lnTo>
                    <a:pt x="2304280" y="3182570"/>
                  </a:lnTo>
                  <a:lnTo>
                    <a:pt x="2304374" y="3182570"/>
                  </a:lnTo>
                  <a:lnTo>
                    <a:pt x="2304468" y="3182570"/>
                  </a:lnTo>
                  <a:lnTo>
                    <a:pt x="2304563" y="3182570"/>
                  </a:lnTo>
                  <a:lnTo>
                    <a:pt x="2304657" y="3182570"/>
                  </a:lnTo>
                  <a:lnTo>
                    <a:pt x="2304751" y="3182570"/>
                  </a:lnTo>
                  <a:lnTo>
                    <a:pt x="2304845" y="3182570"/>
                  </a:lnTo>
                  <a:lnTo>
                    <a:pt x="2304939" y="3182570"/>
                  </a:lnTo>
                  <a:lnTo>
                    <a:pt x="2305033" y="3182570"/>
                  </a:lnTo>
                  <a:lnTo>
                    <a:pt x="2305128" y="3182570"/>
                  </a:lnTo>
                  <a:lnTo>
                    <a:pt x="2305222" y="3182570"/>
                  </a:lnTo>
                  <a:lnTo>
                    <a:pt x="2305316" y="3182570"/>
                  </a:lnTo>
                  <a:lnTo>
                    <a:pt x="2305410" y="3182570"/>
                  </a:lnTo>
                  <a:lnTo>
                    <a:pt x="2305504" y="3182570"/>
                  </a:lnTo>
                  <a:lnTo>
                    <a:pt x="2305598" y="3182570"/>
                  </a:lnTo>
                  <a:lnTo>
                    <a:pt x="2305692" y="3182570"/>
                  </a:lnTo>
                  <a:lnTo>
                    <a:pt x="2305787" y="3182570"/>
                  </a:lnTo>
                  <a:lnTo>
                    <a:pt x="2305881" y="3182570"/>
                  </a:lnTo>
                  <a:lnTo>
                    <a:pt x="2305975" y="3182570"/>
                  </a:lnTo>
                  <a:lnTo>
                    <a:pt x="2306069" y="3182570"/>
                  </a:lnTo>
                  <a:lnTo>
                    <a:pt x="2306163" y="3182570"/>
                  </a:lnTo>
                  <a:lnTo>
                    <a:pt x="2306257" y="3182570"/>
                  </a:lnTo>
                  <a:lnTo>
                    <a:pt x="2306352" y="3182570"/>
                  </a:lnTo>
                  <a:lnTo>
                    <a:pt x="2306446" y="3182570"/>
                  </a:lnTo>
                  <a:lnTo>
                    <a:pt x="2306540" y="3182570"/>
                  </a:lnTo>
                  <a:lnTo>
                    <a:pt x="2306540" y="3177659"/>
                  </a:lnTo>
                  <a:lnTo>
                    <a:pt x="2306634" y="3177659"/>
                  </a:lnTo>
                  <a:lnTo>
                    <a:pt x="2306728" y="3177659"/>
                  </a:lnTo>
                  <a:lnTo>
                    <a:pt x="2306822" y="3177659"/>
                  </a:lnTo>
                  <a:lnTo>
                    <a:pt x="2306916" y="3177659"/>
                  </a:lnTo>
                  <a:lnTo>
                    <a:pt x="2307011" y="3177659"/>
                  </a:lnTo>
                  <a:lnTo>
                    <a:pt x="2307105" y="3177659"/>
                  </a:lnTo>
                  <a:lnTo>
                    <a:pt x="2307199" y="3177659"/>
                  </a:lnTo>
                  <a:lnTo>
                    <a:pt x="2307293" y="3177659"/>
                  </a:lnTo>
                  <a:lnTo>
                    <a:pt x="2307387" y="3177659"/>
                  </a:lnTo>
                  <a:lnTo>
                    <a:pt x="2307481" y="3177659"/>
                  </a:lnTo>
                  <a:lnTo>
                    <a:pt x="2307576" y="3177659"/>
                  </a:lnTo>
                  <a:lnTo>
                    <a:pt x="2307670" y="3177659"/>
                  </a:lnTo>
                  <a:lnTo>
                    <a:pt x="2307764" y="3177659"/>
                  </a:lnTo>
                  <a:lnTo>
                    <a:pt x="2307858" y="3177659"/>
                  </a:lnTo>
                  <a:lnTo>
                    <a:pt x="2307952" y="3177659"/>
                  </a:lnTo>
                  <a:lnTo>
                    <a:pt x="2308046" y="3177659"/>
                  </a:lnTo>
                  <a:lnTo>
                    <a:pt x="2308140" y="3177659"/>
                  </a:lnTo>
                  <a:lnTo>
                    <a:pt x="2308235" y="3177659"/>
                  </a:lnTo>
                  <a:lnTo>
                    <a:pt x="2308329" y="3177659"/>
                  </a:lnTo>
                  <a:lnTo>
                    <a:pt x="2308423" y="3177659"/>
                  </a:lnTo>
                  <a:lnTo>
                    <a:pt x="2308517" y="3177659"/>
                  </a:lnTo>
                  <a:lnTo>
                    <a:pt x="2308611" y="3177659"/>
                  </a:lnTo>
                  <a:lnTo>
                    <a:pt x="2308705" y="3177659"/>
                  </a:lnTo>
                  <a:lnTo>
                    <a:pt x="2308799" y="3177659"/>
                  </a:lnTo>
                  <a:lnTo>
                    <a:pt x="2308894" y="3177659"/>
                  </a:lnTo>
                  <a:lnTo>
                    <a:pt x="2308988" y="3177659"/>
                  </a:lnTo>
                  <a:lnTo>
                    <a:pt x="2309082" y="3177659"/>
                  </a:lnTo>
                  <a:lnTo>
                    <a:pt x="2309176" y="3177659"/>
                  </a:lnTo>
                  <a:lnTo>
                    <a:pt x="2309270" y="3177659"/>
                  </a:lnTo>
                  <a:lnTo>
                    <a:pt x="2309364" y="3177659"/>
                  </a:lnTo>
                  <a:lnTo>
                    <a:pt x="2309459" y="3177659"/>
                  </a:lnTo>
                  <a:lnTo>
                    <a:pt x="2309553" y="3177659"/>
                  </a:lnTo>
                  <a:lnTo>
                    <a:pt x="2309647" y="3177659"/>
                  </a:lnTo>
                  <a:lnTo>
                    <a:pt x="2309741" y="3177659"/>
                  </a:lnTo>
                  <a:lnTo>
                    <a:pt x="2309835" y="3177659"/>
                  </a:lnTo>
                  <a:lnTo>
                    <a:pt x="2309929" y="3177659"/>
                  </a:lnTo>
                  <a:lnTo>
                    <a:pt x="2310023" y="3177659"/>
                  </a:lnTo>
                  <a:lnTo>
                    <a:pt x="2310118" y="3177659"/>
                  </a:lnTo>
                  <a:lnTo>
                    <a:pt x="2310212" y="3177659"/>
                  </a:lnTo>
                  <a:lnTo>
                    <a:pt x="2310306" y="3177659"/>
                  </a:lnTo>
                  <a:lnTo>
                    <a:pt x="2310400" y="3177659"/>
                  </a:lnTo>
                  <a:lnTo>
                    <a:pt x="2310494" y="3177659"/>
                  </a:lnTo>
                  <a:lnTo>
                    <a:pt x="2310588" y="3177659"/>
                  </a:lnTo>
                  <a:lnTo>
                    <a:pt x="2310683" y="3177659"/>
                  </a:lnTo>
                  <a:lnTo>
                    <a:pt x="2310777" y="3177659"/>
                  </a:lnTo>
                  <a:lnTo>
                    <a:pt x="2310871" y="3177659"/>
                  </a:lnTo>
                  <a:lnTo>
                    <a:pt x="2310965" y="3177659"/>
                  </a:lnTo>
                  <a:lnTo>
                    <a:pt x="2311059" y="3177659"/>
                  </a:lnTo>
                  <a:lnTo>
                    <a:pt x="2311153" y="3177659"/>
                  </a:lnTo>
                  <a:lnTo>
                    <a:pt x="2311247" y="3177659"/>
                  </a:lnTo>
                  <a:lnTo>
                    <a:pt x="2311342" y="3177659"/>
                  </a:lnTo>
                  <a:lnTo>
                    <a:pt x="2311436" y="3177659"/>
                  </a:lnTo>
                  <a:lnTo>
                    <a:pt x="2311530" y="3177659"/>
                  </a:lnTo>
                  <a:lnTo>
                    <a:pt x="2311624" y="3177659"/>
                  </a:lnTo>
                  <a:lnTo>
                    <a:pt x="2311718" y="3177659"/>
                  </a:lnTo>
                  <a:lnTo>
                    <a:pt x="2311812" y="3177659"/>
                  </a:lnTo>
                  <a:lnTo>
                    <a:pt x="2311907" y="3177659"/>
                  </a:lnTo>
                  <a:lnTo>
                    <a:pt x="2312001" y="3177659"/>
                  </a:lnTo>
                  <a:lnTo>
                    <a:pt x="2312095" y="3177659"/>
                  </a:lnTo>
                  <a:lnTo>
                    <a:pt x="2312189" y="3177659"/>
                  </a:lnTo>
                  <a:lnTo>
                    <a:pt x="2312283" y="3177659"/>
                  </a:lnTo>
                  <a:lnTo>
                    <a:pt x="2312377" y="3177659"/>
                  </a:lnTo>
                  <a:lnTo>
                    <a:pt x="2312471" y="3177659"/>
                  </a:lnTo>
                  <a:lnTo>
                    <a:pt x="2312566" y="3177659"/>
                  </a:lnTo>
                  <a:lnTo>
                    <a:pt x="2312660" y="3177659"/>
                  </a:lnTo>
                  <a:lnTo>
                    <a:pt x="2312754" y="3177659"/>
                  </a:lnTo>
                  <a:lnTo>
                    <a:pt x="2312848" y="3177659"/>
                  </a:lnTo>
                  <a:lnTo>
                    <a:pt x="2312942" y="3177659"/>
                  </a:lnTo>
                  <a:lnTo>
                    <a:pt x="2313036" y="3177659"/>
                  </a:lnTo>
                  <a:lnTo>
                    <a:pt x="2313130" y="3177659"/>
                  </a:lnTo>
                  <a:lnTo>
                    <a:pt x="2313225" y="3177659"/>
                  </a:lnTo>
                  <a:lnTo>
                    <a:pt x="2313319" y="3177659"/>
                  </a:lnTo>
                  <a:lnTo>
                    <a:pt x="2313413" y="3177659"/>
                  </a:lnTo>
                  <a:lnTo>
                    <a:pt x="2313507" y="3177659"/>
                  </a:lnTo>
                  <a:lnTo>
                    <a:pt x="2313601" y="3177659"/>
                  </a:lnTo>
                  <a:lnTo>
                    <a:pt x="2313601" y="3172748"/>
                  </a:lnTo>
                  <a:lnTo>
                    <a:pt x="2313695" y="3172748"/>
                  </a:lnTo>
                  <a:lnTo>
                    <a:pt x="2313790" y="3172748"/>
                  </a:lnTo>
                  <a:lnTo>
                    <a:pt x="2313884" y="3172748"/>
                  </a:lnTo>
                  <a:lnTo>
                    <a:pt x="2313978" y="3172748"/>
                  </a:lnTo>
                  <a:lnTo>
                    <a:pt x="2314072" y="3172748"/>
                  </a:lnTo>
                  <a:lnTo>
                    <a:pt x="2314166" y="3172748"/>
                  </a:lnTo>
                  <a:lnTo>
                    <a:pt x="2314260" y="3172748"/>
                  </a:lnTo>
                  <a:lnTo>
                    <a:pt x="2314354" y="3172748"/>
                  </a:lnTo>
                  <a:lnTo>
                    <a:pt x="2314449" y="3172748"/>
                  </a:lnTo>
                  <a:lnTo>
                    <a:pt x="2314543" y="3172748"/>
                  </a:lnTo>
                  <a:lnTo>
                    <a:pt x="2314637" y="3172748"/>
                  </a:lnTo>
                  <a:lnTo>
                    <a:pt x="2314731" y="3172748"/>
                  </a:lnTo>
                  <a:lnTo>
                    <a:pt x="2314825" y="3172748"/>
                  </a:lnTo>
                  <a:lnTo>
                    <a:pt x="2314919" y="3172748"/>
                  </a:lnTo>
                  <a:lnTo>
                    <a:pt x="2315014" y="3172748"/>
                  </a:lnTo>
                  <a:lnTo>
                    <a:pt x="2315108" y="3172748"/>
                  </a:lnTo>
                  <a:lnTo>
                    <a:pt x="2315202" y="3172748"/>
                  </a:lnTo>
                  <a:lnTo>
                    <a:pt x="2315296" y="3172748"/>
                  </a:lnTo>
                  <a:lnTo>
                    <a:pt x="2315390" y="3172748"/>
                  </a:lnTo>
                  <a:lnTo>
                    <a:pt x="2315484" y="3172748"/>
                  </a:lnTo>
                  <a:lnTo>
                    <a:pt x="2315484" y="3167836"/>
                  </a:lnTo>
                  <a:lnTo>
                    <a:pt x="2315578" y="3167836"/>
                  </a:lnTo>
                  <a:lnTo>
                    <a:pt x="2315673" y="3167836"/>
                  </a:lnTo>
                  <a:lnTo>
                    <a:pt x="2315767" y="3167836"/>
                  </a:lnTo>
                  <a:lnTo>
                    <a:pt x="2315861" y="3167836"/>
                  </a:lnTo>
                  <a:lnTo>
                    <a:pt x="2315955" y="3167836"/>
                  </a:lnTo>
                  <a:lnTo>
                    <a:pt x="2316049" y="3167836"/>
                  </a:lnTo>
                  <a:lnTo>
                    <a:pt x="2316143" y="3167836"/>
                  </a:lnTo>
                  <a:lnTo>
                    <a:pt x="2316238" y="3167836"/>
                  </a:lnTo>
                  <a:lnTo>
                    <a:pt x="2316332" y="3167836"/>
                  </a:lnTo>
                  <a:lnTo>
                    <a:pt x="2316426" y="3167836"/>
                  </a:lnTo>
                  <a:lnTo>
                    <a:pt x="2316520" y="3167836"/>
                  </a:lnTo>
                  <a:lnTo>
                    <a:pt x="2316614" y="3167836"/>
                  </a:lnTo>
                  <a:lnTo>
                    <a:pt x="2316708" y="3167836"/>
                  </a:lnTo>
                  <a:lnTo>
                    <a:pt x="2316802" y="3167836"/>
                  </a:lnTo>
                  <a:lnTo>
                    <a:pt x="2316802" y="3162925"/>
                  </a:lnTo>
                  <a:lnTo>
                    <a:pt x="2316897" y="3162925"/>
                  </a:lnTo>
                  <a:lnTo>
                    <a:pt x="2316991" y="3162925"/>
                  </a:lnTo>
                  <a:lnTo>
                    <a:pt x="2317085" y="3162925"/>
                  </a:lnTo>
                  <a:lnTo>
                    <a:pt x="2317179" y="3162925"/>
                  </a:lnTo>
                  <a:lnTo>
                    <a:pt x="2317273" y="3162925"/>
                  </a:lnTo>
                  <a:lnTo>
                    <a:pt x="2317367" y="3162925"/>
                  </a:lnTo>
                  <a:lnTo>
                    <a:pt x="2317461" y="3162925"/>
                  </a:lnTo>
                  <a:lnTo>
                    <a:pt x="2317556" y="3162925"/>
                  </a:lnTo>
                  <a:lnTo>
                    <a:pt x="2317650" y="3162925"/>
                  </a:lnTo>
                  <a:lnTo>
                    <a:pt x="2317744" y="3162925"/>
                  </a:lnTo>
                  <a:lnTo>
                    <a:pt x="2317838" y="3162925"/>
                  </a:lnTo>
                  <a:lnTo>
                    <a:pt x="2317932" y="3162925"/>
                  </a:lnTo>
                  <a:lnTo>
                    <a:pt x="2318026" y="3162925"/>
                  </a:lnTo>
                  <a:lnTo>
                    <a:pt x="2318121" y="3162925"/>
                  </a:lnTo>
                  <a:lnTo>
                    <a:pt x="2318215" y="3162925"/>
                  </a:lnTo>
                  <a:lnTo>
                    <a:pt x="2318309" y="3162925"/>
                  </a:lnTo>
                  <a:lnTo>
                    <a:pt x="2318403" y="3162925"/>
                  </a:lnTo>
                  <a:lnTo>
                    <a:pt x="2318497" y="3162925"/>
                  </a:lnTo>
                  <a:lnTo>
                    <a:pt x="2318591" y="3162925"/>
                  </a:lnTo>
                  <a:lnTo>
                    <a:pt x="2318685" y="3162925"/>
                  </a:lnTo>
                  <a:lnTo>
                    <a:pt x="2318780" y="3162925"/>
                  </a:lnTo>
                  <a:lnTo>
                    <a:pt x="2318874" y="3162925"/>
                  </a:lnTo>
                  <a:lnTo>
                    <a:pt x="2318968" y="3162925"/>
                  </a:lnTo>
                  <a:lnTo>
                    <a:pt x="2319062" y="3162925"/>
                  </a:lnTo>
                  <a:lnTo>
                    <a:pt x="2319156" y="3162925"/>
                  </a:lnTo>
                  <a:lnTo>
                    <a:pt x="2319250" y="3162925"/>
                  </a:lnTo>
                  <a:lnTo>
                    <a:pt x="2319345" y="3162925"/>
                  </a:lnTo>
                  <a:lnTo>
                    <a:pt x="2319439" y="3162925"/>
                  </a:lnTo>
                  <a:lnTo>
                    <a:pt x="2319533" y="3162925"/>
                  </a:lnTo>
                  <a:lnTo>
                    <a:pt x="2319627" y="3162925"/>
                  </a:lnTo>
                  <a:lnTo>
                    <a:pt x="2319721" y="3162925"/>
                  </a:lnTo>
                  <a:lnTo>
                    <a:pt x="2319815" y="3162925"/>
                  </a:lnTo>
                  <a:lnTo>
                    <a:pt x="2319909" y="3162925"/>
                  </a:lnTo>
                  <a:lnTo>
                    <a:pt x="2320004" y="3162925"/>
                  </a:lnTo>
                  <a:lnTo>
                    <a:pt x="2320098" y="3162925"/>
                  </a:lnTo>
                  <a:lnTo>
                    <a:pt x="2320192" y="3162925"/>
                  </a:lnTo>
                  <a:lnTo>
                    <a:pt x="2320286" y="3162925"/>
                  </a:lnTo>
                  <a:lnTo>
                    <a:pt x="2320380" y="3162925"/>
                  </a:lnTo>
                  <a:lnTo>
                    <a:pt x="2320474" y="3162925"/>
                  </a:lnTo>
                  <a:lnTo>
                    <a:pt x="2320569" y="3162925"/>
                  </a:lnTo>
                  <a:lnTo>
                    <a:pt x="2320663" y="3162925"/>
                  </a:lnTo>
                  <a:lnTo>
                    <a:pt x="2320757" y="3162925"/>
                  </a:lnTo>
                  <a:lnTo>
                    <a:pt x="2320851" y="3162925"/>
                  </a:lnTo>
                  <a:lnTo>
                    <a:pt x="2320945" y="3162925"/>
                  </a:lnTo>
                  <a:lnTo>
                    <a:pt x="2321039" y="3162925"/>
                  </a:lnTo>
                  <a:lnTo>
                    <a:pt x="2321133" y="3162925"/>
                  </a:lnTo>
                  <a:lnTo>
                    <a:pt x="2321228" y="3162925"/>
                  </a:lnTo>
                  <a:lnTo>
                    <a:pt x="2321322" y="3162925"/>
                  </a:lnTo>
                  <a:lnTo>
                    <a:pt x="2321416" y="3162925"/>
                  </a:lnTo>
                  <a:lnTo>
                    <a:pt x="2321510" y="3162925"/>
                  </a:lnTo>
                  <a:lnTo>
                    <a:pt x="2321604" y="3162925"/>
                  </a:lnTo>
                  <a:lnTo>
                    <a:pt x="2321698" y="3162925"/>
                  </a:lnTo>
                  <a:lnTo>
                    <a:pt x="2321792" y="3162925"/>
                  </a:lnTo>
                  <a:lnTo>
                    <a:pt x="2321887" y="3162925"/>
                  </a:lnTo>
                  <a:lnTo>
                    <a:pt x="2321981" y="3162925"/>
                  </a:lnTo>
                  <a:lnTo>
                    <a:pt x="2322075" y="3162925"/>
                  </a:lnTo>
                  <a:lnTo>
                    <a:pt x="2322169" y="3162925"/>
                  </a:lnTo>
                  <a:lnTo>
                    <a:pt x="2322263" y="3162925"/>
                  </a:lnTo>
                  <a:lnTo>
                    <a:pt x="2322357" y="3162925"/>
                  </a:lnTo>
                  <a:lnTo>
                    <a:pt x="2322452" y="3162925"/>
                  </a:lnTo>
                  <a:lnTo>
                    <a:pt x="2322546" y="3162925"/>
                  </a:lnTo>
                  <a:lnTo>
                    <a:pt x="2322640" y="3162925"/>
                  </a:lnTo>
                  <a:lnTo>
                    <a:pt x="2322734" y="3162925"/>
                  </a:lnTo>
                  <a:lnTo>
                    <a:pt x="2322828" y="3162925"/>
                  </a:lnTo>
                  <a:lnTo>
                    <a:pt x="2322922" y="3162925"/>
                  </a:lnTo>
                  <a:lnTo>
                    <a:pt x="2323016" y="3162925"/>
                  </a:lnTo>
                  <a:lnTo>
                    <a:pt x="2323111" y="3162925"/>
                  </a:lnTo>
                  <a:lnTo>
                    <a:pt x="2323205" y="3162925"/>
                  </a:lnTo>
                  <a:lnTo>
                    <a:pt x="2323299" y="3162925"/>
                  </a:lnTo>
                  <a:lnTo>
                    <a:pt x="2323393" y="3162925"/>
                  </a:lnTo>
                  <a:lnTo>
                    <a:pt x="2323487" y="3162925"/>
                  </a:lnTo>
                  <a:lnTo>
                    <a:pt x="2323581" y="3162925"/>
                  </a:lnTo>
                  <a:lnTo>
                    <a:pt x="2323676" y="3162925"/>
                  </a:lnTo>
                  <a:lnTo>
                    <a:pt x="2323770" y="3162925"/>
                  </a:lnTo>
                  <a:lnTo>
                    <a:pt x="2323770" y="3158014"/>
                  </a:lnTo>
                  <a:lnTo>
                    <a:pt x="2323864" y="3158014"/>
                  </a:lnTo>
                  <a:lnTo>
                    <a:pt x="2323958" y="3158014"/>
                  </a:lnTo>
                  <a:lnTo>
                    <a:pt x="2324052" y="3158014"/>
                  </a:lnTo>
                  <a:lnTo>
                    <a:pt x="2324146" y="3158014"/>
                  </a:lnTo>
                  <a:lnTo>
                    <a:pt x="2324240" y="3158014"/>
                  </a:lnTo>
                  <a:lnTo>
                    <a:pt x="2324335" y="3158014"/>
                  </a:lnTo>
                  <a:lnTo>
                    <a:pt x="2324429" y="3158014"/>
                  </a:lnTo>
                  <a:lnTo>
                    <a:pt x="2324523" y="3158014"/>
                  </a:lnTo>
                  <a:lnTo>
                    <a:pt x="2324617" y="3158014"/>
                  </a:lnTo>
                  <a:lnTo>
                    <a:pt x="2324617" y="3153102"/>
                  </a:lnTo>
                  <a:lnTo>
                    <a:pt x="2324711" y="3153102"/>
                  </a:lnTo>
                  <a:lnTo>
                    <a:pt x="2324711" y="3148191"/>
                  </a:lnTo>
                  <a:lnTo>
                    <a:pt x="2324805" y="3148191"/>
                  </a:lnTo>
                  <a:lnTo>
                    <a:pt x="2324900" y="3148191"/>
                  </a:lnTo>
                  <a:lnTo>
                    <a:pt x="2324994" y="3148191"/>
                  </a:lnTo>
                  <a:lnTo>
                    <a:pt x="2325088" y="3148191"/>
                  </a:lnTo>
                  <a:lnTo>
                    <a:pt x="2325182" y="3148191"/>
                  </a:lnTo>
                  <a:lnTo>
                    <a:pt x="2325276" y="3148191"/>
                  </a:lnTo>
                  <a:lnTo>
                    <a:pt x="2325370" y="3148191"/>
                  </a:lnTo>
                  <a:lnTo>
                    <a:pt x="2325464" y="3148191"/>
                  </a:lnTo>
                  <a:lnTo>
                    <a:pt x="2325559" y="3148191"/>
                  </a:lnTo>
                  <a:lnTo>
                    <a:pt x="2325653" y="3148191"/>
                  </a:lnTo>
                  <a:lnTo>
                    <a:pt x="2325747" y="3148191"/>
                  </a:lnTo>
                  <a:lnTo>
                    <a:pt x="2325841" y="3148191"/>
                  </a:lnTo>
                  <a:lnTo>
                    <a:pt x="2325935" y="3148191"/>
                  </a:lnTo>
                  <a:lnTo>
                    <a:pt x="2326029" y="3148191"/>
                  </a:lnTo>
                  <a:lnTo>
                    <a:pt x="2326123" y="3148191"/>
                  </a:lnTo>
                  <a:lnTo>
                    <a:pt x="2326218" y="3148191"/>
                  </a:lnTo>
                  <a:lnTo>
                    <a:pt x="2326312" y="3148191"/>
                  </a:lnTo>
                  <a:lnTo>
                    <a:pt x="2326406" y="3148191"/>
                  </a:lnTo>
                  <a:lnTo>
                    <a:pt x="2326500" y="3148191"/>
                  </a:lnTo>
                  <a:lnTo>
                    <a:pt x="2326594" y="3148191"/>
                  </a:lnTo>
                  <a:lnTo>
                    <a:pt x="2326688" y="3148191"/>
                  </a:lnTo>
                  <a:lnTo>
                    <a:pt x="2326783" y="3148191"/>
                  </a:lnTo>
                  <a:lnTo>
                    <a:pt x="2326877" y="3148191"/>
                  </a:lnTo>
                  <a:lnTo>
                    <a:pt x="2326971" y="3148191"/>
                  </a:lnTo>
                  <a:lnTo>
                    <a:pt x="2327065" y="3148191"/>
                  </a:lnTo>
                  <a:lnTo>
                    <a:pt x="2327159" y="3148191"/>
                  </a:lnTo>
                  <a:lnTo>
                    <a:pt x="2327159" y="3143279"/>
                  </a:lnTo>
                  <a:lnTo>
                    <a:pt x="2327253" y="3143279"/>
                  </a:lnTo>
                  <a:lnTo>
                    <a:pt x="2327347" y="3143279"/>
                  </a:lnTo>
                  <a:lnTo>
                    <a:pt x="2327442" y="3143279"/>
                  </a:lnTo>
                  <a:lnTo>
                    <a:pt x="2327536" y="3143279"/>
                  </a:lnTo>
                  <a:lnTo>
                    <a:pt x="2327630" y="3143279"/>
                  </a:lnTo>
                  <a:lnTo>
                    <a:pt x="2327724" y="3143279"/>
                  </a:lnTo>
                  <a:lnTo>
                    <a:pt x="2327818" y="3143279"/>
                  </a:lnTo>
                  <a:lnTo>
                    <a:pt x="2327912" y="3143279"/>
                  </a:lnTo>
                  <a:lnTo>
                    <a:pt x="2328007" y="3143279"/>
                  </a:lnTo>
                  <a:lnTo>
                    <a:pt x="2328101" y="3143279"/>
                  </a:lnTo>
                  <a:lnTo>
                    <a:pt x="2328195" y="3143279"/>
                  </a:lnTo>
                  <a:lnTo>
                    <a:pt x="2328289" y="3143279"/>
                  </a:lnTo>
                  <a:lnTo>
                    <a:pt x="2328383" y="3143279"/>
                  </a:lnTo>
                  <a:lnTo>
                    <a:pt x="2328477" y="3143279"/>
                  </a:lnTo>
                  <a:lnTo>
                    <a:pt x="2328571" y="3143279"/>
                  </a:lnTo>
                  <a:lnTo>
                    <a:pt x="2328666" y="3143279"/>
                  </a:lnTo>
                  <a:lnTo>
                    <a:pt x="2328760" y="3143279"/>
                  </a:lnTo>
                  <a:lnTo>
                    <a:pt x="2328854" y="3143279"/>
                  </a:lnTo>
                  <a:lnTo>
                    <a:pt x="2328948" y="3143279"/>
                  </a:lnTo>
                  <a:lnTo>
                    <a:pt x="2329042" y="3143279"/>
                  </a:lnTo>
                  <a:lnTo>
                    <a:pt x="2329136" y="3143279"/>
                  </a:lnTo>
                  <a:lnTo>
                    <a:pt x="2329231" y="3143279"/>
                  </a:lnTo>
                  <a:lnTo>
                    <a:pt x="2329325" y="3143279"/>
                  </a:lnTo>
                  <a:lnTo>
                    <a:pt x="2329419" y="3143279"/>
                  </a:lnTo>
                  <a:lnTo>
                    <a:pt x="2329513" y="3143279"/>
                  </a:lnTo>
                  <a:lnTo>
                    <a:pt x="2329607" y="3143279"/>
                  </a:lnTo>
                  <a:lnTo>
                    <a:pt x="2329701" y="3143279"/>
                  </a:lnTo>
                  <a:lnTo>
                    <a:pt x="2329795" y="3143279"/>
                  </a:lnTo>
                  <a:lnTo>
                    <a:pt x="2329890" y="3143279"/>
                  </a:lnTo>
                  <a:lnTo>
                    <a:pt x="2329984" y="3143279"/>
                  </a:lnTo>
                  <a:lnTo>
                    <a:pt x="2330078" y="3143279"/>
                  </a:lnTo>
                  <a:lnTo>
                    <a:pt x="2330172" y="3143279"/>
                  </a:lnTo>
                  <a:lnTo>
                    <a:pt x="2330266" y="3143279"/>
                  </a:lnTo>
                  <a:lnTo>
                    <a:pt x="2330360" y="3143279"/>
                  </a:lnTo>
                  <a:lnTo>
                    <a:pt x="2330360" y="3138368"/>
                  </a:lnTo>
                  <a:lnTo>
                    <a:pt x="2330360" y="3133457"/>
                  </a:lnTo>
                  <a:lnTo>
                    <a:pt x="2330454" y="3133457"/>
                  </a:lnTo>
                  <a:lnTo>
                    <a:pt x="2330549" y="3133457"/>
                  </a:lnTo>
                  <a:lnTo>
                    <a:pt x="2330643" y="3133457"/>
                  </a:lnTo>
                  <a:lnTo>
                    <a:pt x="2330737" y="3133457"/>
                  </a:lnTo>
                  <a:lnTo>
                    <a:pt x="2330831" y="3133457"/>
                  </a:lnTo>
                  <a:lnTo>
                    <a:pt x="2330925" y="3133457"/>
                  </a:lnTo>
                  <a:lnTo>
                    <a:pt x="2331019" y="3133457"/>
                  </a:lnTo>
                  <a:lnTo>
                    <a:pt x="2331114" y="3133457"/>
                  </a:lnTo>
                  <a:lnTo>
                    <a:pt x="2331208" y="3133457"/>
                  </a:lnTo>
                  <a:lnTo>
                    <a:pt x="2331302" y="3133457"/>
                  </a:lnTo>
                  <a:lnTo>
                    <a:pt x="2331396" y="3133457"/>
                  </a:lnTo>
                  <a:lnTo>
                    <a:pt x="2331490" y="3133457"/>
                  </a:lnTo>
                  <a:lnTo>
                    <a:pt x="2331584" y="3133457"/>
                  </a:lnTo>
                  <a:lnTo>
                    <a:pt x="2331678" y="3133457"/>
                  </a:lnTo>
                  <a:lnTo>
                    <a:pt x="2331773" y="3133457"/>
                  </a:lnTo>
                  <a:lnTo>
                    <a:pt x="2331867" y="3133457"/>
                  </a:lnTo>
                  <a:lnTo>
                    <a:pt x="2331961" y="3133457"/>
                  </a:lnTo>
                  <a:lnTo>
                    <a:pt x="2332055" y="3133457"/>
                  </a:lnTo>
                  <a:lnTo>
                    <a:pt x="2332149" y="3133457"/>
                  </a:lnTo>
                  <a:lnTo>
                    <a:pt x="2332243" y="3133457"/>
                  </a:lnTo>
                  <a:lnTo>
                    <a:pt x="2332338" y="3133457"/>
                  </a:lnTo>
                  <a:lnTo>
                    <a:pt x="2332432" y="3133457"/>
                  </a:lnTo>
                  <a:lnTo>
                    <a:pt x="2332526" y="3133457"/>
                  </a:lnTo>
                  <a:lnTo>
                    <a:pt x="2332620" y="3133457"/>
                  </a:lnTo>
                  <a:lnTo>
                    <a:pt x="2332714" y="3133457"/>
                  </a:lnTo>
                  <a:lnTo>
                    <a:pt x="2332808" y="3133457"/>
                  </a:lnTo>
                  <a:lnTo>
                    <a:pt x="2332902" y="3133457"/>
                  </a:lnTo>
                  <a:lnTo>
                    <a:pt x="2332997" y="3133457"/>
                  </a:lnTo>
                  <a:lnTo>
                    <a:pt x="2333091" y="3133457"/>
                  </a:lnTo>
                  <a:lnTo>
                    <a:pt x="2333185" y="3133457"/>
                  </a:lnTo>
                  <a:lnTo>
                    <a:pt x="2333279" y="3133457"/>
                  </a:lnTo>
                  <a:lnTo>
                    <a:pt x="2333373" y="3133457"/>
                  </a:lnTo>
                  <a:lnTo>
                    <a:pt x="2333467" y="3133457"/>
                  </a:lnTo>
                  <a:lnTo>
                    <a:pt x="2333562" y="3133457"/>
                  </a:lnTo>
                  <a:lnTo>
                    <a:pt x="2333656" y="3133457"/>
                  </a:lnTo>
                  <a:lnTo>
                    <a:pt x="2333750" y="3133457"/>
                  </a:lnTo>
                  <a:lnTo>
                    <a:pt x="2333844" y="3133457"/>
                  </a:lnTo>
                  <a:lnTo>
                    <a:pt x="2333938" y="3133457"/>
                  </a:lnTo>
                  <a:lnTo>
                    <a:pt x="2334032" y="3133457"/>
                  </a:lnTo>
                  <a:lnTo>
                    <a:pt x="2334126" y="3133457"/>
                  </a:lnTo>
                  <a:lnTo>
                    <a:pt x="2334221" y="3133457"/>
                  </a:lnTo>
                  <a:lnTo>
                    <a:pt x="2334315" y="3133457"/>
                  </a:lnTo>
                  <a:lnTo>
                    <a:pt x="2334409" y="3133457"/>
                  </a:lnTo>
                  <a:lnTo>
                    <a:pt x="2334503" y="3133457"/>
                  </a:lnTo>
                  <a:lnTo>
                    <a:pt x="2334597" y="3133457"/>
                  </a:lnTo>
                  <a:lnTo>
                    <a:pt x="2334691" y="3133457"/>
                  </a:lnTo>
                  <a:lnTo>
                    <a:pt x="2334785" y="3133457"/>
                  </a:lnTo>
                  <a:lnTo>
                    <a:pt x="2334880" y="3133457"/>
                  </a:lnTo>
                  <a:lnTo>
                    <a:pt x="2334974" y="3133457"/>
                  </a:lnTo>
                  <a:lnTo>
                    <a:pt x="2335068" y="3133457"/>
                  </a:lnTo>
                  <a:lnTo>
                    <a:pt x="2335162" y="3133457"/>
                  </a:lnTo>
                  <a:lnTo>
                    <a:pt x="2335256" y="3133457"/>
                  </a:lnTo>
                  <a:lnTo>
                    <a:pt x="2335350" y="3133457"/>
                  </a:lnTo>
                  <a:lnTo>
                    <a:pt x="2335445" y="3133457"/>
                  </a:lnTo>
                  <a:lnTo>
                    <a:pt x="2335539" y="3133457"/>
                  </a:lnTo>
                  <a:lnTo>
                    <a:pt x="2335633" y="3133457"/>
                  </a:lnTo>
                  <a:lnTo>
                    <a:pt x="2335727" y="3133457"/>
                  </a:lnTo>
                  <a:lnTo>
                    <a:pt x="2335821" y="3133457"/>
                  </a:lnTo>
                  <a:lnTo>
                    <a:pt x="2335915" y="3133457"/>
                  </a:lnTo>
                  <a:lnTo>
                    <a:pt x="2336009" y="3133457"/>
                  </a:lnTo>
                  <a:lnTo>
                    <a:pt x="2336104" y="3133457"/>
                  </a:lnTo>
                  <a:lnTo>
                    <a:pt x="2336198" y="3133457"/>
                  </a:lnTo>
                  <a:lnTo>
                    <a:pt x="2336292" y="3133457"/>
                  </a:lnTo>
                  <a:lnTo>
                    <a:pt x="2336386" y="3133457"/>
                  </a:lnTo>
                  <a:lnTo>
                    <a:pt x="2336480" y="3133457"/>
                  </a:lnTo>
                  <a:lnTo>
                    <a:pt x="2336574" y="3133457"/>
                  </a:lnTo>
                  <a:lnTo>
                    <a:pt x="2336669" y="3133457"/>
                  </a:lnTo>
                  <a:lnTo>
                    <a:pt x="2336763" y="3133457"/>
                  </a:lnTo>
                  <a:lnTo>
                    <a:pt x="2336857" y="3133457"/>
                  </a:lnTo>
                  <a:lnTo>
                    <a:pt x="2336951" y="3133457"/>
                  </a:lnTo>
                  <a:lnTo>
                    <a:pt x="2337045" y="3133457"/>
                  </a:lnTo>
                  <a:lnTo>
                    <a:pt x="2337139" y="3133457"/>
                  </a:lnTo>
                  <a:lnTo>
                    <a:pt x="2337233" y="3133457"/>
                  </a:lnTo>
                  <a:lnTo>
                    <a:pt x="2337328" y="3133457"/>
                  </a:lnTo>
                  <a:lnTo>
                    <a:pt x="2337328" y="3128545"/>
                  </a:lnTo>
                  <a:lnTo>
                    <a:pt x="2337422" y="3128545"/>
                  </a:lnTo>
                  <a:lnTo>
                    <a:pt x="2337516" y="3128545"/>
                  </a:lnTo>
                  <a:lnTo>
                    <a:pt x="2337610" y="3128545"/>
                  </a:lnTo>
                  <a:lnTo>
                    <a:pt x="2337704" y="3128545"/>
                  </a:lnTo>
                  <a:lnTo>
                    <a:pt x="2337798" y="3128545"/>
                  </a:lnTo>
                  <a:lnTo>
                    <a:pt x="2337893" y="3128545"/>
                  </a:lnTo>
                  <a:lnTo>
                    <a:pt x="2337987" y="3128545"/>
                  </a:lnTo>
                  <a:lnTo>
                    <a:pt x="2338081" y="3128545"/>
                  </a:lnTo>
                  <a:lnTo>
                    <a:pt x="2338175" y="3128545"/>
                  </a:lnTo>
                  <a:lnTo>
                    <a:pt x="2338269" y="3128545"/>
                  </a:lnTo>
                  <a:lnTo>
                    <a:pt x="2338363" y="3128545"/>
                  </a:lnTo>
                  <a:lnTo>
                    <a:pt x="2338457" y="3128545"/>
                  </a:lnTo>
                  <a:lnTo>
                    <a:pt x="2338457" y="3123634"/>
                  </a:lnTo>
                  <a:lnTo>
                    <a:pt x="2338552" y="3123634"/>
                  </a:lnTo>
                  <a:lnTo>
                    <a:pt x="2338646" y="3123634"/>
                  </a:lnTo>
                  <a:lnTo>
                    <a:pt x="2338740" y="3123634"/>
                  </a:lnTo>
                  <a:lnTo>
                    <a:pt x="2338834" y="3123634"/>
                  </a:lnTo>
                  <a:lnTo>
                    <a:pt x="2338928" y="3123634"/>
                  </a:lnTo>
                  <a:lnTo>
                    <a:pt x="2339022" y="3123634"/>
                  </a:lnTo>
                  <a:lnTo>
                    <a:pt x="2339116" y="3123634"/>
                  </a:lnTo>
                  <a:lnTo>
                    <a:pt x="2339211" y="3123634"/>
                  </a:lnTo>
                  <a:lnTo>
                    <a:pt x="2339305" y="3123634"/>
                  </a:lnTo>
                  <a:lnTo>
                    <a:pt x="2339399" y="3123634"/>
                  </a:lnTo>
                  <a:lnTo>
                    <a:pt x="2339493" y="3123634"/>
                  </a:lnTo>
                  <a:lnTo>
                    <a:pt x="2339587" y="3123634"/>
                  </a:lnTo>
                  <a:lnTo>
                    <a:pt x="2339681" y="3123634"/>
                  </a:lnTo>
                  <a:lnTo>
                    <a:pt x="2339776" y="3123634"/>
                  </a:lnTo>
                  <a:lnTo>
                    <a:pt x="2339870" y="3123634"/>
                  </a:lnTo>
                  <a:lnTo>
                    <a:pt x="2339964" y="3123634"/>
                  </a:lnTo>
                  <a:lnTo>
                    <a:pt x="2340058" y="3123634"/>
                  </a:lnTo>
                  <a:lnTo>
                    <a:pt x="2340152" y="3123634"/>
                  </a:lnTo>
                  <a:lnTo>
                    <a:pt x="2340246" y="3123634"/>
                  </a:lnTo>
                  <a:lnTo>
                    <a:pt x="2340340" y="3123634"/>
                  </a:lnTo>
                  <a:lnTo>
                    <a:pt x="2340435" y="3123634"/>
                  </a:lnTo>
                  <a:lnTo>
                    <a:pt x="2340435" y="3118723"/>
                  </a:lnTo>
                  <a:lnTo>
                    <a:pt x="2340529" y="3118723"/>
                  </a:lnTo>
                  <a:lnTo>
                    <a:pt x="2340623" y="3118723"/>
                  </a:lnTo>
                  <a:lnTo>
                    <a:pt x="2340717" y="3118723"/>
                  </a:lnTo>
                  <a:lnTo>
                    <a:pt x="2340811" y="3118723"/>
                  </a:lnTo>
                  <a:lnTo>
                    <a:pt x="2340905" y="3118723"/>
                  </a:lnTo>
                  <a:lnTo>
                    <a:pt x="2341000" y="3118723"/>
                  </a:lnTo>
                  <a:lnTo>
                    <a:pt x="2341094" y="3118723"/>
                  </a:lnTo>
                  <a:lnTo>
                    <a:pt x="2341188" y="3118723"/>
                  </a:lnTo>
                  <a:lnTo>
                    <a:pt x="2341282" y="3118723"/>
                  </a:lnTo>
                  <a:lnTo>
                    <a:pt x="2341376" y="3118723"/>
                  </a:lnTo>
                  <a:lnTo>
                    <a:pt x="2341470" y="3118723"/>
                  </a:lnTo>
                  <a:lnTo>
                    <a:pt x="2341564" y="3118723"/>
                  </a:lnTo>
                  <a:lnTo>
                    <a:pt x="2341659" y="3118723"/>
                  </a:lnTo>
                  <a:lnTo>
                    <a:pt x="2341753" y="3118723"/>
                  </a:lnTo>
                  <a:lnTo>
                    <a:pt x="2341847" y="3118723"/>
                  </a:lnTo>
                  <a:lnTo>
                    <a:pt x="2341941" y="3118723"/>
                  </a:lnTo>
                  <a:lnTo>
                    <a:pt x="2342035" y="3118723"/>
                  </a:lnTo>
                  <a:lnTo>
                    <a:pt x="2342129" y="3118723"/>
                  </a:lnTo>
                  <a:lnTo>
                    <a:pt x="2342224" y="3118723"/>
                  </a:lnTo>
                  <a:lnTo>
                    <a:pt x="2342318" y="3118723"/>
                  </a:lnTo>
                  <a:lnTo>
                    <a:pt x="2342412" y="3118723"/>
                  </a:lnTo>
                  <a:lnTo>
                    <a:pt x="2342506" y="3118723"/>
                  </a:lnTo>
                  <a:lnTo>
                    <a:pt x="2342600" y="3118723"/>
                  </a:lnTo>
                  <a:lnTo>
                    <a:pt x="2342694" y="3118723"/>
                  </a:lnTo>
                  <a:lnTo>
                    <a:pt x="2342788" y="3118723"/>
                  </a:lnTo>
                  <a:lnTo>
                    <a:pt x="2342883" y="3118723"/>
                  </a:lnTo>
                  <a:lnTo>
                    <a:pt x="2342977" y="3118723"/>
                  </a:lnTo>
                  <a:lnTo>
                    <a:pt x="2343071" y="3118723"/>
                  </a:lnTo>
                  <a:lnTo>
                    <a:pt x="2343165" y="3118723"/>
                  </a:lnTo>
                  <a:lnTo>
                    <a:pt x="2343259" y="3118723"/>
                  </a:lnTo>
                  <a:lnTo>
                    <a:pt x="2343353" y="3118723"/>
                  </a:lnTo>
                  <a:lnTo>
                    <a:pt x="2343447" y="3118723"/>
                  </a:lnTo>
                  <a:lnTo>
                    <a:pt x="2343542" y="3118723"/>
                  </a:lnTo>
                  <a:lnTo>
                    <a:pt x="2343636" y="3118723"/>
                  </a:lnTo>
                  <a:lnTo>
                    <a:pt x="2343730" y="3118723"/>
                  </a:lnTo>
                  <a:lnTo>
                    <a:pt x="2343824" y="3118723"/>
                  </a:lnTo>
                  <a:lnTo>
                    <a:pt x="2343918" y="3118723"/>
                  </a:lnTo>
                  <a:lnTo>
                    <a:pt x="2344012" y="3118723"/>
                  </a:lnTo>
                  <a:lnTo>
                    <a:pt x="2344107" y="3118723"/>
                  </a:lnTo>
                  <a:lnTo>
                    <a:pt x="2344201" y="3118723"/>
                  </a:lnTo>
                  <a:lnTo>
                    <a:pt x="2344295" y="3118723"/>
                  </a:lnTo>
                  <a:lnTo>
                    <a:pt x="2344389" y="3118723"/>
                  </a:lnTo>
                  <a:lnTo>
                    <a:pt x="2344483" y="3118723"/>
                  </a:lnTo>
                  <a:lnTo>
                    <a:pt x="2344577" y="3118723"/>
                  </a:lnTo>
                  <a:lnTo>
                    <a:pt x="2344671" y="3118723"/>
                  </a:lnTo>
                  <a:lnTo>
                    <a:pt x="2344766" y="3118723"/>
                  </a:lnTo>
                  <a:lnTo>
                    <a:pt x="2344860" y="3118723"/>
                  </a:lnTo>
                  <a:lnTo>
                    <a:pt x="2344954" y="3118723"/>
                  </a:lnTo>
                  <a:lnTo>
                    <a:pt x="2345048" y="3118723"/>
                  </a:lnTo>
                  <a:lnTo>
                    <a:pt x="2345142" y="3118723"/>
                  </a:lnTo>
                  <a:lnTo>
                    <a:pt x="2345236" y="3118723"/>
                  </a:lnTo>
                  <a:lnTo>
                    <a:pt x="2345331" y="3118723"/>
                  </a:lnTo>
                  <a:lnTo>
                    <a:pt x="2345425" y="3118723"/>
                  </a:lnTo>
                  <a:lnTo>
                    <a:pt x="2345519" y="3118723"/>
                  </a:lnTo>
                  <a:lnTo>
                    <a:pt x="2345613" y="3118723"/>
                  </a:lnTo>
                  <a:lnTo>
                    <a:pt x="2345707" y="3118723"/>
                  </a:lnTo>
                  <a:lnTo>
                    <a:pt x="2345801" y="3118723"/>
                  </a:lnTo>
                  <a:lnTo>
                    <a:pt x="2345895" y="3118723"/>
                  </a:lnTo>
                  <a:lnTo>
                    <a:pt x="2345990" y="3118723"/>
                  </a:lnTo>
                  <a:lnTo>
                    <a:pt x="2346084" y="3118723"/>
                  </a:lnTo>
                  <a:lnTo>
                    <a:pt x="2346178" y="3118723"/>
                  </a:lnTo>
                  <a:lnTo>
                    <a:pt x="2346272" y="3118723"/>
                  </a:lnTo>
                  <a:lnTo>
                    <a:pt x="2346366" y="3118723"/>
                  </a:lnTo>
                  <a:lnTo>
                    <a:pt x="2346460" y="3118723"/>
                  </a:lnTo>
                  <a:lnTo>
                    <a:pt x="2346555" y="3118723"/>
                  </a:lnTo>
                  <a:lnTo>
                    <a:pt x="2346649" y="3118723"/>
                  </a:lnTo>
                  <a:lnTo>
                    <a:pt x="2346743" y="3118723"/>
                  </a:lnTo>
                  <a:lnTo>
                    <a:pt x="2346837" y="3118723"/>
                  </a:lnTo>
                  <a:lnTo>
                    <a:pt x="2346931" y="3118723"/>
                  </a:lnTo>
                  <a:lnTo>
                    <a:pt x="2347025" y="3118723"/>
                  </a:lnTo>
                  <a:lnTo>
                    <a:pt x="2347119" y="3118723"/>
                  </a:lnTo>
                  <a:lnTo>
                    <a:pt x="2347214" y="3118723"/>
                  </a:lnTo>
                  <a:lnTo>
                    <a:pt x="2347308" y="3118723"/>
                  </a:lnTo>
                  <a:lnTo>
                    <a:pt x="2347402" y="3118723"/>
                  </a:lnTo>
                  <a:lnTo>
                    <a:pt x="2347496" y="3118723"/>
                  </a:lnTo>
                  <a:lnTo>
                    <a:pt x="2347590" y="3118723"/>
                  </a:lnTo>
                  <a:lnTo>
                    <a:pt x="2347684" y="3118723"/>
                  </a:lnTo>
                  <a:lnTo>
                    <a:pt x="2347778" y="3118723"/>
                  </a:lnTo>
                  <a:lnTo>
                    <a:pt x="2347873" y="3118723"/>
                  </a:lnTo>
                  <a:lnTo>
                    <a:pt x="2347967" y="3118723"/>
                  </a:lnTo>
                  <a:lnTo>
                    <a:pt x="2348061" y="3118723"/>
                  </a:lnTo>
                  <a:lnTo>
                    <a:pt x="2348155" y="3118723"/>
                  </a:lnTo>
                  <a:lnTo>
                    <a:pt x="2348249" y="3118723"/>
                  </a:lnTo>
                  <a:lnTo>
                    <a:pt x="2348343" y="3118723"/>
                  </a:lnTo>
                  <a:lnTo>
                    <a:pt x="2348438" y="3118723"/>
                  </a:lnTo>
                  <a:lnTo>
                    <a:pt x="2348532" y="3118723"/>
                  </a:lnTo>
                  <a:lnTo>
                    <a:pt x="2348626" y="3118723"/>
                  </a:lnTo>
                  <a:lnTo>
                    <a:pt x="2348720" y="3118723"/>
                  </a:lnTo>
                  <a:lnTo>
                    <a:pt x="2348814" y="3118723"/>
                  </a:lnTo>
                  <a:lnTo>
                    <a:pt x="2348908" y="3118723"/>
                  </a:lnTo>
                  <a:lnTo>
                    <a:pt x="2349002" y="3118723"/>
                  </a:lnTo>
                  <a:lnTo>
                    <a:pt x="2349097" y="3118723"/>
                  </a:lnTo>
                  <a:lnTo>
                    <a:pt x="2349191" y="3118723"/>
                  </a:lnTo>
                  <a:lnTo>
                    <a:pt x="2349285" y="3118723"/>
                  </a:lnTo>
                  <a:lnTo>
                    <a:pt x="2349379" y="3118723"/>
                  </a:lnTo>
                  <a:lnTo>
                    <a:pt x="2349473" y="3118723"/>
                  </a:lnTo>
                  <a:lnTo>
                    <a:pt x="2349567" y="3118723"/>
                  </a:lnTo>
                  <a:lnTo>
                    <a:pt x="2349662" y="3118723"/>
                  </a:lnTo>
                  <a:lnTo>
                    <a:pt x="2349756" y="3118723"/>
                  </a:lnTo>
                  <a:lnTo>
                    <a:pt x="2349850" y="3118723"/>
                  </a:lnTo>
                  <a:lnTo>
                    <a:pt x="2349944" y="3118723"/>
                  </a:lnTo>
                  <a:lnTo>
                    <a:pt x="2350038" y="3118723"/>
                  </a:lnTo>
                  <a:lnTo>
                    <a:pt x="2350132" y="3118723"/>
                  </a:lnTo>
                  <a:lnTo>
                    <a:pt x="2350226" y="3118723"/>
                  </a:lnTo>
                  <a:lnTo>
                    <a:pt x="2350321" y="3118723"/>
                  </a:lnTo>
                  <a:lnTo>
                    <a:pt x="2350415" y="3118723"/>
                  </a:lnTo>
                  <a:lnTo>
                    <a:pt x="2350509" y="3118723"/>
                  </a:lnTo>
                  <a:lnTo>
                    <a:pt x="2350603" y="3118723"/>
                  </a:lnTo>
                  <a:lnTo>
                    <a:pt x="2350697" y="3118723"/>
                  </a:lnTo>
                  <a:lnTo>
                    <a:pt x="2350791" y="3118723"/>
                  </a:lnTo>
                  <a:lnTo>
                    <a:pt x="2350886" y="3118723"/>
                  </a:lnTo>
                  <a:lnTo>
                    <a:pt x="2350980" y="3118723"/>
                  </a:lnTo>
                  <a:lnTo>
                    <a:pt x="2351074" y="3118723"/>
                  </a:lnTo>
                  <a:lnTo>
                    <a:pt x="2351168" y="3118723"/>
                  </a:lnTo>
                  <a:lnTo>
                    <a:pt x="2351262" y="3118723"/>
                  </a:lnTo>
                  <a:lnTo>
                    <a:pt x="2351356" y="3118723"/>
                  </a:lnTo>
                  <a:lnTo>
                    <a:pt x="2351450" y="3118723"/>
                  </a:lnTo>
                  <a:lnTo>
                    <a:pt x="2351545" y="3118723"/>
                  </a:lnTo>
                  <a:lnTo>
                    <a:pt x="2351545" y="3113811"/>
                  </a:lnTo>
                  <a:lnTo>
                    <a:pt x="2351639" y="3113811"/>
                  </a:lnTo>
                  <a:lnTo>
                    <a:pt x="2351733" y="3113811"/>
                  </a:lnTo>
                  <a:lnTo>
                    <a:pt x="2351827" y="3113811"/>
                  </a:lnTo>
                  <a:lnTo>
                    <a:pt x="2351921" y="3113811"/>
                  </a:lnTo>
                  <a:lnTo>
                    <a:pt x="2352015" y="3113811"/>
                  </a:lnTo>
                  <a:lnTo>
                    <a:pt x="2352109" y="3113811"/>
                  </a:lnTo>
                  <a:lnTo>
                    <a:pt x="2352204" y="3113811"/>
                  </a:lnTo>
                  <a:lnTo>
                    <a:pt x="2352298" y="3113811"/>
                  </a:lnTo>
                  <a:lnTo>
                    <a:pt x="2352392" y="3113811"/>
                  </a:lnTo>
                  <a:lnTo>
                    <a:pt x="2352486" y="3113811"/>
                  </a:lnTo>
                  <a:lnTo>
                    <a:pt x="2352580" y="3113811"/>
                  </a:lnTo>
                  <a:lnTo>
                    <a:pt x="2352674" y="3113811"/>
                  </a:lnTo>
                  <a:lnTo>
                    <a:pt x="2352769" y="3113811"/>
                  </a:lnTo>
                  <a:lnTo>
                    <a:pt x="2352769" y="3108900"/>
                  </a:lnTo>
                  <a:lnTo>
                    <a:pt x="2352863" y="3108900"/>
                  </a:lnTo>
                  <a:lnTo>
                    <a:pt x="2352957" y="3108900"/>
                  </a:lnTo>
                  <a:lnTo>
                    <a:pt x="2353051" y="3108900"/>
                  </a:lnTo>
                  <a:lnTo>
                    <a:pt x="2353145" y="3108900"/>
                  </a:lnTo>
                  <a:lnTo>
                    <a:pt x="2353239" y="3108900"/>
                  </a:lnTo>
                  <a:lnTo>
                    <a:pt x="2353333" y="3108900"/>
                  </a:lnTo>
                  <a:lnTo>
                    <a:pt x="2353428" y="3108900"/>
                  </a:lnTo>
                  <a:lnTo>
                    <a:pt x="2353522" y="3108900"/>
                  </a:lnTo>
                  <a:lnTo>
                    <a:pt x="2353616" y="3108900"/>
                  </a:lnTo>
                  <a:lnTo>
                    <a:pt x="2353710" y="3108900"/>
                  </a:lnTo>
                  <a:lnTo>
                    <a:pt x="2353804" y="3108900"/>
                  </a:lnTo>
                  <a:lnTo>
                    <a:pt x="2353898" y="3108900"/>
                  </a:lnTo>
                  <a:lnTo>
                    <a:pt x="2353993" y="3108900"/>
                  </a:lnTo>
                  <a:lnTo>
                    <a:pt x="2354087" y="3108900"/>
                  </a:lnTo>
                  <a:lnTo>
                    <a:pt x="2354181" y="3108900"/>
                  </a:lnTo>
                  <a:lnTo>
                    <a:pt x="2354275" y="3108900"/>
                  </a:lnTo>
                  <a:lnTo>
                    <a:pt x="2354369" y="3108900"/>
                  </a:lnTo>
                  <a:lnTo>
                    <a:pt x="2354463" y="3108900"/>
                  </a:lnTo>
                  <a:lnTo>
                    <a:pt x="2354557" y="3108900"/>
                  </a:lnTo>
                  <a:lnTo>
                    <a:pt x="2354652" y="3108900"/>
                  </a:lnTo>
                  <a:lnTo>
                    <a:pt x="2354746" y="3108900"/>
                  </a:lnTo>
                  <a:lnTo>
                    <a:pt x="2354840" y="3108900"/>
                  </a:lnTo>
                  <a:lnTo>
                    <a:pt x="2354934" y="3108900"/>
                  </a:lnTo>
                  <a:lnTo>
                    <a:pt x="2355028" y="3108900"/>
                  </a:lnTo>
                  <a:lnTo>
                    <a:pt x="2355122" y="3108900"/>
                  </a:lnTo>
                  <a:lnTo>
                    <a:pt x="2355217" y="3108900"/>
                  </a:lnTo>
                  <a:lnTo>
                    <a:pt x="2355311" y="3108900"/>
                  </a:lnTo>
                  <a:lnTo>
                    <a:pt x="2355405" y="3108900"/>
                  </a:lnTo>
                  <a:lnTo>
                    <a:pt x="2355499" y="3108900"/>
                  </a:lnTo>
                  <a:lnTo>
                    <a:pt x="2355593" y="3108900"/>
                  </a:lnTo>
                  <a:lnTo>
                    <a:pt x="2355687" y="3108900"/>
                  </a:lnTo>
                  <a:lnTo>
                    <a:pt x="2355781" y="3108900"/>
                  </a:lnTo>
                  <a:lnTo>
                    <a:pt x="2355876" y="3108900"/>
                  </a:lnTo>
                  <a:lnTo>
                    <a:pt x="2355970" y="3108900"/>
                  </a:lnTo>
                  <a:lnTo>
                    <a:pt x="2356064" y="3108900"/>
                  </a:lnTo>
                  <a:lnTo>
                    <a:pt x="2356158" y="3108900"/>
                  </a:lnTo>
                  <a:lnTo>
                    <a:pt x="2356252" y="3108900"/>
                  </a:lnTo>
                  <a:lnTo>
                    <a:pt x="2356346" y="3108900"/>
                  </a:lnTo>
                  <a:lnTo>
                    <a:pt x="2356440" y="3108900"/>
                  </a:lnTo>
                  <a:lnTo>
                    <a:pt x="2356535" y="3108900"/>
                  </a:lnTo>
                  <a:lnTo>
                    <a:pt x="2356629" y="3108900"/>
                  </a:lnTo>
                  <a:lnTo>
                    <a:pt x="2356723" y="3108900"/>
                  </a:lnTo>
                  <a:lnTo>
                    <a:pt x="2356817" y="3108900"/>
                  </a:lnTo>
                  <a:lnTo>
                    <a:pt x="2356911" y="3108900"/>
                  </a:lnTo>
                  <a:lnTo>
                    <a:pt x="2357005" y="3108900"/>
                  </a:lnTo>
                  <a:lnTo>
                    <a:pt x="2357100" y="3108900"/>
                  </a:lnTo>
                  <a:lnTo>
                    <a:pt x="2357194" y="3108900"/>
                  </a:lnTo>
                  <a:lnTo>
                    <a:pt x="2357288" y="3108900"/>
                  </a:lnTo>
                  <a:lnTo>
                    <a:pt x="2357382" y="3108900"/>
                  </a:lnTo>
                  <a:lnTo>
                    <a:pt x="2357476" y="3108900"/>
                  </a:lnTo>
                  <a:lnTo>
                    <a:pt x="2357570" y="3108900"/>
                  </a:lnTo>
                  <a:lnTo>
                    <a:pt x="2357664" y="3108900"/>
                  </a:lnTo>
                  <a:lnTo>
                    <a:pt x="2357759" y="3108900"/>
                  </a:lnTo>
                  <a:lnTo>
                    <a:pt x="2357853" y="3108900"/>
                  </a:lnTo>
                  <a:lnTo>
                    <a:pt x="2357947" y="3108900"/>
                  </a:lnTo>
                  <a:lnTo>
                    <a:pt x="2358041" y="3108900"/>
                  </a:lnTo>
                  <a:lnTo>
                    <a:pt x="2358135" y="3108900"/>
                  </a:lnTo>
                  <a:lnTo>
                    <a:pt x="2358229" y="3108900"/>
                  </a:lnTo>
                  <a:lnTo>
                    <a:pt x="2358324" y="3108900"/>
                  </a:lnTo>
                  <a:lnTo>
                    <a:pt x="2358418" y="3108900"/>
                  </a:lnTo>
                  <a:lnTo>
                    <a:pt x="2358512" y="3108900"/>
                  </a:lnTo>
                  <a:lnTo>
                    <a:pt x="2358606" y="3108900"/>
                  </a:lnTo>
                  <a:lnTo>
                    <a:pt x="2358700" y="3108900"/>
                  </a:lnTo>
                  <a:lnTo>
                    <a:pt x="2358794" y="3108900"/>
                  </a:lnTo>
                  <a:lnTo>
                    <a:pt x="2358888" y="3108900"/>
                  </a:lnTo>
                  <a:lnTo>
                    <a:pt x="2358983" y="3108900"/>
                  </a:lnTo>
                  <a:lnTo>
                    <a:pt x="2359077" y="3108900"/>
                  </a:lnTo>
                  <a:lnTo>
                    <a:pt x="2359171" y="3108900"/>
                  </a:lnTo>
                  <a:lnTo>
                    <a:pt x="2359265" y="3108900"/>
                  </a:lnTo>
                  <a:lnTo>
                    <a:pt x="2359359" y="3108900"/>
                  </a:lnTo>
                  <a:lnTo>
                    <a:pt x="2359359" y="3103988"/>
                  </a:lnTo>
                  <a:lnTo>
                    <a:pt x="2359453" y="3103988"/>
                  </a:lnTo>
                  <a:lnTo>
                    <a:pt x="2359548" y="3103988"/>
                  </a:lnTo>
                  <a:lnTo>
                    <a:pt x="2359642" y="3103988"/>
                  </a:lnTo>
                  <a:lnTo>
                    <a:pt x="2359736" y="3103988"/>
                  </a:lnTo>
                  <a:lnTo>
                    <a:pt x="2359830" y="3103988"/>
                  </a:lnTo>
                  <a:lnTo>
                    <a:pt x="2359924" y="3103988"/>
                  </a:lnTo>
                  <a:lnTo>
                    <a:pt x="2360018" y="3103988"/>
                  </a:lnTo>
                  <a:lnTo>
                    <a:pt x="2360018" y="3099077"/>
                  </a:lnTo>
                  <a:lnTo>
                    <a:pt x="2360112" y="3099077"/>
                  </a:lnTo>
                  <a:lnTo>
                    <a:pt x="2360207" y="3099077"/>
                  </a:lnTo>
                  <a:lnTo>
                    <a:pt x="2360301" y="3099077"/>
                  </a:lnTo>
                  <a:lnTo>
                    <a:pt x="2360395" y="3099077"/>
                  </a:lnTo>
                  <a:lnTo>
                    <a:pt x="2360489" y="3099077"/>
                  </a:lnTo>
                  <a:lnTo>
                    <a:pt x="2360583" y="3099077"/>
                  </a:lnTo>
                  <a:lnTo>
                    <a:pt x="2360583" y="3094166"/>
                  </a:lnTo>
                  <a:lnTo>
                    <a:pt x="2360677" y="3094166"/>
                  </a:lnTo>
                  <a:lnTo>
                    <a:pt x="2360771" y="3094166"/>
                  </a:lnTo>
                  <a:lnTo>
                    <a:pt x="2360866" y="3094166"/>
                  </a:lnTo>
                  <a:lnTo>
                    <a:pt x="2360960" y="3094166"/>
                  </a:lnTo>
                  <a:lnTo>
                    <a:pt x="2361054" y="3094166"/>
                  </a:lnTo>
                  <a:lnTo>
                    <a:pt x="2361148" y="3094166"/>
                  </a:lnTo>
                  <a:lnTo>
                    <a:pt x="2361242" y="3094166"/>
                  </a:lnTo>
                  <a:lnTo>
                    <a:pt x="2361336" y="3094166"/>
                  </a:lnTo>
                  <a:lnTo>
                    <a:pt x="2361431" y="3094166"/>
                  </a:lnTo>
                  <a:lnTo>
                    <a:pt x="2361525" y="3094166"/>
                  </a:lnTo>
                  <a:lnTo>
                    <a:pt x="2361619" y="3094166"/>
                  </a:lnTo>
                  <a:lnTo>
                    <a:pt x="2361713" y="3094166"/>
                  </a:lnTo>
                  <a:lnTo>
                    <a:pt x="2361807" y="3094166"/>
                  </a:lnTo>
                  <a:lnTo>
                    <a:pt x="2361901" y="3094166"/>
                  </a:lnTo>
                  <a:lnTo>
                    <a:pt x="2361995" y="3094166"/>
                  </a:lnTo>
                  <a:lnTo>
                    <a:pt x="2362090" y="3094166"/>
                  </a:lnTo>
                  <a:lnTo>
                    <a:pt x="2362184" y="3094166"/>
                  </a:lnTo>
                  <a:lnTo>
                    <a:pt x="2362278" y="3094166"/>
                  </a:lnTo>
                  <a:lnTo>
                    <a:pt x="2362372" y="3094166"/>
                  </a:lnTo>
                  <a:lnTo>
                    <a:pt x="2362466" y="3094166"/>
                  </a:lnTo>
                  <a:lnTo>
                    <a:pt x="2362560" y="3094166"/>
                  </a:lnTo>
                  <a:lnTo>
                    <a:pt x="2362655" y="3094166"/>
                  </a:lnTo>
                  <a:lnTo>
                    <a:pt x="2362749" y="3094166"/>
                  </a:lnTo>
                  <a:lnTo>
                    <a:pt x="2362843" y="3094166"/>
                  </a:lnTo>
                  <a:lnTo>
                    <a:pt x="2362937" y="3094166"/>
                  </a:lnTo>
                  <a:lnTo>
                    <a:pt x="2363031" y="3094166"/>
                  </a:lnTo>
                  <a:lnTo>
                    <a:pt x="2363125" y="3094166"/>
                  </a:lnTo>
                  <a:lnTo>
                    <a:pt x="2363125" y="3089254"/>
                  </a:lnTo>
                  <a:lnTo>
                    <a:pt x="2363219" y="3089254"/>
                  </a:lnTo>
                  <a:lnTo>
                    <a:pt x="2363314" y="3089254"/>
                  </a:lnTo>
                  <a:lnTo>
                    <a:pt x="2363408" y="3089254"/>
                  </a:lnTo>
                  <a:lnTo>
                    <a:pt x="2363502" y="3089254"/>
                  </a:lnTo>
                  <a:lnTo>
                    <a:pt x="2363596" y="3089254"/>
                  </a:lnTo>
                  <a:lnTo>
                    <a:pt x="2363690" y="3089254"/>
                  </a:lnTo>
                  <a:lnTo>
                    <a:pt x="2363784" y="3089254"/>
                  </a:lnTo>
                  <a:lnTo>
                    <a:pt x="2363879" y="3089254"/>
                  </a:lnTo>
                  <a:lnTo>
                    <a:pt x="2363879" y="3084343"/>
                  </a:lnTo>
                  <a:lnTo>
                    <a:pt x="2363973" y="3084343"/>
                  </a:lnTo>
                  <a:lnTo>
                    <a:pt x="2364067" y="3084343"/>
                  </a:lnTo>
                  <a:lnTo>
                    <a:pt x="2364161" y="3084343"/>
                  </a:lnTo>
                  <a:lnTo>
                    <a:pt x="2364255" y="3084343"/>
                  </a:lnTo>
                  <a:lnTo>
                    <a:pt x="2364349" y="3084343"/>
                  </a:lnTo>
                  <a:lnTo>
                    <a:pt x="2364443" y="3084343"/>
                  </a:lnTo>
                  <a:lnTo>
                    <a:pt x="2364538" y="3084343"/>
                  </a:lnTo>
                  <a:lnTo>
                    <a:pt x="2364632" y="3084343"/>
                  </a:lnTo>
                  <a:lnTo>
                    <a:pt x="2364726" y="3084343"/>
                  </a:lnTo>
                  <a:lnTo>
                    <a:pt x="2364820" y="3084343"/>
                  </a:lnTo>
                  <a:lnTo>
                    <a:pt x="2364914" y="3084343"/>
                  </a:lnTo>
                  <a:lnTo>
                    <a:pt x="2365008" y="3084343"/>
                  </a:lnTo>
                  <a:lnTo>
                    <a:pt x="2365102" y="3084343"/>
                  </a:lnTo>
                  <a:lnTo>
                    <a:pt x="2365197" y="3084343"/>
                  </a:lnTo>
                  <a:lnTo>
                    <a:pt x="2365291" y="3084343"/>
                  </a:lnTo>
                  <a:lnTo>
                    <a:pt x="2365385" y="3084343"/>
                  </a:lnTo>
                  <a:lnTo>
                    <a:pt x="2365479" y="3084343"/>
                  </a:lnTo>
                  <a:lnTo>
                    <a:pt x="2365573" y="3084343"/>
                  </a:lnTo>
                  <a:lnTo>
                    <a:pt x="2365667" y="3084343"/>
                  </a:lnTo>
                  <a:lnTo>
                    <a:pt x="2365762" y="3084343"/>
                  </a:lnTo>
                  <a:lnTo>
                    <a:pt x="2365856" y="3084343"/>
                  </a:lnTo>
                  <a:lnTo>
                    <a:pt x="2365950" y="3084343"/>
                  </a:lnTo>
                  <a:lnTo>
                    <a:pt x="2366044" y="3084343"/>
                  </a:lnTo>
                  <a:lnTo>
                    <a:pt x="2366138" y="3084343"/>
                  </a:lnTo>
                  <a:lnTo>
                    <a:pt x="2366232" y="3084343"/>
                  </a:lnTo>
                  <a:lnTo>
                    <a:pt x="2366326" y="3084343"/>
                  </a:lnTo>
                  <a:lnTo>
                    <a:pt x="2366421" y="3084343"/>
                  </a:lnTo>
                  <a:lnTo>
                    <a:pt x="2366515" y="3084343"/>
                  </a:lnTo>
                  <a:lnTo>
                    <a:pt x="2366609" y="3084343"/>
                  </a:lnTo>
                  <a:lnTo>
                    <a:pt x="2366703" y="3084343"/>
                  </a:lnTo>
                  <a:lnTo>
                    <a:pt x="2366797" y="3084343"/>
                  </a:lnTo>
                  <a:lnTo>
                    <a:pt x="2366891" y="3084343"/>
                  </a:lnTo>
                  <a:lnTo>
                    <a:pt x="2366986" y="3084343"/>
                  </a:lnTo>
                  <a:lnTo>
                    <a:pt x="2367080" y="3084343"/>
                  </a:lnTo>
                  <a:lnTo>
                    <a:pt x="2367174" y="3084343"/>
                  </a:lnTo>
                  <a:lnTo>
                    <a:pt x="2367268" y="3084343"/>
                  </a:lnTo>
                  <a:lnTo>
                    <a:pt x="2367362" y="3084343"/>
                  </a:lnTo>
                  <a:lnTo>
                    <a:pt x="2367456" y="3084343"/>
                  </a:lnTo>
                  <a:lnTo>
                    <a:pt x="2367550" y="3084343"/>
                  </a:lnTo>
                  <a:lnTo>
                    <a:pt x="2367645" y="3084343"/>
                  </a:lnTo>
                  <a:lnTo>
                    <a:pt x="2367739" y="3084343"/>
                  </a:lnTo>
                  <a:lnTo>
                    <a:pt x="2367833" y="3084343"/>
                  </a:lnTo>
                  <a:lnTo>
                    <a:pt x="2367927" y="3084343"/>
                  </a:lnTo>
                  <a:lnTo>
                    <a:pt x="2368021" y="3084343"/>
                  </a:lnTo>
                  <a:lnTo>
                    <a:pt x="2368115" y="3084343"/>
                  </a:lnTo>
                  <a:lnTo>
                    <a:pt x="2368210" y="3084343"/>
                  </a:lnTo>
                  <a:lnTo>
                    <a:pt x="2368304" y="3084343"/>
                  </a:lnTo>
                  <a:lnTo>
                    <a:pt x="2368398" y="3084343"/>
                  </a:lnTo>
                  <a:lnTo>
                    <a:pt x="2368492" y="3084343"/>
                  </a:lnTo>
                  <a:lnTo>
                    <a:pt x="2368586" y="3084343"/>
                  </a:lnTo>
                  <a:lnTo>
                    <a:pt x="2368680" y="3084343"/>
                  </a:lnTo>
                  <a:lnTo>
                    <a:pt x="2368774" y="3084343"/>
                  </a:lnTo>
                  <a:lnTo>
                    <a:pt x="2368869" y="3084343"/>
                  </a:lnTo>
                  <a:lnTo>
                    <a:pt x="2368963" y="3084343"/>
                  </a:lnTo>
                  <a:lnTo>
                    <a:pt x="2369057" y="3084343"/>
                  </a:lnTo>
                  <a:lnTo>
                    <a:pt x="2369151" y="3084343"/>
                  </a:lnTo>
                  <a:lnTo>
                    <a:pt x="2369245" y="3084343"/>
                  </a:lnTo>
                  <a:lnTo>
                    <a:pt x="2369339" y="3084343"/>
                  </a:lnTo>
                  <a:lnTo>
                    <a:pt x="2369433" y="3084343"/>
                  </a:lnTo>
                  <a:lnTo>
                    <a:pt x="2369528" y="3084343"/>
                  </a:lnTo>
                  <a:lnTo>
                    <a:pt x="2369622" y="3084343"/>
                  </a:lnTo>
                  <a:lnTo>
                    <a:pt x="2369716" y="3084343"/>
                  </a:lnTo>
                  <a:lnTo>
                    <a:pt x="2369810" y="3084343"/>
                  </a:lnTo>
                  <a:lnTo>
                    <a:pt x="2369904" y="3084343"/>
                  </a:lnTo>
                  <a:lnTo>
                    <a:pt x="2369998" y="3084343"/>
                  </a:lnTo>
                  <a:lnTo>
                    <a:pt x="2370093" y="3084343"/>
                  </a:lnTo>
                  <a:lnTo>
                    <a:pt x="2370187" y="3084343"/>
                  </a:lnTo>
                  <a:lnTo>
                    <a:pt x="2370281" y="3084343"/>
                  </a:lnTo>
                  <a:lnTo>
                    <a:pt x="2370375" y="3084343"/>
                  </a:lnTo>
                  <a:lnTo>
                    <a:pt x="2370469" y="3084343"/>
                  </a:lnTo>
                  <a:lnTo>
                    <a:pt x="2370563" y="3084343"/>
                  </a:lnTo>
                  <a:lnTo>
                    <a:pt x="2370657" y="3084343"/>
                  </a:lnTo>
                  <a:lnTo>
                    <a:pt x="2370752" y="3084343"/>
                  </a:lnTo>
                  <a:lnTo>
                    <a:pt x="2370846" y="3084343"/>
                  </a:lnTo>
                  <a:lnTo>
                    <a:pt x="2370940" y="3084343"/>
                  </a:lnTo>
                  <a:lnTo>
                    <a:pt x="2371034" y="3084343"/>
                  </a:lnTo>
                  <a:lnTo>
                    <a:pt x="2371128" y="3084343"/>
                  </a:lnTo>
                  <a:lnTo>
                    <a:pt x="2371222" y="3084343"/>
                  </a:lnTo>
                  <a:lnTo>
                    <a:pt x="2371317" y="3084343"/>
                  </a:lnTo>
                  <a:lnTo>
                    <a:pt x="2371411" y="3084343"/>
                  </a:lnTo>
                  <a:lnTo>
                    <a:pt x="2371505" y="3084343"/>
                  </a:lnTo>
                  <a:lnTo>
                    <a:pt x="2371599" y="3084343"/>
                  </a:lnTo>
                  <a:lnTo>
                    <a:pt x="2371693" y="3084343"/>
                  </a:lnTo>
                  <a:lnTo>
                    <a:pt x="2371787" y="3084343"/>
                  </a:lnTo>
                  <a:lnTo>
                    <a:pt x="2371881" y="3084343"/>
                  </a:lnTo>
                  <a:lnTo>
                    <a:pt x="2371976" y="3084343"/>
                  </a:lnTo>
                  <a:lnTo>
                    <a:pt x="2372070" y="3084343"/>
                  </a:lnTo>
                  <a:lnTo>
                    <a:pt x="2372164" y="3084343"/>
                  </a:lnTo>
                  <a:lnTo>
                    <a:pt x="2372258" y="3084343"/>
                  </a:lnTo>
                  <a:lnTo>
                    <a:pt x="2372352" y="3084343"/>
                  </a:lnTo>
                  <a:lnTo>
                    <a:pt x="2372446" y="3084343"/>
                  </a:lnTo>
                  <a:lnTo>
                    <a:pt x="2372541" y="3084343"/>
                  </a:lnTo>
                  <a:lnTo>
                    <a:pt x="2372635" y="3084343"/>
                  </a:lnTo>
                  <a:lnTo>
                    <a:pt x="2372729" y="3084343"/>
                  </a:lnTo>
                  <a:lnTo>
                    <a:pt x="2372823" y="3084343"/>
                  </a:lnTo>
                  <a:lnTo>
                    <a:pt x="2372917" y="3084343"/>
                  </a:lnTo>
                  <a:lnTo>
                    <a:pt x="2373011" y="3084343"/>
                  </a:lnTo>
                  <a:lnTo>
                    <a:pt x="2373105" y="3084343"/>
                  </a:lnTo>
                  <a:lnTo>
                    <a:pt x="2373200" y="3084343"/>
                  </a:lnTo>
                  <a:lnTo>
                    <a:pt x="2373294" y="3084343"/>
                  </a:lnTo>
                  <a:lnTo>
                    <a:pt x="2373388" y="3084343"/>
                  </a:lnTo>
                  <a:lnTo>
                    <a:pt x="2373482" y="3084343"/>
                  </a:lnTo>
                  <a:lnTo>
                    <a:pt x="2373576" y="3084343"/>
                  </a:lnTo>
                  <a:lnTo>
                    <a:pt x="2373670" y="3084343"/>
                  </a:lnTo>
                  <a:lnTo>
                    <a:pt x="2373764" y="3084343"/>
                  </a:lnTo>
                  <a:lnTo>
                    <a:pt x="2373859" y="3084343"/>
                  </a:lnTo>
                  <a:lnTo>
                    <a:pt x="2373953" y="3084343"/>
                  </a:lnTo>
                  <a:lnTo>
                    <a:pt x="2374047" y="3084343"/>
                  </a:lnTo>
                  <a:lnTo>
                    <a:pt x="2374141" y="3084343"/>
                  </a:lnTo>
                  <a:lnTo>
                    <a:pt x="2374235" y="3084343"/>
                  </a:lnTo>
                  <a:lnTo>
                    <a:pt x="2374329" y="3084343"/>
                  </a:lnTo>
                  <a:lnTo>
                    <a:pt x="2374424" y="3084343"/>
                  </a:lnTo>
                  <a:lnTo>
                    <a:pt x="2374518" y="3084343"/>
                  </a:lnTo>
                  <a:lnTo>
                    <a:pt x="2374612" y="3084343"/>
                  </a:lnTo>
                  <a:lnTo>
                    <a:pt x="2374706" y="3084343"/>
                  </a:lnTo>
                  <a:lnTo>
                    <a:pt x="2374800" y="3084343"/>
                  </a:lnTo>
                  <a:lnTo>
                    <a:pt x="2374894" y="3084343"/>
                  </a:lnTo>
                  <a:lnTo>
                    <a:pt x="2374988" y="3084343"/>
                  </a:lnTo>
                  <a:lnTo>
                    <a:pt x="2375083" y="3084343"/>
                  </a:lnTo>
                  <a:lnTo>
                    <a:pt x="2375177" y="3084343"/>
                  </a:lnTo>
                  <a:lnTo>
                    <a:pt x="2375271" y="3084343"/>
                  </a:lnTo>
                  <a:lnTo>
                    <a:pt x="2375365" y="3084343"/>
                  </a:lnTo>
                  <a:lnTo>
                    <a:pt x="2375459" y="3084343"/>
                  </a:lnTo>
                  <a:lnTo>
                    <a:pt x="2375553" y="3084343"/>
                  </a:lnTo>
                  <a:lnTo>
                    <a:pt x="2375648" y="3084343"/>
                  </a:lnTo>
                  <a:lnTo>
                    <a:pt x="2375742" y="3084343"/>
                  </a:lnTo>
                  <a:lnTo>
                    <a:pt x="2375836" y="3084343"/>
                  </a:lnTo>
                  <a:lnTo>
                    <a:pt x="2375930" y="3084343"/>
                  </a:lnTo>
                  <a:lnTo>
                    <a:pt x="2376024" y="3084343"/>
                  </a:lnTo>
                  <a:lnTo>
                    <a:pt x="2376118" y="3084343"/>
                  </a:lnTo>
                  <a:lnTo>
                    <a:pt x="2376212" y="3084343"/>
                  </a:lnTo>
                  <a:lnTo>
                    <a:pt x="2376307" y="3084343"/>
                  </a:lnTo>
                  <a:lnTo>
                    <a:pt x="2376401" y="3084343"/>
                  </a:lnTo>
                  <a:lnTo>
                    <a:pt x="2376495" y="3084343"/>
                  </a:lnTo>
                  <a:lnTo>
                    <a:pt x="2376589" y="3084343"/>
                  </a:lnTo>
                  <a:lnTo>
                    <a:pt x="2376683" y="3084343"/>
                  </a:lnTo>
                  <a:lnTo>
                    <a:pt x="2376777" y="3084343"/>
                  </a:lnTo>
                  <a:lnTo>
                    <a:pt x="2376872" y="3084343"/>
                  </a:lnTo>
                  <a:lnTo>
                    <a:pt x="2376966" y="3084343"/>
                  </a:lnTo>
                  <a:lnTo>
                    <a:pt x="2377060" y="3084343"/>
                  </a:lnTo>
                  <a:lnTo>
                    <a:pt x="2377154" y="3084343"/>
                  </a:lnTo>
                  <a:lnTo>
                    <a:pt x="2377248" y="3084343"/>
                  </a:lnTo>
                  <a:lnTo>
                    <a:pt x="2377342" y="3084343"/>
                  </a:lnTo>
                  <a:lnTo>
                    <a:pt x="2377436" y="3084343"/>
                  </a:lnTo>
                  <a:lnTo>
                    <a:pt x="2377531" y="3084343"/>
                  </a:lnTo>
                  <a:lnTo>
                    <a:pt x="2377625" y="3084343"/>
                  </a:lnTo>
                  <a:lnTo>
                    <a:pt x="2377719" y="3084343"/>
                  </a:lnTo>
                  <a:lnTo>
                    <a:pt x="2377813" y="3084343"/>
                  </a:lnTo>
                  <a:lnTo>
                    <a:pt x="2377907" y="3084343"/>
                  </a:lnTo>
                  <a:lnTo>
                    <a:pt x="2378001" y="3084343"/>
                  </a:lnTo>
                  <a:lnTo>
                    <a:pt x="2378095" y="3084343"/>
                  </a:lnTo>
                  <a:lnTo>
                    <a:pt x="2378190" y="3084343"/>
                  </a:lnTo>
                  <a:lnTo>
                    <a:pt x="2378284" y="3084343"/>
                  </a:lnTo>
                  <a:lnTo>
                    <a:pt x="2378378" y="3084343"/>
                  </a:lnTo>
                  <a:lnTo>
                    <a:pt x="2378472" y="3084343"/>
                  </a:lnTo>
                  <a:lnTo>
                    <a:pt x="2378566" y="3084343"/>
                  </a:lnTo>
                  <a:lnTo>
                    <a:pt x="2378660" y="3084343"/>
                  </a:lnTo>
                  <a:lnTo>
                    <a:pt x="2378755" y="3084343"/>
                  </a:lnTo>
                  <a:lnTo>
                    <a:pt x="2378849" y="3084343"/>
                  </a:lnTo>
                  <a:lnTo>
                    <a:pt x="2378943" y="3084343"/>
                  </a:lnTo>
                  <a:lnTo>
                    <a:pt x="2379037" y="3084343"/>
                  </a:lnTo>
                  <a:lnTo>
                    <a:pt x="2379131" y="3084343"/>
                  </a:lnTo>
                  <a:lnTo>
                    <a:pt x="2379225" y="3084343"/>
                  </a:lnTo>
                  <a:lnTo>
                    <a:pt x="2379319" y="3084343"/>
                  </a:lnTo>
                  <a:lnTo>
                    <a:pt x="2379414" y="3084343"/>
                  </a:lnTo>
                  <a:lnTo>
                    <a:pt x="2379508" y="3084343"/>
                  </a:lnTo>
                  <a:lnTo>
                    <a:pt x="2379602" y="3084343"/>
                  </a:lnTo>
                  <a:lnTo>
                    <a:pt x="2379696" y="3084343"/>
                  </a:lnTo>
                  <a:lnTo>
                    <a:pt x="2379790" y="3084343"/>
                  </a:lnTo>
                  <a:lnTo>
                    <a:pt x="2379884" y="3084343"/>
                  </a:lnTo>
                  <a:lnTo>
                    <a:pt x="2379979" y="3084343"/>
                  </a:lnTo>
                  <a:lnTo>
                    <a:pt x="2380073" y="3084343"/>
                  </a:lnTo>
                  <a:lnTo>
                    <a:pt x="2380167" y="3084343"/>
                  </a:lnTo>
                  <a:lnTo>
                    <a:pt x="2380261" y="3084343"/>
                  </a:lnTo>
                  <a:lnTo>
                    <a:pt x="2380355" y="3084343"/>
                  </a:lnTo>
                  <a:lnTo>
                    <a:pt x="2380449" y="3084343"/>
                  </a:lnTo>
                  <a:lnTo>
                    <a:pt x="2380543" y="3084343"/>
                  </a:lnTo>
                  <a:lnTo>
                    <a:pt x="2380543" y="3079432"/>
                  </a:lnTo>
                  <a:lnTo>
                    <a:pt x="2380638" y="3079432"/>
                  </a:lnTo>
                  <a:lnTo>
                    <a:pt x="2380732" y="3079432"/>
                  </a:lnTo>
                  <a:lnTo>
                    <a:pt x="2380826" y="3079432"/>
                  </a:lnTo>
                  <a:lnTo>
                    <a:pt x="2380920" y="3079432"/>
                  </a:lnTo>
                  <a:lnTo>
                    <a:pt x="2381014" y="3079432"/>
                  </a:lnTo>
                  <a:lnTo>
                    <a:pt x="2381108" y="3079432"/>
                  </a:lnTo>
                  <a:lnTo>
                    <a:pt x="2381203" y="3079432"/>
                  </a:lnTo>
                  <a:lnTo>
                    <a:pt x="2381297" y="3079432"/>
                  </a:lnTo>
                  <a:lnTo>
                    <a:pt x="2381391" y="3079432"/>
                  </a:lnTo>
                  <a:lnTo>
                    <a:pt x="2381485" y="3079432"/>
                  </a:lnTo>
                  <a:lnTo>
                    <a:pt x="2381579" y="3079432"/>
                  </a:lnTo>
                  <a:lnTo>
                    <a:pt x="2381673" y="3079432"/>
                  </a:lnTo>
                  <a:lnTo>
                    <a:pt x="2381767" y="3079432"/>
                  </a:lnTo>
                  <a:lnTo>
                    <a:pt x="2381862" y="3079432"/>
                  </a:lnTo>
                  <a:lnTo>
                    <a:pt x="2381956" y="3079432"/>
                  </a:lnTo>
                  <a:lnTo>
                    <a:pt x="2382050" y="3079432"/>
                  </a:lnTo>
                  <a:lnTo>
                    <a:pt x="2382144" y="3079432"/>
                  </a:lnTo>
                  <a:lnTo>
                    <a:pt x="2382238" y="3079432"/>
                  </a:lnTo>
                  <a:lnTo>
                    <a:pt x="2382332" y="3079432"/>
                  </a:lnTo>
                  <a:lnTo>
                    <a:pt x="2382426" y="3079432"/>
                  </a:lnTo>
                  <a:lnTo>
                    <a:pt x="2382521" y="3079432"/>
                  </a:lnTo>
                  <a:lnTo>
                    <a:pt x="2382615" y="3079432"/>
                  </a:lnTo>
                  <a:lnTo>
                    <a:pt x="2382709" y="3079432"/>
                  </a:lnTo>
                  <a:lnTo>
                    <a:pt x="2382803" y="3079432"/>
                  </a:lnTo>
                  <a:lnTo>
                    <a:pt x="2382897" y="3079432"/>
                  </a:lnTo>
                  <a:lnTo>
                    <a:pt x="2382991" y="3079432"/>
                  </a:lnTo>
                  <a:lnTo>
                    <a:pt x="2382991" y="3074520"/>
                  </a:lnTo>
                  <a:lnTo>
                    <a:pt x="2383086" y="3074520"/>
                  </a:lnTo>
                  <a:lnTo>
                    <a:pt x="2383180" y="3074520"/>
                  </a:lnTo>
                  <a:lnTo>
                    <a:pt x="2383274" y="3074520"/>
                  </a:lnTo>
                  <a:lnTo>
                    <a:pt x="2383368" y="3074520"/>
                  </a:lnTo>
                  <a:lnTo>
                    <a:pt x="2383462" y="3074520"/>
                  </a:lnTo>
                  <a:lnTo>
                    <a:pt x="2383556" y="3074520"/>
                  </a:lnTo>
                  <a:lnTo>
                    <a:pt x="2383650" y="3074520"/>
                  </a:lnTo>
                  <a:lnTo>
                    <a:pt x="2383745" y="3074520"/>
                  </a:lnTo>
                  <a:lnTo>
                    <a:pt x="2383839" y="3074520"/>
                  </a:lnTo>
                  <a:lnTo>
                    <a:pt x="2383933" y="3074520"/>
                  </a:lnTo>
                  <a:lnTo>
                    <a:pt x="2384027" y="3074520"/>
                  </a:lnTo>
                  <a:lnTo>
                    <a:pt x="2384121" y="3074520"/>
                  </a:lnTo>
                  <a:lnTo>
                    <a:pt x="2384215" y="3074520"/>
                  </a:lnTo>
                  <a:lnTo>
                    <a:pt x="2384310" y="3074520"/>
                  </a:lnTo>
                  <a:lnTo>
                    <a:pt x="2384404" y="3074520"/>
                  </a:lnTo>
                  <a:lnTo>
                    <a:pt x="2384498" y="3074520"/>
                  </a:lnTo>
                  <a:lnTo>
                    <a:pt x="2384592" y="3074520"/>
                  </a:lnTo>
                  <a:lnTo>
                    <a:pt x="2384686" y="3074520"/>
                  </a:lnTo>
                  <a:lnTo>
                    <a:pt x="2384780" y="3074520"/>
                  </a:lnTo>
                  <a:lnTo>
                    <a:pt x="2384874" y="3074520"/>
                  </a:lnTo>
                  <a:lnTo>
                    <a:pt x="2384969" y="3074520"/>
                  </a:lnTo>
                  <a:lnTo>
                    <a:pt x="2385063" y="3074520"/>
                  </a:lnTo>
                  <a:lnTo>
                    <a:pt x="2385157" y="3074520"/>
                  </a:lnTo>
                  <a:lnTo>
                    <a:pt x="2385251" y="3074520"/>
                  </a:lnTo>
                  <a:lnTo>
                    <a:pt x="2385345" y="3074520"/>
                  </a:lnTo>
                  <a:lnTo>
                    <a:pt x="2385439" y="3074520"/>
                  </a:lnTo>
                  <a:lnTo>
                    <a:pt x="2385534" y="3074520"/>
                  </a:lnTo>
                  <a:lnTo>
                    <a:pt x="2385628" y="3074520"/>
                  </a:lnTo>
                  <a:lnTo>
                    <a:pt x="2385722" y="3074520"/>
                  </a:lnTo>
                  <a:lnTo>
                    <a:pt x="2385816" y="3074520"/>
                  </a:lnTo>
                  <a:lnTo>
                    <a:pt x="2385910" y="3074520"/>
                  </a:lnTo>
                  <a:lnTo>
                    <a:pt x="2386004" y="3074520"/>
                  </a:lnTo>
                  <a:lnTo>
                    <a:pt x="2386098" y="3074520"/>
                  </a:lnTo>
                  <a:lnTo>
                    <a:pt x="2386193" y="3074520"/>
                  </a:lnTo>
                  <a:lnTo>
                    <a:pt x="2386287" y="3074520"/>
                  </a:lnTo>
                  <a:lnTo>
                    <a:pt x="2386287" y="3069609"/>
                  </a:lnTo>
                  <a:lnTo>
                    <a:pt x="2386381" y="3069609"/>
                  </a:lnTo>
                  <a:lnTo>
                    <a:pt x="2386475" y="3069609"/>
                  </a:lnTo>
                  <a:lnTo>
                    <a:pt x="2386569" y="3069609"/>
                  </a:lnTo>
                  <a:lnTo>
                    <a:pt x="2386663" y="3069609"/>
                  </a:lnTo>
                  <a:lnTo>
                    <a:pt x="2386757" y="3069609"/>
                  </a:lnTo>
                  <a:lnTo>
                    <a:pt x="2386852" y="3069609"/>
                  </a:lnTo>
                  <a:lnTo>
                    <a:pt x="2386946" y="3069609"/>
                  </a:lnTo>
                  <a:lnTo>
                    <a:pt x="2387040" y="3069609"/>
                  </a:lnTo>
                  <a:lnTo>
                    <a:pt x="2387134" y="3069609"/>
                  </a:lnTo>
                  <a:lnTo>
                    <a:pt x="2387228" y="3069609"/>
                  </a:lnTo>
                  <a:lnTo>
                    <a:pt x="2387228" y="3064697"/>
                  </a:lnTo>
                  <a:lnTo>
                    <a:pt x="2387322" y="3064697"/>
                  </a:lnTo>
                  <a:lnTo>
                    <a:pt x="2387417" y="3064697"/>
                  </a:lnTo>
                  <a:lnTo>
                    <a:pt x="2387511" y="3064697"/>
                  </a:lnTo>
                  <a:lnTo>
                    <a:pt x="2387605" y="3064697"/>
                  </a:lnTo>
                  <a:lnTo>
                    <a:pt x="2387699" y="3064697"/>
                  </a:lnTo>
                  <a:lnTo>
                    <a:pt x="2387793" y="3064697"/>
                  </a:lnTo>
                  <a:lnTo>
                    <a:pt x="2387887" y="3064697"/>
                  </a:lnTo>
                  <a:lnTo>
                    <a:pt x="2387887" y="3059786"/>
                  </a:lnTo>
                  <a:lnTo>
                    <a:pt x="2387981" y="3059786"/>
                  </a:lnTo>
                  <a:lnTo>
                    <a:pt x="2387981" y="3054875"/>
                  </a:lnTo>
                  <a:lnTo>
                    <a:pt x="2388076" y="3054875"/>
                  </a:lnTo>
                  <a:lnTo>
                    <a:pt x="2388170" y="3054875"/>
                  </a:lnTo>
                  <a:lnTo>
                    <a:pt x="2388264" y="3054875"/>
                  </a:lnTo>
                  <a:lnTo>
                    <a:pt x="2388358" y="3054875"/>
                  </a:lnTo>
                  <a:lnTo>
                    <a:pt x="2388452" y="3054875"/>
                  </a:lnTo>
                  <a:lnTo>
                    <a:pt x="2388546" y="3054875"/>
                  </a:lnTo>
                  <a:lnTo>
                    <a:pt x="2388641" y="3054875"/>
                  </a:lnTo>
                  <a:lnTo>
                    <a:pt x="2388735" y="3054875"/>
                  </a:lnTo>
                  <a:lnTo>
                    <a:pt x="2388829" y="3054875"/>
                  </a:lnTo>
                  <a:lnTo>
                    <a:pt x="2388923" y="3054875"/>
                  </a:lnTo>
                  <a:lnTo>
                    <a:pt x="2389017" y="3054875"/>
                  </a:lnTo>
                  <a:lnTo>
                    <a:pt x="2389111" y="3054875"/>
                  </a:lnTo>
                  <a:lnTo>
                    <a:pt x="2389205" y="3054875"/>
                  </a:lnTo>
                  <a:lnTo>
                    <a:pt x="2389300" y="3054875"/>
                  </a:lnTo>
                  <a:lnTo>
                    <a:pt x="2389394" y="3054875"/>
                  </a:lnTo>
                  <a:lnTo>
                    <a:pt x="2389488" y="3054875"/>
                  </a:lnTo>
                  <a:lnTo>
                    <a:pt x="2389582" y="3054875"/>
                  </a:lnTo>
                  <a:lnTo>
                    <a:pt x="2389676" y="3054875"/>
                  </a:lnTo>
                  <a:lnTo>
                    <a:pt x="2389770" y="3054875"/>
                  </a:lnTo>
                  <a:lnTo>
                    <a:pt x="2389865" y="3054875"/>
                  </a:lnTo>
                  <a:lnTo>
                    <a:pt x="2389959" y="3054875"/>
                  </a:lnTo>
                  <a:lnTo>
                    <a:pt x="2390053" y="3054875"/>
                  </a:lnTo>
                  <a:lnTo>
                    <a:pt x="2390147" y="3054875"/>
                  </a:lnTo>
                  <a:lnTo>
                    <a:pt x="2390241" y="3054875"/>
                  </a:lnTo>
                  <a:lnTo>
                    <a:pt x="2390335" y="3054875"/>
                  </a:lnTo>
                  <a:lnTo>
                    <a:pt x="2390335" y="3049963"/>
                  </a:lnTo>
                  <a:lnTo>
                    <a:pt x="2390429" y="3049963"/>
                  </a:lnTo>
                  <a:lnTo>
                    <a:pt x="2390524" y="3049963"/>
                  </a:lnTo>
                  <a:lnTo>
                    <a:pt x="2390618" y="3049963"/>
                  </a:lnTo>
                  <a:lnTo>
                    <a:pt x="2390712" y="3049963"/>
                  </a:lnTo>
                  <a:lnTo>
                    <a:pt x="2390806" y="3049963"/>
                  </a:lnTo>
                  <a:lnTo>
                    <a:pt x="2390900" y="3049963"/>
                  </a:lnTo>
                  <a:lnTo>
                    <a:pt x="2390994" y="3049963"/>
                  </a:lnTo>
                  <a:lnTo>
                    <a:pt x="2391088" y="3049963"/>
                  </a:lnTo>
                  <a:lnTo>
                    <a:pt x="2391183" y="3049963"/>
                  </a:lnTo>
                  <a:lnTo>
                    <a:pt x="2391277" y="3049963"/>
                  </a:lnTo>
                  <a:lnTo>
                    <a:pt x="2391371" y="3049963"/>
                  </a:lnTo>
                  <a:lnTo>
                    <a:pt x="2391465" y="3049963"/>
                  </a:lnTo>
                  <a:lnTo>
                    <a:pt x="2391559" y="3049963"/>
                  </a:lnTo>
                  <a:lnTo>
                    <a:pt x="2391653" y="3049963"/>
                  </a:lnTo>
                  <a:lnTo>
                    <a:pt x="2391748" y="3049963"/>
                  </a:lnTo>
                  <a:lnTo>
                    <a:pt x="2391842" y="3049963"/>
                  </a:lnTo>
                  <a:lnTo>
                    <a:pt x="2391936" y="3049963"/>
                  </a:lnTo>
                  <a:lnTo>
                    <a:pt x="2392030" y="3049963"/>
                  </a:lnTo>
                  <a:lnTo>
                    <a:pt x="2392124" y="3049963"/>
                  </a:lnTo>
                  <a:lnTo>
                    <a:pt x="2392218" y="3049963"/>
                  </a:lnTo>
                  <a:lnTo>
                    <a:pt x="2392312" y="3049963"/>
                  </a:lnTo>
                  <a:lnTo>
                    <a:pt x="2392407" y="3049963"/>
                  </a:lnTo>
                  <a:lnTo>
                    <a:pt x="2392501" y="3049963"/>
                  </a:lnTo>
                  <a:lnTo>
                    <a:pt x="2392595" y="3049963"/>
                  </a:lnTo>
                  <a:lnTo>
                    <a:pt x="2392689" y="3049963"/>
                  </a:lnTo>
                  <a:lnTo>
                    <a:pt x="2392783" y="3049963"/>
                  </a:lnTo>
                  <a:lnTo>
                    <a:pt x="2392877" y="3049963"/>
                  </a:lnTo>
                  <a:lnTo>
                    <a:pt x="2392972" y="3049963"/>
                  </a:lnTo>
                  <a:lnTo>
                    <a:pt x="2393066" y="3049963"/>
                  </a:lnTo>
                  <a:lnTo>
                    <a:pt x="2393160" y="3049963"/>
                  </a:lnTo>
                  <a:lnTo>
                    <a:pt x="2393254" y="3049963"/>
                  </a:lnTo>
                  <a:lnTo>
                    <a:pt x="2393348" y="3049963"/>
                  </a:lnTo>
                  <a:lnTo>
                    <a:pt x="2393442" y="3049963"/>
                  </a:lnTo>
                  <a:lnTo>
                    <a:pt x="2393536" y="3049963"/>
                  </a:lnTo>
                  <a:lnTo>
                    <a:pt x="2393631" y="3049963"/>
                  </a:lnTo>
                  <a:lnTo>
                    <a:pt x="2393725" y="3049963"/>
                  </a:lnTo>
                  <a:lnTo>
                    <a:pt x="2393819" y="3049963"/>
                  </a:lnTo>
                  <a:lnTo>
                    <a:pt x="2393913" y="3049963"/>
                  </a:lnTo>
                  <a:lnTo>
                    <a:pt x="2394007" y="3049963"/>
                  </a:lnTo>
                  <a:lnTo>
                    <a:pt x="2394101" y="3049963"/>
                  </a:lnTo>
                  <a:lnTo>
                    <a:pt x="2394196" y="3049963"/>
                  </a:lnTo>
                  <a:lnTo>
                    <a:pt x="2394290" y="3049963"/>
                  </a:lnTo>
                  <a:lnTo>
                    <a:pt x="2394384" y="3049963"/>
                  </a:lnTo>
                  <a:lnTo>
                    <a:pt x="2394478" y="3049963"/>
                  </a:lnTo>
                  <a:lnTo>
                    <a:pt x="2394572" y="3049963"/>
                  </a:lnTo>
                  <a:lnTo>
                    <a:pt x="2394666" y="3049963"/>
                  </a:lnTo>
                  <a:lnTo>
                    <a:pt x="2394760" y="3049963"/>
                  </a:lnTo>
                  <a:lnTo>
                    <a:pt x="2394855" y="3049963"/>
                  </a:lnTo>
                  <a:lnTo>
                    <a:pt x="2394949" y="3049963"/>
                  </a:lnTo>
                  <a:lnTo>
                    <a:pt x="2395043" y="3049963"/>
                  </a:lnTo>
                  <a:lnTo>
                    <a:pt x="2395137" y="3049963"/>
                  </a:lnTo>
                  <a:lnTo>
                    <a:pt x="2395231" y="3049963"/>
                  </a:lnTo>
                  <a:lnTo>
                    <a:pt x="2395325" y="3049963"/>
                  </a:lnTo>
                  <a:lnTo>
                    <a:pt x="2395419" y="3049963"/>
                  </a:lnTo>
                  <a:lnTo>
                    <a:pt x="2395514" y="3049963"/>
                  </a:lnTo>
                  <a:lnTo>
                    <a:pt x="2395608" y="3049963"/>
                  </a:lnTo>
                  <a:lnTo>
                    <a:pt x="2395702" y="3049963"/>
                  </a:lnTo>
                  <a:lnTo>
                    <a:pt x="2395796" y="3049963"/>
                  </a:lnTo>
                  <a:lnTo>
                    <a:pt x="2395796" y="3045052"/>
                  </a:lnTo>
                  <a:lnTo>
                    <a:pt x="2395890" y="3045052"/>
                  </a:lnTo>
                  <a:lnTo>
                    <a:pt x="2395984" y="3045052"/>
                  </a:lnTo>
                  <a:lnTo>
                    <a:pt x="2396079" y="3045052"/>
                  </a:lnTo>
                  <a:lnTo>
                    <a:pt x="2396173" y="3045052"/>
                  </a:lnTo>
                  <a:lnTo>
                    <a:pt x="2396267" y="3045052"/>
                  </a:lnTo>
                  <a:lnTo>
                    <a:pt x="2396361" y="3045052"/>
                  </a:lnTo>
                  <a:lnTo>
                    <a:pt x="2396455" y="3045052"/>
                  </a:lnTo>
                  <a:lnTo>
                    <a:pt x="2396549" y="3045052"/>
                  </a:lnTo>
                  <a:lnTo>
                    <a:pt x="2396643" y="3045052"/>
                  </a:lnTo>
                  <a:lnTo>
                    <a:pt x="2396738" y="3045052"/>
                  </a:lnTo>
                  <a:lnTo>
                    <a:pt x="2396832" y="3045052"/>
                  </a:lnTo>
                  <a:lnTo>
                    <a:pt x="2396926" y="3045052"/>
                  </a:lnTo>
                  <a:lnTo>
                    <a:pt x="2397020" y="3045052"/>
                  </a:lnTo>
                  <a:lnTo>
                    <a:pt x="2397114" y="3045052"/>
                  </a:lnTo>
                  <a:lnTo>
                    <a:pt x="2397208" y="3045052"/>
                  </a:lnTo>
                  <a:lnTo>
                    <a:pt x="2397303" y="3045052"/>
                  </a:lnTo>
                  <a:lnTo>
                    <a:pt x="2397397" y="3045052"/>
                  </a:lnTo>
                  <a:lnTo>
                    <a:pt x="2397491" y="3045052"/>
                  </a:lnTo>
                  <a:lnTo>
                    <a:pt x="2397585" y="3045052"/>
                  </a:lnTo>
                  <a:lnTo>
                    <a:pt x="2397679" y="3045052"/>
                  </a:lnTo>
                  <a:lnTo>
                    <a:pt x="2397773" y="3045052"/>
                  </a:lnTo>
                  <a:lnTo>
                    <a:pt x="2397867" y="3045052"/>
                  </a:lnTo>
                  <a:lnTo>
                    <a:pt x="2397962" y="3045052"/>
                  </a:lnTo>
                  <a:lnTo>
                    <a:pt x="2398056" y="3045052"/>
                  </a:lnTo>
                  <a:lnTo>
                    <a:pt x="2398150" y="3045052"/>
                  </a:lnTo>
                  <a:lnTo>
                    <a:pt x="2398244" y="3045052"/>
                  </a:lnTo>
                  <a:lnTo>
                    <a:pt x="2398338" y="3045052"/>
                  </a:lnTo>
                  <a:lnTo>
                    <a:pt x="2398432" y="3045052"/>
                  </a:lnTo>
                  <a:lnTo>
                    <a:pt x="2398527" y="3045052"/>
                  </a:lnTo>
                  <a:lnTo>
                    <a:pt x="2398621" y="3045052"/>
                  </a:lnTo>
                  <a:lnTo>
                    <a:pt x="2398715" y="3045052"/>
                  </a:lnTo>
                  <a:lnTo>
                    <a:pt x="2398809" y="3045052"/>
                  </a:lnTo>
                  <a:lnTo>
                    <a:pt x="2398903" y="3045052"/>
                  </a:lnTo>
                  <a:lnTo>
                    <a:pt x="2398997" y="3045052"/>
                  </a:lnTo>
                  <a:lnTo>
                    <a:pt x="2399091" y="3045052"/>
                  </a:lnTo>
                  <a:lnTo>
                    <a:pt x="2399186" y="3045052"/>
                  </a:lnTo>
                  <a:lnTo>
                    <a:pt x="2399280" y="3045052"/>
                  </a:lnTo>
                  <a:lnTo>
                    <a:pt x="2399374" y="3045052"/>
                  </a:lnTo>
                  <a:lnTo>
                    <a:pt x="2399468" y="3045052"/>
                  </a:lnTo>
                  <a:lnTo>
                    <a:pt x="2399562" y="3045052"/>
                  </a:lnTo>
                  <a:lnTo>
                    <a:pt x="2399656" y="3045052"/>
                  </a:lnTo>
                  <a:lnTo>
                    <a:pt x="2399750" y="3045052"/>
                  </a:lnTo>
                  <a:lnTo>
                    <a:pt x="2399845" y="3045052"/>
                  </a:lnTo>
                  <a:lnTo>
                    <a:pt x="2399939" y="3045052"/>
                  </a:lnTo>
                  <a:lnTo>
                    <a:pt x="2400033" y="3045052"/>
                  </a:lnTo>
                  <a:lnTo>
                    <a:pt x="2400127" y="3045052"/>
                  </a:lnTo>
                  <a:lnTo>
                    <a:pt x="2400221" y="3045052"/>
                  </a:lnTo>
                  <a:lnTo>
                    <a:pt x="2400315" y="3045052"/>
                  </a:lnTo>
                  <a:lnTo>
                    <a:pt x="2400410" y="3045052"/>
                  </a:lnTo>
                  <a:lnTo>
                    <a:pt x="2400504" y="3045052"/>
                  </a:lnTo>
                  <a:lnTo>
                    <a:pt x="2400598" y="3045052"/>
                  </a:lnTo>
                  <a:lnTo>
                    <a:pt x="2400692" y="3045052"/>
                  </a:lnTo>
                  <a:lnTo>
                    <a:pt x="2400786" y="3045052"/>
                  </a:lnTo>
                  <a:lnTo>
                    <a:pt x="2400880" y="3045052"/>
                  </a:lnTo>
                  <a:lnTo>
                    <a:pt x="2400974" y="3045052"/>
                  </a:lnTo>
                  <a:lnTo>
                    <a:pt x="2401069" y="3045052"/>
                  </a:lnTo>
                  <a:lnTo>
                    <a:pt x="2401163" y="3045052"/>
                  </a:lnTo>
                  <a:lnTo>
                    <a:pt x="2401257" y="3045052"/>
                  </a:lnTo>
                  <a:lnTo>
                    <a:pt x="2401351" y="3045052"/>
                  </a:lnTo>
                  <a:lnTo>
                    <a:pt x="2401445" y="3045052"/>
                  </a:lnTo>
                  <a:lnTo>
                    <a:pt x="2401539" y="3045052"/>
                  </a:lnTo>
                  <a:lnTo>
                    <a:pt x="2401634" y="3045052"/>
                  </a:lnTo>
                  <a:lnTo>
                    <a:pt x="2401728" y="3045052"/>
                  </a:lnTo>
                  <a:lnTo>
                    <a:pt x="2401822" y="3045052"/>
                  </a:lnTo>
                  <a:lnTo>
                    <a:pt x="2401916" y="3045052"/>
                  </a:lnTo>
                  <a:lnTo>
                    <a:pt x="2402010" y="3045052"/>
                  </a:lnTo>
                  <a:lnTo>
                    <a:pt x="2402104" y="3045052"/>
                  </a:lnTo>
                  <a:lnTo>
                    <a:pt x="2402198" y="3045052"/>
                  </a:lnTo>
                  <a:lnTo>
                    <a:pt x="2402293" y="3045052"/>
                  </a:lnTo>
                  <a:lnTo>
                    <a:pt x="2402387" y="3045052"/>
                  </a:lnTo>
                  <a:lnTo>
                    <a:pt x="2402481" y="3045052"/>
                  </a:lnTo>
                  <a:lnTo>
                    <a:pt x="2402575" y="3045052"/>
                  </a:lnTo>
                  <a:lnTo>
                    <a:pt x="2402669" y="3045052"/>
                  </a:lnTo>
                  <a:lnTo>
                    <a:pt x="2402763" y="3045052"/>
                  </a:lnTo>
                  <a:lnTo>
                    <a:pt x="2402858" y="3045052"/>
                  </a:lnTo>
                  <a:lnTo>
                    <a:pt x="2402952" y="3045052"/>
                  </a:lnTo>
                  <a:lnTo>
                    <a:pt x="2403046" y="3045052"/>
                  </a:lnTo>
                  <a:lnTo>
                    <a:pt x="2403140" y="3045052"/>
                  </a:lnTo>
                  <a:lnTo>
                    <a:pt x="2403234" y="3045052"/>
                  </a:lnTo>
                  <a:lnTo>
                    <a:pt x="2403328" y="3045052"/>
                  </a:lnTo>
                  <a:lnTo>
                    <a:pt x="2403422" y="3045052"/>
                  </a:lnTo>
                  <a:lnTo>
                    <a:pt x="2403517" y="3045052"/>
                  </a:lnTo>
                  <a:lnTo>
                    <a:pt x="2403611" y="3045052"/>
                  </a:lnTo>
                  <a:lnTo>
                    <a:pt x="2403705" y="3045052"/>
                  </a:lnTo>
                  <a:lnTo>
                    <a:pt x="2403799" y="3045052"/>
                  </a:lnTo>
                  <a:lnTo>
                    <a:pt x="2403893" y="3045052"/>
                  </a:lnTo>
                  <a:lnTo>
                    <a:pt x="2403987" y="3045052"/>
                  </a:lnTo>
                  <a:lnTo>
                    <a:pt x="2404081" y="3045052"/>
                  </a:lnTo>
                  <a:lnTo>
                    <a:pt x="2404176" y="3045052"/>
                  </a:lnTo>
                  <a:lnTo>
                    <a:pt x="2404270" y="3045052"/>
                  </a:lnTo>
                  <a:lnTo>
                    <a:pt x="2404364" y="3045052"/>
                  </a:lnTo>
                  <a:lnTo>
                    <a:pt x="2404458" y="3045052"/>
                  </a:lnTo>
                  <a:lnTo>
                    <a:pt x="2404552" y="3045052"/>
                  </a:lnTo>
                  <a:lnTo>
                    <a:pt x="2404646" y="3045052"/>
                  </a:lnTo>
                  <a:lnTo>
                    <a:pt x="2404741" y="3045052"/>
                  </a:lnTo>
                  <a:lnTo>
                    <a:pt x="2404835" y="3045052"/>
                  </a:lnTo>
                  <a:lnTo>
                    <a:pt x="2404929" y="3045052"/>
                  </a:lnTo>
                  <a:lnTo>
                    <a:pt x="2405023" y="3045052"/>
                  </a:lnTo>
                  <a:lnTo>
                    <a:pt x="2405117" y="3045052"/>
                  </a:lnTo>
                  <a:lnTo>
                    <a:pt x="2405211" y="3045052"/>
                  </a:lnTo>
                  <a:lnTo>
                    <a:pt x="2405305" y="3045052"/>
                  </a:lnTo>
                  <a:lnTo>
                    <a:pt x="2405400" y="3045052"/>
                  </a:lnTo>
                  <a:lnTo>
                    <a:pt x="2405494" y="3045052"/>
                  </a:lnTo>
                  <a:lnTo>
                    <a:pt x="2405588" y="3045052"/>
                  </a:lnTo>
                  <a:lnTo>
                    <a:pt x="2405682" y="3045052"/>
                  </a:lnTo>
                  <a:lnTo>
                    <a:pt x="2405776" y="3045052"/>
                  </a:lnTo>
                  <a:lnTo>
                    <a:pt x="2405870" y="3045052"/>
                  </a:lnTo>
                  <a:lnTo>
                    <a:pt x="2405965" y="3045052"/>
                  </a:lnTo>
                  <a:lnTo>
                    <a:pt x="2406059" y="3045052"/>
                  </a:lnTo>
                  <a:lnTo>
                    <a:pt x="2406153" y="3045052"/>
                  </a:lnTo>
                  <a:lnTo>
                    <a:pt x="2406247" y="3045052"/>
                  </a:lnTo>
                  <a:lnTo>
                    <a:pt x="2406341" y="3045052"/>
                  </a:lnTo>
                  <a:lnTo>
                    <a:pt x="2406435" y="3045052"/>
                  </a:lnTo>
                  <a:lnTo>
                    <a:pt x="2406529" y="3045052"/>
                  </a:lnTo>
                  <a:lnTo>
                    <a:pt x="2406624" y="3045052"/>
                  </a:lnTo>
                  <a:lnTo>
                    <a:pt x="2406624" y="3040141"/>
                  </a:lnTo>
                  <a:lnTo>
                    <a:pt x="2406718" y="3040141"/>
                  </a:lnTo>
                  <a:lnTo>
                    <a:pt x="2406718" y="3035229"/>
                  </a:lnTo>
                  <a:lnTo>
                    <a:pt x="2406812" y="3035229"/>
                  </a:lnTo>
                  <a:lnTo>
                    <a:pt x="2406906" y="3035229"/>
                  </a:lnTo>
                  <a:lnTo>
                    <a:pt x="2407000" y="3035229"/>
                  </a:lnTo>
                  <a:lnTo>
                    <a:pt x="2407094" y="3035229"/>
                  </a:lnTo>
                  <a:lnTo>
                    <a:pt x="2407189" y="3035229"/>
                  </a:lnTo>
                  <a:lnTo>
                    <a:pt x="2407283" y="3035229"/>
                  </a:lnTo>
                  <a:lnTo>
                    <a:pt x="2407377" y="3035229"/>
                  </a:lnTo>
                  <a:lnTo>
                    <a:pt x="2407471" y="3035229"/>
                  </a:lnTo>
                  <a:lnTo>
                    <a:pt x="2407565" y="3035229"/>
                  </a:lnTo>
                  <a:lnTo>
                    <a:pt x="2407659" y="3035229"/>
                  </a:lnTo>
                  <a:lnTo>
                    <a:pt x="2407753" y="3035229"/>
                  </a:lnTo>
                  <a:lnTo>
                    <a:pt x="2407848" y="3035229"/>
                  </a:lnTo>
                  <a:lnTo>
                    <a:pt x="2407942" y="3035229"/>
                  </a:lnTo>
                  <a:lnTo>
                    <a:pt x="2408036" y="3035229"/>
                  </a:lnTo>
                  <a:lnTo>
                    <a:pt x="2408130" y="3035229"/>
                  </a:lnTo>
                  <a:lnTo>
                    <a:pt x="2408224" y="3035229"/>
                  </a:lnTo>
                  <a:lnTo>
                    <a:pt x="2408318" y="3035229"/>
                  </a:lnTo>
                  <a:lnTo>
                    <a:pt x="2408412" y="3035229"/>
                  </a:lnTo>
                  <a:lnTo>
                    <a:pt x="2408507" y="3035229"/>
                  </a:lnTo>
                  <a:lnTo>
                    <a:pt x="2408601" y="3035229"/>
                  </a:lnTo>
                  <a:lnTo>
                    <a:pt x="2408695" y="3035229"/>
                  </a:lnTo>
                  <a:lnTo>
                    <a:pt x="2408789" y="3035229"/>
                  </a:lnTo>
                  <a:lnTo>
                    <a:pt x="2408883" y="3035229"/>
                  </a:lnTo>
                  <a:lnTo>
                    <a:pt x="2408977" y="3035229"/>
                  </a:lnTo>
                  <a:lnTo>
                    <a:pt x="2409072" y="3035229"/>
                  </a:lnTo>
                  <a:lnTo>
                    <a:pt x="2409166" y="3035229"/>
                  </a:lnTo>
                  <a:lnTo>
                    <a:pt x="2409260" y="3035229"/>
                  </a:lnTo>
                  <a:lnTo>
                    <a:pt x="2409354" y="3035229"/>
                  </a:lnTo>
                  <a:lnTo>
                    <a:pt x="2409448" y="3035229"/>
                  </a:lnTo>
                  <a:lnTo>
                    <a:pt x="2409542" y="3035229"/>
                  </a:lnTo>
                  <a:lnTo>
                    <a:pt x="2409636" y="3035229"/>
                  </a:lnTo>
                  <a:lnTo>
                    <a:pt x="2409731" y="3035229"/>
                  </a:lnTo>
                  <a:lnTo>
                    <a:pt x="2409731" y="3030318"/>
                  </a:lnTo>
                  <a:lnTo>
                    <a:pt x="2409825" y="3030318"/>
                  </a:lnTo>
                  <a:lnTo>
                    <a:pt x="2409919" y="3030318"/>
                  </a:lnTo>
                  <a:lnTo>
                    <a:pt x="2410013" y="3030318"/>
                  </a:lnTo>
                  <a:lnTo>
                    <a:pt x="2410107" y="3030318"/>
                  </a:lnTo>
                  <a:lnTo>
                    <a:pt x="2410201" y="3030318"/>
                  </a:lnTo>
                  <a:lnTo>
                    <a:pt x="2410296" y="3030318"/>
                  </a:lnTo>
                  <a:lnTo>
                    <a:pt x="2410390" y="3030318"/>
                  </a:lnTo>
                  <a:lnTo>
                    <a:pt x="2410484" y="3030318"/>
                  </a:lnTo>
                  <a:lnTo>
                    <a:pt x="2410578" y="3030318"/>
                  </a:lnTo>
                  <a:lnTo>
                    <a:pt x="2410672" y="3030318"/>
                  </a:lnTo>
                  <a:lnTo>
                    <a:pt x="2410766" y="3030318"/>
                  </a:lnTo>
                  <a:lnTo>
                    <a:pt x="2410860" y="3030318"/>
                  </a:lnTo>
                  <a:lnTo>
                    <a:pt x="2410955" y="3030318"/>
                  </a:lnTo>
                  <a:lnTo>
                    <a:pt x="2411049" y="3030318"/>
                  </a:lnTo>
                  <a:lnTo>
                    <a:pt x="2411143" y="3030318"/>
                  </a:lnTo>
                  <a:lnTo>
                    <a:pt x="2411237" y="3030318"/>
                  </a:lnTo>
                  <a:lnTo>
                    <a:pt x="2411331" y="3030318"/>
                  </a:lnTo>
                  <a:lnTo>
                    <a:pt x="2411425" y="3030318"/>
                  </a:lnTo>
                  <a:lnTo>
                    <a:pt x="2411520" y="3030318"/>
                  </a:lnTo>
                  <a:lnTo>
                    <a:pt x="2411614" y="3030318"/>
                  </a:lnTo>
                  <a:lnTo>
                    <a:pt x="2411708" y="3030318"/>
                  </a:lnTo>
                  <a:lnTo>
                    <a:pt x="2411802" y="3030318"/>
                  </a:lnTo>
                  <a:lnTo>
                    <a:pt x="2411896" y="3030318"/>
                  </a:lnTo>
                  <a:lnTo>
                    <a:pt x="2411990" y="3030318"/>
                  </a:lnTo>
                  <a:lnTo>
                    <a:pt x="2412084" y="3030318"/>
                  </a:lnTo>
                  <a:lnTo>
                    <a:pt x="2412179" y="3030318"/>
                  </a:lnTo>
                  <a:lnTo>
                    <a:pt x="2412273" y="3030318"/>
                  </a:lnTo>
                  <a:lnTo>
                    <a:pt x="2412367" y="3030318"/>
                  </a:lnTo>
                  <a:lnTo>
                    <a:pt x="2412461" y="3030318"/>
                  </a:lnTo>
                  <a:lnTo>
                    <a:pt x="2412555" y="3030318"/>
                  </a:lnTo>
                  <a:lnTo>
                    <a:pt x="2412649" y="3030318"/>
                  </a:lnTo>
                  <a:lnTo>
                    <a:pt x="2412743" y="3030318"/>
                  </a:lnTo>
                  <a:lnTo>
                    <a:pt x="2412838" y="3030318"/>
                  </a:lnTo>
                  <a:lnTo>
                    <a:pt x="2412932" y="3030318"/>
                  </a:lnTo>
                  <a:lnTo>
                    <a:pt x="2413026" y="3030318"/>
                  </a:lnTo>
                  <a:lnTo>
                    <a:pt x="2413120" y="3030318"/>
                  </a:lnTo>
                  <a:lnTo>
                    <a:pt x="2413214" y="3030318"/>
                  </a:lnTo>
                  <a:lnTo>
                    <a:pt x="2413308" y="3030318"/>
                  </a:lnTo>
                  <a:lnTo>
                    <a:pt x="2413403" y="3030318"/>
                  </a:lnTo>
                  <a:lnTo>
                    <a:pt x="2413497" y="3030318"/>
                  </a:lnTo>
                  <a:lnTo>
                    <a:pt x="2413591" y="3030318"/>
                  </a:lnTo>
                  <a:lnTo>
                    <a:pt x="2413685" y="3030318"/>
                  </a:lnTo>
                  <a:lnTo>
                    <a:pt x="2413779" y="3030318"/>
                  </a:lnTo>
                  <a:lnTo>
                    <a:pt x="2413873" y="3030318"/>
                  </a:lnTo>
                  <a:lnTo>
                    <a:pt x="2413967" y="3030318"/>
                  </a:lnTo>
                  <a:lnTo>
                    <a:pt x="2414062" y="3030318"/>
                  </a:lnTo>
                  <a:lnTo>
                    <a:pt x="2414156" y="3030318"/>
                  </a:lnTo>
                  <a:lnTo>
                    <a:pt x="2414250" y="3030318"/>
                  </a:lnTo>
                  <a:lnTo>
                    <a:pt x="2414344" y="3030318"/>
                  </a:lnTo>
                  <a:lnTo>
                    <a:pt x="2414438" y="3030318"/>
                  </a:lnTo>
                  <a:lnTo>
                    <a:pt x="2414532" y="3030318"/>
                  </a:lnTo>
                  <a:lnTo>
                    <a:pt x="2414627" y="3030318"/>
                  </a:lnTo>
                  <a:lnTo>
                    <a:pt x="2414721" y="3030318"/>
                  </a:lnTo>
                  <a:lnTo>
                    <a:pt x="2414815" y="3030318"/>
                  </a:lnTo>
                  <a:lnTo>
                    <a:pt x="2414909" y="3030318"/>
                  </a:lnTo>
                  <a:lnTo>
                    <a:pt x="2415003" y="3030318"/>
                  </a:lnTo>
                  <a:lnTo>
                    <a:pt x="2415097" y="3030318"/>
                  </a:lnTo>
                  <a:lnTo>
                    <a:pt x="2415191" y="3030318"/>
                  </a:lnTo>
                  <a:lnTo>
                    <a:pt x="2415286" y="3030318"/>
                  </a:lnTo>
                  <a:lnTo>
                    <a:pt x="2415380" y="3030318"/>
                  </a:lnTo>
                  <a:lnTo>
                    <a:pt x="2415474" y="3030318"/>
                  </a:lnTo>
                  <a:lnTo>
                    <a:pt x="2415568" y="3030318"/>
                  </a:lnTo>
                  <a:lnTo>
                    <a:pt x="2415662" y="3030318"/>
                  </a:lnTo>
                  <a:lnTo>
                    <a:pt x="2415756" y="3030318"/>
                  </a:lnTo>
                  <a:lnTo>
                    <a:pt x="2415851" y="3030318"/>
                  </a:lnTo>
                  <a:lnTo>
                    <a:pt x="2415945" y="3030318"/>
                  </a:lnTo>
                  <a:lnTo>
                    <a:pt x="2416039" y="3030318"/>
                  </a:lnTo>
                  <a:lnTo>
                    <a:pt x="2416133" y="3030318"/>
                  </a:lnTo>
                  <a:lnTo>
                    <a:pt x="2416227" y="3030318"/>
                  </a:lnTo>
                  <a:lnTo>
                    <a:pt x="2416321" y="3030318"/>
                  </a:lnTo>
                  <a:lnTo>
                    <a:pt x="2416415" y="3030318"/>
                  </a:lnTo>
                  <a:lnTo>
                    <a:pt x="2416510" y="3030318"/>
                  </a:lnTo>
                  <a:lnTo>
                    <a:pt x="2416604" y="3030318"/>
                  </a:lnTo>
                  <a:lnTo>
                    <a:pt x="2416698" y="3030318"/>
                  </a:lnTo>
                  <a:lnTo>
                    <a:pt x="2416792" y="3030318"/>
                  </a:lnTo>
                  <a:lnTo>
                    <a:pt x="2416886" y="3030318"/>
                  </a:lnTo>
                  <a:lnTo>
                    <a:pt x="2416980" y="3030318"/>
                  </a:lnTo>
                  <a:lnTo>
                    <a:pt x="2417074" y="3030318"/>
                  </a:lnTo>
                  <a:lnTo>
                    <a:pt x="2417169" y="3030318"/>
                  </a:lnTo>
                  <a:lnTo>
                    <a:pt x="2417263" y="3030318"/>
                  </a:lnTo>
                  <a:lnTo>
                    <a:pt x="2417357" y="3030318"/>
                  </a:lnTo>
                  <a:lnTo>
                    <a:pt x="2417451" y="3030318"/>
                  </a:lnTo>
                  <a:lnTo>
                    <a:pt x="2417451" y="3025406"/>
                  </a:lnTo>
                  <a:lnTo>
                    <a:pt x="2417545" y="3025406"/>
                  </a:lnTo>
                  <a:lnTo>
                    <a:pt x="2417639" y="3025406"/>
                  </a:lnTo>
                  <a:lnTo>
                    <a:pt x="2417734" y="3025406"/>
                  </a:lnTo>
                  <a:lnTo>
                    <a:pt x="2417828" y="3025406"/>
                  </a:lnTo>
                  <a:lnTo>
                    <a:pt x="2417922" y="3025406"/>
                  </a:lnTo>
                  <a:lnTo>
                    <a:pt x="2418016" y="3025406"/>
                  </a:lnTo>
                  <a:lnTo>
                    <a:pt x="2418110" y="3025406"/>
                  </a:lnTo>
                  <a:lnTo>
                    <a:pt x="2418204" y="3025406"/>
                  </a:lnTo>
                  <a:lnTo>
                    <a:pt x="2418298" y="3025406"/>
                  </a:lnTo>
                  <a:lnTo>
                    <a:pt x="2418393" y="3025406"/>
                  </a:lnTo>
                  <a:lnTo>
                    <a:pt x="2418487" y="3025406"/>
                  </a:lnTo>
                  <a:lnTo>
                    <a:pt x="2418487" y="3020495"/>
                  </a:lnTo>
                  <a:lnTo>
                    <a:pt x="2418581" y="3020495"/>
                  </a:lnTo>
                  <a:lnTo>
                    <a:pt x="2418675" y="3020495"/>
                  </a:lnTo>
                  <a:lnTo>
                    <a:pt x="2418769" y="3020495"/>
                  </a:lnTo>
                  <a:lnTo>
                    <a:pt x="2418863" y="3020495"/>
                  </a:lnTo>
                  <a:lnTo>
                    <a:pt x="2418958" y="3020495"/>
                  </a:lnTo>
                  <a:lnTo>
                    <a:pt x="2419052" y="3020495"/>
                  </a:lnTo>
                  <a:lnTo>
                    <a:pt x="2419146" y="3020495"/>
                  </a:lnTo>
                  <a:lnTo>
                    <a:pt x="2419240" y="3020495"/>
                  </a:lnTo>
                  <a:lnTo>
                    <a:pt x="2419334" y="3020495"/>
                  </a:lnTo>
                  <a:lnTo>
                    <a:pt x="2419428" y="3020495"/>
                  </a:lnTo>
                  <a:lnTo>
                    <a:pt x="2419522" y="3020495"/>
                  </a:lnTo>
                  <a:lnTo>
                    <a:pt x="2419617" y="3020495"/>
                  </a:lnTo>
                  <a:lnTo>
                    <a:pt x="2419711" y="3020495"/>
                  </a:lnTo>
                  <a:lnTo>
                    <a:pt x="2419805" y="3020495"/>
                  </a:lnTo>
                  <a:lnTo>
                    <a:pt x="2419899" y="3020495"/>
                  </a:lnTo>
                  <a:lnTo>
                    <a:pt x="2419993" y="3020495"/>
                  </a:lnTo>
                  <a:lnTo>
                    <a:pt x="2420087" y="3020495"/>
                  </a:lnTo>
                  <a:lnTo>
                    <a:pt x="2420182" y="3020495"/>
                  </a:lnTo>
                  <a:lnTo>
                    <a:pt x="2420276" y="3020495"/>
                  </a:lnTo>
                  <a:lnTo>
                    <a:pt x="2420370" y="3020495"/>
                  </a:lnTo>
                  <a:lnTo>
                    <a:pt x="2420464" y="3020495"/>
                  </a:lnTo>
                  <a:lnTo>
                    <a:pt x="2420558" y="3020495"/>
                  </a:lnTo>
                  <a:lnTo>
                    <a:pt x="2420652" y="3020495"/>
                  </a:lnTo>
                  <a:lnTo>
                    <a:pt x="2420746" y="3020495"/>
                  </a:lnTo>
                  <a:lnTo>
                    <a:pt x="2420841" y="3020495"/>
                  </a:lnTo>
                  <a:lnTo>
                    <a:pt x="2420935" y="3020495"/>
                  </a:lnTo>
                  <a:lnTo>
                    <a:pt x="2421029" y="3020495"/>
                  </a:lnTo>
                  <a:lnTo>
                    <a:pt x="2421123" y="3020495"/>
                  </a:lnTo>
                  <a:lnTo>
                    <a:pt x="2421217" y="3020495"/>
                  </a:lnTo>
                  <a:lnTo>
                    <a:pt x="2421311" y="3020495"/>
                  </a:lnTo>
                  <a:lnTo>
                    <a:pt x="2421405" y="3020495"/>
                  </a:lnTo>
                  <a:lnTo>
                    <a:pt x="2421500" y="3020495"/>
                  </a:lnTo>
                  <a:lnTo>
                    <a:pt x="2421594" y="3020495"/>
                  </a:lnTo>
                  <a:lnTo>
                    <a:pt x="2421688" y="3020495"/>
                  </a:lnTo>
                  <a:lnTo>
                    <a:pt x="2421782" y="3020495"/>
                  </a:lnTo>
                  <a:lnTo>
                    <a:pt x="2421876" y="3020495"/>
                  </a:lnTo>
                  <a:lnTo>
                    <a:pt x="2421970" y="3020495"/>
                  </a:lnTo>
                  <a:lnTo>
                    <a:pt x="2422065" y="3020495"/>
                  </a:lnTo>
                  <a:lnTo>
                    <a:pt x="2422159" y="3020495"/>
                  </a:lnTo>
                  <a:lnTo>
                    <a:pt x="2422253" y="3020495"/>
                  </a:lnTo>
                  <a:lnTo>
                    <a:pt x="2422347" y="3020495"/>
                  </a:lnTo>
                  <a:lnTo>
                    <a:pt x="2422441" y="3020495"/>
                  </a:lnTo>
                  <a:lnTo>
                    <a:pt x="2422535" y="3020495"/>
                  </a:lnTo>
                  <a:lnTo>
                    <a:pt x="2422629" y="3020495"/>
                  </a:lnTo>
                  <a:lnTo>
                    <a:pt x="2422724" y="3020495"/>
                  </a:lnTo>
                  <a:lnTo>
                    <a:pt x="2422724" y="3015584"/>
                  </a:lnTo>
                  <a:lnTo>
                    <a:pt x="2422818" y="3015584"/>
                  </a:lnTo>
                  <a:lnTo>
                    <a:pt x="2422912" y="3015584"/>
                  </a:lnTo>
                  <a:lnTo>
                    <a:pt x="2422912" y="3010672"/>
                  </a:lnTo>
                  <a:lnTo>
                    <a:pt x="2423006" y="3010672"/>
                  </a:lnTo>
                  <a:lnTo>
                    <a:pt x="2423100" y="3010672"/>
                  </a:lnTo>
                  <a:lnTo>
                    <a:pt x="2423194" y="3010672"/>
                  </a:lnTo>
                  <a:lnTo>
                    <a:pt x="2423289" y="3010672"/>
                  </a:lnTo>
                  <a:lnTo>
                    <a:pt x="2423383" y="3010672"/>
                  </a:lnTo>
                  <a:lnTo>
                    <a:pt x="2423477" y="3010672"/>
                  </a:lnTo>
                  <a:lnTo>
                    <a:pt x="2423571" y="3010672"/>
                  </a:lnTo>
                  <a:lnTo>
                    <a:pt x="2423665" y="3010672"/>
                  </a:lnTo>
                  <a:lnTo>
                    <a:pt x="2423759" y="3010672"/>
                  </a:lnTo>
                  <a:lnTo>
                    <a:pt x="2423853" y="3010672"/>
                  </a:lnTo>
                  <a:lnTo>
                    <a:pt x="2423948" y="3010672"/>
                  </a:lnTo>
                  <a:lnTo>
                    <a:pt x="2424042" y="3010672"/>
                  </a:lnTo>
                  <a:lnTo>
                    <a:pt x="2424136" y="3010672"/>
                  </a:lnTo>
                  <a:lnTo>
                    <a:pt x="2424230" y="3010672"/>
                  </a:lnTo>
                  <a:lnTo>
                    <a:pt x="2424324" y="3010672"/>
                  </a:lnTo>
                  <a:lnTo>
                    <a:pt x="2424418" y="3010672"/>
                  </a:lnTo>
                  <a:lnTo>
                    <a:pt x="2424513" y="3010672"/>
                  </a:lnTo>
                  <a:lnTo>
                    <a:pt x="2424607" y="3010672"/>
                  </a:lnTo>
                  <a:lnTo>
                    <a:pt x="2424701" y="3010672"/>
                  </a:lnTo>
                  <a:lnTo>
                    <a:pt x="2424795" y="3010672"/>
                  </a:lnTo>
                  <a:lnTo>
                    <a:pt x="2424889" y="3010672"/>
                  </a:lnTo>
                  <a:lnTo>
                    <a:pt x="2424983" y="3010672"/>
                  </a:lnTo>
                  <a:lnTo>
                    <a:pt x="2425077" y="3010672"/>
                  </a:lnTo>
                  <a:lnTo>
                    <a:pt x="2425172" y="3010672"/>
                  </a:lnTo>
                  <a:lnTo>
                    <a:pt x="2425266" y="3010672"/>
                  </a:lnTo>
                  <a:lnTo>
                    <a:pt x="2425360" y="3010672"/>
                  </a:lnTo>
                  <a:lnTo>
                    <a:pt x="2425454" y="3010672"/>
                  </a:lnTo>
                  <a:lnTo>
                    <a:pt x="2425548" y="3010672"/>
                  </a:lnTo>
                  <a:lnTo>
                    <a:pt x="2425642" y="3010672"/>
                  </a:lnTo>
                  <a:lnTo>
                    <a:pt x="2425736" y="3010672"/>
                  </a:lnTo>
                  <a:lnTo>
                    <a:pt x="2425831" y="3010672"/>
                  </a:lnTo>
                  <a:lnTo>
                    <a:pt x="2425925" y="3010672"/>
                  </a:lnTo>
                  <a:lnTo>
                    <a:pt x="2426019" y="3010672"/>
                  </a:lnTo>
                  <a:lnTo>
                    <a:pt x="2426113" y="3010672"/>
                  </a:lnTo>
                  <a:lnTo>
                    <a:pt x="2426207" y="3010672"/>
                  </a:lnTo>
                  <a:lnTo>
                    <a:pt x="2426301" y="3010672"/>
                  </a:lnTo>
                  <a:lnTo>
                    <a:pt x="2426396" y="3010672"/>
                  </a:lnTo>
                  <a:lnTo>
                    <a:pt x="2426490" y="3010672"/>
                  </a:lnTo>
                  <a:lnTo>
                    <a:pt x="2426584" y="3010672"/>
                  </a:lnTo>
                  <a:lnTo>
                    <a:pt x="2426678" y="3010672"/>
                  </a:lnTo>
                  <a:lnTo>
                    <a:pt x="2426772" y="3010672"/>
                  </a:lnTo>
                  <a:lnTo>
                    <a:pt x="2426866" y="3010672"/>
                  </a:lnTo>
                  <a:lnTo>
                    <a:pt x="2426960" y="3010672"/>
                  </a:lnTo>
                  <a:lnTo>
                    <a:pt x="2427055" y="3010672"/>
                  </a:lnTo>
                  <a:lnTo>
                    <a:pt x="2427149" y="3010672"/>
                  </a:lnTo>
                  <a:lnTo>
                    <a:pt x="2427243" y="3010672"/>
                  </a:lnTo>
                  <a:lnTo>
                    <a:pt x="2427337" y="3010672"/>
                  </a:lnTo>
                  <a:lnTo>
                    <a:pt x="2427431" y="3010672"/>
                  </a:lnTo>
                  <a:lnTo>
                    <a:pt x="2427525" y="3010672"/>
                  </a:lnTo>
                  <a:lnTo>
                    <a:pt x="2427620" y="3010672"/>
                  </a:lnTo>
                  <a:lnTo>
                    <a:pt x="2427714" y="3010672"/>
                  </a:lnTo>
                  <a:lnTo>
                    <a:pt x="2427808" y="3010672"/>
                  </a:lnTo>
                  <a:lnTo>
                    <a:pt x="2427902" y="3010672"/>
                  </a:lnTo>
                  <a:lnTo>
                    <a:pt x="2427996" y="3010672"/>
                  </a:lnTo>
                  <a:lnTo>
                    <a:pt x="2428090" y="3010672"/>
                  </a:lnTo>
                  <a:lnTo>
                    <a:pt x="2428184" y="3010672"/>
                  </a:lnTo>
                  <a:lnTo>
                    <a:pt x="2428279" y="3010672"/>
                  </a:lnTo>
                  <a:lnTo>
                    <a:pt x="2428373" y="3010672"/>
                  </a:lnTo>
                  <a:lnTo>
                    <a:pt x="2428467" y="3010672"/>
                  </a:lnTo>
                  <a:lnTo>
                    <a:pt x="2428561" y="3010672"/>
                  </a:lnTo>
                  <a:lnTo>
                    <a:pt x="2428655" y="3010672"/>
                  </a:lnTo>
                  <a:lnTo>
                    <a:pt x="2428749" y="3010672"/>
                  </a:lnTo>
                  <a:lnTo>
                    <a:pt x="2428844" y="3010672"/>
                  </a:lnTo>
                  <a:lnTo>
                    <a:pt x="2428938" y="3010672"/>
                  </a:lnTo>
                  <a:lnTo>
                    <a:pt x="2429032" y="3010672"/>
                  </a:lnTo>
                  <a:lnTo>
                    <a:pt x="2429126" y="3010672"/>
                  </a:lnTo>
                  <a:lnTo>
                    <a:pt x="2429220" y="3010672"/>
                  </a:lnTo>
                  <a:lnTo>
                    <a:pt x="2429314" y="3010672"/>
                  </a:lnTo>
                  <a:lnTo>
                    <a:pt x="2429408" y="3010672"/>
                  </a:lnTo>
                  <a:lnTo>
                    <a:pt x="2429503" y="3010672"/>
                  </a:lnTo>
                  <a:lnTo>
                    <a:pt x="2429597" y="3010672"/>
                  </a:lnTo>
                  <a:lnTo>
                    <a:pt x="2429691" y="3010672"/>
                  </a:lnTo>
                  <a:lnTo>
                    <a:pt x="2429785" y="3010672"/>
                  </a:lnTo>
                  <a:lnTo>
                    <a:pt x="2429785" y="3005761"/>
                  </a:lnTo>
                  <a:lnTo>
                    <a:pt x="2429879" y="3005761"/>
                  </a:lnTo>
                  <a:lnTo>
                    <a:pt x="2429973" y="3005761"/>
                  </a:lnTo>
                  <a:lnTo>
                    <a:pt x="2430067" y="3005761"/>
                  </a:lnTo>
                  <a:lnTo>
                    <a:pt x="2430162" y="3005761"/>
                  </a:lnTo>
                  <a:lnTo>
                    <a:pt x="2430256" y="3005761"/>
                  </a:lnTo>
                  <a:lnTo>
                    <a:pt x="2430350" y="3005761"/>
                  </a:lnTo>
                  <a:lnTo>
                    <a:pt x="2430444" y="3005761"/>
                  </a:lnTo>
                  <a:lnTo>
                    <a:pt x="2430538" y="3005761"/>
                  </a:lnTo>
                  <a:lnTo>
                    <a:pt x="2430632" y="3005761"/>
                  </a:lnTo>
                  <a:lnTo>
                    <a:pt x="2430727" y="3005761"/>
                  </a:lnTo>
                  <a:lnTo>
                    <a:pt x="2430821" y="3005761"/>
                  </a:lnTo>
                  <a:lnTo>
                    <a:pt x="2430915" y="3005761"/>
                  </a:lnTo>
                  <a:lnTo>
                    <a:pt x="2431009" y="3005761"/>
                  </a:lnTo>
                  <a:lnTo>
                    <a:pt x="2431103" y="3005761"/>
                  </a:lnTo>
                  <a:lnTo>
                    <a:pt x="2431197" y="3005761"/>
                  </a:lnTo>
                  <a:lnTo>
                    <a:pt x="2431291" y="3005761"/>
                  </a:lnTo>
                  <a:lnTo>
                    <a:pt x="2431386" y="3005761"/>
                  </a:lnTo>
                  <a:lnTo>
                    <a:pt x="2431480" y="3005761"/>
                  </a:lnTo>
                  <a:lnTo>
                    <a:pt x="2431574" y="3005761"/>
                  </a:lnTo>
                  <a:lnTo>
                    <a:pt x="2431668" y="3005761"/>
                  </a:lnTo>
                  <a:lnTo>
                    <a:pt x="2431762" y="3005761"/>
                  </a:lnTo>
                  <a:lnTo>
                    <a:pt x="2431856" y="3005761"/>
                  </a:lnTo>
                  <a:lnTo>
                    <a:pt x="2431951" y="3005761"/>
                  </a:lnTo>
                  <a:lnTo>
                    <a:pt x="2432045" y="3005761"/>
                  </a:lnTo>
                  <a:lnTo>
                    <a:pt x="2432139" y="3005761"/>
                  </a:lnTo>
                  <a:lnTo>
                    <a:pt x="2432233" y="3005761"/>
                  </a:lnTo>
                  <a:lnTo>
                    <a:pt x="2432327" y="3005761"/>
                  </a:lnTo>
                  <a:lnTo>
                    <a:pt x="2432421" y="3005761"/>
                  </a:lnTo>
                  <a:lnTo>
                    <a:pt x="2432421" y="3000850"/>
                  </a:lnTo>
                  <a:lnTo>
                    <a:pt x="2432515" y="3000850"/>
                  </a:lnTo>
                  <a:lnTo>
                    <a:pt x="2432610" y="3000850"/>
                  </a:lnTo>
                  <a:lnTo>
                    <a:pt x="2432704" y="3000850"/>
                  </a:lnTo>
                  <a:lnTo>
                    <a:pt x="2432798" y="3000850"/>
                  </a:lnTo>
                  <a:lnTo>
                    <a:pt x="2432892" y="3000850"/>
                  </a:lnTo>
                  <a:lnTo>
                    <a:pt x="2432986" y="3000850"/>
                  </a:lnTo>
                  <a:lnTo>
                    <a:pt x="2433080" y="3000850"/>
                  </a:lnTo>
                  <a:lnTo>
                    <a:pt x="2433175" y="3000850"/>
                  </a:lnTo>
                  <a:lnTo>
                    <a:pt x="2433269" y="3000850"/>
                  </a:lnTo>
                  <a:lnTo>
                    <a:pt x="2433363" y="3000850"/>
                  </a:lnTo>
                  <a:lnTo>
                    <a:pt x="2433457" y="3000850"/>
                  </a:lnTo>
                  <a:lnTo>
                    <a:pt x="2433551" y="3000850"/>
                  </a:lnTo>
                  <a:lnTo>
                    <a:pt x="2433645" y="3000850"/>
                  </a:lnTo>
                  <a:lnTo>
                    <a:pt x="2433739" y="3000850"/>
                  </a:lnTo>
                  <a:lnTo>
                    <a:pt x="2433834" y="3000850"/>
                  </a:lnTo>
                  <a:lnTo>
                    <a:pt x="2433928" y="3000850"/>
                  </a:lnTo>
                  <a:lnTo>
                    <a:pt x="2434022" y="3000850"/>
                  </a:lnTo>
                  <a:lnTo>
                    <a:pt x="2434116" y="3000850"/>
                  </a:lnTo>
                  <a:lnTo>
                    <a:pt x="2434210" y="3000850"/>
                  </a:lnTo>
                  <a:lnTo>
                    <a:pt x="2434304" y="3000850"/>
                  </a:lnTo>
                  <a:lnTo>
                    <a:pt x="2434399" y="3000850"/>
                  </a:lnTo>
                  <a:lnTo>
                    <a:pt x="2434493" y="3000850"/>
                  </a:lnTo>
                  <a:lnTo>
                    <a:pt x="2434587" y="3000850"/>
                  </a:lnTo>
                  <a:lnTo>
                    <a:pt x="2434681" y="3000850"/>
                  </a:lnTo>
                  <a:lnTo>
                    <a:pt x="2434775" y="3000850"/>
                  </a:lnTo>
                  <a:lnTo>
                    <a:pt x="2434869" y="3000850"/>
                  </a:lnTo>
                  <a:lnTo>
                    <a:pt x="2434963" y="3000850"/>
                  </a:lnTo>
                  <a:lnTo>
                    <a:pt x="2435058" y="3000850"/>
                  </a:lnTo>
                  <a:lnTo>
                    <a:pt x="2435152" y="3000850"/>
                  </a:lnTo>
                  <a:lnTo>
                    <a:pt x="2435246" y="3000850"/>
                  </a:lnTo>
                  <a:lnTo>
                    <a:pt x="2435340" y="3000850"/>
                  </a:lnTo>
                  <a:lnTo>
                    <a:pt x="2435434" y="3000850"/>
                  </a:lnTo>
                  <a:lnTo>
                    <a:pt x="2435528" y="3000850"/>
                  </a:lnTo>
                  <a:lnTo>
                    <a:pt x="2435622" y="3000850"/>
                  </a:lnTo>
                  <a:lnTo>
                    <a:pt x="2435717" y="3000850"/>
                  </a:lnTo>
                  <a:lnTo>
                    <a:pt x="2435811" y="3000850"/>
                  </a:lnTo>
                  <a:lnTo>
                    <a:pt x="2435905" y="3000850"/>
                  </a:lnTo>
                  <a:lnTo>
                    <a:pt x="2435999" y="3000850"/>
                  </a:lnTo>
                  <a:lnTo>
                    <a:pt x="2436093" y="3000850"/>
                  </a:lnTo>
                  <a:lnTo>
                    <a:pt x="2436187" y="3000850"/>
                  </a:lnTo>
                  <a:lnTo>
                    <a:pt x="2436282" y="3000850"/>
                  </a:lnTo>
                  <a:lnTo>
                    <a:pt x="2436376" y="3000850"/>
                  </a:lnTo>
                  <a:lnTo>
                    <a:pt x="2436470" y="3000850"/>
                  </a:lnTo>
                  <a:lnTo>
                    <a:pt x="2436564" y="3000850"/>
                  </a:lnTo>
                  <a:lnTo>
                    <a:pt x="2436658" y="3000850"/>
                  </a:lnTo>
                  <a:lnTo>
                    <a:pt x="2436752" y="3000850"/>
                  </a:lnTo>
                  <a:lnTo>
                    <a:pt x="2436846" y="3000850"/>
                  </a:lnTo>
                  <a:lnTo>
                    <a:pt x="2436941" y="3000850"/>
                  </a:lnTo>
                  <a:lnTo>
                    <a:pt x="2437035" y="3000850"/>
                  </a:lnTo>
                  <a:lnTo>
                    <a:pt x="2437129" y="3000850"/>
                  </a:lnTo>
                  <a:lnTo>
                    <a:pt x="2437223" y="3000850"/>
                  </a:lnTo>
                  <a:lnTo>
                    <a:pt x="2437317" y="3000850"/>
                  </a:lnTo>
                  <a:lnTo>
                    <a:pt x="2437411" y="3000850"/>
                  </a:lnTo>
                  <a:lnTo>
                    <a:pt x="2437506" y="3000850"/>
                  </a:lnTo>
                  <a:lnTo>
                    <a:pt x="2437600" y="3000850"/>
                  </a:lnTo>
                  <a:lnTo>
                    <a:pt x="2437694" y="3000850"/>
                  </a:lnTo>
                  <a:lnTo>
                    <a:pt x="2437788" y="3000850"/>
                  </a:lnTo>
                  <a:lnTo>
                    <a:pt x="2437882" y="3000850"/>
                  </a:lnTo>
                  <a:lnTo>
                    <a:pt x="2437976" y="3000850"/>
                  </a:lnTo>
                  <a:lnTo>
                    <a:pt x="2438070" y="3000850"/>
                  </a:lnTo>
                  <a:lnTo>
                    <a:pt x="2438165" y="3000850"/>
                  </a:lnTo>
                  <a:lnTo>
                    <a:pt x="2438259" y="3000850"/>
                  </a:lnTo>
                  <a:lnTo>
                    <a:pt x="2438353" y="3000850"/>
                  </a:lnTo>
                  <a:lnTo>
                    <a:pt x="2438447" y="3000850"/>
                  </a:lnTo>
                  <a:lnTo>
                    <a:pt x="2438541" y="3000850"/>
                  </a:lnTo>
                  <a:lnTo>
                    <a:pt x="2438635" y="3000850"/>
                  </a:lnTo>
                  <a:lnTo>
                    <a:pt x="2438730" y="3000850"/>
                  </a:lnTo>
                  <a:lnTo>
                    <a:pt x="2438824" y="3000850"/>
                  </a:lnTo>
                  <a:lnTo>
                    <a:pt x="2438918" y="3000850"/>
                  </a:lnTo>
                  <a:lnTo>
                    <a:pt x="2439012" y="3000850"/>
                  </a:lnTo>
                  <a:lnTo>
                    <a:pt x="2439106" y="3000850"/>
                  </a:lnTo>
                  <a:lnTo>
                    <a:pt x="2439200" y="3000850"/>
                  </a:lnTo>
                  <a:lnTo>
                    <a:pt x="2439294" y="3000850"/>
                  </a:lnTo>
                  <a:lnTo>
                    <a:pt x="2439389" y="3000850"/>
                  </a:lnTo>
                  <a:lnTo>
                    <a:pt x="2439483" y="3000850"/>
                  </a:lnTo>
                  <a:lnTo>
                    <a:pt x="2439577" y="3000850"/>
                  </a:lnTo>
                  <a:lnTo>
                    <a:pt x="2439671" y="3000850"/>
                  </a:lnTo>
                  <a:lnTo>
                    <a:pt x="2439765" y="3000850"/>
                  </a:lnTo>
                  <a:lnTo>
                    <a:pt x="2439859" y="3000850"/>
                  </a:lnTo>
                  <a:lnTo>
                    <a:pt x="2439953" y="3000850"/>
                  </a:lnTo>
                  <a:lnTo>
                    <a:pt x="2440048" y="3000850"/>
                  </a:lnTo>
                  <a:lnTo>
                    <a:pt x="2440142" y="3000850"/>
                  </a:lnTo>
                  <a:lnTo>
                    <a:pt x="2440236" y="3000850"/>
                  </a:lnTo>
                  <a:lnTo>
                    <a:pt x="2440330" y="3000850"/>
                  </a:lnTo>
                  <a:lnTo>
                    <a:pt x="2440424" y="3000850"/>
                  </a:lnTo>
                  <a:lnTo>
                    <a:pt x="2440518" y="3000850"/>
                  </a:lnTo>
                  <a:lnTo>
                    <a:pt x="2440613" y="3000850"/>
                  </a:lnTo>
                  <a:lnTo>
                    <a:pt x="2440707" y="3000850"/>
                  </a:lnTo>
                  <a:lnTo>
                    <a:pt x="2440801" y="3000850"/>
                  </a:lnTo>
                  <a:lnTo>
                    <a:pt x="2440895" y="3000850"/>
                  </a:lnTo>
                  <a:lnTo>
                    <a:pt x="2440989" y="3000850"/>
                  </a:lnTo>
                  <a:lnTo>
                    <a:pt x="2441083" y="3000850"/>
                  </a:lnTo>
                  <a:lnTo>
                    <a:pt x="2441177" y="3000850"/>
                  </a:lnTo>
                  <a:lnTo>
                    <a:pt x="2441272" y="3000850"/>
                  </a:lnTo>
                  <a:lnTo>
                    <a:pt x="2441366" y="3000850"/>
                  </a:lnTo>
                  <a:lnTo>
                    <a:pt x="2441460" y="3000850"/>
                  </a:lnTo>
                  <a:lnTo>
                    <a:pt x="2441554" y="3000850"/>
                  </a:lnTo>
                  <a:lnTo>
                    <a:pt x="2441648" y="3000850"/>
                  </a:lnTo>
                  <a:lnTo>
                    <a:pt x="2441742" y="3000850"/>
                  </a:lnTo>
                  <a:lnTo>
                    <a:pt x="2441837" y="3000850"/>
                  </a:lnTo>
                  <a:lnTo>
                    <a:pt x="2441931" y="3000850"/>
                  </a:lnTo>
                  <a:lnTo>
                    <a:pt x="2442025" y="3000850"/>
                  </a:lnTo>
                  <a:lnTo>
                    <a:pt x="2442119" y="3000850"/>
                  </a:lnTo>
                  <a:lnTo>
                    <a:pt x="2442213" y="3000850"/>
                  </a:lnTo>
                  <a:lnTo>
                    <a:pt x="2442307" y="3000850"/>
                  </a:lnTo>
                  <a:lnTo>
                    <a:pt x="2442401" y="3000850"/>
                  </a:lnTo>
                  <a:lnTo>
                    <a:pt x="2442496" y="3000850"/>
                  </a:lnTo>
                  <a:lnTo>
                    <a:pt x="2442590" y="3000850"/>
                  </a:lnTo>
                  <a:lnTo>
                    <a:pt x="2442684" y="3000850"/>
                  </a:lnTo>
                  <a:lnTo>
                    <a:pt x="2442778" y="3000850"/>
                  </a:lnTo>
                  <a:lnTo>
                    <a:pt x="2442872" y="3000850"/>
                  </a:lnTo>
                  <a:lnTo>
                    <a:pt x="2442966" y="3000850"/>
                  </a:lnTo>
                  <a:lnTo>
                    <a:pt x="2443061" y="3000850"/>
                  </a:lnTo>
                  <a:lnTo>
                    <a:pt x="2443155" y="3000850"/>
                  </a:lnTo>
                  <a:lnTo>
                    <a:pt x="2443249" y="3000850"/>
                  </a:lnTo>
                  <a:lnTo>
                    <a:pt x="2443343" y="3000850"/>
                  </a:lnTo>
                  <a:lnTo>
                    <a:pt x="2443343" y="2995938"/>
                  </a:lnTo>
                  <a:lnTo>
                    <a:pt x="2443437" y="2995938"/>
                  </a:lnTo>
                  <a:lnTo>
                    <a:pt x="2443531" y="2995938"/>
                  </a:lnTo>
                  <a:lnTo>
                    <a:pt x="2443625" y="2995938"/>
                  </a:lnTo>
                  <a:lnTo>
                    <a:pt x="2443720" y="2995938"/>
                  </a:lnTo>
                  <a:lnTo>
                    <a:pt x="2443814" y="2995938"/>
                  </a:lnTo>
                  <a:lnTo>
                    <a:pt x="2443908" y="2995938"/>
                  </a:lnTo>
                  <a:lnTo>
                    <a:pt x="2444002" y="2995938"/>
                  </a:lnTo>
                  <a:lnTo>
                    <a:pt x="2444096" y="2995938"/>
                  </a:lnTo>
                  <a:lnTo>
                    <a:pt x="2444190" y="2995938"/>
                  </a:lnTo>
                  <a:lnTo>
                    <a:pt x="2444284" y="2995938"/>
                  </a:lnTo>
                  <a:lnTo>
                    <a:pt x="2444379" y="2995938"/>
                  </a:lnTo>
                  <a:lnTo>
                    <a:pt x="2444379" y="2991027"/>
                  </a:lnTo>
                  <a:lnTo>
                    <a:pt x="2444473" y="2991027"/>
                  </a:lnTo>
                  <a:lnTo>
                    <a:pt x="2444567" y="2991027"/>
                  </a:lnTo>
                  <a:lnTo>
                    <a:pt x="2444661" y="2991027"/>
                  </a:lnTo>
                  <a:lnTo>
                    <a:pt x="2444755" y="2991027"/>
                  </a:lnTo>
                  <a:lnTo>
                    <a:pt x="2444849" y="2991027"/>
                  </a:lnTo>
                  <a:lnTo>
                    <a:pt x="2444944" y="2991027"/>
                  </a:lnTo>
                  <a:lnTo>
                    <a:pt x="2445038" y="2991027"/>
                  </a:lnTo>
                  <a:lnTo>
                    <a:pt x="2445132" y="2991027"/>
                  </a:lnTo>
                  <a:lnTo>
                    <a:pt x="2445226" y="2991027"/>
                  </a:lnTo>
                  <a:lnTo>
                    <a:pt x="2445320" y="2991027"/>
                  </a:lnTo>
                  <a:lnTo>
                    <a:pt x="2445414" y="2991027"/>
                  </a:lnTo>
                  <a:lnTo>
                    <a:pt x="2445508" y="2991027"/>
                  </a:lnTo>
                  <a:lnTo>
                    <a:pt x="2445603" y="2991027"/>
                  </a:lnTo>
                  <a:lnTo>
                    <a:pt x="2445697" y="2991027"/>
                  </a:lnTo>
                  <a:lnTo>
                    <a:pt x="2445697" y="2986115"/>
                  </a:lnTo>
                  <a:lnTo>
                    <a:pt x="2445791" y="2986115"/>
                  </a:lnTo>
                  <a:lnTo>
                    <a:pt x="2445885" y="2986115"/>
                  </a:lnTo>
                  <a:lnTo>
                    <a:pt x="2445979" y="2986115"/>
                  </a:lnTo>
                  <a:lnTo>
                    <a:pt x="2446073" y="2986115"/>
                  </a:lnTo>
                  <a:lnTo>
                    <a:pt x="2446168" y="2986115"/>
                  </a:lnTo>
                  <a:lnTo>
                    <a:pt x="2446262" y="2986115"/>
                  </a:lnTo>
                  <a:lnTo>
                    <a:pt x="2446356" y="2986115"/>
                  </a:lnTo>
                  <a:lnTo>
                    <a:pt x="2446450" y="2986115"/>
                  </a:lnTo>
                  <a:lnTo>
                    <a:pt x="2446544" y="2986115"/>
                  </a:lnTo>
                  <a:lnTo>
                    <a:pt x="2446638" y="2986115"/>
                  </a:lnTo>
                  <a:lnTo>
                    <a:pt x="2446732" y="2986115"/>
                  </a:lnTo>
                  <a:lnTo>
                    <a:pt x="2446827" y="2986115"/>
                  </a:lnTo>
                  <a:lnTo>
                    <a:pt x="2446921" y="2986115"/>
                  </a:lnTo>
                  <a:lnTo>
                    <a:pt x="2447015" y="2986115"/>
                  </a:lnTo>
                  <a:lnTo>
                    <a:pt x="2447109" y="2986115"/>
                  </a:lnTo>
                  <a:lnTo>
                    <a:pt x="2447203" y="2986115"/>
                  </a:lnTo>
                  <a:lnTo>
                    <a:pt x="2447297" y="2986115"/>
                  </a:lnTo>
                  <a:lnTo>
                    <a:pt x="2447392" y="2986115"/>
                  </a:lnTo>
                  <a:lnTo>
                    <a:pt x="2447486" y="2986115"/>
                  </a:lnTo>
                  <a:lnTo>
                    <a:pt x="2447580" y="2986115"/>
                  </a:lnTo>
                  <a:lnTo>
                    <a:pt x="2447674" y="2986115"/>
                  </a:lnTo>
                  <a:lnTo>
                    <a:pt x="2447768" y="2986115"/>
                  </a:lnTo>
                  <a:lnTo>
                    <a:pt x="2447862" y="2986115"/>
                  </a:lnTo>
                  <a:lnTo>
                    <a:pt x="2447956" y="2986115"/>
                  </a:lnTo>
                  <a:lnTo>
                    <a:pt x="2448051" y="2986115"/>
                  </a:lnTo>
                  <a:lnTo>
                    <a:pt x="2448145" y="2986115"/>
                  </a:lnTo>
                  <a:lnTo>
                    <a:pt x="2448239" y="2986115"/>
                  </a:lnTo>
                  <a:lnTo>
                    <a:pt x="2448333" y="2986115"/>
                  </a:lnTo>
                  <a:lnTo>
                    <a:pt x="2448427" y="2986115"/>
                  </a:lnTo>
                  <a:lnTo>
                    <a:pt x="2448521" y="2986115"/>
                  </a:lnTo>
                  <a:lnTo>
                    <a:pt x="2448615" y="2986115"/>
                  </a:lnTo>
                  <a:lnTo>
                    <a:pt x="2448710" y="2986115"/>
                  </a:lnTo>
                  <a:lnTo>
                    <a:pt x="2448804" y="2986115"/>
                  </a:lnTo>
                  <a:lnTo>
                    <a:pt x="2448898" y="2986115"/>
                  </a:lnTo>
                  <a:lnTo>
                    <a:pt x="2448992" y="2986115"/>
                  </a:lnTo>
                  <a:lnTo>
                    <a:pt x="2449086" y="2986115"/>
                  </a:lnTo>
                  <a:lnTo>
                    <a:pt x="2449180" y="2986115"/>
                  </a:lnTo>
                  <a:lnTo>
                    <a:pt x="2449275" y="2986115"/>
                  </a:lnTo>
                  <a:lnTo>
                    <a:pt x="2449369" y="2986115"/>
                  </a:lnTo>
                  <a:lnTo>
                    <a:pt x="2449463" y="2986115"/>
                  </a:lnTo>
                  <a:lnTo>
                    <a:pt x="2449557" y="2986115"/>
                  </a:lnTo>
                  <a:lnTo>
                    <a:pt x="2449651" y="2986115"/>
                  </a:lnTo>
                  <a:lnTo>
                    <a:pt x="2449745" y="2986115"/>
                  </a:lnTo>
                  <a:lnTo>
                    <a:pt x="2449745" y="2981204"/>
                  </a:lnTo>
                  <a:lnTo>
                    <a:pt x="2449839" y="2981204"/>
                  </a:lnTo>
                  <a:lnTo>
                    <a:pt x="2449934" y="2981204"/>
                  </a:lnTo>
                  <a:lnTo>
                    <a:pt x="2450028" y="2981204"/>
                  </a:lnTo>
                  <a:lnTo>
                    <a:pt x="2450122" y="2981204"/>
                  </a:lnTo>
                  <a:lnTo>
                    <a:pt x="2450216" y="2981204"/>
                  </a:lnTo>
                  <a:lnTo>
                    <a:pt x="2450310" y="2981204"/>
                  </a:lnTo>
                  <a:lnTo>
                    <a:pt x="2450404" y="2981204"/>
                  </a:lnTo>
                  <a:lnTo>
                    <a:pt x="2450499" y="2981204"/>
                  </a:lnTo>
                  <a:lnTo>
                    <a:pt x="2450593" y="2981204"/>
                  </a:lnTo>
                  <a:lnTo>
                    <a:pt x="2450687" y="2981204"/>
                  </a:lnTo>
                  <a:lnTo>
                    <a:pt x="2450781" y="2981204"/>
                  </a:lnTo>
                  <a:lnTo>
                    <a:pt x="2450875" y="2981204"/>
                  </a:lnTo>
                  <a:lnTo>
                    <a:pt x="2450969" y="2981204"/>
                  </a:lnTo>
                  <a:lnTo>
                    <a:pt x="2451063" y="2981204"/>
                  </a:lnTo>
                  <a:lnTo>
                    <a:pt x="2451158" y="2981204"/>
                  </a:lnTo>
                  <a:lnTo>
                    <a:pt x="2451252" y="2981204"/>
                  </a:lnTo>
                  <a:lnTo>
                    <a:pt x="2451346" y="2981204"/>
                  </a:lnTo>
                  <a:lnTo>
                    <a:pt x="2451440" y="2981204"/>
                  </a:lnTo>
                  <a:lnTo>
                    <a:pt x="2451534" y="2981204"/>
                  </a:lnTo>
                  <a:lnTo>
                    <a:pt x="2451628" y="2981204"/>
                  </a:lnTo>
                  <a:lnTo>
                    <a:pt x="2451723" y="2981204"/>
                  </a:lnTo>
                  <a:lnTo>
                    <a:pt x="2451817" y="2981204"/>
                  </a:lnTo>
                  <a:lnTo>
                    <a:pt x="2451911" y="2981204"/>
                  </a:lnTo>
                  <a:lnTo>
                    <a:pt x="2452005" y="2981204"/>
                  </a:lnTo>
                  <a:lnTo>
                    <a:pt x="2452099" y="2981204"/>
                  </a:lnTo>
                  <a:lnTo>
                    <a:pt x="2452193" y="2981204"/>
                  </a:lnTo>
                  <a:lnTo>
                    <a:pt x="2452287" y="2981204"/>
                  </a:lnTo>
                  <a:lnTo>
                    <a:pt x="2452382" y="2981204"/>
                  </a:lnTo>
                  <a:lnTo>
                    <a:pt x="2452476" y="2981204"/>
                  </a:lnTo>
                  <a:lnTo>
                    <a:pt x="2452570" y="2981204"/>
                  </a:lnTo>
                  <a:lnTo>
                    <a:pt x="2452664" y="2981204"/>
                  </a:lnTo>
                  <a:lnTo>
                    <a:pt x="2452758" y="2981204"/>
                  </a:lnTo>
                  <a:lnTo>
                    <a:pt x="2452852" y="2981204"/>
                  </a:lnTo>
                  <a:lnTo>
                    <a:pt x="2452946" y="2981204"/>
                  </a:lnTo>
                  <a:lnTo>
                    <a:pt x="2453041" y="2981204"/>
                  </a:lnTo>
                  <a:lnTo>
                    <a:pt x="2453135" y="2981204"/>
                  </a:lnTo>
                  <a:lnTo>
                    <a:pt x="2453229" y="2981204"/>
                  </a:lnTo>
                  <a:lnTo>
                    <a:pt x="2453323" y="2981204"/>
                  </a:lnTo>
                  <a:lnTo>
                    <a:pt x="2453417" y="2981204"/>
                  </a:lnTo>
                  <a:lnTo>
                    <a:pt x="2453511" y="2981204"/>
                  </a:lnTo>
                  <a:lnTo>
                    <a:pt x="2453606" y="2981204"/>
                  </a:lnTo>
                  <a:lnTo>
                    <a:pt x="2453700" y="2981204"/>
                  </a:lnTo>
                  <a:lnTo>
                    <a:pt x="2453794" y="2981204"/>
                  </a:lnTo>
                  <a:lnTo>
                    <a:pt x="2453888" y="2981204"/>
                  </a:lnTo>
                  <a:lnTo>
                    <a:pt x="2453982" y="2981204"/>
                  </a:lnTo>
                  <a:lnTo>
                    <a:pt x="2454076" y="2981204"/>
                  </a:lnTo>
                  <a:lnTo>
                    <a:pt x="2454170" y="2981204"/>
                  </a:lnTo>
                  <a:lnTo>
                    <a:pt x="2454265" y="2981204"/>
                  </a:lnTo>
                  <a:lnTo>
                    <a:pt x="2454359" y="2981204"/>
                  </a:lnTo>
                  <a:lnTo>
                    <a:pt x="2454453" y="2981204"/>
                  </a:lnTo>
                  <a:lnTo>
                    <a:pt x="2454547" y="2981204"/>
                  </a:lnTo>
                  <a:lnTo>
                    <a:pt x="2454547" y="2976293"/>
                  </a:lnTo>
                  <a:lnTo>
                    <a:pt x="2454641" y="2976293"/>
                  </a:lnTo>
                  <a:lnTo>
                    <a:pt x="2454735" y="2976293"/>
                  </a:lnTo>
                  <a:lnTo>
                    <a:pt x="2454830" y="2976293"/>
                  </a:lnTo>
                  <a:lnTo>
                    <a:pt x="2454924" y="2976293"/>
                  </a:lnTo>
                  <a:lnTo>
                    <a:pt x="2455018" y="2976293"/>
                  </a:lnTo>
                  <a:lnTo>
                    <a:pt x="2455112" y="2976293"/>
                  </a:lnTo>
                  <a:lnTo>
                    <a:pt x="2455206" y="2976293"/>
                  </a:lnTo>
                  <a:lnTo>
                    <a:pt x="2455300" y="2976293"/>
                  </a:lnTo>
                  <a:lnTo>
                    <a:pt x="2455394" y="2976293"/>
                  </a:lnTo>
                  <a:lnTo>
                    <a:pt x="2455489" y="2976293"/>
                  </a:lnTo>
                  <a:lnTo>
                    <a:pt x="2455583" y="2976293"/>
                  </a:lnTo>
                  <a:lnTo>
                    <a:pt x="2455677" y="2976293"/>
                  </a:lnTo>
                  <a:lnTo>
                    <a:pt x="2455771" y="2976293"/>
                  </a:lnTo>
                  <a:lnTo>
                    <a:pt x="2455865" y="2976293"/>
                  </a:lnTo>
                  <a:lnTo>
                    <a:pt x="2455959" y="2976293"/>
                  </a:lnTo>
                  <a:lnTo>
                    <a:pt x="2456054" y="2976293"/>
                  </a:lnTo>
                  <a:lnTo>
                    <a:pt x="2456148" y="2976293"/>
                  </a:lnTo>
                  <a:lnTo>
                    <a:pt x="2456242" y="2976293"/>
                  </a:lnTo>
                  <a:lnTo>
                    <a:pt x="2456336" y="2976293"/>
                  </a:lnTo>
                  <a:lnTo>
                    <a:pt x="2456430" y="2976293"/>
                  </a:lnTo>
                  <a:lnTo>
                    <a:pt x="2456524" y="2976293"/>
                  </a:lnTo>
                  <a:lnTo>
                    <a:pt x="2456618" y="2976293"/>
                  </a:lnTo>
                  <a:lnTo>
                    <a:pt x="2456713" y="2976293"/>
                  </a:lnTo>
                  <a:lnTo>
                    <a:pt x="2456807" y="2976293"/>
                  </a:lnTo>
                  <a:lnTo>
                    <a:pt x="2456901" y="2976293"/>
                  </a:lnTo>
                  <a:lnTo>
                    <a:pt x="2456995" y="2976293"/>
                  </a:lnTo>
                  <a:lnTo>
                    <a:pt x="2457089" y="2976293"/>
                  </a:lnTo>
                  <a:lnTo>
                    <a:pt x="2457183" y="2976293"/>
                  </a:lnTo>
                  <a:lnTo>
                    <a:pt x="2457277" y="2976293"/>
                  </a:lnTo>
                  <a:lnTo>
                    <a:pt x="2457372" y="2976293"/>
                  </a:lnTo>
                  <a:lnTo>
                    <a:pt x="2457466" y="2976293"/>
                  </a:lnTo>
                  <a:lnTo>
                    <a:pt x="2457560" y="2976293"/>
                  </a:lnTo>
                  <a:lnTo>
                    <a:pt x="2457654" y="2976293"/>
                  </a:lnTo>
                  <a:lnTo>
                    <a:pt x="2457748" y="2976293"/>
                  </a:lnTo>
                  <a:lnTo>
                    <a:pt x="2457842" y="2976293"/>
                  </a:lnTo>
                  <a:lnTo>
                    <a:pt x="2457937" y="2976293"/>
                  </a:lnTo>
                  <a:lnTo>
                    <a:pt x="2458031" y="2976293"/>
                  </a:lnTo>
                  <a:lnTo>
                    <a:pt x="2458125" y="2976293"/>
                  </a:lnTo>
                  <a:lnTo>
                    <a:pt x="2458219" y="2976293"/>
                  </a:lnTo>
                  <a:lnTo>
                    <a:pt x="2458313" y="2976293"/>
                  </a:lnTo>
                  <a:lnTo>
                    <a:pt x="2458407" y="2976293"/>
                  </a:lnTo>
                  <a:lnTo>
                    <a:pt x="2458407" y="2971381"/>
                  </a:lnTo>
                  <a:lnTo>
                    <a:pt x="2458501" y="2971381"/>
                  </a:lnTo>
                  <a:lnTo>
                    <a:pt x="2458596" y="2971381"/>
                  </a:lnTo>
                  <a:lnTo>
                    <a:pt x="2458690" y="2971381"/>
                  </a:lnTo>
                  <a:lnTo>
                    <a:pt x="2458784" y="2971381"/>
                  </a:lnTo>
                  <a:lnTo>
                    <a:pt x="2458878" y="2971381"/>
                  </a:lnTo>
                  <a:lnTo>
                    <a:pt x="2458972" y="2971381"/>
                  </a:lnTo>
                  <a:lnTo>
                    <a:pt x="2459066" y="2971381"/>
                  </a:lnTo>
                  <a:lnTo>
                    <a:pt x="2459161" y="2971381"/>
                  </a:lnTo>
                  <a:lnTo>
                    <a:pt x="2459255" y="2971381"/>
                  </a:lnTo>
                  <a:lnTo>
                    <a:pt x="2459349" y="2971381"/>
                  </a:lnTo>
                  <a:lnTo>
                    <a:pt x="2459443" y="2971381"/>
                  </a:lnTo>
                  <a:lnTo>
                    <a:pt x="2459537" y="2971381"/>
                  </a:lnTo>
                  <a:lnTo>
                    <a:pt x="2459631" y="2971381"/>
                  </a:lnTo>
                  <a:lnTo>
                    <a:pt x="2459725" y="2971381"/>
                  </a:lnTo>
                  <a:lnTo>
                    <a:pt x="2459725" y="2966470"/>
                  </a:lnTo>
                  <a:lnTo>
                    <a:pt x="2459820" y="2966470"/>
                  </a:lnTo>
                  <a:lnTo>
                    <a:pt x="2459914" y="2966470"/>
                  </a:lnTo>
                  <a:lnTo>
                    <a:pt x="2460008" y="2966470"/>
                  </a:lnTo>
                  <a:lnTo>
                    <a:pt x="2460102" y="2966470"/>
                  </a:lnTo>
                  <a:lnTo>
                    <a:pt x="2460196" y="2966470"/>
                  </a:lnTo>
                  <a:lnTo>
                    <a:pt x="2460290" y="2966470"/>
                  </a:lnTo>
                  <a:lnTo>
                    <a:pt x="2460385" y="2966470"/>
                  </a:lnTo>
                  <a:lnTo>
                    <a:pt x="2460479" y="2966470"/>
                  </a:lnTo>
                  <a:lnTo>
                    <a:pt x="2460573" y="2966470"/>
                  </a:lnTo>
                  <a:lnTo>
                    <a:pt x="2460667" y="2966470"/>
                  </a:lnTo>
                  <a:lnTo>
                    <a:pt x="2460761" y="2966470"/>
                  </a:lnTo>
                  <a:lnTo>
                    <a:pt x="2460855" y="2966470"/>
                  </a:lnTo>
                  <a:lnTo>
                    <a:pt x="2460949" y="2966470"/>
                  </a:lnTo>
                  <a:lnTo>
                    <a:pt x="2461044" y="2966470"/>
                  </a:lnTo>
                  <a:lnTo>
                    <a:pt x="2461138" y="2966470"/>
                  </a:lnTo>
                  <a:lnTo>
                    <a:pt x="2461232" y="2966470"/>
                  </a:lnTo>
                  <a:lnTo>
                    <a:pt x="2461326" y="2966470"/>
                  </a:lnTo>
                  <a:lnTo>
                    <a:pt x="2461420" y="2966470"/>
                  </a:lnTo>
                  <a:lnTo>
                    <a:pt x="2461514" y="2966470"/>
                  </a:lnTo>
                  <a:lnTo>
                    <a:pt x="2461608" y="2966470"/>
                  </a:lnTo>
                  <a:lnTo>
                    <a:pt x="2461703" y="2966470"/>
                  </a:lnTo>
                  <a:lnTo>
                    <a:pt x="2461797" y="2966470"/>
                  </a:lnTo>
                  <a:lnTo>
                    <a:pt x="2461891" y="2966470"/>
                  </a:lnTo>
                  <a:lnTo>
                    <a:pt x="2461985" y="2966470"/>
                  </a:lnTo>
                  <a:lnTo>
                    <a:pt x="2462079" y="2966470"/>
                  </a:lnTo>
                  <a:lnTo>
                    <a:pt x="2462173" y="2966470"/>
                  </a:lnTo>
                  <a:lnTo>
                    <a:pt x="2462268" y="2966470"/>
                  </a:lnTo>
                  <a:lnTo>
                    <a:pt x="2462362" y="2966470"/>
                  </a:lnTo>
                  <a:lnTo>
                    <a:pt x="2462456" y="2966470"/>
                  </a:lnTo>
                  <a:lnTo>
                    <a:pt x="2462550" y="2966470"/>
                  </a:lnTo>
                  <a:lnTo>
                    <a:pt x="2462644" y="2966470"/>
                  </a:lnTo>
                  <a:lnTo>
                    <a:pt x="2462738" y="2966470"/>
                  </a:lnTo>
                  <a:lnTo>
                    <a:pt x="2462832" y="2966470"/>
                  </a:lnTo>
                  <a:lnTo>
                    <a:pt x="2462927" y="2966470"/>
                  </a:lnTo>
                  <a:lnTo>
                    <a:pt x="2463021" y="2966470"/>
                  </a:lnTo>
                  <a:lnTo>
                    <a:pt x="2463115" y="2966470"/>
                  </a:lnTo>
                  <a:lnTo>
                    <a:pt x="2463209" y="2966470"/>
                  </a:lnTo>
                  <a:lnTo>
                    <a:pt x="2463303" y="2966470"/>
                  </a:lnTo>
                  <a:lnTo>
                    <a:pt x="2463397" y="2966470"/>
                  </a:lnTo>
                  <a:lnTo>
                    <a:pt x="2463492" y="2966470"/>
                  </a:lnTo>
                  <a:lnTo>
                    <a:pt x="2463586" y="2966470"/>
                  </a:lnTo>
                  <a:lnTo>
                    <a:pt x="2463680" y="2966470"/>
                  </a:lnTo>
                  <a:lnTo>
                    <a:pt x="2463774" y="2966470"/>
                  </a:lnTo>
                  <a:lnTo>
                    <a:pt x="2463868" y="2966470"/>
                  </a:lnTo>
                  <a:lnTo>
                    <a:pt x="2463962" y="2966470"/>
                  </a:lnTo>
                  <a:lnTo>
                    <a:pt x="2464056" y="2966470"/>
                  </a:lnTo>
                  <a:lnTo>
                    <a:pt x="2464056" y="2961559"/>
                  </a:lnTo>
                  <a:lnTo>
                    <a:pt x="2464151" y="2961559"/>
                  </a:lnTo>
                  <a:lnTo>
                    <a:pt x="2464245" y="2961559"/>
                  </a:lnTo>
                  <a:lnTo>
                    <a:pt x="2464339" y="2961559"/>
                  </a:lnTo>
                  <a:lnTo>
                    <a:pt x="2464433" y="2961559"/>
                  </a:lnTo>
                  <a:lnTo>
                    <a:pt x="2464527" y="2961559"/>
                  </a:lnTo>
                  <a:lnTo>
                    <a:pt x="2464621" y="2961559"/>
                  </a:lnTo>
                  <a:lnTo>
                    <a:pt x="2464716" y="2961559"/>
                  </a:lnTo>
                  <a:lnTo>
                    <a:pt x="2464810" y="2961559"/>
                  </a:lnTo>
                  <a:lnTo>
                    <a:pt x="2464904" y="2961559"/>
                  </a:lnTo>
                  <a:lnTo>
                    <a:pt x="2464998" y="2961559"/>
                  </a:lnTo>
                  <a:lnTo>
                    <a:pt x="2465092" y="2961559"/>
                  </a:lnTo>
                  <a:lnTo>
                    <a:pt x="2465186" y="2961559"/>
                  </a:lnTo>
                  <a:lnTo>
                    <a:pt x="2465280" y="2961559"/>
                  </a:lnTo>
                  <a:lnTo>
                    <a:pt x="2465375" y="2961559"/>
                  </a:lnTo>
                  <a:lnTo>
                    <a:pt x="2465469" y="2961559"/>
                  </a:lnTo>
                  <a:lnTo>
                    <a:pt x="2465563" y="2961559"/>
                  </a:lnTo>
                  <a:lnTo>
                    <a:pt x="2465657" y="2961559"/>
                  </a:lnTo>
                  <a:lnTo>
                    <a:pt x="2465751" y="2961559"/>
                  </a:lnTo>
                  <a:lnTo>
                    <a:pt x="2465845" y="2961559"/>
                  </a:lnTo>
                  <a:lnTo>
                    <a:pt x="2465939" y="2961559"/>
                  </a:lnTo>
                  <a:lnTo>
                    <a:pt x="2466034" y="2961559"/>
                  </a:lnTo>
                  <a:lnTo>
                    <a:pt x="2466128" y="2961559"/>
                  </a:lnTo>
                  <a:lnTo>
                    <a:pt x="2466222" y="2961559"/>
                  </a:lnTo>
                  <a:lnTo>
                    <a:pt x="2466316" y="2961559"/>
                  </a:lnTo>
                  <a:lnTo>
                    <a:pt x="2466410" y="2961559"/>
                  </a:lnTo>
                  <a:lnTo>
                    <a:pt x="2466504" y="2961559"/>
                  </a:lnTo>
                  <a:lnTo>
                    <a:pt x="2466599" y="2961559"/>
                  </a:lnTo>
                  <a:lnTo>
                    <a:pt x="2466693" y="2961559"/>
                  </a:lnTo>
                  <a:lnTo>
                    <a:pt x="2466787" y="2961559"/>
                  </a:lnTo>
                  <a:lnTo>
                    <a:pt x="2466881" y="2961559"/>
                  </a:lnTo>
                  <a:lnTo>
                    <a:pt x="2466975" y="2961559"/>
                  </a:lnTo>
                  <a:lnTo>
                    <a:pt x="2467069" y="2961559"/>
                  </a:lnTo>
                  <a:lnTo>
                    <a:pt x="2467163" y="2961559"/>
                  </a:lnTo>
                  <a:lnTo>
                    <a:pt x="2467258" y="2961559"/>
                  </a:lnTo>
                  <a:lnTo>
                    <a:pt x="2467352" y="2961559"/>
                  </a:lnTo>
                  <a:lnTo>
                    <a:pt x="2467446" y="2961559"/>
                  </a:lnTo>
                  <a:lnTo>
                    <a:pt x="2467540" y="2961559"/>
                  </a:lnTo>
                  <a:lnTo>
                    <a:pt x="2467634" y="2961559"/>
                  </a:lnTo>
                  <a:lnTo>
                    <a:pt x="2467728" y="2961559"/>
                  </a:lnTo>
                  <a:lnTo>
                    <a:pt x="2467823" y="2961559"/>
                  </a:lnTo>
                  <a:lnTo>
                    <a:pt x="2467917" y="2961559"/>
                  </a:lnTo>
                  <a:lnTo>
                    <a:pt x="2468011" y="2961559"/>
                  </a:lnTo>
                  <a:lnTo>
                    <a:pt x="2468105" y="2961559"/>
                  </a:lnTo>
                  <a:lnTo>
                    <a:pt x="2468199" y="2961559"/>
                  </a:lnTo>
                  <a:lnTo>
                    <a:pt x="2468293" y="2961559"/>
                  </a:lnTo>
                  <a:lnTo>
                    <a:pt x="2468387" y="2961559"/>
                  </a:lnTo>
                  <a:lnTo>
                    <a:pt x="2468482" y="2961559"/>
                  </a:lnTo>
                  <a:lnTo>
                    <a:pt x="2468576" y="2961559"/>
                  </a:lnTo>
                  <a:lnTo>
                    <a:pt x="2468670" y="2961559"/>
                  </a:lnTo>
                  <a:lnTo>
                    <a:pt x="2468764" y="2961559"/>
                  </a:lnTo>
                  <a:lnTo>
                    <a:pt x="2468858" y="2961559"/>
                  </a:lnTo>
                  <a:lnTo>
                    <a:pt x="2468952" y="2961559"/>
                  </a:lnTo>
                  <a:lnTo>
                    <a:pt x="2469047" y="2961559"/>
                  </a:lnTo>
                  <a:lnTo>
                    <a:pt x="2469141" y="2961559"/>
                  </a:lnTo>
                  <a:lnTo>
                    <a:pt x="2469235" y="2961559"/>
                  </a:lnTo>
                  <a:lnTo>
                    <a:pt x="2469329" y="2961559"/>
                  </a:lnTo>
                  <a:lnTo>
                    <a:pt x="2469423" y="2961559"/>
                  </a:lnTo>
                  <a:lnTo>
                    <a:pt x="2469517" y="2961559"/>
                  </a:lnTo>
                  <a:lnTo>
                    <a:pt x="2469611" y="2961559"/>
                  </a:lnTo>
                  <a:lnTo>
                    <a:pt x="2469706" y="2961559"/>
                  </a:lnTo>
                  <a:lnTo>
                    <a:pt x="2469800" y="2961559"/>
                  </a:lnTo>
                  <a:lnTo>
                    <a:pt x="2469894" y="2961559"/>
                  </a:lnTo>
                  <a:lnTo>
                    <a:pt x="2469988" y="2961559"/>
                  </a:lnTo>
                  <a:lnTo>
                    <a:pt x="2470082" y="2961559"/>
                  </a:lnTo>
                  <a:lnTo>
                    <a:pt x="2470176" y="2961559"/>
                  </a:lnTo>
                  <a:lnTo>
                    <a:pt x="2470270" y="2961559"/>
                  </a:lnTo>
                  <a:lnTo>
                    <a:pt x="2470365" y="2961559"/>
                  </a:lnTo>
                  <a:lnTo>
                    <a:pt x="2470459" y="2961559"/>
                  </a:lnTo>
                  <a:lnTo>
                    <a:pt x="2470553" y="2961559"/>
                  </a:lnTo>
                  <a:lnTo>
                    <a:pt x="2470647" y="2961559"/>
                  </a:lnTo>
                  <a:lnTo>
                    <a:pt x="2470741" y="2961559"/>
                  </a:lnTo>
                  <a:lnTo>
                    <a:pt x="2470835" y="2961559"/>
                  </a:lnTo>
                  <a:lnTo>
                    <a:pt x="2470930" y="2961559"/>
                  </a:lnTo>
                  <a:lnTo>
                    <a:pt x="2471024" y="2961559"/>
                  </a:lnTo>
                  <a:lnTo>
                    <a:pt x="2471118" y="2961559"/>
                  </a:lnTo>
                  <a:lnTo>
                    <a:pt x="2471212" y="2961559"/>
                  </a:lnTo>
                  <a:lnTo>
                    <a:pt x="2471306" y="2961559"/>
                  </a:lnTo>
                  <a:lnTo>
                    <a:pt x="2471400" y="2961559"/>
                  </a:lnTo>
                  <a:lnTo>
                    <a:pt x="2471494" y="2961559"/>
                  </a:lnTo>
                  <a:lnTo>
                    <a:pt x="2471589" y="2961559"/>
                  </a:lnTo>
                  <a:lnTo>
                    <a:pt x="2471683" y="2961559"/>
                  </a:lnTo>
                  <a:lnTo>
                    <a:pt x="2471777" y="2961559"/>
                  </a:lnTo>
                  <a:lnTo>
                    <a:pt x="2471871" y="2961559"/>
                  </a:lnTo>
                  <a:lnTo>
                    <a:pt x="2471965" y="2961559"/>
                  </a:lnTo>
                  <a:lnTo>
                    <a:pt x="2472059" y="2961559"/>
                  </a:lnTo>
                  <a:lnTo>
                    <a:pt x="2472154" y="2961559"/>
                  </a:lnTo>
                  <a:lnTo>
                    <a:pt x="2472248" y="2961559"/>
                  </a:lnTo>
                  <a:lnTo>
                    <a:pt x="2472342" y="2961559"/>
                  </a:lnTo>
                  <a:lnTo>
                    <a:pt x="2472436" y="2961559"/>
                  </a:lnTo>
                  <a:lnTo>
                    <a:pt x="2472530" y="2961559"/>
                  </a:lnTo>
                  <a:lnTo>
                    <a:pt x="2472530" y="2956647"/>
                  </a:lnTo>
                  <a:lnTo>
                    <a:pt x="2472530" y="2951736"/>
                  </a:lnTo>
                  <a:lnTo>
                    <a:pt x="2472624" y="2951736"/>
                  </a:lnTo>
                  <a:lnTo>
                    <a:pt x="2472718" y="2951736"/>
                  </a:lnTo>
                  <a:lnTo>
                    <a:pt x="2472813" y="2951736"/>
                  </a:lnTo>
                  <a:lnTo>
                    <a:pt x="2472907" y="2951736"/>
                  </a:lnTo>
                  <a:lnTo>
                    <a:pt x="2473001" y="2951736"/>
                  </a:lnTo>
                  <a:lnTo>
                    <a:pt x="2473095" y="2951736"/>
                  </a:lnTo>
                  <a:lnTo>
                    <a:pt x="2473189" y="2951736"/>
                  </a:lnTo>
                  <a:lnTo>
                    <a:pt x="2473283" y="2951736"/>
                  </a:lnTo>
                  <a:lnTo>
                    <a:pt x="2473378" y="2951736"/>
                  </a:lnTo>
                  <a:lnTo>
                    <a:pt x="2473472" y="2951736"/>
                  </a:lnTo>
                  <a:lnTo>
                    <a:pt x="2473566" y="2951736"/>
                  </a:lnTo>
                  <a:lnTo>
                    <a:pt x="2473660" y="2951736"/>
                  </a:lnTo>
                  <a:lnTo>
                    <a:pt x="2473754" y="2951736"/>
                  </a:lnTo>
                  <a:lnTo>
                    <a:pt x="2473754" y="2946824"/>
                  </a:lnTo>
                  <a:lnTo>
                    <a:pt x="2473848" y="2946824"/>
                  </a:lnTo>
                  <a:lnTo>
                    <a:pt x="2473942" y="2946824"/>
                  </a:lnTo>
                  <a:lnTo>
                    <a:pt x="2474037" y="2946824"/>
                  </a:lnTo>
                  <a:lnTo>
                    <a:pt x="2474131" y="2946824"/>
                  </a:lnTo>
                  <a:lnTo>
                    <a:pt x="2474225" y="2946824"/>
                  </a:lnTo>
                  <a:lnTo>
                    <a:pt x="2474319" y="2946824"/>
                  </a:lnTo>
                  <a:lnTo>
                    <a:pt x="2474413" y="2946824"/>
                  </a:lnTo>
                  <a:lnTo>
                    <a:pt x="2474413" y="2941913"/>
                  </a:lnTo>
                  <a:lnTo>
                    <a:pt x="2474507" y="2941913"/>
                  </a:lnTo>
                  <a:lnTo>
                    <a:pt x="2474601" y="2941913"/>
                  </a:lnTo>
                  <a:lnTo>
                    <a:pt x="2474696" y="2941913"/>
                  </a:lnTo>
                  <a:lnTo>
                    <a:pt x="2474790" y="2941913"/>
                  </a:lnTo>
                  <a:lnTo>
                    <a:pt x="2474884" y="2941913"/>
                  </a:lnTo>
                  <a:lnTo>
                    <a:pt x="2474884" y="2937002"/>
                  </a:lnTo>
                  <a:lnTo>
                    <a:pt x="2474978" y="2937002"/>
                  </a:lnTo>
                  <a:lnTo>
                    <a:pt x="2475072" y="2937002"/>
                  </a:lnTo>
                  <a:lnTo>
                    <a:pt x="2475166" y="2937002"/>
                  </a:lnTo>
                  <a:lnTo>
                    <a:pt x="2475261" y="2937002"/>
                  </a:lnTo>
                  <a:lnTo>
                    <a:pt x="2475355" y="2937002"/>
                  </a:lnTo>
                  <a:lnTo>
                    <a:pt x="2475449" y="2937002"/>
                  </a:lnTo>
                  <a:lnTo>
                    <a:pt x="2475543" y="2937002"/>
                  </a:lnTo>
                  <a:lnTo>
                    <a:pt x="2475637" y="2937002"/>
                  </a:lnTo>
                  <a:lnTo>
                    <a:pt x="2475731" y="2937002"/>
                  </a:lnTo>
                  <a:lnTo>
                    <a:pt x="2475825" y="2937002"/>
                  </a:lnTo>
                  <a:lnTo>
                    <a:pt x="2475920" y="2937002"/>
                  </a:lnTo>
                  <a:lnTo>
                    <a:pt x="2476014" y="2937002"/>
                  </a:lnTo>
                  <a:lnTo>
                    <a:pt x="2476108" y="2937002"/>
                  </a:lnTo>
                  <a:lnTo>
                    <a:pt x="2476202" y="2937002"/>
                  </a:lnTo>
                  <a:lnTo>
                    <a:pt x="2476296" y="2937002"/>
                  </a:lnTo>
                  <a:lnTo>
                    <a:pt x="2476390" y="2937002"/>
                  </a:lnTo>
                  <a:lnTo>
                    <a:pt x="2476485" y="2937002"/>
                  </a:lnTo>
                  <a:lnTo>
                    <a:pt x="2476579" y="2937002"/>
                  </a:lnTo>
                  <a:lnTo>
                    <a:pt x="2476673" y="2937002"/>
                  </a:lnTo>
                  <a:lnTo>
                    <a:pt x="2476767" y="2937002"/>
                  </a:lnTo>
                  <a:lnTo>
                    <a:pt x="2476861" y="2937002"/>
                  </a:lnTo>
                  <a:lnTo>
                    <a:pt x="2476955" y="2937002"/>
                  </a:lnTo>
                  <a:lnTo>
                    <a:pt x="2477049" y="2937002"/>
                  </a:lnTo>
                  <a:lnTo>
                    <a:pt x="2477144" y="2937002"/>
                  </a:lnTo>
                  <a:lnTo>
                    <a:pt x="2477238" y="2937002"/>
                  </a:lnTo>
                  <a:lnTo>
                    <a:pt x="2477332" y="2937002"/>
                  </a:lnTo>
                  <a:lnTo>
                    <a:pt x="2477426" y="2937002"/>
                  </a:lnTo>
                  <a:lnTo>
                    <a:pt x="2477520" y="2937002"/>
                  </a:lnTo>
                  <a:lnTo>
                    <a:pt x="2477614" y="2937002"/>
                  </a:lnTo>
                  <a:lnTo>
                    <a:pt x="2477709" y="2937002"/>
                  </a:lnTo>
                  <a:lnTo>
                    <a:pt x="2477803" y="2937002"/>
                  </a:lnTo>
                  <a:lnTo>
                    <a:pt x="2477897" y="2937002"/>
                  </a:lnTo>
                  <a:lnTo>
                    <a:pt x="2477991" y="2937002"/>
                  </a:lnTo>
                  <a:lnTo>
                    <a:pt x="2478085" y="2937002"/>
                  </a:lnTo>
                  <a:lnTo>
                    <a:pt x="2478179" y="2937002"/>
                  </a:lnTo>
                  <a:lnTo>
                    <a:pt x="2478273" y="2937002"/>
                  </a:lnTo>
                  <a:lnTo>
                    <a:pt x="2478368" y="2937002"/>
                  </a:lnTo>
                  <a:lnTo>
                    <a:pt x="2478462" y="2937002"/>
                  </a:lnTo>
                  <a:lnTo>
                    <a:pt x="2478556" y="2937002"/>
                  </a:lnTo>
                  <a:lnTo>
                    <a:pt x="2478650" y="2937002"/>
                  </a:lnTo>
                  <a:lnTo>
                    <a:pt x="2478744" y="2937002"/>
                  </a:lnTo>
                  <a:lnTo>
                    <a:pt x="2478838" y="2937002"/>
                  </a:lnTo>
                  <a:lnTo>
                    <a:pt x="2478932" y="2937002"/>
                  </a:lnTo>
                  <a:lnTo>
                    <a:pt x="2479027" y="2937002"/>
                  </a:lnTo>
                  <a:lnTo>
                    <a:pt x="2479121" y="2937002"/>
                  </a:lnTo>
                  <a:lnTo>
                    <a:pt x="2479215" y="2937002"/>
                  </a:lnTo>
                  <a:lnTo>
                    <a:pt x="2479309" y="2937002"/>
                  </a:lnTo>
                  <a:lnTo>
                    <a:pt x="2479403" y="2937002"/>
                  </a:lnTo>
                  <a:lnTo>
                    <a:pt x="2479497" y="2937002"/>
                  </a:lnTo>
                  <a:lnTo>
                    <a:pt x="2479592" y="2937002"/>
                  </a:lnTo>
                  <a:lnTo>
                    <a:pt x="2479686" y="2937002"/>
                  </a:lnTo>
                  <a:lnTo>
                    <a:pt x="2479780" y="2937002"/>
                  </a:lnTo>
                  <a:lnTo>
                    <a:pt x="2479874" y="2937002"/>
                  </a:lnTo>
                  <a:lnTo>
                    <a:pt x="2479968" y="2937002"/>
                  </a:lnTo>
                  <a:lnTo>
                    <a:pt x="2480062" y="2937002"/>
                  </a:lnTo>
                  <a:lnTo>
                    <a:pt x="2480156" y="2937002"/>
                  </a:lnTo>
                  <a:lnTo>
                    <a:pt x="2480251" y="2937002"/>
                  </a:lnTo>
                  <a:lnTo>
                    <a:pt x="2480345" y="2937002"/>
                  </a:lnTo>
                  <a:lnTo>
                    <a:pt x="2480439" y="2937002"/>
                  </a:lnTo>
                  <a:lnTo>
                    <a:pt x="2480533" y="2937002"/>
                  </a:lnTo>
                  <a:lnTo>
                    <a:pt x="2480627" y="2937002"/>
                  </a:lnTo>
                  <a:lnTo>
                    <a:pt x="2480721" y="2937002"/>
                  </a:lnTo>
                  <a:lnTo>
                    <a:pt x="2480816" y="2937002"/>
                  </a:lnTo>
                  <a:lnTo>
                    <a:pt x="2480816" y="2932090"/>
                  </a:lnTo>
                  <a:lnTo>
                    <a:pt x="2480910" y="2932090"/>
                  </a:lnTo>
                  <a:lnTo>
                    <a:pt x="2481004" y="2932090"/>
                  </a:lnTo>
                  <a:lnTo>
                    <a:pt x="2481098" y="2932090"/>
                  </a:lnTo>
                  <a:lnTo>
                    <a:pt x="2481192" y="2932090"/>
                  </a:lnTo>
                  <a:lnTo>
                    <a:pt x="2481286" y="2932090"/>
                  </a:lnTo>
                  <a:lnTo>
                    <a:pt x="2481380" y="2932090"/>
                  </a:lnTo>
                  <a:lnTo>
                    <a:pt x="2481380" y="2927179"/>
                  </a:lnTo>
                  <a:lnTo>
                    <a:pt x="2481475" y="2927179"/>
                  </a:lnTo>
                  <a:lnTo>
                    <a:pt x="2481569" y="2927179"/>
                  </a:lnTo>
                  <a:lnTo>
                    <a:pt x="2481569" y="2922268"/>
                  </a:lnTo>
                  <a:lnTo>
                    <a:pt x="2481663" y="2922268"/>
                  </a:lnTo>
                  <a:lnTo>
                    <a:pt x="2481757" y="2922268"/>
                  </a:lnTo>
                  <a:lnTo>
                    <a:pt x="2481851" y="2922268"/>
                  </a:lnTo>
                  <a:lnTo>
                    <a:pt x="2481945" y="2922268"/>
                  </a:lnTo>
                  <a:lnTo>
                    <a:pt x="2482040" y="2922268"/>
                  </a:lnTo>
                  <a:lnTo>
                    <a:pt x="2482134" y="2922268"/>
                  </a:lnTo>
                  <a:lnTo>
                    <a:pt x="2482228" y="2922268"/>
                  </a:lnTo>
                  <a:lnTo>
                    <a:pt x="2482228" y="2917356"/>
                  </a:lnTo>
                  <a:lnTo>
                    <a:pt x="2482322" y="2917356"/>
                  </a:lnTo>
                  <a:lnTo>
                    <a:pt x="2482416" y="2917356"/>
                  </a:lnTo>
                  <a:lnTo>
                    <a:pt x="2482510" y="2917356"/>
                  </a:lnTo>
                  <a:lnTo>
                    <a:pt x="2482604" y="2917356"/>
                  </a:lnTo>
                  <a:lnTo>
                    <a:pt x="2482699" y="2917356"/>
                  </a:lnTo>
                  <a:lnTo>
                    <a:pt x="2482793" y="2917356"/>
                  </a:lnTo>
                  <a:lnTo>
                    <a:pt x="2482887" y="2917356"/>
                  </a:lnTo>
                  <a:lnTo>
                    <a:pt x="2482981" y="2917356"/>
                  </a:lnTo>
                  <a:lnTo>
                    <a:pt x="2483075" y="2917356"/>
                  </a:lnTo>
                  <a:lnTo>
                    <a:pt x="2483169" y="2917356"/>
                  </a:lnTo>
                  <a:lnTo>
                    <a:pt x="2483263" y="2917356"/>
                  </a:lnTo>
                  <a:lnTo>
                    <a:pt x="2483358" y="2917356"/>
                  </a:lnTo>
                  <a:lnTo>
                    <a:pt x="2483452" y="2917356"/>
                  </a:lnTo>
                  <a:lnTo>
                    <a:pt x="2483546" y="2917356"/>
                  </a:lnTo>
                  <a:lnTo>
                    <a:pt x="2483640" y="2917356"/>
                  </a:lnTo>
                  <a:lnTo>
                    <a:pt x="2483734" y="2917356"/>
                  </a:lnTo>
                  <a:lnTo>
                    <a:pt x="2483828" y="2917356"/>
                  </a:lnTo>
                  <a:lnTo>
                    <a:pt x="2483923" y="2917356"/>
                  </a:lnTo>
                  <a:lnTo>
                    <a:pt x="2484017" y="2917356"/>
                  </a:lnTo>
                  <a:lnTo>
                    <a:pt x="2484111" y="2917356"/>
                  </a:lnTo>
                  <a:lnTo>
                    <a:pt x="2484205" y="2917356"/>
                  </a:lnTo>
                  <a:lnTo>
                    <a:pt x="2484299" y="2917356"/>
                  </a:lnTo>
                  <a:lnTo>
                    <a:pt x="2484393" y="2917356"/>
                  </a:lnTo>
                  <a:lnTo>
                    <a:pt x="2484487" y="2917356"/>
                  </a:lnTo>
                  <a:lnTo>
                    <a:pt x="2484582" y="2917356"/>
                  </a:lnTo>
                  <a:lnTo>
                    <a:pt x="2484676" y="2917356"/>
                  </a:lnTo>
                  <a:lnTo>
                    <a:pt x="2484770" y="2917356"/>
                  </a:lnTo>
                  <a:lnTo>
                    <a:pt x="2484864" y="2917356"/>
                  </a:lnTo>
                  <a:lnTo>
                    <a:pt x="2484958" y="2917356"/>
                  </a:lnTo>
                  <a:lnTo>
                    <a:pt x="2485052" y="2917356"/>
                  </a:lnTo>
                  <a:lnTo>
                    <a:pt x="2485147" y="2917356"/>
                  </a:lnTo>
                  <a:lnTo>
                    <a:pt x="2485241" y="2917356"/>
                  </a:lnTo>
                  <a:lnTo>
                    <a:pt x="2485335" y="2917356"/>
                  </a:lnTo>
                  <a:lnTo>
                    <a:pt x="2485429" y="2917356"/>
                  </a:lnTo>
                  <a:lnTo>
                    <a:pt x="2485523" y="2917356"/>
                  </a:lnTo>
                  <a:lnTo>
                    <a:pt x="2485617" y="2917356"/>
                  </a:lnTo>
                  <a:lnTo>
                    <a:pt x="2485711" y="2917356"/>
                  </a:lnTo>
                  <a:lnTo>
                    <a:pt x="2485806" y="2917356"/>
                  </a:lnTo>
                  <a:lnTo>
                    <a:pt x="2485900" y="2917356"/>
                  </a:lnTo>
                  <a:lnTo>
                    <a:pt x="2485994" y="2917356"/>
                  </a:lnTo>
                  <a:lnTo>
                    <a:pt x="2486088" y="2917356"/>
                  </a:lnTo>
                  <a:lnTo>
                    <a:pt x="2486182" y="2917356"/>
                  </a:lnTo>
                  <a:lnTo>
                    <a:pt x="2486276" y="2917356"/>
                  </a:lnTo>
                  <a:lnTo>
                    <a:pt x="2486371" y="2917356"/>
                  </a:lnTo>
                  <a:lnTo>
                    <a:pt x="2486465" y="2917356"/>
                  </a:lnTo>
                  <a:lnTo>
                    <a:pt x="2486559" y="2917356"/>
                  </a:lnTo>
                  <a:lnTo>
                    <a:pt x="2486653" y="2917356"/>
                  </a:lnTo>
                  <a:lnTo>
                    <a:pt x="2486747" y="2917356"/>
                  </a:lnTo>
                  <a:lnTo>
                    <a:pt x="2486841" y="2917356"/>
                  </a:lnTo>
                  <a:lnTo>
                    <a:pt x="2486935" y="2917356"/>
                  </a:lnTo>
                  <a:lnTo>
                    <a:pt x="2487030" y="2917356"/>
                  </a:lnTo>
                  <a:lnTo>
                    <a:pt x="2487124" y="2917356"/>
                  </a:lnTo>
                  <a:lnTo>
                    <a:pt x="2487218" y="2917356"/>
                  </a:lnTo>
                  <a:lnTo>
                    <a:pt x="2487312" y="2917356"/>
                  </a:lnTo>
                  <a:lnTo>
                    <a:pt x="2487406" y="2917356"/>
                  </a:lnTo>
                  <a:lnTo>
                    <a:pt x="2487500" y="2917356"/>
                  </a:lnTo>
                  <a:lnTo>
                    <a:pt x="2487594" y="2917356"/>
                  </a:lnTo>
                  <a:lnTo>
                    <a:pt x="2487689" y="2917356"/>
                  </a:lnTo>
                  <a:lnTo>
                    <a:pt x="2487783" y="2917356"/>
                  </a:lnTo>
                  <a:lnTo>
                    <a:pt x="2487877" y="2917356"/>
                  </a:lnTo>
                  <a:lnTo>
                    <a:pt x="2487971" y="2917356"/>
                  </a:lnTo>
                  <a:lnTo>
                    <a:pt x="2488065" y="2917356"/>
                  </a:lnTo>
                  <a:lnTo>
                    <a:pt x="2488159" y="2917356"/>
                  </a:lnTo>
                  <a:lnTo>
                    <a:pt x="2488254" y="2917356"/>
                  </a:lnTo>
                  <a:lnTo>
                    <a:pt x="2488348" y="2917356"/>
                  </a:lnTo>
                  <a:lnTo>
                    <a:pt x="2488442" y="2917356"/>
                  </a:lnTo>
                  <a:lnTo>
                    <a:pt x="2488536" y="2917356"/>
                  </a:lnTo>
                  <a:lnTo>
                    <a:pt x="2488630" y="2917356"/>
                  </a:lnTo>
                  <a:lnTo>
                    <a:pt x="2488724" y="2917356"/>
                  </a:lnTo>
                  <a:lnTo>
                    <a:pt x="2488818" y="2917356"/>
                  </a:lnTo>
                  <a:lnTo>
                    <a:pt x="2488913" y="2917356"/>
                  </a:lnTo>
                  <a:lnTo>
                    <a:pt x="2489007" y="2917356"/>
                  </a:lnTo>
                  <a:lnTo>
                    <a:pt x="2489101" y="2917356"/>
                  </a:lnTo>
                  <a:lnTo>
                    <a:pt x="2489195" y="2917356"/>
                  </a:lnTo>
                  <a:lnTo>
                    <a:pt x="2489289" y="2917356"/>
                  </a:lnTo>
                  <a:lnTo>
                    <a:pt x="2489383" y="2917356"/>
                  </a:lnTo>
                  <a:lnTo>
                    <a:pt x="2489478" y="2917356"/>
                  </a:lnTo>
                  <a:lnTo>
                    <a:pt x="2489572" y="2917356"/>
                  </a:lnTo>
                  <a:lnTo>
                    <a:pt x="2489666" y="2917356"/>
                  </a:lnTo>
                  <a:lnTo>
                    <a:pt x="2489760" y="2917356"/>
                  </a:lnTo>
                  <a:lnTo>
                    <a:pt x="2489854" y="2917356"/>
                  </a:lnTo>
                  <a:lnTo>
                    <a:pt x="2489948" y="2917356"/>
                  </a:lnTo>
                  <a:lnTo>
                    <a:pt x="2490042" y="2917356"/>
                  </a:lnTo>
                  <a:lnTo>
                    <a:pt x="2490137" y="2917356"/>
                  </a:lnTo>
                  <a:lnTo>
                    <a:pt x="2490231" y="2917356"/>
                  </a:lnTo>
                  <a:lnTo>
                    <a:pt x="2490325" y="2917356"/>
                  </a:lnTo>
                  <a:lnTo>
                    <a:pt x="2490419" y="2917356"/>
                  </a:lnTo>
                  <a:lnTo>
                    <a:pt x="2490513" y="2917356"/>
                  </a:lnTo>
                  <a:lnTo>
                    <a:pt x="2490607" y="2917356"/>
                  </a:lnTo>
                  <a:lnTo>
                    <a:pt x="2490702" y="2917356"/>
                  </a:lnTo>
                  <a:lnTo>
                    <a:pt x="2490796" y="2917356"/>
                  </a:lnTo>
                  <a:lnTo>
                    <a:pt x="2490890" y="2917356"/>
                  </a:lnTo>
                  <a:lnTo>
                    <a:pt x="2490984" y="2917356"/>
                  </a:lnTo>
                  <a:lnTo>
                    <a:pt x="2490984" y="2912445"/>
                  </a:lnTo>
                  <a:lnTo>
                    <a:pt x="2491078" y="2912445"/>
                  </a:lnTo>
                  <a:lnTo>
                    <a:pt x="2491172" y="2912445"/>
                  </a:lnTo>
                  <a:lnTo>
                    <a:pt x="2491266" y="2912445"/>
                  </a:lnTo>
                  <a:lnTo>
                    <a:pt x="2491361" y="2912445"/>
                  </a:lnTo>
                  <a:lnTo>
                    <a:pt x="2491455" y="2912445"/>
                  </a:lnTo>
                  <a:lnTo>
                    <a:pt x="2491549" y="2912445"/>
                  </a:lnTo>
                  <a:lnTo>
                    <a:pt x="2491643" y="2912445"/>
                  </a:lnTo>
                  <a:lnTo>
                    <a:pt x="2491737" y="2912445"/>
                  </a:lnTo>
                  <a:lnTo>
                    <a:pt x="2491831" y="2912445"/>
                  </a:lnTo>
                  <a:lnTo>
                    <a:pt x="2491925" y="2912445"/>
                  </a:lnTo>
                  <a:lnTo>
                    <a:pt x="2492020" y="2912445"/>
                  </a:lnTo>
                  <a:lnTo>
                    <a:pt x="2492114" y="2912445"/>
                  </a:lnTo>
                  <a:lnTo>
                    <a:pt x="2492208" y="2912445"/>
                  </a:lnTo>
                  <a:lnTo>
                    <a:pt x="2492302" y="2912445"/>
                  </a:lnTo>
                  <a:lnTo>
                    <a:pt x="2492396" y="2912445"/>
                  </a:lnTo>
                  <a:lnTo>
                    <a:pt x="2492490" y="2912445"/>
                  </a:lnTo>
                  <a:lnTo>
                    <a:pt x="2492585" y="2912445"/>
                  </a:lnTo>
                  <a:lnTo>
                    <a:pt x="2492679" y="2912445"/>
                  </a:lnTo>
                  <a:lnTo>
                    <a:pt x="2492773" y="2912445"/>
                  </a:lnTo>
                  <a:lnTo>
                    <a:pt x="2492867" y="2912445"/>
                  </a:lnTo>
                  <a:lnTo>
                    <a:pt x="2492961" y="2912445"/>
                  </a:lnTo>
                  <a:lnTo>
                    <a:pt x="2493055" y="2912445"/>
                  </a:lnTo>
                  <a:lnTo>
                    <a:pt x="2493149" y="2912445"/>
                  </a:lnTo>
                  <a:lnTo>
                    <a:pt x="2493244" y="2912445"/>
                  </a:lnTo>
                  <a:lnTo>
                    <a:pt x="2493338" y="2912445"/>
                  </a:lnTo>
                  <a:lnTo>
                    <a:pt x="2493432" y="2912445"/>
                  </a:lnTo>
                  <a:lnTo>
                    <a:pt x="2493526" y="2912445"/>
                  </a:lnTo>
                  <a:lnTo>
                    <a:pt x="2493620" y="2912445"/>
                  </a:lnTo>
                  <a:lnTo>
                    <a:pt x="2493714" y="2912445"/>
                  </a:lnTo>
                  <a:lnTo>
                    <a:pt x="2493809" y="2912445"/>
                  </a:lnTo>
                  <a:lnTo>
                    <a:pt x="2493903" y="2912445"/>
                  </a:lnTo>
                  <a:lnTo>
                    <a:pt x="2493997" y="2912445"/>
                  </a:lnTo>
                  <a:lnTo>
                    <a:pt x="2494091" y="2912445"/>
                  </a:lnTo>
                  <a:lnTo>
                    <a:pt x="2494185" y="2912445"/>
                  </a:lnTo>
                  <a:lnTo>
                    <a:pt x="2494279" y="2912445"/>
                  </a:lnTo>
                  <a:lnTo>
                    <a:pt x="2494373" y="2912445"/>
                  </a:lnTo>
                  <a:lnTo>
                    <a:pt x="2494468" y="2912445"/>
                  </a:lnTo>
                  <a:lnTo>
                    <a:pt x="2494562" y="2912445"/>
                  </a:lnTo>
                  <a:lnTo>
                    <a:pt x="2494656" y="2912445"/>
                  </a:lnTo>
                  <a:lnTo>
                    <a:pt x="2494750" y="2912445"/>
                  </a:lnTo>
                  <a:lnTo>
                    <a:pt x="2494844" y="2912445"/>
                  </a:lnTo>
                  <a:lnTo>
                    <a:pt x="2494938" y="2912445"/>
                  </a:lnTo>
                  <a:lnTo>
                    <a:pt x="2495033" y="2912445"/>
                  </a:lnTo>
                  <a:lnTo>
                    <a:pt x="2495127" y="2912445"/>
                  </a:lnTo>
                  <a:lnTo>
                    <a:pt x="2495221" y="2912445"/>
                  </a:lnTo>
                  <a:lnTo>
                    <a:pt x="2495315" y="2912445"/>
                  </a:lnTo>
                  <a:lnTo>
                    <a:pt x="2495409" y="2912445"/>
                  </a:lnTo>
                  <a:lnTo>
                    <a:pt x="2495503" y="2912445"/>
                  </a:lnTo>
                  <a:lnTo>
                    <a:pt x="2495597" y="2912445"/>
                  </a:lnTo>
                  <a:lnTo>
                    <a:pt x="2495692" y="2912445"/>
                  </a:lnTo>
                  <a:lnTo>
                    <a:pt x="2495692" y="2907533"/>
                  </a:lnTo>
                  <a:lnTo>
                    <a:pt x="2495786" y="2907533"/>
                  </a:lnTo>
                  <a:lnTo>
                    <a:pt x="2495880" y="2907533"/>
                  </a:lnTo>
                  <a:lnTo>
                    <a:pt x="2495974" y="2907533"/>
                  </a:lnTo>
                  <a:lnTo>
                    <a:pt x="2496068" y="2907533"/>
                  </a:lnTo>
                  <a:lnTo>
                    <a:pt x="2496162" y="2907533"/>
                  </a:lnTo>
                  <a:lnTo>
                    <a:pt x="2496256" y="2907533"/>
                  </a:lnTo>
                  <a:lnTo>
                    <a:pt x="2496351" y="2907533"/>
                  </a:lnTo>
                  <a:lnTo>
                    <a:pt x="2496445" y="2907533"/>
                  </a:lnTo>
                  <a:lnTo>
                    <a:pt x="2496539" y="2907533"/>
                  </a:lnTo>
                  <a:lnTo>
                    <a:pt x="2496633" y="2907533"/>
                  </a:lnTo>
                  <a:lnTo>
                    <a:pt x="2496727" y="2907533"/>
                  </a:lnTo>
                  <a:lnTo>
                    <a:pt x="2496821" y="2907533"/>
                  </a:lnTo>
                  <a:lnTo>
                    <a:pt x="2496916" y="2907533"/>
                  </a:lnTo>
                  <a:lnTo>
                    <a:pt x="2497010" y="2907533"/>
                  </a:lnTo>
                  <a:lnTo>
                    <a:pt x="2497104" y="2907533"/>
                  </a:lnTo>
                  <a:lnTo>
                    <a:pt x="2497198" y="2907533"/>
                  </a:lnTo>
                  <a:lnTo>
                    <a:pt x="2497292" y="2907533"/>
                  </a:lnTo>
                  <a:lnTo>
                    <a:pt x="2497386" y="2907533"/>
                  </a:lnTo>
                  <a:lnTo>
                    <a:pt x="2497480" y="2907533"/>
                  </a:lnTo>
                  <a:lnTo>
                    <a:pt x="2497575" y="2907533"/>
                  </a:lnTo>
                  <a:lnTo>
                    <a:pt x="2497669" y="2907533"/>
                  </a:lnTo>
                  <a:lnTo>
                    <a:pt x="2497763" y="2907533"/>
                  </a:lnTo>
                  <a:lnTo>
                    <a:pt x="2497857" y="2907533"/>
                  </a:lnTo>
                  <a:lnTo>
                    <a:pt x="2497951" y="2907533"/>
                  </a:lnTo>
                  <a:lnTo>
                    <a:pt x="2498045" y="2907533"/>
                  </a:lnTo>
                  <a:lnTo>
                    <a:pt x="2498140" y="2907533"/>
                  </a:lnTo>
                  <a:lnTo>
                    <a:pt x="2498234" y="2907533"/>
                  </a:lnTo>
                  <a:lnTo>
                    <a:pt x="2498328" y="2907533"/>
                  </a:lnTo>
                  <a:lnTo>
                    <a:pt x="2498422" y="2907533"/>
                  </a:lnTo>
                  <a:lnTo>
                    <a:pt x="2498516" y="2907533"/>
                  </a:lnTo>
                  <a:lnTo>
                    <a:pt x="2498610" y="2907533"/>
                  </a:lnTo>
                  <a:lnTo>
                    <a:pt x="2498704" y="2907533"/>
                  </a:lnTo>
                  <a:lnTo>
                    <a:pt x="2498799" y="2907533"/>
                  </a:lnTo>
                  <a:lnTo>
                    <a:pt x="2498893" y="2907533"/>
                  </a:lnTo>
                  <a:lnTo>
                    <a:pt x="2498987" y="2907533"/>
                  </a:lnTo>
                  <a:lnTo>
                    <a:pt x="2499081" y="2907533"/>
                  </a:lnTo>
                  <a:lnTo>
                    <a:pt x="2499175" y="2907533"/>
                  </a:lnTo>
                  <a:lnTo>
                    <a:pt x="2499269" y="2907533"/>
                  </a:lnTo>
                  <a:lnTo>
                    <a:pt x="2499364" y="2907533"/>
                  </a:lnTo>
                  <a:lnTo>
                    <a:pt x="2499458" y="2907533"/>
                  </a:lnTo>
                  <a:lnTo>
                    <a:pt x="2499552" y="2907533"/>
                  </a:lnTo>
                  <a:lnTo>
                    <a:pt x="2499646" y="2907533"/>
                  </a:lnTo>
                  <a:lnTo>
                    <a:pt x="2499740" y="2907533"/>
                  </a:lnTo>
                  <a:lnTo>
                    <a:pt x="2499834" y="2907533"/>
                  </a:lnTo>
                  <a:lnTo>
                    <a:pt x="2499928" y="2907533"/>
                  </a:lnTo>
                  <a:lnTo>
                    <a:pt x="2500023" y="2907533"/>
                  </a:lnTo>
                  <a:lnTo>
                    <a:pt x="2500117" y="2907533"/>
                  </a:lnTo>
                  <a:lnTo>
                    <a:pt x="2500211" y="2907533"/>
                  </a:lnTo>
                  <a:lnTo>
                    <a:pt x="2500305" y="2907533"/>
                  </a:lnTo>
                  <a:lnTo>
                    <a:pt x="2500399" y="2907533"/>
                  </a:lnTo>
                  <a:lnTo>
                    <a:pt x="2500493" y="2907533"/>
                  </a:lnTo>
                  <a:lnTo>
                    <a:pt x="2500587" y="2907533"/>
                  </a:lnTo>
                  <a:lnTo>
                    <a:pt x="2500682" y="2907533"/>
                  </a:lnTo>
                  <a:lnTo>
                    <a:pt x="2500776" y="2907533"/>
                  </a:lnTo>
                  <a:lnTo>
                    <a:pt x="2500870" y="2907533"/>
                  </a:lnTo>
                  <a:lnTo>
                    <a:pt x="2500964" y="2907533"/>
                  </a:lnTo>
                  <a:lnTo>
                    <a:pt x="2501058" y="2907533"/>
                  </a:lnTo>
                  <a:lnTo>
                    <a:pt x="2501152" y="2907533"/>
                  </a:lnTo>
                  <a:lnTo>
                    <a:pt x="2501247" y="2907533"/>
                  </a:lnTo>
                  <a:lnTo>
                    <a:pt x="2501341" y="2907533"/>
                  </a:lnTo>
                  <a:lnTo>
                    <a:pt x="2501435" y="2907533"/>
                  </a:lnTo>
                  <a:lnTo>
                    <a:pt x="2501529" y="2907533"/>
                  </a:lnTo>
                  <a:lnTo>
                    <a:pt x="2501623" y="2907533"/>
                  </a:lnTo>
                  <a:lnTo>
                    <a:pt x="2501717" y="2907533"/>
                  </a:lnTo>
                  <a:lnTo>
                    <a:pt x="2501811" y="2907533"/>
                  </a:lnTo>
                  <a:lnTo>
                    <a:pt x="2501906" y="2907533"/>
                  </a:lnTo>
                  <a:lnTo>
                    <a:pt x="2502000" y="2907533"/>
                  </a:lnTo>
                  <a:lnTo>
                    <a:pt x="2502094" y="2907533"/>
                  </a:lnTo>
                  <a:lnTo>
                    <a:pt x="2502188" y="2907533"/>
                  </a:lnTo>
                  <a:lnTo>
                    <a:pt x="2502282" y="2907533"/>
                  </a:lnTo>
                  <a:lnTo>
                    <a:pt x="2502376" y="2907533"/>
                  </a:lnTo>
                  <a:lnTo>
                    <a:pt x="2502471" y="2907533"/>
                  </a:lnTo>
                  <a:lnTo>
                    <a:pt x="2502565" y="2907533"/>
                  </a:lnTo>
                  <a:lnTo>
                    <a:pt x="2502659" y="2907533"/>
                  </a:lnTo>
                  <a:lnTo>
                    <a:pt x="2502753" y="2907533"/>
                  </a:lnTo>
                  <a:lnTo>
                    <a:pt x="2502847" y="2907533"/>
                  </a:lnTo>
                  <a:lnTo>
                    <a:pt x="2502941" y="2907533"/>
                  </a:lnTo>
                  <a:lnTo>
                    <a:pt x="2503035" y="2907533"/>
                  </a:lnTo>
                  <a:lnTo>
                    <a:pt x="2503130" y="2907533"/>
                  </a:lnTo>
                  <a:lnTo>
                    <a:pt x="2503224" y="2907533"/>
                  </a:lnTo>
                  <a:lnTo>
                    <a:pt x="2503318" y="2907533"/>
                  </a:lnTo>
                  <a:lnTo>
                    <a:pt x="2503412" y="2907533"/>
                  </a:lnTo>
                  <a:lnTo>
                    <a:pt x="2503506" y="2907533"/>
                  </a:lnTo>
                  <a:lnTo>
                    <a:pt x="2503600" y="2907533"/>
                  </a:lnTo>
                  <a:lnTo>
                    <a:pt x="2503695" y="2907533"/>
                  </a:lnTo>
                  <a:lnTo>
                    <a:pt x="2503789" y="2907533"/>
                  </a:lnTo>
                  <a:lnTo>
                    <a:pt x="2503883" y="2907533"/>
                  </a:lnTo>
                  <a:lnTo>
                    <a:pt x="2503977" y="2907533"/>
                  </a:lnTo>
                  <a:lnTo>
                    <a:pt x="2504071" y="2907533"/>
                  </a:lnTo>
                  <a:lnTo>
                    <a:pt x="2504165" y="2907533"/>
                  </a:lnTo>
                  <a:lnTo>
                    <a:pt x="2504259" y="2907533"/>
                  </a:lnTo>
                  <a:lnTo>
                    <a:pt x="2504354" y="2907533"/>
                  </a:lnTo>
                  <a:lnTo>
                    <a:pt x="2504448" y="2907533"/>
                  </a:lnTo>
                  <a:lnTo>
                    <a:pt x="2504542" y="2907533"/>
                  </a:lnTo>
                  <a:lnTo>
                    <a:pt x="2504636" y="2907533"/>
                  </a:lnTo>
                  <a:lnTo>
                    <a:pt x="2504730" y="2907533"/>
                  </a:lnTo>
                  <a:lnTo>
                    <a:pt x="2504824" y="2907533"/>
                  </a:lnTo>
                  <a:lnTo>
                    <a:pt x="2504918" y="2907533"/>
                  </a:lnTo>
                  <a:lnTo>
                    <a:pt x="2505013" y="2907533"/>
                  </a:lnTo>
                  <a:lnTo>
                    <a:pt x="2505107" y="2907533"/>
                  </a:lnTo>
                  <a:lnTo>
                    <a:pt x="2505201" y="2907533"/>
                  </a:lnTo>
                  <a:lnTo>
                    <a:pt x="2505295" y="2907533"/>
                  </a:lnTo>
                  <a:lnTo>
                    <a:pt x="2505389" y="2907533"/>
                  </a:lnTo>
                  <a:lnTo>
                    <a:pt x="2505483" y="2907533"/>
                  </a:lnTo>
                  <a:lnTo>
                    <a:pt x="2505578" y="2907533"/>
                  </a:lnTo>
                  <a:lnTo>
                    <a:pt x="2505672" y="2907533"/>
                  </a:lnTo>
                  <a:lnTo>
                    <a:pt x="2505766" y="2907533"/>
                  </a:lnTo>
                  <a:lnTo>
                    <a:pt x="2505860" y="2907533"/>
                  </a:lnTo>
                  <a:lnTo>
                    <a:pt x="2505954" y="2907533"/>
                  </a:lnTo>
                  <a:lnTo>
                    <a:pt x="2506048" y="2907533"/>
                  </a:lnTo>
                  <a:lnTo>
                    <a:pt x="2506142" y="2907533"/>
                  </a:lnTo>
                  <a:lnTo>
                    <a:pt x="2506237" y="2907533"/>
                  </a:lnTo>
                  <a:lnTo>
                    <a:pt x="2506331" y="2907533"/>
                  </a:lnTo>
                  <a:lnTo>
                    <a:pt x="2506425" y="2907533"/>
                  </a:lnTo>
                  <a:lnTo>
                    <a:pt x="2506519" y="2907533"/>
                  </a:lnTo>
                  <a:lnTo>
                    <a:pt x="2506613" y="2907533"/>
                  </a:lnTo>
                  <a:lnTo>
                    <a:pt x="2506707" y="2907533"/>
                  </a:lnTo>
                  <a:lnTo>
                    <a:pt x="2506802" y="2907533"/>
                  </a:lnTo>
                  <a:lnTo>
                    <a:pt x="2506896" y="2907533"/>
                  </a:lnTo>
                  <a:lnTo>
                    <a:pt x="2506990" y="2907533"/>
                  </a:lnTo>
                  <a:lnTo>
                    <a:pt x="2507084" y="2907533"/>
                  </a:lnTo>
                  <a:lnTo>
                    <a:pt x="2507178" y="2907533"/>
                  </a:lnTo>
                  <a:lnTo>
                    <a:pt x="2507272" y="2907533"/>
                  </a:lnTo>
                  <a:lnTo>
                    <a:pt x="2507366" y="2907533"/>
                  </a:lnTo>
                  <a:lnTo>
                    <a:pt x="2507461" y="2907533"/>
                  </a:lnTo>
                  <a:lnTo>
                    <a:pt x="2507555" y="2907533"/>
                  </a:lnTo>
                  <a:lnTo>
                    <a:pt x="2507649" y="2907533"/>
                  </a:lnTo>
                  <a:lnTo>
                    <a:pt x="2507649" y="2902622"/>
                  </a:lnTo>
                  <a:lnTo>
                    <a:pt x="2507743" y="2902622"/>
                  </a:lnTo>
                  <a:lnTo>
                    <a:pt x="2507837" y="2902622"/>
                  </a:lnTo>
                  <a:lnTo>
                    <a:pt x="2507931" y="2902622"/>
                  </a:lnTo>
                  <a:lnTo>
                    <a:pt x="2508026" y="2902622"/>
                  </a:lnTo>
                  <a:lnTo>
                    <a:pt x="2508120" y="2902622"/>
                  </a:lnTo>
                  <a:lnTo>
                    <a:pt x="2508214" y="2902622"/>
                  </a:lnTo>
                  <a:lnTo>
                    <a:pt x="2508214" y="2897711"/>
                  </a:lnTo>
                  <a:lnTo>
                    <a:pt x="2508308" y="2897711"/>
                  </a:lnTo>
                  <a:lnTo>
                    <a:pt x="2508402" y="2897711"/>
                  </a:lnTo>
                  <a:lnTo>
                    <a:pt x="2508496" y="2897711"/>
                  </a:lnTo>
                  <a:lnTo>
                    <a:pt x="2508590" y="2897711"/>
                  </a:lnTo>
                  <a:lnTo>
                    <a:pt x="2508685" y="2897711"/>
                  </a:lnTo>
                  <a:lnTo>
                    <a:pt x="2508779" y="2897711"/>
                  </a:lnTo>
                  <a:lnTo>
                    <a:pt x="2508873" y="2897711"/>
                  </a:lnTo>
                  <a:lnTo>
                    <a:pt x="2508967" y="2897711"/>
                  </a:lnTo>
                  <a:lnTo>
                    <a:pt x="2509061" y="2897711"/>
                  </a:lnTo>
                  <a:lnTo>
                    <a:pt x="2509155" y="2897711"/>
                  </a:lnTo>
                  <a:lnTo>
                    <a:pt x="2509249" y="2897711"/>
                  </a:lnTo>
                  <a:lnTo>
                    <a:pt x="2509344" y="2897711"/>
                  </a:lnTo>
                  <a:lnTo>
                    <a:pt x="2509438" y="2897711"/>
                  </a:lnTo>
                  <a:lnTo>
                    <a:pt x="2509532" y="2897711"/>
                  </a:lnTo>
                  <a:lnTo>
                    <a:pt x="2509626" y="2897711"/>
                  </a:lnTo>
                  <a:lnTo>
                    <a:pt x="2509720" y="2897711"/>
                  </a:lnTo>
                  <a:lnTo>
                    <a:pt x="2509814" y="2897711"/>
                  </a:lnTo>
                  <a:lnTo>
                    <a:pt x="2509814" y="2892799"/>
                  </a:lnTo>
                  <a:lnTo>
                    <a:pt x="2509909" y="2892799"/>
                  </a:lnTo>
                  <a:lnTo>
                    <a:pt x="2510003" y="2892799"/>
                  </a:lnTo>
                  <a:lnTo>
                    <a:pt x="2510097" y="2892799"/>
                  </a:lnTo>
                  <a:lnTo>
                    <a:pt x="2510191" y="2892799"/>
                  </a:lnTo>
                  <a:lnTo>
                    <a:pt x="2510285" y="2892799"/>
                  </a:lnTo>
                  <a:lnTo>
                    <a:pt x="2510379" y="2892799"/>
                  </a:lnTo>
                  <a:lnTo>
                    <a:pt x="2510473" y="2892799"/>
                  </a:lnTo>
                  <a:lnTo>
                    <a:pt x="2510473" y="2887888"/>
                  </a:lnTo>
                  <a:lnTo>
                    <a:pt x="2510568" y="2887888"/>
                  </a:lnTo>
                  <a:lnTo>
                    <a:pt x="2510662" y="2887888"/>
                  </a:lnTo>
                  <a:lnTo>
                    <a:pt x="2510756" y="2887888"/>
                  </a:lnTo>
                  <a:lnTo>
                    <a:pt x="2510850" y="2887888"/>
                  </a:lnTo>
                  <a:lnTo>
                    <a:pt x="2510944" y="2887888"/>
                  </a:lnTo>
                  <a:lnTo>
                    <a:pt x="2511038" y="2887888"/>
                  </a:lnTo>
                  <a:lnTo>
                    <a:pt x="2511133" y="2887888"/>
                  </a:lnTo>
                  <a:lnTo>
                    <a:pt x="2511227" y="2887888"/>
                  </a:lnTo>
                  <a:lnTo>
                    <a:pt x="2511321" y="2887888"/>
                  </a:lnTo>
                  <a:lnTo>
                    <a:pt x="2511415" y="2887888"/>
                  </a:lnTo>
                  <a:lnTo>
                    <a:pt x="2511509" y="2887888"/>
                  </a:lnTo>
                  <a:lnTo>
                    <a:pt x="2511603" y="2887888"/>
                  </a:lnTo>
                  <a:lnTo>
                    <a:pt x="2511697" y="2887888"/>
                  </a:lnTo>
                  <a:lnTo>
                    <a:pt x="2511792" y="2887888"/>
                  </a:lnTo>
                  <a:lnTo>
                    <a:pt x="2511886" y="2887888"/>
                  </a:lnTo>
                  <a:lnTo>
                    <a:pt x="2511980" y="2887888"/>
                  </a:lnTo>
                  <a:lnTo>
                    <a:pt x="2512074" y="2887888"/>
                  </a:lnTo>
                  <a:lnTo>
                    <a:pt x="2512168" y="2887888"/>
                  </a:lnTo>
                  <a:lnTo>
                    <a:pt x="2512262" y="2887888"/>
                  </a:lnTo>
                  <a:lnTo>
                    <a:pt x="2512357" y="2887888"/>
                  </a:lnTo>
                  <a:lnTo>
                    <a:pt x="2512451" y="2887888"/>
                  </a:lnTo>
                  <a:lnTo>
                    <a:pt x="2512545" y="2887888"/>
                  </a:lnTo>
                  <a:lnTo>
                    <a:pt x="2512639" y="2887888"/>
                  </a:lnTo>
                  <a:lnTo>
                    <a:pt x="2512733" y="2887888"/>
                  </a:lnTo>
                  <a:lnTo>
                    <a:pt x="2512827" y="2887888"/>
                  </a:lnTo>
                  <a:lnTo>
                    <a:pt x="2512921" y="2887888"/>
                  </a:lnTo>
                  <a:lnTo>
                    <a:pt x="2513016" y="2887888"/>
                  </a:lnTo>
                  <a:lnTo>
                    <a:pt x="2513110" y="2887888"/>
                  </a:lnTo>
                  <a:lnTo>
                    <a:pt x="2513110" y="2882977"/>
                  </a:lnTo>
                  <a:lnTo>
                    <a:pt x="2513204" y="2882977"/>
                  </a:lnTo>
                  <a:lnTo>
                    <a:pt x="2513298" y="2882977"/>
                  </a:lnTo>
                  <a:lnTo>
                    <a:pt x="2513392" y="2882977"/>
                  </a:lnTo>
                  <a:lnTo>
                    <a:pt x="2513486" y="2882977"/>
                  </a:lnTo>
                  <a:lnTo>
                    <a:pt x="2513580" y="2882977"/>
                  </a:lnTo>
                  <a:lnTo>
                    <a:pt x="2513675" y="2882977"/>
                  </a:lnTo>
                  <a:lnTo>
                    <a:pt x="2513769" y="2882977"/>
                  </a:lnTo>
                  <a:lnTo>
                    <a:pt x="2513863" y="2882977"/>
                  </a:lnTo>
                  <a:lnTo>
                    <a:pt x="2513957" y="2882977"/>
                  </a:lnTo>
                  <a:lnTo>
                    <a:pt x="2514051" y="2882977"/>
                  </a:lnTo>
                  <a:lnTo>
                    <a:pt x="2514145" y="2882977"/>
                  </a:lnTo>
                  <a:lnTo>
                    <a:pt x="2514240" y="2882977"/>
                  </a:lnTo>
                  <a:lnTo>
                    <a:pt x="2514334" y="2882977"/>
                  </a:lnTo>
                  <a:lnTo>
                    <a:pt x="2514428" y="2882977"/>
                  </a:lnTo>
                  <a:lnTo>
                    <a:pt x="2514522" y="2882977"/>
                  </a:lnTo>
                  <a:lnTo>
                    <a:pt x="2514616" y="2882977"/>
                  </a:lnTo>
                  <a:lnTo>
                    <a:pt x="2514710" y="2882977"/>
                  </a:lnTo>
                  <a:lnTo>
                    <a:pt x="2514804" y="2882977"/>
                  </a:lnTo>
                  <a:lnTo>
                    <a:pt x="2514899" y="2882977"/>
                  </a:lnTo>
                  <a:lnTo>
                    <a:pt x="2514993" y="2882977"/>
                  </a:lnTo>
                  <a:lnTo>
                    <a:pt x="2515087" y="2882977"/>
                  </a:lnTo>
                  <a:lnTo>
                    <a:pt x="2515181" y="2882977"/>
                  </a:lnTo>
                  <a:lnTo>
                    <a:pt x="2515275" y="2882977"/>
                  </a:lnTo>
                  <a:lnTo>
                    <a:pt x="2515369" y="2882977"/>
                  </a:lnTo>
                  <a:lnTo>
                    <a:pt x="2515464" y="2882977"/>
                  </a:lnTo>
                  <a:lnTo>
                    <a:pt x="2515558" y="2882977"/>
                  </a:lnTo>
                  <a:lnTo>
                    <a:pt x="2515652" y="2882977"/>
                  </a:lnTo>
                  <a:lnTo>
                    <a:pt x="2515746" y="2882977"/>
                  </a:lnTo>
                  <a:lnTo>
                    <a:pt x="2515840" y="2882977"/>
                  </a:lnTo>
                  <a:lnTo>
                    <a:pt x="2515934" y="2882977"/>
                  </a:lnTo>
                  <a:lnTo>
                    <a:pt x="2516028" y="2882977"/>
                  </a:lnTo>
                  <a:lnTo>
                    <a:pt x="2516123" y="2882977"/>
                  </a:lnTo>
                  <a:lnTo>
                    <a:pt x="2516217" y="2882977"/>
                  </a:lnTo>
                  <a:lnTo>
                    <a:pt x="2516311" y="2882977"/>
                  </a:lnTo>
                  <a:lnTo>
                    <a:pt x="2516405" y="2882977"/>
                  </a:lnTo>
                  <a:lnTo>
                    <a:pt x="2516499" y="2882977"/>
                  </a:lnTo>
                  <a:lnTo>
                    <a:pt x="2516593" y="2882977"/>
                  </a:lnTo>
                  <a:lnTo>
                    <a:pt x="2516688" y="2882977"/>
                  </a:lnTo>
                  <a:lnTo>
                    <a:pt x="2516782" y="2882977"/>
                  </a:lnTo>
                  <a:lnTo>
                    <a:pt x="2516876" y="2882977"/>
                  </a:lnTo>
                  <a:lnTo>
                    <a:pt x="2516970" y="2882977"/>
                  </a:lnTo>
                  <a:lnTo>
                    <a:pt x="2517064" y="2882977"/>
                  </a:lnTo>
                  <a:lnTo>
                    <a:pt x="2517064" y="2878065"/>
                  </a:lnTo>
                  <a:lnTo>
                    <a:pt x="2517158" y="2878065"/>
                  </a:lnTo>
                  <a:lnTo>
                    <a:pt x="2517252" y="2878065"/>
                  </a:lnTo>
                  <a:lnTo>
                    <a:pt x="2517347" y="2878065"/>
                  </a:lnTo>
                  <a:lnTo>
                    <a:pt x="2517441" y="2878065"/>
                  </a:lnTo>
                  <a:lnTo>
                    <a:pt x="2517535" y="2878065"/>
                  </a:lnTo>
                  <a:lnTo>
                    <a:pt x="2517629" y="2878065"/>
                  </a:lnTo>
                  <a:lnTo>
                    <a:pt x="2517723" y="2878065"/>
                  </a:lnTo>
                  <a:lnTo>
                    <a:pt x="2517817" y="2878065"/>
                  </a:lnTo>
                  <a:lnTo>
                    <a:pt x="2517911" y="2878065"/>
                  </a:lnTo>
                  <a:lnTo>
                    <a:pt x="2518006" y="2878065"/>
                  </a:lnTo>
                  <a:lnTo>
                    <a:pt x="2518100" y="2878065"/>
                  </a:lnTo>
                  <a:lnTo>
                    <a:pt x="2518194" y="2878065"/>
                  </a:lnTo>
                  <a:lnTo>
                    <a:pt x="2518288" y="2878065"/>
                  </a:lnTo>
                  <a:lnTo>
                    <a:pt x="2518288" y="2873154"/>
                  </a:lnTo>
                  <a:lnTo>
                    <a:pt x="2518382" y="2873154"/>
                  </a:lnTo>
                  <a:lnTo>
                    <a:pt x="2518476" y="2873154"/>
                  </a:lnTo>
                  <a:lnTo>
                    <a:pt x="2518571" y="2873154"/>
                  </a:lnTo>
                  <a:lnTo>
                    <a:pt x="2518665" y="2873154"/>
                  </a:lnTo>
                  <a:lnTo>
                    <a:pt x="2518759" y="2873154"/>
                  </a:lnTo>
                  <a:lnTo>
                    <a:pt x="2518853" y="2873154"/>
                  </a:lnTo>
                  <a:lnTo>
                    <a:pt x="2518947" y="2873154"/>
                  </a:lnTo>
                  <a:lnTo>
                    <a:pt x="2519041" y="2873154"/>
                  </a:lnTo>
                  <a:lnTo>
                    <a:pt x="2519135" y="2873154"/>
                  </a:lnTo>
                  <a:lnTo>
                    <a:pt x="2519230" y="2873154"/>
                  </a:lnTo>
                  <a:lnTo>
                    <a:pt x="2519324" y="2873154"/>
                  </a:lnTo>
                  <a:lnTo>
                    <a:pt x="2519418" y="2873154"/>
                  </a:lnTo>
                  <a:lnTo>
                    <a:pt x="2519512" y="2873154"/>
                  </a:lnTo>
                  <a:lnTo>
                    <a:pt x="2519606" y="2873154"/>
                  </a:lnTo>
                  <a:lnTo>
                    <a:pt x="2519700" y="2873154"/>
                  </a:lnTo>
                  <a:lnTo>
                    <a:pt x="2519795" y="2873154"/>
                  </a:lnTo>
                  <a:lnTo>
                    <a:pt x="2519889" y="2873154"/>
                  </a:lnTo>
                  <a:lnTo>
                    <a:pt x="2519983" y="2873154"/>
                  </a:lnTo>
                  <a:lnTo>
                    <a:pt x="2520077" y="2873154"/>
                  </a:lnTo>
                  <a:lnTo>
                    <a:pt x="2520171" y="2873154"/>
                  </a:lnTo>
                  <a:lnTo>
                    <a:pt x="2520265" y="2873154"/>
                  </a:lnTo>
                  <a:lnTo>
                    <a:pt x="2520359" y="2873154"/>
                  </a:lnTo>
                  <a:lnTo>
                    <a:pt x="2520454" y="2873154"/>
                  </a:lnTo>
                  <a:lnTo>
                    <a:pt x="2520548" y="2873154"/>
                  </a:lnTo>
                  <a:lnTo>
                    <a:pt x="2520642" y="2873154"/>
                  </a:lnTo>
                  <a:lnTo>
                    <a:pt x="2520736" y="2873154"/>
                  </a:lnTo>
                  <a:lnTo>
                    <a:pt x="2520830" y="2873154"/>
                  </a:lnTo>
                  <a:lnTo>
                    <a:pt x="2520924" y="2873154"/>
                  </a:lnTo>
                  <a:lnTo>
                    <a:pt x="2521019" y="2873154"/>
                  </a:lnTo>
                  <a:lnTo>
                    <a:pt x="2521113" y="2873154"/>
                  </a:lnTo>
                  <a:lnTo>
                    <a:pt x="2521207" y="2873154"/>
                  </a:lnTo>
                  <a:lnTo>
                    <a:pt x="2521301" y="2873154"/>
                  </a:lnTo>
                  <a:lnTo>
                    <a:pt x="2521395" y="2873154"/>
                  </a:lnTo>
                  <a:lnTo>
                    <a:pt x="2521489" y="2873154"/>
                  </a:lnTo>
                  <a:lnTo>
                    <a:pt x="2521583" y="2873154"/>
                  </a:lnTo>
                  <a:lnTo>
                    <a:pt x="2521678" y="2873154"/>
                  </a:lnTo>
                  <a:lnTo>
                    <a:pt x="2521772" y="2873154"/>
                  </a:lnTo>
                  <a:lnTo>
                    <a:pt x="2521866" y="2873154"/>
                  </a:lnTo>
                  <a:lnTo>
                    <a:pt x="2521960" y="2873154"/>
                  </a:lnTo>
                  <a:lnTo>
                    <a:pt x="2522054" y="2873154"/>
                  </a:lnTo>
                  <a:lnTo>
                    <a:pt x="2522148" y="2873154"/>
                  </a:lnTo>
                  <a:lnTo>
                    <a:pt x="2522242" y="2873154"/>
                  </a:lnTo>
                  <a:lnTo>
                    <a:pt x="2522337" y="2873154"/>
                  </a:lnTo>
                  <a:lnTo>
                    <a:pt x="2522431" y="2873154"/>
                  </a:lnTo>
                  <a:lnTo>
                    <a:pt x="2522525" y="2873154"/>
                  </a:lnTo>
                  <a:lnTo>
                    <a:pt x="2522619" y="2873154"/>
                  </a:lnTo>
                  <a:lnTo>
                    <a:pt x="2522713" y="2873154"/>
                  </a:lnTo>
                  <a:lnTo>
                    <a:pt x="2522807" y="2873154"/>
                  </a:lnTo>
                  <a:lnTo>
                    <a:pt x="2522902" y="2873154"/>
                  </a:lnTo>
                  <a:lnTo>
                    <a:pt x="2522996" y="2873154"/>
                  </a:lnTo>
                  <a:lnTo>
                    <a:pt x="2523090" y="2873154"/>
                  </a:lnTo>
                  <a:lnTo>
                    <a:pt x="2523184" y="2873154"/>
                  </a:lnTo>
                  <a:lnTo>
                    <a:pt x="2523278" y="2873154"/>
                  </a:lnTo>
                  <a:lnTo>
                    <a:pt x="2523372" y="2873154"/>
                  </a:lnTo>
                  <a:lnTo>
                    <a:pt x="2523466" y="2873154"/>
                  </a:lnTo>
                  <a:lnTo>
                    <a:pt x="2523561" y="2873154"/>
                  </a:lnTo>
                  <a:lnTo>
                    <a:pt x="2523655" y="2873154"/>
                  </a:lnTo>
                  <a:lnTo>
                    <a:pt x="2523749" y="2873154"/>
                  </a:lnTo>
                  <a:lnTo>
                    <a:pt x="2523843" y="2873154"/>
                  </a:lnTo>
                  <a:lnTo>
                    <a:pt x="2523937" y="2873154"/>
                  </a:lnTo>
                  <a:lnTo>
                    <a:pt x="2524031" y="2873154"/>
                  </a:lnTo>
                  <a:lnTo>
                    <a:pt x="2524126" y="2873154"/>
                  </a:lnTo>
                  <a:lnTo>
                    <a:pt x="2524220" y="2873154"/>
                  </a:lnTo>
                  <a:lnTo>
                    <a:pt x="2524314" y="2873154"/>
                  </a:lnTo>
                  <a:lnTo>
                    <a:pt x="2524408" y="2873154"/>
                  </a:lnTo>
                  <a:lnTo>
                    <a:pt x="2524502" y="2873154"/>
                  </a:lnTo>
                  <a:lnTo>
                    <a:pt x="2524596" y="2873154"/>
                  </a:lnTo>
                  <a:lnTo>
                    <a:pt x="2524690" y="2873154"/>
                  </a:lnTo>
                  <a:lnTo>
                    <a:pt x="2524785" y="2873154"/>
                  </a:lnTo>
                  <a:lnTo>
                    <a:pt x="2524879" y="2873154"/>
                  </a:lnTo>
                  <a:lnTo>
                    <a:pt x="2524973" y="2873154"/>
                  </a:lnTo>
                  <a:lnTo>
                    <a:pt x="2525067" y="2873154"/>
                  </a:lnTo>
                  <a:lnTo>
                    <a:pt x="2525161" y="2873154"/>
                  </a:lnTo>
                  <a:lnTo>
                    <a:pt x="2525255" y="2873154"/>
                  </a:lnTo>
                  <a:lnTo>
                    <a:pt x="2525350" y="2873154"/>
                  </a:lnTo>
                  <a:lnTo>
                    <a:pt x="2525444" y="2873154"/>
                  </a:lnTo>
                  <a:lnTo>
                    <a:pt x="2525538" y="2873154"/>
                  </a:lnTo>
                  <a:lnTo>
                    <a:pt x="2525632" y="2873154"/>
                  </a:lnTo>
                  <a:lnTo>
                    <a:pt x="2525726" y="2873154"/>
                  </a:lnTo>
                  <a:lnTo>
                    <a:pt x="2525820" y="2873154"/>
                  </a:lnTo>
                  <a:lnTo>
                    <a:pt x="2525914" y="2873154"/>
                  </a:lnTo>
                  <a:lnTo>
                    <a:pt x="2526009" y="2873154"/>
                  </a:lnTo>
                  <a:lnTo>
                    <a:pt x="2526103" y="2873154"/>
                  </a:lnTo>
                  <a:lnTo>
                    <a:pt x="2526197" y="2873154"/>
                  </a:lnTo>
                  <a:lnTo>
                    <a:pt x="2526197" y="2868242"/>
                  </a:lnTo>
                  <a:lnTo>
                    <a:pt x="2526291" y="2868242"/>
                  </a:lnTo>
                  <a:lnTo>
                    <a:pt x="2526385" y="2868242"/>
                  </a:lnTo>
                  <a:lnTo>
                    <a:pt x="2526479" y="2868242"/>
                  </a:lnTo>
                  <a:lnTo>
                    <a:pt x="2526573" y="2868242"/>
                  </a:lnTo>
                  <a:lnTo>
                    <a:pt x="2526668" y="2868242"/>
                  </a:lnTo>
                  <a:lnTo>
                    <a:pt x="2526762" y="2868242"/>
                  </a:lnTo>
                  <a:lnTo>
                    <a:pt x="2526856" y="2868242"/>
                  </a:lnTo>
                  <a:lnTo>
                    <a:pt x="2526950" y="2868242"/>
                  </a:lnTo>
                  <a:lnTo>
                    <a:pt x="2527044" y="2868242"/>
                  </a:lnTo>
                  <a:lnTo>
                    <a:pt x="2527138" y="2868242"/>
                  </a:lnTo>
                  <a:lnTo>
                    <a:pt x="2527233" y="2868242"/>
                  </a:lnTo>
                  <a:lnTo>
                    <a:pt x="2527327" y="2868242"/>
                  </a:lnTo>
                  <a:lnTo>
                    <a:pt x="2527421" y="2868242"/>
                  </a:lnTo>
                  <a:lnTo>
                    <a:pt x="2527515" y="2868242"/>
                  </a:lnTo>
                  <a:lnTo>
                    <a:pt x="2527609" y="2868242"/>
                  </a:lnTo>
                  <a:lnTo>
                    <a:pt x="2527703" y="2868242"/>
                  </a:lnTo>
                  <a:lnTo>
                    <a:pt x="2527797" y="2868242"/>
                  </a:lnTo>
                  <a:lnTo>
                    <a:pt x="2527892" y="2868242"/>
                  </a:lnTo>
                  <a:lnTo>
                    <a:pt x="2527986" y="2868242"/>
                  </a:lnTo>
                  <a:lnTo>
                    <a:pt x="2528080" y="2868242"/>
                  </a:lnTo>
                  <a:lnTo>
                    <a:pt x="2528174" y="2868242"/>
                  </a:lnTo>
                  <a:lnTo>
                    <a:pt x="2528268" y="2868242"/>
                  </a:lnTo>
                  <a:lnTo>
                    <a:pt x="2528362" y="2868242"/>
                  </a:lnTo>
                  <a:lnTo>
                    <a:pt x="2528457" y="2868242"/>
                  </a:lnTo>
                  <a:lnTo>
                    <a:pt x="2528551" y="2868242"/>
                  </a:lnTo>
                  <a:lnTo>
                    <a:pt x="2528645" y="2868242"/>
                  </a:lnTo>
                  <a:lnTo>
                    <a:pt x="2528739" y="2868242"/>
                  </a:lnTo>
                  <a:lnTo>
                    <a:pt x="2528833" y="2868242"/>
                  </a:lnTo>
                  <a:lnTo>
                    <a:pt x="2528927" y="2868242"/>
                  </a:lnTo>
                  <a:lnTo>
                    <a:pt x="2529021" y="2868242"/>
                  </a:lnTo>
                  <a:lnTo>
                    <a:pt x="2529116" y="2868242"/>
                  </a:lnTo>
                  <a:lnTo>
                    <a:pt x="2529210" y="2868242"/>
                  </a:lnTo>
                  <a:lnTo>
                    <a:pt x="2529304" y="2868242"/>
                  </a:lnTo>
                  <a:lnTo>
                    <a:pt x="2529398" y="2868242"/>
                  </a:lnTo>
                  <a:lnTo>
                    <a:pt x="2529492" y="2868242"/>
                  </a:lnTo>
                  <a:lnTo>
                    <a:pt x="2529586" y="2868242"/>
                  </a:lnTo>
                  <a:lnTo>
                    <a:pt x="2529681" y="2868242"/>
                  </a:lnTo>
                  <a:lnTo>
                    <a:pt x="2529775" y="2868242"/>
                  </a:lnTo>
                  <a:lnTo>
                    <a:pt x="2529869" y="2868242"/>
                  </a:lnTo>
                  <a:lnTo>
                    <a:pt x="2529963" y="2868242"/>
                  </a:lnTo>
                  <a:lnTo>
                    <a:pt x="2530057" y="2868242"/>
                  </a:lnTo>
                  <a:lnTo>
                    <a:pt x="2530151" y="2868242"/>
                  </a:lnTo>
                  <a:lnTo>
                    <a:pt x="2530245" y="2868242"/>
                  </a:lnTo>
                  <a:lnTo>
                    <a:pt x="2530340" y="2868242"/>
                  </a:lnTo>
                  <a:lnTo>
                    <a:pt x="2530434" y="2868242"/>
                  </a:lnTo>
                  <a:lnTo>
                    <a:pt x="2530528" y="2868242"/>
                  </a:lnTo>
                  <a:lnTo>
                    <a:pt x="2530622" y="2868242"/>
                  </a:lnTo>
                  <a:lnTo>
                    <a:pt x="2530716" y="2868242"/>
                  </a:lnTo>
                  <a:lnTo>
                    <a:pt x="2530810" y="2868242"/>
                  </a:lnTo>
                  <a:lnTo>
                    <a:pt x="2530904" y="2868242"/>
                  </a:lnTo>
                  <a:lnTo>
                    <a:pt x="2530999" y="2868242"/>
                  </a:lnTo>
                  <a:lnTo>
                    <a:pt x="2531093" y="2868242"/>
                  </a:lnTo>
                  <a:lnTo>
                    <a:pt x="2531187" y="2868242"/>
                  </a:lnTo>
                  <a:lnTo>
                    <a:pt x="2531281" y="2868242"/>
                  </a:lnTo>
                  <a:lnTo>
                    <a:pt x="2531375" y="2868242"/>
                  </a:lnTo>
                  <a:lnTo>
                    <a:pt x="2531469" y="2868242"/>
                  </a:lnTo>
                  <a:lnTo>
                    <a:pt x="2531564" y="2868242"/>
                  </a:lnTo>
                  <a:lnTo>
                    <a:pt x="2531658" y="2868242"/>
                  </a:lnTo>
                  <a:lnTo>
                    <a:pt x="2531752" y="2868242"/>
                  </a:lnTo>
                  <a:lnTo>
                    <a:pt x="2531846" y="2868242"/>
                  </a:lnTo>
                  <a:lnTo>
                    <a:pt x="2531940" y="2868242"/>
                  </a:lnTo>
                  <a:lnTo>
                    <a:pt x="2532034" y="2868242"/>
                  </a:lnTo>
                  <a:lnTo>
                    <a:pt x="2532128" y="2868242"/>
                  </a:lnTo>
                  <a:lnTo>
                    <a:pt x="2532223" y="2868242"/>
                  </a:lnTo>
                  <a:lnTo>
                    <a:pt x="2532317" y="2868242"/>
                  </a:lnTo>
                  <a:lnTo>
                    <a:pt x="2532411" y="2868242"/>
                  </a:lnTo>
                  <a:lnTo>
                    <a:pt x="2532505" y="2868242"/>
                  </a:lnTo>
                  <a:lnTo>
                    <a:pt x="2532505" y="2863331"/>
                  </a:lnTo>
                  <a:lnTo>
                    <a:pt x="2532599" y="2863331"/>
                  </a:lnTo>
                  <a:lnTo>
                    <a:pt x="2532693" y="2863331"/>
                  </a:lnTo>
                  <a:lnTo>
                    <a:pt x="2532788" y="2863331"/>
                  </a:lnTo>
                  <a:lnTo>
                    <a:pt x="2532882" y="2863331"/>
                  </a:lnTo>
                  <a:lnTo>
                    <a:pt x="2532976" y="2863331"/>
                  </a:lnTo>
                  <a:lnTo>
                    <a:pt x="2533070" y="2863331"/>
                  </a:lnTo>
                  <a:lnTo>
                    <a:pt x="2533164" y="2863331"/>
                  </a:lnTo>
                  <a:lnTo>
                    <a:pt x="2533258" y="2863331"/>
                  </a:lnTo>
                  <a:lnTo>
                    <a:pt x="2533352" y="2863331"/>
                  </a:lnTo>
                  <a:lnTo>
                    <a:pt x="2533447" y="2863331"/>
                  </a:lnTo>
                  <a:lnTo>
                    <a:pt x="2533541" y="2863331"/>
                  </a:lnTo>
                  <a:lnTo>
                    <a:pt x="2533635" y="2863331"/>
                  </a:lnTo>
                  <a:lnTo>
                    <a:pt x="2533729" y="2863331"/>
                  </a:lnTo>
                  <a:lnTo>
                    <a:pt x="2533823" y="2863331"/>
                  </a:lnTo>
                  <a:lnTo>
                    <a:pt x="2533917" y="2863331"/>
                  </a:lnTo>
                  <a:lnTo>
                    <a:pt x="2534012" y="2863331"/>
                  </a:lnTo>
                  <a:lnTo>
                    <a:pt x="2534106" y="2863331"/>
                  </a:lnTo>
                  <a:lnTo>
                    <a:pt x="2534200" y="2863331"/>
                  </a:lnTo>
                  <a:lnTo>
                    <a:pt x="2534294" y="2863331"/>
                  </a:lnTo>
                  <a:lnTo>
                    <a:pt x="2534388" y="2863331"/>
                  </a:lnTo>
                  <a:lnTo>
                    <a:pt x="2534482" y="2863331"/>
                  </a:lnTo>
                  <a:lnTo>
                    <a:pt x="2534576" y="2863331"/>
                  </a:lnTo>
                  <a:lnTo>
                    <a:pt x="2534671" y="2863331"/>
                  </a:lnTo>
                  <a:lnTo>
                    <a:pt x="2534765" y="2863331"/>
                  </a:lnTo>
                  <a:lnTo>
                    <a:pt x="2534859" y="2863331"/>
                  </a:lnTo>
                  <a:lnTo>
                    <a:pt x="2534953" y="2863331"/>
                  </a:lnTo>
                  <a:lnTo>
                    <a:pt x="2535047" y="2863331"/>
                  </a:lnTo>
                  <a:lnTo>
                    <a:pt x="2535141" y="2863331"/>
                  </a:lnTo>
                  <a:lnTo>
                    <a:pt x="2535235" y="2863331"/>
                  </a:lnTo>
                  <a:lnTo>
                    <a:pt x="2535330" y="2863331"/>
                  </a:lnTo>
                  <a:lnTo>
                    <a:pt x="2535424" y="2863331"/>
                  </a:lnTo>
                  <a:lnTo>
                    <a:pt x="2535518" y="2863331"/>
                  </a:lnTo>
                  <a:lnTo>
                    <a:pt x="2535612" y="2863331"/>
                  </a:lnTo>
                  <a:lnTo>
                    <a:pt x="2535706" y="2863331"/>
                  </a:lnTo>
                  <a:lnTo>
                    <a:pt x="2535800" y="2863331"/>
                  </a:lnTo>
                  <a:lnTo>
                    <a:pt x="2535895" y="2863331"/>
                  </a:lnTo>
                  <a:lnTo>
                    <a:pt x="2535989" y="2863331"/>
                  </a:lnTo>
                  <a:lnTo>
                    <a:pt x="2536083" y="2863331"/>
                  </a:lnTo>
                  <a:lnTo>
                    <a:pt x="2536177" y="2863331"/>
                  </a:lnTo>
                  <a:lnTo>
                    <a:pt x="2536271" y="2863331"/>
                  </a:lnTo>
                  <a:lnTo>
                    <a:pt x="2536365" y="2863331"/>
                  </a:lnTo>
                  <a:lnTo>
                    <a:pt x="2536459" y="2863331"/>
                  </a:lnTo>
                  <a:lnTo>
                    <a:pt x="2536554" y="2863331"/>
                  </a:lnTo>
                  <a:lnTo>
                    <a:pt x="2536648" y="2863331"/>
                  </a:lnTo>
                  <a:lnTo>
                    <a:pt x="2536742" y="2863331"/>
                  </a:lnTo>
                  <a:lnTo>
                    <a:pt x="2536836" y="2863331"/>
                  </a:lnTo>
                  <a:lnTo>
                    <a:pt x="2536836" y="2858420"/>
                  </a:lnTo>
                  <a:lnTo>
                    <a:pt x="2536930" y="2858420"/>
                  </a:lnTo>
                  <a:lnTo>
                    <a:pt x="2537024" y="2858420"/>
                  </a:lnTo>
                  <a:lnTo>
                    <a:pt x="2537119" y="2858420"/>
                  </a:lnTo>
                  <a:lnTo>
                    <a:pt x="2537213" y="2858420"/>
                  </a:lnTo>
                  <a:lnTo>
                    <a:pt x="2537307" y="2858420"/>
                  </a:lnTo>
                  <a:lnTo>
                    <a:pt x="2537401" y="2858420"/>
                  </a:lnTo>
                  <a:lnTo>
                    <a:pt x="2537495" y="2858420"/>
                  </a:lnTo>
                  <a:lnTo>
                    <a:pt x="2537589" y="2858420"/>
                  </a:lnTo>
                  <a:lnTo>
                    <a:pt x="2537683" y="2858420"/>
                  </a:lnTo>
                  <a:lnTo>
                    <a:pt x="2537778" y="2858420"/>
                  </a:lnTo>
                  <a:lnTo>
                    <a:pt x="2537872" y="2858420"/>
                  </a:lnTo>
                  <a:lnTo>
                    <a:pt x="2537966" y="2858420"/>
                  </a:lnTo>
                  <a:lnTo>
                    <a:pt x="2538060" y="2858420"/>
                  </a:lnTo>
                  <a:lnTo>
                    <a:pt x="2538154" y="2858420"/>
                  </a:lnTo>
                  <a:lnTo>
                    <a:pt x="2538248" y="2858420"/>
                  </a:lnTo>
                  <a:lnTo>
                    <a:pt x="2538343" y="2858420"/>
                  </a:lnTo>
                  <a:lnTo>
                    <a:pt x="2538437" y="2858420"/>
                  </a:lnTo>
                  <a:lnTo>
                    <a:pt x="2538531" y="2858420"/>
                  </a:lnTo>
                  <a:lnTo>
                    <a:pt x="2538625" y="2858420"/>
                  </a:lnTo>
                  <a:lnTo>
                    <a:pt x="2538719" y="2858420"/>
                  </a:lnTo>
                  <a:lnTo>
                    <a:pt x="2538813" y="2858420"/>
                  </a:lnTo>
                  <a:lnTo>
                    <a:pt x="2538907" y="2858420"/>
                  </a:lnTo>
                  <a:lnTo>
                    <a:pt x="2539002" y="2858420"/>
                  </a:lnTo>
                  <a:lnTo>
                    <a:pt x="2539096" y="2858420"/>
                  </a:lnTo>
                  <a:lnTo>
                    <a:pt x="2539190" y="2858420"/>
                  </a:lnTo>
                  <a:lnTo>
                    <a:pt x="2539284" y="2858420"/>
                  </a:lnTo>
                  <a:lnTo>
                    <a:pt x="2539378" y="2858420"/>
                  </a:lnTo>
                  <a:lnTo>
                    <a:pt x="2539472" y="2858420"/>
                  </a:lnTo>
                  <a:lnTo>
                    <a:pt x="2539566" y="2858420"/>
                  </a:lnTo>
                  <a:lnTo>
                    <a:pt x="2539661" y="2858420"/>
                  </a:lnTo>
                  <a:lnTo>
                    <a:pt x="2539755" y="2858420"/>
                  </a:lnTo>
                  <a:lnTo>
                    <a:pt x="2539849" y="2858420"/>
                  </a:lnTo>
                  <a:lnTo>
                    <a:pt x="2539943" y="2858420"/>
                  </a:lnTo>
                  <a:lnTo>
                    <a:pt x="2540037" y="2858420"/>
                  </a:lnTo>
                  <a:lnTo>
                    <a:pt x="2540131" y="2858420"/>
                  </a:lnTo>
                  <a:lnTo>
                    <a:pt x="2540226" y="2858420"/>
                  </a:lnTo>
                  <a:lnTo>
                    <a:pt x="2540320" y="2858420"/>
                  </a:lnTo>
                  <a:lnTo>
                    <a:pt x="2540414" y="2858420"/>
                  </a:lnTo>
                  <a:lnTo>
                    <a:pt x="2540508" y="2858420"/>
                  </a:lnTo>
                  <a:lnTo>
                    <a:pt x="2540602" y="2858420"/>
                  </a:lnTo>
                  <a:lnTo>
                    <a:pt x="2540696" y="2858420"/>
                  </a:lnTo>
                  <a:lnTo>
                    <a:pt x="2540790" y="2858420"/>
                  </a:lnTo>
                  <a:lnTo>
                    <a:pt x="2540885" y="2858420"/>
                  </a:lnTo>
                  <a:lnTo>
                    <a:pt x="2540979" y="2858420"/>
                  </a:lnTo>
                  <a:lnTo>
                    <a:pt x="2541073" y="2858420"/>
                  </a:lnTo>
                  <a:lnTo>
                    <a:pt x="2541167" y="2858420"/>
                  </a:lnTo>
                  <a:lnTo>
                    <a:pt x="2541261" y="2858420"/>
                  </a:lnTo>
                  <a:lnTo>
                    <a:pt x="2541355" y="2858420"/>
                  </a:lnTo>
                  <a:lnTo>
                    <a:pt x="2541450" y="2858420"/>
                  </a:lnTo>
                  <a:lnTo>
                    <a:pt x="2541544" y="2858420"/>
                  </a:lnTo>
                  <a:lnTo>
                    <a:pt x="2541638" y="2858420"/>
                  </a:lnTo>
                  <a:lnTo>
                    <a:pt x="2541732" y="2858420"/>
                  </a:lnTo>
                  <a:lnTo>
                    <a:pt x="2541826" y="2858420"/>
                  </a:lnTo>
                  <a:lnTo>
                    <a:pt x="2541920" y="2858420"/>
                  </a:lnTo>
                  <a:lnTo>
                    <a:pt x="2542014" y="2858420"/>
                  </a:lnTo>
                  <a:lnTo>
                    <a:pt x="2542109" y="2858420"/>
                  </a:lnTo>
                  <a:lnTo>
                    <a:pt x="2542203" y="2858420"/>
                  </a:lnTo>
                  <a:lnTo>
                    <a:pt x="2542297" y="2858420"/>
                  </a:lnTo>
                  <a:lnTo>
                    <a:pt x="2542391" y="2858420"/>
                  </a:lnTo>
                  <a:lnTo>
                    <a:pt x="2542485" y="2858420"/>
                  </a:lnTo>
                  <a:lnTo>
                    <a:pt x="2542579" y="2858420"/>
                  </a:lnTo>
                  <a:lnTo>
                    <a:pt x="2542674" y="2858420"/>
                  </a:lnTo>
                  <a:lnTo>
                    <a:pt x="2542768" y="2858420"/>
                  </a:lnTo>
                  <a:lnTo>
                    <a:pt x="2542862" y="2858420"/>
                  </a:lnTo>
                  <a:lnTo>
                    <a:pt x="2542862" y="2853508"/>
                  </a:lnTo>
                  <a:lnTo>
                    <a:pt x="2542956" y="2853508"/>
                  </a:lnTo>
                  <a:lnTo>
                    <a:pt x="2543050" y="2853508"/>
                  </a:lnTo>
                  <a:lnTo>
                    <a:pt x="2543144" y="2853508"/>
                  </a:lnTo>
                  <a:lnTo>
                    <a:pt x="2543238" y="2853508"/>
                  </a:lnTo>
                  <a:lnTo>
                    <a:pt x="2543333" y="2853508"/>
                  </a:lnTo>
                  <a:lnTo>
                    <a:pt x="2543427" y="2853508"/>
                  </a:lnTo>
                  <a:lnTo>
                    <a:pt x="2543521" y="2853508"/>
                  </a:lnTo>
                  <a:lnTo>
                    <a:pt x="2543615" y="2853508"/>
                  </a:lnTo>
                  <a:lnTo>
                    <a:pt x="2543709" y="2853508"/>
                  </a:lnTo>
                  <a:lnTo>
                    <a:pt x="2543803" y="2853508"/>
                  </a:lnTo>
                  <a:lnTo>
                    <a:pt x="2543897" y="2853508"/>
                  </a:lnTo>
                  <a:lnTo>
                    <a:pt x="2543992" y="2853508"/>
                  </a:lnTo>
                  <a:lnTo>
                    <a:pt x="2544086" y="2853508"/>
                  </a:lnTo>
                  <a:lnTo>
                    <a:pt x="2544180" y="2853508"/>
                  </a:lnTo>
                  <a:lnTo>
                    <a:pt x="2544274" y="2853508"/>
                  </a:lnTo>
                  <a:lnTo>
                    <a:pt x="2544368" y="2853508"/>
                  </a:lnTo>
                  <a:lnTo>
                    <a:pt x="2544462" y="2853508"/>
                  </a:lnTo>
                  <a:lnTo>
                    <a:pt x="2544557" y="2853508"/>
                  </a:lnTo>
                  <a:lnTo>
                    <a:pt x="2544651" y="2853508"/>
                  </a:lnTo>
                  <a:lnTo>
                    <a:pt x="2544745" y="2853508"/>
                  </a:lnTo>
                  <a:lnTo>
                    <a:pt x="2544839" y="2853508"/>
                  </a:lnTo>
                  <a:lnTo>
                    <a:pt x="2544933" y="2853508"/>
                  </a:lnTo>
                  <a:lnTo>
                    <a:pt x="2545027" y="2853508"/>
                  </a:lnTo>
                  <a:lnTo>
                    <a:pt x="2545121" y="2853508"/>
                  </a:lnTo>
                  <a:lnTo>
                    <a:pt x="2545216" y="2853508"/>
                  </a:lnTo>
                  <a:lnTo>
                    <a:pt x="2545310" y="2853508"/>
                  </a:lnTo>
                  <a:lnTo>
                    <a:pt x="2545404" y="2853508"/>
                  </a:lnTo>
                  <a:lnTo>
                    <a:pt x="2545498" y="2853508"/>
                  </a:lnTo>
                  <a:lnTo>
                    <a:pt x="2545592" y="2853508"/>
                  </a:lnTo>
                  <a:lnTo>
                    <a:pt x="2545686" y="2853508"/>
                  </a:lnTo>
                  <a:lnTo>
                    <a:pt x="2545781" y="2853508"/>
                  </a:lnTo>
                  <a:lnTo>
                    <a:pt x="2545875" y="2853508"/>
                  </a:lnTo>
                  <a:lnTo>
                    <a:pt x="2545969" y="2853508"/>
                  </a:lnTo>
                  <a:lnTo>
                    <a:pt x="2546063" y="2853508"/>
                  </a:lnTo>
                  <a:lnTo>
                    <a:pt x="2546157" y="2853508"/>
                  </a:lnTo>
                  <a:lnTo>
                    <a:pt x="2546251" y="2853508"/>
                  </a:lnTo>
                  <a:lnTo>
                    <a:pt x="2546345" y="2853508"/>
                  </a:lnTo>
                  <a:lnTo>
                    <a:pt x="2546440" y="2853508"/>
                  </a:lnTo>
                  <a:lnTo>
                    <a:pt x="2546534" y="2853508"/>
                  </a:lnTo>
                  <a:lnTo>
                    <a:pt x="2546628" y="2853508"/>
                  </a:lnTo>
                  <a:lnTo>
                    <a:pt x="2546722" y="2853508"/>
                  </a:lnTo>
                  <a:lnTo>
                    <a:pt x="2546816" y="2853508"/>
                  </a:lnTo>
                  <a:lnTo>
                    <a:pt x="2546910" y="2853508"/>
                  </a:lnTo>
                  <a:lnTo>
                    <a:pt x="2547005" y="2853508"/>
                  </a:lnTo>
                  <a:lnTo>
                    <a:pt x="2547005" y="2848597"/>
                  </a:lnTo>
                  <a:lnTo>
                    <a:pt x="2547099" y="2848597"/>
                  </a:lnTo>
                  <a:lnTo>
                    <a:pt x="2547193" y="2848597"/>
                  </a:lnTo>
                  <a:lnTo>
                    <a:pt x="2547287" y="2848597"/>
                  </a:lnTo>
                  <a:lnTo>
                    <a:pt x="2547381" y="2848597"/>
                  </a:lnTo>
                  <a:lnTo>
                    <a:pt x="2547475" y="2848597"/>
                  </a:lnTo>
                  <a:lnTo>
                    <a:pt x="2547569" y="2848597"/>
                  </a:lnTo>
                  <a:lnTo>
                    <a:pt x="2547664" y="2848597"/>
                  </a:lnTo>
                  <a:lnTo>
                    <a:pt x="2547758" y="2848597"/>
                  </a:lnTo>
                  <a:lnTo>
                    <a:pt x="2547852" y="2848597"/>
                  </a:lnTo>
                  <a:lnTo>
                    <a:pt x="2547946" y="2848597"/>
                  </a:lnTo>
                  <a:lnTo>
                    <a:pt x="2548040" y="2848597"/>
                  </a:lnTo>
                  <a:lnTo>
                    <a:pt x="2548134" y="2848597"/>
                  </a:lnTo>
                  <a:lnTo>
                    <a:pt x="2548228" y="2848597"/>
                  </a:lnTo>
                  <a:lnTo>
                    <a:pt x="2548323" y="2848597"/>
                  </a:lnTo>
                  <a:lnTo>
                    <a:pt x="2548417" y="2848597"/>
                  </a:lnTo>
                  <a:lnTo>
                    <a:pt x="2548511" y="2848597"/>
                  </a:lnTo>
                  <a:lnTo>
                    <a:pt x="2548605" y="2848597"/>
                  </a:lnTo>
                  <a:lnTo>
                    <a:pt x="2548699" y="2848597"/>
                  </a:lnTo>
                  <a:lnTo>
                    <a:pt x="2548793" y="2848597"/>
                  </a:lnTo>
                  <a:lnTo>
                    <a:pt x="2548888" y="2848597"/>
                  </a:lnTo>
                  <a:lnTo>
                    <a:pt x="2548982" y="2848597"/>
                  </a:lnTo>
                  <a:lnTo>
                    <a:pt x="2549076" y="2848597"/>
                  </a:lnTo>
                  <a:lnTo>
                    <a:pt x="2549076" y="2843686"/>
                  </a:lnTo>
                  <a:lnTo>
                    <a:pt x="2549170" y="2843686"/>
                  </a:lnTo>
                  <a:lnTo>
                    <a:pt x="2549264" y="2843686"/>
                  </a:lnTo>
                  <a:lnTo>
                    <a:pt x="2549358" y="2843686"/>
                  </a:lnTo>
                  <a:lnTo>
                    <a:pt x="2549452" y="2843686"/>
                  </a:lnTo>
                  <a:lnTo>
                    <a:pt x="2549547" y="2843686"/>
                  </a:lnTo>
                  <a:lnTo>
                    <a:pt x="2549641" y="2843686"/>
                  </a:lnTo>
                  <a:lnTo>
                    <a:pt x="2549735" y="2843686"/>
                  </a:lnTo>
                  <a:lnTo>
                    <a:pt x="2549829" y="2843686"/>
                  </a:lnTo>
                  <a:lnTo>
                    <a:pt x="2549923" y="2843686"/>
                  </a:lnTo>
                  <a:lnTo>
                    <a:pt x="2550017" y="2843686"/>
                  </a:lnTo>
                  <a:lnTo>
                    <a:pt x="2550112" y="2843686"/>
                  </a:lnTo>
                  <a:lnTo>
                    <a:pt x="2550206" y="2843686"/>
                  </a:lnTo>
                  <a:lnTo>
                    <a:pt x="2550300" y="2843686"/>
                  </a:lnTo>
                  <a:lnTo>
                    <a:pt x="2550394" y="2843686"/>
                  </a:lnTo>
                  <a:lnTo>
                    <a:pt x="2550488" y="2843686"/>
                  </a:lnTo>
                  <a:lnTo>
                    <a:pt x="2550582" y="2843686"/>
                  </a:lnTo>
                  <a:lnTo>
                    <a:pt x="2550676" y="2843686"/>
                  </a:lnTo>
                  <a:lnTo>
                    <a:pt x="2550676" y="2838774"/>
                  </a:lnTo>
                  <a:lnTo>
                    <a:pt x="2550676" y="2833863"/>
                  </a:lnTo>
                  <a:lnTo>
                    <a:pt x="2550771" y="2833863"/>
                  </a:lnTo>
                  <a:lnTo>
                    <a:pt x="2550865" y="2833863"/>
                  </a:lnTo>
                  <a:lnTo>
                    <a:pt x="2550959" y="2833863"/>
                  </a:lnTo>
                  <a:lnTo>
                    <a:pt x="2550959" y="2828951"/>
                  </a:lnTo>
                  <a:lnTo>
                    <a:pt x="2551053" y="2828951"/>
                  </a:lnTo>
                  <a:lnTo>
                    <a:pt x="2551147" y="2828951"/>
                  </a:lnTo>
                  <a:lnTo>
                    <a:pt x="2551241" y="2828951"/>
                  </a:lnTo>
                  <a:lnTo>
                    <a:pt x="2551336" y="2828951"/>
                  </a:lnTo>
                  <a:lnTo>
                    <a:pt x="2551336" y="2824040"/>
                  </a:lnTo>
                  <a:lnTo>
                    <a:pt x="2551430" y="2824040"/>
                  </a:lnTo>
                  <a:lnTo>
                    <a:pt x="2551524" y="2824040"/>
                  </a:lnTo>
                  <a:lnTo>
                    <a:pt x="2551618" y="2824040"/>
                  </a:lnTo>
                  <a:lnTo>
                    <a:pt x="2551712" y="2824040"/>
                  </a:lnTo>
                  <a:lnTo>
                    <a:pt x="2551806" y="2824040"/>
                  </a:lnTo>
                  <a:lnTo>
                    <a:pt x="2551900" y="2824040"/>
                  </a:lnTo>
                  <a:lnTo>
                    <a:pt x="2551995" y="2824040"/>
                  </a:lnTo>
                  <a:lnTo>
                    <a:pt x="2552089" y="2824040"/>
                  </a:lnTo>
                  <a:lnTo>
                    <a:pt x="2552183" y="2824040"/>
                  </a:lnTo>
                  <a:lnTo>
                    <a:pt x="2552277" y="2824040"/>
                  </a:lnTo>
                  <a:lnTo>
                    <a:pt x="2552371" y="2824040"/>
                  </a:lnTo>
                  <a:lnTo>
                    <a:pt x="2552465" y="2824040"/>
                  </a:lnTo>
                  <a:lnTo>
                    <a:pt x="2552559" y="2824040"/>
                  </a:lnTo>
                  <a:lnTo>
                    <a:pt x="2552654" y="2824040"/>
                  </a:lnTo>
                  <a:lnTo>
                    <a:pt x="2552748" y="2824040"/>
                  </a:lnTo>
                  <a:lnTo>
                    <a:pt x="2552842" y="2824040"/>
                  </a:lnTo>
                  <a:lnTo>
                    <a:pt x="2552936" y="2824040"/>
                  </a:lnTo>
                  <a:lnTo>
                    <a:pt x="2553030" y="2824040"/>
                  </a:lnTo>
                  <a:lnTo>
                    <a:pt x="2553124" y="2824040"/>
                  </a:lnTo>
                  <a:lnTo>
                    <a:pt x="2553219" y="2824040"/>
                  </a:lnTo>
                  <a:lnTo>
                    <a:pt x="2553313" y="2824040"/>
                  </a:lnTo>
                  <a:lnTo>
                    <a:pt x="2553407" y="2824040"/>
                  </a:lnTo>
                  <a:lnTo>
                    <a:pt x="2553501" y="2824040"/>
                  </a:lnTo>
                  <a:lnTo>
                    <a:pt x="2553595" y="2824040"/>
                  </a:lnTo>
                  <a:lnTo>
                    <a:pt x="2553689" y="2824040"/>
                  </a:lnTo>
                  <a:lnTo>
                    <a:pt x="2553783" y="2824040"/>
                  </a:lnTo>
                  <a:lnTo>
                    <a:pt x="2553878" y="2824040"/>
                  </a:lnTo>
                  <a:lnTo>
                    <a:pt x="2553972" y="2824040"/>
                  </a:lnTo>
                  <a:lnTo>
                    <a:pt x="2554066" y="2824040"/>
                  </a:lnTo>
                  <a:lnTo>
                    <a:pt x="2554160" y="2824040"/>
                  </a:lnTo>
                  <a:lnTo>
                    <a:pt x="2554254" y="2824040"/>
                  </a:lnTo>
                  <a:lnTo>
                    <a:pt x="2554348" y="2824040"/>
                  </a:lnTo>
                  <a:lnTo>
                    <a:pt x="2554443" y="2824040"/>
                  </a:lnTo>
                  <a:lnTo>
                    <a:pt x="2554537" y="2824040"/>
                  </a:lnTo>
                  <a:lnTo>
                    <a:pt x="2554631" y="2824040"/>
                  </a:lnTo>
                  <a:lnTo>
                    <a:pt x="2554725" y="2824040"/>
                  </a:lnTo>
                  <a:lnTo>
                    <a:pt x="2554819" y="2824040"/>
                  </a:lnTo>
                  <a:lnTo>
                    <a:pt x="2554913" y="2824040"/>
                  </a:lnTo>
                  <a:lnTo>
                    <a:pt x="2555007" y="2824040"/>
                  </a:lnTo>
                  <a:lnTo>
                    <a:pt x="2555102" y="2824040"/>
                  </a:lnTo>
                  <a:lnTo>
                    <a:pt x="2555196" y="2824040"/>
                  </a:lnTo>
                  <a:lnTo>
                    <a:pt x="2555290" y="2824040"/>
                  </a:lnTo>
                  <a:lnTo>
                    <a:pt x="2555384" y="2824040"/>
                  </a:lnTo>
                  <a:lnTo>
                    <a:pt x="2555478" y="2824040"/>
                  </a:lnTo>
                  <a:lnTo>
                    <a:pt x="2555572" y="2824040"/>
                  </a:lnTo>
                  <a:lnTo>
                    <a:pt x="2555667" y="2824040"/>
                  </a:lnTo>
                  <a:lnTo>
                    <a:pt x="2555761" y="2824040"/>
                  </a:lnTo>
                  <a:lnTo>
                    <a:pt x="2555855" y="2824040"/>
                  </a:lnTo>
                  <a:lnTo>
                    <a:pt x="2555949" y="2824040"/>
                  </a:lnTo>
                  <a:lnTo>
                    <a:pt x="2556043" y="2824040"/>
                  </a:lnTo>
                  <a:lnTo>
                    <a:pt x="2556137" y="2824040"/>
                  </a:lnTo>
                  <a:lnTo>
                    <a:pt x="2556231" y="2824040"/>
                  </a:lnTo>
                  <a:lnTo>
                    <a:pt x="2556326" y="2824040"/>
                  </a:lnTo>
                  <a:lnTo>
                    <a:pt x="2556420" y="2824040"/>
                  </a:lnTo>
                  <a:lnTo>
                    <a:pt x="2556514" y="2824040"/>
                  </a:lnTo>
                  <a:lnTo>
                    <a:pt x="2556608" y="2824040"/>
                  </a:lnTo>
                  <a:lnTo>
                    <a:pt x="2556702" y="2824040"/>
                  </a:lnTo>
                  <a:lnTo>
                    <a:pt x="2556796" y="2824040"/>
                  </a:lnTo>
                  <a:lnTo>
                    <a:pt x="2556890" y="2824040"/>
                  </a:lnTo>
                  <a:lnTo>
                    <a:pt x="2556985" y="2824040"/>
                  </a:lnTo>
                  <a:lnTo>
                    <a:pt x="2557079" y="2824040"/>
                  </a:lnTo>
                  <a:lnTo>
                    <a:pt x="2557173" y="2824040"/>
                  </a:lnTo>
                  <a:lnTo>
                    <a:pt x="2557267" y="2824040"/>
                  </a:lnTo>
                  <a:lnTo>
                    <a:pt x="2557361" y="2824040"/>
                  </a:lnTo>
                  <a:lnTo>
                    <a:pt x="2557455" y="2824040"/>
                  </a:lnTo>
                  <a:lnTo>
                    <a:pt x="2557550" y="2824040"/>
                  </a:lnTo>
                  <a:lnTo>
                    <a:pt x="2557644" y="2824040"/>
                  </a:lnTo>
                  <a:lnTo>
                    <a:pt x="2557738" y="2824040"/>
                  </a:lnTo>
                  <a:lnTo>
                    <a:pt x="2557832" y="2824040"/>
                  </a:lnTo>
                  <a:lnTo>
                    <a:pt x="2557926" y="2824040"/>
                  </a:lnTo>
                  <a:lnTo>
                    <a:pt x="2558020" y="2824040"/>
                  </a:lnTo>
                  <a:lnTo>
                    <a:pt x="2558114" y="2824040"/>
                  </a:lnTo>
                  <a:lnTo>
                    <a:pt x="2558209" y="2824040"/>
                  </a:lnTo>
                  <a:lnTo>
                    <a:pt x="2558303" y="2824040"/>
                  </a:lnTo>
                  <a:lnTo>
                    <a:pt x="2558397" y="2824040"/>
                  </a:lnTo>
                  <a:lnTo>
                    <a:pt x="2558491" y="2824040"/>
                  </a:lnTo>
                  <a:lnTo>
                    <a:pt x="2558585" y="2824040"/>
                  </a:lnTo>
                  <a:lnTo>
                    <a:pt x="2558679" y="2824040"/>
                  </a:lnTo>
                  <a:lnTo>
                    <a:pt x="2558774" y="2824040"/>
                  </a:lnTo>
                  <a:lnTo>
                    <a:pt x="2558868" y="2824040"/>
                  </a:lnTo>
                  <a:lnTo>
                    <a:pt x="2558962" y="2824040"/>
                  </a:lnTo>
                  <a:lnTo>
                    <a:pt x="2559056" y="2824040"/>
                  </a:lnTo>
                  <a:lnTo>
                    <a:pt x="2559150" y="2824040"/>
                  </a:lnTo>
                  <a:lnTo>
                    <a:pt x="2559244" y="2824040"/>
                  </a:lnTo>
                  <a:lnTo>
                    <a:pt x="2559244" y="2819129"/>
                  </a:lnTo>
                  <a:lnTo>
                    <a:pt x="2559338" y="2819129"/>
                  </a:lnTo>
                  <a:lnTo>
                    <a:pt x="2559433" y="2819129"/>
                  </a:lnTo>
                  <a:lnTo>
                    <a:pt x="2559527" y="2819129"/>
                  </a:lnTo>
                  <a:lnTo>
                    <a:pt x="2559621" y="2819129"/>
                  </a:lnTo>
                  <a:lnTo>
                    <a:pt x="2559715" y="2819129"/>
                  </a:lnTo>
                  <a:lnTo>
                    <a:pt x="2559809" y="2819129"/>
                  </a:lnTo>
                  <a:lnTo>
                    <a:pt x="2559903" y="2819129"/>
                  </a:lnTo>
                  <a:lnTo>
                    <a:pt x="2559998" y="2819129"/>
                  </a:lnTo>
                  <a:lnTo>
                    <a:pt x="2560092" y="2819129"/>
                  </a:lnTo>
                  <a:lnTo>
                    <a:pt x="2560186" y="2819129"/>
                  </a:lnTo>
                  <a:lnTo>
                    <a:pt x="2560280" y="2819129"/>
                  </a:lnTo>
                  <a:lnTo>
                    <a:pt x="2560374" y="2819129"/>
                  </a:lnTo>
                  <a:lnTo>
                    <a:pt x="2560374" y="2814217"/>
                  </a:lnTo>
                  <a:lnTo>
                    <a:pt x="2560468" y="2814217"/>
                  </a:lnTo>
                  <a:lnTo>
                    <a:pt x="2560562" y="2814217"/>
                  </a:lnTo>
                  <a:lnTo>
                    <a:pt x="2560657" y="2814217"/>
                  </a:lnTo>
                  <a:lnTo>
                    <a:pt x="2560751" y="2814217"/>
                  </a:lnTo>
                  <a:lnTo>
                    <a:pt x="2560845" y="2814217"/>
                  </a:lnTo>
                  <a:lnTo>
                    <a:pt x="2560939" y="2814217"/>
                  </a:lnTo>
                  <a:lnTo>
                    <a:pt x="2561033" y="2814217"/>
                  </a:lnTo>
                  <a:lnTo>
                    <a:pt x="2561127" y="2814217"/>
                  </a:lnTo>
                  <a:lnTo>
                    <a:pt x="2561221" y="2814217"/>
                  </a:lnTo>
                  <a:lnTo>
                    <a:pt x="2561316" y="2814217"/>
                  </a:lnTo>
                  <a:lnTo>
                    <a:pt x="2561410" y="2814217"/>
                  </a:lnTo>
                  <a:lnTo>
                    <a:pt x="2561504" y="2814217"/>
                  </a:lnTo>
                  <a:lnTo>
                    <a:pt x="2561598" y="2814217"/>
                  </a:lnTo>
                  <a:lnTo>
                    <a:pt x="2561692" y="2814217"/>
                  </a:lnTo>
                  <a:lnTo>
                    <a:pt x="2561786" y="2814217"/>
                  </a:lnTo>
                  <a:lnTo>
                    <a:pt x="2561881" y="2814217"/>
                  </a:lnTo>
                  <a:lnTo>
                    <a:pt x="2561975" y="2814217"/>
                  </a:lnTo>
                  <a:lnTo>
                    <a:pt x="2562069" y="2814217"/>
                  </a:lnTo>
                  <a:lnTo>
                    <a:pt x="2562163" y="2814217"/>
                  </a:lnTo>
                  <a:lnTo>
                    <a:pt x="2562257" y="2814217"/>
                  </a:lnTo>
                  <a:lnTo>
                    <a:pt x="2562351" y="2814217"/>
                  </a:lnTo>
                  <a:lnTo>
                    <a:pt x="2562445" y="2814217"/>
                  </a:lnTo>
                  <a:lnTo>
                    <a:pt x="2562540" y="2814217"/>
                  </a:lnTo>
                  <a:lnTo>
                    <a:pt x="2562540" y="2809306"/>
                  </a:lnTo>
                  <a:lnTo>
                    <a:pt x="2562634" y="2809306"/>
                  </a:lnTo>
                  <a:lnTo>
                    <a:pt x="2562728" y="2809306"/>
                  </a:lnTo>
                  <a:lnTo>
                    <a:pt x="2562822" y="2809306"/>
                  </a:lnTo>
                  <a:lnTo>
                    <a:pt x="2562916" y="2809306"/>
                  </a:lnTo>
                  <a:lnTo>
                    <a:pt x="2563010" y="2809306"/>
                  </a:lnTo>
                  <a:lnTo>
                    <a:pt x="2563105" y="2809306"/>
                  </a:lnTo>
                  <a:lnTo>
                    <a:pt x="2563199" y="2809306"/>
                  </a:lnTo>
                  <a:lnTo>
                    <a:pt x="2563293" y="2809306"/>
                  </a:lnTo>
                  <a:lnTo>
                    <a:pt x="2563387" y="2809306"/>
                  </a:lnTo>
                  <a:lnTo>
                    <a:pt x="2563481" y="2809306"/>
                  </a:lnTo>
                  <a:lnTo>
                    <a:pt x="2563575" y="2809306"/>
                  </a:lnTo>
                  <a:lnTo>
                    <a:pt x="2563669" y="2809306"/>
                  </a:lnTo>
                  <a:lnTo>
                    <a:pt x="2563764" y="2809306"/>
                  </a:lnTo>
                  <a:lnTo>
                    <a:pt x="2563858" y="2809306"/>
                  </a:lnTo>
                  <a:lnTo>
                    <a:pt x="2563952" y="2809306"/>
                  </a:lnTo>
                  <a:lnTo>
                    <a:pt x="2564046" y="2809306"/>
                  </a:lnTo>
                  <a:lnTo>
                    <a:pt x="2564140" y="2809306"/>
                  </a:lnTo>
                  <a:lnTo>
                    <a:pt x="2564234" y="2809306"/>
                  </a:lnTo>
                  <a:lnTo>
                    <a:pt x="2564234" y="2804395"/>
                  </a:lnTo>
                  <a:lnTo>
                    <a:pt x="2564329" y="2804395"/>
                  </a:lnTo>
                  <a:lnTo>
                    <a:pt x="2564423" y="2804395"/>
                  </a:lnTo>
                  <a:lnTo>
                    <a:pt x="2564517" y="2804395"/>
                  </a:lnTo>
                  <a:lnTo>
                    <a:pt x="2564611" y="2804395"/>
                  </a:lnTo>
                  <a:lnTo>
                    <a:pt x="2564705" y="2804395"/>
                  </a:lnTo>
                  <a:lnTo>
                    <a:pt x="2564799" y="2804395"/>
                  </a:lnTo>
                  <a:lnTo>
                    <a:pt x="2564893" y="2804395"/>
                  </a:lnTo>
                  <a:lnTo>
                    <a:pt x="2564988" y="2804395"/>
                  </a:lnTo>
                  <a:lnTo>
                    <a:pt x="2565082" y="2804395"/>
                  </a:lnTo>
                  <a:lnTo>
                    <a:pt x="2565176" y="2804395"/>
                  </a:lnTo>
                  <a:lnTo>
                    <a:pt x="2565270" y="2804395"/>
                  </a:lnTo>
                  <a:lnTo>
                    <a:pt x="2565364" y="2804395"/>
                  </a:lnTo>
                  <a:lnTo>
                    <a:pt x="2565458" y="2804395"/>
                  </a:lnTo>
                  <a:lnTo>
                    <a:pt x="2565552" y="2804395"/>
                  </a:lnTo>
                  <a:lnTo>
                    <a:pt x="2565647" y="2804395"/>
                  </a:lnTo>
                  <a:lnTo>
                    <a:pt x="2565741" y="2804395"/>
                  </a:lnTo>
                  <a:lnTo>
                    <a:pt x="2565835" y="2804395"/>
                  </a:lnTo>
                  <a:lnTo>
                    <a:pt x="2565929" y="2804395"/>
                  </a:lnTo>
                  <a:lnTo>
                    <a:pt x="2566023" y="2804395"/>
                  </a:lnTo>
                  <a:lnTo>
                    <a:pt x="2566117" y="2804395"/>
                  </a:lnTo>
                  <a:lnTo>
                    <a:pt x="2566212" y="2804395"/>
                  </a:lnTo>
                  <a:lnTo>
                    <a:pt x="2566306" y="2804395"/>
                  </a:lnTo>
                  <a:lnTo>
                    <a:pt x="2566400" y="2804395"/>
                  </a:lnTo>
                  <a:lnTo>
                    <a:pt x="2566494" y="2804395"/>
                  </a:lnTo>
                  <a:lnTo>
                    <a:pt x="2566588" y="2804395"/>
                  </a:lnTo>
                  <a:lnTo>
                    <a:pt x="2566682" y="2804395"/>
                  </a:lnTo>
                  <a:lnTo>
                    <a:pt x="2566776" y="2804395"/>
                  </a:lnTo>
                  <a:lnTo>
                    <a:pt x="2566871" y="2804395"/>
                  </a:lnTo>
                  <a:lnTo>
                    <a:pt x="2566965" y="2804395"/>
                  </a:lnTo>
                  <a:lnTo>
                    <a:pt x="2567059" y="2804395"/>
                  </a:lnTo>
                  <a:lnTo>
                    <a:pt x="2567153" y="2804395"/>
                  </a:lnTo>
                  <a:lnTo>
                    <a:pt x="2567247" y="2804395"/>
                  </a:lnTo>
                  <a:lnTo>
                    <a:pt x="2567341" y="2804395"/>
                  </a:lnTo>
                  <a:lnTo>
                    <a:pt x="2567436" y="2804395"/>
                  </a:lnTo>
                  <a:lnTo>
                    <a:pt x="2567530" y="2804395"/>
                  </a:lnTo>
                  <a:lnTo>
                    <a:pt x="2567624" y="2804395"/>
                  </a:lnTo>
                  <a:lnTo>
                    <a:pt x="2567718" y="2804395"/>
                  </a:lnTo>
                  <a:lnTo>
                    <a:pt x="2567812" y="2804395"/>
                  </a:lnTo>
                  <a:lnTo>
                    <a:pt x="2567906" y="2804395"/>
                  </a:lnTo>
                  <a:lnTo>
                    <a:pt x="2568000" y="2804395"/>
                  </a:lnTo>
                  <a:lnTo>
                    <a:pt x="2568095" y="2804395"/>
                  </a:lnTo>
                  <a:lnTo>
                    <a:pt x="2568189" y="2804395"/>
                  </a:lnTo>
                  <a:lnTo>
                    <a:pt x="2568283" y="2804395"/>
                  </a:lnTo>
                  <a:lnTo>
                    <a:pt x="2568377" y="2804395"/>
                  </a:lnTo>
                  <a:lnTo>
                    <a:pt x="2568471" y="2804395"/>
                  </a:lnTo>
                  <a:lnTo>
                    <a:pt x="2568565" y="2804395"/>
                  </a:lnTo>
                  <a:lnTo>
                    <a:pt x="2568660" y="2804395"/>
                  </a:lnTo>
                  <a:lnTo>
                    <a:pt x="2568754" y="2804395"/>
                  </a:lnTo>
                  <a:lnTo>
                    <a:pt x="2568848" y="2804395"/>
                  </a:lnTo>
                  <a:lnTo>
                    <a:pt x="2568942" y="2804395"/>
                  </a:lnTo>
                  <a:lnTo>
                    <a:pt x="2569036" y="2804395"/>
                  </a:lnTo>
                  <a:lnTo>
                    <a:pt x="2569130" y="2804395"/>
                  </a:lnTo>
                  <a:lnTo>
                    <a:pt x="2569224" y="2804395"/>
                  </a:lnTo>
                  <a:lnTo>
                    <a:pt x="2569319" y="2804395"/>
                  </a:lnTo>
                  <a:lnTo>
                    <a:pt x="2569413" y="2804395"/>
                  </a:lnTo>
                  <a:lnTo>
                    <a:pt x="2569507" y="2804395"/>
                  </a:lnTo>
                  <a:lnTo>
                    <a:pt x="2569601" y="2804395"/>
                  </a:lnTo>
                  <a:lnTo>
                    <a:pt x="2569695" y="2804395"/>
                  </a:lnTo>
                  <a:lnTo>
                    <a:pt x="2569789" y="2804395"/>
                  </a:lnTo>
                  <a:lnTo>
                    <a:pt x="2569884" y="2804395"/>
                  </a:lnTo>
                  <a:lnTo>
                    <a:pt x="2569978" y="2804395"/>
                  </a:lnTo>
                  <a:lnTo>
                    <a:pt x="2570072" y="2804395"/>
                  </a:lnTo>
                  <a:lnTo>
                    <a:pt x="2570166" y="2804395"/>
                  </a:lnTo>
                  <a:lnTo>
                    <a:pt x="2570260" y="2804395"/>
                  </a:lnTo>
                  <a:lnTo>
                    <a:pt x="2570354" y="2804395"/>
                  </a:lnTo>
                  <a:lnTo>
                    <a:pt x="2570448" y="2804395"/>
                  </a:lnTo>
                  <a:lnTo>
                    <a:pt x="2570543" y="2804395"/>
                  </a:lnTo>
                  <a:lnTo>
                    <a:pt x="2570637" y="2804395"/>
                  </a:lnTo>
                  <a:lnTo>
                    <a:pt x="2570731" y="2804395"/>
                  </a:lnTo>
                  <a:lnTo>
                    <a:pt x="2570825" y="2804395"/>
                  </a:lnTo>
                  <a:lnTo>
                    <a:pt x="2570919" y="2804395"/>
                  </a:lnTo>
                  <a:lnTo>
                    <a:pt x="2571013" y="2804395"/>
                  </a:lnTo>
                  <a:lnTo>
                    <a:pt x="2571107" y="2804395"/>
                  </a:lnTo>
                  <a:lnTo>
                    <a:pt x="2571202" y="2804395"/>
                  </a:lnTo>
                  <a:lnTo>
                    <a:pt x="2571296" y="2804395"/>
                  </a:lnTo>
                  <a:lnTo>
                    <a:pt x="2571390" y="2804395"/>
                  </a:lnTo>
                  <a:lnTo>
                    <a:pt x="2571484" y="2804395"/>
                  </a:lnTo>
                  <a:lnTo>
                    <a:pt x="2571578" y="2804395"/>
                  </a:lnTo>
                  <a:lnTo>
                    <a:pt x="2571672" y="2804395"/>
                  </a:lnTo>
                  <a:lnTo>
                    <a:pt x="2571767" y="2804395"/>
                  </a:lnTo>
                  <a:lnTo>
                    <a:pt x="2571861" y="2804395"/>
                  </a:lnTo>
                  <a:lnTo>
                    <a:pt x="2571955" y="2804395"/>
                  </a:lnTo>
                  <a:lnTo>
                    <a:pt x="2571955" y="2799483"/>
                  </a:lnTo>
                  <a:lnTo>
                    <a:pt x="2572049" y="2799483"/>
                  </a:lnTo>
                  <a:lnTo>
                    <a:pt x="2572143" y="2799483"/>
                  </a:lnTo>
                  <a:lnTo>
                    <a:pt x="2572237" y="2799483"/>
                  </a:lnTo>
                  <a:lnTo>
                    <a:pt x="2572331" y="2799483"/>
                  </a:lnTo>
                  <a:lnTo>
                    <a:pt x="2572426" y="2799483"/>
                  </a:lnTo>
                  <a:lnTo>
                    <a:pt x="2572520" y="2799483"/>
                  </a:lnTo>
                  <a:lnTo>
                    <a:pt x="2572614" y="2799483"/>
                  </a:lnTo>
                  <a:lnTo>
                    <a:pt x="2572708" y="2799483"/>
                  </a:lnTo>
                  <a:lnTo>
                    <a:pt x="2572802" y="2799483"/>
                  </a:lnTo>
                  <a:lnTo>
                    <a:pt x="2572896" y="2799483"/>
                  </a:lnTo>
                  <a:lnTo>
                    <a:pt x="2572991" y="2799483"/>
                  </a:lnTo>
                  <a:lnTo>
                    <a:pt x="2573085" y="2799483"/>
                  </a:lnTo>
                  <a:lnTo>
                    <a:pt x="2573179" y="2799483"/>
                  </a:lnTo>
                  <a:lnTo>
                    <a:pt x="2573273" y="2799483"/>
                  </a:lnTo>
                  <a:lnTo>
                    <a:pt x="2573367" y="2799483"/>
                  </a:lnTo>
                  <a:lnTo>
                    <a:pt x="2573367" y="2794572"/>
                  </a:lnTo>
                  <a:lnTo>
                    <a:pt x="2573461" y="2794572"/>
                  </a:lnTo>
                  <a:lnTo>
                    <a:pt x="2573555" y="2794572"/>
                  </a:lnTo>
                  <a:lnTo>
                    <a:pt x="2573650" y="2794572"/>
                  </a:lnTo>
                  <a:lnTo>
                    <a:pt x="2573744" y="2794572"/>
                  </a:lnTo>
                  <a:lnTo>
                    <a:pt x="2573838" y="2794572"/>
                  </a:lnTo>
                  <a:lnTo>
                    <a:pt x="2573932" y="2794572"/>
                  </a:lnTo>
                  <a:lnTo>
                    <a:pt x="2574026" y="2794572"/>
                  </a:lnTo>
                  <a:lnTo>
                    <a:pt x="2574120" y="2794572"/>
                  </a:lnTo>
                  <a:lnTo>
                    <a:pt x="2574215" y="2794572"/>
                  </a:lnTo>
                  <a:lnTo>
                    <a:pt x="2574309" y="2794572"/>
                  </a:lnTo>
                  <a:lnTo>
                    <a:pt x="2574403" y="2794572"/>
                  </a:lnTo>
                  <a:lnTo>
                    <a:pt x="2574497" y="2794572"/>
                  </a:lnTo>
                  <a:lnTo>
                    <a:pt x="2574591" y="2794572"/>
                  </a:lnTo>
                  <a:lnTo>
                    <a:pt x="2574685" y="2794572"/>
                  </a:lnTo>
                  <a:lnTo>
                    <a:pt x="2574779" y="2794572"/>
                  </a:lnTo>
                  <a:lnTo>
                    <a:pt x="2574874" y="2794572"/>
                  </a:lnTo>
                  <a:lnTo>
                    <a:pt x="2574968" y="2794572"/>
                  </a:lnTo>
                  <a:lnTo>
                    <a:pt x="2575062" y="2794572"/>
                  </a:lnTo>
                  <a:lnTo>
                    <a:pt x="2575156" y="2794572"/>
                  </a:lnTo>
                  <a:lnTo>
                    <a:pt x="2575250" y="2794572"/>
                  </a:lnTo>
                  <a:lnTo>
                    <a:pt x="2575344" y="2794572"/>
                  </a:lnTo>
                  <a:lnTo>
                    <a:pt x="2575438" y="2794572"/>
                  </a:lnTo>
                  <a:lnTo>
                    <a:pt x="2575533" y="2794572"/>
                  </a:lnTo>
                  <a:lnTo>
                    <a:pt x="2575627" y="2794572"/>
                  </a:lnTo>
                  <a:lnTo>
                    <a:pt x="2575721" y="2794572"/>
                  </a:lnTo>
                  <a:lnTo>
                    <a:pt x="2575815" y="2794572"/>
                  </a:lnTo>
                  <a:lnTo>
                    <a:pt x="2575909" y="2794572"/>
                  </a:lnTo>
                  <a:lnTo>
                    <a:pt x="2576003" y="2794572"/>
                  </a:lnTo>
                  <a:lnTo>
                    <a:pt x="2576098" y="2794572"/>
                  </a:lnTo>
                  <a:lnTo>
                    <a:pt x="2576192" y="2794572"/>
                  </a:lnTo>
                  <a:lnTo>
                    <a:pt x="2576286" y="2794572"/>
                  </a:lnTo>
                  <a:lnTo>
                    <a:pt x="2576380" y="2794572"/>
                  </a:lnTo>
                  <a:lnTo>
                    <a:pt x="2576474" y="2794572"/>
                  </a:lnTo>
                  <a:lnTo>
                    <a:pt x="2576568" y="2794572"/>
                  </a:lnTo>
                  <a:lnTo>
                    <a:pt x="2576662" y="2794572"/>
                  </a:lnTo>
                  <a:lnTo>
                    <a:pt x="2576757" y="2794572"/>
                  </a:lnTo>
                  <a:lnTo>
                    <a:pt x="2576851" y="2794572"/>
                  </a:lnTo>
                  <a:lnTo>
                    <a:pt x="2576945" y="2794572"/>
                  </a:lnTo>
                  <a:lnTo>
                    <a:pt x="2577039" y="2794572"/>
                  </a:lnTo>
                  <a:lnTo>
                    <a:pt x="2577133" y="2794572"/>
                  </a:lnTo>
                  <a:lnTo>
                    <a:pt x="2577227" y="2794572"/>
                  </a:lnTo>
                  <a:lnTo>
                    <a:pt x="2577322" y="2794572"/>
                  </a:lnTo>
                  <a:lnTo>
                    <a:pt x="2577416" y="2794572"/>
                  </a:lnTo>
                  <a:lnTo>
                    <a:pt x="2577510" y="2794572"/>
                  </a:lnTo>
                  <a:lnTo>
                    <a:pt x="2577604" y="2794572"/>
                  </a:lnTo>
                  <a:lnTo>
                    <a:pt x="2577698" y="2794572"/>
                  </a:lnTo>
                  <a:lnTo>
                    <a:pt x="2577792" y="2794572"/>
                  </a:lnTo>
                  <a:lnTo>
                    <a:pt x="2577886" y="2794572"/>
                  </a:lnTo>
                  <a:lnTo>
                    <a:pt x="2577981" y="2794572"/>
                  </a:lnTo>
                  <a:lnTo>
                    <a:pt x="2578075" y="2794572"/>
                  </a:lnTo>
                  <a:lnTo>
                    <a:pt x="2578169" y="2794572"/>
                  </a:lnTo>
                  <a:lnTo>
                    <a:pt x="2578263" y="2794572"/>
                  </a:lnTo>
                  <a:lnTo>
                    <a:pt x="2578357" y="2794572"/>
                  </a:lnTo>
                  <a:lnTo>
                    <a:pt x="2578451" y="2794572"/>
                  </a:lnTo>
                  <a:lnTo>
                    <a:pt x="2578546" y="2794572"/>
                  </a:lnTo>
                  <a:lnTo>
                    <a:pt x="2578640" y="2794572"/>
                  </a:lnTo>
                  <a:lnTo>
                    <a:pt x="2578734" y="2794572"/>
                  </a:lnTo>
                  <a:lnTo>
                    <a:pt x="2578828" y="2794572"/>
                  </a:lnTo>
                  <a:lnTo>
                    <a:pt x="2578922" y="2794572"/>
                  </a:lnTo>
                  <a:lnTo>
                    <a:pt x="2579016" y="2794572"/>
                  </a:lnTo>
                  <a:lnTo>
                    <a:pt x="2579110" y="2794572"/>
                  </a:lnTo>
                  <a:lnTo>
                    <a:pt x="2579205" y="2794572"/>
                  </a:lnTo>
                  <a:lnTo>
                    <a:pt x="2579205" y="2789660"/>
                  </a:lnTo>
                  <a:lnTo>
                    <a:pt x="2579299" y="2789660"/>
                  </a:lnTo>
                  <a:lnTo>
                    <a:pt x="2579393" y="2789660"/>
                  </a:lnTo>
                  <a:lnTo>
                    <a:pt x="2579487" y="2789660"/>
                  </a:lnTo>
                  <a:lnTo>
                    <a:pt x="2579581" y="2789660"/>
                  </a:lnTo>
                  <a:lnTo>
                    <a:pt x="2579675" y="2789660"/>
                  </a:lnTo>
                  <a:lnTo>
                    <a:pt x="2579769" y="2789660"/>
                  </a:lnTo>
                  <a:lnTo>
                    <a:pt x="2579864" y="2789660"/>
                  </a:lnTo>
                  <a:lnTo>
                    <a:pt x="2579958" y="2789660"/>
                  </a:lnTo>
                  <a:lnTo>
                    <a:pt x="2580052" y="2789660"/>
                  </a:lnTo>
                  <a:lnTo>
                    <a:pt x="2580146" y="2789660"/>
                  </a:lnTo>
                  <a:lnTo>
                    <a:pt x="2580240" y="2789660"/>
                  </a:lnTo>
                  <a:lnTo>
                    <a:pt x="2580334" y="2789660"/>
                  </a:lnTo>
                  <a:lnTo>
                    <a:pt x="2580429" y="2789660"/>
                  </a:lnTo>
                  <a:lnTo>
                    <a:pt x="2580523" y="2789660"/>
                  </a:lnTo>
                  <a:lnTo>
                    <a:pt x="2580617" y="2789660"/>
                  </a:lnTo>
                  <a:lnTo>
                    <a:pt x="2580711" y="2789660"/>
                  </a:lnTo>
                  <a:lnTo>
                    <a:pt x="2580805" y="2789660"/>
                  </a:lnTo>
                  <a:lnTo>
                    <a:pt x="2580899" y="2789660"/>
                  </a:lnTo>
                  <a:lnTo>
                    <a:pt x="2580993" y="2789660"/>
                  </a:lnTo>
                  <a:lnTo>
                    <a:pt x="2581088" y="2789660"/>
                  </a:lnTo>
                  <a:lnTo>
                    <a:pt x="2581182" y="2789660"/>
                  </a:lnTo>
                  <a:lnTo>
                    <a:pt x="2581276" y="2789660"/>
                  </a:lnTo>
                  <a:lnTo>
                    <a:pt x="2581370" y="2789660"/>
                  </a:lnTo>
                  <a:lnTo>
                    <a:pt x="2581464" y="2789660"/>
                  </a:lnTo>
                  <a:lnTo>
                    <a:pt x="2581558" y="2789660"/>
                  </a:lnTo>
                  <a:lnTo>
                    <a:pt x="2581653" y="2789660"/>
                  </a:lnTo>
                  <a:lnTo>
                    <a:pt x="2581747" y="2789660"/>
                  </a:lnTo>
                  <a:lnTo>
                    <a:pt x="2581841" y="2789660"/>
                  </a:lnTo>
                  <a:lnTo>
                    <a:pt x="2581935" y="2789660"/>
                  </a:lnTo>
                  <a:lnTo>
                    <a:pt x="2582029" y="2789660"/>
                  </a:lnTo>
                  <a:lnTo>
                    <a:pt x="2582123" y="2789660"/>
                  </a:lnTo>
                  <a:lnTo>
                    <a:pt x="2582217" y="2789660"/>
                  </a:lnTo>
                  <a:lnTo>
                    <a:pt x="2582312" y="2789660"/>
                  </a:lnTo>
                  <a:lnTo>
                    <a:pt x="2582406" y="2789660"/>
                  </a:lnTo>
                  <a:lnTo>
                    <a:pt x="2582500" y="2789660"/>
                  </a:lnTo>
                  <a:lnTo>
                    <a:pt x="2582594" y="2789660"/>
                  </a:lnTo>
                  <a:lnTo>
                    <a:pt x="2582688" y="2789660"/>
                  </a:lnTo>
                  <a:lnTo>
                    <a:pt x="2582782" y="2789660"/>
                  </a:lnTo>
                  <a:lnTo>
                    <a:pt x="2582877" y="2789660"/>
                  </a:lnTo>
                  <a:lnTo>
                    <a:pt x="2582971" y="2789660"/>
                  </a:lnTo>
                  <a:lnTo>
                    <a:pt x="2583065" y="2789660"/>
                  </a:lnTo>
                  <a:lnTo>
                    <a:pt x="2583159" y="2789660"/>
                  </a:lnTo>
                  <a:lnTo>
                    <a:pt x="2583253" y="2789660"/>
                  </a:lnTo>
                  <a:lnTo>
                    <a:pt x="2583347" y="2789660"/>
                  </a:lnTo>
                  <a:lnTo>
                    <a:pt x="2583347" y="2784749"/>
                  </a:lnTo>
                  <a:lnTo>
                    <a:pt x="2583441" y="2784749"/>
                  </a:lnTo>
                  <a:lnTo>
                    <a:pt x="2583536" y="2784749"/>
                  </a:lnTo>
                  <a:lnTo>
                    <a:pt x="2583630" y="2784749"/>
                  </a:lnTo>
                  <a:lnTo>
                    <a:pt x="2583724" y="2784749"/>
                  </a:lnTo>
                  <a:lnTo>
                    <a:pt x="2583818" y="2784749"/>
                  </a:lnTo>
                  <a:lnTo>
                    <a:pt x="2583912" y="2784749"/>
                  </a:lnTo>
                  <a:lnTo>
                    <a:pt x="2584006" y="2784749"/>
                  </a:lnTo>
                  <a:lnTo>
                    <a:pt x="2584100" y="2784749"/>
                  </a:lnTo>
                  <a:lnTo>
                    <a:pt x="2584195" y="2784749"/>
                  </a:lnTo>
                  <a:lnTo>
                    <a:pt x="2584289" y="2784749"/>
                  </a:lnTo>
                  <a:lnTo>
                    <a:pt x="2584383" y="2784749"/>
                  </a:lnTo>
                  <a:lnTo>
                    <a:pt x="2584477" y="2784749"/>
                  </a:lnTo>
                  <a:lnTo>
                    <a:pt x="2584571" y="2784749"/>
                  </a:lnTo>
                  <a:lnTo>
                    <a:pt x="2584665" y="2784749"/>
                  </a:lnTo>
                  <a:lnTo>
                    <a:pt x="2584760" y="2784749"/>
                  </a:lnTo>
                  <a:lnTo>
                    <a:pt x="2584854" y="2784749"/>
                  </a:lnTo>
                  <a:lnTo>
                    <a:pt x="2584948" y="2784749"/>
                  </a:lnTo>
                  <a:lnTo>
                    <a:pt x="2585042" y="2784749"/>
                  </a:lnTo>
                  <a:lnTo>
                    <a:pt x="2585136" y="2784749"/>
                  </a:lnTo>
                  <a:lnTo>
                    <a:pt x="2585230" y="2784749"/>
                  </a:lnTo>
                  <a:lnTo>
                    <a:pt x="2585324" y="2784749"/>
                  </a:lnTo>
                  <a:lnTo>
                    <a:pt x="2585419" y="2784749"/>
                  </a:lnTo>
                  <a:lnTo>
                    <a:pt x="2585513" y="2784749"/>
                  </a:lnTo>
                  <a:lnTo>
                    <a:pt x="2585607" y="2784749"/>
                  </a:lnTo>
                  <a:lnTo>
                    <a:pt x="2585701" y="2784749"/>
                  </a:lnTo>
                  <a:lnTo>
                    <a:pt x="2585795" y="2784749"/>
                  </a:lnTo>
                  <a:lnTo>
                    <a:pt x="2585889" y="2784749"/>
                  </a:lnTo>
                  <a:lnTo>
                    <a:pt x="2585984" y="2784749"/>
                  </a:lnTo>
                  <a:lnTo>
                    <a:pt x="2586078" y="2784749"/>
                  </a:lnTo>
                  <a:lnTo>
                    <a:pt x="2586172" y="2784749"/>
                  </a:lnTo>
                  <a:lnTo>
                    <a:pt x="2586266" y="2784749"/>
                  </a:lnTo>
                  <a:lnTo>
                    <a:pt x="2586360" y="2784749"/>
                  </a:lnTo>
                  <a:lnTo>
                    <a:pt x="2586454" y="2784749"/>
                  </a:lnTo>
                  <a:lnTo>
                    <a:pt x="2586548" y="2784749"/>
                  </a:lnTo>
                  <a:lnTo>
                    <a:pt x="2586643" y="2784749"/>
                  </a:lnTo>
                  <a:lnTo>
                    <a:pt x="2586737" y="2784749"/>
                  </a:lnTo>
                  <a:lnTo>
                    <a:pt x="2586831" y="2784749"/>
                  </a:lnTo>
                  <a:lnTo>
                    <a:pt x="2586925" y="2784749"/>
                  </a:lnTo>
                  <a:lnTo>
                    <a:pt x="2587019" y="2784749"/>
                  </a:lnTo>
                  <a:lnTo>
                    <a:pt x="2587113" y="2784749"/>
                  </a:lnTo>
                  <a:lnTo>
                    <a:pt x="2587208" y="2784749"/>
                  </a:lnTo>
                  <a:lnTo>
                    <a:pt x="2587302" y="2784749"/>
                  </a:lnTo>
                  <a:lnTo>
                    <a:pt x="2587396" y="2784749"/>
                  </a:lnTo>
                  <a:lnTo>
                    <a:pt x="2587490" y="2784749"/>
                  </a:lnTo>
                  <a:lnTo>
                    <a:pt x="2587584" y="2784749"/>
                  </a:lnTo>
                  <a:lnTo>
                    <a:pt x="2587678" y="2784749"/>
                  </a:lnTo>
                  <a:lnTo>
                    <a:pt x="2587772" y="2784749"/>
                  </a:lnTo>
                  <a:lnTo>
                    <a:pt x="2587867" y="2784749"/>
                  </a:lnTo>
                  <a:lnTo>
                    <a:pt x="2587961" y="2784749"/>
                  </a:lnTo>
                  <a:lnTo>
                    <a:pt x="2588055" y="2784749"/>
                  </a:lnTo>
                  <a:lnTo>
                    <a:pt x="2588149" y="2784749"/>
                  </a:lnTo>
                  <a:lnTo>
                    <a:pt x="2588243" y="2784749"/>
                  </a:lnTo>
                  <a:lnTo>
                    <a:pt x="2588337" y="2784749"/>
                  </a:lnTo>
                  <a:lnTo>
                    <a:pt x="2588431" y="2784749"/>
                  </a:lnTo>
                  <a:lnTo>
                    <a:pt x="2588526" y="2784749"/>
                  </a:lnTo>
                  <a:lnTo>
                    <a:pt x="2588620" y="2784749"/>
                  </a:lnTo>
                  <a:lnTo>
                    <a:pt x="2588714" y="2784749"/>
                  </a:lnTo>
                  <a:lnTo>
                    <a:pt x="2588808" y="2784749"/>
                  </a:lnTo>
                  <a:lnTo>
                    <a:pt x="2588902" y="2784749"/>
                  </a:lnTo>
                  <a:lnTo>
                    <a:pt x="2588996" y="2784749"/>
                  </a:lnTo>
                  <a:lnTo>
                    <a:pt x="2589091" y="2784749"/>
                  </a:lnTo>
                  <a:lnTo>
                    <a:pt x="2589185" y="2784749"/>
                  </a:lnTo>
                  <a:lnTo>
                    <a:pt x="2589279" y="2784749"/>
                  </a:lnTo>
                  <a:lnTo>
                    <a:pt x="2589373" y="2784749"/>
                  </a:lnTo>
                  <a:lnTo>
                    <a:pt x="2589467" y="2784749"/>
                  </a:lnTo>
                  <a:lnTo>
                    <a:pt x="2589561" y="2784749"/>
                  </a:lnTo>
                  <a:lnTo>
                    <a:pt x="2589655" y="2784749"/>
                  </a:lnTo>
                  <a:lnTo>
                    <a:pt x="2589750" y="2784749"/>
                  </a:lnTo>
                  <a:lnTo>
                    <a:pt x="2589844" y="2784749"/>
                  </a:lnTo>
                  <a:lnTo>
                    <a:pt x="2589938" y="2784749"/>
                  </a:lnTo>
                  <a:lnTo>
                    <a:pt x="2590032" y="2784749"/>
                  </a:lnTo>
                  <a:lnTo>
                    <a:pt x="2590126" y="2784749"/>
                  </a:lnTo>
                  <a:lnTo>
                    <a:pt x="2590220" y="2784749"/>
                  </a:lnTo>
                  <a:lnTo>
                    <a:pt x="2590315" y="2784749"/>
                  </a:lnTo>
                  <a:lnTo>
                    <a:pt x="2590409" y="2784749"/>
                  </a:lnTo>
                  <a:lnTo>
                    <a:pt x="2590503" y="2784749"/>
                  </a:lnTo>
                  <a:lnTo>
                    <a:pt x="2590597" y="2784749"/>
                  </a:lnTo>
                  <a:lnTo>
                    <a:pt x="2590691" y="2784749"/>
                  </a:lnTo>
                  <a:lnTo>
                    <a:pt x="2590785" y="2784749"/>
                  </a:lnTo>
                  <a:lnTo>
                    <a:pt x="2590879" y="2784749"/>
                  </a:lnTo>
                  <a:lnTo>
                    <a:pt x="2590974" y="2784749"/>
                  </a:lnTo>
                  <a:lnTo>
                    <a:pt x="2591068" y="2784749"/>
                  </a:lnTo>
                  <a:lnTo>
                    <a:pt x="2591162" y="2784749"/>
                  </a:lnTo>
                  <a:lnTo>
                    <a:pt x="2591256" y="2784749"/>
                  </a:lnTo>
                  <a:lnTo>
                    <a:pt x="2591350" y="2784749"/>
                  </a:lnTo>
                  <a:lnTo>
                    <a:pt x="2591444" y="2784749"/>
                  </a:lnTo>
                  <a:lnTo>
                    <a:pt x="2591539" y="2784749"/>
                  </a:lnTo>
                  <a:lnTo>
                    <a:pt x="2591633" y="2784749"/>
                  </a:lnTo>
                  <a:lnTo>
                    <a:pt x="2591727" y="2784749"/>
                  </a:lnTo>
                  <a:lnTo>
                    <a:pt x="2591821" y="2784749"/>
                  </a:lnTo>
                  <a:lnTo>
                    <a:pt x="2591915" y="2784749"/>
                  </a:lnTo>
                  <a:lnTo>
                    <a:pt x="2592009" y="2784749"/>
                  </a:lnTo>
                  <a:lnTo>
                    <a:pt x="2592103" y="2784749"/>
                  </a:lnTo>
                  <a:lnTo>
                    <a:pt x="2592198" y="2784749"/>
                  </a:lnTo>
                  <a:lnTo>
                    <a:pt x="2592292" y="2784749"/>
                  </a:lnTo>
                  <a:lnTo>
                    <a:pt x="2592386" y="2784749"/>
                  </a:lnTo>
                  <a:lnTo>
                    <a:pt x="2592480" y="2784749"/>
                  </a:lnTo>
                  <a:lnTo>
                    <a:pt x="2592574" y="2784749"/>
                  </a:lnTo>
                  <a:lnTo>
                    <a:pt x="2592668" y="2784749"/>
                  </a:lnTo>
                  <a:lnTo>
                    <a:pt x="2592762" y="2784749"/>
                  </a:lnTo>
                  <a:lnTo>
                    <a:pt x="2592857" y="2784749"/>
                  </a:lnTo>
                  <a:lnTo>
                    <a:pt x="2592951" y="2784749"/>
                  </a:lnTo>
                  <a:lnTo>
                    <a:pt x="2593045" y="2784749"/>
                  </a:lnTo>
                  <a:lnTo>
                    <a:pt x="2593139" y="2784749"/>
                  </a:lnTo>
                  <a:lnTo>
                    <a:pt x="2593233" y="2784749"/>
                  </a:lnTo>
                  <a:lnTo>
                    <a:pt x="2593327" y="2784749"/>
                  </a:lnTo>
                  <a:lnTo>
                    <a:pt x="2593422" y="2784749"/>
                  </a:lnTo>
                  <a:lnTo>
                    <a:pt x="2593516" y="2784749"/>
                  </a:lnTo>
                  <a:lnTo>
                    <a:pt x="2593610" y="2784749"/>
                  </a:lnTo>
                  <a:lnTo>
                    <a:pt x="2593704" y="2784749"/>
                  </a:lnTo>
                  <a:lnTo>
                    <a:pt x="2593798" y="2784749"/>
                  </a:lnTo>
                  <a:lnTo>
                    <a:pt x="2593892" y="2784749"/>
                  </a:lnTo>
                  <a:lnTo>
                    <a:pt x="2593986" y="2784749"/>
                  </a:lnTo>
                  <a:lnTo>
                    <a:pt x="2594081" y="2784749"/>
                  </a:lnTo>
                  <a:lnTo>
                    <a:pt x="2594175" y="2784749"/>
                  </a:lnTo>
                  <a:lnTo>
                    <a:pt x="2594269" y="2784749"/>
                  </a:lnTo>
                  <a:lnTo>
                    <a:pt x="2594363" y="2784749"/>
                  </a:lnTo>
                  <a:lnTo>
                    <a:pt x="2594457" y="2784749"/>
                  </a:lnTo>
                  <a:lnTo>
                    <a:pt x="2594551" y="2784749"/>
                  </a:lnTo>
                  <a:lnTo>
                    <a:pt x="2594646" y="2784749"/>
                  </a:lnTo>
                  <a:lnTo>
                    <a:pt x="2594740" y="2784749"/>
                  </a:lnTo>
                  <a:lnTo>
                    <a:pt x="2594834" y="2784749"/>
                  </a:lnTo>
                  <a:lnTo>
                    <a:pt x="2594928" y="2784749"/>
                  </a:lnTo>
                  <a:lnTo>
                    <a:pt x="2595022" y="2784749"/>
                  </a:lnTo>
                  <a:lnTo>
                    <a:pt x="2595116" y="2784749"/>
                  </a:lnTo>
                  <a:lnTo>
                    <a:pt x="2595210" y="2784749"/>
                  </a:lnTo>
                  <a:lnTo>
                    <a:pt x="2595305" y="2784749"/>
                  </a:lnTo>
                  <a:lnTo>
                    <a:pt x="2595399" y="2784749"/>
                  </a:lnTo>
                  <a:lnTo>
                    <a:pt x="2595493" y="2784749"/>
                  </a:lnTo>
                  <a:lnTo>
                    <a:pt x="2595587" y="2784749"/>
                  </a:lnTo>
                  <a:lnTo>
                    <a:pt x="2595587" y="2779838"/>
                  </a:lnTo>
                  <a:lnTo>
                    <a:pt x="2595681" y="2779838"/>
                  </a:lnTo>
                  <a:lnTo>
                    <a:pt x="2595775" y="2779838"/>
                  </a:lnTo>
                  <a:lnTo>
                    <a:pt x="2595870" y="2779838"/>
                  </a:lnTo>
                  <a:lnTo>
                    <a:pt x="2595964" y="2779838"/>
                  </a:lnTo>
                  <a:lnTo>
                    <a:pt x="2596058" y="2779838"/>
                  </a:lnTo>
                  <a:lnTo>
                    <a:pt x="2596152" y="2779838"/>
                  </a:lnTo>
                  <a:lnTo>
                    <a:pt x="2596246" y="2779838"/>
                  </a:lnTo>
                  <a:lnTo>
                    <a:pt x="2596340" y="2779838"/>
                  </a:lnTo>
                  <a:lnTo>
                    <a:pt x="2596434" y="2779838"/>
                  </a:lnTo>
                  <a:lnTo>
                    <a:pt x="2596529" y="2779838"/>
                  </a:lnTo>
                  <a:lnTo>
                    <a:pt x="2596623" y="2779838"/>
                  </a:lnTo>
                  <a:lnTo>
                    <a:pt x="2596717" y="2779838"/>
                  </a:lnTo>
                  <a:lnTo>
                    <a:pt x="2596811" y="2779838"/>
                  </a:lnTo>
                  <a:lnTo>
                    <a:pt x="2596905" y="2779838"/>
                  </a:lnTo>
                  <a:lnTo>
                    <a:pt x="2596999" y="2779838"/>
                  </a:lnTo>
                  <a:lnTo>
                    <a:pt x="2597093" y="2779838"/>
                  </a:lnTo>
                  <a:lnTo>
                    <a:pt x="2597188" y="2779838"/>
                  </a:lnTo>
                  <a:lnTo>
                    <a:pt x="2597282" y="2779838"/>
                  </a:lnTo>
                  <a:lnTo>
                    <a:pt x="2597376" y="2779838"/>
                  </a:lnTo>
                  <a:lnTo>
                    <a:pt x="2597470" y="2779838"/>
                  </a:lnTo>
                  <a:lnTo>
                    <a:pt x="2597564" y="2779838"/>
                  </a:lnTo>
                  <a:lnTo>
                    <a:pt x="2597658" y="2779838"/>
                  </a:lnTo>
                  <a:lnTo>
                    <a:pt x="2597753" y="2779838"/>
                  </a:lnTo>
                  <a:lnTo>
                    <a:pt x="2597847" y="2779838"/>
                  </a:lnTo>
                  <a:lnTo>
                    <a:pt x="2597941" y="2779838"/>
                  </a:lnTo>
                  <a:lnTo>
                    <a:pt x="2598035" y="2779838"/>
                  </a:lnTo>
                  <a:lnTo>
                    <a:pt x="2598129" y="2779838"/>
                  </a:lnTo>
                  <a:lnTo>
                    <a:pt x="2598223" y="2779838"/>
                  </a:lnTo>
                  <a:lnTo>
                    <a:pt x="2598317" y="2779838"/>
                  </a:lnTo>
                  <a:lnTo>
                    <a:pt x="2598412" y="2779838"/>
                  </a:lnTo>
                  <a:lnTo>
                    <a:pt x="2598506" y="2779838"/>
                  </a:lnTo>
                  <a:lnTo>
                    <a:pt x="2598600" y="2779838"/>
                  </a:lnTo>
                  <a:lnTo>
                    <a:pt x="2598694" y="2779838"/>
                  </a:lnTo>
                  <a:lnTo>
                    <a:pt x="2598788" y="2779838"/>
                  </a:lnTo>
                  <a:lnTo>
                    <a:pt x="2598882" y="2779838"/>
                  </a:lnTo>
                  <a:lnTo>
                    <a:pt x="2598977" y="2779838"/>
                  </a:lnTo>
                  <a:lnTo>
                    <a:pt x="2599071" y="2779838"/>
                  </a:lnTo>
                  <a:lnTo>
                    <a:pt x="2599165" y="2779838"/>
                  </a:lnTo>
                  <a:lnTo>
                    <a:pt x="2599259" y="2779838"/>
                  </a:lnTo>
                  <a:lnTo>
                    <a:pt x="2599353" y="2779838"/>
                  </a:lnTo>
                  <a:lnTo>
                    <a:pt x="2599447" y="2779838"/>
                  </a:lnTo>
                  <a:lnTo>
                    <a:pt x="2599541" y="2779838"/>
                  </a:lnTo>
                  <a:lnTo>
                    <a:pt x="2599636" y="2779838"/>
                  </a:lnTo>
                  <a:lnTo>
                    <a:pt x="2599730" y="2779838"/>
                  </a:lnTo>
                  <a:lnTo>
                    <a:pt x="2599824" y="2779838"/>
                  </a:lnTo>
                  <a:lnTo>
                    <a:pt x="2599918" y="2779838"/>
                  </a:lnTo>
                  <a:lnTo>
                    <a:pt x="2600012" y="2779838"/>
                  </a:lnTo>
                  <a:lnTo>
                    <a:pt x="2600106" y="2779838"/>
                  </a:lnTo>
                  <a:lnTo>
                    <a:pt x="2600201" y="2779838"/>
                  </a:lnTo>
                  <a:lnTo>
                    <a:pt x="2600295" y="2779838"/>
                  </a:lnTo>
                  <a:lnTo>
                    <a:pt x="2600389" y="2779838"/>
                  </a:lnTo>
                  <a:lnTo>
                    <a:pt x="2600483" y="2779838"/>
                  </a:lnTo>
                  <a:lnTo>
                    <a:pt x="2600577" y="2779838"/>
                  </a:lnTo>
                  <a:lnTo>
                    <a:pt x="2600671" y="2779838"/>
                  </a:lnTo>
                  <a:lnTo>
                    <a:pt x="2600765" y="2779838"/>
                  </a:lnTo>
                  <a:lnTo>
                    <a:pt x="2600860" y="2779838"/>
                  </a:lnTo>
                  <a:lnTo>
                    <a:pt x="2600954" y="2779838"/>
                  </a:lnTo>
                  <a:lnTo>
                    <a:pt x="2601048" y="2779838"/>
                  </a:lnTo>
                  <a:lnTo>
                    <a:pt x="2601142" y="2779838"/>
                  </a:lnTo>
                  <a:lnTo>
                    <a:pt x="2601236" y="2779838"/>
                  </a:lnTo>
                  <a:lnTo>
                    <a:pt x="2601330" y="2779838"/>
                  </a:lnTo>
                  <a:lnTo>
                    <a:pt x="2601424" y="2779838"/>
                  </a:lnTo>
                  <a:lnTo>
                    <a:pt x="2601519" y="2779838"/>
                  </a:lnTo>
                  <a:lnTo>
                    <a:pt x="2601613" y="2779838"/>
                  </a:lnTo>
                  <a:lnTo>
                    <a:pt x="2601707" y="2779838"/>
                  </a:lnTo>
                  <a:lnTo>
                    <a:pt x="2601801" y="2779838"/>
                  </a:lnTo>
                  <a:lnTo>
                    <a:pt x="2601895" y="2779838"/>
                  </a:lnTo>
                  <a:lnTo>
                    <a:pt x="2601989" y="2779838"/>
                  </a:lnTo>
                  <a:lnTo>
                    <a:pt x="2602084" y="2779838"/>
                  </a:lnTo>
                  <a:lnTo>
                    <a:pt x="2602178" y="2779838"/>
                  </a:lnTo>
                  <a:lnTo>
                    <a:pt x="2602272" y="2779838"/>
                  </a:lnTo>
                  <a:lnTo>
                    <a:pt x="2602366" y="2779838"/>
                  </a:lnTo>
                  <a:lnTo>
                    <a:pt x="2602460" y="2779838"/>
                  </a:lnTo>
                  <a:lnTo>
                    <a:pt x="2602554" y="2779838"/>
                  </a:lnTo>
                  <a:lnTo>
                    <a:pt x="2602648" y="2779838"/>
                  </a:lnTo>
                  <a:lnTo>
                    <a:pt x="2602743" y="2779838"/>
                  </a:lnTo>
                  <a:lnTo>
                    <a:pt x="2602837" y="2779838"/>
                  </a:lnTo>
                  <a:lnTo>
                    <a:pt x="2602931" y="2779838"/>
                  </a:lnTo>
                  <a:lnTo>
                    <a:pt x="2603025" y="2779838"/>
                  </a:lnTo>
                  <a:lnTo>
                    <a:pt x="2603119" y="2779838"/>
                  </a:lnTo>
                  <a:lnTo>
                    <a:pt x="2603213" y="2779838"/>
                  </a:lnTo>
                  <a:lnTo>
                    <a:pt x="2603308" y="2779838"/>
                  </a:lnTo>
                  <a:lnTo>
                    <a:pt x="2603402" y="2779838"/>
                  </a:lnTo>
                  <a:lnTo>
                    <a:pt x="2603496" y="2779838"/>
                  </a:lnTo>
                  <a:lnTo>
                    <a:pt x="2603590" y="2779838"/>
                  </a:lnTo>
                  <a:lnTo>
                    <a:pt x="2603684" y="2779838"/>
                  </a:lnTo>
                  <a:lnTo>
                    <a:pt x="2603778" y="2779838"/>
                  </a:lnTo>
                  <a:lnTo>
                    <a:pt x="2603778" y="2774926"/>
                  </a:lnTo>
                  <a:lnTo>
                    <a:pt x="2603872" y="2774926"/>
                  </a:lnTo>
                  <a:lnTo>
                    <a:pt x="2603967" y="2774926"/>
                  </a:lnTo>
                  <a:lnTo>
                    <a:pt x="2604061" y="2774926"/>
                  </a:lnTo>
                  <a:lnTo>
                    <a:pt x="2604155" y="2774926"/>
                  </a:lnTo>
                  <a:lnTo>
                    <a:pt x="2604249" y="2774926"/>
                  </a:lnTo>
                  <a:lnTo>
                    <a:pt x="2604343" y="2774926"/>
                  </a:lnTo>
                  <a:lnTo>
                    <a:pt x="2604437" y="2774926"/>
                  </a:lnTo>
                  <a:lnTo>
                    <a:pt x="2604532" y="2774926"/>
                  </a:lnTo>
                  <a:lnTo>
                    <a:pt x="2604626" y="2774926"/>
                  </a:lnTo>
                  <a:lnTo>
                    <a:pt x="2604720" y="2774926"/>
                  </a:lnTo>
                  <a:lnTo>
                    <a:pt x="2604814" y="2774926"/>
                  </a:lnTo>
                  <a:lnTo>
                    <a:pt x="2604908" y="2774926"/>
                  </a:lnTo>
                  <a:lnTo>
                    <a:pt x="2605002" y="2774926"/>
                  </a:lnTo>
                  <a:lnTo>
                    <a:pt x="2605096" y="2774926"/>
                  </a:lnTo>
                  <a:lnTo>
                    <a:pt x="2605191" y="2774926"/>
                  </a:lnTo>
                  <a:lnTo>
                    <a:pt x="2605285" y="2774926"/>
                  </a:lnTo>
                  <a:lnTo>
                    <a:pt x="2605379" y="2774926"/>
                  </a:lnTo>
                  <a:lnTo>
                    <a:pt x="2605473" y="2774926"/>
                  </a:lnTo>
                  <a:lnTo>
                    <a:pt x="2605567" y="2774926"/>
                  </a:lnTo>
                  <a:lnTo>
                    <a:pt x="2605661" y="2774926"/>
                  </a:lnTo>
                  <a:lnTo>
                    <a:pt x="2605755" y="2774926"/>
                  </a:lnTo>
                  <a:lnTo>
                    <a:pt x="2605850" y="2774926"/>
                  </a:lnTo>
                  <a:lnTo>
                    <a:pt x="2605944" y="2774926"/>
                  </a:lnTo>
                  <a:lnTo>
                    <a:pt x="2606038" y="2774926"/>
                  </a:lnTo>
                  <a:lnTo>
                    <a:pt x="2606132" y="2774926"/>
                  </a:lnTo>
                  <a:lnTo>
                    <a:pt x="2606226" y="2774926"/>
                  </a:lnTo>
                  <a:lnTo>
                    <a:pt x="2606320" y="2774926"/>
                  </a:lnTo>
                  <a:lnTo>
                    <a:pt x="2606415" y="2774926"/>
                  </a:lnTo>
                  <a:lnTo>
                    <a:pt x="2606509" y="2774926"/>
                  </a:lnTo>
                  <a:lnTo>
                    <a:pt x="2606603" y="2774926"/>
                  </a:lnTo>
                  <a:lnTo>
                    <a:pt x="2606697" y="2774926"/>
                  </a:lnTo>
                  <a:lnTo>
                    <a:pt x="2606791" y="2774926"/>
                  </a:lnTo>
                  <a:lnTo>
                    <a:pt x="2606885" y="2774926"/>
                  </a:lnTo>
                  <a:lnTo>
                    <a:pt x="2606979" y="2774926"/>
                  </a:lnTo>
                  <a:lnTo>
                    <a:pt x="2607074" y="2774926"/>
                  </a:lnTo>
                  <a:lnTo>
                    <a:pt x="2607168" y="2774926"/>
                  </a:lnTo>
                  <a:lnTo>
                    <a:pt x="2607262" y="2774926"/>
                  </a:lnTo>
                  <a:lnTo>
                    <a:pt x="2607356" y="2774926"/>
                  </a:lnTo>
                  <a:lnTo>
                    <a:pt x="2607450" y="2774926"/>
                  </a:lnTo>
                  <a:lnTo>
                    <a:pt x="2607544" y="2774926"/>
                  </a:lnTo>
                  <a:lnTo>
                    <a:pt x="2607639" y="2774926"/>
                  </a:lnTo>
                  <a:lnTo>
                    <a:pt x="2607733" y="2774926"/>
                  </a:lnTo>
                  <a:lnTo>
                    <a:pt x="2607827" y="2774926"/>
                  </a:lnTo>
                  <a:lnTo>
                    <a:pt x="2607921" y="2774926"/>
                  </a:lnTo>
                  <a:lnTo>
                    <a:pt x="2608015" y="2774926"/>
                  </a:lnTo>
                  <a:lnTo>
                    <a:pt x="2608109" y="2774926"/>
                  </a:lnTo>
                  <a:lnTo>
                    <a:pt x="2608203" y="2774926"/>
                  </a:lnTo>
                  <a:lnTo>
                    <a:pt x="2608298" y="2774926"/>
                  </a:lnTo>
                  <a:lnTo>
                    <a:pt x="2608392" y="2774926"/>
                  </a:lnTo>
                  <a:lnTo>
                    <a:pt x="2608486" y="2774926"/>
                  </a:lnTo>
                  <a:lnTo>
                    <a:pt x="2608580" y="2774926"/>
                  </a:lnTo>
                  <a:lnTo>
                    <a:pt x="2608674" y="2774926"/>
                  </a:lnTo>
                  <a:lnTo>
                    <a:pt x="2608768" y="2774926"/>
                  </a:lnTo>
                  <a:lnTo>
                    <a:pt x="2608863" y="2774926"/>
                  </a:lnTo>
                  <a:lnTo>
                    <a:pt x="2608957" y="2774926"/>
                  </a:lnTo>
                  <a:lnTo>
                    <a:pt x="2609051" y="2774926"/>
                  </a:lnTo>
                  <a:lnTo>
                    <a:pt x="2609145" y="2774926"/>
                  </a:lnTo>
                  <a:lnTo>
                    <a:pt x="2609239" y="2774926"/>
                  </a:lnTo>
                  <a:lnTo>
                    <a:pt x="2609333" y="2774926"/>
                  </a:lnTo>
                  <a:lnTo>
                    <a:pt x="2609427" y="2774926"/>
                  </a:lnTo>
                  <a:lnTo>
                    <a:pt x="2609522" y="2774926"/>
                  </a:lnTo>
                  <a:lnTo>
                    <a:pt x="2609616" y="2774926"/>
                  </a:lnTo>
                  <a:lnTo>
                    <a:pt x="2609710" y="2774926"/>
                  </a:lnTo>
                  <a:lnTo>
                    <a:pt x="2609804" y="2774926"/>
                  </a:lnTo>
                  <a:lnTo>
                    <a:pt x="2609898" y="2774926"/>
                  </a:lnTo>
                  <a:lnTo>
                    <a:pt x="2609992" y="2774926"/>
                  </a:lnTo>
                  <a:lnTo>
                    <a:pt x="2610086" y="2774926"/>
                  </a:lnTo>
                  <a:lnTo>
                    <a:pt x="2610181" y="2774926"/>
                  </a:lnTo>
                  <a:lnTo>
                    <a:pt x="2610275" y="2774926"/>
                  </a:lnTo>
                  <a:lnTo>
                    <a:pt x="2610369" y="2774926"/>
                  </a:lnTo>
                  <a:lnTo>
                    <a:pt x="2610463" y="2774926"/>
                  </a:lnTo>
                  <a:lnTo>
                    <a:pt x="2610557" y="2774926"/>
                  </a:lnTo>
                  <a:lnTo>
                    <a:pt x="2610651" y="2774926"/>
                  </a:lnTo>
                  <a:lnTo>
                    <a:pt x="2610746" y="2774926"/>
                  </a:lnTo>
                  <a:lnTo>
                    <a:pt x="2610840" y="2774926"/>
                  </a:lnTo>
                  <a:lnTo>
                    <a:pt x="2610934" y="2774926"/>
                  </a:lnTo>
                  <a:lnTo>
                    <a:pt x="2611028" y="2774926"/>
                  </a:lnTo>
                  <a:lnTo>
                    <a:pt x="2611122" y="2774926"/>
                  </a:lnTo>
                  <a:lnTo>
                    <a:pt x="2611216" y="2774926"/>
                  </a:lnTo>
                  <a:lnTo>
                    <a:pt x="2611310" y="2774926"/>
                  </a:lnTo>
                  <a:lnTo>
                    <a:pt x="2611405" y="2774926"/>
                  </a:lnTo>
                  <a:lnTo>
                    <a:pt x="2611499" y="2774926"/>
                  </a:lnTo>
                  <a:lnTo>
                    <a:pt x="2611593" y="2774926"/>
                  </a:lnTo>
                  <a:lnTo>
                    <a:pt x="2611687" y="2774926"/>
                  </a:lnTo>
                  <a:lnTo>
                    <a:pt x="2611687" y="2770015"/>
                  </a:lnTo>
                  <a:lnTo>
                    <a:pt x="2611781" y="2770015"/>
                  </a:lnTo>
                  <a:lnTo>
                    <a:pt x="2611875" y="2770015"/>
                  </a:lnTo>
                  <a:lnTo>
                    <a:pt x="2611970" y="2770015"/>
                  </a:lnTo>
                  <a:lnTo>
                    <a:pt x="2612064" y="2770015"/>
                  </a:lnTo>
                  <a:lnTo>
                    <a:pt x="2612158" y="2770015"/>
                  </a:lnTo>
                  <a:lnTo>
                    <a:pt x="2612252" y="2770015"/>
                  </a:lnTo>
                  <a:lnTo>
                    <a:pt x="2612346" y="2770015"/>
                  </a:lnTo>
                  <a:lnTo>
                    <a:pt x="2612440" y="2770015"/>
                  </a:lnTo>
                  <a:lnTo>
                    <a:pt x="2612534" y="2770015"/>
                  </a:lnTo>
                  <a:lnTo>
                    <a:pt x="2612629" y="2770015"/>
                  </a:lnTo>
                  <a:lnTo>
                    <a:pt x="2612723" y="2770015"/>
                  </a:lnTo>
                  <a:lnTo>
                    <a:pt x="2612817" y="2770015"/>
                  </a:lnTo>
                  <a:lnTo>
                    <a:pt x="2612911" y="2770015"/>
                  </a:lnTo>
                  <a:lnTo>
                    <a:pt x="2613005" y="2770015"/>
                  </a:lnTo>
                  <a:lnTo>
                    <a:pt x="2613099" y="2770015"/>
                  </a:lnTo>
                  <a:lnTo>
                    <a:pt x="2613194" y="2770015"/>
                  </a:lnTo>
                  <a:lnTo>
                    <a:pt x="2613288" y="2770015"/>
                  </a:lnTo>
                  <a:lnTo>
                    <a:pt x="2613382" y="2770015"/>
                  </a:lnTo>
                  <a:lnTo>
                    <a:pt x="2613476" y="2770015"/>
                  </a:lnTo>
                  <a:lnTo>
                    <a:pt x="2613570" y="2770015"/>
                  </a:lnTo>
                  <a:lnTo>
                    <a:pt x="2613664" y="2770015"/>
                  </a:lnTo>
                  <a:lnTo>
                    <a:pt x="2613758" y="2770015"/>
                  </a:lnTo>
                  <a:lnTo>
                    <a:pt x="2613853" y="2770015"/>
                  </a:lnTo>
                  <a:lnTo>
                    <a:pt x="2613947" y="2770015"/>
                  </a:lnTo>
                  <a:lnTo>
                    <a:pt x="2614041" y="2770015"/>
                  </a:lnTo>
                  <a:lnTo>
                    <a:pt x="2614135" y="2770015"/>
                  </a:lnTo>
                  <a:lnTo>
                    <a:pt x="2614229" y="2770015"/>
                  </a:lnTo>
                  <a:lnTo>
                    <a:pt x="2614323" y="2770015"/>
                  </a:lnTo>
                  <a:lnTo>
                    <a:pt x="2614417" y="2770015"/>
                  </a:lnTo>
                  <a:lnTo>
                    <a:pt x="2614512" y="2770015"/>
                  </a:lnTo>
                  <a:lnTo>
                    <a:pt x="2614606" y="2770015"/>
                  </a:lnTo>
                  <a:lnTo>
                    <a:pt x="2614700" y="2770015"/>
                  </a:lnTo>
                  <a:lnTo>
                    <a:pt x="2614794" y="2770015"/>
                  </a:lnTo>
                  <a:lnTo>
                    <a:pt x="2614888" y="2770015"/>
                  </a:lnTo>
                  <a:lnTo>
                    <a:pt x="2614982" y="2770015"/>
                  </a:lnTo>
                  <a:lnTo>
                    <a:pt x="2615077" y="2770015"/>
                  </a:lnTo>
                  <a:lnTo>
                    <a:pt x="2615171" y="2770015"/>
                  </a:lnTo>
                  <a:lnTo>
                    <a:pt x="2615265" y="2770015"/>
                  </a:lnTo>
                  <a:lnTo>
                    <a:pt x="2615359" y="2770015"/>
                  </a:lnTo>
                  <a:lnTo>
                    <a:pt x="2615453" y="2770015"/>
                  </a:lnTo>
                  <a:lnTo>
                    <a:pt x="2615547" y="2770015"/>
                  </a:lnTo>
                  <a:lnTo>
                    <a:pt x="2615641" y="2770015"/>
                  </a:lnTo>
                  <a:lnTo>
                    <a:pt x="2615736" y="2770015"/>
                  </a:lnTo>
                  <a:lnTo>
                    <a:pt x="2615830" y="2770015"/>
                  </a:lnTo>
                  <a:lnTo>
                    <a:pt x="2615924" y="2770015"/>
                  </a:lnTo>
                  <a:lnTo>
                    <a:pt x="2616018" y="2770015"/>
                  </a:lnTo>
                  <a:lnTo>
                    <a:pt x="2616112" y="2770015"/>
                  </a:lnTo>
                  <a:lnTo>
                    <a:pt x="2616206" y="2770015"/>
                  </a:lnTo>
                  <a:lnTo>
                    <a:pt x="2616301" y="2770015"/>
                  </a:lnTo>
                  <a:lnTo>
                    <a:pt x="2616395" y="2770015"/>
                  </a:lnTo>
                  <a:lnTo>
                    <a:pt x="2616489" y="2770015"/>
                  </a:lnTo>
                  <a:lnTo>
                    <a:pt x="2616583" y="2770015"/>
                  </a:lnTo>
                  <a:lnTo>
                    <a:pt x="2616677" y="2770015"/>
                  </a:lnTo>
                  <a:lnTo>
                    <a:pt x="2616771" y="2770015"/>
                  </a:lnTo>
                  <a:lnTo>
                    <a:pt x="2616865" y="2770015"/>
                  </a:lnTo>
                  <a:lnTo>
                    <a:pt x="2616960" y="2770015"/>
                  </a:lnTo>
                  <a:lnTo>
                    <a:pt x="2617054" y="2770015"/>
                  </a:lnTo>
                  <a:lnTo>
                    <a:pt x="2617148" y="2770015"/>
                  </a:lnTo>
                  <a:lnTo>
                    <a:pt x="2617242" y="2770015"/>
                  </a:lnTo>
                  <a:lnTo>
                    <a:pt x="2617336" y="2770015"/>
                  </a:lnTo>
                  <a:lnTo>
                    <a:pt x="2617430" y="2770015"/>
                  </a:lnTo>
                  <a:lnTo>
                    <a:pt x="2617525" y="2770015"/>
                  </a:lnTo>
                  <a:lnTo>
                    <a:pt x="2617619" y="2770015"/>
                  </a:lnTo>
                  <a:lnTo>
                    <a:pt x="2617713" y="2770015"/>
                  </a:lnTo>
                  <a:lnTo>
                    <a:pt x="2617807" y="2770015"/>
                  </a:lnTo>
                  <a:lnTo>
                    <a:pt x="2617901" y="2770015"/>
                  </a:lnTo>
                  <a:lnTo>
                    <a:pt x="2617995" y="2770015"/>
                  </a:lnTo>
                  <a:lnTo>
                    <a:pt x="2618089" y="2770015"/>
                  </a:lnTo>
                  <a:lnTo>
                    <a:pt x="2618089" y="2765104"/>
                  </a:lnTo>
                  <a:lnTo>
                    <a:pt x="2618184" y="2765104"/>
                  </a:lnTo>
                  <a:lnTo>
                    <a:pt x="2618278" y="2765104"/>
                  </a:lnTo>
                  <a:lnTo>
                    <a:pt x="2618372" y="2765104"/>
                  </a:lnTo>
                  <a:lnTo>
                    <a:pt x="2618466" y="2765104"/>
                  </a:lnTo>
                  <a:lnTo>
                    <a:pt x="2618560" y="2765104"/>
                  </a:lnTo>
                  <a:lnTo>
                    <a:pt x="2618654" y="2765104"/>
                  </a:lnTo>
                  <a:lnTo>
                    <a:pt x="2618748" y="2765104"/>
                  </a:lnTo>
                  <a:lnTo>
                    <a:pt x="2618843" y="2765104"/>
                  </a:lnTo>
                  <a:lnTo>
                    <a:pt x="2618937" y="2765104"/>
                  </a:lnTo>
                  <a:lnTo>
                    <a:pt x="2619031" y="2765104"/>
                  </a:lnTo>
                  <a:lnTo>
                    <a:pt x="2619125" y="2765104"/>
                  </a:lnTo>
                  <a:lnTo>
                    <a:pt x="2619219" y="2765104"/>
                  </a:lnTo>
                  <a:lnTo>
                    <a:pt x="2619313" y="2765104"/>
                  </a:lnTo>
                  <a:lnTo>
                    <a:pt x="2619313" y="2760192"/>
                  </a:lnTo>
                  <a:lnTo>
                    <a:pt x="2619408" y="2760192"/>
                  </a:lnTo>
                  <a:lnTo>
                    <a:pt x="2619502" y="2760192"/>
                  </a:lnTo>
                  <a:lnTo>
                    <a:pt x="2619596" y="2760192"/>
                  </a:lnTo>
                  <a:lnTo>
                    <a:pt x="2619690" y="2760192"/>
                  </a:lnTo>
                  <a:lnTo>
                    <a:pt x="2619784" y="2760192"/>
                  </a:lnTo>
                  <a:lnTo>
                    <a:pt x="2619878" y="2760192"/>
                  </a:lnTo>
                  <a:lnTo>
                    <a:pt x="2619878" y="2755281"/>
                  </a:lnTo>
                  <a:lnTo>
                    <a:pt x="2619972" y="2755281"/>
                  </a:lnTo>
                  <a:lnTo>
                    <a:pt x="2619972" y="2750369"/>
                  </a:lnTo>
                  <a:lnTo>
                    <a:pt x="2620067" y="2750369"/>
                  </a:lnTo>
                  <a:lnTo>
                    <a:pt x="2620161" y="2750369"/>
                  </a:lnTo>
                  <a:lnTo>
                    <a:pt x="2620255" y="2750369"/>
                  </a:lnTo>
                  <a:lnTo>
                    <a:pt x="2620349" y="2750369"/>
                  </a:lnTo>
                  <a:lnTo>
                    <a:pt x="2620443" y="2750369"/>
                  </a:lnTo>
                  <a:lnTo>
                    <a:pt x="2620537" y="2750369"/>
                  </a:lnTo>
                  <a:lnTo>
                    <a:pt x="2620632" y="2750369"/>
                  </a:lnTo>
                  <a:lnTo>
                    <a:pt x="2620726" y="2750369"/>
                  </a:lnTo>
                  <a:lnTo>
                    <a:pt x="2620820" y="2750369"/>
                  </a:lnTo>
                  <a:lnTo>
                    <a:pt x="2620914" y="2750369"/>
                  </a:lnTo>
                  <a:lnTo>
                    <a:pt x="2621008" y="2750369"/>
                  </a:lnTo>
                  <a:lnTo>
                    <a:pt x="2621102" y="2750369"/>
                  </a:lnTo>
                  <a:lnTo>
                    <a:pt x="2621196" y="2750369"/>
                  </a:lnTo>
                  <a:lnTo>
                    <a:pt x="2621291" y="2750369"/>
                  </a:lnTo>
                  <a:lnTo>
                    <a:pt x="2621385" y="2750369"/>
                  </a:lnTo>
                  <a:lnTo>
                    <a:pt x="2621479" y="2750369"/>
                  </a:lnTo>
                  <a:lnTo>
                    <a:pt x="2621573" y="2750369"/>
                  </a:lnTo>
                  <a:lnTo>
                    <a:pt x="2621667" y="2750369"/>
                  </a:lnTo>
                  <a:lnTo>
                    <a:pt x="2621761" y="2750369"/>
                  </a:lnTo>
                  <a:lnTo>
                    <a:pt x="2621856" y="2750369"/>
                  </a:lnTo>
                  <a:lnTo>
                    <a:pt x="2621950" y="2750369"/>
                  </a:lnTo>
                  <a:lnTo>
                    <a:pt x="2622044" y="2750369"/>
                  </a:lnTo>
                  <a:lnTo>
                    <a:pt x="2622138" y="2750369"/>
                  </a:lnTo>
                  <a:lnTo>
                    <a:pt x="2622232" y="2750369"/>
                  </a:lnTo>
                  <a:lnTo>
                    <a:pt x="2622326" y="2750369"/>
                  </a:lnTo>
                  <a:lnTo>
                    <a:pt x="2622420" y="2750369"/>
                  </a:lnTo>
                  <a:lnTo>
                    <a:pt x="2622515" y="2750369"/>
                  </a:lnTo>
                  <a:lnTo>
                    <a:pt x="2622609" y="2750369"/>
                  </a:lnTo>
                  <a:lnTo>
                    <a:pt x="2622703" y="2750369"/>
                  </a:lnTo>
                  <a:lnTo>
                    <a:pt x="2622797" y="2750369"/>
                  </a:lnTo>
                  <a:lnTo>
                    <a:pt x="2622891" y="2750369"/>
                  </a:lnTo>
                  <a:lnTo>
                    <a:pt x="2622985" y="2750369"/>
                  </a:lnTo>
                  <a:lnTo>
                    <a:pt x="2623079" y="2750369"/>
                  </a:lnTo>
                  <a:lnTo>
                    <a:pt x="2623174" y="2750369"/>
                  </a:lnTo>
                  <a:lnTo>
                    <a:pt x="2623268" y="2750369"/>
                  </a:lnTo>
                  <a:lnTo>
                    <a:pt x="2623362" y="2750369"/>
                  </a:lnTo>
                  <a:lnTo>
                    <a:pt x="2623456" y="2750369"/>
                  </a:lnTo>
                  <a:lnTo>
                    <a:pt x="2623550" y="2750369"/>
                  </a:lnTo>
                  <a:lnTo>
                    <a:pt x="2623644" y="2750369"/>
                  </a:lnTo>
                  <a:lnTo>
                    <a:pt x="2623739" y="2750369"/>
                  </a:lnTo>
                  <a:lnTo>
                    <a:pt x="2623833" y="2750369"/>
                  </a:lnTo>
                  <a:lnTo>
                    <a:pt x="2623927" y="2750369"/>
                  </a:lnTo>
                  <a:lnTo>
                    <a:pt x="2624021" y="2750369"/>
                  </a:lnTo>
                  <a:lnTo>
                    <a:pt x="2624115" y="2750369"/>
                  </a:lnTo>
                  <a:lnTo>
                    <a:pt x="2624209" y="2750369"/>
                  </a:lnTo>
                  <a:lnTo>
                    <a:pt x="2624303" y="2750369"/>
                  </a:lnTo>
                  <a:lnTo>
                    <a:pt x="2624398" y="2750369"/>
                  </a:lnTo>
                  <a:lnTo>
                    <a:pt x="2624492" y="2750369"/>
                  </a:lnTo>
                  <a:lnTo>
                    <a:pt x="2624586" y="2750369"/>
                  </a:lnTo>
                  <a:lnTo>
                    <a:pt x="2624680" y="2750369"/>
                  </a:lnTo>
                  <a:lnTo>
                    <a:pt x="2624774" y="2750369"/>
                  </a:lnTo>
                  <a:lnTo>
                    <a:pt x="2624868" y="2750369"/>
                  </a:lnTo>
                  <a:lnTo>
                    <a:pt x="2624963" y="2750369"/>
                  </a:lnTo>
                  <a:lnTo>
                    <a:pt x="2625057" y="2750369"/>
                  </a:lnTo>
                  <a:lnTo>
                    <a:pt x="2625151" y="2750369"/>
                  </a:lnTo>
                  <a:lnTo>
                    <a:pt x="2625245" y="2750369"/>
                  </a:lnTo>
                  <a:lnTo>
                    <a:pt x="2625339" y="2750369"/>
                  </a:lnTo>
                  <a:lnTo>
                    <a:pt x="2625433" y="2750369"/>
                  </a:lnTo>
                  <a:lnTo>
                    <a:pt x="2625527" y="2750369"/>
                  </a:lnTo>
                  <a:lnTo>
                    <a:pt x="2625622" y="2750369"/>
                  </a:lnTo>
                  <a:lnTo>
                    <a:pt x="2625716" y="2750369"/>
                  </a:lnTo>
                  <a:lnTo>
                    <a:pt x="2625810" y="2750369"/>
                  </a:lnTo>
                  <a:lnTo>
                    <a:pt x="2625904" y="2750369"/>
                  </a:lnTo>
                  <a:lnTo>
                    <a:pt x="2625998" y="2750369"/>
                  </a:lnTo>
                  <a:lnTo>
                    <a:pt x="2626092" y="2750369"/>
                  </a:lnTo>
                  <a:lnTo>
                    <a:pt x="2626187" y="2750369"/>
                  </a:lnTo>
                  <a:lnTo>
                    <a:pt x="2626281" y="2750369"/>
                  </a:lnTo>
                  <a:lnTo>
                    <a:pt x="2626375" y="2750369"/>
                  </a:lnTo>
                  <a:lnTo>
                    <a:pt x="2626469" y="2750369"/>
                  </a:lnTo>
                  <a:lnTo>
                    <a:pt x="2626563" y="2750369"/>
                  </a:lnTo>
                  <a:lnTo>
                    <a:pt x="2626657" y="2750369"/>
                  </a:lnTo>
                  <a:lnTo>
                    <a:pt x="2626751" y="2750369"/>
                  </a:lnTo>
                  <a:lnTo>
                    <a:pt x="2626846" y="2750369"/>
                  </a:lnTo>
                  <a:lnTo>
                    <a:pt x="2626940" y="2750369"/>
                  </a:lnTo>
                  <a:lnTo>
                    <a:pt x="2627034" y="2750369"/>
                  </a:lnTo>
                  <a:lnTo>
                    <a:pt x="2627128" y="2750369"/>
                  </a:lnTo>
                  <a:lnTo>
                    <a:pt x="2627222" y="2750369"/>
                  </a:lnTo>
                  <a:lnTo>
                    <a:pt x="2627316" y="2750369"/>
                  </a:lnTo>
                  <a:lnTo>
                    <a:pt x="2627410" y="2750369"/>
                  </a:lnTo>
                  <a:lnTo>
                    <a:pt x="2627505" y="2750369"/>
                  </a:lnTo>
                  <a:lnTo>
                    <a:pt x="2627599" y="2750369"/>
                  </a:lnTo>
                  <a:lnTo>
                    <a:pt x="2627693" y="2750369"/>
                  </a:lnTo>
                  <a:lnTo>
                    <a:pt x="2627787" y="2750369"/>
                  </a:lnTo>
                  <a:lnTo>
                    <a:pt x="2627881" y="2750369"/>
                  </a:lnTo>
                  <a:lnTo>
                    <a:pt x="2627975" y="2750369"/>
                  </a:lnTo>
                  <a:lnTo>
                    <a:pt x="2628070" y="2750369"/>
                  </a:lnTo>
                  <a:lnTo>
                    <a:pt x="2628164" y="2750369"/>
                  </a:lnTo>
                  <a:lnTo>
                    <a:pt x="2628258" y="2750369"/>
                  </a:lnTo>
                  <a:lnTo>
                    <a:pt x="2628352" y="2750369"/>
                  </a:lnTo>
                  <a:lnTo>
                    <a:pt x="2628446" y="2750369"/>
                  </a:lnTo>
                  <a:lnTo>
                    <a:pt x="2628540" y="2750369"/>
                  </a:lnTo>
                  <a:lnTo>
                    <a:pt x="2628634" y="2750369"/>
                  </a:lnTo>
                  <a:lnTo>
                    <a:pt x="2628729" y="2750369"/>
                  </a:lnTo>
                  <a:lnTo>
                    <a:pt x="2628823" y="2750369"/>
                  </a:lnTo>
                  <a:lnTo>
                    <a:pt x="2628917" y="2750369"/>
                  </a:lnTo>
                  <a:lnTo>
                    <a:pt x="2629011" y="2750369"/>
                  </a:lnTo>
                  <a:lnTo>
                    <a:pt x="2629105" y="2750369"/>
                  </a:lnTo>
                  <a:lnTo>
                    <a:pt x="2629199" y="2750369"/>
                  </a:lnTo>
                  <a:lnTo>
                    <a:pt x="2629294" y="2750369"/>
                  </a:lnTo>
                  <a:lnTo>
                    <a:pt x="2629388" y="2750369"/>
                  </a:lnTo>
                  <a:lnTo>
                    <a:pt x="2629482" y="2750369"/>
                  </a:lnTo>
                  <a:lnTo>
                    <a:pt x="2629576" y="2750369"/>
                  </a:lnTo>
                  <a:lnTo>
                    <a:pt x="2629670" y="2750369"/>
                  </a:lnTo>
                  <a:lnTo>
                    <a:pt x="2629764" y="2750369"/>
                  </a:lnTo>
                  <a:lnTo>
                    <a:pt x="2629858" y="2750369"/>
                  </a:lnTo>
                  <a:lnTo>
                    <a:pt x="2629953" y="2750369"/>
                  </a:lnTo>
                  <a:lnTo>
                    <a:pt x="2630047" y="2750369"/>
                  </a:lnTo>
                  <a:lnTo>
                    <a:pt x="2630141" y="2750369"/>
                  </a:lnTo>
                  <a:lnTo>
                    <a:pt x="2630235" y="2750369"/>
                  </a:lnTo>
                  <a:lnTo>
                    <a:pt x="2630329" y="2750369"/>
                  </a:lnTo>
                  <a:lnTo>
                    <a:pt x="2630423" y="2750369"/>
                  </a:lnTo>
                  <a:lnTo>
                    <a:pt x="2630518" y="2750369"/>
                  </a:lnTo>
                  <a:lnTo>
                    <a:pt x="2630612" y="2750369"/>
                  </a:lnTo>
                  <a:lnTo>
                    <a:pt x="2630706" y="2750369"/>
                  </a:lnTo>
                  <a:lnTo>
                    <a:pt x="2630800" y="2750369"/>
                  </a:lnTo>
                  <a:lnTo>
                    <a:pt x="2630894" y="2750369"/>
                  </a:lnTo>
                  <a:lnTo>
                    <a:pt x="2630988" y="2750369"/>
                  </a:lnTo>
                  <a:lnTo>
                    <a:pt x="2631082" y="2750369"/>
                  </a:lnTo>
                  <a:lnTo>
                    <a:pt x="2631177" y="2750369"/>
                  </a:lnTo>
                  <a:lnTo>
                    <a:pt x="2631271" y="2750369"/>
                  </a:lnTo>
                  <a:lnTo>
                    <a:pt x="2631365" y="2750369"/>
                  </a:lnTo>
                  <a:lnTo>
                    <a:pt x="2631459" y="2750369"/>
                  </a:lnTo>
                  <a:lnTo>
                    <a:pt x="2631553" y="2750369"/>
                  </a:lnTo>
                  <a:lnTo>
                    <a:pt x="2631647" y="2750369"/>
                  </a:lnTo>
                  <a:lnTo>
                    <a:pt x="2631741" y="2750369"/>
                  </a:lnTo>
                  <a:lnTo>
                    <a:pt x="2631836" y="2750369"/>
                  </a:lnTo>
                  <a:lnTo>
                    <a:pt x="2631930" y="2750369"/>
                  </a:lnTo>
                  <a:lnTo>
                    <a:pt x="2632024" y="2750369"/>
                  </a:lnTo>
                  <a:lnTo>
                    <a:pt x="2632118" y="2750369"/>
                  </a:lnTo>
                  <a:lnTo>
                    <a:pt x="2632212" y="2750369"/>
                  </a:lnTo>
                  <a:lnTo>
                    <a:pt x="2632306" y="2750369"/>
                  </a:lnTo>
                  <a:lnTo>
                    <a:pt x="2632401" y="2750369"/>
                  </a:lnTo>
                  <a:lnTo>
                    <a:pt x="2632495" y="2750369"/>
                  </a:lnTo>
                  <a:lnTo>
                    <a:pt x="2632589" y="2750369"/>
                  </a:lnTo>
                  <a:lnTo>
                    <a:pt x="2632683" y="2750369"/>
                  </a:lnTo>
                  <a:lnTo>
                    <a:pt x="2632777" y="2750369"/>
                  </a:lnTo>
                  <a:lnTo>
                    <a:pt x="2632871" y="2750369"/>
                  </a:lnTo>
                  <a:lnTo>
                    <a:pt x="2632965" y="2750369"/>
                  </a:lnTo>
                  <a:lnTo>
                    <a:pt x="2633060" y="2750369"/>
                  </a:lnTo>
                  <a:lnTo>
                    <a:pt x="2633154" y="2750369"/>
                  </a:lnTo>
                  <a:lnTo>
                    <a:pt x="2633248" y="2750369"/>
                  </a:lnTo>
                  <a:lnTo>
                    <a:pt x="2633342" y="2750369"/>
                  </a:lnTo>
                  <a:lnTo>
                    <a:pt x="2633436" y="2750369"/>
                  </a:lnTo>
                  <a:lnTo>
                    <a:pt x="2633530" y="2750369"/>
                  </a:lnTo>
                  <a:lnTo>
                    <a:pt x="2633625" y="2750369"/>
                  </a:lnTo>
                  <a:lnTo>
                    <a:pt x="2633719" y="2750369"/>
                  </a:lnTo>
                  <a:lnTo>
                    <a:pt x="2633813" y="2750369"/>
                  </a:lnTo>
                  <a:lnTo>
                    <a:pt x="2633907" y="2750369"/>
                  </a:lnTo>
                  <a:lnTo>
                    <a:pt x="2634001" y="2750369"/>
                  </a:lnTo>
                  <a:lnTo>
                    <a:pt x="2634095" y="2750369"/>
                  </a:lnTo>
                  <a:lnTo>
                    <a:pt x="2634189" y="2750369"/>
                  </a:lnTo>
                  <a:lnTo>
                    <a:pt x="2634284" y="2750369"/>
                  </a:lnTo>
                  <a:lnTo>
                    <a:pt x="2634378" y="2750369"/>
                  </a:lnTo>
                  <a:lnTo>
                    <a:pt x="2634472" y="2750369"/>
                  </a:lnTo>
                  <a:lnTo>
                    <a:pt x="2634566" y="2750369"/>
                  </a:lnTo>
                  <a:lnTo>
                    <a:pt x="2634660" y="2750369"/>
                  </a:lnTo>
                  <a:lnTo>
                    <a:pt x="2634754" y="2750369"/>
                  </a:lnTo>
                  <a:lnTo>
                    <a:pt x="2634849" y="2750369"/>
                  </a:lnTo>
                  <a:lnTo>
                    <a:pt x="2634943" y="2750369"/>
                  </a:lnTo>
                  <a:lnTo>
                    <a:pt x="2635037" y="2750369"/>
                  </a:lnTo>
                  <a:lnTo>
                    <a:pt x="2635131" y="2750369"/>
                  </a:lnTo>
                  <a:lnTo>
                    <a:pt x="2635225" y="2750369"/>
                  </a:lnTo>
                  <a:lnTo>
                    <a:pt x="2635319" y="2750369"/>
                  </a:lnTo>
                  <a:lnTo>
                    <a:pt x="2635413" y="2750369"/>
                  </a:lnTo>
                  <a:lnTo>
                    <a:pt x="2635508" y="2750369"/>
                  </a:lnTo>
                  <a:lnTo>
                    <a:pt x="2635602" y="2750369"/>
                  </a:lnTo>
                  <a:lnTo>
                    <a:pt x="2635696" y="2750369"/>
                  </a:lnTo>
                  <a:lnTo>
                    <a:pt x="2635696" y="2745458"/>
                  </a:lnTo>
                  <a:lnTo>
                    <a:pt x="2635790" y="2745458"/>
                  </a:lnTo>
                  <a:lnTo>
                    <a:pt x="2635884" y="2745458"/>
                  </a:lnTo>
                  <a:lnTo>
                    <a:pt x="2635978" y="2745458"/>
                  </a:lnTo>
                  <a:lnTo>
                    <a:pt x="2636072" y="2745458"/>
                  </a:lnTo>
                  <a:lnTo>
                    <a:pt x="2636167" y="2745458"/>
                  </a:lnTo>
                  <a:lnTo>
                    <a:pt x="2636261" y="2745458"/>
                  </a:lnTo>
                  <a:lnTo>
                    <a:pt x="2636355" y="2745458"/>
                  </a:lnTo>
                  <a:lnTo>
                    <a:pt x="2636449" y="2745458"/>
                  </a:lnTo>
                  <a:lnTo>
                    <a:pt x="2636543" y="2745458"/>
                  </a:lnTo>
                  <a:lnTo>
                    <a:pt x="2636637" y="2745458"/>
                  </a:lnTo>
                  <a:lnTo>
                    <a:pt x="2636732" y="2745458"/>
                  </a:lnTo>
                  <a:lnTo>
                    <a:pt x="2636826" y="2745458"/>
                  </a:lnTo>
                  <a:lnTo>
                    <a:pt x="2636920" y="2745458"/>
                  </a:lnTo>
                  <a:lnTo>
                    <a:pt x="2637014" y="2745458"/>
                  </a:lnTo>
                  <a:lnTo>
                    <a:pt x="2637108" y="2745458"/>
                  </a:lnTo>
                  <a:lnTo>
                    <a:pt x="2637202" y="2745458"/>
                  </a:lnTo>
                  <a:lnTo>
                    <a:pt x="2637296" y="2745458"/>
                  </a:lnTo>
                  <a:lnTo>
                    <a:pt x="2637391" y="2745458"/>
                  </a:lnTo>
                  <a:lnTo>
                    <a:pt x="2637485" y="2745458"/>
                  </a:lnTo>
                  <a:lnTo>
                    <a:pt x="2637579" y="2745458"/>
                  </a:lnTo>
                  <a:lnTo>
                    <a:pt x="2637673" y="2745458"/>
                  </a:lnTo>
                  <a:lnTo>
                    <a:pt x="2637767" y="2745458"/>
                  </a:lnTo>
                  <a:lnTo>
                    <a:pt x="2637861" y="2745458"/>
                  </a:lnTo>
                  <a:lnTo>
                    <a:pt x="2637956" y="2745458"/>
                  </a:lnTo>
                  <a:lnTo>
                    <a:pt x="2638050" y="2745458"/>
                  </a:lnTo>
                  <a:lnTo>
                    <a:pt x="2638144" y="2745458"/>
                  </a:lnTo>
                  <a:lnTo>
                    <a:pt x="2638238" y="2745458"/>
                  </a:lnTo>
                  <a:lnTo>
                    <a:pt x="2638332" y="2745458"/>
                  </a:lnTo>
                  <a:lnTo>
                    <a:pt x="2638426" y="2745458"/>
                  </a:lnTo>
                  <a:lnTo>
                    <a:pt x="2638520" y="2745458"/>
                  </a:lnTo>
                  <a:lnTo>
                    <a:pt x="2638520" y="2740547"/>
                  </a:lnTo>
                  <a:lnTo>
                    <a:pt x="2638615" y="2740547"/>
                  </a:lnTo>
                  <a:lnTo>
                    <a:pt x="2638709" y="2740547"/>
                  </a:lnTo>
                  <a:lnTo>
                    <a:pt x="2638803" y="2740547"/>
                  </a:lnTo>
                  <a:lnTo>
                    <a:pt x="2638897" y="2740547"/>
                  </a:lnTo>
                  <a:lnTo>
                    <a:pt x="2638991" y="2740547"/>
                  </a:lnTo>
                  <a:lnTo>
                    <a:pt x="2639085" y="2740547"/>
                  </a:lnTo>
                  <a:lnTo>
                    <a:pt x="2639180" y="2740547"/>
                  </a:lnTo>
                  <a:lnTo>
                    <a:pt x="2639274" y="2740547"/>
                  </a:lnTo>
                  <a:lnTo>
                    <a:pt x="2639368" y="2740547"/>
                  </a:lnTo>
                  <a:lnTo>
                    <a:pt x="2639462" y="2740547"/>
                  </a:lnTo>
                  <a:lnTo>
                    <a:pt x="2639556" y="2740547"/>
                  </a:lnTo>
                  <a:lnTo>
                    <a:pt x="2639650" y="2740547"/>
                  </a:lnTo>
                  <a:lnTo>
                    <a:pt x="2639744" y="2740547"/>
                  </a:lnTo>
                  <a:lnTo>
                    <a:pt x="2639839" y="2740547"/>
                  </a:lnTo>
                  <a:lnTo>
                    <a:pt x="2639933" y="2740547"/>
                  </a:lnTo>
                  <a:lnTo>
                    <a:pt x="2640027" y="2740547"/>
                  </a:lnTo>
                  <a:lnTo>
                    <a:pt x="2640121" y="2740547"/>
                  </a:lnTo>
                  <a:lnTo>
                    <a:pt x="2640215" y="2740547"/>
                  </a:lnTo>
                  <a:lnTo>
                    <a:pt x="2640309" y="2740547"/>
                  </a:lnTo>
                  <a:lnTo>
                    <a:pt x="2640403" y="2740547"/>
                  </a:lnTo>
                  <a:lnTo>
                    <a:pt x="2640498" y="2740547"/>
                  </a:lnTo>
                  <a:lnTo>
                    <a:pt x="2640592" y="2740547"/>
                  </a:lnTo>
                  <a:lnTo>
                    <a:pt x="2640592" y="2735635"/>
                  </a:lnTo>
                  <a:lnTo>
                    <a:pt x="2640686" y="2735635"/>
                  </a:lnTo>
                  <a:lnTo>
                    <a:pt x="2640780" y="2735635"/>
                  </a:lnTo>
                  <a:lnTo>
                    <a:pt x="2640874" y="2735635"/>
                  </a:lnTo>
                  <a:lnTo>
                    <a:pt x="2640968" y="2735635"/>
                  </a:lnTo>
                  <a:lnTo>
                    <a:pt x="2641063" y="2735635"/>
                  </a:lnTo>
                  <a:lnTo>
                    <a:pt x="2641157" y="2735635"/>
                  </a:lnTo>
                  <a:lnTo>
                    <a:pt x="2641251" y="2735635"/>
                  </a:lnTo>
                  <a:lnTo>
                    <a:pt x="2641345" y="2735635"/>
                  </a:lnTo>
                  <a:lnTo>
                    <a:pt x="2641439" y="2735635"/>
                  </a:lnTo>
                  <a:lnTo>
                    <a:pt x="2641533" y="2735635"/>
                  </a:lnTo>
                  <a:lnTo>
                    <a:pt x="2641627" y="2735635"/>
                  </a:lnTo>
                  <a:lnTo>
                    <a:pt x="2641722" y="2735635"/>
                  </a:lnTo>
                  <a:lnTo>
                    <a:pt x="2641816" y="2735635"/>
                  </a:lnTo>
                  <a:lnTo>
                    <a:pt x="2641910" y="2735635"/>
                  </a:lnTo>
                  <a:lnTo>
                    <a:pt x="2642004" y="2735635"/>
                  </a:lnTo>
                  <a:lnTo>
                    <a:pt x="2642098" y="2735635"/>
                  </a:lnTo>
                  <a:lnTo>
                    <a:pt x="2642192" y="2735635"/>
                  </a:lnTo>
                  <a:lnTo>
                    <a:pt x="2642287" y="2735635"/>
                  </a:lnTo>
                  <a:lnTo>
                    <a:pt x="2642381" y="2735635"/>
                  </a:lnTo>
                  <a:lnTo>
                    <a:pt x="2642475" y="2735635"/>
                  </a:lnTo>
                  <a:lnTo>
                    <a:pt x="2642569" y="2735635"/>
                  </a:lnTo>
                  <a:lnTo>
                    <a:pt x="2642663" y="2735635"/>
                  </a:lnTo>
                  <a:lnTo>
                    <a:pt x="2642757" y="2735635"/>
                  </a:lnTo>
                  <a:lnTo>
                    <a:pt x="2642851" y="2735635"/>
                  </a:lnTo>
                  <a:lnTo>
                    <a:pt x="2642946" y="2735635"/>
                  </a:lnTo>
                  <a:lnTo>
                    <a:pt x="2643040" y="2735635"/>
                  </a:lnTo>
                  <a:lnTo>
                    <a:pt x="2643134" y="2735635"/>
                  </a:lnTo>
                  <a:lnTo>
                    <a:pt x="2643228" y="2735635"/>
                  </a:lnTo>
                  <a:lnTo>
                    <a:pt x="2643322" y="2735635"/>
                  </a:lnTo>
                  <a:lnTo>
                    <a:pt x="2643416" y="2735635"/>
                  </a:lnTo>
                  <a:lnTo>
                    <a:pt x="2643511" y="2735635"/>
                  </a:lnTo>
                  <a:lnTo>
                    <a:pt x="2643605" y="2735635"/>
                  </a:lnTo>
                  <a:lnTo>
                    <a:pt x="2643699" y="2735635"/>
                  </a:lnTo>
                  <a:lnTo>
                    <a:pt x="2643793" y="2735635"/>
                  </a:lnTo>
                  <a:lnTo>
                    <a:pt x="2643887" y="2735635"/>
                  </a:lnTo>
                  <a:lnTo>
                    <a:pt x="2643981" y="2735635"/>
                  </a:lnTo>
                  <a:lnTo>
                    <a:pt x="2644075" y="2735635"/>
                  </a:lnTo>
                  <a:lnTo>
                    <a:pt x="2644170" y="2735635"/>
                  </a:lnTo>
                  <a:lnTo>
                    <a:pt x="2644264" y="2735635"/>
                  </a:lnTo>
                  <a:lnTo>
                    <a:pt x="2644358" y="2735635"/>
                  </a:lnTo>
                  <a:lnTo>
                    <a:pt x="2644452" y="2735635"/>
                  </a:lnTo>
                  <a:lnTo>
                    <a:pt x="2644546" y="2735635"/>
                  </a:lnTo>
                  <a:lnTo>
                    <a:pt x="2644640" y="2735635"/>
                  </a:lnTo>
                  <a:lnTo>
                    <a:pt x="2644734" y="2735635"/>
                  </a:lnTo>
                  <a:lnTo>
                    <a:pt x="2644829" y="2735635"/>
                  </a:lnTo>
                  <a:lnTo>
                    <a:pt x="2644923" y="2735635"/>
                  </a:lnTo>
                  <a:lnTo>
                    <a:pt x="2645017" y="2735635"/>
                  </a:lnTo>
                  <a:lnTo>
                    <a:pt x="2645111" y="2735635"/>
                  </a:lnTo>
                  <a:lnTo>
                    <a:pt x="2645205" y="2735635"/>
                  </a:lnTo>
                  <a:lnTo>
                    <a:pt x="2645299" y="2735635"/>
                  </a:lnTo>
                  <a:lnTo>
                    <a:pt x="2645394" y="2735635"/>
                  </a:lnTo>
                  <a:lnTo>
                    <a:pt x="2645488" y="2735635"/>
                  </a:lnTo>
                  <a:lnTo>
                    <a:pt x="2645582" y="2735635"/>
                  </a:lnTo>
                  <a:lnTo>
                    <a:pt x="2645676" y="2735635"/>
                  </a:lnTo>
                  <a:lnTo>
                    <a:pt x="2645770" y="2735635"/>
                  </a:lnTo>
                  <a:lnTo>
                    <a:pt x="2645864" y="2735635"/>
                  </a:lnTo>
                  <a:lnTo>
                    <a:pt x="2645958" y="2735635"/>
                  </a:lnTo>
                  <a:lnTo>
                    <a:pt x="2646053" y="2735635"/>
                  </a:lnTo>
                  <a:lnTo>
                    <a:pt x="2646147" y="2735635"/>
                  </a:lnTo>
                  <a:lnTo>
                    <a:pt x="2646241" y="2735635"/>
                  </a:lnTo>
                  <a:lnTo>
                    <a:pt x="2646335" y="2735635"/>
                  </a:lnTo>
                  <a:lnTo>
                    <a:pt x="2646429" y="2735635"/>
                  </a:lnTo>
                  <a:lnTo>
                    <a:pt x="2646523" y="2735635"/>
                  </a:lnTo>
                  <a:lnTo>
                    <a:pt x="2646618" y="2735635"/>
                  </a:lnTo>
                  <a:lnTo>
                    <a:pt x="2646712" y="2735635"/>
                  </a:lnTo>
                  <a:lnTo>
                    <a:pt x="2646806" y="2735635"/>
                  </a:lnTo>
                  <a:lnTo>
                    <a:pt x="2646900" y="2735635"/>
                  </a:lnTo>
                  <a:lnTo>
                    <a:pt x="2646994" y="2735635"/>
                  </a:lnTo>
                  <a:lnTo>
                    <a:pt x="2647088" y="2735635"/>
                  </a:lnTo>
                  <a:lnTo>
                    <a:pt x="2647182" y="2735635"/>
                  </a:lnTo>
                  <a:lnTo>
                    <a:pt x="2647277" y="2735635"/>
                  </a:lnTo>
                  <a:lnTo>
                    <a:pt x="2647371" y="2735635"/>
                  </a:lnTo>
                  <a:lnTo>
                    <a:pt x="2647465" y="2735635"/>
                  </a:lnTo>
                  <a:lnTo>
                    <a:pt x="2647465" y="2730724"/>
                  </a:lnTo>
                  <a:lnTo>
                    <a:pt x="2647559" y="2730724"/>
                  </a:lnTo>
                  <a:lnTo>
                    <a:pt x="2647653" y="2730724"/>
                  </a:lnTo>
                  <a:lnTo>
                    <a:pt x="2647747" y="2730724"/>
                  </a:lnTo>
                  <a:lnTo>
                    <a:pt x="2647842" y="2730724"/>
                  </a:lnTo>
                  <a:lnTo>
                    <a:pt x="2647936" y="2730724"/>
                  </a:lnTo>
                  <a:lnTo>
                    <a:pt x="2648030" y="2730724"/>
                  </a:lnTo>
                  <a:lnTo>
                    <a:pt x="2648124" y="2730724"/>
                  </a:lnTo>
                  <a:lnTo>
                    <a:pt x="2648218" y="2730724"/>
                  </a:lnTo>
                  <a:lnTo>
                    <a:pt x="2648312" y="2730724"/>
                  </a:lnTo>
                  <a:lnTo>
                    <a:pt x="2648406" y="2730724"/>
                  </a:lnTo>
                  <a:lnTo>
                    <a:pt x="2648501" y="2730724"/>
                  </a:lnTo>
                  <a:lnTo>
                    <a:pt x="2648595" y="2730724"/>
                  </a:lnTo>
                  <a:lnTo>
                    <a:pt x="2648689" y="2730724"/>
                  </a:lnTo>
                  <a:lnTo>
                    <a:pt x="2648783" y="2730724"/>
                  </a:lnTo>
                  <a:lnTo>
                    <a:pt x="2648877" y="2730724"/>
                  </a:lnTo>
                  <a:lnTo>
                    <a:pt x="2648971" y="2730724"/>
                  </a:lnTo>
                  <a:lnTo>
                    <a:pt x="2649065" y="2730724"/>
                  </a:lnTo>
                  <a:lnTo>
                    <a:pt x="2649160" y="2730724"/>
                  </a:lnTo>
                  <a:lnTo>
                    <a:pt x="2649254" y="2730724"/>
                  </a:lnTo>
                  <a:lnTo>
                    <a:pt x="2649348" y="2730724"/>
                  </a:lnTo>
                  <a:lnTo>
                    <a:pt x="2649442" y="2730724"/>
                  </a:lnTo>
                  <a:lnTo>
                    <a:pt x="2649536" y="2730724"/>
                  </a:lnTo>
                  <a:lnTo>
                    <a:pt x="2649630" y="2730724"/>
                  </a:lnTo>
                  <a:lnTo>
                    <a:pt x="2649725" y="2730724"/>
                  </a:lnTo>
                  <a:lnTo>
                    <a:pt x="2649819" y="2730724"/>
                  </a:lnTo>
                  <a:lnTo>
                    <a:pt x="2649913" y="2730724"/>
                  </a:lnTo>
                  <a:lnTo>
                    <a:pt x="2650007" y="2730724"/>
                  </a:lnTo>
                  <a:lnTo>
                    <a:pt x="2650101" y="2730724"/>
                  </a:lnTo>
                  <a:lnTo>
                    <a:pt x="2650195" y="2730724"/>
                  </a:lnTo>
                  <a:lnTo>
                    <a:pt x="2650289" y="2730724"/>
                  </a:lnTo>
                  <a:lnTo>
                    <a:pt x="2650384" y="2730724"/>
                  </a:lnTo>
                  <a:lnTo>
                    <a:pt x="2650478" y="2730724"/>
                  </a:lnTo>
                  <a:lnTo>
                    <a:pt x="2650572" y="2730724"/>
                  </a:lnTo>
                  <a:lnTo>
                    <a:pt x="2650666" y="2730724"/>
                  </a:lnTo>
                  <a:lnTo>
                    <a:pt x="2650760" y="2730724"/>
                  </a:lnTo>
                  <a:lnTo>
                    <a:pt x="2650854" y="2730724"/>
                  </a:lnTo>
                  <a:lnTo>
                    <a:pt x="2650949" y="2730724"/>
                  </a:lnTo>
                  <a:lnTo>
                    <a:pt x="2651043" y="2730724"/>
                  </a:lnTo>
                  <a:lnTo>
                    <a:pt x="2651137" y="2730724"/>
                  </a:lnTo>
                  <a:lnTo>
                    <a:pt x="2651231" y="2730724"/>
                  </a:lnTo>
                  <a:lnTo>
                    <a:pt x="2651325" y="2730724"/>
                  </a:lnTo>
                  <a:lnTo>
                    <a:pt x="2651419" y="2730724"/>
                  </a:lnTo>
                  <a:lnTo>
                    <a:pt x="2651513" y="2730724"/>
                  </a:lnTo>
                  <a:lnTo>
                    <a:pt x="2651608" y="2730724"/>
                  </a:lnTo>
                  <a:lnTo>
                    <a:pt x="2651702" y="2730724"/>
                  </a:lnTo>
                  <a:lnTo>
                    <a:pt x="2651796" y="2730724"/>
                  </a:lnTo>
                  <a:lnTo>
                    <a:pt x="2651890" y="2730724"/>
                  </a:lnTo>
                  <a:lnTo>
                    <a:pt x="2651984" y="2730724"/>
                  </a:lnTo>
                  <a:lnTo>
                    <a:pt x="2652078" y="2730724"/>
                  </a:lnTo>
                  <a:lnTo>
                    <a:pt x="2652173" y="2730724"/>
                  </a:lnTo>
                  <a:lnTo>
                    <a:pt x="2652267" y="2730724"/>
                  </a:lnTo>
                  <a:lnTo>
                    <a:pt x="2652361" y="2730724"/>
                  </a:lnTo>
                  <a:lnTo>
                    <a:pt x="2652455" y="2730724"/>
                  </a:lnTo>
                  <a:lnTo>
                    <a:pt x="2652549" y="2730724"/>
                  </a:lnTo>
                  <a:lnTo>
                    <a:pt x="2652643" y="2730724"/>
                  </a:lnTo>
                  <a:lnTo>
                    <a:pt x="2652737" y="2730724"/>
                  </a:lnTo>
                  <a:lnTo>
                    <a:pt x="2652832" y="2730724"/>
                  </a:lnTo>
                  <a:lnTo>
                    <a:pt x="2652926" y="2730724"/>
                  </a:lnTo>
                  <a:lnTo>
                    <a:pt x="2653020" y="2730724"/>
                  </a:lnTo>
                  <a:lnTo>
                    <a:pt x="2653114" y="2730724"/>
                  </a:lnTo>
                  <a:lnTo>
                    <a:pt x="2653208" y="2730724"/>
                  </a:lnTo>
                  <a:lnTo>
                    <a:pt x="2653302" y="2730724"/>
                  </a:lnTo>
                  <a:lnTo>
                    <a:pt x="2653396" y="2730724"/>
                  </a:lnTo>
                  <a:lnTo>
                    <a:pt x="2653491" y="2730724"/>
                  </a:lnTo>
                  <a:lnTo>
                    <a:pt x="2653585" y="2730724"/>
                  </a:lnTo>
                  <a:lnTo>
                    <a:pt x="2653679" y="2730724"/>
                  </a:lnTo>
                  <a:lnTo>
                    <a:pt x="2653773" y="2730724"/>
                  </a:lnTo>
                  <a:lnTo>
                    <a:pt x="2653867" y="2730724"/>
                  </a:lnTo>
                  <a:lnTo>
                    <a:pt x="2653961" y="2730724"/>
                  </a:lnTo>
                  <a:lnTo>
                    <a:pt x="2654056" y="2730724"/>
                  </a:lnTo>
                  <a:lnTo>
                    <a:pt x="2654150" y="2730724"/>
                  </a:lnTo>
                  <a:lnTo>
                    <a:pt x="2654244" y="2730724"/>
                  </a:lnTo>
                  <a:lnTo>
                    <a:pt x="2654338" y="2730724"/>
                  </a:lnTo>
                  <a:lnTo>
                    <a:pt x="2654432" y="2730724"/>
                  </a:lnTo>
                  <a:lnTo>
                    <a:pt x="2654526" y="2730724"/>
                  </a:lnTo>
                  <a:lnTo>
                    <a:pt x="2654620" y="2730724"/>
                  </a:lnTo>
                  <a:lnTo>
                    <a:pt x="2654715" y="2730724"/>
                  </a:lnTo>
                  <a:lnTo>
                    <a:pt x="2654809" y="2730724"/>
                  </a:lnTo>
                  <a:lnTo>
                    <a:pt x="2654903" y="2730724"/>
                  </a:lnTo>
                  <a:lnTo>
                    <a:pt x="2654997" y="2730724"/>
                  </a:lnTo>
                  <a:lnTo>
                    <a:pt x="2655091" y="2730724"/>
                  </a:lnTo>
                  <a:lnTo>
                    <a:pt x="2655185" y="2730724"/>
                  </a:lnTo>
                  <a:lnTo>
                    <a:pt x="2655280" y="2730724"/>
                  </a:lnTo>
                  <a:lnTo>
                    <a:pt x="2655374" y="2730724"/>
                  </a:lnTo>
                  <a:lnTo>
                    <a:pt x="2655468" y="2730724"/>
                  </a:lnTo>
                  <a:lnTo>
                    <a:pt x="2655562" y="2730724"/>
                  </a:lnTo>
                  <a:lnTo>
                    <a:pt x="2655656" y="2730724"/>
                  </a:lnTo>
                  <a:lnTo>
                    <a:pt x="2655750" y="2730724"/>
                  </a:lnTo>
                  <a:lnTo>
                    <a:pt x="2655844" y="2730724"/>
                  </a:lnTo>
                  <a:lnTo>
                    <a:pt x="2655939" y="2730724"/>
                  </a:lnTo>
                  <a:lnTo>
                    <a:pt x="2656033" y="2730724"/>
                  </a:lnTo>
                  <a:lnTo>
                    <a:pt x="2656127" y="2730724"/>
                  </a:lnTo>
                  <a:lnTo>
                    <a:pt x="2656221" y="2730724"/>
                  </a:lnTo>
                  <a:lnTo>
                    <a:pt x="2656315" y="2730724"/>
                  </a:lnTo>
                  <a:lnTo>
                    <a:pt x="2656409" y="2730724"/>
                  </a:lnTo>
                  <a:lnTo>
                    <a:pt x="2656504" y="2730724"/>
                  </a:lnTo>
                  <a:lnTo>
                    <a:pt x="2656598" y="2730724"/>
                  </a:lnTo>
                  <a:lnTo>
                    <a:pt x="2656692" y="2730724"/>
                  </a:lnTo>
                  <a:lnTo>
                    <a:pt x="2656786" y="2730724"/>
                  </a:lnTo>
                  <a:lnTo>
                    <a:pt x="2656880" y="2730724"/>
                  </a:lnTo>
                  <a:lnTo>
                    <a:pt x="2656974" y="2730724"/>
                  </a:lnTo>
                  <a:lnTo>
                    <a:pt x="2657068" y="2730724"/>
                  </a:lnTo>
                  <a:lnTo>
                    <a:pt x="2657163" y="2730724"/>
                  </a:lnTo>
                  <a:lnTo>
                    <a:pt x="2657257" y="2730724"/>
                  </a:lnTo>
                  <a:lnTo>
                    <a:pt x="2657351" y="2730724"/>
                  </a:lnTo>
                  <a:lnTo>
                    <a:pt x="2657445" y="2730724"/>
                  </a:lnTo>
                  <a:lnTo>
                    <a:pt x="2657539" y="2730724"/>
                  </a:lnTo>
                  <a:lnTo>
                    <a:pt x="2657633" y="2730724"/>
                  </a:lnTo>
                  <a:lnTo>
                    <a:pt x="2657727" y="2730724"/>
                  </a:lnTo>
                  <a:lnTo>
                    <a:pt x="2657822" y="2730724"/>
                  </a:lnTo>
                  <a:lnTo>
                    <a:pt x="2657916" y="2730724"/>
                  </a:lnTo>
                  <a:lnTo>
                    <a:pt x="2658010" y="2730724"/>
                  </a:lnTo>
                  <a:lnTo>
                    <a:pt x="2658104" y="2730724"/>
                  </a:lnTo>
                  <a:lnTo>
                    <a:pt x="2658198" y="2730724"/>
                  </a:lnTo>
                  <a:lnTo>
                    <a:pt x="2658292" y="2730724"/>
                  </a:lnTo>
                  <a:lnTo>
                    <a:pt x="2658387" y="2730724"/>
                  </a:lnTo>
                  <a:lnTo>
                    <a:pt x="2658481" y="2730724"/>
                  </a:lnTo>
                  <a:lnTo>
                    <a:pt x="2658575" y="2730724"/>
                  </a:lnTo>
                  <a:lnTo>
                    <a:pt x="2658669" y="2730724"/>
                  </a:lnTo>
                  <a:lnTo>
                    <a:pt x="2658763" y="2730724"/>
                  </a:lnTo>
                  <a:lnTo>
                    <a:pt x="2658857" y="2730724"/>
                  </a:lnTo>
                  <a:lnTo>
                    <a:pt x="2658857" y="2725813"/>
                  </a:lnTo>
                  <a:lnTo>
                    <a:pt x="2658951" y="2725813"/>
                  </a:lnTo>
                  <a:lnTo>
                    <a:pt x="2659046" y="2725813"/>
                  </a:lnTo>
                  <a:lnTo>
                    <a:pt x="2659140" y="2725813"/>
                  </a:lnTo>
                  <a:lnTo>
                    <a:pt x="2659234" y="2725813"/>
                  </a:lnTo>
                  <a:lnTo>
                    <a:pt x="2659328" y="2725813"/>
                  </a:lnTo>
                  <a:lnTo>
                    <a:pt x="2659422" y="2725813"/>
                  </a:lnTo>
                  <a:lnTo>
                    <a:pt x="2659516" y="2725813"/>
                  </a:lnTo>
                  <a:lnTo>
                    <a:pt x="2659611" y="2725813"/>
                  </a:lnTo>
                  <a:lnTo>
                    <a:pt x="2659705" y="2725813"/>
                  </a:lnTo>
                  <a:lnTo>
                    <a:pt x="2659799" y="2725813"/>
                  </a:lnTo>
                  <a:lnTo>
                    <a:pt x="2659893" y="2725813"/>
                  </a:lnTo>
                  <a:lnTo>
                    <a:pt x="2659987" y="2725813"/>
                  </a:lnTo>
                  <a:lnTo>
                    <a:pt x="2660081" y="2725813"/>
                  </a:lnTo>
                  <a:lnTo>
                    <a:pt x="2660175" y="2725813"/>
                  </a:lnTo>
                  <a:lnTo>
                    <a:pt x="2660270" y="2725813"/>
                  </a:lnTo>
                  <a:lnTo>
                    <a:pt x="2660364" y="2725813"/>
                  </a:lnTo>
                  <a:lnTo>
                    <a:pt x="2660458" y="2725813"/>
                  </a:lnTo>
                  <a:lnTo>
                    <a:pt x="2660552" y="2725813"/>
                  </a:lnTo>
                  <a:lnTo>
                    <a:pt x="2660646" y="2725813"/>
                  </a:lnTo>
                  <a:lnTo>
                    <a:pt x="2660740" y="2725813"/>
                  </a:lnTo>
                  <a:lnTo>
                    <a:pt x="2660835" y="2725813"/>
                  </a:lnTo>
                  <a:lnTo>
                    <a:pt x="2660929" y="2725813"/>
                  </a:lnTo>
                  <a:lnTo>
                    <a:pt x="2661023" y="2725813"/>
                  </a:lnTo>
                  <a:lnTo>
                    <a:pt x="2661117" y="2725813"/>
                  </a:lnTo>
                  <a:lnTo>
                    <a:pt x="2661117" y="2720901"/>
                  </a:lnTo>
                  <a:lnTo>
                    <a:pt x="2661117" y="2715990"/>
                  </a:lnTo>
                  <a:lnTo>
                    <a:pt x="2661211" y="2715990"/>
                  </a:lnTo>
                  <a:lnTo>
                    <a:pt x="2661305" y="2715990"/>
                  </a:lnTo>
                  <a:lnTo>
                    <a:pt x="2661399" y="2715990"/>
                  </a:lnTo>
                  <a:lnTo>
                    <a:pt x="2661494" y="2715990"/>
                  </a:lnTo>
                  <a:lnTo>
                    <a:pt x="2661588" y="2715990"/>
                  </a:lnTo>
                  <a:lnTo>
                    <a:pt x="2661682" y="2715990"/>
                  </a:lnTo>
                  <a:lnTo>
                    <a:pt x="2661776" y="2715990"/>
                  </a:lnTo>
                  <a:lnTo>
                    <a:pt x="2661870" y="2715990"/>
                  </a:lnTo>
                  <a:lnTo>
                    <a:pt x="2661964" y="2715990"/>
                  </a:lnTo>
                  <a:lnTo>
                    <a:pt x="2662058" y="2715990"/>
                  </a:lnTo>
                  <a:lnTo>
                    <a:pt x="2662153" y="2715990"/>
                  </a:lnTo>
                  <a:lnTo>
                    <a:pt x="2662247" y="2715990"/>
                  </a:lnTo>
                  <a:lnTo>
                    <a:pt x="2662341" y="2715990"/>
                  </a:lnTo>
                  <a:lnTo>
                    <a:pt x="2662435" y="2715990"/>
                  </a:lnTo>
                  <a:lnTo>
                    <a:pt x="2662529" y="2715990"/>
                  </a:lnTo>
                  <a:lnTo>
                    <a:pt x="2662623" y="2715990"/>
                  </a:lnTo>
                  <a:lnTo>
                    <a:pt x="2662718" y="2715990"/>
                  </a:lnTo>
                  <a:lnTo>
                    <a:pt x="2662812" y="2715990"/>
                  </a:lnTo>
                  <a:lnTo>
                    <a:pt x="2662906" y="2715990"/>
                  </a:lnTo>
                  <a:lnTo>
                    <a:pt x="2663000" y="2715990"/>
                  </a:lnTo>
                  <a:lnTo>
                    <a:pt x="2663094" y="2715990"/>
                  </a:lnTo>
                  <a:lnTo>
                    <a:pt x="2663188" y="2715990"/>
                  </a:lnTo>
                  <a:lnTo>
                    <a:pt x="2663282" y="2715990"/>
                  </a:lnTo>
                  <a:lnTo>
                    <a:pt x="2663377" y="2715990"/>
                  </a:lnTo>
                  <a:lnTo>
                    <a:pt x="2663471" y="2715990"/>
                  </a:lnTo>
                  <a:lnTo>
                    <a:pt x="2663565" y="2715990"/>
                  </a:lnTo>
                  <a:lnTo>
                    <a:pt x="2663659" y="2715990"/>
                  </a:lnTo>
                  <a:lnTo>
                    <a:pt x="2663753" y="2715990"/>
                  </a:lnTo>
                  <a:lnTo>
                    <a:pt x="2663847" y="2715990"/>
                  </a:lnTo>
                  <a:lnTo>
                    <a:pt x="2663942" y="2715990"/>
                  </a:lnTo>
                  <a:lnTo>
                    <a:pt x="2664036" y="2715990"/>
                  </a:lnTo>
                  <a:lnTo>
                    <a:pt x="2664130" y="2715990"/>
                  </a:lnTo>
                  <a:lnTo>
                    <a:pt x="2664224" y="2715990"/>
                  </a:lnTo>
                  <a:lnTo>
                    <a:pt x="2664318" y="2715990"/>
                  </a:lnTo>
                  <a:lnTo>
                    <a:pt x="2664412" y="2715990"/>
                  </a:lnTo>
                  <a:lnTo>
                    <a:pt x="2664506" y="2715990"/>
                  </a:lnTo>
                  <a:lnTo>
                    <a:pt x="2664601" y="2715990"/>
                  </a:lnTo>
                  <a:lnTo>
                    <a:pt x="2664695" y="2715990"/>
                  </a:lnTo>
                  <a:lnTo>
                    <a:pt x="2664789" y="2715990"/>
                  </a:lnTo>
                  <a:lnTo>
                    <a:pt x="2664883" y="2715990"/>
                  </a:lnTo>
                  <a:lnTo>
                    <a:pt x="2664977" y="2715990"/>
                  </a:lnTo>
                  <a:lnTo>
                    <a:pt x="2665071" y="2715990"/>
                  </a:lnTo>
                  <a:lnTo>
                    <a:pt x="2665166" y="2715990"/>
                  </a:lnTo>
                  <a:lnTo>
                    <a:pt x="2665260" y="2715990"/>
                  </a:lnTo>
                  <a:lnTo>
                    <a:pt x="2665354" y="2715990"/>
                  </a:lnTo>
                  <a:lnTo>
                    <a:pt x="2665448" y="2715990"/>
                  </a:lnTo>
                  <a:lnTo>
                    <a:pt x="2665542" y="2715990"/>
                  </a:lnTo>
                  <a:lnTo>
                    <a:pt x="2665636" y="2715990"/>
                  </a:lnTo>
                  <a:lnTo>
                    <a:pt x="2665730" y="2715990"/>
                  </a:lnTo>
                  <a:lnTo>
                    <a:pt x="2665825" y="2715990"/>
                  </a:lnTo>
                  <a:lnTo>
                    <a:pt x="2665919" y="2715990"/>
                  </a:lnTo>
                  <a:lnTo>
                    <a:pt x="2666013" y="2715990"/>
                  </a:lnTo>
                  <a:lnTo>
                    <a:pt x="2666107" y="2715990"/>
                  </a:lnTo>
                  <a:lnTo>
                    <a:pt x="2666201" y="2715990"/>
                  </a:lnTo>
                  <a:lnTo>
                    <a:pt x="2666295" y="2715990"/>
                  </a:lnTo>
                  <a:lnTo>
                    <a:pt x="2666389" y="2715990"/>
                  </a:lnTo>
                  <a:lnTo>
                    <a:pt x="2666484" y="2715990"/>
                  </a:lnTo>
                  <a:lnTo>
                    <a:pt x="2666484" y="2711078"/>
                  </a:lnTo>
                  <a:lnTo>
                    <a:pt x="2666578" y="2711078"/>
                  </a:lnTo>
                  <a:lnTo>
                    <a:pt x="2666672" y="2711078"/>
                  </a:lnTo>
                  <a:lnTo>
                    <a:pt x="2666766" y="2711078"/>
                  </a:lnTo>
                  <a:lnTo>
                    <a:pt x="2666860" y="2711078"/>
                  </a:lnTo>
                  <a:lnTo>
                    <a:pt x="2666954" y="2711078"/>
                  </a:lnTo>
                  <a:lnTo>
                    <a:pt x="2667049" y="2711078"/>
                  </a:lnTo>
                  <a:lnTo>
                    <a:pt x="2667143" y="2711078"/>
                  </a:lnTo>
                  <a:lnTo>
                    <a:pt x="2667237" y="2711078"/>
                  </a:lnTo>
                  <a:lnTo>
                    <a:pt x="2667331" y="2711078"/>
                  </a:lnTo>
                  <a:lnTo>
                    <a:pt x="2667425" y="2711078"/>
                  </a:lnTo>
                  <a:lnTo>
                    <a:pt x="2667519" y="2711078"/>
                  </a:lnTo>
                  <a:lnTo>
                    <a:pt x="2667519" y="2706167"/>
                  </a:lnTo>
                  <a:lnTo>
                    <a:pt x="2667613" y="2706167"/>
                  </a:lnTo>
                  <a:lnTo>
                    <a:pt x="2667708" y="2706167"/>
                  </a:lnTo>
                  <a:lnTo>
                    <a:pt x="2667802" y="2706167"/>
                  </a:lnTo>
                  <a:lnTo>
                    <a:pt x="2667896" y="2706167"/>
                  </a:lnTo>
                  <a:lnTo>
                    <a:pt x="2667990" y="2706167"/>
                  </a:lnTo>
                  <a:lnTo>
                    <a:pt x="2668084" y="2706167"/>
                  </a:lnTo>
                  <a:lnTo>
                    <a:pt x="2668178" y="2706167"/>
                  </a:lnTo>
                  <a:lnTo>
                    <a:pt x="2668273" y="2706167"/>
                  </a:lnTo>
                  <a:lnTo>
                    <a:pt x="2668367" y="2706167"/>
                  </a:lnTo>
                  <a:lnTo>
                    <a:pt x="2668461" y="2706167"/>
                  </a:lnTo>
                  <a:lnTo>
                    <a:pt x="2668555" y="2706167"/>
                  </a:lnTo>
                  <a:lnTo>
                    <a:pt x="2668649" y="2706167"/>
                  </a:lnTo>
                  <a:lnTo>
                    <a:pt x="2668743" y="2706167"/>
                  </a:lnTo>
                  <a:lnTo>
                    <a:pt x="2668837" y="2706167"/>
                  </a:lnTo>
                  <a:lnTo>
                    <a:pt x="2668932" y="2706167"/>
                  </a:lnTo>
                  <a:lnTo>
                    <a:pt x="2669026" y="2706167"/>
                  </a:lnTo>
                  <a:lnTo>
                    <a:pt x="2669120" y="2706167"/>
                  </a:lnTo>
                  <a:lnTo>
                    <a:pt x="2669214" y="2706167"/>
                  </a:lnTo>
                  <a:lnTo>
                    <a:pt x="2669308" y="2706167"/>
                  </a:lnTo>
                  <a:lnTo>
                    <a:pt x="2669402" y="2706167"/>
                  </a:lnTo>
                  <a:lnTo>
                    <a:pt x="2669497" y="2706167"/>
                  </a:lnTo>
                  <a:lnTo>
                    <a:pt x="2669591" y="2706167"/>
                  </a:lnTo>
                  <a:lnTo>
                    <a:pt x="2669685" y="2706167"/>
                  </a:lnTo>
                  <a:lnTo>
                    <a:pt x="2669779" y="2706167"/>
                  </a:lnTo>
                  <a:lnTo>
                    <a:pt x="2669873" y="2706167"/>
                  </a:lnTo>
                  <a:lnTo>
                    <a:pt x="2669967" y="2706167"/>
                  </a:lnTo>
                  <a:lnTo>
                    <a:pt x="2670061" y="2706167"/>
                  </a:lnTo>
                  <a:lnTo>
                    <a:pt x="2670156" y="2706167"/>
                  </a:lnTo>
                  <a:lnTo>
                    <a:pt x="2670250" y="2706167"/>
                  </a:lnTo>
                  <a:lnTo>
                    <a:pt x="2670344" y="2706167"/>
                  </a:lnTo>
                  <a:lnTo>
                    <a:pt x="2670438" y="2706167"/>
                  </a:lnTo>
                  <a:lnTo>
                    <a:pt x="2670532" y="2706167"/>
                  </a:lnTo>
                  <a:lnTo>
                    <a:pt x="2670626" y="2706167"/>
                  </a:lnTo>
                  <a:lnTo>
                    <a:pt x="2670720" y="2706167"/>
                  </a:lnTo>
                  <a:lnTo>
                    <a:pt x="2670815" y="2706167"/>
                  </a:lnTo>
                  <a:lnTo>
                    <a:pt x="2670909" y="2706167"/>
                  </a:lnTo>
                  <a:lnTo>
                    <a:pt x="2671003" y="2706167"/>
                  </a:lnTo>
                  <a:lnTo>
                    <a:pt x="2671097" y="2706167"/>
                  </a:lnTo>
                  <a:lnTo>
                    <a:pt x="2671191" y="2706167"/>
                  </a:lnTo>
                  <a:lnTo>
                    <a:pt x="2671285" y="2706167"/>
                  </a:lnTo>
                  <a:lnTo>
                    <a:pt x="2671380" y="2706167"/>
                  </a:lnTo>
                  <a:lnTo>
                    <a:pt x="2671474" y="2706167"/>
                  </a:lnTo>
                  <a:lnTo>
                    <a:pt x="2671568" y="2706167"/>
                  </a:lnTo>
                  <a:lnTo>
                    <a:pt x="2671662" y="2706167"/>
                  </a:lnTo>
                  <a:lnTo>
                    <a:pt x="2671756" y="2706167"/>
                  </a:lnTo>
                  <a:lnTo>
                    <a:pt x="2671850" y="2706167"/>
                  </a:lnTo>
                  <a:lnTo>
                    <a:pt x="2671944" y="2706167"/>
                  </a:lnTo>
                  <a:lnTo>
                    <a:pt x="2672039" y="2706167"/>
                  </a:lnTo>
                  <a:lnTo>
                    <a:pt x="2672133" y="2706167"/>
                  </a:lnTo>
                  <a:lnTo>
                    <a:pt x="2672227" y="2706167"/>
                  </a:lnTo>
                  <a:lnTo>
                    <a:pt x="2672321" y="2706167"/>
                  </a:lnTo>
                  <a:lnTo>
                    <a:pt x="2672415" y="2706167"/>
                  </a:lnTo>
                  <a:lnTo>
                    <a:pt x="2672509" y="2706167"/>
                  </a:lnTo>
                  <a:lnTo>
                    <a:pt x="2672604" y="2706167"/>
                  </a:lnTo>
                  <a:lnTo>
                    <a:pt x="2672698" y="2706167"/>
                  </a:lnTo>
                  <a:lnTo>
                    <a:pt x="2672792" y="2706167"/>
                  </a:lnTo>
                  <a:lnTo>
                    <a:pt x="2672886" y="2706167"/>
                  </a:lnTo>
                  <a:lnTo>
                    <a:pt x="2672980" y="2706167"/>
                  </a:lnTo>
                  <a:lnTo>
                    <a:pt x="2673074" y="2706167"/>
                  </a:lnTo>
                  <a:lnTo>
                    <a:pt x="2673074" y="2701256"/>
                  </a:lnTo>
                  <a:lnTo>
                    <a:pt x="2673168" y="2701256"/>
                  </a:lnTo>
                  <a:lnTo>
                    <a:pt x="2673263" y="2701256"/>
                  </a:lnTo>
                  <a:lnTo>
                    <a:pt x="2673357" y="2701256"/>
                  </a:lnTo>
                  <a:lnTo>
                    <a:pt x="2673451" y="2701256"/>
                  </a:lnTo>
                  <a:lnTo>
                    <a:pt x="2673545" y="2701256"/>
                  </a:lnTo>
                  <a:lnTo>
                    <a:pt x="2673639" y="2701256"/>
                  </a:lnTo>
                  <a:lnTo>
                    <a:pt x="2673733" y="2701256"/>
                  </a:lnTo>
                  <a:lnTo>
                    <a:pt x="2673828" y="2701256"/>
                  </a:lnTo>
                  <a:lnTo>
                    <a:pt x="2673922" y="2701256"/>
                  </a:lnTo>
                  <a:lnTo>
                    <a:pt x="2674016" y="2701256"/>
                  </a:lnTo>
                  <a:lnTo>
                    <a:pt x="2674110" y="2701256"/>
                  </a:lnTo>
                  <a:lnTo>
                    <a:pt x="2674204" y="2701256"/>
                  </a:lnTo>
                  <a:lnTo>
                    <a:pt x="2674298" y="2701256"/>
                  </a:lnTo>
                  <a:lnTo>
                    <a:pt x="2674392" y="2701256"/>
                  </a:lnTo>
                  <a:lnTo>
                    <a:pt x="2674487" y="2701256"/>
                  </a:lnTo>
                  <a:lnTo>
                    <a:pt x="2674487" y="2696344"/>
                  </a:lnTo>
                  <a:lnTo>
                    <a:pt x="2674581" y="2696344"/>
                  </a:lnTo>
                  <a:lnTo>
                    <a:pt x="2674675" y="2696344"/>
                  </a:lnTo>
                  <a:lnTo>
                    <a:pt x="2674769" y="2696344"/>
                  </a:lnTo>
                  <a:lnTo>
                    <a:pt x="2674863" y="2696344"/>
                  </a:lnTo>
                  <a:lnTo>
                    <a:pt x="2674957" y="2696344"/>
                  </a:lnTo>
                  <a:lnTo>
                    <a:pt x="2674957" y="2691433"/>
                  </a:lnTo>
                  <a:lnTo>
                    <a:pt x="2675051" y="2691433"/>
                  </a:lnTo>
                  <a:lnTo>
                    <a:pt x="2675146" y="2691433"/>
                  </a:lnTo>
                  <a:lnTo>
                    <a:pt x="2675240" y="2691433"/>
                  </a:lnTo>
                  <a:lnTo>
                    <a:pt x="2675334" y="2691433"/>
                  </a:lnTo>
                  <a:lnTo>
                    <a:pt x="2675428" y="2691433"/>
                  </a:lnTo>
                  <a:lnTo>
                    <a:pt x="2675522" y="2691433"/>
                  </a:lnTo>
                  <a:lnTo>
                    <a:pt x="2675616" y="2691433"/>
                  </a:lnTo>
                  <a:lnTo>
                    <a:pt x="2675711" y="2691433"/>
                  </a:lnTo>
                  <a:lnTo>
                    <a:pt x="2675805" y="2691433"/>
                  </a:lnTo>
                  <a:lnTo>
                    <a:pt x="2675899" y="2691433"/>
                  </a:lnTo>
                  <a:lnTo>
                    <a:pt x="2675993" y="2691433"/>
                  </a:lnTo>
                  <a:lnTo>
                    <a:pt x="2676087" y="2691433"/>
                  </a:lnTo>
                  <a:lnTo>
                    <a:pt x="2676181" y="2691433"/>
                  </a:lnTo>
                  <a:lnTo>
                    <a:pt x="2676275" y="2691433"/>
                  </a:lnTo>
                  <a:lnTo>
                    <a:pt x="2676370" y="2691433"/>
                  </a:lnTo>
                  <a:lnTo>
                    <a:pt x="2676464" y="2691433"/>
                  </a:lnTo>
                  <a:lnTo>
                    <a:pt x="2676558" y="2691433"/>
                  </a:lnTo>
                  <a:lnTo>
                    <a:pt x="2676652" y="2691433"/>
                  </a:lnTo>
                  <a:lnTo>
                    <a:pt x="2676746" y="2691433"/>
                  </a:lnTo>
                  <a:lnTo>
                    <a:pt x="2676840" y="2691433"/>
                  </a:lnTo>
                  <a:lnTo>
                    <a:pt x="2676935" y="2691433"/>
                  </a:lnTo>
                  <a:lnTo>
                    <a:pt x="2677029" y="2691433"/>
                  </a:lnTo>
                  <a:lnTo>
                    <a:pt x="2677123" y="2691433"/>
                  </a:lnTo>
                  <a:lnTo>
                    <a:pt x="2677217" y="2691433"/>
                  </a:lnTo>
                  <a:lnTo>
                    <a:pt x="2677311" y="2691433"/>
                  </a:lnTo>
                  <a:lnTo>
                    <a:pt x="2677405" y="2691433"/>
                  </a:lnTo>
                  <a:lnTo>
                    <a:pt x="2677499" y="2691433"/>
                  </a:lnTo>
                  <a:lnTo>
                    <a:pt x="2677594" y="2691433"/>
                  </a:lnTo>
                  <a:lnTo>
                    <a:pt x="2677688" y="2691433"/>
                  </a:lnTo>
                  <a:lnTo>
                    <a:pt x="2677782" y="2691433"/>
                  </a:lnTo>
                  <a:lnTo>
                    <a:pt x="2677876" y="2691433"/>
                  </a:lnTo>
                  <a:lnTo>
                    <a:pt x="2677970" y="2691433"/>
                  </a:lnTo>
                  <a:lnTo>
                    <a:pt x="2678064" y="2691433"/>
                  </a:lnTo>
                  <a:lnTo>
                    <a:pt x="2678159" y="2691433"/>
                  </a:lnTo>
                  <a:lnTo>
                    <a:pt x="2678253" y="2691433"/>
                  </a:lnTo>
                  <a:lnTo>
                    <a:pt x="2678347" y="2691433"/>
                  </a:lnTo>
                  <a:lnTo>
                    <a:pt x="2678441" y="2691433"/>
                  </a:lnTo>
                  <a:lnTo>
                    <a:pt x="2678535" y="2691433"/>
                  </a:lnTo>
                  <a:lnTo>
                    <a:pt x="2678629" y="2691433"/>
                  </a:lnTo>
                  <a:lnTo>
                    <a:pt x="2678723" y="2691433"/>
                  </a:lnTo>
                  <a:lnTo>
                    <a:pt x="2678818" y="2691433"/>
                  </a:lnTo>
                  <a:lnTo>
                    <a:pt x="2678912" y="2691433"/>
                  </a:lnTo>
                  <a:lnTo>
                    <a:pt x="2679006" y="2691433"/>
                  </a:lnTo>
                  <a:lnTo>
                    <a:pt x="2679100" y="2691433"/>
                  </a:lnTo>
                  <a:lnTo>
                    <a:pt x="2679194" y="2691433"/>
                  </a:lnTo>
                  <a:lnTo>
                    <a:pt x="2679288" y="2691433"/>
                  </a:lnTo>
                  <a:lnTo>
                    <a:pt x="2679382" y="2691433"/>
                  </a:lnTo>
                  <a:lnTo>
                    <a:pt x="2679477" y="2691433"/>
                  </a:lnTo>
                  <a:lnTo>
                    <a:pt x="2679571" y="2691433"/>
                  </a:lnTo>
                  <a:lnTo>
                    <a:pt x="2679665" y="2691433"/>
                  </a:lnTo>
                  <a:lnTo>
                    <a:pt x="2679759" y="2691433"/>
                  </a:lnTo>
                  <a:lnTo>
                    <a:pt x="2679853" y="2691433"/>
                  </a:lnTo>
                  <a:lnTo>
                    <a:pt x="2679947" y="2691433"/>
                  </a:lnTo>
                  <a:lnTo>
                    <a:pt x="2680042" y="2691433"/>
                  </a:lnTo>
                  <a:lnTo>
                    <a:pt x="2680136" y="2691433"/>
                  </a:lnTo>
                  <a:lnTo>
                    <a:pt x="2680230" y="2691433"/>
                  </a:lnTo>
                  <a:lnTo>
                    <a:pt x="2680324" y="2691433"/>
                  </a:lnTo>
                  <a:lnTo>
                    <a:pt x="2680418" y="2691433"/>
                  </a:lnTo>
                  <a:lnTo>
                    <a:pt x="2680512" y="2691433"/>
                  </a:lnTo>
                  <a:lnTo>
                    <a:pt x="2680512" y="2686522"/>
                  </a:lnTo>
                  <a:lnTo>
                    <a:pt x="2680606" y="2686522"/>
                  </a:lnTo>
                  <a:lnTo>
                    <a:pt x="2680701" y="2686522"/>
                  </a:lnTo>
                  <a:lnTo>
                    <a:pt x="2680795" y="2686522"/>
                  </a:lnTo>
                  <a:lnTo>
                    <a:pt x="2680795" y="2681610"/>
                  </a:lnTo>
                  <a:lnTo>
                    <a:pt x="2680889" y="2681610"/>
                  </a:lnTo>
                  <a:lnTo>
                    <a:pt x="2680983" y="2681610"/>
                  </a:lnTo>
                  <a:lnTo>
                    <a:pt x="2681077" y="2681610"/>
                  </a:lnTo>
                  <a:lnTo>
                    <a:pt x="2681171" y="2681610"/>
                  </a:lnTo>
                  <a:lnTo>
                    <a:pt x="2681266" y="2681610"/>
                  </a:lnTo>
                  <a:lnTo>
                    <a:pt x="2681360" y="2681610"/>
                  </a:lnTo>
                  <a:lnTo>
                    <a:pt x="2681454" y="2681610"/>
                  </a:lnTo>
                  <a:lnTo>
                    <a:pt x="2681548" y="2681610"/>
                  </a:lnTo>
                  <a:lnTo>
                    <a:pt x="2681642" y="2681610"/>
                  </a:lnTo>
                  <a:lnTo>
                    <a:pt x="2681736" y="2681610"/>
                  </a:lnTo>
                  <a:lnTo>
                    <a:pt x="2681830" y="2681610"/>
                  </a:lnTo>
                  <a:lnTo>
                    <a:pt x="2681925" y="2681610"/>
                  </a:lnTo>
                  <a:lnTo>
                    <a:pt x="2682019" y="2681610"/>
                  </a:lnTo>
                  <a:lnTo>
                    <a:pt x="2682113" y="2681610"/>
                  </a:lnTo>
                  <a:lnTo>
                    <a:pt x="2682207" y="2681610"/>
                  </a:lnTo>
                  <a:lnTo>
                    <a:pt x="2682301" y="2681610"/>
                  </a:lnTo>
                  <a:lnTo>
                    <a:pt x="2682395" y="2681610"/>
                  </a:lnTo>
                  <a:lnTo>
                    <a:pt x="2682490" y="2681610"/>
                  </a:lnTo>
                  <a:lnTo>
                    <a:pt x="2682584" y="2681610"/>
                  </a:lnTo>
                  <a:lnTo>
                    <a:pt x="2682678" y="2681610"/>
                  </a:lnTo>
                  <a:lnTo>
                    <a:pt x="2682772" y="2681610"/>
                  </a:lnTo>
                  <a:lnTo>
                    <a:pt x="2682866" y="2681610"/>
                  </a:lnTo>
                  <a:lnTo>
                    <a:pt x="2682960" y="2681610"/>
                  </a:lnTo>
                  <a:lnTo>
                    <a:pt x="2683054" y="2681610"/>
                  </a:lnTo>
                  <a:lnTo>
                    <a:pt x="2683149" y="2681610"/>
                  </a:lnTo>
                  <a:lnTo>
                    <a:pt x="2683243" y="2681610"/>
                  </a:lnTo>
                  <a:lnTo>
                    <a:pt x="2683337" y="2681610"/>
                  </a:lnTo>
                  <a:lnTo>
                    <a:pt x="2683431" y="2681610"/>
                  </a:lnTo>
                  <a:lnTo>
                    <a:pt x="2683525" y="2681610"/>
                  </a:lnTo>
                  <a:lnTo>
                    <a:pt x="2683619" y="2681610"/>
                  </a:lnTo>
                  <a:lnTo>
                    <a:pt x="2683713" y="2681610"/>
                  </a:lnTo>
                  <a:lnTo>
                    <a:pt x="2683808" y="2681610"/>
                  </a:lnTo>
                  <a:lnTo>
                    <a:pt x="2683902" y="2681610"/>
                  </a:lnTo>
                  <a:lnTo>
                    <a:pt x="2683996" y="2681610"/>
                  </a:lnTo>
                  <a:lnTo>
                    <a:pt x="2684090" y="2681610"/>
                  </a:lnTo>
                  <a:lnTo>
                    <a:pt x="2684184" y="2681610"/>
                  </a:lnTo>
                  <a:lnTo>
                    <a:pt x="2684278" y="2681610"/>
                  </a:lnTo>
                  <a:lnTo>
                    <a:pt x="2684373" y="2681610"/>
                  </a:lnTo>
                  <a:lnTo>
                    <a:pt x="2684467" y="2681610"/>
                  </a:lnTo>
                  <a:lnTo>
                    <a:pt x="2684561" y="2681610"/>
                  </a:lnTo>
                  <a:lnTo>
                    <a:pt x="2684655" y="2681610"/>
                  </a:lnTo>
                  <a:lnTo>
                    <a:pt x="2684749" y="2681610"/>
                  </a:lnTo>
                  <a:lnTo>
                    <a:pt x="2684843" y="2681610"/>
                  </a:lnTo>
                  <a:lnTo>
                    <a:pt x="2684937" y="2681610"/>
                  </a:lnTo>
                  <a:lnTo>
                    <a:pt x="2685032" y="2681610"/>
                  </a:lnTo>
                  <a:lnTo>
                    <a:pt x="2685126" y="2681610"/>
                  </a:lnTo>
                  <a:lnTo>
                    <a:pt x="2685220" y="2681610"/>
                  </a:lnTo>
                  <a:lnTo>
                    <a:pt x="2685314" y="2681610"/>
                  </a:lnTo>
                  <a:lnTo>
                    <a:pt x="2685408" y="2681610"/>
                  </a:lnTo>
                  <a:lnTo>
                    <a:pt x="2685502" y="2681610"/>
                  </a:lnTo>
                  <a:lnTo>
                    <a:pt x="2685597" y="2681610"/>
                  </a:lnTo>
                  <a:lnTo>
                    <a:pt x="2685691" y="2681610"/>
                  </a:lnTo>
                  <a:lnTo>
                    <a:pt x="2685785" y="2681610"/>
                  </a:lnTo>
                  <a:lnTo>
                    <a:pt x="2685879" y="2681610"/>
                  </a:lnTo>
                  <a:lnTo>
                    <a:pt x="2685973" y="2681610"/>
                  </a:lnTo>
                  <a:lnTo>
                    <a:pt x="2686067" y="2681610"/>
                  </a:lnTo>
                  <a:lnTo>
                    <a:pt x="2686161" y="2681610"/>
                  </a:lnTo>
                  <a:lnTo>
                    <a:pt x="2686256" y="2681610"/>
                  </a:lnTo>
                  <a:lnTo>
                    <a:pt x="2686350" y="2681610"/>
                  </a:lnTo>
                  <a:lnTo>
                    <a:pt x="2686444" y="2681610"/>
                  </a:lnTo>
                  <a:lnTo>
                    <a:pt x="2686538" y="2681610"/>
                  </a:lnTo>
                  <a:lnTo>
                    <a:pt x="2686632" y="2681610"/>
                  </a:lnTo>
                  <a:lnTo>
                    <a:pt x="2686726" y="2681610"/>
                  </a:lnTo>
                  <a:lnTo>
                    <a:pt x="2686821" y="2681610"/>
                  </a:lnTo>
                  <a:lnTo>
                    <a:pt x="2686915" y="2681610"/>
                  </a:lnTo>
                  <a:lnTo>
                    <a:pt x="2687009" y="2681610"/>
                  </a:lnTo>
                  <a:lnTo>
                    <a:pt x="2687103" y="2681610"/>
                  </a:lnTo>
                  <a:lnTo>
                    <a:pt x="2687197" y="2681610"/>
                  </a:lnTo>
                  <a:lnTo>
                    <a:pt x="2687291" y="2681610"/>
                  </a:lnTo>
                  <a:lnTo>
                    <a:pt x="2687385" y="2681610"/>
                  </a:lnTo>
                  <a:lnTo>
                    <a:pt x="2687480" y="2681610"/>
                  </a:lnTo>
                  <a:lnTo>
                    <a:pt x="2687574" y="2681610"/>
                  </a:lnTo>
                  <a:lnTo>
                    <a:pt x="2687668" y="2681610"/>
                  </a:lnTo>
                  <a:lnTo>
                    <a:pt x="2687762" y="2681610"/>
                  </a:lnTo>
                  <a:lnTo>
                    <a:pt x="2687856" y="2681610"/>
                  </a:lnTo>
                  <a:lnTo>
                    <a:pt x="2687950" y="2681610"/>
                  </a:lnTo>
                  <a:lnTo>
                    <a:pt x="2688044" y="2681610"/>
                  </a:lnTo>
                  <a:lnTo>
                    <a:pt x="2688139" y="2681610"/>
                  </a:lnTo>
                  <a:lnTo>
                    <a:pt x="2688233" y="2681610"/>
                  </a:lnTo>
                  <a:lnTo>
                    <a:pt x="2688327" y="2681610"/>
                  </a:lnTo>
                  <a:lnTo>
                    <a:pt x="2688421" y="2681610"/>
                  </a:lnTo>
                  <a:lnTo>
                    <a:pt x="2688515" y="2681610"/>
                  </a:lnTo>
                  <a:lnTo>
                    <a:pt x="2688609" y="2681610"/>
                  </a:lnTo>
                  <a:lnTo>
                    <a:pt x="2688704" y="2681610"/>
                  </a:lnTo>
                  <a:lnTo>
                    <a:pt x="2688798" y="2681610"/>
                  </a:lnTo>
                  <a:lnTo>
                    <a:pt x="2688892" y="2681610"/>
                  </a:lnTo>
                  <a:lnTo>
                    <a:pt x="2688986" y="2681610"/>
                  </a:lnTo>
                  <a:lnTo>
                    <a:pt x="2689080" y="2681610"/>
                  </a:lnTo>
                  <a:lnTo>
                    <a:pt x="2689174" y="2681610"/>
                  </a:lnTo>
                  <a:lnTo>
                    <a:pt x="2689268" y="2681610"/>
                  </a:lnTo>
                  <a:lnTo>
                    <a:pt x="2689363" y="2681610"/>
                  </a:lnTo>
                  <a:lnTo>
                    <a:pt x="2689457" y="2681610"/>
                  </a:lnTo>
                  <a:lnTo>
                    <a:pt x="2689551" y="2681610"/>
                  </a:lnTo>
                  <a:lnTo>
                    <a:pt x="2689551" y="2676699"/>
                  </a:lnTo>
                  <a:lnTo>
                    <a:pt x="2689645" y="2676699"/>
                  </a:lnTo>
                  <a:lnTo>
                    <a:pt x="2689739" y="2676699"/>
                  </a:lnTo>
                  <a:lnTo>
                    <a:pt x="2689833" y="2676699"/>
                  </a:lnTo>
                  <a:lnTo>
                    <a:pt x="2689928" y="2676699"/>
                  </a:lnTo>
                  <a:lnTo>
                    <a:pt x="2690022" y="2676699"/>
                  </a:lnTo>
                  <a:lnTo>
                    <a:pt x="2690116" y="2676699"/>
                  </a:lnTo>
                  <a:lnTo>
                    <a:pt x="2690210" y="2676699"/>
                  </a:lnTo>
                  <a:lnTo>
                    <a:pt x="2690304" y="2676699"/>
                  </a:lnTo>
                  <a:lnTo>
                    <a:pt x="2690398" y="2676699"/>
                  </a:lnTo>
                  <a:lnTo>
                    <a:pt x="2690492" y="2676699"/>
                  </a:lnTo>
                  <a:lnTo>
                    <a:pt x="2690587" y="2676699"/>
                  </a:lnTo>
                  <a:lnTo>
                    <a:pt x="2690681" y="2676699"/>
                  </a:lnTo>
                  <a:lnTo>
                    <a:pt x="2690775" y="2676699"/>
                  </a:lnTo>
                  <a:lnTo>
                    <a:pt x="2690869" y="2676699"/>
                  </a:lnTo>
                  <a:lnTo>
                    <a:pt x="2690963" y="2676699"/>
                  </a:lnTo>
                  <a:lnTo>
                    <a:pt x="2691057" y="2676699"/>
                  </a:lnTo>
                  <a:lnTo>
                    <a:pt x="2691152" y="2676699"/>
                  </a:lnTo>
                  <a:lnTo>
                    <a:pt x="2691246" y="2676699"/>
                  </a:lnTo>
                  <a:lnTo>
                    <a:pt x="2691340" y="2676699"/>
                  </a:lnTo>
                  <a:lnTo>
                    <a:pt x="2691434" y="2676699"/>
                  </a:lnTo>
                  <a:lnTo>
                    <a:pt x="2691528" y="2676699"/>
                  </a:lnTo>
                  <a:lnTo>
                    <a:pt x="2691622" y="2676699"/>
                  </a:lnTo>
                  <a:lnTo>
                    <a:pt x="2691716" y="2676699"/>
                  </a:lnTo>
                  <a:lnTo>
                    <a:pt x="2691811" y="2676699"/>
                  </a:lnTo>
                  <a:lnTo>
                    <a:pt x="2691905" y="2676699"/>
                  </a:lnTo>
                  <a:lnTo>
                    <a:pt x="2691999" y="2676699"/>
                  </a:lnTo>
                  <a:lnTo>
                    <a:pt x="2692093" y="2676699"/>
                  </a:lnTo>
                  <a:lnTo>
                    <a:pt x="2692187" y="2676699"/>
                  </a:lnTo>
                  <a:lnTo>
                    <a:pt x="2692281" y="2676699"/>
                  </a:lnTo>
                  <a:lnTo>
                    <a:pt x="2692375" y="2676699"/>
                  </a:lnTo>
                  <a:lnTo>
                    <a:pt x="2692470" y="2676699"/>
                  </a:lnTo>
                  <a:lnTo>
                    <a:pt x="2692564" y="2676699"/>
                  </a:lnTo>
                  <a:lnTo>
                    <a:pt x="2692658" y="2676699"/>
                  </a:lnTo>
                  <a:lnTo>
                    <a:pt x="2692752" y="2676699"/>
                  </a:lnTo>
                  <a:lnTo>
                    <a:pt x="2692846" y="2676699"/>
                  </a:lnTo>
                  <a:lnTo>
                    <a:pt x="2692940" y="2676699"/>
                  </a:lnTo>
                  <a:lnTo>
                    <a:pt x="2693035" y="2676699"/>
                  </a:lnTo>
                  <a:lnTo>
                    <a:pt x="2693129" y="2676699"/>
                  </a:lnTo>
                  <a:lnTo>
                    <a:pt x="2693223" y="2676699"/>
                  </a:lnTo>
                  <a:lnTo>
                    <a:pt x="2693317" y="2676699"/>
                  </a:lnTo>
                  <a:lnTo>
                    <a:pt x="2693411" y="2676699"/>
                  </a:lnTo>
                  <a:lnTo>
                    <a:pt x="2693505" y="2676699"/>
                  </a:lnTo>
                  <a:lnTo>
                    <a:pt x="2693599" y="2676699"/>
                  </a:lnTo>
                  <a:lnTo>
                    <a:pt x="2693694" y="2676699"/>
                  </a:lnTo>
                  <a:lnTo>
                    <a:pt x="2693788" y="2676699"/>
                  </a:lnTo>
                  <a:lnTo>
                    <a:pt x="2693882" y="2676699"/>
                  </a:lnTo>
                  <a:lnTo>
                    <a:pt x="2693976" y="2676699"/>
                  </a:lnTo>
                  <a:lnTo>
                    <a:pt x="2694070" y="2676699"/>
                  </a:lnTo>
                  <a:lnTo>
                    <a:pt x="2694164" y="2676699"/>
                  </a:lnTo>
                  <a:lnTo>
                    <a:pt x="2694259" y="2676699"/>
                  </a:lnTo>
                  <a:lnTo>
                    <a:pt x="2694353" y="2676699"/>
                  </a:lnTo>
                  <a:lnTo>
                    <a:pt x="2694447" y="2676699"/>
                  </a:lnTo>
                  <a:lnTo>
                    <a:pt x="2694541" y="2676699"/>
                  </a:lnTo>
                  <a:lnTo>
                    <a:pt x="2694635" y="2676699"/>
                  </a:lnTo>
                  <a:lnTo>
                    <a:pt x="2694729" y="2676699"/>
                  </a:lnTo>
                  <a:lnTo>
                    <a:pt x="2694823" y="2676699"/>
                  </a:lnTo>
                  <a:lnTo>
                    <a:pt x="2694918" y="2676699"/>
                  </a:lnTo>
                  <a:lnTo>
                    <a:pt x="2695012" y="2676699"/>
                  </a:lnTo>
                  <a:lnTo>
                    <a:pt x="2695106" y="2676699"/>
                  </a:lnTo>
                  <a:lnTo>
                    <a:pt x="2695200" y="2676699"/>
                  </a:lnTo>
                  <a:lnTo>
                    <a:pt x="2695294" y="2676699"/>
                  </a:lnTo>
                  <a:lnTo>
                    <a:pt x="2695388" y="2676699"/>
                  </a:lnTo>
                  <a:lnTo>
                    <a:pt x="2695483" y="2676699"/>
                  </a:lnTo>
                  <a:lnTo>
                    <a:pt x="2695577" y="2676699"/>
                  </a:lnTo>
                  <a:lnTo>
                    <a:pt x="2695671" y="2676699"/>
                  </a:lnTo>
                  <a:lnTo>
                    <a:pt x="2695765" y="2676699"/>
                  </a:lnTo>
                  <a:lnTo>
                    <a:pt x="2695859" y="2676699"/>
                  </a:lnTo>
                  <a:lnTo>
                    <a:pt x="2695859" y="2671787"/>
                  </a:lnTo>
                  <a:lnTo>
                    <a:pt x="2695953" y="2671787"/>
                  </a:lnTo>
                  <a:lnTo>
                    <a:pt x="2696047" y="2671787"/>
                  </a:lnTo>
                  <a:lnTo>
                    <a:pt x="2696142" y="2671787"/>
                  </a:lnTo>
                  <a:lnTo>
                    <a:pt x="2696236" y="2671787"/>
                  </a:lnTo>
                  <a:lnTo>
                    <a:pt x="2696330" y="2671787"/>
                  </a:lnTo>
                  <a:lnTo>
                    <a:pt x="2696424" y="2671787"/>
                  </a:lnTo>
                  <a:lnTo>
                    <a:pt x="2696518" y="2671787"/>
                  </a:lnTo>
                  <a:lnTo>
                    <a:pt x="2696612" y="2671787"/>
                  </a:lnTo>
                  <a:lnTo>
                    <a:pt x="2696706" y="2671787"/>
                  </a:lnTo>
                  <a:lnTo>
                    <a:pt x="2696801" y="2671787"/>
                  </a:lnTo>
                  <a:lnTo>
                    <a:pt x="2696895" y="2671787"/>
                  </a:lnTo>
                  <a:lnTo>
                    <a:pt x="2696989" y="2671787"/>
                  </a:lnTo>
                  <a:lnTo>
                    <a:pt x="2697083" y="2671787"/>
                  </a:lnTo>
                  <a:lnTo>
                    <a:pt x="2697177" y="2671787"/>
                  </a:lnTo>
                  <a:lnTo>
                    <a:pt x="2697271" y="2671787"/>
                  </a:lnTo>
                  <a:lnTo>
                    <a:pt x="2697366" y="2671787"/>
                  </a:lnTo>
                  <a:lnTo>
                    <a:pt x="2697460" y="2671787"/>
                  </a:lnTo>
                  <a:lnTo>
                    <a:pt x="2697554" y="2671787"/>
                  </a:lnTo>
                  <a:lnTo>
                    <a:pt x="2697648" y="2671787"/>
                  </a:lnTo>
                  <a:lnTo>
                    <a:pt x="2697742" y="2671787"/>
                  </a:lnTo>
                  <a:lnTo>
                    <a:pt x="2697836" y="2671787"/>
                  </a:lnTo>
                  <a:lnTo>
                    <a:pt x="2697930" y="2671787"/>
                  </a:lnTo>
                  <a:lnTo>
                    <a:pt x="2698025" y="2671787"/>
                  </a:lnTo>
                  <a:lnTo>
                    <a:pt x="2698119" y="2671787"/>
                  </a:lnTo>
                  <a:lnTo>
                    <a:pt x="2698213" y="2671787"/>
                  </a:lnTo>
                  <a:lnTo>
                    <a:pt x="2698307" y="2671787"/>
                  </a:lnTo>
                  <a:lnTo>
                    <a:pt x="2698401" y="2671787"/>
                  </a:lnTo>
                  <a:lnTo>
                    <a:pt x="2698495" y="2671787"/>
                  </a:lnTo>
                  <a:lnTo>
                    <a:pt x="2698590" y="2671787"/>
                  </a:lnTo>
                  <a:lnTo>
                    <a:pt x="2698684" y="2671787"/>
                  </a:lnTo>
                  <a:lnTo>
                    <a:pt x="2698778" y="2671787"/>
                  </a:lnTo>
                  <a:lnTo>
                    <a:pt x="2698872" y="2671787"/>
                  </a:lnTo>
                  <a:lnTo>
                    <a:pt x="2698966" y="2671787"/>
                  </a:lnTo>
                  <a:lnTo>
                    <a:pt x="2699060" y="2671787"/>
                  </a:lnTo>
                  <a:lnTo>
                    <a:pt x="2699154" y="2671787"/>
                  </a:lnTo>
                  <a:lnTo>
                    <a:pt x="2699249" y="2671787"/>
                  </a:lnTo>
                  <a:lnTo>
                    <a:pt x="2699343" y="2671787"/>
                  </a:lnTo>
                  <a:lnTo>
                    <a:pt x="2699437" y="2671787"/>
                  </a:lnTo>
                  <a:lnTo>
                    <a:pt x="2699531" y="2671787"/>
                  </a:lnTo>
                  <a:lnTo>
                    <a:pt x="2699625" y="2671787"/>
                  </a:lnTo>
                  <a:lnTo>
                    <a:pt x="2699719" y="2671787"/>
                  </a:lnTo>
                  <a:lnTo>
                    <a:pt x="2699814" y="2671787"/>
                  </a:lnTo>
                  <a:lnTo>
                    <a:pt x="2699908" y="2671787"/>
                  </a:lnTo>
                  <a:lnTo>
                    <a:pt x="2700002" y="2671787"/>
                  </a:lnTo>
                  <a:lnTo>
                    <a:pt x="2700096" y="2671787"/>
                  </a:lnTo>
                  <a:lnTo>
                    <a:pt x="2700190" y="2671787"/>
                  </a:lnTo>
                  <a:lnTo>
                    <a:pt x="2700284" y="2671787"/>
                  </a:lnTo>
                  <a:lnTo>
                    <a:pt x="2700378" y="2671787"/>
                  </a:lnTo>
                  <a:lnTo>
                    <a:pt x="2700473" y="2671787"/>
                  </a:lnTo>
                  <a:lnTo>
                    <a:pt x="2700567" y="2671787"/>
                  </a:lnTo>
                  <a:lnTo>
                    <a:pt x="2700661" y="2671787"/>
                  </a:lnTo>
                  <a:lnTo>
                    <a:pt x="2700755" y="2671787"/>
                  </a:lnTo>
                  <a:lnTo>
                    <a:pt x="2700849" y="2671787"/>
                  </a:lnTo>
                  <a:lnTo>
                    <a:pt x="2700943" y="2671787"/>
                  </a:lnTo>
                  <a:lnTo>
                    <a:pt x="2701037" y="2671787"/>
                  </a:lnTo>
                  <a:lnTo>
                    <a:pt x="2701132" y="2671787"/>
                  </a:lnTo>
                  <a:lnTo>
                    <a:pt x="2701226" y="2671787"/>
                  </a:lnTo>
                  <a:lnTo>
                    <a:pt x="2701320" y="2671787"/>
                  </a:lnTo>
                  <a:lnTo>
                    <a:pt x="2701414" y="2671787"/>
                  </a:lnTo>
                  <a:lnTo>
                    <a:pt x="2701508" y="2671787"/>
                  </a:lnTo>
                  <a:lnTo>
                    <a:pt x="2701602" y="2671787"/>
                  </a:lnTo>
                  <a:lnTo>
                    <a:pt x="2701697" y="2671787"/>
                  </a:lnTo>
                  <a:lnTo>
                    <a:pt x="2701791" y="2671787"/>
                  </a:lnTo>
                  <a:lnTo>
                    <a:pt x="2701885" y="2671787"/>
                  </a:lnTo>
                  <a:lnTo>
                    <a:pt x="2701979" y="2671787"/>
                  </a:lnTo>
                  <a:lnTo>
                    <a:pt x="2702073" y="2671787"/>
                  </a:lnTo>
                  <a:lnTo>
                    <a:pt x="2702167" y="2671787"/>
                  </a:lnTo>
                  <a:lnTo>
                    <a:pt x="2702261" y="2671787"/>
                  </a:lnTo>
                  <a:lnTo>
                    <a:pt x="2702356" y="2671787"/>
                  </a:lnTo>
                  <a:lnTo>
                    <a:pt x="2702450" y="2671787"/>
                  </a:lnTo>
                  <a:lnTo>
                    <a:pt x="2702544" y="2671787"/>
                  </a:lnTo>
                  <a:lnTo>
                    <a:pt x="2702638" y="2671787"/>
                  </a:lnTo>
                  <a:lnTo>
                    <a:pt x="2702732" y="2671787"/>
                  </a:lnTo>
                  <a:lnTo>
                    <a:pt x="2702826" y="2671787"/>
                  </a:lnTo>
                  <a:lnTo>
                    <a:pt x="2702921" y="2671787"/>
                  </a:lnTo>
                  <a:lnTo>
                    <a:pt x="2703015" y="2671787"/>
                  </a:lnTo>
                  <a:lnTo>
                    <a:pt x="2703109" y="2671787"/>
                  </a:lnTo>
                  <a:lnTo>
                    <a:pt x="2703203" y="2671787"/>
                  </a:lnTo>
                  <a:lnTo>
                    <a:pt x="2703297" y="2671787"/>
                  </a:lnTo>
                  <a:lnTo>
                    <a:pt x="2703391" y="2671787"/>
                  </a:lnTo>
                  <a:lnTo>
                    <a:pt x="2703485" y="2671787"/>
                  </a:lnTo>
                  <a:lnTo>
                    <a:pt x="2703580" y="2671787"/>
                  </a:lnTo>
                  <a:lnTo>
                    <a:pt x="2703674" y="2671787"/>
                  </a:lnTo>
                  <a:lnTo>
                    <a:pt x="2703768" y="2671787"/>
                  </a:lnTo>
                  <a:lnTo>
                    <a:pt x="2703862" y="2671787"/>
                  </a:lnTo>
                  <a:lnTo>
                    <a:pt x="2703862" y="2666876"/>
                  </a:lnTo>
                  <a:lnTo>
                    <a:pt x="2703956" y="2666876"/>
                  </a:lnTo>
                  <a:lnTo>
                    <a:pt x="2704050" y="2666876"/>
                  </a:lnTo>
                  <a:lnTo>
                    <a:pt x="2704145" y="2666876"/>
                  </a:lnTo>
                  <a:lnTo>
                    <a:pt x="2704145" y="2661965"/>
                  </a:lnTo>
                  <a:lnTo>
                    <a:pt x="2704239" y="2661965"/>
                  </a:lnTo>
                  <a:lnTo>
                    <a:pt x="2704333" y="2661965"/>
                  </a:lnTo>
                  <a:lnTo>
                    <a:pt x="2704427" y="2661965"/>
                  </a:lnTo>
                  <a:lnTo>
                    <a:pt x="2704521" y="2661965"/>
                  </a:lnTo>
                  <a:lnTo>
                    <a:pt x="2704615" y="2661965"/>
                  </a:lnTo>
                  <a:lnTo>
                    <a:pt x="2704709" y="2661965"/>
                  </a:lnTo>
                  <a:lnTo>
                    <a:pt x="2704804" y="2661965"/>
                  </a:lnTo>
                  <a:lnTo>
                    <a:pt x="2704898" y="2661965"/>
                  </a:lnTo>
                  <a:lnTo>
                    <a:pt x="2704992" y="2661965"/>
                  </a:lnTo>
                  <a:lnTo>
                    <a:pt x="2705086" y="2661965"/>
                  </a:lnTo>
                  <a:lnTo>
                    <a:pt x="2705180" y="2661965"/>
                  </a:lnTo>
                  <a:lnTo>
                    <a:pt x="2705274" y="2661965"/>
                  </a:lnTo>
                  <a:lnTo>
                    <a:pt x="2705369" y="2661965"/>
                  </a:lnTo>
                  <a:lnTo>
                    <a:pt x="2705463" y="2661965"/>
                  </a:lnTo>
                  <a:lnTo>
                    <a:pt x="2705557" y="2661965"/>
                  </a:lnTo>
                  <a:lnTo>
                    <a:pt x="2705651" y="2661965"/>
                  </a:lnTo>
                  <a:lnTo>
                    <a:pt x="2705745" y="2661965"/>
                  </a:lnTo>
                  <a:lnTo>
                    <a:pt x="2705839" y="2661965"/>
                  </a:lnTo>
                  <a:lnTo>
                    <a:pt x="2705933" y="2661965"/>
                  </a:lnTo>
                  <a:lnTo>
                    <a:pt x="2706028" y="2661965"/>
                  </a:lnTo>
                  <a:lnTo>
                    <a:pt x="2706122" y="2661965"/>
                  </a:lnTo>
                  <a:lnTo>
                    <a:pt x="2706216" y="2661965"/>
                  </a:lnTo>
                  <a:lnTo>
                    <a:pt x="2706310" y="2661965"/>
                  </a:lnTo>
                  <a:lnTo>
                    <a:pt x="2706404" y="2661965"/>
                  </a:lnTo>
                  <a:lnTo>
                    <a:pt x="2706498" y="2661965"/>
                  </a:lnTo>
                  <a:lnTo>
                    <a:pt x="2706592" y="2661965"/>
                  </a:lnTo>
                  <a:lnTo>
                    <a:pt x="2706687" y="2661965"/>
                  </a:lnTo>
                  <a:lnTo>
                    <a:pt x="2706781" y="2661965"/>
                  </a:lnTo>
                  <a:lnTo>
                    <a:pt x="2706875" y="2661965"/>
                  </a:lnTo>
                  <a:lnTo>
                    <a:pt x="2706969" y="2661965"/>
                  </a:lnTo>
                  <a:lnTo>
                    <a:pt x="2707063" y="2661965"/>
                  </a:lnTo>
                  <a:lnTo>
                    <a:pt x="2707157" y="2661965"/>
                  </a:lnTo>
                  <a:lnTo>
                    <a:pt x="2707252" y="2661965"/>
                  </a:lnTo>
                  <a:lnTo>
                    <a:pt x="2707346" y="2661965"/>
                  </a:lnTo>
                  <a:lnTo>
                    <a:pt x="2707440" y="2661965"/>
                  </a:lnTo>
                  <a:lnTo>
                    <a:pt x="2707534" y="2661965"/>
                  </a:lnTo>
                  <a:lnTo>
                    <a:pt x="2707628" y="2661965"/>
                  </a:lnTo>
                  <a:lnTo>
                    <a:pt x="2707722" y="2661965"/>
                  </a:lnTo>
                  <a:lnTo>
                    <a:pt x="2707816" y="2661965"/>
                  </a:lnTo>
                  <a:lnTo>
                    <a:pt x="2707911" y="2661965"/>
                  </a:lnTo>
                  <a:lnTo>
                    <a:pt x="2708005" y="2661965"/>
                  </a:lnTo>
                  <a:lnTo>
                    <a:pt x="2708099" y="2661965"/>
                  </a:lnTo>
                  <a:lnTo>
                    <a:pt x="2708193" y="2661965"/>
                  </a:lnTo>
                  <a:lnTo>
                    <a:pt x="2708287" y="2661965"/>
                  </a:lnTo>
                  <a:lnTo>
                    <a:pt x="2708381" y="2661965"/>
                  </a:lnTo>
                  <a:lnTo>
                    <a:pt x="2708476" y="2661965"/>
                  </a:lnTo>
                  <a:lnTo>
                    <a:pt x="2708570" y="2661965"/>
                  </a:lnTo>
                  <a:lnTo>
                    <a:pt x="2708664" y="2661965"/>
                  </a:lnTo>
                  <a:lnTo>
                    <a:pt x="2708758" y="2661965"/>
                  </a:lnTo>
                  <a:lnTo>
                    <a:pt x="2708852" y="2661965"/>
                  </a:lnTo>
                  <a:lnTo>
                    <a:pt x="2708946" y="2661965"/>
                  </a:lnTo>
                  <a:lnTo>
                    <a:pt x="2709040" y="2661965"/>
                  </a:lnTo>
                  <a:lnTo>
                    <a:pt x="2709135" y="2661965"/>
                  </a:lnTo>
                  <a:lnTo>
                    <a:pt x="2709229" y="2661965"/>
                  </a:lnTo>
                  <a:lnTo>
                    <a:pt x="2709323" y="2661965"/>
                  </a:lnTo>
                  <a:lnTo>
                    <a:pt x="2709417" y="2661965"/>
                  </a:lnTo>
                  <a:lnTo>
                    <a:pt x="2709511" y="2661965"/>
                  </a:lnTo>
                  <a:lnTo>
                    <a:pt x="2709605" y="2661965"/>
                  </a:lnTo>
                  <a:lnTo>
                    <a:pt x="2709700" y="2661965"/>
                  </a:lnTo>
                  <a:lnTo>
                    <a:pt x="2709794" y="2661965"/>
                  </a:lnTo>
                  <a:lnTo>
                    <a:pt x="2709888" y="2661965"/>
                  </a:lnTo>
                  <a:lnTo>
                    <a:pt x="2709982" y="2661965"/>
                  </a:lnTo>
                  <a:lnTo>
                    <a:pt x="2710076" y="2661965"/>
                  </a:lnTo>
                  <a:lnTo>
                    <a:pt x="2710170" y="2661965"/>
                  </a:lnTo>
                  <a:lnTo>
                    <a:pt x="2710264" y="2661965"/>
                  </a:lnTo>
                  <a:lnTo>
                    <a:pt x="2710359" y="2661965"/>
                  </a:lnTo>
                  <a:lnTo>
                    <a:pt x="2710453" y="2661965"/>
                  </a:lnTo>
                  <a:lnTo>
                    <a:pt x="2710547" y="2661965"/>
                  </a:lnTo>
                  <a:lnTo>
                    <a:pt x="2710641" y="2661965"/>
                  </a:lnTo>
                  <a:lnTo>
                    <a:pt x="2710735" y="2661965"/>
                  </a:lnTo>
                  <a:lnTo>
                    <a:pt x="2710829" y="2661965"/>
                  </a:lnTo>
                  <a:lnTo>
                    <a:pt x="2710923" y="2661965"/>
                  </a:lnTo>
                  <a:lnTo>
                    <a:pt x="2711018" y="2661965"/>
                  </a:lnTo>
                  <a:lnTo>
                    <a:pt x="2711112" y="2661965"/>
                  </a:lnTo>
                  <a:lnTo>
                    <a:pt x="2711206" y="2661965"/>
                  </a:lnTo>
                  <a:lnTo>
                    <a:pt x="2711206" y="2657053"/>
                  </a:lnTo>
                  <a:lnTo>
                    <a:pt x="2711206" y="2652142"/>
                  </a:lnTo>
                  <a:lnTo>
                    <a:pt x="2711300" y="2652142"/>
                  </a:lnTo>
                  <a:lnTo>
                    <a:pt x="2711394" y="2652142"/>
                  </a:lnTo>
                  <a:lnTo>
                    <a:pt x="2711488" y="2652142"/>
                  </a:lnTo>
                  <a:lnTo>
                    <a:pt x="2711583" y="2652142"/>
                  </a:lnTo>
                  <a:lnTo>
                    <a:pt x="2711677" y="2652142"/>
                  </a:lnTo>
                  <a:lnTo>
                    <a:pt x="2711771" y="2652142"/>
                  </a:lnTo>
                  <a:lnTo>
                    <a:pt x="2711865" y="2652142"/>
                  </a:lnTo>
                  <a:lnTo>
                    <a:pt x="2711959" y="2652142"/>
                  </a:lnTo>
                  <a:lnTo>
                    <a:pt x="2712053" y="2652142"/>
                  </a:lnTo>
                  <a:lnTo>
                    <a:pt x="2712147" y="2652142"/>
                  </a:lnTo>
                  <a:lnTo>
                    <a:pt x="2712242" y="2652142"/>
                  </a:lnTo>
                  <a:lnTo>
                    <a:pt x="2712336" y="2652142"/>
                  </a:lnTo>
                  <a:lnTo>
                    <a:pt x="2712430" y="2652142"/>
                  </a:lnTo>
                  <a:lnTo>
                    <a:pt x="2712524" y="2652142"/>
                  </a:lnTo>
                  <a:lnTo>
                    <a:pt x="2712618" y="2652142"/>
                  </a:lnTo>
                  <a:lnTo>
                    <a:pt x="2712712" y="2652142"/>
                  </a:lnTo>
                  <a:lnTo>
                    <a:pt x="2712807" y="2652142"/>
                  </a:lnTo>
                  <a:lnTo>
                    <a:pt x="2712901" y="2652142"/>
                  </a:lnTo>
                  <a:lnTo>
                    <a:pt x="2712995" y="2652142"/>
                  </a:lnTo>
                  <a:lnTo>
                    <a:pt x="2713089" y="2652142"/>
                  </a:lnTo>
                  <a:lnTo>
                    <a:pt x="2713183" y="2652142"/>
                  </a:lnTo>
                  <a:lnTo>
                    <a:pt x="2713277" y="2652142"/>
                  </a:lnTo>
                  <a:lnTo>
                    <a:pt x="2713371" y="2652142"/>
                  </a:lnTo>
                  <a:lnTo>
                    <a:pt x="2713466" y="2652142"/>
                  </a:lnTo>
                  <a:lnTo>
                    <a:pt x="2713560" y="2652142"/>
                  </a:lnTo>
                  <a:lnTo>
                    <a:pt x="2713654" y="2652142"/>
                  </a:lnTo>
                  <a:lnTo>
                    <a:pt x="2713748" y="2652142"/>
                  </a:lnTo>
                  <a:lnTo>
                    <a:pt x="2713842" y="2652142"/>
                  </a:lnTo>
                  <a:lnTo>
                    <a:pt x="2713936" y="2652142"/>
                  </a:lnTo>
                  <a:lnTo>
                    <a:pt x="2714031" y="2652142"/>
                  </a:lnTo>
                  <a:lnTo>
                    <a:pt x="2714125" y="2652142"/>
                  </a:lnTo>
                  <a:lnTo>
                    <a:pt x="2714219" y="2652142"/>
                  </a:lnTo>
                  <a:lnTo>
                    <a:pt x="2714313" y="2652142"/>
                  </a:lnTo>
                  <a:lnTo>
                    <a:pt x="2714407" y="2652142"/>
                  </a:lnTo>
                  <a:lnTo>
                    <a:pt x="2714501" y="2652142"/>
                  </a:lnTo>
                  <a:lnTo>
                    <a:pt x="2714595" y="2652142"/>
                  </a:lnTo>
                  <a:lnTo>
                    <a:pt x="2714690" y="2652142"/>
                  </a:lnTo>
                  <a:lnTo>
                    <a:pt x="2714784" y="2652142"/>
                  </a:lnTo>
                  <a:lnTo>
                    <a:pt x="2714878" y="2652142"/>
                  </a:lnTo>
                  <a:lnTo>
                    <a:pt x="2714972" y="2652142"/>
                  </a:lnTo>
                  <a:lnTo>
                    <a:pt x="2715066" y="2652142"/>
                  </a:lnTo>
                  <a:lnTo>
                    <a:pt x="2715160" y="2652142"/>
                  </a:lnTo>
                  <a:lnTo>
                    <a:pt x="2715254" y="2652142"/>
                  </a:lnTo>
                  <a:lnTo>
                    <a:pt x="2715349" y="2652142"/>
                  </a:lnTo>
                  <a:lnTo>
                    <a:pt x="2715443" y="2652142"/>
                  </a:lnTo>
                  <a:lnTo>
                    <a:pt x="2715537" y="2652142"/>
                  </a:lnTo>
                  <a:lnTo>
                    <a:pt x="2715631" y="2652142"/>
                  </a:lnTo>
                  <a:lnTo>
                    <a:pt x="2715725" y="2652142"/>
                  </a:lnTo>
                  <a:lnTo>
                    <a:pt x="2715819" y="2652142"/>
                  </a:lnTo>
                  <a:lnTo>
                    <a:pt x="2715914" y="2652142"/>
                  </a:lnTo>
                  <a:lnTo>
                    <a:pt x="2716008" y="2652142"/>
                  </a:lnTo>
                  <a:lnTo>
                    <a:pt x="2716102" y="2652142"/>
                  </a:lnTo>
                  <a:lnTo>
                    <a:pt x="2716196" y="2652142"/>
                  </a:lnTo>
                  <a:lnTo>
                    <a:pt x="2716290" y="2652142"/>
                  </a:lnTo>
                  <a:lnTo>
                    <a:pt x="2716384" y="2652142"/>
                  </a:lnTo>
                  <a:lnTo>
                    <a:pt x="2716478" y="2652142"/>
                  </a:lnTo>
                  <a:lnTo>
                    <a:pt x="2716573" y="2652142"/>
                  </a:lnTo>
                  <a:lnTo>
                    <a:pt x="2716667" y="2652142"/>
                  </a:lnTo>
                  <a:lnTo>
                    <a:pt x="2716761" y="2652142"/>
                  </a:lnTo>
                  <a:lnTo>
                    <a:pt x="2716855" y="2652142"/>
                  </a:lnTo>
                  <a:lnTo>
                    <a:pt x="2716949" y="2652142"/>
                  </a:lnTo>
                  <a:lnTo>
                    <a:pt x="2717043" y="2652142"/>
                  </a:lnTo>
                  <a:lnTo>
                    <a:pt x="2717138" y="2652142"/>
                  </a:lnTo>
                  <a:lnTo>
                    <a:pt x="2717232" y="2652142"/>
                  </a:lnTo>
                  <a:lnTo>
                    <a:pt x="2717326" y="2652142"/>
                  </a:lnTo>
                  <a:lnTo>
                    <a:pt x="2717420" y="2652142"/>
                  </a:lnTo>
                  <a:lnTo>
                    <a:pt x="2717514" y="2652142"/>
                  </a:lnTo>
                  <a:lnTo>
                    <a:pt x="2717608" y="2652142"/>
                  </a:lnTo>
                  <a:lnTo>
                    <a:pt x="2717702" y="2652142"/>
                  </a:lnTo>
                  <a:lnTo>
                    <a:pt x="2717797" y="2652142"/>
                  </a:lnTo>
                  <a:lnTo>
                    <a:pt x="2717891" y="2652142"/>
                  </a:lnTo>
                  <a:lnTo>
                    <a:pt x="2717985" y="2652142"/>
                  </a:lnTo>
                  <a:lnTo>
                    <a:pt x="2718079" y="2652142"/>
                  </a:lnTo>
                  <a:lnTo>
                    <a:pt x="2718173" y="2652142"/>
                  </a:lnTo>
                  <a:lnTo>
                    <a:pt x="2718267" y="2652142"/>
                  </a:lnTo>
                  <a:lnTo>
                    <a:pt x="2718362" y="2652142"/>
                  </a:lnTo>
                  <a:lnTo>
                    <a:pt x="2718456" y="2652142"/>
                  </a:lnTo>
                  <a:lnTo>
                    <a:pt x="2718550" y="2652142"/>
                  </a:lnTo>
                  <a:lnTo>
                    <a:pt x="2718644" y="2652142"/>
                  </a:lnTo>
                  <a:lnTo>
                    <a:pt x="2718738" y="2652142"/>
                  </a:lnTo>
                  <a:lnTo>
                    <a:pt x="2718832" y="2652142"/>
                  </a:lnTo>
                  <a:lnTo>
                    <a:pt x="2718926" y="2652142"/>
                  </a:lnTo>
                  <a:lnTo>
                    <a:pt x="2719021" y="2652142"/>
                  </a:lnTo>
                  <a:lnTo>
                    <a:pt x="2719115" y="2652142"/>
                  </a:lnTo>
                  <a:lnTo>
                    <a:pt x="2719209" y="2652142"/>
                  </a:lnTo>
                  <a:lnTo>
                    <a:pt x="2719303" y="2652142"/>
                  </a:lnTo>
                  <a:lnTo>
                    <a:pt x="2719397" y="2652142"/>
                  </a:lnTo>
                  <a:lnTo>
                    <a:pt x="2719491" y="2652142"/>
                  </a:lnTo>
                  <a:lnTo>
                    <a:pt x="2719585" y="2652142"/>
                  </a:lnTo>
                  <a:lnTo>
                    <a:pt x="2719680" y="2652142"/>
                  </a:lnTo>
                  <a:lnTo>
                    <a:pt x="2719774" y="2652142"/>
                  </a:lnTo>
                  <a:lnTo>
                    <a:pt x="2719868" y="2652142"/>
                  </a:lnTo>
                  <a:lnTo>
                    <a:pt x="2719962" y="2652142"/>
                  </a:lnTo>
                  <a:lnTo>
                    <a:pt x="2720056" y="2652142"/>
                  </a:lnTo>
                  <a:lnTo>
                    <a:pt x="2720150" y="2652142"/>
                  </a:lnTo>
                  <a:lnTo>
                    <a:pt x="2720245" y="2652142"/>
                  </a:lnTo>
                  <a:lnTo>
                    <a:pt x="2720339" y="2652142"/>
                  </a:lnTo>
                  <a:lnTo>
                    <a:pt x="2720433" y="2652142"/>
                  </a:lnTo>
                  <a:lnTo>
                    <a:pt x="2720527" y="2652142"/>
                  </a:lnTo>
                  <a:lnTo>
                    <a:pt x="2720621" y="2652142"/>
                  </a:lnTo>
                  <a:lnTo>
                    <a:pt x="2720715" y="2652142"/>
                  </a:lnTo>
                  <a:lnTo>
                    <a:pt x="2720809" y="2652142"/>
                  </a:lnTo>
                  <a:lnTo>
                    <a:pt x="2720904" y="2652142"/>
                  </a:lnTo>
                  <a:lnTo>
                    <a:pt x="2720998" y="2652142"/>
                  </a:lnTo>
                  <a:lnTo>
                    <a:pt x="2721092" y="2652142"/>
                  </a:lnTo>
                  <a:lnTo>
                    <a:pt x="2721186" y="2652142"/>
                  </a:lnTo>
                  <a:lnTo>
                    <a:pt x="2721280" y="2652142"/>
                  </a:lnTo>
                  <a:lnTo>
                    <a:pt x="2721374" y="2652142"/>
                  </a:lnTo>
                  <a:lnTo>
                    <a:pt x="2721469" y="2652142"/>
                  </a:lnTo>
                  <a:lnTo>
                    <a:pt x="2721563" y="2652142"/>
                  </a:lnTo>
                  <a:lnTo>
                    <a:pt x="2721657" y="2652142"/>
                  </a:lnTo>
                  <a:lnTo>
                    <a:pt x="2721751" y="2652142"/>
                  </a:lnTo>
                  <a:lnTo>
                    <a:pt x="2721845" y="2652142"/>
                  </a:lnTo>
                  <a:lnTo>
                    <a:pt x="2721939" y="2652142"/>
                  </a:lnTo>
                  <a:lnTo>
                    <a:pt x="2722033" y="2652142"/>
                  </a:lnTo>
                  <a:lnTo>
                    <a:pt x="2722128" y="2652142"/>
                  </a:lnTo>
                  <a:lnTo>
                    <a:pt x="2722222" y="2652142"/>
                  </a:lnTo>
                  <a:lnTo>
                    <a:pt x="2722316" y="2652142"/>
                  </a:lnTo>
                  <a:lnTo>
                    <a:pt x="2722410" y="2652142"/>
                  </a:lnTo>
                  <a:lnTo>
                    <a:pt x="2722504" y="2652142"/>
                  </a:lnTo>
                  <a:lnTo>
                    <a:pt x="2722598" y="2652142"/>
                  </a:lnTo>
                  <a:lnTo>
                    <a:pt x="2722693" y="2652142"/>
                  </a:lnTo>
                  <a:lnTo>
                    <a:pt x="2722787" y="2652142"/>
                  </a:lnTo>
                  <a:lnTo>
                    <a:pt x="2722881" y="2652142"/>
                  </a:lnTo>
                  <a:lnTo>
                    <a:pt x="2722975" y="2652142"/>
                  </a:lnTo>
                  <a:lnTo>
                    <a:pt x="2723069" y="2652142"/>
                  </a:lnTo>
                  <a:lnTo>
                    <a:pt x="2723163" y="2652142"/>
                  </a:lnTo>
                  <a:lnTo>
                    <a:pt x="2723257" y="2652142"/>
                  </a:lnTo>
                  <a:lnTo>
                    <a:pt x="2723352" y="2652142"/>
                  </a:lnTo>
                  <a:lnTo>
                    <a:pt x="2723446" y="2652142"/>
                  </a:lnTo>
                  <a:lnTo>
                    <a:pt x="2723540" y="2652142"/>
                  </a:lnTo>
                  <a:lnTo>
                    <a:pt x="2723634" y="2652142"/>
                  </a:lnTo>
                  <a:lnTo>
                    <a:pt x="2723728" y="2652142"/>
                  </a:lnTo>
                  <a:lnTo>
                    <a:pt x="2723822" y="2652142"/>
                  </a:lnTo>
                  <a:lnTo>
                    <a:pt x="2723916" y="2652142"/>
                  </a:lnTo>
                  <a:lnTo>
                    <a:pt x="2724011" y="2652142"/>
                  </a:lnTo>
                  <a:lnTo>
                    <a:pt x="2724105" y="2652142"/>
                  </a:lnTo>
                  <a:lnTo>
                    <a:pt x="2724199" y="2652142"/>
                  </a:lnTo>
                  <a:lnTo>
                    <a:pt x="2724293" y="2652142"/>
                  </a:lnTo>
                  <a:lnTo>
                    <a:pt x="2724387" y="2652142"/>
                  </a:lnTo>
                  <a:lnTo>
                    <a:pt x="2724481" y="2652142"/>
                  </a:lnTo>
                  <a:lnTo>
                    <a:pt x="2724576" y="2652142"/>
                  </a:lnTo>
                  <a:lnTo>
                    <a:pt x="2724670" y="2652142"/>
                  </a:lnTo>
                  <a:lnTo>
                    <a:pt x="2724764" y="2652142"/>
                  </a:lnTo>
                  <a:lnTo>
                    <a:pt x="2724858" y="2652142"/>
                  </a:lnTo>
                  <a:lnTo>
                    <a:pt x="2724952" y="2652142"/>
                  </a:lnTo>
                  <a:lnTo>
                    <a:pt x="2724952" y="2647231"/>
                  </a:lnTo>
                  <a:lnTo>
                    <a:pt x="2725046" y="2647231"/>
                  </a:lnTo>
                  <a:lnTo>
                    <a:pt x="2725140" y="2647231"/>
                  </a:lnTo>
                  <a:lnTo>
                    <a:pt x="2725235" y="2647231"/>
                  </a:lnTo>
                  <a:lnTo>
                    <a:pt x="2725329" y="2647231"/>
                  </a:lnTo>
                  <a:lnTo>
                    <a:pt x="2725423" y="2647231"/>
                  </a:lnTo>
                  <a:lnTo>
                    <a:pt x="2725517" y="2647231"/>
                  </a:lnTo>
                  <a:lnTo>
                    <a:pt x="2725611" y="2647231"/>
                  </a:lnTo>
                  <a:lnTo>
                    <a:pt x="2725705" y="2647231"/>
                  </a:lnTo>
                  <a:lnTo>
                    <a:pt x="2725800" y="2647231"/>
                  </a:lnTo>
                  <a:lnTo>
                    <a:pt x="2725894" y="2647231"/>
                  </a:lnTo>
                  <a:lnTo>
                    <a:pt x="2725988" y="2647231"/>
                  </a:lnTo>
                  <a:lnTo>
                    <a:pt x="2726082" y="2647231"/>
                  </a:lnTo>
                  <a:lnTo>
                    <a:pt x="2726176" y="2647231"/>
                  </a:lnTo>
                  <a:lnTo>
                    <a:pt x="2726270" y="2647231"/>
                  </a:lnTo>
                  <a:lnTo>
                    <a:pt x="2726364" y="2647231"/>
                  </a:lnTo>
                  <a:lnTo>
                    <a:pt x="2726459" y="2647231"/>
                  </a:lnTo>
                  <a:lnTo>
                    <a:pt x="2726553" y="2647231"/>
                  </a:lnTo>
                  <a:lnTo>
                    <a:pt x="2726647" y="2647231"/>
                  </a:lnTo>
                  <a:lnTo>
                    <a:pt x="2726741" y="2647231"/>
                  </a:lnTo>
                  <a:lnTo>
                    <a:pt x="2726835" y="2647231"/>
                  </a:lnTo>
                  <a:lnTo>
                    <a:pt x="2726929" y="2647231"/>
                  </a:lnTo>
                  <a:lnTo>
                    <a:pt x="2727024" y="2647231"/>
                  </a:lnTo>
                  <a:lnTo>
                    <a:pt x="2727118" y="2647231"/>
                  </a:lnTo>
                  <a:lnTo>
                    <a:pt x="2727212" y="2647231"/>
                  </a:lnTo>
                  <a:lnTo>
                    <a:pt x="2727306" y="2647231"/>
                  </a:lnTo>
                  <a:lnTo>
                    <a:pt x="2727400" y="2647231"/>
                  </a:lnTo>
                  <a:lnTo>
                    <a:pt x="2727494" y="2647231"/>
                  </a:lnTo>
                  <a:lnTo>
                    <a:pt x="2727588" y="2647231"/>
                  </a:lnTo>
                  <a:lnTo>
                    <a:pt x="2727683" y="2647231"/>
                  </a:lnTo>
                  <a:lnTo>
                    <a:pt x="2727777" y="2647231"/>
                  </a:lnTo>
                  <a:lnTo>
                    <a:pt x="2727871" y="2647231"/>
                  </a:lnTo>
                  <a:lnTo>
                    <a:pt x="2727965" y="2647231"/>
                  </a:lnTo>
                  <a:lnTo>
                    <a:pt x="2728059" y="2647231"/>
                  </a:lnTo>
                  <a:lnTo>
                    <a:pt x="2728153" y="2647231"/>
                  </a:lnTo>
                  <a:lnTo>
                    <a:pt x="2728247" y="2647231"/>
                  </a:lnTo>
                  <a:lnTo>
                    <a:pt x="2728342" y="2647231"/>
                  </a:lnTo>
                  <a:lnTo>
                    <a:pt x="2728436" y="2647231"/>
                  </a:lnTo>
                  <a:lnTo>
                    <a:pt x="2728530" y="2647231"/>
                  </a:lnTo>
                  <a:lnTo>
                    <a:pt x="2728624" y="2647231"/>
                  </a:lnTo>
                  <a:lnTo>
                    <a:pt x="2728718" y="2647231"/>
                  </a:lnTo>
                  <a:lnTo>
                    <a:pt x="2728812" y="2647231"/>
                  </a:lnTo>
                  <a:lnTo>
                    <a:pt x="2728907" y="2647231"/>
                  </a:lnTo>
                  <a:lnTo>
                    <a:pt x="2729001" y="2647231"/>
                  </a:lnTo>
                  <a:lnTo>
                    <a:pt x="2729095" y="2647231"/>
                  </a:lnTo>
                  <a:lnTo>
                    <a:pt x="2729189" y="2647231"/>
                  </a:lnTo>
                  <a:lnTo>
                    <a:pt x="2729283" y="2647231"/>
                  </a:lnTo>
                  <a:lnTo>
                    <a:pt x="2729377" y="2647231"/>
                  </a:lnTo>
                  <a:lnTo>
                    <a:pt x="2729471" y="2647231"/>
                  </a:lnTo>
                  <a:lnTo>
                    <a:pt x="2729566" y="2647231"/>
                  </a:lnTo>
                  <a:lnTo>
                    <a:pt x="2729660" y="2647231"/>
                  </a:lnTo>
                  <a:lnTo>
                    <a:pt x="2729754" y="2647231"/>
                  </a:lnTo>
                  <a:lnTo>
                    <a:pt x="2729848" y="2647231"/>
                  </a:lnTo>
                  <a:lnTo>
                    <a:pt x="2729942" y="2647231"/>
                  </a:lnTo>
                  <a:lnTo>
                    <a:pt x="2730036" y="2647231"/>
                  </a:lnTo>
                  <a:lnTo>
                    <a:pt x="2730131" y="2647231"/>
                  </a:lnTo>
                  <a:lnTo>
                    <a:pt x="2730225" y="2647231"/>
                  </a:lnTo>
                  <a:lnTo>
                    <a:pt x="2730319" y="2647231"/>
                  </a:lnTo>
                  <a:lnTo>
                    <a:pt x="2730413" y="2647231"/>
                  </a:lnTo>
                  <a:lnTo>
                    <a:pt x="2730507" y="2647231"/>
                  </a:lnTo>
                  <a:lnTo>
                    <a:pt x="2730601" y="2647231"/>
                  </a:lnTo>
                  <a:lnTo>
                    <a:pt x="2730695" y="2647231"/>
                  </a:lnTo>
                  <a:lnTo>
                    <a:pt x="2730790" y="2647231"/>
                  </a:lnTo>
                  <a:lnTo>
                    <a:pt x="2730884" y="2647231"/>
                  </a:lnTo>
                  <a:lnTo>
                    <a:pt x="2730978" y="2647231"/>
                  </a:lnTo>
                  <a:lnTo>
                    <a:pt x="2731072" y="2647231"/>
                  </a:lnTo>
                  <a:lnTo>
                    <a:pt x="2731166" y="2647231"/>
                  </a:lnTo>
                  <a:lnTo>
                    <a:pt x="2731166" y="2642319"/>
                  </a:lnTo>
                  <a:lnTo>
                    <a:pt x="2731260" y="2642319"/>
                  </a:lnTo>
                  <a:lnTo>
                    <a:pt x="2731355" y="2642319"/>
                  </a:lnTo>
                  <a:lnTo>
                    <a:pt x="2731449" y="2642319"/>
                  </a:lnTo>
                  <a:lnTo>
                    <a:pt x="2731543" y="2642319"/>
                  </a:lnTo>
                  <a:lnTo>
                    <a:pt x="2731637" y="2642319"/>
                  </a:lnTo>
                  <a:lnTo>
                    <a:pt x="2731731" y="2642319"/>
                  </a:lnTo>
                  <a:lnTo>
                    <a:pt x="2731825" y="2642319"/>
                  </a:lnTo>
                  <a:lnTo>
                    <a:pt x="2731919" y="2642319"/>
                  </a:lnTo>
                  <a:lnTo>
                    <a:pt x="2732014" y="2642319"/>
                  </a:lnTo>
                  <a:lnTo>
                    <a:pt x="2732108" y="2642319"/>
                  </a:lnTo>
                  <a:lnTo>
                    <a:pt x="2732202" y="2642319"/>
                  </a:lnTo>
                  <a:lnTo>
                    <a:pt x="2732296" y="2642319"/>
                  </a:lnTo>
                  <a:lnTo>
                    <a:pt x="2732390" y="2642319"/>
                  </a:lnTo>
                  <a:lnTo>
                    <a:pt x="2732484" y="2642319"/>
                  </a:lnTo>
                  <a:lnTo>
                    <a:pt x="2732578" y="2642319"/>
                  </a:lnTo>
                  <a:lnTo>
                    <a:pt x="2732673" y="2642319"/>
                  </a:lnTo>
                  <a:lnTo>
                    <a:pt x="2732767" y="2642319"/>
                  </a:lnTo>
                  <a:lnTo>
                    <a:pt x="2732861" y="2642319"/>
                  </a:lnTo>
                  <a:lnTo>
                    <a:pt x="2732955" y="2642319"/>
                  </a:lnTo>
                  <a:lnTo>
                    <a:pt x="2733049" y="2642319"/>
                  </a:lnTo>
                  <a:lnTo>
                    <a:pt x="2733143" y="2642319"/>
                  </a:lnTo>
                  <a:lnTo>
                    <a:pt x="2733238" y="2642319"/>
                  </a:lnTo>
                  <a:lnTo>
                    <a:pt x="2733332" y="2642319"/>
                  </a:lnTo>
                  <a:lnTo>
                    <a:pt x="2733426" y="2642319"/>
                  </a:lnTo>
                  <a:lnTo>
                    <a:pt x="2733520" y="2642319"/>
                  </a:lnTo>
                  <a:lnTo>
                    <a:pt x="2733614" y="2642319"/>
                  </a:lnTo>
                  <a:lnTo>
                    <a:pt x="2733708" y="2642319"/>
                  </a:lnTo>
                  <a:lnTo>
                    <a:pt x="2733802" y="2642319"/>
                  </a:lnTo>
                  <a:lnTo>
                    <a:pt x="2733897" y="2642319"/>
                  </a:lnTo>
                  <a:lnTo>
                    <a:pt x="2733991" y="2642319"/>
                  </a:lnTo>
                  <a:lnTo>
                    <a:pt x="2734085" y="2642319"/>
                  </a:lnTo>
                  <a:lnTo>
                    <a:pt x="2734179" y="2642319"/>
                  </a:lnTo>
                  <a:lnTo>
                    <a:pt x="2734273" y="2642319"/>
                  </a:lnTo>
                  <a:lnTo>
                    <a:pt x="2734367" y="2642319"/>
                  </a:lnTo>
                  <a:lnTo>
                    <a:pt x="2734462" y="2642319"/>
                  </a:lnTo>
                  <a:lnTo>
                    <a:pt x="2734556" y="2642319"/>
                  </a:lnTo>
                  <a:lnTo>
                    <a:pt x="2734650" y="2642319"/>
                  </a:lnTo>
                  <a:lnTo>
                    <a:pt x="2734744" y="2642319"/>
                  </a:lnTo>
                  <a:lnTo>
                    <a:pt x="2734838" y="2642319"/>
                  </a:lnTo>
                  <a:lnTo>
                    <a:pt x="2734932" y="2642319"/>
                  </a:lnTo>
                  <a:lnTo>
                    <a:pt x="2735026" y="2642319"/>
                  </a:lnTo>
                  <a:lnTo>
                    <a:pt x="2735121" y="2642319"/>
                  </a:lnTo>
                  <a:lnTo>
                    <a:pt x="2735121" y="2637408"/>
                  </a:lnTo>
                  <a:lnTo>
                    <a:pt x="2735215" y="2637408"/>
                  </a:lnTo>
                  <a:lnTo>
                    <a:pt x="2735309" y="2637408"/>
                  </a:lnTo>
                  <a:lnTo>
                    <a:pt x="2735403" y="2637408"/>
                  </a:lnTo>
                  <a:lnTo>
                    <a:pt x="2735497" y="2637408"/>
                  </a:lnTo>
                  <a:lnTo>
                    <a:pt x="2735591" y="2637408"/>
                  </a:lnTo>
                  <a:lnTo>
                    <a:pt x="2735686" y="2637408"/>
                  </a:lnTo>
                  <a:lnTo>
                    <a:pt x="2735780" y="2637408"/>
                  </a:lnTo>
                  <a:lnTo>
                    <a:pt x="2735874" y="2637408"/>
                  </a:lnTo>
                  <a:lnTo>
                    <a:pt x="2735968" y="2637408"/>
                  </a:lnTo>
                  <a:lnTo>
                    <a:pt x="2736062" y="2637408"/>
                  </a:lnTo>
                  <a:lnTo>
                    <a:pt x="2736156" y="2637408"/>
                  </a:lnTo>
                  <a:lnTo>
                    <a:pt x="2736250" y="2637408"/>
                  </a:lnTo>
                  <a:lnTo>
                    <a:pt x="2736345" y="2637408"/>
                  </a:lnTo>
                  <a:lnTo>
                    <a:pt x="2736439" y="2637408"/>
                  </a:lnTo>
                  <a:lnTo>
                    <a:pt x="2736533" y="2637408"/>
                  </a:lnTo>
                  <a:lnTo>
                    <a:pt x="2736627" y="2637408"/>
                  </a:lnTo>
                  <a:lnTo>
                    <a:pt x="2736721" y="2637408"/>
                  </a:lnTo>
                  <a:lnTo>
                    <a:pt x="2736815" y="2637408"/>
                  </a:lnTo>
                  <a:lnTo>
                    <a:pt x="2736909" y="2637408"/>
                  </a:lnTo>
                  <a:lnTo>
                    <a:pt x="2737004" y="2637408"/>
                  </a:lnTo>
                  <a:lnTo>
                    <a:pt x="2737098" y="2637408"/>
                  </a:lnTo>
                  <a:lnTo>
                    <a:pt x="2737192" y="2637408"/>
                  </a:lnTo>
                  <a:lnTo>
                    <a:pt x="2737286" y="2637408"/>
                  </a:lnTo>
                  <a:lnTo>
                    <a:pt x="2737380" y="2637408"/>
                  </a:lnTo>
                  <a:lnTo>
                    <a:pt x="2737474" y="2637408"/>
                  </a:lnTo>
                  <a:lnTo>
                    <a:pt x="2737569" y="2637408"/>
                  </a:lnTo>
                  <a:lnTo>
                    <a:pt x="2737663" y="2637408"/>
                  </a:lnTo>
                  <a:lnTo>
                    <a:pt x="2737757" y="2637408"/>
                  </a:lnTo>
                  <a:lnTo>
                    <a:pt x="2737851" y="2637408"/>
                  </a:lnTo>
                  <a:lnTo>
                    <a:pt x="2737945" y="2637408"/>
                  </a:lnTo>
                  <a:lnTo>
                    <a:pt x="2738039" y="2637408"/>
                  </a:lnTo>
                  <a:lnTo>
                    <a:pt x="2738133" y="2637408"/>
                  </a:lnTo>
                  <a:lnTo>
                    <a:pt x="2738228" y="2637408"/>
                  </a:lnTo>
                  <a:lnTo>
                    <a:pt x="2738322" y="2637408"/>
                  </a:lnTo>
                  <a:lnTo>
                    <a:pt x="2738416" y="2637408"/>
                  </a:lnTo>
                  <a:lnTo>
                    <a:pt x="2738510" y="2637408"/>
                  </a:lnTo>
                  <a:lnTo>
                    <a:pt x="2738604" y="2637408"/>
                  </a:lnTo>
                  <a:lnTo>
                    <a:pt x="2738698" y="2637408"/>
                  </a:lnTo>
                  <a:lnTo>
                    <a:pt x="2738793" y="2637408"/>
                  </a:lnTo>
                  <a:lnTo>
                    <a:pt x="2738887" y="2637408"/>
                  </a:lnTo>
                  <a:lnTo>
                    <a:pt x="2738981" y="2637408"/>
                  </a:lnTo>
                  <a:lnTo>
                    <a:pt x="2739075" y="2637408"/>
                  </a:lnTo>
                  <a:lnTo>
                    <a:pt x="2739169" y="2637408"/>
                  </a:lnTo>
                  <a:lnTo>
                    <a:pt x="2739263" y="2637408"/>
                  </a:lnTo>
                  <a:lnTo>
                    <a:pt x="2739357" y="2637408"/>
                  </a:lnTo>
                  <a:lnTo>
                    <a:pt x="2739452" y="2637408"/>
                  </a:lnTo>
                  <a:lnTo>
                    <a:pt x="2739546" y="2637408"/>
                  </a:lnTo>
                  <a:lnTo>
                    <a:pt x="2739640" y="2637408"/>
                  </a:lnTo>
                  <a:lnTo>
                    <a:pt x="2739734" y="2637408"/>
                  </a:lnTo>
                  <a:lnTo>
                    <a:pt x="2739828" y="2637408"/>
                  </a:lnTo>
                  <a:lnTo>
                    <a:pt x="2739922" y="2637408"/>
                  </a:lnTo>
                  <a:lnTo>
                    <a:pt x="2740017" y="2637408"/>
                  </a:lnTo>
                  <a:lnTo>
                    <a:pt x="2740111" y="2637408"/>
                  </a:lnTo>
                  <a:lnTo>
                    <a:pt x="2740205" y="2637408"/>
                  </a:lnTo>
                  <a:lnTo>
                    <a:pt x="2740299" y="2637408"/>
                  </a:lnTo>
                  <a:lnTo>
                    <a:pt x="2740393" y="2637408"/>
                  </a:lnTo>
                  <a:lnTo>
                    <a:pt x="2740487" y="2637408"/>
                  </a:lnTo>
                  <a:lnTo>
                    <a:pt x="2740581" y="2637408"/>
                  </a:lnTo>
                  <a:lnTo>
                    <a:pt x="2740676" y="2637408"/>
                  </a:lnTo>
                  <a:lnTo>
                    <a:pt x="2740770" y="2637408"/>
                  </a:lnTo>
                  <a:lnTo>
                    <a:pt x="2740864" y="2637408"/>
                  </a:lnTo>
                  <a:lnTo>
                    <a:pt x="2740958" y="2637408"/>
                  </a:lnTo>
                  <a:lnTo>
                    <a:pt x="2741052" y="2637408"/>
                  </a:lnTo>
                  <a:lnTo>
                    <a:pt x="2741146" y="2637408"/>
                  </a:lnTo>
                  <a:lnTo>
                    <a:pt x="2741240" y="2637408"/>
                  </a:lnTo>
                  <a:lnTo>
                    <a:pt x="2741335" y="2637408"/>
                  </a:lnTo>
                  <a:lnTo>
                    <a:pt x="2741429" y="2637408"/>
                  </a:lnTo>
                  <a:lnTo>
                    <a:pt x="2741429" y="2632496"/>
                  </a:lnTo>
                  <a:lnTo>
                    <a:pt x="2741523" y="2632496"/>
                  </a:lnTo>
                  <a:lnTo>
                    <a:pt x="2741617" y="2632496"/>
                  </a:lnTo>
                  <a:lnTo>
                    <a:pt x="2741711" y="2632496"/>
                  </a:lnTo>
                  <a:lnTo>
                    <a:pt x="2741805" y="2632496"/>
                  </a:lnTo>
                  <a:lnTo>
                    <a:pt x="2741900" y="2632496"/>
                  </a:lnTo>
                  <a:lnTo>
                    <a:pt x="2741994" y="2632496"/>
                  </a:lnTo>
                  <a:lnTo>
                    <a:pt x="2742088" y="2632496"/>
                  </a:lnTo>
                  <a:lnTo>
                    <a:pt x="2742182" y="2632496"/>
                  </a:lnTo>
                  <a:lnTo>
                    <a:pt x="2742276" y="2632496"/>
                  </a:lnTo>
                  <a:lnTo>
                    <a:pt x="2742370" y="2632496"/>
                  </a:lnTo>
                  <a:lnTo>
                    <a:pt x="2742464" y="2632496"/>
                  </a:lnTo>
                  <a:lnTo>
                    <a:pt x="2742559" y="2632496"/>
                  </a:lnTo>
                  <a:lnTo>
                    <a:pt x="2742653" y="2632496"/>
                  </a:lnTo>
                  <a:lnTo>
                    <a:pt x="2742747" y="2632496"/>
                  </a:lnTo>
                  <a:lnTo>
                    <a:pt x="2742841" y="2632496"/>
                  </a:lnTo>
                  <a:lnTo>
                    <a:pt x="2742935" y="2632496"/>
                  </a:lnTo>
                  <a:lnTo>
                    <a:pt x="2743029" y="2632496"/>
                  </a:lnTo>
                  <a:lnTo>
                    <a:pt x="2743124" y="2632496"/>
                  </a:lnTo>
                  <a:lnTo>
                    <a:pt x="2743218" y="2632496"/>
                  </a:lnTo>
                  <a:lnTo>
                    <a:pt x="2743312" y="2632496"/>
                  </a:lnTo>
                  <a:lnTo>
                    <a:pt x="2743406" y="2632496"/>
                  </a:lnTo>
                  <a:lnTo>
                    <a:pt x="2743500" y="2632496"/>
                  </a:lnTo>
                  <a:lnTo>
                    <a:pt x="2743594" y="2632496"/>
                  </a:lnTo>
                  <a:lnTo>
                    <a:pt x="2743688" y="2632496"/>
                  </a:lnTo>
                  <a:lnTo>
                    <a:pt x="2743783" y="2632496"/>
                  </a:lnTo>
                  <a:lnTo>
                    <a:pt x="2743877" y="2632496"/>
                  </a:lnTo>
                  <a:lnTo>
                    <a:pt x="2743971" y="2632496"/>
                  </a:lnTo>
                  <a:lnTo>
                    <a:pt x="2744065" y="2632496"/>
                  </a:lnTo>
                  <a:lnTo>
                    <a:pt x="2744159" y="2632496"/>
                  </a:lnTo>
                  <a:lnTo>
                    <a:pt x="2744253" y="2632496"/>
                  </a:lnTo>
                  <a:lnTo>
                    <a:pt x="2744348" y="2632496"/>
                  </a:lnTo>
                  <a:lnTo>
                    <a:pt x="2744442" y="2632496"/>
                  </a:lnTo>
                  <a:lnTo>
                    <a:pt x="2744536" y="2632496"/>
                  </a:lnTo>
                  <a:lnTo>
                    <a:pt x="2744630" y="2632496"/>
                  </a:lnTo>
                  <a:lnTo>
                    <a:pt x="2744724" y="2632496"/>
                  </a:lnTo>
                  <a:lnTo>
                    <a:pt x="2744818" y="2632496"/>
                  </a:lnTo>
                  <a:lnTo>
                    <a:pt x="2744912" y="2632496"/>
                  </a:lnTo>
                  <a:lnTo>
                    <a:pt x="2745007" y="2632496"/>
                  </a:lnTo>
                  <a:lnTo>
                    <a:pt x="2745101" y="2632496"/>
                  </a:lnTo>
                  <a:lnTo>
                    <a:pt x="2745195" y="2632496"/>
                  </a:lnTo>
                  <a:lnTo>
                    <a:pt x="2745289" y="2632496"/>
                  </a:lnTo>
                  <a:lnTo>
                    <a:pt x="2745383" y="2632496"/>
                  </a:lnTo>
                  <a:lnTo>
                    <a:pt x="2745477" y="2632496"/>
                  </a:lnTo>
                  <a:lnTo>
                    <a:pt x="2745571" y="2632496"/>
                  </a:lnTo>
                  <a:lnTo>
                    <a:pt x="2745666" y="2632496"/>
                  </a:lnTo>
                  <a:lnTo>
                    <a:pt x="2745760" y="2632496"/>
                  </a:lnTo>
                  <a:lnTo>
                    <a:pt x="2745854" y="2632496"/>
                  </a:lnTo>
                  <a:lnTo>
                    <a:pt x="2745948" y="2632496"/>
                  </a:lnTo>
                  <a:lnTo>
                    <a:pt x="2746042" y="2632496"/>
                  </a:lnTo>
                  <a:lnTo>
                    <a:pt x="2746136" y="2632496"/>
                  </a:lnTo>
                  <a:lnTo>
                    <a:pt x="2746231" y="2632496"/>
                  </a:lnTo>
                  <a:lnTo>
                    <a:pt x="2746325" y="2632496"/>
                  </a:lnTo>
                  <a:lnTo>
                    <a:pt x="2746419" y="2632496"/>
                  </a:lnTo>
                  <a:lnTo>
                    <a:pt x="2746513" y="2632496"/>
                  </a:lnTo>
                  <a:lnTo>
                    <a:pt x="2746607" y="2632496"/>
                  </a:lnTo>
                  <a:lnTo>
                    <a:pt x="2746701" y="2632496"/>
                  </a:lnTo>
                  <a:lnTo>
                    <a:pt x="2746795" y="2632496"/>
                  </a:lnTo>
                  <a:lnTo>
                    <a:pt x="2746890" y="2632496"/>
                  </a:lnTo>
                  <a:lnTo>
                    <a:pt x="2746984" y="2632496"/>
                  </a:lnTo>
                  <a:lnTo>
                    <a:pt x="2747078" y="2632496"/>
                  </a:lnTo>
                  <a:lnTo>
                    <a:pt x="2747172" y="2632496"/>
                  </a:lnTo>
                  <a:lnTo>
                    <a:pt x="2747266" y="2632496"/>
                  </a:lnTo>
                  <a:lnTo>
                    <a:pt x="2747266" y="2627585"/>
                  </a:lnTo>
                  <a:lnTo>
                    <a:pt x="2747360" y="2627585"/>
                  </a:lnTo>
                  <a:lnTo>
                    <a:pt x="2747455" y="2627585"/>
                  </a:lnTo>
                  <a:lnTo>
                    <a:pt x="2747549" y="2627585"/>
                  </a:lnTo>
                  <a:lnTo>
                    <a:pt x="2747643" y="2627585"/>
                  </a:lnTo>
                  <a:lnTo>
                    <a:pt x="2747737" y="2627585"/>
                  </a:lnTo>
                  <a:lnTo>
                    <a:pt x="2747831" y="2627585"/>
                  </a:lnTo>
                  <a:lnTo>
                    <a:pt x="2747925" y="2627585"/>
                  </a:lnTo>
                  <a:lnTo>
                    <a:pt x="2748019" y="2627585"/>
                  </a:lnTo>
                  <a:lnTo>
                    <a:pt x="2748114" y="2627585"/>
                  </a:lnTo>
                  <a:lnTo>
                    <a:pt x="2748208" y="2627585"/>
                  </a:lnTo>
                  <a:lnTo>
                    <a:pt x="2748302" y="2627585"/>
                  </a:lnTo>
                  <a:lnTo>
                    <a:pt x="2748396" y="2627585"/>
                  </a:lnTo>
                  <a:lnTo>
                    <a:pt x="2748490" y="2627585"/>
                  </a:lnTo>
                  <a:lnTo>
                    <a:pt x="2748584" y="2627585"/>
                  </a:lnTo>
                  <a:lnTo>
                    <a:pt x="2748679" y="2627585"/>
                  </a:lnTo>
                  <a:lnTo>
                    <a:pt x="2748773" y="2627585"/>
                  </a:lnTo>
                  <a:lnTo>
                    <a:pt x="2748867" y="2627585"/>
                  </a:lnTo>
                  <a:lnTo>
                    <a:pt x="2748961" y="2627585"/>
                  </a:lnTo>
                  <a:lnTo>
                    <a:pt x="2749055" y="2627585"/>
                  </a:lnTo>
                  <a:lnTo>
                    <a:pt x="2749055" y="2622674"/>
                  </a:lnTo>
                  <a:lnTo>
                    <a:pt x="2749149" y="2622674"/>
                  </a:lnTo>
                  <a:lnTo>
                    <a:pt x="2749243" y="2622674"/>
                  </a:lnTo>
                  <a:lnTo>
                    <a:pt x="2749338" y="2622674"/>
                  </a:lnTo>
                  <a:lnTo>
                    <a:pt x="2749432" y="2622674"/>
                  </a:lnTo>
                  <a:lnTo>
                    <a:pt x="2749526" y="2622674"/>
                  </a:lnTo>
                  <a:lnTo>
                    <a:pt x="2749620" y="2622674"/>
                  </a:lnTo>
                  <a:lnTo>
                    <a:pt x="2749714" y="2622674"/>
                  </a:lnTo>
                  <a:lnTo>
                    <a:pt x="2749808" y="2622674"/>
                  </a:lnTo>
                  <a:lnTo>
                    <a:pt x="2749902" y="2622674"/>
                  </a:lnTo>
                  <a:lnTo>
                    <a:pt x="2749997" y="2622674"/>
                  </a:lnTo>
                  <a:lnTo>
                    <a:pt x="2750091" y="2622674"/>
                  </a:lnTo>
                  <a:lnTo>
                    <a:pt x="2750185" y="2622674"/>
                  </a:lnTo>
                  <a:lnTo>
                    <a:pt x="2750279" y="2622674"/>
                  </a:lnTo>
                  <a:lnTo>
                    <a:pt x="2750373" y="2622674"/>
                  </a:lnTo>
                  <a:lnTo>
                    <a:pt x="2750467" y="2622674"/>
                  </a:lnTo>
                  <a:lnTo>
                    <a:pt x="2750562" y="2622674"/>
                  </a:lnTo>
                  <a:lnTo>
                    <a:pt x="2750656" y="2622674"/>
                  </a:lnTo>
                  <a:lnTo>
                    <a:pt x="2750750" y="2622674"/>
                  </a:lnTo>
                  <a:lnTo>
                    <a:pt x="2750844" y="2622674"/>
                  </a:lnTo>
                  <a:lnTo>
                    <a:pt x="2750938" y="2622674"/>
                  </a:lnTo>
                  <a:lnTo>
                    <a:pt x="2751032" y="2622674"/>
                  </a:lnTo>
                  <a:lnTo>
                    <a:pt x="2751126" y="2622674"/>
                  </a:lnTo>
                  <a:lnTo>
                    <a:pt x="2751221" y="2622674"/>
                  </a:lnTo>
                  <a:lnTo>
                    <a:pt x="2751315" y="2622674"/>
                  </a:lnTo>
                  <a:lnTo>
                    <a:pt x="2751409" y="2622674"/>
                  </a:lnTo>
                  <a:lnTo>
                    <a:pt x="2751503" y="2622674"/>
                  </a:lnTo>
                  <a:lnTo>
                    <a:pt x="2751597" y="2622674"/>
                  </a:lnTo>
                  <a:lnTo>
                    <a:pt x="2751691" y="2622674"/>
                  </a:lnTo>
                  <a:lnTo>
                    <a:pt x="2751786" y="2622674"/>
                  </a:lnTo>
                  <a:lnTo>
                    <a:pt x="2751880" y="2622674"/>
                  </a:lnTo>
                  <a:lnTo>
                    <a:pt x="2751974" y="2622674"/>
                  </a:lnTo>
                  <a:lnTo>
                    <a:pt x="2752068" y="2622674"/>
                  </a:lnTo>
                  <a:lnTo>
                    <a:pt x="2752162" y="2622674"/>
                  </a:lnTo>
                  <a:lnTo>
                    <a:pt x="2752256" y="2622674"/>
                  </a:lnTo>
                  <a:lnTo>
                    <a:pt x="2752350" y="2622674"/>
                  </a:lnTo>
                  <a:lnTo>
                    <a:pt x="2752445" y="2622674"/>
                  </a:lnTo>
                  <a:lnTo>
                    <a:pt x="2752539" y="2622674"/>
                  </a:lnTo>
                  <a:lnTo>
                    <a:pt x="2752633" y="2622674"/>
                  </a:lnTo>
                  <a:lnTo>
                    <a:pt x="2752727" y="2622674"/>
                  </a:lnTo>
                  <a:lnTo>
                    <a:pt x="2752821" y="2622674"/>
                  </a:lnTo>
                  <a:lnTo>
                    <a:pt x="2752915" y="2622674"/>
                  </a:lnTo>
                  <a:lnTo>
                    <a:pt x="2753010" y="2622674"/>
                  </a:lnTo>
                  <a:lnTo>
                    <a:pt x="2753104" y="2622674"/>
                  </a:lnTo>
                  <a:lnTo>
                    <a:pt x="2753198" y="2622674"/>
                  </a:lnTo>
                  <a:lnTo>
                    <a:pt x="2753292" y="2622674"/>
                  </a:lnTo>
                  <a:lnTo>
                    <a:pt x="2753386" y="2622674"/>
                  </a:lnTo>
                  <a:lnTo>
                    <a:pt x="2753480" y="2622674"/>
                  </a:lnTo>
                  <a:lnTo>
                    <a:pt x="2753574" y="2622674"/>
                  </a:lnTo>
                  <a:lnTo>
                    <a:pt x="2753669" y="2622674"/>
                  </a:lnTo>
                  <a:lnTo>
                    <a:pt x="2753763" y="2622674"/>
                  </a:lnTo>
                  <a:lnTo>
                    <a:pt x="2753857" y="2622674"/>
                  </a:lnTo>
                  <a:lnTo>
                    <a:pt x="2753951" y="2622674"/>
                  </a:lnTo>
                  <a:lnTo>
                    <a:pt x="2754045" y="2622674"/>
                  </a:lnTo>
                  <a:lnTo>
                    <a:pt x="2754139" y="2622674"/>
                  </a:lnTo>
                  <a:lnTo>
                    <a:pt x="2754233" y="2622674"/>
                  </a:lnTo>
                  <a:lnTo>
                    <a:pt x="2754328" y="2622674"/>
                  </a:lnTo>
                  <a:lnTo>
                    <a:pt x="2754422" y="2622674"/>
                  </a:lnTo>
                  <a:lnTo>
                    <a:pt x="2754516" y="2622674"/>
                  </a:lnTo>
                  <a:lnTo>
                    <a:pt x="2754610" y="2622674"/>
                  </a:lnTo>
                  <a:lnTo>
                    <a:pt x="2754704" y="2622674"/>
                  </a:lnTo>
                  <a:lnTo>
                    <a:pt x="2754798" y="2622674"/>
                  </a:lnTo>
                  <a:lnTo>
                    <a:pt x="2754893" y="2622674"/>
                  </a:lnTo>
                  <a:lnTo>
                    <a:pt x="2754987" y="2622674"/>
                  </a:lnTo>
                  <a:lnTo>
                    <a:pt x="2755081" y="2622674"/>
                  </a:lnTo>
                  <a:lnTo>
                    <a:pt x="2755175" y="2622674"/>
                  </a:lnTo>
                  <a:lnTo>
                    <a:pt x="2755269" y="2622674"/>
                  </a:lnTo>
                  <a:lnTo>
                    <a:pt x="2755363" y="2622674"/>
                  </a:lnTo>
                  <a:lnTo>
                    <a:pt x="2755457" y="2622674"/>
                  </a:lnTo>
                  <a:lnTo>
                    <a:pt x="2755552" y="2622674"/>
                  </a:lnTo>
                  <a:lnTo>
                    <a:pt x="2755646" y="2622674"/>
                  </a:lnTo>
                  <a:lnTo>
                    <a:pt x="2755740" y="2622674"/>
                  </a:lnTo>
                  <a:lnTo>
                    <a:pt x="2755834" y="2622674"/>
                  </a:lnTo>
                  <a:lnTo>
                    <a:pt x="2755928" y="2622674"/>
                  </a:lnTo>
                  <a:lnTo>
                    <a:pt x="2756022" y="2622674"/>
                  </a:lnTo>
                  <a:lnTo>
                    <a:pt x="2756117" y="2622674"/>
                  </a:lnTo>
                  <a:lnTo>
                    <a:pt x="2756211" y="2622674"/>
                  </a:lnTo>
                  <a:lnTo>
                    <a:pt x="2756305" y="2622674"/>
                  </a:lnTo>
                  <a:lnTo>
                    <a:pt x="2756399" y="2622674"/>
                  </a:lnTo>
                  <a:lnTo>
                    <a:pt x="2756493" y="2622674"/>
                  </a:lnTo>
                  <a:lnTo>
                    <a:pt x="2756587" y="2622674"/>
                  </a:lnTo>
                  <a:lnTo>
                    <a:pt x="2756681" y="2622674"/>
                  </a:lnTo>
                  <a:lnTo>
                    <a:pt x="2756776" y="2622674"/>
                  </a:lnTo>
                  <a:lnTo>
                    <a:pt x="2756870" y="2622674"/>
                  </a:lnTo>
                  <a:lnTo>
                    <a:pt x="2756964" y="2622674"/>
                  </a:lnTo>
                  <a:lnTo>
                    <a:pt x="2757058" y="2622674"/>
                  </a:lnTo>
                  <a:lnTo>
                    <a:pt x="2757152" y="2622674"/>
                  </a:lnTo>
                  <a:lnTo>
                    <a:pt x="2757246" y="2622674"/>
                  </a:lnTo>
                  <a:lnTo>
                    <a:pt x="2757341" y="2622674"/>
                  </a:lnTo>
                  <a:lnTo>
                    <a:pt x="2757435" y="2622674"/>
                  </a:lnTo>
                  <a:lnTo>
                    <a:pt x="2757529" y="2622674"/>
                  </a:lnTo>
                  <a:lnTo>
                    <a:pt x="2757623" y="2622674"/>
                  </a:lnTo>
                  <a:lnTo>
                    <a:pt x="2757717" y="2622674"/>
                  </a:lnTo>
                  <a:lnTo>
                    <a:pt x="2757811" y="2622674"/>
                  </a:lnTo>
                  <a:lnTo>
                    <a:pt x="2757905" y="2622674"/>
                  </a:lnTo>
                  <a:lnTo>
                    <a:pt x="2758000" y="2622674"/>
                  </a:lnTo>
                  <a:lnTo>
                    <a:pt x="2758094" y="2622674"/>
                  </a:lnTo>
                  <a:lnTo>
                    <a:pt x="2758188" y="2622674"/>
                  </a:lnTo>
                  <a:lnTo>
                    <a:pt x="2758282" y="2622674"/>
                  </a:lnTo>
                  <a:lnTo>
                    <a:pt x="2758376" y="2622674"/>
                  </a:lnTo>
                  <a:lnTo>
                    <a:pt x="2758470" y="2622674"/>
                  </a:lnTo>
                  <a:lnTo>
                    <a:pt x="2758564" y="2622674"/>
                  </a:lnTo>
                  <a:lnTo>
                    <a:pt x="2758659" y="2622674"/>
                  </a:lnTo>
                  <a:lnTo>
                    <a:pt x="2758753" y="2622674"/>
                  </a:lnTo>
                  <a:lnTo>
                    <a:pt x="2758847" y="2622674"/>
                  </a:lnTo>
                  <a:lnTo>
                    <a:pt x="2758941" y="2622674"/>
                  </a:lnTo>
                  <a:lnTo>
                    <a:pt x="2759035" y="2622674"/>
                  </a:lnTo>
                  <a:lnTo>
                    <a:pt x="2759129" y="2622674"/>
                  </a:lnTo>
                  <a:lnTo>
                    <a:pt x="2759224" y="2622674"/>
                  </a:lnTo>
                  <a:lnTo>
                    <a:pt x="2759318" y="2622674"/>
                  </a:lnTo>
                  <a:lnTo>
                    <a:pt x="2759412" y="2622674"/>
                  </a:lnTo>
                  <a:lnTo>
                    <a:pt x="2759506" y="2622674"/>
                  </a:lnTo>
                  <a:lnTo>
                    <a:pt x="2759600" y="2622674"/>
                  </a:lnTo>
                  <a:lnTo>
                    <a:pt x="2759694" y="2622674"/>
                  </a:lnTo>
                  <a:lnTo>
                    <a:pt x="2759788" y="2622674"/>
                  </a:lnTo>
                  <a:lnTo>
                    <a:pt x="2759883" y="2622674"/>
                  </a:lnTo>
                  <a:lnTo>
                    <a:pt x="2759977" y="2622674"/>
                  </a:lnTo>
                  <a:lnTo>
                    <a:pt x="2760071" y="2622674"/>
                  </a:lnTo>
                  <a:lnTo>
                    <a:pt x="2760165" y="2622674"/>
                  </a:lnTo>
                  <a:lnTo>
                    <a:pt x="2760259" y="2622674"/>
                  </a:lnTo>
                  <a:lnTo>
                    <a:pt x="2760353" y="2622674"/>
                  </a:lnTo>
                  <a:lnTo>
                    <a:pt x="2760448" y="2622674"/>
                  </a:lnTo>
                  <a:lnTo>
                    <a:pt x="2760542" y="2622674"/>
                  </a:lnTo>
                  <a:lnTo>
                    <a:pt x="2760636" y="2622674"/>
                  </a:lnTo>
                  <a:lnTo>
                    <a:pt x="2760730" y="2622674"/>
                  </a:lnTo>
                  <a:lnTo>
                    <a:pt x="2760824" y="2622674"/>
                  </a:lnTo>
                  <a:lnTo>
                    <a:pt x="2760918" y="2622674"/>
                  </a:lnTo>
                  <a:lnTo>
                    <a:pt x="2761012" y="2622674"/>
                  </a:lnTo>
                  <a:lnTo>
                    <a:pt x="2761107" y="2622674"/>
                  </a:lnTo>
                  <a:lnTo>
                    <a:pt x="2761201" y="2622674"/>
                  </a:lnTo>
                  <a:lnTo>
                    <a:pt x="2761295" y="2622674"/>
                  </a:lnTo>
                  <a:lnTo>
                    <a:pt x="2761389" y="2622674"/>
                  </a:lnTo>
                  <a:lnTo>
                    <a:pt x="2761483" y="2622674"/>
                  </a:lnTo>
                  <a:lnTo>
                    <a:pt x="2761577" y="2622674"/>
                  </a:lnTo>
                  <a:lnTo>
                    <a:pt x="2761672" y="2622674"/>
                  </a:lnTo>
                  <a:lnTo>
                    <a:pt x="2761766" y="2622674"/>
                  </a:lnTo>
                  <a:lnTo>
                    <a:pt x="2761860" y="2622674"/>
                  </a:lnTo>
                  <a:lnTo>
                    <a:pt x="2761954" y="2622674"/>
                  </a:lnTo>
                  <a:lnTo>
                    <a:pt x="2762048" y="2622674"/>
                  </a:lnTo>
                  <a:lnTo>
                    <a:pt x="2762142" y="2622674"/>
                  </a:lnTo>
                  <a:lnTo>
                    <a:pt x="2762236" y="2622674"/>
                  </a:lnTo>
                  <a:lnTo>
                    <a:pt x="2762331" y="2622674"/>
                  </a:lnTo>
                  <a:lnTo>
                    <a:pt x="2762425" y="2622674"/>
                  </a:lnTo>
                  <a:lnTo>
                    <a:pt x="2762519" y="2622674"/>
                  </a:lnTo>
                  <a:lnTo>
                    <a:pt x="2762613" y="2622674"/>
                  </a:lnTo>
                  <a:lnTo>
                    <a:pt x="2762707" y="2622674"/>
                  </a:lnTo>
                  <a:lnTo>
                    <a:pt x="2762801" y="2622674"/>
                  </a:lnTo>
                  <a:lnTo>
                    <a:pt x="2762895" y="2622674"/>
                  </a:lnTo>
                  <a:lnTo>
                    <a:pt x="2762895" y="2617762"/>
                  </a:lnTo>
                  <a:lnTo>
                    <a:pt x="2762990" y="2617762"/>
                  </a:lnTo>
                  <a:lnTo>
                    <a:pt x="2763084" y="2617762"/>
                  </a:lnTo>
                  <a:lnTo>
                    <a:pt x="2763178" y="2617762"/>
                  </a:lnTo>
                  <a:lnTo>
                    <a:pt x="2763272" y="2617762"/>
                  </a:lnTo>
                  <a:lnTo>
                    <a:pt x="2763366" y="2617762"/>
                  </a:lnTo>
                  <a:lnTo>
                    <a:pt x="2763460" y="2617762"/>
                  </a:lnTo>
                  <a:lnTo>
                    <a:pt x="2763555" y="2617762"/>
                  </a:lnTo>
                  <a:lnTo>
                    <a:pt x="2763649" y="2617762"/>
                  </a:lnTo>
                  <a:lnTo>
                    <a:pt x="2763743" y="2617762"/>
                  </a:lnTo>
                  <a:lnTo>
                    <a:pt x="2763837" y="2617762"/>
                  </a:lnTo>
                  <a:lnTo>
                    <a:pt x="2763931" y="2617762"/>
                  </a:lnTo>
                  <a:lnTo>
                    <a:pt x="2764025" y="2617762"/>
                  </a:lnTo>
                  <a:lnTo>
                    <a:pt x="2764119" y="2617762"/>
                  </a:lnTo>
                  <a:lnTo>
                    <a:pt x="2764214" y="2617762"/>
                  </a:lnTo>
                  <a:lnTo>
                    <a:pt x="2764308" y="2617762"/>
                  </a:lnTo>
                  <a:lnTo>
                    <a:pt x="2764402" y="2617762"/>
                  </a:lnTo>
                  <a:lnTo>
                    <a:pt x="2764496" y="2617762"/>
                  </a:lnTo>
                  <a:lnTo>
                    <a:pt x="2764590" y="2617762"/>
                  </a:lnTo>
                  <a:lnTo>
                    <a:pt x="2764684" y="2617762"/>
                  </a:lnTo>
                  <a:lnTo>
                    <a:pt x="2764779" y="2617762"/>
                  </a:lnTo>
                  <a:lnTo>
                    <a:pt x="2764873" y="2617762"/>
                  </a:lnTo>
                  <a:lnTo>
                    <a:pt x="2764967" y="2617762"/>
                  </a:lnTo>
                  <a:lnTo>
                    <a:pt x="2765061" y="2617762"/>
                  </a:lnTo>
                  <a:lnTo>
                    <a:pt x="2765155" y="2617762"/>
                  </a:lnTo>
                  <a:lnTo>
                    <a:pt x="2765249" y="2617762"/>
                  </a:lnTo>
                  <a:lnTo>
                    <a:pt x="2765249" y="2612851"/>
                  </a:lnTo>
                  <a:lnTo>
                    <a:pt x="2765343" y="2612851"/>
                  </a:lnTo>
                  <a:lnTo>
                    <a:pt x="2765343" y="2607940"/>
                  </a:lnTo>
                  <a:lnTo>
                    <a:pt x="2765438" y="2607940"/>
                  </a:lnTo>
                  <a:lnTo>
                    <a:pt x="2765532" y="2607940"/>
                  </a:lnTo>
                  <a:lnTo>
                    <a:pt x="2765626" y="2607940"/>
                  </a:lnTo>
                  <a:lnTo>
                    <a:pt x="2765720" y="2607940"/>
                  </a:lnTo>
                  <a:lnTo>
                    <a:pt x="2765814" y="2607940"/>
                  </a:lnTo>
                  <a:lnTo>
                    <a:pt x="2765908" y="2607940"/>
                  </a:lnTo>
                  <a:lnTo>
                    <a:pt x="2766003" y="2607940"/>
                  </a:lnTo>
                  <a:lnTo>
                    <a:pt x="2766097" y="2607940"/>
                  </a:lnTo>
                  <a:lnTo>
                    <a:pt x="2766191" y="2607940"/>
                  </a:lnTo>
                  <a:lnTo>
                    <a:pt x="2766285" y="2607940"/>
                  </a:lnTo>
                  <a:lnTo>
                    <a:pt x="2766379" y="2607940"/>
                  </a:lnTo>
                  <a:lnTo>
                    <a:pt x="2766473" y="2607940"/>
                  </a:lnTo>
                  <a:lnTo>
                    <a:pt x="2766567" y="2607940"/>
                  </a:lnTo>
                  <a:lnTo>
                    <a:pt x="2766662" y="2607940"/>
                  </a:lnTo>
                  <a:lnTo>
                    <a:pt x="2766756" y="2607940"/>
                  </a:lnTo>
                  <a:lnTo>
                    <a:pt x="2766850" y="2607940"/>
                  </a:lnTo>
                  <a:lnTo>
                    <a:pt x="2766944" y="2607940"/>
                  </a:lnTo>
                  <a:lnTo>
                    <a:pt x="2767038" y="2607940"/>
                  </a:lnTo>
                  <a:lnTo>
                    <a:pt x="2767132" y="2607940"/>
                  </a:lnTo>
                  <a:lnTo>
                    <a:pt x="2767226" y="2607940"/>
                  </a:lnTo>
                  <a:lnTo>
                    <a:pt x="2767321" y="2607940"/>
                  </a:lnTo>
                  <a:lnTo>
                    <a:pt x="2767415" y="2607940"/>
                  </a:lnTo>
                  <a:lnTo>
                    <a:pt x="2767509" y="2607940"/>
                  </a:lnTo>
                  <a:lnTo>
                    <a:pt x="2767603" y="2607940"/>
                  </a:lnTo>
                  <a:lnTo>
                    <a:pt x="2767697" y="2607940"/>
                  </a:lnTo>
                  <a:lnTo>
                    <a:pt x="2767791" y="2607940"/>
                  </a:lnTo>
                  <a:lnTo>
                    <a:pt x="2767886" y="2607940"/>
                  </a:lnTo>
                  <a:lnTo>
                    <a:pt x="2767980" y="2607940"/>
                  </a:lnTo>
                  <a:lnTo>
                    <a:pt x="2768074" y="2607940"/>
                  </a:lnTo>
                  <a:lnTo>
                    <a:pt x="2768168" y="2607940"/>
                  </a:lnTo>
                  <a:lnTo>
                    <a:pt x="2768168" y="2603028"/>
                  </a:lnTo>
                  <a:lnTo>
                    <a:pt x="2768262" y="2603028"/>
                  </a:lnTo>
                  <a:lnTo>
                    <a:pt x="2768356" y="2603028"/>
                  </a:lnTo>
                  <a:lnTo>
                    <a:pt x="2768450" y="2603028"/>
                  </a:lnTo>
                  <a:lnTo>
                    <a:pt x="2768545" y="2603028"/>
                  </a:lnTo>
                  <a:lnTo>
                    <a:pt x="2768639" y="2603028"/>
                  </a:lnTo>
                  <a:lnTo>
                    <a:pt x="2768733" y="2603028"/>
                  </a:lnTo>
                  <a:lnTo>
                    <a:pt x="2768827" y="2603028"/>
                  </a:lnTo>
                  <a:lnTo>
                    <a:pt x="2768921" y="2603028"/>
                  </a:lnTo>
                  <a:lnTo>
                    <a:pt x="2769015" y="2603028"/>
                  </a:lnTo>
                  <a:lnTo>
                    <a:pt x="2769110" y="2603028"/>
                  </a:lnTo>
                  <a:lnTo>
                    <a:pt x="2769204" y="2603028"/>
                  </a:lnTo>
                  <a:lnTo>
                    <a:pt x="2769204" y="2598117"/>
                  </a:lnTo>
                  <a:lnTo>
                    <a:pt x="2769298" y="2598117"/>
                  </a:lnTo>
                  <a:lnTo>
                    <a:pt x="2769392" y="2598117"/>
                  </a:lnTo>
                  <a:lnTo>
                    <a:pt x="2769486" y="2598117"/>
                  </a:lnTo>
                  <a:lnTo>
                    <a:pt x="2769580" y="2598117"/>
                  </a:lnTo>
                  <a:lnTo>
                    <a:pt x="2769674" y="2598117"/>
                  </a:lnTo>
                  <a:lnTo>
                    <a:pt x="2769769" y="2598117"/>
                  </a:lnTo>
                  <a:lnTo>
                    <a:pt x="2769769" y="2593205"/>
                  </a:lnTo>
                  <a:lnTo>
                    <a:pt x="2769863" y="2593205"/>
                  </a:lnTo>
                  <a:lnTo>
                    <a:pt x="2769863" y="2588294"/>
                  </a:lnTo>
                  <a:lnTo>
                    <a:pt x="2769957" y="2588294"/>
                  </a:lnTo>
                  <a:lnTo>
                    <a:pt x="2769957" y="2583383"/>
                  </a:lnTo>
                  <a:lnTo>
                    <a:pt x="2770051" y="2583383"/>
                  </a:lnTo>
                  <a:lnTo>
                    <a:pt x="2770145" y="2583383"/>
                  </a:lnTo>
                  <a:lnTo>
                    <a:pt x="2770239" y="2583383"/>
                  </a:lnTo>
                  <a:lnTo>
                    <a:pt x="2770334" y="2583383"/>
                  </a:lnTo>
                  <a:lnTo>
                    <a:pt x="2770428" y="2583383"/>
                  </a:lnTo>
                  <a:lnTo>
                    <a:pt x="2770522" y="2583383"/>
                  </a:lnTo>
                  <a:lnTo>
                    <a:pt x="2770522" y="2578471"/>
                  </a:lnTo>
                  <a:lnTo>
                    <a:pt x="2770616" y="2578471"/>
                  </a:lnTo>
                  <a:lnTo>
                    <a:pt x="2770710" y="2578471"/>
                  </a:lnTo>
                  <a:lnTo>
                    <a:pt x="2770804" y="2578471"/>
                  </a:lnTo>
                  <a:lnTo>
                    <a:pt x="2770898" y="2578471"/>
                  </a:lnTo>
                  <a:lnTo>
                    <a:pt x="2770993" y="2578471"/>
                  </a:lnTo>
                  <a:lnTo>
                    <a:pt x="2771087" y="2578471"/>
                  </a:lnTo>
                  <a:lnTo>
                    <a:pt x="2771181" y="2578471"/>
                  </a:lnTo>
                  <a:lnTo>
                    <a:pt x="2771275" y="2578471"/>
                  </a:lnTo>
                  <a:lnTo>
                    <a:pt x="2771369" y="2578471"/>
                  </a:lnTo>
                  <a:lnTo>
                    <a:pt x="2771463" y="2578471"/>
                  </a:lnTo>
                  <a:lnTo>
                    <a:pt x="2771557" y="2578471"/>
                  </a:lnTo>
                  <a:lnTo>
                    <a:pt x="2771652" y="2578471"/>
                  </a:lnTo>
                  <a:lnTo>
                    <a:pt x="2771746" y="2578471"/>
                  </a:lnTo>
                  <a:lnTo>
                    <a:pt x="2771840" y="2578471"/>
                  </a:lnTo>
                  <a:lnTo>
                    <a:pt x="2771934" y="2578471"/>
                  </a:lnTo>
                  <a:lnTo>
                    <a:pt x="2772028" y="2578471"/>
                  </a:lnTo>
                  <a:lnTo>
                    <a:pt x="2772122" y="2578471"/>
                  </a:lnTo>
                  <a:lnTo>
                    <a:pt x="2772217" y="2578471"/>
                  </a:lnTo>
                  <a:lnTo>
                    <a:pt x="2772311" y="2578471"/>
                  </a:lnTo>
                  <a:lnTo>
                    <a:pt x="2772405" y="2578471"/>
                  </a:lnTo>
                  <a:lnTo>
                    <a:pt x="2772499" y="2578471"/>
                  </a:lnTo>
                  <a:lnTo>
                    <a:pt x="2772593" y="2578471"/>
                  </a:lnTo>
                  <a:lnTo>
                    <a:pt x="2772687" y="2578471"/>
                  </a:lnTo>
                  <a:lnTo>
                    <a:pt x="2772781" y="2578471"/>
                  </a:lnTo>
                  <a:lnTo>
                    <a:pt x="2772876" y="2578471"/>
                  </a:lnTo>
                  <a:lnTo>
                    <a:pt x="2772970" y="2578471"/>
                  </a:lnTo>
                  <a:lnTo>
                    <a:pt x="2773064" y="2578471"/>
                  </a:lnTo>
                  <a:lnTo>
                    <a:pt x="2773158" y="2578471"/>
                  </a:lnTo>
                  <a:lnTo>
                    <a:pt x="2773252" y="2578471"/>
                  </a:lnTo>
                  <a:lnTo>
                    <a:pt x="2773346" y="2578471"/>
                  </a:lnTo>
                  <a:lnTo>
                    <a:pt x="2773441" y="2578471"/>
                  </a:lnTo>
                  <a:lnTo>
                    <a:pt x="2773535" y="2578471"/>
                  </a:lnTo>
                  <a:lnTo>
                    <a:pt x="2773629" y="2578471"/>
                  </a:lnTo>
                  <a:lnTo>
                    <a:pt x="2773723" y="2578471"/>
                  </a:lnTo>
                  <a:lnTo>
                    <a:pt x="2773817" y="2578471"/>
                  </a:lnTo>
                  <a:lnTo>
                    <a:pt x="2773911" y="2578471"/>
                  </a:lnTo>
                  <a:lnTo>
                    <a:pt x="2774005" y="2578471"/>
                  </a:lnTo>
                  <a:lnTo>
                    <a:pt x="2774100" y="2578471"/>
                  </a:lnTo>
                  <a:lnTo>
                    <a:pt x="2774194" y="2578471"/>
                  </a:lnTo>
                  <a:lnTo>
                    <a:pt x="2774288" y="2578471"/>
                  </a:lnTo>
                  <a:lnTo>
                    <a:pt x="2774382" y="2578471"/>
                  </a:lnTo>
                  <a:lnTo>
                    <a:pt x="2774476" y="2578471"/>
                  </a:lnTo>
                  <a:lnTo>
                    <a:pt x="2774570" y="2578471"/>
                  </a:lnTo>
                  <a:lnTo>
                    <a:pt x="2774665" y="2578471"/>
                  </a:lnTo>
                  <a:lnTo>
                    <a:pt x="2774759" y="2578471"/>
                  </a:lnTo>
                  <a:lnTo>
                    <a:pt x="2774853" y="2578471"/>
                  </a:lnTo>
                  <a:lnTo>
                    <a:pt x="2774947" y="2578471"/>
                  </a:lnTo>
                  <a:lnTo>
                    <a:pt x="2775041" y="2578471"/>
                  </a:lnTo>
                  <a:lnTo>
                    <a:pt x="2775135" y="2578471"/>
                  </a:lnTo>
                  <a:lnTo>
                    <a:pt x="2775229" y="2578471"/>
                  </a:lnTo>
                  <a:lnTo>
                    <a:pt x="2775324" y="2578471"/>
                  </a:lnTo>
                  <a:lnTo>
                    <a:pt x="2775418" y="2578471"/>
                  </a:lnTo>
                  <a:lnTo>
                    <a:pt x="2775512" y="2578471"/>
                  </a:lnTo>
                  <a:lnTo>
                    <a:pt x="2775606" y="2578471"/>
                  </a:lnTo>
                  <a:lnTo>
                    <a:pt x="2775700" y="2578471"/>
                  </a:lnTo>
                  <a:lnTo>
                    <a:pt x="2775794" y="2578471"/>
                  </a:lnTo>
                  <a:lnTo>
                    <a:pt x="2775888" y="2578471"/>
                  </a:lnTo>
                  <a:lnTo>
                    <a:pt x="2775983" y="2578471"/>
                  </a:lnTo>
                  <a:lnTo>
                    <a:pt x="2776077" y="2578471"/>
                  </a:lnTo>
                  <a:lnTo>
                    <a:pt x="2776171" y="2578471"/>
                  </a:lnTo>
                  <a:lnTo>
                    <a:pt x="2776265" y="2578471"/>
                  </a:lnTo>
                  <a:lnTo>
                    <a:pt x="2776359" y="2578471"/>
                  </a:lnTo>
                  <a:lnTo>
                    <a:pt x="2776453" y="2578471"/>
                  </a:lnTo>
                  <a:lnTo>
                    <a:pt x="2776548" y="2578471"/>
                  </a:lnTo>
                  <a:lnTo>
                    <a:pt x="2776642" y="2578471"/>
                  </a:lnTo>
                  <a:lnTo>
                    <a:pt x="2776736" y="2578471"/>
                  </a:lnTo>
                  <a:lnTo>
                    <a:pt x="2776830" y="2578471"/>
                  </a:lnTo>
                  <a:lnTo>
                    <a:pt x="2776924" y="2578471"/>
                  </a:lnTo>
                  <a:lnTo>
                    <a:pt x="2777018" y="2578471"/>
                  </a:lnTo>
                  <a:lnTo>
                    <a:pt x="2777112" y="2578471"/>
                  </a:lnTo>
                  <a:lnTo>
                    <a:pt x="2777207" y="2578471"/>
                  </a:lnTo>
                  <a:lnTo>
                    <a:pt x="2777301" y="2578471"/>
                  </a:lnTo>
                  <a:lnTo>
                    <a:pt x="2777395" y="2578471"/>
                  </a:lnTo>
                  <a:lnTo>
                    <a:pt x="2777489" y="2578471"/>
                  </a:lnTo>
                  <a:lnTo>
                    <a:pt x="2777583" y="2578471"/>
                  </a:lnTo>
                  <a:lnTo>
                    <a:pt x="2777677" y="2578471"/>
                  </a:lnTo>
                  <a:lnTo>
                    <a:pt x="2777772" y="2578471"/>
                  </a:lnTo>
                  <a:lnTo>
                    <a:pt x="2777866" y="2578471"/>
                  </a:lnTo>
                  <a:lnTo>
                    <a:pt x="2777960" y="2578471"/>
                  </a:lnTo>
                  <a:lnTo>
                    <a:pt x="2778054" y="2578471"/>
                  </a:lnTo>
                  <a:lnTo>
                    <a:pt x="2778148" y="2578471"/>
                  </a:lnTo>
                  <a:lnTo>
                    <a:pt x="2778242" y="2578471"/>
                  </a:lnTo>
                  <a:lnTo>
                    <a:pt x="2778336" y="2578471"/>
                  </a:lnTo>
                  <a:lnTo>
                    <a:pt x="2778431" y="2578471"/>
                  </a:lnTo>
                  <a:lnTo>
                    <a:pt x="2778525" y="2578471"/>
                  </a:lnTo>
                  <a:lnTo>
                    <a:pt x="2778619" y="2578471"/>
                  </a:lnTo>
                  <a:lnTo>
                    <a:pt x="2778713" y="2578471"/>
                  </a:lnTo>
                  <a:lnTo>
                    <a:pt x="2778807" y="2578471"/>
                  </a:lnTo>
                  <a:lnTo>
                    <a:pt x="2778901" y="2578471"/>
                  </a:lnTo>
                  <a:lnTo>
                    <a:pt x="2778996" y="2578471"/>
                  </a:lnTo>
                  <a:lnTo>
                    <a:pt x="2779090" y="2578471"/>
                  </a:lnTo>
                  <a:lnTo>
                    <a:pt x="2779184" y="2578471"/>
                  </a:lnTo>
                  <a:lnTo>
                    <a:pt x="2779278" y="2578471"/>
                  </a:lnTo>
                  <a:lnTo>
                    <a:pt x="2779372" y="2578471"/>
                  </a:lnTo>
                  <a:lnTo>
                    <a:pt x="2779466" y="2578471"/>
                  </a:lnTo>
                  <a:lnTo>
                    <a:pt x="2779560" y="2578471"/>
                  </a:lnTo>
                  <a:lnTo>
                    <a:pt x="2779655" y="2578471"/>
                  </a:lnTo>
                  <a:lnTo>
                    <a:pt x="2779749" y="2578471"/>
                  </a:lnTo>
                  <a:lnTo>
                    <a:pt x="2779843" y="2578471"/>
                  </a:lnTo>
                  <a:lnTo>
                    <a:pt x="2779937" y="2578471"/>
                  </a:lnTo>
                  <a:lnTo>
                    <a:pt x="2780031" y="2578471"/>
                  </a:lnTo>
                  <a:lnTo>
                    <a:pt x="2780125" y="2578471"/>
                  </a:lnTo>
                  <a:lnTo>
                    <a:pt x="2780219" y="2578471"/>
                  </a:lnTo>
                  <a:lnTo>
                    <a:pt x="2780314" y="2578471"/>
                  </a:lnTo>
                  <a:lnTo>
                    <a:pt x="2780408" y="2578471"/>
                  </a:lnTo>
                  <a:lnTo>
                    <a:pt x="2780502" y="2578471"/>
                  </a:lnTo>
                  <a:lnTo>
                    <a:pt x="2780596" y="2578471"/>
                  </a:lnTo>
                  <a:lnTo>
                    <a:pt x="2780690" y="2578471"/>
                  </a:lnTo>
                  <a:lnTo>
                    <a:pt x="2780784" y="2578471"/>
                  </a:lnTo>
                  <a:lnTo>
                    <a:pt x="2780879" y="2578471"/>
                  </a:lnTo>
                  <a:lnTo>
                    <a:pt x="2780973" y="2578471"/>
                  </a:lnTo>
                  <a:lnTo>
                    <a:pt x="2781067" y="2578471"/>
                  </a:lnTo>
                  <a:lnTo>
                    <a:pt x="2781161" y="2578471"/>
                  </a:lnTo>
                  <a:lnTo>
                    <a:pt x="2781255" y="2578471"/>
                  </a:lnTo>
                  <a:lnTo>
                    <a:pt x="2781349" y="2578471"/>
                  </a:lnTo>
                  <a:lnTo>
                    <a:pt x="2781443" y="2578471"/>
                  </a:lnTo>
                  <a:lnTo>
                    <a:pt x="2781538" y="2578471"/>
                  </a:lnTo>
                  <a:lnTo>
                    <a:pt x="2781632" y="2578471"/>
                  </a:lnTo>
                  <a:lnTo>
                    <a:pt x="2781726" y="2578471"/>
                  </a:lnTo>
                  <a:lnTo>
                    <a:pt x="2781820" y="2578471"/>
                  </a:lnTo>
                  <a:lnTo>
                    <a:pt x="2781914" y="2578471"/>
                  </a:lnTo>
                  <a:lnTo>
                    <a:pt x="2782008" y="2578471"/>
                  </a:lnTo>
                  <a:lnTo>
                    <a:pt x="2782103" y="2578471"/>
                  </a:lnTo>
                  <a:lnTo>
                    <a:pt x="2782197" y="2578471"/>
                  </a:lnTo>
                  <a:lnTo>
                    <a:pt x="2782291" y="2578471"/>
                  </a:lnTo>
                  <a:lnTo>
                    <a:pt x="2782385" y="2578471"/>
                  </a:lnTo>
                  <a:lnTo>
                    <a:pt x="2782479" y="2578471"/>
                  </a:lnTo>
                  <a:lnTo>
                    <a:pt x="2782573" y="2578471"/>
                  </a:lnTo>
                  <a:lnTo>
                    <a:pt x="2782667" y="2578471"/>
                  </a:lnTo>
                  <a:lnTo>
                    <a:pt x="2782762" y="2578471"/>
                  </a:lnTo>
                  <a:lnTo>
                    <a:pt x="2782856" y="2578471"/>
                  </a:lnTo>
                  <a:lnTo>
                    <a:pt x="2782950" y="2578471"/>
                  </a:lnTo>
                  <a:lnTo>
                    <a:pt x="2783044" y="2578471"/>
                  </a:lnTo>
                  <a:lnTo>
                    <a:pt x="2783138" y="2578471"/>
                  </a:lnTo>
                  <a:lnTo>
                    <a:pt x="2783232" y="2578471"/>
                  </a:lnTo>
                  <a:lnTo>
                    <a:pt x="2783327" y="2578471"/>
                  </a:lnTo>
                  <a:lnTo>
                    <a:pt x="2783421" y="2578471"/>
                  </a:lnTo>
                  <a:lnTo>
                    <a:pt x="2783515" y="2578471"/>
                  </a:lnTo>
                  <a:lnTo>
                    <a:pt x="2783609" y="2578471"/>
                  </a:lnTo>
                  <a:lnTo>
                    <a:pt x="2783703" y="2578471"/>
                  </a:lnTo>
                  <a:lnTo>
                    <a:pt x="2783797" y="2578471"/>
                  </a:lnTo>
                  <a:lnTo>
                    <a:pt x="2783891" y="2578471"/>
                  </a:lnTo>
                  <a:lnTo>
                    <a:pt x="2783986" y="2578471"/>
                  </a:lnTo>
                  <a:lnTo>
                    <a:pt x="2784080" y="2578471"/>
                  </a:lnTo>
                  <a:lnTo>
                    <a:pt x="2784174" y="2578471"/>
                  </a:lnTo>
                  <a:lnTo>
                    <a:pt x="2784268" y="2578471"/>
                  </a:lnTo>
                  <a:lnTo>
                    <a:pt x="2784362" y="2578471"/>
                  </a:lnTo>
                  <a:lnTo>
                    <a:pt x="2784456" y="2578471"/>
                  </a:lnTo>
                  <a:lnTo>
                    <a:pt x="2784550" y="2578471"/>
                  </a:lnTo>
                  <a:lnTo>
                    <a:pt x="2784645" y="2578471"/>
                  </a:lnTo>
                  <a:lnTo>
                    <a:pt x="2784645" y="2573560"/>
                  </a:lnTo>
                  <a:lnTo>
                    <a:pt x="2784739" y="2573560"/>
                  </a:lnTo>
                  <a:lnTo>
                    <a:pt x="2784833" y="2573560"/>
                  </a:lnTo>
                  <a:lnTo>
                    <a:pt x="2784833" y="2568649"/>
                  </a:lnTo>
                  <a:lnTo>
                    <a:pt x="2784927" y="2568649"/>
                  </a:lnTo>
                  <a:lnTo>
                    <a:pt x="2785021" y="2568649"/>
                  </a:lnTo>
                  <a:lnTo>
                    <a:pt x="2785115" y="2568649"/>
                  </a:lnTo>
                  <a:lnTo>
                    <a:pt x="2785210" y="2568649"/>
                  </a:lnTo>
                  <a:lnTo>
                    <a:pt x="2785304" y="2568649"/>
                  </a:lnTo>
                  <a:lnTo>
                    <a:pt x="2785398" y="2568649"/>
                  </a:lnTo>
                  <a:lnTo>
                    <a:pt x="2785492" y="2568649"/>
                  </a:lnTo>
                  <a:lnTo>
                    <a:pt x="2785586" y="2568649"/>
                  </a:lnTo>
                  <a:lnTo>
                    <a:pt x="2785680" y="2568649"/>
                  </a:lnTo>
                  <a:lnTo>
                    <a:pt x="2785774" y="2568649"/>
                  </a:lnTo>
                  <a:lnTo>
                    <a:pt x="2785869" y="2568649"/>
                  </a:lnTo>
                  <a:lnTo>
                    <a:pt x="2785963" y="2568649"/>
                  </a:lnTo>
                  <a:lnTo>
                    <a:pt x="2786057" y="2568649"/>
                  </a:lnTo>
                  <a:lnTo>
                    <a:pt x="2786151" y="2568649"/>
                  </a:lnTo>
                  <a:lnTo>
                    <a:pt x="2786245" y="2568649"/>
                  </a:lnTo>
                  <a:lnTo>
                    <a:pt x="2786339" y="2568649"/>
                  </a:lnTo>
                  <a:lnTo>
                    <a:pt x="2786434" y="2568649"/>
                  </a:lnTo>
                  <a:lnTo>
                    <a:pt x="2786528" y="2568649"/>
                  </a:lnTo>
                  <a:lnTo>
                    <a:pt x="2786622" y="2568649"/>
                  </a:lnTo>
                  <a:lnTo>
                    <a:pt x="2786716" y="2568649"/>
                  </a:lnTo>
                  <a:lnTo>
                    <a:pt x="2786810" y="2568649"/>
                  </a:lnTo>
                  <a:lnTo>
                    <a:pt x="2786904" y="2568649"/>
                  </a:lnTo>
                  <a:lnTo>
                    <a:pt x="2786998" y="2568649"/>
                  </a:lnTo>
                  <a:lnTo>
                    <a:pt x="2787093" y="2568649"/>
                  </a:lnTo>
                  <a:lnTo>
                    <a:pt x="2787187" y="2568649"/>
                  </a:lnTo>
                  <a:lnTo>
                    <a:pt x="2787281" y="2568649"/>
                  </a:lnTo>
                  <a:lnTo>
                    <a:pt x="2787375" y="2568649"/>
                  </a:lnTo>
                  <a:lnTo>
                    <a:pt x="2787469" y="2568649"/>
                  </a:lnTo>
                  <a:lnTo>
                    <a:pt x="2787563" y="2568649"/>
                  </a:lnTo>
                  <a:lnTo>
                    <a:pt x="2787658" y="2568649"/>
                  </a:lnTo>
                  <a:lnTo>
                    <a:pt x="2787752" y="2568649"/>
                  </a:lnTo>
                  <a:lnTo>
                    <a:pt x="2787846" y="2568649"/>
                  </a:lnTo>
                  <a:lnTo>
                    <a:pt x="2787940" y="2568649"/>
                  </a:lnTo>
                  <a:lnTo>
                    <a:pt x="2788034" y="2568649"/>
                  </a:lnTo>
                  <a:lnTo>
                    <a:pt x="2788128" y="2568649"/>
                  </a:lnTo>
                  <a:lnTo>
                    <a:pt x="2788128" y="2563737"/>
                  </a:lnTo>
                  <a:lnTo>
                    <a:pt x="2788222" y="2563737"/>
                  </a:lnTo>
                  <a:lnTo>
                    <a:pt x="2788317" y="2563737"/>
                  </a:lnTo>
                  <a:lnTo>
                    <a:pt x="2788411" y="2563737"/>
                  </a:lnTo>
                  <a:lnTo>
                    <a:pt x="2788505" y="2563737"/>
                  </a:lnTo>
                  <a:lnTo>
                    <a:pt x="2788599" y="2563737"/>
                  </a:lnTo>
                  <a:lnTo>
                    <a:pt x="2788693" y="2563737"/>
                  </a:lnTo>
                  <a:lnTo>
                    <a:pt x="2788787" y="2563737"/>
                  </a:lnTo>
                  <a:lnTo>
                    <a:pt x="2788881" y="2563737"/>
                  </a:lnTo>
                  <a:lnTo>
                    <a:pt x="2788976" y="2563737"/>
                  </a:lnTo>
                  <a:lnTo>
                    <a:pt x="2789070" y="2563737"/>
                  </a:lnTo>
                  <a:lnTo>
                    <a:pt x="2789164" y="2563737"/>
                  </a:lnTo>
                  <a:lnTo>
                    <a:pt x="2789258" y="2563737"/>
                  </a:lnTo>
                  <a:lnTo>
                    <a:pt x="2789352" y="2563737"/>
                  </a:lnTo>
                  <a:lnTo>
                    <a:pt x="2789446" y="2563737"/>
                  </a:lnTo>
                  <a:lnTo>
                    <a:pt x="2789541" y="2563737"/>
                  </a:lnTo>
                  <a:lnTo>
                    <a:pt x="2789635" y="2563737"/>
                  </a:lnTo>
                  <a:lnTo>
                    <a:pt x="2789729" y="2563737"/>
                  </a:lnTo>
                  <a:lnTo>
                    <a:pt x="2789823" y="2563737"/>
                  </a:lnTo>
                  <a:lnTo>
                    <a:pt x="2789917" y="2563737"/>
                  </a:lnTo>
                  <a:lnTo>
                    <a:pt x="2790011" y="2563737"/>
                  </a:lnTo>
                  <a:lnTo>
                    <a:pt x="2790105" y="2563737"/>
                  </a:lnTo>
                  <a:lnTo>
                    <a:pt x="2790200" y="2563737"/>
                  </a:lnTo>
                  <a:lnTo>
                    <a:pt x="2790294" y="2563737"/>
                  </a:lnTo>
                  <a:lnTo>
                    <a:pt x="2790388" y="2563737"/>
                  </a:lnTo>
                  <a:lnTo>
                    <a:pt x="2790482" y="2563737"/>
                  </a:lnTo>
                  <a:lnTo>
                    <a:pt x="2790576" y="2563737"/>
                  </a:lnTo>
                  <a:lnTo>
                    <a:pt x="2790670" y="2563737"/>
                  </a:lnTo>
                  <a:lnTo>
                    <a:pt x="2790765" y="2563737"/>
                  </a:lnTo>
                  <a:lnTo>
                    <a:pt x="2790859" y="2563737"/>
                  </a:lnTo>
                  <a:lnTo>
                    <a:pt x="2790953" y="2563737"/>
                  </a:lnTo>
                  <a:lnTo>
                    <a:pt x="2791047" y="2563737"/>
                  </a:lnTo>
                  <a:lnTo>
                    <a:pt x="2791141" y="2563737"/>
                  </a:lnTo>
                  <a:lnTo>
                    <a:pt x="2791235" y="2563737"/>
                  </a:lnTo>
                  <a:lnTo>
                    <a:pt x="2791329" y="2563737"/>
                  </a:lnTo>
                  <a:lnTo>
                    <a:pt x="2791424" y="2563737"/>
                  </a:lnTo>
                  <a:lnTo>
                    <a:pt x="2791518" y="2563737"/>
                  </a:lnTo>
                  <a:lnTo>
                    <a:pt x="2791612" y="2563737"/>
                  </a:lnTo>
                  <a:lnTo>
                    <a:pt x="2791706" y="2563737"/>
                  </a:lnTo>
                  <a:lnTo>
                    <a:pt x="2791800" y="2563737"/>
                  </a:lnTo>
                  <a:lnTo>
                    <a:pt x="2791894" y="2563737"/>
                  </a:lnTo>
                  <a:lnTo>
                    <a:pt x="2791989" y="2563737"/>
                  </a:lnTo>
                  <a:lnTo>
                    <a:pt x="2792083" y="2563737"/>
                  </a:lnTo>
                  <a:lnTo>
                    <a:pt x="2792177" y="2563737"/>
                  </a:lnTo>
                  <a:lnTo>
                    <a:pt x="2792271" y="2563737"/>
                  </a:lnTo>
                  <a:lnTo>
                    <a:pt x="2792365" y="2563737"/>
                  </a:lnTo>
                  <a:lnTo>
                    <a:pt x="2792365" y="2558826"/>
                  </a:lnTo>
                  <a:lnTo>
                    <a:pt x="2792459" y="2558826"/>
                  </a:lnTo>
                  <a:lnTo>
                    <a:pt x="2792553" y="2558826"/>
                  </a:lnTo>
                  <a:lnTo>
                    <a:pt x="2792648" y="2558826"/>
                  </a:lnTo>
                  <a:lnTo>
                    <a:pt x="2792742" y="2558826"/>
                  </a:lnTo>
                  <a:lnTo>
                    <a:pt x="2792836" y="2558826"/>
                  </a:lnTo>
                  <a:lnTo>
                    <a:pt x="2792930" y="2558826"/>
                  </a:lnTo>
                  <a:lnTo>
                    <a:pt x="2793024" y="2558826"/>
                  </a:lnTo>
                  <a:lnTo>
                    <a:pt x="2793118" y="2558826"/>
                  </a:lnTo>
                  <a:lnTo>
                    <a:pt x="2793212" y="2558826"/>
                  </a:lnTo>
                  <a:lnTo>
                    <a:pt x="2793307" y="2558826"/>
                  </a:lnTo>
                  <a:lnTo>
                    <a:pt x="2793401" y="2558826"/>
                  </a:lnTo>
                  <a:lnTo>
                    <a:pt x="2793495" y="2558826"/>
                  </a:lnTo>
                  <a:lnTo>
                    <a:pt x="2793589" y="2558826"/>
                  </a:lnTo>
                  <a:lnTo>
                    <a:pt x="2793683" y="2558826"/>
                  </a:lnTo>
                  <a:lnTo>
                    <a:pt x="2793777" y="2558826"/>
                  </a:lnTo>
                  <a:lnTo>
                    <a:pt x="2793872" y="2558826"/>
                  </a:lnTo>
                  <a:lnTo>
                    <a:pt x="2793966" y="2558826"/>
                  </a:lnTo>
                  <a:lnTo>
                    <a:pt x="2794060" y="2558826"/>
                  </a:lnTo>
                  <a:lnTo>
                    <a:pt x="2794154" y="2558826"/>
                  </a:lnTo>
                  <a:lnTo>
                    <a:pt x="2794248" y="2558826"/>
                  </a:lnTo>
                  <a:lnTo>
                    <a:pt x="2794342" y="2558826"/>
                  </a:lnTo>
                  <a:lnTo>
                    <a:pt x="2794436" y="2558826"/>
                  </a:lnTo>
                  <a:lnTo>
                    <a:pt x="2794531" y="2558826"/>
                  </a:lnTo>
                  <a:lnTo>
                    <a:pt x="2794625" y="2558826"/>
                  </a:lnTo>
                  <a:lnTo>
                    <a:pt x="2794719" y="2558826"/>
                  </a:lnTo>
                  <a:lnTo>
                    <a:pt x="2794813" y="2558826"/>
                  </a:lnTo>
                  <a:lnTo>
                    <a:pt x="2794907" y="2558826"/>
                  </a:lnTo>
                  <a:lnTo>
                    <a:pt x="2795001" y="2558826"/>
                  </a:lnTo>
                  <a:lnTo>
                    <a:pt x="2795096" y="2558826"/>
                  </a:lnTo>
                  <a:lnTo>
                    <a:pt x="2795190" y="2558826"/>
                  </a:lnTo>
                  <a:lnTo>
                    <a:pt x="2795284" y="2558826"/>
                  </a:lnTo>
                  <a:lnTo>
                    <a:pt x="2795378" y="2558826"/>
                  </a:lnTo>
                  <a:lnTo>
                    <a:pt x="2795472" y="2558826"/>
                  </a:lnTo>
                  <a:lnTo>
                    <a:pt x="2795566" y="2558826"/>
                  </a:lnTo>
                  <a:lnTo>
                    <a:pt x="2795660" y="2558826"/>
                  </a:lnTo>
                  <a:lnTo>
                    <a:pt x="2795660" y="2553914"/>
                  </a:lnTo>
                  <a:lnTo>
                    <a:pt x="2795755" y="2553914"/>
                  </a:lnTo>
                  <a:lnTo>
                    <a:pt x="2795849" y="2553914"/>
                  </a:lnTo>
                  <a:lnTo>
                    <a:pt x="2795943" y="2553914"/>
                  </a:lnTo>
                  <a:lnTo>
                    <a:pt x="2796037" y="2553914"/>
                  </a:lnTo>
                  <a:lnTo>
                    <a:pt x="2796037" y="2549003"/>
                  </a:lnTo>
                  <a:lnTo>
                    <a:pt x="2796131" y="2549003"/>
                  </a:lnTo>
                  <a:lnTo>
                    <a:pt x="2796225" y="2549003"/>
                  </a:lnTo>
                  <a:lnTo>
                    <a:pt x="2796320" y="2549003"/>
                  </a:lnTo>
                  <a:lnTo>
                    <a:pt x="2796414" y="2549003"/>
                  </a:lnTo>
                  <a:lnTo>
                    <a:pt x="2796508" y="2549003"/>
                  </a:lnTo>
                  <a:lnTo>
                    <a:pt x="2796602" y="2549003"/>
                  </a:lnTo>
                  <a:lnTo>
                    <a:pt x="2796696" y="2549003"/>
                  </a:lnTo>
                  <a:lnTo>
                    <a:pt x="2796790" y="2549003"/>
                  </a:lnTo>
                  <a:lnTo>
                    <a:pt x="2796884" y="2549003"/>
                  </a:lnTo>
                  <a:lnTo>
                    <a:pt x="2796979" y="2549003"/>
                  </a:lnTo>
                  <a:lnTo>
                    <a:pt x="2797073" y="2549003"/>
                  </a:lnTo>
                  <a:lnTo>
                    <a:pt x="2797167" y="2549003"/>
                  </a:lnTo>
                  <a:lnTo>
                    <a:pt x="2797261" y="2549003"/>
                  </a:lnTo>
                  <a:lnTo>
                    <a:pt x="2797355" y="2549003"/>
                  </a:lnTo>
                  <a:lnTo>
                    <a:pt x="2797449" y="2549003"/>
                  </a:lnTo>
                  <a:lnTo>
                    <a:pt x="2797543" y="2549003"/>
                  </a:lnTo>
                  <a:lnTo>
                    <a:pt x="2797638" y="2549003"/>
                  </a:lnTo>
                  <a:lnTo>
                    <a:pt x="2797732" y="2549003"/>
                  </a:lnTo>
                  <a:lnTo>
                    <a:pt x="2797826" y="2549003"/>
                  </a:lnTo>
                  <a:lnTo>
                    <a:pt x="2797920" y="2549003"/>
                  </a:lnTo>
                  <a:lnTo>
                    <a:pt x="2798014" y="2549003"/>
                  </a:lnTo>
                  <a:lnTo>
                    <a:pt x="2798108" y="2549003"/>
                  </a:lnTo>
                  <a:lnTo>
                    <a:pt x="2798203" y="2549003"/>
                  </a:lnTo>
                  <a:lnTo>
                    <a:pt x="2798297" y="2549003"/>
                  </a:lnTo>
                  <a:lnTo>
                    <a:pt x="2798391" y="2549003"/>
                  </a:lnTo>
                  <a:lnTo>
                    <a:pt x="2798485" y="2549003"/>
                  </a:lnTo>
                  <a:lnTo>
                    <a:pt x="2798579" y="2549003"/>
                  </a:lnTo>
                  <a:lnTo>
                    <a:pt x="2798673" y="2549003"/>
                  </a:lnTo>
                  <a:lnTo>
                    <a:pt x="2798767" y="2549003"/>
                  </a:lnTo>
                  <a:lnTo>
                    <a:pt x="2798862" y="2549003"/>
                  </a:lnTo>
                  <a:lnTo>
                    <a:pt x="2798956" y="2549003"/>
                  </a:lnTo>
                  <a:lnTo>
                    <a:pt x="2799050" y="2549003"/>
                  </a:lnTo>
                  <a:lnTo>
                    <a:pt x="2799144" y="2549003"/>
                  </a:lnTo>
                  <a:lnTo>
                    <a:pt x="2799238" y="2549003"/>
                  </a:lnTo>
                  <a:lnTo>
                    <a:pt x="2799332" y="2549003"/>
                  </a:lnTo>
                  <a:lnTo>
                    <a:pt x="2799427" y="2549003"/>
                  </a:lnTo>
                  <a:lnTo>
                    <a:pt x="2799521" y="2549003"/>
                  </a:lnTo>
                  <a:lnTo>
                    <a:pt x="2799615" y="2549003"/>
                  </a:lnTo>
                  <a:lnTo>
                    <a:pt x="2799709" y="2549003"/>
                  </a:lnTo>
                  <a:lnTo>
                    <a:pt x="2799803" y="2549003"/>
                  </a:lnTo>
                  <a:lnTo>
                    <a:pt x="2799897" y="2549003"/>
                  </a:lnTo>
                  <a:lnTo>
                    <a:pt x="2799991" y="2549003"/>
                  </a:lnTo>
                  <a:lnTo>
                    <a:pt x="2800086" y="2549003"/>
                  </a:lnTo>
                  <a:lnTo>
                    <a:pt x="2800180" y="2549003"/>
                  </a:lnTo>
                  <a:lnTo>
                    <a:pt x="2800274" y="2549003"/>
                  </a:lnTo>
                  <a:lnTo>
                    <a:pt x="2800368" y="2549003"/>
                  </a:lnTo>
                  <a:lnTo>
                    <a:pt x="2800462" y="2549003"/>
                  </a:lnTo>
                  <a:lnTo>
                    <a:pt x="2800556" y="2549003"/>
                  </a:lnTo>
                  <a:lnTo>
                    <a:pt x="2800651" y="2549003"/>
                  </a:lnTo>
                  <a:lnTo>
                    <a:pt x="2800745" y="2549003"/>
                  </a:lnTo>
                  <a:lnTo>
                    <a:pt x="2800839" y="2549003"/>
                  </a:lnTo>
                  <a:lnTo>
                    <a:pt x="2800933" y="2549003"/>
                  </a:lnTo>
                  <a:lnTo>
                    <a:pt x="2801027" y="2549003"/>
                  </a:lnTo>
                  <a:lnTo>
                    <a:pt x="2801121" y="2549003"/>
                  </a:lnTo>
                  <a:lnTo>
                    <a:pt x="2801215" y="2549003"/>
                  </a:lnTo>
                  <a:lnTo>
                    <a:pt x="2801310" y="2549003"/>
                  </a:lnTo>
                  <a:lnTo>
                    <a:pt x="2801404" y="2549003"/>
                  </a:lnTo>
                  <a:lnTo>
                    <a:pt x="2801498" y="2549003"/>
                  </a:lnTo>
                  <a:lnTo>
                    <a:pt x="2801592" y="2549003"/>
                  </a:lnTo>
                  <a:lnTo>
                    <a:pt x="2801686" y="2549003"/>
                  </a:lnTo>
                  <a:lnTo>
                    <a:pt x="2801780" y="2549003"/>
                  </a:lnTo>
                  <a:lnTo>
                    <a:pt x="2801874" y="2549003"/>
                  </a:lnTo>
                  <a:lnTo>
                    <a:pt x="2801969" y="2549003"/>
                  </a:lnTo>
                  <a:lnTo>
                    <a:pt x="2802063" y="2549003"/>
                  </a:lnTo>
                  <a:lnTo>
                    <a:pt x="2802157" y="2549003"/>
                  </a:lnTo>
                  <a:lnTo>
                    <a:pt x="2802251" y="2549003"/>
                  </a:lnTo>
                  <a:lnTo>
                    <a:pt x="2802345" y="2549003"/>
                  </a:lnTo>
                  <a:lnTo>
                    <a:pt x="2802439" y="2549003"/>
                  </a:lnTo>
                  <a:lnTo>
                    <a:pt x="2802534" y="2549003"/>
                  </a:lnTo>
                  <a:lnTo>
                    <a:pt x="2802628" y="2549003"/>
                  </a:lnTo>
                  <a:lnTo>
                    <a:pt x="2802722" y="2549003"/>
                  </a:lnTo>
                  <a:lnTo>
                    <a:pt x="2802816" y="2549003"/>
                  </a:lnTo>
                  <a:lnTo>
                    <a:pt x="2802910" y="2549003"/>
                  </a:lnTo>
                  <a:lnTo>
                    <a:pt x="2803004" y="2549003"/>
                  </a:lnTo>
                  <a:lnTo>
                    <a:pt x="2803098" y="2549003"/>
                  </a:lnTo>
                  <a:lnTo>
                    <a:pt x="2803193" y="2549003"/>
                  </a:lnTo>
                  <a:lnTo>
                    <a:pt x="2803193" y="2544092"/>
                  </a:lnTo>
                  <a:lnTo>
                    <a:pt x="2803287" y="2544092"/>
                  </a:lnTo>
                  <a:lnTo>
                    <a:pt x="2803381" y="2544092"/>
                  </a:lnTo>
                  <a:lnTo>
                    <a:pt x="2803475" y="2544092"/>
                  </a:lnTo>
                  <a:lnTo>
                    <a:pt x="2803569" y="2544092"/>
                  </a:lnTo>
                  <a:lnTo>
                    <a:pt x="2803663" y="2544092"/>
                  </a:lnTo>
                  <a:lnTo>
                    <a:pt x="2803758" y="2544092"/>
                  </a:lnTo>
                  <a:lnTo>
                    <a:pt x="2803852" y="2544092"/>
                  </a:lnTo>
                  <a:lnTo>
                    <a:pt x="2803946" y="2544092"/>
                  </a:lnTo>
                  <a:lnTo>
                    <a:pt x="2804040" y="2544092"/>
                  </a:lnTo>
                  <a:lnTo>
                    <a:pt x="2804134" y="2544092"/>
                  </a:lnTo>
                  <a:lnTo>
                    <a:pt x="2804228" y="2544092"/>
                  </a:lnTo>
                  <a:lnTo>
                    <a:pt x="2804322" y="2544092"/>
                  </a:lnTo>
                  <a:lnTo>
                    <a:pt x="2804417" y="2544092"/>
                  </a:lnTo>
                  <a:lnTo>
                    <a:pt x="2804511" y="2544092"/>
                  </a:lnTo>
                  <a:lnTo>
                    <a:pt x="2804605" y="2544092"/>
                  </a:lnTo>
                  <a:lnTo>
                    <a:pt x="2804699" y="2544092"/>
                  </a:lnTo>
                  <a:lnTo>
                    <a:pt x="2804793" y="2544092"/>
                  </a:lnTo>
                  <a:lnTo>
                    <a:pt x="2804887" y="2544092"/>
                  </a:lnTo>
                  <a:lnTo>
                    <a:pt x="2804982" y="2544092"/>
                  </a:lnTo>
                  <a:lnTo>
                    <a:pt x="2805076" y="2544092"/>
                  </a:lnTo>
                  <a:lnTo>
                    <a:pt x="2805170" y="2544092"/>
                  </a:lnTo>
                  <a:lnTo>
                    <a:pt x="2805264" y="2544092"/>
                  </a:lnTo>
                  <a:lnTo>
                    <a:pt x="2805358" y="2544092"/>
                  </a:lnTo>
                  <a:lnTo>
                    <a:pt x="2805452" y="2544092"/>
                  </a:lnTo>
                  <a:lnTo>
                    <a:pt x="2805546" y="2544092"/>
                  </a:lnTo>
                  <a:lnTo>
                    <a:pt x="2805641" y="2544092"/>
                  </a:lnTo>
                  <a:lnTo>
                    <a:pt x="2805735" y="2544092"/>
                  </a:lnTo>
                  <a:lnTo>
                    <a:pt x="2805829" y="2544092"/>
                  </a:lnTo>
                  <a:lnTo>
                    <a:pt x="2805923" y="2544092"/>
                  </a:lnTo>
                  <a:lnTo>
                    <a:pt x="2806017" y="2544092"/>
                  </a:lnTo>
                  <a:lnTo>
                    <a:pt x="2806111" y="2544092"/>
                  </a:lnTo>
                  <a:lnTo>
                    <a:pt x="2806205" y="2544092"/>
                  </a:lnTo>
                  <a:lnTo>
                    <a:pt x="2806300" y="2544092"/>
                  </a:lnTo>
                  <a:lnTo>
                    <a:pt x="2806394" y="2544092"/>
                  </a:lnTo>
                  <a:lnTo>
                    <a:pt x="2806488" y="2544092"/>
                  </a:lnTo>
                  <a:lnTo>
                    <a:pt x="2806582" y="2544092"/>
                  </a:lnTo>
                  <a:lnTo>
                    <a:pt x="2806676" y="2544092"/>
                  </a:lnTo>
                  <a:lnTo>
                    <a:pt x="2806770" y="2544092"/>
                  </a:lnTo>
                  <a:lnTo>
                    <a:pt x="2806865" y="2544092"/>
                  </a:lnTo>
                  <a:lnTo>
                    <a:pt x="2806959" y="2544092"/>
                  </a:lnTo>
                  <a:lnTo>
                    <a:pt x="2807053" y="2544092"/>
                  </a:lnTo>
                  <a:lnTo>
                    <a:pt x="2807147" y="2544092"/>
                  </a:lnTo>
                  <a:lnTo>
                    <a:pt x="2807241" y="2544092"/>
                  </a:lnTo>
                  <a:lnTo>
                    <a:pt x="2807335" y="2544092"/>
                  </a:lnTo>
                  <a:lnTo>
                    <a:pt x="2807429" y="2544092"/>
                  </a:lnTo>
                  <a:lnTo>
                    <a:pt x="2807524" y="2544092"/>
                  </a:lnTo>
                  <a:lnTo>
                    <a:pt x="2807618" y="2544092"/>
                  </a:lnTo>
                  <a:lnTo>
                    <a:pt x="2807712" y="2544092"/>
                  </a:lnTo>
                  <a:lnTo>
                    <a:pt x="2807806" y="2544092"/>
                  </a:lnTo>
                  <a:lnTo>
                    <a:pt x="2807900" y="2544092"/>
                  </a:lnTo>
                  <a:lnTo>
                    <a:pt x="2807994" y="2544092"/>
                  </a:lnTo>
                  <a:lnTo>
                    <a:pt x="2807994" y="2539180"/>
                  </a:lnTo>
                  <a:lnTo>
                    <a:pt x="2808089" y="2539180"/>
                  </a:lnTo>
                  <a:lnTo>
                    <a:pt x="2808183" y="2539180"/>
                  </a:lnTo>
                  <a:lnTo>
                    <a:pt x="2808277" y="2539180"/>
                  </a:lnTo>
                  <a:lnTo>
                    <a:pt x="2808371" y="2539180"/>
                  </a:lnTo>
                  <a:lnTo>
                    <a:pt x="2808465" y="2539180"/>
                  </a:lnTo>
                  <a:lnTo>
                    <a:pt x="2808559" y="2539180"/>
                  </a:lnTo>
                  <a:lnTo>
                    <a:pt x="2808653" y="2539180"/>
                  </a:lnTo>
                  <a:lnTo>
                    <a:pt x="2808748" y="2539180"/>
                  </a:lnTo>
                  <a:lnTo>
                    <a:pt x="2808842" y="2539180"/>
                  </a:lnTo>
                  <a:lnTo>
                    <a:pt x="2808936" y="2539180"/>
                  </a:lnTo>
                  <a:lnTo>
                    <a:pt x="2808936" y="2534269"/>
                  </a:lnTo>
                  <a:lnTo>
                    <a:pt x="2809030" y="2534269"/>
                  </a:lnTo>
                  <a:lnTo>
                    <a:pt x="2809124" y="2534269"/>
                  </a:lnTo>
                  <a:lnTo>
                    <a:pt x="2809218" y="2534269"/>
                  </a:lnTo>
                  <a:lnTo>
                    <a:pt x="2809313" y="2534269"/>
                  </a:lnTo>
                  <a:lnTo>
                    <a:pt x="2809407" y="2534269"/>
                  </a:lnTo>
                  <a:lnTo>
                    <a:pt x="2809501" y="2534269"/>
                  </a:lnTo>
                  <a:lnTo>
                    <a:pt x="2809595" y="2534269"/>
                  </a:lnTo>
                  <a:lnTo>
                    <a:pt x="2809689" y="2534269"/>
                  </a:lnTo>
                  <a:lnTo>
                    <a:pt x="2809783" y="2534269"/>
                  </a:lnTo>
                  <a:lnTo>
                    <a:pt x="2809877" y="2534269"/>
                  </a:lnTo>
                  <a:lnTo>
                    <a:pt x="2809972" y="2534269"/>
                  </a:lnTo>
                  <a:lnTo>
                    <a:pt x="2810066" y="2534269"/>
                  </a:lnTo>
                  <a:lnTo>
                    <a:pt x="2810160" y="2534269"/>
                  </a:lnTo>
                  <a:lnTo>
                    <a:pt x="2810254" y="2534269"/>
                  </a:lnTo>
                  <a:lnTo>
                    <a:pt x="2810348" y="2534269"/>
                  </a:lnTo>
                  <a:lnTo>
                    <a:pt x="2810442" y="2534269"/>
                  </a:lnTo>
                  <a:lnTo>
                    <a:pt x="2810536" y="2534269"/>
                  </a:lnTo>
                  <a:lnTo>
                    <a:pt x="2810631" y="2534269"/>
                  </a:lnTo>
                  <a:lnTo>
                    <a:pt x="2810725" y="2534269"/>
                  </a:lnTo>
                  <a:lnTo>
                    <a:pt x="2810819" y="2534269"/>
                  </a:lnTo>
                  <a:lnTo>
                    <a:pt x="2810913" y="2534269"/>
                  </a:lnTo>
                  <a:lnTo>
                    <a:pt x="2811007" y="2534269"/>
                  </a:lnTo>
                  <a:lnTo>
                    <a:pt x="2811101" y="2534269"/>
                  </a:lnTo>
                  <a:lnTo>
                    <a:pt x="2811196" y="2534269"/>
                  </a:lnTo>
                  <a:lnTo>
                    <a:pt x="2811290" y="2534269"/>
                  </a:lnTo>
                  <a:lnTo>
                    <a:pt x="2811384" y="2534269"/>
                  </a:lnTo>
                  <a:lnTo>
                    <a:pt x="2811478" y="2534269"/>
                  </a:lnTo>
                  <a:lnTo>
                    <a:pt x="2811572" y="2534269"/>
                  </a:lnTo>
                  <a:lnTo>
                    <a:pt x="2811666" y="2534269"/>
                  </a:lnTo>
                  <a:lnTo>
                    <a:pt x="2811760" y="2534269"/>
                  </a:lnTo>
                  <a:lnTo>
                    <a:pt x="2811855" y="2534269"/>
                  </a:lnTo>
                  <a:lnTo>
                    <a:pt x="2811949" y="2534269"/>
                  </a:lnTo>
                  <a:lnTo>
                    <a:pt x="2812043" y="2534269"/>
                  </a:lnTo>
                  <a:lnTo>
                    <a:pt x="2812137" y="2534269"/>
                  </a:lnTo>
                  <a:lnTo>
                    <a:pt x="2812231" y="2534269"/>
                  </a:lnTo>
                  <a:lnTo>
                    <a:pt x="2812325" y="2534269"/>
                  </a:lnTo>
                  <a:lnTo>
                    <a:pt x="2812420" y="2534269"/>
                  </a:lnTo>
                  <a:lnTo>
                    <a:pt x="2812514" y="2534269"/>
                  </a:lnTo>
                  <a:lnTo>
                    <a:pt x="2812608" y="2534269"/>
                  </a:lnTo>
                  <a:lnTo>
                    <a:pt x="2812702" y="2534269"/>
                  </a:lnTo>
                  <a:lnTo>
                    <a:pt x="2812796" y="2534269"/>
                  </a:lnTo>
                  <a:lnTo>
                    <a:pt x="2812890" y="2534269"/>
                  </a:lnTo>
                  <a:lnTo>
                    <a:pt x="2812984" y="2534269"/>
                  </a:lnTo>
                  <a:lnTo>
                    <a:pt x="2813079" y="2534269"/>
                  </a:lnTo>
                  <a:lnTo>
                    <a:pt x="2813173" y="2534269"/>
                  </a:lnTo>
                  <a:lnTo>
                    <a:pt x="2813267" y="2534269"/>
                  </a:lnTo>
                  <a:lnTo>
                    <a:pt x="2813361" y="2534269"/>
                  </a:lnTo>
                  <a:lnTo>
                    <a:pt x="2813455" y="2534269"/>
                  </a:lnTo>
                  <a:lnTo>
                    <a:pt x="2813549" y="2534269"/>
                  </a:lnTo>
                  <a:lnTo>
                    <a:pt x="2813644" y="2534269"/>
                  </a:lnTo>
                  <a:lnTo>
                    <a:pt x="2813738" y="2534269"/>
                  </a:lnTo>
                  <a:lnTo>
                    <a:pt x="2813832" y="2534269"/>
                  </a:lnTo>
                  <a:lnTo>
                    <a:pt x="2813926" y="2534269"/>
                  </a:lnTo>
                  <a:lnTo>
                    <a:pt x="2814020" y="2534269"/>
                  </a:lnTo>
                  <a:lnTo>
                    <a:pt x="2814114" y="2534269"/>
                  </a:lnTo>
                  <a:lnTo>
                    <a:pt x="2814208" y="2534269"/>
                  </a:lnTo>
                  <a:lnTo>
                    <a:pt x="2814303" y="2534269"/>
                  </a:lnTo>
                  <a:lnTo>
                    <a:pt x="2814303" y="2529358"/>
                  </a:lnTo>
                  <a:lnTo>
                    <a:pt x="2814397" y="2529358"/>
                  </a:lnTo>
                  <a:lnTo>
                    <a:pt x="2814491" y="2529358"/>
                  </a:lnTo>
                  <a:lnTo>
                    <a:pt x="2814585" y="2529358"/>
                  </a:lnTo>
                  <a:lnTo>
                    <a:pt x="2814679" y="2529358"/>
                  </a:lnTo>
                  <a:lnTo>
                    <a:pt x="2814773" y="2529358"/>
                  </a:lnTo>
                  <a:lnTo>
                    <a:pt x="2814867" y="2529358"/>
                  </a:lnTo>
                  <a:lnTo>
                    <a:pt x="2814962" y="2529358"/>
                  </a:lnTo>
                  <a:lnTo>
                    <a:pt x="2815056" y="2529358"/>
                  </a:lnTo>
                  <a:lnTo>
                    <a:pt x="2815150" y="2529358"/>
                  </a:lnTo>
                  <a:lnTo>
                    <a:pt x="2815244" y="2529358"/>
                  </a:lnTo>
                  <a:lnTo>
                    <a:pt x="2815338" y="2529358"/>
                  </a:lnTo>
                  <a:lnTo>
                    <a:pt x="2815432" y="2529358"/>
                  </a:lnTo>
                  <a:lnTo>
                    <a:pt x="2815527" y="2529358"/>
                  </a:lnTo>
                  <a:lnTo>
                    <a:pt x="2815621" y="2529358"/>
                  </a:lnTo>
                  <a:lnTo>
                    <a:pt x="2815621" y="2524446"/>
                  </a:lnTo>
                  <a:lnTo>
                    <a:pt x="2815715" y="2524446"/>
                  </a:lnTo>
                  <a:lnTo>
                    <a:pt x="2815809" y="2524446"/>
                  </a:lnTo>
                  <a:lnTo>
                    <a:pt x="2815903" y="2524446"/>
                  </a:lnTo>
                  <a:lnTo>
                    <a:pt x="2815997" y="2524446"/>
                  </a:lnTo>
                  <a:lnTo>
                    <a:pt x="2816091" y="2524446"/>
                  </a:lnTo>
                  <a:lnTo>
                    <a:pt x="2816186" y="2524446"/>
                  </a:lnTo>
                  <a:lnTo>
                    <a:pt x="2816280" y="2524446"/>
                  </a:lnTo>
                  <a:lnTo>
                    <a:pt x="2816374" y="2524446"/>
                  </a:lnTo>
                  <a:lnTo>
                    <a:pt x="2816468" y="2524446"/>
                  </a:lnTo>
                  <a:lnTo>
                    <a:pt x="2816562" y="2524446"/>
                  </a:lnTo>
                  <a:lnTo>
                    <a:pt x="2816656" y="2524446"/>
                  </a:lnTo>
                  <a:lnTo>
                    <a:pt x="2816751" y="2524446"/>
                  </a:lnTo>
                  <a:lnTo>
                    <a:pt x="2816845" y="2524446"/>
                  </a:lnTo>
                  <a:lnTo>
                    <a:pt x="2816939" y="2524446"/>
                  </a:lnTo>
                  <a:lnTo>
                    <a:pt x="2817033" y="2524446"/>
                  </a:lnTo>
                  <a:lnTo>
                    <a:pt x="2817127" y="2524446"/>
                  </a:lnTo>
                  <a:lnTo>
                    <a:pt x="2817221" y="2524446"/>
                  </a:lnTo>
                  <a:lnTo>
                    <a:pt x="2817315" y="2524446"/>
                  </a:lnTo>
                  <a:lnTo>
                    <a:pt x="2817410" y="2524446"/>
                  </a:lnTo>
                  <a:lnTo>
                    <a:pt x="2817504" y="2524446"/>
                  </a:lnTo>
                  <a:lnTo>
                    <a:pt x="2817598" y="2524446"/>
                  </a:lnTo>
                  <a:lnTo>
                    <a:pt x="2817692" y="2524446"/>
                  </a:lnTo>
                  <a:lnTo>
                    <a:pt x="2817786" y="2524446"/>
                  </a:lnTo>
                  <a:lnTo>
                    <a:pt x="2817880" y="2524446"/>
                  </a:lnTo>
                  <a:lnTo>
                    <a:pt x="2817975" y="2524446"/>
                  </a:lnTo>
                  <a:lnTo>
                    <a:pt x="2818069" y="2524446"/>
                  </a:lnTo>
                  <a:lnTo>
                    <a:pt x="2818163" y="2524446"/>
                  </a:lnTo>
                  <a:lnTo>
                    <a:pt x="2818257" y="2524446"/>
                  </a:lnTo>
                  <a:lnTo>
                    <a:pt x="2818351" y="2524446"/>
                  </a:lnTo>
                  <a:lnTo>
                    <a:pt x="2818445" y="2524446"/>
                  </a:lnTo>
                  <a:lnTo>
                    <a:pt x="2818539" y="2524446"/>
                  </a:lnTo>
                  <a:lnTo>
                    <a:pt x="2818634" y="2524446"/>
                  </a:lnTo>
                  <a:lnTo>
                    <a:pt x="2818728" y="2524446"/>
                  </a:lnTo>
                  <a:lnTo>
                    <a:pt x="2818822" y="2524446"/>
                  </a:lnTo>
                  <a:lnTo>
                    <a:pt x="2818916" y="2524446"/>
                  </a:lnTo>
                  <a:lnTo>
                    <a:pt x="2819010" y="2524446"/>
                  </a:lnTo>
                  <a:lnTo>
                    <a:pt x="2819104" y="2524446"/>
                  </a:lnTo>
                  <a:lnTo>
                    <a:pt x="2819198" y="2524446"/>
                  </a:lnTo>
                  <a:lnTo>
                    <a:pt x="2819198" y="2519535"/>
                  </a:lnTo>
                  <a:lnTo>
                    <a:pt x="2819293" y="2519535"/>
                  </a:lnTo>
                  <a:lnTo>
                    <a:pt x="2819293" y="2514623"/>
                  </a:lnTo>
                  <a:lnTo>
                    <a:pt x="2819387" y="2514623"/>
                  </a:lnTo>
                  <a:lnTo>
                    <a:pt x="2819481" y="2514623"/>
                  </a:lnTo>
                  <a:lnTo>
                    <a:pt x="2819575" y="2514623"/>
                  </a:lnTo>
                  <a:lnTo>
                    <a:pt x="2819669" y="2514623"/>
                  </a:lnTo>
                  <a:lnTo>
                    <a:pt x="2819763" y="2514623"/>
                  </a:lnTo>
                  <a:lnTo>
                    <a:pt x="2819858" y="2514623"/>
                  </a:lnTo>
                  <a:lnTo>
                    <a:pt x="2819952" y="2514623"/>
                  </a:lnTo>
                  <a:lnTo>
                    <a:pt x="2820046" y="2514623"/>
                  </a:lnTo>
                  <a:lnTo>
                    <a:pt x="2820140" y="2514623"/>
                  </a:lnTo>
                  <a:lnTo>
                    <a:pt x="2820234" y="2514623"/>
                  </a:lnTo>
                  <a:lnTo>
                    <a:pt x="2820328" y="2514623"/>
                  </a:lnTo>
                  <a:lnTo>
                    <a:pt x="2820422" y="2514623"/>
                  </a:lnTo>
                  <a:lnTo>
                    <a:pt x="2820517" y="2514623"/>
                  </a:lnTo>
                  <a:lnTo>
                    <a:pt x="2820611" y="2514623"/>
                  </a:lnTo>
                  <a:lnTo>
                    <a:pt x="2820705" y="2514623"/>
                  </a:lnTo>
                  <a:lnTo>
                    <a:pt x="2820799" y="2514623"/>
                  </a:lnTo>
                  <a:lnTo>
                    <a:pt x="2820799" y="2509712"/>
                  </a:lnTo>
                  <a:lnTo>
                    <a:pt x="2820893" y="2509712"/>
                  </a:lnTo>
                  <a:lnTo>
                    <a:pt x="2820987" y="2509712"/>
                  </a:lnTo>
                  <a:lnTo>
                    <a:pt x="2821082" y="2509712"/>
                  </a:lnTo>
                  <a:lnTo>
                    <a:pt x="2821176" y="2509712"/>
                  </a:lnTo>
                  <a:lnTo>
                    <a:pt x="2821270" y="2509712"/>
                  </a:lnTo>
                  <a:lnTo>
                    <a:pt x="2821364" y="2509712"/>
                  </a:lnTo>
                  <a:lnTo>
                    <a:pt x="2821458" y="2509712"/>
                  </a:lnTo>
                  <a:lnTo>
                    <a:pt x="2821552" y="2509712"/>
                  </a:lnTo>
                  <a:lnTo>
                    <a:pt x="2821646" y="2509712"/>
                  </a:lnTo>
                  <a:lnTo>
                    <a:pt x="2821741" y="2509712"/>
                  </a:lnTo>
                  <a:lnTo>
                    <a:pt x="2821835" y="2509712"/>
                  </a:lnTo>
                  <a:lnTo>
                    <a:pt x="2821929" y="2509712"/>
                  </a:lnTo>
                  <a:lnTo>
                    <a:pt x="2822023" y="2509712"/>
                  </a:lnTo>
                  <a:lnTo>
                    <a:pt x="2822117" y="2509712"/>
                  </a:lnTo>
                  <a:lnTo>
                    <a:pt x="2822211" y="2509712"/>
                  </a:lnTo>
                  <a:lnTo>
                    <a:pt x="2822306" y="2509712"/>
                  </a:lnTo>
                  <a:lnTo>
                    <a:pt x="2822400" y="2509712"/>
                  </a:lnTo>
                  <a:lnTo>
                    <a:pt x="2822494" y="2509712"/>
                  </a:lnTo>
                  <a:lnTo>
                    <a:pt x="2822588" y="2509712"/>
                  </a:lnTo>
                  <a:lnTo>
                    <a:pt x="2822682" y="2509712"/>
                  </a:lnTo>
                  <a:lnTo>
                    <a:pt x="2822776" y="2509712"/>
                  </a:lnTo>
                  <a:lnTo>
                    <a:pt x="2822870" y="2509712"/>
                  </a:lnTo>
                  <a:lnTo>
                    <a:pt x="2822965" y="2509712"/>
                  </a:lnTo>
                  <a:lnTo>
                    <a:pt x="2823059" y="2509712"/>
                  </a:lnTo>
                  <a:lnTo>
                    <a:pt x="2823153" y="2509712"/>
                  </a:lnTo>
                  <a:lnTo>
                    <a:pt x="2823247" y="2509712"/>
                  </a:lnTo>
                  <a:lnTo>
                    <a:pt x="2823341" y="2509712"/>
                  </a:lnTo>
                  <a:lnTo>
                    <a:pt x="2823435" y="2509712"/>
                  </a:lnTo>
                  <a:lnTo>
                    <a:pt x="2823529" y="2509712"/>
                  </a:lnTo>
                  <a:lnTo>
                    <a:pt x="2823624" y="2509712"/>
                  </a:lnTo>
                  <a:lnTo>
                    <a:pt x="2823718" y="2509712"/>
                  </a:lnTo>
                  <a:lnTo>
                    <a:pt x="2823812" y="2509712"/>
                  </a:lnTo>
                  <a:lnTo>
                    <a:pt x="2823906" y="2509712"/>
                  </a:lnTo>
                  <a:lnTo>
                    <a:pt x="2824000" y="2509712"/>
                  </a:lnTo>
                  <a:lnTo>
                    <a:pt x="2824094" y="2509712"/>
                  </a:lnTo>
                  <a:lnTo>
                    <a:pt x="2824189" y="2509712"/>
                  </a:lnTo>
                  <a:lnTo>
                    <a:pt x="2824283" y="2509712"/>
                  </a:lnTo>
                  <a:lnTo>
                    <a:pt x="2824377" y="2509712"/>
                  </a:lnTo>
                  <a:lnTo>
                    <a:pt x="2824471" y="2509712"/>
                  </a:lnTo>
                  <a:lnTo>
                    <a:pt x="2824565" y="2509712"/>
                  </a:lnTo>
                  <a:lnTo>
                    <a:pt x="2824659" y="2509712"/>
                  </a:lnTo>
                  <a:lnTo>
                    <a:pt x="2824753" y="2509712"/>
                  </a:lnTo>
                  <a:lnTo>
                    <a:pt x="2824848" y="2509712"/>
                  </a:lnTo>
                  <a:lnTo>
                    <a:pt x="2824942" y="2509712"/>
                  </a:lnTo>
                  <a:lnTo>
                    <a:pt x="2825036" y="2509712"/>
                  </a:lnTo>
                  <a:lnTo>
                    <a:pt x="2825130" y="2509712"/>
                  </a:lnTo>
                  <a:lnTo>
                    <a:pt x="2825130" y="2504801"/>
                  </a:lnTo>
                  <a:lnTo>
                    <a:pt x="2825224" y="2504801"/>
                  </a:lnTo>
                  <a:lnTo>
                    <a:pt x="2825318" y="2504801"/>
                  </a:lnTo>
                  <a:lnTo>
                    <a:pt x="2825413" y="2504801"/>
                  </a:lnTo>
                  <a:lnTo>
                    <a:pt x="2825507" y="2504801"/>
                  </a:lnTo>
                  <a:lnTo>
                    <a:pt x="2825601" y="2504801"/>
                  </a:lnTo>
                  <a:lnTo>
                    <a:pt x="2825695" y="2504801"/>
                  </a:lnTo>
                  <a:lnTo>
                    <a:pt x="2825789" y="2504801"/>
                  </a:lnTo>
                  <a:lnTo>
                    <a:pt x="2825883" y="2504801"/>
                  </a:lnTo>
                  <a:lnTo>
                    <a:pt x="2825977" y="2504801"/>
                  </a:lnTo>
                  <a:lnTo>
                    <a:pt x="2826072" y="2504801"/>
                  </a:lnTo>
                  <a:lnTo>
                    <a:pt x="2826166" y="2504801"/>
                  </a:lnTo>
                  <a:lnTo>
                    <a:pt x="2826260" y="2504801"/>
                  </a:lnTo>
                  <a:lnTo>
                    <a:pt x="2826354" y="2504801"/>
                  </a:lnTo>
                  <a:lnTo>
                    <a:pt x="2826448" y="2504801"/>
                  </a:lnTo>
                  <a:lnTo>
                    <a:pt x="2826542" y="2504801"/>
                  </a:lnTo>
                  <a:lnTo>
                    <a:pt x="2826637" y="2504801"/>
                  </a:lnTo>
                  <a:lnTo>
                    <a:pt x="2826731" y="2504801"/>
                  </a:lnTo>
                  <a:lnTo>
                    <a:pt x="2826731" y="2499889"/>
                  </a:lnTo>
                  <a:lnTo>
                    <a:pt x="2826825" y="2499889"/>
                  </a:lnTo>
                  <a:lnTo>
                    <a:pt x="2826919" y="2499889"/>
                  </a:lnTo>
                  <a:lnTo>
                    <a:pt x="2827013" y="2499889"/>
                  </a:lnTo>
                  <a:lnTo>
                    <a:pt x="2827107" y="2499889"/>
                  </a:lnTo>
                  <a:lnTo>
                    <a:pt x="2827201" y="2499889"/>
                  </a:lnTo>
                  <a:lnTo>
                    <a:pt x="2827296" y="2499889"/>
                  </a:lnTo>
                  <a:lnTo>
                    <a:pt x="2827390" y="2499889"/>
                  </a:lnTo>
                  <a:lnTo>
                    <a:pt x="2827484" y="2499889"/>
                  </a:lnTo>
                  <a:lnTo>
                    <a:pt x="2827578" y="2499889"/>
                  </a:lnTo>
                  <a:lnTo>
                    <a:pt x="2827672" y="2499889"/>
                  </a:lnTo>
                  <a:lnTo>
                    <a:pt x="2827766" y="2499889"/>
                  </a:lnTo>
                  <a:lnTo>
                    <a:pt x="2827860" y="2499889"/>
                  </a:lnTo>
                  <a:lnTo>
                    <a:pt x="2827955" y="2499889"/>
                  </a:lnTo>
                  <a:lnTo>
                    <a:pt x="2828049" y="2499889"/>
                  </a:lnTo>
                  <a:lnTo>
                    <a:pt x="2828143" y="2499889"/>
                  </a:lnTo>
                  <a:lnTo>
                    <a:pt x="2828237" y="2499889"/>
                  </a:lnTo>
                  <a:lnTo>
                    <a:pt x="2828331" y="2499889"/>
                  </a:lnTo>
                  <a:lnTo>
                    <a:pt x="2828425" y="2499889"/>
                  </a:lnTo>
                  <a:lnTo>
                    <a:pt x="2828520" y="2499889"/>
                  </a:lnTo>
                  <a:lnTo>
                    <a:pt x="2828614" y="2499889"/>
                  </a:lnTo>
                  <a:lnTo>
                    <a:pt x="2828708" y="2499889"/>
                  </a:lnTo>
                  <a:lnTo>
                    <a:pt x="2828802" y="2499889"/>
                  </a:lnTo>
                  <a:lnTo>
                    <a:pt x="2828896" y="2499889"/>
                  </a:lnTo>
                  <a:lnTo>
                    <a:pt x="2828990" y="2499889"/>
                  </a:lnTo>
                  <a:lnTo>
                    <a:pt x="2829084" y="2499889"/>
                  </a:lnTo>
                  <a:lnTo>
                    <a:pt x="2829179" y="2499889"/>
                  </a:lnTo>
                  <a:lnTo>
                    <a:pt x="2829273" y="2499889"/>
                  </a:lnTo>
                  <a:lnTo>
                    <a:pt x="2829367" y="2499889"/>
                  </a:lnTo>
                  <a:lnTo>
                    <a:pt x="2829461" y="2499889"/>
                  </a:lnTo>
                  <a:lnTo>
                    <a:pt x="2829555" y="2499889"/>
                  </a:lnTo>
                  <a:lnTo>
                    <a:pt x="2829649" y="2499889"/>
                  </a:lnTo>
                  <a:lnTo>
                    <a:pt x="2829744" y="2499889"/>
                  </a:lnTo>
                  <a:lnTo>
                    <a:pt x="2829838" y="2499889"/>
                  </a:lnTo>
                  <a:lnTo>
                    <a:pt x="2829932" y="2499889"/>
                  </a:lnTo>
                  <a:lnTo>
                    <a:pt x="2830026" y="2499889"/>
                  </a:lnTo>
                  <a:lnTo>
                    <a:pt x="2830120" y="2499889"/>
                  </a:lnTo>
                  <a:lnTo>
                    <a:pt x="2830214" y="2499889"/>
                  </a:lnTo>
                  <a:lnTo>
                    <a:pt x="2830308" y="2499889"/>
                  </a:lnTo>
                  <a:lnTo>
                    <a:pt x="2830403" y="2499889"/>
                  </a:lnTo>
                  <a:lnTo>
                    <a:pt x="2830497" y="2499889"/>
                  </a:lnTo>
                  <a:lnTo>
                    <a:pt x="2830591" y="2499889"/>
                  </a:lnTo>
                  <a:lnTo>
                    <a:pt x="2830685" y="2499889"/>
                  </a:lnTo>
                  <a:lnTo>
                    <a:pt x="2830779" y="2499889"/>
                  </a:lnTo>
                  <a:lnTo>
                    <a:pt x="2830873" y="2499889"/>
                  </a:lnTo>
                  <a:lnTo>
                    <a:pt x="2830968" y="2499889"/>
                  </a:lnTo>
                  <a:lnTo>
                    <a:pt x="2831062" y="2499889"/>
                  </a:lnTo>
                  <a:lnTo>
                    <a:pt x="2831156" y="2499889"/>
                  </a:lnTo>
                  <a:lnTo>
                    <a:pt x="2831250" y="2499889"/>
                  </a:lnTo>
                  <a:lnTo>
                    <a:pt x="2831344" y="2499889"/>
                  </a:lnTo>
                  <a:lnTo>
                    <a:pt x="2831438" y="2499889"/>
                  </a:lnTo>
                  <a:lnTo>
                    <a:pt x="2831532" y="2499889"/>
                  </a:lnTo>
                  <a:lnTo>
                    <a:pt x="2831627" y="2499889"/>
                  </a:lnTo>
                  <a:lnTo>
                    <a:pt x="2831721" y="2499889"/>
                  </a:lnTo>
                  <a:lnTo>
                    <a:pt x="2831815" y="2499889"/>
                  </a:lnTo>
                  <a:lnTo>
                    <a:pt x="2831909" y="2499889"/>
                  </a:lnTo>
                  <a:lnTo>
                    <a:pt x="2832003" y="2499889"/>
                  </a:lnTo>
                  <a:lnTo>
                    <a:pt x="2832097" y="2499889"/>
                  </a:lnTo>
                  <a:lnTo>
                    <a:pt x="2832191" y="2499889"/>
                  </a:lnTo>
                  <a:lnTo>
                    <a:pt x="2832286" y="2499889"/>
                  </a:lnTo>
                  <a:lnTo>
                    <a:pt x="2832380" y="2499889"/>
                  </a:lnTo>
                  <a:lnTo>
                    <a:pt x="2832474" y="2499889"/>
                  </a:lnTo>
                  <a:lnTo>
                    <a:pt x="2832568" y="2499889"/>
                  </a:lnTo>
                  <a:lnTo>
                    <a:pt x="2832662" y="2499889"/>
                  </a:lnTo>
                  <a:lnTo>
                    <a:pt x="2832756" y="2499889"/>
                  </a:lnTo>
                  <a:lnTo>
                    <a:pt x="2832851" y="2499889"/>
                  </a:lnTo>
                  <a:lnTo>
                    <a:pt x="2832945" y="2499889"/>
                  </a:lnTo>
                  <a:lnTo>
                    <a:pt x="2833039" y="2499889"/>
                  </a:lnTo>
                  <a:lnTo>
                    <a:pt x="2833133" y="2499889"/>
                  </a:lnTo>
                  <a:lnTo>
                    <a:pt x="2833227" y="2499889"/>
                  </a:lnTo>
                  <a:lnTo>
                    <a:pt x="2833321" y="2499889"/>
                  </a:lnTo>
                  <a:lnTo>
                    <a:pt x="2833415" y="2499889"/>
                  </a:lnTo>
                  <a:lnTo>
                    <a:pt x="2833510" y="2499889"/>
                  </a:lnTo>
                  <a:lnTo>
                    <a:pt x="2833604" y="2499889"/>
                  </a:lnTo>
                  <a:lnTo>
                    <a:pt x="2833698" y="2499889"/>
                  </a:lnTo>
                  <a:lnTo>
                    <a:pt x="2833792" y="2499889"/>
                  </a:lnTo>
                  <a:lnTo>
                    <a:pt x="2833886" y="2499889"/>
                  </a:lnTo>
                  <a:lnTo>
                    <a:pt x="2833980" y="2499889"/>
                  </a:lnTo>
                  <a:lnTo>
                    <a:pt x="2834075" y="2499889"/>
                  </a:lnTo>
                  <a:lnTo>
                    <a:pt x="2834169" y="2499889"/>
                  </a:lnTo>
                  <a:lnTo>
                    <a:pt x="2834263" y="2499889"/>
                  </a:lnTo>
                  <a:lnTo>
                    <a:pt x="2834357" y="2499889"/>
                  </a:lnTo>
                  <a:lnTo>
                    <a:pt x="2834451" y="2499889"/>
                  </a:lnTo>
                  <a:lnTo>
                    <a:pt x="2834545" y="2499889"/>
                  </a:lnTo>
                  <a:lnTo>
                    <a:pt x="2834545" y="2494978"/>
                  </a:lnTo>
                  <a:lnTo>
                    <a:pt x="2834639" y="2494978"/>
                  </a:lnTo>
                  <a:lnTo>
                    <a:pt x="2834734" y="2494978"/>
                  </a:lnTo>
                  <a:lnTo>
                    <a:pt x="2834828" y="2494978"/>
                  </a:lnTo>
                  <a:lnTo>
                    <a:pt x="2834922" y="2494978"/>
                  </a:lnTo>
                  <a:lnTo>
                    <a:pt x="2835016" y="2494978"/>
                  </a:lnTo>
                  <a:lnTo>
                    <a:pt x="2835110" y="2494978"/>
                  </a:lnTo>
                  <a:lnTo>
                    <a:pt x="2835204" y="2494978"/>
                  </a:lnTo>
                  <a:lnTo>
                    <a:pt x="2835299" y="2494978"/>
                  </a:lnTo>
                  <a:lnTo>
                    <a:pt x="2835393" y="2494978"/>
                  </a:lnTo>
                  <a:lnTo>
                    <a:pt x="2835487" y="2494978"/>
                  </a:lnTo>
                  <a:lnTo>
                    <a:pt x="2835581" y="2494978"/>
                  </a:lnTo>
                  <a:lnTo>
                    <a:pt x="2835675" y="2494978"/>
                  </a:lnTo>
                  <a:lnTo>
                    <a:pt x="2835769" y="2494978"/>
                  </a:lnTo>
                  <a:lnTo>
                    <a:pt x="2835863" y="2494978"/>
                  </a:lnTo>
                  <a:lnTo>
                    <a:pt x="2835958" y="2494978"/>
                  </a:lnTo>
                  <a:lnTo>
                    <a:pt x="2836052" y="2494978"/>
                  </a:lnTo>
                  <a:lnTo>
                    <a:pt x="2836146" y="2494978"/>
                  </a:lnTo>
                  <a:lnTo>
                    <a:pt x="2836240" y="2494978"/>
                  </a:lnTo>
                  <a:lnTo>
                    <a:pt x="2836334" y="2494978"/>
                  </a:lnTo>
                  <a:lnTo>
                    <a:pt x="2836428" y="2494978"/>
                  </a:lnTo>
                  <a:lnTo>
                    <a:pt x="2836522" y="2494978"/>
                  </a:lnTo>
                  <a:lnTo>
                    <a:pt x="2836617" y="2494978"/>
                  </a:lnTo>
                  <a:lnTo>
                    <a:pt x="2836711" y="2494978"/>
                  </a:lnTo>
                  <a:lnTo>
                    <a:pt x="2836805" y="2494978"/>
                  </a:lnTo>
                  <a:lnTo>
                    <a:pt x="2836899" y="2494978"/>
                  </a:lnTo>
                  <a:lnTo>
                    <a:pt x="2836993" y="2494978"/>
                  </a:lnTo>
                  <a:lnTo>
                    <a:pt x="2837087" y="2494978"/>
                  </a:lnTo>
                  <a:lnTo>
                    <a:pt x="2837182" y="2494978"/>
                  </a:lnTo>
                  <a:lnTo>
                    <a:pt x="2837276" y="2494978"/>
                  </a:lnTo>
                  <a:lnTo>
                    <a:pt x="2837370" y="2494978"/>
                  </a:lnTo>
                  <a:lnTo>
                    <a:pt x="2837464" y="2494978"/>
                  </a:lnTo>
                  <a:lnTo>
                    <a:pt x="2837558" y="2494978"/>
                  </a:lnTo>
                  <a:lnTo>
                    <a:pt x="2837652" y="2494978"/>
                  </a:lnTo>
                  <a:lnTo>
                    <a:pt x="2837746" y="2494978"/>
                  </a:lnTo>
                  <a:lnTo>
                    <a:pt x="2837841" y="2494978"/>
                  </a:lnTo>
                  <a:lnTo>
                    <a:pt x="2837935" y="2494978"/>
                  </a:lnTo>
                  <a:lnTo>
                    <a:pt x="2838029" y="2494978"/>
                  </a:lnTo>
                  <a:lnTo>
                    <a:pt x="2838123" y="2494978"/>
                  </a:lnTo>
                  <a:lnTo>
                    <a:pt x="2838123" y="2490067"/>
                  </a:lnTo>
                  <a:lnTo>
                    <a:pt x="2838217" y="2490067"/>
                  </a:lnTo>
                  <a:lnTo>
                    <a:pt x="2838311" y="2490067"/>
                  </a:lnTo>
                  <a:lnTo>
                    <a:pt x="2838406" y="2490067"/>
                  </a:lnTo>
                  <a:lnTo>
                    <a:pt x="2838500" y="2490067"/>
                  </a:lnTo>
                  <a:lnTo>
                    <a:pt x="2838594" y="2490067"/>
                  </a:lnTo>
                  <a:lnTo>
                    <a:pt x="2838594" y="2485155"/>
                  </a:lnTo>
                  <a:lnTo>
                    <a:pt x="2838688" y="2485155"/>
                  </a:lnTo>
                  <a:lnTo>
                    <a:pt x="2838782" y="2485155"/>
                  </a:lnTo>
                  <a:lnTo>
                    <a:pt x="2838876" y="2485155"/>
                  </a:lnTo>
                  <a:lnTo>
                    <a:pt x="2838970" y="2485155"/>
                  </a:lnTo>
                  <a:lnTo>
                    <a:pt x="2838970" y="2480244"/>
                  </a:lnTo>
                  <a:lnTo>
                    <a:pt x="2839065" y="2480244"/>
                  </a:lnTo>
                  <a:lnTo>
                    <a:pt x="2839159" y="2480244"/>
                  </a:lnTo>
                  <a:lnTo>
                    <a:pt x="2839253" y="2480244"/>
                  </a:lnTo>
                  <a:lnTo>
                    <a:pt x="2839347" y="2480244"/>
                  </a:lnTo>
                  <a:lnTo>
                    <a:pt x="2839441" y="2480244"/>
                  </a:lnTo>
                  <a:lnTo>
                    <a:pt x="2839535" y="2480244"/>
                  </a:lnTo>
                  <a:lnTo>
                    <a:pt x="2839630" y="2480244"/>
                  </a:lnTo>
                  <a:lnTo>
                    <a:pt x="2839724" y="2480244"/>
                  </a:lnTo>
                  <a:lnTo>
                    <a:pt x="2839818" y="2480244"/>
                  </a:lnTo>
                  <a:lnTo>
                    <a:pt x="2839912" y="2480244"/>
                  </a:lnTo>
                  <a:lnTo>
                    <a:pt x="2840006" y="2480244"/>
                  </a:lnTo>
                  <a:lnTo>
                    <a:pt x="2840100" y="2480244"/>
                  </a:lnTo>
                  <a:lnTo>
                    <a:pt x="2840194" y="2480244"/>
                  </a:lnTo>
                  <a:lnTo>
                    <a:pt x="2840289" y="2480244"/>
                  </a:lnTo>
                  <a:lnTo>
                    <a:pt x="2840383" y="2480244"/>
                  </a:lnTo>
                  <a:lnTo>
                    <a:pt x="2840477" y="2480244"/>
                  </a:lnTo>
                  <a:lnTo>
                    <a:pt x="2840571" y="2480244"/>
                  </a:lnTo>
                  <a:lnTo>
                    <a:pt x="2840665" y="2480244"/>
                  </a:lnTo>
                  <a:lnTo>
                    <a:pt x="2840759" y="2480244"/>
                  </a:lnTo>
                  <a:lnTo>
                    <a:pt x="2840854" y="2480244"/>
                  </a:lnTo>
                  <a:lnTo>
                    <a:pt x="2840854" y="2475332"/>
                  </a:lnTo>
                  <a:lnTo>
                    <a:pt x="2840948" y="2475332"/>
                  </a:lnTo>
                  <a:lnTo>
                    <a:pt x="2841042" y="2475332"/>
                  </a:lnTo>
                  <a:lnTo>
                    <a:pt x="2841136" y="2475332"/>
                  </a:lnTo>
                  <a:lnTo>
                    <a:pt x="2841230" y="2475332"/>
                  </a:lnTo>
                  <a:lnTo>
                    <a:pt x="2841324" y="2475332"/>
                  </a:lnTo>
                  <a:lnTo>
                    <a:pt x="2841418" y="2475332"/>
                  </a:lnTo>
                  <a:lnTo>
                    <a:pt x="2841513" y="2475332"/>
                  </a:lnTo>
                  <a:lnTo>
                    <a:pt x="2841607" y="2475332"/>
                  </a:lnTo>
                  <a:lnTo>
                    <a:pt x="2841701" y="2475332"/>
                  </a:lnTo>
                  <a:lnTo>
                    <a:pt x="2841795" y="2475332"/>
                  </a:lnTo>
                  <a:lnTo>
                    <a:pt x="2841889" y="2475332"/>
                  </a:lnTo>
                  <a:lnTo>
                    <a:pt x="2841983" y="2475332"/>
                  </a:lnTo>
                  <a:lnTo>
                    <a:pt x="2842077" y="2475332"/>
                  </a:lnTo>
                  <a:lnTo>
                    <a:pt x="2842172" y="2475332"/>
                  </a:lnTo>
                  <a:lnTo>
                    <a:pt x="2842266" y="2475332"/>
                  </a:lnTo>
                  <a:lnTo>
                    <a:pt x="2842360" y="2475332"/>
                  </a:lnTo>
                  <a:lnTo>
                    <a:pt x="2842454" y="2475332"/>
                  </a:lnTo>
                  <a:lnTo>
                    <a:pt x="2842548" y="2475332"/>
                  </a:lnTo>
                  <a:lnTo>
                    <a:pt x="2842548" y="2470421"/>
                  </a:lnTo>
                  <a:lnTo>
                    <a:pt x="2842642" y="2470421"/>
                  </a:lnTo>
                  <a:lnTo>
                    <a:pt x="2842737" y="2470421"/>
                  </a:lnTo>
                  <a:lnTo>
                    <a:pt x="2842831" y="2470421"/>
                  </a:lnTo>
                  <a:lnTo>
                    <a:pt x="2842925" y="2470421"/>
                  </a:lnTo>
                  <a:lnTo>
                    <a:pt x="2843019" y="2470421"/>
                  </a:lnTo>
                  <a:lnTo>
                    <a:pt x="2843113" y="2470421"/>
                  </a:lnTo>
                  <a:lnTo>
                    <a:pt x="2843207" y="2470421"/>
                  </a:lnTo>
                  <a:lnTo>
                    <a:pt x="2843301" y="2470421"/>
                  </a:lnTo>
                  <a:lnTo>
                    <a:pt x="2843396" y="2470421"/>
                  </a:lnTo>
                  <a:lnTo>
                    <a:pt x="2843490" y="2470421"/>
                  </a:lnTo>
                  <a:lnTo>
                    <a:pt x="2843584" y="2470421"/>
                  </a:lnTo>
                  <a:lnTo>
                    <a:pt x="2843678" y="2470421"/>
                  </a:lnTo>
                  <a:lnTo>
                    <a:pt x="2843772" y="2470421"/>
                  </a:lnTo>
                  <a:lnTo>
                    <a:pt x="2843772" y="2465510"/>
                  </a:lnTo>
                  <a:lnTo>
                    <a:pt x="2843866" y="2465510"/>
                  </a:lnTo>
                  <a:lnTo>
                    <a:pt x="2843961" y="2465510"/>
                  </a:lnTo>
                  <a:lnTo>
                    <a:pt x="2844055" y="2465510"/>
                  </a:lnTo>
                  <a:lnTo>
                    <a:pt x="2844149" y="2465510"/>
                  </a:lnTo>
                  <a:lnTo>
                    <a:pt x="2844243" y="2465510"/>
                  </a:lnTo>
                  <a:lnTo>
                    <a:pt x="2844337" y="2465510"/>
                  </a:lnTo>
                  <a:lnTo>
                    <a:pt x="2844431" y="2465510"/>
                  </a:lnTo>
                  <a:lnTo>
                    <a:pt x="2844525" y="2465510"/>
                  </a:lnTo>
                  <a:lnTo>
                    <a:pt x="2844620" y="2465510"/>
                  </a:lnTo>
                  <a:lnTo>
                    <a:pt x="2844714" y="2465510"/>
                  </a:lnTo>
                  <a:lnTo>
                    <a:pt x="2844808" y="2465510"/>
                  </a:lnTo>
                  <a:lnTo>
                    <a:pt x="2844902" y="2465510"/>
                  </a:lnTo>
                  <a:lnTo>
                    <a:pt x="2844996" y="2465510"/>
                  </a:lnTo>
                  <a:lnTo>
                    <a:pt x="2845090" y="2465510"/>
                  </a:lnTo>
                  <a:lnTo>
                    <a:pt x="2845185" y="2465510"/>
                  </a:lnTo>
                  <a:lnTo>
                    <a:pt x="2845279" y="2465510"/>
                  </a:lnTo>
                  <a:lnTo>
                    <a:pt x="2845373" y="2465510"/>
                  </a:lnTo>
                  <a:lnTo>
                    <a:pt x="2845467" y="2465510"/>
                  </a:lnTo>
                  <a:lnTo>
                    <a:pt x="2845561" y="2465510"/>
                  </a:lnTo>
                  <a:lnTo>
                    <a:pt x="2845655" y="2465510"/>
                  </a:lnTo>
                  <a:lnTo>
                    <a:pt x="2845749" y="2465510"/>
                  </a:lnTo>
                  <a:lnTo>
                    <a:pt x="2845844" y="2465510"/>
                  </a:lnTo>
                  <a:lnTo>
                    <a:pt x="2845938" y="2465510"/>
                  </a:lnTo>
                  <a:lnTo>
                    <a:pt x="2846032" y="2465510"/>
                  </a:lnTo>
                  <a:lnTo>
                    <a:pt x="2846126" y="2465510"/>
                  </a:lnTo>
                  <a:lnTo>
                    <a:pt x="2846220" y="2465510"/>
                  </a:lnTo>
                  <a:lnTo>
                    <a:pt x="2846314" y="2465510"/>
                  </a:lnTo>
                  <a:lnTo>
                    <a:pt x="2846408" y="2465510"/>
                  </a:lnTo>
                  <a:lnTo>
                    <a:pt x="2846503" y="2465510"/>
                  </a:lnTo>
                  <a:lnTo>
                    <a:pt x="2846597" y="2465510"/>
                  </a:lnTo>
                  <a:lnTo>
                    <a:pt x="2846691" y="2465510"/>
                  </a:lnTo>
                  <a:lnTo>
                    <a:pt x="2846785" y="2465510"/>
                  </a:lnTo>
                  <a:lnTo>
                    <a:pt x="2846879" y="2465510"/>
                  </a:lnTo>
                  <a:lnTo>
                    <a:pt x="2846973" y="2465510"/>
                  </a:lnTo>
                  <a:lnTo>
                    <a:pt x="2847068" y="2465510"/>
                  </a:lnTo>
                  <a:lnTo>
                    <a:pt x="2847162" y="2465510"/>
                  </a:lnTo>
                  <a:lnTo>
                    <a:pt x="2847256" y="2465510"/>
                  </a:lnTo>
                  <a:lnTo>
                    <a:pt x="2847350" y="2465510"/>
                  </a:lnTo>
                  <a:lnTo>
                    <a:pt x="2847444" y="2465510"/>
                  </a:lnTo>
                  <a:lnTo>
                    <a:pt x="2847538" y="2465510"/>
                  </a:lnTo>
                  <a:lnTo>
                    <a:pt x="2847632" y="2465510"/>
                  </a:lnTo>
                  <a:lnTo>
                    <a:pt x="2847727" y="2465510"/>
                  </a:lnTo>
                  <a:lnTo>
                    <a:pt x="2847821" y="2465510"/>
                  </a:lnTo>
                  <a:lnTo>
                    <a:pt x="2847915" y="2465510"/>
                  </a:lnTo>
                  <a:lnTo>
                    <a:pt x="2848009" y="2465510"/>
                  </a:lnTo>
                  <a:lnTo>
                    <a:pt x="2848103" y="2465510"/>
                  </a:lnTo>
                  <a:lnTo>
                    <a:pt x="2848197" y="2465510"/>
                  </a:lnTo>
                  <a:lnTo>
                    <a:pt x="2848292" y="2465510"/>
                  </a:lnTo>
                  <a:lnTo>
                    <a:pt x="2848386" y="2465510"/>
                  </a:lnTo>
                  <a:lnTo>
                    <a:pt x="2848480" y="2465510"/>
                  </a:lnTo>
                  <a:lnTo>
                    <a:pt x="2848574" y="2465510"/>
                  </a:lnTo>
                  <a:lnTo>
                    <a:pt x="2848574" y="2460598"/>
                  </a:lnTo>
                  <a:lnTo>
                    <a:pt x="2848574" y="2455687"/>
                  </a:lnTo>
                  <a:lnTo>
                    <a:pt x="2848668" y="2455687"/>
                  </a:lnTo>
                  <a:lnTo>
                    <a:pt x="2848762" y="2455687"/>
                  </a:lnTo>
                  <a:lnTo>
                    <a:pt x="2848856" y="2455687"/>
                  </a:lnTo>
                  <a:lnTo>
                    <a:pt x="2848951" y="2455687"/>
                  </a:lnTo>
                  <a:lnTo>
                    <a:pt x="2849045" y="2455687"/>
                  </a:lnTo>
                  <a:lnTo>
                    <a:pt x="2849139" y="2455687"/>
                  </a:lnTo>
                  <a:lnTo>
                    <a:pt x="2849233" y="2455687"/>
                  </a:lnTo>
                  <a:lnTo>
                    <a:pt x="2849327" y="2455687"/>
                  </a:lnTo>
                  <a:lnTo>
                    <a:pt x="2849421" y="2455687"/>
                  </a:lnTo>
                  <a:lnTo>
                    <a:pt x="2849516" y="2455687"/>
                  </a:lnTo>
                  <a:lnTo>
                    <a:pt x="2849610" y="2455687"/>
                  </a:lnTo>
                  <a:lnTo>
                    <a:pt x="2849704" y="2455687"/>
                  </a:lnTo>
                  <a:lnTo>
                    <a:pt x="2849798" y="2455687"/>
                  </a:lnTo>
                  <a:lnTo>
                    <a:pt x="2849892" y="2455687"/>
                  </a:lnTo>
                  <a:lnTo>
                    <a:pt x="2849986" y="2455687"/>
                  </a:lnTo>
                  <a:lnTo>
                    <a:pt x="2850080" y="2455687"/>
                  </a:lnTo>
                  <a:lnTo>
                    <a:pt x="2850175" y="2455687"/>
                  </a:lnTo>
                  <a:lnTo>
                    <a:pt x="2850269" y="2455687"/>
                  </a:lnTo>
                  <a:lnTo>
                    <a:pt x="2850363" y="2455687"/>
                  </a:lnTo>
                  <a:lnTo>
                    <a:pt x="2850457" y="2455687"/>
                  </a:lnTo>
                  <a:lnTo>
                    <a:pt x="2850551" y="2455687"/>
                  </a:lnTo>
                  <a:lnTo>
                    <a:pt x="2850645" y="2455687"/>
                  </a:lnTo>
                  <a:lnTo>
                    <a:pt x="2850739" y="2455687"/>
                  </a:lnTo>
                  <a:lnTo>
                    <a:pt x="2850739" y="2450776"/>
                  </a:lnTo>
                  <a:lnTo>
                    <a:pt x="2850834" y="2450776"/>
                  </a:lnTo>
                  <a:lnTo>
                    <a:pt x="2850928" y="2450776"/>
                  </a:lnTo>
                  <a:lnTo>
                    <a:pt x="2851022" y="2450776"/>
                  </a:lnTo>
                  <a:lnTo>
                    <a:pt x="2851116" y="2450776"/>
                  </a:lnTo>
                  <a:lnTo>
                    <a:pt x="2851210" y="2450776"/>
                  </a:lnTo>
                  <a:lnTo>
                    <a:pt x="2851304" y="2450776"/>
                  </a:lnTo>
                  <a:lnTo>
                    <a:pt x="2851399" y="2450776"/>
                  </a:lnTo>
                  <a:lnTo>
                    <a:pt x="2851493" y="2450776"/>
                  </a:lnTo>
                  <a:lnTo>
                    <a:pt x="2851587" y="2450776"/>
                  </a:lnTo>
                  <a:lnTo>
                    <a:pt x="2851681" y="2450776"/>
                  </a:lnTo>
                  <a:lnTo>
                    <a:pt x="2851775" y="2450776"/>
                  </a:lnTo>
                  <a:lnTo>
                    <a:pt x="2851869" y="2450776"/>
                  </a:lnTo>
                  <a:lnTo>
                    <a:pt x="2851963" y="2450776"/>
                  </a:lnTo>
                  <a:lnTo>
                    <a:pt x="2852058" y="2450776"/>
                  </a:lnTo>
                  <a:lnTo>
                    <a:pt x="2852152" y="2450776"/>
                  </a:lnTo>
                  <a:lnTo>
                    <a:pt x="2852246" y="2450776"/>
                  </a:lnTo>
                  <a:lnTo>
                    <a:pt x="2852340" y="2450776"/>
                  </a:lnTo>
                  <a:lnTo>
                    <a:pt x="2852434" y="2450776"/>
                  </a:lnTo>
                  <a:lnTo>
                    <a:pt x="2852528" y="2450776"/>
                  </a:lnTo>
                  <a:lnTo>
                    <a:pt x="2852623" y="2450776"/>
                  </a:lnTo>
                  <a:lnTo>
                    <a:pt x="2852717" y="2450776"/>
                  </a:lnTo>
                  <a:lnTo>
                    <a:pt x="2852811" y="2450776"/>
                  </a:lnTo>
                  <a:lnTo>
                    <a:pt x="2852905" y="2450776"/>
                  </a:lnTo>
                  <a:lnTo>
                    <a:pt x="2852999" y="2450776"/>
                  </a:lnTo>
                  <a:lnTo>
                    <a:pt x="2853093" y="2450776"/>
                  </a:lnTo>
                  <a:lnTo>
                    <a:pt x="2853187" y="2450776"/>
                  </a:lnTo>
                  <a:lnTo>
                    <a:pt x="2853282" y="2450776"/>
                  </a:lnTo>
                  <a:lnTo>
                    <a:pt x="2853376" y="2450776"/>
                  </a:lnTo>
                  <a:lnTo>
                    <a:pt x="2853470" y="2450776"/>
                  </a:lnTo>
                  <a:lnTo>
                    <a:pt x="2853564" y="2450776"/>
                  </a:lnTo>
                  <a:lnTo>
                    <a:pt x="2853658" y="2450776"/>
                  </a:lnTo>
                  <a:lnTo>
                    <a:pt x="2853752" y="2450776"/>
                  </a:lnTo>
                  <a:lnTo>
                    <a:pt x="2853847" y="2450776"/>
                  </a:lnTo>
                  <a:lnTo>
                    <a:pt x="2853941" y="2450776"/>
                  </a:lnTo>
                  <a:lnTo>
                    <a:pt x="2854035" y="2450776"/>
                  </a:lnTo>
                  <a:lnTo>
                    <a:pt x="2854129" y="2450776"/>
                  </a:lnTo>
                  <a:lnTo>
                    <a:pt x="2854223" y="2450776"/>
                  </a:lnTo>
                  <a:lnTo>
                    <a:pt x="2854317" y="2450776"/>
                  </a:lnTo>
                  <a:lnTo>
                    <a:pt x="2854411" y="2450776"/>
                  </a:lnTo>
                  <a:lnTo>
                    <a:pt x="2854506" y="2450776"/>
                  </a:lnTo>
                  <a:lnTo>
                    <a:pt x="2854600" y="2450776"/>
                  </a:lnTo>
                  <a:lnTo>
                    <a:pt x="2854600" y="2445864"/>
                  </a:lnTo>
                  <a:lnTo>
                    <a:pt x="2854694" y="2445864"/>
                  </a:lnTo>
                  <a:lnTo>
                    <a:pt x="2854788" y="2445864"/>
                  </a:lnTo>
                  <a:lnTo>
                    <a:pt x="2854882" y="2445864"/>
                  </a:lnTo>
                  <a:lnTo>
                    <a:pt x="2854976" y="2445864"/>
                  </a:lnTo>
                  <a:lnTo>
                    <a:pt x="2855070" y="2445864"/>
                  </a:lnTo>
                  <a:lnTo>
                    <a:pt x="2855165" y="2445864"/>
                  </a:lnTo>
                  <a:lnTo>
                    <a:pt x="2855259" y="2445864"/>
                  </a:lnTo>
                  <a:lnTo>
                    <a:pt x="2855353" y="2445864"/>
                  </a:lnTo>
                  <a:lnTo>
                    <a:pt x="2855447" y="2445864"/>
                  </a:lnTo>
                  <a:lnTo>
                    <a:pt x="2855541" y="2445864"/>
                  </a:lnTo>
                  <a:lnTo>
                    <a:pt x="2855635" y="2445864"/>
                  </a:lnTo>
                  <a:lnTo>
                    <a:pt x="2855730" y="2445864"/>
                  </a:lnTo>
                  <a:lnTo>
                    <a:pt x="2855824" y="2445864"/>
                  </a:lnTo>
                  <a:lnTo>
                    <a:pt x="2855918" y="2445864"/>
                  </a:lnTo>
                  <a:lnTo>
                    <a:pt x="2856012" y="2445864"/>
                  </a:lnTo>
                  <a:lnTo>
                    <a:pt x="2856106" y="2445864"/>
                  </a:lnTo>
                  <a:lnTo>
                    <a:pt x="2856200" y="2445864"/>
                  </a:lnTo>
                  <a:lnTo>
                    <a:pt x="2856294" y="2445864"/>
                  </a:lnTo>
                  <a:lnTo>
                    <a:pt x="2856389" y="2445864"/>
                  </a:lnTo>
                  <a:lnTo>
                    <a:pt x="2856483" y="2445864"/>
                  </a:lnTo>
                  <a:lnTo>
                    <a:pt x="2856577" y="2445864"/>
                  </a:lnTo>
                  <a:lnTo>
                    <a:pt x="2856671" y="2445864"/>
                  </a:lnTo>
                  <a:lnTo>
                    <a:pt x="2856765" y="2445864"/>
                  </a:lnTo>
                  <a:lnTo>
                    <a:pt x="2856859" y="2445864"/>
                  </a:lnTo>
                  <a:lnTo>
                    <a:pt x="2856954" y="2445864"/>
                  </a:lnTo>
                  <a:lnTo>
                    <a:pt x="2857048" y="2445864"/>
                  </a:lnTo>
                  <a:lnTo>
                    <a:pt x="2857142" y="2445864"/>
                  </a:lnTo>
                  <a:lnTo>
                    <a:pt x="2857236" y="2445864"/>
                  </a:lnTo>
                  <a:lnTo>
                    <a:pt x="2857330" y="2445864"/>
                  </a:lnTo>
                  <a:lnTo>
                    <a:pt x="2857424" y="2445864"/>
                  </a:lnTo>
                  <a:lnTo>
                    <a:pt x="2857518" y="2445864"/>
                  </a:lnTo>
                  <a:lnTo>
                    <a:pt x="2857613" y="2445864"/>
                  </a:lnTo>
                  <a:lnTo>
                    <a:pt x="2857707" y="2445864"/>
                  </a:lnTo>
                  <a:lnTo>
                    <a:pt x="2857801" y="2445864"/>
                  </a:lnTo>
                  <a:lnTo>
                    <a:pt x="2857895" y="2445864"/>
                  </a:lnTo>
                  <a:lnTo>
                    <a:pt x="2857989" y="2445864"/>
                  </a:lnTo>
                  <a:lnTo>
                    <a:pt x="2858083" y="2445864"/>
                  </a:lnTo>
                  <a:lnTo>
                    <a:pt x="2858178" y="2445864"/>
                  </a:lnTo>
                  <a:lnTo>
                    <a:pt x="2858272" y="2445864"/>
                  </a:lnTo>
                  <a:lnTo>
                    <a:pt x="2858366" y="2445864"/>
                  </a:lnTo>
                  <a:lnTo>
                    <a:pt x="2858460" y="2445864"/>
                  </a:lnTo>
                  <a:lnTo>
                    <a:pt x="2858554" y="2445864"/>
                  </a:lnTo>
                  <a:lnTo>
                    <a:pt x="2858648" y="2445864"/>
                  </a:lnTo>
                  <a:lnTo>
                    <a:pt x="2858742" y="2445864"/>
                  </a:lnTo>
                  <a:lnTo>
                    <a:pt x="2858837" y="2445864"/>
                  </a:lnTo>
                  <a:lnTo>
                    <a:pt x="2858931" y="2445864"/>
                  </a:lnTo>
                  <a:lnTo>
                    <a:pt x="2859025" y="2445864"/>
                  </a:lnTo>
                  <a:lnTo>
                    <a:pt x="2859119" y="2445864"/>
                  </a:lnTo>
                  <a:lnTo>
                    <a:pt x="2859213" y="2445864"/>
                  </a:lnTo>
                  <a:lnTo>
                    <a:pt x="2859307" y="2445864"/>
                  </a:lnTo>
                  <a:lnTo>
                    <a:pt x="2859401" y="2445864"/>
                  </a:lnTo>
                  <a:lnTo>
                    <a:pt x="2859496" y="2445864"/>
                  </a:lnTo>
                  <a:lnTo>
                    <a:pt x="2859590" y="2445864"/>
                  </a:lnTo>
                  <a:lnTo>
                    <a:pt x="2859684" y="2445864"/>
                  </a:lnTo>
                  <a:lnTo>
                    <a:pt x="2859778" y="2445864"/>
                  </a:lnTo>
                  <a:lnTo>
                    <a:pt x="2859872" y="2445864"/>
                  </a:lnTo>
                  <a:lnTo>
                    <a:pt x="2859966" y="2445864"/>
                  </a:lnTo>
                  <a:lnTo>
                    <a:pt x="2860061" y="2445864"/>
                  </a:lnTo>
                  <a:lnTo>
                    <a:pt x="2860155" y="2445864"/>
                  </a:lnTo>
                  <a:lnTo>
                    <a:pt x="2860249" y="2445864"/>
                  </a:lnTo>
                  <a:lnTo>
                    <a:pt x="2860343" y="2445864"/>
                  </a:lnTo>
                  <a:lnTo>
                    <a:pt x="2860437" y="2445864"/>
                  </a:lnTo>
                  <a:lnTo>
                    <a:pt x="2860531" y="2445864"/>
                  </a:lnTo>
                  <a:lnTo>
                    <a:pt x="2860625" y="2445864"/>
                  </a:lnTo>
                  <a:lnTo>
                    <a:pt x="2860720" y="2445864"/>
                  </a:lnTo>
                  <a:lnTo>
                    <a:pt x="2860814" y="2445864"/>
                  </a:lnTo>
                  <a:lnTo>
                    <a:pt x="2860908" y="2445864"/>
                  </a:lnTo>
                  <a:lnTo>
                    <a:pt x="2861002" y="2445864"/>
                  </a:lnTo>
                  <a:lnTo>
                    <a:pt x="2861096" y="2445864"/>
                  </a:lnTo>
                  <a:lnTo>
                    <a:pt x="2861190" y="2445864"/>
                  </a:lnTo>
                  <a:lnTo>
                    <a:pt x="2861285" y="2445864"/>
                  </a:lnTo>
                  <a:lnTo>
                    <a:pt x="2861379" y="2445864"/>
                  </a:lnTo>
                  <a:lnTo>
                    <a:pt x="2861473" y="2445864"/>
                  </a:lnTo>
                  <a:lnTo>
                    <a:pt x="2861567" y="2445864"/>
                  </a:lnTo>
                  <a:lnTo>
                    <a:pt x="2861661" y="2445864"/>
                  </a:lnTo>
                  <a:lnTo>
                    <a:pt x="2861755" y="2445864"/>
                  </a:lnTo>
                  <a:lnTo>
                    <a:pt x="2861849" y="2445864"/>
                  </a:lnTo>
                  <a:lnTo>
                    <a:pt x="2861944" y="2445864"/>
                  </a:lnTo>
                  <a:lnTo>
                    <a:pt x="2862038" y="2445864"/>
                  </a:lnTo>
                  <a:lnTo>
                    <a:pt x="2862132" y="2445864"/>
                  </a:lnTo>
                  <a:lnTo>
                    <a:pt x="2862226" y="2445864"/>
                  </a:lnTo>
                  <a:lnTo>
                    <a:pt x="2862320" y="2445864"/>
                  </a:lnTo>
                  <a:lnTo>
                    <a:pt x="2862414" y="2445864"/>
                  </a:lnTo>
                  <a:lnTo>
                    <a:pt x="2862509" y="2445864"/>
                  </a:lnTo>
                  <a:lnTo>
                    <a:pt x="2862603" y="2445864"/>
                  </a:lnTo>
                  <a:lnTo>
                    <a:pt x="2862697" y="2445864"/>
                  </a:lnTo>
                  <a:lnTo>
                    <a:pt x="2862791" y="2445864"/>
                  </a:lnTo>
                  <a:lnTo>
                    <a:pt x="2862885" y="2445864"/>
                  </a:lnTo>
                  <a:lnTo>
                    <a:pt x="2862979" y="2445864"/>
                  </a:lnTo>
                  <a:lnTo>
                    <a:pt x="2863073" y="2445864"/>
                  </a:lnTo>
                  <a:lnTo>
                    <a:pt x="2863168" y="2445864"/>
                  </a:lnTo>
                  <a:lnTo>
                    <a:pt x="2863262" y="2445864"/>
                  </a:lnTo>
                  <a:lnTo>
                    <a:pt x="2863356" y="2445864"/>
                  </a:lnTo>
                  <a:lnTo>
                    <a:pt x="2863450" y="2445864"/>
                  </a:lnTo>
                  <a:lnTo>
                    <a:pt x="2863544" y="2445864"/>
                  </a:lnTo>
                  <a:lnTo>
                    <a:pt x="2863638" y="2445864"/>
                  </a:lnTo>
                  <a:lnTo>
                    <a:pt x="2863732" y="2445864"/>
                  </a:lnTo>
                  <a:lnTo>
                    <a:pt x="2863827" y="2445864"/>
                  </a:lnTo>
                  <a:lnTo>
                    <a:pt x="2863921" y="2445864"/>
                  </a:lnTo>
                  <a:lnTo>
                    <a:pt x="2864015" y="2445864"/>
                  </a:lnTo>
                  <a:lnTo>
                    <a:pt x="2864109" y="2445864"/>
                  </a:lnTo>
                  <a:lnTo>
                    <a:pt x="2864203" y="2445864"/>
                  </a:lnTo>
                  <a:lnTo>
                    <a:pt x="2864297" y="2445864"/>
                  </a:lnTo>
                  <a:lnTo>
                    <a:pt x="2864392" y="2445864"/>
                  </a:lnTo>
                  <a:lnTo>
                    <a:pt x="2864486" y="2445864"/>
                  </a:lnTo>
                  <a:lnTo>
                    <a:pt x="2864580" y="2445864"/>
                  </a:lnTo>
                  <a:lnTo>
                    <a:pt x="2864674" y="2445864"/>
                  </a:lnTo>
                  <a:lnTo>
                    <a:pt x="2864768" y="2445864"/>
                  </a:lnTo>
                  <a:lnTo>
                    <a:pt x="2864862" y="2445864"/>
                  </a:lnTo>
                  <a:lnTo>
                    <a:pt x="2864956" y="2445864"/>
                  </a:lnTo>
                  <a:lnTo>
                    <a:pt x="2865051" y="2445864"/>
                  </a:lnTo>
                  <a:lnTo>
                    <a:pt x="2865145" y="2445864"/>
                  </a:lnTo>
                  <a:lnTo>
                    <a:pt x="2865239" y="2445864"/>
                  </a:lnTo>
                  <a:lnTo>
                    <a:pt x="2865333" y="2445864"/>
                  </a:lnTo>
                  <a:lnTo>
                    <a:pt x="2865427" y="2445864"/>
                  </a:lnTo>
                  <a:lnTo>
                    <a:pt x="2865521" y="2445864"/>
                  </a:lnTo>
                  <a:lnTo>
                    <a:pt x="2865616" y="2445864"/>
                  </a:lnTo>
                  <a:lnTo>
                    <a:pt x="2865710" y="2445864"/>
                  </a:lnTo>
                  <a:lnTo>
                    <a:pt x="2865804" y="2445864"/>
                  </a:lnTo>
                  <a:lnTo>
                    <a:pt x="2865898" y="2445864"/>
                  </a:lnTo>
                  <a:lnTo>
                    <a:pt x="2865992" y="2445864"/>
                  </a:lnTo>
                  <a:lnTo>
                    <a:pt x="2866086" y="2445864"/>
                  </a:lnTo>
                  <a:lnTo>
                    <a:pt x="2866180" y="2445864"/>
                  </a:lnTo>
                  <a:lnTo>
                    <a:pt x="2866275" y="2445864"/>
                  </a:lnTo>
                  <a:lnTo>
                    <a:pt x="2866369" y="2445864"/>
                  </a:lnTo>
                  <a:lnTo>
                    <a:pt x="2866463" y="2445864"/>
                  </a:lnTo>
                  <a:lnTo>
                    <a:pt x="2866557" y="2445864"/>
                  </a:lnTo>
                  <a:lnTo>
                    <a:pt x="2866651" y="2445864"/>
                  </a:lnTo>
                  <a:lnTo>
                    <a:pt x="2866745" y="2445864"/>
                  </a:lnTo>
                  <a:lnTo>
                    <a:pt x="2866840" y="2445864"/>
                  </a:lnTo>
                  <a:lnTo>
                    <a:pt x="2866934" y="2445864"/>
                  </a:lnTo>
                  <a:lnTo>
                    <a:pt x="2867028" y="2445864"/>
                  </a:lnTo>
                  <a:lnTo>
                    <a:pt x="2867122" y="2445864"/>
                  </a:lnTo>
                  <a:lnTo>
                    <a:pt x="2867216" y="2445864"/>
                  </a:lnTo>
                  <a:lnTo>
                    <a:pt x="2867310" y="2445864"/>
                  </a:lnTo>
                  <a:lnTo>
                    <a:pt x="2867404" y="2445864"/>
                  </a:lnTo>
                  <a:lnTo>
                    <a:pt x="2867499" y="2445864"/>
                  </a:lnTo>
                  <a:lnTo>
                    <a:pt x="2867593" y="2445864"/>
                  </a:lnTo>
                  <a:lnTo>
                    <a:pt x="2867687" y="2445864"/>
                  </a:lnTo>
                  <a:lnTo>
                    <a:pt x="2867781" y="2445864"/>
                  </a:lnTo>
                  <a:lnTo>
                    <a:pt x="2867875" y="2445864"/>
                  </a:lnTo>
                  <a:lnTo>
                    <a:pt x="2867969" y="2445864"/>
                  </a:lnTo>
                  <a:lnTo>
                    <a:pt x="2868063" y="2445864"/>
                  </a:lnTo>
                  <a:lnTo>
                    <a:pt x="2868158" y="2445864"/>
                  </a:lnTo>
                  <a:lnTo>
                    <a:pt x="2868252" y="2445864"/>
                  </a:lnTo>
                  <a:lnTo>
                    <a:pt x="2868346" y="2445864"/>
                  </a:lnTo>
                  <a:lnTo>
                    <a:pt x="2868440" y="2445864"/>
                  </a:lnTo>
                  <a:lnTo>
                    <a:pt x="2868534" y="2445864"/>
                  </a:lnTo>
                  <a:lnTo>
                    <a:pt x="2868628" y="2445864"/>
                  </a:lnTo>
                  <a:lnTo>
                    <a:pt x="2868723" y="2445864"/>
                  </a:lnTo>
                  <a:lnTo>
                    <a:pt x="2868817" y="2445864"/>
                  </a:lnTo>
                  <a:lnTo>
                    <a:pt x="2868911" y="2445864"/>
                  </a:lnTo>
                  <a:lnTo>
                    <a:pt x="2869005" y="2445864"/>
                  </a:lnTo>
                  <a:lnTo>
                    <a:pt x="2869099" y="2445864"/>
                  </a:lnTo>
                  <a:lnTo>
                    <a:pt x="2869193" y="2445864"/>
                  </a:lnTo>
                  <a:lnTo>
                    <a:pt x="2869287" y="2445864"/>
                  </a:lnTo>
                  <a:lnTo>
                    <a:pt x="2869382" y="2445864"/>
                  </a:lnTo>
                  <a:lnTo>
                    <a:pt x="2869476" y="2445864"/>
                  </a:lnTo>
                  <a:lnTo>
                    <a:pt x="2869570" y="2445864"/>
                  </a:lnTo>
                  <a:lnTo>
                    <a:pt x="2869664" y="2445864"/>
                  </a:lnTo>
                  <a:lnTo>
                    <a:pt x="2869758" y="2445864"/>
                  </a:lnTo>
                  <a:lnTo>
                    <a:pt x="2869852" y="2445864"/>
                  </a:lnTo>
                  <a:lnTo>
                    <a:pt x="2869947" y="2445864"/>
                  </a:lnTo>
                  <a:lnTo>
                    <a:pt x="2870041" y="2445864"/>
                  </a:lnTo>
                  <a:lnTo>
                    <a:pt x="2870135" y="2445864"/>
                  </a:lnTo>
                  <a:lnTo>
                    <a:pt x="2870229" y="2445864"/>
                  </a:lnTo>
                  <a:lnTo>
                    <a:pt x="2870323" y="2445864"/>
                  </a:lnTo>
                  <a:lnTo>
                    <a:pt x="2870417" y="2445864"/>
                  </a:lnTo>
                  <a:lnTo>
                    <a:pt x="2870511" y="2445864"/>
                  </a:lnTo>
                  <a:lnTo>
                    <a:pt x="2870606" y="2445864"/>
                  </a:lnTo>
                  <a:lnTo>
                    <a:pt x="2870700" y="2445864"/>
                  </a:lnTo>
                  <a:lnTo>
                    <a:pt x="2870794" y="2445864"/>
                  </a:lnTo>
                  <a:lnTo>
                    <a:pt x="2870888" y="2445864"/>
                  </a:lnTo>
                  <a:lnTo>
                    <a:pt x="2870982" y="2445864"/>
                  </a:lnTo>
                  <a:lnTo>
                    <a:pt x="2871076" y="2445864"/>
                  </a:lnTo>
                  <a:lnTo>
                    <a:pt x="2871171" y="2445864"/>
                  </a:lnTo>
                  <a:lnTo>
                    <a:pt x="2871171" y="2440953"/>
                  </a:lnTo>
                  <a:lnTo>
                    <a:pt x="2871265" y="2440953"/>
                  </a:lnTo>
                  <a:lnTo>
                    <a:pt x="2871359" y="2440953"/>
                  </a:lnTo>
                  <a:lnTo>
                    <a:pt x="2871453" y="2440953"/>
                  </a:lnTo>
                  <a:lnTo>
                    <a:pt x="2871547" y="2440953"/>
                  </a:lnTo>
                  <a:lnTo>
                    <a:pt x="2871641" y="2440953"/>
                  </a:lnTo>
                  <a:lnTo>
                    <a:pt x="2871735" y="2440953"/>
                  </a:lnTo>
                  <a:lnTo>
                    <a:pt x="2871830" y="2440953"/>
                  </a:lnTo>
                  <a:lnTo>
                    <a:pt x="2871924" y="2440953"/>
                  </a:lnTo>
                  <a:lnTo>
                    <a:pt x="2872018" y="2440953"/>
                  </a:lnTo>
                  <a:lnTo>
                    <a:pt x="2872112" y="2440953"/>
                  </a:lnTo>
                  <a:lnTo>
                    <a:pt x="2872206" y="2440953"/>
                  </a:lnTo>
                  <a:lnTo>
                    <a:pt x="2872300" y="2440953"/>
                  </a:lnTo>
                  <a:lnTo>
                    <a:pt x="2872394" y="2440953"/>
                  </a:lnTo>
                  <a:lnTo>
                    <a:pt x="2872489" y="2440953"/>
                  </a:lnTo>
                  <a:lnTo>
                    <a:pt x="2872583" y="2440953"/>
                  </a:lnTo>
                  <a:lnTo>
                    <a:pt x="2872677" y="2440953"/>
                  </a:lnTo>
                  <a:lnTo>
                    <a:pt x="2872771" y="2440953"/>
                  </a:lnTo>
                  <a:lnTo>
                    <a:pt x="2872865" y="2440953"/>
                  </a:lnTo>
                  <a:lnTo>
                    <a:pt x="2872959" y="2440953"/>
                  </a:lnTo>
                  <a:lnTo>
                    <a:pt x="2873054" y="2440953"/>
                  </a:lnTo>
                  <a:lnTo>
                    <a:pt x="2873148" y="2440953"/>
                  </a:lnTo>
                  <a:lnTo>
                    <a:pt x="2873242" y="2440953"/>
                  </a:lnTo>
                  <a:lnTo>
                    <a:pt x="2873336" y="2440953"/>
                  </a:lnTo>
                  <a:lnTo>
                    <a:pt x="2873430" y="2440953"/>
                  </a:lnTo>
                  <a:lnTo>
                    <a:pt x="2873524" y="2440953"/>
                  </a:lnTo>
                  <a:lnTo>
                    <a:pt x="2873618" y="2440953"/>
                  </a:lnTo>
                  <a:lnTo>
                    <a:pt x="2873713" y="2440953"/>
                  </a:lnTo>
                  <a:lnTo>
                    <a:pt x="2873807" y="2440953"/>
                  </a:lnTo>
                  <a:lnTo>
                    <a:pt x="2873901" y="2440953"/>
                  </a:lnTo>
                  <a:lnTo>
                    <a:pt x="2873995" y="2440953"/>
                  </a:lnTo>
                  <a:lnTo>
                    <a:pt x="2874089" y="2440953"/>
                  </a:lnTo>
                  <a:lnTo>
                    <a:pt x="2874183" y="2440953"/>
                  </a:lnTo>
                  <a:lnTo>
                    <a:pt x="2874278" y="2440953"/>
                  </a:lnTo>
                  <a:lnTo>
                    <a:pt x="2874372" y="2440953"/>
                  </a:lnTo>
                  <a:lnTo>
                    <a:pt x="2874466" y="2440953"/>
                  </a:lnTo>
                  <a:lnTo>
                    <a:pt x="2874560" y="2440953"/>
                  </a:lnTo>
                  <a:lnTo>
                    <a:pt x="2874654" y="2440953"/>
                  </a:lnTo>
                  <a:lnTo>
                    <a:pt x="2874748" y="2440953"/>
                  </a:lnTo>
                  <a:lnTo>
                    <a:pt x="2874842" y="2440953"/>
                  </a:lnTo>
                  <a:lnTo>
                    <a:pt x="2874937" y="2440953"/>
                  </a:lnTo>
                  <a:lnTo>
                    <a:pt x="2875031" y="2440953"/>
                  </a:lnTo>
                  <a:lnTo>
                    <a:pt x="2875125" y="2440953"/>
                  </a:lnTo>
                  <a:lnTo>
                    <a:pt x="2875219" y="2440953"/>
                  </a:lnTo>
                  <a:lnTo>
                    <a:pt x="2875313" y="2440953"/>
                  </a:lnTo>
                  <a:lnTo>
                    <a:pt x="2875407" y="2440953"/>
                  </a:lnTo>
                  <a:lnTo>
                    <a:pt x="2875407" y="2436041"/>
                  </a:lnTo>
                  <a:lnTo>
                    <a:pt x="2875502" y="2436041"/>
                  </a:lnTo>
                  <a:lnTo>
                    <a:pt x="2875596" y="2436041"/>
                  </a:lnTo>
                  <a:lnTo>
                    <a:pt x="2875690" y="2436041"/>
                  </a:lnTo>
                  <a:lnTo>
                    <a:pt x="2875784" y="2436041"/>
                  </a:lnTo>
                  <a:lnTo>
                    <a:pt x="2875878" y="2436041"/>
                  </a:lnTo>
                  <a:lnTo>
                    <a:pt x="2875972" y="2436041"/>
                  </a:lnTo>
                  <a:lnTo>
                    <a:pt x="2876066" y="2436041"/>
                  </a:lnTo>
                  <a:lnTo>
                    <a:pt x="2876161" y="2436041"/>
                  </a:lnTo>
                  <a:lnTo>
                    <a:pt x="2876255" y="2436041"/>
                  </a:lnTo>
                  <a:lnTo>
                    <a:pt x="2876349" y="2436041"/>
                  </a:lnTo>
                  <a:lnTo>
                    <a:pt x="2876443" y="2436041"/>
                  </a:lnTo>
                  <a:lnTo>
                    <a:pt x="2876537" y="2436041"/>
                  </a:lnTo>
                  <a:lnTo>
                    <a:pt x="2876631" y="2436041"/>
                  </a:lnTo>
                  <a:lnTo>
                    <a:pt x="2876725" y="2436041"/>
                  </a:lnTo>
                  <a:lnTo>
                    <a:pt x="2876820" y="2436041"/>
                  </a:lnTo>
                  <a:lnTo>
                    <a:pt x="2876914" y="2436041"/>
                  </a:lnTo>
                  <a:lnTo>
                    <a:pt x="2877008" y="2436041"/>
                  </a:lnTo>
                  <a:lnTo>
                    <a:pt x="2877102" y="2436041"/>
                  </a:lnTo>
                  <a:lnTo>
                    <a:pt x="2877196" y="2436041"/>
                  </a:lnTo>
                  <a:lnTo>
                    <a:pt x="2877290" y="2436041"/>
                  </a:lnTo>
                  <a:lnTo>
                    <a:pt x="2877385" y="2436041"/>
                  </a:lnTo>
                  <a:lnTo>
                    <a:pt x="2877479" y="2436041"/>
                  </a:lnTo>
                  <a:lnTo>
                    <a:pt x="2877573" y="2436041"/>
                  </a:lnTo>
                  <a:lnTo>
                    <a:pt x="2877667" y="2436041"/>
                  </a:lnTo>
                  <a:lnTo>
                    <a:pt x="2877761" y="2436041"/>
                  </a:lnTo>
                  <a:lnTo>
                    <a:pt x="2877855" y="2436041"/>
                  </a:lnTo>
                  <a:lnTo>
                    <a:pt x="2877949" y="2436041"/>
                  </a:lnTo>
                  <a:lnTo>
                    <a:pt x="2878044" y="2436041"/>
                  </a:lnTo>
                  <a:lnTo>
                    <a:pt x="2878138" y="2436041"/>
                  </a:lnTo>
                  <a:lnTo>
                    <a:pt x="2878232" y="2436041"/>
                  </a:lnTo>
                  <a:lnTo>
                    <a:pt x="2878326" y="2436041"/>
                  </a:lnTo>
                  <a:lnTo>
                    <a:pt x="2878420" y="2436041"/>
                  </a:lnTo>
                  <a:lnTo>
                    <a:pt x="2878514" y="2436041"/>
                  </a:lnTo>
                  <a:lnTo>
                    <a:pt x="2878609" y="2436041"/>
                  </a:lnTo>
                  <a:lnTo>
                    <a:pt x="2878703" y="2436041"/>
                  </a:lnTo>
                  <a:lnTo>
                    <a:pt x="2878797" y="2436041"/>
                  </a:lnTo>
                  <a:lnTo>
                    <a:pt x="2878891" y="2436041"/>
                  </a:lnTo>
                  <a:lnTo>
                    <a:pt x="2878985" y="2436041"/>
                  </a:lnTo>
                  <a:lnTo>
                    <a:pt x="2879079" y="2436041"/>
                  </a:lnTo>
                  <a:lnTo>
                    <a:pt x="2879173" y="2436041"/>
                  </a:lnTo>
                  <a:lnTo>
                    <a:pt x="2879268" y="2436041"/>
                  </a:lnTo>
                  <a:lnTo>
                    <a:pt x="2879362" y="2436041"/>
                  </a:lnTo>
                  <a:lnTo>
                    <a:pt x="2879456" y="2436041"/>
                  </a:lnTo>
                  <a:lnTo>
                    <a:pt x="2879550" y="2436041"/>
                  </a:lnTo>
                  <a:lnTo>
                    <a:pt x="2879644" y="2436041"/>
                  </a:lnTo>
                  <a:lnTo>
                    <a:pt x="2879738" y="2436041"/>
                  </a:lnTo>
                  <a:lnTo>
                    <a:pt x="2879833" y="2436041"/>
                  </a:lnTo>
                  <a:lnTo>
                    <a:pt x="2879927" y="2436041"/>
                  </a:lnTo>
                  <a:lnTo>
                    <a:pt x="2880021" y="2436041"/>
                  </a:lnTo>
                  <a:lnTo>
                    <a:pt x="2880115" y="2436041"/>
                  </a:lnTo>
                  <a:lnTo>
                    <a:pt x="2880209" y="2436041"/>
                  </a:lnTo>
                  <a:lnTo>
                    <a:pt x="2880303" y="2436041"/>
                  </a:lnTo>
                  <a:lnTo>
                    <a:pt x="2880397" y="2436041"/>
                  </a:lnTo>
                  <a:lnTo>
                    <a:pt x="2880492" y="2436041"/>
                  </a:lnTo>
                  <a:lnTo>
                    <a:pt x="2880586" y="2436041"/>
                  </a:lnTo>
                  <a:lnTo>
                    <a:pt x="2880680" y="2436041"/>
                  </a:lnTo>
                  <a:lnTo>
                    <a:pt x="2880680" y="2431130"/>
                  </a:lnTo>
                  <a:lnTo>
                    <a:pt x="2880774" y="2431130"/>
                  </a:lnTo>
                  <a:lnTo>
                    <a:pt x="2880868" y="2431130"/>
                  </a:lnTo>
                  <a:lnTo>
                    <a:pt x="2880962" y="2431130"/>
                  </a:lnTo>
                  <a:lnTo>
                    <a:pt x="2881056" y="2431130"/>
                  </a:lnTo>
                  <a:lnTo>
                    <a:pt x="2881151" y="2431130"/>
                  </a:lnTo>
                  <a:lnTo>
                    <a:pt x="2881245" y="2431130"/>
                  </a:lnTo>
                  <a:lnTo>
                    <a:pt x="2881339" y="2431130"/>
                  </a:lnTo>
                  <a:lnTo>
                    <a:pt x="2881433" y="2431130"/>
                  </a:lnTo>
                  <a:lnTo>
                    <a:pt x="2881527" y="2431130"/>
                  </a:lnTo>
                  <a:lnTo>
                    <a:pt x="2881621" y="2431130"/>
                  </a:lnTo>
                  <a:lnTo>
                    <a:pt x="2881716" y="2431130"/>
                  </a:lnTo>
                  <a:lnTo>
                    <a:pt x="2881810" y="2431130"/>
                  </a:lnTo>
                  <a:lnTo>
                    <a:pt x="2881810" y="2426219"/>
                  </a:lnTo>
                  <a:lnTo>
                    <a:pt x="2881904" y="2426219"/>
                  </a:lnTo>
                  <a:lnTo>
                    <a:pt x="2881998" y="2426219"/>
                  </a:lnTo>
                  <a:lnTo>
                    <a:pt x="2882092" y="2426219"/>
                  </a:lnTo>
                  <a:lnTo>
                    <a:pt x="2882186" y="2426219"/>
                  </a:lnTo>
                  <a:lnTo>
                    <a:pt x="2882280" y="2426219"/>
                  </a:lnTo>
                  <a:lnTo>
                    <a:pt x="2882375" y="2426219"/>
                  </a:lnTo>
                  <a:lnTo>
                    <a:pt x="2882469" y="2426219"/>
                  </a:lnTo>
                  <a:lnTo>
                    <a:pt x="2882563" y="2426219"/>
                  </a:lnTo>
                  <a:lnTo>
                    <a:pt x="2882657" y="2426219"/>
                  </a:lnTo>
                  <a:lnTo>
                    <a:pt x="2882751" y="2426219"/>
                  </a:lnTo>
                  <a:lnTo>
                    <a:pt x="2882845" y="2426219"/>
                  </a:lnTo>
                  <a:lnTo>
                    <a:pt x="2882940" y="2426219"/>
                  </a:lnTo>
                  <a:lnTo>
                    <a:pt x="2883034" y="2426219"/>
                  </a:lnTo>
                  <a:lnTo>
                    <a:pt x="2883128" y="2426219"/>
                  </a:lnTo>
                  <a:lnTo>
                    <a:pt x="2883222" y="2426219"/>
                  </a:lnTo>
                  <a:lnTo>
                    <a:pt x="2883316" y="2426219"/>
                  </a:lnTo>
                  <a:lnTo>
                    <a:pt x="2883410" y="2426219"/>
                  </a:lnTo>
                  <a:lnTo>
                    <a:pt x="2883504" y="2426219"/>
                  </a:lnTo>
                  <a:lnTo>
                    <a:pt x="2883599" y="2426219"/>
                  </a:lnTo>
                  <a:lnTo>
                    <a:pt x="2883693" y="2426219"/>
                  </a:lnTo>
                  <a:lnTo>
                    <a:pt x="2883787" y="2426219"/>
                  </a:lnTo>
                  <a:lnTo>
                    <a:pt x="2883881" y="2426219"/>
                  </a:lnTo>
                  <a:lnTo>
                    <a:pt x="2883975" y="2426219"/>
                  </a:lnTo>
                  <a:lnTo>
                    <a:pt x="2884069" y="2426219"/>
                  </a:lnTo>
                  <a:lnTo>
                    <a:pt x="2884164" y="2426219"/>
                  </a:lnTo>
                  <a:lnTo>
                    <a:pt x="2884258" y="2426219"/>
                  </a:lnTo>
                  <a:lnTo>
                    <a:pt x="2884352" y="2426219"/>
                  </a:lnTo>
                  <a:lnTo>
                    <a:pt x="2884446" y="2426219"/>
                  </a:lnTo>
                  <a:lnTo>
                    <a:pt x="2884540" y="2426219"/>
                  </a:lnTo>
                  <a:lnTo>
                    <a:pt x="2884634" y="2426219"/>
                  </a:lnTo>
                  <a:lnTo>
                    <a:pt x="2884728" y="2426219"/>
                  </a:lnTo>
                  <a:lnTo>
                    <a:pt x="2884823" y="2426219"/>
                  </a:lnTo>
                  <a:lnTo>
                    <a:pt x="2884917" y="2426219"/>
                  </a:lnTo>
                  <a:lnTo>
                    <a:pt x="2885011" y="2426219"/>
                  </a:lnTo>
                  <a:lnTo>
                    <a:pt x="2885105" y="2426219"/>
                  </a:lnTo>
                  <a:lnTo>
                    <a:pt x="2885199" y="2426219"/>
                  </a:lnTo>
                  <a:lnTo>
                    <a:pt x="2885293" y="2426219"/>
                  </a:lnTo>
                  <a:lnTo>
                    <a:pt x="2885387" y="2426219"/>
                  </a:lnTo>
                  <a:lnTo>
                    <a:pt x="2885482" y="2426219"/>
                  </a:lnTo>
                  <a:lnTo>
                    <a:pt x="2885576" y="2426219"/>
                  </a:lnTo>
                  <a:lnTo>
                    <a:pt x="2885670" y="2426219"/>
                  </a:lnTo>
                  <a:lnTo>
                    <a:pt x="2885764" y="2426219"/>
                  </a:lnTo>
                  <a:lnTo>
                    <a:pt x="2885858" y="2426219"/>
                  </a:lnTo>
                  <a:lnTo>
                    <a:pt x="2885952" y="2426219"/>
                  </a:lnTo>
                  <a:lnTo>
                    <a:pt x="2886047" y="2426219"/>
                  </a:lnTo>
                  <a:lnTo>
                    <a:pt x="2886141" y="2426219"/>
                  </a:lnTo>
                  <a:lnTo>
                    <a:pt x="2886235" y="2426219"/>
                  </a:lnTo>
                  <a:lnTo>
                    <a:pt x="2886235" y="2421307"/>
                  </a:lnTo>
                  <a:lnTo>
                    <a:pt x="2886329" y="2421307"/>
                  </a:lnTo>
                  <a:lnTo>
                    <a:pt x="2886423" y="2421307"/>
                  </a:lnTo>
                  <a:lnTo>
                    <a:pt x="2886517" y="2421307"/>
                  </a:lnTo>
                  <a:lnTo>
                    <a:pt x="2886611" y="2421307"/>
                  </a:lnTo>
                  <a:lnTo>
                    <a:pt x="2886706" y="2421307"/>
                  </a:lnTo>
                  <a:lnTo>
                    <a:pt x="2886800" y="2421307"/>
                  </a:lnTo>
                  <a:lnTo>
                    <a:pt x="2886894" y="2421307"/>
                  </a:lnTo>
                  <a:lnTo>
                    <a:pt x="2886988" y="2421307"/>
                  </a:lnTo>
                  <a:lnTo>
                    <a:pt x="2887082" y="2421307"/>
                  </a:lnTo>
                  <a:lnTo>
                    <a:pt x="2887176" y="2421307"/>
                  </a:lnTo>
                  <a:lnTo>
                    <a:pt x="2887271" y="2421307"/>
                  </a:lnTo>
                  <a:lnTo>
                    <a:pt x="2887365" y="2421307"/>
                  </a:lnTo>
                  <a:lnTo>
                    <a:pt x="2887459" y="2421307"/>
                  </a:lnTo>
                  <a:lnTo>
                    <a:pt x="2887553" y="2421307"/>
                  </a:lnTo>
                  <a:lnTo>
                    <a:pt x="2887647" y="2421307"/>
                  </a:lnTo>
                  <a:lnTo>
                    <a:pt x="2887741" y="2421307"/>
                  </a:lnTo>
                  <a:lnTo>
                    <a:pt x="2887835" y="2421307"/>
                  </a:lnTo>
                  <a:lnTo>
                    <a:pt x="2887930" y="2421307"/>
                  </a:lnTo>
                  <a:lnTo>
                    <a:pt x="2888024" y="2421307"/>
                  </a:lnTo>
                  <a:lnTo>
                    <a:pt x="2888118" y="2421307"/>
                  </a:lnTo>
                  <a:lnTo>
                    <a:pt x="2888212" y="2421307"/>
                  </a:lnTo>
                  <a:lnTo>
                    <a:pt x="2888306" y="2421307"/>
                  </a:lnTo>
                  <a:lnTo>
                    <a:pt x="2888400" y="2421307"/>
                  </a:lnTo>
                  <a:lnTo>
                    <a:pt x="2888495" y="2421307"/>
                  </a:lnTo>
                  <a:lnTo>
                    <a:pt x="2888589" y="2421307"/>
                  </a:lnTo>
                  <a:lnTo>
                    <a:pt x="2888683" y="2421307"/>
                  </a:lnTo>
                  <a:lnTo>
                    <a:pt x="2888777" y="2421307"/>
                  </a:lnTo>
                  <a:lnTo>
                    <a:pt x="2888871" y="2421307"/>
                  </a:lnTo>
                  <a:lnTo>
                    <a:pt x="2888965" y="2421307"/>
                  </a:lnTo>
                  <a:lnTo>
                    <a:pt x="2889059" y="2421307"/>
                  </a:lnTo>
                  <a:lnTo>
                    <a:pt x="2889154" y="2421307"/>
                  </a:lnTo>
                  <a:lnTo>
                    <a:pt x="2889248" y="2421307"/>
                  </a:lnTo>
                  <a:lnTo>
                    <a:pt x="2889342" y="2421307"/>
                  </a:lnTo>
                  <a:lnTo>
                    <a:pt x="2889436" y="2421307"/>
                  </a:lnTo>
                  <a:lnTo>
                    <a:pt x="2889436" y="2416396"/>
                  </a:lnTo>
                  <a:lnTo>
                    <a:pt x="2889530" y="2416396"/>
                  </a:lnTo>
                  <a:lnTo>
                    <a:pt x="2889624" y="2416396"/>
                  </a:lnTo>
                  <a:lnTo>
                    <a:pt x="2889718" y="2416396"/>
                  </a:lnTo>
                  <a:lnTo>
                    <a:pt x="2889813" y="2416396"/>
                  </a:lnTo>
                  <a:lnTo>
                    <a:pt x="2889907" y="2416396"/>
                  </a:lnTo>
                  <a:lnTo>
                    <a:pt x="2890001" y="2416396"/>
                  </a:lnTo>
                  <a:lnTo>
                    <a:pt x="2890095" y="2416396"/>
                  </a:lnTo>
                  <a:lnTo>
                    <a:pt x="2890189" y="2416396"/>
                  </a:lnTo>
                  <a:lnTo>
                    <a:pt x="2890283" y="2416396"/>
                  </a:lnTo>
                  <a:lnTo>
                    <a:pt x="2890378" y="2416396"/>
                  </a:lnTo>
                  <a:lnTo>
                    <a:pt x="2890472" y="2416396"/>
                  </a:lnTo>
                  <a:lnTo>
                    <a:pt x="2890566" y="2416396"/>
                  </a:lnTo>
                  <a:lnTo>
                    <a:pt x="2890660" y="2416396"/>
                  </a:lnTo>
                  <a:lnTo>
                    <a:pt x="2890754" y="2416396"/>
                  </a:lnTo>
                  <a:lnTo>
                    <a:pt x="2890848" y="2416396"/>
                  </a:lnTo>
                  <a:lnTo>
                    <a:pt x="2890942" y="2416396"/>
                  </a:lnTo>
                  <a:lnTo>
                    <a:pt x="2891037" y="2416396"/>
                  </a:lnTo>
                  <a:lnTo>
                    <a:pt x="2891131" y="2416396"/>
                  </a:lnTo>
                  <a:lnTo>
                    <a:pt x="2891225" y="2416396"/>
                  </a:lnTo>
                  <a:lnTo>
                    <a:pt x="2891319" y="2416396"/>
                  </a:lnTo>
                  <a:lnTo>
                    <a:pt x="2891413" y="2416396"/>
                  </a:lnTo>
                  <a:lnTo>
                    <a:pt x="2891507" y="2416396"/>
                  </a:lnTo>
                  <a:lnTo>
                    <a:pt x="2891602" y="2416396"/>
                  </a:lnTo>
                  <a:lnTo>
                    <a:pt x="2891696" y="2416396"/>
                  </a:lnTo>
                  <a:lnTo>
                    <a:pt x="2891790" y="2416396"/>
                  </a:lnTo>
                  <a:lnTo>
                    <a:pt x="2891884" y="2416396"/>
                  </a:lnTo>
                  <a:lnTo>
                    <a:pt x="2891978" y="2416396"/>
                  </a:lnTo>
                  <a:lnTo>
                    <a:pt x="2892072" y="2416396"/>
                  </a:lnTo>
                  <a:lnTo>
                    <a:pt x="2892166" y="2416396"/>
                  </a:lnTo>
                  <a:lnTo>
                    <a:pt x="2892261" y="2416396"/>
                  </a:lnTo>
                  <a:lnTo>
                    <a:pt x="2892355" y="2416396"/>
                  </a:lnTo>
                  <a:lnTo>
                    <a:pt x="2892449" y="2416396"/>
                  </a:lnTo>
                  <a:lnTo>
                    <a:pt x="2892543" y="2416396"/>
                  </a:lnTo>
                  <a:lnTo>
                    <a:pt x="2892637" y="2416396"/>
                  </a:lnTo>
                  <a:lnTo>
                    <a:pt x="2892731" y="2416396"/>
                  </a:lnTo>
                  <a:lnTo>
                    <a:pt x="2892826" y="2416396"/>
                  </a:lnTo>
                  <a:lnTo>
                    <a:pt x="2892920" y="2416396"/>
                  </a:lnTo>
                  <a:lnTo>
                    <a:pt x="2893014" y="2416396"/>
                  </a:lnTo>
                  <a:lnTo>
                    <a:pt x="2893108" y="2416396"/>
                  </a:lnTo>
                  <a:lnTo>
                    <a:pt x="2893202" y="2416396"/>
                  </a:lnTo>
                  <a:lnTo>
                    <a:pt x="2893296" y="2416396"/>
                  </a:lnTo>
                  <a:lnTo>
                    <a:pt x="2893390" y="2416396"/>
                  </a:lnTo>
                  <a:lnTo>
                    <a:pt x="2893485" y="2416396"/>
                  </a:lnTo>
                  <a:lnTo>
                    <a:pt x="2893579" y="2416396"/>
                  </a:lnTo>
                  <a:lnTo>
                    <a:pt x="2893673" y="2416396"/>
                  </a:lnTo>
                  <a:lnTo>
                    <a:pt x="2893767" y="2416396"/>
                  </a:lnTo>
                  <a:lnTo>
                    <a:pt x="2893861" y="2416396"/>
                  </a:lnTo>
                  <a:lnTo>
                    <a:pt x="2893955" y="2416396"/>
                  </a:lnTo>
                  <a:lnTo>
                    <a:pt x="2894049" y="2416396"/>
                  </a:lnTo>
                  <a:lnTo>
                    <a:pt x="2894144" y="2416396"/>
                  </a:lnTo>
                  <a:lnTo>
                    <a:pt x="2894144" y="2411485"/>
                  </a:lnTo>
                  <a:lnTo>
                    <a:pt x="2894238" y="2411485"/>
                  </a:lnTo>
                  <a:lnTo>
                    <a:pt x="2894332" y="2411485"/>
                  </a:lnTo>
                  <a:lnTo>
                    <a:pt x="2894426" y="2411485"/>
                  </a:lnTo>
                  <a:lnTo>
                    <a:pt x="2894426" y="2406573"/>
                  </a:lnTo>
                  <a:lnTo>
                    <a:pt x="2894520" y="2406573"/>
                  </a:lnTo>
                  <a:lnTo>
                    <a:pt x="2894614" y="2406573"/>
                  </a:lnTo>
                  <a:lnTo>
                    <a:pt x="2894709" y="2406573"/>
                  </a:lnTo>
                  <a:lnTo>
                    <a:pt x="2894803" y="2406573"/>
                  </a:lnTo>
                  <a:lnTo>
                    <a:pt x="2894897" y="2406573"/>
                  </a:lnTo>
                  <a:lnTo>
                    <a:pt x="2894991" y="2406573"/>
                  </a:lnTo>
                  <a:lnTo>
                    <a:pt x="2895085" y="2406573"/>
                  </a:lnTo>
                  <a:lnTo>
                    <a:pt x="2895179" y="2406573"/>
                  </a:lnTo>
                  <a:lnTo>
                    <a:pt x="2895273" y="2406573"/>
                  </a:lnTo>
                  <a:lnTo>
                    <a:pt x="2895368" y="2406573"/>
                  </a:lnTo>
                  <a:lnTo>
                    <a:pt x="2895462" y="2406573"/>
                  </a:lnTo>
                  <a:lnTo>
                    <a:pt x="2895556" y="2406573"/>
                  </a:lnTo>
                  <a:lnTo>
                    <a:pt x="2895650" y="2406573"/>
                  </a:lnTo>
                  <a:lnTo>
                    <a:pt x="2895744" y="2406573"/>
                  </a:lnTo>
                  <a:lnTo>
                    <a:pt x="2895838" y="2406573"/>
                  </a:lnTo>
                  <a:lnTo>
                    <a:pt x="2895933" y="2406573"/>
                  </a:lnTo>
                  <a:lnTo>
                    <a:pt x="2896027" y="2406573"/>
                  </a:lnTo>
                  <a:lnTo>
                    <a:pt x="2896121" y="2406573"/>
                  </a:lnTo>
                  <a:lnTo>
                    <a:pt x="2896215" y="2406573"/>
                  </a:lnTo>
                  <a:lnTo>
                    <a:pt x="2896309" y="2406573"/>
                  </a:lnTo>
                  <a:lnTo>
                    <a:pt x="2896403" y="2406573"/>
                  </a:lnTo>
                  <a:lnTo>
                    <a:pt x="2896497" y="2406573"/>
                  </a:lnTo>
                  <a:lnTo>
                    <a:pt x="2896592" y="2406573"/>
                  </a:lnTo>
                  <a:lnTo>
                    <a:pt x="2896686" y="2406573"/>
                  </a:lnTo>
                  <a:lnTo>
                    <a:pt x="2896780" y="2406573"/>
                  </a:lnTo>
                  <a:lnTo>
                    <a:pt x="2896874" y="2406573"/>
                  </a:lnTo>
                  <a:lnTo>
                    <a:pt x="2896968" y="2406573"/>
                  </a:lnTo>
                  <a:lnTo>
                    <a:pt x="2897062" y="2406573"/>
                  </a:lnTo>
                  <a:lnTo>
                    <a:pt x="2897157" y="2406573"/>
                  </a:lnTo>
                  <a:lnTo>
                    <a:pt x="2897251" y="2406573"/>
                  </a:lnTo>
                  <a:lnTo>
                    <a:pt x="2897345" y="2406573"/>
                  </a:lnTo>
                  <a:lnTo>
                    <a:pt x="2897439" y="2406573"/>
                  </a:lnTo>
                  <a:lnTo>
                    <a:pt x="2897533" y="2406573"/>
                  </a:lnTo>
                  <a:lnTo>
                    <a:pt x="2897627" y="2406573"/>
                  </a:lnTo>
                  <a:lnTo>
                    <a:pt x="2897721" y="2406573"/>
                  </a:lnTo>
                  <a:lnTo>
                    <a:pt x="2897816" y="2406573"/>
                  </a:lnTo>
                  <a:lnTo>
                    <a:pt x="2897910" y="2406573"/>
                  </a:lnTo>
                  <a:lnTo>
                    <a:pt x="2898004" y="2406573"/>
                  </a:lnTo>
                  <a:lnTo>
                    <a:pt x="2898098" y="2406573"/>
                  </a:lnTo>
                  <a:lnTo>
                    <a:pt x="2898192" y="2406573"/>
                  </a:lnTo>
                  <a:lnTo>
                    <a:pt x="2898286" y="2406573"/>
                  </a:lnTo>
                  <a:lnTo>
                    <a:pt x="2898380" y="2406573"/>
                  </a:lnTo>
                  <a:lnTo>
                    <a:pt x="2898475" y="2406573"/>
                  </a:lnTo>
                  <a:lnTo>
                    <a:pt x="2898569" y="2406573"/>
                  </a:lnTo>
                  <a:lnTo>
                    <a:pt x="2898663" y="2406573"/>
                  </a:lnTo>
                  <a:lnTo>
                    <a:pt x="2898757" y="2406573"/>
                  </a:lnTo>
                  <a:lnTo>
                    <a:pt x="2898851" y="2406573"/>
                  </a:lnTo>
                  <a:lnTo>
                    <a:pt x="2898945" y="2406573"/>
                  </a:lnTo>
                  <a:lnTo>
                    <a:pt x="2899040" y="2406573"/>
                  </a:lnTo>
                  <a:lnTo>
                    <a:pt x="2899134" y="2406573"/>
                  </a:lnTo>
                  <a:lnTo>
                    <a:pt x="2899228" y="2406573"/>
                  </a:lnTo>
                  <a:lnTo>
                    <a:pt x="2899322" y="2406573"/>
                  </a:lnTo>
                  <a:lnTo>
                    <a:pt x="2899416" y="2406573"/>
                  </a:lnTo>
                  <a:lnTo>
                    <a:pt x="2899510" y="2406573"/>
                  </a:lnTo>
                  <a:lnTo>
                    <a:pt x="2899604" y="2406573"/>
                  </a:lnTo>
                  <a:lnTo>
                    <a:pt x="2899699" y="2406573"/>
                  </a:lnTo>
                  <a:lnTo>
                    <a:pt x="2899793" y="2406573"/>
                  </a:lnTo>
                  <a:lnTo>
                    <a:pt x="2899887" y="2406573"/>
                  </a:lnTo>
                  <a:lnTo>
                    <a:pt x="2899981" y="2406573"/>
                  </a:lnTo>
                  <a:lnTo>
                    <a:pt x="2900075" y="2406573"/>
                  </a:lnTo>
                  <a:lnTo>
                    <a:pt x="2900169" y="2406573"/>
                  </a:lnTo>
                  <a:lnTo>
                    <a:pt x="2900264" y="2406573"/>
                  </a:lnTo>
                  <a:lnTo>
                    <a:pt x="2900358" y="2406573"/>
                  </a:lnTo>
                  <a:lnTo>
                    <a:pt x="2900452" y="2406573"/>
                  </a:lnTo>
                  <a:lnTo>
                    <a:pt x="2900546" y="2406573"/>
                  </a:lnTo>
                  <a:lnTo>
                    <a:pt x="2900640" y="2406573"/>
                  </a:lnTo>
                  <a:lnTo>
                    <a:pt x="2900734" y="2406573"/>
                  </a:lnTo>
                  <a:lnTo>
                    <a:pt x="2900828" y="2406573"/>
                  </a:lnTo>
                  <a:lnTo>
                    <a:pt x="2900923" y="2406573"/>
                  </a:lnTo>
                  <a:lnTo>
                    <a:pt x="2901017" y="2406573"/>
                  </a:lnTo>
                  <a:lnTo>
                    <a:pt x="2901111" y="2406573"/>
                  </a:lnTo>
                  <a:lnTo>
                    <a:pt x="2901205" y="2406573"/>
                  </a:lnTo>
                  <a:lnTo>
                    <a:pt x="2901299" y="2406573"/>
                  </a:lnTo>
                  <a:lnTo>
                    <a:pt x="2901393" y="2406573"/>
                  </a:lnTo>
                  <a:lnTo>
                    <a:pt x="2901488" y="2406573"/>
                  </a:lnTo>
                  <a:lnTo>
                    <a:pt x="2901582" y="2406573"/>
                  </a:lnTo>
                  <a:lnTo>
                    <a:pt x="2901676" y="2406573"/>
                  </a:lnTo>
                  <a:lnTo>
                    <a:pt x="2901770" y="2406573"/>
                  </a:lnTo>
                  <a:lnTo>
                    <a:pt x="2901864" y="2406573"/>
                  </a:lnTo>
                  <a:lnTo>
                    <a:pt x="2901958" y="2406573"/>
                  </a:lnTo>
                  <a:lnTo>
                    <a:pt x="2902052" y="2406573"/>
                  </a:lnTo>
                  <a:lnTo>
                    <a:pt x="2902147" y="2406573"/>
                  </a:lnTo>
                  <a:lnTo>
                    <a:pt x="2902241" y="2406573"/>
                  </a:lnTo>
                  <a:lnTo>
                    <a:pt x="2902241" y="2401662"/>
                  </a:lnTo>
                  <a:lnTo>
                    <a:pt x="2902335" y="2401662"/>
                  </a:lnTo>
                  <a:lnTo>
                    <a:pt x="2902429" y="2401662"/>
                  </a:lnTo>
                  <a:lnTo>
                    <a:pt x="2902523" y="2401662"/>
                  </a:lnTo>
                  <a:lnTo>
                    <a:pt x="2902617" y="2401662"/>
                  </a:lnTo>
                  <a:lnTo>
                    <a:pt x="2902711" y="2401662"/>
                  </a:lnTo>
                  <a:lnTo>
                    <a:pt x="2902806" y="2401662"/>
                  </a:lnTo>
                  <a:lnTo>
                    <a:pt x="2902900" y="2401662"/>
                  </a:lnTo>
                  <a:lnTo>
                    <a:pt x="2902994" y="2401662"/>
                  </a:lnTo>
                  <a:lnTo>
                    <a:pt x="2903088" y="2401662"/>
                  </a:lnTo>
                  <a:lnTo>
                    <a:pt x="2903182" y="2401662"/>
                  </a:lnTo>
                  <a:lnTo>
                    <a:pt x="2903276" y="2401662"/>
                  </a:lnTo>
                  <a:lnTo>
                    <a:pt x="2903371" y="2401662"/>
                  </a:lnTo>
                  <a:lnTo>
                    <a:pt x="2903465" y="2401662"/>
                  </a:lnTo>
                  <a:lnTo>
                    <a:pt x="2903559" y="2401662"/>
                  </a:lnTo>
                  <a:lnTo>
                    <a:pt x="2903653" y="2401662"/>
                  </a:lnTo>
                  <a:lnTo>
                    <a:pt x="2903747" y="2401662"/>
                  </a:lnTo>
                  <a:lnTo>
                    <a:pt x="2903841" y="2401662"/>
                  </a:lnTo>
                  <a:lnTo>
                    <a:pt x="2903935" y="2401662"/>
                  </a:lnTo>
                  <a:lnTo>
                    <a:pt x="2904030" y="2401662"/>
                  </a:lnTo>
                  <a:lnTo>
                    <a:pt x="2904124" y="2401662"/>
                  </a:lnTo>
                  <a:lnTo>
                    <a:pt x="2904218" y="2401662"/>
                  </a:lnTo>
                  <a:lnTo>
                    <a:pt x="2904312" y="2401662"/>
                  </a:lnTo>
                  <a:lnTo>
                    <a:pt x="2904406" y="2401662"/>
                  </a:lnTo>
                  <a:lnTo>
                    <a:pt x="2904500" y="2401662"/>
                  </a:lnTo>
                  <a:lnTo>
                    <a:pt x="2904595" y="2401662"/>
                  </a:lnTo>
                  <a:lnTo>
                    <a:pt x="2904689" y="2401662"/>
                  </a:lnTo>
                  <a:lnTo>
                    <a:pt x="2904783" y="2401662"/>
                  </a:lnTo>
                  <a:lnTo>
                    <a:pt x="2904877" y="2401662"/>
                  </a:lnTo>
                  <a:lnTo>
                    <a:pt x="2904971" y="2401662"/>
                  </a:lnTo>
                  <a:lnTo>
                    <a:pt x="2905065" y="2401662"/>
                  </a:lnTo>
                  <a:lnTo>
                    <a:pt x="2905159" y="2401662"/>
                  </a:lnTo>
                  <a:lnTo>
                    <a:pt x="2905254" y="2401662"/>
                  </a:lnTo>
                  <a:lnTo>
                    <a:pt x="2905348" y="2401662"/>
                  </a:lnTo>
                  <a:lnTo>
                    <a:pt x="2905442" y="2401662"/>
                  </a:lnTo>
                  <a:lnTo>
                    <a:pt x="2905536" y="2401662"/>
                  </a:lnTo>
                  <a:lnTo>
                    <a:pt x="2905630" y="2401662"/>
                  </a:lnTo>
                  <a:lnTo>
                    <a:pt x="2905724" y="2401662"/>
                  </a:lnTo>
                  <a:lnTo>
                    <a:pt x="2905819" y="2401662"/>
                  </a:lnTo>
                  <a:lnTo>
                    <a:pt x="2905913" y="2401662"/>
                  </a:lnTo>
                  <a:lnTo>
                    <a:pt x="2906007" y="2401662"/>
                  </a:lnTo>
                  <a:lnTo>
                    <a:pt x="2906101" y="2401662"/>
                  </a:lnTo>
                  <a:lnTo>
                    <a:pt x="2906195" y="2401662"/>
                  </a:lnTo>
                  <a:lnTo>
                    <a:pt x="2906289" y="2401662"/>
                  </a:lnTo>
                  <a:lnTo>
                    <a:pt x="2906383" y="2401662"/>
                  </a:lnTo>
                  <a:lnTo>
                    <a:pt x="2906478" y="2401662"/>
                  </a:lnTo>
                  <a:lnTo>
                    <a:pt x="2906572" y="2401662"/>
                  </a:lnTo>
                  <a:lnTo>
                    <a:pt x="2906666" y="2401662"/>
                  </a:lnTo>
                  <a:lnTo>
                    <a:pt x="2906760" y="2401662"/>
                  </a:lnTo>
                  <a:lnTo>
                    <a:pt x="2906854" y="2401662"/>
                  </a:lnTo>
                  <a:lnTo>
                    <a:pt x="2906948" y="2401662"/>
                  </a:lnTo>
                  <a:lnTo>
                    <a:pt x="2907042" y="2401662"/>
                  </a:lnTo>
                  <a:lnTo>
                    <a:pt x="2907137" y="2401662"/>
                  </a:lnTo>
                  <a:lnTo>
                    <a:pt x="2907231" y="2401662"/>
                  </a:lnTo>
                  <a:lnTo>
                    <a:pt x="2907325" y="2401662"/>
                  </a:lnTo>
                  <a:lnTo>
                    <a:pt x="2907419" y="2401662"/>
                  </a:lnTo>
                  <a:lnTo>
                    <a:pt x="2907513" y="2401662"/>
                  </a:lnTo>
                  <a:lnTo>
                    <a:pt x="2907607" y="2401662"/>
                  </a:lnTo>
                  <a:lnTo>
                    <a:pt x="2907702" y="2401662"/>
                  </a:lnTo>
                  <a:lnTo>
                    <a:pt x="2907796" y="2401662"/>
                  </a:lnTo>
                  <a:lnTo>
                    <a:pt x="2907890" y="2401662"/>
                  </a:lnTo>
                  <a:lnTo>
                    <a:pt x="2907984" y="2401662"/>
                  </a:lnTo>
                  <a:lnTo>
                    <a:pt x="2908078" y="2401662"/>
                  </a:lnTo>
                  <a:lnTo>
                    <a:pt x="2908172" y="2401662"/>
                  </a:lnTo>
                  <a:lnTo>
                    <a:pt x="2908266" y="2401662"/>
                  </a:lnTo>
                  <a:lnTo>
                    <a:pt x="2908361" y="2401662"/>
                  </a:lnTo>
                  <a:lnTo>
                    <a:pt x="2908455" y="2401662"/>
                  </a:lnTo>
                  <a:lnTo>
                    <a:pt x="2908549" y="2401662"/>
                  </a:lnTo>
                  <a:lnTo>
                    <a:pt x="2908643" y="2401662"/>
                  </a:lnTo>
                  <a:lnTo>
                    <a:pt x="2908737" y="2401662"/>
                  </a:lnTo>
                  <a:lnTo>
                    <a:pt x="2908831" y="2401662"/>
                  </a:lnTo>
                  <a:lnTo>
                    <a:pt x="2908926" y="2401662"/>
                  </a:lnTo>
                  <a:lnTo>
                    <a:pt x="2909020" y="2401662"/>
                  </a:lnTo>
                  <a:lnTo>
                    <a:pt x="2909114" y="2401662"/>
                  </a:lnTo>
                  <a:lnTo>
                    <a:pt x="2909208" y="2401662"/>
                  </a:lnTo>
                  <a:lnTo>
                    <a:pt x="2909302" y="2401662"/>
                  </a:lnTo>
                  <a:lnTo>
                    <a:pt x="2909396" y="2401662"/>
                  </a:lnTo>
                  <a:lnTo>
                    <a:pt x="2909490" y="2401662"/>
                  </a:lnTo>
                  <a:lnTo>
                    <a:pt x="2909585" y="2401662"/>
                  </a:lnTo>
                  <a:lnTo>
                    <a:pt x="2909679" y="2401662"/>
                  </a:lnTo>
                  <a:lnTo>
                    <a:pt x="2909773" y="2401662"/>
                  </a:lnTo>
                  <a:lnTo>
                    <a:pt x="2909867" y="2401662"/>
                  </a:lnTo>
                  <a:lnTo>
                    <a:pt x="2909961" y="2401662"/>
                  </a:lnTo>
                  <a:lnTo>
                    <a:pt x="2910055" y="2401662"/>
                  </a:lnTo>
                  <a:lnTo>
                    <a:pt x="2910150" y="2401662"/>
                  </a:lnTo>
                  <a:lnTo>
                    <a:pt x="2910244" y="2401662"/>
                  </a:lnTo>
                  <a:lnTo>
                    <a:pt x="2910338" y="2401662"/>
                  </a:lnTo>
                  <a:lnTo>
                    <a:pt x="2910432" y="2401662"/>
                  </a:lnTo>
                  <a:lnTo>
                    <a:pt x="2910526" y="2401662"/>
                  </a:lnTo>
                  <a:lnTo>
                    <a:pt x="2910620" y="2401662"/>
                  </a:lnTo>
                  <a:lnTo>
                    <a:pt x="2910714" y="2401662"/>
                  </a:lnTo>
                  <a:lnTo>
                    <a:pt x="2910809" y="2401662"/>
                  </a:lnTo>
                  <a:lnTo>
                    <a:pt x="2910903" y="2401662"/>
                  </a:lnTo>
                  <a:lnTo>
                    <a:pt x="2910903" y="2396750"/>
                  </a:lnTo>
                  <a:lnTo>
                    <a:pt x="2910997" y="2396750"/>
                  </a:lnTo>
                  <a:lnTo>
                    <a:pt x="2911091" y="2396750"/>
                  </a:lnTo>
                  <a:lnTo>
                    <a:pt x="2911185" y="2396750"/>
                  </a:lnTo>
                  <a:lnTo>
                    <a:pt x="2911279" y="2396750"/>
                  </a:lnTo>
                  <a:lnTo>
                    <a:pt x="2911373" y="2396750"/>
                  </a:lnTo>
                  <a:lnTo>
                    <a:pt x="2911468" y="2396750"/>
                  </a:lnTo>
                  <a:lnTo>
                    <a:pt x="2911562" y="2396750"/>
                  </a:lnTo>
                  <a:lnTo>
                    <a:pt x="2911656" y="2396750"/>
                  </a:lnTo>
                  <a:lnTo>
                    <a:pt x="2911750" y="2396750"/>
                  </a:lnTo>
                  <a:lnTo>
                    <a:pt x="2911844" y="2396750"/>
                  </a:lnTo>
                  <a:lnTo>
                    <a:pt x="2911938" y="2396750"/>
                  </a:lnTo>
                  <a:lnTo>
                    <a:pt x="2912033" y="2396750"/>
                  </a:lnTo>
                  <a:lnTo>
                    <a:pt x="2912127" y="2396750"/>
                  </a:lnTo>
                  <a:lnTo>
                    <a:pt x="2912221" y="2396750"/>
                  </a:lnTo>
                  <a:lnTo>
                    <a:pt x="2912315" y="2396750"/>
                  </a:lnTo>
                  <a:lnTo>
                    <a:pt x="2912409" y="2396750"/>
                  </a:lnTo>
                  <a:lnTo>
                    <a:pt x="2912503" y="2396750"/>
                  </a:lnTo>
                  <a:lnTo>
                    <a:pt x="2912597" y="2396750"/>
                  </a:lnTo>
                  <a:lnTo>
                    <a:pt x="2912692" y="2396750"/>
                  </a:lnTo>
                  <a:lnTo>
                    <a:pt x="2912786" y="2396750"/>
                  </a:lnTo>
                  <a:lnTo>
                    <a:pt x="2912880" y="2396750"/>
                  </a:lnTo>
                  <a:lnTo>
                    <a:pt x="2912974" y="2396750"/>
                  </a:lnTo>
                  <a:lnTo>
                    <a:pt x="2913068" y="2396750"/>
                  </a:lnTo>
                  <a:lnTo>
                    <a:pt x="2913162" y="2396750"/>
                  </a:lnTo>
                  <a:lnTo>
                    <a:pt x="2913257" y="2396750"/>
                  </a:lnTo>
                  <a:lnTo>
                    <a:pt x="2913351" y="2396750"/>
                  </a:lnTo>
                  <a:lnTo>
                    <a:pt x="2913445" y="2396750"/>
                  </a:lnTo>
                  <a:lnTo>
                    <a:pt x="2913539" y="2396750"/>
                  </a:lnTo>
                  <a:lnTo>
                    <a:pt x="2913633" y="2396750"/>
                  </a:lnTo>
                  <a:lnTo>
                    <a:pt x="2913727" y="2396750"/>
                  </a:lnTo>
                  <a:lnTo>
                    <a:pt x="2913821" y="2396750"/>
                  </a:lnTo>
                  <a:lnTo>
                    <a:pt x="2913916" y="2396750"/>
                  </a:lnTo>
                  <a:lnTo>
                    <a:pt x="2914010" y="2396750"/>
                  </a:lnTo>
                  <a:lnTo>
                    <a:pt x="2914104" y="2396750"/>
                  </a:lnTo>
                  <a:lnTo>
                    <a:pt x="2914198" y="2396750"/>
                  </a:lnTo>
                  <a:lnTo>
                    <a:pt x="2914292" y="2396750"/>
                  </a:lnTo>
                  <a:lnTo>
                    <a:pt x="2914386" y="2396750"/>
                  </a:lnTo>
                  <a:lnTo>
                    <a:pt x="2914481" y="2396750"/>
                  </a:lnTo>
                  <a:lnTo>
                    <a:pt x="2914575" y="2396750"/>
                  </a:lnTo>
                  <a:lnTo>
                    <a:pt x="2914669" y="2396750"/>
                  </a:lnTo>
                  <a:lnTo>
                    <a:pt x="2914763" y="2396750"/>
                  </a:lnTo>
                  <a:lnTo>
                    <a:pt x="2914857" y="2396750"/>
                  </a:lnTo>
                  <a:lnTo>
                    <a:pt x="2914951" y="2396750"/>
                  </a:lnTo>
                  <a:lnTo>
                    <a:pt x="2915045" y="2396750"/>
                  </a:lnTo>
                  <a:lnTo>
                    <a:pt x="2915140" y="2396750"/>
                  </a:lnTo>
                  <a:lnTo>
                    <a:pt x="2915234" y="2396750"/>
                  </a:lnTo>
                  <a:lnTo>
                    <a:pt x="2915328" y="2396750"/>
                  </a:lnTo>
                  <a:lnTo>
                    <a:pt x="2915422" y="2396750"/>
                  </a:lnTo>
                  <a:lnTo>
                    <a:pt x="2915516" y="2396750"/>
                  </a:lnTo>
                  <a:lnTo>
                    <a:pt x="2915610" y="2396750"/>
                  </a:lnTo>
                  <a:lnTo>
                    <a:pt x="2915704" y="2396750"/>
                  </a:lnTo>
                  <a:lnTo>
                    <a:pt x="2915799" y="2396750"/>
                  </a:lnTo>
                  <a:lnTo>
                    <a:pt x="2915893" y="2396750"/>
                  </a:lnTo>
                  <a:lnTo>
                    <a:pt x="2915987" y="2396750"/>
                  </a:lnTo>
                  <a:lnTo>
                    <a:pt x="2916081" y="2396750"/>
                  </a:lnTo>
                  <a:lnTo>
                    <a:pt x="2916175" y="2396750"/>
                  </a:lnTo>
                  <a:lnTo>
                    <a:pt x="2916269" y="2396750"/>
                  </a:lnTo>
                  <a:lnTo>
                    <a:pt x="2916364" y="2396750"/>
                  </a:lnTo>
                  <a:lnTo>
                    <a:pt x="2916458" y="2396750"/>
                  </a:lnTo>
                  <a:lnTo>
                    <a:pt x="2916552" y="2396750"/>
                  </a:lnTo>
                  <a:lnTo>
                    <a:pt x="2916646" y="2396750"/>
                  </a:lnTo>
                  <a:lnTo>
                    <a:pt x="2916740" y="2396750"/>
                  </a:lnTo>
                  <a:lnTo>
                    <a:pt x="2916834" y="2396750"/>
                  </a:lnTo>
                  <a:lnTo>
                    <a:pt x="2916928" y="2396750"/>
                  </a:lnTo>
                  <a:lnTo>
                    <a:pt x="2917023" y="2396750"/>
                  </a:lnTo>
                  <a:lnTo>
                    <a:pt x="2917117" y="2396750"/>
                  </a:lnTo>
                  <a:lnTo>
                    <a:pt x="2917211" y="2396750"/>
                  </a:lnTo>
                  <a:lnTo>
                    <a:pt x="2917211" y="2391839"/>
                  </a:lnTo>
                  <a:lnTo>
                    <a:pt x="2917305" y="2391839"/>
                  </a:lnTo>
                  <a:lnTo>
                    <a:pt x="2917399" y="2391839"/>
                  </a:lnTo>
                  <a:lnTo>
                    <a:pt x="2917399" y="2386928"/>
                  </a:lnTo>
                  <a:lnTo>
                    <a:pt x="2917493" y="2386928"/>
                  </a:lnTo>
                  <a:lnTo>
                    <a:pt x="2917588" y="2386928"/>
                  </a:lnTo>
                  <a:lnTo>
                    <a:pt x="2917682" y="2386928"/>
                  </a:lnTo>
                  <a:lnTo>
                    <a:pt x="2917776" y="2386928"/>
                  </a:lnTo>
                  <a:lnTo>
                    <a:pt x="2917870" y="2386928"/>
                  </a:lnTo>
                  <a:lnTo>
                    <a:pt x="2917964" y="2386928"/>
                  </a:lnTo>
                  <a:lnTo>
                    <a:pt x="2918058" y="2386928"/>
                  </a:lnTo>
                  <a:lnTo>
                    <a:pt x="2918152" y="2386928"/>
                  </a:lnTo>
                  <a:lnTo>
                    <a:pt x="2918247" y="2386928"/>
                  </a:lnTo>
                  <a:lnTo>
                    <a:pt x="2918341" y="2386928"/>
                  </a:lnTo>
                  <a:lnTo>
                    <a:pt x="2918435" y="2386928"/>
                  </a:lnTo>
                  <a:lnTo>
                    <a:pt x="2918529" y="2386928"/>
                  </a:lnTo>
                  <a:lnTo>
                    <a:pt x="2918623" y="2386928"/>
                  </a:lnTo>
                  <a:lnTo>
                    <a:pt x="2918717" y="2386928"/>
                  </a:lnTo>
                  <a:lnTo>
                    <a:pt x="2918812" y="2386928"/>
                  </a:lnTo>
                  <a:lnTo>
                    <a:pt x="2918906" y="2386928"/>
                  </a:lnTo>
                  <a:lnTo>
                    <a:pt x="2919000" y="2386928"/>
                  </a:lnTo>
                  <a:lnTo>
                    <a:pt x="2919094" y="2386928"/>
                  </a:lnTo>
                  <a:lnTo>
                    <a:pt x="2919188" y="2386928"/>
                  </a:lnTo>
                  <a:lnTo>
                    <a:pt x="2919282" y="2386928"/>
                  </a:lnTo>
                  <a:lnTo>
                    <a:pt x="2919282" y="2382016"/>
                  </a:lnTo>
                  <a:lnTo>
                    <a:pt x="2919376" y="2382016"/>
                  </a:lnTo>
                  <a:lnTo>
                    <a:pt x="2919471" y="2382016"/>
                  </a:lnTo>
                  <a:lnTo>
                    <a:pt x="2919565" y="2382016"/>
                  </a:lnTo>
                  <a:lnTo>
                    <a:pt x="2919565" y="2377105"/>
                  </a:lnTo>
                  <a:lnTo>
                    <a:pt x="2919659" y="2377105"/>
                  </a:lnTo>
                  <a:lnTo>
                    <a:pt x="2919753" y="2377105"/>
                  </a:lnTo>
                  <a:lnTo>
                    <a:pt x="2919847" y="2377105"/>
                  </a:lnTo>
                  <a:lnTo>
                    <a:pt x="2919941" y="2377105"/>
                  </a:lnTo>
                  <a:lnTo>
                    <a:pt x="2920035" y="2377105"/>
                  </a:lnTo>
                  <a:lnTo>
                    <a:pt x="2920130" y="2377105"/>
                  </a:lnTo>
                  <a:lnTo>
                    <a:pt x="2920224" y="2377105"/>
                  </a:lnTo>
                  <a:lnTo>
                    <a:pt x="2920318" y="2377105"/>
                  </a:lnTo>
                  <a:lnTo>
                    <a:pt x="2920412" y="2377105"/>
                  </a:lnTo>
                  <a:lnTo>
                    <a:pt x="2920506" y="2377105"/>
                  </a:lnTo>
                  <a:lnTo>
                    <a:pt x="2920600" y="2377105"/>
                  </a:lnTo>
                  <a:lnTo>
                    <a:pt x="2920695" y="2377105"/>
                  </a:lnTo>
                  <a:lnTo>
                    <a:pt x="2920789" y="2377105"/>
                  </a:lnTo>
                  <a:lnTo>
                    <a:pt x="2920883" y="2377105"/>
                  </a:lnTo>
                  <a:lnTo>
                    <a:pt x="2920977" y="2377105"/>
                  </a:lnTo>
                  <a:lnTo>
                    <a:pt x="2921071" y="2377105"/>
                  </a:lnTo>
                  <a:lnTo>
                    <a:pt x="2921165" y="2377105"/>
                  </a:lnTo>
                  <a:lnTo>
                    <a:pt x="2921165" y="2372194"/>
                  </a:lnTo>
                  <a:lnTo>
                    <a:pt x="2921259" y="2372194"/>
                  </a:lnTo>
                  <a:lnTo>
                    <a:pt x="2921354" y="2372194"/>
                  </a:lnTo>
                  <a:lnTo>
                    <a:pt x="2921448" y="2372194"/>
                  </a:lnTo>
                  <a:lnTo>
                    <a:pt x="2921542" y="2372194"/>
                  </a:lnTo>
                  <a:lnTo>
                    <a:pt x="2921636" y="2372194"/>
                  </a:lnTo>
                  <a:lnTo>
                    <a:pt x="2921730" y="2372194"/>
                  </a:lnTo>
                  <a:lnTo>
                    <a:pt x="2921824" y="2372194"/>
                  </a:lnTo>
                  <a:lnTo>
                    <a:pt x="2921919" y="2372194"/>
                  </a:lnTo>
                  <a:lnTo>
                    <a:pt x="2922013" y="2372194"/>
                  </a:lnTo>
                  <a:lnTo>
                    <a:pt x="2922107" y="2372194"/>
                  </a:lnTo>
                  <a:lnTo>
                    <a:pt x="2922201" y="2372194"/>
                  </a:lnTo>
                  <a:lnTo>
                    <a:pt x="2922295" y="2372194"/>
                  </a:lnTo>
                  <a:lnTo>
                    <a:pt x="2922389" y="2372194"/>
                  </a:lnTo>
                  <a:lnTo>
                    <a:pt x="2922483" y="2372194"/>
                  </a:lnTo>
                  <a:lnTo>
                    <a:pt x="2922578" y="2372194"/>
                  </a:lnTo>
                  <a:lnTo>
                    <a:pt x="2922672" y="2372194"/>
                  </a:lnTo>
                  <a:lnTo>
                    <a:pt x="2922766" y="2372194"/>
                  </a:lnTo>
                  <a:lnTo>
                    <a:pt x="2922860" y="2372194"/>
                  </a:lnTo>
                  <a:lnTo>
                    <a:pt x="2922954" y="2372194"/>
                  </a:lnTo>
                  <a:lnTo>
                    <a:pt x="2923048" y="2372194"/>
                  </a:lnTo>
                  <a:lnTo>
                    <a:pt x="2923143" y="2372194"/>
                  </a:lnTo>
                  <a:lnTo>
                    <a:pt x="2923237" y="2372194"/>
                  </a:lnTo>
                  <a:lnTo>
                    <a:pt x="2923331" y="2372194"/>
                  </a:lnTo>
                  <a:lnTo>
                    <a:pt x="2923331" y="2367282"/>
                  </a:lnTo>
                  <a:lnTo>
                    <a:pt x="2923425" y="2367282"/>
                  </a:lnTo>
                  <a:lnTo>
                    <a:pt x="2923519" y="2367282"/>
                  </a:lnTo>
                  <a:lnTo>
                    <a:pt x="2923613" y="2367282"/>
                  </a:lnTo>
                  <a:lnTo>
                    <a:pt x="2923707" y="2367282"/>
                  </a:lnTo>
                  <a:lnTo>
                    <a:pt x="2923802" y="2367282"/>
                  </a:lnTo>
                  <a:lnTo>
                    <a:pt x="2923896" y="2367282"/>
                  </a:lnTo>
                  <a:lnTo>
                    <a:pt x="2923990" y="2367282"/>
                  </a:lnTo>
                  <a:lnTo>
                    <a:pt x="2924084" y="2367282"/>
                  </a:lnTo>
                  <a:lnTo>
                    <a:pt x="2924178" y="2367282"/>
                  </a:lnTo>
                  <a:lnTo>
                    <a:pt x="2924178" y="2362371"/>
                  </a:lnTo>
                  <a:lnTo>
                    <a:pt x="2924272" y="2362371"/>
                  </a:lnTo>
                  <a:lnTo>
                    <a:pt x="2924366" y="2362371"/>
                  </a:lnTo>
                  <a:lnTo>
                    <a:pt x="2924461" y="2362371"/>
                  </a:lnTo>
                  <a:lnTo>
                    <a:pt x="2924555" y="2362371"/>
                  </a:lnTo>
                  <a:lnTo>
                    <a:pt x="2924649" y="2362371"/>
                  </a:lnTo>
                  <a:lnTo>
                    <a:pt x="2924743" y="2362371"/>
                  </a:lnTo>
                  <a:lnTo>
                    <a:pt x="2924837" y="2362371"/>
                  </a:lnTo>
                  <a:lnTo>
                    <a:pt x="2924931" y="2362371"/>
                  </a:lnTo>
                  <a:lnTo>
                    <a:pt x="2925026" y="2362371"/>
                  </a:lnTo>
                  <a:lnTo>
                    <a:pt x="2925120" y="2362371"/>
                  </a:lnTo>
                  <a:lnTo>
                    <a:pt x="2925214" y="2362371"/>
                  </a:lnTo>
                  <a:lnTo>
                    <a:pt x="2925308" y="2362371"/>
                  </a:lnTo>
                  <a:lnTo>
                    <a:pt x="2925402" y="2362371"/>
                  </a:lnTo>
                  <a:lnTo>
                    <a:pt x="2925496" y="2362371"/>
                  </a:lnTo>
                  <a:lnTo>
                    <a:pt x="2925590" y="2362371"/>
                  </a:lnTo>
                  <a:lnTo>
                    <a:pt x="2925685" y="2362371"/>
                  </a:lnTo>
                  <a:lnTo>
                    <a:pt x="2925779" y="2362371"/>
                  </a:lnTo>
                  <a:lnTo>
                    <a:pt x="2925873" y="2362371"/>
                  </a:lnTo>
                  <a:lnTo>
                    <a:pt x="2925967" y="2362371"/>
                  </a:lnTo>
                  <a:lnTo>
                    <a:pt x="2926061" y="2362371"/>
                  </a:lnTo>
                  <a:lnTo>
                    <a:pt x="2926155" y="2362371"/>
                  </a:lnTo>
                  <a:lnTo>
                    <a:pt x="2926250" y="2362371"/>
                  </a:lnTo>
                  <a:lnTo>
                    <a:pt x="2926344" y="2362371"/>
                  </a:lnTo>
                  <a:lnTo>
                    <a:pt x="2926438" y="2362371"/>
                  </a:lnTo>
                  <a:lnTo>
                    <a:pt x="2926532" y="2362371"/>
                  </a:lnTo>
                  <a:lnTo>
                    <a:pt x="2926532" y="2357459"/>
                  </a:lnTo>
                  <a:lnTo>
                    <a:pt x="2926626" y="2357459"/>
                  </a:lnTo>
                  <a:lnTo>
                    <a:pt x="2926720" y="2357459"/>
                  </a:lnTo>
                  <a:lnTo>
                    <a:pt x="2926814" y="2357459"/>
                  </a:lnTo>
                  <a:lnTo>
                    <a:pt x="2926909" y="2357459"/>
                  </a:lnTo>
                  <a:lnTo>
                    <a:pt x="2927003" y="2357459"/>
                  </a:lnTo>
                  <a:lnTo>
                    <a:pt x="2927097" y="2357459"/>
                  </a:lnTo>
                  <a:lnTo>
                    <a:pt x="2927191" y="2357459"/>
                  </a:lnTo>
                  <a:lnTo>
                    <a:pt x="2927285" y="2357459"/>
                  </a:lnTo>
                  <a:lnTo>
                    <a:pt x="2927379" y="2357459"/>
                  </a:lnTo>
                  <a:lnTo>
                    <a:pt x="2927474" y="2357459"/>
                  </a:lnTo>
                  <a:lnTo>
                    <a:pt x="2927568" y="2357459"/>
                  </a:lnTo>
                  <a:lnTo>
                    <a:pt x="2927662" y="2357459"/>
                  </a:lnTo>
                  <a:lnTo>
                    <a:pt x="2927756" y="2357459"/>
                  </a:lnTo>
                  <a:lnTo>
                    <a:pt x="2927850" y="2357459"/>
                  </a:lnTo>
                  <a:lnTo>
                    <a:pt x="2927944" y="2357459"/>
                  </a:lnTo>
                  <a:lnTo>
                    <a:pt x="2928038" y="2357459"/>
                  </a:lnTo>
                  <a:lnTo>
                    <a:pt x="2928133" y="2357459"/>
                  </a:lnTo>
                  <a:lnTo>
                    <a:pt x="2928227" y="2357459"/>
                  </a:lnTo>
                  <a:lnTo>
                    <a:pt x="2928321" y="2357459"/>
                  </a:lnTo>
                  <a:lnTo>
                    <a:pt x="2928415" y="2357459"/>
                  </a:lnTo>
                  <a:lnTo>
                    <a:pt x="2928509" y="2357459"/>
                  </a:lnTo>
                  <a:lnTo>
                    <a:pt x="2928603" y="2357459"/>
                  </a:lnTo>
                  <a:lnTo>
                    <a:pt x="2928697" y="2357459"/>
                  </a:lnTo>
                  <a:lnTo>
                    <a:pt x="2928792" y="2357459"/>
                  </a:lnTo>
                  <a:lnTo>
                    <a:pt x="2928886" y="2357459"/>
                  </a:lnTo>
                  <a:lnTo>
                    <a:pt x="2928980" y="2357459"/>
                  </a:lnTo>
                  <a:lnTo>
                    <a:pt x="2929074" y="2357459"/>
                  </a:lnTo>
                  <a:lnTo>
                    <a:pt x="2929168" y="2357459"/>
                  </a:lnTo>
                  <a:lnTo>
                    <a:pt x="2929262" y="2357459"/>
                  </a:lnTo>
                  <a:lnTo>
                    <a:pt x="2929357" y="2357459"/>
                  </a:lnTo>
                  <a:lnTo>
                    <a:pt x="2929451" y="2357459"/>
                  </a:lnTo>
                  <a:lnTo>
                    <a:pt x="2929545" y="2357459"/>
                  </a:lnTo>
                  <a:lnTo>
                    <a:pt x="2929639" y="2357459"/>
                  </a:lnTo>
                  <a:lnTo>
                    <a:pt x="2929733" y="2357459"/>
                  </a:lnTo>
                  <a:lnTo>
                    <a:pt x="2929827" y="2357459"/>
                  </a:lnTo>
                  <a:lnTo>
                    <a:pt x="2929921" y="2357459"/>
                  </a:lnTo>
                  <a:lnTo>
                    <a:pt x="2930016" y="2357459"/>
                  </a:lnTo>
                  <a:lnTo>
                    <a:pt x="2930110" y="2357459"/>
                  </a:lnTo>
                  <a:lnTo>
                    <a:pt x="2930204" y="2357459"/>
                  </a:lnTo>
                  <a:lnTo>
                    <a:pt x="2930298" y="2357459"/>
                  </a:lnTo>
                  <a:lnTo>
                    <a:pt x="2930392" y="2357459"/>
                  </a:lnTo>
                  <a:lnTo>
                    <a:pt x="2930486" y="2357459"/>
                  </a:lnTo>
                  <a:lnTo>
                    <a:pt x="2930581" y="2357459"/>
                  </a:lnTo>
                  <a:lnTo>
                    <a:pt x="2930675" y="2357459"/>
                  </a:lnTo>
                  <a:lnTo>
                    <a:pt x="2930769" y="2357459"/>
                  </a:lnTo>
                  <a:lnTo>
                    <a:pt x="2930863" y="2357459"/>
                  </a:lnTo>
                  <a:lnTo>
                    <a:pt x="2930957" y="2357459"/>
                  </a:lnTo>
                  <a:lnTo>
                    <a:pt x="2931051" y="2357459"/>
                  </a:lnTo>
                  <a:lnTo>
                    <a:pt x="2931145" y="2357459"/>
                  </a:lnTo>
                  <a:lnTo>
                    <a:pt x="2931240" y="2357459"/>
                  </a:lnTo>
                  <a:lnTo>
                    <a:pt x="2931334" y="2357459"/>
                  </a:lnTo>
                  <a:lnTo>
                    <a:pt x="2931428" y="2357459"/>
                  </a:lnTo>
                  <a:lnTo>
                    <a:pt x="2931522" y="2357459"/>
                  </a:lnTo>
                  <a:lnTo>
                    <a:pt x="2931616" y="2357459"/>
                  </a:lnTo>
                  <a:lnTo>
                    <a:pt x="2931710" y="2357459"/>
                  </a:lnTo>
                  <a:lnTo>
                    <a:pt x="2931805" y="2357459"/>
                  </a:lnTo>
                  <a:lnTo>
                    <a:pt x="2931899" y="2357459"/>
                  </a:lnTo>
                  <a:lnTo>
                    <a:pt x="2931993" y="2357459"/>
                  </a:lnTo>
                  <a:lnTo>
                    <a:pt x="2932087" y="2357459"/>
                  </a:lnTo>
                  <a:lnTo>
                    <a:pt x="2932181" y="2357459"/>
                  </a:lnTo>
                  <a:lnTo>
                    <a:pt x="2932275" y="2357459"/>
                  </a:lnTo>
                  <a:lnTo>
                    <a:pt x="2932369" y="2357459"/>
                  </a:lnTo>
                  <a:lnTo>
                    <a:pt x="2932464" y="2357459"/>
                  </a:lnTo>
                  <a:lnTo>
                    <a:pt x="2932558" y="2357459"/>
                  </a:lnTo>
                  <a:lnTo>
                    <a:pt x="2932652" y="2357459"/>
                  </a:lnTo>
                  <a:lnTo>
                    <a:pt x="2932746" y="2357459"/>
                  </a:lnTo>
                  <a:lnTo>
                    <a:pt x="2932840" y="2357459"/>
                  </a:lnTo>
                  <a:lnTo>
                    <a:pt x="2932934" y="2357459"/>
                  </a:lnTo>
                  <a:lnTo>
                    <a:pt x="2933028" y="2357459"/>
                  </a:lnTo>
                  <a:lnTo>
                    <a:pt x="2933123" y="2357459"/>
                  </a:lnTo>
                  <a:lnTo>
                    <a:pt x="2933217" y="2357459"/>
                  </a:lnTo>
                  <a:lnTo>
                    <a:pt x="2933311" y="2357459"/>
                  </a:lnTo>
                  <a:lnTo>
                    <a:pt x="2933405" y="2357459"/>
                  </a:lnTo>
                  <a:lnTo>
                    <a:pt x="2933499" y="2357459"/>
                  </a:lnTo>
                  <a:lnTo>
                    <a:pt x="2933593" y="2357459"/>
                  </a:lnTo>
                  <a:lnTo>
                    <a:pt x="2933688" y="2357459"/>
                  </a:lnTo>
                  <a:lnTo>
                    <a:pt x="2933688" y="2352548"/>
                  </a:lnTo>
                  <a:lnTo>
                    <a:pt x="2933782" y="2352548"/>
                  </a:lnTo>
                  <a:lnTo>
                    <a:pt x="2933876" y="2352548"/>
                  </a:lnTo>
                  <a:lnTo>
                    <a:pt x="2933970" y="2352548"/>
                  </a:lnTo>
                  <a:lnTo>
                    <a:pt x="2934064" y="2352548"/>
                  </a:lnTo>
                  <a:lnTo>
                    <a:pt x="2934158" y="2352548"/>
                  </a:lnTo>
                  <a:lnTo>
                    <a:pt x="2934252" y="2352548"/>
                  </a:lnTo>
                  <a:lnTo>
                    <a:pt x="2934347" y="2352548"/>
                  </a:lnTo>
                  <a:lnTo>
                    <a:pt x="2934441" y="2352548"/>
                  </a:lnTo>
                  <a:lnTo>
                    <a:pt x="2934535" y="2352548"/>
                  </a:lnTo>
                  <a:lnTo>
                    <a:pt x="2934629" y="2352548"/>
                  </a:lnTo>
                  <a:lnTo>
                    <a:pt x="2934723" y="2352548"/>
                  </a:lnTo>
                  <a:lnTo>
                    <a:pt x="2934817" y="2352548"/>
                  </a:lnTo>
                  <a:lnTo>
                    <a:pt x="2934912" y="2352548"/>
                  </a:lnTo>
                  <a:lnTo>
                    <a:pt x="2935006" y="2352548"/>
                  </a:lnTo>
                  <a:lnTo>
                    <a:pt x="2935100" y="2352548"/>
                  </a:lnTo>
                  <a:lnTo>
                    <a:pt x="2935194" y="2352548"/>
                  </a:lnTo>
                  <a:lnTo>
                    <a:pt x="2935288" y="2352548"/>
                  </a:lnTo>
                  <a:lnTo>
                    <a:pt x="2935382" y="2352548"/>
                  </a:lnTo>
                  <a:lnTo>
                    <a:pt x="2935476" y="2352548"/>
                  </a:lnTo>
                  <a:lnTo>
                    <a:pt x="2935571" y="2352548"/>
                  </a:lnTo>
                  <a:lnTo>
                    <a:pt x="2935665" y="2352548"/>
                  </a:lnTo>
                  <a:lnTo>
                    <a:pt x="2935759" y="2352548"/>
                  </a:lnTo>
                  <a:lnTo>
                    <a:pt x="2935853" y="2352548"/>
                  </a:lnTo>
                  <a:lnTo>
                    <a:pt x="2935947" y="2352548"/>
                  </a:lnTo>
                  <a:lnTo>
                    <a:pt x="2936041" y="2352548"/>
                  </a:lnTo>
                  <a:lnTo>
                    <a:pt x="2936136" y="2352548"/>
                  </a:lnTo>
                  <a:lnTo>
                    <a:pt x="2936230" y="2352548"/>
                  </a:lnTo>
                  <a:lnTo>
                    <a:pt x="2936324" y="2352548"/>
                  </a:lnTo>
                  <a:lnTo>
                    <a:pt x="2936418" y="2352548"/>
                  </a:lnTo>
                  <a:lnTo>
                    <a:pt x="2936512" y="2352548"/>
                  </a:lnTo>
                  <a:lnTo>
                    <a:pt x="2936606" y="2352548"/>
                  </a:lnTo>
                  <a:lnTo>
                    <a:pt x="2936700" y="2352548"/>
                  </a:lnTo>
                  <a:lnTo>
                    <a:pt x="2936795" y="2352548"/>
                  </a:lnTo>
                  <a:lnTo>
                    <a:pt x="2936889" y="2352548"/>
                  </a:lnTo>
                  <a:lnTo>
                    <a:pt x="2936983" y="2352548"/>
                  </a:lnTo>
                  <a:lnTo>
                    <a:pt x="2937077" y="2352548"/>
                  </a:lnTo>
                  <a:lnTo>
                    <a:pt x="2937171" y="2352548"/>
                  </a:lnTo>
                  <a:lnTo>
                    <a:pt x="2937265" y="2352548"/>
                  </a:lnTo>
                  <a:lnTo>
                    <a:pt x="2937359" y="2352548"/>
                  </a:lnTo>
                  <a:lnTo>
                    <a:pt x="2937454" y="2352548"/>
                  </a:lnTo>
                  <a:lnTo>
                    <a:pt x="2937548" y="2352548"/>
                  </a:lnTo>
                  <a:lnTo>
                    <a:pt x="2937642" y="2352548"/>
                  </a:lnTo>
                  <a:lnTo>
                    <a:pt x="2937736" y="2352548"/>
                  </a:lnTo>
                  <a:lnTo>
                    <a:pt x="2937830" y="2352548"/>
                  </a:lnTo>
                  <a:lnTo>
                    <a:pt x="2937924" y="2352548"/>
                  </a:lnTo>
                  <a:lnTo>
                    <a:pt x="2938019" y="2352548"/>
                  </a:lnTo>
                  <a:lnTo>
                    <a:pt x="2938113" y="2352548"/>
                  </a:lnTo>
                  <a:lnTo>
                    <a:pt x="2938207" y="2352548"/>
                  </a:lnTo>
                  <a:lnTo>
                    <a:pt x="2938301" y="2352548"/>
                  </a:lnTo>
                  <a:lnTo>
                    <a:pt x="2938395" y="2352548"/>
                  </a:lnTo>
                  <a:lnTo>
                    <a:pt x="2938489" y="2352548"/>
                  </a:lnTo>
                  <a:lnTo>
                    <a:pt x="2938583" y="2352548"/>
                  </a:lnTo>
                  <a:lnTo>
                    <a:pt x="2938678" y="2352548"/>
                  </a:lnTo>
                  <a:lnTo>
                    <a:pt x="2938772" y="2352548"/>
                  </a:lnTo>
                  <a:lnTo>
                    <a:pt x="2938866" y="2352548"/>
                  </a:lnTo>
                  <a:lnTo>
                    <a:pt x="2938960" y="2352548"/>
                  </a:lnTo>
                  <a:lnTo>
                    <a:pt x="2939054" y="2352548"/>
                  </a:lnTo>
                  <a:lnTo>
                    <a:pt x="2939148" y="2352548"/>
                  </a:lnTo>
                  <a:lnTo>
                    <a:pt x="2939243" y="2352548"/>
                  </a:lnTo>
                  <a:lnTo>
                    <a:pt x="2939337" y="2352548"/>
                  </a:lnTo>
                  <a:lnTo>
                    <a:pt x="2939431" y="2352548"/>
                  </a:lnTo>
                  <a:lnTo>
                    <a:pt x="2939525" y="2352548"/>
                  </a:lnTo>
                  <a:lnTo>
                    <a:pt x="2939619" y="2352548"/>
                  </a:lnTo>
                  <a:lnTo>
                    <a:pt x="2939713" y="2352548"/>
                  </a:lnTo>
                  <a:lnTo>
                    <a:pt x="2939807" y="2352548"/>
                  </a:lnTo>
                  <a:lnTo>
                    <a:pt x="2939902" y="2352548"/>
                  </a:lnTo>
                  <a:lnTo>
                    <a:pt x="2939996" y="2352548"/>
                  </a:lnTo>
                  <a:lnTo>
                    <a:pt x="2940090" y="2352548"/>
                  </a:lnTo>
                  <a:lnTo>
                    <a:pt x="2940184" y="2352548"/>
                  </a:lnTo>
                  <a:lnTo>
                    <a:pt x="2940278" y="2352548"/>
                  </a:lnTo>
                  <a:lnTo>
                    <a:pt x="2940372" y="2352548"/>
                  </a:lnTo>
                  <a:lnTo>
                    <a:pt x="2940467" y="2352548"/>
                  </a:lnTo>
                  <a:lnTo>
                    <a:pt x="2940561" y="2352548"/>
                  </a:lnTo>
                  <a:lnTo>
                    <a:pt x="2940655" y="2352548"/>
                  </a:lnTo>
                  <a:lnTo>
                    <a:pt x="2940749" y="2352548"/>
                  </a:lnTo>
                  <a:lnTo>
                    <a:pt x="2940749" y="2347637"/>
                  </a:lnTo>
                  <a:lnTo>
                    <a:pt x="2940843" y="2347637"/>
                  </a:lnTo>
                  <a:lnTo>
                    <a:pt x="2940937" y="2347637"/>
                  </a:lnTo>
                  <a:lnTo>
                    <a:pt x="2941031" y="2347637"/>
                  </a:lnTo>
                  <a:lnTo>
                    <a:pt x="2941126" y="2347637"/>
                  </a:lnTo>
                  <a:lnTo>
                    <a:pt x="2941220" y="2347637"/>
                  </a:lnTo>
                  <a:lnTo>
                    <a:pt x="2941314" y="2347637"/>
                  </a:lnTo>
                  <a:lnTo>
                    <a:pt x="2941408" y="2347637"/>
                  </a:lnTo>
                  <a:lnTo>
                    <a:pt x="2941408" y="2342725"/>
                  </a:lnTo>
                  <a:lnTo>
                    <a:pt x="2941502" y="2342725"/>
                  </a:lnTo>
                  <a:lnTo>
                    <a:pt x="2941596" y="2342725"/>
                  </a:lnTo>
                  <a:lnTo>
                    <a:pt x="2941690" y="2342725"/>
                  </a:lnTo>
                  <a:lnTo>
                    <a:pt x="2941785" y="2342725"/>
                  </a:lnTo>
                  <a:lnTo>
                    <a:pt x="2941879" y="2342725"/>
                  </a:lnTo>
                  <a:lnTo>
                    <a:pt x="2941973" y="2342725"/>
                  </a:lnTo>
                  <a:lnTo>
                    <a:pt x="2942067" y="2342725"/>
                  </a:lnTo>
                  <a:lnTo>
                    <a:pt x="2942161" y="2342725"/>
                  </a:lnTo>
                  <a:lnTo>
                    <a:pt x="2942255" y="2342725"/>
                  </a:lnTo>
                  <a:lnTo>
                    <a:pt x="2942350" y="2342725"/>
                  </a:lnTo>
                  <a:lnTo>
                    <a:pt x="2942444" y="2342725"/>
                  </a:lnTo>
                  <a:lnTo>
                    <a:pt x="2942538" y="2342725"/>
                  </a:lnTo>
                  <a:lnTo>
                    <a:pt x="2942632" y="2342725"/>
                  </a:lnTo>
                  <a:lnTo>
                    <a:pt x="2942726" y="2342725"/>
                  </a:lnTo>
                  <a:lnTo>
                    <a:pt x="2942820" y="2342725"/>
                  </a:lnTo>
                  <a:lnTo>
                    <a:pt x="2942914" y="2342725"/>
                  </a:lnTo>
                  <a:lnTo>
                    <a:pt x="2943009" y="2342725"/>
                  </a:lnTo>
                  <a:lnTo>
                    <a:pt x="2943103" y="2342725"/>
                  </a:lnTo>
                  <a:lnTo>
                    <a:pt x="2943197" y="2342725"/>
                  </a:lnTo>
                  <a:lnTo>
                    <a:pt x="2943291" y="2342725"/>
                  </a:lnTo>
                  <a:lnTo>
                    <a:pt x="2943385" y="2342725"/>
                  </a:lnTo>
                  <a:lnTo>
                    <a:pt x="2943479" y="2342725"/>
                  </a:lnTo>
                  <a:lnTo>
                    <a:pt x="2943574" y="2342725"/>
                  </a:lnTo>
                  <a:lnTo>
                    <a:pt x="2943668" y="2342725"/>
                  </a:lnTo>
                  <a:lnTo>
                    <a:pt x="2943762" y="2342725"/>
                  </a:lnTo>
                  <a:lnTo>
                    <a:pt x="2943856" y="2342725"/>
                  </a:lnTo>
                  <a:lnTo>
                    <a:pt x="2943950" y="2342725"/>
                  </a:lnTo>
                  <a:lnTo>
                    <a:pt x="2944044" y="2342725"/>
                  </a:lnTo>
                  <a:lnTo>
                    <a:pt x="2944138" y="2342725"/>
                  </a:lnTo>
                  <a:lnTo>
                    <a:pt x="2944233" y="2342725"/>
                  </a:lnTo>
                  <a:lnTo>
                    <a:pt x="2944327" y="2342725"/>
                  </a:lnTo>
                  <a:lnTo>
                    <a:pt x="2944421" y="2342725"/>
                  </a:lnTo>
                  <a:lnTo>
                    <a:pt x="2944515" y="2342725"/>
                  </a:lnTo>
                  <a:lnTo>
                    <a:pt x="2944609" y="2342725"/>
                  </a:lnTo>
                  <a:lnTo>
                    <a:pt x="2944703" y="2342725"/>
                  </a:lnTo>
                  <a:lnTo>
                    <a:pt x="2944798" y="2342725"/>
                  </a:lnTo>
                  <a:lnTo>
                    <a:pt x="2944892" y="2342725"/>
                  </a:lnTo>
                  <a:lnTo>
                    <a:pt x="2944986" y="2342725"/>
                  </a:lnTo>
                  <a:lnTo>
                    <a:pt x="2945080" y="2342725"/>
                  </a:lnTo>
                  <a:lnTo>
                    <a:pt x="2945174" y="2342725"/>
                  </a:lnTo>
                  <a:lnTo>
                    <a:pt x="2945268" y="2342725"/>
                  </a:lnTo>
                  <a:lnTo>
                    <a:pt x="2945362" y="2342725"/>
                  </a:lnTo>
                  <a:lnTo>
                    <a:pt x="2945457" y="2342725"/>
                  </a:lnTo>
                  <a:lnTo>
                    <a:pt x="2945551" y="2342725"/>
                  </a:lnTo>
                  <a:lnTo>
                    <a:pt x="2945551" y="2337814"/>
                  </a:lnTo>
                  <a:lnTo>
                    <a:pt x="2945645" y="2337814"/>
                  </a:lnTo>
                  <a:lnTo>
                    <a:pt x="2945739" y="2337814"/>
                  </a:lnTo>
                  <a:lnTo>
                    <a:pt x="2945833" y="2337814"/>
                  </a:lnTo>
                  <a:lnTo>
                    <a:pt x="2945927" y="2337814"/>
                  </a:lnTo>
                  <a:lnTo>
                    <a:pt x="2946021" y="2337814"/>
                  </a:lnTo>
                  <a:lnTo>
                    <a:pt x="2946116" y="2337814"/>
                  </a:lnTo>
                  <a:lnTo>
                    <a:pt x="2946210" y="2337814"/>
                  </a:lnTo>
                  <a:lnTo>
                    <a:pt x="2946304" y="2337814"/>
                  </a:lnTo>
                  <a:lnTo>
                    <a:pt x="2946398" y="2337814"/>
                  </a:lnTo>
                  <a:lnTo>
                    <a:pt x="2946492" y="2337814"/>
                  </a:lnTo>
                  <a:lnTo>
                    <a:pt x="2946586" y="2337814"/>
                  </a:lnTo>
                  <a:lnTo>
                    <a:pt x="2946681" y="2337814"/>
                  </a:lnTo>
                  <a:lnTo>
                    <a:pt x="2946775" y="2337814"/>
                  </a:lnTo>
                  <a:lnTo>
                    <a:pt x="2946869" y="2337814"/>
                  </a:lnTo>
                  <a:lnTo>
                    <a:pt x="2946963" y="2337814"/>
                  </a:lnTo>
                  <a:lnTo>
                    <a:pt x="2947057" y="2337814"/>
                  </a:lnTo>
                  <a:lnTo>
                    <a:pt x="2947151" y="2337814"/>
                  </a:lnTo>
                  <a:lnTo>
                    <a:pt x="2947245" y="2337814"/>
                  </a:lnTo>
                  <a:lnTo>
                    <a:pt x="2947340" y="2337814"/>
                  </a:lnTo>
                  <a:lnTo>
                    <a:pt x="2947434" y="2337814"/>
                  </a:lnTo>
                  <a:lnTo>
                    <a:pt x="2947528" y="2337814"/>
                  </a:lnTo>
                  <a:lnTo>
                    <a:pt x="2947622" y="2337814"/>
                  </a:lnTo>
                  <a:lnTo>
                    <a:pt x="2947716" y="2337814"/>
                  </a:lnTo>
                  <a:lnTo>
                    <a:pt x="2947810" y="2337814"/>
                  </a:lnTo>
                  <a:lnTo>
                    <a:pt x="2947905" y="2337814"/>
                  </a:lnTo>
                  <a:lnTo>
                    <a:pt x="2947999" y="2337814"/>
                  </a:lnTo>
                  <a:lnTo>
                    <a:pt x="2948093" y="2337814"/>
                  </a:lnTo>
                  <a:lnTo>
                    <a:pt x="2948187" y="2337814"/>
                  </a:lnTo>
                  <a:lnTo>
                    <a:pt x="2948281" y="2337814"/>
                  </a:lnTo>
                  <a:lnTo>
                    <a:pt x="2948375" y="2337814"/>
                  </a:lnTo>
                  <a:lnTo>
                    <a:pt x="2948469" y="2337814"/>
                  </a:lnTo>
                  <a:lnTo>
                    <a:pt x="2948564" y="2337814"/>
                  </a:lnTo>
                  <a:lnTo>
                    <a:pt x="2948658" y="2337814"/>
                  </a:lnTo>
                  <a:lnTo>
                    <a:pt x="2948752" y="2337814"/>
                  </a:lnTo>
                  <a:lnTo>
                    <a:pt x="2948846" y="2337814"/>
                  </a:lnTo>
                  <a:lnTo>
                    <a:pt x="2948940" y="2337814"/>
                  </a:lnTo>
                  <a:lnTo>
                    <a:pt x="2949034" y="2337814"/>
                  </a:lnTo>
                  <a:lnTo>
                    <a:pt x="2949129" y="2337814"/>
                  </a:lnTo>
                  <a:lnTo>
                    <a:pt x="2949223" y="2337814"/>
                  </a:lnTo>
                  <a:lnTo>
                    <a:pt x="2949317" y="2337814"/>
                  </a:lnTo>
                  <a:lnTo>
                    <a:pt x="2949411" y="2337814"/>
                  </a:lnTo>
                  <a:lnTo>
                    <a:pt x="2949505" y="2337814"/>
                  </a:lnTo>
                  <a:lnTo>
                    <a:pt x="2949599" y="2337814"/>
                  </a:lnTo>
                  <a:lnTo>
                    <a:pt x="2949693" y="2337814"/>
                  </a:lnTo>
                  <a:lnTo>
                    <a:pt x="2949788" y="2337814"/>
                  </a:lnTo>
                  <a:lnTo>
                    <a:pt x="2949882" y="2337814"/>
                  </a:lnTo>
                  <a:lnTo>
                    <a:pt x="2949976" y="2337814"/>
                  </a:lnTo>
                  <a:lnTo>
                    <a:pt x="2950070" y="2337814"/>
                  </a:lnTo>
                  <a:lnTo>
                    <a:pt x="2950164" y="2337814"/>
                  </a:lnTo>
                  <a:lnTo>
                    <a:pt x="2950258" y="2337814"/>
                  </a:lnTo>
                  <a:lnTo>
                    <a:pt x="2950352" y="2337814"/>
                  </a:lnTo>
                  <a:lnTo>
                    <a:pt x="2950447" y="2337814"/>
                  </a:lnTo>
                  <a:lnTo>
                    <a:pt x="2950541" y="2337814"/>
                  </a:lnTo>
                  <a:lnTo>
                    <a:pt x="2950635" y="2337814"/>
                  </a:lnTo>
                  <a:lnTo>
                    <a:pt x="2950729" y="2337814"/>
                  </a:lnTo>
                  <a:lnTo>
                    <a:pt x="2950823" y="2337814"/>
                  </a:lnTo>
                  <a:lnTo>
                    <a:pt x="2950917" y="2337814"/>
                  </a:lnTo>
                  <a:lnTo>
                    <a:pt x="2951012" y="2337814"/>
                  </a:lnTo>
                  <a:lnTo>
                    <a:pt x="2951106" y="2337814"/>
                  </a:lnTo>
                  <a:lnTo>
                    <a:pt x="2951200" y="2337814"/>
                  </a:lnTo>
                  <a:lnTo>
                    <a:pt x="2951294" y="2337814"/>
                  </a:lnTo>
                  <a:lnTo>
                    <a:pt x="2951388" y="2337814"/>
                  </a:lnTo>
                  <a:lnTo>
                    <a:pt x="2951482" y="2337814"/>
                  </a:lnTo>
                  <a:lnTo>
                    <a:pt x="2951576" y="2337814"/>
                  </a:lnTo>
                  <a:lnTo>
                    <a:pt x="2951671" y="2337814"/>
                  </a:lnTo>
                  <a:lnTo>
                    <a:pt x="2951765" y="2337814"/>
                  </a:lnTo>
                  <a:lnTo>
                    <a:pt x="2951859" y="2337814"/>
                  </a:lnTo>
                  <a:lnTo>
                    <a:pt x="2951953" y="2337814"/>
                  </a:lnTo>
                  <a:lnTo>
                    <a:pt x="2952047" y="2337814"/>
                  </a:lnTo>
                  <a:lnTo>
                    <a:pt x="2952141" y="2337814"/>
                  </a:lnTo>
                  <a:lnTo>
                    <a:pt x="2952236" y="2337814"/>
                  </a:lnTo>
                  <a:lnTo>
                    <a:pt x="2952330" y="2337814"/>
                  </a:lnTo>
                  <a:lnTo>
                    <a:pt x="2952424" y="2337814"/>
                  </a:lnTo>
                  <a:lnTo>
                    <a:pt x="2952518" y="2337814"/>
                  </a:lnTo>
                  <a:lnTo>
                    <a:pt x="2952612" y="2337814"/>
                  </a:lnTo>
                  <a:lnTo>
                    <a:pt x="2952706" y="2337814"/>
                  </a:lnTo>
                  <a:lnTo>
                    <a:pt x="2952800" y="2337814"/>
                  </a:lnTo>
                  <a:lnTo>
                    <a:pt x="2952895" y="2337814"/>
                  </a:lnTo>
                  <a:lnTo>
                    <a:pt x="2952989" y="2337814"/>
                  </a:lnTo>
                  <a:lnTo>
                    <a:pt x="2953083" y="2337814"/>
                  </a:lnTo>
                  <a:lnTo>
                    <a:pt x="2953177" y="2337814"/>
                  </a:lnTo>
                  <a:lnTo>
                    <a:pt x="2953271" y="2337814"/>
                  </a:lnTo>
                  <a:lnTo>
                    <a:pt x="2953365" y="2337814"/>
                  </a:lnTo>
                  <a:lnTo>
                    <a:pt x="2953460" y="2337814"/>
                  </a:lnTo>
                  <a:lnTo>
                    <a:pt x="2953554" y="2337814"/>
                  </a:lnTo>
                  <a:lnTo>
                    <a:pt x="2953648" y="2337814"/>
                  </a:lnTo>
                  <a:lnTo>
                    <a:pt x="2953742" y="2337814"/>
                  </a:lnTo>
                  <a:lnTo>
                    <a:pt x="2953836" y="2337814"/>
                  </a:lnTo>
                  <a:lnTo>
                    <a:pt x="2953930" y="2337814"/>
                  </a:lnTo>
                  <a:lnTo>
                    <a:pt x="2954024" y="2337814"/>
                  </a:lnTo>
                  <a:lnTo>
                    <a:pt x="2954119" y="2337814"/>
                  </a:lnTo>
                  <a:lnTo>
                    <a:pt x="2954213" y="2337814"/>
                  </a:lnTo>
                  <a:lnTo>
                    <a:pt x="2954307" y="2337814"/>
                  </a:lnTo>
                  <a:lnTo>
                    <a:pt x="2954401" y="2337814"/>
                  </a:lnTo>
                  <a:lnTo>
                    <a:pt x="2954495" y="2337814"/>
                  </a:lnTo>
                  <a:lnTo>
                    <a:pt x="2954589" y="2337814"/>
                  </a:lnTo>
                  <a:lnTo>
                    <a:pt x="2954683" y="2337814"/>
                  </a:lnTo>
                  <a:lnTo>
                    <a:pt x="2954778" y="2337814"/>
                  </a:lnTo>
                  <a:lnTo>
                    <a:pt x="2954872" y="2337814"/>
                  </a:lnTo>
                  <a:lnTo>
                    <a:pt x="2954966" y="2337814"/>
                  </a:lnTo>
                  <a:lnTo>
                    <a:pt x="2955060" y="2337814"/>
                  </a:lnTo>
                  <a:lnTo>
                    <a:pt x="2955154" y="2337814"/>
                  </a:lnTo>
                  <a:lnTo>
                    <a:pt x="2955248" y="2337814"/>
                  </a:lnTo>
                  <a:lnTo>
                    <a:pt x="2955343" y="2337814"/>
                  </a:lnTo>
                  <a:lnTo>
                    <a:pt x="2955437" y="2337814"/>
                  </a:lnTo>
                  <a:lnTo>
                    <a:pt x="2955531" y="2337814"/>
                  </a:lnTo>
                  <a:lnTo>
                    <a:pt x="2955625" y="2337814"/>
                  </a:lnTo>
                  <a:lnTo>
                    <a:pt x="2955719" y="2337814"/>
                  </a:lnTo>
                  <a:lnTo>
                    <a:pt x="2955813" y="2337814"/>
                  </a:lnTo>
                  <a:lnTo>
                    <a:pt x="2955907" y="2337814"/>
                  </a:lnTo>
                  <a:lnTo>
                    <a:pt x="2956002" y="2337814"/>
                  </a:lnTo>
                  <a:lnTo>
                    <a:pt x="2956096" y="2337814"/>
                  </a:lnTo>
                  <a:lnTo>
                    <a:pt x="2956190" y="2337814"/>
                  </a:lnTo>
                  <a:lnTo>
                    <a:pt x="2956284" y="2337814"/>
                  </a:lnTo>
                  <a:lnTo>
                    <a:pt x="2956378" y="2337814"/>
                  </a:lnTo>
                  <a:lnTo>
                    <a:pt x="2956472" y="2337814"/>
                  </a:lnTo>
                  <a:lnTo>
                    <a:pt x="2956567" y="2337814"/>
                  </a:lnTo>
                  <a:lnTo>
                    <a:pt x="2956661" y="2337814"/>
                  </a:lnTo>
                  <a:lnTo>
                    <a:pt x="2956755" y="2337814"/>
                  </a:lnTo>
                  <a:lnTo>
                    <a:pt x="2956849" y="2337814"/>
                  </a:lnTo>
                  <a:lnTo>
                    <a:pt x="2956943" y="2337814"/>
                  </a:lnTo>
                  <a:lnTo>
                    <a:pt x="2957037" y="2337814"/>
                  </a:lnTo>
                  <a:lnTo>
                    <a:pt x="2957131" y="2337814"/>
                  </a:lnTo>
                  <a:lnTo>
                    <a:pt x="2957226" y="2337814"/>
                  </a:lnTo>
                  <a:lnTo>
                    <a:pt x="2957320" y="2337814"/>
                  </a:lnTo>
                  <a:lnTo>
                    <a:pt x="2957414" y="2337814"/>
                  </a:lnTo>
                  <a:lnTo>
                    <a:pt x="2957508" y="2337814"/>
                  </a:lnTo>
                  <a:lnTo>
                    <a:pt x="2957602" y="2337814"/>
                  </a:lnTo>
                  <a:lnTo>
                    <a:pt x="2957696" y="2337814"/>
                  </a:lnTo>
                  <a:lnTo>
                    <a:pt x="2957791" y="2337814"/>
                  </a:lnTo>
                  <a:lnTo>
                    <a:pt x="2957885" y="2337814"/>
                  </a:lnTo>
                  <a:lnTo>
                    <a:pt x="2957979" y="2337814"/>
                  </a:lnTo>
                  <a:lnTo>
                    <a:pt x="2958073" y="2337814"/>
                  </a:lnTo>
                  <a:lnTo>
                    <a:pt x="2958167" y="2337814"/>
                  </a:lnTo>
                  <a:lnTo>
                    <a:pt x="2958261" y="2337814"/>
                  </a:lnTo>
                  <a:lnTo>
                    <a:pt x="2958355" y="2337814"/>
                  </a:lnTo>
                  <a:lnTo>
                    <a:pt x="2958450" y="2337814"/>
                  </a:lnTo>
                  <a:lnTo>
                    <a:pt x="2958544" y="2337814"/>
                  </a:lnTo>
                  <a:lnTo>
                    <a:pt x="2958638" y="2337814"/>
                  </a:lnTo>
                  <a:lnTo>
                    <a:pt x="2958732" y="2337814"/>
                  </a:lnTo>
                  <a:lnTo>
                    <a:pt x="2958826" y="2337814"/>
                  </a:lnTo>
                  <a:lnTo>
                    <a:pt x="2958920" y="2337814"/>
                  </a:lnTo>
                  <a:lnTo>
                    <a:pt x="2959014" y="2337814"/>
                  </a:lnTo>
                  <a:lnTo>
                    <a:pt x="2959109" y="2337814"/>
                  </a:lnTo>
                  <a:lnTo>
                    <a:pt x="2959203" y="2337814"/>
                  </a:lnTo>
                  <a:lnTo>
                    <a:pt x="2959297" y="2337814"/>
                  </a:lnTo>
                  <a:lnTo>
                    <a:pt x="2959391" y="2337814"/>
                  </a:lnTo>
                  <a:lnTo>
                    <a:pt x="2959485" y="2337814"/>
                  </a:lnTo>
                  <a:lnTo>
                    <a:pt x="2959579" y="2337814"/>
                  </a:lnTo>
                  <a:lnTo>
                    <a:pt x="2959674" y="2337814"/>
                  </a:lnTo>
                  <a:lnTo>
                    <a:pt x="2959768" y="2337814"/>
                  </a:lnTo>
                  <a:lnTo>
                    <a:pt x="2959862" y="2337814"/>
                  </a:lnTo>
                  <a:lnTo>
                    <a:pt x="2959956" y="2337814"/>
                  </a:lnTo>
                  <a:lnTo>
                    <a:pt x="2960050" y="2337814"/>
                  </a:lnTo>
                  <a:lnTo>
                    <a:pt x="2960144" y="2337814"/>
                  </a:lnTo>
                  <a:lnTo>
                    <a:pt x="2960238" y="2337814"/>
                  </a:lnTo>
                  <a:lnTo>
                    <a:pt x="2960333" y="2337814"/>
                  </a:lnTo>
                  <a:lnTo>
                    <a:pt x="2960427" y="2337814"/>
                  </a:lnTo>
                  <a:lnTo>
                    <a:pt x="2960521" y="2337814"/>
                  </a:lnTo>
                  <a:lnTo>
                    <a:pt x="2960615" y="2337814"/>
                  </a:lnTo>
                  <a:lnTo>
                    <a:pt x="2960709" y="2337814"/>
                  </a:lnTo>
                  <a:lnTo>
                    <a:pt x="2960803" y="2337814"/>
                  </a:lnTo>
                  <a:lnTo>
                    <a:pt x="2960898" y="2337814"/>
                  </a:lnTo>
                  <a:lnTo>
                    <a:pt x="2960992" y="2337814"/>
                  </a:lnTo>
                  <a:lnTo>
                    <a:pt x="2961086" y="2337814"/>
                  </a:lnTo>
                  <a:lnTo>
                    <a:pt x="2961180" y="2337814"/>
                  </a:lnTo>
                  <a:lnTo>
                    <a:pt x="2961274" y="2337814"/>
                  </a:lnTo>
                  <a:lnTo>
                    <a:pt x="2961368" y="2337814"/>
                  </a:lnTo>
                  <a:lnTo>
                    <a:pt x="2961462" y="2337814"/>
                  </a:lnTo>
                  <a:lnTo>
                    <a:pt x="2961557" y="2337814"/>
                  </a:lnTo>
                  <a:lnTo>
                    <a:pt x="2961651" y="2337814"/>
                  </a:lnTo>
                  <a:lnTo>
                    <a:pt x="2961745" y="2337814"/>
                  </a:lnTo>
                  <a:lnTo>
                    <a:pt x="2961839" y="2337814"/>
                  </a:lnTo>
                  <a:lnTo>
                    <a:pt x="2961933" y="2337814"/>
                  </a:lnTo>
                  <a:lnTo>
                    <a:pt x="2962027" y="2337814"/>
                  </a:lnTo>
                  <a:lnTo>
                    <a:pt x="2962122" y="2337814"/>
                  </a:lnTo>
                  <a:lnTo>
                    <a:pt x="2962216" y="2337814"/>
                  </a:lnTo>
                  <a:lnTo>
                    <a:pt x="2962310" y="2337814"/>
                  </a:lnTo>
                  <a:lnTo>
                    <a:pt x="2962404" y="2337814"/>
                  </a:lnTo>
                  <a:lnTo>
                    <a:pt x="2962498" y="2337814"/>
                  </a:lnTo>
                  <a:lnTo>
                    <a:pt x="2962592" y="2337814"/>
                  </a:lnTo>
                  <a:lnTo>
                    <a:pt x="2962686" y="2337814"/>
                  </a:lnTo>
                  <a:lnTo>
                    <a:pt x="2962781" y="2337814"/>
                  </a:lnTo>
                  <a:lnTo>
                    <a:pt x="2962875" y="2337814"/>
                  </a:lnTo>
                  <a:lnTo>
                    <a:pt x="2962969" y="2337814"/>
                  </a:lnTo>
                  <a:lnTo>
                    <a:pt x="2963063" y="2337814"/>
                  </a:lnTo>
                  <a:lnTo>
                    <a:pt x="2963157" y="2337814"/>
                  </a:lnTo>
                  <a:lnTo>
                    <a:pt x="2963251" y="2337814"/>
                  </a:lnTo>
                  <a:lnTo>
                    <a:pt x="2963345" y="2337814"/>
                  </a:lnTo>
                  <a:lnTo>
                    <a:pt x="2963440" y="2337814"/>
                  </a:lnTo>
                  <a:lnTo>
                    <a:pt x="2963534" y="2337814"/>
                  </a:lnTo>
                  <a:lnTo>
                    <a:pt x="2963628" y="2337814"/>
                  </a:lnTo>
                  <a:lnTo>
                    <a:pt x="2963722" y="2337814"/>
                  </a:lnTo>
                  <a:lnTo>
                    <a:pt x="2963816" y="2337814"/>
                  </a:lnTo>
                  <a:lnTo>
                    <a:pt x="2963910" y="2337814"/>
                  </a:lnTo>
                  <a:lnTo>
                    <a:pt x="2964005" y="2337814"/>
                  </a:lnTo>
                  <a:lnTo>
                    <a:pt x="2964099" y="2337814"/>
                  </a:lnTo>
                  <a:lnTo>
                    <a:pt x="2964193" y="2337814"/>
                  </a:lnTo>
                  <a:lnTo>
                    <a:pt x="2964287" y="2337814"/>
                  </a:lnTo>
                  <a:lnTo>
                    <a:pt x="2964381" y="2337814"/>
                  </a:lnTo>
                  <a:lnTo>
                    <a:pt x="2964475" y="2337814"/>
                  </a:lnTo>
                  <a:lnTo>
                    <a:pt x="2964569" y="2337814"/>
                  </a:lnTo>
                  <a:lnTo>
                    <a:pt x="2964664" y="2337814"/>
                  </a:lnTo>
                  <a:lnTo>
                    <a:pt x="2964758" y="2337814"/>
                  </a:lnTo>
                  <a:lnTo>
                    <a:pt x="2964852" y="2337814"/>
                  </a:lnTo>
                  <a:lnTo>
                    <a:pt x="2964946" y="2337814"/>
                  </a:lnTo>
                  <a:lnTo>
                    <a:pt x="2965040" y="2337814"/>
                  </a:lnTo>
                  <a:lnTo>
                    <a:pt x="2965134" y="2337814"/>
                  </a:lnTo>
                  <a:lnTo>
                    <a:pt x="2965229" y="2337814"/>
                  </a:lnTo>
                  <a:lnTo>
                    <a:pt x="2965323" y="2337814"/>
                  </a:lnTo>
                  <a:lnTo>
                    <a:pt x="2965417" y="2337814"/>
                  </a:lnTo>
                  <a:lnTo>
                    <a:pt x="2965511" y="2337814"/>
                  </a:lnTo>
                  <a:lnTo>
                    <a:pt x="2965605" y="2337814"/>
                  </a:lnTo>
                  <a:lnTo>
                    <a:pt x="2965699" y="2337814"/>
                  </a:lnTo>
                  <a:lnTo>
                    <a:pt x="2965793" y="2337814"/>
                  </a:lnTo>
                  <a:lnTo>
                    <a:pt x="2965888" y="2337814"/>
                  </a:lnTo>
                  <a:lnTo>
                    <a:pt x="2965982" y="2337814"/>
                  </a:lnTo>
                  <a:lnTo>
                    <a:pt x="2966076" y="2337814"/>
                  </a:lnTo>
                  <a:lnTo>
                    <a:pt x="2966170" y="2337814"/>
                  </a:lnTo>
                  <a:lnTo>
                    <a:pt x="2966264" y="2337814"/>
                  </a:lnTo>
                  <a:lnTo>
                    <a:pt x="2966358" y="2337814"/>
                  </a:lnTo>
                  <a:lnTo>
                    <a:pt x="2966453" y="2337814"/>
                  </a:lnTo>
                  <a:lnTo>
                    <a:pt x="2966547" y="2337814"/>
                  </a:lnTo>
                  <a:lnTo>
                    <a:pt x="2966641" y="2337814"/>
                  </a:lnTo>
                  <a:lnTo>
                    <a:pt x="2966735" y="2337814"/>
                  </a:lnTo>
                  <a:lnTo>
                    <a:pt x="2966829" y="2337814"/>
                  </a:lnTo>
                  <a:lnTo>
                    <a:pt x="2966923" y="2337814"/>
                  </a:lnTo>
                  <a:lnTo>
                    <a:pt x="2967017" y="2337814"/>
                  </a:lnTo>
                  <a:lnTo>
                    <a:pt x="2967112" y="2337814"/>
                  </a:lnTo>
                  <a:lnTo>
                    <a:pt x="2967112" y="2332903"/>
                  </a:lnTo>
                  <a:lnTo>
                    <a:pt x="2967206" y="2332903"/>
                  </a:lnTo>
                  <a:lnTo>
                    <a:pt x="2967300" y="2332903"/>
                  </a:lnTo>
                  <a:lnTo>
                    <a:pt x="2967394" y="2332903"/>
                  </a:lnTo>
                  <a:lnTo>
                    <a:pt x="2967488" y="2332903"/>
                  </a:lnTo>
                  <a:lnTo>
                    <a:pt x="2967582" y="2332903"/>
                  </a:lnTo>
                  <a:lnTo>
                    <a:pt x="2967676" y="2332903"/>
                  </a:lnTo>
                  <a:lnTo>
                    <a:pt x="2967771" y="2332903"/>
                  </a:lnTo>
                  <a:lnTo>
                    <a:pt x="2967865" y="2332903"/>
                  </a:lnTo>
                  <a:lnTo>
                    <a:pt x="2967959" y="2332903"/>
                  </a:lnTo>
                  <a:lnTo>
                    <a:pt x="2968053" y="2332903"/>
                  </a:lnTo>
                  <a:lnTo>
                    <a:pt x="2968147" y="2332903"/>
                  </a:lnTo>
                  <a:lnTo>
                    <a:pt x="2968241" y="2332903"/>
                  </a:lnTo>
                  <a:lnTo>
                    <a:pt x="2968336" y="2332903"/>
                  </a:lnTo>
                  <a:lnTo>
                    <a:pt x="2968430" y="2332903"/>
                  </a:lnTo>
                  <a:lnTo>
                    <a:pt x="2968524" y="2332903"/>
                  </a:lnTo>
                  <a:lnTo>
                    <a:pt x="2968618" y="2332903"/>
                  </a:lnTo>
                  <a:lnTo>
                    <a:pt x="2968712" y="2332903"/>
                  </a:lnTo>
                  <a:lnTo>
                    <a:pt x="2968806" y="2332903"/>
                  </a:lnTo>
                  <a:lnTo>
                    <a:pt x="2968900" y="2332903"/>
                  </a:lnTo>
                  <a:lnTo>
                    <a:pt x="2968995" y="2332903"/>
                  </a:lnTo>
                  <a:lnTo>
                    <a:pt x="2969089" y="2332903"/>
                  </a:lnTo>
                  <a:lnTo>
                    <a:pt x="2969183" y="2332903"/>
                  </a:lnTo>
                  <a:lnTo>
                    <a:pt x="2969277" y="2332903"/>
                  </a:lnTo>
                  <a:lnTo>
                    <a:pt x="2969371" y="2332903"/>
                  </a:lnTo>
                  <a:lnTo>
                    <a:pt x="2969465" y="2332903"/>
                  </a:lnTo>
                  <a:lnTo>
                    <a:pt x="2969560" y="2332903"/>
                  </a:lnTo>
                  <a:lnTo>
                    <a:pt x="2969654" y="2332903"/>
                  </a:lnTo>
                  <a:lnTo>
                    <a:pt x="2969748" y="2332903"/>
                  </a:lnTo>
                  <a:lnTo>
                    <a:pt x="2969842" y="2332903"/>
                  </a:lnTo>
                  <a:lnTo>
                    <a:pt x="2969936" y="2332903"/>
                  </a:lnTo>
                  <a:lnTo>
                    <a:pt x="2970030" y="2332903"/>
                  </a:lnTo>
                  <a:lnTo>
                    <a:pt x="2970124" y="2332903"/>
                  </a:lnTo>
                  <a:lnTo>
                    <a:pt x="2970219" y="2332903"/>
                  </a:lnTo>
                  <a:lnTo>
                    <a:pt x="2970313" y="2332903"/>
                  </a:lnTo>
                  <a:lnTo>
                    <a:pt x="2970407" y="2332903"/>
                  </a:lnTo>
                  <a:lnTo>
                    <a:pt x="2970501" y="2332903"/>
                  </a:lnTo>
                  <a:lnTo>
                    <a:pt x="2970595" y="2332903"/>
                  </a:lnTo>
                  <a:lnTo>
                    <a:pt x="2970689" y="2332903"/>
                  </a:lnTo>
                  <a:lnTo>
                    <a:pt x="2970784" y="2332903"/>
                  </a:lnTo>
                  <a:lnTo>
                    <a:pt x="2970878" y="2332903"/>
                  </a:lnTo>
                  <a:lnTo>
                    <a:pt x="2970972" y="2332903"/>
                  </a:lnTo>
                  <a:lnTo>
                    <a:pt x="2971066" y="2332903"/>
                  </a:lnTo>
                  <a:lnTo>
                    <a:pt x="2971160" y="2332903"/>
                  </a:lnTo>
                  <a:lnTo>
                    <a:pt x="2971254" y="2332903"/>
                  </a:lnTo>
                  <a:lnTo>
                    <a:pt x="2971348" y="2332903"/>
                  </a:lnTo>
                  <a:lnTo>
                    <a:pt x="2971443" y="2332903"/>
                  </a:lnTo>
                  <a:lnTo>
                    <a:pt x="2971537" y="2332903"/>
                  </a:lnTo>
                  <a:lnTo>
                    <a:pt x="2971631" y="2332903"/>
                  </a:lnTo>
                  <a:lnTo>
                    <a:pt x="2971725" y="2332903"/>
                  </a:lnTo>
                  <a:lnTo>
                    <a:pt x="2971819" y="2332903"/>
                  </a:lnTo>
                  <a:lnTo>
                    <a:pt x="2971913" y="2332903"/>
                  </a:lnTo>
                  <a:lnTo>
                    <a:pt x="2972007" y="2332903"/>
                  </a:lnTo>
                  <a:lnTo>
                    <a:pt x="2972102" y="2332903"/>
                  </a:lnTo>
                  <a:lnTo>
                    <a:pt x="2972196" y="2332903"/>
                  </a:lnTo>
                  <a:lnTo>
                    <a:pt x="2972290" y="2332903"/>
                  </a:lnTo>
                  <a:lnTo>
                    <a:pt x="2972384" y="2332903"/>
                  </a:lnTo>
                  <a:lnTo>
                    <a:pt x="2972478" y="2332903"/>
                  </a:lnTo>
                  <a:lnTo>
                    <a:pt x="2972572" y="2332903"/>
                  </a:lnTo>
                  <a:lnTo>
                    <a:pt x="2972667" y="2332903"/>
                  </a:lnTo>
                  <a:lnTo>
                    <a:pt x="2972761" y="2332903"/>
                  </a:lnTo>
                  <a:lnTo>
                    <a:pt x="2972855" y="2332903"/>
                  </a:lnTo>
                  <a:lnTo>
                    <a:pt x="2972949" y="2332903"/>
                  </a:lnTo>
                  <a:lnTo>
                    <a:pt x="2973043" y="2332903"/>
                  </a:lnTo>
                  <a:lnTo>
                    <a:pt x="2973137" y="2332903"/>
                  </a:lnTo>
                  <a:lnTo>
                    <a:pt x="2973231" y="2332903"/>
                  </a:lnTo>
                  <a:lnTo>
                    <a:pt x="2973326" y="2332903"/>
                  </a:lnTo>
                  <a:lnTo>
                    <a:pt x="2973420" y="2332903"/>
                  </a:lnTo>
                  <a:lnTo>
                    <a:pt x="2973514" y="2332903"/>
                  </a:lnTo>
                  <a:lnTo>
                    <a:pt x="2973608" y="2332903"/>
                  </a:lnTo>
                  <a:lnTo>
                    <a:pt x="2973702" y="2332903"/>
                  </a:lnTo>
                  <a:lnTo>
                    <a:pt x="2973796" y="2332903"/>
                  </a:lnTo>
                  <a:lnTo>
                    <a:pt x="2973891" y="2332903"/>
                  </a:lnTo>
                  <a:lnTo>
                    <a:pt x="2973985" y="2332903"/>
                  </a:lnTo>
                  <a:lnTo>
                    <a:pt x="2974079" y="2332903"/>
                  </a:lnTo>
                  <a:lnTo>
                    <a:pt x="2974173" y="2332903"/>
                  </a:lnTo>
                  <a:lnTo>
                    <a:pt x="2974267" y="2332903"/>
                  </a:lnTo>
                  <a:lnTo>
                    <a:pt x="2974361" y="2332903"/>
                  </a:lnTo>
                  <a:lnTo>
                    <a:pt x="2974455" y="2332903"/>
                  </a:lnTo>
                  <a:lnTo>
                    <a:pt x="2974550" y="2332903"/>
                  </a:lnTo>
                  <a:lnTo>
                    <a:pt x="2974644" y="2332903"/>
                  </a:lnTo>
                  <a:lnTo>
                    <a:pt x="2974738" y="2332903"/>
                  </a:lnTo>
                  <a:lnTo>
                    <a:pt x="2974832" y="2332903"/>
                  </a:lnTo>
                  <a:lnTo>
                    <a:pt x="2974926" y="2332903"/>
                  </a:lnTo>
                  <a:lnTo>
                    <a:pt x="2975020" y="2332903"/>
                  </a:lnTo>
                  <a:lnTo>
                    <a:pt x="2975020" y="2327991"/>
                  </a:lnTo>
                  <a:lnTo>
                    <a:pt x="2975115" y="2327991"/>
                  </a:lnTo>
                  <a:lnTo>
                    <a:pt x="2975209" y="2327991"/>
                  </a:lnTo>
                  <a:lnTo>
                    <a:pt x="2975303" y="2327991"/>
                  </a:lnTo>
                  <a:lnTo>
                    <a:pt x="2975397" y="2327991"/>
                  </a:lnTo>
                  <a:lnTo>
                    <a:pt x="2975491" y="2327991"/>
                  </a:lnTo>
                  <a:lnTo>
                    <a:pt x="2975585" y="2327991"/>
                  </a:lnTo>
                  <a:lnTo>
                    <a:pt x="2975679" y="2327991"/>
                  </a:lnTo>
                  <a:lnTo>
                    <a:pt x="2975774" y="2327991"/>
                  </a:lnTo>
                  <a:lnTo>
                    <a:pt x="2975868" y="2327991"/>
                  </a:lnTo>
                  <a:lnTo>
                    <a:pt x="2975962" y="2327991"/>
                  </a:lnTo>
                  <a:lnTo>
                    <a:pt x="2976056" y="2327991"/>
                  </a:lnTo>
                  <a:lnTo>
                    <a:pt x="2976150" y="2327991"/>
                  </a:lnTo>
                  <a:lnTo>
                    <a:pt x="2976244" y="2327991"/>
                  </a:lnTo>
                  <a:lnTo>
                    <a:pt x="2976339" y="2327991"/>
                  </a:lnTo>
                  <a:lnTo>
                    <a:pt x="2976433" y="2327991"/>
                  </a:lnTo>
                  <a:lnTo>
                    <a:pt x="2976527" y="2327991"/>
                  </a:lnTo>
                  <a:lnTo>
                    <a:pt x="2976621" y="2327991"/>
                  </a:lnTo>
                  <a:lnTo>
                    <a:pt x="2976715" y="2327991"/>
                  </a:lnTo>
                  <a:lnTo>
                    <a:pt x="2976809" y="2327991"/>
                  </a:lnTo>
                  <a:lnTo>
                    <a:pt x="2976903" y="2327991"/>
                  </a:lnTo>
                  <a:lnTo>
                    <a:pt x="2976998" y="2327991"/>
                  </a:lnTo>
                  <a:lnTo>
                    <a:pt x="2977092" y="2327991"/>
                  </a:lnTo>
                  <a:lnTo>
                    <a:pt x="2977186" y="2327991"/>
                  </a:lnTo>
                  <a:lnTo>
                    <a:pt x="2977280" y="2327991"/>
                  </a:lnTo>
                  <a:lnTo>
                    <a:pt x="2977374" y="2327991"/>
                  </a:lnTo>
                  <a:lnTo>
                    <a:pt x="2977468" y="2327991"/>
                  </a:lnTo>
                  <a:lnTo>
                    <a:pt x="2977562" y="2327991"/>
                  </a:lnTo>
                  <a:lnTo>
                    <a:pt x="2977657" y="2327991"/>
                  </a:lnTo>
                  <a:lnTo>
                    <a:pt x="2977751" y="2327991"/>
                  </a:lnTo>
                  <a:lnTo>
                    <a:pt x="2977845" y="2327991"/>
                  </a:lnTo>
                  <a:lnTo>
                    <a:pt x="2977939" y="2327991"/>
                  </a:lnTo>
                  <a:lnTo>
                    <a:pt x="2978033" y="2327991"/>
                  </a:lnTo>
                  <a:lnTo>
                    <a:pt x="2978127" y="2327991"/>
                  </a:lnTo>
                  <a:lnTo>
                    <a:pt x="2978222" y="2327991"/>
                  </a:lnTo>
                  <a:lnTo>
                    <a:pt x="2978316" y="2327991"/>
                  </a:lnTo>
                  <a:lnTo>
                    <a:pt x="2978410" y="2327991"/>
                  </a:lnTo>
                  <a:lnTo>
                    <a:pt x="2978504" y="2327991"/>
                  </a:lnTo>
                  <a:lnTo>
                    <a:pt x="2978598" y="2327991"/>
                  </a:lnTo>
                  <a:lnTo>
                    <a:pt x="2978692" y="2327991"/>
                  </a:lnTo>
                  <a:lnTo>
                    <a:pt x="2978786" y="2327991"/>
                  </a:lnTo>
                  <a:lnTo>
                    <a:pt x="2978881" y="2327991"/>
                  </a:lnTo>
                  <a:lnTo>
                    <a:pt x="2978975" y="2327991"/>
                  </a:lnTo>
                  <a:lnTo>
                    <a:pt x="2979069" y="2327991"/>
                  </a:lnTo>
                  <a:lnTo>
                    <a:pt x="2979163" y="2327991"/>
                  </a:lnTo>
                  <a:lnTo>
                    <a:pt x="2979257" y="2327991"/>
                  </a:lnTo>
                  <a:lnTo>
                    <a:pt x="2979351" y="2327991"/>
                  </a:lnTo>
                  <a:lnTo>
                    <a:pt x="2979446" y="2327991"/>
                  </a:lnTo>
                  <a:lnTo>
                    <a:pt x="2979540" y="2327991"/>
                  </a:lnTo>
                  <a:lnTo>
                    <a:pt x="2979634" y="2327991"/>
                  </a:lnTo>
                  <a:lnTo>
                    <a:pt x="2979728" y="2327991"/>
                  </a:lnTo>
                  <a:lnTo>
                    <a:pt x="2979822" y="2327991"/>
                  </a:lnTo>
                  <a:lnTo>
                    <a:pt x="2979916" y="2327991"/>
                  </a:lnTo>
                  <a:lnTo>
                    <a:pt x="2980010" y="2327991"/>
                  </a:lnTo>
                  <a:lnTo>
                    <a:pt x="2980105" y="2327991"/>
                  </a:lnTo>
                  <a:lnTo>
                    <a:pt x="2980199" y="2327991"/>
                  </a:lnTo>
                  <a:lnTo>
                    <a:pt x="2980293" y="2327991"/>
                  </a:lnTo>
                  <a:lnTo>
                    <a:pt x="2980387" y="2327991"/>
                  </a:lnTo>
                  <a:lnTo>
                    <a:pt x="2980481" y="2327991"/>
                  </a:lnTo>
                  <a:lnTo>
                    <a:pt x="2980575" y="2327991"/>
                  </a:lnTo>
                  <a:lnTo>
                    <a:pt x="2980670" y="2327991"/>
                  </a:lnTo>
                  <a:lnTo>
                    <a:pt x="2980764" y="2327991"/>
                  </a:lnTo>
                  <a:lnTo>
                    <a:pt x="2980858" y="2327991"/>
                  </a:lnTo>
                  <a:lnTo>
                    <a:pt x="2980952" y="2327991"/>
                  </a:lnTo>
                  <a:lnTo>
                    <a:pt x="2981046" y="2327991"/>
                  </a:lnTo>
                  <a:lnTo>
                    <a:pt x="2981140" y="2327991"/>
                  </a:lnTo>
                  <a:lnTo>
                    <a:pt x="2981234" y="2327991"/>
                  </a:lnTo>
                  <a:lnTo>
                    <a:pt x="2981329" y="2327991"/>
                  </a:lnTo>
                  <a:lnTo>
                    <a:pt x="2981423" y="2327991"/>
                  </a:lnTo>
                  <a:lnTo>
                    <a:pt x="2981517" y="2327991"/>
                  </a:lnTo>
                  <a:lnTo>
                    <a:pt x="2981611" y="2327991"/>
                  </a:lnTo>
                  <a:lnTo>
                    <a:pt x="2981705" y="2327991"/>
                  </a:lnTo>
                  <a:lnTo>
                    <a:pt x="2981799" y="2327991"/>
                  </a:lnTo>
                  <a:lnTo>
                    <a:pt x="2981893" y="2327991"/>
                  </a:lnTo>
                  <a:lnTo>
                    <a:pt x="2981988" y="2327991"/>
                  </a:lnTo>
                  <a:lnTo>
                    <a:pt x="2982082" y="2327991"/>
                  </a:lnTo>
                  <a:lnTo>
                    <a:pt x="2982176" y="2327991"/>
                  </a:lnTo>
                  <a:lnTo>
                    <a:pt x="2982270" y="2327991"/>
                  </a:lnTo>
                  <a:lnTo>
                    <a:pt x="2982364" y="2327991"/>
                  </a:lnTo>
                  <a:lnTo>
                    <a:pt x="2982458" y="2327991"/>
                  </a:lnTo>
                  <a:lnTo>
                    <a:pt x="2982553" y="2327991"/>
                  </a:lnTo>
                  <a:lnTo>
                    <a:pt x="2982647" y="2327991"/>
                  </a:lnTo>
                  <a:lnTo>
                    <a:pt x="2982741" y="2327991"/>
                  </a:lnTo>
                  <a:lnTo>
                    <a:pt x="2982835" y="2327991"/>
                  </a:lnTo>
                  <a:lnTo>
                    <a:pt x="2982929" y="2327991"/>
                  </a:lnTo>
                  <a:lnTo>
                    <a:pt x="2983023" y="2327991"/>
                  </a:lnTo>
                  <a:lnTo>
                    <a:pt x="2983117" y="2327991"/>
                  </a:lnTo>
                  <a:lnTo>
                    <a:pt x="2983212" y="2327991"/>
                  </a:lnTo>
                  <a:lnTo>
                    <a:pt x="2983306" y="2327991"/>
                  </a:lnTo>
                  <a:lnTo>
                    <a:pt x="2983400" y="2327991"/>
                  </a:lnTo>
                  <a:lnTo>
                    <a:pt x="2983494" y="2327991"/>
                  </a:lnTo>
                  <a:lnTo>
                    <a:pt x="2983588" y="2327991"/>
                  </a:lnTo>
                  <a:lnTo>
                    <a:pt x="2983682" y="2327991"/>
                  </a:lnTo>
                  <a:lnTo>
                    <a:pt x="2983777" y="2327991"/>
                  </a:lnTo>
                  <a:lnTo>
                    <a:pt x="2983871" y="2327991"/>
                  </a:lnTo>
                  <a:lnTo>
                    <a:pt x="2983965" y="2327991"/>
                  </a:lnTo>
                  <a:lnTo>
                    <a:pt x="2984059" y="2327991"/>
                  </a:lnTo>
                  <a:lnTo>
                    <a:pt x="2984153" y="2327991"/>
                  </a:lnTo>
                  <a:lnTo>
                    <a:pt x="2984247" y="2327991"/>
                  </a:lnTo>
                  <a:lnTo>
                    <a:pt x="2984341" y="2327991"/>
                  </a:lnTo>
                  <a:lnTo>
                    <a:pt x="2984436" y="2327991"/>
                  </a:lnTo>
                  <a:lnTo>
                    <a:pt x="2984530" y="2327991"/>
                  </a:lnTo>
                  <a:lnTo>
                    <a:pt x="2984624" y="2327991"/>
                  </a:lnTo>
                  <a:lnTo>
                    <a:pt x="2984718" y="2327991"/>
                  </a:lnTo>
                  <a:lnTo>
                    <a:pt x="2984812" y="2327991"/>
                  </a:lnTo>
                  <a:lnTo>
                    <a:pt x="2984906" y="2327991"/>
                  </a:lnTo>
                  <a:lnTo>
                    <a:pt x="2985001" y="2327991"/>
                  </a:lnTo>
                  <a:lnTo>
                    <a:pt x="2985095" y="2327991"/>
                  </a:lnTo>
                  <a:lnTo>
                    <a:pt x="2985095" y="2323080"/>
                  </a:lnTo>
                  <a:lnTo>
                    <a:pt x="2985189" y="2323080"/>
                  </a:lnTo>
                  <a:lnTo>
                    <a:pt x="2985283" y="2323080"/>
                  </a:lnTo>
                  <a:lnTo>
                    <a:pt x="2985377" y="2323080"/>
                  </a:lnTo>
                  <a:lnTo>
                    <a:pt x="2985471" y="2323080"/>
                  </a:lnTo>
                  <a:lnTo>
                    <a:pt x="2985565" y="2323080"/>
                  </a:lnTo>
                  <a:lnTo>
                    <a:pt x="2985660" y="2323080"/>
                  </a:lnTo>
                  <a:lnTo>
                    <a:pt x="2985754" y="2323080"/>
                  </a:lnTo>
                  <a:lnTo>
                    <a:pt x="2985848" y="2323080"/>
                  </a:lnTo>
                  <a:lnTo>
                    <a:pt x="2985942" y="2323080"/>
                  </a:lnTo>
                  <a:lnTo>
                    <a:pt x="2986036" y="2323080"/>
                  </a:lnTo>
                  <a:lnTo>
                    <a:pt x="2986130" y="2323080"/>
                  </a:lnTo>
                  <a:lnTo>
                    <a:pt x="2986224" y="2323080"/>
                  </a:lnTo>
                  <a:lnTo>
                    <a:pt x="2986319" y="2323080"/>
                  </a:lnTo>
                  <a:lnTo>
                    <a:pt x="2986413" y="2323080"/>
                  </a:lnTo>
                  <a:lnTo>
                    <a:pt x="2986507" y="2323080"/>
                  </a:lnTo>
                  <a:lnTo>
                    <a:pt x="2986601" y="2323080"/>
                  </a:lnTo>
                  <a:lnTo>
                    <a:pt x="2986695" y="2323080"/>
                  </a:lnTo>
                  <a:lnTo>
                    <a:pt x="2986789" y="2323080"/>
                  </a:lnTo>
                  <a:lnTo>
                    <a:pt x="2986884" y="2323080"/>
                  </a:lnTo>
                  <a:lnTo>
                    <a:pt x="2986978" y="2323080"/>
                  </a:lnTo>
                  <a:lnTo>
                    <a:pt x="2987072" y="2323080"/>
                  </a:lnTo>
                  <a:lnTo>
                    <a:pt x="2987166" y="2323080"/>
                  </a:lnTo>
                  <a:lnTo>
                    <a:pt x="2987260" y="2323080"/>
                  </a:lnTo>
                  <a:lnTo>
                    <a:pt x="2987260" y="2318168"/>
                  </a:lnTo>
                  <a:lnTo>
                    <a:pt x="2987354" y="2318168"/>
                  </a:lnTo>
                  <a:lnTo>
                    <a:pt x="2987448" y="2318168"/>
                  </a:lnTo>
                  <a:lnTo>
                    <a:pt x="2987543" y="2318168"/>
                  </a:lnTo>
                  <a:lnTo>
                    <a:pt x="2987637" y="2318168"/>
                  </a:lnTo>
                  <a:lnTo>
                    <a:pt x="2987731" y="2318168"/>
                  </a:lnTo>
                  <a:lnTo>
                    <a:pt x="2987825" y="2318168"/>
                  </a:lnTo>
                  <a:lnTo>
                    <a:pt x="2987919" y="2318168"/>
                  </a:lnTo>
                  <a:lnTo>
                    <a:pt x="2988013" y="2318168"/>
                  </a:lnTo>
                  <a:lnTo>
                    <a:pt x="2988108" y="2318168"/>
                  </a:lnTo>
                  <a:lnTo>
                    <a:pt x="2988202" y="2318168"/>
                  </a:lnTo>
                  <a:lnTo>
                    <a:pt x="2988296" y="2318168"/>
                  </a:lnTo>
                  <a:lnTo>
                    <a:pt x="2988390" y="2318168"/>
                  </a:lnTo>
                  <a:lnTo>
                    <a:pt x="2988484" y="2318168"/>
                  </a:lnTo>
                  <a:lnTo>
                    <a:pt x="2988578" y="2318168"/>
                  </a:lnTo>
                  <a:lnTo>
                    <a:pt x="2988578" y="2313257"/>
                  </a:lnTo>
                  <a:lnTo>
                    <a:pt x="2988672" y="2313257"/>
                  </a:lnTo>
                  <a:lnTo>
                    <a:pt x="2988767" y="2313257"/>
                  </a:lnTo>
                  <a:lnTo>
                    <a:pt x="2988861" y="2313257"/>
                  </a:lnTo>
                  <a:lnTo>
                    <a:pt x="2988955" y="2313257"/>
                  </a:lnTo>
                  <a:lnTo>
                    <a:pt x="2989049" y="2313257"/>
                  </a:lnTo>
                  <a:lnTo>
                    <a:pt x="2989143" y="2313257"/>
                  </a:lnTo>
                  <a:lnTo>
                    <a:pt x="2989237" y="2313257"/>
                  </a:lnTo>
                  <a:lnTo>
                    <a:pt x="2989332" y="2313257"/>
                  </a:lnTo>
                  <a:lnTo>
                    <a:pt x="2989426" y="2313257"/>
                  </a:lnTo>
                  <a:lnTo>
                    <a:pt x="2989520" y="2313257"/>
                  </a:lnTo>
                  <a:lnTo>
                    <a:pt x="2989614" y="2313257"/>
                  </a:lnTo>
                  <a:lnTo>
                    <a:pt x="2989708" y="2313257"/>
                  </a:lnTo>
                  <a:lnTo>
                    <a:pt x="2989802" y="2313257"/>
                  </a:lnTo>
                  <a:lnTo>
                    <a:pt x="2989896" y="2313257"/>
                  </a:lnTo>
                  <a:lnTo>
                    <a:pt x="2989991" y="2313257"/>
                  </a:lnTo>
                  <a:lnTo>
                    <a:pt x="2990085" y="2313257"/>
                  </a:lnTo>
                  <a:lnTo>
                    <a:pt x="2990179" y="2313257"/>
                  </a:lnTo>
                  <a:lnTo>
                    <a:pt x="2990273" y="2313257"/>
                  </a:lnTo>
                  <a:lnTo>
                    <a:pt x="2990367" y="2313257"/>
                  </a:lnTo>
                  <a:lnTo>
                    <a:pt x="2990461" y="2313257"/>
                  </a:lnTo>
                  <a:lnTo>
                    <a:pt x="2990555" y="2313257"/>
                  </a:lnTo>
                  <a:lnTo>
                    <a:pt x="2990650" y="2313257"/>
                  </a:lnTo>
                  <a:lnTo>
                    <a:pt x="2990744" y="2313257"/>
                  </a:lnTo>
                  <a:lnTo>
                    <a:pt x="2990838" y="2313257"/>
                  </a:lnTo>
                  <a:lnTo>
                    <a:pt x="2990932" y="2313257"/>
                  </a:lnTo>
                  <a:lnTo>
                    <a:pt x="2991026" y="2313257"/>
                  </a:lnTo>
                  <a:lnTo>
                    <a:pt x="2991120" y="2313257"/>
                  </a:lnTo>
                  <a:lnTo>
                    <a:pt x="2991215" y="2313257"/>
                  </a:lnTo>
                  <a:lnTo>
                    <a:pt x="2991309" y="2313257"/>
                  </a:lnTo>
                  <a:lnTo>
                    <a:pt x="2991403" y="2313257"/>
                  </a:lnTo>
                  <a:lnTo>
                    <a:pt x="2991497" y="2313257"/>
                  </a:lnTo>
                  <a:lnTo>
                    <a:pt x="2991591" y="2313257"/>
                  </a:lnTo>
                  <a:lnTo>
                    <a:pt x="2991685" y="2313257"/>
                  </a:lnTo>
                  <a:lnTo>
                    <a:pt x="2991779" y="2313257"/>
                  </a:lnTo>
                  <a:lnTo>
                    <a:pt x="2991874" y="2313257"/>
                  </a:lnTo>
                  <a:lnTo>
                    <a:pt x="2991968" y="2313257"/>
                  </a:lnTo>
                  <a:lnTo>
                    <a:pt x="2992062" y="2313257"/>
                  </a:lnTo>
                  <a:lnTo>
                    <a:pt x="2992156" y="2313257"/>
                  </a:lnTo>
                  <a:lnTo>
                    <a:pt x="2992250" y="2313257"/>
                  </a:lnTo>
                  <a:lnTo>
                    <a:pt x="2992344" y="2313257"/>
                  </a:lnTo>
                  <a:lnTo>
                    <a:pt x="2992439" y="2313257"/>
                  </a:lnTo>
                  <a:lnTo>
                    <a:pt x="2992533" y="2313257"/>
                  </a:lnTo>
                  <a:lnTo>
                    <a:pt x="2992627" y="2313257"/>
                  </a:lnTo>
                  <a:lnTo>
                    <a:pt x="2992721" y="2313257"/>
                  </a:lnTo>
                  <a:lnTo>
                    <a:pt x="2992815" y="2313257"/>
                  </a:lnTo>
                  <a:lnTo>
                    <a:pt x="2992909" y="2313257"/>
                  </a:lnTo>
                  <a:lnTo>
                    <a:pt x="2993003" y="2313257"/>
                  </a:lnTo>
                  <a:lnTo>
                    <a:pt x="2993098" y="2313257"/>
                  </a:lnTo>
                  <a:lnTo>
                    <a:pt x="2993192" y="2313257"/>
                  </a:lnTo>
                  <a:lnTo>
                    <a:pt x="2993192" y="2308346"/>
                  </a:lnTo>
                  <a:lnTo>
                    <a:pt x="2993192" y="2303434"/>
                  </a:lnTo>
                  <a:lnTo>
                    <a:pt x="2993286" y="2303434"/>
                  </a:lnTo>
                  <a:lnTo>
                    <a:pt x="2993380" y="2303434"/>
                  </a:lnTo>
                  <a:lnTo>
                    <a:pt x="2993474" y="2303434"/>
                  </a:lnTo>
                  <a:lnTo>
                    <a:pt x="2993568" y="2303434"/>
                  </a:lnTo>
                  <a:lnTo>
                    <a:pt x="2993663" y="2303434"/>
                  </a:lnTo>
                  <a:lnTo>
                    <a:pt x="2993757" y="2303434"/>
                  </a:lnTo>
                  <a:lnTo>
                    <a:pt x="2993851" y="2303434"/>
                  </a:lnTo>
                  <a:lnTo>
                    <a:pt x="2993945" y="2303434"/>
                  </a:lnTo>
                  <a:lnTo>
                    <a:pt x="2994039" y="2303434"/>
                  </a:lnTo>
                  <a:lnTo>
                    <a:pt x="2994133" y="2303434"/>
                  </a:lnTo>
                  <a:lnTo>
                    <a:pt x="2994227" y="2303434"/>
                  </a:lnTo>
                  <a:lnTo>
                    <a:pt x="2994322" y="2303434"/>
                  </a:lnTo>
                  <a:lnTo>
                    <a:pt x="2994416" y="2303434"/>
                  </a:lnTo>
                  <a:lnTo>
                    <a:pt x="2994510" y="2303434"/>
                  </a:lnTo>
                  <a:lnTo>
                    <a:pt x="2994604" y="2303434"/>
                  </a:lnTo>
                  <a:lnTo>
                    <a:pt x="2994698" y="2303434"/>
                  </a:lnTo>
                  <a:lnTo>
                    <a:pt x="2994792" y="2303434"/>
                  </a:lnTo>
                  <a:lnTo>
                    <a:pt x="2994886" y="2303434"/>
                  </a:lnTo>
                  <a:lnTo>
                    <a:pt x="2994981" y="2303434"/>
                  </a:lnTo>
                  <a:lnTo>
                    <a:pt x="2995075" y="2303434"/>
                  </a:lnTo>
                  <a:lnTo>
                    <a:pt x="2995169" y="2303434"/>
                  </a:lnTo>
                  <a:lnTo>
                    <a:pt x="2995263" y="2303434"/>
                  </a:lnTo>
                  <a:lnTo>
                    <a:pt x="2995357" y="2303434"/>
                  </a:lnTo>
                  <a:lnTo>
                    <a:pt x="2995451" y="2303434"/>
                  </a:lnTo>
                  <a:lnTo>
                    <a:pt x="2995546" y="2303434"/>
                  </a:lnTo>
                  <a:lnTo>
                    <a:pt x="2995640" y="2303434"/>
                  </a:lnTo>
                  <a:lnTo>
                    <a:pt x="2995734" y="2303434"/>
                  </a:lnTo>
                  <a:lnTo>
                    <a:pt x="2995828" y="2303434"/>
                  </a:lnTo>
                  <a:lnTo>
                    <a:pt x="2995922" y="2303434"/>
                  </a:lnTo>
                  <a:lnTo>
                    <a:pt x="2996016" y="2303434"/>
                  </a:lnTo>
                  <a:lnTo>
                    <a:pt x="2996110" y="2303434"/>
                  </a:lnTo>
                  <a:lnTo>
                    <a:pt x="2996205" y="2303434"/>
                  </a:lnTo>
                  <a:lnTo>
                    <a:pt x="2996299" y="2303434"/>
                  </a:lnTo>
                  <a:lnTo>
                    <a:pt x="2996393" y="2303434"/>
                  </a:lnTo>
                  <a:lnTo>
                    <a:pt x="2996487" y="2303434"/>
                  </a:lnTo>
                  <a:lnTo>
                    <a:pt x="2996581" y="2303434"/>
                  </a:lnTo>
                  <a:lnTo>
                    <a:pt x="2996675" y="2303434"/>
                  </a:lnTo>
                  <a:lnTo>
                    <a:pt x="2996770" y="2303434"/>
                  </a:lnTo>
                  <a:lnTo>
                    <a:pt x="2996864" y="2303434"/>
                  </a:lnTo>
                  <a:lnTo>
                    <a:pt x="2996958" y="2303434"/>
                  </a:lnTo>
                  <a:lnTo>
                    <a:pt x="2997052" y="2303434"/>
                  </a:lnTo>
                  <a:lnTo>
                    <a:pt x="2997146" y="2303434"/>
                  </a:lnTo>
                  <a:lnTo>
                    <a:pt x="2997240" y="2303434"/>
                  </a:lnTo>
                  <a:lnTo>
                    <a:pt x="2997240" y="2298523"/>
                  </a:lnTo>
                  <a:lnTo>
                    <a:pt x="2997334" y="2298523"/>
                  </a:lnTo>
                  <a:lnTo>
                    <a:pt x="2997429" y="2298523"/>
                  </a:lnTo>
                  <a:lnTo>
                    <a:pt x="2997523" y="2298523"/>
                  </a:lnTo>
                  <a:lnTo>
                    <a:pt x="2997617" y="2298523"/>
                  </a:lnTo>
                  <a:lnTo>
                    <a:pt x="2997711" y="2298523"/>
                  </a:lnTo>
                  <a:lnTo>
                    <a:pt x="2997805" y="2298523"/>
                  </a:lnTo>
                  <a:lnTo>
                    <a:pt x="2997899" y="2298523"/>
                  </a:lnTo>
                  <a:lnTo>
                    <a:pt x="2997994" y="2298523"/>
                  </a:lnTo>
                  <a:lnTo>
                    <a:pt x="2998088" y="2298523"/>
                  </a:lnTo>
                  <a:lnTo>
                    <a:pt x="2998182" y="2298523"/>
                  </a:lnTo>
                  <a:lnTo>
                    <a:pt x="2998276" y="2298523"/>
                  </a:lnTo>
                  <a:lnTo>
                    <a:pt x="2998370" y="2298523"/>
                  </a:lnTo>
                  <a:lnTo>
                    <a:pt x="2998464" y="2298523"/>
                  </a:lnTo>
                  <a:lnTo>
                    <a:pt x="2998558" y="2298523"/>
                  </a:lnTo>
                  <a:lnTo>
                    <a:pt x="2998653" y="2298523"/>
                  </a:lnTo>
                  <a:lnTo>
                    <a:pt x="2998747" y="2298523"/>
                  </a:lnTo>
                  <a:lnTo>
                    <a:pt x="2998841" y="2298523"/>
                  </a:lnTo>
                  <a:lnTo>
                    <a:pt x="2998935" y="2298523"/>
                  </a:lnTo>
                  <a:lnTo>
                    <a:pt x="2999029" y="2298523"/>
                  </a:lnTo>
                  <a:lnTo>
                    <a:pt x="2999123" y="2298523"/>
                  </a:lnTo>
                  <a:lnTo>
                    <a:pt x="2999217" y="2298523"/>
                  </a:lnTo>
                  <a:lnTo>
                    <a:pt x="2999312" y="2298523"/>
                  </a:lnTo>
                  <a:lnTo>
                    <a:pt x="2999406" y="2298523"/>
                  </a:lnTo>
                  <a:lnTo>
                    <a:pt x="2999500" y="2298523"/>
                  </a:lnTo>
                  <a:lnTo>
                    <a:pt x="2999594" y="2298523"/>
                  </a:lnTo>
                  <a:lnTo>
                    <a:pt x="2999688" y="2298523"/>
                  </a:lnTo>
                  <a:lnTo>
                    <a:pt x="2999782" y="2298523"/>
                  </a:lnTo>
                  <a:lnTo>
                    <a:pt x="2999877" y="2298523"/>
                  </a:lnTo>
                  <a:lnTo>
                    <a:pt x="2999971" y="2298523"/>
                  </a:lnTo>
                  <a:lnTo>
                    <a:pt x="3000065" y="2298523"/>
                  </a:lnTo>
                  <a:lnTo>
                    <a:pt x="3000159" y="2298523"/>
                  </a:lnTo>
                  <a:lnTo>
                    <a:pt x="3000253" y="2298523"/>
                  </a:lnTo>
                  <a:lnTo>
                    <a:pt x="3000347" y="2298523"/>
                  </a:lnTo>
                  <a:lnTo>
                    <a:pt x="3000441" y="2298523"/>
                  </a:lnTo>
                  <a:lnTo>
                    <a:pt x="3000536" y="2298523"/>
                  </a:lnTo>
                  <a:lnTo>
                    <a:pt x="3000536" y="2293612"/>
                  </a:lnTo>
                  <a:lnTo>
                    <a:pt x="3000630" y="2293612"/>
                  </a:lnTo>
                  <a:lnTo>
                    <a:pt x="3000724" y="2293612"/>
                  </a:lnTo>
                  <a:lnTo>
                    <a:pt x="3000818" y="2293612"/>
                  </a:lnTo>
                  <a:lnTo>
                    <a:pt x="3000912" y="2293612"/>
                  </a:lnTo>
                  <a:lnTo>
                    <a:pt x="3001006" y="2293612"/>
                  </a:lnTo>
                  <a:lnTo>
                    <a:pt x="3001101" y="2293612"/>
                  </a:lnTo>
                  <a:lnTo>
                    <a:pt x="3001195" y="2293612"/>
                  </a:lnTo>
                  <a:lnTo>
                    <a:pt x="3001289" y="2293612"/>
                  </a:lnTo>
                  <a:lnTo>
                    <a:pt x="3001383" y="2293612"/>
                  </a:lnTo>
                  <a:lnTo>
                    <a:pt x="3001477" y="2293612"/>
                  </a:lnTo>
                  <a:lnTo>
                    <a:pt x="3001571" y="2293612"/>
                  </a:lnTo>
                  <a:lnTo>
                    <a:pt x="3001665" y="2293612"/>
                  </a:lnTo>
                  <a:lnTo>
                    <a:pt x="3001760" y="2293612"/>
                  </a:lnTo>
                  <a:lnTo>
                    <a:pt x="3001854" y="2293612"/>
                  </a:lnTo>
                  <a:lnTo>
                    <a:pt x="3001948" y="2293612"/>
                  </a:lnTo>
                  <a:lnTo>
                    <a:pt x="3002042" y="2293612"/>
                  </a:lnTo>
                  <a:lnTo>
                    <a:pt x="3002136" y="2293612"/>
                  </a:lnTo>
                  <a:lnTo>
                    <a:pt x="3002230" y="2293612"/>
                  </a:lnTo>
                  <a:lnTo>
                    <a:pt x="3002325" y="2293612"/>
                  </a:lnTo>
                  <a:lnTo>
                    <a:pt x="3002419" y="2293612"/>
                  </a:lnTo>
                  <a:lnTo>
                    <a:pt x="3002513" y="2293612"/>
                  </a:lnTo>
                  <a:lnTo>
                    <a:pt x="3002607" y="2293612"/>
                  </a:lnTo>
                  <a:lnTo>
                    <a:pt x="3002701" y="2293612"/>
                  </a:lnTo>
                  <a:lnTo>
                    <a:pt x="3002795" y="2293612"/>
                  </a:lnTo>
                  <a:lnTo>
                    <a:pt x="3002889" y="2293612"/>
                  </a:lnTo>
                  <a:lnTo>
                    <a:pt x="3002984" y="2293612"/>
                  </a:lnTo>
                  <a:lnTo>
                    <a:pt x="3003078" y="2293612"/>
                  </a:lnTo>
                  <a:lnTo>
                    <a:pt x="3003172" y="2293612"/>
                  </a:lnTo>
                  <a:lnTo>
                    <a:pt x="3003266" y="2293612"/>
                  </a:lnTo>
                  <a:lnTo>
                    <a:pt x="3003360" y="2293612"/>
                  </a:lnTo>
                  <a:lnTo>
                    <a:pt x="3003454" y="2293612"/>
                  </a:lnTo>
                  <a:lnTo>
                    <a:pt x="3003548" y="2293612"/>
                  </a:lnTo>
                  <a:lnTo>
                    <a:pt x="3003643" y="2293612"/>
                  </a:lnTo>
                  <a:lnTo>
                    <a:pt x="3003737" y="2293612"/>
                  </a:lnTo>
                  <a:lnTo>
                    <a:pt x="3003831" y="2293612"/>
                  </a:lnTo>
                  <a:lnTo>
                    <a:pt x="3003925" y="2293612"/>
                  </a:lnTo>
                  <a:lnTo>
                    <a:pt x="3004019" y="2293612"/>
                  </a:lnTo>
                  <a:lnTo>
                    <a:pt x="3004113" y="2293612"/>
                  </a:lnTo>
                  <a:lnTo>
                    <a:pt x="3004208" y="2293612"/>
                  </a:lnTo>
                  <a:lnTo>
                    <a:pt x="3004302" y="2293612"/>
                  </a:lnTo>
                  <a:lnTo>
                    <a:pt x="3004396" y="2293612"/>
                  </a:lnTo>
                  <a:lnTo>
                    <a:pt x="3004490" y="2293612"/>
                  </a:lnTo>
                  <a:lnTo>
                    <a:pt x="3004584" y="2293612"/>
                  </a:lnTo>
                  <a:lnTo>
                    <a:pt x="3004678" y="2293612"/>
                  </a:lnTo>
                  <a:lnTo>
                    <a:pt x="3004772" y="2293612"/>
                  </a:lnTo>
                  <a:lnTo>
                    <a:pt x="3004867" y="2293612"/>
                  </a:lnTo>
                  <a:lnTo>
                    <a:pt x="3004961" y="2293612"/>
                  </a:lnTo>
                  <a:lnTo>
                    <a:pt x="3005055" y="2293612"/>
                  </a:lnTo>
                  <a:lnTo>
                    <a:pt x="3005149" y="2293612"/>
                  </a:lnTo>
                  <a:lnTo>
                    <a:pt x="3005243" y="2293612"/>
                  </a:lnTo>
                  <a:lnTo>
                    <a:pt x="3005337" y="2293612"/>
                  </a:lnTo>
                  <a:lnTo>
                    <a:pt x="3005432" y="2293612"/>
                  </a:lnTo>
                  <a:lnTo>
                    <a:pt x="3005526" y="2293612"/>
                  </a:lnTo>
                  <a:lnTo>
                    <a:pt x="3005620" y="2293612"/>
                  </a:lnTo>
                  <a:lnTo>
                    <a:pt x="3005714" y="2293612"/>
                  </a:lnTo>
                  <a:lnTo>
                    <a:pt x="3005808" y="2293612"/>
                  </a:lnTo>
                  <a:lnTo>
                    <a:pt x="3005902" y="2293612"/>
                  </a:lnTo>
                  <a:lnTo>
                    <a:pt x="3005996" y="2293612"/>
                  </a:lnTo>
                  <a:lnTo>
                    <a:pt x="3006091" y="2293612"/>
                  </a:lnTo>
                  <a:lnTo>
                    <a:pt x="3006185" y="2293612"/>
                  </a:lnTo>
                  <a:lnTo>
                    <a:pt x="3006279" y="2293612"/>
                  </a:lnTo>
                  <a:lnTo>
                    <a:pt x="3006373" y="2293612"/>
                  </a:lnTo>
                  <a:lnTo>
                    <a:pt x="3006467" y="2293612"/>
                  </a:lnTo>
                  <a:lnTo>
                    <a:pt x="3006561" y="2293612"/>
                  </a:lnTo>
                  <a:lnTo>
                    <a:pt x="3006656" y="2293612"/>
                  </a:lnTo>
                  <a:lnTo>
                    <a:pt x="3006750" y="2293612"/>
                  </a:lnTo>
                  <a:lnTo>
                    <a:pt x="3006844" y="2293612"/>
                  </a:lnTo>
                  <a:lnTo>
                    <a:pt x="3006938" y="2293612"/>
                  </a:lnTo>
                  <a:lnTo>
                    <a:pt x="3007032" y="2293612"/>
                  </a:lnTo>
                  <a:lnTo>
                    <a:pt x="3007126" y="2293612"/>
                  </a:lnTo>
                  <a:lnTo>
                    <a:pt x="3007220" y="2293612"/>
                  </a:lnTo>
                  <a:lnTo>
                    <a:pt x="3007315" y="2293612"/>
                  </a:lnTo>
                  <a:lnTo>
                    <a:pt x="3007409" y="2293612"/>
                  </a:lnTo>
                  <a:lnTo>
                    <a:pt x="3007503" y="2293612"/>
                  </a:lnTo>
                  <a:lnTo>
                    <a:pt x="3007597" y="2293612"/>
                  </a:lnTo>
                  <a:lnTo>
                    <a:pt x="3007691" y="2293612"/>
                  </a:lnTo>
                  <a:lnTo>
                    <a:pt x="3007785" y="2293612"/>
                  </a:lnTo>
                  <a:lnTo>
                    <a:pt x="3007879" y="2293612"/>
                  </a:lnTo>
                  <a:lnTo>
                    <a:pt x="3007974" y="2293612"/>
                  </a:lnTo>
                  <a:lnTo>
                    <a:pt x="3008068" y="2293612"/>
                  </a:lnTo>
                  <a:lnTo>
                    <a:pt x="3008162" y="2293612"/>
                  </a:lnTo>
                  <a:lnTo>
                    <a:pt x="3008256" y="2293612"/>
                  </a:lnTo>
                  <a:lnTo>
                    <a:pt x="3008350" y="2293612"/>
                  </a:lnTo>
                  <a:lnTo>
                    <a:pt x="3008444" y="2293612"/>
                  </a:lnTo>
                  <a:lnTo>
                    <a:pt x="3008539" y="2293612"/>
                  </a:lnTo>
                  <a:lnTo>
                    <a:pt x="3008633" y="2293612"/>
                  </a:lnTo>
                  <a:lnTo>
                    <a:pt x="3008727" y="2293612"/>
                  </a:lnTo>
                  <a:lnTo>
                    <a:pt x="3008821" y="2293612"/>
                  </a:lnTo>
                  <a:lnTo>
                    <a:pt x="3008915" y="2293612"/>
                  </a:lnTo>
                  <a:lnTo>
                    <a:pt x="3009009" y="2293612"/>
                  </a:lnTo>
                  <a:lnTo>
                    <a:pt x="3009103" y="2293612"/>
                  </a:lnTo>
                  <a:lnTo>
                    <a:pt x="3009198" y="2293612"/>
                  </a:lnTo>
                  <a:lnTo>
                    <a:pt x="3009292" y="2293612"/>
                  </a:lnTo>
                  <a:lnTo>
                    <a:pt x="3009386" y="2293612"/>
                  </a:lnTo>
                  <a:lnTo>
                    <a:pt x="3009480" y="2293612"/>
                  </a:lnTo>
                  <a:lnTo>
                    <a:pt x="3009574" y="2293612"/>
                  </a:lnTo>
                  <a:lnTo>
                    <a:pt x="3009668" y="2293612"/>
                  </a:lnTo>
                  <a:lnTo>
                    <a:pt x="3009763" y="2293612"/>
                  </a:lnTo>
                  <a:lnTo>
                    <a:pt x="3009857" y="2293612"/>
                  </a:lnTo>
                  <a:lnTo>
                    <a:pt x="3009951" y="2293612"/>
                  </a:lnTo>
                  <a:lnTo>
                    <a:pt x="3010045" y="2293612"/>
                  </a:lnTo>
                  <a:lnTo>
                    <a:pt x="3010139" y="2293612"/>
                  </a:lnTo>
                  <a:lnTo>
                    <a:pt x="3010233" y="2293612"/>
                  </a:lnTo>
                  <a:lnTo>
                    <a:pt x="3010327" y="2293612"/>
                  </a:lnTo>
                  <a:lnTo>
                    <a:pt x="3010422" y="2293612"/>
                  </a:lnTo>
                  <a:lnTo>
                    <a:pt x="3010516" y="2293612"/>
                  </a:lnTo>
                  <a:lnTo>
                    <a:pt x="3010610" y="2293612"/>
                  </a:lnTo>
                  <a:lnTo>
                    <a:pt x="3010704" y="2293612"/>
                  </a:lnTo>
                  <a:lnTo>
                    <a:pt x="3010798" y="2293612"/>
                  </a:lnTo>
                  <a:lnTo>
                    <a:pt x="3010892" y="2293612"/>
                  </a:lnTo>
                  <a:lnTo>
                    <a:pt x="3010987" y="2293612"/>
                  </a:lnTo>
                  <a:lnTo>
                    <a:pt x="3011081" y="2293612"/>
                  </a:lnTo>
                  <a:lnTo>
                    <a:pt x="3011175" y="2293612"/>
                  </a:lnTo>
                  <a:lnTo>
                    <a:pt x="3011269" y="2293612"/>
                  </a:lnTo>
                  <a:lnTo>
                    <a:pt x="3011363" y="2293612"/>
                  </a:lnTo>
                  <a:lnTo>
                    <a:pt x="3011457" y="2293612"/>
                  </a:lnTo>
                  <a:lnTo>
                    <a:pt x="3011551" y="2293612"/>
                  </a:lnTo>
                  <a:lnTo>
                    <a:pt x="3011646" y="2293612"/>
                  </a:lnTo>
                  <a:lnTo>
                    <a:pt x="3011740" y="2293612"/>
                  </a:lnTo>
                  <a:lnTo>
                    <a:pt x="3011834" y="2293612"/>
                  </a:lnTo>
                  <a:lnTo>
                    <a:pt x="3011928" y="2293612"/>
                  </a:lnTo>
                  <a:lnTo>
                    <a:pt x="3012022" y="2293612"/>
                  </a:lnTo>
                  <a:lnTo>
                    <a:pt x="3012116" y="2293612"/>
                  </a:lnTo>
                  <a:lnTo>
                    <a:pt x="3012210" y="2293612"/>
                  </a:lnTo>
                  <a:lnTo>
                    <a:pt x="3012305" y="2293612"/>
                  </a:lnTo>
                  <a:lnTo>
                    <a:pt x="3012399" y="2293612"/>
                  </a:lnTo>
                  <a:lnTo>
                    <a:pt x="3012493" y="2293612"/>
                  </a:lnTo>
                  <a:lnTo>
                    <a:pt x="3012587" y="2293612"/>
                  </a:lnTo>
                  <a:lnTo>
                    <a:pt x="3012681" y="2293612"/>
                  </a:lnTo>
                  <a:lnTo>
                    <a:pt x="3012775" y="2293612"/>
                  </a:lnTo>
                  <a:lnTo>
                    <a:pt x="3012870" y="2293612"/>
                  </a:lnTo>
                  <a:lnTo>
                    <a:pt x="3012964" y="2293612"/>
                  </a:lnTo>
                  <a:lnTo>
                    <a:pt x="3013058" y="2293612"/>
                  </a:lnTo>
                  <a:lnTo>
                    <a:pt x="3013152" y="2293612"/>
                  </a:lnTo>
                  <a:lnTo>
                    <a:pt x="3013246" y="2293612"/>
                  </a:lnTo>
                  <a:lnTo>
                    <a:pt x="3013340" y="2293612"/>
                  </a:lnTo>
                  <a:lnTo>
                    <a:pt x="3013434" y="2293612"/>
                  </a:lnTo>
                  <a:lnTo>
                    <a:pt x="3013529" y="2293612"/>
                  </a:lnTo>
                  <a:lnTo>
                    <a:pt x="3013623" y="2293612"/>
                  </a:lnTo>
                  <a:lnTo>
                    <a:pt x="3013717" y="2293612"/>
                  </a:lnTo>
                  <a:lnTo>
                    <a:pt x="3013811" y="2293612"/>
                  </a:lnTo>
                  <a:lnTo>
                    <a:pt x="3013905" y="2293612"/>
                  </a:lnTo>
                  <a:lnTo>
                    <a:pt x="3013999" y="2293612"/>
                  </a:lnTo>
                  <a:lnTo>
                    <a:pt x="3014094" y="2293612"/>
                  </a:lnTo>
                  <a:lnTo>
                    <a:pt x="3014188" y="2293612"/>
                  </a:lnTo>
                  <a:lnTo>
                    <a:pt x="3014282" y="2293612"/>
                  </a:lnTo>
                  <a:lnTo>
                    <a:pt x="3014376" y="2293612"/>
                  </a:lnTo>
                  <a:lnTo>
                    <a:pt x="3014470" y="2293612"/>
                  </a:lnTo>
                  <a:lnTo>
                    <a:pt x="3014564" y="2293612"/>
                  </a:lnTo>
                  <a:lnTo>
                    <a:pt x="3014658" y="2293612"/>
                  </a:lnTo>
                  <a:lnTo>
                    <a:pt x="3014658" y="2288700"/>
                  </a:lnTo>
                  <a:lnTo>
                    <a:pt x="3014753" y="2288700"/>
                  </a:lnTo>
                  <a:lnTo>
                    <a:pt x="3014847" y="2288700"/>
                  </a:lnTo>
                  <a:lnTo>
                    <a:pt x="3014941" y="2288700"/>
                  </a:lnTo>
                  <a:lnTo>
                    <a:pt x="3015035" y="2288700"/>
                  </a:lnTo>
                  <a:lnTo>
                    <a:pt x="3015129" y="2288700"/>
                  </a:lnTo>
                  <a:lnTo>
                    <a:pt x="3015223" y="2288700"/>
                  </a:lnTo>
                  <a:lnTo>
                    <a:pt x="3015318" y="2288700"/>
                  </a:lnTo>
                  <a:lnTo>
                    <a:pt x="3015412" y="2288700"/>
                  </a:lnTo>
                  <a:lnTo>
                    <a:pt x="3015506" y="2288700"/>
                  </a:lnTo>
                  <a:lnTo>
                    <a:pt x="3015600" y="2288700"/>
                  </a:lnTo>
                  <a:lnTo>
                    <a:pt x="3015694" y="2288700"/>
                  </a:lnTo>
                  <a:lnTo>
                    <a:pt x="3015788" y="2288700"/>
                  </a:lnTo>
                  <a:lnTo>
                    <a:pt x="3015882" y="2288700"/>
                  </a:lnTo>
                  <a:lnTo>
                    <a:pt x="3015977" y="2288700"/>
                  </a:lnTo>
                  <a:lnTo>
                    <a:pt x="3016071" y="2288700"/>
                  </a:lnTo>
                  <a:lnTo>
                    <a:pt x="3016165" y="2288700"/>
                  </a:lnTo>
                  <a:lnTo>
                    <a:pt x="3016259" y="2288700"/>
                  </a:lnTo>
                  <a:lnTo>
                    <a:pt x="3016353" y="2288700"/>
                  </a:lnTo>
                  <a:lnTo>
                    <a:pt x="3016447" y="2288700"/>
                  </a:lnTo>
                  <a:lnTo>
                    <a:pt x="3016447" y="2283789"/>
                  </a:lnTo>
                  <a:lnTo>
                    <a:pt x="3016541" y="2283789"/>
                  </a:lnTo>
                  <a:lnTo>
                    <a:pt x="3016636" y="2283789"/>
                  </a:lnTo>
                  <a:lnTo>
                    <a:pt x="3016730" y="2283789"/>
                  </a:lnTo>
                  <a:lnTo>
                    <a:pt x="3016730" y="2278877"/>
                  </a:lnTo>
                  <a:lnTo>
                    <a:pt x="3016824" y="2278877"/>
                  </a:lnTo>
                  <a:lnTo>
                    <a:pt x="3016918" y="2278877"/>
                  </a:lnTo>
                  <a:lnTo>
                    <a:pt x="3017012" y="2278877"/>
                  </a:lnTo>
                  <a:lnTo>
                    <a:pt x="3017106" y="2278877"/>
                  </a:lnTo>
                  <a:lnTo>
                    <a:pt x="3017106" y="2273966"/>
                  </a:lnTo>
                  <a:lnTo>
                    <a:pt x="3017201" y="2273966"/>
                  </a:lnTo>
                  <a:lnTo>
                    <a:pt x="3017295" y="2273966"/>
                  </a:lnTo>
                  <a:lnTo>
                    <a:pt x="3017389" y="2273966"/>
                  </a:lnTo>
                  <a:lnTo>
                    <a:pt x="3017483" y="2273966"/>
                  </a:lnTo>
                  <a:lnTo>
                    <a:pt x="3017577" y="2273966"/>
                  </a:lnTo>
                  <a:lnTo>
                    <a:pt x="3017671" y="2273966"/>
                  </a:lnTo>
                  <a:lnTo>
                    <a:pt x="3017765" y="2273966"/>
                  </a:lnTo>
                  <a:lnTo>
                    <a:pt x="3017860" y="2273966"/>
                  </a:lnTo>
                  <a:lnTo>
                    <a:pt x="3017954" y="2273966"/>
                  </a:lnTo>
                  <a:lnTo>
                    <a:pt x="3018048" y="2273966"/>
                  </a:lnTo>
                  <a:lnTo>
                    <a:pt x="3018142" y="2273966"/>
                  </a:lnTo>
                  <a:lnTo>
                    <a:pt x="3018236" y="2273966"/>
                  </a:lnTo>
                  <a:lnTo>
                    <a:pt x="3018330" y="2273966"/>
                  </a:lnTo>
                  <a:lnTo>
                    <a:pt x="3018425" y="2273966"/>
                  </a:lnTo>
                  <a:lnTo>
                    <a:pt x="3018519" y="2273966"/>
                  </a:lnTo>
                  <a:lnTo>
                    <a:pt x="3018613" y="2273966"/>
                  </a:lnTo>
                  <a:lnTo>
                    <a:pt x="3018707" y="2273966"/>
                  </a:lnTo>
                  <a:lnTo>
                    <a:pt x="3018801" y="2273966"/>
                  </a:lnTo>
                  <a:lnTo>
                    <a:pt x="3018895" y="2273966"/>
                  </a:lnTo>
                  <a:lnTo>
                    <a:pt x="3018989" y="2273966"/>
                  </a:lnTo>
                  <a:lnTo>
                    <a:pt x="3019084" y="2273966"/>
                  </a:lnTo>
                  <a:lnTo>
                    <a:pt x="3019178" y="2273966"/>
                  </a:lnTo>
                  <a:lnTo>
                    <a:pt x="3019272" y="2273966"/>
                  </a:lnTo>
                  <a:lnTo>
                    <a:pt x="3019366" y="2273966"/>
                  </a:lnTo>
                  <a:lnTo>
                    <a:pt x="3019366" y="2269055"/>
                  </a:lnTo>
                  <a:lnTo>
                    <a:pt x="3019460" y="2269055"/>
                  </a:lnTo>
                  <a:lnTo>
                    <a:pt x="3019554" y="2269055"/>
                  </a:lnTo>
                  <a:lnTo>
                    <a:pt x="3019649" y="2269055"/>
                  </a:lnTo>
                  <a:lnTo>
                    <a:pt x="3019743" y="2269055"/>
                  </a:lnTo>
                  <a:lnTo>
                    <a:pt x="3019837" y="2269055"/>
                  </a:lnTo>
                  <a:lnTo>
                    <a:pt x="3019931" y="2269055"/>
                  </a:lnTo>
                  <a:lnTo>
                    <a:pt x="3020025" y="2269055"/>
                  </a:lnTo>
                  <a:lnTo>
                    <a:pt x="3020119" y="2269055"/>
                  </a:lnTo>
                  <a:lnTo>
                    <a:pt x="3020213" y="2269055"/>
                  </a:lnTo>
                  <a:lnTo>
                    <a:pt x="3020308" y="2269055"/>
                  </a:lnTo>
                  <a:lnTo>
                    <a:pt x="3020402" y="2269055"/>
                  </a:lnTo>
                  <a:lnTo>
                    <a:pt x="3020496" y="2269055"/>
                  </a:lnTo>
                  <a:lnTo>
                    <a:pt x="3020590" y="2269055"/>
                  </a:lnTo>
                  <a:lnTo>
                    <a:pt x="3020684" y="2269055"/>
                  </a:lnTo>
                  <a:lnTo>
                    <a:pt x="3020778" y="2269055"/>
                  </a:lnTo>
                  <a:lnTo>
                    <a:pt x="3020872" y="2269055"/>
                  </a:lnTo>
                  <a:lnTo>
                    <a:pt x="3020967" y="2269055"/>
                  </a:lnTo>
                  <a:lnTo>
                    <a:pt x="3021061" y="2269055"/>
                  </a:lnTo>
                  <a:lnTo>
                    <a:pt x="3021061" y="2264143"/>
                  </a:lnTo>
                  <a:lnTo>
                    <a:pt x="3021155" y="2264143"/>
                  </a:lnTo>
                  <a:lnTo>
                    <a:pt x="3021249" y="2264143"/>
                  </a:lnTo>
                  <a:lnTo>
                    <a:pt x="3021343" y="2264143"/>
                  </a:lnTo>
                  <a:lnTo>
                    <a:pt x="3021437" y="2264143"/>
                  </a:lnTo>
                  <a:lnTo>
                    <a:pt x="3021532" y="2264143"/>
                  </a:lnTo>
                  <a:lnTo>
                    <a:pt x="3021626" y="2264143"/>
                  </a:lnTo>
                  <a:lnTo>
                    <a:pt x="3021720" y="2264143"/>
                  </a:lnTo>
                  <a:lnTo>
                    <a:pt x="3021814" y="2264143"/>
                  </a:lnTo>
                  <a:lnTo>
                    <a:pt x="3021814" y="2259232"/>
                  </a:lnTo>
                  <a:lnTo>
                    <a:pt x="3021908" y="2259232"/>
                  </a:lnTo>
                  <a:lnTo>
                    <a:pt x="3022002" y="2259232"/>
                  </a:lnTo>
                  <a:lnTo>
                    <a:pt x="3022096" y="2259232"/>
                  </a:lnTo>
                  <a:lnTo>
                    <a:pt x="3022191" y="2259232"/>
                  </a:lnTo>
                  <a:lnTo>
                    <a:pt x="3022285" y="2259232"/>
                  </a:lnTo>
                  <a:lnTo>
                    <a:pt x="3022379" y="2259232"/>
                  </a:lnTo>
                  <a:lnTo>
                    <a:pt x="3022473" y="2259232"/>
                  </a:lnTo>
                  <a:lnTo>
                    <a:pt x="3022567" y="2259232"/>
                  </a:lnTo>
                  <a:lnTo>
                    <a:pt x="3022661" y="2259232"/>
                  </a:lnTo>
                  <a:lnTo>
                    <a:pt x="3022756" y="2259232"/>
                  </a:lnTo>
                  <a:lnTo>
                    <a:pt x="3022850" y="2259232"/>
                  </a:lnTo>
                  <a:lnTo>
                    <a:pt x="3022944" y="2259232"/>
                  </a:lnTo>
                  <a:lnTo>
                    <a:pt x="3023038" y="2259232"/>
                  </a:lnTo>
                  <a:lnTo>
                    <a:pt x="3023132" y="2259232"/>
                  </a:lnTo>
                  <a:lnTo>
                    <a:pt x="3023226" y="2259232"/>
                  </a:lnTo>
                  <a:lnTo>
                    <a:pt x="3023320" y="2259232"/>
                  </a:lnTo>
                  <a:lnTo>
                    <a:pt x="3023415" y="2259232"/>
                  </a:lnTo>
                  <a:lnTo>
                    <a:pt x="3023509" y="2259232"/>
                  </a:lnTo>
                  <a:lnTo>
                    <a:pt x="3023603" y="2259232"/>
                  </a:lnTo>
                  <a:lnTo>
                    <a:pt x="3023697" y="2259232"/>
                  </a:lnTo>
                  <a:lnTo>
                    <a:pt x="3023791" y="2259232"/>
                  </a:lnTo>
                  <a:lnTo>
                    <a:pt x="3023885" y="2259232"/>
                  </a:lnTo>
                  <a:lnTo>
                    <a:pt x="3023980" y="2259232"/>
                  </a:lnTo>
                  <a:lnTo>
                    <a:pt x="3024074" y="2259232"/>
                  </a:lnTo>
                  <a:lnTo>
                    <a:pt x="3024168" y="2259232"/>
                  </a:lnTo>
                  <a:lnTo>
                    <a:pt x="3024262" y="2259232"/>
                  </a:lnTo>
                  <a:lnTo>
                    <a:pt x="3024356" y="2259232"/>
                  </a:lnTo>
                  <a:lnTo>
                    <a:pt x="3024450" y="2259232"/>
                  </a:lnTo>
                  <a:lnTo>
                    <a:pt x="3024544" y="2259232"/>
                  </a:lnTo>
                  <a:lnTo>
                    <a:pt x="3024639" y="2259232"/>
                  </a:lnTo>
                  <a:lnTo>
                    <a:pt x="3024733" y="2259232"/>
                  </a:lnTo>
                  <a:lnTo>
                    <a:pt x="3024827" y="2259232"/>
                  </a:lnTo>
                  <a:lnTo>
                    <a:pt x="3024921" y="2259232"/>
                  </a:lnTo>
                  <a:lnTo>
                    <a:pt x="3025015" y="2259232"/>
                  </a:lnTo>
                  <a:lnTo>
                    <a:pt x="3025109" y="2259232"/>
                  </a:lnTo>
                  <a:lnTo>
                    <a:pt x="3025203" y="2259232"/>
                  </a:lnTo>
                  <a:lnTo>
                    <a:pt x="3025298" y="2259232"/>
                  </a:lnTo>
                  <a:lnTo>
                    <a:pt x="3025392" y="2259232"/>
                  </a:lnTo>
                  <a:lnTo>
                    <a:pt x="3025486" y="2259232"/>
                  </a:lnTo>
                  <a:lnTo>
                    <a:pt x="3025580" y="2259232"/>
                  </a:lnTo>
                  <a:lnTo>
                    <a:pt x="3025674" y="2259232"/>
                  </a:lnTo>
                  <a:lnTo>
                    <a:pt x="3025768" y="2259232"/>
                  </a:lnTo>
                  <a:lnTo>
                    <a:pt x="3025863" y="2259232"/>
                  </a:lnTo>
                  <a:lnTo>
                    <a:pt x="3025957" y="2259232"/>
                  </a:lnTo>
                  <a:lnTo>
                    <a:pt x="3026051" y="2259232"/>
                  </a:lnTo>
                  <a:lnTo>
                    <a:pt x="3026145" y="2259232"/>
                  </a:lnTo>
                  <a:lnTo>
                    <a:pt x="3026239" y="2259232"/>
                  </a:lnTo>
                  <a:lnTo>
                    <a:pt x="3026333" y="2259232"/>
                  </a:lnTo>
                  <a:lnTo>
                    <a:pt x="3026427" y="2259232"/>
                  </a:lnTo>
                  <a:lnTo>
                    <a:pt x="3026522" y="2259232"/>
                  </a:lnTo>
                  <a:lnTo>
                    <a:pt x="3026616" y="2259232"/>
                  </a:lnTo>
                  <a:lnTo>
                    <a:pt x="3026710" y="2259232"/>
                  </a:lnTo>
                  <a:lnTo>
                    <a:pt x="3026804" y="2259232"/>
                  </a:lnTo>
                  <a:lnTo>
                    <a:pt x="3026898" y="2259232"/>
                  </a:lnTo>
                  <a:lnTo>
                    <a:pt x="3026992" y="2259232"/>
                  </a:lnTo>
                  <a:lnTo>
                    <a:pt x="3027087" y="2259232"/>
                  </a:lnTo>
                  <a:lnTo>
                    <a:pt x="3027181" y="2259232"/>
                  </a:lnTo>
                  <a:lnTo>
                    <a:pt x="3027275" y="2259232"/>
                  </a:lnTo>
                  <a:lnTo>
                    <a:pt x="3027369" y="2259232"/>
                  </a:lnTo>
                  <a:lnTo>
                    <a:pt x="3027463" y="2259232"/>
                  </a:lnTo>
                  <a:lnTo>
                    <a:pt x="3027557" y="2259232"/>
                  </a:lnTo>
                  <a:lnTo>
                    <a:pt x="3027651" y="2259232"/>
                  </a:lnTo>
                  <a:lnTo>
                    <a:pt x="3027746" y="2259232"/>
                  </a:lnTo>
                  <a:lnTo>
                    <a:pt x="3027840" y="2259232"/>
                  </a:lnTo>
                  <a:lnTo>
                    <a:pt x="3027934" y="2259232"/>
                  </a:lnTo>
                  <a:lnTo>
                    <a:pt x="3028028" y="2259232"/>
                  </a:lnTo>
                  <a:lnTo>
                    <a:pt x="3028122" y="2259232"/>
                  </a:lnTo>
                  <a:lnTo>
                    <a:pt x="3028216" y="2259232"/>
                  </a:lnTo>
                  <a:lnTo>
                    <a:pt x="3028311" y="2259232"/>
                  </a:lnTo>
                  <a:lnTo>
                    <a:pt x="3028405" y="2259232"/>
                  </a:lnTo>
                  <a:lnTo>
                    <a:pt x="3028499" y="2259232"/>
                  </a:lnTo>
                  <a:lnTo>
                    <a:pt x="3028593" y="2259232"/>
                  </a:lnTo>
                  <a:lnTo>
                    <a:pt x="3028687" y="2259232"/>
                  </a:lnTo>
                  <a:lnTo>
                    <a:pt x="3028781" y="2259232"/>
                  </a:lnTo>
                  <a:lnTo>
                    <a:pt x="3028875" y="2259232"/>
                  </a:lnTo>
                  <a:lnTo>
                    <a:pt x="3028970" y="2259232"/>
                  </a:lnTo>
                  <a:lnTo>
                    <a:pt x="3029064" y="2259232"/>
                  </a:lnTo>
                  <a:lnTo>
                    <a:pt x="3029158" y="2259232"/>
                  </a:lnTo>
                  <a:lnTo>
                    <a:pt x="3029252" y="2259232"/>
                  </a:lnTo>
                  <a:lnTo>
                    <a:pt x="3029346" y="2259232"/>
                  </a:lnTo>
                  <a:lnTo>
                    <a:pt x="3029440" y="2259232"/>
                  </a:lnTo>
                  <a:lnTo>
                    <a:pt x="3029534" y="2259232"/>
                  </a:lnTo>
                  <a:lnTo>
                    <a:pt x="3029629" y="2259232"/>
                  </a:lnTo>
                  <a:lnTo>
                    <a:pt x="3029723" y="2259232"/>
                  </a:lnTo>
                  <a:lnTo>
                    <a:pt x="3029817" y="2259232"/>
                  </a:lnTo>
                  <a:lnTo>
                    <a:pt x="3029911" y="2259232"/>
                  </a:lnTo>
                  <a:lnTo>
                    <a:pt x="3030005" y="2259232"/>
                  </a:lnTo>
                  <a:lnTo>
                    <a:pt x="3030099" y="2259232"/>
                  </a:lnTo>
                  <a:lnTo>
                    <a:pt x="3030194" y="2259232"/>
                  </a:lnTo>
                  <a:lnTo>
                    <a:pt x="3030288" y="2259232"/>
                  </a:lnTo>
                  <a:lnTo>
                    <a:pt x="3030382" y="2259232"/>
                  </a:lnTo>
                  <a:lnTo>
                    <a:pt x="3030476" y="2259232"/>
                  </a:lnTo>
                  <a:lnTo>
                    <a:pt x="3030570" y="2259232"/>
                  </a:lnTo>
                  <a:lnTo>
                    <a:pt x="3030664" y="2259232"/>
                  </a:lnTo>
                  <a:lnTo>
                    <a:pt x="3030758" y="2259232"/>
                  </a:lnTo>
                  <a:lnTo>
                    <a:pt x="3030853" y="2259232"/>
                  </a:lnTo>
                  <a:lnTo>
                    <a:pt x="3030947" y="2259232"/>
                  </a:lnTo>
                  <a:lnTo>
                    <a:pt x="3031041" y="2259232"/>
                  </a:lnTo>
                  <a:lnTo>
                    <a:pt x="3031135" y="2259232"/>
                  </a:lnTo>
                  <a:lnTo>
                    <a:pt x="3031229" y="2259232"/>
                  </a:lnTo>
                  <a:lnTo>
                    <a:pt x="3031323" y="2259232"/>
                  </a:lnTo>
                  <a:lnTo>
                    <a:pt x="3031418" y="2259232"/>
                  </a:lnTo>
                  <a:lnTo>
                    <a:pt x="3031512" y="2259232"/>
                  </a:lnTo>
                  <a:lnTo>
                    <a:pt x="3031606" y="2259232"/>
                  </a:lnTo>
                  <a:lnTo>
                    <a:pt x="3031700" y="2259232"/>
                  </a:lnTo>
                  <a:lnTo>
                    <a:pt x="3031794" y="2259232"/>
                  </a:lnTo>
                  <a:lnTo>
                    <a:pt x="3031888" y="2259232"/>
                  </a:lnTo>
                  <a:lnTo>
                    <a:pt x="3031982" y="2259232"/>
                  </a:lnTo>
                  <a:lnTo>
                    <a:pt x="3032077" y="2259232"/>
                  </a:lnTo>
                  <a:lnTo>
                    <a:pt x="3032171" y="2259232"/>
                  </a:lnTo>
                  <a:lnTo>
                    <a:pt x="3032265" y="2259232"/>
                  </a:lnTo>
                  <a:lnTo>
                    <a:pt x="3032359" y="2259232"/>
                  </a:lnTo>
                  <a:lnTo>
                    <a:pt x="3032453" y="2259232"/>
                  </a:lnTo>
                  <a:lnTo>
                    <a:pt x="3032547" y="2259232"/>
                  </a:lnTo>
                  <a:lnTo>
                    <a:pt x="3032642" y="2259232"/>
                  </a:lnTo>
                  <a:lnTo>
                    <a:pt x="3032736" y="2259232"/>
                  </a:lnTo>
                  <a:lnTo>
                    <a:pt x="3032830" y="2259232"/>
                  </a:lnTo>
                  <a:lnTo>
                    <a:pt x="3032924" y="2259232"/>
                  </a:lnTo>
                  <a:lnTo>
                    <a:pt x="3033018" y="2259232"/>
                  </a:lnTo>
                  <a:lnTo>
                    <a:pt x="3033112" y="2259232"/>
                  </a:lnTo>
                  <a:lnTo>
                    <a:pt x="3033206" y="2259232"/>
                  </a:lnTo>
                  <a:lnTo>
                    <a:pt x="3033301" y="2259232"/>
                  </a:lnTo>
                  <a:lnTo>
                    <a:pt x="3033395" y="2259232"/>
                  </a:lnTo>
                  <a:lnTo>
                    <a:pt x="3033489" y="2259232"/>
                  </a:lnTo>
                  <a:lnTo>
                    <a:pt x="3033583" y="2259232"/>
                  </a:lnTo>
                  <a:lnTo>
                    <a:pt x="3033677" y="2259232"/>
                  </a:lnTo>
                  <a:lnTo>
                    <a:pt x="3033771" y="2259232"/>
                  </a:lnTo>
                  <a:lnTo>
                    <a:pt x="3033865" y="2259232"/>
                  </a:lnTo>
                  <a:lnTo>
                    <a:pt x="3033960" y="2259232"/>
                  </a:lnTo>
                  <a:lnTo>
                    <a:pt x="3034054" y="2259232"/>
                  </a:lnTo>
                  <a:lnTo>
                    <a:pt x="3034148" y="2259232"/>
                  </a:lnTo>
                  <a:lnTo>
                    <a:pt x="3034242" y="2259232"/>
                  </a:lnTo>
                  <a:lnTo>
                    <a:pt x="3034336" y="2259232"/>
                  </a:lnTo>
                  <a:lnTo>
                    <a:pt x="3034430" y="2259232"/>
                  </a:lnTo>
                  <a:lnTo>
                    <a:pt x="3034525" y="2259232"/>
                  </a:lnTo>
                  <a:lnTo>
                    <a:pt x="3034619" y="2259232"/>
                  </a:lnTo>
                  <a:lnTo>
                    <a:pt x="3034713" y="2259232"/>
                  </a:lnTo>
                  <a:lnTo>
                    <a:pt x="3034807" y="2259232"/>
                  </a:lnTo>
                  <a:lnTo>
                    <a:pt x="3034901" y="2259232"/>
                  </a:lnTo>
                  <a:lnTo>
                    <a:pt x="3034995" y="2259232"/>
                  </a:lnTo>
                  <a:lnTo>
                    <a:pt x="3035089" y="2259232"/>
                  </a:lnTo>
                  <a:lnTo>
                    <a:pt x="3035184" y="2259232"/>
                  </a:lnTo>
                  <a:lnTo>
                    <a:pt x="3035278" y="2259232"/>
                  </a:lnTo>
                  <a:lnTo>
                    <a:pt x="3035372" y="2259232"/>
                  </a:lnTo>
                  <a:lnTo>
                    <a:pt x="3035466" y="2259232"/>
                  </a:lnTo>
                  <a:lnTo>
                    <a:pt x="3035560" y="2259232"/>
                  </a:lnTo>
                  <a:lnTo>
                    <a:pt x="3035654" y="2259232"/>
                  </a:lnTo>
                  <a:lnTo>
                    <a:pt x="3035749" y="2259232"/>
                  </a:lnTo>
                  <a:lnTo>
                    <a:pt x="3035843" y="2259232"/>
                  </a:lnTo>
                  <a:lnTo>
                    <a:pt x="3035937" y="2259232"/>
                  </a:lnTo>
                  <a:lnTo>
                    <a:pt x="3036031" y="2259232"/>
                  </a:lnTo>
                  <a:lnTo>
                    <a:pt x="3036125" y="2259232"/>
                  </a:lnTo>
                  <a:lnTo>
                    <a:pt x="3036219" y="2259232"/>
                  </a:lnTo>
                  <a:lnTo>
                    <a:pt x="3036313" y="2259232"/>
                  </a:lnTo>
                  <a:lnTo>
                    <a:pt x="3036408" y="2259232"/>
                  </a:lnTo>
                  <a:lnTo>
                    <a:pt x="3036502" y="2259232"/>
                  </a:lnTo>
                  <a:lnTo>
                    <a:pt x="3036596" y="2259232"/>
                  </a:lnTo>
                  <a:lnTo>
                    <a:pt x="3036690" y="2259232"/>
                  </a:lnTo>
                  <a:lnTo>
                    <a:pt x="3036784" y="2259232"/>
                  </a:lnTo>
                  <a:lnTo>
                    <a:pt x="3036878" y="2259232"/>
                  </a:lnTo>
                  <a:lnTo>
                    <a:pt x="3036973" y="2259232"/>
                  </a:lnTo>
                  <a:lnTo>
                    <a:pt x="3037067" y="2259232"/>
                  </a:lnTo>
                  <a:lnTo>
                    <a:pt x="3037161" y="2259232"/>
                  </a:lnTo>
                  <a:lnTo>
                    <a:pt x="3037255" y="2259232"/>
                  </a:lnTo>
                  <a:lnTo>
                    <a:pt x="3037349" y="2259232"/>
                  </a:lnTo>
                  <a:lnTo>
                    <a:pt x="3037443" y="2259232"/>
                  </a:lnTo>
                  <a:lnTo>
                    <a:pt x="3037537" y="2259232"/>
                  </a:lnTo>
                  <a:lnTo>
                    <a:pt x="3037632" y="2259232"/>
                  </a:lnTo>
                  <a:lnTo>
                    <a:pt x="3037632" y="2254321"/>
                  </a:lnTo>
                  <a:lnTo>
                    <a:pt x="3037726" y="2254321"/>
                  </a:lnTo>
                  <a:lnTo>
                    <a:pt x="3037820" y="2254321"/>
                  </a:lnTo>
                  <a:lnTo>
                    <a:pt x="3037914" y="2254321"/>
                  </a:lnTo>
                  <a:lnTo>
                    <a:pt x="3038008" y="2254321"/>
                  </a:lnTo>
                  <a:lnTo>
                    <a:pt x="3038102" y="2254321"/>
                  </a:lnTo>
                  <a:lnTo>
                    <a:pt x="3038196" y="2254321"/>
                  </a:lnTo>
                  <a:lnTo>
                    <a:pt x="3038291" y="2254321"/>
                  </a:lnTo>
                  <a:lnTo>
                    <a:pt x="3038385" y="2254321"/>
                  </a:lnTo>
                  <a:lnTo>
                    <a:pt x="3038479" y="2254321"/>
                  </a:lnTo>
                  <a:lnTo>
                    <a:pt x="3038573" y="2254321"/>
                  </a:lnTo>
                  <a:lnTo>
                    <a:pt x="3038667" y="2254321"/>
                  </a:lnTo>
                  <a:lnTo>
                    <a:pt x="3038761" y="2254321"/>
                  </a:lnTo>
                  <a:lnTo>
                    <a:pt x="3038856" y="2254321"/>
                  </a:lnTo>
                  <a:lnTo>
                    <a:pt x="3038950" y="2254321"/>
                  </a:lnTo>
                  <a:lnTo>
                    <a:pt x="3039044" y="2254321"/>
                  </a:lnTo>
                  <a:lnTo>
                    <a:pt x="3039138" y="2254321"/>
                  </a:lnTo>
                  <a:lnTo>
                    <a:pt x="3039232" y="2254321"/>
                  </a:lnTo>
                  <a:lnTo>
                    <a:pt x="3039326" y="2254321"/>
                  </a:lnTo>
                  <a:lnTo>
                    <a:pt x="3039420" y="2254321"/>
                  </a:lnTo>
                  <a:lnTo>
                    <a:pt x="3039515" y="2254321"/>
                  </a:lnTo>
                  <a:lnTo>
                    <a:pt x="3039609" y="2254321"/>
                  </a:lnTo>
                  <a:lnTo>
                    <a:pt x="3039703" y="2254321"/>
                  </a:lnTo>
                  <a:lnTo>
                    <a:pt x="3039797" y="2254321"/>
                  </a:lnTo>
                  <a:lnTo>
                    <a:pt x="3039891" y="2254321"/>
                  </a:lnTo>
                  <a:lnTo>
                    <a:pt x="3039985" y="2254321"/>
                  </a:lnTo>
                  <a:lnTo>
                    <a:pt x="3040080" y="2254321"/>
                  </a:lnTo>
                  <a:lnTo>
                    <a:pt x="3040174" y="2254321"/>
                  </a:lnTo>
                  <a:lnTo>
                    <a:pt x="3040268" y="2254321"/>
                  </a:lnTo>
                  <a:lnTo>
                    <a:pt x="3040362" y="2254321"/>
                  </a:lnTo>
                  <a:lnTo>
                    <a:pt x="3040456" y="2254321"/>
                  </a:lnTo>
                  <a:lnTo>
                    <a:pt x="3040550" y="2254321"/>
                  </a:lnTo>
                  <a:lnTo>
                    <a:pt x="3040644" y="2254321"/>
                  </a:lnTo>
                  <a:lnTo>
                    <a:pt x="3040739" y="2254321"/>
                  </a:lnTo>
                  <a:lnTo>
                    <a:pt x="3040833" y="2254321"/>
                  </a:lnTo>
                  <a:lnTo>
                    <a:pt x="3040927" y="2254321"/>
                  </a:lnTo>
                  <a:lnTo>
                    <a:pt x="3040927" y="2249409"/>
                  </a:lnTo>
                  <a:lnTo>
                    <a:pt x="3041021" y="2249409"/>
                  </a:lnTo>
                  <a:lnTo>
                    <a:pt x="3041115" y="2249409"/>
                  </a:lnTo>
                  <a:lnTo>
                    <a:pt x="3041209" y="2249409"/>
                  </a:lnTo>
                  <a:lnTo>
                    <a:pt x="3041304" y="2249409"/>
                  </a:lnTo>
                  <a:lnTo>
                    <a:pt x="3041398" y="2249409"/>
                  </a:lnTo>
                  <a:lnTo>
                    <a:pt x="3041492" y="2249409"/>
                  </a:lnTo>
                  <a:lnTo>
                    <a:pt x="3041492" y="2244498"/>
                  </a:lnTo>
                  <a:lnTo>
                    <a:pt x="3041586" y="2244498"/>
                  </a:lnTo>
                  <a:lnTo>
                    <a:pt x="3041680" y="2244498"/>
                  </a:lnTo>
                  <a:lnTo>
                    <a:pt x="3041774" y="2244498"/>
                  </a:lnTo>
                  <a:lnTo>
                    <a:pt x="3041868" y="2244498"/>
                  </a:lnTo>
                  <a:lnTo>
                    <a:pt x="3041963" y="2244498"/>
                  </a:lnTo>
                  <a:lnTo>
                    <a:pt x="3042057" y="2244498"/>
                  </a:lnTo>
                  <a:lnTo>
                    <a:pt x="3042057" y="2239586"/>
                  </a:lnTo>
                  <a:lnTo>
                    <a:pt x="3042151" y="2239586"/>
                  </a:lnTo>
                  <a:lnTo>
                    <a:pt x="3042245" y="2239586"/>
                  </a:lnTo>
                  <a:lnTo>
                    <a:pt x="3042339" y="2239586"/>
                  </a:lnTo>
                  <a:lnTo>
                    <a:pt x="3042433" y="2239586"/>
                  </a:lnTo>
                  <a:lnTo>
                    <a:pt x="3042527" y="2239586"/>
                  </a:lnTo>
                  <a:lnTo>
                    <a:pt x="3042622" y="2239586"/>
                  </a:lnTo>
                  <a:lnTo>
                    <a:pt x="3042716" y="2239586"/>
                  </a:lnTo>
                  <a:lnTo>
                    <a:pt x="3042810" y="2239586"/>
                  </a:lnTo>
                  <a:lnTo>
                    <a:pt x="3042904" y="2239586"/>
                  </a:lnTo>
                  <a:lnTo>
                    <a:pt x="3042998" y="2239586"/>
                  </a:lnTo>
                  <a:lnTo>
                    <a:pt x="3043092" y="2239586"/>
                  </a:lnTo>
                  <a:lnTo>
                    <a:pt x="3043092" y="2234675"/>
                  </a:lnTo>
                  <a:lnTo>
                    <a:pt x="3043187" y="2234675"/>
                  </a:lnTo>
                  <a:lnTo>
                    <a:pt x="3043281" y="2234675"/>
                  </a:lnTo>
                  <a:lnTo>
                    <a:pt x="3043375" y="2234675"/>
                  </a:lnTo>
                  <a:lnTo>
                    <a:pt x="3043469" y="2234675"/>
                  </a:lnTo>
                  <a:lnTo>
                    <a:pt x="3043563" y="2234675"/>
                  </a:lnTo>
                  <a:lnTo>
                    <a:pt x="3043657" y="2234675"/>
                  </a:lnTo>
                  <a:lnTo>
                    <a:pt x="3043751" y="2234675"/>
                  </a:lnTo>
                  <a:lnTo>
                    <a:pt x="3043846" y="2234675"/>
                  </a:lnTo>
                  <a:lnTo>
                    <a:pt x="3043940" y="2234675"/>
                  </a:lnTo>
                  <a:lnTo>
                    <a:pt x="3044034" y="2234675"/>
                  </a:lnTo>
                  <a:lnTo>
                    <a:pt x="3044128" y="2234675"/>
                  </a:lnTo>
                  <a:lnTo>
                    <a:pt x="3044128" y="2229764"/>
                  </a:lnTo>
                  <a:lnTo>
                    <a:pt x="3044222" y="2229764"/>
                  </a:lnTo>
                  <a:lnTo>
                    <a:pt x="3044316" y="2229764"/>
                  </a:lnTo>
                  <a:lnTo>
                    <a:pt x="3044411" y="2229764"/>
                  </a:lnTo>
                  <a:lnTo>
                    <a:pt x="3044505" y="2229764"/>
                  </a:lnTo>
                  <a:lnTo>
                    <a:pt x="3044599" y="2229764"/>
                  </a:lnTo>
                  <a:lnTo>
                    <a:pt x="3044693" y="2229764"/>
                  </a:lnTo>
                  <a:lnTo>
                    <a:pt x="3044787" y="2229764"/>
                  </a:lnTo>
                  <a:lnTo>
                    <a:pt x="3044881" y="2229764"/>
                  </a:lnTo>
                  <a:lnTo>
                    <a:pt x="3044975" y="2229764"/>
                  </a:lnTo>
                  <a:lnTo>
                    <a:pt x="3045070" y="2229764"/>
                  </a:lnTo>
                  <a:lnTo>
                    <a:pt x="3045164" y="2229764"/>
                  </a:lnTo>
                  <a:lnTo>
                    <a:pt x="3045258" y="2229764"/>
                  </a:lnTo>
                  <a:lnTo>
                    <a:pt x="3045352" y="2229764"/>
                  </a:lnTo>
                  <a:lnTo>
                    <a:pt x="3045446" y="2229764"/>
                  </a:lnTo>
                  <a:lnTo>
                    <a:pt x="3045540" y="2229764"/>
                  </a:lnTo>
                  <a:lnTo>
                    <a:pt x="3045635" y="2229764"/>
                  </a:lnTo>
                  <a:lnTo>
                    <a:pt x="3045635" y="2224852"/>
                  </a:lnTo>
                  <a:lnTo>
                    <a:pt x="3045729" y="2224852"/>
                  </a:lnTo>
                  <a:lnTo>
                    <a:pt x="3045823" y="2224852"/>
                  </a:lnTo>
                  <a:lnTo>
                    <a:pt x="3045917" y="2224852"/>
                  </a:lnTo>
                  <a:lnTo>
                    <a:pt x="3046011" y="2224852"/>
                  </a:lnTo>
                  <a:lnTo>
                    <a:pt x="3046105" y="2224852"/>
                  </a:lnTo>
                  <a:lnTo>
                    <a:pt x="3046199" y="2224852"/>
                  </a:lnTo>
                  <a:lnTo>
                    <a:pt x="3046294" y="2224852"/>
                  </a:lnTo>
                  <a:lnTo>
                    <a:pt x="3046388" y="2224852"/>
                  </a:lnTo>
                  <a:lnTo>
                    <a:pt x="3046482" y="2224852"/>
                  </a:lnTo>
                  <a:lnTo>
                    <a:pt x="3046576" y="2224852"/>
                  </a:lnTo>
                  <a:lnTo>
                    <a:pt x="3046670" y="2224852"/>
                  </a:lnTo>
                  <a:lnTo>
                    <a:pt x="3046764" y="2224852"/>
                  </a:lnTo>
                  <a:lnTo>
                    <a:pt x="3046858" y="2224852"/>
                  </a:lnTo>
                  <a:lnTo>
                    <a:pt x="3046953" y="2224852"/>
                  </a:lnTo>
                  <a:lnTo>
                    <a:pt x="3047047" y="2224852"/>
                  </a:lnTo>
                  <a:lnTo>
                    <a:pt x="3047141" y="2224852"/>
                  </a:lnTo>
                  <a:lnTo>
                    <a:pt x="3047235" y="2224852"/>
                  </a:lnTo>
                  <a:lnTo>
                    <a:pt x="3047329" y="2224852"/>
                  </a:lnTo>
                  <a:lnTo>
                    <a:pt x="3047423" y="2224852"/>
                  </a:lnTo>
                  <a:lnTo>
                    <a:pt x="3047518" y="2224852"/>
                  </a:lnTo>
                  <a:lnTo>
                    <a:pt x="3047612" y="2224852"/>
                  </a:lnTo>
                  <a:lnTo>
                    <a:pt x="3047706" y="2224852"/>
                  </a:lnTo>
                  <a:lnTo>
                    <a:pt x="3047800" y="2224852"/>
                  </a:lnTo>
                  <a:lnTo>
                    <a:pt x="3047894" y="2224852"/>
                  </a:lnTo>
                  <a:lnTo>
                    <a:pt x="3047988" y="2224852"/>
                  </a:lnTo>
                  <a:lnTo>
                    <a:pt x="3048082" y="2224852"/>
                  </a:lnTo>
                  <a:lnTo>
                    <a:pt x="3048177" y="2224852"/>
                  </a:lnTo>
                  <a:lnTo>
                    <a:pt x="3048271" y="2224852"/>
                  </a:lnTo>
                  <a:lnTo>
                    <a:pt x="3048365" y="2224852"/>
                  </a:lnTo>
                  <a:lnTo>
                    <a:pt x="3048459" y="2224852"/>
                  </a:lnTo>
                  <a:lnTo>
                    <a:pt x="3048553" y="2224852"/>
                  </a:lnTo>
                  <a:lnTo>
                    <a:pt x="3048553" y="2219941"/>
                  </a:lnTo>
                  <a:lnTo>
                    <a:pt x="3048647" y="2219941"/>
                  </a:lnTo>
                  <a:lnTo>
                    <a:pt x="3048647" y="2215030"/>
                  </a:lnTo>
                  <a:lnTo>
                    <a:pt x="3048742" y="2215030"/>
                  </a:lnTo>
                  <a:lnTo>
                    <a:pt x="3048836" y="2215030"/>
                  </a:lnTo>
                  <a:lnTo>
                    <a:pt x="3048930" y="2215030"/>
                  </a:lnTo>
                  <a:lnTo>
                    <a:pt x="3049024" y="2215030"/>
                  </a:lnTo>
                  <a:lnTo>
                    <a:pt x="3049118" y="2215030"/>
                  </a:lnTo>
                  <a:lnTo>
                    <a:pt x="3049212" y="2215030"/>
                  </a:lnTo>
                  <a:lnTo>
                    <a:pt x="3049306" y="2215030"/>
                  </a:lnTo>
                  <a:lnTo>
                    <a:pt x="3049401" y="2215030"/>
                  </a:lnTo>
                  <a:lnTo>
                    <a:pt x="3049495" y="2215030"/>
                  </a:lnTo>
                  <a:lnTo>
                    <a:pt x="3049589" y="2215030"/>
                  </a:lnTo>
                  <a:lnTo>
                    <a:pt x="3049683" y="2215030"/>
                  </a:lnTo>
                  <a:lnTo>
                    <a:pt x="3049777" y="2215030"/>
                  </a:lnTo>
                  <a:lnTo>
                    <a:pt x="3049871" y="2215030"/>
                  </a:lnTo>
                  <a:lnTo>
                    <a:pt x="3049966" y="2215030"/>
                  </a:lnTo>
                  <a:lnTo>
                    <a:pt x="3050060" y="2215030"/>
                  </a:lnTo>
                  <a:lnTo>
                    <a:pt x="3050154" y="2215030"/>
                  </a:lnTo>
                  <a:lnTo>
                    <a:pt x="3050248" y="2215030"/>
                  </a:lnTo>
                  <a:lnTo>
                    <a:pt x="3050342" y="2215030"/>
                  </a:lnTo>
                  <a:lnTo>
                    <a:pt x="3050436" y="2215030"/>
                  </a:lnTo>
                  <a:lnTo>
                    <a:pt x="3050530" y="2215030"/>
                  </a:lnTo>
                  <a:lnTo>
                    <a:pt x="3050625" y="2215030"/>
                  </a:lnTo>
                  <a:lnTo>
                    <a:pt x="3050719" y="2215030"/>
                  </a:lnTo>
                  <a:lnTo>
                    <a:pt x="3050813" y="2215030"/>
                  </a:lnTo>
                  <a:lnTo>
                    <a:pt x="3050907" y="2215030"/>
                  </a:lnTo>
                  <a:lnTo>
                    <a:pt x="3051001" y="2215030"/>
                  </a:lnTo>
                  <a:lnTo>
                    <a:pt x="3051095" y="2215030"/>
                  </a:lnTo>
                  <a:lnTo>
                    <a:pt x="3051189" y="2215030"/>
                  </a:lnTo>
                  <a:lnTo>
                    <a:pt x="3051284" y="2215030"/>
                  </a:lnTo>
                  <a:lnTo>
                    <a:pt x="3051378" y="2215030"/>
                  </a:lnTo>
                  <a:lnTo>
                    <a:pt x="3051472" y="2215030"/>
                  </a:lnTo>
                  <a:lnTo>
                    <a:pt x="3051566" y="2215030"/>
                  </a:lnTo>
                  <a:lnTo>
                    <a:pt x="3051660" y="2215030"/>
                  </a:lnTo>
                  <a:lnTo>
                    <a:pt x="3051754" y="2215030"/>
                  </a:lnTo>
                  <a:lnTo>
                    <a:pt x="3051849" y="2215030"/>
                  </a:lnTo>
                  <a:lnTo>
                    <a:pt x="3051943" y="2215030"/>
                  </a:lnTo>
                  <a:lnTo>
                    <a:pt x="3052037" y="2215030"/>
                  </a:lnTo>
                  <a:lnTo>
                    <a:pt x="3052131" y="2215030"/>
                  </a:lnTo>
                  <a:lnTo>
                    <a:pt x="3052225" y="2215030"/>
                  </a:lnTo>
                  <a:lnTo>
                    <a:pt x="3052319" y="2215030"/>
                  </a:lnTo>
                  <a:lnTo>
                    <a:pt x="3052413" y="2215030"/>
                  </a:lnTo>
                  <a:lnTo>
                    <a:pt x="3052508" y="2215030"/>
                  </a:lnTo>
                  <a:lnTo>
                    <a:pt x="3052602" y="2215030"/>
                  </a:lnTo>
                  <a:lnTo>
                    <a:pt x="3052696" y="2215030"/>
                  </a:lnTo>
                  <a:lnTo>
                    <a:pt x="3052790" y="2215030"/>
                  </a:lnTo>
                  <a:lnTo>
                    <a:pt x="3052884" y="2215030"/>
                  </a:lnTo>
                  <a:lnTo>
                    <a:pt x="3052978" y="2215030"/>
                  </a:lnTo>
                  <a:lnTo>
                    <a:pt x="3053073" y="2215030"/>
                  </a:lnTo>
                  <a:lnTo>
                    <a:pt x="3053167" y="2215030"/>
                  </a:lnTo>
                  <a:lnTo>
                    <a:pt x="3053261" y="2215030"/>
                  </a:lnTo>
                  <a:lnTo>
                    <a:pt x="3053355" y="2215030"/>
                  </a:lnTo>
                  <a:lnTo>
                    <a:pt x="3053449" y="2215030"/>
                  </a:lnTo>
                  <a:lnTo>
                    <a:pt x="3053449" y="2210118"/>
                  </a:lnTo>
                  <a:lnTo>
                    <a:pt x="3053543" y="2210118"/>
                  </a:lnTo>
                  <a:lnTo>
                    <a:pt x="3053543" y="2205207"/>
                  </a:lnTo>
                  <a:lnTo>
                    <a:pt x="3053637" y="2205207"/>
                  </a:lnTo>
                  <a:lnTo>
                    <a:pt x="3053732" y="2205207"/>
                  </a:lnTo>
                  <a:lnTo>
                    <a:pt x="3053826" y="2205207"/>
                  </a:lnTo>
                  <a:lnTo>
                    <a:pt x="3053920" y="2205207"/>
                  </a:lnTo>
                  <a:lnTo>
                    <a:pt x="3054014" y="2205207"/>
                  </a:lnTo>
                  <a:lnTo>
                    <a:pt x="3054108" y="2205207"/>
                  </a:lnTo>
                  <a:lnTo>
                    <a:pt x="3054202" y="2205207"/>
                  </a:lnTo>
                  <a:lnTo>
                    <a:pt x="3054297" y="2205207"/>
                  </a:lnTo>
                  <a:lnTo>
                    <a:pt x="3054391" y="2205207"/>
                  </a:lnTo>
                  <a:lnTo>
                    <a:pt x="3054485" y="2205207"/>
                  </a:lnTo>
                  <a:lnTo>
                    <a:pt x="3054579" y="2205207"/>
                  </a:lnTo>
                  <a:lnTo>
                    <a:pt x="3054673" y="2205207"/>
                  </a:lnTo>
                  <a:lnTo>
                    <a:pt x="3054767" y="2205207"/>
                  </a:lnTo>
                  <a:lnTo>
                    <a:pt x="3054861" y="2205207"/>
                  </a:lnTo>
                  <a:lnTo>
                    <a:pt x="3054956" y="2205207"/>
                  </a:lnTo>
                  <a:lnTo>
                    <a:pt x="3055050" y="2205207"/>
                  </a:lnTo>
                  <a:lnTo>
                    <a:pt x="3055144" y="2205207"/>
                  </a:lnTo>
                  <a:lnTo>
                    <a:pt x="3055238" y="2205207"/>
                  </a:lnTo>
                  <a:lnTo>
                    <a:pt x="3055332" y="2205207"/>
                  </a:lnTo>
                  <a:lnTo>
                    <a:pt x="3055426" y="2205207"/>
                  </a:lnTo>
                  <a:lnTo>
                    <a:pt x="3055520" y="2205207"/>
                  </a:lnTo>
                  <a:lnTo>
                    <a:pt x="3055615" y="2205207"/>
                  </a:lnTo>
                  <a:lnTo>
                    <a:pt x="3055709" y="2205207"/>
                  </a:lnTo>
                  <a:lnTo>
                    <a:pt x="3055803" y="2205207"/>
                  </a:lnTo>
                  <a:lnTo>
                    <a:pt x="3055897" y="2205207"/>
                  </a:lnTo>
                  <a:lnTo>
                    <a:pt x="3055991" y="2205207"/>
                  </a:lnTo>
                  <a:lnTo>
                    <a:pt x="3056085" y="2205207"/>
                  </a:lnTo>
                  <a:lnTo>
                    <a:pt x="3056180" y="2205207"/>
                  </a:lnTo>
                  <a:lnTo>
                    <a:pt x="3056274" y="2205207"/>
                  </a:lnTo>
                  <a:lnTo>
                    <a:pt x="3056368" y="2205207"/>
                  </a:lnTo>
                  <a:lnTo>
                    <a:pt x="3056462" y="2205207"/>
                  </a:lnTo>
                  <a:lnTo>
                    <a:pt x="3056556" y="2205207"/>
                  </a:lnTo>
                  <a:lnTo>
                    <a:pt x="3056650" y="2205207"/>
                  </a:lnTo>
                  <a:lnTo>
                    <a:pt x="3056744" y="2205207"/>
                  </a:lnTo>
                  <a:lnTo>
                    <a:pt x="3056839" y="2205207"/>
                  </a:lnTo>
                  <a:lnTo>
                    <a:pt x="3056933" y="2205207"/>
                  </a:lnTo>
                  <a:lnTo>
                    <a:pt x="3057027" y="2205207"/>
                  </a:lnTo>
                  <a:lnTo>
                    <a:pt x="3057121" y="2205207"/>
                  </a:lnTo>
                  <a:lnTo>
                    <a:pt x="3057215" y="2205207"/>
                  </a:lnTo>
                  <a:lnTo>
                    <a:pt x="3057309" y="2205207"/>
                  </a:lnTo>
                  <a:lnTo>
                    <a:pt x="3057404" y="2205207"/>
                  </a:lnTo>
                  <a:lnTo>
                    <a:pt x="3057498" y="2205207"/>
                  </a:lnTo>
                  <a:lnTo>
                    <a:pt x="3057592" y="2205207"/>
                  </a:lnTo>
                  <a:lnTo>
                    <a:pt x="3057686" y="2205207"/>
                  </a:lnTo>
                  <a:lnTo>
                    <a:pt x="3057780" y="2205207"/>
                  </a:lnTo>
                  <a:lnTo>
                    <a:pt x="3057874" y="2205207"/>
                  </a:lnTo>
                  <a:lnTo>
                    <a:pt x="3057968" y="2205207"/>
                  </a:lnTo>
                  <a:lnTo>
                    <a:pt x="3058063" y="2205207"/>
                  </a:lnTo>
                  <a:lnTo>
                    <a:pt x="3058157" y="2205207"/>
                  </a:lnTo>
                  <a:lnTo>
                    <a:pt x="3058251" y="2205207"/>
                  </a:lnTo>
                  <a:lnTo>
                    <a:pt x="3058345" y="2205207"/>
                  </a:lnTo>
                  <a:lnTo>
                    <a:pt x="3058439" y="2205207"/>
                  </a:lnTo>
                  <a:lnTo>
                    <a:pt x="3058533" y="2205207"/>
                  </a:lnTo>
                  <a:lnTo>
                    <a:pt x="3058628" y="2205207"/>
                  </a:lnTo>
                  <a:lnTo>
                    <a:pt x="3058722" y="2205207"/>
                  </a:lnTo>
                  <a:lnTo>
                    <a:pt x="3058816" y="2205207"/>
                  </a:lnTo>
                  <a:lnTo>
                    <a:pt x="3058910" y="2205207"/>
                  </a:lnTo>
                  <a:lnTo>
                    <a:pt x="3059004" y="2205207"/>
                  </a:lnTo>
                  <a:lnTo>
                    <a:pt x="3059098" y="2205207"/>
                  </a:lnTo>
                  <a:lnTo>
                    <a:pt x="3059192" y="2205207"/>
                  </a:lnTo>
                  <a:lnTo>
                    <a:pt x="3059287" y="2205207"/>
                  </a:lnTo>
                  <a:lnTo>
                    <a:pt x="3059381" y="2205207"/>
                  </a:lnTo>
                  <a:lnTo>
                    <a:pt x="3059475" y="2205207"/>
                  </a:lnTo>
                  <a:lnTo>
                    <a:pt x="3059569" y="2205207"/>
                  </a:lnTo>
                  <a:lnTo>
                    <a:pt x="3059663" y="2205207"/>
                  </a:lnTo>
                  <a:lnTo>
                    <a:pt x="3059757" y="2205207"/>
                  </a:lnTo>
                  <a:lnTo>
                    <a:pt x="3059851" y="2205207"/>
                  </a:lnTo>
                  <a:lnTo>
                    <a:pt x="3059946" y="2205207"/>
                  </a:lnTo>
                  <a:lnTo>
                    <a:pt x="3060040" y="2205207"/>
                  </a:lnTo>
                  <a:lnTo>
                    <a:pt x="3060134" y="2205207"/>
                  </a:lnTo>
                  <a:lnTo>
                    <a:pt x="3060228" y="2205207"/>
                  </a:lnTo>
                  <a:lnTo>
                    <a:pt x="3060322" y="2205207"/>
                  </a:lnTo>
                  <a:lnTo>
                    <a:pt x="3060416" y="2205207"/>
                  </a:lnTo>
                  <a:lnTo>
                    <a:pt x="3060511" y="2205207"/>
                  </a:lnTo>
                  <a:lnTo>
                    <a:pt x="3060605" y="2205207"/>
                  </a:lnTo>
                  <a:lnTo>
                    <a:pt x="3060699" y="2205207"/>
                  </a:lnTo>
                  <a:lnTo>
                    <a:pt x="3060793" y="2205207"/>
                  </a:lnTo>
                  <a:lnTo>
                    <a:pt x="3060887" y="2205207"/>
                  </a:lnTo>
                  <a:lnTo>
                    <a:pt x="3060981" y="2205207"/>
                  </a:lnTo>
                  <a:lnTo>
                    <a:pt x="3061075" y="2205207"/>
                  </a:lnTo>
                  <a:lnTo>
                    <a:pt x="3061170" y="2205207"/>
                  </a:lnTo>
                  <a:lnTo>
                    <a:pt x="3061264" y="2205207"/>
                  </a:lnTo>
                  <a:lnTo>
                    <a:pt x="3061358" y="2205207"/>
                  </a:lnTo>
                  <a:lnTo>
                    <a:pt x="3061452" y="2205207"/>
                  </a:lnTo>
                  <a:lnTo>
                    <a:pt x="3061546" y="2205207"/>
                  </a:lnTo>
                  <a:lnTo>
                    <a:pt x="3061640" y="2205207"/>
                  </a:lnTo>
                  <a:lnTo>
                    <a:pt x="3061735" y="2205207"/>
                  </a:lnTo>
                  <a:lnTo>
                    <a:pt x="3061829" y="2205207"/>
                  </a:lnTo>
                  <a:lnTo>
                    <a:pt x="3061923" y="2205207"/>
                  </a:lnTo>
                  <a:lnTo>
                    <a:pt x="3062017" y="2205207"/>
                  </a:lnTo>
                  <a:lnTo>
                    <a:pt x="3062111" y="2205207"/>
                  </a:lnTo>
                  <a:lnTo>
                    <a:pt x="3062111" y="2200295"/>
                  </a:lnTo>
                  <a:lnTo>
                    <a:pt x="3062205" y="2200295"/>
                  </a:lnTo>
                  <a:lnTo>
                    <a:pt x="3062299" y="2200295"/>
                  </a:lnTo>
                  <a:lnTo>
                    <a:pt x="3062394" y="2200295"/>
                  </a:lnTo>
                  <a:lnTo>
                    <a:pt x="3062488" y="2200295"/>
                  </a:lnTo>
                  <a:lnTo>
                    <a:pt x="3062582" y="2200295"/>
                  </a:lnTo>
                  <a:lnTo>
                    <a:pt x="3062676" y="2200295"/>
                  </a:lnTo>
                  <a:lnTo>
                    <a:pt x="3062770" y="2200295"/>
                  </a:lnTo>
                  <a:lnTo>
                    <a:pt x="3062864" y="2200295"/>
                  </a:lnTo>
                  <a:lnTo>
                    <a:pt x="3062959" y="2200295"/>
                  </a:lnTo>
                  <a:lnTo>
                    <a:pt x="3063053" y="2200295"/>
                  </a:lnTo>
                  <a:lnTo>
                    <a:pt x="3063147" y="2200295"/>
                  </a:lnTo>
                  <a:lnTo>
                    <a:pt x="3063241" y="2200295"/>
                  </a:lnTo>
                  <a:lnTo>
                    <a:pt x="3063335" y="2200295"/>
                  </a:lnTo>
                  <a:lnTo>
                    <a:pt x="3063429" y="2200295"/>
                  </a:lnTo>
                  <a:lnTo>
                    <a:pt x="3063523" y="2200295"/>
                  </a:lnTo>
                  <a:lnTo>
                    <a:pt x="3063618" y="2200295"/>
                  </a:lnTo>
                  <a:lnTo>
                    <a:pt x="3063712" y="2200295"/>
                  </a:lnTo>
                  <a:lnTo>
                    <a:pt x="3063806" y="2200295"/>
                  </a:lnTo>
                  <a:lnTo>
                    <a:pt x="3063900" y="2200295"/>
                  </a:lnTo>
                  <a:lnTo>
                    <a:pt x="3063994" y="2200295"/>
                  </a:lnTo>
                  <a:lnTo>
                    <a:pt x="3064088" y="2200295"/>
                  </a:lnTo>
                  <a:lnTo>
                    <a:pt x="3064182" y="2200295"/>
                  </a:lnTo>
                  <a:lnTo>
                    <a:pt x="3064277" y="2200295"/>
                  </a:lnTo>
                  <a:lnTo>
                    <a:pt x="3064371" y="2200295"/>
                  </a:lnTo>
                  <a:lnTo>
                    <a:pt x="3064465" y="2200295"/>
                  </a:lnTo>
                  <a:lnTo>
                    <a:pt x="3064559" y="2200295"/>
                  </a:lnTo>
                  <a:lnTo>
                    <a:pt x="3064653" y="2200295"/>
                  </a:lnTo>
                  <a:lnTo>
                    <a:pt x="3064747" y="2200295"/>
                  </a:lnTo>
                  <a:lnTo>
                    <a:pt x="3064842" y="2200295"/>
                  </a:lnTo>
                  <a:lnTo>
                    <a:pt x="3064936" y="2200295"/>
                  </a:lnTo>
                  <a:lnTo>
                    <a:pt x="3065030" y="2200295"/>
                  </a:lnTo>
                  <a:lnTo>
                    <a:pt x="3065124" y="2200295"/>
                  </a:lnTo>
                  <a:lnTo>
                    <a:pt x="3065218" y="2200295"/>
                  </a:lnTo>
                  <a:lnTo>
                    <a:pt x="3065312" y="2200295"/>
                  </a:lnTo>
                  <a:lnTo>
                    <a:pt x="3065406" y="2200295"/>
                  </a:lnTo>
                  <a:lnTo>
                    <a:pt x="3065501" y="2200295"/>
                  </a:lnTo>
                  <a:lnTo>
                    <a:pt x="3065595" y="2200295"/>
                  </a:lnTo>
                  <a:lnTo>
                    <a:pt x="3065689" y="2200295"/>
                  </a:lnTo>
                  <a:lnTo>
                    <a:pt x="3065783" y="2200295"/>
                  </a:lnTo>
                  <a:lnTo>
                    <a:pt x="3065877" y="2200295"/>
                  </a:lnTo>
                  <a:lnTo>
                    <a:pt x="3065971" y="2200295"/>
                  </a:lnTo>
                  <a:lnTo>
                    <a:pt x="3066066" y="2200295"/>
                  </a:lnTo>
                  <a:lnTo>
                    <a:pt x="3066160" y="2200295"/>
                  </a:lnTo>
                  <a:lnTo>
                    <a:pt x="3066254" y="2200295"/>
                  </a:lnTo>
                  <a:lnTo>
                    <a:pt x="3066348" y="2200295"/>
                  </a:lnTo>
                  <a:lnTo>
                    <a:pt x="3066442" y="2200295"/>
                  </a:lnTo>
                  <a:lnTo>
                    <a:pt x="3066536" y="2200295"/>
                  </a:lnTo>
                  <a:lnTo>
                    <a:pt x="3066630" y="2200295"/>
                  </a:lnTo>
                  <a:lnTo>
                    <a:pt x="3066725" y="2200295"/>
                  </a:lnTo>
                  <a:lnTo>
                    <a:pt x="3066819" y="2200295"/>
                  </a:lnTo>
                  <a:lnTo>
                    <a:pt x="3066913" y="2200295"/>
                  </a:lnTo>
                  <a:lnTo>
                    <a:pt x="3067007" y="2200295"/>
                  </a:lnTo>
                  <a:lnTo>
                    <a:pt x="3067101" y="2200295"/>
                  </a:lnTo>
                  <a:lnTo>
                    <a:pt x="3067195" y="2200295"/>
                  </a:lnTo>
                  <a:lnTo>
                    <a:pt x="3067290" y="2200295"/>
                  </a:lnTo>
                  <a:lnTo>
                    <a:pt x="3067384" y="2200295"/>
                  </a:lnTo>
                  <a:lnTo>
                    <a:pt x="3067478" y="2200295"/>
                  </a:lnTo>
                  <a:lnTo>
                    <a:pt x="3067572" y="2200295"/>
                  </a:lnTo>
                  <a:lnTo>
                    <a:pt x="3067666" y="2200295"/>
                  </a:lnTo>
                  <a:lnTo>
                    <a:pt x="3067760" y="2200295"/>
                  </a:lnTo>
                  <a:lnTo>
                    <a:pt x="3067854" y="2200295"/>
                  </a:lnTo>
                  <a:lnTo>
                    <a:pt x="3067949" y="2200295"/>
                  </a:lnTo>
                  <a:lnTo>
                    <a:pt x="3068043" y="2200295"/>
                  </a:lnTo>
                  <a:lnTo>
                    <a:pt x="3068137" y="2200295"/>
                  </a:lnTo>
                  <a:lnTo>
                    <a:pt x="3068231" y="2200295"/>
                  </a:lnTo>
                  <a:lnTo>
                    <a:pt x="3068325" y="2200295"/>
                  </a:lnTo>
                  <a:lnTo>
                    <a:pt x="3068419" y="2200295"/>
                  </a:lnTo>
                  <a:lnTo>
                    <a:pt x="3068513" y="2200295"/>
                  </a:lnTo>
                  <a:lnTo>
                    <a:pt x="3068608" y="2200295"/>
                  </a:lnTo>
                  <a:lnTo>
                    <a:pt x="3068702" y="2200295"/>
                  </a:lnTo>
                  <a:lnTo>
                    <a:pt x="3068796" y="2200295"/>
                  </a:lnTo>
                  <a:lnTo>
                    <a:pt x="3068890" y="2200295"/>
                  </a:lnTo>
                  <a:lnTo>
                    <a:pt x="3068984" y="2200295"/>
                  </a:lnTo>
                  <a:lnTo>
                    <a:pt x="3069078" y="2200295"/>
                  </a:lnTo>
                  <a:lnTo>
                    <a:pt x="3069173" y="2200295"/>
                  </a:lnTo>
                  <a:lnTo>
                    <a:pt x="3069267" y="2200295"/>
                  </a:lnTo>
                  <a:lnTo>
                    <a:pt x="3069361" y="2200295"/>
                  </a:lnTo>
                  <a:lnTo>
                    <a:pt x="3069455" y="2200295"/>
                  </a:lnTo>
                  <a:lnTo>
                    <a:pt x="3069549" y="2200295"/>
                  </a:lnTo>
                  <a:lnTo>
                    <a:pt x="3069643" y="2200295"/>
                  </a:lnTo>
                  <a:lnTo>
                    <a:pt x="3069737" y="2200295"/>
                  </a:lnTo>
                  <a:lnTo>
                    <a:pt x="3069832" y="2200295"/>
                  </a:lnTo>
                  <a:lnTo>
                    <a:pt x="3069926" y="2200295"/>
                  </a:lnTo>
                  <a:lnTo>
                    <a:pt x="3070020" y="2200295"/>
                  </a:lnTo>
                  <a:lnTo>
                    <a:pt x="3070114" y="2200295"/>
                  </a:lnTo>
                  <a:lnTo>
                    <a:pt x="3070208" y="2200295"/>
                  </a:lnTo>
                  <a:lnTo>
                    <a:pt x="3070302" y="2200295"/>
                  </a:lnTo>
                  <a:lnTo>
                    <a:pt x="3070397" y="2200295"/>
                  </a:lnTo>
                  <a:lnTo>
                    <a:pt x="3070491" y="2200295"/>
                  </a:lnTo>
                  <a:lnTo>
                    <a:pt x="3070585" y="2200295"/>
                  </a:lnTo>
                  <a:lnTo>
                    <a:pt x="3070679" y="2200295"/>
                  </a:lnTo>
                  <a:lnTo>
                    <a:pt x="3070773" y="2200295"/>
                  </a:lnTo>
                  <a:lnTo>
                    <a:pt x="3070867" y="2200295"/>
                  </a:lnTo>
                  <a:lnTo>
                    <a:pt x="3070961" y="2200295"/>
                  </a:lnTo>
                  <a:lnTo>
                    <a:pt x="3071056" y="2200295"/>
                  </a:lnTo>
                  <a:lnTo>
                    <a:pt x="3071150" y="2200295"/>
                  </a:lnTo>
                  <a:lnTo>
                    <a:pt x="3071244" y="2200295"/>
                  </a:lnTo>
                  <a:lnTo>
                    <a:pt x="3071338" y="2200295"/>
                  </a:lnTo>
                  <a:lnTo>
                    <a:pt x="3071432" y="2200295"/>
                  </a:lnTo>
                  <a:lnTo>
                    <a:pt x="3071526" y="2200295"/>
                  </a:lnTo>
                  <a:lnTo>
                    <a:pt x="3071621" y="2200295"/>
                  </a:lnTo>
                  <a:lnTo>
                    <a:pt x="3071715" y="2200295"/>
                  </a:lnTo>
                  <a:lnTo>
                    <a:pt x="3071809" y="2200295"/>
                  </a:lnTo>
                  <a:lnTo>
                    <a:pt x="3071903" y="2200295"/>
                  </a:lnTo>
                  <a:lnTo>
                    <a:pt x="3071997" y="2200295"/>
                  </a:lnTo>
                  <a:lnTo>
                    <a:pt x="3072091" y="2200295"/>
                  </a:lnTo>
                  <a:lnTo>
                    <a:pt x="3072185" y="2200295"/>
                  </a:lnTo>
                  <a:lnTo>
                    <a:pt x="3072280" y="2200295"/>
                  </a:lnTo>
                  <a:lnTo>
                    <a:pt x="3072374" y="2200295"/>
                  </a:lnTo>
                  <a:lnTo>
                    <a:pt x="3072374" y="2195384"/>
                  </a:lnTo>
                  <a:lnTo>
                    <a:pt x="3072468" y="2195384"/>
                  </a:lnTo>
                  <a:lnTo>
                    <a:pt x="3072562" y="2195384"/>
                  </a:lnTo>
                  <a:lnTo>
                    <a:pt x="3072656" y="2195384"/>
                  </a:lnTo>
                  <a:lnTo>
                    <a:pt x="3072750" y="2195384"/>
                  </a:lnTo>
                  <a:lnTo>
                    <a:pt x="3072844" y="2195384"/>
                  </a:lnTo>
                  <a:lnTo>
                    <a:pt x="3072844" y="2190473"/>
                  </a:lnTo>
                  <a:lnTo>
                    <a:pt x="3072939" y="2190473"/>
                  </a:lnTo>
                  <a:lnTo>
                    <a:pt x="3073033" y="2190473"/>
                  </a:lnTo>
                  <a:lnTo>
                    <a:pt x="3073127" y="2190473"/>
                  </a:lnTo>
                  <a:lnTo>
                    <a:pt x="3073221" y="2190473"/>
                  </a:lnTo>
                  <a:lnTo>
                    <a:pt x="3073315" y="2190473"/>
                  </a:lnTo>
                  <a:lnTo>
                    <a:pt x="3073409" y="2190473"/>
                  </a:lnTo>
                  <a:lnTo>
                    <a:pt x="3073504" y="2190473"/>
                  </a:lnTo>
                  <a:lnTo>
                    <a:pt x="3073598" y="2190473"/>
                  </a:lnTo>
                  <a:lnTo>
                    <a:pt x="3073692" y="2190473"/>
                  </a:lnTo>
                  <a:lnTo>
                    <a:pt x="3073786" y="2190473"/>
                  </a:lnTo>
                  <a:lnTo>
                    <a:pt x="3073880" y="2190473"/>
                  </a:lnTo>
                  <a:lnTo>
                    <a:pt x="3073974" y="2190473"/>
                  </a:lnTo>
                  <a:lnTo>
                    <a:pt x="3074068" y="2190473"/>
                  </a:lnTo>
                  <a:lnTo>
                    <a:pt x="3074163" y="2190473"/>
                  </a:lnTo>
                  <a:lnTo>
                    <a:pt x="3074257" y="2190473"/>
                  </a:lnTo>
                  <a:lnTo>
                    <a:pt x="3074351" y="2190473"/>
                  </a:lnTo>
                  <a:lnTo>
                    <a:pt x="3074445" y="2190473"/>
                  </a:lnTo>
                  <a:lnTo>
                    <a:pt x="3074539" y="2190473"/>
                  </a:lnTo>
                  <a:lnTo>
                    <a:pt x="3074633" y="2190473"/>
                  </a:lnTo>
                  <a:lnTo>
                    <a:pt x="3074728" y="2190473"/>
                  </a:lnTo>
                  <a:lnTo>
                    <a:pt x="3074822" y="2190473"/>
                  </a:lnTo>
                  <a:lnTo>
                    <a:pt x="3074916" y="2190473"/>
                  </a:lnTo>
                  <a:lnTo>
                    <a:pt x="3075010" y="2190473"/>
                  </a:lnTo>
                  <a:lnTo>
                    <a:pt x="3075104" y="2190473"/>
                  </a:lnTo>
                  <a:lnTo>
                    <a:pt x="3075198" y="2190473"/>
                  </a:lnTo>
                  <a:lnTo>
                    <a:pt x="3075292" y="2190473"/>
                  </a:lnTo>
                  <a:lnTo>
                    <a:pt x="3075387" y="2190473"/>
                  </a:lnTo>
                  <a:lnTo>
                    <a:pt x="3075481" y="2190473"/>
                  </a:lnTo>
                  <a:lnTo>
                    <a:pt x="3075575" y="2190473"/>
                  </a:lnTo>
                  <a:lnTo>
                    <a:pt x="3075669" y="2190473"/>
                  </a:lnTo>
                  <a:lnTo>
                    <a:pt x="3075763" y="2190473"/>
                  </a:lnTo>
                  <a:lnTo>
                    <a:pt x="3075857" y="2190473"/>
                  </a:lnTo>
                  <a:lnTo>
                    <a:pt x="3075952" y="2190473"/>
                  </a:lnTo>
                  <a:lnTo>
                    <a:pt x="3076046" y="2190473"/>
                  </a:lnTo>
                  <a:lnTo>
                    <a:pt x="3076140" y="2190473"/>
                  </a:lnTo>
                  <a:lnTo>
                    <a:pt x="3076234" y="2190473"/>
                  </a:lnTo>
                  <a:lnTo>
                    <a:pt x="3076328" y="2190473"/>
                  </a:lnTo>
                  <a:lnTo>
                    <a:pt x="3076422" y="2190473"/>
                  </a:lnTo>
                  <a:lnTo>
                    <a:pt x="3076516" y="2190473"/>
                  </a:lnTo>
                  <a:lnTo>
                    <a:pt x="3076611" y="2190473"/>
                  </a:lnTo>
                  <a:lnTo>
                    <a:pt x="3076705" y="2190473"/>
                  </a:lnTo>
                  <a:lnTo>
                    <a:pt x="3076799" y="2190473"/>
                  </a:lnTo>
                  <a:lnTo>
                    <a:pt x="3076893" y="2190473"/>
                  </a:lnTo>
                  <a:lnTo>
                    <a:pt x="3076987" y="2190473"/>
                  </a:lnTo>
                  <a:lnTo>
                    <a:pt x="3077081" y="2190473"/>
                  </a:lnTo>
                  <a:lnTo>
                    <a:pt x="3077175" y="2190473"/>
                  </a:lnTo>
                  <a:lnTo>
                    <a:pt x="3077270" y="2190473"/>
                  </a:lnTo>
                  <a:lnTo>
                    <a:pt x="3077364" y="2190473"/>
                  </a:lnTo>
                  <a:lnTo>
                    <a:pt x="3077458" y="2190473"/>
                  </a:lnTo>
                  <a:lnTo>
                    <a:pt x="3077552" y="2190473"/>
                  </a:lnTo>
                  <a:lnTo>
                    <a:pt x="3077646" y="2190473"/>
                  </a:lnTo>
                  <a:lnTo>
                    <a:pt x="3077740" y="2190473"/>
                  </a:lnTo>
                  <a:lnTo>
                    <a:pt x="3077835" y="2190473"/>
                  </a:lnTo>
                  <a:lnTo>
                    <a:pt x="3077929" y="2190473"/>
                  </a:lnTo>
                  <a:lnTo>
                    <a:pt x="3078023" y="2190473"/>
                  </a:lnTo>
                  <a:lnTo>
                    <a:pt x="3078117" y="2190473"/>
                  </a:lnTo>
                  <a:lnTo>
                    <a:pt x="3078117" y="2185561"/>
                  </a:lnTo>
                  <a:lnTo>
                    <a:pt x="3078211" y="2185561"/>
                  </a:lnTo>
                  <a:lnTo>
                    <a:pt x="3078305" y="2185561"/>
                  </a:lnTo>
                  <a:lnTo>
                    <a:pt x="3078399" y="2185561"/>
                  </a:lnTo>
                  <a:lnTo>
                    <a:pt x="3078494" y="2185561"/>
                  </a:lnTo>
                  <a:lnTo>
                    <a:pt x="3078588" y="2185561"/>
                  </a:lnTo>
                  <a:lnTo>
                    <a:pt x="3078682" y="2185561"/>
                  </a:lnTo>
                  <a:lnTo>
                    <a:pt x="3078776" y="2185561"/>
                  </a:lnTo>
                  <a:lnTo>
                    <a:pt x="3078870" y="2185561"/>
                  </a:lnTo>
                  <a:lnTo>
                    <a:pt x="3078964" y="2185561"/>
                  </a:lnTo>
                  <a:lnTo>
                    <a:pt x="3079059" y="2185561"/>
                  </a:lnTo>
                  <a:lnTo>
                    <a:pt x="3079153" y="2185561"/>
                  </a:lnTo>
                  <a:lnTo>
                    <a:pt x="3079247" y="2185561"/>
                  </a:lnTo>
                  <a:lnTo>
                    <a:pt x="3079341" y="2185561"/>
                  </a:lnTo>
                  <a:lnTo>
                    <a:pt x="3079435" y="2185561"/>
                  </a:lnTo>
                  <a:lnTo>
                    <a:pt x="3079529" y="2185561"/>
                  </a:lnTo>
                  <a:lnTo>
                    <a:pt x="3079623" y="2185561"/>
                  </a:lnTo>
                  <a:lnTo>
                    <a:pt x="3079718" y="2185561"/>
                  </a:lnTo>
                  <a:lnTo>
                    <a:pt x="3079812" y="2185561"/>
                  </a:lnTo>
                  <a:lnTo>
                    <a:pt x="3079906" y="2185561"/>
                  </a:lnTo>
                  <a:lnTo>
                    <a:pt x="3080000" y="2185561"/>
                  </a:lnTo>
                  <a:lnTo>
                    <a:pt x="3080094" y="2185561"/>
                  </a:lnTo>
                  <a:lnTo>
                    <a:pt x="3080188" y="2185561"/>
                  </a:lnTo>
                  <a:lnTo>
                    <a:pt x="3080283" y="2185561"/>
                  </a:lnTo>
                  <a:lnTo>
                    <a:pt x="3080377" y="2185561"/>
                  </a:lnTo>
                  <a:lnTo>
                    <a:pt x="3080471" y="2185561"/>
                  </a:lnTo>
                  <a:lnTo>
                    <a:pt x="3080565" y="2185561"/>
                  </a:lnTo>
                  <a:lnTo>
                    <a:pt x="3080565" y="2180650"/>
                  </a:lnTo>
                  <a:lnTo>
                    <a:pt x="3080659" y="2180650"/>
                  </a:lnTo>
                  <a:lnTo>
                    <a:pt x="3080753" y="2180650"/>
                  </a:lnTo>
                  <a:lnTo>
                    <a:pt x="3080847" y="2180650"/>
                  </a:lnTo>
                  <a:lnTo>
                    <a:pt x="3080942" y="2180650"/>
                  </a:lnTo>
                  <a:lnTo>
                    <a:pt x="3081036" y="2180650"/>
                  </a:lnTo>
                  <a:lnTo>
                    <a:pt x="3081130" y="2180650"/>
                  </a:lnTo>
                  <a:lnTo>
                    <a:pt x="3081224" y="2180650"/>
                  </a:lnTo>
                  <a:lnTo>
                    <a:pt x="3081318" y="2180650"/>
                  </a:lnTo>
                  <a:lnTo>
                    <a:pt x="3081412" y="2180650"/>
                  </a:lnTo>
                  <a:lnTo>
                    <a:pt x="3081506" y="2180650"/>
                  </a:lnTo>
                  <a:lnTo>
                    <a:pt x="3081601" y="2180650"/>
                  </a:lnTo>
                  <a:lnTo>
                    <a:pt x="3081695" y="2180650"/>
                  </a:lnTo>
                  <a:lnTo>
                    <a:pt x="3081789" y="2180650"/>
                  </a:lnTo>
                  <a:lnTo>
                    <a:pt x="3081883" y="2180650"/>
                  </a:lnTo>
                  <a:lnTo>
                    <a:pt x="3081977" y="2180650"/>
                  </a:lnTo>
                  <a:lnTo>
                    <a:pt x="3082071" y="2180650"/>
                  </a:lnTo>
                  <a:lnTo>
                    <a:pt x="3082166" y="2180650"/>
                  </a:lnTo>
                  <a:lnTo>
                    <a:pt x="3082260" y="2180650"/>
                  </a:lnTo>
                  <a:lnTo>
                    <a:pt x="3082354" y="2180650"/>
                  </a:lnTo>
                  <a:lnTo>
                    <a:pt x="3082448" y="2180650"/>
                  </a:lnTo>
                  <a:lnTo>
                    <a:pt x="3082542" y="2180650"/>
                  </a:lnTo>
                  <a:lnTo>
                    <a:pt x="3082636" y="2180650"/>
                  </a:lnTo>
                  <a:lnTo>
                    <a:pt x="3082730" y="2180650"/>
                  </a:lnTo>
                  <a:lnTo>
                    <a:pt x="3082825" y="2180650"/>
                  </a:lnTo>
                  <a:lnTo>
                    <a:pt x="3082919" y="2180650"/>
                  </a:lnTo>
                  <a:lnTo>
                    <a:pt x="3083013" y="2180650"/>
                  </a:lnTo>
                  <a:lnTo>
                    <a:pt x="3083107" y="2180650"/>
                  </a:lnTo>
                  <a:lnTo>
                    <a:pt x="3083201" y="2180650"/>
                  </a:lnTo>
                  <a:lnTo>
                    <a:pt x="3083295" y="2180650"/>
                  </a:lnTo>
                  <a:lnTo>
                    <a:pt x="3083390" y="2180650"/>
                  </a:lnTo>
                  <a:lnTo>
                    <a:pt x="3083484" y="2180650"/>
                  </a:lnTo>
                  <a:lnTo>
                    <a:pt x="3083578" y="2180650"/>
                  </a:lnTo>
                  <a:lnTo>
                    <a:pt x="3083672" y="2180650"/>
                  </a:lnTo>
                  <a:lnTo>
                    <a:pt x="3083766" y="2180650"/>
                  </a:lnTo>
                  <a:lnTo>
                    <a:pt x="3083860" y="2180650"/>
                  </a:lnTo>
                  <a:lnTo>
                    <a:pt x="3083954" y="2180650"/>
                  </a:lnTo>
                  <a:lnTo>
                    <a:pt x="3084049" y="2180650"/>
                  </a:lnTo>
                  <a:lnTo>
                    <a:pt x="3084143" y="2180650"/>
                  </a:lnTo>
                  <a:lnTo>
                    <a:pt x="3084237" y="2180650"/>
                  </a:lnTo>
                  <a:lnTo>
                    <a:pt x="3084331" y="2180650"/>
                  </a:lnTo>
                  <a:lnTo>
                    <a:pt x="3084425" y="2180650"/>
                  </a:lnTo>
                  <a:lnTo>
                    <a:pt x="3084519" y="2180650"/>
                  </a:lnTo>
                  <a:lnTo>
                    <a:pt x="3084614" y="2180650"/>
                  </a:lnTo>
                  <a:lnTo>
                    <a:pt x="3084708" y="2180650"/>
                  </a:lnTo>
                  <a:lnTo>
                    <a:pt x="3084802" y="2180650"/>
                  </a:lnTo>
                  <a:lnTo>
                    <a:pt x="3084896" y="2180650"/>
                  </a:lnTo>
                  <a:lnTo>
                    <a:pt x="3084990" y="2180650"/>
                  </a:lnTo>
                  <a:lnTo>
                    <a:pt x="3085084" y="2180650"/>
                  </a:lnTo>
                  <a:lnTo>
                    <a:pt x="3085178" y="2180650"/>
                  </a:lnTo>
                  <a:lnTo>
                    <a:pt x="3085273" y="2180650"/>
                  </a:lnTo>
                  <a:lnTo>
                    <a:pt x="3085367" y="2180650"/>
                  </a:lnTo>
                  <a:lnTo>
                    <a:pt x="3085461" y="2180650"/>
                  </a:lnTo>
                  <a:lnTo>
                    <a:pt x="3085555" y="2180650"/>
                  </a:lnTo>
                  <a:lnTo>
                    <a:pt x="3085649" y="2180650"/>
                  </a:lnTo>
                  <a:lnTo>
                    <a:pt x="3085743" y="2180650"/>
                  </a:lnTo>
                  <a:lnTo>
                    <a:pt x="3085837" y="2180650"/>
                  </a:lnTo>
                  <a:lnTo>
                    <a:pt x="3085932" y="2180650"/>
                  </a:lnTo>
                  <a:lnTo>
                    <a:pt x="3086026" y="2180650"/>
                  </a:lnTo>
                  <a:lnTo>
                    <a:pt x="3086120" y="2180650"/>
                  </a:lnTo>
                  <a:lnTo>
                    <a:pt x="3086214" y="2180650"/>
                  </a:lnTo>
                  <a:lnTo>
                    <a:pt x="3086308" y="2180650"/>
                  </a:lnTo>
                  <a:lnTo>
                    <a:pt x="3086402" y="2180650"/>
                  </a:lnTo>
                  <a:lnTo>
                    <a:pt x="3086497" y="2180650"/>
                  </a:lnTo>
                  <a:lnTo>
                    <a:pt x="3086591" y="2180650"/>
                  </a:lnTo>
                  <a:lnTo>
                    <a:pt x="3086685" y="2180650"/>
                  </a:lnTo>
                  <a:lnTo>
                    <a:pt x="3086779" y="2180650"/>
                  </a:lnTo>
                  <a:lnTo>
                    <a:pt x="3086873" y="2180650"/>
                  </a:lnTo>
                  <a:lnTo>
                    <a:pt x="3086967" y="2180650"/>
                  </a:lnTo>
                  <a:lnTo>
                    <a:pt x="3087061" y="2180650"/>
                  </a:lnTo>
                  <a:lnTo>
                    <a:pt x="3087156" y="2180650"/>
                  </a:lnTo>
                  <a:lnTo>
                    <a:pt x="3087250" y="2180650"/>
                  </a:lnTo>
                  <a:lnTo>
                    <a:pt x="3087344" y="2180650"/>
                  </a:lnTo>
                  <a:lnTo>
                    <a:pt x="3087438" y="2180650"/>
                  </a:lnTo>
                  <a:lnTo>
                    <a:pt x="3087532" y="2180650"/>
                  </a:lnTo>
                  <a:lnTo>
                    <a:pt x="3087626" y="2180650"/>
                  </a:lnTo>
                  <a:lnTo>
                    <a:pt x="3087721" y="2180650"/>
                  </a:lnTo>
                  <a:lnTo>
                    <a:pt x="3087815" y="2180650"/>
                  </a:lnTo>
                  <a:lnTo>
                    <a:pt x="3087909" y="2180650"/>
                  </a:lnTo>
                  <a:lnTo>
                    <a:pt x="3088003" y="2180650"/>
                  </a:lnTo>
                  <a:lnTo>
                    <a:pt x="3088097" y="2180650"/>
                  </a:lnTo>
                  <a:lnTo>
                    <a:pt x="3088191" y="2180650"/>
                  </a:lnTo>
                  <a:lnTo>
                    <a:pt x="3088285" y="2180650"/>
                  </a:lnTo>
                  <a:lnTo>
                    <a:pt x="3088380" y="2180650"/>
                  </a:lnTo>
                  <a:lnTo>
                    <a:pt x="3088474" y="2180650"/>
                  </a:lnTo>
                  <a:lnTo>
                    <a:pt x="3088568" y="2180650"/>
                  </a:lnTo>
                  <a:lnTo>
                    <a:pt x="3088662" y="2180650"/>
                  </a:lnTo>
                  <a:lnTo>
                    <a:pt x="3088756" y="2180650"/>
                  </a:lnTo>
                  <a:lnTo>
                    <a:pt x="3088850" y="2180650"/>
                  </a:lnTo>
                  <a:lnTo>
                    <a:pt x="3088945" y="2180650"/>
                  </a:lnTo>
                  <a:lnTo>
                    <a:pt x="3089039" y="2180650"/>
                  </a:lnTo>
                  <a:lnTo>
                    <a:pt x="3089133" y="2180650"/>
                  </a:lnTo>
                  <a:lnTo>
                    <a:pt x="3089227" y="2180650"/>
                  </a:lnTo>
                  <a:lnTo>
                    <a:pt x="3089321" y="2180650"/>
                  </a:lnTo>
                  <a:lnTo>
                    <a:pt x="3089415" y="2180650"/>
                  </a:lnTo>
                  <a:lnTo>
                    <a:pt x="3089415" y="2175739"/>
                  </a:lnTo>
                  <a:lnTo>
                    <a:pt x="3089509" y="2175739"/>
                  </a:lnTo>
                  <a:lnTo>
                    <a:pt x="3089604" y="2175739"/>
                  </a:lnTo>
                  <a:lnTo>
                    <a:pt x="3089698" y="2175739"/>
                  </a:lnTo>
                  <a:lnTo>
                    <a:pt x="3089792" y="2175739"/>
                  </a:lnTo>
                  <a:lnTo>
                    <a:pt x="3089886" y="2175739"/>
                  </a:lnTo>
                  <a:lnTo>
                    <a:pt x="3089980" y="2175739"/>
                  </a:lnTo>
                  <a:lnTo>
                    <a:pt x="3090074" y="2175739"/>
                  </a:lnTo>
                  <a:lnTo>
                    <a:pt x="3090168" y="2175739"/>
                  </a:lnTo>
                  <a:lnTo>
                    <a:pt x="3090263" y="2175739"/>
                  </a:lnTo>
                  <a:lnTo>
                    <a:pt x="3090263" y="2170827"/>
                  </a:lnTo>
                  <a:lnTo>
                    <a:pt x="3090357" y="2170827"/>
                  </a:lnTo>
                  <a:lnTo>
                    <a:pt x="3090451" y="2170827"/>
                  </a:lnTo>
                  <a:lnTo>
                    <a:pt x="3090545" y="2170827"/>
                  </a:lnTo>
                  <a:lnTo>
                    <a:pt x="3090639" y="2170827"/>
                  </a:lnTo>
                  <a:lnTo>
                    <a:pt x="3090733" y="2170827"/>
                  </a:lnTo>
                  <a:lnTo>
                    <a:pt x="3090828" y="2170827"/>
                  </a:lnTo>
                  <a:lnTo>
                    <a:pt x="3090828" y="2165916"/>
                  </a:lnTo>
                  <a:lnTo>
                    <a:pt x="3090922" y="2165916"/>
                  </a:lnTo>
                  <a:lnTo>
                    <a:pt x="3091016" y="2165916"/>
                  </a:lnTo>
                  <a:lnTo>
                    <a:pt x="3091110" y="2165916"/>
                  </a:lnTo>
                  <a:lnTo>
                    <a:pt x="3091204" y="2165916"/>
                  </a:lnTo>
                  <a:lnTo>
                    <a:pt x="3091298" y="2165916"/>
                  </a:lnTo>
                  <a:lnTo>
                    <a:pt x="3091392" y="2165916"/>
                  </a:lnTo>
                  <a:lnTo>
                    <a:pt x="3091487" y="2165916"/>
                  </a:lnTo>
                  <a:lnTo>
                    <a:pt x="3091581" y="2165916"/>
                  </a:lnTo>
                  <a:lnTo>
                    <a:pt x="3091675" y="2165916"/>
                  </a:lnTo>
                  <a:lnTo>
                    <a:pt x="3091769" y="2165916"/>
                  </a:lnTo>
                  <a:lnTo>
                    <a:pt x="3091863" y="2165916"/>
                  </a:lnTo>
                  <a:lnTo>
                    <a:pt x="3091957" y="2165916"/>
                  </a:lnTo>
                  <a:lnTo>
                    <a:pt x="3092052" y="2165916"/>
                  </a:lnTo>
                  <a:lnTo>
                    <a:pt x="3092146" y="2165916"/>
                  </a:lnTo>
                  <a:lnTo>
                    <a:pt x="3092240" y="2165916"/>
                  </a:lnTo>
                  <a:lnTo>
                    <a:pt x="3092334" y="2165916"/>
                  </a:lnTo>
                  <a:lnTo>
                    <a:pt x="3092428" y="2165916"/>
                  </a:lnTo>
                  <a:lnTo>
                    <a:pt x="3092522" y="2165916"/>
                  </a:lnTo>
                  <a:lnTo>
                    <a:pt x="3092616" y="2165916"/>
                  </a:lnTo>
                  <a:lnTo>
                    <a:pt x="3092711" y="2165916"/>
                  </a:lnTo>
                  <a:lnTo>
                    <a:pt x="3092805" y="2165916"/>
                  </a:lnTo>
                  <a:lnTo>
                    <a:pt x="3092899" y="2165916"/>
                  </a:lnTo>
                  <a:lnTo>
                    <a:pt x="3092993" y="2165916"/>
                  </a:lnTo>
                  <a:lnTo>
                    <a:pt x="3093087" y="2165916"/>
                  </a:lnTo>
                  <a:lnTo>
                    <a:pt x="3093087" y="2161004"/>
                  </a:lnTo>
                  <a:lnTo>
                    <a:pt x="3093181" y="2161004"/>
                  </a:lnTo>
                  <a:lnTo>
                    <a:pt x="3093276" y="2161004"/>
                  </a:lnTo>
                  <a:lnTo>
                    <a:pt x="3093370" y="2161004"/>
                  </a:lnTo>
                  <a:lnTo>
                    <a:pt x="3093464" y="2161004"/>
                  </a:lnTo>
                  <a:lnTo>
                    <a:pt x="3093558" y="2161004"/>
                  </a:lnTo>
                  <a:lnTo>
                    <a:pt x="3093652" y="2161004"/>
                  </a:lnTo>
                  <a:lnTo>
                    <a:pt x="3093746" y="2161004"/>
                  </a:lnTo>
                  <a:lnTo>
                    <a:pt x="3093840" y="2161004"/>
                  </a:lnTo>
                  <a:lnTo>
                    <a:pt x="3093935" y="2161004"/>
                  </a:lnTo>
                  <a:lnTo>
                    <a:pt x="3094029" y="2161004"/>
                  </a:lnTo>
                  <a:lnTo>
                    <a:pt x="3094123" y="2161004"/>
                  </a:lnTo>
                  <a:lnTo>
                    <a:pt x="3094217" y="2161004"/>
                  </a:lnTo>
                  <a:lnTo>
                    <a:pt x="3094311" y="2161004"/>
                  </a:lnTo>
                  <a:lnTo>
                    <a:pt x="3094405" y="2161004"/>
                  </a:lnTo>
                  <a:lnTo>
                    <a:pt x="3094499" y="2161004"/>
                  </a:lnTo>
                  <a:lnTo>
                    <a:pt x="3094594" y="2161004"/>
                  </a:lnTo>
                  <a:lnTo>
                    <a:pt x="3094688" y="2161004"/>
                  </a:lnTo>
                  <a:lnTo>
                    <a:pt x="3094782" y="2161004"/>
                  </a:lnTo>
                  <a:lnTo>
                    <a:pt x="3094876" y="2161004"/>
                  </a:lnTo>
                  <a:lnTo>
                    <a:pt x="3094970" y="2161004"/>
                  </a:lnTo>
                  <a:lnTo>
                    <a:pt x="3095064" y="2161004"/>
                  </a:lnTo>
                  <a:lnTo>
                    <a:pt x="3095159" y="2161004"/>
                  </a:lnTo>
                  <a:lnTo>
                    <a:pt x="3095253" y="2161004"/>
                  </a:lnTo>
                  <a:lnTo>
                    <a:pt x="3095347" y="2161004"/>
                  </a:lnTo>
                  <a:lnTo>
                    <a:pt x="3095441" y="2161004"/>
                  </a:lnTo>
                  <a:lnTo>
                    <a:pt x="3095535" y="2161004"/>
                  </a:lnTo>
                  <a:lnTo>
                    <a:pt x="3095629" y="2161004"/>
                  </a:lnTo>
                  <a:lnTo>
                    <a:pt x="3095723" y="2161004"/>
                  </a:lnTo>
                  <a:lnTo>
                    <a:pt x="3095818" y="2161004"/>
                  </a:lnTo>
                  <a:lnTo>
                    <a:pt x="3095912" y="2161004"/>
                  </a:lnTo>
                  <a:lnTo>
                    <a:pt x="3096006" y="2161004"/>
                  </a:lnTo>
                  <a:lnTo>
                    <a:pt x="3096100" y="2161004"/>
                  </a:lnTo>
                  <a:lnTo>
                    <a:pt x="3096194" y="2161004"/>
                  </a:lnTo>
                  <a:lnTo>
                    <a:pt x="3096288" y="2161004"/>
                  </a:lnTo>
                  <a:lnTo>
                    <a:pt x="3096383" y="2161004"/>
                  </a:lnTo>
                  <a:lnTo>
                    <a:pt x="3096477" y="2161004"/>
                  </a:lnTo>
                  <a:lnTo>
                    <a:pt x="3096571" y="2161004"/>
                  </a:lnTo>
                  <a:lnTo>
                    <a:pt x="3096665" y="2161004"/>
                  </a:lnTo>
                  <a:lnTo>
                    <a:pt x="3096759" y="2161004"/>
                  </a:lnTo>
                  <a:lnTo>
                    <a:pt x="3096853" y="2161004"/>
                  </a:lnTo>
                  <a:lnTo>
                    <a:pt x="3096947" y="2161004"/>
                  </a:lnTo>
                  <a:lnTo>
                    <a:pt x="3097042" y="2161004"/>
                  </a:lnTo>
                  <a:lnTo>
                    <a:pt x="3097136" y="2161004"/>
                  </a:lnTo>
                  <a:lnTo>
                    <a:pt x="3097230" y="2161004"/>
                  </a:lnTo>
                  <a:lnTo>
                    <a:pt x="3097324" y="2161004"/>
                  </a:lnTo>
                  <a:lnTo>
                    <a:pt x="3097418" y="2161004"/>
                  </a:lnTo>
                  <a:lnTo>
                    <a:pt x="3097512" y="2161004"/>
                  </a:lnTo>
                  <a:lnTo>
                    <a:pt x="3097607" y="2161004"/>
                  </a:lnTo>
                  <a:lnTo>
                    <a:pt x="3097701" y="2161004"/>
                  </a:lnTo>
                  <a:lnTo>
                    <a:pt x="3097795" y="2161004"/>
                  </a:lnTo>
                  <a:lnTo>
                    <a:pt x="3097889" y="2161004"/>
                  </a:lnTo>
                  <a:lnTo>
                    <a:pt x="3097983" y="2161004"/>
                  </a:lnTo>
                  <a:lnTo>
                    <a:pt x="3098077" y="2161004"/>
                  </a:lnTo>
                  <a:lnTo>
                    <a:pt x="3098171" y="2161004"/>
                  </a:lnTo>
                  <a:lnTo>
                    <a:pt x="3098266" y="2161004"/>
                  </a:lnTo>
                  <a:lnTo>
                    <a:pt x="3098360" y="2161004"/>
                  </a:lnTo>
                  <a:lnTo>
                    <a:pt x="3098454" y="2161004"/>
                  </a:lnTo>
                  <a:lnTo>
                    <a:pt x="3098548" y="2161004"/>
                  </a:lnTo>
                  <a:lnTo>
                    <a:pt x="3098642" y="2161004"/>
                  </a:lnTo>
                  <a:lnTo>
                    <a:pt x="3098736" y="2161004"/>
                  </a:lnTo>
                  <a:lnTo>
                    <a:pt x="3098830" y="2161004"/>
                  </a:lnTo>
                  <a:lnTo>
                    <a:pt x="3098925" y="2161004"/>
                  </a:lnTo>
                  <a:lnTo>
                    <a:pt x="3099019" y="2161004"/>
                  </a:lnTo>
                  <a:lnTo>
                    <a:pt x="3099113" y="2161004"/>
                  </a:lnTo>
                  <a:lnTo>
                    <a:pt x="3099207" y="2161004"/>
                  </a:lnTo>
                  <a:lnTo>
                    <a:pt x="3099301" y="2161004"/>
                  </a:lnTo>
                  <a:lnTo>
                    <a:pt x="3099395" y="2161004"/>
                  </a:lnTo>
                  <a:lnTo>
                    <a:pt x="3099490" y="2161004"/>
                  </a:lnTo>
                  <a:lnTo>
                    <a:pt x="3099584" y="2161004"/>
                  </a:lnTo>
                  <a:lnTo>
                    <a:pt x="3099678" y="2161004"/>
                  </a:lnTo>
                  <a:lnTo>
                    <a:pt x="3099772" y="2161004"/>
                  </a:lnTo>
                  <a:lnTo>
                    <a:pt x="3099866" y="2161004"/>
                  </a:lnTo>
                  <a:lnTo>
                    <a:pt x="3099960" y="2161004"/>
                  </a:lnTo>
                  <a:lnTo>
                    <a:pt x="3100054" y="2161004"/>
                  </a:lnTo>
                  <a:lnTo>
                    <a:pt x="3100149" y="2161004"/>
                  </a:lnTo>
                  <a:lnTo>
                    <a:pt x="3100243" y="2161004"/>
                  </a:lnTo>
                  <a:lnTo>
                    <a:pt x="3100337" y="2161004"/>
                  </a:lnTo>
                  <a:lnTo>
                    <a:pt x="3100431" y="2161004"/>
                  </a:lnTo>
                  <a:lnTo>
                    <a:pt x="3100525" y="2161004"/>
                  </a:lnTo>
                  <a:lnTo>
                    <a:pt x="3100619" y="2161004"/>
                  </a:lnTo>
                  <a:lnTo>
                    <a:pt x="3100714" y="2161004"/>
                  </a:lnTo>
                  <a:lnTo>
                    <a:pt x="3100808" y="2161004"/>
                  </a:lnTo>
                  <a:lnTo>
                    <a:pt x="3100902" y="2161004"/>
                  </a:lnTo>
                  <a:lnTo>
                    <a:pt x="3100996" y="2161004"/>
                  </a:lnTo>
                  <a:lnTo>
                    <a:pt x="3101090" y="2161004"/>
                  </a:lnTo>
                  <a:lnTo>
                    <a:pt x="3101184" y="2161004"/>
                  </a:lnTo>
                  <a:lnTo>
                    <a:pt x="3101278" y="2161004"/>
                  </a:lnTo>
                  <a:lnTo>
                    <a:pt x="3101373" y="2161004"/>
                  </a:lnTo>
                  <a:lnTo>
                    <a:pt x="3101467" y="2161004"/>
                  </a:lnTo>
                  <a:lnTo>
                    <a:pt x="3101561" y="2161004"/>
                  </a:lnTo>
                  <a:lnTo>
                    <a:pt x="3101655" y="2161004"/>
                  </a:lnTo>
                  <a:lnTo>
                    <a:pt x="3101749" y="2161004"/>
                  </a:lnTo>
                  <a:lnTo>
                    <a:pt x="3101843" y="2161004"/>
                  </a:lnTo>
                  <a:lnTo>
                    <a:pt x="3101938" y="2161004"/>
                  </a:lnTo>
                  <a:lnTo>
                    <a:pt x="3102032" y="2161004"/>
                  </a:lnTo>
                  <a:lnTo>
                    <a:pt x="3102126" y="2161004"/>
                  </a:lnTo>
                  <a:lnTo>
                    <a:pt x="3102220" y="2161004"/>
                  </a:lnTo>
                  <a:lnTo>
                    <a:pt x="3102314" y="2161004"/>
                  </a:lnTo>
                  <a:lnTo>
                    <a:pt x="3102408" y="2161004"/>
                  </a:lnTo>
                  <a:lnTo>
                    <a:pt x="3102502" y="2161004"/>
                  </a:lnTo>
                  <a:lnTo>
                    <a:pt x="3102597" y="2161004"/>
                  </a:lnTo>
                  <a:lnTo>
                    <a:pt x="3102691" y="2161004"/>
                  </a:lnTo>
                  <a:lnTo>
                    <a:pt x="3102785" y="2161004"/>
                  </a:lnTo>
                  <a:lnTo>
                    <a:pt x="3102879" y="2161004"/>
                  </a:lnTo>
                  <a:lnTo>
                    <a:pt x="3102973" y="2161004"/>
                  </a:lnTo>
                  <a:lnTo>
                    <a:pt x="3103067" y="2161004"/>
                  </a:lnTo>
                  <a:lnTo>
                    <a:pt x="3103161" y="2161004"/>
                  </a:lnTo>
                  <a:lnTo>
                    <a:pt x="3103256" y="2161004"/>
                  </a:lnTo>
                  <a:lnTo>
                    <a:pt x="3103350" y="2161004"/>
                  </a:lnTo>
                  <a:lnTo>
                    <a:pt x="3103444" y="2161004"/>
                  </a:lnTo>
                  <a:lnTo>
                    <a:pt x="3103538" y="2161004"/>
                  </a:lnTo>
                  <a:lnTo>
                    <a:pt x="3103632" y="2161004"/>
                  </a:lnTo>
                  <a:lnTo>
                    <a:pt x="3103726" y="2161004"/>
                  </a:lnTo>
                  <a:lnTo>
                    <a:pt x="3103821" y="2161004"/>
                  </a:lnTo>
                  <a:lnTo>
                    <a:pt x="3103915" y="2161004"/>
                  </a:lnTo>
                  <a:lnTo>
                    <a:pt x="3104009" y="2161004"/>
                  </a:lnTo>
                  <a:lnTo>
                    <a:pt x="3104103" y="2161004"/>
                  </a:lnTo>
                  <a:lnTo>
                    <a:pt x="3104197" y="2161004"/>
                  </a:lnTo>
                  <a:lnTo>
                    <a:pt x="3104291" y="2161004"/>
                  </a:lnTo>
                  <a:lnTo>
                    <a:pt x="3104385" y="2161004"/>
                  </a:lnTo>
                  <a:lnTo>
                    <a:pt x="3104385" y="2156093"/>
                  </a:lnTo>
                  <a:lnTo>
                    <a:pt x="3104480" y="2156093"/>
                  </a:lnTo>
                  <a:lnTo>
                    <a:pt x="3104574" y="2156093"/>
                  </a:lnTo>
                  <a:lnTo>
                    <a:pt x="3104668" y="2156093"/>
                  </a:lnTo>
                  <a:lnTo>
                    <a:pt x="3104762" y="2156093"/>
                  </a:lnTo>
                  <a:lnTo>
                    <a:pt x="3104856" y="2156093"/>
                  </a:lnTo>
                  <a:lnTo>
                    <a:pt x="3104950" y="2156093"/>
                  </a:lnTo>
                  <a:lnTo>
                    <a:pt x="3105045" y="2156093"/>
                  </a:lnTo>
                  <a:lnTo>
                    <a:pt x="3105139" y="2156093"/>
                  </a:lnTo>
                  <a:lnTo>
                    <a:pt x="3105233" y="2156093"/>
                  </a:lnTo>
                  <a:lnTo>
                    <a:pt x="3105327" y="2156093"/>
                  </a:lnTo>
                  <a:lnTo>
                    <a:pt x="3105421" y="2156093"/>
                  </a:lnTo>
                  <a:lnTo>
                    <a:pt x="3105515" y="2156093"/>
                  </a:lnTo>
                  <a:lnTo>
                    <a:pt x="3105609" y="2156093"/>
                  </a:lnTo>
                  <a:lnTo>
                    <a:pt x="3105704" y="2156093"/>
                  </a:lnTo>
                  <a:lnTo>
                    <a:pt x="3105798" y="2156093"/>
                  </a:lnTo>
                  <a:lnTo>
                    <a:pt x="3105892" y="2156093"/>
                  </a:lnTo>
                  <a:lnTo>
                    <a:pt x="3105986" y="2156093"/>
                  </a:lnTo>
                  <a:lnTo>
                    <a:pt x="3106080" y="2156093"/>
                  </a:lnTo>
                  <a:lnTo>
                    <a:pt x="3106174" y="2156093"/>
                  </a:lnTo>
                  <a:lnTo>
                    <a:pt x="3106269" y="2156093"/>
                  </a:lnTo>
                  <a:lnTo>
                    <a:pt x="3106363" y="2156093"/>
                  </a:lnTo>
                  <a:lnTo>
                    <a:pt x="3106457" y="2156093"/>
                  </a:lnTo>
                  <a:lnTo>
                    <a:pt x="3106551" y="2156093"/>
                  </a:lnTo>
                  <a:lnTo>
                    <a:pt x="3106645" y="2156093"/>
                  </a:lnTo>
                  <a:lnTo>
                    <a:pt x="3106739" y="2156093"/>
                  </a:lnTo>
                  <a:lnTo>
                    <a:pt x="3106833" y="2156093"/>
                  </a:lnTo>
                  <a:lnTo>
                    <a:pt x="3106928" y="2156093"/>
                  </a:lnTo>
                  <a:lnTo>
                    <a:pt x="3107022" y="2156093"/>
                  </a:lnTo>
                  <a:lnTo>
                    <a:pt x="3107116" y="2156093"/>
                  </a:lnTo>
                  <a:lnTo>
                    <a:pt x="3107210" y="2156093"/>
                  </a:lnTo>
                  <a:lnTo>
                    <a:pt x="3107304" y="2156093"/>
                  </a:lnTo>
                  <a:lnTo>
                    <a:pt x="3107398" y="2156093"/>
                  </a:lnTo>
                  <a:lnTo>
                    <a:pt x="3107493" y="2156093"/>
                  </a:lnTo>
                  <a:lnTo>
                    <a:pt x="3107587" y="2156093"/>
                  </a:lnTo>
                  <a:lnTo>
                    <a:pt x="3107681" y="2156093"/>
                  </a:lnTo>
                  <a:lnTo>
                    <a:pt x="3107775" y="2156093"/>
                  </a:lnTo>
                  <a:lnTo>
                    <a:pt x="3107869" y="2156093"/>
                  </a:lnTo>
                  <a:lnTo>
                    <a:pt x="3107963" y="2156093"/>
                  </a:lnTo>
                  <a:lnTo>
                    <a:pt x="3108057" y="2156093"/>
                  </a:lnTo>
                  <a:lnTo>
                    <a:pt x="3108152" y="2156093"/>
                  </a:lnTo>
                  <a:lnTo>
                    <a:pt x="3108246" y="2156093"/>
                  </a:lnTo>
                  <a:lnTo>
                    <a:pt x="3108340" y="2156093"/>
                  </a:lnTo>
                  <a:lnTo>
                    <a:pt x="3108434" y="2156093"/>
                  </a:lnTo>
                  <a:lnTo>
                    <a:pt x="3108528" y="2156093"/>
                  </a:lnTo>
                  <a:lnTo>
                    <a:pt x="3108622" y="2156093"/>
                  </a:lnTo>
                  <a:lnTo>
                    <a:pt x="3108716" y="2156093"/>
                  </a:lnTo>
                  <a:lnTo>
                    <a:pt x="3108811" y="2156093"/>
                  </a:lnTo>
                  <a:lnTo>
                    <a:pt x="3108905" y="2156093"/>
                  </a:lnTo>
                  <a:lnTo>
                    <a:pt x="3108905" y="2151182"/>
                  </a:lnTo>
                  <a:lnTo>
                    <a:pt x="3108999" y="2151182"/>
                  </a:lnTo>
                  <a:lnTo>
                    <a:pt x="3109093" y="2151182"/>
                  </a:lnTo>
                  <a:lnTo>
                    <a:pt x="3109187" y="2151182"/>
                  </a:lnTo>
                  <a:lnTo>
                    <a:pt x="3109281" y="2151182"/>
                  </a:lnTo>
                  <a:lnTo>
                    <a:pt x="3109376" y="2151182"/>
                  </a:lnTo>
                  <a:lnTo>
                    <a:pt x="3109470" y="2151182"/>
                  </a:lnTo>
                  <a:lnTo>
                    <a:pt x="3109564" y="2151182"/>
                  </a:lnTo>
                  <a:lnTo>
                    <a:pt x="3109658" y="2151182"/>
                  </a:lnTo>
                  <a:lnTo>
                    <a:pt x="3109752" y="2151182"/>
                  </a:lnTo>
                  <a:lnTo>
                    <a:pt x="3109846" y="2151182"/>
                  </a:lnTo>
                  <a:lnTo>
                    <a:pt x="3109940" y="2151182"/>
                  </a:lnTo>
                  <a:lnTo>
                    <a:pt x="3110035" y="2151182"/>
                  </a:lnTo>
                  <a:lnTo>
                    <a:pt x="3110129" y="2151182"/>
                  </a:lnTo>
                  <a:lnTo>
                    <a:pt x="3110223" y="2151182"/>
                  </a:lnTo>
                  <a:lnTo>
                    <a:pt x="3110317" y="2151182"/>
                  </a:lnTo>
                  <a:lnTo>
                    <a:pt x="3110411" y="2151182"/>
                  </a:lnTo>
                  <a:lnTo>
                    <a:pt x="3110505" y="2151182"/>
                  </a:lnTo>
                  <a:lnTo>
                    <a:pt x="3110600" y="2151182"/>
                  </a:lnTo>
                  <a:lnTo>
                    <a:pt x="3110694" y="2151182"/>
                  </a:lnTo>
                  <a:lnTo>
                    <a:pt x="3110788" y="2151182"/>
                  </a:lnTo>
                  <a:lnTo>
                    <a:pt x="3110882" y="2151182"/>
                  </a:lnTo>
                  <a:lnTo>
                    <a:pt x="3110976" y="2151182"/>
                  </a:lnTo>
                  <a:lnTo>
                    <a:pt x="3111070" y="2151182"/>
                  </a:lnTo>
                  <a:lnTo>
                    <a:pt x="3111164" y="2151182"/>
                  </a:lnTo>
                  <a:lnTo>
                    <a:pt x="3111259" y="2151182"/>
                  </a:lnTo>
                  <a:lnTo>
                    <a:pt x="3111353" y="2151182"/>
                  </a:lnTo>
                  <a:lnTo>
                    <a:pt x="3111447" y="2151182"/>
                  </a:lnTo>
                  <a:lnTo>
                    <a:pt x="3111541" y="2151182"/>
                  </a:lnTo>
                  <a:lnTo>
                    <a:pt x="3111635" y="2151182"/>
                  </a:lnTo>
                  <a:lnTo>
                    <a:pt x="3111729" y="2151182"/>
                  </a:lnTo>
                  <a:lnTo>
                    <a:pt x="3111824" y="2151182"/>
                  </a:lnTo>
                  <a:lnTo>
                    <a:pt x="3111918" y="2151182"/>
                  </a:lnTo>
                  <a:lnTo>
                    <a:pt x="3112012" y="2151182"/>
                  </a:lnTo>
                  <a:lnTo>
                    <a:pt x="3112106" y="2151182"/>
                  </a:lnTo>
                  <a:lnTo>
                    <a:pt x="3112200" y="2151182"/>
                  </a:lnTo>
                  <a:lnTo>
                    <a:pt x="3112294" y="2151182"/>
                  </a:lnTo>
                  <a:lnTo>
                    <a:pt x="3112388" y="2151182"/>
                  </a:lnTo>
                  <a:lnTo>
                    <a:pt x="3112483" y="2151182"/>
                  </a:lnTo>
                  <a:lnTo>
                    <a:pt x="3112577" y="2151182"/>
                  </a:lnTo>
                  <a:lnTo>
                    <a:pt x="3112671" y="2151182"/>
                  </a:lnTo>
                  <a:lnTo>
                    <a:pt x="3112765" y="2151182"/>
                  </a:lnTo>
                  <a:lnTo>
                    <a:pt x="3112859" y="2151182"/>
                  </a:lnTo>
                  <a:lnTo>
                    <a:pt x="3112953" y="2151182"/>
                  </a:lnTo>
                  <a:lnTo>
                    <a:pt x="3113047" y="2151182"/>
                  </a:lnTo>
                  <a:lnTo>
                    <a:pt x="3113142" y="2151182"/>
                  </a:lnTo>
                  <a:lnTo>
                    <a:pt x="3113236" y="2151182"/>
                  </a:lnTo>
                  <a:lnTo>
                    <a:pt x="3113330" y="2151182"/>
                  </a:lnTo>
                  <a:lnTo>
                    <a:pt x="3113424" y="2151182"/>
                  </a:lnTo>
                  <a:lnTo>
                    <a:pt x="3113518" y="2151182"/>
                  </a:lnTo>
                  <a:lnTo>
                    <a:pt x="3113612" y="2151182"/>
                  </a:lnTo>
                  <a:lnTo>
                    <a:pt x="3113707" y="2151182"/>
                  </a:lnTo>
                  <a:lnTo>
                    <a:pt x="3113801" y="2151182"/>
                  </a:lnTo>
                  <a:lnTo>
                    <a:pt x="3113895" y="2151182"/>
                  </a:lnTo>
                  <a:lnTo>
                    <a:pt x="3113989" y="2151182"/>
                  </a:lnTo>
                  <a:lnTo>
                    <a:pt x="3114083" y="2151182"/>
                  </a:lnTo>
                  <a:lnTo>
                    <a:pt x="3114177" y="2151182"/>
                  </a:lnTo>
                  <a:lnTo>
                    <a:pt x="3114271" y="2151182"/>
                  </a:lnTo>
                  <a:lnTo>
                    <a:pt x="3114366" y="2151182"/>
                  </a:lnTo>
                  <a:lnTo>
                    <a:pt x="3114460" y="2151182"/>
                  </a:lnTo>
                  <a:lnTo>
                    <a:pt x="3114554" y="2151182"/>
                  </a:lnTo>
                  <a:lnTo>
                    <a:pt x="3114648" y="2151182"/>
                  </a:lnTo>
                  <a:lnTo>
                    <a:pt x="3114742" y="2151182"/>
                  </a:lnTo>
                  <a:lnTo>
                    <a:pt x="3114836" y="2151182"/>
                  </a:lnTo>
                  <a:lnTo>
                    <a:pt x="3114931" y="2151182"/>
                  </a:lnTo>
                  <a:lnTo>
                    <a:pt x="3115025" y="2151182"/>
                  </a:lnTo>
                  <a:lnTo>
                    <a:pt x="3115119" y="2151182"/>
                  </a:lnTo>
                  <a:lnTo>
                    <a:pt x="3115213" y="2151182"/>
                  </a:lnTo>
                  <a:lnTo>
                    <a:pt x="3115307" y="2151182"/>
                  </a:lnTo>
                  <a:lnTo>
                    <a:pt x="3115307" y="2146270"/>
                  </a:lnTo>
                  <a:lnTo>
                    <a:pt x="3115401" y="2146270"/>
                  </a:lnTo>
                  <a:lnTo>
                    <a:pt x="3115495" y="2146270"/>
                  </a:lnTo>
                  <a:lnTo>
                    <a:pt x="3115590" y="2146270"/>
                  </a:lnTo>
                  <a:lnTo>
                    <a:pt x="3115684" y="2146270"/>
                  </a:lnTo>
                  <a:lnTo>
                    <a:pt x="3115778" y="2146270"/>
                  </a:lnTo>
                  <a:lnTo>
                    <a:pt x="3115872" y="2146270"/>
                  </a:lnTo>
                  <a:lnTo>
                    <a:pt x="3115966" y="2146270"/>
                  </a:lnTo>
                  <a:lnTo>
                    <a:pt x="3116060" y="2146270"/>
                  </a:lnTo>
                  <a:lnTo>
                    <a:pt x="3116155" y="2146270"/>
                  </a:lnTo>
                  <a:lnTo>
                    <a:pt x="3116249" y="2146270"/>
                  </a:lnTo>
                  <a:lnTo>
                    <a:pt x="3116343" y="2146270"/>
                  </a:lnTo>
                  <a:lnTo>
                    <a:pt x="3116437" y="2146270"/>
                  </a:lnTo>
                  <a:lnTo>
                    <a:pt x="3116531" y="2146270"/>
                  </a:lnTo>
                  <a:lnTo>
                    <a:pt x="3116625" y="2146270"/>
                  </a:lnTo>
                  <a:lnTo>
                    <a:pt x="3116719" y="2146270"/>
                  </a:lnTo>
                  <a:lnTo>
                    <a:pt x="3116814" y="2146270"/>
                  </a:lnTo>
                  <a:lnTo>
                    <a:pt x="3116908" y="2146270"/>
                  </a:lnTo>
                  <a:lnTo>
                    <a:pt x="3117002" y="2146270"/>
                  </a:lnTo>
                  <a:lnTo>
                    <a:pt x="3117096" y="2146270"/>
                  </a:lnTo>
                  <a:lnTo>
                    <a:pt x="3117190" y="2146270"/>
                  </a:lnTo>
                  <a:lnTo>
                    <a:pt x="3117284" y="2146270"/>
                  </a:lnTo>
                  <a:lnTo>
                    <a:pt x="3117378" y="2146270"/>
                  </a:lnTo>
                  <a:lnTo>
                    <a:pt x="3117473" y="2146270"/>
                  </a:lnTo>
                  <a:lnTo>
                    <a:pt x="3117567" y="2146270"/>
                  </a:lnTo>
                  <a:lnTo>
                    <a:pt x="3117661" y="2146270"/>
                  </a:lnTo>
                  <a:lnTo>
                    <a:pt x="3117755" y="2146270"/>
                  </a:lnTo>
                  <a:lnTo>
                    <a:pt x="3117849" y="2146270"/>
                  </a:lnTo>
                  <a:lnTo>
                    <a:pt x="3117943" y="2146270"/>
                  </a:lnTo>
                  <a:lnTo>
                    <a:pt x="3118038" y="2146270"/>
                  </a:lnTo>
                  <a:lnTo>
                    <a:pt x="3118132" y="2146270"/>
                  </a:lnTo>
                  <a:lnTo>
                    <a:pt x="3118226" y="2146270"/>
                  </a:lnTo>
                  <a:lnTo>
                    <a:pt x="3118320" y="2146270"/>
                  </a:lnTo>
                  <a:lnTo>
                    <a:pt x="3118414" y="2146270"/>
                  </a:lnTo>
                  <a:lnTo>
                    <a:pt x="3118508" y="2146270"/>
                  </a:lnTo>
                  <a:lnTo>
                    <a:pt x="3118602" y="2146270"/>
                  </a:lnTo>
                  <a:lnTo>
                    <a:pt x="3118697" y="2146270"/>
                  </a:lnTo>
                  <a:lnTo>
                    <a:pt x="3118791" y="2146270"/>
                  </a:lnTo>
                  <a:lnTo>
                    <a:pt x="3118885" y="2146270"/>
                  </a:lnTo>
                  <a:lnTo>
                    <a:pt x="3118979" y="2146270"/>
                  </a:lnTo>
                  <a:lnTo>
                    <a:pt x="3119073" y="2146270"/>
                  </a:lnTo>
                  <a:lnTo>
                    <a:pt x="3119167" y="2146270"/>
                  </a:lnTo>
                  <a:lnTo>
                    <a:pt x="3119262" y="2146270"/>
                  </a:lnTo>
                  <a:lnTo>
                    <a:pt x="3119356" y="2146270"/>
                  </a:lnTo>
                  <a:lnTo>
                    <a:pt x="3119450" y="2146270"/>
                  </a:lnTo>
                  <a:lnTo>
                    <a:pt x="3119544" y="2146270"/>
                  </a:lnTo>
                  <a:lnTo>
                    <a:pt x="3119638" y="2146270"/>
                  </a:lnTo>
                  <a:lnTo>
                    <a:pt x="3119732" y="2146270"/>
                  </a:lnTo>
                  <a:lnTo>
                    <a:pt x="3119826" y="2146270"/>
                  </a:lnTo>
                  <a:lnTo>
                    <a:pt x="3119921" y="2146270"/>
                  </a:lnTo>
                  <a:lnTo>
                    <a:pt x="3120015" y="2146270"/>
                  </a:lnTo>
                  <a:lnTo>
                    <a:pt x="3120109" y="2146270"/>
                  </a:lnTo>
                  <a:lnTo>
                    <a:pt x="3120203" y="2146270"/>
                  </a:lnTo>
                  <a:lnTo>
                    <a:pt x="3120297" y="2146270"/>
                  </a:lnTo>
                  <a:lnTo>
                    <a:pt x="3120391" y="2146270"/>
                  </a:lnTo>
                  <a:lnTo>
                    <a:pt x="3120486" y="2146270"/>
                  </a:lnTo>
                  <a:lnTo>
                    <a:pt x="3120580" y="2146270"/>
                  </a:lnTo>
                  <a:lnTo>
                    <a:pt x="3120674" y="2146270"/>
                  </a:lnTo>
                  <a:lnTo>
                    <a:pt x="3120768" y="2146270"/>
                  </a:lnTo>
                  <a:lnTo>
                    <a:pt x="3120862" y="2146270"/>
                  </a:lnTo>
                  <a:lnTo>
                    <a:pt x="3120956" y="2146270"/>
                  </a:lnTo>
                  <a:lnTo>
                    <a:pt x="3121050" y="2146270"/>
                  </a:lnTo>
                  <a:lnTo>
                    <a:pt x="3121145" y="2146270"/>
                  </a:lnTo>
                  <a:lnTo>
                    <a:pt x="3121239" y="2146270"/>
                  </a:lnTo>
                  <a:lnTo>
                    <a:pt x="3121333" y="2146270"/>
                  </a:lnTo>
                  <a:lnTo>
                    <a:pt x="3121427" y="2146270"/>
                  </a:lnTo>
                  <a:lnTo>
                    <a:pt x="3121521" y="2146270"/>
                  </a:lnTo>
                  <a:lnTo>
                    <a:pt x="3121615" y="2146270"/>
                  </a:lnTo>
                  <a:lnTo>
                    <a:pt x="3121709" y="2146270"/>
                  </a:lnTo>
                  <a:lnTo>
                    <a:pt x="3121804" y="2146270"/>
                  </a:lnTo>
                  <a:lnTo>
                    <a:pt x="3121898" y="2146270"/>
                  </a:lnTo>
                  <a:lnTo>
                    <a:pt x="3121992" y="2146270"/>
                  </a:lnTo>
                  <a:lnTo>
                    <a:pt x="3122086" y="2146270"/>
                  </a:lnTo>
                  <a:lnTo>
                    <a:pt x="3122180" y="2146270"/>
                  </a:lnTo>
                  <a:lnTo>
                    <a:pt x="3122274" y="2146270"/>
                  </a:lnTo>
                  <a:lnTo>
                    <a:pt x="3122369" y="2146270"/>
                  </a:lnTo>
                  <a:lnTo>
                    <a:pt x="3122463" y="2146270"/>
                  </a:lnTo>
                  <a:lnTo>
                    <a:pt x="3122557" y="2146270"/>
                  </a:lnTo>
                  <a:lnTo>
                    <a:pt x="3122651" y="2146270"/>
                  </a:lnTo>
                  <a:lnTo>
                    <a:pt x="3122745" y="2146270"/>
                  </a:lnTo>
                  <a:lnTo>
                    <a:pt x="3122839" y="2146270"/>
                  </a:lnTo>
                  <a:lnTo>
                    <a:pt x="3122933" y="2146270"/>
                  </a:lnTo>
                  <a:lnTo>
                    <a:pt x="3123028" y="2146270"/>
                  </a:lnTo>
                  <a:lnTo>
                    <a:pt x="3123122" y="2146270"/>
                  </a:lnTo>
                  <a:lnTo>
                    <a:pt x="3123216" y="2146270"/>
                  </a:lnTo>
                  <a:lnTo>
                    <a:pt x="3123310" y="2146270"/>
                  </a:lnTo>
                  <a:lnTo>
                    <a:pt x="3123404" y="2146270"/>
                  </a:lnTo>
                  <a:lnTo>
                    <a:pt x="3123498" y="2146270"/>
                  </a:lnTo>
                  <a:lnTo>
                    <a:pt x="3123593" y="2146270"/>
                  </a:lnTo>
                  <a:lnTo>
                    <a:pt x="3123687" y="2146270"/>
                  </a:lnTo>
                  <a:lnTo>
                    <a:pt x="3123781" y="2146270"/>
                  </a:lnTo>
                  <a:lnTo>
                    <a:pt x="3123875" y="2146270"/>
                  </a:lnTo>
                  <a:lnTo>
                    <a:pt x="3123969" y="2146270"/>
                  </a:lnTo>
                  <a:lnTo>
                    <a:pt x="3124063" y="2146270"/>
                  </a:lnTo>
                  <a:lnTo>
                    <a:pt x="3124157" y="2146270"/>
                  </a:lnTo>
                  <a:lnTo>
                    <a:pt x="3124252" y="2146270"/>
                  </a:lnTo>
                  <a:lnTo>
                    <a:pt x="3124346" y="2146270"/>
                  </a:lnTo>
                  <a:lnTo>
                    <a:pt x="3124440" y="2146270"/>
                  </a:lnTo>
                  <a:lnTo>
                    <a:pt x="3124534" y="2146270"/>
                  </a:lnTo>
                  <a:lnTo>
                    <a:pt x="3124628" y="2146270"/>
                  </a:lnTo>
                  <a:lnTo>
                    <a:pt x="3124722" y="2146270"/>
                  </a:lnTo>
                  <a:lnTo>
                    <a:pt x="3124817" y="2146270"/>
                  </a:lnTo>
                  <a:lnTo>
                    <a:pt x="3124911" y="2146270"/>
                  </a:lnTo>
                  <a:lnTo>
                    <a:pt x="3125005" y="2146270"/>
                  </a:lnTo>
                  <a:lnTo>
                    <a:pt x="3125099" y="2146270"/>
                  </a:lnTo>
                  <a:lnTo>
                    <a:pt x="3125193" y="2146270"/>
                  </a:lnTo>
                  <a:lnTo>
                    <a:pt x="3125287" y="2146270"/>
                  </a:lnTo>
                  <a:lnTo>
                    <a:pt x="3125381" y="2146270"/>
                  </a:lnTo>
                  <a:lnTo>
                    <a:pt x="3125476" y="2146270"/>
                  </a:lnTo>
                  <a:lnTo>
                    <a:pt x="3125570" y="2146270"/>
                  </a:lnTo>
                  <a:lnTo>
                    <a:pt x="3125664" y="2146270"/>
                  </a:lnTo>
                  <a:lnTo>
                    <a:pt x="3125758" y="2146270"/>
                  </a:lnTo>
                  <a:lnTo>
                    <a:pt x="3125852" y="2146270"/>
                  </a:lnTo>
                  <a:lnTo>
                    <a:pt x="3125946" y="2146270"/>
                  </a:lnTo>
                  <a:lnTo>
                    <a:pt x="3126040" y="2146270"/>
                  </a:lnTo>
                  <a:lnTo>
                    <a:pt x="3126135" y="2146270"/>
                  </a:lnTo>
                  <a:lnTo>
                    <a:pt x="3126229" y="2146270"/>
                  </a:lnTo>
                  <a:lnTo>
                    <a:pt x="3126323" y="2146270"/>
                  </a:lnTo>
                  <a:lnTo>
                    <a:pt x="3126417" y="2146270"/>
                  </a:lnTo>
                  <a:lnTo>
                    <a:pt x="3126511" y="2146270"/>
                  </a:lnTo>
                  <a:lnTo>
                    <a:pt x="3126605" y="2146270"/>
                  </a:lnTo>
                  <a:lnTo>
                    <a:pt x="3126700" y="2146270"/>
                  </a:lnTo>
                  <a:lnTo>
                    <a:pt x="3126794" y="2146270"/>
                  </a:lnTo>
                  <a:lnTo>
                    <a:pt x="3126888" y="2146270"/>
                  </a:lnTo>
                  <a:lnTo>
                    <a:pt x="3126982" y="2146270"/>
                  </a:lnTo>
                  <a:lnTo>
                    <a:pt x="3127076" y="2146270"/>
                  </a:lnTo>
                  <a:lnTo>
                    <a:pt x="3127170" y="2146270"/>
                  </a:lnTo>
                  <a:lnTo>
                    <a:pt x="3127264" y="2146270"/>
                  </a:lnTo>
                  <a:lnTo>
                    <a:pt x="3127359" y="2146270"/>
                  </a:lnTo>
                  <a:lnTo>
                    <a:pt x="3127453" y="2146270"/>
                  </a:lnTo>
                  <a:lnTo>
                    <a:pt x="3127547" y="2146270"/>
                  </a:lnTo>
                  <a:lnTo>
                    <a:pt x="3127641" y="2146270"/>
                  </a:lnTo>
                  <a:lnTo>
                    <a:pt x="3127735" y="2146270"/>
                  </a:lnTo>
                  <a:lnTo>
                    <a:pt x="3127829" y="2146270"/>
                  </a:lnTo>
                  <a:lnTo>
                    <a:pt x="3127924" y="2146270"/>
                  </a:lnTo>
                  <a:lnTo>
                    <a:pt x="3128018" y="2146270"/>
                  </a:lnTo>
                  <a:lnTo>
                    <a:pt x="3128112" y="2146270"/>
                  </a:lnTo>
                  <a:lnTo>
                    <a:pt x="3128206" y="2146270"/>
                  </a:lnTo>
                  <a:lnTo>
                    <a:pt x="3128300" y="2146270"/>
                  </a:lnTo>
                  <a:lnTo>
                    <a:pt x="3128394" y="2146270"/>
                  </a:lnTo>
                  <a:lnTo>
                    <a:pt x="3128488" y="2146270"/>
                  </a:lnTo>
                  <a:lnTo>
                    <a:pt x="3128583" y="2146270"/>
                  </a:lnTo>
                  <a:lnTo>
                    <a:pt x="3128677" y="2146270"/>
                  </a:lnTo>
                  <a:lnTo>
                    <a:pt x="3128771" y="2146270"/>
                  </a:lnTo>
                  <a:lnTo>
                    <a:pt x="3128865" y="2146270"/>
                  </a:lnTo>
                  <a:lnTo>
                    <a:pt x="3128959" y="2146270"/>
                  </a:lnTo>
                  <a:lnTo>
                    <a:pt x="3129053" y="2146270"/>
                  </a:lnTo>
                  <a:lnTo>
                    <a:pt x="3129148" y="2146270"/>
                  </a:lnTo>
                  <a:lnTo>
                    <a:pt x="3129242" y="2146270"/>
                  </a:lnTo>
                  <a:lnTo>
                    <a:pt x="3129336" y="2146270"/>
                  </a:lnTo>
                  <a:lnTo>
                    <a:pt x="3129336" y="2141359"/>
                  </a:lnTo>
                  <a:lnTo>
                    <a:pt x="3129430" y="2141359"/>
                  </a:lnTo>
                  <a:lnTo>
                    <a:pt x="3129524" y="2141359"/>
                  </a:lnTo>
                  <a:lnTo>
                    <a:pt x="3129618" y="2141359"/>
                  </a:lnTo>
                  <a:lnTo>
                    <a:pt x="3129712" y="2141359"/>
                  </a:lnTo>
                  <a:lnTo>
                    <a:pt x="3129807" y="2141359"/>
                  </a:lnTo>
                  <a:lnTo>
                    <a:pt x="3129901" y="2141359"/>
                  </a:lnTo>
                  <a:lnTo>
                    <a:pt x="3129995" y="2141359"/>
                  </a:lnTo>
                  <a:lnTo>
                    <a:pt x="3130089" y="2141359"/>
                  </a:lnTo>
                  <a:lnTo>
                    <a:pt x="3130183" y="2141359"/>
                  </a:lnTo>
                  <a:lnTo>
                    <a:pt x="3130277" y="2141359"/>
                  </a:lnTo>
                  <a:lnTo>
                    <a:pt x="3130371" y="2141359"/>
                  </a:lnTo>
                  <a:lnTo>
                    <a:pt x="3130466" y="2141359"/>
                  </a:lnTo>
                  <a:lnTo>
                    <a:pt x="3130560" y="2141359"/>
                  </a:lnTo>
                  <a:lnTo>
                    <a:pt x="3130654" y="2141359"/>
                  </a:lnTo>
                  <a:lnTo>
                    <a:pt x="3130748" y="2141359"/>
                  </a:lnTo>
                  <a:lnTo>
                    <a:pt x="3130842" y="2141359"/>
                  </a:lnTo>
                  <a:lnTo>
                    <a:pt x="3130936" y="2141359"/>
                  </a:lnTo>
                  <a:lnTo>
                    <a:pt x="3131031" y="2141359"/>
                  </a:lnTo>
                  <a:lnTo>
                    <a:pt x="3131125" y="2141359"/>
                  </a:lnTo>
                  <a:lnTo>
                    <a:pt x="3131219" y="2141359"/>
                  </a:lnTo>
                  <a:lnTo>
                    <a:pt x="3131313" y="2141359"/>
                  </a:lnTo>
                  <a:lnTo>
                    <a:pt x="3131407" y="2141359"/>
                  </a:lnTo>
                  <a:lnTo>
                    <a:pt x="3131501" y="2141359"/>
                  </a:lnTo>
                  <a:lnTo>
                    <a:pt x="3131595" y="2141359"/>
                  </a:lnTo>
                  <a:lnTo>
                    <a:pt x="3131690" y="2141359"/>
                  </a:lnTo>
                  <a:lnTo>
                    <a:pt x="3131784" y="2141359"/>
                  </a:lnTo>
                  <a:lnTo>
                    <a:pt x="3131878" y="2141359"/>
                  </a:lnTo>
                  <a:lnTo>
                    <a:pt x="3131972" y="2141359"/>
                  </a:lnTo>
                  <a:lnTo>
                    <a:pt x="3132066" y="2141359"/>
                  </a:lnTo>
                  <a:lnTo>
                    <a:pt x="3132160" y="2141359"/>
                  </a:lnTo>
                  <a:lnTo>
                    <a:pt x="3132255" y="2141359"/>
                  </a:lnTo>
                  <a:lnTo>
                    <a:pt x="3132349" y="2141359"/>
                  </a:lnTo>
                  <a:lnTo>
                    <a:pt x="3132443" y="2141359"/>
                  </a:lnTo>
                  <a:lnTo>
                    <a:pt x="3132537" y="2141359"/>
                  </a:lnTo>
                  <a:lnTo>
                    <a:pt x="3132631" y="2141359"/>
                  </a:lnTo>
                  <a:lnTo>
                    <a:pt x="3132725" y="2141359"/>
                  </a:lnTo>
                  <a:lnTo>
                    <a:pt x="3132819" y="2141359"/>
                  </a:lnTo>
                  <a:lnTo>
                    <a:pt x="3132914" y="2141359"/>
                  </a:lnTo>
                  <a:lnTo>
                    <a:pt x="3133008" y="2141359"/>
                  </a:lnTo>
                  <a:lnTo>
                    <a:pt x="3133102" y="2141359"/>
                  </a:lnTo>
                  <a:lnTo>
                    <a:pt x="3133196" y="2141359"/>
                  </a:lnTo>
                  <a:lnTo>
                    <a:pt x="3133290" y="2141359"/>
                  </a:lnTo>
                  <a:lnTo>
                    <a:pt x="3133384" y="2141359"/>
                  </a:lnTo>
                  <a:lnTo>
                    <a:pt x="3133479" y="2141359"/>
                  </a:lnTo>
                  <a:lnTo>
                    <a:pt x="3133573" y="2141359"/>
                  </a:lnTo>
                  <a:lnTo>
                    <a:pt x="3133667" y="2141359"/>
                  </a:lnTo>
                  <a:lnTo>
                    <a:pt x="3133761" y="2141359"/>
                  </a:lnTo>
                  <a:lnTo>
                    <a:pt x="3133855" y="2141359"/>
                  </a:lnTo>
                  <a:lnTo>
                    <a:pt x="3133949" y="2141359"/>
                  </a:lnTo>
                  <a:lnTo>
                    <a:pt x="3133949" y="2136448"/>
                  </a:lnTo>
                  <a:lnTo>
                    <a:pt x="3134043" y="2136448"/>
                  </a:lnTo>
                  <a:lnTo>
                    <a:pt x="3134138" y="2136448"/>
                  </a:lnTo>
                  <a:lnTo>
                    <a:pt x="3134232" y="2136448"/>
                  </a:lnTo>
                  <a:lnTo>
                    <a:pt x="3134326" y="2136448"/>
                  </a:lnTo>
                  <a:lnTo>
                    <a:pt x="3134420" y="2136448"/>
                  </a:lnTo>
                  <a:lnTo>
                    <a:pt x="3134514" y="2136448"/>
                  </a:lnTo>
                  <a:lnTo>
                    <a:pt x="3134608" y="2136448"/>
                  </a:lnTo>
                  <a:lnTo>
                    <a:pt x="3134702" y="2136448"/>
                  </a:lnTo>
                  <a:lnTo>
                    <a:pt x="3134797" y="2136448"/>
                  </a:lnTo>
                  <a:lnTo>
                    <a:pt x="3134891" y="2136448"/>
                  </a:lnTo>
                  <a:lnTo>
                    <a:pt x="3134985" y="2136448"/>
                  </a:lnTo>
                  <a:lnTo>
                    <a:pt x="3135079" y="2136448"/>
                  </a:lnTo>
                  <a:lnTo>
                    <a:pt x="3135173" y="2136448"/>
                  </a:lnTo>
                  <a:lnTo>
                    <a:pt x="3135267" y="2136448"/>
                  </a:lnTo>
                  <a:lnTo>
                    <a:pt x="3135362" y="2136448"/>
                  </a:lnTo>
                  <a:lnTo>
                    <a:pt x="3135456" y="2136448"/>
                  </a:lnTo>
                  <a:lnTo>
                    <a:pt x="3135550" y="2136448"/>
                  </a:lnTo>
                  <a:lnTo>
                    <a:pt x="3135644" y="2136448"/>
                  </a:lnTo>
                  <a:lnTo>
                    <a:pt x="3135738" y="2136448"/>
                  </a:lnTo>
                  <a:lnTo>
                    <a:pt x="3135832" y="2136448"/>
                  </a:lnTo>
                  <a:lnTo>
                    <a:pt x="3135926" y="2136448"/>
                  </a:lnTo>
                  <a:lnTo>
                    <a:pt x="3135926" y="2131536"/>
                  </a:lnTo>
                  <a:lnTo>
                    <a:pt x="3136021" y="2131536"/>
                  </a:lnTo>
                  <a:lnTo>
                    <a:pt x="3136115" y="2131536"/>
                  </a:lnTo>
                  <a:lnTo>
                    <a:pt x="3136209" y="2131536"/>
                  </a:lnTo>
                  <a:lnTo>
                    <a:pt x="3136303" y="2131536"/>
                  </a:lnTo>
                  <a:lnTo>
                    <a:pt x="3136397" y="2131536"/>
                  </a:lnTo>
                  <a:lnTo>
                    <a:pt x="3136491" y="2131536"/>
                  </a:lnTo>
                  <a:lnTo>
                    <a:pt x="3136586" y="2131536"/>
                  </a:lnTo>
                  <a:lnTo>
                    <a:pt x="3136680" y="2131536"/>
                  </a:lnTo>
                  <a:lnTo>
                    <a:pt x="3136774" y="2131536"/>
                  </a:lnTo>
                  <a:lnTo>
                    <a:pt x="3136868" y="2131536"/>
                  </a:lnTo>
                  <a:lnTo>
                    <a:pt x="3136962" y="2131536"/>
                  </a:lnTo>
                  <a:lnTo>
                    <a:pt x="3137056" y="2131536"/>
                  </a:lnTo>
                  <a:lnTo>
                    <a:pt x="3137150" y="2131536"/>
                  </a:lnTo>
                  <a:lnTo>
                    <a:pt x="3137245" y="2131536"/>
                  </a:lnTo>
                  <a:lnTo>
                    <a:pt x="3137339" y="2131536"/>
                  </a:lnTo>
                  <a:lnTo>
                    <a:pt x="3137433" y="2131536"/>
                  </a:lnTo>
                  <a:lnTo>
                    <a:pt x="3137527" y="2131536"/>
                  </a:lnTo>
                  <a:lnTo>
                    <a:pt x="3137621" y="2131536"/>
                  </a:lnTo>
                  <a:lnTo>
                    <a:pt x="3137715" y="2131536"/>
                  </a:lnTo>
                  <a:lnTo>
                    <a:pt x="3137715" y="2126625"/>
                  </a:lnTo>
                  <a:lnTo>
                    <a:pt x="3137810" y="2126625"/>
                  </a:lnTo>
                  <a:lnTo>
                    <a:pt x="3137904" y="2126625"/>
                  </a:lnTo>
                  <a:lnTo>
                    <a:pt x="3137998" y="2126625"/>
                  </a:lnTo>
                  <a:lnTo>
                    <a:pt x="3138092" y="2126625"/>
                  </a:lnTo>
                  <a:lnTo>
                    <a:pt x="3138186" y="2126625"/>
                  </a:lnTo>
                  <a:lnTo>
                    <a:pt x="3138280" y="2126625"/>
                  </a:lnTo>
                  <a:lnTo>
                    <a:pt x="3138374" y="2126625"/>
                  </a:lnTo>
                  <a:lnTo>
                    <a:pt x="3138469" y="2126625"/>
                  </a:lnTo>
                  <a:lnTo>
                    <a:pt x="3138563" y="2126625"/>
                  </a:lnTo>
                  <a:lnTo>
                    <a:pt x="3138657" y="2126625"/>
                  </a:lnTo>
                  <a:lnTo>
                    <a:pt x="3138751" y="2126625"/>
                  </a:lnTo>
                  <a:lnTo>
                    <a:pt x="3138845" y="2126625"/>
                  </a:lnTo>
                  <a:lnTo>
                    <a:pt x="3138939" y="2126625"/>
                  </a:lnTo>
                  <a:lnTo>
                    <a:pt x="3139033" y="2126625"/>
                  </a:lnTo>
                  <a:lnTo>
                    <a:pt x="3139128" y="2126625"/>
                  </a:lnTo>
                  <a:lnTo>
                    <a:pt x="3139222" y="2126625"/>
                  </a:lnTo>
                  <a:lnTo>
                    <a:pt x="3139316" y="2126625"/>
                  </a:lnTo>
                  <a:lnTo>
                    <a:pt x="3139410" y="2126625"/>
                  </a:lnTo>
                  <a:lnTo>
                    <a:pt x="3139504" y="2126625"/>
                  </a:lnTo>
                  <a:lnTo>
                    <a:pt x="3139598" y="2126625"/>
                  </a:lnTo>
                  <a:lnTo>
                    <a:pt x="3139693" y="2126625"/>
                  </a:lnTo>
                  <a:lnTo>
                    <a:pt x="3139787" y="2126625"/>
                  </a:lnTo>
                  <a:lnTo>
                    <a:pt x="3139881" y="2126625"/>
                  </a:lnTo>
                  <a:lnTo>
                    <a:pt x="3139975" y="2126625"/>
                  </a:lnTo>
                  <a:lnTo>
                    <a:pt x="3140069" y="2126625"/>
                  </a:lnTo>
                  <a:lnTo>
                    <a:pt x="3140163" y="2126625"/>
                  </a:lnTo>
                  <a:lnTo>
                    <a:pt x="3140257" y="2126625"/>
                  </a:lnTo>
                  <a:lnTo>
                    <a:pt x="3140352" y="2126625"/>
                  </a:lnTo>
                  <a:lnTo>
                    <a:pt x="3140446" y="2126625"/>
                  </a:lnTo>
                  <a:lnTo>
                    <a:pt x="3140540" y="2126625"/>
                  </a:lnTo>
                  <a:lnTo>
                    <a:pt x="3140634" y="2126625"/>
                  </a:lnTo>
                  <a:lnTo>
                    <a:pt x="3140728" y="2126625"/>
                  </a:lnTo>
                  <a:lnTo>
                    <a:pt x="3140822" y="2126625"/>
                  </a:lnTo>
                  <a:lnTo>
                    <a:pt x="3140917" y="2126625"/>
                  </a:lnTo>
                  <a:lnTo>
                    <a:pt x="3141011" y="2126625"/>
                  </a:lnTo>
                  <a:lnTo>
                    <a:pt x="3141105" y="2126625"/>
                  </a:lnTo>
                  <a:lnTo>
                    <a:pt x="3141199" y="2126625"/>
                  </a:lnTo>
                  <a:lnTo>
                    <a:pt x="3141293" y="2126625"/>
                  </a:lnTo>
                  <a:lnTo>
                    <a:pt x="3141387" y="2126625"/>
                  </a:lnTo>
                  <a:lnTo>
                    <a:pt x="3141481" y="2126625"/>
                  </a:lnTo>
                  <a:lnTo>
                    <a:pt x="3141576" y="2126625"/>
                  </a:lnTo>
                  <a:lnTo>
                    <a:pt x="3141670" y="2126625"/>
                  </a:lnTo>
                  <a:lnTo>
                    <a:pt x="3141764" y="2126625"/>
                  </a:lnTo>
                  <a:lnTo>
                    <a:pt x="3141858" y="2126625"/>
                  </a:lnTo>
                  <a:lnTo>
                    <a:pt x="3141952" y="2126625"/>
                  </a:lnTo>
                  <a:lnTo>
                    <a:pt x="3142046" y="2126625"/>
                  </a:lnTo>
                  <a:lnTo>
                    <a:pt x="3142141" y="2126625"/>
                  </a:lnTo>
                  <a:lnTo>
                    <a:pt x="3142235" y="2126625"/>
                  </a:lnTo>
                  <a:lnTo>
                    <a:pt x="3142329" y="2126625"/>
                  </a:lnTo>
                  <a:lnTo>
                    <a:pt x="3142423" y="2126625"/>
                  </a:lnTo>
                  <a:lnTo>
                    <a:pt x="3142517" y="2126625"/>
                  </a:lnTo>
                  <a:lnTo>
                    <a:pt x="3142611" y="2126625"/>
                  </a:lnTo>
                  <a:lnTo>
                    <a:pt x="3142705" y="2126625"/>
                  </a:lnTo>
                  <a:lnTo>
                    <a:pt x="3142800" y="2126625"/>
                  </a:lnTo>
                  <a:lnTo>
                    <a:pt x="3142894" y="2126625"/>
                  </a:lnTo>
                  <a:lnTo>
                    <a:pt x="3142988" y="2126625"/>
                  </a:lnTo>
                  <a:lnTo>
                    <a:pt x="3143082" y="2126625"/>
                  </a:lnTo>
                  <a:lnTo>
                    <a:pt x="3143176" y="2126625"/>
                  </a:lnTo>
                  <a:lnTo>
                    <a:pt x="3143270" y="2126625"/>
                  </a:lnTo>
                  <a:lnTo>
                    <a:pt x="3143364" y="2126625"/>
                  </a:lnTo>
                  <a:lnTo>
                    <a:pt x="3143459" y="2126625"/>
                  </a:lnTo>
                  <a:lnTo>
                    <a:pt x="3143553" y="2126625"/>
                  </a:lnTo>
                  <a:lnTo>
                    <a:pt x="3143647" y="2126625"/>
                  </a:lnTo>
                  <a:lnTo>
                    <a:pt x="3143741" y="2126625"/>
                  </a:lnTo>
                  <a:lnTo>
                    <a:pt x="3143835" y="2126625"/>
                  </a:lnTo>
                  <a:lnTo>
                    <a:pt x="3143929" y="2126625"/>
                  </a:lnTo>
                  <a:lnTo>
                    <a:pt x="3144024" y="2126625"/>
                  </a:lnTo>
                  <a:lnTo>
                    <a:pt x="3144118" y="2126625"/>
                  </a:lnTo>
                  <a:lnTo>
                    <a:pt x="3144212" y="2126625"/>
                  </a:lnTo>
                  <a:lnTo>
                    <a:pt x="3144306" y="2126625"/>
                  </a:lnTo>
                  <a:lnTo>
                    <a:pt x="3144306" y="2121713"/>
                  </a:lnTo>
                  <a:lnTo>
                    <a:pt x="3144400" y="2121713"/>
                  </a:lnTo>
                  <a:lnTo>
                    <a:pt x="3144494" y="2121713"/>
                  </a:lnTo>
                  <a:lnTo>
                    <a:pt x="3144588" y="2121713"/>
                  </a:lnTo>
                  <a:lnTo>
                    <a:pt x="3144683" y="2121713"/>
                  </a:lnTo>
                  <a:lnTo>
                    <a:pt x="3144777" y="2121713"/>
                  </a:lnTo>
                  <a:lnTo>
                    <a:pt x="3144871" y="2121713"/>
                  </a:lnTo>
                  <a:lnTo>
                    <a:pt x="3144965" y="2121713"/>
                  </a:lnTo>
                  <a:lnTo>
                    <a:pt x="3145059" y="2121713"/>
                  </a:lnTo>
                  <a:lnTo>
                    <a:pt x="3145153" y="2121713"/>
                  </a:lnTo>
                  <a:lnTo>
                    <a:pt x="3145248" y="2121713"/>
                  </a:lnTo>
                  <a:lnTo>
                    <a:pt x="3145342" y="2121713"/>
                  </a:lnTo>
                  <a:lnTo>
                    <a:pt x="3145436" y="2121713"/>
                  </a:lnTo>
                  <a:lnTo>
                    <a:pt x="3145530" y="2121713"/>
                  </a:lnTo>
                  <a:lnTo>
                    <a:pt x="3145624" y="2121713"/>
                  </a:lnTo>
                  <a:lnTo>
                    <a:pt x="3145718" y="2121713"/>
                  </a:lnTo>
                  <a:lnTo>
                    <a:pt x="3145812" y="2121713"/>
                  </a:lnTo>
                  <a:lnTo>
                    <a:pt x="3145907" y="2121713"/>
                  </a:lnTo>
                  <a:lnTo>
                    <a:pt x="3146001" y="2121713"/>
                  </a:lnTo>
                  <a:lnTo>
                    <a:pt x="3146095" y="2121713"/>
                  </a:lnTo>
                  <a:lnTo>
                    <a:pt x="3146189" y="2121713"/>
                  </a:lnTo>
                  <a:lnTo>
                    <a:pt x="3146283" y="2121713"/>
                  </a:lnTo>
                  <a:lnTo>
                    <a:pt x="3146377" y="2121713"/>
                  </a:lnTo>
                  <a:lnTo>
                    <a:pt x="3146472" y="2121713"/>
                  </a:lnTo>
                  <a:lnTo>
                    <a:pt x="3146566" y="2121713"/>
                  </a:lnTo>
                  <a:lnTo>
                    <a:pt x="3146660" y="2121713"/>
                  </a:lnTo>
                  <a:lnTo>
                    <a:pt x="3146754" y="2121713"/>
                  </a:lnTo>
                  <a:lnTo>
                    <a:pt x="3146848" y="2121713"/>
                  </a:lnTo>
                  <a:lnTo>
                    <a:pt x="3146942" y="2121713"/>
                  </a:lnTo>
                  <a:lnTo>
                    <a:pt x="3147036" y="2121713"/>
                  </a:lnTo>
                  <a:lnTo>
                    <a:pt x="3147131" y="2121713"/>
                  </a:lnTo>
                  <a:lnTo>
                    <a:pt x="3147225" y="2121713"/>
                  </a:lnTo>
                  <a:lnTo>
                    <a:pt x="3147319" y="2121713"/>
                  </a:lnTo>
                  <a:lnTo>
                    <a:pt x="3147413" y="2121713"/>
                  </a:lnTo>
                  <a:lnTo>
                    <a:pt x="3147507" y="2121713"/>
                  </a:lnTo>
                  <a:lnTo>
                    <a:pt x="3147601" y="2121713"/>
                  </a:lnTo>
                  <a:lnTo>
                    <a:pt x="3147695" y="2121713"/>
                  </a:lnTo>
                  <a:lnTo>
                    <a:pt x="3147790" y="2121713"/>
                  </a:lnTo>
                  <a:lnTo>
                    <a:pt x="3147884" y="2121713"/>
                  </a:lnTo>
                  <a:lnTo>
                    <a:pt x="3147978" y="2121713"/>
                  </a:lnTo>
                  <a:lnTo>
                    <a:pt x="3148072" y="2121713"/>
                  </a:lnTo>
                  <a:lnTo>
                    <a:pt x="3148166" y="2121713"/>
                  </a:lnTo>
                  <a:lnTo>
                    <a:pt x="3148260" y="2121713"/>
                  </a:lnTo>
                  <a:lnTo>
                    <a:pt x="3148260" y="2116802"/>
                  </a:lnTo>
                  <a:lnTo>
                    <a:pt x="3148355" y="2116802"/>
                  </a:lnTo>
                  <a:lnTo>
                    <a:pt x="3148449" y="2116802"/>
                  </a:lnTo>
                  <a:lnTo>
                    <a:pt x="3148543" y="2116802"/>
                  </a:lnTo>
                  <a:lnTo>
                    <a:pt x="3148637" y="2116802"/>
                  </a:lnTo>
                  <a:lnTo>
                    <a:pt x="3148731" y="2116802"/>
                  </a:lnTo>
                  <a:lnTo>
                    <a:pt x="3148825" y="2116802"/>
                  </a:lnTo>
                  <a:lnTo>
                    <a:pt x="3148919" y="2116802"/>
                  </a:lnTo>
                  <a:lnTo>
                    <a:pt x="3149014" y="2116802"/>
                  </a:lnTo>
                  <a:lnTo>
                    <a:pt x="3149108" y="2116802"/>
                  </a:lnTo>
                  <a:lnTo>
                    <a:pt x="3149202" y="2116802"/>
                  </a:lnTo>
                  <a:lnTo>
                    <a:pt x="3149296" y="2116802"/>
                  </a:lnTo>
                  <a:lnTo>
                    <a:pt x="3149390" y="2116802"/>
                  </a:lnTo>
                  <a:lnTo>
                    <a:pt x="3149484" y="2116802"/>
                  </a:lnTo>
                  <a:lnTo>
                    <a:pt x="3149579" y="2116802"/>
                  </a:lnTo>
                  <a:lnTo>
                    <a:pt x="3149673" y="2116802"/>
                  </a:lnTo>
                  <a:lnTo>
                    <a:pt x="3149767" y="2116802"/>
                  </a:lnTo>
                  <a:lnTo>
                    <a:pt x="3149861" y="2116802"/>
                  </a:lnTo>
                  <a:lnTo>
                    <a:pt x="3149955" y="2116802"/>
                  </a:lnTo>
                  <a:lnTo>
                    <a:pt x="3150049" y="2116802"/>
                  </a:lnTo>
                  <a:lnTo>
                    <a:pt x="3150143" y="2116802"/>
                  </a:lnTo>
                  <a:lnTo>
                    <a:pt x="3150238" y="2116802"/>
                  </a:lnTo>
                  <a:lnTo>
                    <a:pt x="3150332" y="2116802"/>
                  </a:lnTo>
                  <a:lnTo>
                    <a:pt x="3150426" y="2116802"/>
                  </a:lnTo>
                  <a:lnTo>
                    <a:pt x="3150520" y="2116802"/>
                  </a:lnTo>
                  <a:lnTo>
                    <a:pt x="3150614" y="2116802"/>
                  </a:lnTo>
                  <a:lnTo>
                    <a:pt x="3150708" y="2116802"/>
                  </a:lnTo>
                  <a:lnTo>
                    <a:pt x="3150803" y="2116802"/>
                  </a:lnTo>
                  <a:lnTo>
                    <a:pt x="3150897" y="2116802"/>
                  </a:lnTo>
                  <a:lnTo>
                    <a:pt x="3150991" y="2116802"/>
                  </a:lnTo>
                  <a:lnTo>
                    <a:pt x="3151085" y="2116802"/>
                  </a:lnTo>
                  <a:lnTo>
                    <a:pt x="3151179" y="2116802"/>
                  </a:lnTo>
                  <a:lnTo>
                    <a:pt x="3151273" y="2116802"/>
                  </a:lnTo>
                  <a:lnTo>
                    <a:pt x="3151367" y="2116802"/>
                  </a:lnTo>
                  <a:lnTo>
                    <a:pt x="3151462" y="2116802"/>
                  </a:lnTo>
                  <a:lnTo>
                    <a:pt x="3151556" y="2116802"/>
                  </a:lnTo>
                  <a:lnTo>
                    <a:pt x="3151650" y="2116802"/>
                  </a:lnTo>
                  <a:lnTo>
                    <a:pt x="3151744" y="2116802"/>
                  </a:lnTo>
                  <a:lnTo>
                    <a:pt x="3151838" y="2116802"/>
                  </a:lnTo>
                  <a:lnTo>
                    <a:pt x="3151932" y="2116802"/>
                  </a:lnTo>
                  <a:lnTo>
                    <a:pt x="3152026" y="2116802"/>
                  </a:lnTo>
                  <a:lnTo>
                    <a:pt x="3152121" y="2116802"/>
                  </a:lnTo>
                  <a:lnTo>
                    <a:pt x="3152215" y="2116802"/>
                  </a:lnTo>
                  <a:lnTo>
                    <a:pt x="3152309" y="2116802"/>
                  </a:lnTo>
                  <a:lnTo>
                    <a:pt x="3152403" y="2116802"/>
                  </a:lnTo>
                  <a:lnTo>
                    <a:pt x="3152497" y="2116802"/>
                  </a:lnTo>
                  <a:lnTo>
                    <a:pt x="3152591" y="2116802"/>
                  </a:lnTo>
                  <a:lnTo>
                    <a:pt x="3152686" y="2116802"/>
                  </a:lnTo>
                  <a:lnTo>
                    <a:pt x="3152780" y="2116802"/>
                  </a:lnTo>
                  <a:lnTo>
                    <a:pt x="3152874" y="2116802"/>
                  </a:lnTo>
                  <a:lnTo>
                    <a:pt x="3152968" y="2116802"/>
                  </a:lnTo>
                  <a:lnTo>
                    <a:pt x="3153062" y="2116802"/>
                  </a:lnTo>
                  <a:lnTo>
                    <a:pt x="3153156" y="2116802"/>
                  </a:lnTo>
                  <a:lnTo>
                    <a:pt x="3153250" y="2116802"/>
                  </a:lnTo>
                  <a:lnTo>
                    <a:pt x="3153345" y="2116802"/>
                  </a:lnTo>
                  <a:lnTo>
                    <a:pt x="3153439" y="2116802"/>
                  </a:lnTo>
                  <a:lnTo>
                    <a:pt x="3153533" y="2116802"/>
                  </a:lnTo>
                  <a:lnTo>
                    <a:pt x="3153627" y="2116802"/>
                  </a:lnTo>
                  <a:lnTo>
                    <a:pt x="3153721" y="2116802"/>
                  </a:lnTo>
                  <a:lnTo>
                    <a:pt x="3153815" y="2116802"/>
                  </a:lnTo>
                  <a:lnTo>
                    <a:pt x="3153910" y="2116802"/>
                  </a:lnTo>
                  <a:lnTo>
                    <a:pt x="3154004" y="2116802"/>
                  </a:lnTo>
                  <a:lnTo>
                    <a:pt x="3154098" y="2116802"/>
                  </a:lnTo>
                  <a:lnTo>
                    <a:pt x="3154192" y="2116802"/>
                  </a:lnTo>
                  <a:lnTo>
                    <a:pt x="3154286" y="2116802"/>
                  </a:lnTo>
                  <a:lnTo>
                    <a:pt x="3154380" y="2116802"/>
                  </a:lnTo>
                  <a:lnTo>
                    <a:pt x="3154474" y="2116802"/>
                  </a:lnTo>
                  <a:lnTo>
                    <a:pt x="3154569" y="2116802"/>
                  </a:lnTo>
                  <a:lnTo>
                    <a:pt x="3154663" y="2116802"/>
                  </a:lnTo>
                  <a:lnTo>
                    <a:pt x="3154757" y="2116802"/>
                  </a:lnTo>
                  <a:lnTo>
                    <a:pt x="3154851" y="2116802"/>
                  </a:lnTo>
                  <a:lnTo>
                    <a:pt x="3154945" y="2116802"/>
                  </a:lnTo>
                  <a:lnTo>
                    <a:pt x="3155039" y="2116802"/>
                  </a:lnTo>
                  <a:lnTo>
                    <a:pt x="3155134" y="2116802"/>
                  </a:lnTo>
                  <a:lnTo>
                    <a:pt x="3155134" y="2111891"/>
                  </a:lnTo>
                  <a:lnTo>
                    <a:pt x="3155228" y="2111891"/>
                  </a:lnTo>
                  <a:lnTo>
                    <a:pt x="3155322" y="2111891"/>
                  </a:lnTo>
                  <a:lnTo>
                    <a:pt x="3155416" y="2111891"/>
                  </a:lnTo>
                  <a:lnTo>
                    <a:pt x="3155510" y="2111891"/>
                  </a:lnTo>
                  <a:lnTo>
                    <a:pt x="3155604" y="2111891"/>
                  </a:lnTo>
                  <a:lnTo>
                    <a:pt x="3155698" y="2111891"/>
                  </a:lnTo>
                  <a:lnTo>
                    <a:pt x="3155793" y="2111891"/>
                  </a:lnTo>
                  <a:lnTo>
                    <a:pt x="3155887" y="2111891"/>
                  </a:lnTo>
                  <a:lnTo>
                    <a:pt x="3155981" y="2111891"/>
                  </a:lnTo>
                  <a:lnTo>
                    <a:pt x="3156075" y="2111891"/>
                  </a:lnTo>
                  <a:lnTo>
                    <a:pt x="3156169" y="2111891"/>
                  </a:lnTo>
                  <a:lnTo>
                    <a:pt x="3156263" y="2111891"/>
                  </a:lnTo>
                  <a:lnTo>
                    <a:pt x="3156357" y="2111891"/>
                  </a:lnTo>
                  <a:lnTo>
                    <a:pt x="3156452" y="2111891"/>
                  </a:lnTo>
                  <a:lnTo>
                    <a:pt x="3156546" y="2111891"/>
                  </a:lnTo>
                  <a:lnTo>
                    <a:pt x="3156640" y="2111891"/>
                  </a:lnTo>
                  <a:lnTo>
                    <a:pt x="3156734" y="2111891"/>
                  </a:lnTo>
                  <a:lnTo>
                    <a:pt x="3156828" y="2111891"/>
                  </a:lnTo>
                  <a:lnTo>
                    <a:pt x="3156922" y="2111891"/>
                  </a:lnTo>
                  <a:lnTo>
                    <a:pt x="3157017" y="2111891"/>
                  </a:lnTo>
                  <a:lnTo>
                    <a:pt x="3157111" y="2111891"/>
                  </a:lnTo>
                  <a:lnTo>
                    <a:pt x="3157205" y="2111891"/>
                  </a:lnTo>
                  <a:lnTo>
                    <a:pt x="3157299" y="2111891"/>
                  </a:lnTo>
                  <a:lnTo>
                    <a:pt x="3157393" y="2111891"/>
                  </a:lnTo>
                  <a:lnTo>
                    <a:pt x="3157487" y="2111891"/>
                  </a:lnTo>
                  <a:lnTo>
                    <a:pt x="3157581" y="2111891"/>
                  </a:lnTo>
                  <a:lnTo>
                    <a:pt x="3157676" y="2111891"/>
                  </a:lnTo>
                  <a:lnTo>
                    <a:pt x="3157770" y="2111891"/>
                  </a:lnTo>
                  <a:lnTo>
                    <a:pt x="3157864" y="2111891"/>
                  </a:lnTo>
                  <a:lnTo>
                    <a:pt x="3157958" y="2111891"/>
                  </a:lnTo>
                  <a:lnTo>
                    <a:pt x="3158052" y="2111891"/>
                  </a:lnTo>
                  <a:lnTo>
                    <a:pt x="3158146" y="2111891"/>
                  </a:lnTo>
                  <a:lnTo>
                    <a:pt x="3158241" y="2111891"/>
                  </a:lnTo>
                  <a:lnTo>
                    <a:pt x="3158335" y="2111891"/>
                  </a:lnTo>
                  <a:lnTo>
                    <a:pt x="3158429" y="2111891"/>
                  </a:lnTo>
                  <a:lnTo>
                    <a:pt x="3158523" y="2111891"/>
                  </a:lnTo>
                  <a:lnTo>
                    <a:pt x="3158617" y="2111891"/>
                  </a:lnTo>
                  <a:lnTo>
                    <a:pt x="3158711" y="2111891"/>
                  </a:lnTo>
                  <a:lnTo>
                    <a:pt x="3158805" y="2111891"/>
                  </a:lnTo>
                  <a:lnTo>
                    <a:pt x="3158900" y="2111891"/>
                  </a:lnTo>
                  <a:lnTo>
                    <a:pt x="3158994" y="2111891"/>
                  </a:lnTo>
                  <a:lnTo>
                    <a:pt x="3159088" y="2111891"/>
                  </a:lnTo>
                  <a:lnTo>
                    <a:pt x="3159182" y="2111891"/>
                  </a:lnTo>
                  <a:lnTo>
                    <a:pt x="3159276" y="2111891"/>
                  </a:lnTo>
                  <a:lnTo>
                    <a:pt x="3159370" y="2111891"/>
                  </a:lnTo>
                  <a:lnTo>
                    <a:pt x="3159465" y="2111891"/>
                  </a:lnTo>
                  <a:lnTo>
                    <a:pt x="3159559" y="2111891"/>
                  </a:lnTo>
                  <a:lnTo>
                    <a:pt x="3159653" y="2111891"/>
                  </a:lnTo>
                  <a:lnTo>
                    <a:pt x="3159747" y="2111891"/>
                  </a:lnTo>
                  <a:lnTo>
                    <a:pt x="3159841" y="2111891"/>
                  </a:lnTo>
                  <a:lnTo>
                    <a:pt x="3159935" y="2111891"/>
                  </a:lnTo>
                  <a:lnTo>
                    <a:pt x="3160029" y="2111891"/>
                  </a:lnTo>
                  <a:lnTo>
                    <a:pt x="3160124" y="2111891"/>
                  </a:lnTo>
                  <a:lnTo>
                    <a:pt x="3160218" y="2111891"/>
                  </a:lnTo>
                  <a:lnTo>
                    <a:pt x="3160312" y="2111891"/>
                  </a:lnTo>
                  <a:lnTo>
                    <a:pt x="3160406" y="2111891"/>
                  </a:lnTo>
                  <a:lnTo>
                    <a:pt x="3160500" y="2111891"/>
                  </a:lnTo>
                  <a:lnTo>
                    <a:pt x="3160594" y="2111891"/>
                  </a:lnTo>
                  <a:lnTo>
                    <a:pt x="3160688" y="2111891"/>
                  </a:lnTo>
                  <a:lnTo>
                    <a:pt x="3160783" y="2111891"/>
                  </a:lnTo>
                  <a:lnTo>
                    <a:pt x="3160877" y="2111891"/>
                  </a:lnTo>
                  <a:lnTo>
                    <a:pt x="3160971" y="2111891"/>
                  </a:lnTo>
                  <a:lnTo>
                    <a:pt x="3161065" y="2111891"/>
                  </a:lnTo>
                  <a:lnTo>
                    <a:pt x="3161159" y="2111891"/>
                  </a:lnTo>
                  <a:lnTo>
                    <a:pt x="3161253" y="2111891"/>
                  </a:lnTo>
                  <a:lnTo>
                    <a:pt x="3161348" y="2111891"/>
                  </a:lnTo>
                  <a:lnTo>
                    <a:pt x="3161348" y="2106979"/>
                  </a:lnTo>
                  <a:lnTo>
                    <a:pt x="3161442" y="2106979"/>
                  </a:lnTo>
                  <a:lnTo>
                    <a:pt x="3161536" y="2106979"/>
                  </a:lnTo>
                  <a:lnTo>
                    <a:pt x="3161630" y="2106979"/>
                  </a:lnTo>
                  <a:lnTo>
                    <a:pt x="3161724" y="2106979"/>
                  </a:lnTo>
                  <a:lnTo>
                    <a:pt x="3161818" y="2106979"/>
                  </a:lnTo>
                  <a:lnTo>
                    <a:pt x="3161912" y="2106979"/>
                  </a:lnTo>
                  <a:lnTo>
                    <a:pt x="3162007" y="2106979"/>
                  </a:lnTo>
                  <a:lnTo>
                    <a:pt x="3162101" y="2106979"/>
                  </a:lnTo>
                  <a:lnTo>
                    <a:pt x="3162195" y="2106979"/>
                  </a:lnTo>
                  <a:lnTo>
                    <a:pt x="3162289" y="2106979"/>
                  </a:lnTo>
                  <a:lnTo>
                    <a:pt x="3162383" y="2106979"/>
                  </a:lnTo>
                  <a:lnTo>
                    <a:pt x="3162477" y="2106979"/>
                  </a:lnTo>
                  <a:lnTo>
                    <a:pt x="3162572" y="2106979"/>
                  </a:lnTo>
                  <a:lnTo>
                    <a:pt x="3162666" y="2106979"/>
                  </a:lnTo>
                  <a:lnTo>
                    <a:pt x="3162760" y="2106979"/>
                  </a:lnTo>
                  <a:lnTo>
                    <a:pt x="3162854" y="2106979"/>
                  </a:lnTo>
                  <a:lnTo>
                    <a:pt x="3162948" y="2106979"/>
                  </a:lnTo>
                  <a:lnTo>
                    <a:pt x="3163042" y="2106979"/>
                  </a:lnTo>
                  <a:lnTo>
                    <a:pt x="3163136" y="2106979"/>
                  </a:lnTo>
                  <a:lnTo>
                    <a:pt x="3163231" y="2106979"/>
                  </a:lnTo>
                  <a:lnTo>
                    <a:pt x="3163325" y="2106979"/>
                  </a:lnTo>
                  <a:lnTo>
                    <a:pt x="3163419" y="2106979"/>
                  </a:lnTo>
                  <a:lnTo>
                    <a:pt x="3163513" y="2106979"/>
                  </a:lnTo>
                  <a:lnTo>
                    <a:pt x="3163607" y="2106979"/>
                  </a:lnTo>
                  <a:lnTo>
                    <a:pt x="3163701" y="2106979"/>
                  </a:lnTo>
                  <a:lnTo>
                    <a:pt x="3163796" y="2106979"/>
                  </a:lnTo>
                  <a:lnTo>
                    <a:pt x="3163796" y="2102068"/>
                  </a:lnTo>
                  <a:lnTo>
                    <a:pt x="3163890" y="2102068"/>
                  </a:lnTo>
                  <a:lnTo>
                    <a:pt x="3163984" y="2102068"/>
                  </a:lnTo>
                  <a:lnTo>
                    <a:pt x="3164078" y="2102068"/>
                  </a:lnTo>
                  <a:lnTo>
                    <a:pt x="3164172" y="2102068"/>
                  </a:lnTo>
                  <a:lnTo>
                    <a:pt x="3164266" y="2102068"/>
                  </a:lnTo>
                  <a:lnTo>
                    <a:pt x="3164360" y="2102068"/>
                  </a:lnTo>
                  <a:lnTo>
                    <a:pt x="3164455" y="2102068"/>
                  </a:lnTo>
                  <a:lnTo>
                    <a:pt x="3164549" y="2102068"/>
                  </a:lnTo>
                  <a:lnTo>
                    <a:pt x="3164643" y="2102068"/>
                  </a:lnTo>
                  <a:lnTo>
                    <a:pt x="3164737" y="2102068"/>
                  </a:lnTo>
                  <a:lnTo>
                    <a:pt x="3164831" y="2102068"/>
                  </a:lnTo>
                  <a:lnTo>
                    <a:pt x="3164925" y="2102068"/>
                  </a:lnTo>
                  <a:lnTo>
                    <a:pt x="3165019" y="2102068"/>
                  </a:lnTo>
                  <a:lnTo>
                    <a:pt x="3165114" y="2102068"/>
                  </a:lnTo>
                  <a:lnTo>
                    <a:pt x="3165208" y="2102068"/>
                  </a:lnTo>
                  <a:lnTo>
                    <a:pt x="3165302" y="2102068"/>
                  </a:lnTo>
                  <a:lnTo>
                    <a:pt x="3165396" y="2102068"/>
                  </a:lnTo>
                  <a:lnTo>
                    <a:pt x="3165490" y="2102068"/>
                  </a:lnTo>
                  <a:lnTo>
                    <a:pt x="3165584" y="2102068"/>
                  </a:lnTo>
                  <a:lnTo>
                    <a:pt x="3165679" y="2102068"/>
                  </a:lnTo>
                  <a:lnTo>
                    <a:pt x="3165773" y="2102068"/>
                  </a:lnTo>
                  <a:lnTo>
                    <a:pt x="3165867" y="2102068"/>
                  </a:lnTo>
                  <a:lnTo>
                    <a:pt x="3165961" y="2102068"/>
                  </a:lnTo>
                  <a:lnTo>
                    <a:pt x="3166055" y="2102068"/>
                  </a:lnTo>
                  <a:lnTo>
                    <a:pt x="3166149" y="2102068"/>
                  </a:lnTo>
                  <a:lnTo>
                    <a:pt x="3166243" y="2102068"/>
                  </a:lnTo>
                  <a:lnTo>
                    <a:pt x="3166338" y="2102068"/>
                  </a:lnTo>
                  <a:lnTo>
                    <a:pt x="3166432" y="2102068"/>
                  </a:lnTo>
                  <a:lnTo>
                    <a:pt x="3166526" y="2102068"/>
                  </a:lnTo>
                  <a:lnTo>
                    <a:pt x="3166620" y="2102068"/>
                  </a:lnTo>
                  <a:lnTo>
                    <a:pt x="3166714" y="2102068"/>
                  </a:lnTo>
                  <a:lnTo>
                    <a:pt x="3166808" y="2102068"/>
                  </a:lnTo>
                  <a:lnTo>
                    <a:pt x="3166903" y="2102068"/>
                  </a:lnTo>
                  <a:lnTo>
                    <a:pt x="3166997" y="2102068"/>
                  </a:lnTo>
                  <a:lnTo>
                    <a:pt x="3167091" y="2102068"/>
                  </a:lnTo>
                  <a:lnTo>
                    <a:pt x="3167185" y="2102068"/>
                  </a:lnTo>
                  <a:lnTo>
                    <a:pt x="3167279" y="2102068"/>
                  </a:lnTo>
                  <a:lnTo>
                    <a:pt x="3167373" y="2102068"/>
                  </a:lnTo>
                  <a:lnTo>
                    <a:pt x="3167373" y="2097157"/>
                  </a:lnTo>
                  <a:lnTo>
                    <a:pt x="3167467" y="2097157"/>
                  </a:lnTo>
                  <a:lnTo>
                    <a:pt x="3167562" y="2097157"/>
                  </a:lnTo>
                  <a:lnTo>
                    <a:pt x="3167656" y="2097157"/>
                  </a:lnTo>
                  <a:lnTo>
                    <a:pt x="3167750" y="2097157"/>
                  </a:lnTo>
                  <a:lnTo>
                    <a:pt x="3167844" y="2097157"/>
                  </a:lnTo>
                  <a:lnTo>
                    <a:pt x="3167938" y="2097157"/>
                  </a:lnTo>
                  <a:lnTo>
                    <a:pt x="3168032" y="2097157"/>
                  </a:lnTo>
                  <a:lnTo>
                    <a:pt x="3168127" y="2097157"/>
                  </a:lnTo>
                  <a:lnTo>
                    <a:pt x="3168221" y="2097157"/>
                  </a:lnTo>
                  <a:lnTo>
                    <a:pt x="3168315" y="2097157"/>
                  </a:lnTo>
                  <a:lnTo>
                    <a:pt x="3168409" y="2097157"/>
                  </a:lnTo>
                  <a:lnTo>
                    <a:pt x="3168503" y="2097157"/>
                  </a:lnTo>
                  <a:lnTo>
                    <a:pt x="3168597" y="2097157"/>
                  </a:lnTo>
                  <a:lnTo>
                    <a:pt x="3168691" y="2097157"/>
                  </a:lnTo>
                  <a:lnTo>
                    <a:pt x="3168786" y="2097157"/>
                  </a:lnTo>
                  <a:lnTo>
                    <a:pt x="3168880" y="2097157"/>
                  </a:lnTo>
                  <a:lnTo>
                    <a:pt x="3168974" y="2097157"/>
                  </a:lnTo>
                  <a:lnTo>
                    <a:pt x="3169068" y="2097157"/>
                  </a:lnTo>
                  <a:lnTo>
                    <a:pt x="3169162" y="2097157"/>
                  </a:lnTo>
                  <a:lnTo>
                    <a:pt x="3169256" y="2097157"/>
                  </a:lnTo>
                  <a:lnTo>
                    <a:pt x="3169350" y="2097157"/>
                  </a:lnTo>
                  <a:lnTo>
                    <a:pt x="3169445" y="2097157"/>
                  </a:lnTo>
                  <a:lnTo>
                    <a:pt x="3169539" y="2097157"/>
                  </a:lnTo>
                  <a:lnTo>
                    <a:pt x="3169633" y="2097157"/>
                  </a:lnTo>
                  <a:lnTo>
                    <a:pt x="3169727" y="2097157"/>
                  </a:lnTo>
                  <a:lnTo>
                    <a:pt x="3169821" y="2097157"/>
                  </a:lnTo>
                  <a:lnTo>
                    <a:pt x="3169915" y="2097157"/>
                  </a:lnTo>
                  <a:lnTo>
                    <a:pt x="3170010" y="2097157"/>
                  </a:lnTo>
                  <a:lnTo>
                    <a:pt x="3170104" y="2097157"/>
                  </a:lnTo>
                  <a:lnTo>
                    <a:pt x="3170198" y="2097157"/>
                  </a:lnTo>
                  <a:lnTo>
                    <a:pt x="3170292" y="2097157"/>
                  </a:lnTo>
                  <a:lnTo>
                    <a:pt x="3170386" y="2097157"/>
                  </a:lnTo>
                  <a:lnTo>
                    <a:pt x="3170480" y="2097157"/>
                  </a:lnTo>
                  <a:lnTo>
                    <a:pt x="3170574" y="2097157"/>
                  </a:lnTo>
                  <a:lnTo>
                    <a:pt x="3170669" y="2097157"/>
                  </a:lnTo>
                  <a:lnTo>
                    <a:pt x="3170763" y="2097157"/>
                  </a:lnTo>
                  <a:lnTo>
                    <a:pt x="3170857" y="2097157"/>
                  </a:lnTo>
                  <a:lnTo>
                    <a:pt x="3170951" y="2097157"/>
                  </a:lnTo>
                  <a:lnTo>
                    <a:pt x="3171045" y="2097157"/>
                  </a:lnTo>
                  <a:lnTo>
                    <a:pt x="3171139" y="2097157"/>
                  </a:lnTo>
                  <a:lnTo>
                    <a:pt x="3171234" y="2097157"/>
                  </a:lnTo>
                  <a:lnTo>
                    <a:pt x="3171328" y="2097157"/>
                  </a:lnTo>
                  <a:lnTo>
                    <a:pt x="3171422" y="2097157"/>
                  </a:lnTo>
                  <a:lnTo>
                    <a:pt x="3171516" y="2097157"/>
                  </a:lnTo>
                  <a:lnTo>
                    <a:pt x="3171610" y="2097157"/>
                  </a:lnTo>
                  <a:lnTo>
                    <a:pt x="3171704" y="2097157"/>
                  </a:lnTo>
                  <a:lnTo>
                    <a:pt x="3171798" y="2097157"/>
                  </a:lnTo>
                  <a:lnTo>
                    <a:pt x="3171893" y="2097157"/>
                  </a:lnTo>
                  <a:lnTo>
                    <a:pt x="3171987" y="2097157"/>
                  </a:lnTo>
                  <a:lnTo>
                    <a:pt x="3172081" y="2097157"/>
                  </a:lnTo>
                  <a:lnTo>
                    <a:pt x="3172081" y="2092245"/>
                  </a:lnTo>
                  <a:lnTo>
                    <a:pt x="3172175" y="2092245"/>
                  </a:lnTo>
                  <a:lnTo>
                    <a:pt x="3172269" y="2092245"/>
                  </a:lnTo>
                  <a:lnTo>
                    <a:pt x="3172363" y="2092245"/>
                  </a:lnTo>
                  <a:lnTo>
                    <a:pt x="3172458" y="2092245"/>
                  </a:lnTo>
                  <a:lnTo>
                    <a:pt x="3172552" y="2092245"/>
                  </a:lnTo>
                  <a:lnTo>
                    <a:pt x="3172646" y="2092245"/>
                  </a:lnTo>
                  <a:lnTo>
                    <a:pt x="3172740" y="2092245"/>
                  </a:lnTo>
                  <a:lnTo>
                    <a:pt x="3172834" y="2092245"/>
                  </a:lnTo>
                  <a:lnTo>
                    <a:pt x="3172928" y="2092245"/>
                  </a:lnTo>
                  <a:lnTo>
                    <a:pt x="3173022" y="2092245"/>
                  </a:lnTo>
                  <a:lnTo>
                    <a:pt x="3173117" y="2092245"/>
                  </a:lnTo>
                  <a:lnTo>
                    <a:pt x="3173211" y="2092245"/>
                  </a:lnTo>
                  <a:lnTo>
                    <a:pt x="3173305" y="2092245"/>
                  </a:lnTo>
                  <a:lnTo>
                    <a:pt x="3173399" y="2092245"/>
                  </a:lnTo>
                  <a:lnTo>
                    <a:pt x="3173493" y="2092245"/>
                  </a:lnTo>
                  <a:lnTo>
                    <a:pt x="3173587" y="2092245"/>
                  </a:lnTo>
                  <a:lnTo>
                    <a:pt x="3173681" y="2092245"/>
                  </a:lnTo>
                  <a:lnTo>
                    <a:pt x="3173776" y="2092245"/>
                  </a:lnTo>
                  <a:lnTo>
                    <a:pt x="3173870" y="2092245"/>
                  </a:lnTo>
                  <a:lnTo>
                    <a:pt x="3173964" y="2092245"/>
                  </a:lnTo>
                  <a:lnTo>
                    <a:pt x="3174058" y="2092245"/>
                  </a:lnTo>
                  <a:lnTo>
                    <a:pt x="3174152" y="2092245"/>
                  </a:lnTo>
                  <a:lnTo>
                    <a:pt x="3174246" y="2092245"/>
                  </a:lnTo>
                  <a:lnTo>
                    <a:pt x="3174341" y="2092245"/>
                  </a:lnTo>
                  <a:lnTo>
                    <a:pt x="3174435" y="2092245"/>
                  </a:lnTo>
                  <a:lnTo>
                    <a:pt x="3174529" y="2092245"/>
                  </a:lnTo>
                  <a:lnTo>
                    <a:pt x="3174623" y="2092245"/>
                  </a:lnTo>
                  <a:lnTo>
                    <a:pt x="3174717" y="2092245"/>
                  </a:lnTo>
                  <a:lnTo>
                    <a:pt x="3174811" y="2092245"/>
                  </a:lnTo>
                  <a:lnTo>
                    <a:pt x="3174905" y="2092245"/>
                  </a:lnTo>
                  <a:lnTo>
                    <a:pt x="3175000" y="2092245"/>
                  </a:lnTo>
                  <a:lnTo>
                    <a:pt x="3175094" y="2092245"/>
                  </a:lnTo>
                  <a:lnTo>
                    <a:pt x="3175188" y="2092245"/>
                  </a:lnTo>
                  <a:lnTo>
                    <a:pt x="3175282" y="2092245"/>
                  </a:lnTo>
                  <a:lnTo>
                    <a:pt x="3175376" y="2092245"/>
                  </a:lnTo>
                  <a:lnTo>
                    <a:pt x="3175470" y="2092245"/>
                  </a:lnTo>
                  <a:lnTo>
                    <a:pt x="3175565" y="2092245"/>
                  </a:lnTo>
                  <a:lnTo>
                    <a:pt x="3175659" y="2092245"/>
                  </a:lnTo>
                  <a:lnTo>
                    <a:pt x="3175753" y="2092245"/>
                  </a:lnTo>
                  <a:lnTo>
                    <a:pt x="3175847" y="2092245"/>
                  </a:lnTo>
                  <a:lnTo>
                    <a:pt x="3175941" y="2092245"/>
                  </a:lnTo>
                  <a:lnTo>
                    <a:pt x="3176035" y="2092245"/>
                  </a:lnTo>
                  <a:lnTo>
                    <a:pt x="3176129" y="2092245"/>
                  </a:lnTo>
                  <a:lnTo>
                    <a:pt x="3176224" y="2092245"/>
                  </a:lnTo>
                  <a:lnTo>
                    <a:pt x="3176318" y="2092245"/>
                  </a:lnTo>
                  <a:lnTo>
                    <a:pt x="3176412" y="2092245"/>
                  </a:lnTo>
                  <a:lnTo>
                    <a:pt x="3176506" y="2092245"/>
                  </a:lnTo>
                  <a:lnTo>
                    <a:pt x="3176600" y="2092245"/>
                  </a:lnTo>
                  <a:lnTo>
                    <a:pt x="3176694" y="2092245"/>
                  </a:lnTo>
                  <a:lnTo>
                    <a:pt x="3176789" y="2092245"/>
                  </a:lnTo>
                  <a:lnTo>
                    <a:pt x="3176883" y="2092245"/>
                  </a:lnTo>
                  <a:lnTo>
                    <a:pt x="3176977" y="2092245"/>
                  </a:lnTo>
                  <a:lnTo>
                    <a:pt x="3177071" y="2092245"/>
                  </a:lnTo>
                  <a:lnTo>
                    <a:pt x="3177165" y="2092245"/>
                  </a:lnTo>
                  <a:lnTo>
                    <a:pt x="3177259" y="2092245"/>
                  </a:lnTo>
                  <a:lnTo>
                    <a:pt x="3177353" y="2092245"/>
                  </a:lnTo>
                  <a:lnTo>
                    <a:pt x="3177448" y="2092245"/>
                  </a:lnTo>
                  <a:lnTo>
                    <a:pt x="3177448" y="2087334"/>
                  </a:lnTo>
                  <a:lnTo>
                    <a:pt x="3177542" y="2087334"/>
                  </a:lnTo>
                  <a:lnTo>
                    <a:pt x="3177636" y="2087334"/>
                  </a:lnTo>
                  <a:lnTo>
                    <a:pt x="3177730" y="2087334"/>
                  </a:lnTo>
                  <a:lnTo>
                    <a:pt x="3177824" y="2087334"/>
                  </a:lnTo>
                  <a:lnTo>
                    <a:pt x="3177918" y="2087334"/>
                  </a:lnTo>
                  <a:lnTo>
                    <a:pt x="3178012" y="2087334"/>
                  </a:lnTo>
                  <a:lnTo>
                    <a:pt x="3178107" y="2087334"/>
                  </a:lnTo>
                  <a:lnTo>
                    <a:pt x="3178201" y="2087334"/>
                  </a:lnTo>
                  <a:lnTo>
                    <a:pt x="3178295" y="2087334"/>
                  </a:lnTo>
                  <a:lnTo>
                    <a:pt x="3178389" y="2087334"/>
                  </a:lnTo>
                  <a:lnTo>
                    <a:pt x="3178483" y="2087334"/>
                  </a:lnTo>
                  <a:lnTo>
                    <a:pt x="3178577" y="2087334"/>
                  </a:lnTo>
                  <a:lnTo>
                    <a:pt x="3178672" y="2087334"/>
                  </a:lnTo>
                  <a:lnTo>
                    <a:pt x="3178766" y="2087334"/>
                  </a:lnTo>
                  <a:lnTo>
                    <a:pt x="3178860" y="2087334"/>
                  </a:lnTo>
                  <a:lnTo>
                    <a:pt x="3178954" y="2087334"/>
                  </a:lnTo>
                  <a:lnTo>
                    <a:pt x="3179048" y="2087334"/>
                  </a:lnTo>
                  <a:lnTo>
                    <a:pt x="3179142" y="2087334"/>
                  </a:lnTo>
                  <a:lnTo>
                    <a:pt x="3179236" y="2087334"/>
                  </a:lnTo>
                  <a:lnTo>
                    <a:pt x="3179331" y="2087334"/>
                  </a:lnTo>
                  <a:lnTo>
                    <a:pt x="3179425" y="2087334"/>
                  </a:lnTo>
                  <a:lnTo>
                    <a:pt x="3179519" y="2087334"/>
                  </a:lnTo>
                  <a:lnTo>
                    <a:pt x="3179613" y="2087334"/>
                  </a:lnTo>
                  <a:lnTo>
                    <a:pt x="3179707" y="2087334"/>
                  </a:lnTo>
                  <a:lnTo>
                    <a:pt x="3179707" y="2082422"/>
                  </a:lnTo>
                  <a:lnTo>
                    <a:pt x="3179801" y="2082422"/>
                  </a:lnTo>
                  <a:lnTo>
                    <a:pt x="3179896" y="2082422"/>
                  </a:lnTo>
                  <a:lnTo>
                    <a:pt x="3179990" y="2082422"/>
                  </a:lnTo>
                  <a:lnTo>
                    <a:pt x="3180084" y="2082422"/>
                  </a:lnTo>
                  <a:lnTo>
                    <a:pt x="3180178" y="2082422"/>
                  </a:lnTo>
                  <a:lnTo>
                    <a:pt x="3180272" y="2082422"/>
                  </a:lnTo>
                  <a:lnTo>
                    <a:pt x="3180366" y="2082422"/>
                  </a:lnTo>
                  <a:lnTo>
                    <a:pt x="3180460" y="2082422"/>
                  </a:lnTo>
                  <a:lnTo>
                    <a:pt x="3180555" y="2082422"/>
                  </a:lnTo>
                  <a:lnTo>
                    <a:pt x="3180649" y="2082422"/>
                  </a:lnTo>
                  <a:lnTo>
                    <a:pt x="3180743" y="2082422"/>
                  </a:lnTo>
                  <a:lnTo>
                    <a:pt x="3180837" y="2082422"/>
                  </a:lnTo>
                  <a:lnTo>
                    <a:pt x="3180931" y="2082422"/>
                  </a:lnTo>
                  <a:lnTo>
                    <a:pt x="3181025" y="2082422"/>
                  </a:lnTo>
                  <a:lnTo>
                    <a:pt x="3181120" y="2082422"/>
                  </a:lnTo>
                  <a:lnTo>
                    <a:pt x="3181214" y="2082422"/>
                  </a:lnTo>
                  <a:lnTo>
                    <a:pt x="3181308" y="2082422"/>
                  </a:lnTo>
                  <a:lnTo>
                    <a:pt x="3181402" y="2082422"/>
                  </a:lnTo>
                  <a:lnTo>
                    <a:pt x="3181496" y="2082422"/>
                  </a:lnTo>
                  <a:lnTo>
                    <a:pt x="3181590" y="2082422"/>
                  </a:lnTo>
                  <a:lnTo>
                    <a:pt x="3181684" y="2082422"/>
                  </a:lnTo>
                  <a:lnTo>
                    <a:pt x="3181779" y="2082422"/>
                  </a:lnTo>
                  <a:lnTo>
                    <a:pt x="3181873" y="2082422"/>
                  </a:lnTo>
                  <a:lnTo>
                    <a:pt x="3181967" y="2082422"/>
                  </a:lnTo>
                  <a:lnTo>
                    <a:pt x="3182061" y="2082422"/>
                  </a:lnTo>
                  <a:lnTo>
                    <a:pt x="3182155" y="2082422"/>
                  </a:lnTo>
                  <a:lnTo>
                    <a:pt x="3182249" y="2082422"/>
                  </a:lnTo>
                  <a:lnTo>
                    <a:pt x="3182343" y="2082422"/>
                  </a:lnTo>
                  <a:lnTo>
                    <a:pt x="3182438" y="2082422"/>
                  </a:lnTo>
                  <a:lnTo>
                    <a:pt x="3182532" y="2082422"/>
                  </a:lnTo>
                  <a:lnTo>
                    <a:pt x="3182626" y="2082422"/>
                  </a:lnTo>
                  <a:lnTo>
                    <a:pt x="3182720" y="2082422"/>
                  </a:lnTo>
                  <a:lnTo>
                    <a:pt x="3182814" y="2082422"/>
                  </a:lnTo>
                  <a:lnTo>
                    <a:pt x="3182908" y="2082422"/>
                  </a:lnTo>
                  <a:lnTo>
                    <a:pt x="3183003" y="2082422"/>
                  </a:lnTo>
                  <a:lnTo>
                    <a:pt x="3183097" y="2082422"/>
                  </a:lnTo>
                  <a:lnTo>
                    <a:pt x="3183191" y="2082422"/>
                  </a:lnTo>
                  <a:lnTo>
                    <a:pt x="3183285" y="2082422"/>
                  </a:lnTo>
                  <a:lnTo>
                    <a:pt x="3183379" y="2082422"/>
                  </a:lnTo>
                  <a:lnTo>
                    <a:pt x="3183473" y="2082422"/>
                  </a:lnTo>
                  <a:lnTo>
                    <a:pt x="3183567" y="2082422"/>
                  </a:lnTo>
                  <a:lnTo>
                    <a:pt x="3183662" y="2082422"/>
                  </a:lnTo>
                  <a:lnTo>
                    <a:pt x="3183756" y="2082422"/>
                  </a:lnTo>
                  <a:lnTo>
                    <a:pt x="3183850" y="2082422"/>
                  </a:lnTo>
                  <a:lnTo>
                    <a:pt x="3183944" y="2082422"/>
                  </a:lnTo>
                  <a:lnTo>
                    <a:pt x="3184038" y="2082422"/>
                  </a:lnTo>
                  <a:lnTo>
                    <a:pt x="3184132" y="2082422"/>
                  </a:lnTo>
                  <a:lnTo>
                    <a:pt x="3184227" y="2082422"/>
                  </a:lnTo>
                  <a:lnTo>
                    <a:pt x="3184321" y="2082422"/>
                  </a:lnTo>
                  <a:lnTo>
                    <a:pt x="3184415" y="2082422"/>
                  </a:lnTo>
                  <a:lnTo>
                    <a:pt x="3184509" y="2082422"/>
                  </a:lnTo>
                  <a:lnTo>
                    <a:pt x="3184603" y="2082422"/>
                  </a:lnTo>
                  <a:lnTo>
                    <a:pt x="3184697" y="2082422"/>
                  </a:lnTo>
                  <a:lnTo>
                    <a:pt x="3184791" y="2082422"/>
                  </a:lnTo>
                  <a:lnTo>
                    <a:pt x="3184886" y="2082422"/>
                  </a:lnTo>
                  <a:lnTo>
                    <a:pt x="3184980" y="2082422"/>
                  </a:lnTo>
                  <a:lnTo>
                    <a:pt x="3185074" y="2082422"/>
                  </a:lnTo>
                  <a:lnTo>
                    <a:pt x="3185168" y="2082422"/>
                  </a:lnTo>
                  <a:lnTo>
                    <a:pt x="3185262" y="2082422"/>
                  </a:lnTo>
                  <a:lnTo>
                    <a:pt x="3185356" y="2082422"/>
                  </a:lnTo>
                  <a:lnTo>
                    <a:pt x="3185451" y="2082422"/>
                  </a:lnTo>
                  <a:lnTo>
                    <a:pt x="3185545" y="2082422"/>
                  </a:lnTo>
                  <a:lnTo>
                    <a:pt x="3185639" y="2082422"/>
                  </a:lnTo>
                  <a:lnTo>
                    <a:pt x="3185733" y="2082422"/>
                  </a:lnTo>
                  <a:lnTo>
                    <a:pt x="3185827" y="2082422"/>
                  </a:lnTo>
                  <a:lnTo>
                    <a:pt x="3185921" y="2082422"/>
                  </a:lnTo>
                  <a:lnTo>
                    <a:pt x="3186015" y="2082422"/>
                  </a:lnTo>
                  <a:lnTo>
                    <a:pt x="3186110" y="2082422"/>
                  </a:lnTo>
                  <a:lnTo>
                    <a:pt x="3186204" y="2082422"/>
                  </a:lnTo>
                  <a:lnTo>
                    <a:pt x="3186298" y="2082422"/>
                  </a:lnTo>
                  <a:lnTo>
                    <a:pt x="3186392" y="2082422"/>
                  </a:lnTo>
                  <a:lnTo>
                    <a:pt x="3186486" y="2082422"/>
                  </a:lnTo>
                  <a:lnTo>
                    <a:pt x="3186580" y="2082422"/>
                  </a:lnTo>
                  <a:lnTo>
                    <a:pt x="3186674" y="2082422"/>
                  </a:lnTo>
                  <a:lnTo>
                    <a:pt x="3186769" y="2082422"/>
                  </a:lnTo>
                  <a:lnTo>
                    <a:pt x="3186863" y="2082422"/>
                  </a:lnTo>
                  <a:lnTo>
                    <a:pt x="3186957" y="2082422"/>
                  </a:lnTo>
                  <a:lnTo>
                    <a:pt x="3187051" y="2082422"/>
                  </a:lnTo>
                  <a:lnTo>
                    <a:pt x="3187051" y="2077511"/>
                  </a:lnTo>
                  <a:lnTo>
                    <a:pt x="3187145" y="2077511"/>
                  </a:lnTo>
                  <a:lnTo>
                    <a:pt x="3187239" y="2077511"/>
                  </a:lnTo>
                  <a:lnTo>
                    <a:pt x="3187334" y="2077511"/>
                  </a:lnTo>
                  <a:lnTo>
                    <a:pt x="3187428" y="2077511"/>
                  </a:lnTo>
                  <a:lnTo>
                    <a:pt x="3187522" y="2077511"/>
                  </a:lnTo>
                  <a:lnTo>
                    <a:pt x="3187616" y="2077511"/>
                  </a:lnTo>
                  <a:lnTo>
                    <a:pt x="3187710" y="2077511"/>
                  </a:lnTo>
                  <a:lnTo>
                    <a:pt x="3187804" y="2077511"/>
                  </a:lnTo>
                  <a:lnTo>
                    <a:pt x="3187898" y="2077511"/>
                  </a:lnTo>
                  <a:lnTo>
                    <a:pt x="3187993" y="2077511"/>
                  </a:lnTo>
                  <a:lnTo>
                    <a:pt x="3187993" y="2072600"/>
                  </a:lnTo>
                  <a:lnTo>
                    <a:pt x="3188087" y="2072600"/>
                  </a:lnTo>
                  <a:lnTo>
                    <a:pt x="3188181" y="2072600"/>
                  </a:lnTo>
                  <a:lnTo>
                    <a:pt x="3188275" y="2072600"/>
                  </a:lnTo>
                  <a:lnTo>
                    <a:pt x="3188369" y="2072600"/>
                  </a:lnTo>
                  <a:lnTo>
                    <a:pt x="3188463" y="2072600"/>
                  </a:lnTo>
                  <a:lnTo>
                    <a:pt x="3188463" y="2067688"/>
                  </a:lnTo>
                  <a:lnTo>
                    <a:pt x="3188558" y="2067688"/>
                  </a:lnTo>
                  <a:lnTo>
                    <a:pt x="3188652" y="2067688"/>
                  </a:lnTo>
                  <a:lnTo>
                    <a:pt x="3188746" y="2067688"/>
                  </a:lnTo>
                  <a:lnTo>
                    <a:pt x="3188840" y="2067688"/>
                  </a:lnTo>
                  <a:lnTo>
                    <a:pt x="3188934" y="2067688"/>
                  </a:lnTo>
                  <a:lnTo>
                    <a:pt x="3189028" y="2067688"/>
                  </a:lnTo>
                  <a:lnTo>
                    <a:pt x="3189122" y="2067688"/>
                  </a:lnTo>
                  <a:lnTo>
                    <a:pt x="3189217" y="2067688"/>
                  </a:lnTo>
                  <a:lnTo>
                    <a:pt x="3189311" y="2067688"/>
                  </a:lnTo>
                  <a:lnTo>
                    <a:pt x="3189311" y="2062777"/>
                  </a:lnTo>
                  <a:lnTo>
                    <a:pt x="3189405" y="2062777"/>
                  </a:lnTo>
                  <a:lnTo>
                    <a:pt x="3189499" y="2062777"/>
                  </a:lnTo>
                  <a:lnTo>
                    <a:pt x="3189593" y="2062777"/>
                  </a:lnTo>
                  <a:lnTo>
                    <a:pt x="3189687" y="2062777"/>
                  </a:lnTo>
                  <a:lnTo>
                    <a:pt x="3189782" y="2062777"/>
                  </a:lnTo>
                  <a:lnTo>
                    <a:pt x="3189876" y="2062777"/>
                  </a:lnTo>
                  <a:lnTo>
                    <a:pt x="3189970" y="2062777"/>
                  </a:lnTo>
                  <a:lnTo>
                    <a:pt x="3190064" y="2062777"/>
                  </a:lnTo>
                  <a:lnTo>
                    <a:pt x="3190158" y="2062777"/>
                  </a:lnTo>
                  <a:lnTo>
                    <a:pt x="3190252" y="2062777"/>
                  </a:lnTo>
                  <a:lnTo>
                    <a:pt x="3190346" y="2062777"/>
                  </a:lnTo>
                  <a:lnTo>
                    <a:pt x="3190441" y="2062777"/>
                  </a:lnTo>
                  <a:lnTo>
                    <a:pt x="3190535" y="2062777"/>
                  </a:lnTo>
                  <a:lnTo>
                    <a:pt x="3190629" y="2062777"/>
                  </a:lnTo>
                  <a:lnTo>
                    <a:pt x="3190723" y="2062777"/>
                  </a:lnTo>
                  <a:lnTo>
                    <a:pt x="3190817" y="2062777"/>
                  </a:lnTo>
                  <a:lnTo>
                    <a:pt x="3190911" y="2062777"/>
                  </a:lnTo>
                  <a:lnTo>
                    <a:pt x="3191005" y="2062777"/>
                  </a:lnTo>
                  <a:lnTo>
                    <a:pt x="3191100" y="2062777"/>
                  </a:lnTo>
                  <a:lnTo>
                    <a:pt x="3191194" y="2062777"/>
                  </a:lnTo>
                  <a:lnTo>
                    <a:pt x="3191288" y="2062777"/>
                  </a:lnTo>
                  <a:lnTo>
                    <a:pt x="3191382" y="2062777"/>
                  </a:lnTo>
                  <a:lnTo>
                    <a:pt x="3191476" y="2062777"/>
                  </a:lnTo>
                  <a:lnTo>
                    <a:pt x="3191570" y="2062777"/>
                  </a:lnTo>
                  <a:lnTo>
                    <a:pt x="3191665" y="2062777"/>
                  </a:lnTo>
                  <a:lnTo>
                    <a:pt x="3191759" y="2062777"/>
                  </a:lnTo>
                  <a:lnTo>
                    <a:pt x="3191853" y="2062777"/>
                  </a:lnTo>
                  <a:lnTo>
                    <a:pt x="3191947" y="2062777"/>
                  </a:lnTo>
                  <a:lnTo>
                    <a:pt x="3192041" y="2062777"/>
                  </a:lnTo>
                  <a:lnTo>
                    <a:pt x="3192135" y="2062777"/>
                  </a:lnTo>
                  <a:lnTo>
                    <a:pt x="3192229" y="2062777"/>
                  </a:lnTo>
                  <a:lnTo>
                    <a:pt x="3192324" y="2062777"/>
                  </a:lnTo>
                  <a:lnTo>
                    <a:pt x="3192418" y="2062777"/>
                  </a:lnTo>
                  <a:lnTo>
                    <a:pt x="3192512" y="2062777"/>
                  </a:lnTo>
                  <a:lnTo>
                    <a:pt x="3192606" y="2062777"/>
                  </a:lnTo>
                  <a:lnTo>
                    <a:pt x="3192700" y="2062777"/>
                  </a:lnTo>
                  <a:lnTo>
                    <a:pt x="3192794" y="2062777"/>
                  </a:lnTo>
                  <a:lnTo>
                    <a:pt x="3192794" y="2057866"/>
                  </a:lnTo>
                  <a:lnTo>
                    <a:pt x="3192889" y="2057866"/>
                  </a:lnTo>
                  <a:lnTo>
                    <a:pt x="3192889" y="2052954"/>
                  </a:lnTo>
                  <a:lnTo>
                    <a:pt x="3192983" y="2052954"/>
                  </a:lnTo>
                  <a:lnTo>
                    <a:pt x="3193077" y="2052954"/>
                  </a:lnTo>
                  <a:lnTo>
                    <a:pt x="3193171" y="2052954"/>
                  </a:lnTo>
                  <a:lnTo>
                    <a:pt x="3193265" y="2052954"/>
                  </a:lnTo>
                  <a:lnTo>
                    <a:pt x="3193359" y="2052954"/>
                  </a:lnTo>
                  <a:lnTo>
                    <a:pt x="3193453" y="2052954"/>
                  </a:lnTo>
                  <a:lnTo>
                    <a:pt x="3193548" y="2052954"/>
                  </a:lnTo>
                  <a:lnTo>
                    <a:pt x="3193642" y="2052954"/>
                  </a:lnTo>
                  <a:lnTo>
                    <a:pt x="3193736" y="2052954"/>
                  </a:lnTo>
                  <a:lnTo>
                    <a:pt x="3193830" y="2052954"/>
                  </a:lnTo>
                  <a:lnTo>
                    <a:pt x="3193924" y="2052954"/>
                  </a:lnTo>
                  <a:lnTo>
                    <a:pt x="3194018" y="2052954"/>
                  </a:lnTo>
                  <a:lnTo>
                    <a:pt x="3194113" y="2052954"/>
                  </a:lnTo>
                  <a:lnTo>
                    <a:pt x="3194207" y="2052954"/>
                  </a:lnTo>
                  <a:lnTo>
                    <a:pt x="3194301" y="2052954"/>
                  </a:lnTo>
                  <a:lnTo>
                    <a:pt x="3194395" y="2052954"/>
                  </a:lnTo>
                  <a:lnTo>
                    <a:pt x="3194489" y="2052954"/>
                  </a:lnTo>
                  <a:lnTo>
                    <a:pt x="3194583" y="2052954"/>
                  </a:lnTo>
                  <a:lnTo>
                    <a:pt x="3194677" y="2052954"/>
                  </a:lnTo>
                  <a:lnTo>
                    <a:pt x="3194772" y="2052954"/>
                  </a:lnTo>
                  <a:lnTo>
                    <a:pt x="3194866" y="2052954"/>
                  </a:lnTo>
                  <a:lnTo>
                    <a:pt x="3194960" y="2052954"/>
                  </a:lnTo>
                  <a:lnTo>
                    <a:pt x="3195054" y="2052954"/>
                  </a:lnTo>
                  <a:lnTo>
                    <a:pt x="3195148" y="2052954"/>
                  </a:lnTo>
                  <a:lnTo>
                    <a:pt x="3195242" y="2052954"/>
                  </a:lnTo>
                  <a:lnTo>
                    <a:pt x="3195336" y="2052954"/>
                  </a:lnTo>
                  <a:lnTo>
                    <a:pt x="3195431" y="2052954"/>
                  </a:lnTo>
                  <a:lnTo>
                    <a:pt x="3195525" y="2052954"/>
                  </a:lnTo>
                  <a:lnTo>
                    <a:pt x="3195619" y="2052954"/>
                  </a:lnTo>
                  <a:lnTo>
                    <a:pt x="3195713" y="2052954"/>
                  </a:lnTo>
                  <a:lnTo>
                    <a:pt x="3195807" y="2052954"/>
                  </a:lnTo>
                  <a:lnTo>
                    <a:pt x="3195901" y="2052954"/>
                  </a:lnTo>
                  <a:lnTo>
                    <a:pt x="3195996" y="2052954"/>
                  </a:lnTo>
                  <a:lnTo>
                    <a:pt x="3196090" y="2052954"/>
                  </a:lnTo>
                  <a:lnTo>
                    <a:pt x="3196184" y="2052954"/>
                  </a:lnTo>
                  <a:lnTo>
                    <a:pt x="3196278" y="2052954"/>
                  </a:lnTo>
                  <a:lnTo>
                    <a:pt x="3196372" y="2052954"/>
                  </a:lnTo>
                  <a:lnTo>
                    <a:pt x="3196466" y="2052954"/>
                  </a:lnTo>
                  <a:lnTo>
                    <a:pt x="3196560" y="2052954"/>
                  </a:lnTo>
                  <a:lnTo>
                    <a:pt x="3196655" y="2052954"/>
                  </a:lnTo>
                  <a:lnTo>
                    <a:pt x="3196749" y="2052954"/>
                  </a:lnTo>
                  <a:lnTo>
                    <a:pt x="3196843" y="2052954"/>
                  </a:lnTo>
                  <a:lnTo>
                    <a:pt x="3196937" y="2052954"/>
                  </a:lnTo>
                  <a:lnTo>
                    <a:pt x="3197031" y="2052954"/>
                  </a:lnTo>
                  <a:lnTo>
                    <a:pt x="3197125" y="2052954"/>
                  </a:lnTo>
                  <a:lnTo>
                    <a:pt x="3197220" y="2052954"/>
                  </a:lnTo>
                  <a:lnTo>
                    <a:pt x="3197314" y="2052954"/>
                  </a:lnTo>
                  <a:lnTo>
                    <a:pt x="3197408" y="2052954"/>
                  </a:lnTo>
                  <a:lnTo>
                    <a:pt x="3197502" y="2052954"/>
                  </a:lnTo>
                  <a:lnTo>
                    <a:pt x="3197596" y="2052954"/>
                  </a:lnTo>
                  <a:lnTo>
                    <a:pt x="3197690" y="2052954"/>
                  </a:lnTo>
                  <a:lnTo>
                    <a:pt x="3197784" y="2052954"/>
                  </a:lnTo>
                  <a:lnTo>
                    <a:pt x="3197879" y="2052954"/>
                  </a:lnTo>
                  <a:lnTo>
                    <a:pt x="3197973" y="2052954"/>
                  </a:lnTo>
                  <a:lnTo>
                    <a:pt x="3198067" y="2052954"/>
                  </a:lnTo>
                  <a:lnTo>
                    <a:pt x="3198161" y="2052954"/>
                  </a:lnTo>
                  <a:lnTo>
                    <a:pt x="3198255" y="2052954"/>
                  </a:lnTo>
                  <a:lnTo>
                    <a:pt x="3198349" y="2052954"/>
                  </a:lnTo>
                  <a:lnTo>
                    <a:pt x="3198444" y="2052954"/>
                  </a:lnTo>
                  <a:lnTo>
                    <a:pt x="3198538" y="2052954"/>
                  </a:lnTo>
                  <a:lnTo>
                    <a:pt x="3198632" y="2052954"/>
                  </a:lnTo>
                  <a:lnTo>
                    <a:pt x="3198726" y="2052954"/>
                  </a:lnTo>
                  <a:lnTo>
                    <a:pt x="3198820" y="2052954"/>
                  </a:lnTo>
                  <a:lnTo>
                    <a:pt x="3198914" y="2052954"/>
                  </a:lnTo>
                  <a:lnTo>
                    <a:pt x="3199008" y="2052954"/>
                  </a:lnTo>
                  <a:lnTo>
                    <a:pt x="3199103" y="2052954"/>
                  </a:lnTo>
                  <a:lnTo>
                    <a:pt x="3199103" y="2048043"/>
                  </a:lnTo>
                  <a:lnTo>
                    <a:pt x="3199197" y="2048043"/>
                  </a:lnTo>
                  <a:lnTo>
                    <a:pt x="3199291" y="2048043"/>
                  </a:lnTo>
                  <a:lnTo>
                    <a:pt x="3199385" y="2048043"/>
                  </a:lnTo>
                  <a:lnTo>
                    <a:pt x="3199385" y="2043131"/>
                  </a:lnTo>
                  <a:lnTo>
                    <a:pt x="3199479" y="2043131"/>
                  </a:lnTo>
                  <a:lnTo>
                    <a:pt x="3199573" y="2043131"/>
                  </a:lnTo>
                  <a:lnTo>
                    <a:pt x="3199667" y="2043131"/>
                  </a:lnTo>
                  <a:lnTo>
                    <a:pt x="3199762" y="2043131"/>
                  </a:lnTo>
                  <a:lnTo>
                    <a:pt x="3199856" y="2043131"/>
                  </a:lnTo>
                  <a:lnTo>
                    <a:pt x="3199950" y="2043131"/>
                  </a:lnTo>
                  <a:lnTo>
                    <a:pt x="3200044" y="2043131"/>
                  </a:lnTo>
                  <a:lnTo>
                    <a:pt x="3200138" y="2043131"/>
                  </a:lnTo>
                  <a:lnTo>
                    <a:pt x="3200232" y="2043131"/>
                  </a:lnTo>
                  <a:lnTo>
                    <a:pt x="3200327" y="2043131"/>
                  </a:lnTo>
                  <a:lnTo>
                    <a:pt x="3200421" y="2043131"/>
                  </a:lnTo>
                  <a:lnTo>
                    <a:pt x="3200515" y="2043131"/>
                  </a:lnTo>
                  <a:lnTo>
                    <a:pt x="3200609" y="2043131"/>
                  </a:lnTo>
                  <a:lnTo>
                    <a:pt x="3200703" y="2043131"/>
                  </a:lnTo>
                  <a:lnTo>
                    <a:pt x="3200797" y="2043131"/>
                  </a:lnTo>
                  <a:lnTo>
                    <a:pt x="3200891" y="2043131"/>
                  </a:lnTo>
                  <a:lnTo>
                    <a:pt x="3200986" y="2043131"/>
                  </a:lnTo>
                  <a:lnTo>
                    <a:pt x="3201080" y="2043131"/>
                  </a:lnTo>
                  <a:lnTo>
                    <a:pt x="3201174" y="2043131"/>
                  </a:lnTo>
                  <a:lnTo>
                    <a:pt x="3201268" y="2043131"/>
                  </a:lnTo>
                  <a:lnTo>
                    <a:pt x="3201362" y="2043131"/>
                  </a:lnTo>
                  <a:lnTo>
                    <a:pt x="3201456" y="2043131"/>
                  </a:lnTo>
                  <a:lnTo>
                    <a:pt x="3201551" y="2043131"/>
                  </a:lnTo>
                  <a:lnTo>
                    <a:pt x="3201645" y="2043131"/>
                  </a:lnTo>
                  <a:lnTo>
                    <a:pt x="3201739" y="2043131"/>
                  </a:lnTo>
                  <a:lnTo>
                    <a:pt x="3201833" y="2043131"/>
                  </a:lnTo>
                  <a:lnTo>
                    <a:pt x="3201927" y="2043131"/>
                  </a:lnTo>
                  <a:lnTo>
                    <a:pt x="3202021" y="2043131"/>
                  </a:lnTo>
                  <a:lnTo>
                    <a:pt x="3202115" y="2043131"/>
                  </a:lnTo>
                  <a:lnTo>
                    <a:pt x="3202210" y="2043131"/>
                  </a:lnTo>
                  <a:lnTo>
                    <a:pt x="3202304" y="2043131"/>
                  </a:lnTo>
                  <a:lnTo>
                    <a:pt x="3202398" y="2043131"/>
                  </a:lnTo>
                  <a:lnTo>
                    <a:pt x="3202492" y="2043131"/>
                  </a:lnTo>
                  <a:lnTo>
                    <a:pt x="3202586" y="2043131"/>
                  </a:lnTo>
                  <a:lnTo>
                    <a:pt x="3202680" y="2043131"/>
                  </a:lnTo>
                  <a:lnTo>
                    <a:pt x="3202775" y="2043131"/>
                  </a:lnTo>
                  <a:lnTo>
                    <a:pt x="3202869" y="2043131"/>
                  </a:lnTo>
                  <a:lnTo>
                    <a:pt x="3202963" y="2043131"/>
                  </a:lnTo>
                  <a:lnTo>
                    <a:pt x="3203057" y="2043131"/>
                  </a:lnTo>
                  <a:lnTo>
                    <a:pt x="3203151" y="2043131"/>
                  </a:lnTo>
                  <a:lnTo>
                    <a:pt x="3203245" y="2043131"/>
                  </a:lnTo>
                  <a:lnTo>
                    <a:pt x="3203339" y="2043131"/>
                  </a:lnTo>
                  <a:lnTo>
                    <a:pt x="3203434" y="2043131"/>
                  </a:lnTo>
                  <a:lnTo>
                    <a:pt x="3203528" y="2043131"/>
                  </a:lnTo>
                  <a:lnTo>
                    <a:pt x="3203622" y="2043131"/>
                  </a:lnTo>
                  <a:lnTo>
                    <a:pt x="3203716" y="2043131"/>
                  </a:lnTo>
                  <a:lnTo>
                    <a:pt x="3203810" y="2043131"/>
                  </a:lnTo>
                  <a:lnTo>
                    <a:pt x="3203904" y="2043131"/>
                  </a:lnTo>
                  <a:lnTo>
                    <a:pt x="3203998" y="2043131"/>
                  </a:lnTo>
                  <a:lnTo>
                    <a:pt x="3204093" y="2043131"/>
                  </a:lnTo>
                  <a:lnTo>
                    <a:pt x="3204187" y="2043131"/>
                  </a:lnTo>
                  <a:lnTo>
                    <a:pt x="3204281" y="2043131"/>
                  </a:lnTo>
                  <a:lnTo>
                    <a:pt x="3204375" y="2043131"/>
                  </a:lnTo>
                  <a:lnTo>
                    <a:pt x="3204469" y="2043131"/>
                  </a:lnTo>
                  <a:lnTo>
                    <a:pt x="3204563" y="2043131"/>
                  </a:lnTo>
                  <a:lnTo>
                    <a:pt x="3204658" y="2043131"/>
                  </a:lnTo>
                  <a:lnTo>
                    <a:pt x="3204752" y="2043131"/>
                  </a:lnTo>
                  <a:lnTo>
                    <a:pt x="3204846" y="2043131"/>
                  </a:lnTo>
                  <a:lnTo>
                    <a:pt x="3204940" y="2043131"/>
                  </a:lnTo>
                  <a:lnTo>
                    <a:pt x="3205034" y="2043131"/>
                  </a:lnTo>
                  <a:lnTo>
                    <a:pt x="3205128" y="2043131"/>
                  </a:lnTo>
                  <a:lnTo>
                    <a:pt x="3205222" y="2043131"/>
                  </a:lnTo>
                  <a:lnTo>
                    <a:pt x="3205222" y="2038220"/>
                  </a:lnTo>
                  <a:lnTo>
                    <a:pt x="3205317" y="2038220"/>
                  </a:lnTo>
                  <a:lnTo>
                    <a:pt x="3205411" y="2038220"/>
                  </a:lnTo>
                  <a:lnTo>
                    <a:pt x="3205505" y="2038220"/>
                  </a:lnTo>
                  <a:lnTo>
                    <a:pt x="3205505" y="2033309"/>
                  </a:lnTo>
                  <a:lnTo>
                    <a:pt x="3205599" y="2033309"/>
                  </a:lnTo>
                  <a:lnTo>
                    <a:pt x="3205693" y="2033309"/>
                  </a:lnTo>
                  <a:lnTo>
                    <a:pt x="3205787" y="2033309"/>
                  </a:lnTo>
                  <a:lnTo>
                    <a:pt x="3205882" y="2033309"/>
                  </a:lnTo>
                  <a:lnTo>
                    <a:pt x="3205976" y="2033309"/>
                  </a:lnTo>
                  <a:lnTo>
                    <a:pt x="3206070" y="2033309"/>
                  </a:lnTo>
                  <a:lnTo>
                    <a:pt x="3206164" y="2033309"/>
                  </a:lnTo>
                  <a:lnTo>
                    <a:pt x="3206258" y="2033309"/>
                  </a:lnTo>
                  <a:lnTo>
                    <a:pt x="3206258" y="2028397"/>
                  </a:lnTo>
                  <a:lnTo>
                    <a:pt x="3206352" y="2028397"/>
                  </a:lnTo>
                  <a:lnTo>
                    <a:pt x="3206446" y="2028397"/>
                  </a:lnTo>
                  <a:lnTo>
                    <a:pt x="3206541" y="2028397"/>
                  </a:lnTo>
                  <a:lnTo>
                    <a:pt x="3206635" y="2028397"/>
                  </a:lnTo>
                  <a:lnTo>
                    <a:pt x="3206729" y="2028397"/>
                  </a:lnTo>
                  <a:lnTo>
                    <a:pt x="3206823" y="2028397"/>
                  </a:lnTo>
                  <a:lnTo>
                    <a:pt x="3206917" y="2028397"/>
                  </a:lnTo>
                  <a:lnTo>
                    <a:pt x="3207011" y="2028397"/>
                  </a:lnTo>
                  <a:lnTo>
                    <a:pt x="3207106" y="2028397"/>
                  </a:lnTo>
                  <a:lnTo>
                    <a:pt x="3207200" y="2028397"/>
                  </a:lnTo>
                  <a:lnTo>
                    <a:pt x="3207294" y="2028397"/>
                  </a:lnTo>
                  <a:lnTo>
                    <a:pt x="3207388" y="2028397"/>
                  </a:lnTo>
                  <a:lnTo>
                    <a:pt x="3207482" y="2028397"/>
                  </a:lnTo>
                  <a:lnTo>
                    <a:pt x="3207576" y="2028397"/>
                  </a:lnTo>
                  <a:lnTo>
                    <a:pt x="3207670" y="2028397"/>
                  </a:lnTo>
                  <a:lnTo>
                    <a:pt x="3207765" y="2028397"/>
                  </a:lnTo>
                  <a:lnTo>
                    <a:pt x="3207859" y="2028397"/>
                  </a:lnTo>
                  <a:lnTo>
                    <a:pt x="3207953" y="2028397"/>
                  </a:lnTo>
                  <a:lnTo>
                    <a:pt x="3208047" y="2028397"/>
                  </a:lnTo>
                  <a:lnTo>
                    <a:pt x="3208047" y="2023486"/>
                  </a:lnTo>
                  <a:lnTo>
                    <a:pt x="3208141" y="2023486"/>
                  </a:lnTo>
                  <a:lnTo>
                    <a:pt x="3208235" y="2023486"/>
                  </a:lnTo>
                  <a:lnTo>
                    <a:pt x="3208329" y="2023486"/>
                  </a:lnTo>
                  <a:lnTo>
                    <a:pt x="3208424" y="2023486"/>
                  </a:lnTo>
                  <a:lnTo>
                    <a:pt x="3208518" y="2023486"/>
                  </a:lnTo>
                  <a:lnTo>
                    <a:pt x="3208612" y="2023486"/>
                  </a:lnTo>
                  <a:lnTo>
                    <a:pt x="3208706" y="2023486"/>
                  </a:lnTo>
                  <a:lnTo>
                    <a:pt x="3208800" y="2023486"/>
                  </a:lnTo>
                  <a:lnTo>
                    <a:pt x="3208894" y="2023486"/>
                  </a:lnTo>
                  <a:lnTo>
                    <a:pt x="3208989" y="2023486"/>
                  </a:lnTo>
                  <a:lnTo>
                    <a:pt x="3209083" y="2023486"/>
                  </a:lnTo>
                  <a:lnTo>
                    <a:pt x="3209177" y="2023486"/>
                  </a:lnTo>
                  <a:lnTo>
                    <a:pt x="3209271" y="2023486"/>
                  </a:lnTo>
                  <a:lnTo>
                    <a:pt x="3209365" y="2023486"/>
                  </a:lnTo>
                  <a:lnTo>
                    <a:pt x="3209459" y="2023486"/>
                  </a:lnTo>
                  <a:lnTo>
                    <a:pt x="3209553" y="2023486"/>
                  </a:lnTo>
                  <a:lnTo>
                    <a:pt x="3209648" y="2023486"/>
                  </a:lnTo>
                  <a:lnTo>
                    <a:pt x="3209742" y="2023486"/>
                  </a:lnTo>
                  <a:lnTo>
                    <a:pt x="3209836" y="2023486"/>
                  </a:lnTo>
                  <a:lnTo>
                    <a:pt x="3209930" y="2023486"/>
                  </a:lnTo>
                  <a:lnTo>
                    <a:pt x="3210024" y="2023486"/>
                  </a:lnTo>
                  <a:lnTo>
                    <a:pt x="3210118" y="2023486"/>
                  </a:lnTo>
                  <a:lnTo>
                    <a:pt x="3210213" y="2023486"/>
                  </a:lnTo>
                  <a:lnTo>
                    <a:pt x="3210307" y="2023486"/>
                  </a:lnTo>
                  <a:lnTo>
                    <a:pt x="3210401" y="2023486"/>
                  </a:lnTo>
                  <a:lnTo>
                    <a:pt x="3210495" y="2023486"/>
                  </a:lnTo>
                  <a:lnTo>
                    <a:pt x="3210589" y="2023486"/>
                  </a:lnTo>
                  <a:lnTo>
                    <a:pt x="3210683" y="2023486"/>
                  </a:lnTo>
                  <a:lnTo>
                    <a:pt x="3210777" y="2023486"/>
                  </a:lnTo>
                  <a:lnTo>
                    <a:pt x="3210872" y="2023486"/>
                  </a:lnTo>
                  <a:lnTo>
                    <a:pt x="3210966" y="2023486"/>
                  </a:lnTo>
                  <a:lnTo>
                    <a:pt x="3211060" y="2023486"/>
                  </a:lnTo>
                  <a:lnTo>
                    <a:pt x="3211154" y="2023486"/>
                  </a:lnTo>
                  <a:lnTo>
                    <a:pt x="3211248" y="2023486"/>
                  </a:lnTo>
                  <a:lnTo>
                    <a:pt x="3211342" y="2023486"/>
                  </a:lnTo>
                  <a:lnTo>
                    <a:pt x="3211437" y="2023486"/>
                  </a:lnTo>
                  <a:lnTo>
                    <a:pt x="3211531" y="2023486"/>
                  </a:lnTo>
                  <a:lnTo>
                    <a:pt x="3211625" y="2023486"/>
                  </a:lnTo>
                  <a:lnTo>
                    <a:pt x="3211719" y="2023486"/>
                  </a:lnTo>
                  <a:lnTo>
                    <a:pt x="3211813" y="2023486"/>
                  </a:lnTo>
                  <a:lnTo>
                    <a:pt x="3211907" y="2023486"/>
                  </a:lnTo>
                  <a:lnTo>
                    <a:pt x="3212001" y="2023486"/>
                  </a:lnTo>
                  <a:lnTo>
                    <a:pt x="3212096" y="2023486"/>
                  </a:lnTo>
                  <a:lnTo>
                    <a:pt x="3212190" y="2023486"/>
                  </a:lnTo>
                  <a:lnTo>
                    <a:pt x="3212284" y="2023486"/>
                  </a:lnTo>
                  <a:lnTo>
                    <a:pt x="3212378" y="2023486"/>
                  </a:lnTo>
                  <a:lnTo>
                    <a:pt x="3212472" y="2023486"/>
                  </a:lnTo>
                  <a:lnTo>
                    <a:pt x="3212566" y="2023486"/>
                  </a:lnTo>
                  <a:lnTo>
                    <a:pt x="3212660" y="2023486"/>
                  </a:lnTo>
                  <a:lnTo>
                    <a:pt x="3212755" y="2023486"/>
                  </a:lnTo>
                  <a:lnTo>
                    <a:pt x="3212849" y="2023486"/>
                  </a:lnTo>
                  <a:lnTo>
                    <a:pt x="3212943" y="2023486"/>
                  </a:lnTo>
                  <a:lnTo>
                    <a:pt x="3213037" y="2023486"/>
                  </a:lnTo>
                  <a:lnTo>
                    <a:pt x="3213131" y="2023486"/>
                  </a:lnTo>
                  <a:lnTo>
                    <a:pt x="3213225" y="2023486"/>
                  </a:lnTo>
                  <a:lnTo>
                    <a:pt x="3213320" y="2023486"/>
                  </a:lnTo>
                  <a:lnTo>
                    <a:pt x="3213414" y="2023486"/>
                  </a:lnTo>
                  <a:lnTo>
                    <a:pt x="3213508" y="2023486"/>
                  </a:lnTo>
                  <a:lnTo>
                    <a:pt x="3213602" y="2023486"/>
                  </a:lnTo>
                  <a:lnTo>
                    <a:pt x="3213696" y="2023486"/>
                  </a:lnTo>
                  <a:lnTo>
                    <a:pt x="3213790" y="2023486"/>
                  </a:lnTo>
                  <a:lnTo>
                    <a:pt x="3213884" y="2023486"/>
                  </a:lnTo>
                  <a:lnTo>
                    <a:pt x="3213884" y="2018575"/>
                  </a:lnTo>
                  <a:lnTo>
                    <a:pt x="3213979" y="2018575"/>
                  </a:lnTo>
                  <a:lnTo>
                    <a:pt x="3214073" y="2018575"/>
                  </a:lnTo>
                  <a:lnTo>
                    <a:pt x="3214167" y="2018575"/>
                  </a:lnTo>
                  <a:lnTo>
                    <a:pt x="3214261" y="2018575"/>
                  </a:lnTo>
                  <a:lnTo>
                    <a:pt x="3214355" y="2018575"/>
                  </a:lnTo>
                  <a:lnTo>
                    <a:pt x="3214449" y="2018575"/>
                  </a:lnTo>
                  <a:lnTo>
                    <a:pt x="3214544" y="2018575"/>
                  </a:lnTo>
                  <a:lnTo>
                    <a:pt x="3214638" y="2018575"/>
                  </a:lnTo>
                  <a:lnTo>
                    <a:pt x="3214732" y="2018575"/>
                  </a:lnTo>
                  <a:lnTo>
                    <a:pt x="3214826" y="2018575"/>
                  </a:lnTo>
                  <a:lnTo>
                    <a:pt x="3214920" y="2018575"/>
                  </a:lnTo>
                  <a:lnTo>
                    <a:pt x="3215014" y="2018575"/>
                  </a:lnTo>
                  <a:lnTo>
                    <a:pt x="3215108" y="2018575"/>
                  </a:lnTo>
                  <a:lnTo>
                    <a:pt x="3215203" y="2018575"/>
                  </a:lnTo>
                  <a:lnTo>
                    <a:pt x="3215297" y="2018575"/>
                  </a:lnTo>
                  <a:lnTo>
                    <a:pt x="3215391" y="2018575"/>
                  </a:lnTo>
                  <a:lnTo>
                    <a:pt x="3215485" y="2018575"/>
                  </a:lnTo>
                  <a:lnTo>
                    <a:pt x="3215579" y="2018575"/>
                  </a:lnTo>
                  <a:lnTo>
                    <a:pt x="3215673" y="2018575"/>
                  </a:lnTo>
                  <a:lnTo>
                    <a:pt x="3215768" y="2018575"/>
                  </a:lnTo>
                  <a:lnTo>
                    <a:pt x="3215862" y="2018575"/>
                  </a:lnTo>
                  <a:lnTo>
                    <a:pt x="3215956" y="2018575"/>
                  </a:lnTo>
                  <a:lnTo>
                    <a:pt x="3216050" y="2018575"/>
                  </a:lnTo>
                  <a:lnTo>
                    <a:pt x="3216144" y="2018575"/>
                  </a:lnTo>
                  <a:lnTo>
                    <a:pt x="3216238" y="2018575"/>
                  </a:lnTo>
                  <a:lnTo>
                    <a:pt x="3216332" y="2018575"/>
                  </a:lnTo>
                  <a:lnTo>
                    <a:pt x="3216427" y="2018575"/>
                  </a:lnTo>
                  <a:lnTo>
                    <a:pt x="3216521" y="2018575"/>
                  </a:lnTo>
                  <a:lnTo>
                    <a:pt x="3216615" y="2018575"/>
                  </a:lnTo>
                  <a:lnTo>
                    <a:pt x="3216709" y="2018575"/>
                  </a:lnTo>
                  <a:lnTo>
                    <a:pt x="3216803" y="2018575"/>
                  </a:lnTo>
                  <a:lnTo>
                    <a:pt x="3216897" y="2018575"/>
                  </a:lnTo>
                  <a:lnTo>
                    <a:pt x="3216991" y="2018575"/>
                  </a:lnTo>
                  <a:lnTo>
                    <a:pt x="3217086" y="2018575"/>
                  </a:lnTo>
                  <a:lnTo>
                    <a:pt x="3217180" y="2018575"/>
                  </a:lnTo>
                  <a:lnTo>
                    <a:pt x="3217274" y="2018575"/>
                  </a:lnTo>
                  <a:lnTo>
                    <a:pt x="3217368" y="2018575"/>
                  </a:lnTo>
                  <a:lnTo>
                    <a:pt x="3217462" y="2018575"/>
                  </a:lnTo>
                  <a:lnTo>
                    <a:pt x="3217556" y="2018575"/>
                  </a:lnTo>
                  <a:lnTo>
                    <a:pt x="3217651" y="2018575"/>
                  </a:lnTo>
                  <a:lnTo>
                    <a:pt x="3217745" y="2018575"/>
                  </a:lnTo>
                  <a:lnTo>
                    <a:pt x="3217839" y="2018575"/>
                  </a:lnTo>
                  <a:lnTo>
                    <a:pt x="3217933" y="2018575"/>
                  </a:lnTo>
                  <a:lnTo>
                    <a:pt x="3218027" y="2018575"/>
                  </a:lnTo>
                  <a:lnTo>
                    <a:pt x="3218027" y="2013663"/>
                  </a:lnTo>
                  <a:lnTo>
                    <a:pt x="3218121" y="2013663"/>
                  </a:lnTo>
                  <a:lnTo>
                    <a:pt x="3218215" y="2013663"/>
                  </a:lnTo>
                  <a:lnTo>
                    <a:pt x="3218215" y="2008752"/>
                  </a:lnTo>
                  <a:lnTo>
                    <a:pt x="3218310" y="2008752"/>
                  </a:lnTo>
                  <a:lnTo>
                    <a:pt x="3218404" y="2008752"/>
                  </a:lnTo>
                  <a:lnTo>
                    <a:pt x="3218498" y="2008752"/>
                  </a:lnTo>
                  <a:lnTo>
                    <a:pt x="3218592" y="2008752"/>
                  </a:lnTo>
                  <a:lnTo>
                    <a:pt x="3218686" y="2008752"/>
                  </a:lnTo>
                  <a:lnTo>
                    <a:pt x="3218780" y="2008752"/>
                  </a:lnTo>
                  <a:lnTo>
                    <a:pt x="3218875" y="2008752"/>
                  </a:lnTo>
                  <a:lnTo>
                    <a:pt x="3218969" y="2008752"/>
                  </a:lnTo>
                  <a:lnTo>
                    <a:pt x="3219063" y="2008752"/>
                  </a:lnTo>
                  <a:lnTo>
                    <a:pt x="3219157" y="2008752"/>
                  </a:lnTo>
                  <a:lnTo>
                    <a:pt x="3219157" y="2003840"/>
                  </a:lnTo>
                  <a:lnTo>
                    <a:pt x="3219251" y="2003840"/>
                  </a:lnTo>
                  <a:lnTo>
                    <a:pt x="3219345" y="2003840"/>
                  </a:lnTo>
                  <a:lnTo>
                    <a:pt x="3219439" y="2003840"/>
                  </a:lnTo>
                  <a:lnTo>
                    <a:pt x="3219534" y="2003840"/>
                  </a:lnTo>
                  <a:lnTo>
                    <a:pt x="3219628" y="2003840"/>
                  </a:lnTo>
                  <a:lnTo>
                    <a:pt x="3219722" y="2003840"/>
                  </a:lnTo>
                  <a:lnTo>
                    <a:pt x="3219816" y="2003840"/>
                  </a:lnTo>
                  <a:lnTo>
                    <a:pt x="3219910" y="2003840"/>
                  </a:lnTo>
                  <a:lnTo>
                    <a:pt x="3220004" y="2003840"/>
                  </a:lnTo>
                  <a:lnTo>
                    <a:pt x="3220099" y="2003840"/>
                  </a:lnTo>
                  <a:lnTo>
                    <a:pt x="3220193" y="2003840"/>
                  </a:lnTo>
                  <a:lnTo>
                    <a:pt x="3220287" y="2003840"/>
                  </a:lnTo>
                  <a:lnTo>
                    <a:pt x="3220381" y="2003840"/>
                  </a:lnTo>
                  <a:lnTo>
                    <a:pt x="3220475" y="2003840"/>
                  </a:lnTo>
                  <a:lnTo>
                    <a:pt x="3220569" y="2003840"/>
                  </a:lnTo>
                  <a:lnTo>
                    <a:pt x="3220663" y="2003840"/>
                  </a:lnTo>
                  <a:lnTo>
                    <a:pt x="3220758" y="2003840"/>
                  </a:lnTo>
                  <a:lnTo>
                    <a:pt x="3220852" y="2003840"/>
                  </a:lnTo>
                  <a:lnTo>
                    <a:pt x="3220946" y="2003840"/>
                  </a:lnTo>
                  <a:lnTo>
                    <a:pt x="3221040" y="2003840"/>
                  </a:lnTo>
                  <a:lnTo>
                    <a:pt x="3221134" y="2003840"/>
                  </a:lnTo>
                  <a:lnTo>
                    <a:pt x="3221228" y="2003840"/>
                  </a:lnTo>
                  <a:lnTo>
                    <a:pt x="3221322" y="2003840"/>
                  </a:lnTo>
                  <a:lnTo>
                    <a:pt x="3221417" y="2003840"/>
                  </a:lnTo>
                  <a:lnTo>
                    <a:pt x="3221511" y="2003840"/>
                  </a:lnTo>
                  <a:lnTo>
                    <a:pt x="3221605" y="2003840"/>
                  </a:lnTo>
                  <a:lnTo>
                    <a:pt x="3221699" y="2003840"/>
                  </a:lnTo>
                  <a:lnTo>
                    <a:pt x="3221793" y="2003840"/>
                  </a:lnTo>
                  <a:lnTo>
                    <a:pt x="3221887" y="2003840"/>
                  </a:lnTo>
                  <a:lnTo>
                    <a:pt x="3221982" y="2003840"/>
                  </a:lnTo>
                  <a:lnTo>
                    <a:pt x="3222076" y="2003840"/>
                  </a:lnTo>
                  <a:lnTo>
                    <a:pt x="3222170" y="2003840"/>
                  </a:lnTo>
                  <a:lnTo>
                    <a:pt x="3222264" y="2003840"/>
                  </a:lnTo>
                  <a:lnTo>
                    <a:pt x="3222264" y="1998929"/>
                  </a:lnTo>
                  <a:lnTo>
                    <a:pt x="3222358" y="1998929"/>
                  </a:lnTo>
                  <a:lnTo>
                    <a:pt x="3222452" y="1998929"/>
                  </a:lnTo>
                  <a:lnTo>
                    <a:pt x="3222546" y="1998929"/>
                  </a:lnTo>
                  <a:lnTo>
                    <a:pt x="3222641" y="1998929"/>
                  </a:lnTo>
                  <a:lnTo>
                    <a:pt x="3222735" y="1998929"/>
                  </a:lnTo>
                  <a:lnTo>
                    <a:pt x="3222829" y="1998929"/>
                  </a:lnTo>
                  <a:lnTo>
                    <a:pt x="3222923" y="1998929"/>
                  </a:lnTo>
                  <a:lnTo>
                    <a:pt x="3223017" y="1998929"/>
                  </a:lnTo>
                  <a:lnTo>
                    <a:pt x="3223111" y="1998929"/>
                  </a:lnTo>
                  <a:lnTo>
                    <a:pt x="3223206" y="1998929"/>
                  </a:lnTo>
                  <a:lnTo>
                    <a:pt x="3223300" y="1998929"/>
                  </a:lnTo>
                  <a:lnTo>
                    <a:pt x="3223394" y="1998929"/>
                  </a:lnTo>
                  <a:lnTo>
                    <a:pt x="3223488" y="1998929"/>
                  </a:lnTo>
                  <a:lnTo>
                    <a:pt x="3223582" y="1998929"/>
                  </a:lnTo>
                  <a:lnTo>
                    <a:pt x="3223676" y="1998929"/>
                  </a:lnTo>
                  <a:lnTo>
                    <a:pt x="3223676" y="1994018"/>
                  </a:lnTo>
                  <a:lnTo>
                    <a:pt x="3223770" y="1994018"/>
                  </a:lnTo>
                  <a:lnTo>
                    <a:pt x="3223865" y="1994018"/>
                  </a:lnTo>
                  <a:lnTo>
                    <a:pt x="3223959" y="1994018"/>
                  </a:lnTo>
                  <a:lnTo>
                    <a:pt x="3224053" y="1994018"/>
                  </a:lnTo>
                  <a:lnTo>
                    <a:pt x="3224147" y="1994018"/>
                  </a:lnTo>
                  <a:lnTo>
                    <a:pt x="3224241" y="1994018"/>
                  </a:lnTo>
                  <a:lnTo>
                    <a:pt x="3224335" y="1994018"/>
                  </a:lnTo>
                  <a:lnTo>
                    <a:pt x="3224430" y="1994018"/>
                  </a:lnTo>
                  <a:lnTo>
                    <a:pt x="3224524" y="1994018"/>
                  </a:lnTo>
                  <a:lnTo>
                    <a:pt x="3224618" y="1994018"/>
                  </a:lnTo>
                  <a:lnTo>
                    <a:pt x="3224712" y="1994018"/>
                  </a:lnTo>
                  <a:lnTo>
                    <a:pt x="3224806" y="1994018"/>
                  </a:lnTo>
                  <a:lnTo>
                    <a:pt x="3224900" y="1994018"/>
                  </a:lnTo>
                  <a:lnTo>
                    <a:pt x="3224994" y="1994018"/>
                  </a:lnTo>
                  <a:lnTo>
                    <a:pt x="3225089" y="1994018"/>
                  </a:lnTo>
                  <a:lnTo>
                    <a:pt x="3225183" y="1994018"/>
                  </a:lnTo>
                  <a:lnTo>
                    <a:pt x="3225277" y="1994018"/>
                  </a:lnTo>
                  <a:lnTo>
                    <a:pt x="3225371" y="1994018"/>
                  </a:lnTo>
                  <a:lnTo>
                    <a:pt x="3225465" y="1994018"/>
                  </a:lnTo>
                  <a:lnTo>
                    <a:pt x="3225559" y="1994018"/>
                  </a:lnTo>
                  <a:lnTo>
                    <a:pt x="3225653" y="1994018"/>
                  </a:lnTo>
                  <a:lnTo>
                    <a:pt x="3225748" y="1994018"/>
                  </a:lnTo>
                  <a:lnTo>
                    <a:pt x="3225842" y="1994018"/>
                  </a:lnTo>
                  <a:lnTo>
                    <a:pt x="3225936" y="1994018"/>
                  </a:lnTo>
                  <a:lnTo>
                    <a:pt x="3226030" y="1994018"/>
                  </a:lnTo>
                  <a:lnTo>
                    <a:pt x="3226124" y="1994018"/>
                  </a:lnTo>
                  <a:lnTo>
                    <a:pt x="3226218" y="1994018"/>
                  </a:lnTo>
                  <a:lnTo>
                    <a:pt x="3226313" y="1994018"/>
                  </a:lnTo>
                  <a:lnTo>
                    <a:pt x="3226313" y="1989106"/>
                  </a:lnTo>
                  <a:lnTo>
                    <a:pt x="3226407" y="1989106"/>
                  </a:lnTo>
                  <a:lnTo>
                    <a:pt x="3226501" y="1989106"/>
                  </a:lnTo>
                  <a:lnTo>
                    <a:pt x="3226595" y="1989106"/>
                  </a:lnTo>
                  <a:lnTo>
                    <a:pt x="3226689" y="1989106"/>
                  </a:lnTo>
                  <a:lnTo>
                    <a:pt x="3226783" y="1989106"/>
                  </a:lnTo>
                  <a:lnTo>
                    <a:pt x="3226877" y="1989106"/>
                  </a:lnTo>
                  <a:lnTo>
                    <a:pt x="3226972" y="1989106"/>
                  </a:lnTo>
                  <a:lnTo>
                    <a:pt x="3227066" y="1989106"/>
                  </a:lnTo>
                  <a:lnTo>
                    <a:pt x="3227160" y="1989106"/>
                  </a:lnTo>
                  <a:lnTo>
                    <a:pt x="3227254" y="1989106"/>
                  </a:lnTo>
                  <a:lnTo>
                    <a:pt x="3227348" y="1989106"/>
                  </a:lnTo>
                  <a:lnTo>
                    <a:pt x="3227442" y="1989106"/>
                  </a:lnTo>
                  <a:lnTo>
                    <a:pt x="3227537" y="1989106"/>
                  </a:lnTo>
                  <a:lnTo>
                    <a:pt x="3227631" y="1989106"/>
                  </a:lnTo>
                  <a:lnTo>
                    <a:pt x="3227725" y="1989106"/>
                  </a:lnTo>
                  <a:lnTo>
                    <a:pt x="3227725" y="1984195"/>
                  </a:lnTo>
                  <a:lnTo>
                    <a:pt x="3227819" y="1984195"/>
                  </a:lnTo>
                  <a:lnTo>
                    <a:pt x="3227913" y="1984195"/>
                  </a:lnTo>
                  <a:lnTo>
                    <a:pt x="3228007" y="1984195"/>
                  </a:lnTo>
                  <a:lnTo>
                    <a:pt x="3228101" y="1984195"/>
                  </a:lnTo>
                  <a:lnTo>
                    <a:pt x="3228196" y="1984195"/>
                  </a:lnTo>
                  <a:lnTo>
                    <a:pt x="3228290" y="1984195"/>
                  </a:lnTo>
                  <a:lnTo>
                    <a:pt x="3228384" y="1984195"/>
                  </a:lnTo>
                  <a:lnTo>
                    <a:pt x="3228478" y="1984195"/>
                  </a:lnTo>
                  <a:lnTo>
                    <a:pt x="3228572" y="1984195"/>
                  </a:lnTo>
                  <a:lnTo>
                    <a:pt x="3228666" y="1984195"/>
                  </a:lnTo>
                  <a:lnTo>
                    <a:pt x="3228761" y="1984195"/>
                  </a:lnTo>
                  <a:lnTo>
                    <a:pt x="3228855" y="1984195"/>
                  </a:lnTo>
                  <a:lnTo>
                    <a:pt x="3228949" y="1984195"/>
                  </a:lnTo>
                  <a:lnTo>
                    <a:pt x="3229043" y="1984195"/>
                  </a:lnTo>
                  <a:lnTo>
                    <a:pt x="3229137" y="1984195"/>
                  </a:lnTo>
                  <a:lnTo>
                    <a:pt x="3229231" y="1984195"/>
                  </a:lnTo>
                  <a:lnTo>
                    <a:pt x="3229325" y="1984195"/>
                  </a:lnTo>
                  <a:lnTo>
                    <a:pt x="3229420" y="1984195"/>
                  </a:lnTo>
                  <a:lnTo>
                    <a:pt x="3229514" y="1984195"/>
                  </a:lnTo>
                  <a:lnTo>
                    <a:pt x="3229608" y="1984195"/>
                  </a:lnTo>
                  <a:lnTo>
                    <a:pt x="3229702" y="1984195"/>
                  </a:lnTo>
                  <a:lnTo>
                    <a:pt x="3229796" y="1984195"/>
                  </a:lnTo>
                  <a:lnTo>
                    <a:pt x="3229890" y="1984195"/>
                  </a:lnTo>
                  <a:lnTo>
                    <a:pt x="3229984" y="1984195"/>
                  </a:lnTo>
                  <a:lnTo>
                    <a:pt x="3230079" y="1984195"/>
                  </a:lnTo>
                  <a:lnTo>
                    <a:pt x="3230173" y="1984195"/>
                  </a:lnTo>
                  <a:lnTo>
                    <a:pt x="3230267" y="1984195"/>
                  </a:lnTo>
                  <a:lnTo>
                    <a:pt x="3230361" y="1984195"/>
                  </a:lnTo>
                  <a:lnTo>
                    <a:pt x="3230455" y="1984195"/>
                  </a:lnTo>
                  <a:lnTo>
                    <a:pt x="3230549" y="1984195"/>
                  </a:lnTo>
                  <a:lnTo>
                    <a:pt x="3230644" y="1984195"/>
                  </a:lnTo>
                  <a:lnTo>
                    <a:pt x="3230738" y="1984195"/>
                  </a:lnTo>
                  <a:lnTo>
                    <a:pt x="3230832" y="1984195"/>
                  </a:lnTo>
                  <a:lnTo>
                    <a:pt x="3230926" y="1984195"/>
                  </a:lnTo>
                  <a:lnTo>
                    <a:pt x="3231020" y="1984195"/>
                  </a:lnTo>
                  <a:lnTo>
                    <a:pt x="3231114" y="1984195"/>
                  </a:lnTo>
                  <a:lnTo>
                    <a:pt x="3231208" y="1984195"/>
                  </a:lnTo>
                  <a:lnTo>
                    <a:pt x="3231303" y="1984195"/>
                  </a:lnTo>
                  <a:lnTo>
                    <a:pt x="3231397" y="1984195"/>
                  </a:lnTo>
                  <a:lnTo>
                    <a:pt x="3231491" y="1984195"/>
                  </a:lnTo>
                  <a:lnTo>
                    <a:pt x="3231585" y="1984195"/>
                  </a:lnTo>
                  <a:lnTo>
                    <a:pt x="3231679" y="1984195"/>
                  </a:lnTo>
                  <a:lnTo>
                    <a:pt x="3231773" y="1984195"/>
                  </a:lnTo>
                  <a:lnTo>
                    <a:pt x="3231868" y="1984195"/>
                  </a:lnTo>
                  <a:lnTo>
                    <a:pt x="3231962" y="1984195"/>
                  </a:lnTo>
                  <a:lnTo>
                    <a:pt x="3232056" y="1984195"/>
                  </a:lnTo>
                  <a:lnTo>
                    <a:pt x="3232150" y="1984195"/>
                  </a:lnTo>
                  <a:lnTo>
                    <a:pt x="3232244" y="1984195"/>
                  </a:lnTo>
                  <a:lnTo>
                    <a:pt x="3232338" y="1984195"/>
                  </a:lnTo>
                  <a:lnTo>
                    <a:pt x="3232432" y="1984195"/>
                  </a:lnTo>
                  <a:lnTo>
                    <a:pt x="3232527" y="1984195"/>
                  </a:lnTo>
                  <a:lnTo>
                    <a:pt x="3232621" y="1984195"/>
                  </a:lnTo>
                  <a:lnTo>
                    <a:pt x="3232715" y="1984195"/>
                  </a:lnTo>
                  <a:lnTo>
                    <a:pt x="3232809" y="1984195"/>
                  </a:lnTo>
                  <a:lnTo>
                    <a:pt x="3232903" y="1984195"/>
                  </a:lnTo>
                  <a:lnTo>
                    <a:pt x="3232997" y="1984195"/>
                  </a:lnTo>
                  <a:lnTo>
                    <a:pt x="3233092" y="1984195"/>
                  </a:lnTo>
                  <a:lnTo>
                    <a:pt x="3233186" y="1984195"/>
                  </a:lnTo>
                  <a:lnTo>
                    <a:pt x="3233280" y="1984195"/>
                  </a:lnTo>
                  <a:lnTo>
                    <a:pt x="3233374" y="1984195"/>
                  </a:lnTo>
                  <a:lnTo>
                    <a:pt x="3233468" y="1984195"/>
                  </a:lnTo>
                  <a:lnTo>
                    <a:pt x="3233562" y="1984195"/>
                  </a:lnTo>
                  <a:lnTo>
                    <a:pt x="3233656" y="1984195"/>
                  </a:lnTo>
                  <a:lnTo>
                    <a:pt x="3233751" y="1984195"/>
                  </a:lnTo>
                  <a:lnTo>
                    <a:pt x="3233845" y="1984195"/>
                  </a:lnTo>
                  <a:lnTo>
                    <a:pt x="3233939" y="1984195"/>
                  </a:lnTo>
                  <a:lnTo>
                    <a:pt x="3234033" y="1984195"/>
                  </a:lnTo>
                  <a:lnTo>
                    <a:pt x="3234127" y="1984195"/>
                  </a:lnTo>
                  <a:lnTo>
                    <a:pt x="3234221" y="1984195"/>
                  </a:lnTo>
                  <a:lnTo>
                    <a:pt x="3234315" y="1984195"/>
                  </a:lnTo>
                  <a:lnTo>
                    <a:pt x="3234410" y="1984195"/>
                  </a:lnTo>
                  <a:lnTo>
                    <a:pt x="3234504" y="1984195"/>
                  </a:lnTo>
                  <a:lnTo>
                    <a:pt x="3234598" y="1984195"/>
                  </a:lnTo>
                  <a:lnTo>
                    <a:pt x="3234692" y="1984195"/>
                  </a:lnTo>
                  <a:lnTo>
                    <a:pt x="3234786" y="1984195"/>
                  </a:lnTo>
                  <a:lnTo>
                    <a:pt x="3234880" y="1984195"/>
                  </a:lnTo>
                  <a:lnTo>
                    <a:pt x="3234975" y="1984195"/>
                  </a:lnTo>
                  <a:lnTo>
                    <a:pt x="3235069" y="1984195"/>
                  </a:lnTo>
                  <a:lnTo>
                    <a:pt x="3235163" y="1984195"/>
                  </a:lnTo>
                  <a:lnTo>
                    <a:pt x="3235257" y="1984195"/>
                  </a:lnTo>
                  <a:lnTo>
                    <a:pt x="3235351" y="1984195"/>
                  </a:lnTo>
                  <a:lnTo>
                    <a:pt x="3235445" y="1984195"/>
                  </a:lnTo>
                  <a:lnTo>
                    <a:pt x="3235539" y="1984195"/>
                  </a:lnTo>
                  <a:lnTo>
                    <a:pt x="3235634" y="1984195"/>
                  </a:lnTo>
                  <a:lnTo>
                    <a:pt x="3235728" y="1984195"/>
                  </a:lnTo>
                  <a:lnTo>
                    <a:pt x="3235822" y="1984195"/>
                  </a:lnTo>
                  <a:lnTo>
                    <a:pt x="3235916" y="1984195"/>
                  </a:lnTo>
                  <a:lnTo>
                    <a:pt x="3236010" y="1984195"/>
                  </a:lnTo>
                  <a:lnTo>
                    <a:pt x="3236104" y="1984195"/>
                  </a:lnTo>
                  <a:lnTo>
                    <a:pt x="3236104" y="1979284"/>
                  </a:lnTo>
                  <a:lnTo>
                    <a:pt x="3236199" y="1979284"/>
                  </a:lnTo>
                  <a:lnTo>
                    <a:pt x="3236293" y="1979284"/>
                  </a:lnTo>
                  <a:lnTo>
                    <a:pt x="3236387" y="1979284"/>
                  </a:lnTo>
                  <a:lnTo>
                    <a:pt x="3236481" y="1979284"/>
                  </a:lnTo>
                  <a:lnTo>
                    <a:pt x="3236575" y="1979284"/>
                  </a:lnTo>
                  <a:lnTo>
                    <a:pt x="3236669" y="1979284"/>
                  </a:lnTo>
                  <a:lnTo>
                    <a:pt x="3236763" y="1979284"/>
                  </a:lnTo>
                  <a:lnTo>
                    <a:pt x="3236858" y="1979284"/>
                  </a:lnTo>
                  <a:lnTo>
                    <a:pt x="3236952" y="1979284"/>
                  </a:lnTo>
                  <a:lnTo>
                    <a:pt x="3237046" y="1979284"/>
                  </a:lnTo>
                  <a:lnTo>
                    <a:pt x="3237140" y="1979284"/>
                  </a:lnTo>
                  <a:lnTo>
                    <a:pt x="3237234" y="1979284"/>
                  </a:lnTo>
                  <a:lnTo>
                    <a:pt x="3237328" y="1979284"/>
                  </a:lnTo>
                  <a:lnTo>
                    <a:pt x="3237423" y="1979284"/>
                  </a:lnTo>
                  <a:lnTo>
                    <a:pt x="3237517" y="1979284"/>
                  </a:lnTo>
                  <a:lnTo>
                    <a:pt x="3237611" y="1979284"/>
                  </a:lnTo>
                  <a:lnTo>
                    <a:pt x="3237705" y="1979284"/>
                  </a:lnTo>
                  <a:lnTo>
                    <a:pt x="3237799" y="1979284"/>
                  </a:lnTo>
                  <a:lnTo>
                    <a:pt x="3237893" y="1979284"/>
                  </a:lnTo>
                  <a:lnTo>
                    <a:pt x="3237987" y="1979284"/>
                  </a:lnTo>
                  <a:lnTo>
                    <a:pt x="3238082" y="1979284"/>
                  </a:lnTo>
                  <a:lnTo>
                    <a:pt x="3238176" y="1979284"/>
                  </a:lnTo>
                  <a:lnTo>
                    <a:pt x="3238270" y="1979284"/>
                  </a:lnTo>
                  <a:lnTo>
                    <a:pt x="3238364" y="1979284"/>
                  </a:lnTo>
                  <a:lnTo>
                    <a:pt x="3238458" y="1979284"/>
                  </a:lnTo>
                  <a:lnTo>
                    <a:pt x="3238552" y="1979284"/>
                  </a:lnTo>
                  <a:lnTo>
                    <a:pt x="3238646" y="1979284"/>
                  </a:lnTo>
                  <a:lnTo>
                    <a:pt x="3238741" y="1979284"/>
                  </a:lnTo>
                  <a:lnTo>
                    <a:pt x="3238835" y="1979284"/>
                  </a:lnTo>
                  <a:lnTo>
                    <a:pt x="3238929" y="1979284"/>
                  </a:lnTo>
                  <a:lnTo>
                    <a:pt x="3239023" y="1979284"/>
                  </a:lnTo>
                  <a:lnTo>
                    <a:pt x="3239117" y="1979284"/>
                  </a:lnTo>
                  <a:lnTo>
                    <a:pt x="3239211" y="1979284"/>
                  </a:lnTo>
                  <a:lnTo>
                    <a:pt x="3239306" y="1979284"/>
                  </a:lnTo>
                  <a:lnTo>
                    <a:pt x="3239400" y="1979284"/>
                  </a:lnTo>
                  <a:lnTo>
                    <a:pt x="3239494" y="1979284"/>
                  </a:lnTo>
                  <a:lnTo>
                    <a:pt x="3239588" y="1979284"/>
                  </a:lnTo>
                  <a:lnTo>
                    <a:pt x="3239682" y="1979284"/>
                  </a:lnTo>
                  <a:lnTo>
                    <a:pt x="3239776" y="1979284"/>
                  </a:lnTo>
                  <a:lnTo>
                    <a:pt x="3239870" y="1979284"/>
                  </a:lnTo>
                  <a:lnTo>
                    <a:pt x="3239965" y="1979284"/>
                  </a:lnTo>
                  <a:lnTo>
                    <a:pt x="3240059" y="1979284"/>
                  </a:lnTo>
                  <a:lnTo>
                    <a:pt x="3240153" y="1979284"/>
                  </a:lnTo>
                  <a:lnTo>
                    <a:pt x="3240247" y="1979284"/>
                  </a:lnTo>
                  <a:lnTo>
                    <a:pt x="3240341" y="1979284"/>
                  </a:lnTo>
                  <a:lnTo>
                    <a:pt x="3240435" y="1979284"/>
                  </a:lnTo>
                  <a:lnTo>
                    <a:pt x="3240530" y="1979284"/>
                  </a:lnTo>
                  <a:lnTo>
                    <a:pt x="3240624" y="1979284"/>
                  </a:lnTo>
                  <a:lnTo>
                    <a:pt x="3240718" y="1979284"/>
                  </a:lnTo>
                  <a:lnTo>
                    <a:pt x="3240812" y="1979284"/>
                  </a:lnTo>
                  <a:lnTo>
                    <a:pt x="3240906" y="1979284"/>
                  </a:lnTo>
                  <a:lnTo>
                    <a:pt x="3241000" y="1979284"/>
                  </a:lnTo>
                  <a:lnTo>
                    <a:pt x="3241094" y="1979284"/>
                  </a:lnTo>
                  <a:lnTo>
                    <a:pt x="3241189" y="1979284"/>
                  </a:lnTo>
                  <a:lnTo>
                    <a:pt x="3241283" y="1979284"/>
                  </a:lnTo>
                  <a:lnTo>
                    <a:pt x="3241377" y="1979284"/>
                  </a:lnTo>
                  <a:lnTo>
                    <a:pt x="3241471" y="1979284"/>
                  </a:lnTo>
                  <a:lnTo>
                    <a:pt x="3241565" y="1979284"/>
                  </a:lnTo>
                  <a:lnTo>
                    <a:pt x="3241659" y="1979284"/>
                  </a:lnTo>
                  <a:lnTo>
                    <a:pt x="3241754" y="1979284"/>
                  </a:lnTo>
                  <a:lnTo>
                    <a:pt x="3241848" y="1979284"/>
                  </a:lnTo>
                  <a:lnTo>
                    <a:pt x="3241942" y="1979284"/>
                  </a:lnTo>
                  <a:lnTo>
                    <a:pt x="3242036" y="1979284"/>
                  </a:lnTo>
                  <a:lnTo>
                    <a:pt x="3242130" y="1979284"/>
                  </a:lnTo>
                  <a:lnTo>
                    <a:pt x="3242224" y="1979284"/>
                  </a:lnTo>
                  <a:lnTo>
                    <a:pt x="3242318" y="1979284"/>
                  </a:lnTo>
                  <a:lnTo>
                    <a:pt x="3242413" y="1979284"/>
                  </a:lnTo>
                  <a:lnTo>
                    <a:pt x="3242507" y="1979284"/>
                  </a:lnTo>
                  <a:lnTo>
                    <a:pt x="3242601" y="1979284"/>
                  </a:lnTo>
                  <a:lnTo>
                    <a:pt x="3242695" y="1979284"/>
                  </a:lnTo>
                  <a:lnTo>
                    <a:pt x="3242789" y="1979284"/>
                  </a:lnTo>
                  <a:lnTo>
                    <a:pt x="3242883" y="1979284"/>
                  </a:lnTo>
                  <a:lnTo>
                    <a:pt x="3242978" y="1979284"/>
                  </a:lnTo>
                  <a:lnTo>
                    <a:pt x="3243072" y="1979284"/>
                  </a:lnTo>
                  <a:lnTo>
                    <a:pt x="3243166" y="1979284"/>
                  </a:lnTo>
                  <a:lnTo>
                    <a:pt x="3243260" y="1979284"/>
                  </a:lnTo>
                  <a:lnTo>
                    <a:pt x="3243260" y="1974372"/>
                  </a:lnTo>
                  <a:lnTo>
                    <a:pt x="3243354" y="1974372"/>
                  </a:lnTo>
                  <a:lnTo>
                    <a:pt x="3243448" y="1974372"/>
                  </a:lnTo>
                  <a:lnTo>
                    <a:pt x="3243542" y="1974372"/>
                  </a:lnTo>
                  <a:lnTo>
                    <a:pt x="3243637" y="1974372"/>
                  </a:lnTo>
                  <a:lnTo>
                    <a:pt x="3243731" y="1974372"/>
                  </a:lnTo>
                  <a:lnTo>
                    <a:pt x="3243825" y="1974372"/>
                  </a:lnTo>
                  <a:lnTo>
                    <a:pt x="3243919" y="1974372"/>
                  </a:lnTo>
                  <a:lnTo>
                    <a:pt x="3244013" y="1974372"/>
                  </a:lnTo>
                  <a:lnTo>
                    <a:pt x="3244107" y="1974372"/>
                  </a:lnTo>
                  <a:lnTo>
                    <a:pt x="3244201" y="1974372"/>
                  </a:lnTo>
                  <a:lnTo>
                    <a:pt x="3244296" y="1974372"/>
                  </a:lnTo>
                  <a:lnTo>
                    <a:pt x="3244390" y="1974372"/>
                  </a:lnTo>
                  <a:lnTo>
                    <a:pt x="3244484" y="1974372"/>
                  </a:lnTo>
                  <a:lnTo>
                    <a:pt x="3244578" y="1974372"/>
                  </a:lnTo>
                  <a:lnTo>
                    <a:pt x="3244672" y="1974372"/>
                  </a:lnTo>
                  <a:lnTo>
                    <a:pt x="3244766" y="1974372"/>
                  </a:lnTo>
                  <a:lnTo>
                    <a:pt x="3244861" y="1974372"/>
                  </a:lnTo>
                  <a:lnTo>
                    <a:pt x="3244955" y="1974372"/>
                  </a:lnTo>
                  <a:lnTo>
                    <a:pt x="3245049" y="1974372"/>
                  </a:lnTo>
                  <a:lnTo>
                    <a:pt x="3245143" y="1974372"/>
                  </a:lnTo>
                  <a:lnTo>
                    <a:pt x="3245237" y="1974372"/>
                  </a:lnTo>
                  <a:lnTo>
                    <a:pt x="3245331" y="1974372"/>
                  </a:lnTo>
                  <a:lnTo>
                    <a:pt x="3245425" y="1974372"/>
                  </a:lnTo>
                  <a:lnTo>
                    <a:pt x="3245520" y="1974372"/>
                  </a:lnTo>
                  <a:lnTo>
                    <a:pt x="3245614" y="1974372"/>
                  </a:lnTo>
                  <a:lnTo>
                    <a:pt x="3245708" y="1974372"/>
                  </a:lnTo>
                  <a:lnTo>
                    <a:pt x="3245802" y="1974372"/>
                  </a:lnTo>
                  <a:lnTo>
                    <a:pt x="3245896" y="1974372"/>
                  </a:lnTo>
                  <a:lnTo>
                    <a:pt x="3245990" y="1974372"/>
                  </a:lnTo>
                  <a:lnTo>
                    <a:pt x="3246085" y="1974372"/>
                  </a:lnTo>
                  <a:lnTo>
                    <a:pt x="3246179" y="1974372"/>
                  </a:lnTo>
                  <a:lnTo>
                    <a:pt x="3246273" y="1974372"/>
                  </a:lnTo>
                  <a:lnTo>
                    <a:pt x="3246367" y="1974372"/>
                  </a:lnTo>
                  <a:lnTo>
                    <a:pt x="3246461" y="1974372"/>
                  </a:lnTo>
                  <a:lnTo>
                    <a:pt x="3246555" y="1974372"/>
                  </a:lnTo>
                  <a:lnTo>
                    <a:pt x="3246649" y="1974372"/>
                  </a:lnTo>
                  <a:lnTo>
                    <a:pt x="3246744" y="1974372"/>
                  </a:lnTo>
                  <a:lnTo>
                    <a:pt x="3246838" y="1974372"/>
                  </a:lnTo>
                  <a:lnTo>
                    <a:pt x="3246932" y="1974372"/>
                  </a:lnTo>
                  <a:lnTo>
                    <a:pt x="3247026" y="1974372"/>
                  </a:lnTo>
                  <a:lnTo>
                    <a:pt x="3247120" y="1974372"/>
                  </a:lnTo>
                  <a:lnTo>
                    <a:pt x="3247214" y="1974372"/>
                  </a:lnTo>
                  <a:lnTo>
                    <a:pt x="3247309" y="1974372"/>
                  </a:lnTo>
                  <a:lnTo>
                    <a:pt x="3247403" y="1974372"/>
                  </a:lnTo>
                  <a:lnTo>
                    <a:pt x="3247497" y="1974372"/>
                  </a:lnTo>
                  <a:lnTo>
                    <a:pt x="3247591" y="1974372"/>
                  </a:lnTo>
                  <a:lnTo>
                    <a:pt x="3247685" y="1974372"/>
                  </a:lnTo>
                  <a:lnTo>
                    <a:pt x="3247779" y="1974372"/>
                  </a:lnTo>
                  <a:lnTo>
                    <a:pt x="3247779" y="1969461"/>
                  </a:lnTo>
                  <a:lnTo>
                    <a:pt x="3247873" y="1969461"/>
                  </a:lnTo>
                  <a:lnTo>
                    <a:pt x="3247968" y="1969461"/>
                  </a:lnTo>
                  <a:lnTo>
                    <a:pt x="3248062" y="1969461"/>
                  </a:lnTo>
                  <a:lnTo>
                    <a:pt x="3248156" y="1969461"/>
                  </a:lnTo>
                  <a:lnTo>
                    <a:pt x="3248250" y="1969461"/>
                  </a:lnTo>
                  <a:lnTo>
                    <a:pt x="3248344" y="1969461"/>
                  </a:lnTo>
                  <a:lnTo>
                    <a:pt x="3248438" y="1969461"/>
                  </a:lnTo>
                  <a:lnTo>
                    <a:pt x="3248532" y="1969461"/>
                  </a:lnTo>
                  <a:lnTo>
                    <a:pt x="3248627" y="1969461"/>
                  </a:lnTo>
                  <a:lnTo>
                    <a:pt x="3248721" y="1969461"/>
                  </a:lnTo>
                  <a:lnTo>
                    <a:pt x="3248815" y="1969461"/>
                  </a:lnTo>
                  <a:lnTo>
                    <a:pt x="3248909" y="1969461"/>
                  </a:lnTo>
                  <a:lnTo>
                    <a:pt x="3249003" y="1969461"/>
                  </a:lnTo>
                  <a:lnTo>
                    <a:pt x="3249097" y="1969461"/>
                  </a:lnTo>
                  <a:lnTo>
                    <a:pt x="3249192" y="1969461"/>
                  </a:lnTo>
                  <a:lnTo>
                    <a:pt x="3249286" y="1969461"/>
                  </a:lnTo>
                  <a:lnTo>
                    <a:pt x="3249380" y="1969461"/>
                  </a:lnTo>
                  <a:lnTo>
                    <a:pt x="3249474" y="1969461"/>
                  </a:lnTo>
                  <a:lnTo>
                    <a:pt x="3249568" y="1969461"/>
                  </a:lnTo>
                  <a:lnTo>
                    <a:pt x="3249662" y="1969461"/>
                  </a:lnTo>
                  <a:lnTo>
                    <a:pt x="3249756" y="1969461"/>
                  </a:lnTo>
                  <a:lnTo>
                    <a:pt x="3249851" y="1969461"/>
                  </a:lnTo>
                  <a:lnTo>
                    <a:pt x="3249945" y="1969461"/>
                  </a:lnTo>
                  <a:lnTo>
                    <a:pt x="3250039" y="1969461"/>
                  </a:lnTo>
                  <a:lnTo>
                    <a:pt x="3250133" y="1969461"/>
                  </a:lnTo>
                  <a:lnTo>
                    <a:pt x="3250133" y="1964549"/>
                  </a:lnTo>
                  <a:lnTo>
                    <a:pt x="3250227" y="1964549"/>
                  </a:lnTo>
                  <a:lnTo>
                    <a:pt x="3250321" y="1964549"/>
                  </a:lnTo>
                  <a:lnTo>
                    <a:pt x="3250416" y="1964549"/>
                  </a:lnTo>
                  <a:lnTo>
                    <a:pt x="3250510" y="1964549"/>
                  </a:lnTo>
                  <a:lnTo>
                    <a:pt x="3250604" y="1964549"/>
                  </a:lnTo>
                  <a:lnTo>
                    <a:pt x="3250698" y="1964549"/>
                  </a:lnTo>
                  <a:lnTo>
                    <a:pt x="3250792" y="1964549"/>
                  </a:lnTo>
                  <a:lnTo>
                    <a:pt x="3250886" y="1964549"/>
                  </a:lnTo>
                  <a:lnTo>
                    <a:pt x="3250980" y="1964549"/>
                  </a:lnTo>
                  <a:lnTo>
                    <a:pt x="3251075" y="1964549"/>
                  </a:lnTo>
                  <a:lnTo>
                    <a:pt x="3251169" y="1964549"/>
                  </a:lnTo>
                  <a:lnTo>
                    <a:pt x="3251263" y="1964549"/>
                  </a:lnTo>
                  <a:lnTo>
                    <a:pt x="3251357" y="1964549"/>
                  </a:lnTo>
                  <a:lnTo>
                    <a:pt x="3251451" y="1964549"/>
                  </a:lnTo>
                  <a:lnTo>
                    <a:pt x="3251545" y="1964549"/>
                  </a:lnTo>
                  <a:lnTo>
                    <a:pt x="3251640" y="1964549"/>
                  </a:lnTo>
                  <a:lnTo>
                    <a:pt x="3251734" y="1964549"/>
                  </a:lnTo>
                  <a:lnTo>
                    <a:pt x="3251828" y="1964549"/>
                  </a:lnTo>
                  <a:lnTo>
                    <a:pt x="3251922" y="1964549"/>
                  </a:lnTo>
                  <a:lnTo>
                    <a:pt x="3252016" y="1964549"/>
                  </a:lnTo>
                  <a:lnTo>
                    <a:pt x="3252110" y="1964549"/>
                  </a:lnTo>
                  <a:lnTo>
                    <a:pt x="3252204" y="1964549"/>
                  </a:lnTo>
                  <a:lnTo>
                    <a:pt x="3252299" y="1964549"/>
                  </a:lnTo>
                  <a:lnTo>
                    <a:pt x="3252393" y="1964549"/>
                  </a:lnTo>
                  <a:lnTo>
                    <a:pt x="3252487" y="1964549"/>
                  </a:lnTo>
                  <a:lnTo>
                    <a:pt x="3252581" y="1964549"/>
                  </a:lnTo>
                  <a:lnTo>
                    <a:pt x="3252675" y="1964549"/>
                  </a:lnTo>
                  <a:lnTo>
                    <a:pt x="3252769" y="1964549"/>
                  </a:lnTo>
                  <a:lnTo>
                    <a:pt x="3252863" y="1964549"/>
                  </a:lnTo>
                  <a:lnTo>
                    <a:pt x="3252958" y="1964549"/>
                  </a:lnTo>
                  <a:lnTo>
                    <a:pt x="3253052" y="1964549"/>
                  </a:lnTo>
                  <a:lnTo>
                    <a:pt x="3253146" y="1964549"/>
                  </a:lnTo>
                  <a:lnTo>
                    <a:pt x="3253240" y="1964549"/>
                  </a:lnTo>
                  <a:lnTo>
                    <a:pt x="3253334" y="1964549"/>
                  </a:lnTo>
                  <a:lnTo>
                    <a:pt x="3253428" y="1964549"/>
                  </a:lnTo>
                  <a:lnTo>
                    <a:pt x="3253523" y="1964549"/>
                  </a:lnTo>
                  <a:lnTo>
                    <a:pt x="3253617" y="1964549"/>
                  </a:lnTo>
                  <a:lnTo>
                    <a:pt x="3253711" y="1964549"/>
                  </a:lnTo>
                  <a:lnTo>
                    <a:pt x="3253805" y="1964549"/>
                  </a:lnTo>
                  <a:lnTo>
                    <a:pt x="3253899" y="1964549"/>
                  </a:lnTo>
                  <a:lnTo>
                    <a:pt x="3253993" y="1964549"/>
                  </a:lnTo>
                  <a:lnTo>
                    <a:pt x="3254087" y="1964549"/>
                  </a:lnTo>
                  <a:lnTo>
                    <a:pt x="3254182" y="1964549"/>
                  </a:lnTo>
                  <a:lnTo>
                    <a:pt x="3254276" y="1964549"/>
                  </a:lnTo>
                  <a:lnTo>
                    <a:pt x="3254370" y="1964549"/>
                  </a:lnTo>
                  <a:lnTo>
                    <a:pt x="3254464" y="1964549"/>
                  </a:lnTo>
                  <a:lnTo>
                    <a:pt x="3254558" y="1964549"/>
                  </a:lnTo>
                  <a:lnTo>
                    <a:pt x="3254652" y="1964549"/>
                  </a:lnTo>
                  <a:lnTo>
                    <a:pt x="3254747" y="1964549"/>
                  </a:lnTo>
                  <a:lnTo>
                    <a:pt x="3254841" y="1964549"/>
                  </a:lnTo>
                  <a:lnTo>
                    <a:pt x="3254935" y="1964549"/>
                  </a:lnTo>
                  <a:lnTo>
                    <a:pt x="3255029" y="1964549"/>
                  </a:lnTo>
                  <a:lnTo>
                    <a:pt x="3255123" y="1964549"/>
                  </a:lnTo>
                  <a:lnTo>
                    <a:pt x="3255217" y="1964549"/>
                  </a:lnTo>
                  <a:lnTo>
                    <a:pt x="3255311" y="1964549"/>
                  </a:lnTo>
                  <a:lnTo>
                    <a:pt x="3255406" y="1964549"/>
                  </a:lnTo>
                  <a:lnTo>
                    <a:pt x="3255500" y="1964549"/>
                  </a:lnTo>
                  <a:lnTo>
                    <a:pt x="3255594" y="1964549"/>
                  </a:lnTo>
                  <a:lnTo>
                    <a:pt x="3255688" y="1964549"/>
                  </a:lnTo>
                  <a:lnTo>
                    <a:pt x="3255782" y="1964549"/>
                  </a:lnTo>
                  <a:lnTo>
                    <a:pt x="3255876" y="1964549"/>
                  </a:lnTo>
                  <a:lnTo>
                    <a:pt x="3255971" y="1964549"/>
                  </a:lnTo>
                  <a:lnTo>
                    <a:pt x="3256065" y="1964549"/>
                  </a:lnTo>
                  <a:lnTo>
                    <a:pt x="3256159" y="1964549"/>
                  </a:lnTo>
                  <a:lnTo>
                    <a:pt x="3256253" y="1964549"/>
                  </a:lnTo>
                  <a:lnTo>
                    <a:pt x="3256347" y="1964549"/>
                  </a:lnTo>
                  <a:lnTo>
                    <a:pt x="3256441" y="1964549"/>
                  </a:lnTo>
                  <a:lnTo>
                    <a:pt x="3256535" y="1964549"/>
                  </a:lnTo>
                  <a:lnTo>
                    <a:pt x="3256630" y="1964549"/>
                  </a:lnTo>
                  <a:lnTo>
                    <a:pt x="3256724" y="1964549"/>
                  </a:lnTo>
                  <a:lnTo>
                    <a:pt x="3256818" y="1964549"/>
                  </a:lnTo>
                  <a:lnTo>
                    <a:pt x="3256912" y="1964549"/>
                  </a:lnTo>
                  <a:lnTo>
                    <a:pt x="3257006" y="1964549"/>
                  </a:lnTo>
                  <a:lnTo>
                    <a:pt x="3257100" y="1964549"/>
                  </a:lnTo>
                  <a:lnTo>
                    <a:pt x="3257194" y="1964549"/>
                  </a:lnTo>
                  <a:lnTo>
                    <a:pt x="3257289" y="1964549"/>
                  </a:lnTo>
                  <a:lnTo>
                    <a:pt x="3257383" y="1964549"/>
                  </a:lnTo>
                  <a:lnTo>
                    <a:pt x="3257477" y="1964549"/>
                  </a:lnTo>
                  <a:lnTo>
                    <a:pt x="3257571" y="1964549"/>
                  </a:lnTo>
                  <a:lnTo>
                    <a:pt x="3257665" y="1964549"/>
                  </a:lnTo>
                  <a:lnTo>
                    <a:pt x="3257759" y="1964549"/>
                  </a:lnTo>
                  <a:lnTo>
                    <a:pt x="3257854" y="1964549"/>
                  </a:lnTo>
                  <a:lnTo>
                    <a:pt x="3257948" y="1964549"/>
                  </a:lnTo>
                  <a:lnTo>
                    <a:pt x="3258042" y="1964549"/>
                  </a:lnTo>
                  <a:lnTo>
                    <a:pt x="3258136" y="1964549"/>
                  </a:lnTo>
                  <a:lnTo>
                    <a:pt x="3258230" y="1964549"/>
                  </a:lnTo>
                  <a:lnTo>
                    <a:pt x="3258324" y="1964549"/>
                  </a:lnTo>
                  <a:lnTo>
                    <a:pt x="3258418" y="1964549"/>
                  </a:lnTo>
                  <a:lnTo>
                    <a:pt x="3258418" y="1959638"/>
                  </a:lnTo>
                  <a:lnTo>
                    <a:pt x="3258513" y="1959638"/>
                  </a:lnTo>
                  <a:lnTo>
                    <a:pt x="3258607" y="1959638"/>
                  </a:lnTo>
                  <a:lnTo>
                    <a:pt x="3258701" y="1959638"/>
                  </a:lnTo>
                  <a:lnTo>
                    <a:pt x="3258795" y="1959638"/>
                  </a:lnTo>
                  <a:lnTo>
                    <a:pt x="3258889" y="1959638"/>
                  </a:lnTo>
                  <a:lnTo>
                    <a:pt x="3258983" y="1959638"/>
                  </a:lnTo>
                  <a:lnTo>
                    <a:pt x="3259078" y="1959638"/>
                  </a:lnTo>
                  <a:lnTo>
                    <a:pt x="3259172" y="1959638"/>
                  </a:lnTo>
                  <a:lnTo>
                    <a:pt x="3259266" y="1959638"/>
                  </a:lnTo>
                  <a:lnTo>
                    <a:pt x="3259360" y="1959638"/>
                  </a:lnTo>
                  <a:lnTo>
                    <a:pt x="3259454" y="1959638"/>
                  </a:lnTo>
                  <a:lnTo>
                    <a:pt x="3259548" y="1959638"/>
                  </a:lnTo>
                  <a:lnTo>
                    <a:pt x="3259642" y="1959638"/>
                  </a:lnTo>
                  <a:lnTo>
                    <a:pt x="3259737" y="1959638"/>
                  </a:lnTo>
                  <a:lnTo>
                    <a:pt x="3259831" y="1959638"/>
                  </a:lnTo>
                  <a:lnTo>
                    <a:pt x="3259925" y="1959638"/>
                  </a:lnTo>
                  <a:lnTo>
                    <a:pt x="3260019" y="1959638"/>
                  </a:lnTo>
                  <a:lnTo>
                    <a:pt x="3260113" y="1959638"/>
                  </a:lnTo>
                  <a:lnTo>
                    <a:pt x="3260207" y="1959638"/>
                  </a:lnTo>
                  <a:lnTo>
                    <a:pt x="3260302" y="1959638"/>
                  </a:lnTo>
                  <a:lnTo>
                    <a:pt x="3260396" y="1959638"/>
                  </a:lnTo>
                  <a:lnTo>
                    <a:pt x="3260490" y="1959638"/>
                  </a:lnTo>
                  <a:lnTo>
                    <a:pt x="3260584" y="1959638"/>
                  </a:lnTo>
                  <a:lnTo>
                    <a:pt x="3260678" y="1959638"/>
                  </a:lnTo>
                  <a:lnTo>
                    <a:pt x="3260772" y="1959638"/>
                  </a:lnTo>
                  <a:lnTo>
                    <a:pt x="3260866" y="1959638"/>
                  </a:lnTo>
                  <a:lnTo>
                    <a:pt x="3260961" y="1959638"/>
                  </a:lnTo>
                  <a:lnTo>
                    <a:pt x="3261055" y="1959638"/>
                  </a:lnTo>
                  <a:lnTo>
                    <a:pt x="3261149" y="1959638"/>
                  </a:lnTo>
                  <a:lnTo>
                    <a:pt x="3261243" y="1959638"/>
                  </a:lnTo>
                  <a:lnTo>
                    <a:pt x="3261337" y="1959638"/>
                  </a:lnTo>
                  <a:lnTo>
                    <a:pt x="3261431" y="1959638"/>
                  </a:lnTo>
                  <a:lnTo>
                    <a:pt x="3261525" y="1959638"/>
                  </a:lnTo>
                  <a:lnTo>
                    <a:pt x="3261620" y="1959638"/>
                  </a:lnTo>
                  <a:lnTo>
                    <a:pt x="3261714" y="1959638"/>
                  </a:lnTo>
                  <a:lnTo>
                    <a:pt x="3261808" y="1959638"/>
                  </a:lnTo>
                  <a:lnTo>
                    <a:pt x="3261902" y="1959638"/>
                  </a:lnTo>
                  <a:lnTo>
                    <a:pt x="3261996" y="1959638"/>
                  </a:lnTo>
                  <a:lnTo>
                    <a:pt x="3262090" y="1959638"/>
                  </a:lnTo>
                  <a:lnTo>
                    <a:pt x="3262185" y="1959638"/>
                  </a:lnTo>
                  <a:lnTo>
                    <a:pt x="3262279" y="1959638"/>
                  </a:lnTo>
                  <a:lnTo>
                    <a:pt x="3262373" y="1959638"/>
                  </a:lnTo>
                  <a:lnTo>
                    <a:pt x="3262467" y="1959638"/>
                  </a:lnTo>
                  <a:lnTo>
                    <a:pt x="3262561" y="1959638"/>
                  </a:lnTo>
                  <a:lnTo>
                    <a:pt x="3262655" y="1959638"/>
                  </a:lnTo>
                  <a:lnTo>
                    <a:pt x="3262749" y="1959638"/>
                  </a:lnTo>
                  <a:lnTo>
                    <a:pt x="3262844" y="1959638"/>
                  </a:lnTo>
                  <a:lnTo>
                    <a:pt x="3262938" y="1959638"/>
                  </a:lnTo>
                  <a:lnTo>
                    <a:pt x="3263032" y="1959638"/>
                  </a:lnTo>
                  <a:lnTo>
                    <a:pt x="3263126" y="1959638"/>
                  </a:lnTo>
                  <a:lnTo>
                    <a:pt x="3263220" y="1959638"/>
                  </a:lnTo>
                  <a:lnTo>
                    <a:pt x="3263314" y="1959638"/>
                  </a:lnTo>
                  <a:lnTo>
                    <a:pt x="3263409" y="1959638"/>
                  </a:lnTo>
                  <a:lnTo>
                    <a:pt x="3263503" y="1959638"/>
                  </a:lnTo>
                  <a:lnTo>
                    <a:pt x="3263597" y="1959638"/>
                  </a:lnTo>
                  <a:lnTo>
                    <a:pt x="3263691" y="1959638"/>
                  </a:lnTo>
                  <a:lnTo>
                    <a:pt x="3263785" y="1959638"/>
                  </a:lnTo>
                  <a:lnTo>
                    <a:pt x="3263879" y="1959638"/>
                  </a:lnTo>
                  <a:lnTo>
                    <a:pt x="3263973" y="1959638"/>
                  </a:lnTo>
                  <a:lnTo>
                    <a:pt x="3264068" y="1959638"/>
                  </a:lnTo>
                  <a:lnTo>
                    <a:pt x="3264162" y="1959638"/>
                  </a:lnTo>
                  <a:lnTo>
                    <a:pt x="3264256" y="1959638"/>
                  </a:lnTo>
                  <a:lnTo>
                    <a:pt x="3264256" y="1954727"/>
                  </a:lnTo>
                  <a:lnTo>
                    <a:pt x="3264350" y="1954727"/>
                  </a:lnTo>
                  <a:lnTo>
                    <a:pt x="3264444" y="1954727"/>
                  </a:lnTo>
                  <a:lnTo>
                    <a:pt x="3264538" y="1954727"/>
                  </a:lnTo>
                  <a:lnTo>
                    <a:pt x="3264633" y="1954727"/>
                  </a:lnTo>
                  <a:lnTo>
                    <a:pt x="3264727" y="1954727"/>
                  </a:lnTo>
                  <a:lnTo>
                    <a:pt x="3264821" y="1954727"/>
                  </a:lnTo>
                  <a:lnTo>
                    <a:pt x="3264915" y="1954727"/>
                  </a:lnTo>
                  <a:lnTo>
                    <a:pt x="3265009" y="1954727"/>
                  </a:lnTo>
                  <a:lnTo>
                    <a:pt x="3265103" y="1954727"/>
                  </a:lnTo>
                  <a:lnTo>
                    <a:pt x="3265197" y="1954727"/>
                  </a:lnTo>
                  <a:lnTo>
                    <a:pt x="3265292" y="1954727"/>
                  </a:lnTo>
                  <a:lnTo>
                    <a:pt x="3265386" y="1954727"/>
                  </a:lnTo>
                  <a:lnTo>
                    <a:pt x="3265480" y="1954727"/>
                  </a:lnTo>
                  <a:lnTo>
                    <a:pt x="3265574" y="1954727"/>
                  </a:lnTo>
                  <a:lnTo>
                    <a:pt x="3265668" y="1954727"/>
                  </a:lnTo>
                  <a:lnTo>
                    <a:pt x="3265762" y="1954727"/>
                  </a:lnTo>
                  <a:lnTo>
                    <a:pt x="3265856" y="1954727"/>
                  </a:lnTo>
                  <a:lnTo>
                    <a:pt x="3265951" y="1954727"/>
                  </a:lnTo>
                  <a:lnTo>
                    <a:pt x="3266045" y="1954727"/>
                  </a:lnTo>
                  <a:lnTo>
                    <a:pt x="3266139" y="1954727"/>
                  </a:lnTo>
                  <a:lnTo>
                    <a:pt x="3266233" y="1954727"/>
                  </a:lnTo>
                  <a:lnTo>
                    <a:pt x="3266327" y="1954727"/>
                  </a:lnTo>
                  <a:lnTo>
                    <a:pt x="3266421" y="1954727"/>
                  </a:lnTo>
                  <a:lnTo>
                    <a:pt x="3266516" y="1954727"/>
                  </a:lnTo>
                  <a:lnTo>
                    <a:pt x="3266610" y="1954727"/>
                  </a:lnTo>
                  <a:lnTo>
                    <a:pt x="3266704" y="1954727"/>
                  </a:lnTo>
                  <a:lnTo>
                    <a:pt x="3266798" y="1954727"/>
                  </a:lnTo>
                  <a:lnTo>
                    <a:pt x="3266892" y="1954727"/>
                  </a:lnTo>
                  <a:lnTo>
                    <a:pt x="3266986" y="1954727"/>
                  </a:lnTo>
                  <a:lnTo>
                    <a:pt x="3267080" y="1954727"/>
                  </a:lnTo>
                  <a:lnTo>
                    <a:pt x="3267175" y="1954727"/>
                  </a:lnTo>
                  <a:lnTo>
                    <a:pt x="3267269" y="1954727"/>
                  </a:lnTo>
                  <a:lnTo>
                    <a:pt x="3267363" y="1954727"/>
                  </a:lnTo>
                  <a:lnTo>
                    <a:pt x="3267457" y="1954727"/>
                  </a:lnTo>
                  <a:lnTo>
                    <a:pt x="3267551" y="1954727"/>
                  </a:lnTo>
                  <a:lnTo>
                    <a:pt x="3267645" y="1954727"/>
                  </a:lnTo>
                  <a:lnTo>
                    <a:pt x="3267740" y="1954727"/>
                  </a:lnTo>
                  <a:lnTo>
                    <a:pt x="3267834" y="1954727"/>
                  </a:lnTo>
                  <a:lnTo>
                    <a:pt x="3267928" y="1954727"/>
                  </a:lnTo>
                  <a:lnTo>
                    <a:pt x="3268022" y="1954727"/>
                  </a:lnTo>
                  <a:lnTo>
                    <a:pt x="3268116" y="1954727"/>
                  </a:lnTo>
                  <a:lnTo>
                    <a:pt x="3268210" y="1954727"/>
                  </a:lnTo>
                  <a:lnTo>
                    <a:pt x="3268304" y="1954727"/>
                  </a:lnTo>
                  <a:lnTo>
                    <a:pt x="3268399" y="1954727"/>
                  </a:lnTo>
                  <a:lnTo>
                    <a:pt x="3268493" y="1954727"/>
                  </a:lnTo>
                  <a:lnTo>
                    <a:pt x="3268587" y="1954727"/>
                  </a:lnTo>
                  <a:lnTo>
                    <a:pt x="3268681" y="1954727"/>
                  </a:lnTo>
                  <a:lnTo>
                    <a:pt x="3268775" y="1954727"/>
                  </a:lnTo>
                  <a:lnTo>
                    <a:pt x="3268869" y="1954727"/>
                  </a:lnTo>
                  <a:lnTo>
                    <a:pt x="3268964" y="1954727"/>
                  </a:lnTo>
                  <a:lnTo>
                    <a:pt x="3269058" y="1954727"/>
                  </a:lnTo>
                  <a:lnTo>
                    <a:pt x="3269152" y="1954727"/>
                  </a:lnTo>
                  <a:lnTo>
                    <a:pt x="3269246" y="1954727"/>
                  </a:lnTo>
                  <a:lnTo>
                    <a:pt x="3269340" y="1954727"/>
                  </a:lnTo>
                  <a:lnTo>
                    <a:pt x="3269434" y="1954727"/>
                  </a:lnTo>
                  <a:lnTo>
                    <a:pt x="3269528" y="1954727"/>
                  </a:lnTo>
                  <a:lnTo>
                    <a:pt x="3269623" y="1954727"/>
                  </a:lnTo>
                  <a:lnTo>
                    <a:pt x="3269717" y="1954727"/>
                  </a:lnTo>
                  <a:lnTo>
                    <a:pt x="3269811" y="1954727"/>
                  </a:lnTo>
                  <a:lnTo>
                    <a:pt x="3269905" y="1954727"/>
                  </a:lnTo>
                  <a:lnTo>
                    <a:pt x="3269999" y="1954727"/>
                  </a:lnTo>
                  <a:lnTo>
                    <a:pt x="3270093" y="1954727"/>
                  </a:lnTo>
                  <a:lnTo>
                    <a:pt x="3270187" y="1954727"/>
                  </a:lnTo>
                  <a:lnTo>
                    <a:pt x="3270282" y="1954727"/>
                  </a:lnTo>
                  <a:lnTo>
                    <a:pt x="3270376" y="1954727"/>
                  </a:lnTo>
                  <a:lnTo>
                    <a:pt x="3270470" y="1954727"/>
                  </a:lnTo>
                  <a:lnTo>
                    <a:pt x="3270564" y="1954727"/>
                  </a:lnTo>
                  <a:lnTo>
                    <a:pt x="3270658" y="1954727"/>
                  </a:lnTo>
                  <a:lnTo>
                    <a:pt x="3270752" y="1954727"/>
                  </a:lnTo>
                  <a:lnTo>
                    <a:pt x="3270847" y="1954727"/>
                  </a:lnTo>
                  <a:lnTo>
                    <a:pt x="3270941" y="1954727"/>
                  </a:lnTo>
                  <a:lnTo>
                    <a:pt x="3270941" y="1949815"/>
                  </a:lnTo>
                  <a:lnTo>
                    <a:pt x="3271035" y="1949815"/>
                  </a:lnTo>
                  <a:lnTo>
                    <a:pt x="3271129" y="1949815"/>
                  </a:lnTo>
                  <a:lnTo>
                    <a:pt x="3271223" y="1949815"/>
                  </a:lnTo>
                  <a:lnTo>
                    <a:pt x="3271317" y="1949815"/>
                  </a:lnTo>
                  <a:lnTo>
                    <a:pt x="3271411" y="1949815"/>
                  </a:lnTo>
                  <a:lnTo>
                    <a:pt x="3271506" y="1949815"/>
                  </a:lnTo>
                  <a:lnTo>
                    <a:pt x="3271600" y="1949815"/>
                  </a:lnTo>
                  <a:lnTo>
                    <a:pt x="3271694" y="1949815"/>
                  </a:lnTo>
                  <a:lnTo>
                    <a:pt x="3271788" y="1949815"/>
                  </a:lnTo>
                  <a:lnTo>
                    <a:pt x="3271882" y="1949815"/>
                  </a:lnTo>
                  <a:lnTo>
                    <a:pt x="3271976" y="1949815"/>
                  </a:lnTo>
                  <a:lnTo>
                    <a:pt x="3272071" y="1949815"/>
                  </a:lnTo>
                  <a:lnTo>
                    <a:pt x="3272165" y="1949815"/>
                  </a:lnTo>
                  <a:lnTo>
                    <a:pt x="3272259" y="1949815"/>
                  </a:lnTo>
                  <a:lnTo>
                    <a:pt x="3272353" y="1949815"/>
                  </a:lnTo>
                  <a:lnTo>
                    <a:pt x="3272447" y="1949815"/>
                  </a:lnTo>
                  <a:lnTo>
                    <a:pt x="3272541" y="1949815"/>
                  </a:lnTo>
                  <a:lnTo>
                    <a:pt x="3272635" y="1949815"/>
                  </a:lnTo>
                  <a:lnTo>
                    <a:pt x="3272730" y="1949815"/>
                  </a:lnTo>
                  <a:lnTo>
                    <a:pt x="3272824" y="1949815"/>
                  </a:lnTo>
                  <a:lnTo>
                    <a:pt x="3272918" y="1949815"/>
                  </a:lnTo>
                  <a:lnTo>
                    <a:pt x="3273012" y="1949815"/>
                  </a:lnTo>
                  <a:lnTo>
                    <a:pt x="3273106" y="1949815"/>
                  </a:lnTo>
                  <a:lnTo>
                    <a:pt x="3273200" y="1949815"/>
                  </a:lnTo>
                  <a:lnTo>
                    <a:pt x="3273295" y="1949815"/>
                  </a:lnTo>
                  <a:lnTo>
                    <a:pt x="3273389" y="1949815"/>
                  </a:lnTo>
                  <a:lnTo>
                    <a:pt x="3273483" y="1949815"/>
                  </a:lnTo>
                  <a:lnTo>
                    <a:pt x="3273577" y="1949815"/>
                  </a:lnTo>
                  <a:lnTo>
                    <a:pt x="3273671" y="1949815"/>
                  </a:lnTo>
                  <a:lnTo>
                    <a:pt x="3273765" y="1949815"/>
                  </a:lnTo>
                  <a:lnTo>
                    <a:pt x="3273859" y="1949815"/>
                  </a:lnTo>
                  <a:lnTo>
                    <a:pt x="3273954" y="1949815"/>
                  </a:lnTo>
                  <a:lnTo>
                    <a:pt x="3274048" y="1949815"/>
                  </a:lnTo>
                  <a:lnTo>
                    <a:pt x="3274142" y="1949815"/>
                  </a:lnTo>
                  <a:lnTo>
                    <a:pt x="3274236" y="1949815"/>
                  </a:lnTo>
                  <a:lnTo>
                    <a:pt x="3274330" y="1949815"/>
                  </a:lnTo>
                  <a:lnTo>
                    <a:pt x="3274424" y="1949815"/>
                  </a:lnTo>
                  <a:lnTo>
                    <a:pt x="3274518" y="1949815"/>
                  </a:lnTo>
                  <a:lnTo>
                    <a:pt x="3274613" y="1949815"/>
                  </a:lnTo>
                  <a:lnTo>
                    <a:pt x="3274707" y="1949815"/>
                  </a:lnTo>
                  <a:lnTo>
                    <a:pt x="3274801" y="1949815"/>
                  </a:lnTo>
                  <a:lnTo>
                    <a:pt x="3274895" y="1949815"/>
                  </a:lnTo>
                  <a:lnTo>
                    <a:pt x="3274989" y="1949815"/>
                  </a:lnTo>
                  <a:lnTo>
                    <a:pt x="3275083" y="1949815"/>
                  </a:lnTo>
                  <a:lnTo>
                    <a:pt x="3275178" y="1949815"/>
                  </a:lnTo>
                  <a:lnTo>
                    <a:pt x="3275272" y="1949815"/>
                  </a:lnTo>
                  <a:lnTo>
                    <a:pt x="3275366" y="1949815"/>
                  </a:lnTo>
                  <a:lnTo>
                    <a:pt x="3275366" y="1944904"/>
                  </a:lnTo>
                  <a:lnTo>
                    <a:pt x="3275460" y="1944904"/>
                  </a:lnTo>
                  <a:lnTo>
                    <a:pt x="3275554" y="1944904"/>
                  </a:lnTo>
                  <a:lnTo>
                    <a:pt x="3275648" y="1944904"/>
                  </a:lnTo>
                  <a:lnTo>
                    <a:pt x="3275742" y="1944904"/>
                  </a:lnTo>
                  <a:lnTo>
                    <a:pt x="3275837" y="1944904"/>
                  </a:lnTo>
                  <a:lnTo>
                    <a:pt x="3275931" y="1944904"/>
                  </a:lnTo>
                  <a:lnTo>
                    <a:pt x="3276025" y="1944904"/>
                  </a:lnTo>
                  <a:lnTo>
                    <a:pt x="3276119" y="1944904"/>
                  </a:lnTo>
                  <a:lnTo>
                    <a:pt x="3276213" y="1944904"/>
                  </a:lnTo>
                  <a:lnTo>
                    <a:pt x="3276307" y="1944904"/>
                  </a:lnTo>
                  <a:lnTo>
                    <a:pt x="3276402" y="1944904"/>
                  </a:lnTo>
                  <a:lnTo>
                    <a:pt x="3276496" y="1944904"/>
                  </a:lnTo>
                  <a:lnTo>
                    <a:pt x="3276590" y="1944904"/>
                  </a:lnTo>
                  <a:lnTo>
                    <a:pt x="3276684" y="1944904"/>
                  </a:lnTo>
                  <a:lnTo>
                    <a:pt x="3276778" y="1944904"/>
                  </a:lnTo>
                  <a:lnTo>
                    <a:pt x="3276872" y="1944904"/>
                  </a:lnTo>
                  <a:lnTo>
                    <a:pt x="3276966" y="1944904"/>
                  </a:lnTo>
                  <a:lnTo>
                    <a:pt x="3277061" y="1944904"/>
                  </a:lnTo>
                  <a:lnTo>
                    <a:pt x="3277155" y="1944904"/>
                  </a:lnTo>
                  <a:lnTo>
                    <a:pt x="3277249" y="1944904"/>
                  </a:lnTo>
                  <a:lnTo>
                    <a:pt x="3277249" y="1939993"/>
                  </a:lnTo>
                  <a:lnTo>
                    <a:pt x="3277343" y="1939993"/>
                  </a:lnTo>
                  <a:lnTo>
                    <a:pt x="3277437" y="1939993"/>
                  </a:lnTo>
                  <a:lnTo>
                    <a:pt x="3277531" y="1939993"/>
                  </a:lnTo>
                  <a:lnTo>
                    <a:pt x="3277626" y="1939993"/>
                  </a:lnTo>
                  <a:lnTo>
                    <a:pt x="3277720" y="1939993"/>
                  </a:lnTo>
                  <a:lnTo>
                    <a:pt x="3277814" y="1939993"/>
                  </a:lnTo>
                  <a:lnTo>
                    <a:pt x="3277908" y="1939993"/>
                  </a:lnTo>
                  <a:lnTo>
                    <a:pt x="3278002" y="1939993"/>
                  </a:lnTo>
                  <a:lnTo>
                    <a:pt x="3278096" y="1939993"/>
                  </a:lnTo>
                  <a:lnTo>
                    <a:pt x="3278190" y="1939993"/>
                  </a:lnTo>
                  <a:lnTo>
                    <a:pt x="3278190" y="1935081"/>
                  </a:lnTo>
                  <a:lnTo>
                    <a:pt x="3278285" y="1935081"/>
                  </a:lnTo>
                  <a:lnTo>
                    <a:pt x="3278379" y="1935081"/>
                  </a:lnTo>
                  <a:lnTo>
                    <a:pt x="3278473" y="1935081"/>
                  </a:lnTo>
                  <a:lnTo>
                    <a:pt x="3278567" y="1935081"/>
                  </a:lnTo>
                  <a:lnTo>
                    <a:pt x="3278661" y="1935081"/>
                  </a:lnTo>
                  <a:lnTo>
                    <a:pt x="3278755" y="1935081"/>
                  </a:lnTo>
                  <a:lnTo>
                    <a:pt x="3278849" y="1935081"/>
                  </a:lnTo>
                  <a:lnTo>
                    <a:pt x="3278944" y="1935081"/>
                  </a:lnTo>
                  <a:lnTo>
                    <a:pt x="3279038" y="1935081"/>
                  </a:lnTo>
                  <a:lnTo>
                    <a:pt x="3279132" y="1935081"/>
                  </a:lnTo>
                  <a:lnTo>
                    <a:pt x="3279226" y="1935081"/>
                  </a:lnTo>
                  <a:lnTo>
                    <a:pt x="3279320" y="1935081"/>
                  </a:lnTo>
                  <a:lnTo>
                    <a:pt x="3279414" y="1935081"/>
                  </a:lnTo>
                  <a:lnTo>
                    <a:pt x="3279509" y="1935081"/>
                  </a:lnTo>
                  <a:lnTo>
                    <a:pt x="3279603" y="1935081"/>
                  </a:lnTo>
                  <a:lnTo>
                    <a:pt x="3279697" y="1935081"/>
                  </a:lnTo>
                  <a:lnTo>
                    <a:pt x="3279791" y="1935081"/>
                  </a:lnTo>
                  <a:lnTo>
                    <a:pt x="3279885" y="1935081"/>
                  </a:lnTo>
                  <a:lnTo>
                    <a:pt x="3279979" y="1935081"/>
                  </a:lnTo>
                  <a:lnTo>
                    <a:pt x="3280073" y="1935081"/>
                  </a:lnTo>
                  <a:lnTo>
                    <a:pt x="3280168" y="1935081"/>
                  </a:lnTo>
                  <a:lnTo>
                    <a:pt x="3280262" y="1935081"/>
                  </a:lnTo>
                  <a:lnTo>
                    <a:pt x="3280356" y="1935081"/>
                  </a:lnTo>
                  <a:lnTo>
                    <a:pt x="3280450" y="1935081"/>
                  </a:lnTo>
                  <a:lnTo>
                    <a:pt x="3280544" y="1935081"/>
                  </a:lnTo>
                  <a:lnTo>
                    <a:pt x="3280638" y="1935081"/>
                  </a:lnTo>
                  <a:lnTo>
                    <a:pt x="3280733" y="1935081"/>
                  </a:lnTo>
                  <a:lnTo>
                    <a:pt x="3280827" y="1935081"/>
                  </a:lnTo>
                  <a:lnTo>
                    <a:pt x="3280921" y="1935081"/>
                  </a:lnTo>
                  <a:lnTo>
                    <a:pt x="3281015" y="1935081"/>
                  </a:lnTo>
                  <a:lnTo>
                    <a:pt x="3281109" y="1935081"/>
                  </a:lnTo>
                  <a:lnTo>
                    <a:pt x="3281203" y="1935081"/>
                  </a:lnTo>
                  <a:lnTo>
                    <a:pt x="3281297" y="1935081"/>
                  </a:lnTo>
                  <a:lnTo>
                    <a:pt x="3281392" y="1935081"/>
                  </a:lnTo>
                  <a:lnTo>
                    <a:pt x="3281486" y="1935081"/>
                  </a:lnTo>
                  <a:lnTo>
                    <a:pt x="3281580" y="1935081"/>
                  </a:lnTo>
                  <a:lnTo>
                    <a:pt x="3281674" y="1935081"/>
                  </a:lnTo>
                  <a:lnTo>
                    <a:pt x="3281768" y="1935081"/>
                  </a:lnTo>
                  <a:lnTo>
                    <a:pt x="3281862" y="1935081"/>
                  </a:lnTo>
                  <a:lnTo>
                    <a:pt x="3281957" y="1935081"/>
                  </a:lnTo>
                  <a:lnTo>
                    <a:pt x="3282051" y="1935081"/>
                  </a:lnTo>
                  <a:lnTo>
                    <a:pt x="3282145" y="1935081"/>
                  </a:lnTo>
                  <a:lnTo>
                    <a:pt x="3282239" y="1935081"/>
                  </a:lnTo>
                  <a:lnTo>
                    <a:pt x="3282333" y="1935081"/>
                  </a:lnTo>
                  <a:lnTo>
                    <a:pt x="3282427" y="1935081"/>
                  </a:lnTo>
                  <a:lnTo>
                    <a:pt x="3282521" y="1935081"/>
                  </a:lnTo>
                  <a:lnTo>
                    <a:pt x="3282616" y="1935081"/>
                  </a:lnTo>
                  <a:lnTo>
                    <a:pt x="3282710" y="1935081"/>
                  </a:lnTo>
                  <a:lnTo>
                    <a:pt x="3282804" y="1935081"/>
                  </a:lnTo>
                  <a:lnTo>
                    <a:pt x="3282898" y="1935081"/>
                  </a:lnTo>
                  <a:lnTo>
                    <a:pt x="3282992" y="1935081"/>
                  </a:lnTo>
                  <a:lnTo>
                    <a:pt x="3283086" y="1935081"/>
                  </a:lnTo>
                  <a:lnTo>
                    <a:pt x="3283180" y="1935081"/>
                  </a:lnTo>
                  <a:lnTo>
                    <a:pt x="3283275" y="1935081"/>
                  </a:lnTo>
                  <a:lnTo>
                    <a:pt x="3283369" y="1935081"/>
                  </a:lnTo>
                  <a:lnTo>
                    <a:pt x="3283463" y="1935081"/>
                  </a:lnTo>
                  <a:lnTo>
                    <a:pt x="3283557" y="1935081"/>
                  </a:lnTo>
                  <a:lnTo>
                    <a:pt x="3283651" y="1935081"/>
                  </a:lnTo>
                  <a:lnTo>
                    <a:pt x="3283745" y="1935081"/>
                  </a:lnTo>
                  <a:lnTo>
                    <a:pt x="3283840" y="1935081"/>
                  </a:lnTo>
                  <a:lnTo>
                    <a:pt x="3283934" y="1935081"/>
                  </a:lnTo>
                  <a:lnTo>
                    <a:pt x="3284028" y="1935081"/>
                  </a:lnTo>
                  <a:lnTo>
                    <a:pt x="3284122" y="1935081"/>
                  </a:lnTo>
                  <a:lnTo>
                    <a:pt x="3284216" y="1935081"/>
                  </a:lnTo>
                  <a:lnTo>
                    <a:pt x="3284310" y="1935081"/>
                  </a:lnTo>
                  <a:lnTo>
                    <a:pt x="3284404" y="1935081"/>
                  </a:lnTo>
                  <a:lnTo>
                    <a:pt x="3284499" y="1935081"/>
                  </a:lnTo>
                  <a:lnTo>
                    <a:pt x="3284593" y="1935081"/>
                  </a:lnTo>
                  <a:lnTo>
                    <a:pt x="3284687" y="1935081"/>
                  </a:lnTo>
                  <a:lnTo>
                    <a:pt x="3284781" y="1935081"/>
                  </a:lnTo>
                  <a:lnTo>
                    <a:pt x="3284875" y="1935081"/>
                  </a:lnTo>
                  <a:lnTo>
                    <a:pt x="3284969" y="1935081"/>
                  </a:lnTo>
                  <a:lnTo>
                    <a:pt x="3285064" y="1935081"/>
                  </a:lnTo>
                  <a:lnTo>
                    <a:pt x="3285158" y="1935081"/>
                  </a:lnTo>
                  <a:lnTo>
                    <a:pt x="3285252" y="1935081"/>
                  </a:lnTo>
                  <a:lnTo>
                    <a:pt x="3285346" y="1935081"/>
                  </a:lnTo>
                  <a:lnTo>
                    <a:pt x="3285440" y="1935081"/>
                  </a:lnTo>
                  <a:lnTo>
                    <a:pt x="3285534" y="1935081"/>
                  </a:lnTo>
                  <a:lnTo>
                    <a:pt x="3285628" y="1935081"/>
                  </a:lnTo>
                  <a:lnTo>
                    <a:pt x="3285723" y="1935081"/>
                  </a:lnTo>
                  <a:lnTo>
                    <a:pt x="3285817" y="1935081"/>
                  </a:lnTo>
                  <a:lnTo>
                    <a:pt x="3285911" y="1935081"/>
                  </a:lnTo>
                  <a:lnTo>
                    <a:pt x="3286005" y="1935081"/>
                  </a:lnTo>
                  <a:lnTo>
                    <a:pt x="3286099" y="1935081"/>
                  </a:lnTo>
                  <a:lnTo>
                    <a:pt x="3286193" y="1935081"/>
                  </a:lnTo>
                  <a:lnTo>
                    <a:pt x="3286288" y="1935081"/>
                  </a:lnTo>
                  <a:lnTo>
                    <a:pt x="3286382" y="1935081"/>
                  </a:lnTo>
                  <a:lnTo>
                    <a:pt x="3286476" y="1935081"/>
                  </a:lnTo>
                  <a:lnTo>
                    <a:pt x="3286570" y="1935081"/>
                  </a:lnTo>
                  <a:lnTo>
                    <a:pt x="3286664" y="1935081"/>
                  </a:lnTo>
                  <a:lnTo>
                    <a:pt x="3286758" y="1935081"/>
                  </a:lnTo>
                  <a:lnTo>
                    <a:pt x="3286852" y="1935081"/>
                  </a:lnTo>
                  <a:lnTo>
                    <a:pt x="3286947" y="1935081"/>
                  </a:lnTo>
                  <a:lnTo>
                    <a:pt x="3287041" y="1935081"/>
                  </a:lnTo>
                  <a:lnTo>
                    <a:pt x="3287135" y="1935081"/>
                  </a:lnTo>
                  <a:lnTo>
                    <a:pt x="3287229" y="1935081"/>
                  </a:lnTo>
                  <a:lnTo>
                    <a:pt x="3287229" y="1930170"/>
                  </a:lnTo>
                  <a:lnTo>
                    <a:pt x="3287323" y="1930170"/>
                  </a:lnTo>
                  <a:lnTo>
                    <a:pt x="3287417" y="1930170"/>
                  </a:lnTo>
                  <a:lnTo>
                    <a:pt x="3287511" y="1930170"/>
                  </a:lnTo>
                  <a:lnTo>
                    <a:pt x="3287606" y="1930170"/>
                  </a:lnTo>
                  <a:lnTo>
                    <a:pt x="3287606" y="1925258"/>
                  </a:lnTo>
                  <a:lnTo>
                    <a:pt x="3287700" y="1925258"/>
                  </a:lnTo>
                  <a:lnTo>
                    <a:pt x="3287794" y="1925258"/>
                  </a:lnTo>
                  <a:lnTo>
                    <a:pt x="3287888" y="1925258"/>
                  </a:lnTo>
                  <a:lnTo>
                    <a:pt x="3287982" y="1925258"/>
                  </a:lnTo>
                  <a:lnTo>
                    <a:pt x="3288076" y="1925258"/>
                  </a:lnTo>
                  <a:lnTo>
                    <a:pt x="3288171" y="1925258"/>
                  </a:lnTo>
                  <a:lnTo>
                    <a:pt x="3288265" y="1925258"/>
                  </a:lnTo>
                  <a:lnTo>
                    <a:pt x="3288359" y="1925258"/>
                  </a:lnTo>
                  <a:lnTo>
                    <a:pt x="3288453" y="1925258"/>
                  </a:lnTo>
                  <a:lnTo>
                    <a:pt x="3288547" y="1925258"/>
                  </a:lnTo>
                  <a:lnTo>
                    <a:pt x="3288641" y="1925258"/>
                  </a:lnTo>
                  <a:lnTo>
                    <a:pt x="3288735" y="1925258"/>
                  </a:lnTo>
                  <a:lnTo>
                    <a:pt x="3288830" y="1925258"/>
                  </a:lnTo>
                  <a:lnTo>
                    <a:pt x="3288924" y="1925258"/>
                  </a:lnTo>
                  <a:lnTo>
                    <a:pt x="3289018" y="1925258"/>
                  </a:lnTo>
                  <a:lnTo>
                    <a:pt x="3289112" y="1925258"/>
                  </a:lnTo>
                  <a:lnTo>
                    <a:pt x="3289206" y="1925258"/>
                  </a:lnTo>
                  <a:lnTo>
                    <a:pt x="3289300" y="1925258"/>
                  </a:lnTo>
                  <a:lnTo>
                    <a:pt x="3289395" y="1925258"/>
                  </a:lnTo>
                  <a:lnTo>
                    <a:pt x="3289489" y="1925258"/>
                  </a:lnTo>
                  <a:lnTo>
                    <a:pt x="3289583" y="1925258"/>
                  </a:lnTo>
                  <a:lnTo>
                    <a:pt x="3289677" y="1925258"/>
                  </a:lnTo>
                  <a:lnTo>
                    <a:pt x="3289771" y="1925258"/>
                  </a:lnTo>
                  <a:lnTo>
                    <a:pt x="3289865" y="1925258"/>
                  </a:lnTo>
                  <a:lnTo>
                    <a:pt x="3289959" y="1925258"/>
                  </a:lnTo>
                  <a:lnTo>
                    <a:pt x="3290054" y="1925258"/>
                  </a:lnTo>
                  <a:lnTo>
                    <a:pt x="3290148" y="1925258"/>
                  </a:lnTo>
                  <a:lnTo>
                    <a:pt x="3290242" y="1925258"/>
                  </a:lnTo>
                  <a:lnTo>
                    <a:pt x="3290336" y="1925258"/>
                  </a:lnTo>
                  <a:lnTo>
                    <a:pt x="3290430" y="1925258"/>
                  </a:lnTo>
                  <a:lnTo>
                    <a:pt x="3290524" y="1925258"/>
                  </a:lnTo>
                  <a:lnTo>
                    <a:pt x="3290619" y="1925258"/>
                  </a:lnTo>
                  <a:lnTo>
                    <a:pt x="3290713" y="1925258"/>
                  </a:lnTo>
                  <a:lnTo>
                    <a:pt x="3290807" y="1925258"/>
                  </a:lnTo>
                  <a:lnTo>
                    <a:pt x="3290901" y="1925258"/>
                  </a:lnTo>
                  <a:lnTo>
                    <a:pt x="3290995" y="1925258"/>
                  </a:lnTo>
                  <a:lnTo>
                    <a:pt x="3291089" y="1925258"/>
                  </a:lnTo>
                  <a:lnTo>
                    <a:pt x="3291183" y="1925258"/>
                  </a:lnTo>
                  <a:lnTo>
                    <a:pt x="3291278" y="1925258"/>
                  </a:lnTo>
                  <a:lnTo>
                    <a:pt x="3291372" y="1925258"/>
                  </a:lnTo>
                  <a:lnTo>
                    <a:pt x="3291466" y="1925258"/>
                  </a:lnTo>
                  <a:lnTo>
                    <a:pt x="3291560" y="1925258"/>
                  </a:lnTo>
                  <a:lnTo>
                    <a:pt x="3291654" y="1925258"/>
                  </a:lnTo>
                  <a:lnTo>
                    <a:pt x="3291748" y="1925258"/>
                  </a:lnTo>
                  <a:lnTo>
                    <a:pt x="3291842" y="1925258"/>
                  </a:lnTo>
                  <a:lnTo>
                    <a:pt x="3291937" y="1925258"/>
                  </a:lnTo>
                  <a:lnTo>
                    <a:pt x="3292031" y="1925258"/>
                  </a:lnTo>
                  <a:lnTo>
                    <a:pt x="3292125" y="1925258"/>
                  </a:lnTo>
                  <a:lnTo>
                    <a:pt x="3292219" y="1925258"/>
                  </a:lnTo>
                  <a:lnTo>
                    <a:pt x="3292313" y="1925258"/>
                  </a:lnTo>
                  <a:lnTo>
                    <a:pt x="3292407" y="1925258"/>
                  </a:lnTo>
                  <a:lnTo>
                    <a:pt x="3292502" y="1925258"/>
                  </a:lnTo>
                  <a:lnTo>
                    <a:pt x="3292596" y="1925258"/>
                  </a:lnTo>
                  <a:lnTo>
                    <a:pt x="3292690" y="1925258"/>
                  </a:lnTo>
                  <a:lnTo>
                    <a:pt x="3292784" y="1925258"/>
                  </a:lnTo>
                  <a:lnTo>
                    <a:pt x="3292878" y="1925258"/>
                  </a:lnTo>
                  <a:lnTo>
                    <a:pt x="3292972" y="1925258"/>
                  </a:lnTo>
                  <a:lnTo>
                    <a:pt x="3293066" y="1925258"/>
                  </a:lnTo>
                  <a:lnTo>
                    <a:pt x="3293161" y="1925258"/>
                  </a:lnTo>
                  <a:lnTo>
                    <a:pt x="3293255" y="1925258"/>
                  </a:lnTo>
                  <a:lnTo>
                    <a:pt x="3293349" y="1925258"/>
                  </a:lnTo>
                  <a:lnTo>
                    <a:pt x="3293349" y="1920347"/>
                  </a:lnTo>
                  <a:lnTo>
                    <a:pt x="3293443" y="1920347"/>
                  </a:lnTo>
                  <a:lnTo>
                    <a:pt x="3293537" y="1920347"/>
                  </a:lnTo>
                  <a:lnTo>
                    <a:pt x="3293631" y="1920347"/>
                  </a:lnTo>
                  <a:lnTo>
                    <a:pt x="3293726" y="1920347"/>
                  </a:lnTo>
                  <a:lnTo>
                    <a:pt x="3293820" y="1920347"/>
                  </a:lnTo>
                  <a:lnTo>
                    <a:pt x="3293914" y="1920347"/>
                  </a:lnTo>
                  <a:lnTo>
                    <a:pt x="3294008" y="1920347"/>
                  </a:lnTo>
                  <a:lnTo>
                    <a:pt x="3294102" y="1920347"/>
                  </a:lnTo>
                  <a:lnTo>
                    <a:pt x="3294196" y="1920347"/>
                  </a:lnTo>
                  <a:lnTo>
                    <a:pt x="3294290" y="1920347"/>
                  </a:lnTo>
                  <a:lnTo>
                    <a:pt x="3294385" y="1920347"/>
                  </a:lnTo>
                  <a:lnTo>
                    <a:pt x="3294479" y="1920347"/>
                  </a:lnTo>
                  <a:lnTo>
                    <a:pt x="3294573" y="1920347"/>
                  </a:lnTo>
                  <a:lnTo>
                    <a:pt x="3294667" y="1920347"/>
                  </a:lnTo>
                  <a:lnTo>
                    <a:pt x="3294761" y="1920347"/>
                  </a:lnTo>
                  <a:lnTo>
                    <a:pt x="3294855" y="1920347"/>
                  </a:lnTo>
                  <a:lnTo>
                    <a:pt x="3294950" y="1920347"/>
                  </a:lnTo>
                  <a:lnTo>
                    <a:pt x="3294950" y="1915436"/>
                  </a:lnTo>
                  <a:lnTo>
                    <a:pt x="3295044" y="1915436"/>
                  </a:lnTo>
                  <a:lnTo>
                    <a:pt x="3295138" y="1915436"/>
                  </a:lnTo>
                  <a:lnTo>
                    <a:pt x="3295232" y="1915436"/>
                  </a:lnTo>
                  <a:lnTo>
                    <a:pt x="3295326" y="1915436"/>
                  </a:lnTo>
                  <a:lnTo>
                    <a:pt x="3295420" y="1915436"/>
                  </a:lnTo>
                  <a:lnTo>
                    <a:pt x="3295514" y="1915436"/>
                  </a:lnTo>
                  <a:lnTo>
                    <a:pt x="3295609" y="1915436"/>
                  </a:lnTo>
                  <a:lnTo>
                    <a:pt x="3295703" y="1915436"/>
                  </a:lnTo>
                  <a:lnTo>
                    <a:pt x="3295797" y="1915436"/>
                  </a:lnTo>
                  <a:lnTo>
                    <a:pt x="3295891" y="1915436"/>
                  </a:lnTo>
                  <a:lnTo>
                    <a:pt x="3295985" y="1915436"/>
                  </a:lnTo>
                  <a:lnTo>
                    <a:pt x="3296079" y="1915436"/>
                  </a:lnTo>
                  <a:lnTo>
                    <a:pt x="3296173" y="1915436"/>
                  </a:lnTo>
                  <a:lnTo>
                    <a:pt x="3296268" y="1915436"/>
                  </a:lnTo>
                  <a:lnTo>
                    <a:pt x="3296362" y="1915436"/>
                  </a:lnTo>
                  <a:lnTo>
                    <a:pt x="3296456" y="1915436"/>
                  </a:lnTo>
                  <a:lnTo>
                    <a:pt x="3296550" y="1915436"/>
                  </a:lnTo>
                  <a:lnTo>
                    <a:pt x="3296644" y="1915436"/>
                  </a:lnTo>
                  <a:lnTo>
                    <a:pt x="3296738" y="1915436"/>
                  </a:lnTo>
                  <a:lnTo>
                    <a:pt x="3296833" y="1915436"/>
                  </a:lnTo>
                  <a:lnTo>
                    <a:pt x="3296927" y="1915436"/>
                  </a:lnTo>
                  <a:lnTo>
                    <a:pt x="3297021" y="1915436"/>
                  </a:lnTo>
                  <a:lnTo>
                    <a:pt x="3297115" y="1915436"/>
                  </a:lnTo>
                  <a:lnTo>
                    <a:pt x="3297209" y="1915436"/>
                  </a:lnTo>
                  <a:lnTo>
                    <a:pt x="3297303" y="1915436"/>
                  </a:lnTo>
                  <a:lnTo>
                    <a:pt x="3297397" y="1915436"/>
                  </a:lnTo>
                  <a:lnTo>
                    <a:pt x="3297492" y="1915436"/>
                  </a:lnTo>
                  <a:lnTo>
                    <a:pt x="3297586" y="1915436"/>
                  </a:lnTo>
                  <a:lnTo>
                    <a:pt x="3297680" y="1915436"/>
                  </a:lnTo>
                  <a:lnTo>
                    <a:pt x="3297774" y="1915436"/>
                  </a:lnTo>
                  <a:lnTo>
                    <a:pt x="3297868" y="1915436"/>
                  </a:lnTo>
                  <a:lnTo>
                    <a:pt x="3297962" y="1915436"/>
                  </a:lnTo>
                  <a:lnTo>
                    <a:pt x="3298057" y="1915436"/>
                  </a:lnTo>
                  <a:lnTo>
                    <a:pt x="3298151" y="1915436"/>
                  </a:lnTo>
                  <a:lnTo>
                    <a:pt x="3298245" y="1915436"/>
                  </a:lnTo>
                  <a:lnTo>
                    <a:pt x="3298339" y="1915436"/>
                  </a:lnTo>
                  <a:lnTo>
                    <a:pt x="3298433" y="1915436"/>
                  </a:lnTo>
                  <a:lnTo>
                    <a:pt x="3298527" y="1915436"/>
                  </a:lnTo>
                  <a:lnTo>
                    <a:pt x="3298621" y="1915436"/>
                  </a:lnTo>
                  <a:lnTo>
                    <a:pt x="3298716" y="1915436"/>
                  </a:lnTo>
                  <a:lnTo>
                    <a:pt x="3298810" y="1915436"/>
                  </a:lnTo>
                  <a:lnTo>
                    <a:pt x="3298904" y="1915436"/>
                  </a:lnTo>
                  <a:lnTo>
                    <a:pt x="3298998" y="1915436"/>
                  </a:lnTo>
                  <a:lnTo>
                    <a:pt x="3299092" y="1915436"/>
                  </a:lnTo>
                  <a:lnTo>
                    <a:pt x="3299186" y="1915436"/>
                  </a:lnTo>
                  <a:lnTo>
                    <a:pt x="3299281" y="1915436"/>
                  </a:lnTo>
                  <a:lnTo>
                    <a:pt x="3299375" y="1915436"/>
                  </a:lnTo>
                  <a:lnTo>
                    <a:pt x="3299375" y="1910524"/>
                  </a:lnTo>
                  <a:lnTo>
                    <a:pt x="3299469" y="1910524"/>
                  </a:lnTo>
                  <a:lnTo>
                    <a:pt x="3299563" y="1910524"/>
                  </a:lnTo>
                  <a:lnTo>
                    <a:pt x="3299657" y="1910524"/>
                  </a:lnTo>
                  <a:lnTo>
                    <a:pt x="3299751" y="1910524"/>
                  </a:lnTo>
                  <a:lnTo>
                    <a:pt x="3299845" y="1910524"/>
                  </a:lnTo>
                  <a:lnTo>
                    <a:pt x="3299940" y="1910524"/>
                  </a:lnTo>
                  <a:lnTo>
                    <a:pt x="3299940" y="1905613"/>
                  </a:lnTo>
                  <a:lnTo>
                    <a:pt x="3300034" y="1905613"/>
                  </a:lnTo>
                  <a:lnTo>
                    <a:pt x="3300128" y="1905613"/>
                  </a:lnTo>
                  <a:lnTo>
                    <a:pt x="3300222" y="1905613"/>
                  </a:lnTo>
                  <a:lnTo>
                    <a:pt x="3300316" y="1905613"/>
                  </a:lnTo>
                  <a:lnTo>
                    <a:pt x="3300410" y="1905613"/>
                  </a:lnTo>
                  <a:lnTo>
                    <a:pt x="3300504" y="1905613"/>
                  </a:lnTo>
                  <a:lnTo>
                    <a:pt x="3300599" y="1905613"/>
                  </a:lnTo>
                  <a:lnTo>
                    <a:pt x="3300693" y="1905613"/>
                  </a:lnTo>
                  <a:lnTo>
                    <a:pt x="3300787" y="1905613"/>
                  </a:lnTo>
                  <a:lnTo>
                    <a:pt x="3300881" y="1905613"/>
                  </a:lnTo>
                  <a:lnTo>
                    <a:pt x="3300975" y="1905613"/>
                  </a:lnTo>
                  <a:lnTo>
                    <a:pt x="3301069" y="1905613"/>
                  </a:lnTo>
                  <a:lnTo>
                    <a:pt x="3301164" y="1905613"/>
                  </a:lnTo>
                  <a:lnTo>
                    <a:pt x="3301258" y="1905613"/>
                  </a:lnTo>
                  <a:lnTo>
                    <a:pt x="3301352" y="1905613"/>
                  </a:lnTo>
                  <a:lnTo>
                    <a:pt x="3301446" y="1905613"/>
                  </a:lnTo>
                  <a:lnTo>
                    <a:pt x="3301540" y="1905613"/>
                  </a:lnTo>
                  <a:lnTo>
                    <a:pt x="3301540" y="1900702"/>
                  </a:lnTo>
                  <a:lnTo>
                    <a:pt x="3301634" y="1900702"/>
                  </a:lnTo>
                  <a:lnTo>
                    <a:pt x="3301728" y="1900702"/>
                  </a:lnTo>
                  <a:lnTo>
                    <a:pt x="3301823" y="1900702"/>
                  </a:lnTo>
                  <a:lnTo>
                    <a:pt x="3301917" y="1900702"/>
                  </a:lnTo>
                  <a:lnTo>
                    <a:pt x="3302011" y="1900702"/>
                  </a:lnTo>
                  <a:lnTo>
                    <a:pt x="3302105" y="1900702"/>
                  </a:lnTo>
                  <a:lnTo>
                    <a:pt x="3302199" y="1900702"/>
                  </a:lnTo>
                  <a:lnTo>
                    <a:pt x="3302293" y="1900702"/>
                  </a:lnTo>
                  <a:lnTo>
                    <a:pt x="3302388" y="1900702"/>
                  </a:lnTo>
                  <a:lnTo>
                    <a:pt x="3302482" y="1900702"/>
                  </a:lnTo>
                  <a:lnTo>
                    <a:pt x="3302576" y="1900702"/>
                  </a:lnTo>
                  <a:lnTo>
                    <a:pt x="3302670" y="1900702"/>
                  </a:lnTo>
                  <a:lnTo>
                    <a:pt x="3302764" y="1900702"/>
                  </a:lnTo>
                  <a:lnTo>
                    <a:pt x="3302858" y="1900702"/>
                  </a:lnTo>
                  <a:lnTo>
                    <a:pt x="3302952" y="1900702"/>
                  </a:lnTo>
                  <a:lnTo>
                    <a:pt x="3303047" y="1900702"/>
                  </a:lnTo>
                  <a:lnTo>
                    <a:pt x="3303141" y="1900702"/>
                  </a:lnTo>
                  <a:lnTo>
                    <a:pt x="3303235" y="1900702"/>
                  </a:lnTo>
                  <a:lnTo>
                    <a:pt x="3303329" y="1900702"/>
                  </a:lnTo>
                  <a:lnTo>
                    <a:pt x="3303423" y="1900702"/>
                  </a:lnTo>
                  <a:lnTo>
                    <a:pt x="3303517" y="1900702"/>
                  </a:lnTo>
                  <a:lnTo>
                    <a:pt x="3303612" y="1900702"/>
                  </a:lnTo>
                  <a:lnTo>
                    <a:pt x="3303706" y="1900702"/>
                  </a:lnTo>
                  <a:lnTo>
                    <a:pt x="3303800" y="1900702"/>
                  </a:lnTo>
                  <a:lnTo>
                    <a:pt x="3303894" y="1900702"/>
                  </a:lnTo>
                  <a:lnTo>
                    <a:pt x="3303988" y="1900702"/>
                  </a:lnTo>
                  <a:lnTo>
                    <a:pt x="3304082" y="1900702"/>
                  </a:lnTo>
                  <a:lnTo>
                    <a:pt x="3304176" y="1900702"/>
                  </a:lnTo>
                  <a:lnTo>
                    <a:pt x="3304271" y="1900702"/>
                  </a:lnTo>
                  <a:lnTo>
                    <a:pt x="3304365" y="1900702"/>
                  </a:lnTo>
                  <a:lnTo>
                    <a:pt x="3304459" y="1900702"/>
                  </a:lnTo>
                  <a:lnTo>
                    <a:pt x="3304553" y="1900702"/>
                  </a:lnTo>
                  <a:lnTo>
                    <a:pt x="3304647" y="1900702"/>
                  </a:lnTo>
                  <a:lnTo>
                    <a:pt x="3304741" y="1900702"/>
                  </a:lnTo>
                  <a:lnTo>
                    <a:pt x="3304835" y="1900702"/>
                  </a:lnTo>
                  <a:lnTo>
                    <a:pt x="3304930" y="1900702"/>
                  </a:lnTo>
                  <a:lnTo>
                    <a:pt x="3305024" y="1900702"/>
                  </a:lnTo>
                  <a:lnTo>
                    <a:pt x="3305118" y="1900702"/>
                  </a:lnTo>
                  <a:lnTo>
                    <a:pt x="3305212" y="1900702"/>
                  </a:lnTo>
                  <a:lnTo>
                    <a:pt x="3305306" y="1900702"/>
                  </a:lnTo>
                  <a:lnTo>
                    <a:pt x="3305400" y="1900702"/>
                  </a:lnTo>
                  <a:lnTo>
                    <a:pt x="3305495" y="1900702"/>
                  </a:lnTo>
                  <a:lnTo>
                    <a:pt x="3305589" y="1900702"/>
                  </a:lnTo>
                  <a:lnTo>
                    <a:pt x="3305683" y="1900702"/>
                  </a:lnTo>
                  <a:lnTo>
                    <a:pt x="3305777" y="1900702"/>
                  </a:lnTo>
                  <a:lnTo>
                    <a:pt x="3305871" y="1900702"/>
                  </a:lnTo>
                  <a:lnTo>
                    <a:pt x="3305965" y="1900702"/>
                  </a:lnTo>
                  <a:lnTo>
                    <a:pt x="3306059" y="1900702"/>
                  </a:lnTo>
                  <a:lnTo>
                    <a:pt x="3306154" y="1900702"/>
                  </a:lnTo>
                  <a:lnTo>
                    <a:pt x="3306248" y="1900702"/>
                  </a:lnTo>
                  <a:lnTo>
                    <a:pt x="3306342" y="1900702"/>
                  </a:lnTo>
                  <a:lnTo>
                    <a:pt x="3306436" y="1900702"/>
                  </a:lnTo>
                  <a:lnTo>
                    <a:pt x="3306530" y="1900702"/>
                  </a:lnTo>
                  <a:lnTo>
                    <a:pt x="3306624" y="1900702"/>
                  </a:lnTo>
                  <a:lnTo>
                    <a:pt x="3306719" y="1900702"/>
                  </a:lnTo>
                  <a:lnTo>
                    <a:pt x="3306813" y="1900702"/>
                  </a:lnTo>
                  <a:lnTo>
                    <a:pt x="3306907" y="1900702"/>
                  </a:lnTo>
                  <a:lnTo>
                    <a:pt x="3307001" y="1900702"/>
                  </a:lnTo>
                  <a:lnTo>
                    <a:pt x="3307095" y="1900702"/>
                  </a:lnTo>
                  <a:lnTo>
                    <a:pt x="3307189" y="1900702"/>
                  </a:lnTo>
                  <a:lnTo>
                    <a:pt x="3307283" y="1900702"/>
                  </a:lnTo>
                  <a:lnTo>
                    <a:pt x="3307378" y="1900702"/>
                  </a:lnTo>
                  <a:lnTo>
                    <a:pt x="3307472" y="1900702"/>
                  </a:lnTo>
                  <a:lnTo>
                    <a:pt x="3307566" y="1900702"/>
                  </a:lnTo>
                  <a:lnTo>
                    <a:pt x="3307660" y="1900702"/>
                  </a:lnTo>
                  <a:lnTo>
                    <a:pt x="3307754" y="1900702"/>
                  </a:lnTo>
                  <a:lnTo>
                    <a:pt x="3307848" y="1900702"/>
                  </a:lnTo>
                  <a:lnTo>
                    <a:pt x="3307943" y="1900702"/>
                  </a:lnTo>
                  <a:lnTo>
                    <a:pt x="3308037" y="1900702"/>
                  </a:lnTo>
                  <a:lnTo>
                    <a:pt x="3308131" y="1900702"/>
                  </a:lnTo>
                  <a:lnTo>
                    <a:pt x="3308225" y="1900702"/>
                  </a:lnTo>
                  <a:lnTo>
                    <a:pt x="3308319" y="1900702"/>
                  </a:lnTo>
                  <a:lnTo>
                    <a:pt x="3308413" y="1900702"/>
                  </a:lnTo>
                  <a:lnTo>
                    <a:pt x="3308507" y="1900702"/>
                  </a:lnTo>
                  <a:lnTo>
                    <a:pt x="3308602" y="1900702"/>
                  </a:lnTo>
                  <a:lnTo>
                    <a:pt x="3308696" y="1900702"/>
                  </a:lnTo>
                  <a:lnTo>
                    <a:pt x="3308790" y="1900702"/>
                  </a:lnTo>
                  <a:lnTo>
                    <a:pt x="3308884" y="1900702"/>
                  </a:lnTo>
                  <a:lnTo>
                    <a:pt x="3308978" y="1900702"/>
                  </a:lnTo>
                  <a:lnTo>
                    <a:pt x="3309072" y="1900702"/>
                  </a:lnTo>
                  <a:lnTo>
                    <a:pt x="3309166" y="1900702"/>
                  </a:lnTo>
                  <a:lnTo>
                    <a:pt x="3309261" y="1900702"/>
                  </a:lnTo>
                  <a:lnTo>
                    <a:pt x="3309355" y="1900702"/>
                  </a:lnTo>
                  <a:lnTo>
                    <a:pt x="3309449" y="1900702"/>
                  </a:lnTo>
                  <a:lnTo>
                    <a:pt x="3309543" y="1900702"/>
                  </a:lnTo>
                  <a:lnTo>
                    <a:pt x="3309637" y="1900702"/>
                  </a:lnTo>
                  <a:lnTo>
                    <a:pt x="3309731" y="1900702"/>
                  </a:lnTo>
                  <a:lnTo>
                    <a:pt x="3309826" y="1900702"/>
                  </a:lnTo>
                  <a:lnTo>
                    <a:pt x="3309920" y="1900702"/>
                  </a:lnTo>
                  <a:lnTo>
                    <a:pt x="3310014" y="1900702"/>
                  </a:lnTo>
                  <a:lnTo>
                    <a:pt x="3310108" y="1900702"/>
                  </a:lnTo>
                  <a:lnTo>
                    <a:pt x="3310202" y="1900702"/>
                  </a:lnTo>
                  <a:lnTo>
                    <a:pt x="3310296" y="1900702"/>
                  </a:lnTo>
                  <a:lnTo>
                    <a:pt x="3310390" y="1900702"/>
                  </a:lnTo>
                  <a:lnTo>
                    <a:pt x="3310485" y="1900702"/>
                  </a:lnTo>
                  <a:lnTo>
                    <a:pt x="3310579" y="1900702"/>
                  </a:lnTo>
                  <a:lnTo>
                    <a:pt x="3310673" y="1900702"/>
                  </a:lnTo>
                  <a:lnTo>
                    <a:pt x="3310767" y="1900702"/>
                  </a:lnTo>
                  <a:lnTo>
                    <a:pt x="3310861" y="1900702"/>
                  </a:lnTo>
                  <a:lnTo>
                    <a:pt x="3310955" y="1900702"/>
                  </a:lnTo>
                  <a:lnTo>
                    <a:pt x="3311050" y="1900702"/>
                  </a:lnTo>
                  <a:lnTo>
                    <a:pt x="3311144" y="1900702"/>
                  </a:lnTo>
                  <a:lnTo>
                    <a:pt x="3311238" y="1900702"/>
                  </a:lnTo>
                  <a:lnTo>
                    <a:pt x="3311332" y="1900702"/>
                  </a:lnTo>
                  <a:lnTo>
                    <a:pt x="3311426" y="1900702"/>
                  </a:lnTo>
                  <a:lnTo>
                    <a:pt x="3311520" y="1900702"/>
                  </a:lnTo>
                  <a:lnTo>
                    <a:pt x="3311614" y="1900702"/>
                  </a:lnTo>
                  <a:lnTo>
                    <a:pt x="3311709" y="1900702"/>
                  </a:lnTo>
                  <a:lnTo>
                    <a:pt x="3311803" y="1900702"/>
                  </a:lnTo>
                  <a:lnTo>
                    <a:pt x="3311897" y="1900702"/>
                  </a:lnTo>
                  <a:lnTo>
                    <a:pt x="3311991" y="1900702"/>
                  </a:lnTo>
                  <a:lnTo>
                    <a:pt x="3312085" y="1900702"/>
                  </a:lnTo>
                  <a:lnTo>
                    <a:pt x="3312179" y="1900702"/>
                  </a:lnTo>
                  <a:lnTo>
                    <a:pt x="3312274" y="1900702"/>
                  </a:lnTo>
                  <a:lnTo>
                    <a:pt x="3312368" y="1900702"/>
                  </a:lnTo>
                  <a:lnTo>
                    <a:pt x="3312462" y="1900702"/>
                  </a:lnTo>
                  <a:lnTo>
                    <a:pt x="3312556" y="1900702"/>
                  </a:lnTo>
                  <a:lnTo>
                    <a:pt x="3312650" y="1900702"/>
                  </a:lnTo>
                  <a:lnTo>
                    <a:pt x="3312744" y="1900702"/>
                  </a:lnTo>
                  <a:lnTo>
                    <a:pt x="3312838" y="1900702"/>
                  </a:lnTo>
                  <a:lnTo>
                    <a:pt x="3312933" y="1900702"/>
                  </a:lnTo>
                  <a:lnTo>
                    <a:pt x="3313027" y="1900702"/>
                  </a:lnTo>
                  <a:lnTo>
                    <a:pt x="3313121" y="1900702"/>
                  </a:lnTo>
                  <a:lnTo>
                    <a:pt x="3313215" y="1900702"/>
                  </a:lnTo>
                  <a:lnTo>
                    <a:pt x="3313309" y="1900702"/>
                  </a:lnTo>
                  <a:lnTo>
                    <a:pt x="3313403" y="1900702"/>
                  </a:lnTo>
                  <a:lnTo>
                    <a:pt x="3313497" y="1900702"/>
                  </a:lnTo>
                  <a:lnTo>
                    <a:pt x="3313592" y="1900702"/>
                  </a:lnTo>
                  <a:lnTo>
                    <a:pt x="3313686" y="1900702"/>
                  </a:lnTo>
                  <a:lnTo>
                    <a:pt x="3313780" y="1900702"/>
                  </a:lnTo>
                  <a:lnTo>
                    <a:pt x="3313874" y="1900702"/>
                  </a:lnTo>
                  <a:lnTo>
                    <a:pt x="3313968" y="1900702"/>
                  </a:lnTo>
                  <a:lnTo>
                    <a:pt x="3314062" y="1900702"/>
                  </a:lnTo>
                  <a:lnTo>
                    <a:pt x="3314157" y="1900702"/>
                  </a:lnTo>
                  <a:lnTo>
                    <a:pt x="3314251" y="1900702"/>
                  </a:lnTo>
                  <a:lnTo>
                    <a:pt x="3314345" y="1900702"/>
                  </a:lnTo>
                  <a:lnTo>
                    <a:pt x="3314439" y="1900702"/>
                  </a:lnTo>
                  <a:lnTo>
                    <a:pt x="3314533" y="1900702"/>
                  </a:lnTo>
                  <a:lnTo>
                    <a:pt x="3314627" y="1900702"/>
                  </a:lnTo>
                  <a:lnTo>
                    <a:pt x="3314721" y="1900702"/>
                  </a:lnTo>
                  <a:lnTo>
                    <a:pt x="3314816" y="1900702"/>
                  </a:lnTo>
                  <a:lnTo>
                    <a:pt x="3314910" y="1900702"/>
                  </a:lnTo>
                  <a:lnTo>
                    <a:pt x="3315004" y="1900702"/>
                  </a:lnTo>
                  <a:lnTo>
                    <a:pt x="3315098" y="1900702"/>
                  </a:lnTo>
                  <a:lnTo>
                    <a:pt x="3315192" y="1900702"/>
                  </a:lnTo>
                  <a:lnTo>
                    <a:pt x="3315286" y="1900702"/>
                  </a:lnTo>
                  <a:lnTo>
                    <a:pt x="3315381" y="1900702"/>
                  </a:lnTo>
                  <a:lnTo>
                    <a:pt x="3315475" y="1900702"/>
                  </a:lnTo>
                  <a:lnTo>
                    <a:pt x="3315569" y="1900702"/>
                  </a:lnTo>
                  <a:lnTo>
                    <a:pt x="3315663" y="1900702"/>
                  </a:lnTo>
                  <a:lnTo>
                    <a:pt x="3315757" y="1900702"/>
                  </a:lnTo>
                  <a:lnTo>
                    <a:pt x="3315851" y="1900702"/>
                  </a:lnTo>
                  <a:lnTo>
                    <a:pt x="3315945" y="1900702"/>
                  </a:lnTo>
                  <a:lnTo>
                    <a:pt x="3316040" y="1900702"/>
                  </a:lnTo>
                  <a:lnTo>
                    <a:pt x="3316134" y="1900702"/>
                  </a:lnTo>
                  <a:lnTo>
                    <a:pt x="3316228" y="1900702"/>
                  </a:lnTo>
                  <a:lnTo>
                    <a:pt x="3316322" y="1900702"/>
                  </a:lnTo>
                  <a:lnTo>
                    <a:pt x="3316416" y="1900702"/>
                  </a:lnTo>
                  <a:lnTo>
                    <a:pt x="3316510" y="1900702"/>
                  </a:lnTo>
                  <a:lnTo>
                    <a:pt x="3316605" y="1900702"/>
                  </a:lnTo>
                  <a:lnTo>
                    <a:pt x="3316699" y="1900702"/>
                  </a:lnTo>
                  <a:lnTo>
                    <a:pt x="3316793" y="1900702"/>
                  </a:lnTo>
                  <a:lnTo>
                    <a:pt x="3316887" y="1900702"/>
                  </a:lnTo>
                  <a:lnTo>
                    <a:pt x="3316981" y="1900702"/>
                  </a:lnTo>
                  <a:lnTo>
                    <a:pt x="3317075" y="1900702"/>
                  </a:lnTo>
                  <a:lnTo>
                    <a:pt x="3317169" y="1900702"/>
                  </a:lnTo>
                  <a:lnTo>
                    <a:pt x="3317264" y="1900702"/>
                  </a:lnTo>
                  <a:lnTo>
                    <a:pt x="3317358" y="1900702"/>
                  </a:lnTo>
                  <a:lnTo>
                    <a:pt x="3317452" y="1900702"/>
                  </a:lnTo>
                  <a:lnTo>
                    <a:pt x="3317546" y="1900702"/>
                  </a:lnTo>
                  <a:lnTo>
                    <a:pt x="3317640" y="1900702"/>
                  </a:lnTo>
                  <a:lnTo>
                    <a:pt x="3317734" y="1900702"/>
                  </a:lnTo>
                  <a:lnTo>
                    <a:pt x="3317828" y="1900702"/>
                  </a:lnTo>
                  <a:lnTo>
                    <a:pt x="3317923" y="1900702"/>
                  </a:lnTo>
                  <a:lnTo>
                    <a:pt x="3318017" y="1900702"/>
                  </a:lnTo>
                  <a:lnTo>
                    <a:pt x="3318111" y="1900702"/>
                  </a:lnTo>
                  <a:lnTo>
                    <a:pt x="3318205" y="1900702"/>
                  </a:lnTo>
                  <a:lnTo>
                    <a:pt x="3318299" y="1900702"/>
                  </a:lnTo>
                  <a:lnTo>
                    <a:pt x="3318393" y="1900702"/>
                  </a:lnTo>
                  <a:lnTo>
                    <a:pt x="3318488" y="1900702"/>
                  </a:lnTo>
                  <a:lnTo>
                    <a:pt x="3318582" y="1900702"/>
                  </a:lnTo>
                  <a:lnTo>
                    <a:pt x="3318676" y="1900702"/>
                  </a:lnTo>
                  <a:lnTo>
                    <a:pt x="3318770" y="1900702"/>
                  </a:lnTo>
                  <a:lnTo>
                    <a:pt x="3318864" y="1900702"/>
                  </a:lnTo>
                  <a:lnTo>
                    <a:pt x="3318958" y="1900702"/>
                  </a:lnTo>
                  <a:lnTo>
                    <a:pt x="3319052" y="1900702"/>
                  </a:lnTo>
                  <a:lnTo>
                    <a:pt x="3319147" y="1900702"/>
                  </a:lnTo>
                  <a:lnTo>
                    <a:pt x="3319241" y="1900702"/>
                  </a:lnTo>
                  <a:lnTo>
                    <a:pt x="3319335" y="1900702"/>
                  </a:lnTo>
                  <a:lnTo>
                    <a:pt x="3319429" y="1900702"/>
                  </a:lnTo>
                  <a:lnTo>
                    <a:pt x="3319523" y="1900702"/>
                  </a:lnTo>
                  <a:lnTo>
                    <a:pt x="3319617" y="1900702"/>
                  </a:lnTo>
                  <a:lnTo>
                    <a:pt x="3319712" y="1900702"/>
                  </a:lnTo>
                  <a:lnTo>
                    <a:pt x="3319806" y="1900702"/>
                  </a:lnTo>
                  <a:lnTo>
                    <a:pt x="3319900" y="1900702"/>
                  </a:lnTo>
                  <a:lnTo>
                    <a:pt x="3319994" y="1900702"/>
                  </a:lnTo>
                  <a:lnTo>
                    <a:pt x="3320088" y="1900702"/>
                  </a:lnTo>
                  <a:lnTo>
                    <a:pt x="3320182" y="1900702"/>
                  </a:lnTo>
                  <a:lnTo>
                    <a:pt x="3320276" y="1900702"/>
                  </a:lnTo>
                  <a:lnTo>
                    <a:pt x="3320371" y="1900702"/>
                  </a:lnTo>
                  <a:lnTo>
                    <a:pt x="3320465" y="1900702"/>
                  </a:lnTo>
                  <a:lnTo>
                    <a:pt x="3320559" y="1900702"/>
                  </a:lnTo>
                  <a:lnTo>
                    <a:pt x="3320653" y="1900702"/>
                  </a:lnTo>
                  <a:lnTo>
                    <a:pt x="3320747" y="1900702"/>
                  </a:lnTo>
                  <a:lnTo>
                    <a:pt x="3320841" y="1900702"/>
                  </a:lnTo>
                  <a:lnTo>
                    <a:pt x="3320936" y="1900702"/>
                  </a:lnTo>
                  <a:lnTo>
                    <a:pt x="3321030" y="1900702"/>
                  </a:lnTo>
                  <a:lnTo>
                    <a:pt x="3321124" y="1900702"/>
                  </a:lnTo>
                  <a:lnTo>
                    <a:pt x="3321218" y="1900702"/>
                  </a:lnTo>
                  <a:lnTo>
                    <a:pt x="3321312" y="1900702"/>
                  </a:lnTo>
                  <a:lnTo>
                    <a:pt x="3321406" y="1900702"/>
                  </a:lnTo>
                  <a:lnTo>
                    <a:pt x="3321500" y="1900702"/>
                  </a:lnTo>
                  <a:lnTo>
                    <a:pt x="3321595" y="1900702"/>
                  </a:lnTo>
                  <a:lnTo>
                    <a:pt x="3321689" y="1900702"/>
                  </a:lnTo>
                  <a:lnTo>
                    <a:pt x="3321783" y="1900702"/>
                  </a:lnTo>
                  <a:lnTo>
                    <a:pt x="3321877" y="1900702"/>
                  </a:lnTo>
                  <a:lnTo>
                    <a:pt x="3321971" y="1900702"/>
                  </a:lnTo>
                  <a:lnTo>
                    <a:pt x="3322065" y="1900702"/>
                  </a:lnTo>
                  <a:lnTo>
                    <a:pt x="3322159" y="1900702"/>
                  </a:lnTo>
                  <a:lnTo>
                    <a:pt x="3322254" y="1900702"/>
                  </a:lnTo>
                  <a:lnTo>
                    <a:pt x="3322348" y="1900702"/>
                  </a:lnTo>
                  <a:lnTo>
                    <a:pt x="3322442" y="1900702"/>
                  </a:lnTo>
                  <a:lnTo>
                    <a:pt x="3322536" y="1900702"/>
                  </a:lnTo>
                  <a:lnTo>
                    <a:pt x="3322630" y="1900702"/>
                  </a:lnTo>
                  <a:lnTo>
                    <a:pt x="3322724" y="1900702"/>
                  </a:lnTo>
                  <a:lnTo>
                    <a:pt x="3322819" y="1900702"/>
                  </a:lnTo>
                  <a:lnTo>
                    <a:pt x="3322913" y="1900702"/>
                  </a:lnTo>
                  <a:lnTo>
                    <a:pt x="3323007" y="1900702"/>
                  </a:lnTo>
                  <a:lnTo>
                    <a:pt x="3323101" y="1900702"/>
                  </a:lnTo>
                  <a:lnTo>
                    <a:pt x="3323195" y="1900702"/>
                  </a:lnTo>
                  <a:lnTo>
                    <a:pt x="3323289" y="1900702"/>
                  </a:lnTo>
                  <a:lnTo>
                    <a:pt x="3323383" y="1900702"/>
                  </a:lnTo>
                  <a:lnTo>
                    <a:pt x="3323478" y="1900702"/>
                  </a:lnTo>
                  <a:lnTo>
                    <a:pt x="3323572" y="1900702"/>
                  </a:lnTo>
                  <a:lnTo>
                    <a:pt x="3323666" y="1900702"/>
                  </a:lnTo>
                  <a:lnTo>
                    <a:pt x="3323760" y="1900702"/>
                  </a:lnTo>
                  <a:lnTo>
                    <a:pt x="3323854" y="1900702"/>
                  </a:lnTo>
                  <a:lnTo>
                    <a:pt x="3323948" y="1900702"/>
                  </a:lnTo>
                  <a:lnTo>
                    <a:pt x="3324043" y="1900702"/>
                  </a:lnTo>
                  <a:lnTo>
                    <a:pt x="3324137" y="1900702"/>
                  </a:lnTo>
                  <a:lnTo>
                    <a:pt x="3324231" y="1900702"/>
                  </a:lnTo>
                  <a:lnTo>
                    <a:pt x="3324325" y="1900702"/>
                  </a:lnTo>
                  <a:lnTo>
                    <a:pt x="3324419" y="1900702"/>
                  </a:lnTo>
                  <a:lnTo>
                    <a:pt x="3324513" y="1900702"/>
                  </a:lnTo>
                  <a:lnTo>
                    <a:pt x="3324607" y="1900702"/>
                  </a:lnTo>
                  <a:lnTo>
                    <a:pt x="3324702" y="1900702"/>
                  </a:lnTo>
                  <a:lnTo>
                    <a:pt x="3324796" y="1900702"/>
                  </a:lnTo>
                  <a:lnTo>
                    <a:pt x="3324890" y="1900702"/>
                  </a:lnTo>
                  <a:lnTo>
                    <a:pt x="3324984" y="1900702"/>
                  </a:lnTo>
                  <a:lnTo>
                    <a:pt x="3325078" y="1900702"/>
                  </a:lnTo>
                  <a:lnTo>
                    <a:pt x="3325172" y="1900702"/>
                  </a:lnTo>
                  <a:lnTo>
                    <a:pt x="3325267" y="1900702"/>
                  </a:lnTo>
                  <a:lnTo>
                    <a:pt x="3325361" y="1900702"/>
                  </a:lnTo>
                  <a:lnTo>
                    <a:pt x="3325455" y="1900702"/>
                  </a:lnTo>
                  <a:lnTo>
                    <a:pt x="3325549" y="1900702"/>
                  </a:lnTo>
                  <a:lnTo>
                    <a:pt x="3325643" y="1900702"/>
                  </a:lnTo>
                  <a:lnTo>
                    <a:pt x="3325737" y="1900702"/>
                  </a:lnTo>
                  <a:lnTo>
                    <a:pt x="3325831" y="1900702"/>
                  </a:lnTo>
                  <a:lnTo>
                    <a:pt x="3325926" y="1900702"/>
                  </a:lnTo>
                  <a:lnTo>
                    <a:pt x="3326020" y="1900702"/>
                  </a:lnTo>
                  <a:lnTo>
                    <a:pt x="3326114" y="1900702"/>
                  </a:lnTo>
                  <a:lnTo>
                    <a:pt x="3326208" y="1900702"/>
                  </a:lnTo>
                  <a:lnTo>
                    <a:pt x="3326302" y="1900702"/>
                  </a:lnTo>
                  <a:lnTo>
                    <a:pt x="3326396" y="1900702"/>
                  </a:lnTo>
                  <a:lnTo>
                    <a:pt x="3326490" y="1900702"/>
                  </a:lnTo>
                  <a:lnTo>
                    <a:pt x="3326585" y="1900702"/>
                  </a:lnTo>
                  <a:lnTo>
                    <a:pt x="3326679" y="1900702"/>
                  </a:lnTo>
                  <a:lnTo>
                    <a:pt x="3326773" y="1900702"/>
                  </a:lnTo>
                  <a:lnTo>
                    <a:pt x="3326867" y="1900702"/>
                  </a:lnTo>
                  <a:lnTo>
                    <a:pt x="3326961" y="1900702"/>
                  </a:lnTo>
                  <a:lnTo>
                    <a:pt x="3327055" y="1900702"/>
                  </a:lnTo>
                  <a:lnTo>
                    <a:pt x="3327150" y="1900702"/>
                  </a:lnTo>
                  <a:lnTo>
                    <a:pt x="3327244" y="1900702"/>
                  </a:lnTo>
                  <a:lnTo>
                    <a:pt x="3327338" y="1900702"/>
                  </a:lnTo>
                  <a:lnTo>
                    <a:pt x="3327432" y="1900702"/>
                  </a:lnTo>
                  <a:lnTo>
                    <a:pt x="3327432" y="1895790"/>
                  </a:lnTo>
                  <a:lnTo>
                    <a:pt x="3327526" y="1895790"/>
                  </a:lnTo>
                  <a:lnTo>
                    <a:pt x="3327620" y="1895790"/>
                  </a:lnTo>
                  <a:lnTo>
                    <a:pt x="3327714" y="1895790"/>
                  </a:lnTo>
                  <a:lnTo>
                    <a:pt x="3327809" y="1895790"/>
                  </a:lnTo>
                  <a:lnTo>
                    <a:pt x="3327903" y="1895790"/>
                  </a:lnTo>
                  <a:lnTo>
                    <a:pt x="3327997" y="1895790"/>
                  </a:lnTo>
                  <a:lnTo>
                    <a:pt x="3328091" y="1895790"/>
                  </a:lnTo>
                  <a:lnTo>
                    <a:pt x="3328185" y="1895790"/>
                  </a:lnTo>
                  <a:lnTo>
                    <a:pt x="3328279" y="1895790"/>
                  </a:lnTo>
                  <a:lnTo>
                    <a:pt x="3328374" y="1895790"/>
                  </a:lnTo>
                  <a:lnTo>
                    <a:pt x="3328468" y="1895790"/>
                  </a:lnTo>
                  <a:lnTo>
                    <a:pt x="3328562" y="1895790"/>
                  </a:lnTo>
                  <a:lnTo>
                    <a:pt x="3328656" y="1895790"/>
                  </a:lnTo>
                  <a:lnTo>
                    <a:pt x="3328750" y="1895790"/>
                  </a:lnTo>
                  <a:lnTo>
                    <a:pt x="3328844" y="1895790"/>
                  </a:lnTo>
                  <a:lnTo>
                    <a:pt x="3328938" y="1895790"/>
                  </a:lnTo>
                  <a:lnTo>
                    <a:pt x="3329033" y="1895790"/>
                  </a:lnTo>
                  <a:lnTo>
                    <a:pt x="3329127" y="1895790"/>
                  </a:lnTo>
                  <a:lnTo>
                    <a:pt x="3329221" y="1895790"/>
                  </a:lnTo>
                  <a:lnTo>
                    <a:pt x="3329315" y="1895790"/>
                  </a:lnTo>
                  <a:lnTo>
                    <a:pt x="3329409" y="1895790"/>
                  </a:lnTo>
                  <a:lnTo>
                    <a:pt x="3329503" y="1895790"/>
                  </a:lnTo>
                  <a:lnTo>
                    <a:pt x="3329598" y="1895790"/>
                  </a:lnTo>
                  <a:lnTo>
                    <a:pt x="3329692" y="1895790"/>
                  </a:lnTo>
                  <a:lnTo>
                    <a:pt x="3329786" y="1895790"/>
                  </a:lnTo>
                  <a:lnTo>
                    <a:pt x="3329880" y="1895790"/>
                  </a:lnTo>
                  <a:lnTo>
                    <a:pt x="3329974" y="1895790"/>
                  </a:lnTo>
                  <a:lnTo>
                    <a:pt x="3330068" y="1895790"/>
                  </a:lnTo>
                  <a:lnTo>
                    <a:pt x="3330162" y="1895790"/>
                  </a:lnTo>
                  <a:lnTo>
                    <a:pt x="3330257" y="1895790"/>
                  </a:lnTo>
                  <a:lnTo>
                    <a:pt x="3330351" y="1895790"/>
                  </a:lnTo>
                  <a:lnTo>
                    <a:pt x="3330445" y="1895790"/>
                  </a:lnTo>
                  <a:lnTo>
                    <a:pt x="3330539" y="1895790"/>
                  </a:lnTo>
                  <a:lnTo>
                    <a:pt x="3330633" y="1895790"/>
                  </a:lnTo>
                  <a:lnTo>
                    <a:pt x="3330727" y="1895790"/>
                  </a:lnTo>
                  <a:lnTo>
                    <a:pt x="3330821" y="1895790"/>
                  </a:lnTo>
                  <a:lnTo>
                    <a:pt x="3330916" y="1895790"/>
                  </a:lnTo>
                  <a:lnTo>
                    <a:pt x="3331010" y="1895790"/>
                  </a:lnTo>
                  <a:lnTo>
                    <a:pt x="3331104" y="1895790"/>
                  </a:lnTo>
                  <a:lnTo>
                    <a:pt x="3331198" y="1895790"/>
                  </a:lnTo>
                  <a:lnTo>
                    <a:pt x="3331292" y="1895790"/>
                  </a:lnTo>
                  <a:lnTo>
                    <a:pt x="3331386" y="1895790"/>
                  </a:lnTo>
                  <a:lnTo>
                    <a:pt x="3331481" y="1895790"/>
                  </a:lnTo>
                  <a:lnTo>
                    <a:pt x="3331575" y="1895790"/>
                  </a:lnTo>
                  <a:lnTo>
                    <a:pt x="3331669" y="1895790"/>
                  </a:lnTo>
                  <a:lnTo>
                    <a:pt x="3331763" y="1895790"/>
                  </a:lnTo>
                  <a:lnTo>
                    <a:pt x="3331857" y="1895790"/>
                  </a:lnTo>
                  <a:lnTo>
                    <a:pt x="3331951" y="1895790"/>
                  </a:lnTo>
                  <a:lnTo>
                    <a:pt x="3332045" y="1895790"/>
                  </a:lnTo>
                  <a:lnTo>
                    <a:pt x="3332140" y="1895790"/>
                  </a:lnTo>
                  <a:lnTo>
                    <a:pt x="3332234" y="1895790"/>
                  </a:lnTo>
                  <a:lnTo>
                    <a:pt x="3332328" y="1895790"/>
                  </a:lnTo>
                  <a:lnTo>
                    <a:pt x="3332422" y="1895790"/>
                  </a:lnTo>
                  <a:lnTo>
                    <a:pt x="3332516" y="1895790"/>
                  </a:lnTo>
                  <a:lnTo>
                    <a:pt x="3332610" y="1895790"/>
                  </a:lnTo>
                  <a:lnTo>
                    <a:pt x="3332705" y="1895790"/>
                  </a:lnTo>
                  <a:lnTo>
                    <a:pt x="3332799" y="1895790"/>
                  </a:lnTo>
                  <a:lnTo>
                    <a:pt x="3332893" y="1895790"/>
                  </a:lnTo>
                  <a:lnTo>
                    <a:pt x="3332987" y="1895790"/>
                  </a:lnTo>
                  <a:lnTo>
                    <a:pt x="3333081" y="1895790"/>
                  </a:lnTo>
                  <a:lnTo>
                    <a:pt x="3333175" y="1895790"/>
                  </a:lnTo>
                  <a:lnTo>
                    <a:pt x="3333269" y="1895790"/>
                  </a:lnTo>
                  <a:lnTo>
                    <a:pt x="3333364" y="1895790"/>
                  </a:lnTo>
                  <a:lnTo>
                    <a:pt x="3333458" y="1895790"/>
                  </a:lnTo>
                  <a:lnTo>
                    <a:pt x="3333552" y="1895790"/>
                  </a:lnTo>
                  <a:lnTo>
                    <a:pt x="3333646" y="1895790"/>
                  </a:lnTo>
                  <a:lnTo>
                    <a:pt x="3333740" y="1895790"/>
                  </a:lnTo>
                  <a:lnTo>
                    <a:pt x="3333834" y="1895790"/>
                  </a:lnTo>
                  <a:lnTo>
                    <a:pt x="3333929" y="1895790"/>
                  </a:lnTo>
                  <a:lnTo>
                    <a:pt x="3334023" y="1895790"/>
                  </a:lnTo>
                  <a:lnTo>
                    <a:pt x="3334117" y="1895790"/>
                  </a:lnTo>
                  <a:lnTo>
                    <a:pt x="3334211" y="1895790"/>
                  </a:lnTo>
                  <a:lnTo>
                    <a:pt x="3334305" y="1895790"/>
                  </a:lnTo>
                  <a:lnTo>
                    <a:pt x="3334399" y="1895790"/>
                  </a:lnTo>
                  <a:lnTo>
                    <a:pt x="3334493" y="1895790"/>
                  </a:lnTo>
                  <a:lnTo>
                    <a:pt x="3334588" y="1895790"/>
                  </a:lnTo>
                  <a:lnTo>
                    <a:pt x="3334682" y="1895790"/>
                  </a:lnTo>
                  <a:lnTo>
                    <a:pt x="3334776" y="1895790"/>
                  </a:lnTo>
                  <a:lnTo>
                    <a:pt x="3334870" y="1895790"/>
                  </a:lnTo>
                  <a:lnTo>
                    <a:pt x="3334964" y="1895790"/>
                  </a:lnTo>
                  <a:lnTo>
                    <a:pt x="3335058" y="1895790"/>
                  </a:lnTo>
                  <a:lnTo>
                    <a:pt x="3335152" y="1895790"/>
                  </a:lnTo>
                  <a:lnTo>
                    <a:pt x="3335247" y="1895790"/>
                  </a:lnTo>
                  <a:lnTo>
                    <a:pt x="3335341" y="1895790"/>
                  </a:lnTo>
                  <a:lnTo>
                    <a:pt x="3335435" y="1895790"/>
                  </a:lnTo>
                  <a:lnTo>
                    <a:pt x="3335529" y="1895790"/>
                  </a:lnTo>
                  <a:lnTo>
                    <a:pt x="3335623" y="1895790"/>
                  </a:lnTo>
                  <a:lnTo>
                    <a:pt x="3335717" y="1895790"/>
                  </a:lnTo>
                  <a:lnTo>
                    <a:pt x="3335812" y="1895790"/>
                  </a:lnTo>
                  <a:lnTo>
                    <a:pt x="3335906" y="1895790"/>
                  </a:lnTo>
                  <a:lnTo>
                    <a:pt x="3336000" y="1895790"/>
                  </a:lnTo>
                  <a:lnTo>
                    <a:pt x="3336094" y="1895790"/>
                  </a:lnTo>
                  <a:lnTo>
                    <a:pt x="3336188" y="1895790"/>
                  </a:lnTo>
                  <a:lnTo>
                    <a:pt x="3336282" y="1895790"/>
                  </a:lnTo>
                  <a:lnTo>
                    <a:pt x="3336376" y="1895790"/>
                  </a:lnTo>
                  <a:lnTo>
                    <a:pt x="3336471" y="1895790"/>
                  </a:lnTo>
                  <a:lnTo>
                    <a:pt x="3336565" y="1895790"/>
                  </a:lnTo>
                  <a:lnTo>
                    <a:pt x="3336659" y="1895790"/>
                  </a:lnTo>
                  <a:lnTo>
                    <a:pt x="3336753" y="1895790"/>
                  </a:lnTo>
                  <a:lnTo>
                    <a:pt x="3336847" y="1895790"/>
                  </a:lnTo>
                  <a:lnTo>
                    <a:pt x="3336941" y="1895790"/>
                  </a:lnTo>
                  <a:lnTo>
                    <a:pt x="3337036" y="1895790"/>
                  </a:lnTo>
                  <a:lnTo>
                    <a:pt x="3337130" y="1895790"/>
                  </a:lnTo>
                  <a:lnTo>
                    <a:pt x="3337224" y="1895790"/>
                  </a:lnTo>
                  <a:lnTo>
                    <a:pt x="3337318" y="1895790"/>
                  </a:lnTo>
                  <a:lnTo>
                    <a:pt x="3337412" y="1895790"/>
                  </a:lnTo>
                  <a:lnTo>
                    <a:pt x="3337506" y="1895790"/>
                  </a:lnTo>
                  <a:lnTo>
                    <a:pt x="3337600" y="1895790"/>
                  </a:lnTo>
                  <a:lnTo>
                    <a:pt x="3337695" y="1895790"/>
                  </a:lnTo>
                  <a:lnTo>
                    <a:pt x="3337789" y="1895790"/>
                  </a:lnTo>
                  <a:lnTo>
                    <a:pt x="3337883" y="1895790"/>
                  </a:lnTo>
                  <a:lnTo>
                    <a:pt x="3337977" y="1895790"/>
                  </a:lnTo>
                  <a:lnTo>
                    <a:pt x="3338071" y="1895790"/>
                  </a:lnTo>
                  <a:lnTo>
                    <a:pt x="3338165" y="1895790"/>
                  </a:lnTo>
                  <a:lnTo>
                    <a:pt x="3338260" y="1895790"/>
                  </a:lnTo>
                  <a:lnTo>
                    <a:pt x="3338354" y="1895790"/>
                  </a:lnTo>
                  <a:lnTo>
                    <a:pt x="3338448" y="1895790"/>
                  </a:lnTo>
                  <a:lnTo>
                    <a:pt x="3338542" y="1895790"/>
                  </a:lnTo>
                  <a:lnTo>
                    <a:pt x="3338636" y="1895790"/>
                  </a:lnTo>
                  <a:lnTo>
                    <a:pt x="3338730" y="1895790"/>
                  </a:lnTo>
                  <a:lnTo>
                    <a:pt x="3338824" y="1895790"/>
                  </a:lnTo>
                  <a:lnTo>
                    <a:pt x="3338919" y="1895790"/>
                  </a:lnTo>
                  <a:lnTo>
                    <a:pt x="3339013" y="1895790"/>
                  </a:lnTo>
                  <a:lnTo>
                    <a:pt x="3339107" y="1895790"/>
                  </a:lnTo>
                  <a:lnTo>
                    <a:pt x="3339201" y="1895790"/>
                  </a:lnTo>
                  <a:lnTo>
                    <a:pt x="3339295" y="1895790"/>
                  </a:lnTo>
                  <a:lnTo>
                    <a:pt x="3339389" y="1895790"/>
                  </a:lnTo>
                  <a:lnTo>
                    <a:pt x="3339483" y="1895790"/>
                  </a:lnTo>
                  <a:lnTo>
                    <a:pt x="3339578" y="1895790"/>
                  </a:lnTo>
                  <a:lnTo>
                    <a:pt x="3339672" y="1895790"/>
                  </a:lnTo>
                  <a:lnTo>
                    <a:pt x="3339766" y="1895790"/>
                  </a:lnTo>
                  <a:lnTo>
                    <a:pt x="3339860" y="1895790"/>
                  </a:lnTo>
                  <a:lnTo>
                    <a:pt x="3339954" y="1895790"/>
                  </a:lnTo>
                  <a:lnTo>
                    <a:pt x="3340048" y="1895790"/>
                  </a:lnTo>
                  <a:lnTo>
                    <a:pt x="3340143" y="1895790"/>
                  </a:lnTo>
                  <a:lnTo>
                    <a:pt x="3340237" y="1895790"/>
                  </a:lnTo>
                  <a:lnTo>
                    <a:pt x="3340331" y="1895790"/>
                  </a:lnTo>
                  <a:lnTo>
                    <a:pt x="3340425" y="1895790"/>
                  </a:lnTo>
                  <a:lnTo>
                    <a:pt x="3340519" y="1895790"/>
                  </a:lnTo>
                  <a:lnTo>
                    <a:pt x="3340613" y="1895790"/>
                  </a:lnTo>
                  <a:lnTo>
                    <a:pt x="3340707" y="1895790"/>
                  </a:lnTo>
                  <a:lnTo>
                    <a:pt x="3340802" y="1895790"/>
                  </a:lnTo>
                  <a:lnTo>
                    <a:pt x="3340896" y="1895790"/>
                  </a:lnTo>
                  <a:lnTo>
                    <a:pt x="3340990" y="1895790"/>
                  </a:lnTo>
                  <a:lnTo>
                    <a:pt x="3341084" y="1895790"/>
                  </a:lnTo>
                  <a:lnTo>
                    <a:pt x="3341178" y="1895790"/>
                  </a:lnTo>
                  <a:lnTo>
                    <a:pt x="3341272" y="1895790"/>
                  </a:lnTo>
                  <a:lnTo>
                    <a:pt x="3341367" y="1895790"/>
                  </a:lnTo>
                  <a:lnTo>
                    <a:pt x="3341461" y="1895790"/>
                  </a:lnTo>
                  <a:lnTo>
                    <a:pt x="3341555" y="1895790"/>
                  </a:lnTo>
                  <a:lnTo>
                    <a:pt x="3341649" y="1895790"/>
                  </a:lnTo>
                  <a:lnTo>
                    <a:pt x="3341743" y="1895790"/>
                  </a:lnTo>
                  <a:lnTo>
                    <a:pt x="3341837" y="1895790"/>
                  </a:lnTo>
                  <a:lnTo>
                    <a:pt x="3341931" y="1895790"/>
                  </a:lnTo>
                  <a:lnTo>
                    <a:pt x="3342026" y="1895790"/>
                  </a:lnTo>
                  <a:lnTo>
                    <a:pt x="3342120" y="1895790"/>
                  </a:lnTo>
                  <a:lnTo>
                    <a:pt x="3342214" y="1895790"/>
                  </a:lnTo>
                  <a:lnTo>
                    <a:pt x="3342308" y="1895790"/>
                  </a:lnTo>
                  <a:lnTo>
                    <a:pt x="3342402" y="1895790"/>
                  </a:lnTo>
                  <a:lnTo>
                    <a:pt x="3342496" y="1895790"/>
                  </a:lnTo>
                  <a:lnTo>
                    <a:pt x="3342591" y="1895790"/>
                  </a:lnTo>
                  <a:lnTo>
                    <a:pt x="3342685" y="1895790"/>
                  </a:lnTo>
                  <a:lnTo>
                    <a:pt x="3342779" y="1895790"/>
                  </a:lnTo>
                  <a:lnTo>
                    <a:pt x="3342873" y="1895790"/>
                  </a:lnTo>
                  <a:lnTo>
                    <a:pt x="3342967" y="1895790"/>
                  </a:lnTo>
                  <a:lnTo>
                    <a:pt x="3342967" y="1890879"/>
                  </a:lnTo>
                  <a:lnTo>
                    <a:pt x="3343061" y="1890879"/>
                  </a:lnTo>
                  <a:lnTo>
                    <a:pt x="3343155" y="1890879"/>
                  </a:lnTo>
                  <a:lnTo>
                    <a:pt x="3343250" y="1890879"/>
                  </a:lnTo>
                  <a:lnTo>
                    <a:pt x="3343344" y="1890879"/>
                  </a:lnTo>
                  <a:lnTo>
                    <a:pt x="3343438" y="1890879"/>
                  </a:lnTo>
                  <a:lnTo>
                    <a:pt x="3343532" y="1890879"/>
                  </a:lnTo>
                  <a:lnTo>
                    <a:pt x="3343626" y="1890879"/>
                  </a:lnTo>
                  <a:lnTo>
                    <a:pt x="3343720" y="1890879"/>
                  </a:lnTo>
                  <a:lnTo>
                    <a:pt x="3343814" y="1890879"/>
                  </a:lnTo>
                  <a:lnTo>
                    <a:pt x="3343909" y="1890879"/>
                  </a:lnTo>
                  <a:lnTo>
                    <a:pt x="3344003" y="1890879"/>
                  </a:lnTo>
                  <a:lnTo>
                    <a:pt x="3344097" y="1890879"/>
                  </a:lnTo>
                  <a:lnTo>
                    <a:pt x="3344097" y="1885967"/>
                  </a:lnTo>
                  <a:lnTo>
                    <a:pt x="3344191" y="1885967"/>
                  </a:lnTo>
                  <a:lnTo>
                    <a:pt x="3344285" y="1885967"/>
                  </a:lnTo>
                  <a:lnTo>
                    <a:pt x="3344379" y="1885967"/>
                  </a:lnTo>
                  <a:lnTo>
                    <a:pt x="3344474" y="1885967"/>
                  </a:lnTo>
                  <a:lnTo>
                    <a:pt x="3344568" y="1885967"/>
                  </a:lnTo>
                  <a:lnTo>
                    <a:pt x="3344662" y="1885967"/>
                  </a:lnTo>
                  <a:lnTo>
                    <a:pt x="3344756" y="1885967"/>
                  </a:lnTo>
                  <a:lnTo>
                    <a:pt x="3344850" y="1885967"/>
                  </a:lnTo>
                  <a:lnTo>
                    <a:pt x="3344944" y="1885967"/>
                  </a:lnTo>
                  <a:lnTo>
                    <a:pt x="3345038" y="1885967"/>
                  </a:lnTo>
                  <a:lnTo>
                    <a:pt x="3345133" y="1885967"/>
                  </a:lnTo>
                  <a:lnTo>
                    <a:pt x="3345227" y="1885967"/>
                  </a:lnTo>
                  <a:lnTo>
                    <a:pt x="3345321" y="1885967"/>
                  </a:lnTo>
                  <a:lnTo>
                    <a:pt x="3345415" y="1885967"/>
                  </a:lnTo>
                  <a:lnTo>
                    <a:pt x="3345509" y="1885967"/>
                  </a:lnTo>
                  <a:lnTo>
                    <a:pt x="3345603" y="1885967"/>
                  </a:lnTo>
                  <a:lnTo>
                    <a:pt x="3345603" y="1881056"/>
                  </a:lnTo>
                  <a:lnTo>
                    <a:pt x="3345698" y="1881056"/>
                  </a:lnTo>
                  <a:lnTo>
                    <a:pt x="3345792" y="1881056"/>
                  </a:lnTo>
                  <a:lnTo>
                    <a:pt x="3345886" y="1881056"/>
                  </a:lnTo>
                  <a:lnTo>
                    <a:pt x="3345980" y="1881056"/>
                  </a:lnTo>
                  <a:lnTo>
                    <a:pt x="3346074" y="1881056"/>
                  </a:lnTo>
                  <a:lnTo>
                    <a:pt x="3346168" y="1881056"/>
                  </a:lnTo>
                  <a:lnTo>
                    <a:pt x="3346262" y="1881056"/>
                  </a:lnTo>
                  <a:lnTo>
                    <a:pt x="3346357" y="1881056"/>
                  </a:lnTo>
                  <a:lnTo>
                    <a:pt x="3346451" y="1881056"/>
                  </a:lnTo>
                  <a:lnTo>
                    <a:pt x="3346545" y="1881056"/>
                  </a:lnTo>
                  <a:lnTo>
                    <a:pt x="3346639" y="1881056"/>
                  </a:lnTo>
                  <a:lnTo>
                    <a:pt x="3346733" y="1881056"/>
                  </a:lnTo>
                  <a:lnTo>
                    <a:pt x="3346827" y="1881056"/>
                  </a:lnTo>
                  <a:lnTo>
                    <a:pt x="3346922" y="1881056"/>
                  </a:lnTo>
                  <a:lnTo>
                    <a:pt x="3347016" y="1881056"/>
                  </a:lnTo>
                  <a:lnTo>
                    <a:pt x="3347110" y="1881056"/>
                  </a:lnTo>
                  <a:lnTo>
                    <a:pt x="3347204" y="1881056"/>
                  </a:lnTo>
                  <a:lnTo>
                    <a:pt x="3347298" y="1881056"/>
                  </a:lnTo>
                  <a:lnTo>
                    <a:pt x="3347392" y="1881056"/>
                  </a:lnTo>
                  <a:lnTo>
                    <a:pt x="3347486" y="1881056"/>
                  </a:lnTo>
                  <a:lnTo>
                    <a:pt x="3347581" y="1881056"/>
                  </a:lnTo>
                  <a:lnTo>
                    <a:pt x="3347675" y="1881056"/>
                  </a:lnTo>
                  <a:lnTo>
                    <a:pt x="3347769" y="1881056"/>
                  </a:lnTo>
                  <a:lnTo>
                    <a:pt x="3347863" y="1881056"/>
                  </a:lnTo>
                  <a:lnTo>
                    <a:pt x="3347957" y="1881056"/>
                  </a:lnTo>
                  <a:lnTo>
                    <a:pt x="3348051" y="1881056"/>
                  </a:lnTo>
                  <a:lnTo>
                    <a:pt x="3348145" y="1881056"/>
                  </a:lnTo>
                  <a:lnTo>
                    <a:pt x="3348240" y="1881056"/>
                  </a:lnTo>
                  <a:lnTo>
                    <a:pt x="3348334" y="1881056"/>
                  </a:lnTo>
                  <a:lnTo>
                    <a:pt x="3348428" y="1881056"/>
                  </a:lnTo>
                  <a:lnTo>
                    <a:pt x="3348522" y="1881056"/>
                  </a:lnTo>
                  <a:lnTo>
                    <a:pt x="3348616" y="1881056"/>
                  </a:lnTo>
                  <a:lnTo>
                    <a:pt x="3348710" y="1881056"/>
                  </a:lnTo>
                  <a:lnTo>
                    <a:pt x="3348805" y="1881056"/>
                  </a:lnTo>
                  <a:lnTo>
                    <a:pt x="3348899" y="1881056"/>
                  </a:lnTo>
                  <a:lnTo>
                    <a:pt x="3348993" y="1881056"/>
                  </a:lnTo>
                  <a:lnTo>
                    <a:pt x="3349087" y="1881056"/>
                  </a:lnTo>
                  <a:lnTo>
                    <a:pt x="3349181" y="1881056"/>
                  </a:lnTo>
                  <a:lnTo>
                    <a:pt x="3349275" y="1881056"/>
                  </a:lnTo>
                  <a:lnTo>
                    <a:pt x="3349369" y="1881056"/>
                  </a:lnTo>
                  <a:lnTo>
                    <a:pt x="3349464" y="1881056"/>
                  </a:lnTo>
                  <a:lnTo>
                    <a:pt x="3349558" y="1881056"/>
                  </a:lnTo>
                  <a:lnTo>
                    <a:pt x="3349652" y="1881056"/>
                  </a:lnTo>
                  <a:lnTo>
                    <a:pt x="3349746" y="1881056"/>
                  </a:lnTo>
                  <a:lnTo>
                    <a:pt x="3349840" y="1881056"/>
                  </a:lnTo>
                  <a:lnTo>
                    <a:pt x="3349934" y="1881056"/>
                  </a:lnTo>
                  <a:lnTo>
                    <a:pt x="3350029" y="1881056"/>
                  </a:lnTo>
                  <a:lnTo>
                    <a:pt x="3350123" y="1881056"/>
                  </a:lnTo>
                  <a:lnTo>
                    <a:pt x="3350217" y="1881056"/>
                  </a:lnTo>
                  <a:lnTo>
                    <a:pt x="3350311" y="1881056"/>
                  </a:lnTo>
                  <a:lnTo>
                    <a:pt x="3350405" y="1881056"/>
                  </a:lnTo>
                  <a:lnTo>
                    <a:pt x="3350499" y="1881056"/>
                  </a:lnTo>
                  <a:lnTo>
                    <a:pt x="3350593" y="1881056"/>
                  </a:lnTo>
                  <a:lnTo>
                    <a:pt x="3350688" y="1881056"/>
                  </a:lnTo>
                  <a:lnTo>
                    <a:pt x="3350782" y="1881056"/>
                  </a:lnTo>
                  <a:lnTo>
                    <a:pt x="3350876" y="1881056"/>
                  </a:lnTo>
                  <a:lnTo>
                    <a:pt x="3350970" y="1881056"/>
                  </a:lnTo>
                  <a:lnTo>
                    <a:pt x="3351064" y="1881056"/>
                  </a:lnTo>
                  <a:lnTo>
                    <a:pt x="3351158" y="1881056"/>
                  </a:lnTo>
                  <a:lnTo>
                    <a:pt x="3351253" y="1881056"/>
                  </a:lnTo>
                  <a:lnTo>
                    <a:pt x="3351347" y="1881056"/>
                  </a:lnTo>
                  <a:lnTo>
                    <a:pt x="3351441" y="1881056"/>
                  </a:lnTo>
                  <a:lnTo>
                    <a:pt x="3351535" y="1881056"/>
                  </a:lnTo>
                  <a:lnTo>
                    <a:pt x="3351629" y="1881056"/>
                  </a:lnTo>
                  <a:lnTo>
                    <a:pt x="3351723" y="1881056"/>
                  </a:lnTo>
                  <a:lnTo>
                    <a:pt x="3351817" y="1881056"/>
                  </a:lnTo>
                  <a:lnTo>
                    <a:pt x="3351912" y="1881056"/>
                  </a:lnTo>
                  <a:lnTo>
                    <a:pt x="3352006" y="1881056"/>
                  </a:lnTo>
                  <a:lnTo>
                    <a:pt x="3352100" y="1881056"/>
                  </a:lnTo>
                  <a:lnTo>
                    <a:pt x="3352194" y="1881056"/>
                  </a:lnTo>
                  <a:lnTo>
                    <a:pt x="3352288" y="1881056"/>
                  </a:lnTo>
                  <a:lnTo>
                    <a:pt x="3352382" y="1881056"/>
                  </a:lnTo>
                  <a:lnTo>
                    <a:pt x="3352476" y="1881056"/>
                  </a:lnTo>
                  <a:lnTo>
                    <a:pt x="3352571" y="1881056"/>
                  </a:lnTo>
                  <a:lnTo>
                    <a:pt x="3352665" y="1881056"/>
                  </a:lnTo>
                  <a:lnTo>
                    <a:pt x="3352759" y="1881056"/>
                  </a:lnTo>
                  <a:lnTo>
                    <a:pt x="3352853" y="1881056"/>
                  </a:lnTo>
                  <a:lnTo>
                    <a:pt x="3352947" y="1881056"/>
                  </a:lnTo>
                  <a:lnTo>
                    <a:pt x="3353041" y="1881056"/>
                  </a:lnTo>
                  <a:lnTo>
                    <a:pt x="3353136" y="1881056"/>
                  </a:lnTo>
                  <a:lnTo>
                    <a:pt x="3353230" y="1881056"/>
                  </a:lnTo>
                  <a:lnTo>
                    <a:pt x="3353324" y="1881056"/>
                  </a:lnTo>
                  <a:lnTo>
                    <a:pt x="3353418" y="1881056"/>
                  </a:lnTo>
                  <a:lnTo>
                    <a:pt x="3353512" y="1881056"/>
                  </a:lnTo>
                  <a:lnTo>
                    <a:pt x="3353606" y="1881056"/>
                  </a:lnTo>
                  <a:lnTo>
                    <a:pt x="3353700" y="1881056"/>
                  </a:lnTo>
                  <a:lnTo>
                    <a:pt x="3353795" y="1881056"/>
                  </a:lnTo>
                  <a:lnTo>
                    <a:pt x="3353889" y="1881056"/>
                  </a:lnTo>
                  <a:lnTo>
                    <a:pt x="3353983" y="1881056"/>
                  </a:lnTo>
                  <a:lnTo>
                    <a:pt x="3354077" y="1881056"/>
                  </a:lnTo>
                  <a:lnTo>
                    <a:pt x="3354171" y="1881056"/>
                  </a:lnTo>
                  <a:lnTo>
                    <a:pt x="3354265" y="1881056"/>
                  </a:lnTo>
                  <a:lnTo>
                    <a:pt x="3354360" y="1881056"/>
                  </a:lnTo>
                  <a:lnTo>
                    <a:pt x="3354454" y="1881056"/>
                  </a:lnTo>
                  <a:lnTo>
                    <a:pt x="3354548" y="1881056"/>
                  </a:lnTo>
                  <a:lnTo>
                    <a:pt x="3354642" y="1881056"/>
                  </a:lnTo>
                  <a:lnTo>
                    <a:pt x="3354736" y="1881056"/>
                  </a:lnTo>
                  <a:lnTo>
                    <a:pt x="3354830" y="1881056"/>
                  </a:lnTo>
                  <a:lnTo>
                    <a:pt x="3354924" y="1881056"/>
                  </a:lnTo>
                  <a:lnTo>
                    <a:pt x="3355019" y="1881056"/>
                  </a:lnTo>
                  <a:lnTo>
                    <a:pt x="3355113" y="1881056"/>
                  </a:lnTo>
                  <a:lnTo>
                    <a:pt x="3355207" y="1881056"/>
                  </a:lnTo>
                  <a:lnTo>
                    <a:pt x="3355301" y="1881056"/>
                  </a:lnTo>
                  <a:lnTo>
                    <a:pt x="3355395" y="1881056"/>
                  </a:lnTo>
                  <a:lnTo>
                    <a:pt x="3355489" y="1881056"/>
                  </a:lnTo>
                  <a:lnTo>
                    <a:pt x="3355584" y="1881056"/>
                  </a:lnTo>
                  <a:lnTo>
                    <a:pt x="3355678" y="1881056"/>
                  </a:lnTo>
                  <a:lnTo>
                    <a:pt x="3355772" y="1881056"/>
                  </a:lnTo>
                  <a:lnTo>
                    <a:pt x="3355866" y="1881056"/>
                  </a:lnTo>
                  <a:lnTo>
                    <a:pt x="3355960" y="1881056"/>
                  </a:lnTo>
                  <a:lnTo>
                    <a:pt x="3356054" y="1881056"/>
                  </a:lnTo>
                  <a:lnTo>
                    <a:pt x="3356148" y="1881056"/>
                  </a:lnTo>
                  <a:lnTo>
                    <a:pt x="3356243" y="1881056"/>
                  </a:lnTo>
                  <a:lnTo>
                    <a:pt x="3356337" y="1881056"/>
                  </a:lnTo>
                  <a:lnTo>
                    <a:pt x="3356431" y="1881056"/>
                  </a:lnTo>
                  <a:lnTo>
                    <a:pt x="3356525" y="1881056"/>
                  </a:lnTo>
                  <a:lnTo>
                    <a:pt x="3356619" y="1881056"/>
                  </a:lnTo>
                  <a:lnTo>
                    <a:pt x="3356713" y="1881056"/>
                  </a:lnTo>
                  <a:lnTo>
                    <a:pt x="3356807" y="1881056"/>
                  </a:lnTo>
                  <a:lnTo>
                    <a:pt x="3356902" y="1881056"/>
                  </a:lnTo>
                  <a:lnTo>
                    <a:pt x="3356996" y="1881056"/>
                  </a:lnTo>
                  <a:lnTo>
                    <a:pt x="3357090" y="1881056"/>
                  </a:lnTo>
                  <a:lnTo>
                    <a:pt x="3357184" y="1881056"/>
                  </a:lnTo>
                  <a:lnTo>
                    <a:pt x="3357278" y="1881056"/>
                  </a:lnTo>
                  <a:lnTo>
                    <a:pt x="3357372" y="1881056"/>
                  </a:lnTo>
                  <a:lnTo>
                    <a:pt x="3357467" y="1881056"/>
                  </a:lnTo>
                  <a:lnTo>
                    <a:pt x="3357561" y="1881056"/>
                  </a:lnTo>
                  <a:lnTo>
                    <a:pt x="3357655" y="1881056"/>
                  </a:lnTo>
                  <a:lnTo>
                    <a:pt x="3357749" y="1881056"/>
                  </a:lnTo>
                  <a:lnTo>
                    <a:pt x="3357843" y="1881056"/>
                  </a:lnTo>
                  <a:lnTo>
                    <a:pt x="3357937" y="1881056"/>
                  </a:lnTo>
                  <a:lnTo>
                    <a:pt x="3358031" y="1881056"/>
                  </a:lnTo>
                  <a:lnTo>
                    <a:pt x="3358126" y="1881056"/>
                  </a:lnTo>
                  <a:lnTo>
                    <a:pt x="3358220" y="1881056"/>
                  </a:lnTo>
                  <a:lnTo>
                    <a:pt x="3358314" y="1881056"/>
                  </a:lnTo>
                  <a:lnTo>
                    <a:pt x="3358408" y="1881056"/>
                  </a:lnTo>
                  <a:lnTo>
                    <a:pt x="3358502" y="1881056"/>
                  </a:lnTo>
                  <a:lnTo>
                    <a:pt x="3358596" y="1881056"/>
                  </a:lnTo>
                  <a:lnTo>
                    <a:pt x="3358691" y="1881056"/>
                  </a:lnTo>
                  <a:lnTo>
                    <a:pt x="3358785" y="1881056"/>
                  </a:lnTo>
                  <a:lnTo>
                    <a:pt x="3358879" y="1881056"/>
                  </a:lnTo>
                  <a:lnTo>
                    <a:pt x="3358973" y="1881056"/>
                  </a:lnTo>
                  <a:lnTo>
                    <a:pt x="3359067" y="1881056"/>
                  </a:lnTo>
                  <a:lnTo>
                    <a:pt x="3359161" y="1881056"/>
                  </a:lnTo>
                  <a:lnTo>
                    <a:pt x="3359255" y="1881056"/>
                  </a:lnTo>
                  <a:lnTo>
                    <a:pt x="3359350" y="1881056"/>
                  </a:lnTo>
                  <a:lnTo>
                    <a:pt x="3359444" y="1881056"/>
                  </a:lnTo>
                  <a:lnTo>
                    <a:pt x="3359538" y="1881056"/>
                  </a:lnTo>
                  <a:lnTo>
                    <a:pt x="3359632" y="1881056"/>
                  </a:lnTo>
                  <a:lnTo>
                    <a:pt x="3359726" y="1881056"/>
                  </a:lnTo>
                  <a:lnTo>
                    <a:pt x="3359820" y="1881056"/>
                  </a:lnTo>
                  <a:lnTo>
                    <a:pt x="3359915" y="1881056"/>
                  </a:lnTo>
                  <a:lnTo>
                    <a:pt x="3360009" y="1881056"/>
                  </a:lnTo>
                  <a:lnTo>
                    <a:pt x="3360103" y="1881056"/>
                  </a:lnTo>
                  <a:lnTo>
                    <a:pt x="3360197" y="1881056"/>
                  </a:lnTo>
                  <a:lnTo>
                    <a:pt x="3360291" y="1881056"/>
                  </a:lnTo>
                  <a:lnTo>
                    <a:pt x="3360385" y="1881056"/>
                  </a:lnTo>
                  <a:lnTo>
                    <a:pt x="3360479" y="1881056"/>
                  </a:lnTo>
                  <a:lnTo>
                    <a:pt x="3360574" y="1881056"/>
                  </a:lnTo>
                  <a:lnTo>
                    <a:pt x="3360668" y="1881056"/>
                  </a:lnTo>
                  <a:lnTo>
                    <a:pt x="3360762" y="1881056"/>
                  </a:lnTo>
                  <a:lnTo>
                    <a:pt x="3360856" y="1881056"/>
                  </a:lnTo>
                  <a:lnTo>
                    <a:pt x="3360950" y="1881056"/>
                  </a:lnTo>
                  <a:lnTo>
                    <a:pt x="3361044" y="1881056"/>
                  </a:lnTo>
                  <a:lnTo>
                    <a:pt x="3361138" y="1881056"/>
                  </a:lnTo>
                  <a:lnTo>
                    <a:pt x="3361233" y="1881056"/>
                  </a:lnTo>
                  <a:lnTo>
                    <a:pt x="3361327" y="1881056"/>
                  </a:lnTo>
                  <a:lnTo>
                    <a:pt x="3361421" y="1881056"/>
                  </a:lnTo>
                  <a:lnTo>
                    <a:pt x="3361515" y="1881056"/>
                  </a:lnTo>
                  <a:lnTo>
                    <a:pt x="3361609" y="1881056"/>
                  </a:lnTo>
                  <a:lnTo>
                    <a:pt x="3361703" y="1881056"/>
                  </a:lnTo>
                  <a:lnTo>
                    <a:pt x="3361798" y="1881056"/>
                  </a:lnTo>
                  <a:lnTo>
                    <a:pt x="3361892" y="1881056"/>
                  </a:lnTo>
                  <a:lnTo>
                    <a:pt x="3361986" y="1881056"/>
                  </a:lnTo>
                  <a:lnTo>
                    <a:pt x="3362080" y="1881056"/>
                  </a:lnTo>
                  <a:lnTo>
                    <a:pt x="3362174" y="1881056"/>
                  </a:lnTo>
                  <a:lnTo>
                    <a:pt x="3362268" y="1881056"/>
                  </a:lnTo>
                  <a:lnTo>
                    <a:pt x="3362362" y="1881056"/>
                  </a:lnTo>
                  <a:lnTo>
                    <a:pt x="3362457" y="1881056"/>
                  </a:lnTo>
                  <a:lnTo>
                    <a:pt x="3362551" y="1881056"/>
                  </a:lnTo>
                  <a:lnTo>
                    <a:pt x="3362645" y="1881056"/>
                  </a:lnTo>
                  <a:lnTo>
                    <a:pt x="3362739" y="1881056"/>
                  </a:lnTo>
                  <a:lnTo>
                    <a:pt x="3362833" y="1881056"/>
                  </a:lnTo>
                  <a:lnTo>
                    <a:pt x="3362927" y="1881056"/>
                  </a:lnTo>
                  <a:lnTo>
                    <a:pt x="3363022" y="1881056"/>
                  </a:lnTo>
                  <a:lnTo>
                    <a:pt x="3363116" y="1881056"/>
                  </a:lnTo>
                  <a:lnTo>
                    <a:pt x="3363210" y="1881056"/>
                  </a:lnTo>
                  <a:lnTo>
                    <a:pt x="3363304" y="1881056"/>
                  </a:lnTo>
                  <a:lnTo>
                    <a:pt x="3363398" y="1881056"/>
                  </a:lnTo>
                  <a:lnTo>
                    <a:pt x="3363492" y="1881056"/>
                  </a:lnTo>
                  <a:lnTo>
                    <a:pt x="3363586" y="1881056"/>
                  </a:lnTo>
                  <a:lnTo>
                    <a:pt x="3363681" y="1881056"/>
                  </a:lnTo>
                  <a:lnTo>
                    <a:pt x="3363775" y="1881056"/>
                  </a:lnTo>
                  <a:lnTo>
                    <a:pt x="3363869" y="1881056"/>
                  </a:lnTo>
                  <a:lnTo>
                    <a:pt x="3363869" y="1876145"/>
                  </a:lnTo>
                  <a:lnTo>
                    <a:pt x="3363963" y="1876145"/>
                  </a:lnTo>
                  <a:lnTo>
                    <a:pt x="3364057" y="1876145"/>
                  </a:lnTo>
                  <a:lnTo>
                    <a:pt x="3364151" y="1876145"/>
                  </a:lnTo>
                  <a:lnTo>
                    <a:pt x="3364246" y="1876145"/>
                  </a:lnTo>
                  <a:lnTo>
                    <a:pt x="3364246" y="1871233"/>
                  </a:lnTo>
                  <a:lnTo>
                    <a:pt x="3364340" y="1871233"/>
                  </a:lnTo>
                  <a:lnTo>
                    <a:pt x="3364434" y="1871233"/>
                  </a:lnTo>
                  <a:lnTo>
                    <a:pt x="3364528" y="1871233"/>
                  </a:lnTo>
                  <a:lnTo>
                    <a:pt x="3364622" y="1871233"/>
                  </a:lnTo>
                  <a:lnTo>
                    <a:pt x="3364716" y="1871233"/>
                  </a:lnTo>
                  <a:lnTo>
                    <a:pt x="3364810" y="1871233"/>
                  </a:lnTo>
                  <a:lnTo>
                    <a:pt x="3364905" y="1871233"/>
                  </a:lnTo>
                  <a:lnTo>
                    <a:pt x="3364999" y="1871233"/>
                  </a:lnTo>
                  <a:lnTo>
                    <a:pt x="3365093" y="1871233"/>
                  </a:lnTo>
                  <a:lnTo>
                    <a:pt x="3365187" y="1871233"/>
                  </a:lnTo>
                  <a:lnTo>
                    <a:pt x="3365281" y="1871233"/>
                  </a:lnTo>
                  <a:lnTo>
                    <a:pt x="3365375" y="1871233"/>
                  </a:lnTo>
                  <a:lnTo>
                    <a:pt x="3365469" y="1871233"/>
                  </a:lnTo>
                  <a:lnTo>
                    <a:pt x="3365564" y="1871233"/>
                  </a:lnTo>
                  <a:lnTo>
                    <a:pt x="3365658" y="1871233"/>
                  </a:lnTo>
                  <a:lnTo>
                    <a:pt x="3365752" y="1871233"/>
                  </a:lnTo>
                  <a:lnTo>
                    <a:pt x="3365846" y="1871233"/>
                  </a:lnTo>
                  <a:lnTo>
                    <a:pt x="3365940" y="1871233"/>
                  </a:lnTo>
                  <a:lnTo>
                    <a:pt x="3366034" y="1871233"/>
                  </a:lnTo>
                  <a:lnTo>
                    <a:pt x="3366129" y="1871233"/>
                  </a:lnTo>
                  <a:lnTo>
                    <a:pt x="3366223" y="1871233"/>
                  </a:lnTo>
                  <a:lnTo>
                    <a:pt x="3366317" y="1871233"/>
                  </a:lnTo>
                  <a:lnTo>
                    <a:pt x="3366411" y="1871233"/>
                  </a:lnTo>
                  <a:lnTo>
                    <a:pt x="3366505" y="1871233"/>
                  </a:lnTo>
                  <a:lnTo>
                    <a:pt x="3366599" y="1871233"/>
                  </a:lnTo>
                  <a:lnTo>
                    <a:pt x="3366693" y="1871233"/>
                  </a:lnTo>
                  <a:lnTo>
                    <a:pt x="3366788" y="1871233"/>
                  </a:lnTo>
                  <a:lnTo>
                    <a:pt x="3366882" y="1871233"/>
                  </a:lnTo>
                  <a:lnTo>
                    <a:pt x="3366976" y="1871233"/>
                  </a:lnTo>
                  <a:lnTo>
                    <a:pt x="3367070" y="1871233"/>
                  </a:lnTo>
                  <a:lnTo>
                    <a:pt x="3367164" y="1871233"/>
                  </a:lnTo>
                  <a:lnTo>
                    <a:pt x="3367258" y="1871233"/>
                  </a:lnTo>
                  <a:lnTo>
                    <a:pt x="3367353" y="1871233"/>
                  </a:lnTo>
                  <a:lnTo>
                    <a:pt x="3367447" y="1871233"/>
                  </a:lnTo>
                  <a:lnTo>
                    <a:pt x="3367541" y="1871233"/>
                  </a:lnTo>
                  <a:lnTo>
                    <a:pt x="3367635" y="1871233"/>
                  </a:lnTo>
                  <a:lnTo>
                    <a:pt x="3367729" y="1871233"/>
                  </a:lnTo>
                  <a:lnTo>
                    <a:pt x="3367823" y="1871233"/>
                  </a:lnTo>
                  <a:lnTo>
                    <a:pt x="3367917" y="1871233"/>
                  </a:lnTo>
                  <a:lnTo>
                    <a:pt x="3368012" y="1871233"/>
                  </a:lnTo>
                  <a:lnTo>
                    <a:pt x="3368106" y="1871233"/>
                  </a:lnTo>
                  <a:lnTo>
                    <a:pt x="3368200" y="1871233"/>
                  </a:lnTo>
                  <a:lnTo>
                    <a:pt x="3368294" y="1871233"/>
                  </a:lnTo>
                  <a:lnTo>
                    <a:pt x="3368388" y="1871233"/>
                  </a:lnTo>
                  <a:lnTo>
                    <a:pt x="3368388" y="1866322"/>
                  </a:lnTo>
                  <a:lnTo>
                    <a:pt x="3368482" y="1866322"/>
                  </a:lnTo>
                  <a:lnTo>
                    <a:pt x="3368577" y="1866322"/>
                  </a:lnTo>
                  <a:lnTo>
                    <a:pt x="3368671" y="1866322"/>
                  </a:lnTo>
                  <a:lnTo>
                    <a:pt x="3368765" y="1866322"/>
                  </a:lnTo>
                  <a:lnTo>
                    <a:pt x="3368859" y="1866322"/>
                  </a:lnTo>
                  <a:lnTo>
                    <a:pt x="3368953" y="1866322"/>
                  </a:lnTo>
                  <a:lnTo>
                    <a:pt x="3369047" y="1866322"/>
                  </a:lnTo>
                  <a:lnTo>
                    <a:pt x="3369141" y="1866322"/>
                  </a:lnTo>
                  <a:lnTo>
                    <a:pt x="3369236" y="1866322"/>
                  </a:lnTo>
                  <a:lnTo>
                    <a:pt x="3369330" y="1866322"/>
                  </a:lnTo>
                  <a:lnTo>
                    <a:pt x="3369424" y="1866322"/>
                  </a:lnTo>
                  <a:lnTo>
                    <a:pt x="3369518" y="1866322"/>
                  </a:lnTo>
                  <a:lnTo>
                    <a:pt x="3369612" y="1866322"/>
                  </a:lnTo>
                  <a:lnTo>
                    <a:pt x="3369706" y="1866322"/>
                  </a:lnTo>
                  <a:lnTo>
                    <a:pt x="3369800" y="1866322"/>
                  </a:lnTo>
                  <a:lnTo>
                    <a:pt x="3369895" y="1866322"/>
                  </a:lnTo>
                  <a:lnTo>
                    <a:pt x="3369989" y="1866322"/>
                  </a:lnTo>
                  <a:lnTo>
                    <a:pt x="3370083" y="1866322"/>
                  </a:lnTo>
                  <a:lnTo>
                    <a:pt x="3370177" y="1866322"/>
                  </a:lnTo>
                  <a:lnTo>
                    <a:pt x="3370271" y="1866322"/>
                  </a:lnTo>
                  <a:lnTo>
                    <a:pt x="3370365" y="1866322"/>
                  </a:lnTo>
                  <a:lnTo>
                    <a:pt x="3370460" y="1866322"/>
                  </a:lnTo>
                  <a:lnTo>
                    <a:pt x="3370554" y="1866322"/>
                  </a:lnTo>
                  <a:lnTo>
                    <a:pt x="3370648" y="1866322"/>
                  </a:lnTo>
                  <a:lnTo>
                    <a:pt x="3370742" y="1866322"/>
                  </a:lnTo>
                  <a:lnTo>
                    <a:pt x="3370836" y="1866322"/>
                  </a:lnTo>
                  <a:lnTo>
                    <a:pt x="3370930" y="1866322"/>
                  </a:lnTo>
                  <a:lnTo>
                    <a:pt x="3371024" y="1866322"/>
                  </a:lnTo>
                  <a:lnTo>
                    <a:pt x="3371119" y="1866322"/>
                  </a:lnTo>
                  <a:lnTo>
                    <a:pt x="3371213" y="1866322"/>
                  </a:lnTo>
                  <a:lnTo>
                    <a:pt x="3371307" y="1866322"/>
                  </a:lnTo>
                  <a:lnTo>
                    <a:pt x="3371401" y="1866322"/>
                  </a:lnTo>
                  <a:lnTo>
                    <a:pt x="3371495" y="1866322"/>
                  </a:lnTo>
                  <a:lnTo>
                    <a:pt x="3371589" y="1866322"/>
                  </a:lnTo>
                  <a:lnTo>
                    <a:pt x="3371684" y="1866322"/>
                  </a:lnTo>
                  <a:lnTo>
                    <a:pt x="3371778" y="1866322"/>
                  </a:lnTo>
                  <a:lnTo>
                    <a:pt x="3371872" y="1866322"/>
                  </a:lnTo>
                  <a:lnTo>
                    <a:pt x="3371966" y="1866322"/>
                  </a:lnTo>
                  <a:lnTo>
                    <a:pt x="3372060" y="1866322"/>
                  </a:lnTo>
                  <a:lnTo>
                    <a:pt x="3372154" y="1866322"/>
                  </a:lnTo>
                  <a:lnTo>
                    <a:pt x="3372248" y="1866322"/>
                  </a:lnTo>
                  <a:lnTo>
                    <a:pt x="3372343" y="1866322"/>
                  </a:lnTo>
                  <a:lnTo>
                    <a:pt x="3372437" y="1866322"/>
                  </a:lnTo>
                  <a:lnTo>
                    <a:pt x="3372531" y="1866322"/>
                  </a:lnTo>
                  <a:lnTo>
                    <a:pt x="3372625" y="1866322"/>
                  </a:lnTo>
                  <a:lnTo>
                    <a:pt x="3372719" y="1866322"/>
                  </a:lnTo>
                  <a:lnTo>
                    <a:pt x="3372813" y="1866322"/>
                  </a:lnTo>
                  <a:lnTo>
                    <a:pt x="3372908" y="1866322"/>
                  </a:lnTo>
                  <a:lnTo>
                    <a:pt x="3373002" y="1866322"/>
                  </a:lnTo>
                  <a:lnTo>
                    <a:pt x="3373096" y="1866322"/>
                  </a:lnTo>
                  <a:lnTo>
                    <a:pt x="3373190" y="1866322"/>
                  </a:lnTo>
                  <a:lnTo>
                    <a:pt x="3373284" y="1866322"/>
                  </a:lnTo>
                  <a:lnTo>
                    <a:pt x="3373378" y="1866322"/>
                  </a:lnTo>
                  <a:lnTo>
                    <a:pt x="3373472" y="1866322"/>
                  </a:lnTo>
                  <a:lnTo>
                    <a:pt x="3373567" y="1866322"/>
                  </a:lnTo>
                  <a:lnTo>
                    <a:pt x="3373661" y="1866322"/>
                  </a:lnTo>
                  <a:lnTo>
                    <a:pt x="3373755" y="1866322"/>
                  </a:lnTo>
                  <a:lnTo>
                    <a:pt x="3373849" y="1866322"/>
                  </a:lnTo>
                  <a:lnTo>
                    <a:pt x="3373943" y="1866322"/>
                  </a:lnTo>
                  <a:lnTo>
                    <a:pt x="3374037" y="1866322"/>
                  </a:lnTo>
                  <a:lnTo>
                    <a:pt x="3374131" y="1866322"/>
                  </a:lnTo>
                  <a:lnTo>
                    <a:pt x="3374226" y="1866322"/>
                  </a:lnTo>
                  <a:lnTo>
                    <a:pt x="3374320" y="1866322"/>
                  </a:lnTo>
                  <a:lnTo>
                    <a:pt x="3374414" y="1866322"/>
                  </a:lnTo>
                  <a:lnTo>
                    <a:pt x="3374508" y="1866322"/>
                  </a:lnTo>
                  <a:lnTo>
                    <a:pt x="3374602" y="1866322"/>
                  </a:lnTo>
                  <a:lnTo>
                    <a:pt x="3374696" y="1866322"/>
                  </a:lnTo>
                  <a:lnTo>
                    <a:pt x="3374791" y="1866322"/>
                  </a:lnTo>
                  <a:lnTo>
                    <a:pt x="3374885" y="1866322"/>
                  </a:lnTo>
                  <a:lnTo>
                    <a:pt x="3374979" y="1866322"/>
                  </a:lnTo>
                  <a:lnTo>
                    <a:pt x="3375073" y="1866322"/>
                  </a:lnTo>
                  <a:lnTo>
                    <a:pt x="3375167" y="1866322"/>
                  </a:lnTo>
                  <a:lnTo>
                    <a:pt x="3375261" y="1866322"/>
                  </a:lnTo>
                  <a:lnTo>
                    <a:pt x="3375355" y="1866322"/>
                  </a:lnTo>
                  <a:lnTo>
                    <a:pt x="3375450" y="1866322"/>
                  </a:lnTo>
                  <a:lnTo>
                    <a:pt x="3375544" y="1866322"/>
                  </a:lnTo>
                  <a:lnTo>
                    <a:pt x="3375638" y="1866322"/>
                  </a:lnTo>
                  <a:lnTo>
                    <a:pt x="3375732" y="1866322"/>
                  </a:lnTo>
                  <a:lnTo>
                    <a:pt x="3375826" y="1866322"/>
                  </a:lnTo>
                  <a:lnTo>
                    <a:pt x="3375920" y="1866322"/>
                  </a:lnTo>
                  <a:lnTo>
                    <a:pt x="3376015" y="1866322"/>
                  </a:lnTo>
                  <a:lnTo>
                    <a:pt x="3376109" y="1866322"/>
                  </a:lnTo>
                  <a:lnTo>
                    <a:pt x="3376203" y="1866322"/>
                  </a:lnTo>
                  <a:lnTo>
                    <a:pt x="3376297" y="1866322"/>
                  </a:lnTo>
                  <a:lnTo>
                    <a:pt x="3376391" y="1866322"/>
                  </a:lnTo>
                  <a:lnTo>
                    <a:pt x="3376485" y="1866322"/>
                  </a:lnTo>
                  <a:lnTo>
                    <a:pt x="3376579" y="1866322"/>
                  </a:lnTo>
                  <a:lnTo>
                    <a:pt x="3376674" y="1866322"/>
                  </a:lnTo>
                  <a:lnTo>
                    <a:pt x="3376768" y="1866322"/>
                  </a:lnTo>
                  <a:lnTo>
                    <a:pt x="3376862" y="1866322"/>
                  </a:lnTo>
                  <a:lnTo>
                    <a:pt x="3376956" y="1866322"/>
                  </a:lnTo>
                  <a:lnTo>
                    <a:pt x="3377050" y="1866322"/>
                  </a:lnTo>
                  <a:lnTo>
                    <a:pt x="3377144" y="1866322"/>
                  </a:lnTo>
                  <a:lnTo>
                    <a:pt x="3377239" y="1866322"/>
                  </a:lnTo>
                  <a:lnTo>
                    <a:pt x="3377333" y="1866322"/>
                  </a:lnTo>
                  <a:lnTo>
                    <a:pt x="3377427" y="1866322"/>
                  </a:lnTo>
                  <a:lnTo>
                    <a:pt x="3377521" y="1866322"/>
                  </a:lnTo>
                  <a:lnTo>
                    <a:pt x="3377615" y="1866322"/>
                  </a:lnTo>
                  <a:lnTo>
                    <a:pt x="3377709" y="1866322"/>
                  </a:lnTo>
                  <a:lnTo>
                    <a:pt x="3377803" y="1866322"/>
                  </a:lnTo>
                  <a:lnTo>
                    <a:pt x="3377898" y="1866322"/>
                  </a:lnTo>
                  <a:lnTo>
                    <a:pt x="3377992" y="1866322"/>
                  </a:lnTo>
                  <a:lnTo>
                    <a:pt x="3378086" y="1866322"/>
                  </a:lnTo>
                  <a:lnTo>
                    <a:pt x="3378180" y="1866322"/>
                  </a:lnTo>
                  <a:lnTo>
                    <a:pt x="3378274" y="1866322"/>
                  </a:lnTo>
                  <a:lnTo>
                    <a:pt x="3378368" y="1866322"/>
                  </a:lnTo>
                  <a:lnTo>
                    <a:pt x="3378463" y="1866322"/>
                  </a:lnTo>
                  <a:lnTo>
                    <a:pt x="3378557" y="1866322"/>
                  </a:lnTo>
                  <a:lnTo>
                    <a:pt x="3378651" y="1866322"/>
                  </a:lnTo>
                  <a:lnTo>
                    <a:pt x="3378745" y="1866322"/>
                  </a:lnTo>
                  <a:lnTo>
                    <a:pt x="3378839" y="1866322"/>
                  </a:lnTo>
                  <a:lnTo>
                    <a:pt x="3378933" y="1866322"/>
                  </a:lnTo>
                  <a:lnTo>
                    <a:pt x="3379027" y="1866322"/>
                  </a:lnTo>
                  <a:lnTo>
                    <a:pt x="3379122" y="1866322"/>
                  </a:lnTo>
                  <a:lnTo>
                    <a:pt x="3379216" y="1866322"/>
                  </a:lnTo>
                  <a:lnTo>
                    <a:pt x="3379310" y="1866322"/>
                  </a:lnTo>
                  <a:lnTo>
                    <a:pt x="3379404" y="1866322"/>
                  </a:lnTo>
                  <a:lnTo>
                    <a:pt x="3379498" y="1866322"/>
                  </a:lnTo>
                  <a:lnTo>
                    <a:pt x="3379592" y="1866322"/>
                  </a:lnTo>
                  <a:lnTo>
                    <a:pt x="3379686" y="1866322"/>
                  </a:lnTo>
                  <a:lnTo>
                    <a:pt x="3379781" y="1866322"/>
                  </a:lnTo>
                  <a:lnTo>
                    <a:pt x="3379875" y="1866322"/>
                  </a:lnTo>
                  <a:lnTo>
                    <a:pt x="3379969" y="1866322"/>
                  </a:lnTo>
                  <a:lnTo>
                    <a:pt x="3380063" y="1866322"/>
                  </a:lnTo>
                  <a:lnTo>
                    <a:pt x="3380157" y="1866322"/>
                  </a:lnTo>
                  <a:lnTo>
                    <a:pt x="3380251" y="1866322"/>
                  </a:lnTo>
                  <a:lnTo>
                    <a:pt x="3380346" y="1866322"/>
                  </a:lnTo>
                  <a:lnTo>
                    <a:pt x="3380440" y="1866322"/>
                  </a:lnTo>
                  <a:lnTo>
                    <a:pt x="3380534" y="1866322"/>
                  </a:lnTo>
                  <a:lnTo>
                    <a:pt x="3380628" y="1866322"/>
                  </a:lnTo>
                  <a:lnTo>
                    <a:pt x="3380722" y="1866322"/>
                  </a:lnTo>
                  <a:lnTo>
                    <a:pt x="3380816" y="1866322"/>
                  </a:lnTo>
                  <a:lnTo>
                    <a:pt x="3380910" y="1866322"/>
                  </a:lnTo>
                  <a:lnTo>
                    <a:pt x="3381005" y="1866322"/>
                  </a:lnTo>
                  <a:lnTo>
                    <a:pt x="3381099" y="1866322"/>
                  </a:lnTo>
                  <a:lnTo>
                    <a:pt x="3381193" y="1866322"/>
                  </a:lnTo>
                  <a:lnTo>
                    <a:pt x="3381287" y="1866322"/>
                  </a:lnTo>
                  <a:lnTo>
                    <a:pt x="3381381" y="1866322"/>
                  </a:lnTo>
                  <a:lnTo>
                    <a:pt x="3381475" y="1866322"/>
                  </a:lnTo>
                  <a:lnTo>
                    <a:pt x="3381570" y="1866322"/>
                  </a:lnTo>
                  <a:lnTo>
                    <a:pt x="3381664" y="1866322"/>
                  </a:lnTo>
                  <a:lnTo>
                    <a:pt x="3381758" y="1866322"/>
                  </a:lnTo>
                  <a:lnTo>
                    <a:pt x="3381852" y="1866322"/>
                  </a:lnTo>
                  <a:lnTo>
                    <a:pt x="3381946" y="1866322"/>
                  </a:lnTo>
                  <a:lnTo>
                    <a:pt x="3382040" y="1866322"/>
                  </a:lnTo>
                  <a:lnTo>
                    <a:pt x="3382134" y="1866322"/>
                  </a:lnTo>
                  <a:lnTo>
                    <a:pt x="3382229" y="1866322"/>
                  </a:lnTo>
                  <a:lnTo>
                    <a:pt x="3382323" y="1866322"/>
                  </a:lnTo>
                  <a:lnTo>
                    <a:pt x="3382417" y="1866322"/>
                  </a:lnTo>
                  <a:lnTo>
                    <a:pt x="3382511" y="1866322"/>
                  </a:lnTo>
                  <a:lnTo>
                    <a:pt x="3382605" y="1866322"/>
                  </a:lnTo>
                  <a:lnTo>
                    <a:pt x="3382699" y="1866322"/>
                  </a:lnTo>
                  <a:lnTo>
                    <a:pt x="3382794" y="1866322"/>
                  </a:lnTo>
                  <a:lnTo>
                    <a:pt x="3382888" y="1866322"/>
                  </a:lnTo>
                  <a:lnTo>
                    <a:pt x="3382982" y="1866322"/>
                  </a:lnTo>
                  <a:lnTo>
                    <a:pt x="3383076" y="1866322"/>
                  </a:lnTo>
                  <a:lnTo>
                    <a:pt x="3383170" y="1866322"/>
                  </a:lnTo>
                  <a:lnTo>
                    <a:pt x="3383264" y="1866322"/>
                  </a:lnTo>
                  <a:lnTo>
                    <a:pt x="3383358" y="1866322"/>
                  </a:lnTo>
                  <a:lnTo>
                    <a:pt x="3383453" y="1866322"/>
                  </a:lnTo>
                  <a:lnTo>
                    <a:pt x="3383547" y="1866322"/>
                  </a:lnTo>
                  <a:lnTo>
                    <a:pt x="3383641" y="1866322"/>
                  </a:lnTo>
                  <a:lnTo>
                    <a:pt x="3383735" y="1866322"/>
                  </a:lnTo>
                  <a:lnTo>
                    <a:pt x="3383829" y="1866322"/>
                  </a:lnTo>
                  <a:lnTo>
                    <a:pt x="3383923" y="1866322"/>
                  </a:lnTo>
                  <a:lnTo>
                    <a:pt x="3384017" y="1866322"/>
                  </a:lnTo>
                  <a:lnTo>
                    <a:pt x="3384112" y="1866322"/>
                  </a:lnTo>
                  <a:lnTo>
                    <a:pt x="3384206" y="1866322"/>
                  </a:lnTo>
                  <a:lnTo>
                    <a:pt x="3384300" y="1866322"/>
                  </a:lnTo>
                  <a:lnTo>
                    <a:pt x="3384394" y="1866322"/>
                  </a:lnTo>
                  <a:lnTo>
                    <a:pt x="3384488" y="1866322"/>
                  </a:lnTo>
                  <a:lnTo>
                    <a:pt x="3384582" y="1866322"/>
                  </a:lnTo>
                  <a:lnTo>
                    <a:pt x="3384677" y="1866322"/>
                  </a:lnTo>
                  <a:lnTo>
                    <a:pt x="3384771" y="1866322"/>
                  </a:lnTo>
                  <a:lnTo>
                    <a:pt x="3384865" y="1866322"/>
                  </a:lnTo>
                  <a:lnTo>
                    <a:pt x="3384959" y="1866322"/>
                  </a:lnTo>
                  <a:lnTo>
                    <a:pt x="3385053" y="1866322"/>
                  </a:lnTo>
                  <a:lnTo>
                    <a:pt x="3385147" y="1866322"/>
                  </a:lnTo>
                  <a:lnTo>
                    <a:pt x="3385241" y="1866322"/>
                  </a:lnTo>
                  <a:lnTo>
                    <a:pt x="3385336" y="1866322"/>
                  </a:lnTo>
                  <a:lnTo>
                    <a:pt x="3385430" y="1866322"/>
                  </a:lnTo>
                  <a:lnTo>
                    <a:pt x="3385524" y="1866322"/>
                  </a:lnTo>
                  <a:lnTo>
                    <a:pt x="3385618" y="1866322"/>
                  </a:lnTo>
                  <a:lnTo>
                    <a:pt x="3385712" y="1866322"/>
                  </a:lnTo>
                  <a:lnTo>
                    <a:pt x="3385806" y="1866322"/>
                  </a:lnTo>
                  <a:lnTo>
                    <a:pt x="3385901" y="1866322"/>
                  </a:lnTo>
                  <a:lnTo>
                    <a:pt x="3385995" y="1866322"/>
                  </a:lnTo>
                  <a:lnTo>
                    <a:pt x="3386089" y="1866322"/>
                  </a:lnTo>
                  <a:lnTo>
                    <a:pt x="3386183" y="1866322"/>
                  </a:lnTo>
                  <a:lnTo>
                    <a:pt x="3386277" y="1866322"/>
                  </a:lnTo>
                  <a:lnTo>
                    <a:pt x="3386371" y="1866322"/>
                  </a:lnTo>
                  <a:lnTo>
                    <a:pt x="3386465" y="1866322"/>
                  </a:lnTo>
                  <a:lnTo>
                    <a:pt x="3386560" y="1866322"/>
                  </a:lnTo>
                  <a:lnTo>
                    <a:pt x="3386654" y="1866322"/>
                  </a:lnTo>
                  <a:lnTo>
                    <a:pt x="3386748" y="1866322"/>
                  </a:lnTo>
                  <a:lnTo>
                    <a:pt x="3386842" y="1866322"/>
                  </a:lnTo>
                  <a:lnTo>
                    <a:pt x="3386936" y="1866322"/>
                  </a:lnTo>
                  <a:lnTo>
                    <a:pt x="3387030" y="1866322"/>
                  </a:lnTo>
                  <a:lnTo>
                    <a:pt x="3387125" y="1866322"/>
                  </a:lnTo>
                  <a:lnTo>
                    <a:pt x="3387219" y="1866322"/>
                  </a:lnTo>
                  <a:lnTo>
                    <a:pt x="3387313" y="1866322"/>
                  </a:lnTo>
                  <a:lnTo>
                    <a:pt x="3387407" y="1866322"/>
                  </a:lnTo>
                  <a:lnTo>
                    <a:pt x="3387501" y="1866322"/>
                  </a:lnTo>
                  <a:lnTo>
                    <a:pt x="3387595" y="1866322"/>
                  </a:lnTo>
                  <a:lnTo>
                    <a:pt x="3387689" y="1866322"/>
                  </a:lnTo>
                  <a:lnTo>
                    <a:pt x="3387784" y="1866322"/>
                  </a:lnTo>
                  <a:lnTo>
                    <a:pt x="3387878" y="1866322"/>
                  </a:lnTo>
                  <a:lnTo>
                    <a:pt x="3387972" y="1866322"/>
                  </a:lnTo>
                  <a:lnTo>
                    <a:pt x="3388066" y="1866322"/>
                  </a:lnTo>
                  <a:lnTo>
                    <a:pt x="3388160" y="1866322"/>
                  </a:lnTo>
                  <a:lnTo>
                    <a:pt x="3388254" y="1866322"/>
                  </a:lnTo>
                  <a:lnTo>
                    <a:pt x="3388348" y="1866322"/>
                  </a:lnTo>
                  <a:lnTo>
                    <a:pt x="3388443" y="1866322"/>
                  </a:lnTo>
                  <a:lnTo>
                    <a:pt x="3388537" y="1866322"/>
                  </a:lnTo>
                  <a:lnTo>
                    <a:pt x="3388631" y="1866322"/>
                  </a:lnTo>
                  <a:lnTo>
                    <a:pt x="3388725" y="1866322"/>
                  </a:lnTo>
                  <a:lnTo>
                    <a:pt x="3388819" y="1866322"/>
                  </a:lnTo>
                  <a:lnTo>
                    <a:pt x="3388913" y="1866322"/>
                  </a:lnTo>
                  <a:lnTo>
                    <a:pt x="3389008" y="1866322"/>
                  </a:lnTo>
                  <a:lnTo>
                    <a:pt x="3389102" y="1866322"/>
                  </a:lnTo>
                  <a:lnTo>
                    <a:pt x="3389196" y="1866322"/>
                  </a:lnTo>
                  <a:lnTo>
                    <a:pt x="3389290" y="1866322"/>
                  </a:lnTo>
                  <a:lnTo>
                    <a:pt x="3389384" y="1866322"/>
                  </a:lnTo>
                  <a:lnTo>
                    <a:pt x="3389478" y="1866322"/>
                  </a:lnTo>
                  <a:lnTo>
                    <a:pt x="3389572" y="1866322"/>
                  </a:lnTo>
                  <a:lnTo>
                    <a:pt x="3389667" y="1866322"/>
                  </a:lnTo>
                  <a:lnTo>
                    <a:pt x="3389761" y="1866322"/>
                  </a:lnTo>
                  <a:lnTo>
                    <a:pt x="3389855" y="1866322"/>
                  </a:lnTo>
                  <a:lnTo>
                    <a:pt x="3389949" y="1866322"/>
                  </a:lnTo>
                  <a:lnTo>
                    <a:pt x="3390043" y="1866322"/>
                  </a:lnTo>
                  <a:lnTo>
                    <a:pt x="3390137" y="1866322"/>
                  </a:lnTo>
                  <a:lnTo>
                    <a:pt x="3390232" y="1866322"/>
                  </a:lnTo>
                  <a:lnTo>
                    <a:pt x="3390326" y="1866322"/>
                  </a:lnTo>
                  <a:lnTo>
                    <a:pt x="3390420" y="1866322"/>
                  </a:lnTo>
                  <a:lnTo>
                    <a:pt x="3390514" y="1866322"/>
                  </a:lnTo>
                  <a:lnTo>
                    <a:pt x="3390608" y="1866322"/>
                  </a:lnTo>
                  <a:lnTo>
                    <a:pt x="3390702" y="1866322"/>
                  </a:lnTo>
                  <a:lnTo>
                    <a:pt x="3390796" y="1866322"/>
                  </a:lnTo>
                  <a:lnTo>
                    <a:pt x="3390891" y="1866322"/>
                  </a:lnTo>
                  <a:lnTo>
                    <a:pt x="3390985" y="1866322"/>
                  </a:lnTo>
                  <a:lnTo>
                    <a:pt x="3391079" y="1866322"/>
                  </a:lnTo>
                  <a:lnTo>
                    <a:pt x="3391173" y="1866322"/>
                  </a:lnTo>
                  <a:lnTo>
                    <a:pt x="3391267" y="1866322"/>
                  </a:lnTo>
                  <a:lnTo>
                    <a:pt x="3391361" y="1866322"/>
                  </a:lnTo>
                  <a:lnTo>
                    <a:pt x="3391456" y="1866322"/>
                  </a:lnTo>
                  <a:lnTo>
                    <a:pt x="3391550" y="1866322"/>
                  </a:lnTo>
                  <a:lnTo>
                    <a:pt x="3391644" y="1866322"/>
                  </a:lnTo>
                  <a:lnTo>
                    <a:pt x="3391738" y="1866322"/>
                  </a:lnTo>
                  <a:lnTo>
                    <a:pt x="3391832" y="1866322"/>
                  </a:lnTo>
                  <a:lnTo>
                    <a:pt x="3391926" y="1866322"/>
                  </a:lnTo>
                  <a:lnTo>
                    <a:pt x="3392020" y="1866322"/>
                  </a:lnTo>
                  <a:lnTo>
                    <a:pt x="3392115" y="1866322"/>
                  </a:lnTo>
                  <a:lnTo>
                    <a:pt x="3392209" y="1866322"/>
                  </a:lnTo>
                  <a:lnTo>
                    <a:pt x="3392303" y="1866322"/>
                  </a:lnTo>
                  <a:lnTo>
                    <a:pt x="3392397" y="1866322"/>
                  </a:lnTo>
                  <a:lnTo>
                    <a:pt x="3392491" y="1866322"/>
                  </a:lnTo>
                  <a:lnTo>
                    <a:pt x="3392585" y="1866322"/>
                  </a:lnTo>
                  <a:lnTo>
                    <a:pt x="3392679" y="1866322"/>
                  </a:lnTo>
                  <a:lnTo>
                    <a:pt x="3392774" y="1866322"/>
                  </a:lnTo>
                  <a:lnTo>
                    <a:pt x="3392868" y="1866322"/>
                  </a:lnTo>
                  <a:lnTo>
                    <a:pt x="3392962" y="1866322"/>
                  </a:lnTo>
                  <a:lnTo>
                    <a:pt x="3393056" y="1866322"/>
                  </a:lnTo>
                  <a:lnTo>
                    <a:pt x="3393150" y="1866322"/>
                  </a:lnTo>
                  <a:lnTo>
                    <a:pt x="3393244" y="1866322"/>
                  </a:lnTo>
                  <a:lnTo>
                    <a:pt x="3393339" y="1866322"/>
                  </a:lnTo>
                  <a:lnTo>
                    <a:pt x="3393433" y="1866322"/>
                  </a:lnTo>
                  <a:lnTo>
                    <a:pt x="3393527" y="1866322"/>
                  </a:lnTo>
                  <a:lnTo>
                    <a:pt x="3393621" y="1866322"/>
                  </a:lnTo>
                  <a:lnTo>
                    <a:pt x="3393715" y="1866322"/>
                  </a:lnTo>
                  <a:lnTo>
                    <a:pt x="3393809" y="1866322"/>
                  </a:lnTo>
                  <a:lnTo>
                    <a:pt x="3393903" y="1866322"/>
                  </a:lnTo>
                  <a:lnTo>
                    <a:pt x="3393998" y="1866322"/>
                  </a:lnTo>
                  <a:lnTo>
                    <a:pt x="3394092" y="1866322"/>
                  </a:lnTo>
                  <a:lnTo>
                    <a:pt x="3394186" y="1866322"/>
                  </a:lnTo>
                  <a:lnTo>
                    <a:pt x="3394280" y="1866322"/>
                  </a:lnTo>
                  <a:lnTo>
                    <a:pt x="3394374" y="1866322"/>
                  </a:lnTo>
                  <a:lnTo>
                    <a:pt x="3394468" y="1866322"/>
                  </a:lnTo>
                  <a:lnTo>
                    <a:pt x="3394563" y="1866322"/>
                  </a:lnTo>
                  <a:lnTo>
                    <a:pt x="3394657" y="1866322"/>
                  </a:lnTo>
                  <a:lnTo>
                    <a:pt x="3394751" y="1866322"/>
                  </a:lnTo>
                  <a:lnTo>
                    <a:pt x="3394751" y="1861411"/>
                  </a:lnTo>
                  <a:lnTo>
                    <a:pt x="3394845" y="1861411"/>
                  </a:lnTo>
                  <a:lnTo>
                    <a:pt x="3394939" y="1861411"/>
                  </a:lnTo>
                  <a:lnTo>
                    <a:pt x="3395033" y="1861411"/>
                  </a:lnTo>
                  <a:lnTo>
                    <a:pt x="3395127" y="1861411"/>
                  </a:lnTo>
                  <a:lnTo>
                    <a:pt x="3395222" y="1861411"/>
                  </a:lnTo>
                  <a:lnTo>
                    <a:pt x="3395316" y="1861411"/>
                  </a:lnTo>
                  <a:lnTo>
                    <a:pt x="3395410" y="1861411"/>
                  </a:lnTo>
                  <a:lnTo>
                    <a:pt x="3395504" y="1861411"/>
                  </a:lnTo>
                  <a:lnTo>
                    <a:pt x="3395598" y="1861411"/>
                  </a:lnTo>
                  <a:lnTo>
                    <a:pt x="3395692" y="1861411"/>
                  </a:lnTo>
                  <a:lnTo>
                    <a:pt x="3395787" y="1861411"/>
                  </a:lnTo>
                  <a:lnTo>
                    <a:pt x="3395881" y="1861411"/>
                  </a:lnTo>
                  <a:lnTo>
                    <a:pt x="3395975" y="1861411"/>
                  </a:lnTo>
                  <a:lnTo>
                    <a:pt x="3396069" y="1861411"/>
                  </a:lnTo>
                  <a:lnTo>
                    <a:pt x="3396163" y="1861411"/>
                  </a:lnTo>
                  <a:lnTo>
                    <a:pt x="3396163" y="1856499"/>
                  </a:lnTo>
                  <a:lnTo>
                    <a:pt x="3396257" y="1856499"/>
                  </a:lnTo>
                  <a:lnTo>
                    <a:pt x="3396351" y="1856499"/>
                  </a:lnTo>
                  <a:lnTo>
                    <a:pt x="3396446" y="1856499"/>
                  </a:lnTo>
                  <a:lnTo>
                    <a:pt x="3396540" y="1856499"/>
                  </a:lnTo>
                  <a:lnTo>
                    <a:pt x="3396634" y="1856499"/>
                  </a:lnTo>
                  <a:lnTo>
                    <a:pt x="3396728" y="1856499"/>
                  </a:lnTo>
                  <a:lnTo>
                    <a:pt x="3396822" y="1856499"/>
                  </a:lnTo>
                  <a:lnTo>
                    <a:pt x="3396916" y="1856499"/>
                  </a:lnTo>
                  <a:lnTo>
                    <a:pt x="3397010" y="1856499"/>
                  </a:lnTo>
                  <a:lnTo>
                    <a:pt x="3397105" y="1856499"/>
                  </a:lnTo>
                  <a:lnTo>
                    <a:pt x="3397199" y="1856499"/>
                  </a:lnTo>
                  <a:lnTo>
                    <a:pt x="3397293" y="1856499"/>
                  </a:lnTo>
                  <a:lnTo>
                    <a:pt x="3397387" y="1856499"/>
                  </a:lnTo>
                  <a:lnTo>
                    <a:pt x="3397481" y="1856499"/>
                  </a:lnTo>
                  <a:lnTo>
                    <a:pt x="3397575" y="1856499"/>
                  </a:lnTo>
                  <a:lnTo>
                    <a:pt x="3397670" y="1856499"/>
                  </a:lnTo>
                  <a:lnTo>
                    <a:pt x="3397764" y="1856499"/>
                  </a:lnTo>
                  <a:lnTo>
                    <a:pt x="3397858" y="1856499"/>
                  </a:lnTo>
                  <a:lnTo>
                    <a:pt x="3397952" y="1856499"/>
                  </a:lnTo>
                  <a:lnTo>
                    <a:pt x="3398046" y="1856499"/>
                  </a:lnTo>
                  <a:lnTo>
                    <a:pt x="3398140" y="1856499"/>
                  </a:lnTo>
                  <a:lnTo>
                    <a:pt x="3398234" y="1856499"/>
                  </a:lnTo>
                  <a:lnTo>
                    <a:pt x="3398329" y="1856499"/>
                  </a:lnTo>
                  <a:lnTo>
                    <a:pt x="3398423" y="1856499"/>
                  </a:lnTo>
                  <a:lnTo>
                    <a:pt x="3398517" y="1856499"/>
                  </a:lnTo>
                  <a:lnTo>
                    <a:pt x="3398611" y="1856499"/>
                  </a:lnTo>
                  <a:lnTo>
                    <a:pt x="3398705" y="1856499"/>
                  </a:lnTo>
                  <a:lnTo>
                    <a:pt x="3398799" y="1856499"/>
                  </a:lnTo>
                  <a:lnTo>
                    <a:pt x="3398894" y="1856499"/>
                  </a:lnTo>
                  <a:lnTo>
                    <a:pt x="3398988" y="1856499"/>
                  </a:lnTo>
                  <a:lnTo>
                    <a:pt x="3399082" y="1856499"/>
                  </a:lnTo>
                  <a:lnTo>
                    <a:pt x="3399176" y="1856499"/>
                  </a:lnTo>
                  <a:lnTo>
                    <a:pt x="3399270" y="1856499"/>
                  </a:lnTo>
                  <a:lnTo>
                    <a:pt x="3399270" y="1851588"/>
                  </a:lnTo>
                  <a:lnTo>
                    <a:pt x="3399364" y="1851588"/>
                  </a:lnTo>
                  <a:lnTo>
                    <a:pt x="3399458" y="1851588"/>
                  </a:lnTo>
                  <a:lnTo>
                    <a:pt x="3399553" y="1851588"/>
                  </a:lnTo>
                  <a:lnTo>
                    <a:pt x="3399647" y="1851588"/>
                  </a:lnTo>
                  <a:lnTo>
                    <a:pt x="3399741" y="1851588"/>
                  </a:lnTo>
                  <a:lnTo>
                    <a:pt x="3399835" y="1851588"/>
                  </a:lnTo>
                  <a:lnTo>
                    <a:pt x="3399929" y="1851588"/>
                  </a:lnTo>
                  <a:lnTo>
                    <a:pt x="3400023" y="1851588"/>
                  </a:lnTo>
                  <a:lnTo>
                    <a:pt x="3400118" y="1851588"/>
                  </a:lnTo>
                  <a:lnTo>
                    <a:pt x="3400212" y="1851588"/>
                  </a:lnTo>
                  <a:lnTo>
                    <a:pt x="3400306" y="1851588"/>
                  </a:lnTo>
                  <a:lnTo>
                    <a:pt x="3400400" y="1851588"/>
                  </a:lnTo>
                  <a:lnTo>
                    <a:pt x="3400494" y="1851588"/>
                  </a:lnTo>
                  <a:lnTo>
                    <a:pt x="3400588" y="1851588"/>
                  </a:lnTo>
                  <a:lnTo>
                    <a:pt x="3400682" y="1851588"/>
                  </a:lnTo>
                  <a:lnTo>
                    <a:pt x="3400777" y="1851588"/>
                  </a:lnTo>
                  <a:lnTo>
                    <a:pt x="3400871" y="1851588"/>
                  </a:lnTo>
                  <a:lnTo>
                    <a:pt x="3400965" y="1851588"/>
                  </a:lnTo>
                  <a:lnTo>
                    <a:pt x="3401059" y="1851588"/>
                  </a:lnTo>
                  <a:lnTo>
                    <a:pt x="3401153" y="1851588"/>
                  </a:lnTo>
                  <a:lnTo>
                    <a:pt x="3401247" y="1851588"/>
                  </a:lnTo>
                  <a:lnTo>
                    <a:pt x="3401341" y="1851588"/>
                  </a:lnTo>
                  <a:lnTo>
                    <a:pt x="3401436" y="1851588"/>
                  </a:lnTo>
                  <a:lnTo>
                    <a:pt x="3401530" y="1851588"/>
                  </a:lnTo>
                  <a:lnTo>
                    <a:pt x="3401624" y="1851588"/>
                  </a:lnTo>
                  <a:lnTo>
                    <a:pt x="3401718" y="1851588"/>
                  </a:lnTo>
                  <a:lnTo>
                    <a:pt x="3401812" y="1851588"/>
                  </a:lnTo>
                  <a:lnTo>
                    <a:pt x="3401906" y="1851588"/>
                  </a:lnTo>
                  <a:lnTo>
                    <a:pt x="3402001" y="1851588"/>
                  </a:lnTo>
                  <a:lnTo>
                    <a:pt x="3402095" y="1851588"/>
                  </a:lnTo>
                  <a:lnTo>
                    <a:pt x="3402189" y="1851588"/>
                  </a:lnTo>
                  <a:lnTo>
                    <a:pt x="3402283" y="1851588"/>
                  </a:lnTo>
                  <a:lnTo>
                    <a:pt x="3402377" y="1851588"/>
                  </a:lnTo>
                  <a:lnTo>
                    <a:pt x="3402471" y="1851588"/>
                  </a:lnTo>
                  <a:lnTo>
                    <a:pt x="3402565" y="1851588"/>
                  </a:lnTo>
                  <a:lnTo>
                    <a:pt x="3402660" y="1851588"/>
                  </a:lnTo>
                  <a:lnTo>
                    <a:pt x="3402660" y="1846676"/>
                  </a:lnTo>
                  <a:lnTo>
                    <a:pt x="3402754" y="1846676"/>
                  </a:lnTo>
                  <a:lnTo>
                    <a:pt x="3402848" y="1846676"/>
                  </a:lnTo>
                  <a:lnTo>
                    <a:pt x="3402942" y="1846676"/>
                  </a:lnTo>
                  <a:lnTo>
                    <a:pt x="3403036" y="1846676"/>
                  </a:lnTo>
                  <a:lnTo>
                    <a:pt x="3403130" y="1846676"/>
                  </a:lnTo>
                  <a:lnTo>
                    <a:pt x="3403225" y="1846676"/>
                  </a:lnTo>
                  <a:lnTo>
                    <a:pt x="3403319" y="1846676"/>
                  </a:lnTo>
                  <a:lnTo>
                    <a:pt x="3403413" y="1846676"/>
                  </a:lnTo>
                  <a:lnTo>
                    <a:pt x="3403507" y="1846676"/>
                  </a:lnTo>
                  <a:lnTo>
                    <a:pt x="3403601" y="1846676"/>
                  </a:lnTo>
                  <a:lnTo>
                    <a:pt x="3403695" y="1846676"/>
                  </a:lnTo>
                  <a:lnTo>
                    <a:pt x="3403789" y="1846676"/>
                  </a:lnTo>
                  <a:lnTo>
                    <a:pt x="3403884" y="1846676"/>
                  </a:lnTo>
                  <a:lnTo>
                    <a:pt x="3403978" y="1846676"/>
                  </a:lnTo>
                  <a:lnTo>
                    <a:pt x="3404072" y="1846676"/>
                  </a:lnTo>
                  <a:lnTo>
                    <a:pt x="3404166" y="1846676"/>
                  </a:lnTo>
                  <a:lnTo>
                    <a:pt x="3404260" y="1846676"/>
                  </a:lnTo>
                  <a:lnTo>
                    <a:pt x="3404354" y="1846676"/>
                  </a:lnTo>
                  <a:lnTo>
                    <a:pt x="3404449" y="1846676"/>
                  </a:lnTo>
                  <a:lnTo>
                    <a:pt x="3404543" y="1846676"/>
                  </a:lnTo>
                  <a:lnTo>
                    <a:pt x="3404637" y="1846676"/>
                  </a:lnTo>
                  <a:lnTo>
                    <a:pt x="3404731" y="1846676"/>
                  </a:lnTo>
                  <a:lnTo>
                    <a:pt x="3404825" y="1846676"/>
                  </a:lnTo>
                  <a:lnTo>
                    <a:pt x="3404919" y="1846676"/>
                  </a:lnTo>
                  <a:lnTo>
                    <a:pt x="3405013" y="1846676"/>
                  </a:lnTo>
                  <a:lnTo>
                    <a:pt x="3405108" y="1846676"/>
                  </a:lnTo>
                  <a:lnTo>
                    <a:pt x="3405202" y="1846676"/>
                  </a:lnTo>
                  <a:lnTo>
                    <a:pt x="3405296" y="1846676"/>
                  </a:lnTo>
                  <a:lnTo>
                    <a:pt x="3405390" y="1846676"/>
                  </a:lnTo>
                  <a:lnTo>
                    <a:pt x="3405484" y="1846676"/>
                  </a:lnTo>
                  <a:lnTo>
                    <a:pt x="3405578" y="1846676"/>
                  </a:lnTo>
                  <a:lnTo>
                    <a:pt x="3405672" y="1846676"/>
                  </a:lnTo>
                  <a:lnTo>
                    <a:pt x="3405767" y="1846676"/>
                  </a:lnTo>
                  <a:lnTo>
                    <a:pt x="3405861" y="1846676"/>
                  </a:lnTo>
                  <a:lnTo>
                    <a:pt x="3405955" y="1846676"/>
                  </a:lnTo>
                  <a:lnTo>
                    <a:pt x="3406049" y="1846676"/>
                  </a:lnTo>
                  <a:lnTo>
                    <a:pt x="3406143" y="1846676"/>
                  </a:lnTo>
                  <a:lnTo>
                    <a:pt x="3406237" y="1846676"/>
                  </a:lnTo>
                  <a:lnTo>
                    <a:pt x="3406332" y="1846676"/>
                  </a:lnTo>
                  <a:lnTo>
                    <a:pt x="3406426" y="1846676"/>
                  </a:lnTo>
                  <a:lnTo>
                    <a:pt x="3406520" y="1846676"/>
                  </a:lnTo>
                  <a:lnTo>
                    <a:pt x="3406520" y="1841765"/>
                  </a:lnTo>
                  <a:lnTo>
                    <a:pt x="3406614" y="1841765"/>
                  </a:lnTo>
                  <a:lnTo>
                    <a:pt x="3406708" y="1841765"/>
                  </a:lnTo>
                  <a:lnTo>
                    <a:pt x="3406802" y="1841765"/>
                  </a:lnTo>
                  <a:lnTo>
                    <a:pt x="3406896" y="1841765"/>
                  </a:lnTo>
                  <a:lnTo>
                    <a:pt x="3406991" y="1841765"/>
                  </a:lnTo>
                  <a:lnTo>
                    <a:pt x="3407085" y="1841765"/>
                  </a:lnTo>
                  <a:lnTo>
                    <a:pt x="3407179" y="1841765"/>
                  </a:lnTo>
                  <a:lnTo>
                    <a:pt x="3407273" y="1841765"/>
                  </a:lnTo>
                  <a:lnTo>
                    <a:pt x="3407367" y="1841765"/>
                  </a:lnTo>
                  <a:lnTo>
                    <a:pt x="3407461" y="1841765"/>
                  </a:lnTo>
                  <a:lnTo>
                    <a:pt x="3407556" y="1841765"/>
                  </a:lnTo>
                  <a:lnTo>
                    <a:pt x="3407650" y="1841765"/>
                  </a:lnTo>
                  <a:lnTo>
                    <a:pt x="3407744" y="1841765"/>
                  </a:lnTo>
                  <a:lnTo>
                    <a:pt x="3407838" y="1841765"/>
                  </a:lnTo>
                  <a:lnTo>
                    <a:pt x="3407932" y="1841765"/>
                  </a:lnTo>
                  <a:lnTo>
                    <a:pt x="3408026" y="1841765"/>
                  </a:lnTo>
                  <a:lnTo>
                    <a:pt x="3408120" y="1841765"/>
                  </a:lnTo>
                  <a:lnTo>
                    <a:pt x="3408215" y="1841765"/>
                  </a:lnTo>
                  <a:lnTo>
                    <a:pt x="3408309" y="1841765"/>
                  </a:lnTo>
                  <a:lnTo>
                    <a:pt x="3408403" y="1841765"/>
                  </a:lnTo>
                  <a:lnTo>
                    <a:pt x="3408497" y="1841765"/>
                  </a:lnTo>
                  <a:lnTo>
                    <a:pt x="3408591" y="1841765"/>
                  </a:lnTo>
                  <a:lnTo>
                    <a:pt x="3408685" y="1841765"/>
                  </a:lnTo>
                  <a:lnTo>
                    <a:pt x="3408780" y="1841765"/>
                  </a:lnTo>
                  <a:lnTo>
                    <a:pt x="3408874" y="1841765"/>
                  </a:lnTo>
                  <a:lnTo>
                    <a:pt x="3408968" y="1841765"/>
                  </a:lnTo>
                  <a:lnTo>
                    <a:pt x="3409062" y="1841765"/>
                  </a:lnTo>
                  <a:lnTo>
                    <a:pt x="3409156" y="1841765"/>
                  </a:lnTo>
                  <a:lnTo>
                    <a:pt x="3409250" y="1841765"/>
                  </a:lnTo>
                  <a:lnTo>
                    <a:pt x="3409344" y="1841765"/>
                  </a:lnTo>
                  <a:lnTo>
                    <a:pt x="3409439" y="1841765"/>
                  </a:lnTo>
                  <a:lnTo>
                    <a:pt x="3409533" y="1841765"/>
                  </a:lnTo>
                  <a:lnTo>
                    <a:pt x="3409627" y="1841765"/>
                  </a:lnTo>
                  <a:lnTo>
                    <a:pt x="3409721" y="1841765"/>
                  </a:lnTo>
                  <a:lnTo>
                    <a:pt x="3409815" y="1841765"/>
                  </a:lnTo>
                  <a:lnTo>
                    <a:pt x="3409909" y="1841765"/>
                  </a:lnTo>
                  <a:lnTo>
                    <a:pt x="3410003" y="1841765"/>
                  </a:lnTo>
                  <a:lnTo>
                    <a:pt x="3410098" y="1841765"/>
                  </a:lnTo>
                  <a:lnTo>
                    <a:pt x="3410192" y="1841765"/>
                  </a:lnTo>
                  <a:lnTo>
                    <a:pt x="3410286" y="1841765"/>
                  </a:lnTo>
                  <a:lnTo>
                    <a:pt x="3410380" y="1841765"/>
                  </a:lnTo>
                  <a:lnTo>
                    <a:pt x="3410474" y="1841765"/>
                  </a:lnTo>
                  <a:lnTo>
                    <a:pt x="3410568" y="1841765"/>
                  </a:lnTo>
                  <a:lnTo>
                    <a:pt x="3410663" y="1841765"/>
                  </a:lnTo>
                  <a:lnTo>
                    <a:pt x="3410757" y="1841765"/>
                  </a:lnTo>
                  <a:lnTo>
                    <a:pt x="3410851" y="1841765"/>
                  </a:lnTo>
                  <a:lnTo>
                    <a:pt x="3410945" y="1841765"/>
                  </a:lnTo>
                  <a:lnTo>
                    <a:pt x="3411039" y="1841765"/>
                  </a:lnTo>
                  <a:lnTo>
                    <a:pt x="3411133" y="1841765"/>
                  </a:lnTo>
                  <a:lnTo>
                    <a:pt x="3411227" y="1841765"/>
                  </a:lnTo>
                  <a:lnTo>
                    <a:pt x="3411322" y="1841765"/>
                  </a:lnTo>
                  <a:lnTo>
                    <a:pt x="3411416" y="1841765"/>
                  </a:lnTo>
                  <a:lnTo>
                    <a:pt x="3411510" y="1841765"/>
                  </a:lnTo>
                  <a:lnTo>
                    <a:pt x="3411604" y="1841765"/>
                  </a:lnTo>
                  <a:lnTo>
                    <a:pt x="3411698" y="1841765"/>
                  </a:lnTo>
                  <a:lnTo>
                    <a:pt x="3411792" y="1841765"/>
                  </a:lnTo>
                  <a:lnTo>
                    <a:pt x="3411887" y="1841765"/>
                  </a:lnTo>
                  <a:lnTo>
                    <a:pt x="3411981" y="1841765"/>
                  </a:lnTo>
                  <a:lnTo>
                    <a:pt x="3412075" y="1841765"/>
                  </a:lnTo>
                  <a:lnTo>
                    <a:pt x="3412169" y="1841765"/>
                  </a:lnTo>
                  <a:lnTo>
                    <a:pt x="3412169" y="1836854"/>
                  </a:lnTo>
                  <a:lnTo>
                    <a:pt x="3412263" y="1836854"/>
                  </a:lnTo>
                  <a:lnTo>
                    <a:pt x="3412263" y="1831942"/>
                  </a:lnTo>
                  <a:lnTo>
                    <a:pt x="3412357" y="1831942"/>
                  </a:lnTo>
                  <a:lnTo>
                    <a:pt x="3412451" y="1831942"/>
                  </a:lnTo>
                  <a:lnTo>
                    <a:pt x="3412546" y="1831942"/>
                  </a:lnTo>
                  <a:lnTo>
                    <a:pt x="3412640" y="1831942"/>
                  </a:lnTo>
                  <a:lnTo>
                    <a:pt x="3412734" y="1831942"/>
                  </a:lnTo>
                  <a:lnTo>
                    <a:pt x="3412828" y="1831942"/>
                  </a:lnTo>
                  <a:lnTo>
                    <a:pt x="3412922" y="1831942"/>
                  </a:lnTo>
                  <a:lnTo>
                    <a:pt x="3413016" y="1831942"/>
                  </a:lnTo>
                  <a:lnTo>
                    <a:pt x="3413111" y="1831942"/>
                  </a:lnTo>
                  <a:lnTo>
                    <a:pt x="3413205" y="1831942"/>
                  </a:lnTo>
                  <a:lnTo>
                    <a:pt x="3413299" y="1831942"/>
                  </a:lnTo>
                  <a:lnTo>
                    <a:pt x="3413393" y="1831942"/>
                  </a:lnTo>
                  <a:lnTo>
                    <a:pt x="3413487" y="1831942"/>
                  </a:lnTo>
                  <a:lnTo>
                    <a:pt x="3413581" y="1831942"/>
                  </a:lnTo>
                  <a:lnTo>
                    <a:pt x="3413675" y="1831942"/>
                  </a:lnTo>
                  <a:lnTo>
                    <a:pt x="3413770" y="1831942"/>
                  </a:lnTo>
                  <a:lnTo>
                    <a:pt x="3413864" y="1831942"/>
                  </a:lnTo>
                  <a:lnTo>
                    <a:pt x="3413958" y="1831942"/>
                  </a:lnTo>
                  <a:lnTo>
                    <a:pt x="3414052" y="1831942"/>
                  </a:lnTo>
                  <a:lnTo>
                    <a:pt x="3414146" y="1831942"/>
                  </a:lnTo>
                  <a:lnTo>
                    <a:pt x="3414240" y="1831942"/>
                  </a:lnTo>
                  <a:lnTo>
                    <a:pt x="3414334" y="1831942"/>
                  </a:lnTo>
                  <a:lnTo>
                    <a:pt x="3414429" y="1831942"/>
                  </a:lnTo>
                  <a:lnTo>
                    <a:pt x="3414523" y="1831942"/>
                  </a:lnTo>
                  <a:lnTo>
                    <a:pt x="3414617" y="1831942"/>
                  </a:lnTo>
                  <a:lnTo>
                    <a:pt x="3414711" y="1831942"/>
                  </a:lnTo>
                  <a:lnTo>
                    <a:pt x="3414805" y="1831942"/>
                  </a:lnTo>
                  <a:lnTo>
                    <a:pt x="3414899" y="1831942"/>
                  </a:lnTo>
                  <a:lnTo>
                    <a:pt x="3414994" y="1831942"/>
                  </a:lnTo>
                  <a:lnTo>
                    <a:pt x="3415088" y="1831942"/>
                  </a:lnTo>
                  <a:lnTo>
                    <a:pt x="3415182" y="1831942"/>
                  </a:lnTo>
                  <a:lnTo>
                    <a:pt x="3415276" y="1831942"/>
                  </a:lnTo>
                  <a:lnTo>
                    <a:pt x="3415370" y="1831942"/>
                  </a:lnTo>
                  <a:lnTo>
                    <a:pt x="3415464" y="1831942"/>
                  </a:lnTo>
                  <a:lnTo>
                    <a:pt x="3415558" y="1831942"/>
                  </a:lnTo>
                  <a:lnTo>
                    <a:pt x="3415653" y="1831942"/>
                  </a:lnTo>
                  <a:lnTo>
                    <a:pt x="3415747" y="1831942"/>
                  </a:lnTo>
                  <a:lnTo>
                    <a:pt x="3415841" y="1831942"/>
                  </a:lnTo>
                  <a:lnTo>
                    <a:pt x="3415935" y="1831942"/>
                  </a:lnTo>
                  <a:lnTo>
                    <a:pt x="3416029" y="1831942"/>
                  </a:lnTo>
                  <a:lnTo>
                    <a:pt x="3416123" y="1831942"/>
                  </a:lnTo>
                  <a:lnTo>
                    <a:pt x="3416218" y="1831942"/>
                  </a:lnTo>
                  <a:lnTo>
                    <a:pt x="3416312" y="1831942"/>
                  </a:lnTo>
                  <a:lnTo>
                    <a:pt x="3416406" y="1831942"/>
                  </a:lnTo>
                  <a:lnTo>
                    <a:pt x="3416500" y="1831942"/>
                  </a:lnTo>
                  <a:lnTo>
                    <a:pt x="3416594" y="1831942"/>
                  </a:lnTo>
                  <a:lnTo>
                    <a:pt x="3416688" y="1831942"/>
                  </a:lnTo>
                  <a:lnTo>
                    <a:pt x="3416782" y="1831942"/>
                  </a:lnTo>
                  <a:lnTo>
                    <a:pt x="3416877" y="1831942"/>
                  </a:lnTo>
                  <a:lnTo>
                    <a:pt x="3416971" y="1831942"/>
                  </a:lnTo>
                  <a:lnTo>
                    <a:pt x="3417065" y="1831942"/>
                  </a:lnTo>
                  <a:lnTo>
                    <a:pt x="3417159" y="1831942"/>
                  </a:lnTo>
                  <a:lnTo>
                    <a:pt x="3417253" y="1831942"/>
                  </a:lnTo>
                  <a:lnTo>
                    <a:pt x="3417347" y="1831942"/>
                  </a:lnTo>
                  <a:lnTo>
                    <a:pt x="3417442" y="1831942"/>
                  </a:lnTo>
                  <a:lnTo>
                    <a:pt x="3417536" y="1831942"/>
                  </a:lnTo>
                  <a:lnTo>
                    <a:pt x="3417630" y="1831942"/>
                  </a:lnTo>
                  <a:lnTo>
                    <a:pt x="3417724" y="1831942"/>
                  </a:lnTo>
                  <a:lnTo>
                    <a:pt x="3417818" y="1831942"/>
                  </a:lnTo>
                  <a:lnTo>
                    <a:pt x="3417912" y="1831942"/>
                  </a:lnTo>
                  <a:lnTo>
                    <a:pt x="3418006" y="1831942"/>
                  </a:lnTo>
                  <a:lnTo>
                    <a:pt x="3418101" y="1831942"/>
                  </a:lnTo>
                  <a:lnTo>
                    <a:pt x="3418195" y="1831942"/>
                  </a:lnTo>
                  <a:lnTo>
                    <a:pt x="3418289" y="1831942"/>
                  </a:lnTo>
                  <a:lnTo>
                    <a:pt x="3418383" y="1831942"/>
                  </a:lnTo>
                  <a:lnTo>
                    <a:pt x="3418477" y="1831942"/>
                  </a:lnTo>
                  <a:lnTo>
                    <a:pt x="3418571" y="1831942"/>
                  </a:lnTo>
                  <a:lnTo>
                    <a:pt x="3418665" y="1831942"/>
                  </a:lnTo>
                  <a:lnTo>
                    <a:pt x="3418760" y="1831942"/>
                  </a:lnTo>
                  <a:lnTo>
                    <a:pt x="3418854" y="1831942"/>
                  </a:lnTo>
                  <a:lnTo>
                    <a:pt x="3418948" y="1831942"/>
                  </a:lnTo>
                  <a:lnTo>
                    <a:pt x="3419042" y="1831942"/>
                  </a:lnTo>
                  <a:lnTo>
                    <a:pt x="3419136" y="1831942"/>
                  </a:lnTo>
                  <a:lnTo>
                    <a:pt x="3419230" y="1831942"/>
                  </a:lnTo>
                  <a:lnTo>
                    <a:pt x="3419325" y="1831942"/>
                  </a:lnTo>
                  <a:lnTo>
                    <a:pt x="3419419" y="1831942"/>
                  </a:lnTo>
                  <a:lnTo>
                    <a:pt x="3419513" y="1831942"/>
                  </a:lnTo>
                  <a:lnTo>
                    <a:pt x="3419607" y="1831942"/>
                  </a:lnTo>
                  <a:lnTo>
                    <a:pt x="3419701" y="1831942"/>
                  </a:lnTo>
                  <a:lnTo>
                    <a:pt x="3419795" y="1831942"/>
                  </a:lnTo>
                  <a:lnTo>
                    <a:pt x="3419889" y="1831942"/>
                  </a:lnTo>
                  <a:lnTo>
                    <a:pt x="3419984" y="1831942"/>
                  </a:lnTo>
                  <a:lnTo>
                    <a:pt x="3420078" y="1831942"/>
                  </a:lnTo>
                  <a:lnTo>
                    <a:pt x="3420172" y="1831942"/>
                  </a:lnTo>
                  <a:lnTo>
                    <a:pt x="3420266" y="1831942"/>
                  </a:lnTo>
                  <a:lnTo>
                    <a:pt x="3420360" y="1831942"/>
                  </a:lnTo>
                  <a:lnTo>
                    <a:pt x="3420454" y="1831942"/>
                  </a:lnTo>
                  <a:lnTo>
                    <a:pt x="3420549" y="1831942"/>
                  </a:lnTo>
                  <a:lnTo>
                    <a:pt x="3420643" y="1831942"/>
                  </a:lnTo>
                  <a:lnTo>
                    <a:pt x="3420737" y="1831942"/>
                  </a:lnTo>
                  <a:lnTo>
                    <a:pt x="3420831" y="1831942"/>
                  </a:lnTo>
                  <a:lnTo>
                    <a:pt x="3420831" y="1827031"/>
                  </a:lnTo>
                  <a:lnTo>
                    <a:pt x="3420925" y="1827031"/>
                  </a:lnTo>
                  <a:lnTo>
                    <a:pt x="3421019" y="1827031"/>
                  </a:lnTo>
                  <a:lnTo>
                    <a:pt x="3421113" y="1827031"/>
                  </a:lnTo>
                  <a:lnTo>
                    <a:pt x="3421208" y="1827031"/>
                  </a:lnTo>
                  <a:lnTo>
                    <a:pt x="3421302" y="1827031"/>
                  </a:lnTo>
                  <a:lnTo>
                    <a:pt x="3421396" y="1827031"/>
                  </a:lnTo>
                  <a:lnTo>
                    <a:pt x="3421490" y="1827031"/>
                  </a:lnTo>
                  <a:lnTo>
                    <a:pt x="3421584" y="1827031"/>
                  </a:lnTo>
                  <a:lnTo>
                    <a:pt x="3421678" y="1827031"/>
                  </a:lnTo>
                  <a:lnTo>
                    <a:pt x="3421773" y="1827031"/>
                  </a:lnTo>
                  <a:lnTo>
                    <a:pt x="3421867" y="1827031"/>
                  </a:lnTo>
                  <a:lnTo>
                    <a:pt x="3421961" y="1827031"/>
                  </a:lnTo>
                  <a:lnTo>
                    <a:pt x="3422055" y="1827031"/>
                  </a:lnTo>
                  <a:lnTo>
                    <a:pt x="3422149" y="1827031"/>
                  </a:lnTo>
                  <a:lnTo>
                    <a:pt x="3422243" y="1827031"/>
                  </a:lnTo>
                  <a:lnTo>
                    <a:pt x="3422337" y="1827031"/>
                  </a:lnTo>
                  <a:lnTo>
                    <a:pt x="3422432" y="1827031"/>
                  </a:lnTo>
                  <a:lnTo>
                    <a:pt x="3422526" y="1827031"/>
                  </a:lnTo>
                  <a:lnTo>
                    <a:pt x="3422620" y="1827031"/>
                  </a:lnTo>
                  <a:lnTo>
                    <a:pt x="3422714" y="1827031"/>
                  </a:lnTo>
                  <a:lnTo>
                    <a:pt x="3422808" y="1827031"/>
                  </a:lnTo>
                  <a:lnTo>
                    <a:pt x="3422902" y="1827031"/>
                  </a:lnTo>
                  <a:lnTo>
                    <a:pt x="3422996" y="1827031"/>
                  </a:lnTo>
                  <a:lnTo>
                    <a:pt x="3423091" y="1827031"/>
                  </a:lnTo>
                  <a:lnTo>
                    <a:pt x="3423185" y="1827031"/>
                  </a:lnTo>
                  <a:lnTo>
                    <a:pt x="3423279" y="1827031"/>
                  </a:lnTo>
                  <a:lnTo>
                    <a:pt x="3423373" y="1827031"/>
                  </a:lnTo>
                  <a:lnTo>
                    <a:pt x="3423467" y="1827031"/>
                  </a:lnTo>
                  <a:lnTo>
                    <a:pt x="3423561" y="1827031"/>
                  </a:lnTo>
                  <a:lnTo>
                    <a:pt x="3423656" y="1827031"/>
                  </a:lnTo>
                  <a:lnTo>
                    <a:pt x="3423750" y="1827031"/>
                  </a:lnTo>
                  <a:lnTo>
                    <a:pt x="3423844" y="1827031"/>
                  </a:lnTo>
                  <a:lnTo>
                    <a:pt x="3423938" y="1827031"/>
                  </a:lnTo>
                  <a:lnTo>
                    <a:pt x="3424032" y="1827031"/>
                  </a:lnTo>
                  <a:lnTo>
                    <a:pt x="3424126" y="1827031"/>
                  </a:lnTo>
                  <a:lnTo>
                    <a:pt x="3424220" y="1827031"/>
                  </a:lnTo>
                  <a:lnTo>
                    <a:pt x="3424315" y="1827031"/>
                  </a:lnTo>
                  <a:lnTo>
                    <a:pt x="3424409" y="1827031"/>
                  </a:lnTo>
                  <a:lnTo>
                    <a:pt x="3424503" y="1827031"/>
                  </a:lnTo>
                  <a:lnTo>
                    <a:pt x="3424597" y="1827031"/>
                  </a:lnTo>
                  <a:lnTo>
                    <a:pt x="3424691" y="1827031"/>
                  </a:lnTo>
                  <a:lnTo>
                    <a:pt x="3424785" y="1827031"/>
                  </a:lnTo>
                  <a:lnTo>
                    <a:pt x="3424880" y="1827031"/>
                  </a:lnTo>
                  <a:lnTo>
                    <a:pt x="3424974" y="1827031"/>
                  </a:lnTo>
                  <a:lnTo>
                    <a:pt x="3425068" y="1827031"/>
                  </a:lnTo>
                  <a:lnTo>
                    <a:pt x="3425162" y="1827031"/>
                  </a:lnTo>
                  <a:lnTo>
                    <a:pt x="3425256" y="1827031"/>
                  </a:lnTo>
                  <a:lnTo>
                    <a:pt x="3425350" y="1827031"/>
                  </a:lnTo>
                  <a:lnTo>
                    <a:pt x="3425444" y="1827031"/>
                  </a:lnTo>
                  <a:lnTo>
                    <a:pt x="3425539" y="1827031"/>
                  </a:lnTo>
                  <a:lnTo>
                    <a:pt x="3425633" y="1827031"/>
                  </a:lnTo>
                  <a:lnTo>
                    <a:pt x="3425727" y="1827031"/>
                  </a:lnTo>
                  <a:lnTo>
                    <a:pt x="3425821" y="1827031"/>
                  </a:lnTo>
                  <a:lnTo>
                    <a:pt x="3425915" y="1827031"/>
                  </a:lnTo>
                  <a:lnTo>
                    <a:pt x="3426009" y="1827031"/>
                  </a:lnTo>
                  <a:lnTo>
                    <a:pt x="3426104" y="1827031"/>
                  </a:lnTo>
                  <a:lnTo>
                    <a:pt x="3426198" y="1827031"/>
                  </a:lnTo>
                  <a:lnTo>
                    <a:pt x="3426292" y="1827031"/>
                  </a:lnTo>
                  <a:lnTo>
                    <a:pt x="3426386" y="1827031"/>
                  </a:lnTo>
                  <a:lnTo>
                    <a:pt x="3426480" y="1827031"/>
                  </a:lnTo>
                  <a:lnTo>
                    <a:pt x="3426574" y="1827031"/>
                  </a:lnTo>
                  <a:lnTo>
                    <a:pt x="3426668" y="1827031"/>
                  </a:lnTo>
                  <a:lnTo>
                    <a:pt x="3426763" y="1827031"/>
                  </a:lnTo>
                  <a:lnTo>
                    <a:pt x="3426857" y="1827031"/>
                  </a:lnTo>
                  <a:lnTo>
                    <a:pt x="3426951" y="1827031"/>
                  </a:lnTo>
                  <a:lnTo>
                    <a:pt x="3427045" y="1827031"/>
                  </a:lnTo>
                  <a:lnTo>
                    <a:pt x="3427139" y="1827031"/>
                  </a:lnTo>
                  <a:lnTo>
                    <a:pt x="3427233" y="1827031"/>
                  </a:lnTo>
                  <a:lnTo>
                    <a:pt x="3427327" y="1827031"/>
                  </a:lnTo>
                  <a:lnTo>
                    <a:pt x="3427422" y="1827031"/>
                  </a:lnTo>
                  <a:lnTo>
                    <a:pt x="3427516" y="1827031"/>
                  </a:lnTo>
                  <a:lnTo>
                    <a:pt x="3427610" y="1827031"/>
                  </a:lnTo>
                  <a:lnTo>
                    <a:pt x="3427704" y="1827031"/>
                  </a:lnTo>
                  <a:lnTo>
                    <a:pt x="3427798" y="1827031"/>
                  </a:lnTo>
                  <a:lnTo>
                    <a:pt x="3427892" y="1827031"/>
                  </a:lnTo>
                  <a:lnTo>
                    <a:pt x="3427987" y="1827031"/>
                  </a:lnTo>
                  <a:lnTo>
                    <a:pt x="3428081" y="1827031"/>
                  </a:lnTo>
                  <a:lnTo>
                    <a:pt x="3428175" y="1827031"/>
                  </a:lnTo>
                  <a:lnTo>
                    <a:pt x="3428269" y="1827031"/>
                  </a:lnTo>
                  <a:lnTo>
                    <a:pt x="3428363" y="1827031"/>
                  </a:lnTo>
                  <a:lnTo>
                    <a:pt x="3428457" y="1827031"/>
                  </a:lnTo>
                  <a:lnTo>
                    <a:pt x="3428551" y="1827031"/>
                  </a:lnTo>
                  <a:lnTo>
                    <a:pt x="3428646" y="1827031"/>
                  </a:lnTo>
                  <a:lnTo>
                    <a:pt x="3428740" y="1827031"/>
                  </a:lnTo>
                  <a:lnTo>
                    <a:pt x="3428834" y="1827031"/>
                  </a:lnTo>
                  <a:lnTo>
                    <a:pt x="3428928" y="1827031"/>
                  </a:lnTo>
                  <a:lnTo>
                    <a:pt x="3429022" y="1827031"/>
                  </a:lnTo>
                  <a:lnTo>
                    <a:pt x="3429116" y="1827031"/>
                  </a:lnTo>
                  <a:lnTo>
                    <a:pt x="3429211" y="1827031"/>
                  </a:lnTo>
                  <a:lnTo>
                    <a:pt x="3429305" y="1827031"/>
                  </a:lnTo>
                  <a:lnTo>
                    <a:pt x="3429399" y="1827031"/>
                  </a:lnTo>
                  <a:lnTo>
                    <a:pt x="3429493" y="1827031"/>
                  </a:lnTo>
                  <a:lnTo>
                    <a:pt x="3429587" y="1827031"/>
                  </a:lnTo>
                  <a:lnTo>
                    <a:pt x="3429681" y="1827031"/>
                  </a:lnTo>
                  <a:lnTo>
                    <a:pt x="3429775" y="1827031"/>
                  </a:lnTo>
                  <a:lnTo>
                    <a:pt x="3429870" y="1827031"/>
                  </a:lnTo>
                  <a:lnTo>
                    <a:pt x="3429964" y="1827031"/>
                  </a:lnTo>
                  <a:lnTo>
                    <a:pt x="3430058" y="1827031"/>
                  </a:lnTo>
                  <a:lnTo>
                    <a:pt x="3430152" y="1827031"/>
                  </a:lnTo>
                  <a:lnTo>
                    <a:pt x="3430246" y="1827031"/>
                  </a:lnTo>
                  <a:lnTo>
                    <a:pt x="3430340" y="1827031"/>
                  </a:lnTo>
                  <a:lnTo>
                    <a:pt x="3430435" y="1827031"/>
                  </a:lnTo>
                  <a:lnTo>
                    <a:pt x="3430529" y="1827031"/>
                  </a:lnTo>
                  <a:lnTo>
                    <a:pt x="3430623" y="1827031"/>
                  </a:lnTo>
                  <a:lnTo>
                    <a:pt x="3430717" y="1827031"/>
                  </a:lnTo>
                  <a:lnTo>
                    <a:pt x="3430811" y="1827031"/>
                  </a:lnTo>
                  <a:lnTo>
                    <a:pt x="3430905" y="1827031"/>
                  </a:lnTo>
                  <a:lnTo>
                    <a:pt x="3430999" y="1827031"/>
                  </a:lnTo>
                  <a:lnTo>
                    <a:pt x="3431094" y="1827031"/>
                  </a:lnTo>
                  <a:lnTo>
                    <a:pt x="3431188" y="1827031"/>
                  </a:lnTo>
                  <a:lnTo>
                    <a:pt x="3431282" y="1827031"/>
                  </a:lnTo>
                  <a:lnTo>
                    <a:pt x="3431376" y="1827031"/>
                  </a:lnTo>
                  <a:lnTo>
                    <a:pt x="3431470" y="1827031"/>
                  </a:lnTo>
                  <a:lnTo>
                    <a:pt x="3431564" y="1827031"/>
                  </a:lnTo>
                  <a:lnTo>
                    <a:pt x="3431658" y="1827031"/>
                  </a:lnTo>
                  <a:lnTo>
                    <a:pt x="3431753" y="1827031"/>
                  </a:lnTo>
                  <a:lnTo>
                    <a:pt x="3431847" y="1827031"/>
                  </a:lnTo>
                  <a:lnTo>
                    <a:pt x="3431941" y="1827031"/>
                  </a:lnTo>
                  <a:lnTo>
                    <a:pt x="3432035" y="1827031"/>
                  </a:lnTo>
                  <a:lnTo>
                    <a:pt x="3432129" y="1827031"/>
                  </a:lnTo>
                  <a:lnTo>
                    <a:pt x="3432223" y="1827031"/>
                  </a:lnTo>
                  <a:lnTo>
                    <a:pt x="3432318" y="1827031"/>
                  </a:lnTo>
                  <a:lnTo>
                    <a:pt x="3432412" y="1827031"/>
                  </a:lnTo>
                  <a:lnTo>
                    <a:pt x="3432506" y="1827031"/>
                  </a:lnTo>
                  <a:lnTo>
                    <a:pt x="3432600" y="1827031"/>
                  </a:lnTo>
                  <a:lnTo>
                    <a:pt x="3432694" y="1827031"/>
                  </a:lnTo>
                  <a:lnTo>
                    <a:pt x="3432788" y="1827031"/>
                  </a:lnTo>
                  <a:lnTo>
                    <a:pt x="3432882" y="1827031"/>
                  </a:lnTo>
                  <a:lnTo>
                    <a:pt x="3432977" y="1827031"/>
                  </a:lnTo>
                  <a:lnTo>
                    <a:pt x="3433071" y="1827031"/>
                  </a:lnTo>
                  <a:lnTo>
                    <a:pt x="3433165" y="1827031"/>
                  </a:lnTo>
                  <a:lnTo>
                    <a:pt x="3433259" y="1827031"/>
                  </a:lnTo>
                  <a:lnTo>
                    <a:pt x="3433353" y="1827031"/>
                  </a:lnTo>
                  <a:lnTo>
                    <a:pt x="3433447" y="1827031"/>
                  </a:lnTo>
                  <a:lnTo>
                    <a:pt x="3433542" y="1827031"/>
                  </a:lnTo>
                  <a:lnTo>
                    <a:pt x="3433636" y="1827031"/>
                  </a:lnTo>
                  <a:lnTo>
                    <a:pt x="3433730" y="1827031"/>
                  </a:lnTo>
                  <a:lnTo>
                    <a:pt x="3433824" y="1827031"/>
                  </a:lnTo>
                  <a:lnTo>
                    <a:pt x="3433918" y="1827031"/>
                  </a:lnTo>
                  <a:lnTo>
                    <a:pt x="3434012" y="1827031"/>
                  </a:lnTo>
                  <a:lnTo>
                    <a:pt x="3434106" y="1827031"/>
                  </a:lnTo>
                  <a:lnTo>
                    <a:pt x="3434201" y="1827031"/>
                  </a:lnTo>
                  <a:lnTo>
                    <a:pt x="3434295" y="1827031"/>
                  </a:lnTo>
                  <a:lnTo>
                    <a:pt x="3434389" y="1827031"/>
                  </a:lnTo>
                  <a:lnTo>
                    <a:pt x="3434483" y="1827031"/>
                  </a:lnTo>
                  <a:lnTo>
                    <a:pt x="3434577" y="1827031"/>
                  </a:lnTo>
                  <a:lnTo>
                    <a:pt x="3434671" y="1827031"/>
                  </a:lnTo>
                  <a:lnTo>
                    <a:pt x="3434766" y="1827031"/>
                  </a:lnTo>
                  <a:lnTo>
                    <a:pt x="3434860" y="1827031"/>
                  </a:lnTo>
                  <a:lnTo>
                    <a:pt x="3434954" y="1827031"/>
                  </a:lnTo>
                  <a:lnTo>
                    <a:pt x="3435048" y="1827031"/>
                  </a:lnTo>
                  <a:lnTo>
                    <a:pt x="3435142" y="1827031"/>
                  </a:lnTo>
                  <a:lnTo>
                    <a:pt x="3435236" y="1827031"/>
                  </a:lnTo>
                  <a:lnTo>
                    <a:pt x="3435330" y="1827031"/>
                  </a:lnTo>
                  <a:lnTo>
                    <a:pt x="3435425" y="1827031"/>
                  </a:lnTo>
                  <a:lnTo>
                    <a:pt x="3435519" y="1827031"/>
                  </a:lnTo>
                  <a:lnTo>
                    <a:pt x="3435613" y="1827031"/>
                  </a:lnTo>
                  <a:lnTo>
                    <a:pt x="3435707" y="1827031"/>
                  </a:lnTo>
                  <a:lnTo>
                    <a:pt x="3435801" y="1827031"/>
                  </a:lnTo>
                  <a:lnTo>
                    <a:pt x="3435895" y="1827031"/>
                  </a:lnTo>
                  <a:lnTo>
                    <a:pt x="3435989" y="1827031"/>
                  </a:lnTo>
                  <a:lnTo>
                    <a:pt x="3436084" y="1827031"/>
                  </a:lnTo>
                  <a:lnTo>
                    <a:pt x="3436178" y="1827031"/>
                  </a:lnTo>
                  <a:lnTo>
                    <a:pt x="3436272" y="1827031"/>
                  </a:lnTo>
                  <a:lnTo>
                    <a:pt x="3436366" y="1827031"/>
                  </a:lnTo>
                  <a:lnTo>
                    <a:pt x="3436460" y="1827031"/>
                  </a:lnTo>
                  <a:lnTo>
                    <a:pt x="3436554" y="1827031"/>
                  </a:lnTo>
                  <a:lnTo>
                    <a:pt x="3436649" y="1827031"/>
                  </a:lnTo>
                  <a:lnTo>
                    <a:pt x="3436743" y="1827031"/>
                  </a:lnTo>
                  <a:lnTo>
                    <a:pt x="3436837" y="1827031"/>
                  </a:lnTo>
                  <a:lnTo>
                    <a:pt x="3436931" y="1827031"/>
                  </a:lnTo>
                  <a:lnTo>
                    <a:pt x="3437025" y="1827031"/>
                  </a:lnTo>
                  <a:lnTo>
                    <a:pt x="3437119" y="1827031"/>
                  </a:lnTo>
                  <a:lnTo>
                    <a:pt x="3437213" y="1827031"/>
                  </a:lnTo>
                  <a:lnTo>
                    <a:pt x="3437308" y="1827031"/>
                  </a:lnTo>
                  <a:lnTo>
                    <a:pt x="3437402" y="1827031"/>
                  </a:lnTo>
                  <a:lnTo>
                    <a:pt x="3437496" y="1827031"/>
                  </a:lnTo>
                  <a:lnTo>
                    <a:pt x="3437590" y="1827031"/>
                  </a:lnTo>
                  <a:lnTo>
                    <a:pt x="3437684" y="1827031"/>
                  </a:lnTo>
                  <a:lnTo>
                    <a:pt x="3437684" y="1822120"/>
                  </a:lnTo>
                  <a:lnTo>
                    <a:pt x="3437778" y="1822120"/>
                  </a:lnTo>
                  <a:lnTo>
                    <a:pt x="3437873" y="1822120"/>
                  </a:lnTo>
                  <a:lnTo>
                    <a:pt x="3437967" y="1822120"/>
                  </a:lnTo>
                  <a:lnTo>
                    <a:pt x="3438061" y="1822120"/>
                  </a:lnTo>
                  <a:lnTo>
                    <a:pt x="3438155" y="1822120"/>
                  </a:lnTo>
                  <a:lnTo>
                    <a:pt x="3438249" y="1822120"/>
                  </a:lnTo>
                  <a:lnTo>
                    <a:pt x="3438343" y="1822120"/>
                  </a:lnTo>
                  <a:lnTo>
                    <a:pt x="3438437" y="1822120"/>
                  </a:lnTo>
                  <a:lnTo>
                    <a:pt x="3438532" y="1822120"/>
                  </a:lnTo>
                  <a:lnTo>
                    <a:pt x="3438626" y="1822120"/>
                  </a:lnTo>
                  <a:lnTo>
                    <a:pt x="3438720" y="1822120"/>
                  </a:lnTo>
                  <a:lnTo>
                    <a:pt x="3438814" y="1822120"/>
                  </a:lnTo>
                  <a:lnTo>
                    <a:pt x="3438908" y="1822120"/>
                  </a:lnTo>
                  <a:lnTo>
                    <a:pt x="3439002" y="1822120"/>
                  </a:lnTo>
                  <a:lnTo>
                    <a:pt x="3439097" y="1822120"/>
                  </a:lnTo>
                  <a:lnTo>
                    <a:pt x="3439191" y="1822120"/>
                  </a:lnTo>
                  <a:lnTo>
                    <a:pt x="3439285" y="1822120"/>
                  </a:lnTo>
                  <a:lnTo>
                    <a:pt x="3439379" y="1822120"/>
                  </a:lnTo>
                  <a:lnTo>
                    <a:pt x="3439473" y="1822120"/>
                  </a:lnTo>
                  <a:lnTo>
                    <a:pt x="3439567" y="1822120"/>
                  </a:lnTo>
                  <a:lnTo>
                    <a:pt x="3439661" y="1822120"/>
                  </a:lnTo>
                  <a:lnTo>
                    <a:pt x="3439661" y="1817208"/>
                  </a:lnTo>
                  <a:lnTo>
                    <a:pt x="3439756" y="1817208"/>
                  </a:lnTo>
                  <a:lnTo>
                    <a:pt x="3439850" y="1817208"/>
                  </a:lnTo>
                  <a:lnTo>
                    <a:pt x="3439944" y="1817208"/>
                  </a:lnTo>
                  <a:lnTo>
                    <a:pt x="3440038" y="1817208"/>
                  </a:lnTo>
                  <a:lnTo>
                    <a:pt x="3440132" y="1817208"/>
                  </a:lnTo>
                  <a:lnTo>
                    <a:pt x="3440226" y="1817208"/>
                  </a:lnTo>
                  <a:lnTo>
                    <a:pt x="3440320" y="1817208"/>
                  </a:lnTo>
                  <a:lnTo>
                    <a:pt x="3440415" y="1817208"/>
                  </a:lnTo>
                  <a:lnTo>
                    <a:pt x="3440509" y="1817208"/>
                  </a:lnTo>
                  <a:lnTo>
                    <a:pt x="3440603" y="1817208"/>
                  </a:lnTo>
                  <a:lnTo>
                    <a:pt x="3440697" y="1817208"/>
                  </a:lnTo>
                  <a:lnTo>
                    <a:pt x="3440791" y="1817208"/>
                  </a:lnTo>
                  <a:lnTo>
                    <a:pt x="3440885" y="1817208"/>
                  </a:lnTo>
                  <a:lnTo>
                    <a:pt x="3440980" y="1817208"/>
                  </a:lnTo>
                  <a:lnTo>
                    <a:pt x="3441074" y="1817208"/>
                  </a:lnTo>
                  <a:lnTo>
                    <a:pt x="3441168" y="1817208"/>
                  </a:lnTo>
                  <a:lnTo>
                    <a:pt x="3441262" y="1817208"/>
                  </a:lnTo>
                  <a:lnTo>
                    <a:pt x="3441356" y="1817208"/>
                  </a:lnTo>
                  <a:lnTo>
                    <a:pt x="3441450" y="1817208"/>
                  </a:lnTo>
                  <a:lnTo>
                    <a:pt x="3441544" y="1817208"/>
                  </a:lnTo>
                  <a:lnTo>
                    <a:pt x="3441639" y="1817208"/>
                  </a:lnTo>
                  <a:lnTo>
                    <a:pt x="3441733" y="1817208"/>
                  </a:lnTo>
                  <a:lnTo>
                    <a:pt x="3441827" y="1817208"/>
                  </a:lnTo>
                  <a:lnTo>
                    <a:pt x="3441921" y="1817208"/>
                  </a:lnTo>
                  <a:lnTo>
                    <a:pt x="3442015" y="1817208"/>
                  </a:lnTo>
                  <a:lnTo>
                    <a:pt x="3442109" y="1817208"/>
                  </a:lnTo>
                  <a:lnTo>
                    <a:pt x="3442204" y="1817208"/>
                  </a:lnTo>
                  <a:lnTo>
                    <a:pt x="3442298" y="1817208"/>
                  </a:lnTo>
                  <a:lnTo>
                    <a:pt x="3442392" y="1817208"/>
                  </a:lnTo>
                  <a:lnTo>
                    <a:pt x="3442486" y="1817208"/>
                  </a:lnTo>
                  <a:lnTo>
                    <a:pt x="3442580" y="1817208"/>
                  </a:lnTo>
                  <a:lnTo>
                    <a:pt x="3442674" y="1817208"/>
                  </a:lnTo>
                  <a:lnTo>
                    <a:pt x="3442768" y="1817208"/>
                  </a:lnTo>
                  <a:lnTo>
                    <a:pt x="3442863" y="1817208"/>
                  </a:lnTo>
                  <a:lnTo>
                    <a:pt x="3442957" y="1817208"/>
                  </a:lnTo>
                  <a:lnTo>
                    <a:pt x="3443051" y="1817208"/>
                  </a:lnTo>
                  <a:lnTo>
                    <a:pt x="3443145" y="1817208"/>
                  </a:lnTo>
                  <a:lnTo>
                    <a:pt x="3443239" y="1817208"/>
                  </a:lnTo>
                  <a:lnTo>
                    <a:pt x="3443333" y="1817208"/>
                  </a:lnTo>
                  <a:lnTo>
                    <a:pt x="3443428" y="1817208"/>
                  </a:lnTo>
                  <a:lnTo>
                    <a:pt x="3443522" y="1817208"/>
                  </a:lnTo>
                  <a:lnTo>
                    <a:pt x="3443616" y="1817208"/>
                  </a:lnTo>
                  <a:lnTo>
                    <a:pt x="3443710" y="1817208"/>
                  </a:lnTo>
                  <a:lnTo>
                    <a:pt x="3443804" y="1817208"/>
                  </a:lnTo>
                  <a:lnTo>
                    <a:pt x="3443898" y="1817208"/>
                  </a:lnTo>
                  <a:lnTo>
                    <a:pt x="3443992" y="1817208"/>
                  </a:lnTo>
                  <a:lnTo>
                    <a:pt x="3444087" y="1817208"/>
                  </a:lnTo>
                  <a:lnTo>
                    <a:pt x="3444181" y="1817208"/>
                  </a:lnTo>
                  <a:lnTo>
                    <a:pt x="3444275" y="1817208"/>
                  </a:lnTo>
                  <a:lnTo>
                    <a:pt x="3444369" y="1817208"/>
                  </a:lnTo>
                  <a:lnTo>
                    <a:pt x="3444463" y="1817208"/>
                  </a:lnTo>
                  <a:lnTo>
                    <a:pt x="3444557" y="1817208"/>
                  </a:lnTo>
                  <a:lnTo>
                    <a:pt x="3444651" y="1817208"/>
                  </a:lnTo>
                  <a:lnTo>
                    <a:pt x="3444746" y="1817208"/>
                  </a:lnTo>
                  <a:lnTo>
                    <a:pt x="3444840" y="1817208"/>
                  </a:lnTo>
                  <a:lnTo>
                    <a:pt x="3444934" y="1817208"/>
                  </a:lnTo>
                  <a:lnTo>
                    <a:pt x="3445028" y="1817208"/>
                  </a:lnTo>
                  <a:lnTo>
                    <a:pt x="3445122" y="1817208"/>
                  </a:lnTo>
                  <a:lnTo>
                    <a:pt x="3445122" y="1812297"/>
                  </a:lnTo>
                  <a:lnTo>
                    <a:pt x="3445216" y="1812297"/>
                  </a:lnTo>
                  <a:lnTo>
                    <a:pt x="3445311" y="1812297"/>
                  </a:lnTo>
                  <a:lnTo>
                    <a:pt x="3445405" y="1812297"/>
                  </a:lnTo>
                  <a:lnTo>
                    <a:pt x="3445405" y="1807385"/>
                  </a:lnTo>
                  <a:lnTo>
                    <a:pt x="3445499" y="1807385"/>
                  </a:lnTo>
                  <a:lnTo>
                    <a:pt x="3445499" y="1802474"/>
                  </a:lnTo>
                  <a:lnTo>
                    <a:pt x="3445593" y="1802474"/>
                  </a:lnTo>
                  <a:lnTo>
                    <a:pt x="3445687" y="1802474"/>
                  </a:lnTo>
                  <a:lnTo>
                    <a:pt x="3445781" y="1802474"/>
                  </a:lnTo>
                  <a:lnTo>
                    <a:pt x="3445875" y="1802474"/>
                  </a:lnTo>
                  <a:lnTo>
                    <a:pt x="3445970" y="1802474"/>
                  </a:lnTo>
                  <a:lnTo>
                    <a:pt x="3446064" y="1802474"/>
                  </a:lnTo>
                  <a:lnTo>
                    <a:pt x="3446158" y="1802474"/>
                  </a:lnTo>
                  <a:lnTo>
                    <a:pt x="3446252" y="1802474"/>
                  </a:lnTo>
                  <a:lnTo>
                    <a:pt x="3446346" y="1802474"/>
                  </a:lnTo>
                  <a:lnTo>
                    <a:pt x="3446440" y="1802474"/>
                  </a:lnTo>
                  <a:lnTo>
                    <a:pt x="3446535" y="1802474"/>
                  </a:lnTo>
                  <a:lnTo>
                    <a:pt x="3446629" y="1802474"/>
                  </a:lnTo>
                  <a:lnTo>
                    <a:pt x="3446723" y="1802474"/>
                  </a:lnTo>
                  <a:lnTo>
                    <a:pt x="3446817" y="1802474"/>
                  </a:lnTo>
                  <a:lnTo>
                    <a:pt x="3446911" y="1802474"/>
                  </a:lnTo>
                  <a:lnTo>
                    <a:pt x="3447005" y="1802474"/>
                  </a:lnTo>
                  <a:lnTo>
                    <a:pt x="3447099" y="1802474"/>
                  </a:lnTo>
                  <a:lnTo>
                    <a:pt x="3447194" y="1802474"/>
                  </a:lnTo>
                  <a:lnTo>
                    <a:pt x="3447288" y="1802474"/>
                  </a:lnTo>
                  <a:lnTo>
                    <a:pt x="3447382" y="1802474"/>
                  </a:lnTo>
                  <a:lnTo>
                    <a:pt x="3447476" y="1802474"/>
                  </a:lnTo>
                  <a:lnTo>
                    <a:pt x="3447570" y="1802474"/>
                  </a:lnTo>
                  <a:lnTo>
                    <a:pt x="3447664" y="1802474"/>
                  </a:lnTo>
                  <a:lnTo>
                    <a:pt x="3447759" y="1802474"/>
                  </a:lnTo>
                  <a:lnTo>
                    <a:pt x="3447853" y="1802474"/>
                  </a:lnTo>
                  <a:lnTo>
                    <a:pt x="3447947" y="1802474"/>
                  </a:lnTo>
                  <a:lnTo>
                    <a:pt x="3448041" y="1802474"/>
                  </a:lnTo>
                  <a:lnTo>
                    <a:pt x="3448135" y="1802474"/>
                  </a:lnTo>
                  <a:lnTo>
                    <a:pt x="3448229" y="1802474"/>
                  </a:lnTo>
                  <a:lnTo>
                    <a:pt x="3448323" y="1802474"/>
                  </a:lnTo>
                  <a:lnTo>
                    <a:pt x="3448418" y="1802474"/>
                  </a:lnTo>
                  <a:lnTo>
                    <a:pt x="3448512" y="1802474"/>
                  </a:lnTo>
                  <a:lnTo>
                    <a:pt x="3448606" y="1802474"/>
                  </a:lnTo>
                  <a:lnTo>
                    <a:pt x="3448700" y="1802474"/>
                  </a:lnTo>
                  <a:lnTo>
                    <a:pt x="3448794" y="1802474"/>
                  </a:lnTo>
                  <a:lnTo>
                    <a:pt x="3448888" y="1802474"/>
                  </a:lnTo>
                  <a:lnTo>
                    <a:pt x="3448982" y="1802474"/>
                  </a:lnTo>
                  <a:lnTo>
                    <a:pt x="3449077" y="1802474"/>
                  </a:lnTo>
                  <a:lnTo>
                    <a:pt x="3449171" y="1802474"/>
                  </a:lnTo>
                  <a:lnTo>
                    <a:pt x="3449265" y="1802474"/>
                  </a:lnTo>
                  <a:lnTo>
                    <a:pt x="3449359" y="1802474"/>
                  </a:lnTo>
                  <a:lnTo>
                    <a:pt x="3449453" y="1802474"/>
                  </a:lnTo>
                  <a:lnTo>
                    <a:pt x="3449547" y="1802474"/>
                  </a:lnTo>
                  <a:lnTo>
                    <a:pt x="3449642" y="1802474"/>
                  </a:lnTo>
                  <a:lnTo>
                    <a:pt x="3449736" y="1802474"/>
                  </a:lnTo>
                  <a:lnTo>
                    <a:pt x="3449830" y="1802474"/>
                  </a:lnTo>
                  <a:lnTo>
                    <a:pt x="3449924" y="1802474"/>
                  </a:lnTo>
                  <a:lnTo>
                    <a:pt x="3450018" y="1802474"/>
                  </a:lnTo>
                  <a:lnTo>
                    <a:pt x="3450112" y="1802474"/>
                  </a:lnTo>
                  <a:lnTo>
                    <a:pt x="3450206" y="1802474"/>
                  </a:lnTo>
                  <a:lnTo>
                    <a:pt x="3450301" y="1802474"/>
                  </a:lnTo>
                  <a:lnTo>
                    <a:pt x="3450395" y="1802474"/>
                  </a:lnTo>
                  <a:lnTo>
                    <a:pt x="3450489" y="1802474"/>
                  </a:lnTo>
                  <a:lnTo>
                    <a:pt x="3450583" y="1802474"/>
                  </a:lnTo>
                  <a:lnTo>
                    <a:pt x="3450677" y="1802474"/>
                  </a:lnTo>
                  <a:lnTo>
                    <a:pt x="3450771" y="1802474"/>
                  </a:lnTo>
                  <a:lnTo>
                    <a:pt x="3450866" y="1802474"/>
                  </a:lnTo>
                  <a:lnTo>
                    <a:pt x="3450960" y="1802474"/>
                  </a:lnTo>
                  <a:lnTo>
                    <a:pt x="3451054" y="1802474"/>
                  </a:lnTo>
                  <a:lnTo>
                    <a:pt x="3451148" y="1802474"/>
                  </a:lnTo>
                  <a:lnTo>
                    <a:pt x="3451242" y="1802474"/>
                  </a:lnTo>
                  <a:lnTo>
                    <a:pt x="3451336" y="1802474"/>
                  </a:lnTo>
                  <a:lnTo>
                    <a:pt x="3451430" y="1802474"/>
                  </a:lnTo>
                  <a:lnTo>
                    <a:pt x="3451525" y="1802474"/>
                  </a:lnTo>
                  <a:lnTo>
                    <a:pt x="3451619" y="1802474"/>
                  </a:lnTo>
                  <a:lnTo>
                    <a:pt x="3451713" y="1802474"/>
                  </a:lnTo>
                  <a:lnTo>
                    <a:pt x="3451807" y="1802474"/>
                  </a:lnTo>
                  <a:lnTo>
                    <a:pt x="3451901" y="1802474"/>
                  </a:lnTo>
                  <a:lnTo>
                    <a:pt x="3451995" y="1802474"/>
                  </a:lnTo>
                  <a:lnTo>
                    <a:pt x="3452090" y="1802474"/>
                  </a:lnTo>
                  <a:lnTo>
                    <a:pt x="3452184" y="1802474"/>
                  </a:lnTo>
                  <a:lnTo>
                    <a:pt x="3452278" y="1802474"/>
                  </a:lnTo>
                  <a:lnTo>
                    <a:pt x="3452372" y="1802474"/>
                  </a:lnTo>
                  <a:lnTo>
                    <a:pt x="3452466" y="1802474"/>
                  </a:lnTo>
                  <a:lnTo>
                    <a:pt x="3452560" y="1802474"/>
                  </a:lnTo>
                  <a:lnTo>
                    <a:pt x="3452654" y="1802474"/>
                  </a:lnTo>
                  <a:lnTo>
                    <a:pt x="3452749" y="1802474"/>
                  </a:lnTo>
                  <a:lnTo>
                    <a:pt x="3452843" y="1802474"/>
                  </a:lnTo>
                  <a:lnTo>
                    <a:pt x="3452937" y="1802474"/>
                  </a:lnTo>
                  <a:lnTo>
                    <a:pt x="3453031" y="1802474"/>
                  </a:lnTo>
                  <a:lnTo>
                    <a:pt x="3453125" y="1802474"/>
                  </a:lnTo>
                  <a:lnTo>
                    <a:pt x="3453219" y="1802474"/>
                  </a:lnTo>
                  <a:lnTo>
                    <a:pt x="3453313" y="1802474"/>
                  </a:lnTo>
                  <a:lnTo>
                    <a:pt x="3453408" y="1802474"/>
                  </a:lnTo>
                  <a:lnTo>
                    <a:pt x="3453502" y="1802474"/>
                  </a:lnTo>
                  <a:lnTo>
                    <a:pt x="3453596" y="1802474"/>
                  </a:lnTo>
                  <a:lnTo>
                    <a:pt x="3453690" y="1802474"/>
                  </a:lnTo>
                  <a:lnTo>
                    <a:pt x="3453784" y="1802474"/>
                  </a:lnTo>
                  <a:lnTo>
                    <a:pt x="3453878" y="1802474"/>
                  </a:lnTo>
                  <a:lnTo>
                    <a:pt x="3453973" y="1802474"/>
                  </a:lnTo>
                  <a:lnTo>
                    <a:pt x="3454067" y="1802474"/>
                  </a:lnTo>
                  <a:lnTo>
                    <a:pt x="3454161" y="1802474"/>
                  </a:lnTo>
                  <a:lnTo>
                    <a:pt x="3454255" y="1802474"/>
                  </a:lnTo>
                  <a:lnTo>
                    <a:pt x="3454349" y="1802474"/>
                  </a:lnTo>
                  <a:lnTo>
                    <a:pt x="3454443" y="1802474"/>
                  </a:lnTo>
                  <a:lnTo>
                    <a:pt x="3454537" y="1802474"/>
                  </a:lnTo>
                  <a:lnTo>
                    <a:pt x="3454632" y="1802474"/>
                  </a:lnTo>
                  <a:lnTo>
                    <a:pt x="3454726" y="1802474"/>
                  </a:lnTo>
                  <a:lnTo>
                    <a:pt x="3454820" y="1802474"/>
                  </a:lnTo>
                  <a:lnTo>
                    <a:pt x="3454914" y="1802474"/>
                  </a:lnTo>
                  <a:lnTo>
                    <a:pt x="3455008" y="1802474"/>
                  </a:lnTo>
                  <a:lnTo>
                    <a:pt x="3455102" y="1802474"/>
                  </a:lnTo>
                  <a:lnTo>
                    <a:pt x="3455197" y="1802474"/>
                  </a:lnTo>
                  <a:lnTo>
                    <a:pt x="3455291" y="1802474"/>
                  </a:lnTo>
                  <a:lnTo>
                    <a:pt x="3455385" y="1802474"/>
                  </a:lnTo>
                  <a:lnTo>
                    <a:pt x="3455479" y="1802474"/>
                  </a:lnTo>
                  <a:lnTo>
                    <a:pt x="3455573" y="1802474"/>
                  </a:lnTo>
                  <a:lnTo>
                    <a:pt x="3455667" y="1802474"/>
                  </a:lnTo>
                  <a:lnTo>
                    <a:pt x="3455761" y="1802474"/>
                  </a:lnTo>
                  <a:lnTo>
                    <a:pt x="3455856" y="1802474"/>
                  </a:lnTo>
                  <a:lnTo>
                    <a:pt x="3455950" y="1802474"/>
                  </a:lnTo>
                  <a:lnTo>
                    <a:pt x="3456044" y="1802474"/>
                  </a:lnTo>
                  <a:lnTo>
                    <a:pt x="3456044" y="1797563"/>
                  </a:lnTo>
                  <a:lnTo>
                    <a:pt x="3456138" y="1797563"/>
                  </a:lnTo>
                  <a:lnTo>
                    <a:pt x="3456232" y="1797563"/>
                  </a:lnTo>
                  <a:lnTo>
                    <a:pt x="3456326" y="1797563"/>
                  </a:lnTo>
                  <a:lnTo>
                    <a:pt x="3456421" y="1797563"/>
                  </a:lnTo>
                  <a:lnTo>
                    <a:pt x="3456515" y="1797563"/>
                  </a:lnTo>
                  <a:lnTo>
                    <a:pt x="3456609" y="1797563"/>
                  </a:lnTo>
                  <a:lnTo>
                    <a:pt x="3456703" y="1797563"/>
                  </a:lnTo>
                  <a:lnTo>
                    <a:pt x="3456797" y="1797563"/>
                  </a:lnTo>
                  <a:lnTo>
                    <a:pt x="3456891" y="1797563"/>
                  </a:lnTo>
                  <a:lnTo>
                    <a:pt x="3456985" y="1797563"/>
                  </a:lnTo>
                  <a:lnTo>
                    <a:pt x="3457080" y="1797563"/>
                  </a:lnTo>
                  <a:lnTo>
                    <a:pt x="3457174" y="1797563"/>
                  </a:lnTo>
                  <a:lnTo>
                    <a:pt x="3457268" y="1797563"/>
                  </a:lnTo>
                  <a:lnTo>
                    <a:pt x="3457362" y="1797563"/>
                  </a:lnTo>
                  <a:lnTo>
                    <a:pt x="3457456" y="1797563"/>
                  </a:lnTo>
                  <a:lnTo>
                    <a:pt x="3457550" y="1797563"/>
                  </a:lnTo>
                  <a:lnTo>
                    <a:pt x="3457644" y="1797563"/>
                  </a:lnTo>
                  <a:lnTo>
                    <a:pt x="3457739" y="1797563"/>
                  </a:lnTo>
                  <a:lnTo>
                    <a:pt x="3457833" y="1797563"/>
                  </a:lnTo>
                  <a:lnTo>
                    <a:pt x="3457927" y="1797563"/>
                  </a:lnTo>
                  <a:lnTo>
                    <a:pt x="3458021" y="1797563"/>
                  </a:lnTo>
                  <a:lnTo>
                    <a:pt x="3458115" y="1797563"/>
                  </a:lnTo>
                  <a:lnTo>
                    <a:pt x="3458209" y="1797563"/>
                  </a:lnTo>
                  <a:lnTo>
                    <a:pt x="3458304" y="1797563"/>
                  </a:lnTo>
                  <a:lnTo>
                    <a:pt x="3458398" y="1797563"/>
                  </a:lnTo>
                  <a:lnTo>
                    <a:pt x="3458492" y="1797563"/>
                  </a:lnTo>
                  <a:lnTo>
                    <a:pt x="3458586" y="1797563"/>
                  </a:lnTo>
                  <a:lnTo>
                    <a:pt x="3458680" y="1797563"/>
                  </a:lnTo>
                  <a:lnTo>
                    <a:pt x="3458774" y="1797563"/>
                  </a:lnTo>
                  <a:lnTo>
                    <a:pt x="3458868" y="1797563"/>
                  </a:lnTo>
                  <a:lnTo>
                    <a:pt x="3458963" y="1797563"/>
                  </a:lnTo>
                  <a:lnTo>
                    <a:pt x="3459057" y="1797563"/>
                  </a:lnTo>
                  <a:lnTo>
                    <a:pt x="3459151" y="1797563"/>
                  </a:lnTo>
                  <a:lnTo>
                    <a:pt x="3459245" y="1797563"/>
                  </a:lnTo>
                  <a:lnTo>
                    <a:pt x="3459339" y="1797563"/>
                  </a:lnTo>
                  <a:lnTo>
                    <a:pt x="3459433" y="1797563"/>
                  </a:lnTo>
                  <a:lnTo>
                    <a:pt x="3459528" y="1797563"/>
                  </a:lnTo>
                  <a:lnTo>
                    <a:pt x="3459528" y="1792651"/>
                  </a:lnTo>
                  <a:lnTo>
                    <a:pt x="3459622" y="1792651"/>
                  </a:lnTo>
                  <a:lnTo>
                    <a:pt x="3459716" y="1792651"/>
                  </a:lnTo>
                  <a:lnTo>
                    <a:pt x="3459810" y="1792651"/>
                  </a:lnTo>
                  <a:lnTo>
                    <a:pt x="3459904" y="1792651"/>
                  </a:lnTo>
                  <a:lnTo>
                    <a:pt x="3459998" y="1792651"/>
                  </a:lnTo>
                  <a:lnTo>
                    <a:pt x="3460092" y="1792651"/>
                  </a:lnTo>
                  <a:lnTo>
                    <a:pt x="3460187" y="1792651"/>
                  </a:lnTo>
                  <a:lnTo>
                    <a:pt x="3460281" y="1792651"/>
                  </a:lnTo>
                  <a:lnTo>
                    <a:pt x="3460375" y="1792651"/>
                  </a:lnTo>
                  <a:lnTo>
                    <a:pt x="3460469" y="1792651"/>
                  </a:lnTo>
                  <a:lnTo>
                    <a:pt x="3460563" y="1792651"/>
                  </a:lnTo>
                  <a:lnTo>
                    <a:pt x="3460657" y="1792651"/>
                  </a:lnTo>
                  <a:lnTo>
                    <a:pt x="3460752" y="1792651"/>
                  </a:lnTo>
                  <a:lnTo>
                    <a:pt x="3460846" y="1792651"/>
                  </a:lnTo>
                  <a:lnTo>
                    <a:pt x="3460940" y="1792651"/>
                  </a:lnTo>
                  <a:lnTo>
                    <a:pt x="3461034" y="1792651"/>
                  </a:lnTo>
                  <a:lnTo>
                    <a:pt x="3461128" y="1792651"/>
                  </a:lnTo>
                  <a:lnTo>
                    <a:pt x="3461222" y="1792651"/>
                  </a:lnTo>
                  <a:lnTo>
                    <a:pt x="3461316" y="1792651"/>
                  </a:lnTo>
                  <a:lnTo>
                    <a:pt x="3461411" y="1792651"/>
                  </a:lnTo>
                  <a:lnTo>
                    <a:pt x="3461505" y="1792651"/>
                  </a:lnTo>
                  <a:lnTo>
                    <a:pt x="3461599" y="1792651"/>
                  </a:lnTo>
                  <a:lnTo>
                    <a:pt x="3461693" y="1792651"/>
                  </a:lnTo>
                  <a:lnTo>
                    <a:pt x="3461787" y="1792651"/>
                  </a:lnTo>
                  <a:lnTo>
                    <a:pt x="3461881" y="1792651"/>
                  </a:lnTo>
                  <a:lnTo>
                    <a:pt x="3461975" y="1792651"/>
                  </a:lnTo>
                  <a:lnTo>
                    <a:pt x="3462070" y="1792651"/>
                  </a:lnTo>
                  <a:lnTo>
                    <a:pt x="3462164" y="1792651"/>
                  </a:lnTo>
                  <a:lnTo>
                    <a:pt x="3462258" y="1792651"/>
                  </a:lnTo>
                  <a:lnTo>
                    <a:pt x="3462352" y="1792651"/>
                  </a:lnTo>
                  <a:lnTo>
                    <a:pt x="3462446" y="1792651"/>
                  </a:lnTo>
                  <a:lnTo>
                    <a:pt x="3462540" y="1792651"/>
                  </a:lnTo>
                  <a:lnTo>
                    <a:pt x="3462635" y="1792651"/>
                  </a:lnTo>
                  <a:lnTo>
                    <a:pt x="3462729" y="1792651"/>
                  </a:lnTo>
                  <a:lnTo>
                    <a:pt x="3462823" y="1792651"/>
                  </a:lnTo>
                  <a:lnTo>
                    <a:pt x="3462917" y="1792651"/>
                  </a:lnTo>
                  <a:lnTo>
                    <a:pt x="3463011" y="1792651"/>
                  </a:lnTo>
                  <a:lnTo>
                    <a:pt x="3463105" y="1792651"/>
                  </a:lnTo>
                  <a:lnTo>
                    <a:pt x="3463199" y="1792651"/>
                  </a:lnTo>
                  <a:lnTo>
                    <a:pt x="3463294" y="1792651"/>
                  </a:lnTo>
                  <a:lnTo>
                    <a:pt x="3463388" y="1792651"/>
                  </a:lnTo>
                  <a:lnTo>
                    <a:pt x="3463482" y="1792651"/>
                  </a:lnTo>
                  <a:lnTo>
                    <a:pt x="3463576" y="1792651"/>
                  </a:lnTo>
                  <a:lnTo>
                    <a:pt x="3463670" y="1792651"/>
                  </a:lnTo>
                  <a:lnTo>
                    <a:pt x="3463764" y="1792651"/>
                  </a:lnTo>
                  <a:lnTo>
                    <a:pt x="3463859" y="1792651"/>
                  </a:lnTo>
                  <a:lnTo>
                    <a:pt x="3463953" y="1792651"/>
                  </a:lnTo>
                  <a:lnTo>
                    <a:pt x="3464047" y="1792651"/>
                  </a:lnTo>
                  <a:lnTo>
                    <a:pt x="3464141" y="1792651"/>
                  </a:lnTo>
                  <a:lnTo>
                    <a:pt x="3464235" y="1792651"/>
                  </a:lnTo>
                  <a:lnTo>
                    <a:pt x="3464329" y="1792651"/>
                  </a:lnTo>
                  <a:lnTo>
                    <a:pt x="3464423" y="1792651"/>
                  </a:lnTo>
                  <a:lnTo>
                    <a:pt x="3464518" y="1792651"/>
                  </a:lnTo>
                  <a:lnTo>
                    <a:pt x="3464612" y="1792651"/>
                  </a:lnTo>
                  <a:lnTo>
                    <a:pt x="3464706" y="1792651"/>
                  </a:lnTo>
                  <a:lnTo>
                    <a:pt x="3464800" y="1792651"/>
                  </a:lnTo>
                  <a:lnTo>
                    <a:pt x="3464894" y="1792651"/>
                  </a:lnTo>
                  <a:lnTo>
                    <a:pt x="3464988" y="1792651"/>
                  </a:lnTo>
                  <a:lnTo>
                    <a:pt x="3465083" y="1792651"/>
                  </a:lnTo>
                  <a:lnTo>
                    <a:pt x="3465177" y="1792651"/>
                  </a:lnTo>
                  <a:lnTo>
                    <a:pt x="3465271" y="1792651"/>
                  </a:lnTo>
                  <a:lnTo>
                    <a:pt x="3465365" y="1792651"/>
                  </a:lnTo>
                  <a:lnTo>
                    <a:pt x="3465459" y="1792651"/>
                  </a:lnTo>
                  <a:lnTo>
                    <a:pt x="3465553" y="1792651"/>
                  </a:lnTo>
                  <a:lnTo>
                    <a:pt x="3465647" y="1792651"/>
                  </a:lnTo>
                  <a:lnTo>
                    <a:pt x="3465742" y="1792651"/>
                  </a:lnTo>
                  <a:lnTo>
                    <a:pt x="3465836" y="1792651"/>
                  </a:lnTo>
                  <a:lnTo>
                    <a:pt x="3465930" y="1792651"/>
                  </a:lnTo>
                  <a:lnTo>
                    <a:pt x="3466024" y="1792651"/>
                  </a:lnTo>
                  <a:lnTo>
                    <a:pt x="3466118" y="1792651"/>
                  </a:lnTo>
                  <a:lnTo>
                    <a:pt x="3466212" y="1792651"/>
                  </a:lnTo>
                  <a:lnTo>
                    <a:pt x="3466306" y="1792651"/>
                  </a:lnTo>
                  <a:lnTo>
                    <a:pt x="3466401" y="1792651"/>
                  </a:lnTo>
                  <a:lnTo>
                    <a:pt x="3466495" y="1792651"/>
                  </a:lnTo>
                  <a:lnTo>
                    <a:pt x="3466589" y="1792651"/>
                  </a:lnTo>
                  <a:lnTo>
                    <a:pt x="3466683" y="1792651"/>
                  </a:lnTo>
                  <a:lnTo>
                    <a:pt x="3466777" y="1792651"/>
                  </a:lnTo>
                  <a:lnTo>
                    <a:pt x="3466871" y="1792651"/>
                  </a:lnTo>
                  <a:lnTo>
                    <a:pt x="3466966" y="1792651"/>
                  </a:lnTo>
                  <a:lnTo>
                    <a:pt x="3467060" y="1792651"/>
                  </a:lnTo>
                  <a:lnTo>
                    <a:pt x="3467154" y="1792651"/>
                  </a:lnTo>
                  <a:lnTo>
                    <a:pt x="3467248" y="1792651"/>
                  </a:lnTo>
                  <a:lnTo>
                    <a:pt x="3467342" y="1792651"/>
                  </a:lnTo>
                  <a:lnTo>
                    <a:pt x="3467436" y="1792651"/>
                  </a:lnTo>
                  <a:lnTo>
                    <a:pt x="3467530" y="1792651"/>
                  </a:lnTo>
                  <a:lnTo>
                    <a:pt x="3467625" y="1792651"/>
                  </a:lnTo>
                  <a:lnTo>
                    <a:pt x="3467719" y="1792651"/>
                  </a:lnTo>
                  <a:lnTo>
                    <a:pt x="3467813" y="1792651"/>
                  </a:lnTo>
                  <a:lnTo>
                    <a:pt x="3467907" y="1792651"/>
                  </a:lnTo>
                  <a:lnTo>
                    <a:pt x="3468001" y="1792651"/>
                  </a:lnTo>
                  <a:lnTo>
                    <a:pt x="3468095" y="1792651"/>
                  </a:lnTo>
                  <a:lnTo>
                    <a:pt x="3468190" y="1792651"/>
                  </a:lnTo>
                  <a:lnTo>
                    <a:pt x="3468284" y="1792651"/>
                  </a:lnTo>
                  <a:lnTo>
                    <a:pt x="3468284" y="1787740"/>
                  </a:lnTo>
                  <a:lnTo>
                    <a:pt x="3468378" y="1787740"/>
                  </a:lnTo>
                  <a:lnTo>
                    <a:pt x="3468472" y="1787740"/>
                  </a:lnTo>
                  <a:lnTo>
                    <a:pt x="3468566" y="1787740"/>
                  </a:lnTo>
                  <a:lnTo>
                    <a:pt x="3468660" y="1787740"/>
                  </a:lnTo>
                  <a:lnTo>
                    <a:pt x="3468754" y="1787740"/>
                  </a:lnTo>
                  <a:lnTo>
                    <a:pt x="3468849" y="1787740"/>
                  </a:lnTo>
                  <a:lnTo>
                    <a:pt x="3468943" y="1787740"/>
                  </a:lnTo>
                  <a:lnTo>
                    <a:pt x="3469037" y="1787740"/>
                  </a:lnTo>
                  <a:lnTo>
                    <a:pt x="3469131" y="1787740"/>
                  </a:lnTo>
                  <a:lnTo>
                    <a:pt x="3469225" y="1787740"/>
                  </a:lnTo>
                  <a:lnTo>
                    <a:pt x="3469319" y="1787740"/>
                  </a:lnTo>
                  <a:lnTo>
                    <a:pt x="3469414" y="1787740"/>
                  </a:lnTo>
                  <a:lnTo>
                    <a:pt x="3469508" y="1787740"/>
                  </a:lnTo>
                  <a:lnTo>
                    <a:pt x="3469602" y="1787740"/>
                  </a:lnTo>
                  <a:lnTo>
                    <a:pt x="3469696" y="1787740"/>
                  </a:lnTo>
                  <a:lnTo>
                    <a:pt x="3469790" y="1787740"/>
                  </a:lnTo>
                  <a:lnTo>
                    <a:pt x="3469884" y="1787740"/>
                  </a:lnTo>
                  <a:lnTo>
                    <a:pt x="3469978" y="1787740"/>
                  </a:lnTo>
                  <a:lnTo>
                    <a:pt x="3470073" y="1787740"/>
                  </a:lnTo>
                  <a:lnTo>
                    <a:pt x="3470167" y="1787740"/>
                  </a:lnTo>
                  <a:lnTo>
                    <a:pt x="3470261" y="1787740"/>
                  </a:lnTo>
                  <a:lnTo>
                    <a:pt x="3470355" y="1787740"/>
                  </a:lnTo>
                  <a:lnTo>
                    <a:pt x="3470355" y="1782829"/>
                  </a:lnTo>
                  <a:lnTo>
                    <a:pt x="3470449" y="1782829"/>
                  </a:lnTo>
                  <a:lnTo>
                    <a:pt x="3470543" y="1782829"/>
                  </a:lnTo>
                  <a:lnTo>
                    <a:pt x="3470637" y="1782829"/>
                  </a:lnTo>
                  <a:lnTo>
                    <a:pt x="3470732" y="1782829"/>
                  </a:lnTo>
                  <a:lnTo>
                    <a:pt x="3470826" y="1782829"/>
                  </a:lnTo>
                  <a:lnTo>
                    <a:pt x="3470920" y="1782829"/>
                  </a:lnTo>
                  <a:lnTo>
                    <a:pt x="3471014" y="1782829"/>
                  </a:lnTo>
                  <a:lnTo>
                    <a:pt x="3471108" y="1782829"/>
                  </a:lnTo>
                  <a:lnTo>
                    <a:pt x="3471202" y="1782829"/>
                  </a:lnTo>
                  <a:lnTo>
                    <a:pt x="3471297" y="1782829"/>
                  </a:lnTo>
                  <a:lnTo>
                    <a:pt x="3471391" y="1782829"/>
                  </a:lnTo>
                  <a:lnTo>
                    <a:pt x="3471485" y="1782829"/>
                  </a:lnTo>
                  <a:lnTo>
                    <a:pt x="3471579" y="1782829"/>
                  </a:lnTo>
                  <a:lnTo>
                    <a:pt x="3471673" y="1782829"/>
                  </a:lnTo>
                  <a:lnTo>
                    <a:pt x="3471767" y="1782829"/>
                  </a:lnTo>
                  <a:lnTo>
                    <a:pt x="3471861" y="1782829"/>
                  </a:lnTo>
                  <a:lnTo>
                    <a:pt x="3471956" y="1782829"/>
                  </a:lnTo>
                  <a:lnTo>
                    <a:pt x="3472050" y="1782829"/>
                  </a:lnTo>
                  <a:lnTo>
                    <a:pt x="3472144" y="1782829"/>
                  </a:lnTo>
                  <a:lnTo>
                    <a:pt x="3472238" y="1782829"/>
                  </a:lnTo>
                  <a:lnTo>
                    <a:pt x="3472332" y="1782829"/>
                  </a:lnTo>
                  <a:lnTo>
                    <a:pt x="3472426" y="1782829"/>
                  </a:lnTo>
                  <a:lnTo>
                    <a:pt x="3472521" y="1782829"/>
                  </a:lnTo>
                  <a:lnTo>
                    <a:pt x="3472615" y="1782829"/>
                  </a:lnTo>
                  <a:lnTo>
                    <a:pt x="3472709" y="1782829"/>
                  </a:lnTo>
                  <a:lnTo>
                    <a:pt x="3472803" y="1782829"/>
                  </a:lnTo>
                  <a:lnTo>
                    <a:pt x="3472803" y="1777917"/>
                  </a:lnTo>
                  <a:lnTo>
                    <a:pt x="3472897" y="1777917"/>
                  </a:lnTo>
                  <a:lnTo>
                    <a:pt x="3472991" y="1777917"/>
                  </a:lnTo>
                  <a:lnTo>
                    <a:pt x="3473085" y="1777917"/>
                  </a:lnTo>
                  <a:lnTo>
                    <a:pt x="3473180" y="1777917"/>
                  </a:lnTo>
                  <a:lnTo>
                    <a:pt x="3473274" y="1777917"/>
                  </a:lnTo>
                  <a:lnTo>
                    <a:pt x="3473368" y="1777917"/>
                  </a:lnTo>
                  <a:lnTo>
                    <a:pt x="3473462" y="1777917"/>
                  </a:lnTo>
                  <a:lnTo>
                    <a:pt x="3473556" y="1777917"/>
                  </a:lnTo>
                  <a:lnTo>
                    <a:pt x="3473650" y="1777917"/>
                  </a:lnTo>
                  <a:lnTo>
                    <a:pt x="3473745" y="1777917"/>
                  </a:lnTo>
                  <a:lnTo>
                    <a:pt x="3473839" y="1777917"/>
                  </a:lnTo>
                  <a:lnTo>
                    <a:pt x="3473933" y="1777917"/>
                  </a:lnTo>
                  <a:lnTo>
                    <a:pt x="3474027" y="1777917"/>
                  </a:lnTo>
                  <a:lnTo>
                    <a:pt x="3474121" y="1777917"/>
                  </a:lnTo>
                  <a:lnTo>
                    <a:pt x="3474215" y="1777917"/>
                  </a:lnTo>
                  <a:lnTo>
                    <a:pt x="3474309" y="1777917"/>
                  </a:lnTo>
                  <a:lnTo>
                    <a:pt x="3474404" y="1777917"/>
                  </a:lnTo>
                  <a:lnTo>
                    <a:pt x="3474498" y="1777917"/>
                  </a:lnTo>
                  <a:lnTo>
                    <a:pt x="3474592" y="1777917"/>
                  </a:lnTo>
                  <a:lnTo>
                    <a:pt x="3474686" y="1777917"/>
                  </a:lnTo>
                  <a:lnTo>
                    <a:pt x="3474780" y="1777917"/>
                  </a:lnTo>
                  <a:lnTo>
                    <a:pt x="3474874" y="1777917"/>
                  </a:lnTo>
                  <a:lnTo>
                    <a:pt x="3474968" y="1777917"/>
                  </a:lnTo>
                  <a:lnTo>
                    <a:pt x="3475063" y="1777917"/>
                  </a:lnTo>
                  <a:lnTo>
                    <a:pt x="3475157" y="1777917"/>
                  </a:lnTo>
                  <a:lnTo>
                    <a:pt x="3475251" y="1777917"/>
                  </a:lnTo>
                  <a:lnTo>
                    <a:pt x="3475345" y="1777917"/>
                  </a:lnTo>
                  <a:lnTo>
                    <a:pt x="3475439" y="1777917"/>
                  </a:lnTo>
                  <a:lnTo>
                    <a:pt x="3475533" y="1777917"/>
                  </a:lnTo>
                  <a:lnTo>
                    <a:pt x="3475628" y="1777917"/>
                  </a:lnTo>
                  <a:lnTo>
                    <a:pt x="3475722" y="1777917"/>
                  </a:lnTo>
                  <a:lnTo>
                    <a:pt x="3475816" y="1777917"/>
                  </a:lnTo>
                  <a:lnTo>
                    <a:pt x="3475910" y="1777917"/>
                  </a:lnTo>
                  <a:lnTo>
                    <a:pt x="3476004" y="1777917"/>
                  </a:lnTo>
                  <a:lnTo>
                    <a:pt x="3476098" y="1777917"/>
                  </a:lnTo>
                  <a:lnTo>
                    <a:pt x="3476192" y="1777917"/>
                  </a:lnTo>
                  <a:lnTo>
                    <a:pt x="3476287" y="1777917"/>
                  </a:lnTo>
                  <a:lnTo>
                    <a:pt x="3476381" y="1777917"/>
                  </a:lnTo>
                  <a:lnTo>
                    <a:pt x="3476475" y="1777917"/>
                  </a:lnTo>
                  <a:lnTo>
                    <a:pt x="3476569" y="1777917"/>
                  </a:lnTo>
                  <a:lnTo>
                    <a:pt x="3476663" y="1777917"/>
                  </a:lnTo>
                  <a:lnTo>
                    <a:pt x="3476757" y="1777917"/>
                  </a:lnTo>
                  <a:lnTo>
                    <a:pt x="3476852" y="1777917"/>
                  </a:lnTo>
                  <a:lnTo>
                    <a:pt x="3476946" y="1777917"/>
                  </a:lnTo>
                  <a:lnTo>
                    <a:pt x="3477040" y="1777917"/>
                  </a:lnTo>
                  <a:lnTo>
                    <a:pt x="3477134" y="1777917"/>
                  </a:lnTo>
                  <a:lnTo>
                    <a:pt x="3477228" y="1777917"/>
                  </a:lnTo>
                  <a:lnTo>
                    <a:pt x="3477322" y="1777917"/>
                  </a:lnTo>
                  <a:lnTo>
                    <a:pt x="3477416" y="1777917"/>
                  </a:lnTo>
                  <a:lnTo>
                    <a:pt x="3477511" y="1777917"/>
                  </a:lnTo>
                  <a:lnTo>
                    <a:pt x="3477605" y="1777917"/>
                  </a:lnTo>
                  <a:lnTo>
                    <a:pt x="3477699" y="1777917"/>
                  </a:lnTo>
                  <a:lnTo>
                    <a:pt x="3477793" y="1777917"/>
                  </a:lnTo>
                  <a:lnTo>
                    <a:pt x="3477887" y="1777917"/>
                  </a:lnTo>
                  <a:lnTo>
                    <a:pt x="3477981" y="1777917"/>
                  </a:lnTo>
                  <a:lnTo>
                    <a:pt x="3478076" y="1777917"/>
                  </a:lnTo>
                  <a:lnTo>
                    <a:pt x="3478170" y="1777917"/>
                  </a:lnTo>
                  <a:lnTo>
                    <a:pt x="3478264" y="1777917"/>
                  </a:lnTo>
                  <a:lnTo>
                    <a:pt x="3478358" y="1777917"/>
                  </a:lnTo>
                  <a:lnTo>
                    <a:pt x="3478452" y="1777917"/>
                  </a:lnTo>
                  <a:lnTo>
                    <a:pt x="3478546" y="1777917"/>
                  </a:lnTo>
                  <a:lnTo>
                    <a:pt x="3478640" y="1777917"/>
                  </a:lnTo>
                  <a:lnTo>
                    <a:pt x="3478735" y="1777917"/>
                  </a:lnTo>
                  <a:lnTo>
                    <a:pt x="3478829" y="1777917"/>
                  </a:lnTo>
                  <a:lnTo>
                    <a:pt x="3478923" y="1777917"/>
                  </a:lnTo>
                  <a:lnTo>
                    <a:pt x="3479017" y="1777917"/>
                  </a:lnTo>
                  <a:lnTo>
                    <a:pt x="3479111" y="1777917"/>
                  </a:lnTo>
                  <a:lnTo>
                    <a:pt x="3479205" y="1777917"/>
                  </a:lnTo>
                  <a:lnTo>
                    <a:pt x="3479299" y="1777917"/>
                  </a:lnTo>
                  <a:lnTo>
                    <a:pt x="3479394" y="1777917"/>
                  </a:lnTo>
                  <a:lnTo>
                    <a:pt x="3479488" y="1777917"/>
                  </a:lnTo>
                  <a:lnTo>
                    <a:pt x="3479582" y="1777917"/>
                  </a:lnTo>
                  <a:lnTo>
                    <a:pt x="3479676" y="1777917"/>
                  </a:lnTo>
                  <a:lnTo>
                    <a:pt x="3479770" y="1777917"/>
                  </a:lnTo>
                  <a:lnTo>
                    <a:pt x="3479864" y="1777917"/>
                  </a:lnTo>
                  <a:lnTo>
                    <a:pt x="3479959" y="1777917"/>
                  </a:lnTo>
                  <a:lnTo>
                    <a:pt x="3480053" y="1777917"/>
                  </a:lnTo>
                  <a:lnTo>
                    <a:pt x="3480147" y="1777917"/>
                  </a:lnTo>
                  <a:lnTo>
                    <a:pt x="3480241" y="1777917"/>
                  </a:lnTo>
                  <a:lnTo>
                    <a:pt x="3480335" y="1777917"/>
                  </a:lnTo>
                  <a:lnTo>
                    <a:pt x="3480429" y="1777917"/>
                  </a:lnTo>
                  <a:lnTo>
                    <a:pt x="3480523" y="1777917"/>
                  </a:lnTo>
                  <a:lnTo>
                    <a:pt x="3480618" y="1777917"/>
                  </a:lnTo>
                  <a:lnTo>
                    <a:pt x="3480712" y="1777917"/>
                  </a:lnTo>
                  <a:lnTo>
                    <a:pt x="3480806" y="1777917"/>
                  </a:lnTo>
                  <a:lnTo>
                    <a:pt x="3480900" y="1777917"/>
                  </a:lnTo>
                  <a:lnTo>
                    <a:pt x="3480994" y="1777917"/>
                  </a:lnTo>
                  <a:lnTo>
                    <a:pt x="3481088" y="1777917"/>
                  </a:lnTo>
                  <a:lnTo>
                    <a:pt x="3481183" y="1777917"/>
                  </a:lnTo>
                  <a:lnTo>
                    <a:pt x="3481277" y="1777917"/>
                  </a:lnTo>
                  <a:lnTo>
                    <a:pt x="3481371" y="1777917"/>
                  </a:lnTo>
                  <a:lnTo>
                    <a:pt x="3481465" y="1777917"/>
                  </a:lnTo>
                  <a:lnTo>
                    <a:pt x="3481559" y="1777917"/>
                  </a:lnTo>
                  <a:lnTo>
                    <a:pt x="3481653" y="1777917"/>
                  </a:lnTo>
                  <a:lnTo>
                    <a:pt x="3481747" y="1777917"/>
                  </a:lnTo>
                  <a:lnTo>
                    <a:pt x="3481842" y="1777917"/>
                  </a:lnTo>
                  <a:lnTo>
                    <a:pt x="3481936" y="1777917"/>
                  </a:lnTo>
                  <a:lnTo>
                    <a:pt x="3482030" y="1777917"/>
                  </a:lnTo>
                  <a:lnTo>
                    <a:pt x="3482124" y="1777917"/>
                  </a:lnTo>
                  <a:lnTo>
                    <a:pt x="3482218" y="1777917"/>
                  </a:lnTo>
                  <a:lnTo>
                    <a:pt x="3482312" y="1777917"/>
                  </a:lnTo>
                  <a:lnTo>
                    <a:pt x="3482407" y="1777917"/>
                  </a:lnTo>
                  <a:lnTo>
                    <a:pt x="3482501" y="1777917"/>
                  </a:lnTo>
                  <a:lnTo>
                    <a:pt x="3482595" y="1777917"/>
                  </a:lnTo>
                  <a:lnTo>
                    <a:pt x="3482689" y="1777917"/>
                  </a:lnTo>
                  <a:lnTo>
                    <a:pt x="3482783" y="1777917"/>
                  </a:lnTo>
                  <a:lnTo>
                    <a:pt x="3482877" y="1777917"/>
                  </a:lnTo>
                  <a:lnTo>
                    <a:pt x="3482971" y="1777917"/>
                  </a:lnTo>
                  <a:lnTo>
                    <a:pt x="3483066" y="1777917"/>
                  </a:lnTo>
                  <a:lnTo>
                    <a:pt x="3483160" y="1777917"/>
                  </a:lnTo>
                  <a:lnTo>
                    <a:pt x="3483254" y="1777917"/>
                  </a:lnTo>
                  <a:lnTo>
                    <a:pt x="3483348" y="1777917"/>
                  </a:lnTo>
                  <a:lnTo>
                    <a:pt x="3483442" y="1777917"/>
                  </a:lnTo>
                  <a:lnTo>
                    <a:pt x="3483536" y="1777917"/>
                  </a:lnTo>
                  <a:lnTo>
                    <a:pt x="3483630" y="1777917"/>
                  </a:lnTo>
                  <a:lnTo>
                    <a:pt x="3483725" y="1777917"/>
                  </a:lnTo>
                  <a:lnTo>
                    <a:pt x="3483819" y="1777917"/>
                  </a:lnTo>
                  <a:lnTo>
                    <a:pt x="3483913" y="1777917"/>
                  </a:lnTo>
                  <a:lnTo>
                    <a:pt x="3484007" y="1777917"/>
                  </a:lnTo>
                  <a:lnTo>
                    <a:pt x="3484101" y="1777917"/>
                  </a:lnTo>
                  <a:lnTo>
                    <a:pt x="3484195" y="1777917"/>
                  </a:lnTo>
                  <a:lnTo>
                    <a:pt x="3484290" y="1777917"/>
                  </a:lnTo>
                  <a:lnTo>
                    <a:pt x="3484384" y="1777917"/>
                  </a:lnTo>
                  <a:lnTo>
                    <a:pt x="3484478" y="1777917"/>
                  </a:lnTo>
                  <a:lnTo>
                    <a:pt x="3484572" y="1777917"/>
                  </a:lnTo>
                  <a:lnTo>
                    <a:pt x="3484666" y="1777917"/>
                  </a:lnTo>
                  <a:lnTo>
                    <a:pt x="3484760" y="1777917"/>
                  </a:lnTo>
                  <a:lnTo>
                    <a:pt x="3484854" y="1777917"/>
                  </a:lnTo>
                  <a:lnTo>
                    <a:pt x="3484949" y="1777917"/>
                  </a:lnTo>
                  <a:lnTo>
                    <a:pt x="3485043" y="1777917"/>
                  </a:lnTo>
                  <a:lnTo>
                    <a:pt x="3485137" y="1777917"/>
                  </a:lnTo>
                  <a:lnTo>
                    <a:pt x="3485231" y="1777917"/>
                  </a:lnTo>
                  <a:lnTo>
                    <a:pt x="3485325" y="1777917"/>
                  </a:lnTo>
                  <a:lnTo>
                    <a:pt x="3485419" y="1777917"/>
                  </a:lnTo>
                  <a:lnTo>
                    <a:pt x="3485514" y="1777917"/>
                  </a:lnTo>
                  <a:lnTo>
                    <a:pt x="3485608" y="1777917"/>
                  </a:lnTo>
                  <a:lnTo>
                    <a:pt x="3485702" y="1777917"/>
                  </a:lnTo>
                  <a:lnTo>
                    <a:pt x="3485796" y="1777917"/>
                  </a:lnTo>
                  <a:lnTo>
                    <a:pt x="3485890" y="1777917"/>
                  </a:lnTo>
                  <a:lnTo>
                    <a:pt x="3485984" y="1777917"/>
                  </a:lnTo>
                  <a:lnTo>
                    <a:pt x="3486078" y="1777917"/>
                  </a:lnTo>
                  <a:lnTo>
                    <a:pt x="3486173" y="1777917"/>
                  </a:lnTo>
                  <a:lnTo>
                    <a:pt x="3486267" y="1777917"/>
                  </a:lnTo>
                  <a:lnTo>
                    <a:pt x="3486361" y="1777917"/>
                  </a:lnTo>
                  <a:lnTo>
                    <a:pt x="3486455" y="1777917"/>
                  </a:lnTo>
                  <a:lnTo>
                    <a:pt x="3486549" y="1777917"/>
                  </a:lnTo>
                  <a:lnTo>
                    <a:pt x="3486643" y="1777917"/>
                  </a:lnTo>
                  <a:lnTo>
                    <a:pt x="3486738" y="1777917"/>
                  </a:lnTo>
                  <a:lnTo>
                    <a:pt x="3486832" y="1777917"/>
                  </a:lnTo>
                  <a:lnTo>
                    <a:pt x="3486926" y="1777917"/>
                  </a:lnTo>
                  <a:lnTo>
                    <a:pt x="3487020" y="1777917"/>
                  </a:lnTo>
                  <a:lnTo>
                    <a:pt x="3487114" y="1777917"/>
                  </a:lnTo>
                  <a:lnTo>
                    <a:pt x="3487208" y="1777917"/>
                  </a:lnTo>
                  <a:lnTo>
                    <a:pt x="3487302" y="1777917"/>
                  </a:lnTo>
                  <a:lnTo>
                    <a:pt x="3487397" y="1777917"/>
                  </a:lnTo>
                  <a:lnTo>
                    <a:pt x="3487491" y="1777917"/>
                  </a:lnTo>
                  <a:lnTo>
                    <a:pt x="3487585" y="1777917"/>
                  </a:lnTo>
                  <a:lnTo>
                    <a:pt x="3487679" y="1777917"/>
                  </a:lnTo>
                  <a:lnTo>
                    <a:pt x="3487773" y="1777917"/>
                  </a:lnTo>
                  <a:lnTo>
                    <a:pt x="3487867" y="1777917"/>
                  </a:lnTo>
                  <a:lnTo>
                    <a:pt x="3487961" y="1777917"/>
                  </a:lnTo>
                  <a:lnTo>
                    <a:pt x="3488056" y="1777917"/>
                  </a:lnTo>
                  <a:lnTo>
                    <a:pt x="3488150" y="1777917"/>
                  </a:lnTo>
                  <a:lnTo>
                    <a:pt x="3488244" y="1777917"/>
                  </a:lnTo>
                  <a:lnTo>
                    <a:pt x="3488338" y="1777917"/>
                  </a:lnTo>
                  <a:lnTo>
                    <a:pt x="3488432" y="1777917"/>
                  </a:lnTo>
                  <a:lnTo>
                    <a:pt x="3488526" y="1777917"/>
                  </a:lnTo>
                  <a:lnTo>
                    <a:pt x="3488621" y="1777917"/>
                  </a:lnTo>
                  <a:lnTo>
                    <a:pt x="3488715" y="1777917"/>
                  </a:lnTo>
                  <a:lnTo>
                    <a:pt x="3488809" y="1777917"/>
                  </a:lnTo>
                  <a:lnTo>
                    <a:pt x="3488903" y="1777917"/>
                  </a:lnTo>
                  <a:lnTo>
                    <a:pt x="3488997" y="1777917"/>
                  </a:lnTo>
                  <a:lnTo>
                    <a:pt x="3489091" y="1777917"/>
                  </a:lnTo>
                  <a:lnTo>
                    <a:pt x="3489185" y="1777917"/>
                  </a:lnTo>
                  <a:lnTo>
                    <a:pt x="3489185" y="1773006"/>
                  </a:lnTo>
                  <a:lnTo>
                    <a:pt x="3489280" y="1773006"/>
                  </a:lnTo>
                  <a:lnTo>
                    <a:pt x="3489374" y="1773006"/>
                  </a:lnTo>
                  <a:lnTo>
                    <a:pt x="3489468" y="1773006"/>
                  </a:lnTo>
                  <a:lnTo>
                    <a:pt x="3489562" y="1773006"/>
                  </a:lnTo>
                  <a:lnTo>
                    <a:pt x="3489562" y="1768094"/>
                  </a:lnTo>
                  <a:lnTo>
                    <a:pt x="3489656" y="1768094"/>
                  </a:lnTo>
                  <a:lnTo>
                    <a:pt x="3489750" y="1768094"/>
                  </a:lnTo>
                  <a:lnTo>
                    <a:pt x="3489845" y="1768094"/>
                  </a:lnTo>
                  <a:lnTo>
                    <a:pt x="3489939" y="1768094"/>
                  </a:lnTo>
                  <a:lnTo>
                    <a:pt x="3490033" y="1768094"/>
                  </a:lnTo>
                  <a:lnTo>
                    <a:pt x="3490127" y="1768094"/>
                  </a:lnTo>
                  <a:lnTo>
                    <a:pt x="3490221" y="1768094"/>
                  </a:lnTo>
                  <a:lnTo>
                    <a:pt x="3490315" y="1768094"/>
                  </a:lnTo>
                  <a:lnTo>
                    <a:pt x="3490409" y="1768094"/>
                  </a:lnTo>
                  <a:lnTo>
                    <a:pt x="3490504" y="1768094"/>
                  </a:lnTo>
                  <a:lnTo>
                    <a:pt x="3490598" y="1768094"/>
                  </a:lnTo>
                  <a:lnTo>
                    <a:pt x="3490692" y="1768094"/>
                  </a:lnTo>
                  <a:lnTo>
                    <a:pt x="3490786" y="1768094"/>
                  </a:lnTo>
                  <a:lnTo>
                    <a:pt x="3490880" y="1768094"/>
                  </a:lnTo>
                  <a:lnTo>
                    <a:pt x="3490974" y="1768094"/>
                  </a:lnTo>
                  <a:lnTo>
                    <a:pt x="3491069" y="1768094"/>
                  </a:lnTo>
                  <a:lnTo>
                    <a:pt x="3491163" y="1768094"/>
                  </a:lnTo>
                  <a:lnTo>
                    <a:pt x="3491257" y="1768094"/>
                  </a:lnTo>
                  <a:lnTo>
                    <a:pt x="3491351" y="1768094"/>
                  </a:lnTo>
                  <a:lnTo>
                    <a:pt x="3491445" y="1768094"/>
                  </a:lnTo>
                  <a:lnTo>
                    <a:pt x="3491539" y="1768094"/>
                  </a:lnTo>
                  <a:lnTo>
                    <a:pt x="3491633" y="1768094"/>
                  </a:lnTo>
                  <a:lnTo>
                    <a:pt x="3491728" y="1768094"/>
                  </a:lnTo>
                  <a:lnTo>
                    <a:pt x="3491822" y="1768094"/>
                  </a:lnTo>
                  <a:lnTo>
                    <a:pt x="3491916" y="1768094"/>
                  </a:lnTo>
                  <a:lnTo>
                    <a:pt x="3492010" y="1768094"/>
                  </a:lnTo>
                  <a:lnTo>
                    <a:pt x="3492104" y="1768094"/>
                  </a:lnTo>
                  <a:lnTo>
                    <a:pt x="3492198" y="1768094"/>
                  </a:lnTo>
                  <a:lnTo>
                    <a:pt x="3492292" y="1768094"/>
                  </a:lnTo>
                  <a:lnTo>
                    <a:pt x="3492387" y="1768094"/>
                  </a:lnTo>
                  <a:lnTo>
                    <a:pt x="3492481" y="1768094"/>
                  </a:lnTo>
                  <a:lnTo>
                    <a:pt x="3492575" y="1768094"/>
                  </a:lnTo>
                  <a:lnTo>
                    <a:pt x="3492669" y="1768094"/>
                  </a:lnTo>
                  <a:lnTo>
                    <a:pt x="3492763" y="1768094"/>
                  </a:lnTo>
                  <a:lnTo>
                    <a:pt x="3492857" y="1768094"/>
                  </a:lnTo>
                  <a:lnTo>
                    <a:pt x="3492952" y="1768094"/>
                  </a:lnTo>
                  <a:lnTo>
                    <a:pt x="3493046" y="1768094"/>
                  </a:lnTo>
                  <a:lnTo>
                    <a:pt x="3493140" y="1768094"/>
                  </a:lnTo>
                  <a:lnTo>
                    <a:pt x="3493234" y="1768094"/>
                  </a:lnTo>
                  <a:lnTo>
                    <a:pt x="3493328" y="1768094"/>
                  </a:lnTo>
                  <a:lnTo>
                    <a:pt x="3493422" y="1768094"/>
                  </a:lnTo>
                  <a:lnTo>
                    <a:pt x="3493516" y="1768094"/>
                  </a:lnTo>
                  <a:lnTo>
                    <a:pt x="3493611" y="1768094"/>
                  </a:lnTo>
                  <a:lnTo>
                    <a:pt x="3493705" y="1768094"/>
                  </a:lnTo>
                  <a:lnTo>
                    <a:pt x="3493799" y="1768094"/>
                  </a:lnTo>
                  <a:lnTo>
                    <a:pt x="3493893" y="1768094"/>
                  </a:lnTo>
                  <a:lnTo>
                    <a:pt x="3493987" y="1768094"/>
                  </a:lnTo>
                  <a:lnTo>
                    <a:pt x="3494081" y="1768094"/>
                  </a:lnTo>
                  <a:lnTo>
                    <a:pt x="3494176" y="1768094"/>
                  </a:lnTo>
                  <a:lnTo>
                    <a:pt x="3494270" y="1768094"/>
                  </a:lnTo>
                  <a:lnTo>
                    <a:pt x="3494364" y="1768094"/>
                  </a:lnTo>
                  <a:lnTo>
                    <a:pt x="3494458" y="1768094"/>
                  </a:lnTo>
                  <a:lnTo>
                    <a:pt x="3494552" y="1768094"/>
                  </a:lnTo>
                  <a:lnTo>
                    <a:pt x="3494646" y="1768094"/>
                  </a:lnTo>
                  <a:lnTo>
                    <a:pt x="3494740" y="1768094"/>
                  </a:lnTo>
                  <a:lnTo>
                    <a:pt x="3494835" y="1768094"/>
                  </a:lnTo>
                  <a:lnTo>
                    <a:pt x="3494929" y="1768094"/>
                  </a:lnTo>
                  <a:lnTo>
                    <a:pt x="3495023" y="1768094"/>
                  </a:lnTo>
                  <a:lnTo>
                    <a:pt x="3495117" y="1768094"/>
                  </a:lnTo>
                  <a:lnTo>
                    <a:pt x="3495211" y="1768094"/>
                  </a:lnTo>
                  <a:lnTo>
                    <a:pt x="3495305" y="1768094"/>
                  </a:lnTo>
                  <a:lnTo>
                    <a:pt x="3495400" y="1768094"/>
                  </a:lnTo>
                  <a:lnTo>
                    <a:pt x="3495494" y="1768094"/>
                  </a:lnTo>
                  <a:lnTo>
                    <a:pt x="3495588" y="1768094"/>
                  </a:lnTo>
                  <a:lnTo>
                    <a:pt x="3495682" y="1768094"/>
                  </a:lnTo>
                  <a:lnTo>
                    <a:pt x="3495776" y="1768094"/>
                  </a:lnTo>
                  <a:lnTo>
                    <a:pt x="3495870" y="1768094"/>
                  </a:lnTo>
                  <a:lnTo>
                    <a:pt x="3495964" y="1768094"/>
                  </a:lnTo>
                  <a:lnTo>
                    <a:pt x="3496059" y="1768094"/>
                  </a:lnTo>
                  <a:lnTo>
                    <a:pt x="3496153" y="1768094"/>
                  </a:lnTo>
                  <a:lnTo>
                    <a:pt x="3496247" y="1768094"/>
                  </a:lnTo>
                  <a:lnTo>
                    <a:pt x="3496341" y="1768094"/>
                  </a:lnTo>
                  <a:lnTo>
                    <a:pt x="3496435" y="1768094"/>
                  </a:lnTo>
                  <a:lnTo>
                    <a:pt x="3496529" y="1768094"/>
                  </a:lnTo>
                  <a:lnTo>
                    <a:pt x="3496623" y="1768094"/>
                  </a:lnTo>
                  <a:lnTo>
                    <a:pt x="3496718" y="1768094"/>
                  </a:lnTo>
                  <a:lnTo>
                    <a:pt x="3496812" y="1768094"/>
                  </a:lnTo>
                  <a:lnTo>
                    <a:pt x="3496906" y="1768094"/>
                  </a:lnTo>
                  <a:lnTo>
                    <a:pt x="3497000" y="1768094"/>
                  </a:lnTo>
                  <a:lnTo>
                    <a:pt x="3497094" y="1768094"/>
                  </a:lnTo>
                  <a:lnTo>
                    <a:pt x="3497188" y="1768094"/>
                  </a:lnTo>
                  <a:lnTo>
                    <a:pt x="3497283" y="1768094"/>
                  </a:lnTo>
                  <a:lnTo>
                    <a:pt x="3497377" y="1768094"/>
                  </a:lnTo>
                  <a:lnTo>
                    <a:pt x="3497471" y="1768094"/>
                  </a:lnTo>
                  <a:lnTo>
                    <a:pt x="3497565" y="1768094"/>
                  </a:lnTo>
                  <a:lnTo>
                    <a:pt x="3497659" y="1768094"/>
                  </a:lnTo>
                  <a:lnTo>
                    <a:pt x="3497753" y="1768094"/>
                  </a:lnTo>
                  <a:lnTo>
                    <a:pt x="3497847" y="1768094"/>
                  </a:lnTo>
                  <a:lnTo>
                    <a:pt x="3497942" y="1768094"/>
                  </a:lnTo>
                  <a:lnTo>
                    <a:pt x="3498036" y="1768094"/>
                  </a:lnTo>
                  <a:lnTo>
                    <a:pt x="3498130" y="1768094"/>
                  </a:lnTo>
                  <a:lnTo>
                    <a:pt x="3498224" y="1768094"/>
                  </a:lnTo>
                  <a:lnTo>
                    <a:pt x="3498318" y="1768094"/>
                  </a:lnTo>
                  <a:lnTo>
                    <a:pt x="3498412" y="1768094"/>
                  </a:lnTo>
                  <a:lnTo>
                    <a:pt x="3498412" y="1763183"/>
                  </a:lnTo>
                  <a:lnTo>
                    <a:pt x="3498507" y="1763183"/>
                  </a:lnTo>
                  <a:lnTo>
                    <a:pt x="3498601" y="1763183"/>
                  </a:lnTo>
                  <a:lnTo>
                    <a:pt x="3498695" y="1763183"/>
                  </a:lnTo>
                  <a:lnTo>
                    <a:pt x="3498789" y="1763183"/>
                  </a:lnTo>
                  <a:lnTo>
                    <a:pt x="3498883" y="1763183"/>
                  </a:lnTo>
                  <a:lnTo>
                    <a:pt x="3498977" y="1763183"/>
                  </a:lnTo>
                  <a:lnTo>
                    <a:pt x="3499071" y="1763183"/>
                  </a:lnTo>
                  <a:lnTo>
                    <a:pt x="3499166" y="1763183"/>
                  </a:lnTo>
                  <a:lnTo>
                    <a:pt x="3499260" y="1763183"/>
                  </a:lnTo>
                  <a:lnTo>
                    <a:pt x="3499354" y="1763183"/>
                  </a:lnTo>
                  <a:lnTo>
                    <a:pt x="3499448" y="1763183"/>
                  </a:lnTo>
                  <a:lnTo>
                    <a:pt x="3499542" y="1763183"/>
                  </a:lnTo>
                  <a:lnTo>
                    <a:pt x="3499636" y="1763183"/>
                  </a:lnTo>
                  <a:lnTo>
                    <a:pt x="3499731" y="1763183"/>
                  </a:lnTo>
                  <a:lnTo>
                    <a:pt x="3499825" y="1763183"/>
                  </a:lnTo>
                  <a:lnTo>
                    <a:pt x="3499919" y="1763183"/>
                  </a:lnTo>
                  <a:lnTo>
                    <a:pt x="3500013" y="1763183"/>
                  </a:lnTo>
                  <a:lnTo>
                    <a:pt x="3500107" y="1763183"/>
                  </a:lnTo>
                  <a:lnTo>
                    <a:pt x="3500201" y="1763183"/>
                  </a:lnTo>
                  <a:lnTo>
                    <a:pt x="3500295" y="1763183"/>
                  </a:lnTo>
                  <a:lnTo>
                    <a:pt x="3500390" y="1763183"/>
                  </a:lnTo>
                  <a:lnTo>
                    <a:pt x="3500484" y="1763183"/>
                  </a:lnTo>
                  <a:lnTo>
                    <a:pt x="3500578" y="1763183"/>
                  </a:lnTo>
                  <a:lnTo>
                    <a:pt x="3500672" y="1763183"/>
                  </a:lnTo>
                  <a:lnTo>
                    <a:pt x="3500672" y="1758272"/>
                  </a:lnTo>
                  <a:lnTo>
                    <a:pt x="3500766" y="1758272"/>
                  </a:lnTo>
                  <a:lnTo>
                    <a:pt x="3500860" y="1758272"/>
                  </a:lnTo>
                  <a:lnTo>
                    <a:pt x="3500954" y="1758272"/>
                  </a:lnTo>
                  <a:lnTo>
                    <a:pt x="3501049" y="1758272"/>
                  </a:lnTo>
                  <a:lnTo>
                    <a:pt x="3501143" y="1758272"/>
                  </a:lnTo>
                  <a:lnTo>
                    <a:pt x="3501237" y="1758272"/>
                  </a:lnTo>
                  <a:lnTo>
                    <a:pt x="3501237" y="1753360"/>
                  </a:lnTo>
                  <a:lnTo>
                    <a:pt x="3501331" y="1753360"/>
                  </a:lnTo>
                  <a:lnTo>
                    <a:pt x="3501425" y="1753360"/>
                  </a:lnTo>
                  <a:lnTo>
                    <a:pt x="3501519" y="1753360"/>
                  </a:lnTo>
                  <a:lnTo>
                    <a:pt x="3501614" y="1753360"/>
                  </a:lnTo>
                  <a:lnTo>
                    <a:pt x="3501708" y="1753360"/>
                  </a:lnTo>
                  <a:lnTo>
                    <a:pt x="3501802" y="1753360"/>
                  </a:lnTo>
                  <a:lnTo>
                    <a:pt x="3501896" y="1753360"/>
                  </a:lnTo>
                  <a:lnTo>
                    <a:pt x="3501990" y="1753360"/>
                  </a:lnTo>
                  <a:lnTo>
                    <a:pt x="3502084" y="1753360"/>
                  </a:lnTo>
                  <a:lnTo>
                    <a:pt x="3502178" y="1753360"/>
                  </a:lnTo>
                  <a:lnTo>
                    <a:pt x="3502273" y="1753360"/>
                  </a:lnTo>
                  <a:lnTo>
                    <a:pt x="3502367" y="1753360"/>
                  </a:lnTo>
                  <a:lnTo>
                    <a:pt x="3502461" y="1753360"/>
                  </a:lnTo>
                  <a:lnTo>
                    <a:pt x="3502555" y="1753360"/>
                  </a:lnTo>
                  <a:lnTo>
                    <a:pt x="3502649" y="1753360"/>
                  </a:lnTo>
                  <a:lnTo>
                    <a:pt x="3502743" y="1753360"/>
                  </a:lnTo>
                  <a:lnTo>
                    <a:pt x="3502743" y="1748449"/>
                  </a:lnTo>
                  <a:lnTo>
                    <a:pt x="3502838" y="1748449"/>
                  </a:lnTo>
                  <a:lnTo>
                    <a:pt x="3502932" y="1748449"/>
                  </a:lnTo>
                  <a:lnTo>
                    <a:pt x="3503026" y="1748449"/>
                  </a:lnTo>
                  <a:lnTo>
                    <a:pt x="3503120" y="1748449"/>
                  </a:lnTo>
                  <a:lnTo>
                    <a:pt x="3503214" y="1748449"/>
                  </a:lnTo>
                  <a:lnTo>
                    <a:pt x="3503308" y="1748449"/>
                  </a:lnTo>
                  <a:lnTo>
                    <a:pt x="3503402" y="1748449"/>
                  </a:lnTo>
                  <a:lnTo>
                    <a:pt x="3503497" y="1748449"/>
                  </a:lnTo>
                  <a:lnTo>
                    <a:pt x="3503591" y="1748449"/>
                  </a:lnTo>
                  <a:lnTo>
                    <a:pt x="3503685" y="1748449"/>
                  </a:lnTo>
                  <a:lnTo>
                    <a:pt x="3503779" y="1748449"/>
                  </a:lnTo>
                  <a:lnTo>
                    <a:pt x="3503873" y="1748449"/>
                  </a:lnTo>
                  <a:lnTo>
                    <a:pt x="3503967" y="1748449"/>
                  </a:lnTo>
                  <a:lnTo>
                    <a:pt x="3504062" y="1748449"/>
                  </a:lnTo>
                  <a:lnTo>
                    <a:pt x="3504156" y="1748449"/>
                  </a:lnTo>
                  <a:lnTo>
                    <a:pt x="3504250" y="1748449"/>
                  </a:lnTo>
                  <a:lnTo>
                    <a:pt x="3504344" y="1748449"/>
                  </a:lnTo>
                  <a:lnTo>
                    <a:pt x="3504438" y="1748449"/>
                  </a:lnTo>
                  <a:lnTo>
                    <a:pt x="3504532" y="1748449"/>
                  </a:lnTo>
                  <a:lnTo>
                    <a:pt x="3504626" y="1748449"/>
                  </a:lnTo>
                  <a:lnTo>
                    <a:pt x="3504721" y="1748449"/>
                  </a:lnTo>
                  <a:lnTo>
                    <a:pt x="3504815" y="1748449"/>
                  </a:lnTo>
                  <a:lnTo>
                    <a:pt x="3504909" y="1748449"/>
                  </a:lnTo>
                  <a:lnTo>
                    <a:pt x="3505003" y="1748449"/>
                  </a:lnTo>
                  <a:lnTo>
                    <a:pt x="3505097" y="1748449"/>
                  </a:lnTo>
                  <a:lnTo>
                    <a:pt x="3505191" y="1748449"/>
                  </a:lnTo>
                  <a:lnTo>
                    <a:pt x="3505285" y="1748449"/>
                  </a:lnTo>
                  <a:lnTo>
                    <a:pt x="3505380" y="1748449"/>
                  </a:lnTo>
                  <a:lnTo>
                    <a:pt x="3505474" y="1748449"/>
                  </a:lnTo>
                  <a:lnTo>
                    <a:pt x="3505568" y="1748449"/>
                  </a:lnTo>
                  <a:lnTo>
                    <a:pt x="3505662" y="1748449"/>
                  </a:lnTo>
                  <a:lnTo>
                    <a:pt x="3505756" y="1748449"/>
                  </a:lnTo>
                  <a:lnTo>
                    <a:pt x="3505850" y="1748449"/>
                  </a:lnTo>
                  <a:lnTo>
                    <a:pt x="3505945" y="1748449"/>
                  </a:lnTo>
                  <a:lnTo>
                    <a:pt x="3506039" y="1748449"/>
                  </a:lnTo>
                  <a:lnTo>
                    <a:pt x="3506133" y="1748449"/>
                  </a:lnTo>
                  <a:lnTo>
                    <a:pt x="3506227" y="1748449"/>
                  </a:lnTo>
                  <a:lnTo>
                    <a:pt x="3506321" y="1748449"/>
                  </a:lnTo>
                  <a:lnTo>
                    <a:pt x="3506415" y="1748449"/>
                  </a:lnTo>
                  <a:lnTo>
                    <a:pt x="3506509" y="1748449"/>
                  </a:lnTo>
                  <a:lnTo>
                    <a:pt x="3506604" y="1748449"/>
                  </a:lnTo>
                  <a:lnTo>
                    <a:pt x="3506698" y="1748449"/>
                  </a:lnTo>
                  <a:lnTo>
                    <a:pt x="3506792" y="1748449"/>
                  </a:lnTo>
                  <a:lnTo>
                    <a:pt x="3506886" y="1748449"/>
                  </a:lnTo>
                  <a:lnTo>
                    <a:pt x="3506980" y="1748449"/>
                  </a:lnTo>
                  <a:lnTo>
                    <a:pt x="3507074" y="1748449"/>
                  </a:lnTo>
                  <a:lnTo>
                    <a:pt x="3507169" y="1748449"/>
                  </a:lnTo>
                  <a:lnTo>
                    <a:pt x="3507263" y="1748449"/>
                  </a:lnTo>
                  <a:lnTo>
                    <a:pt x="3507357" y="1748449"/>
                  </a:lnTo>
                  <a:lnTo>
                    <a:pt x="3507451" y="1748449"/>
                  </a:lnTo>
                  <a:lnTo>
                    <a:pt x="3507451" y="1743538"/>
                  </a:lnTo>
                  <a:lnTo>
                    <a:pt x="3507545" y="1743538"/>
                  </a:lnTo>
                  <a:lnTo>
                    <a:pt x="3507639" y="1743538"/>
                  </a:lnTo>
                  <a:lnTo>
                    <a:pt x="3507733" y="1743538"/>
                  </a:lnTo>
                  <a:lnTo>
                    <a:pt x="3507828" y="1743538"/>
                  </a:lnTo>
                  <a:lnTo>
                    <a:pt x="3507922" y="1743538"/>
                  </a:lnTo>
                  <a:lnTo>
                    <a:pt x="3508016" y="1743538"/>
                  </a:lnTo>
                  <a:lnTo>
                    <a:pt x="3508110" y="1743538"/>
                  </a:lnTo>
                  <a:lnTo>
                    <a:pt x="3508204" y="1743538"/>
                  </a:lnTo>
                  <a:lnTo>
                    <a:pt x="3508298" y="1743538"/>
                  </a:lnTo>
                  <a:lnTo>
                    <a:pt x="3508393" y="1743538"/>
                  </a:lnTo>
                  <a:lnTo>
                    <a:pt x="3508487" y="1743538"/>
                  </a:lnTo>
                  <a:lnTo>
                    <a:pt x="3508581" y="1743538"/>
                  </a:lnTo>
                  <a:lnTo>
                    <a:pt x="3508675" y="1743538"/>
                  </a:lnTo>
                  <a:lnTo>
                    <a:pt x="3508769" y="1743538"/>
                  </a:lnTo>
                  <a:lnTo>
                    <a:pt x="3508863" y="1743538"/>
                  </a:lnTo>
                  <a:lnTo>
                    <a:pt x="3508957" y="1743538"/>
                  </a:lnTo>
                  <a:lnTo>
                    <a:pt x="3509052" y="1743538"/>
                  </a:lnTo>
                  <a:lnTo>
                    <a:pt x="3509146" y="1743538"/>
                  </a:lnTo>
                  <a:lnTo>
                    <a:pt x="3509240" y="1743538"/>
                  </a:lnTo>
                  <a:lnTo>
                    <a:pt x="3509334" y="1743538"/>
                  </a:lnTo>
                  <a:lnTo>
                    <a:pt x="3509428" y="1743538"/>
                  </a:lnTo>
                  <a:lnTo>
                    <a:pt x="3509522" y="1743538"/>
                  </a:lnTo>
                  <a:lnTo>
                    <a:pt x="3509616" y="1743538"/>
                  </a:lnTo>
                  <a:lnTo>
                    <a:pt x="3509711" y="1743538"/>
                  </a:lnTo>
                  <a:lnTo>
                    <a:pt x="3509805" y="1743538"/>
                  </a:lnTo>
                  <a:lnTo>
                    <a:pt x="3509899" y="1743538"/>
                  </a:lnTo>
                  <a:lnTo>
                    <a:pt x="3509993" y="1743538"/>
                  </a:lnTo>
                  <a:lnTo>
                    <a:pt x="3510087" y="1743538"/>
                  </a:lnTo>
                  <a:lnTo>
                    <a:pt x="3510181" y="1743538"/>
                  </a:lnTo>
                  <a:lnTo>
                    <a:pt x="3510276" y="1743538"/>
                  </a:lnTo>
                  <a:lnTo>
                    <a:pt x="3510370" y="1743538"/>
                  </a:lnTo>
                  <a:lnTo>
                    <a:pt x="3510464" y="1743538"/>
                  </a:lnTo>
                  <a:lnTo>
                    <a:pt x="3510558" y="1743538"/>
                  </a:lnTo>
                  <a:lnTo>
                    <a:pt x="3510652" y="1743538"/>
                  </a:lnTo>
                  <a:lnTo>
                    <a:pt x="3510746" y="1743538"/>
                  </a:lnTo>
                  <a:lnTo>
                    <a:pt x="3510840" y="1743538"/>
                  </a:lnTo>
                  <a:lnTo>
                    <a:pt x="3510840" y="1738626"/>
                  </a:lnTo>
                  <a:lnTo>
                    <a:pt x="3510935" y="1738626"/>
                  </a:lnTo>
                  <a:lnTo>
                    <a:pt x="3511029" y="1738626"/>
                  </a:lnTo>
                  <a:lnTo>
                    <a:pt x="3511123" y="1738626"/>
                  </a:lnTo>
                  <a:lnTo>
                    <a:pt x="3511217" y="1738626"/>
                  </a:lnTo>
                  <a:lnTo>
                    <a:pt x="3511311" y="1738626"/>
                  </a:lnTo>
                  <a:lnTo>
                    <a:pt x="3511405" y="1738626"/>
                  </a:lnTo>
                  <a:lnTo>
                    <a:pt x="3511500" y="1738626"/>
                  </a:lnTo>
                  <a:lnTo>
                    <a:pt x="3511594" y="1738626"/>
                  </a:lnTo>
                  <a:lnTo>
                    <a:pt x="3511688" y="1738626"/>
                  </a:lnTo>
                  <a:lnTo>
                    <a:pt x="3511782" y="1738626"/>
                  </a:lnTo>
                  <a:lnTo>
                    <a:pt x="3511876" y="1738626"/>
                  </a:lnTo>
                  <a:lnTo>
                    <a:pt x="3511970" y="1738626"/>
                  </a:lnTo>
                  <a:lnTo>
                    <a:pt x="3512064" y="1738626"/>
                  </a:lnTo>
                  <a:lnTo>
                    <a:pt x="3512159" y="1738626"/>
                  </a:lnTo>
                  <a:lnTo>
                    <a:pt x="3512253" y="1738626"/>
                  </a:lnTo>
                  <a:lnTo>
                    <a:pt x="3512347" y="1738626"/>
                  </a:lnTo>
                  <a:lnTo>
                    <a:pt x="3512441" y="1738626"/>
                  </a:lnTo>
                  <a:lnTo>
                    <a:pt x="3512535" y="1738626"/>
                  </a:lnTo>
                  <a:lnTo>
                    <a:pt x="3512629" y="1738626"/>
                  </a:lnTo>
                  <a:lnTo>
                    <a:pt x="3512724" y="1738626"/>
                  </a:lnTo>
                  <a:lnTo>
                    <a:pt x="3512818" y="1738626"/>
                  </a:lnTo>
                  <a:lnTo>
                    <a:pt x="3512912" y="1738626"/>
                  </a:lnTo>
                  <a:lnTo>
                    <a:pt x="3513006" y="1738626"/>
                  </a:lnTo>
                  <a:lnTo>
                    <a:pt x="3513100" y="1738626"/>
                  </a:lnTo>
                  <a:lnTo>
                    <a:pt x="3513194" y="1738626"/>
                  </a:lnTo>
                  <a:lnTo>
                    <a:pt x="3513288" y="1738626"/>
                  </a:lnTo>
                  <a:lnTo>
                    <a:pt x="3513383" y="1738626"/>
                  </a:lnTo>
                  <a:lnTo>
                    <a:pt x="3513477" y="1738626"/>
                  </a:lnTo>
                  <a:lnTo>
                    <a:pt x="3513571" y="1738626"/>
                  </a:lnTo>
                  <a:lnTo>
                    <a:pt x="3513665" y="1738626"/>
                  </a:lnTo>
                  <a:lnTo>
                    <a:pt x="3513759" y="1738626"/>
                  </a:lnTo>
                  <a:lnTo>
                    <a:pt x="3513853" y="1738626"/>
                  </a:lnTo>
                  <a:lnTo>
                    <a:pt x="3513948" y="1738626"/>
                  </a:lnTo>
                  <a:lnTo>
                    <a:pt x="3514042" y="1738626"/>
                  </a:lnTo>
                  <a:lnTo>
                    <a:pt x="3514136" y="1738626"/>
                  </a:lnTo>
                  <a:lnTo>
                    <a:pt x="3514230" y="1738626"/>
                  </a:lnTo>
                  <a:lnTo>
                    <a:pt x="3514324" y="1738626"/>
                  </a:lnTo>
                  <a:lnTo>
                    <a:pt x="3514418" y="1738626"/>
                  </a:lnTo>
                  <a:lnTo>
                    <a:pt x="3514512" y="1738626"/>
                  </a:lnTo>
                  <a:lnTo>
                    <a:pt x="3514607" y="1738626"/>
                  </a:lnTo>
                  <a:lnTo>
                    <a:pt x="3514701" y="1738626"/>
                  </a:lnTo>
                  <a:lnTo>
                    <a:pt x="3514795" y="1738626"/>
                  </a:lnTo>
                  <a:lnTo>
                    <a:pt x="3514889" y="1738626"/>
                  </a:lnTo>
                  <a:lnTo>
                    <a:pt x="3514983" y="1738626"/>
                  </a:lnTo>
                  <a:lnTo>
                    <a:pt x="3515077" y="1738626"/>
                  </a:lnTo>
                  <a:lnTo>
                    <a:pt x="3515171" y="1738626"/>
                  </a:lnTo>
                  <a:lnTo>
                    <a:pt x="3515266" y="1738626"/>
                  </a:lnTo>
                  <a:lnTo>
                    <a:pt x="3515360" y="1738626"/>
                  </a:lnTo>
                  <a:lnTo>
                    <a:pt x="3515454" y="1738626"/>
                  </a:lnTo>
                  <a:lnTo>
                    <a:pt x="3515548" y="1738626"/>
                  </a:lnTo>
                  <a:lnTo>
                    <a:pt x="3515642" y="1738626"/>
                  </a:lnTo>
                  <a:lnTo>
                    <a:pt x="3515736" y="1738626"/>
                  </a:lnTo>
                  <a:lnTo>
                    <a:pt x="3515831" y="1738626"/>
                  </a:lnTo>
                  <a:lnTo>
                    <a:pt x="3515925" y="1738626"/>
                  </a:lnTo>
                  <a:lnTo>
                    <a:pt x="3516019" y="1738626"/>
                  </a:lnTo>
                  <a:lnTo>
                    <a:pt x="3516113" y="1738626"/>
                  </a:lnTo>
                  <a:lnTo>
                    <a:pt x="3516207" y="1738626"/>
                  </a:lnTo>
                  <a:lnTo>
                    <a:pt x="3516301" y="1738626"/>
                  </a:lnTo>
                  <a:lnTo>
                    <a:pt x="3516395" y="1738626"/>
                  </a:lnTo>
                  <a:lnTo>
                    <a:pt x="3516490" y="1738626"/>
                  </a:lnTo>
                  <a:lnTo>
                    <a:pt x="3516584" y="1738626"/>
                  </a:lnTo>
                  <a:lnTo>
                    <a:pt x="3516678" y="1738626"/>
                  </a:lnTo>
                  <a:lnTo>
                    <a:pt x="3516772" y="1738626"/>
                  </a:lnTo>
                  <a:lnTo>
                    <a:pt x="3516866" y="1738626"/>
                  </a:lnTo>
                  <a:lnTo>
                    <a:pt x="3516960" y="1738626"/>
                  </a:lnTo>
                  <a:lnTo>
                    <a:pt x="3517055" y="1738626"/>
                  </a:lnTo>
                  <a:lnTo>
                    <a:pt x="3517055" y="1733715"/>
                  </a:lnTo>
                  <a:lnTo>
                    <a:pt x="3517149" y="1733715"/>
                  </a:lnTo>
                  <a:lnTo>
                    <a:pt x="3517243" y="1733715"/>
                  </a:lnTo>
                  <a:lnTo>
                    <a:pt x="3517337" y="1733715"/>
                  </a:lnTo>
                  <a:lnTo>
                    <a:pt x="3517431" y="1733715"/>
                  </a:lnTo>
                  <a:lnTo>
                    <a:pt x="3517525" y="1733715"/>
                  </a:lnTo>
                  <a:lnTo>
                    <a:pt x="3517619" y="1733715"/>
                  </a:lnTo>
                  <a:lnTo>
                    <a:pt x="3517714" y="1733715"/>
                  </a:lnTo>
                  <a:lnTo>
                    <a:pt x="3517808" y="1733715"/>
                  </a:lnTo>
                  <a:lnTo>
                    <a:pt x="3517902" y="1733715"/>
                  </a:lnTo>
                  <a:lnTo>
                    <a:pt x="3517996" y="1733715"/>
                  </a:lnTo>
                  <a:lnTo>
                    <a:pt x="3518090" y="1733715"/>
                  </a:lnTo>
                  <a:lnTo>
                    <a:pt x="3518184" y="1733715"/>
                  </a:lnTo>
                  <a:lnTo>
                    <a:pt x="3518279" y="1733715"/>
                  </a:lnTo>
                  <a:lnTo>
                    <a:pt x="3518373" y="1733715"/>
                  </a:lnTo>
                  <a:lnTo>
                    <a:pt x="3518467" y="1733715"/>
                  </a:lnTo>
                  <a:lnTo>
                    <a:pt x="3518561" y="1733715"/>
                  </a:lnTo>
                  <a:lnTo>
                    <a:pt x="3518655" y="1733715"/>
                  </a:lnTo>
                  <a:lnTo>
                    <a:pt x="3518749" y="1733715"/>
                  </a:lnTo>
                  <a:lnTo>
                    <a:pt x="3518843" y="1733715"/>
                  </a:lnTo>
                  <a:lnTo>
                    <a:pt x="3518938" y="1733715"/>
                  </a:lnTo>
                  <a:lnTo>
                    <a:pt x="3519032" y="1733715"/>
                  </a:lnTo>
                  <a:lnTo>
                    <a:pt x="3519126" y="1733715"/>
                  </a:lnTo>
                  <a:lnTo>
                    <a:pt x="3519220" y="1733715"/>
                  </a:lnTo>
                  <a:lnTo>
                    <a:pt x="3519314" y="1733715"/>
                  </a:lnTo>
                  <a:lnTo>
                    <a:pt x="3519408" y="1733715"/>
                  </a:lnTo>
                  <a:lnTo>
                    <a:pt x="3519502" y="1733715"/>
                  </a:lnTo>
                  <a:lnTo>
                    <a:pt x="3519597" y="1733715"/>
                  </a:lnTo>
                  <a:lnTo>
                    <a:pt x="3519691" y="1733715"/>
                  </a:lnTo>
                  <a:lnTo>
                    <a:pt x="3519785" y="1733715"/>
                  </a:lnTo>
                  <a:lnTo>
                    <a:pt x="3519879" y="1733715"/>
                  </a:lnTo>
                  <a:lnTo>
                    <a:pt x="3519973" y="1733715"/>
                  </a:lnTo>
                  <a:lnTo>
                    <a:pt x="3520067" y="1733715"/>
                  </a:lnTo>
                  <a:lnTo>
                    <a:pt x="3520162" y="1733715"/>
                  </a:lnTo>
                  <a:lnTo>
                    <a:pt x="3520256" y="1733715"/>
                  </a:lnTo>
                  <a:lnTo>
                    <a:pt x="3520350" y="1733715"/>
                  </a:lnTo>
                  <a:lnTo>
                    <a:pt x="3520444" y="1733715"/>
                  </a:lnTo>
                  <a:lnTo>
                    <a:pt x="3520538" y="1733715"/>
                  </a:lnTo>
                  <a:lnTo>
                    <a:pt x="3520632" y="1733715"/>
                  </a:lnTo>
                  <a:lnTo>
                    <a:pt x="3520726" y="1733715"/>
                  </a:lnTo>
                  <a:lnTo>
                    <a:pt x="3520821" y="1733715"/>
                  </a:lnTo>
                  <a:lnTo>
                    <a:pt x="3520915" y="1733715"/>
                  </a:lnTo>
                  <a:lnTo>
                    <a:pt x="3521009" y="1733715"/>
                  </a:lnTo>
                  <a:lnTo>
                    <a:pt x="3521103" y="1733715"/>
                  </a:lnTo>
                  <a:lnTo>
                    <a:pt x="3521197" y="1733715"/>
                  </a:lnTo>
                  <a:lnTo>
                    <a:pt x="3521291" y="1733715"/>
                  </a:lnTo>
                  <a:lnTo>
                    <a:pt x="3521386" y="1733715"/>
                  </a:lnTo>
                  <a:lnTo>
                    <a:pt x="3521480" y="1733715"/>
                  </a:lnTo>
                  <a:lnTo>
                    <a:pt x="3521574" y="1733715"/>
                  </a:lnTo>
                  <a:lnTo>
                    <a:pt x="3521668" y="1733715"/>
                  </a:lnTo>
                  <a:lnTo>
                    <a:pt x="3521762" y="1733715"/>
                  </a:lnTo>
                  <a:lnTo>
                    <a:pt x="3521856" y="1733715"/>
                  </a:lnTo>
                  <a:lnTo>
                    <a:pt x="3521950" y="1733715"/>
                  </a:lnTo>
                  <a:lnTo>
                    <a:pt x="3522045" y="1733715"/>
                  </a:lnTo>
                  <a:lnTo>
                    <a:pt x="3522139" y="1733715"/>
                  </a:lnTo>
                  <a:lnTo>
                    <a:pt x="3522233" y="1733715"/>
                  </a:lnTo>
                  <a:lnTo>
                    <a:pt x="3522327" y="1733715"/>
                  </a:lnTo>
                  <a:lnTo>
                    <a:pt x="3522421" y="1733715"/>
                  </a:lnTo>
                  <a:lnTo>
                    <a:pt x="3522515" y="1733715"/>
                  </a:lnTo>
                  <a:lnTo>
                    <a:pt x="3522610" y="1733715"/>
                  </a:lnTo>
                  <a:lnTo>
                    <a:pt x="3522704" y="1733715"/>
                  </a:lnTo>
                  <a:lnTo>
                    <a:pt x="3522798" y="1733715"/>
                  </a:lnTo>
                  <a:lnTo>
                    <a:pt x="3522892" y="1733715"/>
                  </a:lnTo>
                  <a:lnTo>
                    <a:pt x="3522986" y="1733715"/>
                  </a:lnTo>
                  <a:lnTo>
                    <a:pt x="3523080" y="1733715"/>
                  </a:lnTo>
                  <a:lnTo>
                    <a:pt x="3523174" y="1733715"/>
                  </a:lnTo>
                  <a:lnTo>
                    <a:pt x="3523269" y="1733715"/>
                  </a:lnTo>
                  <a:lnTo>
                    <a:pt x="3523269" y="1728803"/>
                  </a:lnTo>
                  <a:lnTo>
                    <a:pt x="3523363" y="1728803"/>
                  </a:lnTo>
                  <a:lnTo>
                    <a:pt x="3523457" y="1728803"/>
                  </a:lnTo>
                  <a:lnTo>
                    <a:pt x="3523551" y="1728803"/>
                  </a:lnTo>
                  <a:lnTo>
                    <a:pt x="3523645" y="1728803"/>
                  </a:lnTo>
                  <a:lnTo>
                    <a:pt x="3523739" y="1728803"/>
                  </a:lnTo>
                  <a:lnTo>
                    <a:pt x="3523833" y="1728803"/>
                  </a:lnTo>
                  <a:lnTo>
                    <a:pt x="3523928" y="1728803"/>
                  </a:lnTo>
                  <a:lnTo>
                    <a:pt x="3524022" y="1728803"/>
                  </a:lnTo>
                  <a:lnTo>
                    <a:pt x="3524116" y="1728803"/>
                  </a:lnTo>
                  <a:lnTo>
                    <a:pt x="3524210" y="1728803"/>
                  </a:lnTo>
                  <a:lnTo>
                    <a:pt x="3524210" y="1723892"/>
                  </a:lnTo>
                  <a:lnTo>
                    <a:pt x="3524304" y="1723892"/>
                  </a:lnTo>
                  <a:lnTo>
                    <a:pt x="3524398" y="1723892"/>
                  </a:lnTo>
                  <a:lnTo>
                    <a:pt x="3524493" y="1723892"/>
                  </a:lnTo>
                  <a:lnTo>
                    <a:pt x="3524587" y="1723892"/>
                  </a:lnTo>
                  <a:lnTo>
                    <a:pt x="3524681" y="1723892"/>
                  </a:lnTo>
                  <a:lnTo>
                    <a:pt x="3524775" y="1723892"/>
                  </a:lnTo>
                  <a:lnTo>
                    <a:pt x="3524869" y="1723892"/>
                  </a:lnTo>
                  <a:lnTo>
                    <a:pt x="3524963" y="1723892"/>
                  </a:lnTo>
                  <a:lnTo>
                    <a:pt x="3525057" y="1723892"/>
                  </a:lnTo>
                  <a:lnTo>
                    <a:pt x="3525152" y="1723892"/>
                  </a:lnTo>
                  <a:lnTo>
                    <a:pt x="3525246" y="1723892"/>
                  </a:lnTo>
                  <a:lnTo>
                    <a:pt x="3525340" y="1723892"/>
                  </a:lnTo>
                  <a:lnTo>
                    <a:pt x="3525434" y="1723892"/>
                  </a:lnTo>
                  <a:lnTo>
                    <a:pt x="3525528" y="1723892"/>
                  </a:lnTo>
                  <a:lnTo>
                    <a:pt x="3525622" y="1723892"/>
                  </a:lnTo>
                  <a:lnTo>
                    <a:pt x="3525717" y="1723892"/>
                  </a:lnTo>
                  <a:lnTo>
                    <a:pt x="3525811" y="1723892"/>
                  </a:lnTo>
                  <a:lnTo>
                    <a:pt x="3525905" y="1723892"/>
                  </a:lnTo>
                  <a:lnTo>
                    <a:pt x="3525905" y="1718981"/>
                  </a:lnTo>
                  <a:lnTo>
                    <a:pt x="3525999" y="1718981"/>
                  </a:lnTo>
                  <a:lnTo>
                    <a:pt x="3526093" y="1718981"/>
                  </a:lnTo>
                  <a:lnTo>
                    <a:pt x="3526187" y="1718981"/>
                  </a:lnTo>
                  <a:lnTo>
                    <a:pt x="3526281" y="1718981"/>
                  </a:lnTo>
                  <a:lnTo>
                    <a:pt x="3526376" y="1718981"/>
                  </a:lnTo>
                  <a:lnTo>
                    <a:pt x="3526470" y="1718981"/>
                  </a:lnTo>
                  <a:lnTo>
                    <a:pt x="3526564" y="1718981"/>
                  </a:lnTo>
                  <a:lnTo>
                    <a:pt x="3526658" y="1718981"/>
                  </a:lnTo>
                  <a:lnTo>
                    <a:pt x="3526752" y="1718981"/>
                  </a:lnTo>
                  <a:lnTo>
                    <a:pt x="3526846" y="1718981"/>
                  </a:lnTo>
                  <a:lnTo>
                    <a:pt x="3526941" y="1718981"/>
                  </a:lnTo>
                  <a:lnTo>
                    <a:pt x="3527035" y="1718981"/>
                  </a:lnTo>
                  <a:lnTo>
                    <a:pt x="3527129" y="1718981"/>
                  </a:lnTo>
                  <a:lnTo>
                    <a:pt x="3527223" y="1718981"/>
                  </a:lnTo>
                  <a:lnTo>
                    <a:pt x="3527317" y="1718981"/>
                  </a:lnTo>
                  <a:lnTo>
                    <a:pt x="3527411" y="1718981"/>
                  </a:lnTo>
                  <a:lnTo>
                    <a:pt x="3527505" y="1718981"/>
                  </a:lnTo>
                  <a:lnTo>
                    <a:pt x="3527600" y="1718981"/>
                  </a:lnTo>
                  <a:lnTo>
                    <a:pt x="3527694" y="1718981"/>
                  </a:lnTo>
                  <a:lnTo>
                    <a:pt x="3527788" y="1718981"/>
                  </a:lnTo>
                  <a:lnTo>
                    <a:pt x="3527882" y="1718981"/>
                  </a:lnTo>
                  <a:lnTo>
                    <a:pt x="3527976" y="1718981"/>
                  </a:lnTo>
                  <a:lnTo>
                    <a:pt x="3528070" y="1718981"/>
                  </a:lnTo>
                  <a:lnTo>
                    <a:pt x="3528164" y="1718981"/>
                  </a:lnTo>
                  <a:lnTo>
                    <a:pt x="3528259" y="1718981"/>
                  </a:lnTo>
                  <a:lnTo>
                    <a:pt x="3528353" y="1718981"/>
                  </a:lnTo>
                  <a:lnTo>
                    <a:pt x="3528447" y="1718981"/>
                  </a:lnTo>
                  <a:lnTo>
                    <a:pt x="3528541" y="1718981"/>
                  </a:lnTo>
                  <a:lnTo>
                    <a:pt x="3528635" y="1718981"/>
                  </a:lnTo>
                  <a:lnTo>
                    <a:pt x="3528729" y="1718981"/>
                  </a:lnTo>
                  <a:lnTo>
                    <a:pt x="3528824" y="1718981"/>
                  </a:lnTo>
                  <a:lnTo>
                    <a:pt x="3528918" y="1718981"/>
                  </a:lnTo>
                  <a:lnTo>
                    <a:pt x="3529012" y="1718981"/>
                  </a:lnTo>
                  <a:lnTo>
                    <a:pt x="3529106" y="1718981"/>
                  </a:lnTo>
                  <a:lnTo>
                    <a:pt x="3529200" y="1718981"/>
                  </a:lnTo>
                  <a:lnTo>
                    <a:pt x="3529294" y="1718981"/>
                  </a:lnTo>
                  <a:lnTo>
                    <a:pt x="3529388" y="1718981"/>
                  </a:lnTo>
                  <a:lnTo>
                    <a:pt x="3529483" y="1718981"/>
                  </a:lnTo>
                  <a:lnTo>
                    <a:pt x="3529577" y="1718981"/>
                  </a:lnTo>
                  <a:lnTo>
                    <a:pt x="3529671" y="1718981"/>
                  </a:lnTo>
                  <a:lnTo>
                    <a:pt x="3529765" y="1718981"/>
                  </a:lnTo>
                  <a:lnTo>
                    <a:pt x="3529859" y="1718981"/>
                  </a:lnTo>
                  <a:lnTo>
                    <a:pt x="3529953" y="1718981"/>
                  </a:lnTo>
                  <a:lnTo>
                    <a:pt x="3530048" y="1718981"/>
                  </a:lnTo>
                  <a:lnTo>
                    <a:pt x="3530142" y="1718981"/>
                  </a:lnTo>
                  <a:lnTo>
                    <a:pt x="3530236" y="1718981"/>
                  </a:lnTo>
                  <a:lnTo>
                    <a:pt x="3530330" y="1718981"/>
                  </a:lnTo>
                  <a:lnTo>
                    <a:pt x="3530424" y="1718981"/>
                  </a:lnTo>
                  <a:lnTo>
                    <a:pt x="3530518" y="1718981"/>
                  </a:lnTo>
                  <a:lnTo>
                    <a:pt x="3530612" y="1718981"/>
                  </a:lnTo>
                  <a:lnTo>
                    <a:pt x="3530707" y="1718981"/>
                  </a:lnTo>
                  <a:lnTo>
                    <a:pt x="3530801" y="1718981"/>
                  </a:lnTo>
                  <a:lnTo>
                    <a:pt x="3530895" y="1718981"/>
                  </a:lnTo>
                  <a:lnTo>
                    <a:pt x="3530989" y="1718981"/>
                  </a:lnTo>
                  <a:lnTo>
                    <a:pt x="3531083" y="1718981"/>
                  </a:lnTo>
                  <a:lnTo>
                    <a:pt x="3531177" y="1718981"/>
                  </a:lnTo>
                  <a:lnTo>
                    <a:pt x="3531272" y="1718981"/>
                  </a:lnTo>
                  <a:lnTo>
                    <a:pt x="3531366" y="1718981"/>
                  </a:lnTo>
                  <a:lnTo>
                    <a:pt x="3531460" y="1718981"/>
                  </a:lnTo>
                  <a:lnTo>
                    <a:pt x="3531554" y="1718981"/>
                  </a:lnTo>
                  <a:lnTo>
                    <a:pt x="3531648" y="1718981"/>
                  </a:lnTo>
                  <a:lnTo>
                    <a:pt x="3531648" y="1714069"/>
                  </a:lnTo>
                  <a:lnTo>
                    <a:pt x="3531742" y="1714069"/>
                  </a:lnTo>
                  <a:lnTo>
                    <a:pt x="3531836" y="1714069"/>
                  </a:lnTo>
                  <a:lnTo>
                    <a:pt x="3531931" y="1714069"/>
                  </a:lnTo>
                  <a:lnTo>
                    <a:pt x="3532025" y="1714069"/>
                  </a:lnTo>
                  <a:lnTo>
                    <a:pt x="3532119" y="1714069"/>
                  </a:lnTo>
                  <a:lnTo>
                    <a:pt x="3532213" y="1714069"/>
                  </a:lnTo>
                  <a:lnTo>
                    <a:pt x="3532307" y="1714069"/>
                  </a:lnTo>
                  <a:lnTo>
                    <a:pt x="3532401" y="1714069"/>
                  </a:lnTo>
                  <a:lnTo>
                    <a:pt x="3532495" y="1714069"/>
                  </a:lnTo>
                  <a:lnTo>
                    <a:pt x="3532590" y="1714069"/>
                  </a:lnTo>
                  <a:lnTo>
                    <a:pt x="3532684" y="1714069"/>
                  </a:lnTo>
                  <a:lnTo>
                    <a:pt x="3532778" y="1714069"/>
                  </a:lnTo>
                  <a:lnTo>
                    <a:pt x="3532872" y="1714069"/>
                  </a:lnTo>
                  <a:lnTo>
                    <a:pt x="3532966" y="1714069"/>
                  </a:lnTo>
                  <a:lnTo>
                    <a:pt x="3533060" y="1714069"/>
                  </a:lnTo>
                  <a:lnTo>
                    <a:pt x="3533155" y="1714069"/>
                  </a:lnTo>
                  <a:lnTo>
                    <a:pt x="3533249" y="1714069"/>
                  </a:lnTo>
                  <a:lnTo>
                    <a:pt x="3533343" y="1714069"/>
                  </a:lnTo>
                  <a:lnTo>
                    <a:pt x="3533437" y="1714069"/>
                  </a:lnTo>
                  <a:lnTo>
                    <a:pt x="3533531" y="1714069"/>
                  </a:lnTo>
                  <a:lnTo>
                    <a:pt x="3533625" y="1714069"/>
                  </a:lnTo>
                  <a:lnTo>
                    <a:pt x="3533719" y="1714069"/>
                  </a:lnTo>
                  <a:lnTo>
                    <a:pt x="3533814" y="1714069"/>
                  </a:lnTo>
                  <a:lnTo>
                    <a:pt x="3533908" y="1714069"/>
                  </a:lnTo>
                  <a:lnTo>
                    <a:pt x="3534002" y="1714069"/>
                  </a:lnTo>
                  <a:lnTo>
                    <a:pt x="3534096" y="1714069"/>
                  </a:lnTo>
                  <a:lnTo>
                    <a:pt x="3534190" y="1714069"/>
                  </a:lnTo>
                  <a:lnTo>
                    <a:pt x="3534284" y="1714069"/>
                  </a:lnTo>
                  <a:lnTo>
                    <a:pt x="3534379" y="1714069"/>
                  </a:lnTo>
                  <a:lnTo>
                    <a:pt x="3534473" y="1714069"/>
                  </a:lnTo>
                  <a:lnTo>
                    <a:pt x="3534567" y="1714069"/>
                  </a:lnTo>
                  <a:lnTo>
                    <a:pt x="3534661" y="1714069"/>
                  </a:lnTo>
                  <a:lnTo>
                    <a:pt x="3534755" y="1714069"/>
                  </a:lnTo>
                  <a:lnTo>
                    <a:pt x="3534849" y="1714069"/>
                  </a:lnTo>
                  <a:lnTo>
                    <a:pt x="3534943" y="1714069"/>
                  </a:lnTo>
                  <a:lnTo>
                    <a:pt x="3535038" y="1714069"/>
                  </a:lnTo>
                  <a:lnTo>
                    <a:pt x="3535132" y="1714069"/>
                  </a:lnTo>
                  <a:lnTo>
                    <a:pt x="3535226" y="1714069"/>
                  </a:lnTo>
                  <a:lnTo>
                    <a:pt x="3535320" y="1714069"/>
                  </a:lnTo>
                  <a:lnTo>
                    <a:pt x="3535414" y="1714069"/>
                  </a:lnTo>
                  <a:lnTo>
                    <a:pt x="3535508" y="1714069"/>
                  </a:lnTo>
                  <a:lnTo>
                    <a:pt x="3535603" y="1714069"/>
                  </a:lnTo>
                  <a:lnTo>
                    <a:pt x="3535697" y="1714069"/>
                  </a:lnTo>
                  <a:lnTo>
                    <a:pt x="3535791" y="1714069"/>
                  </a:lnTo>
                  <a:lnTo>
                    <a:pt x="3535885" y="1714069"/>
                  </a:lnTo>
                  <a:lnTo>
                    <a:pt x="3535979" y="1714069"/>
                  </a:lnTo>
                  <a:lnTo>
                    <a:pt x="3536073" y="1714069"/>
                  </a:lnTo>
                  <a:lnTo>
                    <a:pt x="3536167" y="1714069"/>
                  </a:lnTo>
                  <a:lnTo>
                    <a:pt x="3536262" y="1714069"/>
                  </a:lnTo>
                  <a:lnTo>
                    <a:pt x="3536356" y="1714069"/>
                  </a:lnTo>
                  <a:lnTo>
                    <a:pt x="3536450" y="1714069"/>
                  </a:lnTo>
                  <a:lnTo>
                    <a:pt x="3536544" y="1714069"/>
                  </a:lnTo>
                  <a:lnTo>
                    <a:pt x="3536638" y="1714069"/>
                  </a:lnTo>
                  <a:lnTo>
                    <a:pt x="3536732" y="1714069"/>
                  </a:lnTo>
                  <a:lnTo>
                    <a:pt x="3536826" y="1714069"/>
                  </a:lnTo>
                  <a:lnTo>
                    <a:pt x="3536921" y="1714069"/>
                  </a:lnTo>
                  <a:lnTo>
                    <a:pt x="3537015" y="1714069"/>
                  </a:lnTo>
                  <a:lnTo>
                    <a:pt x="3537109" y="1714069"/>
                  </a:lnTo>
                  <a:lnTo>
                    <a:pt x="3537203" y="1714069"/>
                  </a:lnTo>
                  <a:lnTo>
                    <a:pt x="3537297" y="1714069"/>
                  </a:lnTo>
                  <a:lnTo>
                    <a:pt x="3537391" y="1714069"/>
                  </a:lnTo>
                  <a:lnTo>
                    <a:pt x="3537486" y="1714069"/>
                  </a:lnTo>
                  <a:lnTo>
                    <a:pt x="3537580" y="1714069"/>
                  </a:lnTo>
                  <a:lnTo>
                    <a:pt x="3537674" y="1714069"/>
                  </a:lnTo>
                  <a:lnTo>
                    <a:pt x="3537768" y="1714069"/>
                  </a:lnTo>
                  <a:lnTo>
                    <a:pt x="3537862" y="1714069"/>
                  </a:lnTo>
                  <a:lnTo>
                    <a:pt x="3537956" y="1714069"/>
                  </a:lnTo>
                  <a:lnTo>
                    <a:pt x="3538050" y="1714069"/>
                  </a:lnTo>
                  <a:lnTo>
                    <a:pt x="3538145" y="1714069"/>
                  </a:lnTo>
                  <a:lnTo>
                    <a:pt x="3538239" y="1714069"/>
                  </a:lnTo>
                  <a:lnTo>
                    <a:pt x="3538333" y="1714069"/>
                  </a:lnTo>
                  <a:lnTo>
                    <a:pt x="3538427" y="1714069"/>
                  </a:lnTo>
                  <a:lnTo>
                    <a:pt x="3538521" y="1714069"/>
                  </a:lnTo>
                  <a:lnTo>
                    <a:pt x="3538615" y="1714069"/>
                  </a:lnTo>
                  <a:lnTo>
                    <a:pt x="3538710" y="1714069"/>
                  </a:lnTo>
                  <a:lnTo>
                    <a:pt x="3538804" y="1714069"/>
                  </a:lnTo>
                  <a:lnTo>
                    <a:pt x="3538898" y="1714069"/>
                  </a:lnTo>
                  <a:lnTo>
                    <a:pt x="3538992" y="1714069"/>
                  </a:lnTo>
                  <a:lnTo>
                    <a:pt x="3539086" y="1714069"/>
                  </a:lnTo>
                  <a:lnTo>
                    <a:pt x="3539180" y="1714069"/>
                  </a:lnTo>
                  <a:lnTo>
                    <a:pt x="3539274" y="1714069"/>
                  </a:lnTo>
                  <a:lnTo>
                    <a:pt x="3539369" y="1714069"/>
                  </a:lnTo>
                  <a:lnTo>
                    <a:pt x="3539463" y="1714069"/>
                  </a:lnTo>
                  <a:lnTo>
                    <a:pt x="3539557" y="1714069"/>
                  </a:lnTo>
                  <a:lnTo>
                    <a:pt x="3539651" y="1714069"/>
                  </a:lnTo>
                  <a:lnTo>
                    <a:pt x="3539745" y="1714069"/>
                  </a:lnTo>
                  <a:lnTo>
                    <a:pt x="3539839" y="1714069"/>
                  </a:lnTo>
                  <a:lnTo>
                    <a:pt x="3539934" y="1714069"/>
                  </a:lnTo>
                  <a:lnTo>
                    <a:pt x="3540028" y="1714069"/>
                  </a:lnTo>
                  <a:lnTo>
                    <a:pt x="3540122" y="1714069"/>
                  </a:lnTo>
                  <a:lnTo>
                    <a:pt x="3540216" y="1714069"/>
                  </a:lnTo>
                  <a:lnTo>
                    <a:pt x="3540310" y="1714069"/>
                  </a:lnTo>
                  <a:lnTo>
                    <a:pt x="3540404" y="1714069"/>
                  </a:lnTo>
                  <a:lnTo>
                    <a:pt x="3540404" y="1709158"/>
                  </a:lnTo>
                  <a:lnTo>
                    <a:pt x="3540498" y="1709158"/>
                  </a:lnTo>
                  <a:lnTo>
                    <a:pt x="3540593" y="1709158"/>
                  </a:lnTo>
                  <a:lnTo>
                    <a:pt x="3540687" y="1709158"/>
                  </a:lnTo>
                  <a:lnTo>
                    <a:pt x="3540781" y="1709158"/>
                  </a:lnTo>
                  <a:lnTo>
                    <a:pt x="3540875" y="1709158"/>
                  </a:lnTo>
                  <a:lnTo>
                    <a:pt x="3540969" y="1709158"/>
                  </a:lnTo>
                  <a:lnTo>
                    <a:pt x="3541063" y="1709158"/>
                  </a:lnTo>
                  <a:lnTo>
                    <a:pt x="3541157" y="1709158"/>
                  </a:lnTo>
                  <a:lnTo>
                    <a:pt x="3541157" y="1704247"/>
                  </a:lnTo>
                  <a:lnTo>
                    <a:pt x="3541252" y="1704247"/>
                  </a:lnTo>
                  <a:lnTo>
                    <a:pt x="3541346" y="1704247"/>
                  </a:lnTo>
                  <a:lnTo>
                    <a:pt x="3541440" y="1704247"/>
                  </a:lnTo>
                  <a:lnTo>
                    <a:pt x="3541534" y="1704247"/>
                  </a:lnTo>
                  <a:lnTo>
                    <a:pt x="3541628" y="1704247"/>
                  </a:lnTo>
                  <a:lnTo>
                    <a:pt x="3541722" y="1704247"/>
                  </a:lnTo>
                  <a:lnTo>
                    <a:pt x="3541817" y="1704247"/>
                  </a:lnTo>
                  <a:lnTo>
                    <a:pt x="3541911" y="1704247"/>
                  </a:lnTo>
                  <a:lnTo>
                    <a:pt x="3541911" y="1699335"/>
                  </a:lnTo>
                  <a:lnTo>
                    <a:pt x="3542005" y="1699335"/>
                  </a:lnTo>
                  <a:lnTo>
                    <a:pt x="3542099" y="1699335"/>
                  </a:lnTo>
                  <a:lnTo>
                    <a:pt x="3542193" y="1699335"/>
                  </a:lnTo>
                  <a:lnTo>
                    <a:pt x="3542287" y="1699335"/>
                  </a:lnTo>
                  <a:lnTo>
                    <a:pt x="3542381" y="1699335"/>
                  </a:lnTo>
                  <a:lnTo>
                    <a:pt x="3542476" y="1699335"/>
                  </a:lnTo>
                  <a:lnTo>
                    <a:pt x="3542570" y="1699335"/>
                  </a:lnTo>
                  <a:lnTo>
                    <a:pt x="3542664" y="1699335"/>
                  </a:lnTo>
                  <a:lnTo>
                    <a:pt x="3542758" y="1699335"/>
                  </a:lnTo>
                  <a:lnTo>
                    <a:pt x="3542852" y="1699335"/>
                  </a:lnTo>
                  <a:lnTo>
                    <a:pt x="3542946" y="1699335"/>
                  </a:lnTo>
                  <a:lnTo>
                    <a:pt x="3543041" y="1699335"/>
                  </a:lnTo>
                  <a:lnTo>
                    <a:pt x="3543135" y="1699335"/>
                  </a:lnTo>
                  <a:lnTo>
                    <a:pt x="3543229" y="1699335"/>
                  </a:lnTo>
                  <a:lnTo>
                    <a:pt x="3543323" y="1699335"/>
                  </a:lnTo>
                  <a:lnTo>
                    <a:pt x="3543417" y="1699335"/>
                  </a:lnTo>
                  <a:lnTo>
                    <a:pt x="3543511" y="1699335"/>
                  </a:lnTo>
                  <a:lnTo>
                    <a:pt x="3543605" y="1699335"/>
                  </a:lnTo>
                  <a:lnTo>
                    <a:pt x="3543700" y="1699335"/>
                  </a:lnTo>
                  <a:lnTo>
                    <a:pt x="3543794" y="1699335"/>
                  </a:lnTo>
                  <a:lnTo>
                    <a:pt x="3543888" y="1699335"/>
                  </a:lnTo>
                  <a:lnTo>
                    <a:pt x="3543982" y="1699335"/>
                  </a:lnTo>
                  <a:lnTo>
                    <a:pt x="3544076" y="1699335"/>
                  </a:lnTo>
                  <a:lnTo>
                    <a:pt x="3544170" y="1699335"/>
                  </a:lnTo>
                  <a:lnTo>
                    <a:pt x="3544265" y="1699335"/>
                  </a:lnTo>
                  <a:lnTo>
                    <a:pt x="3544359" y="1699335"/>
                  </a:lnTo>
                  <a:lnTo>
                    <a:pt x="3544453" y="1699335"/>
                  </a:lnTo>
                  <a:lnTo>
                    <a:pt x="3544547" y="1699335"/>
                  </a:lnTo>
                  <a:lnTo>
                    <a:pt x="3544641" y="1699335"/>
                  </a:lnTo>
                  <a:lnTo>
                    <a:pt x="3544735" y="1699335"/>
                  </a:lnTo>
                  <a:lnTo>
                    <a:pt x="3544829" y="1699335"/>
                  </a:lnTo>
                  <a:lnTo>
                    <a:pt x="3544924" y="1699335"/>
                  </a:lnTo>
                  <a:lnTo>
                    <a:pt x="3545018" y="1699335"/>
                  </a:lnTo>
                  <a:lnTo>
                    <a:pt x="3545112" y="1699335"/>
                  </a:lnTo>
                  <a:lnTo>
                    <a:pt x="3545206" y="1699335"/>
                  </a:lnTo>
                  <a:lnTo>
                    <a:pt x="3545300" y="1699335"/>
                  </a:lnTo>
                  <a:lnTo>
                    <a:pt x="3545394" y="1699335"/>
                  </a:lnTo>
                  <a:lnTo>
                    <a:pt x="3545488" y="1699335"/>
                  </a:lnTo>
                  <a:lnTo>
                    <a:pt x="3545583" y="1699335"/>
                  </a:lnTo>
                  <a:lnTo>
                    <a:pt x="3545677" y="1699335"/>
                  </a:lnTo>
                  <a:lnTo>
                    <a:pt x="3545771" y="1699335"/>
                  </a:lnTo>
                  <a:lnTo>
                    <a:pt x="3545865" y="1699335"/>
                  </a:lnTo>
                  <a:lnTo>
                    <a:pt x="3545959" y="1699335"/>
                  </a:lnTo>
                  <a:lnTo>
                    <a:pt x="3546053" y="1699335"/>
                  </a:lnTo>
                  <a:lnTo>
                    <a:pt x="3546148" y="1699335"/>
                  </a:lnTo>
                  <a:lnTo>
                    <a:pt x="3546242" y="1699335"/>
                  </a:lnTo>
                  <a:lnTo>
                    <a:pt x="3546336" y="1699335"/>
                  </a:lnTo>
                  <a:lnTo>
                    <a:pt x="3546430" y="1699335"/>
                  </a:lnTo>
                  <a:lnTo>
                    <a:pt x="3546524" y="1699335"/>
                  </a:lnTo>
                  <a:lnTo>
                    <a:pt x="3546618" y="1699335"/>
                  </a:lnTo>
                  <a:lnTo>
                    <a:pt x="3546712" y="1699335"/>
                  </a:lnTo>
                  <a:lnTo>
                    <a:pt x="3546807" y="1699335"/>
                  </a:lnTo>
                  <a:lnTo>
                    <a:pt x="3546901" y="1699335"/>
                  </a:lnTo>
                  <a:lnTo>
                    <a:pt x="3546995" y="1699335"/>
                  </a:lnTo>
                  <a:lnTo>
                    <a:pt x="3547089" y="1699335"/>
                  </a:lnTo>
                  <a:lnTo>
                    <a:pt x="3547183" y="1699335"/>
                  </a:lnTo>
                  <a:lnTo>
                    <a:pt x="3547277" y="1699335"/>
                  </a:lnTo>
                  <a:lnTo>
                    <a:pt x="3547372" y="1699335"/>
                  </a:lnTo>
                  <a:lnTo>
                    <a:pt x="3547466" y="1699335"/>
                  </a:lnTo>
                  <a:lnTo>
                    <a:pt x="3547560" y="1699335"/>
                  </a:lnTo>
                  <a:lnTo>
                    <a:pt x="3547654" y="1699335"/>
                  </a:lnTo>
                  <a:lnTo>
                    <a:pt x="3547748" y="1699335"/>
                  </a:lnTo>
                  <a:lnTo>
                    <a:pt x="3547842" y="1699335"/>
                  </a:lnTo>
                  <a:lnTo>
                    <a:pt x="3547936" y="1699335"/>
                  </a:lnTo>
                  <a:lnTo>
                    <a:pt x="3548031" y="1699335"/>
                  </a:lnTo>
                  <a:lnTo>
                    <a:pt x="3548125" y="1699335"/>
                  </a:lnTo>
                  <a:lnTo>
                    <a:pt x="3548219" y="1699335"/>
                  </a:lnTo>
                  <a:lnTo>
                    <a:pt x="3548313" y="1699335"/>
                  </a:lnTo>
                  <a:lnTo>
                    <a:pt x="3548407" y="1699335"/>
                  </a:lnTo>
                  <a:lnTo>
                    <a:pt x="3548501" y="1699335"/>
                  </a:lnTo>
                  <a:lnTo>
                    <a:pt x="3548596" y="1699335"/>
                  </a:lnTo>
                  <a:lnTo>
                    <a:pt x="3548690" y="1699335"/>
                  </a:lnTo>
                  <a:lnTo>
                    <a:pt x="3548784" y="1699335"/>
                  </a:lnTo>
                  <a:lnTo>
                    <a:pt x="3548878" y="1699335"/>
                  </a:lnTo>
                  <a:lnTo>
                    <a:pt x="3548972" y="1699335"/>
                  </a:lnTo>
                  <a:lnTo>
                    <a:pt x="3549066" y="1699335"/>
                  </a:lnTo>
                  <a:lnTo>
                    <a:pt x="3549160" y="1699335"/>
                  </a:lnTo>
                  <a:lnTo>
                    <a:pt x="3549255" y="1699335"/>
                  </a:lnTo>
                  <a:lnTo>
                    <a:pt x="3549349" y="1699335"/>
                  </a:lnTo>
                  <a:lnTo>
                    <a:pt x="3549443" y="1699335"/>
                  </a:lnTo>
                  <a:lnTo>
                    <a:pt x="3549537" y="1699335"/>
                  </a:lnTo>
                  <a:lnTo>
                    <a:pt x="3549631" y="1699335"/>
                  </a:lnTo>
                  <a:lnTo>
                    <a:pt x="3549725" y="1699335"/>
                  </a:lnTo>
                  <a:lnTo>
                    <a:pt x="3549819" y="1699335"/>
                  </a:lnTo>
                  <a:lnTo>
                    <a:pt x="3549914" y="1699335"/>
                  </a:lnTo>
                  <a:lnTo>
                    <a:pt x="3550008" y="1699335"/>
                  </a:lnTo>
                  <a:lnTo>
                    <a:pt x="3550102" y="1699335"/>
                  </a:lnTo>
                  <a:lnTo>
                    <a:pt x="3550196" y="1699335"/>
                  </a:lnTo>
                  <a:lnTo>
                    <a:pt x="3550290" y="1699335"/>
                  </a:lnTo>
                  <a:lnTo>
                    <a:pt x="3550384" y="1699335"/>
                  </a:lnTo>
                  <a:lnTo>
                    <a:pt x="3550479" y="1699335"/>
                  </a:lnTo>
                  <a:lnTo>
                    <a:pt x="3550573" y="1699335"/>
                  </a:lnTo>
                  <a:lnTo>
                    <a:pt x="3550667" y="1699335"/>
                  </a:lnTo>
                  <a:lnTo>
                    <a:pt x="3550761" y="1699335"/>
                  </a:lnTo>
                  <a:lnTo>
                    <a:pt x="3550855" y="1699335"/>
                  </a:lnTo>
                  <a:lnTo>
                    <a:pt x="3550949" y="1699335"/>
                  </a:lnTo>
                  <a:lnTo>
                    <a:pt x="3550949" y="1694424"/>
                  </a:lnTo>
                  <a:lnTo>
                    <a:pt x="3551043" y="1694424"/>
                  </a:lnTo>
                  <a:lnTo>
                    <a:pt x="3551138" y="1694424"/>
                  </a:lnTo>
                  <a:lnTo>
                    <a:pt x="3551232" y="1694424"/>
                  </a:lnTo>
                  <a:lnTo>
                    <a:pt x="3551326" y="1694424"/>
                  </a:lnTo>
                  <a:lnTo>
                    <a:pt x="3551420" y="1694424"/>
                  </a:lnTo>
                  <a:lnTo>
                    <a:pt x="3551514" y="1694424"/>
                  </a:lnTo>
                  <a:lnTo>
                    <a:pt x="3551608" y="1694424"/>
                  </a:lnTo>
                  <a:lnTo>
                    <a:pt x="3551703" y="1694424"/>
                  </a:lnTo>
                  <a:lnTo>
                    <a:pt x="3551797" y="1694424"/>
                  </a:lnTo>
                  <a:lnTo>
                    <a:pt x="3551891" y="1694424"/>
                  </a:lnTo>
                  <a:lnTo>
                    <a:pt x="3551985" y="1694424"/>
                  </a:lnTo>
                  <a:lnTo>
                    <a:pt x="3552079" y="1694424"/>
                  </a:lnTo>
                  <a:lnTo>
                    <a:pt x="3552173" y="1694424"/>
                  </a:lnTo>
                  <a:lnTo>
                    <a:pt x="3552267" y="1694424"/>
                  </a:lnTo>
                  <a:lnTo>
                    <a:pt x="3552362" y="1694424"/>
                  </a:lnTo>
                  <a:lnTo>
                    <a:pt x="3552456" y="1694424"/>
                  </a:lnTo>
                  <a:lnTo>
                    <a:pt x="3552550" y="1694424"/>
                  </a:lnTo>
                  <a:lnTo>
                    <a:pt x="3552644" y="1694424"/>
                  </a:lnTo>
                  <a:lnTo>
                    <a:pt x="3552738" y="1694424"/>
                  </a:lnTo>
                  <a:lnTo>
                    <a:pt x="3552832" y="1694424"/>
                  </a:lnTo>
                  <a:lnTo>
                    <a:pt x="3552927" y="1694424"/>
                  </a:lnTo>
                  <a:lnTo>
                    <a:pt x="3553021" y="1694424"/>
                  </a:lnTo>
                  <a:lnTo>
                    <a:pt x="3553115" y="1694424"/>
                  </a:lnTo>
                  <a:lnTo>
                    <a:pt x="3553209" y="1694424"/>
                  </a:lnTo>
                  <a:lnTo>
                    <a:pt x="3553303" y="1694424"/>
                  </a:lnTo>
                  <a:lnTo>
                    <a:pt x="3553397" y="1694424"/>
                  </a:lnTo>
                  <a:lnTo>
                    <a:pt x="3553491" y="1694424"/>
                  </a:lnTo>
                  <a:lnTo>
                    <a:pt x="3553586" y="1694424"/>
                  </a:lnTo>
                  <a:lnTo>
                    <a:pt x="3553680" y="1694424"/>
                  </a:lnTo>
                  <a:lnTo>
                    <a:pt x="3553774" y="1694424"/>
                  </a:lnTo>
                  <a:lnTo>
                    <a:pt x="3553868" y="1694424"/>
                  </a:lnTo>
                  <a:lnTo>
                    <a:pt x="3553962" y="1694424"/>
                  </a:lnTo>
                  <a:lnTo>
                    <a:pt x="3554056" y="1694424"/>
                  </a:lnTo>
                  <a:lnTo>
                    <a:pt x="3554150" y="1694424"/>
                  </a:lnTo>
                  <a:lnTo>
                    <a:pt x="3554245" y="1694424"/>
                  </a:lnTo>
                  <a:lnTo>
                    <a:pt x="3554339" y="1694424"/>
                  </a:lnTo>
                  <a:lnTo>
                    <a:pt x="3554433" y="1694424"/>
                  </a:lnTo>
                  <a:lnTo>
                    <a:pt x="3554527" y="1694424"/>
                  </a:lnTo>
                  <a:lnTo>
                    <a:pt x="3554621" y="1694424"/>
                  </a:lnTo>
                  <a:lnTo>
                    <a:pt x="3554715" y="1694424"/>
                  </a:lnTo>
                  <a:lnTo>
                    <a:pt x="3554810" y="1694424"/>
                  </a:lnTo>
                  <a:lnTo>
                    <a:pt x="3554904" y="1694424"/>
                  </a:lnTo>
                  <a:lnTo>
                    <a:pt x="3554998" y="1694424"/>
                  </a:lnTo>
                  <a:lnTo>
                    <a:pt x="3555092" y="1694424"/>
                  </a:lnTo>
                  <a:lnTo>
                    <a:pt x="3555186" y="1694424"/>
                  </a:lnTo>
                  <a:lnTo>
                    <a:pt x="3555280" y="1694424"/>
                  </a:lnTo>
                  <a:lnTo>
                    <a:pt x="3555374" y="1694424"/>
                  </a:lnTo>
                  <a:lnTo>
                    <a:pt x="3555469" y="1694424"/>
                  </a:lnTo>
                  <a:lnTo>
                    <a:pt x="3555563" y="1694424"/>
                  </a:lnTo>
                  <a:lnTo>
                    <a:pt x="3555657" y="1694424"/>
                  </a:lnTo>
                  <a:lnTo>
                    <a:pt x="3555751" y="1694424"/>
                  </a:lnTo>
                  <a:lnTo>
                    <a:pt x="3555845" y="1694424"/>
                  </a:lnTo>
                  <a:lnTo>
                    <a:pt x="3555939" y="1694424"/>
                  </a:lnTo>
                  <a:lnTo>
                    <a:pt x="3556034" y="1694424"/>
                  </a:lnTo>
                  <a:lnTo>
                    <a:pt x="3556128" y="1694424"/>
                  </a:lnTo>
                  <a:lnTo>
                    <a:pt x="3556222" y="1694424"/>
                  </a:lnTo>
                  <a:lnTo>
                    <a:pt x="3556316" y="1694424"/>
                  </a:lnTo>
                  <a:lnTo>
                    <a:pt x="3556410" y="1694424"/>
                  </a:lnTo>
                  <a:lnTo>
                    <a:pt x="3556504" y="1694424"/>
                  </a:lnTo>
                  <a:lnTo>
                    <a:pt x="3556598" y="1694424"/>
                  </a:lnTo>
                  <a:lnTo>
                    <a:pt x="3556693" y="1694424"/>
                  </a:lnTo>
                  <a:lnTo>
                    <a:pt x="3556787" y="1694424"/>
                  </a:lnTo>
                  <a:lnTo>
                    <a:pt x="3556881" y="1694424"/>
                  </a:lnTo>
                  <a:lnTo>
                    <a:pt x="3556975" y="1694424"/>
                  </a:lnTo>
                  <a:lnTo>
                    <a:pt x="3557069" y="1694424"/>
                  </a:lnTo>
                  <a:lnTo>
                    <a:pt x="3557163" y="1694424"/>
                  </a:lnTo>
                  <a:lnTo>
                    <a:pt x="3557258" y="1694424"/>
                  </a:lnTo>
                  <a:lnTo>
                    <a:pt x="3557258" y="1689512"/>
                  </a:lnTo>
                  <a:lnTo>
                    <a:pt x="3557352" y="1689512"/>
                  </a:lnTo>
                  <a:lnTo>
                    <a:pt x="3557446" y="1689512"/>
                  </a:lnTo>
                  <a:lnTo>
                    <a:pt x="3557540" y="1689512"/>
                  </a:lnTo>
                  <a:lnTo>
                    <a:pt x="3557634" y="1689512"/>
                  </a:lnTo>
                  <a:lnTo>
                    <a:pt x="3557728" y="1689512"/>
                  </a:lnTo>
                  <a:lnTo>
                    <a:pt x="3557822" y="1689512"/>
                  </a:lnTo>
                  <a:lnTo>
                    <a:pt x="3557917" y="1689512"/>
                  </a:lnTo>
                  <a:lnTo>
                    <a:pt x="3558011" y="1689512"/>
                  </a:lnTo>
                  <a:lnTo>
                    <a:pt x="3558105" y="1689512"/>
                  </a:lnTo>
                  <a:lnTo>
                    <a:pt x="3558105" y="1684601"/>
                  </a:lnTo>
                  <a:lnTo>
                    <a:pt x="3558199" y="1684601"/>
                  </a:lnTo>
                  <a:lnTo>
                    <a:pt x="3558293" y="1684601"/>
                  </a:lnTo>
                  <a:lnTo>
                    <a:pt x="3558387" y="1684601"/>
                  </a:lnTo>
                  <a:lnTo>
                    <a:pt x="3558481" y="1684601"/>
                  </a:lnTo>
                  <a:lnTo>
                    <a:pt x="3558576" y="1684601"/>
                  </a:lnTo>
                  <a:lnTo>
                    <a:pt x="3558670" y="1684601"/>
                  </a:lnTo>
                  <a:lnTo>
                    <a:pt x="3558764" y="1684601"/>
                  </a:lnTo>
                  <a:lnTo>
                    <a:pt x="3558858" y="1684601"/>
                  </a:lnTo>
                  <a:lnTo>
                    <a:pt x="3558952" y="1684601"/>
                  </a:lnTo>
                  <a:lnTo>
                    <a:pt x="3559046" y="1684601"/>
                  </a:lnTo>
                  <a:lnTo>
                    <a:pt x="3559141" y="1684601"/>
                  </a:lnTo>
                  <a:lnTo>
                    <a:pt x="3559235" y="1684601"/>
                  </a:lnTo>
                  <a:lnTo>
                    <a:pt x="3559329" y="1684601"/>
                  </a:lnTo>
                  <a:lnTo>
                    <a:pt x="3559423" y="1684601"/>
                  </a:lnTo>
                  <a:lnTo>
                    <a:pt x="3559517" y="1684601"/>
                  </a:lnTo>
                  <a:lnTo>
                    <a:pt x="3559611" y="1684601"/>
                  </a:lnTo>
                  <a:lnTo>
                    <a:pt x="3559705" y="1684601"/>
                  </a:lnTo>
                  <a:lnTo>
                    <a:pt x="3559800" y="1684601"/>
                  </a:lnTo>
                  <a:lnTo>
                    <a:pt x="3559894" y="1684601"/>
                  </a:lnTo>
                  <a:lnTo>
                    <a:pt x="3559988" y="1684601"/>
                  </a:lnTo>
                  <a:lnTo>
                    <a:pt x="3560082" y="1684601"/>
                  </a:lnTo>
                  <a:lnTo>
                    <a:pt x="3560176" y="1684601"/>
                  </a:lnTo>
                  <a:lnTo>
                    <a:pt x="3560270" y="1684601"/>
                  </a:lnTo>
                  <a:lnTo>
                    <a:pt x="3560270" y="1679690"/>
                  </a:lnTo>
                  <a:lnTo>
                    <a:pt x="3560365" y="1679690"/>
                  </a:lnTo>
                  <a:lnTo>
                    <a:pt x="3560459" y="1679690"/>
                  </a:lnTo>
                  <a:lnTo>
                    <a:pt x="3560553" y="1679690"/>
                  </a:lnTo>
                  <a:lnTo>
                    <a:pt x="3560647" y="1679690"/>
                  </a:lnTo>
                  <a:lnTo>
                    <a:pt x="3560741" y="1679690"/>
                  </a:lnTo>
                  <a:lnTo>
                    <a:pt x="3560835" y="1679690"/>
                  </a:lnTo>
                  <a:lnTo>
                    <a:pt x="3560929" y="1679690"/>
                  </a:lnTo>
                  <a:lnTo>
                    <a:pt x="3561024" y="1679690"/>
                  </a:lnTo>
                  <a:lnTo>
                    <a:pt x="3561118" y="1679690"/>
                  </a:lnTo>
                  <a:lnTo>
                    <a:pt x="3561118" y="1674778"/>
                  </a:lnTo>
                  <a:lnTo>
                    <a:pt x="3561212" y="1674778"/>
                  </a:lnTo>
                  <a:lnTo>
                    <a:pt x="3561306" y="1674778"/>
                  </a:lnTo>
                  <a:lnTo>
                    <a:pt x="3561400" y="1674778"/>
                  </a:lnTo>
                  <a:lnTo>
                    <a:pt x="3561494" y="1674778"/>
                  </a:lnTo>
                  <a:lnTo>
                    <a:pt x="3561589" y="1674778"/>
                  </a:lnTo>
                  <a:lnTo>
                    <a:pt x="3561683" y="1674778"/>
                  </a:lnTo>
                  <a:lnTo>
                    <a:pt x="3561777" y="1674778"/>
                  </a:lnTo>
                  <a:lnTo>
                    <a:pt x="3561871" y="1674778"/>
                  </a:lnTo>
                  <a:lnTo>
                    <a:pt x="3561871" y="1669867"/>
                  </a:lnTo>
                  <a:lnTo>
                    <a:pt x="3561965" y="1669867"/>
                  </a:lnTo>
                  <a:lnTo>
                    <a:pt x="3562059" y="1669867"/>
                  </a:lnTo>
                  <a:lnTo>
                    <a:pt x="3562153" y="1669867"/>
                  </a:lnTo>
                  <a:lnTo>
                    <a:pt x="3562248" y="1669867"/>
                  </a:lnTo>
                  <a:lnTo>
                    <a:pt x="3562342" y="1669867"/>
                  </a:lnTo>
                  <a:lnTo>
                    <a:pt x="3562436" y="1669867"/>
                  </a:lnTo>
                  <a:lnTo>
                    <a:pt x="3562530" y="1669867"/>
                  </a:lnTo>
                  <a:lnTo>
                    <a:pt x="3562624" y="1669867"/>
                  </a:lnTo>
                  <a:lnTo>
                    <a:pt x="3562718" y="1669867"/>
                  </a:lnTo>
                  <a:lnTo>
                    <a:pt x="3562812" y="1669867"/>
                  </a:lnTo>
                  <a:lnTo>
                    <a:pt x="3562907" y="1669867"/>
                  </a:lnTo>
                  <a:lnTo>
                    <a:pt x="3563001" y="1669867"/>
                  </a:lnTo>
                  <a:lnTo>
                    <a:pt x="3563095" y="1669867"/>
                  </a:lnTo>
                  <a:lnTo>
                    <a:pt x="3563189" y="1669867"/>
                  </a:lnTo>
                  <a:lnTo>
                    <a:pt x="3563283" y="1669867"/>
                  </a:lnTo>
                  <a:lnTo>
                    <a:pt x="3563377" y="1669867"/>
                  </a:lnTo>
                  <a:lnTo>
                    <a:pt x="3563472" y="1669867"/>
                  </a:lnTo>
                  <a:lnTo>
                    <a:pt x="3563566" y="1669867"/>
                  </a:lnTo>
                  <a:lnTo>
                    <a:pt x="3563660" y="1669867"/>
                  </a:lnTo>
                  <a:lnTo>
                    <a:pt x="3563754" y="1669867"/>
                  </a:lnTo>
                  <a:lnTo>
                    <a:pt x="3563848" y="1669867"/>
                  </a:lnTo>
                  <a:lnTo>
                    <a:pt x="3563942" y="1669867"/>
                  </a:lnTo>
                  <a:lnTo>
                    <a:pt x="3564036" y="1669867"/>
                  </a:lnTo>
                  <a:lnTo>
                    <a:pt x="3564131" y="1669867"/>
                  </a:lnTo>
                  <a:lnTo>
                    <a:pt x="3564225" y="1669867"/>
                  </a:lnTo>
                  <a:lnTo>
                    <a:pt x="3564319" y="1669867"/>
                  </a:lnTo>
                  <a:lnTo>
                    <a:pt x="3564413" y="1669867"/>
                  </a:lnTo>
                  <a:lnTo>
                    <a:pt x="3564507" y="1669867"/>
                  </a:lnTo>
                  <a:lnTo>
                    <a:pt x="3564601" y="1669867"/>
                  </a:lnTo>
                  <a:lnTo>
                    <a:pt x="3564696" y="1669867"/>
                  </a:lnTo>
                  <a:lnTo>
                    <a:pt x="3564790" y="1669867"/>
                  </a:lnTo>
                  <a:lnTo>
                    <a:pt x="3564884" y="1669867"/>
                  </a:lnTo>
                  <a:lnTo>
                    <a:pt x="3564978" y="1669867"/>
                  </a:lnTo>
                  <a:lnTo>
                    <a:pt x="3565072" y="1669867"/>
                  </a:lnTo>
                  <a:lnTo>
                    <a:pt x="3565166" y="1669867"/>
                  </a:lnTo>
                  <a:lnTo>
                    <a:pt x="3565166" y="1664956"/>
                  </a:lnTo>
                  <a:lnTo>
                    <a:pt x="3565260" y="1664956"/>
                  </a:lnTo>
                  <a:lnTo>
                    <a:pt x="3565355" y="1664956"/>
                  </a:lnTo>
                  <a:lnTo>
                    <a:pt x="3565449" y="1664956"/>
                  </a:lnTo>
                  <a:lnTo>
                    <a:pt x="3565543" y="1664956"/>
                  </a:lnTo>
                  <a:lnTo>
                    <a:pt x="3565637" y="1664956"/>
                  </a:lnTo>
                  <a:lnTo>
                    <a:pt x="3565731" y="1664956"/>
                  </a:lnTo>
                  <a:lnTo>
                    <a:pt x="3565825" y="1664956"/>
                  </a:lnTo>
                  <a:lnTo>
                    <a:pt x="3565920" y="1664956"/>
                  </a:lnTo>
                  <a:lnTo>
                    <a:pt x="3566014" y="1664956"/>
                  </a:lnTo>
                  <a:lnTo>
                    <a:pt x="3566108" y="1664956"/>
                  </a:lnTo>
                  <a:lnTo>
                    <a:pt x="3566202" y="1664956"/>
                  </a:lnTo>
                  <a:lnTo>
                    <a:pt x="3566296" y="1664956"/>
                  </a:lnTo>
                  <a:lnTo>
                    <a:pt x="3566390" y="1664956"/>
                  </a:lnTo>
                  <a:lnTo>
                    <a:pt x="3566484" y="1664956"/>
                  </a:lnTo>
                  <a:lnTo>
                    <a:pt x="3566579" y="1664956"/>
                  </a:lnTo>
                  <a:lnTo>
                    <a:pt x="3566673" y="1664956"/>
                  </a:lnTo>
                  <a:lnTo>
                    <a:pt x="3566767" y="1664956"/>
                  </a:lnTo>
                  <a:lnTo>
                    <a:pt x="3566861" y="1664956"/>
                  </a:lnTo>
                  <a:lnTo>
                    <a:pt x="3566955" y="1664956"/>
                  </a:lnTo>
                  <a:lnTo>
                    <a:pt x="3567049" y="1664956"/>
                  </a:lnTo>
                  <a:lnTo>
                    <a:pt x="3567143" y="1664956"/>
                  </a:lnTo>
                  <a:lnTo>
                    <a:pt x="3567238" y="1664956"/>
                  </a:lnTo>
                  <a:lnTo>
                    <a:pt x="3567332" y="1664956"/>
                  </a:lnTo>
                  <a:lnTo>
                    <a:pt x="3567426" y="1664956"/>
                  </a:lnTo>
                  <a:lnTo>
                    <a:pt x="3567520" y="1664956"/>
                  </a:lnTo>
                  <a:lnTo>
                    <a:pt x="3567614" y="1664956"/>
                  </a:lnTo>
                  <a:lnTo>
                    <a:pt x="3567708" y="1664956"/>
                  </a:lnTo>
                  <a:lnTo>
                    <a:pt x="3567803" y="1664956"/>
                  </a:lnTo>
                  <a:lnTo>
                    <a:pt x="3567897" y="1664956"/>
                  </a:lnTo>
                  <a:lnTo>
                    <a:pt x="3567991" y="1664956"/>
                  </a:lnTo>
                  <a:lnTo>
                    <a:pt x="3568085" y="1664956"/>
                  </a:lnTo>
                  <a:lnTo>
                    <a:pt x="3568179" y="1664956"/>
                  </a:lnTo>
                  <a:lnTo>
                    <a:pt x="3568273" y="1664956"/>
                  </a:lnTo>
                  <a:lnTo>
                    <a:pt x="3568367" y="1664956"/>
                  </a:lnTo>
                  <a:lnTo>
                    <a:pt x="3568462" y="1664956"/>
                  </a:lnTo>
                  <a:lnTo>
                    <a:pt x="3568556" y="1664956"/>
                  </a:lnTo>
                  <a:lnTo>
                    <a:pt x="3568650" y="1664956"/>
                  </a:lnTo>
                  <a:lnTo>
                    <a:pt x="3568744" y="1664956"/>
                  </a:lnTo>
                  <a:lnTo>
                    <a:pt x="3568838" y="1664956"/>
                  </a:lnTo>
                  <a:lnTo>
                    <a:pt x="3568932" y="1664956"/>
                  </a:lnTo>
                  <a:lnTo>
                    <a:pt x="3569027" y="1664956"/>
                  </a:lnTo>
                  <a:lnTo>
                    <a:pt x="3569121" y="1664956"/>
                  </a:lnTo>
                  <a:lnTo>
                    <a:pt x="3569215" y="1664956"/>
                  </a:lnTo>
                  <a:lnTo>
                    <a:pt x="3569309" y="1664956"/>
                  </a:lnTo>
                  <a:lnTo>
                    <a:pt x="3569403" y="1664956"/>
                  </a:lnTo>
                  <a:lnTo>
                    <a:pt x="3569497" y="1664956"/>
                  </a:lnTo>
                  <a:lnTo>
                    <a:pt x="3569591" y="1664956"/>
                  </a:lnTo>
                  <a:lnTo>
                    <a:pt x="3569686" y="1664956"/>
                  </a:lnTo>
                  <a:lnTo>
                    <a:pt x="3569780" y="1664956"/>
                  </a:lnTo>
                  <a:lnTo>
                    <a:pt x="3569874" y="1664956"/>
                  </a:lnTo>
                  <a:lnTo>
                    <a:pt x="3569968" y="1664956"/>
                  </a:lnTo>
                  <a:lnTo>
                    <a:pt x="3570062" y="1664956"/>
                  </a:lnTo>
                  <a:lnTo>
                    <a:pt x="3570156" y="1664956"/>
                  </a:lnTo>
                  <a:lnTo>
                    <a:pt x="3570251" y="1664956"/>
                  </a:lnTo>
                  <a:lnTo>
                    <a:pt x="3570345" y="1664956"/>
                  </a:lnTo>
                  <a:lnTo>
                    <a:pt x="3570439" y="1664956"/>
                  </a:lnTo>
                  <a:lnTo>
                    <a:pt x="3570533" y="1664956"/>
                  </a:lnTo>
                  <a:lnTo>
                    <a:pt x="3570627" y="1664956"/>
                  </a:lnTo>
                  <a:lnTo>
                    <a:pt x="3570721" y="1664956"/>
                  </a:lnTo>
                  <a:lnTo>
                    <a:pt x="3570815" y="1664956"/>
                  </a:lnTo>
                  <a:lnTo>
                    <a:pt x="3570910" y="1664956"/>
                  </a:lnTo>
                  <a:lnTo>
                    <a:pt x="3571004" y="1664956"/>
                  </a:lnTo>
                  <a:lnTo>
                    <a:pt x="3571098" y="1664956"/>
                  </a:lnTo>
                  <a:lnTo>
                    <a:pt x="3571192" y="1664956"/>
                  </a:lnTo>
                  <a:lnTo>
                    <a:pt x="3571286" y="1664956"/>
                  </a:lnTo>
                  <a:lnTo>
                    <a:pt x="3571380" y="1664956"/>
                  </a:lnTo>
                  <a:lnTo>
                    <a:pt x="3571474" y="1664956"/>
                  </a:lnTo>
                  <a:lnTo>
                    <a:pt x="3571569" y="1664956"/>
                  </a:lnTo>
                  <a:lnTo>
                    <a:pt x="3571569" y="1660044"/>
                  </a:lnTo>
                  <a:lnTo>
                    <a:pt x="3571663" y="1660044"/>
                  </a:lnTo>
                  <a:lnTo>
                    <a:pt x="3571757" y="1660044"/>
                  </a:lnTo>
                  <a:lnTo>
                    <a:pt x="3571851" y="1660044"/>
                  </a:lnTo>
                  <a:lnTo>
                    <a:pt x="3571945" y="1660044"/>
                  </a:lnTo>
                  <a:lnTo>
                    <a:pt x="3572039" y="1660044"/>
                  </a:lnTo>
                  <a:lnTo>
                    <a:pt x="3572134" y="1660044"/>
                  </a:lnTo>
                  <a:lnTo>
                    <a:pt x="3572228" y="1660044"/>
                  </a:lnTo>
                  <a:lnTo>
                    <a:pt x="3572322" y="1660044"/>
                  </a:lnTo>
                  <a:lnTo>
                    <a:pt x="3572416" y="1660044"/>
                  </a:lnTo>
                  <a:lnTo>
                    <a:pt x="3572510" y="1660044"/>
                  </a:lnTo>
                  <a:lnTo>
                    <a:pt x="3572604" y="1660044"/>
                  </a:lnTo>
                  <a:lnTo>
                    <a:pt x="3572698" y="1660044"/>
                  </a:lnTo>
                  <a:lnTo>
                    <a:pt x="3572793" y="1660044"/>
                  </a:lnTo>
                  <a:lnTo>
                    <a:pt x="3572887" y="1660044"/>
                  </a:lnTo>
                  <a:lnTo>
                    <a:pt x="3572981" y="1660044"/>
                  </a:lnTo>
                  <a:lnTo>
                    <a:pt x="3573075" y="1660044"/>
                  </a:lnTo>
                  <a:lnTo>
                    <a:pt x="3573169" y="1660044"/>
                  </a:lnTo>
                  <a:lnTo>
                    <a:pt x="3573263" y="1660044"/>
                  </a:lnTo>
                  <a:lnTo>
                    <a:pt x="3573358" y="1660044"/>
                  </a:lnTo>
                  <a:lnTo>
                    <a:pt x="3573452" y="1660044"/>
                  </a:lnTo>
                  <a:lnTo>
                    <a:pt x="3573546" y="1660044"/>
                  </a:lnTo>
                  <a:lnTo>
                    <a:pt x="3573640" y="1660044"/>
                  </a:lnTo>
                  <a:lnTo>
                    <a:pt x="3573734" y="1660044"/>
                  </a:lnTo>
                  <a:lnTo>
                    <a:pt x="3573828" y="1660044"/>
                  </a:lnTo>
                  <a:lnTo>
                    <a:pt x="3573922" y="1660044"/>
                  </a:lnTo>
                  <a:lnTo>
                    <a:pt x="3574017" y="1660044"/>
                  </a:lnTo>
                  <a:lnTo>
                    <a:pt x="3574111" y="1660044"/>
                  </a:lnTo>
                  <a:lnTo>
                    <a:pt x="3574205" y="1660044"/>
                  </a:lnTo>
                  <a:lnTo>
                    <a:pt x="3574299" y="1660044"/>
                  </a:lnTo>
                  <a:lnTo>
                    <a:pt x="3574393" y="1660044"/>
                  </a:lnTo>
                  <a:lnTo>
                    <a:pt x="3574487" y="1660044"/>
                  </a:lnTo>
                  <a:lnTo>
                    <a:pt x="3574582" y="1660044"/>
                  </a:lnTo>
                  <a:lnTo>
                    <a:pt x="3574676" y="1660044"/>
                  </a:lnTo>
                  <a:lnTo>
                    <a:pt x="3574770" y="1660044"/>
                  </a:lnTo>
                  <a:lnTo>
                    <a:pt x="3574864" y="1660044"/>
                  </a:lnTo>
                  <a:lnTo>
                    <a:pt x="3574958" y="1660044"/>
                  </a:lnTo>
                  <a:lnTo>
                    <a:pt x="3575052" y="1660044"/>
                  </a:lnTo>
                  <a:lnTo>
                    <a:pt x="3575146" y="1660044"/>
                  </a:lnTo>
                  <a:lnTo>
                    <a:pt x="3575241" y="1660044"/>
                  </a:lnTo>
                  <a:lnTo>
                    <a:pt x="3575335" y="1660044"/>
                  </a:lnTo>
                  <a:lnTo>
                    <a:pt x="3575429" y="1660044"/>
                  </a:lnTo>
                  <a:lnTo>
                    <a:pt x="3575429" y="1655133"/>
                  </a:lnTo>
                  <a:lnTo>
                    <a:pt x="3575523" y="1655133"/>
                  </a:lnTo>
                  <a:lnTo>
                    <a:pt x="3575617" y="1655133"/>
                  </a:lnTo>
                  <a:lnTo>
                    <a:pt x="3575711" y="1655133"/>
                  </a:lnTo>
                  <a:lnTo>
                    <a:pt x="3575805" y="1655133"/>
                  </a:lnTo>
                  <a:lnTo>
                    <a:pt x="3575900" y="1655133"/>
                  </a:lnTo>
                  <a:lnTo>
                    <a:pt x="3575994" y="1655133"/>
                  </a:lnTo>
                  <a:lnTo>
                    <a:pt x="3576088" y="1655133"/>
                  </a:lnTo>
                  <a:lnTo>
                    <a:pt x="3576182" y="1655133"/>
                  </a:lnTo>
                  <a:lnTo>
                    <a:pt x="3576276" y="1655133"/>
                  </a:lnTo>
                  <a:lnTo>
                    <a:pt x="3576370" y="1655133"/>
                  </a:lnTo>
                  <a:lnTo>
                    <a:pt x="3576465" y="1655133"/>
                  </a:lnTo>
                  <a:lnTo>
                    <a:pt x="3576559" y="1655133"/>
                  </a:lnTo>
                  <a:lnTo>
                    <a:pt x="3576653" y="1655133"/>
                  </a:lnTo>
                  <a:lnTo>
                    <a:pt x="3576747" y="1655133"/>
                  </a:lnTo>
                  <a:lnTo>
                    <a:pt x="3576841" y="1655133"/>
                  </a:lnTo>
                  <a:lnTo>
                    <a:pt x="3576935" y="1655133"/>
                  </a:lnTo>
                  <a:lnTo>
                    <a:pt x="3577029" y="1655133"/>
                  </a:lnTo>
                  <a:lnTo>
                    <a:pt x="3577124" y="1655133"/>
                  </a:lnTo>
                  <a:lnTo>
                    <a:pt x="3577218" y="1655133"/>
                  </a:lnTo>
                  <a:lnTo>
                    <a:pt x="3577312" y="1655133"/>
                  </a:lnTo>
                  <a:lnTo>
                    <a:pt x="3577406" y="1655133"/>
                  </a:lnTo>
                  <a:lnTo>
                    <a:pt x="3577500" y="1655133"/>
                  </a:lnTo>
                  <a:lnTo>
                    <a:pt x="3577594" y="1655133"/>
                  </a:lnTo>
                  <a:lnTo>
                    <a:pt x="3577689" y="1655133"/>
                  </a:lnTo>
                  <a:lnTo>
                    <a:pt x="3577783" y="1655133"/>
                  </a:lnTo>
                  <a:lnTo>
                    <a:pt x="3577877" y="1655133"/>
                  </a:lnTo>
                  <a:lnTo>
                    <a:pt x="3577971" y="1655133"/>
                  </a:lnTo>
                  <a:lnTo>
                    <a:pt x="3578065" y="1655133"/>
                  </a:lnTo>
                  <a:lnTo>
                    <a:pt x="3578159" y="1655133"/>
                  </a:lnTo>
                  <a:lnTo>
                    <a:pt x="3578253" y="1655133"/>
                  </a:lnTo>
                  <a:lnTo>
                    <a:pt x="3578348" y="1655133"/>
                  </a:lnTo>
                  <a:lnTo>
                    <a:pt x="3578442" y="1655133"/>
                  </a:lnTo>
                  <a:lnTo>
                    <a:pt x="3578536" y="1655133"/>
                  </a:lnTo>
                  <a:lnTo>
                    <a:pt x="3578630" y="1655133"/>
                  </a:lnTo>
                  <a:lnTo>
                    <a:pt x="3578724" y="1655133"/>
                  </a:lnTo>
                  <a:lnTo>
                    <a:pt x="3578818" y="1655133"/>
                  </a:lnTo>
                  <a:lnTo>
                    <a:pt x="3578913" y="1655133"/>
                  </a:lnTo>
                  <a:lnTo>
                    <a:pt x="3579007" y="1655133"/>
                  </a:lnTo>
                  <a:lnTo>
                    <a:pt x="3579101" y="1655133"/>
                  </a:lnTo>
                  <a:lnTo>
                    <a:pt x="3579195" y="1655133"/>
                  </a:lnTo>
                  <a:lnTo>
                    <a:pt x="3579289" y="1655133"/>
                  </a:lnTo>
                  <a:lnTo>
                    <a:pt x="3579383" y="1655133"/>
                  </a:lnTo>
                  <a:lnTo>
                    <a:pt x="3579477" y="1655133"/>
                  </a:lnTo>
                  <a:lnTo>
                    <a:pt x="3579572" y="1655133"/>
                  </a:lnTo>
                  <a:lnTo>
                    <a:pt x="3579666" y="1655133"/>
                  </a:lnTo>
                  <a:lnTo>
                    <a:pt x="3579760" y="1655133"/>
                  </a:lnTo>
                  <a:lnTo>
                    <a:pt x="3579854" y="1655133"/>
                  </a:lnTo>
                  <a:lnTo>
                    <a:pt x="3579948" y="1655133"/>
                  </a:lnTo>
                  <a:lnTo>
                    <a:pt x="3580042" y="1655133"/>
                  </a:lnTo>
                  <a:lnTo>
                    <a:pt x="3580136" y="1655133"/>
                  </a:lnTo>
                  <a:lnTo>
                    <a:pt x="3580231" y="1655133"/>
                  </a:lnTo>
                  <a:lnTo>
                    <a:pt x="3580325" y="1655133"/>
                  </a:lnTo>
                  <a:lnTo>
                    <a:pt x="3580419" y="1655133"/>
                  </a:lnTo>
                  <a:lnTo>
                    <a:pt x="3580513" y="1655133"/>
                  </a:lnTo>
                  <a:lnTo>
                    <a:pt x="3580607" y="1655133"/>
                  </a:lnTo>
                  <a:lnTo>
                    <a:pt x="3580701" y="1655133"/>
                  </a:lnTo>
                  <a:lnTo>
                    <a:pt x="3580796" y="1655133"/>
                  </a:lnTo>
                  <a:lnTo>
                    <a:pt x="3580890" y="1655133"/>
                  </a:lnTo>
                  <a:lnTo>
                    <a:pt x="3580984" y="1655133"/>
                  </a:lnTo>
                  <a:lnTo>
                    <a:pt x="3581078" y="1655133"/>
                  </a:lnTo>
                  <a:lnTo>
                    <a:pt x="3581172" y="1655133"/>
                  </a:lnTo>
                  <a:lnTo>
                    <a:pt x="3581266" y="1655133"/>
                  </a:lnTo>
                  <a:lnTo>
                    <a:pt x="3581360" y="1655133"/>
                  </a:lnTo>
                  <a:lnTo>
                    <a:pt x="3581455" y="1655133"/>
                  </a:lnTo>
                  <a:lnTo>
                    <a:pt x="3581549" y="1655133"/>
                  </a:lnTo>
                  <a:lnTo>
                    <a:pt x="3581643" y="1655133"/>
                  </a:lnTo>
                  <a:lnTo>
                    <a:pt x="3581737" y="1655133"/>
                  </a:lnTo>
                  <a:lnTo>
                    <a:pt x="3581831" y="1655133"/>
                  </a:lnTo>
                  <a:lnTo>
                    <a:pt x="3581925" y="1655133"/>
                  </a:lnTo>
                  <a:lnTo>
                    <a:pt x="3582020" y="1655133"/>
                  </a:lnTo>
                  <a:lnTo>
                    <a:pt x="3582114" y="1655133"/>
                  </a:lnTo>
                  <a:lnTo>
                    <a:pt x="3582208" y="1655133"/>
                  </a:lnTo>
                  <a:lnTo>
                    <a:pt x="3582302" y="1655133"/>
                  </a:lnTo>
                  <a:lnTo>
                    <a:pt x="3582396" y="1655133"/>
                  </a:lnTo>
                  <a:lnTo>
                    <a:pt x="3582490" y="1655133"/>
                  </a:lnTo>
                  <a:lnTo>
                    <a:pt x="3582584" y="1655133"/>
                  </a:lnTo>
                  <a:lnTo>
                    <a:pt x="3582679" y="1655133"/>
                  </a:lnTo>
                  <a:lnTo>
                    <a:pt x="3582773" y="1655133"/>
                  </a:lnTo>
                  <a:lnTo>
                    <a:pt x="3582867" y="1655133"/>
                  </a:lnTo>
                  <a:lnTo>
                    <a:pt x="3582961" y="1655133"/>
                  </a:lnTo>
                  <a:lnTo>
                    <a:pt x="3583055" y="1655133"/>
                  </a:lnTo>
                  <a:lnTo>
                    <a:pt x="3583149" y="1655133"/>
                  </a:lnTo>
                  <a:lnTo>
                    <a:pt x="3583244" y="1655133"/>
                  </a:lnTo>
                  <a:lnTo>
                    <a:pt x="3583338" y="1655133"/>
                  </a:lnTo>
                  <a:lnTo>
                    <a:pt x="3583432" y="1655133"/>
                  </a:lnTo>
                  <a:lnTo>
                    <a:pt x="3583526" y="1655133"/>
                  </a:lnTo>
                  <a:lnTo>
                    <a:pt x="3583620" y="1655133"/>
                  </a:lnTo>
                  <a:lnTo>
                    <a:pt x="3583714" y="1655133"/>
                  </a:lnTo>
                  <a:lnTo>
                    <a:pt x="3583808" y="1655133"/>
                  </a:lnTo>
                  <a:lnTo>
                    <a:pt x="3583903" y="1655133"/>
                  </a:lnTo>
                  <a:lnTo>
                    <a:pt x="3583997" y="1655133"/>
                  </a:lnTo>
                  <a:lnTo>
                    <a:pt x="3584091" y="1655133"/>
                  </a:lnTo>
                  <a:lnTo>
                    <a:pt x="3584185" y="1655133"/>
                  </a:lnTo>
                  <a:lnTo>
                    <a:pt x="3584279" y="1655133"/>
                  </a:lnTo>
                  <a:lnTo>
                    <a:pt x="3584373" y="1655133"/>
                  </a:lnTo>
                  <a:lnTo>
                    <a:pt x="3584467" y="1655133"/>
                  </a:lnTo>
                  <a:lnTo>
                    <a:pt x="3584562" y="1655133"/>
                  </a:lnTo>
                  <a:lnTo>
                    <a:pt x="3584656" y="1655133"/>
                  </a:lnTo>
                  <a:lnTo>
                    <a:pt x="3584750" y="1655133"/>
                  </a:lnTo>
                  <a:lnTo>
                    <a:pt x="3584844" y="1655133"/>
                  </a:lnTo>
                  <a:lnTo>
                    <a:pt x="3584938" y="1655133"/>
                  </a:lnTo>
                  <a:lnTo>
                    <a:pt x="3585032" y="1655133"/>
                  </a:lnTo>
                  <a:lnTo>
                    <a:pt x="3585127" y="1655133"/>
                  </a:lnTo>
                  <a:lnTo>
                    <a:pt x="3585221" y="1655133"/>
                  </a:lnTo>
                  <a:lnTo>
                    <a:pt x="3585315" y="1655133"/>
                  </a:lnTo>
                  <a:lnTo>
                    <a:pt x="3585409" y="1655133"/>
                  </a:lnTo>
                  <a:lnTo>
                    <a:pt x="3585503" y="1655133"/>
                  </a:lnTo>
                  <a:lnTo>
                    <a:pt x="3585597" y="1655133"/>
                  </a:lnTo>
                  <a:lnTo>
                    <a:pt x="3585691" y="1655133"/>
                  </a:lnTo>
                  <a:lnTo>
                    <a:pt x="3585786" y="1655133"/>
                  </a:lnTo>
                  <a:lnTo>
                    <a:pt x="3585880" y="1655133"/>
                  </a:lnTo>
                  <a:lnTo>
                    <a:pt x="3585974" y="1655133"/>
                  </a:lnTo>
                  <a:lnTo>
                    <a:pt x="3586068" y="1655133"/>
                  </a:lnTo>
                  <a:lnTo>
                    <a:pt x="3586162" y="1655133"/>
                  </a:lnTo>
                  <a:lnTo>
                    <a:pt x="3586256" y="1655133"/>
                  </a:lnTo>
                  <a:lnTo>
                    <a:pt x="3586351" y="1655133"/>
                  </a:lnTo>
                  <a:lnTo>
                    <a:pt x="3586445" y="1655133"/>
                  </a:lnTo>
                  <a:lnTo>
                    <a:pt x="3586539" y="1655133"/>
                  </a:lnTo>
                  <a:lnTo>
                    <a:pt x="3586633" y="1655133"/>
                  </a:lnTo>
                  <a:lnTo>
                    <a:pt x="3586727" y="1655133"/>
                  </a:lnTo>
                  <a:lnTo>
                    <a:pt x="3586821" y="1655133"/>
                  </a:lnTo>
                  <a:lnTo>
                    <a:pt x="3586915" y="1655133"/>
                  </a:lnTo>
                  <a:lnTo>
                    <a:pt x="3587010" y="1655133"/>
                  </a:lnTo>
                  <a:lnTo>
                    <a:pt x="3587104" y="1655133"/>
                  </a:lnTo>
                  <a:lnTo>
                    <a:pt x="3587104" y="1650221"/>
                  </a:lnTo>
                  <a:lnTo>
                    <a:pt x="3587198" y="1650221"/>
                  </a:lnTo>
                  <a:lnTo>
                    <a:pt x="3587292" y="1650221"/>
                  </a:lnTo>
                  <a:lnTo>
                    <a:pt x="3587386" y="1650221"/>
                  </a:lnTo>
                  <a:lnTo>
                    <a:pt x="3587480" y="1650221"/>
                  </a:lnTo>
                  <a:lnTo>
                    <a:pt x="3587575" y="1650221"/>
                  </a:lnTo>
                  <a:lnTo>
                    <a:pt x="3587669" y="1650221"/>
                  </a:lnTo>
                  <a:lnTo>
                    <a:pt x="3587763" y="1650221"/>
                  </a:lnTo>
                  <a:lnTo>
                    <a:pt x="3587857" y="1650221"/>
                  </a:lnTo>
                  <a:lnTo>
                    <a:pt x="3587951" y="1650221"/>
                  </a:lnTo>
                  <a:lnTo>
                    <a:pt x="3588045" y="1650221"/>
                  </a:lnTo>
                  <a:lnTo>
                    <a:pt x="3588139" y="1650221"/>
                  </a:lnTo>
                  <a:lnTo>
                    <a:pt x="3588234" y="1650221"/>
                  </a:lnTo>
                  <a:lnTo>
                    <a:pt x="3588328" y="1650221"/>
                  </a:lnTo>
                  <a:lnTo>
                    <a:pt x="3588422" y="1650221"/>
                  </a:lnTo>
                  <a:lnTo>
                    <a:pt x="3588516" y="1650221"/>
                  </a:lnTo>
                  <a:lnTo>
                    <a:pt x="3588610" y="1650221"/>
                  </a:lnTo>
                  <a:lnTo>
                    <a:pt x="3588704" y="1650221"/>
                  </a:lnTo>
                  <a:lnTo>
                    <a:pt x="3588798" y="1650221"/>
                  </a:lnTo>
                  <a:lnTo>
                    <a:pt x="3588893" y="1650221"/>
                  </a:lnTo>
                  <a:lnTo>
                    <a:pt x="3588987" y="1650221"/>
                  </a:lnTo>
                  <a:lnTo>
                    <a:pt x="3589081" y="1650221"/>
                  </a:lnTo>
                  <a:lnTo>
                    <a:pt x="3589175" y="1650221"/>
                  </a:lnTo>
                  <a:lnTo>
                    <a:pt x="3589269" y="1650221"/>
                  </a:lnTo>
                  <a:lnTo>
                    <a:pt x="3589363" y="1650221"/>
                  </a:lnTo>
                  <a:lnTo>
                    <a:pt x="3589458" y="1650221"/>
                  </a:lnTo>
                  <a:lnTo>
                    <a:pt x="3589552" y="1650221"/>
                  </a:lnTo>
                  <a:lnTo>
                    <a:pt x="3589646" y="1650221"/>
                  </a:lnTo>
                  <a:lnTo>
                    <a:pt x="3589740" y="1650221"/>
                  </a:lnTo>
                  <a:lnTo>
                    <a:pt x="3589834" y="1650221"/>
                  </a:lnTo>
                  <a:lnTo>
                    <a:pt x="3589928" y="1650221"/>
                  </a:lnTo>
                  <a:lnTo>
                    <a:pt x="3590022" y="1650221"/>
                  </a:lnTo>
                  <a:lnTo>
                    <a:pt x="3590117" y="1650221"/>
                  </a:lnTo>
                  <a:lnTo>
                    <a:pt x="3590211" y="1650221"/>
                  </a:lnTo>
                  <a:lnTo>
                    <a:pt x="3590305" y="1650221"/>
                  </a:lnTo>
                  <a:lnTo>
                    <a:pt x="3590399" y="1650221"/>
                  </a:lnTo>
                  <a:lnTo>
                    <a:pt x="3590493" y="1650221"/>
                  </a:lnTo>
                  <a:lnTo>
                    <a:pt x="3590587" y="1650221"/>
                  </a:lnTo>
                  <a:lnTo>
                    <a:pt x="3590682" y="1650221"/>
                  </a:lnTo>
                  <a:lnTo>
                    <a:pt x="3590776" y="1650221"/>
                  </a:lnTo>
                  <a:lnTo>
                    <a:pt x="3590870" y="1650221"/>
                  </a:lnTo>
                  <a:lnTo>
                    <a:pt x="3590870" y="1645310"/>
                  </a:lnTo>
                  <a:lnTo>
                    <a:pt x="3590964" y="1645310"/>
                  </a:lnTo>
                  <a:lnTo>
                    <a:pt x="3591058" y="1645310"/>
                  </a:lnTo>
                  <a:lnTo>
                    <a:pt x="3591152" y="1645310"/>
                  </a:lnTo>
                  <a:lnTo>
                    <a:pt x="3591246" y="1645310"/>
                  </a:lnTo>
                  <a:lnTo>
                    <a:pt x="3591341" y="1645310"/>
                  </a:lnTo>
                  <a:lnTo>
                    <a:pt x="3591435" y="1645310"/>
                  </a:lnTo>
                  <a:lnTo>
                    <a:pt x="3591529" y="1645310"/>
                  </a:lnTo>
                  <a:lnTo>
                    <a:pt x="3591623" y="1645310"/>
                  </a:lnTo>
                  <a:lnTo>
                    <a:pt x="3591717" y="1645310"/>
                  </a:lnTo>
                  <a:lnTo>
                    <a:pt x="3591811" y="1645310"/>
                  </a:lnTo>
                  <a:lnTo>
                    <a:pt x="3591906" y="1645310"/>
                  </a:lnTo>
                  <a:lnTo>
                    <a:pt x="3592000" y="1645310"/>
                  </a:lnTo>
                  <a:lnTo>
                    <a:pt x="3592094" y="1645310"/>
                  </a:lnTo>
                  <a:lnTo>
                    <a:pt x="3592188" y="1645310"/>
                  </a:lnTo>
                  <a:lnTo>
                    <a:pt x="3592282" y="1645310"/>
                  </a:lnTo>
                  <a:lnTo>
                    <a:pt x="3592376" y="1645310"/>
                  </a:lnTo>
                  <a:lnTo>
                    <a:pt x="3592470" y="1645310"/>
                  </a:lnTo>
                  <a:lnTo>
                    <a:pt x="3592565" y="1645310"/>
                  </a:lnTo>
                  <a:lnTo>
                    <a:pt x="3592659" y="1645310"/>
                  </a:lnTo>
                  <a:lnTo>
                    <a:pt x="3592753" y="1645310"/>
                  </a:lnTo>
                  <a:lnTo>
                    <a:pt x="3592847" y="1645310"/>
                  </a:lnTo>
                  <a:lnTo>
                    <a:pt x="3592941" y="1645310"/>
                  </a:lnTo>
                  <a:lnTo>
                    <a:pt x="3593035" y="1645310"/>
                  </a:lnTo>
                  <a:lnTo>
                    <a:pt x="3593129" y="1645310"/>
                  </a:lnTo>
                  <a:lnTo>
                    <a:pt x="3593224" y="1645310"/>
                  </a:lnTo>
                  <a:lnTo>
                    <a:pt x="3593318" y="1645310"/>
                  </a:lnTo>
                  <a:lnTo>
                    <a:pt x="3593412" y="1645310"/>
                  </a:lnTo>
                  <a:lnTo>
                    <a:pt x="3593506" y="1645310"/>
                  </a:lnTo>
                  <a:lnTo>
                    <a:pt x="3593600" y="1645310"/>
                  </a:lnTo>
                  <a:lnTo>
                    <a:pt x="3593694" y="1645310"/>
                  </a:lnTo>
                  <a:lnTo>
                    <a:pt x="3593789" y="1645310"/>
                  </a:lnTo>
                  <a:lnTo>
                    <a:pt x="3593883" y="1645310"/>
                  </a:lnTo>
                  <a:lnTo>
                    <a:pt x="3593977" y="1645310"/>
                  </a:lnTo>
                  <a:lnTo>
                    <a:pt x="3594071" y="1645310"/>
                  </a:lnTo>
                  <a:lnTo>
                    <a:pt x="3594165" y="1645310"/>
                  </a:lnTo>
                  <a:lnTo>
                    <a:pt x="3594259" y="1645310"/>
                  </a:lnTo>
                  <a:lnTo>
                    <a:pt x="3594353" y="1645310"/>
                  </a:lnTo>
                  <a:lnTo>
                    <a:pt x="3594448" y="1645310"/>
                  </a:lnTo>
                  <a:lnTo>
                    <a:pt x="3594542" y="1645310"/>
                  </a:lnTo>
                  <a:lnTo>
                    <a:pt x="3594636" y="1645310"/>
                  </a:lnTo>
                  <a:lnTo>
                    <a:pt x="3594730" y="1645310"/>
                  </a:lnTo>
                  <a:lnTo>
                    <a:pt x="3594824" y="1645310"/>
                  </a:lnTo>
                  <a:lnTo>
                    <a:pt x="3594918" y="1645310"/>
                  </a:lnTo>
                  <a:lnTo>
                    <a:pt x="3595013" y="1645310"/>
                  </a:lnTo>
                  <a:lnTo>
                    <a:pt x="3595107" y="1645310"/>
                  </a:lnTo>
                  <a:lnTo>
                    <a:pt x="3595201" y="1645310"/>
                  </a:lnTo>
                  <a:lnTo>
                    <a:pt x="3595295" y="1645310"/>
                  </a:lnTo>
                  <a:lnTo>
                    <a:pt x="3595389" y="1645310"/>
                  </a:lnTo>
                  <a:lnTo>
                    <a:pt x="3595483" y="1645310"/>
                  </a:lnTo>
                  <a:lnTo>
                    <a:pt x="3595577" y="1645310"/>
                  </a:lnTo>
                  <a:lnTo>
                    <a:pt x="3595672" y="1645310"/>
                  </a:lnTo>
                  <a:lnTo>
                    <a:pt x="3595766" y="1645310"/>
                  </a:lnTo>
                  <a:lnTo>
                    <a:pt x="3595860" y="1645310"/>
                  </a:lnTo>
                  <a:lnTo>
                    <a:pt x="3595954" y="1645310"/>
                  </a:lnTo>
                  <a:lnTo>
                    <a:pt x="3596048" y="1645310"/>
                  </a:lnTo>
                  <a:lnTo>
                    <a:pt x="3596142" y="1645310"/>
                  </a:lnTo>
                  <a:lnTo>
                    <a:pt x="3596237" y="1645310"/>
                  </a:lnTo>
                  <a:lnTo>
                    <a:pt x="3596331" y="1645310"/>
                  </a:lnTo>
                  <a:lnTo>
                    <a:pt x="3596425" y="1645310"/>
                  </a:lnTo>
                  <a:lnTo>
                    <a:pt x="3596519" y="1645310"/>
                  </a:lnTo>
                  <a:lnTo>
                    <a:pt x="3596613" y="1645310"/>
                  </a:lnTo>
                  <a:lnTo>
                    <a:pt x="3596707" y="1645310"/>
                  </a:lnTo>
                  <a:lnTo>
                    <a:pt x="3596801" y="1645310"/>
                  </a:lnTo>
                  <a:lnTo>
                    <a:pt x="3596896" y="1645310"/>
                  </a:lnTo>
                  <a:lnTo>
                    <a:pt x="3596990" y="1645310"/>
                  </a:lnTo>
                  <a:lnTo>
                    <a:pt x="3597084" y="1645310"/>
                  </a:lnTo>
                  <a:lnTo>
                    <a:pt x="3597178" y="1645310"/>
                  </a:lnTo>
                  <a:lnTo>
                    <a:pt x="3597272" y="1645310"/>
                  </a:lnTo>
                  <a:lnTo>
                    <a:pt x="3597366" y="1645310"/>
                  </a:lnTo>
                  <a:lnTo>
                    <a:pt x="3597460" y="1645310"/>
                  </a:lnTo>
                  <a:lnTo>
                    <a:pt x="3597555" y="1645310"/>
                  </a:lnTo>
                  <a:lnTo>
                    <a:pt x="3597649" y="1645310"/>
                  </a:lnTo>
                  <a:lnTo>
                    <a:pt x="3597743" y="1645310"/>
                  </a:lnTo>
                  <a:lnTo>
                    <a:pt x="3597837" y="1645310"/>
                  </a:lnTo>
                  <a:lnTo>
                    <a:pt x="3597931" y="1645310"/>
                  </a:lnTo>
                  <a:lnTo>
                    <a:pt x="3598025" y="1645310"/>
                  </a:lnTo>
                  <a:lnTo>
                    <a:pt x="3598120" y="1645310"/>
                  </a:lnTo>
                  <a:lnTo>
                    <a:pt x="3598214" y="1645310"/>
                  </a:lnTo>
                  <a:lnTo>
                    <a:pt x="3598308" y="1645310"/>
                  </a:lnTo>
                  <a:lnTo>
                    <a:pt x="3598402" y="1645310"/>
                  </a:lnTo>
                  <a:lnTo>
                    <a:pt x="3598496" y="1645310"/>
                  </a:lnTo>
                  <a:lnTo>
                    <a:pt x="3598590" y="1645310"/>
                  </a:lnTo>
                  <a:lnTo>
                    <a:pt x="3598684" y="1645310"/>
                  </a:lnTo>
                  <a:lnTo>
                    <a:pt x="3598779" y="1645310"/>
                  </a:lnTo>
                  <a:lnTo>
                    <a:pt x="3598873" y="1645310"/>
                  </a:lnTo>
                  <a:lnTo>
                    <a:pt x="3598967" y="1645310"/>
                  </a:lnTo>
                  <a:lnTo>
                    <a:pt x="3599061" y="1645310"/>
                  </a:lnTo>
                  <a:lnTo>
                    <a:pt x="3599155" y="1645310"/>
                  </a:lnTo>
                  <a:lnTo>
                    <a:pt x="3599249" y="1645310"/>
                  </a:lnTo>
                  <a:lnTo>
                    <a:pt x="3599344" y="1645310"/>
                  </a:lnTo>
                  <a:lnTo>
                    <a:pt x="3599438" y="1645310"/>
                  </a:lnTo>
                  <a:lnTo>
                    <a:pt x="3599532" y="1645310"/>
                  </a:lnTo>
                  <a:lnTo>
                    <a:pt x="3599626" y="1645310"/>
                  </a:lnTo>
                  <a:lnTo>
                    <a:pt x="3599720" y="1645310"/>
                  </a:lnTo>
                  <a:lnTo>
                    <a:pt x="3599814" y="1645310"/>
                  </a:lnTo>
                  <a:lnTo>
                    <a:pt x="3599908" y="1645310"/>
                  </a:lnTo>
                  <a:lnTo>
                    <a:pt x="3600003" y="1645310"/>
                  </a:lnTo>
                  <a:lnTo>
                    <a:pt x="3600097" y="1645310"/>
                  </a:lnTo>
                  <a:lnTo>
                    <a:pt x="3600191" y="1645310"/>
                  </a:lnTo>
                  <a:lnTo>
                    <a:pt x="3600285" y="1645310"/>
                  </a:lnTo>
                  <a:lnTo>
                    <a:pt x="3600379" y="1645310"/>
                  </a:lnTo>
                  <a:lnTo>
                    <a:pt x="3600473" y="1645310"/>
                  </a:lnTo>
                  <a:lnTo>
                    <a:pt x="3600568" y="1645310"/>
                  </a:lnTo>
                  <a:lnTo>
                    <a:pt x="3600662" y="1645310"/>
                  </a:lnTo>
                  <a:lnTo>
                    <a:pt x="3600756" y="1645310"/>
                  </a:lnTo>
                  <a:lnTo>
                    <a:pt x="3600850" y="1645310"/>
                  </a:lnTo>
                  <a:lnTo>
                    <a:pt x="3600944" y="1645310"/>
                  </a:lnTo>
                  <a:lnTo>
                    <a:pt x="3601038" y="1645310"/>
                  </a:lnTo>
                  <a:lnTo>
                    <a:pt x="3601132" y="1645310"/>
                  </a:lnTo>
                  <a:lnTo>
                    <a:pt x="3601227" y="1645310"/>
                  </a:lnTo>
                  <a:lnTo>
                    <a:pt x="3601321" y="1645310"/>
                  </a:lnTo>
                  <a:lnTo>
                    <a:pt x="3601415" y="1645310"/>
                  </a:lnTo>
                  <a:lnTo>
                    <a:pt x="3601509" y="1645310"/>
                  </a:lnTo>
                  <a:lnTo>
                    <a:pt x="3601603" y="1645310"/>
                  </a:lnTo>
                  <a:lnTo>
                    <a:pt x="3601697" y="1645310"/>
                  </a:lnTo>
                  <a:lnTo>
                    <a:pt x="3601791" y="1645310"/>
                  </a:lnTo>
                  <a:lnTo>
                    <a:pt x="3601886" y="1645310"/>
                  </a:lnTo>
                  <a:lnTo>
                    <a:pt x="3601980" y="1645310"/>
                  </a:lnTo>
                  <a:lnTo>
                    <a:pt x="3602074" y="1645310"/>
                  </a:lnTo>
                  <a:lnTo>
                    <a:pt x="3602168" y="1645310"/>
                  </a:lnTo>
                  <a:lnTo>
                    <a:pt x="3602262" y="1645310"/>
                  </a:lnTo>
                  <a:lnTo>
                    <a:pt x="3602356" y="1645310"/>
                  </a:lnTo>
                  <a:lnTo>
                    <a:pt x="3602451" y="1645310"/>
                  </a:lnTo>
                  <a:lnTo>
                    <a:pt x="3602545" y="1645310"/>
                  </a:lnTo>
                  <a:lnTo>
                    <a:pt x="3602639" y="1645310"/>
                  </a:lnTo>
                  <a:lnTo>
                    <a:pt x="3602733" y="1645310"/>
                  </a:lnTo>
                  <a:lnTo>
                    <a:pt x="3602827" y="1645310"/>
                  </a:lnTo>
                  <a:lnTo>
                    <a:pt x="3602921" y="1645310"/>
                  </a:lnTo>
                  <a:lnTo>
                    <a:pt x="3603015" y="1645310"/>
                  </a:lnTo>
                  <a:lnTo>
                    <a:pt x="3603015" y="1640399"/>
                  </a:lnTo>
                  <a:lnTo>
                    <a:pt x="3603110" y="1640399"/>
                  </a:lnTo>
                  <a:lnTo>
                    <a:pt x="3603204" y="1640399"/>
                  </a:lnTo>
                  <a:lnTo>
                    <a:pt x="3603298" y="1640399"/>
                  </a:lnTo>
                  <a:lnTo>
                    <a:pt x="3603392" y="1640399"/>
                  </a:lnTo>
                  <a:lnTo>
                    <a:pt x="3603486" y="1640399"/>
                  </a:lnTo>
                  <a:lnTo>
                    <a:pt x="3603580" y="1640399"/>
                  </a:lnTo>
                  <a:lnTo>
                    <a:pt x="3603675" y="1640399"/>
                  </a:lnTo>
                  <a:lnTo>
                    <a:pt x="3603769" y="1640399"/>
                  </a:lnTo>
                  <a:lnTo>
                    <a:pt x="3603863" y="1640399"/>
                  </a:lnTo>
                  <a:lnTo>
                    <a:pt x="3603957" y="1640399"/>
                  </a:lnTo>
                  <a:lnTo>
                    <a:pt x="3604051" y="1640399"/>
                  </a:lnTo>
                  <a:lnTo>
                    <a:pt x="3604145" y="1640399"/>
                  </a:lnTo>
                  <a:lnTo>
                    <a:pt x="3604239" y="1640399"/>
                  </a:lnTo>
                  <a:lnTo>
                    <a:pt x="3604334" y="1640399"/>
                  </a:lnTo>
                  <a:lnTo>
                    <a:pt x="3604428" y="1640399"/>
                  </a:lnTo>
                  <a:lnTo>
                    <a:pt x="3604522" y="1640399"/>
                  </a:lnTo>
                  <a:lnTo>
                    <a:pt x="3604616" y="1640399"/>
                  </a:lnTo>
                  <a:lnTo>
                    <a:pt x="3604710" y="1640399"/>
                  </a:lnTo>
                  <a:lnTo>
                    <a:pt x="3604804" y="1640399"/>
                  </a:lnTo>
                  <a:lnTo>
                    <a:pt x="3604899" y="1640399"/>
                  </a:lnTo>
                  <a:lnTo>
                    <a:pt x="3604899" y="1635487"/>
                  </a:lnTo>
                  <a:lnTo>
                    <a:pt x="3604993" y="1635487"/>
                  </a:lnTo>
                  <a:lnTo>
                    <a:pt x="3605087" y="1635487"/>
                  </a:lnTo>
                  <a:lnTo>
                    <a:pt x="3605181" y="1635487"/>
                  </a:lnTo>
                  <a:lnTo>
                    <a:pt x="3605275" y="1635487"/>
                  </a:lnTo>
                  <a:lnTo>
                    <a:pt x="3605369" y="1635487"/>
                  </a:lnTo>
                  <a:lnTo>
                    <a:pt x="3605463" y="1635487"/>
                  </a:lnTo>
                  <a:lnTo>
                    <a:pt x="3605558" y="1635487"/>
                  </a:lnTo>
                  <a:lnTo>
                    <a:pt x="3605652" y="1635487"/>
                  </a:lnTo>
                  <a:lnTo>
                    <a:pt x="3605746" y="1635487"/>
                  </a:lnTo>
                  <a:lnTo>
                    <a:pt x="3605840" y="1635487"/>
                  </a:lnTo>
                  <a:lnTo>
                    <a:pt x="3605934" y="1635487"/>
                  </a:lnTo>
                  <a:lnTo>
                    <a:pt x="3606028" y="1635487"/>
                  </a:lnTo>
                  <a:lnTo>
                    <a:pt x="3606122" y="1635487"/>
                  </a:lnTo>
                  <a:lnTo>
                    <a:pt x="3606217" y="1635487"/>
                  </a:lnTo>
                  <a:lnTo>
                    <a:pt x="3606311" y="1635487"/>
                  </a:lnTo>
                  <a:lnTo>
                    <a:pt x="3606405" y="1635487"/>
                  </a:lnTo>
                  <a:lnTo>
                    <a:pt x="3606499" y="1635487"/>
                  </a:lnTo>
                  <a:lnTo>
                    <a:pt x="3606593" y="1635487"/>
                  </a:lnTo>
                  <a:lnTo>
                    <a:pt x="3606687" y="1635487"/>
                  </a:lnTo>
                  <a:lnTo>
                    <a:pt x="3606782" y="1635487"/>
                  </a:lnTo>
                  <a:lnTo>
                    <a:pt x="3606876" y="1635487"/>
                  </a:lnTo>
                  <a:lnTo>
                    <a:pt x="3606970" y="1635487"/>
                  </a:lnTo>
                  <a:lnTo>
                    <a:pt x="3607064" y="1635487"/>
                  </a:lnTo>
                  <a:lnTo>
                    <a:pt x="3607158" y="1635487"/>
                  </a:lnTo>
                  <a:lnTo>
                    <a:pt x="3607252" y="1635487"/>
                  </a:lnTo>
                  <a:lnTo>
                    <a:pt x="3607346" y="1635487"/>
                  </a:lnTo>
                  <a:lnTo>
                    <a:pt x="3607441" y="1635487"/>
                  </a:lnTo>
                  <a:lnTo>
                    <a:pt x="3607535" y="1635487"/>
                  </a:lnTo>
                  <a:lnTo>
                    <a:pt x="3607629" y="1635487"/>
                  </a:lnTo>
                  <a:lnTo>
                    <a:pt x="3607723" y="1635487"/>
                  </a:lnTo>
                  <a:lnTo>
                    <a:pt x="3607817" y="1635487"/>
                  </a:lnTo>
                  <a:lnTo>
                    <a:pt x="3607911" y="1635487"/>
                  </a:lnTo>
                  <a:lnTo>
                    <a:pt x="3608006" y="1635487"/>
                  </a:lnTo>
                  <a:lnTo>
                    <a:pt x="3608100" y="1635487"/>
                  </a:lnTo>
                  <a:lnTo>
                    <a:pt x="3608194" y="1635487"/>
                  </a:lnTo>
                  <a:lnTo>
                    <a:pt x="3608288" y="1635487"/>
                  </a:lnTo>
                  <a:lnTo>
                    <a:pt x="3608382" y="1635487"/>
                  </a:lnTo>
                  <a:lnTo>
                    <a:pt x="3608476" y="1635487"/>
                  </a:lnTo>
                  <a:lnTo>
                    <a:pt x="3608570" y="1635487"/>
                  </a:lnTo>
                  <a:lnTo>
                    <a:pt x="3608665" y="1635487"/>
                  </a:lnTo>
                  <a:lnTo>
                    <a:pt x="3608759" y="1635487"/>
                  </a:lnTo>
                  <a:lnTo>
                    <a:pt x="3608853" y="1635487"/>
                  </a:lnTo>
                  <a:lnTo>
                    <a:pt x="3608947" y="1635487"/>
                  </a:lnTo>
                  <a:lnTo>
                    <a:pt x="3609041" y="1635487"/>
                  </a:lnTo>
                  <a:lnTo>
                    <a:pt x="3609135" y="1635487"/>
                  </a:lnTo>
                  <a:lnTo>
                    <a:pt x="3609230" y="1635487"/>
                  </a:lnTo>
                  <a:lnTo>
                    <a:pt x="3609324" y="1635487"/>
                  </a:lnTo>
                  <a:lnTo>
                    <a:pt x="3609418" y="1635487"/>
                  </a:lnTo>
                  <a:lnTo>
                    <a:pt x="3609512" y="1635487"/>
                  </a:lnTo>
                  <a:lnTo>
                    <a:pt x="3609606" y="1635487"/>
                  </a:lnTo>
                  <a:lnTo>
                    <a:pt x="3609700" y="1635487"/>
                  </a:lnTo>
                  <a:lnTo>
                    <a:pt x="3609794" y="1635487"/>
                  </a:lnTo>
                  <a:lnTo>
                    <a:pt x="3609889" y="1635487"/>
                  </a:lnTo>
                  <a:lnTo>
                    <a:pt x="3609983" y="1635487"/>
                  </a:lnTo>
                  <a:lnTo>
                    <a:pt x="3610077" y="1635487"/>
                  </a:lnTo>
                  <a:lnTo>
                    <a:pt x="3610171" y="1635487"/>
                  </a:lnTo>
                  <a:lnTo>
                    <a:pt x="3610265" y="1635487"/>
                  </a:lnTo>
                  <a:lnTo>
                    <a:pt x="3610359" y="1635487"/>
                  </a:lnTo>
                  <a:lnTo>
                    <a:pt x="3610453" y="1635487"/>
                  </a:lnTo>
                  <a:lnTo>
                    <a:pt x="3610548" y="1635487"/>
                  </a:lnTo>
                  <a:lnTo>
                    <a:pt x="3610642" y="1635487"/>
                  </a:lnTo>
                  <a:lnTo>
                    <a:pt x="3610736" y="1635487"/>
                  </a:lnTo>
                  <a:lnTo>
                    <a:pt x="3610830" y="1635487"/>
                  </a:lnTo>
                  <a:lnTo>
                    <a:pt x="3610924" y="1635487"/>
                  </a:lnTo>
                  <a:lnTo>
                    <a:pt x="3611018" y="1635487"/>
                  </a:lnTo>
                  <a:lnTo>
                    <a:pt x="3611113" y="1635487"/>
                  </a:lnTo>
                  <a:lnTo>
                    <a:pt x="3611207" y="1635487"/>
                  </a:lnTo>
                  <a:lnTo>
                    <a:pt x="3611301" y="1635487"/>
                  </a:lnTo>
                  <a:lnTo>
                    <a:pt x="3611395" y="1635487"/>
                  </a:lnTo>
                  <a:lnTo>
                    <a:pt x="3611489" y="1635487"/>
                  </a:lnTo>
                  <a:lnTo>
                    <a:pt x="3611583" y="1635487"/>
                  </a:lnTo>
                  <a:lnTo>
                    <a:pt x="3611677" y="1635487"/>
                  </a:lnTo>
                  <a:lnTo>
                    <a:pt x="3611772" y="1635487"/>
                  </a:lnTo>
                  <a:lnTo>
                    <a:pt x="3611866" y="1635487"/>
                  </a:lnTo>
                  <a:lnTo>
                    <a:pt x="3611960" y="1635487"/>
                  </a:lnTo>
                  <a:lnTo>
                    <a:pt x="3612054" y="1635487"/>
                  </a:lnTo>
                  <a:lnTo>
                    <a:pt x="3612148" y="1635487"/>
                  </a:lnTo>
                  <a:lnTo>
                    <a:pt x="3612242" y="1635487"/>
                  </a:lnTo>
                  <a:lnTo>
                    <a:pt x="3612337" y="1635487"/>
                  </a:lnTo>
                  <a:lnTo>
                    <a:pt x="3612431" y="1635487"/>
                  </a:lnTo>
                  <a:lnTo>
                    <a:pt x="3612431" y="1630576"/>
                  </a:lnTo>
                  <a:lnTo>
                    <a:pt x="3612525" y="1630576"/>
                  </a:lnTo>
                  <a:lnTo>
                    <a:pt x="3612619" y="1630576"/>
                  </a:lnTo>
                  <a:lnTo>
                    <a:pt x="3612713" y="1630576"/>
                  </a:lnTo>
                  <a:lnTo>
                    <a:pt x="3612807" y="1630576"/>
                  </a:lnTo>
                  <a:lnTo>
                    <a:pt x="3612901" y="1630576"/>
                  </a:lnTo>
                  <a:lnTo>
                    <a:pt x="3612996" y="1630576"/>
                  </a:lnTo>
                  <a:lnTo>
                    <a:pt x="3613090" y="1630576"/>
                  </a:lnTo>
                  <a:lnTo>
                    <a:pt x="3613184" y="1630576"/>
                  </a:lnTo>
                  <a:lnTo>
                    <a:pt x="3613278" y="1630576"/>
                  </a:lnTo>
                  <a:lnTo>
                    <a:pt x="3613372" y="1630576"/>
                  </a:lnTo>
                  <a:lnTo>
                    <a:pt x="3613466" y="1630576"/>
                  </a:lnTo>
                  <a:lnTo>
                    <a:pt x="3613561" y="1630576"/>
                  </a:lnTo>
                  <a:lnTo>
                    <a:pt x="3613655" y="1630576"/>
                  </a:lnTo>
                  <a:lnTo>
                    <a:pt x="3613749" y="1630576"/>
                  </a:lnTo>
                  <a:lnTo>
                    <a:pt x="3613843" y="1630576"/>
                  </a:lnTo>
                  <a:lnTo>
                    <a:pt x="3613937" y="1630576"/>
                  </a:lnTo>
                  <a:lnTo>
                    <a:pt x="3614031" y="1630576"/>
                  </a:lnTo>
                  <a:lnTo>
                    <a:pt x="3614125" y="1630576"/>
                  </a:lnTo>
                  <a:lnTo>
                    <a:pt x="3614220" y="1630576"/>
                  </a:lnTo>
                  <a:lnTo>
                    <a:pt x="3614314" y="1630576"/>
                  </a:lnTo>
                  <a:lnTo>
                    <a:pt x="3614408" y="1630576"/>
                  </a:lnTo>
                  <a:lnTo>
                    <a:pt x="3614502" y="1630576"/>
                  </a:lnTo>
                  <a:lnTo>
                    <a:pt x="3614596" y="1630576"/>
                  </a:lnTo>
                  <a:lnTo>
                    <a:pt x="3614690" y="1630576"/>
                  </a:lnTo>
                  <a:lnTo>
                    <a:pt x="3614784" y="1630576"/>
                  </a:lnTo>
                  <a:lnTo>
                    <a:pt x="3614879" y="1630576"/>
                  </a:lnTo>
                  <a:lnTo>
                    <a:pt x="3614973" y="1630576"/>
                  </a:lnTo>
                  <a:lnTo>
                    <a:pt x="3615067" y="1630576"/>
                  </a:lnTo>
                  <a:lnTo>
                    <a:pt x="3615161" y="1630576"/>
                  </a:lnTo>
                  <a:lnTo>
                    <a:pt x="3615255" y="1630576"/>
                  </a:lnTo>
                  <a:lnTo>
                    <a:pt x="3615349" y="1630576"/>
                  </a:lnTo>
                  <a:lnTo>
                    <a:pt x="3615444" y="1630576"/>
                  </a:lnTo>
                  <a:lnTo>
                    <a:pt x="3615538" y="1630576"/>
                  </a:lnTo>
                  <a:lnTo>
                    <a:pt x="3615632" y="1630576"/>
                  </a:lnTo>
                  <a:lnTo>
                    <a:pt x="3615726" y="1630576"/>
                  </a:lnTo>
                  <a:lnTo>
                    <a:pt x="3615820" y="1630576"/>
                  </a:lnTo>
                  <a:lnTo>
                    <a:pt x="3615914" y="1630576"/>
                  </a:lnTo>
                  <a:lnTo>
                    <a:pt x="3616008" y="1630576"/>
                  </a:lnTo>
                  <a:lnTo>
                    <a:pt x="3616103" y="1630576"/>
                  </a:lnTo>
                  <a:lnTo>
                    <a:pt x="3616197" y="1630576"/>
                  </a:lnTo>
                  <a:lnTo>
                    <a:pt x="3616291" y="1630576"/>
                  </a:lnTo>
                  <a:lnTo>
                    <a:pt x="3616385" y="1630576"/>
                  </a:lnTo>
                  <a:lnTo>
                    <a:pt x="3616479" y="1630576"/>
                  </a:lnTo>
                  <a:lnTo>
                    <a:pt x="3616573" y="1630576"/>
                  </a:lnTo>
                  <a:lnTo>
                    <a:pt x="3616668" y="1630576"/>
                  </a:lnTo>
                  <a:lnTo>
                    <a:pt x="3616762" y="1630576"/>
                  </a:lnTo>
                  <a:lnTo>
                    <a:pt x="3616856" y="1630576"/>
                  </a:lnTo>
                  <a:lnTo>
                    <a:pt x="3616950" y="1630576"/>
                  </a:lnTo>
                  <a:lnTo>
                    <a:pt x="3617044" y="1630576"/>
                  </a:lnTo>
                  <a:lnTo>
                    <a:pt x="3617138" y="1630576"/>
                  </a:lnTo>
                  <a:lnTo>
                    <a:pt x="3617232" y="1630576"/>
                  </a:lnTo>
                  <a:lnTo>
                    <a:pt x="3617327" y="1630576"/>
                  </a:lnTo>
                  <a:lnTo>
                    <a:pt x="3617421" y="1630576"/>
                  </a:lnTo>
                  <a:lnTo>
                    <a:pt x="3617515" y="1630576"/>
                  </a:lnTo>
                  <a:lnTo>
                    <a:pt x="3617609" y="1630576"/>
                  </a:lnTo>
                  <a:lnTo>
                    <a:pt x="3617703" y="1630576"/>
                  </a:lnTo>
                  <a:lnTo>
                    <a:pt x="3617797" y="1630576"/>
                  </a:lnTo>
                  <a:lnTo>
                    <a:pt x="3617892" y="1630576"/>
                  </a:lnTo>
                  <a:lnTo>
                    <a:pt x="3617986" y="1630576"/>
                  </a:lnTo>
                  <a:lnTo>
                    <a:pt x="3618080" y="1630576"/>
                  </a:lnTo>
                  <a:lnTo>
                    <a:pt x="3618174" y="1630576"/>
                  </a:lnTo>
                  <a:lnTo>
                    <a:pt x="3618174" y="1625665"/>
                  </a:lnTo>
                  <a:lnTo>
                    <a:pt x="3618268" y="1625665"/>
                  </a:lnTo>
                  <a:lnTo>
                    <a:pt x="3618362" y="1625665"/>
                  </a:lnTo>
                  <a:lnTo>
                    <a:pt x="3618456" y="1625665"/>
                  </a:lnTo>
                  <a:lnTo>
                    <a:pt x="3618551" y="1625665"/>
                  </a:lnTo>
                  <a:lnTo>
                    <a:pt x="3618645" y="1625665"/>
                  </a:lnTo>
                  <a:lnTo>
                    <a:pt x="3618645" y="1620753"/>
                  </a:lnTo>
                  <a:lnTo>
                    <a:pt x="3618739" y="1620753"/>
                  </a:lnTo>
                  <a:lnTo>
                    <a:pt x="3618833" y="1620753"/>
                  </a:lnTo>
                  <a:lnTo>
                    <a:pt x="3618927" y="1620753"/>
                  </a:lnTo>
                  <a:lnTo>
                    <a:pt x="3619021" y="1620753"/>
                  </a:lnTo>
                  <a:lnTo>
                    <a:pt x="3619115" y="1620753"/>
                  </a:lnTo>
                  <a:lnTo>
                    <a:pt x="3619210" y="1620753"/>
                  </a:lnTo>
                  <a:lnTo>
                    <a:pt x="3619304" y="1620753"/>
                  </a:lnTo>
                  <a:lnTo>
                    <a:pt x="3619398" y="1620753"/>
                  </a:lnTo>
                  <a:lnTo>
                    <a:pt x="3619492" y="1620753"/>
                  </a:lnTo>
                  <a:lnTo>
                    <a:pt x="3619492" y="1615842"/>
                  </a:lnTo>
                  <a:lnTo>
                    <a:pt x="3619586" y="1615842"/>
                  </a:lnTo>
                  <a:lnTo>
                    <a:pt x="3619680" y="1615842"/>
                  </a:lnTo>
                  <a:lnTo>
                    <a:pt x="3619775" y="1615842"/>
                  </a:lnTo>
                  <a:lnTo>
                    <a:pt x="3619869" y="1615842"/>
                  </a:lnTo>
                  <a:lnTo>
                    <a:pt x="3619963" y="1615842"/>
                  </a:lnTo>
                  <a:lnTo>
                    <a:pt x="3620057" y="1615842"/>
                  </a:lnTo>
                  <a:lnTo>
                    <a:pt x="3620151" y="1615842"/>
                  </a:lnTo>
                  <a:lnTo>
                    <a:pt x="3620245" y="1615842"/>
                  </a:lnTo>
                  <a:lnTo>
                    <a:pt x="3620339" y="1615842"/>
                  </a:lnTo>
                  <a:lnTo>
                    <a:pt x="3620434" y="1615842"/>
                  </a:lnTo>
                  <a:lnTo>
                    <a:pt x="3620528" y="1615842"/>
                  </a:lnTo>
                  <a:lnTo>
                    <a:pt x="3620622" y="1615842"/>
                  </a:lnTo>
                  <a:lnTo>
                    <a:pt x="3620716" y="1615842"/>
                  </a:lnTo>
                  <a:lnTo>
                    <a:pt x="3620810" y="1615842"/>
                  </a:lnTo>
                  <a:lnTo>
                    <a:pt x="3620904" y="1615842"/>
                  </a:lnTo>
                  <a:lnTo>
                    <a:pt x="3620999" y="1615842"/>
                  </a:lnTo>
                  <a:lnTo>
                    <a:pt x="3620999" y="1610930"/>
                  </a:lnTo>
                  <a:lnTo>
                    <a:pt x="3621093" y="1610930"/>
                  </a:lnTo>
                  <a:lnTo>
                    <a:pt x="3621187" y="1610930"/>
                  </a:lnTo>
                  <a:lnTo>
                    <a:pt x="3621281" y="1610930"/>
                  </a:lnTo>
                  <a:lnTo>
                    <a:pt x="3621375" y="1610930"/>
                  </a:lnTo>
                  <a:lnTo>
                    <a:pt x="3621469" y="1610930"/>
                  </a:lnTo>
                  <a:lnTo>
                    <a:pt x="3621563" y="1610930"/>
                  </a:lnTo>
                  <a:lnTo>
                    <a:pt x="3621658" y="1610930"/>
                  </a:lnTo>
                  <a:lnTo>
                    <a:pt x="3621752" y="1610930"/>
                  </a:lnTo>
                  <a:lnTo>
                    <a:pt x="3621846" y="1610930"/>
                  </a:lnTo>
                  <a:lnTo>
                    <a:pt x="3621940" y="1610930"/>
                  </a:lnTo>
                  <a:lnTo>
                    <a:pt x="3622034" y="1610930"/>
                  </a:lnTo>
                  <a:lnTo>
                    <a:pt x="3622128" y="1610930"/>
                  </a:lnTo>
                  <a:lnTo>
                    <a:pt x="3622223" y="1610930"/>
                  </a:lnTo>
                  <a:lnTo>
                    <a:pt x="3622317" y="1610930"/>
                  </a:lnTo>
                  <a:lnTo>
                    <a:pt x="3622411" y="1610930"/>
                  </a:lnTo>
                  <a:lnTo>
                    <a:pt x="3622505" y="1610930"/>
                  </a:lnTo>
                  <a:lnTo>
                    <a:pt x="3622599" y="1610930"/>
                  </a:lnTo>
                  <a:lnTo>
                    <a:pt x="3622693" y="1610930"/>
                  </a:lnTo>
                  <a:lnTo>
                    <a:pt x="3622787" y="1610930"/>
                  </a:lnTo>
                  <a:lnTo>
                    <a:pt x="3622882" y="1610930"/>
                  </a:lnTo>
                  <a:lnTo>
                    <a:pt x="3622976" y="1610930"/>
                  </a:lnTo>
                  <a:lnTo>
                    <a:pt x="3623070" y="1610930"/>
                  </a:lnTo>
                  <a:lnTo>
                    <a:pt x="3623164" y="1610930"/>
                  </a:lnTo>
                  <a:lnTo>
                    <a:pt x="3623258" y="1610930"/>
                  </a:lnTo>
                  <a:lnTo>
                    <a:pt x="3623352" y="1610930"/>
                  </a:lnTo>
                  <a:lnTo>
                    <a:pt x="3623446" y="1610930"/>
                  </a:lnTo>
                  <a:lnTo>
                    <a:pt x="3623541" y="1610930"/>
                  </a:lnTo>
                  <a:lnTo>
                    <a:pt x="3623635" y="1610930"/>
                  </a:lnTo>
                  <a:lnTo>
                    <a:pt x="3623729" y="1610930"/>
                  </a:lnTo>
                  <a:lnTo>
                    <a:pt x="3623823" y="1610930"/>
                  </a:lnTo>
                  <a:lnTo>
                    <a:pt x="3623917" y="1610930"/>
                  </a:lnTo>
                  <a:lnTo>
                    <a:pt x="3624011" y="1610930"/>
                  </a:lnTo>
                  <a:lnTo>
                    <a:pt x="3624106" y="1610930"/>
                  </a:lnTo>
                  <a:lnTo>
                    <a:pt x="3624200" y="1610930"/>
                  </a:lnTo>
                  <a:lnTo>
                    <a:pt x="3624294" y="1610930"/>
                  </a:lnTo>
                  <a:lnTo>
                    <a:pt x="3624388" y="1610930"/>
                  </a:lnTo>
                  <a:lnTo>
                    <a:pt x="3624482" y="1610930"/>
                  </a:lnTo>
                  <a:lnTo>
                    <a:pt x="3624576" y="1610930"/>
                  </a:lnTo>
                  <a:lnTo>
                    <a:pt x="3624670" y="1610930"/>
                  </a:lnTo>
                  <a:lnTo>
                    <a:pt x="3624765" y="1610930"/>
                  </a:lnTo>
                  <a:lnTo>
                    <a:pt x="3624859" y="1610930"/>
                  </a:lnTo>
                  <a:lnTo>
                    <a:pt x="3624953" y="1610930"/>
                  </a:lnTo>
                  <a:lnTo>
                    <a:pt x="3625047" y="1610930"/>
                  </a:lnTo>
                  <a:lnTo>
                    <a:pt x="3625141" y="1610930"/>
                  </a:lnTo>
                  <a:lnTo>
                    <a:pt x="3625235" y="1610930"/>
                  </a:lnTo>
                  <a:lnTo>
                    <a:pt x="3625330" y="1610930"/>
                  </a:lnTo>
                  <a:lnTo>
                    <a:pt x="3625424" y="1610930"/>
                  </a:lnTo>
                  <a:lnTo>
                    <a:pt x="3625518" y="1610930"/>
                  </a:lnTo>
                  <a:lnTo>
                    <a:pt x="3625612" y="1610930"/>
                  </a:lnTo>
                  <a:lnTo>
                    <a:pt x="3625706" y="1610930"/>
                  </a:lnTo>
                  <a:lnTo>
                    <a:pt x="3625800" y="1610930"/>
                  </a:lnTo>
                  <a:lnTo>
                    <a:pt x="3625894" y="1610930"/>
                  </a:lnTo>
                  <a:lnTo>
                    <a:pt x="3625989" y="1610930"/>
                  </a:lnTo>
                  <a:lnTo>
                    <a:pt x="3626083" y="1610930"/>
                  </a:lnTo>
                  <a:lnTo>
                    <a:pt x="3626177" y="1610930"/>
                  </a:lnTo>
                  <a:lnTo>
                    <a:pt x="3626271" y="1610930"/>
                  </a:lnTo>
                  <a:lnTo>
                    <a:pt x="3626365" y="1610930"/>
                  </a:lnTo>
                  <a:lnTo>
                    <a:pt x="3626459" y="1610930"/>
                  </a:lnTo>
                  <a:lnTo>
                    <a:pt x="3626554" y="1610930"/>
                  </a:lnTo>
                  <a:lnTo>
                    <a:pt x="3626648" y="1610930"/>
                  </a:lnTo>
                  <a:lnTo>
                    <a:pt x="3626742" y="1610930"/>
                  </a:lnTo>
                  <a:lnTo>
                    <a:pt x="3626836" y="1610930"/>
                  </a:lnTo>
                  <a:lnTo>
                    <a:pt x="3626930" y="1610930"/>
                  </a:lnTo>
                  <a:lnTo>
                    <a:pt x="3627024" y="1610930"/>
                  </a:lnTo>
                  <a:lnTo>
                    <a:pt x="3627118" y="1610930"/>
                  </a:lnTo>
                  <a:lnTo>
                    <a:pt x="3627213" y="1610930"/>
                  </a:lnTo>
                  <a:lnTo>
                    <a:pt x="3627307" y="1610930"/>
                  </a:lnTo>
                  <a:lnTo>
                    <a:pt x="3627401" y="1610930"/>
                  </a:lnTo>
                  <a:lnTo>
                    <a:pt x="3627495" y="1610930"/>
                  </a:lnTo>
                  <a:lnTo>
                    <a:pt x="3627589" y="1610930"/>
                  </a:lnTo>
                  <a:lnTo>
                    <a:pt x="3627683" y="1610930"/>
                  </a:lnTo>
                  <a:lnTo>
                    <a:pt x="3627777" y="1610930"/>
                  </a:lnTo>
                  <a:lnTo>
                    <a:pt x="3627872" y="1610930"/>
                  </a:lnTo>
                  <a:lnTo>
                    <a:pt x="3627966" y="1610930"/>
                  </a:lnTo>
                  <a:lnTo>
                    <a:pt x="3628060" y="1610930"/>
                  </a:lnTo>
                  <a:lnTo>
                    <a:pt x="3628154" y="1610930"/>
                  </a:lnTo>
                  <a:lnTo>
                    <a:pt x="3628248" y="1610930"/>
                  </a:lnTo>
                  <a:lnTo>
                    <a:pt x="3628342" y="1610930"/>
                  </a:lnTo>
                  <a:lnTo>
                    <a:pt x="3628437" y="1610930"/>
                  </a:lnTo>
                  <a:lnTo>
                    <a:pt x="3628531" y="1610930"/>
                  </a:lnTo>
                  <a:lnTo>
                    <a:pt x="3628625" y="1610930"/>
                  </a:lnTo>
                  <a:lnTo>
                    <a:pt x="3628719" y="1610930"/>
                  </a:lnTo>
                  <a:lnTo>
                    <a:pt x="3628813" y="1610930"/>
                  </a:lnTo>
                  <a:lnTo>
                    <a:pt x="3628907" y="1610930"/>
                  </a:lnTo>
                  <a:lnTo>
                    <a:pt x="3629001" y="1610930"/>
                  </a:lnTo>
                  <a:lnTo>
                    <a:pt x="3629096" y="1610930"/>
                  </a:lnTo>
                  <a:lnTo>
                    <a:pt x="3629190" y="1610930"/>
                  </a:lnTo>
                  <a:lnTo>
                    <a:pt x="3629284" y="1610930"/>
                  </a:lnTo>
                  <a:lnTo>
                    <a:pt x="3629378" y="1610930"/>
                  </a:lnTo>
                  <a:lnTo>
                    <a:pt x="3629472" y="1610930"/>
                  </a:lnTo>
                  <a:lnTo>
                    <a:pt x="3629566" y="1610930"/>
                  </a:lnTo>
                  <a:lnTo>
                    <a:pt x="3629661" y="1610930"/>
                  </a:lnTo>
                  <a:lnTo>
                    <a:pt x="3629755" y="1610930"/>
                  </a:lnTo>
                  <a:lnTo>
                    <a:pt x="3629849" y="1610930"/>
                  </a:lnTo>
                  <a:lnTo>
                    <a:pt x="3629943" y="1610930"/>
                  </a:lnTo>
                  <a:lnTo>
                    <a:pt x="3630037" y="1610930"/>
                  </a:lnTo>
                  <a:lnTo>
                    <a:pt x="3630131" y="1610930"/>
                  </a:lnTo>
                  <a:lnTo>
                    <a:pt x="3630225" y="1610930"/>
                  </a:lnTo>
                  <a:lnTo>
                    <a:pt x="3630320" y="1610930"/>
                  </a:lnTo>
                  <a:lnTo>
                    <a:pt x="3630414" y="1610930"/>
                  </a:lnTo>
                  <a:lnTo>
                    <a:pt x="3630508" y="1610930"/>
                  </a:lnTo>
                  <a:lnTo>
                    <a:pt x="3630602" y="1610930"/>
                  </a:lnTo>
                  <a:lnTo>
                    <a:pt x="3630696" y="1610930"/>
                  </a:lnTo>
                  <a:lnTo>
                    <a:pt x="3630696" y="1606019"/>
                  </a:lnTo>
                  <a:lnTo>
                    <a:pt x="3630790" y="1606019"/>
                  </a:lnTo>
                  <a:lnTo>
                    <a:pt x="3630885" y="1606019"/>
                  </a:lnTo>
                  <a:lnTo>
                    <a:pt x="3630979" y="1606019"/>
                  </a:lnTo>
                  <a:lnTo>
                    <a:pt x="3631073" y="1606019"/>
                  </a:lnTo>
                  <a:lnTo>
                    <a:pt x="3631167" y="1606019"/>
                  </a:lnTo>
                  <a:lnTo>
                    <a:pt x="3631261" y="1606019"/>
                  </a:lnTo>
                  <a:lnTo>
                    <a:pt x="3631355" y="1606019"/>
                  </a:lnTo>
                  <a:lnTo>
                    <a:pt x="3631449" y="1606019"/>
                  </a:lnTo>
                  <a:lnTo>
                    <a:pt x="3631544" y="1606019"/>
                  </a:lnTo>
                  <a:lnTo>
                    <a:pt x="3631544" y="1601108"/>
                  </a:lnTo>
                  <a:lnTo>
                    <a:pt x="3631638" y="1601108"/>
                  </a:lnTo>
                  <a:lnTo>
                    <a:pt x="3631732" y="1601108"/>
                  </a:lnTo>
                  <a:lnTo>
                    <a:pt x="3631826" y="1601108"/>
                  </a:lnTo>
                  <a:lnTo>
                    <a:pt x="3631920" y="1601108"/>
                  </a:lnTo>
                  <a:lnTo>
                    <a:pt x="3632014" y="1601108"/>
                  </a:lnTo>
                  <a:lnTo>
                    <a:pt x="3632108" y="1601108"/>
                  </a:lnTo>
                  <a:lnTo>
                    <a:pt x="3632203" y="1601108"/>
                  </a:lnTo>
                  <a:lnTo>
                    <a:pt x="3632297" y="1601108"/>
                  </a:lnTo>
                  <a:lnTo>
                    <a:pt x="3632391" y="1601108"/>
                  </a:lnTo>
                  <a:lnTo>
                    <a:pt x="3632485" y="1601108"/>
                  </a:lnTo>
                  <a:lnTo>
                    <a:pt x="3632579" y="1601108"/>
                  </a:lnTo>
                  <a:lnTo>
                    <a:pt x="3632673" y="1601108"/>
                  </a:lnTo>
                  <a:lnTo>
                    <a:pt x="3632768" y="1601108"/>
                  </a:lnTo>
                  <a:lnTo>
                    <a:pt x="3632862" y="1601108"/>
                  </a:lnTo>
                  <a:lnTo>
                    <a:pt x="3632956" y="1601108"/>
                  </a:lnTo>
                  <a:lnTo>
                    <a:pt x="3633050" y="1601108"/>
                  </a:lnTo>
                  <a:lnTo>
                    <a:pt x="3633144" y="1601108"/>
                  </a:lnTo>
                  <a:lnTo>
                    <a:pt x="3633238" y="1601108"/>
                  </a:lnTo>
                  <a:lnTo>
                    <a:pt x="3633332" y="1601108"/>
                  </a:lnTo>
                  <a:lnTo>
                    <a:pt x="3633427" y="1601108"/>
                  </a:lnTo>
                  <a:lnTo>
                    <a:pt x="3633521" y="1601108"/>
                  </a:lnTo>
                  <a:lnTo>
                    <a:pt x="3633615" y="1601108"/>
                  </a:lnTo>
                  <a:lnTo>
                    <a:pt x="3633709" y="1601108"/>
                  </a:lnTo>
                  <a:lnTo>
                    <a:pt x="3633803" y="1601108"/>
                  </a:lnTo>
                  <a:lnTo>
                    <a:pt x="3633897" y="1601108"/>
                  </a:lnTo>
                  <a:lnTo>
                    <a:pt x="3633992" y="1601108"/>
                  </a:lnTo>
                  <a:lnTo>
                    <a:pt x="3634086" y="1601108"/>
                  </a:lnTo>
                  <a:lnTo>
                    <a:pt x="3634180" y="1601108"/>
                  </a:lnTo>
                  <a:lnTo>
                    <a:pt x="3634274" y="1601108"/>
                  </a:lnTo>
                  <a:lnTo>
                    <a:pt x="3634368" y="1601108"/>
                  </a:lnTo>
                  <a:lnTo>
                    <a:pt x="3634462" y="1601108"/>
                  </a:lnTo>
                  <a:lnTo>
                    <a:pt x="3634556" y="1601108"/>
                  </a:lnTo>
                  <a:lnTo>
                    <a:pt x="3634651" y="1601108"/>
                  </a:lnTo>
                  <a:lnTo>
                    <a:pt x="3634745" y="1601108"/>
                  </a:lnTo>
                  <a:lnTo>
                    <a:pt x="3634839" y="1601108"/>
                  </a:lnTo>
                  <a:lnTo>
                    <a:pt x="3634933" y="1601108"/>
                  </a:lnTo>
                  <a:lnTo>
                    <a:pt x="3635027" y="1601108"/>
                  </a:lnTo>
                  <a:lnTo>
                    <a:pt x="3635121" y="1601108"/>
                  </a:lnTo>
                  <a:lnTo>
                    <a:pt x="3635216" y="1601108"/>
                  </a:lnTo>
                  <a:lnTo>
                    <a:pt x="3635310" y="1601108"/>
                  </a:lnTo>
                  <a:lnTo>
                    <a:pt x="3635404" y="1601108"/>
                  </a:lnTo>
                  <a:lnTo>
                    <a:pt x="3635498" y="1601108"/>
                  </a:lnTo>
                  <a:lnTo>
                    <a:pt x="3635592" y="1601108"/>
                  </a:lnTo>
                  <a:lnTo>
                    <a:pt x="3635686" y="1601108"/>
                  </a:lnTo>
                  <a:lnTo>
                    <a:pt x="3635780" y="1601108"/>
                  </a:lnTo>
                  <a:lnTo>
                    <a:pt x="3635875" y="1601108"/>
                  </a:lnTo>
                  <a:lnTo>
                    <a:pt x="3635969" y="1601108"/>
                  </a:lnTo>
                  <a:lnTo>
                    <a:pt x="3636063" y="1601108"/>
                  </a:lnTo>
                  <a:lnTo>
                    <a:pt x="3636157" y="1601108"/>
                  </a:lnTo>
                  <a:lnTo>
                    <a:pt x="3636251" y="1601108"/>
                  </a:lnTo>
                  <a:lnTo>
                    <a:pt x="3636345" y="1601108"/>
                  </a:lnTo>
                  <a:lnTo>
                    <a:pt x="3636439" y="1601108"/>
                  </a:lnTo>
                  <a:lnTo>
                    <a:pt x="3636534" y="1601108"/>
                  </a:lnTo>
                  <a:lnTo>
                    <a:pt x="3636628" y="1601108"/>
                  </a:lnTo>
                  <a:lnTo>
                    <a:pt x="3636628" y="1596196"/>
                  </a:lnTo>
                  <a:lnTo>
                    <a:pt x="3636722" y="1596196"/>
                  </a:lnTo>
                  <a:lnTo>
                    <a:pt x="3636816" y="1596196"/>
                  </a:lnTo>
                  <a:lnTo>
                    <a:pt x="3636910" y="1596196"/>
                  </a:lnTo>
                  <a:lnTo>
                    <a:pt x="3637004" y="1596196"/>
                  </a:lnTo>
                  <a:lnTo>
                    <a:pt x="3637099" y="1596196"/>
                  </a:lnTo>
                  <a:lnTo>
                    <a:pt x="3637193" y="1596196"/>
                  </a:lnTo>
                  <a:lnTo>
                    <a:pt x="3637287" y="1596196"/>
                  </a:lnTo>
                  <a:lnTo>
                    <a:pt x="3637381" y="1596196"/>
                  </a:lnTo>
                  <a:lnTo>
                    <a:pt x="3637475" y="1596196"/>
                  </a:lnTo>
                  <a:lnTo>
                    <a:pt x="3637569" y="1596196"/>
                  </a:lnTo>
                  <a:lnTo>
                    <a:pt x="3637663" y="1596196"/>
                  </a:lnTo>
                  <a:lnTo>
                    <a:pt x="3637758" y="1596196"/>
                  </a:lnTo>
                  <a:lnTo>
                    <a:pt x="3637852" y="1596196"/>
                  </a:lnTo>
                  <a:lnTo>
                    <a:pt x="3637946" y="1596196"/>
                  </a:lnTo>
                  <a:lnTo>
                    <a:pt x="3638040" y="1596196"/>
                  </a:lnTo>
                  <a:lnTo>
                    <a:pt x="3638134" y="1596196"/>
                  </a:lnTo>
                  <a:lnTo>
                    <a:pt x="3638228" y="1596196"/>
                  </a:lnTo>
                  <a:lnTo>
                    <a:pt x="3638323" y="1596196"/>
                  </a:lnTo>
                  <a:lnTo>
                    <a:pt x="3638417" y="1596196"/>
                  </a:lnTo>
                  <a:lnTo>
                    <a:pt x="3638511" y="1596196"/>
                  </a:lnTo>
                  <a:lnTo>
                    <a:pt x="3638605" y="1596196"/>
                  </a:lnTo>
                  <a:lnTo>
                    <a:pt x="3638699" y="1596196"/>
                  </a:lnTo>
                  <a:lnTo>
                    <a:pt x="3638793" y="1596196"/>
                  </a:lnTo>
                  <a:lnTo>
                    <a:pt x="3638887" y="1596196"/>
                  </a:lnTo>
                  <a:lnTo>
                    <a:pt x="3638982" y="1596196"/>
                  </a:lnTo>
                  <a:lnTo>
                    <a:pt x="3639076" y="1596196"/>
                  </a:lnTo>
                  <a:lnTo>
                    <a:pt x="3639170" y="1596196"/>
                  </a:lnTo>
                  <a:lnTo>
                    <a:pt x="3639264" y="1596196"/>
                  </a:lnTo>
                  <a:lnTo>
                    <a:pt x="3639358" y="1596196"/>
                  </a:lnTo>
                  <a:lnTo>
                    <a:pt x="3639452" y="1596196"/>
                  </a:lnTo>
                  <a:lnTo>
                    <a:pt x="3639547" y="1596196"/>
                  </a:lnTo>
                  <a:lnTo>
                    <a:pt x="3639641" y="1596196"/>
                  </a:lnTo>
                  <a:lnTo>
                    <a:pt x="3639735" y="1596196"/>
                  </a:lnTo>
                  <a:lnTo>
                    <a:pt x="3639829" y="1596196"/>
                  </a:lnTo>
                  <a:lnTo>
                    <a:pt x="3639923" y="1596196"/>
                  </a:lnTo>
                  <a:lnTo>
                    <a:pt x="3640017" y="1596196"/>
                  </a:lnTo>
                  <a:lnTo>
                    <a:pt x="3640111" y="1596196"/>
                  </a:lnTo>
                  <a:lnTo>
                    <a:pt x="3640206" y="1596196"/>
                  </a:lnTo>
                  <a:lnTo>
                    <a:pt x="3640300" y="1596196"/>
                  </a:lnTo>
                  <a:lnTo>
                    <a:pt x="3640394" y="1596196"/>
                  </a:lnTo>
                  <a:lnTo>
                    <a:pt x="3640488" y="1596196"/>
                  </a:lnTo>
                  <a:lnTo>
                    <a:pt x="3640582" y="1596196"/>
                  </a:lnTo>
                  <a:lnTo>
                    <a:pt x="3640676" y="1596196"/>
                  </a:lnTo>
                  <a:lnTo>
                    <a:pt x="3640770" y="1596196"/>
                  </a:lnTo>
                  <a:lnTo>
                    <a:pt x="3640865" y="1596196"/>
                  </a:lnTo>
                  <a:lnTo>
                    <a:pt x="3640959" y="1596196"/>
                  </a:lnTo>
                  <a:lnTo>
                    <a:pt x="3641053" y="1596196"/>
                  </a:lnTo>
                  <a:lnTo>
                    <a:pt x="3641147" y="1596196"/>
                  </a:lnTo>
                  <a:lnTo>
                    <a:pt x="3641241" y="1596196"/>
                  </a:lnTo>
                  <a:lnTo>
                    <a:pt x="3641335" y="1596196"/>
                  </a:lnTo>
                  <a:lnTo>
                    <a:pt x="3641430" y="1596196"/>
                  </a:lnTo>
                  <a:lnTo>
                    <a:pt x="3641524" y="1596196"/>
                  </a:lnTo>
                  <a:lnTo>
                    <a:pt x="3641618" y="1596196"/>
                  </a:lnTo>
                  <a:lnTo>
                    <a:pt x="3641712" y="1596196"/>
                  </a:lnTo>
                  <a:lnTo>
                    <a:pt x="3641806" y="1596196"/>
                  </a:lnTo>
                  <a:lnTo>
                    <a:pt x="3641900" y="1596196"/>
                  </a:lnTo>
                  <a:lnTo>
                    <a:pt x="3641994" y="1596196"/>
                  </a:lnTo>
                  <a:lnTo>
                    <a:pt x="3642089" y="1596196"/>
                  </a:lnTo>
                  <a:lnTo>
                    <a:pt x="3642183" y="1596196"/>
                  </a:lnTo>
                  <a:lnTo>
                    <a:pt x="3642277" y="1596196"/>
                  </a:lnTo>
                  <a:lnTo>
                    <a:pt x="3642371" y="1596196"/>
                  </a:lnTo>
                  <a:lnTo>
                    <a:pt x="3642465" y="1596196"/>
                  </a:lnTo>
                  <a:lnTo>
                    <a:pt x="3642559" y="1596196"/>
                  </a:lnTo>
                  <a:lnTo>
                    <a:pt x="3642654" y="1596196"/>
                  </a:lnTo>
                  <a:lnTo>
                    <a:pt x="3642748" y="1596196"/>
                  </a:lnTo>
                  <a:lnTo>
                    <a:pt x="3642842" y="1596196"/>
                  </a:lnTo>
                  <a:lnTo>
                    <a:pt x="3642936" y="1596196"/>
                  </a:lnTo>
                  <a:lnTo>
                    <a:pt x="3643030" y="1596196"/>
                  </a:lnTo>
                  <a:lnTo>
                    <a:pt x="3643124" y="1596196"/>
                  </a:lnTo>
                  <a:lnTo>
                    <a:pt x="3643218" y="1596196"/>
                  </a:lnTo>
                  <a:lnTo>
                    <a:pt x="3643313" y="1596196"/>
                  </a:lnTo>
                  <a:lnTo>
                    <a:pt x="3643407" y="1596196"/>
                  </a:lnTo>
                  <a:lnTo>
                    <a:pt x="3643501" y="1596196"/>
                  </a:lnTo>
                  <a:lnTo>
                    <a:pt x="3643595" y="1596196"/>
                  </a:lnTo>
                  <a:lnTo>
                    <a:pt x="3643689" y="1596196"/>
                  </a:lnTo>
                  <a:lnTo>
                    <a:pt x="3643783" y="1596196"/>
                  </a:lnTo>
                  <a:lnTo>
                    <a:pt x="3643878" y="1596196"/>
                  </a:lnTo>
                  <a:lnTo>
                    <a:pt x="3643972" y="1596196"/>
                  </a:lnTo>
                  <a:lnTo>
                    <a:pt x="3644066" y="1596196"/>
                  </a:lnTo>
                  <a:lnTo>
                    <a:pt x="3644160" y="1596196"/>
                  </a:lnTo>
                  <a:lnTo>
                    <a:pt x="3644254" y="1596196"/>
                  </a:lnTo>
                  <a:lnTo>
                    <a:pt x="3644348" y="1596196"/>
                  </a:lnTo>
                  <a:lnTo>
                    <a:pt x="3644442" y="1596196"/>
                  </a:lnTo>
                  <a:lnTo>
                    <a:pt x="3644537" y="1596196"/>
                  </a:lnTo>
                  <a:lnTo>
                    <a:pt x="3644631" y="1596196"/>
                  </a:lnTo>
                  <a:lnTo>
                    <a:pt x="3644725" y="1596196"/>
                  </a:lnTo>
                  <a:lnTo>
                    <a:pt x="3644819" y="1596196"/>
                  </a:lnTo>
                  <a:lnTo>
                    <a:pt x="3644913" y="1596196"/>
                  </a:lnTo>
                  <a:lnTo>
                    <a:pt x="3645007" y="1596196"/>
                  </a:lnTo>
                  <a:lnTo>
                    <a:pt x="3645101" y="1596196"/>
                  </a:lnTo>
                  <a:lnTo>
                    <a:pt x="3645196" y="1596196"/>
                  </a:lnTo>
                  <a:lnTo>
                    <a:pt x="3645290" y="1596196"/>
                  </a:lnTo>
                  <a:lnTo>
                    <a:pt x="3645384" y="1596196"/>
                  </a:lnTo>
                  <a:lnTo>
                    <a:pt x="3645478" y="1596196"/>
                  </a:lnTo>
                  <a:lnTo>
                    <a:pt x="3645572" y="1596196"/>
                  </a:lnTo>
                  <a:lnTo>
                    <a:pt x="3645666" y="1596196"/>
                  </a:lnTo>
                  <a:lnTo>
                    <a:pt x="3645761" y="1596196"/>
                  </a:lnTo>
                  <a:lnTo>
                    <a:pt x="3645855" y="1596196"/>
                  </a:lnTo>
                  <a:lnTo>
                    <a:pt x="3645949" y="1596196"/>
                  </a:lnTo>
                  <a:lnTo>
                    <a:pt x="3646043" y="1596196"/>
                  </a:lnTo>
                  <a:lnTo>
                    <a:pt x="3646137" y="1596196"/>
                  </a:lnTo>
                  <a:lnTo>
                    <a:pt x="3646231" y="1596196"/>
                  </a:lnTo>
                  <a:lnTo>
                    <a:pt x="3646325" y="1596196"/>
                  </a:lnTo>
                  <a:lnTo>
                    <a:pt x="3646420" y="1596196"/>
                  </a:lnTo>
                  <a:lnTo>
                    <a:pt x="3646514" y="1596196"/>
                  </a:lnTo>
                  <a:lnTo>
                    <a:pt x="3646608" y="1596196"/>
                  </a:lnTo>
                  <a:lnTo>
                    <a:pt x="3646702" y="1596196"/>
                  </a:lnTo>
                  <a:lnTo>
                    <a:pt x="3646796" y="1596196"/>
                  </a:lnTo>
                  <a:lnTo>
                    <a:pt x="3646890" y="1596196"/>
                  </a:lnTo>
                  <a:lnTo>
                    <a:pt x="3646985" y="1596196"/>
                  </a:lnTo>
                  <a:lnTo>
                    <a:pt x="3647079" y="1596196"/>
                  </a:lnTo>
                  <a:lnTo>
                    <a:pt x="3647173" y="1596196"/>
                  </a:lnTo>
                  <a:lnTo>
                    <a:pt x="3647267" y="1596196"/>
                  </a:lnTo>
                  <a:lnTo>
                    <a:pt x="3647361" y="1596196"/>
                  </a:lnTo>
                  <a:lnTo>
                    <a:pt x="3647455" y="1596196"/>
                  </a:lnTo>
                  <a:lnTo>
                    <a:pt x="3647549" y="1596196"/>
                  </a:lnTo>
                  <a:lnTo>
                    <a:pt x="3647644" y="1596196"/>
                  </a:lnTo>
                  <a:lnTo>
                    <a:pt x="3647738" y="1596196"/>
                  </a:lnTo>
                  <a:lnTo>
                    <a:pt x="3647832" y="1596196"/>
                  </a:lnTo>
                  <a:lnTo>
                    <a:pt x="3647926" y="1596196"/>
                  </a:lnTo>
                  <a:lnTo>
                    <a:pt x="3648020" y="1596196"/>
                  </a:lnTo>
                  <a:lnTo>
                    <a:pt x="3648114" y="1596196"/>
                  </a:lnTo>
                  <a:lnTo>
                    <a:pt x="3648209" y="1596196"/>
                  </a:lnTo>
                  <a:lnTo>
                    <a:pt x="3648303" y="1596196"/>
                  </a:lnTo>
                  <a:lnTo>
                    <a:pt x="3648303" y="1591285"/>
                  </a:lnTo>
                  <a:lnTo>
                    <a:pt x="3648397" y="1591285"/>
                  </a:lnTo>
                  <a:lnTo>
                    <a:pt x="3648491" y="1591285"/>
                  </a:lnTo>
                  <a:lnTo>
                    <a:pt x="3648585" y="1591285"/>
                  </a:lnTo>
                  <a:lnTo>
                    <a:pt x="3648679" y="1591285"/>
                  </a:lnTo>
                  <a:lnTo>
                    <a:pt x="3648773" y="1591285"/>
                  </a:lnTo>
                  <a:lnTo>
                    <a:pt x="3648868" y="1591285"/>
                  </a:lnTo>
                  <a:lnTo>
                    <a:pt x="3648962" y="1591285"/>
                  </a:lnTo>
                  <a:lnTo>
                    <a:pt x="3649056" y="1591285"/>
                  </a:lnTo>
                  <a:lnTo>
                    <a:pt x="3649150" y="1591285"/>
                  </a:lnTo>
                  <a:lnTo>
                    <a:pt x="3649244" y="1591285"/>
                  </a:lnTo>
                  <a:lnTo>
                    <a:pt x="3649338" y="1591285"/>
                  </a:lnTo>
                  <a:lnTo>
                    <a:pt x="3649433" y="1591285"/>
                  </a:lnTo>
                  <a:lnTo>
                    <a:pt x="3649527" y="1591285"/>
                  </a:lnTo>
                  <a:lnTo>
                    <a:pt x="3649621" y="1591285"/>
                  </a:lnTo>
                  <a:lnTo>
                    <a:pt x="3649715" y="1591285"/>
                  </a:lnTo>
                  <a:lnTo>
                    <a:pt x="3649809" y="1591285"/>
                  </a:lnTo>
                  <a:lnTo>
                    <a:pt x="3649903" y="1591285"/>
                  </a:lnTo>
                  <a:lnTo>
                    <a:pt x="3649997" y="1591285"/>
                  </a:lnTo>
                  <a:lnTo>
                    <a:pt x="3650092" y="1591285"/>
                  </a:lnTo>
                  <a:lnTo>
                    <a:pt x="3650186" y="1591285"/>
                  </a:lnTo>
                  <a:lnTo>
                    <a:pt x="3650280" y="1591285"/>
                  </a:lnTo>
                  <a:lnTo>
                    <a:pt x="3650374" y="1591285"/>
                  </a:lnTo>
                  <a:lnTo>
                    <a:pt x="3650468" y="1591285"/>
                  </a:lnTo>
                  <a:lnTo>
                    <a:pt x="3650562" y="1591285"/>
                  </a:lnTo>
                  <a:lnTo>
                    <a:pt x="3650656" y="1591285"/>
                  </a:lnTo>
                  <a:lnTo>
                    <a:pt x="3650751" y="1591285"/>
                  </a:lnTo>
                  <a:lnTo>
                    <a:pt x="3650751" y="1586374"/>
                  </a:lnTo>
                  <a:lnTo>
                    <a:pt x="3650845" y="1586374"/>
                  </a:lnTo>
                  <a:lnTo>
                    <a:pt x="3650939" y="1586374"/>
                  </a:lnTo>
                  <a:lnTo>
                    <a:pt x="3651033" y="1586374"/>
                  </a:lnTo>
                  <a:lnTo>
                    <a:pt x="3651127" y="1586374"/>
                  </a:lnTo>
                  <a:lnTo>
                    <a:pt x="3651221" y="1586374"/>
                  </a:lnTo>
                  <a:lnTo>
                    <a:pt x="3651221" y="1581462"/>
                  </a:lnTo>
                  <a:lnTo>
                    <a:pt x="3651316" y="1581462"/>
                  </a:lnTo>
                  <a:lnTo>
                    <a:pt x="3651410" y="1581462"/>
                  </a:lnTo>
                  <a:lnTo>
                    <a:pt x="3651504" y="1581462"/>
                  </a:lnTo>
                  <a:lnTo>
                    <a:pt x="3651598" y="1581462"/>
                  </a:lnTo>
                  <a:lnTo>
                    <a:pt x="3651692" y="1581462"/>
                  </a:lnTo>
                  <a:lnTo>
                    <a:pt x="3651786" y="1581462"/>
                  </a:lnTo>
                  <a:lnTo>
                    <a:pt x="3651880" y="1581462"/>
                  </a:lnTo>
                  <a:lnTo>
                    <a:pt x="3651975" y="1581462"/>
                  </a:lnTo>
                  <a:lnTo>
                    <a:pt x="3652069" y="1581462"/>
                  </a:lnTo>
                  <a:lnTo>
                    <a:pt x="3652163" y="1581462"/>
                  </a:lnTo>
                  <a:lnTo>
                    <a:pt x="3652257" y="1581462"/>
                  </a:lnTo>
                  <a:lnTo>
                    <a:pt x="3652351" y="1581462"/>
                  </a:lnTo>
                  <a:lnTo>
                    <a:pt x="3652445" y="1581462"/>
                  </a:lnTo>
                  <a:lnTo>
                    <a:pt x="3652540" y="1581462"/>
                  </a:lnTo>
                  <a:lnTo>
                    <a:pt x="3652634" y="1581462"/>
                  </a:lnTo>
                  <a:lnTo>
                    <a:pt x="3652728" y="1581462"/>
                  </a:lnTo>
                  <a:lnTo>
                    <a:pt x="3652822" y="1581462"/>
                  </a:lnTo>
                  <a:lnTo>
                    <a:pt x="3652916" y="1581462"/>
                  </a:lnTo>
                  <a:lnTo>
                    <a:pt x="3653010" y="1581462"/>
                  </a:lnTo>
                  <a:lnTo>
                    <a:pt x="3653104" y="1581462"/>
                  </a:lnTo>
                  <a:lnTo>
                    <a:pt x="3653199" y="1581462"/>
                  </a:lnTo>
                  <a:lnTo>
                    <a:pt x="3653293" y="1581462"/>
                  </a:lnTo>
                  <a:lnTo>
                    <a:pt x="3653387" y="1581462"/>
                  </a:lnTo>
                  <a:lnTo>
                    <a:pt x="3653481" y="1581462"/>
                  </a:lnTo>
                  <a:lnTo>
                    <a:pt x="3653575" y="1581462"/>
                  </a:lnTo>
                  <a:lnTo>
                    <a:pt x="3653669" y="1581462"/>
                  </a:lnTo>
                  <a:lnTo>
                    <a:pt x="3653764" y="1581462"/>
                  </a:lnTo>
                  <a:lnTo>
                    <a:pt x="3653858" y="1581462"/>
                  </a:lnTo>
                  <a:lnTo>
                    <a:pt x="3653952" y="1581462"/>
                  </a:lnTo>
                  <a:lnTo>
                    <a:pt x="3654046" y="1581462"/>
                  </a:lnTo>
                  <a:lnTo>
                    <a:pt x="3654140" y="1581462"/>
                  </a:lnTo>
                  <a:lnTo>
                    <a:pt x="3654234" y="1581462"/>
                  </a:lnTo>
                  <a:lnTo>
                    <a:pt x="3654328" y="1581462"/>
                  </a:lnTo>
                  <a:lnTo>
                    <a:pt x="3654423" y="1581462"/>
                  </a:lnTo>
                  <a:lnTo>
                    <a:pt x="3654517" y="1581462"/>
                  </a:lnTo>
                  <a:lnTo>
                    <a:pt x="3654611" y="1581462"/>
                  </a:lnTo>
                  <a:lnTo>
                    <a:pt x="3654705" y="1581462"/>
                  </a:lnTo>
                  <a:lnTo>
                    <a:pt x="3654799" y="1581462"/>
                  </a:lnTo>
                  <a:lnTo>
                    <a:pt x="3654893" y="1581462"/>
                  </a:lnTo>
                  <a:lnTo>
                    <a:pt x="3654987" y="1581462"/>
                  </a:lnTo>
                  <a:lnTo>
                    <a:pt x="3655082" y="1581462"/>
                  </a:lnTo>
                  <a:lnTo>
                    <a:pt x="3655176" y="1581462"/>
                  </a:lnTo>
                  <a:lnTo>
                    <a:pt x="3655270" y="1581462"/>
                  </a:lnTo>
                  <a:lnTo>
                    <a:pt x="3655364" y="1581462"/>
                  </a:lnTo>
                  <a:lnTo>
                    <a:pt x="3655458" y="1581462"/>
                  </a:lnTo>
                  <a:lnTo>
                    <a:pt x="3655552" y="1581462"/>
                  </a:lnTo>
                  <a:lnTo>
                    <a:pt x="3655647" y="1581462"/>
                  </a:lnTo>
                  <a:lnTo>
                    <a:pt x="3655741" y="1581462"/>
                  </a:lnTo>
                  <a:lnTo>
                    <a:pt x="3655835" y="1581462"/>
                  </a:lnTo>
                  <a:lnTo>
                    <a:pt x="3655929" y="1581462"/>
                  </a:lnTo>
                  <a:lnTo>
                    <a:pt x="3656023" y="1581462"/>
                  </a:lnTo>
                  <a:lnTo>
                    <a:pt x="3656023" y="1576551"/>
                  </a:lnTo>
                  <a:lnTo>
                    <a:pt x="3656117" y="1576551"/>
                  </a:lnTo>
                  <a:lnTo>
                    <a:pt x="3656211" y="1576551"/>
                  </a:lnTo>
                  <a:lnTo>
                    <a:pt x="3656306" y="1576551"/>
                  </a:lnTo>
                  <a:lnTo>
                    <a:pt x="3656400" y="1576551"/>
                  </a:lnTo>
                  <a:lnTo>
                    <a:pt x="3656494" y="1576551"/>
                  </a:lnTo>
                  <a:lnTo>
                    <a:pt x="3656588" y="1576551"/>
                  </a:lnTo>
                  <a:lnTo>
                    <a:pt x="3656682" y="1576551"/>
                  </a:lnTo>
                  <a:lnTo>
                    <a:pt x="3656776" y="1576551"/>
                  </a:lnTo>
                  <a:lnTo>
                    <a:pt x="3656871" y="1576551"/>
                  </a:lnTo>
                  <a:lnTo>
                    <a:pt x="3656965" y="1576551"/>
                  </a:lnTo>
                  <a:lnTo>
                    <a:pt x="3657059" y="1576551"/>
                  </a:lnTo>
                  <a:lnTo>
                    <a:pt x="3657153" y="1576551"/>
                  </a:lnTo>
                  <a:lnTo>
                    <a:pt x="3657247" y="1576551"/>
                  </a:lnTo>
                  <a:lnTo>
                    <a:pt x="3657341" y="1576551"/>
                  </a:lnTo>
                  <a:lnTo>
                    <a:pt x="3657435" y="1576551"/>
                  </a:lnTo>
                  <a:lnTo>
                    <a:pt x="3657530" y="1576551"/>
                  </a:lnTo>
                  <a:lnTo>
                    <a:pt x="3657624" y="1576551"/>
                  </a:lnTo>
                  <a:lnTo>
                    <a:pt x="3657718" y="1576551"/>
                  </a:lnTo>
                  <a:lnTo>
                    <a:pt x="3657812" y="1576551"/>
                  </a:lnTo>
                  <a:lnTo>
                    <a:pt x="3657906" y="1576551"/>
                  </a:lnTo>
                  <a:lnTo>
                    <a:pt x="3658000" y="1576551"/>
                  </a:lnTo>
                  <a:lnTo>
                    <a:pt x="3658095" y="1576551"/>
                  </a:lnTo>
                  <a:lnTo>
                    <a:pt x="3658189" y="1576551"/>
                  </a:lnTo>
                  <a:lnTo>
                    <a:pt x="3658283" y="1576551"/>
                  </a:lnTo>
                  <a:lnTo>
                    <a:pt x="3658377" y="1576551"/>
                  </a:lnTo>
                  <a:lnTo>
                    <a:pt x="3658471" y="1576551"/>
                  </a:lnTo>
                  <a:lnTo>
                    <a:pt x="3658565" y="1576551"/>
                  </a:lnTo>
                  <a:lnTo>
                    <a:pt x="3658659" y="1576551"/>
                  </a:lnTo>
                  <a:lnTo>
                    <a:pt x="3658754" y="1576551"/>
                  </a:lnTo>
                  <a:lnTo>
                    <a:pt x="3658848" y="1576551"/>
                  </a:lnTo>
                  <a:lnTo>
                    <a:pt x="3658942" y="1576551"/>
                  </a:lnTo>
                  <a:lnTo>
                    <a:pt x="3659036" y="1576551"/>
                  </a:lnTo>
                  <a:lnTo>
                    <a:pt x="3659130" y="1576551"/>
                  </a:lnTo>
                  <a:lnTo>
                    <a:pt x="3659224" y="1576551"/>
                  </a:lnTo>
                  <a:lnTo>
                    <a:pt x="3659318" y="1576551"/>
                  </a:lnTo>
                  <a:lnTo>
                    <a:pt x="3659413" y="1576551"/>
                  </a:lnTo>
                  <a:lnTo>
                    <a:pt x="3659507" y="1576551"/>
                  </a:lnTo>
                  <a:lnTo>
                    <a:pt x="3659601" y="1576551"/>
                  </a:lnTo>
                  <a:lnTo>
                    <a:pt x="3659695" y="1576551"/>
                  </a:lnTo>
                  <a:lnTo>
                    <a:pt x="3659789" y="1576551"/>
                  </a:lnTo>
                  <a:lnTo>
                    <a:pt x="3659883" y="1576551"/>
                  </a:lnTo>
                  <a:lnTo>
                    <a:pt x="3659978" y="1576551"/>
                  </a:lnTo>
                  <a:lnTo>
                    <a:pt x="3660072" y="1576551"/>
                  </a:lnTo>
                  <a:lnTo>
                    <a:pt x="3660166" y="1576551"/>
                  </a:lnTo>
                  <a:lnTo>
                    <a:pt x="3660260" y="1576551"/>
                  </a:lnTo>
                  <a:lnTo>
                    <a:pt x="3660354" y="1576551"/>
                  </a:lnTo>
                  <a:lnTo>
                    <a:pt x="3660448" y="1576551"/>
                  </a:lnTo>
                  <a:lnTo>
                    <a:pt x="3660542" y="1576551"/>
                  </a:lnTo>
                  <a:lnTo>
                    <a:pt x="3660637" y="1576551"/>
                  </a:lnTo>
                  <a:lnTo>
                    <a:pt x="3660731" y="1576551"/>
                  </a:lnTo>
                  <a:lnTo>
                    <a:pt x="3660825" y="1576551"/>
                  </a:lnTo>
                  <a:lnTo>
                    <a:pt x="3660919" y="1576551"/>
                  </a:lnTo>
                  <a:lnTo>
                    <a:pt x="3660919" y="1571639"/>
                  </a:lnTo>
                  <a:lnTo>
                    <a:pt x="3661013" y="1571639"/>
                  </a:lnTo>
                  <a:lnTo>
                    <a:pt x="3661107" y="1571639"/>
                  </a:lnTo>
                  <a:lnTo>
                    <a:pt x="3661202" y="1571639"/>
                  </a:lnTo>
                  <a:lnTo>
                    <a:pt x="3661296" y="1571639"/>
                  </a:lnTo>
                  <a:lnTo>
                    <a:pt x="3661390" y="1571639"/>
                  </a:lnTo>
                  <a:lnTo>
                    <a:pt x="3661484" y="1571639"/>
                  </a:lnTo>
                  <a:lnTo>
                    <a:pt x="3661578" y="1571639"/>
                  </a:lnTo>
                  <a:lnTo>
                    <a:pt x="3661672" y="1571639"/>
                  </a:lnTo>
                  <a:lnTo>
                    <a:pt x="3661766" y="1571639"/>
                  </a:lnTo>
                  <a:lnTo>
                    <a:pt x="3661861" y="1571639"/>
                  </a:lnTo>
                  <a:lnTo>
                    <a:pt x="3661955" y="1571639"/>
                  </a:lnTo>
                  <a:lnTo>
                    <a:pt x="3662049" y="1571639"/>
                  </a:lnTo>
                  <a:lnTo>
                    <a:pt x="3662143" y="1571639"/>
                  </a:lnTo>
                  <a:lnTo>
                    <a:pt x="3662237" y="1571639"/>
                  </a:lnTo>
                  <a:lnTo>
                    <a:pt x="3662331" y="1571639"/>
                  </a:lnTo>
                  <a:lnTo>
                    <a:pt x="3662426" y="1571639"/>
                  </a:lnTo>
                  <a:lnTo>
                    <a:pt x="3662520" y="1571639"/>
                  </a:lnTo>
                  <a:lnTo>
                    <a:pt x="3662614" y="1571639"/>
                  </a:lnTo>
                  <a:lnTo>
                    <a:pt x="3662708" y="1571639"/>
                  </a:lnTo>
                  <a:lnTo>
                    <a:pt x="3662802" y="1571639"/>
                  </a:lnTo>
                  <a:lnTo>
                    <a:pt x="3662896" y="1571639"/>
                  </a:lnTo>
                  <a:lnTo>
                    <a:pt x="3662990" y="1571639"/>
                  </a:lnTo>
                  <a:lnTo>
                    <a:pt x="3663085" y="1571639"/>
                  </a:lnTo>
                  <a:lnTo>
                    <a:pt x="3663179" y="1571639"/>
                  </a:lnTo>
                  <a:lnTo>
                    <a:pt x="3663273" y="1571639"/>
                  </a:lnTo>
                  <a:lnTo>
                    <a:pt x="3663367" y="1571639"/>
                  </a:lnTo>
                  <a:lnTo>
                    <a:pt x="3663461" y="1571639"/>
                  </a:lnTo>
                  <a:lnTo>
                    <a:pt x="3663555" y="1571639"/>
                  </a:lnTo>
                  <a:lnTo>
                    <a:pt x="3663649" y="1571639"/>
                  </a:lnTo>
                  <a:lnTo>
                    <a:pt x="3663744" y="1571639"/>
                  </a:lnTo>
                  <a:lnTo>
                    <a:pt x="3663838" y="1571639"/>
                  </a:lnTo>
                  <a:lnTo>
                    <a:pt x="3663932" y="1571639"/>
                  </a:lnTo>
                  <a:lnTo>
                    <a:pt x="3664026" y="1571639"/>
                  </a:lnTo>
                  <a:lnTo>
                    <a:pt x="3664120" y="1571639"/>
                  </a:lnTo>
                  <a:lnTo>
                    <a:pt x="3664214" y="1571639"/>
                  </a:lnTo>
                  <a:lnTo>
                    <a:pt x="3664309" y="1571639"/>
                  </a:lnTo>
                  <a:lnTo>
                    <a:pt x="3664403" y="1571639"/>
                  </a:lnTo>
                  <a:lnTo>
                    <a:pt x="3664497" y="1571639"/>
                  </a:lnTo>
                  <a:lnTo>
                    <a:pt x="3664591" y="1571639"/>
                  </a:lnTo>
                  <a:lnTo>
                    <a:pt x="3664685" y="1571639"/>
                  </a:lnTo>
                  <a:lnTo>
                    <a:pt x="3664779" y="1571639"/>
                  </a:lnTo>
                  <a:lnTo>
                    <a:pt x="3664873" y="1571639"/>
                  </a:lnTo>
                  <a:lnTo>
                    <a:pt x="3664968" y="1571639"/>
                  </a:lnTo>
                  <a:lnTo>
                    <a:pt x="3665062" y="1571639"/>
                  </a:lnTo>
                  <a:lnTo>
                    <a:pt x="3665156" y="1571639"/>
                  </a:lnTo>
                  <a:lnTo>
                    <a:pt x="3665250" y="1571639"/>
                  </a:lnTo>
                  <a:lnTo>
                    <a:pt x="3665344" y="1571639"/>
                  </a:lnTo>
                  <a:lnTo>
                    <a:pt x="3665438" y="1571639"/>
                  </a:lnTo>
                  <a:lnTo>
                    <a:pt x="3665533" y="1571639"/>
                  </a:lnTo>
                  <a:lnTo>
                    <a:pt x="3665627" y="1571639"/>
                  </a:lnTo>
                  <a:lnTo>
                    <a:pt x="3665721" y="1571639"/>
                  </a:lnTo>
                  <a:lnTo>
                    <a:pt x="3665815" y="1571639"/>
                  </a:lnTo>
                  <a:lnTo>
                    <a:pt x="3665909" y="1571639"/>
                  </a:lnTo>
                  <a:lnTo>
                    <a:pt x="3666003" y="1571639"/>
                  </a:lnTo>
                  <a:lnTo>
                    <a:pt x="3666097" y="1571639"/>
                  </a:lnTo>
                  <a:lnTo>
                    <a:pt x="3666192" y="1571639"/>
                  </a:lnTo>
                  <a:lnTo>
                    <a:pt x="3666286" y="1571639"/>
                  </a:lnTo>
                  <a:lnTo>
                    <a:pt x="3666380" y="1571639"/>
                  </a:lnTo>
                  <a:lnTo>
                    <a:pt x="3666474" y="1571639"/>
                  </a:lnTo>
                  <a:lnTo>
                    <a:pt x="3666568" y="1571639"/>
                  </a:lnTo>
                  <a:lnTo>
                    <a:pt x="3666662" y="1571639"/>
                  </a:lnTo>
                  <a:lnTo>
                    <a:pt x="3666757" y="1571639"/>
                  </a:lnTo>
                  <a:lnTo>
                    <a:pt x="3666851" y="1571639"/>
                  </a:lnTo>
                  <a:lnTo>
                    <a:pt x="3666945" y="1571639"/>
                  </a:lnTo>
                  <a:lnTo>
                    <a:pt x="3667039" y="1571639"/>
                  </a:lnTo>
                  <a:lnTo>
                    <a:pt x="3667133" y="1571639"/>
                  </a:lnTo>
                  <a:lnTo>
                    <a:pt x="3667227" y="1571639"/>
                  </a:lnTo>
                  <a:lnTo>
                    <a:pt x="3667321" y="1571639"/>
                  </a:lnTo>
                  <a:lnTo>
                    <a:pt x="3667416" y="1571639"/>
                  </a:lnTo>
                  <a:lnTo>
                    <a:pt x="3667510" y="1571639"/>
                  </a:lnTo>
                  <a:lnTo>
                    <a:pt x="3667604" y="1571639"/>
                  </a:lnTo>
                  <a:lnTo>
                    <a:pt x="3667698" y="1571639"/>
                  </a:lnTo>
                  <a:lnTo>
                    <a:pt x="3667792" y="1571639"/>
                  </a:lnTo>
                  <a:lnTo>
                    <a:pt x="3667886" y="1571639"/>
                  </a:lnTo>
                  <a:lnTo>
                    <a:pt x="3667980" y="1571639"/>
                  </a:lnTo>
                  <a:lnTo>
                    <a:pt x="3668075" y="1571639"/>
                  </a:lnTo>
                  <a:lnTo>
                    <a:pt x="3668169" y="1571639"/>
                  </a:lnTo>
                  <a:lnTo>
                    <a:pt x="3668263" y="1571639"/>
                  </a:lnTo>
                  <a:lnTo>
                    <a:pt x="3668357" y="1571639"/>
                  </a:lnTo>
                  <a:lnTo>
                    <a:pt x="3668451" y="1571639"/>
                  </a:lnTo>
                  <a:lnTo>
                    <a:pt x="3668545" y="1571639"/>
                  </a:lnTo>
                  <a:lnTo>
                    <a:pt x="3668640" y="1571639"/>
                  </a:lnTo>
                  <a:lnTo>
                    <a:pt x="3668734" y="1571639"/>
                  </a:lnTo>
                  <a:lnTo>
                    <a:pt x="3668828" y="1571639"/>
                  </a:lnTo>
                  <a:lnTo>
                    <a:pt x="3668922" y="1571639"/>
                  </a:lnTo>
                  <a:lnTo>
                    <a:pt x="3669016" y="1571639"/>
                  </a:lnTo>
                  <a:lnTo>
                    <a:pt x="3669110" y="1571639"/>
                  </a:lnTo>
                  <a:lnTo>
                    <a:pt x="3669204" y="1571639"/>
                  </a:lnTo>
                  <a:lnTo>
                    <a:pt x="3669299" y="1571639"/>
                  </a:lnTo>
                  <a:lnTo>
                    <a:pt x="3669393" y="1571639"/>
                  </a:lnTo>
                  <a:lnTo>
                    <a:pt x="3669487" y="1571639"/>
                  </a:lnTo>
                  <a:lnTo>
                    <a:pt x="3669581" y="1571639"/>
                  </a:lnTo>
                  <a:lnTo>
                    <a:pt x="3669675" y="1571639"/>
                  </a:lnTo>
                  <a:lnTo>
                    <a:pt x="3669769" y="1571639"/>
                  </a:lnTo>
                  <a:lnTo>
                    <a:pt x="3669864" y="1571639"/>
                  </a:lnTo>
                  <a:lnTo>
                    <a:pt x="3669958" y="1571639"/>
                  </a:lnTo>
                  <a:lnTo>
                    <a:pt x="3670052" y="1571639"/>
                  </a:lnTo>
                  <a:lnTo>
                    <a:pt x="3670146" y="1571639"/>
                  </a:lnTo>
                  <a:lnTo>
                    <a:pt x="3670240" y="1571639"/>
                  </a:lnTo>
                  <a:lnTo>
                    <a:pt x="3670334" y="1571639"/>
                  </a:lnTo>
                  <a:lnTo>
                    <a:pt x="3670428" y="1571639"/>
                  </a:lnTo>
                  <a:lnTo>
                    <a:pt x="3670523" y="1571639"/>
                  </a:lnTo>
                  <a:lnTo>
                    <a:pt x="3670617" y="1571639"/>
                  </a:lnTo>
                  <a:lnTo>
                    <a:pt x="3670711" y="1571639"/>
                  </a:lnTo>
                  <a:lnTo>
                    <a:pt x="3670805" y="1571639"/>
                  </a:lnTo>
                  <a:lnTo>
                    <a:pt x="3670899" y="1571639"/>
                  </a:lnTo>
                  <a:lnTo>
                    <a:pt x="3670993" y="1571639"/>
                  </a:lnTo>
                  <a:lnTo>
                    <a:pt x="3671088" y="1571639"/>
                  </a:lnTo>
                  <a:lnTo>
                    <a:pt x="3671182" y="1571639"/>
                  </a:lnTo>
                  <a:lnTo>
                    <a:pt x="3671276" y="1571639"/>
                  </a:lnTo>
                  <a:lnTo>
                    <a:pt x="3671370" y="1571639"/>
                  </a:lnTo>
                  <a:lnTo>
                    <a:pt x="3671464" y="1571639"/>
                  </a:lnTo>
                  <a:lnTo>
                    <a:pt x="3671558" y="1571639"/>
                  </a:lnTo>
                  <a:lnTo>
                    <a:pt x="3671652" y="1571639"/>
                  </a:lnTo>
                  <a:lnTo>
                    <a:pt x="3671747" y="1571639"/>
                  </a:lnTo>
                  <a:lnTo>
                    <a:pt x="3671841" y="1571639"/>
                  </a:lnTo>
                  <a:lnTo>
                    <a:pt x="3671935" y="1571639"/>
                  </a:lnTo>
                  <a:lnTo>
                    <a:pt x="3672029" y="1571639"/>
                  </a:lnTo>
                  <a:lnTo>
                    <a:pt x="3672123" y="1571639"/>
                  </a:lnTo>
                  <a:lnTo>
                    <a:pt x="3672217" y="1571639"/>
                  </a:lnTo>
                  <a:lnTo>
                    <a:pt x="3672311" y="1571639"/>
                  </a:lnTo>
                  <a:lnTo>
                    <a:pt x="3672406" y="1571639"/>
                  </a:lnTo>
                  <a:lnTo>
                    <a:pt x="3672500" y="1571639"/>
                  </a:lnTo>
                  <a:lnTo>
                    <a:pt x="3672594" y="1571639"/>
                  </a:lnTo>
                  <a:lnTo>
                    <a:pt x="3672688" y="1571639"/>
                  </a:lnTo>
                  <a:lnTo>
                    <a:pt x="3672782" y="1571639"/>
                  </a:lnTo>
                  <a:lnTo>
                    <a:pt x="3672876" y="1571639"/>
                  </a:lnTo>
                  <a:lnTo>
                    <a:pt x="3672971" y="1571639"/>
                  </a:lnTo>
                  <a:lnTo>
                    <a:pt x="3673065" y="1571639"/>
                  </a:lnTo>
                  <a:lnTo>
                    <a:pt x="3673159" y="1571639"/>
                  </a:lnTo>
                  <a:lnTo>
                    <a:pt x="3673253" y="1571639"/>
                  </a:lnTo>
                  <a:lnTo>
                    <a:pt x="3673347" y="1571639"/>
                  </a:lnTo>
                  <a:lnTo>
                    <a:pt x="3673441" y="1571639"/>
                  </a:lnTo>
                  <a:lnTo>
                    <a:pt x="3673535" y="1571639"/>
                  </a:lnTo>
                  <a:lnTo>
                    <a:pt x="3673630" y="1571639"/>
                  </a:lnTo>
                  <a:lnTo>
                    <a:pt x="3673724" y="1571639"/>
                  </a:lnTo>
                  <a:lnTo>
                    <a:pt x="3673818" y="1571639"/>
                  </a:lnTo>
                  <a:lnTo>
                    <a:pt x="3673912" y="1571639"/>
                  </a:lnTo>
                  <a:lnTo>
                    <a:pt x="3674006" y="1571639"/>
                  </a:lnTo>
                  <a:lnTo>
                    <a:pt x="3674100" y="1571639"/>
                  </a:lnTo>
                  <a:lnTo>
                    <a:pt x="3674195" y="1571639"/>
                  </a:lnTo>
                  <a:lnTo>
                    <a:pt x="3674289" y="1571639"/>
                  </a:lnTo>
                  <a:lnTo>
                    <a:pt x="3674383" y="1571639"/>
                  </a:lnTo>
                  <a:lnTo>
                    <a:pt x="3674477" y="1571639"/>
                  </a:lnTo>
                  <a:lnTo>
                    <a:pt x="3674571" y="1571639"/>
                  </a:lnTo>
                  <a:lnTo>
                    <a:pt x="3674665" y="1571639"/>
                  </a:lnTo>
                  <a:lnTo>
                    <a:pt x="3674759" y="1571639"/>
                  </a:lnTo>
                  <a:lnTo>
                    <a:pt x="3674854" y="1571639"/>
                  </a:lnTo>
                  <a:lnTo>
                    <a:pt x="3674948" y="1571639"/>
                  </a:lnTo>
                  <a:lnTo>
                    <a:pt x="3675042" y="1571639"/>
                  </a:lnTo>
                  <a:lnTo>
                    <a:pt x="3675136" y="1571639"/>
                  </a:lnTo>
                  <a:lnTo>
                    <a:pt x="3675230" y="1571639"/>
                  </a:lnTo>
                  <a:lnTo>
                    <a:pt x="3675324" y="1571639"/>
                  </a:lnTo>
                  <a:lnTo>
                    <a:pt x="3675419" y="1571639"/>
                  </a:lnTo>
                  <a:lnTo>
                    <a:pt x="3675513" y="1571639"/>
                  </a:lnTo>
                  <a:lnTo>
                    <a:pt x="3675607" y="1571639"/>
                  </a:lnTo>
                  <a:lnTo>
                    <a:pt x="3675701" y="1571639"/>
                  </a:lnTo>
                  <a:lnTo>
                    <a:pt x="3675795" y="1571639"/>
                  </a:lnTo>
                  <a:lnTo>
                    <a:pt x="3675889" y="1571639"/>
                  </a:lnTo>
                  <a:lnTo>
                    <a:pt x="3675983" y="1571639"/>
                  </a:lnTo>
                  <a:lnTo>
                    <a:pt x="3676078" y="1571639"/>
                  </a:lnTo>
                  <a:lnTo>
                    <a:pt x="3676172" y="1571639"/>
                  </a:lnTo>
                  <a:lnTo>
                    <a:pt x="3676266" y="1571639"/>
                  </a:lnTo>
                  <a:lnTo>
                    <a:pt x="3676360" y="1571639"/>
                  </a:lnTo>
                  <a:lnTo>
                    <a:pt x="3676454" y="1571639"/>
                  </a:lnTo>
                  <a:lnTo>
                    <a:pt x="3676548" y="1571639"/>
                  </a:lnTo>
                  <a:lnTo>
                    <a:pt x="3676642" y="1571639"/>
                  </a:lnTo>
                  <a:lnTo>
                    <a:pt x="3676737" y="1571639"/>
                  </a:lnTo>
                  <a:lnTo>
                    <a:pt x="3676831" y="1571639"/>
                  </a:lnTo>
                  <a:lnTo>
                    <a:pt x="3676925" y="1571639"/>
                  </a:lnTo>
                  <a:lnTo>
                    <a:pt x="3677019" y="1571639"/>
                  </a:lnTo>
                  <a:lnTo>
                    <a:pt x="3677019" y="1566728"/>
                  </a:lnTo>
                  <a:lnTo>
                    <a:pt x="3677113" y="1566728"/>
                  </a:lnTo>
                  <a:lnTo>
                    <a:pt x="3677207" y="1566728"/>
                  </a:lnTo>
                  <a:lnTo>
                    <a:pt x="3677302" y="1566728"/>
                  </a:lnTo>
                  <a:lnTo>
                    <a:pt x="3677396" y="1566728"/>
                  </a:lnTo>
                  <a:lnTo>
                    <a:pt x="3677490" y="1566728"/>
                  </a:lnTo>
                  <a:lnTo>
                    <a:pt x="3677584" y="1566728"/>
                  </a:lnTo>
                  <a:lnTo>
                    <a:pt x="3677678" y="1566728"/>
                  </a:lnTo>
                  <a:lnTo>
                    <a:pt x="3677772" y="1566728"/>
                  </a:lnTo>
                  <a:lnTo>
                    <a:pt x="3677866" y="1566728"/>
                  </a:lnTo>
                  <a:lnTo>
                    <a:pt x="3677961" y="1566728"/>
                  </a:lnTo>
                  <a:lnTo>
                    <a:pt x="3678055" y="1566728"/>
                  </a:lnTo>
                  <a:lnTo>
                    <a:pt x="3678149" y="1566728"/>
                  </a:lnTo>
                  <a:lnTo>
                    <a:pt x="3678243" y="1566728"/>
                  </a:lnTo>
                  <a:lnTo>
                    <a:pt x="3678337" y="1566728"/>
                  </a:lnTo>
                  <a:lnTo>
                    <a:pt x="3678431" y="1566728"/>
                  </a:lnTo>
                  <a:lnTo>
                    <a:pt x="3678526" y="1566728"/>
                  </a:lnTo>
                  <a:lnTo>
                    <a:pt x="3678620" y="1566728"/>
                  </a:lnTo>
                  <a:lnTo>
                    <a:pt x="3678714" y="1566728"/>
                  </a:lnTo>
                  <a:lnTo>
                    <a:pt x="3678808" y="1566728"/>
                  </a:lnTo>
                  <a:lnTo>
                    <a:pt x="3678902" y="1566728"/>
                  </a:lnTo>
                  <a:lnTo>
                    <a:pt x="3678996" y="1566728"/>
                  </a:lnTo>
                  <a:lnTo>
                    <a:pt x="3679090" y="1566728"/>
                  </a:lnTo>
                  <a:lnTo>
                    <a:pt x="3679185" y="1566728"/>
                  </a:lnTo>
                  <a:lnTo>
                    <a:pt x="3679279" y="1566728"/>
                  </a:lnTo>
                  <a:lnTo>
                    <a:pt x="3679373" y="1566728"/>
                  </a:lnTo>
                  <a:lnTo>
                    <a:pt x="3679467" y="1566728"/>
                  </a:lnTo>
                  <a:lnTo>
                    <a:pt x="3679561" y="1566728"/>
                  </a:lnTo>
                  <a:lnTo>
                    <a:pt x="3679655" y="1566728"/>
                  </a:lnTo>
                  <a:lnTo>
                    <a:pt x="3679750" y="1566728"/>
                  </a:lnTo>
                  <a:lnTo>
                    <a:pt x="3679844" y="1566728"/>
                  </a:lnTo>
                  <a:lnTo>
                    <a:pt x="3679938" y="1566728"/>
                  </a:lnTo>
                  <a:lnTo>
                    <a:pt x="3680032" y="1566728"/>
                  </a:lnTo>
                  <a:lnTo>
                    <a:pt x="3680126" y="1566728"/>
                  </a:lnTo>
                  <a:lnTo>
                    <a:pt x="3680220" y="1566728"/>
                  </a:lnTo>
                  <a:lnTo>
                    <a:pt x="3680314" y="1566728"/>
                  </a:lnTo>
                  <a:lnTo>
                    <a:pt x="3680409" y="1566728"/>
                  </a:lnTo>
                  <a:lnTo>
                    <a:pt x="3680503" y="1566728"/>
                  </a:lnTo>
                  <a:lnTo>
                    <a:pt x="3680597" y="1566728"/>
                  </a:lnTo>
                  <a:lnTo>
                    <a:pt x="3680691" y="1566728"/>
                  </a:lnTo>
                  <a:lnTo>
                    <a:pt x="3680785" y="1566728"/>
                  </a:lnTo>
                  <a:lnTo>
                    <a:pt x="3680879" y="1566728"/>
                  </a:lnTo>
                  <a:lnTo>
                    <a:pt x="3680973" y="1566728"/>
                  </a:lnTo>
                  <a:lnTo>
                    <a:pt x="3681068" y="1566728"/>
                  </a:lnTo>
                  <a:lnTo>
                    <a:pt x="3681162" y="1566728"/>
                  </a:lnTo>
                  <a:lnTo>
                    <a:pt x="3681256" y="1566728"/>
                  </a:lnTo>
                  <a:lnTo>
                    <a:pt x="3681350" y="1566728"/>
                  </a:lnTo>
                  <a:lnTo>
                    <a:pt x="3681444" y="1566728"/>
                  </a:lnTo>
                  <a:lnTo>
                    <a:pt x="3681538" y="1566728"/>
                  </a:lnTo>
                  <a:lnTo>
                    <a:pt x="3681633" y="1566728"/>
                  </a:lnTo>
                  <a:lnTo>
                    <a:pt x="3681727" y="1566728"/>
                  </a:lnTo>
                  <a:lnTo>
                    <a:pt x="3681821" y="1566728"/>
                  </a:lnTo>
                  <a:lnTo>
                    <a:pt x="3681915" y="1566728"/>
                  </a:lnTo>
                  <a:lnTo>
                    <a:pt x="3682009" y="1566728"/>
                  </a:lnTo>
                  <a:lnTo>
                    <a:pt x="3682103" y="1566728"/>
                  </a:lnTo>
                  <a:lnTo>
                    <a:pt x="3682197" y="1566728"/>
                  </a:lnTo>
                  <a:lnTo>
                    <a:pt x="3682292" y="1566728"/>
                  </a:lnTo>
                  <a:lnTo>
                    <a:pt x="3682386" y="1566728"/>
                  </a:lnTo>
                  <a:lnTo>
                    <a:pt x="3682480" y="1566728"/>
                  </a:lnTo>
                  <a:lnTo>
                    <a:pt x="3682574" y="1566728"/>
                  </a:lnTo>
                  <a:lnTo>
                    <a:pt x="3682668" y="1566728"/>
                  </a:lnTo>
                  <a:lnTo>
                    <a:pt x="3682762" y="1566728"/>
                  </a:lnTo>
                  <a:lnTo>
                    <a:pt x="3682857" y="1566728"/>
                  </a:lnTo>
                  <a:lnTo>
                    <a:pt x="3682951" y="1566728"/>
                  </a:lnTo>
                  <a:lnTo>
                    <a:pt x="3683045" y="1566728"/>
                  </a:lnTo>
                  <a:lnTo>
                    <a:pt x="3683139" y="1566728"/>
                  </a:lnTo>
                  <a:lnTo>
                    <a:pt x="3683233" y="1566728"/>
                  </a:lnTo>
                  <a:lnTo>
                    <a:pt x="3683327" y="1566728"/>
                  </a:lnTo>
                  <a:lnTo>
                    <a:pt x="3683421" y="1566728"/>
                  </a:lnTo>
                  <a:lnTo>
                    <a:pt x="3683516" y="1566728"/>
                  </a:lnTo>
                  <a:lnTo>
                    <a:pt x="3683610" y="1566728"/>
                  </a:lnTo>
                  <a:lnTo>
                    <a:pt x="3683704" y="1566728"/>
                  </a:lnTo>
                  <a:lnTo>
                    <a:pt x="3683798" y="1566728"/>
                  </a:lnTo>
                  <a:lnTo>
                    <a:pt x="3683892" y="1566728"/>
                  </a:lnTo>
                  <a:lnTo>
                    <a:pt x="3683986" y="1566728"/>
                  </a:lnTo>
                  <a:lnTo>
                    <a:pt x="3684081" y="1566728"/>
                  </a:lnTo>
                  <a:lnTo>
                    <a:pt x="3684175" y="1566728"/>
                  </a:lnTo>
                  <a:lnTo>
                    <a:pt x="3684269" y="1566728"/>
                  </a:lnTo>
                  <a:lnTo>
                    <a:pt x="3684363" y="1566728"/>
                  </a:lnTo>
                  <a:lnTo>
                    <a:pt x="3684457" y="1566728"/>
                  </a:lnTo>
                  <a:lnTo>
                    <a:pt x="3684551" y="1566728"/>
                  </a:lnTo>
                  <a:lnTo>
                    <a:pt x="3684645" y="1566728"/>
                  </a:lnTo>
                  <a:lnTo>
                    <a:pt x="3684740" y="1566728"/>
                  </a:lnTo>
                  <a:lnTo>
                    <a:pt x="3684834" y="1566728"/>
                  </a:lnTo>
                  <a:lnTo>
                    <a:pt x="3684928" y="1566728"/>
                  </a:lnTo>
                  <a:lnTo>
                    <a:pt x="3685022" y="1566728"/>
                  </a:lnTo>
                  <a:lnTo>
                    <a:pt x="3685116" y="1566728"/>
                  </a:lnTo>
                  <a:lnTo>
                    <a:pt x="3685210" y="1566728"/>
                  </a:lnTo>
                  <a:lnTo>
                    <a:pt x="3685304" y="1566728"/>
                  </a:lnTo>
                  <a:lnTo>
                    <a:pt x="3685399" y="1566728"/>
                  </a:lnTo>
                  <a:lnTo>
                    <a:pt x="3685493" y="1566728"/>
                  </a:lnTo>
                  <a:lnTo>
                    <a:pt x="3685587" y="1566728"/>
                  </a:lnTo>
                  <a:lnTo>
                    <a:pt x="3685681" y="1566728"/>
                  </a:lnTo>
                  <a:lnTo>
                    <a:pt x="3685775" y="1566728"/>
                  </a:lnTo>
                  <a:lnTo>
                    <a:pt x="3685869" y="1566728"/>
                  </a:lnTo>
                  <a:lnTo>
                    <a:pt x="3685964" y="1566728"/>
                  </a:lnTo>
                  <a:lnTo>
                    <a:pt x="3686058" y="1566728"/>
                  </a:lnTo>
                  <a:lnTo>
                    <a:pt x="3686152" y="1566728"/>
                  </a:lnTo>
                  <a:lnTo>
                    <a:pt x="3686246" y="1566728"/>
                  </a:lnTo>
                  <a:lnTo>
                    <a:pt x="3686340" y="1566728"/>
                  </a:lnTo>
                  <a:lnTo>
                    <a:pt x="3686434" y="1566728"/>
                  </a:lnTo>
                  <a:lnTo>
                    <a:pt x="3686528" y="1566728"/>
                  </a:lnTo>
                  <a:lnTo>
                    <a:pt x="3686623" y="1566728"/>
                  </a:lnTo>
                  <a:lnTo>
                    <a:pt x="3686717" y="1566728"/>
                  </a:lnTo>
                  <a:lnTo>
                    <a:pt x="3686811" y="1566728"/>
                  </a:lnTo>
                  <a:lnTo>
                    <a:pt x="3686905" y="1566728"/>
                  </a:lnTo>
                  <a:lnTo>
                    <a:pt x="3686999" y="1566728"/>
                  </a:lnTo>
                  <a:lnTo>
                    <a:pt x="3687093" y="1566728"/>
                  </a:lnTo>
                  <a:lnTo>
                    <a:pt x="3687188" y="1566728"/>
                  </a:lnTo>
                  <a:lnTo>
                    <a:pt x="3687282" y="1566728"/>
                  </a:lnTo>
                  <a:lnTo>
                    <a:pt x="3687376" y="1566728"/>
                  </a:lnTo>
                  <a:lnTo>
                    <a:pt x="3687470" y="1566728"/>
                  </a:lnTo>
                  <a:lnTo>
                    <a:pt x="3687564" y="1566728"/>
                  </a:lnTo>
                  <a:lnTo>
                    <a:pt x="3687658" y="1566728"/>
                  </a:lnTo>
                  <a:lnTo>
                    <a:pt x="3687752" y="1566728"/>
                  </a:lnTo>
                  <a:lnTo>
                    <a:pt x="3687847" y="1566728"/>
                  </a:lnTo>
                  <a:lnTo>
                    <a:pt x="3687941" y="1566728"/>
                  </a:lnTo>
                  <a:lnTo>
                    <a:pt x="3688035" y="1566728"/>
                  </a:lnTo>
                  <a:lnTo>
                    <a:pt x="3688129" y="1566728"/>
                  </a:lnTo>
                  <a:lnTo>
                    <a:pt x="3688223" y="1566728"/>
                  </a:lnTo>
                  <a:lnTo>
                    <a:pt x="3688317" y="1566728"/>
                  </a:lnTo>
                  <a:lnTo>
                    <a:pt x="3688317" y="1561817"/>
                  </a:lnTo>
                  <a:lnTo>
                    <a:pt x="3688412" y="1561817"/>
                  </a:lnTo>
                  <a:lnTo>
                    <a:pt x="3688506" y="1561817"/>
                  </a:lnTo>
                  <a:lnTo>
                    <a:pt x="3688600" y="1561817"/>
                  </a:lnTo>
                  <a:lnTo>
                    <a:pt x="3688694" y="1561817"/>
                  </a:lnTo>
                  <a:lnTo>
                    <a:pt x="3688788" y="1561817"/>
                  </a:lnTo>
                  <a:lnTo>
                    <a:pt x="3688882" y="1561817"/>
                  </a:lnTo>
                  <a:lnTo>
                    <a:pt x="3688882" y="1556905"/>
                  </a:lnTo>
                  <a:lnTo>
                    <a:pt x="3688976" y="1556905"/>
                  </a:lnTo>
                  <a:lnTo>
                    <a:pt x="3689071" y="1556905"/>
                  </a:lnTo>
                  <a:lnTo>
                    <a:pt x="3689165" y="1556905"/>
                  </a:lnTo>
                  <a:lnTo>
                    <a:pt x="3689259" y="1556905"/>
                  </a:lnTo>
                  <a:lnTo>
                    <a:pt x="3689353" y="1556905"/>
                  </a:lnTo>
                  <a:lnTo>
                    <a:pt x="3689447" y="1556905"/>
                  </a:lnTo>
                  <a:lnTo>
                    <a:pt x="3689541" y="1556905"/>
                  </a:lnTo>
                  <a:lnTo>
                    <a:pt x="3689635" y="1556905"/>
                  </a:lnTo>
                  <a:lnTo>
                    <a:pt x="3689730" y="1556905"/>
                  </a:lnTo>
                  <a:lnTo>
                    <a:pt x="3689824" y="1556905"/>
                  </a:lnTo>
                  <a:lnTo>
                    <a:pt x="3689918" y="1556905"/>
                  </a:lnTo>
                  <a:lnTo>
                    <a:pt x="3690012" y="1556905"/>
                  </a:lnTo>
                  <a:lnTo>
                    <a:pt x="3690106" y="1556905"/>
                  </a:lnTo>
                  <a:lnTo>
                    <a:pt x="3690200" y="1556905"/>
                  </a:lnTo>
                  <a:lnTo>
                    <a:pt x="3690295" y="1556905"/>
                  </a:lnTo>
                  <a:lnTo>
                    <a:pt x="3690389" y="1556905"/>
                  </a:lnTo>
                  <a:lnTo>
                    <a:pt x="3690483" y="1556905"/>
                  </a:lnTo>
                  <a:lnTo>
                    <a:pt x="3690577" y="1556905"/>
                  </a:lnTo>
                  <a:lnTo>
                    <a:pt x="3690671" y="1556905"/>
                  </a:lnTo>
                  <a:lnTo>
                    <a:pt x="3690765" y="1556905"/>
                  </a:lnTo>
                  <a:lnTo>
                    <a:pt x="3690859" y="1556905"/>
                  </a:lnTo>
                  <a:lnTo>
                    <a:pt x="3690954" y="1556905"/>
                  </a:lnTo>
                  <a:lnTo>
                    <a:pt x="3691048" y="1556905"/>
                  </a:lnTo>
                  <a:lnTo>
                    <a:pt x="3691142" y="1556905"/>
                  </a:lnTo>
                  <a:lnTo>
                    <a:pt x="3691236" y="1556905"/>
                  </a:lnTo>
                  <a:lnTo>
                    <a:pt x="3691330" y="1556905"/>
                  </a:lnTo>
                  <a:lnTo>
                    <a:pt x="3691424" y="1556905"/>
                  </a:lnTo>
                  <a:lnTo>
                    <a:pt x="3691519" y="1556905"/>
                  </a:lnTo>
                  <a:lnTo>
                    <a:pt x="3691613" y="1556905"/>
                  </a:lnTo>
                  <a:lnTo>
                    <a:pt x="3691707" y="1556905"/>
                  </a:lnTo>
                  <a:lnTo>
                    <a:pt x="3691801" y="1556905"/>
                  </a:lnTo>
                  <a:lnTo>
                    <a:pt x="3691895" y="1556905"/>
                  </a:lnTo>
                  <a:lnTo>
                    <a:pt x="3691989" y="1556905"/>
                  </a:lnTo>
                  <a:lnTo>
                    <a:pt x="3692083" y="1556905"/>
                  </a:lnTo>
                  <a:lnTo>
                    <a:pt x="3692178" y="1556905"/>
                  </a:lnTo>
                  <a:lnTo>
                    <a:pt x="3692272" y="1556905"/>
                  </a:lnTo>
                  <a:lnTo>
                    <a:pt x="3692366" y="1556905"/>
                  </a:lnTo>
                  <a:lnTo>
                    <a:pt x="3692460" y="1556905"/>
                  </a:lnTo>
                  <a:lnTo>
                    <a:pt x="3692554" y="1556905"/>
                  </a:lnTo>
                  <a:lnTo>
                    <a:pt x="3692648" y="1556905"/>
                  </a:lnTo>
                  <a:lnTo>
                    <a:pt x="3692743" y="1556905"/>
                  </a:lnTo>
                  <a:lnTo>
                    <a:pt x="3692837" y="1556905"/>
                  </a:lnTo>
                  <a:lnTo>
                    <a:pt x="3692931" y="1556905"/>
                  </a:lnTo>
                  <a:lnTo>
                    <a:pt x="3693025" y="1556905"/>
                  </a:lnTo>
                  <a:lnTo>
                    <a:pt x="3693119" y="1556905"/>
                  </a:lnTo>
                  <a:lnTo>
                    <a:pt x="3693213" y="1556905"/>
                  </a:lnTo>
                  <a:lnTo>
                    <a:pt x="3693307" y="1556905"/>
                  </a:lnTo>
                  <a:lnTo>
                    <a:pt x="3693402" y="1556905"/>
                  </a:lnTo>
                  <a:lnTo>
                    <a:pt x="3693496" y="1556905"/>
                  </a:lnTo>
                  <a:lnTo>
                    <a:pt x="3693590" y="1556905"/>
                  </a:lnTo>
                  <a:lnTo>
                    <a:pt x="3693684" y="1556905"/>
                  </a:lnTo>
                  <a:lnTo>
                    <a:pt x="3693778" y="1556905"/>
                  </a:lnTo>
                  <a:lnTo>
                    <a:pt x="3693872" y="1556905"/>
                  </a:lnTo>
                  <a:lnTo>
                    <a:pt x="3693966" y="1556905"/>
                  </a:lnTo>
                  <a:lnTo>
                    <a:pt x="3694061" y="1556905"/>
                  </a:lnTo>
                  <a:lnTo>
                    <a:pt x="3694155" y="1556905"/>
                  </a:lnTo>
                  <a:lnTo>
                    <a:pt x="3694249" y="1556905"/>
                  </a:lnTo>
                  <a:lnTo>
                    <a:pt x="3694343" y="1556905"/>
                  </a:lnTo>
                  <a:lnTo>
                    <a:pt x="3694437" y="1556905"/>
                  </a:lnTo>
                  <a:lnTo>
                    <a:pt x="3694531" y="1556905"/>
                  </a:lnTo>
                  <a:lnTo>
                    <a:pt x="3694626" y="1556905"/>
                  </a:lnTo>
                  <a:lnTo>
                    <a:pt x="3694720" y="1556905"/>
                  </a:lnTo>
                  <a:lnTo>
                    <a:pt x="3694814" y="1556905"/>
                  </a:lnTo>
                  <a:lnTo>
                    <a:pt x="3694908" y="1556905"/>
                  </a:lnTo>
                  <a:lnTo>
                    <a:pt x="3695002" y="1556905"/>
                  </a:lnTo>
                  <a:lnTo>
                    <a:pt x="3695096" y="1556905"/>
                  </a:lnTo>
                  <a:lnTo>
                    <a:pt x="3695190" y="1556905"/>
                  </a:lnTo>
                  <a:lnTo>
                    <a:pt x="3695285" y="1556905"/>
                  </a:lnTo>
                  <a:lnTo>
                    <a:pt x="3695379" y="1556905"/>
                  </a:lnTo>
                  <a:lnTo>
                    <a:pt x="3695473" y="1556905"/>
                  </a:lnTo>
                  <a:lnTo>
                    <a:pt x="3695567" y="1556905"/>
                  </a:lnTo>
                  <a:lnTo>
                    <a:pt x="3695661" y="1556905"/>
                  </a:lnTo>
                  <a:lnTo>
                    <a:pt x="3695755" y="1556905"/>
                  </a:lnTo>
                  <a:lnTo>
                    <a:pt x="3695850" y="1556905"/>
                  </a:lnTo>
                  <a:lnTo>
                    <a:pt x="3695944" y="1556905"/>
                  </a:lnTo>
                  <a:lnTo>
                    <a:pt x="3696038" y="1556905"/>
                  </a:lnTo>
                  <a:lnTo>
                    <a:pt x="3696132" y="1556905"/>
                  </a:lnTo>
                  <a:lnTo>
                    <a:pt x="3696226" y="1556905"/>
                  </a:lnTo>
                  <a:lnTo>
                    <a:pt x="3696320" y="1556905"/>
                  </a:lnTo>
                  <a:lnTo>
                    <a:pt x="3696414" y="1556905"/>
                  </a:lnTo>
                  <a:lnTo>
                    <a:pt x="3696509" y="1556905"/>
                  </a:lnTo>
                  <a:lnTo>
                    <a:pt x="3696603" y="1556905"/>
                  </a:lnTo>
                  <a:lnTo>
                    <a:pt x="3696697" y="1556905"/>
                  </a:lnTo>
                  <a:lnTo>
                    <a:pt x="3696791" y="1556905"/>
                  </a:lnTo>
                  <a:lnTo>
                    <a:pt x="3696885" y="1556905"/>
                  </a:lnTo>
                  <a:lnTo>
                    <a:pt x="3696979" y="1556905"/>
                  </a:lnTo>
                  <a:lnTo>
                    <a:pt x="3697074" y="1556905"/>
                  </a:lnTo>
                  <a:lnTo>
                    <a:pt x="3697168" y="1556905"/>
                  </a:lnTo>
                  <a:lnTo>
                    <a:pt x="3697262" y="1556905"/>
                  </a:lnTo>
                  <a:lnTo>
                    <a:pt x="3697356" y="1556905"/>
                  </a:lnTo>
                  <a:lnTo>
                    <a:pt x="3697450" y="1556905"/>
                  </a:lnTo>
                  <a:lnTo>
                    <a:pt x="3697544" y="1556905"/>
                  </a:lnTo>
                  <a:lnTo>
                    <a:pt x="3697638" y="1556905"/>
                  </a:lnTo>
                  <a:lnTo>
                    <a:pt x="3697733" y="1556905"/>
                  </a:lnTo>
                  <a:lnTo>
                    <a:pt x="3697827" y="1556905"/>
                  </a:lnTo>
                  <a:lnTo>
                    <a:pt x="3697921" y="1556905"/>
                  </a:lnTo>
                  <a:lnTo>
                    <a:pt x="3698015" y="1556905"/>
                  </a:lnTo>
                  <a:lnTo>
                    <a:pt x="3698109" y="1556905"/>
                  </a:lnTo>
                  <a:lnTo>
                    <a:pt x="3698203" y="1556905"/>
                  </a:lnTo>
                  <a:lnTo>
                    <a:pt x="3698297" y="1556905"/>
                  </a:lnTo>
                  <a:lnTo>
                    <a:pt x="3698392" y="1556905"/>
                  </a:lnTo>
                  <a:lnTo>
                    <a:pt x="3698486" y="1556905"/>
                  </a:lnTo>
                  <a:lnTo>
                    <a:pt x="3698580" y="1556905"/>
                  </a:lnTo>
                  <a:lnTo>
                    <a:pt x="3698674" y="1556905"/>
                  </a:lnTo>
                  <a:lnTo>
                    <a:pt x="3698768" y="1556905"/>
                  </a:lnTo>
                  <a:lnTo>
                    <a:pt x="3698862" y="1556905"/>
                  </a:lnTo>
                  <a:lnTo>
                    <a:pt x="3698957" y="1556905"/>
                  </a:lnTo>
                  <a:lnTo>
                    <a:pt x="3699051" y="1556905"/>
                  </a:lnTo>
                  <a:lnTo>
                    <a:pt x="3699145" y="1556905"/>
                  </a:lnTo>
                  <a:lnTo>
                    <a:pt x="3699239" y="1556905"/>
                  </a:lnTo>
                  <a:lnTo>
                    <a:pt x="3699333" y="1556905"/>
                  </a:lnTo>
                  <a:lnTo>
                    <a:pt x="3699427" y="1556905"/>
                  </a:lnTo>
                  <a:lnTo>
                    <a:pt x="3699521" y="1556905"/>
                  </a:lnTo>
                  <a:lnTo>
                    <a:pt x="3699616" y="1556905"/>
                  </a:lnTo>
                  <a:lnTo>
                    <a:pt x="3699710" y="1556905"/>
                  </a:lnTo>
                  <a:lnTo>
                    <a:pt x="3699804" y="1556905"/>
                  </a:lnTo>
                  <a:lnTo>
                    <a:pt x="3699898" y="1556905"/>
                  </a:lnTo>
                  <a:lnTo>
                    <a:pt x="3699992" y="1556905"/>
                  </a:lnTo>
                  <a:lnTo>
                    <a:pt x="3700086" y="1556905"/>
                  </a:lnTo>
                  <a:lnTo>
                    <a:pt x="3700181" y="1556905"/>
                  </a:lnTo>
                  <a:lnTo>
                    <a:pt x="3700275" y="1556905"/>
                  </a:lnTo>
                  <a:lnTo>
                    <a:pt x="3700369" y="1556905"/>
                  </a:lnTo>
                  <a:lnTo>
                    <a:pt x="3700463" y="1556905"/>
                  </a:lnTo>
                  <a:lnTo>
                    <a:pt x="3700557" y="1556905"/>
                  </a:lnTo>
                  <a:lnTo>
                    <a:pt x="3700651" y="1556905"/>
                  </a:lnTo>
                  <a:lnTo>
                    <a:pt x="3700651" y="1551994"/>
                  </a:lnTo>
                  <a:lnTo>
                    <a:pt x="3700745" y="1551994"/>
                  </a:lnTo>
                  <a:lnTo>
                    <a:pt x="3700840" y="1551994"/>
                  </a:lnTo>
                  <a:lnTo>
                    <a:pt x="3700934" y="1551994"/>
                  </a:lnTo>
                  <a:lnTo>
                    <a:pt x="3701028" y="1551994"/>
                  </a:lnTo>
                  <a:lnTo>
                    <a:pt x="3701122" y="1551994"/>
                  </a:lnTo>
                  <a:lnTo>
                    <a:pt x="3701216" y="1551994"/>
                  </a:lnTo>
                  <a:lnTo>
                    <a:pt x="3701310" y="1551994"/>
                  </a:lnTo>
                  <a:lnTo>
                    <a:pt x="3701405" y="1551994"/>
                  </a:lnTo>
                  <a:lnTo>
                    <a:pt x="3701499" y="1551994"/>
                  </a:lnTo>
                  <a:lnTo>
                    <a:pt x="3701593" y="1551994"/>
                  </a:lnTo>
                  <a:lnTo>
                    <a:pt x="3701687" y="1551994"/>
                  </a:lnTo>
                  <a:lnTo>
                    <a:pt x="3701781" y="1551994"/>
                  </a:lnTo>
                  <a:lnTo>
                    <a:pt x="3701875" y="1551994"/>
                  </a:lnTo>
                  <a:lnTo>
                    <a:pt x="3701969" y="1551994"/>
                  </a:lnTo>
                  <a:lnTo>
                    <a:pt x="3702064" y="1551994"/>
                  </a:lnTo>
                  <a:lnTo>
                    <a:pt x="3702158" y="1551994"/>
                  </a:lnTo>
                  <a:lnTo>
                    <a:pt x="3702252" y="1551994"/>
                  </a:lnTo>
                  <a:lnTo>
                    <a:pt x="3702346" y="1551994"/>
                  </a:lnTo>
                  <a:lnTo>
                    <a:pt x="3702440" y="1551994"/>
                  </a:lnTo>
                  <a:lnTo>
                    <a:pt x="3702534" y="1551994"/>
                  </a:lnTo>
                  <a:lnTo>
                    <a:pt x="3702628" y="1551994"/>
                  </a:lnTo>
                  <a:lnTo>
                    <a:pt x="3702723" y="1551994"/>
                  </a:lnTo>
                  <a:lnTo>
                    <a:pt x="3702817" y="1551994"/>
                  </a:lnTo>
                  <a:lnTo>
                    <a:pt x="3702911" y="1551994"/>
                  </a:lnTo>
                  <a:lnTo>
                    <a:pt x="3703005" y="1551994"/>
                  </a:lnTo>
                  <a:lnTo>
                    <a:pt x="3703099" y="1551994"/>
                  </a:lnTo>
                  <a:lnTo>
                    <a:pt x="3703193" y="1551994"/>
                  </a:lnTo>
                  <a:lnTo>
                    <a:pt x="3703288" y="1551994"/>
                  </a:lnTo>
                  <a:lnTo>
                    <a:pt x="3703382" y="1551994"/>
                  </a:lnTo>
                  <a:lnTo>
                    <a:pt x="3703476" y="1551994"/>
                  </a:lnTo>
                  <a:lnTo>
                    <a:pt x="3703570" y="1551994"/>
                  </a:lnTo>
                  <a:lnTo>
                    <a:pt x="3703664" y="1551994"/>
                  </a:lnTo>
                  <a:lnTo>
                    <a:pt x="3703758" y="1551994"/>
                  </a:lnTo>
                  <a:lnTo>
                    <a:pt x="3703852" y="1551994"/>
                  </a:lnTo>
                  <a:lnTo>
                    <a:pt x="3703947" y="1551994"/>
                  </a:lnTo>
                  <a:lnTo>
                    <a:pt x="3704041" y="1551994"/>
                  </a:lnTo>
                  <a:lnTo>
                    <a:pt x="3704135" y="1551994"/>
                  </a:lnTo>
                  <a:lnTo>
                    <a:pt x="3704229" y="1551994"/>
                  </a:lnTo>
                  <a:lnTo>
                    <a:pt x="3704323" y="1551994"/>
                  </a:lnTo>
                  <a:lnTo>
                    <a:pt x="3704417" y="1551994"/>
                  </a:lnTo>
                  <a:lnTo>
                    <a:pt x="3704512" y="1551994"/>
                  </a:lnTo>
                  <a:lnTo>
                    <a:pt x="3704606" y="1551994"/>
                  </a:lnTo>
                  <a:lnTo>
                    <a:pt x="3704700" y="1551994"/>
                  </a:lnTo>
                  <a:lnTo>
                    <a:pt x="3704794" y="1551994"/>
                  </a:lnTo>
                  <a:lnTo>
                    <a:pt x="3704888" y="1551994"/>
                  </a:lnTo>
                  <a:lnTo>
                    <a:pt x="3704982" y="1551994"/>
                  </a:lnTo>
                  <a:lnTo>
                    <a:pt x="3705076" y="1551994"/>
                  </a:lnTo>
                  <a:lnTo>
                    <a:pt x="3705171" y="1551994"/>
                  </a:lnTo>
                  <a:lnTo>
                    <a:pt x="3705265" y="1551994"/>
                  </a:lnTo>
                  <a:lnTo>
                    <a:pt x="3705359" y="1551994"/>
                  </a:lnTo>
                  <a:lnTo>
                    <a:pt x="3705453" y="1551994"/>
                  </a:lnTo>
                  <a:lnTo>
                    <a:pt x="3705547" y="1551994"/>
                  </a:lnTo>
                  <a:lnTo>
                    <a:pt x="3705641" y="1551994"/>
                  </a:lnTo>
                  <a:lnTo>
                    <a:pt x="3705736" y="1551994"/>
                  </a:lnTo>
                  <a:lnTo>
                    <a:pt x="3705830" y="1551994"/>
                  </a:lnTo>
                  <a:lnTo>
                    <a:pt x="3705924" y="1551994"/>
                  </a:lnTo>
                  <a:lnTo>
                    <a:pt x="3706018" y="1551994"/>
                  </a:lnTo>
                  <a:lnTo>
                    <a:pt x="3706112" y="1551994"/>
                  </a:lnTo>
                  <a:lnTo>
                    <a:pt x="3706206" y="1551994"/>
                  </a:lnTo>
                  <a:lnTo>
                    <a:pt x="3706300" y="1551994"/>
                  </a:lnTo>
                  <a:lnTo>
                    <a:pt x="3706395" y="1551994"/>
                  </a:lnTo>
                  <a:lnTo>
                    <a:pt x="3706489" y="1551994"/>
                  </a:lnTo>
                  <a:lnTo>
                    <a:pt x="3706583" y="1551994"/>
                  </a:lnTo>
                  <a:lnTo>
                    <a:pt x="3706677" y="1551994"/>
                  </a:lnTo>
                  <a:lnTo>
                    <a:pt x="3706771" y="1551994"/>
                  </a:lnTo>
                  <a:lnTo>
                    <a:pt x="3706865" y="1551994"/>
                  </a:lnTo>
                  <a:lnTo>
                    <a:pt x="3706959" y="1551994"/>
                  </a:lnTo>
                  <a:lnTo>
                    <a:pt x="3707054" y="1551994"/>
                  </a:lnTo>
                  <a:lnTo>
                    <a:pt x="3707148" y="1551994"/>
                  </a:lnTo>
                  <a:lnTo>
                    <a:pt x="3707242" y="1551994"/>
                  </a:lnTo>
                  <a:lnTo>
                    <a:pt x="3707336" y="1551994"/>
                  </a:lnTo>
                  <a:lnTo>
                    <a:pt x="3707430" y="1551994"/>
                  </a:lnTo>
                  <a:lnTo>
                    <a:pt x="3707524" y="1551994"/>
                  </a:lnTo>
                  <a:lnTo>
                    <a:pt x="3707619" y="1551994"/>
                  </a:lnTo>
                  <a:lnTo>
                    <a:pt x="3707713" y="1551994"/>
                  </a:lnTo>
                  <a:lnTo>
                    <a:pt x="3707807" y="1551994"/>
                  </a:lnTo>
                  <a:lnTo>
                    <a:pt x="3707901" y="1551994"/>
                  </a:lnTo>
                  <a:lnTo>
                    <a:pt x="3707995" y="1551994"/>
                  </a:lnTo>
                  <a:lnTo>
                    <a:pt x="3708089" y="1551994"/>
                  </a:lnTo>
                  <a:lnTo>
                    <a:pt x="3708183" y="1551994"/>
                  </a:lnTo>
                  <a:lnTo>
                    <a:pt x="3708278" y="1551994"/>
                  </a:lnTo>
                  <a:lnTo>
                    <a:pt x="3708372" y="1551994"/>
                  </a:lnTo>
                  <a:lnTo>
                    <a:pt x="3708466" y="1551994"/>
                  </a:lnTo>
                  <a:lnTo>
                    <a:pt x="3708560" y="1551994"/>
                  </a:lnTo>
                  <a:lnTo>
                    <a:pt x="3708654" y="1551994"/>
                  </a:lnTo>
                  <a:lnTo>
                    <a:pt x="3708748" y="1551994"/>
                  </a:lnTo>
                  <a:lnTo>
                    <a:pt x="3708843" y="1551994"/>
                  </a:lnTo>
                  <a:lnTo>
                    <a:pt x="3708843" y="1547083"/>
                  </a:lnTo>
                  <a:lnTo>
                    <a:pt x="3708937" y="1547083"/>
                  </a:lnTo>
                  <a:lnTo>
                    <a:pt x="3709031" y="1547083"/>
                  </a:lnTo>
                  <a:lnTo>
                    <a:pt x="3709125" y="1547083"/>
                  </a:lnTo>
                  <a:lnTo>
                    <a:pt x="3709219" y="1547083"/>
                  </a:lnTo>
                  <a:lnTo>
                    <a:pt x="3709313" y="1547083"/>
                  </a:lnTo>
                  <a:lnTo>
                    <a:pt x="3709407" y="1547083"/>
                  </a:lnTo>
                  <a:lnTo>
                    <a:pt x="3709502" y="1547083"/>
                  </a:lnTo>
                  <a:lnTo>
                    <a:pt x="3709596" y="1547083"/>
                  </a:lnTo>
                  <a:lnTo>
                    <a:pt x="3709690" y="1547083"/>
                  </a:lnTo>
                  <a:lnTo>
                    <a:pt x="3709784" y="1547083"/>
                  </a:lnTo>
                  <a:lnTo>
                    <a:pt x="3709878" y="1547083"/>
                  </a:lnTo>
                  <a:lnTo>
                    <a:pt x="3709972" y="1547083"/>
                  </a:lnTo>
                  <a:lnTo>
                    <a:pt x="3710067" y="1547083"/>
                  </a:lnTo>
                  <a:lnTo>
                    <a:pt x="3710161" y="1547083"/>
                  </a:lnTo>
                  <a:lnTo>
                    <a:pt x="3710255" y="1547083"/>
                  </a:lnTo>
                  <a:lnTo>
                    <a:pt x="3710349" y="1547083"/>
                  </a:lnTo>
                  <a:lnTo>
                    <a:pt x="3710443" y="1547083"/>
                  </a:lnTo>
                  <a:lnTo>
                    <a:pt x="3710537" y="1547083"/>
                  </a:lnTo>
                  <a:lnTo>
                    <a:pt x="3710631" y="1547083"/>
                  </a:lnTo>
                  <a:lnTo>
                    <a:pt x="3710726" y="1547083"/>
                  </a:lnTo>
                  <a:lnTo>
                    <a:pt x="3710820" y="1547083"/>
                  </a:lnTo>
                  <a:lnTo>
                    <a:pt x="3710914" y="1547083"/>
                  </a:lnTo>
                  <a:lnTo>
                    <a:pt x="3711008" y="1547083"/>
                  </a:lnTo>
                  <a:lnTo>
                    <a:pt x="3711102" y="1547083"/>
                  </a:lnTo>
                  <a:lnTo>
                    <a:pt x="3711196" y="1547083"/>
                  </a:lnTo>
                  <a:lnTo>
                    <a:pt x="3711290" y="1547083"/>
                  </a:lnTo>
                  <a:lnTo>
                    <a:pt x="3711385" y="1547083"/>
                  </a:lnTo>
                  <a:lnTo>
                    <a:pt x="3711479" y="1547083"/>
                  </a:lnTo>
                  <a:lnTo>
                    <a:pt x="3711573" y="1547083"/>
                  </a:lnTo>
                  <a:lnTo>
                    <a:pt x="3711667" y="1547083"/>
                  </a:lnTo>
                  <a:lnTo>
                    <a:pt x="3711761" y="1547083"/>
                  </a:lnTo>
                  <a:lnTo>
                    <a:pt x="3711855" y="1547083"/>
                  </a:lnTo>
                  <a:lnTo>
                    <a:pt x="3711950" y="1547083"/>
                  </a:lnTo>
                  <a:lnTo>
                    <a:pt x="3712044" y="1547083"/>
                  </a:lnTo>
                  <a:lnTo>
                    <a:pt x="3712138" y="1547083"/>
                  </a:lnTo>
                  <a:lnTo>
                    <a:pt x="3712232" y="1547083"/>
                  </a:lnTo>
                  <a:lnTo>
                    <a:pt x="3712326" y="1547083"/>
                  </a:lnTo>
                  <a:lnTo>
                    <a:pt x="3712420" y="1547083"/>
                  </a:lnTo>
                  <a:lnTo>
                    <a:pt x="3712514" y="1547083"/>
                  </a:lnTo>
                  <a:lnTo>
                    <a:pt x="3712609" y="1547083"/>
                  </a:lnTo>
                  <a:lnTo>
                    <a:pt x="3712703" y="1547083"/>
                  </a:lnTo>
                  <a:lnTo>
                    <a:pt x="3712797" y="1547083"/>
                  </a:lnTo>
                  <a:lnTo>
                    <a:pt x="3712891" y="1547083"/>
                  </a:lnTo>
                  <a:lnTo>
                    <a:pt x="3712985" y="1547083"/>
                  </a:lnTo>
                  <a:lnTo>
                    <a:pt x="3713079" y="1547083"/>
                  </a:lnTo>
                  <a:lnTo>
                    <a:pt x="3713174" y="1547083"/>
                  </a:lnTo>
                  <a:lnTo>
                    <a:pt x="3713268" y="1547083"/>
                  </a:lnTo>
                  <a:lnTo>
                    <a:pt x="3713362" y="1547083"/>
                  </a:lnTo>
                  <a:lnTo>
                    <a:pt x="3713456" y="1547083"/>
                  </a:lnTo>
                  <a:lnTo>
                    <a:pt x="3713550" y="1547083"/>
                  </a:lnTo>
                  <a:lnTo>
                    <a:pt x="3713644" y="1547083"/>
                  </a:lnTo>
                  <a:lnTo>
                    <a:pt x="3713738" y="1547083"/>
                  </a:lnTo>
                  <a:lnTo>
                    <a:pt x="3713833" y="1547083"/>
                  </a:lnTo>
                  <a:lnTo>
                    <a:pt x="3713927" y="1547083"/>
                  </a:lnTo>
                  <a:lnTo>
                    <a:pt x="3714021" y="1547083"/>
                  </a:lnTo>
                  <a:lnTo>
                    <a:pt x="3714115" y="1547083"/>
                  </a:lnTo>
                  <a:lnTo>
                    <a:pt x="3714209" y="1547083"/>
                  </a:lnTo>
                  <a:lnTo>
                    <a:pt x="3714303" y="1547083"/>
                  </a:lnTo>
                  <a:lnTo>
                    <a:pt x="3714398" y="1547083"/>
                  </a:lnTo>
                  <a:lnTo>
                    <a:pt x="3714492" y="1547083"/>
                  </a:lnTo>
                  <a:lnTo>
                    <a:pt x="3714586" y="1547083"/>
                  </a:lnTo>
                  <a:lnTo>
                    <a:pt x="3714680" y="1547083"/>
                  </a:lnTo>
                  <a:lnTo>
                    <a:pt x="3714774" y="1547083"/>
                  </a:lnTo>
                  <a:lnTo>
                    <a:pt x="3714868" y="1547083"/>
                  </a:lnTo>
                  <a:lnTo>
                    <a:pt x="3714868" y="1542171"/>
                  </a:lnTo>
                  <a:lnTo>
                    <a:pt x="3714962" y="1542171"/>
                  </a:lnTo>
                  <a:lnTo>
                    <a:pt x="3715057" y="1542171"/>
                  </a:lnTo>
                  <a:lnTo>
                    <a:pt x="3715151" y="1542171"/>
                  </a:lnTo>
                  <a:lnTo>
                    <a:pt x="3715245" y="1542171"/>
                  </a:lnTo>
                  <a:lnTo>
                    <a:pt x="3715339" y="1542171"/>
                  </a:lnTo>
                  <a:lnTo>
                    <a:pt x="3715433" y="1542171"/>
                  </a:lnTo>
                  <a:lnTo>
                    <a:pt x="3715527" y="1542171"/>
                  </a:lnTo>
                  <a:lnTo>
                    <a:pt x="3715621" y="1542171"/>
                  </a:lnTo>
                  <a:lnTo>
                    <a:pt x="3715716" y="1542171"/>
                  </a:lnTo>
                  <a:lnTo>
                    <a:pt x="3715810" y="1542171"/>
                  </a:lnTo>
                  <a:lnTo>
                    <a:pt x="3715904" y="1542171"/>
                  </a:lnTo>
                  <a:lnTo>
                    <a:pt x="3715998" y="1542171"/>
                  </a:lnTo>
                  <a:lnTo>
                    <a:pt x="3716092" y="1542171"/>
                  </a:lnTo>
                  <a:lnTo>
                    <a:pt x="3716186" y="1542171"/>
                  </a:lnTo>
                  <a:lnTo>
                    <a:pt x="3716281" y="1542171"/>
                  </a:lnTo>
                  <a:lnTo>
                    <a:pt x="3716375" y="1542171"/>
                  </a:lnTo>
                  <a:lnTo>
                    <a:pt x="3716469" y="1542171"/>
                  </a:lnTo>
                  <a:lnTo>
                    <a:pt x="3716563" y="1542171"/>
                  </a:lnTo>
                  <a:lnTo>
                    <a:pt x="3716657" y="1542171"/>
                  </a:lnTo>
                  <a:lnTo>
                    <a:pt x="3716751" y="1542171"/>
                  </a:lnTo>
                  <a:lnTo>
                    <a:pt x="3716845" y="1542171"/>
                  </a:lnTo>
                  <a:lnTo>
                    <a:pt x="3716940" y="1542171"/>
                  </a:lnTo>
                  <a:lnTo>
                    <a:pt x="3717034" y="1542171"/>
                  </a:lnTo>
                  <a:lnTo>
                    <a:pt x="3717128" y="1542171"/>
                  </a:lnTo>
                  <a:lnTo>
                    <a:pt x="3717222" y="1542171"/>
                  </a:lnTo>
                  <a:lnTo>
                    <a:pt x="3717316" y="1542171"/>
                  </a:lnTo>
                  <a:lnTo>
                    <a:pt x="3717410" y="1542171"/>
                  </a:lnTo>
                  <a:lnTo>
                    <a:pt x="3717505" y="1542171"/>
                  </a:lnTo>
                  <a:lnTo>
                    <a:pt x="3717599" y="1542171"/>
                  </a:lnTo>
                  <a:lnTo>
                    <a:pt x="3717693" y="1542171"/>
                  </a:lnTo>
                  <a:lnTo>
                    <a:pt x="3717787" y="1542171"/>
                  </a:lnTo>
                  <a:lnTo>
                    <a:pt x="3717881" y="1542171"/>
                  </a:lnTo>
                  <a:lnTo>
                    <a:pt x="3717975" y="1542171"/>
                  </a:lnTo>
                  <a:lnTo>
                    <a:pt x="3718069" y="1542171"/>
                  </a:lnTo>
                  <a:lnTo>
                    <a:pt x="3718164" y="1542171"/>
                  </a:lnTo>
                  <a:lnTo>
                    <a:pt x="3718258" y="1542171"/>
                  </a:lnTo>
                  <a:lnTo>
                    <a:pt x="3718352" y="1542171"/>
                  </a:lnTo>
                  <a:lnTo>
                    <a:pt x="3718446" y="1542171"/>
                  </a:lnTo>
                  <a:lnTo>
                    <a:pt x="3718540" y="1542171"/>
                  </a:lnTo>
                  <a:lnTo>
                    <a:pt x="3718634" y="1542171"/>
                  </a:lnTo>
                  <a:lnTo>
                    <a:pt x="3718729" y="1542171"/>
                  </a:lnTo>
                  <a:lnTo>
                    <a:pt x="3718823" y="1542171"/>
                  </a:lnTo>
                  <a:lnTo>
                    <a:pt x="3718917" y="1542171"/>
                  </a:lnTo>
                  <a:lnTo>
                    <a:pt x="3719011" y="1542171"/>
                  </a:lnTo>
                  <a:lnTo>
                    <a:pt x="3719105" y="1542171"/>
                  </a:lnTo>
                  <a:lnTo>
                    <a:pt x="3719199" y="1542171"/>
                  </a:lnTo>
                  <a:lnTo>
                    <a:pt x="3719293" y="1542171"/>
                  </a:lnTo>
                  <a:lnTo>
                    <a:pt x="3719388" y="1542171"/>
                  </a:lnTo>
                  <a:lnTo>
                    <a:pt x="3719482" y="1542171"/>
                  </a:lnTo>
                  <a:lnTo>
                    <a:pt x="3719576" y="1542171"/>
                  </a:lnTo>
                  <a:lnTo>
                    <a:pt x="3719670" y="1542171"/>
                  </a:lnTo>
                  <a:lnTo>
                    <a:pt x="3719764" y="1542171"/>
                  </a:lnTo>
                  <a:lnTo>
                    <a:pt x="3719858" y="1542171"/>
                  </a:lnTo>
                  <a:lnTo>
                    <a:pt x="3719952" y="1542171"/>
                  </a:lnTo>
                  <a:lnTo>
                    <a:pt x="3720047" y="1542171"/>
                  </a:lnTo>
                  <a:lnTo>
                    <a:pt x="3720141" y="1542171"/>
                  </a:lnTo>
                  <a:lnTo>
                    <a:pt x="3720235" y="1542171"/>
                  </a:lnTo>
                  <a:lnTo>
                    <a:pt x="3720329" y="1542171"/>
                  </a:lnTo>
                  <a:lnTo>
                    <a:pt x="3720423" y="1542171"/>
                  </a:lnTo>
                  <a:lnTo>
                    <a:pt x="3720517" y="1542171"/>
                  </a:lnTo>
                  <a:lnTo>
                    <a:pt x="3720612" y="1542171"/>
                  </a:lnTo>
                  <a:lnTo>
                    <a:pt x="3720706" y="1542171"/>
                  </a:lnTo>
                  <a:lnTo>
                    <a:pt x="3720800" y="1542171"/>
                  </a:lnTo>
                  <a:lnTo>
                    <a:pt x="3720894" y="1542171"/>
                  </a:lnTo>
                  <a:lnTo>
                    <a:pt x="3720988" y="1542171"/>
                  </a:lnTo>
                  <a:lnTo>
                    <a:pt x="3721082" y="1542171"/>
                  </a:lnTo>
                  <a:lnTo>
                    <a:pt x="3721176" y="1542171"/>
                  </a:lnTo>
                  <a:lnTo>
                    <a:pt x="3721271" y="1542171"/>
                  </a:lnTo>
                  <a:lnTo>
                    <a:pt x="3721365" y="1542171"/>
                  </a:lnTo>
                  <a:lnTo>
                    <a:pt x="3721459" y="1542171"/>
                  </a:lnTo>
                  <a:lnTo>
                    <a:pt x="3721553" y="1542171"/>
                  </a:lnTo>
                  <a:lnTo>
                    <a:pt x="3721647" y="1542171"/>
                  </a:lnTo>
                  <a:lnTo>
                    <a:pt x="3721741" y="1542171"/>
                  </a:lnTo>
                  <a:lnTo>
                    <a:pt x="3721836" y="1542171"/>
                  </a:lnTo>
                  <a:lnTo>
                    <a:pt x="3721930" y="1542171"/>
                  </a:lnTo>
                  <a:lnTo>
                    <a:pt x="3722024" y="1542171"/>
                  </a:lnTo>
                  <a:lnTo>
                    <a:pt x="3722118" y="1542171"/>
                  </a:lnTo>
                  <a:lnTo>
                    <a:pt x="3722212" y="1542171"/>
                  </a:lnTo>
                  <a:lnTo>
                    <a:pt x="3722306" y="1542171"/>
                  </a:lnTo>
                  <a:lnTo>
                    <a:pt x="3722400" y="1542171"/>
                  </a:lnTo>
                  <a:lnTo>
                    <a:pt x="3722495" y="1542171"/>
                  </a:lnTo>
                  <a:lnTo>
                    <a:pt x="3722589" y="1542171"/>
                  </a:lnTo>
                  <a:lnTo>
                    <a:pt x="3722683" y="1542171"/>
                  </a:lnTo>
                  <a:lnTo>
                    <a:pt x="3722777" y="1542171"/>
                  </a:lnTo>
                  <a:lnTo>
                    <a:pt x="3722871" y="1542171"/>
                  </a:lnTo>
                  <a:lnTo>
                    <a:pt x="3722965" y="1542171"/>
                  </a:lnTo>
                  <a:lnTo>
                    <a:pt x="3723060" y="1542171"/>
                  </a:lnTo>
                  <a:lnTo>
                    <a:pt x="3723154" y="1542171"/>
                  </a:lnTo>
                  <a:lnTo>
                    <a:pt x="3723248" y="1542171"/>
                  </a:lnTo>
                  <a:lnTo>
                    <a:pt x="3723342" y="1542171"/>
                  </a:lnTo>
                  <a:lnTo>
                    <a:pt x="3723436" y="1542171"/>
                  </a:lnTo>
                  <a:lnTo>
                    <a:pt x="3723530" y="1542171"/>
                  </a:lnTo>
                  <a:lnTo>
                    <a:pt x="3723624" y="1542171"/>
                  </a:lnTo>
                  <a:lnTo>
                    <a:pt x="3723719" y="1542171"/>
                  </a:lnTo>
                  <a:lnTo>
                    <a:pt x="3723813" y="1542171"/>
                  </a:lnTo>
                  <a:lnTo>
                    <a:pt x="3723907" y="1542171"/>
                  </a:lnTo>
                  <a:lnTo>
                    <a:pt x="3724001" y="1542171"/>
                  </a:lnTo>
                  <a:lnTo>
                    <a:pt x="3724095" y="1542171"/>
                  </a:lnTo>
                  <a:lnTo>
                    <a:pt x="3724189" y="1542171"/>
                  </a:lnTo>
                  <a:lnTo>
                    <a:pt x="3724283" y="1542171"/>
                  </a:lnTo>
                  <a:lnTo>
                    <a:pt x="3724378" y="1542171"/>
                  </a:lnTo>
                  <a:lnTo>
                    <a:pt x="3724472" y="1542171"/>
                  </a:lnTo>
                  <a:lnTo>
                    <a:pt x="3724566" y="1542171"/>
                  </a:lnTo>
                  <a:lnTo>
                    <a:pt x="3724660" y="1542171"/>
                  </a:lnTo>
                  <a:lnTo>
                    <a:pt x="3724754" y="1542171"/>
                  </a:lnTo>
                  <a:lnTo>
                    <a:pt x="3724848" y="1542171"/>
                  </a:lnTo>
                  <a:lnTo>
                    <a:pt x="3724943" y="1542171"/>
                  </a:lnTo>
                  <a:lnTo>
                    <a:pt x="3725037" y="1542171"/>
                  </a:lnTo>
                  <a:lnTo>
                    <a:pt x="3725131" y="1542171"/>
                  </a:lnTo>
                  <a:lnTo>
                    <a:pt x="3725225" y="1542171"/>
                  </a:lnTo>
                  <a:lnTo>
                    <a:pt x="3725319" y="1542171"/>
                  </a:lnTo>
                  <a:lnTo>
                    <a:pt x="3725413" y="1542171"/>
                  </a:lnTo>
                  <a:lnTo>
                    <a:pt x="3725507" y="1542171"/>
                  </a:lnTo>
                  <a:lnTo>
                    <a:pt x="3725602" y="1542171"/>
                  </a:lnTo>
                  <a:lnTo>
                    <a:pt x="3725696" y="1542171"/>
                  </a:lnTo>
                  <a:lnTo>
                    <a:pt x="3725790" y="1542171"/>
                  </a:lnTo>
                  <a:lnTo>
                    <a:pt x="3725884" y="1542171"/>
                  </a:lnTo>
                  <a:lnTo>
                    <a:pt x="3725978" y="1542171"/>
                  </a:lnTo>
                  <a:lnTo>
                    <a:pt x="3726072" y="1542171"/>
                  </a:lnTo>
                  <a:lnTo>
                    <a:pt x="3726167" y="1542171"/>
                  </a:lnTo>
                  <a:lnTo>
                    <a:pt x="3726261" y="1542171"/>
                  </a:lnTo>
                  <a:lnTo>
                    <a:pt x="3726355" y="1542171"/>
                  </a:lnTo>
                  <a:lnTo>
                    <a:pt x="3726449" y="1542171"/>
                  </a:lnTo>
                  <a:lnTo>
                    <a:pt x="3726543" y="1542171"/>
                  </a:lnTo>
                  <a:lnTo>
                    <a:pt x="3726637" y="1542171"/>
                  </a:lnTo>
                  <a:lnTo>
                    <a:pt x="3726731" y="1542171"/>
                  </a:lnTo>
                  <a:lnTo>
                    <a:pt x="3726826" y="1542171"/>
                  </a:lnTo>
                  <a:lnTo>
                    <a:pt x="3726920" y="1542171"/>
                  </a:lnTo>
                  <a:lnTo>
                    <a:pt x="3727014" y="1542171"/>
                  </a:lnTo>
                  <a:lnTo>
                    <a:pt x="3727108" y="1542171"/>
                  </a:lnTo>
                  <a:lnTo>
                    <a:pt x="3727202" y="1542171"/>
                  </a:lnTo>
                  <a:lnTo>
                    <a:pt x="3727296" y="1542171"/>
                  </a:lnTo>
                  <a:lnTo>
                    <a:pt x="3727391" y="1542171"/>
                  </a:lnTo>
                  <a:lnTo>
                    <a:pt x="3727485" y="1542171"/>
                  </a:lnTo>
                  <a:lnTo>
                    <a:pt x="3727579" y="1542171"/>
                  </a:lnTo>
                  <a:lnTo>
                    <a:pt x="3727673" y="1542171"/>
                  </a:lnTo>
                  <a:lnTo>
                    <a:pt x="3727767" y="1542171"/>
                  </a:lnTo>
                  <a:lnTo>
                    <a:pt x="3727861" y="1542171"/>
                  </a:lnTo>
                  <a:lnTo>
                    <a:pt x="3727955" y="1542171"/>
                  </a:lnTo>
                  <a:lnTo>
                    <a:pt x="3728050" y="1542171"/>
                  </a:lnTo>
                  <a:lnTo>
                    <a:pt x="3728144" y="1542171"/>
                  </a:lnTo>
                  <a:lnTo>
                    <a:pt x="3728238" y="1542171"/>
                  </a:lnTo>
                  <a:lnTo>
                    <a:pt x="3728332" y="1542171"/>
                  </a:lnTo>
                  <a:lnTo>
                    <a:pt x="3728426" y="1542171"/>
                  </a:lnTo>
                  <a:lnTo>
                    <a:pt x="3728520" y="1542171"/>
                  </a:lnTo>
                  <a:lnTo>
                    <a:pt x="3728614" y="1542171"/>
                  </a:lnTo>
                  <a:lnTo>
                    <a:pt x="3728709" y="1542171"/>
                  </a:lnTo>
                  <a:lnTo>
                    <a:pt x="3728803" y="1542171"/>
                  </a:lnTo>
                  <a:lnTo>
                    <a:pt x="3728897" y="1542171"/>
                  </a:lnTo>
                  <a:lnTo>
                    <a:pt x="3728991" y="1542171"/>
                  </a:lnTo>
                  <a:lnTo>
                    <a:pt x="3729085" y="1542171"/>
                  </a:lnTo>
                  <a:lnTo>
                    <a:pt x="3729179" y="1542171"/>
                  </a:lnTo>
                  <a:lnTo>
                    <a:pt x="3729274" y="1542171"/>
                  </a:lnTo>
                  <a:lnTo>
                    <a:pt x="3729368" y="1542171"/>
                  </a:lnTo>
                  <a:lnTo>
                    <a:pt x="3729462" y="1542171"/>
                  </a:lnTo>
                  <a:lnTo>
                    <a:pt x="3729556" y="1542171"/>
                  </a:lnTo>
                  <a:lnTo>
                    <a:pt x="3729650" y="1542171"/>
                  </a:lnTo>
                  <a:lnTo>
                    <a:pt x="3729744" y="1542171"/>
                  </a:lnTo>
                  <a:lnTo>
                    <a:pt x="3729838" y="1542171"/>
                  </a:lnTo>
                  <a:lnTo>
                    <a:pt x="3729933" y="1542171"/>
                  </a:lnTo>
                  <a:lnTo>
                    <a:pt x="3730027" y="1542171"/>
                  </a:lnTo>
                  <a:lnTo>
                    <a:pt x="3730121" y="1542171"/>
                  </a:lnTo>
                  <a:lnTo>
                    <a:pt x="3730215" y="1542171"/>
                  </a:lnTo>
                  <a:lnTo>
                    <a:pt x="3730309" y="1542171"/>
                  </a:lnTo>
                  <a:lnTo>
                    <a:pt x="3730403" y="1542171"/>
                  </a:lnTo>
                  <a:lnTo>
                    <a:pt x="3730498" y="1542171"/>
                  </a:lnTo>
                  <a:lnTo>
                    <a:pt x="3730592" y="1542171"/>
                  </a:lnTo>
                  <a:lnTo>
                    <a:pt x="3730686" y="1542171"/>
                  </a:lnTo>
                  <a:lnTo>
                    <a:pt x="3730780" y="1542171"/>
                  </a:lnTo>
                  <a:lnTo>
                    <a:pt x="3730874" y="1542171"/>
                  </a:lnTo>
                  <a:lnTo>
                    <a:pt x="3730968" y="1542171"/>
                  </a:lnTo>
                  <a:lnTo>
                    <a:pt x="3731062" y="1542171"/>
                  </a:lnTo>
                  <a:lnTo>
                    <a:pt x="3731157" y="1542171"/>
                  </a:lnTo>
                  <a:lnTo>
                    <a:pt x="3731251" y="1542171"/>
                  </a:lnTo>
                  <a:lnTo>
                    <a:pt x="3731345" y="1542171"/>
                  </a:lnTo>
                  <a:lnTo>
                    <a:pt x="3731439" y="1542171"/>
                  </a:lnTo>
                  <a:lnTo>
                    <a:pt x="3731533" y="1542171"/>
                  </a:lnTo>
                  <a:lnTo>
                    <a:pt x="3731627" y="1542171"/>
                  </a:lnTo>
                  <a:lnTo>
                    <a:pt x="3731722" y="1542171"/>
                  </a:lnTo>
                  <a:lnTo>
                    <a:pt x="3731816" y="1542171"/>
                  </a:lnTo>
                  <a:lnTo>
                    <a:pt x="3731910" y="1542171"/>
                  </a:lnTo>
                  <a:lnTo>
                    <a:pt x="3732004" y="1542171"/>
                  </a:lnTo>
                  <a:lnTo>
                    <a:pt x="3732098" y="1542171"/>
                  </a:lnTo>
                  <a:lnTo>
                    <a:pt x="3732192" y="1542171"/>
                  </a:lnTo>
                  <a:lnTo>
                    <a:pt x="3732286" y="1542171"/>
                  </a:lnTo>
                  <a:lnTo>
                    <a:pt x="3732381" y="1542171"/>
                  </a:lnTo>
                  <a:lnTo>
                    <a:pt x="3732475" y="1542171"/>
                  </a:lnTo>
                  <a:lnTo>
                    <a:pt x="3732569" y="1542171"/>
                  </a:lnTo>
                  <a:lnTo>
                    <a:pt x="3732663" y="1542171"/>
                  </a:lnTo>
                  <a:lnTo>
                    <a:pt x="3732757" y="1542171"/>
                  </a:lnTo>
                  <a:lnTo>
                    <a:pt x="3732851" y="1542171"/>
                  </a:lnTo>
                  <a:lnTo>
                    <a:pt x="3732945" y="1542171"/>
                  </a:lnTo>
                  <a:lnTo>
                    <a:pt x="3733040" y="1542171"/>
                  </a:lnTo>
                  <a:lnTo>
                    <a:pt x="3733134" y="1542171"/>
                  </a:lnTo>
                  <a:lnTo>
                    <a:pt x="3733228" y="1542171"/>
                  </a:lnTo>
                  <a:lnTo>
                    <a:pt x="3733322" y="1542171"/>
                  </a:lnTo>
                  <a:lnTo>
                    <a:pt x="3733416" y="1542171"/>
                  </a:lnTo>
                  <a:lnTo>
                    <a:pt x="3733510" y="1542171"/>
                  </a:lnTo>
                  <a:lnTo>
                    <a:pt x="3733605" y="1542171"/>
                  </a:lnTo>
                  <a:lnTo>
                    <a:pt x="3733699" y="1542171"/>
                  </a:lnTo>
                  <a:lnTo>
                    <a:pt x="3733793" y="1542171"/>
                  </a:lnTo>
                  <a:lnTo>
                    <a:pt x="3733887" y="1542171"/>
                  </a:lnTo>
                  <a:lnTo>
                    <a:pt x="3733981" y="1542171"/>
                  </a:lnTo>
                  <a:lnTo>
                    <a:pt x="3734075" y="1542171"/>
                  </a:lnTo>
                  <a:lnTo>
                    <a:pt x="3734169" y="1542171"/>
                  </a:lnTo>
                  <a:lnTo>
                    <a:pt x="3734264" y="1542171"/>
                  </a:lnTo>
                  <a:lnTo>
                    <a:pt x="3734358" y="1542171"/>
                  </a:lnTo>
                  <a:lnTo>
                    <a:pt x="3734452" y="1542171"/>
                  </a:lnTo>
                  <a:lnTo>
                    <a:pt x="3734546" y="1542171"/>
                  </a:lnTo>
                  <a:lnTo>
                    <a:pt x="3734640" y="1542171"/>
                  </a:lnTo>
                  <a:lnTo>
                    <a:pt x="3734734" y="1542171"/>
                  </a:lnTo>
                  <a:lnTo>
                    <a:pt x="3734829" y="1542171"/>
                  </a:lnTo>
                  <a:lnTo>
                    <a:pt x="3734923" y="1542171"/>
                  </a:lnTo>
                  <a:lnTo>
                    <a:pt x="3735017" y="1542171"/>
                  </a:lnTo>
                  <a:lnTo>
                    <a:pt x="3735111" y="1542171"/>
                  </a:lnTo>
                  <a:lnTo>
                    <a:pt x="3735205" y="1542171"/>
                  </a:lnTo>
                  <a:lnTo>
                    <a:pt x="3735299" y="1542171"/>
                  </a:lnTo>
                  <a:lnTo>
                    <a:pt x="3735393" y="1542171"/>
                  </a:lnTo>
                  <a:lnTo>
                    <a:pt x="3735488" y="1542171"/>
                  </a:lnTo>
                  <a:lnTo>
                    <a:pt x="3735582" y="1542171"/>
                  </a:lnTo>
                  <a:lnTo>
                    <a:pt x="3735676" y="1542171"/>
                  </a:lnTo>
                  <a:lnTo>
                    <a:pt x="3735770" y="1542171"/>
                  </a:lnTo>
                  <a:lnTo>
                    <a:pt x="3735864" y="1542171"/>
                  </a:lnTo>
                  <a:lnTo>
                    <a:pt x="3735958" y="1542171"/>
                  </a:lnTo>
                  <a:lnTo>
                    <a:pt x="3736053" y="1542171"/>
                  </a:lnTo>
                  <a:lnTo>
                    <a:pt x="3736147" y="1542171"/>
                  </a:lnTo>
                  <a:lnTo>
                    <a:pt x="3736241" y="1542171"/>
                  </a:lnTo>
                  <a:lnTo>
                    <a:pt x="3736335" y="1542171"/>
                  </a:lnTo>
                  <a:lnTo>
                    <a:pt x="3736429" y="1542171"/>
                  </a:lnTo>
                  <a:lnTo>
                    <a:pt x="3736523" y="1542171"/>
                  </a:lnTo>
                  <a:lnTo>
                    <a:pt x="3736617" y="1542171"/>
                  </a:lnTo>
                  <a:lnTo>
                    <a:pt x="3736712" y="1542171"/>
                  </a:lnTo>
                  <a:lnTo>
                    <a:pt x="3736806" y="1542171"/>
                  </a:lnTo>
                  <a:lnTo>
                    <a:pt x="3736900" y="1542171"/>
                  </a:lnTo>
                  <a:lnTo>
                    <a:pt x="3736994" y="1542171"/>
                  </a:lnTo>
                  <a:lnTo>
                    <a:pt x="3737088" y="1542171"/>
                  </a:lnTo>
                  <a:lnTo>
                    <a:pt x="3737182" y="1542171"/>
                  </a:lnTo>
                  <a:lnTo>
                    <a:pt x="3737276" y="1542171"/>
                  </a:lnTo>
                  <a:lnTo>
                    <a:pt x="3737371" y="1542171"/>
                  </a:lnTo>
                  <a:lnTo>
                    <a:pt x="3737465" y="1542171"/>
                  </a:lnTo>
                  <a:lnTo>
                    <a:pt x="3737559" y="1542171"/>
                  </a:lnTo>
                  <a:lnTo>
                    <a:pt x="3737653" y="1542171"/>
                  </a:lnTo>
                  <a:lnTo>
                    <a:pt x="3737747" y="1542171"/>
                  </a:lnTo>
                  <a:lnTo>
                    <a:pt x="3737841" y="1542171"/>
                  </a:lnTo>
                  <a:lnTo>
                    <a:pt x="3737936" y="1542171"/>
                  </a:lnTo>
                  <a:lnTo>
                    <a:pt x="3738030" y="1542171"/>
                  </a:lnTo>
                  <a:lnTo>
                    <a:pt x="3738124" y="1542171"/>
                  </a:lnTo>
                  <a:lnTo>
                    <a:pt x="3738218" y="1542171"/>
                  </a:lnTo>
                  <a:lnTo>
                    <a:pt x="3738312" y="1542171"/>
                  </a:lnTo>
                  <a:lnTo>
                    <a:pt x="3738406" y="1542171"/>
                  </a:lnTo>
                  <a:lnTo>
                    <a:pt x="3738500" y="1542171"/>
                  </a:lnTo>
                  <a:lnTo>
                    <a:pt x="3738595" y="1542171"/>
                  </a:lnTo>
                  <a:lnTo>
                    <a:pt x="3738689" y="1542171"/>
                  </a:lnTo>
                  <a:lnTo>
                    <a:pt x="3738783" y="1542171"/>
                  </a:lnTo>
                  <a:lnTo>
                    <a:pt x="3738877" y="1542171"/>
                  </a:lnTo>
                  <a:lnTo>
                    <a:pt x="3738971" y="1542171"/>
                  </a:lnTo>
                  <a:lnTo>
                    <a:pt x="3739065" y="1542171"/>
                  </a:lnTo>
                  <a:lnTo>
                    <a:pt x="3739160" y="1542171"/>
                  </a:lnTo>
                  <a:lnTo>
                    <a:pt x="3739254" y="1542171"/>
                  </a:lnTo>
                  <a:lnTo>
                    <a:pt x="3739348" y="1542171"/>
                  </a:lnTo>
                  <a:lnTo>
                    <a:pt x="3739442" y="1542171"/>
                  </a:lnTo>
                  <a:lnTo>
                    <a:pt x="3739536" y="1542171"/>
                  </a:lnTo>
                  <a:lnTo>
                    <a:pt x="3739536" y="1537260"/>
                  </a:lnTo>
                  <a:lnTo>
                    <a:pt x="3739630" y="1537260"/>
                  </a:lnTo>
                  <a:lnTo>
                    <a:pt x="3739630" y="1532348"/>
                  </a:lnTo>
                  <a:lnTo>
                    <a:pt x="3739724" y="1532348"/>
                  </a:lnTo>
                  <a:lnTo>
                    <a:pt x="3739819" y="1532348"/>
                  </a:lnTo>
                  <a:lnTo>
                    <a:pt x="3739913" y="1532348"/>
                  </a:lnTo>
                  <a:lnTo>
                    <a:pt x="3740007" y="1532348"/>
                  </a:lnTo>
                  <a:lnTo>
                    <a:pt x="3740101" y="1532348"/>
                  </a:lnTo>
                  <a:lnTo>
                    <a:pt x="3740195" y="1532348"/>
                  </a:lnTo>
                  <a:lnTo>
                    <a:pt x="3740289" y="1532348"/>
                  </a:lnTo>
                  <a:lnTo>
                    <a:pt x="3740384" y="1532348"/>
                  </a:lnTo>
                  <a:lnTo>
                    <a:pt x="3740478" y="1532348"/>
                  </a:lnTo>
                  <a:lnTo>
                    <a:pt x="3740572" y="1532348"/>
                  </a:lnTo>
                  <a:lnTo>
                    <a:pt x="3740666" y="1532348"/>
                  </a:lnTo>
                  <a:lnTo>
                    <a:pt x="3740760" y="1532348"/>
                  </a:lnTo>
                  <a:lnTo>
                    <a:pt x="3740854" y="1532348"/>
                  </a:lnTo>
                  <a:lnTo>
                    <a:pt x="3740948" y="1532348"/>
                  </a:lnTo>
                  <a:lnTo>
                    <a:pt x="3741043" y="1532348"/>
                  </a:lnTo>
                  <a:lnTo>
                    <a:pt x="3741137" y="1532348"/>
                  </a:lnTo>
                  <a:lnTo>
                    <a:pt x="3741231" y="1532348"/>
                  </a:lnTo>
                  <a:lnTo>
                    <a:pt x="3741325" y="1532348"/>
                  </a:lnTo>
                  <a:lnTo>
                    <a:pt x="3741419" y="1532348"/>
                  </a:lnTo>
                  <a:lnTo>
                    <a:pt x="3741513" y="1532348"/>
                  </a:lnTo>
                  <a:lnTo>
                    <a:pt x="3741607" y="1532348"/>
                  </a:lnTo>
                  <a:lnTo>
                    <a:pt x="3741702" y="1532348"/>
                  </a:lnTo>
                  <a:lnTo>
                    <a:pt x="3741796" y="1532348"/>
                  </a:lnTo>
                  <a:lnTo>
                    <a:pt x="3741890" y="1532348"/>
                  </a:lnTo>
                  <a:lnTo>
                    <a:pt x="3741984" y="1532348"/>
                  </a:lnTo>
                  <a:lnTo>
                    <a:pt x="3742078" y="1532348"/>
                  </a:lnTo>
                  <a:lnTo>
                    <a:pt x="3742172" y="1532348"/>
                  </a:lnTo>
                  <a:lnTo>
                    <a:pt x="3742267" y="1532348"/>
                  </a:lnTo>
                  <a:lnTo>
                    <a:pt x="3742361" y="1532348"/>
                  </a:lnTo>
                  <a:lnTo>
                    <a:pt x="3742455" y="1532348"/>
                  </a:lnTo>
                  <a:lnTo>
                    <a:pt x="3742549" y="1532348"/>
                  </a:lnTo>
                  <a:lnTo>
                    <a:pt x="3742643" y="1532348"/>
                  </a:lnTo>
                  <a:lnTo>
                    <a:pt x="3742737" y="1532348"/>
                  </a:lnTo>
                  <a:lnTo>
                    <a:pt x="3742831" y="1532348"/>
                  </a:lnTo>
                  <a:lnTo>
                    <a:pt x="3742926" y="1532348"/>
                  </a:lnTo>
                  <a:lnTo>
                    <a:pt x="3743020" y="1532348"/>
                  </a:lnTo>
                  <a:lnTo>
                    <a:pt x="3743114" y="1532348"/>
                  </a:lnTo>
                  <a:lnTo>
                    <a:pt x="3743208" y="1532348"/>
                  </a:lnTo>
                  <a:lnTo>
                    <a:pt x="3743302" y="1532348"/>
                  </a:lnTo>
                  <a:lnTo>
                    <a:pt x="3743396" y="1532348"/>
                  </a:lnTo>
                  <a:lnTo>
                    <a:pt x="3743491" y="1532348"/>
                  </a:lnTo>
                  <a:lnTo>
                    <a:pt x="3743585" y="1532348"/>
                  </a:lnTo>
                  <a:lnTo>
                    <a:pt x="3743679" y="1532348"/>
                  </a:lnTo>
                  <a:lnTo>
                    <a:pt x="3743773" y="1532348"/>
                  </a:lnTo>
                  <a:lnTo>
                    <a:pt x="3743867" y="1532348"/>
                  </a:lnTo>
                  <a:lnTo>
                    <a:pt x="3743961" y="1532348"/>
                  </a:lnTo>
                  <a:lnTo>
                    <a:pt x="3744055" y="1532348"/>
                  </a:lnTo>
                  <a:lnTo>
                    <a:pt x="3744150" y="1532348"/>
                  </a:lnTo>
                  <a:lnTo>
                    <a:pt x="3744244" y="1532348"/>
                  </a:lnTo>
                  <a:lnTo>
                    <a:pt x="3744338" y="1532348"/>
                  </a:lnTo>
                  <a:lnTo>
                    <a:pt x="3744432" y="1532348"/>
                  </a:lnTo>
                  <a:lnTo>
                    <a:pt x="3744526" y="1532348"/>
                  </a:lnTo>
                  <a:lnTo>
                    <a:pt x="3744526" y="1527437"/>
                  </a:lnTo>
                  <a:lnTo>
                    <a:pt x="3744526" y="1522526"/>
                  </a:lnTo>
                  <a:lnTo>
                    <a:pt x="3744620" y="1522526"/>
                  </a:lnTo>
                  <a:lnTo>
                    <a:pt x="3744715" y="1522526"/>
                  </a:lnTo>
                  <a:lnTo>
                    <a:pt x="3744809" y="1522526"/>
                  </a:lnTo>
                  <a:lnTo>
                    <a:pt x="3744903" y="1522526"/>
                  </a:lnTo>
                  <a:lnTo>
                    <a:pt x="3744997" y="1522526"/>
                  </a:lnTo>
                  <a:lnTo>
                    <a:pt x="3745091" y="1522526"/>
                  </a:lnTo>
                  <a:lnTo>
                    <a:pt x="3745185" y="1522526"/>
                  </a:lnTo>
                  <a:lnTo>
                    <a:pt x="3745279" y="1522526"/>
                  </a:lnTo>
                  <a:lnTo>
                    <a:pt x="3745374" y="1522526"/>
                  </a:lnTo>
                  <a:lnTo>
                    <a:pt x="3745468" y="1522526"/>
                  </a:lnTo>
                  <a:lnTo>
                    <a:pt x="3745562" y="1522526"/>
                  </a:lnTo>
                  <a:lnTo>
                    <a:pt x="3745656" y="1522526"/>
                  </a:lnTo>
                  <a:lnTo>
                    <a:pt x="3745656" y="1517614"/>
                  </a:lnTo>
                  <a:lnTo>
                    <a:pt x="3745750" y="1517614"/>
                  </a:lnTo>
                  <a:lnTo>
                    <a:pt x="3745844" y="1517614"/>
                  </a:lnTo>
                  <a:lnTo>
                    <a:pt x="3745938" y="1517614"/>
                  </a:lnTo>
                  <a:lnTo>
                    <a:pt x="3746033" y="1517614"/>
                  </a:lnTo>
                  <a:lnTo>
                    <a:pt x="3746127" y="1517614"/>
                  </a:lnTo>
                  <a:lnTo>
                    <a:pt x="3746221" y="1517614"/>
                  </a:lnTo>
                  <a:lnTo>
                    <a:pt x="3746315" y="1517614"/>
                  </a:lnTo>
                  <a:lnTo>
                    <a:pt x="3746409" y="1517614"/>
                  </a:lnTo>
                  <a:lnTo>
                    <a:pt x="3746503" y="1517614"/>
                  </a:lnTo>
                  <a:lnTo>
                    <a:pt x="3746598" y="1517614"/>
                  </a:lnTo>
                  <a:lnTo>
                    <a:pt x="3746692" y="1517614"/>
                  </a:lnTo>
                  <a:lnTo>
                    <a:pt x="3746786" y="1517614"/>
                  </a:lnTo>
                  <a:lnTo>
                    <a:pt x="3746880" y="1517614"/>
                  </a:lnTo>
                  <a:lnTo>
                    <a:pt x="3746974" y="1517614"/>
                  </a:lnTo>
                  <a:lnTo>
                    <a:pt x="3747068" y="1517614"/>
                  </a:lnTo>
                  <a:lnTo>
                    <a:pt x="3747162" y="1517614"/>
                  </a:lnTo>
                  <a:lnTo>
                    <a:pt x="3747257" y="1517614"/>
                  </a:lnTo>
                  <a:lnTo>
                    <a:pt x="3747351" y="1517614"/>
                  </a:lnTo>
                  <a:lnTo>
                    <a:pt x="3747445" y="1517614"/>
                  </a:lnTo>
                  <a:lnTo>
                    <a:pt x="3747539" y="1517614"/>
                  </a:lnTo>
                  <a:lnTo>
                    <a:pt x="3747633" y="1517614"/>
                  </a:lnTo>
                  <a:lnTo>
                    <a:pt x="3747727" y="1517614"/>
                  </a:lnTo>
                  <a:lnTo>
                    <a:pt x="3747822" y="1517614"/>
                  </a:lnTo>
                  <a:lnTo>
                    <a:pt x="3747916" y="1517614"/>
                  </a:lnTo>
                  <a:lnTo>
                    <a:pt x="3748010" y="1517614"/>
                  </a:lnTo>
                  <a:lnTo>
                    <a:pt x="3748104" y="1517614"/>
                  </a:lnTo>
                  <a:lnTo>
                    <a:pt x="3748198" y="1517614"/>
                  </a:lnTo>
                  <a:lnTo>
                    <a:pt x="3748292" y="1517614"/>
                  </a:lnTo>
                  <a:lnTo>
                    <a:pt x="3748386" y="1517614"/>
                  </a:lnTo>
                  <a:lnTo>
                    <a:pt x="3748481" y="1517614"/>
                  </a:lnTo>
                  <a:lnTo>
                    <a:pt x="3748575" y="1517614"/>
                  </a:lnTo>
                  <a:lnTo>
                    <a:pt x="3748669" y="1517614"/>
                  </a:lnTo>
                  <a:lnTo>
                    <a:pt x="3748763" y="1517614"/>
                  </a:lnTo>
                  <a:lnTo>
                    <a:pt x="3748857" y="1517614"/>
                  </a:lnTo>
                  <a:lnTo>
                    <a:pt x="3748951" y="1517614"/>
                  </a:lnTo>
                  <a:lnTo>
                    <a:pt x="3749046" y="1517614"/>
                  </a:lnTo>
                  <a:lnTo>
                    <a:pt x="3749140" y="1517614"/>
                  </a:lnTo>
                  <a:lnTo>
                    <a:pt x="3749234" y="1517614"/>
                  </a:lnTo>
                  <a:lnTo>
                    <a:pt x="3749328" y="1517614"/>
                  </a:lnTo>
                  <a:lnTo>
                    <a:pt x="3749422" y="1517614"/>
                  </a:lnTo>
                  <a:lnTo>
                    <a:pt x="3749516" y="1517614"/>
                  </a:lnTo>
                  <a:lnTo>
                    <a:pt x="3749610" y="1517614"/>
                  </a:lnTo>
                  <a:lnTo>
                    <a:pt x="3749705" y="1517614"/>
                  </a:lnTo>
                  <a:lnTo>
                    <a:pt x="3749799" y="1517614"/>
                  </a:lnTo>
                  <a:lnTo>
                    <a:pt x="3749893" y="1517614"/>
                  </a:lnTo>
                  <a:lnTo>
                    <a:pt x="3749987" y="1517614"/>
                  </a:lnTo>
                  <a:lnTo>
                    <a:pt x="3750081" y="1517614"/>
                  </a:lnTo>
                  <a:lnTo>
                    <a:pt x="3750175" y="1517614"/>
                  </a:lnTo>
                  <a:lnTo>
                    <a:pt x="3750269" y="1517614"/>
                  </a:lnTo>
                  <a:lnTo>
                    <a:pt x="3750364" y="1517614"/>
                  </a:lnTo>
                  <a:lnTo>
                    <a:pt x="3750458" y="1517614"/>
                  </a:lnTo>
                  <a:lnTo>
                    <a:pt x="3750552" y="1517614"/>
                  </a:lnTo>
                  <a:lnTo>
                    <a:pt x="3750646" y="1517614"/>
                  </a:lnTo>
                  <a:lnTo>
                    <a:pt x="3750740" y="1517614"/>
                  </a:lnTo>
                  <a:lnTo>
                    <a:pt x="3750834" y="1517614"/>
                  </a:lnTo>
                  <a:lnTo>
                    <a:pt x="3750929" y="1517614"/>
                  </a:lnTo>
                  <a:lnTo>
                    <a:pt x="3751023" y="1517614"/>
                  </a:lnTo>
                  <a:lnTo>
                    <a:pt x="3751117" y="1517614"/>
                  </a:lnTo>
                  <a:lnTo>
                    <a:pt x="3751211" y="1517614"/>
                  </a:lnTo>
                  <a:lnTo>
                    <a:pt x="3751305" y="1517614"/>
                  </a:lnTo>
                  <a:lnTo>
                    <a:pt x="3751399" y="1517614"/>
                  </a:lnTo>
                  <a:lnTo>
                    <a:pt x="3751493" y="1517614"/>
                  </a:lnTo>
                  <a:lnTo>
                    <a:pt x="3751588" y="1517614"/>
                  </a:lnTo>
                  <a:lnTo>
                    <a:pt x="3751682" y="1517614"/>
                  </a:lnTo>
                  <a:lnTo>
                    <a:pt x="3751776" y="1517614"/>
                  </a:lnTo>
                  <a:lnTo>
                    <a:pt x="3751870" y="1517614"/>
                  </a:lnTo>
                  <a:lnTo>
                    <a:pt x="3751964" y="1517614"/>
                  </a:lnTo>
                  <a:lnTo>
                    <a:pt x="3752058" y="1517614"/>
                  </a:lnTo>
                  <a:lnTo>
                    <a:pt x="3752153" y="1517614"/>
                  </a:lnTo>
                  <a:lnTo>
                    <a:pt x="3752247" y="1517614"/>
                  </a:lnTo>
                  <a:lnTo>
                    <a:pt x="3752341" y="1517614"/>
                  </a:lnTo>
                  <a:lnTo>
                    <a:pt x="3752435" y="1517614"/>
                  </a:lnTo>
                  <a:lnTo>
                    <a:pt x="3752529" y="1517614"/>
                  </a:lnTo>
                  <a:lnTo>
                    <a:pt x="3752623" y="1517614"/>
                  </a:lnTo>
                  <a:lnTo>
                    <a:pt x="3752717" y="1517614"/>
                  </a:lnTo>
                  <a:lnTo>
                    <a:pt x="3752812" y="1517614"/>
                  </a:lnTo>
                  <a:lnTo>
                    <a:pt x="3752906" y="1517614"/>
                  </a:lnTo>
                  <a:lnTo>
                    <a:pt x="3753000" y="1517614"/>
                  </a:lnTo>
                  <a:lnTo>
                    <a:pt x="3753094" y="1517614"/>
                  </a:lnTo>
                  <a:lnTo>
                    <a:pt x="3753188" y="1517614"/>
                  </a:lnTo>
                  <a:lnTo>
                    <a:pt x="3753282" y="1517614"/>
                  </a:lnTo>
                  <a:lnTo>
                    <a:pt x="3753377" y="1517614"/>
                  </a:lnTo>
                  <a:lnTo>
                    <a:pt x="3753471" y="1517614"/>
                  </a:lnTo>
                  <a:lnTo>
                    <a:pt x="3753565" y="1517614"/>
                  </a:lnTo>
                  <a:lnTo>
                    <a:pt x="3753659" y="1517614"/>
                  </a:lnTo>
                  <a:lnTo>
                    <a:pt x="3753753" y="1517614"/>
                  </a:lnTo>
                  <a:lnTo>
                    <a:pt x="3753847" y="1517614"/>
                  </a:lnTo>
                  <a:lnTo>
                    <a:pt x="3753941" y="1517614"/>
                  </a:lnTo>
                  <a:lnTo>
                    <a:pt x="3754036" y="1517614"/>
                  </a:lnTo>
                  <a:lnTo>
                    <a:pt x="3754130" y="1517614"/>
                  </a:lnTo>
                  <a:lnTo>
                    <a:pt x="3754224" y="1517614"/>
                  </a:lnTo>
                  <a:lnTo>
                    <a:pt x="3754318" y="1517614"/>
                  </a:lnTo>
                  <a:lnTo>
                    <a:pt x="3754412" y="1517614"/>
                  </a:lnTo>
                  <a:lnTo>
                    <a:pt x="3754506" y="1517614"/>
                  </a:lnTo>
                  <a:lnTo>
                    <a:pt x="3754600" y="1517614"/>
                  </a:lnTo>
                  <a:lnTo>
                    <a:pt x="3754695" y="1517614"/>
                  </a:lnTo>
                  <a:lnTo>
                    <a:pt x="3754789" y="1517614"/>
                  </a:lnTo>
                  <a:lnTo>
                    <a:pt x="3754883" y="1517614"/>
                  </a:lnTo>
                  <a:lnTo>
                    <a:pt x="3754977" y="1517614"/>
                  </a:lnTo>
                  <a:lnTo>
                    <a:pt x="3755071" y="1517614"/>
                  </a:lnTo>
                  <a:lnTo>
                    <a:pt x="3755165" y="1517614"/>
                  </a:lnTo>
                  <a:lnTo>
                    <a:pt x="3755260" y="1517614"/>
                  </a:lnTo>
                  <a:lnTo>
                    <a:pt x="3755354" y="1517614"/>
                  </a:lnTo>
                  <a:lnTo>
                    <a:pt x="3755448" y="1517614"/>
                  </a:lnTo>
                  <a:lnTo>
                    <a:pt x="3755542" y="1517614"/>
                  </a:lnTo>
                  <a:lnTo>
                    <a:pt x="3755636" y="1517614"/>
                  </a:lnTo>
                  <a:lnTo>
                    <a:pt x="3755730" y="1517614"/>
                  </a:lnTo>
                  <a:lnTo>
                    <a:pt x="3755824" y="1517614"/>
                  </a:lnTo>
                  <a:lnTo>
                    <a:pt x="3755919" y="1517614"/>
                  </a:lnTo>
                  <a:lnTo>
                    <a:pt x="3756013" y="1517614"/>
                  </a:lnTo>
                  <a:lnTo>
                    <a:pt x="3756107" y="1517614"/>
                  </a:lnTo>
                  <a:lnTo>
                    <a:pt x="3756201" y="1517614"/>
                  </a:lnTo>
                  <a:lnTo>
                    <a:pt x="3756295" y="1517614"/>
                  </a:lnTo>
                  <a:lnTo>
                    <a:pt x="3756389" y="1517614"/>
                  </a:lnTo>
                  <a:lnTo>
                    <a:pt x="3756484" y="1517614"/>
                  </a:lnTo>
                  <a:lnTo>
                    <a:pt x="3756578" y="1517614"/>
                  </a:lnTo>
                  <a:lnTo>
                    <a:pt x="3756672" y="1517614"/>
                  </a:lnTo>
                  <a:lnTo>
                    <a:pt x="3756766" y="1517614"/>
                  </a:lnTo>
                  <a:lnTo>
                    <a:pt x="3756860" y="1517614"/>
                  </a:lnTo>
                  <a:lnTo>
                    <a:pt x="3756954" y="1517614"/>
                  </a:lnTo>
                  <a:lnTo>
                    <a:pt x="3757048" y="1517614"/>
                  </a:lnTo>
                  <a:lnTo>
                    <a:pt x="3757143" y="1517614"/>
                  </a:lnTo>
                  <a:lnTo>
                    <a:pt x="3757143" y="1512703"/>
                  </a:lnTo>
                  <a:lnTo>
                    <a:pt x="3757237" y="1512703"/>
                  </a:lnTo>
                  <a:lnTo>
                    <a:pt x="3757331" y="1512703"/>
                  </a:lnTo>
                  <a:lnTo>
                    <a:pt x="3757425" y="1512703"/>
                  </a:lnTo>
                  <a:lnTo>
                    <a:pt x="3757519" y="1512703"/>
                  </a:lnTo>
                  <a:lnTo>
                    <a:pt x="3757613" y="1512703"/>
                  </a:lnTo>
                  <a:lnTo>
                    <a:pt x="3757708" y="1512703"/>
                  </a:lnTo>
                  <a:lnTo>
                    <a:pt x="3757802" y="1512703"/>
                  </a:lnTo>
                  <a:lnTo>
                    <a:pt x="3757896" y="1512703"/>
                  </a:lnTo>
                  <a:lnTo>
                    <a:pt x="3757990" y="1512703"/>
                  </a:lnTo>
                  <a:lnTo>
                    <a:pt x="3758084" y="1512703"/>
                  </a:lnTo>
                  <a:lnTo>
                    <a:pt x="3758178" y="1512703"/>
                  </a:lnTo>
                  <a:lnTo>
                    <a:pt x="3758272" y="1512703"/>
                  </a:lnTo>
                  <a:lnTo>
                    <a:pt x="3758367" y="1512703"/>
                  </a:lnTo>
                  <a:lnTo>
                    <a:pt x="3758461" y="1512703"/>
                  </a:lnTo>
                  <a:lnTo>
                    <a:pt x="3758555" y="1512703"/>
                  </a:lnTo>
                  <a:lnTo>
                    <a:pt x="3758649" y="1512703"/>
                  </a:lnTo>
                  <a:lnTo>
                    <a:pt x="3758743" y="1512703"/>
                  </a:lnTo>
                  <a:lnTo>
                    <a:pt x="3758837" y="1512703"/>
                  </a:lnTo>
                  <a:lnTo>
                    <a:pt x="3758931" y="1512703"/>
                  </a:lnTo>
                  <a:lnTo>
                    <a:pt x="3759026" y="1512703"/>
                  </a:lnTo>
                  <a:lnTo>
                    <a:pt x="3759120" y="1512703"/>
                  </a:lnTo>
                  <a:lnTo>
                    <a:pt x="3759214" y="1512703"/>
                  </a:lnTo>
                  <a:lnTo>
                    <a:pt x="3759308" y="1512703"/>
                  </a:lnTo>
                  <a:lnTo>
                    <a:pt x="3759308" y="1507792"/>
                  </a:lnTo>
                  <a:lnTo>
                    <a:pt x="3759402" y="1507792"/>
                  </a:lnTo>
                  <a:lnTo>
                    <a:pt x="3759496" y="1507792"/>
                  </a:lnTo>
                  <a:lnTo>
                    <a:pt x="3759591" y="1507792"/>
                  </a:lnTo>
                  <a:lnTo>
                    <a:pt x="3759685" y="1507792"/>
                  </a:lnTo>
                  <a:lnTo>
                    <a:pt x="3759779" y="1507792"/>
                  </a:lnTo>
                  <a:lnTo>
                    <a:pt x="3759873" y="1507792"/>
                  </a:lnTo>
                  <a:lnTo>
                    <a:pt x="3759873" y="1502880"/>
                  </a:lnTo>
                  <a:lnTo>
                    <a:pt x="3759967" y="1502880"/>
                  </a:lnTo>
                  <a:lnTo>
                    <a:pt x="3760061" y="1502880"/>
                  </a:lnTo>
                  <a:lnTo>
                    <a:pt x="3760155" y="1502880"/>
                  </a:lnTo>
                  <a:lnTo>
                    <a:pt x="3760250" y="1502880"/>
                  </a:lnTo>
                  <a:lnTo>
                    <a:pt x="3760344" y="1502880"/>
                  </a:lnTo>
                  <a:lnTo>
                    <a:pt x="3760438" y="1502880"/>
                  </a:lnTo>
                  <a:lnTo>
                    <a:pt x="3760532" y="1502880"/>
                  </a:lnTo>
                  <a:lnTo>
                    <a:pt x="3760626" y="1502880"/>
                  </a:lnTo>
                  <a:lnTo>
                    <a:pt x="3760720" y="1502880"/>
                  </a:lnTo>
                  <a:lnTo>
                    <a:pt x="3760815" y="1502880"/>
                  </a:lnTo>
                  <a:lnTo>
                    <a:pt x="3760909" y="1502880"/>
                  </a:lnTo>
                  <a:lnTo>
                    <a:pt x="3761003" y="1502880"/>
                  </a:lnTo>
                  <a:lnTo>
                    <a:pt x="3761097" y="1502880"/>
                  </a:lnTo>
                  <a:lnTo>
                    <a:pt x="3761191" y="1502880"/>
                  </a:lnTo>
                  <a:lnTo>
                    <a:pt x="3761285" y="1502880"/>
                  </a:lnTo>
                  <a:lnTo>
                    <a:pt x="3761379" y="1502880"/>
                  </a:lnTo>
                  <a:lnTo>
                    <a:pt x="3761474" y="1502880"/>
                  </a:lnTo>
                  <a:lnTo>
                    <a:pt x="3761568" y="1502880"/>
                  </a:lnTo>
                  <a:lnTo>
                    <a:pt x="3761662" y="1502880"/>
                  </a:lnTo>
                  <a:lnTo>
                    <a:pt x="3761756" y="1502880"/>
                  </a:lnTo>
                  <a:lnTo>
                    <a:pt x="3761850" y="1502880"/>
                  </a:lnTo>
                  <a:lnTo>
                    <a:pt x="3761944" y="1502880"/>
                  </a:lnTo>
                  <a:lnTo>
                    <a:pt x="3762039" y="1502880"/>
                  </a:lnTo>
                  <a:lnTo>
                    <a:pt x="3762133" y="1502880"/>
                  </a:lnTo>
                  <a:lnTo>
                    <a:pt x="3762227" y="1502880"/>
                  </a:lnTo>
                  <a:lnTo>
                    <a:pt x="3762321" y="1502880"/>
                  </a:lnTo>
                  <a:lnTo>
                    <a:pt x="3762415" y="1502880"/>
                  </a:lnTo>
                  <a:lnTo>
                    <a:pt x="3762509" y="1502880"/>
                  </a:lnTo>
                  <a:lnTo>
                    <a:pt x="3762603" y="1502880"/>
                  </a:lnTo>
                  <a:lnTo>
                    <a:pt x="3762698" y="1502880"/>
                  </a:lnTo>
                  <a:lnTo>
                    <a:pt x="3762792" y="1502880"/>
                  </a:lnTo>
                  <a:lnTo>
                    <a:pt x="3762886" y="1502880"/>
                  </a:lnTo>
                  <a:lnTo>
                    <a:pt x="3762980" y="1502880"/>
                  </a:lnTo>
                  <a:lnTo>
                    <a:pt x="3763074" y="1502880"/>
                  </a:lnTo>
                  <a:lnTo>
                    <a:pt x="3763168" y="1502880"/>
                  </a:lnTo>
                  <a:lnTo>
                    <a:pt x="3763262" y="1502880"/>
                  </a:lnTo>
                  <a:lnTo>
                    <a:pt x="3763357" y="1502880"/>
                  </a:lnTo>
                  <a:lnTo>
                    <a:pt x="3763451" y="1502880"/>
                  </a:lnTo>
                  <a:lnTo>
                    <a:pt x="3763545" y="1502880"/>
                  </a:lnTo>
                  <a:lnTo>
                    <a:pt x="3763639" y="1502880"/>
                  </a:lnTo>
                  <a:lnTo>
                    <a:pt x="3763733" y="1502880"/>
                  </a:lnTo>
                  <a:lnTo>
                    <a:pt x="3763827" y="1502880"/>
                  </a:lnTo>
                  <a:lnTo>
                    <a:pt x="3763922" y="1502880"/>
                  </a:lnTo>
                  <a:lnTo>
                    <a:pt x="3764016" y="1502880"/>
                  </a:lnTo>
                  <a:lnTo>
                    <a:pt x="3764110" y="1502880"/>
                  </a:lnTo>
                  <a:lnTo>
                    <a:pt x="3764204" y="1502880"/>
                  </a:lnTo>
                  <a:lnTo>
                    <a:pt x="3764298" y="1502880"/>
                  </a:lnTo>
                  <a:lnTo>
                    <a:pt x="3764392" y="1502880"/>
                  </a:lnTo>
                  <a:lnTo>
                    <a:pt x="3764486" y="1502880"/>
                  </a:lnTo>
                  <a:lnTo>
                    <a:pt x="3764581" y="1502880"/>
                  </a:lnTo>
                  <a:lnTo>
                    <a:pt x="3764675" y="1502880"/>
                  </a:lnTo>
                  <a:lnTo>
                    <a:pt x="3764769" y="1502880"/>
                  </a:lnTo>
                  <a:lnTo>
                    <a:pt x="3764863" y="1502880"/>
                  </a:lnTo>
                  <a:lnTo>
                    <a:pt x="3764957" y="1502880"/>
                  </a:lnTo>
                  <a:lnTo>
                    <a:pt x="3765051" y="1502880"/>
                  </a:lnTo>
                  <a:lnTo>
                    <a:pt x="3765146" y="1502880"/>
                  </a:lnTo>
                  <a:lnTo>
                    <a:pt x="3765240" y="1502880"/>
                  </a:lnTo>
                  <a:lnTo>
                    <a:pt x="3765334" y="1502880"/>
                  </a:lnTo>
                  <a:lnTo>
                    <a:pt x="3765428" y="1502880"/>
                  </a:lnTo>
                  <a:lnTo>
                    <a:pt x="3765522" y="1502880"/>
                  </a:lnTo>
                  <a:lnTo>
                    <a:pt x="3765616" y="1502880"/>
                  </a:lnTo>
                  <a:lnTo>
                    <a:pt x="3765710" y="1502880"/>
                  </a:lnTo>
                  <a:lnTo>
                    <a:pt x="3765805" y="1502880"/>
                  </a:lnTo>
                  <a:lnTo>
                    <a:pt x="3765899" y="1502880"/>
                  </a:lnTo>
                  <a:lnTo>
                    <a:pt x="3765993" y="1502880"/>
                  </a:lnTo>
                  <a:lnTo>
                    <a:pt x="3766087" y="1502880"/>
                  </a:lnTo>
                  <a:lnTo>
                    <a:pt x="3766181" y="1502880"/>
                  </a:lnTo>
                  <a:lnTo>
                    <a:pt x="3766275" y="1502880"/>
                  </a:lnTo>
                  <a:lnTo>
                    <a:pt x="3766370" y="1502880"/>
                  </a:lnTo>
                  <a:lnTo>
                    <a:pt x="3766464" y="1502880"/>
                  </a:lnTo>
                  <a:lnTo>
                    <a:pt x="3766558" y="1502880"/>
                  </a:lnTo>
                  <a:lnTo>
                    <a:pt x="3766652" y="1502880"/>
                  </a:lnTo>
                  <a:lnTo>
                    <a:pt x="3766746" y="1502880"/>
                  </a:lnTo>
                  <a:lnTo>
                    <a:pt x="3766840" y="1502880"/>
                  </a:lnTo>
                  <a:lnTo>
                    <a:pt x="3766934" y="1502880"/>
                  </a:lnTo>
                  <a:lnTo>
                    <a:pt x="3767029" y="1502880"/>
                  </a:lnTo>
                  <a:lnTo>
                    <a:pt x="3767123" y="1502880"/>
                  </a:lnTo>
                  <a:lnTo>
                    <a:pt x="3767217" y="1502880"/>
                  </a:lnTo>
                  <a:lnTo>
                    <a:pt x="3767311" y="1502880"/>
                  </a:lnTo>
                  <a:lnTo>
                    <a:pt x="3767405" y="1502880"/>
                  </a:lnTo>
                  <a:lnTo>
                    <a:pt x="3767499" y="1502880"/>
                  </a:lnTo>
                  <a:lnTo>
                    <a:pt x="3767593" y="1502880"/>
                  </a:lnTo>
                  <a:lnTo>
                    <a:pt x="3767688" y="1502880"/>
                  </a:lnTo>
                  <a:lnTo>
                    <a:pt x="3767782" y="1502880"/>
                  </a:lnTo>
                  <a:lnTo>
                    <a:pt x="3767876" y="1502880"/>
                  </a:lnTo>
                  <a:lnTo>
                    <a:pt x="3767970" y="1502880"/>
                  </a:lnTo>
                  <a:lnTo>
                    <a:pt x="3768064" y="1502880"/>
                  </a:lnTo>
                  <a:lnTo>
                    <a:pt x="3768158" y="1502880"/>
                  </a:lnTo>
                  <a:lnTo>
                    <a:pt x="3768253" y="1502880"/>
                  </a:lnTo>
                  <a:lnTo>
                    <a:pt x="3768347" y="1502880"/>
                  </a:lnTo>
                  <a:lnTo>
                    <a:pt x="3768441" y="1502880"/>
                  </a:lnTo>
                  <a:lnTo>
                    <a:pt x="3768535" y="1502880"/>
                  </a:lnTo>
                  <a:lnTo>
                    <a:pt x="3768629" y="1502880"/>
                  </a:lnTo>
                  <a:lnTo>
                    <a:pt x="3768723" y="1502880"/>
                  </a:lnTo>
                  <a:lnTo>
                    <a:pt x="3768817" y="1502880"/>
                  </a:lnTo>
                  <a:lnTo>
                    <a:pt x="3768912" y="1502880"/>
                  </a:lnTo>
                  <a:lnTo>
                    <a:pt x="3769006" y="1502880"/>
                  </a:lnTo>
                  <a:lnTo>
                    <a:pt x="3769100" y="1502880"/>
                  </a:lnTo>
                  <a:lnTo>
                    <a:pt x="3769194" y="1502880"/>
                  </a:lnTo>
                  <a:lnTo>
                    <a:pt x="3769288" y="1502880"/>
                  </a:lnTo>
                  <a:lnTo>
                    <a:pt x="3769382" y="1502880"/>
                  </a:lnTo>
                  <a:lnTo>
                    <a:pt x="3769477" y="1502880"/>
                  </a:lnTo>
                  <a:lnTo>
                    <a:pt x="3769571" y="1502880"/>
                  </a:lnTo>
                  <a:lnTo>
                    <a:pt x="3769665" y="1502880"/>
                  </a:lnTo>
                  <a:lnTo>
                    <a:pt x="3769759" y="1502880"/>
                  </a:lnTo>
                  <a:lnTo>
                    <a:pt x="3769853" y="1502880"/>
                  </a:lnTo>
                  <a:lnTo>
                    <a:pt x="3769947" y="1502880"/>
                  </a:lnTo>
                  <a:lnTo>
                    <a:pt x="3770041" y="1502880"/>
                  </a:lnTo>
                  <a:lnTo>
                    <a:pt x="3770136" y="1502880"/>
                  </a:lnTo>
                  <a:lnTo>
                    <a:pt x="3770230" y="1502880"/>
                  </a:lnTo>
                  <a:lnTo>
                    <a:pt x="3770324" y="1502880"/>
                  </a:lnTo>
                  <a:lnTo>
                    <a:pt x="3770324" y="1497969"/>
                  </a:lnTo>
                  <a:lnTo>
                    <a:pt x="3770418" y="1497969"/>
                  </a:lnTo>
                  <a:lnTo>
                    <a:pt x="3770512" y="1497969"/>
                  </a:lnTo>
                  <a:lnTo>
                    <a:pt x="3770606" y="1497969"/>
                  </a:lnTo>
                  <a:lnTo>
                    <a:pt x="3770701" y="1497969"/>
                  </a:lnTo>
                  <a:lnTo>
                    <a:pt x="3770795" y="1497969"/>
                  </a:lnTo>
                  <a:lnTo>
                    <a:pt x="3770889" y="1497969"/>
                  </a:lnTo>
                  <a:lnTo>
                    <a:pt x="3770983" y="1497969"/>
                  </a:lnTo>
                  <a:lnTo>
                    <a:pt x="3770983" y="1493057"/>
                  </a:lnTo>
                  <a:lnTo>
                    <a:pt x="3771077" y="1493057"/>
                  </a:lnTo>
                  <a:lnTo>
                    <a:pt x="3771077" y="1488146"/>
                  </a:lnTo>
                  <a:lnTo>
                    <a:pt x="3771171" y="1488146"/>
                  </a:lnTo>
                  <a:lnTo>
                    <a:pt x="3771265" y="1488146"/>
                  </a:lnTo>
                  <a:lnTo>
                    <a:pt x="3771360" y="1488146"/>
                  </a:lnTo>
                  <a:lnTo>
                    <a:pt x="3771454" y="1488146"/>
                  </a:lnTo>
                  <a:lnTo>
                    <a:pt x="3771548" y="1488146"/>
                  </a:lnTo>
                  <a:lnTo>
                    <a:pt x="3771642" y="1488146"/>
                  </a:lnTo>
                  <a:lnTo>
                    <a:pt x="3771736" y="1488146"/>
                  </a:lnTo>
                  <a:lnTo>
                    <a:pt x="3771830" y="1488146"/>
                  </a:lnTo>
                  <a:lnTo>
                    <a:pt x="3771924" y="1488146"/>
                  </a:lnTo>
                  <a:lnTo>
                    <a:pt x="3772019" y="1488146"/>
                  </a:lnTo>
                  <a:lnTo>
                    <a:pt x="3772113" y="1488146"/>
                  </a:lnTo>
                  <a:lnTo>
                    <a:pt x="3772207" y="1488146"/>
                  </a:lnTo>
                  <a:lnTo>
                    <a:pt x="3772301" y="1488146"/>
                  </a:lnTo>
                  <a:lnTo>
                    <a:pt x="3772395" y="1488146"/>
                  </a:lnTo>
                  <a:lnTo>
                    <a:pt x="3772489" y="1488146"/>
                  </a:lnTo>
                  <a:lnTo>
                    <a:pt x="3772584" y="1488146"/>
                  </a:lnTo>
                  <a:lnTo>
                    <a:pt x="3772678" y="1488146"/>
                  </a:lnTo>
                  <a:lnTo>
                    <a:pt x="3772772" y="1488146"/>
                  </a:lnTo>
                  <a:lnTo>
                    <a:pt x="3772866" y="1488146"/>
                  </a:lnTo>
                  <a:lnTo>
                    <a:pt x="3772960" y="1488146"/>
                  </a:lnTo>
                  <a:lnTo>
                    <a:pt x="3773054" y="1488146"/>
                  </a:lnTo>
                  <a:lnTo>
                    <a:pt x="3773148" y="1488146"/>
                  </a:lnTo>
                  <a:lnTo>
                    <a:pt x="3773243" y="1488146"/>
                  </a:lnTo>
                  <a:lnTo>
                    <a:pt x="3773337" y="1488146"/>
                  </a:lnTo>
                  <a:lnTo>
                    <a:pt x="3773431" y="1488146"/>
                  </a:lnTo>
                  <a:lnTo>
                    <a:pt x="3773525" y="1488146"/>
                  </a:lnTo>
                  <a:lnTo>
                    <a:pt x="3773619" y="1488146"/>
                  </a:lnTo>
                  <a:lnTo>
                    <a:pt x="3773713" y="1488146"/>
                  </a:lnTo>
                  <a:lnTo>
                    <a:pt x="3773808" y="1488146"/>
                  </a:lnTo>
                  <a:lnTo>
                    <a:pt x="3773902" y="1488146"/>
                  </a:lnTo>
                  <a:lnTo>
                    <a:pt x="3773996" y="1488146"/>
                  </a:lnTo>
                  <a:lnTo>
                    <a:pt x="3774090" y="1488146"/>
                  </a:lnTo>
                  <a:lnTo>
                    <a:pt x="3774184" y="1488146"/>
                  </a:lnTo>
                  <a:lnTo>
                    <a:pt x="3774278" y="1488146"/>
                  </a:lnTo>
                  <a:lnTo>
                    <a:pt x="3774372" y="1488146"/>
                  </a:lnTo>
                  <a:lnTo>
                    <a:pt x="3774467" y="1488146"/>
                  </a:lnTo>
                  <a:lnTo>
                    <a:pt x="3774561" y="1488146"/>
                  </a:lnTo>
                  <a:lnTo>
                    <a:pt x="3774655" y="1488146"/>
                  </a:lnTo>
                  <a:lnTo>
                    <a:pt x="3774749" y="1488146"/>
                  </a:lnTo>
                  <a:lnTo>
                    <a:pt x="3774843" y="1488146"/>
                  </a:lnTo>
                  <a:lnTo>
                    <a:pt x="3774937" y="1488146"/>
                  </a:lnTo>
                  <a:lnTo>
                    <a:pt x="3775032" y="1488146"/>
                  </a:lnTo>
                  <a:lnTo>
                    <a:pt x="3775126" y="1488146"/>
                  </a:lnTo>
                  <a:lnTo>
                    <a:pt x="3775220" y="1488146"/>
                  </a:lnTo>
                  <a:lnTo>
                    <a:pt x="3775314" y="1488146"/>
                  </a:lnTo>
                  <a:lnTo>
                    <a:pt x="3775408" y="1488146"/>
                  </a:lnTo>
                  <a:lnTo>
                    <a:pt x="3775502" y="1488146"/>
                  </a:lnTo>
                  <a:lnTo>
                    <a:pt x="3775596" y="1488146"/>
                  </a:lnTo>
                  <a:lnTo>
                    <a:pt x="3775691" y="1488146"/>
                  </a:lnTo>
                  <a:lnTo>
                    <a:pt x="3775785" y="1488146"/>
                  </a:lnTo>
                  <a:lnTo>
                    <a:pt x="3775879" y="1488146"/>
                  </a:lnTo>
                  <a:lnTo>
                    <a:pt x="3775973" y="1488146"/>
                  </a:lnTo>
                  <a:lnTo>
                    <a:pt x="3776067" y="1488146"/>
                  </a:lnTo>
                  <a:lnTo>
                    <a:pt x="3776161" y="1488146"/>
                  </a:lnTo>
                  <a:lnTo>
                    <a:pt x="3776161" y="1483235"/>
                  </a:lnTo>
                  <a:lnTo>
                    <a:pt x="3776255" y="1483235"/>
                  </a:lnTo>
                  <a:lnTo>
                    <a:pt x="3776350" y="1483235"/>
                  </a:lnTo>
                  <a:lnTo>
                    <a:pt x="3776350" y="1478323"/>
                  </a:lnTo>
                  <a:lnTo>
                    <a:pt x="3776444" y="1478323"/>
                  </a:lnTo>
                  <a:lnTo>
                    <a:pt x="3776538" y="1478323"/>
                  </a:lnTo>
                  <a:lnTo>
                    <a:pt x="3776632" y="1478323"/>
                  </a:lnTo>
                  <a:lnTo>
                    <a:pt x="3776726" y="1478323"/>
                  </a:lnTo>
                  <a:lnTo>
                    <a:pt x="3776820" y="1478323"/>
                  </a:lnTo>
                  <a:lnTo>
                    <a:pt x="3776915" y="1478323"/>
                  </a:lnTo>
                  <a:lnTo>
                    <a:pt x="3777009" y="1478323"/>
                  </a:lnTo>
                  <a:lnTo>
                    <a:pt x="3777103" y="1478323"/>
                  </a:lnTo>
                  <a:lnTo>
                    <a:pt x="3777197" y="1478323"/>
                  </a:lnTo>
                  <a:lnTo>
                    <a:pt x="3777291" y="1478323"/>
                  </a:lnTo>
                  <a:lnTo>
                    <a:pt x="3777385" y="1478323"/>
                  </a:lnTo>
                  <a:lnTo>
                    <a:pt x="3777479" y="1478323"/>
                  </a:lnTo>
                  <a:lnTo>
                    <a:pt x="3777574" y="1478323"/>
                  </a:lnTo>
                  <a:lnTo>
                    <a:pt x="3777668" y="1478323"/>
                  </a:lnTo>
                  <a:lnTo>
                    <a:pt x="3777762" y="1478323"/>
                  </a:lnTo>
                  <a:lnTo>
                    <a:pt x="3777856" y="1478323"/>
                  </a:lnTo>
                  <a:lnTo>
                    <a:pt x="3777950" y="1478323"/>
                  </a:lnTo>
                  <a:lnTo>
                    <a:pt x="3778044" y="1478323"/>
                  </a:lnTo>
                  <a:lnTo>
                    <a:pt x="3778139" y="1478323"/>
                  </a:lnTo>
                  <a:lnTo>
                    <a:pt x="3778233" y="1478323"/>
                  </a:lnTo>
                  <a:lnTo>
                    <a:pt x="3778327" y="1478323"/>
                  </a:lnTo>
                  <a:lnTo>
                    <a:pt x="3778421" y="1478323"/>
                  </a:lnTo>
                  <a:lnTo>
                    <a:pt x="3778515" y="1478323"/>
                  </a:lnTo>
                  <a:lnTo>
                    <a:pt x="3778609" y="1478323"/>
                  </a:lnTo>
                  <a:lnTo>
                    <a:pt x="3778703" y="1478323"/>
                  </a:lnTo>
                  <a:lnTo>
                    <a:pt x="3778798" y="1478323"/>
                  </a:lnTo>
                  <a:lnTo>
                    <a:pt x="3778892" y="1478323"/>
                  </a:lnTo>
                  <a:lnTo>
                    <a:pt x="3778986" y="1478323"/>
                  </a:lnTo>
                  <a:lnTo>
                    <a:pt x="3779080" y="1478323"/>
                  </a:lnTo>
                  <a:lnTo>
                    <a:pt x="3779174" y="1478323"/>
                  </a:lnTo>
                  <a:lnTo>
                    <a:pt x="3779268" y="1478323"/>
                  </a:lnTo>
                  <a:lnTo>
                    <a:pt x="3779363" y="1478323"/>
                  </a:lnTo>
                  <a:lnTo>
                    <a:pt x="3779457" y="1478323"/>
                  </a:lnTo>
                  <a:lnTo>
                    <a:pt x="3779551" y="1478323"/>
                  </a:lnTo>
                  <a:lnTo>
                    <a:pt x="3779645" y="1478323"/>
                  </a:lnTo>
                  <a:lnTo>
                    <a:pt x="3779739" y="1478323"/>
                  </a:lnTo>
                  <a:lnTo>
                    <a:pt x="3779833" y="1478323"/>
                  </a:lnTo>
                  <a:lnTo>
                    <a:pt x="3779927" y="1478323"/>
                  </a:lnTo>
                  <a:lnTo>
                    <a:pt x="3780022" y="1478323"/>
                  </a:lnTo>
                  <a:lnTo>
                    <a:pt x="3780116" y="1478323"/>
                  </a:lnTo>
                  <a:lnTo>
                    <a:pt x="3780210" y="1478323"/>
                  </a:lnTo>
                  <a:lnTo>
                    <a:pt x="3780304" y="1478323"/>
                  </a:lnTo>
                  <a:lnTo>
                    <a:pt x="3780398" y="1478323"/>
                  </a:lnTo>
                  <a:lnTo>
                    <a:pt x="3780398" y="1473412"/>
                  </a:lnTo>
                  <a:lnTo>
                    <a:pt x="3780492" y="1473412"/>
                  </a:lnTo>
                  <a:lnTo>
                    <a:pt x="3780586" y="1473412"/>
                  </a:lnTo>
                  <a:lnTo>
                    <a:pt x="3780681" y="1473412"/>
                  </a:lnTo>
                  <a:lnTo>
                    <a:pt x="3780775" y="1473412"/>
                  </a:lnTo>
                  <a:lnTo>
                    <a:pt x="3780869" y="1473412"/>
                  </a:lnTo>
                  <a:lnTo>
                    <a:pt x="3780963" y="1473412"/>
                  </a:lnTo>
                  <a:lnTo>
                    <a:pt x="3781057" y="1473412"/>
                  </a:lnTo>
                  <a:lnTo>
                    <a:pt x="3781151" y="1473412"/>
                  </a:lnTo>
                  <a:lnTo>
                    <a:pt x="3781246" y="1473412"/>
                  </a:lnTo>
                  <a:lnTo>
                    <a:pt x="3781340" y="1473412"/>
                  </a:lnTo>
                  <a:lnTo>
                    <a:pt x="3781434" y="1473412"/>
                  </a:lnTo>
                  <a:lnTo>
                    <a:pt x="3781528" y="1473412"/>
                  </a:lnTo>
                  <a:lnTo>
                    <a:pt x="3781622" y="1473412"/>
                  </a:lnTo>
                  <a:lnTo>
                    <a:pt x="3781716" y="1473412"/>
                  </a:lnTo>
                  <a:lnTo>
                    <a:pt x="3781810" y="1473412"/>
                  </a:lnTo>
                  <a:lnTo>
                    <a:pt x="3781905" y="1473412"/>
                  </a:lnTo>
                  <a:lnTo>
                    <a:pt x="3781999" y="1473412"/>
                  </a:lnTo>
                  <a:lnTo>
                    <a:pt x="3782093" y="1473412"/>
                  </a:lnTo>
                  <a:lnTo>
                    <a:pt x="3782187" y="1473412"/>
                  </a:lnTo>
                  <a:lnTo>
                    <a:pt x="3782281" y="1473412"/>
                  </a:lnTo>
                  <a:lnTo>
                    <a:pt x="3782375" y="1473412"/>
                  </a:lnTo>
                  <a:lnTo>
                    <a:pt x="3782470" y="1473412"/>
                  </a:lnTo>
                  <a:lnTo>
                    <a:pt x="3782564" y="1473412"/>
                  </a:lnTo>
                  <a:lnTo>
                    <a:pt x="3782658" y="1473412"/>
                  </a:lnTo>
                  <a:lnTo>
                    <a:pt x="3782752" y="1473412"/>
                  </a:lnTo>
                  <a:lnTo>
                    <a:pt x="3782846" y="1473412"/>
                  </a:lnTo>
                  <a:lnTo>
                    <a:pt x="3782940" y="1473412"/>
                  </a:lnTo>
                  <a:lnTo>
                    <a:pt x="3783034" y="1473412"/>
                  </a:lnTo>
                  <a:lnTo>
                    <a:pt x="3783129" y="1473412"/>
                  </a:lnTo>
                  <a:lnTo>
                    <a:pt x="3783223" y="1473412"/>
                  </a:lnTo>
                  <a:lnTo>
                    <a:pt x="3783317" y="1473412"/>
                  </a:lnTo>
                  <a:lnTo>
                    <a:pt x="3783411" y="1473412"/>
                  </a:lnTo>
                  <a:lnTo>
                    <a:pt x="3783505" y="1473412"/>
                  </a:lnTo>
                  <a:lnTo>
                    <a:pt x="3783599" y="1473412"/>
                  </a:lnTo>
                  <a:lnTo>
                    <a:pt x="3783694" y="1473412"/>
                  </a:lnTo>
                  <a:lnTo>
                    <a:pt x="3783788" y="1473412"/>
                  </a:lnTo>
                  <a:lnTo>
                    <a:pt x="3783882" y="1473412"/>
                  </a:lnTo>
                  <a:lnTo>
                    <a:pt x="3783976" y="1473412"/>
                  </a:lnTo>
                  <a:lnTo>
                    <a:pt x="3783976" y="1468501"/>
                  </a:lnTo>
                  <a:lnTo>
                    <a:pt x="3784070" y="1468501"/>
                  </a:lnTo>
                  <a:lnTo>
                    <a:pt x="3784164" y="1468501"/>
                  </a:lnTo>
                  <a:lnTo>
                    <a:pt x="3784258" y="1468501"/>
                  </a:lnTo>
                  <a:lnTo>
                    <a:pt x="3784353" y="1468501"/>
                  </a:lnTo>
                  <a:lnTo>
                    <a:pt x="3784353" y="1463589"/>
                  </a:lnTo>
                  <a:lnTo>
                    <a:pt x="3784447" y="1463589"/>
                  </a:lnTo>
                  <a:lnTo>
                    <a:pt x="3784541" y="1463589"/>
                  </a:lnTo>
                  <a:lnTo>
                    <a:pt x="3784635" y="1463589"/>
                  </a:lnTo>
                  <a:lnTo>
                    <a:pt x="3784729" y="1463589"/>
                  </a:lnTo>
                  <a:lnTo>
                    <a:pt x="3784823" y="1463589"/>
                  </a:lnTo>
                  <a:lnTo>
                    <a:pt x="3784918" y="1463589"/>
                  </a:lnTo>
                  <a:lnTo>
                    <a:pt x="3785012" y="1463589"/>
                  </a:lnTo>
                  <a:lnTo>
                    <a:pt x="3785106" y="1463589"/>
                  </a:lnTo>
                  <a:lnTo>
                    <a:pt x="3785200" y="1463589"/>
                  </a:lnTo>
                  <a:lnTo>
                    <a:pt x="3785294" y="1463589"/>
                  </a:lnTo>
                  <a:lnTo>
                    <a:pt x="3785388" y="1463589"/>
                  </a:lnTo>
                  <a:lnTo>
                    <a:pt x="3785482" y="1463589"/>
                  </a:lnTo>
                  <a:lnTo>
                    <a:pt x="3785577" y="1463589"/>
                  </a:lnTo>
                  <a:lnTo>
                    <a:pt x="3785671" y="1463589"/>
                  </a:lnTo>
                  <a:lnTo>
                    <a:pt x="3785765" y="1463589"/>
                  </a:lnTo>
                  <a:lnTo>
                    <a:pt x="3785859" y="1463589"/>
                  </a:lnTo>
                  <a:lnTo>
                    <a:pt x="3785953" y="1463589"/>
                  </a:lnTo>
                  <a:lnTo>
                    <a:pt x="3786047" y="1463589"/>
                  </a:lnTo>
                  <a:lnTo>
                    <a:pt x="3786141" y="1463589"/>
                  </a:lnTo>
                  <a:lnTo>
                    <a:pt x="3786236" y="1463589"/>
                  </a:lnTo>
                  <a:lnTo>
                    <a:pt x="3786330" y="1463589"/>
                  </a:lnTo>
                  <a:lnTo>
                    <a:pt x="3786424" y="1463589"/>
                  </a:lnTo>
                  <a:lnTo>
                    <a:pt x="3786424" y="1458678"/>
                  </a:lnTo>
                  <a:lnTo>
                    <a:pt x="3786518" y="1458678"/>
                  </a:lnTo>
                  <a:lnTo>
                    <a:pt x="3786612" y="1458678"/>
                  </a:lnTo>
                  <a:lnTo>
                    <a:pt x="3786706" y="1458678"/>
                  </a:lnTo>
                  <a:lnTo>
                    <a:pt x="3786801" y="1458678"/>
                  </a:lnTo>
                  <a:lnTo>
                    <a:pt x="3786895" y="1458678"/>
                  </a:lnTo>
                  <a:lnTo>
                    <a:pt x="3786989" y="1458678"/>
                  </a:lnTo>
                  <a:lnTo>
                    <a:pt x="3787083" y="1458678"/>
                  </a:lnTo>
                  <a:lnTo>
                    <a:pt x="3787177" y="1458678"/>
                  </a:lnTo>
                  <a:lnTo>
                    <a:pt x="3787271" y="1458678"/>
                  </a:lnTo>
                  <a:lnTo>
                    <a:pt x="3787365" y="1458678"/>
                  </a:lnTo>
                  <a:lnTo>
                    <a:pt x="3787460" y="1458678"/>
                  </a:lnTo>
                  <a:lnTo>
                    <a:pt x="3787554" y="1458678"/>
                  </a:lnTo>
                  <a:lnTo>
                    <a:pt x="3787648" y="1458678"/>
                  </a:lnTo>
                  <a:lnTo>
                    <a:pt x="3787742" y="1458678"/>
                  </a:lnTo>
                  <a:lnTo>
                    <a:pt x="3787836" y="1458678"/>
                  </a:lnTo>
                  <a:lnTo>
                    <a:pt x="3787930" y="1458678"/>
                  </a:lnTo>
                  <a:lnTo>
                    <a:pt x="3788025" y="1458678"/>
                  </a:lnTo>
                  <a:lnTo>
                    <a:pt x="3788119" y="1458678"/>
                  </a:lnTo>
                  <a:lnTo>
                    <a:pt x="3788213" y="1458678"/>
                  </a:lnTo>
                  <a:lnTo>
                    <a:pt x="3788307" y="1458678"/>
                  </a:lnTo>
                  <a:lnTo>
                    <a:pt x="3788401" y="1458678"/>
                  </a:lnTo>
                  <a:lnTo>
                    <a:pt x="3788495" y="1458678"/>
                  </a:lnTo>
                  <a:lnTo>
                    <a:pt x="3788589" y="1458678"/>
                  </a:lnTo>
                  <a:lnTo>
                    <a:pt x="3788684" y="1458678"/>
                  </a:lnTo>
                  <a:lnTo>
                    <a:pt x="3788778" y="1458678"/>
                  </a:lnTo>
                  <a:lnTo>
                    <a:pt x="3788872" y="1458678"/>
                  </a:lnTo>
                  <a:lnTo>
                    <a:pt x="3788966" y="1458678"/>
                  </a:lnTo>
                  <a:lnTo>
                    <a:pt x="3789060" y="1458678"/>
                  </a:lnTo>
                  <a:lnTo>
                    <a:pt x="3789154" y="1458678"/>
                  </a:lnTo>
                  <a:lnTo>
                    <a:pt x="3789249" y="1458678"/>
                  </a:lnTo>
                  <a:lnTo>
                    <a:pt x="3789343" y="1458678"/>
                  </a:lnTo>
                  <a:lnTo>
                    <a:pt x="3789437" y="1458678"/>
                  </a:lnTo>
                  <a:lnTo>
                    <a:pt x="3789531" y="1458678"/>
                  </a:lnTo>
                  <a:lnTo>
                    <a:pt x="3789625" y="1458678"/>
                  </a:lnTo>
                  <a:lnTo>
                    <a:pt x="3789719" y="1458678"/>
                  </a:lnTo>
                  <a:lnTo>
                    <a:pt x="3789813" y="1458678"/>
                  </a:lnTo>
                  <a:lnTo>
                    <a:pt x="3789908" y="1458678"/>
                  </a:lnTo>
                  <a:lnTo>
                    <a:pt x="3790002" y="1458678"/>
                  </a:lnTo>
                  <a:lnTo>
                    <a:pt x="3790096" y="1458678"/>
                  </a:lnTo>
                  <a:lnTo>
                    <a:pt x="3790190" y="1458678"/>
                  </a:lnTo>
                  <a:lnTo>
                    <a:pt x="3790284" y="1458678"/>
                  </a:lnTo>
                  <a:lnTo>
                    <a:pt x="3790378" y="1458678"/>
                  </a:lnTo>
                  <a:lnTo>
                    <a:pt x="3790472" y="1458678"/>
                  </a:lnTo>
                  <a:lnTo>
                    <a:pt x="3790567" y="1458678"/>
                  </a:lnTo>
                  <a:lnTo>
                    <a:pt x="3790661" y="1458678"/>
                  </a:lnTo>
                  <a:lnTo>
                    <a:pt x="3790755" y="1458678"/>
                  </a:lnTo>
                  <a:lnTo>
                    <a:pt x="3790849" y="1458678"/>
                  </a:lnTo>
                  <a:lnTo>
                    <a:pt x="3790943" y="1458678"/>
                  </a:lnTo>
                  <a:lnTo>
                    <a:pt x="3791037" y="1458678"/>
                  </a:lnTo>
                  <a:lnTo>
                    <a:pt x="3791132" y="1458678"/>
                  </a:lnTo>
                  <a:lnTo>
                    <a:pt x="3791226" y="1458678"/>
                  </a:lnTo>
                  <a:lnTo>
                    <a:pt x="3791320" y="1458678"/>
                  </a:lnTo>
                  <a:lnTo>
                    <a:pt x="3791414" y="1458678"/>
                  </a:lnTo>
                  <a:lnTo>
                    <a:pt x="3791508" y="1458678"/>
                  </a:lnTo>
                  <a:lnTo>
                    <a:pt x="3791602" y="1458678"/>
                  </a:lnTo>
                  <a:lnTo>
                    <a:pt x="3791696" y="1458678"/>
                  </a:lnTo>
                  <a:lnTo>
                    <a:pt x="3791791" y="1458678"/>
                  </a:lnTo>
                  <a:lnTo>
                    <a:pt x="3791885" y="1458678"/>
                  </a:lnTo>
                  <a:lnTo>
                    <a:pt x="3791979" y="1458678"/>
                  </a:lnTo>
                  <a:lnTo>
                    <a:pt x="3792073" y="1458678"/>
                  </a:lnTo>
                  <a:lnTo>
                    <a:pt x="3792167" y="1458678"/>
                  </a:lnTo>
                  <a:lnTo>
                    <a:pt x="3792261" y="1458678"/>
                  </a:lnTo>
                  <a:lnTo>
                    <a:pt x="3792356" y="1458678"/>
                  </a:lnTo>
                  <a:lnTo>
                    <a:pt x="3792450" y="1458678"/>
                  </a:lnTo>
                  <a:lnTo>
                    <a:pt x="3792450" y="1453766"/>
                  </a:lnTo>
                  <a:lnTo>
                    <a:pt x="3792544" y="1453766"/>
                  </a:lnTo>
                  <a:lnTo>
                    <a:pt x="3792638" y="1453766"/>
                  </a:lnTo>
                  <a:lnTo>
                    <a:pt x="3792732" y="1453766"/>
                  </a:lnTo>
                  <a:lnTo>
                    <a:pt x="3792826" y="1453766"/>
                  </a:lnTo>
                  <a:lnTo>
                    <a:pt x="3792920" y="1453766"/>
                  </a:lnTo>
                  <a:lnTo>
                    <a:pt x="3793015" y="1453766"/>
                  </a:lnTo>
                  <a:lnTo>
                    <a:pt x="3793109" y="1453766"/>
                  </a:lnTo>
                  <a:lnTo>
                    <a:pt x="3793203" y="1453766"/>
                  </a:lnTo>
                  <a:lnTo>
                    <a:pt x="3793297" y="1453766"/>
                  </a:lnTo>
                  <a:lnTo>
                    <a:pt x="3793391" y="1453766"/>
                  </a:lnTo>
                  <a:lnTo>
                    <a:pt x="3793485" y="1453766"/>
                  </a:lnTo>
                  <a:lnTo>
                    <a:pt x="3793580" y="1453766"/>
                  </a:lnTo>
                  <a:lnTo>
                    <a:pt x="3793674" y="1453766"/>
                  </a:lnTo>
                  <a:lnTo>
                    <a:pt x="3793768" y="1453766"/>
                  </a:lnTo>
                  <a:lnTo>
                    <a:pt x="3793862" y="1453766"/>
                  </a:lnTo>
                  <a:lnTo>
                    <a:pt x="3793956" y="1453766"/>
                  </a:lnTo>
                  <a:lnTo>
                    <a:pt x="3794050" y="1453766"/>
                  </a:lnTo>
                  <a:lnTo>
                    <a:pt x="3794144" y="1453766"/>
                  </a:lnTo>
                  <a:lnTo>
                    <a:pt x="3794239" y="1453766"/>
                  </a:lnTo>
                  <a:lnTo>
                    <a:pt x="3794333" y="1453766"/>
                  </a:lnTo>
                  <a:lnTo>
                    <a:pt x="3794427" y="1453766"/>
                  </a:lnTo>
                  <a:lnTo>
                    <a:pt x="3794521" y="1453766"/>
                  </a:lnTo>
                  <a:lnTo>
                    <a:pt x="3794615" y="1453766"/>
                  </a:lnTo>
                  <a:lnTo>
                    <a:pt x="3794709" y="1453766"/>
                  </a:lnTo>
                  <a:lnTo>
                    <a:pt x="3794803" y="1453766"/>
                  </a:lnTo>
                  <a:lnTo>
                    <a:pt x="3794898" y="1453766"/>
                  </a:lnTo>
                  <a:lnTo>
                    <a:pt x="3794992" y="1453766"/>
                  </a:lnTo>
                  <a:lnTo>
                    <a:pt x="3795086" y="1453766"/>
                  </a:lnTo>
                  <a:lnTo>
                    <a:pt x="3795180" y="1453766"/>
                  </a:lnTo>
                  <a:lnTo>
                    <a:pt x="3795274" y="1453766"/>
                  </a:lnTo>
                  <a:lnTo>
                    <a:pt x="3795368" y="1453766"/>
                  </a:lnTo>
                  <a:lnTo>
                    <a:pt x="3795463" y="1453766"/>
                  </a:lnTo>
                  <a:lnTo>
                    <a:pt x="3795557" y="1453766"/>
                  </a:lnTo>
                  <a:lnTo>
                    <a:pt x="3795651" y="1453766"/>
                  </a:lnTo>
                  <a:lnTo>
                    <a:pt x="3795745" y="1453766"/>
                  </a:lnTo>
                  <a:lnTo>
                    <a:pt x="3795839" y="1453766"/>
                  </a:lnTo>
                  <a:lnTo>
                    <a:pt x="3795933" y="1453766"/>
                  </a:lnTo>
                  <a:lnTo>
                    <a:pt x="3796027" y="1453766"/>
                  </a:lnTo>
                  <a:lnTo>
                    <a:pt x="3796122" y="1453766"/>
                  </a:lnTo>
                  <a:lnTo>
                    <a:pt x="3796216" y="1453766"/>
                  </a:lnTo>
                  <a:lnTo>
                    <a:pt x="3796310" y="1453766"/>
                  </a:lnTo>
                  <a:lnTo>
                    <a:pt x="3796404" y="1453766"/>
                  </a:lnTo>
                  <a:lnTo>
                    <a:pt x="3796498" y="1453766"/>
                  </a:lnTo>
                  <a:lnTo>
                    <a:pt x="3796592" y="1453766"/>
                  </a:lnTo>
                  <a:lnTo>
                    <a:pt x="3796687" y="1453766"/>
                  </a:lnTo>
                  <a:lnTo>
                    <a:pt x="3796781" y="1453766"/>
                  </a:lnTo>
                  <a:lnTo>
                    <a:pt x="3796875" y="1453766"/>
                  </a:lnTo>
                  <a:lnTo>
                    <a:pt x="3796969" y="1453766"/>
                  </a:lnTo>
                  <a:lnTo>
                    <a:pt x="3797063" y="1453766"/>
                  </a:lnTo>
                  <a:lnTo>
                    <a:pt x="3797157" y="1453766"/>
                  </a:lnTo>
                  <a:lnTo>
                    <a:pt x="3797251" y="1453766"/>
                  </a:lnTo>
                  <a:lnTo>
                    <a:pt x="3797346" y="1453766"/>
                  </a:lnTo>
                  <a:lnTo>
                    <a:pt x="3797440" y="1453766"/>
                  </a:lnTo>
                  <a:lnTo>
                    <a:pt x="3797534" y="1453766"/>
                  </a:lnTo>
                  <a:lnTo>
                    <a:pt x="3797628" y="1453766"/>
                  </a:lnTo>
                  <a:lnTo>
                    <a:pt x="3797722" y="1453766"/>
                  </a:lnTo>
                  <a:lnTo>
                    <a:pt x="3797816" y="1453766"/>
                  </a:lnTo>
                  <a:lnTo>
                    <a:pt x="3797911" y="1453766"/>
                  </a:lnTo>
                  <a:lnTo>
                    <a:pt x="3798005" y="1453766"/>
                  </a:lnTo>
                  <a:lnTo>
                    <a:pt x="3798099" y="1453766"/>
                  </a:lnTo>
                  <a:lnTo>
                    <a:pt x="3798193" y="1453766"/>
                  </a:lnTo>
                  <a:lnTo>
                    <a:pt x="3798287" y="1453766"/>
                  </a:lnTo>
                  <a:lnTo>
                    <a:pt x="3798381" y="1453766"/>
                  </a:lnTo>
                  <a:lnTo>
                    <a:pt x="3798475" y="1453766"/>
                  </a:lnTo>
                  <a:lnTo>
                    <a:pt x="3798570" y="1453766"/>
                  </a:lnTo>
                  <a:lnTo>
                    <a:pt x="3798664" y="1453766"/>
                  </a:lnTo>
                  <a:lnTo>
                    <a:pt x="3798758" y="1453766"/>
                  </a:lnTo>
                  <a:lnTo>
                    <a:pt x="3798852" y="1453766"/>
                  </a:lnTo>
                  <a:lnTo>
                    <a:pt x="3798946" y="1453766"/>
                  </a:lnTo>
                  <a:lnTo>
                    <a:pt x="3799040" y="1453766"/>
                  </a:lnTo>
                  <a:lnTo>
                    <a:pt x="3799134" y="1453766"/>
                  </a:lnTo>
                  <a:lnTo>
                    <a:pt x="3799229" y="1453766"/>
                  </a:lnTo>
                  <a:lnTo>
                    <a:pt x="3799323" y="1453766"/>
                  </a:lnTo>
                  <a:lnTo>
                    <a:pt x="3799417" y="1453766"/>
                  </a:lnTo>
                  <a:lnTo>
                    <a:pt x="3799511" y="1453766"/>
                  </a:lnTo>
                  <a:lnTo>
                    <a:pt x="3799605" y="1453766"/>
                  </a:lnTo>
                  <a:lnTo>
                    <a:pt x="3799699" y="1453766"/>
                  </a:lnTo>
                  <a:lnTo>
                    <a:pt x="3799794" y="1453766"/>
                  </a:lnTo>
                  <a:lnTo>
                    <a:pt x="3799888" y="1453766"/>
                  </a:lnTo>
                  <a:lnTo>
                    <a:pt x="3799982" y="1453766"/>
                  </a:lnTo>
                  <a:lnTo>
                    <a:pt x="3800076" y="1453766"/>
                  </a:lnTo>
                  <a:lnTo>
                    <a:pt x="3800170" y="1453766"/>
                  </a:lnTo>
                  <a:lnTo>
                    <a:pt x="3800264" y="1453766"/>
                  </a:lnTo>
                  <a:lnTo>
                    <a:pt x="3800358" y="1453766"/>
                  </a:lnTo>
                  <a:lnTo>
                    <a:pt x="3800453" y="1453766"/>
                  </a:lnTo>
                  <a:lnTo>
                    <a:pt x="3800547" y="1453766"/>
                  </a:lnTo>
                  <a:lnTo>
                    <a:pt x="3800641" y="1453766"/>
                  </a:lnTo>
                  <a:lnTo>
                    <a:pt x="3800735" y="1453766"/>
                  </a:lnTo>
                  <a:lnTo>
                    <a:pt x="3800829" y="1453766"/>
                  </a:lnTo>
                  <a:lnTo>
                    <a:pt x="3800923" y="1453766"/>
                  </a:lnTo>
                  <a:lnTo>
                    <a:pt x="3801018" y="1453766"/>
                  </a:lnTo>
                  <a:lnTo>
                    <a:pt x="3801112" y="1453766"/>
                  </a:lnTo>
                  <a:lnTo>
                    <a:pt x="3801206" y="1453766"/>
                  </a:lnTo>
                  <a:lnTo>
                    <a:pt x="3801300" y="1453766"/>
                  </a:lnTo>
                  <a:lnTo>
                    <a:pt x="3801394" y="1453766"/>
                  </a:lnTo>
                  <a:lnTo>
                    <a:pt x="3801488" y="1453766"/>
                  </a:lnTo>
                  <a:lnTo>
                    <a:pt x="3801582" y="1453766"/>
                  </a:lnTo>
                  <a:lnTo>
                    <a:pt x="3801677" y="1453766"/>
                  </a:lnTo>
                  <a:lnTo>
                    <a:pt x="3801771" y="1453766"/>
                  </a:lnTo>
                  <a:lnTo>
                    <a:pt x="3801865" y="1453766"/>
                  </a:lnTo>
                  <a:lnTo>
                    <a:pt x="3801959" y="1453766"/>
                  </a:lnTo>
                  <a:lnTo>
                    <a:pt x="3802053" y="1453766"/>
                  </a:lnTo>
                  <a:lnTo>
                    <a:pt x="3802147" y="1453766"/>
                  </a:lnTo>
                  <a:lnTo>
                    <a:pt x="3802242" y="1453766"/>
                  </a:lnTo>
                  <a:lnTo>
                    <a:pt x="3802336" y="1453766"/>
                  </a:lnTo>
                  <a:lnTo>
                    <a:pt x="3802430" y="1453766"/>
                  </a:lnTo>
                  <a:lnTo>
                    <a:pt x="3802524" y="1453766"/>
                  </a:lnTo>
                  <a:lnTo>
                    <a:pt x="3802618" y="1453766"/>
                  </a:lnTo>
                  <a:lnTo>
                    <a:pt x="3802712" y="1453766"/>
                  </a:lnTo>
                  <a:lnTo>
                    <a:pt x="3802806" y="1453766"/>
                  </a:lnTo>
                  <a:lnTo>
                    <a:pt x="3802901" y="1453766"/>
                  </a:lnTo>
                  <a:lnTo>
                    <a:pt x="3802995" y="1453766"/>
                  </a:lnTo>
                  <a:lnTo>
                    <a:pt x="3803089" y="1453766"/>
                  </a:lnTo>
                  <a:lnTo>
                    <a:pt x="3803183" y="1453766"/>
                  </a:lnTo>
                  <a:lnTo>
                    <a:pt x="3803277" y="1453766"/>
                  </a:lnTo>
                  <a:lnTo>
                    <a:pt x="3803371" y="1453766"/>
                  </a:lnTo>
                  <a:lnTo>
                    <a:pt x="3803465" y="1453766"/>
                  </a:lnTo>
                  <a:lnTo>
                    <a:pt x="3803560" y="1453766"/>
                  </a:lnTo>
                  <a:lnTo>
                    <a:pt x="3803654" y="1453766"/>
                  </a:lnTo>
                  <a:lnTo>
                    <a:pt x="3803748" y="1453766"/>
                  </a:lnTo>
                  <a:lnTo>
                    <a:pt x="3803842" y="1453766"/>
                  </a:lnTo>
                  <a:lnTo>
                    <a:pt x="3803936" y="1453766"/>
                  </a:lnTo>
                  <a:lnTo>
                    <a:pt x="3804030" y="1453766"/>
                  </a:lnTo>
                  <a:lnTo>
                    <a:pt x="3804125" y="1453766"/>
                  </a:lnTo>
                  <a:lnTo>
                    <a:pt x="3804219" y="1453766"/>
                  </a:lnTo>
                  <a:lnTo>
                    <a:pt x="3804313" y="1453766"/>
                  </a:lnTo>
                  <a:lnTo>
                    <a:pt x="3804407" y="1453766"/>
                  </a:lnTo>
                  <a:lnTo>
                    <a:pt x="3804501" y="1453766"/>
                  </a:lnTo>
                  <a:lnTo>
                    <a:pt x="3804595" y="1453766"/>
                  </a:lnTo>
                  <a:lnTo>
                    <a:pt x="3804689" y="1453766"/>
                  </a:lnTo>
                  <a:lnTo>
                    <a:pt x="3804784" y="1453766"/>
                  </a:lnTo>
                  <a:lnTo>
                    <a:pt x="3804878" y="1453766"/>
                  </a:lnTo>
                  <a:lnTo>
                    <a:pt x="3804972" y="1453766"/>
                  </a:lnTo>
                  <a:lnTo>
                    <a:pt x="3805066" y="1453766"/>
                  </a:lnTo>
                  <a:lnTo>
                    <a:pt x="3805160" y="1453766"/>
                  </a:lnTo>
                  <a:lnTo>
                    <a:pt x="3805254" y="1453766"/>
                  </a:lnTo>
                  <a:lnTo>
                    <a:pt x="3805349" y="1453766"/>
                  </a:lnTo>
                  <a:lnTo>
                    <a:pt x="3805443" y="1453766"/>
                  </a:lnTo>
                  <a:lnTo>
                    <a:pt x="3805537" y="1453766"/>
                  </a:lnTo>
                  <a:lnTo>
                    <a:pt x="3805631" y="1453766"/>
                  </a:lnTo>
                  <a:lnTo>
                    <a:pt x="3805725" y="1453766"/>
                  </a:lnTo>
                  <a:lnTo>
                    <a:pt x="3805819" y="1453766"/>
                  </a:lnTo>
                  <a:lnTo>
                    <a:pt x="3805913" y="1453766"/>
                  </a:lnTo>
                  <a:lnTo>
                    <a:pt x="3806008" y="1453766"/>
                  </a:lnTo>
                  <a:lnTo>
                    <a:pt x="3806102" y="1453766"/>
                  </a:lnTo>
                  <a:lnTo>
                    <a:pt x="3806196" y="1453766"/>
                  </a:lnTo>
                  <a:lnTo>
                    <a:pt x="3806290" y="1453766"/>
                  </a:lnTo>
                  <a:lnTo>
                    <a:pt x="3806384" y="1453766"/>
                  </a:lnTo>
                  <a:lnTo>
                    <a:pt x="3806478" y="1453766"/>
                  </a:lnTo>
                  <a:lnTo>
                    <a:pt x="3806573" y="1453766"/>
                  </a:lnTo>
                  <a:lnTo>
                    <a:pt x="3806667" y="1453766"/>
                  </a:lnTo>
                  <a:lnTo>
                    <a:pt x="3806761" y="1453766"/>
                  </a:lnTo>
                  <a:lnTo>
                    <a:pt x="3806855" y="1453766"/>
                  </a:lnTo>
                  <a:lnTo>
                    <a:pt x="3806949" y="1453766"/>
                  </a:lnTo>
                  <a:lnTo>
                    <a:pt x="3807043" y="1453766"/>
                  </a:lnTo>
                  <a:lnTo>
                    <a:pt x="3807137" y="1453766"/>
                  </a:lnTo>
                  <a:lnTo>
                    <a:pt x="3807232" y="1453766"/>
                  </a:lnTo>
                  <a:lnTo>
                    <a:pt x="3807326" y="1453766"/>
                  </a:lnTo>
                  <a:lnTo>
                    <a:pt x="3807420" y="1453766"/>
                  </a:lnTo>
                  <a:lnTo>
                    <a:pt x="3807514" y="1453766"/>
                  </a:lnTo>
                  <a:lnTo>
                    <a:pt x="3807608" y="1453766"/>
                  </a:lnTo>
                  <a:lnTo>
                    <a:pt x="3807702" y="1453766"/>
                  </a:lnTo>
                  <a:lnTo>
                    <a:pt x="3807796" y="1453766"/>
                  </a:lnTo>
                  <a:lnTo>
                    <a:pt x="3807891" y="1453766"/>
                  </a:lnTo>
                  <a:lnTo>
                    <a:pt x="3807985" y="1453766"/>
                  </a:lnTo>
                  <a:lnTo>
                    <a:pt x="3808079" y="1453766"/>
                  </a:lnTo>
                  <a:lnTo>
                    <a:pt x="3808173" y="1453766"/>
                  </a:lnTo>
                  <a:lnTo>
                    <a:pt x="3808267" y="1453766"/>
                  </a:lnTo>
                  <a:lnTo>
                    <a:pt x="3808361" y="1453766"/>
                  </a:lnTo>
                  <a:lnTo>
                    <a:pt x="3808456" y="1453766"/>
                  </a:lnTo>
                  <a:lnTo>
                    <a:pt x="3808550" y="1453766"/>
                  </a:lnTo>
                  <a:lnTo>
                    <a:pt x="3808644" y="1453766"/>
                  </a:lnTo>
                  <a:lnTo>
                    <a:pt x="3808644" y="1448855"/>
                  </a:lnTo>
                  <a:lnTo>
                    <a:pt x="3808738" y="1448855"/>
                  </a:lnTo>
                  <a:lnTo>
                    <a:pt x="3808832" y="1448855"/>
                  </a:lnTo>
                  <a:lnTo>
                    <a:pt x="3808926" y="1448855"/>
                  </a:lnTo>
                  <a:lnTo>
                    <a:pt x="3809020" y="1448855"/>
                  </a:lnTo>
                  <a:lnTo>
                    <a:pt x="3809115" y="1448855"/>
                  </a:lnTo>
                  <a:lnTo>
                    <a:pt x="3809209" y="1448855"/>
                  </a:lnTo>
                  <a:lnTo>
                    <a:pt x="3809303" y="1448855"/>
                  </a:lnTo>
                  <a:lnTo>
                    <a:pt x="3809397" y="1448855"/>
                  </a:lnTo>
                  <a:lnTo>
                    <a:pt x="3809491" y="1448855"/>
                  </a:lnTo>
                  <a:lnTo>
                    <a:pt x="3809585" y="1448855"/>
                  </a:lnTo>
                  <a:lnTo>
                    <a:pt x="3809680" y="1448855"/>
                  </a:lnTo>
                  <a:lnTo>
                    <a:pt x="3809774" y="1448855"/>
                  </a:lnTo>
                  <a:lnTo>
                    <a:pt x="3809868" y="1448855"/>
                  </a:lnTo>
                  <a:lnTo>
                    <a:pt x="3809962" y="1448855"/>
                  </a:lnTo>
                  <a:lnTo>
                    <a:pt x="3810056" y="1448855"/>
                  </a:lnTo>
                  <a:lnTo>
                    <a:pt x="3810150" y="1448855"/>
                  </a:lnTo>
                  <a:lnTo>
                    <a:pt x="3810244" y="1448855"/>
                  </a:lnTo>
                  <a:lnTo>
                    <a:pt x="3810339" y="1448855"/>
                  </a:lnTo>
                  <a:lnTo>
                    <a:pt x="3810433" y="1448855"/>
                  </a:lnTo>
                  <a:lnTo>
                    <a:pt x="3810527" y="1448855"/>
                  </a:lnTo>
                  <a:lnTo>
                    <a:pt x="3810621" y="1448855"/>
                  </a:lnTo>
                  <a:lnTo>
                    <a:pt x="3810715" y="1448855"/>
                  </a:lnTo>
                  <a:lnTo>
                    <a:pt x="3810809" y="1448855"/>
                  </a:lnTo>
                  <a:lnTo>
                    <a:pt x="3810904" y="1448855"/>
                  </a:lnTo>
                  <a:lnTo>
                    <a:pt x="3810998" y="1448855"/>
                  </a:lnTo>
                  <a:lnTo>
                    <a:pt x="3811092" y="1448855"/>
                  </a:lnTo>
                  <a:lnTo>
                    <a:pt x="3811186" y="1448855"/>
                  </a:lnTo>
                  <a:lnTo>
                    <a:pt x="3811280" y="1448855"/>
                  </a:lnTo>
                  <a:lnTo>
                    <a:pt x="3811374" y="1448855"/>
                  </a:lnTo>
                  <a:lnTo>
                    <a:pt x="3811468" y="1448855"/>
                  </a:lnTo>
                  <a:lnTo>
                    <a:pt x="3811563" y="1448855"/>
                  </a:lnTo>
                  <a:lnTo>
                    <a:pt x="3811657" y="1448855"/>
                  </a:lnTo>
                  <a:lnTo>
                    <a:pt x="3811657" y="1443944"/>
                  </a:lnTo>
                  <a:lnTo>
                    <a:pt x="3811751" y="1443944"/>
                  </a:lnTo>
                  <a:lnTo>
                    <a:pt x="3811751" y="1439032"/>
                  </a:lnTo>
                  <a:lnTo>
                    <a:pt x="3811845" y="1439032"/>
                  </a:lnTo>
                  <a:lnTo>
                    <a:pt x="3811939" y="1439032"/>
                  </a:lnTo>
                  <a:lnTo>
                    <a:pt x="3812033" y="1439032"/>
                  </a:lnTo>
                  <a:lnTo>
                    <a:pt x="3812127" y="1439032"/>
                  </a:lnTo>
                  <a:lnTo>
                    <a:pt x="3812222" y="1439032"/>
                  </a:lnTo>
                  <a:lnTo>
                    <a:pt x="3812316" y="1439032"/>
                  </a:lnTo>
                  <a:lnTo>
                    <a:pt x="3812410" y="1439032"/>
                  </a:lnTo>
                  <a:lnTo>
                    <a:pt x="3812504" y="1439032"/>
                  </a:lnTo>
                  <a:lnTo>
                    <a:pt x="3812598" y="1439032"/>
                  </a:lnTo>
                  <a:lnTo>
                    <a:pt x="3812692" y="1439032"/>
                  </a:lnTo>
                  <a:lnTo>
                    <a:pt x="3812787" y="1439032"/>
                  </a:lnTo>
                  <a:lnTo>
                    <a:pt x="3812881" y="1439032"/>
                  </a:lnTo>
                  <a:lnTo>
                    <a:pt x="3812975" y="1439032"/>
                  </a:lnTo>
                  <a:lnTo>
                    <a:pt x="3813069" y="1439032"/>
                  </a:lnTo>
                  <a:lnTo>
                    <a:pt x="3813163" y="1439032"/>
                  </a:lnTo>
                  <a:lnTo>
                    <a:pt x="3813257" y="1439032"/>
                  </a:lnTo>
                  <a:lnTo>
                    <a:pt x="3813351" y="1439032"/>
                  </a:lnTo>
                  <a:lnTo>
                    <a:pt x="3813446" y="1439032"/>
                  </a:lnTo>
                  <a:lnTo>
                    <a:pt x="3813540" y="1439032"/>
                  </a:lnTo>
                  <a:lnTo>
                    <a:pt x="3813634" y="1439032"/>
                  </a:lnTo>
                  <a:lnTo>
                    <a:pt x="3813728" y="1439032"/>
                  </a:lnTo>
                  <a:lnTo>
                    <a:pt x="3813822" y="1439032"/>
                  </a:lnTo>
                  <a:lnTo>
                    <a:pt x="3813916" y="1439032"/>
                  </a:lnTo>
                  <a:lnTo>
                    <a:pt x="3814011" y="1439032"/>
                  </a:lnTo>
                  <a:lnTo>
                    <a:pt x="3814105" y="1439032"/>
                  </a:lnTo>
                  <a:lnTo>
                    <a:pt x="3814199" y="1439032"/>
                  </a:lnTo>
                  <a:lnTo>
                    <a:pt x="3814293" y="1439032"/>
                  </a:lnTo>
                  <a:lnTo>
                    <a:pt x="3814387" y="1439032"/>
                  </a:lnTo>
                  <a:lnTo>
                    <a:pt x="3814481" y="1439032"/>
                  </a:lnTo>
                  <a:lnTo>
                    <a:pt x="3814575" y="1439032"/>
                  </a:lnTo>
                  <a:lnTo>
                    <a:pt x="3814670" y="1439032"/>
                  </a:lnTo>
                  <a:lnTo>
                    <a:pt x="3814764" y="1439032"/>
                  </a:lnTo>
                  <a:lnTo>
                    <a:pt x="3814858" y="1439032"/>
                  </a:lnTo>
                  <a:lnTo>
                    <a:pt x="3814952" y="1439032"/>
                  </a:lnTo>
                  <a:lnTo>
                    <a:pt x="3815046" y="1439032"/>
                  </a:lnTo>
                  <a:lnTo>
                    <a:pt x="3815140" y="1439032"/>
                  </a:lnTo>
                  <a:lnTo>
                    <a:pt x="3815235" y="1439032"/>
                  </a:lnTo>
                  <a:lnTo>
                    <a:pt x="3815329" y="1439032"/>
                  </a:lnTo>
                  <a:lnTo>
                    <a:pt x="3815423" y="1439032"/>
                  </a:lnTo>
                  <a:lnTo>
                    <a:pt x="3815517" y="1439032"/>
                  </a:lnTo>
                  <a:lnTo>
                    <a:pt x="3815611" y="1439032"/>
                  </a:lnTo>
                  <a:lnTo>
                    <a:pt x="3815705" y="1439032"/>
                  </a:lnTo>
                  <a:lnTo>
                    <a:pt x="3815799" y="1439032"/>
                  </a:lnTo>
                  <a:lnTo>
                    <a:pt x="3815894" y="1439032"/>
                  </a:lnTo>
                  <a:lnTo>
                    <a:pt x="3815988" y="1439032"/>
                  </a:lnTo>
                  <a:lnTo>
                    <a:pt x="3816082" y="1439032"/>
                  </a:lnTo>
                  <a:lnTo>
                    <a:pt x="3816176" y="1439032"/>
                  </a:lnTo>
                  <a:lnTo>
                    <a:pt x="3816270" y="1439032"/>
                  </a:lnTo>
                  <a:lnTo>
                    <a:pt x="3816364" y="1439032"/>
                  </a:lnTo>
                  <a:lnTo>
                    <a:pt x="3816458" y="1439032"/>
                  </a:lnTo>
                  <a:lnTo>
                    <a:pt x="3816458" y="1434121"/>
                  </a:lnTo>
                  <a:lnTo>
                    <a:pt x="3816553" y="1434121"/>
                  </a:lnTo>
                  <a:lnTo>
                    <a:pt x="3816647" y="1434121"/>
                  </a:lnTo>
                  <a:lnTo>
                    <a:pt x="3816741" y="1434121"/>
                  </a:lnTo>
                  <a:lnTo>
                    <a:pt x="3816835" y="1434121"/>
                  </a:lnTo>
                  <a:lnTo>
                    <a:pt x="3816929" y="1434121"/>
                  </a:lnTo>
                  <a:lnTo>
                    <a:pt x="3817023" y="1434121"/>
                  </a:lnTo>
                  <a:lnTo>
                    <a:pt x="3817118" y="1434121"/>
                  </a:lnTo>
                  <a:lnTo>
                    <a:pt x="3817212" y="1434121"/>
                  </a:lnTo>
                  <a:lnTo>
                    <a:pt x="3817306" y="1434121"/>
                  </a:lnTo>
                  <a:lnTo>
                    <a:pt x="3817400" y="1434121"/>
                  </a:lnTo>
                  <a:lnTo>
                    <a:pt x="3817494" y="1434121"/>
                  </a:lnTo>
                  <a:lnTo>
                    <a:pt x="3817588" y="1434121"/>
                  </a:lnTo>
                  <a:lnTo>
                    <a:pt x="3817682" y="1434121"/>
                  </a:lnTo>
                  <a:lnTo>
                    <a:pt x="3817777" y="1434121"/>
                  </a:lnTo>
                  <a:lnTo>
                    <a:pt x="3817871" y="1434121"/>
                  </a:lnTo>
                  <a:lnTo>
                    <a:pt x="3817965" y="1434121"/>
                  </a:lnTo>
                  <a:lnTo>
                    <a:pt x="3817965" y="1429210"/>
                  </a:lnTo>
                  <a:lnTo>
                    <a:pt x="3818059" y="1429210"/>
                  </a:lnTo>
                  <a:lnTo>
                    <a:pt x="3818153" y="1429210"/>
                  </a:lnTo>
                  <a:lnTo>
                    <a:pt x="3818247" y="1429210"/>
                  </a:lnTo>
                  <a:lnTo>
                    <a:pt x="3818342" y="1429210"/>
                  </a:lnTo>
                  <a:lnTo>
                    <a:pt x="3818436" y="1429210"/>
                  </a:lnTo>
                  <a:lnTo>
                    <a:pt x="3818530" y="1429210"/>
                  </a:lnTo>
                  <a:lnTo>
                    <a:pt x="3818624" y="1429210"/>
                  </a:lnTo>
                  <a:lnTo>
                    <a:pt x="3818718" y="1429210"/>
                  </a:lnTo>
                  <a:lnTo>
                    <a:pt x="3818812" y="1429210"/>
                  </a:lnTo>
                  <a:lnTo>
                    <a:pt x="3818906" y="1429210"/>
                  </a:lnTo>
                  <a:lnTo>
                    <a:pt x="3819001" y="1429210"/>
                  </a:lnTo>
                  <a:lnTo>
                    <a:pt x="3819095" y="1429210"/>
                  </a:lnTo>
                  <a:lnTo>
                    <a:pt x="3819189" y="1429210"/>
                  </a:lnTo>
                  <a:lnTo>
                    <a:pt x="3819283" y="1429210"/>
                  </a:lnTo>
                  <a:lnTo>
                    <a:pt x="3819377" y="1429210"/>
                  </a:lnTo>
                  <a:lnTo>
                    <a:pt x="3819471" y="1429210"/>
                  </a:lnTo>
                  <a:lnTo>
                    <a:pt x="3819471" y="1424298"/>
                  </a:lnTo>
                  <a:lnTo>
                    <a:pt x="3819566" y="1424298"/>
                  </a:lnTo>
                  <a:lnTo>
                    <a:pt x="3819660" y="1424298"/>
                  </a:lnTo>
                  <a:lnTo>
                    <a:pt x="3819754" y="1424298"/>
                  </a:lnTo>
                  <a:lnTo>
                    <a:pt x="3819848" y="1424298"/>
                  </a:lnTo>
                  <a:lnTo>
                    <a:pt x="3819942" y="1424298"/>
                  </a:lnTo>
                  <a:lnTo>
                    <a:pt x="3820036" y="1424298"/>
                  </a:lnTo>
                  <a:lnTo>
                    <a:pt x="3820130" y="1424298"/>
                  </a:lnTo>
                  <a:lnTo>
                    <a:pt x="3820225" y="1424298"/>
                  </a:lnTo>
                  <a:lnTo>
                    <a:pt x="3820319" y="1424298"/>
                  </a:lnTo>
                  <a:lnTo>
                    <a:pt x="3820413" y="1424298"/>
                  </a:lnTo>
                  <a:lnTo>
                    <a:pt x="3820507" y="1424298"/>
                  </a:lnTo>
                  <a:lnTo>
                    <a:pt x="3820601" y="1424298"/>
                  </a:lnTo>
                  <a:lnTo>
                    <a:pt x="3820695" y="1424298"/>
                  </a:lnTo>
                  <a:lnTo>
                    <a:pt x="3820789" y="1424298"/>
                  </a:lnTo>
                  <a:lnTo>
                    <a:pt x="3820884" y="1424298"/>
                  </a:lnTo>
                  <a:lnTo>
                    <a:pt x="3820978" y="1424298"/>
                  </a:lnTo>
                  <a:lnTo>
                    <a:pt x="3821072" y="1424298"/>
                  </a:lnTo>
                  <a:lnTo>
                    <a:pt x="3821166" y="1424298"/>
                  </a:lnTo>
                  <a:lnTo>
                    <a:pt x="3821260" y="1424298"/>
                  </a:lnTo>
                  <a:lnTo>
                    <a:pt x="3821354" y="1424298"/>
                  </a:lnTo>
                  <a:lnTo>
                    <a:pt x="3821449" y="1424298"/>
                  </a:lnTo>
                  <a:lnTo>
                    <a:pt x="3821543" y="1424298"/>
                  </a:lnTo>
                  <a:lnTo>
                    <a:pt x="3821637" y="1424298"/>
                  </a:lnTo>
                  <a:lnTo>
                    <a:pt x="3821731" y="1424298"/>
                  </a:lnTo>
                  <a:lnTo>
                    <a:pt x="3821825" y="1424298"/>
                  </a:lnTo>
                  <a:lnTo>
                    <a:pt x="3821919" y="1424298"/>
                  </a:lnTo>
                  <a:lnTo>
                    <a:pt x="3822013" y="1424298"/>
                  </a:lnTo>
                  <a:lnTo>
                    <a:pt x="3822108" y="1424298"/>
                  </a:lnTo>
                  <a:lnTo>
                    <a:pt x="3822202" y="1424298"/>
                  </a:lnTo>
                  <a:lnTo>
                    <a:pt x="3822296" y="1424298"/>
                  </a:lnTo>
                  <a:lnTo>
                    <a:pt x="3822390" y="1424298"/>
                  </a:lnTo>
                  <a:lnTo>
                    <a:pt x="3822484" y="1424298"/>
                  </a:lnTo>
                  <a:lnTo>
                    <a:pt x="3822578" y="1424298"/>
                  </a:lnTo>
                  <a:lnTo>
                    <a:pt x="3822673" y="1424298"/>
                  </a:lnTo>
                  <a:lnTo>
                    <a:pt x="3822767" y="1424298"/>
                  </a:lnTo>
                  <a:lnTo>
                    <a:pt x="3822861" y="1424298"/>
                  </a:lnTo>
                  <a:lnTo>
                    <a:pt x="3822955" y="1424298"/>
                  </a:lnTo>
                  <a:lnTo>
                    <a:pt x="3823049" y="1424298"/>
                  </a:lnTo>
                  <a:lnTo>
                    <a:pt x="3823143" y="1424298"/>
                  </a:lnTo>
                  <a:lnTo>
                    <a:pt x="3823237" y="1424298"/>
                  </a:lnTo>
                  <a:lnTo>
                    <a:pt x="3823332" y="1424298"/>
                  </a:lnTo>
                  <a:lnTo>
                    <a:pt x="3823426" y="1424298"/>
                  </a:lnTo>
                  <a:lnTo>
                    <a:pt x="3823520" y="1424298"/>
                  </a:lnTo>
                  <a:lnTo>
                    <a:pt x="3823614" y="1424298"/>
                  </a:lnTo>
                  <a:lnTo>
                    <a:pt x="3823708" y="1424298"/>
                  </a:lnTo>
                  <a:lnTo>
                    <a:pt x="3823802" y="1424298"/>
                  </a:lnTo>
                  <a:lnTo>
                    <a:pt x="3823897" y="1424298"/>
                  </a:lnTo>
                  <a:lnTo>
                    <a:pt x="3823991" y="1424298"/>
                  </a:lnTo>
                  <a:lnTo>
                    <a:pt x="3824085" y="1424298"/>
                  </a:lnTo>
                  <a:lnTo>
                    <a:pt x="3824179" y="1424298"/>
                  </a:lnTo>
                  <a:lnTo>
                    <a:pt x="3824273" y="1424298"/>
                  </a:lnTo>
                  <a:lnTo>
                    <a:pt x="3824367" y="1424298"/>
                  </a:lnTo>
                  <a:lnTo>
                    <a:pt x="3824461" y="1424298"/>
                  </a:lnTo>
                  <a:lnTo>
                    <a:pt x="3824556" y="1424298"/>
                  </a:lnTo>
                  <a:lnTo>
                    <a:pt x="3824650" y="1424298"/>
                  </a:lnTo>
                  <a:lnTo>
                    <a:pt x="3824744" y="1424298"/>
                  </a:lnTo>
                  <a:lnTo>
                    <a:pt x="3824838" y="1424298"/>
                  </a:lnTo>
                  <a:lnTo>
                    <a:pt x="3824932" y="1424298"/>
                  </a:lnTo>
                  <a:lnTo>
                    <a:pt x="3825026" y="1424298"/>
                  </a:lnTo>
                  <a:lnTo>
                    <a:pt x="3825120" y="1424298"/>
                  </a:lnTo>
                  <a:lnTo>
                    <a:pt x="3825215" y="1424298"/>
                  </a:lnTo>
                  <a:lnTo>
                    <a:pt x="3825309" y="1424298"/>
                  </a:lnTo>
                  <a:lnTo>
                    <a:pt x="3825403" y="1424298"/>
                  </a:lnTo>
                  <a:lnTo>
                    <a:pt x="3825497" y="1424298"/>
                  </a:lnTo>
                  <a:lnTo>
                    <a:pt x="3825591" y="1424298"/>
                  </a:lnTo>
                  <a:lnTo>
                    <a:pt x="3825685" y="1424298"/>
                  </a:lnTo>
                  <a:lnTo>
                    <a:pt x="3825780" y="1424298"/>
                  </a:lnTo>
                  <a:lnTo>
                    <a:pt x="3825874" y="1424298"/>
                  </a:lnTo>
                  <a:lnTo>
                    <a:pt x="3825968" y="1424298"/>
                  </a:lnTo>
                  <a:lnTo>
                    <a:pt x="3826062" y="1424298"/>
                  </a:lnTo>
                  <a:lnTo>
                    <a:pt x="3826156" y="1424298"/>
                  </a:lnTo>
                  <a:lnTo>
                    <a:pt x="3826250" y="1424298"/>
                  </a:lnTo>
                  <a:lnTo>
                    <a:pt x="3826344" y="1424298"/>
                  </a:lnTo>
                  <a:lnTo>
                    <a:pt x="3826439" y="1424298"/>
                  </a:lnTo>
                  <a:lnTo>
                    <a:pt x="3826533" y="1424298"/>
                  </a:lnTo>
                  <a:lnTo>
                    <a:pt x="3826627" y="1424298"/>
                  </a:lnTo>
                  <a:lnTo>
                    <a:pt x="3826721" y="1424298"/>
                  </a:lnTo>
                  <a:lnTo>
                    <a:pt x="3826815" y="1424298"/>
                  </a:lnTo>
                  <a:lnTo>
                    <a:pt x="3826909" y="1424298"/>
                  </a:lnTo>
                  <a:lnTo>
                    <a:pt x="3827004" y="1424298"/>
                  </a:lnTo>
                  <a:lnTo>
                    <a:pt x="3827098" y="1424298"/>
                  </a:lnTo>
                  <a:lnTo>
                    <a:pt x="3827192" y="1424298"/>
                  </a:lnTo>
                  <a:lnTo>
                    <a:pt x="3827286" y="1424298"/>
                  </a:lnTo>
                  <a:lnTo>
                    <a:pt x="3827380" y="1424298"/>
                  </a:lnTo>
                  <a:lnTo>
                    <a:pt x="3827474" y="1424298"/>
                  </a:lnTo>
                  <a:lnTo>
                    <a:pt x="3827568" y="1424298"/>
                  </a:lnTo>
                  <a:lnTo>
                    <a:pt x="3827663" y="1424298"/>
                  </a:lnTo>
                  <a:lnTo>
                    <a:pt x="3827757" y="1424298"/>
                  </a:lnTo>
                  <a:lnTo>
                    <a:pt x="3827851" y="1424298"/>
                  </a:lnTo>
                  <a:lnTo>
                    <a:pt x="3827945" y="1424298"/>
                  </a:lnTo>
                  <a:lnTo>
                    <a:pt x="3828039" y="1424298"/>
                  </a:lnTo>
                  <a:lnTo>
                    <a:pt x="3828133" y="1424298"/>
                  </a:lnTo>
                  <a:lnTo>
                    <a:pt x="3828228" y="1424298"/>
                  </a:lnTo>
                  <a:lnTo>
                    <a:pt x="3828322" y="1424298"/>
                  </a:lnTo>
                  <a:lnTo>
                    <a:pt x="3828416" y="1424298"/>
                  </a:lnTo>
                  <a:lnTo>
                    <a:pt x="3828510" y="1424298"/>
                  </a:lnTo>
                  <a:lnTo>
                    <a:pt x="3828604" y="1424298"/>
                  </a:lnTo>
                  <a:lnTo>
                    <a:pt x="3828698" y="1424298"/>
                  </a:lnTo>
                  <a:lnTo>
                    <a:pt x="3828792" y="1424298"/>
                  </a:lnTo>
                  <a:lnTo>
                    <a:pt x="3828887" y="1424298"/>
                  </a:lnTo>
                  <a:lnTo>
                    <a:pt x="3828981" y="1424298"/>
                  </a:lnTo>
                  <a:lnTo>
                    <a:pt x="3829075" y="1424298"/>
                  </a:lnTo>
                  <a:lnTo>
                    <a:pt x="3829169" y="1424298"/>
                  </a:lnTo>
                  <a:lnTo>
                    <a:pt x="3829263" y="1424298"/>
                  </a:lnTo>
                  <a:lnTo>
                    <a:pt x="3829357" y="1424298"/>
                  </a:lnTo>
                  <a:lnTo>
                    <a:pt x="3829451" y="1424298"/>
                  </a:lnTo>
                  <a:lnTo>
                    <a:pt x="3829546" y="1424298"/>
                  </a:lnTo>
                  <a:lnTo>
                    <a:pt x="3829640" y="1424298"/>
                  </a:lnTo>
                  <a:lnTo>
                    <a:pt x="3829734" y="1424298"/>
                  </a:lnTo>
                  <a:lnTo>
                    <a:pt x="3829828" y="1424298"/>
                  </a:lnTo>
                  <a:lnTo>
                    <a:pt x="3829922" y="1424298"/>
                  </a:lnTo>
                  <a:lnTo>
                    <a:pt x="3830016" y="1424298"/>
                  </a:lnTo>
                  <a:lnTo>
                    <a:pt x="3830111" y="1424298"/>
                  </a:lnTo>
                  <a:lnTo>
                    <a:pt x="3830205" y="1424298"/>
                  </a:lnTo>
                  <a:lnTo>
                    <a:pt x="3830299" y="1424298"/>
                  </a:lnTo>
                  <a:lnTo>
                    <a:pt x="3830393" y="1424298"/>
                  </a:lnTo>
                  <a:lnTo>
                    <a:pt x="3830487" y="1424298"/>
                  </a:lnTo>
                  <a:lnTo>
                    <a:pt x="3830581" y="1424298"/>
                  </a:lnTo>
                  <a:lnTo>
                    <a:pt x="3830675" y="1424298"/>
                  </a:lnTo>
                  <a:lnTo>
                    <a:pt x="3830770" y="1424298"/>
                  </a:lnTo>
                  <a:lnTo>
                    <a:pt x="3830864" y="1424298"/>
                  </a:lnTo>
                  <a:lnTo>
                    <a:pt x="3830958" y="1424298"/>
                  </a:lnTo>
                  <a:lnTo>
                    <a:pt x="3831052" y="1424298"/>
                  </a:lnTo>
                  <a:lnTo>
                    <a:pt x="3831146" y="1424298"/>
                  </a:lnTo>
                  <a:lnTo>
                    <a:pt x="3831240" y="1424298"/>
                  </a:lnTo>
                  <a:lnTo>
                    <a:pt x="3831335" y="1424298"/>
                  </a:lnTo>
                  <a:lnTo>
                    <a:pt x="3831429" y="1424298"/>
                  </a:lnTo>
                  <a:lnTo>
                    <a:pt x="3831523" y="1424298"/>
                  </a:lnTo>
                  <a:lnTo>
                    <a:pt x="3831617" y="1424298"/>
                  </a:lnTo>
                  <a:lnTo>
                    <a:pt x="3831711" y="1424298"/>
                  </a:lnTo>
                  <a:lnTo>
                    <a:pt x="3831805" y="1424298"/>
                  </a:lnTo>
                  <a:lnTo>
                    <a:pt x="3831899" y="1424298"/>
                  </a:lnTo>
                  <a:lnTo>
                    <a:pt x="3831994" y="1424298"/>
                  </a:lnTo>
                  <a:lnTo>
                    <a:pt x="3832088" y="1424298"/>
                  </a:lnTo>
                  <a:lnTo>
                    <a:pt x="3832182" y="1424298"/>
                  </a:lnTo>
                  <a:lnTo>
                    <a:pt x="3832276" y="1424298"/>
                  </a:lnTo>
                  <a:lnTo>
                    <a:pt x="3832370" y="1424298"/>
                  </a:lnTo>
                  <a:lnTo>
                    <a:pt x="3832464" y="1424298"/>
                  </a:lnTo>
                  <a:lnTo>
                    <a:pt x="3832559" y="1424298"/>
                  </a:lnTo>
                  <a:lnTo>
                    <a:pt x="3832653" y="1424298"/>
                  </a:lnTo>
                  <a:lnTo>
                    <a:pt x="3832747" y="1424298"/>
                  </a:lnTo>
                  <a:lnTo>
                    <a:pt x="3832841" y="1424298"/>
                  </a:lnTo>
                  <a:lnTo>
                    <a:pt x="3832935" y="1424298"/>
                  </a:lnTo>
                  <a:lnTo>
                    <a:pt x="3833029" y="1424298"/>
                  </a:lnTo>
                  <a:lnTo>
                    <a:pt x="3833123" y="1424298"/>
                  </a:lnTo>
                  <a:lnTo>
                    <a:pt x="3833218" y="1424298"/>
                  </a:lnTo>
                  <a:lnTo>
                    <a:pt x="3833312" y="1424298"/>
                  </a:lnTo>
                  <a:lnTo>
                    <a:pt x="3833406" y="1424298"/>
                  </a:lnTo>
                  <a:lnTo>
                    <a:pt x="3833500" y="1424298"/>
                  </a:lnTo>
                  <a:lnTo>
                    <a:pt x="3833594" y="1424298"/>
                  </a:lnTo>
                  <a:lnTo>
                    <a:pt x="3833688" y="1424298"/>
                  </a:lnTo>
                  <a:lnTo>
                    <a:pt x="3833782" y="1424298"/>
                  </a:lnTo>
                  <a:lnTo>
                    <a:pt x="3833877" y="1424298"/>
                  </a:lnTo>
                  <a:lnTo>
                    <a:pt x="3833971" y="1424298"/>
                  </a:lnTo>
                  <a:lnTo>
                    <a:pt x="3834065" y="1424298"/>
                  </a:lnTo>
                  <a:lnTo>
                    <a:pt x="3834159" y="1424298"/>
                  </a:lnTo>
                  <a:lnTo>
                    <a:pt x="3834253" y="1424298"/>
                  </a:lnTo>
                  <a:lnTo>
                    <a:pt x="3834347" y="1424298"/>
                  </a:lnTo>
                  <a:lnTo>
                    <a:pt x="3834442" y="1424298"/>
                  </a:lnTo>
                  <a:lnTo>
                    <a:pt x="3834536" y="1424298"/>
                  </a:lnTo>
                  <a:lnTo>
                    <a:pt x="3834630" y="1424298"/>
                  </a:lnTo>
                  <a:lnTo>
                    <a:pt x="3834724" y="1424298"/>
                  </a:lnTo>
                  <a:lnTo>
                    <a:pt x="3834818" y="1424298"/>
                  </a:lnTo>
                  <a:lnTo>
                    <a:pt x="3834912" y="1424298"/>
                  </a:lnTo>
                  <a:lnTo>
                    <a:pt x="3835006" y="1424298"/>
                  </a:lnTo>
                  <a:lnTo>
                    <a:pt x="3835101" y="1424298"/>
                  </a:lnTo>
                  <a:lnTo>
                    <a:pt x="3835195" y="1424298"/>
                  </a:lnTo>
                  <a:lnTo>
                    <a:pt x="3835289" y="1424298"/>
                  </a:lnTo>
                  <a:lnTo>
                    <a:pt x="3835383" y="1424298"/>
                  </a:lnTo>
                  <a:lnTo>
                    <a:pt x="3835477" y="1424298"/>
                  </a:lnTo>
                  <a:lnTo>
                    <a:pt x="3835571" y="1424298"/>
                  </a:lnTo>
                  <a:lnTo>
                    <a:pt x="3835666" y="1424298"/>
                  </a:lnTo>
                  <a:lnTo>
                    <a:pt x="3835760" y="1424298"/>
                  </a:lnTo>
                  <a:lnTo>
                    <a:pt x="3835854" y="1424298"/>
                  </a:lnTo>
                  <a:lnTo>
                    <a:pt x="3835948" y="1424298"/>
                  </a:lnTo>
                  <a:lnTo>
                    <a:pt x="3836042" y="1424298"/>
                  </a:lnTo>
                  <a:lnTo>
                    <a:pt x="3836136" y="1424298"/>
                  </a:lnTo>
                  <a:lnTo>
                    <a:pt x="3836230" y="1424298"/>
                  </a:lnTo>
                  <a:lnTo>
                    <a:pt x="3836325" y="1424298"/>
                  </a:lnTo>
                  <a:lnTo>
                    <a:pt x="3836325" y="1419387"/>
                  </a:lnTo>
                  <a:lnTo>
                    <a:pt x="3836419" y="1419387"/>
                  </a:lnTo>
                  <a:lnTo>
                    <a:pt x="3836513" y="1419387"/>
                  </a:lnTo>
                  <a:lnTo>
                    <a:pt x="3836607" y="1419387"/>
                  </a:lnTo>
                  <a:lnTo>
                    <a:pt x="3836701" y="1419387"/>
                  </a:lnTo>
                  <a:lnTo>
                    <a:pt x="3836795" y="1419387"/>
                  </a:lnTo>
                  <a:lnTo>
                    <a:pt x="3836890" y="1419387"/>
                  </a:lnTo>
                  <a:lnTo>
                    <a:pt x="3836984" y="1419387"/>
                  </a:lnTo>
                  <a:lnTo>
                    <a:pt x="3837078" y="1419387"/>
                  </a:lnTo>
                  <a:lnTo>
                    <a:pt x="3837172" y="1419387"/>
                  </a:lnTo>
                  <a:lnTo>
                    <a:pt x="3837266" y="1419387"/>
                  </a:lnTo>
                  <a:lnTo>
                    <a:pt x="3837360" y="1419387"/>
                  </a:lnTo>
                  <a:lnTo>
                    <a:pt x="3837454" y="1419387"/>
                  </a:lnTo>
                  <a:lnTo>
                    <a:pt x="3837549" y="1419387"/>
                  </a:lnTo>
                  <a:lnTo>
                    <a:pt x="3837643" y="1419387"/>
                  </a:lnTo>
                  <a:lnTo>
                    <a:pt x="3837737" y="1419387"/>
                  </a:lnTo>
                  <a:lnTo>
                    <a:pt x="3837831" y="1419387"/>
                  </a:lnTo>
                  <a:lnTo>
                    <a:pt x="3837925" y="1419387"/>
                  </a:lnTo>
                  <a:lnTo>
                    <a:pt x="3838019" y="1419387"/>
                  </a:lnTo>
                  <a:lnTo>
                    <a:pt x="3838113" y="1419387"/>
                  </a:lnTo>
                  <a:lnTo>
                    <a:pt x="3838208" y="1419387"/>
                  </a:lnTo>
                  <a:lnTo>
                    <a:pt x="3838302" y="1419387"/>
                  </a:lnTo>
                  <a:lnTo>
                    <a:pt x="3838396" y="1419387"/>
                  </a:lnTo>
                  <a:lnTo>
                    <a:pt x="3838490" y="1419387"/>
                  </a:lnTo>
                  <a:lnTo>
                    <a:pt x="3838584" y="1419387"/>
                  </a:lnTo>
                  <a:lnTo>
                    <a:pt x="3838678" y="1419387"/>
                  </a:lnTo>
                  <a:lnTo>
                    <a:pt x="3838773" y="1419387"/>
                  </a:lnTo>
                  <a:lnTo>
                    <a:pt x="3838867" y="1419387"/>
                  </a:lnTo>
                  <a:lnTo>
                    <a:pt x="3838961" y="1419387"/>
                  </a:lnTo>
                  <a:lnTo>
                    <a:pt x="3839055" y="1419387"/>
                  </a:lnTo>
                  <a:lnTo>
                    <a:pt x="3839149" y="1419387"/>
                  </a:lnTo>
                  <a:lnTo>
                    <a:pt x="3839243" y="1419387"/>
                  </a:lnTo>
                  <a:lnTo>
                    <a:pt x="3839337" y="1419387"/>
                  </a:lnTo>
                  <a:lnTo>
                    <a:pt x="3839432" y="1419387"/>
                  </a:lnTo>
                  <a:lnTo>
                    <a:pt x="3839526" y="1419387"/>
                  </a:lnTo>
                  <a:lnTo>
                    <a:pt x="3839620" y="1419387"/>
                  </a:lnTo>
                  <a:lnTo>
                    <a:pt x="3839714" y="1419387"/>
                  </a:lnTo>
                  <a:lnTo>
                    <a:pt x="3839808" y="1419387"/>
                  </a:lnTo>
                  <a:lnTo>
                    <a:pt x="3839902" y="1419387"/>
                  </a:lnTo>
                  <a:lnTo>
                    <a:pt x="3839997" y="1419387"/>
                  </a:lnTo>
                  <a:lnTo>
                    <a:pt x="3840091" y="1419387"/>
                  </a:lnTo>
                  <a:lnTo>
                    <a:pt x="3840185" y="1419387"/>
                  </a:lnTo>
                  <a:lnTo>
                    <a:pt x="3840279" y="1419387"/>
                  </a:lnTo>
                  <a:lnTo>
                    <a:pt x="3840373" y="1419387"/>
                  </a:lnTo>
                  <a:lnTo>
                    <a:pt x="3840467" y="1419387"/>
                  </a:lnTo>
                  <a:lnTo>
                    <a:pt x="3840561" y="1419387"/>
                  </a:lnTo>
                  <a:lnTo>
                    <a:pt x="3840656" y="1419387"/>
                  </a:lnTo>
                  <a:lnTo>
                    <a:pt x="3840750" y="1419387"/>
                  </a:lnTo>
                  <a:lnTo>
                    <a:pt x="3840844" y="1419387"/>
                  </a:lnTo>
                  <a:lnTo>
                    <a:pt x="3840938" y="1419387"/>
                  </a:lnTo>
                  <a:lnTo>
                    <a:pt x="3841032" y="1419387"/>
                  </a:lnTo>
                  <a:lnTo>
                    <a:pt x="3841126" y="1419387"/>
                  </a:lnTo>
                  <a:lnTo>
                    <a:pt x="3841221" y="1419387"/>
                  </a:lnTo>
                  <a:lnTo>
                    <a:pt x="3841315" y="1419387"/>
                  </a:lnTo>
                  <a:lnTo>
                    <a:pt x="3841409" y="1419387"/>
                  </a:lnTo>
                  <a:lnTo>
                    <a:pt x="3841503" y="1419387"/>
                  </a:lnTo>
                  <a:lnTo>
                    <a:pt x="3841597" y="1419387"/>
                  </a:lnTo>
                  <a:lnTo>
                    <a:pt x="3841691" y="1419387"/>
                  </a:lnTo>
                  <a:lnTo>
                    <a:pt x="3841785" y="1419387"/>
                  </a:lnTo>
                  <a:lnTo>
                    <a:pt x="3841880" y="1419387"/>
                  </a:lnTo>
                  <a:lnTo>
                    <a:pt x="3841974" y="1419387"/>
                  </a:lnTo>
                  <a:lnTo>
                    <a:pt x="3842068" y="1419387"/>
                  </a:lnTo>
                  <a:lnTo>
                    <a:pt x="3842162" y="1419387"/>
                  </a:lnTo>
                  <a:lnTo>
                    <a:pt x="3842256" y="1419387"/>
                  </a:lnTo>
                  <a:lnTo>
                    <a:pt x="3842350" y="1419387"/>
                  </a:lnTo>
                  <a:lnTo>
                    <a:pt x="3842444" y="1419387"/>
                  </a:lnTo>
                  <a:lnTo>
                    <a:pt x="3842539" y="1419387"/>
                  </a:lnTo>
                  <a:lnTo>
                    <a:pt x="3842633" y="1419387"/>
                  </a:lnTo>
                  <a:lnTo>
                    <a:pt x="3842727" y="1419387"/>
                  </a:lnTo>
                  <a:lnTo>
                    <a:pt x="3842821" y="1419387"/>
                  </a:lnTo>
                  <a:lnTo>
                    <a:pt x="3842915" y="1419387"/>
                  </a:lnTo>
                  <a:lnTo>
                    <a:pt x="3843009" y="1419387"/>
                  </a:lnTo>
                  <a:lnTo>
                    <a:pt x="3843104" y="1419387"/>
                  </a:lnTo>
                  <a:lnTo>
                    <a:pt x="3843198" y="1419387"/>
                  </a:lnTo>
                  <a:lnTo>
                    <a:pt x="3843292" y="1419387"/>
                  </a:lnTo>
                  <a:lnTo>
                    <a:pt x="3843386" y="1419387"/>
                  </a:lnTo>
                  <a:lnTo>
                    <a:pt x="3843480" y="1419387"/>
                  </a:lnTo>
                  <a:lnTo>
                    <a:pt x="3843480" y="1414475"/>
                  </a:lnTo>
                  <a:lnTo>
                    <a:pt x="3843574" y="1414475"/>
                  </a:lnTo>
                  <a:lnTo>
                    <a:pt x="3843668" y="1414475"/>
                  </a:lnTo>
                  <a:lnTo>
                    <a:pt x="3843763" y="1414475"/>
                  </a:lnTo>
                  <a:lnTo>
                    <a:pt x="3843857" y="1414475"/>
                  </a:lnTo>
                  <a:lnTo>
                    <a:pt x="3843951" y="1414475"/>
                  </a:lnTo>
                  <a:lnTo>
                    <a:pt x="3844045" y="1414475"/>
                  </a:lnTo>
                  <a:lnTo>
                    <a:pt x="3844139" y="1414475"/>
                  </a:lnTo>
                  <a:lnTo>
                    <a:pt x="3844233" y="1414475"/>
                  </a:lnTo>
                  <a:lnTo>
                    <a:pt x="3844328" y="1414475"/>
                  </a:lnTo>
                  <a:lnTo>
                    <a:pt x="3844422" y="1414475"/>
                  </a:lnTo>
                  <a:lnTo>
                    <a:pt x="3844516" y="1414475"/>
                  </a:lnTo>
                  <a:lnTo>
                    <a:pt x="3844610" y="1414475"/>
                  </a:lnTo>
                  <a:lnTo>
                    <a:pt x="3844704" y="1414475"/>
                  </a:lnTo>
                  <a:lnTo>
                    <a:pt x="3844798" y="1414475"/>
                  </a:lnTo>
                  <a:lnTo>
                    <a:pt x="3844892" y="1414475"/>
                  </a:lnTo>
                  <a:lnTo>
                    <a:pt x="3844987" y="1414475"/>
                  </a:lnTo>
                  <a:lnTo>
                    <a:pt x="3845081" y="1414475"/>
                  </a:lnTo>
                  <a:lnTo>
                    <a:pt x="3845175" y="1414475"/>
                  </a:lnTo>
                  <a:lnTo>
                    <a:pt x="3845269" y="1414475"/>
                  </a:lnTo>
                  <a:lnTo>
                    <a:pt x="3845363" y="1414475"/>
                  </a:lnTo>
                  <a:lnTo>
                    <a:pt x="3845457" y="1414475"/>
                  </a:lnTo>
                  <a:lnTo>
                    <a:pt x="3845552" y="1414475"/>
                  </a:lnTo>
                  <a:lnTo>
                    <a:pt x="3845646" y="1414475"/>
                  </a:lnTo>
                  <a:lnTo>
                    <a:pt x="3845740" y="1414475"/>
                  </a:lnTo>
                  <a:lnTo>
                    <a:pt x="3845834" y="1414475"/>
                  </a:lnTo>
                  <a:lnTo>
                    <a:pt x="3845928" y="1414475"/>
                  </a:lnTo>
                  <a:lnTo>
                    <a:pt x="3846022" y="1414475"/>
                  </a:lnTo>
                  <a:lnTo>
                    <a:pt x="3846116" y="1414475"/>
                  </a:lnTo>
                  <a:lnTo>
                    <a:pt x="3846211" y="1414475"/>
                  </a:lnTo>
                  <a:lnTo>
                    <a:pt x="3846305" y="1414475"/>
                  </a:lnTo>
                  <a:lnTo>
                    <a:pt x="3846399" y="1414475"/>
                  </a:lnTo>
                  <a:lnTo>
                    <a:pt x="3846493" y="1414475"/>
                  </a:lnTo>
                  <a:lnTo>
                    <a:pt x="3846587" y="1414475"/>
                  </a:lnTo>
                  <a:lnTo>
                    <a:pt x="3846681" y="1414475"/>
                  </a:lnTo>
                  <a:lnTo>
                    <a:pt x="3846775" y="1414475"/>
                  </a:lnTo>
                  <a:lnTo>
                    <a:pt x="3846870" y="1414475"/>
                  </a:lnTo>
                  <a:lnTo>
                    <a:pt x="3846964" y="1414475"/>
                  </a:lnTo>
                  <a:lnTo>
                    <a:pt x="3847058" y="1414475"/>
                  </a:lnTo>
                  <a:lnTo>
                    <a:pt x="3847152" y="1414475"/>
                  </a:lnTo>
                  <a:lnTo>
                    <a:pt x="3847246" y="1414475"/>
                  </a:lnTo>
                  <a:lnTo>
                    <a:pt x="3847340" y="1414475"/>
                  </a:lnTo>
                  <a:lnTo>
                    <a:pt x="3847435" y="1414475"/>
                  </a:lnTo>
                  <a:lnTo>
                    <a:pt x="3847529" y="1414475"/>
                  </a:lnTo>
                  <a:lnTo>
                    <a:pt x="3847623" y="1414475"/>
                  </a:lnTo>
                  <a:lnTo>
                    <a:pt x="3847717" y="1414475"/>
                  </a:lnTo>
                  <a:lnTo>
                    <a:pt x="3847811" y="1414475"/>
                  </a:lnTo>
                  <a:lnTo>
                    <a:pt x="3847905" y="1414475"/>
                  </a:lnTo>
                  <a:lnTo>
                    <a:pt x="3847999" y="1414475"/>
                  </a:lnTo>
                  <a:lnTo>
                    <a:pt x="3848094" y="1414475"/>
                  </a:lnTo>
                  <a:lnTo>
                    <a:pt x="3848188" y="1414475"/>
                  </a:lnTo>
                  <a:lnTo>
                    <a:pt x="3848282" y="1414475"/>
                  </a:lnTo>
                  <a:lnTo>
                    <a:pt x="3848376" y="1414475"/>
                  </a:lnTo>
                  <a:lnTo>
                    <a:pt x="3848470" y="1414475"/>
                  </a:lnTo>
                  <a:lnTo>
                    <a:pt x="3848564" y="1414475"/>
                  </a:lnTo>
                  <a:lnTo>
                    <a:pt x="3848659" y="1414475"/>
                  </a:lnTo>
                  <a:lnTo>
                    <a:pt x="3848753" y="1414475"/>
                  </a:lnTo>
                  <a:lnTo>
                    <a:pt x="3848847" y="1414475"/>
                  </a:lnTo>
                  <a:lnTo>
                    <a:pt x="3848941" y="1414475"/>
                  </a:lnTo>
                  <a:lnTo>
                    <a:pt x="3849035" y="1414475"/>
                  </a:lnTo>
                  <a:lnTo>
                    <a:pt x="3849129" y="1414475"/>
                  </a:lnTo>
                  <a:lnTo>
                    <a:pt x="3849223" y="1414475"/>
                  </a:lnTo>
                  <a:lnTo>
                    <a:pt x="3849318" y="1414475"/>
                  </a:lnTo>
                  <a:lnTo>
                    <a:pt x="3849412" y="1414475"/>
                  </a:lnTo>
                  <a:lnTo>
                    <a:pt x="3849506" y="1414475"/>
                  </a:lnTo>
                  <a:lnTo>
                    <a:pt x="3849600" y="1414475"/>
                  </a:lnTo>
                  <a:lnTo>
                    <a:pt x="3849694" y="1414475"/>
                  </a:lnTo>
                  <a:lnTo>
                    <a:pt x="3849788" y="1414475"/>
                  </a:lnTo>
                  <a:lnTo>
                    <a:pt x="3849883" y="1414475"/>
                  </a:lnTo>
                  <a:lnTo>
                    <a:pt x="3849977" y="1414475"/>
                  </a:lnTo>
                  <a:lnTo>
                    <a:pt x="3850071" y="1414475"/>
                  </a:lnTo>
                  <a:lnTo>
                    <a:pt x="3850165" y="1414475"/>
                  </a:lnTo>
                  <a:lnTo>
                    <a:pt x="3850165" y="1409564"/>
                  </a:lnTo>
                  <a:lnTo>
                    <a:pt x="3850259" y="1409564"/>
                  </a:lnTo>
                  <a:lnTo>
                    <a:pt x="3850353" y="1409564"/>
                  </a:lnTo>
                  <a:lnTo>
                    <a:pt x="3850447" y="1409564"/>
                  </a:lnTo>
                  <a:lnTo>
                    <a:pt x="3850542" y="1409564"/>
                  </a:lnTo>
                  <a:lnTo>
                    <a:pt x="3850636" y="1409564"/>
                  </a:lnTo>
                  <a:lnTo>
                    <a:pt x="3850730" y="1409564"/>
                  </a:lnTo>
                  <a:lnTo>
                    <a:pt x="3850824" y="1409564"/>
                  </a:lnTo>
                  <a:lnTo>
                    <a:pt x="3850918" y="1409564"/>
                  </a:lnTo>
                  <a:lnTo>
                    <a:pt x="3851012" y="1409564"/>
                  </a:lnTo>
                  <a:lnTo>
                    <a:pt x="3851106" y="1409564"/>
                  </a:lnTo>
                  <a:lnTo>
                    <a:pt x="3851201" y="1409564"/>
                  </a:lnTo>
                  <a:lnTo>
                    <a:pt x="3851295" y="1409564"/>
                  </a:lnTo>
                  <a:lnTo>
                    <a:pt x="3851389" y="1409564"/>
                  </a:lnTo>
                  <a:lnTo>
                    <a:pt x="3851483" y="1409564"/>
                  </a:lnTo>
                  <a:lnTo>
                    <a:pt x="3851577" y="1409564"/>
                  </a:lnTo>
                  <a:lnTo>
                    <a:pt x="3851671" y="1409564"/>
                  </a:lnTo>
                  <a:lnTo>
                    <a:pt x="3851766" y="1409564"/>
                  </a:lnTo>
                  <a:lnTo>
                    <a:pt x="3851860" y="1409564"/>
                  </a:lnTo>
                  <a:lnTo>
                    <a:pt x="3851954" y="1409564"/>
                  </a:lnTo>
                  <a:lnTo>
                    <a:pt x="3852048" y="1409564"/>
                  </a:lnTo>
                  <a:lnTo>
                    <a:pt x="3852142" y="1409564"/>
                  </a:lnTo>
                  <a:lnTo>
                    <a:pt x="3852142" y="1404653"/>
                  </a:lnTo>
                  <a:lnTo>
                    <a:pt x="3852236" y="1404653"/>
                  </a:lnTo>
                  <a:lnTo>
                    <a:pt x="3852330" y="1404653"/>
                  </a:lnTo>
                  <a:lnTo>
                    <a:pt x="3852425" y="1404653"/>
                  </a:lnTo>
                  <a:lnTo>
                    <a:pt x="3852519" y="1404653"/>
                  </a:lnTo>
                  <a:lnTo>
                    <a:pt x="3852613" y="1404653"/>
                  </a:lnTo>
                  <a:lnTo>
                    <a:pt x="3852707" y="1404653"/>
                  </a:lnTo>
                  <a:lnTo>
                    <a:pt x="3852801" y="1404653"/>
                  </a:lnTo>
                  <a:lnTo>
                    <a:pt x="3852895" y="1404653"/>
                  </a:lnTo>
                  <a:lnTo>
                    <a:pt x="3852990" y="1404653"/>
                  </a:lnTo>
                  <a:lnTo>
                    <a:pt x="3853084" y="1404653"/>
                  </a:lnTo>
                  <a:lnTo>
                    <a:pt x="3853178" y="1404653"/>
                  </a:lnTo>
                  <a:lnTo>
                    <a:pt x="3853272" y="1404653"/>
                  </a:lnTo>
                  <a:lnTo>
                    <a:pt x="3853366" y="1404653"/>
                  </a:lnTo>
                  <a:lnTo>
                    <a:pt x="3853460" y="1404653"/>
                  </a:lnTo>
                  <a:lnTo>
                    <a:pt x="3853554" y="1404653"/>
                  </a:lnTo>
                  <a:lnTo>
                    <a:pt x="3853649" y="1404653"/>
                  </a:lnTo>
                  <a:lnTo>
                    <a:pt x="3853743" y="1404653"/>
                  </a:lnTo>
                  <a:lnTo>
                    <a:pt x="3853837" y="1404653"/>
                  </a:lnTo>
                  <a:lnTo>
                    <a:pt x="3853931" y="1404653"/>
                  </a:lnTo>
                  <a:lnTo>
                    <a:pt x="3854025" y="1404653"/>
                  </a:lnTo>
                  <a:lnTo>
                    <a:pt x="3854119" y="1404653"/>
                  </a:lnTo>
                  <a:lnTo>
                    <a:pt x="3854214" y="1404653"/>
                  </a:lnTo>
                  <a:lnTo>
                    <a:pt x="3854308" y="1404653"/>
                  </a:lnTo>
                  <a:lnTo>
                    <a:pt x="3854402" y="1404653"/>
                  </a:lnTo>
                  <a:lnTo>
                    <a:pt x="3854496" y="1404653"/>
                  </a:lnTo>
                  <a:lnTo>
                    <a:pt x="3854590" y="1404653"/>
                  </a:lnTo>
                  <a:lnTo>
                    <a:pt x="3854684" y="1404653"/>
                  </a:lnTo>
                  <a:lnTo>
                    <a:pt x="3854778" y="1404653"/>
                  </a:lnTo>
                  <a:lnTo>
                    <a:pt x="3854873" y="1404653"/>
                  </a:lnTo>
                  <a:lnTo>
                    <a:pt x="3854967" y="1404653"/>
                  </a:lnTo>
                  <a:lnTo>
                    <a:pt x="3855061" y="1404653"/>
                  </a:lnTo>
                  <a:lnTo>
                    <a:pt x="3855155" y="1404653"/>
                  </a:lnTo>
                  <a:lnTo>
                    <a:pt x="3855249" y="1404653"/>
                  </a:lnTo>
                  <a:lnTo>
                    <a:pt x="3855343" y="1404653"/>
                  </a:lnTo>
                  <a:lnTo>
                    <a:pt x="3855437" y="1404653"/>
                  </a:lnTo>
                  <a:lnTo>
                    <a:pt x="3855532" y="1404653"/>
                  </a:lnTo>
                  <a:lnTo>
                    <a:pt x="3855626" y="1404653"/>
                  </a:lnTo>
                  <a:lnTo>
                    <a:pt x="3855720" y="1404653"/>
                  </a:lnTo>
                  <a:lnTo>
                    <a:pt x="3855814" y="1404653"/>
                  </a:lnTo>
                  <a:lnTo>
                    <a:pt x="3855908" y="1404653"/>
                  </a:lnTo>
                  <a:lnTo>
                    <a:pt x="3856002" y="1404653"/>
                  </a:lnTo>
                  <a:lnTo>
                    <a:pt x="3856097" y="1404653"/>
                  </a:lnTo>
                  <a:lnTo>
                    <a:pt x="3856191" y="1404653"/>
                  </a:lnTo>
                  <a:lnTo>
                    <a:pt x="3856285" y="1404653"/>
                  </a:lnTo>
                  <a:lnTo>
                    <a:pt x="3856379" y="1404653"/>
                  </a:lnTo>
                  <a:lnTo>
                    <a:pt x="3856473" y="1404653"/>
                  </a:lnTo>
                  <a:lnTo>
                    <a:pt x="3856567" y="1404653"/>
                  </a:lnTo>
                  <a:lnTo>
                    <a:pt x="3856661" y="1404653"/>
                  </a:lnTo>
                  <a:lnTo>
                    <a:pt x="3856756" y="1404653"/>
                  </a:lnTo>
                  <a:lnTo>
                    <a:pt x="3856850" y="1404653"/>
                  </a:lnTo>
                  <a:lnTo>
                    <a:pt x="3856944" y="1404653"/>
                  </a:lnTo>
                  <a:lnTo>
                    <a:pt x="3857038" y="1404653"/>
                  </a:lnTo>
                  <a:lnTo>
                    <a:pt x="3857132" y="1404653"/>
                  </a:lnTo>
                  <a:lnTo>
                    <a:pt x="3857226" y="1404653"/>
                  </a:lnTo>
                  <a:lnTo>
                    <a:pt x="3857321" y="1404653"/>
                  </a:lnTo>
                  <a:lnTo>
                    <a:pt x="3857415" y="1404653"/>
                  </a:lnTo>
                  <a:lnTo>
                    <a:pt x="3857509" y="1404653"/>
                  </a:lnTo>
                  <a:lnTo>
                    <a:pt x="3857603" y="1404653"/>
                  </a:lnTo>
                  <a:lnTo>
                    <a:pt x="3857697" y="1404653"/>
                  </a:lnTo>
                  <a:lnTo>
                    <a:pt x="3857791" y="1404653"/>
                  </a:lnTo>
                  <a:lnTo>
                    <a:pt x="3857885" y="1404653"/>
                  </a:lnTo>
                  <a:lnTo>
                    <a:pt x="3857980" y="1404653"/>
                  </a:lnTo>
                  <a:lnTo>
                    <a:pt x="3858074" y="1404653"/>
                  </a:lnTo>
                  <a:lnTo>
                    <a:pt x="3858168" y="1404653"/>
                  </a:lnTo>
                  <a:lnTo>
                    <a:pt x="3858262" y="1404653"/>
                  </a:lnTo>
                  <a:lnTo>
                    <a:pt x="3858356" y="1404653"/>
                  </a:lnTo>
                  <a:lnTo>
                    <a:pt x="3858450" y="1404653"/>
                  </a:lnTo>
                  <a:lnTo>
                    <a:pt x="3858545" y="1404653"/>
                  </a:lnTo>
                  <a:lnTo>
                    <a:pt x="3858639" y="1404653"/>
                  </a:lnTo>
                  <a:lnTo>
                    <a:pt x="3858733" y="1404653"/>
                  </a:lnTo>
                  <a:lnTo>
                    <a:pt x="3858827" y="1404653"/>
                  </a:lnTo>
                  <a:lnTo>
                    <a:pt x="3858921" y="1404653"/>
                  </a:lnTo>
                  <a:lnTo>
                    <a:pt x="3859015" y="1404653"/>
                  </a:lnTo>
                  <a:lnTo>
                    <a:pt x="3859109" y="1404653"/>
                  </a:lnTo>
                  <a:lnTo>
                    <a:pt x="3859204" y="1404653"/>
                  </a:lnTo>
                  <a:lnTo>
                    <a:pt x="3859298" y="1404653"/>
                  </a:lnTo>
                  <a:lnTo>
                    <a:pt x="3859392" y="1404653"/>
                  </a:lnTo>
                  <a:lnTo>
                    <a:pt x="3859486" y="1404653"/>
                  </a:lnTo>
                  <a:lnTo>
                    <a:pt x="3859580" y="1404653"/>
                  </a:lnTo>
                  <a:lnTo>
                    <a:pt x="3859674" y="1404653"/>
                  </a:lnTo>
                  <a:lnTo>
                    <a:pt x="3859768" y="1404653"/>
                  </a:lnTo>
                  <a:lnTo>
                    <a:pt x="3859863" y="1404653"/>
                  </a:lnTo>
                  <a:lnTo>
                    <a:pt x="3859957" y="1404653"/>
                  </a:lnTo>
                  <a:lnTo>
                    <a:pt x="3860051" y="1404653"/>
                  </a:lnTo>
                  <a:lnTo>
                    <a:pt x="3860145" y="1404653"/>
                  </a:lnTo>
                  <a:lnTo>
                    <a:pt x="3860239" y="1404653"/>
                  </a:lnTo>
                  <a:lnTo>
                    <a:pt x="3860333" y="1404653"/>
                  </a:lnTo>
                  <a:lnTo>
                    <a:pt x="3860428" y="1404653"/>
                  </a:lnTo>
                  <a:lnTo>
                    <a:pt x="3860522" y="1404653"/>
                  </a:lnTo>
                  <a:lnTo>
                    <a:pt x="3860616" y="1404653"/>
                  </a:lnTo>
                  <a:lnTo>
                    <a:pt x="3860710" y="1404653"/>
                  </a:lnTo>
                  <a:lnTo>
                    <a:pt x="3860804" y="1404653"/>
                  </a:lnTo>
                  <a:lnTo>
                    <a:pt x="3860898" y="1404653"/>
                  </a:lnTo>
                  <a:lnTo>
                    <a:pt x="3860992" y="1404653"/>
                  </a:lnTo>
                  <a:lnTo>
                    <a:pt x="3861087" y="1404653"/>
                  </a:lnTo>
                  <a:lnTo>
                    <a:pt x="3861181" y="1404653"/>
                  </a:lnTo>
                  <a:lnTo>
                    <a:pt x="3861275" y="1404653"/>
                  </a:lnTo>
                  <a:lnTo>
                    <a:pt x="3861369" y="1404653"/>
                  </a:lnTo>
                  <a:lnTo>
                    <a:pt x="3861463" y="1404653"/>
                  </a:lnTo>
                  <a:lnTo>
                    <a:pt x="3861557" y="1404653"/>
                  </a:lnTo>
                  <a:lnTo>
                    <a:pt x="3861652" y="1404653"/>
                  </a:lnTo>
                  <a:lnTo>
                    <a:pt x="3861746" y="1404653"/>
                  </a:lnTo>
                  <a:lnTo>
                    <a:pt x="3861840" y="1404653"/>
                  </a:lnTo>
                  <a:lnTo>
                    <a:pt x="3861934" y="1404653"/>
                  </a:lnTo>
                  <a:lnTo>
                    <a:pt x="3862028" y="1404653"/>
                  </a:lnTo>
                  <a:lnTo>
                    <a:pt x="3862122" y="1404653"/>
                  </a:lnTo>
                  <a:lnTo>
                    <a:pt x="3862216" y="1404653"/>
                  </a:lnTo>
                  <a:lnTo>
                    <a:pt x="3862311" y="1404653"/>
                  </a:lnTo>
                  <a:lnTo>
                    <a:pt x="3862405" y="1404653"/>
                  </a:lnTo>
                  <a:lnTo>
                    <a:pt x="3862499" y="1404653"/>
                  </a:lnTo>
                  <a:lnTo>
                    <a:pt x="3862593" y="1404653"/>
                  </a:lnTo>
                  <a:lnTo>
                    <a:pt x="3862687" y="1404653"/>
                  </a:lnTo>
                  <a:lnTo>
                    <a:pt x="3862781" y="1404653"/>
                  </a:lnTo>
                  <a:lnTo>
                    <a:pt x="3862876" y="1404653"/>
                  </a:lnTo>
                  <a:lnTo>
                    <a:pt x="3862970" y="1404653"/>
                  </a:lnTo>
                  <a:lnTo>
                    <a:pt x="3863064" y="1404653"/>
                  </a:lnTo>
                  <a:lnTo>
                    <a:pt x="3863158" y="1404653"/>
                  </a:lnTo>
                  <a:lnTo>
                    <a:pt x="3863252" y="1404653"/>
                  </a:lnTo>
                  <a:lnTo>
                    <a:pt x="3863346" y="1404653"/>
                  </a:lnTo>
                  <a:lnTo>
                    <a:pt x="3863440" y="1404653"/>
                  </a:lnTo>
                  <a:lnTo>
                    <a:pt x="3863535" y="1404653"/>
                  </a:lnTo>
                  <a:lnTo>
                    <a:pt x="3863629" y="1404653"/>
                  </a:lnTo>
                  <a:lnTo>
                    <a:pt x="3863723" y="1404653"/>
                  </a:lnTo>
                  <a:lnTo>
                    <a:pt x="3863817" y="1404653"/>
                  </a:lnTo>
                  <a:lnTo>
                    <a:pt x="3863911" y="1404653"/>
                  </a:lnTo>
                  <a:lnTo>
                    <a:pt x="3864005" y="1404653"/>
                  </a:lnTo>
                  <a:lnTo>
                    <a:pt x="3864099" y="1404653"/>
                  </a:lnTo>
                  <a:lnTo>
                    <a:pt x="3864194" y="1404653"/>
                  </a:lnTo>
                  <a:lnTo>
                    <a:pt x="3864288" y="1404653"/>
                  </a:lnTo>
                  <a:lnTo>
                    <a:pt x="3864382" y="1404653"/>
                  </a:lnTo>
                  <a:lnTo>
                    <a:pt x="3864476" y="1404653"/>
                  </a:lnTo>
                  <a:lnTo>
                    <a:pt x="3864476" y="1399741"/>
                  </a:lnTo>
                  <a:lnTo>
                    <a:pt x="3864570" y="1399741"/>
                  </a:lnTo>
                  <a:lnTo>
                    <a:pt x="3864664" y="1399741"/>
                  </a:lnTo>
                  <a:lnTo>
                    <a:pt x="3864759" y="1399741"/>
                  </a:lnTo>
                  <a:lnTo>
                    <a:pt x="3864853" y="1399741"/>
                  </a:lnTo>
                  <a:lnTo>
                    <a:pt x="3864947" y="1399741"/>
                  </a:lnTo>
                  <a:lnTo>
                    <a:pt x="3865041" y="1399741"/>
                  </a:lnTo>
                  <a:lnTo>
                    <a:pt x="3865135" y="1399741"/>
                  </a:lnTo>
                  <a:lnTo>
                    <a:pt x="3865229" y="1399741"/>
                  </a:lnTo>
                  <a:lnTo>
                    <a:pt x="3865323" y="1399741"/>
                  </a:lnTo>
                  <a:lnTo>
                    <a:pt x="3865418" y="1399741"/>
                  </a:lnTo>
                  <a:lnTo>
                    <a:pt x="3865418" y="1394830"/>
                  </a:lnTo>
                  <a:lnTo>
                    <a:pt x="3865512" y="1394830"/>
                  </a:lnTo>
                  <a:lnTo>
                    <a:pt x="3865606" y="1394830"/>
                  </a:lnTo>
                  <a:lnTo>
                    <a:pt x="3865700" y="1394830"/>
                  </a:lnTo>
                  <a:lnTo>
                    <a:pt x="3865794" y="1394830"/>
                  </a:lnTo>
                  <a:lnTo>
                    <a:pt x="3865888" y="1394830"/>
                  </a:lnTo>
                  <a:lnTo>
                    <a:pt x="3865983" y="1394830"/>
                  </a:lnTo>
                  <a:lnTo>
                    <a:pt x="3866077" y="1394830"/>
                  </a:lnTo>
                  <a:lnTo>
                    <a:pt x="3866171" y="1394830"/>
                  </a:lnTo>
                  <a:lnTo>
                    <a:pt x="3866265" y="1394830"/>
                  </a:lnTo>
                  <a:lnTo>
                    <a:pt x="3866359" y="1394830"/>
                  </a:lnTo>
                  <a:lnTo>
                    <a:pt x="3866453" y="1394830"/>
                  </a:lnTo>
                  <a:lnTo>
                    <a:pt x="3866547" y="1394830"/>
                  </a:lnTo>
                  <a:lnTo>
                    <a:pt x="3866642" y="1394830"/>
                  </a:lnTo>
                  <a:lnTo>
                    <a:pt x="3866736" y="1394830"/>
                  </a:lnTo>
                  <a:lnTo>
                    <a:pt x="3866830" y="1394830"/>
                  </a:lnTo>
                  <a:lnTo>
                    <a:pt x="3866924" y="1394830"/>
                  </a:lnTo>
                  <a:lnTo>
                    <a:pt x="3867018" y="1394830"/>
                  </a:lnTo>
                  <a:lnTo>
                    <a:pt x="3867112" y="1394830"/>
                  </a:lnTo>
                  <a:lnTo>
                    <a:pt x="3867207" y="1394830"/>
                  </a:lnTo>
                  <a:lnTo>
                    <a:pt x="3867301" y="1394830"/>
                  </a:lnTo>
                  <a:lnTo>
                    <a:pt x="3867395" y="1394830"/>
                  </a:lnTo>
                  <a:lnTo>
                    <a:pt x="3867489" y="1394830"/>
                  </a:lnTo>
                  <a:lnTo>
                    <a:pt x="3867583" y="1394830"/>
                  </a:lnTo>
                  <a:lnTo>
                    <a:pt x="3867677" y="1394830"/>
                  </a:lnTo>
                  <a:lnTo>
                    <a:pt x="3867771" y="1394830"/>
                  </a:lnTo>
                  <a:lnTo>
                    <a:pt x="3867866" y="1394830"/>
                  </a:lnTo>
                  <a:lnTo>
                    <a:pt x="3867960" y="1394830"/>
                  </a:lnTo>
                  <a:lnTo>
                    <a:pt x="3868054" y="1394830"/>
                  </a:lnTo>
                  <a:lnTo>
                    <a:pt x="3868148" y="1394830"/>
                  </a:lnTo>
                  <a:lnTo>
                    <a:pt x="3868242" y="1394830"/>
                  </a:lnTo>
                  <a:lnTo>
                    <a:pt x="3868336" y="1394830"/>
                  </a:lnTo>
                  <a:lnTo>
                    <a:pt x="3868430" y="1394830"/>
                  </a:lnTo>
                  <a:lnTo>
                    <a:pt x="3868525" y="1394830"/>
                  </a:lnTo>
                  <a:lnTo>
                    <a:pt x="3868619" y="1394830"/>
                  </a:lnTo>
                  <a:lnTo>
                    <a:pt x="3868713" y="1394830"/>
                  </a:lnTo>
                  <a:lnTo>
                    <a:pt x="3868807" y="1394830"/>
                  </a:lnTo>
                  <a:lnTo>
                    <a:pt x="3868901" y="1394830"/>
                  </a:lnTo>
                  <a:lnTo>
                    <a:pt x="3868995" y="1394830"/>
                  </a:lnTo>
                  <a:lnTo>
                    <a:pt x="3869090" y="1394830"/>
                  </a:lnTo>
                  <a:lnTo>
                    <a:pt x="3869184" y="1394830"/>
                  </a:lnTo>
                  <a:lnTo>
                    <a:pt x="3869278" y="1394830"/>
                  </a:lnTo>
                  <a:lnTo>
                    <a:pt x="3869372" y="1394830"/>
                  </a:lnTo>
                  <a:lnTo>
                    <a:pt x="3869466" y="1394830"/>
                  </a:lnTo>
                  <a:lnTo>
                    <a:pt x="3869560" y="1394830"/>
                  </a:lnTo>
                  <a:lnTo>
                    <a:pt x="3869654" y="1394830"/>
                  </a:lnTo>
                  <a:lnTo>
                    <a:pt x="3869749" y="1394830"/>
                  </a:lnTo>
                  <a:lnTo>
                    <a:pt x="3869843" y="1394830"/>
                  </a:lnTo>
                  <a:lnTo>
                    <a:pt x="3869937" y="1394830"/>
                  </a:lnTo>
                  <a:lnTo>
                    <a:pt x="3870031" y="1394830"/>
                  </a:lnTo>
                  <a:lnTo>
                    <a:pt x="3870125" y="1394830"/>
                  </a:lnTo>
                  <a:lnTo>
                    <a:pt x="3870219" y="1394830"/>
                  </a:lnTo>
                  <a:lnTo>
                    <a:pt x="3870314" y="1394830"/>
                  </a:lnTo>
                  <a:lnTo>
                    <a:pt x="3870408" y="1394830"/>
                  </a:lnTo>
                  <a:lnTo>
                    <a:pt x="3870502" y="1394830"/>
                  </a:lnTo>
                  <a:lnTo>
                    <a:pt x="3870596" y="1394830"/>
                  </a:lnTo>
                  <a:lnTo>
                    <a:pt x="3870690" y="1394830"/>
                  </a:lnTo>
                  <a:lnTo>
                    <a:pt x="3870784" y="1394830"/>
                  </a:lnTo>
                  <a:lnTo>
                    <a:pt x="3870878" y="1394830"/>
                  </a:lnTo>
                  <a:lnTo>
                    <a:pt x="3870973" y="1394830"/>
                  </a:lnTo>
                  <a:lnTo>
                    <a:pt x="3871067" y="1394830"/>
                  </a:lnTo>
                  <a:lnTo>
                    <a:pt x="3871161" y="1394830"/>
                  </a:lnTo>
                  <a:lnTo>
                    <a:pt x="3871255" y="1394830"/>
                  </a:lnTo>
                  <a:lnTo>
                    <a:pt x="3871349" y="1394830"/>
                  </a:lnTo>
                  <a:lnTo>
                    <a:pt x="3871443" y="1394830"/>
                  </a:lnTo>
                  <a:lnTo>
                    <a:pt x="3871538" y="1394830"/>
                  </a:lnTo>
                  <a:lnTo>
                    <a:pt x="3871632" y="1394830"/>
                  </a:lnTo>
                  <a:lnTo>
                    <a:pt x="3871726" y="1394830"/>
                  </a:lnTo>
                  <a:lnTo>
                    <a:pt x="3871820" y="1394830"/>
                  </a:lnTo>
                  <a:lnTo>
                    <a:pt x="3871914" y="1394830"/>
                  </a:lnTo>
                  <a:lnTo>
                    <a:pt x="3872008" y="1394830"/>
                  </a:lnTo>
                  <a:lnTo>
                    <a:pt x="3872102" y="1394830"/>
                  </a:lnTo>
                  <a:lnTo>
                    <a:pt x="3872197" y="1394830"/>
                  </a:lnTo>
                  <a:lnTo>
                    <a:pt x="3872291" y="1394830"/>
                  </a:lnTo>
                  <a:lnTo>
                    <a:pt x="3872385" y="1394830"/>
                  </a:lnTo>
                  <a:lnTo>
                    <a:pt x="3872479" y="1394830"/>
                  </a:lnTo>
                  <a:lnTo>
                    <a:pt x="3872573" y="1394830"/>
                  </a:lnTo>
                  <a:lnTo>
                    <a:pt x="3872667" y="1394830"/>
                  </a:lnTo>
                  <a:lnTo>
                    <a:pt x="3872761" y="1394830"/>
                  </a:lnTo>
                  <a:lnTo>
                    <a:pt x="3872856" y="1394830"/>
                  </a:lnTo>
                  <a:lnTo>
                    <a:pt x="3872950" y="1394830"/>
                  </a:lnTo>
                  <a:lnTo>
                    <a:pt x="3873044" y="1394830"/>
                  </a:lnTo>
                  <a:lnTo>
                    <a:pt x="3873138" y="1394830"/>
                  </a:lnTo>
                  <a:lnTo>
                    <a:pt x="3873232" y="1394830"/>
                  </a:lnTo>
                  <a:lnTo>
                    <a:pt x="3873326" y="1394830"/>
                  </a:lnTo>
                  <a:lnTo>
                    <a:pt x="3873421" y="1394830"/>
                  </a:lnTo>
                  <a:lnTo>
                    <a:pt x="3873515" y="1394830"/>
                  </a:lnTo>
                  <a:lnTo>
                    <a:pt x="3873609" y="1394830"/>
                  </a:lnTo>
                  <a:lnTo>
                    <a:pt x="3873703" y="1394830"/>
                  </a:lnTo>
                  <a:lnTo>
                    <a:pt x="3873797" y="1394830"/>
                  </a:lnTo>
                  <a:lnTo>
                    <a:pt x="3873891" y="1394830"/>
                  </a:lnTo>
                  <a:lnTo>
                    <a:pt x="3873985" y="1394830"/>
                  </a:lnTo>
                  <a:lnTo>
                    <a:pt x="3874080" y="1394830"/>
                  </a:lnTo>
                  <a:lnTo>
                    <a:pt x="3874174" y="1394830"/>
                  </a:lnTo>
                  <a:lnTo>
                    <a:pt x="3874268" y="1394830"/>
                  </a:lnTo>
                  <a:lnTo>
                    <a:pt x="3874362" y="1394830"/>
                  </a:lnTo>
                  <a:lnTo>
                    <a:pt x="3874456" y="1394830"/>
                  </a:lnTo>
                  <a:lnTo>
                    <a:pt x="3874456" y="1389919"/>
                  </a:lnTo>
                  <a:lnTo>
                    <a:pt x="3874550" y="1389919"/>
                  </a:lnTo>
                  <a:lnTo>
                    <a:pt x="3874645" y="1389919"/>
                  </a:lnTo>
                  <a:lnTo>
                    <a:pt x="3874739" y="1389919"/>
                  </a:lnTo>
                  <a:lnTo>
                    <a:pt x="3874833" y="1389919"/>
                  </a:lnTo>
                  <a:lnTo>
                    <a:pt x="3874927" y="1389919"/>
                  </a:lnTo>
                  <a:lnTo>
                    <a:pt x="3875021" y="1389919"/>
                  </a:lnTo>
                  <a:lnTo>
                    <a:pt x="3875115" y="1389919"/>
                  </a:lnTo>
                  <a:lnTo>
                    <a:pt x="3875209" y="1389919"/>
                  </a:lnTo>
                  <a:lnTo>
                    <a:pt x="3875304" y="1389919"/>
                  </a:lnTo>
                  <a:lnTo>
                    <a:pt x="3875398" y="1389919"/>
                  </a:lnTo>
                  <a:lnTo>
                    <a:pt x="3875492" y="1389919"/>
                  </a:lnTo>
                  <a:lnTo>
                    <a:pt x="3875586" y="1389919"/>
                  </a:lnTo>
                  <a:lnTo>
                    <a:pt x="3875680" y="1389919"/>
                  </a:lnTo>
                  <a:lnTo>
                    <a:pt x="3875774" y="1389919"/>
                  </a:lnTo>
                  <a:lnTo>
                    <a:pt x="3875869" y="1389919"/>
                  </a:lnTo>
                  <a:lnTo>
                    <a:pt x="3875963" y="1389919"/>
                  </a:lnTo>
                  <a:lnTo>
                    <a:pt x="3876057" y="1389919"/>
                  </a:lnTo>
                  <a:lnTo>
                    <a:pt x="3876151" y="1389919"/>
                  </a:lnTo>
                  <a:lnTo>
                    <a:pt x="3876245" y="1389919"/>
                  </a:lnTo>
                  <a:lnTo>
                    <a:pt x="3876339" y="1389919"/>
                  </a:lnTo>
                  <a:lnTo>
                    <a:pt x="3876433" y="1389919"/>
                  </a:lnTo>
                  <a:lnTo>
                    <a:pt x="3876528" y="1389919"/>
                  </a:lnTo>
                  <a:lnTo>
                    <a:pt x="3876622" y="1389919"/>
                  </a:lnTo>
                  <a:lnTo>
                    <a:pt x="3876716" y="1389919"/>
                  </a:lnTo>
                  <a:lnTo>
                    <a:pt x="3876810" y="1389919"/>
                  </a:lnTo>
                  <a:lnTo>
                    <a:pt x="3876904" y="1389919"/>
                  </a:lnTo>
                  <a:lnTo>
                    <a:pt x="3876998" y="1389919"/>
                  </a:lnTo>
                  <a:lnTo>
                    <a:pt x="3877092" y="1389919"/>
                  </a:lnTo>
                  <a:lnTo>
                    <a:pt x="3877187" y="1389919"/>
                  </a:lnTo>
                  <a:lnTo>
                    <a:pt x="3877281" y="1389919"/>
                  </a:lnTo>
                  <a:lnTo>
                    <a:pt x="3877375" y="1389919"/>
                  </a:lnTo>
                  <a:lnTo>
                    <a:pt x="3877469" y="1389919"/>
                  </a:lnTo>
                  <a:lnTo>
                    <a:pt x="3877563" y="1389919"/>
                  </a:lnTo>
                  <a:lnTo>
                    <a:pt x="3877657" y="1389919"/>
                  </a:lnTo>
                  <a:lnTo>
                    <a:pt x="3877752" y="1389919"/>
                  </a:lnTo>
                  <a:lnTo>
                    <a:pt x="3877846" y="1389919"/>
                  </a:lnTo>
                  <a:lnTo>
                    <a:pt x="3877940" y="1389919"/>
                  </a:lnTo>
                  <a:lnTo>
                    <a:pt x="3878034" y="1389919"/>
                  </a:lnTo>
                  <a:lnTo>
                    <a:pt x="3878128" y="1389919"/>
                  </a:lnTo>
                  <a:lnTo>
                    <a:pt x="3878222" y="1389919"/>
                  </a:lnTo>
                  <a:lnTo>
                    <a:pt x="3878316" y="1389919"/>
                  </a:lnTo>
                  <a:lnTo>
                    <a:pt x="3878411" y="1389919"/>
                  </a:lnTo>
                  <a:lnTo>
                    <a:pt x="3878505" y="1389919"/>
                  </a:lnTo>
                  <a:lnTo>
                    <a:pt x="3878599" y="1389919"/>
                  </a:lnTo>
                  <a:lnTo>
                    <a:pt x="3878693" y="1389919"/>
                  </a:lnTo>
                  <a:lnTo>
                    <a:pt x="3878787" y="1389919"/>
                  </a:lnTo>
                  <a:lnTo>
                    <a:pt x="3878881" y="1389919"/>
                  </a:lnTo>
                  <a:lnTo>
                    <a:pt x="3878976" y="1389919"/>
                  </a:lnTo>
                  <a:lnTo>
                    <a:pt x="3879070" y="1389919"/>
                  </a:lnTo>
                  <a:lnTo>
                    <a:pt x="3879164" y="1389919"/>
                  </a:lnTo>
                  <a:lnTo>
                    <a:pt x="3879258" y="1389919"/>
                  </a:lnTo>
                  <a:lnTo>
                    <a:pt x="3879352" y="1389919"/>
                  </a:lnTo>
                  <a:lnTo>
                    <a:pt x="3879446" y="1389919"/>
                  </a:lnTo>
                  <a:lnTo>
                    <a:pt x="3879540" y="1389919"/>
                  </a:lnTo>
                  <a:lnTo>
                    <a:pt x="3879635" y="1389919"/>
                  </a:lnTo>
                  <a:lnTo>
                    <a:pt x="3879729" y="1389919"/>
                  </a:lnTo>
                  <a:lnTo>
                    <a:pt x="3879823" y="1389919"/>
                  </a:lnTo>
                  <a:lnTo>
                    <a:pt x="3879917" y="1389919"/>
                  </a:lnTo>
                  <a:lnTo>
                    <a:pt x="3880011" y="1389919"/>
                  </a:lnTo>
                  <a:lnTo>
                    <a:pt x="3880105" y="1389919"/>
                  </a:lnTo>
                  <a:lnTo>
                    <a:pt x="3880200" y="1389919"/>
                  </a:lnTo>
                  <a:lnTo>
                    <a:pt x="3880294" y="1389919"/>
                  </a:lnTo>
                  <a:lnTo>
                    <a:pt x="3880388" y="1389919"/>
                  </a:lnTo>
                  <a:lnTo>
                    <a:pt x="3880482" y="1389919"/>
                  </a:lnTo>
                  <a:lnTo>
                    <a:pt x="3880576" y="1389919"/>
                  </a:lnTo>
                  <a:lnTo>
                    <a:pt x="3880670" y="1389919"/>
                  </a:lnTo>
                  <a:lnTo>
                    <a:pt x="3880764" y="1389919"/>
                  </a:lnTo>
                  <a:lnTo>
                    <a:pt x="3880859" y="1389919"/>
                  </a:lnTo>
                  <a:lnTo>
                    <a:pt x="3880953" y="1389919"/>
                  </a:lnTo>
                  <a:lnTo>
                    <a:pt x="3881047" y="1389919"/>
                  </a:lnTo>
                  <a:lnTo>
                    <a:pt x="3881141" y="1389919"/>
                  </a:lnTo>
                  <a:lnTo>
                    <a:pt x="3881235" y="1389919"/>
                  </a:lnTo>
                  <a:lnTo>
                    <a:pt x="3881329" y="1389919"/>
                  </a:lnTo>
                  <a:lnTo>
                    <a:pt x="3881423" y="1389919"/>
                  </a:lnTo>
                  <a:lnTo>
                    <a:pt x="3881518" y="1389919"/>
                  </a:lnTo>
                  <a:lnTo>
                    <a:pt x="3881612" y="1389919"/>
                  </a:lnTo>
                  <a:lnTo>
                    <a:pt x="3881706" y="1389919"/>
                  </a:lnTo>
                  <a:lnTo>
                    <a:pt x="3881800" y="1389919"/>
                  </a:lnTo>
                  <a:lnTo>
                    <a:pt x="3881894" y="1389919"/>
                  </a:lnTo>
                  <a:lnTo>
                    <a:pt x="3881988" y="1389919"/>
                  </a:lnTo>
                  <a:lnTo>
                    <a:pt x="3882083" y="1389919"/>
                  </a:lnTo>
                  <a:lnTo>
                    <a:pt x="3882177" y="1389919"/>
                  </a:lnTo>
                  <a:lnTo>
                    <a:pt x="3882271" y="1389919"/>
                  </a:lnTo>
                  <a:lnTo>
                    <a:pt x="3882365" y="1389919"/>
                  </a:lnTo>
                  <a:lnTo>
                    <a:pt x="3882365" y="1385007"/>
                  </a:lnTo>
                  <a:lnTo>
                    <a:pt x="3882459" y="1385007"/>
                  </a:lnTo>
                  <a:lnTo>
                    <a:pt x="3882553" y="1385007"/>
                  </a:lnTo>
                  <a:lnTo>
                    <a:pt x="3882647" y="1385007"/>
                  </a:lnTo>
                  <a:lnTo>
                    <a:pt x="3882742" y="1385007"/>
                  </a:lnTo>
                  <a:lnTo>
                    <a:pt x="3882836" y="1385007"/>
                  </a:lnTo>
                  <a:lnTo>
                    <a:pt x="3882930" y="1385007"/>
                  </a:lnTo>
                  <a:lnTo>
                    <a:pt x="3883024" y="1385007"/>
                  </a:lnTo>
                  <a:lnTo>
                    <a:pt x="3883118" y="1385007"/>
                  </a:lnTo>
                  <a:lnTo>
                    <a:pt x="3883212" y="1385007"/>
                  </a:lnTo>
                  <a:lnTo>
                    <a:pt x="3883307" y="1385007"/>
                  </a:lnTo>
                  <a:lnTo>
                    <a:pt x="3883401" y="1385007"/>
                  </a:lnTo>
                  <a:lnTo>
                    <a:pt x="3883495" y="1385007"/>
                  </a:lnTo>
                  <a:lnTo>
                    <a:pt x="3883589" y="1385007"/>
                  </a:lnTo>
                  <a:lnTo>
                    <a:pt x="3883683" y="1385007"/>
                  </a:lnTo>
                  <a:lnTo>
                    <a:pt x="3883777" y="1385007"/>
                  </a:lnTo>
                  <a:lnTo>
                    <a:pt x="3883871" y="1385007"/>
                  </a:lnTo>
                  <a:lnTo>
                    <a:pt x="3883966" y="1385007"/>
                  </a:lnTo>
                  <a:lnTo>
                    <a:pt x="3884060" y="1385007"/>
                  </a:lnTo>
                  <a:lnTo>
                    <a:pt x="3884154" y="1385007"/>
                  </a:lnTo>
                  <a:lnTo>
                    <a:pt x="3884248" y="1385007"/>
                  </a:lnTo>
                  <a:lnTo>
                    <a:pt x="3884342" y="1385007"/>
                  </a:lnTo>
                  <a:lnTo>
                    <a:pt x="3884436" y="1385007"/>
                  </a:lnTo>
                  <a:lnTo>
                    <a:pt x="3884531" y="1385007"/>
                  </a:lnTo>
                  <a:lnTo>
                    <a:pt x="3884625" y="1385007"/>
                  </a:lnTo>
                  <a:lnTo>
                    <a:pt x="3884719" y="1385007"/>
                  </a:lnTo>
                  <a:lnTo>
                    <a:pt x="3884813" y="1385007"/>
                  </a:lnTo>
                  <a:lnTo>
                    <a:pt x="3884907" y="1385007"/>
                  </a:lnTo>
                  <a:lnTo>
                    <a:pt x="3885001" y="1385007"/>
                  </a:lnTo>
                  <a:lnTo>
                    <a:pt x="3885095" y="1385007"/>
                  </a:lnTo>
                  <a:lnTo>
                    <a:pt x="3885190" y="1385007"/>
                  </a:lnTo>
                  <a:lnTo>
                    <a:pt x="3885284" y="1385007"/>
                  </a:lnTo>
                  <a:lnTo>
                    <a:pt x="3885378" y="1385007"/>
                  </a:lnTo>
                  <a:lnTo>
                    <a:pt x="3885472" y="1385007"/>
                  </a:lnTo>
                  <a:lnTo>
                    <a:pt x="3885566" y="1385007"/>
                  </a:lnTo>
                  <a:lnTo>
                    <a:pt x="3885660" y="1385007"/>
                  </a:lnTo>
                  <a:lnTo>
                    <a:pt x="3885754" y="1385007"/>
                  </a:lnTo>
                  <a:lnTo>
                    <a:pt x="3885849" y="1385007"/>
                  </a:lnTo>
                  <a:lnTo>
                    <a:pt x="3885943" y="1385007"/>
                  </a:lnTo>
                  <a:lnTo>
                    <a:pt x="3886037" y="1385007"/>
                  </a:lnTo>
                  <a:lnTo>
                    <a:pt x="3886131" y="1385007"/>
                  </a:lnTo>
                  <a:lnTo>
                    <a:pt x="3886225" y="1385007"/>
                  </a:lnTo>
                  <a:lnTo>
                    <a:pt x="3886319" y="1385007"/>
                  </a:lnTo>
                  <a:lnTo>
                    <a:pt x="3886414" y="1385007"/>
                  </a:lnTo>
                  <a:lnTo>
                    <a:pt x="3886414" y="1380096"/>
                  </a:lnTo>
                  <a:lnTo>
                    <a:pt x="3886508" y="1380096"/>
                  </a:lnTo>
                  <a:lnTo>
                    <a:pt x="3886602" y="1380096"/>
                  </a:lnTo>
                  <a:lnTo>
                    <a:pt x="3886696" y="1380096"/>
                  </a:lnTo>
                  <a:lnTo>
                    <a:pt x="3886790" y="1380096"/>
                  </a:lnTo>
                  <a:lnTo>
                    <a:pt x="3886884" y="1380096"/>
                  </a:lnTo>
                  <a:lnTo>
                    <a:pt x="3886978" y="1380096"/>
                  </a:lnTo>
                  <a:lnTo>
                    <a:pt x="3887073" y="1380096"/>
                  </a:lnTo>
                  <a:lnTo>
                    <a:pt x="3887167" y="1380096"/>
                  </a:lnTo>
                  <a:lnTo>
                    <a:pt x="3887261" y="1380096"/>
                  </a:lnTo>
                  <a:lnTo>
                    <a:pt x="3887355" y="1380096"/>
                  </a:lnTo>
                  <a:lnTo>
                    <a:pt x="3887449" y="1380096"/>
                  </a:lnTo>
                  <a:lnTo>
                    <a:pt x="3887543" y="1380096"/>
                  </a:lnTo>
                  <a:lnTo>
                    <a:pt x="3887638" y="1380096"/>
                  </a:lnTo>
                  <a:lnTo>
                    <a:pt x="3887732" y="1380096"/>
                  </a:lnTo>
                  <a:lnTo>
                    <a:pt x="3887826" y="1380096"/>
                  </a:lnTo>
                  <a:lnTo>
                    <a:pt x="3887920" y="1380096"/>
                  </a:lnTo>
                  <a:lnTo>
                    <a:pt x="3888014" y="1380096"/>
                  </a:lnTo>
                  <a:lnTo>
                    <a:pt x="3888108" y="1380096"/>
                  </a:lnTo>
                  <a:lnTo>
                    <a:pt x="3888202" y="1380096"/>
                  </a:lnTo>
                  <a:lnTo>
                    <a:pt x="3888297" y="1380096"/>
                  </a:lnTo>
                  <a:lnTo>
                    <a:pt x="3888391" y="1380096"/>
                  </a:lnTo>
                  <a:lnTo>
                    <a:pt x="3888485" y="1380096"/>
                  </a:lnTo>
                  <a:lnTo>
                    <a:pt x="3888579" y="1380096"/>
                  </a:lnTo>
                  <a:lnTo>
                    <a:pt x="3888673" y="1380096"/>
                  </a:lnTo>
                  <a:lnTo>
                    <a:pt x="3888767" y="1380096"/>
                  </a:lnTo>
                  <a:lnTo>
                    <a:pt x="3888862" y="1380096"/>
                  </a:lnTo>
                  <a:lnTo>
                    <a:pt x="3888956" y="1380096"/>
                  </a:lnTo>
                  <a:lnTo>
                    <a:pt x="3889050" y="1380096"/>
                  </a:lnTo>
                  <a:lnTo>
                    <a:pt x="3889144" y="1380096"/>
                  </a:lnTo>
                  <a:lnTo>
                    <a:pt x="3889238" y="1380096"/>
                  </a:lnTo>
                  <a:lnTo>
                    <a:pt x="3889332" y="1380096"/>
                  </a:lnTo>
                  <a:lnTo>
                    <a:pt x="3889426" y="1380096"/>
                  </a:lnTo>
                  <a:lnTo>
                    <a:pt x="3889521" y="1380096"/>
                  </a:lnTo>
                  <a:lnTo>
                    <a:pt x="3889615" y="1380096"/>
                  </a:lnTo>
                  <a:lnTo>
                    <a:pt x="3889709" y="1380096"/>
                  </a:lnTo>
                  <a:lnTo>
                    <a:pt x="3889803" y="1380096"/>
                  </a:lnTo>
                  <a:lnTo>
                    <a:pt x="3889897" y="1380096"/>
                  </a:lnTo>
                  <a:lnTo>
                    <a:pt x="3889991" y="1380096"/>
                  </a:lnTo>
                  <a:lnTo>
                    <a:pt x="3890085" y="1380096"/>
                  </a:lnTo>
                  <a:lnTo>
                    <a:pt x="3890180" y="1380096"/>
                  </a:lnTo>
                  <a:lnTo>
                    <a:pt x="3890274" y="1380096"/>
                  </a:lnTo>
                  <a:lnTo>
                    <a:pt x="3890368" y="1380096"/>
                  </a:lnTo>
                  <a:lnTo>
                    <a:pt x="3890462" y="1380096"/>
                  </a:lnTo>
                  <a:lnTo>
                    <a:pt x="3890556" y="1380096"/>
                  </a:lnTo>
                  <a:lnTo>
                    <a:pt x="3890650" y="1380096"/>
                  </a:lnTo>
                  <a:lnTo>
                    <a:pt x="3890745" y="1380096"/>
                  </a:lnTo>
                  <a:lnTo>
                    <a:pt x="3890839" y="1380096"/>
                  </a:lnTo>
                  <a:lnTo>
                    <a:pt x="3890933" y="1380096"/>
                  </a:lnTo>
                  <a:lnTo>
                    <a:pt x="3891027" y="1380096"/>
                  </a:lnTo>
                  <a:lnTo>
                    <a:pt x="3891121" y="1380096"/>
                  </a:lnTo>
                  <a:lnTo>
                    <a:pt x="3891215" y="1380096"/>
                  </a:lnTo>
                  <a:lnTo>
                    <a:pt x="3891309" y="1380096"/>
                  </a:lnTo>
                  <a:lnTo>
                    <a:pt x="3891404" y="1380096"/>
                  </a:lnTo>
                  <a:lnTo>
                    <a:pt x="3891498" y="1380096"/>
                  </a:lnTo>
                  <a:lnTo>
                    <a:pt x="3891592" y="1380096"/>
                  </a:lnTo>
                  <a:lnTo>
                    <a:pt x="3891686" y="1380096"/>
                  </a:lnTo>
                  <a:lnTo>
                    <a:pt x="3891780" y="1380096"/>
                  </a:lnTo>
                  <a:lnTo>
                    <a:pt x="3891874" y="1380096"/>
                  </a:lnTo>
                  <a:lnTo>
                    <a:pt x="3891969" y="1380096"/>
                  </a:lnTo>
                  <a:lnTo>
                    <a:pt x="3892063" y="1380096"/>
                  </a:lnTo>
                  <a:lnTo>
                    <a:pt x="3892157" y="1380096"/>
                  </a:lnTo>
                  <a:lnTo>
                    <a:pt x="3892251" y="1380096"/>
                  </a:lnTo>
                  <a:lnTo>
                    <a:pt x="3892345" y="1380096"/>
                  </a:lnTo>
                  <a:lnTo>
                    <a:pt x="3892439" y="1380096"/>
                  </a:lnTo>
                  <a:lnTo>
                    <a:pt x="3892533" y="1380096"/>
                  </a:lnTo>
                  <a:lnTo>
                    <a:pt x="3892628" y="1380096"/>
                  </a:lnTo>
                  <a:lnTo>
                    <a:pt x="3892722" y="1380096"/>
                  </a:lnTo>
                  <a:lnTo>
                    <a:pt x="3892816" y="1380096"/>
                  </a:lnTo>
                  <a:lnTo>
                    <a:pt x="3892910" y="1380096"/>
                  </a:lnTo>
                  <a:lnTo>
                    <a:pt x="3893004" y="1380096"/>
                  </a:lnTo>
                  <a:lnTo>
                    <a:pt x="3893098" y="1380096"/>
                  </a:lnTo>
                  <a:lnTo>
                    <a:pt x="3893193" y="1380096"/>
                  </a:lnTo>
                  <a:lnTo>
                    <a:pt x="3893287" y="1380096"/>
                  </a:lnTo>
                  <a:lnTo>
                    <a:pt x="3893381" y="1380096"/>
                  </a:lnTo>
                  <a:lnTo>
                    <a:pt x="3893475" y="1380096"/>
                  </a:lnTo>
                  <a:lnTo>
                    <a:pt x="3893569" y="1380096"/>
                  </a:lnTo>
                  <a:lnTo>
                    <a:pt x="3893663" y="1380096"/>
                  </a:lnTo>
                  <a:lnTo>
                    <a:pt x="3893757" y="1380096"/>
                  </a:lnTo>
                  <a:lnTo>
                    <a:pt x="3893852" y="1380096"/>
                  </a:lnTo>
                  <a:lnTo>
                    <a:pt x="3893946" y="1380096"/>
                  </a:lnTo>
                  <a:lnTo>
                    <a:pt x="3894040" y="1380096"/>
                  </a:lnTo>
                  <a:lnTo>
                    <a:pt x="3894134" y="1380096"/>
                  </a:lnTo>
                  <a:lnTo>
                    <a:pt x="3894228" y="1380096"/>
                  </a:lnTo>
                  <a:lnTo>
                    <a:pt x="3894322" y="1380096"/>
                  </a:lnTo>
                  <a:lnTo>
                    <a:pt x="3894416" y="1380096"/>
                  </a:lnTo>
                  <a:lnTo>
                    <a:pt x="3894511" y="1380096"/>
                  </a:lnTo>
                  <a:lnTo>
                    <a:pt x="3894605" y="1380096"/>
                  </a:lnTo>
                  <a:lnTo>
                    <a:pt x="3894699" y="1380096"/>
                  </a:lnTo>
                  <a:lnTo>
                    <a:pt x="3894793" y="1380096"/>
                  </a:lnTo>
                  <a:lnTo>
                    <a:pt x="3894887" y="1380096"/>
                  </a:lnTo>
                  <a:lnTo>
                    <a:pt x="3894981" y="1380096"/>
                  </a:lnTo>
                  <a:lnTo>
                    <a:pt x="3895076" y="1380096"/>
                  </a:lnTo>
                  <a:lnTo>
                    <a:pt x="3895170" y="1380096"/>
                  </a:lnTo>
                  <a:lnTo>
                    <a:pt x="3895264" y="1380096"/>
                  </a:lnTo>
                  <a:lnTo>
                    <a:pt x="3895358" y="1380096"/>
                  </a:lnTo>
                  <a:lnTo>
                    <a:pt x="3895452" y="1380096"/>
                  </a:lnTo>
                  <a:lnTo>
                    <a:pt x="3895546" y="1380096"/>
                  </a:lnTo>
                  <a:lnTo>
                    <a:pt x="3895640" y="1380096"/>
                  </a:lnTo>
                  <a:lnTo>
                    <a:pt x="3895735" y="1380096"/>
                  </a:lnTo>
                  <a:lnTo>
                    <a:pt x="3895829" y="1380096"/>
                  </a:lnTo>
                  <a:lnTo>
                    <a:pt x="3895923" y="1380096"/>
                  </a:lnTo>
                  <a:lnTo>
                    <a:pt x="3896017" y="1380096"/>
                  </a:lnTo>
                  <a:lnTo>
                    <a:pt x="3896111" y="1380096"/>
                  </a:lnTo>
                  <a:lnTo>
                    <a:pt x="3896205" y="1380096"/>
                  </a:lnTo>
                  <a:lnTo>
                    <a:pt x="3896300" y="1380096"/>
                  </a:lnTo>
                  <a:lnTo>
                    <a:pt x="3896394" y="1380096"/>
                  </a:lnTo>
                  <a:lnTo>
                    <a:pt x="3896488" y="1380096"/>
                  </a:lnTo>
                  <a:lnTo>
                    <a:pt x="3896582" y="1380096"/>
                  </a:lnTo>
                  <a:lnTo>
                    <a:pt x="3896676" y="1380096"/>
                  </a:lnTo>
                  <a:lnTo>
                    <a:pt x="3896676" y="1375184"/>
                  </a:lnTo>
                  <a:lnTo>
                    <a:pt x="3896770" y="1375184"/>
                  </a:lnTo>
                  <a:lnTo>
                    <a:pt x="3896864" y="1375184"/>
                  </a:lnTo>
                  <a:lnTo>
                    <a:pt x="3896959" y="1375184"/>
                  </a:lnTo>
                  <a:lnTo>
                    <a:pt x="3897053" y="1375184"/>
                  </a:lnTo>
                  <a:lnTo>
                    <a:pt x="3897147" y="1375184"/>
                  </a:lnTo>
                  <a:lnTo>
                    <a:pt x="3897241" y="1375184"/>
                  </a:lnTo>
                  <a:lnTo>
                    <a:pt x="3897335" y="1375184"/>
                  </a:lnTo>
                  <a:lnTo>
                    <a:pt x="3897429" y="1375184"/>
                  </a:lnTo>
                  <a:lnTo>
                    <a:pt x="3897524" y="1375184"/>
                  </a:lnTo>
                  <a:lnTo>
                    <a:pt x="3897618" y="1375184"/>
                  </a:lnTo>
                  <a:lnTo>
                    <a:pt x="3897712" y="1375184"/>
                  </a:lnTo>
                  <a:lnTo>
                    <a:pt x="3897806" y="1375184"/>
                  </a:lnTo>
                  <a:lnTo>
                    <a:pt x="3897900" y="1375184"/>
                  </a:lnTo>
                  <a:lnTo>
                    <a:pt x="3897994" y="1375184"/>
                  </a:lnTo>
                  <a:lnTo>
                    <a:pt x="3898088" y="1375184"/>
                  </a:lnTo>
                  <a:lnTo>
                    <a:pt x="3898183" y="1375184"/>
                  </a:lnTo>
                  <a:lnTo>
                    <a:pt x="3898277" y="1375184"/>
                  </a:lnTo>
                  <a:lnTo>
                    <a:pt x="3898371" y="1375184"/>
                  </a:lnTo>
                  <a:lnTo>
                    <a:pt x="3898465" y="1375184"/>
                  </a:lnTo>
                  <a:lnTo>
                    <a:pt x="3898559" y="1375184"/>
                  </a:lnTo>
                  <a:lnTo>
                    <a:pt x="3898653" y="1375184"/>
                  </a:lnTo>
                  <a:lnTo>
                    <a:pt x="3898747" y="1375184"/>
                  </a:lnTo>
                  <a:lnTo>
                    <a:pt x="3898842" y="1375184"/>
                  </a:lnTo>
                  <a:lnTo>
                    <a:pt x="3898936" y="1375184"/>
                  </a:lnTo>
                  <a:lnTo>
                    <a:pt x="3899030" y="1375184"/>
                  </a:lnTo>
                  <a:lnTo>
                    <a:pt x="3899124" y="1375184"/>
                  </a:lnTo>
                  <a:lnTo>
                    <a:pt x="3899218" y="1375184"/>
                  </a:lnTo>
                  <a:lnTo>
                    <a:pt x="3899312" y="1375184"/>
                  </a:lnTo>
                  <a:lnTo>
                    <a:pt x="3899407" y="1375184"/>
                  </a:lnTo>
                  <a:lnTo>
                    <a:pt x="3899501" y="1375184"/>
                  </a:lnTo>
                  <a:lnTo>
                    <a:pt x="3899595" y="1375184"/>
                  </a:lnTo>
                  <a:lnTo>
                    <a:pt x="3899689" y="1375184"/>
                  </a:lnTo>
                  <a:lnTo>
                    <a:pt x="3899783" y="1375184"/>
                  </a:lnTo>
                  <a:lnTo>
                    <a:pt x="3899877" y="1375184"/>
                  </a:lnTo>
                  <a:lnTo>
                    <a:pt x="3899971" y="1375184"/>
                  </a:lnTo>
                  <a:lnTo>
                    <a:pt x="3900066" y="1375184"/>
                  </a:lnTo>
                  <a:lnTo>
                    <a:pt x="3900160" y="1375184"/>
                  </a:lnTo>
                  <a:lnTo>
                    <a:pt x="3900254" y="1375184"/>
                  </a:lnTo>
                  <a:lnTo>
                    <a:pt x="3900348" y="1375184"/>
                  </a:lnTo>
                  <a:lnTo>
                    <a:pt x="3900442" y="1375184"/>
                  </a:lnTo>
                  <a:lnTo>
                    <a:pt x="3900536" y="1375184"/>
                  </a:lnTo>
                  <a:lnTo>
                    <a:pt x="3900631" y="1375184"/>
                  </a:lnTo>
                  <a:lnTo>
                    <a:pt x="3900725" y="1375184"/>
                  </a:lnTo>
                  <a:lnTo>
                    <a:pt x="3900819" y="1375184"/>
                  </a:lnTo>
                  <a:lnTo>
                    <a:pt x="3900913" y="1375184"/>
                  </a:lnTo>
                  <a:lnTo>
                    <a:pt x="3901007" y="1375184"/>
                  </a:lnTo>
                  <a:lnTo>
                    <a:pt x="3901101" y="1375184"/>
                  </a:lnTo>
                  <a:lnTo>
                    <a:pt x="3901195" y="1375184"/>
                  </a:lnTo>
                  <a:lnTo>
                    <a:pt x="3901290" y="1375184"/>
                  </a:lnTo>
                  <a:lnTo>
                    <a:pt x="3901384" y="1375184"/>
                  </a:lnTo>
                  <a:lnTo>
                    <a:pt x="3901478" y="1375184"/>
                  </a:lnTo>
                  <a:lnTo>
                    <a:pt x="3901572" y="1375184"/>
                  </a:lnTo>
                  <a:lnTo>
                    <a:pt x="3901666" y="1375184"/>
                  </a:lnTo>
                  <a:lnTo>
                    <a:pt x="3901760" y="1375184"/>
                  </a:lnTo>
                  <a:lnTo>
                    <a:pt x="3901855" y="1375184"/>
                  </a:lnTo>
                  <a:lnTo>
                    <a:pt x="3901949" y="1375184"/>
                  </a:lnTo>
                  <a:lnTo>
                    <a:pt x="3902043" y="1375184"/>
                  </a:lnTo>
                  <a:lnTo>
                    <a:pt x="3902137" y="1375184"/>
                  </a:lnTo>
                  <a:lnTo>
                    <a:pt x="3902231" y="1375184"/>
                  </a:lnTo>
                  <a:lnTo>
                    <a:pt x="3902325" y="1375184"/>
                  </a:lnTo>
                  <a:lnTo>
                    <a:pt x="3902419" y="1375184"/>
                  </a:lnTo>
                  <a:lnTo>
                    <a:pt x="3902514" y="1375184"/>
                  </a:lnTo>
                  <a:lnTo>
                    <a:pt x="3902608" y="1375184"/>
                  </a:lnTo>
                  <a:lnTo>
                    <a:pt x="3902702" y="1375184"/>
                  </a:lnTo>
                  <a:lnTo>
                    <a:pt x="3902796" y="1375184"/>
                  </a:lnTo>
                  <a:lnTo>
                    <a:pt x="3902890" y="1375184"/>
                  </a:lnTo>
                  <a:lnTo>
                    <a:pt x="3902984" y="1375184"/>
                  </a:lnTo>
                  <a:lnTo>
                    <a:pt x="3903078" y="1375184"/>
                  </a:lnTo>
                  <a:lnTo>
                    <a:pt x="3903173" y="1375184"/>
                  </a:lnTo>
                  <a:lnTo>
                    <a:pt x="3903267" y="1375184"/>
                  </a:lnTo>
                  <a:lnTo>
                    <a:pt x="3903361" y="1375184"/>
                  </a:lnTo>
                  <a:lnTo>
                    <a:pt x="3903455" y="1375184"/>
                  </a:lnTo>
                  <a:lnTo>
                    <a:pt x="3903549" y="1375184"/>
                  </a:lnTo>
                  <a:lnTo>
                    <a:pt x="3903643" y="1375184"/>
                  </a:lnTo>
                  <a:lnTo>
                    <a:pt x="3903738" y="1375184"/>
                  </a:lnTo>
                  <a:lnTo>
                    <a:pt x="3903832" y="1375184"/>
                  </a:lnTo>
                  <a:lnTo>
                    <a:pt x="3903926" y="1375184"/>
                  </a:lnTo>
                  <a:lnTo>
                    <a:pt x="3904020" y="1375184"/>
                  </a:lnTo>
                  <a:lnTo>
                    <a:pt x="3904114" y="1375184"/>
                  </a:lnTo>
                  <a:lnTo>
                    <a:pt x="3904208" y="1375184"/>
                  </a:lnTo>
                  <a:lnTo>
                    <a:pt x="3904302" y="1375184"/>
                  </a:lnTo>
                  <a:lnTo>
                    <a:pt x="3904397" y="1375184"/>
                  </a:lnTo>
                  <a:lnTo>
                    <a:pt x="3904491" y="1375184"/>
                  </a:lnTo>
                  <a:lnTo>
                    <a:pt x="3904585" y="1375184"/>
                  </a:lnTo>
                  <a:lnTo>
                    <a:pt x="3904679" y="1375184"/>
                  </a:lnTo>
                  <a:lnTo>
                    <a:pt x="3904773" y="1375184"/>
                  </a:lnTo>
                  <a:lnTo>
                    <a:pt x="3904867" y="1375184"/>
                  </a:lnTo>
                  <a:lnTo>
                    <a:pt x="3904962" y="1375184"/>
                  </a:lnTo>
                  <a:lnTo>
                    <a:pt x="3905056" y="1375184"/>
                  </a:lnTo>
                  <a:lnTo>
                    <a:pt x="3905150" y="1375184"/>
                  </a:lnTo>
                  <a:lnTo>
                    <a:pt x="3905244" y="1375184"/>
                  </a:lnTo>
                  <a:lnTo>
                    <a:pt x="3905338" y="1375184"/>
                  </a:lnTo>
                  <a:lnTo>
                    <a:pt x="3905338" y="1370273"/>
                  </a:lnTo>
                  <a:lnTo>
                    <a:pt x="3905432" y="1370273"/>
                  </a:lnTo>
                  <a:lnTo>
                    <a:pt x="3905526" y="1370273"/>
                  </a:lnTo>
                  <a:lnTo>
                    <a:pt x="3905621" y="1370273"/>
                  </a:lnTo>
                  <a:lnTo>
                    <a:pt x="3905715" y="1370273"/>
                  </a:lnTo>
                  <a:lnTo>
                    <a:pt x="3905809" y="1370273"/>
                  </a:lnTo>
                  <a:lnTo>
                    <a:pt x="3905903" y="1370273"/>
                  </a:lnTo>
                  <a:lnTo>
                    <a:pt x="3905903" y="1365362"/>
                  </a:lnTo>
                  <a:lnTo>
                    <a:pt x="3905997" y="1365362"/>
                  </a:lnTo>
                  <a:lnTo>
                    <a:pt x="3906091" y="1365362"/>
                  </a:lnTo>
                  <a:lnTo>
                    <a:pt x="3906186" y="1365362"/>
                  </a:lnTo>
                  <a:lnTo>
                    <a:pt x="3906280" y="1365362"/>
                  </a:lnTo>
                  <a:lnTo>
                    <a:pt x="3906374" y="1365362"/>
                  </a:lnTo>
                  <a:lnTo>
                    <a:pt x="3906468" y="1365362"/>
                  </a:lnTo>
                  <a:lnTo>
                    <a:pt x="3906562" y="1365362"/>
                  </a:lnTo>
                  <a:lnTo>
                    <a:pt x="3906656" y="1365362"/>
                  </a:lnTo>
                  <a:lnTo>
                    <a:pt x="3906750" y="1365362"/>
                  </a:lnTo>
                  <a:lnTo>
                    <a:pt x="3906845" y="1365362"/>
                  </a:lnTo>
                  <a:lnTo>
                    <a:pt x="3906939" y="1365362"/>
                  </a:lnTo>
                  <a:lnTo>
                    <a:pt x="3907033" y="1365362"/>
                  </a:lnTo>
                  <a:lnTo>
                    <a:pt x="3907033" y="1360450"/>
                  </a:lnTo>
                  <a:lnTo>
                    <a:pt x="3907127" y="1360450"/>
                  </a:lnTo>
                  <a:lnTo>
                    <a:pt x="3907221" y="1360450"/>
                  </a:lnTo>
                  <a:lnTo>
                    <a:pt x="3907315" y="1360450"/>
                  </a:lnTo>
                  <a:lnTo>
                    <a:pt x="3907409" y="1360450"/>
                  </a:lnTo>
                  <a:lnTo>
                    <a:pt x="3907504" y="1360450"/>
                  </a:lnTo>
                  <a:lnTo>
                    <a:pt x="3907598" y="1360450"/>
                  </a:lnTo>
                  <a:lnTo>
                    <a:pt x="3907692" y="1360450"/>
                  </a:lnTo>
                  <a:lnTo>
                    <a:pt x="3907786" y="1360450"/>
                  </a:lnTo>
                  <a:lnTo>
                    <a:pt x="3907880" y="1360450"/>
                  </a:lnTo>
                  <a:lnTo>
                    <a:pt x="3907974" y="1360450"/>
                  </a:lnTo>
                  <a:lnTo>
                    <a:pt x="3908069" y="1360450"/>
                  </a:lnTo>
                  <a:lnTo>
                    <a:pt x="3908163" y="1360450"/>
                  </a:lnTo>
                  <a:lnTo>
                    <a:pt x="3908257" y="1360450"/>
                  </a:lnTo>
                  <a:lnTo>
                    <a:pt x="3908351" y="1360450"/>
                  </a:lnTo>
                  <a:lnTo>
                    <a:pt x="3908445" y="1360450"/>
                  </a:lnTo>
                  <a:lnTo>
                    <a:pt x="3908539" y="1360450"/>
                  </a:lnTo>
                  <a:lnTo>
                    <a:pt x="3908633" y="1360450"/>
                  </a:lnTo>
                  <a:lnTo>
                    <a:pt x="3908728" y="1360450"/>
                  </a:lnTo>
                  <a:lnTo>
                    <a:pt x="3908822" y="1360450"/>
                  </a:lnTo>
                  <a:lnTo>
                    <a:pt x="3908916" y="1360450"/>
                  </a:lnTo>
                  <a:lnTo>
                    <a:pt x="3909010" y="1360450"/>
                  </a:lnTo>
                  <a:lnTo>
                    <a:pt x="3909104" y="1360450"/>
                  </a:lnTo>
                  <a:lnTo>
                    <a:pt x="3909198" y="1360450"/>
                  </a:lnTo>
                  <a:lnTo>
                    <a:pt x="3909293" y="1360450"/>
                  </a:lnTo>
                  <a:lnTo>
                    <a:pt x="3909387" y="1360450"/>
                  </a:lnTo>
                  <a:lnTo>
                    <a:pt x="3909481" y="1360450"/>
                  </a:lnTo>
                  <a:lnTo>
                    <a:pt x="3909575" y="1360450"/>
                  </a:lnTo>
                  <a:lnTo>
                    <a:pt x="3909669" y="1360450"/>
                  </a:lnTo>
                  <a:lnTo>
                    <a:pt x="3909763" y="1360450"/>
                  </a:lnTo>
                  <a:lnTo>
                    <a:pt x="3909857" y="1360450"/>
                  </a:lnTo>
                  <a:lnTo>
                    <a:pt x="3909952" y="1360450"/>
                  </a:lnTo>
                  <a:lnTo>
                    <a:pt x="3910046" y="1360450"/>
                  </a:lnTo>
                  <a:lnTo>
                    <a:pt x="3910140" y="1360450"/>
                  </a:lnTo>
                  <a:lnTo>
                    <a:pt x="3910234" y="1360450"/>
                  </a:lnTo>
                  <a:lnTo>
                    <a:pt x="3910328" y="1360450"/>
                  </a:lnTo>
                  <a:lnTo>
                    <a:pt x="3910422" y="1360450"/>
                  </a:lnTo>
                  <a:lnTo>
                    <a:pt x="3910517" y="1360450"/>
                  </a:lnTo>
                  <a:lnTo>
                    <a:pt x="3910611" y="1360450"/>
                  </a:lnTo>
                  <a:lnTo>
                    <a:pt x="3910705" y="1360450"/>
                  </a:lnTo>
                  <a:lnTo>
                    <a:pt x="3910799" y="1360450"/>
                  </a:lnTo>
                  <a:lnTo>
                    <a:pt x="3910893" y="1360450"/>
                  </a:lnTo>
                  <a:lnTo>
                    <a:pt x="3910987" y="1360450"/>
                  </a:lnTo>
                  <a:lnTo>
                    <a:pt x="3911081" y="1360450"/>
                  </a:lnTo>
                  <a:lnTo>
                    <a:pt x="3911176" y="1360450"/>
                  </a:lnTo>
                  <a:lnTo>
                    <a:pt x="3911270" y="1360450"/>
                  </a:lnTo>
                  <a:lnTo>
                    <a:pt x="3911364" y="1360450"/>
                  </a:lnTo>
                  <a:lnTo>
                    <a:pt x="3911458" y="1360450"/>
                  </a:lnTo>
                  <a:lnTo>
                    <a:pt x="3911552" y="1360450"/>
                  </a:lnTo>
                  <a:lnTo>
                    <a:pt x="3911646" y="1360450"/>
                  </a:lnTo>
                  <a:lnTo>
                    <a:pt x="3911740" y="1360450"/>
                  </a:lnTo>
                  <a:lnTo>
                    <a:pt x="3911835" y="1360450"/>
                  </a:lnTo>
                  <a:lnTo>
                    <a:pt x="3911929" y="1360450"/>
                  </a:lnTo>
                  <a:lnTo>
                    <a:pt x="3912023" y="1360450"/>
                  </a:lnTo>
                  <a:lnTo>
                    <a:pt x="3912117" y="1360450"/>
                  </a:lnTo>
                  <a:lnTo>
                    <a:pt x="3912211" y="1360450"/>
                  </a:lnTo>
                  <a:lnTo>
                    <a:pt x="3912305" y="1360450"/>
                  </a:lnTo>
                  <a:lnTo>
                    <a:pt x="3912400" y="1360450"/>
                  </a:lnTo>
                  <a:lnTo>
                    <a:pt x="3912494" y="1360450"/>
                  </a:lnTo>
                  <a:lnTo>
                    <a:pt x="3912588" y="1360450"/>
                  </a:lnTo>
                  <a:lnTo>
                    <a:pt x="3912682" y="1360450"/>
                  </a:lnTo>
                  <a:lnTo>
                    <a:pt x="3912776" y="1360450"/>
                  </a:lnTo>
                  <a:lnTo>
                    <a:pt x="3912870" y="1360450"/>
                  </a:lnTo>
                  <a:lnTo>
                    <a:pt x="3912964" y="1360450"/>
                  </a:lnTo>
                  <a:lnTo>
                    <a:pt x="3913059" y="1360450"/>
                  </a:lnTo>
                  <a:lnTo>
                    <a:pt x="3913153" y="1360450"/>
                  </a:lnTo>
                  <a:lnTo>
                    <a:pt x="3913247" y="1360450"/>
                  </a:lnTo>
                  <a:lnTo>
                    <a:pt x="3913341" y="1360450"/>
                  </a:lnTo>
                  <a:lnTo>
                    <a:pt x="3913435" y="1360450"/>
                  </a:lnTo>
                  <a:lnTo>
                    <a:pt x="3913529" y="1360450"/>
                  </a:lnTo>
                  <a:lnTo>
                    <a:pt x="3913624" y="1360450"/>
                  </a:lnTo>
                  <a:lnTo>
                    <a:pt x="3913718" y="1360450"/>
                  </a:lnTo>
                  <a:lnTo>
                    <a:pt x="3913812" y="1360450"/>
                  </a:lnTo>
                  <a:lnTo>
                    <a:pt x="3913906" y="1360450"/>
                  </a:lnTo>
                  <a:lnTo>
                    <a:pt x="3914000" y="1360450"/>
                  </a:lnTo>
                  <a:lnTo>
                    <a:pt x="3914094" y="1360450"/>
                  </a:lnTo>
                  <a:lnTo>
                    <a:pt x="3914188" y="1360450"/>
                  </a:lnTo>
                  <a:lnTo>
                    <a:pt x="3914283" y="1360450"/>
                  </a:lnTo>
                  <a:lnTo>
                    <a:pt x="3914377" y="1360450"/>
                  </a:lnTo>
                  <a:lnTo>
                    <a:pt x="3914471" y="1360450"/>
                  </a:lnTo>
                  <a:lnTo>
                    <a:pt x="3914565" y="1360450"/>
                  </a:lnTo>
                  <a:lnTo>
                    <a:pt x="3914659" y="1360450"/>
                  </a:lnTo>
                  <a:lnTo>
                    <a:pt x="3914753" y="1360450"/>
                  </a:lnTo>
                  <a:lnTo>
                    <a:pt x="3914848" y="1360450"/>
                  </a:lnTo>
                  <a:lnTo>
                    <a:pt x="3914942" y="1360450"/>
                  </a:lnTo>
                  <a:lnTo>
                    <a:pt x="3915036" y="1360450"/>
                  </a:lnTo>
                  <a:lnTo>
                    <a:pt x="3915130" y="1360450"/>
                  </a:lnTo>
                  <a:lnTo>
                    <a:pt x="3915224" y="1360450"/>
                  </a:lnTo>
                  <a:lnTo>
                    <a:pt x="3915318" y="1360450"/>
                  </a:lnTo>
                  <a:lnTo>
                    <a:pt x="3915412" y="1360450"/>
                  </a:lnTo>
                  <a:lnTo>
                    <a:pt x="3915507" y="1360450"/>
                  </a:lnTo>
                  <a:lnTo>
                    <a:pt x="3915601" y="1360450"/>
                  </a:lnTo>
                  <a:lnTo>
                    <a:pt x="3915695" y="1360450"/>
                  </a:lnTo>
                  <a:lnTo>
                    <a:pt x="3915789" y="1360450"/>
                  </a:lnTo>
                  <a:lnTo>
                    <a:pt x="3915883" y="1360450"/>
                  </a:lnTo>
                  <a:lnTo>
                    <a:pt x="3915977" y="1360450"/>
                  </a:lnTo>
                  <a:lnTo>
                    <a:pt x="3916071" y="1360450"/>
                  </a:lnTo>
                  <a:lnTo>
                    <a:pt x="3916166" y="1360450"/>
                  </a:lnTo>
                  <a:lnTo>
                    <a:pt x="3916260" y="1360450"/>
                  </a:lnTo>
                  <a:lnTo>
                    <a:pt x="3916354" y="1360450"/>
                  </a:lnTo>
                  <a:lnTo>
                    <a:pt x="3916448" y="1360450"/>
                  </a:lnTo>
                  <a:lnTo>
                    <a:pt x="3916542" y="1360450"/>
                  </a:lnTo>
                  <a:lnTo>
                    <a:pt x="3916636" y="1360450"/>
                  </a:lnTo>
                  <a:lnTo>
                    <a:pt x="3916731" y="1360450"/>
                  </a:lnTo>
                  <a:lnTo>
                    <a:pt x="3916825" y="1360450"/>
                  </a:lnTo>
                  <a:lnTo>
                    <a:pt x="3916919" y="1360450"/>
                  </a:lnTo>
                  <a:lnTo>
                    <a:pt x="3917013" y="1360450"/>
                  </a:lnTo>
                  <a:lnTo>
                    <a:pt x="3917107" y="1360450"/>
                  </a:lnTo>
                  <a:lnTo>
                    <a:pt x="3917201" y="1360450"/>
                  </a:lnTo>
                  <a:lnTo>
                    <a:pt x="3917295" y="1360450"/>
                  </a:lnTo>
                  <a:lnTo>
                    <a:pt x="3917390" y="1360450"/>
                  </a:lnTo>
                  <a:lnTo>
                    <a:pt x="3917484" y="1360450"/>
                  </a:lnTo>
                  <a:lnTo>
                    <a:pt x="3917578" y="1360450"/>
                  </a:lnTo>
                  <a:lnTo>
                    <a:pt x="3917672" y="1360450"/>
                  </a:lnTo>
                  <a:lnTo>
                    <a:pt x="3917766" y="1360450"/>
                  </a:lnTo>
                  <a:lnTo>
                    <a:pt x="3917860" y="1360450"/>
                  </a:lnTo>
                  <a:lnTo>
                    <a:pt x="3917955" y="1360450"/>
                  </a:lnTo>
                  <a:lnTo>
                    <a:pt x="3918049" y="1360450"/>
                  </a:lnTo>
                  <a:lnTo>
                    <a:pt x="3918143" y="1360450"/>
                  </a:lnTo>
                  <a:lnTo>
                    <a:pt x="3918237" y="1360450"/>
                  </a:lnTo>
                  <a:lnTo>
                    <a:pt x="3918331" y="1360450"/>
                  </a:lnTo>
                  <a:lnTo>
                    <a:pt x="3918425" y="1360450"/>
                  </a:lnTo>
                  <a:lnTo>
                    <a:pt x="3918519" y="1360450"/>
                  </a:lnTo>
                  <a:lnTo>
                    <a:pt x="3918614" y="1360450"/>
                  </a:lnTo>
                  <a:lnTo>
                    <a:pt x="3918708" y="1360450"/>
                  </a:lnTo>
                  <a:lnTo>
                    <a:pt x="3918802" y="1360450"/>
                  </a:lnTo>
                  <a:lnTo>
                    <a:pt x="3918896" y="1360450"/>
                  </a:lnTo>
                  <a:lnTo>
                    <a:pt x="3918990" y="1360450"/>
                  </a:lnTo>
                  <a:lnTo>
                    <a:pt x="3919084" y="1360450"/>
                  </a:lnTo>
                  <a:lnTo>
                    <a:pt x="3919179" y="1360450"/>
                  </a:lnTo>
                  <a:lnTo>
                    <a:pt x="3919273" y="1360450"/>
                  </a:lnTo>
                  <a:lnTo>
                    <a:pt x="3919367" y="1360450"/>
                  </a:lnTo>
                  <a:lnTo>
                    <a:pt x="3919461" y="1360450"/>
                  </a:lnTo>
                  <a:lnTo>
                    <a:pt x="3919555" y="1360450"/>
                  </a:lnTo>
                  <a:lnTo>
                    <a:pt x="3919649" y="1360450"/>
                  </a:lnTo>
                  <a:lnTo>
                    <a:pt x="3919743" y="1360450"/>
                  </a:lnTo>
                  <a:lnTo>
                    <a:pt x="3919838" y="1360450"/>
                  </a:lnTo>
                  <a:lnTo>
                    <a:pt x="3919932" y="1360450"/>
                  </a:lnTo>
                  <a:lnTo>
                    <a:pt x="3920026" y="1360450"/>
                  </a:lnTo>
                  <a:lnTo>
                    <a:pt x="3920120" y="1360450"/>
                  </a:lnTo>
                  <a:lnTo>
                    <a:pt x="3920214" y="1360450"/>
                  </a:lnTo>
                  <a:lnTo>
                    <a:pt x="3920308" y="1360450"/>
                  </a:lnTo>
                  <a:lnTo>
                    <a:pt x="3920403" y="1360450"/>
                  </a:lnTo>
                  <a:lnTo>
                    <a:pt x="3920497" y="1360450"/>
                  </a:lnTo>
                  <a:lnTo>
                    <a:pt x="3920591" y="1360450"/>
                  </a:lnTo>
                  <a:lnTo>
                    <a:pt x="3920685" y="1360450"/>
                  </a:lnTo>
                  <a:lnTo>
                    <a:pt x="3920779" y="1360450"/>
                  </a:lnTo>
                  <a:lnTo>
                    <a:pt x="3920873" y="1360450"/>
                  </a:lnTo>
                  <a:lnTo>
                    <a:pt x="3920967" y="1360450"/>
                  </a:lnTo>
                  <a:lnTo>
                    <a:pt x="3921062" y="1360450"/>
                  </a:lnTo>
                  <a:lnTo>
                    <a:pt x="3921156" y="1360450"/>
                  </a:lnTo>
                  <a:lnTo>
                    <a:pt x="3921250" y="1360450"/>
                  </a:lnTo>
                  <a:lnTo>
                    <a:pt x="3921344" y="1360450"/>
                  </a:lnTo>
                  <a:lnTo>
                    <a:pt x="3921438" y="1360450"/>
                  </a:lnTo>
                  <a:lnTo>
                    <a:pt x="3921532" y="1360450"/>
                  </a:lnTo>
                  <a:lnTo>
                    <a:pt x="3921626" y="1360450"/>
                  </a:lnTo>
                  <a:lnTo>
                    <a:pt x="3921721" y="1360450"/>
                  </a:lnTo>
                  <a:lnTo>
                    <a:pt x="3921815" y="1360450"/>
                  </a:lnTo>
                  <a:lnTo>
                    <a:pt x="3921909" y="1360450"/>
                  </a:lnTo>
                  <a:lnTo>
                    <a:pt x="3922003" y="1360450"/>
                  </a:lnTo>
                  <a:lnTo>
                    <a:pt x="3922097" y="1360450"/>
                  </a:lnTo>
                  <a:lnTo>
                    <a:pt x="3922191" y="1360450"/>
                  </a:lnTo>
                  <a:lnTo>
                    <a:pt x="3922286" y="1360450"/>
                  </a:lnTo>
                  <a:lnTo>
                    <a:pt x="3922380" y="1360450"/>
                  </a:lnTo>
                  <a:lnTo>
                    <a:pt x="3922474" y="1360450"/>
                  </a:lnTo>
                  <a:lnTo>
                    <a:pt x="3922568" y="1360450"/>
                  </a:lnTo>
                  <a:lnTo>
                    <a:pt x="3922662" y="1360450"/>
                  </a:lnTo>
                  <a:lnTo>
                    <a:pt x="3922756" y="1360450"/>
                  </a:lnTo>
                  <a:lnTo>
                    <a:pt x="3922850" y="1360450"/>
                  </a:lnTo>
                  <a:lnTo>
                    <a:pt x="3922945" y="1360450"/>
                  </a:lnTo>
                  <a:lnTo>
                    <a:pt x="3923039" y="1360450"/>
                  </a:lnTo>
                  <a:lnTo>
                    <a:pt x="3923133" y="1360450"/>
                  </a:lnTo>
                  <a:lnTo>
                    <a:pt x="3923227" y="1360450"/>
                  </a:lnTo>
                  <a:lnTo>
                    <a:pt x="3923321" y="1360450"/>
                  </a:lnTo>
                  <a:lnTo>
                    <a:pt x="3923415" y="1360450"/>
                  </a:lnTo>
                  <a:lnTo>
                    <a:pt x="3923510" y="1360450"/>
                  </a:lnTo>
                  <a:lnTo>
                    <a:pt x="3923604" y="1360450"/>
                  </a:lnTo>
                  <a:lnTo>
                    <a:pt x="3923698" y="1360450"/>
                  </a:lnTo>
                  <a:lnTo>
                    <a:pt x="3923792" y="1360450"/>
                  </a:lnTo>
                  <a:lnTo>
                    <a:pt x="3923886" y="1360450"/>
                  </a:lnTo>
                  <a:lnTo>
                    <a:pt x="3923980" y="1360450"/>
                  </a:lnTo>
                  <a:lnTo>
                    <a:pt x="3924074" y="1360450"/>
                  </a:lnTo>
                  <a:lnTo>
                    <a:pt x="3924169" y="1360450"/>
                  </a:lnTo>
                  <a:lnTo>
                    <a:pt x="3924263" y="1360450"/>
                  </a:lnTo>
                  <a:lnTo>
                    <a:pt x="3924357" y="1360450"/>
                  </a:lnTo>
                  <a:lnTo>
                    <a:pt x="3924451" y="1360450"/>
                  </a:lnTo>
                  <a:lnTo>
                    <a:pt x="3924545" y="1360450"/>
                  </a:lnTo>
                  <a:lnTo>
                    <a:pt x="3924639" y="1360450"/>
                  </a:lnTo>
                  <a:lnTo>
                    <a:pt x="3924734" y="1360450"/>
                  </a:lnTo>
                  <a:lnTo>
                    <a:pt x="3924828" y="1360450"/>
                  </a:lnTo>
                  <a:lnTo>
                    <a:pt x="3924922" y="1360450"/>
                  </a:lnTo>
                  <a:lnTo>
                    <a:pt x="3925016" y="1360450"/>
                  </a:lnTo>
                  <a:lnTo>
                    <a:pt x="3925110" y="1360450"/>
                  </a:lnTo>
                  <a:lnTo>
                    <a:pt x="3925204" y="1360450"/>
                  </a:lnTo>
                  <a:lnTo>
                    <a:pt x="3925298" y="1360450"/>
                  </a:lnTo>
                  <a:lnTo>
                    <a:pt x="3925393" y="1360450"/>
                  </a:lnTo>
                  <a:lnTo>
                    <a:pt x="3925487" y="1360450"/>
                  </a:lnTo>
                  <a:lnTo>
                    <a:pt x="3925581" y="1360450"/>
                  </a:lnTo>
                  <a:lnTo>
                    <a:pt x="3925675" y="1360450"/>
                  </a:lnTo>
                  <a:lnTo>
                    <a:pt x="3925675" y="1355539"/>
                  </a:lnTo>
                  <a:lnTo>
                    <a:pt x="3925769" y="1355539"/>
                  </a:lnTo>
                  <a:lnTo>
                    <a:pt x="3925863" y="1355539"/>
                  </a:lnTo>
                  <a:lnTo>
                    <a:pt x="3925957" y="1355539"/>
                  </a:lnTo>
                  <a:lnTo>
                    <a:pt x="3926052" y="1355539"/>
                  </a:lnTo>
                  <a:lnTo>
                    <a:pt x="3926052" y="1350628"/>
                  </a:lnTo>
                  <a:lnTo>
                    <a:pt x="3926146" y="1350628"/>
                  </a:lnTo>
                  <a:lnTo>
                    <a:pt x="3926240" y="1350628"/>
                  </a:lnTo>
                  <a:lnTo>
                    <a:pt x="3926334" y="1350628"/>
                  </a:lnTo>
                  <a:lnTo>
                    <a:pt x="3926428" y="1350628"/>
                  </a:lnTo>
                  <a:lnTo>
                    <a:pt x="3926522" y="1350628"/>
                  </a:lnTo>
                  <a:lnTo>
                    <a:pt x="3926617" y="1350628"/>
                  </a:lnTo>
                  <a:lnTo>
                    <a:pt x="3926711" y="1350628"/>
                  </a:lnTo>
                  <a:lnTo>
                    <a:pt x="3926805" y="1350628"/>
                  </a:lnTo>
                  <a:lnTo>
                    <a:pt x="3926899" y="1350628"/>
                  </a:lnTo>
                  <a:lnTo>
                    <a:pt x="3926899" y="1345716"/>
                  </a:lnTo>
                  <a:lnTo>
                    <a:pt x="3926993" y="1345716"/>
                  </a:lnTo>
                  <a:lnTo>
                    <a:pt x="3927087" y="1345716"/>
                  </a:lnTo>
                  <a:lnTo>
                    <a:pt x="3927181" y="1345716"/>
                  </a:lnTo>
                  <a:lnTo>
                    <a:pt x="3927276" y="1345716"/>
                  </a:lnTo>
                  <a:lnTo>
                    <a:pt x="3927370" y="1345716"/>
                  </a:lnTo>
                  <a:lnTo>
                    <a:pt x="3927464" y="1345716"/>
                  </a:lnTo>
                  <a:lnTo>
                    <a:pt x="3927558" y="1345716"/>
                  </a:lnTo>
                  <a:lnTo>
                    <a:pt x="3927652" y="1345716"/>
                  </a:lnTo>
                  <a:lnTo>
                    <a:pt x="3927746" y="1345716"/>
                  </a:lnTo>
                  <a:lnTo>
                    <a:pt x="3927841" y="1345716"/>
                  </a:lnTo>
                  <a:lnTo>
                    <a:pt x="3927935" y="1345716"/>
                  </a:lnTo>
                  <a:lnTo>
                    <a:pt x="3928029" y="1345716"/>
                  </a:lnTo>
                  <a:lnTo>
                    <a:pt x="3928123" y="1345716"/>
                  </a:lnTo>
                  <a:lnTo>
                    <a:pt x="3928217" y="1345716"/>
                  </a:lnTo>
                  <a:lnTo>
                    <a:pt x="3928311" y="1345716"/>
                  </a:lnTo>
                  <a:lnTo>
                    <a:pt x="3928405" y="1345716"/>
                  </a:lnTo>
                  <a:lnTo>
                    <a:pt x="3928500" y="1345716"/>
                  </a:lnTo>
                  <a:lnTo>
                    <a:pt x="3928594" y="1345716"/>
                  </a:lnTo>
                  <a:lnTo>
                    <a:pt x="3928688" y="1345716"/>
                  </a:lnTo>
                  <a:lnTo>
                    <a:pt x="3928782" y="1345716"/>
                  </a:lnTo>
                  <a:lnTo>
                    <a:pt x="3928876" y="1345716"/>
                  </a:lnTo>
                  <a:lnTo>
                    <a:pt x="3928970" y="1345716"/>
                  </a:lnTo>
                  <a:lnTo>
                    <a:pt x="3929065" y="1345716"/>
                  </a:lnTo>
                  <a:lnTo>
                    <a:pt x="3929159" y="1345716"/>
                  </a:lnTo>
                  <a:lnTo>
                    <a:pt x="3929253" y="1345716"/>
                  </a:lnTo>
                  <a:lnTo>
                    <a:pt x="3929347" y="1345716"/>
                  </a:lnTo>
                  <a:lnTo>
                    <a:pt x="3929441" y="1345716"/>
                  </a:lnTo>
                  <a:lnTo>
                    <a:pt x="3929535" y="1345716"/>
                  </a:lnTo>
                  <a:lnTo>
                    <a:pt x="3929535" y="1340805"/>
                  </a:lnTo>
                  <a:lnTo>
                    <a:pt x="3929629" y="1340805"/>
                  </a:lnTo>
                  <a:lnTo>
                    <a:pt x="3929724" y="1340805"/>
                  </a:lnTo>
                  <a:lnTo>
                    <a:pt x="3929818" y="1340805"/>
                  </a:lnTo>
                  <a:lnTo>
                    <a:pt x="3929912" y="1340805"/>
                  </a:lnTo>
                  <a:lnTo>
                    <a:pt x="3930006" y="1340805"/>
                  </a:lnTo>
                  <a:lnTo>
                    <a:pt x="3930100" y="1340805"/>
                  </a:lnTo>
                  <a:lnTo>
                    <a:pt x="3930194" y="1340805"/>
                  </a:lnTo>
                  <a:lnTo>
                    <a:pt x="3930288" y="1340805"/>
                  </a:lnTo>
                  <a:lnTo>
                    <a:pt x="3930383" y="1340805"/>
                  </a:lnTo>
                  <a:lnTo>
                    <a:pt x="3930477" y="1340805"/>
                  </a:lnTo>
                  <a:lnTo>
                    <a:pt x="3930571" y="1340805"/>
                  </a:lnTo>
                  <a:lnTo>
                    <a:pt x="3930665" y="1340805"/>
                  </a:lnTo>
                  <a:lnTo>
                    <a:pt x="3930759" y="1340805"/>
                  </a:lnTo>
                  <a:lnTo>
                    <a:pt x="3930853" y="1340805"/>
                  </a:lnTo>
                  <a:lnTo>
                    <a:pt x="3930948" y="1340805"/>
                  </a:lnTo>
                  <a:lnTo>
                    <a:pt x="3931042" y="1340805"/>
                  </a:lnTo>
                  <a:lnTo>
                    <a:pt x="3931136" y="1340805"/>
                  </a:lnTo>
                  <a:lnTo>
                    <a:pt x="3931230" y="1340805"/>
                  </a:lnTo>
                  <a:lnTo>
                    <a:pt x="3931324" y="1340805"/>
                  </a:lnTo>
                  <a:lnTo>
                    <a:pt x="3931418" y="1340805"/>
                  </a:lnTo>
                  <a:lnTo>
                    <a:pt x="3931512" y="1340805"/>
                  </a:lnTo>
                  <a:lnTo>
                    <a:pt x="3931607" y="1340805"/>
                  </a:lnTo>
                  <a:lnTo>
                    <a:pt x="3931701" y="1340805"/>
                  </a:lnTo>
                  <a:lnTo>
                    <a:pt x="3931795" y="1340805"/>
                  </a:lnTo>
                  <a:lnTo>
                    <a:pt x="3931889" y="1340805"/>
                  </a:lnTo>
                  <a:lnTo>
                    <a:pt x="3931983" y="1340805"/>
                  </a:lnTo>
                  <a:lnTo>
                    <a:pt x="3932077" y="1340805"/>
                  </a:lnTo>
                  <a:lnTo>
                    <a:pt x="3932172" y="1340805"/>
                  </a:lnTo>
                  <a:lnTo>
                    <a:pt x="3932266" y="1340805"/>
                  </a:lnTo>
                  <a:lnTo>
                    <a:pt x="3932360" y="1340805"/>
                  </a:lnTo>
                  <a:lnTo>
                    <a:pt x="3932454" y="1340805"/>
                  </a:lnTo>
                  <a:lnTo>
                    <a:pt x="3932548" y="1340805"/>
                  </a:lnTo>
                  <a:lnTo>
                    <a:pt x="3932642" y="1340805"/>
                  </a:lnTo>
                  <a:lnTo>
                    <a:pt x="3932736" y="1340805"/>
                  </a:lnTo>
                  <a:lnTo>
                    <a:pt x="3932831" y="1340805"/>
                  </a:lnTo>
                  <a:lnTo>
                    <a:pt x="3932925" y="1340805"/>
                  </a:lnTo>
                  <a:lnTo>
                    <a:pt x="3933019" y="1340805"/>
                  </a:lnTo>
                  <a:lnTo>
                    <a:pt x="3933113" y="1340805"/>
                  </a:lnTo>
                  <a:lnTo>
                    <a:pt x="3933207" y="1340805"/>
                  </a:lnTo>
                  <a:lnTo>
                    <a:pt x="3933301" y="1340805"/>
                  </a:lnTo>
                  <a:lnTo>
                    <a:pt x="3933396" y="1340805"/>
                  </a:lnTo>
                  <a:lnTo>
                    <a:pt x="3933490" y="1340805"/>
                  </a:lnTo>
                  <a:lnTo>
                    <a:pt x="3933584" y="1340805"/>
                  </a:lnTo>
                  <a:lnTo>
                    <a:pt x="3933678" y="1340805"/>
                  </a:lnTo>
                  <a:lnTo>
                    <a:pt x="3933772" y="1340805"/>
                  </a:lnTo>
                  <a:lnTo>
                    <a:pt x="3933866" y="1340805"/>
                  </a:lnTo>
                  <a:lnTo>
                    <a:pt x="3933960" y="1340805"/>
                  </a:lnTo>
                  <a:lnTo>
                    <a:pt x="3934055" y="1340805"/>
                  </a:lnTo>
                  <a:lnTo>
                    <a:pt x="3934149" y="1340805"/>
                  </a:lnTo>
                  <a:lnTo>
                    <a:pt x="3934243" y="1340805"/>
                  </a:lnTo>
                  <a:lnTo>
                    <a:pt x="3934337" y="1340805"/>
                  </a:lnTo>
                  <a:lnTo>
                    <a:pt x="3934431" y="1340805"/>
                  </a:lnTo>
                  <a:lnTo>
                    <a:pt x="3934525" y="1340805"/>
                  </a:lnTo>
                  <a:lnTo>
                    <a:pt x="3934619" y="1340805"/>
                  </a:lnTo>
                  <a:lnTo>
                    <a:pt x="3934714" y="1340805"/>
                  </a:lnTo>
                  <a:lnTo>
                    <a:pt x="3934714" y="1335893"/>
                  </a:lnTo>
                  <a:lnTo>
                    <a:pt x="3934808" y="1335893"/>
                  </a:lnTo>
                  <a:lnTo>
                    <a:pt x="3934902" y="1335893"/>
                  </a:lnTo>
                  <a:lnTo>
                    <a:pt x="3934902" y="1330982"/>
                  </a:lnTo>
                  <a:lnTo>
                    <a:pt x="3934996" y="1330982"/>
                  </a:lnTo>
                  <a:lnTo>
                    <a:pt x="3935090" y="1330982"/>
                  </a:lnTo>
                  <a:lnTo>
                    <a:pt x="3935184" y="1330982"/>
                  </a:lnTo>
                  <a:lnTo>
                    <a:pt x="3935279" y="1330982"/>
                  </a:lnTo>
                  <a:lnTo>
                    <a:pt x="3935373" y="1330982"/>
                  </a:lnTo>
                  <a:lnTo>
                    <a:pt x="3935467" y="1330982"/>
                  </a:lnTo>
                  <a:lnTo>
                    <a:pt x="3935561" y="1330982"/>
                  </a:lnTo>
                  <a:lnTo>
                    <a:pt x="3935655" y="1330982"/>
                  </a:lnTo>
                  <a:lnTo>
                    <a:pt x="3935749" y="1330982"/>
                  </a:lnTo>
                  <a:lnTo>
                    <a:pt x="3935843" y="1330982"/>
                  </a:lnTo>
                  <a:lnTo>
                    <a:pt x="3935938" y="1330982"/>
                  </a:lnTo>
                  <a:lnTo>
                    <a:pt x="3936032" y="1330982"/>
                  </a:lnTo>
                  <a:lnTo>
                    <a:pt x="3936126" y="1330982"/>
                  </a:lnTo>
                  <a:lnTo>
                    <a:pt x="3936220" y="1330982"/>
                  </a:lnTo>
                  <a:lnTo>
                    <a:pt x="3936314" y="1330982"/>
                  </a:lnTo>
                  <a:lnTo>
                    <a:pt x="3936408" y="1330982"/>
                  </a:lnTo>
                  <a:lnTo>
                    <a:pt x="3936503" y="1330982"/>
                  </a:lnTo>
                  <a:lnTo>
                    <a:pt x="3936597" y="1330982"/>
                  </a:lnTo>
                  <a:lnTo>
                    <a:pt x="3936691" y="1330982"/>
                  </a:lnTo>
                  <a:lnTo>
                    <a:pt x="3936785" y="1330982"/>
                  </a:lnTo>
                  <a:lnTo>
                    <a:pt x="3936879" y="1330982"/>
                  </a:lnTo>
                  <a:lnTo>
                    <a:pt x="3936973" y="1330982"/>
                  </a:lnTo>
                  <a:lnTo>
                    <a:pt x="3937067" y="1330982"/>
                  </a:lnTo>
                  <a:lnTo>
                    <a:pt x="3937162" y="1330982"/>
                  </a:lnTo>
                  <a:lnTo>
                    <a:pt x="3937256" y="1330982"/>
                  </a:lnTo>
                  <a:lnTo>
                    <a:pt x="3937350" y="1330982"/>
                  </a:lnTo>
                  <a:lnTo>
                    <a:pt x="3937444" y="1330982"/>
                  </a:lnTo>
                  <a:lnTo>
                    <a:pt x="3937538" y="1330982"/>
                  </a:lnTo>
                  <a:lnTo>
                    <a:pt x="3937632" y="1330982"/>
                  </a:lnTo>
                  <a:lnTo>
                    <a:pt x="3937727" y="1330982"/>
                  </a:lnTo>
                  <a:lnTo>
                    <a:pt x="3937821" y="1330982"/>
                  </a:lnTo>
                  <a:lnTo>
                    <a:pt x="3937915" y="1330982"/>
                  </a:lnTo>
                  <a:lnTo>
                    <a:pt x="3938009" y="1330982"/>
                  </a:lnTo>
                  <a:lnTo>
                    <a:pt x="3938103" y="1330982"/>
                  </a:lnTo>
                  <a:lnTo>
                    <a:pt x="3938197" y="1330982"/>
                  </a:lnTo>
                  <a:lnTo>
                    <a:pt x="3938291" y="1330982"/>
                  </a:lnTo>
                  <a:lnTo>
                    <a:pt x="3938386" y="1330982"/>
                  </a:lnTo>
                  <a:lnTo>
                    <a:pt x="3938480" y="1330982"/>
                  </a:lnTo>
                  <a:lnTo>
                    <a:pt x="3938574" y="1330982"/>
                  </a:lnTo>
                  <a:lnTo>
                    <a:pt x="3938668" y="1330982"/>
                  </a:lnTo>
                  <a:lnTo>
                    <a:pt x="3938762" y="1330982"/>
                  </a:lnTo>
                  <a:lnTo>
                    <a:pt x="3938856" y="1330982"/>
                  </a:lnTo>
                  <a:lnTo>
                    <a:pt x="3938950" y="1330982"/>
                  </a:lnTo>
                  <a:lnTo>
                    <a:pt x="3939045" y="1330982"/>
                  </a:lnTo>
                  <a:lnTo>
                    <a:pt x="3939139" y="1330982"/>
                  </a:lnTo>
                  <a:lnTo>
                    <a:pt x="3939233" y="1330982"/>
                  </a:lnTo>
                  <a:lnTo>
                    <a:pt x="3939327" y="1330982"/>
                  </a:lnTo>
                  <a:lnTo>
                    <a:pt x="3939421" y="1330982"/>
                  </a:lnTo>
                  <a:lnTo>
                    <a:pt x="3939515" y="1330982"/>
                  </a:lnTo>
                  <a:lnTo>
                    <a:pt x="3939610" y="1330982"/>
                  </a:lnTo>
                  <a:lnTo>
                    <a:pt x="3939610" y="1326071"/>
                  </a:lnTo>
                  <a:lnTo>
                    <a:pt x="3939704" y="1326071"/>
                  </a:lnTo>
                  <a:lnTo>
                    <a:pt x="3939704" y="1321159"/>
                  </a:lnTo>
                  <a:lnTo>
                    <a:pt x="3939798" y="1321159"/>
                  </a:lnTo>
                  <a:lnTo>
                    <a:pt x="3939892" y="1321159"/>
                  </a:lnTo>
                  <a:lnTo>
                    <a:pt x="3939986" y="1321159"/>
                  </a:lnTo>
                  <a:lnTo>
                    <a:pt x="3940080" y="1321159"/>
                  </a:lnTo>
                  <a:lnTo>
                    <a:pt x="3940174" y="1321159"/>
                  </a:lnTo>
                  <a:lnTo>
                    <a:pt x="3940269" y="1321159"/>
                  </a:lnTo>
                  <a:lnTo>
                    <a:pt x="3940363" y="1321159"/>
                  </a:lnTo>
                  <a:lnTo>
                    <a:pt x="3940363" y="1316248"/>
                  </a:lnTo>
                  <a:lnTo>
                    <a:pt x="3940457" y="1316248"/>
                  </a:lnTo>
                  <a:lnTo>
                    <a:pt x="3940551" y="1316248"/>
                  </a:lnTo>
                  <a:lnTo>
                    <a:pt x="3940645" y="1316248"/>
                  </a:lnTo>
                  <a:lnTo>
                    <a:pt x="3940739" y="1316248"/>
                  </a:lnTo>
                  <a:lnTo>
                    <a:pt x="3940834" y="1316248"/>
                  </a:lnTo>
                  <a:lnTo>
                    <a:pt x="3940928" y="1316248"/>
                  </a:lnTo>
                  <a:lnTo>
                    <a:pt x="3941022" y="1316248"/>
                  </a:lnTo>
                  <a:lnTo>
                    <a:pt x="3941116" y="1316248"/>
                  </a:lnTo>
                  <a:lnTo>
                    <a:pt x="3941210" y="1316248"/>
                  </a:lnTo>
                  <a:lnTo>
                    <a:pt x="3941304" y="1316248"/>
                  </a:lnTo>
                  <a:lnTo>
                    <a:pt x="3941398" y="1316248"/>
                  </a:lnTo>
                  <a:lnTo>
                    <a:pt x="3941398" y="1311337"/>
                  </a:lnTo>
                  <a:lnTo>
                    <a:pt x="3941493" y="1311337"/>
                  </a:lnTo>
                  <a:lnTo>
                    <a:pt x="3941587" y="1311337"/>
                  </a:lnTo>
                  <a:lnTo>
                    <a:pt x="3941681" y="1311337"/>
                  </a:lnTo>
                  <a:lnTo>
                    <a:pt x="3941775" y="1311337"/>
                  </a:lnTo>
                  <a:lnTo>
                    <a:pt x="3941869" y="1311337"/>
                  </a:lnTo>
                  <a:lnTo>
                    <a:pt x="3941963" y="1311337"/>
                  </a:lnTo>
                  <a:lnTo>
                    <a:pt x="3942058" y="1311337"/>
                  </a:lnTo>
                  <a:lnTo>
                    <a:pt x="3942152" y="1311337"/>
                  </a:lnTo>
                  <a:lnTo>
                    <a:pt x="3942246" y="1311337"/>
                  </a:lnTo>
                  <a:lnTo>
                    <a:pt x="3942340" y="1311337"/>
                  </a:lnTo>
                  <a:lnTo>
                    <a:pt x="3942434" y="1311337"/>
                  </a:lnTo>
                  <a:lnTo>
                    <a:pt x="3942528" y="1311337"/>
                  </a:lnTo>
                  <a:lnTo>
                    <a:pt x="3942622" y="1311337"/>
                  </a:lnTo>
                  <a:lnTo>
                    <a:pt x="3942717" y="1311337"/>
                  </a:lnTo>
                  <a:lnTo>
                    <a:pt x="3942811" y="1311337"/>
                  </a:lnTo>
                  <a:lnTo>
                    <a:pt x="3942905" y="1311337"/>
                  </a:lnTo>
                  <a:lnTo>
                    <a:pt x="3942999" y="1311337"/>
                  </a:lnTo>
                  <a:lnTo>
                    <a:pt x="3943093" y="1311337"/>
                  </a:lnTo>
                  <a:lnTo>
                    <a:pt x="3943187" y="1311337"/>
                  </a:lnTo>
                  <a:lnTo>
                    <a:pt x="3943281" y="1311337"/>
                  </a:lnTo>
                  <a:lnTo>
                    <a:pt x="3943281" y="1306425"/>
                  </a:lnTo>
                  <a:lnTo>
                    <a:pt x="3943376" y="1306425"/>
                  </a:lnTo>
                  <a:lnTo>
                    <a:pt x="3943470" y="1306425"/>
                  </a:lnTo>
                  <a:lnTo>
                    <a:pt x="3943564" y="1306425"/>
                  </a:lnTo>
                  <a:lnTo>
                    <a:pt x="3943658" y="1306425"/>
                  </a:lnTo>
                  <a:lnTo>
                    <a:pt x="3943752" y="1306425"/>
                  </a:lnTo>
                  <a:lnTo>
                    <a:pt x="3943846" y="1306425"/>
                  </a:lnTo>
                  <a:lnTo>
                    <a:pt x="3943941" y="1306425"/>
                  </a:lnTo>
                  <a:lnTo>
                    <a:pt x="3944035" y="1306425"/>
                  </a:lnTo>
                  <a:lnTo>
                    <a:pt x="3944129" y="1306425"/>
                  </a:lnTo>
                  <a:lnTo>
                    <a:pt x="3944223" y="1306425"/>
                  </a:lnTo>
                  <a:lnTo>
                    <a:pt x="3944317" y="1306425"/>
                  </a:lnTo>
                  <a:lnTo>
                    <a:pt x="3944411" y="1306425"/>
                  </a:lnTo>
                  <a:lnTo>
                    <a:pt x="3944505" y="1306425"/>
                  </a:lnTo>
                  <a:lnTo>
                    <a:pt x="3944600" y="1306425"/>
                  </a:lnTo>
                  <a:lnTo>
                    <a:pt x="3944694" y="1306425"/>
                  </a:lnTo>
                  <a:lnTo>
                    <a:pt x="3944788" y="1306425"/>
                  </a:lnTo>
                  <a:lnTo>
                    <a:pt x="3944882" y="1306425"/>
                  </a:lnTo>
                  <a:lnTo>
                    <a:pt x="3944976" y="1306425"/>
                  </a:lnTo>
                  <a:lnTo>
                    <a:pt x="3945070" y="1306425"/>
                  </a:lnTo>
                  <a:lnTo>
                    <a:pt x="3945165" y="1306425"/>
                  </a:lnTo>
                  <a:lnTo>
                    <a:pt x="3945259" y="1306425"/>
                  </a:lnTo>
                  <a:lnTo>
                    <a:pt x="3945353" y="1306425"/>
                  </a:lnTo>
                  <a:lnTo>
                    <a:pt x="3945447" y="1306425"/>
                  </a:lnTo>
                  <a:lnTo>
                    <a:pt x="3945541" y="1306425"/>
                  </a:lnTo>
                  <a:lnTo>
                    <a:pt x="3945635" y="1306425"/>
                  </a:lnTo>
                  <a:lnTo>
                    <a:pt x="3945729" y="1306425"/>
                  </a:lnTo>
                  <a:lnTo>
                    <a:pt x="3945824" y="1306425"/>
                  </a:lnTo>
                  <a:lnTo>
                    <a:pt x="3945918" y="1306425"/>
                  </a:lnTo>
                  <a:lnTo>
                    <a:pt x="3946012" y="1306425"/>
                  </a:lnTo>
                  <a:lnTo>
                    <a:pt x="3946106" y="1306425"/>
                  </a:lnTo>
                  <a:lnTo>
                    <a:pt x="3946200" y="1306425"/>
                  </a:lnTo>
                  <a:lnTo>
                    <a:pt x="3946294" y="1306425"/>
                  </a:lnTo>
                  <a:lnTo>
                    <a:pt x="3946389" y="1306425"/>
                  </a:lnTo>
                  <a:lnTo>
                    <a:pt x="3946483" y="1306425"/>
                  </a:lnTo>
                  <a:lnTo>
                    <a:pt x="3946577" y="1306425"/>
                  </a:lnTo>
                  <a:lnTo>
                    <a:pt x="3946671" y="1306425"/>
                  </a:lnTo>
                  <a:lnTo>
                    <a:pt x="3946765" y="1306425"/>
                  </a:lnTo>
                  <a:lnTo>
                    <a:pt x="3946859" y="1306425"/>
                  </a:lnTo>
                  <a:lnTo>
                    <a:pt x="3946953" y="1306425"/>
                  </a:lnTo>
                  <a:lnTo>
                    <a:pt x="3947048" y="1306425"/>
                  </a:lnTo>
                  <a:lnTo>
                    <a:pt x="3947142" y="1306425"/>
                  </a:lnTo>
                  <a:lnTo>
                    <a:pt x="3947236" y="1306425"/>
                  </a:lnTo>
                  <a:lnTo>
                    <a:pt x="3947330" y="1306425"/>
                  </a:lnTo>
                  <a:lnTo>
                    <a:pt x="3947424" y="1306425"/>
                  </a:lnTo>
                  <a:lnTo>
                    <a:pt x="3947518" y="1306425"/>
                  </a:lnTo>
                  <a:lnTo>
                    <a:pt x="3947612" y="1306425"/>
                  </a:lnTo>
                  <a:lnTo>
                    <a:pt x="3947707" y="1306425"/>
                  </a:lnTo>
                  <a:lnTo>
                    <a:pt x="3947801" y="1306425"/>
                  </a:lnTo>
                  <a:lnTo>
                    <a:pt x="3947895" y="1306425"/>
                  </a:lnTo>
                  <a:lnTo>
                    <a:pt x="3947989" y="1306425"/>
                  </a:lnTo>
                  <a:lnTo>
                    <a:pt x="3948083" y="1306425"/>
                  </a:lnTo>
                  <a:lnTo>
                    <a:pt x="3948177" y="1306425"/>
                  </a:lnTo>
                  <a:lnTo>
                    <a:pt x="3948272" y="1306425"/>
                  </a:lnTo>
                  <a:lnTo>
                    <a:pt x="3948366" y="1306425"/>
                  </a:lnTo>
                  <a:lnTo>
                    <a:pt x="3948460" y="1306425"/>
                  </a:lnTo>
                  <a:lnTo>
                    <a:pt x="3948554" y="1306425"/>
                  </a:lnTo>
                  <a:lnTo>
                    <a:pt x="3948648" y="1306425"/>
                  </a:lnTo>
                  <a:lnTo>
                    <a:pt x="3948742" y="1306425"/>
                  </a:lnTo>
                  <a:lnTo>
                    <a:pt x="3948836" y="1306425"/>
                  </a:lnTo>
                  <a:lnTo>
                    <a:pt x="3948931" y="1306425"/>
                  </a:lnTo>
                  <a:lnTo>
                    <a:pt x="3949025" y="1306425"/>
                  </a:lnTo>
                  <a:lnTo>
                    <a:pt x="3949119" y="1306425"/>
                  </a:lnTo>
                  <a:lnTo>
                    <a:pt x="3949213" y="1306425"/>
                  </a:lnTo>
                  <a:lnTo>
                    <a:pt x="3949307" y="1306425"/>
                  </a:lnTo>
                  <a:lnTo>
                    <a:pt x="3949401" y="1306425"/>
                  </a:lnTo>
                  <a:lnTo>
                    <a:pt x="3949496" y="1306425"/>
                  </a:lnTo>
                  <a:lnTo>
                    <a:pt x="3949590" y="1306425"/>
                  </a:lnTo>
                  <a:lnTo>
                    <a:pt x="3949684" y="1306425"/>
                  </a:lnTo>
                  <a:lnTo>
                    <a:pt x="3949778" y="1306425"/>
                  </a:lnTo>
                  <a:lnTo>
                    <a:pt x="3949872" y="1306425"/>
                  </a:lnTo>
                  <a:lnTo>
                    <a:pt x="3949966" y="1306425"/>
                  </a:lnTo>
                  <a:lnTo>
                    <a:pt x="3950060" y="1306425"/>
                  </a:lnTo>
                  <a:lnTo>
                    <a:pt x="3950155" y="1306425"/>
                  </a:lnTo>
                  <a:lnTo>
                    <a:pt x="3950249" y="1306425"/>
                  </a:lnTo>
                  <a:lnTo>
                    <a:pt x="3950343" y="1306425"/>
                  </a:lnTo>
                  <a:lnTo>
                    <a:pt x="3950437" y="1306425"/>
                  </a:lnTo>
                  <a:lnTo>
                    <a:pt x="3950531" y="1306425"/>
                  </a:lnTo>
                  <a:lnTo>
                    <a:pt x="3950625" y="1306425"/>
                  </a:lnTo>
                  <a:lnTo>
                    <a:pt x="3950720" y="1306425"/>
                  </a:lnTo>
                  <a:lnTo>
                    <a:pt x="3950814" y="1306425"/>
                  </a:lnTo>
                  <a:lnTo>
                    <a:pt x="3950908" y="1306425"/>
                  </a:lnTo>
                  <a:lnTo>
                    <a:pt x="3951002" y="1306425"/>
                  </a:lnTo>
                  <a:lnTo>
                    <a:pt x="3951096" y="1306425"/>
                  </a:lnTo>
                  <a:lnTo>
                    <a:pt x="3951190" y="1306425"/>
                  </a:lnTo>
                  <a:lnTo>
                    <a:pt x="3951284" y="1306425"/>
                  </a:lnTo>
                  <a:lnTo>
                    <a:pt x="3951379" y="1306425"/>
                  </a:lnTo>
                  <a:lnTo>
                    <a:pt x="3951473" y="1306425"/>
                  </a:lnTo>
                  <a:lnTo>
                    <a:pt x="3951567" y="1306425"/>
                  </a:lnTo>
                  <a:lnTo>
                    <a:pt x="3951661" y="1306425"/>
                  </a:lnTo>
                  <a:lnTo>
                    <a:pt x="3951755" y="1306425"/>
                  </a:lnTo>
                  <a:lnTo>
                    <a:pt x="3951849" y="1306425"/>
                  </a:lnTo>
                  <a:lnTo>
                    <a:pt x="3951943" y="1306425"/>
                  </a:lnTo>
                  <a:lnTo>
                    <a:pt x="3952038" y="1306425"/>
                  </a:lnTo>
                  <a:lnTo>
                    <a:pt x="3952132" y="1306425"/>
                  </a:lnTo>
                  <a:lnTo>
                    <a:pt x="3952226" y="1306425"/>
                  </a:lnTo>
                  <a:lnTo>
                    <a:pt x="3952320" y="1306425"/>
                  </a:lnTo>
                  <a:lnTo>
                    <a:pt x="3952414" y="1306425"/>
                  </a:lnTo>
                  <a:lnTo>
                    <a:pt x="3952508" y="1306425"/>
                  </a:lnTo>
                  <a:lnTo>
                    <a:pt x="3952603" y="1306425"/>
                  </a:lnTo>
                  <a:lnTo>
                    <a:pt x="3952697" y="1306425"/>
                  </a:lnTo>
                  <a:lnTo>
                    <a:pt x="3952791" y="1306425"/>
                  </a:lnTo>
                  <a:lnTo>
                    <a:pt x="3952885" y="1306425"/>
                  </a:lnTo>
                  <a:lnTo>
                    <a:pt x="3952979" y="1306425"/>
                  </a:lnTo>
                  <a:lnTo>
                    <a:pt x="3953073" y="1306425"/>
                  </a:lnTo>
                  <a:lnTo>
                    <a:pt x="3953167" y="1306425"/>
                  </a:lnTo>
                  <a:lnTo>
                    <a:pt x="3953262" y="1306425"/>
                  </a:lnTo>
                  <a:lnTo>
                    <a:pt x="3953356" y="1306425"/>
                  </a:lnTo>
                  <a:lnTo>
                    <a:pt x="3953450" y="1306425"/>
                  </a:lnTo>
                  <a:lnTo>
                    <a:pt x="3953544" y="1306425"/>
                  </a:lnTo>
                  <a:lnTo>
                    <a:pt x="3953638" y="1306425"/>
                  </a:lnTo>
                  <a:lnTo>
                    <a:pt x="3953732" y="1306425"/>
                  </a:lnTo>
                  <a:lnTo>
                    <a:pt x="3953827" y="1306425"/>
                  </a:lnTo>
                  <a:lnTo>
                    <a:pt x="3953921" y="1306425"/>
                  </a:lnTo>
                  <a:lnTo>
                    <a:pt x="3954015" y="1306425"/>
                  </a:lnTo>
                  <a:lnTo>
                    <a:pt x="3954109" y="1306425"/>
                  </a:lnTo>
                  <a:lnTo>
                    <a:pt x="3954203" y="1306425"/>
                  </a:lnTo>
                  <a:lnTo>
                    <a:pt x="3954297" y="1306425"/>
                  </a:lnTo>
                  <a:lnTo>
                    <a:pt x="3954391" y="1306425"/>
                  </a:lnTo>
                  <a:lnTo>
                    <a:pt x="3954486" y="1306425"/>
                  </a:lnTo>
                  <a:lnTo>
                    <a:pt x="3954580" y="1306425"/>
                  </a:lnTo>
                  <a:lnTo>
                    <a:pt x="3954674" y="1306425"/>
                  </a:lnTo>
                  <a:lnTo>
                    <a:pt x="3954768" y="1306425"/>
                  </a:lnTo>
                  <a:lnTo>
                    <a:pt x="3954862" y="1306425"/>
                  </a:lnTo>
                  <a:lnTo>
                    <a:pt x="3954956" y="1306425"/>
                  </a:lnTo>
                  <a:lnTo>
                    <a:pt x="3955051" y="1306425"/>
                  </a:lnTo>
                  <a:lnTo>
                    <a:pt x="3955145" y="1306425"/>
                  </a:lnTo>
                  <a:lnTo>
                    <a:pt x="3955239" y="1306425"/>
                  </a:lnTo>
                  <a:lnTo>
                    <a:pt x="3955333" y="1306425"/>
                  </a:lnTo>
                  <a:lnTo>
                    <a:pt x="3955427" y="1306425"/>
                  </a:lnTo>
                  <a:lnTo>
                    <a:pt x="3955521" y="1306425"/>
                  </a:lnTo>
                  <a:lnTo>
                    <a:pt x="3955615" y="1306425"/>
                  </a:lnTo>
                  <a:lnTo>
                    <a:pt x="3955710" y="1306425"/>
                  </a:lnTo>
                  <a:lnTo>
                    <a:pt x="3955710" y="1301514"/>
                  </a:lnTo>
                  <a:lnTo>
                    <a:pt x="3955804" y="1301514"/>
                  </a:lnTo>
                  <a:lnTo>
                    <a:pt x="3955898" y="1301514"/>
                  </a:lnTo>
                  <a:lnTo>
                    <a:pt x="3955992" y="1301514"/>
                  </a:lnTo>
                  <a:lnTo>
                    <a:pt x="3956086" y="1301514"/>
                  </a:lnTo>
                  <a:lnTo>
                    <a:pt x="3956180" y="1301514"/>
                  </a:lnTo>
                  <a:lnTo>
                    <a:pt x="3956274" y="1301514"/>
                  </a:lnTo>
                  <a:lnTo>
                    <a:pt x="3956369" y="1301514"/>
                  </a:lnTo>
                  <a:lnTo>
                    <a:pt x="3956463" y="1301514"/>
                  </a:lnTo>
                  <a:lnTo>
                    <a:pt x="3956557" y="1301514"/>
                  </a:lnTo>
                  <a:lnTo>
                    <a:pt x="3956651" y="1301514"/>
                  </a:lnTo>
                  <a:lnTo>
                    <a:pt x="3956745" y="1301514"/>
                  </a:lnTo>
                  <a:lnTo>
                    <a:pt x="3956839" y="1301514"/>
                  </a:lnTo>
                  <a:lnTo>
                    <a:pt x="3956934" y="1301514"/>
                  </a:lnTo>
                  <a:lnTo>
                    <a:pt x="3957028" y="1301514"/>
                  </a:lnTo>
                  <a:lnTo>
                    <a:pt x="3957122" y="1301514"/>
                  </a:lnTo>
                  <a:lnTo>
                    <a:pt x="3957216" y="1301514"/>
                  </a:lnTo>
                  <a:lnTo>
                    <a:pt x="3957310" y="1301514"/>
                  </a:lnTo>
                  <a:lnTo>
                    <a:pt x="3957404" y="1301514"/>
                  </a:lnTo>
                  <a:lnTo>
                    <a:pt x="3957498" y="1301514"/>
                  </a:lnTo>
                  <a:lnTo>
                    <a:pt x="3957593" y="1301514"/>
                  </a:lnTo>
                  <a:lnTo>
                    <a:pt x="3957687" y="1301514"/>
                  </a:lnTo>
                  <a:lnTo>
                    <a:pt x="3957781" y="1301514"/>
                  </a:lnTo>
                  <a:lnTo>
                    <a:pt x="3957875" y="1301514"/>
                  </a:lnTo>
                  <a:lnTo>
                    <a:pt x="3957969" y="1301514"/>
                  </a:lnTo>
                  <a:lnTo>
                    <a:pt x="3958063" y="1301514"/>
                  </a:lnTo>
                  <a:lnTo>
                    <a:pt x="3958158" y="1301514"/>
                  </a:lnTo>
                  <a:lnTo>
                    <a:pt x="3958252" y="1301514"/>
                  </a:lnTo>
                  <a:lnTo>
                    <a:pt x="3958346" y="1301514"/>
                  </a:lnTo>
                  <a:lnTo>
                    <a:pt x="3958440" y="1301514"/>
                  </a:lnTo>
                  <a:lnTo>
                    <a:pt x="3958534" y="1301514"/>
                  </a:lnTo>
                  <a:lnTo>
                    <a:pt x="3958534" y="1296602"/>
                  </a:lnTo>
                  <a:lnTo>
                    <a:pt x="3958628" y="1296602"/>
                  </a:lnTo>
                  <a:lnTo>
                    <a:pt x="3958722" y="1296602"/>
                  </a:lnTo>
                  <a:lnTo>
                    <a:pt x="3958817" y="1296602"/>
                  </a:lnTo>
                  <a:lnTo>
                    <a:pt x="3958911" y="1296602"/>
                  </a:lnTo>
                  <a:lnTo>
                    <a:pt x="3959005" y="1296602"/>
                  </a:lnTo>
                  <a:lnTo>
                    <a:pt x="3959099" y="1296602"/>
                  </a:lnTo>
                  <a:lnTo>
                    <a:pt x="3959193" y="1296602"/>
                  </a:lnTo>
                  <a:lnTo>
                    <a:pt x="3959287" y="1296602"/>
                  </a:lnTo>
                  <a:lnTo>
                    <a:pt x="3959382" y="1296602"/>
                  </a:lnTo>
                  <a:lnTo>
                    <a:pt x="3959476" y="1296602"/>
                  </a:lnTo>
                  <a:lnTo>
                    <a:pt x="3959570" y="1296602"/>
                  </a:lnTo>
                  <a:lnTo>
                    <a:pt x="3959664" y="1296602"/>
                  </a:lnTo>
                  <a:lnTo>
                    <a:pt x="3959758" y="1296602"/>
                  </a:lnTo>
                  <a:lnTo>
                    <a:pt x="3959852" y="1296602"/>
                  </a:lnTo>
                  <a:lnTo>
                    <a:pt x="3959946" y="1296602"/>
                  </a:lnTo>
                  <a:lnTo>
                    <a:pt x="3960041" y="1296602"/>
                  </a:lnTo>
                  <a:lnTo>
                    <a:pt x="3960135" y="1296602"/>
                  </a:lnTo>
                  <a:lnTo>
                    <a:pt x="3960229" y="1296602"/>
                  </a:lnTo>
                  <a:lnTo>
                    <a:pt x="3960323" y="1296602"/>
                  </a:lnTo>
                  <a:lnTo>
                    <a:pt x="3960417" y="1296602"/>
                  </a:lnTo>
                  <a:lnTo>
                    <a:pt x="3960511" y="1296602"/>
                  </a:lnTo>
                  <a:lnTo>
                    <a:pt x="3960605" y="1296602"/>
                  </a:lnTo>
                  <a:lnTo>
                    <a:pt x="3960700" y="1296602"/>
                  </a:lnTo>
                  <a:lnTo>
                    <a:pt x="3960794" y="1296602"/>
                  </a:lnTo>
                  <a:lnTo>
                    <a:pt x="3960888" y="1296602"/>
                  </a:lnTo>
                  <a:lnTo>
                    <a:pt x="3960982" y="1296602"/>
                  </a:lnTo>
                  <a:lnTo>
                    <a:pt x="3961076" y="1296602"/>
                  </a:lnTo>
                  <a:lnTo>
                    <a:pt x="3961170" y="1296602"/>
                  </a:lnTo>
                  <a:lnTo>
                    <a:pt x="3961265" y="1296602"/>
                  </a:lnTo>
                  <a:lnTo>
                    <a:pt x="3961359" y="1296602"/>
                  </a:lnTo>
                  <a:lnTo>
                    <a:pt x="3961453" y="1296602"/>
                  </a:lnTo>
                  <a:lnTo>
                    <a:pt x="3961547" y="1296602"/>
                  </a:lnTo>
                  <a:lnTo>
                    <a:pt x="3961641" y="1296602"/>
                  </a:lnTo>
                  <a:lnTo>
                    <a:pt x="3961735" y="1296602"/>
                  </a:lnTo>
                  <a:lnTo>
                    <a:pt x="3961829" y="1296602"/>
                  </a:lnTo>
                  <a:lnTo>
                    <a:pt x="3961924" y="1296602"/>
                  </a:lnTo>
                  <a:lnTo>
                    <a:pt x="3962018" y="1296602"/>
                  </a:lnTo>
                  <a:lnTo>
                    <a:pt x="3962112" y="1296602"/>
                  </a:lnTo>
                  <a:lnTo>
                    <a:pt x="3962206" y="1296602"/>
                  </a:lnTo>
                  <a:lnTo>
                    <a:pt x="3962300" y="1296602"/>
                  </a:lnTo>
                  <a:lnTo>
                    <a:pt x="3962394" y="1296602"/>
                  </a:lnTo>
                  <a:lnTo>
                    <a:pt x="3962489" y="1296602"/>
                  </a:lnTo>
                  <a:lnTo>
                    <a:pt x="3962583" y="1296602"/>
                  </a:lnTo>
                  <a:lnTo>
                    <a:pt x="3962677" y="1296602"/>
                  </a:lnTo>
                  <a:lnTo>
                    <a:pt x="3962771" y="1296602"/>
                  </a:lnTo>
                  <a:lnTo>
                    <a:pt x="3962865" y="1296602"/>
                  </a:lnTo>
                  <a:lnTo>
                    <a:pt x="3962959" y="1296602"/>
                  </a:lnTo>
                  <a:lnTo>
                    <a:pt x="3963053" y="1296602"/>
                  </a:lnTo>
                  <a:lnTo>
                    <a:pt x="3963053" y="1291691"/>
                  </a:lnTo>
                  <a:lnTo>
                    <a:pt x="3963148" y="1291691"/>
                  </a:lnTo>
                  <a:lnTo>
                    <a:pt x="3963242" y="1291691"/>
                  </a:lnTo>
                  <a:lnTo>
                    <a:pt x="3963336" y="1291691"/>
                  </a:lnTo>
                  <a:lnTo>
                    <a:pt x="3963430" y="1291691"/>
                  </a:lnTo>
                  <a:lnTo>
                    <a:pt x="3963524" y="1291691"/>
                  </a:lnTo>
                  <a:lnTo>
                    <a:pt x="3963618" y="1291691"/>
                  </a:lnTo>
                  <a:lnTo>
                    <a:pt x="3963713" y="1291691"/>
                  </a:lnTo>
                  <a:lnTo>
                    <a:pt x="3963807" y="1291691"/>
                  </a:lnTo>
                  <a:lnTo>
                    <a:pt x="3963901" y="1291691"/>
                  </a:lnTo>
                  <a:lnTo>
                    <a:pt x="3963995" y="1291691"/>
                  </a:lnTo>
                  <a:lnTo>
                    <a:pt x="3964089" y="1291691"/>
                  </a:lnTo>
                  <a:lnTo>
                    <a:pt x="3964183" y="1291691"/>
                  </a:lnTo>
                  <a:lnTo>
                    <a:pt x="3964277" y="1291691"/>
                  </a:lnTo>
                  <a:lnTo>
                    <a:pt x="3964372" y="1291691"/>
                  </a:lnTo>
                  <a:lnTo>
                    <a:pt x="3964466" y="1291691"/>
                  </a:lnTo>
                  <a:lnTo>
                    <a:pt x="3964560" y="1291691"/>
                  </a:lnTo>
                  <a:lnTo>
                    <a:pt x="3964654" y="1291691"/>
                  </a:lnTo>
                  <a:lnTo>
                    <a:pt x="3964748" y="1291691"/>
                  </a:lnTo>
                  <a:lnTo>
                    <a:pt x="3964842" y="1291691"/>
                  </a:lnTo>
                  <a:lnTo>
                    <a:pt x="3964936" y="1291691"/>
                  </a:lnTo>
                  <a:lnTo>
                    <a:pt x="3965031" y="1291691"/>
                  </a:lnTo>
                  <a:lnTo>
                    <a:pt x="3965125" y="1291691"/>
                  </a:lnTo>
                  <a:lnTo>
                    <a:pt x="3965219" y="1291691"/>
                  </a:lnTo>
                  <a:lnTo>
                    <a:pt x="3965313" y="1291691"/>
                  </a:lnTo>
                  <a:lnTo>
                    <a:pt x="3965407" y="1291691"/>
                  </a:lnTo>
                  <a:lnTo>
                    <a:pt x="3965501" y="1291691"/>
                  </a:lnTo>
                  <a:lnTo>
                    <a:pt x="3965596" y="1291691"/>
                  </a:lnTo>
                  <a:lnTo>
                    <a:pt x="3965690" y="1291691"/>
                  </a:lnTo>
                  <a:lnTo>
                    <a:pt x="3965784" y="1291691"/>
                  </a:lnTo>
                  <a:lnTo>
                    <a:pt x="3965878" y="1291691"/>
                  </a:lnTo>
                  <a:lnTo>
                    <a:pt x="3965972" y="1291691"/>
                  </a:lnTo>
                  <a:lnTo>
                    <a:pt x="3966066" y="1291691"/>
                  </a:lnTo>
                  <a:lnTo>
                    <a:pt x="3966160" y="1291691"/>
                  </a:lnTo>
                  <a:lnTo>
                    <a:pt x="3966255" y="1291691"/>
                  </a:lnTo>
                  <a:lnTo>
                    <a:pt x="3966349" y="1291691"/>
                  </a:lnTo>
                  <a:lnTo>
                    <a:pt x="3966443" y="1291691"/>
                  </a:lnTo>
                  <a:lnTo>
                    <a:pt x="3966537" y="1291691"/>
                  </a:lnTo>
                  <a:lnTo>
                    <a:pt x="3966631" y="1291691"/>
                  </a:lnTo>
                  <a:lnTo>
                    <a:pt x="3966725" y="1291691"/>
                  </a:lnTo>
                  <a:lnTo>
                    <a:pt x="3966820" y="1291691"/>
                  </a:lnTo>
                  <a:lnTo>
                    <a:pt x="3966914" y="1291691"/>
                  </a:lnTo>
                  <a:lnTo>
                    <a:pt x="3967008" y="1291691"/>
                  </a:lnTo>
                  <a:lnTo>
                    <a:pt x="3967102" y="1291691"/>
                  </a:lnTo>
                  <a:lnTo>
                    <a:pt x="3967196" y="1291691"/>
                  </a:lnTo>
                  <a:lnTo>
                    <a:pt x="3967290" y="1291691"/>
                  </a:lnTo>
                  <a:lnTo>
                    <a:pt x="3967384" y="1291691"/>
                  </a:lnTo>
                  <a:lnTo>
                    <a:pt x="3967479" y="1291691"/>
                  </a:lnTo>
                  <a:lnTo>
                    <a:pt x="3967573" y="1291691"/>
                  </a:lnTo>
                  <a:lnTo>
                    <a:pt x="3967667" y="1291691"/>
                  </a:lnTo>
                  <a:lnTo>
                    <a:pt x="3967761" y="1291691"/>
                  </a:lnTo>
                  <a:lnTo>
                    <a:pt x="3967855" y="1291691"/>
                  </a:lnTo>
                  <a:lnTo>
                    <a:pt x="3967949" y="1291691"/>
                  </a:lnTo>
                  <a:lnTo>
                    <a:pt x="3968044" y="1291691"/>
                  </a:lnTo>
                  <a:lnTo>
                    <a:pt x="3968138" y="1291691"/>
                  </a:lnTo>
                  <a:lnTo>
                    <a:pt x="3968232" y="1291691"/>
                  </a:lnTo>
                  <a:lnTo>
                    <a:pt x="3968326" y="1291691"/>
                  </a:lnTo>
                  <a:lnTo>
                    <a:pt x="3968420" y="1291691"/>
                  </a:lnTo>
                  <a:lnTo>
                    <a:pt x="3968514" y="1291691"/>
                  </a:lnTo>
                  <a:lnTo>
                    <a:pt x="3968608" y="1291691"/>
                  </a:lnTo>
                  <a:lnTo>
                    <a:pt x="3968703" y="1291691"/>
                  </a:lnTo>
                  <a:lnTo>
                    <a:pt x="3968703" y="1286780"/>
                  </a:lnTo>
                  <a:lnTo>
                    <a:pt x="3968797" y="1286780"/>
                  </a:lnTo>
                  <a:lnTo>
                    <a:pt x="3968891" y="1286780"/>
                  </a:lnTo>
                  <a:lnTo>
                    <a:pt x="3968985" y="1286780"/>
                  </a:lnTo>
                  <a:lnTo>
                    <a:pt x="3969079" y="1286780"/>
                  </a:lnTo>
                  <a:lnTo>
                    <a:pt x="3969173" y="1286780"/>
                  </a:lnTo>
                  <a:lnTo>
                    <a:pt x="3969267" y="1286780"/>
                  </a:lnTo>
                  <a:lnTo>
                    <a:pt x="3969362" y="1286780"/>
                  </a:lnTo>
                  <a:lnTo>
                    <a:pt x="3969456" y="1286780"/>
                  </a:lnTo>
                  <a:lnTo>
                    <a:pt x="3969550" y="1286780"/>
                  </a:lnTo>
                  <a:lnTo>
                    <a:pt x="3969644" y="1286780"/>
                  </a:lnTo>
                  <a:lnTo>
                    <a:pt x="3969738" y="1286780"/>
                  </a:lnTo>
                  <a:lnTo>
                    <a:pt x="3969832" y="1286780"/>
                  </a:lnTo>
                  <a:lnTo>
                    <a:pt x="3969927" y="1286780"/>
                  </a:lnTo>
                  <a:lnTo>
                    <a:pt x="3969927" y="1281868"/>
                  </a:lnTo>
                  <a:lnTo>
                    <a:pt x="3970021" y="1281868"/>
                  </a:lnTo>
                  <a:lnTo>
                    <a:pt x="3970021" y="1276957"/>
                  </a:lnTo>
                  <a:lnTo>
                    <a:pt x="3970115" y="1276957"/>
                  </a:lnTo>
                  <a:lnTo>
                    <a:pt x="3970209" y="1276957"/>
                  </a:lnTo>
                  <a:lnTo>
                    <a:pt x="3970303" y="1276957"/>
                  </a:lnTo>
                  <a:lnTo>
                    <a:pt x="3970397" y="1276957"/>
                  </a:lnTo>
                  <a:lnTo>
                    <a:pt x="3970491" y="1276957"/>
                  </a:lnTo>
                  <a:lnTo>
                    <a:pt x="3970586" y="1276957"/>
                  </a:lnTo>
                  <a:lnTo>
                    <a:pt x="3970680" y="1276957"/>
                  </a:lnTo>
                  <a:lnTo>
                    <a:pt x="3970774" y="1276957"/>
                  </a:lnTo>
                  <a:lnTo>
                    <a:pt x="3970868" y="1276957"/>
                  </a:lnTo>
                  <a:lnTo>
                    <a:pt x="3970962" y="1276957"/>
                  </a:lnTo>
                  <a:lnTo>
                    <a:pt x="3971056" y="1276957"/>
                  </a:lnTo>
                  <a:lnTo>
                    <a:pt x="3971151" y="1276957"/>
                  </a:lnTo>
                  <a:lnTo>
                    <a:pt x="3971245" y="1276957"/>
                  </a:lnTo>
                  <a:lnTo>
                    <a:pt x="3971339" y="1276957"/>
                  </a:lnTo>
                  <a:lnTo>
                    <a:pt x="3971339" y="1272046"/>
                  </a:lnTo>
                  <a:lnTo>
                    <a:pt x="3971433" y="1272046"/>
                  </a:lnTo>
                  <a:lnTo>
                    <a:pt x="3971527" y="1272046"/>
                  </a:lnTo>
                  <a:lnTo>
                    <a:pt x="3971621" y="1272046"/>
                  </a:lnTo>
                  <a:lnTo>
                    <a:pt x="3971715" y="1272046"/>
                  </a:lnTo>
                  <a:lnTo>
                    <a:pt x="3971810" y="1272046"/>
                  </a:lnTo>
                  <a:lnTo>
                    <a:pt x="3971904" y="1272046"/>
                  </a:lnTo>
                  <a:lnTo>
                    <a:pt x="3971998" y="1272046"/>
                  </a:lnTo>
                  <a:lnTo>
                    <a:pt x="3972092" y="1272046"/>
                  </a:lnTo>
                  <a:lnTo>
                    <a:pt x="3972186" y="1272046"/>
                  </a:lnTo>
                  <a:lnTo>
                    <a:pt x="3972280" y="1272046"/>
                  </a:lnTo>
                  <a:lnTo>
                    <a:pt x="3972375" y="1272046"/>
                  </a:lnTo>
                  <a:lnTo>
                    <a:pt x="3972469" y="1272046"/>
                  </a:lnTo>
                  <a:lnTo>
                    <a:pt x="3972469" y="1267134"/>
                  </a:lnTo>
                  <a:lnTo>
                    <a:pt x="3972563" y="1267134"/>
                  </a:lnTo>
                  <a:lnTo>
                    <a:pt x="3972657" y="1267134"/>
                  </a:lnTo>
                  <a:lnTo>
                    <a:pt x="3972751" y="1267134"/>
                  </a:lnTo>
                  <a:lnTo>
                    <a:pt x="3972845" y="1267134"/>
                  </a:lnTo>
                  <a:lnTo>
                    <a:pt x="3972939" y="1267134"/>
                  </a:lnTo>
                  <a:lnTo>
                    <a:pt x="3973034" y="1267134"/>
                  </a:lnTo>
                  <a:lnTo>
                    <a:pt x="3973128" y="1267134"/>
                  </a:lnTo>
                  <a:lnTo>
                    <a:pt x="3973222" y="1267134"/>
                  </a:lnTo>
                  <a:lnTo>
                    <a:pt x="3973316" y="1267134"/>
                  </a:lnTo>
                  <a:lnTo>
                    <a:pt x="3973410" y="1267134"/>
                  </a:lnTo>
                  <a:lnTo>
                    <a:pt x="3973504" y="1267134"/>
                  </a:lnTo>
                  <a:lnTo>
                    <a:pt x="3973598" y="1267134"/>
                  </a:lnTo>
                  <a:lnTo>
                    <a:pt x="3973693" y="1267134"/>
                  </a:lnTo>
                  <a:lnTo>
                    <a:pt x="3973787" y="1267134"/>
                  </a:lnTo>
                  <a:lnTo>
                    <a:pt x="3973881" y="1267134"/>
                  </a:lnTo>
                  <a:lnTo>
                    <a:pt x="3973975" y="1267134"/>
                  </a:lnTo>
                  <a:lnTo>
                    <a:pt x="3974069" y="1267134"/>
                  </a:lnTo>
                  <a:lnTo>
                    <a:pt x="3974163" y="1267134"/>
                  </a:lnTo>
                  <a:lnTo>
                    <a:pt x="3974258" y="1267134"/>
                  </a:lnTo>
                  <a:lnTo>
                    <a:pt x="3974352" y="1267134"/>
                  </a:lnTo>
                  <a:lnTo>
                    <a:pt x="3974446" y="1267134"/>
                  </a:lnTo>
                  <a:lnTo>
                    <a:pt x="3974540" y="1267134"/>
                  </a:lnTo>
                  <a:lnTo>
                    <a:pt x="3974634" y="1267134"/>
                  </a:lnTo>
                  <a:lnTo>
                    <a:pt x="3974728" y="1267134"/>
                  </a:lnTo>
                  <a:lnTo>
                    <a:pt x="3974822" y="1267134"/>
                  </a:lnTo>
                  <a:lnTo>
                    <a:pt x="3974917" y="1267134"/>
                  </a:lnTo>
                  <a:lnTo>
                    <a:pt x="3975011" y="1267134"/>
                  </a:lnTo>
                  <a:lnTo>
                    <a:pt x="3975105" y="1267134"/>
                  </a:lnTo>
                  <a:lnTo>
                    <a:pt x="3975199" y="1267134"/>
                  </a:lnTo>
                  <a:lnTo>
                    <a:pt x="3975293" y="1267134"/>
                  </a:lnTo>
                  <a:lnTo>
                    <a:pt x="3975387" y="1267134"/>
                  </a:lnTo>
                  <a:lnTo>
                    <a:pt x="3975482" y="1267134"/>
                  </a:lnTo>
                  <a:lnTo>
                    <a:pt x="3975576" y="1267134"/>
                  </a:lnTo>
                  <a:lnTo>
                    <a:pt x="3975670" y="1267134"/>
                  </a:lnTo>
                  <a:lnTo>
                    <a:pt x="3975764" y="1267134"/>
                  </a:lnTo>
                  <a:lnTo>
                    <a:pt x="3975858" y="1267134"/>
                  </a:lnTo>
                  <a:lnTo>
                    <a:pt x="3975952" y="1267134"/>
                  </a:lnTo>
                  <a:lnTo>
                    <a:pt x="3976046" y="1267134"/>
                  </a:lnTo>
                  <a:lnTo>
                    <a:pt x="3976141" y="1267134"/>
                  </a:lnTo>
                  <a:lnTo>
                    <a:pt x="3976235" y="1267134"/>
                  </a:lnTo>
                  <a:lnTo>
                    <a:pt x="3976329" y="1267134"/>
                  </a:lnTo>
                  <a:lnTo>
                    <a:pt x="3976423" y="1267134"/>
                  </a:lnTo>
                  <a:lnTo>
                    <a:pt x="3976517" y="1267134"/>
                  </a:lnTo>
                  <a:lnTo>
                    <a:pt x="3976611" y="1267134"/>
                  </a:lnTo>
                  <a:lnTo>
                    <a:pt x="3976706" y="1267134"/>
                  </a:lnTo>
                  <a:lnTo>
                    <a:pt x="3976800" y="1267134"/>
                  </a:lnTo>
                  <a:lnTo>
                    <a:pt x="3976894" y="1267134"/>
                  </a:lnTo>
                  <a:lnTo>
                    <a:pt x="3976988" y="1267134"/>
                  </a:lnTo>
                  <a:lnTo>
                    <a:pt x="3977082" y="1267134"/>
                  </a:lnTo>
                  <a:lnTo>
                    <a:pt x="3977176" y="1267134"/>
                  </a:lnTo>
                  <a:lnTo>
                    <a:pt x="3977270" y="1267134"/>
                  </a:lnTo>
                  <a:lnTo>
                    <a:pt x="3977365" y="1267134"/>
                  </a:lnTo>
                  <a:lnTo>
                    <a:pt x="3977459" y="1267134"/>
                  </a:lnTo>
                  <a:lnTo>
                    <a:pt x="3977553" y="1267134"/>
                  </a:lnTo>
                  <a:lnTo>
                    <a:pt x="3977647" y="1267134"/>
                  </a:lnTo>
                  <a:lnTo>
                    <a:pt x="3977741" y="1267134"/>
                  </a:lnTo>
                  <a:lnTo>
                    <a:pt x="3977835" y="1267134"/>
                  </a:lnTo>
                  <a:lnTo>
                    <a:pt x="3977929" y="1267134"/>
                  </a:lnTo>
                  <a:lnTo>
                    <a:pt x="3978024" y="1267134"/>
                  </a:lnTo>
                  <a:lnTo>
                    <a:pt x="3978118" y="1267134"/>
                  </a:lnTo>
                  <a:lnTo>
                    <a:pt x="3978212" y="1267134"/>
                  </a:lnTo>
                  <a:lnTo>
                    <a:pt x="3978306" y="1267134"/>
                  </a:lnTo>
                  <a:lnTo>
                    <a:pt x="3978400" y="1267134"/>
                  </a:lnTo>
                  <a:lnTo>
                    <a:pt x="3978494" y="1267134"/>
                  </a:lnTo>
                  <a:lnTo>
                    <a:pt x="3978589" y="1267134"/>
                  </a:lnTo>
                  <a:lnTo>
                    <a:pt x="3978683" y="1267134"/>
                  </a:lnTo>
                  <a:lnTo>
                    <a:pt x="3978777" y="1267134"/>
                  </a:lnTo>
                  <a:lnTo>
                    <a:pt x="3978871" y="1267134"/>
                  </a:lnTo>
                  <a:lnTo>
                    <a:pt x="3978965" y="1267134"/>
                  </a:lnTo>
                  <a:lnTo>
                    <a:pt x="3978965" y="1262223"/>
                  </a:lnTo>
                  <a:lnTo>
                    <a:pt x="3979059" y="1262223"/>
                  </a:lnTo>
                  <a:lnTo>
                    <a:pt x="3979153" y="1262223"/>
                  </a:lnTo>
                  <a:lnTo>
                    <a:pt x="3979248" y="1262223"/>
                  </a:lnTo>
                  <a:lnTo>
                    <a:pt x="3979342" y="1262223"/>
                  </a:lnTo>
                  <a:lnTo>
                    <a:pt x="3979436" y="1262223"/>
                  </a:lnTo>
                  <a:lnTo>
                    <a:pt x="3979530" y="1262223"/>
                  </a:lnTo>
                  <a:lnTo>
                    <a:pt x="3979624" y="1262223"/>
                  </a:lnTo>
                  <a:lnTo>
                    <a:pt x="3979718" y="1262223"/>
                  </a:lnTo>
                  <a:lnTo>
                    <a:pt x="3979813" y="1262223"/>
                  </a:lnTo>
                  <a:lnTo>
                    <a:pt x="3979907" y="1262223"/>
                  </a:lnTo>
                  <a:lnTo>
                    <a:pt x="3980001" y="1262223"/>
                  </a:lnTo>
                  <a:lnTo>
                    <a:pt x="3980095" y="1262223"/>
                  </a:lnTo>
                  <a:lnTo>
                    <a:pt x="3980189" y="1262223"/>
                  </a:lnTo>
                  <a:lnTo>
                    <a:pt x="3980283" y="1262223"/>
                  </a:lnTo>
                  <a:lnTo>
                    <a:pt x="3980377" y="1262223"/>
                  </a:lnTo>
                  <a:lnTo>
                    <a:pt x="3980472" y="1262223"/>
                  </a:lnTo>
                  <a:lnTo>
                    <a:pt x="3980566" y="1262223"/>
                  </a:lnTo>
                  <a:lnTo>
                    <a:pt x="3980660" y="1262223"/>
                  </a:lnTo>
                  <a:lnTo>
                    <a:pt x="3980754" y="1262223"/>
                  </a:lnTo>
                  <a:lnTo>
                    <a:pt x="3980848" y="1262223"/>
                  </a:lnTo>
                  <a:lnTo>
                    <a:pt x="3980942" y="1262223"/>
                  </a:lnTo>
                  <a:lnTo>
                    <a:pt x="3981037" y="1262223"/>
                  </a:lnTo>
                  <a:lnTo>
                    <a:pt x="3981131" y="1262223"/>
                  </a:lnTo>
                  <a:lnTo>
                    <a:pt x="3981225" y="1262223"/>
                  </a:lnTo>
                  <a:lnTo>
                    <a:pt x="3981319" y="1262223"/>
                  </a:lnTo>
                  <a:lnTo>
                    <a:pt x="3981413" y="1262223"/>
                  </a:lnTo>
                  <a:lnTo>
                    <a:pt x="3981507" y="1262223"/>
                  </a:lnTo>
                  <a:lnTo>
                    <a:pt x="3981601" y="1262223"/>
                  </a:lnTo>
                  <a:lnTo>
                    <a:pt x="3981696" y="1262223"/>
                  </a:lnTo>
                  <a:lnTo>
                    <a:pt x="3981790" y="1262223"/>
                  </a:lnTo>
                  <a:lnTo>
                    <a:pt x="3981884" y="1262223"/>
                  </a:lnTo>
                  <a:lnTo>
                    <a:pt x="3981884" y="1257311"/>
                  </a:lnTo>
                  <a:lnTo>
                    <a:pt x="3981884" y="1252400"/>
                  </a:lnTo>
                  <a:lnTo>
                    <a:pt x="3981978" y="1252400"/>
                  </a:lnTo>
                  <a:lnTo>
                    <a:pt x="3982072" y="1252400"/>
                  </a:lnTo>
                  <a:lnTo>
                    <a:pt x="3982166" y="1252400"/>
                  </a:lnTo>
                  <a:lnTo>
                    <a:pt x="3982260" y="1252400"/>
                  </a:lnTo>
                  <a:lnTo>
                    <a:pt x="3982355" y="1252400"/>
                  </a:lnTo>
                  <a:lnTo>
                    <a:pt x="3982449" y="1252400"/>
                  </a:lnTo>
                  <a:lnTo>
                    <a:pt x="3982543" y="1252400"/>
                  </a:lnTo>
                  <a:lnTo>
                    <a:pt x="3982637" y="1252400"/>
                  </a:lnTo>
                  <a:lnTo>
                    <a:pt x="3982731" y="1252400"/>
                  </a:lnTo>
                  <a:lnTo>
                    <a:pt x="3982825" y="1252400"/>
                  </a:lnTo>
                  <a:lnTo>
                    <a:pt x="3982920" y="1252400"/>
                  </a:lnTo>
                  <a:lnTo>
                    <a:pt x="3983014" y="1252400"/>
                  </a:lnTo>
                  <a:lnTo>
                    <a:pt x="3983108" y="1252400"/>
                  </a:lnTo>
                  <a:lnTo>
                    <a:pt x="3983202" y="1252400"/>
                  </a:lnTo>
                  <a:lnTo>
                    <a:pt x="3983296" y="1252400"/>
                  </a:lnTo>
                  <a:lnTo>
                    <a:pt x="3983390" y="1252400"/>
                  </a:lnTo>
                  <a:lnTo>
                    <a:pt x="3983484" y="1252400"/>
                  </a:lnTo>
                  <a:lnTo>
                    <a:pt x="3983579" y="1252400"/>
                  </a:lnTo>
                  <a:lnTo>
                    <a:pt x="3983673" y="1252400"/>
                  </a:lnTo>
                  <a:lnTo>
                    <a:pt x="3983767" y="1252400"/>
                  </a:lnTo>
                  <a:lnTo>
                    <a:pt x="3983861" y="1252400"/>
                  </a:lnTo>
                  <a:lnTo>
                    <a:pt x="3983955" y="1252400"/>
                  </a:lnTo>
                  <a:lnTo>
                    <a:pt x="3984049" y="1252400"/>
                  </a:lnTo>
                  <a:lnTo>
                    <a:pt x="3984144" y="1252400"/>
                  </a:lnTo>
                  <a:lnTo>
                    <a:pt x="3984238" y="1252400"/>
                  </a:lnTo>
                  <a:lnTo>
                    <a:pt x="3984332" y="1252400"/>
                  </a:lnTo>
                  <a:lnTo>
                    <a:pt x="3984426" y="1252400"/>
                  </a:lnTo>
                  <a:lnTo>
                    <a:pt x="3984520" y="1252400"/>
                  </a:lnTo>
                  <a:lnTo>
                    <a:pt x="3984614" y="1252400"/>
                  </a:lnTo>
                  <a:lnTo>
                    <a:pt x="3984708" y="1252400"/>
                  </a:lnTo>
                  <a:lnTo>
                    <a:pt x="3984803" y="1252400"/>
                  </a:lnTo>
                  <a:lnTo>
                    <a:pt x="3984897" y="1252400"/>
                  </a:lnTo>
                  <a:lnTo>
                    <a:pt x="3984991" y="1252400"/>
                  </a:lnTo>
                  <a:lnTo>
                    <a:pt x="3985085" y="1252400"/>
                  </a:lnTo>
                  <a:lnTo>
                    <a:pt x="3985179" y="1252400"/>
                  </a:lnTo>
                  <a:lnTo>
                    <a:pt x="3985273" y="1252400"/>
                  </a:lnTo>
                  <a:lnTo>
                    <a:pt x="3985368" y="1252400"/>
                  </a:lnTo>
                  <a:lnTo>
                    <a:pt x="3985462" y="1252400"/>
                  </a:lnTo>
                  <a:lnTo>
                    <a:pt x="3985462" y="1247489"/>
                  </a:lnTo>
                  <a:lnTo>
                    <a:pt x="3985556" y="1247489"/>
                  </a:lnTo>
                  <a:lnTo>
                    <a:pt x="3985650" y="1247489"/>
                  </a:lnTo>
                  <a:lnTo>
                    <a:pt x="3985744" y="1247489"/>
                  </a:lnTo>
                  <a:lnTo>
                    <a:pt x="3985838" y="1247489"/>
                  </a:lnTo>
                  <a:lnTo>
                    <a:pt x="3985932" y="1247489"/>
                  </a:lnTo>
                  <a:lnTo>
                    <a:pt x="3986027" y="1247489"/>
                  </a:lnTo>
                  <a:lnTo>
                    <a:pt x="3986121" y="1247489"/>
                  </a:lnTo>
                  <a:lnTo>
                    <a:pt x="3986215" y="1247489"/>
                  </a:lnTo>
                  <a:lnTo>
                    <a:pt x="3986309" y="1247489"/>
                  </a:lnTo>
                  <a:lnTo>
                    <a:pt x="3986403" y="1247489"/>
                  </a:lnTo>
                  <a:lnTo>
                    <a:pt x="3986497" y="1247489"/>
                  </a:lnTo>
                  <a:lnTo>
                    <a:pt x="3986591" y="1247489"/>
                  </a:lnTo>
                  <a:lnTo>
                    <a:pt x="3986686" y="1247489"/>
                  </a:lnTo>
                  <a:lnTo>
                    <a:pt x="3986780" y="1247489"/>
                  </a:lnTo>
                  <a:lnTo>
                    <a:pt x="3986874" y="1247489"/>
                  </a:lnTo>
                  <a:lnTo>
                    <a:pt x="3986968" y="1247489"/>
                  </a:lnTo>
                  <a:lnTo>
                    <a:pt x="3987062" y="1247489"/>
                  </a:lnTo>
                  <a:lnTo>
                    <a:pt x="3987156" y="1247489"/>
                  </a:lnTo>
                  <a:lnTo>
                    <a:pt x="3987251" y="1247489"/>
                  </a:lnTo>
                  <a:lnTo>
                    <a:pt x="3987345" y="1247489"/>
                  </a:lnTo>
                  <a:lnTo>
                    <a:pt x="3987439" y="1247489"/>
                  </a:lnTo>
                  <a:lnTo>
                    <a:pt x="3987533" y="1247489"/>
                  </a:lnTo>
                  <a:lnTo>
                    <a:pt x="3987627" y="1247489"/>
                  </a:lnTo>
                  <a:lnTo>
                    <a:pt x="3987721" y="1247489"/>
                  </a:lnTo>
                  <a:lnTo>
                    <a:pt x="3987815" y="1247489"/>
                  </a:lnTo>
                  <a:lnTo>
                    <a:pt x="3987910" y="1247489"/>
                  </a:lnTo>
                  <a:lnTo>
                    <a:pt x="3988004" y="1247489"/>
                  </a:lnTo>
                  <a:lnTo>
                    <a:pt x="3988098" y="1247489"/>
                  </a:lnTo>
                  <a:lnTo>
                    <a:pt x="3988098" y="1242577"/>
                  </a:lnTo>
                  <a:lnTo>
                    <a:pt x="3988192" y="1242577"/>
                  </a:lnTo>
                  <a:lnTo>
                    <a:pt x="3988286" y="1242577"/>
                  </a:lnTo>
                  <a:lnTo>
                    <a:pt x="3988380" y="1242577"/>
                  </a:lnTo>
                  <a:lnTo>
                    <a:pt x="3988475" y="1242577"/>
                  </a:lnTo>
                  <a:lnTo>
                    <a:pt x="3988569" y="1242577"/>
                  </a:lnTo>
                  <a:lnTo>
                    <a:pt x="3988663" y="1242577"/>
                  </a:lnTo>
                  <a:lnTo>
                    <a:pt x="3988757" y="1242577"/>
                  </a:lnTo>
                  <a:lnTo>
                    <a:pt x="3988851" y="1242577"/>
                  </a:lnTo>
                  <a:lnTo>
                    <a:pt x="3988945" y="1242577"/>
                  </a:lnTo>
                  <a:lnTo>
                    <a:pt x="3989039" y="1242577"/>
                  </a:lnTo>
                  <a:lnTo>
                    <a:pt x="3989134" y="1242577"/>
                  </a:lnTo>
                  <a:lnTo>
                    <a:pt x="3989228" y="1242577"/>
                  </a:lnTo>
                  <a:lnTo>
                    <a:pt x="3989228" y="1237666"/>
                  </a:lnTo>
                  <a:lnTo>
                    <a:pt x="3989322" y="1237666"/>
                  </a:lnTo>
                  <a:lnTo>
                    <a:pt x="3989416" y="1237666"/>
                  </a:lnTo>
                  <a:lnTo>
                    <a:pt x="3989510" y="1237666"/>
                  </a:lnTo>
                  <a:lnTo>
                    <a:pt x="3989604" y="1237666"/>
                  </a:lnTo>
                  <a:lnTo>
                    <a:pt x="3989699" y="1237666"/>
                  </a:lnTo>
                  <a:lnTo>
                    <a:pt x="3989793" y="1237666"/>
                  </a:lnTo>
                  <a:lnTo>
                    <a:pt x="3989887" y="1237666"/>
                  </a:lnTo>
                  <a:lnTo>
                    <a:pt x="3989981" y="1237666"/>
                  </a:lnTo>
                  <a:lnTo>
                    <a:pt x="3990075" y="1237666"/>
                  </a:lnTo>
                  <a:lnTo>
                    <a:pt x="3990169" y="1237666"/>
                  </a:lnTo>
                  <a:lnTo>
                    <a:pt x="3990263" y="1237666"/>
                  </a:lnTo>
                  <a:lnTo>
                    <a:pt x="3990358" y="1237666"/>
                  </a:lnTo>
                  <a:lnTo>
                    <a:pt x="3990452" y="1237666"/>
                  </a:lnTo>
                  <a:lnTo>
                    <a:pt x="3990546" y="1237666"/>
                  </a:lnTo>
                  <a:lnTo>
                    <a:pt x="3990640" y="1237666"/>
                  </a:lnTo>
                  <a:lnTo>
                    <a:pt x="3990734" y="1237666"/>
                  </a:lnTo>
                  <a:lnTo>
                    <a:pt x="3990828" y="1237666"/>
                  </a:lnTo>
                  <a:lnTo>
                    <a:pt x="3990922" y="1237666"/>
                  </a:lnTo>
                  <a:lnTo>
                    <a:pt x="3991017" y="1237666"/>
                  </a:lnTo>
                  <a:lnTo>
                    <a:pt x="3991111" y="1237666"/>
                  </a:lnTo>
                  <a:lnTo>
                    <a:pt x="3991205" y="1237666"/>
                  </a:lnTo>
                  <a:lnTo>
                    <a:pt x="3991299" y="1237666"/>
                  </a:lnTo>
                  <a:lnTo>
                    <a:pt x="3991393" y="1237666"/>
                  </a:lnTo>
                  <a:lnTo>
                    <a:pt x="3991487" y="1237666"/>
                  </a:lnTo>
                  <a:lnTo>
                    <a:pt x="3991582" y="1237666"/>
                  </a:lnTo>
                  <a:lnTo>
                    <a:pt x="3991676" y="1237666"/>
                  </a:lnTo>
                  <a:lnTo>
                    <a:pt x="3991770" y="1237666"/>
                  </a:lnTo>
                  <a:lnTo>
                    <a:pt x="3991864" y="1237666"/>
                  </a:lnTo>
                  <a:lnTo>
                    <a:pt x="3991958" y="1237666"/>
                  </a:lnTo>
                  <a:lnTo>
                    <a:pt x="3992052" y="1237666"/>
                  </a:lnTo>
                  <a:lnTo>
                    <a:pt x="3992146" y="1237666"/>
                  </a:lnTo>
                  <a:lnTo>
                    <a:pt x="3992241" y="1237666"/>
                  </a:lnTo>
                  <a:lnTo>
                    <a:pt x="3992335" y="1237666"/>
                  </a:lnTo>
                  <a:lnTo>
                    <a:pt x="3992429" y="1237666"/>
                  </a:lnTo>
                  <a:lnTo>
                    <a:pt x="3992523" y="1237666"/>
                  </a:lnTo>
                  <a:lnTo>
                    <a:pt x="3992617" y="1237666"/>
                  </a:lnTo>
                  <a:lnTo>
                    <a:pt x="3992711" y="1237666"/>
                  </a:lnTo>
                  <a:lnTo>
                    <a:pt x="3992806" y="1237666"/>
                  </a:lnTo>
                  <a:lnTo>
                    <a:pt x="3992900" y="1237666"/>
                  </a:lnTo>
                  <a:lnTo>
                    <a:pt x="3992994" y="1237666"/>
                  </a:lnTo>
                  <a:lnTo>
                    <a:pt x="3993088" y="1237666"/>
                  </a:lnTo>
                  <a:lnTo>
                    <a:pt x="3993182" y="1237666"/>
                  </a:lnTo>
                  <a:lnTo>
                    <a:pt x="3993276" y="1237666"/>
                  </a:lnTo>
                  <a:lnTo>
                    <a:pt x="3993370" y="1237666"/>
                  </a:lnTo>
                  <a:lnTo>
                    <a:pt x="3993465" y="1237666"/>
                  </a:lnTo>
                  <a:lnTo>
                    <a:pt x="3993559" y="1237666"/>
                  </a:lnTo>
                  <a:lnTo>
                    <a:pt x="3993653" y="1237666"/>
                  </a:lnTo>
                  <a:lnTo>
                    <a:pt x="3993747" y="1237666"/>
                  </a:lnTo>
                  <a:lnTo>
                    <a:pt x="3993841" y="1237666"/>
                  </a:lnTo>
                  <a:lnTo>
                    <a:pt x="3993935" y="1237666"/>
                  </a:lnTo>
                  <a:lnTo>
                    <a:pt x="3994030" y="1237666"/>
                  </a:lnTo>
                  <a:lnTo>
                    <a:pt x="3994124" y="1237666"/>
                  </a:lnTo>
                  <a:lnTo>
                    <a:pt x="3994218" y="1237666"/>
                  </a:lnTo>
                  <a:lnTo>
                    <a:pt x="3994312" y="1237666"/>
                  </a:lnTo>
                  <a:lnTo>
                    <a:pt x="3994406" y="1237666"/>
                  </a:lnTo>
                  <a:lnTo>
                    <a:pt x="3994500" y="1237666"/>
                  </a:lnTo>
                  <a:lnTo>
                    <a:pt x="3994594" y="1237666"/>
                  </a:lnTo>
                  <a:lnTo>
                    <a:pt x="3994689" y="1237666"/>
                  </a:lnTo>
                  <a:lnTo>
                    <a:pt x="3994783" y="1237666"/>
                  </a:lnTo>
                  <a:lnTo>
                    <a:pt x="3994877" y="1237666"/>
                  </a:lnTo>
                  <a:lnTo>
                    <a:pt x="3994971" y="1237666"/>
                  </a:lnTo>
                  <a:lnTo>
                    <a:pt x="3995065" y="1237666"/>
                  </a:lnTo>
                  <a:lnTo>
                    <a:pt x="3995159" y="1237666"/>
                  </a:lnTo>
                  <a:lnTo>
                    <a:pt x="3995253" y="1237666"/>
                  </a:lnTo>
                  <a:lnTo>
                    <a:pt x="3995348" y="1237666"/>
                  </a:lnTo>
                  <a:lnTo>
                    <a:pt x="3995442" y="1237666"/>
                  </a:lnTo>
                  <a:lnTo>
                    <a:pt x="3995536" y="1237666"/>
                  </a:lnTo>
                  <a:lnTo>
                    <a:pt x="3995630" y="1237666"/>
                  </a:lnTo>
                  <a:lnTo>
                    <a:pt x="3995724" y="1237666"/>
                  </a:lnTo>
                  <a:lnTo>
                    <a:pt x="3995724" y="1232755"/>
                  </a:lnTo>
                  <a:lnTo>
                    <a:pt x="3995818" y="1232755"/>
                  </a:lnTo>
                  <a:lnTo>
                    <a:pt x="3995913" y="1232755"/>
                  </a:lnTo>
                  <a:lnTo>
                    <a:pt x="3996007" y="1232755"/>
                  </a:lnTo>
                  <a:lnTo>
                    <a:pt x="3996101" y="1232755"/>
                  </a:lnTo>
                  <a:lnTo>
                    <a:pt x="3996195" y="1232755"/>
                  </a:lnTo>
                  <a:lnTo>
                    <a:pt x="3996195" y="1227843"/>
                  </a:lnTo>
                  <a:lnTo>
                    <a:pt x="3996289" y="1227843"/>
                  </a:lnTo>
                  <a:lnTo>
                    <a:pt x="3996383" y="1227843"/>
                  </a:lnTo>
                  <a:lnTo>
                    <a:pt x="3996477" y="1227843"/>
                  </a:lnTo>
                  <a:lnTo>
                    <a:pt x="3996572" y="1227843"/>
                  </a:lnTo>
                  <a:lnTo>
                    <a:pt x="3996666" y="1227843"/>
                  </a:lnTo>
                  <a:lnTo>
                    <a:pt x="3996760" y="1227843"/>
                  </a:lnTo>
                  <a:lnTo>
                    <a:pt x="3996854" y="1227843"/>
                  </a:lnTo>
                  <a:lnTo>
                    <a:pt x="3996948" y="1227843"/>
                  </a:lnTo>
                  <a:lnTo>
                    <a:pt x="3997042" y="1227843"/>
                  </a:lnTo>
                  <a:lnTo>
                    <a:pt x="3997137" y="1227843"/>
                  </a:lnTo>
                  <a:lnTo>
                    <a:pt x="3997231" y="1227843"/>
                  </a:lnTo>
                  <a:lnTo>
                    <a:pt x="3997231" y="1222932"/>
                  </a:lnTo>
                  <a:lnTo>
                    <a:pt x="3997325" y="1222932"/>
                  </a:lnTo>
                  <a:lnTo>
                    <a:pt x="3997419" y="1222932"/>
                  </a:lnTo>
                  <a:lnTo>
                    <a:pt x="3997513" y="1222932"/>
                  </a:lnTo>
                  <a:lnTo>
                    <a:pt x="3997607" y="1222932"/>
                  </a:lnTo>
                  <a:lnTo>
                    <a:pt x="3997701" y="1222932"/>
                  </a:lnTo>
                  <a:lnTo>
                    <a:pt x="3997796" y="1222932"/>
                  </a:lnTo>
                  <a:lnTo>
                    <a:pt x="3997890" y="1222932"/>
                  </a:lnTo>
                  <a:lnTo>
                    <a:pt x="3997984" y="1222932"/>
                  </a:lnTo>
                  <a:lnTo>
                    <a:pt x="3998078" y="1222932"/>
                  </a:lnTo>
                  <a:lnTo>
                    <a:pt x="3998172" y="1222932"/>
                  </a:lnTo>
                  <a:lnTo>
                    <a:pt x="3998266" y="1222932"/>
                  </a:lnTo>
                  <a:lnTo>
                    <a:pt x="3998361" y="1222932"/>
                  </a:lnTo>
                  <a:lnTo>
                    <a:pt x="3998455" y="1222932"/>
                  </a:lnTo>
                  <a:lnTo>
                    <a:pt x="3998549" y="1222932"/>
                  </a:lnTo>
                  <a:lnTo>
                    <a:pt x="3998643" y="1222932"/>
                  </a:lnTo>
                  <a:lnTo>
                    <a:pt x="3998737" y="1222932"/>
                  </a:lnTo>
                  <a:lnTo>
                    <a:pt x="3998831" y="1222932"/>
                  </a:lnTo>
                  <a:lnTo>
                    <a:pt x="3998925" y="1222932"/>
                  </a:lnTo>
                  <a:lnTo>
                    <a:pt x="3999020" y="1222932"/>
                  </a:lnTo>
                  <a:lnTo>
                    <a:pt x="3999114" y="1222932"/>
                  </a:lnTo>
                  <a:lnTo>
                    <a:pt x="3999208" y="1222932"/>
                  </a:lnTo>
                  <a:lnTo>
                    <a:pt x="3999302" y="1222932"/>
                  </a:lnTo>
                  <a:lnTo>
                    <a:pt x="3999396" y="1222932"/>
                  </a:lnTo>
                  <a:lnTo>
                    <a:pt x="3999490" y="1222932"/>
                  </a:lnTo>
                  <a:lnTo>
                    <a:pt x="3999584" y="1222932"/>
                  </a:lnTo>
                  <a:lnTo>
                    <a:pt x="3999679" y="1222932"/>
                  </a:lnTo>
                  <a:lnTo>
                    <a:pt x="3999773" y="1222932"/>
                  </a:lnTo>
                  <a:lnTo>
                    <a:pt x="3999867" y="1222932"/>
                  </a:lnTo>
                  <a:lnTo>
                    <a:pt x="3999961" y="1222932"/>
                  </a:lnTo>
                  <a:lnTo>
                    <a:pt x="4000055" y="1222932"/>
                  </a:lnTo>
                  <a:lnTo>
                    <a:pt x="4000149" y="1222932"/>
                  </a:lnTo>
                  <a:lnTo>
                    <a:pt x="4000244" y="1222932"/>
                  </a:lnTo>
                  <a:lnTo>
                    <a:pt x="4000338" y="1222932"/>
                  </a:lnTo>
                  <a:lnTo>
                    <a:pt x="4000432" y="1222932"/>
                  </a:lnTo>
                  <a:lnTo>
                    <a:pt x="4000526" y="1222932"/>
                  </a:lnTo>
                  <a:lnTo>
                    <a:pt x="4000620" y="1222932"/>
                  </a:lnTo>
                  <a:lnTo>
                    <a:pt x="4000714" y="1222932"/>
                  </a:lnTo>
                  <a:lnTo>
                    <a:pt x="4000808" y="1222932"/>
                  </a:lnTo>
                  <a:lnTo>
                    <a:pt x="4000903" y="1222932"/>
                  </a:lnTo>
                  <a:lnTo>
                    <a:pt x="4000997" y="1222932"/>
                  </a:lnTo>
                  <a:lnTo>
                    <a:pt x="4001091" y="1222932"/>
                  </a:lnTo>
                  <a:lnTo>
                    <a:pt x="4001185" y="1222932"/>
                  </a:lnTo>
                  <a:lnTo>
                    <a:pt x="4001279" y="1222932"/>
                  </a:lnTo>
                  <a:lnTo>
                    <a:pt x="4001373" y="1222932"/>
                  </a:lnTo>
                  <a:lnTo>
                    <a:pt x="4001468" y="1222932"/>
                  </a:lnTo>
                  <a:lnTo>
                    <a:pt x="4001562" y="1222932"/>
                  </a:lnTo>
                  <a:lnTo>
                    <a:pt x="4001656" y="1222932"/>
                  </a:lnTo>
                  <a:lnTo>
                    <a:pt x="4001750" y="1222932"/>
                  </a:lnTo>
                  <a:lnTo>
                    <a:pt x="4001844" y="1222932"/>
                  </a:lnTo>
                  <a:lnTo>
                    <a:pt x="4001938" y="1222932"/>
                  </a:lnTo>
                  <a:lnTo>
                    <a:pt x="4002032" y="1222932"/>
                  </a:lnTo>
                  <a:lnTo>
                    <a:pt x="4002127" y="1222932"/>
                  </a:lnTo>
                  <a:lnTo>
                    <a:pt x="4002221" y="1222932"/>
                  </a:lnTo>
                  <a:lnTo>
                    <a:pt x="4002315" y="1222932"/>
                  </a:lnTo>
                  <a:lnTo>
                    <a:pt x="4002409" y="1222932"/>
                  </a:lnTo>
                  <a:lnTo>
                    <a:pt x="4002503" y="1222932"/>
                  </a:lnTo>
                  <a:lnTo>
                    <a:pt x="4002597" y="1222932"/>
                  </a:lnTo>
                  <a:lnTo>
                    <a:pt x="4002692" y="1222932"/>
                  </a:lnTo>
                  <a:lnTo>
                    <a:pt x="4002786" y="1222932"/>
                  </a:lnTo>
                  <a:lnTo>
                    <a:pt x="4002880" y="1222932"/>
                  </a:lnTo>
                  <a:lnTo>
                    <a:pt x="4002974" y="1222932"/>
                  </a:lnTo>
                  <a:lnTo>
                    <a:pt x="4003068" y="1222932"/>
                  </a:lnTo>
                  <a:lnTo>
                    <a:pt x="4003162" y="1222932"/>
                  </a:lnTo>
                  <a:lnTo>
                    <a:pt x="4003256" y="1222932"/>
                  </a:lnTo>
                  <a:lnTo>
                    <a:pt x="4003351" y="1222932"/>
                  </a:lnTo>
                  <a:lnTo>
                    <a:pt x="4003445" y="1222932"/>
                  </a:lnTo>
                  <a:lnTo>
                    <a:pt x="4003539" y="1222932"/>
                  </a:lnTo>
                  <a:lnTo>
                    <a:pt x="4003633" y="1222932"/>
                  </a:lnTo>
                  <a:lnTo>
                    <a:pt x="4003727" y="1222932"/>
                  </a:lnTo>
                  <a:lnTo>
                    <a:pt x="4003821" y="1222932"/>
                  </a:lnTo>
                  <a:lnTo>
                    <a:pt x="4003915" y="1222932"/>
                  </a:lnTo>
                  <a:lnTo>
                    <a:pt x="4004010" y="1222932"/>
                  </a:lnTo>
                  <a:lnTo>
                    <a:pt x="4004104" y="1222932"/>
                  </a:lnTo>
                  <a:lnTo>
                    <a:pt x="4004198" y="1222932"/>
                  </a:lnTo>
                  <a:lnTo>
                    <a:pt x="4004292" y="1222932"/>
                  </a:lnTo>
                  <a:lnTo>
                    <a:pt x="4004386" y="1222932"/>
                  </a:lnTo>
                  <a:lnTo>
                    <a:pt x="4004480" y="1222932"/>
                  </a:lnTo>
                  <a:lnTo>
                    <a:pt x="4004575" y="1222932"/>
                  </a:lnTo>
                  <a:lnTo>
                    <a:pt x="4004669" y="1222932"/>
                  </a:lnTo>
                  <a:lnTo>
                    <a:pt x="4004763" y="1222932"/>
                  </a:lnTo>
                  <a:lnTo>
                    <a:pt x="4004857" y="1222932"/>
                  </a:lnTo>
                  <a:lnTo>
                    <a:pt x="4004951" y="1222932"/>
                  </a:lnTo>
                  <a:lnTo>
                    <a:pt x="4005045" y="1222932"/>
                  </a:lnTo>
                  <a:lnTo>
                    <a:pt x="4005139" y="1222932"/>
                  </a:lnTo>
                  <a:lnTo>
                    <a:pt x="4005234" y="1222932"/>
                  </a:lnTo>
                  <a:lnTo>
                    <a:pt x="4005328" y="1222932"/>
                  </a:lnTo>
                  <a:lnTo>
                    <a:pt x="4005422" y="1222932"/>
                  </a:lnTo>
                  <a:lnTo>
                    <a:pt x="4005516" y="1222932"/>
                  </a:lnTo>
                  <a:lnTo>
                    <a:pt x="4005610" y="1222932"/>
                  </a:lnTo>
                  <a:lnTo>
                    <a:pt x="4005704" y="1222932"/>
                  </a:lnTo>
                  <a:lnTo>
                    <a:pt x="4005799" y="1222932"/>
                  </a:lnTo>
                  <a:lnTo>
                    <a:pt x="4005893" y="1222932"/>
                  </a:lnTo>
                  <a:lnTo>
                    <a:pt x="4005987" y="1222932"/>
                  </a:lnTo>
                  <a:lnTo>
                    <a:pt x="4006081" y="1222932"/>
                  </a:lnTo>
                  <a:lnTo>
                    <a:pt x="4006175" y="1222932"/>
                  </a:lnTo>
                  <a:lnTo>
                    <a:pt x="4006269" y="1222932"/>
                  </a:lnTo>
                  <a:lnTo>
                    <a:pt x="4006363" y="1222932"/>
                  </a:lnTo>
                  <a:lnTo>
                    <a:pt x="4006458" y="1222932"/>
                  </a:lnTo>
                  <a:lnTo>
                    <a:pt x="4006552" y="1222932"/>
                  </a:lnTo>
                  <a:lnTo>
                    <a:pt x="4006646" y="1222932"/>
                  </a:lnTo>
                  <a:lnTo>
                    <a:pt x="4006740" y="1222932"/>
                  </a:lnTo>
                  <a:lnTo>
                    <a:pt x="4006834" y="1222932"/>
                  </a:lnTo>
                  <a:lnTo>
                    <a:pt x="4006928" y="1222932"/>
                  </a:lnTo>
                  <a:lnTo>
                    <a:pt x="4007023" y="1222932"/>
                  </a:lnTo>
                  <a:lnTo>
                    <a:pt x="4007117" y="1222932"/>
                  </a:lnTo>
                  <a:lnTo>
                    <a:pt x="4007211" y="1222932"/>
                  </a:lnTo>
                  <a:lnTo>
                    <a:pt x="4007305" y="1222932"/>
                  </a:lnTo>
                  <a:lnTo>
                    <a:pt x="4007399" y="1222932"/>
                  </a:lnTo>
                  <a:lnTo>
                    <a:pt x="4007493" y="1222932"/>
                  </a:lnTo>
                  <a:lnTo>
                    <a:pt x="4007587" y="1222932"/>
                  </a:lnTo>
                  <a:lnTo>
                    <a:pt x="4007682" y="1222932"/>
                  </a:lnTo>
                  <a:lnTo>
                    <a:pt x="4007776" y="1222932"/>
                  </a:lnTo>
                  <a:lnTo>
                    <a:pt x="4007870" y="1222932"/>
                  </a:lnTo>
                  <a:lnTo>
                    <a:pt x="4007964" y="1222932"/>
                  </a:lnTo>
                  <a:lnTo>
                    <a:pt x="4008058" y="1222932"/>
                  </a:lnTo>
                  <a:lnTo>
                    <a:pt x="4008152" y="1222932"/>
                  </a:lnTo>
                  <a:lnTo>
                    <a:pt x="4008246" y="1222932"/>
                  </a:lnTo>
                  <a:lnTo>
                    <a:pt x="4008341" y="1222932"/>
                  </a:lnTo>
                  <a:lnTo>
                    <a:pt x="4008435" y="1222932"/>
                  </a:lnTo>
                  <a:lnTo>
                    <a:pt x="4008529" y="1222932"/>
                  </a:lnTo>
                  <a:lnTo>
                    <a:pt x="4008623" y="1222932"/>
                  </a:lnTo>
                  <a:lnTo>
                    <a:pt x="4008623" y="1218020"/>
                  </a:lnTo>
                  <a:lnTo>
                    <a:pt x="4008717" y="1218020"/>
                  </a:lnTo>
                  <a:lnTo>
                    <a:pt x="4008811" y="1218020"/>
                  </a:lnTo>
                  <a:lnTo>
                    <a:pt x="4008811" y="1213109"/>
                  </a:lnTo>
                  <a:lnTo>
                    <a:pt x="4008906" y="1213109"/>
                  </a:lnTo>
                  <a:lnTo>
                    <a:pt x="4009000" y="1213109"/>
                  </a:lnTo>
                  <a:lnTo>
                    <a:pt x="4009094" y="1213109"/>
                  </a:lnTo>
                  <a:lnTo>
                    <a:pt x="4009188" y="1213109"/>
                  </a:lnTo>
                  <a:lnTo>
                    <a:pt x="4009282" y="1213109"/>
                  </a:lnTo>
                  <a:lnTo>
                    <a:pt x="4009376" y="1213109"/>
                  </a:lnTo>
                  <a:lnTo>
                    <a:pt x="4009470" y="1213109"/>
                  </a:lnTo>
                  <a:lnTo>
                    <a:pt x="4009565" y="1213109"/>
                  </a:lnTo>
                  <a:lnTo>
                    <a:pt x="4009659" y="1213109"/>
                  </a:lnTo>
                  <a:lnTo>
                    <a:pt x="4009753" y="1213109"/>
                  </a:lnTo>
                  <a:lnTo>
                    <a:pt x="4009847" y="1213109"/>
                  </a:lnTo>
                  <a:lnTo>
                    <a:pt x="4009941" y="1213109"/>
                  </a:lnTo>
                  <a:lnTo>
                    <a:pt x="4010035" y="1213109"/>
                  </a:lnTo>
                  <a:lnTo>
                    <a:pt x="4010130" y="1213109"/>
                  </a:lnTo>
                  <a:lnTo>
                    <a:pt x="4010224" y="1213109"/>
                  </a:lnTo>
                  <a:lnTo>
                    <a:pt x="4010318" y="1213109"/>
                  </a:lnTo>
                  <a:lnTo>
                    <a:pt x="4010412" y="1213109"/>
                  </a:lnTo>
                  <a:lnTo>
                    <a:pt x="4010506" y="1213109"/>
                  </a:lnTo>
                  <a:lnTo>
                    <a:pt x="4010600" y="1213109"/>
                  </a:lnTo>
                  <a:lnTo>
                    <a:pt x="4010694" y="1213109"/>
                  </a:lnTo>
                  <a:lnTo>
                    <a:pt x="4010789" y="1213109"/>
                  </a:lnTo>
                  <a:lnTo>
                    <a:pt x="4010883" y="1213109"/>
                  </a:lnTo>
                  <a:lnTo>
                    <a:pt x="4010977" y="1213109"/>
                  </a:lnTo>
                  <a:lnTo>
                    <a:pt x="4011071" y="1213109"/>
                  </a:lnTo>
                  <a:lnTo>
                    <a:pt x="4011165" y="1213109"/>
                  </a:lnTo>
                  <a:lnTo>
                    <a:pt x="4011259" y="1213109"/>
                  </a:lnTo>
                  <a:lnTo>
                    <a:pt x="4011354" y="1213109"/>
                  </a:lnTo>
                  <a:lnTo>
                    <a:pt x="4011448" y="1213109"/>
                  </a:lnTo>
                  <a:lnTo>
                    <a:pt x="4011542" y="1213109"/>
                  </a:lnTo>
                  <a:lnTo>
                    <a:pt x="4011636" y="1213109"/>
                  </a:lnTo>
                  <a:lnTo>
                    <a:pt x="4011730" y="1213109"/>
                  </a:lnTo>
                  <a:lnTo>
                    <a:pt x="4011824" y="1213109"/>
                  </a:lnTo>
                  <a:lnTo>
                    <a:pt x="4011918" y="1213109"/>
                  </a:lnTo>
                  <a:lnTo>
                    <a:pt x="4012013" y="1213109"/>
                  </a:lnTo>
                  <a:lnTo>
                    <a:pt x="4012107" y="1213109"/>
                  </a:lnTo>
                  <a:lnTo>
                    <a:pt x="4012201" y="1213109"/>
                  </a:lnTo>
                  <a:lnTo>
                    <a:pt x="4012295" y="1213109"/>
                  </a:lnTo>
                  <a:lnTo>
                    <a:pt x="4012389" y="1213109"/>
                  </a:lnTo>
                  <a:lnTo>
                    <a:pt x="4012483" y="1213109"/>
                  </a:lnTo>
                  <a:lnTo>
                    <a:pt x="4012577" y="1213109"/>
                  </a:lnTo>
                  <a:lnTo>
                    <a:pt x="4012672" y="1213109"/>
                  </a:lnTo>
                  <a:lnTo>
                    <a:pt x="4012766" y="1213109"/>
                  </a:lnTo>
                  <a:lnTo>
                    <a:pt x="4012860" y="1213109"/>
                  </a:lnTo>
                  <a:lnTo>
                    <a:pt x="4012954" y="1213109"/>
                  </a:lnTo>
                  <a:lnTo>
                    <a:pt x="4013048" y="1213109"/>
                  </a:lnTo>
                  <a:lnTo>
                    <a:pt x="4013142" y="1213109"/>
                  </a:lnTo>
                  <a:lnTo>
                    <a:pt x="4013237" y="1213109"/>
                  </a:lnTo>
                  <a:lnTo>
                    <a:pt x="4013331" y="1213109"/>
                  </a:lnTo>
                  <a:lnTo>
                    <a:pt x="4013425" y="1213109"/>
                  </a:lnTo>
                  <a:lnTo>
                    <a:pt x="4013519" y="1213109"/>
                  </a:lnTo>
                  <a:lnTo>
                    <a:pt x="4013613" y="1213109"/>
                  </a:lnTo>
                  <a:lnTo>
                    <a:pt x="4013707" y="1213109"/>
                  </a:lnTo>
                  <a:lnTo>
                    <a:pt x="4013801" y="1213109"/>
                  </a:lnTo>
                  <a:lnTo>
                    <a:pt x="4013896" y="1213109"/>
                  </a:lnTo>
                  <a:lnTo>
                    <a:pt x="4013990" y="1213109"/>
                  </a:lnTo>
                  <a:lnTo>
                    <a:pt x="4014084" y="1213109"/>
                  </a:lnTo>
                  <a:lnTo>
                    <a:pt x="4014178" y="1213109"/>
                  </a:lnTo>
                  <a:lnTo>
                    <a:pt x="4014272" y="1213109"/>
                  </a:lnTo>
                  <a:lnTo>
                    <a:pt x="4014366" y="1213109"/>
                  </a:lnTo>
                  <a:lnTo>
                    <a:pt x="4014461" y="1213109"/>
                  </a:lnTo>
                  <a:lnTo>
                    <a:pt x="4014555" y="1213109"/>
                  </a:lnTo>
                  <a:lnTo>
                    <a:pt x="4014649" y="1213109"/>
                  </a:lnTo>
                  <a:lnTo>
                    <a:pt x="4014743" y="1213109"/>
                  </a:lnTo>
                  <a:lnTo>
                    <a:pt x="4014837" y="1213109"/>
                  </a:lnTo>
                  <a:lnTo>
                    <a:pt x="4014931" y="1213109"/>
                  </a:lnTo>
                  <a:lnTo>
                    <a:pt x="4015025" y="1213109"/>
                  </a:lnTo>
                  <a:lnTo>
                    <a:pt x="4015120" y="1213109"/>
                  </a:lnTo>
                  <a:lnTo>
                    <a:pt x="4015214" y="1213109"/>
                  </a:lnTo>
                  <a:lnTo>
                    <a:pt x="4015308" y="1213109"/>
                  </a:lnTo>
                  <a:lnTo>
                    <a:pt x="4015402" y="1213109"/>
                  </a:lnTo>
                  <a:lnTo>
                    <a:pt x="4015496" y="1213109"/>
                  </a:lnTo>
                  <a:lnTo>
                    <a:pt x="4015590" y="1213109"/>
                  </a:lnTo>
                  <a:lnTo>
                    <a:pt x="4015685" y="1213109"/>
                  </a:lnTo>
                  <a:lnTo>
                    <a:pt x="4015779" y="1213109"/>
                  </a:lnTo>
                  <a:lnTo>
                    <a:pt x="4015873" y="1213109"/>
                  </a:lnTo>
                  <a:lnTo>
                    <a:pt x="4015967" y="1213109"/>
                  </a:lnTo>
                  <a:lnTo>
                    <a:pt x="4016061" y="1213109"/>
                  </a:lnTo>
                  <a:lnTo>
                    <a:pt x="4016155" y="1213109"/>
                  </a:lnTo>
                  <a:lnTo>
                    <a:pt x="4016249" y="1213109"/>
                  </a:lnTo>
                  <a:lnTo>
                    <a:pt x="4016344" y="1213109"/>
                  </a:lnTo>
                  <a:lnTo>
                    <a:pt x="4016438" y="1213109"/>
                  </a:lnTo>
                  <a:lnTo>
                    <a:pt x="4016532" y="1213109"/>
                  </a:lnTo>
                  <a:lnTo>
                    <a:pt x="4016626" y="1213109"/>
                  </a:lnTo>
                  <a:lnTo>
                    <a:pt x="4016720" y="1213109"/>
                  </a:lnTo>
                  <a:lnTo>
                    <a:pt x="4016814" y="1213109"/>
                  </a:lnTo>
                  <a:lnTo>
                    <a:pt x="4016908" y="1213109"/>
                  </a:lnTo>
                  <a:lnTo>
                    <a:pt x="4017003" y="1213109"/>
                  </a:lnTo>
                  <a:lnTo>
                    <a:pt x="4017097" y="1213109"/>
                  </a:lnTo>
                  <a:lnTo>
                    <a:pt x="4017191" y="1213109"/>
                  </a:lnTo>
                  <a:lnTo>
                    <a:pt x="4017285" y="1213109"/>
                  </a:lnTo>
                  <a:lnTo>
                    <a:pt x="4017379" y="1213109"/>
                  </a:lnTo>
                  <a:lnTo>
                    <a:pt x="4017473" y="1213109"/>
                  </a:lnTo>
                  <a:lnTo>
                    <a:pt x="4017568" y="1213109"/>
                  </a:lnTo>
                  <a:lnTo>
                    <a:pt x="4017662" y="1213109"/>
                  </a:lnTo>
                  <a:lnTo>
                    <a:pt x="4017756" y="1213109"/>
                  </a:lnTo>
                  <a:lnTo>
                    <a:pt x="4017850" y="1213109"/>
                  </a:lnTo>
                  <a:lnTo>
                    <a:pt x="4017944" y="1213109"/>
                  </a:lnTo>
                  <a:lnTo>
                    <a:pt x="4018038" y="1213109"/>
                  </a:lnTo>
                  <a:lnTo>
                    <a:pt x="4018132" y="1213109"/>
                  </a:lnTo>
                  <a:lnTo>
                    <a:pt x="4018227" y="1213109"/>
                  </a:lnTo>
                  <a:lnTo>
                    <a:pt x="4018321" y="1213109"/>
                  </a:lnTo>
                  <a:lnTo>
                    <a:pt x="4018415" y="1213109"/>
                  </a:lnTo>
                  <a:lnTo>
                    <a:pt x="4018415" y="1208198"/>
                  </a:lnTo>
                  <a:lnTo>
                    <a:pt x="4018509" y="1208198"/>
                  </a:lnTo>
                  <a:lnTo>
                    <a:pt x="4018603" y="1208198"/>
                  </a:lnTo>
                  <a:lnTo>
                    <a:pt x="4018697" y="1208198"/>
                  </a:lnTo>
                  <a:lnTo>
                    <a:pt x="4018792" y="1208198"/>
                  </a:lnTo>
                  <a:lnTo>
                    <a:pt x="4018886" y="1208198"/>
                  </a:lnTo>
                  <a:lnTo>
                    <a:pt x="4018980" y="1208198"/>
                  </a:lnTo>
                  <a:lnTo>
                    <a:pt x="4019074" y="1208198"/>
                  </a:lnTo>
                  <a:lnTo>
                    <a:pt x="4019168" y="1208198"/>
                  </a:lnTo>
                  <a:lnTo>
                    <a:pt x="4019262" y="1208198"/>
                  </a:lnTo>
                  <a:lnTo>
                    <a:pt x="4019356" y="1208198"/>
                  </a:lnTo>
                  <a:lnTo>
                    <a:pt x="4019451" y="1208198"/>
                  </a:lnTo>
                  <a:lnTo>
                    <a:pt x="4019545" y="1208198"/>
                  </a:lnTo>
                  <a:lnTo>
                    <a:pt x="4019639" y="1208198"/>
                  </a:lnTo>
                  <a:lnTo>
                    <a:pt x="4019733" y="1208198"/>
                  </a:lnTo>
                  <a:lnTo>
                    <a:pt x="4019827" y="1208198"/>
                  </a:lnTo>
                  <a:lnTo>
                    <a:pt x="4019921" y="1208198"/>
                  </a:lnTo>
                  <a:lnTo>
                    <a:pt x="4020016" y="1208198"/>
                  </a:lnTo>
                  <a:lnTo>
                    <a:pt x="4020110" y="1208198"/>
                  </a:lnTo>
                  <a:lnTo>
                    <a:pt x="4020204" y="1208198"/>
                  </a:lnTo>
                  <a:lnTo>
                    <a:pt x="4020298" y="1208198"/>
                  </a:lnTo>
                  <a:lnTo>
                    <a:pt x="4020392" y="1208198"/>
                  </a:lnTo>
                  <a:lnTo>
                    <a:pt x="4020486" y="1208198"/>
                  </a:lnTo>
                  <a:lnTo>
                    <a:pt x="4020580" y="1208198"/>
                  </a:lnTo>
                  <a:lnTo>
                    <a:pt x="4020675" y="1208198"/>
                  </a:lnTo>
                  <a:lnTo>
                    <a:pt x="4020769" y="1208198"/>
                  </a:lnTo>
                  <a:lnTo>
                    <a:pt x="4020863" y="1208198"/>
                  </a:lnTo>
                  <a:lnTo>
                    <a:pt x="4020957" y="1208198"/>
                  </a:lnTo>
                  <a:lnTo>
                    <a:pt x="4021051" y="1208198"/>
                  </a:lnTo>
                  <a:lnTo>
                    <a:pt x="4021145" y="1208198"/>
                  </a:lnTo>
                  <a:lnTo>
                    <a:pt x="4021239" y="1208198"/>
                  </a:lnTo>
                  <a:lnTo>
                    <a:pt x="4021334" y="1208198"/>
                  </a:lnTo>
                  <a:lnTo>
                    <a:pt x="4021428" y="1208198"/>
                  </a:lnTo>
                  <a:lnTo>
                    <a:pt x="4021522" y="1208198"/>
                  </a:lnTo>
                  <a:lnTo>
                    <a:pt x="4021616" y="1208198"/>
                  </a:lnTo>
                  <a:lnTo>
                    <a:pt x="4021710" y="1208198"/>
                  </a:lnTo>
                  <a:lnTo>
                    <a:pt x="4021804" y="1208198"/>
                  </a:lnTo>
                  <a:lnTo>
                    <a:pt x="4021899" y="1208198"/>
                  </a:lnTo>
                  <a:lnTo>
                    <a:pt x="4021993" y="1208198"/>
                  </a:lnTo>
                  <a:lnTo>
                    <a:pt x="4022087" y="1208198"/>
                  </a:lnTo>
                  <a:lnTo>
                    <a:pt x="4022181" y="1208198"/>
                  </a:lnTo>
                  <a:lnTo>
                    <a:pt x="4022275" y="1208198"/>
                  </a:lnTo>
                  <a:lnTo>
                    <a:pt x="4022369" y="1208198"/>
                  </a:lnTo>
                  <a:lnTo>
                    <a:pt x="4022463" y="1208198"/>
                  </a:lnTo>
                  <a:lnTo>
                    <a:pt x="4022558" y="1208198"/>
                  </a:lnTo>
                  <a:lnTo>
                    <a:pt x="4022652" y="1208198"/>
                  </a:lnTo>
                  <a:lnTo>
                    <a:pt x="4022746" y="1208198"/>
                  </a:lnTo>
                  <a:lnTo>
                    <a:pt x="4022840" y="1208198"/>
                  </a:lnTo>
                  <a:lnTo>
                    <a:pt x="4022934" y="1208198"/>
                  </a:lnTo>
                  <a:lnTo>
                    <a:pt x="4023028" y="1208198"/>
                  </a:lnTo>
                  <a:lnTo>
                    <a:pt x="4023123" y="1208198"/>
                  </a:lnTo>
                  <a:lnTo>
                    <a:pt x="4023217" y="1208198"/>
                  </a:lnTo>
                  <a:lnTo>
                    <a:pt x="4023311" y="1208198"/>
                  </a:lnTo>
                  <a:lnTo>
                    <a:pt x="4023405" y="1208198"/>
                  </a:lnTo>
                  <a:lnTo>
                    <a:pt x="4023499" y="1208198"/>
                  </a:lnTo>
                  <a:lnTo>
                    <a:pt x="4023593" y="1208198"/>
                  </a:lnTo>
                  <a:lnTo>
                    <a:pt x="4023687" y="1208198"/>
                  </a:lnTo>
                  <a:lnTo>
                    <a:pt x="4023782" y="1208198"/>
                  </a:lnTo>
                  <a:lnTo>
                    <a:pt x="4023876" y="1208198"/>
                  </a:lnTo>
                  <a:lnTo>
                    <a:pt x="4023970" y="1208198"/>
                  </a:lnTo>
                  <a:lnTo>
                    <a:pt x="4024064" y="1208198"/>
                  </a:lnTo>
                  <a:lnTo>
                    <a:pt x="4024158" y="1208198"/>
                  </a:lnTo>
                  <a:lnTo>
                    <a:pt x="4024252" y="1208198"/>
                  </a:lnTo>
                  <a:lnTo>
                    <a:pt x="4024347" y="1208198"/>
                  </a:lnTo>
                  <a:lnTo>
                    <a:pt x="4024441" y="1208198"/>
                  </a:lnTo>
                  <a:lnTo>
                    <a:pt x="4024535" y="1208198"/>
                  </a:lnTo>
                  <a:lnTo>
                    <a:pt x="4024629" y="1208198"/>
                  </a:lnTo>
                  <a:lnTo>
                    <a:pt x="4024723" y="1208198"/>
                  </a:lnTo>
                  <a:lnTo>
                    <a:pt x="4024817" y="1208198"/>
                  </a:lnTo>
                  <a:lnTo>
                    <a:pt x="4024911" y="1208198"/>
                  </a:lnTo>
                  <a:lnTo>
                    <a:pt x="4025006" y="1208198"/>
                  </a:lnTo>
                  <a:lnTo>
                    <a:pt x="4025100" y="1208198"/>
                  </a:lnTo>
                  <a:lnTo>
                    <a:pt x="4025194" y="1208198"/>
                  </a:lnTo>
                  <a:lnTo>
                    <a:pt x="4025288" y="1208198"/>
                  </a:lnTo>
                  <a:lnTo>
                    <a:pt x="4025382" y="1208198"/>
                  </a:lnTo>
                  <a:lnTo>
                    <a:pt x="4025476" y="1208198"/>
                  </a:lnTo>
                  <a:lnTo>
                    <a:pt x="4025570" y="1208198"/>
                  </a:lnTo>
                  <a:lnTo>
                    <a:pt x="4025665" y="1208198"/>
                  </a:lnTo>
                  <a:lnTo>
                    <a:pt x="4025759" y="1208198"/>
                  </a:lnTo>
                  <a:lnTo>
                    <a:pt x="4025853" y="1208198"/>
                  </a:lnTo>
                  <a:lnTo>
                    <a:pt x="4025947" y="1208198"/>
                  </a:lnTo>
                  <a:lnTo>
                    <a:pt x="4026041" y="1208198"/>
                  </a:lnTo>
                  <a:lnTo>
                    <a:pt x="4026135" y="1208198"/>
                  </a:lnTo>
                  <a:lnTo>
                    <a:pt x="4026230" y="1208198"/>
                  </a:lnTo>
                  <a:lnTo>
                    <a:pt x="4026324" y="1208198"/>
                  </a:lnTo>
                  <a:lnTo>
                    <a:pt x="4026418" y="1208198"/>
                  </a:lnTo>
                  <a:lnTo>
                    <a:pt x="4026512" y="1208198"/>
                  </a:lnTo>
                  <a:lnTo>
                    <a:pt x="4026606" y="1208198"/>
                  </a:lnTo>
                  <a:lnTo>
                    <a:pt x="4026700" y="1208198"/>
                  </a:lnTo>
                  <a:lnTo>
                    <a:pt x="4026794" y="1208198"/>
                  </a:lnTo>
                  <a:lnTo>
                    <a:pt x="4026889" y="1208198"/>
                  </a:lnTo>
                  <a:lnTo>
                    <a:pt x="4026983" y="1208198"/>
                  </a:lnTo>
                  <a:lnTo>
                    <a:pt x="4027077" y="1208198"/>
                  </a:lnTo>
                  <a:lnTo>
                    <a:pt x="4027171" y="1208198"/>
                  </a:lnTo>
                  <a:lnTo>
                    <a:pt x="4027265" y="1208198"/>
                  </a:lnTo>
                  <a:lnTo>
                    <a:pt x="4027359" y="1208198"/>
                  </a:lnTo>
                  <a:lnTo>
                    <a:pt x="4027454" y="1208198"/>
                  </a:lnTo>
                  <a:lnTo>
                    <a:pt x="4027548" y="1208198"/>
                  </a:lnTo>
                  <a:lnTo>
                    <a:pt x="4027642" y="1208198"/>
                  </a:lnTo>
                  <a:lnTo>
                    <a:pt x="4027736" y="1208198"/>
                  </a:lnTo>
                  <a:lnTo>
                    <a:pt x="4027830" y="1208198"/>
                  </a:lnTo>
                  <a:lnTo>
                    <a:pt x="4027924" y="1208198"/>
                  </a:lnTo>
                  <a:lnTo>
                    <a:pt x="4028018" y="1208198"/>
                  </a:lnTo>
                  <a:lnTo>
                    <a:pt x="4028113" y="1208198"/>
                  </a:lnTo>
                  <a:lnTo>
                    <a:pt x="4028207" y="1208198"/>
                  </a:lnTo>
                  <a:lnTo>
                    <a:pt x="4028301" y="1208198"/>
                  </a:lnTo>
                  <a:lnTo>
                    <a:pt x="4028395" y="1208198"/>
                  </a:lnTo>
                  <a:lnTo>
                    <a:pt x="4028489" y="1208198"/>
                  </a:lnTo>
                  <a:lnTo>
                    <a:pt x="4028583" y="1208198"/>
                  </a:lnTo>
                  <a:lnTo>
                    <a:pt x="4028678" y="1208198"/>
                  </a:lnTo>
                  <a:lnTo>
                    <a:pt x="4028772" y="1208198"/>
                  </a:lnTo>
                  <a:lnTo>
                    <a:pt x="4028866" y="1208198"/>
                  </a:lnTo>
                  <a:lnTo>
                    <a:pt x="4028960" y="1208198"/>
                  </a:lnTo>
                  <a:lnTo>
                    <a:pt x="4029054" y="1208198"/>
                  </a:lnTo>
                  <a:lnTo>
                    <a:pt x="4029148" y="1208198"/>
                  </a:lnTo>
                  <a:lnTo>
                    <a:pt x="4029242" y="1208198"/>
                  </a:lnTo>
                  <a:lnTo>
                    <a:pt x="4029337" y="1208198"/>
                  </a:lnTo>
                  <a:lnTo>
                    <a:pt x="4029431" y="1208198"/>
                  </a:lnTo>
                  <a:lnTo>
                    <a:pt x="4029525" y="1208198"/>
                  </a:lnTo>
                  <a:lnTo>
                    <a:pt x="4029619" y="1208198"/>
                  </a:lnTo>
                  <a:lnTo>
                    <a:pt x="4029713" y="1208198"/>
                  </a:lnTo>
                  <a:lnTo>
                    <a:pt x="4029807" y="1208198"/>
                  </a:lnTo>
                  <a:lnTo>
                    <a:pt x="4029901" y="1208198"/>
                  </a:lnTo>
                  <a:lnTo>
                    <a:pt x="4029996" y="1208198"/>
                  </a:lnTo>
                  <a:lnTo>
                    <a:pt x="4030090" y="1208198"/>
                  </a:lnTo>
                  <a:lnTo>
                    <a:pt x="4030184" y="1208198"/>
                  </a:lnTo>
                  <a:lnTo>
                    <a:pt x="4030278" y="1208198"/>
                  </a:lnTo>
                  <a:lnTo>
                    <a:pt x="4030372" y="1208198"/>
                  </a:lnTo>
                  <a:lnTo>
                    <a:pt x="4030466" y="1208198"/>
                  </a:lnTo>
                  <a:lnTo>
                    <a:pt x="4030561" y="1208198"/>
                  </a:lnTo>
                  <a:lnTo>
                    <a:pt x="4030655" y="1208198"/>
                  </a:lnTo>
                  <a:lnTo>
                    <a:pt x="4030749" y="1208198"/>
                  </a:lnTo>
                  <a:lnTo>
                    <a:pt x="4030843" y="1208198"/>
                  </a:lnTo>
                  <a:lnTo>
                    <a:pt x="4030937" y="1208198"/>
                  </a:lnTo>
                  <a:lnTo>
                    <a:pt x="4031031" y="1208198"/>
                  </a:lnTo>
                  <a:lnTo>
                    <a:pt x="4031125" y="1208198"/>
                  </a:lnTo>
                  <a:lnTo>
                    <a:pt x="4031220" y="1208198"/>
                  </a:lnTo>
                  <a:lnTo>
                    <a:pt x="4031314" y="1208198"/>
                  </a:lnTo>
                  <a:lnTo>
                    <a:pt x="4031408" y="1208198"/>
                  </a:lnTo>
                  <a:lnTo>
                    <a:pt x="4031502" y="1208198"/>
                  </a:lnTo>
                  <a:lnTo>
                    <a:pt x="4031596" y="1208198"/>
                  </a:lnTo>
                  <a:lnTo>
                    <a:pt x="4031690" y="1208198"/>
                  </a:lnTo>
                  <a:lnTo>
                    <a:pt x="4031785" y="1208198"/>
                  </a:lnTo>
                  <a:lnTo>
                    <a:pt x="4031879" y="1208198"/>
                  </a:lnTo>
                  <a:lnTo>
                    <a:pt x="4031973" y="1208198"/>
                  </a:lnTo>
                  <a:lnTo>
                    <a:pt x="4032067" y="1208198"/>
                  </a:lnTo>
                  <a:lnTo>
                    <a:pt x="4032161" y="1208198"/>
                  </a:lnTo>
                  <a:lnTo>
                    <a:pt x="4032255" y="1208198"/>
                  </a:lnTo>
                  <a:lnTo>
                    <a:pt x="4032349" y="1208198"/>
                  </a:lnTo>
                  <a:lnTo>
                    <a:pt x="4032444" y="1208198"/>
                  </a:lnTo>
                  <a:lnTo>
                    <a:pt x="4032538" y="1208198"/>
                  </a:lnTo>
                  <a:lnTo>
                    <a:pt x="4032632" y="1208198"/>
                  </a:lnTo>
                  <a:lnTo>
                    <a:pt x="4032726" y="1208198"/>
                  </a:lnTo>
                  <a:lnTo>
                    <a:pt x="4032820" y="1208198"/>
                  </a:lnTo>
                  <a:lnTo>
                    <a:pt x="4032914" y="1208198"/>
                  </a:lnTo>
                  <a:lnTo>
                    <a:pt x="4033009" y="1208198"/>
                  </a:lnTo>
                  <a:lnTo>
                    <a:pt x="4033103" y="1208198"/>
                  </a:lnTo>
                  <a:lnTo>
                    <a:pt x="4033197" y="1208198"/>
                  </a:lnTo>
                  <a:lnTo>
                    <a:pt x="4033291" y="1208198"/>
                  </a:lnTo>
                  <a:lnTo>
                    <a:pt x="4033385" y="1208198"/>
                  </a:lnTo>
                  <a:lnTo>
                    <a:pt x="4033479" y="1208198"/>
                  </a:lnTo>
                  <a:lnTo>
                    <a:pt x="4033573" y="1208198"/>
                  </a:lnTo>
                  <a:lnTo>
                    <a:pt x="4033668" y="1208198"/>
                  </a:lnTo>
                  <a:lnTo>
                    <a:pt x="4033762" y="1208198"/>
                  </a:lnTo>
                  <a:lnTo>
                    <a:pt x="4033856" y="1208198"/>
                  </a:lnTo>
                  <a:lnTo>
                    <a:pt x="4033950" y="1208198"/>
                  </a:lnTo>
                  <a:lnTo>
                    <a:pt x="4034044" y="1208198"/>
                  </a:lnTo>
                  <a:lnTo>
                    <a:pt x="4034138" y="1208198"/>
                  </a:lnTo>
                  <a:lnTo>
                    <a:pt x="4034232" y="1208198"/>
                  </a:lnTo>
                  <a:lnTo>
                    <a:pt x="4034327" y="1208198"/>
                  </a:lnTo>
                  <a:lnTo>
                    <a:pt x="4034421" y="1208198"/>
                  </a:lnTo>
                  <a:lnTo>
                    <a:pt x="4034515" y="1208198"/>
                  </a:lnTo>
                  <a:lnTo>
                    <a:pt x="4034609" y="1208198"/>
                  </a:lnTo>
                  <a:lnTo>
                    <a:pt x="4034703" y="1208198"/>
                  </a:lnTo>
                  <a:lnTo>
                    <a:pt x="4034797" y="1208198"/>
                  </a:lnTo>
                  <a:lnTo>
                    <a:pt x="4034892" y="1208198"/>
                  </a:lnTo>
                  <a:lnTo>
                    <a:pt x="4034986" y="1208198"/>
                  </a:lnTo>
                  <a:lnTo>
                    <a:pt x="4035080" y="1208198"/>
                  </a:lnTo>
                  <a:lnTo>
                    <a:pt x="4035174" y="1208198"/>
                  </a:lnTo>
                  <a:lnTo>
                    <a:pt x="4035268" y="1208198"/>
                  </a:lnTo>
                  <a:lnTo>
                    <a:pt x="4035362" y="1208198"/>
                  </a:lnTo>
                  <a:lnTo>
                    <a:pt x="4035456" y="1208198"/>
                  </a:lnTo>
                  <a:lnTo>
                    <a:pt x="4035551" y="1208198"/>
                  </a:lnTo>
                  <a:lnTo>
                    <a:pt x="4035645" y="1208198"/>
                  </a:lnTo>
                  <a:lnTo>
                    <a:pt x="4035739" y="1208198"/>
                  </a:lnTo>
                  <a:lnTo>
                    <a:pt x="4035833" y="1208198"/>
                  </a:lnTo>
                  <a:lnTo>
                    <a:pt x="4035927" y="1208198"/>
                  </a:lnTo>
                  <a:lnTo>
                    <a:pt x="4036021" y="1208198"/>
                  </a:lnTo>
                  <a:lnTo>
                    <a:pt x="4036116" y="1208198"/>
                  </a:lnTo>
                  <a:lnTo>
                    <a:pt x="4036116" y="1203286"/>
                  </a:lnTo>
                  <a:lnTo>
                    <a:pt x="4036210" y="1203286"/>
                  </a:lnTo>
                  <a:lnTo>
                    <a:pt x="4036304" y="1203286"/>
                  </a:lnTo>
                  <a:lnTo>
                    <a:pt x="4036398" y="1203286"/>
                  </a:lnTo>
                  <a:lnTo>
                    <a:pt x="4036492" y="1203286"/>
                  </a:lnTo>
                  <a:lnTo>
                    <a:pt x="4036586" y="1203286"/>
                  </a:lnTo>
                  <a:lnTo>
                    <a:pt x="4036680" y="1203286"/>
                  </a:lnTo>
                  <a:lnTo>
                    <a:pt x="4036775" y="1203286"/>
                  </a:lnTo>
                  <a:lnTo>
                    <a:pt x="4036869" y="1203286"/>
                  </a:lnTo>
                  <a:lnTo>
                    <a:pt x="4036963" y="1203286"/>
                  </a:lnTo>
                  <a:lnTo>
                    <a:pt x="4037057" y="1203286"/>
                  </a:lnTo>
                  <a:lnTo>
                    <a:pt x="4037151" y="1203286"/>
                  </a:lnTo>
                  <a:lnTo>
                    <a:pt x="4037245" y="1203286"/>
                  </a:lnTo>
                  <a:lnTo>
                    <a:pt x="4037340" y="1203286"/>
                  </a:lnTo>
                  <a:lnTo>
                    <a:pt x="4037434" y="1203286"/>
                  </a:lnTo>
                  <a:lnTo>
                    <a:pt x="4037528" y="1203286"/>
                  </a:lnTo>
                  <a:lnTo>
                    <a:pt x="4037622" y="1203286"/>
                  </a:lnTo>
                  <a:lnTo>
                    <a:pt x="4037716" y="1203286"/>
                  </a:lnTo>
                  <a:lnTo>
                    <a:pt x="4037810" y="1203286"/>
                  </a:lnTo>
                  <a:lnTo>
                    <a:pt x="4037904" y="1203286"/>
                  </a:lnTo>
                  <a:lnTo>
                    <a:pt x="4037999" y="1203286"/>
                  </a:lnTo>
                  <a:lnTo>
                    <a:pt x="4038093" y="1203286"/>
                  </a:lnTo>
                  <a:lnTo>
                    <a:pt x="4038187" y="1203286"/>
                  </a:lnTo>
                  <a:lnTo>
                    <a:pt x="4038281" y="1203286"/>
                  </a:lnTo>
                  <a:lnTo>
                    <a:pt x="4038375" y="1203286"/>
                  </a:lnTo>
                  <a:lnTo>
                    <a:pt x="4038469" y="1203286"/>
                  </a:lnTo>
                  <a:lnTo>
                    <a:pt x="4038563" y="1203286"/>
                  </a:lnTo>
                  <a:lnTo>
                    <a:pt x="4038658" y="1203286"/>
                  </a:lnTo>
                  <a:lnTo>
                    <a:pt x="4038752" y="1203286"/>
                  </a:lnTo>
                  <a:lnTo>
                    <a:pt x="4038846" y="1203286"/>
                  </a:lnTo>
                  <a:lnTo>
                    <a:pt x="4038940" y="1203286"/>
                  </a:lnTo>
                  <a:lnTo>
                    <a:pt x="4039034" y="1203286"/>
                  </a:lnTo>
                  <a:lnTo>
                    <a:pt x="4039128" y="1203286"/>
                  </a:lnTo>
                  <a:lnTo>
                    <a:pt x="4039223" y="1203286"/>
                  </a:lnTo>
                  <a:lnTo>
                    <a:pt x="4039317" y="1203286"/>
                  </a:lnTo>
                  <a:lnTo>
                    <a:pt x="4039411" y="1203286"/>
                  </a:lnTo>
                  <a:lnTo>
                    <a:pt x="4039505" y="1203286"/>
                  </a:lnTo>
                  <a:lnTo>
                    <a:pt x="4039599" y="1203286"/>
                  </a:lnTo>
                  <a:lnTo>
                    <a:pt x="4039693" y="1203286"/>
                  </a:lnTo>
                  <a:lnTo>
                    <a:pt x="4039787" y="1203286"/>
                  </a:lnTo>
                  <a:lnTo>
                    <a:pt x="4039882" y="1203286"/>
                  </a:lnTo>
                  <a:lnTo>
                    <a:pt x="4039976" y="1203286"/>
                  </a:lnTo>
                  <a:lnTo>
                    <a:pt x="4040070" y="1203286"/>
                  </a:lnTo>
                  <a:lnTo>
                    <a:pt x="4040164" y="1203286"/>
                  </a:lnTo>
                  <a:lnTo>
                    <a:pt x="4040258" y="1203286"/>
                  </a:lnTo>
                  <a:lnTo>
                    <a:pt x="4040352" y="1203286"/>
                  </a:lnTo>
                  <a:lnTo>
                    <a:pt x="4040447" y="1203286"/>
                  </a:lnTo>
                  <a:lnTo>
                    <a:pt x="4040541" y="1203286"/>
                  </a:lnTo>
                  <a:lnTo>
                    <a:pt x="4040635" y="1203286"/>
                  </a:lnTo>
                  <a:lnTo>
                    <a:pt x="4040729" y="1203286"/>
                  </a:lnTo>
                  <a:lnTo>
                    <a:pt x="4040823" y="1203286"/>
                  </a:lnTo>
                  <a:lnTo>
                    <a:pt x="4040917" y="1203286"/>
                  </a:lnTo>
                  <a:lnTo>
                    <a:pt x="4041011" y="1203286"/>
                  </a:lnTo>
                  <a:lnTo>
                    <a:pt x="4041106" y="1203286"/>
                  </a:lnTo>
                  <a:lnTo>
                    <a:pt x="4041200" y="1203286"/>
                  </a:lnTo>
                  <a:lnTo>
                    <a:pt x="4041200" y="1198375"/>
                  </a:lnTo>
                  <a:lnTo>
                    <a:pt x="4041294" y="1198375"/>
                  </a:lnTo>
                  <a:lnTo>
                    <a:pt x="4041388" y="1198375"/>
                  </a:lnTo>
                  <a:lnTo>
                    <a:pt x="4041482" y="1198375"/>
                  </a:lnTo>
                  <a:lnTo>
                    <a:pt x="4041576" y="1198375"/>
                  </a:lnTo>
                  <a:lnTo>
                    <a:pt x="4041671" y="1198375"/>
                  </a:lnTo>
                  <a:lnTo>
                    <a:pt x="4041765" y="1198375"/>
                  </a:lnTo>
                  <a:lnTo>
                    <a:pt x="4041859" y="1198375"/>
                  </a:lnTo>
                  <a:lnTo>
                    <a:pt x="4041953" y="1198375"/>
                  </a:lnTo>
                  <a:lnTo>
                    <a:pt x="4042047" y="1198375"/>
                  </a:lnTo>
                  <a:lnTo>
                    <a:pt x="4042141" y="1198375"/>
                  </a:lnTo>
                  <a:lnTo>
                    <a:pt x="4042235" y="1198375"/>
                  </a:lnTo>
                  <a:lnTo>
                    <a:pt x="4042330" y="1198375"/>
                  </a:lnTo>
                  <a:lnTo>
                    <a:pt x="4042424" y="1198375"/>
                  </a:lnTo>
                  <a:lnTo>
                    <a:pt x="4042518" y="1198375"/>
                  </a:lnTo>
                  <a:lnTo>
                    <a:pt x="4042612" y="1198375"/>
                  </a:lnTo>
                  <a:lnTo>
                    <a:pt x="4042706" y="1198375"/>
                  </a:lnTo>
                  <a:lnTo>
                    <a:pt x="4042800" y="1198375"/>
                  </a:lnTo>
                  <a:lnTo>
                    <a:pt x="4042894" y="1198375"/>
                  </a:lnTo>
                  <a:lnTo>
                    <a:pt x="4042989" y="1198375"/>
                  </a:lnTo>
                  <a:lnTo>
                    <a:pt x="4043083" y="1198375"/>
                  </a:lnTo>
                  <a:lnTo>
                    <a:pt x="4043177" y="1198375"/>
                  </a:lnTo>
                  <a:lnTo>
                    <a:pt x="4043271" y="1198375"/>
                  </a:lnTo>
                  <a:lnTo>
                    <a:pt x="4043365" y="1198375"/>
                  </a:lnTo>
                  <a:lnTo>
                    <a:pt x="4043459" y="1198375"/>
                  </a:lnTo>
                  <a:lnTo>
                    <a:pt x="4043554" y="1198375"/>
                  </a:lnTo>
                  <a:lnTo>
                    <a:pt x="4043648" y="1198375"/>
                  </a:lnTo>
                  <a:lnTo>
                    <a:pt x="4043742" y="1198375"/>
                  </a:lnTo>
                  <a:lnTo>
                    <a:pt x="4043836" y="1198375"/>
                  </a:lnTo>
                  <a:lnTo>
                    <a:pt x="4043930" y="1198375"/>
                  </a:lnTo>
                  <a:lnTo>
                    <a:pt x="4044024" y="1198375"/>
                  </a:lnTo>
                  <a:lnTo>
                    <a:pt x="4044118" y="1198375"/>
                  </a:lnTo>
                  <a:lnTo>
                    <a:pt x="4044213" y="1198375"/>
                  </a:lnTo>
                  <a:lnTo>
                    <a:pt x="4044307" y="1198375"/>
                  </a:lnTo>
                  <a:lnTo>
                    <a:pt x="4044401" y="1198375"/>
                  </a:lnTo>
                  <a:lnTo>
                    <a:pt x="4044495" y="1198375"/>
                  </a:lnTo>
                  <a:lnTo>
                    <a:pt x="4044589" y="1198375"/>
                  </a:lnTo>
                  <a:lnTo>
                    <a:pt x="4044683" y="1198375"/>
                  </a:lnTo>
                  <a:lnTo>
                    <a:pt x="4044778" y="1198375"/>
                  </a:lnTo>
                  <a:lnTo>
                    <a:pt x="4044872" y="1198375"/>
                  </a:lnTo>
                  <a:lnTo>
                    <a:pt x="4044966" y="1198375"/>
                  </a:lnTo>
                  <a:lnTo>
                    <a:pt x="4045060" y="1198375"/>
                  </a:lnTo>
                  <a:lnTo>
                    <a:pt x="4045154" y="1198375"/>
                  </a:lnTo>
                  <a:lnTo>
                    <a:pt x="4045248" y="1198375"/>
                  </a:lnTo>
                  <a:lnTo>
                    <a:pt x="4045342" y="1198375"/>
                  </a:lnTo>
                  <a:lnTo>
                    <a:pt x="4045437" y="1198375"/>
                  </a:lnTo>
                  <a:lnTo>
                    <a:pt x="4045531" y="1198375"/>
                  </a:lnTo>
                  <a:lnTo>
                    <a:pt x="4045625" y="1198375"/>
                  </a:lnTo>
                  <a:lnTo>
                    <a:pt x="4045719" y="1198375"/>
                  </a:lnTo>
                  <a:lnTo>
                    <a:pt x="4045813" y="1198375"/>
                  </a:lnTo>
                  <a:lnTo>
                    <a:pt x="4045907" y="1198375"/>
                  </a:lnTo>
                  <a:lnTo>
                    <a:pt x="4046002" y="1198375"/>
                  </a:lnTo>
                  <a:lnTo>
                    <a:pt x="4046096" y="1198375"/>
                  </a:lnTo>
                  <a:lnTo>
                    <a:pt x="4046190" y="1198375"/>
                  </a:lnTo>
                  <a:lnTo>
                    <a:pt x="4046284" y="1198375"/>
                  </a:lnTo>
                  <a:lnTo>
                    <a:pt x="4046378" y="1198375"/>
                  </a:lnTo>
                  <a:lnTo>
                    <a:pt x="4046472" y="1198375"/>
                  </a:lnTo>
                  <a:lnTo>
                    <a:pt x="4046566" y="1198375"/>
                  </a:lnTo>
                  <a:lnTo>
                    <a:pt x="4046661" y="1198375"/>
                  </a:lnTo>
                  <a:lnTo>
                    <a:pt x="4046755" y="1198375"/>
                  </a:lnTo>
                  <a:lnTo>
                    <a:pt x="4046849" y="1198375"/>
                  </a:lnTo>
                  <a:lnTo>
                    <a:pt x="4046943" y="1198375"/>
                  </a:lnTo>
                  <a:lnTo>
                    <a:pt x="4047037" y="1198375"/>
                  </a:lnTo>
                  <a:lnTo>
                    <a:pt x="4047131" y="1198375"/>
                  </a:lnTo>
                  <a:lnTo>
                    <a:pt x="4047225" y="1198375"/>
                  </a:lnTo>
                  <a:lnTo>
                    <a:pt x="4047320" y="1198375"/>
                  </a:lnTo>
                  <a:lnTo>
                    <a:pt x="4047414" y="1198375"/>
                  </a:lnTo>
                  <a:lnTo>
                    <a:pt x="4047508" y="1198375"/>
                  </a:lnTo>
                  <a:lnTo>
                    <a:pt x="4047602" y="1198375"/>
                  </a:lnTo>
                  <a:lnTo>
                    <a:pt x="4047696" y="1198375"/>
                  </a:lnTo>
                  <a:lnTo>
                    <a:pt x="4047790" y="1198375"/>
                  </a:lnTo>
                  <a:lnTo>
                    <a:pt x="4047885" y="1198375"/>
                  </a:lnTo>
                  <a:lnTo>
                    <a:pt x="4047979" y="1198375"/>
                  </a:lnTo>
                  <a:lnTo>
                    <a:pt x="4048073" y="1198375"/>
                  </a:lnTo>
                  <a:lnTo>
                    <a:pt x="4048167" y="1198375"/>
                  </a:lnTo>
                  <a:lnTo>
                    <a:pt x="4048261" y="1198375"/>
                  </a:lnTo>
                  <a:lnTo>
                    <a:pt x="4048355" y="1198375"/>
                  </a:lnTo>
                  <a:lnTo>
                    <a:pt x="4048449" y="1198375"/>
                  </a:lnTo>
                  <a:lnTo>
                    <a:pt x="4048544" y="1198375"/>
                  </a:lnTo>
                  <a:lnTo>
                    <a:pt x="4048638" y="1198375"/>
                  </a:lnTo>
                  <a:lnTo>
                    <a:pt x="4048732" y="1198375"/>
                  </a:lnTo>
                  <a:lnTo>
                    <a:pt x="4048826" y="1198375"/>
                  </a:lnTo>
                  <a:lnTo>
                    <a:pt x="4048920" y="1198375"/>
                  </a:lnTo>
                  <a:lnTo>
                    <a:pt x="4049014" y="1198375"/>
                  </a:lnTo>
                  <a:lnTo>
                    <a:pt x="4049109" y="1198375"/>
                  </a:lnTo>
                  <a:lnTo>
                    <a:pt x="4049203" y="1198375"/>
                  </a:lnTo>
                  <a:lnTo>
                    <a:pt x="4049297" y="1198375"/>
                  </a:lnTo>
                  <a:lnTo>
                    <a:pt x="4049391" y="1198375"/>
                  </a:lnTo>
                  <a:lnTo>
                    <a:pt x="4049485" y="1198375"/>
                  </a:lnTo>
                  <a:lnTo>
                    <a:pt x="4049579" y="1198375"/>
                  </a:lnTo>
                  <a:lnTo>
                    <a:pt x="4049673" y="1198375"/>
                  </a:lnTo>
                  <a:lnTo>
                    <a:pt x="4049768" y="1198375"/>
                  </a:lnTo>
                  <a:lnTo>
                    <a:pt x="4049862" y="1198375"/>
                  </a:lnTo>
                  <a:lnTo>
                    <a:pt x="4049956" y="1198375"/>
                  </a:lnTo>
                  <a:lnTo>
                    <a:pt x="4050050" y="1198375"/>
                  </a:lnTo>
                  <a:lnTo>
                    <a:pt x="4050144" y="1198375"/>
                  </a:lnTo>
                  <a:lnTo>
                    <a:pt x="4050238" y="1198375"/>
                  </a:lnTo>
                  <a:lnTo>
                    <a:pt x="4050333" y="1198375"/>
                  </a:lnTo>
                  <a:lnTo>
                    <a:pt x="4050427" y="1198375"/>
                  </a:lnTo>
                  <a:lnTo>
                    <a:pt x="4050521" y="1198375"/>
                  </a:lnTo>
                  <a:lnTo>
                    <a:pt x="4050615" y="1198375"/>
                  </a:lnTo>
                  <a:lnTo>
                    <a:pt x="4050709" y="1198375"/>
                  </a:lnTo>
                  <a:lnTo>
                    <a:pt x="4050803" y="1198375"/>
                  </a:lnTo>
                  <a:lnTo>
                    <a:pt x="4050897" y="1198375"/>
                  </a:lnTo>
                  <a:lnTo>
                    <a:pt x="4050992" y="1198375"/>
                  </a:lnTo>
                  <a:lnTo>
                    <a:pt x="4051086" y="1198375"/>
                  </a:lnTo>
                  <a:lnTo>
                    <a:pt x="4051180" y="1198375"/>
                  </a:lnTo>
                  <a:lnTo>
                    <a:pt x="4051274" y="1198375"/>
                  </a:lnTo>
                  <a:lnTo>
                    <a:pt x="4051368" y="1198375"/>
                  </a:lnTo>
                  <a:lnTo>
                    <a:pt x="4051462" y="1198375"/>
                  </a:lnTo>
                  <a:lnTo>
                    <a:pt x="4051556" y="1198375"/>
                  </a:lnTo>
                  <a:lnTo>
                    <a:pt x="4051651" y="1198375"/>
                  </a:lnTo>
                  <a:lnTo>
                    <a:pt x="4051745" y="1198375"/>
                  </a:lnTo>
                  <a:lnTo>
                    <a:pt x="4051839" y="1198375"/>
                  </a:lnTo>
                  <a:lnTo>
                    <a:pt x="4051933" y="1198375"/>
                  </a:lnTo>
                  <a:lnTo>
                    <a:pt x="4052027" y="1198375"/>
                  </a:lnTo>
                  <a:lnTo>
                    <a:pt x="4052121" y="1198375"/>
                  </a:lnTo>
                  <a:lnTo>
                    <a:pt x="4052216" y="1198375"/>
                  </a:lnTo>
                  <a:lnTo>
                    <a:pt x="4052310" y="1198375"/>
                  </a:lnTo>
                  <a:lnTo>
                    <a:pt x="4052310" y="1193464"/>
                  </a:lnTo>
                  <a:lnTo>
                    <a:pt x="4052404" y="1193464"/>
                  </a:lnTo>
                  <a:lnTo>
                    <a:pt x="4052498" y="1193464"/>
                  </a:lnTo>
                  <a:lnTo>
                    <a:pt x="4052592" y="1193464"/>
                  </a:lnTo>
                  <a:lnTo>
                    <a:pt x="4052686" y="1193464"/>
                  </a:lnTo>
                  <a:lnTo>
                    <a:pt x="4052780" y="1193464"/>
                  </a:lnTo>
                  <a:lnTo>
                    <a:pt x="4052875" y="1193464"/>
                  </a:lnTo>
                  <a:lnTo>
                    <a:pt x="4052969" y="1193464"/>
                  </a:lnTo>
                  <a:lnTo>
                    <a:pt x="4053063" y="1193464"/>
                  </a:lnTo>
                  <a:lnTo>
                    <a:pt x="4053157" y="1193464"/>
                  </a:lnTo>
                  <a:lnTo>
                    <a:pt x="4053251" y="1193464"/>
                  </a:lnTo>
                  <a:lnTo>
                    <a:pt x="4053345" y="1193464"/>
                  </a:lnTo>
                  <a:lnTo>
                    <a:pt x="4053440" y="1193464"/>
                  </a:lnTo>
                  <a:lnTo>
                    <a:pt x="4053534" y="1193464"/>
                  </a:lnTo>
                  <a:lnTo>
                    <a:pt x="4053534" y="1188552"/>
                  </a:lnTo>
                  <a:lnTo>
                    <a:pt x="4053628" y="1188552"/>
                  </a:lnTo>
                  <a:lnTo>
                    <a:pt x="4053722" y="1188552"/>
                  </a:lnTo>
                  <a:lnTo>
                    <a:pt x="4053816" y="1188552"/>
                  </a:lnTo>
                  <a:lnTo>
                    <a:pt x="4053910" y="1188552"/>
                  </a:lnTo>
                  <a:lnTo>
                    <a:pt x="4054004" y="1188552"/>
                  </a:lnTo>
                  <a:lnTo>
                    <a:pt x="4054099" y="1188552"/>
                  </a:lnTo>
                  <a:lnTo>
                    <a:pt x="4054193" y="1188552"/>
                  </a:lnTo>
                  <a:lnTo>
                    <a:pt x="4054287" y="1188552"/>
                  </a:lnTo>
                  <a:lnTo>
                    <a:pt x="4054381" y="1188552"/>
                  </a:lnTo>
                  <a:lnTo>
                    <a:pt x="4054475" y="1188552"/>
                  </a:lnTo>
                  <a:lnTo>
                    <a:pt x="4054569" y="1188552"/>
                  </a:lnTo>
                  <a:lnTo>
                    <a:pt x="4054664" y="1188552"/>
                  </a:lnTo>
                  <a:lnTo>
                    <a:pt x="4054758" y="1188552"/>
                  </a:lnTo>
                  <a:lnTo>
                    <a:pt x="4054852" y="1188552"/>
                  </a:lnTo>
                  <a:lnTo>
                    <a:pt x="4054946" y="1188552"/>
                  </a:lnTo>
                  <a:lnTo>
                    <a:pt x="4055040" y="1188552"/>
                  </a:lnTo>
                  <a:lnTo>
                    <a:pt x="4055134" y="1188552"/>
                  </a:lnTo>
                  <a:lnTo>
                    <a:pt x="4055228" y="1188552"/>
                  </a:lnTo>
                  <a:lnTo>
                    <a:pt x="4055323" y="1188552"/>
                  </a:lnTo>
                  <a:lnTo>
                    <a:pt x="4055417" y="1188552"/>
                  </a:lnTo>
                  <a:lnTo>
                    <a:pt x="4055511" y="1188552"/>
                  </a:lnTo>
                  <a:lnTo>
                    <a:pt x="4055605" y="1188552"/>
                  </a:lnTo>
                  <a:lnTo>
                    <a:pt x="4055699" y="1188552"/>
                  </a:lnTo>
                  <a:lnTo>
                    <a:pt x="4055793" y="1188552"/>
                  </a:lnTo>
                  <a:lnTo>
                    <a:pt x="4055888" y="1188552"/>
                  </a:lnTo>
                  <a:lnTo>
                    <a:pt x="4055982" y="1188552"/>
                  </a:lnTo>
                  <a:lnTo>
                    <a:pt x="4056076" y="1188552"/>
                  </a:lnTo>
                  <a:lnTo>
                    <a:pt x="4056170" y="1188552"/>
                  </a:lnTo>
                  <a:lnTo>
                    <a:pt x="4056264" y="1188552"/>
                  </a:lnTo>
                  <a:lnTo>
                    <a:pt x="4056358" y="1188552"/>
                  </a:lnTo>
                  <a:lnTo>
                    <a:pt x="4056452" y="1188552"/>
                  </a:lnTo>
                  <a:lnTo>
                    <a:pt x="4056547" y="1188552"/>
                  </a:lnTo>
                  <a:lnTo>
                    <a:pt x="4056641" y="1188552"/>
                  </a:lnTo>
                  <a:lnTo>
                    <a:pt x="4056735" y="1188552"/>
                  </a:lnTo>
                  <a:lnTo>
                    <a:pt x="4056829" y="1188552"/>
                  </a:lnTo>
                  <a:lnTo>
                    <a:pt x="4056923" y="1188552"/>
                  </a:lnTo>
                  <a:lnTo>
                    <a:pt x="4057017" y="1188552"/>
                  </a:lnTo>
                  <a:lnTo>
                    <a:pt x="4057111" y="1188552"/>
                  </a:lnTo>
                  <a:lnTo>
                    <a:pt x="4057206" y="1188552"/>
                  </a:lnTo>
                  <a:lnTo>
                    <a:pt x="4057300" y="1188552"/>
                  </a:lnTo>
                  <a:lnTo>
                    <a:pt x="4057394" y="1188552"/>
                  </a:lnTo>
                  <a:lnTo>
                    <a:pt x="4057488" y="1188552"/>
                  </a:lnTo>
                  <a:lnTo>
                    <a:pt x="4057582" y="1188552"/>
                  </a:lnTo>
                  <a:lnTo>
                    <a:pt x="4057676" y="1188552"/>
                  </a:lnTo>
                  <a:lnTo>
                    <a:pt x="4057771" y="1188552"/>
                  </a:lnTo>
                  <a:lnTo>
                    <a:pt x="4057865" y="1188552"/>
                  </a:lnTo>
                  <a:lnTo>
                    <a:pt x="4057959" y="1188552"/>
                  </a:lnTo>
                  <a:lnTo>
                    <a:pt x="4058053" y="1188552"/>
                  </a:lnTo>
                  <a:lnTo>
                    <a:pt x="4058147" y="1188552"/>
                  </a:lnTo>
                  <a:lnTo>
                    <a:pt x="4058241" y="1188552"/>
                  </a:lnTo>
                  <a:lnTo>
                    <a:pt x="4058335" y="1188552"/>
                  </a:lnTo>
                  <a:lnTo>
                    <a:pt x="4058430" y="1188552"/>
                  </a:lnTo>
                  <a:lnTo>
                    <a:pt x="4058524" y="1188552"/>
                  </a:lnTo>
                  <a:lnTo>
                    <a:pt x="4058618" y="1188552"/>
                  </a:lnTo>
                  <a:lnTo>
                    <a:pt x="4058712" y="1188552"/>
                  </a:lnTo>
                  <a:lnTo>
                    <a:pt x="4058806" y="1188552"/>
                  </a:lnTo>
                  <a:lnTo>
                    <a:pt x="4058900" y="1188552"/>
                  </a:lnTo>
                  <a:lnTo>
                    <a:pt x="4058995" y="1188552"/>
                  </a:lnTo>
                  <a:lnTo>
                    <a:pt x="4059089" y="1188552"/>
                  </a:lnTo>
                  <a:lnTo>
                    <a:pt x="4059183" y="1188552"/>
                  </a:lnTo>
                  <a:lnTo>
                    <a:pt x="4059277" y="1188552"/>
                  </a:lnTo>
                  <a:lnTo>
                    <a:pt x="4059371" y="1188552"/>
                  </a:lnTo>
                  <a:lnTo>
                    <a:pt x="4059465" y="1188552"/>
                  </a:lnTo>
                  <a:lnTo>
                    <a:pt x="4059559" y="1188552"/>
                  </a:lnTo>
                  <a:lnTo>
                    <a:pt x="4059654" y="1188552"/>
                  </a:lnTo>
                  <a:lnTo>
                    <a:pt x="4059748" y="1188552"/>
                  </a:lnTo>
                  <a:lnTo>
                    <a:pt x="4059842" y="1188552"/>
                  </a:lnTo>
                  <a:lnTo>
                    <a:pt x="4059936" y="1188552"/>
                  </a:lnTo>
                  <a:lnTo>
                    <a:pt x="4060030" y="1188552"/>
                  </a:lnTo>
                  <a:lnTo>
                    <a:pt x="4060124" y="1188552"/>
                  </a:lnTo>
                  <a:lnTo>
                    <a:pt x="4060219" y="1188552"/>
                  </a:lnTo>
                  <a:lnTo>
                    <a:pt x="4060313" y="1188552"/>
                  </a:lnTo>
                  <a:lnTo>
                    <a:pt x="4060407" y="1188552"/>
                  </a:lnTo>
                  <a:lnTo>
                    <a:pt x="4060501" y="1188552"/>
                  </a:lnTo>
                  <a:lnTo>
                    <a:pt x="4060595" y="1188552"/>
                  </a:lnTo>
                  <a:lnTo>
                    <a:pt x="4060689" y="1188552"/>
                  </a:lnTo>
                  <a:lnTo>
                    <a:pt x="4060783" y="1188552"/>
                  </a:lnTo>
                  <a:lnTo>
                    <a:pt x="4060878" y="1188552"/>
                  </a:lnTo>
                  <a:lnTo>
                    <a:pt x="4060972" y="1188552"/>
                  </a:lnTo>
                  <a:lnTo>
                    <a:pt x="4061066" y="1188552"/>
                  </a:lnTo>
                  <a:lnTo>
                    <a:pt x="4061160" y="1188552"/>
                  </a:lnTo>
                  <a:lnTo>
                    <a:pt x="4061254" y="1188552"/>
                  </a:lnTo>
                  <a:lnTo>
                    <a:pt x="4061348" y="1188552"/>
                  </a:lnTo>
                  <a:lnTo>
                    <a:pt x="4061442" y="1188552"/>
                  </a:lnTo>
                  <a:lnTo>
                    <a:pt x="4061537" y="1188552"/>
                  </a:lnTo>
                  <a:lnTo>
                    <a:pt x="4061631" y="1188552"/>
                  </a:lnTo>
                  <a:lnTo>
                    <a:pt x="4061725" y="1188552"/>
                  </a:lnTo>
                  <a:lnTo>
                    <a:pt x="4061819" y="1188552"/>
                  </a:lnTo>
                  <a:lnTo>
                    <a:pt x="4061913" y="1188552"/>
                  </a:lnTo>
                  <a:lnTo>
                    <a:pt x="4062007" y="1188552"/>
                  </a:lnTo>
                  <a:lnTo>
                    <a:pt x="4062102" y="1188552"/>
                  </a:lnTo>
                  <a:lnTo>
                    <a:pt x="4062196" y="1188552"/>
                  </a:lnTo>
                  <a:lnTo>
                    <a:pt x="4062290" y="1188552"/>
                  </a:lnTo>
                  <a:lnTo>
                    <a:pt x="4062384" y="1188552"/>
                  </a:lnTo>
                  <a:lnTo>
                    <a:pt x="4062478" y="1188552"/>
                  </a:lnTo>
                  <a:lnTo>
                    <a:pt x="4062572" y="1188552"/>
                  </a:lnTo>
                  <a:lnTo>
                    <a:pt x="4062666" y="1188552"/>
                  </a:lnTo>
                  <a:lnTo>
                    <a:pt x="4062761" y="1188552"/>
                  </a:lnTo>
                  <a:lnTo>
                    <a:pt x="4062855" y="1188552"/>
                  </a:lnTo>
                  <a:lnTo>
                    <a:pt x="4062949" y="1188552"/>
                  </a:lnTo>
                  <a:lnTo>
                    <a:pt x="4063043" y="1188552"/>
                  </a:lnTo>
                  <a:lnTo>
                    <a:pt x="4063137" y="1188552"/>
                  </a:lnTo>
                  <a:lnTo>
                    <a:pt x="4063231" y="1188552"/>
                  </a:lnTo>
                  <a:lnTo>
                    <a:pt x="4063326" y="1188552"/>
                  </a:lnTo>
                  <a:lnTo>
                    <a:pt x="4063420" y="1188552"/>
                  </a:lnTo>
                  <a:lnTo>
                    <a:pt x="4063514" y="1188552"/>
                  </a:lnTo>
                  <a:lnTo>
                    <a:pt x="4063608" y="1188552"/>
                  </a:lnTo>
                  <a:lnTo>
                    <a:pt x="4063702" y="1188552"/>
                  </a:lnTo>
                  <a:lnTo>
                    <a:pt x="4063796" y="1188552"/>
                  </a:lnTo>
                  <a:lnTo>
                    <a:pt x="4063890" y="1188552"/>
                  </a:lnTo>
                  <a:lnTo>
                    <a:pt x="4063985" y="1188552"/>
                  </a:lnTo>
                  <a:lnTo>
                    <a:pt x="4064079" y="1188552"/>
                  </a:lnTo>
                  <a:lnTo>
                    <a:pt x="4064173" y="1188552"/>
                  </a:lnTo>
                  <a:lnTo>
                    <a:pt x="4064267" y="1188552"/>
                  </a:lnTo>
                  <a:lnTo>
                    <a:pt x="4064361" y="1188552"/>
                  </a:lnTo>
                  <a:lnTo>
                    <a:pt x="4064455" y="1188552"/>
                  </a:lnTo>
                  <a:lnTo>
                    <a:pt x="4064550" y="1188552"/>
                  </a:lnTo>
                  <a:lnTo>
                    <a:pt x="4064644" y="1188552"/>
                  </a:lnTo>
                  <a:lnTo>
                    <a:pt x="4064738" y="1188552"/>
                  </a:lnTo>
                  <a:lnTo>
                    <a:pt x="4064832" y="1188552"/>
                  </a:lnTo>
                  <a:lnTo>
                    <a:pt x="4064926" y="1188552"/>
                  </a:lnTo>
                  <a:lnTo>
                    <a:pt x="4065020" y="1188552"/>
                  </a:lnTo>
                  <a:lnTo>
                    <a:pt x="4065114" y="1188552"/>
                  </a:lnTo>
                  <a:lnTo>
                    <a:pt x="4065209" y="1188552"/>
                  </a:lnTo>
                  <a:lnTo>
                    <a:pt x="4065303" y="1188552"/>
                  </a:lnTo>
                  <a:lnTo>
                    <a:pt x="4065397" y="1188552"/>
                  </a:lnTo>
                  <a:lnTo>
                    <a:pt x="4065491" y="1188552"/>
                  </a:lnTo>
                  <a:lnTo>
                    <a:pt x="4065585" y="1188552"/>
                  </a:lnTo>
                  <a:lnTo>
                    <a:pt x="4065679" y="1188552"/>
                  </a:lnTo>
                  <a:lnTo>
                    <a:pt x="4065773" y="1188552"/>
                  </a:lnTo>
                  <a:lnTo>
                    <a:pt x="4065868" y="1188552"/>
                  </a:lnTo>
                  <a:lnTo>
                    <a:pt x="4065962" y="1188552"/>
                  </a:lnTo>
                  <a:lnTo>
                    <a:pt x="4066056" y="1188552"/>
                  </a:lnTo>
                  <a:lnTo>
                    <a:pt x="4066150" y="1188552"/>
                  </a:lnTo>
                  <a:lnTo>
                    <a:pt x="4066244" y="1188552"/>
                  </a:lnTo>
                  <a:lnTo>
                    <a:pt x="4066338" y="1188552"/>
                  </a:lnTo>
                  <a:lnTo>
                    <a:pt x="4066433" y="1188552"/>
                  </a:lnTo>
                  <a:lnTo>
                    <a:pt x="4066527" y="1188552"/>
                  </a:lnTo>
                  <a:lnTo>
                    <a:pt x="4066621" y="1188552"/>
                  </a:lnTo>
                  <a:lnTo>
                    <a:pt x="4066715" y="1188552"/>
                  </a:lnTo>
                  <a:lnTo>
                    <a:pt x="4066809" y="1188552"/>
                  </a:lnTo>
                  <a:lnTo>
                    <a:pt x="4066903" y="1188552"/>
                  </a:lnTo>
                  <a:lnTo>
                    <a:pt x="4066997" y="1188552"/>
                  </a:lnTo>
                  <a:lnTo>
                    <a:pt x="4067092" y="1188552"/>
                  </a:lnTo>
                  <a:lnTo>
                    <a:pt x="4067186" y="1188552"/>
                  </a:lnTo>
                  <a:lnTo>
                    <a:pt x="4067280" y="1188552"/>
                  </a:lnTo>
                  <a:lnTo>
                    <a:pt x="4067374" y="1188552"/>
                  </a:lnTo>
                  <a:lnTo>
                    <a:pt x="4067468" y="1188552"/>
                  </a:lnTo>
                  <a:lnTo>
                    <a:pt x="4067562" y="1188552"/>
                  </a:lnTo>
                  <a:lnTo>
                    <a:pt x="4067657" y="1188552"/>
                  </a:lnTo>
                  <a:lnTo>
                    <a:pt x="4067751" y="1188552"/>
                  </a:lnTo>
                  <a:lnTo>
                    <a:pt x="4067845" y="1188552"/>
                  </a:lnTo>
                  <a:lnTo>
                    <a:pt x="4067939" y="1188552"/>
                  </a:lnTo>
                  <a:lnTo>
                    <a:pt x="4068033" y="1188552"/>
                  </a:lnTo>
                  <a:lnTo>
                    <a:pt x="4068127" y="1188552"/>
                  </a:lnTo>
                  <a:lnTo>
                    <a:pt x="4068221" y="1188552"/>
                  </a:lnTo>
                  <a:lnTo>
                    <a:pt x="4068316" y="1188552"/>
                  </a:lnTo>
                  <a:lnTo>
                    <a:pt x="4068410" y="1188552"/>
                  </a:lnTo>
                  <a:lnTo>
                    <a:pt x="4068504" y="1188552"/>
                  </a:lnTo>
                  <a:lnTo>
                    <a:pt x="4068598" y="1188552"/>
                  </a:lnTo>
                  <a:lnTo>
                    <a:pt x="4068692" y="1188552"/>
                  </a:lnTo>
                  <a:lnTo>
                    <a:pt x="4068786" y="1188552"/>
                  </a:lnTo>
                  <a:lnTo>
                    <a:pt x="4068881" y="1188552"/>
                  </a:lnTo>
                  <a:lnTo>
                    <a:pt x="4068975" y="1188552"/>
                  </a:lnTo>
                  <a:lnTo>
                    <a:pt x="4069069" y="1188552"/>
                  </a:lnTo>
                  <a:lnTo>
                    <a:pt x="4069163" y="1188552"/>
                  </a:lnTo>
                  <a:lnTo>
                    <a:pt x="4069257" y="1188552"/>
                  </a:lnTo>
                  <a:lnTo>
                    <a:pt x="4069351" y="1188552"/>
                  </a:lnTo>
                  <a:lnTo>
                    <a:pt x="4069445" y="1188552"/>
                  </a:lnTo>
                  <a:lnTo>
                    <a:pt x="4069540" y="1188552"/>
                  </a:lnTo>
                  <a:lnTo>
                    <a:pt x="4069634" y="1188552"/>
                  </a:lnTo>
                  <a:lnTo>
                    <a:pt x="4069728" y="1188552"/>
                  </a:lnTo>
                  <a:lnTo>
                    <a:pt x="4069822" y="1188552"/>
                  </a:lnTo>
                  <a:lnTo>
                    <a:pt x="4069916" y="1188552"/>
                  </a:lnTo>
                  <a:lnTo>
                    <a:pt x="4070010" y="1188552"/>
                  </a:lnTo>
                  <a:lnTo>
                    <a:pt x="4070104" y="1188552"/>
                  </a:lnTo>
                  <a:lnTo>
                    <a:pt x="4070199" y="1188552"/>
                  </a:lnTo>
                  <a:lnTo>
                    <a:pt x="4070293" y="1188552"/>
                  </a:lnTo>
                  <a:lnTo>
                    <a:pt x="4070387" y="1188552"/>
                  </a:lnTo>
                  <a:lnTo>
                    <a:pt x="4070481" y="1188552"/>
                  </a:lnTo>
                  <a:lnTo>
                    <a:pt x="4070575" y="1188552"/>
                  </a:lnTo>
                  <a:lnTo>
                    <a:pt x="4070669" y="1188552"/>
                  </a:lnTo>
                  <a:lnTo>
                    <a:pt x="4070764" y="1188552"/>
                  </a:lnTo>
                  <a:lnTo>
                    <a:pt x="4070858" y="1188552"/>
                  </a:lnTo>
                  <a:lnTo>
                    <a:pt x="4070952" y="1188552"/>
                  </a:lnTo>
                  <a:lnTo>
                    <a:pt x="4071046" y="1188552"/>
                  </a:lnTo>
                  <a:lnTo>
                    <a:pt x="4071140" y="1188552"/>
                  </a:lnTo>
                  <a:lnTo>
                    <a:pt x="4071234" y="1188552"/>
                  </a:lnTo>
                  <a:lnTo>
                    <a:pt x="4071328" y="1188552"/>
                  </a:lnTo>
                  <a:lnTo>
                    <a:pt x="4071423" y="1188552"/>
                  </a:lnTo>
                  <a:lnTo>
                    <a:pt x="4071517" y="1188552"/>
                  </a:lnTo>
                  <a:lnTo>
                    <a:pt x="4071611" y="1188552"/>
                  </a:lnTo>
                  <a:lnTo>
                    <a:pt x="4071705" y="1188552"/>
                  </a:lnTo>
                  <a:lnTo>
                    <a:pt x="4071799" y="1188552"/>
                  </a:lnTo>
                  <a:lnTo>
                    <a:pt x="4071893" y="1188552"/>
                  </a:lnTo>
                  <a:lnTo>
                    <a:pt x="4071988" y="1188552"/>
                  </a:lnTo>
                  <a:lnTo>
                    <a:pt x="4072082" y="1188552"/>
                  </a:lnTo>
                  <a:lnTo>
                    <a:pt x="4072176" y="1188552"/>
                  </a:lnTo>
                  <a:lnTo>
                    <a:pt x="4072270" y="1188552"/>
                  </a:lnTo>
                  <a:lnTo>
                    <a:pt x="4072364" y="1188552"/>
                  </a:lnTo>
                  <a:lnTo>
                    <a:pt x="4072458" y="1188552"/>
                  </a:lnTo>
                  <a:lnTo>
                    <a:pt x="4072552" y="1188552"/>
                  </a:lnTo>
                  <a:lnTo>
                    <a:pt x="4072647" y="1188552"/>
                  </a:lnTo>
                  <a:lnTo>
                    <a:pt x="4072741" y="1188552"/>
                  </a:lnTo>
                  <a:lnTo>
                    <a:pt x="4072835" y="1188552"/>
                  </a:lnTo>
                  <a:lnTo>
                    <a:pt x="4072929" y="1188552"/>
                  </a:lnTo>
                  <a:lnTo>
                    <a:pt x="4073023" y="1188552"/>
                  </a:lnTo>
                  <a:lnTo>
                    <a:pt x="4073117" y="1188552"/>
                  </a:lnTo>
                  <a:lnTo>
                    <a:pt x="4073212" y="1188552"/>
                  </a:lnTo>
                  <a:lnTo>
                    <a:pt x="4073306" y="1188552"/>
                  </a:lnTo>
                  <a:lnTo>
                    <a:pt x="4073400" y="1188552"/>
                  </a:lnTo>
                  <a:lnTo>
                    <a:pt x="4073494" y="1188552"/>
                  </a:lnTo>
                  <a:lnTo>
                    <a:pt x="4073588" y="1188552"/>
                  </a:lnTo>
                  <a:lnTo>
                    <a:pt x="4073682" y="1188552"/>
                  </a:lnTo>
                  <a:lnTo>
                    <a:pt x="4073776" y="1188552"/>
                  </a:lnTo>
                  <a:lnTo>
                    <a:pt x="4073871" y="1188552"/>
                  </a:lnTo>
                  <a:lnTo>
                    <a:pt x="4073965" y="1188552"/>
                  </a:lnTo>
                  <a:lnTo>
                    <a:pt x="4074059" y="1188552"/>
                  </a:lnTo>
                  <a:lnTo>
                    <a:pt x="4074153" y="1188552"/>
                  </a:lnTo>
                  <a:lnTo>
                    <a:pt x="4074247" y="1188552"/>
                  </a:lnTo>
                  <a:lnTo>
                    <a:pt x="4074341" y="1188552"/>
                  </a:lnTo>
                  <a:lnTo>
                    <a:pt x="4074435" y="1188552"/>
                  </a:lnTo>
                  <a:lnTo>
                    <a:pt x="4074530" y="1188552"/>
                  </a:lnTo>
                  <a:lnTo>
                    <a:pt x="4074530" y="1183641"/>
                  </a:lnTo>
                  <a:lnTo>
                    <a:pt x="4074624" y="1183641"/>
                  </a:lnTo>
                  <a:lnTo>
                    <a:pt x="4074718" y="1183641"/>
                  </a:lnTo>
                  <a:lnTo>
                    <a:pt x="4074812" y="1183641"/>
                  </a:lnTo>
                  <a:lnTo>
                    <a:pt x="4074906" y="1183641"/>
                  </a:lnTo>
                  <a:lnTo>
                    <a:pt x="4075000" y="1183641"/>
                  </a:lnTo>
                  <a:lnTo>
                    <a:pt x="4075095" y="1183641"/>
                  </a:lnTo>
                  <a:lnTo>
                    <a:pt x="4075189" y="1183641"/>
                  </a:lnTo>
                  <a:lnTo>
                    <a:pt x="4075283" y="1183641"/>
                  </a:lnTo>
                  <a:lnTo>
                    <a:pt x="4075377" y="1183641"/>
                  </a:lnTo>
                  <a:lnTo>
                    <a:pt x="4075471" y="1183641"/>
                  </a:lnTo>
                  <a:lnTo>
                    <a:pt x="4075565" y="1183641"/>
                  </a:lnTo>
                  <a:lnTo>
                    <a:pt x="4075659" y="1183641"/>
                  </a:lnTo>
                  <a:lnTo>
                    <a:pt x="4075754" y="1183641"/>
                  </a:lnTo>
                  <a:lnTo>
                    <a:pt x="4075848" y="1183641"/>
                  </a:lnTo>
                  <a:lnTo>
                    <a:pt x="4075942" y="1183641"/>
                  </a:lnTo>
                  <a:lnTo>
                    <a:pt x="4076036" y="1183641"/>
                  </a:lnTo>
                  <a:lnTo>
                    <a:pt x="4076130" y="1183641"/>
                  </a:lnTo>
                  <a:lnTo>
                    <a:pt x="4076224" y="1183641"/>
                  </a:lnTo>
                  <a:lnTo>
                    <a:pt x="4076319" y="1183641"/>
                  </a:lnTo>
                  <a:lnTo>
                    <a:pt x="4076413" y="1183641"/>
                  </a:lnTo>
                  <a:lnTo>
                    <a:pt x="4076507" y="1183641"/>
                  </a:lnTo>
                  <a:lnTo>
                    <a:pt x="4076601" y="1183641"/>
                  </a:lnTo>
                  <a:lnTo>
                    <a:pt x="4076695" y="1183641"/>
                  </a:lnTo>
                  <a:lnTo>
                    <a:pt x="4076789" y="1183641"/>
                  </a:lnTo>
                  <a:lnTo>
                    <a:pt x="4076883" y="1183641"/>
                  </a:lnTo>
                  <a:lnTo>
                    <a:pt x="4076978" y="1183641"/>
                  </a:lnTo>
                  <a:lnTo>
                    <a:pt x="4077072" y="1183641"/>
                  </a:lnTo>
                  <a:lnTo>
                    <a:pt x="4077166" y="1183641"/>
                  </a:lnTo>
                  <a:lnTo>
                    <a:pt x="4077260" y="1183641"/>
                  </a:lnTo>
                  <a:lnTo>
                    <a:pt x="4077354" y="1183641"/>
                  </a:lnTo>
                  <a:lnTo>
                    <a:pt x="4077354" y="1178729"/>
                  </a:lnTo>
                  <a:lnTo>
                    <a:pt x="4077448" y="1178729"/>
                  </a:lnTo>
                  <a:lnTo>
                    <a:pt x="4077543" y="1178729"/>
                  </a:lnTo>
                  <a:lnTo>
                    <a:pt x="4077637" y="1178729"/>
                  </a:lnTo>
                  <a:lnTo>
                    <a:pt x="4077731" y="1178729"/>
                  </a:lnTo>
                  <a:lnTo>
                    <a:pt x="4077825" y="1178729"/>
                  </a:lnTo>
                  <a:lnTo>
                    <a:pt x="4077919" y="1178729"/>
                  </a:lnTo>
                  <a:lnTo>
                    <a:pt x="4078013" y="1178729"/>
                  </a:lnTo>
                  <a:lnTo>
                    <a:pt x="4078107" y="1178729"/>
                  </a:lnTo>
                  <a:lnTo>
                    <a:pt x="4078202" y="1178729"/>
                  </a:lnTo>
                  <a:lnTo>
                    <a:pt x="4078296" y="1178729"/>
                  </a:lnTo>
                  <a:lnTo>
                    <a:pt x="4078390" y="1178729"/>
                  </a:lnTo>
                  <a:lnTo>
                    <a:pt x="4078484" y="1178729"/>
                  </a:lnTo>
                  <a:lnTo>
                    <a:pt x="4078578" y="1178729"/>
                  </a:lnTo>
                  <a:lnTo>
                    <a:pt x="4078672" y="1178729"/>
                  </a:lnTo>
                  <a:lnTo>
                    <a:pt x="4078766" y="1178729"/>
                  </a:lnTo>
                  <a:lnTo>
                    <a:pt x="4078861" y="1178729"/>
                  </a:lnTo>
                  <a:lnTo>
                    <a:pt x="4078955" y="1178729"/>
                  </a:lnTo>
                  <a:lnTo>
                    <a:pt x="4079049" y="1178729"/>
                  </a:lnTo>
                  <a:lnTo>
                    <a:pt x="4079143" y="1178729"/>
                  </a:lnTo>
                  <a:lnTo>
                    <a:pt x="4079237" y="1178729"/>
                  </a:lnTo>
                  <a:lnTo>
                    <a:pt x="4079331" y="1178729"/>
                  </a:lnTo>
                  <a:lnTo>
                    <a:pt x="4079426" y="1178729"/>
                  </a:lnTo>
                  <a:lnTo>
                    <a:pt x="4079520" y="1178729"/>
                  </a:lnTo>
                  <a:lnTo>
                    <a:pt x="4079614" y="1178729"/>
                  </a:lnTo>
                  <a:lnTo>
                    <a:pt x="4079708" y="1178729"/>
                  </a:lnTo>
                  <a:lnTo>
                    <a:pt x="4079802" y="1178729"/>
                  </a:lnTo>
                  <a:lnTo>
                    <a:pt x="4079896" y="1178729"/>
                  </a:lnTo>
                  <a:lnTo>
                    <a:pt x="4079990" y="1178729"/>
                  </a:lnTo>
                  <a:lnTo>
                    <a:pt x="4080085" y="1178729"/>
                  </a:lnTo>
                  <a:lnTo>
                    <a:pt x="4080179" y="1178729"/>
                  </a:lnTo>
                  <a:lnTo>
                    <a:pt x="4080273" y="1178729"/>
                  </a:lnTo>
                  <a:lnTo>
                    <a:pt x="4080367" y="1178729"/>
                  </a:lnTo>
                  <a:lnTo>
                    <a:pt x="4080461" y="1178729"/>
                  </a:lnTo>
                  <a:lnTo>
                    <a:pt x="4080555" y="1178729"/>
                  </a:lnTo>
                  <a:lnTo>
                    <a:pt x="4080650" y="1178729"/>
                  </a:lnTo>
                  <a:lnTo>
                    <a:pt x="4080744" y="1178729"/>
                  </a:lnTo>
                  <a:lnTo>
                    <a:pt x="4080838" y="1178729"/>
                  </a:lnTo>
                  <a:lnTo>
                    <a:pt x="4080932" y="1178729"/>
                  </a:lnTo>
                  <a:lnTo>
                    <a:pt x="4081026" y="1178729"/>
                  </a:lnTo>
                  <a:lnTo>
                    <a:pt x="4081120" y="1178729"/>
                  </a:lnTo>
                  <a:lnTo>
                    <a:pt x="4081214" y="1178729"/>
                  </a:lnTo>
                  <a:lnTo>
                    <a:pt x="4081309" y="1178729"/>
                  </a:lnTo>
                  <a:lnTo>
                    <a:pt x="4081403" y="1178729"/>
                  </a:lnTo>
                  <a:lnTo>
                    <a:pt x="4081497" y="1178729"/>
                  </a:lnTo>
                  <a:lnTo>
                    <a:pt x="4081591" y="1178729"/>
                  </a:lnTo>
                  <a:lnTo>
                    <a:pt x="4081685" y="1178729"/>
                  </a:lnTo>
                  <a:lnTo>
                    <a:pt x="4081779" y="1178729"/>
                  </a:lnTo>
                  <a:lnTo>
                    <a:pt x="4081874" y="1178729"/>
                  </a:lnTo>
                  <a:lnTo>
                    <a:pt x="4081968" y="1178729"/>
                  </a:lnTo>
                  <a:lnTo>
                    <a:pt x="4082062" y="1178729"/>
                  </a:lnTo>
                  <a:lnTo>
                    <a:pt x="4082156" y="1178729"/>
                  </a:lnTo>
                  <a:lnTo>
                    <a:pt x="4082250" y="1178729"/>
                  </a:lnTo>
                  <a:lnTo>
                    <a:pt x="4082344" y="1178729"/>
                  </a:lnTo>
                  <a:lnTo>
                    <a:pt x="4082438" y="1178729"/>
                  </a:lnTo>
                  <a:lnTo>
                    <a:pt x="4082533" y="1178729"/>
                  </a:lnTo>
                  <a:lnTo>
                    <a:pt x="4082627" y="1178729"/>
                  </a:lnTo>
                  <a:lnTo>
                    <a:pt x="4082721" y="1178729"/>
                  </a:lnTo>
                  <a:lnTo>
                    <a:pt x="4082815" y="1178729"/>
                  </a:lnTo>
                  <a:lnTo>
                    <a:pt x="4082909" y="1178729"/>
                  </a:lnTo>
                  <a:lnTo>
                    <a:pt x="4083003" y="1178729"/>
                  </a:lnTo>
                  <a:lnTo>
                    <a:pt x="4083097" y="1178729"/>
                  </a:lnTo>
                  <a:lnTo>
                    <a:pt x="4083192" y="1178729"/>
                  </a:lnTo>
                  <a:lnTo>
                    <a:pt x="4083286" y="1178729"/>
                  </a:lnTo>
                  <a:lnTo>
                    <a:pt x="4083380" y="1178729"/>
                  </a:lnTo>
                  <a:lnTo>
                    <a:pt x="4083474" y="1178729"/>
                  </a:lnTo>
                  <a:lnTo>
                    <a:pt x="4083568" y="1178729"/>
                  </a:lnTo>
                  <a:lnTo>
                    <a:pt x="4083662" y="1178729"/>
                  </a:lnTo>
                  <a:lnTo>
                    <a:pt x="4083757" y="1178729"/>
                  </a:lnTo>
                  <a:lnTo>
                    <a:pt x="4083851" y="1178729"/>
                  </a:lnTo>
                  <a:lnTo>
                    <a:pt x="4083945" y="1178729"/>
                  </a:lnTo>
                  <a:lnTo>
                    <a:pt x="4084039" y="1178729"/>
                  </a:lnTo>
                  <a:lnTo>
                    <a:pt x="4084133" y="1178729"/>
                  </a:lnTo>
                  <a:lnTo>
                    <a:pt x="4084227" y="1178729"/>
                  </a:lnTo>
                  <a:lnTo>
                    <a:pt x="4084321" y="1178729"/>
                  </a:lnTo>
                  <a:lnTo>
                    <a:pt x="4084416" y="1178729"/>
                  </a:lnTo>
                  <a:lnTo>
                    <a:pt x="4084510" y="1178729"/>
                  </a:lnTo>
                  <a:lnTo>
                    <a:pt x="4084604" y="1178729"/>
                  </a:lnTo>
                  <a:lnTo>
                    <a:pt x="4084698" y="1178729"/>
                  </a:lnTo>
                  <a:lnTo>
                    <a:pt x="4084792" y="1178729"/>
                  </a:lnTo>
                  <a:lnTo>
                    <a:pt x="4084886" y="1178729"/>
                  </a:lnTo>
                  <a:lnTo>
                    <a:pt x="4084981" y="1178729"/>
                  </a:lnTo>
                  <a:lnTo>
                    <a:pt x="4085075" y="1178729"/>
                  </a:lnTo>
                  <a:lnTo>
                    <a:pt x="4085169" y="1178729"/>
                  </a:lnTo>
                  <a:lnTo>
                    <a:pt x="4085263" y="1178729"/>
                  </a:lnTo>
                  <a:lnTo>
                    <a:pt x="4085357" y="1178729"/>
                  </a:lnTo>
                  <a:lnTo>
                    <a:pt x="4085451" y="1178729"/>
                  </a:lnTo>
                  <a:lnTo>
                    <a:pt x="4085545" y="1178729"/>
                  </a:lnTo>
                  <a:lnTo>
                    <a:pt x="4085640" y="1178729"/>
                  </a:lnTo>
                  <a:lnTo>
                    <a:pt x="4085734" y="1178729"/>
                  </a:lnTo>
                  <a:lnTo>
                    <a:pt x="4085828" y="1178729"/>
                  </a:lnTo>
                  <a:lnTo>
                    <a:pt x="4085922" y="1178729"/>
                  </a:lnTo>
                  <a:lnTo>
                    <a:pt x="4086016" y="1178729"/>
                  </a:lnTo>
                  <a:lnTo>
                    <a:pt x="4086110" y="1178729"/>
                  </a:lnTo>
                  <a:lnTo>
                    <a:pt x="4086205" y="1178729"/>
                  </a:lnTo>
                  <a:lnTo>
                    <a:pt x="4086299" y="1178729"/>
                  </a:lnTo>
                  <a:lnTo>
                    <a:pt x="4086393" y="1178729"/>
                  </a:lnTo>
                  <a:lnTo>
                    <a:pt x="4086487" y="1178729"/>
                  </a:lnTo>
                  <a:lnTo>
                    <a:pt x="4086581" y="1178729"/>
                  </a:lnTo>
                  <a:lnTo>
                    <a:pt x="4086675" y="1178729"/>
                  </a:lnTo>
                  <a:lnTo>
                    <a:pt x="4086769" y="1178729"/>
                  </a:lnTo>
                  <a:lnTo>
                    <a:pt x="4086864" y="1178729"/>
                  </a:lnTo>
                  <a:lnTo>
                    <a:pt x="4086958" y="1178729"/>
                  </a:lnTo>
                  <a:lnTo>
                    <a:pt x="4087052" y="1178729"/>
                  </a:lnTo>
                  <a:lnTo>
                    <a:pt x="4087146" y="1178729"/>
                  </a:lnTo>
                  <a:lnTo>
                    <a:pt x="4087240" y="1178729"/>
                  </a:lnTo>
                  <a:lnTo>
                    <a:pt x="4087334" y="1178729"/>
                  </a:lnTo>
                  <a:lnTo>
                    <a:pt x="4087428" y="1178729"/>
                  </a:lnTo>
                  <a:lnTo>
                    <a:pt x="4087523" y="1178729"/>
                  </a:lnTo>
                  <a:lnTo>
                    <a:pt x="4087617" y="1178729"/>
                  </a:lnTo>
                  <a:lnTo>
                    <a:pt x="4087711" y="1178729"/>
                  </a:lnTo>
                  <a:lnTo>
                    <a:pt x="4087805" y="1178729"/>
                  </a:lnTo>
                  <a:lnTo>
                    <a:pt x="4087899" y="1178729"/>
                  </a:lnTo>
                  <a:lnTo>
                    <a:pt x="4087993" y="1178729"/>
                  </a:lnTo>
                  <a:lnTo>
                    <a:pt x="4088088" y="1178729"/>
                  </a:lnTo>
                  <a:lnTo>
                    <a:pt x="4088182" y="1178729"/>
                  </a:lnTo>
                  <a:lnTo>
                    <a:pt x="4088276" y="1178729"/>
                  </a:lnTo>
                  <a:lnTo>
                    <a:pt x="4088370" y="1178729"/>
                  </a:lnTo>
                  <a:lnTo>
                    <a:pt x="4088464" y="1178729"/>
                  </a:lnTo>
                  <a:lnTo>
                    <a:pt x="4088558" y="1178729"/>
                  </a:lnTo>
                  <a:lnTo>
                    <a:pt x="4088652" y="1178729"/>
                  </a:lnTo>
                  <a:lnTo>
                    <a:pt x="4088747" y="1178729"/>
                  </a:lnTo>
                  <a:lnTo>
                    <a:pt x="4088841" y="1178729"/>
                  </a:lnTo>
                  <a:lnTo>
                    <a:pt x="4088935" y="1178729"/>
                  </a:lnTo>
                  <a:lnTo>
                    <a:pt x="4089029" y="1178729"/>
                  </a:lnTo>
                  <a:lnTo>
                    <a:pt x="4089123" y="1178729"/>
                  </a:lnTo>
                  <a:lnTo>
                    <a:pt x="4089217" y="1178729"/>
                  </a:lnTo>
                  <a:lnTo>
                    <a:pt x="4089312" y="1178729"/>
                  </a:lnTo>
                  <a:lnTo>
                    <a:pt x="4089406" y="1178729"/>
                  </a:lnTo>
                  <a:lnTo>
                    <a:pt x="4089500" y="1178729"/>
                  </a:lnTo>
                  <a:lnTo>
                    <a:pt x="4089594" y="1178729"/>
                  </a:lnTo>
                  <a:lnTo>
                    <a:pt x="4089688" y="1178729"/>
                  </a:lnTo>
                  <a:lnTo>
                    <a:pt x="4089782" y="1178729"/>
                  </a:lnTo>
                  <a:lnTo>
                    <a:pt x="4089876" y="1178729"/>
                  </a:lnTo>
                  <a:lnTo>
                    <a:pt x="4089971" y="1178729"/>
                  </a:lnTo>
                  <a:lnTo>
                    <a:pt x="4090065" y="1178729"/>
                  </a:lnTo>
                  <a:lnTo>
                    <a:pt x="4090159" y="1178729"/>
                  </a:lnTo>
                  <a:lnTo>
                    <a:pt x="4090253" y="1178729"/>
                  </a:lnTo>
                  <a:lnTo>
                    <a:pt x="4090347" y="1178729"/>
                  </a:lnTo>
                  <a:lnTo>
                    <a:pt x="4090441" y="1178729"/>
                  </a:lnTo>
                  <a:lnTo>
                    <a:pt x="4090536" y="1178729"/>
                  </a:lnTo>
                  <a:lnTo>
                    <a:pt x="4090630" y="1178729"/>
                  </a:lnTo>
                  <a:lnTo>
                    <a:pt x="4090724" y="1178729"/>
                  </a:lnTo>
                  <a:lnTo>
                    <a:pt x="4090818" y="1178729"/>
                  </a:lnTo>
                  <a:lnTo>
                    <a:pt x="4090912" y="1178729"/>
                  </a:lnTo>
                  <a:lnTo>
                    <a:pt x="4091006" y="1178729"/>
                  </a:lnTo>
                  <a:lnTo>
                    <a:pt x="4091006" y="1173818"/>
                  </a:lnTo>
                  <a:lnTo>
                    <a:pt x="4091100" y="1173818"/>
                  </a:lnTo>
                  <a:lnTo>
                    <a:pt x="4091195" y="1173818"/>
                  </a:lnTo>
                  <a:lnTo>
                    <a:pt x="4091289" y="1173818"/>
                  </a:lnTo>
                  <a:lnTo>
                    <a:pt x="4091383" y="1173818"/>
                  </a:lnTo>
                  <a:lnTo>
                    <a:pt x="4091477" y="1173818"/>
                  </a:lnTo>
                  <a:lnTo>
                    <a:pt x="4091571" y="1173818"/>
                  </a:lnTo>
                  <a:lnTo>
                    <a:pt x="4091571" y="1168907"/>
                  </a:lnTo>
                  <a:lnTo>
                    <a:pt x="4091665" y="1168907"/>
                  </a:lnTo>
                  <a:lnTo>
                    <a:pt x="4091759" y="1168907"/>
                  </a:lnTo>
                  <a:lnTo>
                    <a:pt x="4091854" y="1168907"/>
                  </a:lnTo>
                  <a:lnTo>
                    <a:pt x="4091948" y="1168907"/>
                  </a:lnTo>
                  <a:lnTo>
                    <a:pt x="4092042" y="1168907"/>
                  </a:lnTo>
                  <a:lnTo>
                    <a:pt x="4092136" y="1168907"/>
                  </a:lnTo>
                  <a:lnTo>
                    <a:pt x="4092230" y="1168907"/>
                  </a:lnTo>
                  <a:lnTo>
                    <a:pt x="4092324" y="1168907"/>
                  </a:lnTo>
                  <a:lnTo>
                    <a:pt x="4092419" y="1168907"/>
                  </a:lnTo>
                  <a:lnTo>
                    <a:pt x="4092513" y="1168907"/>
                  </a:lnTo>
                  <a:lnTo>
                    <a:pt x="4092607" y="1168907"/>
                  </a:lnTo>
                  <a:lnTo>
                    <a:pt x="4092701" y="1168907"/>
                  </a:lnTo>
                  <a:lnTo>
                    <a:pt x="4092795" y="1168907"/>
                  </a:lnTo>
                  <a:lnTo>
                    <a:pt x="4092889" y="1168907"/>
                  </a:lnTo>
                  <a:lnTo>
                    <a:pt x="4092983" y="1168907"/>
                  </a:lnTo>
                  <a:lnTo>
                    <a:pt x="4093078" y="1168907"/>
                  </a:lnTo>
                  <a:lnTo>
                    <a:pt x="4093172" y="1168907"/>
                  </a:lnTo>
                  <a:lnTo>
                    <a:pt x="4093266" y="1168907"/>
                  </a:lnTo>
                  <a:lnTo>
                    <a:pt x="4093360" y="1168907"/>
                  </a:lnTo>
                  <a:lnTo>
                    <a:pt x="4093454" y="1168907"/>
                  </a:lnTo>
                  <a:lnTo>
                    <a:pt x="4093548" y="1168907"/>
                  </a:lnTo>
                  <a:lnTo>
                    <a:pt x="4093643" y="1168907"/>
                  </a:lnTo>
                  <a:lnTo>
                    <a:pt x="4093737" y="1168907"/>
                  </a:lnTo>
                  <a:lnTo>
                    <a:pt x="4093831" y="1168907"/>
                  </a:lnTo>
                  <a:lnTo>
                    <a:pt x="4093925" y="1168907"/>
                  </a:lnTo>
                  <a:lnTo>
                    <a:pt x="4094019" y="1168907"/>
                  </a:lnTo>
                  <a:lnTo>
                    <a:pt x="4094113" y="1168907"/>
                  </a:lnTo>
                  <a:lnTo>
                    <a:pt x="4094207" y="1168907"/>
                  </a:lnTo>
                  <a:lnTo>
                    <a:pt x="4094302" y="1168907"/>
                  </a:lnTo>
                  <a:lnTo>
                    <a:pt x="4094396" y="1168907"/>
                  </a:lnTo>
                  <a:lnTo>
                    <a:pt x="4094490" y="1168907"/>
                  </a:lnTo>
                  <a:lnTo>
                    <a:pt x="4094584" y="1168907"/>
                  </a:lnTo>
                  <a:lnTo>
                    <a:pt x="4094678" y="1168907"/>
                  </a:lnTo>
                  <a:lnTo>
                    <a:pt x="4094772" y="1168907"/>
                  </a:lnTo>
                  <a:lnTo>
                    <a:pt x="4094867" y="1168907"/>
                  </a:lnTo>
                  <a:lnTo>
                    <a:pt x="4094961" y="1168907"/>
                  </a:lnTo>
                  <a:lnTo>
                    <a:pt x="4095055" y="1168907"/>
                  </a:lnTo>
                  <a:lnTo>
                    <a:pt x="4095149" y="1168907"/>
                  </a:lnTo>
                  <a:lnTo>
                    <a:pt x="4095243" y="1168907"/>
                  </a:lnTo>
                  <a:lnTo>
                    <a:pt x="4095337" y="1168907"/>
                  </a:lnTo>
                  <a:lnTo>
                    <a:pt x="4095431" y="1168907"/>
                  </a:lnTo>
                  <a:lnTo>
                    <a:pt x="4095526" y="1168907"/>
                  </a:lnTo>
                  <a:lnTo>
                    <a:pt x="4095620" y="1168907"/>
                  </a:lnTo>
                  <a:lnTo>
                    <a:pt x="4095714" y="1168907"/>
                  </a:lnTo>
                  <a:lnTo>
                    <a:pt x="4095808" y="1168907"/>
                  </a:lnTo>
                  <a:lnTo>
                    <a:pt x="4095902" y="1168907"/>
                  </a:lnTo>
                  <a:lnTo>
                    <a:pt x="4095996" y="1168907"/>
                  </a:lnTo>
                  <a:lnTo>
                    <a:pt x="4096090" y="1168907"/>
                  </a:lnTo>
                  <a:lnTo>
                    <a:pt x="4096185" y="1168907"/>
                  </a:lnTo>
                  <a:lnTo>
                    <a:pt x="4096279" y="1168907"/>
                  </a:lnTo>
                  <a:lnTo>
                    <a:pt x="4096373" y="1168907"/>
                  </a:lnTo>
                  <a:lnTo>
                    <a:pt x="4096467" y="1168907"/>
                  </a:lnTo>
                  <a:lnTo>
                    <a:pt x="4096561" y="1168907"/>
                  </a:lnTo>
                  <a:lnTo>
                    <a:pt x="4096655" y="1168907"/>
                  </a:lnTo>
                  <a:lnTo>
                    <a:pt x="4096750" y="1168907"/>
                  </a:lnTo>
                  <a:lnTo>
                    <a:pt x="4096844" y="1168907"/>
                  </a:lnTo>
                  <a:lnTo>
                    <a:pt x="4096938" y="1168907"/>
                  </a:lnTo>
                  <a:lnTo>
                    <a:pt x="4097032" y="1168907"/>
                  </a:lnTo>
                  <a:lnTo>
                    <a:pt x="4097126" y="1168907"/>
                  </a:lnTo>
                  <a:lnTo>
                    <a:pt x="4097220" y="1168907"/>
                  </a:lnTo>
                  <a:lnTo>
                    <a:pt x="4097314" y="1168907"/>
                  </a:lnTo>
                  <a:lnTo>
                    <a:pt x="4097409" y="1168907"/>
                  </a:lnTo>
                  <a:lnTo>
                    <a:pt x="4097503" y="1168907"/>
                  </a:lnTo>
                  <a:lnTo>
                    <a:pt x="4097597" y="1168907"/>
                  </a:lnTo>
                  <a:lnTo>
                    <a:pt x="4097691" y="1168907"/>
                  </a:lnTo>
                  <a:lnTo>
                    <a:pt x="4097785" y="1168907"/>
                  </a:lnTo>
                  <a:lnTo>
                    <a:pt x="4097879" y="1168907"/>
                  </a:lnTo>
                  <a:lnTo>
                    <a:pt x="4097974" y="1168907"/>
                  </a:lnTo>
                  <a:lnTo>
                    <a:pt x="4098068" y="1168907"/>
                  </a:lnTo>
                  <a:lnTo>
                    <a:pt x="4098162" y="1168907"/>
                  </a:lnTo>
                  <a:lnTo>
                    <a:pt x="4098256" y="1168907"/>
                  </a:lnTo>
                  <a:lnTo>
                    <a:pt x="4098350" y="1168907"/>
                  </a:lnTo>
                  <a:lnTo>
                    <a:pt x="4098444" y="1168907"/>
                  </a:lnTo>
                  <a:lnTo>
                    <a:pt x="4098538" y="1168907"/>
                  </a:lnTo>
                  <a:lnTo>
                    <a:pt x="4098633" y="1168907"/>
                  </a:lnTo>
                  <a:lnTo>
                    <a:pt x="4098727" y="1168907"/>
                  </a:lnTo>
                  <a:lnTo>
                    <a:pt x="4098821" y="1168907"/>
                  </a:lnTo>
                  <a:lnTo>
                    <a:pt x="4098915" y="1168907"/>
                  </a:lnTo>
                  <a:lnTo>
                    <a:pt x="4099009" y="1168907"/>
                  </a:lnTo>
                  <a:lnTo>
                    <a:pt x="4099103" y="1168907"/>
                  </a:lnTo>
                  <a:lnTo>
                    <a:pt x="4099198" y="1168907"/>
                  </a:lnTo>
                  <a:lnTo>
                    <a:pt x="4099292" y="1168907"/>
                  </a:lnTo>
                  <a:lnTo>
                    <a:pt x="4099386" y="1168907"/>
                  </a:lnTo>
                  <a:lnTo>
                    <a:pt x="4099480" y="1168907"/>
                  </a:lnTo>
                  <a:lnTo>
                    <a:pt x="4099574" y="1168907"/>
                  </a:lnTo>
                  <a:lnTo>
                    <a:pt x="4099668" y="1168907"/>
                  </a:lnTo>
                  <a:lnTo>
                    <a:pt x="4099762" y="1168907"/>
                  </a:lnTo>
                  <a:lnTo>
                    <a:pt x="4099857" y="1168907"/>
                  </a:lnTo>
                  <a:lnTo>
                    <a:pt x="4099951" y="1168907"/>
                  </a:lnTo>
                  <a:lnTo>
                    <a:pt x="4100045" y="1168907"/>
                  </a:lnTo>
                  <a:lnTo>
                    <a:pt x="4100139" y="1168907"/>
                  </a:lnTo>
                  <a:lnTo>
                    <a:pt x="4100233" y="1168907"/>
                  </a:lnTo>
                  <a:lnTo>
                    <a:pt x="4100327" y="1168907"/>
                  </a:lnTo>
                  <a:lnTo>
                    <a:pt x="4100421" y="1168907"/>
                  </a:lnTo>
                  <a:lnTo>
                    <a:pt x="4100516" y="1168907"/>
                  </a:lnTo>
                  <a:lnTo>
                    <a:pt x="4100610" y="1168907"/>
                  </a:lnTo>
                  <a:lnTo>
                    <a:pt x="4100704" y="1168907"/>
                  </a:lnTo>
                  <a:lnTo>
                    <a:pt x="4100798" y="1168907"/>
                  </a:lnTo>
                  <a:lnTo>
                    <a:pt x="4100892" y="1168907"/>
                  </a:lnTo>
                  <a:lnTo>
                    <a:pt x="4100986" y="1168907"/>
                  </a:lnTo>
                  <a:lnTo>
                    <a:pt x="4101081" y="1168907"/>
                  </a:lnTo>
                  <a:lnTo>
                    <a:pt x="4101175" y="1168907"/>
                  </a:lnTo>
                  <a:lnTo>
                    <a:pt x="4101269" y="1168907"/>
                  </a:lnTo>
                  <a:lnTo>
                    <a:pt x="4101363" y="1168907"/>
                  </a:lnTo>
                  <a:lnTo>
                    <a:pt x="4101457" y="1168907"/>
                  </a:lnTo>
                  <a:lnTo>
                    <a:pt x="4101551" y="1168907"/>
                  </a:lnTo>
                  <a:lnTo>
                    <a:pt x="4101645" y="1168907"/>
                  </a:lnTo>
                  <a:lnTo>
                    <a:pt x="4101740" y="1168907"/>
                  </a:lnTo>
                  <a:lnTo>
                    <a:pt x="4101834" y="1168907"/>
                  </a:lnTo>
                  <a:lnTo>
                    <a:pt x="4101928" y="1168907"/>
                  </a:lnTo>
                  <a:lnTo>
                    <a:pt x="4102022" y="1168907"/>
                  </a:lnTo>
                  <a:lnTo>
                    <a:pt x="4102116" y="1168907"/>
                  </a:lnTo>
                  <a:lnTo>
                    <a:pt x="4102210" y="1168907"/>
                  </a:lnTo>
                  <a:lnTo>
                    <a:pt x="4102305" y="1168907"/>
                  </a:lnTo>
                  <a:lnTo>
                    <a:pt x="4102399" y="1168907"/>
                  </a:lnTo>
                  <a:lnTo>
                    <a:pt x="4102493" y="1168907"/>
                  </a:lnTo>
                  <a:lnTo>
                    <a:pt x="4102587" y="1168907"/>
                  </a:lnTo>
                  <a:lnTo>
                    <a:pt x="4102681" y="1168907"/>
                  </a:lnTo>
                  <a:lnTo>
                    <a:pt x="4102775" y="1168907"/>
                  </a:lnTo>
                  <a:lnTo>
                    <a:pt x="4102869" y="1168907"/>
                  </a:lnTo>
                  <a:lnTo>
                    <a:pt x="4102964" y="1168907"/>
                  </a:lnTo>
                  <a:lnTo>
                    <a:pt x="4103058" y="1168907"/>
                  </a:lnTo>
                  <a:lnTo>
                    <a:pt x="4103152" y="1168907"/>
                  </a:lnTo>
                  <a:lnTo>
                    <a:pt x="4103246" y="1168907"/>
                  </a:lnTo>
                  <a:lnTo>
                    <a:pt x="4103340" y="1168907"/>
                  </a:lnTo>
                  <a:lnTo>
                    <a:pt x="4103434" y="1168907"/>
                  </a:lnTo>
                  <a:lnTo>
                    <a:pt x="4103529" y="1168907"/>
                  </a:lnTo>
                  <a:lnTo>
                    <a:pt x="4103623" y="1168907"/>
                  </a:lnTo>
                  <a:lnTo>
                    <a:pt x="4103717" y="1168907"/>
                  </a:lnTo>
                  <a:lnTo>
                    <a:pt x="4103811" y="1168907"/>
                  </a:lnTo>
                  <a:lnTo>
                    <a:pt x="4103905" y="1168907"/>
                  </a:lnTo>
                  <a:lnTo>
                    <a:pt x="4103999" y="1168907"/>
                  </a:lnTo>
                  <a:lnTo>
                    <a:pt x="4104093" y="1168907"/>
                  </a:lnTo>
                  <a:lnTo>
                    <a:pt x="4104188" y="1168907"/>
                  </a:lnTo>
                  <a:lnTo>
                    <a:pt x="4104282" y="1168907"/>
                  </a:lnTo>
                  <a:lnTo>
                    <a:pt x="4104376" y="1168907"/>
                  </a:lnTo>
                  <a:lnTo>
                    <a:pt x="4104470" y="1168907"/>
                  </a:lnTo>
                  <a:lnTo>
                    <a:pt x="4104564" y="1168907"/>
                  </a:lnTo>
                  <a:lnTo>
                    <a:pt x="4104658" y="1168907"/>
                  </a:lnTo>
                  <a:lnTo>
                    <a:pt x="4104752" y="1168907"/>
                  </a:lnTo>
                  <a:lnTo>
                    <a:pt x="4104847" y="1168907"/>
                  </a:lnTo>
                  <a:lnTo>
                    <a:pt x="4104941" y="1168907"/>
                  </a:lnTo>
                  <a:lnTo>
                    <a:pt x="4105035" y="1168907"/>
                  </a:lnTo>
                  <a:lnTo>
                    <a:pt x="4105129" y="1168907"/>
                  </a:lnTo>
                  <a:lnTo>
                    <a:pt x="4105223" y="1168907"/>
                  </a:lnTo>
                  <a:lnTo>
                    <a:pt x="4105317" y="1168907"/>
                  </a:lnTo>
                  <a:lnTo>
                    <a:pt x="4105412" y="1168907"/>
                  </a:lnTo>
                  <a:lnTo>
                    <a:pt x="4105506" y="1168907"/>
                  </a:lnTo>
                  <a:lnTo>
                    <a:pt x="4105600" y="1168907"/>
                  </a:lnTo>
                  <a:lnTo>
                    <a:pt x="4105694" y="1168907"/>
                  </a:lnTo>
                  <a:lnTo>
                    <a:pt x="4105788" y="1168907"/>
                  </a:lnTo>
                  <a:lnTo>
                    <a:pt x="4105882" y="1168907"/>
                  </a:lnTo>
                  <a:lnTo>
                    <a:pt x="4105976" y="1168907"/>
                  </a:lnTo>
                  <a:lnTo>
                    <a:pt x="4106071" y="1168907"/>
                  </a:lnTo>
                  <a:lnTo>
                    <a:pt x="4106165" y="1168907"/>
                  </a:lnTo>
                  <a:lnTo>
                    <a:pt x="4106259" y="1168907"/>
                  </a:lnTo>
                  <a:lnTo>
                    <a:pt x="4106353" y="1168907"/>
                  </a:lnTo>
                  <a:lnTo>
                    <a:pt x="4106447" y="1168907"/>
                  </a:lnTo>
                  <a:lnTo>
                    <a:pt x="4106541" y="1168907"/>
                  </a:lnTo>
                  <a:lnTo>
                    <a:pt x="4106636" y="1168907"/>
                  </a:lnTo>
                  <a:lnTo>
                    <a:pt x="4106730" y="1168907"/>
                  </a:lnTo>
                  <a:lnTo>
                    <a:pt x="4106824" y="1168907"/>
                  </a:lnTo>
                  <a:lnTo>
                    <a:pt x="4106918" y="1168907"/>
                  </a:lnTo>
                  <a:lnTo>
                    <a:pt x="4107012" y="1168907"/>
                  </a:lnTo>
                  <a:lnTo>
                    <a:pt x="4107106" y="1168907"/>
                  </a:lnTo>
                  <a:lnTo>
                    <a:pt x="4107106" y="1163995"/>
                  </a:lnTo>
                  <a:lnTo>
                    <a:pt x="4107200" y="1163995"/>
                  </a:lnTo>
                  <a:lnTo>
                    <a:pt x="4107295" y="1163995"/>
                  </a:lnTo>
                  <a:lnTo>
                    <a:pt x="4107389" y="1163995"/>
                  </a:lnTo>
                  <a:lnTo>
                    <a:pt x="4107483" y="1163995"/>
                  </a:lnTo>
                  <a:lnTo>
                    <a:pt x="4107577" y="1163995"/>
                  </a:lnTo>
                  <a:lnTo>
                    <a:pt x="4107671" y="1163995"/>
                  </a:lnTo>
                  <a:lnTo>
                    <a:pt x="4107765" y="1163995"/>
                  </a:lnTo>
                  <a:lnTo>
                    <a:pt x="4107860" y="1163995"/>
                  </a:lnTo>
                  <a:lnTo>
                    <a:pt x="4107954" y="1163995"/>
                  </a:lnTo>
                  <a:lnTo>
                    <a:pt x="4108048" y="1163995"/>
                  </a:lnTo>
                  <a:lnTo>
                    <a:pt x="4108142" y="1163995"/>
                  </a:lnTo>
                  <a:lnTo>
                    <a:pt x="4108236" y="1163995"/>
                  </a:lnTo>
                  <a:lnTo>
                    <a:pt x="4108236" y="1159084"/>
                  </a:lnTo>
                  <a:lnTo>
                    <a:pt x="4108330" y="1159084"/>
                  </a:lnTo>
                  <a:lnTo>
                    <a:pt x="4108424" y="1159084"/>
                  </a:lnTo>
                  <a:lnTo>
                    <a:pt x="4108519" y="1159084"/>
                  </a:lnTo>
                  <a:lnTo>
                    <a:pt x="4108613" y="1159084"/>
                  </a:lnTo>
                  <a:lnTo>
                    <a:pt x="4108707" y="1159084"/>
                  </a:lnTo>
                  <a:lnTo>
                    <a:pt x="4108801" y="1159084"/>
                  </a:lnTo>
                  <a:lnTo>
                    <a:pt x="4108895" y="1159084"/>
                  </a:lnTo>
                  <a:lnTo>
                    <a:pt x="4108895" y="1154173"/>
                  </a:lnTo>
                  <a:lnTo>
                    <a:pt x="4108989" y="1154173"/>
                  </a:lnTo>
                  <a:lnTo>
                    <a:pt x="4109083" y="1154173"/>
                  </a:lnTo>
                  <a:lnTo>
                    <a:pt x="4109178" y="1154173"/>
                  </a:lnTo>
                  <a:lnTo>
                    <a:pt x="4109272" y="1154173"/>
                  </a:lnTo>
                  <a:lnTo>
                    <a:pt x="4109366" y="1154173"/>
                  </a:lnTo>
                  <a:lnTo>
                    <a:pt x="4109460" y="1154173"/>
                  </a:lnTo>
                  <a:lnTo>
                    <a:pt x="4109554" y="1154173"/>
                  </a:lnTo>
                  <a:lnTo>
                    <a:pt x="4109648" y="1154173"/>
                  </a:lnTo>
                  <a:lnTo>
                    <a:pt x="4109743" y="1154173"/>
                  </a:lnTo>
                  <a:lnTo>
                    <a:pt x="4109837" y="1154173"/>
                  </a:lnTo>
                  <a:lnTo>
                    <a:pt x="4109931" y="1154173"/>
                  </a:lnTo>
                  <a:lnTo>
                    <a:pt x="4110025" y="1154173"/>
                  </a:lnTo>
                  <a:lnTo>
                    <a:pt x="4110119" y="1154173"/>
                  </a:lnTo>
                  <a:lnTo>
                    <a:pt x="4110213" y="1154173"/>
                  </a:lnTo>
                  <a:lnTo>
                    <a:pt x="4110307" y="1154173"/>
                  </a:lnTo>
                  <a:lnTo>
                    <a:pt x="4110402" y="1154173"/>
                  </a:lnTo>
                  <a:lnTo>
                    <a:pt x="4110496" y="1154173"/>
                  </a:lnTo>
                  <a:lnTo>
                    <a:pt x="4110590" y="1154173"/>
                  </a:lnTo>
                  <a:lnTo>
                    <a:pt x="4110684" y="1154173"/>
                  </a:lnTo>
                  <a:lnTo>
                    <a:pt x="4110778" y="1154173"/>
                  </a:lnTo>
                  <a:lnTo>
                    <a:pt x="4110872" y="1154173"/>
                  </a:lnTo>
                  <a:lnTo>
                    <a:pt x="4110967" y="1154173"/>
                  </a:lnTo>
                  <a:lnTo>
                    <a:pt x="4111061" y="1154173"/>
                  </a:lnTo>
                  <a:lnTo>
                    <a:pt x="4111155" y="1154173"/>
                  </a:lnTo>
                  <a:lnTo>
                    <a:pt x="4111249" y="1154173"/>
                  </a:lnTo>
                  <a:lnTo>
                    <a:pt x="4111343" y="1154173"/>
                  </a:lnTo>
                  <a:lnTo>
                    <a:pt x="4111437" y="1154173"/>
                  </a:lnTo>
                  <a:lnTo>
                    <a:pt x="4111531" y="1154173"/>
                  </a:lnTo>
                  <a:lnTo>
                    <a:pt x="4111626" y="1154173"/>
                  </a:lnTo>
                  <a:lnTo>
                    <a:pt x="4111720" y="1154173"/>
                  </a:lnTo>
                  <a:lnTo>
                    <a:pt x="4111814" y="1154173"/>
                  </a:lnTo>
                  <a:lnTo>
                    <a:pt x="4111908" y="1154173"/>
                  </a:lnTo>
                  <a:lnTo>
                    <a:pt x="4112002" y="1154173"/>
                  </a:lnTo>
                  <a:lnTo>
                    <a:pt x="4112096" y="1154173"/>
                  </a:lnTo>
                  <a:lnTo>
                    <a:pt x="4112191" y="1154173"/>
                  </a:lnTo>
                  <a:lnTo>
                    <a:pt x="4112285" y="1154173"/>
                  </a:lnTo>
                  <a:lnTo>
                    <a:pt x="4112379" y="1154173"/>
                  </a:lnTo>
                  <a:lnTo>
                    <a:pt x="4112473" y="1154173"/>
                  </a:lnTo>
                  <a:lnTo>
                    <a:pt x="4112567" y="1154173"/>
                  </a:lnTo>
                  <a:lnTo>
                    <a:pt x="4112661" y="1154173"/>
                  </a:lnTo>
                  <a:lnTo>
                    <a:pt x="4112755" y="1154173"/>
                  </a:lnTo>
                  <a:lnTo>
                    <a:pt x="4112850" y="1154173"/>
                  </a:lnTo>
                  <a:lnTo>
                    <a:pt x="4112944" y="1154173"/>
                  </a:lnTo>
                  <a:lnTo>
                    <a:pt x="4113038" y="1154173"/>
                  </a:lnTo>
                  <a:lnTo>
                    <a:pt x="4113132" y="1154173"/>
                  </a:lnTo>
                  <a:lnTo>
                    <a:pt x="4113226" y="1154173"/>
                  </a:lnTo>
                  <a:lnTo>
                    <a:pt x="4113320" y="1154173"/>
                  </a:lnTo>
                  <a:lnTo>
                    <a:pt x="4113414" y="1154173"/>
                  </a:lnTo>
                  <a:lnTo>
                    <a:pt x="4113509" y="1154173"/>
                  </a:lnTo>
                  <a:lnTo>
                    <a:pt x="4113603" y="1154173"/>
                  </a:lnTo>
                  <a:lnTo>
                    <a:pt x="4113697" y="1154173"/>
                  </a:lnTo>
                  <a:lnTo>
                    <a:pt x="4113791" y="1154173"/>
                  </a:lnTo>
                  <a:lnTo>
                    <a:pt x="4113885" y="1154173"/>
                  </a:lnTo>
                  <a:lnTo>
                    <a:pt x="4113979" y="1154173"/>
                  </a:lnTo>
                  <a:lnTo>
                    <a:pt x="4114074" y="1154173"/>
                  </a:lnTo>
                  <a:lnTo>
                    <a:pt x="4114168" y="1154173"/>
                  </a:lnTo>
                  <a:lnTo>
                    <a:pt x="4114262" y="1154173"/>
                  </a:lnTo>
                  <a:lnTo>
                    <a:pt x="4114356" y="1154173"/>
                  </a:lnTo>
                  <a:lnTo>
                    <a:pt x="4114450" y="1154173"/>
                  </a:lnTo>
                  <a:lnTo>
                    <a:pt x="4114544" y="1154173"/>
                  </a:lnTo>
                  <a:lnTo>
                    <a:pt x="4114638" y="1154173"/>
                  </a:lnTo>
                  <a:lnTo>
                    <a:pt x="4114733" y="1154173"/>
                  </a:lnTo>
                  <a:lnTo>
                    <a:pt x="4114827" y="1154173"/>
                  </a:lnTo>
                  <a:lnTo>
                    <a:pt x="4114921" y="1154173"/>
                  </a:lnTo>
                  <a:lnTo>
                    <a:pt x="4115015" y="1154173"/>
                  </a:lnTo>
                  <a:lnTo>
                    <a:pt x="4115109" y="1154173"/>
                  </a:lnTo>
                  <a:lnTo>
                    <a:pt x="4115203" y="1154173"/>
                  </a:lnTo>
                  <a:lnTo>
                    <a:pt x="4115298" y="1154173"/>
                  </a:lnTo>
                  <a:lnTo>
                    <a:pt x="4115392" y="1154173"/>
                  </a:lnTo>
                  <a:lnTo>
                    <a:pt x="4115486" y="1154173"/>
                  </a:lnTo>
                  <a:lnTo>
                    <a:pt x="4115580" y="1154173"/>
                  </a:lnTo>
                  <a:lnTo>
                    <a:pt x="4115674" y="1154173"/>
                  </a:lnTo>
                  <a:lnTo>
                    <a:pt x="4115768" y="1154173"/>
                  </a:lnTo>
                  <a:lnTo>
                    <a:pt x="4115862" y="1154173"/>
                  </a:lnTo>
                  <a:lnTo>
                    <a:pt x="4115957" y="1154173"/>
                  </a:lnTo>
                  <a:lnTo>
                    <a:pt x="4116051" y="1154173"/>
                  </a:lnTo>
                  <a:lnTo>
                    <a:pt x="4116145" y="1154173"/>
                  </a:lnTo>
                  <a:lnTo>
                    <a:pt x="4116239" y="1154173"/>
                  </a:lnTo>
                  <a:lnTo>
                    <a:pt x="4116333" y="1154173"/>
                  </a:lnTo>
                  <a:lnTo>
                    <a:pt x="4116427" y="1154173"/>
                  </a:lnTo>
                  <a:lnTo>
                    <a:pt x="4116522" y="1154173"/>
                  </a:lnTo>
                  <a:lnTo>
                    <a:pt x="4116616" y="1154173"/>
                  </a:lnTo>
                  <a:lnTo>
                    <a:pt x="4116710" y="1154173"/>
                  </a:lnTo>
                  <a:lnTo>
                    <a:pt x="4116804" y="1154173"/>
                  </a:lnTo>
                  <a:lnTo>
                    <a:pt x="4116898" y="1154173"/>
                  </a:lnTo>
                  <a:lnTo>
                    <a:pt x="4116992" y="1154173"/>
                  </a:lnTo>
                  <a:lnTo>
                    <a:pt x="4117086" y="1154173"/>
                  </a:lnTo>
                  <a:lnTo>
                    <a:pt x="4117181" y="1154173"/>
                  </a:lnTo>
                  <a:lnTo>
                    <a:pt x="4117275" y="1154173"/>
                  </a:lnTo>
                  <a:lnTo>
                    <a:pt x="4117369" y="1154173"/>
                  </a:lnTo>
                  <a:lnTo>
                    <a:pt x="4117463" y="1154173"/>
                  </a:lnTo>
                  <a:lnTo>
                    <a:pt x="4117557" y="1154173"/>
                  </a:lnTo>
                  <a:lnTo>
                    <a:pt x="4117651" y="1154173"/>
                  </a:lnTo>
                  <a:lnTo>
                    <a:pt x="4117745" y="1154173"/>
                  </a:lnTo>
                  <a:lnTo>
                    <a:pt x="4117840" y="1154173"/>
                  </a:lnTo>
                  <a:lnTo>
                    <a:pt x="4117934" y="1154173"/>
                  </a:lnTo>
                  <a:lnTo>
                    <a:pt x="4118028" y="1154173"/>
                  </a:lnTo>
                  <a:lnTo>
                    <a:pt x="4118122" y="1154173"/>
                  </a:lnTo>
                  <a:lnTo>
                    <a:pt x="4118216" y="1154173"/>
                  </a:lnTo>
                  <a:lnTo>
                    <a:pt x="4118310" y="1154173"/>
                  </a:lnTo>
                  <a:lnTo>
                    <a:pt x="4118405" y="1154173"/>
                  </a:lnTo>
                  <a:lnTo>
                    <a:pt x="4118499" y="1154173"/>
                  </a:lnTo>
                  <a:lnTo>
                    <a:pt x="4118593" y="1154173"/>
                  </a:lnTo>
                  <a:lnTo>
                    <a:pt x="4118687" y="1154173"/>
                  </a:lnTo>
                  <a:lnTo>
                    <a:pt x="4118781" y="1154173"/>
                  </a:lnTo>
                  <a:lnTo>
                    <a:pt x="4118875" y="1154173"/>
                  </a:lnTo>
                  <a:lnTo>
                    <a:pt x="4118969" y="1154173"/>
                  </a:lnTo>
                  <a:lnTo>
                    <a:pt x="4119064" y="1154173"/>
                  </a:lnTo>
                  <a:lnTo>
                    <a:pt x="4119158" y="1154173"/>
                  </a:lnTo>
                  <a:lnTo>
                    <a:pt x="4119252" y="1154173"/>
                  </a:lnTo>
                  <a:lnTo>
                    <a:pt x="4119346" y="1154173"/>
                  </a:lnTo>
                  <a:lnTo>
                    <a:pt x="4119440" y="1154173"/>
                  </a:lnTo>
                  <a:lnTo>
                    <a:pt x="4119534" y="1154173"/>
                  </a:lnTo>
                  <a:lnTo>
                    <a:pt x="4119629" y="1154173"/>
                  </a:lnTo>
                  <a:lnTo>
                    <a:pt x="4119723" y="1154173"/>
                  </a:lnTo>
                  <a:lnTo>
                    <a:pt x="4119817" y="1154173"/>
                  </a:lnTo>
                  <a:lnTo>
                    <a:pt x="4119911" y="1154173"/>
                  </a:lnTo>
                  <a:lnTo>
                    <a:pt x="4120005" y="1154173"/>
                  </a:lnTo>
                  <a:lnTo>
                    <a:pt x="4120099" y="1154173"/>
                  </a:lnTo>
                  <a:lnTo>
                    <a:pt x="4120193" y="1154173"/>
                  </a:lnTo>
                  <a:lnTo>
                    <a:pt x="4120288" y="1154173"/>
                  </a:lnTo>
                  <a:lnTo>
                    <a:pt x="4120382" y="1154173"/>
                  </a:lnTo>
                  <a:lnTo>
                    <a:pt x="4120476" y="1154173"/>
                  </a:lnTo>
                  <a:lnTo>
                    <a:pt x="4120570" y="1154173"/>
                  </a:lnTo>
                  <a:lnTo>
                    <a:pt x="4120664" y="1154173"/>
                  </a:lnTo>
                  <a:lnTo>
                    <a:pt x="4120758" y="1154173"/>
                  </a:lnTo>
                  <a:lnTo>
                    <a:pt x="4120853" y="1154173"/>
                  </a:lnTo>
                  <a:lnTo>
                    <a:pt x="4120947" y="1154173"/>
                  </a:lnTo>
                  <a:lnTo>
                    <a:pt x="4121041" y="1154173"/>
                  </a:lnTo>
                  <a:lnTo>
                    <a:pt x="4121135" y="1154173"/>
                  </a:lnTo>
                  <a:lnTo>
                    <a:pt x="4121229" y="1154173"/>
                  </a:lnTo>
                  <a:lnTo>
                    <a:pt x="4121323" y="1154173"/>
                  </a:lnTo>
                  <a:lnTo>
                    <a:pt x="4121417" y="1154173"/>
                  </a:lnTo>
                  <a:lnTo>
                    <a:pt x="4121512" y="1154173"/>
                  </a:lnTo>
                  <a:lnTo>
                    <a:pt x="4121606" y="1154173"/>
                  </a:lnTo>
                  <a:lnTo>
                    <a:pt x="4121700" y="1154173"/>
                  </a:lnTo>
                  <a:lnTo>
                    <a:pt x="4121794" y="1154173"/>
                  </a:lnTo>
                  <a:lnTo>
                    <a:pt x="4121888" y="1154173"/>
                  </a:lnTo>
                  <a:lnTo>
                    <a:pt x="4121982" y="1154173"/>
                  </a:lnTo>
                  <a:lnTo>
                    <a:pt x="4122076" y="1154173"/>
                  </a:lnTo>
                  <a:lnTo>
                    <a:pt x="4122171" y="1154173"/>
                  </a:lnTo>
                  <a:lnTo>
                    <a:pt x="4122265" y="1154173"/>
                  </a:lnTo>
                  <a:lnTo>
                    <a:pt x="4122359" y="1154173"/>
                  </a:lnTo>
                  <a:lnTo>
                    <a:pt x="4122453" y="1154173"/>
                  </a:lnTo>
                  <a:lnTo>
                    <a:pt x="4122547" y="1154173"/>
                  </a:lnTo>
                  <a:lnTo>
                    <a:pt x="4122641" y="1154173"/>
                  </a:lnTo>
                  <a:lnTo>
                    <a:pt x="4122736" y="1154173"/>
                  </a:lnTo>
                  <a:lnTo>
                    <a:pt x="4122830" y="1154173"/>
                  </a:lnTo>
                  <a:lnTo>
                    <a:pt x="4122924" y="1154173"/>
                  </a:lnTo>
                  <a:lnTo>
                    <a:pt x="4123018" y="1154173"/>
                  </a:lnTo>
                  <a:lnTo>
                    <a:pt x="4123112" y="1154173"/>
                  </a:lnTo>
                  <a:lnTo>
                    <a:pt x="4123206" y="1154173"/>
                  </a:lnTo>
                  <a:lnTo>
                    <a:pt x="4123300" y="1154173"/>
                  </a:lnTo>
                  <a:lnTo>
                    <a:pt x="4123395" y="1154173"/>
                  </a:lnTo>
                  <a:lnTo>
                    <a:pt x="4123489" y="1154173"/>
                  </a:lnTo>
                  <a:lnTo>
                    <a:pt x="4123583" y="1154173"/>
                  </a:lnTo>
                  <a:lnTo>
                    <a:pt x="4123677" y="1154173"/>
                  </a:lnTo>
                  <a:lnTo>
                    <a:pt x="4123771" y="1154173"/>
                  </a:lnTo>
                  <a:lnTo>
                    <a:pt x="4123865" y="1154173"/>
                  </a:lnTo>
                  <a:lnTo>
                    <a:pt x="4123960" y="1154173"/>
                  </a:lnTo>
                  <a:lnTo>
                    <a:pt x="4124054" y="1154173"/>
                  </a:lnTo>
                  <a:lnTo>
                    <a:pt x="4124148" y="1154173"/>
                  </a:lnTo>
                  <a:lnTo>
                    <a:pt x="4124242" y="1154173"/>
                  </a:lnTo>
                  <a:lnTo>
                    <a:pt x="4124336" y="1154173"/>
                  </a:lnTo>
                  <a:lnTo>
                    <a:pt x="4124430" y="1154173"/>
                  </a:lnTo>
                  <a:lnTo>
                    <a:pt x="4124524" y="1154173"/>
                  </a:lnTo>
                  <a:lnTo>
                    <a:pt x="4124619" y="1154173"/>
                  </a:lnTo>
                  <a:lnTo>
                    <a:pt x="4124713" y="1154173"/>
                  </a:lnTo>
                  <a:lnTo>
                    <a:pt x="4124807" y="1154173"/>
                  </a:lnTo>
                  <a:lnTo>
                    <a:pt x="4124901" y="1154173"/>
                  </a:lnTo>
                  <a:lnTo>
                    <a:pt x="4124995" y="1154173"/>
                  </a:lnTo>
                  <a:lnTo>
                    <a:pt x="4125089" y="1154173"/>
                  </a:lnTo>
                  <a:lnTo>
                    <a:pt x="4125184" y="1154173"/>
                  </a:lnTo>
                  <a:lnTo>
                    <a:pt x="4125278" y="1154173"/>
                  </a:lnTo>
                  <a:lnTo>
                    <a:pt x="4125372" y="1154173"/>
                  </a:lnTo>
                  <a:lnTo>
                    <a:pt x="4125372" y="1149261"/>
                  </a:lnTo>
                  <a:lnTo>
                    <a:pt x="4125466" y="1149261"/>
                  </a:lnTo>
                  <a:lnTo>
                    <a:pt x="4125560" y="1149261"/>
                  </a:lnTo>
                  <a:lnTo>
                    <a:pt x="4125654" y="1149261"/>
                  </a:lnTo>
                  <a:lnTo>
                    <a:pt x="4125748" y="1149261"/>
                  </a:lnTo>
                  <a:lnTo>
                    <a:pt x="4125843" y="1149261"/>
                  </a:lnTo>
                  <a:lnTo>
                    <a:pt x="4125937" y="1149261"/>
                  </a:lnTo>
                  <a:lnTo>
                    <a:pt x="4126031" y="1149261"/>
                  </a:lnTo>
                  <a:lnTo>
                    <a:pt x="4126125" y="1149261"/>
                  </a:lnTo>
                  <a:lnTo>
                    <a:pt x="4126219" y="1149261"/>
                  </a:lnTo>
                  <a:lnTo>
                    <a:pt x="4126313" y="1149261"/>
                  </a:lnTo>
                  <a:lnTo>
                    <a:pt x="4126407" y="1149261"/>
                  </a:lnTo>
                  <a:lnTo>
                    <a:pt x="4126502" y="1149261"/>
                  </a:lnTo>
                  <a:lnTo>
                    <a:pt x="4126596" y="1149261"/>
                  </a:lnTo>
                  <a:lnTo>
                    <a:pt x="4126690" y="1149261"/>
                  </a:lnTo>
                  <a:lnTo>
                    <a:pt x="4126784" y="1149261"/>
                  </a:lnTo>
                  <a:lnTo>
                    <a:pt x="4126878" y="1149261"/>
                  </a:lnTo>
                  <a:lnTo>
                    <a:pt x="4126972" y="1149261"/>
                  </a:lnTo>
                  <a:lnTo>
                    <a:pt x="4127067" y="1149261"/>
                  </a:lnTo>
                  <a:lnTo>
                    <a:pt x="4127161" y="1149261"/>
                  </a:lnTo>
                  <a:lnTo>
                    <a:pt x="4127255" y="1149261"/>
                  </a:lnTo>
                  <a:lnTo>
                    <a:pt x="4127349" y="1149261"/>
                  </a:lnTo>
                  <a:lnTo>
                    <a:pt x="4127443" y="1149261"/>
                  </a:lnTo>
                  <a:lnTo>
                    <a:pt x="4127537" y="1149261"/>
                  </a:lnTo>
                  <a:lnTo>
                    <a:pt x="4127631" y="1149261"/>
                  </a:lnTo>
                  <a:lnTo>
                    <a:pt x="4127726" y="1149261"/>
                  </a:lnTo>
                  <a:lnTo>
                    <a:pt x="4127820" y="1149261"/>
                  </a:lnTo>
                  <a:lnTo>
                    <a:pt x="4127914" y="1149261"/>
                  </a:lnTo>
                  <a:lnTo>
                    <a:pt x="4128008" y="1149261"/>
                  </a:lnTo>
                  <a:lnTo>
                    <a:pt x="4128102" y="1149261"/>
                  </a:lnTo>
                  <a:lnTo>
                    <a:pt x="4128196" y="1149261"/>
                  </a:lnTo>
                  <a:lnTo>
                    <a:pt x="4128291" y="1149261"/>
                  </a:lnTo>
                  <a:lnTo>
                    <a:pt x="4128385" y="1149261"/>
                  </a:lnTo>
                  <a:lnTo>
                    <a:pt x="4128479" y="1149261"/>
                  </a:lnTo>
                  <a:lnTo>
                    <a:pt x="4128573" y="1149261"/>
                  </a:lnTo>
                  <a:lnTo>
                    <a:pt x="4128667" y="1149261"/>
                  </a:lnTo>
                  <a:lnTo>
                    <a:pt x="4128761" y="1149261"/>
                  </a:lnTo>
                  <a:lnTo>
                    <a:pt x="4128855" y="1149261"/>
                  </a:lnTo>
                  <a:lnTo>
                    <a:pt x="4128950" y="1149261"/>
                  </a:lnTo>
                  <a:lnTo>
                    <a:pt x="4129044" y="1149261"/>
                  </a:lnTo>
                  <a:lnTo>
                    <a:pt x="4129138" y="1149261"/>
                  </a:lnTo>
                  <a:lnTo>
                    <a:pt x="4129232" y="1149261"/>
                  </a:lnTo>
                  <a:lnTo>
                    <a:pt x="4129326" y="1149261"/>
                  </a:lnTo>
                  <a:lnTo>
                    <a:pt x="4129420" y="1149261"/>
                  </a:lnTo>
                  <a:lnTo>
                    <a:pt x="4129515" y="1149261"/>
                  </a:lnTo>
                  <a:lnTo>
                    <a:pt x="4129609" y="1149261"/>
                  </a:lnTo>
                  <a:lnTo>
                    <a:pt x="4129703" y="1149261"/>
                  </a:lnTo>
                  <a:lnTo>
                    <a:pt x="4129797" y="1149261"/>
                  </a:lnTo>
                  <a:lnTo>
                    <a:pt x="4129891" y="1149261"/>
                  </a:lnTo>
                  <a:lnTo>
                    <a:pt x="4129985" y="1149261"/>
                  </a:lnTo>
                  <a:lnTo>
                    <a:pt x="4130079" y="1149261"/>
                  </a:lnTo>
                  <a:lnTo>
                    <a:pt x="4130174" y="1149261"/>
                  </a:lnTo>
                  <a:lnTo>
                    <a:pt x="4130268" y="1149261"/>
                  </a:lnTo>
                  <a:lnTo>
                    <a:pt x="4130362" y="1149261"/>
                  </a:lnTo>
                  <a:lnTo>
                    <a:pt x="4130456" y="1149261"/>
                  </a:lnTo>
                  <a:lnTo>
                    <a:pt x="4130550" y="1149261"/>
                  </a:lnTo>
                  <a:lnTo>
                    <a:pt x="4130644" y="1149261"/>
                  </a:lnTo>
                  <a:lnTo>
                    <a:pt x="4130738" y="1149261"/>
                  </a:lnTo>
                  <a:lnTo>
                    <a:pt x="4130833" y="1149261"/>
                  </a:lnTo>
                  <a:lnTo>
                    <a:pt x="4130927" y="1149261"/>
                  </a:lnTo>
                  <a:lnTo>
                    <a:pt x="4131021" y="1149261"/>
                  </a:lnTo>
                  <a:lnTo>
                    <a:pt x="4131115" y="1149261"/>
                  </a:lnTo>
                  <a:lnTo>
                    <a:pt x="4131209" y="1149261"/>
                  </a:lnTo>
                  <a:lnTo>
                    <a:pt x="4131303" y="1149261"/>
                  </a:lnTo>
                  <a:lnTo>
                    <a:pt x="4131398" y="1149261"/>
                  </a:lnTo>
                  <a:lnTo>
                    <a:pt x="4131492" y="1149261"/>
                  </a:lnTo>
                  <a:lnTo>
                    <a:pt x="4131586" y="1149261"/>
                  </a:lnTo>
                  <a:lnTo>
                    <a:pt x="4131680" y="1149261"/>
                  </a:lnTo>
                  <a:lnTo>
                    <a:pt x="4131774" y="1149261"/>
                  </a:lnTo>
                  <a:lnTo>
                    <a:pt x="4131868" y="1149261"/>
                  </a:lnTo>
                  <a:lnTo>
                    <a:pt x="4131962" y="1149261"/>
                  </a:lnTo>
                  <a:lnTo>
                    <a:pt x="4132057" y="1149261"/>
                  </a:lnTo>
                  <a:lnTo>
                    <a:pt x="4132151" y="1149261"/>
                  </a:lnTo>
                  <a:lnTo>
                    <a:pt x="4132245" y="1149261"/>
                  </a:lnTo>
                  <a:lnTo>
                    <a:pt x="4132339" y="1149261"/>
                  </a:lnTo>
                  <a:lnTo>
                    <a:pt x="4132433" y="1149261"/>
                  </a:lnTo>
                  <a:lnTo>
                    <a:pt x="4132527" y="1149261"/>
                  </a:lnTo>
                  <a:lnTo>
                    <a:pt x="4132622" y="1149261"/>
                  </a:lnTo>
                  <a:lnTo>
                    <a:pt x="4132716" y="1149261"/>
                  </a:lnTo>
                  <a:lnTo>
                    <a:pt x="4132810" y="1149261"/>
                  </a:lnTo>
                  <a:lnTo>
                    <a:pt x="4132904" y="1149261"/>
                  </a:lnTo>
                  <a:lnTo>
                    <a:pt x="4132998" y="1149261"/>
                  </a:lnTo>
                  <a:lnTo>
                    <a:pt x="4133092" y="1149261"/>
                  </a:lnTo>
                  <a:lnTo>
                    <a:pt x="4133186" y="1149261"/>
                  </a:lnTo>
                  <a:lnTo>
                    <a:pt x="4133281" y="1149261"/>
                  </a:lnTo>
                  <a:lnTo>
                    <a:pt x="4133375" y="1149261"/>
                  </a:lnTo>
                  <a:lnTo>
                    <a:pt x="4133469" y="1149261"/>
                  </a:lnTo>
                  <a:lnTo>
                    <a:pt x="4133563" y="1149261"/>
                  </a:lnTo>
                  <a:lnTo>
                    <a:pt x="4133657" y="1149261"/>
                  </a:lnTo>
                  <a:lnTo>
                    <a:pt x="4133751" y="1149261"/>
                  </a:lnTo>
                  <a:lnTo>
                    <a:pt x="4133846" y="1149261"/>
                  </a:lnTo>
                  <a:lnTo>
                    <a:pt x="4133940" y="1149261"/>
                  </a:lnTo>
                  <a:lnTo>
                    <a:pt x="4134034" y="1149261"/>
                  </a:lnTo>
                  <a:lnTo>
                    <a:pt x="4134128" y="1149261"/>
                  </a:lnTo>
                  <a:lnTo>
                    <a:pt x="4134222" y="1149261"/>
                  </a:lnTo>
                  <a:lnTo>
                    <a:pt x="4134316" y="1149261"/>
                  </a:lnTo>
                  <a:lnTo>
                    <a:pt x="4134410" y="1149261"/>
                  </a:lnTo>
                  <a:lnTo>
                    <a:pt x="4134505" y="1149261"/>
                  </a:lnTo>
                  <a:lnTo>
                    <a:pt x="4134599" y="1149261"/>
                  </a:lnTo>
                  <a:lnTo>
                    <a:pt x="4134693" y="1149261"/>
                  </a:lnTo>
                  <a:lnTo>
                    <a:pt x="4134787" y="1149261"/>
                  </a:lnTo>
                  <a:lnTo>
                    <a:pt x="4134881" y="1149261"/>
                  </a:lnTo>
                  <a:lnTo>
                    <a:pt x="4134975" y="1149261"/>
                  </a:lnTo>
                  <a:lnTo>
                    <a:pt x="4135069" y="1149261"/>
                  </a:lnTo>
                  <a:lnTo>
                    <a:pt x="4135164" y="1149261"/>
                  </a:lnTo>
                  <a:lnTo>
                    <a:pt x="4135258" y="1149261"/>
                  </a:lnTo>
                  <a:lnTo>
                    <a:pt x="4135352" y="1149261"/>
                  </a:lnTo>
                  <a:lnTo>
                    <a:pt x="4135446" y="1149261"/>
                  </a:lnTo>
                  <a:lnTo>
                    <a:pt x="4135540" y="1149261"/>
                  </a:lnTo>
                  <a:lnTo>
                    <a:pt x="4135634" y="1149261"/>
                  </a:lnTo>
                  <a:lnTo>
                    <a:pt x="4135729" y="1149261"/>
                  </a:lnTo>
                  <a:lnTo>
                    <a:pt x="4135823" y="1149261"/>
                  </a:lnTo>
                  <a:lnTo>
                    <a:pt x="4135917" y="1149261"/>
                  </a:lnTo>
                  <a:lnTo>
                    <a:pt x="4136011" y="1149261"/>
                  </a:lnTo>
                  <a:lnTo>
                    <a:pt x="4136105" y="1149261"/>
                  </a:lnTo>
                  <a:lnTo>
                    <a:pt x="4136199" y="1149261"/>
                  </a:lnTo>
                  <a:lnTo>
                    <a:pt x="4136293" y="1149261"/>
                  </a:lnTo>
                  <a:lnTo>
                    <a:pt x="4136388" y="1149261"/>
                  </a:lnTo>
                  <a:lnTo>
                    <a:pt x="4136482" y="1149261"/>
                  </a:lnTo>
                  <a:lnTo>
                    <a:pt x="4136576" y="1149261"/>
                  </a:lnTo>
                  <a:lnTo>
                    <a:pt x="4136670" y="1149261"/>
                  </a:lnTo>
                  <a:lnTo>
                    <a:pt x="4136764" y="1149261"/>
                  </a:lnTo>
                  <a:lnTo>
                    <a:pt x="4136858" y="1149261"/>
                  </a:lnTo>
                  <a:lnTo>
                    <a:pt x="4136953" y="1149261"/>
                  </a:lnTo>
                  <a:lnTo>
                    <a:pt x="4137047" y="1149261"/>
                  </a:lnTo>
                  <a:lnTo>
                    <a:pt x="4137141" y="1149261"/>
                  </a:lnTo>
                  <a:lnTo>
                    <a:pt x="4137235" y="1149261"/>
                  </a:lnTo>
                  <a:lnTo>
                    <a:pt x="4137329" y="1149261"/>
                  </a:lnTo>
                  <a:lnTo>
                    <a:pt x="4137423" y="1149261"/>
                  </a:lnTo>
                  <a:lnTo>
                    <a:pt x="4137517" y="1149261"/>
                  </a:lnTo>
                  <a:lnTo>
                    <a:pt x="4137612" y="1149261"/>
                  </a:lnTo>
                  <a:lnTo>
                    <a:pt x="4137706" y="1149261"/>
                  </a:lnTo>
                  <a:lnTo>
                    <a:pt x="4137800" y="1149261"/>
                  </a:lnTo>
                  <a:lnTo>
                    <a:pt x="4137894" y="1149261"/>
                  </a:lnTo>
                  <a:lnTo>
                    <a:pt x="4137988" y="1149261"/>
                  </a:lnTo>
                  <a:lnTo>
                    <a:pt x="4138082" y="1149261"/>
                  </a:lnTo>
                  <a:lnTo>
                    <a:pt x="4138177" y="1149261"/>
                  </a:lnTo>
                  <a:lnTo>
                    <a:pt x="4138271" y="1149261"/>
                  </a:lnTo>
                  <a:lnTo>
                    <a:pt x="4138365" y="1149261"/>
                  </a:lnTo>
                  <a:lnTo>
                    <a:pt x="4138459" y="1149261"/>
                  </a:lnTo>
                  <a:lnTo>
                    <a:pt x="4138553" y="1149261"/>
                  </a:lnTo>
                  <a:lnTo>
                    <a:pt x="4138647" y="1149261"/>
                  </a:lnTo>
                  <a:lnTo>
                    <a:pt x="4138741" y="1149261"/>
                  </a:lnTo>
                  <a:lnTo>
                    <a:pt x="4138836" y="1149261"/>
                  </a:lnTo>
                  <a:lnTo>
                    <a:pt x="4138930" y="1149261"/>
                  </a:lnTo>
                  <a:lnTo>
                    <a:pt x="4138930" y="1144350"/>
                  </a:lnTo>
                  <a:lnTo>
                    <a:pt x="4139024" y="1144350"/>
                  </a:lnTo>
                  <a:lnTo>
                    <a:pt x="4139118" y="1144350"/>
                  </a:lnTo>
                  <a:lnTo>
                    <a:pt x="4139212" y="1144350"/>
                  </a:lnTo>
                  <a:lnTo>
                    <a:pt x="4139306" y="1144350"/>
                  </a:lnTo>
                  <a:lnTo>
                    <a:pt x="4139400" y="1144350"/>
                  </a:lnTo>
                  <a:lnTo>
                    <a:pt x="4139495" y="1144350"/>
                  </a:lnTo>
                  <a:lnTo>
                    <a:pt x="4139589" y="1144350"/>
                  </a:lnTo>
                  <a:lnTo>
                    <a:pt x="4139683" y="1144350"/>
                  </a:lnTo>
                  <a:lnTo>
                    <a:pt x="4139777" y="1144350"/>
                  </a:lnTo>
                  <a:lnTo>
                    <a:pt x="4139871" y="1144350"/>
                  </a:lnTo>
                  <a:lnTo>
                    <a:pt x="4139965" y="1144350"/>
                  </a:lnTo>
                  <a:lnTo>
                    <a:pt x="4140060" y="1144350"/>
                  </a:lnTo>
                  <a:lnTo>
                    <a:pt x="4140154" y="1144350"/>
                  </a:lnTo>
                  <a:lnTo>
                    <a:pt x="4140248" y="1144350"/>
                  </a:lnTo>
                  <a:lnTo>
                    <a:pt x="4140342" y="1144350"/>
                  </a:lnTo>
                  <a:lnTo>
                    <a:pt x="4140436" y="1144350"/>
                  </a:lnTo>
                  <a:lnTo>
                    <a:pt x="4140530" y="1144350"/>
                  </a:lnTo>
                  <a:lnTo>
                    <a:pt x="4140624" y="1144350"/>
                  </a:lnTo>
                  <a:lnTo>
                    <a:pt x="4140719" y="1144350"/>
                  </a:lnTo>
                  <a:lnTo>
                    <a:pt x="4140719" y="1139438"/>
                  </a:lnTo>
                  <a:lnTo>
                    <a:pt x="4140813" y="1139438"/>
                  </a:lnTo>
                  <a:lnTo>
                    <a:pt x="4140907" y="1139438"/>
                  </a:lnTo>
                  <a:lnTo>
                    <a:pt x="4141001" y="1139438"/>
                  </a:lnTo>
                  <a:lnTo>
                    <a:pt x="4141095" y="1139438"/>
                  </a:lnTo>
                  <a:lnTo>
                    <a:pt x="4141189" y="1139438"/>
                  </a:lnTo>
                  <a:lnTo>
                    <a:pt x="4141284" y="1139438"/>
                  </a:lnTo>
                  <a:lnTo>
                    <a:pt x="4141378" y="1139438"/>
                  </a:lnTo>
                  <a:lnTo>
                    <a:pt x="4141472" y="1139438"/>
                  </a:lnTo>
                  <a:lnTo>
                    <a:pt x="4141566" y="1139438"/>
                  </a:lnTo>
                  <a:lnTo>
                    <a:pt x="4141566" y="1134527"/>
                  </a:lnTo>
                  <a:lnTo>
                    <a:pt x="4141660" y="1134527"/>
                  </a:lnTo>
                  <a:lnTo>
                    <a:pt x="4141754" y="1134527"/>
                  </a:lnTo>
                  <a:lnTo>
                    <a:pt x="4141848" y="1134527"/>
                  </a:lnTo>
                  <a:lnTo>
                    <a:pt x="4141943" y="1134527"/>
                  </a:lnTo>
                  <a:lnTo>
                    <a:pt x="4142037" y="1134527"/>
                  </a:lnTo>
                  <a:lnTo>
                    <a:pt x="4142131" y="1134527"/>
                  </a:lnTo>
                  <a:lnTo>
                    <a:pt x="4142225" y="1134527"/>
                  </a:lnTo>
                  <a:lnTo>
                    <a:pt x="4142319" y="1134527"/>
                  </a:lnTo>
                  <a:lnTo>
                    <a:pt x="4142413" y="1134527"/>
                  </a:lnTo>
                  <a:lnTo>
                    <a:pt x="4142508" y="1134527"/>
                  </a:lnTo>
                  <a:lnTo>
                    <a:pt x="4142602" y="1134527"/>
                  </a:lnTo>
                  <a:lnTo>
                    <a:pt x="4142696" y="1134527"/>
                  </a:lnTo>
                  <a:lnTo>
                    <a:pt x="4142790" y="1134527"/>
                  </a:lnTo>
                  <a:lnTo>
                    <a:pt x="4142884" y="1134527"/>
                  </a:lnTo>
                  <a:lnTo>
                    <a:pt x="4142978" y="1134527"/>
                  </a:lnTo>
                  <a:lnTo>
                    <a:pt x="4142978" y="1129616"/>
                  </a:lnTo>
                  <a:lnTo>
                    <a:pt x="4143072" y="1129616"/>
                  </a:lnTo>
                  <a:lnTo>
                    <a:pt x="4143167" y="1129616"/>
                  </a:lnTo>
                  <a:lnTo>
                    <a:pt x="4143261" y="1129616"/>
                  </a:lnTo>
                  <a:lnTo>
                    <a:pt x="4143355" y="1129616"/>
                  </a:lnTo>
                  <a:lnTo>
                    <a:pt x="4143449" y="1129616"/>
                  </a:lnTo>
                  <a:lnTo>
                    <a:pt x="4143543" y="1129616"/>
                  </a:lnTo>
                  <a:lnTo>
                    <a:pt x="4143637" y="1129616"/>
                  </a:lnTo>
                  <a:lnTo>
                    <a:pt x="4143731" y="1129616"/>
                  </a:lnTo>
                  <a:lnTo>
                    <a:pt x="4143826" y="1129616"/>
                  </a:lnTo>
                  <a:lnTo>
                    <a:pt x="4143920" y="1129616"/>
                  </a:lnTo>
                  <a:lnTo>
                    <a:pt x="4143920" y="1124704"/>
                  </a:lnTo>
                  <a:lnTo>
                    <a:pt x="4144014" y="1124704"/>
                  </a:lnTo>
                  <a:lnTo>
                    <a:pt x="4144108" y="1124704"/>
                  </a:lnTo>
                  <a:lnTo>
                    <a:pt x="4144202" y="1124704"/>
                  </a:lnTo>
                  <a:lnTo>
                    <a:pt x="4144296" y="1124704"/>
                  </a:lnTo>
                  <a:lnTo>
                    <a:pt x="4144391" y="1124704"/>
                  </a:lnTo>
                  <a:lnTo>
                    <a:pt x="4144485" y="1124704"/>
                  </a:lnTo>
                  <a:lnTo>
                    <a:pt x="4144579" y="1124704"/>
                  </a:lnTo>
                  <a:lnTo>
                    <a:pt x="4144673" y="1124704"/>
                  </a:lnTo>
                  <a:lnTo>
                    <a:pt x="4144767" y="1124704"/>
                  </a:lnTo>
                  <a:lnTo>
                    <a:pt x="4144861" y="1124704"/>
                  </a:lnTo>
                  <a:lnTo>
                    <a:pt x="4144955" y="1124704"/>
                  </a:lnTo>
                  <a:lnTo>
                    <a:pt x="4145050" y="1124704"/>
                  </a:lnTo>
                  <a:lnTo>
                    <a:pt x="4145144" y="1124704"/>
                  </a:lnTo>
                  <a:lnTo>
                    <a:pt x="4145238" y="1124704"/>
                  </a:lnTo>
                  <a:lnTo>
                    <a:pt x="4145332" y="1124704"/>
                  </a:lnTo>
                  <a:lnTo>
                    <a:pt x="4145426" y="1124704"/>
                  </a:lnTo>
                  <a:lnTo>
                    <a:pt x="4145520" y="1124704"/>
                  </a:lnTo>
                  <a:lnTo>
                    <a:pt x="4145615" y="1124704"/>
                  </a:lnTo>
                  <a:lnTo>
                    <a:pt x="4145709" y="1124704"/>
                  </a:lnTo>
                  <a:lnTo>
                    <a:pt x="4145803" y="1124704"/>
                  </a:lnTo>
                  <a:lnTo>
                    <a:pt x="4145897" y="1124704"/>
                  </a:lnTo>
                  <a:lnTo>
                    <a:pt x="4145991" y="1124704"/>
                  </a:lnTo>
                  <a:lnTo>
                    <a:pt x="4146085" y="1124704"/>
                  </a:lnTo>
                  <a:lnTo>
                    <a:pt x="4146179" y="1124704"/>
                  </a:lnTo>
                  <a:lnTo>
                    <a:pt x="4146274" y="1124704"/>
                  </a:lnTo>
                  <a:lnTo>
                    <a:pt x="4146368" y="1124704"/>
                  </a:lnTo>
                  <a:lnTo>
                    <a:pt x="4146462" y="1124704"/>
                  </a:lnTo>
                  <a:lnTo>
                    <a:pt x="4146556" y="1124704"/>
                  </a:lnTo>
                  <a:lnTo>
                    <a:pt x="4146650" y="1124704"/>
                  </a:lnTo>
                  <a:lnTo>
                    <a:pt x="4146744" y="1124704"/>
                  </a:lnTo>
                  <a:lnTo>
                    <a:pt x="4146839" y="1124704"/>
                  </a:lnTo>
                  <a:lnTo>
                    <a:pt x="4146933" y="1124704"/>
                  </a:lnTo>
                  <a:lnTo>
                    <a:pt x="4147027" y="1124704"/>
                  </a:lnTo>
                  <a:lnTo>
                    <a:pt x="4147121" y="1124704"/>
                  </a:lnTo>
                  <a:lnTo>
                    <a:pt x="4147215" y="1124704"/>
                  </a:lnTo>
                  <a:lnTo>
                    <a:pt x="4147309" y="1124704"/>
                  </a:lnTo>
                  <a:lnTo>
                    <a:pt x="4147403" y="1124704"/>
                  </a:lnTo>
                  <a:lnTo>
                    <a:pt x="4147498" y="1124704"/>
                  </a:lnTo>
                  <a:lnTo>
                    <a:pt x="4147592" y="1124704"/>
                  </a:lnTo>
                  <a:lnTo>
                    <a:pt x="4147686" y="1124704"/>
                  </a:lnTo>
                  <a:lnTo>
                    <a:pt x="4147780" y="1124704"/>
                  </a:lnTo>
                  <a:lnTo>
                    <a:pt x="4147874" y="1124704"/>
                  </a:lnTo>
                  <a:lnTo>
                    <a:pt x="4147968" y="1124704"/>
                  </a:lnTo>
                  <a:lnTo>
                    <a:pt x="4147968" y="1119793"/>
                  </a:lnTo>
                  <a:lnTo>
                    <a:pt x="4148062" y="1119793"/>
                  </a:lnTo>
                  <a:lnTo>
                    <a:pt x="4148157" y="1119793"/>
                  </a:lnTo>
                  <a:lnTo>
                    <a:pt x="4148251" y="1119793"/>
                  </a:lnTo>
                  <a:lnTo>
                    <a:pt x="4148345" y="1119793"/>
                  </a:lnTo>
                  <a:lnTo>
                    <a:pt x="4148439" y="1119793"/>
                  </a:lnTo>
                  <a:lnTo>
                    <a:pt x="4148533" y="1119793"/>
                  </a:lnTo>
                  <a:lnTo>
                    <a:pt x="4148627" y="1119793"/>
                  </a:lnTo>
                  <a:lnTo>
                    <a:pt x="4148722" y="1119793"/>
                  </a:lnTo>
                  <a:lnTo>
                    <a:pt x="4148816" y="1119793"/>
                  </a:lnTo>
                  <a:lnTo>
                    <a:pt x="4148910" y="1119793"/>
                  </a:lnTo>
                  <a:lnTo>
                    <a:pt x="4149004" y="1119793"/>
                  </a:lnTo>
                  <a:lnTo>
                    <a:pt x="4149098" y="1119793"/>
                  </a:lnTo>
                  <a:lnTo>
                    <a:pt x="4149192" y="1119793"/>
                  </a:lnTo>
                  <a:lnTo>
                    <a:pt x="4149286" y="1119793"/>
                  </a:lnTo>
                  <a:lnTo>
                    <a:pt x="4149381" y="1119793"/>
                  </a:lnTo>
                  <a:lnTo>
                    <a:pt x="4149475" y="1119793"/>
                  </a:lnTo>
                  <a:lnTo>
                    <a:pt x="4149569" y="1119793"/>
                  </a:lnTo>
                  <a:lnTo>
                    <a:pt x="4149663" y="1119793"/>
                  </a:lnTo>
                  <a:lnTo>
                    <a:pt x="4149757" y="1119793"/>
                  </a:lnTo>
                  <a:lnTo>
                    <a:pt x="4149851" y="1119793"/>
                  </a:lnTo>
                  <a:lnTo>
                    <a:pt x="4149946" y="1119793"/>
                  </a:lnTo>
                  <a:lnTo>
                    <a:pt x="4150040" y="1119793"/>
                  </a:lnTo>
                  <a:lnTo>
                    <a:pt x="4150134" y="1119793"/>
                  </a:lnTo>
                  <a:lnTo>
                    <a:pt x="4150228" y="1119793"/>
                  </a:lnTo>
                  <a:lnTo>
                    <a:pt x="4150322" y="1119793"/>
                  </a:lnTo>
                  <a:lnTo>
                    <a:pt x="4150416" y="1119793"/>
                  </a:lnTo>
                  <a:lnTo>
                    <a:pt x="4150510" y="1119793"/>
                  </a:lnTo>
                  <a:lnTo>
                    <a:pt x="4150605" y="1119793"/>
                  </a:lnTo>
                  <a:lnTo>
                    <a:pt x="4150699" y="1119793"/>
                  </a:lnTo>
                  <a:lnTo>
                    <a:pt x="4150793" y="1119793"/>
                  </a:lnTo>
                  <a:lnTo>
                    <a:pt x="4150887" y="1119793"/>
                  </a:lnTo>
                  <a:lnTo>
                    <a:pt x="4150981" y="1119793"/>
                  </a:lnTo>
                  <a:lnTo>
                    <a:pt x="4151075" y="1119793"/>
                  </a:lnTo>
                  <a:lnTo>
                    <a:pt x="4151170" y="1119793"/>
                  </a:lnTo>
                  <a:lnTo>
                    <a:pt x="4151264" y="1119793"/>
                  </a:lnTo>
                  <a:lnTo>
                    <a:pt x="4151358" y="1119793"/>
                  </a:lnTo>
                  <a:lnTo>
                    <a:pt x="4151452" y="1119793"/>
                  </a:lnTo>
                  <a:lnTo>
                    <a:pt x="4151546" y="1119793"/>
                  </a:lnTo>
                  <a:lnTo>
                    <a:pt x="4151640" y="1119793"/>
                  </a:lnTo>
                  <a:lnTo>
                    <a:pt x="4151640" y="1114882"/>
                  </a:lnTo>
                  <a:lnTo>
                    <a:pt x="4151734" y="1114882"/>
                  </a:lnTo>
                  <a:lnTo>
                    <a:pt x="4151829" y="1114882"/>
                  </a:lnTo>
                  <a:lnTo>
                    <a:pt x="4151923" y="1114882"/>
                  </a:lnTo>
                  <a:lnTo>
                    <a:pt x="4152017" y="1114882"/>
                  </a:lnTo>
                  <a:lnTo>
                    <a:pt x="4152111" y="1114882"/>
                  </a:lnTo>
                  <a:lnTo>
                    <a:pt x="4152205" y="1114882"/>
                  </a:lnTo>
                  <a:lnTo>
                    <a:pt x="4152299" y="1114882"/>
                  </a:lnTo>
                  <a:lnTo>
                    <a:pt x="4152393" y="1114882"/>
                  </a:lnTo>
                  <a:lnTo>
                    <a:pt x="4152488" y="1114882"/>
                  </a:lnTo>
                  <a:lnTo>
                    <a:pt x="4152582" y="1114882"/>
                  </a:lnTo>
                  <a:lnTo>
                    <a:pt x="4152676" y="1114882"/>
                  </a:lnTo>
                  <a:lnTo>
                    <a:pt x="4152770" y="1114882"/>
                  </a:lnTo>
                  <a:lnTo>
                    <a:pt x="4152864" y="1114882"/>
                  </a:lnTo>
                  <a:lnTo>
                    <a:pt x="4152958" y="1114882"/>
                  </a:lnTo>
                  <a:lnTo>
                    <a:pt x="4153053" y="1114882"/>
                  </a:lnTo>
                  <a:lnTo>
                    <a:pt x="4153147" y="1114882"/>
                  </a:lnTo>
                  <a:lnTo>
                    <a:pt x="4153241" y="1114882"/>
                  </a:lnTo>
                  <a:lnTo>
                    <a:pt x="4153241" y="1109970"/>
                  </a:lnTo>
                  <a:lnTo>
                    <a:pt x="4153335" y="1109970"/>
                  </a:lnTo>
                  <a:lnTo>
                    <a:pt x="4153429" y="1109970"/>
                  </a:lnTo>
                  <a:lnTo>
                    <a:pt x="4153523" y="1109970"/>
                  </a:lnTo>
                  <a:lnTo>
                    <a:pt x="4153617" y="1109970"/>
                  </a:lnTo>
                  <a:lnTo>
                    <a:pt x="4153712" y="1109970"/>
                  </a:lnTo>
                  <a:lnTo>
                    <a:pt x="4153806" y="1109970"/>
                  </a:lnTo>
                  <a:lnTo>
                    <a:pt x="4153900" y="1109970"/>
                  </a:lnTo>
                  <a:lnTo>
                    <a:pt x="4153994" y="1109970"/>
                  </a:lnTo>
                  <a:lnTo>
                    <a:pt x="4154088" y="1109970"/>
                  </a:lnTo>
                  <a:lnTo>
                    <a:pt x="4154182" y="1109970"/>
                  </a:lnTo>
                  <a:lnTo>
                    <a:pt x="4154277" y="1109970"/>
                  </a:lnTo>
                  <a:lnTo>
                    <a:pt x="4154371" y="1109970"/>
                  </a:lnTo>
                  <a:lnTo>
                    <a:pt x="4154465" y="1109970"/>
                  </a:lnTo>
                  <a:lnTo>
                    <a:pt x="4154559" y="1109970"/>
                  </a:lnTo>
                  <a:lnTo>
                    <a:pt x="4154653" y="1109970"/>
                  </a:lnTo>
                  <a:lnTo>
                    <a:pt x="4154747" y="1109970"/>
                  </a:lnTo>
                  <a:lnTo>
                    <a:pt x="4154841" y="1109970"/>
                  </a:lnTo>
                  <a:lnTo>
                    <a:pt x="4154936" y="1109970"/>
                  </a:lnTo>
                  <a:lnTo>
                    <a:pt x="4155030" y="1109970"/>
                  </a:lnTo>
                  <a:lnTo>
                    <a:pt x="4155124" y="1109970"/>
                  </a:lnTo>
                  <a:lnTo>
                    <a:pt x="4155218" y="1109970"/>
                  </a:lnTo>
                  <a:lnTo>
                    <a:pt x="4155312" y="1109970"/>
                  </a:lnTo>
                  <a:lnTo>
                    <a:pt x="4155406" y="1109970"/>
                  </a:lnTo>
                  <a:lnTo>
                    <a:pt x="4155501" y="1109970"/>
                  </a:lnTo>
                  <a:lnTo>
                    <a:pt x="4155595" y="1109970"/>
                  </a:lnTo>
                  <a:lnTo>
                    <a:pt x="4155689" y="1109970"/>
                  </a:lnTo>
                  <a:lnTo>
                    <a:pt x="4155783" y="1109970"/>
                  </a:lnTo>
                  <a:lnTo>
                    <a:pt x="4155877" y="1109970"/>
                  </a:lnTo>
                  <a:lnTo>
                    <a:pt x="4155971" y="1109970"/>
                  </a:lnTo>
                  <a:lnTo>
                    <a:pt x="4156065" y="1109970"/>
                  </a:lnTo>
                  <a:lnTo>
                    <a:pt x="4156160" y="1109970"/>
                  </a:lnTo>
                  <a:lnTo>
                    <a:pt x="4156254" y="1109970"/>
                  </a:lnTo>
                  <a:lnTo>
                    <a:pt x="4156348" y="1109970"/>
                  </a:lnTo>
                  <a:lnTo>
                    <a:pt x="4156442" y="1109970"/>
                  </a:lnTo>
                  <a:lnTo>
                    <a:pt x="4156536" y="1109970"/>
                  </a:lnTo>
                  <a:lnTo>
                    <a:pt x="4156630" y="1109970"/>
                  </a:lnTo>
                  <a:lnTo>
                    <a:pt x="4156724" y="1109970"/>
                  </a:lnTo>
                  <a:lnTo>
                    <a:pt x="4156819" y="1109970"/>
                  </a:lnTo>
                  <a:lnTo>
                    <a:pt x="4156913" y="1109970"/>
                  </a:lnTo>
                  <a:lnTo>
                    <a:pt x="4157007" y="1109970"/>
                  </a:lnTo>
                  <a:lnTo>
                    <a:pt x="4157101" y="1109970"/>
                  </a:lnTo>
                  <a:lnTo>
                    <a:pt x="4157195" y="1109970"/>
                  </a:lnTo>
                  <a:lnTo>
                    <a:pt x="4157289" y="1109970"/>
                  </a:lnTo>
                  <a:lnTo>
                    <a:pt x="4157384" y="1109970"/>
                  </a:lnTo>
                  <a:lnTo>
                    <a:pt x="4157478" y="1109970"/>
                  </a:lnTo>
                  <a:lnTo>
                    <a:pt x="4157572" y="1109970"/>
                  </a:lnTo>
                  <a:lnTo>
                    <a:pt x="4157666" y="1109970"/>
                  </a:lnTo>
                  <a:lnTo>
                    <a:pt x="4157760" y="1109970"/>
                  </a:lnTo>
                  <a:lnTo>
                    <a:pt x="4157854" y="1109970"/>
                  </a:lnTo>
                  <a:lnTo>
                    <a:pt x="4157948" y="1109970"/>
                  </a:lnTo>
                  <a:lnTo>
                    <a:pt x="4158043" y="1109970"/>
                  </a:lnTo>
                  <a:lnTo>
                    <a:pt x="4158137" y="1109970"/>
                  </a:lnTo>
                  <a:lnTo>
                    <a:pt x="4158231" y="1109970"/>
                  </a:lnTo>
                  <a:lnTo>
                    <a:pt x="4158325" y="1109970"/>
                  </a:lnTo>
                  <a:lnTo>
                    <a:pt x="4158419" y="1109970"/>
                  </a:lnTo>
                  <a:lnTo>
                    <a:pt x="4158513" y="1109970"/>
                  </a:lnTo>
                  <a:lnTo>
                    <a:pt x="4158608" y="1109970"/>
                  </a:lnTo>
                  <a:lnTo>
                    <a:pt x="4158702" y="1109970"/>
                  </a:lnTo>
                  <a:lnTo>
                    <a:pt x="4158796" y="1109970"/>
                  </a:lnTo>
                  <a:lnTo>
                    <a:pt x="4158890" y="1109970"/>
                  </a:lnTo>
                  <a:lnTo>
                    <a:pt x="4158984" y="1109970"/>
                  </a:lnTo>
                  <a:lnTo>
                    <a:pt x="4159078" y="1109970"/>
                  </a:lnTo>
                  <a:lnTo>
                    <a:pt x="4159172" y="1109970"/>
                  </a:lnTo>
                  <a:lnTo>
                    <a:pt x="4159267" y="1109970"/>
                  </a:lnTo>
                  <a:lnTo>
                    <a:pt x="4159361" y="1109970"/>
                  </a:lnTo>
                  <a:lnTo>
                    <a:pt x="4159455" y="1109970"/>
                  </a:lnTo>
                  <a:lnTo>
                    <a:pt x="4159549" y="1109970"/>
                  </a:lnTo>
                  <a:lnTo>
                    <a:pt x="4159643" y="1109970"/>
                  </a:lnTo>
                  <a:lnTo>
                    <a:pt x="4159737" y="1109970"/>
                  </a:lnTo>
                  <a:lnTo>
                    <a:pt x="4159832" y="1109970"/>
                  </a:lnTo>
                  <a:lnTo>
                    <a:pt x="4159926" y="1109970"/>
                  </a:lnTo>
                  <a:lnTo>
                    <a:pt x="4160020" y="1109970"/>
                  </a:lnTo>
                  <a:lnTo>
                    <a:pt x="4160114" y="1109970"/>
                  </a:lnTo>
                  <a:lnTo>
                    <a:pt x="4160208" y="1109970"/>
                  </a:lnTo>
                  <a:lnTo>
                    <a:pt x="4160302" y="1109970"/>
                  </a:lnTo>
                  <a:lnTo>
                    <a:pt x="4160396" y="1109970"/>
                  </a:lnTo>
                  <a:lnTo>
                    <a:pt x="4160491" y="1109970"/>
                  </a:lnTo>
                  <a:lnTo>
                    <a:pt x="4160585" y="1109970"/>
                  </a:lnTo>
                  <a:lnTo>
                    <a:pt x="4160679" y="1109970"/>
                  </a:lnTo>
                  <a:lnTo>
                    <a:pt x="4160773" y="1109970"/>
                  </a:lnTo>
                  <a:lnTo>
                    <a:pt x="4160773" y="1105059"/>
                  </a:lnTo>
                  <a:lnTo>
                    <a:pt x="4160867" y="1105059"/>
                  </a:lnTo>
                  <a:lnTo>
                    <a:pt x="4160961" y="1105059"/>
                  </a:lnTo>
                  <a:lnTo>
                    <a:pt x="4161055" y="1105059"/>
                  </a:lnTo>
                  <a:lnTo>
                    <a:pt x="4161150" y="1105059"/>
                  </a:lnTo>
                  <a:lnTo>
                    <a:pt x="4161244" y="1105059"/>
                  </a:lnTo>
                  <a:lnTo>
                    <a:pt x="4161338" y="1105059"/>
                  </a:lnTo>
                  <a:lnTo>
                    <a:pt x="4161432" y="1105059"/>
                  </a:lnTo>
                  <a:lnTo>
                    <a:pt x="4161526" y="1105059"/>
                  </a:lnTo>
                  <a:lnTo>
                    <a:pt x="4161620" y="1105059"/>
                  </a:lnTo>
                  <a:lnTo>
                    <a:pt x="4161715" y="1105059"/>
                  </a:lnTo>
                  <a:lnTo>
                    <a:pt x="4161809" y="1105059"/>
                  </a:lnTo>
                  <a:lnTo>
                    <a:pt x="4161903" y="1105059"/>
                  </a:lnTo>
                  <a:lnTo>
                    <a:pt x="4161997" y="1105059"/>
                  </a:lnTo>
                  <a:lnTo>
                    <a:pt x="4162091" y="1105059"/>
                  </a:lnTo>
                  <a:lnTo>
                    <a:pt x="4162185" y="1105059"/>
                  </a:lnTo>
                  <a:lnTo>
                    <a:pt x="4162279" y="1105059"/>
                  </a:lnTo>
                  <a:lnTo>
                    <a:pt x="4162374" y="1105059"/>
                  </a:lnTo>
                  <a:lnTo>
                    <a:pt x="4162468" y="1105059"/>
                  </a:lnTo>
                  <a:lnTo>
                    <a:pt x="4162562" y="1105059"/>
                  </a:lnTo>
                  <a:lnTo>
                    <a:pt x="4162656" y="1105059"/>
                  </a:lnTo>
                  <a:lnTo>
                    <a:pt x="4162750" y="1105059"/>
                  </a:lnTo>
                  <a:lnTo>
                    <a:pt x="4162844" y="1105059"/>
                  </a:lnTo>
                  <a:lnTo>
                    <a:pt x="4162939" y="1105059"/>
                  </a:lnTo>
                  <a:lnTo>
                    <a:pt x="4163033" y="1105059"/>
                  </a:lnTo>
                  <a:lnTo>
                    <a:pt x="4163127" y="1105059"/>
                  </a:lnTo>
                  <a:lnTo>
                    <a:pt x="4163221" y="1105059"/>
                  </a:lnTo>
                  <a:lnTo>
                    <a:pt x="4163315" y="1105059"/>
                  </a:lnTo>
                  <a:lnTo>
                    <a:pt x="4163409" y="1105059"/>
                  </a:lnTo>
                  <a:lnTo>
                    <a:pt x="4163503" y="1105059"/>
                  </a:lnTo>
                  <a:lnTo>
                    <a:pt x="4163598" y="1105059"/>
                  </a:lnTo>
                  <a:lnTo>
                    <a:pt x="4163692" y="1105059"/>
                  </a:lnTo>
                  <a:lnTo>
                    <a:pt x="4163786" y="1105059"/>
                  </a:lnTo>
                  <a:lnTo>
                    <a:pt x="4163880" y="1105059"/>
                  </a:lnTo>
                  <a:lnTo>
                    <a:pt x="4163974" y="1105059"/>
                  </a:lnTo>
                  <a:lnTo>
                    <a:pt x="4164068" y="1105059"/>
                  </a:lnTo>
                  <a:lnTo>
                    <a:pt x="4164163" y="1105059"/>
                  </a:lnTo>
                  <a:lnTo>
                    <a:pt x="4164257" y="1105059"/>
                  </a:lnTo>
                  <a:lnTo>
                    <a:pt x="4164351" y="1105059"/>
                  </a:lnTo>
                  <a:lnTo>
                    <a:pt x="4164351" y="1100147"/>
                  </a:lnTo>
                  <a:lnTo>
                    <a:pt x="4164445" y="1100147"/>
                  </a:lnTo>
                  <a:lnTo>
                    <a:pt x="4164539" y="1100147"/>
                  </a:lnTo>
                  <a:lnTo>
                    <a:pt x="4164633" y="1100147"/>
                  </a:lnTo>
                  <a:lnTo>
                    <a:pt x="4164727" y="1100147"/>
                  </a:lnTo>
                  <a:lnTo>
                    <a:pt x="4164822" y="1100147"/>
                  </a:lnTo>
                  <a:lnTo>
                    <a:pt x="4164916" y="1100147"/>
                  </a:lnTo>
                  <a:lnTo>
                    <a:pt x="4165010" y="1100147"/>
                  </a:lnTo>
                  <a:lnTo>
                    <a:pt x="4165104" y="1100147"/>
                  </a:lnTo>
                  <a:lnTo>
                    <a:pt x="4165198" y="1100147"/>
                  </a:lnTo>
                  <a:lnTo>
                    <a:pt x="4165292" y="1100147"/>
                  </a:lnTo>
                  <a:lnTo>
                    <a:pt x="4165386" y="1100147"/>
                  </a:lnTo>
                  <a:lnTo>
                    <a:pt x="4165481" y="1100147"/>
                  </a:lnTo>
                  <a:lnTo>
                    <a:pt x="4165575" y="1100147"/>
                  </a:lnTo>
                  <a:lnTo>
                    <a:pt x="4165669" y="1100147"/>
                  </a:lnTo>
                  <a:lnTo>
                    <a:pt x="4165763" y="1100147"/>
                  </a:lnTo>
                  <a:lnTo>
                    <a:pt x="4165857" y="1100147"/>
                  </a:lnTo>
                  <a:lnTo>
                    <a:pt x="4165951" y="1100147"/>
                  </a:lnTo>
                  <a:lnTo>
                    <a:pt x="4166046" y="1100147"/>
                  </a:lnTo>
                  <a:lnTo>
                    <a:pt x="4166140" y="1100147"/>
                  </a:lnTo>
                  <a:lnTo>
                    <a:pt x="4166234" y="1100147"/>
                  </a:lnTo>
                  <a:lnTo>
                    <a:pt x="4166328" y="1100147"/>
                  </a:lnTo>
                  <a:lnTo>
                    <a:pt x="4166422" y="1100147"/>
                  </a:lnTo>
                  <a:lnTo>
                    <a:pt x="4166516" y="1100147"/>
                  </a:lnTo>
                  <a:lnTo>
                    <a:pt x="4166610" y="1100147"/>
                  </a:lnTo>
                  <a:lnTo>
                    <a:pt x="4166705" y="1100147"/>
                  </a:lnTo>
                  <a:lnTo>
                    <a:pt x="4166799" y="1100147"/>
                  </a:lnTo>
                  <a:lnTo>
                    <a:pt x="4166893" y="1100147"/>
                  </a:lnTo>
                  <a:lnTo>
                    <a:pt x="4166987" y="1100147"/>
                  </a:lnTo>
                  <a:lnTo>
                    <a:pt x="4167081" y="1100147"/>
                  </a:lnTo>
                  <a:lnTo>
                    <a:pt x="4167175" y="1100147"/>
                  </a:lnTo>
                  <a:lnTo>
                    <a:pt x="4167270" y="1100147"/>
                  </a:lnTo>
                  <a:lnTo>
                    <a:pt x="4167364" y="1100147"/>
                  </a:lnTo>
                  <a:lnTo>
                    <a:pt x="4167458" y="1100147"/>
                  </a:lnTo>
                  <a:lnTo>
                    <a:pt x="4167552" y="1100147"/>
                  </a:lnTo>
                  <a:lnTo>
                    <a:pt x="4167646" y="1100147"/>
                  </a:lnTo>
                  <a:lnTo>
                    <a:pt x="4167740" y="1100147"/>
                  </a:lnTo>
                  <a:lnTo>
                    <a:pt x="4167834" y="1100147"/>
                  </a:lnTo>
                  <a:lnTo>
                    <a:pt x="4167929" y="1100147"/>
                  </a:lnTo>
                  <a:lnTo>
                    <a:pt x="4168023" y="1100147"/>
                  </a:lnTo>
                  <a:lnTo>
                    <a:pt x="4168117" y="1100147"/>
                  </a:lnTo>
                  <a:lnTo>
                    <a:pt x="4168117" y="1095236"/>
                  </a:lnTo>
                  <a:lnTo>
                    <a:pt x="4168211" y="1095236"/>
                  </a:lnTo>
                  <a:lnTo>
                    <a:pt x="4168305" y="1095236"/>
                  </a:lnTo>
                  <a:lnTo>
                    <a:pt x="4168399" y="1095236"/>
                  </a:lnTo>
                  <a:lnTo>
                    <a:pt x="4168494" y="1095236"/>
                  </a:lnTo>
                  <a:lnTo>
                    <a:pt x="4168588" y="1095236"/>
                  </a:lnTo>
                  <a:lnTo>
                    <a:pt x="4168682" y="1095236"/>
                  </a:lnTo>
                  <a:lnTo>
                    <a:pt x="4168776" y="1095236"/>
                  </a:lnTo>
                  <a:lnTo>
                    <a:pt x="4168870" y="1095236"/>
                  </a:lnTo>
                  <a:lnTo>
                    <a:pt x="4168964" y="1095236"/>
                  </a:lnTo>
                  <a:lnTo>
                    <a:pt x="4169058" y="1095236"/>
                  </a:lnTo>
                  <a:lnTo>
                    <a:pt x="4169153" y="1095236"/>
                  </a:lnTo>
                  <a:lnTo>
                    <a:pt x="4169247" y="1095236"/>
                  </a:lnTo>
                  <a:lnTo>
                    <a:pt x="4169341" y="1095236"/>
                  </a:lnTo>
                  <a:lnTo>
                    <a:pt x="4169435" y="1095236"/>
                  </a:lnTo>
                  <a:lnTo>
                    <a:pt x="4169529" y="1095236"/>
                  </a:lnTo>
                  <a:lnTo>
                    <a:pt x="4169623" y="1095236"/>
                  </a:lnTo>
                  <a:lnTo>
                    <a:pt x="4169717" y="1095236"/>
                  </a:lnTo>
                  <a:lnTo>
                    <a:pt x="4169812" y="1095236"/>
                  </a:lnTo>
                  <a:lnTo>
                    <a:pt x="4169906" y="1095236"/>
                  </a:lnTo>
                  <a:lnTo>
                    <a:pt x="4170000" y="1095236"/>
                  </a:lnTo>
                  <a:lnTo>
                    <a:pt x="4170094" y="1095236"/>
                  </a:lnTo>
                  <a:lnTo>
                    <a:pt x="4170188" y="1095236"/>
                  </a:lnTo>
                  <a:lnTo>
                    <a:pt x="4170282" y="1095236"/>
                  </a:lnTo>
                  <a:lnTo>
                    <a:pt x="4170377" y="1095236"/>
                  </a:lnTo>
                  <a:lnTo>
                    <a:pt x="4170471" y="1095236"/>
                  </a:lnTo>
                  <a:lnTo>
                    <a:pt x="4170565" y="1095236"/>
                  </a:lnTo>
                  <a:lnTo>
                    <a:pt x="4170565" y="1090325"/>
                  </a:lnTo>
                  <a:lnTo>
                    <a:pt x="4170659" y="1090325"/>
                  </a:lnTo>
                  <a:lnTo>
                    <a:pt x="4170753" y="1090325"/>
                  </a:lnTo>
                  <a:lnTo>
                    <a:pt x="4170847" y="1090325"/>
                  </a:lnTo>
                  <a:lnTo>
                    <a:pt x="4170941" y="1090325"/>
                  </a:lnTo>
                  <a:lnTo>
                    <a:pt x="4171036" y="1090325"/>
                  </a:lnTo>
                  <a:lnTo>
                    <a:pt x="4171130" y="1090325"/>
                  </a:lnTo>
                  <a:lnTo>
                    <a:pt x="4171224" y="1090325"/>
                  </a:lnTo>
                  <a:lnTo>
                    <a:pt x="4171318" y="1090325"/>
                  </a:lnTo>
                  <a:lnTo>
                    <a:pt x="4171412" y="1090325"/>
                  </a:lnTo>
                  <a:lnTo>
                    <a:pt x="4171506" y="1090325"/>
                  </a:lnTo>
                  <a:lnTo>
                    <a:pt x="4171601" y="1090325"/>
                  </a:lnTo>
                  <a:lnTo>
                    <a:pt x="4171695" y="1090325"/>
                  </a:lnTo>
                  <a:lnTo>
                    <a:pt x="4171789" y="1090325"/>
                  </a:lnTo>
                  <a:lnTo>
                    <a:pt x="4171883" y="1090325"/>
                  </a:lnTo>
                  <a:lnTo>
                    <a:pt x="4171977" y="1090325"/>
                  </a:lnTo>
                  <a:lnTo>
                    <a:pt x="4172071" y="1090325"/>
                  </a:lnTo>
                  <a:lnTo>
                    <a:pt x="4172165" y="1090325"/>
                  </a:lnTo>
                  <a:lnTo>
                    <a:pt x="4172260" y="1090325"/>
                  </a:lnTo>
                  <a:lnTo>
                    <a:pt x="4172354" y="1090325"/>
                  </a:lnTo>
                  <a:lnTo>
                    <a:pt x="4172448" y="1090325"/>
                  </a:lnTo>
                  <a:lnTo>
                    <a:pt x="4172542" y="1090325"/>
                  </a:lnTo>
                  <a:lnTo>
                    <a:pt x="4172636" y="1090325"/>
                  </a:lnTo>
                  <a:lnTo>
                    <a:pt x="4172730" y="1090325"/>
                  </a:lnTo>
                  <a:lnTo>
                    <a:pt x="4172825" y="1090325"/>
                  </a:lnTo>
                  <a:lnTo>
                    <a:pt x="4172919" y="1090325"/>
                  </a:lnTo>
                  <a:lnTo>
                    <a:pt x="4173013" y="1090325"/>
                  </a:lnTo>
                  <a:lnTo>
                    <a:pt x="4173013" y="1085413"/>
                  </a:lnTo>
                  <a:lnTo>
                    <a:pt x="4173107" y="1085413"/>
                  </a:lnTo>
                  <a:lnTo>
                    <a:pt x="4173201" y="1085413"/>
                  </a:lnTo>
                  <a:lnTo>
                    <a:pt x="4173295" y="1085413"/>
                  </a:lnTo>
                  <a:lnTo>
                    <a:pt x="4173389" y="1085413"/>
                  </a:lnTo>
                  <a:lnTo>
                    <a:pt x="4173484" y="1085413"/>
                  </a:lnTo>
                  <a:lnTo>
                    <a:pt x="4173578" y="1085413"/>
                  </a:lnTo>
                  <a:lnTo>
                    <a:pt x="4173672" y="1085413"/>
                  </a:lnTo>
                  <a:lnTo>
                    <a:pt x="4173766" y="1085413"/>
                  </a:lnTo>
                  <a:lnTo>
                    <a:pt x="4173860" y="1085413"/>
                  </a:lnTo>
                  <a:lnTo>
                    <a:pt x="4173954" y="1085413"/>
                  </a:lnTo>
                  <a:lnTo>
                    <a:pt x="4174048" y="1085413"/>
                  </a:lnTo>
                  <a:lnTo>
                    <a:pt x="4174143" y="1085413"/>
                  </a:lnTo>
                  <a:lnTo>
                    <a:pt x="4174237" y="1085413"/>
                  </a:lnTo>
                  <a:lnTo>
                    <a:pt x="4174331" y="1085413"/>
                  </a:lnTo>
                  <a:lnTo>
                    <a:pt x="4174425" y="1085413"/>
                  </a:lnTo>
                  <a:lnTo>
                    <a:pt x="4174519" y="1085413"/>
                  </a:lnTo>
                  <a:lnTo>
                    <a:pt x="4174613" y="1085413"/>
                  </a:lnTo>
                  <a:lnTo>
                    <a:pt x="4174708" y="1085413"/>
                  </a:lnTo>
                  <a:lnTo>
                    <a:pt x="4174802" y="1085413"/>
                  </a:lnTo>
                  <a:lnTo>
                    <a:pt x="4174896" y="1085413"/>
                  </a:lnTo>
                  <a:lnTo>
                    <a:pt x="4174990" y="1085413"/>
                  </a:lnTo>
                  <a:lnTo>
                    <a:pt x="4175084" y="1085413"/>
                  </a:lnTo>
                  <a:lnTo>
                    <a:pt x="4175178" y="1085413"/>
                  </a:lnTo>
                  <a:lnTo>
                    <a:pt x="4175272" y="1085413"/>
                  </a:lnTo>
                  <a:lnTo>
                    <a:pt x="4175367" y="1085413"/>
                  </a:lnTo>
                  <a:lnTo>
                    <a:pt x="4175461" y="1085413"/>
                  </a:lnTo>
                  <a:lnTo>
                    <a:pt x="4175555" y="1085413"/>
                  </a:lnTo>
                  <a:lnTo>
                    <a:pt x="4175649" y="1085413"/>
                  </a:lnTo>
                  <a:lnTo>
                    <a:pt x="4175743" y="1085413"/>
                  </a:lnTo>
                  <a:lnTo>
                    <a:pt x="4175837" y="1085413"/>
                  </a:lnTo>
                  <a:lnTo>
                    <a:pt x="4175932" y="1085413"/>
                  </a:lnTo>
                  <a:lnTo>
                    <a:pt x="4176026" y="1085413"/>
                  </a:lnTo>
                  <a:lnTo>
                    <a:pt x="4176120" y="1085413"/>
                  </a:lnTo>
                  <a:lnTo>
                    <a:pt x="4176214" y="1085413"/>
                  </a:lnTo>
                  <a:lnTo>
                    <a:pt x="4176308" y="1085413"/>
                  </a:lnTo>
                  <a:lnTo>
                    <a:pt x="4176402" y="1085413"/>
                  </a:lnTo>
                  <a:lnTo>
                    <a:pt x="4176496" y="1085413"/>
                  </a:lnTo>
                  <a:lnTo>
                    <a:pt x="4176591" y="1085413"/>
                  </a:lnTo>
                  <a:lnTo>
                    <a:pt x="4176685" y="1085413"/>
                  </a:lnTo>
                  <a:lnTo>
                    <a:pt x="4176779" y="1085413"/>
                  </a:lnTo>
                  <a:lnTo>
                    <a:pt x="4176873" y="1085413"/>
                  </a:lnTo>
                  <a:lnTo>
                    <a:pt x="4176967" y="1085413"/>
                  </a:lnTo>
                  <a:lnTo>
                    <a:pt x="4177061" y="1085413"/>
                  </a:lnTo>
                  <a:lnTo>
                    <a:pt x="4177156" y="1085413"/>
                  </a:lnTo>
                  <a:lnTo>
                    <a:pt x="4177250" y="1085413"/>
                  </a:lnTo>
                  <a:lnTo>
                    <a:pt x="4177250" y="1080502"/>
                  </a:lnTo>
                  <a:lnTo>
                    <a:pt x="4177344" y="1080502"/>
                  </a:lnTo>
                  <a:lnTo>
                    <a:pt x="4177438" y="1080502"/>
                  </a:lnTo>
                  <a:lnTo>
                    <a:pt x="4177532" y="1080502"/>
                  </a:lnTo>
                  <a:lnTo>
                    <a:pt x="4177626" y="1080502"/>
                  </a:lnTo>
                  <a:lnTo>
                    <a:pt x="4177720" y="1080502"/>
                  </a:lnTo>
                  <a:lnTo>
                    <a:pt x="4177815" y="1080502"/>
                  </a:lnTo>
                  <a:lnTo>
                    <a:pt x="4177909" y="1080502"/>
                  </a:lnTo>
                  <a:lnTo>
                    <a:pt x="4178003" y="1080502"/>
                  </a:lnTo>
                  <a:lnTo>
                    <a:pt x="4178097" y="1080502"/>
                  </a:lnTo>
                  <a:lnTo>
                    <a:pt x="4178191" y="1080502"/>
                  </a:lnTo>
                  <a:lnTo>
                    <a:pt x="4178285" y="1080502"/>
                  </a:lnTo>
                  <a:lnTo>
                    <a:pt x="4178379" y="1080502"/>
                  </a:lnTo>
                  <a:lnTo>
                    <a:pt x="4178474" y="1080502"/>
                  </a:lnTo>
                  <a:lnTo>
                    <a:pt x="4178568" y="1080502"/>
                  </a:lnTo>
                  <a:lnTo>
                    <a:pt x="4178662" y="1080502"/>
                  </a:lnTo>
                  <a:lnTo>
                    <a:pt x="4178756" y="1080502"/>
                  </a:lnTo>
                  <a:lnTo>
                    <a:pt x="4178850" y="1080502"/>
                  </a:lnTo>
                  <a:lnTo>
                    <a:pt x="4178944" y="1080502"/>
                  </a:lnTo>
                  <a:lnTo>
                    <a:pt x="4179039" y="1080502"/>
                  </a:lnTo>
                  <a:lnTo>
                    <a:pt x="4179133" y="1080502"/>
                  </a:lnTo>
                  <a:lnTo>
                    <a:pt x="4179227" y="1080502"/>
                  </a:lnTo>
                  <a:lnTo>
                    <a:pt x="4179321" y="1080502"/>
                  </a:lnTo>
                  <a:lnTo>
                    <a:pt x="4179415" y="1080502"/>
                  </a:lnTo>
                  <a:lnTo>
                    <a:pt x="4179509" y="1080502"/>
                  </a:lnTo>
                  <a:lnTo>
                    <a:pt x="4179603" y="1080502"/>
                  </a:lnTo>
                  <a:lnTo>
                    <a:pt x="4179698" y="1080502"/>
                  </a:lnTo>
                  <a:lnTo>
                    <a:pt x="4179792" y="1080502"/>
                  </a:lnTo>
                  <a:lnTo>
                    <a:pt x="4179886" y="1080502"/>
                  </a:lnTo>
                  <a:lnTo>
                    <a:pt x="4179980" y="1080502"/>
                  </a:lnTo>
                  <a:lnTo>
                    <a:pt x="4180074" y="1080502"/>
                  </a:lnTo>
                  <a:lnTo>
                    <a:pt x="4180168" y="1080502"/>
                  </a:lnTo>
                  <a:lnTo>
                    <a:pt x="4180263" y="1080502"/>
                  </a:lnTo>
                  <a:lnTo>
                    <a:pt x="4180263" y="1075591"/>
                  </a:lnTo>
                  <a:lnTo>
                    <a:pt x="4180357" y="1075591"/>
                  </a:lnTo>
                  <a:lnTo>
                    <a:pt x="4180451" y="1075591"/>
                  </a:lnTo>
                  <a:lnTo>
                    <a:pt x="4180545" y="1075591"/>
                  </a:lnTo>
                  <a:lnTo>
                    <a:pt x="4180639" y="1075591"/>
                  </a:lnTo>
                  <a:lnTo>
                    <a:pt x="4180733" y="1075591"/>
                  </a:lnTo>
                  <a:lnTo>
                    <a:pt x="4180827" y="1075591"/>
                  </a:lnTo>
                  <a:lnTo>
                    <a:pt x="4180922" y="1075591"/>
                  </a:lnTo>
                  <a:lnTo>
                    <a:pt x="4181016" y="1075591"/>
                  </a:lnTo>
                  <a:lnTo>
                    <a:pt x="4181016" y="1070679"/>
                  </a:lnTo>
                  <a:lnTo>
                    <a:pt x="4181110" y="1070679"/>
                  </a:lnTo>
                  <a:lnTo>
                    <a:pt x="4181204" y="1070679"/>
                  </a:lnTo>
                  <a:lnTo>
                    <a:pt x="4181298" y="1070679"/>
                  </a:lnTo>
                  <a:lnTo>
                    <a:pt x="4181392" y="1070679"/>
                  </a:lnTo>
                  <a:lnTo>
                    <a:pt x="4181487" y="1070679"/>
                  </a:lnTo>
                  <a:lnTo>
                    <a:pt x="4181581" y="1070679"/>
                  </a:lnTo>
                  <a:lnTo>
                    <a:pt x="4181675" y="1070679"/>
                  </a:lnTo>
                  <a:lnTo>
                    <a:pt x="4181769" y="1070679"/>
                  </a:lnTo>
                  <a:lnTo>
                    <a:pt x="4181863" y="1070679"/>
                  </a:lnTo>
                  <a:lnTo>
                    <a:pt x="4181957" y="1070679"/>
                  </a:lnTo>
                  <a:lnTo>
                    <a:pt x="4182051" y="1070679"/>
                  </a:lnTo>
                  <a:lnTo>
                    <a:pt x="4182146" y="1070679"/>
                  </a:lnTo>
                  <a:lnTo>
                    <a:pt x="4182240" y="1070679"/>
                  </a:lnTo>
                  <a:lnTo>
                    <a:pt x="4182334" y="1070679"/>
                  </a:lnTo>
                  <a:lnTo>
                    <a:pt x="4182428" y="1070679"/>
                  </a:lnTo>
                  <a:lnTo>
                    <a:pt x="4182522" y="1070679"/>
                  </a:lnTo>
                  <a:lnTo>
                    <a:pt x="4182616" y="1070679"/>
                  </a:lnTo>
                  <a:lnTo>
                    <a:pt x="4182710" y="1070679"/>
                  </a:lnTo>
                  <a:lnTo>
                    <a:pt x="4182805" y="1070679"/>
                  </a:lnTo>
                  <a:lnTo>
                    <a:pt x="4182899" y="1070679"/>
                  </a:lnTo>
                  <a:lnTo>
                    <a:pt x="4182993" y="1070679"/>
                  </a:lnTo>
                  <a:lnTo>
                    <a:pt x="4183087" y="1070679"/>
                  </a:lnTo>
                  <a:lnTo>
                    <a:pt x="4183181" y="1070679"/>
                  </a:lnTo>
                  <a:lnTo>
                    <a:pt x="4183275" y="1070679"/>
                  </a:lnTo>
                  <a:lnTo>
                    <a:pt x="4183370" y="1070679"/>
                  </a:lnTo>
                  <a:lnTo>
                    <a:pt x="4183464" y="1070679"/>
                  </a:lnTo>
                  <a:lnTo>
                    <a:pt x="4183558" y="1070679"/>
                  </a:lnTo>
                  <a:lnTo>
                    <a:pt x="4183652" y="1070679"/>
                  </a:lnTo>
                  <a:lnTo>
                    <a:pt x="4183746" y="1070679"/>
                  </a:lnTo>
                  <a:lnTo>
                    <a:pt x="4183840" y="1070679"/>
                  </a:lnTo>
                  <a:lnTo>
                    <a:pt x="4183934" y="1070679"/>
                  </a:lnTo>
                  <a:lnTo>
                    <a:pt x="4184029" y="1070679"/>
                  </a:lnTo>
                  <a:lnTo>
                    <a:pt x="4184123" y="1070679"/>
                  </a:lnTo>
                  <a:lnTo>
                    <a:pt x="4184217" y="1070679"/>
                  </a:lnTo>
                  <a:lnTo>
                    <a:pt x="4184311" y="1070679"/>
                  </a:lnTo>
                  <a:lnTo>
                    <a:pt x="4184405" y="1070679"/>
                  </a:lnTo>
                  <a:lnTo>
                    <a:pt x="4184499" y="1070679"/>
                  </a:lnTo>
                  <a:lnTo>
                    <a:pt x="4184594" y="1070679"/>
                  </a:lnTo>
                  <a:lnTo>
                    <a:pt x="4184688" y="1070679"/>
                  </a:lnTo>
                  <a:lnTo>
                    <a:pt x="4184782" y="1070679"/>
                  </a:lnTo>
                  <a:lnTo>
                    <a:pt x="4184876" y="1070679"/>
                  </a:lnTo>
                  <a:lnTo>
                    <a:pt x="4184876" y="1065768"/>
                  </a:lnTo>
                  <a:lnTo>
                    <a:pt x="4184970" y="1065768"/>
                  </a:lnTo>
                  <a:lnTo>
                    <a:pt x="4185064" y="1065768"/>
                  </a:lnTo>
                  <a:lnTo>
                    <a:pt x="4185158" y="1065768"/>
                  </a:lnTo>
                  <a:lnTo>
                    <a:pt x="4185253" y="1065768"/>
                  </a:lnTo>
                  <a:lnTo>
                    <a:pt x="4185347" y="1065768"/>
                  </a:lnTo>
                  <a:lnTo>
                    <a:pt x="4185441" y="1065768"/>
                  </a:lnTo>
                  <a:lnTo>
                    <a:pt x="4185535" y="1065768"/>
                  </a:lnTo>
                  <a:lnTo>
                    <a:pt x="4185629" y="1065768"/>
                  </a:lnTo>
                  <a:lnTo>
                    <a:pt x="4185723" y="1065768"/>
                  </a:lnTo>
                  <a:lnTo>
                    <a:pt x="4185818" y="1065768"/>
                  </a:lnTo>
                  <a:lnTo>
                    <a:pt x="4185912" y="1065768"/>
                  </a:lnTo>
                  <a:lnTo>
                    <a:pt x="4186006" y="1065768"/>
                  </a:lnTo>
                  <a:lnTo>
                    <a:pt x="4186100" y="1065768"/>
                  </a:lnTo>
                  <a:lnTo>
                    <a:pt x="4186194" y="1065768"/>
                  </a:lnTo>
                  <a:lnTo>
                    <a:pt x="4186288" y="1065768"/>
                  </a:lnTo>
                  <a:lnTo>
                    <a:pt x="4186288" y="1060856"/>
                  </a:lnTo>
                  <a:lnTo>
                    <a:pt x="4186382" y="1060856"/>
                  </a:lnTo>
                  <a:lnTo>
                    <a:pt x="4186477" y="1060856"/>
                  </a:lnTo>
                  <a:lnTo>
                    <a:pt x="4186571" y="1060856"/>
                  </a:lnTo>
                  <a:lnTo>
                    <a:pt x="4186665" y="1060856"/>
                  </a:lnTo>
                  <a:lnTo>
                    <a:pt x="4186759" y="1060856"/>
                  </a:lnTo>
                  <a:lnTo>
                    <a:pt x="4186853" y="1060856"/>
                  </a:lnTo>
                  <a:lnTo>
                    <a:pt x="4186947" y="1060856"/>
                  </a:lnTo>
                  <a:lnTo>
                    <a:pt x="4187041" y="1060856"/>
                  </a:lnTo>
                  <a:lnTo>
                    <a:pt x="4187136" y="1060856"/>
                  </a:lnTo>
                  <a:lnTo>
                    <a:pt x="4187230" y="1060856"/>
                  </a:lnTo>
                  <a:lnTo>
                    <a:pt x="4187324" y="1060856"/>
                  </a:lnTo>
                  <a:lnTo>
                    <a:pt x="4187418" y="1060856"/>
                  </a:lnTo>
                  <a:lnTo>
                    <a:pt x="4187512" y="1060856"/>
                  </a:lnTo>
                  <a:lnTo>
                    <a:pt x="4187606" y="1060856"/>
                  </a:lnTo>
                  <a:lnTo>
                    <a:pt x="4187701" y="1060856"/>
                  </a:lnTo>
                  <a:lnTo>
                    <a:pt x="4187795" y="1060856"/>
                  </a:lnTo>
                  <a:lnTo>
                    <a:pt x="4187889" y="1060856"/>
                  </a:lnTo>
                  <a:lnTo>
                    <a:pt x="4187983" y="1060856"/>
                  </a:lnTo>
                  <a:lnTo>
                    <a:pt x="4188077" y="1060856"/>
                  </a:lnTo>
                  <a:lnTo>
                    <a:pt x="4188171" y="1060856"/>
                  </a:lnTo>
                  <a:lnTo>
                    <a:pt x="4188265" y="1060856"/>
                  </a:lnTo>
                  <a:lnTo>
                    <a:pt x="4188360" y="1060856"/>
                  </a:lnTo>
                  <a:lnTo>
                    <a:pt x="4188454" y="1060856"/>
                  </a:lnTo>
                  <a:lnTo>
                    <a:pt x="4188548" y="1060856"/>
                  </a:lnTo>
                  <a:lnTo>
                    <a:pt x="4188642" y="1060856"/>
                  </a:lnTo>
                  <a:lnTo>
                    <a:pt x="4188736" y="1060856"/>
                  </a:lnTo>
                  <a:lnTo>
                    <a:pt x="4188830" y="1060856"/>
                  </a:lnTo>
                  <a:lnTo>
                    <a:pt x="4188925" y="1060856"/>
                  </a:lnTo>
                  <a:lnTo>
                    <a:pt x="4189019" y="1060856"/>
                  </a:lnTo>
                  <a:lnTo>
                    <a:pt x="4189113" y="1060856"/>
                  </a:lnTo>
                  <a:lnTo>
                    <a:pt x="4189207" y="1060856"/>
                  </a:lnTo>
                  <a:lnTo>
                    <a:pt x="4189301" y="1060856"/>
                  </a:lnTo>
                  <a:lnTo>
                    <a:pt x="4189395" y="1060856"/>
                  </a:lnTo>
                  <a:lnTo>
                    <a:pt x="4189489" y="1060856"/>
                  </a:lnTo>
                  <a:lnTo>
                    <a:pt x="4189584" y="1060856"/>
                  </a:lnTo>
                  <a:lnTo>
                    <a:pt x="4189678" y="1060856"/>
                  </a:lnTo>
                  <a:lnTo>
                    <a:pt x="4189772" y="1060856"/>
                  </a:lnTo>
                  <a:lnTo>
                    <a:pt x="4189866" y="1060856"/>
                  </a:lnTo>
                  <a:lnTo>
                    <a:pt x="4189960" y="1060856"/>
                  </a:lnTo>
                  <a:lnTo>
                    <a:pt x="4190054" y="1060856"/>
                  </a:lnTo>
                  <a:lnTo>
                    <a:pt x="4190149" y="1060856"/>
                  </a:lnTo>
                  <a:lnTo>
                    <a:pt x="4190243" y="1060856"/>
                  </a:lnTo>
                  <a:lnTo>
                    <a:pt x="4190337" y="1060856"/>
                  </a:lnTo>
                  <a:lnTo>
                    <a:pt x="4190431" y="1060856"/>
                  </a:lnTo>
                  <a:lnTo>
                    <a:pt x="4190525" y="1060856"/>
                  </a:lnTo>
                  <a:lnTo>
                    <a:pt x="4190619" y="1060856"/>
                  </a:lnTo>
                  <a:lnTo>
                    <a:pt x="4190713" y="1060856"/>
                  </a:lnTo>
                  <a:lnTo>
                    <a:pt x="4190808" y="1060856"/>
                  </a:lnTo>
                  <a:lnTo>
                    <a:pt x="4190902" y="1060856"/>
                  </a:lnTo>
                  <a:lnTo>
                    <a:pt x="4190996" y="1060856"/>
                  </a:lnTo>
                  <a:lnTo>
                    <a:pt x="4191090" y="1060856"/>
                  </a:lnTo>
                  <a:lnTo>
                    <a:pt x="4191184" y="1060856"/>
                  </a:lnTo>
                  <a:lnTo>
                    <a:pt x="4191278" y="1060856"/>
                  </a:lnTo>
                  <a:lnTo>
                    <a:pt x="4191373" y="1060856"/>
                  </a:lnTo>
                  <a:lnTo>
                    <a:pt x="4191467" y="1060856"/>
                  </a:lnTo>
                  <a:lnTo>
                    <a:pt x="4191561" y="1060856"/>
                  </a:lnTo>
                  <a:lnTo>
                    <a:pt x="4191655" y="1060856"/>
                  </a:lnTo>
                  <a:lnTo>
                    <a:pt x="4191749" y="1060856"/>
                  </a:lnTo>
                  <a:lnTo>
                    <a:pt x="4191843" y="1060856"/>
                  </a:lnTo>
                  <a:lnTo>
                    <a:pt x="4191937" y="1060856"/>
                  </a:lnTo>
                  <a:lnTo>
                    <a:pt x="4192032" y="1060856"/>
                  </a:lnTo>
                  <a:lnTo>
                    <a:pt x="4192032" y="1055945"/>
                  </a:lnTo>
                  <a:lnTo>
                    <a:pt x="4192126" y="1055945"/>
                  </a:lnTo>
                  <a:lnTo>
                    <a:pt x="4192220" y="1055945"/>
                  </a:lnTo>
                  <a:lnTo>
                    <a:pt x="4192314" y="1055945"/>
                  </a:lnTo>
                  <a:lnTo>
                    <a:pt x="4192408" y="1055945"/>
                  </a:lnTo>
                  <a:lnTo>
                    <a:pt x="4192502" y="1055945"/>
                  </a:lnTo>
                  <a:lnTo>
                    <a:pt x="4192596" y="1055945"/>
                  </a:lnTo>
                  <a:lnTo>
                    <a:pt x="4192691" y="1055945"/>
                  </a:lnTo>
                  <a:lnTo>
                    <a:pt x="4192785" y="1055945"/>
                  </a:lnTo>
                  <a:lnTo>
                    <a:pt x="4192879" y="1055945"/>
                  </a:lnTo>
                  <a:lnTo>
                    <a:pt x="4192973" y="1055945"/>
                  </a:lnTo>
                  <a:lnTo>
                    <a:pt x="4193067" y="1055945"/>
                  </a:lnTo>
                  <a:lnTo>
                    <a:pt x="4193161" y="1055945"/>
                  </a:lnTo>
                  <a:lnTo>
                    <a:pt x="4193256" y="1055945"/>
                  </a:lnTo>
                  <a:lnTo>
                    <a:pt x="4193350" y="1055945"/>
                  </a:lnTo>
                  <a:lnTo>
                    <a:pt x="4193444" y="1055945"/>
                  </a:lnTo>
                  <a:lnTo>
                    <a:pt x="4193538" y="1055945"/>
                  </a:lnTo>
                  <a:lnTo>
                    <a:pt x="4193632" y="1055945"/>
                  </a:lnTo>
                  <a:lnTo>
                    <a:pt x="4193726" y="1055945"/>
                  </a:lnTo>
                  <a:lnTo>
                    <a:pt x="4193820" y="1055945"/>
                  </a:lnTo>
                  <a:lnTo>
                    <a:pt x="4193915" y="1055945"/>
                  </a:lnTo>
                  <a:lnTo>
                    <a:pt x="4194009" y="1055945"/>
                  </a:lnTo>
                  <a:lnTo>
                    <a:pt x="4194103" y="1055945"/>
                  </a:lnTo>
                  <a:lnTo>
                    <a:pt x="4194197" y="1055945"/>
                  </a:lnTo>
                  <a:lnTo>
                    <a:pt x="4194291" y="1055945"/>
                  </a:lnTo>
                  <a:lnTo>
                    <a:pt x="4194385" y="1055945"/>
                  </a:lnTo>
                  <a:lnTo>
                    <a:pt x="4194385" y="1051034"/>
                  </a:lnTo>
                  <a:lnTo>
                    <a:pt x="4194480" y="1051034"/>
                  </a:lnTo>
                  <a:lnTo>
                    <a:pt x="4194574" y="1051034"/>
                  </a:lnTo>
                  <a:lnTo>
                    <a:pt x="4194668" y="1051034"/>
                  </a:lnTo>
                  <a:lnTo>
                    <a:pt x="4194762" y="1051034"/>
                  </a:lnTo>
                  <a:lnTo>
                    <a:pt x="4194856" y="1051034"/>
                  </a:lnTo>
                  <a:lnTo>
                    <a:pt x="4194950" y="1051034"/>
                  </a:lnTo>
                  <a:lnTo>
                    <a:pt x="4195044" y="1051034"/>
                  </a:lnTo>
                  <a:lnTo>
                    <a:pt x="4195139" y="1051034"/>
                  </a:lnTo>
                  <a:lnTo>
                    <a:pt x="4195233" y="1051034"/>
                  </a:lnTo>
                  <a:lnTo>
                    <a:pt x="4195327" y="1051034"/>
                  </a:lnTo>
                  <a:lnTo>
                    <a:pt x="4195421" y="1051034"/>
                  </a:lnTo>
                  <a:lnTo>
                    <a:pt x="4195515" y="1051034"/>
                  </a:lnTo>
                  <a:lnTo>
                    <a:pt x="4195609" y="1051034"/>
                  </a:lnTo>
                  <a:lnTo>
                    <a:pt x="4195704" y="1051034"/>
                  </a:lnTo>
                  <a:lnTo>
                    <a:pt x="4195798" y="1051034"/>
                  </a:lnTo>
                  <a:lnTo>
                    <a:pt x="4195798" y="1046122"/>
                  </a:lnTo>
                  <a:lnTo>
                    <a:pt x="4195892" y="1046122"/>
                  </a:lnTo>
                  <a:lnTo>
                    <a:pt x="4195986" y="1046122"/>
                  </a:lnTo>
                  <a:lnTo>
                    <a:pt x="4196080" y="1046122"/>
                  </a:lnTo>
                  <a:lnTo>
                    <a:pt x="4196174" y="1046122"/>
                  </a:lnTo>
                  <a:lnTo>
                    <a:pt x="4196268" y="1046122"/>
                  </a:lnTo>
                  <a:lnTo>
                    <a:pt x="4196363" y="1046122"/>
                  </a:lnTo>
                  <a:lnTo>
                    <a:pt x="4196363" y="1041211"/>
                  </a:lnTo>
                  <a:lnTo>
                    <a:pt x="4196457" y="1041211"/>
                  </a:lnTo>
                  <a:lnTo>
                    <a:pt x="4196551" y="1041211"/>
                  </a:lnTo>
                  <a:lnTo>
                    <a:pt x="4196645" y="1041211"/>
                  </a:lnTo>
                  <a:lnTo>
                    <a:pt x="4196739" y="1041211"/>
                  </a:lnTo>
                  <a:lnTo>
                    <a:pt x="4196833" y="1041211"/>
                  </a:lnTo>
                  <a:lnTo>
                    <a:pt x="4196927" y="1041211"/>
                  </a:lnTo>
                  <a:lnTo>
                    <a:pt x="4197022" y="1041211"/>
                  </a:lnTo>
                  <a:lnTo>
                    <a:pt x="4197116" y="1041211"/>
                  </a:lnTo>
                  <a:lnTo>
                    <a:pt x="4197210" y="1041211"/>
                  </a:lnTo>
                  <a:lnTo>
                    <a:pt x="4197304" y="1041211"/>
                  </a:lnTo>
                  <a:lnTo>
                    <a:pt x="4197398" y="1041211"/>
                  </a:lnTo>
                  <a:lnTo>
                    <a:pt x="4197492" y="1041211"/>
                  </a:lnTo>
                  <a:lnTo>
                    <a:pt x="4197587" y="1041211"/>
                  </a:lnTo>
                  <a:lnTo>
                    <a:pt x="4197681" y="1041211"/>
                  </a:lnTo>
                  <a:lnTo>
                    <a:pt x="4197775" y="1041211"/>
                  </a:lnTo>
                  <a:lnTo>
                    <a:pt x="4197869" y="1041211"/>
                  </a:lnTo>
                  <a:lnTo>
                    <a:pt x="4197963" y="1041211"/>
                  </a:lnTo>
                  <a:lnTo>
                    <a:pt x="4198057" y="1041211"/>
                  </a:lnTo>
                  <a:lnTo>
                    <a:pt x="4198151" y="1041211"/>
                  </a:lnTo>
                  <a:lnTo>
                    <a:pt x="4198246" y="1041211"/>
                  </a:lnTo>
                  <a:lnTo>
                    <a:pt x="4198340" y="1041211"/>
                  </a:lnTo>
                  <a:lnTo>
                    <a:pt x="4198434" y="1041211"/>
                  </a:lnTo>
                  <a:lnTo>
                    <a:pt x="4198528" y="1041211"/>
                  </a:lnTo>
                  <a:lnTo>
                    <a:pt x="4198622" y="1041211"/>
                  </a:lnTo>
                  <a:lnTo>
                    <a:pt x="4198716" y="1041211"/>
                  </a:lnTo>
                  <a:lnTo>
                    <a:pt x="4198811" y="1041211"/>
                  </a:lnTo>
                  <a:lnTo>
                    <a:pt x="4198905" y="1041211"/>
                  </a:lnTo>
                  <a:lnTo>
                    <a:pt x="4198999" y="1041211"/>
                  </a:lnTo>
                  <a:lnTo>
                    <a:pt x="4199093" y="1041211"/>
                  </a:lnTo>
                  <a:lnTo>
                    <a:pt x="4199187" y="1041211"/>
                  </a:lnTo>
                  <a:lnTo>
                    <a:pt x="4199281" y="1041211"/>
                  </a:lnTo>
                  <a:lnTo>
                    <a:pt x="4199375" y="1041211"/>
                  </a:lnTo>
                  <a:lnTo>
                    <a:pt x="4199470" y="1041211"/>
                  </a:lnTo>
                  <a:lnTo>
                    <a:pt x="4199564" y="1041211"/>
                  </a:lnTo>
                  <a:lnTo>
                    <a:pt x="4199658" y="1041211"/>
                  </a:lnTo>
                  <a:lnTo>
                    <a:pt x="4199752" y="1041211"/>
                  </a:lnTo>
                  <a:lnTo>
                    <a:pt x="4199846" y="1041211"/>
                  </a:lnTo>
                  <a:lnTo>
                    <a:pt x="4199940" y="1041211"/>
                  </a:lnTo>
                  <a:lnTo>
                    <a:pt x="4200035" y="1041211"/>
                  </a:lnTo>
                  <a:lnTo>
                    <a:pt x="4200129" y="1041211"/>
                  </a:lnTo>
                  <a:lnTo>
                    <a:pt x="4200223" y="1041211"/>
                  </a:lnTo>
                  <a:lnTo>
                    <a:pt x="4200317" y="1041211"/>
                  </a:lnTo>
                  <a:lnTo>
                    <a:pt x="4200411" y="1041211"/>
                  </a:lnTo>
                  <a:lnTo>
                    <a:pt x="4200505" y="1041211"/>
                  </a:lnTo>
                  <a:lnTo>
                    <a:pt x="4200599" y="1041211"/>
                  </a:lnTo>
                  <a:lnTo>
                    <a:pt x="4200694" y="1041211"/>
                  </a:lnTo>
                  <a:lnTo>
                    <a:pt x="4200788" y="1041211"/>
                  </a:lnTo>
                  <a:lnTo>
                    <a:pt x="4200882" y="1041211"/>
                  </a:lnTo>
                  <a:lnTo>
                    <a:pt x="4200976" y="1041211"/>
                  </a:lnTo>
                  <a:lnTo>
                    <a:pt x="4201070" y="1041211"/>
                  </a:lnTo>
                  <a:lnTo>
                    <a:pt x="4201164" y="1041211"/>
                  </a:lnTo>
                  <a:lnTo>
                    <a:pt x="4201258" y="1041211"/>
                  </a:lnTo>
                  <a:lnTo>
                    <a:pt x="4201353" y="1041211"/>
                  </a:lnTo>
                  <a:lnTo>
                    <a:pt x="4201447" y="1041211"/>
                  </a:lnTo>
                  <a:lnTo>
                    <a:pt x="4201541" y="1041211"/>
                  </a:lnTo>
                  <a:lnTo>
                    <a:pt x="4201635" y="1041211"/>
                  </a:lnTo>
                  <a:lnTo>
                    <a:pt x="4201729" y="1041211"/>
                  </a:lnTo>
                  <a:lnTo>
                    <a:pt x="4201823" y="1041211"/>
                  </a:lnTo>
                  <a:lnTo>
                    <a:pt x="4201918" y="1041211"/>
                  </a:lnTo>
                  <a:lnTo>
                    <a:pt x="4202012" y="1041211"/>
                  </a:lnTo>
                  <a:lnTo>
                    <a:pt x="4202106" y="1041211"/>
                  </a:lnTo>
                  <a:lnTo>
                    <a:pt x="4202200" y="1041211"/>
                  </a:lnTo>
                  <a:lnTo>
                    <a:pt x="4202294" y="1041211"/>
                  </a:lnTo>
                  <a:lnTo>
                    <a:pt x="4202388" y="1041211"/>
                  </a:lnTo>
                  <a:lnTo>
                    <a:pt x="4202482" y="1041211"/>
                  </a:lnTo>
                  <a:lnTo>
                    <a:pt x="4202577" y="1041211"/>
                  </a:lnTo>
                  <a:lnTo>
                    <a:pt x="4202671" y="1041211"/>
                  </a:lnTo>
                  <a:lnTo>
                    <a:pt x="4202765" y="1041211"/>
                  </a:lnTo>
                  <a:lnTo>
                    <a:pt x="4202859" y="1041211"/>
                  </a:lnTo>
                  <a:lnTo>
                    <a:pt x="4202953" y="1041211"/>
                  </a:lnTo>
                  <a:lnTo>
                    <a:pt x="4203047" y="1041211"/>
                  </a:lnTo>
                  <a:lnTo>
                    <a:pt x="4203142" y="1041211"/>
                  </a:lnTo>
                  <a:lnTo>
                    <a:pt x="4203236" y="1041211"/>
                  </a:lnTo>
                  <a:lnTo>
                    <a:pt x="4203330" y="1041211"/>
                  </a:lnTo>
                  <a:lnTo>
                    <a:pt x="4203424" y="1041211"/>
                  </a:lnTo>
                  <a:lnTo>
                    <a:pt x="4203518" y="1041211"/>
                  </a:lnTo>
                  <a:lnTo>
                    <a:pt x="4203612" y="1041211"/>
                  </a:lnTo>
                  <a:lnTo>
                    <a:pt x="4203706" y="1041211"/>
                  </a:lnTo>
                  <a:lnTo>
                    <a:pt x="4203801" y="1041211"/>
                  </a:lnTo>
                  <a:lnTo>
                    <a:pt x="4203895" y="1041211"/>
                  </a:lnTo>
                  <a:lnTo>
                    <a:pt x="4203989" y="1041211"/>
                  </a:lnTo>
                  <a:lnTo>
                    <a:pt x="4204083" y="1041211"/>
                  </a:lnTo>
                  <a:lnTo>
                    <a:pt x="4204177" y="1041211"/>
                  </a:lnTo>
                  <a:lnTo>
                    <a:pt x="4204271" y="1041211"/>
                  </a:lnTo>
                  <a:lnTo>
                    <a:pt x="4204366" y="1041211"/>
                  </a:lnTo>
                  <a:lnTo>
                    <a:pt x="4204460" y="1041211"/>
                  </a:lnTo>
                  <a:lnTo>
                    <a:pt x="4204554" y="1041211"/>
                  </a:lnTo>
                  <a:lnTo>
                    <a:pt x="4204648" y="1041211"/>
                  </a:lnTo>
                  <a:lnTo>
                    <a:pt x="4204742" y="1041211"/>
                  </a:lnTo>
                  <a:lnTo>
                    <a:pt x="4204742" y="1036300"/>
                  </a:lnTo>
                  <a:lnTo>
                    <a:pt x="4204836" y="1036300"/>
                  </a:lnTo>
                  <a:lnTo>
                    <a:pt x="4204930" y="1036300"/>
                  </a:lnTo>
                  <a:lnTo>
                    <a:pt x="4205025" y="1036300"/>
                  </a:lnTo>
                  <a:lnTo>
                    <a:pt x="4205119" y="1036300"/>
                  </a:lnTo>
                  <a:lnTo>
                    <a:pt x="4205213" y="1036300"/>
                  </a:lnTo>
                  <a:lnTo>
                    <a:pt x="4205307" y="1036300"/>
                  </a:lnTo>
                  <a:lnTo>
                    <a:pt x="4205401" y="1036300"/>
                  </a:lnTo>
                  <a:lnTo>
                    <a:pt x="4205495" y="1036300"/>
                  </a:lnTo>
                  <a:lnTo>
                    <a:pt x="4205589" y="1036300"/>
                  </a:lnTo>
                  <a:lnTo>
                    <a:pt x="4205684" y="1036300"/>
                  </a:lnTo>
                  <a:lnTo>
                    <a:pt x="4205778" y="1036300"/>
                  </a:lnTo>
                  <a:lnTo>
                    <a:pt x="4205872" y="1036300"/>
                  </a:lnTo>
                  <a:lnTo>
                    <a:pt x="4205966" y="1036300"/>
                  </a:lnTo>
                  <a:lnTo>
                    <a:pt x="4206060" y="1036300"/>
                  </a:lnTo>
                  <a:lnTo>
                    <a:pt x="4206154" y="1036300"/>
                  </a:lnTo>
                  <a:lnTo>
                    <a:pt x="4206249" y="1036300"/>
                  </a:lnTo>
                  <a:lnTo>
                    <a:pt x="4206343" y="1036300"/>
                  </a:lnTo>
                  <a:lnTo>
                    <a:pt x="4206437" y="1036300"/>
                  </a:lnTo>
                  <a:lnTo>
                    <a:pt x="4206531" y="1036300"/>
                  </a:lnTo>
                  <a:lnTo>
                    <a:pt x="4206625" y="1036300"/>
                  </a:lnTo>
                  <a:lnTo>
                    <a:pt x="4206625" y="1031388"/>
                  </a:lnTo>
                  <a:lnTo>
                    <a:pt x="4206719" y="1031388"/>
                  </a:lnTo>
                  <a:lnTo>
                    <a:pt x="4206813" y="1031388"/>
                  </a:lnTo>
                  <a:lnTo>
                    <a:pt x="4206908" y="1031388"/>
                  </a:lnTo>
                  <a:lnTo>
                    <a:pt x="4207002" y="1031388"/>
                  </a:lnTo>
                  <a:lnTo>
                    <a:pt x="4207096" y="1031388"/>
                  </a:lnTo>
                  <a:lnTo>
                    <a:pt x="4207190" y="1031388"/>
                  </a:lnTo>
                  <a:lnTo>
                    <a:pt x="4207284" y="1031388"/>
                  </a:lnTo>
                  <a:lnTo>
                    <a:pt x="4207378" y="1031388"/>
                  </a:lnTo>
                  <a:lnTo>
                    <a:pt x="4207473" y="1031388"/>
                  </a:lnTo>
                  <a:lnTo>
                    <a:pt x="4207567" y="1031388"/>
                  </a:lnTo>
                  <a:lnTo>
                    <a:pt x="4207661" y="1031388"/>
                  </a:lnTo>
                  <a:lnTo>
                    <a:pt x="4207755" y="1031388"/>
                  </a:lnTo>
                  <a:lnTo>
                    <a:pt x="4207849" y="1031388"/>
                  </a:lnTo>
                  <a:lnTo>
                    <a:pt x="4207943" y="1031388"/>
                  </a:lnTo>
                  <a:lnTo>
                    <a:pt x="4208037" y="1031388"/>
                  </a:lnTo>
                  <a:lnTo>
                    <a:pt x="4208132" y="1031388"/>
                  </a:lnTo>
                  <a:lnTo>
                    <a:pt x="4208226" y="1031388"/>
                  </a:lnTo>
                  <a:lnTo>
                    <a:pt x="4208320" y="1031388"/>
                  </a:lnTo>
                  <a:lnTo>
                    <a:pt x="4208414" y="1031388"/>
                  </a:lnTo>
                  <a:lnTo>
                    <a:pt x="4208508" y="1031388"/>
                  </a:lnTo>
                  <a:lnTo>
                    <a:pt x="4208602" y="1031388"/>
                  </a:lnTo>
                  <a:lnTo>
                    <a:pt x="4208697" y="1031388"/>
                  </a:lnTo>
                  <a:lnTo>
                    <a:pt x="4208791" y="1031388"/>
                  </a:lnTo>
                  <a:lnTo>
                    <a:pt x="4208885" y="1031388"/>
                  </a:lnTo>
                  <a:lnTo>
                    <a:pt x="4208979" y="1031388"/>
                  </a:lnTo>
                  <a:lnTo>
                    <a:pt x="4209073" y="1031388"/>
                  </a:lnTo>
                  <a:lnTo>
                    <a:pt x="4209167" y="1031388"/>
                  </a:lnTo>
                  <a:lnTo>
                    <a:pt x="4209261" y="1031388"/>
                  </a:lnTo>
                  <a:lnTo>
                    <a:pt x="4209356" y="1031388"/>
                  </a:lnTo>
                  <a:lnTo>
                    <a:pt x="4209450" y="1031388"/>
                  </a:lnTo>
                  <a:lnTo>
                    <a:pt x="4209544" y="1031388"/>
                  </a:lnTo>
                  <a:lnTo>
                    <a:pt x="4209638" y="1031388"/>
                  </a:lnTo>
                  <a:lnTo>
                    <a:pt x="4209732" y="1031388"/>
                  </a:lnTo>
                  <a:lnTo>
                    <a:pt x="4209826" y="1031388"/>
                  </a:lnTo>
                  <a:lnTo>
                    <a:pt x="4209920" y="1031388"/>
                  </a:lnTo>
                  <a:lnTo>
                    <a:pt x="4210015" y="1031388"/>
                  </a:lnTo>
                  <a:lnTo>
                    <a:pt x="4210109" y="1031388"/>
                  </a:lnTo>
                  <a:lnTo>
                    <a:pt x="4210203" y="1031388"/>
                  </a:lnTo>
                  <a:lnTo>
                    <a:pt x="4210297" y="1031388"/>
                  </a:lnTo>
                  <a:lnTo>
                    <a:pt x="4210391" y="1031388"/>
                  </a:lnTo>
                  <a:lnTo>
                    <a:pt x="4210485" y="1031388"/>
                  </a:lnTo>
                  <a:lnTo>
                    <a:pt x="4210580" y="1031388"/>
                  </a:lnTo>
                  <a:lnTo>
                    <a:pt x="4210674" y="1031388"/>
                  </a:lnTo>
                  <a:lnTo>
                    <a:pt x="4210768" y="1031388"/>
                  </a:lnTo>
                  <a:lnTo>
                    <a:pt x="4210862" y="1031388"/>
                  </a:lnTo>
                  <a:lnTo>
                    <a:pt x="4210956" y="1031388"/>
                  </a:lnTo>
                  <a:lnTo>
                    <a:pt x="4211050" y="1031388"/>
                  </a:lnTo>
                  <a:lnTo>
                    <a:pt x="4211144" y="1031388"/>
                  </a:lnTo>
                  <a:lnTo>
                    <a:pt x="4211239" y="1031388"/>
                  </a:lnTo>
                  <a:lnTo>
                    <a:pt x="4211333" y="1031388"/>
                  </a:lnTo>
                  <a:lnTo>
                    <a:pt x="4211427" y="1031388"/>
                  </a:lnTo>
                  <a:lnTo>
                    <a:pt x="4211521" y="1031388"/>
                  </a:lnTo>
                  <a:lnTo>
                    <a:pt x="4211615" y="1031388"/>
                  </a:lnTo>
                  <a:lnTo>
                    <a:pt x="4211709" y="1031388"/>
                  </a:lnTo>
                  <a:lnTo>
                    <a:pt x="4211804" y="1031388"/>
                  </a:lnTo>
                  <a:lnTo>
                    <a:pt x="4211898" y="1031388"/>
                  </a:lnTo>
                  <a:lnTo>
                    <a:pt x="4211992" y="1031388"/>
                  </a:lnTo>
                  <a:lnTo>
                    <a:pt x="4212086" y="1031388"/>
                  </a:lnTo>
                  <a:lnTo>
                    <a:pt x="4212180" y="1031388"/>
                  </a:lnTo>
                  <a:lnTo>
                    <a:pt x="4212274" y="1031388"/>
                  </a:lnTo>
                  <a:lnTo>
                    <a:pt x="4212368" y="1031388"/>
                  </a:lnTo>
                  <a:lnTo>
                    <a:pt x="4212463" y="1031388"/>
                  </a:lnTo>
                  <a:lnTo>
                    <a:pt x="4212463" y="1026477"/>
                  </a:lnTo>
                  <a:lnTo>
                    <a:pt x="4212557" y="1026477"/>
                  </a:lnTo>
                  <a:lnTo>
                    <a:pt x="4212651" y="1026477"/>
                  </a:lnTo>
                  <a:lnTo>
                    <a:pt x="4212745" y="1026477"/>
                  </a:lnTo>
                  <a:lnTo>
                    <a:pt x="4212839" y="1026477"/>
                  </a:lnTo>
                  <a:lnTo>
                    <a:pt x="4212933" y="1026477"/>
                  </a:lnTo>
                  <a:lnTo>
                    <a:pt x="4213028" y="1026477"/>
                  </a:lnTo>
                  <a:lnTo>
                    <a:pt x="4213122" y="1026477"/>
                  </a:lnTo>
                  <a:lnTo>
                    <a:pt x="4213216" y="1026477"/>
                  </a:lnTo>
                  <a:lnTo>
                    <a:pt x="4213310" y="1026477"/>
                  </a:lnTo>
                  <a:lnTo>
                    <a:pt x="4213404" y="1026477"/>
                  </a:lnTo>
                  <a:lnTo>
                    <a:pt x="4213498" y="1026477"/>
                  </a:lnTo>
                  <a:lnTo>
                    <a:pt x="4213592" y="1026477"/>
                  </a:lnTo>
                  <a:lnTo>
                    <a:pt x="4213687" y="1026477"/>
                  </a:lnTo>
                  <a:lnTo>
                    <a:pt x="4213781" y="1026477"/>
                  </a:lnTo>
                  <a:lnTo>
                    <a:pt x="4213875" y="1026477"/>
                  </a:lnTo>
                  <a:lnTo>
                    <a:pt x="4213969" y="1026477"/>
                  </a:lnTo>
                  <a:lnTo>
                    <a:pt x="4214063" y="1026477"/>
                  </a:lnTo>
                  <a:lnTo>
                    <a:pt x="4214157" y="1026477"/>
                  </a:lnTo>
                  <a:lnTo>
                    <a:pt x="4214251" y="1026477"/>
                  </a:lnTo>
                  <a:lnTo>
                    <a:pt x="4214346" y="1026477"/>
                  </a:lnTo>
                  <a:lnTo>
                    <a:pt x="4214440" y="1026477"/>
                  </a:lnTo>
                  <a:lnTo>
                    <a:pt x="4214534" y="1026477"/>
                  </a:lnTo>
                  <a:lnTo>
                    <a:pt x="4214628" y="1026477"/>
                  </a:lnTo>
                  <a:lnTo>
                    <a:pt x="4214722" y="1026477"/>
                  </a:lnTo>
                  <a:lnTo>
                    <a:pt x="4214722" y="1021565"/>
                  </a:lnTo>
                  <a:lnTo>
                    <a:pt x="4214816" y="1021565"/>
                  </a:lnTo>
                  <a:lnTo>
                    <a:pt x="4214911" y="1021565"/>
                  </a:lnTo>
                  <a:lnTo>
                    <a:pt x="4215005" y="1021565"/>
                  </a:lnTo>
                  <a:lnTo>
                    <a:pt x="4215099" y="1021565"/>
                  </a:lnTo>
                  <a:lnTo>
                    <a:pt x="4215193" y="1021565"/>
                  </a:lnTo>
                  <a:lnTo>
                    <a:pt x="4215287" y="1021565"/>
                  </a:lnTo>
                  <a:lnTo>
                    <a:pt x="4215381" y="1021565"/>
                  </a:lnTo>
                  <a:lnTo>
                    <a:pt x="4215475" y="1021565"/>
                  </a:lnTo>
                  <a:lnTo>
                    <a:pt x="4215570" y="1021565"/>
                  </a:lnTo>
                  <a:lnTo>
                    <a:pt x="4215664" y="1021565"/>
                  </a:lnTo>
                  <a:lnTo>
                    <a:pt x="4215758" y="1021565"/>
                  </a:lnTo>
                  <a:lnTo>
                    <a:pt x="4215852" y="1021565"/>
                  </a:lnTo>
                  <a:lnTo>
                    <a:pt x="4215946" y="1021565"/>
                  </a:lnTo>
                  <a:lnTo>
                    <a:pt x="4216040" y="1021565"/>
                  </a:lnTo>
                  <a:lnTo>
                    <a:pt x="4216135" y="1021565"/>
                  </a:lnTo>
                  <a:lnTo>
                    <a:pt x="4216229" y="1021565"/>
                  </a:lnTo>
                  <a:lnTo>
                    <a:pt x="4216323" y="1021565"/>
                  </a:lnTo>
                  <a:lnTo>
                    <a:pt x="4216417" y="1021565"/>
                  </a:lnTo>
                  <a:lnTo>
                    <a:pt x="4216511" y="1021565"/>
                  </a:lnTo>
                  <a:lnTo>
                    <a:pt x="4216605" y="1021565"/>
                  </a:lnTo>
                  <a:lnTo>
                    <a:pt x="4216699" y="1021565"/>
                  </a:lnTo>
                  <a:lnTo>
                    <a:pt x="4216794" y="1021565"/>
                  </a:lnTo>
                  <a:lnTo>
                    <a:pt x="4216888" y="1021565"/>
                  </a:lnTo>
                  <a:lnTo>
                    <a:pt x="4216982" y="1021565"/>
                  </a:lnTo>
                  <a:lnTo>
                    <a:pt x="4217076" y="1021565"/>
                  </a:lnTo>
                  <a:lnTo>
                    <a:pt x="4217170" y="1021565"/>
                  </a:lnTo>
                  <a:lnTo>
                    <a:pt x="4217264" y="1021565"/>
                  </a:lnTo>
                  <a:lnTo>
                    <a:pt x="4217359" y="1021565"/>
                  </a:lnTo>
                  <a:lnTo>
                    <a:pt x="4217453" y="1021565"/>
                  </a:lnTo>
                  <a:lnTo>
                    <a:pt x="4217547" y="1021565"/>
                  </a:lnTo>
                  <a:lnTo>
                    <a:pt x="4217641" y="1021565"/>
                  </a:lnTo>
                  <a:lnTo>
                    <a:pt x="4217735" y="1021565"/>
                  </a:lnTo>
                  <a:lnTo>
                    <a:pt x="4217829" y="1021565"/>
                  </a:lnTo>
                  <a:lnTo>
                    <a:pt x="4217923" y="1021565"/>
                  </a:lnTo>
                  <a:lnTo>
                    <a:pt x="4218018" y="1021565"/>
                  </a:lnTo>
                  <a:lnTo>
                    <a:pt x="4218018" y="1016654"/>
                  </a:lnTo>
                  <a:lnTo>
                    <a:pt x="4218112" y="1016654"/>
                  </a:lnTo>
                  <a:lnTo>
                    <a:pt x="4218206" y="1016654"/>
                  </a:lnTo>
                  <a:lnTo>
                    <a:pt x="4218300" y="1016654"/>
                  </a:lnTo>
                  <a:lnTo>
                    <a:pt x="4218394" y="1016654"/>
                  </a:lnTo>
                  <a:lnTo>
                    <a:pt x="4218488" y="1016654"/>
                  </a:lnTo>
                  <a:lnTo>
                    <a:pt x="4218582" y="1016654"/>
                  </a:lnTo>
                  <a:lnTo>
                    <a:pt x="4218677" y="1016654"/>
                  </a:lnTo>
                  <a:lnTo>
                    <a:pt x="4218771" y="1016654"/>
                  </a:lnTo>
                  <a:lnTo>
                    <a:pt x="4218865" y="1016654"/>
                  </a:lnTo>
                  <a:lnTo>
                    <a:pt x="4218959" y="1016654"/>
                  </a:lnTo>
                  <a:lnTo>
                    <a:pt x="4219053" y="1016654"/>
                  </a:lnTo>
                  <a:lnTo>
                    <a:pt x="4219147" y="1016654"/>
                  </a:lnTo>
                  <a:lnTo>
                    <a:pt x="4219242" y="1016654"/>
                  </a:lnTo>
                  <a:lnTo>
                    <a:pt x="4219336" y="1016654"/>
                  </a:lnTo>
                  <a:lnTo>
                    <a:pt x="4219430" y="1016654"/>
                  </a:lnTo>
                  <a:lnTo>
                    <a:pt x="4219524" y="1016654"/>
                  </a:lnTo>
                  <a:lnTo>
                    <a:pt x="4219618" y="1016654"/>
                  </a:lnTo>
                  <a:lnTo>
                    <a:pt x="4219712" y="1016654"/>
                  </a:lnTo>
                  <a:lnTo>
                    <a:pt x="4219806" y="1016654"/>
                  </a:lnTo>
                  <a:lnTo>
                    <a:pt x="4219901" y="1016654"/>
                  </a:lnTo>
                  <a:lnTo>
                    <a:pt x="4219995" y="1016654"/>
                  </a:lnTo>
                  <a:lnTo>
                    <a:pt x="4220089" y="1016654"/>
                  </a:lnTo>
                  <a:lnTo>
                    <a:pt x="4220183" y="1016654"/>
                  </a:lnTo>
                  <a:lnTo>
                    <a:pt x="4220277" y="1016654"/>
                  </a:lnTo>
                  <a:lnTo>
                    <a:pt x="4220371" y="1016654"/>
                  </a:lnTo>
                  <a:lnTo>
                    <a:pt x="4220466" y="1016654"/>
                  </a:lnTo>
                  <a:lnTo>
                    <a:pt x="4220560" y="1016654"/>
                  </a:lnTo>
                  <a:lnTo>
                    <a:pt x="4220654" y="1016654"/>
                  </a:lnTo>
                  <a:lnTo>
                    <a:pt x="4220748" y="1016654"/>
                  </a:lnTo>
                  <a:lnTo>
                    <a:pt x="4220842" y="1016654"/>
                  </a:lnTo>
                  <a:lnTo>
                    <a:pt x="4220936" y="1016654"/>
                  </a:lnTo>
                  <a:lnTo>
                    <a:pt x="4221030" y="1016654"/>
                  </a:lnTo>
                  <a:lnTo>
                    <a:pt x="4221125" y="1016654"/>
                  </a:lnTo>
                  <a:lnTo>
                    <a:pt x="4221219" y="1016654"/>
                  </a:lnTo>
                  <a:lnTo>
                    <a:pt x="4221313" y="1016654"/>
                  </a:lnTo>
                  <a:lnTo>
                    <a:pt x="4221407" y="1016654"/>
                  </a:lnTo>
                  <a:lnTo>
                    <a:pt x="4221501" y="1016654"/>
                  </a:lnTo>
                  <a:lnTo>
                    <a:pt x="4221595" y="1016654"/>
                  </a:lnTo>
                  <a:lnTo>
                    <a:pt x="4221690" y="1016654"/>
                  </a:lnTo>
                  <a:lnTo>
                    <a:pt x="4221784" y="1016654"/>
                  </a:lnTo>
                  <a:lnTo>
                    <a:pt x="4221878" y="1016654"/>
                  </a:lnTo>
                  <a:lnTo>
                    <a:pt x="4221972" y="1016654"/>
                  </a:lnTo>
                  <a:lnTo>
                    <a:pt x="4222066" y="1016654"/>
                  </a:lnTo>
                  <a:lnTo>
                    <a:pt x="4222160" y="1016654"/>
                  </a:lnTo>
                  <a:lnTo>
                    <a:pt x="4222254" y="1016654"/>
                  </a:lnTo>
                  <a:lnTo>
                    <a:pt x="4222349" y="1016654"/>
                  </a:lnTo>
                  <a:lnTo>
                    <a:pt x="4222443" y="1016654"/>
                  </a:lnTo>
                  <a:lnTo>
                    <a:pt x="4222537" y="1016654"/>
                  </a:lnTo>
                  <a:lnTo>
                    <a:pt x="4222631" y="1016654"/>
                  </a:lnTo>
                  <a:lnTo>
                    <a:pt x="4222725" y="1016654"/>
                  </a:lnTo>
                  <a:lnTo>
                    <a:pt x="4222819" y="1016654"/>
                  </a:lnTo>
                  <a:lnTo>
                    <a:pt x="4222913" y="1016654"/>
                  </a:lnTo>
                  <a:lnTo>
                    <a:pt x="4223008" y="1016654"/>
                  </a:lnTo>
                  <a:lnTo>
                    <a:pt x="4223102" y="1016654"/>
                  </a:lnTo>
                  <a:lnTo>
                    <a:pt x="4223196" y="1016654"/>
                  </a:lnTo>
                  <a:lnTo>
                    <a:pt x="4223290" y="1016654"/>
                  </a:lnTo>
                  <a:lnTo>
                    <a:pt x="4223384" y="1016654"/>
                  </a:lnTo>
                  <a:lnTo>
                    <a:pt x="4223478" y="1016654"/>
                  </a:lnTo>
                  <a:lnTo>
                    <a:pt x="4223573" y="1016654"/>
                  </a:lnTo>
                  <a:lnTo>
                    <a:pt x="4223667" y="1016654"/>
                  </a:lnTo>
                  <a:lnTo>
                    <a:pt x="4223761" y="1016654"/>
                  </a:lnTo>
                  <a:lnTo>
                    <a:pt x="4223855" y="1016654"/>
                  </a:lnTo>
                  <a:lnTo>
                    <a:pt x="4223949" y="1016654"/>
                  </a:lnTo>
                  <a:lnTo>
                    <a:pt x="4224043" y="1016654"/>
                  </a:lnTo>
                  <a:lnTo>
                    <a:pt x="4224137" y="1016654"/>
                  </a:lnTo>
                  <a:lnTo>
                    <a:pt x="4224232" y="1016654"/>
                  </a:lnTo>
                  <a:lnTo>
                    <a:pt x="4224326" y="1016654"/>
                  </a:lnTo>
                  <a:lnTo>
                    <a:pt x="4224420" y="1016654"/>
                  </a:lnTo>
                  <a:lnTo>
                    <a:pt x="4224514" y="1016654"/>
                  </a:lnTo>
                  <a:lnTo>
                    <a:pt x="4224608" y="1016654"/>
                  </a:lnTo>
                  <a:lnTo>
                    <a:pt x="4224702" y="1016654"/>
                  </a:lnTo>
                  <a:lnTo>
                    <a:pt x="4224797" y="1016654"/>
                  </a:lnTo>
                  <a:lnTo>
                    <a:pt x="4224891" y="1016654"/>
                  </a:lnTo>
                  <a:lnTo>
                    <a:pt x="4224985" y="1016654"/>
                  </a:lnTo>
                  <a:lnTo>
                    <a:pt x="4225079" y="1016654"/>
                  </a:lnTo>
                  <a:lnTo>
                    <a:pt x="4225173" y="1016654"/>
                  </a:lnTo>
                  <a:lnTo>
                    <a:pt x="4225267" y="1016654"/>
                  </a:lnTo>
                  <a:lnTo>
                    <a:pt x="4225361" y="1016654"/>
                  </a:lnTo>
                  <a:lnTo>
                    <a:pt x="4225456" y="1016654"/>
                  </a:lnTo>
                  <a:lnTo>
                    <a:pt x="4225550" y="1016654"/>
                  </a:lnTo>
                  <a:lnTo>
                    <a:pt x="4225644" y="1016654"/>
                  </a:lnTo>
                  <a:lnTo>
                    <a:pt x="4225738" y="1016654"/>
                  </a:lnTo>
                  <a:lnTo>
                    <a:pt x="4225832" y="1016654"/>
                  </a:lnTo>
                  <a:lnTo>
                    <a:pt x="4225926" y="1016654"/>
                  </a:lnTo>
                  <a:lnTo>
                    <a:pt x="4226021" y="1016654"/>
                  </a:lnTo>
                  <a:lnTo>
                    <a:pt x="4226115" y="1016654"/>
                  </a:lnTo>
                  <a:lnTo>
                    <a:pt x="4226209" y="1016654"/>
                  </a:lnTo>
                  <a:lnTo>
                    <a:pt x="4226303" y="1016654"/>
                  </a:lnTo>
                  <a:lnTo>
                    <a:pt x="4226397" y="1016654"/>
                  </a:lnTo>
                  <a:lnTo>
                    <a:pt x="4226491" y="1016654"/>
                  </a:lnTo>
                  <a:lnTo>
                    <a:pt x="4226585" y="1016654"/>
                  </a:lnTo>
                  <a:lnTo>
                    <a:pt x="4226680" y="1016654"/>
                  </a:lnTo>
                  <a:lnTo>
                    <a:pt x="4226774" y="1016654"/>
                  </a:lnTo>
                  <a:lnTo>
                    <a:pt x="4226868" y="1016654"/>
                  </a:lnTo>
                  <a:lnTo>
                    <a:pt x="4226962" y="1016654"/>
                  </a:lnTo>
                  <a:lnTo>
                    <a:pt x="4227056" y="1016654"/>
                  </a:lnTo>
                  <a:lnTo>
                    <a:pt x="4227150" y="1016654"/>
                  </a:lnTo>
                  <a:lnTo>
                    <a:pt x="4227244" y="1016654"/>
                  </a:lnTo>
                  <a:lnTo>
                    <a:pt x="4227339" y="1016654"/>
                  </a:lnTo>
                  <a:lnTo>
                    <a:pt x="4227433" y="1016654"/>
                  </a:lnTo>
                  <a:lnTo>
                    <a:pt x="4227527" y="1016654"/>
                  </a:lnTo>
                  <a:lnTo>
                    <a:pt x="4227621" y="1016654"/>
                  </a:lnTo>
                  <a:lnTo>
                    <a:pt x="4227715" y="1016654"/>
                  </a:lnTo>
                  <a:lnTo>
                    <a:pt x="4227809" y="1016654"/>
                  </a:lnTo>
                  <a:lnTo>
                    <a:pt x="4227904" y="1016654"/>
                  </a:lnTo>
                  <a:lnTo>
                    <a:pt x="4227998" y="1016654"/>
                  </a:lnTo>
                  <a:lnTo>
                    <a:pt x="4228092" y="1016654"/>
                  </a:lnTo>
                  <a:lnTo>
                    <a:pt x="4228186" y="1016654"/>
                  </a:lnTo>
                  <a:lnTo>
                    <a:pt x="4228280" y="1016654"/>
                  </a:lnTo>
                  <a:lnTo>
                    <a:pt x="4228374" y="1016654"/>
                  </a:lnTo>
                  <a:lnTo>
                    <a:pt x="4228468" y="1016654"/>
                  </a:lnTo>
                  <a:lnTo>
                    <a:pt x="4228563" y="1016654"/>
                  </a:lnTo>
                  <a:lnTo>
                    <a:pt x="4228657" y="1016654"/>
                  </a:lnTo>
                  <a:lnTo>
                    <a:pt x="4228751" y="1016654"/>
                  </a:lnTo>
                  <a:lnTo>
                    <a:pt x="4228845" y="1016654"/>
                  </a:lnTo>
                  <a:lnTo>
                    <a:pt x="4228939" y="1016654"/>
                  </a:lnTo>
                  <a:lnTo>
                    <a:pt x="4229033" y="1016654"/>
                  </a:lnTo>
                  <a:lnTo>
                    <a:pt x="4229128" y="1016654"/>
                  </a:lnTo>
                  <a:lnTo>
                    <a:pt x="4229222" y="1016654"/>
                  </a:lnTo>
                  <a:lnTo>
                    <a:pt x="4229316" y="1016654"/>
                  </a:lnTo>
                  <a:lnTo>
                    <a:pt x="4229410" y="1016654"/>
                  </a:lnTo>
                  <a:lnTo>
                    <a:pt x="4229504" y="1016654"/>
                  </a:lnTo>
                  <a:lnTo>
                    <a:pt x="4229598" y="1016654"/>
                  </a:lnTo>
                  <a:lnTo>
                    <a:pt x="4229692" y="1016654"/>
                  </a:lnTo>
                  <a:lnTo>
                    <a:pt x="4229787" y="1016654"/>
                  </a:lnTo>
                  <a:lnTo>
                    <a:pt x="4229881" y="1016654"/>
                  </a:lnTo>
                  <a:lnTo>
                    <a:pt x="4229975" y="1016654"/>
                  </a:lnTo>
                  <a:lnTo>
                    <a:pt x="4230069" y="1016654"/>
                  </a:lnTo>
                  <a:lnTo>
                    <a:pt x="4230163" y="1016654"/>
                  </a:lnTo>
                  <a:lnTo>
                    <a:pt x="4230257" y="1016654"/>
                  </a:lnTo>
                  <a:lnTo>
                    <a:pt x="4230352" y="1016654"/>
                  </a:lnTo>
                  <a:lnTo>
                    <a:pt x="4230446" y="1016654"/>
                  </a:lnTo>
                  <a:lnTo>
                    <a:pt x="4230540" y="1016654"/>
                  </a:lnTo>
                  <a:lnTo>
                    <a:pt x="4230634" y="1016654"/>
                  </a:lnTo>
                  <a:lnTo>
                    <a:pt x="4230728" y="1016654"/>
                  </a:lnTo>
                  <a:lnTo>
                    <a:pt x="4230822" y="1016654"/>
                  </a:lnTo>
                  <a:lnTo>
                    <a:pt x="4230916" y="1016654"/>
                  </a:lnTo>
                  <a:lnTo>
                    <a:pt x="4231011" y="1016654"/>
                  </a:lnTo>
                  <a:lnTo>
                    <a:pt x="4231105" y="1016654"/>
                  </a:lnTo>
                  <a:lnTo>
                    <a:pt x="4231199" y="1016654"/>
                  </a:lnTo>
                  <a:lnTo>
                    <a:pt x="4231293" y="1016654"/>
                  </a:lnTo>
                  <a:lnTo>
                    <a:pt x="4231387" y="1016654"/>
                  </a:lnTo>
                  <a:lnTo>
                    <a:pt x="4231481" y="1016654"/>
                  </a:lnTo>
                  <a:lnTo>
                    <a:pt x="4231575" y="1016654"/>
                  </a:lnTo>
                  <a:lnTo>
                    <a:pt x="4231670" y="1016654"/>
                  </a:lnTo>
                  <a:lnTo>
                    <a:pt x="4231764" y="1016654"/>
                  </a:lnTo>
                  <a:lnTo>
                    <a:pt x="4231858" y="1016654"/>
                  </a:lnTo>
                  <a:lnTo>
                    <a:pt x="4231858" y="1011743"/>
                  </a:lnTo>
                  <a:lnTo>
                    <a:pt x="4231952" y="1011743"/>
                  </a:lnTo>
                  <a:lnTo>
                    <a:pt x="4232046" y="1011743"/>
                  </a:lnTo>
                  <a:lnTo>
                    <a:pt x="4232140" y="1011743"/>
                  </a:lnTo>
                  <a:lnTo>
                    <a:pt x="4232235" y="1011743"/>
                  </a:lnTo>
                  <a:lnTo>
                    <a:pt x="4232329" y="1011743"/>
                  </a:lnTo>
                  <a:lnTo>
                    <a:pt x="4232423" y="1011743"/>
                  </a:lnTo>
                  <a:lnTo>
                    <a:pt x="4232517" y="1011743"/>
                  </a:lnTo>
                  <a:lnTo>
                    <a:pt x="4232611" y="1011743"/>
                  </a:lnTo>
                  <a:lnTo>
                    <a:pt x="4232705" y="1011743"/>
                  </a:lnTo>
                  <a:lnTo>
                    <a:pt x="4232799" y="1011743"/>
                  </a:lnTo>
                  <a:lnTo>
                    <a:pt x="4232894" y="1011743"/>
                  </a:lnTo>
                  <a:lnTo>
                    <a:pt x="4232988" y="1011743"/>
                  </a:lnTo>
                  <a:lnTo>
                    <a:pt x="4233082" y="1011743"/>
                  </a:lnTo>
                  <a:lnTo>
                    <a:pt x="4233176" y="1011743"/>
                  </a:lnTo>
                  <a:lnTo>
                    <a:pt x="4233270" y="1011743"/>
                  </a:lnTo>
                  <a:lnTo>
                    <a:pt x="4233364" y="1011743"/>
                  </a:lnTo>
                  <a:lnTo>
                    <a:pt x="4233459" y="1011743"/>
                  </a:lnTo>
                  <a:lnTo>
                    <a:pt x="4233553" y="1011743"/>
                  </a:lnTo>
                  <a:lnTo>
                    <a:pt x="4233647" y="1011743"/>
                  </a:lnTo>
                  <a:lnTo>
                    <a:pt x="4233741" y="1011743"/>
                  </a:lnTo>
                  <a:lnTo>
                    <a:pt x="4233835" y="1011743"/>
                  </a:lnTo>
                  <a:lnTo>
                    <a:pt x="4233929" y="1011743"/>
                  </a:lnTo>
                  <a:lnTo>
                    <a:pt x="4234023" y="1011743"/>
                  </a:lnTo>
                  <a:lnTo>
                    <a:pt x="4234118" y="1011743"/>
                  </a:lnTo>
                  <a:lnTo>
                    <a:pt x="4234212" y="1011743"/>
                  </a:lnTo>
                  <a:lnTo>
                    <a:pt x="4234306" y="1011743"/>
                  </a:lnTo>
                  <a:lnTo>
                    <a:pt x="4234400" y="1011743"/>
                  </a:lnTo>
                  <a:lnTo>
                    <a:pt x="4234494" y="1011743"/>
                  </a:lnTo>
                  <a:lnTo>
                    <a:pt x="4234588" y="1011743"/>
                  </a:lnTo>
                  <a:lnTo>
                    <a:pt x="4234683" y="1011743"/>
                  </a:lnTo>
                  <a:lnTo>
                    <a:pt x="4234777" y="1011743"/>
                  </a:lnTo>
                  <a:lnTo>
                    <a:pt x="4234871" y="1011743"/>
                  </a:lnTo>
                  <a:lnTo>
                    <a:pt x="4234965" y="1011743"/>
                  </a:lnTo>
                  <a:lnTo>
                    <a:pt x="4235059" y="1011743"/>
                  </a:lnTo>
                  <a:lnTo>
                    <a:pt x="4235153" y="1011743"/>
                  </a:lnTo>
                  <a:lnTo>
                    <a:pt x="4235247" y="1011743"/>
                  </a:lnTo>
                  <a:lnTo>
                    <a:pt x="4235342" y="1011743"/>
                  </a:lnTo>
                  <a:lnTo>
                    <a:pt x="4235436" y="1011743"/>
                  </a:lnTo>
                  <a:lnTo>
                    <a:pt x="4235530" y="1011743"/>
                  </a:lnTo>
                  <a:lnTo>
                    <a:pt x="4235624" y="1011743"/>
                  </a:lnTo>
                  <a:lnTo>
                    <a:pt x="4235718" y="1011743"/>
                  </a:lnTo>
                  <a:lnTo>
                    <a:pt x="4235812" y="1011743"/>
                  </a:lnTo>
                  <a:lnTo>
                    <a:pt x="4235812" y="1006831"/>
                  </a:lnTo>
                  <a:lnTo>
                    <a:pt x="4235906" y="1006831"/>
                  </a:lnTo>
                  <a:lnTo>
                    <a:pt x="4236001" y="1006831"/>
                  </a:lnTo>
                  <a:lnTo>
                    <a:pt x="4236095" y="1006831"/>
                  </a:lnTo>
                  <a:lnTo>
                    <a:pt x="4236189" y="1006831"/>
                  </a:lnTo>
                  <a:lnTo>
                    <a:pt x="4236283" y="1006831"/>
                  </a:lnTo>
                  <a:lnTo>
                    <a:pt x="4236377" y="1006831"/>
                  </a:lnTo>
                  <a:lnTo>
                    <a:pt x="4236377" y="1001920"/>
                  </a:lnTo>
                  <a:lnTo>
                    <a:pt x="4236471" y="1001920"/>
                  </a:lnTo>
                  <a:lnTo>
                    <a:pt x="4236566" y="1001920"/>
                  </a:lnTo>
                  <a:lnTo>
                    <a:pt x="4236660" y="1001920"/>
                  </a:lnTo>
                  <a:lnTo>
                    <a:pt x="4236754" y="1001920"/>
                  </a:lnTo>
                  <a:lnTo>
                    <a:pt x="4236848" y="1001920"/>
                  </a:lnTo>
                  <a:lnTo>
                    <a:pt x="4236942" y="1001920"/>
                  </a:lnTo>
                  <a:lnTo>
                    <a:pt x="4237036" y="1001920"/>
                  </a:lnTo>
                  <a:lnTo>
                    <a:pt x="4237130" y="1001920"/>
                  </a:lnTo>
                  <a:lnTo>
                    <a:pt x="4237225" y="1001920"/>
                  </a:lnTo>
                  <a:lnTo>
                    <a:pt x="4237319" y="1001920"/>
                  </a:lnTo>
                  <a:lnTo>
                    <a:pt x="4237413" y="1001920"/>
                  </a:lnTo>
                  <a:lnTo>
                    <a:pt x="4237507" y="1001920"/>
                  </a:lnTo>
                  <a:lnTo>
                    <a:pt x="4237601" y="1001920"/>
                  </a:lnTo>
                  <a:lnTo>
                    <a:pt x="4237695" y="1001920"/>
                  </a:lnTo>
                  <a:lnTo>
                    <a:pt x="4237790" y="1001920"/>
                  </a:lnTo>
                  <a:lnTo>
                    <a:pt x="4237884" y="1001920"/>
                  </a:lnTo>
                  <a:lnTo>
                    <a:pt x="4237978" y="1001920"/>
                  </a:lnTo>
                  <a:lnTo>
                    <a:pt x="4238072" y="1001920"/>
                  </a:lnTo>
                  <a:lnTo>
                    <a:pt x="4238166" y="1001920"/>
                  </a:lnTo>
                  <a:lnTo>
                    <a:pt x="4238260" y="1001920"/>
                  </a:lnTo>
                  <a:lnTo>
                    <a:pt x="4238354" y="1001920"/>
                  </a:lnTo>
                  <a:lnTo>
                    <a:pt x="4238449" y="1001920"/>
                  </a:lnTo>
                  <a:lnTo>
                    <a:pt x="4238543" y="1001920"/>
                  </a:lnTo>
                  <a:lnTo>
                    <a:pt x="4238637" y="1001920"/>
                  </a:lnTo>
                  <a:lnTo>
                    <a:pt x="4238731" y="1001920"/>
                  </a:lnTo>
                  <a:lnTo>
                    <a:pt x="4238825" y="1001920"/>
                  </a:lnTo>
                  <a:lnTo>
                    <a:pt x="4238919" y="1001920"/>
                  </a:lnTo>
                  <a:lnTo>
                    <a:pt x="4239014" y="1001920"/>
                  </a:lnTo>
                  <a:lnTo>
                    <a:pt x="4239108" y="1001920"/>
                  </a:lnTo>
                  <a:lnTo>
                    <a:pt x="4239202" y="1001920"/>
                  </a:lnTo>
                  <a:lnTo>
                    <a:pt x="4239296" y="1001920"/>
                  </a:lnTo>
                  <a:lnTo>
                    <a:pt x="4239390" y="1001920"/>
                  </a:lnTo>
                  <a:lnTo>
                    <a:pt x="4239484" y="1001920"/>
                  </a:lnTo>
                  <a:lnTo>
                    <a:pt x="4239578" y="1001920"/>
                  </a:lnTo>
                  <a:lnTo>
                    <a:pt x="4239673" y="1001920"/>
                  </a:lnTo>
                  <a:lnTo>
                    <a:pt x="4239767" y="1001920"/>
                  </a:lnTo>
                  <a:lnTo>
                    <a:pt x="4239861" y="1001920"/>
                  </a:lnTo>
                  <a:lnTo>
                    <a:pt x="4239955" y="1001920"/>
                  </a:lnTo>
                  <a:lnTo>
                    <a:pt x="4240049" y="1001920"/>
                  </a:lnTo>
                  <a:lnTo>
                    <a:pt x="4240143" y="1001920"/>
                  </a:lnTo>
                  <a:lnTo>
                    <a:pt x="4240237" y="1001920"/>
                  </a:lnTo>
                  <a:lnTo>
                    <a:pt x="4240332" y="1001920"/>
                  </a:lnTo>
                  <a:lnTo>
                    <a:pt x="4240426" y="1001920"/>
                  </a:lnTo>
                  <a:lnTo>
                    <a:pt x="4240520" y="1001920"/>
                  </a:lnTo>
                  <a:lnTo>
                    <a:pt x="4240614" y="1001920"/>
                  </a:lnTo>
                  <a:lnTo>
                    <a:pt x="4240708" y="1001920"/>
                  </a:lnTo>
                  <a:lnTo>
                    <a:pt x="4240802" y="1001920"/>
                  </a:lnTo>
                  <a:lnTo>
                    <a:pt x="4240897" y="1001920"/>
                  </a:lnTo>
                  <a:lnTo>
                    <a:pt x="4240991" y="1001920"/>
                  </a:lnTo>
                  <a:lnTo>
                    <a:pt x="4241085" y="1001920"/>
                  </a:lnTo>
                  <a:lnTo>
                    <a:pt x="4241179" y="1001920"/>
                  </a:lnTo>
                  <a:lnTo>
                    <a:pt x="4241179" y="997009"/>
                  </a:lnTo>
                  <a:lnTo>
                    <a:pt x="4241273" y="997009"/>
                  </a:lnTo>
                  <a:lnTo>
                    <a:pt x="4241273" y="992097"/>
                  </a:lnTo>
                  <a:lnTo>
                    <a:pt x="4241367" y="992097"/>
                  </a:lnTo>
                  <a:lnTo>
                    <a:pt x="4241461" y="992097"/>
                  </a:lnTo>
                  <a:lnTo>
                    <a:pt x="4241556" y="992097"/>
                  </a:lnTo>
                  <a:lnTo>
                    <a:pt x="4241650" y="992097"/>
                  </a:lnTo>
                  <a:lnTo>
                    <a:pt x="4241744" y="992097"/>
                  </a:lnTo>
                  <a:lnTo>
                    <a:pt x="4241838" y="992097"/>
                  </a:lnTo>
                  <a:lnTo>
                    <a:pt x="4241932" y="992097"/>
                  </a:lnTo>
                  <a:lnTo>
                    <a:pt x="4242026" y="992097"/>
                  </a:lnTo>
                  <a:lnTo>
                    <a:pt x="4242121" y="992097"/>
                  </a:lnTo>
                  <a:lnTo>
                    <a:pt x="4242215" y="992097"/>
                  </a:lnTo>
                  <a:lnTo>
                    <a:pt x="4242309" y="992097"/>
                  </a:lnTo>
                  <a:lnTo>
                    <a:pt x="4242403" y="992097"/>
                  </a:lnTo>
                  <a:lnTo>
                    <a:pt x="4242497" y="992097"/>
                  </a:lnTo>
                  <a:lnTo>
                    <a:pt x="4242591" y="992097"/>
                  </a:lnTo>
                  <a:lnTo>
                    <a:pt x="4242685" y="992097"/>
                  </a:lnTo>
                  <a:lnTo>
                    <a:pt x="4242780" y="992097"/>
                  </a:lnTo>
                  <a:lnTo>
                    <a:pt x="4242874" y="992097"/>
                  </a:lnTo>
                  <a:lnTo>
                    <a:pt x="4242968" y="992097"/>
                  </a:lnTo>
                  <a:lnTo>
                    <a:pt x="4243062" y="992097"/>
                  </a:lnTo>
                  <a:lnTo>
                    <a:pt x="4243156" y="992097"/>
                  </a:lnTo>
                  <a:lnTo>
                    <a:pt x="4243250" y="992097"/>
                  </a:lnTo>
                  <a:lnTo>
                    <a:pt x="4243345" y="992097"/>
                  </a:lnTo>
                  <a:lnTo>
                    <a:pt x="4243439" y="992097"/>
                  </a:lnTo>
                  <a:lnTo>
                    <a:pt x="4243533" y="992097"/>
                  </a:lnTo>
                  <a:lnTo>
                    <a:pt x="4243627" y="992097"/>
                  </a:lnTo>
                  <a:lnTo>
                    <a:pt x="4243721" y="992097"/>
                  </a:lnTo>
                  <a:lnTo>
                    <a:pt x="4243815" y="992097"/>
                  </a:lnTo>
                  <a:lnTo>
                    <a:pt x="4243909" y="992097"/>
                  </a:lnTo>
                  <a:lnTo>
                    <a:pt x="4244004" y="992097"/>
                  </a:lnTo>
                  <a:lnTo>
                    <a:pt x="4244098" y="992097"/>
                  </a:lnTo>
                  <a:lnTo>
                    <a:pt x="4244192" y="992097"/>
                  </a:lnTo>
                  <a:lnTo>
                    <a:pt x="4244286" y="992097"/>
                  </a:lnTo>
                  <a:lnTo>
                    <a:pt x="4244380" y="992097"/>
                  </a:lnTo>
                  <a:lnTo>
                    <a:pt x="4244474" y="992097"/>
                  </a:lnTo>
                  <a:lnTo>
                    <a:pt x="4244568" y="992097"/>
                  </a:lnTo>
                  <a:lnTo>
                    <a:pt x="4244663" y="992097"/>
                  </a:lnTo>
                  <a:lnTo>
                    <a:pt x="4244757" y="992097"/>
                  </a:lnTo>
                  <a:lnTo>
                    <a:pt x="4244851" y="992097"/>
                  </a:lnTo>
                  <a:lnTo>
                    <a:pt x="4244945" y="992097"/>
                  </a:lnTo>
                  <a:lnTo>
                    <a:pt x="4245039" y="992097"/>
                  </a:lnTo>
                  <a:lnTo>
                    <a:pt x="4245133" y="992097"/>
                  </a:lnTo>
                  <a:lnTo>
                    <a:pt x="4245228" y="992097"/>
                  </a:lnTo>
                  <a:lnTo>
                    <a:pt x="4245322" y="992097"/>
                  </a:lnTo>
                  <a:lnTo>
                    <a:pt x="4245416" y="992097"/>
                  </a:lnTo>
                  <a:lnTo>
                    <a:pt x="4245510" y="992097"/>
                  </a:lnTo>
                  <a:lnTo>
                    <a:pt x="4245604" y="992097"/>
                  </a:lnTo>
                  <a:lnTo>
                    <a:pt x="4245698" y="992097"/>
                  </a:lnTo>
                  <a:lnTo>
                    <a:pt x="4245792" y="992097"/>
                  </a:lnTo>
                  <a:lnTo>
                    <a:pt x="4245887" y="992097"/>
                  </a:lnTo>
                  <a:lnTo>
                    <a:pt x="4245981" y="992097"/>
                  </a:lnTo>
                  <a:lnTo>
                    <a:pt x="4246075" y="992097"/>
                  </a:lnTo>
                  <a:lnTo>
                    <a:pt x="4246169" y="992097"/>
                  </a:lnTo>
                  <a:lnTo>
                    <a:pt x="4246263" y="992097"/>
                  </a:lnTo>
                  <a:lnTo>
                    <a:pt x="4246357" y="992097"/>
                  </a:lnTo>
                  <a:lnTo>
                    <a:pt x="4246452" y="992097"/>
                  </a:lnTo>
                  <a:lnTo>
                    <a:pt x="4246546" y="992097"/>
                  </a:lnTo>
                  <a:lnTo>
                    <a:pt x="4246640" y="992097"/>
                  </a:lnTo>
                  <a:lnTo>
                    <a:pt x="4246734" y="992097"/>
                  </a:lnTo>
                  <a:lnTo>
                    <a:pt x="4246828" y="992097"/>
                  </a:lnTo>
                  <a:lnTo>
                    <a:pt x="4246922" y="992097"/>
                  </a:lnTo>
                  <a:lnTo>
                    <a:pt x="4247016" y="992097"/>
                  </a:lnTo>
                  <a:lnTo>
                    <a:pt x="4247111" y="992097"/>
                  </a:lnTo>
                  <a:lnTo>
                    <a:pt x="4247205" y="992097"/>
                  </a:lnTo>
                  <a:lnTo>
                    <a:pt x="4247299" y="992097"/>
                  </a:lnTo>
                  <a:lnTo>
                    <a:pt x="4247393" y="992097"/>
                  </a:lnTo>
                  <a:lnTo>
                    <a:pt x="4247487" y="992097"/>
                  </a:lnTo>
                  <a:lnTo>
                    <a:pt x="4247581" y="992097"/>
                  </a:lnTo>
                  <a:lnTo>
                    <a:pt x="4247676" y="992097"/>
                  </a:lnTo>
                  <a:lnTo>
                    <a:pt x="4247770" y="992097"/>
                  </a:lnTo>
                  <a:lnTo>
                    <a:pt x="4247864" y="992097"/>
                  </a:lnTo>
                  <a:lnTo>
                    <a:pt x="4247958" y="992097"/>
                  </a:lnTo>
                  <a:lnTo>
                    <a:pt x="4248052" y="992097"/>
                  </a:lnTo>
                  <a:lnTo>
                    <a:pt x="4248146" y="992097"/>
                  </a:lnTo>
                  <a:lnTo>
                    <a:pt x="4248240" y="992097"/>
                  </a:lnTo>
                  <a:lnTo>
                    <a:pt x="4248335" y="992097"/>
                  </a:lnTo>
                  <a:lnTo>
                    <a:pt x="4248429" y="992097"/>
                  </a:lnTo>
                  <a:lnTo>
                    <a:pt x="4248523" y="992097"/>
                  </a:lnTo>
                  <a:lnTo>
                    <a:pt x="4248617" y="992097"/>
                  </a:lnTo>
                  <a:lnTo>
                    <a:pt x="4248711" y="992097"/>
                  </a:lnTo>
                  <a:lnTo>
                    <a:pt x="4248805" y="992097"/>
                  </a:lnTo>
                  <a:lnTo>
                    <a:pt x="4248899" y="992097"/>
                  </a:lnTo>
                  <a:lnTo>
                    <a:pt x="4248994" y="992097"/>
                  </a:lnTo>
                  <a:lnTo>
                    <a:pt x="4249088" y="992097"/>
                  </a:lnTo>
                  <a:lnTo>
                    <a:pt x="4249182" y="992097"/>
                  </a:lnTo>
                  <a:lnTo>
                    <a:pt x="4249276" y="992097"/>
                  </a:lnTo>
                  <a:lnTo>
                    <a:pt x="4249370" y="992097"/>
                  </a:lnTo>
                  <a:lnTo>
                    <a:pt x="4249464" y="992097"/>
                  </a:lnTo>
                  <a:lnTo>
                    <a:pt x="4249559" y="992097"/>
                  </a:lnTo>
                  <a:lnTo>
                    <a:pt x="4249653" y="992097"/>
                  </a:lnTo>
                  <a:lnTo>
                    <a:pt x="4249747" y="992097"/>
                  </a:lnTo>
                  <a:lnTo>
                    <a:pt x="4249841" y="992097"/>
                  </a:lnTo>
                  <a:lnTo>
                    <a:pt x="4249935" y="992097"/>
                  </a:lnTo>
                  <a:lnTo>
                    <a:pt x="4250029" y="992097"/>
                  </a:lnTo>
                  <a:lnTo>
                    <a:pt x="4250029" y="987186"/>
                  </a:lnTo>
                  <a:lnTo>
                    <a:pt x="4250123" y="987186"/>
                  </a:lnTo>
                  <a:lnTo>
                    <a:pt x="4250218" y="987186"/>
                  </a:lnTo>
                  <a:lnTo>
                    <a:pt x="4250312" y="987186"/>
                  </a:lnTo>
                  <a:lnTo>
                    <a:pt x="4250406" y="987186"/>
                  </a:lnTo>
                  <a:lnTo>
                    <a:pt x="4250500" y="987186"/>
                  </a:lnTo>
                  <a:lnTo>
                    <a:pt x="4250594" y="987186"/>
                  </a:lnTo>
                  <a:lnTo>
                    <a:pt x="4250688" y="987186"/>
                  </a:lnTo>
                  <a:lnTo>
                    <a:pt x="4250783" y="987186"/>
                  </a:lnTo>
                  <a:lnTo>
                    <a:pt x="4250877" y="987186"/>
                  </a:lnTo>
                  <a:lnTo>
                    <a:pt x="4250971" y="987186"/>
                  </a:lnTo>
                  <a:lnTo>
                    <a:pt x="4251065" y="987186"/>
                  </a:lnTo>
                  <a:lnTo>
                    <a:pt x="4251159" y="987186"/>
                  </a:lnTo>
                  <a:lnTo>
                    <a:pt x="4251253" y="987186"/>
                  </a:lnTo>
                  <a:lnTo>
                    <a:pt x="4251347" y="987186"/>
                  </a:lnTo>
                  <a:lnTo>
                    <a:pt x="4251442" y="987186"/>
                  </a:lnTo>
                  <a:lnTo>
                    <a:pt x="4251536" y="987186"/>
                  </a:lnTo>
                  <a:lnTo>
                    <a:pt x="4251630" y="987186"/>
                  </a:lnTo>
                  <a:lnTo>
                    <a:pt x="4251724" y="987186"/>
                  </a:lnTo>
                  <a:lnTo>
                    <a:pt x="4251818" y="987186"/>
                  </a:lnTo>
                  <a:lnTo>
                    <a:pt x="4251912" y="987186"/>
                  </a:lnTo>
                  <a:lnTo>
                    <a:pt x="4252007" y="987186"/>
                  </a:lnTo>
                  <a:lnTo>
                    <a:pt x="4252101" y="987186"/>
                  </a:lnTo>
                  <a:lnTo>
                    <a:pt x="4252195" y="987186"/>
                  </a:lnTo>
                  <a:lnTo>
                    <a:pt x="4252289" y="987186"/>
                  </a:lnTo>
                  <a:lnTo>
                    <a:pt x="4252383" y="987186"/>
                  </a:lnTo>
                  <a:lnTo>
                    <a:pt x="4252477" y="987186"/>
                  </a:lnTo>
                  <a:lnTo>
                    <a:pt x="4252571" y="987186"/>
                  </a:lnTo>
                  <a:lnTo>
                    <a:pt x="4252666" y="987186"/>
                  </a:lnTo>
                  <a:lnTo>
                    <a:pt x="4252760" y="987186"/>
                  </a:lnTo>
                  <a:lnTo>
                    <a:pt x="4252854" y="987186"/>
                  </a:lnTo>
                  <a:lnTo>
                    <a:pt x="4252948" y="987186"/>
                  </a:lnTo>
                  <a:lnTo>
                    <a:pt x="4253042" y="987186"/>
                  </a:lnTo>
                  <a:lnTo>
                    <a:pt x="4253136" y="987186"/>
                  </a:lnTo>
                  <a:lnTo>
                    <a:pt x="4253230" y="987186"/>
                  </a:lnTo>
                  <a:lnTo>
                    <a:pt x="4253325" y="987186"/>
                  </a:lnTo>
                  <a:lnTo>
                    <a:pt x="4253419" y="987186"/>
                  </a:lnTo>
                  <a:lnTo>
                    <a:pt x="4253513" y="987186"/>
                  </a:lnTo>
                  <a:lnTo>
                    <a:pt x="4253607" y="987186"/>
                  </a:lnTo>
                  <a:lnTo>
                    <a:pt x="4253701" y="987186"/>
                  </a:lnTo>
                  <a:lnTo>
                    <a:pt x="4253795" y="987186"/>
                  </a:lnTo>
                  <a:lnTo>
                    <a:pt x="4253890" y="987186"/>
                  </a:lnTo>
                  <a:lnTo>
                    <a:pt x="4253984" y="987186"/>
                  </a:lnTo>
                  <a:lnTo>
                    <a:pt x="4254078" y="987186"/>
                  </a:lnTo>
                  <a:lnTo>
                    <a:pt x="4254172" y="987186"/>
                  </a:lnTo>
                  <a:lnTo>
                    <a:pt x="4254266" y="987186"/>
                  </a:lnTo>
                  <a:lnTo>
                    <a:pt x="4254360" y="987186"/>
                  </a:lnTo>
                  <a:lnTo>
                    <a:pt x="4254454" y="987186"/>
                  </a:lnTo>
                  <a:lnTo>
                    <a:pt x="4254549" y="987186"/>
                  </a:lnTo>
                  <a:lnTo>
                    <a:pt x="4254643" y="987186"/>
                  </a:lnTo>
                  <a:lnTo>
                    <a:pt x="4254737" y="987186"/>
                  </a:lnTo>
                  <a:lnTo>
                    <a:pt x="4254831" y="987186"/>
                  </a:lnTo>
                  <a:lnTo>
                    <a:pt x="4254925" y="987186"/>
                  </a:lnTo>
                  <a:lnTo>
                    <a:pt x="4255019" y="987186"/>
                  </a:lnTo>
                  <a:lnTo>
                    <a:pt x="4255114" y="987186"/>
                  </a:lnTo>
                  <a:lnTo>
                    <a:pt x="4255208" y="987186"/>
                  </a:lnTo>
                  <a:lnTo>
                    <a:pt x="4255302" y="987186"/>
                  </a:lnTo>
                  <a:lnTo>
                    <a:pt x="4255396" y="987186"/>
                  </a:lnTo>
                  <a:lnTo>
                    <a:pt x="4255490" y="987186"/>
                  </a:lnTo>
                  <a:lnTo>
                    <a:pt x="4255490" y="982274"/>
                  </a:lnTo>
                  <a:lnTo>
                    <a:pt x="4255584" y="982274"/>
                  </a:lnTo>
                  <a:lnTo>
                    <a:pt x="4255678" y="982274"/>
                  </a:lnTo>
                  <a:lnTo>
                    <a:pt x="4255773" y="982274"/>
                  </a:lnTo>
                  <a:lnTo>
                    <a:pt x="4255867" y="982274"/>
                  </a:lnTo>
                  <a:lnTo>
                    <a:pt x="4255961" y="982274"/>
                  </a:lnTo>
                  <a:lnTo>
                    <a:pt x="4256055" y="982274"/>
                  </a:lnTo>
                  <a:lnTo>
                    <a:pt x="4256149" y="982274"/>
                  </a:lnTo>
                  <a:lnTo>
                    <a:pt x="4256243" y="982274"/>
                  </a:lnTo>
                  <a:lnTo>
                    <a:pt x="4256338" y="982274"/>
                  </a:lnTo>
                  <a:lnTo>
                    <a:pt x="4256432" y="982274"/>
                  </a:lnTo>
                  <a:lnTo>
                    <a:pt x="4256526" y="982274"/>
                  </a:lnTo>
                  <a:lnTo>
                    <a:pt x="4256620" y="982274"/>
                  </a:lnTo>
                  <a:lnTo>
                    <a:pt x="4256714" y="982274"/>
                  </a:lnTo>
                  <a:lnTo>
                    <a:pt x="4256808" y="982274"/>
                  </a:lnTo>
                  <a:lnTo>
                    <a:pt x="4256902" y="982274"/>
                  </a:lnTo>
                  <a:lnTo>
                    <a:pt x="4256997" y="982274"/>
                  </a:lnTo>
                  <a:lnTo>
                    <a:pt x="4257091" y="982274"/>
                  </a:lnTo>
                  <a:lnTo>
                    <a:pt x="4257185" y="982274"/>
                  </a:lnTo>
                  <a:lnTo>
                    <a:pt x="4257279" y="982274"/>
                  </a:lnTo>
                  <a:lnTo>
                    <a:pt x="4257373" y="982274"/>
                  </a:lnTo>
                  <a:lnTo>
                    <a:pt x="4257467" y="982274"/>
                  </a:lnTo>
                  <a:lnTo>
                    <a:pt x="4257561" y="982274"/>
                  </a:lnTo>
                  <a:lnTo>
                    <a:pt x="4257656" y="982274"/>
                  </a:lnTo>
                  <a:lnTo>
                    <a:pt x="4257750" y="982274"/>
                  </a:lnTo>
                  <a:lnTo>
                    <a:pt x="4257844" y="982274"/>
                  </a:lnTo>
                  <a:lnTo>
                    <a:pt x="4257938" y="982274"/>
                  </a:lnTo>
                  <a:lnTo>
                    <a:pt x="4258032" y="982274"/>
                  </a:lnTo>
                  <a:lnTo>
                    <a:pt x="4258126" y="982274"/>
                  </a:lnTo>
                  <a:lnTo>
                    <a:pt x="4258221" y="982274"/>
                  </a:lnTo>
                  <a:lnTo>
                    <a:pt x="4258315" y="982274"/>
                  </a:lnTo>
                  <a:lnTo>
                    <a:pt x="4258409" y="982274"/>
                  </a:lnTo>
                  <a:lnTo>
                    <a:pt x="4258503" y="982274"/>
                  </a:lnTo>
                  <a:lnTo>
                    <a:pt x="4258597" y="982274"/>
                  </a:lnTo>
                  <a:lnTo>
                    <a:pt x="4258691" y="982274"/>
                  </a:lnTo>
                  <a:lnTo>
                    <a:pt x="4258785" y="982274"/>
                  </a:lnTo>
                  <a:lnTo>
                    <a:pt x="4258880" y="982274"/>
                  </a:lnTo>
                  <a:lnTo>
                    <a:pt x="4258974" y="982274"/>
                  </a:lnTo>
                  <a:lnTo>
                    <a:pt x="4259068" y="982274"/>
                  </a:lnTo>
                  <a:lnTo>
                    <a:pt x="4259162" y="982274"/>
                  </a:lnTo>
                  <a:lnTo>
                    <a:pt x="4259256" y="982274"/>
                  </a:lnTo>
                  <a:lnTo>
                    <a:pt x="4259350" y="982274"/>
                  </a:lnTo>
                  <a:lnTo>
                    <a:pt x="4259445" y="982274"/>
                  </a:lnTo>
                  <a:lnTo>
                    <a:pt x="4259539" y="982274"/>
                  </a:lnTo>
                  <a:lnTo>
                    <a:pt x="4259633" y="982274"/>
                  </a:lnTo>
                  <a:lnTo>
                    <a:pt x="4259727" y="982274"/>
                  </a:lnTo>
                  <a:lnTo>
                    <a:pt x="4259821" y="982274"/>
                  </a:lnTo>
                  <a:lnTo>
                    <a:pt x="4259915" y="982274"/>
                  </a:lnTo>
                  <a:lnTo>
                    <a:pt x="4260009" y="982274"/>
                  </a:lnTo>
                  <a:lnTo>
                    <a:pt x="4260104" y="982274"/>
                  </a:lnTo>
                  <a:lnTo>
                    <a:pt x="4260198" y="982274"/>
                  </a:lnTo>
                  <a:lnTo>
                    <a:pt x="4260292" y="982274"/>
                  </a:lnTo>
                  <a:lnTo>
                    <a:pt x="4260386" y="982274"/>
                  </a:lnTo>
                  <a:lnTo>
                    <a:pt x="4260480" y="982274"/>
                  </a:lnTo>
                  <a:lnTo>
                    <a:pt x="4260574" y="982274"/>
                  </a:lnTo>
                  <a:lnTo>
                    <a:pt x="4260669" y="982274"/>
                  </a:lnTo>
                  <a:lnTo>
                    <a:pt x="4260763" y="982274"/>
                  </a:lnTo>
                  <a:lnTo>
                    <a:pt x="4260857" y="982274"/>
                  </a:lnTo>
                  <a:lnTo>
                    <a:pt x="4260951" y="982274"/>
                  </a:lnTo>
                  <a:lnTo>
                    <a:pt x="4261045" y="982274"/>
                  </a:lnTo>
                  <a:lnTo>
                    <a:pt x="4261139" y="982274"/>
                  </a:lnTo>
                  <a:lnTo>
                    <a:pt x="4261233" y="982274"/>
                  </a:lnTo>
                  <a:lnTo>
                    <a:pt x="4261328" y="982274"/>
                  </a:lnTo>
                  <a:lnTo>
                    <a:pt x="4261422" y="982274"/>
                  </a:lnTo>
                  <a:lnTo>
                    <a:pt x="4261516" y="982274"/>
                  </a:lnTo>
                  <a:lnTo>
                    <a:pt x="4261610" y="982274"/>
                  </a:lnTo>
                  <a:lnTo>
                    <a:pt x="4261704" y="982274"/>
                  </a:lnTo>
                  <a:lnTo>
                    <a:pt x="4261798" y="982274"/>
                  </a:lnTo>
                  <a:lnTo>
                    <a:pt x="4261892" y="982274"/>
                  </a:lnTo>
                  <a:lnTo>
                    <a:pt x="4261987" y="982274"/>
                  </a:lnTo>
                  <a:lnTo>
                    <a:pt x="4262081" y="982274"/>
                  </a:lnTo>
                  <a:lnTo>
                    <a:pt x="4262175" y="982274"/>
                  </a:lnTo>
                  <a:lnTo>
                    <a:pt x="4262175" y="977363"/>
                  </a:lnTo>
                  <a:lnTo>
                    <a:pt x="4262269" y="977363"/>
                  </a:lnTo>
                  <a:lnTo>
                    <a:pt x="4262363" y="977363"/>
                  </a:lnTo>
                  <a:lnTo>
                    <a:pt x="4262457" y="977363"/>
                  </a:lnTo>
                  <a:lnTo>
                    <a:pt x="4262552" y="977363"/>
                  </a:lnTo>
                  <a:lnTo>
                    <a:pt x="4262646" y="977363"/>
                  </a:lnTo>
                  <a:lnTo>
                    <a:pt x="4262740" y="977363"/>
                  </a:lnTo>
                  <a:lnTo>
                    <a:pt x="4262834" y="977363"/>
                  </a:lnTo>
                  <a:lnTo>
                    <a:pt x="4262928" y="977363"/>
                  </a:lnTo>
                  <a:lnTo>
                    <a:pt x="4263022" y="977363"/>
                  </a:lnTo>
                  <a:lnTo>
                    <a:pt x="4263116" y="977363"/>
                  </a:lnTo>
                  <a:lnTo>
                    <a:pt x="4263211" y="977363"/>
                  </a:lnTo>
                  <a:lnTo>
                    <a:pt x="4263305" y="977363"/>
                  </a:lnTo>
                  <a:lnTo>
                    <a:pt x="4263399" y="977363"/>
                  </a:lnTo>
                  <a:lnTo>
                    <a:pt x="4263493" y="977363"/>
                  </a:lnTo>
                  <a:lnTo>
                    <a:pt x="4263587" y="977363"/>
                  </a:lnTo>
                  <a:lnTo>
                    <a:pt x="4263681" y="977363"/>
                  </a:lnTo>
                  <a:lnTo>
                    <a:pt x="4263776" y="977363"/>
                  </a:lnTo>
                  <a:lnTo>
                    <a:pt x="4263870" y="977363"/>
                  </a:lnTo>
                  <a:lnTo>
                    <a:pt x="4263870" y="972452"/>
                  </a:lnTo>
                  <a:lnTo>
                    <a:pt x="4263964" y="972452"/>
                  </a:lnTo>
                  <a:lnTo>
                    <a:pt x="4264058" y="972452"/>
                  </a:lnTo>
                  <a:lnTo>
                    <a:pt x="4264152" y="972452"/>
                  </a:lnTo>
                  <a:lnTo>
                    <a:pt x="4264246" y="972452"/>
                  </a:lnTo>
                  <a:lnTo>
                    <a:pt x="4264340" y="972452"/>
                  </a:lnTo>
                  <a:lnTo>
                    <a:pt x="4264435" y="972452"/>
                  </a:lnTo>
                  <a:lnTo>
                    <a:pt x="4264529" y="972452"/>
                  </a:lnTo>
                  <a:lnTo>
                    <a:pt x="4264623" y="972452"/>
                  </a:lnTo>
                  <a:lnTo>
                    <a:pt x="4264717" y="972452"/>
                  </a:lnTo>
                  <a:lnTo>
                    <a:pt x="4264811" y="972452"/>
                  </a:lnTo>
                  <a:lnTo>
                    <a:pt x="4264905" y="972452"/>
                  </a:lnTo>
                  <a:lnTo>
                    <a:pt x="4265000" y="972452"/>
                  </a:lnTo>
                  <a:lnTo>
                    <a:pt x="4265094" y="972452"/>
                  </a:lnTo>
                  <a:lnTo>
                    <a:pt x="4265188" y="972452"/>
                  </a:lnTo>
                  <a:lnTo>
                    <a:pt x="4265282" y="972452"/>
                  </a:lnTo>
                  <a:lnTo>
                    <a:pt x="4265376" y="972452"/>
                  </a:lnTo>
                  <a:lnTo>
                    <a:pt x="4265470" y="972452"/>
                  </a:lnTo>
                  <a:lnTo>
                    <a:pt x="4265564" y="972452"/>
                  </a:lnTo>
                  <a:lnTo>
                    <a:pt x="4265659" y="972452"/>
                  </a:lnTo>
                  <a:lnTo>
                    <a:pt x="4265753" y="972452"/>
                  </a:lnTo>
                  <a:lnTo>
                    <a:pt x="4265847" y="972452"/>
                  </a:lnTo>
                  <a:lnTo>
                    <a:pt x="4265941" y="972452"/>
                  </a:lnTo>
                  <a:lnTo>
                    <a:pt x="4266035" y="972452"/>
                  </a:lnTo>
                  <a:lnTo>
                    <a:pt x="4266129" y="972452"/>
                  </a:lnTo>
                  <a:lnTo>
                    <a:pt x="4266223" y="972452"/>
                  </a:lnTo>
                  <a:lnTo>
                    <a:pt x="4266318" y="972452"/>
                  </a:lnTo>
                  <a:lnTo>
                    <a:pt x="4266412" y="972452"/>
                  </a:lnTo>
                  <a:lnTo>
                    <a:pt x="4266506" y="972452"/>
                  </a:lnTo>
                  <a:lnTo>
                    <a:pt x="4266600" y="972452"/>
                  </a:lnTo>
                  <a:lnTo>
                    <a:pt x="4266694" y="972452"/>
                  </a:lnTo>
                  <a:lnTo>
                    <a:pt x="4266788" y="972452"/>
                  </a:lnTo>
                  <a:lnTo>
                    <a:pt x="4266883" y="972452"/>
                  </a:lnTo>
                  <a:lnTo>
                    <a:pt x="4266977" y="972452"/>
                  </a:lnTo>
                  <a:lnTo>
                    <a:pt x="4267071" y="972452"/>
                  </a:lnTo>
                  <a:lnTo>
                    <a:pt x="4267165" y="972452"/>
                  </a:lnTo>
                  <a:lnTo>
                    <a:pt x="4267259" y="972452"/>
                  </a:lnTo>
                  <a:lnTo>
                    <a:pt x="4267353" y="972452"/>
                  </a:lnTo>
                  <a:lnTo>
                    <a:pt x="4267447" y="972452"/>
                  </a:lnTo>
                  <a:lnTo>
                    <a:pt x="4267542" y="972452"/>
                  </a:lnTo>
                  <a:lnTo>
                    <a:pt x="4267636" y="972452"/>
                  </a:lnTo>
                  <a:lnTo>
                    <a:pt x="4267730" y="972452"/>
                  </a:lnTo>
                  <a:lnTo>
                    <a:pt x="4267824" y="972452"/>
                  </a:lnTo>
                  <a:lnTo>
                    <a:pt x="4267918" y="972452"/>
                  </a:lnTo>
                  <a:lnTo>
                    <a:pt x="4268012" y="972452"/>
                  </a:lnTo>
                  <a:lnTo>
                    <a:pt x="4268107" y="972452"/>
                  </a:lnTo>
                  <a:lnTo>
                    <a:pt x="4268201" y="972452"/>
                  </a:lnTo>
                  <a:lnTo>
                    <a:pt x="4268295" y="972452"/>
                  </a:lnTo>
                  <a:lnTo>
                    <a:pt x="4268389" y="972452"/>
                  </a:lnTo>
                  <a:lnTo>
                    <a:pt x="4268483" y="972452"/>
                  </a:lnTo>
                  <a:lnTo>
                    <a:pt x="4268577" y="972452"/>
                  </a:lnTo>
                  <a:lnTo>
                    <a:pt x="4268671" y="972452"/>
                  </a:lnTo>
                  <a:lnTo>
                    <a:pt x="4268766" y="972452"/>
                  </a:lnTo>
                  <a:lnTo>
                    <a:pt x="4268860" y="972452"/>
                  </a:lnTo>
                  <a:lnTo>
                    <a:pt x="4268954" y="972452"/>
                  </a:lnTo>
                  <a:lnTo>
                    <a:pt x="4269048" y="972452"/>
                  </a:lnTo>
                  <a:lnTo>
                    <a:pt x="4269142" y="972452"/>
                  </a:lnTo>
                  <a:lnTo>
                    <a:pt x="4269236" y="972452"/>
                  </a:lnTo>
                  <a:lnTo>
                    <a:pt x="4269331" y="972452"/>
                  </a:lnTo>
                  <a:lnTo>
                    <a:pt x="4269425" y="972452"/>
                  </a:lnTo>
                  <a:lnTo>
                    <a:pt x="4269519" y="972452"/>
                  </a:lnTo>
                  <a:lnTo>
                    <a:pt x="4269613" y="972452"/>
                  </a:lnTo>
                  <a:lnTo>
                    <a:pt x="4269707" y="972452"/>
                  </a:lnTo>
                  <a:lnTo>
                    <a:pt x="4269801" y="972452"/>
                  </a:lnTo>
                  <a:lnTo>
                    <a:pt x="4269895" y="972452"/>
                  </a:lnTo>
                  <a:lnTo>
                    <a:pt x="4269990" y="972452"/>
                  </a:lnTo>
                  <a:lnTo>
                    <a:pt x="4270084" y="972452"/>
                  </a:lnTo>
                  <a:lnTo>
                    <a:pt x="4270178" y="972452"/>
                  </a:lnTo>
                  <a:lnTo>
                    <a:pt x="4270272" y="972452"/>
                  </a:lnTo>
                  <a:lnTo>
                    <a:pt x="4270366" y="972452"/>
                  </a:lnTo>
                  <a:lnTo>
                    <a:pt x="4270460" y="972452"/>
                  </a:lnTo>
                  <a:lnTo>
                    <a:pt x="4270554" y="972452"/>
                  </a:lnTo>
                  <a:lnTo>
                    <a:pt x="4270649" y="972452"/>
                  </a:lnTo>
                  <a:lnTo>
                    <a:pt x="4270743" y="972452"/>
                  </a:lnTo>
                  <a:lnTo>
                    <a:pt x="4270837" y="972452"/>
                  </a:lnTo>
                  <a:lnTo>
                    <a:pt x="4270931" y="972452"/>
                  </a:lnTo>
                  <a:lnTo>
                    <a:pt x="4271025" y="972452"/>
                  </a:lnTo>
                  <a:lnTo>
                    <a:pt x="4271119" y="972452"/>
                  </a:lnTo>
                  <a:lnTo>
                    <a:pt x="4271214" y="972452"/>
                  </a:lnTo>
                  <a:lnTo>
                    <a:pt x="4271308" y="972452"/>
                  </a:lnTo>
                  <a:lnTo>
                    <a:pt x="4271402" y="972452"/>
                  </a:lnTo>
                  <a:lnTo>
                    <a:pt x="4271496" y="972452"/>
                  </a:lnTo>
                  <a:lnTo>
                    <a:pt x="4271590" y="972452"/>
                  </a:lnTo>
                  <a:lnTo>
                    <a:pt x="4271684" y="972452"/>
                  </a:lnTo>
                  <a:lnTo>
                    <a:pt x="4271778" y="972452"/>
                  </a:lnTo>
                  <a:lnTo>
                    <a:pt x="4271873" y="972452"/>
                  </a:lnTo>
                  <a:lnTo>
                    <a:pt x="4271967" y="972452"/>
                  </a:lnTo>
                  <a:lnTo>
                    <a:pt x="4272061" y="972452"/>
                  </a:lnTo>
                  <a:lnTo>
                    <a:pt x="4272155" y="972452"/>
                  </a:lnTo>
                  <a:lnTo>
                    <a:pt x="4272249" y="972452"/>
                  </a:lnTo>
                  <a:lnTo>
                    <a:pt x="4272343" y="972452"/>
                  </a:lnTo>
                  <a:lnTo>
                    <a:pt x="4272438" y="972452"/>
                  </a:lnTo>
                  <a:lnTo>
                    <a:pt x="4272532" y="972452"/>
                  </a:lnTo>
                  <a:lnTo>
                    <a:pt x="4272626" y="972452"/>
                  </a:lnTo>
                  <a:lnTo>
                    <a:pt x="4272720" y="972452"/>
                  </a:lnTo>
                  <a:lnTo>
                    <a:pt x="4272814" y="972452"/>
                  </a:lnTo>
                  <a:lnTo>
                    <a:pt x="4272908" y="972452"/>
                  </a:lnTo>
                  <a:lnTo>
                    <a:pt x="4273002" y="972452"/>
                  </a:lnTo>
                  <a:lnTo>
                    <a:pt x="4273097" y="972452"/>
                  </a:lnTo>
                  <a:lnTo>
                    <a:pt x="4273191" y="972452"/>
                  </a:lnTo>
                  <a:lnTo>
                    <a:pt x="4273285" y="972452"/>
                  </a:lnTo>
                  <a:lnTo>
                    <a:pt x="4273379" y="972452"/>
                  </a:lnTo>
                  <a:lnTo>
                    <a:pt x="4273473" y="972452"/>
                  </a:lnTo>
                  <a:lnTo>
                    <a:pt x="4273567" y="972452"/>
                  </a:lnTo>
                  <a:lnTo>
                    <a:pt x="4273662" y="972452"/>
                  </a:lnTo>
                  <a:lnTo>
                    <a:pt x="4273756" y="972452"/>
                  </a:lnTo>
                  <a:lnTo>
                    <a:pt x="4273850" y="972452"/>
                  </a:lnTo>
                  <a:lnTo>
                    <a:pt x="4273944" y="972452"/>
                  </a:lnTo>
                  <a:lnTo>
                    <a:pt x="4274038" y="972452"/>
                  </a:lnTo>
                  <a:lnTo>
                    <a:pt x="4274132" y="972452"/>
                  </a:lnTo>
                  <a:lnTo>
                    <a:pt x="4274226" y="972452"/>
                  </a:lnTo>
                  <a:lnTo>
                    <a:pt x="4274321" y="972452"/>
                  </a:lnTo>
                  <a:lnTo>
                    <a:pt x="4274415" y="972452"/>
                  </a:lnTo>
                  <a:lnTo>
                    <a:pt x="4274509" y="972452"/>
                  </a:lnTo>
                  <a:lnTo>
                    <a:pt x="4274603" y="972452"/>
                  </a:lnTo>
                  <a:lnTo>
                    <a:pt x="4274697" y="972452"/>
                  </a:lnTo>
                  <a:lnTo>
                    <a:pt x="4274791" y="972452"/>
                  </a:lnTo>
                  <a:lnTo>
                    <a:pt x="4274791" y="967540"/>
                  </a:lnTo>
                  <a:lnTo>
                    <a:pt x="4274885" y="967540"/>
                  </a:lnTo>
                  <a:lnTo>
                    <a:pt x="4274980" y="967540"/>
                  </a:lnTo>
                  <a:lnTo>
                    <a:pt x="4275074" y="967540"/>
                  </a:lnTo>
                  <a:lnTo>
                    <a:pt x="4275168" y="967540"/>
                  </a:lnTo>
                  <a:lnTo>
                    <a:pt x="4275262" y="967540"/>
                  </a:lnTo>
                  <a:lnTo>
                    <a:pt x="4275356" y="967540"/>
                  </a:lnTo>
                  <a:lnTo>
                    <a:pt x="4275450" y="967540"/>
                  </a:lnTo>
                  <a:lnTo>
                    <a:pt x="4275545" y="967540"/>
                  </a:lnTo>
                  <a:lnTo>
                    <a:pt x="4275639" y="967540"/>
                  </a:lnTo>
                  <a:lnTo>
                    <a:pt x="4275733" y="967540"/>
                  </a:lnTo>
                  <a:lnTo>
                    <a:pt x="4275827" y="967540"/>
                  </a:lnTo>
                  <a:lnTo>
                    <a:pt x="4275921" y="967540"/>
                  </a:lnTo>
                  <a:lnTo>
                    <a:pt x="4276015" y="967540"/>
                  </a:lnTo>
                  <a:lnTo>
                    <a:pt x="4276109" y="967540"/>
                  </a:lnTo>
                  <a:lnTo>
                    <a:pt x="4276204" y="967540"/>
                  </a:lnTo>
                  <a:lnTo>
                    <a:pt x="4276298" y="967540"/>
                  </a:lnTo>
                  <a:lnTo>
                    <a:pt x="4276392" y="967540"/>
                  </a:lnTo>
                  <a:lnTo>
                    <a:pt x="4276486" y="967540"/>
                  </a:lnTo>
                  <a:lnTo>
                    <a:pt x="4276580" y="967540"/>
                  </a:lnTo>
                  <a:lnTo>
                    <a:pt x="4276674" y="967540"/>
                  </a:lnTo>
                  <a:lnTo>
                    <a:pt x="4276769" y="967540"/>
                  </a:lnTo>
                  <a:lnTo>
                    <a:pt x="4276863" y="967540"/>
                  </a:lnTo>
                  <a:lnTo>
                    <a:pt x="4276863" y="962629"/>
                  </a:lnTo>
                  <a:lnTo>
                    <a:pt x="4276957" y="962629"/>
                  </a:lnTo>
                  <a:lnTo>
                    <a:pt x="4277051" y="962629"/>
                  </a:lnTo>
                  <a:lnTo>
                    <a:pt x="4277145" y="962629"/>
                  </a:lnTo>
                  <a:lnTo>
                    <a:pt x="4277239" y="962629"/>
                  </a:lnTo>
                  <a:lnTo>
                    <a:pt x="4277333" y="962629"/>
                  </a:lnTo>
                  <a:lnTo>
                    <a:pt x="4277428" y="962629"/>
                  </a:lnTo>
                  <a:lnTo>
                    <a:pt x="4277522" y="962629"/>
                  </a:lnTo>
                  <a:lnTo>
                    <a:pt x="4277616" y="962629"/>
                  </a:lnTo>
                  <a:lnTo>
                    <a:pt x="4277710" y="962629"/>
                  </a:lnTo>
                  <a:lnTo>
                    <a:pt x="4277804" y="962629"/>
                  </a:lnTo>
                  <a:lnTo>
                    <a:pt x="4277898" y="962629"/>
                  </a:lnTo>
                  <a:lnTo>
                    <a:pt x="4277993" y="962629"/>
                  </a:lnTo>
                  <a:lnTo>
                    <a:pt x="4278087" y="962629"/>
                  </a:lnTo>
                  <a:lnTo>
                    <a:pt x="4278181" y="962629"/>
                  </a:lnTo>
                  <a:lnTo>
                    <a:pt x="4278275" y="962629"/>
                  </a:lnTo>
                  <a:lnTo>
                    <a:pt x="4278369" y="962629"/>
                  </a:lnTo>
                  <a:lnTo>
                    <a:pt x="4278463" y="962629"/>
                  </a:lnTo>
                  <a:lnTo>
                    <a:pt x="4278557" y="962629"/>
                  </a:lnTo>
                  <a:lnTo>
                    <a:pt x="4278652" y="962629"/>
                  </a:lnTo>
                  <a:lnTo>
                    <a:pt x="4278746" y="962629"/>
                  </a:lnTo>
                  <a:lnTo>
                    <a:pt x="4278840" y="962629"/>
                  </a:lnTo>
                  <a:lnTo>
                    <a:pt x="4278934" y="962629"/>
                  </a:lnTo>
                  <a:lnTo>
                    <a:pt x="4279028" y="962629"/>
                  </a:lnTo>
                  <a:lnTo>
                    <a:pt x="4279122" y="962629"/>
                  </a:lnTo>
                  <a:lnTo>
                    <a:pt x="4279216" y="962629"/>
                  </a:lnTo>
                  <a:lnTo>
                    <a:pt x="4279311" y="962629"/>
                  </a:lnTo>
                  <a:lnTo>
                    <a:pt x="4279405" y="962629"/>
                  </a:lnTo>
                  <a:lnTo>
                    <a:pt x="4279499" y="962629"/>
                  </a:lnTo>
                  <a:lnTo>
                    <a:pt x="4279593" y="962629"/>
                  </a:lnTo>
                  <a:lnTo>
                    <a:pt x="4279687" y="962629"/>
                  </a:lnTo>
                  <a:lnTo>
                    <a:pt x="4279781" y="962629"/>
                  </a:lnTo>
                  <a:lnTo>
                    <a:pt x="4279876" y="962629"/>
                  </a:lnTo>
                  <a:lnTo>
                    <a:pt x="4279970" y="962629"/>
                  </a:lnTo>
                  <a:lnTo>
                    <a:pt x="4280064" y="962629"/>
                  </a:lnTo>
                  <a:lnTo>
                    <a:pt x="4280158" y="962629"/>
                  </a:lnTo>
                  <a:lnTo>
                    <a:pt x="4280252" y="962629"/>
                  </a:lnTo>
                  <a:lnTo>
                    <a:pt x="4280346" y="962629"/>
                  </a:lnTo>
                  <a:lnTo>
                    <a:pt x="4280440" y="962629"/>
                  </a:lnTo>
                  <a:lnTo>
                    <a:pt x="4280535" y="962629"/>
                  </a:lnTo>
                  <a:lnTo>
                    <a:pt x="4280629" y="962629"/>
                  </a:lnTo>
                  <a:lnTo>
                    <a:pt x="4280723" y="962629"/>
                  </a:lnTo>
                  <a:lnTo>
                    <a:pt x="4280817" y="962629"/>
                  </a:lnTo>
                  <a:lnTo>
                    <a:pt x="4280911" y="962629"/>
                  </a:lnTo>
                  <a:lnTo>
                    <a:pt x="4281005" y="962629"/>
                  </a:lnTo>
                  <a:lnTo>
                    <a:pt x="4281100" y="962629"/>
                  </a:lnTo>
                  <a:lnTo>
                    <a:pt x="4281194" y="962629"/>
                  </a:lnTo>
                  <a:lnTo>
                    <a:pt x="4281288" y="962629"/>
                  </a:lnTo>
                  <a:lnTo>
                    <a:pt x="4281382" y="962629"/>
                  </a:lnTo>
                  <a:lnTo>
                    <a:pt x="4281476" y="962629"/>
                  </a:lnTo>
                  <a:lnTo>
                    <a:pt x="4281570" y="962629"/>
                  </a:lnTo>
                  <a:lnTo>
                    <a:pt x="4281664" y="962629"/>
                  </a:lnTo>
                  <a:lnTo>
                    <a:pt x="4281759" y="962629"/>
                  </a:lnTo>
                  <a:lnTo>
                    <a:pt x="4281853" y="962629"/>
                  </a:lnTo>
                  <a:lnTo>
                    <a:pt x="4281947" y="962629"/>
                  </a:lnTo>
                  <a:lnTo>
                    <a:pt x="4282041" y="962629"/>
                  </a:lnTo>
                  <a:lnTo>
                    <a:pt x="4282135" y="962629"/>
                  </a:lnTo>
                  <a:lnTo>
                    <a:pt x="4282229" y="962629"/>
                  </a:lnTo>
                  <a:lnTo>
                    <a:pt x="4282324" y="962629"/>
                  </a:lnTo>
                  <a:lnTo>
                    <a:pt x="4282418" y="962629"/>
                  </a:lnTo>
                  <a:lnTo>
                    <a:pt x="4282512" y="962629"/>
                  </a:lnTo>
                  <a:lnTo>
                    <a:pt x="4282606" y="962629"/>
                  </a:lnTo>
                  <a:lnTo>
                    <a:pt x="4282700" y="962629"/>
                  </a:lnTo>
                  <a:lnTo>
                    <a:pt x="4282794" y="962629"/>
                  </a:lnTo>
                  <a:lnTo>
                    <a:pt x="4282888" y="962629"/>
                  </a:lnTo>
                  <a:lnTo>
                    <a:pt x="4282983" y="962629"/>
                  </a:lnTo>
                  <a:lnTo>
                    <a:pt x="4283077" y="962629"/>
                  </a:lnTo>
                  <a:lnTo>
                    <a:pt x="4283171" y="962629"/>
                  </a:lnTo>
                  <a:lnTo>
                    <a:pt x="4283265" y="962629"/>
                  </a:lnTo>
                  <a:lnTo>
                    <a:pt x="4283359" y="962629"/>
                  </a:lnTo>
                  <a:lnTo>
                    <a:pt x="4283453" y="962629"/>
                  </a:lnTo>
                  <a:lnTo>
                    <a:pt x="4283547" y="962629"/>
                  </a:lnTo>
                  <a:lnTo>
                    <a:pt x="4283642" y="962629"/>
                  </a:lnTo>
                  <a:lnTo>
                    <a:pt x="4283736" y="962629"/>
                  </a:lnTo>
                  <a:lnTo>
                    <a:pt x="4283830" y="962629"/>
                  </a:lnTo>
                  <a:lnTo>
                    <a:pt x="4283924" y="962629"/>
                  </a:lnTo>
                  <a:lnTo>
                    <a:pt x="4284018" y="962629"/>
                  </a:lnTo>
                  <a:lnTo>
                    <a:pt x="4284112" y="962629"/>
                  </a:lnTo>
                  <a:lnTo>
                    <a:pt x="4284207" y="962629"/>
                  </a:lnTo>
                  <a:lnTo>
                    <a:pt x="4284301" y="962629"/>
                  </a:lnTo>
                  <a:lnTo>
                    <a:pt x="4284395" y="962629"/>
                  </a:lnTo>
                  <a:lnTo>
                    <a:pt x="4284489" y="962629"/>
                  </a:lnTo>
                  <a:lnTo>
                    <a:pt x="4284583" y="962629"/>
                  </a:lnTo>
                  <a:lnTo>
                    <a:pt x="4284583" y="957718"/>
                  </a:lnTo>
                  <a:lnTo>
                    <a:pt x="4284677" y="957718"/>
                  </a:lnTo>
                  <a:lnTo>
                    <a:pt x="4284771" y="957718"/>
                  </a:lnTo>
                  <a:lnTo>
                    <a:pt x="4284866" y="957718"/>
                  </a:lnTo>
                  <a:lnTo>
                    <a:pt x="4284960" y="957718"/>
                  </a:lnTo>
                  <a:lnTo>
                    <a:pt x="4285054" y="957718"/>
                  </a:lnTo>
                  <a:lnTo>
                    <a:pt x="4285148" y="957718"/>
                  </a:lnTo>
                  <a:lnTo>
                    <a:pt x="4285242" y="957718"/>
                  </a:lnTo>
                  <a:lnTo>
                    <a:pt x="4285336" y="957718"/>
                  </a:lnTo>
                  <a:lnTo>
                    <a:pt x="4285431" y="957718"/>
                  </a:lnTo>
                  <a:lnTo>
                    <a:pt x="4285525" y="957718"/>
                  </a:lnTo>
                  <a:lnTo>
                    <a:pt x="4285619" y="957718"/>
                  </a:lnTo>
                  <a:lnTo>
                    <a:pt x="4285713" y="957718"/>
                  </a:lnTo>
                  <a:lnTo>
                    <a:pt x="4285807" y="957718"/>
                  </a:lnTo>
                  <a:lnTo>
                    <a:pt x="4285901" y="957718"/>
                  </a:lnTo>
                  <a:lnTo>
                    <a:pt x="4285995" y="957718"/>
                  </a:lnTo>
                  <a:lnTo>
                    <a:pt x="4286090" y="957718"/>
                  </a:lnTo>
                  <a:lnTo>
                    <a:pt x="4286184" y="957718"/>
                  </a:lnTo>
                  <a:lnTo>
                    <a:pt x="4286278" y="957718"/>
                  </a:lnTo>
                  <a:lnTo>
                    <a:pt x="4286372" y="957718"/>
                  </a:lnTo>
                  <a:lnTo>
                    <a:pt x="4286466" y="957718"/>
                  </a:lnTo>
                  <a:lnTo>
                    <a:pt x="4286560" y="957718"/>
                  </a:lnTo>
                  <a:lnTo>
                    <a:pt x="4286655" y="957718"/>
                  </a:lnTo>
                  <a:lnTo>
                    <a:pt x="4286749" y="957718"/>
                  </a:lnTo>
                  <a:lnTo>
                    <a:pt x="4286843" y="957718"/>
                  </a:lnTo>
                  <a:lnTo>
                    <a:pt x="4286937" y="957718"/>
                  </a:lnTo>
                  <a:lnTo>
                    <a:pt x="4287031" y="957718"/>
                  </a:lnTo>
                  <a:lnTo>
                    <a:pt x="4287125" y="957718"/>
                  </a:lnTo>
                  <a:lnTo>
                    <a:pt x="4287219" y="957718"/>
                  </a:lnTo>
                  <a:lnTo>
                    <a:pt x="4287314" y="957718"/>
                  </a:lnTo>
                  <a:lnTo>
                    <a:pt x="4287408" y="957718"/>
                  </a:lnTo>
                  <a:lnTo>
                    <a:pt x="4287502" y="957718"/>
                  </a:lnTo>
                  <a:lnTo>
                    <a:pt x="4287596" y="957718"/>
                  </a:lnTo>
                  <a:lnTo>
                    <a:pt x="4287690" y="957718"/>
                  </a:lnTo>
                  <a:lnTo>
                    <a:pt x="4287784" y="957718"/>
                  </a:lnTo>
                  <a:lnTo>
                    <a:pt x="4287878" y="957718"/>
                  </a:lnTo>
                  <a:lnTo>
                    <a:pt x="4287973" y="957718"/>
                  </a:lnTo>
                  <a:lnTo>
                    <a:pt x="4288067" y="957718"/>
                  </a:lnTo>
                  <a:lnTo>
                    <a:pt x="4288161" y="957718"/>
                  </a:lnTo>
                  <a:lnTo>
                    <a:pt x="4288255" y="957718"/>
                  </a:lnTo>
                  <a:lnTo>
                    <a:pt x="4288349" y="957718"/>
                  </a:lnTo>
                  <a:lnTo>
                    <a:pt x="4288443" y="957718"/>
                  </a:lnTo>
                  <a:lnTo>
                    <a:pt x="4288538" y="957718"/>
                  </a:lnTo>
                  <a:lnTo>
                    <a:pt x="4288632" y="957718"/>
                  </a:lnTo>
                  <a:lnTo>
                    <a:pt x="4288726" y="957718"/>
                  </a:lnTo>
                  <a:lnTo>
                    <a:pt x="4288820" y="957718"/>
                  </a:lnTo>
                  <a:lnTo>
                    <a:pt x="4288914" y="957718"/>
                  </a:lnTo>
                  <a:lnTo>
                    <a:pt x="4289008" y="957718"/>
                  </a:lnTo>
                  <a:lnTo>
                    <a:pt x="4289102" y="957718"/>
                  </a:lnTo>
                  <a:lnTo>
                    <a:pt x="4289197" y="957718"/>
                  </a:lnTo>
                  <a:lnTo>
                    <a:pt x="4289291" y="957718"/>
                  </a:lnTo>
                  <a:lnTo>
                    <a:pt x="4289385" y="957718"/>
                  </a:lnTo>
                  <a:lnTo>
                    <a:pt x="4289479" y="957718"/>
                  </a:lnTo>
                  <a:lnTo>
                    <a:pt x="4289573" y="957718"/>
                  </a:lnTo>
                  <a:lnTo>
                    <a:pt x="4289667" y="957718"/>
                  </a:lnTo>
                  <a:lnTo>
                    <a:pt x="4289762" y="957718"/>
                  </a:lnTo>
                  <a:lnTo>
                    <a:pt x="4289856" y="957718"/>
                  </a:lnTo>
                  <a:lnTo>
                    <a:pt x="4289950" y="957718"/>
                  </a:lnTo>
                  <a:lnTo>
                    <a:pt x="4290044" y="957718"/>
                  </a:lnTo>
                  <a:lnTo>
                    <a:pt x="4290138" y="957718"/>
                  </a:lnTo>
                  <a:lnTo>
                    <a:pt x="4290232" y="957718"/>
                  </a:lnTo>
                  <a:lnTo>
                    <a:pt x="4290326" y="957718"/>
                  </a:lnTo>
                  <a:lnTo>
                    <a:pt x="4290421" y="957718"/>
                  </a:lnTo>
                  <a:lnTo>
                    <a:pt x="4290515" y="957718"/>
                  </a:lnTo>
                  <a:lnTo>
                    <a:pt x="4290609" y="957718"/>
                  </a:lnTo>
                  <a:lnTo>
                    <a:pt x="4290703" y="957718"/>
                  </a:lnTo>
                  <a:lnTo>
                    <a:pt x="4290797" y="957718"/>
                  </a:lnTo>
                  <a:lnTo>
                    <a:pt x="4290891" y="957718"/>
                  </a:lnTo>
                  <a:lnTo>
                    <a:pt x="4290986" y="957718"/>
                  </a:lnTo>
                  <a:lnTo>
                    <a:pt x="4291080" y="957718"/>
                  </a:lnTo>
                  <a:lnTo>
                    <a:pt x="4291174" y="957718"/>
                  </a:lnTo>
                  <a:lnTo>
                    <a:pt x="4291268" y="957718"/>
                  </a:lnTo>
                  <a:lnTo>
                    <a:pt x="4291362" y="957718"/>
                  </a:lnTo>
                  <a:lnTo>
                    <a:pt x="4291456" y="957718"/>
                  </a:lnTo>
                  <a:lnTo>
                    <a:pt x="4291550" y="957718"/>
                  </a:lnTo>
                  <a:lnTo>
                    <a:pt x="4291645" y="957718"/>
                  </a:lnTo>
                  <a:lnTo>
                    <a:pt x="4291739" y="957718"/>
                  </a:lnTo>
                  <a:lnTo>
                    <a:pt x="4291833" y="957718"/>
                  </a:lnTo>
                  <a:lnTo>
                    <a:pt x="4291927" y="957718"/>
                  </a:lnTo>
                  <a:lnTo>
                    <a:pt x="4292021" y="957718"/>
                  </a:lnTo>
                  <a:lnTo>
                    <a:pt x="4292115" y="957718"/>
                  </a:lnTo>
                  <a:lnTo>
                    <a:pt x="4292209" y="957718"/>
                  </a:lnTo>
                  <a:lnTo>
                    <a:pt x="4292304" y="957718"/>
                  </a:lnTo>
                  <a:lnTo>
                    <a:pt x="4292398" y="957718"/>
                  </a:lnTo>
                  <a:lnTo>
                    <a:pt x="4292492" y="957718"/>
                  </a:lnTo>
                  <a:lnTo>
                    <a:pt x="4292586" y="957718"/>
                  </a:lnTo>
                  <a:lnTo>
                    <a:pt x="4292680" y="957718"/>
                  </a:lnTo>
                  <a:lnTo>
                    <a:pt x="4292774" y="957718"/>
                  </a:lnTo>
                  <a:lnTo>
                    <a:pt x="4292869" y="957718"/>
                  </a:lnTo>
                  <a:lnTo>
                    <a:pt x="4292963" y="957718"/>
                  </a:lnTo>
                  <a:lnTo>
                    <a:pt x="4293057" y="957718"/>
                  </a:lnTo>
                  <a:lnTo>
                    <a:pt x="4293151" y="957718"/>
                  </a:lnTo>
                  <a:lnTo>
                    <a:pt x="4293245" y="957718"/>
                  </a:lnTo>
                  <a:lnTo>
                    <a:pt x="4293339" y="957718"/>
                  </a:lnTo>
                  <a:lnTo>
                    <a:pt x="4293433" y="957718"/>
                  </a:lnTo>
                  <a:lnTo>
                    <a:pt x="4293528" y="957718"/>
                  </a:lnTo>
                  <a:lnTo>
                    <a:pt x="4293622" y="957718"/>
                  </a:lnTo>
                  <a:lnTo>
                    <a:pt x="4293716" y="957718"/>
                  </a:lnTo>
                  <a:lnTo>
                    <a:pt x="4293810" y="957718"/>
                  </a:lnTo>
                  <a:lnTo>
                    <a:pt x="4293904" y="957718"/>
                  </a:lnTo>
                  <a:lnTo>
                    <a:pt x="4293998" y="957718"/>
                  </a:lnTo>
                  <a:lnTo>
                    <a:pt x="4294093" y="957718"/>
                  </a:lnTo>
                  <a:lnTo>
                    <a:pt x="4294187" y="957718"/>
                  </a:lnTo>
                  <a:lnTo>
                    <a:pt x="4294281" y="957718"/>
                  </a:lnTo>
                  <a:lnTo>
                    <a:pt x="4294375" y="957718"/>
                  </a:lnTo>
                  <a:lnTo>
                    <a:pt x="4294469" y="957718"/>
                  </a:lnTo>
                  <a:lnTo>
                    <a:pt x="4294563" y="957718"/>
                  </a:lnTo>
                  <a:lnTo>
                    <a:pt x="4294657" y="957718"/>
                  </a:lnTo>
                  <a:lnTo>
                    <a:pt x="4294752" y="957718"/>
                  </a:lnTo>
                  <a:lnTo>
                    <a:pt x="4294846" y="957718"/>
                  </a:lnTo>
                  <a:lnTo>
                    <a:pt x="4294940" y="957718"/>
                  </a:lnTo>
                  <a:lnTo>
                    <a:pt x="4295034" y="957718"/>
                  </a:lnTo>
                  <a:lnTo>
                    <a:pt x="4295128" y="957718"/>
                  </a:lnTo>
                  <a:lnTo>
                    <a:pt x="4295222" y="957718"/>
                  </a:lnTo>
                  <a:lnTo>
                    <a:pt x="4295317" y="957718"/>
                  </a:lnTo>
                  <a:lnTo>
                    <a:pt x="4295411" y="957718"/>
                  </a:lnTo>
                  <a:lnTo>
                    <a:pt x="4295505" y="957718"/>
                  </a:lnTo>
                  <a:lnTo>
                    <a:pt x="4295599" y="957718"/>
                  </a:lnTo>
                  <a:lnTo>
                    <a:pt x="4295693" y="957718"/>
                  </a:lnTo>
                  <a:lnTo>
                    <a:pt x="4295787" y="957718"/>
                  </a:lnTo>
                  <a:lnTo>
                    <a:pt x="4295881" y="957718"/>
                  </a:lnTo>
                  <a:lnTo>
                    <a:pt x="4295976" y="957718"/>
                  </a:lnTo>
                  <a:lnTo>
                    <a:pt x="4296070" y="957718"/>
                  </a:lnTo>
                  <a:lnTo>
                    <a:pt x="4296164" y="957718"/>
                  </a:lnTo>
                  <a:lnTo>
                    <a:pt x="4296258" y="957718"/>
                  </a:lnTo>
                  <a:lnTo>
                    <a:pt x="4296352" y="957718"/>
                  </a:lnTo>
                  <a:lnTo>
                    <a:pt x="4296446" y="957718"/>
                  </a:lnTo>
                  <a:lnTo>
                    <a:pt x="4296540" y="957718"/>
                  </a:lnTo>
                  <a:lnTo>
                    <a:pt x="4296635" y="957718"/>
                  </a:lnTo>
                  <a:lnTo>
                    <a:pt x="4296729" y="957718"/>
                  </a:lnTo>
                  <a:lnTo>
                    <a:pt x="4296823" y="957718"/>
                  </a:lnTo>
                  <a:lnTo>
                    <a:pt x="4296917" y="957718"/>
                  </a:lnTo>
                  <a:lnTo>
                    <a:pt x="4297011" y="957718"/>
                  </a:lnTo>
                  <a:lnTo>
                    <a:pt x="4297105" y="957718"/>
                  </a:lnTo>
                  <a:lnTo>
                    <a:pt x="4297200" y="957718"/>
                  </a:lnTo>
                  <a:lnTo>
                    <a:pt x="4297294" y="957718"/>
                  </a:lnTo>
                  <a:lnTo>
                    <a:pt x="4297388" y="957718"/>
                  </a:lnTo>
                  <a:lnTo>
                    <a:pt x="4297482" y="957718"/>
                  </a:lnTo>
                  <a:lnTo>
                    <a:pt x="4297576" y="957718"/>
                  </a:lnTo>
                  <a:lnTo>
                    <a:pt x="4297670" y="957718"/>
                  </a:lnTo>
                  <a:lnTo>
                    <a:pt x="4297764" y="957718"/>
                  </a:lnTo>
                  <a:lnTo>
                    <a:pt x="4297859" y="957718"/>
                  </a:lnTo>
                  <a:lnTo>
                    <a:pt x="4297953" y="957718"/>
                  </a:lnTo>
                  <a:lnTo>
                    <a:pt x="4298047" y="957718"/>
                  </a:lnTo>
                  <a:lnTo>
                    <a:pt x="4298141" y="957718"/>
                  </a:lnTo>
                  <a:lnTo>
                    <a:pt x="4298235" y="957718"/>
                  </a:lnTo>
                  <a:lnTo>
                    <a:pt x="4298329" y="957718"/>
                  </a:lnTo>
                  <a:lnTo>
                    <a:pt x="4298424" y="957718"/>
                  </a:lnTo>
                  <a:lnTo>
                    <a:pt x="4298518" y="957718"/>
                  </a:lnTo>
                  <a:lnTo>
                    <a:pt x="4298612" y="957718"/>
                  </a:lnTo>
                  <a:lnTo>
                    <a:pt x="4298706" y="957718"/>
                  </a:lnTo>
                  <a:lnTo>
                    <a:pt x="4298800" y="957718"/>
                  </a:lnTo>
                  <a:lnTo>
                    <a:pt x="4298894" y="957718"/>
                  </a:lnTo>
                  <a:lnTo>
                    <a:pt x="4298988" y="957718"/>
                  </a:lnTo>
                  <a:lnTo>
                    <a:pt x="4299083" y="957718"/>
                  </a:lnTo>
                  <a:lnTo>
                    <a:pt x="4299177" y="957718"/>
                  </a:lnTo>
                  <a:lnTo>
                    <a:pt x="4299177" y="952806"/>
                  </a:lnTo>
                  <a:lnTo>
                    <a:pt x="4299271" y="952806"/>
                  </a:lnTo>
                  <a:lnTo>
                    <a:pt x="4299365" y="952806"/>
                  </a:lnTo>
                  <a:lnTo>
                    <a:pt x="4299459" y="952806"/>
                  </a:lnTo>
                  <a:lnTo>
                    <a:pt x="4299553" y="952806"/>
                  </a:lnTo>
                  <a:lnTo>
                    <a:pt x="4299648" y="952806"/>
                  </a:lnTo>
                  <a:lnTo>
                    <a:pt x="4299742" y="952806"/>
                  </a:lnTo>
                  <a:lnTo>
                    <a:pt x="4299836" y="952806"/>
                  </a:lnTo>
                  <a:lnTo>
                    <a:pt x="4299930" y="952806"/>
                  </a:lnTo>
                  <a:lnTo>
                    <a:pt x="4300024" y="952806"/>
                  </a:lnTo>
                  <a:lnTo>
                    <a:pt x="4300118" y="952806"/>
                  </a:lnTo>
                  <a:lnTo>
                    <a:pt x="4300212" y="952806"/>
                  </a:lnTo>
                  <a:lnTo>
                    <a:pt x="4300307" y="952806"/>
                  </a:lnTo>
                  <a:lnTo>
                    <a:pt x="4300401" y="952806"/>
                  </a:lnTo>
                  <a:lnTo>
                    <a:pt x="4300401" y="947895"/>
                  </a:lnTo>
                  <a:lnTo>
                    <a:pt x="4300495" y="947895"/>
                  </a:lnTo>
                  <a:lnTo>
                    <a:pt x="4300589" y="947895"/>
                  </a:lnTo>
                  <a:lnTo>
                    <a:pt x="4300683" y="947895"/>
                  </a:lnTo>
                  <a:lnTo>
                    <a:pt x="4300777" y="947895"/>
                  </a:lnTo>
                  <a:lnTo>
                    <a:pt x="4300871" y="947895"/>
                  </a:lnTo>
                  <a:lnTo>
                    <a:pt x="4300966" y="947895"/>
                  </a:lnTo>
                  <a:lnTo>
                    <a:pt x="4301060" y="947895"/>
                  </a:lnTo>
                  <a:lnTo>
                    <a:pt x="4301154" y="947895"/>
                  </a:lnTo>
                  <a:lnTo>
                    <a:pt x="4301248" y="947895"/>
                  </a:lnTo>
                  <a:lnTo>
                    <a:pt x="4301342" y="947895"/>
                  </a:lnTo>
                  <a:lnTo>
                    <a:pt x="4301436" y="947895"/>
                  </a:lnTo>
                  <a:lnTo>
                    <a:pt x="4301531" y="947895"/>
                  </a:lnTo>
                  <a:lnTo>
                    <a:pt x="4301625" y="947895"/>
                  </a:lnTo>
                  <a:lnTo>
                    <a:pt x="4301719" y="947895"/>
                  </a:lnTo>
                  <a:lnTo>
                    <a:pt x="4301719" y="942983"/>
                  </a:lnTo>
                  <a:lnTo>
                    <a:pt x="4301813" y="942983"/>
                  </a:lnTo>
                  <a:lnTo>
                    <a:pt x="4301907" y="942983"/>
                  </a:lnTo>
                  <a:lnTo>
                    <a:pt x="4302001" y="942983"/>
                  </a:lnTo>
                  <a:lnTo>
                    <a:pt x="4302095" y="942983"/>
                  </a:lnTo>
                  <a:lnTo>
                    <a:pt x="4302190" y="942983"/>
                  </a:lnTo>
                  <a:lnTo>
                    <a:pt x="4302284" y="942983"/>
                  </a:lnTo>
                  <a:lnTo>
                    <a:pt x="4302378" y="942983"/>
                  </a:lnTo>
                  <a:lnTo>
                    <a:pt x="4302472" y="942983"/>
                  </a:lnTo>
                  <a:lnTo>
                    <a:pt x="4302566" y="942983"/>
                  </a:lnTo>
                  <a:lnTo>
                    <a:pt x="4302660" y="942983"/>
                  </a:lnTo>
                  <a:lnTo>
                    <a:pt x="4302755" y="942983"/>
                  </a:lnTo>
                  <a:lnTo>
                    <a:pt x="4302849" y="942983"/>
                  </a:lnTo>
                  <a:lnTo>
                    <a:pt x="4302943" y="942983"/>
                  </a:lnTo>
                  <a:lnTo>
                    <a:pt x="4303037" y="942983"/>
                  </a:lnTo>
                  <a:lnTo>
                    <a:pt x="4303131" y="942983"/>
                  </a:lnTo>
                  <a:lnTo>
                    <a:pt x="4303225" y="942983"/>
                  </a:lnTo>
                  <a:lnTo>
                    <a:pt x="4303319" y="942983"/>
                  </a:lnTo>
                  <a:lnTo>
                    <a:pt x="4303414" y="942983"/>
                  </a:lnTo>
                  <a:lnTo>
                    <a:pt x="4303508" y="942983"/>
                  </a:lnTo>
                  <a:lnTo>
                    <a:pt x="4303602" y="942983"/>
                  </a:lnTo>
                  <a:lnTo>
                    <a:pt x="4303696" y="942983"/>
                  </a:lnTo>
                  <a:lnTo>
                    <a:pt x="4303790" y="942983"/>
                  </a:lnTo>
                  <a:lnTo>
                    <a:pt x="4303884" y="942983"/>
                  </a:lnTo>
                  <a:lnTo>
                    <a:pt x="4303979" y="942983"/>
                  </a:lnTo>
                  <a:lnTo>
                    <a:pt x="4304073" y="942983"/>
                  </a:lnTo>
                  <a:lnTo>
                    <a:pt x="4304167" y="942983"/>
                  </a:lnTo>
                  <a:lnTo>
                    <a:pt x="4304261" y="942983"/>
                  </a:lnTo>
                  <a:lnTo>
                    <a:pt x="4304355" y="942983"/>
                  </a:lnTo>
                  <a:lnTo>
                    <a:pt x="4304449" y="942983"/>
                  </a:lnTo>
                  <a:lnTo>
                    <a:pt x="4304543" y="942983"/>
                  </a:lnTo>
                  <a:lnTo>
                    <a:pt x="4304638" y="942983"/>
                  </a:lnTo>
                  <a:lnTo>
                    <a:pt x="4304732" y="942983"/>
                  </a:lnTo>
                  <a:lnTo>
                    <a:pt x="4304826" y="942983"/>
                  </a:lnTo>
                  <a:lnTo>
                    <a:pt x="4304920" y="942983"/>
                  </a:lnTo>
                  <a:lnTo>
                    <a:pt x="4305014" y="942983"/>
                  </a:lnTo>
                  <a:lnTo>
                    <a:pt x="4305108" y="942983"/>
                  </a:lnTo>
                  <a:lnTo>
                    <a:pt x="4305202" y="942983"/>
                  </a:lnTo>
                  <a:lnTo>
                    <a:pt x="4305297" y="942983"/>
                  </a:lnTo>
                  <a:lnTo>
                    <a:pt x="4305391" y="942983"/>
                  </a:lnTo>
                  <a:lnTo>
                    <a:pt x="4305485" y="942983"/>
                  </a:lnTo>
                  <a:lnTo>
                    <a:pt x="4305579" y="942983"/>
                  </a:lnTo>
                  <a:lnTo>
                    <a:pt x="4305673" y="942983"/>
                  </a:lnTo>
                  <a:lnTo>
                    <a:pt x="4305767" y="942983"/>
                  </a:lnTo>
                  <a:lnTo>
                    <a:pt x="4305862" y="942983"/>
                  </a:lnTo>
                  <a:lnTo>
                    <a:pt x="4305956" y="942983"/>
                  </a:lnTo>
                  <a:lnTo>
                    <a:pt x="4306050" y="942983"/>
                  </a:lnTo>
                  <a:lnTo>
                    <a:pt x="4306144" y="942983"/>
                  </a:lnTo>
                  <a:lnTo>
                    <a:pt x="4306238" y="942983"/>
                  </a:lnTo>
                  <a:lnTo>
                    <a:pt x="4306332" y="942983"/>
                  </a:lnTo>
                  <a:lnTo>
                    <a:pt x="4306426" y="942983"/>
                  </a:lnTo>
                  <a:lnTo>
                    <a:pt x="4306521" y="942983"/>
                  </a:lnTo>
                  <a:lnTo>
                    <a:pt x="4306615" y="942983"/>
                  </a:lnTo>
                  <a:lnTo>
                    <a:pt x="4306709" y="942983"/>
                  </a:lnTo>
                  <a:lnTo>
                    <a:pt x="4306803" y="942983"/>
                  </a:lnTo>
                  <a:lnTo>
                    <a:pt x="4306897" y="942983"/>
                  </a:lnTo>
                  <a:lnTo>
                    <a:pt x="4306991" y="942983"/>
                  </a:lnTo>
                  <a:lnTo>
                    <a:pt x="4307086" y="942983"/>
                  </a:lnTo>
                  <a:lnTo>
                    <a:pt x="4307180" y="942983"/>
                  </a:lnTo>
                  <a:lnTo>
                    <a:pt x="4307274" y="942983"/>
                  </a:lnTo>
                  <a:lnTo>
                    <a:pt x="4307368" y="942983"/>
                  </a:lnTo>
                  <a:lnTo>
                    <a:pt x="4307462" y="942983"/>
                  </a:lnTo>
                  <a:lnTo>
                    <a:pt x="4307556" y="942983"/>
                  </a:lnTo>
                  <a:lnTo>
                    <a:pt x="4307556" y="938072"/>
                  </a:lnTo>
                  <a:lnTo>
                    <a:pt x="4307650" y="938072"/>
                  </a:lnTo>
                  <a:lnTo>
                    <a:pt x="4307745" y="938072"/>
                  </a:lnTo>
                  <a:lnTo>
                    <a:pt x="4307839" y="938072"/>
                  </a:lnTo>
                  <a:lnTo>
                    <a:pt x="4307933" y="938072"/>
                  </a:lnTo>
                  <a:lnTo>
                    <a:pt x="4308027" y="938072"/>
                  </a:lnTo>
                  <a:lnTo>
                    <a:pt x="4308121" y="938072"/>
                  </a:lnTo>
                  <a:lnTo>
                    <a:pt x="4308215" y="938072"/>
                  </a:lnTo>
                  <a:lnTo>
                    <a:pt x="4308310" y="938072"/>
                  </a:lnTo>
                  <a:lnTo>
                    <a:pt x="4308404" y="938072"/>
                  </a:lnTo>
                  <a:lnTo>
                    <a:pt x="4308498" y="938072"/>
                  </a:lnTo>
                  <a:lnTo>
                    <a:pt x="4308592" y="938072"/>
                  </a:lnTo>
                  <a:lnTo>
                    <a:pt x="4308686" y="938072"/>
                  </a:lnTo>
                  <a:lnTo>
                    <a:pt x="4308780" y="938072"/>
                  </a:lnTo>
                  <a:lnTo>
                    <a:pt x="4308874" y="938072"/>
                  </a:lnTo>
                  <a:lnTo>
                    <a:pt x="4308969" y="938072"/>
                  </a:lnTo>
                  <a:lnTo>
                    <a:pt x="4309063" y="938072"/>
                  </a:lnTo>
                  <a:lnTo>
                    <a:pt x="4309157" y="938072"/>
                  </a:lnTo>
                  <a:lnTo>
                    <a:pt x="4309251" y="938072"/>
                  </a:lnTo>
                  <a:lnTo>
                    <a:pt x="4309345" y="938072"/>
                  </a:lnTo>
                  <a:lnTo>
                    <a:pt x="4309439" y="938072"/>
                  </a:lnTo>
                  <a:lnTo>
                    <a:pt x="4309533" y="938072"/>
                  </a:lnTo>
                  <a:lnTo>
                    <a:pt x="4309628" y="938072"/>
                  </a:lnTo>
                  <a:lnTo>
                    <a:pt x="4309722" y="938072"/>
                  </a:lnTo>
                  <a:lnTo>
                    <a:pt x="4309816" y="938072"/>
                  </a:lnTo>
                  <a:lnTo>
                    <a:pt x="4309910" y="938072"/>
                  </a:lnTo>
                  <a:lnTo>
                    <a:pt x="4310004" y="938072"/>
                  </a:lnTo>
                  <a:lnTo>
                    <a:pt x="4310098" y="938072"/>
                  </a:lnTo>
                  <a:lnTo>
                    <a:pt x="4310193" y="938072"/>
                  </a:lnTo>
                  <a:lnTo>
                    <a:pt x="4310287" y="938072"/>
                  </a:lnTo>
                  <a:lnTo>
                    <a:pt x="4310381" y="938072"/>
                  </a:lnTo>
                  <a:lnTo>
                    <a:pt x="4310475" y="938072"/>
                  </a:lnTo>
                  <a:lnTo>
                    <a:pt x="4310569" y="938072"/>
                  </a:lnTo>
                  <a:lnTo>
                    <a:pt x="4310663" y="938072"/>
                  </a:lnTo>
                  <a:lnTo>
                    <a:pt x="4310757" y="938072"/>
                  </a:lnTo>
                  <a:lnTo>
                    <a:pt x="4310852" y="938072"/>
                  </a:lnTo>
                  <a:lnTo>
                    <a:pt x="4310946" y="938072"/>
                  </a:lnTo>
                  <a:lnTo>
                    <a:pt x="4311040" y="938072"/>
                  </a:lnTo>
                  <a:lnTo>
                    <a:pt x="4311134" y="938072"/>
                  </a:lnTo>
                  <a:lnTo>
                    <a:pt x="4311228" y="938072"/>
                  </a:lnTo>
                  <a:lnTo>
                    <a:pt x="4311322" y="938072"/>
                  </a:lnTo>
                  <a:lnTo>
                    <a:pt x="4311417" y="938072"/>
                  </a:lnTo>
                  <a:lnTo>
                    <a:pt x="4311511" y="938072"/>
                  </a:lnTo>
                  <a:lnTo>
                    <a:pt x="4311605" y="938072"/>
                  </a:lnTo>
                  <a:lnTo>
                    <a:pt x="4311699" y="938072"/>
                  </a:lnTo>
                  <a:lnTo>
                    <a:pt x="4311793" y="938072"/>
                  </a:lnTo>
                  <a:lnTo>
                    <a:pt x="4311887" y="938072"/>
                  </a:lnTo>
                  <a:lnTo>
                    <a:pt x="4311981" y="938072"/>
                  </a:lnTo>
                  <a:lnTo>
                    <a:pt x="4312076" y="938072"/>
                  </a:lnTo>
                  <a:lnTo>
                    <a:pt x="4312170" y="938072"/>
                  </a:lnTo>
                  <a:lnTo>
                    <a:pt x="4312264" y="938072"/>
                  </a:lnTo>
                  <a:lnTo>
                    <a:pt x="4312358" y="938072"/>
                  </a:lnTo>
                  <a:lnTo>
                    <a:pt x="4312452" y="938072"/>
                  </a:lnTo>
                  <a:lnTo>
                    <a:pt x="4312546" y="938072"/>
                  </a:lnTo>
                  <a:lnTo>
                    <a:pt x="4312641" y="938072"/>
                  </a:lnTo>
                  <a:lnTo>
                    <a:pt x="4312735" y="938072"/>
                  </a:lnTo>
                  <a:lnTo>
                    <a:pt x="4312829" y="938072"/>
                  </a:lnTo>
                  <a:lnTo>
                    <a:pt x="4312923" y="938072"/>
                  </a:lnTo>
                  <a:lnTo>
                    <a:pt x="4313017" y="938072"/>
                  </a:lnTo>
                  <a:lnTo>
                    <a:pt x="4313111" y="938072"/>
                  </a:lnTo>
                  <a:lnTo>
                    <a:pt x="4313205" y="938072"/>
                  </a:lnTo>
                  <a:lnTo>
                    <a:pt x="4313300" y="938072"/>
                  </a:lnTo>
                  <a:lnTo>
                    <a:pt x="4313394" y="938072"/>
                  </a:lnTo>
                  <a:lnTo>
                    <a:pt x="4313488" y="938072"/>
                  </a:lnTo>
                  <a:lnTo>
                    <a:pt x="4313582" y="938072"/>
                  </a:lnTo>
                  <a:lnTo>
                    <a:pt x="4313676" y="938072"/>
                  </a:lnTo>
                  <a:lnTo>
                    <a:pt x="4313770" y="938072"/>
                  </a:lnTo>
                  <a:lnTo>
                    <a:pt x="4313864" y="938072"/>
                  </a:lnTo>
                  <a:lnTo>
                    <a:pt x="4313959" y="938072"/>
                  </a:lnTo>
                  <a:lnTo>
                    <a:pt x="4314053" y="938072"/>
                  </a:lnTo>
                  <a:lnTo>
                    <a:pt x="4314147" y="938072"/>
                  </a:lnTo>
                  <a:lnTo>
                    <a:pt x="4314241" y="938072"/>
                  </a:lnTo>
                  <a:lnTo>
                    <a:pt x="4314335" y="938072"/>
                  </a:lnTo>
                  <a:lnTo>
                    <a:pt x="4314429" y="938072"/>
                  </a:lnTo>
                  <a:lnTo>
                    <a:pt x="4314524" y="938072"/>
                  </a:lnTo>
                  <a:lnTo>
                    <a:pt x="4314618" y="938072"/>
                  </a:lnTo>
                  <a:lnTo>
                    <a:pt x="4314712" y="938072"/>
                  </a:lnTo>
                  <a:lnTo>
                    <a:pt x="4314806" y="938072"/>
                  </a:lnTo>
                  <a:lnTo>
                    <a:pt x="4314900" y="938072"/>
                  </a:lnTo>
                  <a:lnTo>
                    <a:pt x="4314994" y="938072"/>
                  </a:lnTo>
                  <a:lnTo>
                    <a:pt x="4315088" y="938072"/>
                  </a:lnTo>
                  <a:lnTo>
                    <a:pt x="4315183" y="938072"/>
                  </a:lnTo>
                  <a:lnTo>
                    <a:pt x="4315277" y="938072"/>
                  </a:lnTo>
                  <a:lnTo>
                    <a:pt x="4315371" y="938072"/>
                  </a:lnTo>
                  <a:lnTo>
                    <a:pt x="4315465" y="938072"/>
                  </a:lnTo>
                  <a:lnTo>
                    <a:pt x="4315559" y="938072"/>
                  </a:lnTo>
                  <a:lnTo>
                    <a:pt x="4315653" y="938072"/>
                  </a:lnTo>
                  <a:lnTo>
                    <a:pt x="4315748" y="938072"/>
                  </a:lnTo>
                  <a:lnTo>
                    <a:pt x="4315842" y="938072"/>
                  </a:lnTo>
                  <a:lnTo>
                    <a:pt x="4315936" y="938072"/>
                  </a:lnTo>
                  <a:lnTo>
                    <a:pt x="4316030" y="938072"/>
                  </a:lnTo>
                  <a:lnTo>
                    <a:pt x="4316124" y="938072"/>
                  </a:lnTo>
                  <a:lnTo>
                    <a:pt x="4316218" y="938072"/>
                  </a:lnTo>
                  <a:lnTo>
                    <a:pt x="4316312" y="938072"/>
                  </a:lnTo>
                  <a:lnTo>
                    <a:pt x="4316407" y="938072"/>
                  </a:lnTo>
                  <a:lnTo>
                    <a:pt x="4316501" y="938072"/>
                  </a:lnTo>
                  <a:lnTo>
                    <a:pt x="4316595" y="938072"/>
                  </a:lnTo>
                  <a:lnTo>
                    <a:pt x="4316689" y="938072"/>
                  </a:lnTo>
                  <a:lnTo>
                    <a:pt x="4316783" y="938072"/>
                  </a:lnTo>
                  <a:lnTo>
                    <a:pt x="4316877" y="938072"/>
                  </a:lnTo>
                  <a:lnTo>
                    <a:pt x="4316972" y="938072"/>
                  </a:lnTo>
                  <a:lnTo>
                    <a:pt x="4317066" y="938072"/>
                  </a:lnTo>
                  <a:lnTo>
                    <a:pt x="4317160" y="938072"/>
                  </a:lnTo>
                  <a:lnTo>
                    <a:pt x="4317254" y="938072"/>
                  </a:lnTo>
                  <a:lnTo>
                    <a:pt x="4317348" y="938072"/>
                  </a:lnTo>
                  <a:lnTo>
                    <a:pt x="4317442" y="938072"/>
                  </a:lnTo>
                  <a:lnTo>
                    <a:pt x="4317536" y="938072"/>
                  </a:lnTo>
                  <a:lnTo>
                    <a:pt x="4317631" y="938072"/>
                  </a:lnTo>
                  <a:lnTo>
                    <a:pt x="4317725" y="938072"/>
                  </a:lnTo>
                  <a:lnTo>
                    <a:pt x="4317819" y="938072"/>
                  </a:lnTo>
                  <a:lnTo>
                    <a:pt x="4317913" y="938072"/>
                  </a:lnTo>
                  <a:lnTo>
                    <a:pt x="4318007" y="938072"/>
                  </a:lnTo>
                  <a:lnTo>
                    <a:pt x="4318101" y="938072"/>
                  </a:lnTo>
                  <a:lnTo>
                    <a:pt x="4318195" y="938072"/>
                  </a:lnTo>
                  <a:lnTo>
                    <a:pt x="4318290" y="938072"/>
                  </a:lnTo>
                  <a:lnTo>
                    <a:pt x="4318384" y="938072"/>
                  </a:lnTo>
                  <a:lnTo>
                    <a:pt x="4318478" y="938072"/>
                  </a:lnTo>
                  <a:lnTo>
                    <a:pt x="4318572" y="938072"/>
                  </a:lnTo>
                  <a:lnTo>
                    <a:pt x="4318666" y="938072"/>
                  </a:lnTo>
                  <a:lnTo>
                    <a:pt x="4318760" y="938072"/>
                  </a:lnTo>
                  <a:lnTo>
                    <a:pt x="4318855" y="938072"/>
                  </a:lnTo>
                  <a:lnTo>
                    <a:pt x="4318949" y="938072"/>
                  </a:lnTo>
                  <a:lnTo>
                    <a:pt x="4319043" y="938072"/>
                  </a:lnTo>
                  <a:lnTo>
                    <a:pt x="4319137" y="938072"/>
                  </a:lnTo>
                  <a:lnTo>
                    <a:pt x="4319231" y="938072"/>
                  </a:lnTo>
                  <a:lnTo>
                    <a:pt x="4319325" y="938072"/>
                  </a:lnTo>
                  <a:lnTo>
                    <a:pt x="4319419" y="938072"/>
                  </a:lnTo>
                  <a:lnTo>
                    <a:pt x="4319514" y="938072"/>
                  </a:lnTo>
                  <a:lnTo>
                    <a:pt x="4319608" y="938072"/>
                  </a:lnTo>
                  <a:lnTo>
                    <a:pt x="4319702" y="938072"/>
                  </a:lnTo>
                  <a:lnTo>
                    <a:pt x="4319796" y="938072"/>
                  </a:lnTo>
                  <a:lnTo>
                    <a:pt x="4319890" y="938072"/>
                  </a:lnTo>
                  <a:lnTo>
                    <a:pt x="4319984" y="938072"/>
                  </a:lnTo>
                  <a:lnTo>
                    <a:pt x="4320079" y="938072"/>
                  </a:lnTo>
                  <a:lnTo>
                    <a:pt x="4320173" y="938072"/>
                  </a:lnTo>
                  <a:lnTo>
                    <a:pt x="4320267" y="938072"/>
                  </a:lnTo>
                  <a:lnTo>
                    <a:pt x="4320361" y="938072"/>
                  </a:lnTo>
                  <a:lnTo>
                    <a:pt x="4320455" y="938072"/>
                  </a:lnTo>
                  <a:lnTo>
                    <a:pt x="4320549" y="938072"/>
                  </a:lnTo>
                  <a:lnTo>
                    <a:pt x="4320643" y="938072"/>
                  </a:lnTo>
                  <a:lnTo>
                    <a:pt x="4320738" y="938072"/>
                  </a:lnTo>
                  <a:lnTo>
                    <a:pt x="4320832" y="938072"/>
                  </a:lnTo>
                  <a:lnTo>
                    <a:pt x="4320926" y="938072"/>
                  </a:lnTo>
                  <a:lnTo>
                    <a:pt x="4321020" y="938072"/>
                  </a:lnTo>
                  <a:lnTo>
                    <a:pt x="4321114" y="938072"/>
                  </a:lnTo>
                  <a:lnTo>
                    <a:pt x="4321208" y="938072"/>
                  </a:lnTo>
                  <a:lnTo>
                    <a:pt x="4321303" y="938072"/>
                  </a:lnTo>
                  <a:lnTo>
                    <a:pt x="4321397" y="938072"/>
                  </a:lnTo>
                  <a:lnTo>
                    <a:pt x="4321491" y="938072"/>
                  </a:lnTo>
                  <a:lnTo>
                    <a:pt x="4321585" y="938072"/>
                  </a:lnTo>
                  <a:lnTo>
                    <a:pt x="4321679" y="938072"/>
                  </a:lnTo>
                  <a:lnTo>
                    <a:pt x="4321773" y="938072"/>
                  </a:lnTo>
                  <a:lnTo>
                    <a:pt x="4321867" y="938072"/>
                  </a:lnTo>
                  <a:lnTo>
                    <a:pt x="4321962" y="938072"/>
                  </a:lnTo>
                  <a:lnTo>
                    <a:pt x="4322056" y="938072"/>
                  </a:lnTo>
                  <a:lnTo>
                    <a:pt x="4322150" y="938072"/>
                  </a:lnTo>
                  <a:lnTo>
                    <a:pt x="4322244" y="938072"/>
                  </a:lnTo>
                  <a:lnTo>
                    <a:pt x="4322338" y="938072"/>
                  </a:lnTo>
                  <a:lnTo>
                    <a:pt x="4322432" y="938072"/>
                  </a:lnTo>
                  <a:lnTo>
                    <a:pt x="4322526" y="938072"/>
                  </a:lnTo>
                  <a:lnTo>
                    <a:pt x="4322621" y="938072"/>
                  </a:lnTo>
                  <a:lnTo>
                    <a:pt x="4322621" y="933161"/>
                  </a:lnTo>
                  <a:lnTo>
                    <a:pt x="4322715" y="933161"/>
                  </a:lnTo>
                  <a:lnTo>
                    <a:pt x="4322809" y="933161"/>
                  </a:lnTo>
                  <a:lnTo>
                    <a:pt x="4322903" y="933161"/>
                  </a:lnTo>
                  <a:lnTo>
                    <a:pt x="4322997" y="933161"/>
                  </a:lnTo>
                  <a:lnTo>
                    <a:pt x="4323091" y="933161"/>
                  </a:lnTo>
                  <a:lnTo>
                    <a:pt x="4323186" y="933161"/>
                  </a:lnTo>
                  <a:lnTo>
                    <a:pt x="4323280" y="933161"/>
                  </a:lnTo>
                  <a:lnTo>
                    <a:pt x="4323374" y="933161"/>
                  </a:lnTo>
                  <a:lnTo>
                    <a:pt x="4323468" y="933161"/>
                  </a:lnTo>
                  <a:lnTo>
                    <a:pt x="4323562" y="933161"/>
                  </a:lnTo>
                  <a:lnTo>
                    <a:pt x="4323656" y="933161"/>
                  </a:lnTo>
                  <a:lnTo>
                    <a:pt x="4323750" y="933161"/>
                  </a:lnTo>
                  <a:lnTo>
                    <a:pt x="4323845" y="933161"/>
                  </a:lnTo>
                  <a:lnTo>
                    <a:pt x="4323939" y="933161"/>
                  </a:lnTo>
                  <a:lnTo>
                    <a:pt x="4324033" y="933161"/>
                  </a:lnTo>
                  <a:lnTo>
                    <a:pt x="4324127" y="933161"/>
                  </a:lnTo>
                  <a:lnTo>
                    <a:pt x="4324127" y="928249"/>
                  </a:lnTo>
                  <a:lnTo>
                    <a:pt x="4324221" y="928249"/>
                  </a:lnTo>
                  <a:lnTo>
                    <a:pt x="4324315" y="928249"/>
                  </a:lnTo>
                  <a:lnTo>
                    <a:pt x="4324410" y="928249"/>
                  </a:lnTo>
                  <a:lnTo>
                    <a:pt x="4324504" y="928249"/>
                  </a:lnTo>
                  <a:lnTo>
                    <a:pt x="4324598" y="928249"/>
                  </a:lnTo>
                  <a:lnTo>
                    <a:pt x="4324692" y="928249"/>
                  </a:lnTo>
                  <a:lnTo>
                    <a:pt x="4324786" y="928249"/>
                  </a:lnTo>
                  <a:lnTo>
                    <a:pt x="4324880" y="928249"/>
                  </a:lnTo>
                  <a:lnTo>
                    <a:pt x="4324974" y="928249"/>
                  </a:lnTo>
                  <a:lnTo>
                    <a:pt x="4325069" y="928249"/>
                  </a:lnTo>
                  <a:lnTo>
                    <a:pt x="4325163" y="928249"/>
                  </a:lnTo>
                  <a:lnTo>
                    <a:pt x="4325257" y="928249"/>
                  </a:lnTo>
                  <a:lnTo>
                    <a:pt x="4325351" y="928249"/>
                  </a:lnTo>
                  <a:lnTo>
                    <a:pt x="4325445" y="928249"/>
                  </a:lnTo>
                  <a:lnTo>
                    <a:pt x="4325539" y="928249"/>
                  </a:lnTo>
                  <a:lnTo>
                    <a:pt x="4325634" y="928249"/>
                  </a:lnTo>
                  <a:lnTo>
                    <a:pt x="4325728" y="928249"/>
                  </a:lnTo>
                  <a:lnTo>
                    <a:pt x="4325822" y="928249"/>
                  </a:lnTo>
                  <a:lnTo>
                    <a:pt x="4325916" y="928249"/>
                  </a:lnTo>
                  <a:lnTo>
                    <a:pt x="4326010" y="928249"/>
                  </a:lnTo>
                  <a:lnTo>
                    <a:pt x="4326104" y="928249"/>
                  </a:lnTo>
                  <a:lnTo>
                    <a:pt x="4326198" y="928249"/>
                  </a:lnTo>
                  <a:lnTo>
                    <a:pt x="4326293" y="928249"/>
                  </a:lnTo>
                  <a:lnTo>
                    <a:pt x="4326387" y="928249"/>
                  </a:lnTo>
                  <a:lnTo>
                    <a:pt x="4326481" y="928249"/>
                  </a:lnTo>
                  <a:lnTo>
                    <a:pt x="4326575" y="928249"/>
                  </a:lnTo>
                  <a:lnTo>
                    <a:pt x="4326669" y="928249"/>
                  </a:lnTo>
                  <a:lnTo>
                    <a:pt x="4326763" y="928249"/>
                  </a:lnTo>
                  <a:lnTo>
                    <a:pt x="4326858" y="928249"/>
                  </a:lnTo>
                  <a:lnTo>
                    <a:pt x="4326952" y="928249"/>
                  </a:lnTo>
                  <a:lnTo>
                    <a:pt x="4327046" y="928249"/>
                  </a:lnTo>
                  <a:lnTo>
                    <a:pt x="4327140" y="928249"/>
                  </a:lnTo>
                  <a:lnTo>
                    <a:pt x="4327234" y="928249"/>
                  </a:lnTo>
                  <a:lnTo>
                    <a:pt x="4327328" y="928249"/>
                  </a:lnTo>
                  <a:lnTo>
                    <a:pt x="4327422" y="928249"/>
                  </a:lnTo>
                  <a:lnTo>
                    <a:pt x="4327517" y="928249"/>
                  </a:lnTo>
                  <a:lnTo>
                    <a:pt x="4327611" y="928249"/>
                  </a:lnTo>
                  <a:lnTo>
                    <a:pt x="4327611" y="923338"/>
                  </a:lnTo>
                  <a:lnTo>
                    <a:pt x="4327705" y="923338"/>
                  </a:lnTo>
                  <a:lnTo>
                    <a:pt x="4327799" y="923338"/>
                  </a:lnTo>
                  <a:lnTo>
                    <a:pt x="4327893" y="923338"/>
                  </a:lnTo>
                  <a:lnTo>
                    <a:pt x="4327987" y="923338"/>
                  </a:lnTo>
                  <a:lnTo>
                    <a:pt x="4328081" y="923338"/>
                  </a:lnTo>
                  <a:lnTo>
                    <a:pt x="4328176" y="923338"/>
                  </a:lnTo>
                  <a:lnTo>
                    <a:pt x="4328270" y="923338"/>
                  </a:lnTo>
                  <a:lnTo>
                    <a:pt x="4328364" y="923338"/>
                  </a:lnTo>
                  <a:lnTo>
                    <a:pt x="4328458" y="923338"/>
                  </a:lnTo>
                  <a:lnTo>
                    <a:pt x="4328552" y="923338"/>
                  </a:lnTo>
                  <a:lnTo>
                    <a:pt x="4328646" y="923338"/>
                  </a:lnTo>
                  <a:lnTo>
                    <a:pt x="4328741" y="923338"/>
                  </a:lnTo>
                  <a:lnTo>
                    <a:pt x="4328835" y="923338"/>
                  </a:lnTo>
                  <a:lnTo>
                    <a:pt x="4328929" y="923338"/>
                  </a:lnTo>
                  <a:lnTo>
                    <a:pt x="4329023" y="923338"/>
                  </a:lnTo>
                  <a:lnTo>
                    <a:pt x="4329117" y="923338"/>
                  </a:lnTo>
                  <a:lnTo>
                    <a:pt x="4329211" y="923338"/>
                  </a:lnTo>
                  <a:lnTo>
                    <a:pt x="4329305" y="923338"/>
                  </a:lnTo>
                  <a:lnTo>
                    <a:pt x="4329400" y="923338"/>
                  </a:lnTo>
                  <a:lnTo>
                    <a:pt x="4329494" y="923338"/>
                  </a:lnTo>
                  <a:lnTo>
                    <a:pt x="4329588" y="923338"/>
                  </a:lnTo>
                  <a:lnTo>
                    <a:pt x="4329682" y="923338"/>
                  </a:lnTo>
                  <a:lnTo>
                    <a:pt x="4329682" y="918427"/>
                  </a:lnTo>
                  <a:lnTo>
                    <a:pt x="4329776" y="918427"/>
                  </a:lnTo>
                  <a:lnTo>
                    <a:pt x="4329870" y="918427"/>
                  </a:lnTo>
                  <a:lnTo>
                    <a:pt x="4329965" y="918427"/>
                  </a:lnTo>
                  <a:lnTo>
                    <a:pt x="4330059" y="918427"/>
                  </a:lnTo>
                  <a:lnTo>
                    <a:pt x="4330153" y="918427"/>
                  </a:lnTo>
                  <a:lnTo>
                    <a:pt x="4330247" y="918427"/>
                  </a:lnTo>
                  <a:lnTo>
                    <a:pt x="4330341" y="918427"/>
                  </a:lnTo>
                  <a:lnTo>
                    <a:pt x="4330435" y="918427"/>
                  </a:lnTo>
                  <a:lnTo>
                    <a:pt x="4330529" y="918427"/>
                  </a:lnTo>
                  <a:lnTo>
                    <a:pt x="4330624" y="918427"/>
                  </a:lnTo>
                  <a:lnTo>
                    <a:pt x="4330718" y="918427"/>
                  </a:lnTo>
                  <a:lnTo>
                    <a:pt x="4330812" y="918427"/>
                  </a:lnTo>
                  <a:lnTo>
                    <a:pt x="4330812" y="913515"/>
                  </a:lnTo>
                  <a:lnTo>
                    <a:pt x="4330906" y="913515"/>
                  </a:lnTo>
                  <a:lnTo>
                    <a:pt x="4331000" y="913515"/>
                  </a:lnTo>
                  <a:lnTo>
                    <a:pt x="4331094" y="913515"/>
                  </a:lnTo>
                  <a:lnTo>
                    <a:pt x="4331189" y="913515"/>
                  </a:lnTo>
                  <a:lnTo>
                    <a:pt x="4331283" y="913515"/>
                  </a:lnTo>
                  <a:lnTo>
                    <a:pt x="4331377" y="913515"/>
                  </a:lnTo>
                  <a:lnTo>
                    <a:pt x="4331471" y="913515"/>
                  </a:lnTo>
                  <a:lnTo>
                    <a:pt x="4331565" y="913515"/>
                  </a:lnTo>
                  <a:lnTo>
                    <a:pt x="4331659" y="913515"/>
                  </a:lnTo>
                  <a:lnTo>
                    <a:pt x="4331753" y="913515"/>
                  </a:lnTo>
                  <a:lnTo>
                    <a:pt x="4331848" y="913515"/>
                  </a:lnTo>
                  <a:lnTo>
                    <a:pt x="4331942" y="913515"/>
                  </a:lnTo>
                  <a:lnTo>
                    <a:pt x="4332036" y="913515"/>
                  </a:lnTo>
                  <a:lnTo>
                    <a:pt x="4332130" y="913515"/>
                  </a:lnTo>
                  <a:lnTo>
                    <a:pt x="4332224" y="913515"/>
                  </a:lnTo>
                  <a:lnTo>
                    <a:pt x="4332318" y="913515"/>
                  </a:lnTo>
                  <a:lnTo>
                    <a:pt x="4332412" y="913515"/>
                  </a:lnTo>
                  <a:lnTo>
                    <a:pt x="4332507" y="913515"/>
                  </a:lnTo>
                  <a:lnTo>
                    <a:pt x="4332601" y="913515"/>
                  </a:lnTo>
                  <a:lnTo>
                    <a:pt x="4332695" y="913515"/>
                  </a:lnTo>
                  <a:lnTo>
                    <a:pt x="4332789" y="913515"/>
                  </a:lnTo>
                  <a:lnTo>
                    <a:pt x="4332883" y="913515"/>
                  </a:lnTo>
                  <a:lnTo>
                    <a:pt x="4332977" y="913515"/>
                  </a:lnTo>
                  <a:lnTo>
                    <a:pt x="4333072" y="913515"/>
                  </a:lnTo>
                  <a:lnTo>
                    <a:pt x="4333166" y="913515"/>
                  </a:lnTo>
                  <a:lnTo>
                    <a:pt x="4333260" y="913515"/>
                  </a:lnTo>
                  <a:lnTo>
                    <a:pt x="4333354" y="913515"/>
                  </a:lnTo>
                  <a:lnTo>
                    <a:pt x="4333448" y="913515"/>
                  </a:lnTo>
                  <a:lnTo>
                    <a:pt x="4333542" y="913515"/>
                  </a:lnTo>
                  <a:lnTo>
                    <a:pt x="4333636" y="913515"/>
                  </a:lnTo>
                  <a:lnTo>
                    <a:pt x="4333731" y="913515"/>
                  </a:lnTo>
                  <a:lnTo>
                    <a:pt x="4333825" y="913515"/>
                  </a:lnTo>
                  <a:lnTo>
                    <a:pt x="4333919" y="913515"/>
                  </a:lnTo>
                  <a:lnTo>
                    <a:pt x="4334013" y="913515"/>
                  </a:lnTo>
                  <a:lnTo>
                    <a:pt x="4334107" y="913515"/>
                  </a:lnTo>
                  <a:lnTo>
                    <a:pt x="4334201" y="913515"/>
                  </a:lnTo>
                  <a:lnTo>
                    <a:pt x="4334296" y="913515"/>
                  </a:lnTo>
                  <a:lnTo>
                    <a:pt x="4334390" y="913515"/>
                  </a:lnTo>
                  <a:lnTo>
                    <a:pt x="4334484" y="913515"/>
                  </a:lnTo>
                  <a:lnTo>
                    <a:pt x="4334578" y="913515"/>
                  </a:lnTo>
                  <a:lnTo>
                    <a:pt x="4334672" y="913515"/>
                  </a:lnTo>
                  <a:lnTo>
                    <a:pt x="4334766" y="913515"/>
                  </a:lnTo>
                  <a:lnTo>
                    <a:pt x="4334860" y="913515"/>
                  </a:lnTo>
                  <a:lnTo>
                    <a:pt x="4334955" y="913515"/>
                  </a:lnTo>
                  <a:lnTo>
                    <a:pt x="4335049" y="913515"/>
                  </a:lnTo>
                  <a:lnTo>
                    <a:pt x="4335143" y="913515"/>
                  </a:lnTo>
                  <a:lnTo>
                    <a:pt x="4335237" y="913515"/>
                  </a:lnTo>
                  <a:lnTo>
                    <a:pt x="4335331" y="913515"/>
                  </a:lnTo>
                  <a:lnTo>
                    <a:pt x="4335425" y="913515"/>
                  </a:lnTo>
                  <a:lnTo>
                    <a:pt x="4335520" y="913515"/>
                  </a:lnTo>
                  <a:lnTo>
                    <a:pt x="4335614" y="913515"/>
                  </a:lnTo>
                  <a:lnTo>
                    <a:pt x="4335708" y="913515"/>
                  </a:lnTo>
                  <a:lnTo>
                    <a:pt x="4335802" y="913515"/>
                  </a:lnTo>
                  <a:lnTo>
                    <a:pt x="4335896" y="913515"/>
                  </a:lnTo>
                  <a:lnTo>
                    <a:pt x="4335990" y="913515"/>
                  </a:lnTo>
                  <a:lnTo>
                    <a:pt x="4335990" y="908604"/>
                  </a:lnTo>
                  <a:lnTo>
                    <a:pt x="4336084" y="908604"/>
                  </a:lnTo>
                  <a:lnTo>
                    <a:pt x="4336179" y="908604"/>
                  </a:lnTo>
                  <a:lnTo>
                    <a:pt x="4336273" y="908604"/>
                  </a:lnTo>
                  <a:lnTo>
                    <a:pt x="4336367" y="908604"/>
                  </a:lnTo>
                  <a:lnTo>
                    <a:pt x="4336461" y="908604"/>
                  </a:lnTo>
                  <a:lnTo>
                    <a:pt x="4336555" y="908604"/>
                  </a:lnTo>
                  <a:lnTo>
                    <a:pt x="4336649" y="908604"/>
                  </a:lnTo>
                  <a:lnTo>
                    <a:pt x="4336743" y="908604"/>
                  </a:lnTo>
                  <a:lnTo>
                    <a:pt x="4336838" y="908604"/>
                  </a:lnTo>
                  <a:lnTo>
                    <a:pt x="4336932" y="908604"/>
                  </a:lnTo>
                  <a:lnTo>
                    <a:pt x="4337026" y="908604"/>
                  </a:lnTo>
                  <a:lnTo>
                    <a:pt x="4337120" y="908604"/>
                  </a:lnTo>
                  <a:lnTo>
                    <a:pt x="4337214" y="908604"/>
                  </a:lnTo>
                  <a:lnTo>
                    <a:pt x="4337308" y="908604"/>
                  </a:lnTo>
                  <a:lnTo>
                    <a:pt x="4337403" y="908604"/>
                  </a:lnTo>
                  <a:lnTo>
                    <a:pt x="4337497" y="908604"/>
                  </a:lnTo>
                  <a:lnTo>
                    <a:pt x="4337591" y="908604"/>
                  </a:lnTo>
                  <a:lnTo>
                    <a:pt x="4337685" y="908604"/>
                  </a:lnTo>
                  <a:lnTo>
                    <a:pt x="4337779" y="908604"/>
                  </a:lnTo>
                  <a:lnTo>
                    <a:pt x="4337873" y="908604"/>
                  </a:lnTo>
                  <a:lnTo>
                    <a:pt x="4337967" y="908604"/>
                  </a:lnTo>
                  <a:lnTo>
                    <a:pt x="4338062" y="908604"/>
                  </a:lnTo>
                  <a:lnTo>
                    <a:pt x="4338156" y="908604"/>
                  </a:lnTo>
                  <a:lnTo>
                    <a:pt x="4338250" y="908604"/>
                  </a:lnTo>
                  <a:lnTo>
                    <a:pt x="4338344" y="908604"/>
                  </a:lnTo>
                  <a:lnTo>
                    <a:pt x="4338438" y="908604"/>
                  </a:lnTo>
                  <a:lnTo>
                    <a:pt x="4338532" y="908604"/>
                  </a:lnTo>
                  <a:lnTo>
                    <a:pt x="4338627" y="908604"/>
                  </a:lnTo>
                  <a:lnTo>
                    <a:pt x="4338721" y="908604"/>
                  </a:lnTo>
                  <a:lnTo>
                    <a:pt x="4338815" y="908604"/>
                  </a:lnTo>
                  <a:lnTo>
                    <a:pt x="4338909" y="908604"/>
                  </a:lnTo>
                  <a:lnTo>
                    <a:pt x="4339003" y="908604"/>
                  </a:lnTo>
                  <a:lnTo>
                    <a:pt x="4339097" y="908604"/>
                  </a:lnTo>
                  <a:lnTo>
                    <a:pt x="4339191" y="908604"/>
                  </a:lnTo>
                  <a:lnTo>
                    <a:pt x="4339286" y="908604"/>
                  </a:lnTo>
                  <a:lnTo>
                    <a:pt x="4339380" y="908604"/>
                  </a:lnTo>
                  <a:lnTo>
                    <a:pt x="4339474" y="908604"/>
                  </a:lnTo>
                  <a:lnTo>
                    <a:pt x="4339568" y="908604"/>
                  </a:lnTo>
                  <a:lnTo>
                    <a:pt x="4339662" y="908604"/>
                  </a:lnTo>
                  <a:lnTo>
                    <a:pt x="4339756" y="908604"/>
                  </a:lnTo>
                  <a:lnTo>
                    <a:pt x="4339851" y="908604"/>
                  </a:lnTo>
                  <a:lnTo>
                    <a:pt x="4339945" y="908604"/>
                  </a:lnTo>
                  <a:lnTo>
                    <a:pt x="4340039" y="908604"/>
                  </a:lnTo>
                  <a:lnTo>
                    <a:pt x="4340133" y="908604"/>
                  </a:lnTo>
                  <a:lnTo>
                    <a:pt x="4340227" y="908604"/>
                  </a:lnTo>
                  <a:lnTo>
                    <a:pt x="4340321" y="908604"/>
                  </a:lnTo>
                  <a:lnTo>
                    <a:pt x="4340415" y="908604"/>
                  </a:lnTo>
                  <a:lnTo>
                    <a:pt x="4340510" y="908604"/>
                  </a:lnTo>
                  <a:lnTo>
                    <a:pt x="4340604" y="908604"/>
                  </a:lnTo>
                  <a:lnTo>
                    <a:pt x="4340698" y="908604"/>
                  </a:lnTo>
                  <a:lnTo>
                    <a:pt x="4340792" y="908604"/>
                  </a:lnTo>
                  <a:lnTo>
                    <a:pt x="4340886" y="908604"/>
                  </a:lnTo>
                  <a:lnTo>
                    <a:pt x="4340980" y="908604"/>
                  </a:lnTo>
                  <a:lnTo>
                    <a:pt x="4341074" y="908604"/>
                  </a:lnTo>
                  <a:lnTo>
                    <a:pt x="4341169" y="908604"/>
                  </a:lnTo>
                  <a:lnTo>
                    <a:pt x="4341263" y="908604"/>
                  </a:lnTo>
                  <a:lnTo>
                    <a:pt x="4341357" y="908604"/>
                  </a:lnTo>
                  <a:lnTo>
                    <a:pt x="4341451" y="908604"/>
                  </a:lnTo>
                  <a:lnTo>
                    <a:pt x="4341545" y="908604"/>
                  </a:lnTo>
                  <a:lnTo>
                    <a:pt x="4341639" y="908604"/>
                  </a:lnTo>
                  <a:lnTo>
                    <a:pt x="4341734" y="908604"/>
                  </a:lnTo>
                  <a:lnTo>
                    <a:pt x="4341828" y="908604"/>
                  </a:lnTo>
                  <a:lnTo>
                    <a:pt x="4341922" y="908604"/>
                  </a:lnTo>
                  <a:lnTo>
                    <a:pt x="4342016" y="908604"/>
                  </a:lnTo>
                  <a:lnTo>
                    <a:pt x="4342110" y="908604"/>
                  </a:lnTo>
                  <a:lnTo>
                    <a:pt x="4342204" y="908604"/>
                  </a:lnTo>
                  <a:lnTo>
                    <a:pt x="4342298" y="908604"/>
                  </a:lnTo>
                  <a:lnTo>
                    <a:pt x="4342393" y="908604"/>
                  </a:lnTo>
                  <a:lnTo>
                    <a:pt x="4342487" y="908604"/>
                  </a:lnTo>
                  <a:lnTo>
                    <a:pt x="4342581" y="908604"/>
                  </a:lnTo>
                  <a:lnTo>
                    <a:pt x="4342675" y="908604"/>
                  </a:lnTo>
                  <a:lnTo>
                    <a:pt x="4342769" y="908604"/>
                  </a:lnTo>
                  <a:lnTo>
                    <a:pt x="4342863" y="908604"/>
                  </a:lnTo>
                  <a:lnTo>
                    <a:pt x="4342958" y="908604"/>
                  </a:lnTo>
                  <a:lnTo>
                    <a:pt x="4343052" y="908604"/>
                  </a:lnTo>
                  <a:lnTo>
                    <a:pt x="4343146" y="908604"/>
                  </a:lnTo>
                  <a:lnTo>
                    <a:pt x="4343240" y="908604"/>
                  </a:lnTo>
                  <a:lnTo>
                    <a:pt x="4343334" y="908604"/>
                  </a:lnTo>
                  <a:lnTo>
                    <a:pt x="4343428" y="908604"/>
                  </a:lnTo>
                  <a:lnTo>
                    <a:pt x="4343522" y="908604"/>
                  </a:lnTo>
                  <a:lnTo>
                    <a:pt x="4343617" y="908604"/>
                  </a:lnTo>
                  <a:lnTo>
                    <a:pt x="4343711" y="908604"/>
                  </a:lnTo>
                  <a:lnTo>
                    <a:pt x="4343805" y="908604"/>
                  </a:lnTo>
                  <a:lnTo>
                    <a:pt x="4343899" y="908604"/>
                  </a:lnTo>
                  <a:lnTo>
                    <a:pt x="4343993" y="908604"/>
                  </a:lnTo>
                  <a:lnTo>
                    <a:pt x="4344087" y="908604"/>
                  </a:lnTo>
                  <a:lnTo>
                    <a:pt x="4344182" y="908604"/>
                  </a:lnTo>
                  <a:lnTo>
                    <a:pt x="4344276" y="908604"/>
                  </a:lnTo>
                  <a:lnTo>
                    <a:pt x="4344370" y="908604"/>
                  </a:lnTo>
                  <a:lnTo>
                    <a:pt x="4344464" y="908604"/>
                  </a:lnTo>
                  <a:lnTo>
                    <a:pt x="4344558" y="908604"/>
                  </a:lnTo>
                  <a:lnTo>
                    <a:pt x="4344652" y="908604"/>
                  </a:lnTo>
                  <a:lnTo>
                    <a:pt x="4344746" y="908604"/>
                  </a:lnTo>
                  <a:lnTo>
                    <a:pt x="4344841" y="908604"/>
                  </a:lnTo>
                  <a:lnTo>
                    <a:pt x="4344935" y="908604"/>
                  </a:lnTo>
                  <a:lnTo>
                    <a:pt x="4345029" y="908604"/>
                  </a:lnTo>
                  <a:lnTo>
                    <a:pt x="4345123" y="908604"/>
                  </a:lnTo>
                  <a:lnTo>
                    <a:pt x="4345217" y="908604"/>
                  </a:lnTo>
                  <a:lnTo>
                    <a:pt x="4345311" y="908604"/>
                  </a:lnTo>
                  <a:lnTo>
                    <a:pt x="4345405" y="908604"/>
                  </a:lnTo>
                  <a:lnTo>
                    <a:pt x="4345500" y="908604"/>
                  </a:lnTo>
                  <a:lnTo>
                    <a:pt x="4345594" y="908604"/>
                  </a:lnTo>
                  <a:lnTo>
                    <a:pt x="4345688" y="908604"/>
                  </a:lnTo>
                  <a:lnTo>
                    <a:pt x="4345782" y="908604"/>
                  </a:lnTo>
                  <a:lnTo>
                    <a:pt x="4345876" y="908604"/>
                  </a:lnTo>
                  <a:lnTo>
                    <a:pt x="4345970" y="908604"/>
                  </a:lnTo>
                  <a:lnTo>
                    <a:pt x="4346065" y="908604"/>
                  </a:lnTo>
                  <a:lnTo>
                    <a:pt x="4346159" y="908604"/>
                  </a:lnTo>
                  <a:lnTo>
                    <a:pt x="4346253" y="908604"/>
                  </a:lnTo>
                  <a:lnTo>
                    <a:pt x="4346347" y="908604"/>
                  </a:lnTo>
                  <a:lnTo>
                    <a:pt x="4346441" y="908604"/>
                  </a:lnTo>
                  <a:lnTo>
                    <a:pt x="4346535" y="908604"/>
                  </a:lnTo>
                  <a:lnTo>
                    <a:pt x="4346629" y="908604"/>
                  </a:lnTo>
                  <a:lnTo>
                    <a:pt x="4346724" y="908604"/>
                  </a:lnTo>
                  <a:lnTo>
                    <a:pt x="4346818" y="908604"/>
                  </a:lnTo>
                  <a:lnTo>
                    <a:pt x="4346912" y="908604"/>
                  </a:lnTo>
                  <a:lnTo>
                    <a:pt x="4347006" y="908604"/>
                  </a:lnTo>
                  <a:lnTo>
                    <a:pt x="4347100" y="908604"/>
                  </a:lnTo>
                  <a:lnTo>
                    <a:pt x="4347194" y="908604"/>
                  </a:lnTo>
                  <a:lnTo>
                    <a:pt x="4347289" y="908604"/>
                  </a:lnTo>
                  <a:lnTo>
                    <a:pt x="4347383" y="908604"/>
                  </a:lnTo>
                  <a:lnTo>
                    <a:pt x="4347477" y="908604"/>
                  </a:lnTo>
                  <a:lnTo>
                    <a:pt x="4347571" y="908604"/>
                  </a:lnTo>
                  <a:lnTo>
                    <a:pt x="4347665" y="908604"/>
                  </a:lnTo>
                  <a:lnTo>
                    <a:pt x="4347759" y="908604"/>
                  </a:lnTo>
                  <a:lnTo>
                    <a:pt x="4347853" y="908604"/>
                  </a:lnTo>
                  <a:lnTo>
                    <a:pt x="4347948" y="908604"/>
                  </a:lnTo>
                  <a:lnTo>
                    <a:pt x="4348042" y="908604"/>
                  </a:lnTo>
                  <a:lnTo>
                    <a:pt x="4348136" y="908604"/>
                  </a:lnTo>
                  <a:lnTo>
                    <a:pt x="4348230" y="908604"/>
                  </a:lnTo>
                  <a:lnTo>
                    <a:pt x="4348324" y="908604"/>
                  </a:lnTo>
                  <a:lnTo>
                    <a:pt x="4348418" y="908604"/>
                  </a:lnTo>
                  <a:lnTo>
                    <a:pt x="4348513" y="908604"/>
                  </a:lnTo>
                  <a:lnTo>
                    <a:pt x="4348607" y="908604"/>
                  </a:lnTo>
                  <a:lnTo>
                    <a:pt x="4348701" y="908604"/>
                  </a:lnTo>
                  <a:lnTo>
                    <a:pt x="4348795" y="908604"/>
                  </a:lnTo>
                  <a:lnTo>
                    <a:pt x="4348889" y="908604"/>
                  </a:lnTo>
                  <a:lnTo>
                    <a:pt x="4348983" y="908604"/>
                  </a:lnTo>
                  <a:lnTo>
                    <a:pt x="4349077" y="908604"/>
                  </a:lnTo>
                  <a:lnTo>
                    <a:pt x="4349172" y="908604"/>
                  </a:lnTo>
                  <a:lnTo>
                    <a:pt x="4349266" y="908604"/>
                  </a:lnTo>
                  <a:lnTo>
                    <a:pt x="4349266" y="903692"/>
                  </a:lnTo>
                  <a:lnTo>
                    <a:pt x="4349360" y="903692"/>
                  </a:lnTo>
                  <a:lnTo>
                    <a:pt x="4349454" y="903692"/>
                  </a:lnTo>
                  <a:lnTo>
                    <a:pt x="4349548" y="903692"/>
                  </a:lnTo>
                  <a:lnTo>
                    <a:pt x="4349642" y="903692"/>
                  </a:lnTo>
                  <a:lnTo>
                    <a:pt x="4349736" y="903692"/>
                  </a:lnTo>
                  <a:lnTo>
                    <a:pt x="4349831" y="903692"/>
                  </a:lnTo>
                  <a:lnTo>
                    <a:pt x="4349925" y="903692"/>
                  </a:lnTo>
                  <a:lnTo>
                    <a:pt x="4349925" y="898781"/>
                  </a:lnTo>
                  <a:lnTo>
                    <a:pt x="4350019" y="898781"/>
                  </a:lnTo>
                  <a:lnTo>
                    <a:pt x="4350113" y="898781"/>
                  </a:lnTo>
                  <a:lnTo>
                    <a:pt x="4350207" y="898781"/>
                  </a:lnTo>
                  <a:lnTo>
                    <a:pt x="4350301" y="898781"/>
                  </a:lnTo>
                  <a:lnTo>
                    <a:pt x="4350396" y="898781"/>
                  </a:lnTo>
                  <a:lnTo>
                    <a:pt x="4350490" y="898781"/>
                  </a:lnTo>
                  <a:lnTo>
                    <a:pt x="4350584" y="898781"/>
                  </a:lnTo>
                  <a:lnTo>
                    <a:pt x="4350678" y="898781"/>
                  </a:lnTo>
                  <a:lnTo>
                    <a:pt x="4350772" y="898781"/>
                  </a:lnTo>
                  <a:lnTo>
                    <a:pt x="4350866" y="898781"/>
                  </a:lnTo>
                  <a:lnTo>
                    <a:pt x="4350960" y="898781"/>
                  </a:lnTo>
                  <a:lnTo>
                    <a:pt x="4351055" y="898781"/>
                  </a:lnTo>
                  <a:lnTo>
                    <a:pt x="4351149" y="898781"/>
                  </a:lnTo>
                  <a:lnTo>
                    <a:pt x="4351243" y="898781"/>
                  </a:lnTo>
                  <a:lnTo>
                    <a:pt x="4351337" y="898781"/>
                  </a:lnTo>
                  <a:lnTo>
                    <a:pt x="4351431" y="898781"/>
                  </a:lnTo>
                  <a:lnTo>
                    <a:pt x="4351525" y="898781"/>
                  </a:lnTo>
                  <a:lnTo>
                    <a:pt x="4351620" y="898781"/>
                  </a:lnTo>
                  <a:lnTo>
                    <a:pt x="4351714" y="898781"/>
                  </a:lnTo>
                  <a:lnTo>
                    <a:pt x="4351808" y="898781"/>
                  </a:lnTo>
                  <a:lnTo>
                    <a:pt x="4351902" y="898781"/>
                  </a:lnTo>
                  <a:lnTo>
                    <a:pt x="4351996" y="898781"/>
                  </a:lnTo>
                  <a:lnTo>
                    <a:pt x="4352090" y="898781"/>
                  </a:lnTo>
                  <a:lnTo>
                    <a:pt x="4352184" y="898781"/>
                  </a:lnTo>
                  <a:lnTo>
                    <a:pt x="4352279" y="898781"/>
                  </a:lnTo>
                  <a:lnTo>
                    <a:pt x="4352373" y="898781"/>
                  </a:lnTo>
                  <a:lnTo>
                    <a:pt x="4352467" y="898781"/>
                  </a:lnTo>
                  <a:lnTo>
                    <a:pt x="4352561" y="898781"/>
                  </a:lnTo>
                  <a:lnTo>
                    <a:pt x="4352655" y="898781"/>
                  </a:lnTo>
                  <a:lnTo>
                    <a:pt x="4352749" y="898781"/>
                  </a:lnTo>
                  <a:lnTo>
                    <a:pt x="4352844" y="898781"/>
                  </a:lnTo>
                  <a:lnTo>
                    <a:pt x="4352938" y="898781"/>
                  </a:lnTo>
                  <a:lnTo>
                    <a:pt x="4353032" y="898781"/>
                  </a:lnTo>
                  <a:lnTo>
                    <a:pt x="4353126" y="898781"/>
                  </a:lnTo>
                  <a:lnTo>
                    <a:pt x="4353220" y="898781"/>
                  </a:lnTo>
                  <a:lnTo>
                    <a:pt x="4353314" y="898781"/>
                  </a:lnTo>
                  <a:lnTo>
                    <a:pt x="4353408" y="898781"/>
                  </a:lnTo>
                  <a:lnTo>
                    <a:pt x="4353503" y="898781"/>
                  </a:lnTo>
                  <a:lnTo>
                    <a:pt x="4353597" y="898781"/>
                  </a:lnTo>
                  <a:lnTo>
                    <a:pt x="4353691" y="898781"/>
                  </a:lnTo>
                  <a:lnTo>
                    <a:pt x="4353785" y="898781"/>
                  </a:lnTo>
                  <a:lnTo>
                    <a:pt x="4353879" y="898781"/>
                  </a:lnTo>
                  <a:lnTo>
                    <a:pt x="4353973" y="898781"/>
                  </a:lnTo>
                  <a:lnTo>
                    <a:pt x="4353973" y="893870"/>
                  </a:lnTo>
                  <a:lnTo>
                    <a:pt x="4354067" y="893870"/>
                  </a:lnTo>
                  <a:lnTo>
                    <a:pt x="4354162" y="893870"/>
                  </a:lnTo>
                  <a:lnTo>
                    <a:pt x="4354256" y="893870"/>
                  </a:lnTo>
                  <a:lnTo>
                    <a:pt x="4354350" y="893870"/>
                  </a:lnTo>
                  <a:lnTo>
                    <a:pt x="4354444" y="893870"/>
                  </a:lnTo>
                  <a:lnTo>
                    <a:pt x="4354538" y="893870"/>
                  </a:lnTo>
                  <a:lnTo>
                    <a:pt x="4354632" y="893870"/>
                  </a:lnTo>
                  <a:lnTo>
                    <a:pt x="4354727" y="893870"/>
                  </a:lnTo>
                  <a:lnTo>
                    <a:pt x="4354821" y="893870"/>
                  </a:lnTo>
                  <a:lnTo>
                    <a:pt x="4354915" y="893870"/>
                  </a:lnTo>
                  <a:lnTo>
                    <a:pt x="4355009" y="893870"/>
                  </a:lnTo>
                  <a:lnTo>
                    <a:pt x="4355103" y="893870"/>
                  </a:lnTo>
                  <a:lnTo>
                    <a:pt x="4355197" y="893870"/>
                  </a:lnTo>
                  <a:lnTo>
                    <a:pt x="4355291" y="893870"/>
                  </a:lnTo>
                  <a:lnTo>
                    <a:pt x="4355386" y="893870"/>
                  </a:lnTo>
                  <a:lnTo>
                    <a:pt x="4355480" y="893870"/>
                  </a:lnTo>
                  <a:lnTo>
                    <a:pt x="4355574" y="893870"/>
                  </a:lnTo>
                  <a:lnTo>
                    <a:pt x="4355668" y="893870"/>
                  </a:lnTo>
                  <a:lnTo>
                    <a:pt x="4355762" y="893870"/>
                  </a:lnTo>
                  <a:lnTo>
                    <a:pt x="4355856" y="893870"/>
                  </a:lnTo>
                  <a:lnTo>
                    <a:pt x="4355951" y="893870"/>
                  </a:lnTo>
                  <a:lnTo>
                    <a:pt x="4356045" y="893870"/>
                  </a:lnTo>
                  <a:lnTo>
                    <a:pt x="4356139" y="893870"/>
                  </a:lnTo>
                  <a:lnTo>
                    <a:pt x="4356233" y="893870"/>
                  </a:lnTo>
                  <a:lnTo>
                    <a:pt x="4356327" y="893870"/>
                  </a:lnTo>
                  <a:lnTo>
                    <a:pt x="4356421" y="893870"/>
                  </a:lnTo>
                  <a:lnTo>
                    <a:pt x="4356515" y="893870"/>
                  </a:lnTo>
                  <a:lnTo>
                    <a:pt x="4356610" y="893870"/>
                  </a:lnTo>
                  <a:lnTo>
                    <a:pt x="4356704" y="893870"/>
                  </a:lnTo>
                  <a:lnTo>
                    <a:pt x="4356798" y="893870"/>
                  </a:lnTo>
                  <a:lnTo>
                    <a:pt x="4356892" y="893870"/>
                  </a:lnTo>
                  <a:lnTo>
                    <a:pt x="4356986" y="893870"/>
                  </a:lnTo>
                  <a:lnTo>
                    <a:pt x="4357080" y="893870"/>
                  </a:lnTo>
                  <a:lnTo>
                    <a:pt x="4357175" y="893870"/>
                  </a:lnTo>
                  <a:lnTo>
                    <a:pt x="4357269" y="893870"/>
                  </a:lnTo>
                  <a:lnTo>
                    <a:pt x="4357363" y="893870"/>
                  </a:lnTo>
                  <a:lnTo>
                    <a:pt x="4357363" y="888958"/>
                  </a:lnTo>
                  <a:lnTo>
                    <a:pt x="4357457" y="888958"/>
                  </a:lnTo>
                  <a:lnTo>
                    <a:pt x="4357551" y="888958"/>
                  </a:lnTo>
                  <a:lnTo>
                    <a:pt x="4357645" y="888958"/>
                  </a:lnTo>
                  <a:lnTo>
                    <a:pt x="4357739" y="888958"/>
                  </a:lnTo>
                  <a:lnTo>
                    <a:pt x="4357834" y="888958"/>
                  </a:lnTo>
                  <a:lnTo>
                    <a:pt x="4357928" y="888958"/>
                  </a:lnTo>
                  <a:lnTo>
                    <a:pt x="4358022" y="888958"/>
                  </a:lnTo>
                  <a:lnTo>
                    <a:pt x="4358116" y="888958"/>
                  </a:lnTo>
                  <a:lnTo>
                    <a:pt x="4358210" y="888958"/>
                  </a:lnTo>
                  <a:lnTo>
                    <a:pt x="4358304" y="888958"/>
                  </a:lnTo>
                  <a:lnTo>
                    <a:pt x="4358398" y="888958"/>
                  </a:lnTo>
                  <a:lnTo>
                    <a:pt x="4358493" y="888958"/>
                  </a:lnTo>
                  <a:lnTo>
                    <a:pt x="4358587" y="888958"/>
                  </a:lnTo>
                  <a:lnTo>
                    <a:pt x="4358681" y="888958"/>
                  </a:lnTo>
                  <a:lnTo>
                    <a:pt x="4358775" y="888958"/>
                  </a:lnTo>
                  <a:lnTo>
                    <a:pt x="4358869" y="888958"/>
                  </a:lnTo>
                  <a:lnTo>
                    <a:pt x="4358963" y="888958"/>
                  </a:lnTo>
                  <a:lnTo>
                    <a:pt x="4359058" y="888958"/>
                  </a:lnTo>
                  <a:lnTo>
                    <a:pt x="4359152" y="888958"/>
                  </a:lnTo>
                  <a:lnTo>
                    <a:pt x="4359246" y="888958"/>
                  </a:lnTo>
                  <a:lnTo>
                    <a:pt x="4359340" y="888958"/>
                  </a:lnTo>
                  <a:lnTo>
                    <a:pt x="4359434" y="888958"/>
                  </a:lnTo>
                  <a:lnTo>
                    <a:pt x="4359528" y="888958"/>
                  </a:lnTo>
                  <a:lnTo>
                    <a:pt x="4359622" y="888958"/>
                  </a:lnTo>
                  <a:lnTo>
                    <a:pt x="4359717" y="888958"/>
                  </a:lnTo>
                  <a:lnTo>
                    <a:pt x="4359811" y="888958"/>
                  </a:lnTo>
                  <a:lnTo>
                    <a:pt x="4359905" y="888958"/>
                  </a:lnTo>
                  <a:lnTo>
                    <a:pt x="4359999" y="888958"/>
                  </a:lnTo>
                  <a:lnTo>
                    <a:pt x="4360093" y="888958"/>
                  </a:lnTo>
                  <a:lnTo>
                    <a:pt x="4360187" y="888958"/>
                  </a:lnTo>
                  <a:lnTo>
                    <a:pt x="4360282" y="888958"/>
                  </a:lnTo>
                  <a:lnTo>
                    <a:pt x="4360376" y="888958"/>
                  </a:lnTo>
                  <a:lnTo>
                    <a:pt x="4360470" y="888958"/>
                  </a:lnTo>
                  <a:lnTo>
                    <a:pt x="4360564" y="888958"/>
                  </a:lnTo>
                  <a:lnTo>
                    <a:pt x="4360658" y="888958"/>
                  </a:lnTo>
                  <a:lnTo>
                    <a:pt x="4360752" y="888958"/>
                  </a:lnTo>
                  <a:lnTo>
                    <a:pt x="4360846" y="888958"/>
                  </a:lnTo>
                  <a:lnTo>
                    <a:pt x="4360941" y="888958"/>
                  </a:lnTo>
                  <a:lnTo>
                    <a:pt x="4361035" y="888958"/>
                  </a:lnTo>
                  <a:lnTo>
                    <a:pt x="4361129" y="888958"/>
                  </a:lnTo>
                  <a:lnTo>
                    <a:pt x="4361223" y="888958"/>
                  </a:lnTo>
                  <a:lnTo>
                    <a:pt x="4361317" y="888958"/>
                  </a:lnTo>
                  <a:lnTo>
                    <a:pt x="4361411" y="888958"/>
                  </a:lnTo>
                  <a:lnTo>
                    <a:pt x="4361506" y="888958"/>
                  </a:lnTo>
                  <a:lnTo>
                    <a:pt x="4361600" y="888958"/>
                  </a:lnTo>
                  <a:lnTo>
                    <a:pt x="4361694" y="888958"/>
                  </a:lnTo>
                  <a:lnTo>
                    <a:pt x="4361788" y="888958"/>
                  </a:lnTo>
                  <a:lnTo>
                    <a:pt x="4361882" y="888958"/>
                  </a:lnTo>
                  <a:lnTo>
                    <a:pt x="4361976" y="888958"/>
                  </a:lnTo>
                  <a:lnTo>
                    <a:pt x="4362070" y="888958"/>
                  </a:lnTo>
                  <a:lnTo>
                    <a:pt x="4362165" y="888958"/>
                  </a:lnTo>
                  <a:lnTo>
                    <a:pt x="4362259" y="888958"/>
                  </a:lnTo>
                  <a:lnTo>
                    <a:pt x="4362353" y="888958"/>
                  </a:lnTo>
                  <a:lnTo>
                    <a:pt x="4362447" y="888958"/>
                  </a:lnTo>
                  <a:lnTo>
                    <a:pt x="4362541" y="888958"/>
                  </a:lnTo>
                  <a:lnTo>
                    <a:pt x="4362635" y="888958"/>
                  </a:lnTo>
                  <a:lnTo>
                    <a:pt x="4362729" y="888958"/>
                  </a:lnTo>
                  <a:lnTo>
                    <a:pt x="4362824" y="888958"/>
                  </a:lnTo>
                  <a:lnTo>
                    <a:pt x="4362918" y="888958"/>
                  </a:lnTo>
                  <a:lnTo>
                    <a:pt x="4363012" y="888958"/>
                  </a:lnTo>
                  <a:lnTo>
                    <a:pt x="4363106" y="888958"/>
                  </a:lnTo>
                  <a:lnTo>
                    <a:pt x="4363200" y="888958"/>
                  </a:lnTo>
                  <a:lnTo>
                    <a:pt x="4363294" y="888958"/>
                  </a:lnTo>
                  <a:lnTo>
                    <a:pt x="4363389" y="888958"/>
                  </a:lnTo>
                  <a:lnTo>
                    <a:pt x="4363483" y="888958"/>
                  </a:lnTo>
                  <a:lnTo>
                    <a:pt x="4363577" y="888958"/>
                  </a:lnTo>
                  <a:lnTo>
                    <a:pt x="4363671" y="888958"/>
                  </a:lnTo>
                  <a:lnTo>
                    <a:pt x="4363671" y="884047"/>
                  </a:lnTo>
                  <a:lnTo>
                    <a:pt x="4363765" y="884047"/>
                  </a:lnTo>
                  <a:lnTo>
                    <a:pt x="4363859" y="884047"/>
                  </a:lnTo>
                  <a:lnTo>
                    <a:pt x="4363953" y="884047"/>
                  </a:lnTo>
                  <a:lnTo>
                    <a:pt x="4364048" y="884047"/>
                  </a:lnTo>
                  <a:lnTo>
                    <a:pt x="4364142" y="884047"/>
                  </a:lnTo>
                  <a:lnTo>
                    <a:pt x="4364236" y="884047"/>
                  </a:lnTo>
                  <a:lnTo>
                    <a:pt x="4364330" y="884047"/>
                  </a:lnTo>
                  <a:lnTo>
                    <a:pt x="4364424" y="884047"/>
                  </a:lnTo>
                  <a:lnTo>
                    <a:pt x="4364518" y="884047"/>
                  </a:lnTo>
                  <a:lnTo>
                    <a:pt x="4364613" y="884047"/>
                  </a:lnTo>
                  <a:lnTo>
                    <a:pt x="4364707" y="884047"/>
                  </a:lnTo>
                  <a:lnTo>
                    <a:pt x="4364801" y="884047"/>
                  </a:lnTo>
                  <a:lnTo>
                    <a:pt x="4364895" y="884047"/>
                  </a:lnTo>
                  <a:lnTo>
                    <a:pt x="4364989" y="884047"/>
                  </a:lnTo>
                  <a:lnTo>
                    <a:pt x="4365083" y="884047"/>
                  </a:lnTo>
                  <a:lnTo>
                    <a:pt x="4365177" y="884047"/>
                  </a:lnTo>
                  <a:lnTo>
                    <a:pt x="4365272" y="884047"/>
                  </a:lnTo>
                  <a:lnTo>
                    <a:pt x="4365366" y="884047"/>
                  </a:lnTo>
                  <a:lnTo>
                    <a:pt x="4365460" y="884047"/>
                  </a:lnTo>
                  <a:lnTo>
                    <a:pt x="4365554" y="884047"/>
                  </a:lnTo>
                  <a:lnTo>
                    <a:pt x="4365648" y="884047"/>
                  </a:lnTo>
                  <a:lnTo>
                    <a:pt x="4365742" y="884047"/>
                  </a:lnTo>
                  <a:lnTo>
                    <a:pt x="4365837" y="884047"/>
                  </a:lnTo>
                  <a:lnTo>
                    <a:pt x="4365931" y="884047"/>
                  </a:lnTo>
                  <a:lnTo>
                    <a:pt x="4366025" y="884047"/>
                  </a:lnTo>
                  <a:lnTo>
                    <a:pt x="4366119" y="884047"/>
                  </a:lnTo>
                  <a:lnTo>
                    <a:pt x="4366213" y="884047"/>
                  </a:lnTo>
                  <a:lnTo>
                    <a:pt x="4366307" y="884047"/>
                  </a:lnTo>
                  <a:lnTo>
                    <a:pt x="4366401" y="884047"/>
                  </a:lnTo>
                  <a:lnTo>
                    <a:pt x="4366496" y="884047"/>
                  </a:lnTo>
                  <a:lnTo>
                    <a:pt x="4366590" y="884047"/>
                  </a:lnTo>
                  <a:lnTo>
                    <a:pt x="4366684" y="884047"/>
                  </a:lnTo>
                  <a:lnTo>
                    <a:pt x="4366778" y="884047"/>
                  </a:lnTo>
                  <a:lnTo>
                    <a:pt x="4366872" y="884047"/>
                  </a:lnTo>
                  <a:lnTo>
                    <a:pt x="4366966" y="884047"/>
                  </a:lnTo>
                  <a:lnTo>
                    <a:pt x="4367060" y="884047"/>
                  </a:lnTo>
                  <a:lnTo>
                    <a:pt x="4367155" y="884047"/>
                  </a:lnTo>
                  <a:lnTo>
                    <a:pt x="4367249" y="884047"/>
                  </a:lnTo>
                  <a:lnTo>
                    <a:pt x="4367343" y="884047"/>
                  </a:lnTo>
                  <a:lnTo>
                    <a:pt x="4367437" y="884047"/>
                  </a:lnTo>
                  <a:lnTo>
                    <a:pt x="4367531" y="884047"/>
                  </a:lnTo>
                  <a:lnTo>
                    <a:pt x="4367625" y="884047"/>
                  </a:lnTo>
                  <a:lnTo>
                    <a:pt x="4367720" y="884047"/>
                  </a:lnTo>
                  <a:lnTo>
                    <a:pt x="4367814" y="884047"/>
                  </a:lnTo>
                  <a:lnTo>
                    <a:pt x="4367908" y="884047"/>
                  </a:lnTo>
                  <a:lnTo>
                    <a:pt x="4368002" y="884047"/>
                  </a:lnTo>
                  <a:lnTo>
                    <a:pt x="4368096" y="884047"/>
                  </a:lnTo>
                  <a:lnTo>
                    <a:pt x="4368190" y="884047"/>
                  </a:lnTo>
                  <a:lnTo>
                    <a:pt x="4368284" y="884047"/>
                  </a:lnTo>
                  <a:lnTo>
                    <a:pt x="4368379" y="884047"/>
                  </a:lnTo>
                  <a:lnTo>
                    <a:pt x="4368473" y="884047"/>
                  </a:lnTo>
                  <a:lnTo>
                    <a:pt x="4368567" y="884047"/>
                  </a:lnTo>
                  <a:lnTo>
                    <a:pt x="4368661" y="884047"/>
                  </a:lnTo>
                  <a:lnTo>
                    <a:pt x="4368755" y="884047"/>
                  </a:lnTo>
                  <a:lnTo>
                    <a:pt x="4368849" y="884047"/>
                  </a:lnTo>
                  <a:lnTo>
                    <a:pt x="4368944" y="884047"/>
                  </a:lnTo>
                  <a:lnTo>
                    <a:pt x="4369038" y="884047"/>
                  </a:lnTo>
                  <a:lnTo>
                    <a:pt x="4369132" y="884047"/>
                  </a:lnTo>
                  <a:lnTo>
                    <a:pt x="4369226" y="884047"/>
                  </a:lnTo>
                  <a:lnTo>
                    <a:pt x="4369320" y="884047"/>
                  </a:lnTo>
                  <a:lnTo>
                    <a:pt x="4369320" y="879136"/>
                  </a:lnTo>
                  <a:lnTo>
                    <a:pt x="4369414" y="879136"/>
                  </a:lnTo>
                  <a:lnTo>
                    <a:pt x="4369508" y="879136"/>
                  </a:lnTo>
                  <a:lnTo>
                    <a:pt x="4369603" y="879136"/>
                  </a:lnTo>
                  <a:lnTo>
                    <a:pt x="4369697" y="879136"/>
                  </a:lnTo>
                  <a:lnTo>
                    <a:pt x="4369791" y="879136"/>
                  </a:lnTo>
                  <a:lnTo>
                    <a:pt x="4369885" y="879136"/>
                  </a:lnTo>
                  <a:lnTo>
                    <a:pt x="4369979" y="879136"/>
                  </a:lnTo>
                  <a:lnTo>
                    <a:pt x="4370073" y="879136"/>
                  </a:lnTo>
                  <a:lnTo>
                    <a:pt x="4370168" y="879136"/>
                  </a:lnTo>
                  <a:lnTo>
                    <a:pt x="4370262" y="879136"/>
                  </a:lnTo>
                  <a:lnTo>
                    <a:pt x="4370356" y="879136"/>
                  </a:lnTo>
                  <a:lnTo>
                    <a:pt x="4370450" y="879136"/>
                  </a:lnTo>
                  <a:lnTo>
                    <a:pt x="4370544" y="879136"/>
                  </a:lnTo>
                  <a:lnTo>
                    <a:pt x="4370638" y="879136"/>
                  </a:lnTo>
                  <a:lnTo>
                    <a:pt x="4370732" y="879136"/>
                  </a:lnTo>
                  <a:lnTo>
                    <a:pt x="4370827" y="879136"/>
                  </a:lnTo>
                  <a:lnTo>
                    <a:pt x="4370921" y="879136"/>
                  </a:lnTo>
                  <a:lnTo>
                    <a:pt x="4371015" y="879136"/>
                  </a:lnTo>
                  <a:lnTo>
                    <a:pt x="4371109" y="879136"/>
                  </a:lnTo>
                  <a:lnTo>
                    <a:pt x="4371203" y="879136"/>
                  </a:lnTo>
                  <a:lnTo>
                    <a:pt x="4371297" y="879136"/>
                  </a:lnTo>
                  <a:lnTo>
                    <a:pt x="4371391" y="879136"/>
                  </a:lnTo>
                  <a:lnTo>
                    <a:pt x="4371486" y="879136"/>
                  </a:lnTo>
                  <a:lnTo>
                    <a:pt x="4371580" y="879136"/>
                  </a:lnTo>
                  <a:lnTo>
                    <a:pt x="4371674" y="879136"/>
                  </a:lnTo>
                  <a:lnTo>
                    <a:pt x="4371768" y="879136"/>
                  </a:lnTo>
                  <a:lnTo>
                    <a:pt x="4371862" y="879136"/>
                  </a:lnTo>
                  <a:lnTo>
                    <a:pt x="4371956" y="879136"/>
                  </a:lnTo>
                  <a:lnTo>
                    <a:pt x="4372051" y="879136"/>
                  </a:lnTo>
                  <a:lnTo>
                    <a:pt x="4372145" y="879136"/>
                  </a:lnTo>
                  <a:lnTo>
                    <a:pt x="4372239" y="879136"/>
                  </a:lnTo>
                  <a:lnTo>
                    <a:pt x="4372333" y="879136"/>
                  </a:lnTo>
                  <a:lnTo>
                    <a:pt x="4372427" y="879136"/>
                  </a:lnTo>
                  <a:lnTo>
                    <a:pt x="4372521" y="879136"/>
                  </a:lnTo>
                  <a:lnTo>
                    <a:pt x="4372615" y="879136"/>
                  </a:lnTo>
                  <a:lnTo>
                    <a:pt x="4372710" y="879136"/>
                  </a:lnTo>
                  <a:lnTo>
                    <a:pt x="4372804" y="879136"/>
                  </a:lnTo>
                  <a:lnTo>
                    <a:pt x="4372898" y="879136"/>
                  </a:lnTo>
                  <a:lnTo>
                    <a:pt x="4372992" y="879136"/>
                  </a:lnTo>
                  <a:lnTo>
                    <a:pt x="4373086" y="879136"/>
                  </a:lnTo>
                  <a:lnTo>
                    <a:pt x="4373180" y="879136"/>
                  </a:lnTo>
                  <a:lnTo>
                    <a:pt x="4373275" y="879136"/>
                  </a:lnTo>
                  <a:lnTo>
                    <a:pt x="4373369" y="879136"/>
                  </a:lnTo>
                  <a:lnTo>
                    <a:pt x="4373463" y="879136"/>
                  </a:lnTo>
                  <a:lnTo>
                    <a:pt x="4373557" y="879136"/>
                  </a:lnTo>
                  <a:lnTo>
                    <a:pt x="4373557" y="874224"/>
                  </a:lnTo>
                  <a:lnTo>
                    <a:pt x="4373651" y="874224"/>
                  </a:lnTo>
                  <a:lnTo>
                    <a:pt x="4373745" y="874224"/>
                  </a:lnTo>
                  <a:lnTo>
                    <a:pt x="4373839" y="874224"/>
                  </a:lnTo>
                  <a:lnTo>
                    <a:pt x="4373934" y="874224"/>
                  </a:lnTo>
                  <a:lnTo>
                    <a:pt x="4374028" y="874224"/>
                  </a:lnTo>
                  <a:lnTo>
                    <a:pt x="4374122" y="874224"/>
                  </a:lnTo>
                  <a:lnTo>
                    <a:pt x="4374216" y="874224"/>
                  </a:lnTo>
                  <a:lnTo>
                    <a:pt x="4374310" y="874224"/>
                  </a:lnTo>
                  <a:lnTo>
                    <a:pt x="4374404" y="874224"/>
                  </a:lnTo>
                  <a:lnTo>
                    <a:pt x="4374499" y="874224"/>
                  </a:lnTo>
                  <a:lnTo>
                    <a:pt x="4374593" y="874224"/>
                  </a:lnTo>
                  <a:lnTo>
                    <a:pt x="4374687" y="874224"/>
                  </a:lnTo>
                  <a:lnTo>
                    <a:pt x="4374781" y="874224"/>
                  </a:lnTo>
                  <a:lnTo>
                    <a:pt x="4374875" y="874224"/>
                  </a:lnTo>
                  <a:lnTo>
                    <a:pt x="4374969" y="874224"/>
                  </a:lnTo>
                  <a:lnTo>
                    <a:pt x="4375063" y="874224"/>
                  </a:lnTo>
                  <a:lnTo>
                    <a:pt x="4375158" y="874224"/>
                  </a:lnTo>
                  <a:lnTo>
                    <a:pt x="4375252" y="874224"/>
                  </a:lnTo>
                  <a:lnTo>
                    <a:pt x="4375346" y="874224"/>
                  </a:lnTo>
                  <a:lnTo>
                    <a:pt x="4375440" y="874224"/>
                  </a:lnTo>
                  <a:lnTo>
                    <a:pt x="4375534" y="874224"/>
                  </a:lnTo>
                  <a:lnTo>
                    <a:pt x="4375628" y="874224"/>
                  </a:lnTo>
                  <a:lnTo>
                    <a:pt x="4375722" y="874224"/>
                  </a:lnTo>
                  <a:lnTo>
                    <a:pt x="4375817" y="874224"/>
                  </a:lnTo>
                  <a:lnTo>
                    <a:pt x="4375911" y="874224"/>
                  </a:lnTo>
                  <a:lnTo>
                    <a:pt x="4376005" y="874224"/>
                  </a:lnTo>
                  <a:lnTo>
                    <a:pt x="4376099" y="874224"/>
                  </a:lnTo>
                  <a:lnTo>
                    <a:pt x="4376193" y="874224"/>
                  </a:lnTo>
                  <a:lnTo>
                    <a:pt x="4376287" y="874224"/>
                  </a:lnTo>
                  <a:lnTo>
                    <a:pt x="4376382" y="874224"/>
                  </a:lnTo>
                  <a:lnTo>
                    <a:pt x="4376476" y="874224"/>
                  </a:lnTo>
                  <a:lnTo>
                    <a:pt x="4376570" y="874224"/>
                  </a:lnTo>
                  <a:lnTo>
                    <a:pt x="4376664" y="874224"/>
                  </a:lnTo>
                  <a:lnTo>
                    <a:pt x="4376758" y="874224"/>
                  </a:lnTo>
                  <a:lnTo>
                    <a:pt x="4376852" y="874224"/>
                  </a:lnTo>
                  <a:lnTo>
                    <a:pt x="4376946" y="874224"/>
                  </a:lnTo>
                  <a:lnTo>
                    <a:pt x="4377041" y="874224"/>
                  </a:lnTo>
                  <a:lnTo>
                    <a:pt x="4377135" y="874224"/>
                  </a:lnTo>
                  <a:lnTo>
                    <a:pt x="4377229" y="874224"/>
                  </a:lnTo>
                  <a:lnTo>
                    <a:pt x="4377323" y="874224"/>
                  </a:lnTo>
                  <a:lnTo>
                    <a:pt x="4377417" y="874224"/>
                  </a:lnTo>
                  <a:lnTo>
                    <a:pt x="4377511" y="874224"/>
                  </a:lnTo>
                  <a:lnTo>
                    <a:pt x="4377606" y="874224"/>
                  </a:lnTo>
                  <a:lnTo>
                    <a:pt x="4377700" y="874224"/>
                  </a:lnTo>
                  <a:lnTo>
                    <a:pt x="4377794" y="874224"/>
                  </a:lnTo>
                  <a:lnTo>
                    <a:pt x="4377888" y="874224"/>
                  </a:lnTo>
                  <a:lnTo>
                    <a:pt x="4377982" y="874224"/>
                  </a:lnTo>
                  <a:lnTo>
                    <a:pt x="4378076" y="874224"/>
                  </a:lnTo>
                  <a:lnTo>
                    <a:pt x="4378170" y="874224"/>
                  </a:lnTo>
                  <a:lnTo>
                    <a:pt x="4378265" y="874224"/>
                  </a:lnTo>
                  <a:lnTo>
                    <a:pt x="4378359" y="874224"/>
                  </a:lnTo>
                  <a:lnTo>
                    <a:pt x="4378453" y="874224"/>
                  </a:lnTo>
                  <a:lnTo>
                    <a:pt x="4378547" y="874224"/>
                  </a:lnTo>
                  <a:lnTo>
                    <a:pt x="4378641" y="874224"/>
                  </a:lnTo>
                  <a:lnTo>
                    <a:pt x="4378735" y="874224"/>
                  </a:lnTo>
                  <a:lnTo>
                    <a:pt x="4378830" y="874224"/>
                  </a:lnTo>
                  <a:lnTo>
                    <a:pt x="4378924" y="874224"/>
                  </a:lnTo>
                  <a:lnTo>
                    <a:pt x="4379018" y="874224"/>
                  </a:lnTo>
                  <a:lnTo>
                    <a:pt x="4379112" y="874224"/>
                  </a:lnTo>
                  <a:lnTo>
                    <a:pt x="4379206" y="874224"/>
                  </a:lnTo>
                  <a:lnTo>
                    <a:pt x="4379300" y="874224"/>
                  </a:lnTo>
                  <a:lnTo>
                    <a:pt x="4379394" y="874224"/>
                  </a:lnTo>
                  <a:lnTo>
                    <a:pt x="4379489" y="874224"/>
                  </a:lnTo>
                  <a:lnTo>
                    <a:pt x="4379583" y="874224"/>
                  </a:lnTo>
                  <a:lnTo>
                    <a:pt x="4379677" y="874224"/>
                  </a:lnTo>
                  <a:lnTo>
                    <a:pt x="4379771" y="874224"/>
                  </a:lnTo>
                  <a:lnTo>
                    <a:pt x="4379865" y="874224"/>
                  </a:lnTo>
                  <a:lnTo>
                    <a:pt x="4379959" y="874224"/>
                  </a:lnTo>
                  <a:lnTo>
                    <a:pt x="4380053" y="874224"/>
                  </a:lnTo>
                  <a:lnTo>
                    <a:pt x="4380148" y="874224"/>
                  </a:lnTo>
                  <a:lnTo>
                    <a:pt x="4380242" y="874224"/>
                  </a:lnTo>
                  <a:lnTo>
                    <a:pt x="4380336" y="874224"/>
                  </a:lnTo>
                  <a:lnTo>
                    <a:pt x="4380430" y="874224"/>
                  </a:lnTo>
                  <a:lnTo>
                    <a:pt x="4380524" y="874224"/>
                  </a:lnTo>
                  <a:lnTo>
                    <a:pt x="4380618" y="874224"/>
                  </a:lnTo>
                  <a:lnTo>
                    <a:pt x="4380713" y="874224"/>
                  </a:lnTo>
                  <a:lnTo>
                    <a:pt x="4380807" y="874224"/>
                  </a:lnTo>
                  <a:lnTo>
                    <a:pt x="4380901" y="874224"/>
                  </a:lnTo>
                  <a:lnTo>
                    <a:pt x="4380995" y="874224"/>
                  </a:lnTo>
                  <a:lnTo>
                    <a:pt x="4381089" y="874224"/>
                  </a:lnTo>
                  <a:lnTo>
                    <a:pt x="4381183" y="874224"/>
                  </a:lnTo>
                  <a:lnTo>
                    <a:pt x="4381277" y="874224"/>
                  </a:lnTo>
                  <a:lnTo>
                    <a:pt x="4381372" y="874224"/>
                  </a:lnTo>
                  <a:lnTo>
                    <a:pt x="4381466" y="874224"/>
                  </a:lnTo>
                  <a:lnTo>
                    <a:pt x="4381560" y="874224"/>
                  </a:lnTo>
                  <a:lnTo>
                    <a:pt x="4381654" y="874224"/>
                  </a:lnTo>
                  <a:lnTo>
                    <a:pt x="4381748" y="874224"/>
                  </a:lnTo>
                  <a:lnTo>
                    <a:pt x="4381842" y="874224"/>
                  </a:lnTo>
                  <a:lnTo>
                    <a:pt x="4381937" y="874224"/>
                  </a:lnTo>
                  <a:lnTo>
                    <a:pt x="4382031" y="874224"/>
                  </a:lnTo>
                  <a:lnTo>
                    <a:pt x="4382125" y="874224"/>
                  </a:lnTo>
                  <a:lnTo>
                    <a:pt x="4382219" y="874224"/>
                  </a:lnTo>
                  <a:lnTo>
                    <a:pt x="4382313" y="874224"/>
                  </a:lnTo>
                  <a:lnTo>
                    <a:pt x="4382407" y="874224"/>
                  </a:lnTo>
                  <a:lnTo>
                    <a:pt x="4382501" y="874224"/>
                  </a:lnTo>
                  <a:lnTo>
                    <a:pt x="4382596" y="874224"/>
                  </a:lnTo>
                  <a:lnTo>
                    <a:pt x="4382690" y="874224"/>
                  </a:lnTo>
                  <a:lnTo>
                    <a:pt x="4382784" y="874224"/>
                  </a:lnTo>
                  <a:lnTo>
                    <a:pt x="4382878" y="874224"/>
                  </a:lnTo>
                  <a:lnTo>
                    <a:pt x="4382972" y="874224"/>
                  </a:lnTo>
                  <a:lnTo>
                    <a:pt x="4383066" y="874224"/>
                  </a:lnTo>
                  <a:lnTo>
                    <a:pt x="4383161" y="874224"/>
                  </a:lnTo>
                  <a:lnTo>
                    <a:pt x="4383255" y="874224"/>
                  </a:lnTo>
                  <a:lnTo>
                    <a:pt x="4383349" y="874224"/>
                  </a:lnTo>
                  <a:lnTo>
                    <a:pt x="4383443" y="874224"/>
                  </a:lnTo>
                  <a:lnTo>
                    <a:pt x="4383537" y="874224"/>
                  </a:lnTo>
                  <a:lnTo>
                    <a:pt x="4383631" y="874224"/>
                  </a:lnTo>
                  <a:lnTo>
                    <a:pt x="4383725" y="874224"/>
                  </a:lnTo>
                  <a:lnTo>
                    <a:pt x="4383820" y="874224"/>
                  </a:lnTo>
                  <a:lnTo>
                    <a:pt x="4383914" y="874224"/>
                  </a:lnTo>
                  <a:lnTo>
                    <a:pt x="4384008" y="874224"/>
                  </a:lnTo>
                  <a:lnTo>
                    <a:pt x="4384102" y="874224"/>
                  </a:lnTo>
                  <a:lnTo>
                    <a:pt x="4384196" y="874224"/>
                  </a:lnTo>
                  <a:lnTo>
                    <a:pt x="4384290" y="874224"/>
                  </a:lnTo>
                  <a:lnTo>
                    <a:pt x="4384384" y="874224"/>
                  </a:lnTo>
                  <a:lnTo>
                    <a:pt x="4384479" y="874224"/>
                  </a:lnTo>
                  <a:lnTo>
                    <a:pt x="4384573" y="874224"/>
                  </a:lnTo>
                  <a:lnTo>
                    <a:pt x="4384667" y="874224"/>
                  </a:lnTo>
                  <a:lnTo>
                    <a:pt x="4384761" y="874224"/>
                  </a:lnTo>
                  <a:lnTo>
                    <a:pt x="4384855" y="874224"/>
                  </a:lnTo>
                  <a:lnTo>
                    <a:pt x="4384949" y="874224"/>
                  </a:lnTo>
                  <a:lnTo>
                    <a:pt x="4385044" y="874224"/>
                  </a:lnTo>
                  <a:lnTo>
                    <a:pt x="4385138" y="874224"/>
                  </a:lnTo>
                  <a:lnTo>
                    <a:pt x="4385232" y="874224"/>
                  </a:lnTo>
                  <a:lnTo>
                    <a:pt x="4385326" y="874224"/>
                  </a:lnTo>
                  <a:lnTo>
                    <a:pt x="4385420" y="874224"/>
                  </a:lnTo>
                  <a:lnTo>
                    <a:pt x="4385514" y="874224"/>
                  </a:lnTo>
                  <a:lnTo>
                    <a:pt x="4385608" y="874224"/>
                  </a:lnTo>
                  <a:lnTo>
                    <a:pt x="4385703" y="874224"/>
                  </a:lnTo>
                  <a:lnTo>
                    <a:pt x="4385797" y="874224"/>
                  </a:lnTo>
                  <a:lnTo>
                    <a:pt x="4385891" y="874224"/>
                  </a:lnTo>
                  <a:lnTo>
                    <a:pt x="4385985" y="874224"/>
                  </a:lnTo>
                  <a:lnTo>
                    <a:pt x="4386079" y="874224"/>
                  </a:lnTo>
                  <a:lnTo>
                    <a:pt x="4386173" y="874224"/>
                  </a:lnTo>
                  <a:lnTo>
                    <a:pt x="4386268" y="874224"/>
                  </a:lnTo>
                  <a:lnTo>
                    <a:pt x="4386362" y="874224"/>
                  </a:lnTo>
                  <a:lnTo>
                    <a:pt x="4386456" y="874224"/>
                  </a:lnTo>
                  <a:lnTo>
                    <a:pt x="4386550" y="874224"/>
                  </a:lnTo>
                  <a:lnTo>
                    <a:pt x="4386644" y="874224"/>
                  </a:lnTo>
                  <a:lnTo>
                    <a:pt x="4386738" y="874224"/>
                  </a:lnTo>
                  <a:lnTo>
                    <a:pt x="4386832" y="874224"/>
                  </a:lnTo>
                  <a:lnTo>
                    <a:pt x="4386927" y="874224"/>
                  </a:lnTo>
                  <a:lnTo>
                    <a:pt x="4387021" y="874224"/>
                  </a:lnTo>
                  <a:lnTo>
                    <a:pt x="4387115" y="874224"/>
                  </a:lnTo>
                  <a:lnTo>
                    <a:pt x="4387209" y="874224"/>
                  </a:lnTo>
                  <a:lnTo>
                    <a:pt x="4387303" y="874224"/>
                  </a:lnTo>
                  <a:lnTo>
                    <a:pt x="4387397" y="874224"/>
                  </a:lnTo>
                  <a:lnTo>
                    <a:pt x="4387492" y="874224"/>
                  </a:lnTo>
                  <a:lnTo>
                    <a:pt x="4387586" y="874224"/>
                  </a:lnTo>
                  <a:lnTo>
                    <a:pt x="4387680" y="874224"/>
                  </a:lnTo>
                  <a:lnTo>
                    <a:pt x="4387774" y="874224"/>
                  </a:lnTo>
                  <a:lnTo>
                    <a:pt x="4387868" y="874224"/>
                  </a:lnTo>
                  <a:lnTo>
                    <a:pt x="4387962" y="874224"/>
                  </a:lnTo>
                  <a:lnTo>
                    <a:pt x="4388056" y="874224"/>
                  </a:lnTo>
                  <a:lnTo>
                    <a:pt x="4388151" y="874224"/>
                  </a:lnTo>
                  <a:lnTo>
                    <a:pt x="4388245" y="874224"/>
                  </a:lnTo>
                  <a:lnTo>
                    <a:pt x="4388339" y="874224"/>
                  </a:lnTo>
                  <a:lnTo>
                    <a:pt x="4388433" y="874224"/>
                  </a:lnTo>
                  <a:lnTo>
                    <a:pt x="4388527" y="874224"/>
                  </a:lnTo>
                  <a:lnTo>
                    <a:pt x="4388621" y="874224"/>
                  </a:lnTo>
                  <a:lnTo>
                    <a:pt x="4388715" y="874224"/>
                  </a:lnTo>
                  <a:lnTo>
                    <a:pt x="4388810" y="874224"/>
                  </a:lnTo>
                  <a:lnTo>
                    <a:pt x="4388904" y="874224"/>
                  </a:lnTo>
                  <a:lnTo>
                    <a:pt x="4388998" y="874224"/>
                  </a:lnTo>
                  <a:lnTo>
                    <a:pt x="4389092" y="874224"/>
                  </a:lnTo>
                  <a:lnTo>
                    <a:pt x="4389186" y="874224"/>
                  </a:lnTo>
                  <a:lnTo>
                    <a:pt x="4389280" y="874224"/>
                  </a:lnTo>
                  <a:lnTo>
                    <a:pt x="4389375" y="874224"/>
                  </a:lnTo>
                  <a:lnTo>
                    <a:pt x="4389469" y="874224"/>
                  </a:lnTo>
                  <a:lnTo>
                    <a:pt x="4389563" y="874224"/>
                  </a:lnTo>
                  <a:lnTo>
                    <a:pt x="4389657" y="874224"/>
                  </a:lnTo>
                  <a:lnTo>
                    <a:pt x="4389751" y="874224"/>
                  </a:lnTo>
                  <a:lnTo>
                    <a:pt x="4389845" y="874224"/>
                  </a:lnTo>
                  <a:lnTo>
                    <a:pt x="4389939" y="874224"/>
                  </a:lnTo>
                  <a:lnTo>
                    <a:pt x="4390034" y="874224"/>
                  </a:lnTo>
                  <a:lnTo>
                    <a:pt x="4390128" y="874224"/>
                  </a:lnTo>
                  <a:lnTo>
                    <a:pt x="4390222" y="874224"/>
                  </a:lnTo>
                  <a:lnTo>
                    <a:pt x="4390316" y="874224"/>
                  </a:lnTo>
                  <a:lnTo>
                    <a:pt x="4390410" y="874224"/>
                  </a:lnTo>
                  <a:lnTo>
                    <a:pt x="4390504" y="874224"/>
                  </a:lnTo>
                  <a:lnTo>
                    <a:pt x="4390599" y="874224"/>
                  </a:lnTo>
                  <a:lnTo>
                    <a:pt x="4390693" y="874224"/>
                  </a:lnTo>
                  <a:lnTo>
                    <a:pt x="4390693" y="869313"/>
                  </a:lnTo>
                  <a:lnTo>
                    <a:pt x="4390787" y="869313"/>
                  </a:lnTo>
                  <a:lnTo>
                    <a:pt x="4390881" y="869313"/>
                  </a:lnTo>
                  <a:lnTo>
                    <a:pt x="4390975" y="869313"/>
                  </a:lnTo>
                  <a:lnTo>
                    <a:pt x="4391069" y="869313"/>
                  </a:lnTo>
                  <a:lnTo>
                    <a:pt x="4391163" y="869313"/>
                  </a:lnTo>
                  <a:lnTo>
                    <a:pt x="4391258" y="869313"/>
                  </a:lnTo>
                  <a:lnTo>
                    <a:pt x="4391352" y="869313"/>
                  </a:lnTo>
                  <a:lnTo>
                    <a:pt x="4391446" y="869313"/>
                  </a:lnTo>
                  <a:lnTo>
                    <a:pt x="4391540" y="869313"/>
                  </a:lnTo>
                  <a:lnTo>
                    <a:pt x="4391634" y="869313"/>
                  </a:lnTo>
                  <a:lnTo>
                    <a:pt x="4391728" y="869313"/>
                  </a:lnTo>
                  <a:lnTo>
                    <a:pt x="4391823" y="869313"/>
                  </a:lnTo>
                  <a:lnTo>
                    <a:pt x="4391917" y="869313"/>
                  </a:lnTo>
                  <a:lnTo>
                    <a:pt x="4392011" y="869313"/>
                  </a:lnTo>
                  <a:lnTo>
                    <a:pt x="4392105" y="869313"/>
                  </a:lnTo>
                  <a:lnTo>
                    <a:pt x="4392199" y="869313"/>
                  </a:lnTo>
                  <a:lnTo>
                    <a:pt x="4392293" y="869313"/>
                  </a:lnTo>
                  <a:lnTo>
                    <a:pt x="4392387" y="869313"/>
                  </a:lnTo>
                  <a:lnTo>
                    <a:pt x="4392482" y="869313"/>
                  </a:lnTo>
                  <a:lnTo>
                    <a:pt x="4392576" y="869313"/>
                  </a:lnTo>
                  <a:lnTo>
                    <a:pt x="4392670" y="869313"/>
                  </a:lnTo>
                  <a:lnTo>
                    <a:pt x="4392764" y="869313"/>
                  </a:lnTo>
                  <a:lnTo>
                    <a:pt x="4392858" y="869313"/>
                  </a:lnTo>
                  <a:lnTo>
                    <a:pt x="4392952" y="869313"/>
                  </a:lnTo>
                  <a:lnTo>
                    <a:pt x="4393046" y="869313"/>
                  </a:lnTo>
                  <a:lnTo>
                    <a:pt x="4393141" y="869313"/>
                  </a:lnTo>
                  <a:lnTo>
                    <a:pt x="4393235" y="869313"/>
                  </a:lnTo>
                  <a:lnTo>
                    <a:pt x="4393329" y="869313"/>
                  </a:lnTo>
                  <a:lnTo>
                    <a:pt x="4393423" y="869313"/>
                  </a:lnTo>
                  <a:lnTo>
                    <a:pt x="4393423" y="864401"/>
                  </a:lnTo>
                  <a:lnTo>
                    <a:pt x="4393517" y="864401"/>
                  </a:lnTo>
                  <a:lnTo>
                    <a:pt x="4393611" y="864401"/>
                  </a:lnTo>
                  <a:lnTo>
                    <a:pt x="4393706" y="864401"/>
                  </a:lnTo>
                  <a:lnTo>
                    <a:pt x="4393800" y="864401"/>
                  </a:lnTo>
                  <a:lnTo>
                    <a:pt x="4393894" y="864401"/>
                  </a:lnTo>
                  <a:lnTo>
                    <a:pt x="4393988" y="864401"/>
                  </a:lnTo>
                  <a:lnTo>
                    <a:pt x="4394082" y="864401"/>
                  </a:lnTo>
                  <a:lnTo>
                    <a:pt x="4394176" y="864401"/>
                  </a:lnTo>
                  <a:lnTo>
                    <a:pt x="4394270" y="864401"/>
                  </a:lnTo>
                  <a:lnTo>
                    <a:pt x="4394365" y="864401"/>
                  </a:lnTo>
                  <a:lnTo>
                    <a:pt x="4394459" y="864401"/>
                  </a:lnTo>
                  <a:lnTo>
                    <a:pt x="4394553" y="864401"/>
                  </a:lnTo>
                  <a:lnTo>
                    <a:pt x="4394647" y="864401"/>
                  </a:lnTo>
                  <a:lnTo>
                    <a:pt x="4394741" y="864401"/>
                  </a:lnTo>
                  <a:lnTo>
                    <a:pt x="4394835" y="864401"/>
                  </a:lnTo>
                  <a:lnTo>
                    <a:pt x="4394930" y="864401"/>
                  </a:lnTo>
                  <a:lnTo>
                    <a:pt x="4395024" y="864401"/>
                  </a:lnTo>
                  <a:lnTo>
                    <a:pt x="4395118" y="864401"/>
                  </a:lnTo>
                  <a:lnTo>
                    <a:pt x="4395212" y="864401"/>
                  </a:lnTo>
                  <a:lnTo>
                    <a:pt x="4395306" y="864401"/>
                  </a:lnTo>
                  <a:lnTo>
                    <a:pt x="4395400" y="864401"/>
                  </a:lnTo>
                  <a:lnTo>
                    <a:pt x="4395494" y="864401"/>
                  </a:lnTo>
                  <a:lnTo>
                    <a:pt x="4395589" y="864401"/>
                  </a:lnTo>
                  <a:lnTo>
                    <a:pt x="4395683" y="864401"/>
                  </a:lnTo>
                  <a:lnTo>
                    <a:pt x="4395777" y="864401"/>
                  </a:lnTo>
                  <a:lnTo>
                    <a:pt x="4395871" y="864401"/>
                  </a:lnTo>
                  <a:lnTo>
                    <a:pt x="4395965" y="864401"/>
                  </a:lnTo>
                  <a:lnTo>
                    <a:pt x="4396059" y="864401"/>
                  </a:lnTo>
                  <a:lnTo>
                    <a:pt x="4396154" y="864401"/>
                  </a:lnTo>
                  <a:lnTo>
                    <a:pt x="4396248" y="864401"/>
                  </a:lnTo>
                  <a:lnTo>
                    <a:pt x="4396342" y="864401"/>
                  </a:lnTo>
                  <a:lnTo>
                    <a:pt x="4396436" y="864401"/>
                  </a:lnTo>
                  <a:lnTo>
                    <a:pt x="4396530" y="864401"/>
                  </a:lnTo>
                  <a:lnTo>
                    <a:pt x="4396624" y="864401"/>
                  </a:lnTo>
                  <a:lnTo>
                    <a:pt x="4396718" y="864401"/>
                  </a:lnTo>
                  <a:lnTo>
                    <a:pt x="4396813" y="864401"/>
                  </a:lnTo>
                  <a:lnTo>
                    <a:pt x="4396907" y="864401"/>
                  </a:lnTo>
                  <a:lnTo>
                    <a:pt x="4397001" y="864401"/>
                  </a:lnTo>
                  <a:lnTo>
                    <a:pt x="4397095" y="864401"/>
                  </a:lnTo>
                  <a:lnTo>
                    <a:pt x="4397189" y="864401"/>
                  </a:lnTo>
                  <a:lnTo>
                    <a:pt x="4397283" y="864401"/>
                  </a:lnTo>
                  <a:lnTo>
                    <a:pt x="4397377" y="864401"/>
                  </a:lnTo>
                  <a:lnTo>
                    <a:pt x="4397472" y="864401"/>
                  </a:lnTo>
                  <a:lnTo>
                    <a:pt x="4397566" y="864401"/>
                  </a:lnTo>
                  <a:lnTo>
                    <a:pt x="4397660" y="864401"/>
                  </a:lnTo>
                  <a:lnTo>
                    <a:pt x="4397754" y="864401"/>
                  </a:lnTo>
                  <a:lnTo>
                    <a:pt x="4397848" y="864401"/>
                  </a:lnTo>
                  <a:lnTo>
                    <a:pt x="4397942" y="864401"/>
                  </a:lnTo>
                  <a:lnTo>
                    <a:pt x="4398037" y="864401"/>
                  </a:lnTo>
                  <a:lnTo>
                    <a:pt x="4398131" y="864401"/>
                  </a:lnTo>
                  <a:lnTo>
                    <a:pt x="4398225" y="864401"/>
                  </a:lnTo>
                  <a:lnTo>
                    <a:pt x="4398319" y="864401"/>
                  </a:lnTo>
                  <a:lnTo>
                    <a:pt x="4398413" y="864401"/>
                  </a:lnTo>
                  <a:lnTo>
                    <a:pt x="4398507" y="864401"/>
                  </a:lnTo>
                  <a:lnTo>
                    <a:pt x="4398601" y="864401"/>
                  </a:lnTo>
                  <a:lnTo>
                    <a:pt x="4398696" y="864401"/>
                  </a:lnTo>
                  <a:lnTo>
                    <a:pt x="4398790" y="864401"/>
                  </a:lnTo>
                  <a:lnTo>
                    <a:pt x="4398884" y="864401"/>
                  </a:lnTo>
                  <a:lnTo>
                    <a:pt x="4398978" y="864401"/>
                  </a:lnTo>
                  <a:lnTo>
                    <a:pt x="4399072" y="864401"/>
                  </a:lnTo>
                  <a:lnTo>
                    <a:pt x="4399166" y="864401"/>
                  </a:lnTo>
                  <a:lnTo>
                    <a:pt x="4399261" y="864401"/>
                  </a:lnTo>
                  <a:lnTo>
                    <a:pt x="4399355" y="864401"/>
                  </a:lnTo>
                  <a:lnTo>
                    <a:pt x="4399449" y="864401"/>
                  </a:lnTo>
                  <a:lnTo>
                    <a:pt x="4399449" y="859490"/>
                  </a:lnTo>
                  <a:lnTo>
                    <a:pt x="4399543" y="859490"/>
                  </a:lnTo>
                  <a:lnTo>
                    <a:pt x="4399637" y="859490"/>
                  </a:lnTo>
                  <a:lnTo>
                    <a:pt x="4399731" y="859490"/>
                  </a:lnTo>
                  <a:lnTo>
                    <a:pt x="4399825" y="859490"/>
                  </a:lnTo>
                  <a:lnTo>
                    <a:pt x="4399920" y="859490"/>
                  </a:lnTo>
                  <a:lnTo>
                    <a:pt x="4400014" y="859490"/>
                  </a:lnTo>
                  <a:lnTo>
                    <a:pt x="4400108" y="859490"/>
                  </a:lnTo>
                  <a:lnTo>
                    <a:pt x="4400202" y="859490"/>
                  </a:lnTo>
                  <a:lnTo>
                    <a:pt x="4400296" y="859490"/>
                  </a:lnTo>
                  <a:lnTo>
                    <a:pt x="4400390" y="859490"/>
                  </a:lnTo>
                  <a:lnTo>
                    <a:pt x="4400485" y="859490"/>
                  </a:lnTo>
                  <a:lnTo>
                    <a:pt x="4400579" y="859490"/>
                  </a:lnTo>
                  <a:lnTo>
                    <a:pt x="4400673" y="859490"/>
                  </a:lnTo>
                  <a:lnTo>
                    <a:pt x="4400767" y="859490"/>
                  </a:lnTo>
                  <a:lnTo>
                    <a:pt x="4400861" y="859490"/>
                  </a:lnTo>
                  <a:lnTo>
                    <a:pt x="4400955" y="859490"/>
                  </a:lnTo>
                  <a:lnTo>
                    <a:pt x="4401049" y="859490"/>
                  </a:lnTo>
                  <a:lnTo>
                    <a:pt x="4401144" y="859490"/>
                  </a:lnTo>
                  <a:lnTo>
                    <a:pt x="4401238" y="859490"/>
                  </a:lnTo>
                  <a:lnTo>
                    <a:pt x="4401332" y="859490"/>
                  </a:lnTo>
                  <a:lnTo>
                    <a:pt x="4401426" y="859490"/>
                  </a:lnTo>
                  <a:lnTo>
                    <a:pt x="4401520" y="859490"/>
                  </a:lnTo>
                  <a:lnTo>
                    <a:pt x="4401614" y="859490"/>
                  </a:lnTo>
                  <a:lnTo>
                    <a:pt x="4401708" y="859490"/>
                  </a:lnTo>
                  <a:lnTo>
                    <a:pt x="4401803" y="859490"/>
                  </a:lnTo>
                  <a:lnTo>
                    <a:pt x="4401897" y="859490"/>
                  </a:lnTo>
                  <a:lnTo>
                    <a:pt x="4401991" y="859490"/>
                  </a:lnTo>
                  <a:lnTo>
                    <a:pt x="4402085" y="859490"/>
                  </a:lnTo>
                  <a:lnTo>
                    <a:pt x="4402179" y="859490"/>
                  </a:lnTo>
                  <a:lnTo>
                    <a:pt x="4402273" y="859490"/>
                  </a:lnTo>
                  <a:lnTo>
                    <a:pt x="4402368" y="859490"/>
                  </a:lnTo>
                  <a:lnTo>
                    <a:pt x="4402462" y="859490"/>
                  </a:lnTo>
                  <a:lnTo>
                    <a:pt x="4402556" y="859490"/>
                  </a:lnTo>
                  <a:lnTo>
                    <a:pt x="4402650" y="859490"/>
                  </a:lnTo>
                  <a:lnTo>
                    <a:pt x="4402744" y="859490"/>
                  </a:lnTo>
                  <a:lnTo>
                    <a:pt x="4402838" y="859490"/>
                  </a:lnTo>
                  <a:lnTo>
                    <a:pt x="4402932" y="859490"/>
                  </a:lnTo>
                  <a:lnTo>
                    <a:pt x="4403027" y="859490"/>
                  </a:lnTo>
                  <a:lnTo>
                    <a:pt x="4403121" y="859490"/>
                  </a:lnTo>
                  <a:lnTo>
                    <a:pt x="4403215" y="859490"/>
                  </a:lnTo>
                  <a:lnTo>
                    <a:pt x="4403309" y="859490"/>
                  </a:lnTo>
                  <a:lnTo>
                    <a:pt x="4403403" y="859490"/>
                  </a:lnTo>
                  <a:lnTo>
                    <a:pt x="4403497" y="859490"/>
                  </a:lnTo>
                  <a:lnTo>
                    <a:pt x="4403592" y="859490"/>
                  </a:lnTo>
                  <a:lnTo>
                    <a:pt x="4403686" y="859490"/>
                  </a:lnTo>
                  <a:lnTo>
                    <a:pt x="4403780" y="859490"/>
                  </a:lnTo>
                  <a:lnTo>
                    <a:pt x="4403874" y="859490"/>
                  </a:lnTo>
                  <a:lnTo>
                    <a:pt x="4403968" y="859490"/>
                  </a:lnTo>
                  <a:lnTo>
                    <a:pt x="4404062" y="859490"/>
                  </a:lnTo>
                  <a:lnTo>
                    <a:pt x="4404156" y="859490"/>
                  </a:lnTo>
                  <a:lnTo>
                    <a:pt x="4404251" y="859490"/>
                  </a:lnTo>
                  <a:lnTo>
                    <a:pt x="4404345" y="859490"/>
                  </a:lnTo>
                  <a:lnTo>
                    <a:pt x="4404439" y="859490"/>
                  </a:lnTo>
                  <a:lnTo>
                    <a:pt x="4404533" y="859490"/>
                  </a:lnTo>
                  <a:lnTo>
                    <a:pt x="4404627" y="859490"/>
                  </a:lnTo>
                  <a:lnTo>
                    <a:pt x="4404721" y="859490"/>
                  </a:lnTo>
                  <a:lnTo>
                    <a:pt x="4404816" y="859490"/>
                  </a:lnTo>
                  <a:lnTo>
                    <a:pt x="4404910" y="859490"/>
                  </a:lnTo>
                  <a:lnTo>
                    <a:pt x="4405004" y="859490"/>
                  </a:lnTo>
                  <a:lnTo>
                    <a:pt x="4405098" y="859490"/>
                  </a:lnTo>
                  <a:lnTo>
                    <a:pt x="4405192" y="859490"/>
                  </a:lnTo>
                  <a:lnTo>
                    <a:pt x="4405286" y="859490"/>
                  </a:lnTo>
                  <a:lnTo>
                    <a:pt x="4405380" y="859490"/>
                  </a:lnTo>
                  <a:lnTo>
                    <a:pt x="4405475" y="859490"/>
                  </a:lnTo>
                  <a:lnTo>
                    <a:pt x="4405569" y="859490"/>
                  </a:lnTo>
                  <a:lnTo>
                    <a:pt x="4405663" y="859490"/>
                  </a:lnTo>
                  <a:lnTo>
                    <a:pt x="4405757" y="859490"/>
                  </a:lnTo>
                  <a:lnTo>
                    <a:pt x="4405851" y="859490"/>
                  </a:lnTo>
                  <a:lnTo>
                    <a:pt x="4405945" y="859490"/>
                  </a:lnTo>
                  <a:lnTo>
                    <a:pt x="4406039" y="859490"/>
                  </a:lnTo>
                  <a:lnTo>
                    <a:pt x="4406134" y="859490"/>
                  </a:lnTo>
                  <a:lnTo>
                    <a:pt x="4406228" y="859490"/>
                  </a:lnTo>
                  <a:lnTo>
                    <a:pt x="4406322" y="859490"/>
                  </a:lnTo>
                  <a:lnTo>
                    <a:pt x="4406416" y="859490"/>
                  </a:lnTo>
                  <a:lnTo>
                    <a:pt x="4406510" y="859490"/>
                  </a:lnTo>
                  <a:lnTo>
                    <a:pt x="4406604" y="859490"/>
                  </a:lnTo>
                  <a:lnTo>
                    <a:pt x="4406699" y="859490"/>
                  </a:lnTo>
                  <a:lnTo>
                    <a:pt x="4406699" y="854579"/>
                  </a:lnTo>
                  <a:lnTo>
                    <a:pt x="4406793" y="854579"/>
                  </a:lnTo>
                  <a:lnTo>
                    <a:pt x="4406887" y="854579"/>
                  </a:lnTo>
                  <a:lnTo>
                    <a:pt x="4406981" y="854579"/>
                  </a:lnTo>
                  <a:lnTo>
                    <a:pt x="4407075" y="854579"/>
                  </a:lnTo>
                  <a:lnTo>
                    <a:pt x="4407169" y="854579"/>
                  </a:lnTo>
                  <a:lnTo>
                    <a:pt x="4407263" y="854579"/>
                  </a:lnTo>
                  <a:lnTo>
                    <a:pt x="4407358" y="854579"/>
                  </a:lnTo>
                  <a:lnTo>
                    <a:pt x="4407452" y="854579"/>
                  </a:lnTo>
                  <a:lnTo>
                    <a:pt x="4407546" y="854579"/>
                  </a:lnTo>
                  <a:lnTo>
                    <a:pt x="4407640" y="854579"/>
                  </a:lnTo>
                  <a:lnTo>
                    <a:pt x="4407734" y="854579"/>
                  </a:lnTo>
                  <a:lnTo>
                    <a:pt x="4407828" y="854579"/>
                  </a:lnTo>
                  <a:lnTo>
                    <a:pt x="4407923" y="854579"/>
                  </a:lnTo>
                  <a:lnTo>
                    <a:pt x="4408017" y="854579"/>
                  </a:lnTo>
                  <a:lnTo>
                    <a:pt x="4408111" y="854579"/>
                  </a:lnTo>
                  <a:lnTo>
                    <a:pt x="4408205" y="854579"/>
                  </a:lnTo>
                  <a:lnTo>
                    <a:pt x="4408299" y="854579"/>
                  </a:lnTo>
                  <a:lnTo>
                    <a:pt x="4408393" y="854579"/>
                  </a:lnTo>
                  <a:lnTo>
                    <a:pt x="4408487" y="854579"/>
                  </a:lnTo>
                  <a:lnTo>
                    <a:pt x="4408582" y="854579"/>
                  </a:lnTo>
                  <a:lnTo>
                    <a:pt x="4408676" y="854579"/>
                  </a:lnTo>
                  <a:lnTo>
                    <a:pt x="4408770" y="854579"/>
                  </a:lnTo>
                  <a:lnTo>
                    <a:pt x="4408864" y="854579"/>
                  </a:lnTo>
                  <a:lnTo>
                    <a:pt x="4408958" y="854579"/>
                  </a:lnTo>
                  <a:lnTo>
                    <a:pt x="4409052" y="854579"/>
                  </a:lnTo>
                  <a:lnTo>
                    <a:pt x="4409147" y="854579"/>
                  </a:lnTo>
                  <a:lnTo>
                    <a:pt x="4409241" y="854579"/>
                  </a:lnTo>
                  <a:lnTo>
                    <a:pt x="4409335" y="854579"/>
                  </a:lnTo>
                  <a:lnTo>
                    <a:pt x="4409429" y="854579"/>
                  </a:lnTo>
                  <a:lnTo>
                    <a:pt x="4409429" y="849667"/>
                  </a:lnTo>
                  <a:lnTo>
                    <a:pt x="4409523" y="849667"/>
                  </a:lnTo>
                  <a:lnTo>
                    <a:pt x="4409617" y="849667"/>
                  </a:lnTo>
                  <a:lnTo>
                    <a:pt x="4409711" y="849667"/>
                  </a:lnTo>
                  <a:lnTo>
                    <a:pt x="4409806" y="849667"/>
                  </a:lnTo>
                  <a:lnTo>
                    <a:pt x="4409900" y="849667"/>
                  </a:lnTo>
                  <a:lnTo>
                    <a:pt x="4409994" y="849667"/>
                  </a:lnTo>
                  <a:lnTo>
                    <a:pt x="4410088" y="849667"/>
                  </a:lnTo>
                  <a:lnTo>
                    <a:pt x="4410182" y="849667"/>
                  </a:lnTo>
                  <a:lnTo>
                    <a:pt x="4410276" y="849667"/>
                  </a:lnTo>
                  <a:lnTo>
                    <a:pt x="4410370" y="849667"/>
                  </a:lnTo>
                  <a:lnTo>
                    <a:pt x="4410465" y="849667"/>
                  </a:lnTo>
                  <a:lnTo>
                    <a:pt x="4410559" y="849667"/>
                  </a:lnTo>
                  <a:lnTo>
                    <a:pt x="4410653" y="849667"/>
                  </a:lnTo>
                  <a:lnTo>
                    <a:pt x="4410747" y="849667"/>
                  </a:lnTo>
                  <a:lnTo>
                    <a:pt x="4410841" y="849667"/>
                  </a:lnTo>
                  <a:lnTo>
                    <a:pt x="4410935" y="849667"/>
                  </a:lnTo>
                  <a:lnTo>
                    <a:pt x="4411030" y="849667"/>
                  </a:lnTo>
                  <a:lnTo>
                    <a:pt x="4411124" y="849667"/>
                  </a:lnTo>
                  <a:lnTo>
                    <a:pt x="4411218" y="849667"/>
                  </a:lnTo>
                  <a:lnTo>
                    <a:pt x="4411312" y="849667"/>
                  </a:lnTo>
                  <a:lnTo>
                    <a:pt x="4411406" y="849667"/>
                  </a:lnTo>
                  <a:lnTo>
                    <a:pt x="4411500" y="849667"/>
                  </a:lnTo>
                  <a:lnTo>
                    <a:pt x="4411594" y="849667"/>
                  </a:lnTo>
                  <a:lnTo>
                    <a:pt x="4411689" y="849667"/>
                  </a:lnTo>
                  <a:lnTo>
                    <a:pt x="4411783" y="849667"/>
                  </a:lnTo>
                  <a:lnTo>
                    <a:pt x="4411877" y="849667"/>
                  </a:lnTo>
                  <a:lnTo>
                    <a:pt x="4411971" y="849667"/>
                  </a:lnTo>
                  <a:lnTo>
                    <a:pt x="4412065" y="849667"/>
                  </a:lnTo>
                  <a:lnTo>
                    <a:pt x="4412159" y="849667"/>
                  </a:lnTo>
                  <a:lnTo>
                    <a:pt x="4412254" y="849667"/>
                  </a:lnTo>
                  <a:lnTo>
                    <a:pt x="4412348" y="849667"/>
                  </a:lnTo>
                  <a:lnTo>
                    <a:pt x="4412442" y="849667"/>
                  </a:lnTo>
                  <a:lnTo>
                    <a:pt x="4412536" y="849667"/>
                  </a:lnTo>
                  <a:lnTo>
                    <a:pt x="4412630" y="849667"/>
                  </a:lnTo>
                  <a:lnTo>
                    <a:pt x="4412724" y="849667"/>
                  </a:lnTo>
                  <a:lnTo>
                    <a:pt x="4412818" y="849667"/>
                  </a:lnTo>
                  <a:lnTo>
                    <a:pt x="4412913" y="849667"/>
                  </a:lnTo>
                  <a:lnTo>
                    <a:pt x="4413007" y="849667"/>
                  </a:lnTo>
                  <a:lnTo>
                    <a:pt x="4413101" y="849667"/>
                  </a:lnTo>
                  <a:lnTo>
                    <a:pt x="4413195" y="849667"/>
                  </a:lnTo>
                  <a:lnTo>
                    <a:pt x="4413289" y="849667"/>
                  </a:lnTo>
                  <a:lnTo>
                    <a:pt x="4413383" y="849667"/>
                  </a:lnTo>
                  <a:lnTo>
                    <a:pt x="4413478" y="849667"/>
                  </a:lnTo>
                  <a:lnTo>
                    <a:pt x="4413572" y="849667"/>
                  </a:lnTo>
                  <a:lnTo>
                    <a:pt x="4413666" y="849667"/>
                  </a:lnTo>
                  <a:lnTo>
                    <a:pt x="4413760" y="849667"/>
                  </a:lnTo>
                  <a:lnTo>
                    <a:pt x="4413854" y="849667"/>
                  </a:lnTo>
                  <a:lnTo>
                    <a:pt x="4413948" y="849667"/>
                  </a:lnTo>
                  <a:lnTo>
                    <a:pt x="4414042" y="849667"/>
                  </a:lnTo>
                  <a:lnTo>
                    <a:pt x="4414137" y="849667"/>
                  </a:lnTo>
                  <a:lnTo>
                    <a:pt x="4414231" y="849667"/>
                  </a:lnTo>
                  <a:lnTo>
                    <a:pt x="4414325" y="849667"/>
                  </a:lnTo>
                  <a:lnTo>
                    <a:pt x="4414419" y="849667"/>
                  </a:lnTo>
                  <a:lnTo>
                    <a:pt x="4414513" y="849667"/>
                  </a:lnTo>
                  <a:lnTo>
                    <a:pt x="4414607" y="849667"/>
                  </a:lnTo>
                  <a:lnTo>
                    <a:pt x="4414701" y="849667"/>
                  </a:lnTo>
                  <a:lnTo>
                    <a:pt x="4414796" y="849667"/>
                  </a:lnTo>
                  <a:lnTo>
                    <a:pt x="4414890" y="849667"/>
                  </a:lnTo>
                  <a:lnTo>
                    <a:pt x="4414984" y="849667"/>
                  </a:lnTo>
                  <a:lnTo>
                    <a:pt x="4415078" y="849667"/>
                  </a:lnTo>
                  <a:lnTo>
                    <a:pt x="4415172" y="849667"/>
                  </a:lnTo>
                  <a:lnTo>
                    <a:pt x="4415266" y="849667"/>
                  </a:lnTo>
                  <a:lnTo>
                    <a:pt x="4415361" y="849667"/>
                  </a:lnTo>
                  <a:lnTo>
                    <a:pt x="4415455" y="849667"/>
                  </a:lnTo>
                  <a:lnTo>
                    <a:pt x="4415549" y="849667"/>
                  </a:lnTo>
                  <a:lnTo>
                    <a:pt x="4415549" y="844756"/>
                  </a:lnTo>
                  <a:lnTo>
                    <a:pt x="4415643" y="844756"/>
                  </a:lnTo>
                  <a:lnTo>
                    <a:pt x="4415737" y="844756"/>
                  </a:lnTo>
                  <a:lnTo>
                    <a:pt x="4415831" y="844756"/>
                  </a:lnTo>
                  <a:lnTo>
                    <a:pt x="4415925" y="844756"/>
                  </a:lnTo>
                  <a:lnTo>
                    <a:pt x="4416020" y="844756"/>
                  </a:lnTo>
                  <a:lnTo>
                    <a:pt x="4416114" y="844756"/>
                  </a:lnTo>
                  <a:lnTo>
                    <a:pt x="4416208" y="844756"/>
                  </a:lnTo>
                  <a:lnTo>
                    <a:pt x="4416302" y="844756"/>
                  </a:lnTo>
                  <a:lnTo>
                    <a:pt x="4416396" y="844756"/>
                  </a:lnTo>
                  <a:lnTo>
                    <a:pt x="4416490" y="844756"/>
                  </a:lnTo>
                  <a:lnTo>
                    <a:pt x="4416585" y="844756"/>
                  </a:lnTo>
                  <a:lnTo>
                    <a:pt x="4416679" y="844756"/>
                  </a:lnTo>
                  <a:lnTo>
                    <a:pt x="4416773" y="844756"/>
                  </a:lnTo>
                  <a:lnTo>
                    <a:pt x="4416867" y="844756"/>
                  </a:lnTo>
                  <a:lnTo>
                    <a:pt x="4416961" y="844756"/>
                  </a:lnTo>
                  <a:lnTo>
                    <a:pt x="4417055" y="844756"/>
                  </a:lnTo>
                  <a:lnTo>
                    <a:pt x="4417149" y="844756"/>
                  </a:lnTo>
                  <a:lnTo>
                    <a:pt x="4417244" y="844756"/>
                  </a:lnTo>
                  <a:lnTo>
                    <a:pt x="4417338" y="844756"/>
                  </a:lnTo>
                  <a:lnTo>
                    <a:pt x="4417432" y="844756"/>
                  </a:lnTo>
                  <a:lnTo>
                    <a:pt x="4417526" y="844756"/>
                  </a:lnTo>
                  <a:lnTo>
                    <a:pt x="4417620" y="844756"/>
                  </a:lnTo>
                  <a:lnTo>
                    <a:pt x="4417714" y="844756"/>
                  </a:lnTo>
                  <a:lnTo>
                    <a:pt x="4417809" y="844756"/>
                  </a:lnTo>
                  <a:lnTo>
                    <a:pt x="4417903" y="844756"/>
                  </a:lnTo>
                  <a:lnTo>
                    <a:pt x="4417997" y="844756"/>
                  </a:lnTo>
                  <a:lnTo>
                    <a:pt x="4418091" y="844756"/>
                  </a:lnTo>
                  <a:lnTo>
                    <a:pt x="4418185" y="844756"/>
                  </a:lnTo>
                  <a:lnTo>
                    <a:pt x="4418279" y="844756"/>
                  </a:lnTo>
                  <a:lnTo>
                    <a:pt x="4418373" y="844756"/>
                  </a:lnTo>
                  <a:lnTo>
                    <a:pt x="4418468" y="844756"/>
                  </a:lnTo>
                  <a:lnTo>
                    <a:pt x="4418562" y="844756"/>
                  </a:lnTo>
                  <a:lnTo>
                    <a:pt x="4418656" y="844756"/>
                  </a:lnTo>
                  <a:lnTo>
                    <a:pt x="4418750" y="844756"/>
                  </a:lnTo>
                  <a:lnTo>
                    <a:pt x="4418844" y="844756"/>
                  </a:lnTo>
                  <a:lnTo>
                    <a:pt x="4418938" y="844756"/>
                  </a:lnTo>
                  <a:lnTo>
                    <a:pt x="4419032" y="844756"/>
                  </a:lnTo>
                  <a:lnTo>
                    <a:pt x="4419127" y="844756"/>
                  </a:lnTo>
                  <a:lnTo>
                    <a:pt x="4419221" y="844756"/>
                  </a:lnTo>
                  <a:lnTo>
                    <a:pt x="4419315" y="844756"/>
                  </a:lnTo>
                  <a:lnTo>
                    <a:pt x="4419409" y="844756"/>
                  </a:lnTo>
                  <a:lnTo>
                    <a:pt x="4419503" y="844756"/>
                  </a:lnTo>
                  <a:lnTo>
                    <a:pt x="4419597" y="844756"/>
                  </a:lnTo>
                  <a:lnTo>
                    <a:pt x="4419692" y="844756"/>
                  </a:lnTo>
                  <a:lnTo>
                    <a:pt x="4419786" y="844756"/>
                  </a:lnTo>
                  <a:lnTo>
                    <a:pt x="4419880" y="844756"/>
                  </a:lnTo>
                  <a:lnTo>
                    <a:pt x="4419974" y="844756"/>
                  </a:lnTo>
                  <a:lnTo>
                    <a:pt x="4420068" y="844756"/>
                  </a:lnTo>
                  <a:lnTo>
                    <a:pt x="4420162" y="844756"/>
                  </a:lnTo>
                  <a:lnTo>
                    <a:pt x="4420256" y="844756"/>
                  </a:lnTo>
                  <a:lnTo>
                    <a:pt x="4420351" y="844756"/>
                  </a:lnTo>
                  <a:lnTo>
                    <a:pt x="4420445" y="844756"/>
                  </a:lnTo>
                  <a:lnTo>
                    <a:pt x="4420539" y="844756"/>
                  </a:lnTo>
                  <a:lnTo>
                    <a:pt x="4420633" y="844756"/>
                  </a:lnTo>
                  <a:lnTo>
                    <a:pt x="4420727" y="844756"/>
                  </a:lnTo>
                  <a:lnTo>
                    <a:pt x="4420821" y="844756"/>
                  </a:lnTo>
                  <a:lnTo>
                    <a:pt x="4420916" y="844756"/>
                  </a:lnTo>
                  <a:lnTo>
                    <a:pt x="4421010" y="844756"/>
                  </a:lnTo>
                  <a:lnTo>
                    <a:pt x="4421104" y="844756"/>
                  </a:lnTo>
                  <a:lnTo>
                    <a:pt x="4421198" y="844756"/>
                  </a:lnTo>
                  <a:lnTo>
                    <a:pt x="4421292" y="844756"/>
                  </a:lnTo>
                  <a:lnTo>
                    <a:pt x="4421386" y="844756"/>
                  </a:lnTo>
                  <a:lnTo>
                    <a:pt x="4421480" y="844756"/>
                  </a:lnTo>
                  <a:lnTo>
                    <a:pt x="4421575" y="844756"/>
                  </a:lnTo>
                  <a:lnTo>
                    <a:pt x="4421669" y="844756"/>
                  </a:lnTo>
                  <a:lnTo>
                    <a:pt x="4421763" y="844756"/>
                  </a:lnTo>
                  <a:lnTo>
                    <a:pt x="4421857" y="844756"/>
                  </a:lnTo>
                  <a:lnTo>
                    <a:pt x="4421951" y="844756"/>
                  </a:lnTo>
                  <a:lnTo>
                    <a:pt x="4422045" y="844756"/>
                  </a:lnTo>
                  <a:lnTo>
                    <a:pt x="4422140" y="844756"/>
                  </a:lnTo>
                  <a:lnTo>
                    <a:pt x="4422234" y="844756"/>
                  </a:lnTo>
                  <a:lnTo>
                    <a:pt x="4422328" y="844756"/>
                  </a:lnTo>
                  <a:lnTo>
                    <a:pt x="4422422" y="844756"/>
                  </a:lnTo>
                  <a:lnTo>
                    <a:pt x="4422516" y="844756"/>
                  </a:lnTo>
                  <a:lnTo>
                    <a:pt x="4422610" y="844756"/>
                  </a:lnTo>
                  <a:lnTo>
                    <a:pt x="4422704" y="844756"/>
                  </a:lnTo>
                  <a:lnTo>
                    <a:pt x="4422799" y="844756"/>
                  </a:lnTo>
                  <a:lnTo>
                    <a:pt x="4422893" y="844756"/>
                  </a:lnTo>
                  <a:lnTo>
                    <a:pt x="4422987" y="844756"/>
                  </a:lnTo>
                  <a:lnTo>
                    <a:pt x="4423081" y="844756"/>
                  </a:lnTo>
                  <a:lnTo>
                    <a:pt x="4423175" y="844756"/>
                  </a:lnTo>
                  <a:lnTo>
                    <a:pt x="4423269" y="844756"/>
                  </a:lnTo>
                  <a:lnTo>
                    <a:pt x="4423363" y="844756"/>
                  </a:lnTo>
                  <a:lnTo>
                    <a:pt x="4423458" y="844756"/>
                  </a:lnTo>
                  <a:lnTo>
                    <a:pt x="4423552" y="844756"/>
                  </a:lnTo>
                  <a:lnTo>
                    <a:pt x="4423646" y="844756"/>
                  </a:lnTo>
                  <a:lnTo>
                    <a:pt x="4423740" y="844756"/>
                  </a:lnTo>
                  <a:lnTo>
                    <a:pt x="4423834" y="844756"/>
                  </a:lnTo>
                  <a:lnTo>
                    <a:pt x="4423928" y="844756"/>
                  </a:lnTo>
                  <a:lnTo>
                    <a:pt x="4424023" y="844756"/>
                  </a:lnTo>
                  <a:lnTo>
                    <a:pt x="4424117" y="844756"/>
                  </a:lnTo>
                  <a:lnTo>
                    <a:pt x="4424211" y="844756"/>
                  </a:lnTo>
                  <a:lnTo>
                    <a:pt x="4424305" y="844756"/>
                  </a:lnTo>
                  <a:lnTo>
                    <a:pt x="4424399" y="844756"/>
                  </a:lnTo>
                  <a:lnTo>
                    <a:pt x="4424493" y="844756"/>
                  </a:lnTo>
                  <a:lnTo>
                    <a:pt x="4424587" y="844756"/>
                  </a:lnTo>
                  <a:lnTo>
                    <a:pt x="4424682" y="844756"/>
                  </a:lnTo>
                  <a:lnTo>
                    <a:pt x="4424776" y="844756"/>
                  </a:lnTo>
                  <a:lnTo>
                    <a:pt x="4424870" y="844756"/>
                  </a:lnTo>
                  <a:lnTo>
                    <a:pt x="4424964" y="844756"/>
                  </a:lnTo>
                  <a:lnTo>
                    <a:pt x="4425058" y="844756"/>
                  </a:lnTo>
                  <a:lnTo>
                    <a:pt x="4425152" y="844756"/>
                  </a:lnTo>
                  <a:lnTo>
                    <a:pt x="4425247" y="844756"/>
                  </a:lnTo>
                  <a:lnTo>
                    <a:pt x="4425341" y="844756"/>
                  </a:lnTo>
                  <a:lnTo>
                    <a:pt x="4425341" y="839845"/>
                  </a:lnTo>
                  <a:lnTo>
                    <a:pt x="4425435" y="839845"/>
                  </a:lnTo>
                  <a:lnTo>
                    <a:pt x="4425529" y="839845"/>
                  </a:lnTo>
                  <a:lnTo>
                    <a:pt x="4425623" y="839845"/>
                  </a:lnTo>
                  <a:lnTo>
                    <a:pt x="4425717" y="839845"/>
                  </a:lnTo>
                  <a:lnTo>
                    <a:pt x="4425811" y="839845"/>
                  </a:lnTo>
                  <a:lnTo>
                    <a:pt x="4425906" y="839845"/>
                  </a:lnTo>
                  <a:lnTo>
                    <a:pt x="4426000" y="839845"/>
                  </a:lnTo>
                  <a:lnTo>
                    <a:pt x="4426094" y="839845"/>
                  </a:lnTo>
                  <a:lnTo>
                    <a:pt x="4426188" y="839845"/>
                  </a:lnTo>
                  <a:lnTo>
                    <a:pt x="4426282" y="839845"/>
                  </a:lnTo>
                  <a:lnTo>
                    <a:pt x="4426376" y="839845"/>
                  </a:lnTo>
                  <a:lnTo>
                    <a:pt x="4426471" y="839845"/>
                  </a:lnTo>
                  <a:lnTo>
                    <a:pt x="4426565" y="839845"/>
                  </a:lnTo>
                  <a:lnTo>
                    <a:pt x="4426659" y="839845"/>
                  </a:lnTo>
                  <a:lnTo>
                    <a:pt x="4426753" y="839845"/>
                  </a:lnTo>
                  <a:lnTo>
                    <a:pt x="4426847" y="839845"/>
                  </a:lnTo>
                  <a:lnTo>
                    <a:pt x="4426941" y="839845"/>
                  </a:lnTo>
                  <a:lnTo>
                    <a:pt x="4427035" y="839845"/>
                  </a:lnTo>
                  <a:lnTo>
                    <a:pt x="4427130" y="839845"/>
                  </a:lnTo>
                  <a:lnTo>
                    <a:pt x="4427224" y="839845"/>
                  </a:lnTo>
                  <a:lnTo>
                    <a:pt x="4427318" y="839845"/>
                  </a:lnTo>
                  <a:lnTo>
                    <a:pt x="4427412" y="839845"/>
                  </a:lnTo>
                  <a:lnTo>
                    <a:pt x="4427506" y="839845"/>
                  </a:lnTo>
                  <a:lnTo>
                    <a:pt x="4427600" y="839845"/>
                  </a:lnTo>
                  <a:lnTo>
                    <a:pt x="4427694" y="839845"/>
                  </a:lnTo>
                  <a:lnTo>
                    <a:pt x="4427789" y="839845"/>
                  </a:lnTo>
                  <a:lnTo>
                    <a:pt x="4427883" y="839845"/>
                  </a:lnTo>
                  <a:lnTo>
                    <a:pt x="4427977" y="839845"/>
                  </a:lnTo>
                  <a:lnTo>
                    <a:pt x="4428071" y="839845"/>
                  </a:lnTo>
                  <a:lnTo>
                    <a:pt x="4428165" y="839845"/>
                  </a:lnTo>
                  <a:lnTo>
                    <a:pt x="4428259" y="839845"/>
                  </a:lnTo>
                  <a:lnTo>
                    <a:pt x="4428354" y="839845"/>
                  </a:lnTo>
                  <a:lnTo>
                    <a:pt x="4428448" y="839845"/>
                  </a:lnTo>
                  <a:lnTo>
                    <a:pt x="4428542" y="839845"/>
                  </a:lnTo>
                  <a:lnTo>
                    <a:pt x="4428636" y="839845"/>
                  </a:lnTo>
                  <a:lnTo>
                    <a:pt x="4428730" y="839845"/>
                  </a:lnTo>
                  <a:lnTo>
                    <a:pt x="4428824" y="839845"/>
                  </a:lnTo>
                  <a:lnTo>
                    <a:pt x="4428918" y="839845"/>
                  </a:lnTo>
                  <a:lnTo>
                    <a:pt x="4429013" y="839845"/>
                  </a:lnTo>
                  <a:lnTo>
                    <a:pt x="4429107" y="839845"/>
                  </a:lnTo>
                  <a:lnTo>
                    <a:pt x="4429201" y="839845"/>
                  </a:lnTo>
                  <a:lnTo>
                    <a:pt x="4429295" y="839845"/>
                  </a:lnTo>
                  <a:lnTo>
                    <a:pt x="4429389" y="839845"/>
                  </a:lnTo>
                  <a:lnTo>
                    <a:pt x="4429483" y="839845"/>
                  </a:lnTo>
                  <a:lnTo>
                    <a:pt x="4429578" y="839845"/>
                  </a:lnTo>
                  <a:lnTo>
                    <a:pt x="4429672" y="839845"/>
                  </a:lnTo>
                  <a:lnTo>
                    <a:pt x="4429766" y="839845"/>
                  </a:lnTo>
                  <a:lnTo>
                    <a:pt x="4429860" y="839845"/>
                  </a:lnTo>
                  <a:lnTo>
                    <a:pt x="4429954" y="839845"/>
                  </a:lnTo>
                  <a:lnTo>
                    <a:pt x="4430048" y="839845"/>
                  </a:lnTo>
                  <a:lnTo>
                    <a:pt x="4430142" y="839845"/>
                  </a:lnTo>
                  <a:lnTo>
                    <a:pt x="4430237" y="839845"/>
                  </a:lnTo>
                  <a:lnTo>
                    <a:pt x="4430331" y="839845"/>
                  </a:lnTo>
                  <a:lnTo>
                    <a:pt x="4430425" y="839845"/>
                  </a:lnTo>
                  <a:lnTo>
                    <a:pt x="4430519" y="839845"/>
                  </a:lnTo>
                  <a:lnTo>
                    <a:pt x="4430613" y="839845"/>
                  </a:lnTo>
                  <a:lnTo>
                    <a:pt x="4430707" y="839845"/>
                  </a:lnTo>
                  <a:lnTo>
                    <a:pt x="4430802" y="839845"/>
                  </a:lnTo>
                  <a:lnTo>
                    <a:pt x="4430896" y="839845"/>
                  </a:lnTo>
                  <a:lnTo>
                    <a:pt x="4430990" y="839845"/>
                  </a:lnTo>
                  <a:lnTo>
                    <a:pt x="4431084" y="839845"/>
                  </a:lnTo>
                  <a:lnTo>
                    <a:pt x="4431178" y="839845"/>
                  </a:lnTo>
                  <a:lnTo>
                    <a:pt x="4431272" y="839845"/>
                  </a:lnTo>
                  <a:lnTo>
                    <a:pt x="4431366" y="839845"/>
                  </a:lnTo>
                  <a:lnTo>
                    <a:pt x="4431461" y="839845"/>
                  </a:lnTo>
                  <a:lnTo>
                    <a:pt x="4431555" y="839845"/>
                  </a:lnTo>
                  <a:lnTo>
                    <a:pt x="4431649" y="839845"/>
                  </a:lnTo>
                  <a:lnTo>
                    <a:pt x="4431743" y="839845"/>
                  </a:lnTo>
                  <a:lnTo>
                    <a:pt x="4431837" y="839845"/>
                  </a:lnTo>
                  <a:lnTo>
                    <a:pt x="4431931" y="839845"/>
                  </a:lnTo>
                  <a:lnTo>
                    <a:pt x="4432025" y="839845"/>
                  </a:lnTo>
                  <a:lnTo>
                    <a:pt x="4432120" y="839845"/>
                  </a:lnTo>
                  <a:lnTo>
                    <a:pt x="4432214" y="839845"/>
                  </a:lnTo>
                  <a:lnTo>
                    <a:pt x="4432308" y="839845"/>
                  </a:lnTo>
                  <a:lnTo>
                    <a:pt x="4432402" y="839845"/>
                  </a:lnTo>
                  <a:lnTo>
                    <a:pt x="4432496" y="839845"/>
                  </a:lnTo>
                  <a:lnTo>
                    <a:pt x="4432590" y="839845"/>
                  </a:lnTo>
                  <a:lnTo>
                    <a:pt x="4432685" y="839845"/>
                  </a:lnTo>
                  <a:lnTo>
                    <a:pt x="4432779" y="839845"/>
                  </a:lnTo>
                  <a:lnTo>
                    <a:pt x="4432873" y="839845"/>
                  </a:lnTo>
                  <a:lnTo>
                    <a:pt x="4432967" y="839845"/>
                  </a:lnTo>
                  <a:lnTo>
                    <a:pt x="4433061" y="839845"/>
                  </a:lnTo>
                  <a:lnTo>
                    <a:pt x="4433155" y="839845"/>
                  </a:lnTo>
                  <a:lnTo>
                    <a:pt x="4433249" y="839845"/>
                  </a:lnTo>
                  <a:lnTo>
                    <a:pt x="4433344" y="839845"/>
                  </a:lnTo>
                  <a:lnTo>
                    <a:pt x="4433438" y="839845"/>
                  </a:lnTo>
                  <a:lnTo>
                    <a:pt x="4433532" y="839845"/>
                  </a:lnTo>
                  <a:lnTo>
                    <a:pt x="4433626" y="839845"/>
                  </a:lnTo>
                  <a:lnTo>
                    <a:pt x="4433720" y="839845"/>
                  </a:lnTo>
                  <a:lnTo>
                    <a:pt x="4433814" y="839845"/>
                  </a:lnTo>
                  <a:lnTo>
                    <a:pt x="4433909" y="839845"/>
                  </a:lnTo>
                  <a:lnTo>
                    <a:pt x="4434003" y="839845"/>
                  </a:lnTo>
                  <a:lnTo>
                    <a:pt x="4434097" y="839845"/>
                  </a:lnTo>
                  <a:lnTo>
                    <a:pt x="4434191" y="839845"/>
                  </a:lnTo>
                  <a:lnTo>
                    <a:pt x="4434285" y="839845"/>
                  </a:lnTo>
                  <a:lnTo>
                    <a:pt x="4434379" y="839845"/>
                  </a:lnTo>
                  <a:lnTo>
                    <a:pt x="4434473" y="839845"/>
                  </a:lnTo>
                  <a:lnTo>
                    <a:pt x="4434568" y="839845"/>
                  </a:lnTo>
                  <a:lnTo>
                    <a:pt x="4434662" y="839845"/>
                  </a:lnTo>
                  <a:lnTo>
                    <a:pt x="4434756" y="839845"/>
                  </a:lnTo>
                  <a:lnTo>
                    <a:pt x="4434850" y="839845"/>
                  </a:lnTo>
                  <a:lnTo>
                    <a:pt x="4434944" y="839845"/>
                  </a:lnTo>
                  <a:lnTo>
                    <a:pt x="4435038" y="839845"/>
                  </a:lnTo>
                  <a:lnTo>
                    <a:pt x="4435133" y="839845"/>
                  </a:lnTo>
                  <a:lnTo>
                    <a:pt x="4435227" y="839845"/>
                  </a:lnTo>
                  <a:lnTo>
                    <a:pt x="4435321" y="839845"/>
                  </a:lnTo>
                  <a:lnTo>
                    <a:pt x="4435415" y="839845"/>
                  </a:lnTo>
                  <a:lnTo>
                    <a:pt x="4435509" y="839845"/>
                  </a:lnTo>
                  <a:lnTo>
                    <a:pt x="4435603" y="839845"/>
                  </a:lnTo>
                  <a:lnTo>
                    <a:pt x="4435697" y="839845"/>
                  </a:lnTo>
                  <a:lnTo>
                    <a:pt x="4435792" y="839845"/>
                  </a:lnTo>
                  <a:lnTo>
                    <a:pt x="4435886" y="839845"/>
                  </a:lnTo>
                  <a:lnTo>
                    <a:pt x="4435980" y="839845"/>
                  </a:lnTo>
                  <a:lnTo>
                    <a:pt x="4436074" y="839845"/>
                  </a:lnTo>
                  <a:lnTo>
                    <a:pt x="4436168" y="839845"/>
                  </a:lnTo>
                  <a:lnTo>
                    <a:pt x="4436262" y="839845"/>
                  </a:lnTo>
                  <a:lnTo>
                    <a:pt x="4436356" y="839845"/>
                  </a:lnTo>
                  <a:lnTo>
                    <a:pt x="4436451" y="839845"/>
                  </a:lnTo>
                  <a:lnTo>
                    <a:pt x="4436545" y="839845"/>
                  </a:lnTo>
                  <a:lnTo>
                    <a:pt x="4436639" y="839845"/>
                  </a:lnTo>
                  <a:lnTo>
                    <a:pt x="4436733" y="839845"/>
                  </a:lnTo>
                  <a:lnTo>
                    <a:pt x="4436827" y="839845"/>
                  </a:lnTo>
                  <a:lnTo>
                    <a:pt x="4436921" y="839845"/>
                  </a:lnTo>
                  <a:lnTo>
                    <a:pt x="4437016" y="839845"/>
                  </a:lnTo>
                  <a:lnTo>
                    <a:pt x="4437110" y="839845"/>
                  </a:lnTo>
                  <a:lnTo>
                    <a:pt x="4437204" y="839845"/>
                  </a:lnTo>
                  <a:lnTo>
                    <a:pt x="4437204" y="834933"/>
                  </a:lnTo>
                  <a:lnTo>
                    <a:pt x="4437298" y="834933"/>
                  </a:lnTo>
                  <a:lnTo>
                    <a:pt x="4437392" y="834933"/>
                  </a:lnTo>
                  <a:lnTo>
                    <a:pt x="4437486" y="834933"/>
                  </a:lnTo>
                  <a:lnTo>
                    <a:pt x="4437580" y="834933"/>
                  </a:lnTo>
                  <a:lnTo>
                    <a:pt x="4437675" y="834933"/>
                  </a:lnTo>
                  <a:lnTo>
                    <a:pt x="4437769" y="834933"/>
                  </a:lnTo>
                  <a:lnTo>
                    <a:pt x="4437863" y="834933"/>
                  </a:lnTo>
                  <a:lnTo>
                    <a:pt x="4437957" y="834933"/>
                  </a:lnTo>
                  <a:lnTo>
                    <a:pt x="4438051" y="834933"/>
                  </a:lnTo>
                  <a:lnTo>
                    <a:pt x="4438145" y="834933"/>
                  </a:lnTo>
                  <a:lnTo>
                    <a:pt x="4438240" y="834933"/>
                  </a:lnTo>
                  <a:lnTo>
                    <a:pt x="4438334" y="834933"/>
                  </a:lnTo>
                  <a:lnTo>
                    <a:pt x="4438428" y="834933"/>
                  </a:lnTo>
                  <a:lnTo>
                    <a:pt x="4438522" y="834933"/>
                  </a:lnTo>
                  <a:lnTo>
                    <a:pt x="4438616" y="834933"/>
                  </a:lnTo>
                  <a:lnTo>
                    <a:pt x="4438710" y="834933"/>
                  </a:lnTo>
                  <a:lnTo>
                    <a:pt x="4438804" y="834933"/>
                  </a:lnTo>
                  <a:lnTo>
                    <a:pt x="4438899" y="834933"/>
                  </a:lnTo>
                  <a:lnTo>
                    <a:pt x="4438993" y="834933"/>
                  </a:lnTo>
                  <a:lnTo>
                    <a:pt x="4439087" y="834933"/>
                  </a:lnTo>
                  <a:lnTo>
                    <a:pt x="4439181" y="834933"/>
                  </a:lnTo>
                  <a:lnTo>
                    <a:pt x="4439275" y="834933"/>
                  </a:lnTo>
                  <a:lnTo>
                    <a:pt x="4439369" y="834933"/>
                  </a:lnTo>
                  <a:lnTo>
                    <a:pt x="4439464" y="834933"/>
                  </a:lnTo>
                  <a:lnTo>
                    <a:pt x="4439558" y="834933"/>
                  </a:lnTo>
                  <a:lnTo>
                    <a:pt x="4439652" y="834933"/>
                  </a:lnTo>
                  <a:lnTo>
                    <a:pt x="4439746" y="834933"/>
                  </a:lnTo>
                  <a:lnTo>
                    <a:pt x="4439840" y="834933"/>
                  </a:lnTo>
                  <a:lnTo>
                    <a:pt x="4439934" y="834933"/>
                  </a:lnTo>
                  <a:lnTo>
                    <a:pt x="4440028" y="834933"/>
                  </a:lnTo>
                  <a:lnTo>
                    <a:pt x="4440123" y="834933"/>
                  </a:lnTo>
                  <a:lnTo>
                    <a:pt x="4440217" y="834933"/>
                  </a:lnTo>
                  <a:lnTo>
                    <a:pt x="4440311" y="834933"/>
                  </a:lnTo>
                  <a:lnTo>
                    <a:pt x="4440405" y="834933"/>
                  </a:lnTo>
                  <a:lnTo>
                    <a:pt x="4440499" y="834933"/>
                  </a:lnTo>
                  <a:lnTo>
                    <a:pt x="4440593" y="834933"/>
                  </a:lnTo>
                  <a:lnTo>
                    <a:pt x="4440687" y="834933"/>
                  </a:lnTo>
                  <a:lnTo>
                    <a:pt x="4440782" y="834933"/>
                  </a:lnTo>
                  <a:lnTo>
                    <a:pt x="4440876" y="834933"/>
                  </a:lnTo>
                  <a:lnTo>
                    <a:pt x="4440970" y="834933"/>
                  </a:lnTo>
                  <a:lnTo>
                    <a:pt x="4441064" y="834933"/>
                  </a:lnTo>
                  <a:lnTo>
                    <a:pt x="4441064" y="830022"/>
                  </a:lnTo>
                  <a:lnTo>
                    <a:pt x="4441158" y="830022"/>
                  </a:lnTo>
                  <a:lnTo>
                    <a:pt x="4441252" y="830022"/>
                  </a:lnTo>
                  <a:lnTo>
                    <a:pt x="4441347" y="830022"/>
                  </a:lnTo>
                  <a:lnTo>
                    <a:pt x="4441441" y="830022"/>
                  </a:lnTo>
                  <a:lnTo>
                    <a:pt x="4441535" y="830022"/>
                  </a:lnTo>
                  <a:lnTo>
                    <a:pt x="4441629" y="830022"/>
                  </a:lnTo>
                  <a:lnTo>
                    <a:pt x="4441723" y="830022"/>
                  </a:lnTo>
                  <a:lnTo>
                    <a:pt x="4441817" y="830022"/>
                  </a:lnTo>
                  <a:lnTo>
                    <a:pt x="4441911" y="830022"/>
                  </a:lnTo>
                  <a:lnTo>
                    <a:pt x="4442006" y="830022"/>
                  </a:lnTo>
                  <a:lnTo>
                    <a:pt x="4442100" y="830022"/>
                  </a:lnTo>
                  <a:lnTo>
                    <a:pt x="4442194" y="830022"/>
                  </a:lnTo>
                  <a:lnTo>
                    <a:pt x="4442288" y="830022"/>
                  </a:lnTo>
                  <a:lnTo>
                    <a:pt x="4442382" y="830022"/>
                  </a:lnTo>
                  <a:lnTo>
                    <a:pt x="4442476" y="830022"/>
                  </a:lnTo>
                  <a:lnTo>
                    <a:pt x="4442571" y="830022"/>
                  </a:lnTo>
                  <a:lnTo>
                    <a:pt x="4442665" y="830022"/>
                  </a:lnTo>
                  <a:lnTo>
                    <a:pt x="4442759" y="830022"/>
                  </a:lnTo>
                  <a:lnTo>
                    <a:pt x="4442853" y="830022"/>
                  </a:lnTo>
                  <a:lnTo>
                    <a:pt x="4442947" y="830022"/>
                  </a:lnTo>
                  <a:lnTo>
                    <a:pt x="4443041" y="830022"/>
                  </a:lnTo>
                  <a:lnTo>
                    <a:pt x="4443135" y="830022"/>
                  </a:lnTo>
                  <a:lnTo>
                    <a:pt x="4443230" y="830022"/>
                  </a:lnTo>
                  <a:lnTo>
                    <a:pt x="4443324" y="830022"/>
                  </a:lnTo>
                  <a:lnTo>
                    <a:pt x="4443418" y="830022"/>
                  </a:lnTo>
                  <a:lnTo>
                    <a:pt x="4443512" y="830022"/>
                  </a:lnTo>
                  <a:lnTo>
                    <a:pt x="4443606" y="830022"/>
                  </a:lnTo>
                  <a:lnTo>
                    <a:pt x="4443700" y="830022"/>
                  </a:lnTo>
                  <a:lnTo>
                    <a:pt x="4443795" y="830022"/>
                  </a:lnTo>
                  <a:lnTo>
                    <a:pt x="4443889" y="830022"/>
                  </a:lnTo>
                  <a:lnTo>
                    <a:pt x="4443983" y="830022"/>
                  </a:lnTo>
                  <a:lnTo>
                    <a:pt x="4444077" y="830022"/>
                  </a:lnTo>
                  <a:lnTo>
                    <a:pt x="4444171" y="830022"/>
                  </a:lnTo>
                  <a:lnTo>
                    <a:pt x="4444265" y="830022"/>
                  </a:lnTo>
                  <a:lnTo>
                    <a:pt x="4444359" y="830022"/>
                  </a:lnTo>
                  <a:lnTo>
                    <a:pt x="4444454" y="830022"/>
                  </a:lnTo>
                  <a:lnTo>
                    <a:pt x="4444548" y="830022"/>
                  </a:lnTo>
                  <a:lnTo>
                    <a:pt x="4444642" y="830022"/>
                  </a:lnTo>
                  <a:lnTo>
                    <a:pt x="4444736" y="830022"/>
                  </a:lnTo>
                  <a:lnTo>
                    <a:pt x="4444830" y="830022"/>
                  </a:lnTo>
                  <a:lnTo>
                    <a:pt x="4444924" y="830022"/>
                  </a:lnTo>
                  <a:lnTo>
                    <a:pt x="4445018" y="830022"/>
                  </a:lnTo>
                  <a:lnTo>
                    <a:pt x="4445113" y="830022"/>
                  </a:lnTo>
                  <a:lnTo>
                    <a:pt x="4445207" y="830022"/>
                  </a:lnTo>
                  <a:lnTo>
                    <a:pt x="4445301" y="830022"/>
                  </a:lnTo>
                  <a:lnTo>
                    <a:pt x="4445395" y="830022"/>
                  </a:lnTo>
                  <a:lnTo>
                    <a:pt x="4445489" y="830022"/>
                  </a:lnTo>
                  <a:lnTo>
                    <a:pt x="4445583" y="830022"/>
                  </a:lnTo>
                  <a:lnTo>
                    <a:pt x="4445678" y="830022"/>
                  </a:lnTo>
                  <a:lnTo>
                    <a:pt x="4445772" y="830022"/>
                  </a:lnTo>
                  <a:lnTo>
                    <a:pt x="4445866" y="830022"/>
                  </a:lnTo>
                  <a:lnTo>
                    <a:pt x="4445960" y="830022"/>
                  </a:lnTo>
                  <a:lnTo>
                    <a:pt x="4446054" y="830022"/>
                  </a:lnTo>
                  <a:lnTo>
                    <a:pt x="4446148" y="830022"/>
                  </a:lnTo>
                  <a:lnTo>
                    <a:pt x="4446242" y="830022"/>
                  </a:lnTo>
                  <a:lnTo>
                    <a:pt x="4446337" y="830022"/>
                  </a:lnTo>
                  <a:lnTo>
                    <a:pt x="4446431" y="830022"/>
                  </a:lnTo>
                  <a:lnTo>
                    <a:pt x="4446525" y="830022"/>
                  </a:lnTo>
                  <a:lnTo>
                    <a:pt x="4446619" y="830022"/>
                  </a:lnTo>
                  <a:lnTo>
                    <a:pt x="4446713" y="830022"/>
                  </a:lnTo>
                  <a:lnTo>
                    <a:pt x="4446807" y="830022"/>
                  </a:lnTo>
                  <a:lnTo>
                    <a:pt x="4446902" y="830022"/>
                  </a:lnTo>
                  <a:lnTo>
                    <a:pt x="4446996" y="830022"/>
                  </a:lnTo>
                  <a:lnTo>
                    <a:pt x="4447090" y="830022"/>
                  </a:lnTo>
                  <a:lnTo>
                    <a:pt x="4447184" y="830022"/>
                  </a:lnTo>
                  <a:lnTo>
                    <a:pt x="4447278" y="830022"/>
                  </a:lnTo>
                  <a:lnTo>
                    <a:pt x="4447372" y="830022"/>
                  </a:lnTo>
                  <a:lnTo>
                    <a:pt x="4447466" y="830022"/>
                  </a:lnTo>
                  <a:lnTo>
                    <a:pt x="4447561" y="830022"/>
                  </a:lnTo>
                  <a:lnTo>
                    <a:pt x="4447655" y="830022"/>
                  </a:lnTo>
                  <a:lnTo>
                    <a:pt x="4447749" y="830022"/>
                  </a:lnTo>
                  <a:lnTo>
                    <a:pt x="4447843" y="830022"/>
                  </a:lnTo>
                  <a:lnTo>
                    <a:pt x="4447937" y="830022"/>
                  </a:lnTo>
                  <a:lnTo>
                    <a:pt x="4448031" y="830022"/>
                  </a:lnTo>
                  <a:lnTo>
                    <a:pt x="4448126" y="830022"/>
                  </a:lnTo>
                  <a:lnTo>
                    <a:pt x="4448220" y="830022"/>
                  </a:lnTo>
                  <a:lnTo>
                    <a:pt x="4448314" y="830022"/>
                  </a:lnTo>
                  <a:lnTo>
                    <a:pt x="4448408" y="830022"/>
                  </a:lnTo>
                  <a:lnTo>
                    <a:pt x="4448502" y="830022"/>
                  </a:lnTo>
                  <a:lnTo>
                    <a:pt x="4448596" y="830022"/>
                  </a:lnTo>
                  <a:lnTo>
                    <a:pt x="4448690" y="830022"/>
                  </a:lnTo>
                  <a:lnTo>
                    <a:pt x="4448785" y="830022"/>
                  </a:lnTo>
                  <a:lnTo>
                    <a:pt x="4448879" y="830022"/>
                  </a:lnTo>
                  <a:lnTo>
                    <a:pt x="4448973" y="830022"/>
                  </a:lnTo>
                  <a:lnTo>
                    <a:pt x="4449067" y="830022"/>
                  </a:lnTo>
                  <a:lnTo>
                    <a:pt x="4449161" y="830022"/>
                  </a:lnTo>
                  <a:lnTo>
                    <a:pt x="4449255" y="830022"/>
                  </a:lnTo>
                  <a:lnTo>
                    <a:pt x="4449349" y="830022"/>
                  </a:lnTo>
                  <a:lnTo>
                    <a:pt x="4449444" y="830022"/>
                  </a:lnTo>
                  <a:lnTo>
                    <a:pt x="4449538" y="830022"/>
                  </a:lnTo>
                  <a:lnTo>
                    <a:pt x="4449632" y="830022"/>
                  </a:lnTo>
                  <a:lnTo>
                    <a:pt x="4449726" y="830022"/>
                  </a:lnTo>
                  <a:lnTo>
                    <a:pt x="4449820" y="830022"/>
                  </a:lnTo>
                  <a:lnTo>
                    <a:pt x="4449914" y="830022"/>
                  </a:lnTo>
                  <a:lnTo>
                    <a:pt x="4450009" y="830022"/>
                  </a:lnTo>
                  <a:lnTo>
                    <a:pt x="4450103" y="830022"/>
                  </a:lnTo>
                  <a:lnTo>
                    <a:pt x="4450197" y="830022"/>
                  </a:lnTo>
                  <a:lnTo>
                    <a:pt x="4450291" y="830022"/>
                  </a:lnTo>
                  <a:lnTo>
                    <a:pt x="4450385" y="830022"/>
                  </a:lnTo>
                  <a:lnTo>
                    <a:pt x="4450479" y="830022"/>
                  </a:lnTo>
                  <a:lnTo>
                    <a:pt x="4450573" y="830022"/>
                  </a:lnTo>
                  <a:lnTo>
                    <a:pt x="4450668" y="830022"/>
                  </a:lnTo>
                  <a:lnTo>
                    <a:pt x="4450762" y="830022"/>
                  </a:lnTo>
                  <a:lnTo>
                    <a:pt x="4450856" y="830022"/>
                  </a:lnTo>
                  <a:lnTo>
                    <a:pt x="4450950" y="830022"/>
                  </a:lnTo>
                  <a:lnTo>
                    <a:pt x="4451044" y="830022"/>
                  </a:lnTo>
                  <a:lnTo>
                    <a:pt x="4451138" y="830022"/>
                  </a:lnTo>
                  <a:lnTo>
                    <a:pt x="4451233" y="830022"/>
                  </a:lnTo>
                  <a:lnTo>
                    <a:pt x="4451327" y="830022"/>
                  </a:lnTo>
                  <a:lnTo>
                    <a:pt x="4451421" y="830022"/>
                  </a:lnTo>
                  <a:lnTo>
                    <a:pt x="4451421" y="825110"/>
                  </a:lnTo>
                  <a:lnTo>
                    <a:pt x="4451515" y="825110"/>
                  </a:lnTo>
                  <a:lnTo>
                    <a:pt x="4451609" y="825110"/>
                  </a:lnTo>
                  <a:lnTo>
                    <a:pt x="4451703" y="825110"/>
                  </a:lnTo>
                  <a:lnTo>
                    <a:pt x="4451797" y="825110"/>
                  </a:lnTo>
                  <a:lnTo>
                    <a:pt x="4451892" y="825110"/>
                  </a:lnTo>
                  <a:lnTo>
                    <a:pt x="4451986" y="825110"/>
                  </a:lnTo>
                  <a:lnTo>
                    <a:pt x="4452080" y="825110"/>
                  </a:lnTo>
                  <a:lnTo>
                    <a:pt x="4452174" y="825110"/>
                  </a:lnTo>
                  <a:lnTo>
                    <a:pt x="4452268" y="825110"/>
                  </a:lnTo>
                  <a:lnTo>
                    <a:pt x="4452362" y="825110"/>
                  </a:lnTo>
                  <a:lnTo>
                    <a:pt x="4452457" y="825110"/>
                  </a:lnTo>
                  <a:lnTo>
                    <a:pt x="4452551" y="825110"/>
                  </a:lnTo>
                  <a:lnTo>
                    <a:pt x="4452551" y="820199"/>
                  </a:lnTo>
                  <a:lnTo>
                    <a:pt x="4452645" y="820199"/>
                  </a:lnTo>
                  <a:lnTo>
                    <a:pt x="4452739" y="820199"/>
                  </a:lnTo>
                  <a:lnTo>
                    <a:pt x="4452833" y="820199"/>
                  </a:lnTo>
                  <a:lnTo>
                    <a:pt x="4452927" y="820199"/>
                  </a:lnTo>
                  <a:lnTo>
                    <a:pt x="4453021" y="820199"/>
                  </a:lnTo>
                  <a:lnTo>
                    <a:pt x="4453116" y="820199"/>
                  </a:lnTo>
                  <a:lnTo>
                    <a:pt x="4453210" y="820199"/>
                  </a:lnTo>
                  <a:lnTo>
                    <a:pt x="4453304" y="820199"/>
                  </a:lnTo>
                  <a:lnTo>
                    <a:pt x="4453398" y="820199"/>
                  </a:lnTo>
                  <a:lnTo>
                    <a:pt x="4453492" y="820199"/>
                  </a:lnTo>
                  <a:lnTo>
                    <a:pt x="4453586" y="820199"/>
                  </a:lnTo>
                  <a:lnTo>
                    <a:pt x="4453680" y="820199"/>
                  </a:lnTo>
                  <a:lnTo>
                    <a:pt x="4453775" y="820199"/>
                  </a:lnTo>
                  <a:lnTo>
                    <a:pt x="4453869" y="820199"/>
                  </a:lnTo>
                  <a:lnTo>
                    <a:pt x="4453963" y="820199"/>
                  </a:lnTo>
                  <a:lnTo>
                    <a:pt x="4454057" y="820199"/>
                  </a:lnTo>
                  <a:lnTo>
                    <a:pt x="4454151" y="820199"/>
                  </a:lnTo>
                  <a:lnTo>
                    <a:pt x="4454245" y="820199"/>
                  </a:lnTo>
                  <a:lnTo>
                    <a:pt x="4454340" y="820199"/>
                  </a:lnTo>
                  <a:lnTo>
                    <a:pt x="4454434" y="820199"/>
                  </a:lnTo>
                  <a:lnTo>
                    <a:pt x="4454528" y="820199"/>
                  </a:lnTo>
                  <a:lnTo>
                    <a:pt x="4454622" y="820199"/>
                  </a:lnTo>
                  <a:lnTo>
                    <a:pt x="4454716" y="820199"/>
                  </a:lnTo>
                  <a:lnTo>
                    <a:pt x="4454810" y="820199"/>
                  </a:lnTo>
                  <a:lnTo>
                    <a:pt x="4454904" y="820199"/>
                  </a:lnTo>
                  <a:lnTo>
                    <a:pt x="4454999" y="820199"/>
                  </a:lnTo>
                  <a:lnTo>
                    <a:pt x="4455093" y="820199"/>
                  </a:lnTo>
                  <a:lnTo>
                    <a:pt x="4455187" y="820199"/>
                  </a:lnTo>
                  <a:lnTo>
                    <a:pt x="4455281" y="820199"/>
                  </a:lnTo>
                  <a:lnTo>
                    <a:pt x="4455375" y="820199"/>
                  </a:lnTo>
                  <a:lnTo>
                    <a:pt x="4455469" y="820199"/>
                  </a:lnTo>
                  <a:lnTo>
                    <a:pt x="4455564" y="820199"/>
                  </a:lnTo>
                  <a:lnTo>
                    <a:pt x="4455658" y="820199"/>
                  </a:lnTo>
                  <a:lnTo>
                    <a:pt x="4455752" y="820199"/>
                  </a:lnTo>
                  <a:lnTo>
                    <a:pt x="4455846" y="820199"/>
                  </a:lnTo>
                  <a:lnTo>
                    <a:pt x="4455940" y="820199"/>
                  </a:lnTo>
                  <a:lnTo>
                    <a:pt x="4456034" y="820199"/>
                  </a:lnTo>
                  <a:lnTo>
                    <a:pt x="4456128" y="820199"/>
                  </a:lnTo>
                  <a:lnTo>
                    <a:pt x="4456223" y="820199"/>
                  </a:lnTo>
                  <a:lnTo>
                    <a:pt x="4456317" y="820199"/>
                  </a:lnTo>
                  <a:lnTo>
                    <a:pt x="4456411" y="820199"/>
                  </a:lnTo>
                  <a:lnTo>
                    <a:pt x="4456505" y="820199"/>
                  </a:lnTo>
                  <a:lnTo>
                    <a:pt x="4456599" y="820199"/>
                  </a:lnTo>
                  <a:lnTo>
                    <a:pt x="4456693" y="820199"/>
                  </a:lnTo>
                  <a:lnTo>
                    <a:pt x="4456788" y="820199"/>
                  </a:lnTo>
                  <a:lnTo>
                    <a:pt x="4456882" y="820199"/>
                  </a:lnTo>
                  <a:lnTo>
                    <a:pt x="4456976" y="820199"/>
                  </a:lnTo>
                  <a:lnTo>
                    <a:pt x="4457070" y="820199"/>
                  </a:lnTo>
                  <a:lnTo>
                    <a:pt x="4457164" y="820199"/>
                  </a:lnTo>
                  <a:lnTo>
                    <a:pt x="4457258" y="820199"/>
                  </a:lnTo>
                  <a:lnTo>
                    <a:pt x="4457352" y="820199"/>
                  </a:lnTo>
                  <a:lnTo>
                    <a:pt x="4457447" y="820199"/>
                  </a:lnTo>
                  <a:lnTo>
                    <a:pt x="4457541" y="820199"/>
                  </a:lnTo>
                  <a:lnTo>
                    <a:pt x="4457635" y="820199"/>
                  </a:lnTo>
                  <a:lnTo>
                    <a:pt x="4457729" y="820199"/>
                  </a:lnTo>
                  <a:lnTo>
                    <a:pt x="4457823" y="820199"/>
                  </a:lnTo>
                  <a:lnTo>
                    <a:pt x="4457917" y="820199"/>
                  </a:lnTo>
                  <a:lnTo>
                    <a:pt x="4458011" y="820199"/>
                  </a:lnTo>
                  <a:lnTo>
                    <a:pt x="4458106" y="820199"/>
                  </a:lnTo>
                  <a:lnTo>
                    <a:pt x="4458200" y="820199"/>
                  </a:lnTo>
                  <a:lnTo>
                    <a:pt x="4458294" y="820199"/>
                  </a:lnTo>
                  <a:lnTo>
                    <a:pt x="4458388" y="820199"/>
                  </a:lnTo>
                  <a:lnTo>
                    <a:pt x="4458482" y="820199"/>
                  </a:lnTo>
                  <a:lnTo>
                    <a:pt x="4458576" y="820199"/>
                  </a:lnTo>
                  <a:lnTo>
                    <a:pt x="4458671" y="820199"/>
                  </a:lnTo>
                  <a:lnTo>
                    <a:pt x="4458765" y="820199"/>
                  </a:lnTo>
                  <a:lnTo>
                    <a:pt x="4458859" y="820199"/>
                  </a:lnTo>
                  <a:lnTo>
                    <a:pt x="4458953" y="820199"/>
                  </a:lnTo>
                  <a:lnTo>
                    <a:pt x="4459047" y="820199"/>
                  </a:lnTo>
                  <a:lnTo>
                    <a:pt x="4459141" y="820199"/>
                  </a:lnTo>
                  <a:lnTo>
                    <a:pt x="4459235" y="820199"/>
                  </a:lnTo>
                  <a:lnTo>
                    <a:pt x="4459330" y="820199"/>
                  </a:lnTo>
                  <a:lnTo>
                    <a:pt x="4459424" y="820199"/>
                  </a:lnTo>
                  <a:lnTo>
                    <a:pt x="4459518" y="820199"/>
                  </a:lnTo>
                  <a:lnTo>
                    <a:pt x="4459612" y="820199"/>
                  </a:lnTo>
                  <a:lnTo>
                    <a:pt x="4459612" y="815288"/>
                  </a:lnTo>
                  <a:lnTo>
                    <a:pt x="4459706" y="815288"/>
                  </a:lnTo>
                  <a:lnTo>
                    <a:pt x="4459800" y="815288"/>
                  </a:lnTo>
                  <a:lnTo>
                    <a:pt x="4459895" y="815288"/>
                  </a:lnTo>
                  <a:lnTo>
                    <a:pt x="4459989" y="815288"/>
                  </a:lnTo>
                  <a:lnTo>
                    <a:pt x="4460083" y="815288"/>
                  </a:lnTo>
                  <a:lnTo>
                    <a:pt x="4460177" y="815288"/>
                  </a:lnTo>
                  <a:lnTo>
                    <a:pt x="4460271" y="815288"/>
                  </a:lnTo>
                  <a:lnTo>
                    <a:pt x="4460365" y="815288"/>
                  </a:lnTo>
                  <a:lnTo>
                    <a:pt x="4460459" y="815288"/>
                  </a:lnTo>
                  <a:lnTo>
                    <a:pt x="4460554" y="815288"/>
                  </a:lnTo>
                  <a:lnTo>
                    <a:pt x="4460648" y="815288"/>
                  </a:lnTo>
                  <a:lnTo>
                    <a:pt x="4460742" y="815288"/>
                  </a:lnTo>
                  <a:lnTo>
                    <a:pt x="4460836" y="815288"/>
                  </a:lnTo>
                  <a:lnTo>
                    <a:pt x="4460930" y="815288"/>
                  </a:lnTo>
                  <a:lnTo>
                    <a:pt x="4461024" y="815288"/>
                  </a:lnTo>
                  <a:lnTo>
                    <a:pt x="4461119" y="815288"/>
                  </a:lnTo>
                  <a:lnTo>
                    <a:pt x="4461213" y="815288"/>
                  </a:lnTo>
                  <a:lnTo>
                    <a:pt x="4461307" y="815288"/>
                  </a:lnTo>
                  <a:lnTo>
                    <a:pt x="4461401" y="815288"/>
                  </a:lnTo>
                  <a:lnTo>
                    <a:pt x="4461495" y="815288"/>
                  </a:lnTo>
                  <a:lnTo>
                    <a:pt x="4461589" y="815288"/>
                  </a:lnTo>
                  <a:lnTo>
                    <a:pt x="4461683" y="815288"/>
                  </a:lnTo>
                  <a:lnTo>
                    <a:pt x="4461778" y="815288"/>
                  </a:lnTo>
                  <a:lnTo>
                    <a:pt x="4461872" y="815288"/>
                  </a:lnTo>
                  <a:lnTo>
                    <a:pt x="4461966" y="815288"/>
                  </a:lnTo>
                  <a:lnTo>
                    <a:pt x="4462060" y="815288"/>
                  </a:lnTo>
                  <a:lnTo>
                    <a:pt x="4462154" y="815288"/>
                  </a:lnTo>
                  <a:lnTo>
                    <a:pt x="4462248" y="815288"/>
                  </a:lnTo>
                  <a:lnTo>
                    <a:pt x="4462343" y="815288"/>
                  </a:lnTo>
                  <a:lnTo>
                    <a:pt x="4462437" y="815288"/>
                  </a:lnTo>
                  <a:lnTo>
                    <a:pt x="4462531" y="815288"/>
                  </a:lnTo>
                  <a:lnTo>
                    <a:pt x="4462625" y="815288"/>
                  </a:lnTo>
                  <a:lnTo>
                    <a:pt x="4462719" y="815288"/>
                  </a:lnTo>
                  <a:lnTo>
                    <a:pt x="4462813" y="815288"/>
                  </a:lnTo>
                  <a:lnTo>
                    <a:pt x="4462907" y="815288"/>
                  </a:lnTo>
                  <a:lnTo>
                    <a:pt x="4463002" y="815288"/>
                  </a:lnTo>
                  <a:lnTo>
                    <a:pt x="4463096" y="815288"/>
                  </a:lnTo>
                  <a:lnTo>
                    <a:pt x="4463190" y="815288"/>
                  </a:lnTo>
                  <a:lnTo>
                    <a:pt x="4463284" y="815288"/>
                  </a:lnTo>
                  <a:lnTo>
                    <a:pt x="4463378" y="815288"/>
                  </a:lnTo>
                  <a:lnTo>
                    <a:pt x="4463472" y="815288"/>
                  </a:lnTo>
                  <a:lnTo>
                    <a:pt x="4463566" y="815288"/>
                  </a:lnTo>
                  <a:lnTo>
                    <a:pt x="4463661" y="815288"/>
                  </a:lnTo>
                  <a:lnTo>
                    <a:pt x="4463755" y="815288"/>
                  </a:lnTo>
                  <a:lnTo>
                    <a:pt x="4463849" y="815288"/>
                  </a:lnTo>
                  <a:lnTo>
                    <a:pt x="4463943" y="815288"/>
                  </a:lnTo>
                  <a:lnTo>
                    <a:pt x="4464037" y="815288"/>
                  </a:lnTo>
                  <a:lnTo>
                    <a:pt x="4464131" y="815288"/>
                  </a:lnTo>
                  <a:lnTo>
                    <a:pt x="4464226" y="815288"/>
                  </a:lnTo>
                  <a:lnTo>
                    <a:pt x="4464320" y="815288"/>
                  </a:lnTo>
                  <a:lnTo>
                    <a:pt x="4464414" y="815288"/>
                  </a:lnTo>
                  <a:lnTo>
                    <a:pt x="4464508" y="815288"/>
                  </a:lnTo>
                  <a:lnTo>
                    <a:pt x="4464602" y="815288"/>
                  </a:lnTo>
                  <a:lnTo>
                    <a:pt x="4464696" y="815288"/>
                  </a:lnTo>
                  <a:lnTo>
                    <a:pt x="4464790" y="815288"/>
                  </a:lnTo>
                  <a:lnTo>
                    <a:pt x="4464885" y="815288"/>
                  </a:lnTo>
                  <a:lnTo>
                    <a:pt x="4464979" y="815288"/>
                  </a:lnTo>
                  <a:lnTo>
                    <a:pt x="4465073" y="815288"/>
                  </a:lnTo>
                  <a:lnTo>
                    <a:pt x="4465167" y="815288"/>
                  </a:lnTo>
                  <a:lnTo>
                    <a:pt x="4465261" y="815288"/>
                  </a:lnTo>
                  <a:lnTo>
                    <a:pt x="4465355" y="815288"/>
                  </a:lnTo>
                  <a:lnTo>
                    <a:pt x="4465450" y="815288"/>
                  </a:lnTo>
                  <a:lnTo>
                    <a:pt x="4465544" y="815288"/>
                  </a:lnTo>
                  <a:lnTo>
                    <a:pt x="4465638" y="815288"/>
                  </a:lnTo>
                  <a:lnTo>
                    <a:pt x="4465732" y="815288"/>
                  </a:lnTo>
                  <a:lnTo>
                    <a:pt x="4465826" y="815288"/>
                  </a:lnTo>
                  <a:lnTo>
                    <a:pt x="4465920" y="815288"/>
                  </a:lnTo>
                  <a:lnTo>
                    <a:pt x="4466014" y="815288"/>
                  </a:lnTo>
                  <a:lnTo>
                    <a:pt x="4466109" y="815288"/>
                  </a:lnTo>
                  <a:lnTo>
                    <a:pt x="4466203" y="815288"/>
                  </a:lnTo>
                  <a:lnTo>
                    <a:pt x="4466297" y="815288"/>
                  </a:lnTo>
                  <a:lnTo>
                    <a:pt x="4466391" y="815288"/>
                  </a:lnTo>
                  <a:lnTo>
                    <a:pt x="4466485" y="815288"/>
                  </a:lnTo>
                  <a:lnTo>
                    <a:pt x="4466579" y="815288"/>
                  </a:lnTo>
                  <a:lnTo>
                    <a:pt x="4466674" y="815288"/>
                  </a:lnTo>
                  <a:lnTo>
                    <a:pt x="4466768" y="815288"/>
                  </a:lnTo>
                  <a:lnTo>
                    <a:pt x="4466862" y="815288"/>
                  </a:lnTo>
                  <a:lnTo>
                    <a:pt x="4466956" y="815288"/>
                  </a:lnTo>
                  <a:lnTo>
                    <a:pt x="4467050" y="815288"/>
                  </a:lnTo>
                  <a:lnTo>
                    <a:pt x="4467144" y="815288"/>
                  </a:lnTo>
                  <a:lnTo>
                    <a:pt x="4467238" y="815288"/>
                  </a:lnTo>
                  <a:lnTo>
                    <a:pt x="4467333" y="815288"/>
                  </a:lnTo>
                  <a:lnTo>
                    <a:pt x="4467427" y="815288"/>
                  </a:lnTo>
                  <a:lnTo>
                    <a:pt x="4467521" y="815288"/>
                  </a:lnTo>
                  <a:lnTo>
                    <a:pt x="4467615" y="815288"/>
                  </a:lnTo>
                  <a:lnTo>
                    <a:pt x="4467709" y="815288"/>
                  </a:lnTo>
                  <a:lnTo>
                    <a:pt x="4467709" y="810376"/>
                  </a:lnTo>
                  <a:lnTo>
                    <a:pt x="4467803" y="810376"/>
                  </a:lnTo>
                  <a:lnTo>
                    <a:pt x="4467897" y="810376"/>
                  </a:lnTo>
                  <a:lnTo>
                    <a:pt x="4467992" y="810376"/>
                  </a:lnTo>
                  <a:lnTo>
                    <a:pt x="4468086" y="810376"/>
                  </a:lnTo>
                  <a:lnTo>
                    <a:pt x="4468180" y="810376"/>
                  </a:lnTo>
                  <a:lnTo>
                    <a:pt x="4468274" y="810376"/>
                  </a:lnTo>
                  <a:lnTo>
                    <a:pt x="4468368" y="810376"/>
                  </a:lnTo>
                  <a:lnTo>
                    <a:pt x="4468462" y="810376"/>
                  </a:lnTo>
                  <a:lnTo>
                    <a:pt x="4468557" y="810376"/>
                  </a:lnTo>
                  <a:lnTo>
                    <a:pt x="4468651" y="810376"/>
                  </a:lnTo>
                  <a:lnTo>
                    <a:pt x="4468745" y="810376"/>
                  </a:lnTo>
                  <a:lnTo>
                    <a:pt x="4468839" y="810376"/>
                  </a:lnTo>
                  <a:lnTo>
                    <a:pt x="4468933" y="810376"/>
                  </a:lnTo>
                  <a:lnTo>
                    <a:pt x="4469027" y="810376"/>
                  </a:lnTo>
                  <a:lnTo>
                    <a:pt x="4469121" y="810376"/>
                  </a:lnTo>
                  <a:lnTo>
                    <a:pt x="4469216" y="810376"/>
                  </a:lnTo>
                  <a:lnTo>
                    <a:pt x="4469310" y="810376"/>
                  </a:lnTo>
                  <a:lnTo>
                    <a:pt x="4469404" y="810376"/>
                  </a:lnTo>
                  <a:lnTo>
                    <a:pt x="4469498" y="810376"/>
                  </a:lnTo>
                  <a:lnTo>
                    <a:pt x="4469592" y="810376"/>
                  </a:lnTo>
                  <a:lnTo>
                    <a:pt x="4469686" y="810376"/>
                  </a:lnTo>
                  <a:lnTo>
                    <a:pt x="4469781" y="810376"/>
                  </a:lnTo>
                  <a:lnTo>
                    <a:pt x="4469875" y="810376"/>
                  </a:lnTo>
                  <a:lnTo>
                    <a:pt x="4469969" y="810376"/>
                  </a:lnTo>
                  <a:lnTo>
                    <a:pt x="4470063" y="810376"/>
                  </a:lnTo>
                  <a:lnTo>
                    <a:pt x="4470157" y="810376"/>
                  </a:lnTo>
                  <a:lnTo>
                    <a:pt x="4470251" y="810376"/>
                  </a:lnTo>
                  <a:lnTo>
                    <a:pt x="4470345" y="810376"/>
                  </a:lnTo>
                  <a:lnTo>
                    <a:pt x="4470440" y="810376"/>
                  </a:lnTo>
                  <a:lnTo>
                    <a:pt x="4470534" y="810376"/>
                  </a:lnTo>
                  <a:lnTo>
                    <a:pt x="4470628" y="810376"/>
                  </a:lnTo>
                  <a:lnTo>
                    <a:pt x="4470722" y="810376"/>
                  </a:lnTo>
                  <a:lnTo>
                    <a:pt x="4470816" y="810376"/>
                  </a:lnTo>
                  <a:lnTo>
                    <a:pt x="4470910" y="810376"/>
                  </a:lnTo>
                  <a:lnTo>
                    <a:pt x="4471005" y="810376"/>
                  </a:lnTo>
                  <a:lnTo>
                    <a:pt x="4471099" y="810376"/>
                  </a:lnTo>
                  <a:lnTo>
                    <a:pt x="4471193" y="810376"/>
                  </a:lnTo>
                  <a:lnTo>
                    <a:pt x="4471287" y="810376"/>
                  </a:lnTo>
                  <a:lnTo>
                    <a:pt x="4471381" y="810376"/>
                  </a:lnTo>
                  <a:lnTo>
                    <a:pt x="4471475" y="810376"/>
                  </a:lnTo>
                  <a:lnTo>
                    <a:pt x="4471569" y="810376"/>
                  </a:lnTo>
                  <a:lnTo>
                    <a:pt x="4471664" y="810376"/>
                  </a:lnTo>
                  <a:lnTo>
                    <a:pt x="4471758" y="810376"/>
                  </a:lnTo>
                  <a:lnTo>
                    <a:pt x="4471852" y="810376"/>
                  </a:lnTo>
                  <a:lnTo>
                    <a:pt x="4471946" y="810376"/>
                  </a:lnTo>
                  <a:lnTo>
                    <a:pt x="4472040" y="810376"/>
                  </a:lnTo>
                  <a:lnTo>
                    <a:pt x="4472134" y="810376"/>
                  </a:lnTo>
                  <a:lnTo>
                    <a:pt x="4472228" y="810376"/>
                  </a:lnTo>
                  <a:lnTo>
                    <a:pt x="4472323" y="810376"/>
                  </a:lnTo>
                  <a:lnTo>
                    <a:pt x="4472417" y="810376"/>
                  </a:lnTo>
                  <a:lnTo>
                    <a:pt x="4472511" y="810376"/>
                  </a:lnTo>
                  <a:lnTo>
                    <a:pt x="4472605" y="810376"/>
                  </a:lnTo>
                  <a:lnTo>
                    <a:pt x="4472699" y="810376"/>
                  </a:lnTo>
                  <a:lnTo>
                    <a:pt x="4472793" y="810376"/>
                  </a:lnTo>
                  <a:lnTo>
                    <a:pt x="4472888" y="810376"/>
                  </a:lnTo>
                  <a:lnTo>
                    <a:pt x="4472982" y="810376"/>
                  </a:lnTo>
                  <a:lnTo>
                    <a:pt x="4473076" y="810376"/>
                  </a:lnTo>
                  <a:lnTo>
                    <a:pt x="4473170" y="810376"/>
                  </a:lnTo>
                  <a:lnTo>
                    <a:pt x="4473264" y="810376"/>
                  </a:lnTo>
                  <a:lnTo>
                    <a:pt x="4473358" y="810376"/>
                  </a:lnTo>
                  <a:lnTo>
                    <a:pt x="4473452" y="810376"/>
                  </a:lnTo>
                  <a:lnTo>
                    <a:pt x="4473547" y="810376"/>
                  </a:lnTo>
                  <a:lnTo>
                    <a:pt x="4473641" y="810376"/>
                  </a:lnTo>
                  <a:lnTo>
                    <a:pt x="4473735" y="810376"/>
                  </a:lnTo>
                  <a:lnTo>
                    <a:pt x="4473829" y="810376"/>
                  </a:lnTo>
                  <a:lnTo>
                    <a:pt x="4473923" y="810376"/>
                  </a:lnTo>
                  <a:lnTo>
                    <a:pt x="4474017" y="810376"/>
                  </a:lnTo>
                  <a:lnTo>
                    <a:pt x="4474112" y="810376"/>
                  </a:lnTo>
                  <a:lnTo>
                    <a:pt x="4474206" y="810376"/>
                  </a:lnTo>
                  <a:lnTo>
                    <a:pt x="4474300" y="810376"/>
                  </a:lnTo>
                  <a:lnTo>
                    <a:pt x="4474394" y="810376"/>
                  </a:lnTo>
                  <a:lnTo>
                    <a:pt x="4474488" y="810376"/>
                  </a:lnTo>
                  <a:lnTo>
                    <a:pt x="4474582" y="810376"/>
                  </a:lnTo>
                  <a:lnTo>
                    <a:pt x="4474676" y="810376"/>
                  </a:lnTo>
                  <a:lnTo>
                    <a:pt x="4474771" y="810376"/>
                  </a:lnTo>
                  <a:lnTo>
                    <a:pt x="4474865" y="810376"/>
                  </a:lnTo>
                  <a:lnTo>
                    <a:pt x="4474959" y="810376"/>
                  </a:lnTo>
                  <a:lnTo>
                    <a:pt x="4475053" y="810376"/>
                  </a:lnTo>
                  <a:lnTo>
                    <a:pt x="4475147" y="810376"/>
                  </a:lnTo>
                  <a:lnTo>
                    <a:pt x="4475241" y="810376"/>
                  </a:lnTo>
                  <a:lnTo>
                    <a:pt x="4475241" y="805465"/>
                  </a:lnTo>
                  <a:lnTo>
                    <a:pt x="4475336" y="805465"/>
                  </a:lnTo>
                  <a:lnTo>
                    <a:pt x="4475430" y="805465"/>
                  </a:lnTo>
                  <a:lnTo>
                    <a:pt x="4475524" y="805465"/>
                  </a:lnTo>
                  <a:lnTo>
                    <a:pt x="4475618" y="805465"/>
                  </a:lnTo>
                  <a:lnTo>
                    <a:pt x="4475712" y="805465"/>
                  </a:lnTo>
                  <a:lnTo>
                    <a:pt x="4475806" y="805465"/>
                  </a:lnTo>
                  <a:lnTo>
                    <a:pt x="4475900" y="805465"/>
                  </a:lnTo>
                  <a:lnTo>
                    <a:pt x="4475995" y="805465"/>
                  </a:lnTo>
                  <a:lnTo>
                    <a:pt x="4476089" y="805465"/>
                  </a:lnTo>
                  <a:lnTo>
                    <a:pt x="4476183" y="805465"/>
                  </a:lnTo>
                  <a:lnTo>
                    <a:pt x="4476277" y="805465"/>
                  </a:lnTo>
                  <a:lnTo>
                    <a:pt x="4476371" y="805465"/>
                  </a:lnTo>
                  <a:lnTo>
                    <a:pt x="4476465" y="805465"/>
                  </a:lnTo>
                  <a:lnTo>
                    <a:pt x="4476559" y="805465"/>
                  </a:lnTo>
                  <a:lnTo>
                    <a:pt x="4476654" y="805465"/>
                  </a:lnTo>
                  <a:lnTo>
                    <a:pt x="4476748" y="805465"/>
                  </a:lnTo>
                  <a:lnTo>
                    <a:pt x="4476842" y="805465"/>
                  </a:lnTo>
                  <a:lnTo>
                    <a:pt x="4476936" y="805465"/>
                  </a:lnTo>
                  <a:lnTo>
                    <a:pt x="4477030" y="805465"/>
                  </a:lnTo>
                  <a:lnTo>
                    <a:pt x="4477124" y="805465"/>
                  </a:lnTo>
                  <a:lnTo>
                    <a:pt x="4477219" y="805465"/>
                  </a:lnTo>
                  <a:lnTo>
                    <a:pt x="4477313" y="805465"/>
                  </a:lnTo>
                  <a:lnTo>
                    <a:pt x="4477407" y="805465"/>
                  </a:lnTo>
                  <a:lnTo>
                    <a:pt x="4477501" y="805465"/>
                  </a:lnTo>
                  <a:lnTo>
                    <a:pt x="4477595" y="805465"/>
                  </a:lnTo>
                  <a:lnTo>
                    <a:pt x="4477689" y="805465"/>
                  </a:lnTo>
                  <a:lnTo>
                    <a:pt x="4477783" y="805465"/>
                  </a:lnTo>
                  <a:lnTo>
                    <a:pt x="4477878" y="805465"/>
                  </a:lnTo>
                  <a:lnTo>
                    <a:pt x="4477972" y="805465"/>
                  </a:lnTo>
                  <a:lnTo>
                    <a:pt x="4478066" y="805465"/>
                  </a:lnTo>
                  <a:lnTo>
                    <a:pt x="4478160" y="805465"/>
                  </a:lnTo>
                  <a:lnTo>
                    <a:pt x="4478254" y="805465"/>
                  </a:lnTo>
                  <a:lnTo>
                    <a:pt x="4478348" y="805465"/>
                  </a:lnTo>
                  <a:lnTo>
                    <a:pt x="4478443" y="805465"/>
                  </a:lnTo>
                  <a:lnTo>
                    <a:pt x="4478537" y="805465"/>
                  </a:lnTo>
                  <a:lnTo>
                    <a:pt x="4478631" y="805465"/>
                  </a:lnTo>
                  <a:lnTo>
                    <a:pt x="4478725" y="805465"/>
                  </a:lnTo>
                  <a:lnTo>
                    <a:pt x="4478819" y="805465"/>
                  </a:lnTo>
                  <a:lnTo>
                    <a:pt x="4478913" y="805465"/>
                  </a:lnTo>
                  <a:lnTo>
                    <a:pt x="4479007" y="805465"/>
                  </a:lnTo>
                  <a:lnTo>
                    <a:pt x="4479102" y="805465"/>
                  </a:lnTo>
                  <a:lnTo>
                    <a:pt x="4479196" y="805465"/>
                  </a:lnTo>
                  <a:lnTo>
                    <a:pt x="4479290" y="805465"/>
                  </a:lnTo>
                  <a:lnTo>
                    <a:pt x="4479384" y="805465"/>
                  </a:lnTo>
                  <a:lnTo>
                    <a:pt x="4479478" y="805465"/>
                  </a:lnTo>
                  <a:lnTo>
                    <a:pt x="4479572" y="805465"/>
                  </a:lnTo>
                  <a:lnTo>
                    <a:pt x="4479667" y="805465"/>
                  </a:lnTo>
                  <a:lnTo>
                    <a:pt x="4479761" y="805465"/>
                  </a:lnTo>
                  <a:lnTo>
                    <a:pt x="4479855" y="805465"/>
                  </a:lnTo>
                  <a:lnTo>
                    <a:pt x="4479949" y="805465"/>
                  </a:lnTo>
                  <a:lnTo>
                    <a:pt x="4480043" y="805465"/>
                  </a:lnTo>
                  <a:lnTo>
                    <a:pt x="4480137" y="805465"/>
                  </a:lnTo>
                  <a:lnTo>
                    <a:pt x="4480231" y="805465"/>
                  </a:lnTo>
                  <a:lnTo>
                    <a:pt x="4480326" y="805465"/>
                  </a:lnTo>
                  <a:lnTo>
                    <a:pt x="4480420" y="805465"/>
                  </a:lnTo>
                  <a:lnTo>
                    <a:pt x="4480514" y="805465"/>
                  </a:lnTo>
                  <a:lnTo>
                    <a:pt x="4480608" y="805465"/>
                  </a:lnTo>
                  <a:lnTo>
                    <a:pt x="4480702" y="805465"/>
                  </a:lnTo>
                  <a:lnTo>
                    <a:pt x="4480796" y="805465"/>
                  </a:lnTo>
                  <a:lnTo>
                    <a:pt x="4480890" y="805465"/>
                  </a:lnTo>
                  <a:lnTo>
                    <a:pt x="4480985" y="805465"/>
                  </a:lnTo>
                  <a:lnTo>
                    <a:pt x="4481079" y="805465"/>
                  </a:lnTo>
                  <a:lnTo>
                    <a:pt x="4481173" y="805465"/>
                  </a:lnTo>
                  <a:lnTo>
                    <a:pt x="4481267" y="805465"/>
                  </a:lnTo>
                  <a:lnTo>
                    <a:pt x="4481361" y="805465"/>
                  </a:lnTo>
                  <a:lnTo>
                    <a:pt x="4481455" y="805465"/>
                  </a:lnTo>
                  <a:lnTo>
                    <a:pt x="4481550" y="805465"/>
                  </a:lnTo>
                  <a:lnTo>
                    <a:pt x="4481644" y="805465"/>
                  </a:lnTo>
                  <a:lnTo>
                    <a:pt x="4481738" y="805465"/>
                  </a:lnTo>
                  <a:lnTo>
                    <a:pt x="4481832" y="805465"/>
                  </a:lnTo>
                  <a:lnTo>
                    <a:pt x="4481926" y="805465"/>
                  </a:lnTo>
                  <a:lnTo>
                    <a:pt x="4482020" y="805465"/>
                  </a:lnTo>
                  <a:lnTo>
                    <a:pt x="4482114" y="805465"/>
                  </a:lnTo>
                  <a:lnTo>
                    <a:pt x="4482209" y="805465"/>
                  </a:lnTo>
                  <a:lnTo>
                    <a:pt x="4482303" y="805465"/>
                  </a:lnTo>
                  <a:lnTo>
                    <a:pt x="4482397" y="805465"/>
                  </a:lnTo>
                  <a:lnTo>
                    <a:pt x="4482491" y="805465"/>
                  </a:lnTo>
                  <a:lnTo>
                    <a:pt x="4482585" y="805465"/>
                  </a:lnTo>
                  <a:lnTo>
                    <a:pt x="4482679" y="805465"/>
                  </a:lnTo>
                  <a:lnTo>
                    <a:pt x="4482774" y="805465"/>
                  </a:lnTo>
                  <a:lnTo>
                    <a:pt x="4482868" y="805465"/>
                  </a:lnTo>
                  <a:lnTo>
                    <a:pt x="4482962" y="805465"/>
                  </a:lnTo>
                  <a:lnTo>
                    <a:pt x="4483056" y="805465"/>
                  </a:lnTo>
                  <a:lnTo>
                    <a:pt x="4483150" y="805465"/>
                  </a:lnTo>
                  <a:lnTo>
                    <a:pt x="4483150" y="800554"/>
                  </a:lnTo>
                  <a:lnTo>
                    <a:pt x="4483244" y="800554"/>
                  </a:lnTo>
                  <a:lnTo>
                    <a:pt x="4483338" y="800554"/>
                  </a:lnTo>
                  <a:lnTo>
                    <a:pt x="4483433" y="800554"/>
                  </a:lnTo>
                  <a:lnTo>
                    <a:pt x="4483527" y="800554"/>
                  </a:lnTo>
                  <a:lnTo>
                    <a:pt x="4483621" y="800554"/>
                  </a:lnTo>
                  <a:lnTo>
                    <a:pt x="4483715" y="800554"/>
                  </a:lnTo>
                  <a:lnTo>
                    <a:pt x="4483809" y="800554"/>
                  </a:lnTo>
                  <a:lnTo>
                    <a:pt x="4483903" y="800554"/>
                  </a:lnTo>
                  <a:lnTo>
                    <a:pt x="4483998" y="800554"/>
                  </a:lnTo>
                  <a:lnTo>
                    <a:pt x="4484092" y="800554"/>
                  </a:lnTo>
                  <a:lnTo>
                    <a:pt x="4484186" y="800554"/>
                  </a:lnTo>
                  <a:lnTo>
                    <a:pt x="4484280" y="800554"/>
                  </a:lnTo>
                  <a:lnTo>
                    <a:pt x="4484374" y="800554"/>
                  </a:lnTo>
                  <a:lnTo>
                    <a:pt x="4484468" y="800554"/>
                  </a:lnTo>
                  <a:lnTo>
                    <a:pt x="4484562" y="800554"/>
                  </a:lnTo>
                  <a:lnTo>
                    <a:pt x="4484657" y="800554"/>
                  </a:lnTo>
                  <a:lnTo>
                    <a:pt x="4484751" y="800554"/>
                  </a:lnTo>
                  <a:lnTo>
                    <a:pt x="4484845" y="800554"/>
                  </a:lnTo>
                  <a:lnTo>
                    <a:pt x="4484939" y="800554"/>
                  </a:lnTo>
                  <a:lnTo>
                    <a:pt x="4485033" y="800554"/>
                  </a:lnTo>
                  <a:lnTo>
                    <a:pt x="4485127" y="800554"/>
                  </a:lnTo>
                  <a:lnTo>
                    <a:pt x="4485221" y="800554"/>
                  </a:lnTo>
                  <a:lnTo>
                    <a:pt x="4485316" y="800554"/>
                  </a:lnTo>
                  <a:lnTo>
                    <a:pt x="4485410" y="800554"/>
                  </a:lnTo>
                  <a:lnTo>
                    <a:pt x="4485504" y="800554"/>
                  </a:lnTo>
                  <a:lnTo>
                    <a:pt x="4485598" y="800554"/>
                  </a:lnTo>
                  <a:lnTo>
                    <a:pt x="4485692" y="800554"/>
                  </a:lnTo>
                  <a:lnTo>
                    <a:pt x="4485786" y="800554"/>
                  </a:lnTo>
                  <a:lnTo>
                    <a:pt x="4485881" y="800554"/>
                  </a:lnTo>
                  <a:lnTo>
                    <a:pt x="4485975" y="800554"/>
                  </a:lnTo>
                  <a:lnTo>
                    <a:pt x="4486069" y="800554"/>
                  </a:lnTo>
                  <a:lnTo>
                    <a:pt x="4486163" y="800554"/>
                  </a:lnTo>
                  <a:lnTo>
                    <a:pt x="4486257" y="800554"/>
                  </a:lnTo>
                  <a:lnTo>
                    <a:pt x="4486351" y="800554"/>
                  </a:lnTo>
                  <a:lnTo>
                    <a:pt x="4486445" y="800554"/>
                  </a:lnTo>
                  <a:lnTo>
                    <a:pt x="4486540" y="800554"/>
                  </a:lnTo>
                  <a:lnTo>
                    <a:pt x="4486634" y="800554"/>
                  </a:lnTo>
                  <a:lnTo>
                    <a:pt x="4486728" y="800554"/>
                  </a:lnTo>
                  <a:lnTo>
                    <a:pt x="4486822" y="800554"/>
                  </a:lnTo>
                  <a:lnTo>
                    <a:pt x="4486916" y="800554"/>
                  </a:lnTo>
                  <a:lnTo>
                    <a:pt x="4487010" y="800554"/>
                  </a:lnTo>
                  <a:lnTo>
                    <a:pt x="4487105" y="800554"/>
                  </a:lnTo>
                  <a:lnTo>
                    <a:pt x="4487199" y="800554"/>
                  </a:lnTo>
                  <a:lnTo>
                    <a:pt x="4487293" y="800554"/>
                  </a:lnTo>
                  <a:lnTo>
                    <a:pt x="4487387" y="800554"/>
                  </a:lnTo>
                  <a:lnTo>
                    <a:pt x="4487481" y="800554"/>
                  </a:lnTo>
                  <a:lnTo>
                    <a:pt x="4487575" y="800554"/>
                  </a:lnTo>
                  <a:lnTo>
                    <a:pt x="4487669" y="800554"/>
                  </a:lnTo>
                  <a:lnTo>
                    <a:pt x="4487764" y="800554"/>
                  </a:lnTo>
                  <a:lnTo>
                    <a:pt x="4487858" y="800554"/>
                  </a:lnTo>
                  <a:lnTo>
                    <a:pt x="4487952" y="800554"/>
                  </a:lnTo>
                  <a:lnTo>
                    <a:pt x="4488046" y="800554"/>
                  </a:lnTo>
                  <a:lnTo>
                    <a:pt x="4488140" y="800554"/>
                  </a:lnTo>
                  <a:lnTo>
                    <a:pt x="4488234" y="800554"/>
                  </a:lnTo>
                  <a:lnTo>
                    <a:pt x="4488329" y="800554"/>
                  </a:lnTo>
                  <a:lnTo>
                    <a:pt x="4488423" y="800554"/>
                  </a:lnTo>
                  <a:lnTo>
                    <a:pt x="4488517" y="800554"/>
                  </a:lnTo>
                  <a:lnTo>
                    <a:pt x="4488611" y="800554"/>
                  </a:lnTo>
                  <a:lnTo>
                    <a:pt x="4488705" y="800554"/>
                  </a:lnTo>
                  <a:lnTo>
                    <a:pt x="4488799" y="800554"/>
                  </a:lnTo>
                  <a:lnTo>
                    <a:pt x="4488893" y="800554"/>
                  </a:lnTo>
                  <a:lnTo>
                    <a:pt x="4488988" y="800554"/>
                  </a:lnTo>
                  <a:lnTo>
                    <a:pt x="4489082" y="800554"/>
                  </a:lnTo>
                  <a:lnTo>
                    <a:pt x="4489176" y="800554"/>
                  </a:lnTo>
                  <a:lnTo>
                    <a:pt x="4489270" y="800554"/>
                  </a:lnTo>
                  <a:lnTo>
                    <a:pt x="4489364" y="800554"/>
                  </a:lnTo>
                  <a:lnTo>
                    <a:pt x="4489458" y="800554"/>
                  </a:lnTo>
                  <a:lnTo>
                    <a:pt x="4489552" y="800554"/>
                  </a:lnTo>
                  <a:lnTo>
                    <a:pt x="4489647" y="800554"/>
                  </a:lnTo>
                  <a:lnTo>
                    <a:pt x="4489741" y="800554"/>
                  </a:lnTo>
                  <a:lnTo>
                    <a:pt x="4489835" y="800554"/>
                  </a:lnTo>
                  <a:lnTo>
                    <a:pt x="4489929" y="800554"/>
                  </a:lnTo>
                  <a:lnTo>
                    <a:pt x="4490023" y="800554"/>
                  </a:lnTo>
                  <a:lnTo>
                    <a:pt x="4490117" y="800554"/>
                  </a:lnTo>
                  <a:lnTo>
                    <a:pt x="4490212" y="800554"/>
                  </a:lnTo>
                  <a:lnTo>
                    <a:pt x="4490306" y="800554"/>
                  </a:lnTo>
                  <a:lnTo>
                    <a:pt x="4490400" y="800554"/>
                  </a:lnTo>
                  <a:lnTo>
                    <a:pt x="4490494" y="800554"/>
                  </a:lnTo>
                  <a:lnTo>
                    <a:pt x="4490588" y="800554"/>
                  </a:lnTo>
                  <a:lnTo>
                    <a:pt x="4490682" y="800554"/>
                  </a:lnTo>
                  <a:lnTo>
                    <a:pt x="4490776" y="800554"/>
                  </a:lnTo>
                  <a:lnTo>
                    <a:pt x="4490871" y="800554"/>
                  </a:lnTo>
                  <a:lnTo>
                    <a:pt x="4490965" y="800554"/>
                  </a:lnTo>
                  <a:lnTo>
                    <a:pt x="4491059" y="800554"/>
                  </a:lnTo>
                  <a:lnTo>
                    <a:pt x="4491153" y="800554"/>
                  </a:lnTo>
                  <a:lnTo>
                    <a:pt x="4491247" y="800554"/>
                  </a:lnTo>
                  <a:lnTo>
                    <a:pt x="4491341" y="800554"/>
                  </a:lnTo>
                  <a:lnTo>
                    <a:pt x="4491436" y="800554"/>
                  </a:lnTo>
                  <a:lnTo>
                    <a:pt x="4491530" y="800554"/>
                  </a:lnTo>
                  <a:lnTo>
                    <a:pt x="4491624" y="800554"/>
                  </a:lnTo>
                  <a:lnTo>
                    <a:pt x="4491718" y="800554"/>
                  </a:lnTo>
                  <a:lnTo>
                    <a:pt x="4491812" y="800554"/>
                  </a:lnTo>
                  <a:lnTo>
                    <a:pt x="4491906" y="800554"/>
                  </a:lnTo>
                  <a:lnTo>
                    <a:pt x="4492000" y="800554"/>
                  </a:lnTo>
                  <a:lnTo>
                    <a:pt x="4492095" y="800554"/>
                  </a:lnTo>
                  <a:lnTo>
                    <a:pt x="4492189" y="800554"/>
                  </a:lnTo>
                  <a:lnTo>
                    <a:pt x="4492283" y="800554"/>
                  </a:lnTo>
                  <a:lnTo>
                    <a:pt x="4492377" y="800554"/>
                  </a:lnTo>
                  <a:lnTo>
                    <a:pt x="4492471" y="800554"/>
                  </a:lnTo>
                  <a:lnTo>
                    <a:pt x="4492565" y="800554"/>
                  </a:lnTo>
                  <a:lnTo>
                    <a:pt x="4492660" y="800554"/>
                  </a:lnTo>
                  <a:lnTo>
                    <a:pt x="4492754" y="800554"/>
                  </a:lnTo>
                  <a:lnTo>
                    <a:pt x="4492848" y="800554"/>
                  </a:lnTo>
                  <a:lnTo>
                    <a:pt x="4492942" y="800554"/>
                  </a:lnTo>
                  <a:lnTo>
                    <a:pt x="4493036" y="800554"/>
                  </a:lnTo>
                  <a:lnTo>
                    <a:pt x="4493130" y="800554"/>
                  </a:lnTo>
                  <a:lnTo>
                    <a:pt x="4493224" y="800554"/>
                  </a:lnTo>
                  <a:lnTo>
                    <a:pt x="4493319" y="800554"/>
                  </a:lnTo>
                  <a:lnTo>
                    <a:pt x="4493413" y="800554"/>
                  </a:lnTo>
                  <a:lnTo>
                    <a:pt x="4493507" y="800554"/>
                  </a:lnTo>
                  <a:lnTo>
                    <a:pt x="4493601" y="800554"/>
                  </a:lnTo>
                  <a:lnTo>
                    <a:pt x="4493695" y="800554"/>
                  </a:lnTo>
                  <a:lnTo>
                    <a:pt x="4493789" y="800554"/>
                  </a:lnTo>
                  <a:lnTo>
                    <a:pt x="4493883" y="800554"/>
                  </a:lnTo>
                  <a:lnTo>
                    <a:pt x="4493978" y="800554"/>
                  </a:lnTo>
                  <a:lnTo>
                    <a:pt x="4494072" y="800554"/>
                  </a:lnTo>
                  <a:lnTo>
                    <a:pt x="4494166" y="800554"/>
                  </a:lnTo>
                  <a:lnTo>
                    <a:pt x="4494260" y="800554"/>
                  </a:lnTo>
                  <a:lnTo>
                    <a:pt x="4494354" y="800554"/>
                  </a:lnTo>
                  <a:lnTo>
                    <a:pt x="4494448" y="800554"/>
                  </a:lnTo>
                  <a:lnTo>
                    <a:pt x="4494543" y="800554"/>
                  </a:lnTo>
                  <a:lnTo>
                    <a:pt x="4494637" y="800554"/>
                  </a:lnTo>
                  <a:lnTo>
                    <a:pt x="4494731" y="800554"/>
                  </a:lnTo>
                  <a:lnTo>
                    <a:pt x="4494825" y="800554"/>
                  </a:lnTo>
                  <a:lnTo>
                    <a:pt x="4494919" y="800554"/>
                  </a:lnTo>
                  <a:lnTo>
                    <a:pt x="4495013" y="800554"/>
                  </a:lnTo>
                  <a:lnTo>
                    <a:pt x="4495107" y="800554"/>
                  </a:lnTo>
                  <a:lnTo>
                    <a:pt x="4495202" y="800554"/>
                  </a:lnTo>
                  <a:lnTo>
                    <a:pt x="4495296" y="800554"/>
                  </a:lnTo>
                  <a:lnTo>
                    <a:pt x="4495390" y="800554"/>
                  </a:lnTo>
                  <a:lnTo>
                    <a:pt x="4495484" y="800554"/>
                  </a:lnTo>
                  <a:lnTo>
                    <a:pt x="4495578" y="800554"/>
                  </a:lnTo>
                  <a:lnTo>
                    <a:pt x="4495672" y="800554"/>
                  </a:lnTo>
                  <a:lnTo>
                    <a:pt x="4495767" y="800554"/>
                  </a:lnTo>
                  <a:lnTo>
                    <a:pt x="4495861" y="800554"/>
                  </a:lnTo>
                  <a:lnTo>
                    <a:pt x="4495955" y="800554"/>
                  </a:lnTo>
                  <a:lnTo>
                    <a:pt x="4496049" y="800554"/>
                  </a:lnTo>
                  <a:lnTo>
                    <a:pt x="4496143" y="800554"/>
                  </a:lnTo>
                  <a:lnTo>
                    <a:pt x="4496237" y="800554"/>
                  </a:lnTo>
                  <a:lnTo>
                    <a:pt x="4496331" y="800554"/>
                  </a:lnTo>
                  <a:lnTo>
                    <a:pt x="4496426" y="800554"/>
                  </a:lnTo>
                  <a:lnTo>
                    <a:pt x="4496520" y="800554"/>
                  </a:lnTo>
                  <a:lnTo>
                    <a:pt x="4496614" y="800554"/>
                  </a:lnTo>
                  <a:lnTo>
                    <a:pt x="4496708" y="800554"/>
                  </a:lnTo>
                  <a:lnTo>
                    <a:pt x="4496802" y="800554"/>
                  </a:lnTo>
                  <a:lnTo>
                    <a:pt x="4496896" y="800554"/>
                  </a:lnTo>
                  <a:lnTo>
                    <a:pt x="4496991" y="800554"/>
                  </a:lnTo>
                  <a:lnTo>
                    <a:pt x="4497085" y="800554"/>
                  </a:lnTo>
                  <a:lnTo>
                    <a:pt x="4497179" y="800554"/>
                  </a:lnTo>
                  <a:lnTo>
                    <a:pt x="4497273" y="800554"/>
                  </a:lnTo>
                  <a:lnTo>
                    <a:pt x="4497367" y="800554"/>
                  </a:lnTo>
                  <a:lnTo>
                    <a:pt x="4497461" y="800554"/>
                  </a:lnTo>
                  <a:lnTo>
                    <a:pt x="4497555" y="800554"/>
                  </a:lnTo>
                  <a:lnTo>
                    <a:pt x="4497650" y="800554"/>
                  </a:lnTo>
                  <a:lnTo>
                    <a:pt x="4497650" y="795642"/>
                  </a:lnTo>
                  <a:lnTo>
                    <a:pt x="4497744" y="795642"/>
                  </a:lnTo>
                  <a:lnTo>
                    <a:pt x="4497838" y="795642"/>
                  </a:lnTo>
                  <a:lnTo>
                    <a:pt x="4497932" y="795642"/>
                  </a:lnTo>
                  <a:lnTo>
                    <a:pt x="4498026" y="795642"/>
                  </a:lnTo>
                  <a:lnTo>
                    <a:pt x="4498120" y="795642"/>
                  </a:lnTo>
                  <a:lnTo>
                    <a:pt x="4498214" y="795642"/>
                  </a:lnTo>
                  <a:lnTo>
                    <a:pt x="4498309" y="795642"/>
                  </a:lnTo>
                  <a:lnTo>
                    <a:pt x="4498403" y="795642"/>
                  </a:lnTo>
                  <a:lnTo>
                    <a:pt x="4498497" y="795642"/>
                  </a:lnTo>
                  <a:lnTo>
                    <a:pt x="4498591" y="795642"/>
                  </a:lnTo>
                  <a:lnTo>
                    <a:pt x="4498685" y="795642"/>
                  </a:lnTo>
                  <a:lnTo>
                    <a:pt x="4498779" y="795642"/>
                  </a:lnTo>
                  <a:lnTo>
                    <a:pt x="4498874" y="795642"/>
                  </a:lnTo>
                  <a:lnTo>
                    <a:pt x="4498968" y="795642"/>
                  </a:lnTo>
                  <a:lnTo>
                    <a:pt x="4499062" y="795642"/>
                  </a:lnTo>
                  <a:lnTo>
                    <a:pt x="4499156" y="795642"/>
                  </a:lnTo>
                  <a:lnTo>
                    <a:pt x="4499250" y="795642"/>
                  </a:lnTo>
                  <a:lnTo>
                    <a:pt x="4499344" y="795642"/>
                  </a:lnTo>
                  <a:lnTo>
                    <a:pt x="4499438" y="795642"/>
                  </a:lnTo>
                  <a:lnTo>
                    <a:pt x="4499533" y="795642"/>
                  </a:lnTo>
                  <a:lnTo>
                    <a:pt x="4499627" y="795642"/>
                  </a:lnTo>
                  <a:lnTo>
                    <a:pt x="4499721" y="795642"/>
                  </a:lnTo>
                  <a:lnTo>
                    <a:pt x="4499815" y="795642"/>
                  </a:lnTo>
                  <a:lnTo>
                    <a:pt x="4499909" y="795642"/>
                  </a:lnTo>
                  <a:lnTo>
                    <a:pt x="4500003" y="795642"/>
                  </a:lnTo>
                  <a:lnTo>
                    <a:pt x="4500098" y="795642"/>
                  </a:lnTo>
                  <a:lnTo>
                    <a:pt x="4500192" y="795642"/>
                  </a:lnTo>
                  <a:lnTo>
                    <a:pt x="4500286" y="795642"/>
                  </a:lnTo>
                  <a:lnTo>
                    <a:pt x="4500380" y="795642"/>
                  </a:lnTo>
                  <a:lnTo>
                    <a:pt x="4500474" y="795642"/>
                  </a:lnTo>
                  <a:lnTo>
                    <a:pt x="4500568" y="795642"/>
                  </a:lnTo>
                  <a:lnTo>
                    <a:pt x="4500662" y="795642"/>
                  </a:lnTo>
                  <a:lnTo>
                    <a:pt x="4500757" y="795642"/>
                  </a:lnTo>
                  <a:lnTo>
                    <a:pt x="4500851" y="795642"/>
                  </a:lnTo>
                  <a:lnTo>
                    <a:pt x="4500945" y="795642"/>
                  </a:lnTo>
                  <a:lnTo>
                    <a:pt x="4501039" y="795642"/>
                  </a:lnTo>
                  <a:lnTo>
                    <a:pt x="4501133" y="795642"/>
                  </a:lnTo>
                  <a:lnTo>
                    <a:pt x="4501227" y="795642"/>
                  </a:lnTo>
                  <a:lnTo>
                    <a:pt x="4501322" y="795642"/>
                  </a:lnTo>
                  <a:lnTo>
                    <a:pt x="4501416" y="795642"/>
                  </a:lnTo>
                  <a:lnTo>
                    <a:pt x="4501510" y="795642"/>
                  </a:lnTo>
                  <a:lnTo>
                    <a:pt x="4501604" y="795642"/>
                  </a:lnTo>
                  <a:lnTo>
                    <a:pt x="4501698" y="795642"/>
                  </a:lnTo>
                  <a:lnTo>
                    <a:pt x="4501792" y="795642"/>
                  </a:lnTo>
                  <a:lnTo>
                    <a:pt x="4501886" y="795642"/>
                  </a:lnTo>
                  <a:lnTo>
                    <a:pt x="4501981" y="795642"/>
                  </a:lnTo>
                  <a:lnTo>
                    <a:pt x="4502075" y="795642"/>
                  </a:lnTo>
                  <a:lnTo>
                    <a:pt x="4502169" y="795642"/>
                  </a:lnTo>
                  <a:lnTo>
                    <a:pt x="4502263" y="795642"/>
                  </a:lnTo>
                  <a:lnTo>
                    <a:pt x="4502357" y="795642"/>
                  </a:lnTo>
                  <a:lnTo>
                    <a:pt x="4502451" y="795642"/>
                  </a:lnTo>
                  <a:lnTo>
                    <a:pt x="4502545" y="795642"/>
                  </a:lnTo>
                  <a:lnTo>
                    <a:pt x="4502640" y="795642"/>
                  </a:lnTo>
                  <a:lnTo>
                    <a:pt x="4502734" y="795642"/>
                  </a:lnTo>
                  <a:lnTo>
                    <a:pt x="4502828" y="795642"/>
                  </a:lnTo>
                  <a:lnTo>
                    <a:pt x="4502922" y="795642"/>
                  </a:lnTo>
                  <a:lnTo>
                    <a:pt x="4503016" y="795642"/>
                  </a:lnTo>
                  <a:lnTo>
                    <a:pt x="4503110" y="795642"/>
                  </a:lnTo>
                  <a:lnTo>
                    <a:pt x="4503205" y="795642"/>
                  </a:lnTo>
                  <a:lnTo>
                    <a:pt x="4503299" y="795642"/>
                  </a:lnTo>
                  <a:lnTo>
                    <a:pt x="4503393" y="795642"/>
                  </a:lnTo>
                  <a:lnTo>
                    <a:pt x="4503487" y="795642"/>
                  </a:lnTo>
                  <a:lnTo>
                    <a:pt x="4503581" y="795642"/>
                  </a:lnTo>
                  <a:lnTo>
                    <a:pt x="4503675" y="795642"/>
                  </a:lnTo>
                  <a:lnTo>
                    <a:pt x="4503769" y="795642"/>
                  </a:lnTo>
                  <a:lnTo>
                    <a:pt x="4503864" y="795642"/>
                  </a:lnTo>
                  <a:lnTo>
                    <a:pt x="4503958" y="795642"/>
                  </a:lnTo>
                  <a:lnTo>
                    <a:pt x="4504052" y="795642"/>
                  </a:lnTo>
                  <a:lnTo>
                    <a:pt x="4504146" y="795642"/>
                  </a:lnTo>
                  <a:lnTo>
                    <a:pt x="4504240" y="795642"/>
                  </a:lnTo>
                  <a:lnTo>
                    <a:pt x="4504334" y="795642"/>
                  </a:lnTo>
                  <a:lnTo>
                    <a:pt x="4504429" y="795642"/>
                  </a:lnTo>
                  <a:lnTo>
                    <a:pt x="4504523" y="795642"/>
                  </a:lnTo>
                  <a:lnTo>
                    <a:pt x="4504617" y="795642"/>
                  </a:lnTo>
                  <a:lnTo>
                    <a:pt x="4504711" y="795642"/>
                  </a:lnTo>
                  <a:lnTo>
                    <a:pt x="4504805" y="795642"/>
                  </a:lnTo>
                  <a:lnTo>
                    <a:pt x="4504899" y="795642"/>
                  </a:lnTo>
                  <a:lnTo>
                    <a:pt x="4504993" y="795642"/>
                  </a:lnTo>
                  <a:lnTo>
                    <a:pt x="4505088" y="795642"/>
                  </a:lnTo>
                  <a:lnTo>
                    <a:pt x="4505182" y="795642"/>
                  </a:lnTo>
                  <a:lnTo>
                    <a:pt x="4505276" y="795642"/>
                  </a:lnTo>
                  <a:lnTo>
                    <a:pt x="4505370" y="795642"/>
                  </a:lnTo>
                  <a:lnTo>
                    <a:pt x="4505464" y="795642"/>
                  </a:lnTo>
                  <a:lnTo>
                    <a:pt x="4505558" y="795642"/>
                  </a:lnTo>
                  <a:lnTo>
                    <a:pt x="4505653" y="795642"/>
                  </a:lnTo>
                  <a:lnTo>
                    <a:pt x="4505747" y="795642"/>
                  </a:lnTo>
                  <a:lnTo>
                    <a:pt x="4505841" y="795642"/>
                  </a:lnTo>
                  <a:lnTo>
                    <a:pt x="4505935" y="795642"/>
                  </a:lnTo>
                  <a:lnTo>
                    <a:pt x="4506029" y="795642"/>
                  </a:lnTo>
                  <a:lnTo>
                    <a:pt x="4506123" y="795642"/>
                  </a:lnTo>
                  <a:lnTo>
                    <a:pt x="4506217" y="795642"/>
                  </a:lnTo>
                  <a:lnTo>
                    <a:pt x="4506312" y="795642"/>
                  </a:lnTo>
                  <a:lnTo>
                    <a:pt x="4506406" y="795642"/>
                  </a:lnTo>
                  <a:lnTo>
                    <a:pt x="4506500" y="795642"/>
                  </a:lnTo>
                  <a:lnTo>
                    <a:pt x="4506594" y="795642"/>
                  </a:lnTo>
                  <a:lnTo>
                    <a:pt x="4506688" y="795642"/>
                  </a:lnTo>
                  <a:lnTo>
                    <a:pt x="4506782" y="795642"/>
                  </a:lnTo>
                  <a:lnTo>
                    <a:pt x="4506876" y="795642"/>
                  </a:lnTo>
                  <a:lnTo>
                    <a:pt x="4506971" y="795642"/>
                  </a:lnTo>
                  <a:lnTo>
                    <a:pt x="4507065" y="795642"/>
                  </a:lnTo>
                  <a:lnTo>
                    <a:pt x="4507159" y="795642"/>
                  </a:lnTo>
                  <a:lnTo>
                    <a:pt x="4507253" y="795642"/>
                  </a:lnTo>
                  <a:lnTo>
                    <a:pt x="4507347" y="795642"/>
                  </a:lnTo>
                  <a:lnTo>
                    <a:pt x="4507441" y="795642"/>
                  </a:lnTo>
                  <a:lnTo>
                    <a:pt x="4507536" y="795642"/>
                  </a:lnTo>
                  <a:lnTo>
                    <a:pt x="4507630" y="795642"/>
                  </a:lnTo>
                  <a:lnTo>
                    <a:pt x="4507724" y="795642"/>
                  </a:lnTo>
                  <a:lnTo>
                    <a:pt x="4507818" y="795642"/>
                  </a:lnTo>
                  <a:lnTo>
                    <a:pt x="4507912" y="795642"/>
                  </a:lnTo>
                  <a:lnTo>
                    <a:pt x="4508006" y="795642"/>
                  </a:lnTo>
                  <a:lnTo>
                    <a:pt x="4508100" y="795642"/>
                  </a:lnTo>
                  <a:lnTo>
                    <a:pt x="4508195" y="795642"/>
                  </a:lnTo>
                  <a:lnTo>
                    <a:pt x="4508289" y="795642"/>
                  </a:lnTo>
                  <a:lnTo>
                    <a:pt x="4508383" y="795642"/>
                  </a:lnTo>
                  <a:lnTo>
                    <a:pt x="4508477" y="795642"/>
                  </a:lnTo>
                  <a:lnTo>
                    <a:pt x="4508571" y="795642"/>
                  </a:lnTo>
                  <a:lnTo>
                    <a:pt x="4508665" y="795642"/>
                  </a:lnTo>
                  <a:lnTo>
                    <a:pt x="4508760" y="795642"/>
                  </a:lnTo>
                  <a:lnTo>
                    <a:pt x="4508854" y="795642"/>
                  </a:lnTo>
                  <a:lnTo>
                    <a:pt x="4508948" y="795642"/>
                  </a:lnTo>
                  <a:lnTo>
                    <a:pt x="4509042" y="795642"/>
                  </a:lnTo>
                  <a:lnTo>
                    <a:pt x="4509136" y="795642"/>
                  </a:lnTo>
                  <a:lnTo>
                    <a:pt x="4509230" y="795642"/>
                  </a:lnTo>
                  <a:lnTo>
                    <a:pt x="4509324" y="795642"/>
                  </a:lnTo>
                  <a:lnTo>
                    <a:pt x="4509419" y="795642"/>
                  </a:lnTo>
                  <a:lnTo>
                    <a:pt x="4509513" y="795642"/>
                  </a:lnTo>
                  <a:lnTo>
                    <a:pt x="4509607" y="795642"/>
                  </a:lnTo>
                  <a:lnTo>
                    <a:pt x="4509701" y="795642"/>
                  </a:lnTo>
                  <a:lnTo>
                    <a:pt x="4509795" y="795642"/>
                  </a:lnTo>
                  <a:lnTo>
                    <a:pt x="4509889" y="795642"/>
                  </a:lnTo>
                  <a:lnTo>
                    <a:pt x="4509984" y="795642"/>
                  </a:lnTo>
                  <a:lnTo>
                    <a:pt x="4510078" y="795642"/>
                  </a:lnTo>
                  <a:lnTo>
                    <a:pt x="4510172" y="795642"/>
                  </a:lnTo>
                  <a:lnTo>
                    <a:pt x="4510266" y="795642"/>
                  </a:lnTo>
                  <a:lnTo>
                    <a:pt x="4510360" y="795642"/>
                  </a:lnTo>
                  <a:lnTo>
                    <a:pt x="4510454" y="795642"/>
                  </a:lnTo>
                  <a:lnTo>
                    <a:pt x="4510548" y="795642"/>
                  </a:lnTo>
                  <a:lnTo>
                    <a:pt x="4510643" y="795642"/>
                  </a:lnTo>
                  <a:lnTo>
                    <a:pt x="4510737" y="795642"/>
                  </a:lnTo>
                  <a:lnTo>
                    <a:pt x="4510831" y="795642"/>
                  </a:lnTo>
                  <a:lnTo>
                    <a:pt x="4510925" y="795642"/>
                  </a:lnTo>
                  <a:lnTo>
                    <a:pt x="4511019" y="795642"/>
                  </a:lnTo>
                  <a:lnTo>
                    <a:pt x="4511113" y="795642"/>
                  </a:lnTo>
                  <a:lnTo>
                    <a:pt x="4511207" y="795642"/>
                  </a:lnTo>
                  <a:lnTo>
                    <a:pt x="4511302" y="795642"/>
                  </a:lnTo>
                  <a:lnTo>
                    <a:pt x="4511396" y="795642"/>
                  </a:lnTo>
                  <a:lnTo>
                    <a:pt x="4511490" y="795642"/>
                  </a:lnTo>
                  <a:lnTo>
                    <a:pt x="4511584" y="795642"/>
                  </a:lnTo>
                  <a:lnTo>
                    <a:pt x="4511678" y="795642"/>
                  </a:lnTo>
                  <a:lnTo>
                    <a:pt x="4511772" y="795642"/>
                  </a:lnTo>
                  <a:lnTo>
                    <a:pt x="4511867" y="795642"/>
                  </a:lnTo>
                  <a:lnTo>
                    <a:pt x="4511961" y="795642"/>
                  </a:lnTo>
                  <a:lnTo>
                    <a:pt x="4512055" y="795642"/>
                  </a:lnTo>
                  <a:lnTo>
                    <a:pt x="4512149" y="795642"/>
                  </a:lnTo>
                  <a:lnTo>
                    <a:pt x="4512243" y="795642"/>
                  </a:lnTo>
                  <a:lnTo>
                    <a:pt x="4512337" y="795642"/>
                  </a:lnTo>
                  <a:lnTo>
                    <a:pt x="4512431" y="795642"/>
                  </a:lnTo>
                  <a:lnTo>
                    <a:pt x="4512526" y="795642"/>
                  </a:lnTo>
                  <a:lnTo>
                    <a:pt x="4512620" y="795642"/>
                  </a:lnTo>
                  <a:lnTo>
                    <a:pt x="4512714" y="795642"/>
                  </a:lnTo>
                  <a:lnTo>
                    <a:pt x="4512808" y="795642"/>
                  </a:lnTo>
                  <a:lnTo>
                    <a:pt x="4512902" y="795642"/>
                  </a:lnTo>
                  <a:lnTo>
                    <a:pt x="4512996" y="795642"/>
                  </a:lnTo>
                  <a:lnTo>
                    <a:pt x="4513091" y="795642"/>
                  </a:lnTo>
                  <a:lnTo>
                    <a:pt x="4513185" y="795642"/>
                  </a:lnTo>
                  <a:lnTo>
                    <a:pt x="4513279" y="795642"/>
                  </a:lnTo>
                  <a:lnTo>
                    <a:pt x="4513373" y="795642"/>
                  </a:lnTo>
                  <a:lnTo>
                    <a:pt x="4513467" y="795642"/>
                  </a:lnTo>
                  <a:lnTo>
                    <a:pt x="4513561" y="795642"/>
                  </a:lnTo>
                  <a:lnTo>
                    <a:pt x="4513655" y="795642"/>
                  </a:lnTo>
                  <a:lnTo>
                    <a:pt x="4513750" y="795642"/>
                  </a:lnTo>
                  <a:lnTo>
                    <a:pt x="4513844" y="795642"/>
                  </a:lnTo>
                  <a:lnTo>
                    <a:pt x="4513938" y="795642"/>
                  </a:lnTo>
                  <a:lnTo>
                    <a:pt x="4514032" y="795642"/>
                  </a:lnTo>
                  <a:lnTo>
                    <a:pt x="4514126" y="795642"/>
                  </a:lnTo>
                  <a:lnTo>
                    <a:pt x="4514220" y="795642"/>
                  </a:lnTo>
                  <a:lnTo>
                    <a:pt x="4514315" y="795642"/>
                  </a:lnTo>
                  <a:lnTo>
                    <a:pt x="4514409" y="795642"/>
                  </a:lnTo>
                  <a:lnTo>
                    <a:pt x="4514503" y="795642"/>
                  </a:lnTo>
                  <a:lnTo>
                    <a:pt x="4514597" y="795642"/>
                  </a:lnTo>
                  <a:lnTo>
                    <a:pt x="4514691" y="795642"/>
                  </a:lnTo>
                  <a:lnTo>
                    <a:pt x="4514785" y="795642"/>
                  </a:lnTo>
                  <a:lnTo>
                    <a:pt x="4514879" y="795642"/>
                  </a:lnTo>
                  <a:lnTo>
                    <a:pt x="4514974" y="795642"/>
                  </a:lnTo>
                  <a:lnTo>
                    <a:pt x="4515068" y="795642"/>
                  </a:lnTo>
                  <a:lnTo>
                    <a:pt x="4515162" y="795642"/>
                  </a:lnTo>
                  <a:lnTo>
                    <a:pt x="4515256" y="795642"/>
                  </a:lnTo>
                  <a:lnTo>
                    <a:pt x="4515350" y="795642"/>
                  </a:lnTo>
                  <a:lnTo>
                    <a:pt x="4515444" y="795642"/>
                  </a:lnTo>
                  <a:lnTo>
                    <a:pt x="4515538" y="795642"/>
                  </a:lnTo>
                  <a:lnTo>
                    <a:pt x="4515633" y="795642"/>
                  </a:lnTo>
                  <a:lnTo>
                    <a:pt x="4515727" y="795642"/>
                  </a:lnTo>
                  <a:lnTo>
                    <a:pt x="4515821" y="795642"/>
                  </a:lnTo>
                  <a:lnTo>
                    <a:pt x="4515915" y="795642"/>
                  </a:lnTo>
                  <a:lnTo>
                    <a:pt x="4516009" y="795642"/>
                  </a:lnTo>
                  <a:lnTo>
                    <a:pt x="4516103" y="795642"/>
                  </a:lnTo>
                  <a:lnTo>
                    <a:pt x="4516198" y="795642"/>
                  </a:lnTo>
                  <a:lnTo>
                    <a:pt x="4516292" y="795642"/>
                  </a:lnTo>
                  <a:lnTo>
                    <a:pt x="4516386" y="795642"/>
                  </a:lnTo>
                  <a:lnTo>
                    <a:pt x="4516480" y="795642"/>
                  </a:lnTo>
                  <a:lnTo>
                    <a:pt x="4516574" y="795642"/>
                  </a:lnTo>
                  <a:lnTo>
                    <a:pt x="4516668" y="795642"/>
                  </a:lnTo>
                  <a:lnTo>
                    <a:pt x="4516762" y="795642"/>
                  </a:lnTo>
                  <a:lnTo>
                    <a:pt x="4516857" y="795642"/>
                  </a:lnTo>
                  <a:lnTo>
                    <a:pt x="4516951" y="795642"/>
                  </a:lnTo>
                  <a:lnTo>
                    <a:pt x="4517045" y="795642"/>
                  </a:lnTo>
                  <a:lnTo>
                    <a:pt x="4517139" y="795642"/>
                  </a:lnTo>
                  <a:lnTo>
                    <a:pt x="4517233" y="795642"/>
                  </a:lnTo>
                  <a:lnTo>
                    <a:pt x="4517327" y="795642"/>
                  </a:lnTo>
                  <a:lnTo>
                    <a:pt x="4517422" y="795642"/>
                  </a:lnTo>
                  <a:lnTo>
                    <a:pt x="4517516" y="795642"/>
                  </a:lnTo>
                  <a:lnTo>
                    <a:pt x="4517610" y="795642"/>
                  </a:lnTo>
                  <a:lnTo>
                    <a:pt x="4517704" y="795642"/>
                  </a:lnTo>
                  <a:lnTo>
                    <a:pt x="4517798" y="795642"/>
                  </a:lnTo>
                  <a:lnTo>
                    <a:pt x="4517892" y="795642"/>
                  </a:lnTo>
                  <a:lnTo>
                    <a:pt x="4517986" y="795642"/>
                  </a:lnTo>
                  <a:lnTo>
                    <a:pt x="4518081" y="795642"/>
                  </a:lnTo>
                  <a:lnTo>
                    <a:pt x="4518175" y="795642"/>
                  </a:lnTo>
                  <a:lnTo>
                    <a:pt x="4518269" y="795642"/>
                  </a:lnTo>
                  <a:lnTo>
                    <a:pt x="4518363" y="795642"/>
                  </a:lnTo>
                  <a:lnTo>
                    <a:pt x="4518457" y="795642"/>
                  </a:lnTo>
                  <a:lnTo>
                    <a:pt x="4518551" y="795642"/>
                  </a:lnTo>
                  <a:lnTo>
                    <a:pt x="4518551" y="790731"/>
                  </a:lnTo>
                  <a:lnTo>
                    <a:pt x="4518646" y="790731"/>
                  </a:lnTo>
                  <a:lnTo>
                    <a:pt x="4518740" y="790731"/>
                  </a:lnTo>
                  <a:lnTo>
                    <a:pt x="4518834" y="790731"/>
                  </a:lnTo>
                  <a:lnTo>
                    <a:pt x="4518928" y="790731"/>
                  </a:lnTo>
                  <a:lnTo>
                    <a:pt x="4519022" y="790731"/>
                  </a:lnTo>
                  <a:lnTo>
                    <a:pt x="4519116" y="790731"/>
                  </a:lnTo>
                  <a:lnTo>
                    <a:pt x="4519210" y="790731"/>
                  </a:lnTo>
                  <a:lnTo>
                    <a:pt x="4519305" y="790731"/>
                  </a:lnTo>
                  <a:lnTo>
                    <a:pt x="4519399" y="790731"/>
                  </a:lnTo>
                  <a:lnTo>
                    <a:pt x="4519493" y="790731"/>
                  </a:lnTo>
                  <a:lnTo>
                    <a:pt x="4519587" y="790731"/>
                  </a:lnTo>
                  <a:lnTo>
                    <a:pt x="4519681" y="790731"/>
                  </a:lnTo>
                  <a:lnTo>
                    <a:pt x="4519775" y="790731"/>
                  </a:lnTo>
                  <a:lnTo>
                    <a:pt x="4519869" y="790731"/>
                  </a:lnTo>
                  <a:lnTo>
                    <a:pt x="4519964" y="790731"/>
                  </a:lnTo>
                  <a:lnTo>
                    <a:pt x="4520058" y="790731"/>
                  </a:lnTo>
                  <a:lnTo>
                    <a:pt x="4520152" y="790731"/>
                  </a:lnTo>
                  <a:lnTo>
                    <a:pt x="4520246" y="790731"/>
                  </a:lnTo>
                  <a:lnTo>
                    <a:pt x="4520340" y="790731"/>
                  </a:lnTo>
                  <a:lnTo>
                    <a:pt x="4520434" y="790731"/>
                  </a:lnTo>
                  <a:lnTo>
                    <a:pt x="4520529" y="790731"/>
                  </a:lnTo>
                  <a:lnTo>
                    <a:pt x="4520623" y="790731"/>
                  </a:lnTo>
                  <a:lnTo>
                    <a:pt x="4520717" y="790731"/>
                  </a:lnTo>
                  <a:lnTo>
                    <a:pt x="4520811" y="790731"/>
                  </a:lnTo>
                  <a:lnTo>
                    <a:pt x="4520905" y="790731"/>
                  </a:lnTo>
                  <a:lnTo>
                    <a:pt x="4520999" y="790731"/>
                  </a:lnTo>
                  <a:lnTo>
                    <a:pt x="4521093" y="790731"/>
                  </a:lnTo>
                  <a:lnTo>
                    <a:pt x="4521188" y="790731"/>
                  </a:lnTo>
                  <a:lnTo>
                    <a:pt x="4521282" y="790731"/>
                  </a:lnTo>
                  <a:lnTo>
                    <a:pt x="4521376" y="790731"/>
                  </a:lnTo>
                  <a:lnTo>
                    <a:pt x="4521470" y="790731"/>
                  </a:lnTo>
                  <a:lnTo>
                    <a:pt x="4521564" y="790731"/>
                  </a:lnTo>
                  <a:lnTo>
                    <a:pt x="4521658" y="790731"/>
                  </a:lnTo>
                  <a:lnTo>
                    <a:pt x="4521753" y="790731"/>
                  </a:lnTo>
                  <a:lnTo>
                    <a:pt x="4521847" y="790731"/>
                  </a:lnTo>
                  <a:lnTo>
                    <a:pt x="4521941" y="790731"/>
                  </a:lnTo>
                  <a:lnTo>
                    <a:pt x="4522035" y="790731"/>
                  </a:lnTo>
                  <a:lnTo>
                    <a:pt x="4522129" y="790731"/>
                  </a:lnTo>
                  <a:lnTo>
                    <a:pt x="4522223" y="790731"/>
                  </a:lnTo>
                  <a:lnTo>
                    <a:pt x="4522317" y="790731"/>
                  </a:lnTo>
                  <a:lnTo>
                    <a:pt x="4522412" y="790731"/>
                  </a:lnTo>
                  <a:lnTo>
                    <a:pt x="4522506" y="790731"/>
                  </a:lnTo>
                  <a:lnTo>
                    <a:pt x="4522600" y="790731"/>
                  </a:lnTo>
                  <a:lnTo>
                    <a:pt x="4522694" y="790731"/>
                  </a:lnTo>
                  <a:lnTo>
                    <a:pt x="4522788" y="790731"/>
                  </a:lnTo>
                  <a:lnTo>
                    <a:pt x="4522882" y="790731"/>
                  </a:lnTo>
                  <a:lnTo>
                    <a:pt x="4522977" y="790731"/>
                  </a:lnTo>
                  <a:lnTo>
                    <a:pt x="4523071" y="790731"/>
                  </a:lnTo>
                  <a:lnTo>
                    <a:pt x="4523165" y="790731"/>
                  </a:lnTo>
                  <a:lnTo>
                    <a:pt x="4523259" y="790731"/>
                  </a:lnTo>
                  <a:lnTo>
                    <a:pt x="4523353" y="790731"/>
                  </a:lnTo>
                  <a:lnTo>
                    <a:pt x="4523447" y="790731"/>
                  </a:lnTo>
                  <a:lnTo>
                    <a:pt x="4523541" y="790731"/>
                  </a:lnTo>
                  <a:lnTo>
                    <a:pt x="4523636" y="790731"/>
                  </a:lnTo>
                  <a:lnTo>
                    <a:pt x="4523730" y="790731"/>
                  </a:lnTo>
                  <a:lnTo>
                    <a:pt x="4523824" y="790731"/>
                  </a:lnTo>
                  <a:lnTo>
                    <a:pt x="4523918" y="790731"/>
                  </a:lnTo>
                  <a:lnTo>
                    <a:pt x="4524012" y="790731"/>
                  </a:lnTo>
                  <a:lnTo>
                    <a:pt x="4524106" y="790731"/>
                  </a:lnTo>
                  <a:lnTo>
                    <a:pt x="4524200" y="790731"/>
                  </a:lnTo>
                  <a:lnTo>
                    <a:pt x="4524295" y="790731"/>
                  </a:lnTo>
                  <a:lnTo>
                    <a:pt x="4524389" y="790731"/>
                  </a:lnTo>
                  <a:lnTo>
                    <a:pt x="4524483" y="790731"/>
                  </a:lnTo>
                  <a:lnTo>
                    <a:pt x="4524577" y="790731"/>
                  </a:lnTo>
                  <a:lnTo>
                    <a:pt x="4524671" y="790731"/>
                  </a:lnTo>
                  <a:lnTo>
                    <a:pt x="4524765" y="790731"/>
                  </a:lnTo>
                  <a:lnTo>
                    <a:pt x="4524860" y="790731"/>
                  </a:lnTo>
                  <a:lnTo>
                    <a:pt x="4524954" y="790731"/>
                  </a:lnTo>
                  <a:lnTo>
                    <a:pt x="4525048" y="790731"/>
                  </a:lnTo>
                  <a:lnTo>
                    <a:pt x="4525142" y="790731"/>
                  </a:lnTo>
                  <a:lnTo>
                    <a:pt x="4525236" y="790731"/>
                  </a:lnTo>
                  <a:lnTo>
                    <a:pt x="4525330" y="790731"/>
                  </a:lnTo>
                  <a:lnTo>
                    <a:pt x="4525424" y="790731"/>
                  </a:lnTo>
                  <a:lnTo>
                    <a:pt x="4525519" y="790731"/>
                  </a:lnTo>
                  <a:lnTo>
                    <a:pt x="4525613" y="790731"/>
                  </a:lnTo>
                  <a:lnTo>
                    <a:pt x="4525707" y="790731"/>
                  </a:lnTo>
                  <a:lnTo>
                    <a:pt x="4525707" y="785819"/>
                  </a:lnTo>
                  <a:lnTo>
                    <a:pt x="4525801" y="785819"/>
                  </a:lnTo>
                  <a:lnTo>
                    <a:pt x="4525895" y="785819"/>
                  </a:lnTo>
                  <a:lnTo>
                    <a:pt x="4525989" y="785819"/>
                  </a:lnTo>
                  <a:lnTo>
                    <a:pt x="4526084" y="785819"/>
                  </a:lnTo>
                  <a:lnTo>
                    <a:pt x="4526178" y="785819"/>
                  </a:lnTo>
                  <a:lnTo>
                    <a:pt x="4526272" y="785819"/>
                  </a:lnTo>
                  <a:lnTo>
                    <a:pt x="4526366" y="785819"/>
                  </a:lnTo>
                  <a:lnTo>
                    <a:pt x="4526460" y="785819"/>
                  </a:lnTo>
                  <a:lnTo>
                    <a:pt x="4526554" y="785819"/>
                  </a:lnTo>
                  <a:lnTo>
                    <a:pt x="4526648" y="785819"/>
                  </a:lnTo>
                  <a:lnTo>
                    <a:pt x="4526743" y="785819"/>
                  </a:lnTo>
                  <a:lnTo>
                    <a:pt x="4526837" y="785819"/>
                  </a:lnTo>
                  <a:lnTo>
                    <a:pt x="4526931" y="785819"/>
                  </a:lnTo>
                  <a:lnTo>
                    <a:pt x="4527025" y="785819"/>
                  </a:lnTo>
                  <a:lnTo>
                    <a:pt x="4527119" y="785819"/>
                  </a:lnTo>
                  <a:lnTo>
                    <a:pt x="4527213" y="785819"/>
                  </a:lnTo>
                  <a:lnTo>
                    <a:pt x="4527308" y="785819"/>
                  </a:lnTo>
                  <a:lnTo>
                    <a:pt x="4527402" y="785819"/>
                  </a:lnTo>
                  <a:lnTo>
                    <a:pt x="4527496" y="785819"/>
                  </a:lnTo>
                  <a:lnTo>
                    <a:pt x="4527590" y="785819"/>
                  </a:lnTo>
                  <a:lnTo>
                    <a:pt x="4527684" y="785819"/>
                  </a:lnTo>
                  <a:lnTo>
                    <a:pt x="4527778" y="785819"/>
                  </a:lnTo>
                  <a:lnTo>
                    <a:pt x="4527872" y="785819"/>
                  </a:lnTo>
                  <a:lnTo>
                    <a:pt x="4527967" y="785819"/>
                  </a:lnTo>
                  <a:lnTo>
                    <a:pt x="4528061" y="785819"/>
                  </a:lnTo>
                  <a:lnTo>
                    <a:pt x="4528155" y="785819"/>
                  </a:lnTo>
                  <a:lnTo>
                    <a:pt x="4528249" y="785819"/>
                  </a:lnTo>
                  <a:lnTo>
                    <a:pt x="4528343" y="785819"/>
                  </a:lnTo>
                  <a:lnTo>
                    <a:pt x="4528437" y="785819"/>
                  </a:lnTo>
                  <a:lnTo>
                    <a:pt x="4528531" y="785819"/>
                  </a:lnTo>
                  <a:lnTo>
                    <a:pt x="4528626" y="785819"/>
                  </a:lnTo>
                  <a:lnTo>
                    <a:pt x="4528720" y="785819"/>
                  </a:lnTo>
                  <a:lnTo>
                    <a:pt x="4528814" y="785819"/>
                  </a:lnTo>
                  <a:lnTo>
                    <a:pt x="4528908" y="785819"/>
                  </a:lnTo>
                  <a:lnTo>
                    <a:pt x="4529002" y="785819"/>
                  </a:lnTo>
                  <a:lnTo>
                    <a:pt x="4529096" y="785819"/>
                  </a:lnTo>
                  <a:lnTo>
                    <a:pt x="4529191" y="785819"/>
                  </a:lnTo>
                  <a:lnTo>
                    <a:pt x="4529285" y="785819"/>
                  </a:lnTo>
                  <a:lnTo>
                    <a:pt x="4529379" y="785819"/>
                  </a:lnTo>
                  <a:lnTo>
                    <a:pt x="4529473" y="785819"/>
                  </a:lnTo>
                  <a:lnTo>
                    <a:pt x="4529567" y="785819"/>
                  </a:lnTo>
                  <a:lnTo>
                    <a:pt x="4529661" y="785819"/>
                  </a:lnTo>
                  <a:lnTo>
                    <a:pt x="4529755" y="785819"/>
                  </a:lnTo>
                  <a:lnTo>
                    <a:pt x="4529850" y="785819"/>
                  </a:lnTo>
                  <a:lnTo>
                    <a:pt x="4529944" y="785819"/>
                  </a:lnTo>
                  <a:lnTo>
                    <a:pt x="4530038" y="785819"/>
                  </a:lnTo>
                  <a:lnTo>
                    <a:pt x="4530132" y="785819"/>
                  </a:lnTo>
                  <a:lnTo>
                    <a:pt x="4530226" y="785819"/>
                  </a:lnTo>
                  <a:lnTo>
                    <a:pt x="4530320" y="785819"/>
                  </a:lnTo>
                  <a:lnTo>
                    <a:pt x="4530415" y="785819"/>
                  </a:lnTo>
                  <a:lnTo>
                    <a:pt x="4530509" y="785819"/>
                  </a:lnTo>
                  <a:lnTo>
                    <a:pt x="4530603" y="785819"/>
                  </a:lnTo>
                  <a:lnTo>
                    <a:pt x="4530697" y="785819"/>
                  </a:lnTo>
                  <a:lnTo>
                    <a:pt x="4530791" y="785819"/>
                  </a:lnTo>
                  <a:lnTo>
                    <a:pt x="4530885" y="785819"/>
                  </a:lnTo>
                  <a:lnTo>
                    <a:pt x="4530979" y="785819"/>
                  </a:lnTo>
                  <a:lnTo>
                    <a:pt x="4531074" y="785819"/>
                  </a:lnTo>
                  <a:lnTo>
                    <a:pt x="4531168" y="785819"/>
                  </a:lnTo>
                  <a:lnTo>
                    <a:pt x="4531262" y="785819"/>
                  </a:lnTo>
                  <a:lnTo>
                    <a:pt x="4531356" y="785819"/>
                  </a:lnTo>
                  <a:lnTo>
                    <a:pt x="4531450" y="785819"/>
                  </a:lnTo>
                  <a:lnTo>
                    <a:pt x="4531544" y="785819"/>
                  </a:lnTo>
                  <a:lnTo>
                    <a:pt x="4531639" y="785819"/>
                  </a:lnTo>
                  <a:lnTo>
                    <a:pt x="4531733" y="785819"/>
                  </a:lnTo>
                  <a:lnTo>
                    <a:pt x="4531827" y="785819"/>
                  </a:lnTo>
                  <a:lnTo>
                    <a:pt x="4531921" y="785819"/>
                  </a:lnTo>
                  <a:lnTo>
                    <a:pt x="4532015" y="785819"/>
                  </a:lnTo>
                  <a:lnTo>
                    <a:pt x="4532109" y="785819"/>
                  </a:lnTo>
                  <a:lnTo>
                    <a:pt x="4532203" y="785819"/>
                  </a:lnTo>
                  <a:lnTo>
                    <a:pt x="4532298" y="785819"/>
                  </a:lnTo>
                  <a:lnTo>
                    <a:pt x="4532392" y="785819"/>
                  </a:lnTo>
                  <a:lnTo>
                    <a:pt x="4532486" y="785819"/>
                  </a:lnTo>
                  <a:lnTo>
                    <a:pt x="4532580" y="785819"/>
                  </a:lnTo>
                  <a:lnTo>
                    <a:pt x="4532674" y="785819"/>
                  </a:lnTo>
                  <a:lnTo>
                    <a:pt x="4532768" y="785819"/>
                  </a:lnTo>
                  <a:lnTo>
                    <a:pt x="4532862" y="785819"/>
                  </a:lnTo>
                  <a:lnTo>
                    <a:pt x="4532957" y="785819"/>
                  </a:lnTo>
                  <a:lnTo>
                    <a:pt x="4533051" y="785819"/>
                  </a:lnTo>
                  <a:lnTo>
                    <a:pt x="4533145" y="785819"/>
                  </a:lnTo>
                  <a:lnTo>
                    <a:pt x="4533239" y="785819"/>
                  </a:lnTo>
                  <a:lnTo>
                    <a:pt x="4533333" y="785819"/>
                  </a:lnTo>
                  <a:lnTo>
                    <a:pt x="4533427" y="785819"/>
                  </a:lnTo>
                  <a:lnTo>
                    <a:pt x="4533522" y="785819"/>
                  </a:lnTo>
                  <a:lnTo>
                    <a:pt x="4533616" y="785819"/>
                  </a:lnTo>
                  <a:lnTo>
                    <a:pt x="4533710" y="785819"/>
                  </a:lnTo>
                  <a:lnTo>
                    <a:pt x="4533804" y="785819"/>
                  </a:lnTo>
                  <a:lnTo>
                    <a:pt x="4533898" y="785819"/>
                  </a:lnTo>
                  <a:lnTo>
                    <a:pt x="4533992" y="785819"/>
                  </a:lnTo>
                  <a:lnTo>
                    <a:pt x="4534086" y="785819"/>
                  </a:lnTo>
                  <a:lnTo>
                    <a:pt x="4534181" y="785819"/>
                  </a:lnTo>
                  <a:lnTo>
                    <a:pt x="4534275" y="785819"/>
                  </a:lnTo>
                  <a:lnTo>
                    <a:pt x="4534369" y="785819"/>
                  </a:lnTo>
                  <a:lnTo>
                    <a:pt x="4534463" y="785819"/>
                  </a:lnTo>
                  <a:lnTo>
                    <a:pt x="4534557" y="785819"/>
                  </a:lnTo>
                  <a:lnTo>
                    <a:pt x="4534651" y="785819"/>
                  </a:lnTo>
                  <a:lnTo>
                    <a:pt x="4534746" y="785819"/>
                  </a:lnTo>
                  <a:lnTo>
                    <a:pt x="4534840" y="785819"/>
                  </a:lnTo>
                  <a:lnTo>
                    <a:pt x="4534934" y="785819"/>
                  </a:lnTo>
                  <a:lnTo>
                    <a:pt x="4535028" y="785819"/>
                  </a:lnTo>
                  <a:lnTo>
                    <a:pt x="4535122" y="785819"/>
                  </a:lnTo>
                  <a:lnTo>
                    <a:pt x="4535216" y="785819"/>
                  </a:lnTo>
                  <a:lnTo>
                    <a:pt x="4535310" y="785819"/>
                  </a:lnTo>
                  <a:lnTo>
                    <a:pt x="4535405" y="785819"/>
                  </a:lnTo>
                  <a:lnTo>
                    <a:pt x="4535499" y="785819"/>
                  </a:lnTo>
                  <a:lnTo>
                    <a:pt x="4535593" y="785819"/>
                  </a:lnTo>
                  <a:lnTo>
                    <a:pt x="4535687" y="785819"/>
                  </a:lnTo>
                  <a:lnTo>
                    <a:pt x="4535781" y="785819"/>
                  </a:lnTo>
                  <a:lnTo>
                    <a:pt x="4535875" y="785819"/>
                  </a:lnTo>
                  <a:lnTo>
                    <a:pt x="4535970" y="785819"/>
                  </a:lnTo>
                  <a:lnTo>
                    <a:pt x="4536064" y="785819"/>
                  </a:lnTo>
                  <a:lnTo>
                    <a:pt x="4536158" y="785819"/>
                  </a:lnTo>
                  <a:lnTo>
                    <a:pt x="4536252" y="785819"/>
                  </a:lnTo>
                  <a:lnTo>
                    <a:pt x="4536252" y="780908"/>
                  </a:lnTo>
                  <a:lnTo>
                    <a:pt x="4536346" y="780908"/>
                  </a:lnTo>
                  <a:lnTo>
                    <a:pt x="4536440" y="780908"/>
                  </a:lnTo>
                  <a:lnTo>
                    <a:pt x="4536534" y="780908"/>
                  </a:lnTo>
                  <a:lnTo>
                    <a:pt x="4536629" y="780908"/>
                  </a:lnTo>
                  <a:lnTo>
                    <a:pt x="4536723" y="780908"/>
                  </a:lnTo>
                  <a:lnTo>
                    <a:pt x="4536817" y="780908"/>
                  </a:lnTo>
                  <a:lnTo>
                    <a:pt x="4536911" y="780908"/>
                  </a:lnTo>
                  <a:lnTo>
                    <a:pt x="4537005" y="780908"/>
                  </a:lnTo>
                  <a:lnTo>
                    <a:pt x="4537099" y="780908"/>
                  </a:lnTo>
                  <a:lnTo>
                    <a:pt x="4537193" y="780908"/>
                  </a:lnTo>
                  <a:lnTo>
                    <a:pt x="4537288" y="780908"/>
                  </a:lnTo>
                  <a:lnTo>
                    <a:pt x="4537382" y="780908"/>
                  </a:lnTo>
                  <a:lnTo>
                    <a:pt x="4537476" y="780908"/>
                  </a:lnTo>
                  <a:lnTo>
                    <a:pt x="4537570" y="780908"/>
                  </a:lnTo>
                  <a:lnTo>
                    <a:pt x="4537664" y="780908"/>
                  </a:lnTo>
                  <a:lnTo>
                    <a:pt x="4537758" y="780908"/>
                  </a:lnTo>
                  <a:lnTo>
                    <a:pt x="4537853" y="780908"/>
                  </a:lnTo>
                  <a:lnTo>
                    <a:pt x="4537947" y="780908"/>
                  </a:lnTo>
                  <a:lnTo>
                    <a:pt x="4538041" y="780908"/>
                  </a:lnTo>
                  <a:lnTo>
                    <a:pt x="4538135" y="780908"/>
                  </a:lnTo>
                  <a:lnTo>
                    <a:pt x="4538229" y="780908"/>
                  </a:lnTo>
                  <a:lnTo>
                    <a:pt x="4538323" y="780908"/>
                  </a:lnTo>
                  <a:lnTo>
                    <a:pt x="4538417" y="780908"/>
                  </a:lnTo>
                  <a:lnTo>
                    <a:pt x="4538512" y="780908"/>
                  </a:lnTo>
                  <a:lnTo>
                    <a:pt x="4538606" y="780908"/>
                  </a:lnTo>
                  <a:lnTo>
                    <a:pt x="4538700" y="780908"/>
                  </a:lnTo>
                  <a:lnTo>
                    <a:pt x="4538794" y="780908"/>
                  </a:lnTo>
                  <a:lnTo>
                    <a:pt x="4538888" y="780908"/>
                  </a:lnTo>
                  <a:lnTo>
                    <a:pt x="4538982" y="780908"/>
                  </a:lnTo>
                  <a:lnTo>
                    <a:pt x="4539077" y="780908"/>
                  </a:lnTo>
                  <a:lnTo>
                    <a:pt x="4539171" y="780908"/>
                  </a:lnTo>
                  <a:lnTo>
                    <a:pt x="4539265" y="780908"/>
                  </a:lnTo>
                  <a:lnTo>
                    <a:pt x="4539359" y="780908"/>
                  </a:lnTo>
                  <a:lnTo>
                    <a:pt x="4539453" y="780908"/>
                  </a:lnTo>
                  <a:lnTo>
                    <a:pt x="4539547" y="780908"/>
                  </a:lnTo>
                  <a:lnTo>
                    <a:pt x="4539641" y="780908"/>
                  </a:lnTo>
                  <a:lnTo>
                    <a:pt x="4539736" y="780908"/>
                  </a:lnTo>
                  <a:lnTo>
                    <a:pt x="4539830" y="780908"/>
                  </a:lnTo>
                  <a:lnTo>
                    <a:pt x="4539924" y="780908"/>
                  </a:lnTo>
                  <a:lnTo>
                    <a:pt x="4540018" y="780908"/>
                  </a:lnTo>
                  <a:lnTo>
                    <a:pt x="4540112" y="780908"/>
                  </a:lnTo>
                  <a:lnTo>
                    <a:pt x="4540206" y="780908"/>
                  </a:lnTo>
                  <a:lnTo>
                    <a:pt x="4540301" y="780908"/>
                  </a:lnTo>
                  <a:lnTo>
                    <a:pt x="4540395" y="780908"/>
                  </a:lnTo>
                  <a:lnTo>
                    <a:pt x="4540489" y="780908"/>
                  </a:lnTo>
                  <a:lnTo>
                    <a:pt x="4540583" y="780908"/>
                  </a:lnTo>
                  <a:lnTo>
                    <a:pt x="4540677" y="780908"/>
                  </a:lnTo>
                  <a:lnTo>
                    <a:pt x="4540771" y="780908"/>
                  </a:lnTo>
                  <a:lnTo>
                    <a:pt x="4540865" y="780908"/>
                  </a:lnTo>
                  <a:lnTo>
                    <a:pt x="4540865" y="775997"/>
                  </a:lnTo>
                  <a:lnTo>
                    <a:pt x="4540960" y="775997"/>
                  </a:lnTo>
                  <a:lnTo>
                    <a:pt x="4541054" y="775997"/>
                  </a:lnTo>
                  <a:lnTo>
                    <a:pt x="4541148" y="775997"/>
                  </a:lnTo>
                  <a:lnTo>
                    <a:pt x="4541242" y="775997"/>
                  </a:lnTo>
                  <a:lnTo>
                    <a:pt x="4541336" y="775997"/>
                  </a:lnTo>
                  <a:lnTo>
                    <a:pt x="4541430" y="775997"/>
                  </a:lnTo>
                  <a:lnTo>
                    <a:pt x="4541524" y="775997"/>
                  </a:lnTo>
                  <a:lnTo>
                    <a:pt x="4541619" y="775997"/>
                  </a:lnTo>
                  <a:lnTo>
                    <a:pt x="4541713" y="775997"/>
                  </a:lnTo>
                  <a:lnTo>
                    <a:pt x="4541807" y="775997"/>
                  </a:lnTo>
                  <a:lnTo>
                    <a:pt x="4541901" y="775997"/>
                  </a:lnTo>
                  <a:lnTo>
                    <a:pt x="4541995" y="775997"/>
                  </a:lnTo>
                  <a:lnTo>
                    <a:pt x="4542089" y="775997"/>
                  </a:lnTo>
                  <a:lnTo>
                    <a:pt x="4542184" y="775997"/>
                  </a:lnTo>
                  <a:lnTo>
                    <a:pt x="4542278" y="775997"/>
                  </a:lnTo>
                  <a:lnTo>
                    <a:pt x="4542372" y="775997"/>
                  </a:lnTo>
                  <a:lnTo>
                    <a:pt x="4542466" y="775997"/>
                  </a:lnTo>
                  <a:lnTo>
                    <a:pt x="4542560" y="775997"/>
                  </a:lnTo>
                  <a:lnTo>
                    <a:pt x="4542654" y="775997"/>
                  </a:lnTo>
                  <a:lnTo>
                    <a:pt x="4542748" y="775997"/>
                  </a:lnTo>
                  <a:lnTo>
                    <a:pt x="4542843" y="775997"/>
                  </a:lnTo>
                  <a:lnTo>
                    <a:pt x="4542937" y="775997"/>
                  </a:lnTo>
                  <a:lnTo>
                    <a:pt x="4543031" y="775997"/>
                  </a:lnTo>
                  <a:lnTo>
                    <a:pt x="4543125" y="775997"/>
                  </a:lnTo>
                  <a:lnTo>
                    <a:pt x="4543219" y="775997"/>
                  </a:lnTo>
                  <a:lnTo>
                    <a:pt x="4543313" y="775997"/>
                  </a:lnTo>
                  <a:lnTo>
                    <a:pt x="4543408" y="775997"/>
                  </a:lnTo>
                  <a:lnTo>
                    <a:pt x="4543408" y="771085"/>
                  </a:lnTo>
                  <a:lnTo>
                    <a:pt x="4543502" y="771085"/>
                  </a:lnTo>
                  <a:lnTo>
                    <a:pt x="4543596" y="771085"/>
                  </a:lnTo>
                  <a:lnTo>
                    <a:pt x="4543690" y="771085"/>
                  </a:lnTo>
                  <a:lnTo>
                    <a:pt x="4543784" y="771085"/>
                  </a:lnTo>
                  <a:lnTo>
                    <a:pt x="4543878" y="771085"/>
                  </a:lnTo>
                  <a:lnTo>
                    <a:pt x="4543972" y="771085"/>
                  </a:lnTo>
                  <a:lnTo>
                    <a:pt x="4544067" y="771085"/>
                  </a:lnTo>
                  <a:lnTo>
                    <a:pt x="4544161" y="771085"/>
                  </a:lnTo>
                  <a:lnTo>
                    <a:pt x="4544255" y="771085"/>
                  </a:lnTo>
                  <a:lnTo>
                    <a:pt x="4544349" y="771085"/>
                  </a:lnTo>
                  <a:lnTo>
                    <a:pt x="4544443" y="771085"/>
                  </a:lnTo>
                  <a:lnTo>
                    <a:pt x="4544537" y="771085"/>
                  </a:lnTo>
                  <a:lnTo>
                    <a:pt x="4544632" y="771085"/>
                  </a:lnTo>
                  <a:lnTo>
                    <a:pt x="4544726" y="771085"/>
                  </a:lnTo>
                  <a:lnTo>
                    <a:pt x="4544820" y="771085"/>
                  </a:lnTo>
                  <a:lnTo>
                    <a:pt x="4544914" y="771085"/>
                  </a:lnTo>
                  <a:lnTo>
                    <a:pt x="4545008" y="771085"/>
                  </a:lnTo>
                  <a:lnTo>
                    <a:pt x="4545102" y="771085"/>
                  </a:lnTo>
                  <a:lnTo>
                    <a:pt x="4545196" y="771085"/>
                  </a:lnTo>
                  <a:lnTo>
                    <a:pt x="4545291" y="771085"/>
                  </a:lnTo>
                  <a:lnTo>
                    <a:pt x="4545385" y="771085"/>
                  </a:lnTo>
                  <a:lnTo>
                    <a:pt x="4545479" y="771085"/>
                  </a:lnTo>
                  <a:lnTo>
                    <a:pt x="4545573" y="771085"/>
                  </a:lnTo>
                  <a:lnTo>
                    <a:pt x="4545667" y="771085"/>
                  </a:lnTo>
                  <a:lnTo>
                    <a:pt x="4545761" y="771085"/>
                  </a:lnTo>
                  <a:lnTo>
                    <a:pt x="4545855" y="771085"/>
                  </a:lnTo>
                  <a:lnTo>
                    <a:pt x="4545950" y="771085"/>
                  </a:lnTo>
                  <a:lnTo>
                    <a:pt x="4546044" y="771085"/>
                  </a:lnTo>
                  <a:lnTo>
                    <a:pt x="4546138" y="771085"/>
                  </a:lnTo>
                  <a:lnTo>
                    <a:pt x="4546232" y="771085"/>
                  </a:lnTo>
                  <a:lnTo>
                    <a:pt x="4546326" y="771085"/>
                  </a:lnTo>
                  <a:lnTo>
                    <a:pt x="4546420" y="771085"/>
                  </a:lnTo>
                  <a:lnTo>
                    <a:pt x="4546515" y="771085"/>
                  </a:lnTo>
                  <a:lnTo>
                    <a:pt x="4546609" y="771085"/>
                  </a:lnTo>
                  <a:lnTo>
                    <a:pt x="4546703" y="771085"/>
                  </a:lnTo>
                  <a:lnTo>
                    <a:pt x="4546797" y="771085"/>
                  </a:lnTo>
                  <a:lnTo>
                    <a:pt x="4546891" y="771085"/>
                  </a:lnTo>
                  <a:lnTo>
                    <a:pt x="4546985" y="771085"/>
                  </a:lnTo>
                  <a:lnTo>
                    <a:pt x="4547079" y="771085"/>
                  </a:lnTo>
                  <a:lnTo>
                    <a:pt x="4547174" y="771085"/>
                  </a:lnTo>
                  <a:lnTo>
                    <a:pt x="4547268" y="771085"/>
                  </a:lnTo>
                  <a:lnTo>
                    <a:pt x="4547362" y="771085"/>
                  </a:lnTo>
                  <a:lnTo>
                    <a:pt x="4547456" y="771085"/>
                  </a:lnTo>
                  <a:lnTo>
                    <a:pt x="4547550" y="771085"/>
                  </a:lnTo>
                  <a:lnTo>
                    <a:pt x="4547644" y="771085"/>
                  </a:lnTo>
                  <a:lnTo>
                    <a:pt x="4547739" y="771085"/>
                  </a:lnTo>
                  <a:lnTo>
                    <a:pt x="4547833" y="771085"/>
                  </a:lnTo>
                  <a:lnTo>
                    <a:pt x="4547927" y="771085"/>
                  </a:lnTo>
                  <a:lnTo>
                    <a:pt x="4548021" y="771085"/>
                  </a:lnTo>
                  <a:lnTo>
                    <a:pt x="4548115" y="771085"/>
                  </a:lnTo>
                  <a:lnTo>
                    <a:pt x="4548209" y="771085"/>
                  </a:lnTo>
                  <a:lnTo>
                    <a:pt x="4548303" y="771085"/>
                  </a:lnTo>
                  <a:lnTo>
                    <a:pt x="4548398" y="771085"/>
                  </a:lnTo>
                  <a:lnTo>
                    <a:pt x="4548398" y="766174"/>
                  </a:lnTo>
                  <a:lnTo>
                    <a:pt x="4548492" y="766174"/>
                  </a:lnTo>
                  <a:lnTo>
                    <a:pt x="4548586" y="766174"/>
                  </a:lnTo>
                  <a:lnTo>
                    <a:pt x="4548680" y="766174"/>
                  </a:lnTo>
                  <a:lnTo>
                    <a:pt x="4548774" y="766174"/>
                  </a:lnTo>
                  <a:lnTo>
                    <a:pt x="4548868" y="766174"/>
                  </a:lnTo>
                  <a:lnTo>
                    <a:pt x="4548963" y="766174"/>
                  </a:lnTo>
                  <a:lnTo>
                    <a:pt x="4549057" y="766174"/>
                  </a:lnTo>
                  <a:lnTo>
                    <a:pt x="4549151" y="766174"/>
                  </a:lnTo>
                  <a:lnTo>
                    <a:pt x="4549245" y="766174"/>
                  </a:lnTo>
                  <a:lnTo>
                    <a:pt x="4549339" y="766174"/>
                  </a:lnTo>
                  <a:lnTo>
                    <a:pt x="4549433" y="766174"/>
                  </a:lnTo>
                  <a:lnTo>
                    <a:pt x="4549527" y="766174"/>
                  </a:lnTo>
                  <a:lnTo>
                    <a:pt x="4549622" y="766174"/>
                  </a:lnTo>
                  <a:lnTo>
                    <a:pt x="4549716" y="766174"/>
                  </a:lnTo>
                  <a:lnTo>
                    <a:pt x="4549810" y="766174"/>
                  </a:lnTo>
                  <a:lnTo>
                    <a:pt x="4549904" y="766174"/>
                  </a:lnTo>
                  <a:lnTo>
                    <a:pt x="4549998" y="766174"/>
                  </a:lnTo>
                  <a:lnTo>
                    <a:pt x="4550092" y="766174"/>
                  </a:lnTo>
                  <a:lnTo>
                    <a:pt x="4550186" y="766174"/>
                  </a:lnTo>
                  <a:lnTo>
                    <a:pt x="4550281" y="766174"/>
                  </a:lnTo>
                  <a:lnTo>
                    <a:pt x="4550375" y="766174"/>
                  </a:lnTo>
                  <a:lnTo>
                    <a:pt x="4550469" y="766174"/>
                  </a:lnTo>
                  <a:lnTo>
                    <a:pt x="4550563" y="766174"/>
                  </a:lnTo>
                  <a:lnTo>
                    <a:pt x="4550657" y="766174"/>
                  </a:lnTo>
                  <a:lnTo>
                    <a:pt x="4550751" y="766174"/>
                  </a:lnTo>
                  <a:lnTo>
                    <a:pt x="4550846" y="766174"/>
                  </a:lnTo>
                  <a:lnTo>
                    <a:pt x="4550940" y="766174"/>
                  </a:lnTo>
                  <a:lnTo>
                    <a:pt x="4551034" y="766174"/>
                  </a:lnTo>
                  <a:lnTo>
                    <a:pt x="4551128" y="766174"/>
                  </a:lnTo>
                  <a:lnTo>
                    <a:pt x="4551222" y="766174"/>
                  </a:lnTo>
                  <a:lnTo>
                    <a:pt x="4551316" y="766174"/>
                  </a:lnTo>
                  <a:lnTo>
                    <a:pt x="4551410" y="766174"/>
                  </a:lnTo>
                  <a:lnTo>
                    <a:pt x="4551505" y="766174"/>
                  </a:lnTo>
                  <a:lnTo>
                    <a:pt x="4551599" y="766174"/>
                  </a:lnTo>
                  <a:lnTo>
                    <a:pt x="4551693" y="766174"/>
                  </a:lnTo>
                  <a:lnTo>
                    <a:pt x="4551787" y="766174"/>
                  </a:lnTo>
                  <a:lnTo>
                    <a:pt x="4551881" y="766174"/>
                  </a:lnTo>
                  <a:lnTo>
                    <a:pt x="4551975" y="766174"/>
                  </a:lnTo>
                  <a:lnTo>
                    <a:pt x="4552070" y="766174"/>
                  </a:lnTo>
                  <a:lnTo>
                    <a:pt x="4552164" y="766174"/>
                  </a:lnTo>
                  <a:lnTo>
                    <a:pt x="4552258" y="766174"/>
                  </a:lnTo>
                  <a:lnTo>
                    <a:pt x="4552352" y="766174"/>
                  </a:lnTo>
                  <a:lnTo>
                    <a:pt x="4552446" y="766174"/>
                  </a:lnTo>
                  <a:lnTo>
                    <a:pt x="4552446" y="761263"/>
                  </a:lnTo>
                  <a:lnTo>
                    <a:pt x="4552540" y="761263"/>
                  </a:lnTo>
                  <a:lnTo>
                    <a:pt x="4552634" y="761263"/>
                  </a:lnTo>
                  <a:lnTo>
                    <a:pt x="4552729" y="761263"/>
                  </a:lnTo>
                  <a:lnTo>
                    <a:pt x="4552823" y="761263"/>
                  </a:lnTo>
                  <a:lnTo>
                    <a:pt x="4552917" y="761263"/>
                  </a:lnTo>
                  <a:lnTo>
                    <a:pt x="4553011" y="761263"/>
                  </a:lnTo>
                  <a:lnTo>
                    <a:pt x="4553105" y="761263"/>
                  </a:lnTo>
                  <a:lnTo>
                    <a:pt x="4553199" y="761263"/>
                  </a:lnTo>
                  <a:lnTo>
                    <a:pt x="4553294" y="761263"/>
                  </a:lnTo>
                  <a:lnTo>
                    <a:pt x="4553388" y="761263"/>
                  </a:lnTo>
                  <a:lnTo>
                    <a:pt x="4553482" y="761263"/>
                  </a:lnTo>
                  <a:lnTo>
                    <a:pt x="4553576" y="761263"/>
                  </a:lnTo>
                  <a:lnTo>
                    <a:pt x="4553670" y="761263"/>
                  </a:lnTo>
                  <a:lnTo>
                    <a:pt x="4553764" y="761263"/>
                  </a:lnTo>
                  <a:lnTo>
                    <a:pt x="4553858" y="761263"/>
                  </a:lnTo>
                  <a:lnTo>
                    <a:pt x="4553953" y="761263"/>
                  </a:lnTo>
                  <a:lnTo>
                    <a:pt x="4554047" y="761263"/>
                  </a:lnTo>
                  <a:lnTo>
                    <a:pt x="4554141" y="761263"/>
                  </a:lnTo>
                  <a:lnTo>
                    <a:pt x="4554235" y="761263"/>
                  </a:lnTo>
                  <a:lnTo>
                    <a:pt x="4554329" y="761263"/>
                  </a:lnTo>
                  <a:lnTo>
                    <a:pt x="4554423" y="761263"/>
                  </a:lnTo>
                  <a:lnTo>
                    <a:pt x="4554517" y="761263"/>
                  </a:lnTo>
                  <a:lnTo>
                    <a:pt x="4554612" y="761263"/>
                  </a:lnTo>
                  <a:lnTo>
                    <a:pt x="4554706" y="761263"/>
                  </a:lnTo>
                  <a:lnTo>
                    <a:pt x="4554800" y="761263"/>
                  </a:lnTo>
                  <a:lnTo>
                    <a:pt x="4554894" y="761263"/>
                  </a:lnTo>
                  <a:lnTo>
                    <a:pt x="4554988" y="761263"/>
                  </a:lnTo>
                  <a:lnTo>
                    <a:pt x="4555082" y="761263"/>
                  </a:lnTo>
                  <a:lnTo>
                    <a:pt x="4555177" y="761263"/>
                  </a:lnTo>
                  <a:lnTo>
                    <a:pt x="4555271" y="761263"/>
                  </a:lnTo>
                  <a:lnTo>
                    <a:pt x="4555365" y="761263"/>
                  </a:lnTo>
                  <a:lnTo>
                    <a:pt x="4555459" y="761263"/>
                  </a:lnTo>
                  <a:lnTo>
                    <a:pt x="4555553" y="761263"/>
                  </a:lnTo>
                  <a:lnTo>
                    <a:pt x="4555647" y="761263"/>
                  </a:lnTo>
                  <a:lnTo>
                    <a:pt x="4555741" y="761263"/>
                  </a:lnTo>
                  <a:lnTo>
                    <a:pt x="4555836" y="761263"/>
                  </a:lnTo>
                  <a:lnTo>
                    <a:pt x="4555930" y="761263"/>
                  </a:lnTo>
                  <a:lnTo>
                    <a:pt x="4556024" y="761263"/>
                  </a:lnTo>
                  <a:lnTo>
                    <a:pt x="4556118" y="761263"/>
                  </a:lnTo>
                  <a:lnTo>
                    <a:pt x="4556212" y="761263"/>
                  </a:lnTo>
                  <a:lnTo>
                    <a:pt x="4556306" y="761263"/>
                  </a:lnTo>
                  <a:lnTo>
                    <a:pt x="4556401" y="761263"/>
                  </a:lnTo>
                  <a:lnTo>
                    <a:pt x="4556495" y="761263"/>
                  </a:lnTo>
                  <a:lnTo>
                    <a:pt x="4556589" y="761263"/>
                  </a:lnTo>
                  <a:lnTo>
                    <a:pt x="4556683" y="761263"/>
                  </a:lnTo>
                  <a:lnTo>
                    <a:pt x="4556777" y="761263"/>
                  </a:lnTo>
                  <a:lnTo>
                    <a:pt x="4556871" y="761263"/>
                  </a:lnTo>
                  <a:lnTo>
                    <a:pt x="4556965" y="761263"/>
                  </a:lnTo>
                  <a:lnTo>
                    <a:pt x="4557060" y="761263"/>
                  </a:lnTo>
                  <a:lnTo>
                    <a:pt x="4557154" y="761263"/>
                  </a:lnTo>
                  <a:lnTo>
                    <a:pt x="4557248" y="761263"/>
                  </a:lnTo>
                  <a:lnTo>
                    <a:pt x="4557342" y="761263"/>
                  </a:lnTo>
                  <a:lnTo>
                    <a:pt x="4557436" y="761263"/>
                  </a:lnTo>
                  <a:lnTo>
                    <a:pt x="4557530" y="761263"/>
                  </a:lnTo>
                  <a:lnTo>
                    <a:pt x="4557625" y="761263"/>
                  </a:lnTo>
                  <a:lnTo>
                    <a:pt x="4557719" y="761263"/>
                  </a:lnTo>
                  <a:lnTo>
                    <a:pt x="4557813" y="761263"/>
                  </a:lnTo>
                  <a:lnTo>
                    <a:pt x="4557907" y="761263"/>
                  </a:lnTo>
                  <a:lnTo>
                    <a:pt x="4558001" y="761263"/>
                  </a:lnTo>
                  <a:lnTo>
                    <a:pt x="4558095" y="761263"/>
                  </a:lnTo>
                  <a:lnTo>
                    <a:pt x="4558189" y="761263"/>
                  </a:lnTo>
                  <a:lnTo>
                    <a:pt x="4558284" y="761263"/>
                  </a:lnTo>
                  <a:lnTo>
                    <a:pt x="4558378" y="761263"/>
                  </a:lnTo>
                  <a:lnTo>
                    <a:pt x="4558472" y="761263"/>
                  </a:lnTo>
                  <a:lnTo>
                    <a:pt x="4558566" y="761263"/>
                  </a:lnTo>
                  <a:lnTo>
                    <a:pt x="4558660" y="761263"/>
                  </a:lnTo>
                  <a:lnTo>
                    <a:pt x="4558754" y="761263"/>
                  </a:lnTo>
                  <a:lnTo>
                    <a:pt x="4558848" y="761263"/>
                  </a:lnTo>
                  <a:lnTo>
                    <a:pt x="4558943" y="761263"/>
                  </a:lnTo>
                  <a:lnTo>
                    <a:pt x="4559037" y="761263"/>
                  </a:lnTo>
                  <a:lnTo>
                    <a:pt x="4559131" y="761263"/>
                  </a:lnTo>
                  <a:lnTo>
                    <a:pt x="4559225" y="761263"/>
                  </a:lnTo>
                  <a:lnTo>
                    <a:pt x="4559319" y="761263"/>
                  </a:lnTo>
                  <a:lnTo>
                    <a:pt x="4559413" y="761263"/>
                  </a:lnTo>
                  <a:lnTo>
                    <a:pt x="4559508" y="761263"/>
                  </a:lnTo>
                  <a:lnTo>
                    <a:pt x="4559602" y="761263"/>
                  </a:lnTo>
                  <a:lnTo>
                    <a:pt x="4559696" y="761263"/>
                  </a:lnTo>
                  <a:lnTo>
                    <a:pt x="4559790" y="761263"/>
                  </a:lnTo>
                  <a:lnTo>
                    <a:pt x="4559884" y="761263"/>
                  </a:lnTo>
                  <a:lnTo>
                    <a:pt x="4559978" y="761263"/>
                  </a:lnTo>
                  <a:lnTo>
                    <a:pt x="4560072" y="761263"/>
                  </a:lnTo>
                  <a:lnTo>
                    <a:pt x="4560167" y="761263"/>
                  </a:lnTo>
                  <a:lnTo>
                    <a:pt x="4560261" y="761263"/>
                  </a:lnTo>
                  <a:lnTo>
                    <a:pt x="4560355" y="761263"/>
                  </a:lnTo>
                  <a:lnTo>
                    <a:pt x="4560449" y="761263"/>
                  </a:lnTo>
                  <a:lnTo>
                    <a:pt x="4560543" y="761263"/>
                  </a:lnTo>
                  <a:lnTo>
                    <a:pt x="4560637" y="761263"/>
                  </a:lnTo>
                  <a:lnTo>
                    <a:pt x="4560732" y="761263"/>
                  </a:lnTo>
                  <a:lnTo>
                    <a:pt x="4560826" y="761263"/>
                  </a:lnTo>
                  <a:lnTo>
                    <a:pt x="4560920" y="761263"/>
                  </a:lnTo>
                  <a:lnTo>
                    <a:pt x="4561014" y="761263"/>
                  </a:lnTo>
                  <a:lnTo>
                    <a:pt x="4561108" y="761263"/>
                  </a:lnTo>
                  <a:lnTo>
                    <a:pt x="4561202" y="761263"/>
                  </a:lnTo>
                  <a:lnTo>
                    <a:pt x="4561296" y="761263"/>
                  </a:lnTo>
                  <a:lnTo>
                    <a:pt x="4561391" y="761263"/>
                  </a:lnTo>
                  <a:lnTo>
                    <a:pt x="4561485" y="761263"/>
                  </a:lnTo>
                  <a:lnTo>
                    <a:pt x="4561579" y="761263"/>
                  </a:lnTo>
                  <a:lnTo>
                    <a:pt x="4561673" y="761263"/>
                  </a:lnTo>
                  <a:lnTo>
                    <a:pt x="4561767" y="761263"/>
                  </a:lnTo>
                  <a:lnTo>
                    <a:pt x="4561861" y="761263"/>
                  </a:lnTo>
                  <a:lnTo>
                    <a:pt x="4561956" y="761263"/>
                  </a:lnTo>
                  <a:lnTo>
                    <a:pt x="4562050" y="761263"/>
                  </a:lnTo>
                  <a:lnTo>
                    <a:pt x="4562144" y="761263"/>
                  </a:lnTo>
                  <a:lnTo>
                    <a:pt x="4562238" y="761263"/>
                  </a:lnTo>
                  <a:lnTo>
                    <a:pt x="4562332" y="761263"/>
                  </a:lnTo>
                  <a:lnTo>
                    <a:pt x="4562426" y="761263"/>
                  </a:lnTo>
                  <a:lnTo>
                    <a:pt x="4562520" y="761263"/>
                  </a:lnTo>
                  <a:lnTo>
                    <a:pt x="4562615" y="761263"/>
                  </a:lnTo>
                  <a:lnTo>
                    <a:pt x="4562709" y="761263"/>
                  </a:lnTo>
                  <a:lnTo>
                    <a:pt x="4562803" y="761263"/>
                  </a:lnTo>
                  <a:lnTo>
                    <a:pt x="4562897" y="761263"/>
                  </a:lnTo>
                  <a:lnTo>
                    <a:pt x="4562991" y="761263"/>
                  </a:lnTo>
                  <a:lnTo>
                    <a:pt x="4563085" y="761263"/>
                  </a:lnTo>
                  <a:lnTo>
                    <a:pt x="4563179" y="761263"/>
                  </a:lnTo>
                  <a:lnTo>
                    <a:pt x="4563274" y="761263"/>
                  </a:lnTo>
                  <a:lnTo>
                    <a:pt x="4563368" y="761263"/>
                  </a:lnTo>
                  <a:lnTo>
                    <a:pt x="4563462" y="761263"/>
                  </a:lnTo>
                  <a:lnTo>
                    <a:pt x="4563556" y="761263"/>
                  </a:lnTo>
                  <a:lnTo>
                    <a:pt x="4563650" y="761263"/>
                  </a:lnTo>
                  <a:lnTo>
                    <a:pt x="4563744" y="761263"/>
                  </a:lnTo>
                  <a:lnTo>
                    <a:pt x="4563839" y="761263"/>
                  </a:lnTo>
                  <a:lnTo>
                    <a:pt x="4563933" y="761263"/>
                  </a:lnTo>
                  <a:lnTo>
                    <a:pt x="4564027" y="761263"/>
                  </a:lnTo>
                  <a:lnTo>
                    <a:pt x="4564121" y="761263"/>
                  </a:lnTo>
                  <a:lnTo>
                    <a:pt x="4564215" y="761263"/>
                  </a:lnTo>
                  <a:lnTo>
                    <a:pt x="4564309" y="761263"/>
                  </a:lnTo>
                  <a:lnTo>
                    <a:pt x="4564403" y="761263"/>
                  </a:lnTo>
                  <a:lnTo>
                    <a:pt x="4564498" y="761263"/>
                  </a:lnTo>
                  <a:lnTo>
                    <a:pt x="4564592" y="761263"/>
                  </a:lnTo>
                  <a:lnTo>
                    <a:pt x="4564686" y="761263"/>
                  </a:lnTo>
                  <a:lnTo>
                    <a:pt x="4564780" y="761263"/>
                  </a:lnTo>
                  <a:lnTo>
                    <a:pt x="4564874" y="761263"/>
                  </a:lnTo>
                  <a:lnTo>
                    <a:pt x="4564968" y="761263"/>
                  </a:lnTo>
                  <a:lnTo>
                    <a:pt x="4565063" y="761263"/>
                  </a:lnTo>
                  <a:lnTo>
                    <a:pt x="4565157" y="761263"/>
                  </a:lnTo>
                  <a:lnTo>
                    <a:pt x="4565251" y="761263"/>
                  </a:lnTo>
                  <a:lnTo>
                    <a:pt x="4565345" y="761263"/>
                  </a:lnTo>
                  <a:lnTo>
                    <a:pt x="4565439" y="761263"/>
                  </a:lnTo>
                  <a:lnTo>
                    <a:pt x="4565533" y="761263"/>
                  </a:lnTo>
                  <a:lnTo>
                    <a:pt x="4565627" y="761263"/>
                  </a:lnTo>
                  <a:lnTo>
                    <a:pt x="4565722" y="761263"/>
                  </a:lnTo>
                  <a:lnTo>
                    <a:pt x="4565816" y="761263"/>
                  </a:lnTo>
                  <a:lnTo>
                    <a:pt x="4565910" y="761263"/>
                  </a:lnTo>
                  <a:lnTo>
                    <a:pt x="4566004" y="761263"/>
                  </a:lnTo>
                  <a:lnTo>
                    <a:pt x="4566098" y="761263"/>
                  </a:lnTo>
                  <a:lnTo>
                    <a:pt x="4566192" y="761263"/>
                  </a:lnTo>
                  <a:lnTo>
                    <a:pt x="4566287" y="761263"/>
                  </a:lnTo>
                  <a:lnTo>
                    <a:pt x="4566381" y="761263"/>
                  </a:lnTo>
                  <a:lnTo>
                    <a:pt x="4566475" y="761263"/>
                  </a:lnTo>
                  <a:lnTo>
                    <a:pt x="4566569" y="761263"/>
                  </a:lnTo>
                  <a:lnTo>
                    <a:pt x="4566663" y="761263"/>
                  </a:lnTo>
                  <a:lnTo>
                    <a:pt x="4566757" y="761263"/>
                  </a:lnTo>
                  <a:lnTo>
                    <a:pt x="4566757" y="756351"/>
                  </a:lnTo>
                  <a:lnTo>
                    <a:pt x="4566851" y="756351"/>
                  </a:lnTo>
                  <a:lnTo>
                    <a:pt x="4566946" y="756351"/>
                  </a:lnTo>
                  <a:lnTo>
                    <a:pt x="4567040" y="756351"/>
                  </a:lnTo>
                  <a:lnTo>
                    <a:pt x="4567134" y="756351"/>
                  </a:lnTo>
                  <a:lnTo>
                    <a:pt x="4567228" y="756351"/>
                  </a:lnTo>
                  <a:lnTo>
                    <a:pt x="4567322" y="756351"/>
                  </a:lnTo>
                  <a:lnTo>
                    <a:pt x="4567416" y="756351"/>
                  </a:lnTo>
                  <a:lnTo>
                    <a:pt x="4567510" y="756351"/>
                  </a:lnTo>
                  <a:lnTo>
                    <a:pt x="4567605" y="756351"/>
                  </a:lnTo>
                  <a:lnTo>
                    <a:pt x="4567699" y="756351"/>
                  </a:lnTo>
                  <a:lnTo>
                    <a:pt x="4567793" y="756351"/>
                  </a:lnTo>
                  <a:lnTo>
                    <a:pt x="4567887" y="756351"/>
                  </a:lnTo>
                  <a:lnTo>
                    <a:pt x="4567981" y="756351"/>
                  </a:lnTo>
                  <a:lnTo>
                    <a:pt x="4568075" y="756351"/>
                  </a:lnTo>
                  <a:lnTo>
                    <a:pt x="4568170" y="756351"/>
                  </a:lnTo>
                  <a:lnTo>
                    <a:pt x="4568264" y="756351"/>
                  </a:lnTo>
                  <a:lnTo>
                    <a:pt x="4568358" y="756351"/>
                  </a:lnTo>
                  <a:lnTo>
                    <a:pt x="4568452" y="756351"/>
                  </a:lnTo>
                  <a:lnTo>
                    <a:pt x="4568546" y="756351"/>
                  </a:lnTo>
                  <a:lnTo>
                    <a:pt x="4568640" y="756351"/>
                  </a:lnTo>
                  <a:lnTo>
                    <a:pt x="4568734" y="756351"/>
                  </a:lnTo>
                  <a:lnTo>
                    <a:pt x="4568829" y="756351"/>
                  </a:lnTo>
                  <a:lnTo>
                    <a:pt x="4568923" y="756351"/>
                  </a:lnTo>
                  <a:lnTo>
                    <a:pt x="4569017" y="756351"/>
                  </a:lnTo>
                  <a:lnTo>
                    <a:pt x="4569111" y="756351"/>
                  </a:lnTo>
                  <a:lnTo>
                    <a:pt x="4569205" y="756351"/>
                  </a:lnTo>
                  <a:lnTo>
                    <a:pt x="4569299" y="756351"/>
                  </a:lnTo>
                  <a:lnTo>
                    <a:pt x="4569394" y="756351"/>
                  </a:lnTo>
                  <a:lnTo>
                    <a:pt x="4569488" y="756351"/>
                  </a:lnTo>
                  <a:lnTo>
                    <a:pt x="4569582" y="756351"/>
                  </a:lnTo>
                  <a:lnTo>
                    <a:pt x="4569676" y="756351"/>
                  </a:lnTo>
                  <a:lnTo>
                    <a:pt x="4569770" y="756351"/>
                  </a:lnTo>
                  <a:lnTo>
                    <a:pt x="4569864" y="756351"/>
                  </a:lnTo>
                  <a:lnTo>
                    <a:pt x="4569958" y="756351"/>
                  </a:lnTo>
                  <a:lnTo>
                    <a:pt x="4570053" y="756351"/>
                  </a:lnTo>
                  <a:lnTo>
                    <a:pt x="4570147" y="756351"/>
                  </a:lnTo>
                  <a:lnTo>
                    <a:pt x="4570241" y="756351"/>
                  </a:lnTo>
                  <a:lnTo>
                    <a:pt x="4570335" y="756351"/>
                  </a:lnTo>
                  <a:lnTo>
                    <a:pt x="4570429" y="756351"/>
                  </a:lnTo>
                  <a:lnTo>
                    <a:pt x="4570523" y="756351"/>
                  </a:lnTo>
                  <a:lnTo>
                    <a:pt x="4570618" y="756351"/>
                  </a:lnTo>
                  <a:lnTo>
                    <a:pt x="4570712" y="756351"/>
                  </a:lnTo>
                  <a:lnTo>
                    <a:pt x="4570806" y="756351"/>
                  </a:lnTo>
                  <a:lnTo>
                    <a:pt x="4570900" y="756351"/>
                  </a:lnTo>
                  <a:lnTo>
                    <a:pt x="4570994" y="756351"/>
                  </a:lnTo>
                  <a:lnTo>
                    <a:pt x="4571088" y="756351"/>
                  </a:lnTo>
                  <a:lnTo>
                    <a:pt x="4571182" y="756351"/>
                  </a:lnTo>
                  <a:lnTo>
                    <a:pt x="4571277" y="756351"/>
                  </a:lnTo>
                  <a:lnTo>
                    <a:pt x="4571371" y="756351"/>
                  </a:lnTo>
                  <a:lnTo>
                    <a:pt x="4571465" y="756351"/>
                  </a:lnTo>
                  <a:lnTo>
                    <a:pt x="4571559" y="756351"/>
                  </a:lnTo>
                  <a:lnTo>
                    <a:pt x="4571653" y="756351"/>
                  </a:lnTo>
                  <a:lnTo>
                    <a:pt x="4571747" y="756351"/>
                  </a:lnTo>
                  <a:lnTo>
                    <a:pt x="4571841" y="756351"/>
                  </a:lnTo>
                  <a:lnTo>
                    <a:pt x="4571936" y="756351"/>
                  </a:lnTo>
                  <a:lnTo>
                    <a:pt x="4572030" y="756351"/>
                  </a:lnTo>
                  <a:lnTo>
                    <a:pt x="4572124" y="756351"/>
                  </a:lnTo>
                  <a:lnTo>
                    <a:pt x="4572218" y="756351"/>
                  </a:lnTo>
                  <a:lnTo>
                    <a:pt x="4572312" y="756351"/>
                  </a:lnTo>
                  <a:lnTo>
                    <a:pt x="4572406" y="756351"/>
                  </a:lnTo>
                  <a:lnTo>
                    <a:pt x="4572501" y="756351"/>
                  </a:lnTo>
                  <a:lnTo>
                    <a:pt x="4572595" y="756351"/>
                  </a:lnTo>
                  <a:lnTo>
                    <a:pt x="4572689" y="756351"/>
                  </a:lnTo>
                  <a:lnTo>
                    <a:pt x="4572783" y="756351"/>
                  </a:lnTo>
                  <a:lnTo>
                    <a:pt x="4572877" y="756351"/>
                  </a:lnTo>
                  <a:lnTo>
                    <a:pt x="4572971" y="756351"/>
                  </a:lnTo>
                  <a:lnTo>
                    <a:pt x="4573065" y="756351"/>
                  </a:lnTo>
                  <a:lnTo>
                    <a:pt x="4573160" y="756351"/>
                  </a:lnTo>
                  <a:lnTo>
                    <a:pt x="4573254" y="756351"/>
                  </a:lnTo>
                  <a:lnTo>
                    <a:pt x="4573348" y="756351"/>
                  </a:lnTo>
                  <a:lnTo>
                    <a:pt x="4573442" y="756351"/>
                  </a:lnTo>
                  <a:lnTo>
                    <a:pt x="4573536" y="756351"/>
                  </a:lnTo>
                  <a:lnTo>
                    <a:pt x="4573630" y="756351"/>
                  </a:lnTo>
                  <a:lnTo>
                    <a:pt x="4573725" y="756351"/>
                  </a:lnTo>
                  <a:lnTo>
                    <a:pt x="4573819" y="756351"/>
                  </a:lnTo>
                  <a:lnTo>
                    <a:pt x="4573913" y="756351"/>
                  </a:lnTo>
                  <a:lnTo>
                    <a:pt x="4574007" y="756351"/>
                  </a:lnTo>
                  <a:lnTo>
                    <a:pt x="4574101" y="756351"/>
                  </a:lnTo>
                  <a:lnTo>
                    <a:pt x="4574195" y="756351"/>
                  </a:lnTo>
                  <a:lnTo>
                    <a:pt x="4574289" y="756351"/>
                  </a:lnTo>
                  <a:lnTo>
                    <a:pt x="4574384" y="756351"/>
                  </a:lnTo>
                  <a:lnTo>
                    <a:pt x="4574478" y="756351"/>
                  </a:lnTo>
                  <a:lnTo>
                    <a:pt x="4574572" y="756351"/>
                  </a:lnTo>
                  <a:lnTo>
                    <a:pt x="4574666" y="756351"/>
                  </a:lnTo>
                  <a:lnTo>
                    <a:pt x="4574760" y="756351"/>
                  </a:lnTo>
                  <a:lnTo>
                    <a:pt x="4574854" y="756351"/>
                  </a:lnTo>
                  <a:lnTo>
                    <a:pt x="4574949" y="756351"/>
                  </a:lnTo>
                  <a:lnTo>
                    <a:pt x="4575043" y="756351"/>
                  </a:lnTo>
                  <a:lnTo>
                    <a:pt x="4575137" y="756351"/>
                  </a:lnTo>
                  <a:lnTo>
                    <a:pt x="4575231" y="756351"/>
                  </a:lnTo>
                  <a:lnTo>
                    <a:pt x="4575325" y="756351"/>
                  </a:lnTo>
                  <a:lnTo>
                    <a:pt x="4575419" y="756351"/>
                  </a:lnTo>
                  <a:lnTo>
                    <a:pt x="4575513" y="756351"/>
                  </a:lnTo>
                  <a:lnTo>
                    <a:pt x="4575608" y="756351"/>
                  </a:lnTo>
                  <a:lnTo>
                    <a:pt x="4575702" y="756351"/>
                  </a:lnTo>
                  <a:lnTo>
                    <a:pt x="4575796" y="756351"/>
                  </a:lnTo>
                  <a:lnTo>
                    <a:pt x="4575890" y="756351"/>
                  </a:lnTo>
                  <a:lnTo>
                    <a:pt x="4575984" y="756351"/>
                  </a:lnTo>
                  <a:lnTo>
                    <a:pt x="4576078" y="756351"/>
                  </a:lnTo>
                  <a:lnTo>
                    <a:pt x="4576172" y="756351"/>
                  </a:lnTo>
                  <a:lnTo>
                    <a:pt x="4576267" y="756351"/>
                  </a:lnTo>
                  <a:lnTo>
                    <a:pt x="4576267" y="751440"/>
                  </a:lnTo>
                  <a:lnTo>
                    <a:pt x="4576361" y="751440"/>
                  </a:lnTo>
                  <a:lnTo>
                    <a:pt x="4576455" y="751440"/>
                  </a:lnTo>
                  <a:lnTo>
                    <a:pt x="4576549" y="751440"/>
                  </a:lnTo>
                  <a:lnTo>
                    <a:pt x="4576643" y="751440"/>
                  </a:lnTo>
                  <a:lnTo>
                    <a:pt x="4576737" y="751440"/>
                  </a:lnTo>
                  <a:lnTo>
                    <a:pt x="4576832" y="751440"/>
                  </a:lnTo>
                  <a:lnTo>
                    <a:pt x="4576926" y="751440"/>
                  </a:lnTo>
                  <a:lnTo>
                    <a:pt x="4577020" y="751440"/>
                  </a:lnTo>
                  <a:lnTo>
                    <a:pt x="4577114" y="751440"/>
                  </a:lnTo>
                  <a:lnTo>
                    <a:pt x="4577208" y="751440"/>
                  </a:lnTo>
                  <a:lnTo>
                    <a:pt x="4577302" y="751440"/>
                  </a:lnTo>
                  <a:lnTo>
                    <a:pt x="4577396" y="751440"/>
                  </a:lnTo>
                  <a:lnTo>
                    <a:pt x="4577491" y="751440"/>
                  </a:lnTo>
                  <a:lnTo>
                    <a:pt x="4577585" y="751440"/>
                  </a:lnTo>
                  <a:lnTo>
                    <a:pt x="4577679" y="751440"/>
                  </a:lnTo>
                  <a:lnTo>
                    <a:pt x="4577773" y="751440"/>
                  </a:lnTo>
                  <a:lnTo>
                    <a:pt x="4577867" y="751440"/>
                  </a:lnTo>
                  <a:lnTo>
                    <a:pt x="4577961" y="751440"/>
                  </a:lnTo>
                  <a:lnTo>
                    <a:pt x="4578056" y="751440"/>
                  </a:lnTo>
                  <a:lnTo>
                    <a:pt x="4578150" y="751440"/>
                  </a:lnTo>
                  <a:lnTo>
                    <a:pt x="4578244" y="751440"/>
                  </a:lnTo>
                  <a:lnTo>
                    <a:pt x="4578338" y="751440"/>
                  </a:lnTo>
                  <a:lnTo>
                    <a:pt x="4578432" y="751440"/>
                  </a:lnTo>
                  <a:lnTo>
                    <a:pt x="4578526" y="751440"/>
                  </a:lnTo>
                  <a:lnTo>
                    <a:pt x="4578620" y="751440"/>
                  </a:lnTo>
                  <a:lnTo>
                    <a:pt x="4578715" y="751440"/>
                  </a:lnTo>
                  <a:lnTo>
                    <a:pt x="4578809" y="751440"/>
                  </a:lnTo>
                  <a:lnTo>
                    <a:pt x="4578903" y="751440"/>
                  </a:lnTo>
                  <a:lnTo>
                    <a:pt x="4578997" y="751440"/>
                  </a:lnTo>
                  <a:lnTo>
                    <a:pt x="4579091" y="751440"/>
                  </a:lnTo>
                  <a:lnTo>
                    <a:pt x="4579185" y="751440"/>
                  </a:lnTo>
                  <a:lnTo>
                    <a:pt x="4579280" y="751440"/>
                  </a:lnTo>
                  <a:lnTo>
                    <a:pt x="4579374" y="751440"/>
                  </a:lnTo>
                  <a:lnTo>
                    <a:pt x="4579468" y="751440"/>
                  </a:lnTo>
                  <a:lnTo>
                    <a:pt x="4579562" y="751440"/>
                  </a:lnTo>
                  <a:lnTo>
                    <a:pt x="4579656" y="751440"/>
                  </a:lnTo>
                  <a:lnTo>
                    <a:pt x="4579750" y="751440"/>
                  </a:lnTo>
                  <a:lnTo>
                    <a:pt x="4579844" y="751440"/>
                  </a:lnTo>
                  <a:lnTo>
                    <a:pt x="4579939" y="751440"/>
                  </a:lnTo>
                  <a:lnTo>
                    <a:pt x="4580033" y="751440"/>
                  </a:lnTo>
                  <a:lnTo>
                    <a:pt x="4580127" y="751440"/>
                  </a:lnTo>
                  <a:lnTo>
                    <a:pt x="4580221" y="751440"/>
                  </a:lnTo>
                  <a:lnTo>
                    <a:pt x="4580315" y="751440"/>
                  </a:lnTo>
                  <a:lnTo>
                    <a:pt x="4580409" y="751440"/>
                  </a:lnTo>
                  <a:lnTo>
                    <a:pt x="4580503" y="751440"/>
                  </a:lnTo>
                  <a:lnTo>
                    <a:pt x="4580598" y="751440"/>
                  </a:lnTo>
                  <a:lnTo>
                    <a:pt x="4580692" y="751440"/>
                  </a:lnTo>
                  <a:lnTo>
                    <a:pt x="4580786" y="751440"/>
                  </a:lnTo>
                  <a:lnTo>
                    <a:pt x="4580880" y="751440"/>
                  </a:lnTo>
                  <a:lnTo>
                    <a:pt x="4580974" y="751440"/>
                  </a:lnTo>
                  <a:lnTo>
                    <a:pt x="4581068" y="751440"/>
                  </a:lnTo>
                  <a:lnTo>
                    <a:pt x="4581163" y="751440"/>
                  </a:lnTo>
                  <a:lnTo>
                    <a:pt x="4581257" y="751440"/>
                  </a:lnTo>
                  <a:lnTo>
                    <a:pt x="4581351" y="751440"/>
                  </a:lnTo>
                  <a:lnTo>
                    <a:pt x="4581445" y="751440"/>
                  </a:lnTo>
                  <a:lnTo>
                    <a:pt x="4581539" y="751440"/>
                  </a:lnTo>
                  <a:lnTo>
                    <a:pt x="4581633" y="751440"/>
                  </a:lnTo>
                  <a:lnTo>
                    <a:pt x="4581727" y="751440"/>
                  </a:lnTo>
                  <a:lnTo>
                    <a:pt x="4581822" y="751440"/>
                  </a:lnTo>
                  <a:lnTo>
                    <a:pt x="4581916" y="751440"/>
                  </a:lnTo>
                  <a:lnTo>
                    <a:pt x="4582010" y="751440"/>
                  </a:lnTo>
                  <a:lnTo>
                    <a:pt x="4582104" y="751440"/>
                  </a:lnTo>
                  <a:lnTo>
                    <a:pt x="4582198" y="751440"/>
                  </a:lnTo>
                  <a:lnTo>
                    <a:pt x="4582292" y="751440"/>
                  </a:lnTo>
                  <a:lnTo>
                    <a:pt x="4582387" y="751440"/>
                  </a:lnTo>
                  <a:lnTo>
                    <a:pt x="4582481" y="751440"/>
                  </a:lnTo>
                  <a:lnTo>
                    <a:pt x="4582575" y="751440"/>
                  </a:lnTo>
                  <a:lnTo>
                    <a:pt x="4582669" y="751440"/>
                  </a:lnTo>
                  <a:lnTo>
                    <a:pt x="4582763" y="751440"/>
                  </a:lnTo>
                  <a:lnTo>
                    <a:pt x="4582857" y="751440"/>
                  </a:lnTo>
                  <a:lnTo>
                    <a:pt x="4582951" y="751440"/>
                  </a:lnTo>
                  <a:lnTo>
                    <a:pt x="4583046" y="751440"/>
                  </a:lnTo>
                  <a:lnTo>
                    <a:pt x="4583140" y="751440"/>
                  </a:lnTo>
                  <a:lnTo>
                    <a:pt x="4583234" y="751440"/>
                  </a:lnTo>
                  <a:lnTo>
                    <a:pt x="4583328" y="751440"/>
                  </a:lnTo>
                  <a:lnTo>
                    <a:pt x="4583422" y="751440"/>
                  </a:lnTo>
                  <a:lnTo>
                    <a:pt x="4583516" y="751440"/>
                  </a:lnTo>
                  <a:lnTo>
                    <a:pt x="4583611" y="751440"/>
                  </a:lnTo>
                  <a:lnTo>
                    <a:pt x="4583705" y="751440"/>
                  </a:lnTo>
                  <a:lnTo>
                    <a:pt x="4583799" y="751440"/>
                  </a:lnTo>
                  <a:lnTo>
                    <a:pt x="4583893" y="751440"/>
                  </a:lnTo>
                  <a:lnTo>
                    <a:pt x="4583987" y="751440"/>
                  </a:lnTo>
                  <a:lnTo>
                    <a:pt x="4584081" y="751440"/>
                  </a:lnTo>
                  <a:lnTo>
                    <a:pt x="4584175" y="751440"/>
                  </a:lnTo>
                  <a:lnTo>
                    <a:pt x="4584270" y="751440"/>
                  </a:lnTo>
                  <a:lnTo>
                    <a:pt x="4584364" y="751440"/>
                  </a:lnTo>
                  <a:lnTo>
                    <a:pt x="4584458" y="751440"/>
                  </a:lnTo>
                  <a:lnTo>
                    <a:pt x="4584552" y="751440"/>
                  </a:lnTo>
                  <a:lnTo>
                    <a:pt x="4584646" y="751440"/>
                  </a:lnTo>
                  <a:lnTo>
                    <a:pt x="4584740" y="751440"/>
                  </a:lnTo>
                  <a:lnTo>
                    <a:pt x="4584834" y="751440"/>
                  </a:lnTo>
                  <a:lnTo>
                    <a:pt x="4584929" y="751440"/>
                  </a:lnTo>
                  <a:lnTo>
                    <a:pt x="4585023" y="751440"/>
                  </a:lnTo>
                  <a:lnTo>
                    <a:pt x="4585117" y="751440"/>
                  </a:lnTo>
                  <a:lnTo>
                    <a:pt x="4585211" y="751440"/>
                  </a:lnTo>
                  <a:lnTo>
                    <a:pt x="4585305" y="751440"/>
                  </a:lnTo>
                  <a:lnTo>
                    <a:pt x="4585399" y="751440"/>
                  </a:lnTo>
                  <a:lnTo>
                    <a:pt x="4585494" y="751440"/>
                  </a:lnTo>
                  <a:lnTo>
                    <a:pt x="4585588" y="751440"/>
                  </a:lnTo>
                  <a:lnTo>
                    <a:pt x="4585682" y="751440"/>
                  </a:lnTo>
                  <a:lnTo>
                    <a:pt x="4585776" y="751440"/>
                  </a:lnTo>
                  <a:lnTo>
                    <a:pt x="4585870" y="751440"/>
                  </a:lnTo>
                  <a:lnTo>
                    <a:pt x="4585964" y="751440"/>
                  </a:lnTo>
                  <a:lnTo>
                    <a:pt x="4586058" y="751440"/>
                  </a:lnTo>
                  <a:lnTo>
                    <a:pt x="4586153" y="751440"/>
                  </a:lnTo>
                  <a:lnTo>
                    <a:pt x="4586247" y="751440"/>
                  </a:lnTo>
                  <a:lnTo>
                    <a:pt x="4586341" y="751440"/>
                  </a:lnTo>
                  <a:lnTo>
                    <a:pt x="4586435" y="751440"/>
                  </a:lnTo>
                  <a:lnTo>
                    <a:pt x="4586529" y="751440"/>
                  </a:lnTo>
                  <a:lnTo>
                    <a:pt x="4586623" y="751440"/>
                  </a:lnTo>
                  <a:lnTo>
                    <a:pt x="4586718" y="751440"/>
                  </a:lnTo>
                  <a:lnTo>
                    <a:pt x="4586812" y="751440"/>
                  </a:lnTo>
                  <a:lnTo>
                    <a:pt x="4586906" y="751440"/>
                  </a:lnTo>
                  <a:lnTo>
                    <a:pt x="4587000" y="751440"/>
                  </a:lnTo>
                  <a:lnTo>
                    <a:pt x="4587094" y="751440"/>
                  </a:lnTo>
                  <a:lnTo>
                    <a:pt x="4587188" y="751440"/>
                  </a:lnTo>
                  <a:lnTo>
                    <a:pt x="4587282" y="751440"/>
                  </a:lnTo>
                  <a:lnTo>
                    <a:pt x="4587377" y="751440"/>
                  </a:lnTo>
                  <a:lnTo>
                    <a:pt x="4587471" y="751440"/>
                  </a:lnTo>
                  <a:lnTo>
                    <a:pt x="4587565" y="751440"/>
                  </a:lnTo>
                  <a:lnTo>
                    <a:pt x="4587659" y="751440"/>
                  </a:lnTo>
                  <a:lnTo>
                    <a:pt x="4587753" y="751440"/>
                  </a:lnTo>
                  <a:lnTo>
                    <a:pt x="4587847" y="751440"/>
                  </a:lnTo>
                  <a:lnTo>
                    <a:pt x="4587942" y="751440"/>
                  </a:lnTo>
                  <a:lnTo>
                    <a:pt x="4588036" y="751440"/>
                  </a:lnTo>
                  <a:lnTo>
                    <a:pt x="4588130" y="751440"/>
                  </a:lnTo>
                  <a:lnTo>
                    <a:pt x="4588224" y="751440"/>
                  </a:lnTo>
                  <a:lnTo>
                    <a:pt x="4588318" y="751440"/>
                  </a:lnTo>
                  <a:lnTo>
                    <a:pt x="4588412" y="751440"/>
                  </a:lnTo>
                  <a:lnTo>
                    <a:pt x="4588506" y="751440"/>
                  </a:lnTo>
                  <a:lnTo>
                    <a:pt x="4588601" y="751440"/>
                  </a:lnTo>
                  <a:lnTo>
                    <a:pt x="4588695" y="751440"/>
                  </a:lnTo>
                  <a:lnTo>
                    <a:pt x="4588789" y="751440"/>
                  </a:lnTo>
                  <a:lnTo>
                    <a:pt x="4588883" y="751440"/>
                  </a:lnTo>
                  <a:lnTo>
                    <a:pt x="4588977" y="751440"/>
                  </a:lnTo>
                  <a:lnTo>
                    <a:pt x="4589071" y="751440"/>
                  </a:lnTo>
                  <a:lnTo>
                    <a:pt x="4589165" y="751440"/>
                  </a:lnTo>
                  <a:lnTo>
                    <a:pt x="4589260" y="751440"/>
                  </a:lnTo>
                  <a:lnTo>
                    <a:pt x="4589354" y="751440"/>
                  </a:lnTo>
                  <a:lnTo>
                    <a:pt x="4589448" y="751440"/>
                  </a:lnTo>
                  <a:lnTo>
                    <a:pt x="4589542" y="751440"/>
                  </a:lnTo>
                  <a:lnTo>
                    <a:pt x="4589636" y="751440"/>
                  </a:lnTo>
                  <a:lnTo>
                    <a:pt x="4589730" y="751440"/>
                  </a:lnTo>
                  <a:lnTo>
                    <a:pt x="4589825" y="751440"/>
                  </a:lnTo>
                  <a:lnTo>
                    <a:pt x="4589919" y="751440"/>
                  </a:lnTo>
                  <a:lnTo>
                    <a:pt x="4590013" y="751440"/>
                  </a:lnTo>
                  <a:lnTo>
                    <a:pt x="4590107" y="751440"/>
                  </a:lnTo>
                  <a:lnTo>
                    <a:pt x="4590201" y="751440"/>
                  </a:lnTo>
                  <a:lnTo>
                    <a:pt x="4590295" y="751440"/>
                  </a:lnTo>
                  <a:lnTo>
                    <a:pt x="4590389" y="751440"/>
                  </a:lnTo>
                  <a:lnTo>
                    <a:pt x="4590484" y="751440"/>
                  </a:lnTo>
                  <a:lnTo>
                    <a:pt x="4590578" y="751440"/>
                  </a:lnTo>
                  <a:lnTo>
                    <a:pt x="4590672" y="751440"/>
                  </a:lnTo>
                  <a:lnTo>
                    <a:pt x="4590766" y="751440"/>
                  </a:lnTo>
                  <a:lnTo>
                    <a:pt x="4590860" y="751440"/>
                  </a:lnTo>
                  <a:lnTo>
                    <a:pt x="4590954" y="751440"/>
                  </a:lnTo>
                  <a:lnTo>
                    <a:pt x="4591049" y="751440"/>
                  </a:lnTo>
                  <a:lnTo>
                    <a:pt x="4591143" y="751440"/>
                  </a:lnTo>
                  <a:lnTo>
                    <a:pt x="4591237" y="751440"/>
                  </a:lnTo>
                  <a:lnTo>
                    <a:pt x="4591331" y="751440"/>
                  </a:lnTo>
                  <a:lnTo>
                    <a:pt x="4591425" y="751440"/>
                  </a:lnTo>
                  <a:lnTo>
                    <a:pt x="4591519" y="751440"/>
                  </a:lnTo>
                  <a:lnTo>
                    <a:pt x="4591613" y="751440"/>
                  </a:lnTo>
                  <a:lnTo>
                    <a:pt x="4591708" y="751440"/>
                  </a:lnTo>
                  <a:lnTo>
                    <a:pt x="4591802" y="751440"/>
                  </a:lnTo>
                  <a:lnTo>
                    <a:pt x="4591896" y="751440"/>
                  </a:lnTo>
                  <a:lnTo>
                    <a:pt x="4591990" y="751440"/>
                  </a:lnTo>
                  <a:lnTo>
                    <a:pt x="4592084" y="751440"/>
                  </a:lnTo>
                  <a:lnTo>
                    <a:pt x="4592178" y="751440"/>
                  </a:lnTo>
                  <a:lnTo>
                    <a:pt x="4592273" y="751440"/>
                  </a:lnTo>
                  <a:lnTo>
                    <a:pt x="4592367" y="751440"/>
                  </a:lnTo>
                  <a:lnTo>
                    <a:pt x="4592461" y="751440"/>
                  </a:lnTo>
                  <a:lnTo>
                    <a:pt x="4592555" y="751440"/>
                  </a:lnTo>
                  <a:lnTo>
                    <a:pt x="4592649" y="751440"/>
                  </a:lnTo>
                  <a:lnTo>
                    <a:pt x="4592743" y="751440"/>
                  </a:lnTo>
                  <a:lnTo>
                    <a:pt x="4592837" y="751440"/>
                  </a:lnTo>
                  <a:lnTo>
                    <a:pt x="4592932" y="751440"/>
                  </a:lnTo>
                  <a:lnTo>
                    <a:pt x="4593026" y="751440"/>
                  </a:lnTo>
                  <a:lnTo>
                    <a:pt x="4593120" y="751440"/>
                  </a:lnTo>
                  <a:lnTo>
                    <a:pt x="4593214" y="751440"/>
                  </a:lnTo>
                  <a:lnTo>
                    <a:pt x="4593308" y="751440"/>
                  </a:lnTo>
                  <a:lnTo>
                    <a:pt x="4593402" y="751440"/>
                  </a:lnTo>
                  <a:lnTo>
                    <a:pt x="4593497" y="751440"/>
                  </a:lnTo>
                  <a:lnTo>
                    <a:pt x="4593591" y="751440"/>
                  </a:lnTo>
                  <a:lnTo>
                    <a:pt x="4593685" y="751440"/>
                  </a:lnTo>
                  <a:lnTo>
                    <a:pt x="4593685" y="746528"/>
                  </a:lnTo>
                  <a:lnTo>
                    <a:pt x="4593779" y="746528"/>
                  </a:lnTo>
                  <a:lnTo>
                    <a:pt x="4593873" y="746528"/>
                  </a:lnTo>
                  <a:lnTo>
                    <a:pt x="4593967" y="746528"/>
                  </a:lnTo>
                  <a:lnTo>
                    <a:pt x="4594061" y="746528"/>
                  </a:lnTo>
                  <a:lnTo>
                    <a:pt x="4594156" y="746528"/>
                  </a:lnTo>
                  <a:lnTo>
                    <a:pt x="4594250" y="746528"/>
                  </a:lnTo>
                  <a:lnTo>
                    <a:pt x="4594344" y="746528"/>
                  </a:lnTo>
                  <a:lnTo>
                    <a:pt x="4594438" y="746528"/>
                  </a:lnTo>
                  <a:lnTo>
                    <a:pt x="4594532" y="746528"/>
                  </a:lnTo>
                  <a:lnTo>
                    <a:pt x="4594626" y="746528"/>
                  </a:lnTo>
                  <a:lnTo>
                    <a:pt x="4594720" y="746528"/>
                  </a:lnTo>
                  <a:lnTo>
                    <a:pt x="4594815" y="746528"/>
                  </a:lnTo>
                  <a:lnTo>
                    <a:pt x="4594909" y="746528"/>
                  </a:lnTo>
                  <a:lnTo>
                    <a:pt x="4595003" y="746528"/>
                  </a:lnTo>
                  <a:lnTo>
                    <a:pt x="4595097" y="746528"/>
                  </a:lnTo>
                  <a:lnTo>
                    <a:pt x="4595191" y="746528"/>
                  </a:lnTo>
                  <a:lnTo>
                    <a:pt x="4595285" y="746528"/>
                  </a:lnTo>
                  <a:lnTo>
                    <a:pt x="4595380" y="746528"/>
                  </a:lnTo>
                  <a:lnTo>
                    <a:pt x="4595474" y="746528"/>
                  </a:lnTo>
                  <a:lnTo>
                    <a:pt x="4595568" y="746528"/>
                  </a:lnTo>
                  <a:lnTo>
                    <a:pt x="4595662" y="746528"/>
                  </a:lnTo>
                  <a:lnTo>
                    <a:pt x="4595756" y="746528"/>
                  </a:lnTo>
                  <a:lnTo>
                    <a:pt x="4595850" y="746528"/>
                  </a:lnTo>
                  <a:lnTo>
                    <a:pt x="4595944" y="746528"/>
                  </a:lnTo>
                  <a:lnTo>
                    <a:pt x="4596039" y="746528"/>
                  </a:lnTo>
                  <a:lnTo>
                    <a:pt x="4596133" y="746528"/>
                  </a:lnTo>
                  <a:lnTo>
                    <a:pt x="4596227" y="746528"/>
                  </a:lnTo>
                  <a:lnTo>
                    <a:pt x="4596321" y="746528"/>
                  </a:lnTo>
                  <a:lnTo>
                    <a:pt x="4596415" y="746528"/>
                  </a:lnTo>
                  <a:lnTo>
                    <a:pt x="4596509" y="746528"/>
                  </a:lnTo>
                  <a:lnTo>
                    <a:pt x="4596604" y="746528"/>
                  </a:lnTo>
                  <a:lnTo>
                    <a:pt x="4596698" y="746528"/>
                  </a:lnTo>
                  <a:lnTo>
                    <a:pt x="4596792" y="746528"/>
                  </a:lnTo>
                  <a:lnTo>
                    <a:pt x="4596886" y="746528"/>
                  </a:lnTo>
                  <a:lnTo>
                    <a:pt x="4596980" y="746528"/>
                  </a:lnTo>
                  <a:lnTo>
                    <a:pt x="4597074" y="746528"/>
                  </a:lnTo>
                  <a:lnTo>
                    <a:pt x="4597168" y="746528"/>
                  </a:lnTo>
                  <a:lnTo>
                    <a:pt x="4597263" y="746528"/>
                  </a:lnTo>
                  <a:lnTo>
                    <a:pt x="4597357" y="746528"/>
                  </a:lnTo>
                  <a:lnTo>
                    <a:pt x="4597451" y="746528"/>
                  </a:lnTo>
                  <a:lnTo>
                    <a:pt x="4597545" y="746528"/>
                  </a:lnTo>
                  <a:lnTo>
                    <a:pt x="4597639" y="746528"/>
                  </a:lnTo>
                  <a:lnTo>
                    <a:pt x="4597733" y="746528"/>
                  </a:lnTo>
                  <a:lnTo>
                    <a:pt x="4597828" y="746528"/>
                  </a:lnTo>
                  <a:lnTo>
                    <a:pt x="4597922" y="746528"/>
                  </a:lnTo>
                  <a:lnTo>
                    <a:pt x="4598016" y="746528"/>
                  </a:lnTo>
                  <a:lnTo>
                    <a:pt x="4598110" y="746528"/>
                  </a:lnTo>
                  <a:lnTo>
                    <a:pt x="4598204" y="746528"/>
                  </a:lnTo>
                  <a:lnTo>
                    <a:pt x="4598298" y="746528"/>
                  </a:lnTo>
                  <a:lnTo>
                    <a:pt x="4598392" y="746528"/>
                  </a:lnTo>
                  <a:lnTo>
                    <a:pt x="4598487" y="746528"/>
                  </a:lnTo>
                  <a:lnTo>
                    <a:pt x="4598581" y="746528"/>
                  </a:lnTo>
                  <a:lnTo>
                    <a:pt x="4598675" y="746528"/>
                  </a:lnTo>
                  <a:lnTo>
                    <a:pt x="4598769" y="746528"/>
                  </a:lnTo>
                  <a:lnTo>
                    <a:pt x="4598863" y="746528"/>
                  </a:lnTo>
                  <a:lnTo>
                    <a:pt x="4598863" y="741617"/>
                  </a:lnTo>
                  <a:lnTo>
                    <a:pt x="4598957" y="741617"/>
                  </a:lnTo>
                  <a:lnTo>
                    <a:pt x="4599051" y="741617"/>
                  </a:lnTo>
                  <a:lnTo>
                    <a:pt x="4599146" y="741617"/>
                  </a:lnTo>
                  <a:lnTo>
                    <a:pt x="4599240" y="741617"/>
                  </a:lnTo>
                  <a:lnTo>
                    <a:pt x="4599334" y="741617"/>
                  </a:lnTo>
                  <a:lnTo>
                    <a:pt x="4599428" y="741617"/>
                  </a:lnTo>
                  <a:lnTo>
                    <a:pt x="4599522" y="741617"/>
                  </a:lnTo>
                  <a:lnTo>
                    <a:pt x="4599616" y="741617"/>
                  </a:lnTo>
                  <a:lnTo>
                    <a:pt x="4599711" y="741617"/>
                  </a:lnTo>
                  <a:lnTo>
                    <a:pt x="4599805" y="741617"/>
                  </a:lnTo>
                  <a:lnTo>
                    <a:pt x="4599899" y="741617"/>
                  </a:lnTo>
                  <a:lnTo>
                    <a:pt x="4599993" y="741617"/>
                  </a:lnTo>
                  <a:lnTo>
                    <a:pt x="4600087" y="741617"/>
                  </a:lnTo>
                  <a:lnTo>
                    <a:pt x="4600181" y="741617"/>
                  </a:lnTo>
                  <a:lnTo>
                    <a:pt x="4600275" y="741617"/>
                  </a:lnTo>
                  <a:lnTo>
                    <a:pt x="4600370" y="741617"/>
                  </a:lnTo>
                  <a:lnTo>
                    <a:pt x="4600464" y="741617"/>
                  </a:lnTo>
                  <a:lnTo>
                    <a:pt x="4600558" y="741617"/>
                  </a:lnTo>
                  <a:lnTo>
                    <a:pt x="4600652" y="741617"/>
                  </a:lnTo>
                  <a:lnTo>
                    <a:pt x="4600746" y="741617"/>
                  </a:lnTo>
                  <a:lnTo>
                    <a:pt x="4600840" y="741617"/>
                  </a:lnTo>
                  <a:lnTo>
                    <a:pt x="4600935" y="741617"/>
                  </a:lnTo>
                  <a:lnTo>
                    <a:pt x="4601029" y="741617"/>
                  </a:lnTo>
                  <a:lnTo>
                    <a:pt x="4601123" y="741617"/>
                  </a:lnTo>
                  <a:lnTo>
                    <a:pt x="4601217" y="741617"/>
                  </a:lnTo>
                  <a:lnTo>
                    <a:pt x="4601311" y="741617"/>
                  </a:lnTo>
                  <a:lnTo>
                    <a:pt x="4601405" y="741617"/>
                  </a:lnTo>
                  <a:lnTo>
                    <a:pt x="4601499" y="741617"/>
                  </a:lnTo>
                  <a:lnTo>
                    <a:pt x="4601594" y="741617"/>
                  </a:lnTo>
                  <a:lnTo>
                    <a:pt x="4601688" y="741617"/>
                  </a:lnTo>
                  <a:lnTo>
                    <a:pt x="4601782" y="741617"/>
                  </a:lnTo>
                  <a:lnTo>
                    <a:pt x="4601876" y="741617"/>
                  </a:lnTo>
                  <a:lnTo>
                    <a:pt x="4601970" y="741617"/>
                  </a:lnTo>
                  <a:lnTo>
                    <a:pt x="4602064" y="741617"/>
                  </a:lnTo>
                  <a:lnTo>
                    <a:pt x="4602159" y="741617"/>
                  </a:lnTo>
                  <a:lnTo>
                    <a:pt x="4602253" y="741617"/>
                  </a:lnTo>
                  <a:lnTo>
                    <a:pt x="4602347" y="741617"/>
                  </a:lnTo>
                  <a:lnTo>
                    <a:pt x="4602441" y="741617"/>
                  </a:lnTo>
                  <a:lnTo>
                    <a:pt x="4602535" y="741617"/>
                  </a:lnTo>
                  <a:lnTo>
                    <a:pt x="4602629" y="741617"/>
                  </a:lnTo>
                  <a:lnTo>
                    <a:pt x="4602723" y="741617"/>
                  </a:lnTo>
                  <a:lnTo>
                    <a:pt x="4602818" y="741617"/>
                  </a:lnTo>
                  <a:lnTo>
                    <a:pt x="4602912" y="741617"/>
                  </a:lnTo>
                  <a:lnTo>
                    <a:pt x="4603006" y="741617"/>
                  </a:lnTo>
                  <a:lnTo>
                    <a:pt x="4603100" y="741617"/>
                  </a:lnTo>
                  <a:lnTo>
                    <a:pt x="4603194" y="741617"/>
                  </a:lnTo>
                  <a:lnTo>
                    <a:pt x="4603288" y="741617"/>
                  </a:lnTo>
                  <a:lnTo>
                    <a:pt x="4603382" y="741617"/>
                  </a:lnTo>
                  <a:lnTo>
                    <a:pt x="4603477" y="741617"/>
                  </a:lnTo>
                  <a:lnTo>
                    <a:pt x="4603571" y="741617"/>
                  </a:lnTo>
                  <a:lnTo>
                    <a:pt x="4603665" y="741617"/>
                  </a:lnTo>
                  <a:lnTo>
                    <a:pt x="4603759" y="741617"/>
                  </a:lnTo>
                  <a:lnTo>
                    <a:pt x="4603853" y="741617"/>
                  </a:lnTo>
                  <a:lnTo>
                    <a:pt x="4603947" y="741617"/>
                  </a:lnTo>
                  <a:lnTo>
                    <a:pt x="4604042" y="741617"/>
                  </a:lnTo>
                  <a:lnTo>
                    <a:pt x="4604136" y="741617"/>
                  </a:lnTo>
                  <a:lnTo>
                    <a:pt x="4604230" y="741617"/>
                  </a:lnTo>
                  <a:lnTo>
                    <a:pt x="4604324" y="741617"/>
                  </a:lnTo>
                  <a:lnTo>
                    <a:pt x="4604418" y="741617"/>
                  </a:lnTo>
                  <a:lnTo>
                    <a:pt x="4604512" y="741617"/>
                  </a:lnTo>
                  <a:lnTo>
                    <a:pt x="4604606" y="741617"/>
                  </a:lnTo>
                  <a:lnTo>
                    <a:pt x="4604701" y="741617"/>
                  </a:lnTo>
                  <a:lnTo>
                    <a:pt x="4604795" y="741617"/>
                  </a:lnTo>
                  <a:lnTo>
                    <a:pt x="4604889" y="741617"/>
                  </a:lnTo>
                  <a:lnTo>
                    <a:pt x="4604889" y="736706"/>
                  </a:lnTo>
                  <a:lnTo>
                    <a:pt x="4604983" y="736706"/>
                  </a:lnTo>
                  <a:lnTo>
                    <a:pt x="4605077" y="736706"/>
                  </a:lnTo>
                  <a:lnTo>
                    <a:pt x="4605171" y="736706"/>
                  </a:lnTo>
                  <a:lnTo>
                    <a:pt x="4605266" y="736706"/>
                  </a:lnTo>
                  <a:lnTo>
                    <a:pt x="4605360" y="736706"/>
                  </a:lnTo>
                  <a:lnTo>
                    <a:pt x="4605454" y="736706"/>
                  </a:lnTo>
                  <a:lnTo>
                    <a:pt x="4605548" y="736706"/>
                  </a:lnTo>
                  <a:lnTo>
                    <a:pt x="4605642" y="736706"/>
                  </a:lnTo>
                  <a:lnTo>
                    <a:pt x="4605736" y="736706"/>
                  </a:lnTo>
                  <a:lnTo>
                    <a:pt x="4605830" y="736706"/>
                  </a:lnTo>
                  <a:lnTo>
                    <a:pt x="4605925" y="736706"/>
                  </a:lnTo>
                  <a:lnTo>
                    <a:pt x="4606019" y="736706"/>
                  </a:lnTo>
                  <a:lnTo>
                    <a:pt x="4606113" y="736706"/>
                  </a:lnTo>
                  <a:lnTo>
                    <a:pt x="4606207" y="736706"/>
                  </a:lnTo>
                  <a:lnTo>
                    <a:pt x="4606301" y="736706"/>
                  </a:lnTo>
                  <a:lnTo>
                    <a:pt x="4606395" y="736706"/>
                  </a:lnTo>
                  <a:lnTo>
                    <a:pt x="4606490" y="736706"/>
                  </a:lnTo>
                  <a:lnTo>
                    <a:pt x="4606584" y="736706"/>
                  </a:lnTo>
                  <a:lnTo>
                    <a:pt x="4606678" y="736706"/>
                  </a:lnTo>
                  <a:lnTo>
                    <a:pt x="4606772" y="736706"/>
                  </a:lnTo>
                  <a:lnTo>
                    <a:pt x="4606866" y="736706"/>
                  </a:lnTo>
                  <a:lnTo>
                    <a:pt x="4606866" y="731794"/>
                  </a:lnTo>
                  <a:lnTo>
                    <a:pt x="4606960" y="731794"/>
                  </a:lnTo>
                  <a:lnTo>
                    <a:pt x="4607054" y="731794"/>
                  </a:lnTo>
                  <a:lnTo>
                    <a:pt x="4607149" y="731794"/>
                  </a:lnTo>
                  <a:lnTo>
                    <a:pt x="4607243" y="731794"/>
                  </a:lnTo>
                  <a:lnTo>
                    <a:pt x="4607337" y="731794"/>
                  </a:lnTo>
                  <a:lnTo>
                    <a:pt x="4607431" y="731794"/>
                  </a:lnTo>
                  <a:lnTo>
                    <a:pt x="4607525" y="731794"/>
                  </a:lnTo>
                  <a:lnTo>
                    <a:pt x="4607619" y="731794"/>
                  </a:lnTo>
                  <a:lnTo>
                    <a:pt x="4607713" y="731794"/>
                  </a:lnTo>
                  <a:lnTo>
                    <a:pt x="4607808" y="731794"/>
                  </a:lnTo>
                  <a:lnTo>
                    <a:pt x="4607902" y="731794"/>
                  </a:lnTo>
                  <a:lnTo>
                    <a:pt x="4607996" y="731794"/>
                  </a:lnTo>
                  <a:lnTo>
                    <a:pt x="4608090" y="731794"/>
                  </a:lnTo>
                  <a:lnTo>
                    <a:pt x="4608184" y="731794"/>
                  </a:lnTo>
                  <a:lnTo>
                    <a:pt x="4608278" y="731794"/>
                  </a:lnTo>
                  <a:lnTo>
                    <a:pt x="4608373" y="731794"/>
                  </a:lnTo>
                  <a:lnTo>
                    <a:pt x="4608467" y="731794"/>
                  </a:lnTo>
                  <a:lnTo>
                    <a:pt x="4608561" y="731794"/>
                  </a:lnTo>
                  <a:lnTo>
                    <a:pt x="4608655" y="731794"/>
                  </a:lnTo>
                  <a:lnTo>
                    <a:pt x="4608749" y="731794"/>
                  </a:lnTo>
                  <a:lnTo>
                    <a:pt x="4608843" y="731794"/>
                  </a:lnTo>
                  <a:lnTo>
                    <a:pt x="4608937" y="731794"/>
                  </a:lnTo>
                  <a:lnTo>
                    <a:pt x="4609032" y="731794"/>
                  </a:lnTo>
                  <a:lnTo>
                    <a:pt x="4609126" y="731794"/>
                  </a:lnTo>
                  <a:lnTo>
                    <a:pt x="4609220" y="731794"/>
                  </a:lnTo>
                  <a:lnTo>
                    <a:pt x="4609314" y="731794"/>
                  </a:lnTo>
                  <a:lnTo>
                    <a:pt x="4609408" y="731794"/>
                  </a:lnTo>
                  <a:lnTo>
                    <a:pt x="4609502" y="731794"/>
                  </a:lnTo>
                  <a:lnTo>
                    <a:pt x="4609597" y="731794"/>
                  </a:lnTo>
                  <a:lnTo>
                    <a:pt x="4609691" y="731794"/>
                  </a:lnTo>
                  <a:lnTo>
                    <a:pt x="4609785" y="731794"/>
                  </a:lnTo>
                  <a:lnTo>
                    <a:pt x="4609879" y="731794"/>
                  </a:lnTo>
                  <a:lnTo>
                    <a:pt x="4609973" y="731794"/>
                  </a:lnTo>
                  <a:lnTo>
                    <a:pt x="4610067" y="731794"/>
                  </a:lnTo>
                  <a:lnTo>
                    <a:pt x="4610161" y="731794"/>
                  </a:lnTo>
                  <a:lnTo>
                    <a:pt x="4610256" y="731794"/>
                  </a:lnTo>
                  <a:lnTo>
                    <a:pt x="4610350" y="731794"/>
                  </a:lnTo>
                  <a:lnTo>
                    <a:pt x="4610444" y="731794"/>
                  </a:lnTo>
                  <a:lnTo>
                    <a:pt x="4610538" y="731794"/>
                  </a:lnTo>
                  <a:lnTo>
                    <a:pt x="4610632" y="731794"/>
                  </a:lnTo>
                  <a:lnTo>
                    <a:pt x="4610726" y="731794"/>
                  </a:lnTo>
                  <a:lnTo>
                    <a:pt x="4610821" y="731794"/>
                  </a:lnTo>
                  <a:lnTo>
                    <a:pt x="4610915" y="731794"/>
                  </a:lnTo>
                  <a:lnTo>
                    <a:pt x="4611009" y="731794"/>
                  </a:lnTo>
                  <a:lnTo>
                    <a:pt x="4611103" y="731794"/>
                  </a:lnTo>
                  <a:lnTo>
                    <a:pt x="4611197" y="731794"/>
                  </a:lnTo>
                  <a:lnTo>
                    <a:pt x="4611291" y="731794"/>
                  </a:lnTo>
                  <a:lnTo>
                    <a:pt x="4611385" y="731794"/>
                  </a:lnTo>
                  <a:lnTo>
                    <a:pt x="4611480" y="731794"/>
                  </a:lnTo>
                  <a:lnTo>
                    <a:pt x="4611574" y="731794"/>
                  </a:lnTo>
                  <a:lnTo>
                    <a:pt x="4611668" y="731794"/>
                  </a:lnTo>
                  <a:lnTo>
                    <a:pt x="4611762" y="731794"/>
                  </a:lnTo>
                  <a:lnTo>
                    <a:pt x="4611856" y="731794"/>
                  </a:lnTo>
                  <a:lnTo>
                    <a:pt x="4611950" y="731794"/>
                  </a:lnTo>
                  <a:lnTo>
                    <a:pt x="4612044" y="731794"/>
                  </a:lnTo>
                  <a:lnTo>
                    <a:pt x="4612139" y="731794"/>
                  </a:lnTo>
                  <a:lnTo>
                    <a:pt x="4612233" y="731794"/>
                  </a:lnTo>
                  <a:lnTo>
                    <a:pt x="4612327" y="731794"/>
                  </a:lnTo>
                  <a:lnTo>
                    <a:pt x="4612421" y="731794"/>
                  </a:lnTo>
                  <a:lnTo>
                    <a:pt x="4612515" y="731794"/>
                  </a:lnTo>
                  <a:lnTo>
                    <a:pt x="4612609" y="731794"/>
                  </a:lnTo>
                  <a:lnTo>
                    <a:pt x="4612704" y="731794"/>
                  </a:lnTo>
                  <a:lnTo>
                    <a:pt x="4612798" y="731794"/>
                  </a:lnTo>
                  <a:lnTo>
                    <a:pt x="4612892" y="731794"/>
                  </a:lnTo>
                  <a:lnTo>
                    <a:pt x="4612986" y="731794"/>
                  </a:lnTo>
                  <a:lnTo>
                    <a:pt x="4613080" y="731794"/>
                  </a:lnTo>
                  <a:lnTo>
                    <a:pt x="4613174" y="731794"/>
                  </a:lnTo>
                  <a:lnTo>
                    <a:pt x="4613268" y="731794"/>
                  </a:lnTo>
                  <a:lnTo>
                    <a:pt x="4613363" y="731794"/>
                  </a:lnTo>
                  <a:lnTo>
                    <a:pt x="4613457" y="731794"/>
                  </a:lnTo>
                  <a:lnTo>
                    <a:pt x="4613551" y="731794"/>
                  </a:lnTo>
                  <a:lnTo>
                    <a:pt x="4613645" y="731794"/>
                  </a:lnTo>
                  <a:lnTo>
                    <a:pt x="4613739" y="731794"/>
                  </a:lnTo>
                  <a:lnTo>
                    <a:pt x="4613833" y="731794"/>
                  </a:lnTo>
                  <a:lnTo>
                    <a:pt x="4613928" y="731794"/>
                  </a:lnTo>
                  <a:lnTo>
                    <a:pt x="4614022" y="731794"/>
                  </a:lnTo>
                  <a:lnTo>
                    <a:pt x="4614116" y="731794"/>
                  </a:lnTo>
                  <a:lnTo>
                    <a:pt x="4614210" y="731794"/>
                  </a:lnTo>
                  <a:lnTo>
                    <a:pt x="4614304" y="731794"/>
                  </a:lnTo>
                  <a:lnTo>
                    <a:pt x="4614398" y="731794"/>
                  </a:lnTo>
                  <a:lnTo>
                    <a:pt x="4614492" y="731794"/>
                  </a:lnTo>
                  <a:lnTo>
                    <a:pt x="4614587" y="731794"/>
                  </a:lnTo>
                  <a:lnTo>
                    <a:pt x="4614681" y="731794"/>
                  </a:lnTo>
                  <a:lnTo>
                    <a:pt x="4614775" y="731794"/>
                  </a:lnTo>
                  <a:lnTo>
                    <a:pt x="4614869" y="731794"/>
                  </a:lnTo>
                  <a:lnTo>
                    <a:pt x="4614963" y="731794"/>
                  </a:lnTo>
                  <a:lnTo>
                    <a:pt x="4615057" y="731794"/>
                  </a:lnTo>
                  <a:lnTo>
                    <a:pt x="4615152" y="731794"/>
                  </a:lnTo>
                  <a:lnTo>
                    <a:pt x="4615246" y="731794"/>
                  </a:lnTo>
                  <a:lnTo>
                    <a:pt x="4615340" y="731794"/>
                  </a:lnTo>
                  <a:lnTo>
                    <a:pt x="4615434" y="731794"/>
                  </a:lnTo>
                  <a:lnTo>
                    <a:pt x="4615528" y="731794"/>
                  </a:lnTo>
                  <a:lnTo>
                    <a:pt x="4615622" y="731794"/>
                  </a:lnTo>
                  <a:lnTo>
                    <a:pt x="4615716" y="731794"/>
                  </a:lnTo>
                  <a:lnTo>
                    <a:pt x="4615811" y="731794"/>
                  </a:lnTo>
                  <a:lnTo>
                    <a:pt x="4615905" y="731794"/>
                  </a:lnTo>
                  <a:lnTo>
                    <a:pt x="4615999" y="731794"/>
                  </a:lnTo>
                  <a:lnTo>
                    <a:pt x="4615999" y="726883"/>
                  </a:lnTo>
                  <a:lnTo>
                    <a:pt x="4616093" y="726883"/>
                  </a:lnTo>
                  <a:lnTo>
                    <a:pt x="4616187" y="726883"/>
                  </a:lnTo>
                  <a:lnTo>
                    <a:pt x="4616281" y="726883"/>
                  </a:lnTo>
                  <a:lnTo>
                    <a:pt x="4616375" y="726883"/>
                  </a:lnTo>
                  <a:lnTo>
                    <a:pt x="4616470" y="726883"/>
                  </a:lnTo>
                  <a:lnTo>
                    <a:pt x="4616564" y="726883"/>
                  </a:lnTo>
                  <a:lnTo>
                    <a:pt x="4616658" y="726883"/>
                  </a:lnTo>
                  <a:lnTo>
                    <a:pt x="4616752" y="726883"/>
                  </a:lnTo>
                  <a:lnTo>
                    <a:pt x="4616846" y="726883"/>
                  </a:lnTo>
                  <a:lnTo>
                    <a:pt x="4616940" y="726883"/>
                  </a:lnTo>
                  <a:lnTo>
                    <a:pt x="4617035" y="726883"/>
                  </a:lnTo>
                  <a:lnTo>
                    <a:pt x="4617129" y="726883"/>
                  </a:lnTo>
                  <a:lnTo>
                    <a:pt x="4617223" y="726883"/>
                  </a:lnTo>
                  <a:lnTo>
                    <a:pt x="4617317" y="726883"/>
                  </a:lnTo>
                  <a:lnTo>
                    <a:pt x="4617411" y="726883"/>
                  </a:lnTo>
                  <a:lnTo>
                    <a:pt x="4617505" y="726883"/>
                  </a:lnTo>
                  <a:lnTo>
                    <a:pt x="4617599" y="726883"/>
                  </a:lnTo>
                  <a:lnTo>
                    <a:pt x="4617599" y="721972"/>
                  </a:lnTo>
                  <a:lnTo>
                    <a:pt x="4617694" y="721972"/>
                  </a:lnTo>
                  <a:lnTo>
                    <a:pt x="4617788" y="721972"/>
                  </a:lnTo>
                  <a:lnTo>
                    <a:pt x="4617882" y="721972"/>
                  </a:lnTo>
                  <a:lnTo>
                    <a:pt x="4617976" y="721972"/>
                  </a:lnTo>
                  <a:lnTo>
                    <a:pt x="4618070" y="721972"/>
                  </a:lnTo>
                  <a:lnTo>
                    <a:pt x="4618164" y="721972"/>
                  </a:lnTo>
                  <a:lnTo>
                    <a:pt x="4618259" y="721972"/>
                  </a:lnTo>
                  <a:lnTo>
                    <a:pt x="4618353" y="721972"/>
                  </a:lnTo>
                  <a:lnTo>
                    <a:pt x="4618447" y="721972"/>
                  </a:lnTo>
                  <a:lnTo>
                    <a:pt x="4618541" y="721972"/>
                  </a:lnTo>
                  <a:lnTo>
                    <a:pt x="4618635" y="721972"/>
                  </a:lnTo>
                  <a:lnTo>
                    <a:pt x="4618729" y="721972"/>
                  </a:lnTo>
                  <a:lnTo>
                    <a:pt x="4618823" y="721972"/>
                  </a:lnTo>
                  <a:lnTo>
                    <a:pt x="4618918" y="721972"/>
                  </a:lnTo>
                  <a:lnTo>
                    <a:pt x="4619012" y="721972"/>
                  </a:lnTo>
                  <a:lnTo>
                    <a:pt x="4619106" y="721972"/>
                  </a:lnTo>
                  <a:lnTo>
                    <a:pt x="4619200" y="721972"/>
                  </a:lnTo>
                  <a:lnTo>
                    <a:pt x="4619294" y="721972"/>
                  </a:lnTo>
                  <a:lnTo>
                    <a:pt x="4619388" y="721972"/>
                  </a:lnTo>
                  <a:lnTo>
                    <a:pt x="4619483" y="721972"/>
                  </a:lnTo>
                  <a:lnTo>
                    <a:pt x="4619577" y="721972"/>
                  </a:lnTo>
                  <a:lnTo>
                    <a:pt x="4619671" y="721972"/>
                  </a:lnTo>
                  <a:lnTo>
                    <a:pt x="4619765" y="721972"/>
                  </a:lnTo>
                  <a:lnTo>
                    <a:pt x="4619859" y="721972"/>
                  </a:lnTo>
                  <a:lnTo>
                    <a:pt x="4619953" y="721972"/>
                  </a:lnTo>
                  <a:lnTo>
                    <a:pt x="4620047" y="721972"/>
                  </a:lnTo>
                  <a:lnTo>
                    <a:pt x="4620142" y="721972"/>
                  </a:lnTo>
                  <a:lnTo>
                    <a:pt x="4620236" y="721972"/>
                  </a:lnTo>
                  <a:lnTo>
                    <a:pt x="4620330" y="721972"/>
                  </a:lnTo>
                  <a:lnTo>
                    <a:pt x="4620424" y="721972"/>
                  </a:lnTo>
                  <a:lnTo>
                    <a:pt x="4620518" y="721972"/>
                  </a:lnTo>
                  <a:lnTo>
                    <a:pt x="4620612" y="721972"/>
                  </a:lnTo>
                  <a:lnTo>
                    <a:pt x="4620706" y="721972"/>
                  </a:lnTo>
                  <a:lnTo>
                    <a:pt x="4620801" y="721972"/>
                  </a:lnTo>
                  <a:lnTo>
                    <a:pt x="4620895" y="721972"/>
                  </a:lnTo>
                  <a:lnTo>
                    <a:pt x="4620989" y="721972"/>
                  </a:lnTo>
                  <a:lnTo>
                    <a:pt x="4621083" y="721972"/>
                  </a:lnTo>
                  <a:lnTo>
                    <a:pt x="4621177" y="721972"/>
                  </a:lnTo>
                  <a:lnTo>
                    <a:pt x="4621271" y="721972"/>
                  </a:lnTo>
                  <a:lnTo>
                    <a:pt x="4621366" y="721972"/>
                  </a:lnTo>
                  <a:lnTo>
                    <a:pt x="4621460" y="721972"/>
                  </a:lnTo>
                  <a:lnTo>
                    <a:pt x="4621554" y="721972"/>
                  </a:lnTo>
                  <a:lnTo>
                    <a:pt x="4621648" y="721972"/>
                  </a:lnTo>
                  <a:lnTo>
                    <a:pt x="4621742" y="721972"/>
                  </a:lnTo>
                  <a:lnTo>
                    <a:pt x="4621836" y="721972"/>
                  </a:lnTo>
                  <a:lnTo>
                    <a:pt x="4621930" y="721972"/>
                  </a:lnTo>
                  <a:lnTo>
                    <a:pt x="4622025" y="721972"/>
                  </a:lnTo>
                  <a:lnTo>
                    <a:pt x="4622119" y="721972"/>
                  </a:lnTo>
                  <a:lnTo>
                    <a:pt x="4622213" y="721972"/>
                  </a:lnTo>
                  <a:lnTo>
                    <a:pt x="4622307" y="721972"/>
                  </a:lnTo>
                  <a:lnTo>
                    <a:pt x="4622401" y="721972"/>
                  </a:lnTo>
                  <a:lnTo>
                    <a:pt x="4622495" y="721972"/>
                  </a:lnTo>
                  <a:lnTo>
                    <a:pt x="4622590" y="721972"/>
                  </a:lnTo>
                  <a:lnTo>
                    <a:pt x="4622684" y="721972"/>
                  </a:lnTo>
                  <a:lnTo>
                    <a:pt x="4622778" y="721972"/>
                  </a:lnTo>
                  <a:lnTo>
                    <a:pt x="4622872" y="721972"/>
                  </a:lnTo>
                  <a:lnTo>
                    <a:pt x="4622966" y="721972"/>
                  </a:lnTo>
                  <a:lnTo>
                    <a:pt x="4623060" y="721972"/>
                  </a:lnTo>
                  <a:lnTo>
                    <a:pt x="4623154" y="721972"/>
                  </a:lnTo>
                  <a:lnTo>
                    <a:pt x="4623249" y="721972"/>
                  </a:lnTo>
                  <a:lnTo>
                    <a:pt x="4623249" y="717060"/>
                  </a:lnTo>
                  <a:lnTo>
                    <a:pt x="4623343" y="717060"/>
                  </a:lnTo>
                  <a:lnTo>
                    <a:pt x="4623437" y="717060"/>
                  </a:lnTo>
                  <a:lnTo>
                    <a:pt x="4623531" y="717060"/>
                  </a:lnTo>
                  <a:lnTo>
                    <a:pt x="4623625" y="717060"/>
                  </a:lnTo>
                  <a:lnTo>
                    <a:pt x="4623719" y="717060"/>
                  </a:lnTo>
                  <a:lnTo>
                    <a:pt x="4623814" y="717060"/>
                  </a:lnTo>
                  <a:lnTo>
                    <a:pt x="4623908" y="717060"/>
                  </a:lnTo>
                  <a:lnTo>
                    <a:pt x="4624002" y="717060"/>
                  </a:lnTo>
                  <a:lnTo>
                    <a:pt x="4624096" y="717060"/>
                  </a:lnTo>
                  <a:lnTo>
                    <a:pt x="4624190" y="717060"/>
                  </a:lnTo>
                  <a:lnTo>
                    <a:pt x="4624284" y="717060"/>
                  </a:lnTo>
                  <a:lnTo>
                    <a:pt x="4624378" y="717060"/>
                  </a:lnTo>
                  <a:lnTo>
                    <a:pt x="4624473" y="717060"/>
                  </a:lnTo>
                  <a:lnTo>
                    <a:pt x="4624567" y="717060"/>
                  </a:lnTo>
                  <a:lnTo>
                    <a:pt x="4624661" y="717060"/>
                  </a:lnTo>
                  <a:lnTo>
                    <a:pt x="4624755" y="717060"/>
                  </a:lnTo>
                  <a:lnTo>
                    <a:pt x="4624849" y="717060"/>
                  </a:lnTo>
                  <a:lnTo>
                    <a:pt x="4624943" y="717060"/>
                  </a:lnTo>
                  <a:lnTo>
                    <a:pt x="4625037" y="717060"/>
                  </a:lnTo>
                  <a:lnTo>
                    <a:pt x="4625132" y="717060"/>
                  </a:lnTo>
                  <a:lnTo>
                    <a:pt x="4625226" y="717060"/>
                  </a:lnTo>
                  <a:lnTo>
                    <a:pt x="4625320" y="717060"/>
                  </a:lnTo>
                  <a:lnTo>
                    <a:pt x="4625414" y="717060"/>
                  </a:lnTo>
                  <a:lnTo>
                    <a:pt x="4625508" y="717060"/>
                  </a:lnTo>
                  <a:lnTo>
                    <a:pt x="4625602" y="717060"/>
                  </a:lnTo>
                  <a:lnTo>
                    <a:pt x="4625697" y="717060"/>
                  </a:lnTo>
                  <a:lnTo>
                    <a:pt x="4625791" y="717060"/>
                  </a:lnTo>
                  <a:lnTo>
                    <a:pt x="4625885" y="717060"/>
                  </a:lnTo>
                  <a:lnTo>
                    <a:pt x="4625979" y="717060"/>
                  </a:lnTo>
                  <a:lnTo>
                    <a:pt x="4626073" y="717060"/>
                  </a:lnTo>
                  <a:lnTo>
                    <a:pt x="4626167" y="717060"/>
                  </a:lnTo>
                  <a:lnTo>
                    <a:pt x="4626261" y="717060"/>
                  </a:lnTo>
                  <a:lnTo>
                    <a:pt x="4626356" y="717060"/>
                  </a:lnTo>
                  <a:lnTo>
                    <a:pt x="4626450" y="717060"/>
                  </a:lnTo>
                  <a:lnTo>
                    <a:pt x="4626544" y="717060"/>
                  </a:lnTo>
                  <a:lnTo>
                    <a:pt x="4626638" y="717060"/>
                  </a:lnTo>
                  <a:lnTo>
                    <a:pt x="4626732" y="717060"/>
                  </a:lnTo>
                  <a:lnTo>
                    <a:pt x="4626826" y="717060"/>
                  </a:lnTo>
                  <a:lnTo>
                    <a:pt x="4626921" y="717060"/>
                  </a:lnTo>
                  <a:lnTo>
                    <a:pt x="4627015" y="717060"/>
                  </a:lnTo>
                  <a:lnTo>
                    <a:pt x="4627109" y="717060"/>
                  </a:lnTo>
                  <a:lnTo>
                    <a:pt x="4627203" y="717060"/>
                  </a:lnTo>
                  <a:lnTo>
                    <a:pt x="4627297" y="717060"/>
                  </a:lnTo>
                  <a:lnTo>
                    <a:pt x="4627391" y="717060"/>
                  </a:lnTo>
                  <a:lnTo>
                    <a:pt x="4627485" y="717060"/>
                  </a:lnTo>
                  <a:lnTo>
                    <a:pt x="4627580" y="717060"/>
                  </a:lnTo>
                  <a:lnTo>
                    <a:pt x="4627674" y="717060"/>
                  </a:lnTo>
                  <a:lnTo>
                    <a:pt x="4627768" y="717060"/>
                  </a:lnTo>
                  <a:lnTo>
                    <a:pt x="4627862" y="717060"/>
                  </a:lnTo>
                  <a:lnTo>
                    <a:pt x="4627956" y="717060"/>
                  </a:lnTo>
                  <a:lnTo>
                    <a:pt x="4628050" y="717060"/>
                  </a:lnTo>
                  <a:lnTo>
                    <a:pt x="4628145" y="717060"/>
                  </a:lnTo>
                  <a:lnTo>
                    <a:pt x="4628239" y="717060"/>
                  </a:lnTo>
                  <a:lnTo>
                    <a:pt x="4628333" y="717060"/>
                  </a:lnTo>
                  <a:lnTo>
                    <a:pt x="4628427" y="717060"/>
                  </a:lnTo>
                  <a:lnTo>
                    <a:pt x="4628521" y="717060"/>
                  </a:lnTo>
                  <a:lnTo>
                    <a:pt x="4628615" y="717060"/>
                  </a:lnTo>
                  <a:lnTo>
                    <a:pt x="4628709" y="717060"/>
                  </a:lnTo>
                  <a:lnTo>
                    <a:pt x="4628804" y="717060"/>
                  </a:lnTo>
                  <a:lnTo>
                    <a:pt x="4628898" y="717060"/>
                  </a:lnTo>
                  <a:lnTo>
                    <a:pt x="4628992" y="717060"/>
                  </a:lnTo>
                  <a:lnTo>
                    <a:pt x="4629086" y="717060"/>
                  </a:lnTo>
                  <a:lnTo>
                    <a:pt x="4629180" y="717060"/>
                  </a:lnTo>
                  <a:lnTo>
                    <a:pt x="4629274" y="717060"/>
                  </a:lnTo>
                  <a:lnTo>
                    <a:pt x="4629368" y="717060"/>
                  </a:lnTo>
                  <a:lnTo>
                    <a:pt x="4629463" y="717060"/>
                  </a:lnTo>
                  <a:lnTo>
                    <a:pt x="4629557" y="717060"/>
                  </a:lnTo>
                  <a:lnTo>
                    <a:pt x="4629651" y="717060"/>
                  </a:lnTo>
                  <a:lnTo>
                    <a:pt x="4629745" y="717060"/>
                  </a:lnTo>
                  <a:lnTo>
                    <a:pt x="4629839" y="717060"/>
                  </a:lnTo>
                  <a:lnTo>
                    <a:pt x="4629933" y="717060"/>
                  </a:lnTo>
                  <a:lnTo>
                    <a:pt x="4630028" y="717060"/>
                  </a:lnTo>
                  <a:lnTo>
                    <a:pt x="4630122" y="717060"/>
                  </a:lnTo>
                  <a:lnTo>
                    <a:pt x="4630216" y="717060"/>
                  </a:lnTo>
                  <a:lnTo>
                    <a:pt x="4630310" y="717060"/>
                  </a:lnTo>
                  <a:lnTo>
                    <a:pt x="4630404" y="717060"/>
                  </a:lnTo>
                  <a:lnTo>
                    <a:pt x="4630498" y="717060"/>
                  </a:lnTo>
                  <a:lnTo>
                    <a:pt x="4630592" y="717060"/>
                  </a:lnTo>
                  <a:lnTo>
                    <a:pt x="4630687" y="717060"/>
                  </a:lnTo>
                  <a:lnTo>
                    <a:pt x="4630781" y="717060"/>
                  </a:lnTo>
                  <a:lnTo>
                    <a:pt x="4630875" y="717060"/>
                  </a:lnTo>
                  <a:lnTo>
                    <a:pt x="4630969" y="717060"/>
                  </a:lnTo>
                  <a:lnTo>
                    <a:pt x="4631063" y="717060"/>
                  </a:lnTo>
                  <a:lnTo>
                    <a:pt x="4631157" y="717060"/>
                  </a:lnTo>
                  <a:lnTo>
                    <a:pt x="4631252" y="717060"/>
                  </a:lnTo>
                  <a:lnTo>
                    <a:pt x="4631346" y="717060"/>
                  </a:lnTo>
                  <a:lnTo>
                    <a:pt x="4631440" y="717060"/>
                  </a:lnTo>
                  <a:lnTo>
                    <a:pt x="4631534" y="717060"/>
                  </a:lnTo>
                  <a:lnTo>
                    <a:pt x="4631534" y="712149"/>
                  </a:lnTo>
                  <a:lnTo>
                    <a:pt x="4631628" y="712149"/>
                  </a:lnTo>
                  <a:lnTo>
                    <a:pt x="4631722" y="712149"/>
                  </a:lnTo>
                  <a:lnTo>
                    <a:pt x="4631816" y="712149"/>
                  </a:lnTo>
                  <a:lnTo>
                    <a:pt x="4631911" y="712149"/>
                  </a:lnTo>
                  <a:lnTo>
                    <a:pt x="4632005" y="712149"/>
                  </a:lnTo>
                  <a:lnTo>
                    <a:pt x="4632099" y="712149"/>
                  </a:lnTo>
                  <a:lnTo>
                    <a:pt x="4632193" y="712149"/>
                  </a:lnTo>
                  <a:lnTo>
                    <a:pt x="4632287" y="712149"/>
                  </a:lnTo>
                  <a:lnTo>
                    <a:pt x="4632381" y="712149"/>
                  </a:lnTo>
                  <a:lnTo>
                    <a:pt x="4632476" y="712149"/>
                  </a:lnTo>
                  <a:lnTo>
                    <a:pt x="4632570" y="712149"/>
                  </a:lnTo>
                  <a:lnTo>
                    <a:pt x="4632664" y="712149"/>
                  </a:lnTo>
                  <a:lnTo>
                    <a:pt x="4632758" y="712149"/>
                  </a:lnTo>
                  <a:lnTo>
                    <a:pt x="4632852" y="712149"/>
                  </a:lnTo>
                  <a:lnTo>
                    <a:pt x="4632946" y="712149"/>
                  </a:lnTo>
                  <a:lnTo>
                    <a:pt x="4633040" y="712149"/>
                  </a:lnTo>
                  <a:lnTo>
                    <a:pt x="4633135" y="712149"/>
                  </a:lnTo>
                  <a:lnTo>
                    <a:pt x="4633229" y="712149"/>
                  </a:lnTo>
                  <a:lnTo>
                    <a:pt x="4633323" y="712149"/>
                  </a:lnTo>
                  <a:lnTo>
                    <a:pt x="4633417" y="712149"/>
                  </a:lnTo>
                  <a:lnTo>
                    <a:pt x="4633511" y="712149"/>
                  </a:lnTo>
                  <a:lnTo>
                    <a:pt x="4633605" y="712149"/>
                  </a:lnTo>
                  <a:lnTo>
                    <a:pt x="4633699" y="712149"/>
                  </a:lnTo>
                  <a:lnTo>
                    <a:pt x="4633794" y="712149"/>
                  </a:lnTo>
                  <a:lnTo>
                    <a:pt x="4633888" y="712149"/>
                  </a:lnTo>
                  <a:lnTo>
                    <a:pt x="4633982" y="712149"/>
                  </a:lnTo>
                  <a:lnTo>
                    <a:pt x="4634076" y="712149"/>
                  </a:lnTo>
                  <a:lnTo>
                    <a:pt x="4634170" y="712149"/>
                  </a:lnTo>
                  <a:lnTo>
                    <a:pt x="4634264" y="712149"/>
                  </a:lnTo>
                  <a:lnTo>
                    <a:pt x="4634359" y="712149"/>
                  </a:lnTo>
                  <a:lnTo>
                    <a:pt x="4634453" y="712149"/>
                  </a:lnTo>
                  <a:lnTo>
                    <a:pt x="4634547" y="712149"/>
                  </a:lnTo>
                  <a:lnTo>
                    <a:pt x="4634641" y="712149"/>
                  </a:lnTo>
                  <a:lnTo>
                    <a:pt x="4634735" y="712149"/>
                  </a:lnTo>
                  <a:lnTo>
                    <a:pt x="4634829" y="712149"/>
                  </a:lnTo>
                  <a:lnTo>
                    <a:pt x="4634923" y="712149"/>
                  </a:lnTo>
                  <a:lnTo>
                    <a:pt x="4635018" y="712149"/>
                  </a:lnTo>
                  <a:lnTo>
                    <a:pt x="4635112" y="712149"/>
                  </a:lnTo>
                  <a:lnTo>
                    <a:pt x="4635206" y="712149"/>
                  </a:lnTo>
                  <a:lnTo>
                    <a:pt x="4635300" y="712149"/>
                  </a:lnTo>
                  <a:lnTo>
                    <a:pt x="4635394" y="712149"/>
                  </a:lnTo>
                  <a:lnTo>
                    <a:pt x="4635488" y="712149"/>
                  </a:lnTo>
                  <a:lnTo>
                    <a:pt x="4635583" y="712149"/>
                  </a:lnTo>
                  <a:lnTo>
                    <a:pt x="4635677" y="712149"/>
                  </a:lnTo>
                  <a:lnTo>
                    <a:pt x="4635771" y="712149"/>
                  </a:lnTo>
                  <a:lnTo>
                    <a:pt x="4635865" y="712149"/>
                  </a:lnTo>
                  <a:lnTo>
                    <a:pt x="4635959" y="712149"/>
                  </a:lnTo>
                  <a:lnTo>
                    <a:pt x="4636053" y="712149"/>
                  </a:lnTo>
                  <a:lnTo>
                    <a:pt x="4636147" y="712149"/>
                  </a:lnTo>
                  <a:lnTo>
                    <a:pt x="4636242" y="712149"/>
                  </a:lnTo>
                  <a:lnTo>
                    <a:pt x="4636336" y="712149"/>
                  </a:lnTo>
                  <a:lnTo>
                    <a:pt x="4636430" y="712149"/>
                  </a:lnTo>
                  <a:lnTo>
                    <a:pt x="4636524" y="712149"/>
                  </a:lnTo>
                  <a:lnTo>
                    <a:pt x="4636618" y="712149"/>
                  </a:lnTo>
                  <a:lnTo>
                    <a:pt x="4636712" y="712149"/>
                  </a:lnTo>
                  <a:lnTo>
                    <a:pt x="4636807" y="712149"/>
                  </a:lnTo>
                  <a:lnTo>
                    <a:pt x="4636901" y="712149"/>
                  </a:lnTo>
                  <a:lnTo>
                    <a:pt x="4636995" y="712149"/>
                  </a:lnTo>
                  <a:lnTo>
                    <a:pt x="4637089" y="712149"/>
                  </a:lnTo>
                  <a:lnTo>
                    <a:pt x="4637183" y="712149"/>
                  </a:lnTo>
                  <a:lnTo>
                    <a:pt x="4637277" y="712149"/>
                  </a:lnTo>
                  <a:lnTo>
                    <a:pt x="4637371" y="712149"/>
                  </a:lnTo>
                  <a:lnTo>
                    <a:pt x="4637466" y="712149"/>
                  </a:lnTo>
                  <a:lnTo>
                    <a:pt x="4637560" y="712149"/>
                  </a:lnTo>
                  <a:lnTo>
                    <a:pt x="4637654" y="712149"/>
                  </a:lnTo>
                  <a:lnTo>
                    <a:pt x="4637748" y="712149"/>
                  </a:lnTo>
                  <a:lnTo>
                    <a:pt x="4637842" y="712149"/>
                  </a:lnTo>
                  <a:lnTo>
                    <a:pt x="4637936" y="712149"/>
                  </a:lnTo>
                  <a:lnTo>
                    <a:pt x="4638030" y="712149"/>
                  </a:lnTo>
                  <a:lnTo>
                    <a:pt x="4638125" y="712149"/>
                  </a:lnTo>
                  <a:lnTo>
                    <a:pt x="4638219" y="712149"/>
                  </a:lnTo>
                  <a:lnTo>
                    <a:pt x="4638313" y="712149"/>
                  </a:lnTo>
                  <a:lnTo>
                    <a:pt x="4638407" y="712149"/>
                  </a:lnTo>
                  <a:lnTo>
                    <a:pt x="4638501" y="712149"/>
                  </a:lnTo>
                  <a:lnTo>
                    <a:pt x="4638595" y="712149"/>
                  </a:lnTo>
                  <a:lnTo>
                    <a:pt x="4638690" y="712149"/>
                  </a:lnTo>
                  <a:lnTo>
                    <a:pt x="4638784" y="712149"/>
                  </a:lnTo>
                  <a:lnTo>
                    <a:pt x="4638878" y="712149"/>
                  </a:lnTo>
                  <a:lnTo>
                    <a:pt x="4638972" y="712149"/>
                  </a:lnTo>
                  <a:lnTo>
                    <a:pt x="4639066" y="712149"/>
                  </a:lnTo>
                  <a:lnTo>
                    <a:pt x="4639160" y="712149"/>
                  </a:lnTo>
                  <a:lnTo>
                    <a:pt x="4639254" y="712149"/>
                  </a:lnTo>
                  <a:lnTo>
                    <a:pt x="4639349" y="712149"/>
                  </a:lnTo>
                  <a:lnTo>
                    <a:pt x="4639443" y="712149"/>
                  </a:lnTo>
                  <a:lnTo>
                    <a:pt x="4639537" y="712149"/>
                  </a:lnTo>
                  <a:lnTo>
                    <a:pt x="4639631" y="712149"/>
                  </a:lnTo>
                  <a:lnTo>
                    <a:pt x="4639725" y="712149"/>
                  </a:lnTo>
                  <a:lnTo>
                    <a:pt x="4639819" y="712149"/>
                  </a:lnTo>
                  <a:lnTo>
                    <a:pt x="4639914" y="712149"/>
                  </a:lnTo>
                  <a:lnTo>
                    <a:pt x="4640008" y="712149"/>
                  </a:lnTo>
                  <a:lnTo>
                    <a:pt x="4640102" y="712149"/>
                  </a:lnTo>
                  <a:lnTo>
                    <a:pt x="4640196" y="712149"/>
                  </a:lnTo>
                  <a:lnTo>
                    <a:pt x="4640290" y="712149"/>
                  </a:lnTo>
                  <a:lnTo>
                    <a:pt x="4640384" y="712149"/>
                  </a:lnTo>
                  <a:lnTo>
                    <a:pt x="4640478" y="712149"/>
                  </a:lnTo>
                  <a:lnTo>
                    <a:pt x="4640573" y="712149"/>
                  </a:lnTo>
                  <a:lnTo>
                    <a:pt x="4640667" y="712149"/>
                  </a:lnTo>
                  <a:lnTo>
                    <a:pt x="4640761" y="712149"/>
                  </a:lnTo>
                  <a:lnTo>
                    <a:pt x="4640855" y="712149"/>
                  </a:lnTo>
                  <a:lnTo>
                    <a:pt x="4640949" y="712149"/>
                  </a:lnTo>
                  <a:lnTo>
                    <a:pt x="4641043" y="712149"/>
                  </a:lnTo>
                  <a:lnTo>
                    <a:pt x="4641138" y="712149"/>
                  </a:lnTo>
                  <a:lnTo>
                    <a:pt x="4641232" y="712149"/>
                  </a:lnTo>
                  <a:lnTo>
                    <a:pt x="4641326" y="712149"/>
                  </a:lnTo>
                  <a:lnTo>
                    <a:pt x="4641420" y="712149"/>
                  </a:lnTo>
                  <a:lnTo>
                    <a:pt x="4641514" y="712149"/>
                  </a:lnTo>
                  <a:lnTo>
                    <a:pt x="4641608" y="712149"/>
                  </a:lnTo>
                  <a:lnTo>
                    <a:pt x="4641702" y="712149"/>
                  </a:lnTo>
                  <a:lnTo>
                    <a:pt x="4641797" y="712149"/>
                  </a:lnTo>
                  <a:lnTo>
                    <a:pt x="4641891" y="712149"/>
                  </a:lnTo>
                  <a:lnTo>
                    <a:pt x="4641985" y="712149"/>
                  </a:lnTo>
                  <a:lnTo>
                    <a:pt x="4642079" y="712149"/>
                  </a:lnTo>
                  <a:lnTo>
                    <a:pt x="4642173" y="712149"/>
                  </a:lnTo>
                  <a:lnTo>
                    <a:pt x="4642267" y="712149"/>
                  </a:lnTo>
                  <a:lnTo>
                    <a:pt x="4642361" y="712149"/>
                  </a:lnTo>
                  <a:lnTo>
                    <a:pt x="4642456" y="712149"/>
                  </a:lnTo>
                  <a:lnTo>
                    <a:pt x="4642550" y="712149"/>
                  </a:lnTo>
                  <a:lnTo>
                    <a:pt x="4642644" y="712149"/>
                  </a:lnTo>
                  <a:lnTo>
                    <a:pt x="4642738" y="712149"/>
                  </a:lnTo>
                  <a:lnTo>
                    <a:pt x="4642832" y="712149"/>
                  </a:lnTo>
                  <a:lnTo>
                    <a:pt x="4642832" y="707237"/>
                  </a:lnTo>
                  <a:lnTo>
                    <a:pt x="4642926" y="707237"/>
                  </a:lnTo>
                  <a:lnTo>
                    <a:pt x="4642926" y="702326"/>
                  </a:lnTo>
                  <a:lnTo>
                    <a:pt x="4643021" y="702326"/>
                  </a:lnTo>
                  <a:lnTo>
                    <a:pt x="4643115" y="702326"/>
                  </a:lnTo>
                  <a:lnTo>
                    <a:pt x="4643209" y="702326"/>
                  </a:lnTo>
                  <a:lnTo>
                    <a:pt x="4643303" y="702326"/>
                  </a:lnTo>
                  <a:lnTo>
                    <a:pt x="4643397" y="702326"/>
                  </a:lnTo>
                  <a:lnTo>
                    <a:pt x="4643491" y="702326"/>
                  </a:lnTo>
                  <a:lnTo>
                    <a:pt x="4643585" y="702326"/>
                  </a:lnTo>
                  <a:lnTo>
                    <a:pt x="4643680" y="702326"/>
                  </a:lnTo>
                  <a:lnTo>
                    <a:pt x="4643774" y="702326"/>
                  </a:lnTo>
                  <a:lnTo>
                    <a:pt x="4643868" y="702326"/>
                  </a:lnTo>
                  <a:lnTo>
                    <a:pt x="4643962" y="702326"/>
                  </a:lnTo>
                  <a:lnTo>
                    <a:pt x="4644056" y="702326"/>
                  </a:lnTo>
                  <a:lnTo>
                    <a:pt x="4644150" y="702326"/>
                  </a:lnTo>
                  <a:lnTo>
                    <a:pt x="4644245" y="702326"/>
                  </a:lnTo>
                  <a:lnTo>
                    <a:pt x="4644339" y="702326"/>
                  </a:lnTo>
                  <a:lnTo>
                    <a:pt x="4644433" y="702326"/>
                  </a:lnTo>
                  <a:lnTo>
                    <a:pt x="4644527" y="702326"/>
                  </a:lnTo>
                  <a:lnTo>
                    <a:pt x="4644621" y="702326"/>
                  </a:lnTo>
                  <a:lnTo>
                    <a:pt x="4644715" y="702326"/>
                  </a:lnTo>
                  <a:lnTo>
                    <a:pt x="4644809" y="702326"/>
                  </a:lnTo>
                  <a:lnTo>
                    <a:pt x="4644904" y="702326"/>
                  </a:lnTo>
                  <a:lnTo>
                    <a:pt x="4644998" y="702326"/>
                  </a:lnTo>
                  <a:lnTo>
                    <a:pt x="4645092" y="702326"/>
                  </a:lnTo>
                  <a:lnTo>
                    <a:pt x="4645186" y="702326"/>
                  </a:lnTo>
                  <a:lnTo>
                    <a:pt x="4645280" y="702326"/>
                  </a:lnTo>
                  <a:lnTo>
                    <a:pt x="4645374" y="702326"/>
                  </a:lnTo>
                  <a:lnTo>
                    <a:pt x="4645469" y="702326"/>
                  </a:lnTo>
                  <a:lnTo>
                    <a:pt x="4645563" y="702326"/>
                  </a:lnTo>
                  <a:lnTo>
                    <a:pt x="4645657" y="702326"/>
                  </a:lnTo>
                  <a:lnTo>
                    <a:pt x="4645751" y="702326"/>
                  </a:lnTo>
                  <a:lnTo>
                    <a:pt x="4645845" y="702326"/>
                  </a:lnTo>
                  <a:lnTo>
                    <a:pt x="4645939" y="702326"/>
                  </a:lnTo>
                  <a:lnTo>
                    <a:pt x="4646033" y="702326"/>
                  </a:lnTo>
                  <a:lnTo>
                    <a:pt x="4646128" y="702326"/>
                  </a:lnTo>
                  <a:lnTo>
                    <a:pt x="4646222" y="702326"/>
                  </a:lnTo>
                  <a:lnTo>
                    <a:pt x="4646316" y="702326"/>
                  </a:lnTo>
                  <a:lnTo>
                    <a:pt x="4646410" y="702326"/>
                  </a:lnTo>
                  <a:lnTo>
                    <a:pt x="4646504" y="702326"/>
                  </a:lnTo>
                  <a:lnTo>
                    <a:pt x="4646598" y="702326"/>
                  </a:lnTo>
                  <a:lnTo>
                    <a:pt x="4646692" y="702326"/>
                  </a:lnTo>
                  <a:lnTo>
                    <a:pt x="4646787" y="702326"/>
                  </a:lnTo>
                  <a:lnTo>
                    <a:pt x="4646881" y="702326"/>
                  </a:lnTo>
                  <a:lnTo>
                    <a:pt x="4646975" y="702326"/>
                  </a:lnTo>
                  <a:lnTo>
                    <a:pt x="4647069" y="702326"/>
                  </a:lnTo>
                  <a:lnTo>
                    <a:pt x="4647163" y="702326"/>
                  </a:lnTo>
                  <a:lnTo>
                    <a:pt x="4647257" y="702326"/>
                  </a:lnTo>
                  <a:lnTo>
                    <a:pt x="4647352" y="702326"/>
                  </a:lnTo>
                  <a:lnTo>
                    <a:pt x="4647446" y="702326"/>
                  </a:lnTo>
                  <a:lnTo>
                    <a:pt x="4647540" y="702326"/>
                  </a:lnTo>
                  <a:lnTo>
                    <a:pt x="4647634" y="702326"/>
                  </a:lnTo>
                  <a:lnTo>
                    <a:pt x="4647728" y="702326"/>
                  </a:lnTo>
                  <a:lnTo>
                    <a:pt x="4647822" y="702326"/>
                  </a:lnTo>
                  <a:lnTo>
                    <a:pt x="4647916" y="702326"/>
                  </a:lnTo>
                  <a:lnTo>
                    <a:pt x="4648011" y="702326"/>
                  </a:lnTo>
                  <a:lnTo>
                    <a:pt x="4648105" y="702326"/>
                  </a:lnTo>
                  <a:lnTo>
                    <a:pt x="4648199" y="702326"/>
                  </a:lnTo>
                  <a:lnTo>
                    <a:pt x="4648293" y="702326"/>
                  </a:lnTo>
                  <a:lnTo>
                    <a:pt x="4648387" y="702326"/>
                  </a:lnTo>
                  <a:lnTo>
                    <a:pt x="4648481" y="702326"/>
                  </a:lnTo>
                  <a:lnTo>
                    <a:pt x="4648576" y="702326"/>
                  </a:lnTo>
                  <a:lnTo>
                    <a:pt x="4648670" y="702326"/>
                  </a:lnTo>
                  <a:lnTo>
                    <a:pt x="4648764" y="702326"/>
                  </a:lnTo>
                  <a:lnTo>
                    <a:pt x="4648858" y="702326"/>
                  </a:lnTo>
                  <a:lnTo>
                    <a:pt x="4648952" y="702326"/>
                  </a:lnTo>
                  <a:lnTo>
                    <a:pt x="4649046" y="702326"/>
                  </a:lnTo>
                  <a:lnTo>
                    <a:pt x="4649140" y="702326"/>
                  </a:lnTo>
                  <a:lnTo>
                    <a:pt x="4649235" y="702326"/>
                  </a:lnTo>
                  <a:lnTo>
                    <a:pt x="4649329" y="702326"/>
                  </a:lnTo>
                  <a:lnTo>
                    <a:pt x="4649423" y="702326"/>
                  </a:lnTo>
                  <a:lnTo>
                    <a:pt x="4649517" y="702326"/>
                  </a:lnTo>
                  <a:lnTo>
                    <a:pt x="4649611" y="702326"/>
                  </a:lnTo>
                  <a:lnTo>
                    <a:pt x="4649705" y="702326"/>
                  </a:lnTo>
                  <a:lnTo>
                    <a:pt x="4649800" y="702326"/>
                  </a:lnTo>
                  <a:lnTo>
                    <a:pt x="4649894" y="702326"/>
                  </a:lnTo>
                  <a:lnTo>
                    <a:pt x="4649988" y="702326"/>
                  </a:lnTo>
                  <a:lnTo>
                    <a:pt x="4650082" y="702326"/>
                  </a:lnTo>
                  <a:lnTo>
                    <a:pt x="4650176" y="702326"/>
                  </a:lnTo>
                  <a:lnTo>
                    <a:pt x="4650270" y="702326"/>
                  </a:lnTo>
                  <a:lnTo>
                    <a:pt x="4650364" y="702326"/>
                  </a:lnTo>
                  <a:lnTo>
                    <a:pt x="4650459" y="702326"/>
                  </a:lnTo>
                  <a:lnTo>
                    <a:pt x="4650553" y="702326"/>
                  </a:lnTo>
                  <a:lnTo>
                    <a:pt x="4650647" y="702326"/>
                  </a:lnTo>
                  <a:lnTo>
                    <a:pt x="4650741" y="702326"/>
                  </a:lnTo>
                  <a:lnTo>
                    <a:pt x="4650835" y="702326"/>
                  </a:lnTo>
                  <a:lnTo>
                    <a:pt x="4650929" y="702326"/>
                  </a:lnTo>
                  <a:lnTo>
                    <a:pt x="4651023" y="702326"/>
                  </a:lnTo>
                  <a:lnTo>
                    <a:pt x="4651118" y="702326"/>
                  </a:lnTo>
                  <a:lnTo>
                    <a:pt x="4651212" y="702326"/>
                  </a:lnTo>
                  <a:lnTo>
                    <a:pt x="4651306" y="702326"/>
                  </a:lnTo>
                  <a:lnTo>
                    <a:pt x="4651400" y="702326"/>
                  </a:lnTo>
                  <a:lnTo>
                    <a:pt x="4651494" y="702326"/>
                  </a:lnTo>
                  <a:lnTo>
                    <a:pt x="4651588" y="702326"/>
                  </a:lnTo>
                  <a:lnTo>
                    <a:pt x="4651683" y="702326"/>
                  </a:lnTo>
                  <a:lnTo>
                    <a:pt x="4651777" y="702326"/>
                  </a:lnTo>
                  <a:lnTo>
                    <a:pt x="4651871" y="702326"/>
                  </a:lnTo>
                  <a:lnTo>
                    <a:pt x="4651965" y="702326"/>
                  </a:lnTo>
                  <a:lnTo>
                    <a:pt x="4652059" y="702326"/>
                  </a:lnTo>
                  <a:lnTo>
                    <a:pt x="4652153" y="702326"/>
                  </a:lnTo>
                  <a:lnTo>
                    <a:pt x="4652247" y="702326"/>
                  </a:lnTo>
                  <a:lnTo>
                    <a:pt x="4652342" y="702326"/>
                  </a:lnTo>
                  <a:lnTo>
                    <a:pt x="4652436" y="702326"/>
                  </a:lnTo>
                  <a:lnTo>
                    <a:pt x="4652530" y="702326"/>
                  </a:lnTo>
                  <a:lnTo>
                    <a:pt x="4652624" y="702326"/>
                  </a:lnTo>
                  <a:lnTo>
                    <a:pt x="4652718" y="702326"/>
                  </a:lnTo>
                  <a:lnTo>
                    <a:pt x="4652812" y="702326"/>
                  </a:lnTo>
                  <a:lnTo>
                    <a:pt x="4652907" y="702326"/>
                  </a:lnTo>
                  <a:lnTo>
                    <a:pt x="4653001" y="702326"/>
                  </a:lnTo>
                  <a:lnTo>
                    <a:pt x="4653095" y="702326"/>
                  </a:lnTo>
                  <a:lnTo>
                    <a:pt x="4653189" y="702326"/>
                  </a:lnTo>
                  <a:lnTo>
                    <a:pt x="4653283" y="702326"/>
                  </a:lnTo>
                  <a:lnTo>
                    <a:pt x="4653377" y="702326"/>
                  </a:lnTo>
                  <a:lnTo>
                    <a:pt x="4653471" y="702326"/>
                  </a:lnTo>
                  <a:lnTo>
                    <a:pt x="4653566" y="702326"/>
                  </a:lnTo>
                  <a:lnTo>
                    <a:pt x="4653660" y="702326"/>
                  </a:lnTo>
                  <a:lnTo>
                    <a:pt x="4653754" y="702326"/>
                  </a:lnTo>
                  <a:lnTo>
                    <a:pt x="4653848" y="702326"/>
                  </a:lnTo>
                  <a:lnTo>
                    <a:pt x="4653942" y="702326"/>
                  </a:lnTo>
                  <a:lnTo>
                    <a:pt x="4654036" y="702326"/>
                  </a:lnTo>
                  <a:lnTo>
                    <a:pt x="4654131" y="702326"/>
                  </a:lnTo>
                  <a:lnTo>
                    <a:pt x="4654225" y="702326"/>
                  </a:lnTo>
                  <a:lnTo>
                    <a:pt x="4654319" y="702326"/>
                  </a:lnTo>
                  <a:lnTo>
                    <a:pt x="4654413" y="702326"/>
                  </a:lnTo>
                  <a:lnTo>
                    <a:pt x="4654507" y="702326"/>
                  </a:lnTo>
                  <a:lnTo>
                    <a:pt x="4654601" y="702326"/>
                  </a:lnTo>
                  <a:lnTo>
                    <a:pt x="4654695" y="702326"/>
                  </a:lnTo>
                  <a:lnTo>
                    <a:pt x="4654790" y="702326"/>
                  </a:lnTo>
                  <a:lnTo>
                    <a:pt x="4654884" y="702326"/>
                  </a:lnTo>
                  <a:lnTo>
                    <a:pt x="4654978" y="702326"/>
                  </a:lnTo>
                  <a:lnTo>
                    <a:pt x="4655072" y="702326"/>
                  </a:lnTo>
                  <a:lnTo>
                    <a:pt x="4655166" y="702326"/>
                  </a:lnTo>
                  <a:lnTo>
                    <a:pt x="4655260" y="702326"/>
                  </a:lnTo>
                  <a:lnTo>
                    <a:pt x="4655354" y="702326"/>
                  </a:lnTo>
                  <a:lnTo>
                    <a:pt x="4655449" y="702326"/>
                  </a:lnTo>
                  <a:lnTo>
                    <a:pt x="4655543" y="702326"/>
                  </a:lnTo>
                  <a:lnTo>
                    <a:pt x="4655637" y="702326"/>
                  </a:lnTo>
                  <a:lnTo>
                    <a:pt x="4655731" y="702326"/>
                  </a:lnTo>
                  <a:lnTo>
                    <a:pt x="4655731" y="697415"/>
                  </a:lnTo>
                  <a:lnTo>
                    <a:pt x="4655825" y="697415"/>
                  </a:lnTo>
                  <a:lnTo>
                    <a:pt x="4655919" y="697415"/>
                  </a:lnTo>
                  <a:lnTo>
                    <a:pt x="4656014" y="697415"/>
                  </a:lnTo>
                  <a:lnTo>
                    <a:pt x="4656108" y="697415"/>
                  </a:lnTo>
                  <a:lnTo>
                    <a:pt x="4656202" y="697415"/>
                  </a:lnTo>
                  <a:lnTo>
                    <a:pt x="4656296" y="697415"/>
                  </a:lnTo>
                  <a:lnTo>
                    <a:pt x="4656390" y="697415"/>
                  </a:lnTo>
                  <a:lnTo>
                    <a:pt x="4656484" y="697415"/>
                  </a:lnTo>
                  <a:lnTo>
                    <a:pt x="4656578" y="697415"/>
                  </a:lnTo>
                  <a:lnTo>
                    <a:pt x="4656673" y="697415"/>
                  </a:lnTo>
                  <a:lnTo>
                    <a:pt x="4656767" y="697415"/>
                  </a:lnTo>
                  <a:lnTo>
                    <a:pt x="4656861" y="697415"/>
                  </a:lnTo>
                  <a:lnTo>
                    <a:pt x="4656955" y="697415"/>
                  </a:lnTo>
                  <a:lnTo>
                    <a:pt x="4657049" y="697415"/>
                  </a:lnTo>
                  <a:lnTo>
                    <a:pt x="4657143" y="697415"/>
                  </a:lnTo>
                  <a:lnTo>
                    <a:pt x="4657238" y="697415"/>
                  </a:lnTo>
                  <a:lnTo>
                    <a:pt x="4657332" y="697415"/>
                  </a:lnTo>
                  <a:lnTo>
                    <a:pt x="4657426" y="697415"/>
                  </a:lnTo>
                  <a:lnTo>
                    <a:pt x="4657520" y="697415"/>
                  </a:lnTo>
                  <a:lnTo>
                    <a:pt x="4657614" y="697415"/>
                  </a:lnTo>
                  <a:lnTo>
                    <a:pt x="4657708" y="697415"/>
                  </a:lnTo>
                  <a:lnTo>
                    <a:pt x="4657802" y="697415"/>
                  </a:lnTo>
                  <a:lnTo>
                    <a:pt x="4657897" y="697415"/>
                  </a:lnTo>
                  <a:lnTo>
                    <a:pt x="4657991" y="697415"/>
                  </a:lnTo>
                  <a:lnTo>
                    <a:pt x="4658085" y="697415"/>
                  </a:lnTo>
                  <a:lnTo>
                    <a:pt x="4658179" y="697415"/>
                  </a:lnTo>
                  <a:lnTo>
                    <a:pt x="4658273" y="697415"/>
                  </a:lnTo>
                  <a:lnTo>
                    <a:pt x="4658367" y="697415"/>
                  </a:lnTo>
                  <a:lnTo>
                    <a:pt x="4658462" y="697415"/>
                  </a:lnTo>
                  <a:lnTo>
                    <a:pt x="4658556" y="697415"/>
                  </a:lnTo>
                  <a:lnTo>
                    <a:pt x="4658650" y="697415"/>
                  </a:lnTo>
                  <a:lnTo>
                    <a:pt x="4658744" y="697415"/>
                  </a:lnTo>
                  <a:lnTo>
                    <a:pt x="4658838" y="697415"/>
                  </a:lnTo>
                  <a:lnTo>
                    <a:pt x="4658932" y="697415"/>
                  </a:lnTo>
                  <a:lnTo>
                    <a:pt x="4659026" y="697415"/>
                  </a:lnTo>
                  <a:lnTo>
                    <a:pt x="4659121" y="697415"/>
                  </a:lnTo>
                  <a:lnTo>
                    <a:pt x="4659215" y="697415"/>
                  </a:lnTo>
                  <a:lnTo>
                    <a:pt x="4659309" y="697415"/>
                  </a:lnTo>
                  <a:lnTo>
                    <a:pt x="4659403" y="697415"/>
                  </a:lnTo>
                  <a:lnTo>
                    <a:pt x="4659497" y="697415"/>
                  </a:lnTo>
                  <a:lnTo>
                    <a:pt x="4659591" y="697415"/>
                  </a:lnTo>
                  <a:lnTo>
                    <a:pt x="4659685" y="697415"/>
                  </a:lnTo>
                  <a:lnTo>
                    <a:pt x="4659780" y="697415"/>
                  </a:lnTo>
                  <a:lnTo>
                    <a:pt x="4659874" y="697415"/>
                  </a:lnTo>
                  <a:lnTo>
                    <a:pt x="4659968" y="697415"/>
                  </a:lnTo>
                  <a:lnTo>
                    <a:pt x="4660062" y="697415"/>
                  </a:lnTo>
                  <a:lnTo>
                    <a:pt x="4660156" y="697415"/>
                  </a:lnTo>
                  <a:lnTo>
                    <a:pt x="4660250" y="697415"/>
                  </a:lnTo>
                  <a:lnTo>
                    <a:pt x="4660345" y="697415"/>
                  </a:lnTo>
                  <a:lnTo>
                    <a:pt x="4660439" y="697415"/>
                  </a:lnTo>
                  <a:lnTo>
                    <a:pt x="4660533" y="697415"/>
                  </a:lnTo>
                  <a:lnTo>
                    <a:pt x="4660627" y="697415"/>
                  </a:lnTo>
                  <a:lnTo>
                    <a:pt x="4660721" y="697415"/>
                  </a:lnTo>
                  <a:lnTo>
                    <a:pt x="4660815" y="697415"/>
                  </a:lnTo>
                  <a:lnTo>
                    <a:pt x="4660909" y="697415"/>
                  </a:lnTo>
                  <a:lnTo>
                    <a:pt x="4661004" y="697415"/>
                  </a:lnTo>
                  <a:lnTo>
                    <a:pt x="4661098" y="697415"/>
                  </a:lnTo>
                  <a:lnTo>
                    <a:pt x="4661192" y="697415"/>
                  </a:lnTo>
                  <a:lnTo>
                    <a:pt x="4661286" y="697415"/>
                  </a:lnTo>
                  <a:lnTo>
                    <a:pt x="4661380" y="697415"/>
                  </a:lnTo>
                  <a:lnTo>
                    <a:pt x="4661474" y="697415"/>
                  </a:lnTo>
                  <a:lnTo>
                    <a:pt x="4661569" y="697415"/>
                  </a:lnTo>
                  <a:lnTo>
                    <a:pt x="4661663" y="697415"/>
                  </a:lnTo>
                  <a:lnTo>
                    <a:pt x="4661757" y="697415"/>
                  </a:lnTo>
                  <a:lnTo>
                    <a:pt x="4661851" y="697415"/>
                  </a:lnTo>
                  <a:lnTo>
                    <a:pt x="4661945" y="697415"/>
                  </a:lnTo>
                  <a:lnTo>
                    <a:pt x="4662039" y="697415"/>
                  </a:lnTo>
                  <a:lnTo>
                    <a:pt x="4662133" y="697415"/>
                  </a:lnTo>
                  <a:lnTo>
                    <a:pt x="4662228" y="697415"/>
                  </a:lnTo>
                  <a:lnTo>
                    <a:pt x="4662322" y="697415"/>
                  </a:lnTo>
                  <a:lnTo>
                    <a:pt x="4662416" y="697415"/>
                  </a:lnTo>
                  <a:lnTo>
                    <a:pt x="4662510" y="697415"/>
                  </a:lnTo>
                  <a:lnTo>
                    <a:pt x="4662604" y="697415"/>
                  </a:lnTo>
                  <a:lnTo>
                    <a:pt x="4662698" y="697415"/>
                  </a:lnTo>
                  <a:lnTo>
                    <a:pt x="4662793" y="697415"/>
                  </a:lnTo>
                  <a:lnTo>
                    <a:pt x="4662887" y="697415"/>
                  </a:lnTo>
                  <a:lnTo>
                    <a:pt x="4662981" y="697415"/>
                  </a:lnTo>
                  <a:lnTo>
                    <a:pt x="4663075" y="697415"/>
                  </a:lnTo>
                  <a:lnTo>
                    <a:pt x="4663169" y="697415"/>
                  </a:lnTo>
                  <a:lnTo>
                    <a:pt x="4663263" y="697415"/>
                  </a:lnTo>
                  <a:lnTo>
                    <a:pt x="4663357" y="697415"/>
                  </a:lnTo>
                  <a:lnTo>
                    <a:pt x="4663452" y="697415"/>
                  </a:lnTo>
                  <a:lnTo>
                    <a:pt x="4663546" y="697415"/>
                  </a:lnTo>
                  <a:lnTo>
                    <a:pt x="4663640" y="697415"/>
                  </a:lnTo>
                  <a:lnTo>
                    <a:pt x="4663734" y="697415"/>
                  </a:lnTo>
                  <a:lnTo>
                    <a:pt x="4663828" y="697415"/>
                  </a:lnTo>
                  <a:lnTo>
                    <a:pt x="4663922" y="697415"/>
                  </a:lnTo>
                  <a:lnTo>
                    <a:pt x="4664016" y="697415"/>
                  </a:lnTo>
                  <a:lnTo>
                    <a:pt x="4664111" y="697415"/>
                  </a:lnTo>
                  <a:lnTo>
                    <a:pt x="4664205" y="697415"/>
                  </a:lnTo>
                  <a:lnTo>
                    <a:pt x="4664299" y="697415"/>
                  </a:lnTo>
                  <a:lnTo>
                    <a:pt x="4664393" y="697415"/>
                  </a:lnTo>
                  <a:lnTo>
                    <a:pt x="4664487" y="697415"/>
                  </a:lnTo>
                  <a:lnTo>
                    <a:pt x="4664581" y="697415"/>
                  </a:lnTo>
                  <a:lnTo>
                    <a:pt x="4664581" y="692503"/>
                  </a:lnTo>
                  <a:lnTo>
                    <a:pt x="4664676" y="692503"/>
                  </a:lnTo>
                  <a:lnTo>
                    <a:pt x="4664770" y="692503"/>
                  </a:lnTo>
                  <a:lnTo>
                    <a:pt x="4664864" y="692503"/>
                  </a:lnTo>
                  <a:lnTo>
                    <a:pt x="4664958" y="692503"/>
                  </a:lnTo>
                  <a:lnTo>
                    <a:pt x="4665052" y="692503"/>
                  </a:lnTo>
                  <a:lnTo>
                    <a:pt x="4665146" y="692503"/>
                  </a:lnTo>
                  <a:lnTo>
                    <a:pt x="4665240" y="692503"/>
                  </a:lnTo>
                  <a:lnTo>
                    <a:pt x="4665335" y="692503"/>
                  </a:lnTo>
                  <a:lnTo>
                    <a:pt x="4665429" y="692503"/>
                  </a:lnTo>
                  <a:lnTo>
                    <a:pt x="4665523" y="692503"/>
                  </a:lnTo>
                  <a:lnTo>
                    <a:pt x="4665617" y="692503"/>
                  </a:lnTo>
                  <a:lnTo>
                    <a:pt x="4665711" y="692503"/>
                  </a:lnTo>
                  <a:lnTo>
                    <a:pt x="4665805" y="692503"/>
                  </a:lnTo>
                  <a:lnTo>
                    <a:pt x="4665900" y="692503"/>
                  </a:lnTo>
                  <a:lnTo>
                    <a:pt x="4665994" y="692503"/>
                  </a:lnTo>
                  <a:lnTo>
                    <a:pt x="4666088" y="692503"/>
                  </a:lnTo>
                  <a:lnTo>
                    <a:pt x="4666182" y="692503"/>
                  </a:lnTo>
                  <a:lnTo>
                    <a:pt x="4666276" y="692503"/>
                  </a:lnTo>
                  <a:lnTo>
                    <a:pt x="4666370" y="692503"/>
                  </a:lnTo>
                  <a:lnTo>
                    <a:pt x="4666464" y="692503"/>
                  </a:lnTo>
                  <a:lnTo>
                    <a:pt x="4666559" y="692503"/>
                  </a:lnTo>
                  <a:lnTo>
                    <a:pt x="4666653" y="692503"/>
                  </a:lnTo>
                  <a:lnTo>
                    <a:pt x="4666747" y="692503"/>
                  </a:lnTo>
                  <a:lnTo>
                    <a:pt x="4666841" y="692503"/>
                  </a:lnTo>
                  <a:lnTo>
                    <a:pt x="4666935" y="692503"/>
                  </a:lnTo>
                  <a:lnTo>
                    <a:pt x="4667029" y="692503"/>
                  </a:lnTo>
                  <a:lnTo>
                    <a:pt x="4667124" y="692503"/>
                  </a:lnTo>
                  <a:lnTo>
                    <a:pt x="4667218" y="692503"/>
                  </a:lnTo>
                  <a:lnTo>
                    <a:pt x="4667312" y="692503"/>
                  </a:lnTo>
                  <a:lnTo>
                    <a:pt x="4667406" y="692503"/>
                  </a:lnTo>
                  <a:lnTo>
                    <a:pt x="4667500" y="692503"/>
                  </a:lnTo>
                  <a:lnTo>
                    <a:pt x="4667594" y="692503"/>
                  </a:lnTo>
                  <a:lnTo>
                    <a:pt x="4667688" y="692503"/>
                  </a:lnTo>
                  <a:lnTo>
                    <a:pt x="4667783" y="692503"/>
                  </a:lnTo>
                  <a:lnTo>
                    <a:pt x="4667877" y="692503"/>
                  </a:lnTo>
                  <a:lnTo>
                    <a:pt x="4667971" y="692503"/>
                  </a:lnTo>
                  <a:lnTo>
                    <a:pt x="4668065" y="692503"/>
                  </a:lnTo>
                  <a:lnTo>
                    <a:pt x="4668159" y="692503"/>
                  </a:lnTo>
                  <a:lnTo>
                    <a:pt x="4668253" y="692503"/>
                  </a:lnTo>
                  <a:lnTo>
                    <a:pt x="4668347" y="692503"/>
                  </a:lnTo>
                  <a:lnTo>
                    <a:pt x="4668442" y="692503"/>
                  </a:lnTo>
                  <a:lnTo>
                    <a:pt x="4668536" y="692503"/>
                  </a:lnTo>
                  <a:lnTo>
                    <a:pt x="4668630" y="692503"/>
                  </a:lnTo>
                  <a:lnTo>
                    <a:pt x="4668724" y="692503"/>
                  </a:lnTo>
                  <a:lnTo>
                    <a:pt x="4668818" y="692503"/>
                  </a:lnTo>
                  <a:lnTo>
                    <a:pt x="4668912" y="692503"/>
                  </a:lnTo>
                  <a:lnTo>
                    <a:pt x="4669007" y="692503"/>
                  </a:lnTo>
                  <a:lnTo>
                    <a:pt x="4669101" y="692503"/>
                  </a:lnTo>
                  <a:lnTo>
                    <a:pt x="4669195" y="692503"/>
                  </a:lnTo>
                  <a:lnTo>
                    <a:pt x="4669289" y="692503"/>
                  </a:lnTo>
                  <a:lnTo>
                    <a:pt x="4669383" y="692503"/>
                  </a:lnTo>
                  <a:lnTo>
                    <a:pt x="4669477" y="692503"/>
                  </a:lnTo>
                  <a:lnTo>
                    <a:pt x="4669571" y="692503"/>
                  </a:lnTo>
                  <a:lnTo>
                    <a:pt x="4669666" y="692503"/>
                  </a:lnTo>
                  <a:lnTo>
                    <a:pt x="4669760" y="692503"/>
                  </a:lnTo>
                  <a:lnTo>
                    <a:pt x="4669854" y="692503"/>
                  </a:lnTo>
                  <a:lnTo>
                    <a:pt x="4669948" y="692503"/>
                  </a:lnTo>
                  <a:lnTo>
                    <a:pt x="4670042" y="692503"/>
                  </a:lnTo>
                  <a:lnTo>
                    <a:pt x="4670136" y="692503"/>
                  </a:lnTo>
                  <a:lnTo>
                    <a:pt x="4670231" y="692503"/>
                  </a:lnTo>
                  <a:lnTo>
                    <a:pt x="4670325" y="692503"/>
                  </a:lnTo>
                  <a:lnTo>
                    <a:pt x="4670419" y="692503"/>
                  </a:lnTo>
                  <a:lnTo>
                    <a:pt x="4670513" y="692503"/>
                  </a:lnTo>
                  <a:lnTo>
                    <a:pt x="4670607" y="692503"/>
                  </a:lnTo>
                  <a:lnTo>
                    <a:pt x="4670701" y="692503"/>
                  </a:lnTo>
                  <a:lnTo>
                    <a:pt x="4670795" y="692503"/>
                  </a:lnTo>
                  <a:lnTo>
                    <a:pt x="4670890" y="692503"/>
                  </a:lnTo>
                  <a:lnTo>
                    <a:pt x="4670984" y="692503"/>
                  </a:lnTo>
                  <a:lnTo>
                    <a:pt x="4671078" y="692503"/>
                  </a:lnTo>
                  <a:lnTo>
                    <a:pt x="4671172" y="692503"/>
                  </a:lnTo>
                  <a:lnTo>
                    <a:pt x="4671266" y="692503"/>
                  </a:lnTo>
                  <a:lnTo>
                    <a:pt x="4671360" y="692503"/>
                  </a:lnTo>
                  <a:lnTo>
                    <a:pt x="4671455" y="692503"/>
                  </a:lnTo>
                  <a:lnTo>
                    <a:pt x="4671549" y="692503"/>
                  </a:lnTo>
                  <a:lnTo>
                    <a:pt x="4671643" y="692503"/>
                  </a:lnTo>
                  <a:lnTo>
                    <a:pt x="4671737" y="692503"/>
                  </a:lnTo>
                  <a:lnTo>
                    <a:pt x="4671831" y="692503"/>
                  </a:lnTo>
                  <a:lnTo>
                    <a:pt x="4671925" y="692503"/>
                  </a:lnTo>
                  <a:lnTo>
                    <a:pt x="4672019" y="692503"/>
                  </a:lnTo>
                  <a:lnTo>
                    <a:pt x="4672114" y="692503"/>
                  </a:lnTo>
                  <a:lnTo>
                    <a:pt x="4672208" y="692503"/>
                  </a:lnTo>
                  <a:lnTo>
                    <a:pt x="4672302" y="692503"/>
                  </a:lnTo>
                  <a:lnTo>
                    <a:pt x="4672396" y="692503"/>
                  </a:lnTo>
                  <a:lnTo>
                    <a:pt x="4672490" y="692503"/>
                  </a:lnTo>
                  <a:lnTo>
                    <a:pt x="4672584" y="692503"/>
                  </a:lnTo>
                  <a:lnTo>
                    <a:pt x="4672678" y="692503"/>
                  </a:lnTo>
                  <a:lnTo>
                    <a:pt x="4672773" y="692503"/>
                  </a:lnTo>
                  <a:lnTo>
                    <a:pt x="4672867" y="692503"/>
                  </a:lnTo>
                  <a:lnTo>
                    <a:pt x="4672961" y="692503"/>
                  </a:lnTo>
                  <a:lnTo>
                    <a:pt x="4673055" y="692503"/>
                  </a:lnTo>
                  <a:lnTo>
                    <a:pt x="4673149" y="692503"/>
                  </a:lnTo>
                  <a:lnTo>
                    <a:pt x="4673243" y="692503"/>
                  </a:lnTo>
                  <a:lnTo>
                    <a:pt x="4673338" y="692503"/>
                  </a:lnTo>
                  <a:lnTo>
                    <a:pt x="4673432" y="692503"/>
                  </a:lnTo>
                  <a:lnTo>
                    <a:pt x="4673526" y="692503"/>
                  </a:lnTo>
                  <a:lnTo>
                    <a:pt x="4673620" y="692503"/>
                  </a:lnTo>
                  <a:lnTo>
                    <a:pt x="4673714" y="692503"/>
                  </a:lnTo>
                  <a:lnTo>
                    <a:pt x="4673808" y="692503"/>
                  </a:lnTo>
                  <a:lnTo>
                    <a:pt x="4673902" y="692503"/>
                  </a:lnTo>
                  <a:lnTo>
                    <a:pt x="4673997" y="692503"/>
                  </a:lnTo>
                  <a:lnTo>
                    <a:pt x="4674091" y="692503"/>
                  </a:lnTo>
                  <a:lnTo>
                    <a:pt x="4674185" y="692503"/>
                  </a:lnTo>
                  <a:lnTo>
                    <a:pt x="4674279" y="692503"/>
                  </a:lnTo>
                  <a:lnTo>
                    <a:pt x="4674373" y="692503"/>
                  </a:lnTo>
                  <a:lnTo>
                    <a:pt x="4674467" y="692503"/>
                  </a:lnTo>
                  <a:lnTo>
                    <a:pt x="4674562" y="692503"/>
                  </a:lnTo>
                  <a:lnTo>
                    <a:pt x="4674656" y="692503"/>
                  </a:lnTo>
                  <a:lnTo>
                    <a:pt x="4674750" y="692503"/>
                  </a:lnTo>
                  <a:lnTo>
                    <a:pt x="4674844" y="692503"/>
                  </a:lnTo>
                  <a:lnTo>
                    <a:pt x="4674938" y="692503"/>
                  </a:lnTo>
                  <a:lnTo>
                    <a:pt x="4675032" y="692503"/>
                  </a:lnTo>
                  <a:lnTo>
                    <a:pt x="4675126" y="692503"/>
                  </a:lnTo>
                  <a:lnTo>
                    <a:pt x="4675221" y="692503"/>
                  </a:lnTo>
                  <a:lnTo>
                    <a:pt x="4675315" y="692503"/>
                  </a:lnTo>
                  <a:lnTo>
                    <a:pt x="4675409" y="692503"/>
                  </a:lnTo>
                  <a:lnTo>
                    <a:pt x="4675503" y="692503"/>
                  </a:lnTo>
                  <a:lnTo>
                    <a:pt x="4675597" y="692503"/>
                  </a:lnTo>
                  <a:lnTo>
                    <a:pt x="4675691" y="692503"/>
                  </a:lnTo>
                  <a:lnTo>
                    <a:pt x="4675786" y="692503"/>
                  </a:lnTo>
                  <a:lnTo>
                    <a:pt x="4675880" y="692503"/>
                  </a:lnTo>
                  <a:lnTo>
                    <a:pt x="4675974" y="692503"/>
                  </a:lnTo>
                  <a:lnTo>
                    <a:pt x="4676068" y="692503"/>
                  </a:lnTo>
                  <a:lnTo>
                    <a:pt x="4676068" y="687592"/>
                  </a:lnTo>
                  <a:lnTo>
                    <a:pt x="4676162" y="687592"/>
                  </a:lnTo>
                  <a:lnTo>
                    <a:pt x="4676256" y="687592"/>
                  </a:lnTo>
                  <a:lnTo>
                    <a:pt x="4676350" y="687592"/>
                  </a:lnTo>
                  <a:lnTo>
                    <a:pt x="4676445" y="687592"/>
                  </a:lnTo>
                  <a:lnTo>
                    <a:pt x="4676539" y="687592"/>
                  </a:lnTo>
                  <a:lnTo>
                    <a:pt x="4676633" y="687592"/>
                  </a:lnTo>
                  <a:lnTo>
                    <a:pt x="4676727" y="687592"/>
                  </a:lnTo>
                  <a:lnTo>
                    <a:pt x="4676821" y="687592"/>
                  </a:lnTo>
                  <a:lnTo>
                    <a:pt x="4676915" y="687592"/>
                  </a:lnTo>
                  <a:lnTo>
                    <a:pt x="4677009" y="687592"/>
                  </a:lnTo>
                  <a:lnTo>
                    <a:pt x="4677104" y="687592"/>
                  </a:lnTo>
                  <a:lnTo>
                    <a:pt x="4677198" y="687592"/>
                  </a:lnTo>
                  <a:lnTo>
                    <a:pt x="4677292" y="687592"/>
                  </a:lnTo>
                  <a:lnTo>
                    <a:pt x="4677386" y="687592"/>
                  </a:lnTo>
                  <a:lnTo>
                    <a:pt x="4677480" y="687592"/>
                  </a:lnTo>
                  <a:lnTo>
                    <a:pt x="4677574" y="687592"/>
                  </a:lnTo>
                  <a:lnTo>
                    <a:pt x="4677669" y="687592"/>
                  </a:lnTo>
                  <a:lnTo>
                    <a:pt x="4677763" y="687592"/>
                  </a:lnTo>
                  <a:lnTo>
                    <a:pt x="4677857" y="687592"/>
                  </a:lnTo>
                  <a:lnTo>
                    <a:pt x="4677951" y="687592"/>
                  </a:lnTo>
                  <a:lnTo>
                    <a:pt x="4678045" y="687592"/>
                  </a:lnTo>
                  <a:lnTo>
                    <a:pt x="4678139" y="687592"/>
                  </a:lnTo>
                  <a:lnTo>
                    <a:pt x="4678233" y="687592"/>
                  </a:lnTo>
                  <a:lnTo>
                    <a:pt x="4678328" y="687592"/>
                  </a:lnTo>
                  <a:lnTo>
                    <a:pt x="4678422" y="687592"/>
                  </a:lnTo>
                  <a:lnTo>
                    <a:pt x="4678516" y="687592"/>
                  </a:lnTo>
                  <a:lnTo>
                    <a:pt x="4678610" y="687592"/>
                  </a:lnTo>
                  <a:lnTo>
                    <a:pt x="4678704" y="687592"/>
                  </a:lnTo>
                  <a:lnTo>
                    <a:pt x="4678798" y="687592"/>
                  </a:lnTo>
                  <a:lnTo>
                    <a:pt x="4678893" y="687592"/>
                  </a:lnTo>
                  <a:lnTo>
                    <a:pt x="4678987" y="687592"/>
                  </a:lnTo>
                  <a:lnTo>
                    <a:pt x="4679081" y="687592"/>
                  </a:lnTo>
                  <a:lnTo>
                    <a:pt x="4679175" y="687592"/>
                  </a:lnTo>
                  <a:lnTo>
                    <a:pt x="4679269" y="687592"/>
                  </a:lnTo>
                  <a:lnTo>
                    <a:pt x="4679363" y="687592"/>
                  </a:lnTo>
                  <a:lnTo>
                    <a:pt x="4679457" y="687592"/>
                  </a:lnTo>
                  <a:lnTo>
                    <a:pt x="4679552" y="687592"/>
                  </a:lnTo>
                  <a:lnTo>
                    <a:pt x="4679646" y="687592"/>
                  </a:lnTo>
                  <a:lnTo>
                    <a:pt x="4679740" y="687592"/>
                  </a:lnTo>
                  <a:lnTo>
                    <a:pt x="4679740" y="682681"/>
                  </a:lnTo>
                  <a:lnTo>
                    <a:pt x="4679834" y="682681"/>
                  </a:lnTo>
                  <a:lnTo>
                    <a:pt x="4679928" y="682681"/>
                  </a:lnTo>
                  <a:lnTo>
                    <a:pt x="4680022" y="682681"/>
                  </a:lnTo>
                  <a:lnTo>
                    <a:pt x="4680117" y="682681"/>
                  </a:lnTo>
                  <a:lnTo>
                    <a:pt x="4680211" y="682681"/>
                  </a:lnTo>
                  <a:lnTo>
                    <a:pt x="4680211" y="677769"/>
                  </a:lnTo>
                  <a:lnTo>
                    <a:pt x="4680211" y="672858"/>
                  </a:lnTo>
                  <a:lnTo>
                    <a:pt x="4680305" y="672858"/>
                  </a:lnTo>
                  <a:lnTo>
                    <a:pt x="4680399" y="672858"/>
                  </a:lnTo>
                  <a:lnTo>
                    <a:pt x="4680493" y="672858"/>
                  </a:lnTo>
                  <a:lnTo>
                    <a:pt x="4680587" y="672858"/>
                  </a:lnTo>
                  <a:lnTo>
                    <a:pt x="4680681" y="672858"/>
                  </a:lnTo>
                  <a:lnTo>
                    <a:pt x="4680776" y="672858"/>
                  </a:lnTo>
                  <a:lnTo>
                    <a:pt x="4680870" y="672858"/>
                  </a:lnTo>
                  <a:lnTo>
                    <a:pt x="4680964" y="672858"/>
                  </a:lnTo>
                  <a:lnTo>
                    <a:pt x="4681058" y="672858"/>
                  </a:lnTo>
                  <a:lnTo>
                    <a:pt x="4681152" y="672858"/>
                  </a:lnTo>
                  <a:lnTo>
                    <a:pt x="4681246" y="672858"/>
                  </a:lnTo>
                  <a:lnTo>
                    <a:pt x="4681340" y="672858"/>
                  </a:lnTo>
                  <a:lnTo>
                    <a:pt x="4681435" y="672858"/>
                  </a:lnTo>
                  <a:lnTo>
                    <a:pt x="4681529" y="672858"/>
                  </a:lnTo>
                  <a:lnTo>
                    <a:pt x="4681623" y="672858"/>
                  </a:lnTo>
                  <a:lnTo>
                    <a:pt x="4681717" y="672858"/>
                  </a:lnTo>
                  <a:lnTo>
                    <a:pt x="4681811" y="672858"/>
                  </a:lnTo>
                  <a:lnTo>
                    <a:pt x="4681905" y="672858"/>
                  </a:lnTo>
                  <a:lnTo>
                    <a:pt x="4682000" y="672858"/>
                  </a:lnTo>
                  <a:lnTo>
                    <a:pt x="4682094" y="672858"/>
                  </a:lnTo>
                  <a:lnTo>
                    <a:pt x="4682188" y="672858"/>
                  </a:lnTo>
                  <a:lnTo>
                    <a:pt x="4682282" y="672858"/>
                  </a:lnTo>
                  <a:lnTo>
                    <a:pt x="4682376" y="672858"/>
                  </a:lnTo>
                  <a:lnTo>
                    <a:pt x="4682470" y="672858"/>
                  </a:lnTo>
                  <a:lnTo>
                    <a:pt x="4682564" y="672858"/>
                  </a:lnTo>
                  <a:lnTo>
                    <a:pt x="4682659" y="672858"/>
                  </a:lnTo>
                  <a:lnTo>
                    <a:pt x="4682753" y="672858"/>
                  </a:lnTo>
                  <a:lnTo>
                    <a:pt x="4682847" y="672858"/>
                  </a:lnTo>
                  <a:lnTo>
                    <a:pt x="4682941" y="672858"/>
                  </a:lnTo>
                  <a:lnTo>
                    <a:pt x="4683035" y="672858"/>
                  </a:lnTo>
                  <a:lnTo>
                    <a:pt x="4683129" y="672858"/>
                  </a:lnTo>
                  <a:lnTo>
                    <a:pt x="4683224" y="672858"/>
                  </a:lnTo>
                  <a:lnTo>
                    <a:pt x="4683318" y="672858"/>
                  </a:lnTo>
                  <a:lnTo>
                    <a:pt x="4683412" y="672858"/>
                  </a:lnTo>
                  <a:lnTo>
                    <a:pt x="4683506" y="672858"/>
                  </a:lnTo>
                  <a:lnTo>
                    <a:pt x="4683600" y="672858"/>
                  </a:lnTo>
                  <a:lnTo>
                    <a:pt x="4683694" y="672858"/>
                  </a:lnTo>
                  <a:lnTo>
                    <a:pt x="4683788" y="672858"/>
                  </a:lnTo>
                  <a:lnTo>
                    <a:pt x="4683883" y="672858"/>
                  </a:lnTo>
                  <a:lnTo>
                    <a:pt x="4683977" y="672858"/>
                  </a:lnTo>
                  <a:lnTo>
                    <a:pt x="4684071" y="672858"/>
                  </a:lnTo>
                  <a:lnTo>
                    <a:pt x="4684165" y="672858"/>
                  </a:lnTo>
                  <a:lnTo>
                    <a:pt x="4684259" y="672858"/>
                  </a:lnTo>
                  <a:lnTo>
                    <a:pt x="4684353" y="672858"/>
                  </a:lnTo>
                  <a:lnTo>
                    <a:pt x="4684448" y="672858"/>
                  </a:lnTo>
                  <a:lnTo>
                    <a:pt x="4684542" y="672858"/>
                  </a:lnTo>
                  <a:lnTo>
                    <a:pt x="4684636" y="672858"/>
                  </a:lnTo>
                  <a:lnTo>
                    <a:pt x="4684730" y="672858"/>
                  </a:lnTo>
                  <a:lnTo>
                    <a:pt x="4684824" y="672858"/>
                  </a:lnTo>
                  <a:lnTo>
                    <a:pt x="4684918" y="672858"/>
                  </a:lnTo>
                  <a:lnTo>
                    <a:pt x="4685012" y="672858"/>
                  </a:lnTo>
                  <a:lnTo>
                    <a:pt x="4685107" y="672858"/>
                  </a:lnTo>
                  <a:lnTo>
                    <a:pt x="4685201" y="672858"/>
                  </a:lnTo>
                  <a:lnTo>
                    <a:pt x="4685295" y="672858"/>
                  </a:lnTo>
                  <a:lnTo>
                    <a:pt x="4685389" y="672858"/>
                  </a:lnTo>
                  <a:lnTo>
                    <a:pt x="4685483" y="672858"/>
                  </a:lnTo>
                  <a:lnTo>
                    <a:pt x="4685577" y="672858"/>
                  </a:lnTo>
                  <a:lnTo>
                    <a:pt x="4685671" y="672858"/>
                  </a:lnTo>
                  <a:lnTo>
                    <a:pt x="4685766" y="672858"/>
                  </a:lnTo>
                  <a:lnTo>
                    <a:pt x="4685860" y="672858"/>
                  </a:lnTo>
                  <a:lnTo>
                    <a:pt x="4685954" y="672858"/>
                  </a:lnTo>
                  <a:lnTo>
                    <a:pt x="4686048" y="672858"/>
                  </a:lnTo>
                  <a:lnTo>
                    <a:pt x="4686142" y="672858"/>
                  </a:lnTo>
                  <a:lnTo>
                    <a:pt x="4686236" y="672858"/>
                  </a:lnTo>
                  <a:lnTo>
                    <a:pt x="4686331" y="672858"/>
                  </a:lnTo>
                  <a:lnTo>
                    <a:pt x="4686425" y="672858"/>
                  </a:lnTo>
                  <a:lnTo>
                    <a:pt x="4686519" y="672858"/>
                  </a:lnTo>
                  <a:lnTo>
                    <a:pt x="4686613" y="672858"/>
                  </a:lnTo>
                  <a:lnTo>
                    <a:pt x="4686707" y="672858"/>
                  </a:lnTo>
                  <a:lnTo>
                    <a:pt x="4686801" y="672858"/>
                  </a:lnTo>
                  <a:lnTo>
                    <a:pt x="4686895" y="672858"/>
                  </a:lnTo>
                  <a:lnTo>
                    <a:pt x="4686990" y="672858"/>
                  </a:lnTo>
                  <a:lnTo>
                    <a:pt x="4687084" y="672858"/>
                  </a:lnTo>
                  <a:lnTo>
                    <a:pt x="4687178" y="672858"/>
                  </a:lnTo>
                  <a:lnTo>
                    <a:pt x="4687272" y="672858"/>
                  </a:lnTo>
                  <a:lnTo>
                    <a:pt x="4687366" y="672858"/>
                  </a:lnTo>
                  <a:lnTo>
                    <a:pt x="4687460" y="672858"/>
                  </a:lnTo>
                  <a:lnTo>
                    <a:pt x="4687555" y="672858"/>
                  </a:lnTo>
                  <a:lnTo>
                    <a:pt x="4687649" y="672858"/>
                  </a:lnTo>
                  <a:lnTo>
                    <a:pt x="4687743" y="672858"/>
                  </a:lnTo>
                  <a:lnTo>
                    <a:pt x="4687837" y="672858"/>
                  </a:lnTo>
                  <a:lnTo>
                    <a:pt x="4687931" y="672858"/>
                  </a:lnTo>
                  <a:lnTo>
                    <a:pt x="4688025" y="672858"/>
                  </a:lnTo>
                  <a:lnTo>
                    <a:pt x="4688119" y="672858"/>
                  </a:lnTo>
                  <a:lnTo>
                    <a:pt x="4688214" y="672858"/>
                  </a:lnTo>
                  <a:lnTo>
                    <a:pt x="4688308" y="672858"/>
                  </a:lnTo>
                  <a:lnTo>
                    <a:pt x="4688402" y="672858"/>
                  </a:lnTo>
                  <a:lnTo>
                    <a:pt x="4688496" y="672858"/>
                  </a:lnTo>
                  <a:lnTo>
                    <a:pt x="4688590" y="672858"/>
                  </a:lnTo>
                  <a:lnTo>
                    <a:pt x="4688684" y="672858"/>
                  </a:lnTo>
                  <a:lnTo>
                    <a:pt x="4688779" y="672858"/>
                  </a:lnTo>
                  <a:lnTo>
                    <a:pt x="4688873" y="672858"/>
                  </a:lnTo>
                  <a:lnTo>
                    <a:pt x="4688967" y="672858"/>
                  </a:lnTo>
                  <a:lnTo>
                    <a:pt x="4689061" y="672858"/>
                  </a:lnTo>
                  <a:lnTo>
                    <a:pt x="4689155" y="672858"/>
                  </a:lnTo>
                  <a:lnTo>
                    <a:pt x="4689249" y="672858"/>
                  </a:lnTo>
                  <a:lnTo>
                    <a:pt x="4689343" y="672858"/>
                  </a:lnTo>
                  <a:lnTo>
                    <a:pt x="4689438" y="672858"/>
                  </a:lnTo>
                  <a:lnTo>
                    <a:pt x="4689532" y="672858"/>
                  </a:lnTo>
                  <a:lnTo>
                    <a:pt x="4689626" y="672858"/>
                  </a:lnTo>
                  <a:lnTo>
                    <a:pt x="4689720" y="672858"/>
                  </a:lnTo>
                  <a:lnTo>
                    <a:pt x="4689814" y="672858"/>
                  </a:lnTo>
                  <a:lnTo>
                    <a:pt x="4689908" y="672858"/>
                  </a:lnTo>
                  <a:lnTo>
                    <a:pt x="4690002" y="672858"/>
                  </a:lnTo>
                  <a:lnTo>
                    <a:pt x="4690097" y="672858"/>
                  </a:lnTo>
                  <a:lnTo>
                    <a:pt x="4690191" y="672858"/>
                  </a:lnTo>
                  <a:lnTo>
                    <a:pt x="4690285" y="672858"/>
                  </a:lnTo>
                  <a:lnTo>
                    <a:pt x="4690379" y="672858"/>
                  </a:lnTo>
                  <a:lnTo>
                    <a:pt x="4690473" y="672858"/>
                  </a:lnTo>
                  <a:lnTo>
                    <a:pt x="4690567" y="672858"/>
                  </a:lnTo>
                  <a:lnTo>
                    <a:pt x="4690662" y="672858"/>
                  </a:lnTo>
                  <a:lnTo>
                    <a:pt x="4690756" y="672858"/>
                  </a:lnTo>
                  <a:lnTo>
                    <a:pt x="4690850" y="672858"/>
                  </a:lnTo>
                  <a:lnTo>
                    <a:pt x="4690944" y="672858"/>
                  </a:lnTo>
                  <a:lnTo>
                    <a:pt x="4691038" y="672858"/>
                  </a:lnTo>
                  <a:lnTo>
                    <a:pt x="4691132" y="672858"/>
                  </a:lnTo>
                  <a:lnTo>
                    <a:pt x="4691226" y="672858"/>
                  </a:lnTo>
                  <a:lnTo>
                    <a:pt x="4691321" y="672858"/>
                  </a:lnTo>
                  <a:lnTo>
                    <a:pt x="4691415" y="672858"/>
                  </a:lnTo>
                  <a:lnTo>
                    <a:pt x="4691509" y="672858"/>
                  </a:lnTo>
                  <a:lnTo>
                    <a:pt x="4691603" y="672858"/>
                  </a:lnTo>
                  <a:lnTo>
                    <a:pt x="4691697" y="672858"/>
                  </a:lnTo>
                  <a:lnTo>
                    <a:pt x="4691791" y="672858"/>
                  </a:lnTo>
                  <a:lnTo>
                    <a:pt x="4691886" y="672858"/>
                  </a:lnTo>
                  <a:lnTo>
                    <a:pt x="4691980" y="672858"/>
                  </a:lnTo>
                  <a:lnTo>
                    <a:pt x="4692074" y="672858"/>
                  </a:lnTo>
                  <a:lnTo>
                    <a:pt x="4692168" y="672858"/>
                  </a:lnTo>
                  <a:lnTo>
                    <a:pt x="4692262" y="672858"/>
                  </a:lnTo>
                  <a:lnTo>
                    <a:pt x="4692356" y="672858"/>
                  </a:lnTo>
                  <a:lnTo>
                    <a:pt x="4692450" y="672858"/>
                  </a:lnTo>
                  <a:lnTo>
                    <a:pt x="4692545" y="672858"/>
                  </a:lnTo>
                  <a:lnTo>
                    <a:pt x="4692639" y="672858"/>
                  </a:lnTo>
                  <a:lnTo>
                    <a:pt x="4692733" y="672858"/>
                  </a:lnTo>
                  <a:lnTo>
                    <a:pt x="4692827" y="672858"/>
                  </a:lnTo>
                  <a:lnTo>
                    <a:pt x="4692921" y="672858"/>
                  </a:lnTo>
                  <a:lnTo>
                    <a:pt x="4693015" y="672858"/>
                  </a:lnTo>
                  <a:lnTo>
                    <a:pt x="4693110" y="672858"/>
                  </a:lnTo>
                  <a:lnTo>
                    <a:pt x="4693204" y="672858"/>
                  </a:lnTo>
                  <a:lnTo>
                    <a:pt x="4693298" y="672858"/>
                  </a:lnTo>
                  <a:lnTo>
                    <a:pt x="4693392" y="672858"/>
                  </a:lnTo>
                  <a:lnTo>
                    <a:pt x="4693486" y="672858"/>
                  </a:lnTo>
                  <a:lnTo>
                    <a:pt x="4693580" y="672858"/>
                  </a:lnTo>
                  <a:lnTo>
                    <a:pt x="4693674" y="672858"/>
                  </a:lnTo>
                  <a:lnTo>
                    <a:pt x="4693769" y="672858"/>
                  </a:lnTo>
                  <a:lnTo>
                    <a:pt x="4693863" y="672858"/>
                  </a:lnTo>
                  <a:lnTo>
                    <a:pt x="4693957" y="672858"/>
                  </a:lnTo>
                  <a:lnTo>
                    <a:pt x="4694051" y="672858"/>
                  </a:lnTo>
                  <a:lnTo>
                    <a:pt x="4694145" y="672858"/>
                  </a:lnTo>
                  <a:lnTo>
                    <a:pt x="4694239" y="672858"/>
                  </a:lnTo>
                  <a:lnTo>
                    <a:pt x="4694333" y="672858"/>
                  </a:lnTo>
                  <a:lnTo>
                    <a:pt x="4694428" y="672858"/>
                  </a:lnTo>
                  <a:lnTo>
                    <a:pt x="4694522" y="672858"/>
                  </a:lnTo>
                  <a:lnTo>
                    <a:pt x="4694616" y="672858"/>
                  </a:lnTo>
                  <a:lnTo>
                    <a:pt x="4694710" y="672858"/>
                  </a:lnTo>
                  <a:lnTo>
                    <a:pt x="4694804" y="672858"/>
                  </a:lnTo>
                  <a:lnTo>
                    <a:pt x="4694898" y="672858"/>
                  </a:lnTo>
                  <a:lnTo>
                    <a:pt x="4694993" y="672858"/>
                  </a:lnTo>
                  <a:lnTo>
                    <a:pt x="4695087" y="672858"/>
                  </a:lnTo>
                  <a:lnTo>
                    <a:pt x="4695181" y="672858"/>
                  </a:lnTo>
                  <a:lnTo>
                    <a:pt x="4695275" y="672858"/>
                  </a:lnTo>
                  <a:lnTo>
                    <a:pt x="4695369" y="672858"/>
                  </a:lnTo>
                  <a:lnTo>
                    <a:pt x="4695463" y="672858"/>
                  </a:lnTo>
                  <a:lnTo>
                    <a:pt x="4695557" y="672858"/>
                  </a:lnTo>
                  <a:lnTo>
                    <a:pt x="4695652" y="672858"/>
                  </a:lnTo>
                  <a:lnTo>
                    <a:pt x="4695746" y="672858"/>
                  </a:lnTo>
                  <a:lnTo>
                    <a:pt x="4695840" y="672858"/>
                  </a:lnTo>
                  <a:lnTo>
                    <a:pt x="4695934" y="672858"/>
                  </a:lnTo>
                  <a:lnTo>
                    <a:pt x="4696028" y="672858"/>
                  </a:lnTo>
                  <a:lnTo>
                    <a:pt x="4696122" y="672858"/>
                  </a:lnTo>
                  <a:lnTo>
                    <a:pt x="4696217" y="672858"/>
                  </a:lnTo>
                  <a:lnTo>
                    <a:pt x="4696311" y="672858"/>
                  </a:lnTo>
                  <a:lnTo>
                    <a:pt x="4696405" y="672858"/>
                  </a:lnTo>
                  <a:lnTo>
                    <a:pt x="4696499" y="672858"/>
                  </a:lnTo>
                  <a:lnTo>
                    <a:pt x="4696593" y="672858"/>
                  </a:lnTo>
                  <a:lnTo>
                    <a:pt x="4696687" y="672858"/>
                  </a:lnTo>
                  <a:lnTo>
                    <a:pt x="4696781" y="672858"/>
                  </a:lnTo>
                  <a:lnTo>
                    <a:pt x="4696876" y="672858"/>
                  </a:lnTo>
                  <a:lnTo>
                    <a:pt x="4696970" y="672858"/>
                  </a:lnTo>
                  <a:lnTo>
                    <a:pt x="4697064" y="672858"/>
                  </a:lnTo>
                  <a:lnTo>
                    <a:pt x="4697158" y="672858"/>
                  </a:lnTo>
                  <a:lnTo>
                    <a:pt x="4697252" y="672858"/>
                  </a:lnTo>
                  <a:lnTo>
                    <a:pt x="4697346" y="672858"/>
                  </a:lnTo>
                  <a:lnTo>
                    <a:pt x="4697441" y="672858"/>
                  </a:lnTo>
                  <a:lnTo>
                    <a:pt x="4697535" y="672858"/>
                  </a:lnTo>
                  <a:lnTo>
                    <a:pt x="4697629" y="672858"/>
                  </a:lnTo>
                  <a:lnTo>
                    <a:pt x="4697723" y="672858"/>
                  </a:lnTo>
                  <a:lnTo>
                    <a:pt x="4697817" y="672858"/>
                  </a:lnTo>
                  <a:lnTo>
                    <a:pt x="4697911" y="672858"/>
                  </a:lnTo>
                  <a:lnTo>
                    <a:pt x="4698005" y="672858"/>
                  </a:lnTo>
                  <a:lnTo>
                    <a:pt x="4698100" y="672858"/>
                  </a:lnTo>
                  <a:lnTo>
                    <a:pt x="4698194" y="672858"/>
                  </a:lnTo>
                  <a:lnTo>
                    <a:pt x="4698288" y="672858"/>
                  </a:lnTo>
                  <a:lnTo>
                    <a:pt x="4698382" y="672858"/>
                  </a:lnTo>
                  <a:lnTo>
                    <a:pt x="4698476" y="672858"/>
                  </a:lnTo>
                  <a:lnTo>
                    <a:pt x="4698570" y="672858"/>
                  </a:lnTo>
                  <a:lnTo>
                    <a:pt x="4698664" y="672858"/>
                  </a:lnTo>
                  <a:lnTo>
                    <a:pt x="4698759" y="672858"/>
                  </a:lnTo>
                  <a:lnTo>
                    <a:pt x="4698853" y="672858"/>
                  </a:lnTo>
                  <a:lnTo>
                    <a:pt x="4698947" y="672858"/>
                  </a:lnTo>
                  <a:lnTo>
                    <a:pt x="4699041" y="672858"/>
                  </a:lnTo>
                  <a:lnTo>
                    <a:pt x="4699135" y="672858"/>
                  </a:lnTo>
                  <a:lnTo>
                    <a:pt x="4699229" y="672858"/>
                  </a:lnTo>
                  <a:lnTo>
                    <a:pt x="4699324" y="672858"/>
                  </a:lnTo>
                  <a:lnTo>
                    <a:pt x="4699418" y="672858"/>
                  </a:lnTo>
                  <a:lnTo>
                    <a:pt x="4699512" y="672858"/>
                  </a:lnTo>
                  <a:lnTo>
                    <a:pt x="4699606" y="672858"/>
                  </a:lnTo>
                  <a:lnTo>
                    <a:pt x="4699700" y="672858"/>
                  </a:lnTo>
                  <a:lnTo>
                    <a:pt x="4699794" y="672858"/>
                  </a:lnTo>
                  <a:lnTo>
                    <a:pt x="4699888" y="672858"/>
                  </a:lnTo>
                  <a:lnTo>
                    <a:pt x="4699983" y="672858"/>
                  </a:lnTo>
                  <a:lnTo>
                    <a:pt x="4700077" y="672858"/>
                  </a:lnTo>
                  <a:lnTo>
                    <a:pt x="4700171" y="672858"/>
                  </a:lnTo>
                  <a:lnTo>
                    <a:pt x="4700265" y="672858"/>
                  </a:lnTo>
                  <a:lnTo>
                    <a:pt x="4700359" y="672858"/>
                  </a:lnTo>
                  <a:lnTo>
                    <a:pt x="4700453" y="672858"/>
                  </a:lnTo>
                  <a:lnTo>
                    <a:pt x="4700548" y="672858"/>
                  </a:lnTo>
                  <a:lnTo>
                    <a:pt x="4700642" y="672858"/>
                  </a:lnTo>
                  <a:lnTo>
                    <a:pt x="4700736" y="672858"/>
                  </a:lnTo>
                  <a:lnTo>
                    <a:pt x="4700830" y="672858"/>
                  </a:lnTo>
                  <a:lnTo>
                    <a:pt x="4700924" y="672858"/>
                  </a:lnTo>
                  <a:lnTo>
                    <a:pt x="4701018" y="672858"/>
                  </a:lnTo>
                  <a:lnTo>
                    <a:pt x="4701112" y="672858"/>
                  </a:lnTo>
                  <a:lnTo>
                    <a:pt x="4701207" y="672858"/>
                  </a:lnTo>
                  <a:lnTo>
                    <a:pt x="4701301" y="672858"/>
                  </a:lnTo>
                  <a:lnTo>
                    <a:pt x="4701395" y="672858"/>
                  </a:lnTo>
                  <a:lnTo>
                    <a:pt x="4701489" y="672858"/>
                  </a:lnTo>
                  <a:lnTo>
                    <a:pt x="4701583" y="672858"/>
                  </a:lnTo>
                  <a:lnTo>
                    <a:pt x="4701677" y="672858"/>
                  </a:lnTo>
                  <a:lnTo>
                    <a:pt x="4701772" y="672858"/>
                  </a:lnTo>
                  <a:lnTo>
                    <a:pt x="4701866" y="672858"/>
                  </a:lnTo>
                  <a:lnTo>
                    <a:pt x="4701960" y="672858"/>
                  </a:lnTo>
                  <a:lnTo>
                    <a:pt x="4702054" y="672858"/>
                  </a:lnTo>
                  <a:lnTo>
                    <a:pt x="4702148" y="672858"/>
                  </a:lnTo>
                  <a:lnTo>
                    <a:pt x="4702242" y="672858"/>
                  </a:lnTo>
                  <a:lnTo>
                    <a:pt x="4702336" y="672858"/>
                  </a:lnTo>
                  <a:lnTo>
                    <a:pt x="4702431" y="672858"/>
                  </a:lnTo>
                  <a:lnTo>
                    <a:pt x="4702525" y="672858"/>
                  </a:lnTo>
                  <a:lnTo>
                    <a:pt x="4702619" y="672858"/>
                  </a:lnTo>
                  <a:lnTo>
                    <a:pt x="4702713" y="672858"/>
                  </a:lnTo>
                  <a:lnTo>
                    <a:pt x="4702807" y="672858"/>
                  </a:lnTo>
                  <a:lnTo>
                    <a:pt x="4702901" y="672858"/>
                  </a:lnTo>
                  <a:lnTo>
                    <a:pt x="4702995" y="672858"/>
                  </a:lnTo>
                  <a:lnTo>
                    <a:pt x="4703090" y="672858"/>
                  </a:lnTo>
                  <a:lnTo>
                    <a:pt x="4703184" y="672858"/>
                  </a:lnTo>
                  <a:lnTo>
                    <a:pt x="4703278" y="672858"/>
                  </a:lnTo>
                  <a:lnTo>
                    <a:pt x="4703372" y="672858"/>
                  </a:lnTo>
                  <a:lnTo>
                    <a:pt x="4703466" y="672858"/>
                  </a:lnTo>
                  <a:lnTo>
                    <a:pt x="4703560" y="672858"/>
                  </a:lnTo>
                  <a:lnTo>
                    <a:pt x="4703655" y="672858"/>
                  </a:lnTo>
                  <a:lnTo>
                    <a:pt x="4703749" y="672858"/>
                  </a:lnTo>
                  <a:lnTo>
                    <a:pt x="4703843" y="672858"/>
                  </a:lnTo>
                  <a:lnTo>
                    <a:pt x="4703937" y="672858"/>
                  </a:lnTo>
                  <a:lnTo>
                    <a:pt x="4704031" y="672858"/>
                  </a:lnTo>
                  <a:lnTo>
                    <a:pt x="4704125" y="672858"/>
                  </a:lnTo>
                  <a:lnTo>
                    <a:pt x="4704219" y="672858"/>
                  </a:lnTo>
                  <a:lnTo>
                    <a:pt x="4704314" y="672858"/>
                  </a:lnTo>
                  <a:lnTo>
                    <a:pt x="4704408" y="672858"/>
                  </a:lnTo>
                  <a:lnTo>
                    <a:pt x="4704502" y="672858"/>
                  </a:lnTo>
                  <a:lnTo>
                    <a:pt x="4704596" y="672858"/>
                  </a:lnTo>
                  <a:lnTo>
                    <a:pt x="4704690" y="672858"/>
                  </a:lnTo>
                  <a:lnTo>
                    <a:pt x="4704784" y="672858"/>
                  </a:lnTo>
                  <a:lnTo>
                    <a:pt x="4704879" y="672858"/>
                  </a:lnTo>
                  <a:lnTo>
                    <a:pt x="4704973" y="672858"/>
                  </a:lnTo>
                  <a:lnTo>
                    <a:pt x="4705067" y="672858"/>
                  </a:lnTo>
                  <a:lnTo>
                    <a:pt x="4705161" y="672858"/>
                  </a:lnTo>
                  <a:lnTo>
                    <a:pt x="4705255" y="672858"/>
                  </a:lnTo>
                  <a:lnTo>
                    <a:pt x="4705349" y="672858"/>
                  </a:lnTo>
                  <a:lnTo>
                    <a:pt x="4705443" y="672858"/>
                  </a:lnTo>
                  <a:lnTo>
                    <a:pt x="4705538" y="672858"/>
                  </a:lnTo>
                  <a:lnTo>
                    <a:pt x="4705632" y="672858"/>
                  </a:lnTo>
                  <a:lnTo>
                    <a:pt x="4705726" y="672858"/>
                  </a:lnTo>
                  <a:lnTo>
                    <a:pt x="4705820" y="672858"/>
                  </a:lnTo>
                  <a:lnTo>
                    <a:pt x="4705914" y="672858"/>
                  </a:lnTo>
                  <a:lnTo>
                    <a:pt x="4706008" y="672858"/>
                  </a:lnTo>
                  <a:lnTo>
                    <a:pt x="4706103" y="672858"/>
                  </a:lnTo>
                  <a:lnTo>
                    <a:pt x="4706197" y="672858"/>
                  </a:lnTo>
                  <a:lnTo>
                    <a:pt x="4706291" y="672858"/>
                  </a:lnTo>
                  <a:lnTo>
                    <a:pt x="4706385" y="672858"/>
                  </a:lnTo>
                  <a:lnTo>
                    <a:pt x="4706479" y="672858"/>
                  </a:lnTo>
                  <a:lnTo>
                    <a:pt x="4706573" y="672858"/>
                  </a:lnTo>
                  <a:lnTo>
                    <a:pt x="4706667" y="672858"/>
                  </a:lnTo>
                  <a:lnTo>
                    <a:pt x="4706762" y="672858"/>
                  </a:lnTo>
                  <a:lnTo>
                    <a:pt x="4706856" y="672858"/>
                  </a:lnTo>
                  <a:lnTo>
                    <a:pt x="4706950" y="672858"/>
                  </a:lnTo>
                  <a:lnTo>
                    <a:pt x="4707044" y="672858"/>
                  </a:lnTo>
                  <a:lnTo>
                    <a:pt x="4707138" y="672858"/>
                  </a:lnTo>
                  <a:lnTo>
                    <a:pt x="4707232" y="672858"/>
                  </a:lnTo>
                  <a:lnTo>
                    <a:pt x="4707326" y="672858"/>
                  </a:lnTo>
                  <a:lnTo>
                    <a:pt x="4707326" y="667946"/>
                  </a:lnTo>
                  <a:lnTo>
                    <a:pt x="4707421" y="667946"/>
                  </a:lnTo>
                  <a:lnTo>
                    <a:pt x="4707515" y="667946"/>
                  </a:lnTo>
                  <a:lnTo>
                    <a:pt x="4707609" y="667946"/>
                  </a:lnTo>
                  <a:lnTo>
                    <a:pt x="4707609" y="663035"/>
                  </a:lnTo>
                  <a:lnTo>
                    <a:pt x="4707703" y="663035"/>
                  </a:lnTo>
                  <a:lnTo>
                    <a:pt x="4707797" y="663035"/>
                  </a:lnTo>
                  <a:lnTo>
                    <a:pt x="4707891" y="663035"/>
                  </a:lnTo>
                  <a:lnTo>
                    <a:pt x="4707986" y="663035"/>
                  </a:lnTo>
                  <a:lnTo>
                    <a:pt x="4708080" y="663035"/>
                  </a:lnTo>
                  <a:lnTo>
                    <a:pt x="4708174" y="663035"/>
                  </a:lnTo>
                  <a:lnTo>
                    <a:pt x="4708268" y="663035"/>
                  </a:lnTo>
                  <a:lnTo>
                    <a:pt x="4708362" y="663035"/>
                  </a:lnTo>
                  <a:lnTo>
                    <a:pt x="4708456" y="663035"/>
                  </a:lnTo>
                  <a:lnTo>
                    <a:pt x="4708550" y="663035"/>
                  </a:lnTo>
                  <a:lnTo>
                    <a:pt x="4708645" y="663035"/>
                  </a:lnTo>
                  <a:lnTo>
                    <a:pt x="4708739" y="663035"/>
                  </a:lnTo>
                  <a:lnTo>
                    <a:pt x="4708833" y="663035"/>
                  </a:lnTo>
                  <a:lnTo>
                    <a:pt x="4708927" y="663035"/>
                  </a:lnTo>
                  <a:lnTo>
                    <a:pt x="4709021" y="663035"/>
                  </a:lnTo>
                  <a:lnTo>
                    <a:pt x="4709115" y="663035"/>
                  </a:lnTo>
                  <a:lnTo>
                    <a:pt x="4709210" y="663035"/>
                  </a:lnTo>
                  <a:lnTo>
                    <a:pt x="4709304" y="663035"/>
                  </a:lnTo>
                  <a:lnTo>
                    <a:pt x="4709398" y="663035"/>
                  </a:lnTo>
                  <a:lnTo>
                    <a:pt x="4709492" y="663035"/>
                  </a:lnTo>
                  <a:lnTo>
                    <a:pt x="4709586" y="663035"/>
                  </a:lnTo>
                  <a:lnTo>
                    <a:pt x="4709680" y="663035"/>
                  </a:lnTo>
                  <a:lnTo>
                    <a:pt x="4709774" y="663035"/>
                  </a:lnTo>
                  <a:lnTo>
                    <a:pt x="4709869" y="663035"/>
                  </a:lnTo>
                  <a:lnTo>
                    <a:pt x="4709963" y="663035"/>
                  </a:lnTo>
                  <a:lnTo>
                    <a:pt x="4710057" y="663035"/>
                  </a:lnTo>
                  <a:lnTo>
                    <a:pt x="4710151" y="663035"/>
                  </a:lnTo>
                  <a:lnTo>
                    <a:pt x="4710245" y="663035"/>
                  </a:lnTo>
                  <a:lnTo>
                    <a:pt x="4710339" y="663035"/>
                  </a:lnTo>
                  <a:lnTo>
                    <a:pt x="4710434" y="663035"/>
                  </a:lnTo>
                  <a:lnTo>
                    <a:pt x="4710528" y="663035"/>
                  </a:lnTo>
                  <a:lnTo>
                    <a:pt x="4710622" y="663035"/>
                  </a:lnTo>
                  <a:lnTo>
                    <a:pt x="4710716" y="663035"/>
                  </a:lnTo>
                  <a:lnTo>
                    <a:pt x="4710810" y="663035"/>
                  </a:lnTo>
                  <a:lnTo>
                    <a:pt x="4710904" y="663035"/>
                  </a:lnTo>
                  <a:lnTo>
                    <a:pt x="4710998" y="663035"/>
                  </a:lnTo>
                  <a:lnTo>
                    <a:pt x="4711093" y="663035"/>
                  </a:lnTo>
                  <a:lnTo>
                    <a:pt x="4711187" y="663035"/>
                  </a:lnTo>
                  <a:lnTo>
                    <a:pt x="4711281" y="663035"/>
                  </a:lnTo>
                  <a:lnTo>
                    <a:pt x="4711375" y="663035"/>
                  </a:lnTo>
                  <a:lnTo>
                    <a:pt x="4711469" y="663035"/>
                  </a:lnTo>
                  <a:lnTo>
                    <a:pt x="4711469" y="658124"/>
                  </a:lnTo>
                  <a:lnTo>
                    <a:pt x="4711563" y="658124"/>
                  </a:lnTo>
                  <a:lnTo>
                    <a:pt x="4711657" y="658124"/>
                  </a:lnTo>
                  <a:lnTo>
                    <a:pt x="4711752" y="658124"/>
                  </a:lnTo>
                  <a:lnTo>
                    <a:pt x="4711846" y="658124"/>
                  </a:lnTo>
                  <a:lnTo>
                    <a:pt x="4711940" y="658124"/>
                  </a:lnTo>
                  <a:lnTo>
                    <a:pt x="4712034" y="658124"/>
                  </a:lnTo>
                  <a:lnTo>
                    <a:pt x="4712128" y="658124"/>
                  </a:lnTo>
                  <a:lnTo>
                    <a:pt x="4712222" y="658124"/>
                  </a:lnTo>
                  <a:lnTo>
                    <a:pt x="4712317" y="658124"/>
                  </a:lnTo>
                  <a:lnTo>
                    <a:pt x="4712411" y="658124"/>
                  </a:lnTo>
                  <a:lnTo>
                    <a:pt x="4712505" y="658124"/>
                  </a:lnTo>
                  <a:lnTo>
                    <a:pt x="4712599" y="658124"/>
                  </a:lnTo>
                  <a:lnTo>
                    <a:pt x="4712693" y="658124"/>
                  </a:lnTo>
                  <a:lnTo>
                    <a:pt x="4712787" y="658124"/>
                  </a:lnTo>
                  <a:lnTo>
                    <a:pt x="4712881" y="658124"/>
                  </a:lnTo>
                  <a:lnTo>
                    <a:pt x="4712976" y="658124"/>
                  </a:lnTo>
                  <a:lnTo>
                    <a:pt x="4713070" y="658124"/>
                  </a:lnTo>
                  <a:lnTo>
                    <a:pt x="4713164" y="658124"/>
                  </a:lnTo>
                  <a:lnTo>
                    <a:pt x="4713258" y="658124"/>
                  </a:lnTo>
                  <a:lnTo>
                    <a:pt x="4713352" y="658124"/>
                  </a:lnTo>
                  <a:lnTo>
                    <a:pt x="4713446" y="658124"/>
                  </a:lnTo>
                  <a:lnTo>
                    <a:pt x="4713541" y="658124"/>
                  </a:lnTo>
                  <a:lnTo>
                    <a:pt x="4713635" y="658124"/>
                  </a:lnTo>
                  <a:lnTo>
                    <a:pt x="4713729" y="658124"/>
                  </a:lnTo>
                  <a:lnTo>
                    <a:pt x="4713823" y="658124"/>
                  </a:lnTo>
                  <a:lnTo>
                    <a:pt x="4713917" y="658124"/>
                  </a:lnTo>
                  <a:lnTo>
                    <a:pt x="4714011" y="658124"/>
                  </a:lnTo>
                  <a:lnTo>
                    <a:pt x="4714105" y="658124"/>
                  </a:lnTo>
                  <a:lnTo>
                    <a:pt x="4714200" y="658124"/>
                  </a:lnTo>
                  <a:lnTo>
                    <a:pt x="4714294" y="658124"/>
                  </a:lnTo>
                  <a:lnTo>
                    <a:pt x="4714388" y="658124"/>
                  </a:lnTo>
                  <a:lnTo>
                    <a:pt x="4714482" y="658124"/>
                  </a:lnTo>
                  <a:lnTo>
                    <a:pt x="4714576" y="658124"/>
                  </a:lnTo>
                  <a:lnTo>
                    <a:pt x="4714670" y="658124"/>
                  </a:lnTo>
                  <a:lnTo>
                    <a:pt x="4714765" y="658124"/>
                  </a:lnTo>
                  <a:lnTo>
                    <a:pt x="4714859" y="658124"/>
                  </a:lnTo>
                  <a:lnTo>
                    <a:pt x="4714953" y="658124"/>
                  </a:lnTo>
                  <a:lnTo>
                    <a:pt x="4715047" y="658124"/>
                  </a:lnTo>
                  <a:lnTo>
                    <a:pt x="4715141" y="658124"/>
                  </a:lnTo>
                  <a:lnTo>
                    <a:pt x="4715235" y="658124"/>
                  </a:lnTo>
                  <a:lnTo>
                    <a:pt x="4715329" y="658124"/>
                  </a:lnTo>
                  <a:lnTo>
                    <a:pt x="4715424" y="658124"/>
                  </a:lnTo>
                  <a:lnTo>
                    <a:pt x="4715518" y="658124"/>
                  </a:lnTo>
                  <a:lnTo>
                    <a:pt x="4715612" y="658124"/>
                  </a:lnTo>
                  <a:lnTo>
                    <a:pt x="4715706" y="658124"/>
                  </a:lnTo>
                  <a:lnTo>
                    <a:pt x="4715800" y="658124"/>
                  </a:lnTo>
                  <a:lnTo>
                    <a:pt x="4715894" y="658124"/>
                  </a:lnTo>
                  <a:lnTo>
                    <a:pt x="4715988" y="658124"/>
                  </a:lnTo>
                  <a:lnTo>
                    <a:pt x="4716083" y="658124"/>
                  </a:lnTo>
                  <a:lnTo>
                    <a:pt x="4716177" y="658124"/>
                  </a:lnTo>
                  <a:lnTo>
                    <a:pt x="4716271" y="658124"/>
                  </a:lnTo>
                  <a:lnTo>
                    <a:pt x="4716365" y="658124"/>
                  </a:lnTo>
                  <a:lnTo>
                    <a:pt x="4716459" y="658124"/>
                  </a:lnTo>
                  <a:lnTo>
                    <a:pt x="4716553" y="658124"/>
                  </a:lnTo>
                  <a:lnTo>
                    <a:pt x="4716648" y="658124"/>
                  </a:lnTo>
                  <a:lnTo>
                    <a:pt x="4716742" y="658124"/>
                  </a:lnTo>
                  <a:lnTo>
                    <a:pt x="4716836" y="658124"/>
                  </a:lnTo>
                  <a:lnTo>
                    <a:pt x="4716930" y="658124"/>
                  </a:lnTo>
                  <a:lnTo>
                    <a:pt x="4717024" y="658124"/>
                  </a:lnTo>
                  <a:lnTo>
                    <a:pt x="4717118" y="658124"/>
                  </a:lnTo>
                  <a:lnTo>
                    <a:pt x="4717212" y="658124"/>
                  </a:lnTo>
                  <a:lnTo>
                    <a:pt x="4717307" y="658124"/>
                  </a:lnTo>
                  <a:lnTo>
                    <a:pt x="4717401" y="658124"/>
                  </a:lnTo>
                  <a:lnTo>
                    <a:pt x="4717495" y="658124"/>
                  </a:lnTo>
                  <a:lnTo>
                    <a:pt x="4717589" y="658124"/>
                  </a:lnTo>
                  <a:lnTo>
                    <a:pt x="4717683" y="658124"/>
                  </a:lnTo>
                  <a:lnTo>
                    <a:pt x="4717777" y="658124"/>
                  </a:lnTo>
                  <a:lnTo>
                    <a:pt x="4717872" y="658124"/>
                  </a:lnTo>
                  <a:lnTo>
                    <a:pt x="4717966" y="658124"/>
                  </a:lnTo>
                  <a:lnTo>
                    <a:pt x="4718060" y="658124"/>
                  </a:lnTo>
                  <a:lnTo>
                    <a:pt x="4718154" y="658124"/>
                  </a:lnTo>
                  <a:lnTo>
                    <a:pt x="4718248" y="658124"/>
                  </a:lnTo>
                  <a:lnTo>
                    <a:pt x="4718342" y="658124"/>
                  </a:lnTo>
                  <a:lnTo>
                    <a:pt x="4718436" y="658124"/>
                  </a:lnTo>
                  <a:lnTo>
                    <a:pt x="4718531" y="658124"/>
                  </a:lnTo>
                  <a:lnTo>
                    <a:pt x="4718625" y="658124"/>
                  </a:lnTo>
                  <a:lnTo>
                    <a:pt x="4718719" y="658124"/>
                  </a:lnTo>
                  <a:lnTo>
                    <a:pt x="4718813" y="658124"/>
                  </a:lnTo>
                  <a:lnTo>
                    <a:pt x="4718907" y="658124"/>
                  </a:lnTo>
                  <a:lnTo>
                    <a:pt x="4719001" y="658124"/>
                  </a:lnTo>
                  <a:lnTo>
                    <a:pt x="4719096" y="658124"/>
                  </a:lnTo>
                  <a:lnTo>
                    <a:pt x="4719190" y="658124"/>
                  </a:lnTo>
                  <a:lnTo>
                    <a:pt x="4719284" y="658124"/>
                  </a:lnTo>
                  <a:lnTo>
                    <a:pt x="4719378" y="658124"/>
                  </a:lnTo>
                  <a:lnTo>
                    <a:pt x="4719472" y="658124"/>
                  </a:lnTo>
                  <a:lnTo>
                    <a:pt x="4719566" y="658124"/>
                  </a:lnTo>
                  <a:lnTo>
                    <a:pt x="4719660" y="658124"/>
                  </a:lnTo>
                  <a:lnTo>
                    <a:pt x="4719755" y="658124"/>
                  </a:lnTo>
                  <a:lnTo>
                    <a:pt x="4719849" y="658124"/>
                  </a:lnTo>
                  <a:lnTo>
                    <a:pt x="4719943" y="658124"/>
                  </a:lnTo>
                  <a:lnTo>
                    <a:pt x="4720037" y="658124"/>
                  </a:lnTo>
                  <a:lnTo>
                    <a:pt x="4720131" y="658124"/>
                  </a:lnTo>
                  <a:lnTo>
                    <a:pt x="4720225" y="658124"/>
                  </a:lnTo>
                  <a:lnTo>
                    <a:pt x="4720319" y="658124"/>
                  </a:lnTo>
                  <a:lnTo>
                    <a:pt x="4720414" y="658124"/>
                  </a:lnTo>
                  <a:lnTo>
                    <a:pt x="4720508" y="658124"/>
                  </a:lnTo>
                  <a:lnTo>
                    <a:pt x="4720602" y="658124"/>
                  </a:lnTo>
                  <a:lnTo>
                    <a:pt x="4720696" y="658124"/>
                  </a:lnTo>
                  <a:lnTo>
                    <a:pt x="4720790" y="658124"/>
                  </a:lnTo>
                  <a:lnTo>
                    <a:pt x="4720884" y="658124"/>
                  </a:lnTo>
                  <a:lnTo>
                    <a:pt x="4720979" y="658124"/>
                  </a:lnTo>
                  <a:lnTo>
                    <a:pt x="4721073" y="658124"/>
                  </a:lnTo>
                  <a:lnTo>
                    <a:pt x="4721167" y="658124"/>
                  </a:lnTo>
                  <a:lnTo>
                    <a:pt x="4721261" y="658124"/>
                  </a:lnTo>
                  <a:lnTo>
                    <a:pt x="4721355" y="658124"/>
                  </a:lnTo>
                  <a:lnTo>
                    <a:pt x="4721449" y="658124"/>
                  </a:lnTo>
                  <a:lnTo>
                    <a:pt x="4721543" y="658124"/>
                  </a:lnTo>
                  <a:lnTo>
                    <a:pt x="4721638" y="658124"/>
                  </a:lnTo>
                  <a:lnTo>
                    <a:pt x="4721732" y="658124"/>
                  </a:lnTo>
                  <a:lnTo>
                    <a:pt x="4721826" y="658124"/>
                  </a:lnTo>
                  <a:lnTo>
                    <a:pt x="4721920" y="658124"/>
                  </a:lnTo>
                  <a:lnTo>
                    <a:pt x="4722014" y="658124"/>
                  </a:lnTo>
                  <a:lnTo>
                    <a:pt x="4722108" y="658124"/>
                  </a:lnTo>
                  <a:lnTo>
                    <a:pt x="4722203" y="658124"/>
                  </a:lnTo>
                  <a:lnTo>
                    <a:pt x="4722297" y="658124"/>
                  </a:lnTo>
                  <a:lnTo>
                    <a:pt x="4722391" y="658124"/>
                  </a:lnTo>
                  <a:lnTo>
                    <a:pt x="4722485" y="658124"/>
                  </a:lnTo>
                  <a:lnTo>
                    <a:pt x="4722579" y="658124"/>
                  </a:lnTo>
                  <a:lnTo>
                    <a:pt x="4722673" y="658124"/>
                  </a:lnTo>
                  <a:lnTo>
                    <a:pt x="4722767" y="658124"/>
                  </a:lnTo>
                  <a:lnTo>
                    <a:pt x="4722862" y="658124"/>
                  </a:lnTo>
                  <a:lnTo>
                    <a:pt x="4722956" y="658124"/>
                  </a:lnTo>
                  <a:lnTo>
                    <a:pt x="4723050" y="658124"/>
                  </a:lnTo>
                  <a:lnTo>
                    <a:pt x="4723144" y="658124"/>
                  </a:lnTo>
                  <a:lnTo>
                    <a:pt x="4723238" y="658124"/>
                  </a:lnTo>
                  <a:lnTo>
                    <a:pt x="4723332" y="658124"/>
                  </a:lnTo>
                  <a:lnTo>
                    <a:pt x="4723427" y="658124"/>
                  </a:lnTo>
                  <a:lnTo>
                    <a:pt x="4723521" y="658124"/>
                  </a:lnTo>
                  <a:lnTo>
                    <a:pt x="4723615" y="658124"/>
                  </a:lnTo>
                  <a:lnTo>
                    <a:pt x="4723709" y="658124"/>
                  </a:lnTo>
                  <a:lnTo>
                    <a:pt x="4723803" y="658124"/>
                  </a:lnTo>
                  <a:lnTo>
                    <a:pt x="4723897" y="658124"/>
                  </a:lnTo>
                  <a:lnTo>
                    <a:pt x="4723991" y="658124"/>
                  </a:lnTo>
                  <a:lnTo>
                    <a:pt x="4724086" y="658124"/>
                  </a:lnTo>
                  <a:lnTo>
                    <a:pt x="4724180" y="658124"/>
                  </a:lnTo>
                  <a:lnTo>
                    <a:pt x="4724274" y="658124"/>
                  </a:lnTo>
                  <a:lnTo>
                    <a:pt x="4724368" y="658124"/>
                  </a:lnTo>
                  <a:lnTo>
                    <a:pt x="4724462" y="658124"/>
                  </a:lnTo>
                  <a:lnTo>
                    <a:pt x="4724556" y="658124"/>
                  </a:lnTo>
                  <a:lnTo>
                    <a:pt x="4724650" y="658124"/>
                  </a:lnTo>
                  <a:lnTo>
                    <a:pt x="4724745" y="658124"/>
                  </a:lnTo>
                  <a:lnTo>
                    <a:pt x="4724839" y="658124"/>
                  </a:lnTo>
                  <a:lnTo>
                    <a:pt x="4724933" y="658124"/>
                  </a:lnTo>
                  <a:lnTo>
                    <a:pt x="4725027" y="658124"/>
                  </a:lnTo>
                  <a:lnTo>
                    <a:pt x="4725121" y="658124"/>
                  </a:lnTo>
                  <a:lnTo>
                    <a:pt x="4725215" y="658124"/>
                  </a:lnTo>
                  <a:lnTo>
                    <a:pt x="4725310" y="658124"/>
                  </a:lnTo>
                  <a:lnTo>
                    <a:pt x="4725404" y="658124"/>
                  </a:lnTo>
                  <a:lnTo>
                    <a:pt x="4725498" y="658124"/>
                  </a:lnTo>
                  <a:lnTo>
                    <a:pt x="4725592" y="658124"/>
                  </a:lnTo>
                  <a:lnTo>
                    <a:pt x="4725686" y="658124"/>
                  </a:lnTo>
                  <a:lnTo>
                    <a:pt x="4725780" y="658124"/>
                  </a:lnTo>
                  <a:lnTo>
                    <a:pt x="4725874" y="658124"/>
                  </a:lnTo>
                  <a:lnTo>
                    <a:pt x="4725969" y="658124"/>
                  </a:lnTo>
                  <a:lnTo>
                    <a:pt x="4726063" y="658124"/>
                  </a:lnTo>
                  <a:lnTo>
                    <a:pt x="4726157" y="658124"/>
                  </a:lnTo>
                  <a:lnTo>
                    <a:pt x="4726251" y="658124"/>
                  </a:lnTo>
                  <a:lnTo>
                    <a:pt x="4726345" y="658124"/>
                  </a:lnTo>
                  <a:lnTo>
                    <a:pt x="4726439" y="658124"/>
                  </a:lnTo>
                  <a:lnTo>
                    <a:pt x="4726534" y="658124"/>
                  </a:lnTo>
                  <a:lnTo>
                    <a:pt x="4726628" y="658124"/>
                  </a:lnTo>
                  <a:lnTo>
                    <a:pt x="4726722" y="658124"/>
                  </a:lnTo>
                  <a:lnTo>
                    <a:pt x="4726816" y="658124"/>
                  </a:lnTo>
                  <a:lnTo>
                    <a:pt x="4726910" y="658124"/>
                  </a:lnTo>
                  <a:lnTo>
                    <a:pt x="4727004" y="658124"/>
                  </a:lnTo>
                  <a:lnTo>
                    <a:pt x="4727098" y="658124"/>
                  </a:lnTo>
                  <a:lnTo>
                    <a:pt x="4727193" y="658124"/>
                  </a:lnTo>
                  <a:lnTo>
                    <a:pt x="4727287" y="658124"/>
                  </a:lnTo>
                  <a:lnTo>
                    <a:pt x="4727381" y="658124"/>
                  </a:lnTo>
                  <a:lnTo>
                    <a:pt x="4727475" y="658124"/>
                  </a:lnTo>
                  <a:lnTo>
                    <a:pt x="4727569" y="658124"/>
                  </a:lnTo>
                  <a:lnTo>
                    <a:pt x="4727663" y="658124"/>
                  </a:lnTo>
                  <a:lnTo>
                    <a:pt x="4727758" y="658124"/>
                  </a:lnTo>
                  <a:lnTo>
                    <a:pt x="4727852" y="658124"/>
                  </a:lnTo>
                  <a:lnTo>
                    <a:pt x="4727946" y="658124"/>
                  </a:lnTo>
                  <a:lnTo>
                    <a:pt x="4728040" y="658124"/>
                  </a:lnTo>
                  <a:lnTo>
                    <a:pt x="4728134" y="658124"/>
                  </a:lnTo>
                  <a:lnTo>
                    <a:pt x="4728228" y="658124"/>
                  </a:lnTo>
                  <a:lnTo>
                    <a:pt x="4728322" y="658124"/>
                  </a:lnTo>
                  <a:lnTo>
                    <a:pt x="4728417" y="658124"/>
                  </a:lnTo>
                  <a:lnTo>
                    <a:pt x="4728511" y="658124"/>
                  </a:lnTo>
                  <a:lnTo>
                    <a:pt x="4728605" y="658124"/>
                  </a:lnTo>
                  <a:lnTo>
                    <a:pt x="4728699" y="658124"/>
                  </a:lnTo>
                  <a:lnTo>
                    <a:pt x="4728793" y="658124"/>
                  </a:lnTo>
                  <a:lnTo>
                    <a:pt x="4728887" y="658124"/>
                  </a:lnTo>
                  <a:lnTo>
                    <a:pt x="4728887" y="653212"/>
                  </a:lnTo>
                  <a:lnTo>
                    <a:pt x="4728982" y="653212"/>
                  </a:lnTo>
                  <a:lnTo>
                    <a:pt x="4729076" y="653212"/>
                  </a:lnTo>
                  <a:lnTo>
                    <a:pt x="4729170" y="653212"/>
                  </a:lnTo>
                  <a:lnTo>
                    <a:pt x="4729264" y="653212"/>
                  </a:lnTo>
                  <a:lnTo>
                    <a:pt x="4729358" y="653212"/>
                  </a:lnTo>
                  <a:lnTo>
                    <a:pt x="4729452" y="653212"/>
                  </a:lnTo>
                  <a:lnTo>
                    <a:pt x="4729546" y="653212"/>
                  </a:lnTo>
                  <a:lnTo>
                    <a:pt x="4729641" y="653212"/>
                  </a:lnTo>
                  <a:lnTo>
                    <a:pt x="4729735" y="653212"/>
                  </a:lnTo>
                  <a:lnTo>
                    <a:pt x="4729829" y="653212"/>
                  </a:lnTo>
                  <a:lnTo>
                    <a:pt x="4729923" y="653212"/>
                  </a:lnTo>
                  <a:lnTo>
                    <a:pt x="4730017" y="653212"/>
                  </a:lnTo>
                  <a:lnTo>
                    <a:pt x="4730111" y="653212"/>
                  </a:lnTo>
                  <a:lnTo>
                    <a:pt x="4730205" y="653212"/>
                  </a:lnTo>
                  <a:lnTo>
                    <a:pt x="4730300" y="653212"/>
                  </a:lnTo>
                  <a:lnTo>
                    <a:pt x="4730394" y="653212"/>
                  </a:lnTo>
                  <a:lnTo>
                    <a:pt x="4730488" y="653212"/>
                  </a:lnTo>
                  <a:lnTo>
                    <a:pt x="4730582" y="653212"/>
                  </a:lnTo>
                  <a:lnTo>
                    <a:pt x="4730676" y="653212"/>
                  </a:lnTo>
                  <a:lnTo>
                    <a:pt x="4730770" y="653212"/>
                  </a:lnTo>
                  <a:lnTo>
                    <a:pt x="4730865" y="653212"/>
                  </a:lnTo>
                  <a:lnTo>
                    <a:pt x="4730959" y="653212"/>
                  </a:lnTo>
                  <a:lnTo>
                    <a:pt x="4731053" y="653212"/>
                  </a:lnTo>
                  <a:lnTo>
                    <a:pt x="4731147" y="653212"/>
                  </a:lnTo>
                  <a:lnTo>
                    <a:pt x="4731241" y="653212"/>
                  </a:lnTo>
                  <a:lnTo>
                    <a:pt x="4731335" y="653212"/>
                  </a:lnTo>
                  <a:lnTo>
                    <a:pt x="4731429" y="653212"/>
                  </a:lnTo>
                  <a:lnTo>
                    <a:pt x="4731524" y="653212"/>
                  </a:lnTo>
                  <a:lnTo>
                    <a:pt x="4731618" y="653212"/>
                  </a:lnTo>
                  <a:lnTo>
                    <a:pt x="4731712" y="653212"/>
                  </a:lnTo>
                  <a:lnTo>
                    <a:pt x="4731806" y="653212"/>
                  </a:lnTo>
                  <a:lnTo>
                    <a:pt x="4731900" y="653212"/>
                  </a:lnTo>
                  <a:lnTo>
                    <a:pt x="4731994" y="653212"/>
                  </a:lnTo>
                  <a:lnTo>
                    <a:pt x="4732089" y="653212"/>
                  </a:lnTo>
                  <a:lnTo>
                    <a:pt x="4732183" y="653212"/>
                  </a:lnTo>
                  <a:lnTo>
                    <a:pt x="4732277" y="653212"/>
                  </a:lnTo>
                  <a:lnTo>
                    <a:pt x="4732371" y="653212"/>
                  </a:lnTo>
                  <a:lnTo>
                    <a:pt x="4732465" y="653212"/>
                  </a:lnTo>
                  <a:lnTo>
                    <a:pt x="4732559" y="653212"/>
                  </a:lnTo>
                  <a:lnTo>
                    <a:pt x="4732653" y="653212"/>
                  </a:lnTo>
                  <a:lnTo>
                    <a:pt x="4732748" y="653212"/>
                  </a:lnTo>
                  <a:lnTo>
                    <a:pt x="4732842" y="653212"/>
                  </a:lnTo>
                  <a:lnTo>
                    <a:pt x="4732936" y="653212"/>
                  </a:lnTo>
                  <a:lnTo>
                    <a:pt x="4733030" y="653212"/>
                  </a:lnTo>
                  <a:lnTo>
                    <a:pt x="4733124" y="653212"/>
                  </a:lnTo>
                  <a:lnTo>
                    <a:pt x="4733218" y="653212"/>
                  </a:lnTo>
                  <a:lnTo>
                    <a:pt x="4733313" y="653212"/>
                  </a:lnTo>
                  <a:lnTo>
                    <a:pt x="4733407" y="653212"/>
                  </a:lnTo>
                  <a:lnTo>
                    <a:pt x="4733501" y="653212"/>
                  </a:lnTo>
                  <a:lnTo>
                    <a:pt x="4733595" y="653212"/>
                  </a:lnTo>
                  <a:lnTo>
                    <a:pt x="4733689" y="653212"/>
                  </a:lnTo>
                  <a:lnTo>
                    <a:pt x="4733783" y="653212"/>
                  </a:lnTo>
                  <a:lnTo>
                    <a:pt x="4733877" y="653212"/>
                  </a:lnTo>
                  <a:lnTo>
                    <a:pt x="4733972" y="653212"/>
                  </a:lnTo>
                  <a:lnTo>
                    <a:pt x="4734066" y="653212"/>
                  </a:lnTo>
                  <a:lnTo>
                    <a:pt x="4734160" y="653212"/>
                  </a:lnTo>
                  <a:lnTo>
                    <a:pt x="4734254" y="653212"/>
                  </a:lnTo>
                  <a:lnTo>
                    <a:pt x="4734348" y="653212"/>
                  </a:lnTo>
                  <a:lnTo>
                    <a:pt x="4734442" y="653212"/>
                  </a:lnTo>
                  <a:lnTo>
                    <a:pt x="4734536" y="653212"/>
                  </a:lnTo>
                  <a:lnTo>
                    <a:pt x="4734631" y="653212"/>
                  </a:lnTo>
                  <a:lnTo>
                    <a:pt x="4734725" y="653212"/>
                  </a:lnTo>
                  <a:lnTo>
                    <a:pt x="4734819" y="653212"/>
                  </a:lnTo>
                  <a:lnTo>
                    <a:pt x="4734913" y="653212"/>
                  </a:lnTo>
                  <a:lnTo>
                    <a:pt x="4735007" y="653212"/>
                  </a:lnTo>
                  <a:lnTo>
                    <a:pt x="4735101" y="653212"/>
                  </a:lnTo>
                  <a:lnTo>
                    <a:pt x="4735196" y="653212"/>
                  </a:lnTo>
                  <a:lnTo>
                    <a:pt x="4735290" y="653212"/>
                  </a:lnTo>
                  <a:lnTo>
                    <a:pt x="4735384" y="653212"/>
                  </a:lnTo>
                  <a:lnTo>
                    <a:pt x="4735478" y="653212"/>
                  </a:lnTo>
                  <a:lnTo>
                    <a:pt x="4735572" y="653212"/>
                  </a:lnTo>
                  <a:lnTo>
                    <a:pt x="4735666" y="653212"/>
                  </a:lnTo>
                  <a:lnTo>
                    <a:pt x="4735760" y="653212"/>
                  </a:lnTo>
                  <a:lnTo>
                    <a:pt x="4735855" y="653212"/>
                  </a:lnTo>
                  <a:lnTo>
                    <a:pt x="4735949" y="653212"/>
                  </a:lnTo>
                  <a:lnTo>
                    <a:pt x="4736043" y="653212"/>
                  </a:lnTo>
                  <a:lnTo>
                    <a:pt x="4736137" y="653212"/>
                  </a:lnTo>
                  <a:lnTo>
                    <a:pt x="4736231" y="653212"/>
                  </a:lnTo>
                  <a:lnTo>
                    <a:pt x="4736325" y="653212"/>
                  </a:lnTo>
                  <a:lnTo>
                    <a:pt x="4736420" y="653212"/>
                  </a:lnTo>
                  <a:lnTo>
                    <a:pt x="4736514" y="653212"/>
                  </a:lnTo>
                  <a:lnTo>
                    <a:pt x="4736608" y="653212"/>
                  </a:lnTo>
                  <a:lnTo>
                    <a:pt x="4736702" y="653212"/>
                  </a:lnTo>
                  <a:lnTo>
                    <a:pt x="4736796" y="653212"/>
                  </a:lnTo>
                  <a:lnTo>
                    <a:pt x="4736890" y="653212"/>
                  </a:lnTo>
                  <a:lnTo>
                    <a:pt x="4736984" y="653212"/>
                  </a:lnTo>
                  <a:lnTo>
                    <a:pt x="4737079" y="653212"/>
                  </a:lnTo>
                  <a:lnTo>
                    <a:pt x="4737173" y="653212"/>
                  </a:lnTo>
                  <a:lnTo>
                    <a:pt x="4737267" y="653212"/>
                  </a:lnTo>
                  <a:lnTo>
                    <a:pt x="4737361" y="653212"/>
                  </a:lnTo>
                  <a:lnTo>
                    <a:pt x="4737455" y="653212"/>
                  </a:lnTo>
                  <a:lnTo>
                    <a:pt x="4737549" y="653212"/>
                  </a:lnTo>
                  <a:lnTo>
                    <a:pt x="4737644" y="653212"/>
                  </a:lnTo>
                  <a:lnTo>
                    <a:pt x="4737738" y="653212"/>
                  </a:lnTo>
                  <a:lnTo>
                    <a:pt x="4737832" y="653212"/>
                  </a:lnTo>
                  <a:lnTo>
                    <a:pt x="4737926" y="653212"/>
                  </a:lnTo>
                  <a:lnTo>
                    <a:pt x="4738020" y="653212"/>
                  </a:lnTo>
                  <a:lnTo>
                    <a:pt x="4738114" y="653212"/>
                  </a:lnTo>
                  <a:lnTo>
                    <a:pt x="4738208" y="653212"/>
                  </a:lnTo>
                  <a:lnTo>
                    <a:pt x="4738303" y="653212"/>
                  </a:lnTo>
                  <a:lnTo>
                    <a:pt x="4738397" y="653212"/>
                  </a:lnTo>
                  <a:lnTo>
                    <a:pt x="4738491" y="653212"/>
                  </a:lnTo>
                  <a:lnTo>
                    <a:pt x="4738585" y="653212"/>
                  </a:lnTo>
                  <a:lnTo>
                    <a:pt x="4738679" y="653212"/>
                  </a:lnTo>
                  <a:lnTo>
                    <a:pt x="4738773" y="653212"/>
                  </a:lnTo>
                  <a:lnTo>
                    <a:pt x="4738867" y="653212"/>
                  </a:lnTo>
                  <a:lnTo>
                    <a:pt x="4738962" y="653212"/>
                  </a:lnTo>
                  <a:lnTo>
                    <a:pt x="4739056" y="653212"/>
                  </a:lnTo>
                  <a:lnTo>
                    <a:pt x="4739150" y="653212"/>
                  </a:lnTo>
                  <a:lnTo>
                    <a:pt x="4739244" y="653212"/>
                  </a:lnTo>
                  <a:lnTo>
                    <a:pt x="4739338" y="653212"/>
                  </a:lnTo>
                  <a:lnTo>
                    <a:pt x="4739432" y="653212"/>
                  </a:lnTo>
                  <a:lnTo>
                    <a:pt x="4739527" y="653212"/>
                  </a:lnTo>
                  <a:lnTo>
                    <a:pt x="4739621" y="653212"/>
                  </a:lnTo>
                  <a:lnTo>
                    <a:pt x="4739715" y="653212"/>
                  </a:lnTo>
                  <a:lnTo>
                    <a:pt x="4739809" y="653212"/>
                  </a:lnTo>
                  <a:lnTo>
                    <a:pt x="4739903" y="653212"/>
                  </a:lnTo>
                  <a:lnTo>
                    <a:pt x="4739997" y="653212"/>
                  </a:lnTo>
                  <a:lnTo>
                    <a:pt x="4740091" y="653212"/>
                  </a:lnTo>
                  <a:lnTo>
                    <a:pt x="4740186" y="653212"/>
                  </a:lnTo>
                  <a:lnTo>
                    <a:pt x="4740280" y="653212"/>
                  </a:lnTo>
                  <a:lnTo>
                    <a:pt x="4740374" y="653212"/>
                  </a:lnTo>
                  <a:lnTo>
                    <a:pt x="4740468" y="653212"/>
                  </a:lnTo>
                  <a:lnTo>
                    <a:pt x="4740562" y="653212"/>
                  </a:lnTo>
                  <a:lnTo>
                    <a:pt x="4740656" y="653212"/>
                  </a:lnTo>
                  <a:lnTo>
                    <a:pt x="4740751" y="653212"/>
                  </a:lnTo>
                  <a:lnTo>
                    <a:pt x="4740845" y="653212"/>
                  </a:lnTo>
                  <a:lnTo>
                    <a:pt x="4740939" y="653212"/>
                  </a:lnTo>
                  <a:lnTo>
                    <a:pt x="4741033" y="653212"/>
                  </a:lnTo>
                  <a:lnTo>
                    <a:pt x="4741127" y="653212"/>
                  </a:lnTo>
                  <a:lnTo>
                    <a:pt x="4741221" y="653212"/>
                  </a:lnTo>
                  <a:lnTo>
                    <a:pt x="4741315" y="653212"/>
                  </a:lnTo>
                  <a:lnTo>
                    <a:pt x="4741410" y="653212"/>
                  </a:lnTo>
                  <a:lnTo>
                    <a:pt x="4741504" y="653212"/>
                  </a:lnTo>
                  <a:lnTo>
                    <a:pt x="4741598" y="653212"/>
                  </a:lnTo>
                  <a:lnTo>
                    <a:pt x="4741692" y="653212"/>
                  </a:lnTo>
                  <a:lnTo>
                    <a:pt x="4741786" y="653212"/>
                  </a:lnTo>
                  <a:lnTo>
                    <a:pt x="4741880" y="653212"/>
                  </a:lnTo>
                  <a:lnTo>
                    <a:pt x="4741975" y="653212"/>
                  </a:lnTo>
                  <a:lnTo>
                    <a:pt x="4742069" y="653212"/>
                  </a:lnTo>
                  <a:lnTo>
                    <a:pt x="4742163" y="653212"/>
                  </a:lnTo>
                  <a:lnTo>
                    <a:pt x="4742257" y="653212"/>
                  </a:lnTo>
                  <a:lnTo>
                    <a:pt x="4742351" y="653212"/>
                  </a:lnTo>
                  <a:lnTo>
                    <a:pt x="4742445" y="653212"/>
                  </a:lnTo>
                  <a:lnTo>
                    <a:pt x="4742539" y="653212"/>
                  </a:lnTo>
                  <a:lnTo>
                    <a:pt x="4742634" y="653212"/>
                  </a:lnTo>
                  <a:lnTo>
                    <a:pt x="4742728" y="653212"/>
                  </a:lnTo>
                  <a:lnTo>
                    <a:pt x="4742822" y="653212"/>
                  </a:lnTo>
                  <a:lnTo>
                    <a:pt x="4742916" y="653212"/>
                  </a:lnTo>
                  <a:lnTo>
                    <a:pt x="4743010" y="653212"/>
                  </a:lnTo>
                  <a:lnTo>
                    <a:pt x="4743104" y="653212"/>
                  </a:lnTo>
                  <a:lnTo>
                    <a:pt x="4743198" y="653212"/>
                  </a:lnTo>
                  <a:lnTo>
                    <a:pt x="4743293" y="653212"/>
                  </a:lnTo>
                  <a:lnTo>
                    <a:pt x="4743387" y="653212"/>
                  </a:lnTo>
                  <a:lnTo>
                    <a:pt x="4743481" y="653212"/>
                  </a:lnTo>
                  <a:lnTo>
                    <a:pt x="4743575" y="653212"/>
                  </a:lnTo>
                  <a:lnTo>
                    <a:pt x="4743575" y="648301"/>
                  </a:lnTo>
                  <a:lnTo>
                    <a:pt x="4743669" y="648301"/>
                  </a:lnTo>
                  <a:lnTo>
                    <a:pt x="4743763" y="648301"/>
                  </a:lnTo>
                  <a:lnTo>
                    <a:pt x="4743858" y="648301"/>
                  </a:lnTo>
                  <a:lnTo>
                    <a:pt x="4743952" y="648301"/>
                  </a:lnTo>
                  <a:lnTo>
                    <a:pt x="4744046" y="648301"/>
                  </a:lnTo>
                  <a:lnTo>
                    <a:pt x="4744140" y="648301"/>
                  </a:lnTo>
                  <a:lnTo>
                    <a:pt x="4744234" y="648301"/>
                  </a:lnTo>
                  <a:lnTo>
                    <a:pt x="4744328" y="648301"/>
                  </a:lnTo>
                  <a:lnTo>
                    <a:pt x="4744422" y="648301"/>
                  </a:lnTo>
                  <a:lnTo>
                    <a:pt x="4744517" y="648301"/>
                  </a:lnTo>
                  <a:lnTo>
                    <a:pt x="4744611" y="648301"/>
                  </a:lnTo>
                  <a:lnTo>
                    <a:pt x="4744705" y="648301"/>
                  </a:lnTo>
                  <a:lnTo>
                    <a:pt x="4744799" y="648301"/>
                  </a:lnTo>
                  <a:lnTo>
                    <a:pt x="4744893" y="648301"/>
                  </a:lnTo>
                  <a:lnTo>
                    <a:pt x="4744987" y="648301"/>
                  </a:lnTo>
                  <a:lnTo>
                    <a:pt x="4745082" y="648301"/>
                  </a:lnTo>
                  <a:lnTo>
                    <a:pt x="4745176" y="648301"/>
                  </a:lnTo>
                  <a:lnTo>
                    <a:pt x="4745270" y="648301"/>
                  </a:lnTo>
                  <a:lnTo>
                    <a:pt x="4745364" y="648301"/>
                  </a:lnTo>
                  <a:lnTo>
                    <a:pt x="4745458" y="648301"/>
                  </a:lnTo>
                  <a:lnTo>
                    <a:pt x="4745552" y="648301"/>
                  </a:lnTo>
                  <a:lnTo>
                    <a:pt x="4745646" y="648301"/>
                  </a:lnTo>
                  <a:lnTo>
                    <a:pt x="4745741" y="648301"/>
                  </a:lnTo>
                  <a:lnTo>
                    <a:pt x="4745835" y="648301"/>
                  </a:lnTo>
                  <a:lnTo>
                    <a:pt x="4745929" y="648301"/>
                  </a:lnTo>
                  <a:lnTo>
                    <a:pt x="4746023" y="648301"/>
                  </a:lnTo>
                  <a:lnTo>
                    <a:pt x="4746117" y="648301"/>
                  </a:lnTo>
                  <a:lnTo>
                    <a:pt x="4746211" y="648301"/>
                  </a:lnTo>
                  <a:lnTo>
                    <a:pt x="4746306" y="648301"/>
                  </a:lnTo>
                  <a:lnTo>
                    <a:pt x="4746400" y="648301"/>
                  </a:lnTo>
                  <a:lnTo>
                    <a:pt x="4746494" y="648301"/>
                  </a:lnTo>
                  <a:lnTo>
                    <a:pt x="4746588" y="648301"/>
                  </a:lnTo>
                  <a:lnTo>
                    <a:pt x="4746682" y="648301"/>
                  </a:lnTo>
                  <a:lnTo>
                    <a:pt x="4746776" y="648301"/>
                  </a:lnTo>
                  <a:lnTo>
                    <a:pt x="4746870" y="648301"/>
                  </a:lnTo>
                  <a:lnTo>
                    <a:pt x="4746965" y="648301"/>
                  </a:lnTo>
                  <a:lnTo>
                    <a:pt x="4747059" y="648301"/>
                  </a:lnTo>
                  <a:lnTo>
                    <a:pt x="4747153" y="648301"/>
                  </a:lnTo>
                  <a:lnTo>
                    <a:pt x="4747247" y="648301"/>
                  </a:lnTo>
                  <a:lnTo>
                    <a:pt x="4747341" y="648301"/>
                  </a:lnTo>
                  <a:lnTo>
                    <a:pt x="4747435" y="648301"/>
                  </a:lnTo>
                  <a:lnTo>
                    <a:pt x="4747529" y="648301"/>
                  </a:lnTo>
                  <a:lnTo>
                    <a:pt x="4747624" y="648301"/>
                  </a:lnTo>
                  <a:lnTo>
                    <a:pt x="4747718" y="648301"/>
                  </a:lnTo>
                  <a:lnTo>
                    <a:pt x="4747812" y="648301"/>
                  </a:lnTo>
                  <a:lnTo>
                    <a:pt x="4747906" y="648301"/>
                  </a:lnTo>
                  <a:lnTo>
                    <a:pt x="4748000" y="648301"/>
                  </a:lnTo>
                  <a:lnTo>
                    <a:pt x="4748094" y="648301"/>
                  </a:lnTo>
                  <a:lnTo>
                    <a:pt x="4748189" y="648301"/>
                  </a:lnTo>
                  <a:lnTo>
                    <a:pt x="4748283" y="648301"/>
                  </a:lnTo>
                  <a:lnTo>
                    <a:pt x="4748377" y="648301"/>
                  </a:lnTo>
                  <a:lnTo>
                    <a:pt x="4748471" y="648301"/>
                  </a:lnTo>
                  <a:lnTo>
                    <a:pt x="4748565" y="648301"/>
                  </a:lnTo>
                  <a:lnTo>
                    <a:pt x="4748659" y="648301"/>
                  </a:lnTo>
                  <a:lnTo>
                    <a:pt x="4748753" y="648301"/>
                  </a:lnTo>
                  <a:lnTo>
                    <a:pt x="4748848" y="648301"/>
                  </a:lnTo>
                  <a:lnTo>
                    <a:pt x="4748942" y="648301"/>
                  </a:lnTo>
                  <a:lnTo>
                    <a:pt x="4749036" y="648301"/>
                  </a:lnTo>
                  <a:lnTo>
                    <a:pt x="4749130" y="648301"/>
                  </a:lnTo>
                  <a:lnTo>
                    <a:pt x="4749224" y="648301"/>
                  </a:lnTo>
                  <a:lnTo>
                    <a:pt x="4749318" y="648301"/>
                  </a:lnTo>
                  <a:lnTo>
                    <a:pt x="4749413" y="648301"/>
                  </a:lnTo>
                  <a:lnTo>
                    <a:pt x="4749507" y="648301"/>
                  </a:lnTo>
                  <a:lnTo>
                    <a:pt x="4749601" y="648301"/>
                  </a:lnTo>
                  <a:lnTo>
                    <a:pt x="4749695" y="648301"/>
                  </a:lnTo>
                  <a:lnTo>
                    <a:pt x="4749789" y="648301"/>
                  </a:lnTo>
                  <a:lnTo>
                    <a:pt x="4749883" y="648301"/>
                  </a:lnTo>
                  <a:lnTo>
                    <a:pt x="4749977" y="648301"/>
                  </a:lnTo>
                  <a:lnTo>
                    <a:pt x="4750072" y="648301"/>
                  </a:lnTo>
                  <a:lnTo>
                    <a:pt x="4750166" y="648301"/>
                  </a:lnTo>
                  <a:lnTo>
                    <a:pt x="4750260" y="648301"/>
                  </a:lnTo>
                  <a:lnTo>
                    <a:pt x="4750354" y="648301"/>
                  </a:lnTo>
                  <a:lnTo>
                    <a:pt x="4750448" y="648301"/>
                  </a:lnTo>
                  <a:lnTo>
                    <a:pt x="4750542" y="648301"/>
                  </a:lnTo>
                  <a:lnTo>
                    <a:pt x="4750637" y="648301"/>
                  </a:lnTo>
                  <a:lnTo>
                    <a:pt x="4750731" y="648301"/>
                  </a:lnTo>
                  <a:lnTo>
                    <a:pt x="4750825" y="648301"/>
                  </a:lnTo>
                  <a:lnTo>
                    <a:pt x="4750919" y="648301"/>
                  </a:lnTo>
                  <a:lnTo>
                    <a:pt x="4751013" y="648301"/>
                  </a:lnTo>
                  <a:lnTo>
                    <a:pt x="4751107" y="648301"/>
                  </a:lnTo>
                  <a:lnTo>
                    <a:pt x="4751201" y="648301"/>
                  </a:lnTo>
                  <a:lnTo>
                    <a:pt x="4751296" y="648301"/>
                  </a:lnTo>
                  <a:lnTo>
                    <a:pt x="4751390" y="648301"/>
                  </a:lnTo>
                  <a:lnTo>
                    <a:pt x="4751484" y="648301"/>
                  </a:lnTo>
                  <a:lnTo>
                    <a:pt x="4751578" y="648301"/>
                  </a:lnTo>
                  <a:lnTo>
                    <a:pt x="4751672" y="648301"/>
                  </a:lnTo>
                  <a:lnTo>
                    <a:pt x="4751766" y="648301"/>
                  </a:lnTo>
                  <a:lnTo>
                    <a:pt x="4751860" y="648301"/>
                  </a:lnTo>
                  <a:lnTo>
                    <a:pt x="4751955" y="648301"/>
                  </a:lnTo>
                  <a:lnTo>
                    <a:pt x="4752049" y="648301"/>
                  </a:lnTo>
                  <a:lnTo>
                    <a:pt x="4752143" y="648301"/>
                  </a:lnTo>
                  <a:lnTo>
                    <a:pt x="4752237" y="648301"/>
                  </a:lnTo>
                  <a:lnTo>
                    <a:pt x="4752331" y="648301"/>
                  </a:lnTo>
                  <a:lnTo>
                    <a:pt x="4752425" y="648301"/>
                  </a:lnTo>
                  <a:lnTo>
                    <a:pt x="4752520" y="648301"/>
                  </a:lnTo>
                  <a:lnTo>
                    <a:pt x="4752614" y="648301"/>
                  </a:lnTo>
                  <a:lnTo>
                    <a:pt x="4752708" y="648301"/>
                  </a:lnTo>
                  <a:lnTo>
                    <a:pt x="4752802" y="648301"/>
                  </a:lnTo>
                  <a:lnTo>
                    <a:pt x="4752896" y="648301"/>
                  </a:lnTo>
                  <a:lnTo>
                    <a:pt x="4752990" y="648301"/>
                  </a:lnTo>
                  <a:lnTo>
                    <a:pt x="4753084" y="648301"/>
                  </a:lnTo>
                  <a:lnTo>
                    <a:pt x="4753179" y="648301"/>
                  </a:lnTo>
                  <a:lnTo>
                    <a:pt x="4753273" y="648301"/>
                  </a:lnTo>
                  <a:lnTo>
                    <a:pt x="4753367" y="648301"/>
                  </a:lnTo>
                  <a:lnTo>
                    <a:pt x="4753461" y="648301"/>
                  </a:lnTo>
                  <a:lnTo>
                    <a:pt x="4753555" y="648301"/>
                  </a:lnTo>
                  <a:lnTo>
                    <a:pt x="4753649" y="648301"/>
                  </a:lnTo>
                  <a:lnTo>
                    <a:pt x="4753744" y="648301"/>
                  </a:lnTo>
                  <a:lnTo>
                    <a:pt x="4753838" y="648301"/>
                  </a:lnTo>
                  <a:lnTo>
                    <a:pt x="4753932" y="648301"/>
                  </a:lnTo>
                  <a:lnTo>
                    <a:pt x="4754026" y="648301"/>
                  </a:lnTo>
                  <a:lnTo>
                    <a:pt x="4754120" y="648301"/>
                  </a:lnTo>
                  <a:lnTo>
                    <a:pt x="4754214" y="648301"/>
                  </a:lnTo>
                  <a:lnTo>
                    <a:pt x="4754308" y="648301"/>
                  </a:lnTo>
                  <a:lnTo>
                    <a:pt x="4754403" y="648301"/>
                  </a:lnTo>
                  <a:lnTo>
                    <a:pt x="4754497" y="648301"/>
                  </a:lnTo>
                  <a:lnTo>
                    <a:pt x="4754591" y="648301"/>
                  </a:lnTo>
                  <a:lnTo>
                    <a:pt x="4754685" y="648301"/>
                  </a:lnTo>
                  <a:lnTo>
                    <a:pt x="4754779" y="648301"/>
                  </a:lnTo>
                  <a:lnTo>
                    <a:pt x="4754873" y="648301"/>
                  </a:lnTo>
                  <a:lnTo>
                    <a:pt x="4754968" y="648301"/>
                  </a:lnTo>
                  <a:lnTo>
                    <a:pt x="4755062" y="648301"/>
                  </a:lnTo>
                  <a:lnTo>
                    <a:pt x="4755156" y="648301"/>
                  </a:lnTo>
                  <a:lnTo>
                    <a:pt x="4755250" y="648301"/>
                  </a:lnTo>
                  <a:lnTo>
                    <a:pt x="4755344" y="648301"/>
                  </a:lnTo>
                  <a:lnTo>
                    <a:pt x="4755438" y="648301"/>
                  </a:lnTo>
                  <a:lnTo>
                    <a:pt x="4755532" y="648301"/>
                  </a:lnTo>
                  <a:lnTo>
                    <a:pt x="4755627" y="648301"/>
                  </a:lnTo>
                  <a:lnTo>
                    <a:pt x="4755721" y="648301"/>
                  </a:lnTo>
                  <a:lnTo>
                    <a:pt x="4755815" y="648301"/>
                  </a:lnTo>
                  <a:lnTo>
                    <a:pt x="4755909" y="648301"/>
                  </a:lnTo>
                  <a:lnTo>
                    <a:pt x="4756003" y="648301"/>
                  </a:lnTo>
                  <a:lnTo>
                    <a:pt x="4756097" y="648301"/>
                  </a:lnTo>
                  <a:lnTo>
                    <a:pt x="4756097" y="643390"/>
                  </a:lnTo>
                  <a:lnTo>
                    <a:pt x="4756191" y="643390"/>
                  </a:lnTo>
                  <a:lnTo>
                    <a:pt x="4756286" y="643390"/>
                  </a:lnTo>
                  <a:lnTo>
                    <a:pt x="4756380" y="643390"/>
                  </a:lnTo>
                  <a:lnTo>
                    <a:pt x="4756474" y="643390"/>
                  </a:lnTo>
                  <a:lnTo>
                    <a:pt x="4756568" y="643390"/>
                  </a:lnTo>
                  <a:lnTo>
                    <a:pt x="4756662" y="643390"/>
                  </a:lnTo>
                  <a:lnTo>
                    <a:pt x="4756756" y="643390"/>
                  </a:lnTo>
                  <a:lnTo>
                    <a:pt x="4756851" y="643390"/>
                  </a:lnTo>
                  <a:lnTo>
                    <a:pt x="4756945" y="643390"/>
                  </a:lnTo>
                  <a:lnTo>
                    <a:pt x="4757039" y="643390"/>
                  </a:lnTo>
                  <a:lnTo>
                    <a:pt x="4757133" y="643390"/>
                  </a:lnTo>
                  <a:lnTo>
                    <a:pt x="4757133" y="638478"/>
                  </a:lnTo>
                  <a:lnTo>
                    <a:pt x="4757227" y="638478"/>
                  </a:lnTo>
                  <a:lnTo>
                    <a:pt x="4757321" y="638478"/>
                  </a:lnTo>
                  <a:lnTo>
                    <a:pt x="4757415" y="638478"/>
                  </a:lnTo>
                  <a:lnTo>
                    <a:pt x="4757510" y="638478"/>
                  </a:lnTo>
                  <a:lnTo>
                    <a:pt x="4757510" y="633567"/>
                  </a:lnTo>
                  <a:lnTo>
                    <a:pt x="4757604" y="633567"/>
                  </a:lnTo>
                  <a:lnTo>
                    <a:pt x="4757698" y="633567"/>
                  </a:lnTo>
                  <a:lnTo>
                    <a:pt x="4757792" y="633567"/>
                  </a:lnTo>
                  <a:lnTo>
                    <a:pt x="4757886" y="633567"/>
                  </a:lnTo>
                  <a:lnTo>
                    <a:pt x="4757980" y="633567"/>
                  </a:lnTo>
                  <a:lnTo>
                    <a:pt x="4758075" y="633567"/>
                  </a:lnTo>
                  <a:lnTo>
                    <a:pt x="4758169" y="633567"/>
                  </a:lnTo>
                  <a:lnTo>
                    <a:pt x="4758263" y="633567"/>
                  </a:lnTo>
                  <a:lnTo>
                    <a:pt x="4758357" y="633567"/>
                  </a:lnTo>
                  <a:lnTo>
                    <a:pt x="4758357" y="628655"/>
                  </a:lnTo>
                  <a:lnTo>
                    <a:pt x="4758451" y="628655"/>
                  </a:lnTo>
                  <a:lnTo>
                    <a:pt x="4758545" y="628655"/>
                  </a:lnTo>
                  <a:lnTo>
                    <a:pt x="4758639" y="628655"/>
                  </a:lnTo>
                  <a:lnTo>
                    <a:pt x="4758734" y="628655"/>
                  </a:lnTo>
                  <a:lnTo>
                    <a:pt x="4758828" y="628655"/>
                  </a:lnTo>
                  <a:lnTo>
                    <a:pt x="4758922" y="628655"/>
                  </a:lnTo>
                  <a:lnTo>
                    <a:pt x="4759016" y="628655"/>
                  </a:lnTo>
                  <a:lnTo>
                    <a:pt x="4759110" y="628655"/>
                  </a:lnTo>
                  <a:lnTo>
                    <a:pt x="4759204" y="628655"/>
                  </a:lnTo>
                  <a:lnTo>
                    <a:pt x="4759299" y="628655"/>
                  </a:lnTo>
                  <a:lnTo>
                    <a:pt x="4759393" y="628655"/>
                  </a:lnTo>
                  <a:lnTo>
                    <a:pt x="4759487" y="628655"/>
                  </a:lnTo>
                  <a:lnTo>
                    <a:pt x="4759581" y="628655"/>
                  </a:lnTo>
                  <a:lnTo>
                    <a:pt x="4759675" y="628655"/>
                  </a:lnTo>
                  <a:lnTo>
                    <a:pt x="4759769" y="628655"/>
                  </a:lnTo>
                  <a:lnTo>
                    <a:pt x="4759863" y="628655"/>
                  </a:lnTo>
                  <a:lnTo>
                    <a:pt x="4759958" y="628655"/>
                  </a:lnTo>
                  <a:lnTo>
                    <a:pt x="4760052" y="628655"/>
                  </a:lnTo>
                  <a:lnTo>
                    <a:pt x="4760146" y="628655"/>
                  </a:lnTo>
                  <a:lnTo>
                    <a:pt x="4760240" y="628655"/>
                  </a:lnTo>
                  <a:lnTo>
                    <a:pt x="4760334" y="628655"/>
                  </a:lnTo>
                  <a:lnTo>
                    <a:pt x="4760428" y="628655"/>
                  </a:lnTo>
                  <a:lnTo>
                    <a:pt x="4760522" y="628655"/>
                  </a:lnTo>
                  <a:lnTo>
                    <a:pt x="4760617" y="628655"/>
                  </a:lnTo>
                  <a:lnTo>
                    <a:pt x="4760711" y="628655"/>
                  </a:lnTo>
                  <a:lnTo>
                    <a:pt x="4760805" y="628655"/>
                  </a:lnTo>
                  <a:lnTo>
                    <a:pt x="4760899" y="628655"/>
                  </a:lnTo>
                  <a:lnTo>
                    <a:pt x="4760993" y="628655"/>
                  </a:lnTo>
                  <a:lnTo>
                    <a:pt x="4761087" y="628655"/>
                  </a:lnTo>
                  <a:lnTo>
                    <a:pt x="4761182" y="628655"/>
                  </a:lnTo>
                  <a:lnTo>
                    <a:pt x="4761276" y="628655"/>
                  </a:lnTo>
                  <a:lnTo>
                    <a:pt x="4761370" y="628655"/>
                  </a:lnTo>
                  <a:lnTo>
                    <a:pt x="4761464" y="628655"/>
                  </a:lnTo>
                  <a:lnTo>
                    <a:pt x="4761558" y="628655"/>
                  </a:lnTo>
                  <a:lnTo>
                    <a:pt x="4761652" y="628655"/>
                  </a:lnTo>
                  <a:lnTo>
                    <a:pt x="4761746" y="628655"/>
                  </a:lnTo>
                  <a:lnTo>
                    <a:pt x="4761841" y="628655"/>
                  </a:lnTo>
                  <a:lnTo>
                    <a:pt x="4761935" y="628655"/>
                  </a:lnTo>
                  <a:lnTo>
                    <a:pt x="4762029" y="628655"/>
                  </a:lnTo>
                  <a:lnTo>
                    <a:pt x="4762123" y="628655"/>
                  </a:lnTo>
                  <a:lnTo>
                    <a:pt x="4762217" y="628655"/>
                  </a:lnTo>
                  <a:lnTo>
                    <a:pt x="4762311" y="628655"/>
                  </a:lnTo>
                  <a:lnTo>
                    <a:pt x="4762406" y="628655"/>
                  </a:lnTo>
                  <a:lnTo>
                    <a:pt x="4762500" y="628655"/>
                  </a:lnTo>
                  <a:lnTo>
                    <a:pt x="4762594" y="628655"/>
                  </a:lnTo>
                  <a:lnTo>
                    <a:pt x="4762688" y="628655"/>
                  </a:lnTo>
                  <a:lnTo>
                    <a:pt x="4762782" y="628655"/>
                  </a:lnTo>
                  <a:lnTo>
                    <a:pt x="4762876" y="628655"/>
                  </a:lnTo>
                  <a:lnTo>
                    <a:pt x="4762970" y="628655"/>
                  </a:lnTo>
                  <a:lnTo>
                    <a:pt x="4763065" y="628655"/>
                  </a:lnTo>
                  <a:lnTo>
                    <a:pt x="4763159" y="628655"/>
                  </a:lnTo>
                  <a:lnTo>
                    <a:pt x="4763253" y="628655"/>
                  </a:lnTo>
                  <a:lnTo>
                    <a:pt x="4763347" y="628655"/>
                  </a:lnTo>
                  <a:lnTo>
                    <a:pt x="4763441" y="628655"/>
                  </a:lnTo>
                  <a:lnTo>
                    <a:pt x="4763535" y="628655"/>
                  </a:lnTo>
                  <a:lnTo>
                    <a:pt x="4763630" y="628655"/>
                  </a:lnTo>
                  <a:lnTo>
                    <a:pt x="4763724" y="628655"/>
                  </a:lnTo>
                  <a:lnTo>
                    <a:pt x="4763818" y="628655"/>
                  </a:lnTo>
                  <a:lnTo>
                    <a:pt x="4763912" y="628655"/>
                  </a:lnTo>
                  <a:lnTo>
                    <a:pt x="4764006" y="628655"/>
                  </a:lnTo>
                  <a:lnTo>
                    <a:pt x="4764100" y="628655"/>
                  </a:lnTo>
                  <a:lnTo>
                    <a:pt x="4764194" y="628655"/>
                  </a:lnTo>
                  <a:lnTo>
                    <a:pt x="4764289" y="628655"/>
                  </a:lnTo>
                  <a:lnTo>
                    <a:pt x="4764383" y="628655"/>
                  </a:lnTo>
                  <a:lnTo>
                    <a:pt x="4764477" y="628655"/>
                  </a:lnTo>
                  <a:lnTo>
                    <a:pt x="4764571" y="628655"/>
                  </a:lnTo>
                  <a:lnTo>
                    <a:pt x="4764665" y="628655"/>
                  </a:lnTo>
                  <a:lnTo>
                    <a:pt x="4764759" y="628655"/>
                  </a:lnTo>
                  <a:lnTo>
                    <a:pt x="4764853" y="628655"/>
                  </a:lnTo>
                  <a:lnTo>
                    <a:pt x="4764853" y="623744"/>
                  </a:lnTo>
                  <a:lnTo>
                    <a:pt x="4764948" y="623744"/>
                  </a:lnTo>
                  <a:lnTo>
                    <a:pt x="4765042" y="623744"/>
                  </a:lnTo>
                  <a:lnTo>
                    <a:pt x="4765136" y="623744"/>
                  </a:lnTo>
                  <a:lnTo>
                    <a:pt x="4765230" y="623744"/>
                  </a:lnTo>
                  <a:lnTo>
                    <a:pt x="4765324" y="623744"/>
                  </a:lnTo>
                  <a:lnTo>
                    <a:pt x="4765418" y="623744"/>
                  </a:lnTo>
                  <a:lnTo>
                    <a:pt x="4765513" y="623744"/>
                  </a:lnTo>
                  <a:lnTo>
                    <a:pt x="4765607" y="623744"/>
                  </a:lnTo>
                  <a:lnTo>
                    <a:pt x="4765701" y="623744"/>
                  </a:lnTo>
                  <a:lnTo>
                    <a:pt x="4765795" y="623744"/>
                  </a:lnTo>
                  <a:lnTo>
                    <a:pt x="4765889" y="623744"/>
                  </a:lnTo>
                  <a:lnTo>
                    <a:pt x="4765983" y="623744"/>
                  </a:lnTo>
                  <a:lnTo>
                    <a:pt x="4766077" y="623744"/>
                  </a:lnTo>
                  <a:lnTo>
                    <a:pt x="4766172" y="623744"/>
                  </a:lnTo>
                  <a:lnTo>
                    <a:pt x="4766266" y="623744"/>
                  </a:lnTo>
                  <a:lnTo>
                    <a:pt x="4766360" y="623744"/>
                  </a:lnTo>
                  <a:lnTo>
                    <a:pt x="4766454" y="623744"/>
                  </a:lnTo>
                  <a:lnTo>
                    <a:pt x="4766548" y="623744"/>
                  </a:lnTo>
                  <a:lnTo>
                    <a:pt x="4766642" y="623744"/>
                  </a:lnTo>
                  <a:lnTo>
                    <a:pt x="4766737" y="623744"/>
                  </a:lnTo>
                  <a:lnTo>
                    <a:pt x="4766831" y="623744"/>
                  </a:lnTo>
                  <a:lnTo>
                    <a:pt x="4766925" y="623744"/>
                  </a:lnTo>
                  <a:lnTo>
                    <a:pt x="4767019" y="623744"/>
                  </a:lnTo>
                  <a:lnTo>
                    <a:pt x="4767113" y="623744"/>
                  </a:lnTo>
                  <a:lnTo>
                    <a:pt x="4767207" y="623744"/>
                  </a:lnTo>
                  <a:lnTo>
                    <a:pt x="4767301" y="623744"/>
                  </a:lnTo>
                  <a:lnTo>
                    <a:pt x="4767396" y="623744"/>
                  </a:lnTo>
                  <a:lnTo>
                    <a:pt x="4767490" y="623744"/>
                  </a:lnTo>
                  <a:lnTo>
                    <a:pt x="4767584" y="623744"/>
                  </a:lnTo>
                  <a:lnTo>
                    <a:pt x="4767678" y="623744"/>
                  </a:lnTo>
                  <a:lnTo>
                    <a:pt x="4767772" y="623744"/>
                  </a:lnTo>
                  <a:lnTo>
                    <a:pt x="4767866" y="623744"/>
                  </a:lnTo>
                  <a:lnTo>
                    <a:pt x="4767961" y="623744"/>
                  </a:lnTo>
                  <a:lnTo>
                    <a:pt x="4767961" y="618833"/>
                  </a:lnTo>
                  <a:lnTo>
                    <a:pt x="4768055" y="618833"/>
                  </a:lnTo>
                  <a:lnTo>
                    <a:pt x="4768149" y="618833"/>
                  </a:lnTo>
                  <a:lnTo>
                    <a:pt x="4768243" y="618833"/>
                  </a:lnTo>
                  <a:lnTo>
                    <a:pt x="4768337" y="618833"/>
                  </a:lnTo>
                  <a:lnTo>
                    <a:pt x="4768431" y="618833"/>
                  </a:lnTo>
                  <a:lnTo>
                    <a:pt x="4768525" y="618833"/>
                  </a:lnTo>
                  <a:lnTo>
                    <a:pt x="4768620" y="618833"/>
                  </a:lnTo>
                  <a:lnTo>
                    <a:pt x="4768714" y="618833"/>
                  </a:lnTo>
                  <a:lnTo>
                    <a:pt x="4768808" y="618833"/>
                  </a:lnTo>
                  <a:lnTo>
                    <a:pt x="4768902" y="618833"/>
                  </a:lnTo>
                  <a:lnTo>
                    <a:pt x="4768996" y="618833"/>
                  </a:lnTo>
                  <a:lnTo>
                    <a:pt x="4769090" y="618833"/>
                  </a:lnTo>
                  <a:lnTo>
                    <a:pt x="4769184" y="618833"/>
                  </a:lnTo>
                  <a:lnTo>
                    <a:pt x="4769279" y="618833"/>
                  </a:lnTo>
                  <a:lnTo>
                    <a:pt x="4769373" y="618833"/>
                  </a:lnTo>
                  <a:lnTo>
                    <a:pt x="4769467" y="618833"/>
                  </a:lnTo>
                  <a:lnTo>
                    <a:pt x="4769561" y="618833"/>
                  </a:lnTo>
                  <a:lnTo>
                    <a:pt x="4769655" y="618833"/>
                  </a:lnTo>
                  <a:lnTo>
                    <a:pt x="4769749" y="618833"/>
                  </a:lnTo>
                  <a:lnTo>
                    <a:pt x="4769844" y="618833"/>
                  </a:lnTo>
                  <a:lnTo>
                    <a:pt x="4769938" y="618833"/>
                  </a:lnTo>
                  <a:lnTo>
                    <a:pt x="4770032" y="618833"/>
                  </a:lnTo>
                  <a:lnTo>
                    <a:pt x="4770126" y="618833"/>
                  </a:lnTo>
                  <a:lnTo>
                    <a:pt x="4770220" y="618833"/>
                  </a:lnTo>
                  <a:lnTo>
                    <a:pt x="4770314" y="618833"/>
                  </a:lnTo>
                  <a:lnTo>
                    <a:pt x="4770408" y="618833"/>
                  </a:lnTo>
                  <a:lnTo>
                    <a:pt x="4770503" y="618833"/>
                  </a:lnTo>
                  <a:lnTo>
                    <a:pt x="4770597" y="618833"/>
                  </a:lnTo>
                  <a:lnTo>
                    <a:pt x="4770691" y="618833"/>
                  </a:lnTo>
                  <a:lnTo>
                    <a:pt x="4770785" y="618833"/>
                  </a:lnTo>
                  <a:lnTo>
                    <a:pt x="4770879" y="618833"/>
                  </a:lnTo>
                  <a:lnTo>
                    <a:pt x="4770973" y="618833"/>
                  </a:lnTo>
                  <a:lnTo>
                    <a:pt x="4771068" y="618833"/>
                  </a:lnTo>
                  <a:lnTo>
                    <a:pt x="4771162" y="618833"/>
                  </a:lnTo>
                  <a:lnTo>
                    <a:pt x="4771256" y="618833"/>
                  </a:lnTo>
                  <a:lnTo>
                    <a:pt x="4771350" y="618833"/>
                  </a:lnTo>
                  <a:lnTo>
                    <a:pt x="4771444" y="618833"/>
                  </a:lnTo>
                  <a:lnTo>
                    <a:pt x="4771538" y="618833"/>
                  </a:lnTo>
                  <a:lnTo>
                    <a:pt x="4771632" y="618833"/>
                  </a:lnTo>
                  <a:lnTo>
                    <a:pt x="4771727" y="618833"/>
                  </a:lnTo>
                  <a:lnTo>
                    <a:pt x="4771821" y="618833"/>
                  </a:lnTo>
                  <a:lnTo>
                    <a:pt x="4771915" y="618833"/>
                  </a:lnTo>
                  <a:lnTo>
                    <a:pt x="4772009" y="618833"/>
                  </a:lnTo>
                  <a:lnTo>
                    <a:pt x="4772103" y="618833"/>
                  </a:lnTo>
                  <a:lnTo>
                    <a:pt x="4772197" y="618833"/>
                  </a:lnTo>
                  <a:lnTo>
                    <a:pt x="4772292" y="618833"/>
                  </a:lnTo>
                  <a:lnTo>
                    <a:pt x="4772386" y="618833"/>
                  </a:lnTo>
                  <a:lnTo>
                    <a:pt x="4772480" y="618833"/>
                  </a:lnTo>
                  <a:lnTo>
                    <a:pt x="4772574" y="618833"/>
                  </a:lnTo>
                  <a:lnTo>
                    <a:pt x="4772668" y="618833"/>
                  </a:lnTo>
                  <a:lnTo>
                    <a:pt x="4772762" y="618833"/>
                  </a:lnTo>
                  <a:lnTo>
                    <a:pt x="4772856" y="618833"/>
                  </a:lnTo>
                  <a:lnTo>
                    <a:pt x="4772951" y="618833"/>
                  </a:lnTo>
                  <a:lnTo>
                    <a:pt x="4773045" y="618833"/>
                  </a:lnTo>
                  <a:lnTo>
                    <a:pt x="4773139" y="618833"/>
                  </a:lnTo>
                  <a:lnTo>
                    <a:pt x="4773233" y="618833"/>
                  </a:lnTo>
                  <a:lnTo>
                    <a:pt x="4773327" y="618833"/>
                  </a:lnTo>
                  <a:lnTo>
                    <a:pt x="4773421" y="618833"/>
                  </a:lnTo>
                  <a:lnTo>
                    <a:pt x="4773515" y="618833"/>
                  </a:lnTo>
                  <a:lnTo>
                    <a:pt x="4773610" y="618833"/>
                  </a:lnTo>
                  <a:lnTo>
                    <a:pt x="4773704" y="618833"/>
                  </a:lnTo>
                  <a:lnTo>
                    <a:pt x="4773798" y="618833"/>
                  </a:lnTo>
                  <a:lnTo>
                    <a:pt x="4773892" y="618833"/>
                  </a:lnTo>
                  <a:lnTo>
                    <a:pt x="4773986" y="618833"/>
                  </a:lnTo>
                  <a:lnTo>
                    <a:pt x="4774080" y="618833"/>
                  </a:lnTo>
                  <a:lnTo>
                    <a:pt x="4774175" y="618833"/>
                  </a:lnTo>
                  <a:lnTo>
                    <a:pt x="4774269" y="618833"/>
                  </a:lnTo>
                  <a:lnTo>
                    <a:pt x="4774363" y="618833"/>
                  </a:lnTo>
                  <a:lnTo>
                    <a:pt x="4774457" y="618833"/>
                  </a:lnTo>
                  <a:lnTo>
                    <a:pt x="4774551" y="618833"/>
                  </a:lnTo>
                  <a:lnTo>
                    <a:pt x="4774645" y="618833"/>
                  </a:lnTo>
                  <a:lnTo>
                    <a:pt x="4774739" y="618833"/>
                  </a:lnTo>
                  <a:lnTo>
                    <a:pt x="4774834" y="618833"/>
                  </a:lnTo>
                  <a:lnTo>
                    <a:pt x="4774928" y="618833"/>
                  </a:lnTo>
                  <a:lnTo>
                    <a:pt x="4775022" y="618833"/>
                  </a:lnTo>
                  <a:lnTo>
                    <a:pt x="4775116" y="618833"/>
                  </a:lnTo>
                  <a:lnTo>
                    <a:pt x="4775210" y="618833"/>
                  </a:lnTo>
                  <a:lnTo>
                    <a:pt x="4775304" y="618833"/>
                  </a:lnTo>
                  <a:lnTo>
                    <a:pt x="4775399" y="618833"/>
                  </a:lnTo>
                  <a:lnTo>
                    <a:pt x="4775493" y="618833"/>
                  </a:lnTo>
                  <a:lnTo>
                    <a:pt x="4775587" y="618833"/>
                  </a:lnTo>
                  <a:lnTo>
                    <a:pt x="4775681" y="618833"/>
                  </a:lnTo>
                  <a:lnTo>
                    <a:pt x="4775775" y="618833"/>
                  </a:lnTo>
                  <a:lnTo>
                    <a:pt x="4775869" y="618833"/>
                  </a:lnTo>
                  <a:lnTo>
                    <a:pt x="4775963" y="618833"/>
                  </a:lnTo>
                  <a:lnTo>
                    <a:pt x="4776058" y="618833"/>
                  </a:lnTo>
                  <a:lnTo>
                    <a:pt x="4776152" y="618833"/>
                  </a:lnTo>
                  <a:lnTo>
                    <a:pt x="4776246" y="618833"/>
                  </a:lnTo>
                  <a:lnTo>
                    <a:pt x="4776340" y="618833"/>
                  </a:lnTo>
                  <a:lnTo>
                    <a:pt x="4776434" y="618833"/>
                  </a:lnTo>
                  <a:lnTo>
                    <a:pt x="4776528" y="618833"/>
                  </a:lnTo>
                  <a:lnTo>
                    <a:pt x="4776623" y="618833"/>
                  </a:lnTo>
                  <a:lnTo>
                    <a:pt x="4776717" y="618833"/>
                  </a:lnTo>
                  <a:lnTo>
                    <a:pt x="4776811" y="618833"/>
                  </a:lnTo>
                  <a:lnTo>
                    <a:pt x="4776905" y="618833"/>
                  </a:lnTo>
                  <a:lnTo>
                    <a:pt x="4776999" y="618833"/>
                  </a:lnTo>
                  <a:lnTo>
                    <a:pt x="4777093" y="618833"/>
                  </a:lnTo>
                  <a:lnTo>
                    <a:pt x="4777187" y="618833"/>
                  </a:lnTo>
                  <a:lnTo>
                    <a:pt x="4777282" y="618833"/>
                  </a:lnTo>
                  <a:lnTo>
                    <a:pt x="4777376" y="618833"/>
                  </a:lnTo>
                  <a:lnTo>
                    <a:pt x="4777470" y="618833"/>
                  </a:lnTo>
                  <a:lnTo>
                    <a:pt x="4777564" y="618833"/>
                  </a:lnTo>
                  <a:lnTo>
                    <a:pt x="4777658" y="618833"/>
                  </a:lnTo>
                  <a:lnTo>
                    <a:pt x="4777752" y="618833"/>
                  </a:lnTo>
                  <a:lnTo>
                    <a:pt x="4777846" y="618833"/>
                  </a:lnTo>
                  <a:lnTo>
                    <a:pt x="4777941" y="618833"/>
                  </a:lnTo>
                  <a:lnTo>
                    <a:pt x="4778035" y="618833"/>
                  </a:lnTo>
                  <a:lnTo>
                    <a:pt x="4778129" y="618833"/>
                  </a:lnTo>
                  <a:lnTo>
                    <a:pt x="4778223" y="618833"/>
                  </a:lnTo>
                  <a:lnTo>
                    <a:pt x="4778317" y="618833"/>
                  </a:lnTo>
                  <a:lnTo>
                    <a:pt x="4778411" y="618833"/>
                  </a:lnTo>
                  <a:lnTo>
                    <a:pt x="4778506" y="618833"/>
                  </a:lnTo>
                  <a:lnTo>
                    <a:pt x="4778600" y="618833"/>
                  </a:lnTo>
                  <a:lnTo>
                    <a:pt x="4778694" y="618833"/>
                  </a:lnTo>
                  <a:lnTo>
                    <a:pt x="4778788" y="618833"/>
                  </a:lnTo>
                  <a:lnTo>
                    <a:pt x="4778882" y="618833"/>
                  </a:lnTo>
                  <a:lnTo>
                    <a:pt x="4778976" y="618833"/>
                  </a:lnTo>
                  <a:lnTo>
                    <a:pt x="4779070" y="618833"/>
                  </a:lnTo>
                  <a:lnTo>
                    <a:pt x="4779165" y="618833"/>
                  </a:lnTo>
                  <a:lnTo>
                    <a:pt x="4779259" y="618833"/>
                  </a:lnTo>
                  <a:lnTo>
                    <a:pt x="4779353" y="618833"/>
                  </a:lnTo>
                  <a:lnTo>
                    <a:pt x="4779447" y="618833"/>
                  </a:lnTo>
                  <a:lnTo>
                    <a:pt x="4779541" y="618833"/>
                  </a:lnTo>
                  <a:lnTo>
                    <a:pt x="4779635" y="618833"/>
                  </a:lnTo>
                  <a:lnTo>
                    <a:pt x="4779730" y="618833"/>
                  </a:lnTo>
                  <a:lnTo>
                    <a:pt x="4779730" y="613921"/>
                  </a:lnTo>
                  <a:lnTo>
                    <a:pt x="4779824" y="613921"/>
                  </a:lnTo>
                  <a:lnTo>
                    <a:pt x="4779918" y="613921"/>
                  </a:lnTo>
                  <a:lnTo>
                    <a:pt x="4780012" y="613921"/>
                  </a:lnTo>
                  <a:lnTo>
                    <a:pt x="4780106" y="613921"/>
                  </a:lnTo>
                  <a:lnTo>
                    <a:pt x="4780200" y="613921"/>
                  </a:lnTo>
                  <a:lnTo>
                    <a:pt x="4780294" y="613921"/>
                  </a:lnTo>
                  <a:lnTo>
                    <a:pt x="4780389" y="613921"/>
                  </a:lnTo>
                  <a:lnTo>
                    <a:pt x="4780483" y="613921"/>
                  </a:lnTo>
                  <a:lnTo>
                    <a:pt x="4780577" y="613921"/>
                  </a:lnTo>
                  <a:lnTo>
                    <a:pt x="4780671" y="613921"/>
                  </a:lnTo>
                  <a:lnTo>
                    <a:pt x="4780765" y="613921"/>
                  </a:lnTo>
                  <a:lnTo>
                    <a:pt x="4780859" y="613921"/>
                  </a:lnTo>
                  <a:lnTo>
                    <a:pt x="4780954" y="613921"/>
                  </a:lnTo>
                  <a:lnTo>
                    <a:pt x="4781048" y="613921"/>
                  </a:lnTo>
                  <a:lnTo>
                    <a:pt x="4781142" y="613921"/>
                  </a:lnTo>
                  <a:lnTo>
                    <a:pt x="4781236" y="613921"/>
                  </a:lnTo>
                  <a:lnTo>
                    <a:pt x="4781330" y="613921"/>
                  </a:lnTo>
                  <a:lnTo>
                    <a:pt x="4781424" y="613921"/>
                  </a:lnTo>
                  <a:lnTo>
                    <a:pt x="4781518" y="613921"/>
                  </a:lnTo>
                  <a:lnTo>
                    <a:pt x="4781613" y="613921"/>
                  </a:lnTo>
                  <a:lnTo>
                    <a:pt x="4781707" y="613921"/>
                  </a:lnTo>
                  <a:lnTo>
                    <a:pt x="4781801" y="613921"/>
                  </a:lnTo>
                  <a:lnTo>
                    <a:pt x="4781895" y="613921"/>
                  </a:lnTo>
                  <a:lnTo>
                    <a:pt x="4781989" y="613921"/>
                  </a:lnTo>
                  <a:lnTo>
                    <a:pt x="4782083" y="613921"/>
                  </a:lnTo>
                  <a:lnTo>
                    <a:pt x="4782177" y="613921"/>
                  </a:lnTo>
                  <a:lnTo>
                    <a:pt x="4782272" y="613921"/>
                  </a:lnTo>
                  <a:lnTo>
                    <a:pt x="4782366" y="613921"/>
                  </a:lnTo>
                  <a:lnTo>
                    <a:pt x="4782460" y="613921"/>
                  </a:lnTo>
                  <a:lnTo>
                    <a:pt x="4782554" y="613921"/>
                  </a:lnTo>
                  <a:lnTo>
                    <a:pt x="4782648" y="613921"/>
                  </a:lnTo>
                  <a:lnTo>
                    <a:pt x="4782742" y="613921"/>
                  </a:lnTo>
                  <a:lnTo>
                    <a:pt x="4782837" y="613921"/>
                  </a:lnTo>
                  <a:lnTo>
                    <a:pt x="4782931" y="613921"/>
                  </a:lnTo>
                  <a:lnTo>
                    <a:pt x="4783025" y="613921"/>
                  </a:lnTo>
                  <a:lnTo>
                    <a:pt x="4783119" y="613921"/>
                  </a:lnTo>
                  <a:lnTo>
                    <a:pt x="4783213" y="613921"/>
                  </a:lnTo>
                  <a:lnTo>
                    <a:pt x="4783307" y="613921"/>
                  </a:lnTo>
                  <a:lnTo>
                    <a:pt x="4783401" y="613921"/>
                  </a:lnTo>
                  <a:lnTo>
                    <a:pt x="4783496" y="613921"/>
                  </a:lnTo>
                  <a:lnTo>
                    <a:pt x="4783590" y="613921"/>
                  </a:lnTo>
                  <a:lnTo>
                    <a:pt x="4783684" y="613921"/>
                  </a:lnTo>
                  <a:lnTo>
                    <a:pt x="4783778" y="613921"/>
                  </a:lnTo>
                  <a:lnTo>
                    <a:pt x="4783872" y="613921"/>
                  </a:lnTo>
                  <a:lnTo>
                    <a:pt x="4783966" y="613921"/>
                  </a:lnTo>
                  <a:lnTo>
                    <a:pt x="4784061" y="613921"/>
                  </a:lnTo>
                  <a:lnTo>
                    <a:pt x="4784155" y="613921"/>
                  </a:lnTo>
                  <a:lnTo>
                    <a:pt x="4784249" y="613921"/>
                  </a:lnTo>
                  <a:lnTo>
                    <a:pt x="4784343" y="613921"/>
                  </a:lnTo>
                  <a:lnTo>
                    <a:pt x="4784437" y="613921"/>
                  </a:lnTo>
                  <a:lnTo>
                    <a:pt x="4784531" y="613921"/>
                  </a:lnTo>
                  <a:lnTo>
                    <a:pt x="4784625" y="613921"/>
                  </a:lnTo>
                  <a:lnTo>
                    <a:pt x="4784720" y="613921"/>
                  </a:lnTo>
                  <a:lnTo>
                    <a:pt x="4784814" y="613921"/>
                  </a:lnTo>
                  <a:lnTo>
                    <a:pt x="4784908" y="613921"/>
                  </a:lnTo>
                  <a:lnTo>
                    <a:pt x="4785002" y="613921"/>
                  </a:lnTo>
                  <a:lnTo>
                    <a:pt x="4785096" y="613921"/>
                  </a:lnTo>
                  <a:lnTo>
                    <a:pt x="4785190" y="613921"/>
                  </a:lnTo>
                  <a:lnTo>
                    <a:pt x="4785285" y="613921"/>
                  </a:lnTo>
                  <a:lnTo>
                    <a:pt x="4785379" y="613921"/>
                  </a:lnTo>
                  <a:lnTo>
                    <a:pt x="4785473" y="613921"/>
                  </a:lnTo>
                  <a:lnTo>
                    <a:pt x="4785567" y="613921"/>
                  </a:lnTo>
                  <a:lnTo>
                    <a:pt x="4785661" y="613921"/>
                  </a:lnTo>
                  <a:lnTo>
                    <a:pt x="4785755" y="613921"/>
                  </a:lnTo>
                  <a:lnTo>
                    <a:pt x="4785849" y="613921"/>
                  </a:lnTo>
                  <a:lnTo>
                    <a:pt x="4785944" y="613921"/>
                  </a:lnTo>
                  <a:lnTo>
                    <a:pt x="4786038" y="613921"/>
                  </a:lnTo>
                  <a:lnTo>
                    <a:pt x="4786132" y="613921"/>
                  </a:lnTo>
                  <a:lnTo>
                    <a:pt x="4786226" y="613921"/>
                  </a:lnTo>
                  <a:lnTo>
                    <a:pt x="4786320" y="613921"/>
                  </a:lnTo>
                  <a:lnTo>
                    <a:pt x="4786414" y="613921"/>
                  </a:lnTo>
                  <a:lnTo>
                    <a:pt x="4786508" y="613921"/>
                  </a:lnTo>
                  <a:lnTo>
                    <a:pt x="4786603" y="613921"/>
                  </a:lnTo>
                  <a:lnTo>
                    <a:pt x="4786697" y="613921"/>
                  </a:lnTo>
                  <a:lnTo>
                    <a:pt x="4786791" y="613921"/>
                  </a:lnTo>
                  <a:lnTo>
                    <a:pt x="4786885" y="613921"/>
                  </a:lnTo>
                  <a:lnTo>
                    <a:pt x="4786979" y="613921"/>
                  </a:lnTo>
                  <a:lnTo>
                    <a:pt x="4787073" y="613921"/>
                  </a:lnTo>
                  <a:lnTo>
                    <a:pt x="4787168" y="613921"/>
                  </a:lnTo>
                  <a:lnTo>
                    <a:pt x="4787262" y="613921"/>
                  </a:lnTo>
                  <a:lnTo>
                    <a:pt x="4787356" y="613921"/>
                  </a:lnTo>
                  <a:lnTo>
                    <a:pt x="4787450" y="613921"/>
                  </a:lnTo>
                  <a:lnTo>
                    <a:pt x="4787544" y="613921"/>
                  </a:lnTo>
                  <a:lnTo>
                    <a:pt x="4787638" y="613921"/>
                  </a:lnTo>
                  <a:lnTo>
                    <a:pt x="4787732" y="613921"/>
                  </a:lnTo>
                  <a:lnTo>
                    <a:pt x="4787827" y="613921"/>
                  </a:lnTo>
                  <a:lnTo>
                    <a:pt x="4787921" y="613921"/>
                  </a:lnTo>
                  <a:lnTo>
                    <a:pt x="4788015" y="613921"/>
                  </a:lnTo>
                  <a:lnTo>
                    <a:pt x="4788109" y="613921"/>
                  </a:lnTo>
                  <a:lnTo>
                    <a:pt x="4788203" y="613921"/>
                  </a:lnTo>
                  <a:lnTo>
                    <a:pt x="4788297" y="613921"/>
                  </a:lnTo>
                  <a:lnTo>
                    <a:pt x="4788392" y="613921"/>
                  </a:lnTo>
                  <a:lnTo>
                    <a:pt x="4788486" y="613921"/>
                  </a:lnTo>
                  <a:lnTo>
                    <a:pt x="4788580" y="613921"/>
                  </a:lnTo>
                  <a:lnTo>
                    <a:pt x="4788674" y="613921"/>
                  </a:lnTo>
                  <a:lnTo>
                    <a:pt x="4788768" y="613921"/>
                  </a:lnTo>
                  <a:lnTo>
                    <a:pt x="4788862" y="613921"/>
                  </a:lnTo>
                  <a:lnTo>
                    <a:pt x="4788956" y="613921"/>
                  </a:lnTo>
                  <a:lnTo>
                    <a:pt x="4789051" y="613921"/>
                  </a:lnTo>
                  <a:lnTo>
                    <a:pt x="4789145" y="613921"/>
                  </a:lnTo>
                  <a:lnTo>
                    <a:pt x="4789239" y="613921"/>
                  </a:lnTo>
                  <a:lnTo>
                    <a:pt x="4789333" y="613921"/>
                  </a:lnTo>
                  <a:lnTo>
                    <a:pt x="4789427" y="613921"/>
                  </a:lnTo>
                  <a:lnTo>
                    <a:pt x="4789521" y="613921"/>
                  </a:lnTo>
                  <a:lnTo>
                    <a:pt x="4789616" y="613921"/>
                  </a:lnTo>
                  <a:lnTo>
                    <a:pt x="4789710" y="613921"/>
                  </a:lnTo>
                  <a:lnTo>
                    <a:pt x="4789804" y="613921"/>
                  </a:lnTo>
                  <a:lnTo>
                    <a:pt x="4789898" y="613921"/>
                  </a:lnTo>
                  <a:lnTo>
                    <a:pt x="4789992" y="613921"/>
                  </a:lnTo>
                  <a:lnTo>
                    <a:pt x="4790086" y="613921"/>
                  </a:lnTo>
                  <a:lnTo>
                    <a:pt x="4790180" y="613921"/>
                  </a:lnTo>
                  <a:lnTo>
                    <a:pt x="4790275" y="613921"/>
                  </a:lnTo>
                  <a:lnTo>
                    <a:pt x="4790369" y="613921"/>
                  </a:lnTo>
                  <a:lnTo>
                    <a:pt x="4790463" y="613921"/>
                  </a:lnTo>
                  <a:lnTo>
                    <a:pt x="4790557" y="613921"/>
                  </a:lnTo>
                  <a:lnTo>
                    <a:pt x="4790651" y="613921"/>
                  </a:lnTo>
                  <a:lnTo>
                    <a:pt x="4790745" y="613921"/>
                  </a:lnTo>
                  <a:lnTo>
                    <a:pt x="4790839" y="613921"/>
                  </a:lnTo>
                  <a:lnTo>
                    <a:pt x="4790934" y="613921"/>
                  </a:lnTo>
                  <a:lnTo>
                    <a:pt x="4791028" y="613921"/>
                  </a:lnTo>
                  <a:lnTo>
                    <a:pt x="4791122" y="613921"/>
                  </a:lnTo>
                  <a:lnTo>
                    <a:pt x="4791216" y="613921"/>
                  </a:lnTo>
                  <a:lnTo>
                    <a:pt x="4791310" y="613921"/>
                  </a:lnTo>
                  <a:lnTo>
                    <a:pt x="4791404" y="613921"/>
                  </a:lnTo>
                  <a:lnTo>
                    <a:pt x="4791499" y="613921"/>
                  </a:lnTo>
                  <a:lnTo>
                    <a:pt x="4791593" y="613921"/>
                  </a:lnTo>
                  <a:lnTo>
                    <a:pt x="4791687" y="613921"/>
                  </a:lnTo>
                  <a:lnTo>
                    <a:pt x="4791781" y="613921"/>
                  </a:lnTo>
                  <a:lnTo>
                    <a:pt x="4791875" y="613921"/>
                  </a:lnTo>
                  <a:lnTo>
                    <a:pt x="4791969" y="613921"/>
                  </a:lnTo>
                  <a:lnTo>
                    <a:pt x="4791969" y="609010"/>
                  </a:lnTo>
                  <a:lnTo>
                    <a:pt x="4792063" y="609010"/>
                  </a:lnTo>
                  <a:lnTo>
                    <a:pt x="4792158" y="609010"/>
                  </a:lnTo>
                  <a:lnTo>
                    <a:pt x="4792252" y="609010"/>
                  </a:lnTo>
                  <a:lnTo>
                    <a:pt x="4792346" y="609010"/>
                  </a:lnTo>
                  <a:lnTo>
                    <a:pt x="4792440" y="609010"/>
                  </a:lnTo>
                  <a:lnTo>
                    <a:pt x="4792534" y="609010"/>
                  </a:lnTo>
                  <a:lnTo>
                    <a:pt x="4792628" y="609010"/>
                  </a:lnTo>
                  <a:lnTo>
                    <a:pt x="4792723" y="609010"/>
                  </a:lnTo>
                  <a:lnTo>
                    <a:pt x="4792817" y="609010"/>
                  </a:lnTo>
                  <a:lnTo>
                    <a:pt x="4792911" y="609010"/>
                  </a:lnTo>
                  <a:lnTo>
                    <a:pt x="4793005" y="609010"/>
                  </a:lnTo>
                  <a:lnTo>
                    <a:pt x="4793099" y="609010"/>
                  </a:lnTo>
                  <a:lnTo>
                    <a:pt x="4793193" y="609010"/>
                  </a:lnTo>
                  <a:lnTo>
                    <a:pt x="4793287" y="609010"/>
                  </a:lnTo>
                  <a:lnTo>
                    <a:pt x="4793382" y="609010"/>
                  </a:lnTo>
                  <a:lnTo>
                    <a:pt x="4793476" y="609010"/>
                  </a:lnTo>
                  <a:lnTo>
                    <a:pt x="4793570" y="609010"/>
                  </a:lnTo>
                  <a:lnTo>
                    <a:pt x="4793664" y="609010"/>
                  </a:lnTo>
                  <a:lnTo>
                    <a:pt x="4793758" y="609010"/>
                  </a:lnTo>
                  <a:lnTo>
                    <a:pt x="4793852" y="609010"/>
                  </a:lnTo>
                  <a:lnTo>
                    <a:pt x="4793947" y="609010"/>
                  </a:lnTo>
                  <a:lnTo>
                    <a:pt x="4794041" y="609010"/>
                  </a:lnTo>
                  <a:lnTo>
                    <a:pt x="4794135" y="609010"/>
                  </a:lnTo>
                  <a:lnTo>
                    <a:pt x="4794229" y="609010"/>
                  </a:lnTo>
                  <a:lnTo>
                    <a:pt x="4794323" y="609010"/>
                  </a:lnTo>
                  <a:lnTo>
                    <a:pt x="4794417" y="609010"/>
                  </a:lnTo>
                  <a:lnTo>
                    <a:pt x="4794511" y="609010"/>
                  </a:lnTo>
                  <a:lnTo>
                    <a:pt x="4794606" y="609010"/>
                  </a:lnTo>
                  <a:lnTo>
                    <a:pt x="4794700" y="609010"/>
                  </a:lnTo>
                  <a:lnTo>
                    <a:pt x="4794794" y="609010"/>
                  </a:lnTo>
                  <a:lnTo>
                    <a:pt x="4794888" y="609010"/>
                  </a:lnTo>
                  <a:lnTo>
                    <a:pt x="4794982" y="609010"/>
                  </a:lnTo>
                  <a:lnTo>
                    <a:pt x="4795076" y="609010"/>
                  </a:lnTo>
                  <a:lnTo>
                    <a:pt x="4795170" y="609010"/>
                  </a:lnTo>
                  <a:lnTo>
                    <a:pt x="4795265" y="609010"/>
                  </a:lnTo>
                  <a:lnTo>
                    <a:pt x="4795359" y="609010"/>
                  </a:lnTo>
                  <a:lnTo>
                    <a:pt x="4795453" y="609010"/>
                  </a:lnTo>
                  <a:lnTo>
                    <a:pt x="4795547" y="609010"/>
                  </a:lnTo>
                  <a:lnTo>
                    <a:pt x="4795641" y="609010"/>
                  </a:lnTo>
                  <a:lnTo>
                    <a:pt x="4795735" y="609010"/>
                  </a:lnTo>
                  <a:lnTo>
                    <a:pt x="4795830" y="609010"/>
                  </a:lnTo>
                  <a:lnTo>
                    <a:pt x="4795924" y="609010"/>
                  </a:lnTo>
                  <a:lnTo>
                    <a:pt x="4796018" y="609010"/>
                  </a:lnTo>
                  <a:lnTo>
                    <a:pt x="4796112" y="609010"/>
                  </a:lnTo>
                  <a:lnTo>
                    <a:pt x="4796206" y="609010"/>
                  </a:lnTo>
                  <a:lnTo>
                    <a:pt x="4796300" y="609010"/>
                  </a:lnTo>
                  <a:lnTo>
                    <a:pt x="4796394" y="609010"/>
                  </a:lnTo>
                  <a:lnTo>
                    <a:pt x="4796489" y="609010"/>
                  </a:lnTo>
                  <a:lnTo>
                    <a:pt x="4796583" y="609010"/>
                  </a:lnTo>
                  <a:lnTo>
                    <a:pt x="4796677" y="609010"/>
                  </a:lnTo>
                  <a:lnTo>
                    <a:pt x="4796771" y="609010"/>
                  </a:lnTo>
                  <a:lnTo>
                    <a:pt x="4796865" y="609010"/>
                  </a:lnTo>
                  <a:lnTo>
                    <a:pt x="4796959" y="609010"/>
                  </a:lnTo>
                  <a:lnTo>
                    <a:pt x="4797054" y="609010"/>
                  </a:lnTo>
                  <a:lnTo>
                    <a:pt x="4797148" y="609010"/>
                  </a:lnTo>
                  <a:lnTo>
                    <a:pt x="4797242" y="609010"/>
                  </a:lnTo>
                  <a:lnTo>
                    <a:pt x="4797336" y="609010"/>
                  </a:lnTo>
                  <a:lnTo>
                    <a:pt x="4797430" y="609010"/>
                  </a:lnTo>
                  <a:lnTo>
                    <a:pt x="4797524" y="609010"/>
                  </a:lnTo>
                  <a:lnTo>
                    <a:pt x="4797618" y="609010"/>
                  </a:lnTo>
                  <a:lnTo>
                    <a:pt x="4797713" y="609010"/>
                  </a:lnTo>
                  <a:lnTo>
                    <a:pt x="4797807" y="609010"/>
                  </a:lnTo>
                  <a:lnTo>
                    <a:pt x="4797901" y="609010"/>
                  </a:lnTo>
                  <a:lnTo>
                    <a:pt x="4797995" y="609010"/>
                  </a:lnTo>
                  <a:lnTo>
                    <a:pt x="4798089" y="609010"/>
                  </a:lnTo>
                  <a:lnTo>
                    <a:pt x="4798183" y="609010"/>
                  </a:lnTo>
                  <a:lnTo>
                    <a:pt x="4798278" y="609010"/>
                  </a:lnTo>
                  <a:lnTo>
                    <a:pt x="4798372" y="609010"/>
                  </a:lnTo>
                  <a:lnTo>
                    <a:pt x="4798466" y="609010"/>
                  </a:lnTo>
                  <a:lnTo>
                    <a:pt x="4798560" y="609010"/>
                  </a:lnTo>
                  <a:lnTo>
                    <a:pt x="4798654" y="609010"/>
                  </a:lnTo>
                  <a:lnTo>
                    <a:pt x="4798748" y="609010"/>
                  </a:lnTo>
                  <a:lnTo>
                    <a:pt x="4798842" y="609010"/>
                  </a:lnTo>
                  <a:lnTo>
                    <a:pt x="4798937" y="609010"/>
                  </a:lnTo>
                  <a:lnTo>
                    <a:pt x="4799031" y="609010"/>
                  </a:lnTo>
                  <a:lnTo>
                    <a:pt x="4799125" y="609010"/>
                  </a:lnTo>
                  <a:lnTo>
                    <a:pt x="4799219" y="609010"/>
                  </a:lnTo>
                  <a:lnTo>
                    <a:pt x="4799313" y="609010"/>
                  </a:lnTo>
                  <a:lnTo>
                    <a:pt x="4799407" y="609010"/>
                  </a:lnTo>
                  <a:lnTo>
                    <a:pt x="4799501" y="609010"/>
                  </a:lnTo>
                  <a:lnTo>
                    <a:pt x="4799596" y="609010"/>
                  </a:lnTo>
                  <a:lnTo>
                    <a:pt x="4799690" y="609010"/>
                  </a:lnTo>
                  <a:lnTo>
                    <a:pt x="4799784" y="609010"/>
                  </a:lnTo>
                  <a:lnTo>
                    <a:pt x="4799878" y="609010"/>
                  </a:lnTo>
                  <a:lnTo>
                    <a:pt x="4799972" y="609010"/>
                  </a:lnTo>
                  <a:lnTo>
                    <a:pt x="4800066" y="609010"/>
                  </a:lnTo>
                  <a:lnTo>
                    <a:pt x="4800161" y="609010"/>
                  </a:lnTo>
                  <a:lnTo>
                    <a:pt x="4800255" y="609010"/>
                  </a:lnTo>
                  <a:lnTo>
                    <a:pt x="4800349" y="609010"/>
                  </a:lnTo>
                  <a:lnTo>
                    <a:pt x="4800443" y="609010"/>
                  </a:lnTo>
                  <a:lnTo>
                    <a:pt x="4800537" y="609010"/>
                  </a:lnTo>
                  <a:lnTo>
                    <a:pt x="4800631" y="609010"/>
                  </a:lnTo>
                  <a:lnTo>
                    <a:pt x="4800725" y="609010"/>
                  </a:lnTo>
                  <a:lnTo>
                    <a:pt x="4800820" y="609010"/>
                  </a:lnTo>
                  <a:lnTo>
                    <a:pt x="4800914" y="609010"/>
                  </a:lnTo>
                  <a:lnTo>
                    <a:pt x="4801008" y="609010"/>
                  </a:lnTo>
                  <a:lnTo>
                    <a:pt x="4801102" y="609010"/>
                  </a:lnTo>
                  <a:lnTo>
                    <a:pt x="4801196" y="609010"/>
                  </a:lnTo>
                  <a:lnTo>
                    <a:pt x="4801290" y="609010"/>
                  </a:lnTo>
                  <a:lnTo>
                    <a:pt x="4801385" y="609010"/>
                  </a:lnTo>
                  <a:lnTo>
                    <a:pt x="4801479" y="609010"/>
                  </a:lnTo>
                  <a:lnTo>
                    <a:pt x="4801573" y="609010"/>
                  </a:lnTo>
                  <a:lnTo>
                    <a:pt x="4801667" y="609010"/>
                  </a:lnTo>
                  <a:lnTo>
                    <a:pt x="4801761" y="609010"/>
                  </a:lnTo>
                  <a:lnTo>
                    <a:pt x="4801855" y="609010"/>
                  </a:lnTo>
                  <a:lnTo>
                    <a:pt x="4801949" y="609010"/>
                  </a:lnTo>
                  <a:lnTo>
                    <a:pt x="4802044" y="609010"/>
                  </a:lnTo>
                  <a:lnTo>
                    <a:pt x="4802138" y="609010"/>
                  </a:lnTo>
                  <a:lnTo>
                    <a:pt x="4802232" y="609010"/>
                  </a:lnTo>
                  <a:lnTo>
                    <a:pt x="4802326" y="609010"/>
                  </a:lnTo>
                  <a:lnTo>
                    <a:pt x="4802420" y="609010"/>
                  </a:lnTo>
                  <a:lnTo>
                    <a:pt x="4802514" y="609010"/>
                  </a:lnTo>
                  <a:lnTo>
                    <a:pt x="4802609" y="609010"/>
                  </a:lnTo>
                  <a:lnTo>
                    <a:pt x="4802609" y="604099"/>
                  </a:lnTo>
                  <a:lnTo>
                    <a:pt x="4802703" y="604099"/>
                  </a:lnTo>
                  <a:lnTo>
                    <a:pt x="4802797" y="604099"/>
                  </a:lnTo>
                  <a:lnTo>
                    <a:pt x="4802891" y="604099"/>
                  </a:lnTo>
                  <a:lnTo>
                    <a:pt x="4802985" y="604099"/>
                  </a:lnTo>
                  <a:lnTo>
                    <a:pt x="4803079" y="604099"/>
                  </a:lnTo>
                  <a:lnTo>
                    <a:pt x="4803173" y="604099"/>
                  </a:lnTo>
                  <a:lnTo>
                    <a:pt x="4803268" y="604099"/>
                  </a:lnTo>
                  <a:lnTo>
                    <a:pt x="4803362" y="604099"/>
                  </a:lnTo>
                  <a:lnTo>
                    <a:pt x="4803456" y="604099"/>
                  </a:lnTo>
                  <a:lnTo>
                    <a:pt x="4803550" y="604099"/>
                  </a:lnTo>
                  <a:lnTo>
                    <a:pt x="4803644" y="604099"/>
                  </a:lnTo>
                  <a:lnTo>
                    <a:pt x="4803738" y="604099"/>
                  </a:lnTo>
                  <a:lnTo>
                    <a:pt x="4803832" y="604099"/>
                  </a:lnTo>
                  <a:lnTo>
                    <a:pt x="4803927" y="604099"/>
                  </a:lnTo>
                  <a:lnTo>
                    <a:pt x="4804021" y="604099"/>
                  </a:lnTo>
                  <a:lnTo>
                    <a:pt x="4804115" y="604099"/>
                  </a:lnTo>
                  <a:lnTo>
                    <a:pt x="4804209" y="604099"/>
                  </a:lnTo>
                  <a:lnTo>
                    <a:pt x="4804303" y="604099"/>
                  </a:lnTo>
                  <a:lnTo>
                    <a:pt x="4804397" y="604099"/>
                  </a:lnTo>
                  <a:lnTo>
                    <a:pt x="4804492" y="604099"/>
                  </a:lnTo>
                  <a:lnTo>
                    <a:pt x="4804586" y="604099"/>
                  </a:lnTo>
                  <a:lnTo>
                    <a:pt x="4804680" y="604099"/>
                  </a:lnTo>
                  <a:lnTo>
                    <a:pt x="4804774" y="604099"/>
                  </a:lnTo>
                  <a:lnTo>
                    <a:pt x="4804868" y="604099"/>
                  </a:lnTo>
                  <a:lnTo>
                    <a:pt x="4804962" y="604099"/>
                  </a:lnTo>
                  <a:lnTo>
                    <a:pt x="4805056" y="604099"/>
                  </a:lnTo>
                  <a:lnTo>
                    <a:pt x="4805151" y="604099"/>
                  </a:lnTo>
                  <a:lnTo>
                    <a:pt x="4805245" y="604099"/>
                  </a:lnTo>
                  <a:lnTo>
                    <a:pt x="4805339" y="604099"/>
                  </a:lnTo>
                  <a:lnTo>
                    <a:pt x="4805433" y="604099"/>
                  </a:lnTo>
                  <a:lnTo>
                    <a:pt x="4805527" y="604099"/>
                  </a:lnTo>
                  <a:lnTo>
                    <a:pt x="4805621" y="604099"/>
                  </a:lnTo>
                  <a:lnTo>
                    <a:pt x="4805716" y="604099"/>
                  </a:lnTo>
                  <a:lnTo>
                    <a:pt x="4805810" y="604099"/>
                  </a:lnTo>
                  <a:lnTo>
                    <a:pt x="4805904" y="604099"/>
                  </a:lnTo>
                  <a:lnTo>
                    <a:pt x="4805998" y="604099"/>
                  </a:lnTo>
                  <a:lnTo>
                    <a:pt x="4806092" y="604099"/>
                  </a:lnTo>
                  <a:lnTo>
                    <a:pt x="4806186" y="604099"/>
                  </a:lnTo>
                  <a:lnTo>
                    <a:pt x="4806280" y="604099"/>
                  </a:lnTo>
                  <a:lnTo>
                    <a:pt x="4806375" y="604099"/>
                  </a:lnTo>
                  <a:lnTo>
                    <a:pt x="4806469" y="604099"/>
                  </a:lnTo>
                  <a:lnTo>
                    <a:pt x="4806563" y="604099"/>
                  </a:lnTo>
                  <a:lnTo>
                    <a:pt x="4806657" y="604099"/>
                  </a:lnTo>
                  <a:lnTo>
                    <a:pt x="4806751" y="604099"/>
                  </a:lnTo>
                  <a:lnTo>
                    <a:pt x="4806845" y="604099"/>
                  </a:lnTo>
                  <a:lnTo>
                    <a:pt x="4806940" y="604099"/>
                  </a:lnTo>
                  <a:lnTo>
                    <a:pt x="4807034" y="604099"/>
                  </a:lnTo>
                  <a:lnTo>
                    <a:pt x="4807128" y="604099"/>
                  </a:lnTo>
                  <a:lnTo>
                    <a:pt x="4807222" y="604099"/>
                  </a:lnTo>
                  <a:lnTo>
                    <a:pt x="4807316" y="604099"/>
                  </a:lnTo>
                  <a:lnTo>
                    <a:pt x="4807410" y="604099"/>
                  </a:lnTo>
                  <a:lnTo>
                    <a:pt x="4807504" y="604099"/>
                  </a:lnTo>
                  <a:lnTo>
                    <a:pt x="4807599" y="604099"/>
                  </a:lnTo>
                  <a:lnTo>
                    <a:pt x="4807693" y="604099"/>
                  </a:lnTo>
                  <a:lnTo>
                    <a:pt x="4807787" y="604099"/>
                  </a:lnTo>
                  <a:lnTo>
                    <a:pt x="4807881" y="604099"/>
                  </a:lnTo>
                  <a:lnTo>
                    <a:pt x="4807975" y="604099"/>
                  </a:lnTo>
                  <a:lnTo>
                    <a:pt x="4808069" y="604099"/>
                  </a:lnTo>
                  <a:lnTo>
                    <a:pt x="4808163" y="604099"/>
                  </a:lnTo>
                  <a:lnTo>
                    <a:pt x="4808258" y="604099"/>
                  </a:lnTo>
                  <a:lnTo>
                    <a:pt x="4808352" y="604099"/>
                  </a:lnTo>
                  <a:lnTo>
                    <a:pt x="4808446" y="604099"/>
                  </a:lnTo>
                  <a:lnTo>
                    <a:pt x="4808540" y="604099"/>
                  </a:lnTo>
                  <a:lnTo>
                    <a:pt x="4808634" y="604099"/>
                  </a:lnTo>
                  <a:lnTo>
                    <a:pt x="4808728" y="604099"/>
                  </a:lnTo>
                  <a:lnTo>
                    <a:pt x="4808823" y="604099"/>
                  </a:lnTo>
                  <a:lnTo>
                    <a:pt x="4808917" y="604099"/>
                  </a:lnTo>
                  <a:lnTo>
                    <a:pt x="4809011" y="604099"/>
                  </a:lnTo>
                  <a:lnTo>
                    <a:pt x="4809105" y="604099"/>
                  </a:lnTo>
                  <a:lnTo>
                    <a:pt x="4809199" y="604099"/>
                  </a:lnTo>
                  <a:lnTo>
                    <a:pt x="4809293" y="604099"/>
                  </a:lnTo>
                  <a:lnTo>
                    <a:pt x="4809387" y="604099"/>
                  </a:lnTo>
                  <a:lnTo>
                    <a:pt x="4809482" y="604099"/>
                  </a:lnTo>
                  <a:lnTo>
                    <a:pt x="4809576" y="604099"/>
                  </a:lnTo>
                  <a:lnTo>
                    <a:pt x="4809670" y="604099"/>
                  </a:lnTo>
                  <a:lnTo>
                    <a:pt x="4809764" y="604099"/>
                  </a:lnTo>
                  <a:lnTo>
                    <a:pt x="4809858" y="604099"/>
                  </a:lnTo>
                  <a:lnTo>
                    <a:pt x="4809952" y="604099"/>
                  </a:lnTo>
                  <a:lnTo>
                    <a:pt x="4810047" y="604099"/>
                  </a:lnTo>
                  <a:lnTo>
                    <a:pt x="4810141" y="604099"/>
                  </a:lnTo>
                  <a:lnTo>
                    <a:pt x="4810235" y="604099"/>
                  </a:lnTo>
                  <a:lnTo>
                    <a:pt x="4810329" y="604099"/>
                  </a:lnTo>
                  <a:lnTo>
                    <a:pt x="4810423" y="604099"/>
                  </a:lnTo>
                  <a:lnTo>
                    <a:pt x="4810517" y="604099"/>
                  </a:lnTo>
                  <a:lnTo>
                    <a:pt x="4810611" y="604099"/>
                  </a:lnTo>
                  <a:lnTo>
                    <a:pt x="4810706" y="604099"/>
                  </a:lnTo>
                  <a:lnTo>
                    <a:pt x="4810800" y="604099"/>
                  </a:lnTo>
                  <a:lnTo>
                    <a:pt x="4810894" y="604099"/>
                  </a:lnTo>
                  <a:lnTo>
                    <a:pt x="4810988" y="604099"/>
                  </a:lnTo>
                  <a:lnTo>
                    <a:pt x="4811082" y="604099"/>
                  </a:lnTo>
                  <a:lnTo>
                    <a:pt x="4811176" y="604099"/>
                  </a:lnTo>
                  <a:lnTo>
                    <a:pt x="4811271" y="604099"/>
                  </a:lnTo>
                  <a:lnTo>
                    <a:pt x="4811365" y="604099"/>
                  </a:lnTo>
                  <a:lnTo>
                    <a:pt x="4811459" y="604099"/>
                  </a:lnTo>
                  <a:lnTo>
                    <a:pt x="4811553" y="604099"/>
                  </a:lnTo>
                  <a:lnTo>
                    <a:pt x="4811647" y="604099"/>
                  </a:lnTo>
                  <a:lnTo>
                    <a:pt x="4811741" y="604099"/>
                  </a:lnTo>
                  <a:lnTo>
                    <a:pt x="4811835" y="604099"/>
                  </a:lnTo>
                  <a:lnTo>
                    <a:pt x="4811930" y="604099"/>
                  </a:lnTo>
                  <a:lnTo>
                    <a:pt x="4812024" y="604099"/>
                  </a:lnTo>
                  <a:lnTo>
                    <a:pt x="4812118" y="604099"/>
                  </a:lnTo>
                  <a:lnTo>
                    <a:pt x="4812212" y="604099"/>
                  </a:lnTo>
                  <a:lnTo>
                    <a:pt x="4812306" y="604099"/>
                  </a:lnTo>
                  <a:lnTo>
                    <a:pt x="4812400" y="604099"/>
                  </a:lnTo>
                  <a:lnTo>
                    <a:pt x="4812494" y="604099"/>
                  </a:lnTo>
                  <a:lnTo>
                    <a:pt x="4812589" y="604099"/>
                  </a:lnTo>
                  <a:lnTo>
                    <a:pt x="4812683" y="604099"/>
                  </a:lnTo>
                  <a:lnTo>
                    <a:pt x="4812777" y="604099"/>
                  </a:lnTo>
                  <a:lnTo>
                    <a:pt x="4812871" y="604099"/>
                  </a:lnTo>
                  <a:lnTo>
                    <a:pt x="4812965" y="604099"/>
                  </a:lnTo>
                  <a:lnTo>
                    <a:pt x="4813059" y="604099"/>
                  </a:lnTo>
                  <a:lnTo>
                    <a:pt x="4813154" y="604099"/>
                  </a:lnTo>
                  <a:lnTo>
                    <a:pt x="4813248" y="604099"/>
                  </a:lnTo>
                  <a:lnTo>
                    <a:pt x="4813342" y="604099"/>
                  </a:lnTo>
                  <a:lnTo>
                    <a:pt x="4813436" y="604099"/>
                  </a:lnTo>
                  <a:lnTo>
                    <a:pt x="4813530" y="604099"/>
                  </a:lnTo>
                  <a:lnTo>
                    <a:pt x="4813624" y="604099"/>
                  </a:lnTo>
                  <a:lnTo>
                    <a:pt x="4813718" y="604099"/>
                  </a:lnTo>
                  <a:lnTo>
                    <a:pt x="4813813" y="604099"/>
                  </a:lnTo>
                  <a:lnTo>
                    <a:pt x="4813907" y="604099"/>
                  </a:lnTo>
                  <a:lnTo>
                    <a:pt x="4814001" y="604099"/>
                  </a:lnTo>
                  <a:lnTo>
                    <a:pt x="4814095" y="604099"/>
                  </a:lnTo>
                  <a:lnTo>
                    <a:pt x="4814189" y="604099"/>
                  </a:lnTo>
                  <a:lnTo>
                    <a:pt x="4814283" y="604099"/>
                  </a:lnTo>
                  <a:lnTo>
                    <a:pt x="4814378" y="604099"/>
                  </a:lnTo>
                  <a:lnTo>
                    <a:pt x="4814472" y="604099"/>
                  </a:lnTo>
                  <a:lnTo>
                    <a:pt x="4814566" y="604099"/>
                  </a:lnTo>
                  <a:lnTo>
                    <a:pt x="4814660" y="604099"/>
                  </a:lnTo>
                  <a:lnTo>
                    <a:pt x="4814754" y="604099"/>
                  </a:lnTo>
                  <a:lnTo>
                    <a:pt x="4814848" y="604099"/>
                  </a:lnTo>
                  <a:lnTo>
                    <a:pt x="4814942" y="604099"/>
                  </a:lnTo>
                  <a:lnTo>
                    <a:pt x="4815037" y="604099"/>
                  </a:lnTo>
                  <a:lnTo>
                    <a:pt x="4815131" y="604099"/>
                  </a:lnTo>
                  <a:lnTo>
                    <a:pt x="4815225" y="604099"/>
                  </a:lnTo>
                  <a:lnTo>
                    <a:pt x="4815319" y="604099"/>
                  </a:lnTo>
                  <a:lnTo>
                    <a:pt x="4815413" y="604099"/>
                  </a:lnTo>
                  <a:lnTo>
                    <a:pt x="4815507" y="604099"/>
                  </a:lnTo>
                  <a:lnTo>
                    <a:pt x="4815602" y="604099"/>
                  </a:lnTo>
                  <a:lnTo>
                    <a:pt x="4815696" y="604099"/>
                  </a:lnTo>
                  <a:lnTo>
                    <a:pt x="4815790" y="604099"/>
                  </a:lnTo>
                  <a:lnTo>
                    <a:pt x="4815884" y="604099"/>
                  </a:lnTo>
                  <a:lnTo>
                    <a:pt x="4815978" y="604099"/>
                  </a:lnTo>
                  <a:lnTo>
                    <a:pt x="4816072" y="604099"/>
                  </a:lnTo>
                  <a:lnTo>
                    <a:pt x="4816166" y="604099"/>
                  </a:lnTo>
                  <a:lnTo>
                    <a:pt x="4816261" y="604099"/>
                  </a:lnTo>
                  <a:lnTo>
                    <a:pt x="4816355" y="604099"/>
                  </a:lnTo>
                  <a:lnTo>
                    <a:pt x="4816449" y="604099"/>
                  </a:lnTo>
                  <a:lnTo>
                    <a:pt x="4816543" y="604099"/>
                  </a:lnTo>
                  <a:lnTo>
                    <a:pt x="4816637" y="604099"/>
                  </a:lnTo>
                  <a:lnTo>
                    <a:pt x="4816731" y="604099"/>
                  </a:lnTo>
                  <a:lnTo>
                    <a:pt x="4816825" y="604099"/>
                  </a:lnTo>
                  <a:lnTo>
                    <a:pt x="4816920" y="604099"/>
                  </a:lnTo>
                  <a:lnTo>
                    <a:pt x="4817014" y="604099"/>
                  </a:lnTo>
                  <a:lnTo>
                    <a:pt x="4817108" y="604099"/>
                  </a:lnTo>
                  <a:lnTo>
                    <a:pt x="4817202" y="604099"/>
                  </a:lnTo>
                  <a:lnTo>
                    <a:pt x="4817296" y="604099"/>
                  </a:lnTo>
                  <a:lnTo>
                    <a:pt x="4817390" y="604099"/>
                  </a:lnTo>
                  <a:lnTo>
                    <a:pt x="4817485" y="604099"/>
                  </a:lnTo>
                  <a:lnTo>
                    <a:pt x="4817579" y="604099"/>
                  </a:lnTo>
                  <a:lnTo>
                    <a:pt x="4817673" y="604099"/>
                  </a:lnTo>
                  <a:lnTo>
                    <a:pt x="4817767" y="604099"/>
                  </a:lnTo>
                  <a:lnTo>
                    <a:pt x="4817861" y="604099"/>
                  </a:lnTo>
                  <a:lnTo>
                    <a:pt x="4817955" y="604099"/>
                  </a:lnTo>
                  <a:lnTo>
                    <a:pt x="4818049" y="604099"/>
                  </a:lnTo>
                  <a:lnTo>
                    <a:pt x="4818144" y="604099"/>
                  </a:lnTo>
                  <a:lnTo>
                    <a:pt x="4818238" y="604099"/>
                  </a:lnTo>
                  <a:lnTo>
                    <a:pt x="4818332" y="604099"/>
                  </a:lnTo>
                  <a:lnTo>
                    <a:pt x="4818426" y="604099"/>
                  </a:lnTo>
                  <a:lnTo>
                    <a:pt x="4818520" y="604099"/>
                  </a:lnTo>
                  <a:lnTo>
                    <a:pt x="4818614" y="604099"/>
                  </a:lnTo>
                  <a:lnTo>
                    <a:pt x="4818709" y="604099"/>
                  </a:lnTo>
                  <a:lnTo>
                    <a:pt x="4818803" y="604099"/>
                  </a:lnTo>
                  <a:lnTo>
                    <a:pt x="4818897" y="604099"/>
                  </a:lnTo>
                  <a:lnTo>
                    <a:pt x="4818991" y="604099"/>
                  </a:lnTo>
                  <a:lnTo>
                    <a:pt x="4819085" y="604099"/>
                  </a:lnTo>
                  <a:lnTo>
                    <a:pt x="4819179" y="604099"/>
                  </a:lnTo>
                  <a:lnTo>
                    <a:pt x="4819273" y="604099"/>
                  </a:lnTo>
                  <a:lnTo>
                    <a:pt x="4819368" y="604099"/>
                  </a:lnTo>
                  <a:lnTo>
                    <a:pt x="4819462" y="604099"/>
                  </a:lnTo>
                  <a:lnTo>
                    <a:pt x="4819556" y="604099"/>
                  </a:lnTo>
                  <a:lnTo>
                    <a:pt x="4819650" y="604099"/>
                  </a:lnTo>
                  <a:lnTo>
                    <a:pt x="4819744" y="604099"/>
                  </a:lnTo>
                  <a:lnTo>
                    <a:pt x="4819838" y="604099"/>
                  </a:lnTo>
                  <a:lnTo>
                    <a:pt x="4819933" y="604099"/>
                  </a:lnTo>
                  <a:lnTo>
                    <a:pt x="4820027" y="604099"/>
                  </a:lnTo>
                  <a:lnTo>
                    <a:pt x="4820121" y="604099"/>
                  </a:lnTo>
                  <a:lnTo>
                    <a:pt x="4820215" y="604099"/>
                  </a:lnTo>
                  <a:lnTo>
                    <a:pt x="4820309" y="604099"/>
                  </a:lnTo>
                  <a:lnTo>
                    <a:pt x="4820403" y="604099"/>
                  </a:lnTo>
                  <a:lnTo>
                    <a:pt x="4820497" y="604099"/>
                  </a:lnTo>
                  <a:lnTo>
                    <a:pt x="4820592" y="604099"/>
                  </a:lnTo>
                  <a:lnTo>
                    <a:pt x="4820686" y="604099"/>
                  </a:lnTo>
                  <a:lnTo>
                    <a:pt x="4820780" y="604099"/>
                  </a:lnTo>
                  <a:lnTo>
                    <a:pt x="4820874" y="604099"/>
                  </a:lnTo>
                  <a:lnTo>
                    <a:pt x="4820968" y="604099"/>
                  </a:lnTo>
                  <a:lnTo>
                    <a:pt x="4821062" y="604099"/>
                  </a:lnTo>
                  <a:lnTo>
                    <a:pt x="4821156" y="604099"/>
                  </a:lnTo>
                  <a:lnTo>
                    <a:pt x="4821251" y="604099"/>
                  </a:lnTo>
                  <a:lnTo>
                    <a:pt x="4821345" y="604099"/>
                  </a:lnTo>
                  <a:lnTo>
                    <a:pt x="4821439" y="604099"/>
                  </a:lnTo>
                  <a:lnTo>
                    <a:pt x="4821533" y="604099"/>
                  </a:lnTo>
                  <a:lnTo>
                    <a:pt x="4821627" y="604099"/>
                  </a:lnTo>
                  <a:lnTo>
                    <a:pt x="4821721" y="604099"/>
                  </a:lnTo>
                  <a:lnTo>
                    <a:pt x="4821816" y="604099"/>
                  </a:lnTo>
                  <a:lnTo>
                    <a:pt x="4821910" y="604099"/>
                  </a:lnTo>
                  <a:lnTo>
                    <a:pt x="4822004" y="604099"/>
                  </a:lnTo>
                  <a:lnTo>
                    <a:pt x="4822098" y="604099"/>
                  </a:lnTo>
                  <a:lnTo>
                    <a:pt x="4822192" y="604099"/>
                  </a:lnTo>
                  <a:lnTo>
                    <a:pt x="4822286" y="604099"/>
                  </a:lnTo>
                  <a:lnTo>
                    <a:pt x="4822380" y="604099"/>
                  </a:lnTo>
                  <a:lnTo>
                    <a:pt x="4822475" y="604099"/>
                  </a:lnTo>
                  <a:lnTo>
                    <a:pt x="4822569" y="604099"/>
                  </a:lnTo>
                  <a:lnTo>
                    <a:pt x="4822663" y="604099"/>
                  </a:lnTo>
                  <a:lnTo>
                    <a:pt x="4822757" y="604099"/>
                  </a:lnTo>
                  <a:lnTo>
                    <a:pt x="4822851" y="604099"/>
                  </a:lnTo>
                  <a:lnTo>
                    <a:pt x="4822945" y="604099"/>
                  </a:lnTo>
                  <a:lnTo>
                    <a:pt x="4823040" y="604099"/>
                  </a:lnTo>
                  <a:lnTo>
                    <a:pt x="4823134" y="604099"/>
                  </a:lnTo>
                  <a:lnTo>
                    <a:pt x="4823228" y="604099"/>
                  </a:lnTo>
                  <a:lnTo>
                    <a:pt x="4823322" y="604099"/>
                  </a:lnTo>
                  <a:lnTo>
                    <a:pt x="4823322" y="599187"/>
                  </a:lnTo>
                  <a:lnTo>
                    <a:pt x="4823416" y="599187"/>
                  </a:lnTo>
                  <a:lnTo>
                    <a:pt x="4823510" y="599187"/>
                  </a:lnTo>
                  <a:lnTo>
                    <a:pt x="4823604" y="599187"/>
                  </a:lnTo>
                  <a:lnTo>
                    <a:pt x="4823699" y="599187"/>
                  </a:lnTo>
                  <a:lnTo>
                    <a:pt x="4823793" y="599187"/>
                  </a:lnTo>
                  <a:lnTo>
                    <a:pt x="4823887" y="599187"/>
                  </a:lnTo>
                  <a:lnTo>
                    <a:pt x="4823981" y="599187"/>
                  </a:lnTo>
                  <a:lnTo>
                    <a:pt x="4824075" y="599187"/>
                  </a:lnTo>
                  <a:lnTo>
                    <a:pt x="4824169" y="599187"/>
                  </a:lnTo>
                  <a:lnTo>
                    <a:pt x="4824264" y="599187"/>
                  </a:lnTo>
                  <a:lnTo>
                    <a:pt x="4824358" y="599187"/>
                  </a:lnTo>
                  <a:lnTo>
                    <a:pt x="4824452" y="599187"/>
                  </a:lnTo>
                  <a:lnTo>
                    <a:pt x="4824546" y="599187"/>
                  </a:lnTo>
                  <a:lnTo>
                    <a:pt x="4824640" y="599187"/>
                  </a:lnTo>
                  <a:lnTo>
                    <a:pt x="4824734" y="599187"/>
                  </a:lnTo>
                  <a:lnTo>
                    <a:pt x="4824828" y="599187"/>
                  </a:lnTo>
                  <a:lnTo>
                    <a:pt x="4824923" y="599187"/>
                  </a:lnTo>
                  <a:lnTo>
                    <a:pt x="4825017" y="599187"/>
                  </a:lnTo>
                  <a:lnTo>
                    <a:pt x="4825111" y="599187"/>
                  </a:lnTo>
                  <a:lnTo>
                    <a:pt x="4825205" y="599187"/>
                  </a:lnTo>
                  <a:lnTo>
                    <a:pt x="4825299" y="599187"/>
                  </a:lnTo>
                  <a:lnTo>
                    <a:pt x="4825393" y="599187"/>
                  </a:lnTo>
                  <a:lnTo>
                    <a:pt x="4825487" y="599187"/>
                  </a:lnTo>
                  <a:lnTo>
                    <a:pt x="4825582" y="599187"/>
                  </a:lnTo>
                  <a:lnTo>
                    <a:pt x="4825676" y="599187"/>
                  </a:lnTo>
                  <a:lnTo>
                    <a:pt x="4825770" y="599187"/>
                  </a:lnTo>
                  <a:lnTo>
                    <a:pt x="4825864" y="599187"/>
                  </a:lnTo>
                  <a:lnTo>
                    <a:pt x="4825958" y="599187"/>
                  </a:lnTo>
                  <a:lnTo>
                    <a:pt x="4826052" y="599187"/>
                  </a:lnTo>
                  <a:lnTo>
                    <a:pt x="4826147" y="599187"/>
                  </a:lnTo>
                  <a:lnTo>
                    <a:pt x="4826241" y="599187"/>
                  </a:lnTo>
                  <a:lnTo>
                    <a:pt x="4826335" y="599187"/>
                  </a:lnTo>
                  <a:lnTo>
                    <a:pt x="4826429" y="599187"/>
                  </a:lnTo>
                  <a:lnTo>
                    <a:pt x="4826523" y="599187"/>
                  </a:lnTo>
                  <a:lnTo>
                    <a:pt x="4826617" y="599187"/>
                  </a:lnTo>
                  <a:lnTo>
                    <a:pt x="4826711" y="599187"/>
                  </a:lnTo>
                  <a:lnTo>
                    <a:pt x="4826806" y="599187"/>
                  </a:lnTo>
                  <a:lnTo>
                    <a:pt x="4826900" y="599187"/>
                  </a:lnTo>
                  <a:lnTo>
                    <a:pt x="4826994" y="599187"/>
                  </a:lnTo>
                  <a:lnTo>
                    <a:pt x="4827088" y="599187"/>
                  </a:lnTo>
                  <a:lnTo>
                    <a:pt x="4827182" y="599187"/>
                  </a:lnTo>
                  <a:lnTo>
                    <a:pt x="4827276" y="599187"/>
                  </a:lnTo>
                  <a:lnTo>
                    <a:pt x="4827371" y="599187"/>
                  </a:lnTo>
                  <a:lnTo>
                    <a:pt x="4827465" y="599187"/>
                  </a:lnTo>
                  <a:lnTo>
                    <a:pt x="4827559" y="599187"/>
                  </a:lnTo>
                  <a:lnTo>
                    <a:pt x="4827653" y="599187"/>
                  </a:lnTo>
                  <a:lnTo>
                    <a:pt x="4827747" y="599187"/>
                  </a:lnTo>
                  <a:lnTo>
                    <a:pt x="4827841" y="599187"/>
                  </a:lnTo>
                  <a:lnTo>
                    <a:pt x="4827935" y="599187"/>
                  </a:lnTo>
                  <a:lnTo>
                    <a:pt x="4828030" y="599187"/>
                  </a:lnTo>
                  <a:lnTo>
                    <a:pt x="4828124" y="599187"/>
                  </a:lnTo>
                  <a:lnTo>
                    <a:pt x="4828218" y="599187"/>
                  </a:lnTo>
                  <a:lnTo>
                    <a:pt x="4828312" y="599187"/>
                  </a:lnTo>
                  <a:lnTo>
                    <a:pt x="4828406" y="599187"/>
                  </a:lnTo>
                  <a:lnTo>
                    <a:pt x="4828500" y="599187"/>
                  </a:lnTo>
                  <a:lnTo>
                    <a:pt x="4828595" y="599187"/>
                  </a:lnTo>
                  <a:lnTo>
                    <a:pt x="4828689" y="599187"/>
                  </a:lnTo>
                  <a:lnTo>
                    <a:pt x="4828783" y="599187"/>
                  </a:lnTo>
                  <a:lnTo>
                    <a:pt x="4828877" y="599187"/>
                  </a:lnTo>
                  <a:lnTo>
                    <a:pt x="4828971" y="599187"/>
                  </a:lnTo>
                  <a:lnTo>
                    <a:pt x="4829065" y="599187"/>
                  </a:lnTo>
                  <a:lnTo>
                    <a:pt x="4829159" y="599187"/>
                  </a:lnTo>
                  <a:lnTo>
                    <a:pt x="4829254" y="599187"/>
                  </a:lnTo>
                  <a:lnTo>
                    <a:pt x="4829348" y="599187"/>
                  </a:lnTo>
                  <a:lnTo>
                    <a:pt x="4829442" y="599187"/>
                  </a:lnTo>
                  <a:lnTo>
                    <a:pt x="4829536" y="599187"/>
                  </a:lnTo>
                  <a:lnTo>
                    <a:pt x="4829630" y="599187"/>
                  </a:lnTo>
                  <a:lnTo>
                    <a:pt x="4829724" y="599187"/>
                  </a:lnTo>
                  <a:lnTo>
                    <a:pt x="4829818" y="599187"/>
                  </a:lnTo>
                  <a:lnTo>
                    <a:pt x="4829913" y="599187"/>
                  </a:lnTo>
                  <a:lnTo>
                    <a:pt x="4830007" y="599187"/>
                  </a:lnTo>
                  <a:lnTo>
                    <a:pt x="4830101" y="599187"/>
                  </a:lnTo>
                  <a:lnTo>
                    <a:pt x="4830195" y="599187"/>
                  </a:lnTo>
                  <a:lnTo>
                    <a:pt x="4830289" y="599187"/>
                  </a:lnTo>
                  <a:lnTo>
                    <a:pt x="4830383" y="599187"/>
                  </a:lnTo>
                  <a:lnTo>
                    <a:pt x="4830478" y="599187"/>
                  </a:lnTo>
                  <a:lnTo>
                    <a:pt x="4830572" y="599187"/>
                  </a:lnTo>
                  <a:lnTo>
                    <a:pt x="4830666" y="599187"/>
                  </a:lnTo>
                  <a:lnTo>
                    <a:pt x="4830760" y="599187"/>
                  </a:lnTo>
                  <a:lnTo>
                    <a:pt x="4830854" y="599187"/>
                  </a:lnTo>
                  <a:lnTo>
                    <a:pt x="4830948" y="599187"/>
                  </a:lnTo>
                  <a:lnTo>
                    <a:pt x="4831042" y="599187"/>
                  </a:lnTo>
                  <a:lnTo>
                    <a:pt x="4831137" y="599187"/>
                  </a:lnTo>
                  <a:lnTo>
                    <a:pt x="4831231" y="599187"/>
                  </a:lnTo>
                  <a:lnTo>
                    <a:pt x="4831325" y="599187"/>
                  </a:lnTo>
                  <a:lnTo>
                    <a:pt x="4831419" y="599187"/>
                  </a:lnTo>
                  <a:lnTo>
                    <a:pt x="4831513" y="599187"/>
                  </a:lnTo>
                  <a:lnTo>
                    <a:pt x="4831607" y="599187"/>
                  </a:lnTo>
                  <a:lnTo>
                    <a:pt x="4831702" y="599187"/>
                  </a:lnTo>
                  <a:lnTo>
                    <a:pt x="4831796" y="599187"/>
                  </a:lnTo>
                  <a:lnTo>
                    <a:pt x="4831890" y="599187"/>
                  </a:lnTo>
                  <a:lnTo>
                    <a:pt x="4831984" y="599187"/>
                  </a:lnTo>
                  <a:lnTo>
                    <a:pt x="4832078" y="599187"/>
                  </a:lnTo>
                  <a:lnTo>
                    <a:pt x="4832172" y="599187"/>
                  </a:lnTo>
                  <a:lnTo>
                    <a:pt x="4832266" y="599187"/>
                  </a:lnTo>
                  <a:lnTo>
                    <a:pt x="4832361" y="599187"/>
                  </a:lnTo>
                  <a:lnTo>
                    <a:pt x="4832455" y="599187"/>
                  </a:lnTo>
                  <a:lnTo>
                    <a:pt x="4832549" y="599187"/>
                  </a:lnTo>
                  <a:lnTo>
                    <a:pt x="4832643" y="599187"/>
                  </a:lnTo>
                  <a:lnTo>
                    <a:pt x="4832737" y="599187"/>
                  </a:lnTo>
                  <a:lnTo>
                    <a:pt x="4832831" y="599187"/>
                  </a:lnTo>
                  <a:lnTo>
                    <a:pt x="4832926" y="599187"/>
                  </a:lnTo>
                  <a:lnTo>
                    <a:pt x="4833020" y="599187"/>
                  </a:lnTo>
                  <a:lnTo>
                    <a:pt x="4833114" y="599187"/>
                  </a:lnTo>
                  <a:lnTo>
                    <a:pt x="4833208" y="599187"/>
                  </a:lnTo>
                  <a:lnTo>
                    <a:pt x="4833302" y="599187"/>
                  </a:lnTo>
                  <a:lnTo>
                    <a:pt x="4833396" y="599187"/>
                  </a:lnTo>
                  <a:lnTo>
                    <a:pt x="4833490" y="599187"/>
                  </a:lnTo>
                  <a:lnTo>
                    <a:pt x="4833585" y="599187"/>
                  </a:lnTo>
                  <a:lnTo>
                    <a:pt x="4833679" y="599187"/>
                  </a:lnTo>
                  <a:lnTo>
                    <a:pt x="4833773" y="599187"/>
                  </a:lnTo>
                  <a:lnTo>
                    <a:pt x="4833867" y="599187"/>
                  </a:lnTo>
                  <a:lnTo>
                    <a:pt x="4833961" y="599187"/>
                  </a:lnTo>
                  <a:lnTo>
                    <a:pt x="4834055" y="599187"/>
                  </a:lnTo>
                  <a:lnTo>
                    <a:pt x="4834149" y="599187"/>
                  </a:lnTo>
                  <a:lnTo>
                    <a:pt x="4834244" y="599187"/>
                  </a:lnTo>
                  <a:lnTo>
                    <a:pt x="4834338" y="599187"/>
                  </a:lnTo>
                  <a:lnTo>
                    <a:pt x="4834432" y="599187"/>
                  </a:lnTo>
                  <a:lnTo>
                    <a:pt x="4834526" y="599187"/>
                  </a:lnTo>
                  <a:lnTo>
                    <a:pt x="4834620" y="599187"/>
                  </a:lnTo>
                  <a:lnTo>
                    <a:pt x="4834714" y="599187"/>
                  </a:lnTo>
                  <a:lnTo>
                    <a:pt x="4834809" y="599187"/>
                  </a:lnTo>
                  <a:lnTo>
                    <a:pt x="4834903" y="599187"/>
                  </a:lnTo>
                  <a:lnTo>
                    <a:pt x="4834997" y="599187"/>
                  </a:lnTo>
                  <a:lnTo>
                    <a:pt x="4835091" y="599187"/>
                  </a:lnTo>
                  <a:lnTo>
                    <a:pt x="4835185" y="599187"/>
                  </a:lnTo>
                  <a:lnTo>
                    <a:pt x="4835279" y="599187"/>
                  </a:lnTo>
                  <a:lnTo>
                    <a:pt x="4835373" y="599187"/>
                  </a:lnTo>
                  <a:lnTo>
                    <a:pt x="4835468" y="599187"/>
                  </a:lnTo>
                  <a:lnTo>
                    <a:pt x="4835562" y="599187"/>
                  </a:lnTo>
                  <a:lnTo>
                    <a:pt x="4835656" y="599187"/>
                  </a:lnTo>
                  <a:lnTo>
                    <a:pt x="4835750" y="599187"/>
                  </a:lnTo>
                  <a:lnTo>
                    <a:pt x="4835844" y="599187"/>
                  </a:lnTo>
                  <a:lnTo>
                    <a:pt x="4835938" y="599187"/>
                  </a:lnTo>
                  <a:lnTo>
                    <a:pt x="4835938" y="594276"/>
                  </a:lnTo>
                  <a:lnTo>
                    <a:pt x="4836033" y="594276"/>
                  </a:lnTo>
                  <a:lnTo>
                    <a:pt x="4836127" y="594276"/>
                  </a:lnTo>
                  <a:lnTo>
                    <a:pt x="4836221" y="594276"/>
                  </a:lnTo>
                  <a:lnTo>
                    <a:pt x="4836315" y="594276"/>
                  </a:lnTo>
                  <a:lnTo>
                    <a:pt x="4836409" y="594276"/>
                  </a:lnTo>
                  <a:lnTo>
                    <a:pt x="4836503" y="594276"/>
                  </a:lnTo>
                  <a:lnTo>
                    <a:pt x="4836597" y="594276"/>
                  </a:lnTo>
                  <a:lnTo>
                    <a:pt x="4836692" y="594276"/>
                  </a:lnTo>
                  <a:lnTo>
                    <a:pt x="4836786" y="594276"/>
                  </a:lnTo>
                  <a:lnTo>
                    <a:pt x="4836880" y="594276"/>
                  </a:lnTo>
                  <a:lnTo>
                    <a:pt x="4836974" y="594276"/>
                  </a:lnTo>
                  <a:lnTo>
                    <a:pt x="4837068" y="594276"/>
                  </a:lnTo>
                  <a:lnTo>
                    <a:pt x="4837162" y="594276"/>
                  </a:lnTo>
                  <a:lnTo>
                    <a:pt x="4837257" y="594276"/>
                  </a:lnTo>
                  <a:lnTo>
                    <a:pt x="4837351" y="594276"/>
                  </a:lnTo>
                  <a:lnTo>
                    <a:pt x="4837445" y="594276"/>
                  </a:lnTo>
                  <a:lnTo>
                    <a:pt x="4837539" y="594276"/>
                  </a:lnTo>
                  <a:lnTo>
                    <a:pt x="4837633" y="594276"/>
                  </a:lnTo>
                  <a:lnTo>
                    <a:pt x="4837727" y="594276"/>
                  </a:lnTo>
                  <a:lnTo>
                    <a:pt x="4837821" y="594276"/>
                  </a:lnTo>
                  <a:lnTo>
                    <a:pt x="4837916" y="594276"/>
                  </a:lnTo>
                  <a:lnTo>
                    <a:pt x="4838010" y="594276"/>
                  </a:lnTo>
                  <a:lnTo>
                    <a:pt x="4838104" y="594276"/>
                  </a:lnTo>
                  <a:lnTo>
                    <a:pt x="4838198" y="594276"/>
                  </a:lnTo>
                  <a:lnTo>
                    <a:pt x="4838292" y="594276"/>
                  </a:lnTo>
                  <a:lnTo>
                    <a:pt x="4838386" y="594276"/>
                  </a:lnTo>
                  <a:lnTo>
                    <a:pt x="4838480" y="594276"/>
                  </a:lnTo>
                  <a:lnTo>
                    <a:pt x="4838575" y="594276"/>
                  </a:lnTo>
                  <a:lnTo>
                    <a:pt x="4838669" y="594276"/>
                  </a:lnTo>
                  <a:lnTo>
                    <a:pt x="4838763" y="594276"/>
                  </a:lnTo>
                  <a:lnTo>
                    <a:pt x="4838857" y="594276"/>
                  </a:lnTo>
                  <a:lnTo>
                    <a:pt x="4838951" y="594276"/>
                  </a:lnTo>
                  <a:lnTo>
                    <a:pt x="4839045" y="594276"/>
                  </a:lnTo>
                  <a:lnTo>
                    <a:pt x="4839140" y="594276"/>
                  </a:lnTo>
                  <a:lnTo>
                    <a:pt x="4839234" y="594276"/>
                  </a:lnTo>
                  <a:lnTo>
                    <a:pt x="4839328" y="594276"/>
                  </a:lnTo>
                  <a:lnTo>
                    <a:pt x="4839422" y="594276"/>
                  </a:lnTo>
                  <a:lnTo>
                    <a:pt x="4839516" y="594276"/>
                  </a:lnTo>
                  <a:lnTo>
                    <a:pt x="4839610" y="594276"/>
                  </a:lnTo>
                  <a:lnTo>
                    <a:pt x="4839704" y="594276"/>
                  </a:lnTo>
                  <a:lnTo>
                    <a:pt x="4839799" y="594276"/>
                  </a:lnTo>
                  <a:lnTo>
                    <a:pt x="4839893" y="594276"/>
                  </a:lnTo>
                  <a:lnTo>
                    <a:pt x="4839987" y="594276"/>
                  </a:lnTo>
                  <a:lnTo>
                    <a:pt x="4840081" y="594276"/>
                  </a:lnTo>
                  <a:lnTo>
                    <a:pt x="4840175" y="594276"/>
                  </a:lnTo>
                  <a:lnTo>
                    <a:pt x="4840269" y="594276"/>
                  </a:lnTo>
                  <a:lnTo>
                    <a:pt x="4840364" y="594276"/>
                  </a:lnTo>
                  <a:lnTo>
                    <a:pt x="4840458" y="594276"/>
                  </a:lnTo>
                  <a:lnTo>
                    <a:pt x="4840552" y="594276"/>
                  </a:lnTo>
                  <a:lnTo>
                    <a:pt x="4840646" y="594276"/>
                  </a:lnTo>
                  <a:lnTo>
                    <a:pt x="4840740" y="594276"/>
                  </a:lnTo>
                  <a:lnTo>
                    <a:pt x="4840834" y="594276"/>
                  </a:lnTo>
                  <a:lnTo>
                    <a:pt x="4840928" y="594276"/>
                  </a:lnTo>
                  <a:lnTo>
                    <a:pt x="4841023" y="594276"/>
                  </a:lnTo>
                  <a:lnTo>
                    <a:pt x="4841117" y="594276"/>
                  </a:lnTo>
                  <a:lnTo>
                    <a:pt x="4841211" y="594276"/>
                  </a:lnTo>
                  <a:lnTo>
                    <a:pt x="4841305" y="594276"/>
                  </a:lnTo>
                  <a:lnTo>
                    <a:pt x="4841399" y="594276"/>
                  </a:lnTo>
                  <a:lnTo>
                    <a:pt x="4841493" y="594276"/>
                  </a:lnTo>
                  <a:lnTo>
                    <a:pt x="4841588" y="594276"/>
                  </a:lnTo>
                  <a:lnTo>
                    <a:pt x="4841682" y="594276"/>
                  </a:lnTo>
                  <a:lnTo>
                    <a:pt x="4841776" y="594276"/>
                  </a:lnTo>
                  <a:lnTo>
                    <a:pt x="4841870" y="594276"/>
                  </a:lnTo>
                  <a:lnTo>
                    <a:pt x="4841964" y="594276"/>
                  </a:lnTo>
                  <a:lnTo>
                    <a:pt x="4842058" y="594276"/>
                  </a:lnTo>
                  <a:lnTo>
                    <a:pt x="4842152" y="594276"/>
                  </a:lnTo>
                  <a:lnTo>
                    <a:pt x="4842247" y="594276"/>
                  </a:lnTo>
                  <a:lnTo>
                    <a:pt x="4842341" y="594276"/>
                  </a:lnTo>
                  <a:lnTo>
                    <a:pt x="4842435" y="594276"/>
                  </a:lnTo>
                  <a:lnTo>
                    <a:pt x="4842529" y="594276"/>
                  </a:lnTo>
                  <a:lnTo>
                    <a:pt x="4842623" y="594276"/>
                  </a:lnTo>
                  <a:lnTo>
                    <a:pt x="4842717" y="594276"/>
                  </a:lnTo>
                  <a:lnTo>
                    <a:pt x="4842811" y="594276"/>
                  </a:lnTo>
                  <a:lnTo>
                    <a:pt x="4842906" y="594276"/>
                  </a:lnTo>
                  <a:lnTo>
                    <a:pt x="4843000" y="594276"/>
                  </a:lnTo>
                  <a:lnTo>
                    <a:pt x="4843094" y="594276"/>
                  </a:lnTo>
                  <a:lnTo>
                    <a:pt x="4843188" y="594276"/>
                  </a:lnTo>
                  <a:lnTo>
                    <a:pt x="4843282" y="594276"/>
                  </a:lnTo>
                  <a:lnTo>
                    <a:pt x="4843376" y="594276"/>
                  </a:lnTo>
                  <a:lnTo>
                    <a:pt x="4843471" y="594276"/>
                  </a:lnTo>
                  <a:lnTo>
                    <a:pt x="4843565" y="594276"/>
                  </a:lnTo>
                  <a:lnTo>
                    <a:pt x="4843659" y="594276"/>
                  </a:lnTo>
                  <a:lnTo>
                    <a:pt x="4843753" y="594276"/>
                  </a:lnTo>
                  <a:lnTo>
                    <a:pt x="4843847" y="594276"/>
                  </a:lnTo>
                  <a:lnTo>
                    <a:pt x="4843847" y="589364"/>
                  </a:lnTo>
                  <a:lnTo>
                    <a:pt x="4843941" y="589364"/>
                  </a:lnTo>
                  <a:lnTo>
                    <a:pt x="4844035" y="589364"/>
                  </a:lnTo>
                  <a:lnTo>
                    <a:pt x="4844130" y="589364"/>
                  </a:lnTo>
                  <a:lnTo>
                    <a:pt x="4844224" y="589364"/>
                  </a:lnTo>
                  <a:lnTo>
                    <a:pt x="4844318" y="589364"/>
                  </a:lnTo>
                  <a:lnTo>
                    <a:pt x="4844412" y="589364"/>
                  </a:lnTo>
                  <a:lnTo>
                    <a:pt x="4844506" y="589364"/>
                  </a:lnTo>
                  <a:lnTo>
                    <a:pt x="4844600" y="589364"/>
                  </a:lnTo>
                  <a:lnTo>
                    <a:pt x="4844695" y="589364"/>
                  </a:lnTo>
                  <a:lnTo>
                    <a:pt x="4844789" y="589364"/>
                  </a:lnTo>
                  <a:lnTo>
                    <a:pt x="4844883" y="589364"/>
                  </a:lnTo>
                  <a:lnTo>
                    <a:pt x="4844977" y="589364"/>
                  </a:lnTo>
                  <a:lnTo>
                    <a:pt x="4845071" y="589364"/>
                  </a:lnTo>
                  <a:lnTo>
                    <a:pt x="4845165" y="589364"/>
                  </a:lnTo>
                  <a:lnTo>
                    <a:pt x="4845259" y="589364"/>
                  </a:lnTo>
                  <a:lnTo>
                    <a:pt x="4845354" y="589364"/>
                  </a:lnTo>
                  <a:lnTo>
                    <a:pt x="4845448" y="589364"/>
                  </a:lnTo>
                  <a:lnTo>
                    <a:pt x="4845542" y="589364"/>
                  </a:lnTo>
                  <a:lnTo>
                    <a:pt x="4845636" y="589364"/>
                  </a:lnTo>
                  <a:lnTo>
                    <a:pt x="4845730" y="589364"/>
                  </a:lnTo>
                  <a:lnTo>
                    <a:pt x="4845824" y="589364"/>
                  </a:lnTo>
                  <a:lnTo>
                    <a:pt x="4845919" y="589364"/>
                  </a:lnTo>
                  <a:lnTo>
                    <a:pt x="4846013" y="589364"/>
                  </a:lnTo>
                  <a:lnTo>
                    <a:pt x="4846107" y="589364"/>
                  </a:lnTo>
                  <a:lnTo>
                    <a:pt x="4846201" y="589364"/>
                  </a:lnTo>
                  <a:lnTo>
                    <a:pt x="4846295" y="589364"/>
                  </a:lnTo>
                  <a:lnTo>
                    <a:pt x="4846389" y="589364"/>
                  </a:lnTo>
                  <a:lnTo>
                    <a:pt x="4846483" y="589364"/>
                  </a:lnTo>
                  <a:lnTo>
                    <a:pt x="4846578" y="589364"/>
                  </a:lnTo>
                  <a:lnTo>
                    <a:pt x="4846672" y="589364"/>
                  </a:lnTo>
                  <a:lnTo>
                    <a:pt x="4846766" y="589364"/>
                  </a:lnTo>
                  <a:lnTo>
                    <a:pt x="4846860" y="589364"/>
                  </a:lnTo>
                  <a:lnTo>
                    <a:pt x="4846954" y="589364"/>
                  </a:lnTo>
                  <a:lnTo>
                    <a:pt x="4847048" y="589364"/>
                  </a:lnTo>
                  <a:lnTo>
                    <a:pt x="4847142" y="589364"/>
                  </a:lnTo>
                  <a:lnTo>
                    <a:pt x="4847237" y="589364"/>
                  </a:lnTo>
                  <a:lnTo>
                    <a:pt x="4847331" y="589364"/>
                  </a:lnTo>
                  <a:lnTo>
                    <a:pt x="4847425" y="589364"/>
                  </a:lnTo>
                  <a:lnTo>
                    <a:pt x="4847519" y="589364"/>
                  </a:lnTo>
                  <a:lnTo>
                    <a:pt x="4847613" y="589364"/>
                  </a:lnTo>
                  <a:lnTo>
                    <a:pt x="4847707" y="589364"/>
                  </a:lnTo>
                  <a:lnTo>
                    <a:pt x="4847802" y="589364"/>
                  </a:lnTo>
                  <a:lnTo>
                    <a:pt x="4847896" y="589364"/>
                  </a:lnTo>
                  <a:lnTo>
                    <a:pt x="4847990" y="589364"/>
                  </a:lnTo>
                  <a:lnTo>
                    <a:pt x="4848084" y="589364"/>
                  </a:lnTo>
                  <a:lnTo>
                    <a:pt x="4848178" y="589364"/>
                  </a:lnTo>
                  <a:lnTo>
                    <a:pt x="4848272" y="589364"/>
                  </a:lnTo>
                  <a:lnTo>
                    <a:pt x="4848366" y="589364"/>
                  </a:lnTo>
                  <a:lnTo>
                    <a:pt x="4848461" y="589364"/>
                  </a:lnTo>
                  <a:lnTo>
                    <a:pt x="4848555" y="589364"/>
                  </a:lnTo>
                  <a:lnTo>
                    <a:pt x="4848649" y="589364"/>
                  </a:lnTo>
                  <a:lnTo>
                    <a:pt x="4848743" y="589364"/>
                  </a:lnTo>
                  <a:lnTo>
                    <a:pt x="4848837" y="589364"/>
                  </a:lnTo>
                  <a:lnTo>
                    <a:pt x="4848931" y="589364"/>
                  </a:lnTo>
                  <a:lnTo>
                    <a:pt x="4849026" y="589364"/>
                  </a:lnTo>
                  <a:lnTo>
                    <a:pt x="4849120" y="589364"/>
                  </a:lnTo>
                  <a:lnTo>
                    <a:pt x="4849214" y="589364"/>
                  </a:lnTo>
                  <a:lnTo>
                    <a:pt x="4849308" y="589364"/>
                  </a:lnTo>
                  <a:lnTo>
                    <a:pt x="4849402" y="589364"/>
                  </a:lnTo>
                  <a:lnTo>
                    <a:pt x="4849402" y="584453"/>
                  </a:lnTo>
                  <a:lnTo>
                    <a:pt x="4849496" y="584453"/>
                  </a:lnTo>
                  <a:lnTo>
                    <a:pt x="4849590" y="584453"/>
                  </a:lnTo>
                  <a:lnTo>
                    <a:pt x="4849685" y="584453"/>
                  </a:lnTo>
                  <a:lnTo>
                    <a:pt x="4849779" y="584453"/>
                  </a:lnTo>
                  <a:lnTo>
                    <a:pt x="4849873" y="584453"/>
                  </a:lnTo>
                  <a:lnTo>
                    <a:pt x="4849967" y="584453"/>
                  </a:lnTo>
                  <a:lnTo>
                    <a:pt x="4850061" y="584453"/>
                  </a:lnTo>
                  <a:lnTo>
                    <a:pt x="4850155" y="584453"/>
                  </a:lnTo>
                  <a:lnTo>
                    <a:pt x="4850250" y="584453"/>
                  </a:lnTo>
                  <a:lnTo>
                    <a:pt x="4850344" y="584453"/>
                  </a:lnTo>
                  <a:lnTo>
                    <a:pt x="4850438" y="584453"/>
                  </a:lnTo>
                  <a:lnTo>
                    <a:pt x="4850532" y="584453"/>
                  </a:lnTo>
                  <a:lnTo>
                    <a:pt x="4850626" y="584453"/>
                  </a:lnTo>
                  <a:lnTo>
                    <a:pt x="4850720" y="584453"/>
                  </a:lnTo>
                  <a:lnTo>
                    <a:pt x="4850814" y="584453"/>
                  </a:lnTo>
                  <a:lnTo>
                    <a:pt x="4850909" y="584453"/>
                  </a:lnTo>
                  <a:lnTo>
                    <a:pt x="4851003" y="584453"/>
                  </a:lnTo>
                  <a:lnTo>
                    <a:pt x="4851097" y="584453"/>
                  </a:lnTo>
                  <a:lnTo>
                    <a:pt x="4851191" y="584453"/>
                  </a:lnTo>
                  <a:lnTo>
                    <a:pt x="4851285" y="584453"/>
                  </a:lnTo>
                  <a:lnTo>
                    <a:pt x="4851379" y="584453"/>
                  </a:lnTo>
                  <a:lnTo>
                    <a:pt x="4851473" y="584453"/>
                  </a:lnTo>
                  <a:lnTo>
                    <a:pt x="4851568" y="584453"/>
                  </a:lnTo>
                  <a:lnTo>
                    <a:pt x="4851662" y="584453"/>
                  </a:lnTo>
                  <a:lnTo>
                    <a:pt x="4851756" y="584453"/>
                  </a:lnTo>
                  <a:lnTo>
                    <a:pt x="4851850" y="584453"/>
                  </a:lnTo>
                  <a:lnTo>
                    <a:pt x="4851944" y="584453"/>
                  </a:lnTo>
                  <a:lnTo>
                    <a:pt x="4852038" y="584453"/>
                  </a:lnTo>
                  <a:lnTo>
                    <a:pt x="4852133" y="584453"/>
                  </a:lnTo>
                  <a:lnTo>
                    <a:pt x="4852227" y="584453"/>
                  </a:lnTo>
                  <a:lnTo>
                    <a:pt x="4852321" y="584453"/>
                  </a:lnTo>
                  <a:lnTo>
                    <a:pt x="4852415" y="584453"/>
                  </a:lnTo>
                  <a:lnTo>
                    <a:pt x="4852509" y="584453"/>
                  </a:lnTo>
                  <a:lnTo>
                    <a:pt x="4852603" y="584453"/>
                  </a:lnTo>
                  <a:lnTo>
                    <a:pt x="4852697" y="584453"/>
                  </a:lnTo>
                  <a:lnTo>
                    <a:pt x="4852792" y="584453"/>
                  </a:lnTo>
                  <a:lnTo>
                    <a:pt x="4852886" y="584453"/>
                  </a:lnTo>
                  <a:lnTo>
                    <a:pt x="4852980" y="584453"/>
                  </a:lnTo>
                  <a:lnTo>
                    <a:pt x="4853074" y="584453"/>
                  </a:lnTo>
                  <a:lnTo>
                    <a:pt x="4853168" y="584453"/>
                  </a:lnTo>
                  <a:lnTo>
                    <a:pt x="4853262" y="584453"/>
                  </a:lnTo>
                  <a:lnTo>
                    <a:pt x="4853357" y="584453"/>
                  </a:lnTo>
                  <a:lnTo>
                    <a:pt x="4853451" y="584453"/>
                  </a:lnTo>
                  <a:lnTo>
                    <a:pt x="4853545" y="584453"/>
                  </a:lnTo>
                  <a:lnTo>
                    <a:pt x="4853639" y="584453"/>
                  </a:lnTo>
                  <a:lnTo>
                    <a:pt x="4853733" y="584453"/>
                  </a:lnTo>
                  <a:lnTo>
                    <a:pt x="4853827" y="584453"/>
                  </a:lnTo>
                  <a:lnTo>
                    <a:pt x="4853921" y="584453"/>
                  </a:lnTo>
                  <a:lnTo>
                    <a:pt x="4854016" y="584453"/>
                  </a:lnTo>
                  <a:lnTo>
                    <a:pt x="4854110" y="584453"/>
                  </a:lnTo>
                  <a:lnTo>
                    <a:pt x="4854204" y="584453"/>
                  </a:lnTo>
                  <a:lnTo>
                    <a:pt x="4854298" y="584453"/>
                  </a:lnTo>
                  <a:lnTo>
                    <a:pt x="4854392" y="584453"/>
                  </a:lnTo>
                  <a:lnTo>
                    <a:pt x="4854486" y="584453"/>
                  </a:lnTo>
                  <a:lnTo>
                    <a:pt x="4854581" y="584453"/>
                  </a:lnTo>
                  <a:lnTo>
                    <a:pt x="4854675" y="584453"/>
                  </a:lnTo>
                  <a:lnTo>
                    <a:pt x="4854769" y="584453"/>
                  </a:lnTo>
                  <a:lnTo>
                    <a:pt x="4854863" y="584453"/>
                  </a:lnTo>
                  <a:lnTo>
                    <a:pt x="4854957" y="584453"/>
                  </a:lnTo>
                  <a:lnTo>
                    <a:pt x="4855051" y="584453"/>
                  </a:lnTo>
                  <a:lnTo>
                    <a:pt x="4855145" y="584453"/>
                  </a:lnTo>
                  <a:lnTo>
                    <a:pt x="4855240" y="584453"/>
                  </a:lnTo>
                  <a:lnTo>
                    <a:pt x="4855334" y="584453"/>
                  </a:lnTo>
                  <a:lnTo>
                    <a:pt x="4855428" y="584453"/>
                  </a:lnTo>
                  <a:lnTo>
                    <a:pt x="4855522" y="584453"/>
                  </a:lnTo>
                  <a:lnTo>
                    <a:pt x="4855616" y="584453"/>
                  </a:lnTo>
                  <a:lnTo>
                    <a:pt x="4855710" y="584453"/>
                  </a:lnTo>
                  <a:lnTo>
                    <a:pt x="4855804" y="584453"/>
                  </a:lnTo>
                  <a:lnTo>
                    <a:pt x="4855899" y="584453"/>
                  </a:lnTo>
                  <a:lnTo>
                    <a:pt x="4855993" y="584453"/>
                  </a:lnTo>
                  <a:lnTo>
                    <a:pt x="4856087" y="584453"/>
                  </a:lnTo>
                  <a:lnTo>
                    <a:pt x="4856181" y="584453"/>
                  </a:lnTo>
                  <a:lnTo>
                    <a:pt x="4856275" y="584453"/>
                  </a:lnTo>
                  <a:lnTo>
                    <a:pt x="4856369" y="584453"/>
                  </a:lnTo>
                  <a:lnTo>
                    <a:pt x="4856464" y="584453"/>
                  </a:lnTo>
                  <a:lnTo>
                    <a:pt x="4856558" y="584453"/>
                  </a:lnTo>
                  <a:lnTo>
                    <a:pt x="4856652" y="584453"/>
                  </a:lnTo>
                  <a:lnTo>
                    <a:pt x="4856746" y="584453"/>
                  </a:lnTo>
                  <a:lnTo>
                    <a:pt x="4856840" y="584453"/>
                  </a:lnTo>
                  <a:lnTo>
                    <a:pt x="4856934" y="584453"/>
                  </a:lnTo>
                  <a:lnTo>
                    <a:pt x="4857028" y="584453"/>
                  </a:lnTo>
                  <a:lnTo>
                    <a:pt x="4857123" y="584453"/>
                  </a:lnTo>
                  <a:lnTo>
                    <a:pt x="4857217" y="584453"/>
                  </a:lnTo>
                  <a:lnTo>
                    <a:pt x="4857311" y="584453"/>
                  </a:lnTo>
                  <a:lnTo>
                    <a:pt x="4857405" y="584453"/>
                  </a:lnTo>
                  <a:lnTo>
                    <a:pt x="4857499" y="584453"/>
                  </a:lnTo>
                  <a:lnTo>
                    <a:pt x="4857593" y="584453"/>
                  </a:lnTo>
                  <a:lnTo>
                    <a:pt x="4857688" y="584453"/>
                  </a:lnTo>
                  <a:lnTo>
                    <a:pt x="4857782" y="584453"/>
                  </a:lnTo>
                  <a:lnTo>
                    <a:pt x="4857876" y="584453"/>
                  </a:lnTo>
                  <a:lnTo>
                    <a:pt x="4857970" y="584453"/>
                  </a:lnTo>
                  <a:lnTo>
                    <a:pt x="4858064" y="584453"/>
                  </a:lnTo>
                  <a:lnTo>
                    <a:pt x="4858158" y="584453"/>
                  </a:lnTo>
                  <a:lnTo>
                    <a:pt x="4858252" y="584453"/>
                  </a:lnTo>
                  <a:lnTo>
                    <a:pt x="4858347" y="584453"/>
                  </a:lnTo>
                  <a:lnTo>
                    <a:pt x="4858441" y="584453"/>
                  </a:lnTo>
                  <a:lnTo>
                    <a:pt x="4858535" y="584453"/>
                  </a:lnTo>
                  <a:lnTo>
                    <a:pt x="4858629" y="584453"/>
                  </a:lnTo>
                  <a:lnTo>
                    <a:pt x="4858723" y="584453"/>
                  </a:lnTo>
                  <a:lnTo>
                    <a:pt x="4858817" y="584453"/>
                  </a:lnTo>
                  <a:lnTo>
                    <a:pt x="4858912" y="584453"/>
                  </a:lnTo>
                  <a:lnTo>
                    <a:pt x="4859006" y="584453"/>
                  </a:lnTo>
                  <a:lnTo>
                    <a:pt x="4859100" y="584453"/>
                  </a:lnTo>
                  <a:lnTo>
                    <a:pt x="4859194" y="584453"/>
                  </a:lnTo>
                  <a:lnTo>
                    <a:pt x="4859288" y="584453"/>
                  </a:lnTo>
                  <a:lnTo>
                    <a:pt x="4859382" y="584453"/>
                  </a:lnTo>
                  <a:lnTo>
                    <a:pt x="4859476" y="584453"/>
                  </a:lnTo>
                  <a:lnTo>
                    <a:pt x="4859571" y="584453"/>
                  </a:lnTo>
                  <a:lnTo>
                    <a:pt x="4859665" y="584453"/>
                  </a:lnTo>
                  <a:lnTo>
                    <a:pt x="4859759" y="584453"/>
                  </a:lnTo>
                  <a:lnTo>
                    <a:pt x="4859853" y="584453"/>
                  </a:lnTo>
                  <a:lnTo>
                    <a:pt x="4859947" y="584453"/>
                  </a:lnTo>
                  <a:lnTo>
                    <a:pt x="4860041" y="584453"/>
                  </a:lnTo>
                  <a:lnTo>
                    <a:pt x="4860135" y="584453"/>
                  </a:lnTo>
                  <a:lnTo>
                    <a:pt x="4860230" y="584453"/>
                  </a:lnTo>
                  <a:lnTo>
                    <a:pt x="4860324" y="584453"/>
                  </a:lnTo>
                  <a:lnTo>
                    <a:pt x="4860418" y="584453"/>
                  </a:lnTo>
                  <a:lnTo>
                    <a:pt x="4860512" y="584453"/>
                  </a:lnTo>
                  <a:lnTo>
                    <a:pt x="4860606" y="584453"/>
                  </a:lnTo>
                  <a:lnTo>
                    <a:pt x="4860700" y="584453"/>
                  </a:lnTo>
                  <a:lnTo>
                    <a:pt x="4860795" y="584453"/>
                  </a:lnTo>
                  <a:lnTo>
                    <a:pt x="4860889" y="584453"/>
                  </a:lnTo>
                  <a:lnTo>
                    <a:pt x="4860983" y="584453"/>
                  </a:lnTo>
                  <a:lnTo>
                    <a:pt x="4861077" y="584453"/>
                  </a:lnTo>
                  <a:lnTo>
                    <a:pt x="4861171" y="584453"/>
                  </a:lnTo>
                  <a:lnTo>
                    <a:pt x="4861265" y="584453"/>
                  </a:lnTo>
                  <a:lnTo>
                    <a:pt x="4861359" y="584453"/>
                  </a:lnTo>
                  <a:lnTo>
                    <a:pt x="4861454" y="584453"/>
                  </a:lnTo>
                  <a:lnTo>
                    <a:pt x="4861548" y="584453"/>
                  </a:lnTo>
                  <a:lnTo>
                    <a:pt x="4861642" y="584453"/>
                  </a:lnTo>
                  <a:lnTo>
                    <a:pt x="4861736" y="584453"/>
                  </a:lnTo>
                  <a:lnTo>
                    <a:pt x="4861830" y="584453"/>
                  </a:lnTo>
                  <a:lnTo>
                    <a:pt x="4861924" y="584453"/>
                  </a:lnTo>
                  <a:lnTo>
                    <a:pt x="4862019" y="584453"/>
                  </a:lnTo>
                  <a:lnTo>
                    <a:pt x="4862113" y="584453"/>
                  </a:lnTo>
                  <a:lnTo>
                    <a:pt x="4862207" y="584453"/>
                  </a:lnTo>
                  <a:lnTo>
                    <a:pt x="4862301" y="584453"/>
                  </a:lnTo>
                  <a:lnTo>
                    <a:pt x="4862395" y="584453"/>
                  </a:lnTo>
                  <a:lnTo>
                    <a:pt x="4862489" y="584453"/>
                  </a:lnTo>
                  <a:lnTo>
                    <a:pt x="4862583" y="584453"/>
                  </a:lnTo>
                  <a:lnTo>
                    <a:pt x="4862678" y="584453"/>
                  </a:lnTo>
                  <a:lnTo>
                    <a:pt x="4862772" y="584453"/>
                  </a:lnTo>
                  <a:lnTo>
                    <a:pt x="4862866" y="584453"/>
                  </a:lnTo>
                  <a:lnTo>
                    <a:pt x="4862960" y="584453"/>
                  </a:lnTo>
                  <a:lnTo>
                    <a:pt x="4863054" y="584453"/>
                  </a:lnTo>
                  <a:lnTo>
                    <a:pt x="4863148" y="584453"/>
                  </a:lnTo>
                  <a:lnTo>
                    <a:pt x="4863243" y="584453"/>
                  </a:lnTo>
                  <a:lnTo>
                    <a:pt x="4863337" y="584453"/>
                  </a:lnTo>
                  <a:lnTo>
                    <a:pt x="4863431" y="584453"/>
                  </a:lnTo>
                  <a:lnTo>
                    <a:pt x="4863525" y="584453"/>
                  </a:lnTo>
                  <a:lnTo>
                    <a:pt x="4863619" y="584453"/>
                  </a:lnTo>
                  <a:lnTo>
                    <a:pt x="4863713" y="584453"/>
                  </a:lnTo>
                  <a:lnTo>
                    <a:pt x="4863807" y="584453"/>
                  </a:lnTo>
                  <a:lnTo>
                    <a:pt x="4863902" y="584453"/>
                  </a:lnTo>
                  <a:lnTo>
                    <a:pt x="4863996" y="584453"/>
                  </a:lnTo>
                  <a:lnTo>
                    <a:pt x="4864090" y="584453"/>
                  </a:lnTo>
                  <a:lnTo>
                    <a:pt x="4864184" y="584453"/>
                  </a:lnTo>
                  <a:lnTo>
                    <a:pt x="4864278" y="584453"/>
                  </a:lnTo>
                  <a:lnTo>
                    <a:pt x="4864372" y="584453"/>
                  </a:lnTo>
                  <a:lnTo>
                    <a:pt x="4864467" y="584453"/>
                  </a:lnTo>
                  <a:lnTo>
                    <a:pt x="4864561" y="584453"/>
                  </a:lnTo>
                  <a:lnTo>
                    <a:pt x="4864655" y="584453"/>
                  </a:lnTo>
                  <a:lnTo>
                    <a:pt x="4864749" y="584453"/>
                  </a:lnTo>
                  <a:lnTo>
                    <a:pt x="4864843" y="584453"/>
                  </a:lnTo>
                  <a:lnTo>
                    <a:pt x="4864937" y="584453"/>
                  </a:lnTo>
                  <a:lnTo>
                    <a:pt x="4865031" y="584453"/>
                  </a:lnTo>
                  <a:lnTo>
                    <a:pt x="4865126" y="584453"/>
                  </a:lnTo>
                  <a:lnTo>
                    <a:pt x="4865220" y="584453"/>
                  </a:lnTo>
                  <a:lnTo>
                    <a:pt x="4865314" y="584453"/>
                  </a:lnTo>
                  <a:lnTo>
                    <a:pt x="4865408" y="584453"/>
                  </a:lnTo>
                  <a:lnTo>
                    <a:pt x="4865502" y="584453"/>
                  </a:lnTo>
                  <a:lnTo>
                    <a:pt x="4865596" y="584453"/>
                  </a:lnTo>
                  <a:lnTo>
                    <a:pt x="4865690" y="584453"/>
                  </a:lnTo>
                  <a:lnTo>
                    <a:pt x="4865785" y="584453"/>
                  </a:lnTo>
                  <a:lnTo>
                    <a:pt x="4865879" y="584453"/>
                  </a:lnTo>
                  <a:lnTo>
                    <a:pt x="4865973" y="584453"/>
                  </a:lnTo>
                  <a:lnTo>
                    <a:pt x="4866067" y="584453"/>
                  </a:lnTo>
                  <a:lnTo>
                    <a:pt x="4866161" y="584453"/>
                  </a:lnTo>
                  <a:lnTo>
                    <a:pt x="4866255" y="584453"/>
                  </a:lnTo>
                  <a:lnTo>
                    <a:pt x="4866350" y="584453"/>
                  </a:lnTo>
                  <a:lnTo>
                    <a:pt x="4866444" y="584453"/>
                  </a:lnTo>
                  <a:lnTo>
                    <a:pt x="4866538" y="584453"/>
                  </a:lnTo>
                  <a:lnTo>
                    <a:pt x="4866538" y="579542"/>
                  </a:lnTo>
                  <a:lnTo>
                    <a:pt x="4866632" y="579542"/>
                  </a:lnTo>
                  <a:lnTo>
                    <a:pt x="4866726" y="579542"/>
                  </a:lnTo>
                  <a:lnTo>
                    <a:pt x="4866820" y="579542"/>
                  </a:lnTo>
                  <a:lnTo>
                    <a:pt x="4866914" y="579542"/>
                  </a:lnTo>
                  <a:lnTo>
                    <a:pt x="4867009" y="579542"/>
                  </a:lnTo>
                  <a:lnTo>
                    <a:pt x="4867103" y="579542"/>
                  </a:lnTo>
                  <a:lnTo>
                    <a:pt x="4867197" y="579542"/>
                  </a:lnTo>
                  <a:lnTo>
                    <a:pt x="4867291" y="579542"/>
                  </a:lnTo>
                  <a:lnTo>
                    <a:pt x="4867385" y="579542"/>
                  </a:lnTo>
                  <a:lnTo>
                    <a:pt x="4867479" y="579542"/>
                  </a:lnTo>
                  <a:lnTo>
                    <a:pt x="4867574" y="579542"/>
                  </a:lnTo>
                  <a:lnTo>
                    <a:pt x="4867668" y="579542"/>
                  </a:lnTo>
                  <a:lnTo>
                    <a:pt x="4867762" y="579542"/>
                  </a:lnTo>
                  <a:lnTo>
                    <a:pt x="4867856" y="579542"/>
                  </a:lnTo>
                  <a:lnTo>
                    <a:pt x="4867950" y="579542"/>
                  </a:lnTo>
                  <a:lnTo>
                    <a:pt x="4868044" y="579542"/>
                  </a:lnTo>
                  <a:lnTo>
                    <a:pt x="4868138" y="579542"/>
                  </a:lnTo>
                  <a:lnTo>
                    <a:pt x="4868233" y="579542"/>
                  </a:lnTo>
                  <a:lnTo>
                    <a:pt x="4868327" y="579542"/>
                  </a:lnTo>
                  <a:lnTo>
                    <a:pt x="4868421" y="579542"/>
                  </a:lnTo>
                  <a:lnTo>
                    <a:pt x="4868515" y="579542"/>
                  </a:lnTo>
                  <a:lnTo>
                    <a:pt x="4868609" y="579542"/>
                  </a:lnTo>
                  <a:lnTo>
                    <a:pt x="4868703" y="579542"/>
                  </a:lnTo>
                  <a:lnTo>
                    <a:pt x="4868798" y="579542"/>
                  </a:lnTo>
                  <a:lnTo>
                    <a:pt x="4868892" y="579542"/>
                  </a:lnTo>
                  <a:lnTo>
                    <a:pt x="4868986" y="579542"/>
                  </a:lnTo>
                  <a:lnTo>
                    <a:pt x="4869080" y="579542"/>
                  </a:lnTo>
                  <a:lnTo>
                    <a:pt x="4869174" y="579542"/>
                  </a:lnTo>
                  <a:lnTo>
                    <a:pt x="4869268" y="579542"/>
                  </a:lnTo>
                  <a:lnTo>
                    <a:pt x="4869362" y="579542"/>
                  </a:lnTo>
                  <a:lnTo>
                    <a:pt x="4869457" y="579542"/>
                  </a:lnTo>
                  <a:lnTo>
                    <a:pt x="4869551" y="579542"/>
                  </a:lnTo>
                  <a:lnTo>
                    <a:pt x="4869645" y="579542"/>
                  </a:lnTo>
                  <a:lnTo>
                    <a:pt x="4869739" y="579542"/>
                  </a:lnTo>
                  <a:lnTo>
                    <a:pt x="4869833" y="579542"/>
                  </a:lnTo>
                  <a:lnTo>
                    <a:pt x="4869927" y="579542"/>
                  </a:lnTo>
                  <a:lnTo>
                    <a:pt x="4870021" y="579542"/>
                  </a:lnTo>
                  <a:lnTo>
                    <a:pt x="4870116" y="579542"/>
                  </a:lnTo>
                  <a:lnTo>
                    <a:pt x="4870210" y="579542"/>
                  </a:lnTo>
                  <a:lnTo>
                    <a:pt x="4870304" y="579542"/>
                  </a:lnTo>
                  <a:lnTo>
                    <a:pt x="4870398" y="579542"/>
                  </a:lnTo>
                  <a:lnTo>
                    <a:pt x="4870492" y="579542"/>
                  </a:lnTo>
                  <a:lnTo>
                    <a:pt x="4870586" y="579542"/>
                  </a:lnTo>
                  <a:lnTo>
                    <a:pt x="4870681" y="579542"/>
                  </a:lnTo>
                  <a:lnTo>
                    <a:pt x="4870775" y="579542"/>
                  </a:lnTo>
                  <a:lnTo>
                    <a:pt x="4870869" y="579542"/>
                  </a:lnTo>
                  <a:lnTo>
                    <a:pt x="4870963" y="579542"/>
                  </a:lnTo>
                  <a:lnTo>
                    <a:pt x="4871057" y="579542"/>
                  </a:lnTo>
                  <a:lnTo>
                    <a:pt x="4871151" y="579542"/>
                  </a:lnTo>
                  <a:lnTo>
                    <a:pt x="4871245" y="579542"/>
                  </a:lnTo>
                  <a:lnTo>
                    <a:pt x="4871340" y="579542"/>
                  </a:lnTo>
                  <a:lnTo>
                    <a:pt x="4871434" y="579542"/>
                  </a:lnTo>
                  <a:lnTo>
                    <a:pt x="4871528" y="579542"/>
                  </a:lnTo>
                  <a:lnTo>
                    <a:pt x="4871622" y="579542"/>
                  </a:lnTo>
                  <a:lnTo>
                    <a:pt x="4871716" y="579542"/>
                  </a:lnTo>
                  <a:lnTo>
                    <a:pt x="4871810" y="579542"/>
                  </a:lnTo>
                  <a:lnTo>
                    <a:pt x="4871905" y="579542"/>
                  </a:lnTo>
                  <a:lnTo>
                    <a:pt x="4871999" y="579542"/>
                  </a:lnTo>
                  <a:lnTo>
                    <a:pt x="4872093" y="579542"/>
                  </a:lnTo>
                  <a:lnTo>
                    <a:pt x="4872187" y="579542"/>
                  </a:lnTo>
                  <a:lnTo>
                    <a:pt x="4872281" y="579542"/>
                  </a:lnTo>
                  <a:lnTo>
                    <a:pt x="4872375" y="579542"/>
                  </a:lnTo>
                  <a:lnTo>
                    <a:pt x="4872469" y="579542"/>
                  </a:lnTo>
                  <a:lnTo>
                    <a:pt x="4872564" y="579542"/>
                  </a:lnTo>
                  <a:lnTo>
                    <a:pt x="4872658" y="579542"/>
                  </a:lnTo>
                  <a:lnTo>
                    <a:pt x="4872752" y="579542"/>
                  </a:lnTo>
                  <a:lnTo>
                    <a:pt x="4872846" y="579542"/>
                  </a:lnTo>
                  <a:lnTo>
                    <a:pt x="4872940" y="579542"/>
                  </a:lnTo>
                  <a:lnTo>
                    <a:pt x="4873034" y="579542"/>
                  </a:lnTo>
                  <a:lnTo>
                    <a:pt x="4873129" y="579542"/>
                  </a:lnTo>
                  <a:lnTo>
                    <a:pt x="4873223" y="579542"/>
                  </a:lnTo>
                  <a:lnTo>
                    <a:pt x="4873317" y="579542"/>
                  </a:lnTo>
                  <a:lnTo>
                    <a:pt x="4873411" y="579542"/>
                  </a:lnTo>
                  <a:lnTo>
                    <a:pt x="4873505" y="579542"/>
                  </a:lnTo>
                  <a:lnTo>
                    <a:pt x="4873599" y="579542"/>
                  </a:lnTo>
                  <a:lnTo>
                    <a:pt x="4873693" y="579542"/>
                  </a:lnTo>
                  <a:lnTo>
                    <a:pt x="4873788" y="579542"/>
                  </a:lnTo>
                  <a:lnTo>
                    <a:pt x="4873882" y="579542"/>
                  </a:lnTo>
                  <a:lnTo>
                    <a:pt x="4873976" y="579542"/>
                  </a:lnTo>
                  <a:lnTo>
                    <a:pt x="4874070" y="579542"/>
                  </a:lnTo>
                  <a:lnTo>
                    <a:pt x="4874164" y="579542"/>
                  </a:lnTo>
                  <a:lnTo>
                    <a:pt x="4874258" y="579542"/>
                  </a:lnTo>
                  <a:lnTo>
                    <a:pt x="4874352" y="579542"/>
                  </a:lnTo>
                  <a:lnTo>
                    <a:pt x="4874447" y="579542"/>
                  </a:lnTo>
                  <a:lnTo>
                    <a:pt x="4874447" y="574630"/>
                  </a:lnTo>
                  <a:lnTo>
                    <a:pt x="4874541" y="574630"/>
                  </a:lnTo>
                  <a:lnTo>
                    <a:pt x="4874635" y="574630"/>
                  </a:lnTo>
                  <a:lnTo>
                    <a:pt x="4874729" y="574630"/>
                  </a:lnTo>
                  <a:lnTo>
                    <a:pt x="4874823" y="574630"/>
                  </a:lnTo>
                  <a:lnTo>
                    <a:pt x="4874917" y="574630"/>
                  </a:lnTo>
                  <a:lnTo>
                    <a:pt x="4875012" y="574630"/>
                  </a:lnTo>
                  <a:lnTo>
                    <a:pt x="4875106" y="574630"/>
                  </a:lnTo>
                  <a:lnTo>
                    <a:pt x="4875200" y="574630"/>
                  </a:lnTo>
                  <a:lnTo>
                    <a:pt x="4875294" y="574630"/>
                  </a:lnTo>
                  <a:lnTo>
                    <a:pt x="4875388" y="574630"/>
                  </a:lnTo>
                  <a:lnTo>
                    <a:pt x="4875482" y="574630"/>
                  </a:lnTo>
                  <a:lnTo>
                    <a:pt x="4875576" y="574630"/>
                  </a:lnTo>
                  <a:lnTo>
                    <a:pt x="4875671" y="574630"/>
                  </a:lnTo>
                  <a:lnTo>
                    <a:pt x="4875765" y="574630"/>
                  </a:lnTo>
                  <a:lnTo>
                    <a:pt x="4875859" y="574630"/>
                  </a:lnTo>
                  <a:lnTo>
                    <a:pt x="4875953" y="574630"/>
                  </a:lnTo>
                  <a:lnTo>
                    <a:pt x="4876047" y="574630"/>
                  </a:lnTo>
                  <a:lnTo>
                    <a:pt x="4876141" y="574630"/>
                  </a:lnTo>
                  <a:lnTo>
                    <a:pt x="4876236" y="574630"/>
                  </a:lnTo>
                  <a:lnTo>
                    <a:pt x="4876330" y="574630"/>
                  </a:lnTo>
                  <a:lnTo>
                    <a:pt x="4876424" y="574630"/>
                  </a:lnTo>
                  <a:lnTo>
                    <a:pt x="4876518" y="574630"/>
                  </a:lnTo>
                  <a:lnTo>
                    <a:pt x="4876612" y="574630"/>
                  </a:lnTo>
                  <a:lnTo>
                    <a:pt x="4876706" y="574630"/>
                  </a:lnTo>
                  <a:lnTo>
                    <a:pt x="4876800" y="574630"/>
                  </a:lnTo>
                  <a:lnTo>
                    <a:pt x="4876895" y="574630"/>
                  </a:lnTo>
                  <a:lnTo>
                    <a:pt x="4876989" y="574630"/>
                  </a:lnTo>
                  <a:lnTo>
                    <a:pt x="4877083" y="574630"/>
                  </a:lnTo>
                  <a:lnTo>
                    <a:pt x="4877177" y="574630"/>
                  </a:lnTo>
                  <a:lnTo>
                    <a:pt x="4877271" y="574630"/>
                  </a:lnTo>
                  <a:lnTo>
                    <a:pt x="4877365" y="574630"/>
                  </a:lnTo>
                  <a:lnTo>
                    <a:pt x="4877365" y="569719"/>
                  </a:lnTo>
                  <a:lnTo>
                    <a:pt x="4877460" y="569719"/>
                  </a:lnTo>
                  <a:lnTo>
                    <a:pt x="4877554" y="569719"/>
                  </a:lnTo>
                  <a:lnTo>
                    <a:pt x="4877648" y="569719"/>
                  </a:lnTo>
                  <a:lnTo>
                    <a:pt x="4877742" y="569719"/>
                  </a:lnTo>
                  <a:lnTo>
                    <a:pt x="4877836" y="569719"/>
                  </a:lnTo>
                  <a:lnTo>
                    <a:pt x="4877930" y="569719"/>
                  </a:lnTo>
                  <a:lnTo>
                    <a:pt x="4878024" y="569719"/>
                  </a:lnTo>
                  <a:lnTo>
                    <a:pt x="4878119" y="569719"/>
                  </a:lnTo>
                  <a:lnTo>
                    <a:pt x="4878213" y="569719"/>
                  </a:lnTo>
                  <a:lnTo>
                    <a:pt x="4878307" y="569719"/>
                  </a:lnTo>
                  <a:lnTo>
                    <a:pt x="4878401" y="569719"/>
                  </a:lnTo>
                  <a:lnTo>
                    <a:pt x="4878495" y="569719"/>
                  </a:lnTo>
                  <a:lnTo>
                    <a:pt x="4878589" y="569719"/>
                  </a:lnTo>
                  <a:lnTo>
                    <a:pt x="4878683" y="569719"/>
                  </a:lnTo>
                  <a:lnTo>
                    <a:pt x="4878778" y="569719"/>
                  </a:lnTo>
                  <a:lnTo>
                    <a:pt x="4878872" y="569719"/>
                  </a:lnTo>
                  <a:lnTo>
                    <a:pt x="4878966" y="569719"/>
                  </a:lnTo>
                  <a:lnTo>
                    <a:pt x="4879060" y="569719"/>
                  </a:lnTo>
                  <a:lnTo>
                    <a:pt x="4879154" y="569719"/>
                  </a:lnTo>
                  <a:lnTo>
                    <a:pt x="4879248" y="569719"/>
                  </a:lnTo>
                  <a:lnTo>
                    <a:pt x="4879343" y="569719"/>
                  </a:lnTo>
                  <a:lnTo>
                    <a:pt x="4879437" y="569719"/>
                  </a:lnTo>
                  <a:lnTo>
                    <a:pt x="4879531" y="569719"/>
                  </a:lnTo>
                  <a:lnTo>
                    <a:pt x="4879625" y="569719"/>
                  </a:lnTo>
                  <a:lnTo>
                    <a:pt x="4879719" y="569719"/>
                  </a:lnTo>
                  <a:lnTo>
                    <a:pt x="4879813" y="569719"/>
                  </a:lnTo>
                  <a:lnTo>
                    <a:pt x="4879907" y="569719"/>
                  </a:lnTo>
                  <a:lnTo>
                    <a:pt x="4880002" y="569719"/>
                  </a:lnTo>
                  <a:lnTo>
                    <a:pt x="4880096" y="569719"/>
                  </a:lnTo>
                  <a:lnTo>
                    <a:pt x="4880190" y="569719"/>
                  </a:lnTo>
                  <a:lnTo>
                    <a:pt x="4880284" y="569719"/>
                  </a:lnTo>
                  <a:lnTo>
                    <a:pt x="4880378" y="569719"/>
                  </a:lnTo>
                  <a:lnTo>
                    <a:pt x="4880472" y="569719"/>
                  </a:lnTo>
                  <a:lnTo>
                    <a:pt x="4880567" y="569719"/>
                  </a:lnTo>
                  <a:lnTo>
                    <a:pt x="4880661" y="569719"/>
                  </a:lnTo>
                  <a:lnTo>
                    <a:pt x="4880755" y="569719"/>
                  </a:lnTo>
                  <a:lnTo>
                    <a:pt x="4880849" y="569719"/>
                  </a:lnTo>
                  <a:lnTo>
                    <a:pt x="4880943" y="569719"/>
                  </a:lnTo>
                  <a:lnTo>
                    <a:pt x="4881037" y="569719"/>
                  </a:lnTo>
                  <a:lnTo>
                    <a:pt x="4881131" y="569719"/>
                  </a:lnTo>
                  <a:lnTo>
                    <a:pt x="4881226" y="569719"/>
                  </a:lnTo>
                  <a:lnTo>
                    <a:pt x="4881320" y="569719"/>
                  </a:lnTo>
                  <a:lnTo>
                    <a:pt x="4881414" y="569719"/>
                  </a:lnTo>
                  <a:lnTo>
                    <a:pt x="4881508" y="569719"/>
                  </a:lnTo>
                  <a:lnTo>
                    <a:pt x="4881602" y="569719"/>
                  </a:lnTo>
                  <a:lnTo>
                    <a:pt x="4881696" y="569719"/>
                  </a:lnTo>
                  <a:lnTo>
                    <a:pt x="4881791" y="569719"/>
                  </a:lnTo>
                  <a:lnTo>
                    <a:pt x="4881885" y="569719"/>
                  </a:lnTo>
                  <a:lnTo>
                    <a:pt x="4881979" y="569719"/>
                  </a:lnTo>
                  <a:lnTo>
                    <a:pt x="4882073" y="569719"/>
                  </a:lnTo>
                  <a:lnTo>
                    <a:pt x="4882167" y="569719"/>
                  </a:lnTo>
                  <a:lnTo>
                    <a:pt x="4882261" y="569719"/>
                  </a:lnTo>
                  <a:lnTo>
                    <a:pt x="4882355" y="569719"/>
                  </a:lnTo>
                  <a:lnTo>
                    <a:pt x="4882450" y="569719"/>
                  </a:lnTo>
                  <a:lnTo>
                    <a:pt x="4882544" y="569719"/>
                  </a:lnTo>
                  <a:lnTo>
                    <a:pt x="4882638" y="569719"/>
                  </a:lnTo>
                  <a:lnTo>
                    <a:pt x="4882732" y="569719"/>
                  </a:lnTo>
                  <a:lnTo>
                    <a:pt x="4882826" y="569719"/>
                  </a:lnTo>
                  <a:lnTo>
                    <a:pt x="4882920" y="569719"/>
                  </a:lnTo>
                  <a:lnTo>
                    <a:pt x="4883014" y="569719"/>
                  </a:lnTo>
                  <a:lnTo>
                    <a:pt x="4883109" y="569719"/>
                  </a:lnTo>
                  <a:lnTo>
                    <a:pt x="4883203" y="569719"/>
                  </a:lnTo>
                  <a:lnTo>
                    <a:pt x="4883203" y="564808"/>
                  </a:lnTo>
                  <a:lnTo>
                    <a:pt x="4883297" y="564808"/>
                  </a:lnTo>
                  <a:lnTo>
                    <a:pt x="4883391" y="564808"/>
                  </a:lnTo>
                  <a:lnTo>
                    <a:pt x="4883485" y="564808"/>
                  </a:lnTo>
                  <a:lnTo>
                    <a:pt x="4883579" y="564808"/>
                  </a:lnTo>
                  <a:lnTo>
                    <a:pt x="4883674" y="564808"/>
                  </a:lnTo>
                  <a:lnTo>
                    <a:pt x="4883768" y="564808"/>
                  </a:lnTo>
                  <a:lnTo>
                    <a:pt x="4883862" y="564808"/>
                  </a:lnTo>
                  <a:lnTo>
                    <a:pt x="4883956" y="564808"/>
                  </a:lnTo>
                  <a:lnTo>
                    <a:pt x="4884050" y="564808"/>
                  </a:lnTo>
                  <a:lnTo>
                    <a:pt x="4884144" y="564808"/>
                  </a:lnTo>
                  <a:lnTo>
                    <a:pt x="4884238" y="564808"/>
                  </a:lnTo>
                  <a:lnTo>
                    <a:pt x="4884333" y="564808"/>
                  </a:lnTo>
                  <a:lnTo>
                    <a:pt x="4884427" y="564808"/>
                  </a:lnTo>
                  <a:lnTo>
                    <a:pt x="4884521" y="564808"/>
                  </a:lnTo>
                  <a:lnTo>
                    <a:pt x="4884615" y="564808"/>
                  </a:lnTo>
                  <a:lnTo>
                    <a:pt x="4884709" y="564808"/>
                  </a:lnTo>
                  <a:lnTo>
                    <a:pt x="4884803" y="564808"/>
                  </a:lnTo>
                  <a:lnTo>
                    <a:pt x="4884898" y="564808"/>
                  </a:lnTo>
                  <a:lnTo>
                    <a:pt x="4884992" y="564808"/>
                  </a:lnTo>
                  <a:lnTo>
                    <a:pt x="4885086" y="564808"/>
                  </a:lnTo>
                  <a:lnTo>
                    <a:pt x="4885180" y="564808"/>
                  </a:lnTo>
                  <a:lnTo>
                    <a:pt x="4885274" y="564808"/>
                  </a:lnTo>
                  <a:lnTo>
                    <a:pt x="4885368" y="564808"/>
                  </a:lnTo>
                  <a:lnTo>
                    <a:pt x="4885462" y="564808"/>
                  </a:lnTo>
                  <a:lnTo>
                    <a:pt x="4885557" y="564808"/>
                  </a:lnTo>
                  <a:lnTo>
                    <a:pt x="4885651" y="564808"/>
                  </a:lnTo>
                  <a:lnTo>
                    <a:pt x="4885745" y="564808"/>
                  </a:lnTo>
                  <a:lnTo>
                    <a:pt x="4885839" y="564808"/>
                  </a:lnTo>
                  <a:lnTo>
                    <a:pt x="4885933" y="564808"/>
                  </a:lnTo>
                  <a:lnTo>
                    <a:pt x="4886027" y="564808"/>
                  </a:lnTo>
                  <a:lnTo>
                    <a:pt x="4886122" y="564808"/>
                  </a:lnTo>
                  <a:lnTo>
                    <a:pt x="4886216" y="564808"/>
                  </a:lnTo>
                  <a:lnTo>
                    <a:pt x="4886310" y="564808"/>
                  </a:lnTo>
                  <a:lnTo>
                    <a:pt x="4886404" y="564808"/>
                  </a:lnTo>
                  <a:lnTo>
                    <a:pt x="4886498" y="564808"/>
                  </a:lnTo>
                  <a:lnTo>
                    <a:pt x="4886592" y="564808"/>
                  </a:lnTo>
                  <a:lnTo>
                    <a:pt x="4886686" y="564808"/>
                  </a:lnTo>
                  <a:lnTo>
                    <a:pt x="4886781" y="564808"/>
                  </a:lnTo>
                  <a:lnTo>
                    <a:pt x="4886875" y="564808"/>
                  </a:lnTo>
                  <a:lnTo>
                    <a:pt x="4886969" y="564808"/>
                  </a:lnTo>
                  <a:lnTo>
                    <a:pt x="4887063" y="564808"/>
                  </a:lnTo>
                  <a:lnTo>
                    <a:pt x="4887157" y="564808"/>
                  </a:lnTo>
                  <a:lnTo>
                    <a:pt x="4887251" y="564808"/>
                  </a:lnTo>
                  <a:lnTo>
                    <a:pt x="4887345" y="564808"/>
                  </a:lnTo>
                  <a:lnTo>
                    <a:pt x="4887440" y="564808"/>
                  </a:lnTo>
                  <a:lnTo>
                    <a:pt x="4887534" y="564808"/>
                  </a:lnTo>
                  <a:lnTo>
                    <a:pt x="4887628" y="564808"/>
                  </a:lnTo>
                  <a:lnTo>
                    <a:pt x="4887722" y="564808"/>
                  </a:lnTo>
                  <a:lnTo>
                    <a:pt x="4887722" y="559896"/>
                  </a:lnTo>
                  <a:lnTo>
                    <a:pt x="4887816" y="559896"/>
                  </a:lnTo>
                  <a:lnTo>
                    <a:pt x="4887910" y="559896"/>
                  </a:lnTo>
                  <a:lnTo>
                    <a:pt x="4888005" y="559896"/>
                  </a:lnTo>
                  <a:lnTo>
                    <a:pt x="4888099" y="559896"/>
                  </a:lnTo>
                  <a:lnTo>
                    <a:pt x="4888193" y="559896"/>
                  </a:lnTo>
                  <a:lnTo>
                    <a:pt x="4888287" y="559896"/>
                  </a:lnTo>
                  <a:lnTo>
                    <a:pt x="4888381" y="559896"/>
                  </a:lnTo>
                  <a:lnTo>
                    <a:pt x="4888475" y="559896"/>
                  </a:lnTo>
                  <a:lnTo>
                    <a:pt x="4888569" y="559896"/>
                  </a:lnTo>
                  <a:lnTo>
                    <a:pt x="4888664" y="559896"/>
                  </a:lnTo>
                  <a:lnTo>
                    <a:pt x="4888758" y="559896"/>
                  </a:lnTo>
                  <a:lnTo>
                    <a:pt x="4888852" y="559896"/>
                  </a:lnTo>
                  <a:lnTo>
                    <a:pt x="4888946" y="559896"/>
                  </a:lnTo>
                  <a:lnTo>
                    <a:pt x="4889040" y="559896"/>
                  </a:lnTo>
                  <a:lnTo>
                    <a:pt x="4889134" y="559896"/>
                  </a:lnTo>
                  <a:lnTo>
                    <a:pt x="4889229" y="559896"/>
                  </a:lnTo>
                  <a:lnTo>
                    <a:pt x="4889323" y="559896"/>
                  </a:lnTo>
                  <a:lnTo>
                    <a:pt x="4889417" y="559896"/>
                  </a:lnTo>
                  <a:lnTo>
                    <a:pt x="4889511" y="559896"/>
                  </a:lnTo>
                  <a:lnTo>
                    <a:pt x="4889605" y="559896"/>
                  </a:lnTo>
                  <a:lnTo>
                    <a:pt x="4889699" y="559896"/>
                  </a:lnTo>
                  <a:lnTo>
                    <a:pt x="4889793" y="559896"/>
                  </a:lnTo>
                  <a:lnTo>
                    <a:pt x="4889888" y="559896"/>
                  </a:lnTo>
                  <a:lnTo>
                    <a:pt x="4889982" y="559896"/>
                  </a:lnTo>
                  <a:lnTo>
                    <a:pt x="4890076" y="559896"/>
                  </a:lnTo>
                  <a:lnTo>
                    <a:pt x="4890170" y="559896"/>
                  </a:lnTo>
                  <a:lnTo>
                    <a:pt x="4890264" y="559896"/>
                  </a:lnTo>
                  <a:lnTo>
                    <a:pt x="4890358" y="559896"/>
                  </a:lnTo>
                  <a:lnTo>
                    <a:pt x="4890453" y="559896"/>
                  </a:lnTo>
                  <a:lnTo>
                    <a:pt x="4890547" y="559896"/>
                  </a:lnTo>
                  <a:lnTo>
                    <a:pt x="4890641" y="559896"/>
                  </a:lnTo>
                  <a:lnTo>
                    <a:pt x="4890735" y="559896"/>
                  </a:lnTo>
                  <a:lnTo>
                    <a:pt x="4890829" y="559896"/>
                  </a:lnTo>
                  <a:lnTo>
                    <a:pt x="4890923" y="559896"/>
                  </a:lnTo>
                  <a:lnTo>
                    <a:pt x="4891017" y="559896"/>
                  </a:lnTo>
                  <a:lnTo>
                    <a:pt x="4891112" y="559896"/>
                  </a:lnTo>
                  <a:lnTo>
                    <a:pt x="4891206" y="559896"/>
                  </a:lnTo>
                  <a:lnTo>
                    <a:pt x="4891300" y="559896"/>
                  </a:lnTo>
                  <a:lnTo>
                    <a:pt x="4891394" y="559896"/>
                  </a:lnTo>
                  <a:lnTo>
                    <a:pt x="4891488" y="559896"/>
                  </a:lnTo>
                  <a:lnTo>
                    <a:pt x="4891582" y="559896"/>
                  </a:lnTo>
                  <a:lnTo>
                    <a:pt x="4891676" y="559896"/>
                  </a:lnTo>
                  <a:lnTo>
                    <a:pt x="4891771" y="559896"/>
                  </a:lnTo>
                  <a:lnTo>
                    <a:pt x="4891865" y="559896"/>
                  </a:lnTo>
                  <a:lnTo>
                    <a:pt x="4891959" y="559896"/>
                  </a:lnTo>
                  <a:lnTo>
                    <a:pt x="4892053" y="559896"/>
                  </a:lnTo>
                  <a:lnTo>
                    <a:pt x="4892147" y="559896"/>
                  </a:lnTo>
                  <a:lnTo>
                    <a:pt x="4892241" y="559896"/>
                  </a:lnTo>
                  <a:lnTo>
                    <a:pt x="4892336" y="559896"/>
                  </a:lnTo>
                  <a:lnTo>
                    <a:pt x="4892430" y="559896"/>
                  </a:lnTo>
                  <a:lnTo>
                    <a:pt x="4892524" y="559896"/>
                  </a:lnTo>
                  <a:lnTo>
                    <a:pt x="4892618" y="559896"/>
                  </a:lnTo>
                  <a:lnTo>
                    <a:pt x="4892712" y="559896"/>
                  </a:lnTo>
                  <a:lnTo>
                    <a:pt x="4892806" y="559896"/>
                  </a:lnTo>
                  <a:lnTo>
                    <a:pt x="4892900" y="559896"/>
                  </a:lnTo>
                  <a:lnTo>
                    <a:pt x="4892995" y="559896"/>
                  </a:lnTo>
                  <a:lnTo>
                    <a:pt x="4893089" y="559896"/>
                  </a:lnTo>
                  <a:lnTo>
                    <a:pt x="4893183" y="559896"/>
                  </a:lnTo>
                  <a:lnTo>
                    <a:pt x="4893277" y="559896"/>
                  </a:lnTo>
                  <a:lnTo>
                    <a:pt x="4893371" y="559896"/>
                  </a:lnTo>
                  <a:lnTo>
                    <a:pt x="4893465" y="559896"/>
                  </a:lnTo>
                  <a:lnTo>
                    <a:pt x="4893560" y="559896"/>
                  </a:lnTo>
                  <a:lnTo>
                    <a:pt x="4893654" y="559896"/>
                  </a:lnTo>
                  <a:lnTo>
                    <a:pt x="4893748" y="559896"/>
                  </a:lnTo>
                  <a:lnTo>
                    <a:pt x="4893842" y="559896"/>
                  </a:lnTo>
                  <a:lnTo>
                    <a:pt x="4893936" y="559896"/>
                  </a:lnTo>
                  <a:lnTo>
                    <a:pt x="4894030" y="559896"/>
                  </a:lnTo>
                  <a:lnTo>
                    <a:pt x="4894124" y="559896"/>
                  </a:lnTo>
                  <a:lnTo>
                    <a:pt x="4894219" y="559896"/>
                  </a:lnTo>
                  <a:lnTo>
                    <a:pt x="4894313" y="559896"/>
                  </a:lnTo>
                  <a:lnTo>
                    <a:pt x="4894407" y="559896"/>
                  </a:lnTo>
                  <a:lnTo>
                    <a:pt x="4894501" y="559896"/>
                  </a:lnTo>
                  <a:lnTo>
                    <a:pt x="4894595" y="559896"/>
                  </a:lnTo>
                  <a:lnTo>
                    <a:pt x="4894689" y="559896"/>
                  </a:lnTo>
                  <a:lnTo>
                    <a:pt x="4894784" y="559896"/>
                  </a:lnTo>
                  <a:lnTo>
                    <a:pt x="4894878" y="559896"/>
                  </a:lnTo>
                  <a:lnTo>
                    <a:pt x="4894972" y="559896"/>
                  </a:lnTo>
                  <a:lnTo>
                    <a:pt x="4895066" y="559896"/>
                  </a:lnTo>
                  <a:lnTo>
                    <a:pt x="4895160" y="559896"/>
                  </a:lnTo>
                  <a:lnTo>
                    <a:pt x="4895254" y="559896"/>
                  </a:lnTo>
                  <a:lnTo>
                    <a:pt x="4895348" y="559896"/>
                  </a:lnTo>
                  <a:lnTo>
                    <a:pt x="4895443" y="559896"/>
                  </a:lnTo>
                  <a:lnTo>
                    <a:pt x="4895537" y="559896"/>
                  </a:lnTo>
                  <a:lnTo>
                    <a:pt x="4895631" y="559896"/>
                  </a:lnTo>
                  <a:lnTo>
                    <a:pt x="4895725" y="559896"/>
                  </a:lnTo>
                  <a:lnTo>
                    <a:pt x="4895819" y="559896"/>
                  </a:lnTo>
                  <a:lnTo>
                    <a:pt x="4895913" y="559896"/>
                  </a:lnTo>
                  <a:lnTo>
                    <a:pt x="4896007" y="559896"/>
                  </a:lnTo>
                  <a:lnTo>
                    <a:pt x="4896102" y="559896"/>
                  </a:lnTo>
                  <a:lnTo>
                    <a:pt x="4896196" y="559896"/>
                  </a:lnTo>
                  <a:lnTo>
                    <a:pt x="4896290" y="559896"/>
                  </a:lnTo>
                  <a:lnTo>
                    <a:pt x="4896384" y="559896"/>
                  </a:lnTo>
                  <a:lnTo>
                    <a:pt x="4896478" y="559896"/>
                  </a:lnTo>
                  <a:lnTo>
                    <a:pt x="4896572" y="559896"/>
                  </a:lnTo>
                  <a:lnTo>
                    <a:pt x="4896667" y="559896"/>
                  </a:lnTo>
                  <a:lnTo>
                    <a:pt x="4896761" y="559896"/>
                  </a:lnTo>
                  <a:lnTo>
                    <a:pt x="4896855" y="559896"/>
                  </a:lnTo>
                  <a:lnTo>
                    <a:pt x="4896949" y="559896"/>
                  </a:lnTo>
                  <a:lnTo>
                    <a:pt x="4897043" y="559896"/>
                  </a:lnTo>
                  <a:lnTo>
                    <a:pt x="4897137" y="559896"/>
                  </a:lnTo>
                  <a:lnTo>
                    <a:pt x="4897231" y="559896"/>
                  </a:lnTo>
                  <a:lnTo>
                    <a:pt x="4897326" y="559896"/>
                  </a:lnTo>
                  <a:lnTo>
                    <a:pt x="4897420" y="559896"/>
                  </a:lnTo>
                  <a:lnTo>
                    <a:pt x="4897514" y="559896"/>
                  </a:lnTo>
                  <a:lnTo>
                    <a:pt x="4897608" y="559896"/>
                  </a:lnTo>
                  <a:lnTo>
                    <a:pt x="4897702" y="559896"/>
                  </a:lnTo>
                  <a:lnTo>
                    <a:pt x="4897796" y="559896"/>
                  </a:lnTo>
                  <a:lnTo>
                    <a:pt x="4897891" y="559896"/>
                  </a:lnTo>
                  <a:lnTo>
                    <a:pt x="4897985" y="559896"/>
                  </a:lnTo>
                  <a:lnTo>
                    <a:pt x="4897985" y="554985"/>
                  </a:lnTo>
                  <a:lnTo>
                    <a:pt x="4898079" y="554985"/>
                  </a:lnTo>
                  <a:lnTo>
                    <a:pt x="4898173" y="554985"/>
                  </a:lnTo>
                  <a:lnTo>
                    <a:pt x="4898267" y="554985"/>
                  </a:lnTo>
                  <a:lnTo>
                    <a:pt x="4898361" y="554985"/>
                  </a:lnTo>
                  <a:lnTo>
                    <a:pt x="4898455" y="554985"/>
                  </a:lnTo>
                  <a:lnTo>
                    <a:pt x="4898550" y="554985"/>
                  </a:lnTo>
                  <a:lnTo>
                    <a:pt x="4898644" y="554985"/>
                  </a:lnTo>
                  <a:lnTo>
                    <a:pt x="4898738" y="554985"/>
                  </a:lnTo>
                  <a:lnTo>
                    <a:pt x="4898832" y="554985"/>
                  </a:lnTo>
                  <a:lnTo>
                    <a:pt x="4898926" y="554985"/>
                  </a:lnTo>
                  <a:lnTo>
                    <a:pt x="4899020" y="554985"/>
                  </a:lnTo>
                  <a:lnTo>
                    <a:pt x="4899115" y="554985"/>
                  </a:lnTo>
                  <a:lnTo>
                    <a:pt x="4899209" y="554985"/>
                  </a:lnTo>
                  <a:lnTo>
                    <a:pt x="4899303" y="554985"/>
                  </a:lnTo>
                  <a:lnTo>
                    <a:pt x="4899397" y="554985"/>
                  </a:lnTo>
                  <a:lnTo>
                    <a:pt x="4899491" y="554985"/>
                  </a:lnTo>
                  <a:lnTo>
                    <a:pt x="4899585" y="554985"/>
                  </a:lnTo>
                  <a:lnTo>
                    <a:pt x="4899679" y="554985"/>
                  </a:lnTo>
                  <a:lnTo>
                    <a:pt x="4899774" y="554985"/>
                  </a:lnTo>
                  <a:lnTo>
                    <a:pt x="4899868" y="554985"/>
                  </a:lnTo>
                  <a:lnTo>
                    <a:pt x="4899962" y="554985"/>
                  </a:lnTo>
                  <a:lnTo>
                    <a:pt x="4900056" y="554985"/>
                  </a:lnTo>
                  <a:lnTo>
                    <a:pt x="4900150" y="554985"/>
                  </a:lnTo>
                  <a:lnTo>
                    <a:pt x="4900244" y="554985"/>
                  </a:lnTo>
                  <a:lnTo>
                    <a:pt x="4900338" y="554985"/>
                  </a:lnTo>
                  <a:lnTo>
                    <a:pt x="4900433" y="554985"/>
                  </a:lnTo>
                  <a:lnTo>
                    <a:pt x="4900527" y="554985"/>
                  </a:lnTo>
                  <a:lnTo>
                    <a:pt x="4900621" y="554985"/>
                  </a:lnTo>
                  <a:lnTo>
                    <a:pt x="4900715" y="554985"/>
                  </a:lnTo>
                  <a:lnTo>
                    <a:pt x="4900809" y="554985"/>
                  </a:lnTo>
                  <a:lnTo>
                    <a:pt x="4900903" y="554985"/>
                  </a:lnTo>
                  <a:lnTo>
                    <a:pt x="4900998" y="554985"/>
                  </a:lnTo>
                  <a:lnTo>
                    <a:pt x="4901092" y="554985"/>
                  </a:lnTo>
                  <a:lnTo>
                    <a:pt x="4901186" y="554985"/>
                  </a:lnTo>
                  <a:lnTo>
                    <a:pt x="4901280" y="554985"/>
                  </a:lnTo>
                  <a:lnTo>
                    <a:pt x="4901374" y="554985"/>
                  </a:lnTo>
                  <a:lnTo>
                    <a:pt x="4901468" y="554985"/>
                  </a:lnTo>
                  <a:lnTo>
                    <a:pt x="4901468" y="550073"/>
                  </a:lnTo>
                  <a:lnTo>
                    <a:pt x="4901562" y="550073"/>
                  </a:lnTo>
                  <a:lnTo>
                    <a:pt x="4901657" y="550073"/>
                  </a:lnTo>
                  <a:lnTo>
                    <a:pt x="4901751" y="550073"/>
                  </a:lnTo>
                  <a:lnTo>
                    <a:pt x="4901845" y="550073"/>
                  </a:lnTo>
                  <a:lnTo>
                    <a:pt x="4901939" y="550073"/>
                  </a:lnTo>
                  <a:lnTo>
                    <a:pt x="4902033" y="550073"/>
                  </a:lnTo>
                  <a:lnTo>
                    <a:pt x="4902127" y="550073"/>
                  </a:lnTo>
                  <a:lnTo>
                    <a:pt x="4902222" y="550073"/>
                  </a:lnTo>
                  <a:lnTo>
                    <a:pt x="4902316" y="550073"/>
                  </a:lnTo>
                  <a:lnTo>
                    <a:pt x="4902410" y="550073"/>
                  </a:lnTo>
                  <a:lnTo>
                    <a:pt x="4902410" y="545162"/>
                  </a:lnTo>
                  <a:lnTo>
                    <a:pt x="4902504" y="545162"/>
                  </a:lnTo>
                  <a:lnTo>
                    <a:pt x="4902598" y="545162"/>
                  </a:lnTo>
                  <a:lnTo>
                    <a:pt x="4902692" y="545162"/>
                  </a:lnTo>
                  <a:lnTo>
                    <a:pt x="4902786" y="545162"/>
                  </a:lnTo>
                  <a:lnTo>
                    <a:pt x="4902786" y="540251"/>
                  </a:lnTo>
                  <a:lnTo>
                    <a:pt x="4902881" y="540251"/>
                  </a:lnTo>
                  <a:lnTo>
                    <a:pt x="4902975" y="540251"/>
                  </a:lnTo>
                  <a:lnTo>
                    <a:pt x="4903069" y="540251"/>
                  </a:lnTo>
                  <a:lnTo>
                    <a:pt x="4903163" y="540251"/>
                  </a:lnTo>
                  <a:lnTo>
                    <a:pt x="4903257" y="540251"/>
                  </a:lnTo>
                  <a:lnTo>
                    <a:pt x="4903351" y="540251"/>
                  </a:lnTo>
                  <a:lnTo>
                    <a:pt x="4903446" y="540251"/>
                  </a:lnTo>
                  <a:lnTo>
                    <a:pt x="4903540" y="540251"/>
                  </a:lnTo>
                  <a:lnTo>
                    <a:pt x="4903634" y="540251"/>
                  </a:lnTo>
                  <a:lnTo>
                    <a:pt x="4903728" y="540251"/>
                  </a:lnTo>
                  <a:lnTo>
                    <a:pt x="4903822" y="540251"/>
                  </a:lnTo>
                  <a:lnTo>
                    <a:pt x="4903916" y="540251"/>
                  </a:lnTo>
                  <a:lnTo>
                    <a:pt x="4904010" y="540251"/>
                  </a:lnTo>
                  <a:lnTo>
                    <a:pt x="4904105" y="540251"/>
                  </a:lnTo>
                  <a:lnTo>
                    <a:pt x="4904199" y="540251"/>
                  </a:lnTo>
                  <a:lnTo>
                    <a:pt x="4904293" y="540251"/>
                  </a:lnTo>
                  <a:lnTo>
                    <a:pt x="4904387" y="540251"/>
                  </a:lnTo>
                  <a:lnTo>
                    <a:pt x="4904387" y="535339"/>
                  </a:lnTo>
                  <a:lnTo>
                    <a:pt x="4904481" y="535339"/>
                  </a:lnTo>
                  <a:lnTo>
                    <a:pt x="4904575" y="535339"/>
                  </a:lnTo>
                  <a:lnTo>
                    <a:pt x="4904669" y="535339"/>
                  </a:lnTo>
                  <a:lnTo>
                    <a:pt x="4904764" y="535339"/>
                  </a:lnTo>
                  <a:lnTo>
                    <a:pt x="4904858" y="535339"/>
                  </a:lnTo>
                  <a:lnTo>
                    <a:pt x="4904952" y="535339"/>
                  </a:lnTo>
                  <a:lnTo>
                    <a:pt x="4905046" y="535339"/>
                  </a:lnTo>
                  <a:lnTo>
                    <a:pt x="4905140" y="535339"/>
                  </a:lnTo>
                  <a:lnTo>
                    <a:pt x="4905234" y="535339"/>
                  </a:lnTo>
                  <a:lnTo>
                    <a:pt x="4905329" y="535339"/>
                  </a:lnTo>
                  <a:lnTo>
                    <a:pt x="4905423" y="535339"/>
                  </a:lnTo>
                  <a:lnTo>
                    <a:pt x="4905517" y="535339"/>
                  </a:lnTo>
                  <a:lnTo>
                    <a:pt x="4905611" y="535339"/>
                  </a:lnTo>
                  <a:lnTo>
                    <a:pt x="4905705" y="535339"/>
                  </a:lnTo>
                  <a:lnTo>
                    <a:pt x="4905799" y="535339"/>
                  </a:lnTo>
                  <a:lnTo>
                    <a:pt x="4905893" y="535339"/>
                  </a:lnTo>
                  <a:lnTo>
                    <a:pt x="4905988" y="535339"/>
                  </a:lnTo>
                  <a:lnTo>
                    <a:pt x="4906082" y="535339"/>
                  </a:lnTo>
                  <a:lnTo>
                    <a:pt x="4906176" y="535339"/>
                  </a:lnTo>
                  <a:lnTo>
                    <a:pt x="4906270" y="535339"/>
                  </a:lnTo>
                  <a:lnTo>
                    <a:pt x="4906364" y="535339"/>
                  </a:lnTo>
                  <a:lnTo>
                    <a:pt x="4906458" y="535339"/>
                  </a:lnTo>
                  <a:lnTo>
                    <a:pt x="4906553" y="535339"/>
                  </a:lnTo>
                  <a:lnTo>
                    <a:pt x="4906647" y="535339"/>
                  </a:lnTo>
                  <a:lnTo>
                    <a:pt x="4906741" y="535339"/>
                  </a:lnTo>
                  <a:lnTo>
                    <a:pt x="4906835" y="535339"/>
                  </a:lnTo>
                  <a:lnTo>
                    <a:pt x="4906929" y="535339"/>
                  </a:lnTo>
                  <a:lnTo>
                    <a:pt x="4907023" y="535339"/>
                  </a:lnTo>
                  <a:lnTo>
                    <a:pt x="4907117" y="535339"/>
                  </a:lnTo>
                  <a:lnTo>
                    <a:pt x="4907212" y="535339"/>
                  </a:lnTo>
                  <a:lnTo>
                    <a:pt x="4907306" y="535339"/>
                  </a:lnTo>
                  <a:lnTo>
                    <a:pt x="4907400" y="535339"/>
                  </a:lnTo>
                  <a:lnTo>
                    <a:pt x="4907494" y="535339"/>
                  </a:lnTo>
                  <a:lnTo>
                    <a:pt x="4907588" y="535339"/>
                  </a:lnTo>
                  <a:lnTo>
                    <a:pt x="4907682" y="535339"/>
                  </a:lnTo>
                  <a:lnTo>
                    <a:pt x="4907777" y="535339"/>
                  </a:lnTo>
                  <a:lnTo>
                    <a:pt x="4907871" y="535339"/>
                  </a:lnTo>
                  <a:lnTo>
                    <a:pt x="4907965" y="535339"/>
                  </a:lnTo>
                  <a:lnTo>
                    <a:pt x="4908059" y="535339"/>
                  </a:lnTo>
                  <a:lnTo>
                    <a:pt x="4908153" y="535339"/>
                  </a:lnTo>
                  <a:lnTo>
                    <a:pt x="4908247" y="535339"/>
                  </a:lnTo>
                  <a:lnTo>
                    <a:pt x="4908341" y="535339"/>
                  </a:lnTo>
                  <a:lnTo>
                    <a:pt x="4908436" y="535339"/>
                  </a:lnTo>
                  <a:lnTo>
                    <a:pt x="4908530" y="535339"/>
                  </a:lnTo>
                  <a:lnTo>
                    <a:pt x="4908624" y="535339"/>
                  </a:lnTo>
                  <a:lnTo>
                    <a:pt x="4908718" y="535339"/>
                  </a:lnTo>
                  <a:lnTo>
                    <a:pt x="4908812" y="535339"/>
                  </a:lnTo>
                  <a:lnTo>
                    <a:pt x="4908906" y="535339"/>
                  </a:lnTo>
                  <a:lnTo>
                    <a:pt x="4909000" y="535339"/>
                  </a:lnTo>
                  <a:lnTo>
                    <a:pt x="4909095" y="535339"/>
                  </a:lnTo>
                  <a:lnTo>
                    <a:pt x="4909189" y="535339"/>
                  </a:lnTo>
                  <a:lnTo>
                    <a:pt x="4909283" y="535339"/>
                  </a:lnTo>
                  <a:lnTo>
                    <a:pt x="4909377" y="535339"/>
                  </a:lnTo>
                  <a:lnTo>
                    <a:pt x="4909471" y="535339"/>
                  </a:lnTo>
                  <a:lnTo>
                    <a:pt x="4909565" y="535339"/>
                  </a:lnTo>
                  <a:lnTo>
                    <a:pt x="4909660" y="535339"/>
                  </a:lnTo>
                  <a:lnTo>
                    <a:pt x="4909754" y="535339"/>
                  </a:lnTo>
                  <a:lnTo>
                    <a:pt x="4909848" y="535339"/>
                  </a:lnTo>
                  <a:lnTo>
                    <a:pt x="4909942" y="535339"/>
                  </a:lnTo>
                  <a:lnTo>
                    <a:pt x="4910036" y="535339"/>
                  </a:lnTo>
                  <a:lnTo>
                    <a:pt x="4910130" y="535339"/>
                  </a:lnTo>
                  <a:lnTo>
                    <a:pt x="4910224" y="535339"/>
                  </a:lnTo>
                  <a:lnTo>
                    <a:pt x="4910319" y="535339"/>
                  </a:lnTo>
                  <a:lnTo>
                    <a:pt x="4910413" y="535339"/>
                  </a:lnTo>
                  <a:lnTo>
                    <a:pt x="4910507" y="535339"/>
                  </a:lnTo>
                  <a:lnTo>
                    <a:pt x="4910601" y="535339"/>
                  </a:lnTo>
                  <a:lnTo>
                    <a:pt x="4910695" y="535339"/>
                  </a:lnTo>
                  <a:lnTo>
                    <a:pt x="4910789" y="535339"/>
                  </a:lnTo>
                  <a:lnTo>
                    <a:pt x="4910884" y="535339"/>
                  </a:lnTo>
                  <a:lnTo>
                    <a:pt x="4910978" y="535339"/>
                  </a:lnTo>
                  <a:lnTo>
                    <a:pt x="4911072" y="535339"/>
                  </a:lnTo>
                  <a:lnTo>
                    <a:pt x="4911166" y="535339"/>
                  </a:lnTo>
                  <a:lnTo>
                    <a:pt x="4911260" y="535339"/>
                  </a:lnTo>
                  <a:lnTo>
                    <a:pt x="4911354" y="535339"/>
                  </a:lnTo>
                  <a:lnTo>
                    <a:pt x="4911448" y="535339"/>
                  </a:lnTo>
                  <a:lnTo>
                    <a:pt x="4911543" y="535339"/>
                  </a:lnTo>
                  <a:lnTo>
                    <a:pt x="4911637" y="535339"/>
                  </a:lnTo>
                  <a:lnTo>
                    <a:pt x="4911731" y="535339"/>
                  </a:lnTo>
                  <a:lnTo>
                    <a:pt x="4911825" y="535339"/>
                  </a:lnTo>
                  <a:lnTo>
                    <a:pt x="4911919" y="535339"/>
                  </a:lnTo>
                  <a:lnTo>
                    <a:pt x="4912013" y="535339"/>
                  </a:lnTo>
                  <a:lnTo>
                    <a:pt x="4912108" y="535339"/>
                  </a:lnTo>
                  <a:lnTo>
                    <a:pt x="4912202" y="535339"/>
                  </a:lnTo>
                  <a:lnTo>
                    <a:pt x="4912296" y="535339"/>
                  </a:lnTo>
                  <a:lnTo>
                    <a:pt x="4912390" y="535339"/>
                  </a:lnTo>
                  <a:lnTo>
                    <a:pt x="4912484" y="535339"/>
                  </a:lnTo>
                  <a:lnTo>
                    <a:pt x="4912578" y="535339"/>
                  </a:lnTo>
                  <a:lnTo>
                    <a:pt x="4912672" y="535339"/>
                  </a:lnTo>
                  <a:lnTo>
                    <a:pt x="4912767" y="535339"/>
                  </a:lnTo>
                  <a:lnTo>
                    <a:pt x="4912861" y="535339"/>
                  </a:lnTo>
                  <a:lnTo>
                    <a:pt x="4912955" y="535339"/>
                  </a:lnTo>
                  <a:lnTo>
                    <a:pt x="4913049" y="535339"/>
                  </a:lnTo>
                  <a:lnTo>
                    <a:pt x="4913143" y="535339"/>
                  </a:lnTo>
                  <a:lnTo>
                    <a:pt x="4913237" y="535339"/>
                  </a:lnTo>
                  <a:lnTo>
                    <a:pt x="4913331" y="535339"/>
                  </a:lnTo>
                  <a:lnTo>
                    <a:pt x="4913426" y="535339"/>
                  </a:lnTo>
                  <a:lnTo>
                    <a:pt x="4913520" y="535339"/>
                  </a:lnTo>
                  <a:lnTo>
                    <a:pt x="4913614" y="535339"/>
                  </a:lnTo>
                  <a:lnTo>
                    <a:pt x="4913708" y="535339"/>
                  </a:lnTo>
                  <a:lnTo>
                    <a:pt x="4913802" y="535339"/>
                  </a:lnTo>
                  <a:lnTo>
                    <a:pt x="4913896" y="535339"/>
                  </a:lnTo>
                  <a:lnTo>
                    <a:pt x="4913991" y="535339"/>
                  </a:lnTo>
                  <a:lnTo>
                    <a:pt x="4914085" y="535339"/>
                  </a:lnTo>
                  <a:lnTo>
                    <a:pt x="4914179" y="535339"/>
                  </a:lnTo>
                  <a:lnTo>
                    <a:pt x="4914273" y="535339"/>
                  </a:lnTo>
                  <a:lnTo>
                    <a:pt x="4914367" y="535339"/>
                  </a:lnTo>
                  <a:lnTo>
                    <a:pt x="4914461" y="535339"/>
                  </a:lnTo>
                  <a:lnTo>
                    <a:pt x="4914555" y="535339"/>
                  </a:lnTo>
                  <a:lnTo>
                    <a:pt x="4914650" y="535339"/>
                  </a:lnTo>
                  <a:lnTo>
                    <a:pt x="4914744" y="535339"/>
                  </a:lnTo>
                  <a:lnTo>
                    <a:pt x="4914838" y="535339"/>
                  </a:lnTo>
                  <a:lnTo>
                    <a:pt x="4914932" y="535339"/>
                  </a:lnTo>
                  <a:lnTo>
                    <a:pt x="4915026" y="535339"/>
                  </a:lnTo>
                  <a:lnTo>
                    <a:pt x="4915120" y="535339"/>
                  </a:lnTo>
                  <a:lnTo>
                    <a:pt x="4915215" y="535339"/>
                  </a:lnTo>
                  <a:lnTo>
                    <a:pt x="4915309" y="535339"/>
                  </a:lnTo>
                  <a:lnTo>
                    <a:pt x="4915403" y="535339"/>
                  </a:lnTo>
                  <a:lnTo>
                    <a:pt x="4915497" y="535339"/>
                  </a:lnTo>
                  <a:lnTo>
                    <a:pt x="4915591" y="535339"/>
                  </a:lnTo>
                  <a:lnTo>
                    <a:pt x="4915685" y="535339"/>
                  </a:lnTo>
                  <a:lnTo>
                    <a:pt x="4915779" y="535339"/>
                  </a:lnTo>
                  <a:lnTo>
                    <a:pt x="4915874" y="535339"/>
                  </a:lnTo>
                  <a:lnTo>
                    <a:pt x="4915968" y="535339"/>
                  </a:lnTo>
                  <a:lnTo>
                    <a:pt x="4916062" y="535339"/>
                  </a:lnTo>
                  <a:lnTo>
                    <a:pt x="4916156" y="535339"/>
                  </a:lnTo>
                  <a:lnTo>
                    <a:pt x="4916250" y="535339"/>
                  </a:lnTo>
                  <a:lnTo>
                    <a:pt x="4916344" y="535339"/>
                  </a:lnTo>
                  <a:lnTo>
                    <a:pt x="4916439" y="535339"/>
                  </a:lnTo>
                  <a:lnTo>
                    <a:pt x="4916533" y="535339"/>
                  </a:lnTo>
                  <a:lnTo>
                    <a:pt x="4916627" y="535339"/>
                  </a:lnTo>
                  <a:lnTo>
                    <a:pt x="4916721" y="535339"/>
                  </a:lnTo>
                  <a:lnTo>
                    <a:pt x="4916815" y="535339"/>
                  </a:lnTo>
                  <a:lnTo>
                    <a:pt x="4916909" y="535339"/>
                  </a:lnTo>
                  <a:lnTo>
                    <a:pt x="4917003" y="535339"/>
                  </a:lnTo>
                  <a:lnTo>
                    <a:pt x="4917098" y="535339"/>
                  </a:lnTo>
                  <a:lnTo>
                    <a:pt x="4917192" y="535339"/>
                  </a:lnTo>
                  <a:lnTo>
                    <a:pt x="4917286" y="535339"/>
                  </a:lnTo>
                  <a:lnTo>
                    <a:pt x="4917380" y="535339"/>
                  </a:lnTo>
                  <a:lnTo>
                    <a:pt x="4917474" y="535339"/>
                  </a:lnTo>
                  <a:lnTo>
                    <a:pt x="4917568" y="535339"/>
                  </a:lnTo>
                  <a:lnTo>
                    <a:pt x="4917662" y="535339"/>
                  </a:lnTo>
                  <a:lnTo>
                    <a:pt x="4917757" y="535339"/>
                  </a:lnTo>
                  <a:lnTo>
                    <a:pt x="4917851" y="535339"/>
                  </a:lnTo>
                  <a:lnTo>
                    <a:pt x="4917945" y="535339"/>
                  </a:lnTo>
                  <a:lnTo>
                    <a:pt x="4918039" y="535339"/>
                  </a:lnTo>
                  <a:lnTo>
                    <a:pt x="4918133" y="535339"/>
                  </a:lnTo>
                  <a:lnTo>
                    <a:pt x="4918227" y="535339"/>
                  </a:lnTo>
                  <a:lnTo>
                    <a:pt x="4918322" y="535339"/>
                  </a:lnTo>
                  <a:lnTo>
                    <a:pt x="4918416" y="535339"/>
                  </a:lnTo>
                  <a:lnTo>
                    <a:pt x="4918510" y="535339"/>
                  </a:lnTo>
                  <a:lnTo>
                    <a:pt x="4918604" y="535339"/>
                  </a:lnTo>
                  <a:lnTo>
                    <a:pt x="4918698" y="535339"/>
                  </a:lnTo>
                  <a:lnTo>
                    <a:pt x="4918792" y="535339"/>
                  </a:lnTo>
                  <a:lnTo>
                    <a:pt x="4918886" y="535339"/>
                  </a:lnTo>
                  <a:lnTo>
                    <a:pt x="4918981" y="535339"/>
                  </a:lnTo>
                  <a:lnTo>
                    <a:pt x="4919075" y="535339"/>
                  </a:lnTo>
                  <a:lnTo>
                    <a:pt x="4919169" y="535339"/>
                  </a:lnTo>
                  <a:lnTo>
                    <a:pt x="4919263" y="535339"/>
                  </a:lnTo>
                  <a:lnTo>
                    <a:pt x="4919357" y="535339"/>
                  </a:lnTo>
                  <a:lnTo>
                    <a:pt x="4919451" y="535339"/>
                  </a:lnTo>
                  <a:lnTo>
                    <a:pt x="4919546" y="535339"/>
                  </a:lnTo>
                  <a:lnTo>
                    <a:pt x="4919640" y="535339"/>
                  </a:lnTo>
                  <a:lnTo>
                    <a:pt x="4919734" y="535339"/>
                  </a:lnTo>
                  <a:lnTo>
                    <a:pt x="4919828" y="535339"/>
                  </a:lnTo>
                  <a:lnTo>
                    <a:pt x="4919922" y="535339"/>
                  </a:lnTo>
                  <a:lnTo>
                    <a:pt x="4920016" y="535339"/>
                  </a:lnTo>
                  <a:lnTo>
                    <a:pt x="4920110" y="535339"/>
                  </a:lnTo>
                  <a:lnTo>
                    <a:pt x="4920205" y="535339"/>
                  </a:lnTo>
                  <a:lnTo>
                    <a:pt x="4920299" y="535339"/>
                  </a:lnTo>
                  <a:lnTo>
                    <a:pt x="4920393" y="535339"/>
                  </a:lnTo>
                  <a:lnTo>
                    <a:pt x="4920487" y="535339"/>
                  </a:lnTo>
                  <a:lnTo>
                    <a:pt x="4920581" y="535339"/>
                  </a:lnTo>
                  <a:lnTo>
                    <a:pt x="4920675" y="535339"/>
                  </a:lnTo>
                  <a:lnTo>
                    <a:pt x="4920770" y="535339"/>
                  </a:lnTo>
                  <a:lnTo>
                    <a:pt x="4920864" y="535339"/>
                  </a:lnTo>
                  <a:lnTo>
                    <a:pt x="4920958" y="535339"/>
                  </a:lnTo>
                  <a:lnTo>
                    <a:pt x="4921052" y="535339"/>
                  </a:lnTo>
                  <a:lnTo>
                    <a:pt x="4921146" y="535339"/>
                  </a:lnTo>
                  <a:lnTo>
                    <a:pt x="4921240" y="535339"/>
                  </a:lnTo>
                  <a:lnTo>
                    <a:pt x="4921334" y="535339"/>
                  </a:lnTo>
                  <a:lnTo>
                    <a:pt x="4921429" y="535339"/>
                  </a:lnTo>
                  <a:lnTo>
                    <a:pt x="4921523" y="535339"/>
                  </a:lnTo>
                  <a:lnTo>
                    <a:pt x="4921617" y="535339"/>
                  </a:lnTo>
                  <a:lnTo>
                    <a:pt x="4921711" y="535339"/>
                  </a:lnTo>
                  <a:lnTo>
                    <a:pt x="4921805" y="535339"/>
                  </a:lnTo>
                  <a:lnTo>
                    <a:pt x="4921899" y="535339"/>
                  </a:lnTo>
                  <a:lnTo>
                    <a:pt x="4921993" y="535339"/>
                  </a:lnTo>
                  <a:lnTo>
                    <a:pt x="4922088" y="535339"/>
                  </a:lnTo>
                  <a:lnTo>
                    <a:pt x="4922182" y="535339"/>
                  </a:lnTo>
                  <a:lnTo>
                    <a:pt x="4922276" y="535339"/>
                  </a:lnTo>
                  <a:lnTo>
                    <a:pt x="4922370" y="535339"/>
                  </a:lnTo>
                  <a:lnTo>
                    <a:pt x="4922464" y="535339"/>
                  </a:lnTo>
                  <a:lnTo>
                    <a:pt x="4922558" y="535339"/>
                  </a:lnTo>
                  <a:lnTo>
                    <a:pt x="4922653" y="535339"/>
                  </a:lnTo>
                  <a:lnTo>
                    <a:pt x="4922747" y="535339"/>
                  </a:lnTo>
                  <a:lnTo>
                    <a:pt x="4922841" y="535339"/>
                  </a:lnTo>
                  <a:lnTo>
                    <a:pt x="4922935" y="535339"/>
                  </a:lnTo>
                  <a:lnTo>
                    <a:pt x="4923029" y="535339"/>
                  </a:lnTo>
                  <a:lnTo>
                    <a:pt x="4923123" y="535339"/>
                  </a:lnTo>
                  <a:lnTo>
                    <a:pt x="4923217" y="535339"/>
                  </a:lnTo>
                  <a:lnTo>
                    <a:pt x="4923312" y="535339"/>
                  </a:lnTo>
                  <a:lnTo>
                    <a:pt x="4923406" y="535339"/>
                  </a:lnTo>
                  <a:lnTo>
                    <a:pt x="4923500" y="535339"/>
                  </a:lnTo>
                  <a:lnTo>
                    <a:pt x="4923594" y="535339"/>
                  </a:lnTo>
                  <a:lnTo>
                    <a:pt x="4923688" y="535339"/>
                  </a:lnTo>
                  <a:lnTo>
                    <a:pt x="4923782" y="535339"/>
                  </a:lnTo>
                  <a:lnTo>
                    <a:pt x="4923877" y="535339"/>
                  </a:lnTo>
                  <a:lnTo>
                    <a:pt x="4923971" y="535339"/>
                  </a:lnTo>
                  <a:lnTo>
                    <a:pt x="4924065" y="535339"/>
                  </a:lnTo>
                  <a:lnTo>
                    <a:pt x="4924159" y="535339"/>
                  </a:lnTo>
                  <a:lnTo>
                    <a:pt x="4924253" y="535339"/>
                  </a:lnTo>
                  <a:lnTo>
                    <a:pt x="4924347" y="535339"/>
                  </a:lnTo>
                  <a:lnTo>
                    <a:pt x="4924441" y="535339"/>
                  </a:lnTo>
                  <a:lnTo>
                    <a:pt x="4924536" y="535339"/>
                  </a:lnTo>
                  <a:lnTo>
                    <a:pt x="4924630" y="535339"/>
                  </a:lnTo>
                  <a:lnTo>
                    <a:pt x="4924724" y="535339"/>
                  </a:lnTo>
                  <a:lnTo>
                    <a:pt x="4924818" y="535339"/>
                  </a:lnTo>
                  <a:lnTo>
                    <a:pt x="4924912" y="535339"/>
                  </a:lnTo>
                  <a:lnTo>
                    <a:pt x="4925006" y="535339"/>
                  </a:lnTo>
                  <a:lnTo>
                    <a:pt x="4925101" y="535339"/>
                  </a:lnTo>
                  <a:lnTo>
                    <a:pt x="4925195" y="535339"/>
                  </a:lnTo>
                  <a:lnTo>
                    <a:pt x="4925289" y="535339"/>
                  </a:lnTo>
                  <a:lnTo>
                    <a:pt x="4925383" y="535339"/>
                  </a:lnTo>
                  <a:lnTo>
                    <a:pt x="4925477" y="535339"/>
                  </a:lnTo>
                  <a:lnTo>
                    <a:pt x="4925571" y="535339"/>
                  </a:lnTo>
                  <a:lnTo>
                    <a:pt x="4925665" y="535339"/>
                  </a:lnTo>
                  <a:lnTo>
                    <a:pt x="4925760" y="535339"/>
                  </a:lnTo>
                  <a:lnTo>
                    <a:pt x="4925854" y="535339"/>
                  </a:lnTo>
                  <a:lnTo>
                    <a:pt x="4925948" y="535339"/>
                  </a:lnTo>
                  <a:lnTo>
                    <a:pt x="4926042" y="535339"/>
                  </a:lnTo>
                  <a:lnTo>
                    <a:pt x="4926136" y="535339"/>
                  </a:lnTo>
                  <a:lnTo>
                    <a:pt x="4926230" y="535339"/>
                  </a:lnTo>
                  <a:lnTo>
                    <a:pt x="4926324" y="535339"/>
                  </a:lnTo>
                  <a:lnTo>
                    <a:pt x="4926419" y="535339"/>
                  </a:lnTo>
                  <a:lnTo>
                    <a:pt x="4926513" y="535339"/>
                  </a:lnTo>
                  <a:lnTo>
                    <a:pt x="4926607" y="535339"/>
                  </a:lnTo>
                  <a:lnTo>
                    <a:pt x="4926701" y="535339"/>
                  </a:lnTo>
                  <a:lnTo>
                    <a:pt x="4926795" y="535339"/>
                  </a:lnTo>
                  <a:lnTo>
                    <a:pt x="4926889" y="535339"/>
                  </a:lnTo>
                  <a:lnTo>
                    <a:pt x="4926984" y="535339"/>
                  </a:lnTo>
                  <a:lnTo>
                    <a:pt x="4927078" y="535339"/>
                  </a:lnTo>
                  <a:lnTo>
                    <a:pt x="4927172" y="535339"/>
                  </a:lnTo>
                  <a:lnTo>
                    <a:pt x="4927266" y="535339"/>
                  </a:lnTo>
                  <a:lnTo>
                    <a:pt x="4927360" y="535339"/>
                  </a:lnTo>
                  <a:lnTo>
                    <a:pt x="4927454" y="535339"/>
                  </a:lnTo>
                  <a:lnTo>
                    <a:pt x="4927548" y="535339"/>
                  </a:lnTo>
                  <a:lnTo>
                    <a:pt x="4927643" y="535339"/>
                  </a:lnTo>
                  <a:lnTo>
                    <a:pt x="4927737" y="535339"/>
                  </a:lnTo>
                  <a:lnTo>
                    <a:pt x="4927831" y="535339"/>
                  </a:lnTo>
                  <a:lnTo>
                    <a:pt x="4927925" y="535339"/>
                  </a:lnTo>
                  <a:lnTo>
                    <a:pt x="4928019" y="535339"/>
                  </a:lnTo>
                  <a:lnTo>
                    <a:pt x="4928113" y="535339"/>
                  </a:lnTo>
                  <a:lnTo>
                    <a:pt x="4928208" y="535339"/>
                  </a:lnTo>
                  <a:lnTo>
                    <a:pt x="4928302" y="535339"/>
                  </a:lnTo>
                  <a:lnTo>
                    <a:pt x="4928396" y="535339"/>
                  </a:lnTo>
                  <a:lnTo>
                    <a:pt x="4928490" y="535339"/>
                  </a:lnTo>
                  <a:lnTo>
                    <a:pt x="4928584" y="535339"/>
                  </a:lnTo>
                  <a:lnTo>
                    <a:pt x="4928678" y="535339"/>
                  </a:lnTo>
                  <a:lnTo>
                    <a:pt x="4928772" y="535339"/>
                  </a:lnTo>
                  <a:lnTo>
                    <a:pt x="4928867" y="535339"/>
                  </a:lnTo>
                  <a:lnTo>
                    <a:pt x="4928961" y="535339"/>
                  </a:lnTo>
                  <a:lnTo>
                    <a:pt x="4929055" y="535339"/>
                  </a:lnTo>
                  <a:lnTo>
                    <a:pt x="4929149" y="535339"/>
                  </a:lnTo>
                  <a:lnTo>
                    <a:pt x="4929243" y="535339"/>
                  </a:lnTo>
                  <a:lnTo>
                    <a:pt x="4929337" y="535339"/>
                  </a:lnTo>
                  <a:lnTo>
                    <a:pt x="4929432" y="535339"/>
                  </a:lnTo>
                  <a:lnTo>
                    <a:pt x="4929526" y="535339"/>
                  </a:lnTo>
                  <a:lnTo>
                    <a:pt x="4929620" y="535339"/>
                  </a:lnTo>
                  <a:lnTo>
                    <a:pt x="4929714" y="535339"/>
                  </a:lnTo>
                  <a:lnTo>
                    <a:pt x="4929808" y="535339"/>
                  </a:lnTo>
                  <a:lnTo>
                    <a:pt x="4929902" y="535339"/>
                  </a:lnTo>
                  <a:lnTo>
                    <a:pt x="4929996" y="535339"/>
                  </a:lnTo>
                  <a:lnTo>
                    <a:pt x="4930091" y="535339"/>
                  </a:lnTo>
                  <a:lnTo>
                    <a:pt x="4930185" y="535339"/>
                  </a:lnTo>
                  <a:lnTo>
                    <a:pt x="4930279" y="535339"/>
                  </a:lnTo>
                  <a:lnTo>
                    <a:pt x="4930373" y="535339"/>
                  </a:lnTo>
                  <a:lnTo>
                    <a:pt x="4930467" y="535339"/>
                  </a:lnTo>
                  <a:lnTo>
                    <a:pt x="4930561" y="535339"/>
                  </a:lnTo>
                  <a:lnTo>
                    <a:pt x="4930655" y="535339"/>
                  </a:lnTo>
                  <a:lnTo>
                    <a:pt x="4930750" y="535339"/>
                  </a:lnTo>
                  <a:lnTo>
                    <a:pt x="4930844" y="535339"/>
                  </a:lnTo>
                  <a:lnTo>
                    <a:pt x="4930938" y="535339"/>
                  </a:lnTo>
                  <a:lnTo>
                    <a:pt x="4931032" y="535339"/>
                  </a:lnTo>
                  <a:lnTo>
                    <a:pt x="4931126" y="535339"/>
                  </a:lnTo>
                  <a:lnTo>
                    <a:pt x="4931220" y="535339"/>
                  </a:lnTo>
                  <a:lnTo>
                    <a:pt x="4931315" y="535339"/>
                  </a:lnTo>
                  <a:lnTo>
                    <a:pt x="4931409" y="535339"/>
                  </a:lnTo>
                  <a:lnTo>
                    <a:pt x="4931503" y="535339"/>
                  </a:lnTo>
                  <a:lnTo>
                    <a:pt x="4931597" y="535339"/>
                  </a:lnTo>
                  <a:lnTo>
                    <a:pt x="4931691" y="535339"/>
                  </a:lnTo>
                  <a:lnTo>
                    <a:pt x="4931785" y="535339"/>
                  </a:lnTo>
                  <a:lnTo>
                    <a:pt x="4931879" y="535339"/>
                  </a:lnTo>
                  <a:lnTo>
                    <a:pt x="4931974" y="535339"/>
                  </a:lnTo>
                  <a:lnTo>
                    <a:pt x="4932068" y="535339"/>
                  </a:lnTo>
                  <a:lnTo>
                    <a:pt x="4932162" y="535339"/>
                  </a:lnTo>
                  <a:lnTo>
                    <a:pt x="4932256" y="535339"/>
                  </a:lnTo>
                  <a:lnTo>
                    <a:pt x="4932350" y="535339"/>
                  </a:lnTo>
                  <a:lnTo>
                    <a:pt x="4932444" y="535339"/>
                  </a:lnTo>
                  <a:lnTo>
                    <a:pt x="4932539" y="535339"/>
                  </a:lnTo>
                  <a:lnTo>
                    <a:pt x="4932633" y="535339"/>
                  </a:lnTo>
                  <a:lnTo>
                    <a:pt x="4932727" y="535339"/>
                  </a:lnTo>
                  <a:lnTo>
                    <a:pt x="4932821" y="535339"/>
                  </a:lnTo>
                  <a:lnTo>
                    <a:pt x="4932915" y="535339"/>
                  </a:lnTo>
                  <a:lnTo>
                    <a:pt x="4933009" y="535339"/>
                  </a:lnTo>
                  <a:lnTo>
                    <a:pt x="4933103" y="535339"/>
                  </a:lnTo>
                  <a:lnTo>
                    <a:pt x="4933198" y="535339"/>
                  </a:lnTo>
                  <a:lnTo>
                    <a:pt x="4933292" y="535339"/>
                  </a:lnTo>
                  <a:lnTo>
                    <a:pt x="4933386" y="535339"/>
                  </a:lnTo>
                  <a:lnTo>
                    <a:pt x="4933480" y="535339"/>
                  </a:lnTo>
                  <a:lnTo>
                    <a:pt x="4933574" y="535339"/>
                  </a:lnTo>
                  <a:lnTo>
                    <a:pt x="4933668" y="535339"/>
                  </a:lnTo>
                  <a:lnTo>
                    <a:pt x="4933763" y="535339"/>
                  </a:lnTo>
                  <a:lnTo>
                    <a:pt x="4933857" y="535339"/>
                  </a:lnTo>
                  <a:lnTo>
                    <a:pt x="4933951" y="535339"/>
                  </a:lnTo>
                  <a:lnTo>
                    <a:pt x="4934045" y="535339"/>
                  </a:lnTo>
                  <a:lnTo>
                    <a:pt x="4934139" y="535339"/>
                  </a:lnTo>
                  <a:lnTo>
                    <a:pt x="4934233" y="535339"/>
                  </a:lnTo>
                  <a:lnTo>
                    <a:pt x="4934327" y="535339"/>
                  </a:lnTo>
                  <a:lnTo>
                    <a:pt x="4934422" y="535339"/>
                  </a:lnTo>
                  <a:lnTo>
                    <a:pt x="4934516" y="535339"/>
                  </a:lnTo>
                  <a:lnTo>
                    <a:pt x="4934610" y="535339"/>
                  </a:lnTo>
                  <a:lnTo>
                    <a:pt x="4934704" y="535339"/>
                  </a:lnTo>
                  <a:lnTo>
                    <a:pt x="4934798" y="535339"/>
                  </a:lnTo>
                  <a:lnTo>
                    <a:pt x="4934892" y="535339"/>
                  </a:lnTo>
                  <a:lnTo>
                    <a:pt x="4934986" y="535339"/>
                  </a:lnTo>
                  <a:lnTo>
                    <a:pt x="4935081" y="535339"/>
                  </a:lnTo>
                  <a:lnTo>
                    <a:pt x="4935175" y="535339"/>
                  </a:lnTo>
                  <a:lnTo>
                    <a:pt x="4935269" y="535339"/>
                  </a:lnTo>
                  <a:lnTo>
                    <a:pt x="4935269" y="530428"/>
                  </a:lnTo>
                  <a:lnTo>
                    <a:pt x="4935363" y="530428"/>
                  </a:lnTo>
                  <a:lnTo>
                    <a:pt x="4935457" y="530428"/>
                  </a:lnTo>
                  <a:lnTo>
                    <a:pt x="4935551" y="530428"/>
                  </a:lnTo>
                  <a:lnTo>
                    <a:pt x="4935646" y="530428"/>
                  </a:lnTo>
                  <a:lnTo>
                    <a:pt x="4935740" y="530428"/>
                  </a:lnTo>
                  <a:lnTo>
                    <a:pt x="4935834" y="530428"/>
                  </a:lnTo>
                  <a:lnTo>
                    <a:pt x="4935928" y="530428"/>
                  </a:lnTo>
                  <a:lnTo>
                    <a:pt x="4936022" y="530428"/>
                  </a:lnTo>
                  <a:lnTo>
                    <a:pt x="4936116" y="530428"/>
                  </a:lnTo>
                  <a:lnTo>
                    <a:pt x="4936210" y="530428"/>
                  </a:lnTo>
                  <a:lnTo>
                    <a:pt x="4936305" y="530428"/>
                  </a:lnTo>
                  <a:lnTo>
                    <a:pt x="4936399" y="530428"/>
                  </a:lnTo>
                  <a:lnTo>
                    <a:pt x="4936493" y="530428"/>
                  </a:lnTo>
                  <a:lnTo>
                    <a:pt x="4936587" y="530428"/>
                  </a:lnTo>
                  <a:lnTo>
                    <a:pt x="4936681" y="530428"/>
                  </a:lnTo>
                  <a:lnTo>
                    <a:pt x="4936775" y="530428"/>
                  </a:lnTo>
                  <a:lnTo>
                    <a:pt x="4936870" y="530428"/>
                  </a:lnTo>
                  <a:lnTo>
                    <a:pt x="4936964" y="530428"/>
                  </a:lnTo>
                  <a:lnTo>
                    <a:pt x="4937058" y="530428"/>
                  </a:lnTo>
                  <a:lnTo>
                    <a:pt x="4937152" y="530428"/>
                  </a:lnTo>
                  <a:lnTo>
                    <a:pt x="4937246" y="530428"/>
                  </a:lnTo>
                  <a:lnTo>
                    <a:pt x="4937340" y="530428"/>
                  </a:lnTo>
                  <a:lnTo>
                    <a:pt x="4937434" y="530428"/>
                  </a:lnTo>
                  <a:lnTo>
                    <a:pt x="4937529" y="530428"/>
                  </a:lnTo>
                  <a:lnTo>
                    <a:pt x="4937623" y="530428"/>
                  </a:lnTo>
                  <a:lnTo>
                    <a:pt x="4937717" y="530428"/>
                  </a:lnTo>
                  <a:lnTo>
                    <a:pt x="4937811" y="530428"/>
                  </a:lnTo>
                  <a:lnTo>
                    <a:pt x="4937905" y="530428"/>
                  </a:lnTo>
                  <a:lnTo>
                    <a:pt x="4937999" y="530428"/>
                  </a:lnTo>
                  <a:lnTo>
                    <a:pt x="4938094" y="530428"/>
                  </a:lnTo>
                  <a:lnTo>
                    <a:pt x="4938188" y="530428"/>
                  </a:lnTo>
                  <a:lnTo>
                    <a:pt x="4938282" y="530428"/>
                  </a:lnTo>
                  <a:lnTo>
                    <a:pt x="4938376" y="530428"/>
                  </a:lnTo>
                  <a:lnTo>
                    <a:pt x="4938470" y="530428"/>
                  </a:lnTo>
                  <a:lnTo>
                    <a:pt x="4938564" y="530428"/>
                  </a:lnTo>
                  <a:lnTo>
                    <a:pt x="4938658" y="530428"/>
                  </a:lnTo>
                  <a:lnTo>
                    <a:pt x="4938753" y="530428"/>
                  </a:lnTo>
                  <a:lnTo>
                    <a:pt x="4938847" y="530428"/>
                  </a:lnTo>
                  <a:lnTo>
                    <a:pt x="4938941" y="530428"/>
                  </a:lnTo>
                  <a:lnTo>
                    <a:pt x="4939035" y="530428"/>
                  </a:lnTo>
                  <a:lnTo>
                    <a:pt x="4939129" y="530428"/>
                  </a:lnTo>
                  <a:lnTo>
                    <a:pt x="4939223" y="530428"/>
                  </a:lnTo>
                  <a:lnTo>
                    <a:pt x="4939317" y="530428"/>
                  </a:lnTo>
                  <a:lnTo>
                    <a:pt x="4939412" y="530428"/>
                  </a:lnTo>
                  <a:lnTo>
                    <a:pt x="4939506" y="530428"/>
                  </a:lnTo>
                  <a:lnTo>
                    <a:pt x="4939600" y="530428"/>
                  </a:lnTo>
                  <a:lnTo>
                    <a:pt x="4939694" y="530428"/>
                  </a:lnTo>
                  <a:lnTo>
                    <a:pt x="4939788" y="530428"/>
                  </a:lnTo>
                  <a:lnTo>
                    <a:pt x="4939882" y="530428"/>
                  </a:lnTo>
                  <a:lnTo>
                    <a:pt x="4939977" y="530428"/>
                  </a:lnTo>
                  <a:lnTo>
                    <a:pt x="4940071" y="530428"/>
                  </a:lnTo>
                  <a:lnTo>
                    <a:pt x="4940165" y="530428"/>
                  </a:lnTo>
                  <a:lnTo>
                    <a:pt x="4940259" y="530428"/>
                  </a:lnTo>
                  <a:lnTo>
                    <a:pt x="4940353" y="530428"/>
                  </a:lnTo>
                  <a:lnTo>
                    <a:pt x="4940447" y="530428"/>
                  </a:lnTo>
                  <a:lnTo>
                    <a:pt x="4940541" y="530428"/>
                  </a:lnTo>
                  <a:lnTo>
                    <a:pt x="4940636" y="530428"/>
                  </a:lnTo>
                  <a:lnTo>
                    <a:pt x="4940730" y="530428"/>
                  </a:lnTo>
                  <a:lnTo>
                    <a:pt x="4940824" y="530428"/>
                  </a:lnTo>
                  <a:lnTo>
                    <a:pt x="4940918" y="530428"/>
                  </a:lnTo>
                  <a:lnTo>
                    <a:pt x="4941012" y="530428"/>
                  </a:lnTo>
                  <a:lnTo>
                    <a:pt x="4941106" y="530428"/>
                  </a:lnTo>
                  <a:lnTo>
                    <a:pt x="4941201" y="530428"/>
                  </a:lnTo>
                  <a:lnTo>
                    <a:pt x="4941295" y="530428"/>
                  </a:lnTo>
                  <a:lnTo>
                    <a:pt x="4941389" y="530428"/>
                  </a:lnTo>
                  <a:lnTo>
                    <a:pt x="4941483" y="530428"/>
                  </a:lnTo>
                  <a:lnTo>
                    <a:pt x="4941577" y="530428"/>
                  </a:lnTo>
                  <a:lnTo>
                    <a:pt x="4941671" y="530428"/>
                  </a:lnTo>
                  <a:lnTo>
                    <a:pt x="4941765" y="530428"/>
                  </a:lnTo>
                  <a:lnTo>
                    <a:pt x="4941860" y="530428"/>
                  </a:lnTo>
                  <a:lnTo>
                    <a:pt x="4941954" y="530428"/>
                  </a:lnTo>
                  <a:lnTo>
                    <a:pt x="4942048" y="530428"/>
                  </a:lnTo>
                  <a:lnTo>
                    <a:pt x="4942142" y="530428"/>
                  </a:lnTo>
                  <a:lnTo>
                    <a:pt x="4942236" y="530428"/>
                  </a:lnTo>
                  <a:lnTo>
                    <a:pt x="4942330" y="530428"/>
                  </a:lnTo>
                  <a:lnTo>
                    <a:pt x="4942425" y="530428"/>
                  </a:lnTo>
                  <a:lnTo>
                    <a:pt x="4942519" y="530428"/>
                  </a:lnTo>
                  <a:lnTo>
                    <a:pt x="4942613" y="530428"/>
                  </a:lnTo>
                  <a:lnTo>
                    <a:pt x="4942707" y="530428"/>
                  </a:lnTo>
                  <a:lnTo>
                    <a:pt x="4942801" y="530428"/>
                  </a:lnTo>
                  <a:lnTo>
                    <a:pt x="4942895" y="530428"/>
                  </a:lnTo>
                  <a:lnTo>
                    <a:pt x="4942989" y="530428"/>
                  </a:lnTo>
                  <a:lnTo>
                    <a:pt x="4943084" y="530428"/>
                  </a:lnTo>
                  <a:lnTo>
                    <a:pt x="4943178" y="530428"/>
                  </a:lnTo>
                  <a:lnTo>
                    <a:pt x="4943272" y="530428"/>
                  </a:lnTo>
                  <a:lnTo>
                    <a:pt x="4943366" y="530428"/>
                  </a:lnTo>
                  <a:lnTo>
                    <a:pt x="4943460" y="530428"/>
                  </a:lnTo>
                  <a:lnTo>
                    <a:pt x="4943554" y="530428"/>
                  </a:lnTo>
                  <a:lnTo>
                    <a:pt x="4943648" y="530428"/>
                  </a:lnTo>
                  <a:lnTo>
                    <a:pt x="4943743" y="530428"/>
                  </a:lnTo>
                  <a:lnTo>
                    <a:pt x="4943837" y="530428"/>
                  </a:lnTo>
                  <a:lnTo>
                    <a:pt x="4943931" y="530428"/>
                  </a:lnTo>
                  <a:lnTo>
                    <a:pt x="4944025" y="530428"/>
                  </a:lnTo>
                  <a:lnTo>
                    <a:pt x="4944119" y="530428"/>
                  </a:lnTo>
                  <a:lnTo>
                    <a:pt x="4944213" y="530428"/>
                  </a:lnTo>
                  <a:lnTo>
                    <a:pt x="4944308" y="530428"/>
                  </a:lnTo>
                  <a:lnTo>
                    <a:pt x="4944402" y="530428"/>
                  </a:lnTo>
                  <a:lnTo>
                    <a:pt x="4944496" y="530428"/>
                  </a:lnTo>
                  <a:lnTo>
                    <a:pt x="4944590" y="530428"/>
                  </a:lnTo>
                  <a:lnTo>
                    <a:pt x="4944684" y="530428"/>
                  </a:lnTo>
                  <a:lnTo>
                    <a:pt x="4944778" y="530428"/>
                  </a:lnTo>
                  <a:lnTo>
                    <a:pt x="4944872" y="530428"/>
                  </a:lnTo>
                  <a:lnTo>
                    <a:pt x="4944967" y="530428"/>
                  </a:lnTo>
                  <a:lnTo>
                    <a:pt x="4945061" y="530428"/>
                  </a:lnTo>
                  <a:lnTo>
                    <a:pt x="4945155" y="530428"/>
                  </a:lnTo>
                  <a:lnTo>
                    <a:pt x="4945249" y="530428"/>
                  </a:lnTo>
                  <a:lnTo>
                    <a:pt x="4945343" y="530428"/>
                  </a:lnTo>
                  <a:lnTo>
                    <a:pt x="4945437" y="530428"/>
                  </a:lnTo>
                  <a:lnTo>
                    <a:pt x="4945532" y="530428"/>
                  </a:lnTo>
                  <a:lnTo>
                    <a:pt x="4945626" y="530428"/>
                  </a:lnTo>
                  <a:lnTo>
                    <a:pt x="4945720" y="530428"/>
                  </a:lnTo>
                  <a:lnTo>
                    <a:pt x="4945814" y="530428"/>
                  </a:lnTo>
                  <a:lnTo>
                    <a:pt x="4945908" y="530428"/>
                  </a:lnTo>
                  <a:lnTo>
                    <a:pt x="4946002" y="530428"/>
                  </a:lnTo>
                  <a:lnTo>
                    <a:pt x="4946096" y="530428"/>
                  </a:lnTo>
                  <a:lnTo>
                    <a:pt x="4946191" y="530428"/>
                  </a:lnTo>
                  <a:lnTo>
                    <a:pt x="4946285" y="530428"/>
                  </a:lnTo>
                  <a:lnTo>
                    <a:pt x="4946379" y="530428"/>
                  </a:lnTo>
                  <a:lnTo>
                    <a:pt x="4946473" y="530428"/>
                  </a:lnTo>
                  <a:lnTo>
                    <a:pt x="4946567" y="530428"/>
                  </a:lnTo>
                  <a:lnTo>
                    <a:pt x="4946661" y="530428"/>
                  </a:lnTo>
                  <a:lnTo>
                    <a:pt x="4946756" y="530428"/>
                  </a:lnTo>
                  <a:lnTo>
                    <a:pt x="4946850" y="530428"/>
                  </a:lnTo>
                  <a:lnTo>
                    <a:pt x="4946944" y="530428"/>
                  </a:lnTo>
                  <a:lnTo>
                    <a:pt x="4947038" y="530428"/>
                  </a:lnTo>
                  <a:lnTo>
                    <a:pt x="4947132" y="530428"/>
                  </a:lnTo>
                  <a:lnTo>
                    <a:pt x="4947226" y="530428"/>
                  </a:lnTo>
                  <a:lnTo>
                    <a:pt x="4947320" y="530428"/>
                  </a:lnTo>
                  <a:lnTo>
                    <a:pt x="4947415" y="530428"/>
                  </a:lnTo>
                  <a:lnTo>
                    <a:pt x="4947509" y="530428"/>
                  </a:lnTo>
                  <a:lnTo>
                    <a:pt x="4947603" y="530428"/>
                  </a:lnTo>
                  <a:lnTo>
                    <a:pt x="4947697" y="530428"/>
                  </a:lnTo>
                  <a:lnTo>
                    <a:pt x="4947791" y="530428"/>
                  </a:lnTo>
                  <a:lnTo>
                    <a:pt x="4947885" y="530428"/>
                  </a:lnTo>
                  <a:lnTo>
                    <a:pt x="4947979" y="530428"/>
                  </a:lnTo>
                  <a:lnTo>
                    <a:pt x="4948074" y="530428"/>
                  </a:lnTo>
                  <a:lnTo>
                    <a:pt x="4948168" y="530428"/>
                  </a:lnTo>
                  <a:lnTo>
                    <a:pt x="4948262" y="530428"/>
                  </a:lnTo>
                  <a:lnTo>
                    <a:pt x="4948356" y="530428"/>
                  </a:lnTo>
                  <a:lnTo>
                    <a:pt x="4948450" y="530428"/>
                  </a:lnTo>
                  <a:lnTo>
                    <a:pt x="4948450" y="525517"/>
                  </a:lnTo>
                  <a:lnTo>
                    <a:pt x="4948544" y="525517"/>
                  </a:lnTo>
                  <a:lnTo>
                    <a:pt x="4948639" y="525517"/>
                  </a:lnTo>
                  <a:lnTo>
                    <a:pt x="4948733" y="525517"/>
                  </a:lnTo>
                  <a:lnTo>
                    <a:pt x="4948827" y="525517"/>
                  </a:lnTo>
                  <a:lnTo>
                    <a:pt x="4948921" y="525517"/>
                  </a:lnTo>
                  <a:lnTo>
                    <a:pt x="4949015" y="525517"/>
                  </a:lnTo>
                  <a:lnTo>
                    <a:pt x="4949109" y="525517"/>
                  </a:lnTo>
                  <a:lnTo>
                    <a:pt x="4949203" y="525517"/>
                  </a:lnTo>
                  <a:lnTo>
                    <a:pt x="4949298" y="525517"/>
                  </a:lnTo>
                  <a:lnTo>
                    <a:pt x="4949392" y="525517"/>
                  </a:lnTo>
                  <a:lnTo>
                    <a:pt x="4949486" y="525517"/>
                  </a:lnTo>
                  <a:lnTo>
                    <a:pt x="4949580" y="525517"/>
                  </a:lnTo>
                  <a:lnTo>
                    <a:pt x="4949674" y="525517"/>
                  </a:lnTo>
                  <a:lnTo>
                    <a:pt x="4949768" y="525517"/>
                  </a:lnTo>
                  <a:lnTo>
                    <a:pt x="4949863" y="525517"/>
                  </a:lnTo>
                  <a:lnTo>
                    <a:pt x="4949957" y="525517"/>
                  </a:lnTo>
                  <a:lnTo>
                    <a:pt x="4950051" y="525517"/>
                  </a:lnTo>
                  <a:lnTo>
                    <a:pt x="4950145" y="525517"/>
                  </a:lnTo>
                  <a:lnTo>
                    <a:pt x="4950239" y="525517"/>
                  </a:lnTo>
                  <a:lnTo>
                    <a:pt x="4950333" y="525517"/>
                  </a:lnTo>
                  <a:lnTo>
                    <a:pt x="4950427" y="525517"/>
                  </a:lnTo>
                  <a:lnTo>
                    <a:pt x="4950522" y="525517"/>
                  </a:lnTo>
                  <a:lnTo>
                    <a:pt x="4950616" y="525517"/>
                  </a:lnTo>
                  <a:lnTo>
                    <a:pt x="4950710" y="525517"/>
                  </a:lnTo>
                  <a:lnTo>
                    <a:pt x="4950804" y="525517"/>
                  </a:lnTo>
                  <a:lnTo>
                    <a:pt x="4950898" y="525517"/>
                  </a:lnTo>
                  <a:lnTo>
                    <a:pt x="4950992" y="525517"/>
                  </a:lnTo>
                  <a:lnTo>
                    <a:pt x="4951087" y="525517"/>
                  </a:lnTo>
                  <a:lnTo>
                    <a:pt x="4951181" y="525517"/>
                  </a:lnTo>
                  <a:lnTo>
                    <a:pt x="4951181" y="520605"/>
                  </a:lnTo>
                  <a:lnTo>
                    <a:pt x="4951275" y="520605"/>
                  </a:lnTo>
                  <a:lnTo>
                    <a:pt x="4951369" y="520605"/>
                  </a:lnTo>
                  <a:lnTo>
                    <a:pt x="4951463" y="520605"/>
                  </a:lnTo>
                  <a:lnTo>
                    <a:pt x="4951557" y="520605"/>
                  </a:lnTo>
                  <a:lnTo>
                    <a:pt x="4951651" y="520605"/>
                  </a:lnTo>
                  <a:lnTo>
                    <a:pt x="4951746" y="520605"/>
                  </a:lnTo>
                  <a:lnTo>
                    <a:pt x="4951840" y="520605"/>
                  </a:lnTo>
                  <a:lnTo>
                    <a:pt x="4951840" y="515694"/>
                  </a:lnTo>
                  <a:lnTo>
                    <a:pt x="4951934" y="515694"/>
                  </a:lnTo>
                  <a:lnTo>
                    <a:pt x="4952028" y="515694"/>
                  </a:lnTo>
                  <a:lnTo>
                    <a:pt x="4952122" y="515694"/>
                  </a:lnTo>
                  <a:lnTo>
                    <a:pt x="4952216" y="515694"/>
                  </a:lnTo>
                  <a:lnTo>
                    <a:pt x="4952310" y="515694"/>
                  </a:lnTo>
                  <a:lnTo>
                    <a:pt x="4952405" y="515694"/>
                  </a:lnTo>
                  <a:lnTo>
                    <a:pt x="4952499" y="515694"/>
                  </a:lnTo>
                  <a:lnTo>
                    <a:pt x="4952593" y="515694"/>
                  </a:lnTo>
                  <a:lnTo>
                    <a:pt x="4952687" y="515694"/>
                  </a:lnTo>
                  <a:lnTo>
                    <a:pt x="4952781" y="515694"/>
                  </a:lnTo>
                  <a:lnTo>
                    <a:pt x="4952875" y="515694"/>
                  </a:lnTo>
                  <a:lnTo>
                    <a:pt x="4952970" y="515694"/>
                  </a:lnTo>
                  <a:lnTo>
                    <a:pt x="4953064" y="515694"/>
                  </a:lnTo>
                  <a:lnTo>
                    <a:pt x="4953158" y="515694"/>
                  </a:lnTo>
                  <a:lnTo>
                    <a:pt x="4953252" y="515694"/>
                  </a:lnTo>
                  <a:lnTo>
                    <a:pt x="4953346" y="515694"/>
                  </a:lnTo>
                  <a:lnTo>
                    <a:pt x="4953440" y="515694"/>
                  </a:lnTo>
                  <a:lnTo>
                    <a:pt x="4953534" y="515694"/>
                  </a:lnTo>
                  <a:lnTo>
                    <a:pt x="4953629" y="515694"/>
                  </a:lnTo>
                  <a:lnTo>
                    <a:pt x="4953723" y="515694"/>
                  </a:lnTo>
                  <a:lnTo>
                    <a:pt x="4953817" y="515694"/>
                  </a:lnTo>
                  <a:lnTo>
                    <a:pt x="4953911" y="515694"/>
                  </a:lnTo>
                  <a:lnTo>
                    <a:pt x="4954005" y="515694"/>
                  </a:lnTo>
                  <a:lnTo>
                    <a:pt x="4954099" y="515694"/>
                  </a:lnTo>
                  <a:lnTo>
                    <a:pt x="4954194" y="515694"/>
                  </a:lnTo>
                  <a:lnTo>
                    <a:pt x="4954288" y="515694"/>
                  </a:lnTo>
                  <a:lnTo>
                    <a:pt x="4954382" y="515694"/>
                  </a:lnTo>
                  <a:lnTo>
                    <a:pt x="4954476" y="515694"/>
                  </a:lnTo>
                  <a:lnTo>
                    <a:pt x="4954570" y="515694"/>
                  </a:lnTo>
                  <a:lnTo>
                    <a:pt x="4954664" y="515694"/>
                  </a:lnTo>
                  <a:lnTo>
                    <a:pt x="4954758" y="515694"/>
                  </a:lnTo>
                  <a:lnTo>
                    <a:pt x="4954853" y="515694"/>
                  </a:lnTo>
                  <a:lnTo>
                    <a:pt x="4954947" y="515694"/>
                  </a:lnTo>
                  <a:lnTo>
                    <a:pt x="4955041" y="515694"/>
                  </a:lnTo>
                  <a:lnTo>
                    <a:pt x="4955135" y="515694"/>
                  </a:lnTo>
                  <a:lnTo>
                    <a:pt x="4955229" y="515694"/>
                  </a:lnTo>
                  <a:lnTo>
                    <a:pt x="4955323" y="515694"/>
                  </a:lnTo>
                  <a:lnTo>
                    <a:pt x="4955418" y="515694"/>
                  </a:lnTo>
                  <a:lnTo>
                    <a:pt x="4955512" y="515694"/>
                  </a:lnTo>
                  <a:lnTo>
                    <a:pt x="4955606" y="515694"/>
                  </a:lnTo>
                  <a:lnTo>
                    <a:pt x="4955700" y="515694"/>
                  </a:lnTo>
                  <a:lnTo>
                    <a:pt x="4955794" y="515694"/>
                  </a:lnTo>
                  <a:lnTo>
                    <a:pt x="4955888" y="515694"/>
                  </a:lnTo>
                  <a:lnTo>
                    <a:pt x="4955982" y="515694"/>
                  </a:lnTo>
                  <a:lnTo>
                    <a:pt x="4956077" y="515694"/>
                  </a:lnTo>
                  <a:lnTo>
                    <a:pt x="4956171" y="515694"/>
                  </a:lnTo>
                  <a:lnTo>
                    <a:pt x="4956265" y="515694"/>
                  </a:lnTo>
                  <a:lnTo>
                    <a:pt x="4956359" y="515694"/>
                  </a:lnTo>
                  <a:lnTo>
                    <a:pt x="4956453" y="515694"/>
                  </a:lnTo>
                  <a:lnTo>
                    <a:pt x="4956547" y="515694"/>
                  </a:lnTo>
                  <a:lnTo>
                    <a:pt x="4956641" y="515694"/>
                  </a:lnTo>
                  <a:lnTo>
                    <a:pt x="4956736" y="515694"/>
                  </a:lnTo>
                  <a:lnTo>
                    <a:pt x="4956830" y="515694"/>
                  </a:lnTo>
                  <a:lnTo>
                    <a:pt x="4956924" y="515694"/>
                  </a:lnTo>
                  <a:lnTo>
                    <a:pt x="4957018" y="515694"/>
                  </a:lnTo>
                  <a:lnTo>
                    <a:pt x="4957112" y="515694"/>
                  </a:lnTo>
                  <a:lnTo>
                    <a:pt x="4957206" y="515694"/>
                  </a:lnTo>
                  <a:lnTo>
                    <a:pt x="4957301" y="515694"/>
                  </a:lnTo>
                  <a:lnTo>
                    <a:pt x="4957395" y="515694"/>
                  </a:lnTo>
                  <a:lnTo>
                    <a:pt x="4957489" y="515694"/>
                  </a:lnTo>
                  <a:lnTo>
                    <a:pt x="4957583" y="515694"/>
                  </a:lnTo>
                  <a:lnTo>
                    <a:pt x="4957677" y="515694"/>
                  </a:lnTo>
                  <a:lnTo>
                    <a:pt x="4957771" y="515694"/>
                  </a:lnTo>
                  <a:lnTo>
                    <a:pt x="4957865" y="515694"/>
                  </a:lnTo>
                  <a:lnTo>
                    <a:pt x="4957960" y="515694"/>
                  </a:lnTo>
                  <a:lnTo>
                    <a:pt x="4958054" y="515694"/>
                  </a:lnTo>
                  <a:lnTo>
                    <a:pt x="4958148" y="515694"/>
                  </a:lnTo>
                  <a:lnTo>
                    <a:pt x="4958242" y="515694"/>
                  </a:lnTo>
                  <a:lnTo>
                    <a:pt x="4958336" y="515694"/>
                  </a:lnTo>
                  <a:lnTo>
                    <a:pt x="4958336" y="510782"/>
                  </a:lnTo>
                  <a:lnTo>
                    <a:pt x="4958430" y="510782"/>
                  </a:lnTo>
                  <a:lnTo>
                    <a:pt x="4958525" y="510782"/>
                  </a:lnTo>
                  <a:lnTo>
                    <a:pt x="4958619" y="510782"/>
                  </a:lnTo>
                  <a:lnTo>
                    <a:pt x="4958713" y="510782"/>
                  </a:lnTo>
                  <a:lnTo>
                    <a:pt x="4958807" y="510782"/>
                  </a:lnTo>
                  <a:lnTo>
                    <a:pt x="4958901" y="510782"/>
                  </a:lnTo>
                  <a:lnTo>
                    <a:pt x="4958995" y="510782"/>
                  </a:lnTo>
                  <a:lnTo>
                    <a:pt x="4959089" y="510782"/>
                  </a:lnTo>
                  <a:lnTo>
                    <a:pt x="4959184" y="510782"/>
                  </a:lnTo>
                  <a:lnTo>
                    <a:pt x="4959278" y="510782"/>
                  </a:lnTo>
                  <a:lnTo>
                    <a:pt x="4959372" y="510782"/>
                  </a:lnTo>
                  <a:lnTo>
                    <a:pt x="4959466" y="510782"/>
                  </a:lnTo>
                  <a:lnTo>
                    <a:pt x="4959560" y="510782"/>
                  </a:lnTo>
                  <a:lnTo>
                    <a:pt x="4959654" y="510782"/>
                  </a:lnTo>
                  <a:lnTo>
                    <a:pt x="4959749" y="510782"/>
                  </a:lnTo>
                  <a:lnTo>
                    <a:pt x="4959843" y="510782"/>
                  </a:lnTo>
                  <a:lnTo>
                    <a:pt x="4959937" y="510782"/>
                  </a:lnTo>
                  <a:lnTo>
                    <a:pt x="4960031" y="510782"/>
                  </a:lnTo>
                  <a:lnTo>
                    <a:pt x="4960125" y="510782"/>
                  </a:lnTo>
                  <a:lnTo>
                    <a:pt x="4960219" y="510782"/>
                  </a:lnTo>
                  <a:lnTo>
                    <a:pt x="4960313" y="510782"/>
                  </a:lnTo>
                  <a:lnTo>
                    <a:pt x="4960408" y="510782"/>
                  </a:lnTo>
                  <a:lnTo>
                    <a:pt x="4960502" y="510782"/>
                  </a:lnTo>
                  <a:lnTo>
                    <a:pt x="4960596" y="510782"/>
                  </a:lnTo>
                  <a:lnTo>
                    <a:pt x="4960690" y="510782"/>
                  </a:lnTo>
                  <a:lnTo>
                    <a:pt x="4960784" y="510782"/>
                  </a:lnTo>
                  <a:lnTo>
                    <a:pt x="4960878" y="510782"/>
                  </a:lnTo>
                  <a:lnTo>
                    <a:pt x="4960972" y="510782"/>
                  </a:lnTo>
                  <a:lnTo>
                    <a:pt x="4961067" y="510782"/>
                  </a:lnTo>
                  <a:lnTo>
                    <a:pt x="4961161" y="510782"/>
                  </a:lnTo>
                  <a:lnTo>
                    <a:pt x="4961255" y="510782"/>
                  </a:lnTo>
                  <a:lnTo>
                    <a:pt x="4961349" y="510782"/>
                  </a:lnTo>
                  <a:lnTo>
                    <a:pt x="4961443" y="510782"/>
                  </a:lnTo>
                  <a:lnTo>
                    <a:pt x="4961537" y="510782"/>
                  </a:lnTo>
                  <a:lnTo>
                    <a:pt x="4961632" y="510782"/>
                  </a:lnTo>
                  <a:lnTo>
                    <a:pt x="4961726" y="510782"/>
                  </a:lnTo>
                  <a:lnTo>
                    <a:pt x="4961820" y="510782"/>
                  </a:lnTo>
                  <a:lnTo>
                    <a:pt x="4961914" y="510782"/>
                  </a:lnTo>
                  <a:lnTo>
                    <a:pt x="4962008" y="510782"/>
                  </a:lnTo>
                  <a:lnTo>
                    <a:pt x="4962102" y="510782"/>
                  </a:lnTo>
                  <a:lnTo>
                    <a:pt x="4962196" y="510782"/>
                  </a:lnTo>
                  <a:lnTo>
                    <a:pt x="4962291" y="510782"/>
                  </a:lnTo>
                  <a:lnTo>
                    <a:pt x="4962385" y="510782"/>
                  </a:lnTo>
                  <a:lnTo>
                    <a:pt x="4962479" y="510782"/>
                  </a:lnTo>
                  <a:lnTo>
                    <a:pt x="4962573" y="510782"/>
                  </a:lnTo>
                  <a:lnTo>
                    <a:pt x="4962667" y="510782"/>
                  </a:lnTo>
                  <a:lnTo>
                    <a:pt x="4962761" y="510782"/>
                  </a:lnTo>
                  <a:lnTo>
                    <a:pt x="4962856" y="510782"/>
                  </a:lnTo>
                  <a:lnTo>
                    <a:pt x="4962950" y="510782"/>
                  </a:lnTo>
                  <a:lnTo>
                    <a:pt x="4963044" y="510782"/>
                  </a:lnTo>
                  <a:lnTo>
                    <a:pt x="4963138" y="510782"/>
                  </a:lnTo>
                  <a:lnTo>
                    <a:pt x="4963232" y="510782"/>
                  </a:lnTo>
                  <a:lnTo>
                    <a:pt x="4963326" y="510782"/>
                  </a:lnTo>
                  <a:lnTo>
                    <a:pt x="4963420" y="510782"/>
                  </a:lnTo>
                  <a:lnTo>
                    <a:pt x="4963515" y="510782"/>
                  </a:lnTo>
                  <a:lnTo>
                    <a:pt x="4963609" y="510782"/>
                  </a:lnTo>
                  <a:lnTo>
                    <a:pt x="4963703" y="510782"/>
                  </a:lnTo>
                  <a:lnTo>
                    <a:pt x="4963797" y="510782"/>
                  </a:lnTo>
                  <a:lnTo>
                    <a:pt x="4963891" y="510782"/>
                  </a:lnTo>
                  <a:lnTo>
                    <a:pt x="4963985" y="510782"/>
                  </a:lnTo>
                  <a:lnTo>
                    <a:pt x="4964080" y="510782"/>
                  </a:lnTo>
                  <a:lnTo>
                    <a:pt x="4964174" y="510782"/>
                  </a:lnTo>
                  <a:lnTo>
                    <a:pt x="4964268" y="510782"/>
                  </a:lnTo>
                  <a:lnTo>
                    <a:pt x="4964362" y="510782"/>
                  </a:lnTo>
                  <a:lnTo>
                    <a:pt x="4964456" y="510782"/>
                  </a:lnTo>
                  <a:lnTo>
                    <a:pt x="4964550" y="510782"/>
                  </a:lnTo>
                  <a:lnTo>
                    <a:pt x="4964644" y="510782"/>
                  </a:lnTo>
                  <a:lnTo>
                    <a:pt x="4964739" y="510782"/>
                  </a:lnTo>
                  <a:lnTo>
                    <a:pt x="4964833" y="510782"/>
                  </a:lnTo>
                  <a:lnTo>
                    <a:pt x="4964927" y="510782"/>
                  </a:lnTo>
                  <a:lnTo>
                    <a:pt x="4965021" y="510782"/>
                  </a:lnTo>
                  <a:lnTo>
                    <a:pt x="4965115" y="510782"/>
                  </a:lnTo>
                  <a:lnTo>
                    <a:pt x="4965209" y="510782"/>
                  </a:lnTo>
                  <a:lnTo>
                    <a:pt x="4965303" y="510782"/>
                  </a:lnTo>
                  <a:lnTo>
                    <a:pt x="4965398" y="510782"/>
                  </a:lnTo>
                  <a:lnTo>
                    <a:pt x="4965492" y="510782"/>
                  </a:lnTo>
                  <a:lnTo>
                    <a:pt x="4965586" y="510782"/>
                  </a:lnTo>
                  <a:lnTo>
                    <a:pt x="4965680" y="510782"/>
                  </a:lnTo>
                  <a:lnTo>
                    <a:pt x="4965774" y="510782"/>
                  </a:lnTo>
                  <a:lnTo>
                    <a:pt x="4965868" y="510782"/>
                  </a:lnTo>
                  <a:lnTo>
                    <a:pt x="4965963" y="510782"/>
                  </a:lnTo>
                  <a:lnTo>
                    <a:pt x="4966057" y="510782"/>
                  </a:lnTo>
                  <a:lnTo>
                    <a:pt x="4966151" y="510782"/>
                  </a:lnTo>
                  <a:lnTo>
                    <a:pt x="4966245" y="510782"/>
                  </a:lnTo>
                  <a:lnTo>
                    <a:pt x="4966339" y="510782"/>
                  </a:lnTo>
                  <a:lnTo>
                    <a:pt x="4966433" y="510782"/>
                  </a:lnTo>
                  <a:lnTo>
                    <a:pt x="4966527" y="510782"/>
                  </a:lnTo>
                  <a:lnTo>
                    <a:pt x="4966622" y="510782"/>
                  </a:lnTo>
                  <a:lnTo>
                    <a:pt x="4966716" y="510782"/>
                  </a:lnTo>
                  <a:lnTo>
                    <a:pt x="4966810" y="510782"/>
                  </a:lnTo>
                  <a:lnTo>
                    <a:pt x="4966904" y="510782"/>
                  </a:lnTo>
                  <a:lnTo>
                    <a:pt x="4966998" y="510782"/>
                  </a:lnTo>
                  <a:lnTo>
                    <a:pt x="4967092" y="510782"/>
                  </a:lnTo>
                  <a:lnTo>
                    <a:pt x="4967187" y="510782"/>
                  </a:lnTo>
                  <a:lnTo>
                    <a:pt x="4967281" y="510782"/>
                  </a:lnTo>
                  <a:lnTo>
                    <a:pt x="4967375" y="510782"/>
                  </a:lnTo>
                  <a:lnTo>
                    <a:pt x="4967469" y="510782"/>
                  </a:lnTo>
                  <a:lnTo>
                    <a:pt x="4967563" y="510782"/>
                  </a:lnTo>
                  <a:lnTo>
                    <a:pt x="4967657" y="510782"/>
                  </a:lnTo>
                  <a:lnTo>
                    <a:pt x="4967751" y="510782"/>
                  </a:lnTo>
                  <a:lnTo>
                    <a:pt x="4967846" y="510782"/>
                  </a:lnTo>
                  <a:lnTo>
                    <a:pt x="4967940" y="510782"/>
                  </a:lnTo>
                  <a:lnTo>
                    <a:pt x="4968034" y="510782"/>
                  </a:lnTo>
                  <a:lnTo>
                    <a:pt x="4968128" y="510782"/>
                  </a:lnTo>
                  <a:lnTo>
                    <a:pt x="4968222" y="510782"/>
                  </a:lnTo>
                  <a:lnTo>
                    <a:pt x="4968316" y="510782"/>
                  </a:lnTo>
                  <a:lnTo>
                    <a:pt x="4968411" y="510782"/>
                  </a:lnTo>
                  <a:lnTo>
                    <a:pt x="4968505" y="510782"/>
                  </a:lnTo>
                  <a:lnTo>
                    <a:pt x="4968599" y="510782"/>
                  </a:lnTo>
                  <a:lnTo>
                    <a:pt x="4968693" y="510782"/>
                  </a:lnTo>
                  <a:lnTo>
                    <a:pt x="4968787" y="510782"/>
                  </a:lnTo>
                  <a:lnTo>
                    <a:pt x="4968881" y="510782"/>
                  </a:lnTo>
                  <a:lnTo>
                    <a:pt x="4968975" y="510782"/>
                  </a:lnTo>
                  <a:lnTo>
                    <a:pt x="4969070" y="510782"/>
                  </a:lnTo>
                  <a:lnTo>
                    <a:pt x="4969164" y="510782"/>
                  </a:lnTo>
                  <a:lnTo>
                    <a:pt x="4969164" y="505871"/>
                  </a:lnTo>
                  <a:lnTo>
                    <a:pt x="4969258" y="505871"/>
                  </a:lnTo>
                  <a:lnTo>
                    <a:pt x="4969352" y="505871"/>
                  </a:lnTo>
                  <a:lnTo>
                    <a:pt x="4969446" y="505871"/>
                  </a:lnTo>
                  <a:lnTo>
                    <a:pt x="4969540" y="505871"/>
                  </a:lnTo>
                  <a:lnTo>
                    <a:pt x="4969634" y="505871"/>
                  </a:lnTo>
                  <a:lnTo>
                    <a:pt x="4969729" y="505871"/>
                  </a:lnTo>
                  <a:lnTo>
                    <a:pt x="4969823" y="505871"/>
                  </a:lnTo>
                  <a:lnTo>
                    <a:pt x="4969917" y="505871"/>
                  </a:lnTo>
                  <a:lnTo>
                    <a:pt x="4970011" y="505871"/>
                  </a:lnTo>
                  <a:lnTo>
                    <a:pt x="4970105" y="505871"/>
                  </a:lnTo>
                  <a:lnTo>
                    <a:pt x="4970199" y="505871"/>
                  </a:lnTo>
                  <a:lnTo>
                    <a:pt x="4970294" y="505871"/>
                  </a:lnTo>
                  <a:lnTo>
                    <a:pt x="4970388" y="505871"/>
                  </a:lnTo>
                  <a:lnTo>
                    <a:pt x="4970482" y="505871"/>
                  </a:lnTo>
                  <a:lnTo>
                    <a:pt x="4970576" y="505871"/>
                  </a:lnTo>
                  <a:lnTo>
                    <a:pt x="4970670" y="505871"/>
                  </a:lnTo>
                  <a:lnTo>
                    <a:pt x="4970764" y="505871"/>
                  </a:lnTo>
                  <a:lnTo>
                    <a:pt x="4970858" y="505871"/>
                  </a:lnTo>
                  <a:lnTo>
                    <a:pt x="4970953" y="505871"/>
                  </a:lnTo>
                  <a:lnTo>
                    <a:pt x="4971047" y="505871"/>
                  </a:lnTo>
                  <a:lnTo>
                    <a:pt x="4971141" y="505871"/>
                  </a:lnTo>
                  <a:lnTo>
                    <a:pt x="4971235" y="505871"/>
                  </a:lnTo>
                  <a:lnTo>
                    <a:pt x="4971329" y="505871"/>
                  </a:lnTo>
                  <a:lnTo>
                    <a:pt x="4971423" y="505871"/>
                  </a:lnTo>
                  <a:lnTo>
                    <a:pt x="4971518" y="505871"/>
                  </a:lnTo>
                  <a:lnTo>
                    <a:pt x="4971612" y="505871"/>
                  </a:lnTo>
                  <a:lnTo>
                    <a:pt x="4971706" y="505871"/>
                  </a:lnTo>
                  <a:lnTo>
                    <a:pt x="4971800" y="505871"/>
                  </a:lnTo>
                  <a:lnTo>
                    <a:pt x="4971894" y="505871"/>
                  </a:lnTo>
                  <a:lnTo>
                    <a:pt x="4971988" y="505871"/>
                  </a:lnTo>
                  <a:lnTo>
                    <a:pt x="4972082" y="505871"/>
                  </a:lnTo>
                  <a:lnTo>
                    <a:pt x="4972177" y="505871"/>
                  </a:lnTo>
                  <a:lnTo>
                    <a:pt x="4972271" y="505871"/>
                  </a:lnTo>
                  <a:lnTo>
                    <a:pt x="4972365" y="505871"/>
                  </a:lnTo>
                  <a:lnTo>
                    <a:pt x="4972459" y="505871"/>
                  </a:lnTo>
                  <a:lnTo>
                    <a:pt x="4972553" y="505871"/>
                  </a:lnTo>
                  <a:lnTo>
                    <a:pt x="4972647" y="505871"/>
                  </a:lnTo>
                  <a:lnTo>
                    <a:pt x="4972742" y="505871"/>
                  </a:lnTo>
                  <a:lnTo>
                    <a:pt x="4972836" y="505871"/>
                  </a:lnTo>
                  <a:lnTo>
                    <a:pt x="4972930" y="505871"/>
                  </a:lnTo>
                  <a:lnTo>
                    <a:pt x="4973024" y="505871"/>
                  </a:lnTo>
                  <a:lnTo>
                    <a:pt x="4973118" y="505871"/>
                  </a:lnTo>
                  <a:lnTo>
                    <a:pt x="4973212" y="505871"/>
                  </a:lnTo>
                  <a:lnTo>
                    <a:pt x="4973306" y="505871"/>
                  </a:lnTo>
                  <a:lnTo>
                    <a:pt x="4973401" y="505871"/>
                  </a:lnTo>
                  <a:lnTo>
                    <a:pt x="4973495" y="505871"/>
                  </a:lnTo>
                  <a:lnTo>
                    <a:pt x="4973589" y="505871"/>
                  </a:lnTo>
                  <a:lnTo>
                    <a:pt x="4973683" y="505871"/>
                  </a:lnTo>
                  <a:lnTo>
                    <a:pt x="4973777" y="505871"/>
                  </a:lnTo>
                  <a:lnTo>
                    <a:pt x="4973871" y="505871"/>
                  </a:lnTo>
                  <a:lnTo>
                    <a:pt x="4973965" y="505871"/>
                  </a:lnTo>
                  <a:lnTo>
                    <a:pt x="4974060" y="505871"/>
                  </a:lnTo>
                  <a:lnTo>
                    <a:pt x="4974154" y="505871"/>
                  </a:lnTo>
                  <a:lnTo>
                    <a:pt x="4974248" y="505871"/>
                  </a:lnTo>
                  <a:lnTo>
                    <a:pt x="4974342" y="505871"/>
                  </a:lnTo>
                  <a:lnTo>
                    <a:pt x="4974436" y="505871"/>
                  </a:lnTo>
                  <a:lnTo>
                    <a:pt x="4974530" y="505871"/>
                  </a:lnTo>
                  <a:lnTo>
                    <a:pt x="4974625" y="505871"/>
                  </a:lnTo>
                  <a:lnTo>
                    <a:pt x="4974719" y="505871"/>
                  </a:lnTo>
                  <a:lnTo>
                    <a:pt x="4974813" y="505871"/>
                  </a:lnTo>
                  <a:lnTo>
                    <a:pt x="4974907" y="505871"/>
                  </a:lnTo>
                  <a:lnTo>
                    <a:pt x="4975001" y="505871"/>
                  </a:lnTo>
                  <a:lnTo>
                    <a:pt x="4975095" y="505871"/>
                  </a:lnTo>
                  <a:lnTo>
                    <a:pt x="4975189" y="505871"/>
                  </a:lnTo>
                  <a:lnTo>
                    <a:pt x="4975284" y="505871"/>
                  </a:lnTo>
                  <a:lnTo>
                    <a:pt x="4975378" y="505871"/>
                  </a:lnTo>
                  <a:lnTo>
                    <a:pt x="4975472" y="505871"/>
                  </a:lnTo>
                  <a:lnTo>
                    <a:pt x="4975566" y="505871"/>
                  </a:lnTo>
                  <a:lnTo>
                    <a:pt x="4975660" y="505871"/>
                  </a:lnTo>
                  <a:lnTo>
                    <a:pt x="4975754" y="505871"/>
                  </a:lnTo>
                  <a:lnTo>
                    <a:pt x="4975849" y="505871"/>
                  </a:lnTo>
                  <a:lnTo>
                    <a:pt x="4975943" y="505871"/>
                  </a:lnTo>
                  <a:lnTo>
                    <a:pt x="4976037" y="505871"/>
                  </a:lnTo>
                  <a:lnTo>
                    <a:pt x="4976131" y="505871"/>
                  </a:lnTo>
                  <a:lnTo>
                    <a:pt x="4976225" y="505871"/>
                  </a:lnTo>
                  <a:lnTo>
                    <a:pt x="4976319" y="505871"/>
                  </a:lnTo>
                  <a:lnTo>
                    <a:pt x="4976413" y="505871"/>
                  </a:lnTo>
                  <a:lnTo>
                    <a:pt x="4976508" y="505871"/>
                  </a:lnTo>
                  <a:lnTo>
                    <a:pt x="4976602" y="505871"/>
                  </a:lnTo>
                  <a:lnTo>
                    <a:pt x="4976696" y="505871"/>
                  </a:lnTo>
                  <a:lnTo>
                    <a:pt x="4976790" y="505871"/>
                  </a:lnTo>
                  <a:lnTo>
                    <a:pt x="4976884" y="505871"/>
                  </a:lnTo>
                  <a:lnTo>
                    <a:pt x="4976978" y="505871"/>
                  </a:lnTo>
                  <a:lnTo>
                    <a:pt x="4977073" y="505871"/>
                  </a:lnTo>
                  <a:lnTo>
                    <a:pt x="4977167" y="505871"/>
                  </a:lnTo>
                  <a:lnTo>
                    <a:pt x="4977261" y="505871"/>
                  </a:lnTo>
                  <a:lnTo>
                    <a:pt x="4977355" y="505871"/>
                  </a:lnTo>
                  <a:lnTo>
                    <a:pt x="4977449" y="505871"/>
                  </a:lnTo>
                  <a:lnTo>
                    <a:pt x="4977543" y="505871"/>
                  </a:lnTo>
                  <a:lnTo>
                    <a:pt x="4977637" y="505871"/>
                  </a:lnTo>
                  <a:lnTo>
                    <a:pt x="4977732" y="505871"/>
                  </a:lnTo>
                  <a:lnTo>
                    <a:pt x="4977826" y="505871"/>
                  </a:lnTo>
                  <a:lnTo>
                    <a:pt x="4977920" y="505871"/>
                  </a:lnTo>
                  <a:lnTo>
                    <a:pt x="4978014" y="505871"/>
                  </a:lnTo>
                  <a:lnTo>
                    <a:pt x="4978108" y="505871"/>
                  </a:lnTo>
                  <a:lnTo>
                    <a:pt x="4978202" y="505871"/>
                  </a:lnTo>
                  <a:lnTo>
                    <a:pt x="4978296" y="505871"/>
                  </a:lnTo>
                  <a:lnTo>
                    <a:pt x="4978391" y="505871"/>
                  </a:lnTo>
                  <a:lnTo>
                    <a:pt x="4978485" y="505871"/>
                  </a:lnTo>
                  <a:lnTo>
                    <a:pt x="4978579" y="505871"/>
                  </a:lnTo>
                  <a:lnTo>
                    <a:pt x="4978673" y="505871"/>
                  </a:lnTo>
                  <a:lnTo>
                    <a:pt x="4978767" y="505871"/>
                  </a:lnTo>
                  <a:lnTo>
                    <a:pt x="4978861" y="505871"/>
                  </a:lnTo>
                  <a:lnTo>
                    <a:pt x="4978956" y="505871"/>
                  </a:lnTo>
                  <a:lnTo>
                    <a:pt x="4979050" y="505871"/>
                  </a:lnTo>
                  <a:lnTo>
                    <a:pt x="4979144" y="505871"/>
                  </a:lnTo>
                  <a:lnTo>
                    <a:pt x="4979238" y="505871"/>
                  </a:lnTo>
                  <a:lnTo>
                    <a:pt x="4979332" y="505871"/>
                  </a:lnTo>
                  <a:lnTo>
                    <a:pt x="4979426" y="505871"/>
                  </a:lnTo>
                  <a:lnTo>
                    <a:pt x="4979520" y="505871"/>
                  </a:lnTo>
                  <a:lnTo>
                    <a:pt x="4979615" y="505871"/>
                  </a:lnTo>
                  <a:lnTo>
                    <a:pt x="4979709" y="505871"/>
                  </a:lnTo>
                  <a:lnTo>
                    <a:pt x="4979803" y="505871"/>
                  </a:lnTo>
                  <a:lnTo>
                    <a:pt x="4979897" y="505871"/>
                  </a:lnTo>
                  <a:lnTo>
                    <a:pt x="4979991" y="505871"/>
                  </a:lnTo>
                  <a:lnTo>
                    <a:pt x="4980085" y="505871"/>
                  </a:lnTo>
                  <a:lnTo>
                    <a:pt x="4980180" y="505871"/>
                  </a:lnTo>
                  <a:lnTo>
                    <a:pt x="4980274" y="505871"/>
                  </a:lnTo>
                  <a:lnTo>
                    <a:pt x="4980368" y="505871"/>
                  </a:lnTo>
                  <a:lnTo>
                    <a:pt x="4980462" y="505871"/>
                  </a:lnTo>
                  <a:lnTo>
                    <a:pt x="4980556" y="505871"/>
                  </a:lnTo>
                  <a:lnTo>
                    <a:pt x="4980650" y="505871"/>
                  </a:lnTo>
                  <a:lnTo>
                    <a:pt x="4980744" y="505871"/>
                  </a:lnTo>
                  <a:lnTo>
                    <a:pt x="4980839" y="505871"/>
                  </a:lnTo>
                  <a:lnTo>
                    <a:pt x="4980933" y="505871"/>
                  </a:lnTo>
                  <a:lnTo>
                    <a:pt x="4981027" y="505871"/>
                  </a:lnTo>
                  <a:lnTo>
                    <a:pt x="4981121" y="505871"/>
                  </a:lnTo>
                  <a:lnTo>
                    <a:pt x="4981215" y="505871"/>
                  </a:lnTo>
                  <a:lnTo>
                    <a:pt x="4981309" y="505871"/>
                  </a:lnTo>
                  <a:lnTo>
                    <a:pt x="4981404" y="505871"/>
                  </a:lnTo>
                  <a:lnTo>
                    <a:pt x="4981498" y="505871"/>
                  </a:lnTo>
                  <a:lnTo>
                    <a:pt x="4981592" y="505871"/>
                  </a:lnTo>
                  <a:lnTo>
                    <a:pt x="4981686" y="505871"/>
                  </a:lnTo>
                  <a:lnTo>
                    <a:pt x="4981780" y="505871"/>
                  </a:lnTo>
                  <a:lnTo>
                    <a:pt x="4981874" y="505871"/>
                  </a:lnTo>
                  <a:lnTo>
                    <a:pt x="4981968" y="505871"/>
                  </a:lnTo>
                  <a:lnTo>
                    <a:pt x="4982063" y="505871"/>
                  </a:lnTo>
                  <a:lnTo>
                    <a:pt x="4982157" y="505871"/>
                  </a:lnTo>
                  <a:lnTo>
                    <a:pt x="4982251" y="505871"/>
                  </a:lnTo>
                  <a:lnTo>
                    <a:pt x="4982345" y="505871"/>
                  </a:lnTo>
                  <a:lnTo>
                    <a:pt x="4982439" y="505871"/>
                  </a:lnTo>
                  <a:lnTo>
                    <a:pt x="4982533" y="505871"/>
                  </a:lnTo>
                  <a:lnTo>
                    <a:pt x="4982627" y="505871"/>
                  </a:lnTo>
                  <a:lnTo>
                    <a:pt x="4982722" y="505871"/>
                  </a:lnTo>
                  <a:lnTo>
                    <a:pt x="4982816" y="505871"/>
                  </a:lnTo>
                  <a:lnTo>
                    <a:pt x="4982910" y="505871"/>
                  </a:lnTo>
                  <a:lnTo>
                    <a:pt x="4983004" y="505871"/>
                  </a:lnTo>
                  <a:lnTo>
                    <a:pt x="4983098" y="505871"/>
                  </a:lnTo>
                  <a:lnTo>
                    <a:pt x="4983192" y="505871"/>
                  </a:lnTo>
                  <a:lnTo>
                    <a:pt x="4983287" y="505871"/>
                  </a:lnTo>
                  <a:lnTo>
                    <a:pt x="4983381" y="505871"/>
                  </a:lnTo>
                  <a:lnTo>
                    <a:pt x="4983475" y="505871"/>
                  </a:lnTo>
                  <a:lnTo>
                    <a:pt x="4983569" y="505871"/>
                  </a:lnTo>
                  <a:lnTo>
                    <a:pt x="4983663" y="505871"/>
                  </a:lnTo>
                  <a:lnTo>
                    <a:pt x="4983757" y="505871"/>
                  </a:lnTo>
                  <a:lnTo>
                    <a:pt x="4983851" y="505871"/>
                  </a:lnTo>
                  <a:lnTo>
                    <a:pt x="4983946" y="505871"/>
                  </a:lnTo>
                  <a:lnTo>
                    <a:pt x="4984040" y="505871"/>
                  </a:lnTo>
                  <a:lnTo>
                    <a:pt x="4984040" y="500960"/>
                  </a:lnTo>
                  <a:lnTo>
                    <a:pt x="4984134" y="500960"/>
                  </a:lnTo>
                  <a:lnTo>
                    <a:pt x="4984228" y="500960"/>
                  </a:lnTo>
                  <a:lnTo>
                    <a:pt x="4984322" y="500960"/>
                  </a:lnTo>
                  <a:lnTo>
                    <a:pt x="4984416" y="500960"/>
                  </a:lnTo>
                  <a:lnTo>
                    <a:pt x="4984511" y="500960"/>
                  </a:lnTo>
                  <a:lnTo>
                    <a:pt x="4984605" y="500960"/>
                  </a:lnTo>
                  <a:lnTo>
                    <a:pt x="4984699" y="500960"/>
                  </a:lnTo>
                  <a:lnTo>
                    <a:pt x="4984793" y="500960"/>
                  </a:lnTo>
                  <a:lnTo>
                    <a:pt x="4984887" y="500960"/>
                  </a:lnTo>
                  <a:lnTo>
                    <a:pt x="4984981" y="500960"/>
                  </a:lnTo>
                  <a:lnTo>
                    <a:pt x="4985075" y="500960"/>
                  </a:lnTo>
                  <a:lnTo>
                    <a:pt x="4985170" y="500960"/>
                  </a:lnTo>
                  <a:lnTo>
                    <a:pt x="4985264" y="500960"/>
                  </a:lnTo>
                  <a:lnTo>
                    <a:pt x="4985358" y="500960"/>
                  </a:lnTo>
                  <a:lnTo>
                    <a:pt x="4985452" y="500960"/>
                  </a:lnTo>
                  <a:lnTo>
                    <a:pt x="4985546" y="500960"/>
                  </a:lnTo>
                  <a:lnTo>
                    <a:pt x="4985640" y="500960"/>
                  </a:lnTo>
                  <a:lnTo>
                    <a:pt x="4985640" y="496048"/>
                  </a:lnTo>
                  <a:lnTo>
                    <a:pt x="4985735" y="496048"/>
                  </a:lnTo>
                  <a:lnTo>
                    <a:pt x="4985829" y="496048"/>
                  </a:lnTo>
                  <a:lnTo>
                    <a:pt x="4985923" y="496048"/>
                  </a:lnTo>
                  <a:lnTo>
                    <a:pt x="4986017" y="496048"/>
                  </a:lnTo>
                  <a:lnTo>
                    <a:pt x="4986111" y="496048"/>
                  </a:lnTo>
                  <a:lnTo>
                    <a:pt x="4986205" y="496048"/>
                  </a:lnTo>
                  <a:lnTo>
                    <a:pt x="4986299" y="496048"/>
                  </a:lnTo>
                  <a:lnTo>
                    <a:pt x="4986394" y="496048"/>
                  </a:lnTo>
                  <a:lnTo>
                    <a:pt x="4986488" y="496048"/>
                  </a:lnTo>
                  <a:lnTo>
                    <a:pt x="4986582" y="496048"/>
                  </a:lnTo>
                  <a:lnTo>
                    <a:pt x="4986676" y="496048"/>
                  </a:lnTo>
                  <a:lnTo>
                    <a:pt x="4986770" y="496048"/>
                  </a:lnTo>
                  <a:lnTo>
                    <a:pt x="4986864" y="496048"/>
                  </a:lnTo>
                  <a:lnTo>
                    <a:pt x="4986958" y="496048"/>
                  </a:lnTo>
                  <a:lnTo>
                    <a:pt x="4987053" y="496048"/>
                  </a:lnTo>
                  <a:lnTo>
                    <a:pt x="4987147" y="496048"/>
                  </a:lnTo>
                  <a:lnTo>
                    <a:pt x="4987241" y="496048"/>
                  </a:lnTo>
                  <a:lnTo>
                    <a:pt x="4987335" y="496048"/>
                  </a:lnTo>
                  <a:lnTo>
                    <a:pt x="4987429" y="496048"/>
                  </a:lnTo>
                  <a:lnTo>
                    <a:pt x="4987523" y="496048"/>
                  </a:lnTo>
                  <a:lnTo>
                    <a:pt x="4987618" y="496048"/>
                  </a:lnTo>
                  <a:lnTo>
                    <a:pt x="4987712" y="496048"/>
                  </a:lnTo>
                  <a:lnTo>
                    <a:pt x="4987806" y="496048"/>
                  </a:lnTo>
                  <a:lnTo>
                    <a:pt x="4987900" y="496048"/>
                  </a:lnTo>
                  <a:lnTo>
                    <a:pt x="4987994" y="496048"/>
                  </a:lnTo>
                  <a:lnTo>
                    <a:pt x="4988088" y="496048"/>
                  </a:lnTo>
                  <a:lnTo>
                    <a:pt x="4988182" y="496048"/>
                  </a:lnTo>
                  <a:lnTo>
                    <a:pt x="4988277" y="496048"/>
                  </a:lnTo>
                  <a:lnTo>
                    <a:pt x="4988371" y="496048"/>
                  </a:lnTo>
                  <a:lnTo>
                    <a:pt x="4988465" y="496048"/>
                  </a:lnTo>
                  <a:lnTo>
                    <a:pt x="4988559" y="496048"/>
                  </a:lnTo>
                  <a:lnTo>
                    <a:pt x="4988653" y="496048"/>
                  </a:lnTo>
                  <a:lnTo>
                    <a:pt x="4988747" y="496048"/>
                  </a:lnTo>
                  <a:lnTo>
                    <a:pt x="4988842" y="496048"/>
                  </a:lnTo>
                  <a:lnTo>
                    <a:pt x="4988936" y="496048"/>
                  </a:lnTo>
                  <a:lnTo>
                    <a:pt x="4989030" y="496048"/>
                  </a:lnTo>
                  <a:lnTo>
                    <a:pt x="4989124" y="496048"/>
                  </a:lnTo>
                  <a:lnTo>
                    <a:pt x="4989218" y="496048"/>
                  </a:lnTo>
                  <a:lnTo>
                    <a:pt x="4989312" y="496048"/>
                  </a:lnTo>
                  <a:lnTo>
                    <a:pt x="4989406" y="496048"/>
                  </a:lnTo>
                  <a:lnTo>
                    <a:pt x="4989501" y="496048"/>
                  </a:lnTo>
                  <a:lnTo>
                    <a:pt x="4989595" y="496048"/>
                  </a:lnTo>
                  <a:lnTo>
                    <a:pt x="4989689" y="496048"/>
                  </a:lnTo>
                  <a:lnTo>
                    <a:pt x="4989783" y="496048"/>
                  </a:lnTo>
                  <a:lnTo>
                    <a:pt x="4989877" y="496048"/>
                  </a:lnTo>
                  <a:lnTo>
                    <a:pt x="4989971" y="496048"/>
                  </a:lnTo>
                  <a:lnTo>
                    <a:pt x="4990066" y="496048"/>
                  </a:lnTo>
                  <a:lnTo>
                    <a:pt x="4990160" y="496048"/>
                  </a:lnTo>
                  <a:lnTo>
                    <a:pt x="4990254" y="496048"/>
                  </a:lnTo>
                  <a:lnTo>
                    <a:pt x="4990348" y="496048"/>
                  </a:lnTo>
                  <a:lnTo>
                    <a:pt x="4990442" y="496048"/>
                  </a:lnTo>
                  <a:lnTo>
                    <a:pt x="4990536" y="496048"/>
                  </a:lnTo>
                  <a:lnTo>
                    <a:pt x="4990630" y="496048"/>
                  </a:lnTo>
                  <a:lnTo>
                    <a:pt x="4990725" y="496048"/>
                  </a:lnTo>
                  <a:lnTo>
                    <a:pt x="4990819" y="496048"/>
                  </a:lnTo>
                  <a:lnTo>
                    <a:pt x="4990913" y="496048"/>
                  </a:lnTo>
                  <a:lnTo>
                    <a:pt x="4991007" y="496048"/>
                  </a:lnTo>
                  <a:lnTo>
                    <a:pt x="4991101" y="496048"/>
                  </a:lnTo>
                  <a:lnTo>
                    <a:pt x="4991195" y="496048"/>
                  </a:lnTo>
                  <a:lnTo>
                    <a:pt x="4991289" y="496048"/>
                  </a:lnTo>
                  <a:lnTo>
                    <a:pt x="4991384" y="496048"/>
                  </a:lnTo>
                  <a:lnTo>
                    <a:pt x="4991478" y="496048"/>
                  </a:lnTo>
                  <a:lnTo>
                    <a:pt x="4991572" y="496048"/>
                  </a:lnTo>
                  <a:lnTo>
                    <a:pt x="4991666" y="496048"/>
                  </a:lnTo>
                  <a:lnTo>
                    <a:pt x="4991760" y="496048"/>
                  </a:lnTo>
                  <a:lnTo>
                    <a:pt x="4991854" y="496048"/>
                  </a:lnTo>
                  <a:lnTo>
                    <a:pt x="4991949" y="496048"/>
                  </a:lnTo>
                  <a:lnTo>
                    <a:pt x="4992043" y="496048"/>
                  </a:lnTo>
                  <a:lnTo>
                    <a:pt x="4992137" y="496048"/>
                  </a:lnTo>
                  <a:lnTo>
                    <a:pt x="4992231" y="496048"/>
                  </a:lnTo>
                  <a:lnTo>
                    <a:pt x="4992325" y="496048"/>
                  </a:lnTo>
                  <a:lnTo>
                    <a:pt x="4992419" y="496048"/>
                  </a:lnTo>
                  <a:lnTo>
                    <a:pt x="4992513" y="496048"/>
                  </a:lnTo>
                  <a:lnTo>
                    <a:pt x="4992608" y="496048"/>
                  </a:lnTo>
                  <a:lnTo>
                    <a:pt x="4992702" y="496048"/>
                  </a:lnTo>
                  <a:lnTo>
                    <a:pt x="4992796" y="496048"/>
                  </a:lnTo>
                  <a:lnTo>
                    <a:pt x="4992890" y="496048"/>
                  </a:lnTo>
                  <a:lnTo>
                    <a:pt x="4992984" y="496048"/>
                  </a:lnTo>
                  <a:lnTo>
                    <a:pt x="4993078" y="496048"/>
                  </a:lnTo>
                  <a:lnTo>
                    <a:pt x="4993173" y="496048"/>
                  </a:lnTo>
                  <a:lnTo>
                    <a:pt x="4993267" y="496048"/>
                  </a:lnTo>
                  <a:lnTo>
                    <a:pt x="4993361" y="496048"/>
                  </a:lnTo>
                  <a:lnTo>
                    <a:pt x="4993455" y="496048"/>
                  </a:lnTo>
                  <a:lnTo>
                    <a:pt x="4993549" y="496048"/>
                  </a:lnTo>
                  <a:lnTo>
                    <a:pt x="4993643" y="496048"/>
                  </a:lnTo>
                  <a:lnTo>
                    <a:pt x="4993737" y="496048"/>
                  </a:lnTo>
                  <a:lnTo>
                    <a:pt x="4993832" y="496048"/>
                  </a:lnTo>
                  <a:lnTo>
                    <a:pt x="4993926" y="496048"/>
                  </a:lnTo>
                  <a:lnTo>
                    <a:pt x="4994020" y="496048"/>
                  </a:lnTo>
                  <a:lnTo>
                    <a:pt x="4994114" y="496048"/>
                  </a:lnTo>
                  <a:lnTo>
                    <a:pt x="4994208" y="496048"/>
                  </a:lnTo>
                  <a:lnTo>
                    <a:pt x="4994302" y="496048"/>
                  </a:lnTo>
                  <a:lnTo>
                    <a:pt x="4994397" y="496048"/>
                  </a:lnTo>
                  <a:lnTo>
                    <a:pt x="4994491" y="496048"/>
                  </a:lnTo>
                  <a:lnTo>
                    <a:pt x="4994585" y="496048"/>
                  </a:lnTo>
                  <a:lnTo>
                    <a:pt x="4994679" y="496048"/>
                  </a:lnTo>
                  <a:lnTo>
                    <a:pt x="4994773" y="496048"/>
                  </a:lnTo>
                  <a:lnTo>
                    <a:pt x="4994867" y="496048"/>
                  </a:lnTo>
                  <a:lnTo>
                    <a:pt x="4994961" y="496048"/>
                  </a:lnTo>
                  <a:lnTo>
                    <a:pt x="4995056" y="496048"/>
                  </a:lnTo>
                  <a:lnTo>
                    <a:pt x="4995150" y="496048"/>
                  </a:lnTo>
                  <a:lnTo>
                    <a:pt x="4995244" y="496048"/>
                  </a:lnTo>
                  <a:lnTo>
                    <a:pt x="4995338" y="496048"/>
                  </a:lnTo>
                  <a:lnTo>
                    <a:pt x="4995432" y="496048"/>
                  </a:lnTo>
                  <a:lnTo>
                    <a:pt x="4995526" y="496048"/>
                  </a:lnTo>
                  <a:lnTo>
                    <a:pt x="4995620" y="496048"/>
                  </a:lnTo>
                  <a:lnTo>
                    <a:pt x="4995715" y="496048"/>
                  </a:lnTo>
                  <a:lnTo>
                    <a:pt x="4995809" y="496048"/>
                  </a:lnTo>
                  <a:lnTo>
                    <a:pt x="4995903" y="496048"/>
                  </a:lnTo>
                  <a:lnTo>
                    <a:pt x="4995997" y="496048"/>
                  </a:lnTo>
                  <a:lnTo>
                    <a:pt x="4996091" y="496048"/>
                  </a:lnTo>
                  <a:lnTo>
                    <a:pt x="4996185" y="496048"/>
                  </a:lnTo>
                  <a:lnTo>
                    <a:pt x="4996280" y="496048"/>
                  </a:lnTo>
                  <a:lnTo>
                    <a:pt x="4996374" y="496048"/>
                  </a:lnTo>
                  <a:lnTo>
                    <a:pt x="4996468" y="496048"/>
                  </a:lnTo>
                  <a:lnTo>
                    <a:pt x="4996562" y="496048"/>
                  </a:lnTo>
                  <a:lnTo>
                    <a:pt x="4996656" y="496048"/>
                  </a:lnTo>
                  <a:lnTo>
                    <a:pt x="4996750" y="496048"/>
                  </a:lnTo>
                  <a:lnTo>
                    <a:pt x="4996844" y="496048"/>
                  </a:lnTo>
                  <a:lnTo>
                    <a:pt x="4996939" y="496048"/>
                  </a:lnTo>
                  <a:lnTo>
                    <a:pt x="4997033" y="496048"/>
                  </a:lnTo>
                  <a:lnTo>
                    <a:pt x="4997127" y="496048"/>
                  </a:lnTo>
                  <a:lnTo>
                    <a:pt x="4997221" y="496048"/>
                  </a:lnTo>
                  <a:lnTo>
                    <a:pt x="4997315" y="496048"/>
                  </a:lnTo>
                  <a:lnTo>
                    <a:pt x="4997409" y="496048"/>
                  </a:lnTo>
                  <a:lnTo>
                    <a:pt x="4997504" y="496048"/>
                  </a:lnTo>
                  <a:lnTo>
                    <a:pt x="4997598" y="496048"/>
                  </a:lnTo>
                  <a:lnTo>
                    <a:pt x="4997692" y="496048"/>
                  </a:lnTo>
                  <a:lnTo>
                    <a:pt x="4997786" y="496048"/>
                  </a:lnTo>
                  <a:lnTo>
                    <a:pt x="4997880" y="496048"/>
                  </a:lnTo>
                  <a:lnTo>
                    <a:pt x="4997974" y="496048"/>
                  </a:lnTo>
                  <a:lnTo>
                    <a:pt x="4998068" y="496048"/>
                  </a:lnTo>
                  <a:lnTo>
                    <a:pt x="4998163" y="496048"/>
                  </a:lnTo>
                  <a:lnTo>
                    <a:pt x="4998257" y="496048"/>
                  </a:lnTo>
                  <a:lnTo>
                    <a:pt x="4998351" y="496048"/>
                  </a:lnTo>
                  <a:lnTo>
                    <a:pt x="4998445" y="496048"/>
                  </a:lnTo>
                  <a:lnTo>
                    <a:pt x="4998539" y="496048"/>
                  </a:lnTo>
                  <a:lnTo>
                    <a:pt x="4998633" y="496048"/>
                  </a:lnTo>
                  <a:lnTo>
                    <a:pt x="4998728" y="496048"/>
                  </a:lnTo>
                  <a:lnTo>
                    <a:pt x="4998822" y="496048"/>
                  </a:lnTo>
                  <a:lnTo>
                    <a:pt x="4998916" y="496048"/>
                  </a:lnTo>
                  <a:lnTo>
                    <a:pt x="4999010" y="496048"/>
                  </a:lnTo>
                  <a:lnTo>
                    <a:pt x="4999104" y="496048"/>
                  </a:lnTo>
                  <a:lnTo>
                    <a:pt x="4999198" y="496048"/>
                  </a:lnTo>
                  <a:lnTo>
                    <a:pt x="4999292" y="496048"/>
                  </a:lnTo>
                  <a:lnTo>
                    <a:pt x="4999387" y="496048"/>
                  </a:lnTo>
                  <a:lnTo>
                    <a:pt x="4999481" y="496048"/>
                  </a:lnTo>
                  <a:lnTo>
                    <a:pt x="4999575" y="496048"/>
                  </a:lnTo>
                  <a:lnTo>
                    <a:pt x="4999669" y="496048"/>
                  </a:lnTo>
                  <a:lnTo>
                    <a:pt x="4999763" y="496048"/>
                  </a:lnTo>
                  <a:lnTo>
                    <a:pt x="4999857" y="496048"/>
                  </a:lnTo>
                  <a:lnTo>
                    <a:pt x="4999952" y="496048"/>
                  </a:lnTo>
                  <a:lnTo>
                    <a:pt x="5000046" y="496048"/>
                  </a:lnTo>
                  <a:lnTo>
                    <a:pt x="5000140" y="496048"/>
                  </a:lnTo>
                  <a:lnTo>
                    <a:pt x="5000234" y="496048"/>
                  </a:lnTo>
                  <a:lnTo>
                    <a:pt x="5000328" y="496048"/>
                  </a:lnTo>
                  <a:lnTo>
                    <a:pt x="5000422" y="496048"/>
                  </a:lnTo>
                  <a:lnTo>
                    <a:pt x="5000516" y="496048"/>
                  </a:lnTo>
                  <a:lnTo>
                    <a:pt x="5000611" y="496048"/>
                  </a:lnTo>
                  <a:lnTo>
                    <a:pt x="5000705" y="496048"/>
                  </a:lnTo>
                  <a:lnTo>
                    <a:pt x="5000799" y="496048"/>
                  </a:lnTo>
                  <a:lnTo>
                    <a:pt x="5000893" y="496048"/>
                  </a:lnTo>
                  <a:lnTo>
                    <a:pt x="5000987" y="496048"/>
                  </a:lnTo>
                  <a:lnTo>
                    <a:pt x="5001081" y="496048"/>
                  </a:lnTo>
                  <a:lnTo>
                    <a:pt x="5001175" y="496048"/>
                  </a:lnTo>
                  <a:lnTo>
                    <a:pt x="5001270" y="496048"/>
                  </a:lnTo>
                  <a:lnTo>
                    <a:pt x="5001364" y="496048"/>
                  </a:lnTo>
                  <a:lnTo>
                    <a:pt x="5001458" y="496048"/>
                  </a:lnTo>
                  <a:lnTo>
                    <a:pt x="5001552" y="496048"/>
                  </a:lnTo>
                  <a:lnTo>
                    <a:pt x="5001646" y="496048"/>
                  </a:lnTo>
                  <a:lnTo>
                    <a:pt x="5001740" y="496048"/>
                  </a:lnTo>
                  <a:lnTo>
                    <a:pt x="5001835" y="496048"/>
                  </a:lnTo>
                  <a:lnTo>
                    <a:pt x="5001929" y="496048"/>
                  </a:lnTo>
                  <a:lnTo>
                    <a:pt x="5002023" y="496048"/>
                  </a:lnTo>
                  <a:lnTo>
                    <a:pt x="5002117" y="496048"/>
                  </a:lnTo>
                  <a:lnTo>
                    <a:pt x="5002211" y="496048"/>
                  </a:lnTo>
                  <a:lnTo>
                    <a:pt x="5002305" y="496048"/>
                  </a:lnTo>
                  <a:lnTo>
                    <a:pt x="5002399" y="496048"/>
                  </a:lnTo>
                  <a:lnTo>
                    <a:pt x="5002494" y="496048"/>
                  </a:lnTo>
                  <a:lnTo>
                    <a:pt x="5002588" y="496048"/>
                  </a:lnTo>
                  <a:lnTo>
                    <a:pt x="5002682" y="496048"/>
                  </a:lnTo>
                  <a:lnTo>
                    <a:pt x="5002776" y="496048"/>
                  </a:lnTo>
                  <a:lnTo>
                    <a:pt x="5002870" y="496048"/>
                  </a:lnTo>
                  <a:lnTo>
                    <a:pt x="5002964" y="496048"/>
                  </a:lnTo>
                  <a:lnTo>
                    <a:pt x="5003059" y="496048"/>
                  </a:lnTo>
                  <a:lnTo>
                    <a:pt x="5003153" y="496048"/>
                  </a:lnTo>
                  <a:lnTo>
                    <a:pt x="5003247" y="496048"/>
                  </a:lnTo>
                  <a:lnTo>
                    <a:pt x="5003341" y="496048"/>
                  </a:lnTo>
                  <a:lnTo>
                    <a:pt x="5003435" y="496048"/>
                  </a:lnTo>
                  <a:lnTo>
                    <a:pt x="5003529" y="496048"/>
                  </a:lnTo>
                  <a:lnTo>
                    <a:pt x="5003623" y="496048"/>
                  </a:lnTo>
                  <a:lnTo>
                    <a:pt x="5003718" y="496048"/>
                  </a:lnTo>
                  <a:lnTo>
                    <a:pt x="5003812" y="496048"/>
                  </a:lnTo>
                  <a:lnTo>
                    <a:pt x="5003906" y="496048"/>
                  </a:lnTo>
                  <a:lnTo>
                    <a:pt x="5004000" y="496048"/>
                  </a:lnTo>
                  <a:lnTo>
                    <a:pt x="5004094" y="496048"/>
                  </a:lnTo>
                  <a:lnTo>
                    <a:pt x="5004094" y="491137"/>
                  </a:lnTo>
                  <a:lnTo>
                    <a:pt x="5004188" y="491137"/>
                  </a:lnTo>
                  <a:lnTo>
                    <a:pt x="5004283" y="491137"/>
                  </a:lnTo>
                  <a:lnTo>
                    <a:pt x="5004377" y="491137"/>
                  </a:lnTo>
                  <a:lnTo>
                    <a:pt x="5004471" y="491137"/>
                  </a:lnTo>
                  <a:lnTo>
                    <a:pt x="5004565" y="491137"/>
                  </a:lnTo>
                  <a:lnTo>
                    <a:pt x="5004659" y="491137"/>
                  </a:lnTo>
                  <a:lnTo>
                    <a:pt x="5004753" y="491137"/>
                  </a:lnTo>
                  <a:lnTo>
                    <a:pt x="5004847" y="491137"/>
                  </a:lnTo>
                  <a:lnTo>
                    <a:pt x="5004942" y="491137"/>
                  </a:lnTo>
                  <a:lnTo>
                    <a:pt x="5005036" y="491137"/>
                  </a:lnTo>
                  <a:lnTo>
                    <a:pt x="5005130" y="491137"/>
                  </a:lnTo>
                  <a:lnTo>
                    <a:pt x="5005224" y="491137"/>
                  </a:lnTo>
                  <a:lnTo>
                    <a:pt x="5005318" y="491137"/>
                  </a:lnTo>
                  <a:lnTo>
                    <a:pt x="5005412" y="491137"/>
                  </a:lnTo>
                  <a:lnTo>
                    <a:pt x="5005506" y="491137"/>
                  </a:lnTo>
                  <a:lnTo>
                    <a:pt x="5005601" y="491137"/>
                  </a:lnTo>
                  <a:lnTo>
                    <a:pt x="5005695" y="491137"/>
                  </a:lnTo>
                  <a:lnTo>
                    <a:pt x="5005789" y="491137"/>
                  </a:lnTo>
                  <a:lnTo>
                    <a:pt x="5005883" y="491137"/>
                  </a:lnTo>
                  <a:lnTo>
                    <a:pt x="5005977" y="491137"/>
                  </a:lnTo>
                  <a:lnTo>
                    <a:pt x="5006071" y="491137"/>
                  </a:lnTo>
                  <a:lnTo>
                    <a:pt x="5006166" y="491137"/>
                  </a:lnTo>
                  <a:lnTo>
                    <a:pt x="5006260" y="491137"/>
                  </a:lnTo>
                  <a:lnTo>
                    <a:pt x="5006354" y="491137"/>
                  </a:lnTo>
                  <a:lnTo>
                    <a:pt x="5006448" y="491137"/>
                  </a:lnTo>
                  <a:lnTo>
                    <a:pt x="5006542" y="491137"/>
                  </a:lnTo>
                  <a:lnTo>
                    <a:pt x="5006636" y="491137"/>
                  </a:lnTo>
                  <a:lnTo>
                    <a:pt x="5006730" y="491137"/>
                  </a:lnTo>
                  <a:lnTo>
                    <a:pt x="5006825" y="491137"/>
                  </a:lnTo>
                  <a:lnTo>
                    <a:pt x="5006919" y="491137"/>
                  </a:lnTo>
                  <a:lnTo>
                    <a:pt x="5007013" y="491137"/>
                  </a:lnTo>
                  <a:lnTo>
                    <a:pt x="5007107" y="491137"/>
                  </a:lnTo>
                  <a:lnTo>
                    <a:pt x="5007201" y="491137"/>
                  </a:lnTo>
                  <a:lnTo>
                    <a:pt x="5007295" y="491137"/>
                  </a:lnTo>
                  <a:lnTo>
                    <a:pt x="5007390" y="491137"/>
                  </a:lnTo>
                  <a:lnTo>
                    <a:pt x="5007484" y="491137"/>
                  </a:lnTo>
                  <a:lnTo>
                    <a:pt x="5007578" y="491137"/>
                  </a:lnTo>
                  <a:lnTo>
                    <a:pt x="5007672" y="491137"/>
                  </a:lnTo>
                  <a:lnTo>
                    <a:pt x="5007766" y="491137"/>
                  </a:lnTo>
                  <a:lnTo>
                    <a:pt x="5007860" y="491137"/>
                  </a:lnTo>
                  <a:lnTo>
                    <a:pt x="5007954" y="491137"/>
                  </a:lnTo>
                  <a:lnTo>
                    <a:pt x="5008049" y="491137"/>
                  </a:lnTo>
                  <a:lnTo>
                    <a:pt x="5008143" y="491137"/>
                  </a:lnTo>
                  <a:lnTo>
                    <a:pt x="5008237" y="491137"/>
                  </a:lnTo>
                  <a:lnTo>
                    <a:pt x="5008331" y="491137"/>
                  </a:lnTo>
                  <a:lnTo>
                    <a:pt x="5008425" y="491137"/>
                  </a:lnTo>
                  <a:lnTo>
                    <a:pt x="5008519" y="491137"/>
                  </a:lnTo>
                  <a:lnTo>
                    <a:pt x="5008614" y="491137"/>
                  </a:lnTo>
                  <a:lnTo>
                    <a:pt x="5008708" y="491137"/>
                  </a:lnTo>
                  <a:lnTo>
                    <a:pt x="5008802" y="491137"/>
                  </a:lnTo>
                  <a:lnTo>
                    <a:pt x="5008896" y="491137"/>
                  </a:lnTo>
                  <a:lnTo>
                    <a:pt x="5008990" y="491137"/>
                  </a:lnTo>
                  <a:lnTo>
                    <a:pt x="5009084" y="491137"/>
                  </a:lnTo>
                  <a:lnTo>
                    <a:pt x="5009178" y="491137"/>
                  </a:lnTo>
                  <a:lnTo>
                    <a:pt x="5009273" y="491137"/>
                  </a:lnTo>
                  <a:lnTo>
                    <a:pt x="5009367" y="491137"/>
                  </a:lnTo>
                  <a:lnTo>
                    <a:pt x="5009461" y="491137"/>
                  </a:lnTo>
                  <a:lnTo>
                    <a:pt x="5009555" y="491137"/>
                  </a:lnTo>
                  <a:lnTo>
                    <a:pt x="5009649" y="491137"/>
                  </a:lnTo>
                  <a:lnTo>
                    <a:pt x="5009743" y="491137"/>
                  </a:lnTo>
                  <a:lnTo>
                    <a:pt x="5009837" y="491137"/>
                  </a:lnTo>
                  <a:lnTo>
                    <a:pt x="5009932" y="491137"/>
                  </a:lnTo>
                  <a:lnTo>
                    <a:pt x="5010026" y="491137"/>
                  </a:lnTo>
                  <a:lnTo>
                    <a:pt x="5010120" y="491137"/>
                  </a:lnTo>
                  <a:lnTo>
                    <a:pt x="5010214" y="491137"/>
                  </a:lnTo>
                  <a:lnTo>
                    <a:pt x="5010308" y="491137"/>
                  </a:lnTo>
                  <a:lnTo>
                    <a:pt x="5010402" y="491137"/>
                  </a:lnTo>
                  <a:lnTo>
                    <a:pt x="5010497" y="491137"/>
                  </a:lnTo>
                  <a:lnTo>
                    <a:pt x="5010591" y="491137"/>
                  </a:lnTo>
                  <a:lnTo>
                    <a:pt x="5010685" y="491137"/>
                  </a:lnTo>
                  <a:lnTo>
                    <a:pt x="5010779" y="491137"/>
                  </a:lnTo>
                  <a:lnTo>
                    <a:pt x="5010873" y="491137"/>
                  </a:lnTo>
                  <a:lnTo>
                    <a:pt x="5010967" y="491137"/>
                  </a:lnTo>
                  <a:lnTo>
                    <a:pt x="5011061" y="491137"/>
                  </a:lnTo>
                  <a:lnTo>
                    <a:pt x="5011156" y="491137"/>
                  </a:lnTo>
                  <a:lnTo>
                    <a:pt x="5011250" y="491137"/>
                  </a:lnTo>
                  <a:lnTo>
                    <a:pt x="5011344" y="491137"/>
                  </a:lnTo>
                  <a:lnTo>
                    <a:pt x="5011438" y="491137"/>
                  </a:lnTo>
                  <a:lnTo>
                    <a:pt x="5011532" y="491137"/>
                  </a:lnTo>
                  <a:lnTo>
                    <a:pt x="5011626" y="491137"/>
                  </a:lnTo>
                  <a:lnTo>
                    <a:pt x="5011721" y="491137"/>
                  </a:lnTo>
                  <a:lnTo>
                    <a:pt x="5011815" y="491137"/>
                  </a:lnTo>
                  <a:lnTo>
                    <a:pt x="5011909" y="491137"/>
                  </a:lnTo>
                  <a:lnTo>
                    <a:pt x="5012003" y="491137"/>
                  </a:lnTo>
                  <a:lnTo>
                    <a:pt x="5012097" y="491137"/>
                  </a:lnTo>
                  <a:lnTo>
                    <a:pt x="5012191" y="491137"/>
                  </a:lnTo>
                  <a:lnTo>
                    <a:pt x="5012285" y="491137"/>
                  </a:lnTo>
                  <a:lnTo>
                    <a:pt x="5012380" y="491137"/>
                  </a:lnTo>
                  <a:lnTo>
                    <a:pt x="5012474" y="491137"/>
                  </a:lnTo>
                  <a:lnTo>
                    <a:pt x="5012568" y="491137"/>
                  </a:lnTo>
                  <a:lnTo>
                    <a:pt x="5012662" y="491137"/>
                  </a:lnTo>
                  <a:lnTo>
                    <a:pt x="5012756" y="491137"/>
                  </a:lnTo>
                  <a:lnTo>
                    <a:pt x="5012850" y="491137"/>
                  </a:lnTo>
                  <a:lnTo>
                    <a:pt x="5012945" y="491137"/>
                  </a:lnTo>
                  <a:lnTo>
                    <a:pt x="5013039" y="491137"/>
                  </a:lnTo>
                  <a:lnTo>
                    <a:pt x="5013133" y="491137"/>
                  </a:lnTo>
                  <a:lnTo>
                    <a:pt x="5013227" y="491137"/>
                  </a:lnTo>
                  <a:lnTo>
                    <a:pt x="5013321" y="491137"/>
                  </a:lnTo>
                  <a:lnTo>
                    <a:pt x="5013415" y="491137"/>
                  </a:lnTo>
                  <a:lnTo>
                    <a:pt x="5013509" y="491137"/>
                  </a:lnTo>
                  <a:lnTo>
                    <a:pt x="5013604" y="491137"/>
                  </a:lnTo>
                  <a:lnTo>
                    <a:pt x="5013698" y="491137"/>
                  </a:lnTo>
                  <a:lnTo>
                    <a:pt x="5013792" y="491137"/>
                  </a:lnTo>
                  <a:lnTo>
                    <a:pt x="5013886" y="491137"/>
                  </a:lnTo>
                  <a:lnTo>
                    <a:pt x="5013980" y="491137"/>
                  </a:lnTo>
                  <a:lnTo>
                    <a:pt x="5014074" y="491137"/>
                  </a:lnTo>
                  <a:lnTo>
                    <a:pt x="5014168" y="491137"/>
                  </a:lnTo>
                  <a:lnTo>
                    <a:pt x="5014263" y="491137"/>
                  </a:lnTo>
                  <a:lnTo>
                    <a:pt x="5014357" y="491137"/>
                  </a:lnTo>
                  <a:lnTo>
                    <a:pt x="5014451" y="491137"/>
                  </a:lnTo>
                  <a:lnTo>
                    <a:pt x="5014545" y="491137"/>
                  </a:lnTo>
                  <a:lnTo>
                    <a:pt x="5014639" y="491137"/>
                  </a:lnTo>
                  <a:lnTo>
                    <a:pt x="5014733" y="491137"/>
                  </a:lnTo>
                  <a:lnTo>
                    <a:pt x="5014828" y="491137"/>
                  </a:lnTo>
                  <a:lnTo>
                    <a:pt x="5014922" y="491137"/>
                  </a:lnTo>
                  <a:lnTo>
                    <a:pt x="5015016" y="491137"/>
                  </a:lnTo>
                  <a:lnTo>
                    <a:pt x="5015110" y="491137"/>
                  </a:lnTo>
                  <a:lnTo>
                    <a:pt x="5015204" y="491137"/>
                  </a:lnTo>
                  <a:lnTo>
                    <a:pt x="5015298" y="491137"/>
                  </a:lnTo>
                  <a:lnTo>
                    <a:pt x="5015392" y="491137"/>
                  </a:lnTo>
                  <a:lnTo>
                    <a:pt x="5015487" y="491137"/>
                  </a:lnTo>
                  <a:lnTo>
                    <a:pt x="5015581" y="491137"/>
                  </a:lnTo>
                  <a:lnTo>
                    <a:pt x="5015675" y="491137"/>
                  </a:lnTo>
                  <a:lnTo>
                    <a:pt x="5015769" y="491137"/>
                  </a:lnTo>
                  <a:lnTo>
                    <a:pt x="5015863" y="491137"/>
                  </a:lnTo>
                  <a:lnTo>
                    <a:pt x="5015957" y="491137"/>
                  </a:lnTo>
                  <a:lnTo>
                    <a:pt x="5016052" y="491137"/>
                  </a:lnTo>
                  <a:lnTo>
                    <a:pt x="5016146" y="491137"/>
                  </a:lnTo>
                  <a:lnTo>
                    <a:pt x="5016240" y="491137"/>
                  </a:lnTo>
                  <a:lnTo>
                    <a:pt x="5016334" y="491137"/>
                  </a:lnTo>
                  <a:lnTo>
                    <a:pt x="5016428" y="491137"/>
                  </a:lnTo>
                  <a:lnTo>
                    <a:pt x="5016522" y="491137"/>
                  </a:lnTo>
                  <a:lnTo>
                    <a:pt x="5016616" y="491137"/>
                  </a:lnTo>
                  <a:lnTo>
                    <a:pt x="5016711" y="491137"/>
                  </a:lnTo>
                  <a:lnTo>
                    <a:pt x="5016805" y="491137"/>
                  </a:lnTo>
                  <a:lnTo>
                    <a:pt x="5016899" y="491137"/>
                  </a:lnTo>
                  <a:lnTo>
                    <a:pt x="5016993" y="491137"/>
                  </a:lnTo>
                  <a:lnTo>
                    <a:pt x="5017087" y="491137"/>
                  </a:lnTo>
                  <a:lnTo>
                    <a:pt x="5017087" y="486226"/>
                  </a:lnTo>
                  <a:lnTo>
                    <a:pt x="5017181" y="486226"/>
                  </a:lnTo>
                  <a:lnTo>
                    <a:pt x="5017276" y="486226"/>
                  </a:lnTo>
                  <a:lnTo>
                    <a:pt x="5017370" y="486226"/>
                  </a:lnTo>
                  <a:lnTo>
                    <a:pt x="5017464" y="486226"/>
                  </a:lnTo>
                  <a:lnTo>
                    <a:pt x="5017558" y="486226"/>
                  </a:lnTo>
                  <a:lnTo>
                    <a:pt x="5017652" y="486226"/>
                  </a:lnTo>
                  <a:lnTo>
                    <a:pt x="5017746" y="486226"/>
                  </a:lnTo>
                  <a:lnTo>
                    <a:pt x="5017840" y="486226"/>
                  </a:lnTo>
                  <a:lnTo>
                    <a:pt x="5017935" y="486226"/>
                  </a:lnTo>
                  <a:lnTo>
                    <a:pt x="5018029" y="486226"/>
                  </a:lnTo>
                  <a:lnTo>
                    <a:pt x="5018123" y="486226"/>
                  </a:lnTo>
                  <a:lnTo>
                    <a:pt x="5018217" y="486226"/>
                  </a:lnTo>
                  <a:lnTo>
                    <a:pt x="5018311" y="486226"/>
                  </a:lnTo>
                  <a:lnTo>
                    <a:pt x="5018405" y="486226"/>
                  </a:lnTo>
                  <a:lnTo>
                    <a:pt x="5018499" y="486226"/>
                  </a:lnTo>
                  <a:lnTo>
                    <a:pt x="5018594" y="486226"/>
                  </a:lnTo>
                  <a:lnTo>
                    <a:pt x="5018688" y="486226"/>
                  </a:lnTo>
                  <a:lnTo>
                    <a:pt x="5018782" y="486226"/>
                  </a:lnTo>
                  <a:lnTo>
                    <a:pt x="5018876" y="486226"/>
                  </a:lnTo>
                  <a:lnTo>
                    <a:pt x="5018970" y="486226"/>
                  </a:lnTo>
                  <a:lnTo>
                    <a:pt x="5019064" y="486226"/>
                  </a:lnTo>
                  <a:lnTo>
                    <a:pt x="5019159" y="486226"/>
                  </a:lnTo>
                  <a:lnTo>
                    <a:pt x="5019253" y="486226"/>
                  </a:lnTo>
                  <a:lnTo>
                    <a:pt x="5019347" y="486226"/>
                  </a:lnTo>
                  <a:lnTo>
                    <a:pt x="5019441" y="486226"/>
                  </a:lnTo>
                  <a:lnTo>
                    <a:pt x="5019535" y="486226"/>
                  </a:lnTo>
                  <a:lnTo>
                    <a:pt x="5019629" y="486226"/>
                  </a:lnTo>
                  <a:lnTo>
                    <a:pt x="5019723" y="486226"/>
                  </a:lnTo>
                  <a:lnTo>
                    <a:pt x="5019818" y="486226"/>
                  </a:lnTo>
                  <a:lnTo>
                    <a:pt x="5019912" y="486226"/>
                  </a:lnTo>
                  <a:lnTo>
                    <a:pt x="5020006" y="486226"/>
                  </a:lnTo>
                  <a:lnTo>
                    <a:pt x="5020100" y="486226"/>
                  </a:lnTo>
                  <a:lnTo>
                    <a:pt x="5020194" y="486226"/>
                  </a:lnTo>
                  <a:lnTo>
                    <a:pt x="5020288" y="486226"/>
                  </a:lnTo>
                  <a:lnTo>
                    <a:pt x="5020383" y="486226"/>
                  </a:lnTo>
                  <a:lnTo>
                    <a:pt x="5020477" y="486226"/>
                  </a:lnTo>
                  <a:lnTo>
                    <a:pt x="5020571" y="486226"/>
                  </a:lnTo>
                  <a:lnTo>
                    <a:pt x="5020665" y="486226"/>
                  </a:lnTo>
                  <a:lnTo>
                    <a:pt x="5020759" y="486226"/>
                  </a:lnTo>
                  <a:lnTo>
                    <a:pt x="5020853" y="486226"/>
                  </a:lnTo>
                  <a:lnTo>
                    <a:pt x="5020947" y="486226"/>
                  </a:lnTo>
                  <a:lnTo>
                    <a:pt x="5021042" y="486226"/>
                  </a:lnTo>
                  <a:lnTo>
                    <a:pt x="5021136" y="486226"/>
                  </a:lnTo>
                  <a:lnTo>
                    <a:pt x="5021230" y="486226"/>
                  </a:lnTo>
                  <a:lnTo>
                    <a:pt x="5021324" y="486226"/>
                  </a:lnTo>
                  <a:lnTo>
                    <a:pt x="5021418" y="486226"/>
                  </a:lnTo>
                  <a:lnTo>
                    <a:pt x="5021512" y="486226"/>
                  </a:lnTo>
                  <a:lnTo>
                    <a:pt x="5021607" y="486226"/>
                  </a:lnTo>
                  <a:lnTo>
                    <a:pt x="5021701" y="486226"/>
                  </a:lnTo>
                  <a:lnTo>
                    <a:pt x="5021795" y="486226"/>
                  </a:lnTo>
                  <a:lnTo>
                    <a:pt x="5021889" y="486226"/>
                  </a:lnTo>
                  <a:lnTo>
                    <a:pt x="5021983" y="486226"/>
                  </a:lnTo>
                  <a:lnTo>
                    <a:pt x="5022077" y="486226"/>
                  </a:lnTo>
                  <a:lnTo>
                    <a:pt x="5022171" y="486226"/>
                  </a:lnTo>
                  <a:lnTo>
                    <a:pt x="5022266" y="486226"/>
                  </a:lnTo>
                  <a:lnTo>
                    <a:pt x="5022360" y="486226"/>
                  </a:lnTo>
                  <a:lnTo>
                    <a:pt x="5022454" y="486226"/>
                  </a:lnTo>
                  <a:lnTo>
                    <a:pt x="5022548" y="486226"/>
                  </a:lnTo>
                  <a:lnTo>
                    <a:pt x="5022642" y="486226"/>
                  </a:lnTo>
                  <a:lnTo>
                    <a:pt x="5022736" y="486226"/>
                  </a:lnTo>
                  <a:lnTo>
                    <a:pt x="5022830" y="486226"/>
                  </a:lnTo>
                  <a:lnTo>
                    <a:pt x="5022925" y="486226"/>
                  </a:lnTo>
                  <a:lnTo>
                    <a:pt x="5023019" y="486226"/>
                  </a:lnTo>
                  <a:lnTo>
                    <a:pt x="5023113" y="486226"/>
                  </a:lnTo>
                  <a:lnTo>
                    <a:pt x="5023207" y="486226"/>
                  </a:lnTo>
                  <a:lnTo>
                    <a:pt x="5023301" y="486226"/>
                  </a:lnTo>
                  <a:lnTo>
                    <a:pt x="5023395" y="486226"/>
                  </a:lnTo>
                  <a:lnTo>
                    <a:pt x="5023490" y="486226"/>
                  </a:lnTo>
                  <a:lnTo>
                    <a:pt x="5023584" y="486226"/>
                  </a:lnTo>
                  <a:lnTo>
                    <a:pt x="5023678" y="486226"/>
                  </a:lnTo>
                  <a:lnTo>
                    <a:pt x="5023772" y="486226"/>
                  </a:lnTo>
                  <a:lnTo>
                    <a:pt x="5023866" y="486226"/>
                  </a:lnTo>
                  <a:lnTo>
                    <a:pt x="5023960" y="486226"/>
                  </a:lnTo>
                  <a:lnTo>
                    <a:pt x="5024054" y="486226"/>
                  </a:lnTo>
                  <a:lnTo>
                    <a:pt x="5024149" y="486226"/>
                  </a:lnTo>
                  <a:lnTo>
                    <a:pt x="5024243" y="486226"/>
                  </a:lnTo>
                  <a:lnTo>
                    <a:pt x="5024337" y="486226"/>
                  </a:lnTo>
                  <a:lnTo>
                    <a:pt x="5024431" y="486226"/>
                  </a:lnTo>
                  <a:lnTo>
                    <a:pt x="5024525" y="486226"/>
                  </a:lnTo>
                  <a:lnTo>
                    <a:pt x="5024619" y="486226"/>
                  </a:lnTo>
                  <a:lnTo>
                    <a:pt x="5024714" y="486226"/>
                  </a:lnTo>
                  <a:lnTo>
                    <a:pt x="5024808" y="486226"/>
                  </a:lnTo>
                  <a:lnTo>
                    <a:pt x="5024902" y="486226"/>
                  </a:lnTo>
                  <a:lnTo>
                    <a:pt x="5024996" y="486226"/>
                  </a:lnTo>
                  <a:lnTo>
                    <a:pt x="5025090" y="486226"/>
                  </a:lnTo>
                  <a:lnTo>
                    <a:pt x="5025184" y="486226"/>
                  </a:lnTo>
                  <a:lnTo>
                    <a:pt x="5025278" y="486226"/>
                  </a:lnTo>
                  <a:lnTo>
                    <a:pt x="5025373" y="486226"/>
                  </a:lnTo>
                  <a:lnTo>
                    <a:pt x="5025467" y="486226"/>
                  </a:lnTo>
                  <a:lnTo>
                    <a:pt x="5025561" y="486226"/>
                  </a:lnTo>
                  <a:lnTo>
                    <a:pt x="5025655" y="486226"/>
                  </a:lnTo>
                  <a:lnTo>
                    <a:pt x="5025749" y="486226"/>
                  </a:lnTo>
                  <a:lnTo>
                    <a:pt x="5025843" y="486226"/>
                  </a:lnTo>
                  <a:lnTo>
                    <a:pt x="5025938" y="486226"/>
                  </a:lnTo>
                  <a:lnTo>
                    <a:pt x="5026032" y="486226"/>
                  </a:lnTo>
                  <a:lnTo>
                    <a:pt x="5026126" y="486226"/>
                  </a:lnTo>
                  <a:lnTo>
                    <a:pt x="5026220" y="486226"/>
                  </a:lnTo>
                  <a:lnTo>
                    <a:pt x="5026314" y="486226"/>
                  </a:lnTo>
                  <a:lnTo>
                    <a:pt x="5026408" y="486226"/>
                  </a:lnTo>
                  <a:lnTo>
                    <a:pt x="5026502" y="486226"/>
                  </a:lnTo>
                  <a:lnTo>
                    <a:pt x="5026597" y="486226"/>
                  </a:lnTo>
                  <a:lnTo>
                    <a:pt x="5026691" y="486226"/>
                  </a:lnTo>
                  <a:lnTo>
                    <a:pt x="5026785" y="486226"/>
                  </a:lnTo>
                  <a:lnTo>
                    <a:pt x="5026879" y="486226"/>
                  </a:lnTo>
                  <a:lnTo>
                    <a:pt x="5026973" y="486226"/>
                  </a:lnTo>
                  <a:lnTo>
                    <a:pt x="5027067" y="486226"/>
                  </a:lnTo>
                  <a:lnTo>
                    <a:pt x="5027161" y="486226"/>
                  </a:lnTo>
                  <a:lnTo>
                    <a:pt x="5027256" y="486226"/>
                  </a:lnTo>
                  <a:lnTo>
                    <a:pt x="5027350" y="486226"/>
                  </a:lnTo>
                  <a:lnTo>
                    <a:pt x="5027444" y="486226"/>
                  </a:lnTo>
                  <a:lnTo>
                    <a:pt x="5027538" y="486226"/>
                  </a:lnTo>
                  <a:lnTo>
                    <a:pt x="5027632" y="486226"/>
                  </a:lnTo>
                  <a:lnTo>
                    <a:pt x="5027726" y="486226"/>
                  </a:lnTo>
                  <a:lnTo>
                    <a:pt x="5027821" y="486226"/>
                  </a:lnTo>
                  <a:lnTo>
                    <a:pt x="5027915" y="486226"/>
                  </a:lnTo>
                  <a:lnTo>
                    <a:pt x="5028009" y="486226"/>
                  </a:lnTo>
                  <a:lnTo>
                    <a:pt x="5028103" y="486226"/>
                  </a:lnTo>
                  <a:lnTo>
                    <a:pt x="5028197" y="486226"/>
                  </a:lnTo>
                  <a:lnTo>
                    <a:pt x="5028291" y="486226"/>
                  </a:lnTo>
                  <a:lnTo>
                    <a:pt x="5028385" y="486226"/>
                  </a:lnTo>
                  <a:lnTo>
                    <a:pt x="5028480" y="486226"/>
                  </a:lnTo>
                  <a:lnTo>
                    <a:pt x="5028574" y="486226"/>
                  </a:lnTo>
                  <a:lnTo>
                    <a:pt x="5028668" y="486226"/>
                  </a:lnTo>
                  <a:lnTo>
                    <a:pt x="5028762" y="486226"/>
                  </a:lnTo>
                  <a:lnTo>
                    <a:pt x="5028856" y="486226"/>
                  </a:lnTo>
                  <a:lnTo>
                    <a:pt x="5028950" y="486226"/>
                  </a:lnTo>
                  <a:lnTo>
                    <a:pt x="5029045" y="486226"/>
                  </a:lnTo>
                  <a:lnTo>
                    <a:pt x="5029139" y="486226"/>
                  </a:lnTo>
                  <a:lnTo>
                    <a:pt x="5029233" y="486226"/>
                  </a:lnTo>
                  <a:lnTo>
                    <a:pt x="5029327" y="486226"/>
                  </a:lnTo>
                  <a:lnTo>
                    <a:pt x="5029421" y="486226"/>
                  </a:lnTo>
                  <a:lnTo>
                    <a:pt x="5029515" y="486226"/>
                  </a:lnTo>
                  <a:lnTo>
                    <a:pt x="5029609" y="486226"/>
                  </a:lnTo>
                  <a:lnTo>
                    <a:pt x="5029704" y="486226"/>
                  </a:lnTo>
                  <a:lnTo>
                    <a:pt x="5029798" y="486226"/>
                  </a:lnTo>
                  <a:lnTo>
                    <a:pt x="5029892" y="486226"/>
                  </a:lnTo>
                  <a:lnTo>
                    <a:pt x="5029986" y="486226"/>
                  </a:lnTo>
                  <a:lnTo>
                    <a:pt x="5030080" y="486226"/>
                  </a:lnTo>
                  <a:lnTo>
                    <a:pt x="5030174" y="486226"/>
                  </a:lnTo>
                  <a:lnTo>
                    <a:pt x="5030269" y="486226"/>
                  </a:lnTo>
                  <a:lnTo>
                    <a:pt x="5030363" y="486226"/>
                  </a:lnTo>
                  <a:lnTo>
                    <a:pt x="5030457" y="486226"/>
                  </a:lnTo>
                  <a:lnTo>
                    <a:pt x="5030551" y="486226"/>
                  </a:lnTo>
                  <a:lnTo>
                    <a:pt x="5030645" y="486226"/>
                  </a:lnTo>
                  <a:lnTo>
                    <a:pt x="5030739" y="486226"/>
                  </a:lnTo>
                  <a:lnTo>
                    <a:pt x="5030833" y="486226"/>
                  </a:lnTo>
                  <a:lnTo>
                    <a:pt x="5030928" y="486226"/>
                  </a:lnTo>
                  <a:lnTo>
                    <a:pt x="5031022" y="486226"/>
                  </a:lnTo>
                  <a:lnTo>
                    <a:pt x="5031116" y="486226"/>
                  </a:lnTo>
                  <a:lnTo>
                    <a:pt x="5031210" y="486226"/>
                  </a:lnTo>
                  <a:lnTo>
                    <a:pt x="5031304" y="486226"/>
                  </a:lnTo>
                  <a:lnTo>
                    <a:pt x="5031398" y="486226"/>
                  </a:lnTo>
                  <a:lnTo>
                    <a:pt x="5031492" y="486226"/>
                  </a:lnTo>
                  <a:lnTo>
                    <a:pt x="5031587" y="486226"/>
                  </a:lnTo>
                  <a:lnTo>
                    <a:pt x="5031681" y="486226"/>
                  </a:lnTo>
                  <a:lnTo>
                    <a:pt x="5031775" y="486226"/>
                  </a:lnTo>
                  <a:lnTo>
                    <a:pt x="5031869" y="486226"/>
                  </a:lnTo>
                  <a:lnTo>
                    <a:pt x="5031963" y="486226"/>
                  </a:lnTo>
                  <a:lnTo>
                    <a:pt x="5032057" y="486226"/>
                  </a:lnTo>
                  <a:lnTo>
                    <a:pt x="5032152" y="486226"/>
                  </a:lnTo>
                  <a:lnTo>
                    <a:pt x="5032246" y="486226"/>
                  </a:lnTo>
                  <a:lnTo>
                    <a:pt x="5032340" y="486226"/>
                  </a:lnTo>
                  <a:lnTo>
                    <a:pt x="5032434" y="486226"/>
                  </a:lnTo>
                  <a:lnTo>
                    <a:pt x="5032528" y="486226"/>
                  </a:lnTo>
                  <a:lnTo>
                    <a:pt x="5032622" y="486226"/>
                  </a:lnTo>
                  <a:lnTo>
                    <a:pt x="5032716" y="486226"/>
                  </a:lnTo>
                  <a:lnTo>
                    <a:pt x="5032811" y="486226"/>
                  </a:lnTo>
                  <a:lnTo>
                    <a:pt x="5032905" y="486226"/>
                  </a:lnTo>
                  <a:lnTo>
                    <a:pt x="5032999" y="486226"/>
                  </a:lnTo>
                  <a:lnTo>
                    <a:pt x="5033093" y="486226"/>
                  </a:lnTo>
                  <a:lnTo>
                    <a:pt x="5033187" y="486226"/>
                  </a:lnTo>
                  <a:lnTo>
                    <a:pt x="5033281" y="486226"/>
                  </a:lnTo>
                  <a:lnTo>
                    <a:pt x="5033376" y="486226"/>
                  </a:lnTo>
                  <a:lnTo>
                    <a:pt x="5033470" y="486226"/>
                  </a:lnTo>
                  <a:lnTo>
                    <a:pt x="5033564" y="486226"/>
                  </a:lnTo>
                  <a:lnTo>
                    <a:pt x="5033658" y="486226"/>
                  </a:lnTo>
                  <a:lnTo>
                    <a:pt x="5033752" y="486226"/>
                  </a:lnTo>
                  <a:lnTo>
                    <a:pt x="5033846" y="486226"/>
                  </a:lnTo>
                  <a:lnTo>
                    <a:pt x="5033940" y="486226"/>
                  </a:lnTo>
                  <a:lnTo>
                    <a:pt x="5034035" y="486226"/>
                  </a:lnTo>
                  <a:lnTo>
                    <a:pt x="5034129" y="486226"/>
                  </a:lnTo>
                  <a:lnTo>
                    <a:pt x="5034223" y="486226"/>
                  </a:lnTo>
                  <a:lnTo>
                    <a:pt x="5034317" y="486226"/>
                  </a:lnTo>
                  <a:lnTo>
                    <a:pt x="5034411" y="486226"/>
                  </a:lnTo>
                  <a:lnTo>
                    <a:pt x="5034505" y="486226"/>
                  </a:lnTo>
                  <a:lnTo>
                    <a:pt x="5034600" y="486226"/>
                  </a:lnTo>
                  <a:lnTo>
                    <a:pt x="5034694" y="486226"/>
                  </a:lnTo>
                  <a:lnTo>
                    <a:pt x="5034788" y="486226"/>
                  </a:lnTo>
                  <a:lnTo>
                    <a:pt x="5034882" y="486226"/>
                  </a:lnTo>
                  <a:lnTo>
                    <a:pt x="5034976" y="486226"/>
                  </a:lnTo>
                  <a:lnTo>
                    <a:pt x="5035070" y="486226"/>
                  </a:lnTo>
                  <a:lnTo>
                    <a:pt x="5035164" y="486226"/>
                  </a:lnTo>
                  <a:lnTo>
                    <a:pt x="5035259" y="486226"/>
                  </a:lnTo>
                  <a:lnTo>
                    <a:pt x="5035353" y="486226"/>
                  </a:lnTo>
                  <a:lnTo>
                    <a:pt x="5035447" y="486226"/>
                  </a:lnTo>
                  <a:lnTo>
                    <a:pt x="5035541" y="486226"/>
                  </a:lnTo>
                  <a:lnTo>
                    <a:pt x="5035635" y="486226"/>
                  </a:lnTo>
                  <a:lnTo>
                    <a:pt x="5035729" y="486226"/>
                  </a:lnTo>
                  <a:lnTo>
                    <a:pt x="5035823" y="486226"/>
                  </a:lnTo>
                  <a:lnTo>
                    <a:pt x="5035918" y="486226"/>
                  </a:lnTo>
                  <a:lnTo>
                    <a:pt x="5036012" y="486226"/>
                  </a:lnTo>
                  <a:lnTo>
                    <a:pt x="5036106" y="486226"/>
                  </a:lnTo>
                  <a:lnTo>
                    <a:pt x="5036200" y="486226"/>
                  </a:lnTo>
                  <a:lnTo>
                    <a:pt x="5036294" y="486226"/>
                  </a:lnTo>
                  <a:lnTo>
                    <a:pt x="5036388" y="486226"/>
                  </a:lnTo>
                  <a:lnTo>
                    <a:pt x="5036483" y="486226"/>
                  </a:lnTo>
                  <a:lnTo>
                    <a:pt x="5036577" y="486226"/>
                  </a:lnTo>
                  <a:lnTo>
                    <a:pt x="5036671" y="486226"/>
                  </a:lnTo>
                  <a:lnTo>
                    <a:pt x="5036765" y="486226"/>
                  </a:lnTo>
                  <a:lnTo>
                    <a:pt x="5036859" y="486226"/>
                  </a:lnTo>
                  <a:lnTo>
                    <a:pt x="5036953" y="486226"/>
                  </a:lnTo>
                  <a:lnTo>
                    <a:pt x="5037047" y="486226"/>
                  </a:lnTo>
                  <a:lnTo>
                    <a:pt x="5037142" y="486226"/>
                  </a:lnTo>
                  <a:lnTo>
                    <a:pt x="5037236" y="486226"/>
                  </a:lnTo>
                  <a:lnTo>
                    <a:pt x="5037330" y="486226"/>
                  </a:lnTo>
                  <a:lnTo>
                    <a:pt x="5037424" y="486226"/>
                  </a:lnTo>
                  <a:lnTo>
                    <a:pt x="5037518" y="486226"/>
                  </a:lnTo>
                  <a:lnTo>
                    <a:pt x="5037612" y="486226"/>
                  </a:lnTo>
                  <a:lnTo>
                    <a:pt x="5037707" y="486226"/>
                  </a:lnTo>
                  <a:lnTo>
                    <a:pt x="5037801" y="486226"/>
                  </a:lnTo>
                  <a:lnTo>
                    <a:pt x="5037895" y="486226"/>
                  </a:lnTo>
                  <a:lnTo>
                    <a:pt x="5037989" y="486226"/>
                  </a:lnTo>
                  <a:lnTo>
                    <a:pt x="5038083" y="486226"/>
                  </a:lnTo>
                  <a:lnTo>
                    <a:pt x="5038177" y="486226"/>
                  </a:lnTo>
                  <a:lnTo>
                    <a:pt x="5038271" y="486226"/>
                  </a:lnTo>
                  <a:lnTo>
                    <a:pt x="5038366" y="486226"/>
                  </a:lnTo>
                  <a:lnTo>
                    <a:pt x="5038460" y="486226"/>
                  </a:lnTo>
                  <a:lnTo>
                    <a:pt x="5038554" y="486226"/>
                  </a:lnTo>
                  <a:lnTo>
                    <a:pt x="5038648" y="486226"/>
                  </a:lnTo>
                  <a:lnTo>
                    <a:pt x="5038742" y="486226"/>
                  </a:lnTo>
                  <a:lnTo>
                    <a:pt x="5038836" y="486226"/>
                  </a:lnTo>
                  <a:lnTo>
                    <a:pt x="5038931" y="486226"/>
                  </a:lnTo>
                  <a:lnTo>
                    <a:pt x="5039025" y="486226"/>
                  </a:lnTo>
                  <a:lnTo>
                    <a:pt x="5039119" y="486226"/>
                  </a:lnTo>
                  <a:lnTo>
                    <a:pt x="5039213" y="486226"/>
                  </a:lnTo>
                  <a:lnTo>
                    <a:pt x="5039307" y="486226"/>
                  </a:lnTo>
                  <a:lnTo>
                    <a:pt x="5039401" y="486226"/>
                  </a:lnTo>
                  <a:lnTo>
                    <a:pt x="5039495" y="486226"/>
                  </a:lnTo>
                  <a:lnTo>
                    <a:pt x="5039590" y="486226"/>
                  </a:lnTo>
                  <a:lnTo>
                    <a:pt x="5039684" y="486226"/>
                  </a:lnTo>
                  <a:lnTo>
                    <a:pt x="5039778" y="486226"/>
                  </a:lnTo>
                  <a:lnTo>
                    <a:pt x="5039872" y="486226"/>
                  </a:lnTo>
                  <a:lnTo>
                    <a:pt x="5039966" y="486226"/>
                  </a:lnTo>
                  <a:lnTo>
                    <a:pt x="5040060" y="486226"/>
                  </a:lnTo>
                  <a:lnTo>
                    <a:pt x="5040154" y="486226"/>
                  </a:lnTo>
                  <a:lnTo>
                    <a:pt x="5040249" y="486226"/>
                  </a:lnTo>
                  <a:lnTo>
                    <a:pt x="5040343" y="486226"/>
                  </a:lnTo>
                  <a:lnTo>
                    <a:pt x="5040437" y="486226"/>
                  </a:lnTo>
                  <a:lnTo>
                    <a:pt x="5040531" y="486226"/>
                  </a:lnTo>
                  <a:lnTo>
                    <a:pt x="5040625" y="486226"/>
                  </a:lnTo>
                  <a:lnTo>
                    <a:pt x="5040719" y="486226"/>
                  </a:lnTo>
                  <a:lnTo>
                    <a:pt x="5040719" y="481314"/>
                  </a:lnTo>
                  <a:lnTo>
                    <a:pt x="5040814" y="481314"/>
                  </a:lnTo>
                  <a:lnTo>
                    <a:pt x="5040908" y="481314"/>
                  </a:lnTo>
                  <a:lnTo>
                    <a:pt x="5041002" y="481314"/>
                  </a:lnTo>
                  <a:lnTo>
                    <a:pt x="5041096" y="481314"/>
                  </a:lnTo>
                  <a:lnTo>
                    <a:pt x="5041190" y="481314"/>
                  </a:lnTo>
                  <a:lnTo>
                    <a:pt x="5041284" y="481314"/>
                  </a:lnTo>
                  <a:lnTo>
                    <a:pt x="5041378" y="481314"/>
                  </a:lnTo>
                  <a:lnTo>
                    <a:pt x="5041473" y="481314"/>
                  </a:lnTo>
                  <a:lnTo>
                    <a:pt x="5041567" y="481314"/>
                  </a:lnTo>
                  <a:lnTo>
                    <a:pt x="5041661" y="481314"/>
                  </a:lnTo>
                  <a:lnTo>
                    <a:pt x="5041755" y="481314"/>
                  </a:lnTo>
                  <a:lnTo>
                    <a:pt x="5041849" y="481314"/>
                  </a:lnTo>
                  <a:lnTo>
                    <a:pt x="5041943" y="481314"/>
                  </a:lnTo>
                  <a:lnTo>
                    <a:pt x="5042038" y="481314"/>
                  </a:lnTo>
                  <a:lnTo>
                    <a:pt x="5042132" y="481314"/>
                  </a:lnTo>
                  <a:lnTo>
                    <a:pt x="5042226" y="481314"/>
                  </a:lnTo>
                  <a:lnTo>
                    <a:pt x="5042320" y="481314"/>
                  </a:lnTo>
                  <a:lnTo>
                    <a:pt x="5042414" y="481314"/>
                  </a:lnTo>
                  <a:lnTo>
                    <a:pt x="5042508" y="481314"/>
                  </a:lnTo>
                  <a:lnTo>
                    <a:pt x="5042602" y="481314"/>
                  </a:lnTo>
                  <a:lnTo>
                    <a:pt x="5042697" y="481314"/>
                  </a:lnTo>
                  <a:lnTo>
                    <a:pt x="5042791" y="481314"/>
                  </a:lnTo>
                  <a:lnTo>
                    <a:pt x="5042885" y="481314"/>
                  </a:lnTo>
                  <a:lnTo>
                    <a:pt x="5042979" y="481314"/>
                  </a:lnTo>
                  <a:lnTo>
                    <a:pt x="5043073" y="481314"/>
                  </a:lnTo>
                  <a:lnTo>
                    <a:pt x="5043167" y="481314"/>
                  </a:lnTo>
                  <a:lnTo>
                    <a:pt x="5043262" y="481314"/>
                  </a:lnTo>
                  <a:lnTo>
                    <a:pt x="5043356" y="481314"/>
                  </a:lnTo>
                  <a:lnTo>
                    <a:pt x="5043450" y="481314"/>
                  </a:lnTo>
                  <a:lnTo>
                    <a:pt x="5043544" y="481314"/>
                  </a:lnTo>
                  <a:lnTo>
                    <a:pt x="5043638" y="481314"/>
                  </a:lnTo>
                  <a:lnTo>
                    <a:pt x="5043732" y="481314"/>
                  </a:lnTo>
                  <a:lnTo>
                    <a:pt x="5043826" y="481314"/>
                  </a:lnTo>
                  <a:lnTo>
                    <a:pt x="5043921" y="481314"/>
                  </a:lnTo>
                  <a:lnTo>
                    <a:pt x="5044015" y="481314"/>
                  </a:lnTo>
                  <a:lnTo>
                    <a:pt x="5044109" y="481314"/>
                  </a:lnTo>
                  <a:lnTo>
                    <a:pt x="5044203" y="481314"/>
                  </a:lnTo>
                  <a:lnTo>
                    <a:pt x="5044297" y="481314"/>
                  </a:lnTo>
                  <a:lnTo>
                    <a:pt x="5044391" y="481314"/>
                  </a:lnTo>
                  <a:lnTo>
                    <a:pt x="5044485" y="481314"/>
                  </a:lnTo>
                  <a:lnTo>
                    <a:pt x="5044580" y="481314"/>
                  </a:lnTo>
                  <a:lnTo>
                    <a:pt x="5044674" y="481314"/>
                  </a:lnTo>
                  <a:lnTo>
                    <a:pt x="5044768" y="481314"/>
                  </a:lnTo>
                  <a:lnTo>
                    <a:pt x="5044862" y="481314"/>
                  </a:lnTo>
                  <a:lnTo>
                    <a:pt x="5044956" y="481314"/>
                  </a:lnTo>
                  <a:lnTo>
                    <a:pt x="5045050" y="481314"/>
                  </a:lnTo>
                  <a:lnTo>
                    <a:pt x="5045145" y="481314"/>
                  </a:lnTo>
                  <a:lnTo>
                    <a:pt x="5045239" y="481314"/>
                  </a:lnTo>
                  <a:lnTo>
                    <a:pt x="5045333" y="481314"/>
                  </a:lnTo>
                  <a:lnTo>
                    <a:pt x="5045427" y="481314"/>
                  </a:lnTo>
                  <a:lnTo>
                    <a:pt x="5045521" y="481314"/>
                  </a:lnTo>
                  <a:lnTo>
                    <a:pt x="5045615" y="481314"/>
                  </a:lnTo>
                  <a:lnTo>
                    <a:pt x="5045709" y="481314"/>
                  </a:lnTo>
                  <a:lnTo>
                    <a:pt x="5045709" y="476403"/>
                  </a:lnTo>
                  <a:lnTo>
                    <a:pt x="5045804" y="476403"/>
                  </a:lnTo>
                  <a:lnTo>
                    <a:pt x="5045898" y="476403"/>
                  </a:lnTo>
                  <a:lnTo>
                    <a:pt x="5045992" y="476403"/>
                  </a:lnTo>
                  <a:lnTo>
                    <a:pt x="5046086" y="476403"/>
                  </a:lnTo>
                  <a:lnTo>
                    <a:pt x="5046180" y="476403"/>
                  </a:lnTo>
                  <a:lnTo>
                    <a:pt x="5046274" y="476403"/>
                  </a:lnTo>
                  <a:lnTo>
                    <a:pt x="5046369" y="476403"/>
                  </a:lnTo>
                  <a:lnTo>
                    <a:pt x="5046463" y="476403"/>
                  </a:lnTo>
                  <a:lnTo>
                    <a:pt x="5046557" y="476403"/>
                  </a:lnTo>
                  <a:lnTo>
                    <a:pt x="5046651" y="476403"/>
                  </a:lnTo>
                  <a:lnTo>
                    <a:pt x="5046745" y="476403"/>
                  </a:lnTo>
                  <a:lnTo>
                    <a:pt x="5046839" y="476403"/>
                  </a:lnTo>
                  <a:lnTo>
                    <a:pt x="5046933" y="476403"/>
                  </a:lnTo>
                  <a:lnTo>
                    <a:pt x="5047028" y="476403"/>
                  </a:lnTo>
                  <a:lnTo>
                    <a:pt x="5047122" y="476403"/>
                  </a:lnTo>
                  <a:lnTo>
                    <a:pt x="5047216" y="476403"/>
                  </a:lnTo>
                  <a:lnTo>
                    <a:pt x="5047310" y="476403"/>
                  </a:lnTo>
                  <a:lnTo>
                    <a:pt x="5047404" y="476403"/>
                  </a:lnTo>
                  <a:lnTo>
                    <a:pt x="5047498" y="476403"/>
                  </a:lnTo>
                  <a:lnTo>
                    <a:pt x="5047593" y="476403"/>
                  </a:lnTo>
                  <a:lnTo>
                    <a:pt x="5047687" y="476403"/>
                  </a:lnTo>
                  <a:lnTo>
                    <a:pt x="5047781" y="476403"/>
                  </a:lnTo>
                  <a:lnTo>
                    <a:pt x="5047875" y="476403"/>
                  </a:lnTo>
                  <a:lnTo>
                    <a:pt x="5047969" y="476403"/>
                  </a:lnTo>
                  <a:lnTo>
                    <a:pt x="5048063" y="476403"/>
                  </a:lnTo>
                  <a:lnTo>
                    <a:pt x="5048157" y="476403"/>
                  </a:lnTo>
                  <a:lnTo>
                    <a:pt x="5048157" y="471491"/>
                  </a:lnTo>
                  <a:lnTo>
                    <a:pt x="5048252" y="471491"/>
                  </a:lnTo>
                  <a:lnTo>
                    <a:pt x="5048346" y="471491"/>
                  </a:lnTo>
                  <a:lnTo>
                    <a:pt x="5048440" y="471491"/>
                  </a:lnTo>
                  <a:lnTo>
                    <a:pt x="5048534" y="471491"/>
                  </a:lnTo>
                  <a:lnTo>
                    <a:pt x="5048628" y="471491"/>
                  </a:lnTo>
                  <a:lnTo>
                    <a:pt x="5048722" y="471491"/>
                  </a:lnTo>
                  <a:lnTo>
                    <a:pt x="5048816" y="471491"/>
                  </a:lnTo>
                  <a:lnTo>
                    <a:pt x="5048911" y="471491"/>
                  </a:lnTo>
                  <a:lnTo>
                    <a:pt x="5049005" y="471491"/>
                  </a:lnTo>
                  <a:lnTo>
                    <a:pt x="5049099" y="471491"/>
                  </a:lnTo>
                  <a:lnTo>
                    <a:pt x="5049099" y="466580"/>
                  </a:lnTo>
                  <a:lnTo>
                    <a:pt x="5049193" y="466580"/>
                  </a:lnTo>
                  <a:lnTo>
                    <a:pt x="5049287" y="466580"/>
                  </a:lnTo>
                  <a:lnTo>
                    <a:pt x="5049381" y="466580"/>
                  </a:lnTo>
                  <a:lnTo>
                    <a:pt x="5049476" y="466580"/>
                  </a:lnTo>
                  <a:lnTo>
                    <a:pt x="5049570" y="466580"/>
                  </a:lnTo>
                  <a:lnTo>
                    <a:pt x="5049664" y="466580"/>
                  </a:lnTo>
                  <a:lnTo>
                    <a:pt x="5049758" y="466580"/>
                  </a:lnTo>
                  <a:lnTo>
                    <a:pt x="5049852" y="466580"/>
                  </a:lnTo>
                  <a:lnTo>
                    <a:pt x="5049946" y="466580"/>
                  </a:lnTo>
                  <a:lnTo>
                    <a:pt x="5050040" y="466580"/>
                  </a:lnTo>
                  <a:lnTo>
                    <a:pt x="5050135" y="466580"/>
                  </a:lnTo>
                  <a:lnTo>
                    <a:pt x="5050229" y="466580"/>
                  </a:lnTo>
                  <a:lnTo>
                    <a:pt x="5050323" y="466580"/>
                  </a:lnTo>
                  <a:lnTo>
                    <a:pt x="5050417" y="466580"/>
                  </a:lnTo>
                  <a:lnTo>
                    <a:pt x="5050511" y="466580"/>
                  </a:lnTo>
                  <a:lnTo>
                    <a:pt x="5050605" y="466580"/>
                  </a:lnTo>
                  <a:lnTo>
                    <a:pt x="5050700" y="466580"/>
                  </a:lnTo>
                  <a:lnTo>
                    <a:pt x="5050700" y="461669"/>
                  </a:lnTo>
                  <a:lnTo>
                    <a:pt x="5050794" y="461669"/>
                  </a:lnTo>
                  <a:lnTo>
                    <a:pt x="5050888" y="461669"/>
                  </a:lnTo>
                  <a:lnTo>
                    <a:pt x="5050982" y="461669"/>
                  </a:lnTo>
                  <a:lnTo>
                    <a:pt x="5051076" y="461669"/>
                  </a:lnTo>
                  <a:lnTo>
                    <a:pt x="5051170" y="461669"/>
                  </a:lnTo>
                  <a:lnTo>
                    <a:pt x="5051264" y="461669"/>
                  </a:lnTo>
                  <a:lnTo>
                    <a:pt x="5051359" y="461669"/>
                  </a:lnTo>
                  <a:lnTo>
                    <a:pt x="5051453" y="461669"/>
                  </a:lnTo>
                  <a:lnTo>
                    <a:pt x="5051547" y="461669"/>
                  </a:lnTo>
                  <a:lnTo>
                    <a:pt x="5051641" y="461669"/>
                  </a:lnTo>
                  <a:lnTo>
                    <a:pt x="5051735" y="461669"/>
                  </a:lnTo>
                  <a:lnTo>
                    <a:pt x="5051829" y="461669"/>
                  </a:lnTo>
                  <a:lnTo>
                    <a:pt x="5051924" y="461669"/>
                  </a:lnTo>
                  <a:lnTo>
                    <a:pt x="5052018" y="461669"/>
                  </a:lnTo>
                  <a:lnTo>
                    <a:pt x="5052018" y="456757"/>
                  </a:lnTo>
                  <a:lnTo>
                    <a:pt x="5052112" y="456757"/>
                  </a:lnTo>
                  <a:lnTo>
                    <a:pt x="5052206" y="456757"/>
                  </a:lnTo>
                  <a:lnTo>
                    <a:pt x="5052300" y="456757"/>
                  </a:lnTo>
                  <a:lnTo>
                    <a:pt x="5052394" y="456757"/>
                  </a:lnTo>
                  <a:lnTo>
                    <a:pt x="5052488" y="456757"/>
                  </a:lnTo>
                  <a:lnTo>
                    <a:pt x="5052583" y="456757"/>
                  </a:lnTo>
                  <a:lnTo>
                    <a:pt x="5052677" y="456757"/>
                  </a:lnTo>
                  <a:lnTo>
                    <a:pt x="5052771" y="456757"/>
                  </a:lnTo>
                  <a:lnTo>
                    <a:pt x="5052865" y="456757"/>
                  </a:lnTo>
                  <a:lnTo>
                    <a:pt x="5052959" y="456757"/>
                  </a:lnTo>
                  <a:lnTo>
                    <a:pt x="5053053" y="456757"/>
                  </a:lnTo>
                  <a:lnTo>
                    <a:pt x="5053147" y="456757"/>
                  </a:lnTo>
                  <a:lnTo>
                    <a:pt x="5053242" y="456757"/>
                  </a:lnTo>
                  <a:lnTo>
                    <a:pt x="5053336" y="456757"/>
                  </a:lnTo>
                  <a:lnTo>
                    <a:pt x="5053430" y="456757"/>
                  </a:lnTo>
                  <a:lnTo>
                    <a:pt x="5053524" y="456757"/>
                  </a:lnTo>
                  <a:lnTo>
                    <a:pt x="5053618" y="456757"/>
                  </a:lnTo>
                  <a:lnTo>
                    <a:pt x="5053712" y="456757"/>
                  </a:lnTo>
                  <a:lnTo>
                    <a:pt x="5053807" y="456757"/>
                  </a:lnTo>
                  <a:lnTo>
                    <a:pt x="5053901" y="456757"/>
                  </a:lnTo>
                  <a:lnTo>
                    <a:pt x="5053995" y="456757"/>
                  </a:lnTo>
                  <a:lnTo>
                    <a:pt x="5054089" y="456757"/>
                  </a:lnTo>
                  <a:lnTo>
                    <a:pt x="5054183" y="456757"/>
                  </a:lnTo>
                  <a:lnTo>
                    <a:pt x="5054277" y="456757"/>
                  </a:lnTo>
                  <a:lnTo>
                    <a:pt x="5054371" y="456757"/>
                  </a:lnTo>
                  <a:lnTo>
                    <a:pt x="5054466" y="456757"/>
                  </a:lnTo>
                  <a:lnTo>
                    <a:pt x="5054560" y="456757"/>
                  </a:lnTo>
                  <a:lnTo>
                    <a:pt x="5054654" y="456757"/>
                  </a:lnTo>
                  <a:lnTo>
                    <a:pt x="5054748" y="456757"/>
                  </a:lnTo>
                  <a:lnTo>
                    <a:pt x="5054842" y="456757"/>
                  </a:lnTo>
                  <a:lnTo>
                    <a:pt x="5054842" y="451846"/>
                  </a:lnTo>
                  <a:lnTo>
                    <a:pt x="5054936" y="451846"/>
                  </a:lnTo>
                  <a:lnTo>
                    <a:pt x="5055031" y="451846"/>
                  </a:lnTo>
                  <a:lnTo>
                    <a:pt x="5055125" y="451846"/>
                  </a:lnTo>
                  <a:lnTo>
                    <a:pt x="5055219" y="451846"/>
                  </a:lnTo>
                  <a:lnTo>
                    <a:pt x="5055313" y="451846"/>
                  </a:lnTo>
                  <a:lnTo>
                    <a:pt x="5055407" y="451846"/>
                  </a:lnTo>
                  <a:lnTo>
                    <a:pt x="5055501" y="451846"/>
                  </a:lnTo>
                  <a:lnTo>
                    <a:pt x="5055595" y="451846"/>
                  </a:lnTo>
                  <a:lnTo>
                    <a:pt x="5055690" y="451846"/>
                  </a:lnTo>
                  <a:lnTo>
                    <a:pt x="5055784" y="451846"/>
                  </a:lnTo>
                  <a:lnTo>
                    <a:pt x="5055878" y="451846"/>
                  </a:lnTo>
                  <a:lnTo>
                    <a:pt x="5055972" y="451846"/>
                  </a:lnTo>
                  <a:lnTo>
                    <a:pt x="5056066" y="451846"/>
                  </a:lnTo>
                  <a:lnTo>
                    <a:pt x="5056160" y="451846"/>
                  </a:lnTo>
                  <a:lnTo>
                    <a:pt x="5056255" y="451846"/>
                  </a:lnTo>
                  <a:lnTo>
                    <a:pt x="5056349" y="451846"/>
                  </a:lnTo>
                  <a:lnTo>
                    <a:pt x="5056443" y="451846"/>
                  </a:lnTo>
                  <a:lnTo>
                    <a:pt x="5056537" y="451846"/>
                  </a:lnTo>
                  <a:lnTo>
                    <a:pt x="5056631" y="451846"/>
                  </a:lnTo>
                  <a:lnTo>
                    <a:pt x="5056631" y="446935"/>
                  </a:lnTo>
                  <a:lnTo>
                    <a:pt x="5056725" y="446935"/>
                  </a:lnTo>
                  <a:lnTo>
                    <a:pt x="5056819" y="446935"/>
                  </a:lnTo>
                  <a:lnTo>
                    <a:pt x="5056914" y="446935"/>
                  </a:lnTo>
                  <a:lnTo>
                    <a:pt x="5057008" y="446935"/>
                  </a:lnTo>
                  <a:lnTo>
                    <a:pt x="5057102" y="446935"/>
                  </a:lnTo>
                  <a:lnTo>
                    <a:pt x="5057196" y="446935"/>
                  </a:lnTo>
                  <a:lnTo>
                    <a:pt x="5057290" y="446935"/>
                  </a:lnTo>
                  <a:lnTo>
                    <a:pt x="5057384" y="446935"/>
                  </a:lnTo>
                  <a:lnTo>
                    <a:pt x="5057478" y="446935"/>
                  </a:lnTo>
                  <a:lnTo>
                    <a:pt x="5057573" y="446935"/>
                  </a:lnTo>
                  <a:lnTo>
                    <a:pt x="5057667" y="446935"/>
                  </a:lnTo>
                  <a:lnTo>
                    <a:pt x="5057667" y="442023"/>
                  </a:lnTo>
                  <a:lnTo>
                    <a:pt x="5057761" y="442023"/>
                  </a:lnTo>
                  <a:lnTo>
                    <a:pt x="5057855" y="442023"/>
                  </a:lnTo>
                  <a:lnTo>
                    <a:pt x="5057949" y="442023"/>
                  </a:lnTo>
                  <a:lnTo>
                    <a:pt x="5058043" y="442023"/>
                  </a:lnTo>
                  <a:lnTo>
                    <a:pt x="5058138" y="442023"/>
                  </a:lnTo>
                  <a:lnTo>
                    <a:pt x="5058232" y="442023"/>
                  </a:lnTo>
                  <a:lnTo>
                    <a:pt x="5058326" y="442023"/>
                  </a:lnTo>
                  <a:lnTo>
                    <a:pt x="5058420" y="442023"/>
                  </a:lnTo>
                  <a:lnTo>
                    <a:pt x="5058514" y="442023"/>
                  </a:lnTo>
                  <a:lnTo>
                    <a:pt x="5058608" y="442023"/>
                  </a:lnTo>
                  <a:lnTo>
                    <a:pt x="5058702" y="442023"/>
                  </a:lnTo>
                  <a:lnTo>
                    <a:pt x="5058797" y="442023"/>
                  </a:lnTo>
                  <a:lnTo>
                    <a:pt x="5058891" y="442023"/>
                  </a:lnTo>
                  <a:lnTo>
                    <a:pt x="5058985" y="442023"/>
                  </a:lnTo>
                  <a:lnTo>
                    <a:pt x="5059079" y="442023"/>
                  </a:lnTo>
                  <a:lnTo>
                    <a:pt x="5059173" y="442023"/>
                  </a:lnTo>
                  <a:lnTo>
                    <a:pt x="5059267" y="442023"/>
                  </a:lnTo>
                  <a:lnTo>
                    <a:pt x="5059362" y="442023"/>
                  </a:lnTo>
                  <a:lnTo>
                    <a:pt x="5059456" y="442023"/>
                  </a:lnTo>
                  <a:lnTo>
                    <a:pt x="5059550" y="442023"/>
                  </a:lnTo>
                  <a:lnTo>
                    <a:pt x="5059644" y="442023"/>
                  </a:lnTo>
                  <a:lnTo>
                    <a:pt x="5059738" y="442023"/>
                  </a:lnTo>
                  <a:lnTo>
                    <a:pt x="5059832" y="442023"/>
                  </a:lnTo>
                  <a:lnTo>
                    <a:pt x="5059926" y="442023"/>
                  </a:lnTo>
                  <a:lnTo>
                    <a:pt x="5060021" y="442023"/>
                  </a:lnTo>
                  <a:lnTo>
                    <a:pt x="5060115" y="442023"/>
                  </a:lnTo>
                  <a:lnTo>
                    <a:pt x="5060209" y="442023"/>
                  </a:lnTo>
                  <a:lnTo>
                    <a:pt x="5060303" y="442023"/>
                  </a:lnTo>
                  <a:lnTo>
                    <a:pt x="5060397" y="442023"/>
                  </a:lnTo>
                  <a:lnTo>
                    <a:pt x="5060491" y="442023"/>
                  </a:lnTo>
                  <a:lnTo>
                    <a:pt x="5060586" y="442023"/>
                  </a:lnTo>
                  <a:lnTo>
                    <a:pt x="5060680" y="442023"/>
                  </a:lnTo>
                  <a:lnTo>
                    <a:pt x="5060774" y="442023"/>
                  </a:lnTo>
                  <a:lnTo>
                    <a:pt x="5060868" y="442023"/>
                  </a:lnTo>
                  <a:lnTo>
                    <a:pt x="5060962" y="442023"/>
                  </a:lnTo>
                  <a:lnTo>
                    <a:pt x="5061056" y="442023"/>
                  </a:lnTo>
                  <a:lnTo>
                    <a:pt x="5061150" y="442023"/>
                  </a:lnTo>
                  <a:lnTo>
                    <a:pt x="5061245" y="442023"/>
                  </a:lnTo>
                  <a:lnTo>
                    <a:pt x="5061339" y="442023"/>
                  </a:lnTo>
                  <a:lnTo>
                    <a:pt x="5061433" y="442023"/>
                  </a:lnTo>
                  <a:lnTo>
                    <a:pt x="5061527" y="442023"/>
                  </a:lnTo>
                  <a:lnTo>
                    <a:pt x="5061621" y="442023"/>
                  </a:lnTo>
                  <a:lnTo>
                    <a:pt x="5061715" y="442023"/>
                  </a:lnTo>
                  <a:lnTo>
                    <a:pt x="5061809" y="442023"/>
                  </a:lnTo>
                  <a:lnTo>
                    <a:pt x="5061904" y="442023"/>
                  </a:lnTo>
                  <a:lnTo>
                    <a:pt x="5061998" y="442023"/>
                  </a:lnTo>
                  <a:lnTo>
                    <a:pt x="5062092" y="442023"/>
                  </a:lnTo>
                  <a:lnTo>
                    <a:pt x="5062186" y="442023"/>
                  </a:lnTo>
                  <a:lnTo>
                    <a:pt x="5062280" y="442023"/>
                  </a:lnTo>
                  <a:lnTo>
                    <a:pt x="5062374" y="442023"/>
                  </a:lnTo>
                  <a:lnTo>
                    <a:pt x="5062469" y="442023"/>
                  </a:lnTo>
                  <a:lnTo>
                    <a:pt x="5062563" y="442023"/>
                  </a:lnTo>
                  <a:lnTo>
                    <a:pt x="5062657" y="442023"/>
                  </a:lnTo>
                  <a:lnTo>
                    <a:pt x="5062751" y="442023"/>
                  </a:lnTo>
                  <a:lnTo>
                    <a:pt x="5062845" y="442023"/>
                  </a:lnTo>
                  <a:lnTo>
                    <a:pt x="5062939" y="442023"/>
                  </a:lnTo>
                  <a:lnTo>
                    <a:pt x="5063033" y="442023"/>
                  </a:lnTo>
                  <a:lnTo>
                    <a:pt x="5063128" y="442023"/>
                  </a:lnTo>
                  <a:lnTo>
                    <a:pt x="5063222" y="442023"/>
                  </a:lnTo>
                  <a:lnTo>
                    <a:pt x="5063316" y="442023"/>
                  </a:lnTo>
                  <a:lnTo>
                    <a:pt x="5063410" y="442023"/>
                  </a:lnTo>
                  <a:lnTo>
                    <a:pt x="5063504" y="442023"/>
                  </a:lnTo>
                  <a:lnTo>
                    <a:pt x="5063598" y="442023"/>
                  </a:lnTo>
                  <a:lnTo>
                    <a:pt x="5063693" y="442023"/>
                  </a:lnTo>
                  <a:lnTo>
                    <a:pt x="5063787" y="442023"/>
                  </a:lnTo>
                  <a:lnTo>
                    <a:pt x="5063881" y="442023"/>
                  </a:lnTo>
                  <a:lnTo>
                    <a:pt x="5063975" y="442023"/>
                  </a:lnTo>
                  <a:lnTo>
                    <a:pt x="5064069" y="442023"/>
                  </a:lnTo>
                  <a:lnTo>
                    <a:pt x="5064163" y="442023"/>
                  </a:lnTo>
                  <a:lnTo>
                    <a:pt x="5064257" y="442023"/>
                  </a:lnTo>
                  <a:lnTo>
                    <a:pt x="5064352" y="442023"/>
                  </a:lnTo>
                  <a:lnTo>
                    <a:pt x="5064446" y="442023"/>
                  </a:lnTo>
                  <a:lnTo>
                    <a:pt x="5064540" y="442023"/>
                  </a:lnTo>
                  <a:lnTo>
                    <a:pt x="5064634" y="442023"/>
                  </a:lnTo>
                  <a:lnTo>
                    <a:pt x="5064728" y="442023"/>
                  </a:lnTo>
                  <a:lnTo>
                    <a:pt x="5064822" y="442023"/>
                  </a:lnTo>
                  <a:lnTo>
                    <a:pt x="5064917" y="442023"/>
                  </a:lnTo>
                  <a:lnTo>
                    <a:pt x="5065011" y="442023"/>
                  </a:lnTo>
                  <a:lnTo>
                    <a:pt x="5065105" y="442023"/>
                  </a:lnTo>
                  <a:lnTo>
                    <a:pt x="5065199" y="442023"/>
                  </a:lnTo>
                  <a:lnTo>
                    <a:pt x="5065293" y="442023"/>
                  </a:lnTo>
                  <a:lnTo>
                    <a:pt x="5065387" y="442023"/>
                  </a:lnTo>
                  <a:lnTo>
                    <a:pt x="5065481" y="442023"/>
                  </a:lnTo>
                  <a:lnTo>
                    <a:pt x="5065576" y="442023"/>
                  </a:lnTo>
                  <a:lnTo>
                    <a:pt x="5065670" y="442023"/>
                  </a:lnTo>
                  <a:lnTo>
                    <a:pt x="5065764" y="442023"/>
                  </a:lnTo>
                  <a:lnTo>
                    <a:pt x="5065858" y="442023"/>
                  </a:lnTo>
                  <a:lnTo>
                    <a:pt x="5065952" y="442023"/>
                  </a:lnTo>
                  <a:lnTo>
                    <a:pt x="5066046" y="442023"/>
                  </a:lnTo>
                  <a:lnTo>
                    <a:pt x="5066140" y="442023"/>
                  </a:lnTo>
                  <a:lnTo>
                    <a:pt x="5066235" y="442023"/>
                  </a:lnTo>
                  <a:lnTo>
                    <a:pt x="5066329" y="442023"/>
                  </a:lnTo>
                  <a:lnTo>
                    <a:pt x="5066423" y="442023"/>
                  </a:lnTo>
                  <a:lnTo>
                    <a:pt x="5066517" y="442023"/>
                  </a:lnTo>
                  <a:lnTo>
                    <a:pt x="5066611" y="442023"/>
                  </a:lnTo>
                  <a:lnTo>
                    <a:pt x="5066705" y="442023"/>
                  </a:lnTo>
                  <a:lnTo>
                    <a:pt x="5066800" y="442023"/>
                  </a:lnTo>
                  <a:lnTo>
                    <a:pt x="5066894" y="442023"/>
                  </a:lnTo>
                  <a:lnTo>
                    <a:pt x="5066988" y="442023"/>
                  </a:lnTo>
                  <a:lnTo>
                    <a:pt x="5067082" y="442023"/>
                  </a:lnTo>
                  <a:lnTo>
                    <a:pt x="5067176" y="442023"/>
                  </a:lnTo>
                  <a:lnTo>
                    <a:pt x="5067270" y="442023"/>
                  </a:lnTo>
                  <a:lnTo>
                    <a:pt x="5067364" y="442023"/>
                  </a:lnTo>
                  <a:lnTo>
                    <a:pt x="5067459" y="442023"/>
                  </a:lnTo>
                  <a:lnTo>
                    <a:pt x="5067553" y="442023"/>
                  </a:lnTo>
                  <a:lnTo>
                    <a:pt x="5067647" y="442023"/>
                  </a:lnTo>
                  <a:lnTo>
                    <a:pt x="5067741" y="442023"/>
                  </a:lnTo>
                  <a:lnTo>
                    <a:pt x="5067835" y="442023"/>
                  </a:lnTo>
                  <a:lnTo>
                    <a:pt x="5067929" y="442023"/>
                  </a:lnTo>
                  <a:lnTo>
                    <a:pt x="5068024" y="442023"/>
                  </a:lnTo>
                  <a:lnTo>
                    <a:pt x="5068118" y="442023"/>
                  </a:lnTo>
                  <a:lnTo>
                    <a:pt x="5068212" y="442023"/>
                  </a:lnTo>
                  <a:lnTo>
                    <a:pt x="5068306" y="442023"/>
                  </a:lnTo>
                  <a:lnTo>
                    <a:pt x="5068400" y="442023"/>
                  </a:lnTo>
                  <a:lnTo>
                    <a:pt x="5068494" y="442023"/>
                  </a:lnTo>
                  <a:lnTo>
                    <a:pt x="5068588" y="442023"/>
                  </a:lnTo>
                  <a:lnTo>
                    <a:pt x="5068683" y="442023"/>
                  </a:lnTo>
                  <a:lnTo>
                    <a:pt x="5068777" y="442023"/>
                  </a:lnTo>
                  <a:lnTo>
                    <a:pt x="5068871" y="442023"/>
                  </a:lnTo>
                  <a:lnTo>
                    <a:pt x="5068965" y="442023"/>
                  </a:lnTo>
                  <a:lnTo>
                    <a:pt x="5069059" y="442023"/>
                  </a:lnTo>
                  <a:lnTo>
                    <a:pt x="5069153" y="442023"/>
                  </a:lnTo>
                  <a:lnTo>
                    <a:pt x="5069248" y="442023"/>
                  </a:lnTo>
                  <a:lnTo>
                    <a:pt x="5069342" y="442023"/>
                  </a:lnTo>
                  <a:lnTo>
                    <a:pt x="5069436" y="442023"/>
                  </a:lnTo>
                  <a:lnTo>
                    <a:pt x="5069530" y="442023"/>
                  </a:lnTo>
                  <a:lnTo>
                    <a:pt x="5069624" y="442023"/>
                  </a:lnTo>
                  <a:lnTo>
                    <a:pt x="5069718" y="442023"/>
                  </a:lnTo>
                  <a:lnTo>
                    <a:pt x="5069812" y="442023"/>
                  </a:lnTo>
                  <a:lnTo>
                    <a:pt x="5069907" y="442023"/>
                  </a:lnTo>
                  <a:lnTo>
                    <a:pt x="5070001" y="442023"/>
                  </a:lnTo>
                  <a:lnTo>
                    <a:pt x="5070095" y="442023"/>
                  </a:lnTo>
                  <a:lnTo>
                    <a:pt x="5070189" y="442023"/>
                  </a:lnTo>
                  <a:lnTo>
                    <a:pt x="5070283" y="442023"/>
                  </a:lnTo>
                  <a:lnTo>
                    <a:pt x="5070377" y="442023"/>
                  </a:lnTo>
                  <a:lnTo>
                    <a:pt x="5070471" y="442023"/>
                  </a:lnTo>
                  <a:lnTo>
                    <a:pt x="5070566" y="442023"/>
                  </a:lnTo>
                  <a:lnTo>
                    <a:pt x="5070660" y="442023"/>
                  </a:lnTo>
                  <a:lnTo>
                    <a:pt x="5070754" y="442023"/>
                  </a:lnTo>
                  <a:lnTo>
                    <a:pt x="5070848" y="442023"/>
                  </a:lnTo>
                  <a:lnTo>
                    <a:pt x="5070942" y="442023"/>
                  </a:lnTo>
                  <a:lnTo>
                    <a:pt x="5071036" y="442023"/>
                  </a:lnTo>
                  <a:lnTo>
                    <a:pt x="5071131" y="442023"/>
                  </a:lnTo>
                  <a:lnTo>
                    <a:pt x="5071225" y="442023"/>
                  </a:lnTo>
                  <a:lnTo>
                    <a:pt x="5071319" y="442023"/>
                  </a:lnTo>
                  <a:lnTo>
                    <a:pt x="5071413" y="442023"/>
                  </a:lnTo>
                  <a:lnTo>
                    <a:pt x="5071507" y="442023"/>
                  </a:lnTo>
                  <a:lnTo>
                    <a:pt x="5071601" y="442023"/>
                  </a:lnTo>
                  <a:lnTo>
                    <a:pt x="5071695" y="442023"/>
                  </a:lnTo>
                  <a:lnTo>
                    <a:pt x="5071790" y="442023"/>
                  </a:lnTo>
                  <a:lnTo>
                    <a:pt x="5071884" y="442023"/>
                  </a:lnTo>
                  <a:lnTo>
                    <a:pt x="5071978" y="442023"/>
                  </a:lnTo>
                  <a:lnTo>
                    <a:pt x="5072072" y="442023"/>
                  </a:lnTo>
                  <a:lnTo>
                    <a:pt x="5072166" y="442023"/>
                  </a:lnTo>
                  <a:lnTo>
                    <a:pt x="5072260" y="442023"/>
                  </a:lnTo>
                  <a:lnTo>
                    <a:pt x="5072355" y="442023"/>
                  </a:lnTo>
                  <a:lnTo>
                    <a:pt x="5072449" y="442023"/>
                  </a:lnTo>
                  <a:lnTo>
                    <a:pt x="5072543" y="442023"/>
                  </a:lnTo>
                  <a:lnTo>
                    <a:pt x="5072637" y="442023"/>
                  </a:lnTo>
                  <a:lnTo>
                    <a:pt x="5072731" y="442023"/>
                  </a:lnTo>
                  <a:lnTo>
                    <a:pt x="5072825" y="442023"/>
                  </a:lnTo>
                  <a:lnTo>
                    <a:pt x="5072919" y="442023"/>
                  </a:lnTo>
                  <a:lnTo>
                    <a:pt x="5073014" y="442023"/>
                  </a:lnTo>
                  <a:lnTo>
                    <a:pt x="5073108" y="442023"/>
                  </a:lnTo>
                  <a:lnTo>
                    <a:pt x="5073202" y="442023"/>
                  </a:lnTo>
                  <a:lnTo>
                    <a:pt x="5073296" y="442023"/>
                  </a:lnTo>
                  <a:lnTo>
                    <a:pt x="5073390" y="442023"/>
                  </a:lnTo>
                  <a:lnTo>
                    <a:pt x="5073484" y="442023"/>
                  </a:lnTo>
                  <a:lnTo>
                    <a:pt x="5073579" y="442023"/>
                  </a:lnTo>
                  <a:lnTo>
                    <a:pt x="5073673" y="442023"/>
                  </a:lnTo>
                  <a:lnTo>
                    <a:pt x="5073767" y="442023"/>
                  </a:lnTo>
                  <a:lnTo>
                    <a:pt x="5073861" y="442023"/>
                  </a:lnTo>
                  <a:lnTo>
                    <a:pt x="5073955" y="442023"/>
                  </a:lnTo>
                  <a:lnTo>
                    <a:pt x="5074049" y="442023"/>
                  </a:lnTo>
                  <a:lnTo>
                    <a:pt x="5074143" y="442023"/>
                  </a:lnTo>
                  <a:lnTo>
                    <a:pt x="5074238" y="442023"/>
                  </a:lnTo>
                  <a:lnTo>
                    <a:pt x="5074332" y="442023"/>
                  </a:lnTo>
                  <a:lnTo>
                    <a:pt x="5074426" y="442023"/>
                  </a:lnTo>
                  <a:lnTo>
                    <a:pt x="5074520" y="442023"/>
                  </a:lnTo>
                  <a:lnTo>
                    <a:pt x="5074614" y="442023"/>
                  </a:lnTo>
                  <a:lnTo>
                    <a:pt x="5074708" y="442023"/>
                  </a:lnTo>
                  <a:lnTo>
                    <a:pt x="5074802" y="442023"/>
                  </a:lnTo>
                  <a:lnTo>
                    <a:pt x="5074897" y="442023"/>
                  </a:lnTo>
                  <a:lnTo>
                    <a:pt x="5074991" y="442023"/>
                  </a:lnTo>
                  <a:lnTo>
                    <a:pt x="5075085" y="442023"/>
                  </a:lnTo>
                  <a:lnTo>
                    <a:pt x="5075179" y="442023"/>
                  </a:lnTo>
                  <a:lnTo>
                    <a:pt x="5075273" y="442023"/>
                  </a:lnTo>
                  <a:lnTo>
                    <a:pt x="5075367" y="442023"/>
                  </a:lnTo>
                  <a:lnTo>
                    <a:pt x="5075462" y="442023"/>
                  </a:lnTo>
                  <a:lnTo>
                    <a:pt x="5075556" y="442023"/>
                  </a:lnTo>
                  <a:lnTo>
                    <a:pt x="5075650" y="442023"/>
                  </a:lnTo>
                  <a:lnTo>
                    <a:pt x="5075744" y="442023"/>
                  </a:lnTo>
                  <a:lnTo>
                    <a:pt x="5075838" y="442023"/>
                  </a:lnTo>
                  <a:lnTo>
                    <a:pt x="5075932" y="442023"/>
                  </a:lnTo>
                  <a:lnTo>
                    <a:pt x="5076026" y="442023"/>
                  </a:lnTo>
                  <a:lnTo>
                    <a:pt x="5076121" y="442023"/>
                  </a:lnTo>
                  <a:lnTo>
                    <a:pt x="5076215" y="442023"/>
                  </a:lnTo>
                  <a:lnTo>
                    <a:pt x="5076309" y="442023"/>
                  </a:lnTo>
                  <a:lnTo>
                    <a:pt x="5076403" y="442023"/>
                  </a:lnTo>
                  <a:lnTo>
                    <a:pt x="5076497" y="442023"/>
                  </a:lnTo>
                  <a:lnTo>
                    <a:pt x="5076591" y="442023"/>
                  </a:lnTo>
                  <a:lnTo>
                    <a:pt x="5076686" y="442023"/>
                  </a:lnTo>
                  <a:lnTo>
                    <a:pt x="5076780" y="442023"/>
                  </a:lnTo>
                  <a:lnTo>
                    <a:pt x="5076874" y="442023"/>
                  </a:lnTo>
                  <a:lnTo>
                    <a:pt x="5076968" y="442023"/>
                  </a:lnTo>
                  <a:lnTo>
                    <a:pt x="5077062" y="442023"/>
                  </a:lnTo>
                  <a:lnTo>
                    <a:pt x="5077156" y="442023"/>
                  </a:lnTo>
                  <a:lnTo>
                    <a:pt x="5077250" y="442023"/>
                  </a:lnTo>
                  <a:lnTo>
                    <a:pt x="5077345" y="442023"/>
                  </a:lnTo>
                  <a:lnTo>
                    <a:pt x="5077439" y="442023"/>
                  </a:lnTo>
                  <a:lnTo>
                    <a:pt x="5077533" y="442023"/>
                  </a:lnTo>
                  <a:lnTo>
                    <a:pt x="5077627" y="442023"/>
                  </a:lnTo>
                  <a:lnTo>
                    <a:pt x="5077721" y="442023"/>
                  </a:lnTo>
                  <a:lnTo>
                    <a:pt x="5077815" y="442023"/>
                  </a:lnTo>
                  <a:lnTo>
                    <a:pt x="5077815" y="437112"/>
                  </a:lnTo>
                  <a:lnTo>
                    <a:pt x="5077910" y="437112"/>
                  </a:lnTo>
                  <a:lnTo>
                    <a:pt x="5078004" y="437112"/>
                  </a:lnTo>
                  <a:lnTo>
                    <a:pt x="5078098" y="437112"/>
                  </a:lnTo>
                  <a:lnTo>
                    <a:pt x="5078192" y="437112"/>
                  </a:lnTo>
                  <a:lnTo>
                    <a:pt x="5078286" y="437112"/>
                  </a:lnTo>
                  <a:lnTo>
                    <a:pt x="5078380" y="437112"/>
                  </a:lnTo>
                  <a:lnTo>
                    <a:pt x="5078474" y="437112"/>
                  </a:lnTo>
                  <a:lnTo>
                    <a:pt x="5078569" y="437112"/>
                  </a:lnTo>
                  <a:lnTo>
                    <a:pt x="5078663" y="437112"/>
                  </a:lnTo>
                  <a:lnTo>
                    <a:pt x="5078757" y="437112"/>
                  </a:lnTo>
                  <a:lnTo>
                    <a:pt x="5078851" y="437112"/>
                  </a:lnTo>
                  <a:lnTo>
                    <a:pt x="5078945" y="437112"/>
                  </a:lnTo>
                  <a:lnTo>
                    <a:pt x="5079039" y="437112"/>
                  </a:lnTo>
                  <a:lnTo>
                    <a:pt x="5079133" y="437112"/>
                  </a:lnTo>
                  <a:lnTo>
                    <a:pt x="5079228" y="437112"/>
                  </a:lnTo>
                  <a:lnTo>
                    <a:pt x="5079322" y="437112"/>
                  </a:lnTo>
                  <a:lnTo>
                    <a:pt x="5079416" y="437112"/>
                  </a:lnTo>
                  <a:lnTo>
                    <a:pt x="5079510" y="437112"/>
                  </a:lnTo>
                  <a:lnTo>
                    <a:pt x="5079604" y="437112"/>
                  </a:lnTo>
                  <a:lnTo>
                    <a:pt x="5079698" y="437112"/>
                  </a:lnTo>
                  <a:lnTo>
                    <a:pt x="5079793" y="437112"/>
                  </a:lnTo>
                  <a:lnTo>
                    <a:pt x="5079887" y="437112"/>
                  </a:lnTo>
                  <a:lnTo>
                    <a:pt x="5079981" y="437112"/>
                  </a:lnTo>
                  <a:lnTo>
                    <a:pt x="5080075" y="437112"/>
                  </a:lnTo>
                  <a:lnTo>
                    <a:pt x="5080169" y="437112"/>
                  </a:lnTo>
                  <a:lnTo>
                    <a:pt x="5080263" y="437112"/>
                  </a:lnTo>
                  <a:lnTo>
                    <a:pt x="5080357" y="437112"/>
                  </a:lnTo>
                  <a:lnTo>
                    <a:pt x="5080452" y="437112"/>
                  </a:lnTo>
                  <a:lnTo>
                    <a:pt x="5080546" y="437112"/>
                  </a:lnTo>
                  <a:lnTo>
                    <a:pt x="5080640" y="437112"/>
                  </a:lnTo>
                  <a:lnTo>
                    <a:pt x="5080734" y="437112"/>
                  </a:lnTo>
                  <a:lnTo>
                    <a:pt x="5080828" y="437112"/>
                  </a:lnTo>
                  <a:lnTo>
                    <a:pt x="5080922" y="437112"/>
                  </a:lnTo>
                  <a:lnTo>
                    <a:pt x="5081017" y="437112"/>
                  </a:lnTo>
                  <a:lnTo>
                    <a:pt x="5081111" y="437112"/>
                  </a:lnTo>
                  <a:lnTo>
                    <a:pt x="5081205" y="437112"/>
                  </a:lnTo>
                  <a:lnTo>
                    <a:pt x="5081299" y="437112"/>
                  </a:lnTo>
                  <a:lnTo>
                    <a:pt x="5081393" y="437112"/>
                  </a:lnTo>
                  <a:lnTo>
                    <a:pt x="5081487" y="437112"/>
                  </a:lnTo>
                  <a:lnTo>
                    <a:pt x="5081581" y="437112"/>
                  </a:lnTo>
                  <a:lnTo>
                    <a:pt x="5081676" y="437112"/>
                  </a:lnTo>
                  <a:lnTo>
                    <a:pt x="5081770" y="437112"/>
                  </a:lnTo>
                  <a:lnTo>
                    <a:pt x="5081864" y="437112"/>
                  </a:lnTo>
                  <a:lnTo>
                    <a:pt x="5081958" y="437112"/>
                  </a:lnTo>
                  <a:lnTo>
                    <a:pt x="5082052" y="437112"/>
                  </a:lnTo>
                  <a:lnTo>
                    <a:pt x="5082146" y="437112"/>
                  </a:lnTo>
                  <a:lnTo>
                    <a:pt x="5082241" y="437112"/>
                  </a:lnTo>
                  <a:lnTo>
                    <a:pt x="5082335" y="437112"/>
                  </a:lnTo>
                  <a:lnTo>
                    <a:pt x="5082429" y="437112"/>
                  </a:lnTo>
                  <a:lnTo>
                    <a:pt x="5082523" y="437112"/>
                  </a:lnTo>
                  <a:lnTo>
                    <a:pt x="5082617" y="437112"/>
                  </a:lnTo>
                  <a:lnTo>
                    <a:pt x="5082711" y="437112"/>
                  </a:lnTo>
                  <a:lnTo>
                    <a:pt x="5082805" y="437112"/>
                  </a:lnTo>
                  <a:lnTo>
                    <a:pt x="5082900" y="437112"/>
                  </a:lnTo>
                  <a:lnTo>
                    <a:pt x="5082994" y="437112"/>
                  </a:lnTo>
                  <a:lnTo>
                    <a:pt x="5083088" y="437112"/>
                  </a:lnTo>
                  <a:lnTo>
                    <a:pt x="5083182" y="437112"/>
                  </a:lnTo>
                  <a:lnTo>
                    <a:pt x="5083276" y="437112"/>
                  </a:lnTo>
                  <a:lnTo>
                    <a:pt x="5083370" y="437112"/>
                  </a:lnTo>
                  <a:lnTo>
                    <a:pt x="5083464" y="437112"/>
                  </a:lnTo>
                  <a:lnTo>
                    <a:pt x="5083559" y="437112"/>
                  </a:lnTo>
                  <a:lnTo>
                    <a:pt x="5083559" y="432200"/>
                  </a:lnTo>
                  <a:lnTo>
                    <a:pt x="5083653" y="432200"/>
                  </a:lnTo>
                  <a:lnTo>
                    <a:pt x="5083747" y="432200"/>
                  </a:lnTo>
                  <a:lnTo>
                    <a:pt x="5083841" y="432200"/>
                  </a:lnTo>
                  <a:lnTo>
                    <a:pt x="5083935" y="432200"/>
                  </a:lnTo>
                  <a:lnTo>
                    <a:pt x="5084029" y="432200"/>
                  </a:lnTo>
                  <a:lnTo>
                    <a:pt x="5084124" y="432200"/>
                  </a:lnTo>
                  <a:lnTo>
                    <a:pt x="5084218" y="432200"/>
                  </a:lnTo>
                  <a:lnTo>
                    <a:pt x="5084312" y="432200"/>
                  </a:lnTo>
                  <a:lnTo>
                    <a:pt x="5084406" y="432200"/>
                  </a:lnTo>
                  <a:lnTo>
                    <a:pt x="5084500" y="432200"/>
                  </a:lnTo>
                  <a:lnTo>
                    <a:pt x="5084594" y="432200"/>
                  </a:lnTo>
                  <a:lnTo>
                    <a:pt x="5084688" y="432200"/>
                  </a:lnTo>
                  <a:lnTo>
                    <a:pt x="5084783" y="432200"/>
                  </a:lnTo>
                  <a:lnTo>
                    <a:pt x="5084877" y="432200"/>
                  </a:lnTo>
                  <a:lnTo>
                    <a:pt x="5084971" y="432200"/>
                  </a:lnTo>
                  <a:lnTo>
                    <a:pt x="5085065" y="432200"/>
                  </a:lnTo>
                  <a:lnTo>
                    <a:pt x="5085159" y="432200"/>
                  </a:lnTo>
                  <a:lnTo>
                    <a:pt x="5085253" y="432200"/>
                  </a:lnTo>
                  <a:lnTo>
                    <a:pt x="5085348" y="432200"/>
                  </a:lnTo>
                  <a:lnTo>
                    <a:pt x="5085442" y="432200"/>
                  </a:lnTo>
                  <a:lnTo>
                    <a:pt x="5085536" y="432200"/>
                  </a:lnTo>
                  <a:lnTo>
                    <a:pt x="5085630" y="432200"/>
                  </a:lnTo>
                  <a:lnTo>
                    <a:pt x="5085724" y="432200"/>
                  </a:lnTo>
                  <a:lnTo>
                    <a:pt x="5085818" y="432200"/>
                  </a:lnTo>
                  <a:lnTo>
                    <a:pt x="5085912" y="432200"/>
                  </a:lnTo>
                  <a:lnTo>
                    <a:pt x="5086007" y="432200"/>
                  </a:lnTo>
                  <a:lnTo>
                    <a:pt x="5086101" y="432200"/>
                  </a:lnTo>
                  <a:lnTo>
                    <a:pt x="5086195" y="432200"/>
                  </a:lnTo>
                  <a:lnTo>
                    <a:pt x="5086289" y="432200"/>
                  </a:lnTo>
                  <a:lnTo>
                    <a:pt x="5086383" y="432200"/>
                  </a:lnTo>
                  <a:lnTo>
                    <a:pt x="5086477" y="432200"/>
                  </a:lnTo>
                  <a:lnTo>
                    <a:pt x="5086572" y="432200"/>
                  </a:lnTo>
                  <a:lnTo>
                    <a:pt x="5086666" y="432200"/>
                  </a:lnTo>
                  <a:lnTo>
                    <a:pt x="5086760" y="432200"/>
                  </a:lnTo>
                  <a:lnTo>
                    <a:pt x="5086854" y="432200"/>
                  </a:lnTo>
                  <a:lnTo>
                    <a:pt x="5086948" y="432200"/>
                  </a:lnTo>
                  <a:lnTo>
                    <a:pt x="5087042" y="432200"/>
                  </a:lnTo>
                  <a:lnTo>
                    <a:pt x="5087136" y="432200"/>
                  </a:lnTo>
                  <a:lnTo>
                    <a:pt x="5087231" y="432200"/>
                  </a:lnTo>
                  <a:lnTo>
                    <a:pt x="5087325" y="432200"/>
                  </a:lnTo>
                  <a:lnTo>
                    <a:pt x="5087419" y="432200"/>
                  </a:lnTo>
                  <a:lnTo>
                    <a:pt x="5087513" y="432200"/>
                  </a:lnTo>
                  <a:lnTo>
                    <a:pt x="5087607" y="432200"/>
                  </a:lnTo>
                  <a:lnTo>
                    <a:pt x="5087701" y="432200"/>
                  </a:lnTo>
                  <a:lnTo>
                    <a:pt x="5087795" y="432200"/>
                  </a:lnTo>
                  <a:lnTo>
                    <a:pt x="5087890" y="432200"/>
                  </a:lnTo>
                  <a:lnTo>
                    <a:pt x="5087984" y="432200"/>
                  </a:lnTo>
                  <a:lnTo>
                    <a:pt x="5088078" y="432200"/>
                  </a:lnTo>
                  <a:lnTo>
                    <a:pt x="5088172" y="432200"/>
                  </a:lnTo>
                  <a:lnTo>
                    <a:pt x="5088266" y="432200"/>
                  </a:lnTo>
                  <a:lnTo>
                    <a:pt x="5088360" y="432200"/>
                  </a:lnTo>
                  <a:lnTo>
                    <a:pt x="5088455" y="432200"/>
                  </a:lnTo>
                  <a:lnTo>
                    <a:pt x="5088549" y="432200"/>
                  </a:lnTo>
                  <a:lnTo>
                    <a:pt x="5088643" y="432200"/>
                  </a:lnTo>
                  <a:lnTo>
                    <a:pt x="5088737" y="432200"/>
                  </a:lnTo>
                  <a:lnTo>
                    <a:pt x="5088831" y="432200"/>
                  </a:lnTo>
                  <a:lnTo>
                    <a:pt x="5088925" y="432200"/>
                  </a:lnTo>
                  <a:lnTo>
                    <a:pt x="5089019" y="432200"/>
                  </a:lnTo>
                  <a:lnTo>
                    <a:pt x="5089114" y="432200"/>
                  </a:lnTo>
                  <a:lnTo>
                    <a:pt x="5089208" y="432200"/>
                  </a:lnTo>
                  <a:lnTo>
                    <a:pt x="5089302" y="432200"/>
                  </a:lnTo>
                  <a:lnTo>
                    <a:pt x="5089396" y="432200"/>
                  </a:lnTo>
                  <a:lnTo>
                    <a:pt x="5089490" y="432200"/>
                  </a:lnTo>
                  <a:lnTo>
                    <a:pt x="5089584" y="432200"/>
                  </a:lnTo>
                  <a:lnTo>
                    <a:pt x="5089679" y="432200"/>
                  </a:lnTo>
                  <a:lnTo>
                    <a:pt x="5089773" y="432200"/>
                  </a:lnTo>
                  <a:lnTo>
                    <a:pt x="5089867" y="432200"/>
                  </a:lnTo>
                  <a:lnTo>
                    <a:pt x="5089961" y="432200"/>
                  </a:lnTo>
                  <a:lnTo>
                    <a:pt x="5090055" y="432200"/>
                  </a:lnTo>
                  <a:lnTo>
                    <a:pt x="5090149" y="432200"/>
                  </a:lnTo>
                  <a:lnTo>
                    <a:pt x="5090243" y="432200"/>
                  </a:lnTo>
                  <a:lnTo>
                    <a:pt x="5090338" y="432200"/>
                  </a:lnTo>
                  <a:lnTo>
                    <a:pt x="5090432" y="432200"/>
                  </a:lnTo>
                  <a:lnTo>
                    <a:pt x="5090526" y="432200"/>
                  </a:lnTo>
                  <a:lnTo>
                    <a:pt x="5090620" y="432200"/>
                  </a:lnTo>
                  <a:lnTo>
                    <a:pt x="5090714" y="432200"/>
                  </a:lnTo>
                  <a:lnTo>
                    <a:pt x="5090808" y="432200"/>
                  </a:lnTo>
                  <a:lnTo>
                    <a:pt x="5090903" y="432200"/>
                  </a:lnTo>
                  <a:lnTo>
                    <a:pt x="5090997" y="432200"/>
                  </a:lnTo>
                  <a:lnTo>
                    <a:pt x="5091091" y="432200"/>
                  </a:lnTo>
                  <a:lnTo>
                    <a:pt x="5091185" y="432200"/>
                  </a:lnTo>
                  <a:lnTo>
                    <a:pt x="5091279" y="432200"/>
                  </a:lnTo>
                  <a:lnTo>
                    <a:pt x="5091373" y="432200"/>
                  </a:lnTo>
                  <a:lnTo>
                    <a:pt x="5091467" y="432200"/>
                  </a:lnTo>
                  <a:lnTo>
                    <a:pt x="5091562" y="432200"/>
                  </a:lnTo>
                  <a:lnTo>
                    <a:pt x="5091656" y="432200"/>
                  </a:lnTo>
                  <a:lnTo>
                    <a:pt x="5091750" y="432200"/>
                  </a:lnTo>
                  <a:lnTo>
                    <a:pt x="5091844" y="432200"/>
                  </a:lnTo>
                  <a:lnTo>
                    <a:pt x="5091938" y="432200"/>
                  </a:lnTo>
                  <a:lnTo>
                    <a:pt x="5092032" y="432200"/>
                  </a:lnTo>
                  <a:lnTo>
                    <a:pt x="5092126" y="432200"/>
                  </a:lnTo>
                  <a:lnTo>
                    <a:pt x="5092221" y="432200"/>
                  </a:lnTo>
                  <a:lnTo>
                    <a:pt x="5092315" y="432200"/>
                  </a:lnTo>
                  <a:lnTo>
                    <a:pt x="5092409" y="432200"/>
                  </a:lnTo>
                  <a:lnTo>
                    <a:pt x="5092503" y="432200"/>
                  </a:lnTo>
                  <a:lnTo>
                    <a:pt x="5092597" y="432200"/>
                  </a:lnTo>
                  <a:lnTo>
                    <a:pt x="5092691" y="432200"/>
                  </a:lnTo>
                  <a:lnTo>
                    <a:pt x="5092786" y="432200"/>
                  </a:lnTo>
                  <a:lnTo>
                    <a:pt x="5092880" y="432200"/>
                  </a:lnTo>
                  <a:lnTo>
                    <a:pt x="5092974" y="432200"/>
                  </a:lnTo>
                  <a:lnTo>
                    <a:pt x="5093068" y="432200"/>
                  </a:lnTo>
                  <a:lnTo>
                    <a:pt x="5093162" y="432200"/>
                  </a:lnTo>
                  <a:lnTo>
                    <a:pt x="5093256" y="432200"/>
                  </a:lnTo>
                  <a:lnTo>
                    <a:pt x="5093350" y="432200"/>
                  </a:lnTo>
                  <a:lnTo>
                    <a:pt x="5093445" y="432200"/>
                  </a:lnTo>
                  <a:lnTo>
                    <a:pt x="5093539" y="432200"/>
                  </a:lnTo>
                  <a:lnTo>
                    <a:pt x="5093633" y="432200"/>
                  </a:lnTo>
                  <a:lnTo>
                    <a:pt x="5093727" y="432200"/>
                  </a:lnTo>
                  <a:lnTo>
                    <a:pt x="5093821" y="432200"/>
                  </a:lnTo>
                  <a:lnTo>
                    <a:pt x="5093915" y="432200"/>
                  </a:lnTo>
                  <a:lnTo>
                    <a:pt x="5094010" y="432200"/>
                  </a:lnTo>
                  <a:lnTo>
                    <a:pt x="5094104" y="432200"/>
                  </a:lnTo>
                  <a:lnTo>
                    <a:pt x="5094198" y="432200"/>
                  </a:lnTo>
                  <a:lnTo>
                    <a:pt x="5094292" y="432200"/>
                  </a:lnTo>
                  <a:lnTo>
                    <a:pt x="5094386" y="432200"/>
                  </a:lnTo>
                  <a:lnTo>
                    <a:pt x="5094480" y="432200"/>
                  </a:lnTo>
                  <a:lnTo>
                    <a:pt x="5094574" y="432200"/>
                  </a:lnTo>
                  <a:lnTo>
                    <a:pt x="5094669" y="432200"/>
                  </a:lnTo>
                  <a:lnTo>
                    <a:pt x="5094763" y="432200"/>
                  </a:lnTo>
                  <a:lnTo>
                    <a:pt x="5094857" y="432200"/>
                  </a:lnTo>
                  <a:lnTo>
                    <a:pt x="5094951" y="432200"/>
                  </a:lnTo>
                  <a:lnTo>
                    <a:pt x="5095045" y="432200"/>
                  </a:lnTo>
                  <a:lnTo>
                    <a:pt x="5095139" y="432200"/>
                  </a:lnTo>
                  <a:lnTo>
                    <a:pt x="5095234" y="432200"/>
                  </a:lnTo>
                  <a:lnTo>
                    <a:pt x="5095328" y="432200"/>
                  </a:lnTo>
                  <a:lnTo>
                    <a:pt x="5095422" y="432200"/>
                  </a:lnTo>
                  <a:lnTo>
                    <a:pt x="5095516" y="432200"/>
                  </a:lnTo>
                  <a:lnTo>
                    <a:pt x="5095610" y="432200"/>
                  </a:lnTo>
                  <a:lnTo>
                    <a:pt x="5095704" y="432200"/>
                  </a:lnTo>
                  <a:lnTo>
                    <a:pt x="5095798" y="432200"/>
                  </a:lnTo>
                  <a:lnTo>
                    <a:pt x="5095893" y="432200"/>
                  </a:lnTo>
                  <a:lnTo>
                    <a:pt x="5095987" y="432200"/>
                  </a:lnTo>
                  <a:lnTo>
                    <a:pt x="5096081" y="432200"/>
                  </a:lnTo>
                  <a:lnTo>
                    <a:pt x="5096175" y="432200"/>
                  </a:lnTo>
                  <a:lnTo>
                    <a:pt x="5096269" y="432200"/>
                  </a:lnTo>
                  <a:lnTo>
                    <a:pt x="5096363" y="432200"/>
                  </a:lnTo>
                  <a:lnTo>
                    <a:pt x="5096457" y="432200"/>
                  </a:lnTo>
                  <a:lnTo>
                    <a:pt x="5096552" y="432200"/>
                  </a:lnTo>
                  <a:lnTo>
                    <a:pt x="5096646" y="432200"/>
                  </a:lnTo>
                  <a:lnTo>
                    <a:pt x="5096740" y="432200"/>
                  </a:lnTo>
                  <a:lnTo>
                    <a:pt x="5096834" y="432200"/>
                  </a:lnTo>
                  <a:lnTo>
                    <a:pt x="5096928" y="432200"/>
                  </a:lnTo>
                  <a:lnTo>
                    <a:pt x="5097022" y="432200"/>
                  </a:lnTo>
                  <a:lnTo>
                    <a:pt x="5097117" y="432200"/>
                  </a:lnTo>
                  <a:lnTo>
                    <a:pt x="5097211" y="432200"/>
                  </a:lnTo>
                  <a:lnTo>
                    <a:pt x="5097305" y="432200"/>
                  </a:lnTo>
                  <a:lnTo>
                    <a:pt x="5097399" y="432200"/>
                  </a:lnTo>
                  <a:lnTo>
                    <a:pt x="5097493" y="432200"/>
                  </a:lnTo>
                  <a:lnTo>
                    <a:pt x="5097587" y="432200"/>
                  </a:lnTo>
                  <a:lnTo>
                    <a:pt x="5097681" y="432200"/>
                  </a:lnTo>
                  <a:lnTo>
                    <a:pt x="5097776" y="432200"/>
                  </a:lnTo>
                  <a:lnTo>
                    <a:pt x="5097870" y="432200"/>
                  </a:lnTo>
                  <a:lnTo>
                    <a:pt x="5097964" y="432200"/>
                  </a:lnTo>
                  <a:lnTo>
                    <a:pt x="5098058" y="432200"/>
                  </a:lnTo>
                  <a:lnTo>
                    <a:pt x="5098152" y="432200"/>
                  </a:lnTo>
                  <a:lnTo>
                    <a:pt x="5098246" y="432200"/>
                  </a:lnTo>
                  <a:lnTo>
                    <a:pt x="5098341" y="432200"/>
                  </a:lnTo>
                  <a:lnTo>
                    <a:pt x="5098435" y="432200"/>
                  </a:lnTo>
                  <a:lnTo>
                    <a:pt x="5098529" y="432200"/>
                  </a:lnTo>
                  <a:lnTo>
                    <a:pt x="5098623" y="432200"/>
                  </a:lnTo>
                  <a:lnTo>
                    <a:pt x="5098717" y="432200"/>
                  </a:lnTo>
                  <a:lnTo>
                    <a:pt x="5098811" y="432200"/>
                  </a:lnTo>
                  <a:lnTo>
                    <a:pt x="5098905" y="432200"/>
                  </a:lnTo>
                  <a:lnTo>
                    <a:pt x="5099000" y="432200"/>
                  </a:lnTo>
                  <a:lnTo>
                    <a:pt x="5099094" y="432200"/>
                  </a:lnTo>
                  <a:lnTo>
                    <a:pt x="5099094" y="427289"/>
                  </a:lnTo>
                  <a:lnTo>
                    <a:pt x="5099188" y="427289"/>
                  </a:lnTo>
                  <a:lnTo>
                    <a:pt x="5099282" y="427289"/>
                  </a:lnTo>
                  <a:lnTo>
                    <a:pt x="5099376" y="427289"/>
                  </a:lnTo>
                  <a:lnTo>
                    <a:pt x="5099470" y="427289"/>
                  </a:lnTo>
                  <a:lnTo>
                    <a:pt x="5099565" y="427289"/>
                  </a:lnTo>
                  <a:lnTo>
                    <a:pt x="5099565" y="422378"/>
                  </a:lnTo>
                  <a:lnTo>
                    <a:pt x="5099659" y="422378"/>
                  </a:lnTo>
                  <a:lnTo>
                    <a:pt x="5099753" y="422378"/>
                  </a:lnTo>
                  <a:lnTo>
                    <a:pt x="5099847" y="422378"/>
                  </a:lnTo>
                  <a:lnTo>
                    <a:pt x="5099941" y="422378"/>
                  </a:lnTo>
                  <a:lnTo>
                    <a:pt x="5100035" y="422378"/>
                  </a:lnTo>
                  <a:lnTo>
                    <a:pt x="5100129" y="422378"/>
                  </a:lnTo>
                  <a:lnTo>
                    <a:pt x="5100224" y="422378"/>
                  </a:lnTo>
                  <a:lnTo>
                    <a:pt x="5100318" y="422378"/>
                  </a:lnTo>
                  <a:lnTo>
                    <a:pt x="5100412" y="422378"/>
                  </a:lnTo>
                  <a:lnTo>
                    <a:pt x="5100506" y="422378"/>
                  </a:lnTo>
                  <a:lnTo>
                    <a:pt x="5100600" y="422378"/>
                  </a:lnTo>
                  <a:lnTo>
                    <a:pt x="5100694" y="422378"/>
                  </a:lnTo>
                  <a:lnTo>
                    <a:pt x="5100788" y="422378"/>
                  </a:lnTo>
                  <a:lnTo>
                    <a:pt x="5100883" y="422378"/>
                  </a:lnTo>
                  <a:lnTo>
                    <a:pt x="5100977" y="422378"/>
                  </a:lnTo>
                  <a:lnTo>
                    <a:pt x="5101071" y="422378"/>
                  </a:lnTo>
                  <a:lnTo>
                    <a:pt x="5101165" y="422378"/>
                  </a:lnTo>
                  <a:lnTo>
                    <a:pt x="5101259" y="422378"/>
                  </a:lnTo>
                  <a:lnTo>
                    <a:pt x="5101353" y="422378"/>
                  </a:lnTo>
                  <a:lnTo>
                    <a:pt x="5101448" y="422378"/>
                  </a:lnTo>
                  <a:lnTo>
                    <a:pt x="5101542" y="422378"/>
                  </a:lnTo>
                  <a:lnTo>
                    <a:pt x="5101636" y="422378"/>
                  </a:lnTo>
                  <a:lnTo>
                    <a:pt x="5101730" y="422378"/>
                  </a:lnTo>
                  <a:lnTo>
                    <a:pt x="5101824" y="422378"/>
                  </a:lnTo>
                  <a:lnTo>
                    <a:pt x="5101918" y="422378"/>
                  </a:lnTo>
                  <a:lnTo>
                    <a:pt x="5102012" y="422378"/>
                  </a:lnTo>
                  <a:lnTo>
                    <a:pt x="5102107" y="422378"/>
                  </a:lnTo>
                  <a:lnTo>
                    <a:pt x="5102201" y="422378"/>
                  </a:lnTo>
                  <a:lnTo>
                    <a:pt x="5102295" y="422378"/>
                  </a:lnTo>
                  <a:lnTo>
                    <a:pt x="5102389" y="422378"/>
                  </a:lnTo>
                  <a:lnTo>
                    <a:pt x="5102483" y="422378"/>
                  </a:lnTo>
                  <a:lnTo>
                    <a:pt x="5102577" y="422378"/>
                  </a:lnTo>
                  <a:lnTo>
                    <a:pt x="5102672" y="422378"/>
                  </a:lnTo>
                  <a:lnTo>
                    <a:pt x="5102766" y="422378"/>
                  </a:lnTo>
                  <a:lnTo>
                    <a:pt x="5102860" y="422378"/>
                  </a:lnTo>
                  <a:lnTo>
                    <a:pt x="5102954" y="422378"/>
                  </a:lnTo>
                  <a:lnTo>
                    <a:pt x="5103048" y="422378"/>
                  </a:lnTo>
                  <a:lnTo>
                    <a:pt x="5103142" y="422378"/>
                  </a:lnTo>
                  <a:lnTo>
                    <a:pt x="5103236" y="422378"/>
                  </a:lnTo>
                  <a:lnTo>
                    <a:pt x="5103331" y="422378"/>
                  </a:lnTo>
                  <a:lnTo>
                    <a:pt x="5103425" y="422378"/>
                  </a:lnTo>
                  <a:lnTo>
                    <a:pt x="5103519" y="422378"/>
                  </a:lnTo>
                  <a:lnTo>
                    <a:pt x="5103613" y="422378"/>
                  </a:lnTo>
                  <a:lnTo>
                    <a:pt x="5103707" y="422378"/>
                  </a:lnTo>
                  <a:lnTo>
                    <a:pt x="5103801" y="422378"/>
                  </a:lnTo>
                  <a:lnTo>
                    <a:pt x="5103896" y="422378"/>
                  </a:lnTo>
                  <a:lnTo>
                    <a:pt x="5103990" y="422378"/>
                  </a:lnTo>
                  <a:lnTo>
                    <a:pt x="5104084" y="422378"/>
                  </a:lnTo>
                  <a:lnTo>
                    <a:pt x="5104178" y="422378"/>
                  </a:lnTo>
                  <a:lnTo>
                    <a:pt x="5104272" y="422378"/>
                  </a:lnTo>
                  <a:lnTo>
                    <a:pt x="5104366" y="422378"/>
                  </a:lnTo>
                  <a:lnTo>
                    <a:pt x="5104460" y="422378"/>
                  </a:lnTo>
                  <a:lnTo>
                    <a:pt x="5104555" y="422378"/>
                  </a:lnTo>
                  <a:lnTo>
                    <a:pt x="5104649" y="422378"/>
                  </a:lnTo>
                  <a:lnTo>
                    <a:pt x="5104743" y="422378"/>
                  </a:lnTo>
                  <a:lnTo>
                    <a:pt x="5104837" y="422378"/>
                  </a:lnTo>
                  <a:lnTo>
                    <a:pt x="5104931" y="422378"/>
                  </a:lnTo>
                  <a:lnTo>
                    <a:pt x="5105025" y="422378"/>
                  </a:lnTo>
                  <a:lnTo>
                    <a:pt x="5105119" y="422378"/>
                  </a:lnTo>
                  <a:lnTo>
                    <a:pt x="5105214" y="422378"/>
                  </a:lnTo>
                  <a:lnTo>
                    <a:pt x="5105308" y="422378"/>
                  </a:lnTo>
                  <a:lnTo>
                    <a:pt x="5105402" y="422378"/>
                  </a:lnTo>
                  <a:lnTo>
                    <a:pt x="5105496" y="422378"/>
                  </a:lnTo>
                  <a:lnTo>
                    <a:pt x="5105590" y="422378"/>
                  </a:lnTo>
                  <a:lnTo>
                    <a:pt x="5105684" y="422378"/>
                  </a:lnTo>
                  <a:lnTo>
                    <a:pt x="5105779" y="422378"/>
                  </a:lnTo>
                  <a:lnTo>
                    <a:pt x="5105873" y="422378"/>
                  </a:lnTo>
                  <a:lnTo>
                    <a:pt x="5105967" y="422378"/>
                  </a:lnTo>
                  <a:lnTo>
                    <a:pt x="5106061" y="422378"/>
                  </a:lnTo>
                  <a:lnTo>
                    <a:pt x="5106155" y="422378"/>
                  </a:lnTo>
                  <a:lnTo>
                    <a:pt x="5106249" y="422378"/>
                  </a:lnTo>
                  <a:lnTo>
                    <a:pt x="5106343" y="422378"/>
                  </a:lnTo>
                  <a:lnTo>
                    <a:pt x="5106343" y="417466"/>
                  </a:lnTo>
                  <a:lnTo>
                    <a:pt x="5106438" y="417466"/>
                  </a:lnTo>
                  <a:lnTo>
                    <a:pt x="5106532" y="417466"/>
                  </a:lnTo>
                  <a:lnTo>
                    <a:pt x="5106626" y="417466"/>
                  </a:lnTo>
                  <a:lnTo>
                    <a:pt x="5106720" y="417466"/>
                  </a:lnTo>
                  <a:lnTo>
                    <a:pt x="5106814" y="417466"/>
                  </a:lnTo>
                  <a:lnTo>
                    <a:pt x="5106908" y="417466"/>
                  </a:lnTo>
                  <a:lnTo>
                    <a:pt x="5107003" y="417466"/>
                  </a:lnTo>
                  <a:lnTo>
                    <a:pt x="5107097" y="417466"/>
                  </a:lnTo>
                  <a:lnTo>
                    <a:pt x="5107191" y="417466"/>
                  </a:lnTo>
                  <a:lnTo>
                    <a:pt x="5107285" y="417466"/>
                  </a:lnTo>
                  <a:lnTo>
                    <a:pt x="5107379" y="417466"/>
                  </a:lnTo>
                  <a:lnTo>
                    <a:pt x="5107473" y="417466"/>
                  </a:lnTo>
                  <a:lnTo>
                    <a:pt x="5107567" y="417466"/>
                  </a:lnTo>
                  <a:lnTo>
                    <a:pt x="5107662" y="417466"/>
                  </a:lnTo>
                  <a:lnTo>
                    <a:pt x="5107756" y="417466"/>
                  </a:lnTo>
                  <a:lnTo>
                    <a:pt x="5107850" y="417466"/>
                  </a:lnTo>
                  <a:lnTo>
                    <a:pt x="5107944" y="417466"/>
                  </a:lnTo>
                  <a:lnTo>
                    <a:pt x="5108038" y="417466"/>
                  </a:lnTo>
                  <a:lnTo>
                    <a:pt x="5108132" y="417466"/>
                  </a:lnTo>
                  <a:lnTo>
                    <a:pt x="5108227" y="417466"/>
                  </a:lnTo>
                  <a:lnTo>
                    <a:pt x="5108321" y="417466"/>
                  </a:lnTo>
                  <a:lnTo>
                    <a:pt x="5108415" y="417466"/>
                  </a:lnTo>
                  <a:lnTo>
                    <a:pt x="5108509" y="417466"/>
                  </a:lnTo>
                  <a:lnTo>
                    <a:pt x="5108603" y="417466"/>
                  </a:lnTo>
                  <a:lnTo>
                    <a:pt x="5108697" y="417466"/>
                  </a:lnTo>
                  <a:lnTo>
                    <a:pt x="5108791" y="417466"/>
                  </a:lnTo>
                  <a:lnTo>
                    <a:pt x="5108886" y="417466"/>
                  </a:lnTo>
                  <a:lnTo>
                    <a:pt x="5108980" y="417466"/>
                  </a:lnTo>
                  <a:lnTo>
                    <a:pt x="5109074" y="417466"/>
                  </a:lnTo>
                  <a:lnTo>
                    <a:pt x="5109168" y="417466"/>
                  </a:lnTo>
                  <a:lnTo>
                    <a:pt x="5109262" y="417466"/>
                  </a:lnTo>
                  <a:lnTo>
                    <a:pt x="5109356" y="417466"/>
                  </a:lnTo>
                  <a:lnTo>
                    <a:pt x="5109450" y="417466"/>
                  </a:lnTo>
                  <a:lnTo>
                    <a:pt x="5109545" y="417466"/>
                  </a:lnTo>
                  <a:lnTo>
                    <a:pt x="5109639" y="417466"/>
                  </a:lnTo>
                  <a:lnTo>
                    <a:pt x="5109733" y="417466"/>
                  </a:lnTo>
                  <a:lnTo>
                    <a:pt x="5109827" y="417466"/>
                  </a:lnTo>
                  <a:lnTo>
                    <a:pt x="5109921" y="417466"/>
                  </a:lnTo>
                  <a:lnTo>
                    <a:pt x="5110015" y="417466"/>
                  </a:lnTo>
                  <a:lnTo>
                    <a:pt x="5110110" y="417466"/>
                  </a:lnTo>
                  <a:lnTo>
                    <a:pt x="5110204" y="417466"/>
                  </a:lnTo>
                  <a:lnTo>
                    <a:pt x="5110298" y="417466"/>
                  </a:lnTo>
                  <a:lnTo>
                    <a:pt x="5110392" y="417466"/>
                  </a:lnTo>
                  <a:lnTo>
                    <a:pt x="5110486" y="417466"/>
                  </a:lnTo>
                  <a:lnTo>
                    <a:pt x="5110580" y="417466"/>
                  </a:lnTo>
                  <a:lnTo>
                    <a:pt x="5110674" y="417466"/>
                  </a:lnTo>
                  <a:lnTo>
                    <a:pt x="5110769" y="417466"/>
                  </a:lnTo>
                  <a:lnTo>
                    <a:pt x="5110863" y="417466"/>
                  </a:lnTo>
                  <a:lnTo>
                    <a:pt x="5110957" y="417466"/>
                  </a:lnTo>
                  <a:lnTo>
                    <a:pt x="5111051" y="417466"/>
                  </a:lnTo>
                  <a:lnTo>
                    <a:pt x="5111145" y="417466"/>
                  </a:lnTo>
                  <a:lnTo>
                    <a:pt x="5111239" y="417466"/>
                  </a:lnTo>
                  <a:lnTo>
                    <a:pt x="5111334" y="417466"/>
                  </a:lnTo>
                  <a:lnTo>
                    <a:pt x="5111428" y="417466"/>
                  </a:lnTo>
                  <a:lnTo>
                    <a:pt x="5111522" y="417466"/>
                  </a:lnTo>
                  <a:lnTo>
                    <a:pt x="5111616" y="417466"/>
                  </a:lnTo>
                  <a:lnTo>
                    <a:pt x="5111710" y="417466"/>
                  </a:lnTo>
                  <a:lnTo>
                    <a:pt x="5111804" y="417466"/>
                  </a:lnTo>
                  <a:lnTo>
                    <a:pt x="5111898" y="417466"/>
                  </a:lnTo>
                  <a:lnTo>
                    <a:pt x="5111993" y="417466"/>
                  </a:lnTo>
                  <a:lnTo>
                    <a:pt x="5112087" y="417466"/>
                  </a:lnTo>
                  <a:lnTo>
                    <a:pt x="5112181" y="417466"/>
                  </a:lnTo>
                  <a:lnTo>
                    <a:pt x="5112275" y="417466"/>
                  </a:lnTo>
                  <a:lnTo>
                    <a:pt x="5112369" y="417466"/>
                  </a:lnTo>
                  <a:lnTo>
                    <a:pt x="5112463" y="417466"/>
                  </a:lnTo>
                  <a:lnTo>
                    <a:pt x="5112558" y="417466"/>
                  </a:lnTo>
                  <a:lnTo>
                    <a:pt x="5112652" y="417466"/>
                  </a:lnTo>
                  <a:lnTo>
                    <a:pt x="5112746" y="417466"/>
                  </a:lnTo>
                  <a:lnTo>
                    <a:pt x="5112840" y="417466"/>
                  </a:lnTo>
                  <a:lnTo>
                    <a:pt x="5112934" y="417466"/>
                  </a:lnTo>
                  <a:lnTo>
                    <a:pt x="5113028" y="417466"/>
                  </a:lnTo>
                  <a:lnTo>
                    <a:pt x="5113122" y="417466"/>
                  </a:lnTo>
                  <a:lnTo>
                    <a:pt x="5113217" y="417466"/>
                  </a:lnTo>
                  <a:lnTo>
                    <a:pt x="5113311" y="417466"/>
                  </a:lnTo>
                  <a:lnTo>
                    <a:pt x="5113405" y="417466"/>
                  </a:lnTo>
                  <a:lnTo>
                    <a:pt x="5113499" y="417466"/>
                  </a:lnTo>
                  <a:lnTo>
                    <a:pt x="5113593" y="417466"/>
                  </a:lnTo>
                  <a:lnTo>
                    <a:pt x="5113687" y="417466"/>
                  </a:lnTo>
                  <a:lnTo>
                    <a:pt x="5113781" y="417466"/>
                  </a:lnTo>
                  <a:lnTo>
                    <a:pt x="5113876" y="417466"/>
                  </a:lnTo>
                  <a:lnTo>
                    <a:pt x="5113970" y="417466"/>
                  </a:lnTo>
                  <a:lnTo>
                    <a:pt x="5114064" y="417466"/>
                  </a:lnTo>
                  <a:lnTo>
                    <a:pt x="5114158" y="417466"/>
                  </a:lnTo>
                  <a:lnTo>
                    <a:pt x="5114252" y="417466"/>
                  </a:lnTo>
                  <a:lnTo>
                    <a:pt x="5114346" y="417466"/>
                  </a:lnTo>
                  <a:lnTo>
                    <a:pt x="5114441" y="417466"/>
                  </a:lnTo>
                  <a:lnTo>
                    <a:pt x="5114535" y="417466"/>
                  </a:lnTo>
                  <a:lnTo>
                    <a:pt x="5114629" y="417466"/>
                  </a:lnTo>
                  <a:lnTo>
                    <a:pt x="5114723" y="417466"/>
                  </a:lnTo>
                  <a:lnTo>
                    <a:pt x="5114817" y="417466"/>
                  </a:lnTo>
                  <a:lnTo>
                    <a:pt x="5114911" y="417466"/>
                  </a:lnTo>
                  <a:lnTo>
                    <a:pt x="5115005" y="417466"/>
                  </a:lnTo>
                  <a:lnTo>
                    <a:pt x="5115100" y="417466"/>
                  </a:lnTo>
                  <a:lnTo>
                    <a:pt x="5115194" y="417466"/>
                  </a:lnTo>
                  <a:lnTo>
                    <a:pt x="5115288" y="417466"/>
                  </a:lnTo>
                  <a:lnTo>
                    <a:pt x="5115382" y="417466"/>
                  </a:lnTo>
                  <a:lnTo>
                    <a:pt x="5115476" y="417466"/>
                  </a:lnTo>
                  <a:lnTo>
                    <a:pt x="5115570" y="417466"/>
                  </a:lnTo>
                  <a:lnTo>
                    <a:pt x="5115665" y="417466"/>
                  </a:lnTo>
                  <a:lnTo>
                    <a:pt x="5115759" y="417466"/>
                  </a:lnTo>
                  <a:lnTo>
                    <a:pt x="5115853" y="417466"/>
                  </a:lnTo>
                  <a:lnTo>
                    <a:pt x="5115947" y="417466"/>
                  </a:lnTo>
                  <a:lnTo>
                    <a:pt x="5116041" y="417466"/>
                  </a:lnTo>
                  <a:lnTo>
                    <a:pt x="5116135" y="417466"/>
                  </a:lnTo>
                  <a:lnTo>
                    <a:pt x="5116229" y="417466"/>
                  </a:lnTo>
                  <a:lnTo>
                    <a:pt x="5116324" y="417466"/>
                  </a:lnTo>
                  <a:lnTo>
                    <a:pt x="5116418" y="417466"/>
                  </a:lnTo>
                  <a:lnTo>
                    <a:pt x="5116512" y="417466"/>
                  </a:lnTo>
                  <a:lnTo>
                    <a:pt x="5116606" y="417466"/>
                  </a:lnTo>
                  <a:lnTo>
                    <a:pt x="5116700" y="417466"/>
                  </a:lnTo>
                  <a:lnTo>
                    <a:pt x="5116794" y="417466"/>
                  </a:lnTo>
                  <a:lnTo>
                    <a:pt x="5116889" y="417466"/>
                  </a:lnTo>
                  <a:lnTo>
                    <a:pt x="5116983" y="417466"/>
                  </a:lnTo>
                  <a:lnTo>
                    <a:pt x="5117077" y="417466"/>
                  </a:lnTo>
                  <a:lnTo>
                    <a:pt x="5117171" y="417466"/>
                  </a:lnTo>
                  <a:lnTo>
                    <a:pt x="5117265" y="417466"/>
                  </a:lnTo>
                  <a:lnTo>
                    <a:pt x="5117359" y="417466"/>
                  </a:lnTo>
                  <a:lnTo>
                    <a:pt x="5117453" y="417466"/>
                  </a:lnTo>
                  <a:lnTo>
                    <a:pt x="5117548" y="417466"/>
                  </a:lnTo>
                  <a:lnTo>
                    <a:pt x="5117642" y="417466"/>
                  </a:lnTo>
                  <a:lnTo>
                    <a:pt x="5117736" y="417466"/>
                  </a:lnTo>
                  <a:lnTo>
                    <a:pt x="5117830" y="417466"/>
                  </a:lnTo>
                  <a:lnTo>
                    <a:pt x="5117924" y="417466"/>
                  </a:lnTo>
                  <a:lnTo>
                    <a:pt x="5118018" y="417466"/>
                  </a:lnTo>
                  <a:lnTo>
                    <a:pt x="5118112" y="417466"/>
                  </a:lnTo>
                  <a:lnTo>
                    <a:pt x="5118207" y="417466"/>
                  </a:lnTo>
                  <a:lnTo>
                    <a:pt x="5118301" y="417466"/>
                  </a:lnTo>
                  <a:lnTo>
                    <a:pt x="5118395" y="417466"/>
                  </a:lnTo>
                  <a:lnTo>
                    <a:pt x="5118489" y="417466"/>
                  </a:lnTo>
                  <a:lnTo>
                    <a:pt x="5118583" y="417466"/>
                  </a:lnTo>
                  <a:lnTo>
                    <a:pt x="5118677" y="417466"/>
                  </a:lnTo>
                  <a:lnTo>
                    <a:pt x="5118772" y="417466"/>
                  </a:lnTo>
                  <a:lnTo>
                    <a:pt x="5118772" y="412555"/>
                  </a:lnTo>
                  <a:lnTo>
                    <a:pt x="5118866" y="412555"/>
                  </a:lnTo>
                  <a:lnTo>
                    <a:pt x="5118960" y="412555"/>
                  </a:lnTo>
                  <a:lnTo>
                    <a:pt x="5119054" y="412555"/>
                  </a:lnTo>
                  <a:lnTo>
                    <a:pt x="5119148" y="412555"/>
                  </a:lnTo>
                  <a:lnTo>
                    <a:pt x="5119242" y="412555"/>
                  </a:lnTo>
                  <a:lnTo>
                    <a:pt x="5119336" y="412555"/>
                  </a:lnTo>
                  <a:lnTo>
                    <a:pt x="5119431" y="412555"/>
                  </a:lnTo>
                  <a:lnTo>
                    <a:pt x="5119525" y="412555"/>
                  </a:lnTo>
                  <a:lnTo>
                    <a:pt x="5119619" y="412555"/>
                  </a:lnTo>
                  <a:lnTo>
                    <a:pt x="5119713" y="412555"/>
                  </a:lnTo>
                  <a:lnTo>
                    <a:pt x="5119807" y="412555"/>
                  </a:lnTo>
                  <a:lnTo>
                    <a:pt x="5119901" y="412555"/>
                  </a:lnTo>
                  <a:lnTo>
                    <a:pt x="5119996" y="412555"/>
                  </a:lnTo>
                  <a:lnTo>
                    <a:pt x="5120090" y="412555"/>
                  </a:lnTo>
                  <a:lnTo>
                    <a:pt x="5120184" y="412555"/>
                  </a:lnTo>
                  <a:lnTo>
                    <a:pt x="5120278" y="412555"/>
                  </a:lnTo>
                  <a:lnTo>
                    <a:pt x="5120372" y="412555"/>
                  </a:lnTo>
                  <a:lnTo>
                    <a:pt x="5120466" y="412555"/>
                  </a:lnTo>
                  <a:lnTo>
                    <a:pt x="5120560" y="412555"/>
                  </a:lnTo>
                  <a:lnTo>
                    <a:pt x="5120655" y="412555"/>
                  </a:lnTo>
                  <a:lnTo>
                    <a:pt x="5120749" y="412555"/>
                  </a:lnTo>
                  <a:lnTo>
                    <a:pt x="5120843" y="412555"/>
                  </a:lnTo>
                  <a:lnTo>
                    <a:pt x="5120937" y="412555"/>
                  </a:lnTo>
                  <a:lnTo>
                    <a:pt x="5121031" y="412555"/>
                  </a:lnTo>
                  <a:lnTo>
                    <a:pt x="5121125" y="412555"/>
                  </a:lnTo>
                  <a:lnTo>
                    <a:pt x="5121220" y="412555"/>
                  </a:lnTo>
                  <a:lnTo>
                    <a:pt x="5121314" y="412555"/>
                  </a:lnTo>
                  <a:lnTo>
                    <a:pt x="5121408" y="412555"/>
                  </a:lnTo>
                  <a:lnTo>
                    <a:pt x="5121502" y="412555"/>
                  </a:lnTo>
                  <a:lnTo>
                    <a:pt x="5121596" y="412555"/>
                  </a:lnTo>
                  <a:lnTo>
                    <a:pt x="5121690" y="412555"/>
                  </a:lnTo>
                  <a:lnTo>
                    <a:pt x="5121784" y="412555"/>
                  </a:lnTo>
                  <a:lnTo>
                    <a:pt x="5121879" y="412555"/>
                  </a:lnTo>
                  <a:lnTo>
                    <a:pt x="5121973" y="412555"/>
                  </a:lnTo>
                  <a:lnTo>
                    <a:pt x="5122067" y="412555"/>
                  </a:lnTo>
                  <a:lnTo>
                    <a:pt x="5122161" y="412555"/>
                  </a:lnTo>
                  <a:lnTo>
                    <a:pt x="5122255" y="412555"/>
                  </a:lnTo>
                  <a:lnTo>
                    <a:pt x="5122255" y="407644"/>
                  </a:lnTo>
                  <a:lnTo>
                    <a:pt x="5122349" y="407644"/>
                  </a:lnTo>
                  <a:lnTo>
                    <a:pt x="5122443" y="407644"/>
                  </a:lnTo>
                  <a:lnTo>
                    <a:pt x="5122538" y="407644"/>
                  </a:lnTo>
                  <a:lnTo>
                    <a:pt x="5122632" y="407644"/>
                  </a:lnTo>
                  <a:lnTo>
                    <a:pt x="5122726" y="407644"/>
                  </a:lnTo>
                  <a:lnTo>
                    <a:pt x="5122820" y="407644"/>
                  </a:lnTo>
                  <a:lnTo>
                    <a:pt x="5122914" y="407644"/>
                  </a:lnTo>
                  <a:lnTo>
                    <a:pt x="5123008" y="407644"/>
                  </a:lnTo>
                  <a:lnTo>
                    <a:pt x="5123103" y="407644"/>
                  </a:lnTo>
                  <a:lnTo>
                    <a:pt x="5123197" y="407644"/>
                  </a:lnTo>
                  <a:lnTo>
                    <a:pt x="5123291" y="407644"/>
                  </a:lnTo>
                  <a:lnTo>
                    <a:pt x="5123385" y="407644"/>
                  </a:lnTo>
                  <a:lnTo>
                    <a:pt x="5123479" y="407644"/>
                  </a:lnTo>
                  <a:lnTo>
                    <a:pt x="5123573" y="407644"/>
                  </a:lnTo>
                  <a:lnTo>
                    <a:pt x="5123667" y="407644"/>
                  </a:lnTo>
                  <a:lnTo>
                    <a:pt x="5123762" y="407644"/>
                  </a:lnTo>
                  <a:lnTo>
                    <a:pt x="5123856" y="407644"/>
                  </a:lnTo>
                  <a:lnTo>
                    <a:pt x="5123950" y="407644"/>
                  </a:lnTo>
                  <a:lnTo>
                    <a:pt x="5124044" y="407644"/>
                  </a:lnTo>
                  <a:lnTo>
                    <a:pt x="5124138" y="407644"/>
                  </a:lnTo>
                  <a:lnTo>
                    <a:pt x="5124232" y="407644"/>
                  </a:lnTo>
                  <a:lnTo>
                    <a:pt x="5124327" y="407644"/>
                  </a:lnTo>
                  <a:lnTo>
                    <a:pt x="5124421" y="407644"/>
                  </a:lnTo>
                  <a:lnTo>
                    <a:pt x="5124515" y="407644"/>
                  </a:lnTo>
                  <a:lnTo>
                    <a:pt x="5124609" y="407644"/>
                  </a:lnTo>
                  <a:lnTo>
                    <a:pt x="5124703" y="407644"/>
                  </a:lnTo>
                  <a:lnTo>
                    <a:pt x="5124797" y="407644"/>
                  </a:lnTo>
                  <a:lnTo>
                    <a:pt x="5124891" y="407644"/>
                  </a:lnTo>
                  <a:lnTo>
                    <a:pt x="5124986" y="407644"/>
                  </a:lnTo>
                  <a:lnTo>
                    <a:pt x="5124986" y="402732"/>
                  </a:lnTo>
                  <a:lnTo>
                    <a:pt x="5125080" y="402732"/>
                  </a:lnTo>
                  <a:lnTo>
                    <a:pt x="5125174" y="402732"/>
                  </a:lnTo>
                  <a:lnTo>
                    <a:pt x="5125268" y="402732"/>
                  </a:lnTo>
                  <a:lnTo>
                    <a:pt x="5125362" y="402732"/>
                  </a:lnTo>
                  <a:lnTo>
                    <a:pt x="5125456" y="402732"/>
                  </a:lnTo>
                  <a:lnTo>
                    <a:pt x="5125551" y="402732"/>
                  </a:lnTo>
                  <a:lnTo>
                    <a:pt x="5125645" y="402732"/>
                  </a:lnTo>
                  <a:lnTo>
                    <a:pt x="5125739" y="402732"/>
                  </a:lnTo>
                  <a:lnTo>
                    <a:pt x="5125833" y="402732"/>
                  </a:lnTo>
                  <a:lnTo>
                    <a:pt x="5125927" y="402732"/>
                  </a:lnTo>
                  <a:lnTo>
                    <a:pt x="5126021" y="402732"/>
                  </a:lnTo>
                  <a:lnTo>
                    <a:pt x="5126115" y="402732"/>
                  </a:lnTo>
                  <a:lnTo>
                    <a:pt x="5126210" y="402732"/>
                  </a:lnTo>
                  <a:lnTo>
                    <a:pt x="5126304" y="402732"/>
                  </a:lnTo>
                  <a:lnTo>
                    <a:pt x="5126398" y="402732"/>
                  </a:lnTo>
                  <a:lnTo>
                    <a:pt x="5126492" y="402732"/>
                  </a:lnTo>
                  <a:lnTo>
                    <a:pt x="5126586" y="402732"/>
                  </a:lnTo>
                  <a:lnTo>
                    <a:pt x="5126680" y="402732"/>
                  </a:lnTo>
                  <a:lnTo>
                    <a:pt x="5126774" y="402732"/>
                  </a:lnTo>
                  <a:lnTo>
                    <a:pt x="5126869" y="402732"/>
                  </a:lnTo>
                  <a:lnTo>
                    <a:pt x="5126963" y="402732"/>
                  </a:lnTo>
                  <a:lnTo>
                    <a:pt x="5127057" y="402732"/>
                  </a:lnTo>
                  <a:lnTo>
                    <a:pt x="5127151" y="402732"/>
                  </a:lnTo>
                  <a:lnTo>
                    <a:pt x="5127245" y="402732"/>
                  </a:lnTo>
                  <a:lnTo>
                    <a:pt x="5127339" y="402732"/>
                  </a:lnTo>
                  <a:lnTo>
                    <a:pt x="5127434" y="402732"/>
                  </a:lnTo>
                  <a:lnTo>
                    <a:pt x="5127528" y="402732"/>
                  </a:lnTo>
                  <a:lnTo>
                    <a:pt x="5127622" y="402732"/>
                  </a:lnTo>
                  <a:lnTo>
                    <a:pt x="5127716" y="402732"/>
                  </a:lnTo>
                  <a:lnTo>
                    <a:pt x="5127810" y="402732"/>
                  </a:lnTo>
                  <a:lnTo>
                    <a:pt x="5127904" y="402732"/>
                  </a:lnTo>
                  <a:lnTo>
                    <a:pt x="5127998" y="402732"/>
                  </a:lnTo>
                  <a:lnTo>
                    <a:pt x="5128093" y="402732"/>
                  </a:lnTo>
                  <a:lnTo>
                    <a:pt x="5128187" y="402732"/>
                  </a:lnTo>
                  <a:lnTo>
                    <a:pt x="5128281" y="402732"/>
                  </a:lnTo>
                  <a:lnTo>
                    <a:pt x="5128375" y="402732"/>
                  </a:lnTo>
                  <a:lnTo>
                    <a:pt x="5128469" y="402732"/>
                  </a:lnTo>
                  <a:lnTo>
                    <a:pt x="5128563" y="402732"/>
                  </a:lnTo>
                  <a:lnTo>
                    <a:pt x="5128658" y="402732"/>
                  </a:lnTo>
                  <a:lnTo>
                    <a:pt x="5128752" y="402732"/>
                  </a:lnTo>
                  <a:lnTo>
                    <a:pt x="5128846" y="402732"/>
                  </a:lnTo>
                  <a:lnTo>
                    <a:pt x="5128940" y="402732"/>
                  </a:lnTo>
                  <a:lnTo>
                    <a:pt x="5129034" y="402732"/>
                  </a:lnTo>
                  <a:lnTo>
                    <a:pt x="5129128" y="402732"/>
                  </a:lnTo>
                  <a:lnTo>
                    <a:pt x="5129222" y="402732"/>
                  </a:lnTo>
                  <a:lnTo>
                    <a:pt x="5129317" y="402732"/>
                  </a:lnTo>
                  <a:lnTo>
                    <a:pt x="5129411" y="402732"/>
                  </a:lnTo>
                  <a:lnTo>
                    <a:pt x="5129505" y="402732"/>
                  </a:lnTo>
                  <a:lnTo>
                    <a:pt x="5129599" y="402732"/>
                  </a:lnTo>
                  <a:lnTo>
                    <a:pt x="5129693" y="402732"/>
                  </a:lnTo>
                  <a:lnTo>
                    <a:pt x="5129787" y="402732"/>
                  </a:lnTo>
                  <a:lnTo>
                    <a:pt x="5129882" y="402732"/>
                  </a:lnTo>
                  <a:lnTo>
                    <a:pt x="5129976" y="402732"/>
                  </a:lnTo>
                  <a:lnTo>
                    <a:pt x="5130070" y="402732"/>
                  </a:lnTo>
                  <a:lnTo>
                    <a:pt x="5130164" y="402732"/>
                  </a:lnTo>
                  <a:lnTo>
                    <a:pt x="5130258" y="402732"/>
                  </a:lnTo>
                  <a:lnTo>
                    <a:pt x="5130352" y="402732"/>
                  </a:lnTo>
                  <a:lnTo>
                    <a:pt x="5130446" y="402732"/>
                  </a:lnTo>
                  <a:lnTo>
                    <a:pt x="5130541" y="402732"/>
                  </a:lnTo>
                  <a:lnTo>
                    <a:pt x="5130635" y="402732"/>
                  </a:lnTo>
                  <a:lnTo>
                    <a:pt x="5130729" y="402732"/>
                  </a:lnTo>
                  <a:lnTo>
                    <a:pt x="5130823" y="402732"/>
                  </a:lnTo>
                  <a:lnTo>
                    <a:pt x="5130917" y="402732"/>
                  </a:lnTo>
                  <a:lnTo>
                    <a:pt x="5131011" y="402732"/>
                  </a:lnTo>
                  <a:lnTo>
                    <a:pt x="5131105" y="402732"/>
                  </a:lnTo>
                  <a:lnTo>
                    <a:pt x="5131200" y="402732"/>
                  </a:lnTo>
                  <a:lnTo>
                    <a:pt x="5131294" y="402732"/>
                  </a:lnTo>
                  <a:lnTo>
                    <a:pt x="5131388" y="402732"/>
                  </a:lnTo>
                  <a:lnTo>
                    <a:pt x="5131482" y="402732"/>
                  </a:lnTo>
                  <a:lnTo>
                    <a:pt x="5131576" y="402732"/>
                  </a:lnTo>
                  <a:lnTo>
                    <a:pt x="5131670" y="402732"/>
                  </a:lnTo>
                  <a:lnTo>
                    <a:pt x="5131765" y="402732"/>
                  </a:lnTo>
                  <a:lnTo>
                    <a:pt x="5131859" y="402732"/>
                  </a:lnTo>
                  <a:lnTo>
                    <a:pt x="5131953" y="402732"/>
                  </a:lnTo>
                  <a:lnTo>
                    <a:pt x="5132047" y="402732"/>
                  </a:lnTo>
                  <a:lnTo>
                    <a:pt x="5132141" y="402732"/>
                  </a:lnTo>
                  <a:lnTo>
                    <a:pt x="5132235" y="402732"/>
                  </a:lnTo>
                  <a:lnTo>
                    <a:pt x="5132329" y="402732"/>
                  </a:lnTo>
                  <a:lnTo>
                    <a:pt x="5132424" y="402732"/>
                  </a:lnTo>
                  <a:lnTo>
                    <a:pt x="5132518" y="402732"/>
                  </a:lnTo>
                  <a:lnTo>
                    <a:pt x="5132612" y="402732"/>
                  </a:lnTo>
                  <a:lnTo>
                    <a:pt x="5132706" y="402732"/>
                  </a:lnTo>
                  <a:lnTo>
                    <a:pt x="5132800" y="402732"/>
                  </a:lnTo>
                  <a:lnTo>
                    <a:pt x="5132894" y="402732"/>
                  </a:lnTo>
                  <a:lnTo>
                    <a:pt x="5132989" y="402732"/>
                  </a:lnTo>
                  <a:lnTo>
                    <a:pt x="5133083" y="402732"/>
                  </a:lnTo>
                  <a:lnTo>
                    <a:pt x="5133177" y="402732"/>
                  </a:lnTo>
                  <a:lnTo>
                    <a:pt x="5133271" y="402732"/>
                  </a:lnTo>
                  <a:lnTo>
                    <a:pt x="5133365" y="402732"/>
                  </a:lnTo>
                  <a:lnTo>
                    <a:pt x="5133459" y="402732"/>
                  </a:lnTo>
                  <a:lnTo>
                    <a:pt x="5133553" y="402732"/>
                  </a:lnTo>
                  <a:lnTo>
                    <a:pt x="5133648" y="402732"/>
                  </a:lnTo>
                  <a:lnTo>
                    <a:pt x="5133742" y="402732"/>
                  </a:lnTo>
                  <a:lnTo>
                    <a:pt x="5133836" y="402732"/>
                  </a:lnTo>
                  <a:lnTo>
                    <a:pt x="5133930" y="402732"/>
                  </a:lnTo>
                  <a:lnTo>
                    <a:pt x="5134024" y="402732"/>
                  </a:lnTo>
                  <a:lnTo>
                    <a:pt x="5134118" y="402732"/>
                  </a:lnTo>
                  <a:lnTo>
                    <a:pt x="5134213" y="402732"/>
                  </a:lnTo>
                  <a:lnTo>
                    <a:pt x="5134307" y="402732"/>
                  </a:lnTo>
                  <a:lnTo>
                    <a:pt x="5134401" y="402732"/>
                  </a:lnTo>
                  <a:lnTo>
                    <a:pt x="5134495" y="402732"/>
                  </a:lnTo>
                  <a:lnTo>
                    <a:pt x="5134589" y="402732"/>
                  </a:lnTo>
                  <a:lnTo>
                    <a:pt x="5134683" y="402732"/>
                  </a:lnTo>
                  <a:lnTo>
                    <a:pt x="5134777" y="402732"/>
                  </a:lnTo>
                  <a:lnTo>
                    <a:pt x="5134872" y="402732"/>
                  </a:lnTo>
                  <a:lnTo>
                    <a:pt x="5134966" y="402732"/>
                  </a:lnTo>
                  <a:lnTo>
                    <a:pt x="5135060" y="402732"/>
                  </a:lnTo>
                  <a:lnTo>
                    <a:pt x="5135154" y="402732"/>
                  </a:lnTo>
                  <a:lnTo>
                    <a:pt x="5135248" y="402732"/>
                  </a:lnTo>
                  <a:lnTo>
                    <a:pt x="5135342" y="402732"/>
                  </a:lnTo>
                  <a:lnTo>
                    <a:pt x="5135437" y="402732"/>
                  </a:lnTo>
                  <a:lnTo>
                    <a:pt x="5135531" y="402732"/>
                  </a:lnTo>
                  <a:lnTo>
                    <a:pt x="5135625" y="402732"/>
                  </a:lnTo>
                  <a:lnTo>
                    <a:pt x="5135719" y="402732"/>
                  </a:lnTo>
                  <a:lnTo>
                    <a:pt x="5135813" y="402732"/>
                  </a:lnTo>
                  <a:lnTo>
                    <a:pt x="5135907" y="402732"/>
                  </a:lnTo>
                  <a:lnTo>
                    <a:pt x="5136001" y="402732"/>
                  </a:lnTo>
                  <a:lnTo>
                    <a:pt x="5136096" y="402732"/>
                  </a:lnTo>
                  <a:lnTo>
                    <a:pt x="5136190" y="402732"/>
                  </a:lnTo>
                  <a:lnTo>
                    <a:pt x="5136284" y="402732"/>
                  </a:lnTo>
                  <a:lnTo>
                    <a:pt x="5136378" y="402732"/>
                  </a:lnTo>
                  <a:lnTo>
                    <a:pt x="5136472" y="402732"/>
                  </a:lnTo>
                  <a:lnTo>
                    <a:pt x="5136566" y="402732"/>
                  </a:lnTo>
                  <a:lnTo>
                    <a:pt x="5136660" y="402732"/>
                  </a:lnTo>
                  <a:lnTo>
                    <a:pt x="5136755" y="402732"/>
                  </a:lnTo>
                  <a:lnTo>
                    <a:pt x="5136849" y="402732"/>
                  </a:lnTo>
                  <a:lnTo>
                    <a:pt x="5136943" y="402732"/>
                  </a:lnTo>
                  <a:lnTo>
                    <a:pt x="5137037" y="402732"/>
                  </a:lnTo>
                  <a:lnTo>
                    <a:pt x="5137131" y="402732"/>
                  </a:lnTo>
                  <a:lnTo>
                    <a:pt x="5137225" y="402732"/>
                  </a:lnTo>
                  <a:lnTo>
                    <a:pt x="5137320" y="402732"/>
                  </a:lnTo>
                  <a:lnTo>
                    <a:pt x="5137414" y="402732"/>
                  </a:lnTo>
                  <a:lnTo>
                    <a:pt x="5137508" y="402732"/>
                  </a:lnTo>
                  <a:lnTo>
                    <a:pt x="5137602" y="402732"/>
                  </a:lnTo>
                  <a:lnTo>
                    <a:pt x="5137696" y="402732"/>
                  </a:lnTo>
                  <a:lnTo>
                    <a:pt x="5137790" y="402732"/>
                  </a:lnTo>
                  <a:lnTo>
                    <a:pt x="5137884" y="402732"/>
                  </a:lnTo>
                  <a:lnTo>
                    <a:pt x="5137979" y="402732"/>
                  </a:lnTo>
                  <a:lnTo>
                    <a:pt x="5138073" y="402732"/>
                  </a:lnTo>
                  <a:lnTo>
                    <a:pt x="5138167" y="402732"/>
                  </a:lnTo>
                  <a:lnTo>
                    <a:pt x="5138261" y="402732"/>
                  </a:lnTo>
                  <a:lnTo>
                    <a:pt x="5138355" y="402732"/>
                  </a:lnTo>
                  <a:lnTo>
                    <a:pt x="5138449" y="402732"/>
                  </a:lnTo>
                  <a:lnTo>
                    <a:pt x="5138544" y="402732"/>
                  </a:lnTo>
                  <a:lnTo>
                    <a:pt x="5138638" y="402732"/>
                  </a:lnTo>
                  <a:lnTo>
                    <a:pt x="5138732" y="402732"/>
                  </a:lnTo>
                  <a:lnTo>
                    <a:pt x="5138826" y="402732"/>
                  </a:lnTo>
                  <a:lnTo>
                    <a:pt x="5138920" y="402732"/>
                  </a:lnTo>
                  <a:lnTo>
                    <a:pt x="5139014" y="402732"/>
                  </a:lnTo>
                  <a:lnTo>
                    <a:pt x="5139108" y="402732"/>
                  </a:lnTo>
                  <a:lnTo>
                    <a:pt x="5139203" y="402732"/>
                  </a:lnTo>
                  <a:lnTo>
                    <a:pt x="5139297" y="402732"/>
                  </a:lnTo>
                  <a:lnTo>
                    <a:pt x="5139391" y="402732"/>
                  </a:lnTo>
                  <a:lnTo>
                    <a:pt x="5139485" y="402732"/>
                  </a:lnTo>
                  <a:lnTo>
                    <a:pt x="5139579" y="402732"/>
                  </a:lnTo>
                  <a:lnTo>
                    <a:pt x="5139673" y="402732"/>
                  </a:lnTo>
                  <a:lnTo>
                    <a:pt x="5139768" y="402732"/>
                  </a:lnTo>
                  <a:lnTo>
                    <a:pt x="5139862" y="402732"/>
                  </a:lnTo>
                  <a:lnTo>
                    <a:pt x="5139956" y="402732"/>
                  </a:lnTo>
                  <a:lnTo>
                    <a:pt x="5140050" y="402732"/>
                  </a:lnTo>
                  <a:lnTo>
                    <a:pt x="5140144" y="402732"/>
                  </a:lnTo>
                  <a:lnTo>
                    <a:pt x="5140238" y="402732"/>
                  </a:lnTo>
                  <a:lnTo>
                    <a:pt x="5140332" y="402732"/>
                  </a:lnTo>
                  <a:lnTo>
                    <a:pt x="5140427" y="402732"/>
                  </a:lnTo>
                  <a:lnTo>
                    <a:pt x="5140521" y="402732"/>
                  </a:lnTo>
                  <a:lnTo>
                    <a:pt x="5140615" y="402732"/>
                  </a:lnTo>
                  <a:lnTo>
                    <a:pt x="5140709" y="402732"/>
                  </a:lnTo>
                  <a:lnTo>
                    <a:pt x="5140803" y="402732"/>
                  </a:lnTo>
                  <a:lnTo>
                    <a:pt x="5140897" y="402732"/>
                  </a:lnTo>
                  <a:lnTo>
                    <a:pt x="5140991" y="402732"/>
                  </a:lnTo>
                  <a:lnTo>
                    <a:pt x="5141086" y="402732"/>
                  </a:lnTo>
                  <a:lnTo>
                    <a:pt x="5141180" y="402732"/>
                  </a:lnTo>
                  <a:lnTo>
                    <a:pt x="5141274" y="402732"/>
                  </a:lnTo>
                  <a:lnTo>
                    <a:pt x="5141368" y="402732"/>
                  </a:lnTo>
                  <a:lnTo>
                    <a:pt x="5141462" y="402732"/>
                  </a:lnTo>
                  <a:lnTo>
                    <a:pt x="5141556" y="402732"/>
                  </a:lnTo>
                  <a:lnTo>
                    <a:pt x="5141651" y="402732"/>
                  </a:lnTo>
                  <a:lnTo>
                    <a:pt x="5141745" y="402732"/>
                  </a:lnTo>
                  <a:lnTo>
                    <a:pt x="5141839" y="402732"/>
                  </a:lnTo>
                  <a:lnTo>
                    <a:pt x="5141933" y="402732"/>
                  </a:lnTo>
                  <a:lnTo>
                    <a:pt x="5142027" y="402732"/>
                  </a:lnTo>
                  <a:lnTo>
                    <a:pt x="5142121" y="402732"/>
                  </a:lnTo>
                  <a:lnTo>
                    <a:pt x="5142215" y="402732"/>
                  </a:lnTo>
                  <a:lnTo>
                    <a:pt x="5142310" y="402732"/>
                  </a:lnTo>
                  <a:lnTo>
                    <a:pt x="5142404" y="402732"/>
                  </a:lnTo>
                  <a:lnTo>
                    <a:pt x="5142498" y="402732"/>
                  </a:lnTo>
                  <a:lnTo>
                    <a:pt x="5142592" y="402732"/>
                  </a:lnTo>
                  <a:lnTo>
                    <a:pt x="5142686" y="402732"/>
                  </a:lnTo>
                  <a:lnTo>
                    <a:pt x="5142780" y="402732"/>
                  </a:lnTo>
                  <a:lnTo>
                    <a:pt x="5142875" y="402732"/>
                  </a:lnTo>
                  <a:lnTo>
                    <a:pt x="5142969" y="402732"/>
                  </a:lnTo>
                  <a:lnTo>
                    <a:pt x="5143063" y="402732"/>
                  </a:lnTo>
                  <a:lnTo>
                    <a:pt x="5143157" y="402732"/>
                  </a:lnTo>
                  <a:lnTo>
                    <a:pt x="5143251" y="402732"/>
                  </a:lnTo>
                  <a:lnTo>
                    <a:pt x="5143345" y="402732"/>
                  </a:lnTo>
                  <a:lnTo>
                    <a:pt x="5143439" y="402732"/>
                  </a:lnTo>
                  <a:lnTo>
                    <a:pt x="5143534" y="402732"/>
                  </a:lnTo>
                  <a:lnTo>
                    <a:pt x="5143628" y="402732"/>
                  </a:lnTo>
                  <a:lnTo>
                    <a:pt x="5143722" y="402732"/>
                  </a:lnTo>
                  <a:lnTo>
                    <a:pt x="5143816" y="402732"/>
                  </a:lnTo>
                  <a:lnTo>
                    <a:pt x="5143910" y="402732"/>
                  </a:lnTo>
                  <a:lnTo>
                    <a:pt x="5144004" y="402732"/>
                  </a:lnTo>
                  <a:lnTo>
                    <a:pt x="5144099" y="402732"/>
                  </a:lnTo>
                  <a:lnTo>
                    <a:pt x="5144193" y="402732"/>
                  </a:lnTo>
                  <a:lnTo>
                    <a:pt x="5144287" y="402732"/>
                  </a:lnTo>
                  <a:lnTo>
                    <a:pt x="5144381" y="402732"/>
                  </a:lnTo>
                  <a:lnTo>
                    <a:pt x="5144475" y="402732"/>
                  </a:lnTo>
                  <a:lnTo>
                    <a:pt x="5144569" y="402732"/>
                  </a:lnTo>
                  <a:lnTo>
                    <a:pt x="5144663" y="402732"/>
                  </a:lnTo>
                  <a:lnTo>
                    <a:pt x="5144758" y="402732"/>
                  </a:lnTo>
                  <a:lnTo>
                    <a:pt x="5144852" y="402732"/>
                  </a:lnTo>
                  <a:lnTo>
                    <a:pt x="5144946" y="402732"/>
                  </a:lnTo>
                  <a:lnTo>
                    <a:pt x="5145040" y="402732"/>
                  </a:lnTo>
                  <a:lnTo>
                    <a:pt x="5145134" y="402732"/>
                  </a:lnTo>
                  <a:lnTo>
                    <a:pt x="5145228" y="402732"/>
                  </a:lnTo>
                  <a:lnTo>
                    <a:pt x="5145322" y="402732"/>
                  </a:lnTo>
                  <a:lnTo>
                    <a:pt x="5145417" y="402732"/>
                  </a:lnTo>
                  <a:lnTo>
                    <a:pt x="5145511" y="402732"/>
                  </a:lnTo>
                  <a:lnTo>
                    <a:pt x="5145605" y="402732"/>
                  </a:lnTo>
                  <a:lnTo>
                    <a:pt x="5145699" y="402732"/>
                  </a:lnTo>
                  <a:lnTo>
                    <a:pt x="5145793" y="402732"/>
                  </a:lnTo>
                  <a:lnTo>
                    <a:pt x="5145887" y="402732"/>
                  </a:lnTo>
                  <a:lnTo>
                    <a:pt x="5145982" y="402732"/>
                  </a:lnTo>
                  <a:lnTo>
                    <a:pt x="5146076" y="402732"/>
                  </a:lnTo>
                  <a:lnTo>
                    <a:pt x="5146170" y="402732"/>
                  </a:lnTo>
                  <a:lnTo>
                    <a:pt x="5146264" y="402732"/>
                  </a:lnTo>
                  <a:lnTo>
                    <a:pt x="5146358" y="402732"/>
                  </a:lnTo>
                  <a:lnTo>
                    <a:pt x="5146452" y="402732"/>
                  </a:lnTo>
                  <a:lnTo>
                    <a:pt x="5146546" y="402732"/>
                  </a:lnTo>
                  <a:lnTo>
                    <a:pt x="5146641" y="402732"/>
                  </a:lnTo>
                  <a:lnTo>
                    <a:pt x="5146735" y="402732"/>
                  </a:lnTo>
                  <a:lnTo>
                    <a:pt x="5146829" y="402732"/>
                  </a:lnTo>
                  <a:lnTo>
                    <a:pt x="5146923" y="402732"/>
                  </a:lnTo>
                  <a:lnTo>
                    <a:pt x="5147017" y="402732"/>
                  </a:lnTo>
                  <a:lnTo>
                    <a:pt x="5147111" y="402732"/>
                  </a:lnTo>
                  <a:lnTo>
                    <a:pt x="5147206" y="402732"/>
                  </a:lnTo>
                  <a:lnTo>
                    <a:pt x="5147206" y="397821"/>
                  </a:lnTo>
                  <a:lnTo>
                    <a:pt x="5147300" y="397821"/>
                  </a:lnTo>
                  <a:lnTo>
                    <a:pt x="5147394" y="397821"/>
                  </a:lnTo>
                  <a:lnTo>
                    <a:pt x="5147488" y="397821"/>
                  </a:lnTo>
                  <a:lnTo>
                    <a:pt x="5147582" y="397821"/>
                  </a:lnTo>
                  <a:lnTo>
                    <a:pt x="5147676" y="397821"/>
                  </a:lnTo>
                  <a:lnTo>
                    <a:pt x="5147770" y="397821"/>
                  </a:lnTo>
                  <a:lnTo>
                    <a:pt x="5147865" y="397821"/>
                  </a:lnTo>
                  <a:lnTo>
                    <a:pt x="5147959" y="397821"/>
                  </a:lnTo>
                  <a:lnTo>
                    <a:pt x="5148053" y="397821"/>
                  </a:lnTo>
                  <a:lnTo>
                    <a:pt x="5148147" y="397821"/>
                  </a:lnTo>
                  <a:lnTo>
                    <a:pt x="5148241" y="397821"/>
                  </a:lnTo>
                  <a:lnTo>
                    <a:pt x="5148335" y="397821"/>
                  </a:lnTo>
                  <a:lnTo>
                    <a:pt x="5148430" y="397821"/>
                  </a:lnTo>
                  <a:lnTo>
                    <a:pt x="5148524" y="397821"/>
                  </a:lnTo>
                  <a:lnTo>
                    <a:pt x="5148618" y="397821"/>
                  </a:lnTo>
                  <a:lnTo>
                    <a:pt x="5148712" y="397821"/>
                  </a:lnTo>
                  <a:lnTo>
                    <a:pt x="5148806" y="397821"/>
                  </a:lnTo>
                  <a:lnTo>
                    <a:pt x="5148900" y="397821"/>
                  </a:lnTo>
                  <a:lnTo>
                    <a:pt x="5148994" y="397821"/>
                  </a:lnTo>
                  <a:lnTo>
                    <a:pt x="5149089" y="397821"/>
                  </a:lnTo>
                  <a:lnTo>
                    <a:pt x="5149183" y="397821"/>
                  </a:lnTo>
                  <a:lnTo>
                    <a:pt x="5149277" y="397821"/>
                  </a:lnTo>
                  <a:lnTo>
                    <a:pt x="5149371" y="397821"/>
                  </a:lnTo>
                  <a:lnTo>
                    <a:pt x="5149465" y="397821"/>
                  </a:lnTo>
                  <a:lnTo>
                    <a:pt x="5149559" y="397821"/>
                  </a:lnTo>
                  <a:lnTo>
                    <a:pt x="5149653" y="397821"/>
                  </a:lnTo>
                  <a:lnTo>
                    <a:pt x="5149748" y="397821"/>
                  </a:lnTo>
                  <a:lnTo>
                    <a:pt x="5149842" y="397821"/>
                  </a:lnTo>
                  <a:lnTo>
                    <a:pt x="5149936" y="397821"/>
                  </a:lnTo>
                  <a:lnTo>
                    <a:pt x="5150030" y="397821"/>
                  </a:lnTo>
                  <a:lnTo>
                    <a:pt x="5150124" y="397821"/>
                  </a:lnTo>
                  <a:lnTo>
                    <a:pt x="5150124" y="392909"/>
                  </a:lnTo>
                  <a:lnTo>
                    <a:pt x="5150218" y="392909"/>
                  </a:lnTo>
                  <a:lnTo>
                    <a:pt x="5150218" y="387998"/>
                  </a:lnTo>
                  <a:lnTo>
                    <a:pt x="5150313" y="387998"/>
                  </a:lnTo>
                  <a:lnTo>
                    <a:pt x="5150407" y="387998"/>
                  </a:lnTo>
                  <a:lnTo>
                    <a:pt x="5150501" y="387998"/>
                  </a:lnTo>
                  <a:lnTo>
                    <a:pt x="5150595" y="387998"/>
                  </a:lnTo>
                  <a:lnTo>
                    <a:pt x="5150689" y="387998"/>
                  </a:lnTo>
                  <a:lnTo>
                    <a:pt x="5150783" y="387998"/>
                  </a:lnTo>
                  <a:lnTo>
                    <a:pt x="5150877" y="387998"/>
                  </a:lnTo>
                  <a:lnTo>
                    <a:pt x="5150972" y="387998"/>
                  </a:lnTo>
                  <a:lnTo>
                    <a:pt x="5151066" y="387998"/>
                  </a:lnTo>
                  <a:lnTo>
                    <a:pt x="5151160" y="387998"/>
                  </a:lnTo>
                  <a:lnTo>
                    <a:pt x="5151254" y="387998"/>
                  </a:lnTo>
                  <a:lnTo>
                    <a:pt x="5151348" y="387998"/>
                  </a:lnTo>
                  <a:lnTo>
                    <a:pt x="5151442" y="387998"/>
                  </a:lnTo>
                  <a:lnTo>
                    <a:pt x="5151537" y="387998"/>
                  </a:lnTo>
                  <a:lnTo>
                    <a:pt x="5151631" y="387998"/>
                  </a:lnTo>
                  <a:lnTo>
                    <a:pt x="5151725" y="387998"/>
                  </a:lnTo>
                  <a:lnTo>
                    <a:pt x="5151819" y="387998"/>
                  </a:lnTo>
                  <a:lnTo>
                    <a:pt x="5151913" y="387998"/>
                  </a:lnTo>
                  <a:lnTo>
                    <a:pt x="5152007" y="387998"/>
                  </a:lnTo>
                  <a:lnTo>
                    <a:pt x="5152101" y="387998"/>
                  </a:lnTo>
                  <a:lnTo>
                    <a:pt x="5152196" y="387998"/>
                  </a:lnTo>
                  <a:lnTo>
                    <a:pt x="5152290" y="387998"/>
                  </a:lnTo>
                  <a:lnTo>
                    <a:pt x="5152384" y="387998"/>
                  </a:lnTo>
                  <a:lnTo>
                    <a:pt x="5152478" y="387998"/>
                  </a:lnTo>
                  <a:lnTo>
                    <a:pt x="5152572" y="387998"/>
                  </a:lnTo>
                  <a:lnTo>
                    <a:pt x="5152666" y="387998"/>
                  </a:lnTo>
                  <a:lnTo>
                    <a:pt x="5152761" y="387998"/>
                  </a:lnTo>
                  <a:lnTo>
                    <a:pt x="5152855" y="387998"/>
                  </a:lnTo>
                  <a:lnTo>
                    <a:pt x="5152949" y="387998"/>
                  </a:lnTo>
                  <a:lnTo>
                    <a:pt x="5153043" y="387998"/>
                  </a:lnTo>
                  <a:lnTo>
                    <a:pt x="5153137" y="387998"/>
                  </a:lnTo>
                  <a:lnTo>
                    <a:pt x="5153231" y="387998"/>
                  </a:lnTo>
                  <a:lnTo>
                    <a:pt x="5153325" y="387998"/>
                  </a:lnTo>
                  <a:lnTo>
                    <a:pt x="5153420" y="387998"/>
                  </a:lnTo>
                  <a:lnTo>
                    <a:pt x="5153514" y="387998"/>
                  </a:lnTo>
                  <a:lnTo>
                    <a:pt x="5153608" y="387998"/>
                  </a:lnTo>
                  <a:lnTo>
                    <a:pt x="5153702" y="387998"/>
                  </a:lnTo>
                  <a:lnTo>
                    <a:pt x="5153796" y="387998"/>
                  </a:lnTo>
                  <a:lnTo>
                    <a:pt x="5153890" y="387998"/>
                  </a:lnTo>
                  <a:lnTo>
                    <a:pt x="5153984" y="387998"/>
                  </a:lnTo>
                  <a:lnTo>
                    <a:pt x="5154079" y="387998"/>
                  </a:lnTo>
                  <a:lnTo>
                    <a:pt x="5154173" y="387998"/>
                  </a:lnTo>
                  <a:lnTo>
                    <a:pt x="5154267" y="387998"/>
                  </a:lnTo>
                  <a:lnTo>
                    <a:pt x="5154361" y="387998"/>
                  </a:lnTo>
                  <a:lnTo>
                    <a:pt x="5154455" y="387998"/>
                  </a:lnTo>
                  <a:lnTo>
                    <a:pt x="5154549" y="387998"/>
                  </a:lnTo>
                  <a:lnTo>
                    <a:pt x="5154644" y="387998"/>
                  </a:lnTo>
                  <a:lnTo>
                    <a:pt x="5154738" y="387998"/>
                  </a:lnTo>
                  <a:lnTo>
                    <a:pt x="5154832" y="387998"/>
                  </a:lnTo>
                  <a:lnTo>
                    <a:pt x="5154926" y="387998"/>
                  </a:lnTo>
                  <a:lnTo>
                    <a:pt x="5155020" y="387998"/>
                  </a:lnTo>
                  <a:lnTo>
                    <a:pt x="5155114" y="387998"/>
                  </a:lnTo>
                  <a:lnTo>
                    <a:pt x="5155208" y="387998"/>
                  </a:lnTo>
                  <a:lnTo>
                    <a:pt x="5155303" y="387998"/>
                  </a:lnTo>
                  <a:lnTo>
                    <a:pt x="5155397" y="387998"/>
                  </a:lnTo>
                  <a:lnTo>
                    <a:pt x="5155491" y="387998"/>
                  </a:lnTo>
                  <a:lnTo>
                    <a:pt x="5155585" y="387998"/>
                  </a:lnTo>
                  <a:lnTo>
                    <a:pt x="5155679" y="387998"/>
                  </a:lnTo>
                  <a:lnTo>
                    <a:pt x="5155773" y="387998"/>
                  </a:lnTo>
                  <a:lnTo>
                    <a:pt x="5155868" y="387998"/>
                  </a:lnTo>
                  <a:lnTo>
                    <a:pt x="5155962" y="387998"/>
                  </a:lnTo>
                  <a:lnTo>
                    <a:pt x="5156056" y="387998"/>
                  </a:lnTo>
                  <a:lnTo>
                    <a:pt x="5156150" y="387998"/>
                  </a:lnTo>
                  <a:lnTo>
                    <a:pt x="5156244" y="387998"/>
                  </a:lnTo>
                  <a:lnTo>
                    <a:pt x="5156338" y="387998"/>
                  </a:lnTo>
                  <a:lnTo>
                    <a:pt x="5156432" y="387998"/>
                  </a:lnTo>
                  <a:lnTo>
                    <a:pt x="5156527" y="387998"/>
                  </a:lnTo>
                  <a:lnTo>
                    <a:pt x="5156621" y="387998"/>
                  </a:lnTo>
                  <a:lnTo>
                    <a:pt x="5156715" y="387998"/>
                  </a:lnTo>
                  <a:lnTo>
                    <a:pt x="5156809" y="387998"/>
                  </a:lnTo>
                  <a:lnTo>
                    <a:pt x="5156903" y="387998"/>
                  </a:lnTo>
                  <a:lnTo>
                    <a:pt x="5156997" y="387998"/>
                  </a:lnTo>
                  <a:lnTo>
                    <a:pt x="5157092" y="387998"/>
                  </a:lnTo>
                  <a:lnTo>
                    <a:pt x="5157186" y="387998"/>
                  </a:lnTo>
                  <a:lnTo>
                    <a:pt x="5157280" y="387998"/>
                  </a:lnTo>
                  <a:lnTo>
                    <a:pt x="5157374" y="387998"/>
                  </a:lnTo>
                  <a:lnTo>
                    <a:pt x="5157468" y="387998"/>
                  </a:lnTo>
                  <a:lnTo>
                    <a:pt x="5157562" y="387998"/>
                  </a:lnTo>
                  <a:lnTo>
                    <a:pt x="5157656" y="387998"/>
                  </a:lnTo>
                  <a:lnTo>
                    <a:pt x="5157751" y="387998"/>
                  </a:lnTo>
                  <a:lnTo>
                    <a:pt x="5157845" y="387998"/>
                  </a:lnTo>
                  <a:lnTo>
                    <a:pt x="5157939" y="387998"/>
                  </a:lnTo>
                  <a:lnTo>
                    <a:pt x="5158033" y="387998"/>
                  </a:lnTo>
                  <a:lnTo>
                    <a:pt x="5158127" y="387998"/>
                  </a:lnTo>
                  <a:lnTo>
                    <a:pt x="5158221" y="387998"/>
                  </a:lnTo>
                  <a:lnTo>
                    <a:pt x="5158315" y="387998"/>
                  </a:lnTo>
                  <a:lnTo>
                    <a:pt x="5158410" y="387998"/>
                  </a:lnTo>
                  <a:lnTo>
                    <a:pt x="5158504" y="387998"/>
                  </a:lnTo>
                  <a:lnTo>
                    <a:pt x="5158598" y="387998"/>
                  </a:lnTo>
                  <a:lnTo>
                    <a:pt x="5158692" y="387998"/>
                  </a:lnTo>
                  <a:lnTo>
                    <a:pt x="5158786" y="387998"/>
                  </a:lnTo>
                  <a:lnTo>
                    <a:pt x="5158880" y="387998"/>
                  </a:lnTo>
                  <a:lnTo>
                    <a:pt x="5158975" y="387998"/>
                  </a:lnTo>
                  <a:lnTo>
                    <a:pt x="5159069" y="387998"/>
                  </a:lnTo>
                  <a:lnTo>
                    <a:pt x="5159163" y="387998"/>
                  </a:lnTo>
                  <a:lnTo>
                    <a:pt x="5159257" y="387998"/>
                  </a:lnTo>
                  <a:lnTo>
                    <a:pt x="5159351" y="387998"/>
                  </a:lnTo>
                  <a:lnTo>
                    <a:pt x="5159445" y="387998"/>
                  </a:lnTo>
                  <a:lnTo>
                    <a:pt x="5159539" y="387998"/>
                  </a:lnTo>
                  <a:lnTo>
                    <a:pt x="5159634" y="387998"/>
                  </a:lnTo>
                  <a:lnTo>
                    <a:pt x="5159728" y="387998"/>
                  </a:lnTo>
                  <a:lnTo>
                    <a:pt x="5159822" y="387998"/>
                  </a:lnTo>
                  <a:lnTo>
                    <a:pt x="5159916" y="387998"/>
                  </a:lnTo>
                  <a:lnTo>
                    <a:pt x="5160010" y="387998"/>
                  </a:lnTo>
                  <a:lnTo>
                    <a:pt x="5160104" y="387998"/>
                  </a:lnTo>
                  <a:lnTo>
                    <a:pt x="5160199" y="387998"/>
                  </a:lnTo>
                  <a:lnTo>
                    <a:pt x="5160293" y="387998"/>
                  </a:lnTo>
                  <a:lnTo>
                    <a:pt x="5160387" y="387998"/>
                  </a:lnTo>
                  <a:lnTo>
                    <a:pt x="5160481" y="387998"/>
                  </a:lnTo>
                  <a:lnTo>
                    <a:pt x="5160575" y="387998"/>
                  </a:lnTo>
                  <a:lnTo>
                    <a:pt x="5160669" y="387998"/>
                  </a:lnTo>
                  <a:lnTo>
                    <a:pt x="5160763" y="387998"/>
                  </a:lnTo>
                  <a:lnTo>
                    <a:pt x="5160858" y="387998"/>
                  </a:lnTo>
                  <a:lnTo>
                    <a:pt x="5160952" y="387998"/>
                  </a:lnTo>
                  <a:lnTo>
                    <a:pt x="5161046" y="387998"/>
                  </a:lnTo>
                  <a:lnTo>
                    <a:pt x="5161140" y="387998"/>
                  </a:lnTo>
                  <a:lnTo>
                    <a:pt x="5161234" y="387998"/>
                  </a:lnTo>
                  <a:lnTo>
                    <a:pt x="5161328" y="387998"/>
                  </a:lnTo>
                  <a:lnTo>
                    <a:pt x="5161423" y="387998"/>
                  </a:lnTo>
                  <a:lnTo>
                    <a:pt x="5161517" y="387998"/>
                  </a:lnTo>
                  <a:lnTo>
                    <a:pt x="5161611" y="387998"/>
                  </a:lnTo>
                  <a:lnTo>
                    <a:pt x="5161705" y="387998"/>
                  </a:lnTo>
                  <a:lnTo>
                    <a:pt x="5161799" y="387998"/>
                  </a:lnTo>
                  <a:lnTo>
                    <a:pt x="5161893" y="387998"/>
                  </a:lnTo>
                  <a:lnTo>
                    <a:pt x="5161987" y="387998"/>
                  </a:lnTo>
                  <a:lnTo>
                    <a:pt x="5162082" y="387998"/>
                  </a:lnTo>
                  <a:lnTo>
                    <a:pt x="5162176" y="387998"/>
                  </a:lnTo>
                  <a:lnTo>
                    <a:pt x="5162270" y="387998"/>
                  </a:lnTo>
                  <a:lnTo>
                    <a:pt x="5162364" y="387998"/>
                  </a:lnTo>
                  <a:lnTo>
                    <a:pt x="5162458" y="387998"/>
                  </a:lnTo>
                  <a:lnTo>
                    <a:pt x="5162552" y="387998"/>
                  </a:lnTo>
                  <a:lnTo>
                    <a:pt x="5162646" y="387998"/>
                  </a:lnTo>
                  <a:lnTo>
                    <a:pt x="5162741" y="387998"/>
                  </a:lnTo>
                  <a:lnTo>
                    <a:pt x="5162835" y="387998"/>
                  </a:lnTo>
                  <a:lnTo>
                    <a:pt x="5162929" y="387998"/>
                  </a:lnTo>
                  <a:lnTo>
                    <a:pt x="5163023" y="387998"/>
                  </a:lnTo>
                  <a:lnTo>
                    <a:pt x="5163117" y="387998"/>
                  </a:lnTo>
                  <a:lnTo>
                    <a:pt x="5163211" y="387998"/>
                  </a:lnTo>
                  <a:lnTo>
                    <a:pt x="5163306" y="387998"/>
                  </a:lnTo>
                  <a:lnTo>
                    <a:pt x="5163400" y="387998"/>
                  </a:lnTo>
                  <a:lnTo>
                    <a:pt x="5163494" y="387998"/>
                  </a:lnTo>
                  <a:lnTo>
                    <a:pt x="5163588" y="387998"/>
                  </a:lnTo>
                  <a:lnTo>
                    <a:pt x="5163682" y="387998"/>
                  </a:lnTo>
                  <a:lnTo>
                    <a:pt x="5163776" y="387998"/>
                  </a:lnTo>
                  <a:lnTo>
                    <a:pt x="5163870" y="387998"/>
                  </a:lnTo>
                  <a:lnTo>
                    <a:pt x="5163965" y="387998"/>
                  </a:lnTo>
                  <a:lnTo>
                    <a:pt x="5164059" y="387998"/>
                  </a:lnTo>
                  <a:lnTo>
                    <a:pt x="5164153" y="387998"/>
                  </a:lnTo>
                  <a:lnTo>
                    <a:pt x="5164247" y="387998"/>
                  </a:lnTo>
                  <a:lnTo>
                    <a:pt x="5164341" y="387998"/>
                  </a:lnTo>
                  <a:lnTo>
                    <a:pt x="5164435" y="387998"/>
                  </a:lnTo>
                  <a:lnTo>
                    <a:pt x="5164530" y="387998"/>
                  </a:lnTo>
                  <a:lnTo>
                    <a:pt x="5164624" y="387998"/>
                  </a:lnTo>
                  <a:lnTo>
                    <a:pt x="5164718" y="387998"/>
                  </a:lnTo>
                  <a:lnTo>
                    <a:pt x="5164812" y="387998"/>
                  </a:lnTo>
                  <a:lnTo>
                    <a:pt x="5164906" y="387998"/>
                  </a:lnTo>
                  <a:lnTo>
                    <a:pt x="5165000" y="387998"/>
                  </a:lnTo>
                  <a:lnTo>
                    <a:pt x="5165094" y="387998"/>
                  </a:lnTo>
                  <a:lnTo>
                    <a:pt x="5165189" y="387998"/>
                  </a:lnTo>
                  <a:lnTo>
                    <a:pt x="5165283" y="387998"/>
                  </a:lnTo>
                  <a:lnTo>
                    <a:pt x="5165377" y="387998"/>
                  </a:lnTo>
                  <a:lnTo>
                    <a:pt x="5165471" y="387998"/>
                  </a:lnTo>
                  <a:lnTo>
                    <a:pt x="5165565" y="387998"/>
                  </a:lnTo>
                  <a:lnTo>
                    <a:pt x="5165659" y="387998"/>
                  </a:lnTo>
                  <a:lnTo>
                    <a:pt x="5165754" y="387998"/>
                  </a:lnTo>
                  <a:lnTo>
                    <a:pt x="5165848" y="387998"/>
                  </a:lnTo>
                  <a:lnTo>
                    <a:pt x="5165942" y="387998"/>
                  </a:lnTo>
                  <a:lnTo>
                    <a:pt x="5166036" y="387998"/>
                  </a:lnTo>
                  <a:lnTo>
                    <a:pt x="5166130" y="387998"/>
                  </a:lnTo>
                  <a:lnTo>
                    <a:pt x="5166224" y="387998"/>
                  </a:lnTo>
                  <a:lnTo>
                    <a:pt x="5166318" y="387998"/>
                  </a:lnTo>
                  <a:lnTo>
                    <a:pt x="5166413" y="387998"/>
                  </a:lnTo>
                  <a:lnTo>
                    <a:pt x="5166507" y="387998"/>
                  </a:lnTo>
                  <a:lnTo>
                    <a:pt x="5166601" y="387998"/>
                  </a:lnTo>
                  <a:lnTo>
                    <a:pt x="5166695" y="387998"/>
                  </a:lnTo>
                  <a:lnTo>
                    <a:pt x="5166789" y="387998"/>
                  </a:lnTo>
                  <a:lnTo>
                    <a:pt x="5166883" y="387998"/>
                  </a:lnTo>
                  <a:lnTo>
                    <a:pt x="5166977" y="387998"/>
                  </a:lnTo>
                  <a:lnTo>
                    <a:pt x="5167072" y="387998"/>
                  </a:lnTo>
                  <a:lnTo>
                    <a:pt x="5167166" y="387998"/>
                  </a:lnTo>
                  <a:lnTo>
                    <a:pt x="5167260" y="387998"/>
                  </a:lnTo>
                  <a:lnTo>
                    <a:pt x="5167354" y="387998"/>
                  </a:lnTo>
                  <a:lnTo>
                    <a:pt x="5167448" y="387998"/>
                  </a:lnTo>
                  <a:lnTo>
                    <a:pt x="5167542" y="387998"/>
                  </a:lnTo>
                  <a:lnTo>
                    <a:pt x="5167637" y="387998"/>
                  </a:lnTo>
                  <a:lnTo>
                    <a:pt x="5167731" y="387998"/>
                  </a:lnTo>
                  <a:lnTo>
                    <a:pt x="5167825" y="387998"/>
                  </a:lnTo>
                  <a:lnTo>
                    <a:pt x="5167919" y="387998"/>
                  </a:lnTo>
                  <a:lnTo>
                    <a:pt x="5168013" y="387998"/>
                  </a:lnTo>
                  <a:lnTo>
                    <a:pt x="5168107" y="387998"/>
                  </a:lnTo>
                  <a:lnTo>
                    <a:pt x="5168201" y="387998"/>
                  </a:lnTo>
                  <a:lnTo>
                    <a:pt x="5168296" y="387998"/>
                  </a:lnTo>
                  <a:lnTo>
                    <a:pt x="5168390" y="387998"/>
                  </a:lnTo>
                  <a:lnTo>
                    <a:pt x="5168484" y="387998"/>
                  </a:lnTo>
                  <a:lnTo>
                    <a:pt x="5168578" y="387998"/>
                  </a:lnTo>
                  <a:lnTo>
                    <a:pt x="5168672" y="387998"/>
                  </a:lnTo>
                  <a:lnTo>
                    <a:pt x="5168766" y="387998"/>
                  </a:lnTo>
                  <a:lnTo>
                    <a:pt x="5168861" y="387998"/>
                  </a:lnTo>
                  <a:lnTo>
                    <a:pt x="5168955" y="387998"/>
                  </a:lnTo>
                  <a:lnTo>
                    <a:pt x="5169049" y="387998"/>
                  </a:lnTo>
                  <a:lnTo>
                    <a:pt x="5169049" y="383087"/>
                  </a:lnTo>
                  <a:lnTo>
                    <a:pt x="5169143" y="383087"/>
                  </a:lnTo>
                  <a:lnTo>
                    <a:pt x="5169237" y="383087"/>
                  </a:lnTo>
                  <a:lnTo>
                    <a:pt x="5169331" y="383087"/>
                  </a:lnTo>
                  <a:lnTo>
                    <a:pt x="5169425" y="383087"/>
                  </a:lnTo>
                  <a:lnTo>
                    <a:pt x="5169520" y="383087"/>
                  </a:lnTo>
                  <a:lnTo>
                    <a:pt x="5169614" y="383087"/>
                  </a:lnTo>
                  <a:lnTo>
                    <a:pt x="5169708" y="383087"/>
                  </a:lnTo>
                  <a:lnTo>
                    <a:pt x="5169802" y="383087"/>
                  </a:lnTo>
                  <a:lnTo>
                    <a:pt x="5169896" y="383087"/>
                  </a:lnTo>
                  <a:lnTo>
                    <a:pt x="5169990" y="383087"/>
                  </a:lnTo>
                  <a:lnTo>
                    <a:pt x="5170085" y="383087"/>
                  </a:lnTo>
                  <a:lnTo>
                    <a:pt x="5170179" y="383087"/>
                  </a:lnTo>
                  <a:lnTo>
                    <a:pt x="5170273" y="383087"/>
                  </a:lnTo>
                  <a:lnTo>
                    <a:pt x="5170367" y="383087"/>
                  </a:lnTo>
                  <a:lnTo>
                    <a:pt x="5170461" y="383087"/>
                  </a:lnTo>
                  <a:lnTo>
                    <a:pt x="5170555" y="383087"/>
                  </a:lnTo>
                  <a:lnTo>
                    <a:pt x="5170649" y="383087"/>
                  </a:lnTo>
                  <a:lnTo>
                    <a:pt x="5170744" y="383087"/>
                  </a:lnTo>
                  <a:lnTo>
                    <a:pt x="5170838" y="383087"/>
                  </a:lnTo>
                  <a:lnTo>
                    <a:pt x="5170932" y="383087"/>
                  </a:lnTo>
                  <a:lnTo>
                    <a:pt x="5171026" y="383087"/>
                  </a:lnTo>
                  <a:lnTo>
                    <a:pt x="5171120" y="383087"/>
                  </a:lnTo>
                  <a:lnTo>
                    <a:pt x="5171214" y="383087"/>
                  </a:lnTo>
                  <a:lnTo>
                    <a:pt x="5171308" y="383087"/>
                  </a:lnTo>
                  <a:lnTo>
                    <a:pt x="5171403" y="383087"/>
                  </a:lnTo>
                  <a:lnTo>
                    <a:pt x="5171497" y="383087"/>
                  </a:lnTo>
                  <a:lnTo>
                    <a:pt x="5171591" y="383087"/>
                  </a:lnTo>
                  <a:lnTo>
                    <a:pt x="5171685" y="383087"/>
                  </a:lnTo>
                  <a:lnTo>
                    <a:pt x="5171779" y="383087"/>
                  </a:lnTo>
                  <a:lnTo>
                    <a:pt x="5171873" y="383087"/>
                  </a:lnTo>
                  <a:lnTo>
                    <a:pt x="5171968" y="383087"/>
                  </a:lnTo>
                  <a:lnTo>
                    <a:pt x="5172062" y="383087"/>
                  </a:lnTo>
                  <a:lnTo>
                    <a:pt x="5172156" y="383087"/>
                  </a:lnTo>
                  <a:lnTo>
                    <a:pt x="5172250" y="383087"/>
                  </a:lnTo>
                  <a:lnTo>
                    <a:pt x="5172344" y="383087"/>
                  </a:lnTo>
                  <a:lnTo>
                    <a:pt x="5172438" y="383087"/>
                  </a:lnTo>
                  <a:lnTo>
                    <a:pt x="5172532" y="383087"/>
                  </a:lnTo>
                  <a:lnTo>
                    <a:pt x="5172627" y="383087"/>
                  </a:lnTo>
                  <a:lnTo>
                    <a:pt x="5172721" y="383087"/>
                  </a:lnTo>
                  <a:lnTo>
                    <a:pt x="5172815" y="383087"/>
                  </a:lnTo>
                  <a:lnTo>
                    <a:pt x="5172909" y="383087"/>
                  </a:lnTo>
                  <a:lnTo>
                    <a:pt x="5173003" y="383087"/>
                  </a:lnTo>
                  <a:lnTo>
                    <a:pt x="5173097" y="383087"/>
                  </a:lnTo>
                  <a:lnTo>
                    <a:pt x="5173192" y="383087"/>
                  </a:lnTo>
                  <a:lnTo>
                    <a:pt x="5173286" y="383087"/>
                  </a:lnTo>
                  <a:lnTo>
                    <a:pt x="5173380" y="383087"/>
                  </a:lnTo>
                  <a:lnTo>
                    <a:pt x="5173474" y="383087"/>
                  </a:lnTo>
                  <a:lnTo>
                    <a:pt x="5173568" y="383087"/>
                  </a:lnTo>
                  <a:lnTo>
                    <a:pt x="5173662" y="383087"/>
                  </a:lnTo>
                  <a:lnTo>
                    <a:pt x="5173756" y="383087"/>
                  </a:lnTo>
                  <a:lnTo>
                    <a:pt x="5173851" y="383087"/>
                  </a:lnTo>
                  <a:lnTo>
                    <a:pt x="5173945" y="383087"/>
                  </a:lnTo>
                  <a:lnTo>
                    <a:pt x="5174039" y="383087"/>
                  </a:lnTo>
                  <a:lnTo>
                    <a:pt x="5174133" y="383087"/>
                  </a:lnTo>
                  <a:lnTo>
                    <a:pt x="5174227" y="383087"/>
                  </a:lnTo>
                  <a:lnTo>
                    <a:pt x="5174321" y="383087"/>
                  </a:lnTo>
                  <a:lnTo>
                    <a:pt x="5174416" y="383087"/>
                  </a:lnTo>
                  <a:lnTo>
                    <a:pt x="5174510" y="383087"/>
                  </a:lnTo>
                  <a:lnTo>
                    <a:pt x="5174604" y="383087"/>
                  </a:lnTo>
                  <a:lnTo>
                    <a:pt x="5174698" y="383087"/>
                  </a:lnTo>
                  <a:lnTo>
                    <a:pt x="5174792" y="383087"/>
                  </a:lnTo>
                  <a:lnTo>
                    <a:pt x="5174886" y="383087"/>
                  </a:lnTo>
                  <a:lnTo>
                    <a:pt x="5174980" y="383087"/>
                  </a:lnTo>
                  <a:lnTo>
                    <a:pt x="5175075" y="383087"/>
                  </a:lnTo>
                  <a:lnTo>
                    <a:pt x="5175169" y="383087"/>
                  </a:lnTo>
                  <a:lnTo>
                    <a:pt x="5175263" y="383087"/>
                  </a:lnTo>
                  <a:lnTo>
                    <a:pt x="5175357" y="383087"/>
                  </a:lnTo>
                  <a:lnTo>
                    <a:pt x="5175451" y="383087"/>
                  </a:lnTo>
                  <a:lnTo>
                    <a:pt x="5175545" y="383087"/>
                  </a:lnTo>
                  <a:lnTo>
                    <a:pt x="5175639" y="383087"/>
                  </a:lnTo>
                  <a:lnTo>
                    <a:pt x="5175734" y="383087"/>
                  </a:lnTo>
                  <a:lnTo>
                    <a:pt x="5175828" y="383087"/>
                  </a:lnTo>
                  <a:lnTo>
                    <a:pt x="5175922" y="383087"/>
                  </a:lnTo>
                  <a:lnTo>
                    <a:pt x="5176016" y="383087"/>
                  </a:lnTo>
                  <a:lnTo>
                    <a:pt x="5176110" y="383087"/>
                  </a:lnTo>
                  <a:lnTo>
                    <a:pt x="5176204" y="383087"/>
                  </a:lnTo>
                  <a:lnTo>
                    <a:pt x="5176299" y="383087"/>
                  </a:lnTo>
                  <a:lnTo>
                    <a:pt x="5176393" y="383087"/>
                  </a:lnTo>
                  <a:lnTo>
                    <a:pt x="5176487" y="383087"/>
                  </a:lnTo>
                  <a:lnTo>
                    <a:pt x="5176581" y="383087"/>
                  </a:lnTo>
                  <a:lnTo>
                    <a:pt x="5176675" y="383087"/>
                  </a:lnTo>
                  <a:lnTo>
                    <a:pt x="5176769" y="383087"/>
                  </a:lnTo>
                  <a:lnTo>
                    <a:pt x="5176863" y="383087"/>
                  </a:lnTo>
                  <a:lnTo>
                    <a:pt x="5176958" y="383087"/>
                  </a:lnTo>
                  <a:lnTo>
                    <a:pt x="5177052" y="383087"/>
                  </a:lnTo>
                  <a:lnTo>
                    <a:pt x="5177146" y="383087"/>
                  </a:lnTo>
                  <a:lnTo>
                    <a:pt x="5177240" y="383087"/>
                  </a:lnTo>
                  <a:lnTo>
                    <a:pt x="5177334" y="383087"/>
                  </a:lnTo>
                  <a:lnTo>
                    <a:pt x="5177428" y="383087"/>
                  </a:lnTo>
                  <a:lnTo>
                    <a:pt x="5177523" y="383087"/>
                  </a:lnTo>
                  <a:lnTo>
                    <a:pt x="5177617" y="383087"/>
                  </a:lnTo>
                  <a:lnTo>
                    <a:pt x="5177711" y="383087"/>
                  </a:lnTo>
                  <a:lnTo>
                    <a:pt x="5177805" y="383087"/>
                  </a:lnTo>
                  <a:lnTo>
                    <a:pt x="5177899" y="383087"/>
                  </a:lnTo>
                  <a:lnTo>
                    <a:pt x="5177899" y="378175"/>
                  </a:lnTo>
                  <a:lnTo>
                    <a:pt x="5177993" y="378175"/>
                  </a:lnTo>
                  <a:lnTo>
                    <a:pt x="5178087" y="378175"/>
                  </a:lnTo>
                  <a:lnTo>
                    <a:pt x="5178182" y="378175"/>
                  </a:lnTo>
                  <a:lnTo>
                    <a:pt x="5178276" y="378175"/>
                  </a:lnTo>
                  <a:lnTo>
                    <a:pt x="5178370" y="378175"/>
                  </a:lnTo>
                  <a:lnTo>
                    <a:pt x="5178464" y="378175"/>
                  </a:lnTo>
                  <a:lnTo>
                    <a:pt x="5178558" y="378175"/>
                  </a:lnTo>
                  <a:lnTo>
                    <a:pt x="5178652" y="378175"/>
                  </a:lnTo>
                  <a:lnTo>
                    <a:pt x="5178747" y="378175"/>
                  </a:lnTo>
                  <a:lnTo>
                    <a:pt x="5178841" y="378175"/>
                  </a:lnTo>
                  <a:lnTo>
                    <a:pt x="5178935" y="378175"/>
                  </a:lnTo>
                  <a:lnTo>
                    <a:pt x="5179029" y="378175"/>
                  </a:lnTo>
                  <a:lnTo>
                    <a:pt x="5179123" y="378175"/>
                  </a:lnTo>
                  <a:lnTo>
                    <a:pt x="5179217" y="378175"/>
                  </a:lnTo>
                  <a:lnTo>
                    <a:pt x="5179311" y="378175"/>
                  </a:lnTo>
                  <a:lnTo>
                    <a:pt x="5179406" y="378175"/>
                  </a:lnTo>
                  <a:lnTo>
                    <a:pt x="5179500" y="378175"/>
                  </a:lnTo>
                  <a:lnTo>
                    <a:pt x="5179594" y="378175"/>
                  </a:lnTo>
                  <a:lnTo>
                    <a:pt x="5179688" y="378175"/>
                  </a:lnTo>
                  <a:lnTo>
                    <a:pt x="5179782" y="378175"/>
                  </a:lnTo>
                  <a:lnTo>
                    <a:pt x="5179876" y="378175"/>
                  </a:lnTo>
                  <a:lnTo>
                    <a:pt x="5179970" y="378175"/>
                  </a:lnTo>
                  <a:lnTo>
                    <a:pt x="5180065" y="378175"/>
                  </a:lnTo>
                  <a:lnTo>
                    <a:pt x="5180159" y="378175"/>
                  </a:lnTo>
                  <a:lnTo>
                    <a:pt x="5180253" y="378175"/>
                  </a:lnTo>
                  <a:lnTo>
                    <a:pt x="5180347" y="378175"/>
                  </a:lnTo>
                  <a:lnTo>
                    <a:pt x="5180441" y="378175"/>
                  </a:lnTo>
                  <a:lnTo>
                    <a:pt x="5180535" y="378175"/>
                  </a:lnTo>
                  <a:lnTo>
                    <a:pt x="5180630" y="378175"/>
                  </a:lnTo>
                  <a:lnTo>
                    <a:pt x="5180724" y="378175"/>
                  </a:lnTo>
                  <a:lnTo>
                    <a:pt x="5180818" y="378175"/>
                  </a:lnTo>
                  <a:lnTo>
                    <a:pt x="5180912" y="378175"/>
                  </a:lnTo>
                  <a:lnTo>
                    <a:pt x="5181006" y="378175"/>
                  </a:lnTo>
                  <a:lnTo>
                    <a:pt x="5181100" y="378175"/>
                  </a:lnTo>
                  <a:lnTo>
                    <a:pt x="5181194" y="378175"/>
                  </a:lnTo>
                  <a:lnTo>
                    <a:pt x="5181289" y="378175"/>
                  </a:lnTo>
                  <a:lnTo>
                    <a:pt x="5181383" y="378175"/>
                  </a:lnTo>
                  <a:lnTo>
                    <a:pt x="5181477" y="378175"/>
                  </a:lnTo>
                  <a:lnTo>
                    <a:pt x="5181571" y="378175"/>
                  </a:lnTo>
                  <a:lnTo>
                    <a:pt x="5181665" y="378175"/>
                  </a:lnTo>
                  <a:lnTo>
                    <a:pt x="5181759" y="378175"/>
                  </a:lnTo>
                  <a:lnTo>
                    <a:pt x="5181854" y="378175"/>
                  </a:lnTo>
                  <a:lnTo>
                    <a:pt x="5181948" y="378175"/>
                  </a:lnTo>
                  <a:lnTo>
                    <a:pt x="5182042" y="378175"/>
                  </a:lnTo>
                  <a:lnTo>
                    <a:pt x="5182136" y="378175"/>
                  </a:lnTo>
                  <a:lnTo>
                    <a:pt x="5182230" y="378175"/>
                  </a:lnTo>
                  <a:lnTo>
                    <a:pt x="5182324" y="378175"/>
                  </a:lnTo>
                  <a:lnTo>
                    <a:pt x="5182418" y="378175"/>
                  </a:lnTo>
                  <a:lnTo>
                    <a:pt x="5182513" y="378175"/>
                  </a:lnTo>
                  <a:lnTo>
                    <a:pt x="5182607" y="378175"/>
                  </a:lnTo>
                  <a:lnTo>
                    <a:pt x="5182701" y="378175"/>
                  </a:lnTo>
                  <a:lnTo>
                    <a:pt x="5182795" y="378175"/>
                  </a:lnTo>
                  <a:lnTo>
                    <a:pt x="5182889" y="378175"/>
                  </a:lnTo>
                  <a:lnTo>
                    <a:pt x="5182983" y="378175"/>
                  </a:lnTo>
                  <a:lnTo>
                    <a:pt x="5183078" y="378175"/>
                  </a:lnTo>
                  <a:lnTo>
                    <a:pt x="5183172" y="378175"/>
                  </a:lnTo>
                  <a:lnTo>
                    <a:pt x="5183266" y="378175"/>
                  </a:lnTo>
                  <a:lnTo>
                    <a:pt x="5183360" y="378175"/>
                  </a:lnTo>
                  <a:lnTo>
                    <a:pt x="5183454" y="378175"/>
                  </a:lnTo>
                  <a:lnTo>
                    <a:pt x="5183548" y="378175"/>
                  </a:lnTo>
                  <a:lnTo>
                    <a:pt x="5183642" y="378175"/>
                  </a:lnTo>
                  <a:lnTo>
                    <a:pt x="5183737" y="378175"/>
                  </a:lnTo>
                  <a:lnTo>
                    <a:pt x="5183737" y="373264"/>
                  </a:lnTo>
                  <a:lnTo>
                    <a:pt x="5183831" y="373264"/>
                  </a:lnTo>
                  <a:lnTo>
                    <a:pt x="5183925" y="373264"/>
                  </a:lnTo>
                  <a:lnTo>
                    <a:pt x="5184019" y="373264"/>
                  </a:lnTo>
                  <a:lnTo>
                    <a:pt x="5184113" y="373264"/>
                  </a:lnTo>
                  <a:lnTo>
                    <a:pt x="5184207" y="373264"/>
                  </a:lnTo>
                  <a:lnTo>
                    <a:pt x="5184301" y="373264"/>
                  </a:lnTo>
                  <a:lnTo>
                    <a:pt x="5184396" y="373264"/>
                  </a:lnTo>
                  <a:lnTo>
                    <a:pt x="5184490" y="373264"/>
                  </a:lnTo>
                  <a:lnTo>
                    <a:pt x="5184584" y="373264"/>
                  </a:lnTo>
                  <a:lnTo>
                    <a:pt x="5184678" y="373264"/>
                  </a:lnTo>
                  <a:lnTo>
                    <a:pt x="5184772" y="373264"/>
                  </a:lnTo>
                  <a:lnTo>
                    <a:pt x="5184866" y="373264"/>
                  </a:lnTo>
                  <a:lnTo>
                    <a:pt x="5184961" y="373264"/>
                  </a:lnTo>
                  <a:lnTo>
                    <a:pt x="5185055" y="373264"/>
                  </a:lnTo>
                  <a:lnTo>
                    <a:pt x="5185149" y="373264"/>
                  </a:lnTo>
                  <a:lnTo>
                    <a:pt x="5185243" y="373264"/>
                  </a:lnTo>
                  <a:lnTo>
                    <a:pt x="5185337" y="373264"/>
                  </a:lnTo>
                  <a:lnTo>
                    <a:pt x="5185431" y="373264"/>
                  </a:lnTo>
                  <a:lnTo>
                    <a:pt x="5185525" y="373264"/>
                  </a:lnTo>
                  <a:lnTo>
                    <a:pt x="5185620" y="373264"/>
                  </a:lnTo>
                  <a:lnTo>
                    <a:pt x="5185714" y="373264"/>
                  </a:lnTo>
                  <a:lnTo>
                    <a:pt x="5185808" y="373264"/>
                  </a:lnTo>
                  <a:lnTo>
                    <a:pt x="5185902" y="373264"/>
                  </a:lnTo>
                  <a:lnTo>
                    <a:pt x="5185996" y="373264"/>
                  </a:lnTo>
                  <a:lnTo>
                    <a:pt x="5186090" y="373264"/>
                  </a:lnTo>
                  <a:lnTo>
                    <a:pt x="5186185" y="373264"/>
                  </a:lnTo>
                  <a:lnTo>
                    <a:pt x="5186279" y="373264"/>
                  </a:lnTo>
                  <a:lnTo>
                    <a:pt x="5186373" y="373264"/>
                  </a:lnTo>
                  <a:lnTo>
                    <a:pt x="5186467" y="373264"/>
                  </a:lnTo>
                  <a:lnTo>
                    <a:pt x="5186561" y="373264"/>
                  </a:lnTo>
                  <a:lnTo>
                    <a:pt x="5186655" y="373264"/>
                  </a:lnTo>
                  <a:lnTo>
                    <a:pt x="5186749" y="373264"/>
                  </a:lnTo>
                  <a:lnTo>
                    <a:pt x="5186844" y="373264"/>
                  </a:lnTo>
                  <a:lnTo>
                    <a:pt x="5186938" y="373264"/>
                  </a:lnTo>
                  <a:lnTo>
                    <a:pt x="5187032" y="373264"/>
                  </a:lnTo>
                  <a:lnTo>
                    <a:pt x="5187126" y="373264"/>
                  </a:lnTo>
                  <a:lnTo>
                    <a:pt x="5187220" y="373264"/>
                  </a:lnTo>
                  <a:lnTo>
                    <a:pt x="5187314" y="373264"/>
                  </a:lnTo>
                  <a:lnTo>
                    <a:pt x="5187409" y="373264"/>
                  </a:lnTo>
                  <a:lnTo>
                    <a:pt x="5187503" y="373264"/>
                  </a:lnTo>
                  <a:lnTo>
                    <a:pt x="5187597" y="373264"/>
                  </a:lnTo>
                  <a:lnTo>
                    <a:pt x="5187691" y="373264"/>
                  </a:lnTo>
                  <a:lnTo>
                    <a:pt x="5187785" y="373264"/>
                  </a:lnTo>
                  <a:lnTo>
                    <a:pt x="5187879" y="373264"/>
                  </a:lnTo>
                  <a:lnTo>
                    <a:pt x="5187973" y="373264"/>
                  </a:lnTo>
                  <a:lnTo>
                    <a:pt x="5188068" y="373264"/>
                  </a:lnTo>
                  <a:lnTo>
                    <a:pt x="5188162" y="373264"/>
                  </a:lnTo>
                  <a:lnTo>
                    <a:pt x="5188256" y="373264"/>
                  </a:lnTo>
                  <a:lnTo>
                    <a:pt x="5188350" y="373264"/>
                  </a:lnTo>
                  <a:lnTo>
                    <a:pt x="5188444" y="373264"/>
                  </a:lnTo>
                  <a:lnTo>
                    <a:pt x="5188538" y="373264"/>
                  </a:lnTo>
                  <a:lnTo>
                    <a:pt x="5188632" y="373264"/>
                  </a:lnTo>
                  <a:lnTo>
                    <a:pt x="5188727" y="373264"/>
                  </a:lnTo>
                  <a:lnTo>
                    <a:pt x="5188821" y="373264"/>
                  </a:lnTo>
                  <a:lnTo>
                    <a:pt x="5188915" y="373264"/>
                  </a:lnTo>
                  <a:lnTo>
                    <a:pt x="5189009" y="373264"/>
                  </a:lnTo>
                  <a:lnTo>
                    <a:pt x="5189103" y="373264"/>
                  </a:lnTo>
                  <a:lnTo>
                    <a:pt x="5189197" y="373264"/>
                  </a:lnTo>
                  <a:lnTo>
                    <a:pt x="5189292" y="373264"/>
                  </a:lnTo>
                  <a:lnTo>
                    <a:pt x="5189386" y="373264"/>
                  </a:lnTo>
                  <a:lnTo>
                    <a:pt x="5189480" y="373264"/>
                  </a:lnTo>
                  <a:lnTo>
                    <a:pt x="5189574" y="373264"/>
                  </a:lnTo>
                  <a:lnTo>
                    <a:pt x="5189668" y="373264"/>
                  </a:lnTo>
                  <a:lnTo>
                    <a:pt x="5189762" y="373264"/>
                  </a:lnTo>
                  <a:lnTo>
                    <a:pt x="5189856" y="373264"/>
                  </a:lnTo>
                  <a:lnTo>
                    <a:pt x="5189951" y="373264"/>
                  </a:lnTo>
                  <a:lnTo>
                    <a:pt x="5190045" y="373264"/>
                  </a:lnTo>
                  <a:lnTo>
                    <a:pt x="5190139" y="373264"/>
                  </a:lnTo>
                  <a:lnTo>
                    <a:pt x="5190233" y="373264"/>
                  </a:lnTo>
                  <a:lnTo>
                    <a:pt x="5190327" y="373264"/>
                  </a:lnTo>
                  <a:lnTo>
                    <a:pt x="5190421" y="373264"/>
                  </a:lnTo>
                  <a:lnTo>
                    <a:pt x="5190516" y="373264"/>
                  </a:lnTo>
                  <a:lnTo>
                    <a:pt x="5190610" y="373264"/>
                  </a:lnTo>
                  <a:lnTo>
                    <a:pt x="5190704" y="373264"/>
                  </a:lnTo>
                  <a:lnTo>
                    <a:pt x="5190798" y="373264"/>
                  </a:lnTo>
                  <a:lnTo>
                    <a:pt x="5190892" y="373264"/>
                  </a:lnTo>
                  <a:lnTo>
                    <a:pt x="5190986" y="373264"/>
                  </a:lnTo>
                  <a:lnTo>
                    <a:pt x="5191080" y="373264"/>
                  </a:lnTo>
                  <a:lnTo>
                    <a:pt x="5191175" y="373264"/>
                  </a:lnTo>
                  <a:lnTo>
                    <a:pt x="5191269" y="373264"/>
                  </a:lnTo>
                  <a:lnTo>
                    <a:pt x="5191363" y="373264"/>
                  </a:lnTo>
                  <a:lnTo>
                    <a:pt x="5191457" y="373264"/>
                  </a:lnTo>
                  <a:lnTo>
                    <a:pt x="5191551" y="373264"/>
                  </a:lnTo>
                  <a:lnTo>
                    <a:pt x="5191551" y="368353"/>
                  </a:lnTo>
                  <a:lnTo>
                    <a:pt x="5191645" y="368353"/>
                  </a:lnTo>
                  <a:lnTo>
                    <a:pt x="5191740" y="368353"/>
                  </a:lnTo>
                  <a:lnTo>
                    <a:pt x="5191834" y="368353"/>
                  </a:lnTo>
                  <a:lnTo>
                    <a:pt x="5191928" y="368353"/>
                  </a:lnTo>
                  <a:lnTo>
                    <a:pt x="5192022" y="368353"/>
                  </a:lnTo>
                  <a:lnTo>
                    <a:pt x="5192116" y="368353"/>
                  </a:lnTo>
                  <a:lnTo>
                    <a:pt x="5192210" y="368353"/>
                  </a:lnTo>
                  <a:lnTo>
                    <a:pt x="5192304" y="368353"/>
                  </a:lnTo>
                  <a:lnTo>
                    <a:pt x="5192399" y="368353"/>
                  </a:lnTo>
                  <a:lnTo>
                    <a:pt x="5192493" y="368353"/>
                  </a:lnTo>
                  <a:lnTo>
                    <a:pt x="5192587" y="368353"/>
                  </a:lnTo>
                  <a:lnTo>
                    <a:pt x="5192681" y="368353"/>
                  </a:lnTo>
                  <a:lnTo>
                    <a:pt x="5192775" y="368353"/>
                  </a:lnTo>
                  <a:lnTo>
                    <a:pt x="5192869" y="368353"/>
                  </a:lnTo>
                  <a:lnTo>
                    <a:pt x="5192963" y="368353"/>
                  </a:lnTo>
                  <a:lnTo>
                    <a:pt x="5193058" y="368353"/>
                  </a:lnTo>
                  <a:lnTo>
                    <a:pt x="5193152" y="368353"/>
                  </a:lnTo>
                  <a:lnTo>
                    <a:pt x="5193246" y="368353"/>
                  </a:lnTo>
                  <a:lnTo>
                    <a:pt x="5193340" y="368353"/>
                  </a:lnTo>
                  <a:lnTo>
                    <a:pt x="5193434" y="368353"/>
                  </a:lnTo>
                  <a:lnTo>
                    <a:pt x="5193528" y="368353"/>
                  </a:lnTo>
                  <a:lnTo>
                    <a:pt x="5193623" y="368353"/>
                  </a:lnTo>
                  <a:lnTo>
                    <a:pt x="5193717" y="368353"/>
                  </a:lnTo>
                  <a:lnTo>
                    <a:pt x="5193811" y="368353"/>
                  </a:lnTo>
                  <a:lnTo>
                    <a:pt x="5193905" y="368353"/>
                  </a:lnTo>
                  <a:lnTo>
                    <a:pt x="5193999" y="368353"/>
                  </a:lnTo>
                  <a:lnTo>
                    <a:pt x="5194093" y="368353"/>
                  </a:lnTo>
                  <a:lnTo>
                    <a:pt x="5194187" y="368353"/>
                  </a:lnTo>
                  <a:lnTo>
                    <a:pt x="5194282" y="368353"/>
                  </a:lnTo>
                  <a:lnTo>
                    <a:pt x="5194376" y="368353"/>
                  </a:lnTo>
                  <a:lnTo>
                    <a:pt x="5194470" y="368353"/>
                  </a:lnTo>
                  <a:lnTo>
                    <a:pt x="5194564" y="368353"/>
                  </a:lnTo>
                  <a:lnTo>
                    <a:pt x="5194658" y="368353"/>
                  </a:lnTo>
                  <a:lnTo>
                    <a:pt x="5194752" y="368353"/>
                  </a:lnTo>
                  <a:lnTo>
                    <a:pt x="5194847" y="368353"/>
                  </a:lnTo>
                  <a:lnTo>
                    <a:pt x="5194941" y="368353"/>
                  </a:lnTo>
                  <a:lnTo>
                    <a:pt x="5195035" y="368353"/>
                  </a:lnTo>
                  <a:lnTo>
                    <a:pt x="5195129" y="368353"/>
                  </a:lnTo>
                  <a:lnTo>
                    <a:pt x="5195223" y="368353"/>
                  </a:lnTo>
                  <a:lnTo>
                    <a:pt x="5195317" y="368353"/>
                  </a:lnTo>
                  <a:lnTo>
                    <a:pt x="5195411" y="368353"/>
                  </a:lnTo>
                  <a:lnTo>
                    <a:pt x="5195506" y="368353"/>
                  </a:lnTo>
                  <a:lnTo>
                    <a:pt x="5195600" y="368353"/>
                  </a:lnTo>
                  <a:lnTo>
                    <a:pt x="5195694" y="368353"/>
                  </a:lnTo>
                  <a:lnTo>
                    <a:pt x="5195788" y="368353"/>
                  </a:lnTo>
                  <a:lnTo>
                    <a:pt x="5195882" y="368353"/>
                  </a:lnTo>
                  <a:lnTo>
                    <a:pt x="5195976" y="368353"/>
                  </a:lnTo>
                  <a:lnTo>
                    <a:pt x="5196071" y="368353"/>
                  </a:lnTo>
                  <a:lnTo>
                    <a:pt x="5196165" y="368353"/>
                  </a:lnTo>
                  <a:lnTo>
                    <a:pt x="5196259" y="368353"/>
                  </a:lnTo>
                  <a:lnTo>
                    <a:pt x="5196353" y="368353"/>
                  </a:lnTo>
                  <a:lnTo>
                    <a:pt x="5196447" y="368353"/>
                  </a:lnTo>
                  <a:lnTo>
                    <a:pt x="5196541" y="368353"/>
                  </a:lnTo>
                  <a:lnTo>
                    <a:pt x="5196635" y="368353"/>
                  </a:lnTo>
                  <a:lnTo>
                    <a:pt x="5196730" y="368353"/>
                  </a:lnTo>
                  <a:lnTo>
                    <a:pt x="5196824" y="368353"/>
                  </a:lnTo>
                  <a:lnTo>
                    <a:pt x="5196918" y="368353"/>
                  </a:lnTo>
                  <a:lnTo>
                    <a:pt x="5197012" y="368353"/>
                  </a:lnTo>
                  <a:lnTo>
                    <a:pt x="5197106" y="368353"/>
                  </a:lnTo>
                  <a:lnTo>
                    <a:pt x="5197200" y="368353"/>
                  </a:lnTo>
                  <a:lnTo>
                    <a:pt x="5197200" y="363441"/>
                  </a:lnTo>
                  <a:lnTo>
                    <a:pt x="5197294" y="363441"/>
                  </a:lnTo>
                  <a:lnTo>
                    <a:pt x="5197389" y="363441"/>
                  </a:lnTo>
                  <a:lnTo>
                    <a:pt x="5197483" y="363441"/>
                  </a:lnTo>
                  <a:lnTo>
                    <a:pt x="5197577" y="363441"/>
                  </a:lnTo>
                  <a:lnTo>
                    <a:pt x="5197671" y="363441"/>
                  </a:lnTo>
                  <a:lnTo>
                    <a:pt x="5197765" y="363441"/>
                  </a:lnTo>
                  <a:lnTo>
                    <a:pt x="5197859" y="363441"/>
                  </a:lnTo>
                  <a:lnTo>
                    <a:pt x="5197954" y="363441"/>
                  </a:lnTo>
                  <a:lnTo>
                    <a:pt x="5198048" y="363441"/>
                  </a:lnTo>
                  <a:lnTo>
                    <a:pt x="5198142" y="363441"/>
                  </a:lnTo>
                  <a:lnTo>
                    <a:pt x="5198236" y="363441"/>
                  </a:lnTo>
                  <a:lnTo>
                    <a:pt x="5198330" y="363441"/>
                  </a:lnTo>
                  <a:lnTo>
                    <a:pt x="5198424" y="363441"/>
                  </a:lnTo>
                  <a:lnTo>
                    <a:pt x="5198518" y="363441"/>
                  </a:lnTo>
                  <a:lnTo>
                    <a:pt x="5198613" y="363441"/>
                  </a:lnTo>
                  <a:lnTo>
                    <a:pt x="5198707" y="363441"/>
                  </a:lnTo>
                  <a:lnTo>
                    <a:pt x="5198801" y="363441"/>
                  </a:lnTo>
                  <a:lnTo>
                    <a:pt x="5198895" y="363441"/>
                  </a:lnTo>
                  <a:lnTo>
                    <a:pt x="5198989" y="363441"/>
                  </a:lnTo>
                  <a:lnTo>
                    <a:pt x="5199083" y="363441"/>
                  </a:lnTo>
                  <a:lnTo>
                    <a:pt x="5199178" y="363441"/>
                  </a:lnTo>
                  <a:lnTo>
                    <a:pt x="5199272" y="363441"/>
                  </a:lnTo>
                  <a:lnTo>
                    <a:pt x="5199366" y="363441"/>
                  </a:lnTo>
                  <a:lnTo>
                    <a:pt x="5199460" y="363441"/>
                  </a:lnTo>
                  <a:lnTo>
                    <a:pt x="5199554" y="363441"/>
                  </a:lnTo>
                  <a:lnTo>
                    <a:pt x="5199648" y="363441"/>
                  </a:lnTo>
                  <a:lnTo>
                    <a:pt x="5199742" y="363441"/>
                  </a:lnTo>
                  <a:lnTo>
                    <a:pt x="5199837" y="363441"/>
                  </a:lnTo>
                  <a:lnTo>
                    <a:pt x="5199931" y="363441"/>
                  </a:lnTo>
                  <a:lnTo>
                    <a:pt x="5200025" y="363441"/>
                  </a:lnTo>
                  <a:lnTo>
                    <a:pt x="5200119" y="363441"/>
                  </a:lnTo>
                  <a:lnTo>
                    <a:pt x="5200213" y="363441"/>
                  </a:lnTo>
                  <a:lnTo>
                    <a:pt x="5200307" y="363441"/>
                  </a:lnTo>
                  <a:lnTo>
                    <a:pt x="5200402" y="363441"/>
                  </a:lnTo>
                  <a:lnTo>
                    <a:pt x="5200496" y="363441"/>
                  </a:lnTo>
                  <a:lnTo>
                    <a:pt x="5200590" y="363441"/>
                  </a:lnTo>
                  <a:lnTo>
                    <a:pt x="5200684" y="363441"/>
                  </a:lnTo>
                  <a:lnTo>
                    <a:pt x="5200778" y="363441"/>
                  </a:lnTo>
                  <a:lnTo>
                    <a:pt x="5200872" y="363441"/>
                  </a:lnTo>
                  <a:lnTo>
                    <a:pt x="5200966" y="363441"/>
                  </a:lnTo>
                  <a:lnTo>
                    <a:pt x="5201061" y="363441"/>
                  </a:lnTo>
                  <a:lnTo>
                    <a:pt x="5201155" y="363441"/>
                  </a:lnTo>
                  <a:lnTo>
                    <a:pt x="5201249" y="363441"/>
                  </a:lnTo>
                  <a:lnTo>
                    <a:pt x="5201343" y="363441"/>
                  </a:lnTo>
                  <a:lnTo>
                    <a:pt x="5201437" y="363441"/>
                  </a:lnTo>
                  <a:lnTo>
                    <a:pt x="5201531" y="363441"/>
                  </a:lnTo>
                  <a:lnTo>
                    <a:pt x="5201625" y="363441"/>
                  </a:lnTo>
                  <a:lnTo>
                    <a:pt x="5201720" y="363441"/>
                  </a:lnTo>
                  <a:lnTo>
                    <a:pt x="5201814" y="363441"/>
                  </a:lnTo>
                  <a:lnTo>
                    <a:pt x="5201908" y="363441"/>
                  </a:lnTo>
                  <a:lnTo>
                    <a:pt x="5202002" y="363441"/>
                  </a:lnTo>
                  <a:lnTo>
                    <a:pt x="5202096" y="363441"/>
                  </a:lnTo>
                  <a:lnTo>
                    <a:pt x="5202190" y="363441"/>
                  </a:lnTo>
                  <a:lnTo>
                    <a:pt x="5202285" y="363441"/>
                  </a:lnTo>
                  <a:lnTo>
                    <a:pt x="5202379" y="363441"/>
                  </a:lnTo>
                  <a:lnTo>
                    <a:pt x="5202473" y="363441"/>
                  </a:lnTo>
                  <a:lnTo>
                    <a:pt x="5202567" y="363441"/>
                  </a:lnTo>
                  <a:lnTo>
                    <a:pt x="5202661" y="363441"/>
                  </a:lnTo>
                  <a:lnTo>
                    <a:pt x="5202755" y="363441"/>
                  </a:lnTo>
                  <a:lnTo>
                    <a:pt x="5202849" y="363441"/>
                  </a:lnTo>
                  <a:lnTo>
                    <a:pt x="5202944" y="363441"/>
                  </a:lnTo>
                  <a:lnTo>
                    <a:pt x="5203038" y="363441"/>
                  </a:lnTo>
                  <a:lnTo>
                    <a:pt x="5203132" y="363441"/>
                  </a:lnTo>
                  <a:lnTo>
                    <a:pt x="5203226" y="363441"/>
                  </a:lnTo>
                  <a:lnTo>
                    <a:pt x="5203320" y="363441"/>
                  </a:lnTo>
                  <a:lnTo>
                    <a:pt x="5203414" y="363441"/>
                  </a:lnTo>
                  <a:lnTo>
                    <a:pt x="5203509" y="363441"/>
                  </a:lnTo>
                  <a:lnTo>
                    <a:pt x="5203603" y="363441"/>
                  </a:lnTo>
                  <a:lnTo>
                    <a:pt x="5203697" y="363441"/>
                  </a:lnTo>
                  <a:lnTo>
                    <a:pt x="5203791" y="363441"/>
                  </a:lnTo>
                  <a:lnTo>
                    <a:pt x="5203885" y="363441"/>
                  </a:lnTo>
                  <a:lnTo>
                    <a:pt x="5203979" y="363441"/>
                  </a:lnTo>
                  <a:lnTo>
                    <a:pt x="5204073" y="363441"/>
                  </a:lnTo>
                  <a:lnTo>
                    <a:pt x="5204168" y="363441"/>
                  </a:lnTo>
                  <a:lnTo>
                    <a:pt x="5204262" y="363441"/>
                  </a:lnTo>
                  <a:lnTo>
                    <a:pt x="5204356" y="363441"/>
                  </a:lnTo>
                  <a:lnTo>
                    <a:pt x="5204450" y="363441"/>
                  </a:lnTo>
                  <a:lnTo>
                    <a:pt x="5204544" y="363441"/>
                  </a:lnTo>
                  <a:lnTo>
                    <a:pt x="5204638" y="363441"/>
                  </a:lnTo>
                  <a:lnTo>
                    <a:pt x="5204733" y="363441"/>
                  </a:lnTo>
                  <a:lnTo>
                    <a:pt x="5204827" y="363441"/>
                  </a:lnTo>
                  <a:lnTo>
                    <a:pt x="5204921" y="363441"/>
                  </a:lnTo>
                  <a:lnTo>
                    <a:pt x="5205015" y="363441"/>
                  </a:lnTo>
                  <a:lnTo>
                    <a:pt x="5205109" y="363441"/>
                  </a:lnTo>
                  <a:lnTo>
                    <a:pt x="5205203" y="363441"/>
                  </a:lnTo>
                  <a:lnTo>
                    <a:pt x="5205297" y="363441"/>
                  </a:lnTo>
                  <a:lnTo>
                    <a:pt x="5205297" y="358530"/>
                  </a:lnTo>
                  <a:lnTo>
                    <a:pt x="5205392" y="358530"/>
                  </a:lnTo>
                  <a:lnTo>
                    <a:pt x="5205486" y="358530"/>
                  </a:lnTo>
                  <a:lnTo>
                    <a:pt x="5205580" y="358530"/>
                  </a:lnTo>
                  <a:lnTo>
                    <a:pt x="5205674" y="358530"/>
                  </a:lnTo>
                  <a:lnTo>
                    <a:pt x="5205768" y="358530"/>
                  </a:lnTo>
                  <a:lnTo>
                    <a:pt x="5205862" y="358530"/>
                  </a:lnTo>
                  <a:lnTo>
                    <a:pt x="5205956" y="358530"/>
                  </a:lnTo>
                  <a:lnTo>
                    <a:pt x="5206051" y="358530"/>
                  </a:lnTo>
                  <a:lnTo>
                    <a:pt x="5206145" y="358530"/>
                  </a:lnTo>
                  <a:lnTo>
                    <a:pt x="5206239" y="358530"/>
                  </a:lnTo>
                  <a:lnTo>
                    <a:pt x="5206333" y="358530"/>
                  </a:lnTo>
                  <a:lnTo>
                    <a:pt x="5206427" y="358530"/>
                  </a:lnTo>
                  <a:lnTo>
                    <a:pt x="5206521" y="358530"/>
                  </a:lnTo>
                  <a:lnTo>
                    <a:pt x="5206616" y="358530"/>
                  </a:lnTo>
                  <a:lnTo>
                    <a:pt x="5206710" y="358530"/>
                  </a:lnTo>
                  <a:lnTo>
                    <a:pt x="5206804" y="358530"/>
                  </a:lnTo>
                  <a:lnTo>
                    <a:pt x="5206898" y="358530"/>
                  </a:lnTo>
                  <a:lnTo>
                    <a:pt x="5206992" y="358530"/>
                  </a:lnTo>
                  <a:lnTo>
                    <a:pt x="5207086" y="358530"/>
                  </a:lnTo>
                  <a:lnTo>
                    <a:pt x="5207180" y="358530"/>
                  </a:lnTo>
                  <a:lnTo>
                    <a:pt x="5207275" y="358530"/>
                  </a:lnTo>
                  <a:lnTo>
                    <a:pt x="5207369" y="358530"/>
                  </a:lnTo>
                  <a:lnTo>
                    <a:pt x="5207463" y="358530"/>
                  </a:lnTo>
                  <a:lnTo>
                    <a:pt x="5207557" y="358530"/>
                  </a:lnTo>
                  <a:lnTo>
                    <a:pt x="5207651" y="358530"/>
                  </a:lnTo>
                  <a:lnTo>
                    <a:pt x="5207745" y="358530"/>
                  </a:lnTo>
                  <a:lnTo>
                    <a:pt x="5207840" y="358530"/>
                  </a:lnTo>
                  <a:lnTo>
                    <a:pt x="5207934" y="358530"/>
                  </a:lnTo>
                  <a:lnTo>
                    <a:pt x="5208028" y="358530"/>
                  </a:lnTo>
                  <a:lnTo>
                    <a:pt x="5208122" y="358530"/>
                  </a:lnTo>
                  <a:lnTo>
                    <a:pt x="5208216" y="358530"/>
                  </a:lnTo>
                  <a:lnTo>
                    <a:pt x="5208310" y="358530"/>
                  </a:lnTo>
                  <a:lnTo>
                    <a:pt x="5208404" y="358530"/>
                  </a:lnTo>
                  <a:lnTo>
                    <a:pt x="5208499" y="358530"/>
                  </a:lnTo>
                  <a:lnTo>
                    <a:pt x="5208593" y="358530"/>
                  </a:lnTo>
                  <a:lnTo>
                    <a:pt x="5208687" y="358530"/>
                  </a:lnTo>
                  <a:lnTo>
                    <a:pt x="5208781" y="358530"/>
                  </a:lnTo>
                  <a:lnTo>
                    <a:pt x="5208875" y="358530"/>
                  </a:lnTo>
                  <a:lnTo>
                    <a:pt x="5208969" y="358530"/>
                  </a:lnTo>
                  <a:lnTo>
                    <a:pt x="5209064" y="358530"/>
                  </a:lnTo>
                  <a:lnTo>
                    <a:pt x="5209158" y="358530"/>
                  </a:lnTo>
                  <a:lnTo>
                    <a:pt x="5209252" y="358530"/>
                  </a:lnTo>
                  <a:lnTo>
                    <a:pt x="5209346" y="358530"/>
                  </a:lnTo>
                  <a:lnTo>
                    <a:pt x="5209440" y="358530"/>
                  </a:lnTo>
                  <a:lnTo>
                    <a:pt x="5209534" y="358530"/>
                  </a:lnTo>
                  <a:lnTo>
                    <a:pt x="5209628" y="358530"/>
                  </a:lnTo>
                  <a:lnTo>
                    <a:pt x="5209723" y="358530"/>
                  </a:lnTo>
                  <a:lnTo>
                    <a:pt x="5209817" y="358530"/>
                  </a:lnTo>
                  <a:lnTo>
                    <a:pt x="5209911" y="358530"/>
                  </a:lnTo>
                  <a:lnTo>
                    <a:pt x="5210005" y="358530"/>
                  </a:lnTo>
                  <a:lnTo>
                    <a:pt x="5210099" y="358530"/>
                  </a:lnTo>
                  <a:lnTo>
                    <a:pt x="5210193" y="358530"/>
                  </a:lnTo>
                  <a:lnTo>
                    <a:pt x="5210287" y="358530"/>
                  </a:lnTo>
                  <a:lnTo>
                    <a:pt x="5210382" y="358530"/>
                  </a:lnTo>
                  <a:lnTo>
                    <a:pt x="5210476" y="358530"/>
                  </a:lnTo>
                  <a:lnTo>
                    <a:pt x="5210570" y="358530"/>
                  </a:lnTo>
                  <a:lnTo>
                    <a:pt x="5210664" y="358530"/>
                  </a:lnTo>
                  <a:lnTo>
                    <a:pt x="5210758" y="358530"/>
                  </a:lnTo>
                  <a:lnTo>
                    <a:pt x="5210852" y="358530"/>
                  </a:lnTo>
                  <a:lnTo>
                    <a:pt x="5210947" y="358530"/>
                  </a:lnTo>
                  <a:lnTo>
                    <a:pt x="5211041" y="358530"/>
                  </a:lnTo>
                  <a:lnTo>
                    <a:pt x="5211135" y="358530"/>
                  </a:lnTo>
                  <a:lnTo>
                    <a:pt x="5211229" y="358530"/>
                  </a:lnTo>
                  <a:lnTo>
                    <a:pt x="5211323" y="358530"/>
                  </a:lnTo>
                  <a:lnTo>
                    <a:pt x="5211417" y="358530"/>
                  </a:lnTo>
                  <a:lnTo>
                    <a:pt x="5211511" y="358530"/>
                  </a:lnTo>
                  <a:lnTo>
                    <a:pt x="5211606" y="358530"/>
                  </a:lnTo>
                  <a:lnTo>
                    <a:pt x="5211700" y="358530"/>
                  </a:lnTo>
                  <a:lnTo>
                    <a:pt x="5211794" y="358530"/>
                  </a:lnTo>
                  <a:lnTo>
                    <a:pt x="5211888" y="358530"/>
                  </a:lnTo>
                  <a:lnTo>
                    <a:pt x="5211982" y="358530"/>
                  </a:lnTo>
                  <a:lnTo>
                    <a:pt x="5212076" y="358530"/>
                  </a:lnTo>
                  <a:lnTo>
                    <a:pt x="5212171" y="358530"/>
                  </a:lnTo>
                  <a:lnTo>
                    <a:pt x="5212265" y="358530"/>
                  </a:lnTo>
                  <a:lnTo>
                    <a:pt x="5212359" y="358530"/>
                  </a:lnTo>
                  <a:lnTo>
                    <a:pt x="5212453" y="358530"/>
                  </a:lnTo>
                  <a:lnTo>
                    <a:pt x="5212547" y="358530"/>
                  </a:lnTo>
                  <a:lnTo>
                    <a:pt x="5212641" y="358530"/>
                  </a:lnTo>
                  <a:lnTo>
                    <a:pt x="5212735" y="358530"/>
                  </a:lnTo>
                  <a:lnTo>
                    <a:pt x="5212830" y="358530"/>
                  </a:lnTo>
                  <a:lnTo>
                    <a:pt x="5212924" y="358530"/>
                  </a:lnTo>
                  <a:lnTo>
                    <a:pt x="5213018" y="358530"/>
                  </a:lnTo>
                  <a:lnTo>
                    <a:pt x="5213112" y="358530"/>
                  </a:lnTo>
                  <a:lnTo>
                    <a:pt x="5213206" y="358530"/>
                  </a:lnTo>
                  <a:lnTo>
                    <a:pt x="5213300" y="358530"/>
                  </a:lnTo>
                  <a:lnTo>
                    <a:pt x="5213395" y="358530"/>
                  </a:lnTo>
                  <a:lnTo>
                    <a:pt x="5213489" y="358530"/>
                  </a:lnTo>
                  <a:lnTo>
                    <a:pt x="5213583" y="358530"/>
                  </a:lnTo>
                  <a:lnTo>
                    <a:pt x="5213677" y="358530"/>
                  </a:lnTo>
                  <a:lnTo>
                    <a:pt x="5213771" y="358530"/>
                  </a:lnTo>
                  <a:lnTo>
                    <a:pt x="5213865" y="358530"/>
                  </a:lnTo>
                  <a:lnTo>
                    <a:pt x="5213959" y="358530"/>
                  </a:lnTo>
                  <a:lnTo>
                    <a:pt x="5214054" y="358530"/>
                  </a:lnTo>
                  <a:lnTo>
                    <a:pt x="5214054" y="353618"/>
                  </a:lnTo>
                  <a:lnTo>
                    <a:pt x="5214148" y="353618"/>
                  </a:lnTo>
                  <a:lnTo>
                    <a:pt x="5214242" y="353618"/>
                  </a:lnTo>
                  <a:lnTo>
                    <a:pt x="5214336" y="353618"/>
                  </a:lnTo>
                  <a:lnTo>
                    <a:pt x="5214430" y="353618"/>
                  </a:lnTo>
                  <a:lnTo>
                    <a:pt x="5214524" y="353618"/>
                  </a:lnTo>
                  <a:lnTo>
                    <a:pt x="5214618" y="353618"/>
                  </a:lnTo>
                  <a:lnTo>
                    <a:pt x="5214713" y="353618"/>
                  </a:lnTo>
                  <a:lnTo>
                    <a:pt x="5214807" y="353618"/>
                  </a:lnTo>
                  <a:lnTo>
                    <a:pt x="5214901" y="353618"/>
                  </a:lnTo>
                  <a:lnTo>
                    <a:pt x="5214995" y="353618"/>
                  </a:lnTo>
                  <a:lnTo>
                    <a:pt x="5215089" y="353618"/>
                  </a:lnTo>
                  <a:lnTo>
                    <a:pt x="5215183" y="353618"/>
                  </a:lnTo>
                  <a:lnTo>
                    <a:pt x="5215278" y="353618"/>
                  </a:lnTo>
                  <a:lnTo>
                    <a:pt x="5215372" y="353618"/>
                  </a:lnTo>
                  <a:lnTo>
                    <a:pt x="5215466" y="353618"/>
                  </a:lnTo>
                  <a:lnTo>
                    <a:pt x="5215560" y="353618"/>
                  </a:lnTo>
                  <a:lnTo>
                    <a:pt x="5215654" y="353618"/>
                  </a:lnTo>
                  <a:lnTo>
                    <a:pt x="5215748" y="353618"/>
                  </a:lnTo>
                  <a:lnTo>
                    <a:pt x="5215842" y="353618"/>
                  </a:lnTo>
                  <a:lnTo>
                    <a:pt x="5215937" y="353618"/>
                  </a:lnTo>
                  <a:lnTo>
                    <a:pt x="5216031" y="353618"/>
                  </a:lnTo>
                  <a:lnTo>
                    <a:pt x="5216125" y="353618"/>
                  </a:lnTo>
                  <a:lnTo>
                    <a:pt x="5216219" y="353618"/>
                  </a:lnTo>
                  <a:lnTo>
                    <a:pt x="5216313" y="353618"/>
                  </a:lnTo>
                  <a:lnTo>
                    <a:pt x="5216407" y="353618"/>
                  </a:lnTo>
                  <a:lnTo>
                    <a:pt x="5216502" y="353618"/>
                  </a:lnTo>
                  <a:lnTo>
                    <a:pt x="5216596" y="353618"/>
                  </a:lnTo>
                  <a:lnTo>
                    <a:pt x="5216690" y="353618"/>
                  </a:lnTo>
                  <a:lnTo>
                    <a:pt x="5216784" y="353618"/>
                  </a:lnTo>
                  <a:lnTo>
                    <a:pt x="5216878" y="353618"/>
                  </a:lnTo>
                  <a:lnTo>
                    <a:pt x="5216972" y="353618"/>
                  </a:lnTo>
                  <a:lnTo>
                    <a:pt x="5217066" y="353618"/>
                  </a:lnTo>
                  <a:lnTo>
                    <a:pt x="5217161" y="353618"/>
                  </a:lnTo>
                  <a:lnTo>
                    <a:pt x="5217255" y="353618"/>
                  </a:lnTo>
                  <a:lnTo>
                    <a:pt x="5217349" y="353618"/>
                  </a:lnTo>
                  <a:lnTo>
                    <a:pt x="5217443" y="353618"/>
                  </a:lnTo>
                  <a:lnTo>
                    <a:pt x="5217537" y="353618"/>
                  </a:lnTo>
                  <a:lnTo>
                    <a:pt x="5217631" y="353618"/>
                  </a:lnTo>
                  <a:lnTo>
                    <a:pt x="5217726" y="353618"/>
                  </a:lnTo>
                  <a:lnTo>
                    <a:pt x="5217820" y="353618"/>
                  </a:lnTo>
                  <a:lnTo>
                    <a:pt x="5217914" y="353618"/>
                  </a:lnTo>
                  <a:lnTo>
                    <a:pt x="5217914" y="348707"/>
                  </a:lnTo>
                  <a:lnTo>
                    <a:pt x="5218008" y="348707"/>
                  </a:lnTo>
                  <a:lnTo>
                    <a:pt x="5218102" y="348707"/>
                  </a:lnTo>
                  <a:lnTo>
                    <a:pt x="5218196" y="348707"/>
                  </a:lnTo>
                  <a:lnTo>
                    <a:pt x="5218290" y="348707"/>
                  </a:lnTo>
                  <a:lnTo>
                    <a:pt x="5218385" y="348707"/>
                  </a:lnTo>
                  <a:lnTo>
                    <a:pt x="5218479" y="348707"/>
                  </a:lnTo>
                  <a:lnTo>
                    <a:pt x="5218573" y="348707"/>
                  </a:lnTo>
                  <a:lnTo>
                    <a:pt x="5218667" y="348707"/>
                  </a:lnTo>
                  <a:lnTo>
                    <a:pt x="5218761" y="348707"/>
                  </a:lnTo>
                  <a:lnTo>
                    <a:pt x="5218855" y="348707"/>
                  </a:lnTo>
                  <a:lnTo>
                    <a:pt x="5218949" y="348707"/>
                  </a:lnTo>
                  <a:lnTo>
                    <a:pt x="5219044" y="348707"/>
                  </a:lnTo>
                  <a:lnTo>
                    <a:pt x="5219138" y="348707"/>
                  </a:lnTo>
                  <a:lnTo>
                    <a:pt x="5219232" y="348707"/>
                  </a:lnTo>
                  <a:lnTo>
                    <a:pt x="5219326" y="348707"/>
                  </a:lnTo>
                  <a:lnTo>
                    <a:pt x="5219326" y="343796"/>
                  </a:lnTo>
                  <a:lnTo>
                    <a:pt x="5219420" y="343796"/>
                  </a:lnTo>
                  <a:lnTo>
                    <a:pt x="5219514" y="343796"/>
                  </a:lnTo>
                  <a:lnTo>
                    <a:pt x="5219609" y="343796"/>
                  </a:lnTo>
                  <a:lnTo>
                    <a:pt x="5219703" y="343796"/>
                  </a:lnTo>
                  <a:lnTo>
                    <a:pt x="5219797" y="343796"/>
                  </a:lnTo>
                  <a:lnTo>
                    <a:pt x="5219891" y="343796"/>
                  </a:lnTo>
                  <a:lnTo>
                    <a:pt x="5219985" y="343796"/>
                  </a:lnTo>
                  <a:lnTo>
                    <a:pt x="5220079" y="343796"/>
                  </a:lnTo>
                  <a:lnTo>
                    <a:pt x="5220173" y="343796"/>
                  </a:lnTo>
                  <a:lnTo>
                    <a:pt x="5220268" y="343796"/>
                  </a:lnTo>
                  <a:lnTo>
                    <a:pt x="5220362" y="343796"/>
                  </a:lnTo>
                  <a:lnTo>
                    <a:pt x="5220456" y="343796"/>
                  </a:lnTo>
                  <a:lnTo>
                    <a:pt x="5220550" y="343796"/>
                  </a:lnTo>
                  <a:lnTo>
                    <a:pt x="5220644" y="343796"/>
                  </a:lnTo>
                  <a:lnTo>
                    <a:pt x="5220738" y="343796"/>
                  </a:lnTo>
                  <a:lnTo>
                    <a:pt x="5220833" y="343796"/>
                  </a:lnTo>
                  <a:lnTo>
                    <a:pt x="5220927" y="343796"/>
                  </a:lnTo>
                  <a:lnTo>
                    <a:pt x="5221021" y="343796"/>
                  </a:lnTo>
                  <a:lnTo>
                    <a:pt x="5221115" y="343796"/>
                  </a:lnTo>
                  <a:lnTo>
                    <a:pt x="5221209" y="343796"/>
                  </a:lnTo>
                  <a:lnTo>
                    <a:pt x="5221303" y="343796"/>
                  </a:lnTo>
                  <a:lnTo>
                    <a:pt x="5221397" y="343796"/>
                  </a:lnTo>
                  <a:lnTo>
                    <a:pt x="5221492" y="343796"/>
                  </a:lnTo>
                  <a:lnTo>
                    <a:pt x="5221586" y="343796"/>
                  </a:lnTo>
                  <a:lnTo>
                    <a:pt x="5221680" y="343796"/>
                  </a:lnTo>
                  <a:lnTo>
                    <a:pt x="5221774" y="343796"/>
                  </a:lnTo>
                  <a:lnTo>
                    <a:pt x="5221868" y="343796"/>
                  </a:lnTo>
                  <a:lnTo>
                    <a:pt x="5221962" y="343796"/>
                  </a:lnTo>
                  <a:lnTo>
                    <a:pt x="5222057" y="343796"/>
                  </a:lnTo>
                  <a:lnTo>
                    <a:pt x="5222151" y="343796"/>
                  </a:lnTo>
                  <a:lnTo>
                    <a:pt x="5222245" y="343796"/>
                  </a:lnTo>
                  <a:lnTo>
                    <a:pt x="5222339" y="343796"/>
                  </a:lnTo>
                  <a:lnTo>
                    <a:pt x="5222433" y="343796"/>
                  </a:lnTo>
                  <a:lnTo>
                    <a:pt x="5222527" y="343796"/>
                  </a:lnTo>
                  <a:lnTo>
                    <a:pt x="5222621" y="343796"/>
                  </a:lnTo>
                  <a:lnTo>
                    <a:pt x="5222716" y="343796"/>
                  </a:lnTo>
                  <a:lnTo>
                    <a:pt x="5222810" y="343796"/>
                  </a:lnTo>
                  <a:lnTo>
                    <a:pt x="5222904" y="343796"/>
                  </a:lnTo>
                  <a:lnTo>
                    <a:pt x="5222998" y="343796"/>
                  </a:lnTo>
                  <a:lnTo>
                    <a:pt x="5223092" y="343796"/>
                  </a:lnTo>
                  <a:lnTo>
                    <a:pt x="5223186" y="343796"/>
                  </a:lnTo>
                  <a:lnTo>
                    <a:pt x="5223280" y="343796"/>
                  </a:lnTo>
                  <a:lnTo>
                    <a:pt x="5223375" y="343796"/>
                  </a:lnTo>
                  <a:lnTo>
                    <a:pt x="5223469" y="343796"/>
                  </a:lnTo>
                  <a:lnTo>
                    <a:pt x="5223563" y="343796"/>
                  </a:lnTo>
                  <a:lnTo>
                    <a:pt x="5223657" y="343796"/>
                  </a:lnTo>
                  <a:lnTo>
                    <a:pt x="5223751" y="343796"/>
                  </a:lnTo>
                  <a:lnTo>
                    <a:pt x="5223845" y="343796"/>
                  </a:lnTo>
                  <a:lnTo>
                    <a:pt x="5223940" y="343796"/>
                  </a:lnTo>
                  <a:lnTo>
                    <a:pt x="5224034" y="343796"/>
                  </a:lnTo>
                  <a:lnTo>
                    <a:pt x="5224128" y="343796"/>
                  </a:lnTo>
                  <a:lnTo>
                    <a:pt x="5224222" y="343796"/>
                  </a:lnTo>
                  <a:lnTo>
                    <a:pt x="5224316" y="343796"/>
                  </a:lnTo>
                  <a:lnTo>
                    <a:pt x="5224410" y="343796"/>
                  </a:lnTo>
                  <a:lnTo>
                    <a:pt x="5224504" y="343796"/>
                  </a:lnTo>
                  <a:lnTo>
                    <a:pt x="5224599" y="343796"/>
                  </a:lnTo>
                  <a:lnTo>
                    <a:pt x="5224693" y="343796"/>
                  </a:lnTo>
                  <a:lnTo>
                    <a:pt x="5224787" y="343796"/>
                  </a:lnTo>
                  <a:lnTo>
                    <a:pt x="5224881" y="343796"/>
                  </a:lnTo>
                  <a:lnTo>
                    <a:pt x="5224975" y="343796"/>
                  </a:lnTo>
                  <a:lnTo>
                    <a:pt x="5225069" y="343796"/>
                  </a:lnTo>
                  <a:lnTo>
                    <a:pt x="5225164" y="343796"/>
                  </a:lnTo>
                  <a:lnTo>
                    <a:pt x="5225258" y="343796"/>
                  </a:lnTo>
                  <a:lnTo>
                    <a:pt x="5225352" y="343796"/>
                  </a:lnTo>
                  <a:lnTo>
                    <a:pt x="5225446" y="343796"/>
                  </a:lnTo>
                  <a:lnTo>
                    <a:pt x="5225540" y="343796"/>
                  </a:lnTo>
                  <a:lnTo>
                    <a:pt x="5225634" y="343796"/>
                  </a:lnTo>
                  <a:lnTo>
                    <a:pt x="5225728" y="343796"/>
                  </a:lnTo>
                  <a:lnTo>
                    <a:pt x="5225823" y="343796"/>
                  </a:lnTo>
                  <a:lnTo>
                    <a:pt x="5225917" y="343796"/>
                  </a:lnTo>
                  <a:lnTo>
                    <a:pt x="5226011" y="343796"/>
                  </a:lnTo>
                  <a:lnTo>
                    <a:pt x="5226105" y="343796"/>
                  </a:lnTo>
                  <a:lnTo>
                    <a:pt x="5226199" y="343796"/>
                  </a:lnTo>
                  <a:lnTo>
                    <a:pt x="5226293" y="343796"/>
                  </a:lnTo>
                  <a:lnTo>
                    <a:pt x="5226388" y="343796"/>
                  </a:lnTo>
                  <a:lnTo>
                    <a:pt x="5226482" y="343796"/>
                  </a:lnTo>
                  <a:lnTo>
                    <a:pt x="5226576" y="343796"/>
                  </a:lnTo>
                  <a:lnTo>
                    <a:pt x="5226670" y="343796"/>
                  </a:lnTo>
                  <a:lnTo>
                    <a:pt x="5226764" y="343796"/>
                  </a:lnTo>
                  <a:lnTo>
                    <a:pt x="5226858" y="343796"/>
                  </a:lnTo>
                  <a:lnTo>
                    <a:pt x="5226952" y="343796"/>
                  </a:lnTo>
                  <a:lnTo>
                    <a:pt x="5227047" y="343796"/>
                  </a:lnTo>
                  <a:lnTo>
                    <a:pt x="5227141" y="343796"/>
                  </a:lnTo>
                  <a:lnTo>
                    <a:pt x="5227235" y="343796"/>
                  </a:lnTo>
                  <a:lnTo>
                    <a:pt x="5227329" y="343796"/>
                  </a:lnTo>
                  <a:lnTo>
                    <a:pt x="5227423" y="343796"/>
                  </a:lnTo>
                  <a:lnTo>
                    <a:pt x="5227517" y="343796"/>
                  </a:lnTo>
                  <a:lnTo>
                    <a:pt x="5227611" y="343796"/>
                  </a:lnTo>
                  <a:lnTo>
                    <a:pt x="5227706" y="343796"/>
                  </a:lnTo>
                  <a:lnTo>
                    <a:pt x="5227800" y="343796"/>
                  </a:lnTo>
                  <a:lnTo>
                    <a:pt x="5227894" y="343796"/>
                  </a:lnTo>
                  <a:lnTo>
                    <a:pt x="5227988" y="343796"/>
                  </a:lnTo>
                  <a:lnTo>
                    <a:pt x="5228082" y="343796"/>
                  </a:lnTo>
                  <a:lnTo>
                    <a:pt x="5228176" y="343796"/>
                  </a:lnTo>
                  <a:lnTo>
                    <a:pt x="5228271" y="343796"/>
                  </a:lnTo>
                  <a:lnTo>
                    <a:pt x="5228365" y="343796"/>
                  </a:lnTo>
                  <a:lnTo>
                    <a:pt x="5228459" y="343796"/>
                  </a:lnTo>
                  <a:lnTo>
                    <a:pt x="5228553" y="343796"/>
                  </a:lnTo>
                  <a:lnTo>
                    <a:pt x="5228647" y="343796"/>
                  </a:lnTo>
                  <a:lnTo>
                    <a:pt x="5228741" y="343796"/>
                  </a:lnTo>
                  <a:lnTo>
                    <a:pt x="5228835" y="343796"/>
                  </a:lnTo>
                  <a:lnTo>
                    <a:pt x="5228930" y="343796"/>
                  </a:lnTo>
                  <a:lnTo>
                    <a:pt x="5229024" y="343796"/>
                  </a:lnTo>
                  <a:lnTo>
                    <a:pt x="5229118" y="343796"/>
                  </a:lnTo>
                  <a:lnTo>
                    <a:pt x="5229212" y="343796"/>
                  </a:lnTo>
                  <a:lnTo>
                    <a:pt x="5229306" y="343796"/>
                  </a:lnTo>
                  <a:lnTo>
                    <a:pt x="5229400" y="343796"/>
                  </a:lnTo>
                  <a:lnTo>
                    <a:pt x="5229495" y="343796"/>
                  </a:lnTo>
                  <a:lnTo>
                    <a:pt x="5229589" y="343796"/>
                  </a:lnTo>
                  <a:lnTo>
                    <a:pt x="5229683" y="343796"/>
                  </a:lnTo>
                  <a:lnTo>
                    <a:pt x="5229777" y="343796"/>
                  </a:lnTo>
                  <a:lnTo>
                    <a:pt x="5229871" y="343796"/>
                  </a:lnTo>
                  <a:lnTo>
                    <a:pt x="5229965" y="343796"/>
                  </a:lnTo>
                  <a:lnTo>
                    <a:pt x="5230059" y="343796"/>
                  </a:lnTo>
                  <a:lnTo>
                    <a:pt x="5230154" y="343796"/>
                  </a:lnTo>
                  <a:lnTo>
                    <a:pt x="5230248" y="343796"/>
                  </a:lnTo>
                  <a:lnTo>
                    <a:pt x="5230342" y="343796"/>
                  </a:lnTo>
                  <a:lnTo>
                    <a:pt x="5230436" y="343796"/>
                  </a:lnTo>
                  <a:lnTo>
                    <a:pt x="5230530" y="343796"/>
                  </a:lnTo>
                  <a:lnTo>
                    <a:pt x="5230624" y="343796"/>
                  </a:lnTo>
                  <a:lnTo>
                    <a:pt x="5230719" y="343796"/>
                  </a:lnTo>
                  <a:lnTo>
                    <a:pt x="5230813" y="343796"/>
                  </a:lnTo>
                  <a:lnTo>
                    <a:pt x="5230907" y="343796"/>
                  </a:lnTo>
                  <a:lnTo>
                    <a:pt x="5231001" y="343796"/>
                  </a:lnTo>
                  <a:lnTo>
                    <a:pt x="5231095" y="343796"/>
                  </a:lnTo>
                  <a:lnTo>
                    <a:pt x="5231189" y="343796"/>
                  </a:lnTo>
                  <a:lnTo>
                    <a:pt x="5231283" y="343796"/>
                  </a:lnTo>
                  <a:lnTo>
                    <a:pt x="5231378" y="343796"/>
                  </a:lnTo>
                  <a:lnTo>
                    <a:pt x="5231472" y="343796"/>
                  </a:lnTo>
                  <a:lnTo>
                    <a:pt x="5231566" y="343796"/>
                  </a:lnTo>
                  <a:lnTo>
                    <a:pt x="5231660" y="343796"/>
                  </a:lnTo>
                  <a:lnTo>
                    <a:pt x="5231754" y="343796"/>
                  </a:lnTo>
                  <a:lnTo>
                    <a:pt x="5231848" y="343796"/>
                  </a:lnTo>
                  <a:lnTo>
                    <a:pt x="5231942" y="343796"/>
                  </a:lnTo>
                  <a:lnTo>
                    <a:pt x="5232037" y="343796"/>
                  </a:lnTo>
                  <a:lnTo>
                    <a:pt x="5232131" y="343796"/>
                  </a:lnTo>
                  <a:lnTo>
                    <a:pt x="5232225" y="343796"/>
                  </a:lnTo>
                  <a:lnTo>
                    <a:pt x="5232319" y="343796"/>
                  </a:lnTo>
                  <a:lnTo>
                    <a:pt x="5232413" y="343796"/>
                  </a:lnTo>
                  <a:lnTo>
                    <a:pt x="5232507" y="343796"/>
                  </a:lnTo>
                  <a:lnTo>
                    <a:pt x="5232602" y="343796"/>
                  </a:lnTo>
                  <a:lnTo>
                    <a:pt x="5232696" y="343796"/>
                  </a:lnTo>
                  <a:lnTo>
                    <a:pt x="5232790" y="343796"/>
                  </a:lnTo>
                  <a:lnTo>
                    <a:pt x="5232884" y="343796"/>
                  </a:lnTo>
                  <a:lnTo>
                    <a:pt x="5232978" y="343796"/>
                  </a:lnTo>
                  <a:lnTo>
                    <a:pt x="5233072" y="343796"/>
                  </a:lnTo>
                  <a:lnTo>
                    <a:pt x="5233166" y="343796"/>
                  </a:lnTo>
                  <a:lnTo>
                    <a:pt x="5233261" y="343796"/>
                  </a:lnTo>
                  <a:lnTo>
                    <a:pt x="5233355" y="343796"/>
                  </a:lnTo>
                  <a:lnTo>
                    <a:pt x="5233449" y="343796"/>
                  </a:lnTo>
                  <a:lnTo>
                    <a:pt x="5233543" y="343796"/>
                  </a:lnTo>
                  <a:lnTo>
                    <a:pt x="5233637" y="343796"/>
                  </a:lnTo>
                  <a:lnTo>
                    <a:pt x="5233731" y="343796"/>
                  </a:lnTo>
                  <a:lnTo>
                    <a:pt x="5233826" y="343796"/>
                  </a:lnTo>
                  <a:lnTo>
                    <a:pt x="5233920" y="343796"/>
                  </a:lnTo>
                  <a:lnTo>
                    <a:pt x="5234014" y="343796"/>
                  </a:lnTo>
                  <a:lnTo>
                    <a:pt x="5234108" y="343796"/>
                  </a:lnTo>
                  <a:lnTo>
                    <a:pt x="5234202" y="343796"/>
                  </a:lnTo>
                  <a:lnTo>
                    <a:pt x="5234296" y="343796"/>
                  </a:lnTo>
                  <a:lnTo>
                    <a:pt x="5234390" y="343796"/>
                  </a:lnTo>
                  <a:lnTo>
                    <a:pt x="5234485" y="343796"/>
                  </a:lnTo>
                  <a:lnTo>
                    <a:pt x="5234579" y="343796"/>
                  </a:lnTo>
                  <a:lnTo>
                    <a:pt x="5234673" y="343796"/>
                  </a:lnTo>
                  <a:lnTo>
                    <a:pt x="5234767" y="343796"/>
                  </a:lnTo>
                  <a:lnTo>
                    <a:pt x="5234861" y="343796"/>
                  </a:lnTo>
                  <a:lnTo>
                    <a:pt x="5234955" y="343796"/>
                  </a:lnTo>
                  <a:lnTo>
                    <a:pt x="5235050" y="343796"/>
                  </a:lnTo>
                  <a:lnTo>
                    <a:pt x="5235144" y="343796"/>
                  </a:lnTo>
                  <a:lnTo>
                    <a:pt x="5235238" y="343796"/>
                  </a:lnTo>
                  <a:lnTo>
                    <a:pt x="5235332" y="343796"/>
                  </a:lnTo>
                  <a:lnTo>
                    <a:pt x="5235426" y="343796"/>
                  </a:lnTo>
                  <a:lnTo>
                    <a:pt x="5235520" y="343796"/>
                  </a:lnTo>
                  <a:lnTo>
                    <a:pt x="5235614" y="343796"/>
                  </a:lnTo>
                  <a:lnTo>
                    <a:pt x="5235709" y="343796"/>
                  </a:lnTo>
                  <a:lnTo>
                    <a:pt x="5235803" y="343796"/>
                  </a:lnTo>
                  <a:lnTo>
                    <a:pt x="5235897" y="343796"/>
                  </a:lnTo>
                  <a:lnTo>
                    <a:pt x="5235991" y="343796"/>
                  </a:lnTo>
                  <a:lnTo>
                    <a:pt x="5236085" y="343796"/>
                  </a:lnTo>
                  <a:lnTo>
                    <a:pt x="5236179" y="343796"/>
                  </a:lnTo>
                  <a:lnTo>
                    <a:pt x="5236273" y="343796"/>
                  </a:lnTo>
                  <a:lnTo>
                    <a:pt x="5236368" y="343796"/>
                  </a:lnTo>
                  <a:lnTo>
                    <a:pt x="5236462" y="343796"/>
                  </a:lnTo>
                  <a:lnTo>
                    <a:pt x="5236556" y="343796"/>
                  </a:lnTo>
                  <a:lnTo>
                    <a:pt x="5236650" y="343796"/>
                  </a:lnTo>
                  <a:lnTo>
                    <a:pt x="5236744" y="343796"/>
                  </a:lnTo>
                  <a:lnTo>
                    <a:pt x="5236838" y="343796"/>
                  </a:lnTo>
                  <a:lnTo>
                    <a:pt x="5236933" y="343796"/>
                  </a:lnTo>
                  <a:lnTo>
                    <a:pt x="5237027" y="343796"/>
                  </a:lnTo>
                  <a:lnTo>
                    <a:pt x="5237121" y="343796"/>
                  </a:lnTo>
                  <a:lnTo>
                    <a:pt x="5237215" y="343796"/>
                  </a:lnTo>
                  <a:lnTo>
                    <a:pt x="5237309" y="343796"/>
                  </a:lnTo>
                  <a:lnTo>
                    <a:pt x="5237403" y="343796"/>
                  </a:lnTo>
                  <a:lnTo>
                    <a:pt x="5237497" y="343796"/>
                  </a:lnTo>
                  <a:lnTo>
                    <a:pt x="5237592" y="343796"/>
                  </a:lnTo>
                  <a:lnTo>
                    <a:pt x="5237686" y="343796"/>
                  </a:lnTo>
                  <a:lnTo>
                    <a:pt x="5237780" y="343796"/>
                  </a:lnTo>
                  <a:lnTo>
                    <a:pt x="5237874" y="343796"/>
                  </a:lnTo>
                  <a:lnTo>
                    <a:pt x="5237968" y="343796"/>
                  </a:lnTo>
                  <a:lnTo>
                    <a:pt x="5238062" y="343796"/>
                  </a:lnTo>
                  <a:lnTo>
                    <a:pt x="5238157" y="343796"/>
                  </a:lnTo>
                  <a:lnTo>
                    <a:pt x="5238251" y="343796"/>
                  </a:lnTo>
                  <a:lnTo>
                    <a:pt x="5238345" y="343796"/>
                  </a:lnTo>
                  <a:lnTo>
                    <a:pt x="5238439" y="343796"/>
                  </a:lnTo>
                  <a:lnTo>
                    <a:pt x="5238533" y="343796"/>
                  </a:lnTo>
                  <a:lnTo>
                    <a:pt x="5238627" y="343796"/>
                  </a:lnTo>
                  <a:lnTo>
                    <a:pt x="5238721" y="343796"/>
                  </a:lnTo>
                  <a:lnTo>
                    <a:pt x="5238816" y="343796"/>
                  </a:lnTo>
                  <a:lnTo>
                    <a:pt x="5238910" y="343796"/>
                  </a:lnTo>
                  <a:lnTo>
                    <a:pt x="5239004" y="343796"/>
                  </a:lnTo>
                  <a:lnTo>
                    <a:pt x="5239098" y="343796"/>
                  </a:lnTo>
                  <a:lnTo>
                    <a:pt x="5239192" y="343796"/>
                  </a:lnTo>
                  <a:lnTo>
                    <a:pt x="5239286" y="343796"/>
                  </a:lnTo>
                  <a:lnTo>
                    <a:pt x="5239381" y="343796"/>
                  </a:lnTo>
                  <a:lnTo>
                    <a:pt x="5239475" y="343796"/>
                  </a:lnTo>
                  <a:lnTo>
                    <a:pt x="5239569" y="343796"/>
                  </a:lnTo>
                  <a:lnTo>
                    <a:pt x="5239663" y="343796"/>
                  </a:lnTo>
                  <a:lnTo>
                    <a:pt x="5239757" y="343796"/>
                  </a:lnTo>
                  <a:lnTo>
                    <a:pt x="5239851" y="343796"/>
                  </a:lnTo>
                  <a:lnTo>
                    <a:pt x="5239945" y="343796"/>
                  </a:lnTo>
                  <a:lnTo>
                    <a:pt x="5240040" y="343796"/>
                  </a:lnTo>
                  <a:lnTo>
                    <a:pt x="5240134" y="343796"/>
                  </a:lnTo>
                  <a:lnTo>
                    <a:pt x="5240228" y="343796"/>
                  </a:lnTo>
                  <a:lnTo>
                    <a:pt x="5240322" y="343796"/>
                  </a:lnTo>
                  <a:lnTo>
                    <a:pt x="5240416" y="343796"/>
                  </a:lnTo>
                  <a:lnTo>
                    <a:pt x="5240510" y="343796"/>
                  </a:lnTo>
                  <a:lnTo>
                    <a:pt x="5240604" y="343796"/>
                  </a:lnTo>
                  <a:lnTo>
                    <a:pt x="5240699" y="343796"/>
                  </a:lnTo>
                  <a:lnTo>
                    <a:pt x="5240793" y="343796"/>
                  </a:lnTo>
                  <a:lnTo>
                    <a:pt x="5240887" y="343796"/>
                  </a:lnTo>
                  <a:lnTo>
                    <a:pt x="5240981" y="343796"/>
                  </a:lnTo>
                  <a:lnTo>
                    <a:pt x="5241075" y="343796"/>
                  </a:lnTo>
                  <a:lnTo>
                    <a:pt x="5241169" y="343796"/>
                  </a:lnTo>
                  <a:lnTo>
                    <a:pt x="5241264" y="343796"/>
                  </a:lnTo>
                  <a:lnTo>
                    <a:pt x="5241358" y="343796"/>
                  </a:lnTo>
                  <a:lnTo>
                    <a:pt x="5241452" y="343796"/>
                  </a:lnTo>
                  <a:lnTo>
                    <a:pt x="5241546" y="343796"/>
                  </a:lnTo>
                  <a:lnTo>
                    <a:pt x="5241640" y="343796"/>
                  </a:lnTo>
                  <a:lnTo>
                    <a:pt x="5241734" y="343796"/>
                  </a:lnTo>
                  <a:lnTo>
                    <a:pt x="5241828" y="343796"/>
                  </a:lnTo>
                  <a:lnTo>
                    <a:pt x="5241923" y="343796"/>
                  </a:lnTo>
                  <a:lnTo>
                    <a:pt x="5242017" y="343796"/>
                  </a:lnTo>
                  <a:lnTo>
                    <a:pt x="5242111" y="343796"/>
                  </a:lnTo>
                  <a:lnTo>
                    <a:pt x="5242205" y="343796"/>
                  </a:lnTo>
                  <a:lnTo>
                    <a:pt x="5242299" y="343796"/>
                  </a:lnTo>
                  <a:lnTo>
                    <a:pt x="5242393" y="343796"/>
                  </a:lnTo>
                  <a:lnTo>
                    <a:pt x="5242488" y="343796"/>
                  </a:lnTo>
                  <a:lnTo>
                    <a:pt x="5242582" y="343796"/>
                  </a:lnTo>
                  <a:lnTo>
                    <a:pt x="5242676" y="343796"/>
                  </a:lnTo>
                  <a:lnTo>
                    <a:pt x="5242770" y="343796"/>
                  </a:lnTo>
                  <a:lnTo>
                    <a:pt x="5242864" y="343796"/>
                  </a:lnTo>
                  <a:lnTo>
                    <a:pt x="5242958" y="343796"/>
                  </a:lnTo>
                  <a:lnTo>
                    <a:pt x="5243052" y="343796"/>
                  </a:lnTo>
                  <a:lnTo>
                    <a:pt x="5243147" y="343796"/>
                  </a:lnTo>
                  <a:lnTo>
                    <a:pt x="5243241" y="343796"/>
                  </a:lnTo>
                  <a:lnTo>
                    <a:pt x="5243335" y="343796"/>
                  </a:lnTo>
                  <a:lnTo>
                    <a:pt x="5243429" y="343796"/>
                  </a:lnTo>
                  <a:lnTo>
                    <a:pt x="5243523" y="343796"/>
                  </a:lnTo>
                  <a:lnTo>
                    <a:pt x="5243617" y="343796"/>
                  </a:lnTo>
                  <a:lnTo>
                    <a:pt x="5243712" y="343796"/>
                  </a:lnTo>
                  <a:lnTo>
                    <a:pt x="5243806" y="343796"/>
                  </a:lnTo>
                  <a:lnTo>
                    <a:pt x="5243900" y="343796"/>
                  </a:lnTo>
                  <a:lnTo>
                    <a:pt x="5243994" y="343796"/>
                  </a:lnTo>
                  <a:lnTo>
                    <a:pt x="5244088" y="343796"/>
                  </a:lnTo>
                  <a:lnTo>
                    <a:pt x="5244182" y="343796"/>
                  </a:lnTo>
                  <a:lnTo>
                    <a:pt x="5244276" y="343796"/>
                  </a:lnTo>
                  <a:lnTo>
                    <a:pt x="5244371" y="343796"/>
                  </a:lnTo>
                  <a:lnTo>
                    <a:pt x="5244465" y="343796"/>
                  </a:lnTo>
                  <a:lnTo>
                    <a:pt x="5244559" y="343796"/>
                  </a:lnTo>
                  <a:lnTo>
                    <a:pt x="5244653" y="343796"/>
                  </a:lnTo>
                  <a:lnTo>
                    <a:pt x="5244747" y="343796"/>
                  </a:lnTo>
                  <a:lnTo>
                    <a:pt x="5244841" y="343796"/>
                  </a:lnTo>
                  <a:lnTo>
                    <a:pt x="5244935" y="343796"/>
                  </a:lnTo>
                  <a:lnTo>
                    <a:pt x="5245030" y="343796"/>
                  </a:lnTo>
                  <a:lnTo>
                    <a:pt x="5245124" y="343796"/>
                  </a:lnTo>
                  <a:lnTo>
                    <a:pt x="5245218" y="343796"/>
                  </a:lnTo>
                  <a:lnTo>
                    <a:pt x="5245312" y="343796"/>
                  </a:lnTo>
                  <a:lnTo>
                    <a:pt x="5245406" y="343796"/>
                  </a:lnTo>
                  <a:lnTo>
                    <a:pt x="5245500" y="343796"/>
                  </a:lnTo>
                  <a:lnTo>
                    <a:pt x="5245595" y="343796"/>
                  </a:lnTo>
                  <a:lnTo>
                    <a:pt x="5245689" y="343796"/>
                  </a:lnTo>
                  <a:lnTo>
                    <a:pt x="5245783" y="343796"/>
                  </a:lnTo>
                  <a:lnTo>
                    <a:pt x="5245877" y="343796"/>
                  </a:lnTo>
                  <a:lnTo>
                    <a:pt x="5245971" y="343796"/>
                  </a:lnTo>
                  <a:lnTo>
                    <a:pt x="5246065" y="343796"/>
                  </a:lnTo>
                  <a:lnTo>
                    <a:pt x="5246159" y="343796"/>
                  </a:lnTo>
                  <a:lnTo>
                    <a:pt x="5246254" y="343796"/>
                  </a:lnTo>
                  <a:lnTo>
                    <a:pt x="5246348" y="343796"/>
                  </a:lnTo>
                  <a:lnTo>
                    <a:pt x="5246442" y="343796"/>
                  </a:lnTo>
                  <a:lnTo>
                    <a:pt x="5246536" y="343796"/>
                  </a:lnTo>
                  <a:lnTo>
                    <a:pt x="5246630" y="343796"/>
                  </a:lnTo>
                  <a:lnTo>
                    <a:pt x="5246724" y="343796"/>
                  </a:lnTo>
                  <a:lnTo>
                    <a:pt x="5246819" y="343796"/>
                  </a:lnTo>
                  <a:lnTo>
                    <a:pt x="5246913" y="343796"/>
                  </a:lnTo>
                  <a:lnTo>
                    <a:pt x="5247007" y="343796"/>
                  </a:lnTo>
                  <a:lnTo>
                    <a:pt x="5247101" y="343796"/>
                  </a:lnTo>
                  <a:lnTo>
                    <a:pt x="5247195" y="343796"/>
                  </a:lnTo>
                  <a:lnTo>
                    <a:pt x="5247289" y="343796"/>
                  </a:lnTo>
                  <a:lnTo>
                    <a:pt x="5247383" y="343796"/>
                  </a:lnTo>
                  <a:lnTo>
                    <a:pt x="5247478" y="343796"/>
                  </a:lnTo>
                  <a:lnTo>
                    <a:pt x="5247572" y="343796"/>
                  </a:lnTo>
                  <a:lnTo>
                    <a:pt x="5247666" y="343796"/>
                  </a:lnTo>
                  <a:lnTo>
                    <a:pt x="5247760" y="343796"/>
                  </a:lnTo>
                  <a:lnTo>
                    <a:pt x="5247854" y="343796"/>
                  </a:lnTo>
                  <a:lnTo>
                    <a:pt x="5247948" y="343796"/>
                  </a:lnTo>
                  <a:lnTo>
                    <a:pt x="5248043" y="343796"/>
                  </a:lnTo>
                  <a:lnTo>
                    <a:pt x="5248137" y="343796"/>
                  </a:lnTo>
                  <a:lnTo>
                    <a:pt x="5248231" y="343796"/>
                  </a:lnTo>
                  <a:lnTo>
                    <a:pt x="5248325" y="343796"/>
                  </a:lnTo>
                  <a:lnTo>
                    <a:pt x="5248419" y="343796"/>
                  </a:lnTo>
                  <a:lnTo>
                    <a:pt x="5248513" y="343796"/>
                  </a:lnTo>
                  <a:lnTo>
                    <a:pt x="5248607" y="343796"/>
                  </a:lnTo>
                  <a:lnTo>
                    <a:pt x="5248702" y="343796"/>
                  </a:lnTo>
                  <a:lnTo>
                    <a:pt x="5248796" y="343796"/>
                  </a:lnTo>
                  <a:lnTo>
                    <a:pt x="5248890" y="343796"/>
                  </a:lnTo>
                  <a:lnTo>
                    <a:pt x="5248984" y="343796"/>
                  </a:lnTo>
                  <a:lnTo>
                    <a:pt x="5249078" y="343796"/>
                  </a:lnTo>
                  <a:lnTo>
                    <a:pt x="5249172" y="343796"/>
                  </a:lnTo>
                  <a:lnTo>
                    <a:pt x="5249266" y="343796"/>
                  </a:lnTo>
                  <a:lnTo>
                    <a:pt x="5249361" y="343796"/>
                  </a:lnTo>
                  <a:lnTo>
                    <a:pt x="5249455" y="343796"/>
                  </a:lnTo>
                  <a:lnTo>
                    <a:pt x="5249549" y="343796"/>
                  </a:lnTo>
                  <a:lnTo>
                    <a:pt x="5249643" y="343796"/>
                  </a:lnTo>
                  <a:lnTo>
                    <a:pt x="5249737" y="343796"/>
                  </a:lnTo>
                  <a:lnTo>
                    <a:pt x="5249831" y="343796"/>
                  </a:lnTo>
                  <a:lnTo>
                    <a:pt x="5249926" y="343796"/>
                  </a:lnTo>
                  <a:lnTo>
                    <a:pt x="5250020" y="343796"/>
                  </a:lnTo>
                  <a:lnTo>
                    <a:pt x="5250114" y="343796"/>
                  </a:lnTo>
                  <a:lnTo>
                    <a:pt x="5250208" y="343796"/>
                  </a:lnTo>
                  <a:lnTo>
                    <a:pt x="5250302" y="343796"/>
                  </a:lnTo>
                  <a:lnTo>
                    <a:pt x="5250396" y="343796"/>
                  </a:lnTo>
                  <a:lnTo>
                    <a:pt x="5250490" y="343796"/>
                  </a:lnTo>
                  <a:lnTo>
                    <a:pt x="5250585" y="343796"/>
                  </a:lnTo>
                  <a:lnTo>
                    <a:pt x="5250679" y="343796"/>
                  </a:lnTo>
                  <a:lnTo>
                    <a:pt x="5250773" y="343796"/>
                  </a:lnTo>
                  <a:lnTo>
                    <a:pt x="5250867" y="343796"/>
                  </a:lnTo>
                  <a:lnTo>
                    <a:pt x="5250961" y="343796"/>
                  </a:lnTo>
                  <a:lnTo>
                    <a:pt x="5251055" y="343796"/>
                  </a:lnTo>
                  <a:lnTo>
                    <a:pt x="5251150" y="343796"/>
                  </a:lnTo>
                  <a:lnTo>
                    <a:pt x="5251244" y="343796"/>
                  </a:lnTo>
                  <a:lnTo>
                    <a:pt x="5251338" y="343796"/>
                  </a:lnTo>
                  <a:lnTo>
                    <a:pt x="5251432" y="343796"/>
                  </a:lnTo>
                  <a:lnTo>
                    <a:pt x="5251526" y="343796"/>
                  </a:lnTo>
                  <a:lnTo>
                    <a:pt x="5251620" y="343796"/>
                  </a:lnTo>
                  <a:lnTo>
                    <a:pt x="5251714" y="343796"/>
                  </a:lnTo>
                  <a:lnTo>
                    <a:pt x="5251809" y="343796"/>
                  </a:lnTo>
                  <a:lnTo>
                    <a:pt x="5251903" y="343796"/>
                  </a:lnTo>
                  <a:lnTo>
                    <a:pt x="5251997" y="343796"/>
                  </a:lnTo>
                  <a:lnTo>
                    <a:pt x="5252091" y="343796"/>
                  </a:lnTo>
                  <a:lnTo>
                    <a:pt x="5252185" y="343796"/>
                  </a:lnTo>
                  <a:lnTo>
                    <a:pt x="5252279" y="343796"/>
                  </a:lnTo>
                  <a:lnTo>
                    <a:pt x="5252374" y="343796"/>
                  </a:lnTo>
                  <a:lnTo>
                    <a:pt x="5252468" y="343796"/>
                  </a:lnTo>
                  <a:lnTo>
                    <a:pt x="5252562" y="343796"/>
                  </a:lnTo>
                  <a:lnTo>
                    <a:pt x="5252656" y="343796"/>
                  </a:lnTo>
                  <a:lnTo>
                    <a:pt x="5252750" y="343796"/>
                  </a:lnTo>
                  <a:lnTo>
                    <a:pt x="5252844" y="343796"/>
                  </a:lnTo>
                  <a:lnTo>
                    <a:pt x="5252938" y="343796"/>
                  </a:lnTo>
                  <a:lnTo>
                    <a:pt x="5253033" y="343796"/>
                  </a:lnTo>
                  <a:lnTo>
                    <a:pt x="5253127" y="343796"/>
                  </a:lnTo>
                  <a:lnTo>
                    <a:pt x="5253221" y="343796"/>
                  </a:lnTo>
                  <a:lnTo>
                    <a:pt x="5253315" y="343796"/>
                  </a:lnTo>
                  <a:lnTo>
                    <a:pt x="5253409" y="343796"/>
                  </a:lnTo>
                  <a:lnTo>
                    <a:pt x="5253503" y="343796"/>
                  </a:lnTo>
                  <a:lnTo>
                    <a:pt x="5253503" y="338884"/>
                  </a:lnTo>
                  <a:lnTo>
                    <a:pt x="5253597" y="338884"/>
                  </a:lnTo>
                  <a:lnTo>
                    <a:pt x="5253692" y="338884"/>
                  </a:lnTo>
                  <a:lnTo>
                    <a:pt x="5253786" y="338884"/>
                  </a:lnTo>
                  <a:lnTo>
                    <a:pt x="5253880" y="338884"/>
                  </a:lnTo>
                  <a:lnTo>
                    <a:pt x="5253974" y="338884"/>
                  </a:lnTo>
                  <a:lnTo>
                    <a:pt x="5254068" y="338884"/>
                  </a:lnTo>
                  <a:lnTo>
                    <a:pt x="5254162" y="338884"/>
                  </a:lnTo>
                  <a:lnTo>
                    <a:pt x="5254257" y="338884"/>
                  </a:lnTo>
                  <a:lnTo>
                    <a:pt x="5254351" y="338884"/>
                  </a:lnTo>
                  <a:lnTo>
                    <a:pt x="5254445" y="338884"/>
                  </a:lnTo>
                  <a:lnTo>
                    <a:pt x="5254539" y="338884"/>
                  </a:lnTo>
                  <a:lnTo>
                    <a:pt x="5254633" y="338884"/>
                  </a:lnTo>
                  <a:lnTo>
                    <a:pt x="5254727" y="338884"/>
                  </a:lnTo>
                  <a:lnTo>
                    <a:pt x="5254821" y="338884"/>
                  </a:lnTo>
                  <a:lnTo>
                    <a:pt x="5254916" y="338884"/>
                  </a:lnTo>
                  <a:lnTo>
                    <a:pt x="5255010" y="338884"/>
                  </a:lnTo>
                  <a:lnTo>
                    <a:pt x="5255104" y="338884"/>
                  </a:lnTo>
                  <a:lnTo>
                    <a:pt x="5255198" y="338884"/>
                  </a:lnTo>
                  <a:lnTo>
                    <a:pt x="5255292" y="338884"/>
                  </a:lnTo>
                  <a:lnTo>
                    <a:pt x="5255386" y="338884"/>
                  </a:lnTo>
                  <a:lnTo>
                    <a:pt x="5255481" y="338884"/>
                  </a:lnTo>
                  <a:lnTo>
                    <a:pt x="5255575" y="338884"/>
                  </a:lnTo>
                  <a:lnTo>
                    <a:pt x="5255669" y="338884"/>
                  </a:lnTo>
                  <a:lnTo>
                    <a:pt x="5255763" y="338884"/>
                  </a:lnTo>
                  <a:lnTo>
                    <a:pt x="5255857" y="338884"/>
                  </a:lnTo>
                  <a:lnTo>
                    <a:pt x="5255951" y="338884"/>
                  </a:lnTo>
                  <a:lnTo>
                    <a:pt x="5256045" y="338884"/>
                  </a:lnTo>
                  <a:lnTo>
                    <a:pt x="5256140" y="338884"/>
                  </a:lnTo>
                  <a:lnTo>
                    <a:pt x="5256234" y="338884"/>
                  </a:lnTo>
                  <a:lnTo>
                    <a:pt x="5256328" y="338884"/>
                  </a:lnTo>
                  <a:lnTo>
                    <a:pt x="5256422" y="338884"/>
                  </a:lnTo>
                  <a:lnTo>
                    <a:pt x="5256516" y="338884"/>
                  </a:lnTo>
                  <a:lnTo>
                    <a:pt x="5256610" y="338884"/>
                  </a:lnTo>
                  <a:lnTo>
                    <a:pt x="5256705" y="338884"/>
                  </a:lnTo>
                  <a:lnTo>
                    <a:pt x="5256799" y="338884"/>
                  </a:lnTo>
                  <a:lnTo>
                    <a:pt x="5256799" y="333973"/>
                  </a:lnTo>
                  <a:lnTo>
                    <a:pt x="5256893" y="333973"/>
                  </a:lnTo>
                  <a:lnTo>
                    <a:pt x="5256987" y="333973"/>
                  </a:lnTo>
                  <a:lnTo>
                    <a:pt x="5257081" y="333973"/>
                  </a:lnTo>
                  <a:lnTo>
                    <a:pt x="5257175" y="333973"/>
                  </a:lnTo>
                  <a:lnTo>
                    <a:pt x="5257269" y="333973"/>
                  </a:lnTo>
                  <a:lnTo>
                    <a:pt x="5257364" y="333973"/>
                  </a:lnTo>
                  <a:lnTo>
                    <a:pt x="5257458" y="333973"/>
                  </a:lnTo>
                  <a:lnTo>
                    <a:pt x="5257552" y="333973"/>
                  </a:lnTo>
                  <a:lnTo>
                    <a:pt x="5257646" y="333973"/>
                  </a:lnTo>
                  <a:lnTo>
                    <a:pt x="5257740" y="333973"/>
                  </a:lnTo>
                  <a:lnTo>
                    <a:pt x="5257834" y="333973"/>
                  </a:lnTo>
                  <a:lnTo>
                    <a:pt x="5257928" y="333973"/>
                  </a:lnTo>
                  <a:lnTo>
                    <a:pt x="5258023" y="333973"/>
                  </a:lnTo>
                  <a:lnTo>
                    <a:pt x="5258117" y="333973"/>
                  </a:lnTo>
                  <a:lnTo>
                    <a:pt x="5258211" y="333973"/>
                  </a:lnTo>
                  <a:lnTo>
                    <a:pt x="5258305" y="333973"/>
                  </a:lnTo>
                  <a:lnTo>
                    <a:pt x="5258399" y="333973"/>
                  </a:lnTo>
                  <a:lnTo>
                    <a:pt x="5258493" y="333973"/>
                  </a:lnTo>
                  <a:lnTo>
                    <a:pt x="5258588" y="333973"/>
                  </a:lnTo>
                  <a:lnTo>
                    <a:pt x="5258682" y="333973"/>
                  </a:lnTo>
                  <a:lnTo>
                    <a:pt x="5258776" y="333973"/>
                  </a:lnTo>
                  <a:lnTo>
                    <a:pt x="5258870" y="333973"/>
                  </a:lnTo>
                  <a:lnTo>
                    <a:pt x="5258964" y="333973"/>
                  </a:lnTo>
                  <a:lnTo>
                    <a:pt x="5259058" y="333973"/>
                  </a:lnTo>
                  <a:lnTo>
                    <a:pt x="5259152" y="333973"/>
                  </a:lnTo>
                  <a:lnTo>
                    <a:pt x="5259247" y="333973"/>
                  </a:lnTo>
                  <a:lnTo>
                    <a:pt x="5259341" y="333973"/>
                  </a:lnTo>
                  <a:lnTo>
                    <a:pt x="5259435" y="333973"/>
                  </a:lnTo>
                  <a:lnTo>
                    <a:pt x="5259529" y="333973"/>
                  </a:lnTo>
                  <a:lnTo>
                    <a:pt x="5259623" y="333973"/>
                  </a:lnTo>
                  <a:lnTo>
                    <a:pt x="5259717" y="333973"/>
                  </a:lnTo>
                  <a:lnTo>
                    <a:pt x="5259812" y="333973"/>
                  </a:lnTo>
                  <a:lnTo>
                    <a:pt x="5259906" y="333973"/>
                  </a:lnTo>
                  <a:lnTo>
                    <a:pt x="5260000" y="333973"/>
                  </a:lnTo>
                  <a:lnTo>
                    <a:pt x="5260094" y="333973"/>
                  </a:lnTo>
                  <a:lnTo>
                    <a:pt x="5260188" y="333973"/>
                  </a:lnTo>
                  <a:lnTo>
                    <a:pt x="5260282" y="333973"/>
                  </a:lnTo>
                  <a:lnTo>
                    <a:pt x="5260376" y="333973"/>
                  </a:lnTo>
                  <a:lnTo>
                    <a:pt x="5260471" y="333973"/>
                  </a:lnTo>
                  <a:lnTo>
                    <a:pt x="5260565" y="333973"/>
                  </a:lnTo>
                  <a:lnTo>
                    <a:pt x="5260659" y="333973"/>
                  </a:lnTo>
                  <a:lnTo>
                    <a:pt x="5260753" y="333973"/>
                  </a:lnTo>
                  <a:lnTo>
                    <a:pt x="5260847" y="333973"/>
                  </a:lnTo>
                  <a:lnTo>
                    <a:pt x="5260941" y="333973"/>
                  </a:lnTo>
                  <a:lnTo>
                    <a:pt x="5261036" y="333973"/>
                  </a:lnTo>
                  <a:lnTo>
                    <a:pt x="5261130" y="333973"/>
                  </a:lnTo>
                  <a:lnTo>
                    <a:pt x="5261224" y="333973"/>
                  </a:lnTo>
                  <a:lnTo>
                    <a:pt x="5261318" y="333973"/>
                  </a:lnTo>
                  <a:lnTo>
                    <a:pt x="5261412" y="333973"/>
                  </a:lnTo>
                  <a:lnTo>
                    <a:pt x="5261506" y="333973"/>
                  </a:lnTo>
                  <a:lnTo>
                    <a:pt x="5261600" y="333973"/>
                  </a:lnTo>
                  <a:lnTo>
                    <a:pt x="5261695" y="333973"/>
                  </a:lnTo>
                  <a:lnTo>
                    <a:pt x="5261789" y="333973"/>
                  </a:lnTo>
                  <a:lnTo>
                    <a:pt x="5261883" y="333973"/>
                  </a:lnTo>
                  <a:lnTo>
                    <a:pt x="5261977" y="333973"/>
                  </a:lnTo>
                  <a:lnTo>
                    <a:pt x="5262071" y="333973"/>
                  </a:lnTo>
                  <a:lnTo>
                    <a:pt x="5262165" y="333973"/>
                  </a:lnTo>
                  <a:lnTo>
                    <a:pt x="5262259" y="333973"/>
                  </a:lnTo>
                  <a:lnTo>
                    <a:pt x="5262354" y="333973"/>
                  </a:lnTo>
                  <a:lnTo>
                    <a:pt x="5262448" y="333973"/>
                  </a:lnTo>
                  <a:lnTo>
                    <a:pt x="5262542" y="333973"/>
                  </a:lnTo>
                  <a:lnTo>
                    <a:pt x="5262636" y="333973"/>
                  </a:lnTo>
                  <a:lnTo>
                    <a:pt x="5262730" y="333973"/>
                  </a:lnTo>
                  <a:lnTo>
                    <a:pt x="5262824" y="333973"/>
                  </a:lnTo>
                  <a:lnTo>
                    <a:pt x="5262919" y="333973"/>
                  </a:lnTo>
                  <a:lnTo>
                    <a:pt x="5263013" y="333973"/>
                  </a:lnTo>
                  <a:lnTo>
                    <a:pt x="5263107" y="333973"/>
                  </a:lnTo>
                  <a:lnTo>
                    <a:pt x="5263201" y="333973"/>
                  </a:lnTo>
                  <a:lnTo>
                    <a:pt x="5263295" y="333973"/>
                  </a:lnTo>
                  <a:lnTo>
                    <a:pt x="5263389" y="333973"/>
                  </a:lnTo>
                  <a:lnTo>
                    <a:pt x="5263389" y="329062"/>
                  </a:lnTo>
                  <a:lnTo>
                    <a:pt x="5263483" y="329062"/>
                  </a:lnTo>
                  <a:lnTo>
                    <a:pt x="5263578" y="329062"/>
                  </a:lnTo>
                  <a:lnTo>
                    <a:pt x="5263672" y="329062"/>
                  </a:lnTo>
                  <a:lnTo>
                    <a:pt x="5263766" y="329062"/>
                  </a:lnTo>
                  <a:lnTo>
                    <a:pt x="5263860" y="329062"/>
                  </a:lnTo>
                  <a:lnTo>
                    <a:pt x="5263954" y="329062"/>
                  </a:lnTo>
                  <a:lnTo>
                    <a:pt x="5264048" y="329062"/>
                  </a:lnTo>
                  <a:lnTo>
                    <a:pt x="5264143" y="329062"/>
                  </a:lnTo>
                  <a:lnTo>
                    <a:pt x="5264237" y="329062"/>
                  </a:lnTo>
                  <a:lnTo>
                    <a:pt x="5264331" y="329062"/>
                  </a:lnTo>
                  <a:lnTo>
                    <a:pt x="5264425" y="329062"/>
                  </a:lnTo>
                  <a:lnTo>
                    <a:pt x="5264519" y="329062"/>
                  </a:lnTo>
                  <a:lnTo>
                    <a:pt x="5264613" y="329062"/>
                  </a:lnTo>
                  <a:lnTo>
                    <a:pt x="5264707" y="329062"/>
                  </a:lnTo>
                  <a:lnTo>
                    <a:pt x="5264802" y="329062"/>
                  </a:lnTo>
                  <a:lnTo>
                    <a:pt x="5264896" y="329062"/>
                  </a:lnTo>
                  <a:lnTo>
                    <a:pt x="5264990" y="329062"/>
                  </a:lnTo>
                  <a:lnTo>
                    <a:pt x="5265084" y="329062"/>
                  </a:lnTo>
                  <a:lnTo>
                    <a:pt x="5265178" y="329062"/>
                  </a:lnTo>
                  <a:lnTo>
                    <a:pt x="5265272" y="329062"/>
                  </a:lnTo>
                  <a:lnTo>
                    <a:pt x="5265367" y="329062"/>
                  </a:lnTo>
                  <a:lnTo>
                    <a:pt x="5265461" y="329062"/>
                  </a:lnTo>
                  <a:lnTo>
                    <a:pt x="5265555" y="329062"/>
                  </a:lnTo>
                  <a:lnTo>
                    <a:pt x="5265649" y="329062"/>
                  </a:lnTo>
                  <a:lnTo>
                    <a:pt x="5265743" y="329062"/>
                  </a:lnTo>
                  <a:lnTo>
                    <a:pt x="5265837" y="329062"/>
                  </a:lnTo>
                  <a:lnTo>
                    <a:pt x="5265931" y="329062"/>
                  </a:lnTo>
                  <a:lnTo>
                    <a:pt x="5266026" y="329062"/>
                  </a:lnTo>
                  <a:lnTo>
                    <a:pt x="5266120" y="329062"/>
                  </a:lnTo>
                  <a:lnTo>
                    <a:pt x="5266214" y="329062"/>
                  </a:lnTo>
                  <a:lnTo>
                    <a:pt x="5266308" y="329062"/>
                  </a:lnTo>
                  <a:lnTo>
                    <a:pt x="5266402" y="329062"/>
                  </a:lnTo>
                  <a:lnTo>
                    <a:pt x="5266496" y="329062"/>
                  </a:lnTo>
                  <a:lnTo>
                    <a:pt x="5266590" y="329062"/>
                  </a:lnTo>
                  <a:lnTo>
                    <a:pt x="5266685" y="329062"/>
                  </a:lnTo>
                  <a:lnTo>
                    <a:pt x="5266779" y="329062"/>
                  </a:lnTo>
                  <a:lnTo>
                    <a:pt x="5266873" y="329062"/>
                  </a:lnTo>
                  <a:lnTo>
                    <a:pt x="5266967" y="329062"/>
                  </a:lnTo>
                  <a:lnTo>
                    <a:pt x="5267061" y="329062"/>
                  </a:lnTo>
                  <a:lnTo>
                    <a:pt x="5267155" y="329062"/>
                  </a:lnTo>
                  <a:lnTo>
                    <a:pt x="5267250" y="329062"/>
                  </a:lnTo>
                  <a:lnTo>
                    <a:pt x="5267344" y="329062"/>
                  </a:lnTo>
                  <a:lnTo>
                    <a:pt x="5267344" y="324150"/>
                  </a:lnTo>
                  <a:lnTo>
                    <a:pt x="5267438" y="324150"/>
                  </a:lnTo>
                  <a:lnTo>
                    <a:pt x="5267532" y="324150"/>
                  </a:lnTo>
                  <a:lnTo>
                    <a:pt x="5267626" y="324150"/>
                  </a:lnTo>
                  <a:lnTo>
                    <a:pt x="5267720" y="324150"/>
                  </a:lnTo>
                  <a:lnTo>
                    <a:pt x="5267814" y="324150"/>
                  </a:lnTo>
                  <a:lnTo>
                    <a:pt x="5267909" y="324150"/>
                  </a:lnTo>
                  <a:lnTo>
                    <a:pt x="5268003" y="324150"/>
                  </a:lnTo>
                  <a:lnTo>
                    <a:pt x="5268097" y="324150"/>
                  </a:lnTo>
                  <a:lnTo>
                    <a:pt x="5268191" y="324150"/>
                  </a:lnTo>
                  <a:lnTo>
                    <a:pt x="5268285" y="324150"/>
                  </a:lnTo>
                  <a:lnTo>
                    <a:pt x="5268379" y="324150"/>
                  </a:lnTo>
                  <a:lnTo>
                    <a:pt x="5268474" y="324150"/>
                  </a:lnTo>
                  <a:lnTo>
                    <a:pt x="5268568" y="324150"/>
                  </a:lnTo>
                  <a:lnTo>
                    <a:pt x="5268662" y="324150"/>
                  </a:lnTo>
                  <a:lnTo>
                    <a:pt x="5268756" y="324150"/>
                  </a:lnTo>
                  <a:lnTo>
                    <a:pt x="5268850" y="324150"/>
                  </a:lnTo>
                  <a:lnTo>
                    <a:pt x="5268944" y="324150"/>
                  </a:lnTo>
                  <a:lnTo>
                    <a:pt x="5269038" y="324150"/>
                  </a:lnTo>
                  <a:lnTo>
                    <a:pt x="5269133" y="324150"/>
                  </a:lnTo>
                  <a:lnTo>
                    <a:pt x="5269227" y="324150"/>
                  </a:lnTo>
                  <a:lnTo>
                    <a:pt x="5269321" y="324150"/>
                  </a:lnTo>
                  <a:lnTo>
                    <a:pt x="5269415" y="324150"/>
                  </a:lnTo>
                  <a:lnTo>
                    <a:pt x="5269509" y="324150"/>
                  </a:lnTo>
                  <a:lnTo>
                    <a:pt x="5269603" y="324150"/>
                  </a:lnTo>
                  <a:lnTo>
                    <a:pt x="5269698" y="324150"/>
                  </a:lnTo>
                  <a:lnTo>
                    <a:pt x="5269792" y="324150"/>
                  </a:lnTo>
                  <a:lnTo>
                    <a:pt x="5269886" y="324150"/>
                  </a:lnTo>
                  <a:lnTo>
                    <a:pt x="5269980" y="324150"/>
                  </a:lnTo>
                  <a:lnTo>
                    <a:pt x="5270074" y="324150"/>
                  </a:lnTo>
                  <a:lnTo>
                    <a:pt x="5270168" y="324150"/>
                  </a:lnTo>
                  <a:lnTo>
                    <a:pt x="5270262" y="324150"/>
                  </a:lnTo>
                  <a:lnTo>
                    <a:pt x="5270357" y="324150"/>
                  </a:lnTo>
                  <a:lnTo>
                    <a:pt x="5270451" y="324150"/>
                  </a:lnTo>
                  <a:lnTo>
                    <a:pt x="5270545" y="324150"/>
                  </a:lnTo>
                  <a:lnTo>
                    <a:pt x="5270639" y="324150"/>
                  </a:lnTo>
                  <a:lnTo>
                    <a:pt x="5270733" y="324150"/>
                  </a:lnTo>
                  <a:lnTo>
                    <a:pt x="5270827" y="324150"/>
                  </a:lnTo>
                  <a:lnTo>
                    <a:pt x="5270922" y="324150"/>
                  </a:lnTo>
                  <a:lnTo>
                    <a:pt x="5271016" y="324150"/>
                  </a:lnTo>
                  <a:lnTo>
                    <a:pt x="5271110" y="324150"/>
                  </a:lnTo>
                  <a:lnTo>
                    <a:pt x="5271204" y="324150"/>
                  </a:lnTo>
                  <a:lnTo>
                    <a:pt x="5271298" y="324150"/>
                  </a:lnTo>
                  <a:lnTo>
                    <a:pt x="5271392" y="324150"/>
                  </a:lnTo>
                  <a:lnTo>
                    <a:pt x="5271486" y="324150"/>
                  </a:lnTo>
                  <a:lnTo>
                    <a:pt x="5271581" y="324150"/>
                  </a:lnTo>
                  <a:lnTo>
                    <a:pt x="5271675" y="324150"/>
                  </a:lnTo>
                  <a:lnTo>
                    <a:pt x="5271769" y="324150"/>
                  </a:lnTo>
                  <a:lnTo>
                    <a:pt x="5271863" y="324150"/>
                  </a:lnTo>
                  <a:lnTo>
                    <a:pt x="5271957" y="324150"/>
                  </a:lnTo>
                  <a:lnTo>
                    <a:pt x="5272051" y="324150"/>
                  </a:lnTo>
                  <a:lnTo>
                    <a:pt x="5272145" y="324150"/>
                  </a:lnTo>
                  <a:lnTo>
                    <a:pt x="5272240" y="324150"/>
                  </a:lnTo>
                  <a:lnTo>
                    <a:pt x="5272334" y="324150"/>
                  </a:lnTo>
                  <a:lnTo>
                    <a:pt x="5272428" y="324150"/>
                  </a:lnTo>
                  <a:lnTo>
                    <a:pt x="5272522" y="324150"/>
                  </a:lnTo>
                  <a:lnTo>
                    <a:pt x="5272616" y="324150"/>
                  </a:lnTo>
                  <a:lnTo>
                    <a:pt x="5272710" y="324150"/>
                  </a:lnTo>
                  <a:lnTo>
                    <a:pt x="5272805" y="324150"/>
                  </a:lnTo>
                  <a:lnTo>
                    <a:pt x="5272899" y="324150"/>
                  </a:lnTo>
                  <a:lnTo>
                    <a:pt x="5272993" y="324150"/>
                  </a:lnTo>
                  <a:lnTo>
                    <a:pt x="5273087" y="324150"/>
                  </a:lnTo>
                  <a:lnTo>
                    <a:pt x="5273181" y="324150"/>
                  </a:lnTo>
                  <a:lnTo>
                    <a:pt x="5273275" y="324150"/>
                  </a:lnTo>
                  <a:lnTo>
                    <a:pt x="5273369" y="324150"/>
                  </a:lnTo>
                  <a:lnTo>
                    <a:pt x="5273464" y="324150"/>
                  </a:lnTo>
                  <a:lnTo>
                    <a:pt x="5273558" y="324150"/>
                  </a:lnTo>
                  <a:lnTo>
                    <a:pt x="5273652" y="324150"/>
                  </a:lnTo>
                  <a:lnTo>
                    <a:pt x="5273746" y="324150"/>
                  </a:lnTo>
                  <a:lnTo>
                    <a:pt x="5273840" y="324150"/>
                  </a:lnTo>
                  <a:lnTo>
                    <a:pt x="5273934" y="324150"/>
                  </a:lnTo>
                  <a:lnTo>
                    <a:pt x="5273934" y="319239"/>
                  </a:lnTo>
                  <a:lnTo>
                    <a:pt x="5274029" y="319239"/>
                  </a:lnTo>
                  <a:lnTo>
                    <a:pt x="5274123" y="319239"/>
                  </a:lnTo>
                  <a:lnTo>
                    <a:pt x="5274217" y="319239"/>
                  </a:lnTo>
                  <a:lnTo>
                    <a:pt x="5274311" y="319239"/>
                  </a:lnTo>
                  <a:lnTo>
                    <a:pt x="5274405" y="319239"/>
                  </a:lnTo>
                  <a:lnTo>
                    <a:pt x="5274499" y="319239"/>
                  </a:lnTo>
                  <a:lnTo>
                    <a:pt x="5274593" y="319239"/>
                  </a:lnTo>
                  <a:lnTo>
                    <a:pt x="5274688" y="319239"/>
                  </a:lnTo>
                  <a:lnTo>
                    <a:pt x="5274782" y="319239"/>
                  </a:lnTo>
                  <a:lnTo>
                    <a:pt x="5274876" y="319239"/>
                  </a:lnTo>
                  <a:lnTo>
                    <a:pt x="5274970" y="319239"/>
                  </a:lnTo>
                  <a:lnTo>
                    <a:pt x="5275064" y="319239"/>
                  </a:lnTo>
                  <a:lnTo>
                    <a:pt x="5275158" y="319239"/>
                  </a:lnTo>
                  <a:lnTo>
                    <a:pt x="5275253" y="319239"/>
                  </a:lnTo>
                  <a:lnTo>
                    <a:pt x="5275347" y="319239"/>
                  </a:lnTo>
                  <a:lnTo>
                    <a:pt x="5275441" y="319239"/>
                  </a:lnTo>
                  <a:lnTo>
                    <a:pt x="5275535" y="319239"/>
                  </a:lnTo>
                  <a:lnTo>
                    <a:pt x="5275629" y="319239"/>
                  </a:lnTo>
                  <a:lnTo>
                    <a:pt x="5275723" y="319239"/>
                  </a:lnTo>
                  <a:lnTo>
                    <a:pt x="5275817" y="319239"/>
                  </a:lnTo>
                  <a:lnTo>
                    <a:pt x="5275912" y="319239"/>
                  </a:lnTo>
                  <a:lnTo>
                    <a:pt x="5276006" y="319239"/>
                  </a:lnTo>
                  <a:lnTo>
                    <a:pt x="5276100" y="319239"/>
                  </a:lnTo>
                  <a:lnTo>
                    <a:pt x="5276194" y="319239"/>
                  </a:lnTo>
                  <a:lnTo>
                    <a:pt x="5276288" y="319239"/>
                  </a:lnTo>
                  <a:lnTo>
                    <a:pt x="5276382" y="319239"/>
                  </a:lnTo>
                  <a:lnTo>
                    <a:pt x="5276476" y="319239"/>
                  </a:lnTo>
                  <a:lnTo>
                    <a:pt x="5276571" y="319239"/>
                  </a:lnTo>
                  <a:lnTo>
                    <a:pt x="5276665" y="319239"/>
                  </a:lnTo>
                  <a:lnTo>
                    <a:pt x="5276759" y="319239"/>
                  </a:lnTo>
                  <a:lnTo>
                    <a:pt x="5276853" y="319239"/>
                  </a:lnTo>
                  <a:lnTo>
                    <a:pt x="5276947" y="319239"/>
                  </a:lnTo>
                  <a:lnTo>
                    <a:pt x="5277041" y="319239"/>
                  </a:lnTo>
                  <a:lnTo>
                    <a:pt x="5277136" y="319239"/>
                  </a:lnTo>
                  <a:lnTo>
                    <a:pt x="5277230" y="319239"/>
                  </a:lnTo>
                  <a:lnTo>
                    <a:pt x="5277324" y="319239"/>
                  </a:lnTo>
                  <a:lnTo>
                    <a:pt x="5277418" y="319239"/>
                  </a:lnTo>
                  <a:lnTo>
                    <a:pt x="5277512" y="319239"/>
                  </a:lnTo>
                  <a:lnTo>
                    <a:pt x="5277606" y="319239"/>
                  </a:lnTo>
                  <a:lnTo>
                    <a:pt x="5277700" y="319239"/>
                  </a:lnTo>
                  <a:lnTo>
                    <a:pt x="5277795" y="319239"/>
                  </a:lnTo>
                  <a:lnTo>
                    <a:pt x="5277889" y="319239"/>
                  </a:lnTo>
                  <a:lnTo>
                    <a:pt x="5277983" y="319239"/>
                  </a:lnTo>
                  <a:lnTo>
                    <a:pt x="5278077" y="319239"/>
                  </a:lnTo>
                  <a:lnTo>
                    <a:pt x="5278171" y="319239"/>
                  </a:lnTo>
                  <a:lnTo>
                    <a:pt x="5278265" y="319239"/>
                  </a:lnTo>
                  <a:lnTo>
                    <a:pt x="5278360" y="319239"/>
                  </a:lnTo>
                  <a:lnTo>
                    <a:pt x="5278454" y="319239"/>
                  </a:lnTo>
                  <a:lnTo>
                    <a:pt x="5278548" y="319239"/>
                  </a:lnTo>
                  <a:lnTo>
                    <a:pt x="5278642" y="319239"/>
                  </a:lnTo>
                  <a:lnTo>
                    <a:pt x="5278736" y="319239"/>
                  </a:lnTo>
                  <a:lnTo>
                    <a:pt x="5278830" y="319239"/>
                  </a:lnTo>
                  <a:lnTo>
                    <a:pt x="5278924" y="319239"/>
                  </a:lnTo>
                  <a:lnTo>
                    <a:pt x="5279019" y="319239"/>
                  </a:lnTo>
                  <a:lnTo>
                    <a:pt x="5279113" y="319239"/>
                  </a:lnTo>
                  <a:lnTo>
                    <a:pt x="5279207" y="319239"/>
                  </a:lnTo>
                  <a:lnTo>
                    <a:pt x="5279301" y="319239"/>
                  </a:lnTo>
                  <a:lnTo>
                    <a:pt x="5279395" y="319239"/>
                  </a:lnTo>
                  <a:lnTo>
                    <a:pt x="5279489" y="319239"/>
                  </a:lnTo>
                  <a:lnTo>
                    <a:pt x="5279584" y="319239"/>
                  </a:lnTo>
                  <a:lnTo>
                    <a:pt x="5279678" y="319239"/>
                  </a:lnTo>
                  <a:lnTo>
                    <a:pt x="5279772" y="319239"/>
                  </a:lnTo>
                  <a:lnTo>
                    <a:pt x="5279866" y="319239"/>
                  </a:lnTo>
                  <a:lnTo>
                    <a:pt x="5279960" y="319239"/>
                  </a:lnTo>
                  <a:lnTo>
                    <a:pt x="5280054" y="319239"/>
                  </a:lnTo>
                  <a:lnTo>
                    <a:pt x="5280148" y="319239"/>
                  </a:lnTo>
                  <a:lnTo>
                    <a:pt x="5280243" y="319239"/>
                  </a:lnTo>
                  <a:lnTo>
                    <a:pt x="5280337" y="319239"/>
                  </a:lnTo>
                  <a:lnTo>
                    <a:pt x="5280431" y="319239"/>
                  </a:lnTo>
                  <a:lnTo>
                    <a:pt x="5280525" y="319239"/>
                  </a:lnTo>
                  <a:lnTo>
                    <a:pt x="5280619" y="319239"/>
                  </a:lnTo>
                  <a:lnTo>
                    <a:pt x="5280713" y="319239"/>
                  </a:lnTo>
                  <a:lnTo>
                    <a:pt x="5280807" y="319239"/>
                  </a:lnTo>
                  <a:lnTo>
                    <a:pt x="5280902" y="319239"/>
                  </a:lnTo>
                  <a:lnTo>
                    <a:pt x="5280996" y="319239"/>
                  </a:lnTo>
                  <a:lnTo>
                    <a:pt x="5281090" y="319239"/>
                  </a:lnTo>
                  <a:lnTo>
                    <a:pt x="5281184" y="319239"/>
                  </a:lnTo>
                  <a:lnTo>
                    <a:pt x="5281278" y="319239"/>
                  </a:lnTo>
                  <a:lnTo>
                    <a:pt x="5281372" y="319239"/>
                  </a:lnTo>
                  <a:lnTo>
                    <a:pt x="5281467" y="319239"/>
                  </a:lnTo>
                  <a:lnTo>
                    <a:pt x="5281561" y="319239"/>
                  </a:lnTo>
                  <a:lnTo>
                    <a:pt x="5281655" y="319239"/>
                  </a:lnTo>
                  <a:lnTo>
                    <a:pt x="5281749" y="319239"/>
                  </a:lnTo>
                  <a:lnTo>
                    <a:pt x="5281843" y="319239"/>
                  </a:lnTo>
                  <a:lnTo>
                    <a:pt x="5281937" y="319239"/>
                  </a:lnTo>
                  <a:lnTo>
                    <a:pt x="5282031" y="319239"/>
                  </a:lnTo>
                  <a:lnTo>
                    <a:pt x="5282126" y="319239"/>
                  </a:lnTo>
                  <a:lnTo>
                    <a:pt x="5282220" y="319239"/>
                  </a:lnTo>
                  <a:lnTo>
                    <a:pt x="5282314" y="319239"/>
                  </a:lnTo>
                  <a:lnTo>
                    <a:pt x="5282408" y="319239"/>
                  </a:lnTo>
                  <a:lnTo>
                    <a:pt x="5282502" y="319239"/>
                  </a:lnTo>
                  <a:lnTo>
                    <a:pt x="5282596" y="319239"/>
                  </a:lnTo>
                  <a:lnTo>
                    <a:pt x="5282691" y="319239"/>
                  </a:lnTo>
                  <a:lnTo>
                    <a:pt x="5282785" y="319239"/>
                  </a:lnTo>
                  <a:lnTo>
                    <a:pt x="5282879" y="319239"/>
                  </a:lnTo>
                  <a:lnTo>
                    <a:pt x="5282973" y="319239"/>
                  </a:lnTo>
                  <a:lnTo>
                    <a:pt x="5283067" y="319239"/>
                  </a:lnTo>
                  <a:lnTo>
                    <a:pt x="5283161" y="319239"/>
                  </a:lnTo>
                  <a:lnTo>
                    <a:pt x="5283255" y="319239"/>
                  </a:lnTo>
                  <a:lnTo>
                    <a:pt x="5283350" y="319239"/>
                  </a:lnTo>
                  <a:lnTo>
                    <a:pt x="5283444" y="319239"/>
                  </a:lnTo>
                  <a:lnTo>
                    <a:pt x="5283538" y="319239"/>
                  </a:lnTo>
                  <a:lnTo>
                    <a:pt x="5283632" y="319239"/>
                  </a:lnTo>
                  <a:lnTo>
                    <a:pt x="5283726" y="319239"/>
                  </a:lnTo>
                  <a:lnTo>
                    <a:pt x="5283820" y="319239"/>
                  </a:lnTo>
                  <a:lnTo>
                    <a:pt x="5283915" y="319239"/>
                  </a:lnTo>
                  <a:lnTo>
                    <a:pt x="5284009" y="319239"/>
                  </a:lnTo>
                  <a:lnTo>
                    <a:pt x="5284103" y="319239"/>
                  </a:lnTo>
                  <a:lnTo>
                    <a:pt x="5284197" y="319239"/>
                  </a:lnTo>
                  <a:lnTo>
                    <a:pt x="5284291" y="319239"/>
                  </a:lnTo>
                  <a:lnTo>
                    <a:pt x="5284385" y="319239"/>
                  </a:lnTo>
                  <a:lnTo>
                    <a:pt x="5284479" y="319239"/>
                  </a:lnTo>
                  <a:lnTo>
                    <a:pt x="5284574" y="319239"/>
                  </a:lnTo>
                  <a:lnTo>
                    <a:pt x="5284668" y="319239"/>
                  </a:lnTo>
                  <a:lnTo>
                    <a:pt x="5284762" y="319239"/>
                  </a:lnTo>
                  <a:lnTo>
                    <a:pt x="5284856" y="319239"/>
                  </a:lnTo>
                  <a:lnTo>
                    <a:pt x="5284950" y="319239"/>
                  </a:lnTo>
                  <a:lnTo>
                    <a:pt x="5285044" y="319239"/>
                  </a:lnTo>
                  <a:lnTo>
                    <a:pt x="5285138" y="319239"/>
                  </a:lnTo>
                  <a:lnTo>
                    <a:pt x="5285233" y="319239"/>
                  </a:lnTo>
                  <a:lnTo>
                    <a:pt x="5285327" y="319239"/>
                  </a:lnTo>
                  <a:lnTo>
                    <a:pt x="5285421" y="319239"/>
                  </a:lnTo>
                  <a:lnTo>
                    <a:pt x="5285515" y="319239"/>
                  </a:lnTo>
                  <a:lnTo>
                    <a:pt x="5285609" y="319239"/>
                  </a:lnTo>
                  <a:lnTo>
                    <a:pt x="5285703" y="319239"/>
                  </a:lnTo>
                  <a:lnTo>
                    <a:pt x="5285798" y="319239"/>
                  </a:lnTo>
                  <a:lnTo>
                    <a:pt x="5285892" y="319239"/>
                  </a:lnTo>
                  <a:lnTo>
                    <a:pt x="5285986" y="319239"/>
                  </a:lnTo>
                  <a:lnTo>
                    <a:pt x="5286080" y="319239"/>
                  </a:lnTo>
                  <a:lnTo>
                    <a:pt x="5286174" y="319239"/>
                  </a:lnTo>
                  <a:lnTo>
                    <a:pt x="5286268" y="319239"/>
                  </a:lnTo>
                  <a:lnTo>
                    <a:pt x="5286362" y="319239"/>
                  </a:lnTo>
                  <a:lnTo>
                    <a:pt x="5286457" y="319239"/>
                  </a:lnTo>
                  <a:lnTo>
                    <a:pt x="5286551" y="319239"/>
                  </a:lnTo>
                  <a:lnTo>
                    <a:pt x="5286645" y="319239"/>
                  </a:lnTo>
                  <a:lnTo>
                    <a:pt x="5286739" y="319239"/>
                  </a:lnTo>
                  <a:lnTo>
                    <a:pt x="5286833" y="319239"/>
                  </a:lnTo>
                  <a:lnTo>
                    <a:pt x="5286927" y="319239"/>
                  </a:lnTo>
                  <a:lnTo>
                    <a:pt x="5287022" y="319239"/>
                  </a:lnTo>
                  <a:lnTo>
                    <a:pt x="5287116" y="319239"/>
                  </a:lnTo>
                  <a:lnTo>
                    <a:pt x="5287210" y="319239"/>
                  </a:lnTo>
                  <a:lnTo>
                    <a:pt x="5287304" y="319239"/>
                  </a:lnTo>
                  <a:lnTo>
                    <a:pt x="5287398" y="319239"/>
                  </a:lnTo>
                  <a:lnTo>
                    <a:pt x="5287492" y="319239"/>
                  </a:lnTo>
                  <a:lnTo>
                    <a:pt x="5287586" y="319239"/>
                  </a:lnTo>
                  <a:lnTo>
                    <a:pt x="5287681" y="319239"/>
                  </a:lnTo>
                  <a:lnTo>
                    <a:pt x="5287775" y="319239"/>
                  </a:lnTo>
                  <a:lnTo>
                    <a:pt x="5287869" y="319239"/>
                  </a:lnTo>
                  <a:lnTo>
                    <a:pt x="5287963" y="319239"/>
                  </a:lnTo>
                  <a:lnTo>
                    <a:pt x="5288057" y="319239"/>
                  </a:lnTo>
                  <a:lnTo>
                    <a:pt x="5288151" y="319239"/>
                  </a:lnTo>
                  <a:lnTo>
                    <a:pt x="5288246" y="319239"/>
                  </a:lnTo>
                  <a:lnTo>
                    <a:pt x="5288340" y="319239"/>
                  </a:lnTo>
                  <a:lnTo>
                    <a:pt x="5288434" y="319239"/>
                  </a:lnTo>
                  <a:lnTo>
                    <a:pt x="5288528" y="319239"/>
                  </a:lnTo>
                  <a:lnTo>
                    <a:pt x="5288622" y="319239"/>
                  </a:lnTo>
                  <a:lnTo>
                    <a:pt x="5288716" y="319239"/>
                  </a:lnTo>
                  <a:lnTo>
                    <a:pt x="5288810" y="319239"/>
                  </a:lnTo>
                  <a:lnTo>
                    <a:pt x="5288905" y="319239"/>
                  </a:lnTo>
                  <a:lnTo>
                    <a:pt x="5288999" y="319239"/>
                  </a:lnTo>
                  <a:lnTo>
                    <a:pt x="5289093" y="319239"/>
                  </a:lnTo>
                  <a:lnTo>
                    <a:pt x="5289187" y="319239"/>
                  </a:lnTo>
                  <a:lnTo>
                    <a:pt x="5289281" y="319239"/>
                  </a:lnTo>
                  <a:lnTo>
                    <a:pt x="5289375" y="319239"/>
                  </a:lnTo>
                  <a:lnTo>
                    <a:pt x="5289469" y="319239"/>
                  </a:lnTo>
                  <a:lnTo>
                    <a:pt x="5289564" y="319239"/>
                  </a:lnTo>
                  <a:lnTo>
                    <a:pt x="5289658" y="319239"/>
                  </a:lnTo>
                  <a:lnTo>
                    <a:pt x="5289752" y="319239"/>
                  </a:lnTo>
                  <a:lnTo>
                    <a:pt x="5289846" y="319239"/>
                  </a:lnTo>
                  <a:lnTo>
                    <a:pt x="5289940" y="319239"/>
                  </a:lnTo>
                  <a:lnTo>
                    <a:pt x="5290034" y="319239"/>
                  </a:lnTo>
                  <a:lnTo>
                    <a:pt x="5290129" y="319239"/>
                  </a:lnTo>
                  <a:lnTo>
                    <a:pt x="5290223" y="319239"/>
                  </a:lnTo>
                  <a:lnTo>
                    <a:pt x="5290317" y="319239"/>
                  </a:lnTo>
                  <a:lnTo>
                    <a:pt x="5290411" y="319239"/>
                  </a:lnTo>
                  <a:lnTo>
                    <a:pt x="5290411" y="314327"/>
                  </a:lnTo>
                  <a:lnTo>
                    <a:pt x="5290505" y="314327"/>
                  </a:lnTo>
                  <a:lnTo>
                    <a:pt x="5290599" y="314327"/>
                  </a:lnTo>
                  <a:lnTo>
                    <a:pt x="5290693" y="314327"/>
                  </a:lnTo>
                  <a:lnTo>
                    <a:pt x="5290788" y="314327"/>
                  </a:lnTo>
                  <a:lnTo>
                    <a:pt x="5290882" y="314327"/>
                  </a:lnTo>
                  <a:lnTo>
                    <a:pt x="5290976" y="314327"/>
                  </a:lnTo>
                  <a:lnTo>
                    <a:pt x="5291070" y="314327"/>
                  </a:lnTo>
                  <a:lnTo>
                    <a:pt x="5291164" y="314327"/>
                  </a:lnTo>
                  <a:lnTo>
                    <a:pt x="5291258" y="314327"/>
                  </a:lnTo>
                  <a:lnTo>
                    <a:pt x="5291353" y="314327"/>
                  </a:lnTo>
                  <a:lnTo>
                    <a:pt x="5291447" y="314327"/>
                  </a:lnTo>
                  <a:lnTo>
                    <a:pt x="5291541" y="314327"/>
                  </a:lnTo>
                  <a:lnTo>
                    <a:pt x="5291635" y="314327"/>
                  </a:lnTo>
                  <a:lnTo>
                    <a:pt x="5291729" y="314327"/>
                  </a:lnTo>
                  <a:lnTo>
                    <a:pt x="5291823" y="314327"/>
                  </a:lnTo>
                  <a:lnTo>
                    <a:pt x="5291917" y="314327"/>
                  </a:lnTo>
                  <a:lnTo>
                    <a:pt x="5292012" y="314327"/>
                  </a:lnTo>
                  <a:lnTo>
                    <a:pt x="5292106" y="314327"/>
                  </a:lnTo>
                  <a:lnTo>
                    <a:pt x="5292200" y="314327"/>
                  </a:lnTo>
                  <a:lnTo>
                    <a:pt x="5292294" y="314327"/>
                  </a:lnTo>
                  <a:lnTo>
                    <a:pt x="5292388" y="314327"/>
                  </a:lnTo>
                  <a:lnTo>
                    <a:pt x="5292482" y="314327"/>
                  </a:lnTo>
                  <a:lnTo>
                    <a:pt x="5292577" y="314327"/>
                  </a:lnTo>
                  <a:lnTo>
                    <a:pt x="5292671" y="314327"/>
                  </a:lnTo>
                  <a:lnTo>
                    <a:pt x="5292765" y="314327"/>
                  </a:lnTo>
                  <a:lnTo>
                    <a:pt x="5292859" y="314327"/>
                  </a:lnTo>
                  <a:lnTo>
                    <a:pt x="5292953" y="314327"/>
                  </a:lnTo>
                  <a:lnTo>
                    <a:pt x="5293047" y="314327"/>
                  </a:lnTo>
                  <a:lnTo>
                    <a:pt x="5293141" y="314327"/>
                  </a:lnTo>
                  <a:lnTo>
                    <a:pt x="5293236" y="314327"/>
                  </a:lnTo>
                  <a:lnTo>
                    <a:pt x="5293330" y="314327"/>
                  </a:lnTo>
                  <a:lnTo>
                    <a:pt x="5293424" y="314327"/>
                  </a:lnTo>
                  <a:lnTo>
                    <a:pt x="5293518" y="314327"/>
                  </a:lnTo>
                  <a:lnTo>
                    <a:pt x="5293612" y="314327"/>
                  </a:lnTo>
                  <a:lnTo>
                    <a:pt x="5293706" y="314327"/>
                  </a:lnTo>
                  <a:lnTo>
                    <a:pt x="5293800" y="314327"/>
                  </a:lnTo>
                  <a:lnTo>
                    <a:pt x="5293895" y="314327"/>
                  </a:lnTo>
                  <a:lnTo>
                    <a:pt x="5293989" y="314327"/>
                  </a:lnTo>
                  <a:lnTo>
                    <a:pt x="5294083" y="314327"/>
                  </a:lnTo>
                  <a:lnTo>
                    <a:pt x="5294177" y="314327"/>
                  </a:lnTo>
                  <a:lnTo>
                    <a:pt x="5294271" y="314327"/>
                  </a:lnTo>
                  <a:lnTo>
                    <a:pt x="5294365" y="314327"/>
                  </a:lnTo>
                  <a:lnTo>
                    <a:pt x="5294460" y="314327"/>
                  </a:lnTo>
                  <a:lnTo>
                    <a:pt x="5294554" y="314327"/>
                  </a:lnTo>
                  <a:lnTo>
                    <a:pt x="5294648" y="314327"/>
                  </a:lnTo>
                  <a:lnTo>
                    <a:pt x="5294742" y="314327"/>
                  </a:lnTo>
                  <a:lnTo>
                    <a:pt x="5294836" y="314327"/>
                  </a:lnTo>
                  <a:lnTo>
                    <a:pt x="5294930" y="314327"/>
                  </a:lnTo>
                  <a:lnTo>
                    <a:pt x="5295024" y="314327"/>
                  </a:lnTo>
                  <a:lnTo>
                    <a:pt x="5295119" y="314327"/>
                  </a:lnTo>
                  <a:lnTo>
                    <a:pt x="5295213" y="314327"/>
                  </a:lnTo>
                  <a:lnTo>
                    <a:pt x="5295307" y="314327"/>
                  </a:lnTo>
                  <a:lnTo>
                    <a:pt x="5295401" y="314327"/>
                  </a:lnTo>
                  <a:lnTo>
                    <a:pt x="5295495" y="314327"/>
                  </a:lnTo>
                  <a:lnTo>
                    <a:pt x="5295589" y="314327"/>
                  </a:lnTo>
                  <a:lnTo>
                    <a:pt x="5295684" y="314327"/>
                  </a:lnTo>
                  <a:lnTo>
                    <a:pt x="5295778" y="314327"/>
                  </a:lnTo>
                  <a:lnTo>
                    <a:pt x="5295872" y="314327"/>
                  </a:lnTo>
                  <a:lnTo>
                    <a:pt x="5295966" y="314327"/>
                  </a:lnTo>
                  <a:lnTo>
                    <a:pt x="5296060" y="314327"/>
                  </a:lnTo>
                  <a:lnTo>
                    <a:pt x="5296154" y="314327"/>
                  </a:lnTo>
                  <a:lnTo>
                    <a:pt x="5296248" y="314327"/>
                  </a:lnTo>
                  <a:lnTo>
                    <a:pt x="5296343" y="314327"/>
                  </a:lnTo>
                  <a:lnTo>
                    <a:pt x="5296437" y="314327"/>
                  </a:lnTo>
                  <a:lnTo>
                    <a:pt x="5296531" y="314327"/>
                  </a:lnTo>
                  <a:lnTo>
                    <a:pt x="5296625" y="314327"/>
                  </a:lnTo>
                  <a:lnTo>
                    <a:pt x="5296719" y="314327"/>
                  </a:lnTo>
                  <a:lnTo>
                    <a:pt x="5296813" y="314327"/>
                  </a:lnTo>
                  <a:lnTo>
                    <a:pt x="5296908" y="314327"/>
                  </a:lnTo>
                  <a:lnTo>
                    <a:pt x="5297002" y="314327"/>
                  </a:lnTo>
                  <a:lnTo>
                    <a:pt x="5297096" y="314327"/>
                  </a:lnTo>
                  <a:lnTo>
                    <a:pt x="5297190" y="314327"/>
                  </a:lnTo>
                  <a:lnTo>
                    <a:pt x="5297284" y="314327"/>
                  </a:lnTo>
                  <a:lnTo>
                    <a:pt x="5297378" y="314327"/>
                  </a:lnTo>
                  <a:lnTo>
                    <a:pt x="5297472" y="314327"/>
                  </a:lnTo>
                  <a:lnTo>
                    <a:pt x="5297567" y="314327"/>
                  </a:lnTo>
                  <a:lnTo>
                    <a:pt x="5297661" y="314327"/>
                  </a:lnTo>
                  <a:lnTo>
                    <a:pt x="5297755" y="314327"/>
                  </a:lnTo>
                  <a:lnTo>
                    <a:pt x="5297849" y="314327"/>
                  </a:lnTo>
                  <a:lnTo>
                    <a:pt x="5297943" y="314327"/>
                  </a:lnTo>
                  <a:lnTo>
                    <a:pt x="5298037" y="314327"/>
                  </a:lnTo>
                  <a:lnTo>
                    <a:pt x="5298131" y="314327"/>
                  </a:lnTo>
                  <a:lnTo>
                    <a:pt x="5298226" y="314327"/>
                  </a:lnTo>
                  <a:lnTo>
                    <a:pt x="5298226" y="309416"/>
                  </a:lnTo>
                  <a:lnTo>
                    <a:pt x="5298320" y="309416"/>
                  </a:lnTo>
                  <a:lnTo>
                    <a:pt x="5298414" y="309416"/>
                  </a:lnTo>
                  <a:lnTo>
                    <a:pt x="5298508" y="309416"/>
                  </a:lnTo>
                  <a:lnTo>
                    <a:pt x="5298602" y="309416"/>
                  </a:lnTo>
                  <a:lnTo>
                    <a:pt x="5298696" y="309416"/>
                  </a:lnTo>
                  <a:lnTo>
                    <a:pt x="5298791" y="309416"/>
                  </a:lnTo>
                  <a:lnTo>
                    <a:pt x="5298885" y="309416"/>
                  </a:lnTo>
                  <a:lnTo>
                    <a:pt x="5298979" y="309416"/>
                  </a:lnTo>
                  <a:lnTo>
                    <a:pt x="5299073" y="309416"/>
                  </a:lnTo>
                  <a:lnTo>
                    <a:pt x="5299073" y="304505"/>
                  </a:lnTo>
                  <a:lnTo>
                    <a:pt x="5299167" y="304505"/>
                  </a:lnTo>
                  <a:lnTo>
                    <a:pt x="5299261" y="304505"/>
                  </a:lnTo>
                  <a:lnTo>
                    <a:pt x="5299355" y="304505"/>
                  </a:lnTo>
                  <a:lnTo>
                    <a:pt x="5299450" y="304505"/>
                  </a:lnTo>
                  <a:lnTo>
                    <a:pt x="5299544" y="304505"/>
                  </a:lnTo>
                  <a:lnTo>
                    <a:pt x="5299638" y="304505"/>
                  </a:lnTo>
                  <a:lnTo>
                    <a:pt x="5299732" y="304505"/>
                  </a:lnTo>
                  <a:lnTo>
                    <a:pt x="5299826" y="304505"/>
                  </a:lnTo>
                  <a:lnTo>
                    <a:pt x="5299920" y="304505"/>
                  </a:lnTo>
                  <a:lnTo>
                    <a:pt x="5300015" y="304505"/>
                  </a:lnTo>
                  <a:lnTo>
                    <a:pt x="5300109" y="304505"/>
                  </a:lnTo>
                  <a:lnTo>
                    <a:pt x="5300203" y="304505"/>
                  </a:lnTo>
                  <a:lnTo>
                    <a:pt x="5300297" y="304505"/>
                  </a:lnTo>
                  <a:lnTo>
                    <a:pt x="5300391" y="304505"/>
                  </a:lnTo>
                  <a:lnTo>
                    <a:pt x="5300485" y="304505"/>
                  </a:lnTo>
                  <a:lnTo>
                    <a:pt x="5300579" y="304505"/>
                  </a:lnTo>
                  <a:lnTo>
                    <a:pt x="5300674" y="304505"/>
                  </a:lnTo>
                  <a:lnTo>
                    <a:pt x="5300768" y="304505"/>
                  </a:lnTo>
                  <a:lnTo>
                    <a:pt x="5300862" y="304505"/>
                  </a:lnTo>
                  <a:lnTo>
                    <a:pt x="5300956" y="304505"/>
                  </a:lnTo>
                  <a:lnTo>
                    <a:pt x="5301050" y="304505"/>
                  </a:lnTo>
                  <a:lnTo>
                    <a:pt x="5301144" y="304505"/>
                  </a:lnTo>
                  <a:lnTo>
                    <a:pt x="5301239" y="304505"/>
                  </a:lnTo>
                  <a:lnTo>
                    <a:pt x="5301333" y="304505"/>
                  </a:lnTo>
                  <a:lnTo>
                    <a:pt x="5301427" y="304505"/>
                  </a:lnTo>
                  <a:lnTo>
                    <a:pt x="5301521" y="304505"/>
                  </a:lnTo>
                  <a:lnTo>
                    <a:pt x="5301615" y="304505"/>
                  </a:lnTo>
                  <a:lnTo>
                    <a:pt x="5301709" y="304505"/>
                  </a:lnTo>
                  <a:lnTo>
                    <a:pt x="5301803" y="304505"/>
                  </a:lnTo>
                  <a:lnTo>
                    <a:pt x="5301898" y="304505"/>
                  </a:lnTo>
                  <a:lnTo>
                    <a:pt x="5301992" y="304505"/>
                  </a:lnTo>
                  <a:lnTo>
                    <a:pt x="5302086" y="304505"/>
                  </a:lnTo>
                  <a:lnTo>
                    <a:pt x="5302180" y="304505"/>
                  </a:lnTo>
                  <a:lnTo>
                    <a:pt x="5302274" y="304505"/>
                  </a:lnTo>
                  <a:lnTo>
                    <a:pt x="5302368" y="304505"/>
                  </a:lnTo>
                  <a:lnTo>
                    <a:pt x="5302462" y="304505"/>
                  </a:lnTo>
                  <a:lnTo>
                    <a:pt x="5302557" y="304505"/>
                  </a:lnTo>
                  <a:lnTo>
                    <a:pt x="5302557" y="299593"/>
                  </a:lnTo>
                  <a:lnTo>
                    <a:pt x="5302651" y="299593"/>
                  </a:lnTo>
                  <a:lnTo>
                    <a:pt x="5302745" y="299593"/>
                  </a:lnTo>
                  <a:lnTo>
                    <a:pt x="5302839" y="299593"/>
                  </a:lnTo>
                  <a:lnTo>
                    <a:pt x="5302933" y="299593"/>
                  </a:lnTo>
                  <a:lnTo>
                    <a:pt x="5303027" y="299593"/>
                  </a:lnTo>
                  <a:lnTo>
                    <a:pt x="5303122" y="299593"/>
                  </a:lnTo>
                  <a:lnTo>
                    <a:pt x="5303216" y="299593"/>
                  </a:lnTo>
                  <a:lnTo>
                    <a:pt x="5303310" y="299593"/>
                  </a:lnTo>
                  <a:lnTo>
                    <a:pt x="5303404" y="299593"/>
                  </a:lnTo>
                  <a:lnTo>
                    <a:pt x="5303498" y="299593"/>
                  </a:lnTo>
                  <a:lnTo>
                    <a:pt x="5303592" y="299593"/>
                  </a:lnTo>
                  <a:lnTo>
                    <a:pt x="5303686" y="299593"/>
                  </a:lnTo>
                  <a:lnTo>
                    <a:pt x="5303781" y="299593"/>
                  </a:lnTo>
                  <a:lnTo>
                    <a:pt x="5303875" y="299593"/>
                  </a:lnTo>
                  <a:lnTo>
                    <a:pt x="5303969" y="299593"/>
                  </a:lnTo>
                  <a:lnTo>
                    <a:pt x="5304063" y="299593"/>
                  </a:lnTo>
                  <a:lnTo>
                    <a:pt x="5304157" y="299593"/>
                  </a:lnTo>
                  <a:lnTo>
                    <a:pt x="5304251" y="299593"/>
                  </a:lnTo>
                  <a:lnTo>
                    <a:pt x="5304346" y="299593"/>
                  </a:lnTo>
                  <a:lnTo>
                    <a:pt x="5304440" y="299593"/>
                  </a:lnTo>
                  <a:lnTo>
                    <a:pt x="5304534" y="299593"/>
                  </a:lnTo>
                  <a:lnTo>
                    <a:pt x="5304628" y="299593"/>
                  </a:lnTo>
                  <a:lnTo>
                    <a:pt x="5304722" y="299593"/>
                  </a:lnTo>
                  <a:lnTo>
                    <a:pt x="5304816" y="299593"/>
                  </a:lnTo>
                  <a:lnTo>
                    <a:pt x="5304910" y="299593"/>
                  </a:lnTo>
                  <a:lnTo>
                    <a:pt x="5305005" y="299593"/>
                  </a:lnTo>
                  <a:lnTo>
                    <a:pt x="5305099" y="299593"/>
                  </a:lnTo>
                  <a:lnTo>
                    <a:pt x="5305193" y="299593"/>
                  </a:lnTo>
                  <a:lnTo>
                    <a:pt x="5305287" y="299593"/>
                  </a:lnTo>
                  <a:lnTo>
                    <a:pt x="5305381" y="299593"/>
                  </a:lnTo>
                  <a:lnTo>
                    <a:pt x="5305475" y="299593"/>
                  </a:lnTo>
                  <a:lnTo>
                    <a:pt x="5305570" y="299593"/>
                  </a:lnTo>
                  <a:lnTo>
                    <a:pt x="5305664" y="299593"/>
                  </a:lnTo>
                  <a:lnTo>
                    <a:pt x="5305758" y="299593"/>
                  </a:lnTo>
                  <a:lnTo>
                    <a:pt x="5305852" y="299593"/>
                  </a:lnTo>
                  <a:lnTo>
                    <a:pt x="5305946" y="299593"/>
                  </a:lnTo>
                  <a:lnTo>
                    <a:pt x="5306040" y="299593"/>
                  </a:lnTo>
                  <a:lnTo>
                    <a:pt x="5306134" y="299593"/>
                  </a:lnTo>
                  <a:lnTo>
                    <a:pt x="5306229" y="299593"/>
                  </a:lnTo>
                  <a:lnTo>
                    <a:pt x="5306323" y="299593"/>
                  </a:lnTo>
                  <a:lnTo>
                    <a:pt x="5306417" y="299593"/>
                  </a:lnTo>
                  <a:lnTo>
                    <a:pt x="5306511" y="299593"/>
                  </a:lnTo>
                  <a:lnTo>
                    <a:pt x="5306605" y="299593"/>
                  </a:lnTo>
                  <a:lnTo>
                    <a:pt x="5306699" y="299593"/>
                  </a:lnTo>
                  <a:lnTo>
                    <a:pt x="5306793" y="299593"/>
                  </a:lnTo>
                  <a:lnTo>
                    <a:pt x="5306888" y="299593"/>
                  </a:lnTo>
                  <a:lnTo>
                    <a:pt x="5306982" y="299593"/>
                  </a:lnTo>
                  <a:lnTo>
                    <a:pt x="5307076" y="299593"/>
                  </a:lnTo>
                  <a:lnTo>
                    <a:pt x="5307170" y="299593"/>
                  </a:lnTo>
                  <a:lnTo>
                    <a:pt x="5307264" y="299593"/>
                  </a:lnTo>
                  <a:lnTo>
                    <a:pt x="5307358" y="299593"/>
                  </a:lnTo>
                  <a:lnTo>
                    <a:pt x="5307453" y="299593"/>
                  </a:lnTo>
                  <a:lnTo>
                    <a:pt x="5307547" y="299593"/>
                  </a:lnTo>
                  <a:lnTo>
                    <a:pt x="5307641" y="299593"/>
                  </a:lnTo>
                  <a:lnTo>
                    <a:pt x="5307735" y="299593"/>
                  </a:lnTo>
                  <a:lnTo>
                    <a:pt x="5307829" y="299593"/>
                  </a:lnTo>
                  <a:lnTo>
                    <a:pt x="5307923" y="299593"/>
                  </a:lnTo>
                  <a:lnTo>
                    <a:pt x="5308017" y="299593"/>
                  </a:lnTo>
                  <a:lnTo>
                    <a:pt x="5308112" y="299593"/>
                  </a:lnTo>
                  <a:lnTo>
                    <a:pt x="5308206" y="299593"/>
                  </a:lnTo>
                  <a:lnTo>
                    <a:pt x="5308300" y="299593"/>
                  </a:lnTo>
                  <a:lnTo>
                    <a:pt x="5308394" y="299593"/>
                  </a:lnTo>
                  <a:lnTo>
                    <a:pt x="5308488" y="299593"/>
                  </a:lnTo>
                  <a:lnTo>
                    <a:pt x="5308582" y="299593"/>
                  </a:lnTo>
                  <a:lnTo>
                    <a:pt x="5308677" y="299593"/>
                  </a:lnTo>
                  <a:lnTo>
                    <a:pt x="5308771" y="299593"/>
                  </a:lnTo>
                  <a:lnTo>
                    <a:pt x="5308865" y="299593"/>
                  </a:lnTo>
                  <a:lnTo>
                    <a:pt x="5308959" y="299593"/>
                  </a:lnTo>
                  <a:lnTo>
                    <a:pt x="5309053" y="299593"/>
                  </a:lnTo>
                  <a:lnTo>
                    <a:pt x="5309147" y="299593"/>
                  </a:lnTo>
                  <a:lnTo>
                    <a:pt x="5309241" y="299593"/>
                  </a:lnTo>
                  <a:lnTo>
                    <a:pt x="5309336" y="299593"/>
                  </a:lnTo>
                  <a:lnTo>
                    <a:pt x="5309336" y="294682"/>
                  </a:lnTo>
                  <a:lnTo>
                    <a:pt x="5309430" y="294682"/>
                  </a:lnTo>
                  <a:lnTo>
                    <a:pt x="5309524" y="294682"/>
                  </a:lnTo>
                  <a:lnTo>
                    <a:pt x="5309618" y="294682"/>
                  </a:lnTo>
                  <a:lnTo>
                    <a:pt x="5309712" y="294682"/>
                  </a:lnTo>
                  <a:lnTo>
                    <a:pt x="5309806" y="294682"/>
                  </a:lnTo>
                  <a:lnTo>
                    <a:pt x="5309901" y="294682"/>
                  </a:lnTo>
                  <a:lnTo>
                    <a:pt x="5309995" y="294682"/>
                  </a:lnTo>
                  <a:lnTo>
                    <a:pt x="5310089" y="294682"/>
                  </a:lnTo>
                  <a:lnTo>
                    <a:pt x="5310183" y="294682"/>
                  </a:lnTo>
                  <a:lnTo>
                    <a:pt x="5310277" y="294682"/>
                  </a:lnTo>
                  <a:lnTo>
                    <a:pt x="5310371" y="294682"/>
                  </a:lnTo>
                  <a:lnTo>
                    <a:pt x="5310465" y="294682"/>
                  </a:lnTo>
                  <a:lnTo>
                    <a:pt x="5310560" y="294682"/>
                  </a:lnTo>
                  <a:lnTo>
                    <a:pt x="5310654" y="294682"/>
                  </a:lnTo>
                  <a:lnTo>
                    <a:pt x="5310748" y="294682"/>
                  </a:lnTo>
                  <a:lnTo>
                    <a:pt x="5310842" y="294682"/>
                  </a:lnTo>
                  <a:lnTo>
                    <a:pt x="5310936" y="294682"/>
                  </a:lnTo>
                  <a:lnTo>
                    <a:pt x="5311030" y="294682"/>
                  </a:lnTo>
                  <a:lnTo>
                    <a:pt x="5311124" y="294682"/>
                  </a:lnTo>
                  <a:lnTo>
                    <a:pt x="5311219" y="294682"/>
                  </a:lnTo>
                  <a:lnTo>
                    <a:pt x="5311313" y="294682"/>
                  </a:lnTo>
                  <a:lnTo>
                    <a:pt x="5311407" y="294682"/>
                  </a:lnTo>
                  <a:lnTo>
                    <a:pt x="5311501" y="294682"/>
                  </a:lnTo>
                  <a:lnTo>
                    <a:pt x="5311595" y="294682"/>
                  </a:lnTo>
                  <a:lnTo>
                    <a:pt x="5311689" y="294682"/>
                  </a:lnTo>
                  <a:lnTo>
                    <a:pt x="5311784" y="294682"/>
                  </a:lnTo>
                  <a:lnTo>
                    <a:pt x="5311878" y="294682"/>
                  </a:lnTo>
                  <a:lnTo>
                    <a:pt x="5311972" y="294682"/>
                  </a:lnTo>
                  <a:lnTo>
                    <a:pt x="5312066" y="294682"/>
                  </a:lnTo>
                  <a:lnTo>
                    <a:pt x="5312160" y="294682"/>
                  </a:lnTo>
                  <a:lnTo>
                    <a:pt x="5312254" y="294682"/>
                  </a:lnTo>
                  <a:lnTo>
                    <a:pt x="5312348" y="294682"/>
                  </a:lnTo>
                  <a:lnTo>
                    <a:pt x="5312443" y="294682"/>
                  </a:lnTo>
                  <a:lnTo>
                    <a:pt x="5312537" y="294682"/>
                  </a:lnTo>
                  <a:lnTo>
                    <a:pt x="5312631" y="294682"/>
                  </a:lnTo>
                  <a:lnTo>
                    <a:pt x="5312725" y="294682"/>
                  </a:lnTo>
                  <a:lnTo>
                    <a:pt x="5312819" y="294682"/>
                  </a:lnTo>
                  <a:lnTo>
                    <a:pt x="5312913" y="294682"/>
                  </a:lnTo>
                  <a:lnTo>
                    <a:pt x="5313008" y="294682"/>
                  </a:lnTo>
                  <a:lnTo>
                    <a:pt x="5313102" y="294682"/>
                  </a:lnTo>
                  <a:lnTo>
                    <a:pt x="5313196" y="294682"/>
                  </a:lnTo>
                  <a:lnTo>
                    <a:pt x="5313290" y="294682"/>
                  </a:lnTo>
                  <a:lnTo>
                    <a:pt x="5313384" y="294682"/>
                  </a:lnTo>
                  <a:lnTo>
                    <a:pt x="5313478" y="294682"/>
                  </a:lnTo>
                  <a:lnTo>
                    <a:pt x="5313572" y="294682"/>
                  </a:lnTo>
                  <a:lnTo>
                    <a:pt x="5313667" y="294682"/>
                  </a:lnTo>
                  <a:lnTo>
                    <a:pt x="5313761" y="294682"/>
                  </a:lnTo>
                  <a:lnTo>
                    <a:pt x="5313855" y="294682"/>
                  </a:lnTo>
                  <a:lnTo>
                    <a:pt x="5313949" y="294682"/>
                  </a:lnTo>
                  <a:lnTo>
                    <a:pt x="5314043" y="294682"/>
                  </a:lnTo>
                  <a:lnTo>
                    <a:pt x="5314137" y="294682"/>
                  </a:lnTo>
                  <a:lnTo>
                    <a:pt x="5314232" y="294682"/>
                  </a:lnTo>
                  <a:lnTo>
                    <a:pt x="5314326" y="294682"/>
                  </a:lnTo>
                  <a:lnTo>
                    <a:pt x="5314420" y="294682"/>
                  </a:lnTo>
                  <a:lnTo>
                    <a:pt x="5314514" y="294682"/>
                  </a:lnTo>
                  <a:lnTo>
                    <a:pt x="5314608" y="294682"/>
                  </a:lnTo>
                  <a:lnTo>
                    <a:pt x="5314702" y="294682"/>
                  </a:lnTo>
                  <a:lnTo>
                    <a:pt x="5314796" y="294682"/>
                  </a:lnTo>
                  <a:lnTo>
                    <a:pt x="5314891" y="294682"/>
                  </a:lnTo>
                  <a:lnTo>
                    <a:pt x="5314985" y="294682"/>
                  </a:lnTo>
                  <a:lnTo>
                    <a:pt x="5315079" y="294682"/>
                  </a:lnTo>
                  <a:lnTo>
                    <a:pt x="5315173" y="294682"/>
                  </a:lnTo>
                  <a:lnTo>
                    <a:pt x="5315267" y="294682"/>
                  </a:lnTo>
                  <a:lnTo>
                    <a:pt x="5315361" y="294682"/>
                  </a:lnTo>
                  <a:lnTo>
                    <a:pt x="5315455" y="294682"/>
                  </a:lnTo>
                  <a:lnTo>
                    <a:pt x="5315550" y="294682"/>
                  </a:lnTo>
                  <a:lnTo>
                    <a:pt x="5315644" y="294682"/>
                  </a:lnTo>
                  <a:lnTo>
                    <a:pt x="5315738" y="294682"/>
                  </a:lnTo>
                  <a:lnTo>
                    <a:pt x="5315832" y="294682"/>
                  </a:lnTo>
                  <a:lnTo>
                    <a:pt x="5315926" y="294682"/>
                  </a:lnTo>
                  <a:lnTo>
                    <a:pt x="5316020" y="294682"/>
                  </a:lnTo>
                  <a:lnTo>
                    <a:pt x="5316115" y="294682"/>
                  </a:lnTo>
                  <a:lnTo>
                    <a:pt x="5316209" y="294682"/>
                  </a:lnTo>
                  <a:lnTo>
                    <a:pt x="5316303" y="294682"/>
                  </a:lnTo>
                  <a:lnTo>
                    <a:pt x="5316397" y="294682"/>
                  </a:lnTo>
                  <a:lnTo>
                    <a:pt x="5316491" y="294682"/>
                  </a:lnTo>
                  <a:lnTo>
                    <a:pt x="5316585" y="294682"/>
                  </a:lnTo>
                  <a:lnTo>
                    <a:pt x="5316679" y="294682"/>
                  </a:lnTo>
                  <a:lnTo>
                    <a:pt x="5316774" y="294682"/>
                  </a:lnTo>
                  <a:lnTo>
                    <a:pt x="5316868" y="294682"/>
                  </a:lnTo>
                  <a:lnTo>
                    <a:pt x="5316962" y="294682"/>
                  </a:lnTo>
                  <a:lnTo>
                    <a:pt x="5317056" y="294682"/>
                  </a:lnTo>
                  <a:lnTo>
                    <a:pt x="5317150" y="294682"/>
                  </a:lnTo>
                  <a:lnTo>
                    <a:pt x="5317244" y="294682"/>
                  </a:lnTo>
                  <a:lnTo>
                    <a:pt x="5317339" y="294682"/>
                  </a:lnTo>
                  <a:lnTo>
                    <a:pt x="5317433" y="294682"/>
                  </a:lnTo>
                  <a:lnTo>
                    <a:pt x="5317527" y="294682"/>
                  </a:lnTo>
                  <a:lnTo>
                    <a:pt x="5317621" y="294682"/>
                  </a:lnTo>
                  <a:lnTo>
                    <a:pt x="5317715" y="294682"/>
                  </a:lnTo>
                  <a:lnTo>
                    <a:pt x="5317809" y="294682"/>
                  </a:lnTo>
                  <a:lnTo>
                    <a:pt x="5317903" y="294682"/>
                  </a:lnTo>
                  <a:lnTo>
                    <a:pt x="5317998" y="294682"/>
                  </a:lnTo>
                  <a:lnTo>
                    <a:pt x="5318092" y="294682"/>
                  </a:lnTo>
                  <a:lnTo>
                    <a:pt x="5318186" y="294682"/>
                  </a:lnTo>
                  <a:lnTo>
                    <a:pt x="5318280" y="294682"/>
                  </a:lnTo>
                  <a:lnTo>
                    <a:pt x="5318374" y="294682"/>
                  </a:lnTo>
                  <a:lnTo>
                    <a:pt x="5318468" y="294682"/>
                  </a:lnTo>
                  <a:lnTo>
                    <a:pt x="5318563" y="294682"/>
                  </a:lnTo>
                  <a:lnTo>
                    <a:pt x="5318657" y="294682"/>
                  </a:lnTo>
                  <a:lnTo>
                    <a:pt x="5318751" y="294682"/>
                  </a:lnTo>
                  <a:lnTo>
                    <a:pt x="5318845" y="294682"/>
                  </a:lnTo>
                  <a:lnTo>
                    <a:pt x="5318939" y="294682"/>
                  </a:lnTo>
                  <a:lnTo>
                    <a:pt x="5319033" y="294682"/>
                  </a:lnTo>
                  <a:lnTo>
                    <a:pt x="5319127" y="294682"/>
                  </a:lnTo>
                  <a:lnTo>
                    <a:pt x="5319222" y="294682"/>
                  </a:lnTo>
                  <a:lnTo>
                    <a:pt x="5319316" y="294682"/>
                  </a:lnTo>
                  <a:lnTo>
                    <a:pt x="5319410" y="294682"/>
                  </a:lnTo>
                  <a:lnTo>
                    <a:pt x="5319504" y="294682"/>
                  </a:lnTo>
                  <a:lnTo>
                    <a:pt x="5319598" y="294682"/>
                  </a:lnTo>
                  <a:lnTo>
                    <a:pt x="5319692" y="294682"/>
                  </a:lnTo>
                  <a:lnTo>
                    <a:pt x="5319786" y="294682"/>
                  </a:lnTo>
                  <a:lnTo>
                    <a:pt x="5319881" y="294682"/>
                  </a:lnTo>
                  <a:lnTo>
                    <a:pt x="5319881" y="289771"/>
                  </a:lnTo>
                  <a:lnTo>
                    <a:pt x="5319975" y="289771"/>
                  </a:lnTo>
                  <a:lnTo>
                    <a:pt x="5320069" y="289771"/>
                  </a:lnTo>
                  <a:lnTo>
                    <a:pt x="5320163" y="289771"/>
                  </a:lnTo>
                  <a:lnTo>
                    <a:pt x="5320257" y="289771"/>
                  </a:lnTo>
                  <a:lnTo>
                    <a:pt x="5320351" y="289771"/>
                  </a:lnTo>
                  <a:lnTo>
                    <a:pt x="5320446" y="289771"/>
                  </a:lnTo>
                  <a:lnTo>
                    <a:pt x="5320540" y="289771"/>
                  </a:lnTo>
                  <a:lnTo>
                    <a:pt x="5320634" y="289771"/>
                  </a:lnTo>
                  <a:lnTo>
                    <a:pt x="5320728" y="289771"/>
                  </a:lnTo>
                  <a:lnTo>
                    <a:pt x="5320822" y="289771"/>
                  </a:lnTo>
                  <a:lnTo>
                    <a:pt x="5320916" y="289771"/>
                  </a:lnTo>
                  <a:lnTo>
                    <a:pt x="5321010" y="289771"/>
                  </a:lnTo>
                  <a:lnTo>
                    <a:pt x="5321105" y="289771"/>
                  </a:lnTo>
                  <a:lnTo>
                    <a:pt x="5321199" y="289771"/>
                  </a:lnTo>
                  <a:lnTo>
                    <a:pt x="5321293" y="289771"/>
                  </a:lnTo>
                  <a:lnTo>
                    <a:pt x="5321387" y="289771"/>
                  </a:lnTo>
                  <a:lnTo>
                    <a:pt x="5321481" y="289771"/>
                  </a:lnTo>
                  <a:lnTo>
                    <a:pt x="5321575" y="289771"/>
                  </a:lnTo>
                  <a:lnTo>
                    <a:pt x="5321670" y="289771"/>
                  </a:lnTo>
                  <a:lnTo>
                    <a:pt x="5321764" y="289771"/>
                  </a:lnTo>
                  <a:lnTo>
                    <a:pt x="5321858" y="289771"/>
                  </a:lnTo>
                  <a:lnTo>
                    <a:pt x="5321952" y="289771"/>
                  </a:lnTo>
                  <a:lnTo>
                    <a:pt x="5322046" y="289771"/>
                  </a:lnTo>
                  <a:lnTo>
                    <a:pt x="5322140" y="289771"/>
                  </a:lnTo>
                  <a:lnTo>
                    <a:pt x="5322234" y="289771"/>
                  </a:lnTo>
                  <a:lnTo>
                    <a:pt x="5322329" y="289771"/>
                  </a:lnTo>
                  <a:lnTo>
                    <a:pt x="5322423" y="289771"/>
                  </a:lnTo>
                  <a:lnTo>
                    <a:pt x="5322517" y="289771"/>
                  </a:lnTo>
                  <a:lnTo>
                    <a:pt x="5322611" y="289771"/>
                  </a:lnTo>
                  <a:lnTo>
                    <a:pt x="5322705" y="289771"/>
                  </a:lnTo>
                  <a:lnTo>
                    <a:pt x="5322799" y="289771"/>
                  </a:lnTo>
                  <a:lnTo>
                    <a:pt x="5322894" y="289771"/>
                  </a:lnTo>
                  <a:lnTo>
                    <a:pt x="5322988" y="289771"/>
                  </a:lnTo>
                  <a:lnTo>
                    <a:pt x="5323082" y="289771"/>
                  </a:lnTo>
                  <a:lnTo>
                    <a:pt x="5323176" y="289771"/>
                  </a:lnTo>
                  <a:lnTo>
                    <a:pt x="5323270" y="289771"/>
                  </a:lnTo>
                  <a:lnTo>
                    <a:pt x="5323364" y="289771"/>
                  </a:lnTo>
                  <a:lnTo>
                    <a:pt x="5323458" y="289771"/>
                  </a:lnTo>
                  <a:lnTo>
                    <a:pt x="5323553" y="289771"/>
                  </a:lnTo>
                  <a:lnTo>
                    <a:pt x="5323647" y="289771"/>
                  </a:lnTo>
                  <a:lnTo>
                    <a:pt x="5323741" y="289771"/>
                  </a:lnTo>
                  <a:lnTo>
                    <a:pt x="5323835" y="289771"/>
                  </a:lnTo>
                  <a:lnTo>
                    <a:pt x="5323929" y="289771"/>
                  </a:lnTo>
                  <a:lnTo>
                    <a:pt x="5324023" y="289771"/>
                  </a:lnTo>
                  <a:lnTo>
                    <a:pt x="5324117" y="289771"/>
                  </a:lnTo>
                  <a:lnTo>
                    <a:pt x="5324212" y="289771"/>
                  </a:lnTo>
                  <a:lnTo>
                    <a:pt x="5324306" y="289771"/>
                  </a:lnTo>
                  <a:lnTo>
                    <a:pt x="5324400" y="289771"/>
                  </a:lnTo>
                  <a:lnTo>
                    <a:pt x="5324494" y="289771"/>
                  </a:lnTo>
                  <a:lnTo>
                    <a:pt x="5324588" y="289771"/>
                  </a:lnTo>
                  <a:lnTo>
                    <a:pt x="5324682" y="289771"/>
                  </a:lnTo>
                  <a:lnTo>
                    <a:pt x="5324777" y="289771"/>
                  </a:lnTo>
                  <a:lnTo>
                    <a:pt x="5324871" y="289771"/>
                  </a:lnTo>
                  <a:lnTo>
                    <a:pt x="5324965" y="289771"/>
                  </a:lnTo>
                  <a:lnTo>
                    <a:pt x="5325059" y="289771"/>
                  </a:lnTo>
                  <a:lnTo>
                    <a:pt x="5325153" y="289771"/>
                  </a:lnTo>
                  <a:lnTo>
                    <a:pt x="5325247" y="289771"/>
                  </a:lnTo>
                  <a:lnTo>
                    <a:pt x="5325341" y="289771"/>
                  </a:lnTo>
                  <a:lnTo>
                    <a:pt x="5325436" y="289771"/>
                  </a:lnTo>
                  <a:lnTo>
                    <a:pt x="5325530" y="289771"/>
                  </a:lnTo>
                  <a:lnTo>
                    <a:pt x="5325624" y="289771"/>
                  </a:lnTo>
                  <a:lnTo>
                    <a:pt x="5325718" y="289771"/>
                  </a:lnTo>
                  <a:lnTo>
                    <a:pt x="5325812" y="289771"/>
                  </a:lnTo>
                  <a:lnTo>
                    <a:pt x="5325906" y="289771"/>
                  </a:lnTo>
                  <a:lnTo>
                    <a:pt x="5326001" y="289771"/>
                  </a:lnTo>
                  <a:lnTo>
                    <a:pt x="5326095" y="289771"/>
                  </a:lnTo>
                  <a:lnTo>
                    <a:pt x="5326189" y="289771"/>
                  </a:lnTo>
                  <a:lnTo>
                    <a:pt x="5326283" y="289771"/>
                  </a:lnTo>
                  <a:lnTo>
                    <a:pt x="5326377" y="289771"/>
                  </a:lnTo>
                  <a:lnTo>
                    <a:pt x="5326471" y="289771"/>
                  </a:lnTo>
                  <a:lnTo>
                    <a:pt x="5326565" y="289771"/>
                  </a:lnTo>
                  <a:lnTo>
                    <a:pt x="5326660" y="289771"/>
                  </a:lnTo>
                  <a:lnTo>
                    <a:pt x="5326754" y="289771"/>
                  </a:lnTo>
                  <a:lnTo>
                    <a:pt x="5326848" y="289771"/>
                  </a:lnTo>
                  <a:lnTo>
                    <a:pt x="5326942" y="289771"/>
                  </a:lnTo>
                  <a:lnTo>
                    <a:pt x="5327036" y="289771"/>
                  </a:lnTo>
                  <a:lnTo>
                    <a:pt x="5327130" y="289771"/>
                  </a:lnTo>
                  <a:lnTo>
                    <a:pt x="5327225" y="289771"/>
                  </a:lnTo>
                  <a:lnTo>
                    <a:pt x="5327319" y="289771"/>
                  </a:lnTo>
                  <a:lnTo>
                    <a:pt x="5327413" y="289771"/>
                  </a:lnTo>
                  <a:lnTo>
                    <a:pt x="5327507" y="289771"/>
                  </a:lnTo>
                  <a:lnTo>
                    <a:pt x="5327601" y="289771"/>
                  </a:lnTo>
                  <a:lnTo>
                    <a:pt x="5327695" y="289771"/>
                  </a:lnTo>
                  <a:lnTo>
                    <a:pt x="5327789" y="289771"/>
                  </a:lnTo>
                  <a:lnTo>
                    <a:pt x="5327884" y="289771"/>
                  </a:lnTo>
                  <a:lnTo>
                    <a:pt x="5327978" y="289771"/>
                  </a:lnTo>
                  <a:lnTo>
                    <a:pt x="5328072" y="289771"/>
                  </a:lnTo>
                  <a:lnTo>
                    <a:pt x="5328166" y="289771"/>
                  </a:lnTo>
                  <a:lnTo>
                    <a:pt x="5328260" y="289771"/>
                  </a:lnTo>
                  <a:lnTo>
                    <a:pt x="5328354" y="289771"/>
                  </a:lnTo>
                  <a:lnTo>
                    <a:pt x="5328448" y="289771"/>
                  </a:lnTo>
                  <a:lnTo>
                    <a:pt x="5328543" y="289771"/>
                  </a:lnTo>
                  <a:lnTo>
                    <a:pt x="5328637" y="289771"/>
                  </a:lnTo>
                  <a:lnTo>
                    <a:pt x="5328731" y="289771"/>
                  </a:lnTo>
                  <a:lnTo>
                    <a:pt x="5328825" y="289771"/>
                  </a:lnTo>
                  <a:lnTo>
                    <a:pt x="5328919" y="289771"/>
                  </a:lnTo>
                  <a:lnTo>
                    <a:pt x="5329013" y="289771"/>
                  </a:lnTo>
                  <a:lnTo>
                    <a:pt x="5329108" y="289771"/>
                  </a:lnTo>
                  <a:lnTo>
                    <a:pt x="5329202" y="289771"/>
                  </a:lnTo>
                  <a:lnTo>
                    <a:pt x="5329296" y="289771"/>
                  </a:lnTo>
                  <a:lnTo>
                    <a:pt x="5329390" y="289771"/>
                  </a:lnTo>
                  <a:lnTo>
                    <a:pt x="5329484" y="289771"/>
                  </a:lnTo>
                  <a:lnTo>
                    <a:pt x="5329578" y="289771"/>
                  </a:lnTo>
                  <a:lnTo>
                    <a:pt x="5329672" y="289771"/>
                  </a:lnTo>
                  <a:lnTo>
                    <a:pt x="5329767" y="289771"/>
                  </a:lnTo>
                  <a:lnTo>
                    <a:pt x="5329861" y="289771"/>
                  </a:lnTo>
                  <a:lnTo>
                    <a:pt x="5329955" y="289771"/>
                  </a:lnTo>
                  <a:lnTo>
                    <a:pt x="5330049" y="289771"/>
                  </a:lnTo>
                  <a:lnTo>
                    <a:pt x="5330143" y="289771"/>
                  </a:lnTo>
                  <a:lnTo>
                    <a:pt x="5330237" y="289771"/>
                  </a:lnTo>
                  <a:lnTo>
                    <a:pt x="5330332" y="289771"/>
                  </a:lnTo>
                  <a:lnTo>
                    <a:pt x="5330426" y="289771"/>
                  </a:lnTo>
                  <a:lnTo>
                    <a:pt x="5330520" y="289771"/>
                  </a:lnTo>
                  <a:lnTo>
                    <a:pt x="5330614" y="289771"/>
                  </a:lnTo>
                  <a:lnTo>
                    <a:pt x="5330708" y="289771"/>
                  </a:lnTo>
                  <a:lnTo>
                    <a:pt x="5330802" y="289771"/>
                  </a:lnTo>
                  <a:lnTo>
                    <a:pt x="5330896" y="289771"/>
                  </a:lnTo>
                  <a:lnTo>
                    <a:pt x="5330991" y="289771"/>
                  </a:lnTo>
                  <a:lnTo>
                    <a:pt x="5331085" y="289771"/>
                  </a:lnTo>
                  <a:lnTo>
                    <a:pt x="5331179" y="289771"/>
                  </a:lnTo>
                  <a:lnTo>
                    <a:pt x="5331273" y="289771"/>
                  </a:lnTo>
                  <a:lnTo>
                    <a:pt x="5331367" y="289771"/>
                  </a:lnTo>
                  <a:lnTo>
                    <a:pt x="5331461" y="289771"/>
                  </a:lnTo>
                  <a:lnTo>
                    <a:pt x="5331556" y="289771"/>
                  </a:lnTo>
                  <a:lnTo>
                    <a:pt x="5331650" y="289771"/>
                  </a:lnTo>
                  <a:lnTo>
                    <a:pt x="5331744" y="289771"/>
                  </a:lnTo>
                  <a:lnTo>
                    <a:pt x="5331838" y="289771"/>
                  </a:lnTo>
                  <a:lnTo>
                    <a:pt x="5331932" y="289771"/>
                  </a:lnTo>
                  <a:lnTo>
                    <a:pt x="5332026" y="289771"/>
                  </a:lnTo>
                  <a:lnTo>
                    <a:pt x="5332120" y="289771"/>
                  </a:lnTo>
                  <a:lnTo>
                    <a:pt x="5332215" y="289771"/>
                  </a:lnTo>
                  <a:lnTo>
                    <a:pt x="5332309" y="289771"/>
                  </a:lnTo>
                  <a:lnTo>
                    <a:pt x="5332403" y="289771"/>
                  </a:lnTo>
                  <a:lnTo>
                    <a:pt x="5332497" y="289771"/>
                  </a:lnTo>
                  <a:lnTo>
                    <a:pt x="5332591" y="289771"/>
                  </a:lnTo>
                  <a:lnTo>
                    <a:pt x="5332685" y="289771"/>
                  </a:lnTo>
                  <a:lnTo>
                    <a:pt x="5332779" y="289771"/>
                  </a:lnTo>
                  <a:lnTo>
                    <a:pt x="5332874" y="289771"/>
                  </a:lnTo>
                  <a:lnTo>
                    <a:pt x="5332968" y="289771"/>
                  </a:lnTo>
                  <a:lnTo>
                    <a:pt x="5333062" y="289771"/>
                  </a:lnTo>
                  <a:lnTo>
                    <a:pt x="5333156" y="289771"/>
                  </a:lnTo>
                  <a:lnTo>
                    <a:pt x="5333250" y="289771"/>
                  </a:lnTo>
                  <a:lnTo>
                    <a:pt x="5333344" y="289771"/>
                  </a:lnTo>
                  <a:lnTo>
                    <a:pt x="5333439" y="289771"/>
                  </a:lnTo>
                  <a:lnTo>
                    <a:pt x="5333533" y="289771"/>
                  </a:lnTo>
                  <a:lnTo>
                    <a:pt x="5333627" y="289771"/>
                  </a:lnTo>
                  <a:lnTo>
                    <a:pt x="5333721" y="289771"/>
                  </a:lnTo>
                  <a:lnTo>
                    <a:pt x="5333815" y="289771"/>
                  </a:lnTo>
                  <a:lnTo>
                    <a:pt x="5333909" y="289771"/>
                  </a:lnTo>
                  <a:lnTo>
                    <a:pt x="5334003" y="289771"/>
                  </a:lnTo>
                  <a:lnTo>
                    <a:pt x="5334098" y="289771"/>
                  </a:lnTo>
                  <a:lnTo>
                    <a:pt x="5334192" y="289771"/>
                  </a:lnTo>
                  <a:lnTo>
                    <a:pt x="5334286" y="289771"/>
                  </a:lnTo>
                  <a:lnTo>
                    <a:pt x="5334380" y="289771"/>
                  </a:lnTo>
                  <a:lnTo>
                    <a:pt x="5334474" y="289771"/>
                  </a:lnTo>
                  <a:lnTo>
                    <a:pt x="5334568" y="289771"/>
                  </a:lnTo>
                  <a:lnTo>
                    <a:pt x="5334663" y="289771"/>
                  </a:lnTo>
                  <a:lnTo>
                    <a:pt x="5334757" y="289771"/>
                  </a:lnTo>
                  <a:lnTo>
                    <a:pt x="5334851" y="289771"/>
                  </a:lnTo>
                  <a:lnTo>
                    <a:pt x="5334945" y="289771"/>
                  </a:lnTo>
                  <a:lnTo>
                    <a:pt x="5335039" y="289771"/>
                  </a:lnTo>
                  <a:lnTo>
                    <a:pt x="5335133" y="289771"/>
                  </a:lnTo>
                  <a:lnTo>
                    <a:pt x="5335227" y="289771"/>
                  </a:lnTo>
                  <a:lnTo>
                    <a:pt x="5335322" y="289771"/>
                  </a:lnTo>
                  <a:lnTo>
                    <a:pt x="5335416" y="289771"/>
                  </a:lnTo>
                  <a:lnTo>
                    <a:pt x="5335510" y="289771"/>
                  </a:lnTo>
                  <a:lnTo>
                    <a:pt x="5335604" y="289771"/>
                  </a:lnTo>
                  <a:lnTo>
                    <a:pt x="5335698" y="289771"/>
                  </a:lnTo>
                  <a:lnTo>
                    <a:pt x="5335792" y="289771"/>
                  </a:lnTo>
                  <a:lnTo>
                    <a:pt x="5335887" y="289771"/>
                  </a:lnTo>
                  <a:lnTo>
                    <a:pt x="5335981" y="289771"/>
                  </a:lnTo>
                  <a:lnTo>
                    <a:pt x="5336075" y="289771"/>
                  </a:lnTo>
                  <a:lnTo>
                    <a:pt x="5336169" y="289771"/>
                  </a:lnTo>
                  <a:lnTo>
                    <a:pt x="5336263" y="289771"/>
                  </a:lnTo>
                  <a:lnTo>
                    <a:pt x="5336357" y="289771"/>
                  </a:lnTo>
                  <a:lnTo>
                    <a:pt x="5336451" y="289771"/>
                  </a:lnTo>
                  <a:lnTo>
                    <a:pt x="5336546" y="289771"/>
                  </a:lnTo>
                  <a:lnTo>
                    <a:pt x="5336640" y="289771"/>
                  </a:lnTo>
                  <a:lnTo>
                    <a:pt x="5336734" y="289771"/>
                  </a:lnTo>
                  <a:lnTo>
                    <a:pt x="5336828" y="289771"/>
                  </a:lnTo>
                  <a:lnTo>
                    <a:pt x="5336922" y="289771"/>
                  </a:lnTo>
                  <a:lnTo>
                    <a:pt x="5337016" y="289771"/>
                  </a:lnTo>
                  <a:lnTo>
                    <a:pt x="5337110" y="289771"/>
                  </a:lnTo>
                  <a:lnTo>
                    <a:pt x="5337205" y="289771"/>
                  </a:lnTo>
                  <a:lnTo>
                    <a:pt x="5337299" y="289771"/>
                  </a:lnTo>
                  <a:lnTo>
                    <a:pt x="5337393" y="289771"/>
                  </a:lnTo>
                  <a:lnTo>
                    <a:pt x="5337487" y="289771"/>
                  </a:lnTo>
                  <a:lnTo>
                    <a:pt x="5337581" y="289771"/>
                  </a:lnTo>
                  <a:lnTo>
                    <a:pt x="5337675" y="289771"/>
                  </a:lnTo>
                  <a:lnTo>
                    <a:pt x="5337770" y="289771"/>
                  </a:lnTo>
                  <a:lnTo>
                    <a:pt x="5337864" y="289771"/>
                  </a:lnTo>
                  <a:lnTo>
                    <a:pt x="5337958" y="289771"/>
                  </a:lnTo>
                  <a:lnTo>
                    <a:pt x="5338052" y="289771"/>
                  </a:lnTo>
                  <a:lnTo>
                    <a:pt x="5338146" y="289771"/>
                  </a:lnTo>
                  <a:lnTo>
                    <a:pt x="5338240" y="289771"/>
                  </a:lnTo>
                  <a:lnTo>
                    <a:pt x="5338334" y="289771"/>
                  </a:lnTo>
                  <a:lnTo>
                    <a:pt x="5338429" y="289771"/>
                  </a:lnTo>
                  <a:lnTo>
                    <a:pt x="5338523" y="289771"/>
                  </a:lnTo>
                  <a:lnTo>
                    <a:pt x="5338617" y="289771"/>
                  </a:lnTo>
                  <a:lnTo>
                    <a:pt x="5338711" y="289771"/>
                  </a:lnTo>
                  <a:lnTo>
                    <a:pt x="5338711" y="284859"/>
                  </a:lnTo>
                  <a:lnTo>
                    <a:pt x="5338805" y="284859"/>
                  </a:lnTo>
                  <a:lnTo>
                    <a:pt x="5338899" y="284859"/>
                  </a:lnTo>
                  <a:lnTo>
                    <a:pt x="5338994" y="284859"/>
                  </a:lnTo>
                  <a:lnTo>
                    <a:pt x="5339088" y="284859"/>
                  </a:lnTo>
                  <a:lnTo>
                    <a:pt x="5339182" y="284859"/>
                  </a:lnTo>
                  <a:lnTo>
                    <a:pt x="5339276" y="284859"/>
                  </a:lnTo>
                  <a:lnTo>
                    <a:pt x="5339370" y="284859"/>
                  </a:lnTo>
                  <a:lnTo>
                    <a:pt x="5339464" y="284859"/>
                  </a:lnTo>
                  <a:lnTo>
                    <a:pt x="5339558" y="284859"/>
                  </a:lnTo>
                  <a:lnTo>
                    <a:pt x="5339653" y="284859"/>
                  </a:lnTo>
                  <a:lnTo>
                    <a:pt x="5339747" y="284859"/>
                  </a:lnTo>
                  <a:lnTo>
                    <a:pt x="5339841" y="284859"/>
                  </a:lnTo>
                  <a:lnTo>
                    <a:pt x="5339935" y="284859"/>
                  </a:lnTo>
                  <a:lnTo>
                    <a:pt x="5340029" y="284859"/>
                  </a:lnTo>
                  <a:lnTo>
                    <a:pt x="5340123" y="284859"/>
                  </a:lnTo>
                  <a:lnTo>
                    <a:pt x="5340218" y="284859"/>
                  </a:lnTo>
                  <a:lnTo>
                    <a:pt x="5340312" y="284859"/>
                  </a:lnTo>
                  <a:lnTo>
                    <a:pt x="5340406" y="284859"/>
                  </a:lnTo>
                  <a:lnTo>
                    <a:pt x="5340500" y="284859"/>
                  </a:lnTo>
                  <a:lnTo>
                    <a:pt x="5340594" y="284859"/>
                  </a:lnTo>
                  <a:lnTo>
                    <a:pt x="5340688" y="284859"/>
                  </a:lnTo>
                  <a:lnTo>
                    <a:pt x="5340782" y="284859"/>
                  </a:lnTo>
                  <a:lnTo>
                    <a:pt x="5340877" y="284859"/>
                  </a:lnTo>
                  <a:lnTo>
                    <a:pt x="5340971" y="284859"/>
                  </a:lnTo>
                  <a:lnTo>
                    <a:pt x="5341065" y="284859"/>
                  </a:lnTo>
                  <a:lnTo>
                    <a:pt x="5341159" y="284859"/>
                  </a:lnTo>
                  <a:lnTo>
                    <a:pt x="5341253" y="284859"/>
                  </a:lnTo>
                  <a:lnTo>
                    <a:pt x="5341347" y="284859"/>
                  </a:lnTo>
                  <a:lnTo>
                    <a:pt x="5341441" y="284859"/>
                  </a:lnTo>
                  <a:lnTo>
                    <a:pt x="5341536" y="284859"/>
                  </a:lnTo>
                  <a:lnTo>
                    <a:pt x="5341630" y="284859"/>
                  </a:lnTo>
                  <a:lnTo>
                    <a:pt x="5341724" y="284859"/>
                  </a:lnTo>
                  <a:lnTo>
                    <a:pt x="5341818" y="284859"/>
                  </a:lnTo>
                  <a:lnTo>
                    <a:pt x="5341912" y="284859"/>
                  </a:lnTo>
                  <a:lnTo>
                    <a:pt x="5342006" y="284859"/>
                  </a:lnTo>
                  <a:lnTo>
                    <a:pt x="5342101" y="284859"/>
                  </a:lnTo>
                  <a:lnTo>
                    <a:pt x="5342195" y="284859"/>
                  </a:lnTo>
                  <a:lnTo>
                    <a:pt x="5342289" y="284859"/>
                  </a:lnTo>
                  <a:lnTo>
                    <a:pt x="5342383" y="284859"/>
                  </a:lnTo>
                  <a:lnTo>
                    <a:pt x="5342477" y="284859"/>
                  </a:lnTo>
                  <a:lnTo>
                    <a:pt x="5342571" y="284859"/>
                  </a:lnTo>
                  <a:lnTo>
                    <a:pt x="5342665" y="284859"/>
                  </a:lnTo>
                  <a:lnTo>
                    <a:pt x="5342760" y="284859"/>
                  </a:lnTo>
                  <a:lnTo>
                    <a:pt x="5342854" y="284859"/>
                  </a:lnTo>
                  <a:lnTo>
                    <a:pt x="5342948" y="284859"/>
                  </a:lnTo>
                  <a:lnTo>
                    <a:pt x="5343042" y="284859"/>
                  </a:lnTo>
                  <a:lnTo>
                    <a:pt x="5343136" y="284859"/>
                  </a:lnTo>
                  <a:lnTo>
                    <a:pt x="5343230" y="284859"/>
                  </a:lnTo>
                  <a:lnTo>
                    <a:pt x="5343325" y="284859"/>
                  </a:lnTo>
                  <a:lnTo>
                    <a:pt x="5343419" y="284859"/>
                  </a:lnTo>
                  <a:lnTo>
                    <a:pt x="5343513" y="284859"/>
                  </a:lnTo>
                  <a:lnTo>
                    <a:pt x="5343607" y="284859"/>
                  </a:lnTo>
                  <a:lnTo>
                    <a:pt x="5343701" y="284859"/>
                  </a:lnTo>
                  <a:lnTo>
                    <a:pt x="5343795" y="284859"/>
                  </a:lnTo>
                  <a:lnTo>
                    <a:pt x="5343889" y="284859"/>
                  </a:lnTo>
                  <a:lnTo>
                    <a:pt x="5343984" y="284859"/>
                  </a:lnTo>
                  <a:lnTo>
                    <a:pt x="5344078" y="284859"/>
                  </a:lnTo>
                  <a:lnTo>
                    <a:pt x="5344172" y="284859"/>
                  </a:lnTo>
                  <a:lnTo>
                    <a:pt x="5344266" y="284859"/>
                  </a:lnTo>
                  <a:lnTo>
                    <a:pt x="5344360" y="284859"/>
                  </a:lnTo>
                  <a:lnTo>
                    <a:pt x="5344454" y="284859"/>
                  </a:lnTo>
                  <a:lnTo>
                    <a:pt x="5344549" y="284859"/>
                  </a:lnTo>
                  <a:lnTo>
                    <a:pt x="5344643" y="284859"/>
                  </a:lnTo>
                  <a:lnTo>
                    <a:pt x="5344737" y="284859"/>
                  </a:lnTo>
                  <a:lnTo>
                    <a:pt x="5344831" y="284859"/>
                  </a:lnTo>
                  <a:lnTo>
                    <a:pt x="5344925" y="284859"/>
                  </a:lnTo>
                  <a:lnTo>
                    <a:pt x="5345019" y="284859"/>
                  </a:lnTo>
                  <a:lnTo>
                    <a:pt x="5345113" y="284859"/>
                  </a:lnTo>
                  <a:lnTo>
                    <a:pt x="5345208" y="284859"/>
                  </a:lnTo>
                  <a:lnTo>
                    <a:pt x="5345302" y="284859"/>
                  </a:lnTo>
                  <a:lnTo>
                    <a:pt x="5345396" y="284859"/>
                  </a:lnTo>
                  <a:lnTo>
                    <a:pt x="5345490" y="284859"/>
                  </a:lnTo>
                  <a:lnTo>
                    <a:pt x="5345584" y="284859"/>
                  </a:lnTo>
                  <a:lnTo>
                    <a:pt x="5345678" y="284859"/>
                  </a:lnTo>
                  <a:lnTo>
                    <a:pt x="5345772" y="284859"/>
                  </a:lnTo>
                  <a:lnTo>
                    <a:pt x="5345867" y="284859"/>
                  </a:lnTo>
                  <a:lnTo>
                    <a:pt x="5345961" y="284859"/>
                  </a:lnTo>
                  <a:lnTo>
                    <a:pt x="5346055" y="284859"/>
                  </a:lnTo>
                  <a:lnTo>
                    <a:pt x="5346149" y="284859"/>
                  </a:lnTo>
                  <a:lnTo>
                    <a:pt x="5346243" y="284859"/>
                  </a:lnTo>
                  <a:lnTo>
                    <a:pt x="5346337" y="284859"/>
                  </a:lnTo>
                  <a:lnTo>
                    <a:pt x="5346432" y="284859"/>
                  </a:lnTo>
                  <a:lnTo>
                    <a:pt x="5346526" y="284859"/>
                  </a:lnTo>
                  <a:lnTo>
                    <a:pt x="5346620" y="284859"/>
                  </a:lnTo>
                  <a:lnTo>
                    <a:pt x="5346714" y="284859"/>
                  </a:lnTo>
                  <a:lnTo>
                    <a:pt x="5346808" y="284859"/>
                  </a:lnTo>
                  <a:lnTo>
                    <a:pt x="5346902" y="284859"/>
                  </a:lnTo>
                  <a:lnTo>
                    <a:pt x="5346996" y="284859"/>
                  </a:lnTo>
                  <a:lnTo>
                    <a:pt x="5347091" y="284859"/>
                  </a:lnTo>
                  <a:lnTo>
                    <a:pt x="5347185" y="284859"/>
                  </a:lnTo>
                  <a:lnTo>
                    <a:pt x="5347279" y="284859"/>
                  </a:lnTo>
                  <a:lnTo>
                    <a:pt x="5347373" y="284859"/>
                  </a:lnTo>
                  <a:lnTo>
                    <a:pt x="5347467" y="284859"/>
                  </a:lnTo>
                  <a:lnTo>
                    <a:pt x="5347561" y="284859"/>
                  </a:lnTo>
                  <a:lnTo>
                    <a:pt x="5347656" y="284859"/>
                  </a:lnTo>
                  <a:lnTo>
                    <a:pt x="5347750" y="284859"/>
                  </a:lnTo>
                  <a:lnTo>
                    <a:pt x="5347844" y="284859"/>
                  </a:lnTo>
                  <a:lnTo>
                    <a:pt x="5347938" y="284859"/>
                  </a:lnTo>
                  <a:lnTo>
                    <a:pt x="5348032" y="284859"/>
                  </a:lnTo>
                  <a:lnTo>
                    <a:pt x="5348126" y="284859"/>
                  </a:lnTo>
                  <a:lnTo>
                    <a:pt x="5348220" y="284859"/>
                  </a:lnTo>
                  <a:lnTo>
                    <a:pt x="5348315" y="284859"/>
                  </a:lnTo>
                  <a:lnTo>
                    <a:pt x="5348409" y="284859"/>
                  </a:lnTo>
                  <a:lnTo>
                    <a:pt x="5348503" y="284859"/>
                  </a:lnTo>
                  <a:lnTo>
                    <a:pt x="5348597" y="284859"/>
                  </a:lnTo>
                  <a:lnTo>
                    <a:pt x="5348691" y="284859"/>
                  </a:lnTo>
                  <a:lnTo>
                    <a:pt x="5348785" y="284859"/>
                  </a:lnTo>
                  <a:lnTo>
                    <a:pt x="5348880" y="284859"/>
                  </a:lnTo>
                  <a:lnTo>
                    <a:pt x="5348974" y="284859"/>
                  </a:lnTo>
                  <a:lnTo>
                    <a:pt x="5349068" y="284859"/>
                  </a:lnTo>
                  <a:lnTo>
                    <a:pt x="5349162" y="284859"/>
                  </a:lnTo>
                  <a:lnTo>
                    <a:pt x="5349256" y="284859"/>
                  </a:lnTo>
                  <a:lnTo>
                    <a:pt x="5349350" y="284859"/>
                  </a:lnTo>
                  <a:lnTo>
                    <a:pt x="5349444" y="284859"/>
                  </a:lnTo>
                  <a:lnTo>
                    <a:pt x="5349539" y="284859"/>
                  </a:lnTo>
                  <a:lnTo>
                    <a:pt x="5349633" y="284859"/>
                  </a:lnTo>
                  <a:lnTo>
                    <a:pt x="5349727" y="284859"/>
                  </a:lnTo>
                  <a:lnTo>
                    <a:pt x="5349821" y="284859"/>
                  </a:lnTo>
                  <a:lnTo>
                    <a:pt x="5349915" y="284859"/>
                  </a:lnTo>
                  <a:lnTo>
                    <a:pt x="5350009" y="284859"/>
                  </a:lnTo>
                  <a:lnTo>
                    <a:pt x="5350103" y="284859"/>
                  </a:lnTo>
                  <a:lnTo>
                    <a:pt x="5350198" y="284859"/>
                  </a:lnTo>
                  <a:lnTo>
                    <a:pt x="5350292" y="284859"/>
                  </a:lnTo>
                  <a:lnTo>
                    <a:pt x="5350386" y="284859"/>
                  </a:lnTo>
                  <a:lnTo>
                    <a:pt x="5350480" y="284859"/>
                  </a:lnTo>
                  <a:lnTo>
                    <a:pt x="5350574" y="284859"/>
                  </a:lnTo>
                  <a:lnTo>
                    <a:pt x="5350668" y="284859"/>
                  </a:lnTo>
                  <a:lnTo>
                    <a:pt x="5350763" y="284859"/>
                  </a:lnTo>
                  <a:lnTo>
                    <a:pt x="5350857" y="284859"/>
                  </a:lnTo>
                  <a:lnTo>
                    <a:pt x="5350951" y="284859"/>
                  </a:lnTo>
                  <a:lnTo>
                    <a:pt x="5351045" y="284859"/>
                  </a:lnTo>
                  <a:lnTo>
                    <a:pt x="5351139" y="284859"/>
                  </a:lnTo>
                  <a:lnTo>
                    <a:pt x="5351233" y="284859"/>
                  </a:lnTo>
                  <a:lnTo>
                    <a:pt x="5351327" y="284859"/>
                  </a:lnTo>
                  <a:lnTo>
                    <a:pt x="5351422" y="284859"/>
                  </a:lnTo>
                  <a:lnTo>
                    <a:pt x="5351516" y="284859"/>
                  </a:lnTo>
                  <a:lnTo>
                    <a:pt x="5351610" y="284859"/>
                  </a:lnTo>
                  <a:lnTo>
                    <a:pt x="5351704" y="284859"/>
                  </a:lnTo>
                  <a:lnTo>
                    <a:pt x="5351798" y="284859"/>
                  </a:lnTo>
                  <a:lnTo>
                    <a:pt x="5351892" y="284859"/>
                  </a:lnTo>
                  <a:lnTo>
                    <a:pt x="5351987" y="284859"/>
                  </a:lnTo>
                  <a:lnTo>
                    <a:pt x="5352081" y="284859"/>
                  </a:lnTo>
                  <a:lnTo>
                    <a:pt x="5352175" y="284859"/>
                  </a:lnTo>
                  <a:lnTo>
                    <a:pt x="5352269" y="284859"/>
                  </a:lnTo>
                  <a:lnTo>
                    <a:pt x="5352363" y="284859"/>
                  </a:lnTo>
                  <a:lnTo>
                    <a:pt x="5352457" y="284859"/>
                  </a:lnTo>
                  <a:lnTo>
                    <a:pt x="5352551" y="284859"/>
                  </a:lnTo>
                  <a:lnTo>
                    <a:pt x="5352646" y="284859"/>
                  </a:lnTo>
                  <a:lnTo>
                    <a:pt x="5352740" y="284859"/>
                  </a:lnTo>
                  <a:lnTo>
                    <a:pt x="5352834" y="284859"/>
                  </a:lnTo>
                  <a:lnTo>
                    <a:pt x="5352928" y="284859"/>
                  </a:lnTo>
                  <a:lnTo>
                    <a:pt x="5353022" y="284859"/>
                  </a:lnTo>
                  <a:lnTo>
                    <a:pt x="5353116" y="284859"/>
                  </a:lnTo>
                  <a:lnTo>
                    <a:pt x="5353211" y="284859"/>
                  </a:lnTo>
                  <a:lnTo>
                    <a:pt x="5353305" y="284859"/>
                  </a:lnTo>
                  <a:lnTo>
                    <a:pt x="5353399" y="284859"/>
                  </a:lnTo>
                  <a:lnTo>
                    <a:pt x="5353493" y="284859"/>
                  </a:lnTo>
                  <a:lnTo>
                    <a:pt x="5353587" y="284859"/>
                  </a:lnTo>
                  <a:lnTo>
                    <a:pt x="5353681" y="284859"/>
                  </a:lnTo>
                  <a:lnTo>
                    <a:pt x="5353775" y="284859"/>
                  </a:lnTo>
                  <a:lnTo>
                    <a:pt x="5353870" y="284859"/>
                  </a:lnTo>
                  <a:lnTo>
                    <a:pt x="5353964" y="284859"/>
                  </a:lnTo>
                  <a:lnTo>
                    <a:pt x="5354058" y="284859"/>
                  </a:lnTo>
                  <a:lnTo>
                    <a:pt x="5354152" y="284859"/>
                  </a:lnTo>
                  <a:lnTo>
                    <a:pt x="5354246" y="284859"/>
                  </a:lnTo>
                  <a:lnTo>
                    <a:pt x="5354340" y="284859"/>
                  </a:lnTo>
                  <a:lnTo>
                    <a:pt x="5354434" y="284859"/>
                  </a:lnTo>
                  <a:lnTo>
                    <a:pt x="5354529" y="284859"/>
                  </a:lnTo>
                  <a:lnTo>
                    <a:pt x="5354623" y="284859"/>
                  </a:lnTo>
                  <a:lnTo>
                    <a:pt x="5354717" y="284859"/>
                  </a:lnTo>
                  <a:lnTo>
                    <a:pt x="5354811" y="284859"/>
                  </a:lnTo>
                  <a:lnTo>
                    <a:pt x="5354905" y="284859"/>
                  </a:lnTo>
                  <a:lnTo>
                    <a:pt x="5354999" y="284859"/>
                  </a:lnTo>
                  <a:lnTo>
                    <a:pt x="5355094" y="284859"/>
                  </a:lnTo>
                  <a:lnTo>
                    <a:pt x="5355188" y="284859"/>
                  </a:lnTo>
                  <a:lnTo>
                    <a:pt x="5355282" y="284859"/>
                  </a:lnTo>
                  <a:lnTo>
                    <a:pt x="5355376" y="284859"/>
                  </a:lnTo>
                  <a:lnTo>
                    <a:pt x="5355470" y="284859"/>
                  </a:lnTo>
                  <a:lnTo>
                    <a:pt x="5355564" y="284859"/>
                  </a:lnTo>
                  <a:lnTo>
                    <a:pt x="5355658" y="284859"/>
                  </a:lnTo>
                  <a:lnTo>
                    <a:pt x="5355753" y="284859"/>
                  </a:lnTo>
                  <a:lnTo>
                    <a:pt x="5355847" y="284859"/>
                  </a:lnTo>
                  <a:lnTo>
                    <a:pt x="5355941" y="284859"/>
                  </a:lnTo>
                  <a:lnTo>
                    <a:pt x="5356035" y="284859"/>
                  </a:lnTo>
                  <a:lnTo>
                    <a:pt x="5356129" y="284859"/>
                  </a:lnTo>
                  <a:lnTo>
                    <a:pt x="5356223" y="284859"/>
                  </a:lnTo>
                  <a:lnTo>
                    <a:pt x="5356318" y="284859"/>
                  </a:lnTo>
                  <a:lnTo>
                    <a:pt x="5356412" y="284859"/>
                  </a:lnTo>
                  <a:lnTo>
                    <a:pt x="5356506" y="284859"/>
                  </a:lnTo>
                  <a:lnTo>
                    <a:pt x="5356600" y="284859"/>
                  </a:lnTo>
                  <a:lnTo>
                    <a:pt x="5356694" y="284859"/>
                  </a:lnTo>
                  <a:lnTo>
                    <a:pt x="5356788" y="284859"/>
                  </a:lnTo>
                  <a:lnTo>
                    <a:pt x="5356882" y="284859"/>
                  </a:lnTo>
                  <a:lnTo>
                    <a:pt x="5356977" y="284859"/>
                  </a:lnTo>
                  <a:lnTo>
                    <a:pt x="5357071" y="284859"/>
                  </a:lnTo>
                  <a:lnTo>
                    <a:pt x="5357165" y="284859"/>
                  </a:lnTo>
                  <a:lnTo>
                    <a:pt x="5357259" y="284859"/>
                  </a:lnTo>
                  <a:lnTo>
                    <a:pt x="5357353" y="284859"/>
                  </a:lnTo>
                  <a:lnTo>
                    <a:pt x="5357447" y="284859"/>
                  </a:lnTo>
                  <a:lnTo>
                    <a:pt x="5357542" y="284859"/>
                  </a:lnTo>
                  <a:lnTo>
                    <a:pt x="5357636" y="284859"/>
                  </a:lnTo>
                  <a:lnTo>
                    <a:pt x="5357730" y="284859"/>
                  </a:lnTo>
                  <a:lnTo>
                    <a:pt x="5357824" y="284859"/>
                  </a:lnTo>
                  <a:lnTo>
                    <a:pt x="5357918" y="284859"/>
                  </a:lnTo>
                  <a:lnTo>
                    <a:pt x="5358012" y="284859"/>
                  </a:lnTo>
                  <a:lnTo>
                    <a:pt x="5358106" y="284859"/>
                  </a:lnTo>
                  <a:lnTo>
                    <a:pt x="5358201" y="284859"/>
                  </a:lnTo>
                  <a:lnTo>
                    <a:pt x="5358295" y="284859"/>
                  </a:lnTo>
                  <a:lnTo>
                    <a:pt x="5358389" y="284859"/>
                  </a:lnTo>
                  <a:lnTo>
                    <a:pt x="5358483" y="284859"/>
                  </a:lnTo>
                  <a:lnTo>
                    <a:pt x="5358577" y="284859"/>
                  </a:lnTo>
                  <a:lnTo>
                    <a:pt x="5358671" y="284859"/>
                  </a:lnTo>
                  <a:lnTo>
                    <a:pt x="5358765" y="284859"/>
                  </a:lnTo>
                  <a:lnTo>
                    <a:pt x="5358860" y="284859"/>
                  </a:lnTo>
                  <a:lnTo>
                    <a:pt x="5358954" y="284859"/>
                  </a:lnTo>
                  <a:lnTo>
                    <a:pt x="5359048" y="284859"/>
                  </a:lnTo>
                  <a:lnTo>
                    <a:pt x="5359142" y="284859"/>
                  </a:lnTo>
                  <a:lnTo>
                    <a:pt x="5359236" y="284859"/>
                  </a:lnTo>
                  <a:lnTo>
                    <a:pt x="5359330" y="284859"/>
                  </a:lnTo>
                  <a:lnTo>
                    <a:pt x="5359425" y="284859"/>
                  </a:lnTo>
                  <a:lnTo>
                    <a:pt x="5359519" y="284859"/>
                  </a:lnTo>
                  <a:lnTo>
                    <a:pt x="5359613" y="284859"/>
                  </a:lnTo>
                  <a:lnTo>
                    <a:pt x="5359707" y="284859"/>
                  </a:lnTo>
                  <a:lnTo>
                    <a:pt x="5359801" y="284859"/>
                  </a:lnTo>
                  <a:lnTo>
                    <a:pt x="5359895" y="284859"/>
                  </a:lnTo>
                  <a:lnTo>
                    <a:pt x="5359989" y="284859"/>
                  </a:lnTo>
                  <a:lnTo>
                    <a:pt x="5360084" y="284859"/>
                  </a:lnTo>
                  <a:lnTo>
                    <a:pt x="5360178" y="284859"/>
                  </a:lnTo>
                  <a:lnTo>
                    <a:pt x="5360272" y="284859"/>
                  </a:lnTo>
                  <a:lnTo>
                    <a:pt x="5360366" y="284859"/>
                  </a:lnTo>
                  <a:lnTo>
                    <a:pt x="5360460" y="284859"/>
                  </a:lnTo>
                  <a:lnTo>
                    <a:pt x="5360554" y="284859"/>
                  </a:lnTo>
                  <a:lnTo>
                    <a:pt x="5360649" y="284859"/>
                  </a:lnTo>
                  <a:lnTo>
                    <a:pt x="5360743" y="284859"/>
                  </a:lnTo>
                  <a:lnTo>
                    <a:pt x="5360837" y="284859"/>
                  </a:lnTo>
                  <a:lnTo>
                    <a:pt x="5360931" y="284859"/>
                  </a:lnTo>
                  <a:lnTo>
                    <a:pt x="5361025" y="284859"/>
                  </a:lnTo>
                  <a:lnTo>
                    <a:pt x="5361119" y="284859"/>
                  </a:lnTo>
                  <a:lnTo>
                    <a:pt x="5361213" y="284859"/>
                  </a:lnTo>
                  <a:lnTo>
                    <a:pt x="5361308" y="284859"/>
                  </a:lnTo>
                  <a:lnTo>
                    <a:pt x="5361402" y="284859"/>
                  </a:lnTo>
                  <a:lnTo>
                    <a:pt x="5361496" y="284859"/>
                  </a:lnTo>
                  <a:lnTo>
                    <a:pt x="5361590" y="284859"/>
                  </a:lnTo>
                  <a:lnTo>
                    <a:pt x="5361684" y="284859"/>
                  </a:lnTo>
                  <a:lnTo>
                    <a:pt x="5361778" y="284859"/>
                  </a:lnTo>
                  <a:lnTo>
                    <a:pt x="5361873" y="284859"/>
                  </a:lnTo>
                  <a:lnTo>
                    <a:pt x="5361967" y="284859"/>
                  </a:lnTo>
                  <a:lnTo>
                    <a:pt x="5362061" y="284859"/>
                  </a:lnTo>
                  <a:lnTo>
                    <a:pt x="5362155" y="284859"/>
                  </a:lnTo>
                  <a:lnTo>
                    <a:pt x="5362249" y="284859"/>
                  </a:lnTo>
                  <a:lnTo>
                    <a:pt x="5362343" y="284859"/>
                  </a:lnTo>
                  <a:lnTo>
                    <a:pt x="5362437" y="284859"/>
                  </a:lnTo>
                  <a:lnTo>
                    <a:pt x="5362437" y="279948"/>
                  </a:lnTo>
                  <a:lnTo>
                    <a:pt x="5362532" y="279948"/>
                  </a:lnTo>
                  <a:lnTo>
                    <a:pt x="5362626" y="279948"/>
                  </a:lnTo>
                  <a:lnTo>
                    <a:pt x="5362720" y="279948"/>
                  </a:lnTo>
                  <a:lnTo>
                    <a:pt x="5362814" y="279948"/>
                  </a:lnTo>
                  <a:lnTo>
                    <a:pt x="5362908" y="279948"/>
                  </a:lnTo>
                  <a:lnTo>
                    <a:pt x="5363002" y="279948"/>
                  </a:lnTo>
                  <a:lnTo>
                    <a:pt x="5363096" y="279948"/>
                  </a:lnTo>
                  <a:lnTo>
                    <a:pt x="5363191" y="279948"/>
                  </a:lnTo>
                  <a:lnTo>
                    <a:pt x="5363285" y="279948"/>
                  </a:lnTo>
                  <a:lnTo>
                    <a:pt x="5363379" y="279948"/>
                  </a:lnTo>
                  <a:lnTo>
                    <a:pt x="5363473" y="279948"/>
                  </a:lnTo>
                  <a:lnTo>
                    <a:pt x="5363567" y="279948"/>
                  </a:lnTo>
                  <a:lnTo>
                    <a:pt x="5363661" y="279948"/>
                  </a:lnTo>
                  <a:lnTo>
                    <a:pt x="5363756" y="279948"/>
                  </a:lnTo>
                  <a:lnTo>
                    <a:pt x="5363850" y="279948"/>
                  </a:lnTo>
                  <a:lnTo>
                    <a:pt x="5363944" y="279948"/>
                  </a:lnTo>
                  <a:lnTo>
                    <a:pt x="5364038" y="279948"/>
                  </a:lnTo>
                  <a:lnTo>
                    <a:pt x="5364132" y="279948"/>
                  </a:lnTo>
                  <a:lnTo>
                    <a:pt x="5364226" y="279948"/>
                  </a:lnTo>
                  <a:lnTo>
                    <a:pt x="5364320" y="279948"/>
                  </a:lnTo>
                  <a:lnTo>
                    <a:pt x="5364415" y="279948"/>
                  </a:lnTo>
                  <a:lnTo>
                    <a:pt x="5364509" y="279948"/>
                  </a:lnTo>
                  <a:lnTo>
                    <a:pt x="5364603" y="279948"/>
                  </a:lnTo>
                  <a:lnTo>
                    <a:pt x="5364697" y="279948"/>
                  </a:lnTo>
                  <a:lnTo>
                    <a:pt x="5364791" y="279948"/>
                  </a:lnTo>
                  <a:lnTo>
                    <a:pt x="5364885" y="279948"/>
                  </a:lnTo>
                  <a:lnTo>
                    <a:pt x="5364980" y="279948"/>
                  </a:lnTo>
                  <a:lnTo>
                    <a:pt x="5365074" y="279948"/>
                  </a:lnTo>
                  <a:lnTo>
                    <a:pt x="5365168" y="279948"/>
                  </a:lnTo>
                  <a:lnTo>
                    <a:pt x="5365262" y="279948"/>
                  </a:lnTo>
                  <a:lnTo>
                    <a:pt x="5365356" y="279948"/>
                  </a:lnTo>
                  <a:lnTo>
                    <a:pt x="5365450" y="279948"/>
                  </a:lnTo>
                  <a:lnTo>
                    <a:pt x="5365544" y="279948"/>
                  </a:lnTo>
                  <a:lnTo>
                    <a:pt x="5365639" y="279948"/>
                  </a:lnTo>
                  <a:lnTo>
                    <a:pt x="5365733" y="279948"/>
                  </a:lnTo>
                  <a:lnTo>
                    <a:pt x="5365827" y="279948"/>
                  </a:lnTo>
                  <a:lnTo>
                    <a:pt x="5365921" y="279948"/>
                  </a:lnTo>
                  <a:lnTo>
                    <a:pt x="5366015" y="279948"/>
                  </a:lnTo>
                  <a:lnTo>
                    <a:pt x="5366109" y="279948"/>
                  </a:lnTo>
                  <a:lnTo>
                    <a:pt x="5366204" y="279948"/>
                  </a:lnTo>
                  <a:lnTo>
                    <a:pt x="5366298" y="279948"/>
                  </a:lnTo>
                  <a:lnTo>
                    <a:pt x="5366392" y="279948"/>
                  </a:lnTo>
                  <a:lnTo>
                    <a:pt x="5366486" y="279948"/>
                  </a:lnTo>
                  <a:lnTo>
                    <a:pt x="5366580" y="279948"/>
                  </a:lnTo>
                  <a:lnTo>
                    <a:pt x="5366674" y="279948"/>
                  </a:lnTo>
                  <a:lnTo>
                    <a:pt x="5366768" y="279948"/>
                  </a:lnTo>
                  <a:lnTo>
                    <a:pt x="5366863" y="279948"/>
                  </a:lnTo>
                  <a:lnTo>
                    <a:pt x="5366957" y="279948"/>
                  </a:lnTo>
                  <a:lnTo>
                    <a:pt x="5367051" y="279948"/>
                  </a:lnTo>
                  <a:lnTo>
                    <a:pt x="5367145" y="279948"/>
                  </a:lnTo>
                  <a:lnTo>
                    <a:pt x="5367239" y="279948"/>
                  </a:lnTo>
                  <a:lnTo>
                    <a:pt x="5367333" y="279948"/>
                  </a:lnTo>
                  <a:lnTo>
                    <a:pt x="5367427" y="279948"/>
                  </a:lnTo>
                  <a:lnTo>
                    <a:pt x="5367522" y="279948"/>
                  </a:lnTo>
                  <a:lnTo>
                    <a:pt x="5367616" y="279948"/>
                  </a:lnTo>
                  <a:lnTo>
                    <a:pt x="5367710" y="279948"/>
                  </a:lnTo>
                  <a:lnTo>
                    <a:pt x="5367804" y="279948"/>
                  </a:lnTo>
                  <a:lnTo>
                    <a:pt x="5367898" y="279948"/>
                  </a:lnTo>
                  <a:lnTo>
                    <a:pt x="5367992" y="279948"/>
                  </a:lnTo>
                  <a:lnTo>
                    <a:pt x="5368087" y="279948"/>
                  </a:lnTo>
                  <a:lnTo>
                    <a:pt x="5368181" y="279948"/>
                  </a:lnTo>
                  <a:lnTo>
                    <a:pt x="5368275" y="279948"/>
                  </a:lnTo>
                  <a:lnTo>
                    <a:pt x="5368369" y="279948"/>
                  </a:lnTo>
                  <a:lnTo>
                    <a:pt x="5368463" y="279948"/>
                  </a:lnTo>
                  <a:lnTo>
                    <a:pt x="5368557" y="279948"/>
                  </a:lnTo>
                  <a:lnTo>
                    <a:pt x="5368651" y="279948"/>
                  </a:lnTo>
                  <a:lnTo>
                    <a:pt x="5368746" y="279948"/>
                  </a:lnTo>
                  <a:lnTo>
                    <a:pt x="5368840" y="279948"/>
                  </a:lnTo>
                  <a:lnTo>
                    <a:pt x="5368934" y="279948"/>
                  </a:lnTo>
                  <a:lnTo>
                    <a:pt x="5369028" y="279948"/>
                  </a:lnTo>
                  <a:lnTo>
                    <a:pt x="5369122" y="279948"/>
                  </a:lnTo>
                  <a:lnTo>
                    <a:pt x="5369216" y="279948"/>
                  </a:lnTo>
                  <a:lnTo>
                    <a:pt x="5369311" y="279948"/>
                  </a:lnTo>
                  <a:lnTo>
                    <a:pt x="5369405" y="279948"/>
                  </a:lnTo>
                  <a:lnTo>
                    <a:pt x="5369499" y="279948"/>
                  </a:lnTo>
                  <a:lnTo>
                    <a:pt x="5369593" y="279948"/>
                  </a:lnTo>
                  <a:lnTo>
                    <a:pt x="5369687" y="279948"/>
                  </a:lnTo>
                  <a:lnTo>
                    <a:pt x="5369781" y="279948"/>
                  </a:lnTo>
                  <a:lnTo>
                    <a:pt x="5369875" y="279948"/>
                  </a:lnTo>
                  <a:lnTo>
                    <a:pt x="5369970" y="279948"/>
                  </a:lnTo>
                  <a:lnTo>
                    <a:pt x="5370064" y="279948"/>
                  </a:lnTo>
                  <a:lnTo>
                    <a:pt x="5370158" y="279948"/>
                  </a:lnTo>
                  <a:lnTo>
                    <a:pt x="5370252" y="279948"/>
                  </a:lnTo>
                  <a:lnTo>
                    <a:pt x="5370346" y="279948"/>
                  </a:lnTo>
                  <a:lnTo>
                    <a:pt x="5370440" y="279948"/>
                  </a:lnTo>
                  <a:lnTo>
                    <a:pt x="5370535" y="279948"/>
                  </a:lnTo>
                  <a:lnTo>
                    <a:pt x="5370629" y="279948"/>
                  </a:lnTo>
                  <a:lnTo>
                    <a:pt x="5370723" y="279948"/>
                  </a:lnTo>
                  <a:lnTo>
                    <a:pt x="5370817" y="279948"/>
                  </a:lnTo>
                  <a:lnTo>
                    <a:pt x="5370911" y="279948"/>
                  </a:lnTo>
                  <a:lnTo>
                    <a:pt x="5371005" y="279948"/>
                  </a:lnTo>
                  <a:lnTo>
                    <a:pt x="5371099" y="279948"/>
                  </a:lnTo>
                  <a:lnTo>
                    <a:pt x="5371194" y="279948"/>
                  </a:lnTo>
                  <a:lnTo>
                    <a:pt x="5371288" y="279948"/>
                  </a:lnTo>
                  <a:lnTo>
                    <a:pt x="5371382" y="279948"/>
                  </a:lnTo>
                  <a:lnTo>
                    <a:pt x="5371476" y="279948"/>
                  </a:lnTo>
                  <a:lnTo>
                    <a:pt x="5371570" y="279948"/>
                  </a:lnTo>
                  <a:lnTo>
                    <a:pt x="5371664" y="279948"/>
                  </a:lnTo>
                  <a:lnTo>
                    <a:pt x="5371758" y="279948"/>
                  </a:lnTo>
                  <a:lnTo>
                    <a:pt x="5371853" y="279948"/>
                  </a:lnTo>
                  <a:lnTo>
                    <a:pt x="5371947" y="279948"/>
                  </a:lnTo>
                  <a:lnTo>
                    <a:pt x="5372041" y="279948"/>
                  </a:lnTo>
                  <a:lnTo>
                    <a:pt x="5372135" y="279948"/>
                  </a:lnTo>
                  <a:lnTo>
                    <a:pt x="5372229" y="279948"/>
                  </a:lnTo>
                  <a:lnTo>
                    <a:pt x="5372323" y="279948"/>
                  </a:lnTo>
                  <a:lnTo>
                    <a:pt x="5372418" y="279948"/>
                  </a:lnTo>
                  <a:lnTo>
                    <a:pt x="5372512" y="279948"/>
                  </a:lnTo>
                  <a:lnTo>
                    <a:pt x="5372606" y="279948"/>
                  </a:lnTo>
                  <a:lnTo>
                    <a:pt x="5372700" y="279948"/>
                  </a:lnTo>
                  <a:lnTo>
                    <a:pt x="5372794" y="279948"/>
                  </a:lnTo>
                  <a:lnTo>
                    <a:pt x="5372888" y="279948"/>
                  </a:lnTo>
                  <a:lnTo>
                    <a:pt x="5372982" y="279948"/>
                  </a:lnTo>
                  <a:lnTo>
                    <a:pt x="5373077" y="279948"/>
                  </a:lnTo>
                  <a:lnTo>
                    <a:pt x="5373171" y="279948"/>
                  </a:lnTo>
                  <a:lnTo>
                    <a:pt x="5373265" y="279948"/>
                  </a:lnTo>
                  <a:lnTo>
                    <a:pt x="5373359" y="279948"/>
                  </a:lnTo>
                  <a:lnTo>
                    <a:pt x="5373453" y="279948"/>
                  </a:lnTo>
                  <a:lnTo>
                    <a:pt x="5373547" y="279948"/>
                  </a:lnTo>
                  <a:lnTo>
                    <a:pt x="5373642" y="279948"/>
                  </a:lnTo>
                  <a:lnTo>
                    <a:pt x="5373736" y="279948"/>
                  </a:lnTo>
                  <a:lnTo>
                    <a:pt x="5373830" y="279948"/>
                  </a:lnTo>
                  <a:lnTo>
                    <a:pt x="5373924" y="279948"/>
                  </a:lnTo>
                  <a:lnTo>
                    <a:pt x="5374018" y="279948"/>
                  </a:lnTo>
                  <a:lnTo>
                    <a:pt x="5374112" y="279948"/>
                  </a:lnTo>
                  <a:lnTo>
                    <a:pt x="5374206" y="279948"/>
                  </a:lnTo>
                  <a:lnTo>
                    <a:pt x="5374301" y="279948"/>
                  </a:lnTo>
                  <a:lnTo>
                    <a:pt x="5374395" y="279948"/>
                  </a:lnTo>
                  <a:lnTo>
                    <a:pt x="5374489" y="279948"/>
                  </a:lnTo>
                  <a:lnTo>
                    <a:pt x="5374583" y="279948"/>
                  </a:lnTo>
                  <a:lnTo>
                    <a:pt x="5374677" y="279948"/>
                  </a:lnTo>
                  <a:lnTo>
                    <a:pt x="5374771" y="279948"/>
                  </a:lnTo>
                  <a:lnTo>
                    <a:pt x="5374866" y="279948"/>
                  </a:lnTo>
                  <a:lnTo>
                    <a:pt x="5374960" y="279948"/>
                  </a:lnTo>
                  <a:lnTo>
                    <a:pt x="5375054" y="279948"/>
                  </a:lnTo>
                  <a:lnTo>
                    <a:pt x="5375148" y="279948"/>
                  </a:lnTo>
                  <a:lnTo>
                    <a:pt x="5375242" y="279948"/>
                  </a:lnTo>
                  <a:lnTo>
                    <a:pt x="5375336" y="279948"/>
                  </a:lnTo>
                  <a:lnTo>
                    <a:pt x="5375430" y="279948"/>
                  </a:lnTo>
                  <a:lnTo>
                    <a:pt x="5375525" y="279948"/>
                  </a:lnTo>
                  <a:lnTo>
                    <a:pt x="5375619" y="279948"/>
                  </a:lnTo>
                  <a:lnTo>
                    <a:pt x="5375713" y="279948"/>
                  </a:lnTo>
                  <a:lnTo>
                    <a:pt x="5375807" y="279948"/>
                  </a:lnTo>
                  <a:lnTo>
                    <a:pt x="5375901" y="279948"/>
                  </a:lnTo>
                  <a:lnTo>
                    <a:pt x="5375995" y="279948"/>
                  </a:lnTo>
                  <a:lnTo>
                    <a:pt x="5376089" y="279948"/>
                  </a:lnTo>
                  <a:lnTo>
                    <a:pt x="5376184" y="279948"/>
                  </a:lnTo>
                  <a:lnTo>
                    <a:pt x="5376278" y="279948"/>
                  </a:lnTo>
                  <a:lnTo>
                    <a:pt x="5376278" y="275036"/>
                  </a:lnTo>
                  <a:lnTo>
                    <a:pt x="5376372" y="275036"/>
                  </a:lnTo>
                  <a:lnTo>
                    <a:pt x="5376466" y="275036"/>
                  </a:lnTo>
                  <a:lnTo>
                    <a:pt x="5376560" y="275036"/>
                  </a:lnTo>
                  <a:lnTo>
                    <a:pt x="5376654" y="275036"/>
                  </a:lnTo>
                  <a:lnTo>
                    <a:pt x="5376749" y="275036"/>
                  </a:lnTo>
                  <a:lnTo>
                    <a:pt x="5376843" y="275036"/>
                  </a:lnTo>
                  <a:lnTo>
                    <a:pt x="5376937" y="275036"/>
                  </a:lnTo>
                  <a:lnTo>
                    <a:pt x="5377031" y="275036"/>
                  </a:lnTo>
                  <a:lnTo>
                    <a:pt x="5377125" y="275036"/>
                  </a:lnTo>
                  <a:lnTo>
                    <a:pt x="5377219" y="275036"/>
                  </a:lnTo>
                  <a:lnTo>
                    <a:pt x="5377313" y="275036"/>
                  </a:lnTo>
                  <a:lnTo>
                    <a:pt x="5377408" y="275036"/>
                  </a:lnTo>
                  <a:lnTo>
                    <a:pt x="5377502" y="275036"/>
                  </a:lnTo>
                  <a:lnTo>
                    <a:pt x="5377596" y="275036"/>
                  </a:lnTo>
                  <a:lnTo>
                    <a:pt x="5377690" y="275036"/>
                  </a:lnTo>
                  <a:lnTo>
                    <a:pt x="5377784" y="275036"/>
                  </a:lnTo>
                  <a:lnTo>
                    <a:pt x="5377878" y="275036"/>
                  </a:lnTo>
                  <a:lnTo>
                    <a:pt x="5377973" y="275036"/>
                  </a:lnTo>
                  <a:lnTo>
                    <a:pt x="5378067" y="275036"/>
                  </a:lnTo>
                  <a:lnTo>
                    <a:pt x="5378161" y="275036"/>
                  </a:lnTo>
                  <a:lnTo>
                    <a:pt x="5378255" y="275036"/>
                  </a:lnTo>
                  <a:lnTo>
                    <a:pt x="5378349" y="275036"/>
                  </a:lnTo>
                  <a:lnTo>
                    <a:pt x="5378443" y="275036"/>
                  </a:lnTo>
                  <a:lnTo>
                    <a:pt x="5378537" y="275036"/>
                  </a:lnTo>
                  <a:lnTo>
                    <a:pt x="5378632" y="275036"/>
                  </a:lnTo>
                  <a:lnTo>
                    <a:pt x="5378726" y="275036"/>
                  </a:lnTo>
                  <a:lnTo>
                    <a:pt x="5378820" y="275036"/>
                  </a:lnTo>
                  <a:lnTo>
                    <a:pt x="5378914" y="275036"/>
                  </a:lnTo>
                  <a:lnTo>
                    <a:pt x="5379008" y="275036"/>
                  </a:lnTo>
                  <a:lnTo>
                    <a:pt x="5379102" y="275036"/>
                  </a:lnTo>
                  <a:lnTo>
                    <a:pt x="5379197" y="275036"/>
                  </a:lnTo>
                  <a:lnTo>
                    <a:pt x="5379291" y="275036"/>
                  </a:lnTo>
                  <a:lnTo>
                    <a:pt x="5379385" y="275036"/>
                  </a:lnTo>
                  <a:lnTo>
                    <a:pt x="5379479" y="275036"/>
                  </a:lnTo>
                  <a:lnTo>
                    <a:pt x="5379573" y="275036"/>
                  </a:lnTo>
                  <a:lnTo>
                    <a:pt x="5379667" y="275036"/>
                  </a:lnTo>
                  <a:lnTo>
                    <a:pt x="5379761" y="275036"/>
                  </a:lnTo>
                  <a:lnTo>
                    <a:pt x="5379856" y="275036"/>
                  </a:lnTo>
                  <a:lnTo>
                    <a:pt x="5379950" y="275036"/>
                  </a:lnTo>
                  <a:lnTo>
                    <a:pt x="5380044" y="275036"/>
                  </a:lnTo>
                  <a:lnTo>
                    <a:pt x="5380138" y="275036"/>
                  </a:lnTo>
                  <a:lnTo>
                    <a:pt x="5380232" y="275036"/>
                  </a:lnTo>
                  <a:lnTo>
                    <a:pt x="5380326" y="275036"/>
                  </a:lnTo>
                  <a:lnTo>
                    <a:pt x="5380420" y="275036"/>
                  </a:lnTo>
                  <a:lnTo>
                    <a:pt x="5380515" y="275036"/>
                  </a:lnTo>
                  <a:lnTo>
                    <a:pt x="5380609" y="275036"/>
                  </a:lnTo>
                  <a:lnTo>
                    <a:pt x="5380703" y="275036"/>
                  </a:lnTo>
                  <a:lnTo>
                    <a:pt x="5380797" y="275036"/>
                  </a:lnTo>
                  <a:lnTo>
                    <a:pt x="5380891" y="275036"/>
                  </a:lnTo>
                  <a:lnTo>
                    <a:pt x="5380985" y="275036"/>
                  </a:lnTo>
                  <a:lnTo>
                    <a:pt x="5381080" y="275036"/>
                  </a:lnTo>
                  <a:lnTo>
                    <a:pt x="5381174" y="275036"/>
                  </a:lnTo>
                  <a:lnTo>
                    <a:pt x="5381268" y="275036"/>
                  </a:lnTo>
                  <a:lnTo>
                    <a:pt x="5381362" y="275036"/>
                  </a:lnTo>
                  <a:lnTo>
                    <a:pt x="5381456" y="275036"/>
                  </a:lnTo>
                  <a:lnTo>
                    <a:pt x="5381550" y="275036"/>
                  </a:lnTo>
                  <a:lnTo>
                    <a:pt x="5381644" y="275036"/>
                  </a:lnTo>
                  <a:lnTo>
                    <a:pt x="5381739" y="275036"/>
                  </a:lnTo>
                  <a:lnTo>
                    <a:pt x="5381833" y="275036"/>
                  </a:lnTo>
                  <a:lnTo>
                    <a:pt x="5381927" y="275036"/>
                  </a:lnTo>
                  <a:lnTo>
                    <a:pt x="5382021" y="275036"/>
                  </a:lnTo>
                  <a:lnTo>
                    <a:pt x="5382115" y="275036"/>
                  </a:lnTo>
                  <a:lnTo>
                    <a:pt x="5382209" y="275036"/>
                  </a:lnTo>
                  <a:lnTo>
                    <a:pt x="5382304" y="275036"/>
                  </a:lnTo>
                  <a:lnTo>
                    <a:pt x="5382398" y="275036"/>
                  </a:lnTo>
                  <a:lnTo>
                    <a:pt x="5382492" y="275036"/>
                  </a:lnTo>
                  <a:lnTo>
                    <a:pt x="5382586" y="275036"/>
                  </a:lnTo>
                  <a:lnTo>
                    <a:pt x="5382680" y="275036"/>
                  </a:lnTo>
                  <a:lnTo>
                    <a:pt x="5382774" y="275036"/>
                  </a:lnTo>
                  <a:lnTo>
                    <a:pt x="5382868" y="275036"/>
                  </a:lnTo>
                  <a:lnTo>
                    <a:pt x="5382963" y="275036"/>
                  </a:lnTo>
                  <a:lnTo>
                    <a:pt x="5383057" y="275036"/>
                  </a:lnTo>
                  <a:lnTo>
                    <a:pt x="5383151" y="275036"/>
                  </a:lnTo>
                  <a:lnTo>
                    <a:pt x="5383245" y="275036"/>
                  </a:lnTo>
                  <a:lnTo>
                    <a:pt x="5383339" y="275036"/>
                  </a:lnTo>
                  <a:lnTo>
                    <a:pt x="5383433" y="275036"/>
                  </a:lnTo>
                  <a:lnTo>
                    <a:pt x="5383528" y="275036"/>
                  </a:lnTo>
                  <a:lnTo>
                    <a:pt x="5383622" y="275036"/>
                  </a:lnTo>
                  <a:lnTo>
                    <a:pt x="5383716" y="275036"/>
                  </a:lnTo>
                  <a:lnTo>
                    <a:pt x="5383810" y="275036"/>
                  </a:lnTo>
                  <a:lnTo>
                    <a:pt x="5383904" y="275036"/>
                  </a:lnTo>
                  <a:lnTo>
                    <a:pt x="5383998" y="275036"/>
                  </a:lnTo>
                  <a:lnTo>
                    <a:pt x="5384092" y="275036"/>
                  </a:lnTo>
                  <a:lnTo>
                    <a:pt x="5384092" y="270125"/>
                  </a:lnTo>
                  <a:lnTo>
                    <a:pt x="5384187" y="270125"/>
                  </a:lnTo>
                  <a:lnTo>
                    <a:pt x="5384281" y="270125"/>
                  </a:lnTo>
                  <a:lnTo>
                    <a:pt x="5384375" y="270125"/>
                  </a:lnTo>
                  <a:lnTo>
                    <a:pt x="5384469" y="270125"/>
                  </a:lnTo>
                  <a:lnTo>
                    <a:pt x="5384563" y="270125"/>
                  </a:lnTo>
                  <a:lnTo>
                    <a:pt x="5384657" y="270125"/>
                  </a:lnTo>
                  <a:lnTo>
                    <a:pt x="5384751" y="270125"/>
                  </a:lnTo>
                  <a:lnTo>
                    <a:pt x="5384846" y="270125"/>
                  </a:lnTo>
                  <a:lnTo>
                    <a:pt x="5384940" y="270125"/>
                  </a:lnTo>
                  <a:lnTo>
                    <a:pt x="5385034" y="270125"/>
                  </a:lnTo>
                  <a:lnTo>
                    <a:pt x="5385128" y="270125"/>
                  </a:lnTo>
                  <a:lnTo>
                    <a:pt x="5385222" y="270125"/>
                  </a:lnTo>
                  <a:lnTo>
                    <a:pt x="5385316" y="270125"/>
                  </a:lnTo>
                  <a:lnTo>
                    <a:pt x="5385411" y="270125"/>
                  </a:lnTo>
                  <a:lnTo>
                    <a:pt x="5385505" y="270125"/>
                  </a:lnTo>
                  <a:lnTo>
                    <a:pt x="5385599" y="270125"/>
                  </a:lnTo>
                  <a:lnTo>
                    <a:pt x="5385693" y="270125"/>
                  </a:lnTo>
                  <a:lnTo>
                    <a:pt x="5385787" y="270125"/>
                  </a:lnTo>
                  <a:lnTo>
                    <a:pt x="5385881" y="270125"/>
                  </a:lnTo>
                  <a:lnTo>
                    <a:pt x="5385975" y="270125"/>
                  </a:lnTo>
                  <a:lnTo>
                    <a:pt x="5386070" y="270125"/>
                  </a:lnTo>
                  <a:lnTo>
                    <a:pt x="5386164" y="270125"/>
                  </a:lnTo>
                  <a:lnTo>
                    <a:pt x="5386258" y="270125"/>
                  </a:lnTo>
                  <a:lnTo>
                    <a:pt x="5386352" y="270125"/>
                  </a:lnTo>
                  <a:lnTo>
                    <a:pt x="5386446" y="270125"/>
                  </a:lnTo>
                  <a:lnTo>
                    <a:pt x="5386540" y="270125"/>
                  </a:lnTo>
                  <a:lnTo>
                    <a:pt x="5386635" y="270125"/>
                  </a:lnTo>
                  <a:lnTo>
                    <a:pt x="5386729" y="270125"/>
                  </a:lnTo>
                  <a:lnTo>
                    <a:pt x="5386823" y="270125"/>
                  </a:lnTo>
                  <a:lnTo>
                    <a:pt x="5386917" y="270125"/>
                  </a:lnTo>
                  <a:lnTo>
                    <a:pt x="5387011" y="270125"/>
                  </a:lnTo>
                  <a:lnTo>
                    <a:pt x="5387105" y="270125"/>
                  </a:lnTo>
                  <a:lnTo>
                    <a:pt x="5387199" y="270125"/>
                  </a:lnTo>
                  <a:lnTo>
                    <a:pt x="5387294" y="270125"/>
                  </a:lnTo>
                  <a:lnTo>
                    <a:pt x="5387388" y="270125"/>
                  </a:lnTo>
                  <a:lnTo>
                    <a:pt x="5387482" y="270125"/>
                  </a:lnTo>
                  <a:lnTo>
                    <a:pt x="5387482" y="265214"/>
                  </a:lnTo>
                  <a:lnTo>
                    <a:pt x="5387576" y="265214"/>
                  </a:lnTo>
                  <a:lnTo>
                    <a:pt x="5387670" y="265214"/>
                  </a:lnTo>
                  <a:lnTo>
                    <a:pt x="5387764" y="265214"/>
                  </a:lnTo>
                  <a:lnTo>
                    <a:pt x="5387859" y="265214"/>
                  </a:lnTo>
                  <a:lnTo>
                    <a:pt x="5387953" y="265214"/>
                  </a:lnTo>
                  <a:lnTo>
                    <a:pt x="5388047" y="265214"/>
                  </a:lnTo>
                  <a:lnTo>
                    <a:pt x="5388141" y="265214"/>
                  </a:lnTo>
                  <a:lnTo>
                    <a:pt x="5388235" y="265214"/>
                  </a:lnTo>
                  <a:lnTo>
                    <a:pt x="5388329" y="265214"/>
                  </a:lnTo>
                  <a:lnTo>
                    <a:pt x="5388423" y="265214"/>
                  </a:lnTo>
                  <a:lnTo>
                    <a:pt x="5388518" y="265214"/>
                  </a:lnTo>
                  <a:lnTo>
                    <a:pt x="5388612" y="265214"/>
                  </a:lnTo>
                  <a:lnTo>
                    <a:pt x="5388706" y="265214"/>
                  </a:lnTo>
                  <a:lnTo>
                    <a:pt x="5388800" y="265214"/>
                  </a:lnTo>
                  <a:lnTo>
                    <a:pt x="5388894" y="265214"/>
                  </a:lnTo>
                  <a:lnTo>
                    <a:pt x="5388988" y="265214"/>
                  </a:lnTo>
                  <a:lnTo>
                    <a:pt x="5389082" y="265214"/>
                  </a:lnTo>
                  <a:lnTo>
                    <a:pt x="5389177" y="265214"/>
                  </a:lnTo>
                  <a:lnTo>
                    <a:pt x="5389271" y="265214"/>
                  </a:lnTo>
                  <a:lnTo>
                    <a:pt x="5389365" y="265214"/>
                  </a:lnTo>
                  <a:lnTo>
                    <a:pt x="5389459" y="265214"/>
                  </a:lnTo>
                  <a:lnTo>
                    <a:pt x="5389553" y="265214"/>
                  </a:lnTo>
                  <a:lnTo>
                    <a:pt x="5389647" y="265214"/>
                  </a:lnTo>
                  <a:lnTo>
                    <a:pt x="5389742" y="265214"/>
                  </a:lnTo>
                  <a:lnTo>
                    <a:pt x="5389836" y="265214"/>
                  </a:lnTo>
                  <a:lnTo>
                    <a:pt x="5389930" y="265214"/>
                  </a:lnTo>
                  <a:lnTo>
                    <a:pt x="5390024" y="265214"/>
                  </a:lnTo>
                  <a:lnTo>
                    <a:pt x="5390118" y="265214"/>
                  </a:lnTo>
                  <a:lnTo>
                    <a:pt x="5390212" y="265214"/>
                  </a:lnTo>
                  <a:lnTo>
                    <a:pt x="5390306" y="265214"/>
                  </a:lnTo>
                  <a:lnTo>
                    <a:pt x="5390401" y="265214"/>
                  </a:lnTo>
                  <a:lnTo>
                    <a:pt x="5390495" y="265214"/>
                  </a:lnTo>
                  <a:lnTo>
                    <a:pt x="5390589" y="265214"/>
                  </a:lnTo>
                  <a:lnTo>
                    <a:pt x="5390683" y="265214"/>
                  </a:lnTo>
                  <a:lnTo>
                    <a:pt x="5390777" y="265214"/>
                  </a:lnTo>
                  <a:lnTo>
                    <a:pt x="5390871" y="265214"/>
                  </a:lnTo>
                  <a:lnTo>
                    <a:pt x="5390966" y="265214"/>
                  </a:lnTo>
                  <a:lnTo>
                    <a:pt x="5391060" y="265214"/>
                  </a:lnTo>
                  <a:lnTo>
                    <a:pt x="5391154" y="265214"/>
                  </a:lnTo>
                  <a:lnTo>
                    <a:pt x="5391248" y="265214"/>
                  </a:lnTo>
                  <a:lnTo>
                    <a:pt x="5391342" y="265214"/>
                  </a:lnTo>
                  <a:lnTo>
                    <a:pt x="5391436" y="265214"/>
                  </a:lnTo>
                  <a:lnTo>
                    <a:pt x="5391530" y="265214"/>
                  </a:lnTo>
                  <a:lnTo>
                    <a:pt x="5391625" y="265214"/>
                  </a:lnTo>
                  <a:lnTo>
                    <a:pt x="5391719" y="265214"/>
                  </a:lnTo>
                  <a:lnTo>
                    <a:pt x="5391813" y="265214"/>
                  </a:lnTo>
                  <a:lnTo>
                    <a:pt x="5391907" y="265214"/>
                  </a:lnTo>
                  <a:lnTo>
                    <a:pt x="5392001" y="265214"/>
                  </a:lnTo>
                  <a:lnTo>
                    <a:pt x="5392095" y="265214"/>
                  </a:lnTo>
                  <a:lnTo>
                    <a:pt x="5392190" y="265214"/>
                  </a:lnTo>
                  <a:lnTo>
                    <a:pt x="5392284" y="265214"/>
                  </a:lnTo>
                  <a:lnTo>
                    <a:pt x="5392378" y="265214"/>
                  </a:lnTo>
                  <a:lnTo>
                    <a:pt x="5392472" y="265214"/>
                  </a:lnTo>
                  <a:lnTo>
                    <a:pt x="5392566" y="265214"/>
                  </a:lnTo>
                  <a:lnTo>
                    <a:pt x="5392660" y="265214"/>
                  </a:lnTo>
                  <a:lnTo>
                    <a:pt x="5392754" y="265214"/>
                  </a:lnTo>
                  <a:lnTo>
                    <a:pt x="5392849" y="265214"/>
                  </a:lnTo>
                  <a:lnTo>
                    <a:pt x="5392943" y="265214"/>
                  </a:lnTo>
                  <a:lnTo>
                    <a:pt x="5393037" y="265214"/>
                  </a:lnTo>
                  <a:lnTo>
                    <a:pt x="5393131" y="265214"/>
                  </a:lnTo>
                  <a:lnTo>
                    <a:pt x="5393225" y="265214"/>
                  </a:lnTo>
                  <a:lnTo>
                    <a:pt x="5393319" y="265214"/>
                  </a:lnTo>
                  <a:lnTo>
                    <a:pt x="5393413" y="265214"/>
                  </a:lnTo>
                  <a:lnTo>
                    <a:pt x="5393508" y="265214"/>
                  </a:lnTo>
                  <a:lnTo>
                    <a:pt x="5393602" y="265214"/>
                  </a:lnTo>
                  <a:lnTo>
                    <a:pt x="5393696" y="265214"/>
                  </a:lnTo>
                  <a:lnTo>
                    <a:pt x="5393790" y="265214"/>
                  </a:lnTo>
                  <a:lnTo>
                    <a:pt x="5393884" y="265214"/>
                  </a:lnTo>
                  <a:lnTo>
                    <a:pt x="5393978" y="265214"/>
                  </a:lnTo>
                  <a:lnTo>
                    <a:pt x="5394073" y="265214"/>
                  </a:lnTo>
                  <a:lnTo>
                    <a:pt x="5394167" y="265214"/>
                  </a:lnTo>
                  <a:lnTo>
                    <a:pt x="5394261" y="265214"/>
                  </a:lnTo>
                  <a:lnTo>
                    <a:pt x="5394355" y="265214"/>
                  </a:lnTo>
                  <a:lnTo>
                    <a:pt x="5394449" y="265214"/>
                  </a:lnTo>
                  <a:lnTo>
                    <a:pt x="5394543" y="265214"/>
                  </a:lnTo>
                  <a:lnTo>
                    <a:pt x="5394637" y="265214"/>
                  </a:lnTo>
                  <a:lnTo>
                    <a:pt x="5394732" y="265214"/>
                  </a:lnTo>
                  <a:lnTo>
                    <a:pt x="5394826" y="265214"/>
                  </a:lnTo>
                  <a:lnTo>
                    <a:pt x="5394920" y="265214"/>
                  </a:lnTo>
                  <a:lnTo>
                    <a:pt x="5395014" y="265214"/>
                  </a:lnTo>
                  <a:lnTo>
                    <a:pt x="5395108" y="265214"/>
                  </a:lnTo>
                  <a:lnTo>
                    <a:pt x="5395202" y="265214"/>
                  </a:lnTo>
                  <a:lnTo>
                    <a:pt x="5395297" y="265214"/>
                  </a:lnTo>
                  <a:lnTo>
                    <a:pt x="5395391" y="265214"/>
                  </a:lnTo>
                  <a:lnTo>
                    <a:pt x="5395485" y="265214"/>
                  </a:lnTo>
                  <a:lnTo>
                    <a:pt x="5395579" y="265214"/>
                  </a:lnTo>
                  <a:lnTo>
                    <a:pt x="5395673" y="265214"/>
                  </a:lnTo>
                  <a:lnTo>
                    <a:pt x="5395767" y="265214"/>
                  </a:lnTo>
                  <a:lnTo>
                    <a:pt x="5395861" y="265214"/>
                  </a:lnTo>
                  <a:lnTo>
                    <a:pt x="5395956" y="265214"/>
                  </a:lnTo>
                  <a:lnTo>
                    <a:pt x="5396050" y="265214"/>
                  </a:lnTo>
                  <a:lnTo>
                    <a:pt x="5396144" y="265214"/>
                  </a:lnTo>
                  <a:lnTo>
                    <a:pt x="5396238" y="265214"/>
                  </a:lnTo>
                  <a:lnTo>
                    <a:pt x="5396332" y="265214"/>
                  </a:lnTo>
                  <a:lnTo>
                    <a:pt x="5396426" y="265214"/>
                  </a:lnTo>
                  <a:lnTo>
                    <a:pt x="5396521" y="265214"/>
                  </a:lnTo>
                  <a:lnTo>
                    <a:pt x="5396615" y="265214"/>
                  </a:lnTo>
                  <a:lnTo>
                    <a:pt x="5396709" y="265214"/>
                  </a:lnTo>
                  <a:lnTo>
                    <a:pt x="5396803" y="265214"/>
                  </a:lnTo>
                  <a:lnTo>
                    <a:pt x="5396897" y="265214"/>
                  </a:lnTo>
                  <a:lnTo>
                    <a:pt x="5396991" y="265214"/>
                  </a:lnTo>
                  <a:lnTo>
                    <a:pt x="5397085" y="265214"/>
                  </a:lnTo>
                  <a:lnTo>
                    <a:pt x="5397180" y="265214"/>
                  </a:lnTo>
                  <a:lnTo>
                    <a:pt x="5397274" y="265214"/>
                  </a:lnTo>
                  <a:lnTo>
                    <a:pt x="5397368" y="265214"/>
                  </a:lnTo>
                  <a:lnTo>
                    <a:pt x="5397462" y="265214"/>
                  </a:lnTo>
                  <a:lnTo>
                    <a:pt x="5397556" y="265214"/>
                  </a:lnTo>
                  <a:lnTo>
                    <a:pt x="5397650" y="265214"/>
                  </a:lnTo>
                  <a:lnTo>
                    <a:pt x="5397744" y="265214"/>
                  </a:lnTo>
                  <a:lnTo>
                    <a:pt x="5397839" y="265214"/>
                  </a:lnTo>
                  <a:lnTo>
                    <a:pt x="5397933" y="265214"/>
                  </a:lnTo>
                  <a:lnTo>
                    <a:pt x="5398027" y="265214"/>
                  </a:lnTo>
                  <a:lnTo>
                    <a:pt x="5398121" y="265214"/>
                  </a:lnTo>
                  <a:lnTo>
                    <a:pt x="5398215" y="265214"/>
                  </a:lnTo>
                  <a:lnTo>
                    <a:pt x="5398309" y="265214"/>
                  </a:lnTo>
                  <a:lnTo>
                    <a:pt x="5398404" y="265214"/>
                  </a:lnTo>
                  <a:lnTo>
                    <a:pt x="5398498" y="265214"/>
                  </a:lnTo>
                  <a:lnTo>
                    <a:pt x="5398592" y="265214"/>
                  </a:lnTo>
                  <a:lnTo>
                    <a:pt x="5398686" y="265214"/>
                  </a:lnTo>
                  <a:lnTo>
                    <a:pt x="5398780" y="265214"/>
                  </a:lnTo>
                  <a:lnTo>
                    <a:pt x="5398874" y="265214"/>
                  </a:lnTo>
                  <a:lnTo>
                    <a:pt x="5398968" y="265214"/>
                  </a:lnTo>
                  <a:lnTo>
                    <a:pt x="5399063" y="265214"/>
                  </a:lnTo>
                  <a:lnTo>
                    <a:pt x="5399157" y="265214"/>
                  </a:lnTo>
                  <a:lnTo>
                    <a:pt x="5399251" y="265214"/>
                  </a:lnTo>
                  <a:lnTo>
                    <a:pt x="5399345" y="265214"/>
                  </a:lnTo>
                  <a:lnTo>
                    <a:pt x="5399439" y="265214"/>
                  </a:lnTo>
                  <a:lnTo>
                    <a:pt x="5399533" y="265214"/>
                  </a:lnTo>
                  <a:lnTo>
                    <a:pt x="5399628" y="265214"/>
                  </a:lnTo>
                  <a:lnTo>
                    <a:pt x="5399722" y="265214"/>
                  </a:lnTo>
                  <a:lnTo>
                    <a:pt x="5399816" y="265214"/>
                  </a:lnTo>
                  <a:lnTo>
                    <a:pt x="5399910" y="265214"/>
                  </a:lnTo>
                  <a:lnTo>
                    <a:pt x="5400004" y="265214"/>
                  </a:lnTo>
                  <a:lnTo>
                    <a:pt x="5400098" y="265214"/>
                  </a:lnTo>
                  <a:lnTo>
                    <a:pt x="5400192" y="265214"/>
                  </a:lnTo>
                  <a:lnTo>
                    <a:pt x="5400287" y="265214"/>
                  </a:lnTo>
                  <a:lnTo>
                    <a:pt x="5400381" y="265214"/>
                  </a:lnTo>
                  <a:lnTo>
                    <a:pt x="5400475" y="265214"/>
                  </a:lnTo>
                  <a:lnTo>
                    <a:pt x="5400569" y="265214"/>
                  </a:lnTo>
                  <a:lnTo>
                    <a:pt x="5400663" y="265214"/>
                  </a:lnTo>
                  <a:lnTo>
                    <a:pt x="5400757" y="265214"/>
                  </a:lnTo>
                  <a:lnTo>
                    <a:pt x="5400852" y="265214"/>
                  </a:lnTo>
                  <a:lnTo>
                    <a:pt x="5400946" y="265214"/>
                  </a:lnTo>
                  <a:lnTo>
                    <a:pt x="5401040" y="265214"/>
                  </a:lnTo>
                  <a:lnTo>
                    <a:pt x="5401134" y="265214"/>
                  </a:lnTo>
                  <a:lnTo>
                    <a:pt x="5401228" y="265214"/>
                  </a:lnTo>
                  <a:lnTo>
                    <a:pt x="5401322" y="265214"/>
                  </a:lnTo>
                  <a:lnTo>
                    <a:pt x="5401416" y="265214"/>
                  </a:lnTo>
                  <a:lnTo>
                    <a:pt x="5401511" y="265214"/>
                  </a:lnTo>
                  <a:lnTo>
                    <a:pt x="5401605" y="265214"/>
                  </a:lnTo>
                  <a:lnTo>
                    <a:pt x="5401699" y="265214"/>
                  </a:lnTo>
                  <a:lnTo>
                    <a:pt x="5401793" y="265214"/>
                  </a:lnTo>
                  <a:lnTo>
                    <a:pt x="5401887" y="265214"/>
                  </a:lnTo>
                  <a:lnTo>
                    <a:pt x="5401981" y="265214"/>
                  </a:lnTo>
                  <a:lnTo>
                    <a:pt x="5402075" y="265214"/>
                  </a:lnTo>
                  <a:lnTo>
                    <a:pt x="5402170" y="265214"/>
                  </a:lnTo>
                  <a:lnTo>
                    <a:pt x="5402264" y="265214"/>
                  </a:lnTo>
                  <a:lnTo>
                    <a:pt x="5402358" y="265214"/>
                  </a:lnTo>
                  <a:lnTo>
                    <a:pt x="5402452" y="265214"/>
                  </a:lnTo>
                  <a:lnTo>
                    <a:pt x="5402546" y="265214"/>
                  </a:lnTo>
                  <a:lnTo>
                    <a:pt x="5402640" y="265214"/>
                  </a:lnTo>
                  <a:lnTo>
                    <a:pt x="5402735" y="265214"/>
                  </a:lnTo>
                  <a:lnTo>
                    <a:pt x="5402829" y="265214"/>
                  </a:lnTo>
                  <a:lnTo>
                    <a:pt x="5402923" y="265214"/>
                  </a:lnTo>
                  <a:lnTo>
                    <a:pt x="5403017" y="265214"/>
                  </a:lnTo>
                  <a:lnTo>
                    <a:pt x="5403111" y="265214"/>
                  </a:lnTo>
                  <a:lnTo>
                    <a:pt x="5403205" y="265214"/>
                  </a:lnTo>
                  <a:lnTo>
                    <a:pt x="5403299" y="265214"/>
                  </a:lnTo>
                  <a:lnTo>
                    <a:pt x="5403394" y="265214"/>
                  </a:lnTo>
                  <a:lnTo>
                    <a:pt x="5403488" y="265214"/>
                  </a:lnTo>
                  <a:lnTo>
                    <a:pt x="5403582" y="265214"/>
                  </a:lnTo>
                  <a:lnTo>
                    <a:pt x="5403676" y="265214"/>
                  </a:lnTo>
                  <a:lnTo>
                    <a:pt x="5403770" y="265214"/>
                  </a:lnTo>
                  <a:lnTo>
                    <a:pt x="5403864" y="265214"/>
                  </a:lnTo>
                  <a:lnTo>
                    <a:pt x="5403959" y="265214"/>
                  </a:lnTo>
                  <a:lnTo>
                    <a:pt x="5404053" y="265214"/>
                  </a:lnTo>
                  <a:lnTo>
                    <a:pt x="5404147" y="265214"/>
                  </a:lnTo>
                  <a:lnTo>
                    <a:pt x="5404241" y="265214"/>
                  </a:lnTo>
                  <a:lnTo>
                    <a:pt x="5404335" y="265214"/>
                  </a:lnTo>
                  <a:lnTo>
                    <a:pt x="5404429" y="265214"/>
                  </a:lnTo>
                  <a:lnTo>
                    <a:pt x="5404523" y="265214"/>
                  </a:lnTo>
                  <a:lnTo>
                    <a:pt x="5404618" y="265214"/>
                  </a:lnTo>
                  <a:lnTo>
                    <a:pt x="5404712" y="265214"/>
                  </a:lnTo>
                  <a:lnTo>
                    <a:pt x="5404806" y="265214"/>
                  </a:lnTo>
                  <a:lnTo>
                    <a:pt x="5404900" y="265214"/>
                  </a:lnTo>
                  <a:lnTo>
                    <a:pt x="5404994" y="265214"/>
                  </a:lnTo>
                  <a:lnTo>
                    <a:pt x="5405088" y="265214"/>
                  </a:lnTo>
                  <a:lnTo>
                    <a:pt x="5405183" y="265214"/>
                  </a:lnTo>
                  <a:lnTo>
                    <a:pt x="5405277" y="265214"/>
                  </a:lnTo>
                  <a:lnTo>
                    <a:pt x="5405371" y="265214"/>
                  </a:lnTo>
                  <a:lnTo>
                    <a:pt x="5405465" y="265214"/>
                  </a:lnTo>
                  <a:lnTo>
                    <a:pt x="5405559" y="265214"/>
                  </a:lnTo>
                  <a:lnTo>
                    <a:pt x="5405653" y="265214"/>
                  </a:lnTo>
                  <a:lnTo>
                    <a:pt x="5405747" y="265214"/>
                  </a:lnTo>
                  <a:lnTo>
                    <a:pt x="5405842" y="265214"/>
                  </a:lnTo>
                  <a:lnTo>
                    <a:pt x="5405936" y="265214"/>
                  </a:lnTo>
                  <a:lnTo>
                    <a:pt x="5406030" y="265214"/>
                  </a:lnTo>
                  <a:lnTo>
                    <a:pt x="5406124" y="265214"/>
                  </a:lnTo>
                  <a:lnTo>
                    <a:pt x="5406218" y="265214"/>
                  </a:lnTo>
                  <a:lnTo>
                    <a:pt x="5406312" y="265214"/>
                  </a:lnTo>
                  <a:lnTo>
                    <a:pt x="5406407" y="265214"/>
                  </a:lnTo>
                  <a:lnTo>
                    <a:pt x="5406501" y="265214"/>
                  </a:lnTo>
                  <a:lnTo>
                    <a:pt x="5406595" y="265214"/>
                  </a:lnTo>
                  <a:lnTo>
                    <a:pt x="5406689" y="265214"/>
                  </a:lnTo>
                  <a:lnTo>
                    <a:pt x="5406783" y="265214"/>
                  </a:lnTo>
                  <a:lnTo>
                    <a:pt x="5406877" y="265214"/>
                  </a:lnTo>
                  <a:lnTo>
                    <a:pt x="5406971" y="265214"/>
                  </a:lnTo>
                  <a:lnTo>
                    <a:pt x="5407066" y="265214"/>
                  </a:lnTo>
                  <a:lnTo>
                    <a:pt x="5407160" y="265214"/>
                  </a:lnTo>
                  <a:lnTo>
                    <a:pt x="5407254" y="265214"/>
                  </a:lnTo>
                  <a:lnTo>
                    <a:pt x="5407348" y="265214"/>
                  </a:lnTo>
                  <a:lnTo>
                    <a:pt x="5407442" y="265214"/>
                  </a:lnTo>
                  <a:lnTo>
                    <a:pt x="5407536" y="265214"/>
                  </a:lnTo>
                  <a:lnTo>
                    <a:pt x="5407630" y="265214"/>
                  </a:lnTo>
                  <a:lnTo>
                    <a:pt x="5407725" y="265214"/>
                  </a:lnTo>
                  <a:lnTo>
                    <a:pt x="5407819" y="265214"/>
                  </a:lnTo>
                  <a:lnTo>
                    <a:pt x="5407913" y="265214"/>
                  </a:lnTo>
                  <a:lnTo>
                    <a:pt x="5408007" y="265214"/>
                  </a:lnTo>
                  <a:lnTo>
                    <a:pt x="5408101" y="265214"/>
                  </a:lnTo>
                  <a:lnTo>
                    <a:pt x="5408195" y="265214"/>
                  </a:lnTo>
                  <a:lnTo>
                    <a:pt x="5408290" y="265214"/>
                  </a:lnTo>
                  <a:lnTo>
                    <a:pt x="5408384" y="265214"/>
                  </a:lnTo>
                  <a:lnTo>
                    <a:pt x="5408478" y="265214"/>
                  </a:lnTo>
                  <a:lnTo>
                    <a:pt x="5408572" y="265214"/>
                  </a:lnTo>
                  <a:lnTo>
                    <a:pt x="5408666" y="265214"/>
                  </a:lnTo>
                  <a:lnTo>
                    <a:pt x="5408760" y="265214"/>
                  </a:lnTo>
                  <a:lnTo>
                    <a:pt x="5408854" y="265214"/>
                  </a:lnTo>
                  <a:lnTo>
                    <a:pt x="5408949" y="265214"/>
                  </a:lnTo>
                  <a:lnTo>
                    <a:pt x="5409043" y="265214"/>
                  </a:lnTo>
                  <a:lnTo>
                    <a:pt x="5409137" y="265214"/>
                  </a:lnTo>
                  <a:lnTo>
                    <a:pt x="5409231" y="265214"/>
                  </a:lnTo>
                  <a:lnTo>
                    <a:pt x="5409325" y="265214"/>
                  </a:lnTo>
                  <a:lnTo>
                    <a:pt x="5409419" y="265214"/>
                  </a:lnTo>
                  <a:lnTo>
                    <a:pt x="5409514" y="265214"/>
                  </a:lnTo>
                  <a:lnTo>
                    <a:pt x="5409608" y="265214"/>
                  </a:lnTo>
                  <a:lnTo>
                    <a:pt x="5409702" y="265214"/>
                  </a:lnTo>
                  <a:lnTo>
                    <a:pt x="5409796" y="265214"/>
                  </a:lnTo>
                  <a:lnTo>
                    <a:pt x="5409890" y="265214"/>
                  </a:lnTo>
                  <a:lnTo>
                    <a:pt x="5409984" y="265214"/>
                  </a:lnTo>
                  <a:lnTo>
                    <a:pt x="5410078" y="265214"/>
                  </a:lnTo>
                  <a:lnTo>
                    <a:pt x="5410173" y="265214"/>
                  </a:lnTo>
                  <a:lnTo>
                    <a:pt x="5410267" y="265214"/>
                  </a:lnTo>
                  <a:lnTo>
                    <a:pt x="5410361" y="265214"/>
                  </a:lnTo>
                  <a:lnTo>
                    <a:pt x="5410455" y="265214"/>
                  </a:lnTo>
                  <a:lnTo>
                    <a:pt x="5410549" y="265214"/>
                  </a:lnTo>
                  <a:lnTo>
                    <a:pt x="5410643" y="265214"/>
                  </a:lnTo>
                  <a:lnTo>
                    <a:pt x="5410738" y="265214"/>
                  </a:lnTo>
                  <a:lnTo>
                    <a:pt x="5410832" y="265214"/>
                  </a:lnTo>
                  <a:lnTo>
                    <a:pt x="5410926" y="265214"/>
                  </a:lnTo>
                  <a:lnTo>
                    <a:pt x="5411020" y="265214"/>
                  </a:lnTo>
                  <a:lnTo>
                    <a:pt x="5411114" y="265214"/>
                  </a:lnTo>
                  <a:lnTo>
                    <a:pt x="5411208" y="265214"/>
                  </a:lnTo>
                  <a:lnTo>
                    <a:pt x="5411302" y="265214"/>
                  </a:lnTo>
                  <a:lnTo>
                    <a:pt x="5411397" y="265214"/>
                  </a:lnTo>
                  <a:lnTo>
                    <a:pt x="5411491" y="265214"/>
                  </a:lnTo>
                  <a:lnTo>
                    <a:pt x="5411585" y="265214"/>
                  </a:lnTo>
                  <a:lnTo>
                    <a:pt x="5411679" y="265214"/>
                  </a:lnTo>
                  <a:lnTo>
                    <a:pt x="5411773" y="265214"/>
                  </a:lnTo>
                  <a:lnTo>
                    <a:pt x="5411867" y="265214"/>
                  </a:lnTo>
                  <a:lnTo>
                    <a:pt x="5411961" y="265214"/>
                  </a:lnTo>
                  <a:lnTo>
                    <a:pt x="5412056" y="265214"/>
                  </a:lnTo>
                  <a:lnTo>
                    <a:pt x="5412150" y="265214"/>
                  </a:lnTo>
                  <a:lnTo>
                    <a:pt x="5412244" y="265214"/>
                  </a:lnTo>
                  <a:lnTo>
                    <a:pt x="5412338" y="265214"/>
                  </a:lnTo>
                  <a:lnTo>
                    <a:pt x="5412432" y="265214"/>
                  </a:lnTo>
                  <a:lnTo>
                    <a:pt x="5412526" y="265214"/>
                  </a:lnTo>
                  <a:lnTo>
                    <a:pt x="5412621" y="265214"/>
                  </a:lnTo>
                  <a:lnTo>
                    <a:pt x="5412715" y="265214"/>
                  </a:lnTo>
                  <a:lnTo>
                    <a:pt x="5412809" y="265214"/>
                  </a:lnTo>
                  <a:lnTo>
                    <a:pt x="5412903" y="265214"/>
                  </a:lnTo>
                  <a:lnTo>
                    <a:pt x="5412997" y="265214"/>
                  </a:lnTo>
                  <a:lnTo>
                    <a:pt x="5413091" y="265214"/>
                  </a:lnTo>
                  <a:lnTo>
                    <a:pt x="5413185" y="265214"/>
                  </a:lnTo>
                  <a:lnTo>
                    <a:pt x="5413280" y="265214"/>
                  </a:lnTo>
                  <a:lnTo>
                    <a:pt x="5413374" y="265214"/>
                  </a:lnTo>
                  <a:lnTo>
                    <a:pt x="5413468" y="265214"/>
                  </a:lnTo>
                  <a:lnTo>
                    <a:pt x="5413562" y="265214"/>
                  </a:lnTo>
                  <a:lnTo>
                    <a:pt x="5413656" y="265214"/>
                  </a:lnTo>
                  <a:lnTo>
                    <a:pt x="5413750" y="265214"/>
                  </a:lnTo>
                  <a:lnTo>
                    <a:pt x="5413845" y="265214"/>
                  </a:lnTo>
                  <a:lnTo>
                    <a:pt x="5413939" y="265214"/>
                  </a:lnTo>
                  <a:lnTo>
                    <a:pt x="5414033" y="265214"/>
                  </a:lnTo>
                  <a:lnTo>
                    <a:pt x="5414127" y="265214"/>
                  </a:lnTo>
                  <a:lnTo>
                    <a:pt x="5414221" y="265214"/>
                  </a:lnTo>
                  <a:lnTo>
                    <a:pt x="5414315" y="265214"/>
                  </a:lnTo>
                  <a:lnTo>
                    <a:pt x="5414409" y="265214"/>
                  </a:lnTo>
                  <a:lnTo>
                    <a:pt x="5414504" y="265214"/>
                  </a:lnTo>
                  <a:lnTo>
                    <a:pt x="5414598" y="265214"/>
                  </a:lnTo>
                  <a:lnTo>
                    <a:pt x="5414692" y="265214"/>
                  </a:lnTo>
                  <a:lnTo>
                    <a:pt x="5414786" y="265214"/>
                  </a:lnTo>
                  <a:lnTo>
                    <a:pt x="5414880" y="265214"/>
                  </a:lnTo>
                  <a:lnTo>
                    <a:pt x="5414974" y="265214"/>
                  </a:lnTo>
                  <a:lnTo>
                    <a:pt x="5415069" y="265214"/>
                  </a:lnTo>
                  <a:lnTo>
                    <a:pt x="5415163" y="265214"/>
                  </a:lnTo>
                  <a:lnTo>
                    <a:pt x="5415257" y="265214"/>
                  </a:lnTo>
                  <a:lnTo>
                    <a:pt x="5415351" y="265214"/>
                  </a:lnTo>
                  <a:lnTo>
                    <a:pt x="5415445" y="265214"/>
                  </a:lnTo>
                  <a:lnTo>
                    <a:pt x="5415539" y="265214"/>
                  </a:lnTo>
                  <a:lnTo>
                    <a:pt x="5415633" y="265214"/>
                  </a:lnTo>
                  <a:lnTo>
                    <a:pt x="5415728" y="265214"/>
                  </a:lnTo>
                  <a:lnTo>
                    <a:pt x="5415822" y="265214"/>
                  </a:lnTo>
                  <a:lnTo>
                    <a:pt x="5415916" y="265214"/>
                  </a:lnTo>
                  <a:lnTo>
                    <a:pt x="5416010" y="265214"/>
                  </a:lnTo>
                  <a:lnTo>
                    <a:pt x="5416104" y="265214"/>
                  </a:lnTo>
                  <a:lnTo>
                    <a:pt x="5416198" y="265214"/>
                  </a:lnTo>
                  <a:lnTo>
                    <a:pt x="5416292" y="265214"/>
                  </a:lnTo>
                  <a:lnTo>
                    <a:pt x="5416387" y="265214"/>
                  </a:lnTo>
                  <a:lnTo>
                    <a:pt x="5416481" y="265214"/>
                  </a:lnTo>
                  <a:lnTo>
                    <a:pt x="5416575" y="265214"/>
                  </a:lnTo>
                  <a:lnTo>
                    <a:pt x="5416669" y="265214"/>
                  </a:lnTo>
                  <a:lnTo>
                    <a:pt x="5416763" y="265214"/>
                  </a:lnTo>
                  <a:lnTo>
                    <a:pt x="5416857" y="265214"/>
                  </a:lnTo>
                  <a:lnTo>
                    <a:pt x="5416952" y="265214"/>
                  </a:lnTo>
                  <a:lnTo>
                    <a:pt x="5417046" y="265214"/>
                  </a:lnTo>
                  <a:lnTo>
                    <a:pt x="5417140" y="265214"/>
                  </a:lnTo>
                  <a:lnTo>
                    <a:pt x="5417234" y="265214"/>
                  </a:lnTo>
                  <a:lnTo>
                    <a:pt x="5417328" y="265214"/>
                  </a:lnTo>
                  <a:lnTo>
                    <a:pt x="5417422" y="265214"/>
                  </a:lnTo>
                  <a:lnTo>
                    <a:pt x="5417516" y="265214"/>
                  </a:lnTo>
                  <a:lnTo>
                    <a:pt x="5417611" y="265214"/>
                  </a:lnTo>
                  <a:lnTo>
                    <a:pt x="5417705" y="265214"/>
                  </a:lnTo>
                  <a:lnTo>
                    <a:pt x="5417799" y="265214"/>
                  </a:lnTo>
                  <a:lnTo>
                    <a:pt x="5417799" y="260302"/>
                  </a:lnTo>
                  <a:lnTo>
                    <a:pt x="5417893" y="260302"/>
                  </a:lnTo>
                  <a:lnTo>
                    <a:pt x="5417987" y="260302"/>
                  </a:lnTo>
                  <a:lnTo>
                    <a:pt x="5418081" y="260302"/>
                  </a:lnTo>
                  <a:lnTo>
                    <a:pt x="5418176" y="260302"/>
                  </a:lnTo>
                  <a:lnTo>
                    <a:pt x="5418270" y="260302"/>
                  </a:lnTo>
                  <a:lnTo>
                    <a:pt x="5418364" y="260302"/>
                  </a:lnTo>
                  <a:lnTo>
                    <a:pt x="5418458" y="260302"/>
                  </a:lnTo>
                  <a:lnTo>
                    <a:pt x="5418552" y="260302"/>
                  </a:lnTo>
                  <a:lnTo>
                    <a:pt x="5418646" y="260302"/>
                  </a:lnTo>
                  <a:lnTo>
                    <a:pt x="5418740" y="260302"/>
                  </a:lnTo>
                  <a:lnTo>
                    <a:pt x="5418835" y="260302"/>
                  </a:lnTo>
                  <a:lnTo>
                    <a:pt x="5418929" y="260302"/>
                  </a:lnTo>
                  <a:lnTo>
                    <a:pt x="5419023" y="260302"/>
                  </a:lnTo>
                  <a:lnTo>
                    <a:pt x="5419117" y="260302"/>
                  </a:lnTo>
                  <a:lnTo>
                    <a:pt x="5419211" y="260302"/>
                  </a:lnTo>
                  <a:lnTo>
                    <a:pt x="5419305" y="260302"/>
                  </a:lnTo>
                  <a:lnTo>
                    <a:pt x="5419400" y="260302"/>
                  </a:lnTo>
                  <a:lnTo>
                    <a:pt x="5419494" y="260302"/>
                  </a:lnTo>
                  <a:lnTo>
                    <a:pt x="5419588" y="260302"/>
                  </a:lnTo>
                  <a:lnTo>
                    <a:pt x="5419682" y="260302"/>
                  </a:lnTo>
                  <a:lnTo>
                    <a:pt x="5419776" y="260302"/>
                  </a:lnTo>
                  <a:lnTo>
                    <a:pt x="5419870" y="260302"/>
                  </a:lnTo>
                  <a:lnTo>
                    <a:pt x="5419964" y="260302"/>
                  </a:lnTo>
                  <a:lnTo>
                    <a:pt x="5420059" y="260302"/>
                  </a:lnTo>
                  <a:lnTo>
                    <a:pt x="5420153" y="260302"/>
                  </a:lnTo>
                  <a:lnTo>
                    <a:pt x="5420247" y="260302"/>
                  </a:lnTo>
                  <a:lnTo>
                    <a:pt x="5420341" y="260302"/>
                  </a:lnTo>
                  <a:lnTo>
                    <a:pt x="5420435" y="260302"/>
                  </a:lnTo>
                  <a:lnTo>
                    <a:pt x="5420529" y="260302"/>
                  </a:lnTo>
                  <a:lnTo>
                    <a:pt x="5420623" y="260302"/>
                  </a:lnTo>
                  <a:lnTo>
                    <a:pt x="5420718" y="260302"/>
                  </a:lnTo>
                  <a:lnTo>
                    <a:pt x="5420812" y="260302"/>
                  </a:lnTo>
                  <a:lnTo>
                    <a:pt x="5420906" y="260302"/>
                  </a:lnTo>
                  <a:lnTo>
                    <a:pt x="5421000" y="260302"/>
                  </a:lnTo>
                  <a:lnTo>
                    <a:pt x="5421094" y="260302"/>
                  </a:lnTo>
                  <a:lnTo>
                    <a:pt x="5421188" y="260302"/>
                  </a:lnTo>
                  <a:lnTo>
                    <a:pt x="5421283" y="260302"/>
                  </a:lnTo>
                  <a:lnTo>
                    <a:pt x="5421377" y="260302"/>
                  </a:lnTo>
                  <a:lnTo>
                    <a:pt x="5421471" y="260302"/>
                  </a:lnTo>
                  <a:lnTo>
                    <a:pt x="5421565" y="260302"/>
                  </a:lnTo>
                  <a:lnTo>
                    <a:pt x="5421659" y="260302"/>
                  </a:lnTo>
                  <a:lnTo>
                    <a:pt x="5421753" y="260302"/>
                  </a:lnTo>
                  <a:lnTo>
                    <a:pt x="5421847" y="260302"/>
                  </a:lnTo>
                  <a:lnTo>
                    <a:pt x="5421942" y="260302"/>
                  </a:lnTo>
                  <a:lnTo>
                    <a:pt x="5422036" y="260302"/>
                  </a:lnTo>
                  <a:lnTo>
                    <a:pt x="5422130" y="260302"/>
                  </a:lnTo>
                  <a:lnTo>
                    <a:pt x="5422224" y="260302"/>
                  </a:lnTo>
                  <a:lnTo>
                    <a:pt x="5422318" y="260302"/>
                  </a:lnTo>
                  <a:lnTo>
                    <a:pt x="5422412" y="260302"/>
                  </a:lnTo>
                  <a:lnTo>
                    <a:pt x="5422507" y="260302"/>
                  </a:lnTo>
                  <a:lnTo>
                    <a:pt x="5422601" y="260302"/>
                  </a:lnTo>
                  <a:lnTo>
                    <a:pt x="5422695" y="260302"/>
                  </a:lnTo>
                  <a:lnTo>
                    <a:pt x="5422789" y="260302"/>
                  </a:lnTo>
                  <a:lnTo>
                    <a:pt x="5422883" y="260302"/>
                  </a:lnTo>
                  <a:lnTo>
                    <a:pt x="5422977" y="260302"/>
                  </a:lnTo>
                  <a:lnTo>
                    <a:pt x="5423071" y="260302"/>
                  </a:lnTo>
                  <a:lnTo>
                    <a:pt x="5423166" y="260302"/>
                  </a:lnTo>
                  <a:lnTo>
                    <a:pt x="5423260" y="260302"/>
                  </a:lnTo>
                  <a:lnTo>
                    <a:pt x="5423354" y="260302"/>
                  </a:lnTo>
                  <a:lnTo>
                    <a:pt x="5423448" y="260302"/>
                  </a:lnTo>
                  <a:lnTo>
                    <a:pt x="5423542" y="260302"/>
                  </a:lnTo>
                  <a:lnTo>
                    <a:pt x="5423636" y="260302"/>
                  </a:lnTo>
                  <a:lnTo>
                    <a:pt x="5423731" y="260302"/>
                  </a:lnTo>
                  <a:lnTo>
                    <a:pt x="5423825" y="260302"/>
                  </a:lnTo>
                  <a:lnTo>
                    <a:pt x="5423919" y="260302"/>
                  </a:lnTo>
                  <a:lnTo>
                    <a:pt x="5424013" y="260302"/>
                  </a:lnTo>
                  <a:lnTo>
                    <a:pt x="5424107" y="260302"/>
                  </a:lnTo>
                  <a:lnTo>
                    <a:pt x="5424201" y="260302"/>
                  </a:lnTo>
                  <a:lnTo>
                    <a:pt x="5424295" y="260302"/>
                  </a:lnTo>
                  <a:lnTo>
                    <a:pt x="5424390" y="260302"/>
                  </a:lnTo>
                  <a:lnTo>
                    <a:pt x="5424484" y="260302"/>
                  </a:lnTo>
                  <a:lnTo>
                    <a:pt x="5424578" y="260302"/>
                  </a:lnTo>
                  <a:lnTo>
                    <a:pt x="5424672" y="260302"/>
                  </a:lnTo>
                  <a:lnTo>
                    <a:pt x="5424766" y="260302"/>
                  </a:lnTo>
                  <a:lnTo>
                    <a:pt x="5424860" y="260302"/>
                  </a:lnTo>
                  <a:lnTo>
                    <a:pt x="5424954" y="260302"/>
                  </a:lnTo>
                  <a:lnTo>
                    <a:pt x="5425049" y="260302"/>
                  </a:lnTo>
                  <a:lnTo>
                    <a:pt x="5425143" y="260302"/>
                  </a:lnTo>
                  <a:lnTo>
                    <a:pt x="5425237" y="260302"/>
                  </a:lnTo>
                  <a:lnTo>
                    <a:pt x="5425331" y="260302"/>
                  </a:lnTo>
                  <a:lnTo>
                    <a:pt x="5425425" y="260302"/>
                  </a:lnTo>
                  <a:lnTo>
                    <a:pt x="5425519" y="260302"/>
                  </a:lnTo>
                  <a:lnTo>
                    <a:pt x="5425614" y="260302"/>
                  </a:lnTo>
                  <a:lnTo>
                    <a:pt x="5425708" y="260302"/>
                  </a:lnTo>
                  <a:lnTo>
                    <a:pt x="5425802" y="260302"/>
                  </a:lnTo>
                  <a:lnTo>
                    <a:pt x="5425896" y="260302"/>
                  </a:lnTo>
                  <a:lnTo>
                    <a:pt x="5425990" y="260302"/>
                  </a:lnTo>
                  <a:lnTo>
                    <a:pt x="5426084" y="260302"/>
                  </a:lnTo>
                  <a:lnTo>
                    <a:pt x="5426178" y="260302"/>
                  </a:lnTo>
                  <a:lnTo>
                    <a:pt x="5426273" y="260302"/>
                  </a:lnTo>
                  <a:lnTo>
                    <a:pt x="5426367" y="260302"/>
                  </a:lnTo>
                  <a:lnTo>
                    <a:pt x="5426461" y="260302"/>
                  </a:lnTo>
                  <a:lnTo>
                    <a:pt x="5426555" y="260302"/>
                  </a:lnTo>
                  <a:lnTo>
                    <a:pt x="5426649" y="260302"/>
                  </a:lnTo>
                  <a:lnTo>
                    <a:pt x="5426743" y="260302"/>
                  </a:lnTo>
                  <a:lnTo>
                    <a:pt x="5426838" y="260302"/>
                  </a:lnTo>
                  <a:lnTo>
                    <a:pt x="5426932" y="260302"/>
                  </a:lnTo>
                  <a:lnTo>
                    <a:pt x="5427026" y="260302"/>
                  </a:lnTo>
                  <a:lnTo>
                    <a:pt x="5427120" y="260302"/>
                  </a:lnTo>
                  <a:lnTo>
                    <a:pt x="5427214" y="260302"/>
                  </a:lnTo>
                  <a:lnTo>
                    <a:pt x="5427308" y="260302"/>
                  </a:lnTo>
                  <a:lnTo>
                    <a:pt x="5427402" y="260302"/>
                  </a:lnTo>
                  <a:lnTo>
                    <a:pt x="5427497" y="260302"/>
                  </a:lnTo>
                  <a:lnTo>
                    <a:pt x="5427591" y="260302"/>
                  </a:lnTo>
                  <a:lnTo>
                    <a:pt x="5427685" y="260302"/>
                  </a:lnTo>
                  <a:lnTo>
                    <a:pt x="5427779" y="260302"/>
                  </a:lnTo>
                  <a:lnTo>
                    <a:pt x="5427873" y="260302"/>
                  </a:lnTo>
                  <a:lnTo>
                    <a:pt x="5427967" y="260302"/>
                  </a:lnTo>
                  <a:lnTo>
                    <a:pt x="5428062" y="260302"/>
                  </a:lnTo>
                  <a:lnTo>
                    <a:pt x="5428156" y="260302"/>
                  </a:lnTo>
                  <a:lnTo>
                    <a:pt x="5428250" y="260302"/>
                  </a:lnTo>
                  <a:lnTo>
                    <a:pt x="5428344" y="260302"/>
                  </a:lnTo>
                  <a:lnTo>
                    <a:pt x="5428438" y="260302"/>
                  </a:lnTo>
                  <a:lnTo>
                    <a:pt x="5428532" y="260302"/>
                  </a:lnTo>
                  <a:lnTo>
                    <a:pt x="5428626" y="260302"/>
                  </a:lnTo>
                  <a:lnTo>
                    <a:pt x="5428721" y="260302"/>
                  </a:lnTo>
                  <a:lnTo>
                    <a:pt x="5428815" y="260302"/>
                  </a:lnTo>
                  <a:lnTo>
                    <a:pt x="5428909" y="260302"/>
                  </a:lnTo>
                  <a:lnTo>
                    <a:pt x="5429003" y="260302"/>
                  </a:lnTo>
                  <a:lnTo>
                    <a:pt x="5429097" y="260302"/>
                  </a:lnTo>
                  <a:lnTo>
                    <a:pt x="5429191" y="260302"/>
                  </a:lnTo>
                  <a:lnTo>
                    <a:pt x="5429285" y="260302"/>
                  </a:lnTo>
                  <a:lnTo>
                    <a:pt x="5429380" y="260302"/>
                  </a:lnTo>
                  <a:lnTo>
                    <a:pt x="5429474" y="260302"/>
                  </a:lnTo>
                  <a:lnTo>
                    <a:pt x="5429568" y="260302"/>
                  </a:lnTo>
                  <a:lnTo>
                    <a:pt x="5429662" y="260302"/>
                  </a:lnTo>
                  <a:lnTo>
                    <a:pt x="5429756" y="260302"/>
                  </a:lnTo>
                  <a:lnTo>
                    <a:pt x="5429850" y="260302"/>
                  </a:lnTo>
                  <a:lnTo>
                    <a:pt x="5429945" y="260302"/>
                  </a:lnTo>
                  <a:lnTo>
                    <a:pt x="5430039" y="260302"/>
                  </a:lnTo>
                  <a:lnTo>
                    <a:pt x="5430133" y="260302"/>
                  </a:lnTo>
                  <a:lnTo>
                    <a:pt x="5430227" y="260302"/>
                  </a:lnTo>
                  <a:lnTo>
                    <a:pt x="5430321" y="260302"/>
                  </a:lnTo>
                  <a:lnTo>
                    <a:pt x="5430415" y="260302"/>
                  </a:lnTo>
                  <a:lnTo>
                    <a:pt x="5430509" y="260302"/>
                  </a:lnTo>
                  <a:lnTo>
                    <a:pt x="5430604" y="260302"/>
                  </a:lnTo>
                  <a:lnTo>
                    <a:pt x="5430698" y="260302"/>
                  </a:lnTo>
                  <a:lnTo>
                    <a:pt x="5430792" y="260302"/>
                  </a:lnTo>
                  <a:lnTo>
                    <a:pt x="5430886" y="260302"/>
                  </a:lnTo>
                  <a:lnTo>
                    <a:pt x="5430980" y="260302"/>
                  </a:lnTo>
                  <a:lnTo>
                    <a:pt x="5431074" y="260302"/>
                  </a:lnTo>
                  <a:lnTo>
                    <a:pt x="5431169" y="260302"/>
                  </a:lnTo>
                  <a:lnTo>
                    <a:pt x="5431263" y="260302"/>
                  </a:lnTo>
                  <a:lnTo>
                    <a:pt x="5431357" y="260302"/>
                  </a:lnTo>
                  <a:lnTo>
                    <a:pt x="5431451" y="260302"/>
                  </a:lnTo>
                  <a:lnTo>
                    <a:pt x="5431545" y="260302"/>
                  </a:lnTo>
                  <a:lnTo>
                    <a:pt x="5431639" y="260302"/>
                  </a:lnTo>
                  <a:lnTo>
                    <a:pt x="5431733" y="260302"/>
                  </a:lnTo>
                  <a:lnTo>
                    <a:pt x="5431828" y="260302"/>
                  </a:lnTo>
                  <a:lnTo>
                    <a:pt x="5431922" y="260302"/>
                  </a:lnTo>
                  <a:lnTo>
                    <a:pt x="5432016" y="260302"/>
                  </a:lnTo>
                  <a:lnTo>
                    <a:pt x="5432110" y="260302"/>
                  </a:lnTo>
                  <a:lnTo>
                    <a:pt x="5432204" y="260302"/>
                  </a:lnTo>
                  <a:lnTo>
                    <a:pt x="5432298" y="260302"/>
                  </a:lnTo>
                  <a:lnTo>
                    <a:pt x="5432393" y="260302"/>
                  </a:lnTo>
                  <a:lnTo>
                    <a:pt x="5432487" y="260302"/>
                  </a:lnTo>
                  <a:lnTo>
                    <a:pt x="5432581" y="260302"/>
                  </a:lnTo>
                  <a:lnTo>
                    <a:pt x="5432675" y="260302"/>
                  </a:lnTo>
                  <a:lnTo>
                    <a:pt x="5432769" y="260302"/>
                  </a:lnTo>
                  <a:lnTo>
                    <a:pt x="5432863" y="260302"/>
                  </a:lnTo>
                  <a:lnTo>
                    <a:pt x="5432957" y="260302"/>
                  </a:lnTo>
                  <a:lnTo>
                    <a:pt x="5433052" y="260302"/>
                  </a:lnTo>
                  <a:lnTo>
                    <a:pt x="5433146" y="260302"/>
                  </a:lnTo>
                  <a:lnTo>
                    <a:pt x="5433240" y="260302"/>
                  </a:lnTo>
                  <a:lnTo>
                    <a:pt x="5433334" y="260302"/>
                  </a:lnTo>
                  <a:lnTo>
                    <a:pt x="5433428" y="260302"/>
                  </a:lnTo>
                  <a:lnTo>
                    <a:pt x="5433522" y="260302"/>
                  </a:lnTo>
                  <a:lnTo>
                    <a:pt x="5433616" y="260302"/>
                  </a:lnTo>
                  <a:lnTo>
                    <a:pt x="5433711" y="260302"/>
                  </a:lnTo>
                  <a:lnTo>
                    <a:pt x="5433805" y="260302"/>
                  </a:lnTo>
                  <a:lnTo>
                    <a:pt x="5433899" y="260302"/>
                  </a:lnTo>
                  <a:lnTo>
                    <a:pt x="5433993" y="260302"/>
                  </a:lnTo>
                  <a:lnTo>
                    <a:pt x="5434087" y="260302"/>
                  </a:lnTo>
                  <a:lnTo>
                    <a:pt x="5434181" y="260302"/>
                  </a:lnTo>
                  <a:lnTo>
                    <a:pt x="5434276" y="260302"/>
                  </a:lnTo>
                  <a:lnTo>
                    <a:pt x="5434370" y="260302"/>
                  </a:lnTo>
                  <a:lnTo>
                    <a:pt x="5434464" y="260302"/>
                  </a:lnTo>
                  <a:lnTo>
                    <a:pt x="5434558" y="260302"/>
                  </a:lnTo>
                  <a:lnTo>
                    <a:pt x="5434652" y="260302"/>
                  </a:lnTo>
                  <a:lnTo>
                    <a:pt x="5434746" y="260302"/>
                  </a:lnTo>
                  <a:lnTo>
                    <a:pt x="5434840" y="260302"/>
                  </a:lnTo>
                  <a:lnTo>
                    <a:pt x="5434935" y="260302"/>
                  </a:lnTo>
                  <a:lnTo>
                    <a:pt x="5435029" y="260302"/>
                  </a:lnTo>
                  <a:lnTo>
                    <a:pt x="5435123" y="260302"/>
                  </a:lnTo>
                  <a:lnTo>
                    <a:pt x="5435217" y="260302"/>
                  </a:lnTo>
                  <a:lnTo>
                    <a:pt x="5435311" y="260302"/>
                  </a:lnTo>
                  <a:lnTo>
                    <a:pt x="5435405" y="260302"/>
                  </a:lnTo>
                  <a:lnTo>
                    <a:pt x="5435500" y="260302"/>
                  </a:lnTo>
                  <a:lnTo>
                    <a:pt x="5435594" y="260302"/>
                  </a:lnTo>
                  <a:lnTo>
                    <a:pt x="5435688" y="260302"/>
                  </a:lnTo>
                  <a:lnTo>
                    <a:pt x="5435782" y="260302"/>
                  </a:lnTo>
                  <a:lnTo>
                    <a:pt x="5435876" y="260302"/>
                  </a:lnTo>
                  <a:lnTo>
                    <a:pt x="5435970" y="260302"/>
                  </a:lnTo>
                  <a:lnTo>
                    <a:pt x="5436064" y="260302"/>
                  </a:lnTo>
                  <a:lnTo>
                    <a:pt x="5436159" y="260302"/>
                  </a:lnTo>
                  <a:lnTo>
                    <a:pt x="5436253" y="260302"/>
                  </a:lnTo>
                  <a:lnTo>
                    <a:pt x="5436347" y="260302"/>
                  </a:lnTo>
                  <a:lnTo>
                    <a:pt x="5436441" y="260302"/>
                  </a:lnTo>
                  <a:lnTo>
                    <a:pt x="5436535" y="260302"/>
                  </a:lnTo>
                  <a:lnTo>
                    <a:pt x="5436629" y="260302"/>
                  </a:lnTo>
                  <a:lnTo>
                    <a:pt x="5436724" y="260302"/>
                  </a:lnTo>
                  <a:lnTo>
                    <a:pt x="5436818" y="260302"/>
                  </a:lnTo>
                  <a:lnTo>
                    <a:pt x="5436912" y="260302"/>
                  </a:lnTo>
                  <a:lnTo>
                    <a:pt x="5437006" y="260302"/>
                  </a:lnTo>
                  <a:lnTo>
                    <a:pt x="5437100" y="260302"/>
                  </a:lnTo>
                  <a:lnTo>
                    <a:pt x="5437194" y="260302"/>
                  </a:lnTo>
                  <a:lnTo>
                    <a:pt x="5437288" y="260302"/>
                  </a:lnTo>
                  <a:lnTo>
                    <a:pt x="5437383" y="260302"/>
                  </a:lnTo>
                  <a:lnTo>
                    <a:pt x="5437477" y="260302"/>
                  </a:lnTo>
                  <a:lnTo>
                    <a:pt x="5437571" y="260302"/>
                  </a:lnTo>
                  <a:lnTo>
                    <a:pt x="5437665" y="260302"/>
                  </a:lnTo>
                  <a:lnTo>
                    <a:pt x="5437759" y="260302"/>
                  </a:lnTo>
                  <a:lnTo>
                    <a:pt x="5437853" y="260302"/>
                  </a:lnTo>
                  <a:lnTo>
                    <a:pt x="5437947" y="260302"/>
                  </a:lnTo>
                  <a:lnTo>
                    <a:pt x="5438042" y="260302"/>
                  </a:lnTo>
                  <a:lnTo>
                    <a:pt x="5438136" y="260302"/>
                  </a:lnTo>
                  <a:lnTo>
                    <a:pt x="5438230" y="260302"/>
                  </a:lnTo>
                  <a:lnTo>
                    <a:pt x="5438324" y="260302"/>
                  </a:lnTo>
                  <a:lnTo>
                    <a:pt x="5438418" y="260302"/>
                  </a:lnTo>
                  <a:lnTo>
                    <a:pt x="5438512" y="260302"/>
                  </a:lnTo>
                  <a:lnTo>
                    <a:pt x="5438607" y="260302"/>
                  </a:lnTo>
                  <a:lnTo>
                    <a:pt x="5438701" y="260302"/>
                  </a:lnTo>
                  <a:lnTo>
                    <a:pt x="5438795" y="260302"/>
                  </a:lnTo>
                  <a:lnTo>
                    <a:pt x="5438889" y="260302"/>
                  </a:lnTo>
                  <a:lnTo>
                    <a:pt x="5438983" y="260302"/>
                  </a:lnTo>
                  <a:lnTo>
                    <a:pt x="5439077" y="260302"/>
                  </a:lnTo>
                  <a:lnTo>
                    <a:pt x="5439171" y="260302"/>
                  </a:lnTo>
                  <a:lnTo>
                    <a:pt x="5439266" y="260302"/>
                  </a:lnTo>
                  <a:lnTo>
                    <a:pt x="5439360" y="260302"/>
                  </a:lnTo>
                  <a:lnTo>
                    <a:pt x="5439454" y="260302"/>
                  </a:lnTo>
                  <a:lnTo>
                    <a:pt x="5439548" y="260302"/>
                  </a:lnTo>
                  <a:lnTo>
                    <a:pt x="5439642" y="260302"/>
                  </a:lnTo>
                  <a:lnTo>
                    <a:pt x="5439736" y="260302"/>
                  </a:lnTo>
                  <a:lnTo>
                    <a:pt x="5439831" y="260302"/>
                  </a:lnTo>
                  <a:lnTo>
                    <a:pt x="5439925" y="260302"/>
                  </a:lnTo>
                  <a:lnTo>
                    <a:pt x="5440019" y="260302"/>
                  </a:lnTo>
                  <a:lnTo>
                    <a:pt x="5440019" y="255391"/>
                  </a:lnTo>
                  <a:lnTo>
                    <a:pt x="5440113" y="255391"/>
                  </a:lnTo>
                  <a:lnTo>
                    <a:pt x="5440207" y="255391"/>
                  </a:lnTo>
                  <a:lnTo>
                    <a:pt x="5440301" y="255391"/>
                  </a:lnTo>
                  <a:lnTo>
                    <a:pt x="5440395" y="255391"/>
                  </a:lnTo>
                  <a:lnTo>
                    <a:pt x="5440490" y="255391"/>
                  </a:lnTo>
                  <a:lnTo>
                    <a:pt x="5440584" y="255391"/>
                  </a:lnTo>
                  <a:lnTo>
                    <a:pt x="5440678" y="255391"/>
                  </a:lnTo>
                  <a:lnTo>
                    <a:pt x="5440772" y="255391"/>
                  </a:lnTo>
                  <a:lnTo>
                    <a:pt x="5440866" y="255391"/>
                  </a:lnTo>
                  <a:lnTo>
                    <a:pt x="5440960" y="255391"/>
                  </a:lnTo>
                  <a:lnTo>
                    <a:pt x="5441055" y="255391"/>
                  </a:lnTo>
                  <a:lnTo>
                    <a:pt x="5441149" y="255391"/>
                  </a:lnTo>
                  <a:lnTo>
                    <a:pt x="5441243" y="255391"/>
                  </a:lnTo>
                  <a:lnTo>
                    <a:pt x="5441337" y="255391"/>
                  </a:lnTo>
                  <a:lnTo>
                    <a:pt x="5441431" y="255391"/>
                  </a:lnTo>
                  <a:lnTo>
                    <a:pt x="5441525" y="255391"/>
                  </a:lnTo>
                  <a:lnTo>
                    <a:pt x="5441619" y="255391"/>
                  </a:lnTo>
                  <a:lnTo>
                    <a:pt x="5441714" y="255391"/>
                  </a:lnTo>
                  <a:lnTo>
                    <a:pt x="5441808" y="255391"/>
                  </a:lnTo>
                  <a:lnTo>
                    <a:pt x="5441902" y="255391"/>
                  </a:lnTo>
                  <a:lnTo>
                    <a:pt x="5441996" y="255391"/>
                  </a:lnTo>
                  <a:lnTo>
                    <a:pt x="5442090" y="255391"/>
                  </a:lnTo>
                  <a:lnTo>
                    <a:pt x="5442184" y="255391"/>
                  </a:lnTo>
                  <a:lnTo>
                    <a:pt x="5442278" y="255391"/>
                  </a:lnTo>
                  <a:lnTo>
                    <a:pt x="5442373" y="255391"/>
                  </a:lnTo>
                  <a:lnTo>
                    <a:pt x="5442467" y="255391"/>
                  </a:lnTo>
                  <a:lnTo>
                    <a:pt x="5442561" y="255391"/>
                  </a:lnTo>
                  <a:lnTo>
                    <a:pt x="5442655" y="255391"/>
                  </a:lnTo>
                  <a:lnTo>
                    <a:pt x="5442749" y="255391"/>
                  </a:lnTo>
                  <a:lnTo>
                    <a:pt x="5442843" y="255391"/>
                  </a:lnTo>
                  <a:lnTo>
                    <a:pt x="5442938" y="255391"/>
                  </a:lnTo>
                  <a:lnTo>
                    <a:pt x="5443032" y="255391"/>
                  </a:lnTo>
                  <a:lnTo>
                    <a:pt x="5443126" y="255391"/>
                  </a:lnTo>
                  <a:lnTo>
                    <a:pt x="5443220" y="255391"/>
                  </a:lnTo>
                  <a:lnTo>
                    <a:pt x="5443314" y="255391"/>
                  </a:lnTo>
                  <a:lnTo>
                    <a:pt x="5443408" y="255391"/>
                  </a:lnTo>
                  <a:lnTo>
                    <a:pt x="5443502" y="255391"/>
                  </a:lnTo>
                  <a:lnTo>
                    <a:pt x="5443597" y="255391"/>
                  </a:lnTo>
                  <a:lnTo>
                    <a:pt x="5443691" y="255391"/>
                  </a:lnTo>
                  <a:lnTo>
                    <a:pt x="5443785" y="255391"/>
                  </a:lnTo>
                  <a:lnTo>
                    <a:pt x="5443879" y="255391"/>
                  </a:lnTo>
                  <a:lnTo>
                    <a:pt x="5443973" y="255391"/>
                  </a:lnTo>
                  <a:lnTo>
                    <a:pt x="5444067" y="255391"/>
                  </a:lnTo>
                  <a:lnTo>
                    <a:pt x="5444162" y="255391"/>
                  </a:lnTo>
                  <a:lnTo>
                    <a:pt x="5444256" y="255391"/>
                  </a:lnTo>
                  <a:lnTo>
                    <a:pt x="5444350" y="255391"/>
                  </a:lnTo>
                  <a:lnTo>
                    <a:pt x="5444444" y="255391"/>
                  </a:lnTo>
                  <a:lnTo>
                    <a:pt x="5444538" y="255391"/>
                  </a:lnTo>
                  <a:lnTo>
                    <a:pt x="5444632" y="255391"/>
                  </a:lnTo>
                  <a:lnTo>
                    <a:pt x="5444726" y="255391"/>
                  </a:lnTo>
                  <a:lnTo>
                    <a:pt x="5444821" y="255391"/>
                  </a:lnTo>
                  <a:lnTo>
                    <a:pt x="5444915" y="255391"/>
                  </a:lnTo>
                  <a:lnTo>
                    <a:pt x="5445009" y="255391"/>
                  </a:lnTo>
                  <a:lnTo>
                    <a:pt x="5445103" y="255391"/>
                  </a:lnTo>
                  <a:lnTo>
                    <a:pt x="5445197" y="255391"/>
                  </a:lnTo>
                  <a:lnTo>
                    <a:pt x="5445291" y="255391"/>
                  </a:lnTo>
                  <a:lnTo>
                    <a:pt x="5445386" y="255391"/>
                  </a:lnTo>
                  <a:lnTo>
                    <a:pt x="5445480" y="255391"/>
                  </a:lnTo>
                  <a:lnTo>
                    <a:pt x="5445574" y="255391"/>
                  </a:lnTo>
                  <a:lnTo>
                    <a:pt x="5445668" y="255391"/>
                  </a:lnTo>
                  <a:lnTo>
                    <a:pt x="5445762" y="255391"/>
                  </a:lnTo>
                  <a:lnTo>
                    <a:pt x="5445856" y="255391"/>
                  </a:lnTo>
                  <a:lnTo>
                    <a:pt x="5445950" y="255391"/>
                  </a:lnTo>
                  <a:lnTo>
                    <a:pt x="5446045" y="255391"/>
                  </a:lnTo>
                  <a:lnTo>
                    <a:pt x="5446139" y="255391"/>
                  </a:lnTo>
                  <a:lnTo>
                    <a:pt x="5446233" y="255391"/>
                  </a:lnTo>
                  <a:lnTo>
                    <a:pt x="5446327" y="255391"/>
                  </a:lnTo>
                  <a:lnTo>
                    <a:pt x="5446421" y="255391"/>
                  </a:lnTo>
                  <a:lnTo>
                    <a:pt x="5446515" y="255391"/>
                  </a:lnTo>
                  <a:lnTo>
                    <a:pt x="5446609" y="255391"/>
                  </a:lnTo>
                  <a:lnTo>
                    <a:pt x="5446704" y="255391"/>
                  </a:lnTo>
                  <a:lnTo>
                    <a:pt x="5446798" y="255391"/>
                  </a:lnTo>
                  <a:lnTo>
                    <a:pt x="5446892" y="255391"/>
                  </a:lnTo>
                  <a:lnTo>
                    <a:pt x="5446986" y="255391"/>
                  </a:lnTo>
                  <a:lnTo>
                    <a:pt x="5447080" y="255391"/>
                  </a:lnTo>
                  <a:lnTo>
                    <a:pt x="5447174" y="255391"/>
                  </a:lnTo>
                  <a:lnTo>
                    <a:pt x="5447174" y="250480"/>
                  </a:lnTo>
                  <a:lnTo>
                    <a:pt x="5447269" y="250480"/>
                  </a:lnTo>
                  <a:lnTo>
                    <a:pt x="5447363" y="250480"/>
                  </a:lnTo>
                  <a:lnTo>
                    <a:pt x="5447457" y="250480"/>
                  </a:lnTo>
                  <a:lnTo>
                    <a:pt x="5447551" y="250480"/>
                  </a:lnTo>
                  <a:lnTo>
                    <a:pt x="5447645" y="250480"/>
                  </a:lnTo>
                  <a:lnTo>
                    <a:pt x="5447739" y="250480"/>
                  </a:lnTo>
                  <a:lnTo>
                    <a:pt x="5447833" y="250480"/>
                  </a:lnTo>
                  <a:lnTo>
                    <a:pt x="5447928" y="250480"/>
                  </a:lnTo>
                  <a:lnTo>
                    <a:pt x="5448022" y="250480"/>
                  </a:lnTo>
                  <a:lnTo>
                    <a:pt x="5448116" y="250480"/>
                  </a:lnTo>
                  <a:lnTo>
                    <a:pt x="5448210" y="250480"/>
                  </a:lnTo>
                  <a:lnTo>
                    <a:pt x="5448304" y="250480"/>
                  </a:lnTo>
                  <a:lnTo>
                    <a:pt x="5448398" y="250480"/>
                  </a:lnTo>
                  <a:lnTo>
                    <a:pt x="5448493" y="250480"/>
                  </a:lnTo>
                  <a:lnTo>
                    <a:pt x="5448587" y="250480"/>
                  </a:lnTo>
                  <a:lnTo>
                    <a:pt x="5448681" y="250480"/>
                  </a:lnTo>
                  <a:lnTo>
                    <a:pt x="5448775" y="250480"/>
                  </a:lnTo>
                  <a:lnTo>
                    <a:pt x="5448869" y="250480"/>
                  </a:lnTo>
                  <a:lnTo>
                    <a:pt x="5448963" y="250480"/>
                  </a:lnTo>
                  <a:lnTo>
                    <a:pt x="5449057" y="250480"/>
                  </a:lnTo>
                  <a:lnTo>
                    <a:pt x="5449152" y="250480"/>
                  </a:lnTo>
                  <a:lnTo>
                    <a:pt x="5449246" y="250480"/>
                  </a:lnTo>
                  <a:lnTo>
                    <a:pt x="5449340" y="250480"/>
                  </a:lnTo>
                  <a:lnTo>
                    <a:pt x="5449434" y="250480"/>
                  </a:lnTo>
                  <a:lnTo>
                    <a:pt x="5449528" y="250480"/>
                  </a:lnTo>
                  <a:lnTo>
                    <a:pt x="5449622" y="250480"/>
                  </a:lnTo>
                  <a:lnTo>
                    <a:pt x="5449717" y="250480"/>
                  </a:lnTo>
                  <a:lnTo>
                    <a:pt x="5449811" y="250480"/>
                  </a:lnTo>
                  <a:lnTo>
                    <a:pt x="5449905" y="250480"/>
                  </a:lnTo>
                  <a:lnTo>
                    <a:pt x="5449999" y="250480"/>
                  </a:lnTo>
                  <a:lnTo>
                    <a:pt x="5450093" y="250480"/>
                  </a:lnTo>
                  <a:lnTo>
                    <a:pt x="5450187" y="250480"/>
                  </a:lnTo>
                  <a:lnTo>
                    <a:pt x="5450281" y="250480"/>
                  </a:lnTo>
                  <a:lnTo>
                    <a:pt x="5450376" y="250480"/>
                  </a:lnTo>
                  <a:lnTo>
                    <a:pt x="5450470" y="250480"/>
                  </a:lnTo>
                  <a:lnTo>
                    <a:pt x="5450564" y="250480"/>
                  </a:lnTo>
                  <a:lnTo>
                    <a:pt x="5450658" y="250480"/>
                  </a:lnTo>
                  <a:lnTo>
                    <a:pt x="5450658" y="245568"/>
                  </a:lnTo>
                  <a:lnTo>
                    <a:pt x="5450752" y="245568"/>
                  </a:lnTo>
                  <a:lnTo>
                    <a:pt x="5450846" y="245568"/>
                  </a:lnTo>
                  <a:lnTo>
                    <a:pt x="5450940" y="245568"/>
                  </a:lnTo>
                  <a:lnTo>
                    <a:pt x="5451035" y="245568"/>
                  </a:lnTo>
                  <a:lnTo>
                    <a:pt x="5451129" y="245568"/>
                  </a:lnTo>
                  <a:lnTo>
                    <a:pt x="5451223" y="245568"/>
                  </a:lnTo>
                  <a:lnTo>
                    <a:pt x="5451317" y="245568"/>
                  </a:lnTo>
                  <a:lnTo>
                    <a:pt x="5451411" y="245568"/>
                  </a:lnTo>
                  <a:lnTo>
                    <a:pt x="5451505" y="245568"/>
                  </a:lnTo>
                  <a:lnTo>
                    <a:pt x="5451600" y="245568"/>
                  </a:lnTo>
                  <a:lnTo>
                    <a:pt x="5451694" y="245568"/>
                  </a:lnTo>
                  <a:lnTo>
                    <a:pt x="5451788" y="245568"/>
                  </a:lnTo>
                  <a:lnTo>
                    <a:pt x="5451882" y="245568"/>
                  </a:lnTo>
                  <a:lnTo>
                    <a:pt x="5451976" y="245568"/>
                  </a:lnTo>
                  <a:lnTo>
                    <a:pt x="5452070" y="245568"/>
                  </a:lnTo>
                  <a:lnTo>
                    <a:pt x="5452164" y="245568"/>
                  </a:lnTo>
                  <a:lnTo>
                    <a:pt x="5452259" y="245568"/>
                  </a:lnTo>
                  <a:lnTo>
                    <a:pt x="5452353" y="245568"/>
                  </a:lnTo>
                  <a:lnTo>
                    <a:pt x="5452447" y="245568"/>
                  </a:lnTo>
                  <a:lnTo>
                    <a:pt x="5452541" y="245568"/>
                  </a:lnTo>
                  <a:lnTo>
                    <a:pt x="5452635" y="245568"/>
                  </a:lnTo>
                  <a:lnTo>
                    <a:pt x="5452729" y="245568"/>
                  </a:lnTo>
                  <a:lnTo>
                    <a:pt x="5452824" y="245568"/>
                  </a:lnTo>
                  <a:lnTo>
                    <a:pt x="5452918" y="245568"/>
                  </a:lnTo>
                  <a:lnTo>
                    <a:pt x="5453012" y="245568"/>
                  </a:lnTo>
                  <a:lnTo>
                    <a:pt x="5453106" y="245568"/>
                  </a:lnTo>
                  <a:lnTo>
                    <a:pt x="5453200" y="245568"/>
                  </a:lnTo>
                  <a:lnTo>
                    <a:pt x="5453294" y="245568"/>
                  </a:lnTo>
                  <a:lnTo>
                    <a:pt x="5453388" y="245568"/>
                  </a:lnTo>
                  <a:lnTo>
                    <a:pt x="5453483" y="245568"/>
                  </a:lnTo>
                  <a:lnTo>
                    <a:pt x="5453577" y="245568"/>
                  </a:lnTo>
                  <a:lnTo>
                    <a:pt x="5453671" y="245568"/>
                  </a:lnTo>
                  <a:lnTo>
                    <a:pt x="5453765" y="245568"/>
                  </a:lnTo>
                  <a:lnTo>
                    <a:pt x="5453859" y="245568"/>
                  </a:lnTo>
                  <a:lnTo>
                    <a:pt x="5453953" y="245568"/>
                  </a:lnTo>
                  <a:lnTo>
                    <a:pt x="5454048" y="245568"/>
                  </a:lnTo>
                  <a:lnTo>
                    <a:pt x="5454142" y="245568"/>
                  </a:lnTo>
                  <a:lnTo>
                    <a:pt x="5454236" y="245568"/>
                  </a:lnTo>
                  <a:lnTo>
                    <a:pt x="5454330" y="245568"/>
                  </a:lnTo>
                  <a:lnTo>
                    <a:pt x="5454424" y="245568"/>
                  </a:lnTo>
                  <a:lnTo>
                    <a:pt x="5454518" y="245568"/>
                  </a:lnTo>
                  <a:lnTo>
                    <a:pt x="5454612" y="245568"/>
                  </a:lnTo>
                  <a:lnTo>
                    <a:pt x="5454707" y="245568"/>
                  </a:lnTo>
                  <a:lnTo>
                    <a:pt x="5454801" y="245568"/>
                  </a:lnTo>
                  <a:lnTo>
                    <a:pt x="5454895" y="245568"/>
                  </a:lnTo>
                  <a:lnTo>
                    <a:pt x="5454989" y="245568"/>
                  </a:lnTo>
                  <a:lnTo>
                    <a:pt x="5455083" y="245568"/>
                  </a:lnTo>
                  <a:lnTo>
                    <a:pt x="5455177" y="245568"/>
                  </a:lnTo>
                  <a:lnTo>
                    <a:pt x="5455271" y="245568"/>
                  </a:lnTo>
                  <a:lnTo>
                    <a:pt x="5455366" y="245568"/>
                  </a:lnTo>
                  <a:lnTo>
                    <a:pt x="5455460" y="245568"/>
                  </a:lnTo>
                  <a:lnTo>
                    <a:pt x="5455554" y="245568"/>
                  </a:lnTo>
                  <a:lnTo>
                    <a:pt x="5455648" y="245568"/>
                  </a:lnTo>
                  <a:lnTo>
                    <a:pt x="5455742" y="245568"/>
                  </a:lnTo>
                  <a:lnTo>
                    <a:pt x="5455836" y="245568"/>
                  </a:lnTo>
                  <a:lnTo>
                    <a:pt x="5455931" y="245568"/>
                  </a:lnTo>
                  <a:lnTo>
                    <a:pt x="5456025" y="245568"/>
                  </a:lnTo>
                  <a:lnTo>
                    <a:pt x="5456119" y="245568"/>
                  </a:lnTo>
                  <a:lnTo>
                    <a:pt x="5456213" y="245568"/>
                  </a:lnTo>
                  <a:lnTo>
                    <a:pt x="5456307" y="245568"/>
                  </a:lnTo>
                  <a:lnTo>
                    <a:pt x="5456401" y="245568"/>
                  </a:lnTo>
                  <a:lnTo>
                    <a:pt x="5456495" y="245568"/>
                  </a:lnTo>
                  <a:lnTo>
                    <a:pt x="5456590" y="245568"/>
                  </a:lnTo>
                  <a:lnTo>
                    <a:pt x="5456684" y="245568"/>
                  </a:lnTo>
                  <a:lnTo>
                    <a:pt x="5456778" y="245568"/>
                  </a:lnTo>
                  <a:lnTo>
                    <a:pt x="5456872" y="245568"/>
                  </a:lnTo>
                  <a:lnTo>
                    <a:pt x="5456966" y="245568"/>
                  </a:lnTo>
                  <a:lnTo>
                    <a:pt x="5457060" y="245568"/>
                  </a:lnTo>
                  <a:lnTo>
                    <a:pt x="5457155" y="245568"/>
                  </a:lnTo>
                  <a:lnTo>
                    <a:pt x="5457249" y="245568"/>
                  </a:lnTo>
                  <a:lnTo>
                    <a:pt x="5457343" y="245568"/>
                  </a:lnTo>
                  <a:lnTo>
                    <a:pt x="5457437" y="245568"/>
                  </a:lnTo>
                  <a:lnTo>
                    <a:pt x="5457531" y="245568"/>
                  </a:lnTo>
                  <a:lnTo>
                    <a:pt x="5457625" y="245568"/>
                  </a:lnTo>
                  <a:lnTo>
                    <a:pt x="5457719" y="245568"/>
                  </a:lnTo>
                  <a:lnTo>
                    <a:pt x="5457814" y="245568"/>
                  </a:lnTo>
                  <a:lnTo>
                    <a:pt x="5457908" y="245568"/>
                  </a:lnTo>
                  <a:lnTo>
                    <a:pt x="5458002" y="245568"/>
                  </a:lnTo>
                  <a:lnTo>
                    <a:pt x="5458096" y="245568"/>
                  </a:lnTo>
                  <a:lnTo>
                    <a:pt x="5458190" y="245568"/>
                  </a:lnTo>
                  <a:lnTo>
                    <a:pt x="5458284" y="245568"/>
                  </a:lnTo>
                  <a:lnTo>
                    <a:pt x="5458379" y="245568"/>
                  </a:lnTo>
                  <a:lnTo>
                    <a:pt x="5458473" y="245568"/>
                  </a:lnTo>
                  <a:lnTo>
                    <a:pt x="5458567" y="245568"/>
                  </a:lnTo>
                  <a:lnTo>
                    <a:pt x="5458661" y="245568"/>
                  </a:lnTo>
                  <a:lnTo>
                    <a:pt x="5458755" y="245568"/>
                  </a:lnTo>
                  <a:lnTo>
                    <a:pt x="5458849" y="245568"/>
                  </a:lnTo>
                  <a:lnTo>
                    <a:pt x="5458943" y="245568"/>
                  </a:lnTo>
                  <a:lnTo>
                    <a:pt x="5459038" y="245568"/>
                  </a:lnTo>
                  <a:lnTo>
                    <a:pt x="5459132" y="245568"/>
                  </a:lnTo>
                  <a:lnTo>
                    <a:pt x="5459226" y="245568"/>
                  </a:lnTo>
                  <a:lnTo>
                    <a:pt x="5459320" y="245568"/>
                  </a:lnTo>
                  <a:lnTo>
                    <a:pt x="5459414" y="245568"/>
                  </a:lnTo>
                  <a:lnTo>
                    <a:pt x="5459508" y="245568"/>
                  </a:lnTo>
                  <a:lnTo>
                    <a:pt x="5459602" y="245568"/>
                  </a:lnTo>
                  <a:lnTo>
                    <a:pt x="5459697" y="245568"/>
                  </a:lnTo>
                  <a:lnTo>
                    <a:pt x="5459791" y="245568"/>
                  </a:lnTo>
                  <a:lnTo>
                    <a:pt x="5459885" y="245568"/>
                  </a:lnTo>
                  <a:lnTo>
                    <a:pt x="5459979" y="245568"/>
                  </a:lnTo>
                  <a:lnTo>
                    <a:pt x="5460073" y="245568"/>
                  </a:lnTo>
                  <a:lnTo>
                    <a:pt x="5460167" y="245568"/>
                  </a:lnTo>
                  <a:lnTo>
                    <a:pt x="5460262" y="245568"/>
                  </a:lnTo>
                  <a:lnTo>
                    <a:pt x="5460356" y="245568"/>
                  </a:lnTo>
                  <a:lnTo>
                    <a:pt x="5460450" y="245568"/>
                  </a:lnTo>
                  <a:lnTo>
                    <a:pt x="5460544" y="245568"/>
                  </a:lnTo>
                  <a:lnTo>
                    <a:pt x="5460638" y="245568"/>
                  </a:lnTo>
                  <a:lnTo>
                    <a:pt x="5460732" y="245568"/>
                  </a:lnTo>
                  <a:lnTo>
                    <a:pt x="5460826" y="245568"/>
                  </a:lnTo>
                  <a:lnTo>
                    <a:pt x="5460921" y="245568"/>
                  </a:lnTo>
                  <a:lnTo>
                    <a:pt x="5461015" y="245568"/>
                  </a:lnTo>
                  <a:lnTo>
                    <a:pt x="5461109" y="245568"/>
                  </a:lnTo>
                  <a:lnTo>
                    <a:pt x="5461203" y="245568"/>
                  </a:lnTo>
                  <a:lnTo>
                    <a:pt x="5461297" y="245568"/>
                  </a:lnTo>
                  <a:lnTo>
                    <a:pt x="5461391" y="245568"/>
                  </a:lnTo>
                  <a:lnTo>
                    <a:pt x="5461486" y="245568"/>
                  </a:lnTo>
                  <a:lnTo>
                    <a:pt x="5461580" y="245568"/>
                  </a:lnTo>
                  <a:lnTo>
                    <a:pt x="5461674" y="245568"/>
                  </a:lnTo>
                  <a:lnTo>
                    <a:pt x="5461768" y="245568"/>
                  </a:lnTo>
                  <a:lnTo>
                    <a:pt x="5461862" y="245568"/>
                  </a:lnTo>
                  <a:lnTo>
                    <a:pt x="5461956" y="245568"/>
                  </a:lnTo>
                  <a:lnTo>
                    <a:pt x="5462050" y="245568"/>
                  </a:lnTo>
                  <a:lnTo>
                    <a:pt x="5462145" y="245568"/>
                  </a:lnTo>
                  <a:lnTo>
                    <a:pt x="5462239" y="245568"/>
                  </a:lnTo>
                  <a:lnTo>
                    <a:pt x="5462333" y="245568"/>
                  </a:lnTo>
                  <a:lnTo>
                    <a:pt x="5462427" y="245568"/>
                  </a:lnTo>
                  <a:lnTo>
                    <a:pt x="5462521" y="245568"/>
                  </a:lnTo>
                  <a:lnTo>
                    <a:pt x="5462615" y="245568"/>
                  </a:lnTo>
                  <a:lnTo>
                    <a:pt x="5462710" y="245568"/>
                  </a:lnTo>
                  <a:lnTo>
                    <a:pt x="5462804" y="245568"/>
                  </a:lnTo>
                  <a:lnTo>
                    <a:pt x="5462804" y="240657"/>
                  </a:lnTo>
                  <a:lnTo>
                    <a:pt x="5462898" y="240657"/>
                  </a:lnTo>
                  <a:lnTo>
                    <a:pt x="5462992" y="240657"/>
                  </a:lnTo>
                  <a:lnTo>
                    <a:pt x="5463086" y="240657"/>
                  </a:lnTo>
                  <a:lnTo>
                    <a:pt x="5463180" y="240657"/>
                  </a:lnTo>
                  <a:lnTo>
                    <a:pt x="5463274" y="240657"/>
                  </a:lnTo>
                  <a:lnTo>
                    <a:pt x="5463369" y="240657"/>
                  </a:lnTo>
                  <a:lnTo>
                    <a:pt x="5463463" y="240657"/>
                  </a:lnTo>
                  <a:lnTo>
                    <a:pt x="5463557" y="240657"/>
                  </a:lnTo>
                  <a:lnTo>
                    <a:pt x="5463651" y="240657"/>
                  </a:lnTo>
                  <a:lnTo>
                    <a:pt x="5463745" y="240657"/>
                  </a:lnTo>
                  <a:lnTo>
                    <a:pt x="5463839" y="240657"/>
                  </a:lnTo>
                  <a:lnTo>
                    <a:pt x="5463933" y="240657"/>
                  </a:lnTo>
                  <a:lnTo>
                    <a:pt x="5464028" y="240657"/>
                  </a:lnTo>
                  <a:lnTo>
                    <a:pt x="5464122" y="240657"/>
                  </a:lnTo>
                  <a:lnTo>
                    <a:pt x="5464216" y="240657"/>
                  </a:lnTo>
                  <a:lnTo>
                    <a:pt x="5464310" y="240657"/>
                  </a:lnTo>
                  <a:lnTo>
                    <a:pt x="5464404" y="240657"/>
                  </a:lnTo>
                  <a:lnTo>
                    <a:pt x="5464498" y="240657"/>
                  </a:lnTo>
                  <a:lnTo>
                    <a:pt x="5464593" y="240657"/>
                  </a:lnTo>
                  <a:lnTo>
                    <a:pt x="5464687" y="240657"/>
                  </a:lnTo>
                  <a:lnTo>
                    <a:pt x="5464781" y="240657"/>
                  </a:lnTo>
                  <a:lnTo>
                    <a:pt x="5464875" y="240657"/>
                  </a:lnTo>
                  <a:lnTo>
                    <a:pt x="5464969" y="240657"/>
                  </a:lnTo>
                  <a:lnTo>
                    <a:pt x="5465063" y="240657"/>
                  </a:lnTo>
                  <a:lnTo>
                    <a:pt x="5465157" y="240657"/>
                  </a:lnTo>
                  <a:lnTo>
                    <a:pt x="5465252" y="240657"/>
                  </a:lnTo>
                  <a:lnTo>
                    <a:pt x="5465346" y="240657"/>
                  </a:lnTo>
                  <a:lnTo>
                    <a:pt x="5465440" y="240657"/>
                  </a:lnTo>
                  <a:lnTo>
                    <a:pt x="5465534" y="240657"/>
                  </a:lnTo>
                  <a:lnTo>
                    <a:pt x="5465628" y="240657"/>
                  </a:lnTo>
                  <a:lnTo>
                    <a:pt x="5465722" y="240657"/>
                  </a:lnTo>
                  <a:lnTo>
                    <a:pt x="5465817" y="240657"/>
                  </a:lnTo>
                  <a:lnTo>
                    <a:pt x="5465911" y="240657"/>
                  </a:lnTo>
                  <a:lnTo>
                    <a:pt x="5466005" y="240657"/>
                  </a:lnTo>
                  <a:lnTo>
                    <a:pt x="5466099" y="240657"/>
                  </a:lnTo>
                  <a:lnTo>
                    <a:pt x="5466193" y="240657"/>
                  </a:lnTo>
                  <a:lnTo>
                    <a:pt x="5466287" y="240657"/>
                  </a:lnTo>
                  <a:lnTo>
                    <a:pt x="5466381" y="240657"/>
                  </a:lnTo>
                  <a:lnTo>
                    <a:pt x="5466476" y="240657"/>
                  </a:lnTo>
                  <a:lnTo>
                    <a:pt x="5466570" y="240657"/>
                  </a:lnTo>
                  <a:lnTo>
                    <a:pt x="5466664" y="240657"/>
                  </a:lnTo>
                  <a:lnTo>
                    <a:pt x="5466758" y="240657"/>
                  </a:lnTo>
                  <a:lnTo>
                    <a:pt x="5466852" y="240657"/>
                  </a:lnTo>
                  <a:lnTo>
                    <a:pt x="5466946" y="240657"/>
                  </a:lnTo>
                  <a:lnTo>
                    <a:pt x="5467041" y="240657"/>
                  </a:lnTo>
                  <a:lnTo>
                    <a:pt x="5467135" y="240657"/>
                  </a:lnTo>
                  <a:lnTo>
                    <a:pt x="5467229" y="240657"/>
                  </a:lnTo>
                  <a:lnTo>
                    <a:pt x="5467323" y="240657"/>
                  </a:lnTo>
                  <a:lnTo>
                    <a:pt x="5467417" y="240657"/>
                  </a:lnTo>
                  <a:lnTo>
                    <a:pt x="5467511" y="240657"/>
                  </a:lnTo>
                  <a:lnTo>
                    <a:pt x="5467605" y="240657"/>
                  </a:lnTo>
                  <a:lnTo>
                    <a:pt x="5467700" y="240657"/>
                  </a:lnTo>
                  <a:lnTo>
                    <a:pt x="5467794" y="240657"/>
                  </a:lnTo>
                  <a:lnTo>
                    <a:pt x="5467888" y="240657"/>
                  </a:lnTo>
                  <a:lnTo>
                    <a:pt x="5467982" y="240657"/>
                  </a:lnTo>
                  <a:lnTo>
                    <a:pt x="5468076" y="240657"/>
                  </a:lnTo>
                  <a:lnTo>
                    <a:pt x="5468170" y="240657"/>
                  </a:lnTo>
                  <a:lnTo>
                    <a:pt x="5468264" y="240657"/>
                  </a:lnTo>
                  <a:lnTo>
                    <a:pt x="5468359" y="240657"/>
                  </a:lnTo>
                  <a:lnTo>
                    <a:pt x="5468453" y="240657"/>
                  </a:lnTo>
                  <a:lnTo>
                    <a:pt x="5468547" y="240657"/>
                  </a:lnTo>
                  <a:lnTo>
                    <a:pt x="5468641" y="240657"/>
                  </a:lnTo>
                  <a:lnTo>
                    <a:pt x="5468735" y="240657"/>
                  </a:lnTo>
                  <a:lnTo>
                    <a:pt x="5468829" y="240657"/>
                  </a:lnTo>
                  <a:lnTo>
                    <a:pt x="5468924" y="240657"/>
                  </a:lnTo>
                  <a:lnTo>
                    <a:pt x="5469018" y="240657"/>
                  </a:lnTo>
                  <a:lnTo>
                    <a:pt x="5469112" y="240657"/>
                  </a:lnTo>
                  <a:lnTo>
                    <a:pt x="5469206" y="240657"/>
                  </a:lnTo>
                  <a:lnTo>
                    <a:pt x="5469300" y="240657"/>
                  </a:lnTo>
                  <a:lnTo>
                    <a:pt x="5469394" y="240657"/>
                  </a:lnTo>
                  <a:lnTo>
                    <a:pt x="5469488" y="240657"/>
                  </a:lnTo>
                  <a:lnTo>
                    <a:pt x="5469583" y="240657"/>
                  </a:lnTo>
                  <a:lnTo>
                    <a:pt x="5469677" y="240657"/>
                  </a:lnTo>
                  <a:lnTo>
                    <a:pt x="5469771" y="240657"/>
                  </a:lnTo>
                  <a:lnTo>
                    <a:pt x="5469865" y="240657"/>
                  </a:lnTo>
                  <a:lnTo>
                    <a:pt x="5469959" y="240657"/>
                  </a:lnTo>
                  <a:lnTo>
                    <a:pt x="5470053" y="240657"/>
                  </a:lnTo>
                  <a:lnTo>
                    <a:pt x="5470148" y="240657"/>
                  </a:lnTo>
                  <a:lnTo>
                    <a:pt x="5470242" y="240657"/>
                  </a:lnTo>
                  <a:lnTo>
                    <a:pt x="5470336" y="240657"/>
                  </a:lnTo>
                  <a:lnTo>
                    <a:pt x="5470430" y="240657"/>
                  </a:lnTo>
                  <a:lnTo>
                    <a:pt x="5470524" y="240657"/>
                  </a:lnTo>
                  <a:lnTo>
                    <a:pt x="5470618" y="240657"/>
                  </a:lnTo>
                  <a:lnTo>
                    <a:pt x="5470712" y="240657"/>
                  </a:lnTo>
                  <a:lnTo>
                    <a:pt x="5470807" y="240657"/>
                  </a:lnTo>
                  <a:lnTo>
                    <a:pt x="5470901" y="240657"/>
                  </a:lnTo>
                  <a:lnTo>
                    <a:pt x="5470995" y="240657"/>
                  </a:lnTo>
                  <a:lnTo>
                    <a:pt x="5471089" y="240657"/>
                  </a:lnTo>
                  <a:lnTo>
                    <a:pt x="5471183" y="240657"/>
                  </a:lnTo>
                  <a:lnTo>
                    <a:pt x="5471277" y="240657"/>
                  </a:lnTo>
                  <a:lnTo>
                    <a:pt x="5471372" y="240657"/>
                  </a:lnTo>
                  <a:lnTo>
                    <a:pt x="5471466" y="240657"/>
                  </a:lnTo>
                  <a:lnTo>
                    <a:pt x="5471560" y="240657"/>
                  </a:lnTo>
                  <a:lnTo>
                    <a:pt x="5471654" y="240657"/>
                  </a:lnTo>
                  <a:lnTo>
                    <a:pt x="5471748" y="240657"/>
                  </a:lnTo>
                  <a:lnTo>
                    <a:pt x="5471842" y="240657"/>
                  </a:lnTo>
                  <a:lnTo>
                    <a:pt x="5471936" y="240657"/>
                  </a:lnTo>
                  <a:lnTo>
                    <a:pt x="5472031" y="240657"/>
                  </a:lnTo>
                  <a:lnTo>
                    <a:pt x="5472125" y="240657"/>
                  </a:lnTo>
                  <a:lnTo>
                    <a:pt x="5472219" y="240657"/>
                  </a:lnTo>
                  <a:lnTo>
                    <a:pt x="5472313" y="240657"/>
                  </a:lnTo>
                  <a:lnTo>
                    <a:pt x="5472407" y="240657"/>
                  </a:lnTo>
                  <a:lnTo>
                    <a:pt x="5472501" y="240657"/>
                  </a:lnTo>
                  <a:lnTo>
                    <a:pt x="5472595" y="240657"/>
                  </a:lnTo>
                  <a:lnTo>
                    <a:pt x="5472690" y="240657"/>
                  </a:lnTo>
                  <a:lnTo>
                    <a:pt x="5472784" y="240657"/>
                  </a:lnTo>
                  <a:lnTo>
                    <a:pt x="5472878" y="240657"/>
                  </a:lnTo>
                  <a:lnTo>
                    <a:pt x="5472972" y="240657"/>
                  </a:lnTo>
                  <a:lnTo>
                    <a:pt x="5473066" y="240657"/>
                  </a:lnTo>
                  <a:lnTo>
                    <a:pt x="5473160" y="240657"/>
                  </a:lnTo>
                  <a:lnTo>
                    <a:pt x="5473255" y="240657"/>
                  </a:lnTo>
                  <a:lnTo>
                    <a:pt x="5473349" y="240657"/>
                  </a:lnTo>
                  <a:lnTo>
                    <a:pt x="5473443" y="240657"/>
                  </a:lnTo>
                  <a:lnTo>
                    <a:pt x="5473537" y="240657"/>
                  </a:lnTo>
                  <a:lnTo>
                    <a:pt x="5473631" y="240657"/>
                  </a:lnTo>
                  <a:lnTo>
                    <a:pt x="5473725" y="240657"/>
                  </a:lnTo>
                  <a:lnTo>
                    <a:pt x="5473819" y="240657"/>
                  </a:lnTo>
                  <a:lnTo>
                    <a:pt x="5473914" y="240657"/>
                  </a:lnTo>
                  <a:lnTo>
                    <a:pt x="5474008" y="240657"/>
                  </a:lnTo>
                  <a:lnTo>
                    <a:pt x="5474102" y="240657"/>
                  </a:lnTo>
                  <a:lnTo>
                    <a:pt x="5474196" y="240657"/>
                  </a:lnTo>
                  <a:lnTo>
                    <a:pt x="5474290" y="240657"/>
                  </a:lnTo>
                  <a:lnTo>
                    <a:pt x="5474384" y="240657"/>
                  </a:lnTo>
                  <a:lnTo>
                    <a:pt x="5474479" y="240657"/>
                  </a:lnTo>
                  <a:lnTo>
                    <a:pt x="5474573" y="240657"/>
                  </a:lnTo>
                  <a:lnTo>
                    <a:pt x="5474667" y="240657"/>
                  </a:lnTo>
                  <a:lnTo>
                    <a:pt x="5474761" y="240657"/>
                  </a:lnTo>
                  <a:lnTo>
                    <a:pt x="5474855" y="240657"/>
                  </a:lnTo>
                  <a:lnTo>
                    <a:pt x="5474949" y="240657"/>
                  </a:lnTo>
                  <a:lnTo>
                    <a:pt x="5475043" y="240657"/>
                  </a:lnTo>
                  <a:lnTo>
                    <a:pt x="5475138" y="240657"/>
                  </a:lnTo>
                  <a:lnTo>
                    <a:pt x="5475232" y="240657"/>
                  </a:lnTo>
                  <a:lnTo>
                    <a:pt x="5475326" y="240657"/>
                  </a:lnTo>
                  <a:lnTo>
                    <a:pt x="5475420" y="240657"/>
                  </a:lnTo>
                  <a:lnTo>
                    <a:pt x="5475514" y="240657"/>
                  </a:lnTo>
                  <a:lnTo>
                    <a:pt x="5475608" y="240657"/>
                  </a:lnTo>
                  <a:lnTo>
                    <a:pt x="5475703" y="240657"/>
                  </a:lnTo>
                  <a:lnTo>
                    <a:pt x="5475797" y="240657"/>
                  </a:lnTo>
                  <a:lnTo>
                    <a:pt x="5475891" y="240657"/>
                  </a:lnTo>
                  <a:lnTo>
                    <a:pt x="5475985" y="240657"/>
                  </a:lnTo>
                  <a:lnTo>
                    <a:pt x="5476079" y="240657"/>
                  </a:lnTo>
                  <a:lnTo>
                    <a:pt x="5476173" y="240657"/>
                  </a:lnTo>
                  <a:lnTo>
                    <a:pt x="5476267" y="240657"/>
                  </a:lnTo>
                  <a:lnTo>
                    <a:pt x="5476362" y="240657"/>
                  </a:lnTo>
                  <a:lnTo>
                    <a:pt x="5476456" y="240657"/>
                  </a:lnTo>
                  <a:lnTo>
                    <a:pt x="5476550" y="240657"/>
                  </a:lnTo>
                  <a:lnTo>
                    <a:pt x="5476644" y="240657"/>
                  </a:lnTo>
                  <a:lnTo>
                    <a:pt x="5476738" y="240657"/>
                  </a:lnTo>
                  <a:lnTo>
                    <a:pt x="5476832" y="240657"/>
                  </a:lnTo>
                  <a:lnTo>
                    <a:pt x="5476926" y="240657"/>
                  </a:lnTo>
                  <a:lnTo>
                    <a:pt x="5477021" y="240657"/>
                  </a:lnTo>
                  <a:lnTo>
                    <a:pt x="5477115" y="240657"/>
                  </a:lnTo>
                  <a:lnTo>
                    <a:pt x="5477209" y="240657"/>
                  </a:lnTo>
                  <a:lnTo>
                    <a:pt x="5477303" y="240657"/>
                  </a:lnTo>
                  <a:lnTo>
                    <a:pt x="5477397" y="240657"/>
                  </a:lnTo>
                  <a:lnTo>
                    <a:pt x="5477491" y="240657"/>
                  </a:lnTo>
                  <a:lnTo>
                    <a:pt x="5477586" y="240657"/>
                  </a:lnTo>
                  <a:lnTo>
                    <a:pt x="5477680" y="240657"/>
                  </a:lnTo>
                  <a:lnTo>
                    <a:pt x="5477774" y="240657"/>
                  </a:lnTo>
                  <a:lnTo>
                    <a:pt x="5477868" y="240657"/>
                  </a:lnTo>
                  <a:lnTo>
                    <a:pt x="5477962" y="240657"/>
                  </a:lnTo>
                  <a:lnTo>
                    <a:pt x="5478056" y="240657"/>
                  </a:lnTo>
                  <a:lnTo>
                    <a:pt x="5478150" y="240657"/>
                  </a:lnTo>
                  <a:lnTo>
                    <a:pt x="5478245" y="240657"/>
                  </a:lnTo>
                  <a:lnTo>
                    <a:pt x="5478339" y="240657"/>
                  </a:lnTo>
                  <a:lnTo>
                    <a:pt x="5478433" y="240657"/>
                  </a:lnTo>
                  <a:lnTo>
                    <a:pt x="5478527" y="240657"/>
                  </a:lnTo>
                  <a:lnTo>
                    <a:pt x="5478621" y="240657"/>
                  </a:lnTo>
                  <a:lnTo>
                    <a:pt x="5478715" y="240657"/>
                  </a:lnTo>
                  <a:lnTo>
                    <a:pt x="5478810" y="240657"/>
                  </a:lnTo>
                  <a:lnTo>
                    <a:pt x="5478904" y="240657"/>
                  </a:lnTo>
                  <a:lnTo>
                    <a:pt x="5478998" y="240657"/>
                  </a:lnTo>
                  <a:lnTo>
                    <a:pt x="5479092" y="240657"/>
                  </a:lnTo>
                  <a:lnTo>
                    <a:pt x="5479186" y="240657"/>
                  </a:lnTo>
                  <a:lnTo>
                    <a:pt x="5479280" y="240657"/>
                  </a:lnTo>
                  <a:lnTo>
                    <a:pt x="5479374" y="240657"/>
                  </a:lnTo>
                  <a:lnTo>
                    <a:pt x="5479469" y="240657"/>
                  </a:lnTo>
                  <a:lnTo>
                    <a:pt x="5479563" y="240657"/>
                  </a:lnTo>
                  <a:lnTo>
                    <a:pt x="5479657" y="240657"/>
                  </a:lnTo>
                  <a:lnTo>
                    <a:pt x="5479751" y="240657"/>
                  </a:lnTo>
                  <a:lnTo>
                    <a:pt x="5479845" y="240657"/>
                  </a:lnTo>
                  <a:lnTo>
                    <a:pt x="5479939" y="240657"/>
                  </a:lnTo>
                  <a:lnTo>
                    <a:pt x="5480034" y="240657"/>
                  </a:lnTo>
                  <a:lnTo>
                    <a:pt x="5480128" y="240657"/>
                  </a:lnTo>
                  <a:lnTo>
                    <a:pt x="5480222" y="240657"/>
                  </a:lnTo>
                  <a:lnTo>
                    <a:pt x="5480316" y="240657"/>
                  </a:lnTo>
                  <a:lnTo>
                    <a:pt x="5480410" y="240657"/>
                  </a:lnTo>
                  <a:lnTo>
                    <a:pt x="5480504" y="240657"/>
                  </a:lnTo>
                  <a:lnTo>
                    <a:pt x="5480598" y="240657"/>
                  </a:lnTo>
                  <a:lnTo>
                    <a:pt x="5480693" y="240657"/>
                  </a:lnTo>
                  <a:lnTo>
                    <a:pt x="5480787" y="240657"/>
                  </a:lnTo>
                  <a:lnTo>
                    <a:pt x="5480881" y="240657"/>
                  </a:lnTo>
                  <a:lnTo>
                    <a:pt x="5480975" y="240657"/>
                  </a:lnTo>
                  <a:lnTo>
                    <a:pt x="5481069" y="240657"/>
                  </a:lnTo>
                  <a:lnTo>
                    <a:pt x="5481163" y="240657"/>
                  </a:lnTo>
                  <a:lnTo>
                    <a:pt x="5481257" y="240657"/>
                  </a:lnTo>
                  <a:lnTo>
                    <a:pt x="5481352" y="240657"/>
                  </a:lnTo>
                  <a:lnTo>
                    <a:pt x="5481446" y="240657"/>
                  </a:lnTo>
                  <a:lnTo>
                    <a:pt x="5481540" y="240657"/>
                  </a:lnTo>
                  <a:lnTo>
                    <a:pt x="5481634" y="240657"/>
                  </a:lnTo>
                  <a:lnTo>
                    <a:pt x="5481728" y="240657"/>
                  </a:lnTo>
                  <a:lnTo>
                    <a:pt x="5481822" y="240657"/>
                  </a:lnTo>
                  <a:lnTo>
                    <a:pt x="5481917" y="240657"/>
                  </a:lnTo>
                  <a:lnTo>
                    <a:pt x="5482011" y="240657"/>
                  </a:lnTo>
                  <a:lnTo>
                    <a:pt x="5482105" y="240657"/>
                  </a:lnTo>
                  <a:lnTo>
                    <a:pt x="5482199" y="240657"/>
                  </a:lnTo>
                  <a:lnTo>
                    <a:pt x="5482293" y="240657"/>
                  </a:lnTo>
                  <a:lnTo>
                    <a:pt x="5482387" y="240657"/>
                  </a:lnTo>
                  <a:lnTo>
                    <a:pt x="5482481" y="240657"/>
                  </a:lnTo>
                  <a:lnTo>
                    <a:pt x="5482576" y="240657"/>
                  </a:lnTo>
                  <a:lnTo>
                    <a:pt x="5482670" y="240657"/>
                  </a:lnTo>
                  <a:lnTo>
                    <a:pt x="5482764" y="240657"/>
                  </a:lnTo>
                  <a:lnTo>
                    <a:pt x="5482858" y="240657"/>
                  </a:lnTo>
                  <a:lnTo>
                    <a:pt x="5482952" y="240657"/>
                  </a:lnTo>
                  <a:lnTo>
                    <a:pt x="5483046" y="240657"/>
                  </a:lnTo>
                  <a:lnTo>
                    <a:pt x="5483141" y="240657"/>
                  </a:lnTo>
                  <a:lnTo>
                    <a:pt x="5483235" y="240657"/>
                  </a:lnTo>
                  <a:lnTo>
                    <a:pt x="5483329" y="240657"/>
                  </a:lnTo>
                  <a:lnTo>
                    <a:pt x="5483423" y="240657"/>
                  </a:lnTo>
                  <a:lnTo>
                    <a:pt x="5483517" y="240657"/>
                  </a:lnTo>
                  <a:lnTo>
                    <a:pt x="5483611" y="240657"/>
                  </a:lnTo>
                  <a:lnTo>
                    <a:pt x="5483705" y="240657"/>
                  </a:lnTo>
                  <a:lnTo>
                    <a:pt x="5483800" y="240657"/>
                  </a:lnTo>
                  <a:lnTo>
                    <a:pt x="5483894" y="240657"/>
                  </a:lnTo>
                  <a:lnTo>
                    <a:pt x="5483988" y="240657"/>
                  </a:lnTo>
                  <a:lnTo>
                    <a:pt x="5484082" y="240657"/>
                  </a:lnTo>
                  <a:lnTo>
                    <a:pt x="5484176" y="240657"/>
                  </a:lnTo>
                  <a:lnTo>
                    <a:pt x="5484270" y="240657"/>
                  </a:lnTo>
                  <a:lnTo>
                    <a:pt x="5484365" y="240657"/>
                  </a:lnTo>
                  <a:lnTo>
                    <a:pt x="5484459" y="240657"/>
                  </a:lnTo>
                  <a:lnTo>
                    <a:pt x="5484553" y="240657"/>
                  </a:lnTo>
                  <a:lnTo>
                    <a:pt x="5484647" y="240657"/>
                  </a:lnTo>
                  <a:lnTo>
                    <a:pt x="5484741" y="240657"/>
                  </a:lnTo>
                  <a:lnTo>
                    <a:pt x="5484835" y="240657"/>
                  </a:lnTo>
                  <a:lnTo>
                    <a:pt x="5484929" y="240657"/>
                  </a:lnTo>
                  <a:lnTo>
                    <a:pt x="5485024" y="240657"/>
                  </a:lnTo>
                  <a:lnTo>
                    <a:pt x="5485118" y="240657"/>
                  </a:lnTo>
                  <a:lnTo>
                    <a:pt x="5485212" y="240657"/>
                  </a:lnTo>
                  <a:lnTo>
                    <a:pt x="5485306" y="240657"/>
                  </a:lnTo>
                  <a:lnTo>
                    <a:pt x="5485400" y="240657"/>
                  </a:lnTo>
                  <a:lnTo>
                    <a:pt x="5485494" y="240657"/>
                  </a:lnTo>
                  <a:lnTo>
                    <a:pt x="5485588" y="240657"/>
                  </a:lnTo>
                  <a:lnTo>
                    <a:pt x="5485683" y="240657"/>
                  </a:lnTo>
                  <a:lnTo>
                    <a:pt x="5485777" y="240657"/>
                  </a:lnTo>
                  <a:lnTo>
                    <a:pt x="5485871" y="240657"/>
                  </a:lnTo>
                  <a:lnTo>
                    <a:pt x="5485965" y="240657"/>
                  </a:lnTo>
                  <a:lnTo>
                    <a:pt x="5486059" y="240657"/>
                  </a:lnTo>
                  <a:lnTo>
                    <a:pt x="5486153" y="240657"/>
                  </a:lnTo>
                  <a:lnTo>
                    <a:pt x="5486248" y="240657"/>
                  </a:lnTo>
                  <a:lnTo>
                    <a:pt x="5486342" y="240657"/>
                  </a:lnTo>
                  <a:lnTo>
                    <a:pt x="5486436" y="240657"/>
                  </a:lnTo>
                  <a:lnTo>
                    <a:pt x="5486530" y="240657"/>
                  </a:lnTo>
                  <a:lnTo>
                    <a:pt x="5486624" y="240657"/>
                  </a:lnTo>
                  <a:lnTo>
                    <a:pt x="5486718" y="240657"/>
                  </a:lnTo>
                  <a:lnTo>
                    <a:pt x="5486812" y="240657"/>
                  </a:lnTo>
                  <a:lnTo>
                    <a:pt x="5486907" y="240657"/>
                  </a:lnTo>
                  <a:lnTo>
                    <a:pt x="5487001" y="240657"/>
                  </a:lnTo>
                  <a:lnTo>
                    <a:pt x="5487095" y="240657"/>
                  </a:lnTo>
                  <a:lnTo>
                    <a:pt x="5487189" y="240657"/>
                  </a:lnTo>
                  <a:lnTo>
                    <a:pt x="5487283" y="240657"/>
                  </a:lnTo>
                  <a:lnTo>
                    <a:pt x="5487377" y="240657"/>
                  </a:lnTo>
                  <a:lnTo>
                    <a:pt x="5487472" y="240657"/>
                  </a:lnTo>
                  <a:lnTo>
                    <a:pt x="5487566" y="240657"/>
                  </a:lnTo>
                  <a:lnTo>
                    <a:pt x="5487660" y="240657"/>
                  </a:lnTo>
                  <a:lnTo>
                    <a:pt x="5487754" y="240657"/>
                  </a:lnTo>
                  <a:lnTo>
                    <a:pt x="5487848" y="240657"/>
                  </a:lnTo>
                  <a:lnTo>
                    <a:pt x="5487942" y="240657"/>
                  </a:lnTo>
                  <a:lnTo>
                    <a:pt x="5488036" y="240657"/>
                  </a:lnTo>
                  <a:lnTo>
                    <a:pt x="5488131" y="240657"/>
                  </a:lnTo>
                  <a:lnTo>
                    <a:pt x="5488225" y="240657"/>
                  </a:lnTo>
                  <a:lnTo>
                    <a:pt x="5488319" y="240657"/>
                  </a:lnTo>
                  <a:lnTo>
                    <a:pt x="5488413" y="240657"/>
                  </a:lnTo>
                  <a:lnTo>
                    <a:pt x="5488507" y="240657"/>
                  </a:lnTo>
                  <a:lnTo>
                    <a:pt x="5488601" y="240657"/>
                  </a:lnTo>
                  <a:lnTo>
                    <a:pt x="5488696" y="240657"/>
                  </a:lnTo>
                  <a:lnTo>
                    <a:pt x="5488790" y="240657"/>
                  </a:lnTo>
                  <a:lnTo>
                    <a:pt x="5488884" y="240657"/>
                  </a:lnTo>
                  <a:lnTo>
                    <a:pt x="5488978" y="240657"/>
                  </a:lnTo>
                  <a:lnTo>
                    <a:pt x="5489072" y="240657"/>
                  </a:lnTo>
                  <a:lnTo>
                    <a:pt x="5489166" y="240657"/>
                  </a:lnTo>
                  <a:lnTo>
                    <a:pt x="5489260" y="240657"/>
                  </a:lnTo>
                  <a:lnTo>
                    <a:pt x="5489355" y="240657"/>
                  </a:lnTo>
                  <a:lnTo>
                    <a:pt x="5489449" y="240657"/>
                  </a:lnTo>
                  <a:lnTo>
                    <a:pt x="5489543" y="240657"/>
                  </a:lnTo>
                  <a:lnTo>
                    <a:pt x="5489637" y="240657"/>
                  </a:lnTo>
                  <a:lnTo>
                    <a:pt x="5489731" y="240657"/>
                  </a:lnTo>
                  <a:lnTo>
                    <a:pt x="5489825" y="240657"/>
                  </a:lnTo>
                  <a:lnTo>
                    <a:pt x="5489919" y="240657"/>
                  </a:lnTo>
                  <a:lnTo>
                    <a:pt x="5490014" y="240657"/>
                  </a:lnTo>
                  <a:lnTo>
                    <a:pt x="5490108" y="240657"/>
                  </a:lnTo>
                  <a:lnTo>
                    <a:pt x="5490202" y="240657"/>
                  </a:lnTo>
                  <a:lnTo>
                    <a:pt x="5490296" y="240657"/>
                  </a:lnTo>
                  <a:lnTo>
                    <a:pt x="5490390" y="240657"/>
                  </a:lnTo>
                  <a:lnTo>
                    <a:pt x="5490484" y="240657"/>
                  </a:lnTo>
                  <a:lnTo>
                    <a:pt x="5490579" y="240657"/>
                  </a:lnTo>
                  <a:lnTo>
                    <a:pt x="5490673" y="240657"/>
                  </a:lnTo>
                  <a:lnTo>
                    <a:pt x="5490767" y="240657"/>
                  </a:lnTo>
                  <a:lnTo>
                    <a:pt x="5490861" y="240657"/>
                  </a:lnTo>
                  <a:lnTo>
                    <a:pt x="5490955" y="240657"/>
                  </a:lnTo>
                  <a:lnTo>
                    <a:pt x="5491049" y="240657"/>
                  </a:lnTo>
                  <a:lnTo>
                    <a:pt x="5491143" y="240657"/>
                  </a:lnTo>
                  <a:lnTo>
                    <a:pt x="5491238" y="240657"/>
                  </a:lnTo>
                  <a:lnTo>
                    <a:pt x="5491332" y="240657"/>
                  </a:lnTo>
                  <a:lnTo>
                    <a:pt x="5491426" y="240657"/>
                  </a:lnTo>
                  <a:lnTo>
                    <a:pt x="5491520" y="240657"/>
                  </a:lnTo>
                  <a:lnTo>
                    <a:pt x="5491614" y="240657"/>
                  </a:lnTo>
                  <a:lnTo>
                    <a:pt x="5491614" y="235745"/>
                  </a:lnTo>
                  <a:lnTo>
                    <a:pt x="5491708" y="235745"/>
                  </a:lnTo>
                  <a:lnTo>
                    <a:pt x="5491803" y="235745"/>
                  </a:lnTo>
                  <a:lnTo>
                    <a:pt x="5491897" y="235745"/>
                  </a:lnTo>
                  <a:lnTo>
                    <a:pt x="5491991" y="235745"/>
                  </a:lnTo>
                  <a:lnTo>
                    <a:pt x="5492085" y="235745"/>
                  </a:lnTo>
                  <a:lnTo>
                    <a:pt x="5492179" y="235745"/>
                  </a:lnTo>
                  <a:lnTo>
                    <a:pt x="5492273" y="235745"/>
                  </a:lnTo>
                  <a:lnTo>
                    <a:pt x="5492367" y="235745"/>
                  </a:lnTo>
                  <a:lnTo>
                    <a:pt x="5492462" y="235745"/>
                  </a:lnTo>
                  <a:lnTo>
                    <a:pt x="5492556" y="235745"/>
                  </a:lnTo>
                  <a:lnTo>
                    <a:pt x="5492650" y="235745"/>
                  </a:lnTo>
                  <a:lnTo>
                    <a:pt x="5492744" y="235745"/>
                  </a:lnTo>
                  <a:lnTo>
                    <a:pt x="5492838" y="235745"/>
                  </a:lnTo>
                  <a:lnTo>
                    <a:pt x="5492932" y="235745"/>
                  </a:lnTo>
                  <a:lnTo>
                    <a:pt x="5493027" y="235745"/>
                  </a:lnTo>
                  <a:lnTo>
                    <a:pt x="5493121" y="235745"/>
                  </a:lnTo>
                  <a:lnTo>
                    <a:pt x="5493215" y="235745"/>
                  </a:lnTo>
                  <a:lnTo>
                    <a:pt x="5493309" y="235745"/>
                  </a:lnTo>
                  <a:lnTo>
                    <a:pt x="5493403" y="235745"/>
                  </a:lnTo>
                  <a:lnTo>
                    <a:pt x="5493497" y="235745"/>
                  </a:lnTo>
                  <a:lnTo>
                    <a:pt x="5493497" y="230834"/>
                  </a:lnTo>
                  <a:lnTo>
                    <a:pt x="5493591" y="230834"/>
                  </a:lnTo>
                  <a:lnTo>
                    <a:pt x="5493686" y="230834"/>
                  </a:lnTo>
                  <a:lnTo>
                    <a:pt x="5493780" y="230834"/>
                  </a:lnTo>
                  <a:lnTo>
                    <a:pt x="5493874" y="230834"/>
                  </a:lnTo>
                  <a:lnTo>
                    <a:pt x="5493968" y="230834"/>
                  </a:lnTo>
                  <a:lnTo>
                    <a:pt x="5494062" y="230834"/>
                  </a:lnTo>
                  <a:lnTo>
                    <a:pt x="5494156" y="230834"/>
                  </a:lnTo>
                  <a:lnTo>
                    <a:pt x="5494250" y="230834"/>
                  </a:lnTo>
                  <a:lnTo>
                    <a:pt x="5494345" y="230834"/>
                  </a:lnTo>
                  <a:lnTo>
                    <a:pt x="5494439" y="230834"/>
                  </a:lnTo>
                  <a:lnTo>
                    <a:pt x="5494533" y="230834"/>
                  </a:lnTo>
                  <a:lnTo>
                    <a:pt x="5494627" y="230834"/>
                  </a:lnTo>
                  <a:lnTo>
                    <a:pt x="5494721" y="230834"/>
                  </a:lnTo>
                  <a:lnTo>
                    <a:pt x="5494815" y="230834"/>
                  </a:lnTo>
                  <a:lnTo>
                    <a:pt x="5494910" y="230834"/>
                  </a:lnTo>
                  <a:lnTo>
                    <a:pt x="5495004" y="230834"/>
                  </a:lnTo>
                  <a:lnTo>
                    <a:pt x="5495098" y="230834"/>
                  </a:lnTo>
                  <a:lnTo>
                    <a:pt x="5495192" y="230834"/>
                  </a:lnTo>
                  <a:lnTo>
                    <a:pt x="5495286" y="230834"/>
                  </a:lnTo>
                  <a:lnTo>
                    <a:pt x="5495380" y="230834"/>
                  </a:lnTo>
                  <a:lnTo>
                    <a:pt x="5495474" y="230834"/>
                  </a:lnTo>
                  <a:lnTo>
                    <a:pt x="5495569" y="230834"/>
                  </a:lnTo>
                  <a:lnTo>
                    <a:pt x="5495663" y="230834"/>
                  </a:lnTo>
                  <a:lnTo>
                    <a:pt x="5495757" y="230834"/>
                  </a:lnTo>
                  <a:lnTo>
                    <a:pt x="5495851" y="230834"/>
                  </a:lnTo>
                  <a:lnTo>
                    <a:pt x="5495945" y="230834"/>
                  </a:lnTo>
                  <a:lnTo>
                    <a:pt x="5496039" y="230834"/>
                  </a:lnTo>
                  <a:lnTo>
                    <a:pt x="5496134" y="230834"/>
                  </a:lnTo>
                  <a:lnTo>
                    <a:pt x="5496228" y="230834"/>
                  </a:lnTo>
                  <a:lnTo>
                    <a:pt x="5496322" y="230834"/>
                  </a:lnTo>
                  <a:lnTo>
                    <a:pt x="5496416" y="230834"/>
                  </a:lnTo>
                  <a:lnTo>
                    <a:pt x="5496510" y="230834"/>
                  </a:lnTo>
                  <a:lnTo>
                    <a:pt x="5496604" y="230834"/>
                  </a:lnTo>
                  <a:lnTo>
                    <a:pt x="5496698" y="230834"/>
                  </a:lnTo>
                  <a:lnTo>
                    <a:pt x="5496793" y="230834"/>
                  </a:lnTo>
                  <a:lnTo>
                    <a:pt x="5496887" y="230834"/>
                  </a:lnTo>
                  <a:lnTo>
                    <a:pt x="5496981" y="230834"/>
                  </a:lnTo>
                  <a:lnTo>
                    <a:pt x="5497075" y="230834"/>
                  </a:lnTo>
                  <a:lnTo>
                    <a:pt x="5497169" y="230834"/>
                  </a:lnTo>
                  <a:lnTo>
                    <a:pt x="5497263" y="230834"/>
                  </a:lnTo>
                  <a:lnTo>
                    <a:pt x="5497358" y="230834"/>
                  </a:lnTo>
                  <a:lnTo>
                    <a:pt x="5497452" y="230834"/>
                  </a:lnTo>
                  <a:lnTo>
                    <a:pt x="5497546" y="230834"/>
                  </a:lnTo>
                  <a:lnTo>
                    <a:pt x="5497640" y="230834"/>
                  </a:lnTo>
                  <a:lnTo>
                    <a:pt x="5497734" y="230834"/>
                  </a:lnTo>
                  <a:lnTo>
                    <a:pt x="5497828" y="230834"/>
                  </a:lnTo>
                  <a:lnTo>
                    <a:pt x="5497922" y="230834"/>
                  </a:lnTo>
                  <a:lnTo>
                    <a:pt x="5498017" y="230834"/>
                  </a:lnTo>
                  <a:lnTo>
                    <a:pt x="5498111" y="230834"/>
                  </a:lnTo>
                  <a:lnTo>
                    <a:pt x="5498205" y="230834"/>
                  </a:lnTo>
                  <a:lnTo>
                    <a:pt x="5498299" y="230834"/>
                  </a:lnTo>
                  <a:lnTo>
                    <a:pt x="5498393" y="230834"/>
                  </a:lnTo>
                  <a:lnTo>
                    <a:pt x="5498487" y="230834"/>
                  </a:lnTo>
                  <a:lnTo>
                    <a:pt x="5498581" y="230834"/>
                  </a:lnTo>
                  <a:lnTo>
                    <a:pt x="5498676" y="230834"/>
                  </a:lnTo>
                  <a:lnTo>
                    <a:pt x="5498770" y="230834"/>
                  </a:lnTo>
                  <a:lnTo>
                    <a:pt x="5498864" y="230834"/>
                  </a:lnTo>
                  <a:lnTo>
                    <a:pt x="5498958" y="230834"/>
                  </a:lnTo>
                  <a:lnTo>
                    <a:pt x="5499052" y="230834"/>
                  </a:lnTo>
                  <a:lnTo>
                    <a:pt x="5499146" y="230834"/>
                  </a:lnTo>
                  <a:lnTo>
                    <a:pt x="5499241" y="230834"/>
                  </a:lnTo>
                  <a:lnTo>
                    <a:pt x="5499335" y="230834"/>
                  </a:lnTo>
                  <a:lnTo>
                    <a:pt x="5499429" y="230834"/>
                  </a:lnTo>
                  <a:lnTo>
                    <a:pt x="5499429" y="225923"/>
                  </a:lnTo>
                  <a:lnTo>
                    <a:pt x="5499523" y="225923"/>
                  </a:lnTo>
                  <a:lnTo>
                    <a:pt x="5499617" y="225923"/>
                  </a:lnTo>
                  <a:lnTo>
                    <a:pt x="5499711" y="225923"/>
                  </a:lnTo>
                  <a:lnTo>
                    <a:pt x="5499805" y="225923"/>
                  </a:lnTo>
                  <a:lnTo>
                    <a:pt x="5499900" y="225923"/>
                  </a:lnTo>
                  <a:lnTo>
                    <a:pt x="5499994" y="225923"/>
                  </a:lnTo>
                  <a:lnTo>
                    <a:pt x="5500088" y="225923"/>
                  </a:lnTo>
                  <a:lnTo>
                    <a:pt x="5500182" y="225923"/>
                  </a:lnTo>
                  <a:lnTo>
                    <a:pt x="5500276" y="225923"/>
                  </a:lnTo>
                  <a:lnTo>
                    <a:pt x="5500370" y="225923"/>
                  </a:lnTo>
                  <a:lnTo>
                    <a:pt x="5500465" y="225923"/>
                  </a:lnTo>
                  <a:lnTo>
                    <a:pt x="5500559" y="225923"/>
                  </a:lnTo>
                  <a:lnTo>
                    <a:pt x="5500653" y="225923"/>
                  </a:lnTo>
                  <a:lnTo>
                    <a:pt x="5500747" y="225923"/>
                  </a:lnTo>
                  <a:lnTo>
                    <a:pt x="5500841" y="225923"/>
                  </a:lnTo>
                  <a:lnTo>
                    <a:pt x="5500935" y="225923"/>
                  </a:lnTo>
                  <a:lnTo>
                    <a:pt x="5501029" y="225923"/>
                  </a:lnTo>
                  <a:lnTo>
                    <a:pt x="5501124" y="225923"/>
                  </a:lnTo>
                  <a:lnTo>
                    <a:pt x="5501218" y="225923"/>
                  </a:lnTo>
                  <a:lnTo>
                    <a:pt x="5501312" y="225923"/>
                  </a:lnTo>
                  <a:lnTo>
                    <a:pt x="5501406" y="225923"/>
                  </a:lnTo>
                  <a:lnTo>
                    <a:pt x="5501500" y="225923"/>
                  </a:lnTo>
                  <a:lnTo>
                    <a:pt x="5501594" y="225923"/>
                  </a:lnTo>
                  <a:lnTo>
                    <a:pt x="5501689" y="225923"/>
                  </a:lnTo>
                  <a:lnTo>
                    <a:pt x="5501783" y="225923"/>
                  </a:lnTo>
                  <a:lnTo>
                    <a:pt x="5501877" y="225923"/>
                  </a:lnTo>
                  <a:lnTo>
                    <a:pt x="5501971" y="225923"/>
                  </a:lnTo>
                  <a:lnTo>
                    <a:pt x="5502065" y="225923"/>
                  </a:lnTo>
                  <a:lnTo>
                    <a:pt x="5502159" y="225923"/>
                  </a:lnTo>
                  <a:lnTo>
                    <a:pt x="5502253" y="225923"/>
                  </a:lnTo>
                  <a:lnTo>
                    <a:pt x="5502348" y="225923"/>
                  </a:lnTo>
                  <a:lnTo>
                    <a:pt x="5502442" y="225923"/>
                  </a:lnTo>
                  <a:lnTo>
                    <a:pt x="5502536" y="225923"/>
                  </a:lnTo>
                  <a:lnTo>
                    <a:pt x="5502630" y="225923"/>
                  </a:lnTo>
                  <a:lnTo>
                    <a:pt x="5502724" y="225923"/>
                  </a:lnTo>
                  <a:lnTo>
                    <a:pt x="5502818" y="225923"/>
                  </a:lnTo>
                  <a:lnTo>
                    <a:pt x="5502912" y="225923"/>
                  </a:lnTo>
                  <a:lnTo>
                    <a:pt x="5503007" y="225923"/>
                  </a:lnTo>
                  <a:lnTo>
                    <a:pt x="5503101" y="225923"/>
                  </a:lnTo>
                  <a:lnTo>
                    <a:pt x="5503195" y="225923"/>
                  </a:lnTo>
                  <a:lnTo>
                    <a:pt x="5503289" y="225923"/>
                  </a:lnTo>
                  <a:lnTo>
                    <a:pt x="5503383" y="225923"/>
                  </a:lnTo>
                  <a:lnTo>
                    <a:pt x="5503477" y="225923"/>
                  </a:lnTo>
                  <a:lnTo>
                    <a:pt x="5503572" y="225923"/>
                  </a:lnTo>
                  <a:lnTo>
                    <a:pt x="5503666" y="225923"/>
                  </a:lnTo>
                  <a:lnTo>
                    <a:pt x="5503760" y="225923"/>
                  </a:lnTo>
                  <a:lnTo>
                    <a:pt x="5503854" y="225923"/>
                  </a:lnTo>
                  <a:lnTo>
                    <a:pt x="5503948" y="225923"/>
                  </a:lnTo>
                  <a:lnTo>
                    <a:pt x="5504042" y="225923"/>
                  </a:lnTo>
                  <a:lnTo>
                    <a:pt x="5504136" y="225923"/>
                  </a:lnTo>
                  <a:lnTo>
                    <a:pt x="5504231" y="225923"/>
                  </a:lnTo>
                  <a:lnTo>
                    <a:pt x="5504325" y="225923"/>
                  </a:lnTo>
                  <a:lnTo>
                    <a:pt x="5504419" y="225923"/>
                  </a:lnTo>
                  <a:lnTo>
                    <a:pt x="5504513" y="225923"/>
                  </a:lnTo>
                  <a:lnTo>
                    <a:pt x="5504607" y="225923"/>
                  </a:lnTo>
                  <a:lnTo>
                    <a:pt x="5504701" y="225923"/>
                  </a:lnTo>
                  <a:lnTo>
                    <a:pt x="5504796" y="225923"/>
                  </a:lnTo>
                  <a:lnTo>
                    <a:pt x="5504890" y="225923"/>
                  </a:lnTo>
                  <a:lnTo>
                    <a:pt x="5504984" y="225923"/>
                  </a:lnTo>
                  <a:lnTo>
                    <a:pt x="5505078" y="225923"/>
                  </a:lnTo>
                  <a:lnTo>
                    <a:pt x="5505172" y="225923"/>
                  </a:lnTo>
                  <a:lnTo>
                    <a:pt x="5505266" y="225923"/>
                  </a:lnTo>
                  <a:lnTo>
                    <a:pt x="5505360" y="225923"/>
                  </a:lnTo>
                  <a:lnTo>
                    <a:pt x="5505455" y="225923"/>
                  </a:lnTo>
                  <a:lnTo>
                    <a:pt x="5505549" y="225923"/>
                  </a:lnTo>
                  <a:lnTo>
                    <a:pt x="5505643" y="225923"/>
                  </a:lnTo>
                  <a:lnTo>
                    <a:pt x="5505737" y="225923"/>
                  </a:lnTo>
                  <a:lnTo>
                    <a:pt x="5505831" y="225923"/>
                  </a:lnTo>
                  <a:lnTo>
                    <a:pt x="5505925" y="225923"/>
                  </a:lnTo>
                  <a:lnTo>
                    <a:pt x="5506020" y="225923"/>
                  </a:lnTo>
                  <a:lnTo>
                    <a:pt x="5506114" y="225923"/>
                  </a:lnTo>
                  <a:lnTo>
                    <a:pt x="5506208" y="225923"/>
                  </a:lnTo>
                  <a:lnTo>
                    <a:pt x="5506302" y="225923"/>
                  </a:lnTo>
                  <a:lnTo>
                    <a:pt x="5506396" y="225923"/>
                  </a:lnTo>
                  <a:lnTo>
                    <a:pt x="5506490" y="225923"/>
                  </a:lnTo>
                  <a:lnTo>
                    <a:pt x="5506584" y="225923"/>
                  </a:lnTo>
                  <a:lnTo>
                    <a:pt x="5506679" y="225923"/>
                  </a:lnTo>
                  <a:lnTo>
                    <a:pt x="5506773" y="225923"/>
                  </a:lnTo>
                  <a:lnTo>
                    <a:pt x="5506867" y="225923"/>
                  </a:lnTo>
                  <a:lnTo>
                    <a:pt x="5506961" y="225923"/>
                  </a:lnTo>
                  <a:lnTo>
                    <a:pt x="5507055" y="225923"/>
                  </a:lnTo>
                  <a:lnTo>
                    <a:pt x="5507149" y="225923"/>
                  </a:lnTo>
                  <a:lnTo>
                    <a:pt x="5507243" y="225923"/>
                  </a:lnTo>
                  <a:lnTo>
                    <a:pt x="5507338" y="225923"/>
                  </a:lnTo>
                  <a:lnTo>
                    <a:pt x="5507432" y="225923"/>
                  </a:lnTo>
                  <a:lnTo>
                    <a:pt x="5507526" y="225923"/>
                  </a:lnTo>
                  <a:lnTo>
                    <a:pt x="5507620" y="225923"/>
                  </a:lnTo>
                  <a:lnTo>
                    <a:pt x="5507714" y="225923"/>
                  </a:lnTo>
                  <a:lnTo>
                    <a:pt x="5507808" y="225923"/>
                  </a:lnTo>
                  <a:lnTo>
                    <a:pt x="5507903" y="225923"/>
                  </a:lnTo>
                  <a:lnTo>
                    <a:pt x="5507997" y="225923"/>
                  </a:lnTo>
                  <a:lnTo>
                    <a:pt x="5508091" y="225923"/>
                  </a:lnTo>
                  <a:lnTo>
                    <a:pt x="5508185" y="225923"/>
                  </a:lnTo>
                  <a:lnTo>
                    <a:pt x="5508279" y="225923"/>
                  </a:lnTo>
                  <a:lnTo>
                    <a:pt x="5508373" y="225923"/>
                  </a:lnTo>
                  <a:lnTo>
                    <a:pt x="5508467" y="225923"/>
                  </a:lnTo>
                  <a:lnTo>
                    <a:pt x="5508562" y="225923"/>
                  </a:lnTo>
                  <a:lnTo>
                    <a:pt x="5508656" y="225923"/>
                  </a:lnTo>
                  <a:lnTo>
                    <a:pt x="5508750" y="225923"/>
                  </a:lnTo>
                  <a:lnTo>
                    <a:pt x="5508844" y="225923"/>
                  </a:lnTo>
                  <a:lnTo>
                    <a:pt x="5508938" y="225923"/>
                  </a:lnTo>
                  <a:lnTo>
                    <a:pt x="5509032" y="225923"/>
                  </a:lnTo>
                  <a:lnTo>
                    <a:pt x="5509127" y="225923"/>
                  </a:lnTo>
                  <a:lnTo>
                    <a:pt x="5509221" y="225923"/>
                  </a:lnTo>
                  <a:lnTo>
                    <a:pt x="5509315" y="225923"/>
                  </a:lnTo>
                  <a:lnTo>
                    <a:pt x="5509409" y="225923"/>
                  </a:lnTo>
                  <a:lnTo>
                    <a:pt x="5509503" y="225923"/>
                  </a:lnTo>
                  <a:lnTo>
                    <a:pt x="5509597" y="225923"/>
                  </a:lnTo>
                  <a:lnTo>
                    <a:pt x="5509691" y="225923"/>
                  </a:lnTo>
                  <a:lnTo>
                    <a:pt x="5509786" y="225923"/>
                  </a:lnTo>
                  <a:lnTo>
                    <a:pt x="5509880" y="225923"/>
                  </a:lnTo>
                  <a:lnTo>
                    <a:pt x="5509974" y="225923"/>
                  </a:lnTo>
                  <a:lnTo>
                    <a:pt x="5510068" y="225923"/>
                  </a:lnTo>
                  <a:lnTo>
                    <a:pt x="5510162" y="225923"/>
                  </a:lnTo>
                  <a:lnTo>
                    <a:pt x="5510256" y="225923"/>
                  </a:lnTo>
                  <a:lnTo>
                    <a:pt x="5510351" y="225923"/>
                  </a:lnTo>
                  <a:lnTo>
                    <a:pt x="5510445" y="225923"/>
                  </a:lnTo>
                  <a:lnTo>
                    <a:pt x="5510539" y="225923"/>
                  </a:lnTo>
                  <a:lnTo>
                    <a:pt x="5510633" y="225923"/>
                  </a:lnTo>
                  <a:lnTo>
                    <a:pt x="5510727" y="225923"/>
                  </a:lnTo>
                  <a:lnTo>
                    <a:pt x="5510727" y="221011"/>
                  </a:lnTo>
                  <a:lnTo>
                    <a:pt x="5510821" y="221011"/>
                  </a:lnTo>
                  <a:lnTo>
                    <a:pt x="5510915" y="221011"/>
                  </a:lnTo>
                  <a:lnTo>
                    <a:pt x="5511010" y="221011"/>
                  </a:lnTo>
                  <a:lnTo>
                    <a:pt x="5511104" y="221011"/>
                  </a:lnTo>
                  <a:lnTo>
                    <a:pt x="5511198" y="221011"/>
                  </a:lnTo>
                  <a:lnTo>
                    <a:pt x="5511292" y="221011"/>
                  </a:lnTo>
                  <a:lnTo>
                    <a:pt x="5511386" y="221011"/>
                  </a:lnTo>
                  <a:lnTo>
                    <a:pt x="5511480" y="221011"/>
                  </a:lnTo>
                  <a:lnTo>
                    <a:pt x="5511574" y="221011"/>
                  </a:lnTo>
                  <a:lnTo>
                    <a:pt x="5511669" y="221011"/>
                  </a:lnTo>
                  <a:lnTo>
                    <a:pt x="5511763" y="221011"/>
                  </a:lnTo>
                  <a:lnTo>
                    <a:pt x="5511857" y="221011"/>
                  </a:lnTo>
                  <a:lnTo>
                    <a:pt x="5511951" y="221011"/>
                  </a:lnTo>
                  <a:lnTo>
                    <a:pt x="5512045" y="221011"/>
                  </a:lnTo>
                  <a:lnTo>
                    <a:pt x="5512139" y="221011"/>
                  </a:lnTo>
                  <a:lnTo>
                    <a:pt x="5512234" y="221011"/>
                  </a:lnTo>
                  <a:lnTo>
                    <a:pt x="5512328" y="221011"/>
                  </a:lnTo>
                  <a:lnTo>
                    <a:pt x="5512422" y="221011"/>
                  </a:lnTo>
                  <a:lnTo>
                    <a:pt x="5512516" y="221011"/>
                  </a:lnTo>
                  <a:lnTo>
                    <a:pt x="5512610" y="221011"/>
                  </a:lnTo>
                  <a:lnTo>
                    <a:pt x="5512704" y="221011"/>
                  </a:lnTo>
                  <a:lnTo>
                    <a:pt x="5512798" y="221011"/>
                  </a:lnTo>
                  <a:lnTo>
                    <a:pt x="5512893" y="221011"/>
                  </a:lnTo>
                  <a:lnTo>
                    <a:pt x="5512987" y="221011"/>
                  </a:lnTo>
                  <a:lnTo>
                    <a:pt x="5513081" y="221011"/>
                  </a:lnTo>
                  <a:lnTo>
                    <a:pt x="5513175" y="221011"/>
                  </a:lnTo>
                  <a:lnTo>
                    <a:pt x="5513269" y="221011"/>
                  </a:lnTo>
                  <a:lnTo>
                    <a:pt x="5513363" y="221011"/>
                  </a:lnTo>
                  <a:lnTo>
                    <a:pt x="5513458" y="221011"/>
                  </a:lnTo>
                  <a:lnTo>
                    <a:pt x="5513552" y="221011"/>
                  </a:lnTo>
                  <a:lnTo>
                    <a:pt x="5513646" y="221011"/>
                  </a:lnTo>
                  <a:lnTo>
                    <a:pt x="5513646" y="216100"/>
                  </a:lnTo>
                  <a:lnTo>
                    <a:pt x="5513740" y="216100"/>
                  </a:lnTo>
                  <a:lnTo>
                    <a:pt x="5513834" y="216100"/>
                  </a:lnTo>
                  <a:lnTo>
                    <a:pt x="5513928" y="216100"/>
                  </a:lnTo>
                  <a:lnTo>
                    <a:pt x="5514022" y="216100"/>
                  </a:lnTo>
                  <a:lnTo>
                    <a:pt x="5514117" y="216100"/>
                  </a:lnTo>
                  <a:lnTo>
                    <a:pt x="5514211" y="216100"/>
                  </a:lnTo>
                  <a:lnTo>
                    <a:pt x="5514305" y="216100"/>
                  </a:lnTo>
                  <a:lnTo>
                    <a:pt x="5514399" y="216100"/>
                  </a:lnTo>
                  <a:lnTo>
                    <a:pt x="5514493" y="216100"/>
                  </a:lnTo>
                  <a:lnTo>
                    <a:pt x="5514587" y="216100"/>
                  </a:lnTo>
                  <a:lnTo>
                    <a:pt x="5514682" y="216100"/>
                  </a:lnTo>
                  <a:lnTo>
                    <a:pt x="5514776" y="216100"/>
                  </a:lnTo>
                  <a:lnTo>
                    <a:pt x="5514870" y="216100"/>
                  </a:lnTo>
                  <a:lnTo>
                    <a:pt x="5514964" y="216100"/>
                  </a:lnTo>
                  <a:lnTo>
                    <a:pt x="5515058" y="216100"/>
                  </a:lnTo>
                  <a:lnTo>
                    <a:pt x="5515152" y="216100"/>
                  </a:lnTo>
                  <a:lnTo>
                    <a:pt x="5515246" y="216100"/>
                  </a:lnTo>
                  <a:lnTo>
                    <a:pt x="5515341" y="216100"/>
                  </a:lnTo>
                  <a:lnTo>
                    <a:pt x="5515435" y="216100"/>
                  </a:lnTo>
                  <a:lnTo>
                    <a:pt x="5515529" y="216100"/>
                  </a:lnTo>
                  <a:lnTo>
                    <a:pt x="5515623" y="216100"/>
                  </a:lnTo>
                  <a:lnTo>
                    <a:pt x="5515717" y="216100"/>
                  </a:lnTo>
                  <a:lnTo>
                    <a:pt x="5515811" y="216100"/>
                  </a:lnTo>
                  <a:lnTo>
                    <a:pt x="5515905" y="216100"/>
                  </a:lnTo>
                  <a:lnTo>
                    <a:pt x="5516000" y="216100"/>
                  </a:lnTo>
                  <a:lnTo>
                    <a:pt x="5516094" y="216100"/>
                  </a:lnTo>
                  <a:lnTo>
                    <a:pt x="5516188" y="216100"/>
                  </a:lnTo>
                  <a:lnTo>
                    <a:pt x="5516282" y="216100"/>
                  </a:lnTo>
                  <a:lnTo>
                    <a:pt x="5516376" y="216100"/>
                  </a:lnTo>
                  <a:lnTo>
                    <a:pt x="5516470" y="216100"/>
                  </a:lnTo>
                  <a:lnTo>
                    <a:pt x="5516565" y="216100"/>
                  </a:lnTo>
                  <a:lnTo>
                    <a:pt x="5516659" y="216100"/>
                  </a:lnTo>
                  <a:lnTo>
                    <a:pt x="5516753" y="216100"/>
                  </a:lnTo>
                  <a:lnTo>
                    <a:pt x="5516847" y="216100"/>
                  </a:lnTo>
                  <a:lnTo>
                    <a:pt x="5516941" y="216100"/>
                  </a:lnTo>
                  <a:lnTo>
                    <a:pt x="5517035" y="216100"/>
                  </a:lnTo>
                  <a:lnTo>
                    <a:pt x="5517129" y="216100"/>
                  </a:lnTo>
                  <a:lnTo>
                    <a:pt x="5517224" y="216100"/>
                  </a:lnTo>
                  <a:lnTo>
                    <a:pt x="5517318" y="216100"/>
                  </a:lnTo>
                  <a:lnTo>
                    <a:pt x="5517412" y="216100"/>
                  </a:lnTo>
                  <a:lnTo>
                    <a:pt x="5517506" y="216100"/>
                  </a:lnTo>
                  <a:lnTo>
                    <a:pt x="5517600" y="216100"/>
                  </a:lnTo>
                  <a:lnTo>
                    <a:pt x="5517694" y="216100"/>
                  </a:lnTo>
                  <a:lnTo>
                    <a:pt x="5517789" y="216100"/>
                  </a:lnTo>
                  <a:lnTo>
                    <a:pt x="5517883" y="216100"/>
                  </a:lnTo>
                  <a:lnTo>
                    <a:pt x="5517977" y="216100"/>
                  </a:lnTo>
                  <a:lnTo>
                    <a:pt x="5518071" y="216100"/>
                  </a:lnTo>
                  <a:lnTo>
                    <a:pt x="5518165" y="216100"/>
                  </a:lnTo>
                  <a:lnTo>
                    <a:pt x="5518259" y="216100"/>
                  </a:lnTo>
                  <a:lnTo>
                    <a:pt x="5518353" y="216100"/>
                  </a:lnTo>
                  <a:lnTo>
                    <a:pt x="5518448" y="216100"/>
                  </a:lnTo>
                  <a:lnTo>
                    <a:pt x="5518542" y="216100"/>
                  </a:lnTo>
                  <a:lnTo>
                    <a:pt x="5518636" y="216100"/>
                  </a:lnTo>
                  <a:lnTo>
                    <a:pt x="5518730" y="216100"/>
                  </a:lnTo>
                  <a:lnTo>
                    <a:pt x="5518824" y="216100"/>
                  </a:lnTo>
                  <a:lnTo>
                    <a:pt x="5518918" y="216100"/>
                  </a:lnTo>
                  <a:lnTo>
                    <a:pt x="5519013" y="216100"/>
                  </a:lnTo>
                  <a:lnTo>
                    <a:pt x="5519107" y="216100"/>
                  </a:lnTo>
                  <a:lnTo>
                    <a:pt x="5519201" y="216100"/>
                  </a:lnTo>
                  <a:lnTo>
                    <a:pt x="5519295" y="216100"/>
                  </a:lnTo>
                  <a:lnTo>
                    <a:pt x="5519295" y="211189"/>
                  </a:lnTo>
                  <a:lnTo>
                    <a:pt x="5519389" y="211189"/>
                  </a:lnTo>
                  <a:lnTo>
                    <a:pt x="5519483" y="211189"/>
                  </a:lnTo>
                  <a:lnTo>
                    <a:pt x="5519577" y="211189"/>
                  </a:lnTo>
                  <a:lnTo>
                    <a:pt x="5519672" y="211189"/>
                  </a:lnTo>
                  <a:lnTo>
                    <a:pt x="5519766" y="211189"/>
                  </a:lnTo>
                  <a:lnTo>
                    <a:pt x="5519860" y="211189"/>
                  </a:lnTo>
                  <a:lnTo>
                    <a:pt x="5519954" y="211189"/>
                  </a:lnTo>
                  <a:lnTo>
                    <a:pt x="5520048" y="211189"/>
                  </a:lnTo>
                  <a:lnTo>
                    <a:pt x="5520142" y="211189"/>
                  </a:lnTo>
                  <a:lnTo>
                    <a:pt x="5520236" y="211189"/>
                  </a:lnTo>
                  <a:lnTo>
                    <a:pt x="5520331" y="211189"/>
                  </a:lnTo>
                  <a:lnTo>
                    <a:pt x="5520425" y="211189"/>
                  </a:lnTo>
                  <a:lnTo>
                    <a:pt x="5520519" y="211189"/>
                  </a:lnTo>
                  <a:lnTo>
                    <a:pt x="5520613" y="211189"/>
                  </a:lnTo>
                  <a:lnTo>
                    <a:pt x="5520707" y="211189"/>
                  </a:lnTo>
                  <a:lnTo>
                    <a:pt x="5520801" y="211189"/>
                  </a:lnTo>
                  <a:lnTo>
                    <a:pt x="5520896" y="211189"/>
                  </a:lnTo>
                  <a:lnTo>
                    <a:pt x="5520990" y="211189"/>
                  </a:lnTo>
                  <a:lnTo>
                    <a:pt x="5521084" y="211189"/>
                  </a:lnTo>
                  <a:lnTo>
                    <a:pt x="5521178" y="211189"/>
                  </a:lnTo>
                  <a:lnTo>
                    <a:pt x="5521272" y="211189"/>
                  </a:lnTo>
                  <a:lnTo>
                    <a:pt x="5521366" y="211189"/>
                  </a:lnTo>
                  <a:lnTo>
                    <a:pt x="5521460" y="211189"/>
                  </a:lnTo>
                  <a:lnTo>
                    <a:pt x="5521555" y="211189"/>
                  </a:lnTo>
                  <a:lnTo>
                    <a:pt x="5521649" y="211189"/>
                  </a:lnTo>
                  <a:lnTo>
                    <a:pt x="5521743" y="211189"/>
                  </a:lnTo>
                  <a:lnTo>
                    <a:pt x="5521837" y="211189"/>
                  </a:lnTo>
                  <a:lnTo>
                    <a:pt x="5521931" y="211189"/>
                  </a:lnTo>
                  <a:lnTo>
                    <a:pt x="5522025" y="211189"/>
                  </a:lnTo>
                  <a:lnTo>
                    <a:pt x="5522120" y="211189"/>
                  </a:lnTo>
                  <a:lnTo>
                    <a:pt x="5522214" y="211189"/>
                  </a:lnTo>
                  <a:lnTo>
                    <a:pt x="5522308" y="211189"/>
                  </a:lnTo>
                  <a:lnTo>
                    <a:pt x="5522402" y="211189"/>
                  </a:lnTo>
                  <a:lnTo>
                    <a:pt x="5522496" y="211189"/>
                  </a:lnTo>
                  <a:lnTo>
                    <a:pt x="5522590" y="211189"/>
                  </a:lnTo>
                  <a:lnTo>
                    <a:pt x="5522684" y="211189"/>
                  </a:lnTo>
                  <a:lnTo>
                    <a:pt x="5522779" y="211189"/>
                  </a:lnTo>
                  <a:lnTo>
                    <a:pt x="5522873" y="211189"/>
                  </a:lnTo>
                  <a:lnTo>
                    <a:pt x="5522967" y="211189"/>
                  </a:lnTo>
                  <a:lnTo>
                    <a:pt x="5523061" y="211189"/>
                  </a:lnTo>
                  <a:lnTo>
                    <a:pt x="5523155" y="211189"/>
                  </a:lnTo>
                  <a:lnTo>
                    <a:pt x="5523249" y="211189"/>
                  </a:lnTo>
                  <a:lnTo>
                    <a:pt x="5523344" y="211189"/>
                  </a:lnTo>
                  <a:lnTo>
                    <a:pt x="5523438" y="211189"/>
                  </a:lnTo>
                  <a:lnTo>
                    <a:pt x="5523532" y="211189"/>
                  </a:lnTo>
                  <a:lnTo>
                    <a:pt x="5523626" y="211189"/>
                  </a:lnTo>
                  <a:lnTo>
                    <a:pt x="5523720" y="211189"/>
                  </a:lnTo>
                  <a:lnTo>
                    <a:pt x="5523814" y="211189"/>
                  </a:lnTo>
                  <a:lnTo>
                    <a:pt x="5523908" y="211189"/>
                  </a:lnTo>
                  <a:lnTo>
                    <a:pt x="5524003" y="211189"/>
                  </a:lnTo>
                  <a:lnTo>
                    <a:pt x="5524097" y="211189"/>
                  </a:lnTo>
                  <a:lnTo>
                    <a:pt x="5524191" y="211189"/>
                  </a:lnTo>
                  <a:lnTo>
                    <a:pt x="5524285" y="211189"/>
                  </a:lnTo>
                  <a:lnTo>
                    <a:pt x="5524379" y="211189"/>
                  </a:lnTo>
                  <a:lnTo>
                    <a:pt x="5524473" y="211189"/>
                  </a:lnTo>
                  <a:lnTo>
                    <a:pt x="5524567" y="211189"/>
                  </a:lnTo>
                  <a:lnTo>
                    <a:pt x="5524662" y="211189"/>
                  </a:lnTo>
                  <a:lnTo>
                    <a:pt x="5524756" y="211189"/>
                  </a:lnTo>
                  <a:lnTo>
                    <a:pt x="5524850" y="211189"/>
                  </a:lnTo>
                  <a:lnTo>
                    <a:pt x="5524850" y="206277"/>
                  </a:lnTo>
                  <a:lnTo>
                    <a:pt x="5524944" y="206277"/>
                  </a:lnTo>
                  <a:lnTo>
                    <a:pt x="5525038" y="206277"/>
                  </a:lnTo>
                  <a:lnTo>
                    <a:pt x="5525132" y="206277"/>
                  </a:lnTo>
                  <a:lnTo>
                    <a:pt x="5525227" y="206277"/>
                  </a:lnTo>
                  <a:lnTo>
                    <a:pt x="5525321" y="206277"/>
                  </a:lnTo>
                  <a:lnTo>
                    <a:pt x="5525415" y="206277"/>
                  </a:lnTo>
                  <a:lnTo>
                    <a:pt x="5525509" y="206277"/>
                  </a:lnTo>
                  <a:lnTo>
                    <a:pt x="5525603" y="206277"/>
                  </a:lnTo>
                  <a:lnTo>
                    <a:pt x="5525697" y="206277"/>
                  </a:lnTo>
                  <a:lnTo>
                    <a:pt x="5525791" y="206277"/>
                  </a:lnTo>
                  <a:lnTo>
                    <a:pt x="5525886" y="206277"/>
                  </a:lnTo>
                  <a:lnTo>
                    <a:pt x="5525886" y="201366"/>
                  </a:lnTo>
                  <a:lnTo>
                    <a:pt x="5525980" y="201366"/>
                  </a:lnTo>
                  <a:lnTo>
                    <a:pt x="5526074" y="201366"/>
                  </a:lnTo>
                  <a:lnTo>
                    <a:pt x="5526168" y="201366"/>
                  </a:lnTo>
                  <a:lnTo>
                    <a:pt x="5526262" y="201366"/>
                  </a:lnTo>
                  <a:lnTo>
                    <a:pt x="5526356" y="201366"/>
                  </a:lnTo>
                  <a:lnTo>
                    <a:pt x="5526451" y="201366"/>
                  </a:lnTo>
                  <a:lnTo>
                    <a:pt x="5526545" y="201366"/>
                  </a:lnTo>
                  <a:lnTo>
                    <a:pt x="5526639" y="201366"/>
                  </a:lnTo>
                  <a:lnTo>
                    <a:pt x="5526733" y="201366"/>
                  </a:lnTo>
                  <a:lnTo>
                    <a:pt x="5526827" y="201366"/>
                  </a:lnTo>
                  <a:lnTo>
                    <a:pt x="5526921" y="201366"/>
                  </a:lnTo>
                  <a:lnTo>
                    <a:pt x="5527015" y="201366"/>
                  </a:lnTo>
                  <a:lnTo>
                    <a:pt x="5527110" y="201366"/>
                  </a:lnTo>
                  <a:lnTo>
                    <a:pt x="5527204" y="201366"/>
                  </a:lnTo>
                  <a:lnTo>
                    <a:pt x="5527298" y="201366"/>
                  </a:lnTo>
                  <a:lnTo>
                    <a:pt x="5527392" y="201366"/>
                  </a:lnTo>
                  <a:lnTo>
                    <a:pt x="5527486" y="201366"/>
                  </a:lnTo>
                  <a:lnTo>
                    <a:pt x="5527580" y="201366"/>
                  </a:lnTo>
                  <a:lnTo>
                    <a:pt x="5527675" y="201366"/>
                  </a:lnTo>
                  <a:lnTo>
                    <a:pt x="5527769" y="201366"/>
                  </a:lnTo>
                  <a:lnTo>
                    <a:pt x="5527863" y="201366"/>
                  </a:lnTo>
                  <a:lnTo>
                    <a:pt x="5527957" y="201366"/>
                  </a:lnTo>
                  <a:lnTo>
                    <a:pt x="5528051" y="201366"/>
                  </a:lnTo>
                  <a:lnTo>
                    <a:pt x="5528145" y="201366"/>
                  </a:lnTo>
                  <a:lnTo>
                    <a:pt x="5528239" y="201366"/>
                  </a:lnTo>
                  <a:lnTo>
                    <a:pt x="5528334" y="201366"/>
                  </a:lnTo>
                  <a:lnTo>
                    <a:pt x="5528428" y="201366"/>
                  </a:lnTo>
                  <a:lnTo>
                    <a:pt x="5528522" y="201366"/>
                  </a:lnTo>
                  <a:lnTo>
                    <a:pt x="5528616" y="201366"/>
                  </a:lnTo>
                  <a:lnTo>
                    <a:pt x="5528710" y="201366"/>
                  </a:lnTo>
                  <a:lnTo>
                    <a:pt x="5528804" y="201366"/>
                  </a:lnTo>
                  <a:lnTo>
                    <a:pt x="5528898" y="201366"/>
                  </a:lnTo>
                  <a:lnTo>
                    <a:pt x="5528993" y="201366"/>
                  </a:lnTo>
                  <a:lnTo>
                    <a:pt x="5529087" y="201366"/>
                  </a:lnTo>
                  <a:lnTo>
                    <a:pt x="5529181" y="201366"/>
                  </a:lnTo>
                  <a:lnTo>
                    <a:pt x="5529275" y="201366"/>
                  </a:lnTo>
                  <a:lnTo>
                    <a:pt x="5529369" y="201366"/>
                  </a:lnTo>
                  <a:lnTo>
                    <a:pt x="5529463" y="201366"/>
                  </a:lnTo>
                  <a:lnTo>
                    <a:pt x="5529558" y="201366"/>
                  </a:lnTo>
                  <a:lnTo>
                    <a:pt x="5529652" y="201366"/>
                  </a:lnTo>
                  <a:lnTo>
                    <a:pt x="5529746" y="201366"/>
                  </a:lnTo>
                  <a:lnTo>
                    <a:pt x="5529840" y="201366"/>
                  </a:lnTo>
                  <a:lnTo>
                    <a:pt x="5529934" y="201366"/>
                  </a:lnTo>
                  <a:lnTo>
                    <a:pt x="5530028" y="201366"/>
                  </a:lnTo>
                  <a:lnTo>
                    <a:pt x="5530122" y="201366"/>
                  </a:lnTo>
                  <a:lnTo>
                    <a:pt x="5530217" y="201366"/>
                  </a:lnTo>
                  <a:lnTo>
                    <a:pt x="5530311" y="201366"/>
                  </a:lnTo>
                  <a:lnTo>
                    <a:pt x="5530405" y="201366"/>
                  </a:lnTo>
                  <a:lnTo>
                    <a:pt x="5530499" y="201366"/>
                  </a:lnTo>
                  <a:lnTo>
                    <a:pt x="5530593" y="201366"/>
                  </a:lnTo>
                  <a:lnTo>
                    <a:pt x="5530687" y="201366"/>
                  </a:lnTo>
                  <a:lnTo>
                    <a:pt x="5530782" y="201366"/>
                  </a:lnTo>
                  <a:lnTo>
                    <a:pt x="5530876" y="201366"/>
                  </a:lnTo>
                  <a:lnTo>
                    <a:pt x="5530970" y="201366"/>
                  </a:lnTo>
                  <a:lnTo>
                    <a:pt x="5531064" y="201366"/>
                  </a:lnTo>
                  <a:lnTo>
                    <a:pt x="5531158" y="201366"/>
                  </a:lnTo>
                  <a:lnTo>
                    <a:pt x="5531252" y="201366"/>
                  </a:lnTo>
                  <a:lnTo>
                    <a:pt x="5531346" y="201366"/>
                  </a:lnTo>
                  <a:lnTo>
                    <a:pt x="5531441" y="201366"/>
                  </a:lnTo>
                  <a:lnTo>
                    <a:pt x="5531535" y="201366"/>
                  </a:lnTo>
                  <a:lnTo>
                    <a:pt x="5531535" y="196454"/>
                  </a:lnTo>
                  <a:lnTo>
                    <a:pt x="5531629" y="196454"/>
                  </a:lnTo>
                  <a:lnTo>
                    <a:pt x="5531723" y="196454"/>
                  </a:lnTo>
                  <a:lnTo>
                    <a:pt x="5531817" y="196454"/>
                  </a:lnTo>
                  <a:lnTo>
                    <a:pt x="5531911" y="196454"/>
                  </a:lnTo>
                  <a:lnTo>
                    <a:pt x="5532006" y="196454"/>
                  </a:lnTo>
                  <a:lnTo>
                    <a:pt x="5532100" y="196454"/>
                  </a:lnTo>
                  <a:lnTo>
                    <a:pt x="5532194" y="196454"/>
                  </a:lnTo>
                  <a:lnTo>
                    <a:pt x="5532288" y="196454"/>
                  </a:lnTo>
                  <a:lnTo>
                    <a:pt x="5532382" y="196454"/>
                  </a:lnTo>
                  <a:lnTo>
                    <a:pt x="5532476" y="196454"/>
                  </a:lnTo>
                  <a:lnTo>
                    <a:pt x="5532570" y="196454"/>
                  </a:lnTo>
                  <a:lnTo>
                    <a:pt x="5532665" y="196454"/>
                  </a:lnTo>
                  <a:lnTo>
                    <a:pt x="5532759" y="196454"/>
                  </a:lnTo>
                  <a:lnTo>
                    <a:pt x="5532853" y="196454"/>
                  </a:lnTo>
                  <a:lnTo>
                    <a:pt x="5532947" y="196454"/>
                  </a:lnTo>
                  <a:lnTo>
                    <a:pt x="5533041" y="196454"/>
                  </a:lnTo>
                  <a:lnTo>
                    <a:pt x="5533135" y="196454"/>
                  </a:lnTo>
                  <a:lnTo>
                    <a:pt x="5533229" y="196454"/>
                  </a:lnTo>
                  <a:lnTo>
                    <a:pt x="5533324" y="196454"/>
                  </a:lnTo>
                  <a:lnTo>
                    <a:pt x="5533418" y="196454"/>
                  </a:lnTo>
                  <a:lnTo>
                    <a:pt x="5533512" y="196454"/>
                  </a:lnTo>
                  <a:lnTo>
                    <a:pt x="5533606" y="196454"/>
                  </a:lnTo>
                  <a:lnTo>
                    <a:pt x="5533700" y="196454"/>
                  </a:lnTo>
                  <a:lnTo>
                    <a:pt x="5533794" y="196454"/>
                  </a:lnTo>
                  <a:lnTo>
                    <a:pt x="5533889" y="196454"/>
                  </a:lnTo>
                  <a:lnTo>
                    <a:pt x="5533983" y="196454"/>
                  </a:lnTo>
                  <a:lnTo>
                    <a:pt x="5534077" y="196454"/>
                  </a:lnTo>
                  <a:lnTo>
                    <a:pt x="5534171" y="196454"/>
                  </a:lnTo>
                  <a:lnTo>
                    <a:pt x="5534265" y="196454"/>
                  </a:lnTo>
                  <a:lnTo>
                    <a:pt x="5534359" y="196454"/>
                  </a:lnTo>
                  <a:lnTo>
                    <a:pt x="5534453" y="196454"/>
                  </a:lnTo>
                  <a:lnTo>
                    <a:pt x="5534548" y="196454"/>
                  </a:lnTo>
                  <a:lnTo>
                    <a:pt x="5534642" y="196454"/>
                  </a:lnTo>
                  <a:lnTo>
                    <a:pt x="5534736" y="196454"/>
                  </a:lnTo>
                  <a:lnTo>
                    <a:pt x="5534830" y="196454"/>
                  </a:lnTo>
                  <a:lnTo>
                    <a:pt x="5534924" y="196454"/>
                  </a:lnTo>
                  <a:lnTo>
                    <a:pt x="5535018" y="196454"/>
                  </a:lnTo>
                  <a:lnTo>
                    <a:pt x="5535113" y="196454"/>
                  </a:lnTo>
                  <a:lnTo>
                    <a:pt x="5535207" y="196454"/>
                  </a:lnTo>
                  <a:lnTo>
                    <a:pt x="5535301" y="196454"/>
                  </a:lnTo>
                  <a:lnTo>
                    <a:pt x="5535395" y="196454"/>
                  </a:lnTo>
                  <a:lnTo>
                    <a:pt x="5535489" y="196454"/>
                  </a:lnTo>
                  <a:lnTo>
                    <a:pt x="5535583" y="196454"/>
                  </a:lnTo>
                  <a:lnTo>
                    <a:pt x="5535677" y="196454"/>
                  </a:lnTo>
                  <a:lnTo>
                    <a:pt x="5535772" y="196454"/>
                  </a:lnTo>
                  <a:lnTo>
                    <a:pt x="5535866" y="196454"/>
                  </a:lnTo>
                  <a:lnTo>
                    <a:pt x="5535960" y="196454"/>
                  </a:lnTo>
                  <a:lnTo>
                    <a:pt x="5536054" y="196454"/>
                  </a:lnTo>
                  <a:lnTo>
                    <a:pt x="5536148" y="196454"/>
                  </a:lnTo>
                  <a:lnTo>
                    <a:pt x="5536242" y="196454"/>
                  </a:lnTo>
                  <a:lnTo>
                    <a:pt x="5536337" y="196454"/>
                  </a:lnTo>
                  <a:lnTo>
                    <a:pt x="5536431" y="196454"/>
                  </a:lnTo>
                  <a:lnTo>
                    <a:pt x="5536525" y="196454"/>
                  </a:lnTo>
                  <a:lnTo>
                    <a:pt x="5536619" y="196454"/>
                  </a:lnTo>
                  <a:lnTo>
                    <a:pt x="5536713" y="196454"/>
                  </a:lnTo>
                  <a:lnTo>
                    <a:pt x="5536807" y="196454"/>
                  </a:lnTo>
                  <a:lnTo>
                    <a:pt x="5536901" y="196454"/>
                  </a:lnTo>
                  <a:lnTo>
                    <a:pt x="5536996" y="196454"/>
                  </a:lnTo>
                  <a:lnTo>
                    <a:pt x="5537090" y="196454"/>
                  </a:lnTo>
                  <a:lnTo>
                    <a:pt x="5537184" y="196454"/>
                  </a:lnTo>
                  <a:lnTo>
                    <a:pt x="5537278" y="196454"/>
                  </a:lnTo>
                  <a:lnTo>
                    <a:pt x="5537372" y="196454"/>
                  </a:lnTo>
                  <a:lnTo>
                    <a:pt x="5537466" y="196454"/>
                  </a:lnTo>
                  <a:lnTo>
                    <a:pt x="5537560" y="196454"/>
                  </a:lnTo>
                  <a:lnTo>
                    <a:pt x="5537655" y="196454"/>
                  </a:lnTo>
                  <a:lnTo>
                    <a:pt x="5537749" y="196454"/>
                  </a:lnTo>
                  <a:lnTo>
                    <a:pt x="5537843" y="196454"/>
                  </a:lnTo>
                  <a:lnTo>
                    <a:pt x="5537937" y="196454"/>
                  </a:lnTo>
                  <a:lnTo>
                    <a:pt x="5538031" y="196454"/>
                  </a:lnTo>
                  <a:lnTo>
                    <a:pt x="5538125" y="196454"/>
                  </a:lnTo>
                  <a:lnTo>
                    <a:pt x="5538220" y="196454"/>
                  </a:lnTo>
                  <a:lnTo>
                    <a:pt x="5538314" y="196454"/>
                  </a:lnTo>
                  <a:lnTo>
                    <a:pt x="5538408" y="196454"/>
                  </a:lnTo>
                  <a:lnTo>
                    <a:pt x="5538502" y="196454"/>
                  </a:lnTo>
                  <a:lnTo>
                    <a:pt x="5538596" y="196454"/>
                  </a:lnTo>
                  <a:lnTo>
                    <a:pt x="5538690" y="196454"/>
                  </a:lnTo>
                  <a:lnTo>
                    <a:pt x="5538784" y="196454"/>
                  </a:lnTo>
                  <a:lnTo>
                    <a:pt x="5538879" y="196454"/>
                  </a:lnTo>
                  <a:lnTo>
                    <a:pt x="5538973" y="196454"/>
                  </a:lnTo>
                  <a:lnTo>
                    <a:pt x="5539067" y="196454"/>
                  </a:lnTo>
                  <a:lnTo>
                    <a:pt x="5539161" y="196454"/>
                  </a:lnTo>
                  <a:lnTo>
                    <a:pt x="5539255" y="196454"/>
                  </a:lnTo>
                  <a:lnTo>
                    <a:pt x="5539349" y="196454"/>
                  </a:lnTo>
                  <a:lnTo>
                    <a:pt x="5539444" y="196454"/>
                  </a:lnTo>
                  <a:lnTo>
                    <a:pt x="5539538" y="196454"/>
                  </a:lnTo>
                  <a:lnTo>
                    <a:pt x="5539632" y="196454"/>
                  </a:lnTo>
                  <a:lnTo>
                    <a:pt x="5539726" y="196454"/>
                  </a:lnTo>
                  <a:lnTo>
                    <a:pt x="5539820" y="196454"/>
                  </a:lnTo>
                  <a:lnTo>
                    <a:pt x="5539914" y="196454"/>
                  </a:lnTo>
                  <a:lnTo>
                    <a:pt x="5540008" y="196454"/>
                  </a:lnTo>
                  <a:lnTo>
                    <a:pt x="5540103" y="196454"/>
                  </a:lnTo>
                  <a:lnTo>
                    <a:pt x="5540197" y="196454"/>
                  </a:lnTo>
                  <a:lnTo>
                    <a:pt x="5540291" y="196454"/>
                  </a:lnTo>
                  <a:lnTo>
                    <a:pt x="5540385" y="196454"/>
                  </a:lnTo>
                  <a:lnTo>
                    <a:pt x="5540479" y="196454"/>
                  </a:lnTo>
                  <a:lnTo>
                    <a:pt x="5540573" y="196454"/>
                  </a:lnTo>
                  <a:lnTo>
                    <a:pt x="5540668" y="196454"/>
                  </a:lnTo>
                  <a:lnTo>
                    <a:pt x="5540762" y="196454"/>
                  </a:lnTo>
                  <a:lnTo>
                    <a:pt x="5540856" y="196454"/>
                  </a:lnTo>
                  <a:lnTo>
                    <a:pt x="5540950" y="196454"/>
                  </a:lnTo>
                  <a:lnTo>
                    <a:pt x="5541044" y="196454"/>
                  </a:lnTo>
                  <a:lnTo>
                    <a:pt x="5541138" y="196454"/>
                  </a:lnTo>
                  <a:lnTo>
                    <a:pt x="5541232" y="196454"/>
                  </a:lnTo>
                  <a:lnTo>
                    <a:pt x="5541327" y="196454"/>
                  </a:lnTo>
                  <a:lnTo>
                    <a:pt x="5541421" y="196454"/>
                  </a:lnTo>
                  <a:lnTo>
                    <a:pt x="5541515" y="196454"/>
                  </a:lnTo>
                  <a:lnTo>
                    <a:pt x="5541609" y="196454"/>
                  </a:lnTo>
                  <a:lnTo>
                    <a:pt x="5541703" y="196454"/>
                  </a:lnTo>
                  <a:lnTo>
                    <a:pt x="5541797" y="196454"/>
                  </a:lnTo>
                  <a:lnTo>
                    <a:pt x="5541892" y="196454"/>
                  </a:lnTo>
                  <a:lnTo>
                    <a:pt x="5541986" y="196454"/>
                  </a:lnTo>
                  <a:lnTo>
                    <a:pt x="5542080" y="196454"/>
                  </a:lnTo>
                  <a:lnTo>
                    <a:pt x="5542174" y="196454"/>
                  </a:lnTo>
                  <a:lnTo>
                    <a:pt x="5542268" y="196454"/>
                  </a:lnTo>
                  <a:lnTo>
                    <a:pt x="5542362" y="196454"/>
                  </a:lnTo>
                  <a:lnTo>
                    <a:pt x="5542456" y="196454"/>
                  </a:lnTo>
                  <a:lnTo>
                    <a:pt x="5542551" y="196454"/>
                  </a:lnTo>
                  <a:lnTo>
                    <a:pt x="5542645" y="196454"/>
                  </a:lnTo>
                  <a:lnTo>
                    <a:pt x="5542739" y="196454"/>
                  </a:lnTo>
                  <a:lnTo>
                    <a:pt x="5542833" y="196454"/>
                  </a:lnTo>
                  <a:lnTo>
                    <a:pt x="5542927" y="196454"/>
                  </a:lnTo>
                  <a:lnTo>
                    <a:pt x="5543021" y="196454"/>
                  </a:lnTo>
                  <a:lnTo>
                    <a:pt x="5543115" y="196454"/>
                  </a:lnTo>
                  <a:lnTo>
                    <a:pt x="5543210" y="196454"/>
                  </a:lnTo>
                  <a:lnTo>
                    <a:pt x="5543304" y="196454"/>
                  </a:lnTo>
                  <a:lnTo>
                    <a:pt x="5543398" y="196454"/>
                  </a:lnTo>
                  <a:lnTo>
                    <a:pt x="5543492" y="196454"/>
                  </a:lnTo>
                  <a:lnTo>
                    <a:pt x="5543586" y="196454"/>
                  </a:lnTo>
                  <a:lnTo>
                    <a:pt x="5543680" y="196454"/>
                  </a:lnTo>
                  <a:lnTo>
                    <a:pt x="5543775" y="196454"/>
                  </a:lnTo>
                  <a:lnTo>
                    <a:pt x="5543869" y="196454"/>
                  </a:lnTo>
                  <a:lnTo>
                    <a:pt x="5543963" y="196454"/>
                  </a:lnTo>
                  <a:lnTo>
                    <a:pt x="5544057" y="196454"/>
                  </a:lnTo>
                  <a:lnTo>
                    <a:pt x="5544151" y="196454"/>
                  </a:lnTo>
                  <a:lnTo>
                    <a:pt x="5544245" y="196454"/>
                  </a:lnTo>
                  <a:lnTo>
                    <a:pt x="5544339" y="196454"/>
                  </a:lnTo>
                  <a:lnTo>
                    <a:pt x="5544434" y="196454"/>
                  </a:lnTo>
                  <a:lnTo>
                    <a:pt x="5544528" y="196454"/>
                  </a:lnTo>
                  <a:lnTo>
                    <a:pt x="5544622" y="196454"/>
                  </a:lnTo>
                  <a:lnTo>
                    <a:pt x="5544716" y="196454"/>
                  </a:lnTo>
                  <a:lnTo>
                    <a:pt x="5544810" y="196454"/>
                  </a:lnTo>
                  <a:lnTo>
                    <a:pt x="5544904" y="196454"/>
                  </a:lnTo>
                  <a:lnTo>
                    <a:pt x="5544999" y="196454"/>
                  </a:lnTo>
                  <a:lnTo>
                    <a:pt x="5545093" y="196454"/>
                  </a:lnTo>
                  <a:lnTo>
                    <a:pt x="5545187" y="196454"/>
                  </a:lnTo>
                  <a:lnTo>
                    <a:pt x="5545281" y="196454"/>
                  </a:lnTo>
                  <a:lnTo>
                    <a:pt x="5545375" y="196454"/>
                  </a:lnTo>
                  <a:lnTo>
                    <a:pt x="5545469" y="196454"/>
                  </a:lnTo>
                  <a:lnTo>
                    <a:pt x="5545469" y="191543"/>
                  </a:lnTo>
                  <a:lnTo>
                    <a:pt x="5545563" y="191543"/>
                  </a:lnTo>
                  <a:lnTo>
                    <a:pt x="5545658" y="191543"/>
                  </a:lnTo>
                  <a:lnTo>
                    <a:pt x="5545752" y="191543"/>
                  </a:lnTo>
                  <a:lnTo>
                    <a:pt x="5545846" y="191543"/>
                  </a:lnTo>
                  <a:lnTo>
                    <a:pt x="5545940" y="191543"/>
                  </a:lnTo>
                  <a:lnTo>
                    <a:pt x="5546034" y="191543"/>
                  </a:lnTo>
                  <a:lnTo>
                    <a:pt x="5546128" y="191543"/>
                  </a:lnTo>
                  <a:lnTo>
                    <a:pt x="5546223" y="191543"/>
                  </a:lnTo>
                  <a:lnTo>
                    <a:pt x="5546317" y="191543"/>
                  </a:lnTo>
                  <a:lnTo>
                    <a:pt x="5546411" y="191543"/>
                  </a:lnTo>
                  <a:lnTo>
                    <a:pt x="5546505" y="191543"/>
                  </a:lnTo>
                  <a:lnTo>
                    <a:pt x="5546599" y="191543"/>
                  </a:lnTo>
                  <a:lnTo>
                    <a:pt x="5546693" y="191543"/>
                  </a:lnTo>
                  <a:lnTo>
                    <a:pt x="5546787" y="191543"/>
                  </a:lnTo>
                  <a:lnTo>
                    <a:pt x="5546882" y="191543"/>
                  </a:lnTo>
                  <a:lnTo>
                    <a:pt x="5546976" y="191543"/>
                  </a:lnTo>
                  <a:lnTo>
                    <a:pt x="5547070" y="191543"/>
                  </a:lnTo>
                  <a:lnTo>
                    <a:pt x="5547164" y="191543"/>
                  </a:lnTo>
                  <a:lnTo>
                    <a:pt x="5547258" y="191543"/>
                  </a:lnTo>
                  <a:lnTo>
                    <a:pt x="5547352" y="191543"/>
                  </a:lnTo>
                  <a:lnTo>
                    <a:pt x="5547446" y="191543"/>
                  </a:lnTo>
                  <a:lnTo>
                    <a:pt x="5547541" y="191543"/>
                  </a:lnTo>
                  <a:lnTo>
                    <a:pt x="5547635" y="191543"/>
                  </a:lnTo>
                  <a:lnTo>
                    <a:pt x="5547729" y="191543"/>
                  </a:lnTo>
                  <a:lnTo>
                    <a:pt x="5547823" y="191543"/>
                  </a:lnTo>
                  <a:lnTo>
                    <a:pt x="5547917" y="191543"/>
                  </a:lnTo>
                  <a:lnTo>
                    <a:pt x="5548011" y="191543"/>
                  </a:lnTo>
                  <a:lnTo>
                    <a:pt x="5548106" y="191543"/>
                  </a:lnTo>
                  <a:lnTo>
                    <a:pt x="5548200" y="191543"/>
                  </a:lnTo>
                  <a:lnTo>
                    <a:pt x="5548294" y="191543"/>
                  </a:lnTo>
                  <a:lnTo>
                    <a:pt x="5548388" y="191543"/>
                  </a:lnTo>
                  <a:lnTo>
                    <a:pt x="5548482" y="191543"/>
                  </a:lnTo>
                  <a:lnTo>
                    <a:pt x="5548576" y="191543"/>
                  </a:lnTo>
                  <a:lnTo>
                    <a:pt x="5548670" y="191543"/>
                  </a:lnTo>
                  <a:lnTo>
                    <a:pt x="5548765" y="191543"/>
                  </a:lnTo>
                  <a:lnTo>
                    <a:pt x="5548859" y="191543"/>
                  </a:lnTo>
                  <a:lnTo>
                    <a:pt x="5548953" y="191543"/>
                  </a:lnTo>
                  <a:lnTo>
                    <a:pt x="5549047" y="191543"/>
                  </a:lnTo>
                  <a:lnTo>
                    <a:pt x="5549141" y="191543"/>
                  </a:lnTo>
                  <a:lnTo>
                    <a:pt x="5549235" y="191543"/>
                  </a:lnTo>
                  <a:lnTo>
                    <a:pt x="5549330" y="191543"/>
                  </a:lnTo>
                  <a:lnTo>
                    <a:pt x="5549424" y="191543"/>
                  </a:lnTo>
                  <a:lnTo>
                    <a:pt x="5549518" y="191543"/>
                  </a:lnTo>
                  <a:lnTo>
                    <a:pt x="5549612" y="191543"/>
                  </a:lnTo>
                  <a:lnTo>
                    <a:pt x="5549706" y="191543"/>
                  </a:lnTo>
                  <a:lnTo>
                    <a:pt x="5549800" y="191543"/>
                  </a:lnTo>
                  <a:lnTo>
                    <a:pt x="5549894" y="191543"/>
                  </a:lnTo>
                  <a:lnTo>
                    <a:pt x="5549989" y="191543"/>
                  </a:lnTo>
                  <a:lnTo>
                    <a:pt x="5550083" y="191543"/>
                  </a:lnTo>
                  <a:lnTo>
                    <a:pt x="5550177" y="191543"/>
                  </a:lnTo>
                  <a:lnTo>
                    <a:pt x="5550271" y="191543"/>
                  </a:lnTo>
                  <a:lnTo>
                    <a:pt x="5550365" y="191543"/>
                  </a:lnTo>
                  <a:lnTo>
                    <a:pt x="5550459" y="191543"/>
                  </a:lnTo>
                  <a:lnTo>
                    <a:pt x="5550554" y="191543"/>
                  </a:lnTo>
                  <a:lnTo>
                    <a:pt x="5550648" y="191543"/>
                  </a:lnTo>
                  <a:lnTo>
                    <a:pt x="5550742" y="191543"/>
                  </a:lnTo>
                  <a:lnTo>
                    <a:pt x="5550836" y="191543"/>
                  </a:lnTo>
                  <a:lnTo>
                    <a:pt x="5550930" y="191543"/>
                  </a:lnTo>
                  <a:lnTo>
                    <a:pt x="5551024" y="191543"/>
                  </a:lnTo>
                  <a:lnTo>
                    <a:pt x="5551118" y="191543"/>
                  </a:lnTo>
                  <a:lnTo>
                    <a:pt x="5551213" y="191543"/>
                  </a:lnTo>
                  <a:lnTo>
                    <a:pt x="5551307" y="191543"/>
                  </a:lnTo>
                  <a:lnTo>
                    <a:pt x="5551401" y="191543"/>
                  </a:lnTo>
                  <a:lnTo>
                    <a:pt x="5551495" y="191543"/>
                  </a:lnTo>
                  <a:lnTo>
                    <a:pt x="5551589" y="191543"/>
                  </a:lnTo>
                  <a:lnTo>
                    <a:pt x="5551683" y="191543"/>
                  </a:lnTo>
                  <a:lnTo>
                    <a:pt x="5551777" y="191543"/>
                  </a:lnTo>
                  <a:lnTo>
                    <a:pt x="5551872" y="191543"/>
                  </a:lnTo>
                  <a:lnTo>
                    <a:pt x="5551966" y="191543"/>
                  </a:lnTo>
                  <a:lnTo>
                    <a:pt x="5552060" y="191543"/>
                  </a:lnTo>
                  <a:lnTo>
                    <a:pt x="5552154" y="191543"/>
                  </a:lnTo>
                  <a:lnTo>
                    <a:pt x="5552248" y="191543"/>
                  </a:lnTo>
                  <a:lnTo>
                    <a:pt x="5552342" y="191543"/>
                  </a:lnTo>
                  <a:lnTo>
                    <a:pt x="5552437" y="191543"/>
                  </a:lnTo>
                  <a:lnTo>
                    <a:pt x="5552531" y="191543"/>
                  </a:lnTo>
                  <a:lnTo>
                    <a:pt x="5552625" y="191543"/>
                  </a:lnTo>
                  <a:lnTo>
                    <a:pt x="5552719" y="191543"/>
                  </a:lnTo>
                  <a:lnTo>
                    <a:pt x="5552813" y="191543"/>
                  </a:lnTo>
                  <a:lnTo>
                    <a:pt x="5552907" y="191543"/>
                  </a:lnTo>
                  <a:lnTo>
                    <a:pt x="5553001" y="191543"/>
                  </a:lnTo>
                  <a:lnTo>
                    <a:pt x="5553096" y="191543"/>
                  </a:lnTo>
                  <a:lnTo>
                    <a:pt x="5553190" y="191543"/>
                  </a:lnTo>
                  <a:lnTo>
                    <a:pt x="5553284" y="191543"/>
                  </a:lnTo>
                  <a:lnTo>
                    <a:pt x="5553378" y="191543"/>
                  </a:lnTo>
                  <a:lnTo>
                    <a:pt x="5553472" y="191543"/>
                  </a:lnTo>
                  <a:lnTo>
                    <a:pt x="5553472" y="186632"/>
                  </a:lnTo>
                  <a:lnTo>
                    <a:pt x="5553566" y="186632"/>
                  </a:lnTo>
                  <a:lnTo>
                    <a:pt x="5553661" y="186632"/>
                  </a:lnTo>
                  <a:lnTo>
                    <a:pt x="5553755" y="186632"/>
                  </a:lnTo>
                  <a:lnTo>
                    <a:pt x="5553849" y="186632"/>
                  </a:lnTo>
                  <a:lnTo>
                    <a:pt x="5553943" y="186632"/>
                  </a:lnTo>
                  <a:lnTo>
                    <a:pt x="5554037" y="186632"/>
                  </a:lnTo>
                  <a:lnTo>
                    <a:pt x="5554131" y="186632"/>
                  </a:lnTo>
                  <a:lnTo>
                    <a:pt x="5554225" y="186632"/>
                  </a:lnTo>
                  <a:lnTo>
                    <a:pt x="5554320" y="186632"/>
                  </a:lnTo>
                  <a:lnTo>
                    <a:pt x="5554414" y="186632"/>
                  </a:lnTo>
                  <a:lnTo>
                    <a:pt x="5554508" y="186632"/>
                  </a:lnTo>
                  <a:lnTo>
                    <a:pt x="5554602" y="186632"/>
                  </a:lnTo>
                  <a:lnTo>
                    <a:pt x="5554696" y="186632"/>
                  </a:lnTo>
                  <a:lnTo>
                    <a:pt x="5554790" y="186632"/>
                  </a:lnTo>
                  <a:lnTo>
                    <a:pt x="5554885" y="186632"/>
                  </a:lnTo>
                  <a:lnTo>
                    <a:pt x="5554979" y="186632"/>
                  </a:lnTo>
                  <a:lnTo>
                    <a:pt x="5555073" y="186632"/>
                  </a:lnTo>
                  <a:lnTo>
                    <a:pt x="5555167" y="186632"/>
                  </a:lnTo>
                  <a:lnTo>
                    <a:pt x="5555261" y="186632"/>
                  </a:lnTo>
                  <a:lnTo>
                    <a:pt x="5555355" y="186632"/>
                  </a:lnTo>
                  <a:lnTo>
                    <a:pt x="5555449" y="186632"/>
                  </a:lnTo>
                  <a:lnTo>
                    <a:pt x="5555449" y="181720"/>
                  </a:lnTo>
                  <a:lnTo>
                    <a:pt x="5555544" y="181720"/>
                  </a:lnTo>
                  <a:lnTo>
                    <a:pt x="5555638" y="181720"/>
                  </a:lnTo>
                  <a:lnTo>
                    <a:pt x="5555732" y="181720"/>
                  </a:lnTo>
                  <a:lnTo>
                    <a:pt x="5555826" y="181720"/>
                  </a:lnTo>
                  <a:lnTo>
                    <a:pt x="5555920" y="181720"/>
                  </a:lnTo>
                  <a:lnTo>
                    <a:pt x="5556014" y="181720"/>
                  </a:lnTo>
                  <a:lnTo>
                    <a:pt x="5556108" y="181720"/>
                  </a:lnTo>
                  <a:lnTo>
                    <a:pt x="5556203" y="181720"/>
                  </a:lnTo>
                  <a:lnTo>
                    <a:pt x="5556297" y="181720"/>
                  </a:lnTo>
                  <a:lnTo>
                    <a:pt x="5556391" y="181720"/>
                  </a:lnTo>
                  <a:lnTo>
                    <a:pt x="5556485" y="181720"/>
                  </a:lnTo>
                  <a:lnTo>
                    <a:pt x="5556579" y="181720"/>
                  </a:lnTo>
                  <a:lnTo>
                    <a:pt x="5556673" y="181720"/>
                  </a:lnTo>
                  <a:lnTo>
                    <a:pt x="5556768" y="181720"/>
                  </a:lnTo>
                  <a:lnTo>
                    <a:pt x="5556862" y="181720"/>
                  </a:lnTo>
                  <a:lnTo>
                    <a:pt x="5556956" y="181720"/>
                  </a:lnTo>
                  <a:lnTo>
                    <a:pt x="5557050" y="181720"/>
                  </a:lnTo>
                  <a:lnTo>
                    <a:pt x="5557144" y="181720"/>
                  </a:lnTo>
                  <a:lnTo>
                    <a:pt x="5557238" y="181720"/>
                  </a:lnTo>
                  <a:lnTo>
                    <a:pt x="5557332" y="181720"/>
                  </a:lnTo>
                  <a:lnTo>
                    <a:pt x="5557427" y="181720"/>
                  </a:lnTo>
                  <a:lnTo>
                    <a:pt x="5557521" y="181720"/>
                  </a:lnTo>
                  <a:lnTo>
                    <a:pt x="5557615" y="181720"/>
                  </a:lnTo>
                  <a:lnTo>
                    <a:pt x="5557709" y="181720"/>
                  </a:lnTo>
                  <a:lnTo>
                    <a:pt x="5557803" y="181720"/>
                  </a:lnTo>
                  <a:lnTo>
                    <a:pt x="5557897" y="181720"/>
                  </a:lnTo>
                  <a:lnTo>
                    <a:pt x="5557992" y="181720"/>
                  </a:lnTo>
                  <a:lnTo>
                    <a:pt x="5558086" y="181720"/>
                  </a:lnTo>
                  <a:lnTo>
                    <a:pt x="5558180" y="181720"/>
                  </a:lnTo>
                  <a:lnTo>
                    <a:pt x="5558274" y="181720"/>
                  </a:lnTo>
                  <a:lnTo>
                    <a:pt x="5558368" y="181720"/>
                  </a:lnTo>
                  <a:lnTo>
                    <a:pt x="5558462" y="181720"/>
                  </a:lnTo>
                  <a:lnTo>
                    <a:pt x="5558556" y="181720"/>
                  </a:lnTo>
                  <a:lnTo>
                    <a:pt x="5558651" y="181720"/>
                  </a:lnTo>
                  <a:lnTo>
                    <a:pt x="5558745" y="181720"/>
                  </a:lnTo>
                  <a:lnTo>
                    <a:pt x="5558839" y="181720"/>
                  </a:lnTo>
                  <a:lnTo>
                    <a:pt x="5558933" y="181720"/>
                  </a:lnTo>
                  <a:lnTo>
                    <a:pt x="5559027" y="181720"/>
                  </a:lnTo>
                  <a:lnTo>
                    <a:pt x="5559121" y="181720"/>
                  </a:lnTo>
                  <a:lnTo>
                    <a:pt x="5559216" y="181720"/>
                  </a:lnTo>
                  <a:lnTo>
                    <a:pt x="5559310" y="181720"/>
                  </a:lnTo>
                  <a:lnTo>
                    <a:pt x="5559404" y="181720"/>
                  </a:lnTo>
                  <a:lnTo>
                    <a:pt x="5559498" y="181720"/>
                  </a:lnTo>
                  <a:lnTo>
                    <a:pt x="5559592" y="181720"/>
                  </a:lnTo>
                  <a:lnTo>
                    <a:pt x="5559686" y="181720"/>
                  </a:lnTo>
                  <a:lnTo>
                    <a:pt x="5559780" y="181720"/>
                  </a:lnTo>
                  <a:lnTo>
                    <a:pt x="5559875" y="181720"/>
                  </a:lnTo>
                  <a:lnTo>
                    <a:pt x="5559969" y="181720"/>
                  </a:lnTo>
                  <a:lnTo>
                    <a:pt x="5560063" y="181720"/>
                  </a:lnTo>
                  <a:lnTo>
                    <a:pt x="5560157" y="181720"/>
                  </a:lnTo>
                  <a:lnTo>
                    <a:pt x="5560251" y="181720"/>
                  </a:lnTo>
                  <a:lnTo>
                    <a:pt x="5560345" y="181720"/>
                  </a:lnTo>
                  <a:lnTo>
                    <a:pt x="5560439" y="181720"/>
                  </a:lnTo>
                  <a:lnTo>
                    <a:pt x="5560534" y="181720"/>
                  </a:lnTo>
                  <a:lnTo>
                    <a:pt x="5560628" y="181720"/>
                  </a:lnTo>
                  <a:lnTo>
                    <a:pt x="5560722" y="181720"/>
                  </a:lnTo>
                  <a:lnTo>
                    <a:pt x="5560816" y="181720"/>
                  </a:lnTo>
                  <a:lnTo>
                    <a:pt x="5560910" y="181720"/>
                  </a:lnTo>
                  <a:lnTo>
                    <a:pt x="5561004" y="181720"/>
                  </a:lnTo>
                  <a:lnTo>
                    <a:pt x="5561099" y="181720"/>
                  </a:lnTo>
                  <a:lnTo>
                    <a:pt x="5561193" y="181720"/>
                  </a:lnTo>
                  <a:lnTo>
                    <a:pt x="5561287" y="181720"/>
                  </a:lnTo>
                  <a:lnTo>
                    <a:pt x="5561381" y="181720"/>
                  </a:lnTo>
                  <a:lnTo>
                    <a:pt x="5561475" y="181720"/>
                  </a:lnTo>
                  <a:lnTo>
                    <a:pt x="5561569" y="181720"/>
                  </a:lnTo>
                  <a:lnTo>
                    <a:pt x="5561663" y="181720"/>
                  </a:lnTo>
                  <a:lnTo>
                    <a:pt x="5561758" y="181720"/>
                  </a:lnTo>
                  <a:lnTo>
                    <a:pt x="5561852" y="181720"/>
                  </a:lnTo>
                  <a:lnTo>
                    <a:pt x="5561946" y="181720"/>
                  </a:lnTo>
                  <a:lnTo>
                    <a:pt x="5562040" y="181720"/>
                  </a:lnTo>
                  <a:lnTo>
                    <a:pt x="5562134" y="181720"/>
                  </a:lnTo>
                  <a:lnTo>
                    <a:pt x="5562228" y="181720"/>
                  </a:lnTo>
                  <a:lnTo>
                    <a:pt x="5562323" y="181720"/>
                  </a:lnTo>
                  <a:lnTo>
                    <a:pt x="5562417" y="181720"/>
                  </a:lnTo>
                  <a:lnTo>
                    <a:pt x="5562511" y="181720"/>
                  </a:lnTo>
                  <a:lnTo>
                    <a:pt x="5562605" y="181720"/>
                  </a:lnTo>
                  <a:lnTo>
                    <a:pt x="5562699" y="181720"/>
                  </a:lnTo>
                  <a:lnTo>
                    <a:pt x="5562793" y="181720"/>
                  </a:lnTo>
                  <a:lnTo>
                    <a:pt x="5562887" y="181720"/>
                  </a:lnTo>
                  <a:lnTo>
                    <a:pt x="5562982" y="181720"/>
                  </a:lnTo>
                  <a:lnTo>
                    <a:pt x="5563076" y="181720"/>
                  </a:lnTo>
                  <a:lnTo>
                    <a:pt x="5563170" y="181720"/>
                  </a:lnTo>
                  <a:lnTo>
                    <a:pt x="5563264" y="181720"/>
                  </a:lnTo>
                  <a:lnTo>
                    <a:pt x="5563358" y="181720"/>
                  </a:lnTo>
                  <a:lnTo>
                    <a:pt x="5563452" y="181720"/>
                  </a:lnTo>
                  <a:lnTo>
                    <a:pt x="5563547" y="181720"/>
                  </a:lnTo>
                  <a:lnTo>
                    <a:pt x="5563641" y="181720"/>
                  </a:lnTo>
                  <a:lnTo>
                    <a:pt x="5563735" y="181720"/>
                  </a:lnTo>
                  <a:lnTo>
                    <a:pt x="5563829" y="181720"/>
                  </a:lnTo>
                  <a:lnTo>
                    <a:pt x="5563923" y="181720"/>
                  </a:lnTo>
                  <a:lnTo>
                    <a:pt x="5564017" y="181720"/>
                  </a:lnTo>
                  <a:lnTo>
                    <a:pt x="5564111" y="181720"/>
                  </a:lnTo>
                  <a:lnTo>
                    <a:pt x="5564206" y="181720"/>
                  </a:lnTo>
                  <a:lnTo>
                    <a:pt x="5564300" y="181720"/>
                  </a:lnTo>
                  <a:lnTo>
                    <a:pt x="5564394" y="181720"/>
                  </a:lnTo>
                  <a:lnTo>
                    <a:pt x="5564488" y="181720"/>
                  </a:lnTo>
                  <a:lnTo>
                    <a:pt x="5564582" y="181720"/>
                  </a:lnTo>
                  <a:lnTo>
                    <a:pt x="5564676" y="181720"/>
                  </a:lnTo>
                  <a:lnTo>
                    <a:pt x="5564770" y="181720"/>
                  </a:lnTo>
                  <a:lnTo>
                    <a:pt x="5564865" y="181720"/>
                  </a:lnTo>
                  <a:lnTo>
                    <a:pt x="5564959" y="181720"/>
                  </a:lnTo>
                  <a:lnTo>
                    <a:pt x="5565053" y="181720"/>
                  </a:lnTo>
                  <a:lnTo>
                    <a:pt x="5565147" y="181720"/>
                  </a:lnTo>
                  <a:lnTo>
                    <a:pt x="5565241" y="181720"/>
                  </a:lnTo>
                  <a:lnTo>
                    <a:pt x="5565335" y="181720"/>
                  </a:lnTo>
                  <a:lnTo>
                    <a:pt x="5565430" y="181720"/>
                  </a:lnTo>
                  <a:lnTo>
                    <a:pt x="5565524" y="181720"/>
                  </a:lnTo>
                  <a:lnTo>
                    <a:pt x="5565618" y="181720"/>
                  </a:lnTo>
                  <a:lnTo>
                    <a:pt x="5565712" y="181720"/>
                  </a:lnTo>
                  <a:lnTo>
                    <a:pt x="5565806" y="181720"/>
                  </a:lnTo>
                  <a:lnTo>
                    <a:pt x="5565900" y="181720"/>
                  </a:lnTo>
                  <a:lnTo>
                    <a:pt x="5565994" y="181720"/>
                  </a:lnTo>
                  <a:lnTo>
                    <a:pt x="5566089" y="181720"/>
                  </a:lnTo>
                  <a:lnTo>
                    <a:pt x="5566183" y="181720"/>
                  </a:lnTo>
                  <a:lnTo>
                    <a:pt x="5566277" y="181720"/>
                  </a:lnTo>
                  <a:lnTo>
                    <a:pt x="5566371" y="181720"/>
                  </a:lnTo>
                  <a:lnTo>
                    <a:pt x="5566465" y="181720"/>
                  </a:lnTo>
                  <a:lnTo>
                    <a:pt x="5566559" y="181720"/>
                  </a:lnTo>
                  <a:lnTo>
                    <a:pt x="5566654" y="181720"/>
                  </a:lnTo>
                  <a:lnTo>
                    <a:pt x="5566748" y="181720"/>
                  </a:lnTo>
                  <a:lnTo>
                    <a:pt x="5566842" y="181720"/>
                  </a:lnTo>
                  <a:lnTo>
                    <a:pt x="5566936" y="181720"/>
                  </a:lnTo>
                  <a:lnTo>
                    <a:pt x="5567030" y="181720"/>
                  </a:lnTo>
                  <a:lnTo>
                    <a:pt x="5567124" y="181720"/>
                  </a:lnTo>
                  <a:lnTo>
                    <a:pt x="5567218" y="181720"/>
                  </a:lnTo>
                  <a:lnTo>
                    <a:pt x="5567313" y="181720"/>
                  </a:lnTo>
                  <a:lnTo>
                    <a:pt x="5567407" y="181720"/>
                  </a:lnTo>
                  <a:lnTo>
                    <a:pt x="5567501" y="181720"/>
                  </a:lnTo>
                  <a:lnTo>
                    <a:pt x="5567595" y="181720"/>
                  </a:lnTo>
                  <a:lnTo>
                    <a:pt x="5567689" y="181720"/>
                  </a:lnTo>
                  <a:lnTo>
                    <a:pt x="5567783" y="181720"/>
                  </a:lnTo>
                  <a:lnTo>
                    <a:pt x="5567878" y="181720"/>
                  </a:lnTo>
                  <a:lnTo>
                    <a:pt x="5567972" y="181720"/>
                  </a:lnTo>
                  <a:lnTo>
                    <a:pt x="5568066" y="181720"/>
                  </a:lnTo>
                  <a:lnTo>
                    <a:pt x="5568160" y="181720"/>
                  </a:lnTo>
                  <a:lnTo>
                    <a:pt x="5568254" y="181720"/>
                  </a:lnTo>
                  <a:lnTo>
                    <a:pt x="5568348" y="181720"/>
                  </a:lnTo>
                  <a:lnTo>
                    <a:pt x="5568442" y="181720"/>
                  </a:lnTo>
                  <a:lnTo>
                    <a:pt x="5568537" y="181720"/>
                  </a:lnTo>
                  <a:lnTo>
                    <a:pt x="5568631" y="181720"/>
                  </a:lnTo>
                  <a:lnTo>
                    <a:pt x="5568725" y="181720"/>
                  </a:lnTo>
                  <a:lnTo>
                    <a:pt x="5568819" y="181720"/>
                  </a:lnTo>
                  <a:lnTo>
                    <a:pt x="5568913" y="181720"/>
                  </a:lnTo>
                  <a:lnTo>
                    <a:pt x="5569007" y="181720"/>
                  </a:lnTo>
                  <a:lnTo>
                    <a:pt x="5569101" y="181720"/>
                  </a:lnTo>
                  <a:lnTo>
                    <a:pt x="5569196" y="181720"/>
                  </a:lnTo>
                  <a:lnTo>
                    <a:pt x="5569290" y="181720"/>
                  </a:lnTo>
                  <a:lnTo>
                    <a:pt x="5569384" y="181720"/>
                  </a:lnTo>
                  <a:lnTo>
                    <a:pt x="5569478" y="181720"/>
                  </a:lnTo>
                  <a:lnTo>
                    <a:pt x="5569572" y="181720"/>
                  </a:lnTo>
                  <a:lnTo>
                    <a:pt x="5569666" y="181720"/>
                  </a:lnTo>
                  <a:lnTo>
                    <a:pt x="5569761" y="181720"/>
                  </a:lnTo>
                  <a:lnTo>
                    <a:pt x="5569855" y="181720"/>
                  </a:lnTo>
                  <a:lnTo>
                    <a:pt x="5569949" y="181720"/>
                  </a:lnTo>
                  <a:lnTo>
                    <a:pt x="5570043" y="181720"/>
                  </a:lnTo>
                  <a:lnTo>
                    <a:pt x="5570137" y="181720"/>
                  </a:lnTo>
                  <a:lnTo>
                    <a:pt x="5570231" y="181720"/>
                  </a:lnTo>
                  <a:lnTo>
                    <a:pt x="5570325" y="181720"/>
                  </a:lnTo>
                  <a:lnTo>
                    <a:pt x="5570420" y="181720"/>
                  </a:lnTo>
                  <a:lnTo>
                    <a:pt x="5570514" y="181720"/>
                  </a:lnTo>
                  <a:lnTo>
                    <a:pt x="5570608" y="181720"/>
                  </a:lnTo>
                  <a:lnTo>
                    <a:pt x="5570702" y="181720"/>
                  </a:lnTo>
                  <a:lnTo>
                    <a:pt x="5570796" y="181720"/>
                  </a:lnTo>
                  <a:lnTo>
                    <a:pt x="5570890" y="181720"/>
                  </a:lnTo>
                  <a:lnTo>
                    <a:pt x="5570985" y="181720"/>
                  </a:lnTo>
                  <a:lnTo>
                    <a:pt x="5571079" y="181720"/>
                  </a:lnTo>
                  <a:lnTo>
                    <a:pt x="5571079" y="176809"/>
                  </a:lnTo>
                  <a:lnTo>
                    <a:pt x="5571173" y="176809"/>
                  </a:lnTo>
                  <a:lnTo>
                    <a:pt x="5571267" y="176809"/>
                  </a:lnTo>
                  <a:lnTo>
                    <a:pt x="5571361" y="176809"/>
                  </a:lnTo>
                  <a:lnTo>
                    <a:pt x="5571455" y="176809"/>
                  </a:lnTo>
                  <a:lnTo>
                    <a:pt x="5571549" y="176809"/>
                  </a:lnTo>
                  <a:lnTo>
                    <a:pt x="5571644" y="176809"/>
                  </a:lnTo>
                  <a:lnTo>
                    <a:pt x="5571738" y="176809"/>
                  </a:lnTo>
                  <a:lnTo>
                    <a:pt x="5571832" y="176809"/>
                  </a:lnTo>
                  <a:lnTo>
                    <a:pt x="5571926" y="176809"/>
                  </a:lnTo>
                  <a:lnTo>
                    <a:pt x="5572020" y="176809"/>
                  </a:lnTo>
                  <a:lnTo>
                    <a:pt x="5572114" y="176809"/>
                  </a:lnTo>
                  <a:lnTo>
                    <a:pt x="5572209" y="176809"/>
                  </a:lnTo>
                  <a:lnTo>
                    <a:pt x="5572303" y="176809"/>
                  </a:lnTo>
                  <a:lnTo>
                    <a:pt x="5572397" y="176809"/>
                  </a:lnTo>
                  <a:lnTo>
                    <a:pt x="5572491" y="176809"/>
                  </a:lnTo>
                  <a:lnTo>
                    <a:pt x="5572585" y="176809"/>
                  </a:lnTo>
                  <a:lnTo>
                    <a:pt x="5572679" y="176809"/>
                  </a:lnTo>
                  <a:lnTo>
                    <a:pt x="5572773" y="176809"/>
                  </a:lnTo>
                  <a:lnTo>
                    <a:pt x="5572868" y="176809"/>
                  </a:lnTo>
                  <a:lnTo>
                    <a:pt x="5572962" y="176809"/>
                  </a:lnTo>
                  <a:lnTo>
                    <a:pt x="5573056" y="176809"/>
                  </a:lnTo>
                  <a:lnTo>
                    <a:pt x="5573150" y="176809"/>
                  </a:lnTo>
                  <a:lnTo>
                    <a:pt x="5573244" y="176809"/>
                  </a:lnTo>
                  <a:lnTo>
                    <a:pt x="5573338" y="176809"/>
                  </a:lnTo>
                  <a:lnTo>
                    <a:pt x="5573432" y="176809"/>
                  </a:lnTo>
                  <a:lnTo>
                    <a:pt x="5573527" y="176809"/>
                  </a:lnTo>
                  <a:lnTo>
                    <a:pt x="5573621" y="176809"/>
                  </a:lnTo>
                  <a:lnTo>
                    <a:pt x="5573715" y="176809"/>
                  </a:lnTo>
                  <a:lnTo>
                    <a:pt x="5573809" y="176809"/>
                  </a:lnTo>
                  <a:lnTo>
                    <a:pt x="5573903" y="176809"/>
                  </a:lnTo>
                  <a:lnTo>
                    <a:pt x="5573903" y="171898"/>
                  </a:lnTo>
                  <a:lnTo>
                    <a:pt x="5573997" y="171898"/>
                  </a:lnTo>
                  <a:lnTo>
                    <a:pt x="5574092" y="171898"/>
                  </a:lnTo>
                  <a:lnTo>
                    <a:pt x="5574186" y="171898"/>
                  </a:lnTo>
                  <a:lnTo>
                    <a:pt x="5574280" y="171898"/>
                  </a:lnTo>
                  <a:lnTo>
                    <a:pt x="5574374" y="171898"/>
                  </a:lnTo>
                  <a:lnTo>
                    <a:pt x="5574468" y="171898"/>
                  </a:lnTo>
                  <a:lnTo>
                    <a:pt x="5574562" y="171898"/>
                  </a:lnTo>
                  <a:lnTo>
                    <a:pt x="5574656" y="171898"/>
                  </a:lnTo>
                  <a:lnTo>
                    <a:pt x="5574751" y="171898"/>
                  </a:lnTo>
                  <a:lnTo>
                    <a:pt x="5574845" y="171898"/>
                  </a:lnTo>
                  <a:lnTo>
                    <a:pt x="5574939" y="171898"/>
                  </a:lnTo>
                  <a:lnTo>
                    <a:pt x="5575033" y="171898"/>
                  </a:lnTo>
                  <a:lnTo>
                    <a:pt x="5575127" y="171898"/>
                  </a:lnTo>
                  <a:lnTo>
                    <a:pt x="5575221" y="171898"/>
                  </a:lnTo>
                  <a:lnTo>
                    <a:pt x="5575316" y="171898"/>
                  </a:lnTo>
                  <a:lnTo>
                    <a:pt x="5575410" y="171898"/>
                  </a:lnTo>
                  <a:lnTo>
                    <a:pt x="5575504" y="171898"/>
                  </a:lnTo>
                  <a:lnTo>
                    <a:pt x="5575598" y="171898"/>
                  </a:lnTo>
                  <a:lnTo>
                    <a:pt x="5575692" y="171898"/>
                  </a:lnTo>
                  <a:lnTo>
                    <a:pt x="5575786" y="171898"/>
                  </a:lnTo>
                  <a:lnTo>
                    <a:pt x="5575880" y="171898"/>
                  </a:lnTo>
                  <a:lnTo>
                    <a:pt x="5575975" y="171898"/>
                  </a:lnTo>
                  <a:lnTo>
                    <a:pt x="5576069" y="171898"/>
                  </a:lnTo>
                  <a:lnTo>
                    <a:pt x="5576163" y="171898"/>
                  </a:lnTo>
                  <a:lnTo>
                    <a:pt x="5576257" y="171898"/>
                  </a:lnTo>
                  <a:lnTo>
                    <a:pt x="5576351" y="171898"/>
                  </a:lnTo>
                  <a:lnTo>
                    <a:pt x="5576445" y="171898"/>
                  </a:lnTo>
                  <a:lnTo>
                    <a:pt x="5576540" y="171898"/>
                  </a:lnTo>
                  <a:lnTo>
                    <a:pt x="5576634" y="171898"/>
                  </a:lnTo>
                  <a:lnTo>
                    <a:pt x="5576728" y="171898"/>
                  </a:lnTo>
                  <a:lnTo>
                    <a:pt x="5576822" y="171898"/>
                  </a:lnTo>
                  <a:lnTo>
                    <a:pt x="5576916" y="171898"/>
                  </a:lnTo>
                  <a:lnTo>
                    <a:pt x="5577010" y="171898"/>
                  </a:lnTo>
                  <a:lnTo>
                    <a:pt x="5577104" y="171898"/>
                  </a:lnTo>
                  <a:lnTo>
                    <a:pt x="5577199" y="171898"/>
                  </a:lnTo>
                  <a:lnTo>
                    <a:pt x="5577293" y="171898"/>
                  </a:lnTo>
                  <a:lnTo>
                    <a:pt x="5577387" y="171898"/>
                  </a:lnTo>
                  <a:lnTo>
                    <a:pt x="5577481" y="171898"/>
                  </a:lnTo>
                  <a:lnTo>
                    <a:pt x="5577575" y="171898"/>
                  </a:lnTo>
                  <a:lnTo>
                    <a:pt x="5577669" y="171898"/>
                  </a:lnTo>
                  <a:lnTo>
                    <a:pt x="5577763" y="171898"/>
                  </a:lnTo>
                  <a:lnTo>
                    <a:pt x="5577858" y="171898"/>
                  </a:lnTo>
                  <a:lnTo>
                    <a:pt x="5577952" y="171898"/>
                  </a:lnTo>
                  <a:lnTo>
                    <a:pt x="5578046" y="171898"/>
                  </a:lnTo>
                  <a:lnTo>
                    <a:pt x="5578140" y="171898"/>
                  </a:lnTo>
                  <a:lnTo>
                    <a:pt x="5578234" y="171898"/>
                  </a:lnTo>
                  <a:lnTo>
                    <a:pt x="5578328" y="171898"/>
                  </a:lnTo>
                  <a:lnTo>
                    <a:pt x="5578423" y="171898"/>
                  </a:lnTo>
                  <a:lnTo>
                    <a:pt x="5578517" y="171898"/>
                  </a:lnTo>
                  <a:lnTo>
                    <a:pt x="5578611" y="171898"/>
                  </a:lnTo>
                  <a:lnTo>
                    <a:pt x="5578705" y="171898"/>
                  </a:lnTo>
                  <a:lnTo>
                    <a:pt x="5578799" y="171898"/>
                  </a:lnTo>
                  <a:lnTo>
                    <a:pt x="5578893" y="171898"/>
                  </a:lnTo>
                  <a:lnTo>
                    <a:pt x="5578987" y="171898"/>
                  </a:lnTo>
                  <a:lnTo>
                    <a:pt x="5579082" y="171898"/>
                  </a:lnTo>
                  <a:lnTo>
                    <a:pt x="5579176" y="171898"/>
                  </a:lnTo>
                  <a:lnTo>
                    <a:pt x="5579270" y="171898"/>
                  </a:lnTo>
                  <a:lnTo>
                    <a:pt x="5579364" y="171898"/>
                  </a:lnTo>
                  <a:lnTo>
                    <a:pt x="5579458" y="171898"/>
                  </a:lnTo>
                  <a:lnTo>
                    <a:pt x="5579552" y="171898"/>
                  </a:lnTo>
                  <a:lnTo>
                    <a:pt x="5579647" y="171898"/>
                  </a:lnTo>
                  <a:lnTo>
                    <a:pt x="5579741" y="171898"/>
                  </a:lnTo>
                  <a:lnTo>
                    <a:pt x="5579835" y="171898"/>
                  </a:lnTo>
                  <a:lnTo>
                    <a:pt x="5579929" y="171898"/>
                  </a:lnTo>
                  <a:lnTo>
                    <a:pt x="5580023" y="171898"/>
                  </a:lnTo>
                  <a:lnTo>
                    <a:pt x="5580117" y="171898"/>
                  </a:lnTo>
                  <a:lnTo>
                    <a:pt x="5580211" y="171898"/>
                  </a:lnTo>
                  <a:lnTo>
                    <a:pt x="5580306" y="171898"/>
                  </a:lnTo>
                  <a:lnTo>
                    <a:pt x="5580400" y="171898"/>
                  </a:lnTo>
                  <a:lnTo>
                    <a:pt x="5580494" y="171898"/>
                  </a:lnTo>
                  <a:lnTo>
                    <a:pt x="5580588" y="171898"/>
                  </a:lnTo>
                  <a:lnTo>
                    <a:pt x="5580682" y="171898"/>
                  </a:lnTo>
                  <a:lnTo>
                    <a:pt x="5580776" y="171898"/>
                  </a:lnTo>
                  <a:lnTo>
                    <a:pt x="5580871" y="171898"/>
                  </a:lnTo>
                  <a:lnTo>
                    <a:pt x="5580965" y="171898"/>
                  </a:lnTo>
                  <a:lnTo>
                    <a:pt x="5581059" y="171898"/>
                  </a:lnTo>
                  <a:lnTo>
                    <a:pt x="5581153" y="171898"/>
                  </a:lnTo>
                  <a:lnTo>
                    <a:pt x="5581247" y="171898"/>
                  </a:lnTo>
                  <a:lnTo>
                    <a:pt x="5581341" y="171898"/>
                  </a:lnTo>
                  <a:lnTo>
                    <a:pt x="5581435" y="171898"/>
                  </a:lnTo>
                  <a:lnTo>
                    <a:pt x="5581530" y="171898"/>
                  </a:lnTo>
                  <a:lnTo>
                    <a:pt x="5581624" y="171898"/>
                  </a:lnTo>
                  <a:lnTo>
                    <a:pt x="5581718" y="171898"/>
                  </a:lnTo>
                  <a:lnTo>
                    <a:pt x="5581812" y="171898"/>
                  </a:lnTo>
                  <a:lnTo>
                    <a:pt x="5581906" y="171898"/>
                  </a:lnTo>
                  <a:lnTo>
                    <a:pt x="5582000" y="171898"/>
                  </a:lnTo>
                  <a:lnTo>
                    <a:pt x="5582094" y="171898"/>
                  </a:lnTo>
                  <a:lnTo>
                    <a:pt x="5582189" y="171898"/>
                  </a:lnTo>
                  <a:lnTo>
                    <a:pt x="5582283" y="171898"/>
                  </a:lnTo>
                  <a:lnTo>
                    <a:pt x="5582377" y="171898"/>
                  </a:lnTo>
                  <a:lnTo>
                    <a:pt x="5582471" y="171898"/>
                  </a:lnTo>
                  <a:lnTo>
                    <a:pt x="5582565" y="171898"/>
                  </a:lnTo>
                  <a:lnTo>
                    <a:pt x="5582659" y="171898"/>
                  </a:lnTo>
                  <a:lnTo>
                    <a:pt x="5582754" y="171898"/>
                  </a:lnTo>
                  <a:lnTo>
                    <a:pt x="5582848" y="171898"/>
                  </a:lnTo>
                  <a:lnTo>
                    <a:pt x="5582942" y="171898"/>
                  </a:lnTo>
                  <a:lnTo>
                    <a:pt x="5583036" y="171898"/>
                  </a:lnTo>
                  <a:lnTo>
                    <a:pt x="5583130" y="171898"/>
                  </a:lnTo>
                  <a:lnTo>
                    <a:pt x="5583224" y="171898"/>
                  </a:lnTo>
                  <a:lnTo>
                    <a:pt x="5583318" y="171898"/>
                  </a:lnTo>
                  <a:lnTo>
                    <a:pt x="5583413" y="171898"/>
                  </a:lnTo>
                  <a:lnTo>
                    <a:pt x="5583507" y="171898"/>
                  </a:lnTo>
                  <a:lnTo>
                    <a:pt x="5583601" y="171898"/>
                  </a:lnTo>
                  <a:lnTo>
                    <a:pt x="5583695" y="171898"/>
                  </a:lnTo>
                  <a:lnTo>
                    <a:pt x="5583789" y="171898"/>
                  </a:lnTo>
                  <a:lnTo>
                    <a:pt x="5583883" y="171898"/>
                  </a:lnTo>
                  <a:lnTo>
                    <a:pt x="5583978" y="171898"/>
                  </a:lnTo>
                  <a:lnTo>
                    <a:pt x="5584072" y="171898"/>
                  </a:lnTo>
                  <a:lnTo>
                    <a:pt x="5584166" y="171898"/>
                  </a:lnTo>
                  <a:lnTo>
                    <a:pt x="5584260" y="171898"/>
                  </a:lnTo>
                  <a:lnTo>
                    <a:pt x="5584354" y="171898"/>
                  </a:lnTo>
                  <a:lnTo>
                    <a:pt x="5584448" y="171898"/>
                  </a:lnTo>
                  <a:lnTo>
                    <a:pt x="5584542" y="171898"/>
                  </a:lnTo>
                  <a:lnTo>
                    <a:pt x="5584637" y="171898"/>
                  </a:lnTo>
                  <a:lnTo>
                    <a:pt x="5584731" y="171898"/>
                  </a:lnTo>
                  <a:lnTo>
                    <a:pt x="5584825" y="171898"/>
                  </a:lnTo>
                  <a:lnTo>
                    <a:pt x="5584919" y="171898"/>
                  </a:lnTo>
                  <a:lnTo>
                    <a:pt x="5585013" y="171898"/>
                  </a:lnTo>
                  <a:lnTo>
                    <a:pt x="5585107" y="171898"/>
                  </a:lnTo>
                  <a:lnTo>
                    <a:pt x="5585202" y="171898"/>
                  </a:lnTo>
                  <a:lnTo>
                    <a:pt x="5585296" y="171898"/>
                  </a:lnTo>
                  <a:lnTo>
                    <a:pt x="5585390" y="171898"/>
                  </a:lnTo>
                  <a:lnTo>
                    <a:pt x="5585484" y="171898"/>
                  </a:lnTo>
                  <a:lnTo>
                    <a:pt x="5585578" y="171898"/>
                  </a:lnTo>
                  <a:lnTo>
                    <a:pt x="5585672" y="171898"/>
                  </a:lnTo>
                  <a:lnTo>
                    <a:pt x="5585766" y="171898"/>
                  </a:lnTo>
                  <a:lnTo>
                    <a:pt x="5585861" y="171898"/>
                  </a:lnTo>
                  <a:lnTo>
                    <a:pt x="5585955" y="171898"/>
                  </a:lnTo>
                  <a:lnTo>
                    <a:pt x="5586049" y="171898"/>
                  </a:lnTo>
                  <a:lnTo>
                    <a:pt x="5586143" y="171898"/>
                  </a:lnTo>
                  <a:lnTo>
                    <a:pt x="5586237" y="171898"/>
                  </a:lnTo>
                  <a:lnTo>
                    <a:pt x="5586331" y="171898"/>
                  </a:lnTo>
                  <a:lnTo>
                    <a:pt x="5586425" y="171898"/>
                  </a:lnTo>
                  <a:lnTo>
                    <a:pt x="5586520" y="171898"/>
                  </a:lnTo>
                  <a:lnTo>
                    <a:pt x="5586614" y="171898"/>
                  </a:lnTo>
                  <a:lnTo>
                    <a:pt x="5586708" y="171898"/>
                  </a:lnTo>
                  <a:lnTo>
                    <a:pt x="5586802" y="171898"/>
                  </a:lnTo>
                  <a:lnTo>
                    <a:pt x="5586896" y="171898"/>
                  </a:lnTo>
                  <a:lnTo>
                    <a:pt x="5586990" y="171898"/>
                  </a:lnTo>
                  <a:lnTo>
                    <a:pt x="5587085" y="171898"/>
                  </a:lnTo>
                  <a:lnTo>
                    <a:pt x="5587179" y="171898"/>
                  </a:lnTo>
                  <a:lnTo>
                    <a:pt x="5587273" y="171898"/>
                  </a:lnTo>
                  <a:lnTo>
                    <a:pt x="5587367" y="171898"/>
                  </a:lnTo>
                  <a:lnTo>
                    <a:pt x="5587461" y="171898"/>
                  </a:lnTo>
                  <a:lnTo>
                    <a:pt x="5587555" y="171898"/>
                  </a:lnTo>
                  <a:lnTo>
                    <a:pt x="5587649" y="171898"/>
                  </a:lnTo>
                  <a:lnTo>
                    <a:pt x="5587744" y="171898"/>
                  </a:lnTo>
                  <a:lnTo>
                    <a:pt x="5587838" y="171898"/>
                  </a:lnTo>
                  <a:lnTo>
                    <a:pt x="5587932" y="171898"/>
                  </a:lnTo>
                  <a:lnTo>
                    <a:pt x="5588026" y="171898"/>
                  </a:lnTo>
                  <a:lnTo>
                    <a:pt x="5588120" y="171898"/>
                  </a:lnTo>
                  <a:lnTo>
                    <a:pt x="5588214" y="171898"/>
                  </a:lnTo>
                  <a:lnTo>
                    <a:pt x="5588309" y="171898"/>
                  </a:lnTo>
                  <a:lnTo>
                    <a:pt x="5588403" y="171898"/>
                  </a:lnTo>
                  <a:lnTo>
                    <a:pt x="5588497" y="171898"/>
                  </a:lnTo>
                  <a:lnTo>
                    <a:pt x="5588591" y="171898"/>
                  </a:lnTo>
                  <a:lnTo>
                    <a:pt x="5588685" y="171898"/>
                  </a:lnTo>
                  <a:lnTo>
                    <a:pt x="5588779" y="171898"/>
                  </a:lnTo>
                  <a:lnTo>
                    <a:pt x="5588873" y="171898"/>
                  </a:lnTo>
                  <a:lnTo>
                    <a:pt x="5588968" y="171898"/>
                  </a:lnTo>
                  <a:lnTo>
                    <a:pt x="5589062" y="171898"/>
                  </a:lnTo>
                  <a:lnTo>
                    <a:pt x="5589156" y="171898"/>
                  </a:lnTo>
                  <a:lnTo>
                    <a:pt x="5589250" y="171898"/>
                  </a:lnTo>
                  <a:lnTo>
                    <a:pt x="5589344" y="171898"/>
                  </a:lnTo>
                  <a:lnTo>
                    <a:pt x="5589438" y="171898"/>
                  </a:lnTo>
                  <a:lnTo>
                    <a:pt x="5589533" y="171898"/>
                  </a:lnTo>
                  <a:lnTo>
                    <a:pt x="5589627" y="171898"/>
                  </a:lnTo>
                  <a:lnTo>
                    <a:pt x="5589721" y="171898"/>
                  </a:lnTo>
                  <a:lnTo>
                    <a:pt x="5589815" y="171898"/>
                  </a:lnTo>
                  <a:lnTo>
                    <a:pt x="5589909" y="171898"/>
                  </a:lnTo>
                  <a:lnTo>
                    <a:pt x="5590003" y="171898"/>
                  </a:lnTo>
                  <a:lnTo>
                    <a:pt x="5590097" y="171898"/>
                  </a:lnTo>
                  <a:lnTo>
                    <a:pt x="5590192" y="171898"/>
                  </a:lnTo>
                  <a:lnTo>
                    <a:pt x="5590286" y="171898"/>
                  </a:lnTo>
                  <a:lnTo>
                    <a:pt x="5590380" y="171898"/>
                  </a:lnTo>
                  <a:lnTo>
                    <a:pt x="5590474" y="171898"/>
                  </a:lnTo>
                  <a:lnTo>
                    <a:pt x="5590568" y="171898"/>
                  </a:lnTo>
                  <a:lnTo>
                    <a:pt x="5590662" y="171898"/>
                  </a:lnTo>
                  <a:lnTo>
                    <a:pt x="5590756" y="171898"/>
                  </a:lnTo>
                  <a:lnTo>
                    <a:pt x="5590851" y="171898"/>
                  </a:lnTo>
                  <a:lnTo>
                    <a:pt x="5590945" y="171898"/>
                  </a:lnTo>
                  <a:lnTo>
                    <a:pt x="5591039" y="171898"/>
                  </a:lnTo>
                  <a:lnTo>
                    <a:pt x="5591133" y="171898"/>
                  </a:lnTo>
                  <a:lnTo>
                    <a:pt x="5591227" y="171898"/>
                  </a:lnTo>
                  <a:lnTo>
                    <a:pt x="5591321" y="171898"/>
                  </a:lnTo>
                  <a:lnTo>
                    <a:pt x="5591416" y="171898"/>
                  </a:lnTo>
                  <a:lnTo>
                    <a:pt x="5591510" y="171898"/>
                  </a:lnTo>
                  <a:lnTo>
                    <a:pt x="5591604" y="171898"/>
                  </a:lnTo>
                  <a:lnTo>
                    <a:pt x="5591698" y="171898"/>
                  </a:lnTo>
                  <a:lnTo>
                    <a:pt x="5591792" y="171898"/>
                  </a:lnTo>
                  <a:lnTo>
                    <a:pt x="5591886" y="171898"/>
                  </a:lnTo>
                  <a:lnTo>
                    <a:pt x="5591980" y="171898"/>
                  </a:lnTo>
                  <a:lnTo>
                    <a:pt x="5592075" y="171898"/>
                  </a:lnTo>
                  <a:lnTo>
                    <a:pt x="5592169" y="171898"/>
                  </a:lnTo>
                  <a:lnTo>
                    <a:pt x="5592263" y="171898"/>
                  </a:lnTo>
                  <a:lnTo>
                    <a:pt x="5592357" y="171898"/>
                  </a:lnTo>
                  <a:lnTo>
                    <a:pt x="5592451" y="171898"/>
                  </a:lnTo>
                  <a:lnTo>
                    <a:pt x="5592545" y="171898"/>
                  </a:lnTo>
                  <a:lnTo>
                    <a:pt x="5592640" y="171898"/>
                  </a:lnTo>
                  <a:lnTo>
                    <a:pt x="5592734" y="171898"/>
                  </a:lnTo>
                  <a:lnTo>
                    <a:pt x="5592828" y="171898"/>
                  </a:lnTo>
                  <a:lnTo>
                    <a:pt x="5592922" y="171898"/>
                  </a:lnTo>
                  <a:lnTo>
                    <a:pt x="5593016" y="171898"/>
                  </a:lnTo>
                  <a:lnTo>
                    <a:pt x="5593110" y="171898"/>
                  </a:lnTo>
                  <a:lnTo>
                    <a:pt x="5593204" y="171898"/>
                  </a:lnTo>
                  <a:lnTo>
                    <a:pt x="5593299" y="171898"/>
                  </a:lnTo>
                  <a:lnTo>
                    <a:pt x="5593393" y="171898"/>
                  </a:lnTo>
                  <a:lnTo>
                    <a:pt x="5593487" y="171898"/>
                  </a:lnTo>
                  <a:lnTo>
                    <a:pt x="5593581" y="171898"/>
                  </a:lnTo>
                  <a:lnTo>
                    <a:pt x="5593675" y="171898"/>
                  </a:lnTo>
                  <a:lnTo>
                    <a:pt x="5593769" y="171898"/>
                  </a:lnTo>
                  <a:lnTo>
                    <a:pt x="5593864" y="171898"/>
                  </a:lnTo>
                  <a:lnTo>
                    <a:pt x="5593958" y="171898"/>
                  </a:lnTo>
                  <a:lnTo>
                    <a:pt x="5594052" y="171898"/>
                  </a:lnTo>
                  <a:lnTo>
                    <a:pt x="5594146" y="171898"/>
                  </a:lnTo>
                  <a:lnTo>
                    <a:pt x="5594240" y="171898"/>
                  </a:lnTo>
                  <a:lnTo>
                    <a:pt x="5594334" y="171898"/>
                  </a:lnTo>
                  <a:lnTo>
                    <a:pt x="5594428" y="171898"/>
                  </a:lnTo>
                  <a:lnTo>
                    <a:pt x="5594523" y="171898"/>
                  </a:lnTo>
                  <a:lnTo>
                    <a:pt x="5594617" y="171898"/>
                  </a:lnTo>
                  <a:lnTo>
                    <a:pt x="5594711" y="171898"/>
                  </a:lnTo>
                  <a:lnTo>
                    <a:pt x="5594805" y="171898"/>
                  </a:lnTo>
                  <a:lnTo>
                    <a:pt x="5594899" y="171898"/>
                  </a:lnTo>
                  <a:lnTo>
                    <a:pt x="5594993" y="171898"/>
                  </a:lnTo>
                  <a:lnTo>
                    <a:pt x="5595087" y="171898"/>
                  </a:lnTo>
                  <a:lnTo>
                    <a:pt x="5595182" y="171898"/>
                  </a:lnTo>
                  <a:lnTo>
                    <a:pt x="5595276" y="171898"/>
                  </a:lnTo>
                  <a:lnTo>
                    <a:pt x="5595370" y="171898"/>
                  </a:lnTo>
                  <a:lnTo>
                    <a:pt x="5595464" y="171898"/>
                  </a:lnTo>
                  <a:lnTo>
                    <a:pt x="5595558" y="171898"/>
                  </a:lnTo>
                  <a:lnTo>
                    <a:pt x="5595652" y="171898"/>
                  </a:lnTo>
                  <a:lnTo>
                    <a:pt x="5595747" y="171898"/>
                  </a:lnTo>
                  <a:lnTo>
                    <a:pt x="5595841" y="171898"/>
                  </a:lnTo>
                  <a:lnTo>
                    <a:pt x="5595935" y="171898"/>
                  </a:lnTo>
                  <a:lnTo>
                    <a:pt x="5596029" y="171898"/>
                  </a:lnTo>
                  <a:lnTo>
                    <a:pt x="5596123" y="171898"/>
                  </a:lnTo>
                  <a:lnTo>
                    <a:pt x="5596217" y="171898"/>
                  </a:lnTo>
                  <a:lnTo>
                    <a:pt x="5596311" y="171898"/>
                  </a:lnTo>
                  <a:lnTo>
                    <a:pt x="5596406" y="171898"/>
                  </a:lnTo>
                  <a:lnTo>
                    <a:pt x="5596500" y="171898"/>
                  </a:lnTo>
                  <a:lnTo>
                    <a:pt x="5596594" y="171898"/>
                  </a:lnTo>
                  <a:lnTo>
                    <a:pt x="5596688" y="171898"/>
                  </a:lnTo>
                  <a:lnTo>
                    <a:pt x="5596782" y="171898"/>
                  </a:lnTo>
                  <a:lnTo>
                    <a:pt x="5596876" y="171898"/>
                  </a:lnTo>
                  <a:lnTo>
                    <a:pt x="5596971" y="171898"/>
                  </a:lnTo>
                  <a:lnTo>
                    <a:pt x="5597065" y="171898"/>
                  </a:lnTo>
                  <a:lnTo>
                    <a:pt x="5597159" y="171898"/>
                  </a:lnTo>
                  <a:lnTo>
                    <a:pt x="5597253" y="171898"/>
                  </a:lnTo>
                  <a:lnTo>
                    <a:pt x="5597347" y="171898"/>
                  </a:lnTo>
                  <a:lnTo>
                    <a:pt x="5597441" y="171898"/>
                  </a:lnTo>
                  <a:lnTo>
                    <a:pt x="5597535" y="171898"/>
                  </a:lnTo>
                  <a:lnTo>
                    <a:pt x="5597630" y="171898"/>
                  </a:lnTo>
                  <a:lnTo>
                    <a:pt x="5597724" y="171898"/>
                  </a:lnTo>
                  <a:lnTo>
                    <a:pt x="5597818" y="171898"/>
                  </a:lnTo>
                  <a:lnTo>
                    <a:pt x="5597912" y="171898"/>
                  </a:lnTo>
                  <a:lnTo>
                    <a:pt x="5598006" y="171898"/>
                  </a:lnTo>
                  <a:lnTo>
                    <a:pt x="5598100" y="171898"/>
                  </a:lnTo>
                  <a:lnTo>
                    <a:pt x="5598195" y="171898"/>
                  </a:lnTo>
                  <a:lnTo>
                    <a:pt x="5598289" y="171898"/>
                  </a:lnTo>
                  <a:lnTo>
                    <a:pt x="5598383" y="171898"/>
                  </a:lnTo>
                  <a:lnTo>
                    <a:pt x="5598477" y="171898"/>
                  </a:lnTo>
                  <a:lnTo>
                    <a:pt x="5598571" y="171898"/>
                  </a:lnTo>
                  <a:lnTo>
                    <a:pt x="5598665" y="171898"/>
                  </a:lnTo>
                  <a:lnTo>
                    <a:pt x="5598759" y="171898"/>
                  </a:lnTo>
                  <a:lnTo>
                    <a:pt x="5598854" y="171898"/>
                  </a:lnTo>
                  <a:lnTo>
                    <a:pt x="5598948" y="171898"/>
                  </a:lnTo>
                  <a:lnTo>
                    <a:pt x="5599042" y="171898"/>
                  </a:lnTo>
                  <a:lnTo>
                    <a:pt x="5599136" y="171898"/>
                  </a:lnTo>
                  <a:lnTo>
                    <a:pt x="5599230" y="171898"/>
                  </a:lnTo>
                  <a:lnTo>
                    <a:pt x="5599324" y="171898"/>
                  </a:lnTo>
                  <a:lnTo>
                    <a:pt x="5599418" y="171898"/>
                  </a:lnTo>
                  <a:lnTo>
                    <a:pt x="5599513" y="171898"/>
                  </a:lnTo>
                  <a:lnTo>
                    <a:pt x="5599607" y="171898"/>
                  </a:lnTo>
                  <a:lnTo>
                    <a:pt x="5599701" y="171898"/>
                  </a:lnTo>
                  <a:lnTo>
                    <a:pt x="5599795" y="171898"/>
                  </a:lnTo>
                  <a:lnTo>
                    <a:pt x="5599889" y="171898"/>
                  </a:lnTo>
                  <a:lnTo>
                    <a:pt x="5599983" y="171898"/>
                  </a:lnTo>
                  <a:lnTo>
                    <a:pt x="5600078" y="171898"/>
                  </a:lnTo>
                  <a:lnTo>
                    <a:pt x="5600172" y="171898"/>
                  </a:lnTo>
                  <a:lnTo>
                    <a:pt x="5600266" y="171898"/>
                  </a:lnTo>
                  <a:lnTo>
                    <a:pt x="5600360" y="171898"/>
                  </a:lnTo>
                  <a:lnTo>
                    <a:pt x="5600454" y="171898"/>
                  </a:lnTo>
                  <a:lnTo>
                    <a:pt x="5600548" y="171898"/>
                  </a:lnTo>
                  <a:lnTo>
                    <a:pt x="5600642" y="171898"/>
                  </a:lnTo>
                  <a:lnTo>
                    <a:pt x="5600737" y="171898"/>
                  </a:lnTo>
                  <a:lnTo>
                    <a:pt x="5600831" y="171898"/>
                  </a:lnTo>
                  <a:lnTo>
                    <a:pt x="5600925" y="171898"/>
                  </a:lnTo>
                  <a:lnTo>
                    <a:pt x="5601019" y="171898"/>
                  </a:lnTo>
                  <a:lnTo>
                    <a:pt x="5601113" y="171898"/>
                  </a:lnTo>
                  <a:lnTo>
                    <a:pt x="5601207" y="171898"/>
                  </a:lnTo>
                  <a:lnTo>
                    <a:pt x="5601302" y="171898"/>
                  </a:lnTo>
                  <a:lnTo>
                    <a:pt x="5601396" y="171898"/>
                  </a:lnTo>
                  <a:lnTo>
                    <a:pt x="5601490" y="171898"/>
                  </a:lnTo>
                  <a:lnTo>
                    <a:pt x="5601584" y="171898"/>
                  </a:lnTo>
                  <a:lnTo>
                    <a:pt x="5601678" y="171898"/>
                  </a:lnTo>
                  <a:lnTo>
                    <a:pt x="5601772" y="171898"/>
                  </a:lnTo>
                  <a:lnTo>
                    <a:pt x="5601866" y="171898"/>
                  </a:lnTo>
                  <a:lnTo>
                    <a:pt x="5601961" y="171898"/>
                  </a:lnTo>
                  <a:lnTo>
                    <a:pt x="5602055" y="171898"/>
                  </a:lnTo>
                  <a:lnTo>
                    <a:pt x="5602149" y="171898"/>
                  </a:lnTo>
                  <a:lnTo>
                    <a:pt x="5602243" y="171898"/>
                  </a:lnTo>
                  <a:lnTo>
                    <a:pt x="5602337" y="171898"/>
                  </a:lnTo>
                  <a:lnTo>
                    <a:pt x="5602431" y="171898"/>
                  </a:lnTo>
                  <a:lnTo>
                    <a:pt x="5602526" y="171898"/>
                  </a:lnTo>
                  <a:lnTo>
                    <a:pt x="5602620" y="171898"/>
                  </a:lnTo>
                  <a:lnTo>
                    <a:pt x="5602714" y="171898"/>
                  </a:lnTo>
                  <a:lnTo>
                    <a:pt x="5602808" y="171898"/>
                  </a:lnTo>
                  <a:lnTo>
                    <a:pt x="5602902" y="171898"/>
                  </a:lnTo>
                  <a:lnTo>
                    <a:pt x="5602996" y="171898"/>
                  </a:lnTo>
                  <a:lnTo>
                    <a:pt x="5603090" y="171898"/>
                  </a:lnTo>
                  <a:lnTo>
                    <a:pt x="5603185" y="171898"/>
                  </a:lnTo>
                  <a:lnTo>
                    <a:pt x="5603279" y="171898"/>
                  </a:lnTo>
                  <a:lnTo>
                    <a:pt x="5603373" y="171898"/>
                  </a:lnTo>
                  <a:lnTo>
                    <a:pt x="5603467" y="171898"/>
                  </a:lnTo>
                  <a:lnTo>
                    <a:pt x="5603561" y="171898"/>
                  </a:lnTo>
                  <a:lnTo>
                    <a:pt x="5603655" y="171898"/>
                  </a:lnTo>
                  <a:lnTo>
                    <a:pt x="5603749" y="171898"/>
                  </a:lnTo>
                  <a:lnTo>
                    <a:pt x="5603844" y="171898"/>
                  </a:lnTo>
                  <a:lnTo>
                    <a:pt x="5603938" y="171898"/>
                  </a:lnTo>
                  <a:lnTo>
                    <a:pt x="5604032" y="171898"/>
                  </a:lnTo>
                  <a:lnTo>
                    <a:pt x="5604126" y="171898"/>
                  </a:lnTo>
                  <a:lnTo>
                    <a:pt x="5604220" y="171898"/>
                  </a:lnTo>
                  <a:lnTo>
                    <a:pt x="5604314" y="171898"/>
                  </a:lnTo>
                  <a:lnTo>
                    <a:pt x="5604409" y="171898"/>
                  </a:lnTo>
                  <a:lnTo>
                    <a:pt x="5604503" y="171898"/>
                  </a:lnTo>
                  <a:lnTo>
                    <a:pt x="5604597" y="171898"/>
                  </a:lnTo>
                  <a:lnTo>
                    <a:pt x="5604691" y="171898"/>
                  </a:lnTo>
                  <a:lnTo>
                    <a:pt x="5604785" y="171898"/>
                  </a:lnTo>
                  <a:lnTo>
                    <a:pt x="5604879" y="171898"/>
                  </a:lnTo>
                  <a:lnTo>
                    <a:pt x="5604973" y="171898"/>
                  </a:lnTo>
                  <a:lnTo>
                    <a:pt x="5605068" y="171898"/>
                  </a:lnTo>
                  <a:lnTo>
                    <a:pt x="5605162" y="171898"/>
                  </a:lnTo>
                  <a:lnTo>
                    <a:pt x="5605256" y="171898"/>
                  </a:lnTo>
                  <a:lnTo>
                    <a:pt x="5605350" y="171898"/>
                  </a:lnTo>
                  <a:lnTo>
                    <a:pt x="5605444" y="171898"/>
                  </a:lnTo>
                  <a:lnTo>
                    <a:pt x="5605538" y="171898"/>
                  </a:lnTo>
                  <a:lnTo>
                    <a:pt x="5605633" y="171898"/>
                  </a:lnTo>
                  <a:lnTo>
                    <a:pt x="5605727" y="171898"/>
                  </a:lnTo>
                  <a:lnTo>
                    <a:pt x="5605821" y="171898"/>
                  </a:lnTo>
                  <a:lnTo>
                    <a:pt x="5605915" y="171898"/>
                  </a:lnTo>
                  <a:lnTo>
                    <a:pt x="5606009" y="171898"/>
                  </a:lnTo>
                  <a:lnTo>
                    <a:pt x="5606103" y="171898"/>
                  </a:lnTo>
                  <a:lnTo>
                    <a:pt x="5606197" y="171898"/>
                  </a:lnTo>
                  <a:lnTo>
                    <a:pt x="5606292" y="171898"/>
                  </a:lnTo>
                  <a:lnTo>
                    <a:pt x="5606386" y="171898"/>
                  </a:lnTo>
                  <a:lnTo>
                    <a:pt x="5606480" y="171898"/>
                  </a:lnTo>
                  <a:lnTo>
                    <a:pt x="5606574" y="171898"/>
                  </a:lnTo>
                  <a:lnTo>
                    <a:pt x="5606668" y="171898"/>
                  </a:lnTo>
                  <a:lnTo>
                    <a:pt x="5606762" y="171898"/>
                  </a:lnTo>
                  <a:lnTo>
                    <a:pt x="5606857" y="171898"/>
                  </a:lnTo>
                  <a:lnTo>
                    <a:pt x="5606951" y="171898"/>
                  </a:lnTo>
                  <a:lnTo>
                    <a:pt x="5607045" y="171898"/>
                  </a:lnTo>
                  <a:lnTo>
                    <a:pt x="5607139" y="171898"/>
                  </a:lnTo>
                  <a:lnTo>
                    <a:pt x="5607233" y="171898"/>
                  </a:lnTo>
                  <a:lnTo>
                    <a:pt x="5607327" y="171898"/>
                  </a:lnTo>
                  <a:lnTo>
                    <a:pt x="5607421" y="171898"/>
                  </a:lnTo>
                  <a:lnTo>
                    <a:pt x="5607516" y="171898"/>
                  </a:lnTo>
                  <a:lnTo>
                    <a:pt x="5607610" y="171898"/>
                  </a:lnTo>
                  <a:lnTo>
                    <a:pt x="5607704" y="171898"/>
                  </a:lnTo>
                  <a:lnTo>
                    <a:pt x="5607798" y="171898"/>
                  </a:lnTo>
                  <a:lnTo>
                    <a:pt x="5607892" y="171898"/>
                  </a:lnTo>
                  <a:lnTo>
                    <a:pt x="5607986" y="171898"/>
                  </a:lnTo>
                  <a:lnTo>
                    <a:pt x="5608080" y="171898"/>
                  </a:lnTo>
                  <a:lnTo>
                    <a:pt x="5608175" y="171898"/>
                  </a:lnTo>
                  <a:lnTo>
                    <a:pt x="5608269" y="171898"/>
                  </a:lnTo>
                  <a:lnTo>
                    <a:pt x="5608363" y="171898"/>
                  </a:lnTo>
                  <a:lnTo>
                    <a:pt x="5608457" y="171898"/>
                  </a:lnTo>
                  <a:lnTo>
                    <a:pt x="5608551" y="171898"/>
                  </a:lnTo>
                  <a:lnTo>
                    <a:pt x="5608645" y="171898"/>
                  </a:lnTo>
                  <a:lnTo>
                    <a:pt x="5608740" y="171898"/>
                  </a:lnTo>
                  <a:lnTo>
                    <a:pt x="5608834" y="171898"/>
                  </a:lnTo>
                  <a:lnTo>
                    <a:pt x="5608928" y="171898"/>
                  </a:lnTo>
                  <a:lnTo>
                    <a:pt x="5609022" y="171898"/>
                  </a:lnTo>
                  <a:lnTo>
                    <a:pt x="5609116" y="171898"/>
                  </a:lnTo>
                  <a:lnTo>
                    <a:pt x="5609210" y="171898"/>
                  </a:lnTo>
                  <a:lnTo>
                    <a:pt x="5609304" y="171898"/>
                  </a:lnTo>
                  <a:lnTo>
                    <a:pt x="5609399" y="171898"/>
                  </a:lnTo>
                  <a:lnTo>
                    <a:pt x="5609493" y="171898"/>
                  </a:lnTo>
                  <a:lnTo>
                    <a:pt x="5609587" y="171898"/>
                  </a:lnTo>
                  <a:lnTo>
                    <a:pt x="5609681" y="171898"/>
                  </a:lnTo>
                  <a:lnTo>
                    <a:pt x="5609775" y="171898"/>
                  </a:lnTo>
                  <a:lnTo>
                    <a:pt x="5609869" y="171898"/>
                  </a:lnTo>
                  <a:lnTo>
                    <a:pt x="5609964" y="171898"/>
                  </a:lnTo>
                  <a:lnTo>
                    <a:pt x="5610058" y="171898"/>
                  </a:lnTo>
                  <a:lnTo>
                    <a:pt x="5610152" y="171898"/>
                  </a:lnTo>
                  <a:lnTo>
                    <a:pt x="5610246" y="171898"/>
                  </a:lnTo>
                  <a:lnTo>
                    <a:pt x="5610340" y="171898"/>
                  </a:lnTo>
                  <a:lnTo>
                    <a:pt x="5610434" y="171898"/>
                  </a:lnTo>
                  <a:lnTo>
                    <a:pt x="5610528" y="171898"/>
                  </a:lnTo>
                  <a:lnTo>
                    <a:pt x="5610623" y="171898"/>
                  </a:lnTo>
                  <a:lnTo>
                    <a:pt x="5610717" y="171898"/>
                  </a:lnTo>
                  <a:lnTo>
                    <a:pt x="5610811" y="171898"/>
                  </a:lnTo>
                  <a:lnTo>
                    <a:pt x="5610905" y="171898"/>
                  </a:lnTo>
                  <a:lnTo>
                    <a:pt x="5610999" y="171898"/>
                  </a:lnTo>
                  <a:lnTo>
                    <a:pt x="5611093" y="171898"/>
                  </a:lnTo>
                  <a:lnTo>
                    <a:pt x="5611188" y="171898"/>
                  </a:lnTo>
                  <a:lnTo>
                    <a:pt x="5611282" y="171898"/>
                  </a:lnTo>
                  <a:lnTo>
                    <a:pt x="5611376" y="171898"/>
                  </a:lnTo>
                  <a:lnTo>
                    <a:pt x="5611470" y="171898"/>
                  </a:lnTo>
                  <a:lnTo>
                    <a:pt x="5611564" y="171898"/>
                  </a:lnTo>
                  <a:lnTo>
                    <a:pt x="5611658" y="171898"/>
                  </a:lnTo>
                  <a:lnTo>
                    <a:pt x="5611752" y="171898"/>
                  </a:lnTo>
                  <a:lnTo>
                    <a:pt x="5611847" y="171898"/>
                  </a:lnTo>
                  <a:lnTo>
                    <a:pt x="5611941" y="171898"/>
                  </a:lnTo>
                  <a:lnTo>
                    <a:pt x="5612035" y="171898"/>
                  </a:lnTo>
                  <a:lnTo>
                    <a:pt x="5612129" y="171898"/>
                  </a:lnTo>
                  <a:lnTo>
                    <a:pt x="5612223" y="171898"/>
                  </a:lnTo>
                  <a:lnTo>
                    <a:pt x="5612317" y="171898"/>
                  </a:lnTo>
                  <a:lnTo>
                    <a:pt x="5612411" y="171898"/>
                  </a:lnTo>
                  <a:lnTo>
                    <a:pt x="5612506" y="171898"/>
                  </a:lnTo>
                  <a:lnTo>
                    <a:pt x="5612600" y="171898"/>
                  </a:lnTo>
                  <a:lnTo>
                    <a:pt x="5612694" y="171898"/>
                  </a:lnTo>
                  <a:lnTo>
                    <a:pt x="5612788" y="171898"/>
                  </a:lnTo>
                  <a:lnTo>
                    <a:pt x="5612882" y="171898"/>
                  </a:lnTo>
                  <a:lnTo>
                    <a:pt x="5612976" y="171898"/>
                  </a:lnTo>
                  <a:lnTo>
                    <a:pt x="5613071" y="171898"/>
                  </a:lnTo>
                  <a:lnTo>
                    <a:pt x="5613165" y="171898"/>
                  </a:lnTo>
                  <a:lnTo>
                    <a:pt x="5613259" y="171898"/>
                  </a:lnTo>
                  <a:lnTo>
                    <a:pt x="5613353" y="171898"/>
                  </a:lnTo>
                  <a:lnTo>
                    <a:pt x="5613447" y="171898"/>
                  </a:lnTo>
                  <a:lnTo>
                    <a:pt x="5613541" y="171898"/>
                  </a:lnTo>
                  <a:lnTo>
                    <a:pt x="5613635" y="171898"/>
                  </a:lnTo>
                  <a:lnTo>
                    <a:pt x="5613730" y="171898"/>
                  </a:lnTo>
                  <a:lnTo>
                    <a:pt x="5613824" y="171898"/>
                  </a:lnTo>
                  <a:lnTo>
                    <a:pt x="5613918" y="171898"/>
                  </a:lnTo>
                  <a:lnTo>
                    <a:pt x="5614012" y="171898"/>
                  </a:lnTo>
                  <a:lnTo>
                    <a:pt x="5614106" y="171898"/>
                  </a:lnTo>
                  <a:lnTo>
                    <a:pt x="5614200" y="171898"/>
                  </a:lnTo>
                  <a:lnTo>
                    <a:pt x="5614295" y="171898"/>
                  </a:lnTo>
                  <a:lnTo>
                    <a:pt x="5614389" y="171898"/>
                  </a:lnTo>
                  <a:lnTo>
                    <a:pt x="5614483" y="171898"/>
                  </a:lnTo>
                  <a:lnTo>
                    <a:pt x="5614577" y="171898"/>
                  </a:lnTo>
                  <a:lnTo>
                    <a:pt x="5614671" y="171898"/>
                  </a:lnTo>
                  <a:lnTo>
                    <a:pt x="5614765" y="171898"/>
                  </a:lnTo>
                  <a:lnTo>
                    <a:pt x="5614859" y="171898"/>
                  </a:lnTo>
                  <a:lnTo>
                    <a:pt x="5614954" y="171898"/>
                  </a:lnTo>
                  <a:lnTo>
                    <a:pt x="5615048" y="171898"/>
                  </a:lnTo>
                  <a:lnTo>
                    <a:pt x="5615142" y="171898"/>
                  </a:lnTo>
                  <a:lnTo>
                    <a:pt x="5615236" y="171898"/>
                  </a:lnTo>
                  <a:lnTo>
                    <a:pt x="5615330" y="171898"/>
                  </a:lnTo>
                  <a:lnTo>
                    <a:pt x="5615424" y="171898"/>
                  </a:lnTo>
                  <a:lnTo>
                    <a:pt x="5615519" y="171898"/>
                  </a:lnTo>
                  <a:lnTo>
                    <a:pt x="5615613" y="171898"/>
                  </a:lnTo>
                  <a:lnTo>
                    <a:pt x="5615707" y="171898"/>
                  </a:lnTo>
                  <a:lnTo>
                    <a:pt x="5615801" y="171898"/>
                  </a:lnTo>
                  <a:lnTo>
                    <a:pt x="5615895" y="171898"/>
                  </a:lnTo>
                  <a:lnTo>
                    <a:pt x="5615989" y="171898"/>
                  </a:lnTo>
                  <a:lnTo>
                    <a:pt x="5616083" y="171898"/>
                  </a:lnTo>
                  <a:lnTo>
                    <a:pt x="5616178" y="171898"/>
                  </a:lnTo>
                  <a:lnTo>
                    <a:pt x="5616272" y="171898"/>
                  </a:lnTo>
                  <a:lnTo>
                    <a:pt x="5616366" y="171898"/>
                  </a:lnTo>
                  <a:lnTo>
                    <a:pt x="5616460" y="171898"/>
                  </a:lnTo>
                  <a:lnTo>
                    <a:pt x="5616554" y="171898"/>
                  </a:lnTo>
                  <a:lnTo>
                    <a:pt x="5616648" y="171898"/>
                  </a:lnTo>
                  <a:lnTo>
                    <a:pt x="5616742" y="171898"/>
                  </a:lnTo>
                  <a:lnTo>
                    <a:pt x="5616837" y="171898"/>
                  </a:lnTo>
                  <a:lnTo>
                    <a:pt x="5616931" y="171898"/>
                  </a:lnTo>
                  <a:lnTo>
                    <a:pt x="5617025" y="171898"/>
                  </a:lnTo>
                  <a:lnTo>
                    <a:pt x="5617119" y="171898"/>
                  </a:lnTo>
                  <a:lnTo>
                    <a:pt x="5617213" y="171898"/>
                  </a:lnTo>
                  <a:lnTo>
                    <a:pt x="5617307" y="171898"/>
                  </a:lnTo>
                  <a:lnTo>
                    <a:pt x="5617402" y="171898"/>
                  </a:lnTo>
                  <a:lnTo>
                    <a:pt x="5617496" y="171898"/>
                  </a:lnTo>
                  <a:lnTo>
                    <a:pt x="5617590" y="171898"/>
                  </a:lnTo>
                  <a:lnTo>
                    <a:pt x="5617684" y="171898"/>
                  </a:lnTo>
                  <a:lnTo>
                    <a:pt x="5617778" y="171898"/>
                  </a:lnTo>
                  <a:lnTo>
                    <a:pt x="5617872" y="171898"/>
                  </a:lnTo>
                  <a:lnTo>
                    <a:pt x="5617966" y="171898"/>
                  </a:lnTo>
                  <a:lnTo>
                    <a:pt x="5618061" y="171898"/>
                  </a:lnTo>
                  <a:lnTo>
                    <a:pt x="5618155" y="171898"/>
                  </a:lnTo>
                  <a:lnTo>
                    <a:pt x="5618249" y="171898"/>
                  </a:lnTo>
                  <a:lnTo>
                    <a:pt x="5618343" y="171898"/>
                  </a:lnTo>
                  <a:lnTo>
                    <a:pt x="5618437" y="171898"/>
                  </a:lnTo>
                  <a:lnTo>
                    <a:pt x="5618531" y="171898"/>
                  </a:lnTo>
                  <a:lnTo>
                    <a:pt x="5618626" y="171898"/>
                  </a:lnTo>
                  <a:lnTo>
                    <a:pt x="5618720" y="171898"/>
                  </a:lnTo>
                  <a:lnTo>
                    <a:pt x="5618814" y="171898"/>
                  </a:lnTo>
                  <a:lnTo>
                    <a:pt x="5618908" y="171898"/>
                  </a:lnTo>
                  <a:lnTo>
                    <a:pt x="5619002" y="171898"/>
                  </a:lnTo>
                  <a:lnTo>
                    <a:pt x="5619096" y="171898"/>
                  </a:lnTo>
                  <a:lnTo>
                    <a:pt x="5619190" y="171898"/>
                  </a:lnTo>
                  <a:lnTo>
                    <a:pt x="5619285" y="171898"/>
                  </a:lnTo>
                  <a:lnTo>
                    <a:pt x="5619379" y="171898"/>
                  </a:lnTo>
                  <a:lnTo>
                    <a:pt x="5619473" y="171898"/>
                  </a:lnTo>
                  <a:lnTo>
                    <a:pt x="5619567" y="171898"/>
                  </a:lnTo>
                  <a:lnTo>
                    <a:pt x="5619661" y="171898"/>
                  </a:lnTo>
                  <a:lnTo>
                    <a:pt x="5619755" y="171898"/>
                  </a:lnTo>
                  <a:lnTo>
                    <a:pt x="5619850" y="171898"/>
                  </a:lnTo>
                  <a:lnTo>
                    <a:pt x="5619944" y="171898"/>
                  </a:lnTo>
                  <a:lnTo>
                    <a:pt x="5620038" y="171898"/>
                  </a:lnTo>
                  <a:lnTo>
                    <a:pt x="5620132" y="171898"/>
                  </a:lnTo>
                  <a:lnTo>
                    <a:pt x="5620226" y="171898"/>
                  </a:lnTo>
                  <a:lnTo>
                    <a:pt x="5620320" y="171898"/>
                  </a:lnTo>
                  <a:lnTo>
                    <a:pt x="5620414" y="171898"/>
                  </a:lnTo>
                  <a:lnTo>
                    <a:pt x="5620509" y="171898"/>
                  </a:lnTo>
                  <a:lnTo>
                    <a:pt x="5620603" y="171898"/>
                  </a:lnTo>
                  <a:lnTo>
                    <a:pt x="5620697" y="171898"/>
                  </a:lnTo>
                  <a:lnTo>
                    <a:pt x="5620791" y="171898"/>
                  </a:lnTo>
                  <a:lnTo>
                    <a:pt x="5620885" y="171898"/>
                  </a:lnTo>
                  <a:lnTo>
                    <a:pt x="5620979" y="171898"/>
                  </a:lnTo>
                  <a:lnTo>
                    <a:pt x="5621073" y="171898"/>
                  </a:lnTo>
                  <a:lnTo>
                    <a:pt x="5621168" y="171898"/>
                  </a:lnTo>
                  <a:lnTo>
                    <a:pt x="5621262" y="171898"/>
                  </a:lnTo>
                  <a:lnTo>
                    <a:pt x="5621356" y="171898"/>
                  </a:lnTo>
                  <a:lnTo>
                    <a:pt x="5621450" y="171898"/>
                  </a:lnTo>
                  <a:lnTo>
                    <a:pt x="5621544" y="171898"/>
                  </a:lnTo>
                  <a:lnTo>
                    <a:pt x="5621638" y="171898"/>
                  </a:lnTo>
                  <a:lnTo>
                    <a:pt x="5621733" y="171898"/>
                  </a:lnTo>
                  <a:lnTo>
                    <a:pt x="5621827" y="171898"/>
                  </a:lnTo>
                  <a:lnTo>
                    <a:pt x="5621921" y="171898"/>
                  </a:lnTo>
                  <a:lnTo>
                    <a:pt x="5622015" y="171898"/>
                  </a:lnTo>
                  <a:lnTo>
                    <a:pt x="5622015" y="166986"/>
                  </a:lnTo>
                  <a:lnTo>
                    <a:pt x="5622109" y="166986"/>
                  </a:lnTo>
                  <a:lnTo>
                    <a:pt x="5622203" y="166986"/>
                  </a:lnTo>
                  <a:lnTo>
                    <a:pt x="5622297" y="166986"/>
                  </a:lnTo>
                  <a:lnTo>
                    <a:pt x="5622392" y="166986"/>
                  </a:lnTo>
                  <a:lnTo>
                    <a:pt x="5622486" y="166986"/>
                  </a:lnTo>
                  <a:lnTo>
                    <a:pt x="5622580" y="166986"/>
                  </a:lnTo>
                  <a:lnTo>
                    <a:pt x="5622674" y="166986"/>
                  </a:lnTo>
                  <a:lnTo>
                    <a:pt x="5622768" y="166986"/>
                  </a:lnTo>
                  <a:lnTo>
                    <a:pt x="5622862" y="166986"/>
                  </a:lnTo>
                  <a:lnTo>
                    <a:pt x="5622957" y="166986"/>
                  </a:lnTo>
                  <a:lnTo>
                    <a:pt x="5623051" y="166986"/>
                  </a:lnTo>
                  <a:lnTo>
                    <a:pt x="5623145" y="166986"/>
                  </a:lnTo>
                  <a:lnTo>
                    <a:pt x="5623239" y="166986"/>
                  </a:lnTo>
                  <a:lnTo>
                    <a:pt x="5623333" y="166986"/>
                  </a:lnTo>
                  <a:lnTo>
                    <a:pt x="5623427" y="166986"/>
                  </a:lnTo>
                  <a:lnTo>
                    <a:pt x="5623521" y="166986"/>
                  </a:lnTo>
                  <a:lnTo>
                    <a:pt x="5623616" y="166986"/>
                  </a:lnTo>
                  <a:lnTo>
                    <a:pt x="5623710" y="166986"/>
                  </a:lnTo>
                  <a:lnTo>
                    <a:pt x="5623804" y="166986"/>
                  </a:lnTo>
                  <a:lnTo>
                    <a:pt x="5623898" y="166986"/>
                  </a:lnTo>
                  <a:lnTo>
                    <a:pt x="5623992" y="166986"/>
                  </a:lnTo>
                  <a:lnTo>
                    <a:pt x="5624086" y="166986"/>
                  </a:lnTo>
                  <a:lnTo>
                    <a:pt x="5624181" y="166986"/>
                  </a:lnTo>
                  <a:lnTo>
                    <a:pt x="5624275" y="166986"/>
                  </a:lnTo>
                  <a:lnTo>
                    <a:pt x="5624369" y="166986"/>
                  </a:lnTo>
                  <a:lnTo>
                    <a:pt x="5624463" y="166986"/>
                  </a:lnTo>
                  <a:lnTo>
                    <a:pt x="5624557" y="166986"/>
                  </a:lnTo>
                  <a:lnTo>
                    <a:pt x="5624651" y="166986"/>
                  </a:lnTo>
                  <a:lnTo>
                    <a:pt x="5624745" y="166986"/>
                  </a:lnTo>
                  <a:lnTo>
                    <a:pt x="5624840" y="166986"/>
                  </a:lnTo>
                  <a:lnTo>
                    <a:pt x="5624934" y="166986"/>
                  </a:lnTo>
                  <a:lnTo>
                    <a:pt x="5625028" y="166986"/>
                  </a:lnTo>
                  <a:lnTo>
                    <a:pt x="5625122" y="166986"/>
                  </a:lnTo>
                  <a:lnTo>
                    <a:pt x="5625122" y="162075"/>
                  </a:lnTo>
                  <a:lnTo>
                    <a:pt x="5625216" y="162075"/>
                  </a:lnTo>
                  <a:lnTo>
                    <a:pt x="5625310" y="162075"/>
                  </a:lnTo>
                  <a:lnTo>
                    <a:pt x="5625404" y="162075"/>
                  </a:lnTo>
                  <a:lnTo>
                    <a:pt x="5625499" y="162075"/>
                  </a:lnTo>
                  <a:lnTo>
                    <a:pt x="5625593" y="162075"/>
                  </a:lnTo>
                  <a:lnTo>
                    <a:pt x="5625687" y="162075"/>
                  </a:lnTo>
                  <a:lnTo>
                    <a:pt x="5625781" y="162075"/>
                  </a:lnTo>
                  <a:lnTo>
                    <a:pt x="5625875" y="162075"/>
                  </a:lnTo>
                  <a:lnTo>
                    <a:pt x="5625969" y="162075"/>
                  </a:lnTo>
                  <a:lnTo>
                    <a:pt x="5626064" y="162075"/>
                  </a:lnTo>
                  <a:lnTo>
                    <a:pt x="5626158" y="162075"/>
                  </a:lnTo>
                  <a:lnTo>
                    <a:pt x="5626252" y="162075"/>
                  </a:lnTo>
                  <a:lnTo>
                    <a:pt x="5626346" y="162075"/>
                  </a:lnTo>
                  <a:lnTo>
                    <a:pt x="5626440" y="162075"/>
                  </a:lnTo>
                  <a:lnTo>
                    <a:pt x="5626534" y="162075"/>
                  </a:lnTo>
                  <a:lnTo>
                    <a:pt x="5626628" y="162075"/>
                  </a:lnTo>
                  <a:lnTo>
                    <a:pt x="5626723" y="162075"/>
                  </a:lnTo>
                  <a:lnTo>
                    <a:pt x="5626817" y="162075"/>
                  </a:lnTo>
                  <a:lnTo>
                    <a:pt x="5626911" y="162075"/>
                  </a:lnTo>
                  <a:lnTo>
                    <a:pt x="5627005" y="162075"/>
                  </a:lnTo>
                  <a:lnTo>
                    <a:pt x="5627099" y="162075"/>
                  </a:lnTo>
                  <a:lnTo>
                    <a:pt x="5627193" y="162075"/>
                  </a:lnTo>
                  <a:lnTo>
                    <a:pt x="5627288" y="162075"/>
                  </a:lnTo>
                  <a:lnTo>
                    <a:pt x="5627382" y="162075"/>
                  </a:lnTo>
                  <a:lnTo>
                    <a:pt x="5627476" y="162075"/>
                  </a:lnTo>
                  <a:lnTo>
                    <a:pt x="5627570" y="162075"/>
                  </a:lnTo>
                  <a:lnTo>
                    <a:pt x="5627664" y="162075"/>
                  </a:lnTo>
                  <a:lnTo>
                    <a:pt x="5627758" y="162075"/>
                  </a:lnTo>
                  <a:lnTo>
                    <a:pt x="5627852" y="162075"/>
                  </a:lnTo>
                  <a:lnTo>
                    <a:pt x="5627947" y="162075"/>
                  </a:lnTo>
                  <a:lnTo>
                    <a:pt x="5628041" y="162075"/>
                  </a:lnTo>
                  <a:lnTo>
                    <a:pt x="5628135" y="162075"/>
                  </a:lnTo>
                  <a:lnTo>
                    <a:pt x="5628229" y="162075"/>
                  </a:lnTo>
                  <a:lnTo>
                    <a:pt x="5628323" y="162075"/>
                  </a:lnTo>
                  <a:lnTo>
                    <a:pt x="5628417" y="162075"/>
                  </a:lnTo>
                  <a:lnTo>
                    <a:pt x="5628512" y="162075"/>
                  </a:lnTo>
                  <a:lnTo>
                    <a:pt x="5628606" y="162075"/>
                  </a:lnTo>
                  <a:lnTo>
                    <a:pt x="5628700" y="162075"/>
                  </a:lnTo>
                  <a:lnTo>
                    <a:pt x="5628794" y="162075"/>
                  </a:lnTo>
                  <a:lnTo>
                    <a:pt x="5628888" y="162075"/>
                  </a:lnTo>
                  <a:lnTo>
                    <a:pt x="5628982" y="162075"/>
                  </a:lnTo>
                  <a:lnTo>
                    <a:pt x="5629076" y="162075"/>
                  </a:lnTo>
                  <a:lnTo>
                    <a:pt x="5629171" y="162075"/>
                  </a:lnTo>
                  <a:lnTo>
                    <a:pt x="5629265" y="162075"/>
                  </a:lnTo>
                  <a:lnTo>
                    <a:pt x="5629359" y="162075"/>
                  </a:lnTo>
                  <a:lnTo>
                    <a:pt x="5629453" y="162075"/>
                  </a:lnTo>
                  <a:lnTo>
                    <a:pt x="5629547" y="162075"/>
                  </a:lnTo>
                  <a:lnTo>
                    <a:pt x="5629641" y="162075"/>
                  </a:lnTo>
                  <a:lnTo>
                    <a:pt x="5629735" y="162075"/>
                  </a:lnTo>
                  <a:lnTo>
                    <a:pt x="5629830" y="162075"/>
                  </a:lnTo>
                  <a:lnTo>
                    <a:pt x="5629924" y="162075"/>
                  </a:lnTo>
                  <a:lnTo>
                    <a:pt x="5630018" y="162075"/>
                  </a:lnTo>
                  <a:lnTo>
                    <a:pt x="5630112" y="162075"/>
                  </a:lnTo>
                  <a:lnTo>
                    <a:pt x="5630206" y="162075"/>
                  </a:lnTo>
                  <a:lnTo>
                    <a:pt x="5630300" y="162075"/>
                  </a:lnTo>
                  <a:lnTo>
                    <a:pt x="5630395" y="162075"/>
                  </a:lnTo>
                  <a:lnTo>
                    <a:pt x="5630489" y="162075"/>
                  </a:lnTo>
                  <a:lnTo>
                    <a:pt x="5630583" y="162075"/>
                  </a:lnTo>
                  <a:lnTo>
                    <a:pt x="5630677" y="162075"/>
                  </a:lnTo>
                  <a:lnTo>
                    <a:pt x="5630771" y="162075"/>
                  </a:lnTo>
                  <a:lnTo>
                    <a:pt x="5630865" y="162075"/>
                  </a:lnTo>
                  <a:lnTo>
                    <a:pt x="5630959" y="162075"/>
                  </a:lnTo>
                  <a:lnTo>
                    <a:pt x="5631054" y="162075"/>
                  </a:lnTo>
                  <a:lnTo>
                    <a:pt x="5631148" y="162075"/>
                  </a:lnTo>
                  <a:lnTo>
                    <a:pt x="5631242" y="162075"/>
                  </a:lnTo>
                  <a:lnTo>
                    <a:pt x="5631336" y="162075"/>
                  </a:lnTo>
                  <a:lnTo>
                    <a:pt x="5631430" y="162075"/>
                  </a:lnTo>
                  <a:lnTo>
                    <a:pt x="5631524" y="162075"/>
                  </a:lnTo>
                  <a:lnTo>
                    <a:pt x="5631619" y="162075"/>
                  </a:lnTo>
                  <a:lnTo>
                    <a:pt x="5631713" y="162075"/>
                  </a:lnTo>
                  <a:lnTo>
                    <a:pt x="5631807" y="162075"/>
                  </a:lnTo>
                  <a:lnTo>
                    <a:pt x="5631901" y="162075"/>
                  </a:lnTo>
                  <a:lnTo>
                    <a:pt x="5631995" y="162075"/>
                  </a:lnTo>
                  <a:lnTo>
                    <a:pt x="5632089" y="162075"/>
                  </a:lnTo>
                  <a:lnTo>
                    <a:pt x="5632183" y="162075"/>
                  </a:lnTo>
                  <a:lnTo>
                    <a:pt x="5632278" y="162075"/>
                  </a:lnTo>
                  <a:lnTo>
                    <a:pt x="5632372" y="162075"/>
                  </a:lnTo>
                  <a:lnTo>
                    <a:pt x="5632466" y="162075"/>
                  </a:lnTo>
                  <a:lnTo>
                    <a:pt x="5632560" y="162075"/>
                  </a:lnTo>
                  <a:lnTo>
                    <a:pt x="5632654" y="162075"/>
                  </a:lnTo>
                  <a:lnTo>
                    <a:pt x="5632748" y="162075"/>
                  </a:lnTo>
                  <a:lnTo>
                    <a:pt x="5632843" y="162075"/>
                  </a:lnTo>
                  <a:lnTo>
                    <a:pt x="5632937" y="162075"/>
                  </a:lnTo>
                  <a:lnTo>
                    <a:pt x="5633031" y="162075"/>
                  </a:lnTo>
                  <a:lnTo>
                    <a:pt x="5633125" y="162075"/>
                  </a:lnTo>
                  <a:lnTo>
                    <a:pt x="5633219" y="162075"/>
                  </a:lnTo>
                  <a:lnTo>
                    <a:pt x="5633313" y="162075"/>
                  </a:lnTo>
                  <a:lnTo>
                    <a:pt x="5633407" y="162075"/>
                  </a:lnTo>
                  <a:lnTo>
                    <a:pt x="5633502" y="162075"/>
                  </a:lnTo>
                  <a:lnTo>
                    <a:pt x="5633596" y="162075"/>
                  </a:lnTo>
                  <a:lnTo>
                    <a:pt x="5633690" y="162075"/>
                  </a:lnTo>
                  <a:lnTo>
                    <a:pt x="5633784" y="162075"/>
                  </a:lnTo>
                  <a:lnTo>
                    <a:pt x="5633878" y="162075"/>
                  </a:lnTo>
                  <a:lnTo>
                    <a:pt x="5633972" y="162075"/>
                  </a:lnTo>
                  <a:lnTo>
                    <a:pt x="5634066" y="162075"/>
                  </a:lnTo>
                  <a:lnTo>
                    <a:pt x="5634161" y="162075"/>
                  </a:lnTo>
                  <a:lnTo>
                    <a:pt x="5634255" y="162075"/>
                  </a:lnTo>
                  <a:lnTo>
                    <a:pt x="5634349" y="162075"/>
                  </a:lnTo>
                  <a:lnTo>
                    <a:pt x="5634443" y="162075"/>
                  </a:lnTo>
                  <a:lnTo>
                    <a:pt x="5634537" y="162075"/>
                  </a:lnTo>
                  <a:lnTo>
                    <a:pt x="5634631" y="162075"/>
                  </a:lnTo>
                  <a:lnTo>
                    <a:pt x="5634726" y="162075"/>
                  </a:lnTo>
                  <a:lnTo>
                    <a:pt x="5634820" y="162075"/>
                  </a:lnTo>
                  <a:lnTo>
                    <a:pt x="5634914" y="162075"/>
                  </a:lnTo>
                  <a:lnTo>
                    <a:pt x="5635008" y="162075"/>
                  </a:lnTo>
                  <a:lnTo>
                    <a:pt x="5635102" y="162075"/>
                  </a:lnTo>
                  <a:lnTo>
                    <a:pt x="5635196" y="162075"/>
                  </a:lnTo>
                  <a:lnTo>
                    <a:pt x="5635290" y="162075"/>
                  </a:lnTo>
                  <a:lnTo>
                    <a:pt x="5635385" y="162075"/>
                  </a:lnTo>
                  <a:lnTo>
                    <a:pt x="5635479" y="162075"/>
                  </a:lnTo>
                  <a:lnTo>
                    <a:pt x="5635573" y="162075"/>
                  </a:lnTo>
                  <a:lnTo>
                    <a:pt x="5635667" y="162075"/>
                  </a:lnTo>
                  <a:lnTo>
                    <a:pt x="5635761" y="162075"/>
                  </a:lnTo>
                  <a:lnTo>
                    <a:pt x="5635855" y="162075"/>
                  </a:lnTo>
                  <a:lnTo>
                    <a:pt x="5635950" y="162075"/>
                  </a:lnTo>
                  <a:lnTo>
                    <a:pt x="5636044" y="162075"/>
                  </a:lnTo>
                  <a:lnTo>
                    <a:pt x="5636138" y="162075"/>
                  </a:lnTo>
                  <a:lnTo>
                    <a:pt x="5636232" y="162075"/>
                  </a:lnTo>
                  <a:lnTo>
                    <a:pt x="5636326" y="162075"/>
                  </a:lnTo>
                  <a:lnTo>
                    <a:pt x="5636420" y="162075"/>
                  </a:lnTo>
                  <a:lnTo>
                    <a:pt x="5636514" y="162075"/>
                  </a:lnTo>
                  <a:lnTo>
                    <a:pt x="5636609" y="162075"/>
                  </a:lnTo>
                  <a:lnTo>
                    <a:pt x="5636703" y="162075"/>
                  </a:lnTo>
                  <a:lnTo>
                    <a:pt x="5636797" y="162075"/>
                  </a:lnTo>
                  <a:lnTo>
                    <a:pt x="5636891" y="162075"/>
                  </a:lnTo>
                  <a:lnTo>
                    <a:pt x="5636985" y="162075"/>
                  </a:lnTo>
                  <a:lnTo>
                    <a:pt x="5637079" y="162075"/>
                  </a:lnTo>
                  <a:lnTo>
                    <a:pt x="5637174" y="162075"/>
                  </a:lnTo>
                  <a:lnTo>
                    <a:pt x="5637268" y="162075"/>
                  </a:lnTo>
                  <a:lnTo>
                    <a:pt x="5637362" y="162075"/>
                  </a:lnTo>
                  <a:lnTo>
                    <a:pt x="5637456" y="162075"/>
                  </a:lnTo>
                  <a:lnTo>
                    <a:pt x="5637550" y="162075"/>
                  </a:lnTo>
                  <a:lnTo>
                    <a:pt x="5637644" y="162075"/>
                  </a:lnTo>
                  <a:lnTo>
                    <a:pt x="5637738" y="162075"/>
                  </a:lnTo>
                  <a:lnTo>
                    <a:pt x="5637833" y="162075"/>
                  </a:lnTo>
                  <a:lnTo>
                    <a:pt x="5637927" y="162075"/>
                  </a:lnTo>
                  <a:lnTo>
                    <a:pt x="5638021" y="162075"/>
                  </a:lnTo>
                  <a:lnTo>
                    <a:pt x="5638115" y="162075"/>
                  </a:lnTo>
                  <a:lnTo>
                    <a:pt x="5638209" y="162075"/>
                  </a:lnTo>
                  <a:lnTo>
                    <a:pt x="5638303" y="162075"/>
                  </a:lnTo>
                  <a:lnTo>
                    <a:pt x="5638397" y="162075"/>
                  </a:lnTo>
                  <a:lnTo>
                    <a:pt x="5638492" y="162075"/>
                  </a:lnTo>
                  <a:lnTo>
                    <a:pt x="5638586" y="162075"/>
                  </a:lnTo>
                  <a:lnTo>
                    <a:pt x="5638680" y="162075"/>
                  </a:lnTo>
                  <a:lnTo>
                    <a:pt x="5638774" y="162075"/>
                  </a:lnTo>
                  <a:lnTo>
                    <a:pt x="5638868" y="162075"/>
                  </a:lnTo>
                  <a:lnTo>
                    <a:pt x="5638962" y="162075"/>
                  </a:lnTo>
                  <a:lnTo>
                    <a:pt x="5639057" y="162075"/>
                  </a:lnTo>
                  <a:lnTo>
                    <a:pt x="5639151" y="162075"/>
                  </a:lnTo>
                  <a:lnTo>
                    <a:pt x="5639245" y="162075"/>
                  </a:lnTo>
                  <a:lnTo>
                    <a:pt x="5639339" y="162075"/>
                  </a:lnTo>
                  <a:lnTo>
                    <a:pt x="5639433" y="162075"/>
                  </a:lnTo>
                  <a:lnTo>
                    <a:pt x="5639527" y="162075"/>
                  </a:lnTo>
                  <a:lnTo>
                    <a:pt x="5639621" y="162075"/>
                  </a:lnTo>
                  <a:lnTo>
                    <a:pt x="5639716" y="162075"/>
                  </a:lnTo>
                  <a:lnTo>
                    <a:pt x="5639810" y="162075"/>
                  </a:lnTo>
                  <a:lnTo>
                    <a:pt x="5639904" y="162075"/>
                  </a:lnTo>
                  <a:lnTo>
                    <a:pt x="5639998" y="162075"/>
                  </a:lnTo>
                  <a:lnTo>
                    <a:pt x="5640092" y="162075"/>
                  </a:lnTo>
                  <a:lnTo>
                    <a:pt x="5640186" y="162075"/>
                  </a:lnTo>
                  <a:lnTo>
                    <a:pt x="5640281" y="162075"/>
                  </a:lnTo>
                  <a:lnTo>
                    <a:pt x="5640375" y="162075"/>
                  </a:lnTo>
                  <a:lnTo>
                    <a:pt x="5640469" y="162075"/>
                  </a:lnTo>
                  <a:lnTo>
                    <a:pt x="5640563" y="162075"/>
                  </a:lnTo>
                  <a:lnTo>
                    <a:pt x="5640657" y="162075"/>
                  </a:lnTo>
                  <a:lnTo>
                    <a:pt x="5640751" y="162075"/>
                  </a:lnTo>
                  <a:lnTo>
                    <a:pt x="5640845" y="162075"/>
                  </a:lnTo>
                  <a:lnTo>
                    <a:pt x="5640940" y="162075"/>
                  </a:lnTo>
                  <a:lnTo>
                    <a:pt x="5641034" y="162075"/>
                  </a:lnTo>
                  <a:lnTo>
                    <a:pt x="5641128" y="162075"/>
                  </a:lnTo>
                  <a:lnTo>
                    <a:pt x="5641222" y="162075"/>
                  </a:lnTo>
                  <a:lnTo>
                    <a:pt x="5641316" y="162075"/>
                  </a:lnTo>
                  <a:lnTo>
                    <a:pt x="5641410" y="162075"/>
                  </a:lnTo>
                  <a:lnTo>
                    <a:pt x="5641505" y="162075"/>
                  </a:lnTo>
                  <a:lnTo>
                    <a:pt x="5641599" y="162075"/>
                  </a:lnTo>
                  <a:lnTo>
                    <a:pt x="5641693" y="162075"/>
                  </a:lnTo>
                  <a:lnTo>
                    <a:pt x="5641787" y="162075"/>
                  </a:lnTo>
                  <a:lnTo>
                    <a:pt x="5641881" y="162075"/>
                  </a:lnTo>
                  <a:lnTo>
                    <a:pt x="5641975" y="162075"/>
                  </a:lnTo>
                  <a:lnTo>
                    <a:pt x="5642069" y="162075"/>
                  </a:lnTo>
                  <a:lnTo>
                    <a:pt x="5642164" y="162075"/>
                  </a:lnTo>
                  <a:lnTo>
                    <a:pt x="5642258" y="162075"/>
                  </a:lnTo>
                  <a:lnTo>
                    <a:pt x="5642352" y="162075"/>
                  </a:lnTo>
                  <a:lnTo>
                    <a:pt x="5642446" y="162075"/>
                  </a:lnTo>
                  <a:lnTo>
                    <a:pt x="5642540" y="162075"/>
                  </a:lnTo>
                  <a:lnTo>
                    <a:pt x="5642634" y="162075"/>
                  </a:lnTo>
                  <a:lnTo>
                    <a:pt x="5642728" y="162075"/>
                  </a:lnTo>
                  <a:lnTo>
                    <a:pt x="5642823" y="162075"/>
                  </a:lnTo>
                  <a:lnTo>
                    <a:pt x="5642917" y="162075"/>
                  </a:lnTo>
                  <a:lnTo>
                    <a:pt x="5643011" y="162075"/>
                  </a:lnTo>
                  <a:lnTo>
                    <a:pt x="5643105" y="162075"/>
                  </a:lnTo>
                  <a:lnTo>
                    <a:pt x="5643199" y="162075"/>
                  </a:lnTo>
                  <a:lnTo>
                    <a:pt x="5643293" y="162075"/>
                  </a:lnTo>
                  <a:lnTo>
                    <a:pt x="5643388" y="162075"/>
                  </a:lnTo>
                  <a:lnTo>
                    <a:pt x="5643482" y="162075"/>
                  </a:lnTo>
                  <a:lnTo>
                    <a:pt x="5643576" y="162075"/>
                  </a:lnTo>
                  <a:lnTo>
                    <a:pt x="5643670" y="162075"/>
                  </a:lnTo>
                  <a:lnTo>
                    <a:pt x="5643764" y="162075"/>
                  </a:lnTo>
                  <a:lnTo>
                    <a:pt x="5643858" y="162075"/>
                  </a:lnTo>
                  <a:lnTo>
                    <a:pt x="5643952" y="162075"/>
                  </a:lnTo>
                  <a:lnTo>
                    <a:pt x="5644047" y="162075"/>
                  </a:lnTo>
                  <a:lnTo>
                    <a:pt x="5644141" y="162075"/>
                  </a:lnTo>
                  <a:lnTo>
                    <a:pt x="5644235" y="162075"/>
                  </a:lnTo>
                  <a:lnTo>
                    <a:pt x="5644329" y="162075"/>
                  </a:lnTo>
                  <a:lnTo>
                    <a:pt x="5644423" y="162075"/>
                  </a:lnTo>
                  <a:lnTo>
                    <a:pt x="5644517" y="162075"/>
                  </a:lnTo>
                  <a:lnTo>
                    <a:pt x="5644612" y="162075"/>
                  </a:lnTo>
                  <a:lnTo>
                    <a:pt x="5644706" y="162075"/>
                  </a:lnTo>
                  <a:lnTo>
                    <a:pt x="5644800" y="162075"/>
                  </a:lnTo>
                  <a:lnTo>
                    <a:pt x="5644894" y="162075"/>
                  </a:lnTo>
                  <a:lnTo>
                    <a:pt x="5644988" y="162075"/>
                  </a:lnTo>
                  <a:lnTo>
                    <a:pt x="5645082" y="162075"/>
                  </a:lnTo>
                  <a:lnTo>
                    <a:pt x="5645176" y="162075"/>
                  </a:lnTo>
                  <a:lnTo>
                    <a:pt x="5645271" y="162075"/>
                  </a:lnTo>
                  <a:lnTo>
                    <a:pt x="5645365" y="162075"/>
                  </a:lnTo>
                  <a:lnTo>
                    <a:pt x="5645459" y="162075"/>
                  </a:lnTo>
                  <a:lnTo>
                    <a:pt x="5645553" y="162075"/>
                  </a:lnTo>
                  <a:lnTo>
                    <a:pt x="5645647" y="162075"/>
                  </a:lnTo>
                  <a:lnTo>
                    <a:pt x="5645741" y="162075"/>
                  </a:lnTo>
                  <a:lnTo>
                    <a:pt x="5645836" y="162075"/>
                  </a:lnTo>
                  <a:lnTo>
                    <a:pt x="5645930" y="162075"/>
                  </a:lnTo>
                  <a:lnTo>
                    <a:pt x="5646024" y="162075"/>
                  </a:lnTo>
                  <a:lnTo>
                    <a:pt x="5646118" y="162075"/>
                  </a:lnTo>
                  <a:lnTo>
                    <a:pt x="5646212" y="162075"/>
                  </a:lnTo>
                  <a:lnTo>
                    <a:pt x="5646306" y="162075"/>
                  </a:lnTo>
                  <a:lnTo>
                    <a:pt x="5646400" y="162075"/>
                  </a:lnTo>
                  <a:lnTo>
                    <a:pt x="5646495" y="162075"/>
                  </a:lnTo>
                  <a:lnTo>
                    <a:pt x="5646589" y="162075"/>
                  </a:lnTo>
                  <a:lnTo>
                    <a:pt x="5646683" y="162075"/>
                  </a:lnTo>
                  <a:lnTo>
                    <a:pt x="5646777" y="162075"/>
                  </a:lnTo>
                  <a:lnTo>
                    <a:pt x="5646871" y="162075"/>
                  </a:lnTo>
                  <a:lnTo>
                    <a:pt x="5646965" y="162075"/>
                  </a:lnTo>
                  <a:lnTo>
                    <a:pt x="5647059" y="162075"/>
                  </a:lnTo>
                  <a:lnTo>
                    <a:pt x="5647154" y="162075"/>
                  </a:lnTo>
                  <a:lnTo>
                    <a:pt x="5647248" y="162075"/>
                  </a:lnTo>
                  <a:lnTo>
                    <a:pt x="5647342" y="162075"/>
                  </a:lnTo>
                  <a:lnTo>
                    <a:pt x="5647436" y="162075"/>
                  </a:lnTo>
                  <a:lnTo>
                    <a:pt x="5647530" y="162075"/>
                  </a:lnTo>
                  <a:lnTo>
                    <a:pt x="5647624" y="162075"/>
                  </a:lnTo>
                  <a:lnTo>
                    <a:pt x="5647719" y="162075"/>
                  </a:lnTo>
                  <a:lnTo>
                    <a:pt x="5647813" y="162075"/>
                  </a:lnTo>
                  <a:lnTo>
                    <a:pt x="5647907" y="162075"/>
                  </a:lnTo>
                  <a:lnTo>
                    <a:pt x="5648001" y="162075"/>
                  </a:lnTo>
                  <a:lnTo>
                    <a:pt x="5648095" y="162075"/>
                  </a:lnTo>
                  <a:lnTo>
                    <a:pt x="5648189" y="162075"/>
                  </a:lnTo>
                  <a:lnTo>
                    <a:pt x="5648283" y="162075"/>
                  </a:lnTo>
                  <a:lnTo>
                    <a:pt x="5648378" y="162075"/>
                  </a:lnTo>
                  <a:lnTo>
                    <a:pt x="5648472" y="162075"/>
                  </a:lnTo>
                  <a:lnTo>
                    <a:pt x="5648566" y="162075"/>
                  </a:lnTo>
                  <a:lnTo>
                    <a:pt x="5648660" y="162075"/>
                  </a:lnTo>
                  <a:lnTo>
                    <a:pt x="5648754" y="162075"/>
                  </a:lnTo>
                  <a:lnTo>
                    <a:pt x="5648848" y="162075"/>
                  </a:lnTo>
                  <a:lnTo>
                    <a:pt x="5648943" y="162075"/>
                  </a:lnTo>
                  <a:lnTo>
                    <a:pt x="5649037" y="162075"/>
                  </a:lnTo>
                  <a:lnTo>
                    <a:pt x="5649131" y="162075"/>
                  </a:lnTo>
                  <a:lnTo>
                    <a:pt x="5649225" y="162075"/>
                  </a:lnTo>
                  <a:lnTo>
                    <a:pt x="5649319" y="162075"/>
                  </a:lnTo>
                  <a:lnTo>
                    <a:pt x="5649413" y="162075"/>
                  </a:lnTo>
                  <a:lnTo>
                    <a:pt x="5649507" y="162075"/>
                  </a:lnTo>
                  <a:lnTo>
                    <a:pt x="5649602" y="162075"/>
                  </a:lnTo>
                  <a:lnTo>
                    <a:pt x="5649696" y="162075"/>
                  </a:lnTo>
                  <a:lnTo>
                    <a:pt x="5649790" y="162075"/>
                  </a:lnTo>
                  <a:lnTo>
                    <a:pt x="5649884" y="162075"/>
                  </a:lnTo>
                  <a:lnTo>
                    <a:pt x="5649978" y="162075"/>
                  </a:lnTo>
                  <a:lnTo>
                    <a:pt x="5650072" y="162075"/>
                  </a:lnTo>
                  <a:lnTo>
                    <a:pt x="5650167" y="162075"/>
                  </a:lnTo>
                  <a:lnTo>
                    <a:pt x="5650261" y="162075"/>
                  </a:lnTo>
                  <a:lnTo>
                    <a:pt x="5650355" y="162075"/>
                  </a:lnTo>
                  <a:lnTo>
                    <a:pt x="5650449" y="162075"/>
                  </a:lnTo>
                  <a:lnTo>
                    <a:pt x="5650543" y="162075"/>
                  </a:lnTo>
                  <a:lnTo>
                    <a:pt x="5650637" y="162075"/>
                  </a:lnTo>
                  <a:lnTo>
                    <a:pt x="5650731" y="162075"/>
                  </a:lnTo>
                  <a:lnTo>
                    <a:pt x="5650826" y="162075"/>
                  </a:lnTo>
                  <a:lnTo>
                    <a:pt x="5650920" y="162075"/>
                  </a:lnTo>
                  <a:lnTo>
                    <a:pt x="5651014" y="162075"/>
                  </a:lnTo>
                  <a:lnTo>
                    <a:pt x="5651108" y="162075"/>
                  </a:lnTo>
                  <a:lnTo>
                    <a:pt x="5651202" y="162075"/>
                  </a:lnTo>
                  <a:lnTo>
                    <a:pt x="5651296" y="162075"/>
                  </a:lnTo>
                  <a:lnTo>
                    <a:pt x="5651390" y="162075"/>
                  </a:lnTo>
                  <a:lnTo>
                    <a:pt x="5651485" y="162075"/>
                  </a:lnTo>
                  <a:lnTo>
                    <a:pt x="5651579" y="162075"/>
                  </a:lnTo>
                  <a:lnTo>
                    <a:pt x="5651673" y="162075"/>
                  </a:lnTo>
                  <a:lnTo>
                    <a:pt x="5651767" y="162075"/>
                  </a:lnTo>
                  <a:lnTo>
                    <a:pt x="5651861" y="162075"/>
                  </a:lnTo>
                  <a:lnTo>
                    <a:pt x="5651955" y="162075"/>
                  </a:lnTo>
                  <a:lnTo>
                    <a:pt x="5652050" y="162075"/>
                  </a:lnTo>
                  <a:lnTo>
                    <a:pt x="5652144" y="162075"/>
                  </a:lnTo>
                  <a:lnTo>
                    <a:pt x="5652238" y="162075"/>
                  </a:lnTo>
                  <a:lnTo>
                    <a:pt x="5652332" y="162075"/>
                  </a:lnTo>
                  <a:lnTo>
                    <a:pt x="5652426" y="162075"/>
                  </a:lnTo>
                  <a:lnTo>
                    <a:pt x="5652520" y="162075"/>
                  </a:lnTo>
                  <a:lnTo>
                    <a:pt x="5652614" y="162075"/>
                  </a:lnTo>
                  <a:lnTo>
                    <a:pt x="5652709" y="162075"/>
                  </a:lnTo>
                  <a:lnTo>
                    <a:pt x="5652803" y="162075"/>
                  </a:lnTo>
                  <a:lnTo>
                    <a:pt x="5652897" y="162075"/>
                  </a:lnTo>
                  <a:lnTo>
                    <a:pt x="5652991" y="162075"/>
                  </a:lnTo>
                  <a:lnTo>
                    <a:pt x="5653085" y="162075"/>
                  </a:lnTo>
                  <a:lnTo>
                    <a:pt x="5653179" y="162075"/>
                  </a:lnTo>
                  <a:lnTo>
                    <a:pt x="5653274" y="162075"/>
                  </a:lnTo>
                  <a:lnTo>
                    <a:pt x="5653368" y="162075"/>
                  </a:lnTo>
                  <a:lnTo>
                    <a:pt x="5653462" y="162075"/>
                  </a:lnTo>
                  <a:lnTo>
                    <a:pt x="5653556" y="162075"/>
                  </a:lnTo>
                  <a:lnTo>
                    <a:pt x="5653650" y="162075"/>
                  </a:lnTo>
                  <a:lnTo>
                    <a:pt x="5653744" y="162075"/>
                  </a:lnTo>
                  <a:lnTo>
                    <a:pt x="5653838" y="162075"/>
                  </a:lnTo>
                  <a:lnTo>
                    <a:pt x="5653933" y="162075"/>
                  </a:lnTo>
                  <a:lnTo>
                    <a:pt x="5654027" y="162075"/>
                  </a:lnTo>
                  <a:lnTo>
                    <a:pt x="5654121" y="162075"/>
                  </a:lnTo>
                  <a:lnTo>
                    <a:pt x="5654215" y="162075"/>
                  </a:lnTo>
                  <a:lnTo>
                    <a:pt x="5654309" y="162075"/>
                  </a:lnTo>
                  <a:lnTo>
                    <a:pt x="5654403" y="162075"/>
                  </a:lnTo>
                  <a:lnTo>
                    <a:pt x="5654498" y="162075"/>
                  </a:lnTo>
                  <a:lnTo>
                    <a:pt x="5654592" y="162075"/>
                  </a:lnTo>
                  <a:lnTo>
                    <a:pt x="5654686" y="162075"/>
                  </a:lnTo>
                  <a:lnTo>
                    <a:pt x="5654780" y="162075"/>
                  </a:lnTo>
                  <a:lnTo>
                    <a:pt x="5654874" y="162075"/>
                  </a:lnTo>
                  <a:lnTo>
                    <a:pt x="5654968" y="162075"/>
                  </a:lnTo>
                  <a:lnTo>
                    <a:pt x="5655062" y="162075"/>
                  </a:lnTo>
                  <a:lnTo>
                    <a:pt x="5655157" y="162075"/>
                  </a:lnTo>
                  <a:lnTo>
                    <a:pt x="5655251" y="162075"/>
                  </a:lnTo>
                  <a:lnTo>
                    <a:pt x="5655345" y="162075"/>
                  </a:lnTo>
                  <a:lnTo>
                    <a:pt x="5655439" y="162075"/>
                  </a:lnTo>
                  <a:lnTo>
                    <a:pt x="5655533" y="162075"/>
                  </a:lnTo>
                  <a:lnTo>
                    <a:pt x="5655627" y="162075"/>
                  </a:lnTo>
                  <a:lnTo>
                    <a:pt x="5655721" y="162075"/>
                  </a:lnTo>
                  <a:lnTo>
                    <a:pt x="5655816" y="162075"/>
                  </a:lnTo>
                  <a:lnTo>
                    <a:pt x="5655910" y="162075"/>
                  </a:lnTo>
                  <a:lnTo>
                    <a:pt x="5656004" y="162075"/>
                  </a:lnTo>
                  <a:lnTo>
                    <a:pt x="5656098" y="162075"/>
                  </a:lnTo>
                  <a:lnTo>
                    <a:pt x="5656192" y="162075"/>
                  </a:lnTo>
                  <a:lnTo>
                    <a:pt x="5656286" y="162075"/>
                  </a:lnTo>
                  <a:lnTo>
                    <a:pt x="5656381" y="162075"/>
                  </a:lnTo>
                  <a:lnTo>
                    <a:pt x="5656475" y="162075"/>
                  </a:lnTo>
                  <a:lnTo>
                    <a:pt x="5656569" y="162075"/>
                  </a:lnTo>
                  <a:lnTo>
                    <a:pt x="5656663" y="162075"/>
                  </a:lnTo>
                  <a:lnTo>
                    <a:pt x="5656757" y="162075"/>
                  </a:lnTo>
                  <a:lnTo>
                    <a:pt x="5656851" y="162075"/>
                  </a:lnTo>
                  <a:lnTo>
                    <a:pt x="5656945" y="162075"/>
                  </a:lnTo>
                  <a:lnTo>
                    <a:pt x="5657040" y="162075"/>
                  </a:lnTo>
                  <a:lnTo>
                    <a:pt x="5657134" y="162075"/>
                  </a:lnTo>
                  <a:lnTo>
                    <a:pt x="5657228" y="162075"/>
                  </a:lnTo>
                  <a:lnTo>
                    <a:pt x="5657322" y="162075"/>
                  </a:lnTo>
                  <a:lnTo>
                    <a:pt x="5657416" y="162075"/>
                  </a:lnTo>
                  <a:lnTo>
                    <a:pt x="5657510" y="162075"/>
                  </a:lnTo>
                  <a:lnTo>
                    <a:pt x="5657605" y="162075"/>
                  </a:lnTo>
                  <a:lnTo>
                    <a:pt x="5657699" y="162075"/>
                  </a:lnTo>
                  <a:lnTo>
                    <a:pt x="5657793" y="162075"/>
                  </a:lnTo>
                  <a:lnTo>
                    <a:pt x="5657887" y="162075"/>
                  </a:lnTo>
                  <a:lnTo>
                    <a:pt x="5657981" y="162075"/>
                  </a:lnTo>
                  <a:lnTo>
                    <a:pt x="5658075" y="162075"/>
                  </a:lnTo>
                  <a:lnTo>
                    <a:pt x="5658169" y="162075"/>
                  </a:lnTo>
                  <a:lnTo>
                    <a:pt x="5658264" y="162075"/>
                  </a:lnTo>
                  <a:lnTo>
                    <a:pt x="5658358" y="162075"/>
                  </a:lnTo>
                  <a:lnTo>
                    <a:pt x="5658452" y="162075"/>
                  </a:lnTo>
                  <a:lnTo>
                    <a:pt x="5658546" y="162075"/>
                  </a:lnTo>
                  <a:lnTo>
                    <a:pt x="5658640" y="162075"/>
                  </a:lnTo>
                  <a:lnTo>
                    <a:pt x="5658734" y="162075"/>
                  </a:lnTo>
                  <a:lnTo>
                    <a:pt x="5658829" y="162075"/>
                  </a:lnTo>
                  <a:lnTo>
                    <a:pt x="5658923" y="162075"/>
                  </a:lnTo>
                  <a:lnTo>
                    <a:pt x="5659017" y="162075"/>
                  </a:lnTo>
                  <a:lnTo>
                    <a:pt x="5659111" y="162075"/>
                  </a:lnTo>
                  <a:lnTo>
                    <a:pt x="5659205" y="162075"/>
                  </a:lnTo>
                  <a:lnTo>
                    <a:pt x="5659299" y="162075"/>
                  </a:lnTo>
                  <a:lnTo>
                    <a:pt x="5659393" y="162075"/>
                  </a:lnTo>
                  <a:lnTo>
                    <a:pt x="5659488" y="162075"/>
                  </a:lnTo>
                  <a:lnTo>
                    <a:pt x="5659582" y="162075"/>
                  </a:lnTo>
                  <a:lnTo>
                    <a:pt x="5659676" y="162075"/>
                  </a:lnTo>
                  <a:lnTo>
                    <a:pt x="5659770" y="162075"/>
                  </a:lnTo>
                  <a:lnTo>
                    <a:pt x="5659864" y="162075"/>
                  </a:lnTo>
                  <a:lnTo>
                    <a:pt x="5659958" y="162075"/>
                  </a:lnTo>
                  <a:lnTo>
                    <a:pt x="5660052" y="162075"/>
                  </a:lnTo>
                  <a:lnTo>
                    <a:pt x="5660147" y="162075"/>
                  </a:lnTo>
                  <a:lnTo>
                    <a:pt x="5660241" y="162075"/>
                  </a:lnTo>
                  <a:lnTo>
                    <a:pt x="5660335" y="162075"/>
                  </a:lnTo>
                  <a:lnTo>
                    <a:pt x="5660429" y="162075"/>
                  </a:lnTo>
                  <a:lnTo>
                    <a:pt x="5660523" y="162075"/>
                  </a:lnTo>
                  <a:lnTo>
                    <a:pt x="5660617" y="162075"/>
                  </a:lnTo>
                  <a:lnTo>
                    <a:pt x="5660712" y="162075"/>
                  </a:lnTo>
                  <a:lnTo>
                    <a:pt x="5660806" y="162075"/>
                  </a:lnTo>
                  <a:lnTo>
                    <a:pt x="5660900" y="162075"/>
                  </a:lnTo>
                  <a:lnTo>
                    <a:pt x="5660994" y="162075"/>
                  </a:lnTo>
                  <a:lnTo>
                    <a:pt x="5661088" y="162075"/>
                  </a:lnTo>
                  <a:lnTo>
                    <a:pt x="5661182" y="162075"/>
                  </a:lnTo>
                  <a:lnTo>
                    <a:pt x="5661276" y="162075"/>
                  </a:lnTo>
                  <a:lnTo>
                    <a:pt x="5661371" y="162075"/>
                  </a:lnTo>
                  <a:lnTo>
                    <a:pt x="5661465" y="162075"/>
                  </a:lnTo>
                  <a:lnTo>
                    <a:pt x="5661559" y="162075"/>
                  </a:lnTo>
                  <a:lnTo>
                    <a:pt x="5661653" y="162075"/>
                  </a:lnTo>
                  <a:lnTo>
                    <a:pt x="5661747" y="162075"/>
                  </a:lnTo>
                  <a:lnTo>
                    <a:pt x="5661841" y="162075"/>
                  </a:lnTo>
                  <a:lnTo>
                    <a:pt x="5661936" y="162075"/>
                  </a:lnTo>
                  <a:lnTo>
                    <a:pt x="5662030" y="162075"/>
                  </a:lnTo>
                  <a:lnTo>
                    <a:pt x="5662124" y="162075"/>
                  </a:lnTo>
                  <a:lnTo>
                    <a:pt x="5662218" y="162075"/>
                  </a:lnTo>
                  <a:lnTo>
                    <a:pt x="5662312" y="162075"/>
                  </a:lnTo>
                  <a:lnTo>
                    <a:pt x="5662406" y="162075"/>
                  </a:lnTo>
                  <a:lnTo>
                    <a:pt x="5662500" y="162075"/>
                  </a:lnTo>
                  <a:lnTo>
                    <a:pt x="5662595" y="162075"/>
                  </a:lnTo>
                  <a:lnTo>
                    <a:pt x="5662689" y="162075"/>
                  </a:lnTo>
                  <a:lnTo>
                    <a:pt x="5662783" y="162075"/>
                  </a:lnTo>
                  <a:lnTo>
                    <a:pt x="5662877" y="162075"/>
                  </a:lnTo>
                  <a:lnTo>
                    <a:pt x="5662971" y="162075"/>
                  </a:lnTo>
                  <a:lnTo>
                    <a:pt x="5663065" y="162075"/>
                  </a:lnTo>
                  <a:lnTo>
                    <a:pt x="5663160" y="162075"/>
                  </a:lnTo>
                  <a:lnTo>
                    <a:pt x="5663254" y="162075"/>
                  </a:lnTo>
                  <a:lnTo>
                    <a:pt x="5663348" y="162075"/>
                  </a:lnTo>
                  <a:lnTo>
                    <a:pt x="5663442" y="162075"/>
                  </a:lnTo>
                  <a:lnTo>
                    <a:pt x="5663536" y="162075"/>
                  </a:lnTo>
                  <a:lnTo>
                    <a:pt x="5663630" y="162075"/>
                  </a:lnTo>
                  <a:lnTo>
                    <a:pt x="5663724" y="162075"/>
                  </a:lnTo>
                  <a:lnTo>
                    <a:pt x="5663819" y="162075"/>
                  </a:lnTo>
                  <a:lnTo>
                    <a:pt x="5663913" y="162075"/>
                  </a:lnTo>
                  <a:lnTo>
                    <a:pt x="5664007" y="162075"/>
                  </a:lnTo>
                  <a:lnTo>
                    <a:pt x="5664101" y="162075"/>
                  </a:lnTo>
                  <a:lnTo>
                    <a:pt x="5664195" y="162075"/>
                  </a:lnTo>
                  <a:lnTo>
                    <a:pt x="5664289" y="162075"/>
                  </a:lnTo>
                  <a:lnTo>
                    <a:pt x="5664383" y="162075"/>
                  </a:lnTo>
                  <a:lnTo>
                    <a:pt x="5664478" y="162075"/>
                  </a:lnTo>
                  <a:lnTo>
                    <a:pt x="5664572" y="162075"/>
                  </a:lnTo>
                  <a:lnTo>
                    <a:pt x="5664666" y="162075"/>
                  </a:lnTo>
                  <a:lnTo>
                    <a:pt x="5664760" y="162075"/>
                  </a:lnTo>
                  <a:lnTo>
                    <a:pt x="5664854" y="162075"/>
                  </a:lnTo>
                  <a:lnTo>
                    <a:pt x="5664948" y="162075"/>
                  </a:lnTo>
                  <a:lnTo>
                    <a:pt x="5665043" y="162075"/>
                  </a:lnTo>
                  <a:lnTo>
                    <a:pt x="5665137" y="162075"/>
                  </a:lnTo>
                  <a:lnTo>
                    <a:pt x="5665231" y="162075"/>
                  </a:lnTo>
                  <a:lnTo>
                    <a:pt x="5665325" y="162075"/>
                  </a:lnTo>
                  <a:lnTo>
                    <a:pt x="5665419" y="162075"/>
                  </a:lnTo>
                  <a:lnTo>
                    <a:pt x="5665513" y="162075"/>
                  </a:lnTo>
                  <a:lnTo>
                    <a:pt x="5665607" y="162075"/>
                  </a:lnTo>
                  <a:lnTo>
                    <a:pt x="5665702" y="162075"/>
                  </a:lnTo>
                  <a:lnTo>
                    <a:pt x="5665796" y="162075"/>
                  </a:lnTo>
                  <a:lnTo>
                    <a:pt x="5665890" y="162075"/>
                  </a:lnTo>
                  <a:lnTo>
                    <a:pt x="5665984" y="162075"/>
                  </a:lnTo>
                  <a:lnTo>
                    <a:pt x="5666078" y="162075"/>
                  </a:lnTo>
                  <a:lnTo>
                    <a:pt x="5666172" y="162075"/>
                  </a:lnTo>
                  <a:lnTo>
                    <a:pt x="5666267" y="162075"/>
                  </a:lnTo>
                  <a:lnTo>
                    <a:pt x="5666361" y="162075"/>
                  </a:lnTo>
                  <a:lnTo>
                    <a:pt x="5666455" y="162075"/>
                  </a:lnTo>
                  <a:lnTo>
                    <a:pt x="5666549" y="162075"/>
                  </a:lnTo>
                  <a:lnTo>
                    <a:pt x="5666643" y="162075"/>
                  </a:lnTo>
                  <a:lnTo>
                    <a:pt x="5666737" y="162075"/>
                  </a:lnTo>
                  <a:lnTo>
                    <a:pt x="5666831" y="162075"/>
                  </a:lnTo>
                  <a:lnTo>
                    <a:pt x="5666926" y="162075"/>
                  </a:lnTo>
                  <a:lnTo>
                    <a:pt x="5667020" y="162075"/>
                  </a:lnTo>
                  <a:lnTo>
                    <a:pt x="5667114" y="162075"/>
                  </a:lnTo>
                  <a:lnTo>
                    <a:pt x="5667208" y="162075"/>
                  </a:lnTo>
                  <a:lnTo>
                    <a:pt x="5667302" y="162075"/>
                  </a:lnTo>
                  <a:lnTo>
                    <a:pt x="5667396" y="162075"/>
                  </a:lnTo>
                  <a:lnTo>
                    <a:pt x="5667491" y="162075"/>
                  </a:lnTo>
                  <a:lnTo>
                    <a:pt x="5667585" y="162075"/>
                  </a:lnTo>
                  <a:lnTo>
                    <a:pt x="5667679" y="162075"/>
                  </a:lnTo>
                  <a:lnTo>
                    <a:pt x="5667773" y="162075"/>
                  </a:lnTo>
                  <a:lnTo>
                    <a:pt x="5667867" y="162075"/>
                  </a:lnTo>
                  <a:lnTo>
                    <a:pt x="5667961" y="162075"/>
                  </a:lnTo>
                  <a:lnTo>
                    <a:pt x="5668055" y="162075"/>
                  </a:lnTo>
                  <a:lnTo>
                    <a:pt x="5668150" y="162075"/>
                  </a:lnTo>
                  <a:lnTo>
                    <a:pt x="5668244" y="162075"/>
                  </a:lnTo>
                  <a:lnTo>
                    <a:pt x="5668338" y="162075"/>
                  </a:lnTo>
                  <a:lnTo>
                    <a:pt x="5668432" y="162075"/>
                  </a:lnTo>
                  <a:lnTo>
                    <a:pt x="5668526" y="162075"/>
                  </a:lnTo>
                  <a:lnTo>
                    <a:pt x="5668620" y="162075"/>
                  </a:lnTo>
                  <a:lnTo>
                    <a:pt x="5668714" y="162075"/>
                  </a:lnTo>
                  <a:lnTo>
                    <a:pt x="5668809" y="162075"/>
                  </a:lnTo>
                  <a:lnTo>
                    <a:pt x="5668903" y="162075"/>
                  </a:lnTo>
                  <a:lnTo>
                    <a:pt x="5668997" y="162075"/>
                  </a:lnTo>
                  <a:lnTo>
                    <a:pt x="5669091" y="162075"/>
                  </a:lnTo>
                  <a:lnTo>
                    <a:pt x="5669185" y="162075"/>
                  </a:lnTo>
                  <a:lnTo>
                    <a:pt x="5669279" y="162075"/>
                  </a:lnTo>
                  <a:lnTo>
                    <a:pt x="5669374" y="162075"/>
                  </a:lnTo>
                  <a:lnTo>
                    <a:pt x="5669468" y="162075"/>
                  </a:lnTo>
                  <a:lnTo>
                    <a:pt x="5669562" y="162075"/>
                  </a:lnTo>
                  <a:lnTo>
                    <a:pt x="5669656" y="162075"/>
                  </a:lnTo>
                  <a:lnTo>
                    <a:pt x="5669750" y="162075"/>
                  </a:lnTo>
                  <a:lnTo>
                    <a:pt x="5669844" y="162075"/>
                  </a:lnTo>
                  <a:lnTo>
                    <a:pt x="5669938" y="162075"/>
                  </a:lnTo>
                  <a:lnTo>
                    <a:pt x="5670033" y="162075"/>
                  </a:lnTo>
                  <a:lnTo>
                    <a:pt x="5670127" y="162075"/>
                  </a:lnTo>
                  <a:lnTo>
                    <a:pt x="5670221" y="162075"/>
                  </a:lnTo>
                  <a:lnTo>
                    <a:pt x="5670315" y="162075"/>
                  </a:lnTo>
                  <a:lnTo>
                    <a:pt x="5670409" y="162075"/>
                  </a:lnTo>
                  <a:lnTo>
                    <a:pt x="5670503" y="162075"/>
                  </a:lnTo>
                  <a:lnTo>
                    <a:pt x="5670598" y="162075"/>
                  </a:lnTo>
                  <a:lnTo>
                    <a:pt x="5670692" y="162075"/>
                  </a:lnTo>
                  <a:lnTo>
                    <a:pt x="5670786" y="162075"/>
                  </a:lnTo>
                  <a:lnTo>
                    <a:pt x="5670880" y="162075"/>
                  </a:lnTo>
                  <a:lnTo>
                    <a:pt x="5670974" y="162075"/>
                  </a:lnTo>
                  <a:lnTo>
                    <a:pt x="5671068" y="162075"/>
                  </a:lnTo>
                  <a:lnTo>
                    <a:pt x="5671162" y="162075"/>
                  </a:lnTo>
                  <a:lnTo>
                    <a:pt x="5671257" y="162075"/>
                  </a:lnTo>
                  <a:lnTo>
                    <a:pt x="5671351" y="162075"/>
                  </a:lnTo>
                  <a:lnTo>
                    <a:pt x="5671445" y="162075"/>
                  </a:lnTo>
                  <a:lnTo>
                    <a:pt x="5671539" y="162075"/>
                  </a:lnTo>
                  <a:lnTo>
                    <a:pt x="5671633" y="162075"/>
                  </a:lnTo>
                  <a:lnTo>
                    <a:pt x="5671727" y="162075"/>
                  </a:lnTo>
                  <a:lnTo>
                    <a:pt x="5671822" y="162075"/>
                  </a:lnTo>
                  <a:lnTo>
                    <a:pt x="5671916" y="162075"/>
                  </a:lnTo>
                  <a:lnTo>
                    <a:pt x="5672010" y="162075"/>
                  </a:lnTo>
                  <a:lnTo>
                    <a:pt x="5672104" y="162075"/>
                  </a:lnTo>
                  <a:lnTo>
                    <a:pt x="5672198" y="162075"/>
                  </a:lnTo>
                  <a:lnTo>
                    <a:pt x="5672292" y="162075"/>
                  </a:lnTo>
                  <a:lnTo>
                    <a:pt x="5672386" y="162075"/>
                  </a:lnTo>
                  <a:lnTo>
                    <a:pt x="5672481" y="162075"/>
                  </a:lnTo>
                  <a:lnTo>
                    <a:pt x="5672575" y="162075"/>
                  </a:lnTo>
                  <a:lnTo>
                    <a:pt x="5672669" y="162075"/>
                  </a:lnTo>
                  <a:lnTo>
                    <a:pt x="5672763" y="162075"/>
                  </a:lnTo>
                  <a:lnTo>
                    <a:pt x="5672857" y="162075"/>
                  </a:lnTo>
                  <a:lnTo>
                    <a:pt x="5672951" y="162075"/>
                  </a:lnTo>
                  <a:lnTo>
                    <a:pt x="5673045" y="162075"/>
                  </a:lnTo>
                  <a:lnTo>
                    <a:pt x="5673140" y="162075"/>
                  </a:lnTo>
                  <a:lnTo>
                    <a:pt x="5673234" y="162075"/>
                  </a:lnTo>
                  <a:lnTo>
                    <a:pt x="5673328" y="162075"/>
                  </a:lnTo>
                  <a:lnTo>
                    <a:pt x="5673422" y="162075"/>
                  </a:lnTo>
                  <a:lnTo>
                    <a:pt x="5673516" y="162075"/>
                  </a:lnTo>
                  <a:lnTo>
                    <a:pt x="5673610" y="162075"/>
                  </a:lnTo>
                  <a:lnTo>
                    <a:pt x="5673705" y="162075"/>
                  </a:lnTo>
                  <a:lnTo>
                    <a:pt x="5673799" y="162075"/>
                  </a:lnTo>
                  <a:lnTo>
                    <a:pt x="5673893" y="162075"/>
                  </a:lnTo>
                  <a:lnTo>
                    <a:pt x="5673987" y="162075"/>
                  </a:lnTo>
                  <a:lnTo>
                    <a:pt x="5674081" y="162075"/>
                  </a:lnTo>
                  <a:lnTo>
                    <a:pt x="5674175" y="162075"/>
                  </a:lnTo>
                  <a:lnTo>
                    <a:pt x="5674269" y="162075"/>
                  </a:lnTo>
                  <a:lnTo>
                    <a:pt x="5674364" y="162075"/>
                  </a:lnTo>
                  <a:lnTo>
                    <a:pt x="5674458" y="162075"/>
                  </a:lnTo>
                  <a:lnTo>
                    <a:pt x="5674552" y="162075"/>
                  </a:lnTo>
                  <a:lnTo>
                    <a:pt x="5674646" y="162075"/>
                  </a:lnTo>
                  <a:lnTo>
                    <a:pt x="5674740" y="162075"/>
                  </a:lnTo>
                  <a:lnTo>
                    <a:pt x="5674834" y="162075"/>
                  </a:lnTo>
                  <a:lnTo>
                    <a:pt x="5674929" y="162075"/>
                  </a:lnTo>
                  <a:lnTo>
                    <a:pt x="5675023" y="162075"/>
                  </a:lnTo>
                  <a:lnTo>
                    <a:pt x="5675117" y="162075"/>
                  </a:lnTo>
                  <a:lnTo>
                    <a:pt x="5675211" y="162075"/>
                  </a:lnTo>
                  <a:lnTo>
                    <a:pt x="5675305" y="162075"/>
                  </a:lnTo>
                  <a:lnTo>
                    <a:pt x="5675399" y="162075"/>
                  </a:lnTo>
                  <a:lnTo>
                    <a:pt x="5675493" y="162075"/>
                  </a:lnTo>
                  <a:lnTo>
                    <a:pt x="5675588" y="162075"/>
                  </a:lnTo>
                  <a:lnTo>
                    <a:pt x="5675682" y="162075"/>
                  </a:lnTo>
                  <a:lnTo>
                    <a:pt x="5675776" y="162075"/>
                  </a:lnTo>
                  <a:lnTo>
                    <a:pt x="5675870" y="162075"/>
                  </a:lnTo>
                  <a:lnTo>
                    <a:pt x="5675964" y="162075"/>
                  </a:lnTo>
                  <a:lnTo>
                    <a:pt x="5676058" y="162075"/>
                  </a:lnTo>
                  <a:lnTo>
                    <a:pt x="5676153" y="162075"/>
                  </a:lnTo>
                  <a:lnTo>
                    <a:pt x="5676247" y="162075"/>
                  </a:lnTo>
                  <a:lnTo>
                    <a:pt x="5676341" y="162075"/>
                  </a:lnTo>
                  <a:lnTo>
                    <a:pt x="5676435" y="162075"/>
                  </a:lnTo>
                  <a:lnTo>
                    <a:pt x="5676529" y="162075"/>
                  </a:lnTo>
                  <a:lnTo>
                    <a:pt x="5676623" y="162075"/>
                  </a:lnTo>
                  <a:lnTo>
                    <a:pt x="5676717" y="162075"/>
                  </a:lnTo>
                  <a:lnTo>
                    <a:pt x="5676812" y="162075"/>
                  </a:lnTo>
                  <a:lnTo>
                    <a:pt x="5676906" y="162075"/>
                  </a:lnTo>
                  <a:lnTo>
                    <a:pt x="5677000" y="162075"/>
                  </a:lnTo>
                  <a:lnTo>
                    <a:pt x="5677094" y="162075"/>
                  </a:lnTo>
                  <a:lnTo>
                    <a:pt x="5677188" y="162075"/>
                  </a:lnTo>
                  <a:lnTo>
                    <a:pt x="5677282" y="162075"/>
                  </a:lnTo>
                  <a:lnTo>
                    <a:pt x="5677377" y="162075"/>
                  </a:lnTo>
                  <a:lnTo>
                    <a:pt x="5677471" y="162075"/>
                  </a:lnTo>
                  <a:lnTo>
                    <a:pt x="5677565" y="162075"/>
                  </a:lnTo>
                  <a:lnTo>
                    <a:pt x="5677659" y="162075"/>
                  </a:lnTo>
                  <a:lnTo>
                    <a:pt x="5677753" y="162075"/>
                  </a:lnTo>
                  <a:lnTo>
                    <a:pt x="5677847" y="162075"/>
                  </a:lnTo>
                  <a:lnTo>
                    <a:pt x="5677941" y="162075"/>
                  </a:lnTo>
                  <a:lnTo>
                    <a:pt x="5678036" y="162075"/>
                  </a:lnTo>
                  <a:lnTo>
                    <a:pt x="5678130" y="162075"/>
                  </a:lnTo>
                  <a:lnTo>
                    <a:pt x="5678224" y="162075"/>
                  </a:lnTo>
                  <a:lnTo>
                    <a:pt x="5678318" y="162075"/>
                  </a:lnTo>
                  <a:lnTo>
                    <a:pt x="5678412" y="162075"/>
                  </a:lnTo>
                  <a:lnTo>
                    <a:pt x="5678506" y="162075"/>
                  </a:lnTo>
                  <a:lnTo>
                    <a:pt x="5678506" y="157163"/>
                  </a:lnTo>
                  <a:lnTo>
                    <a:pt x="5678600" y="157163"/>
                  </a:lnTo>
                  <a:lnTo>
                    <a:pt x="5678695" y="157163"/>
                  </a:lnTo>
                  <a:lnTo>
                    <a:pt x="5678789" y="157163"/>
                  </a:lnTo>
                  <a:lnTo>
                    <a:pt x="5678883" y="157163"/>
                  </a:lnTo>
                  <a:lnTo>
                    <a:pt x="5678977" y="157163"/>
                  </a:lnTo>
                  <a:lnTo>
                    <a:pt x="5679071" y="157163"/>
                  </a:lnTo>
                  <a:lnTo>
                    <a:pt x="5679165" y="157163"/>
                  </a:lnTo>
                  <a:lnTo>
                    <a:pt x="5679260" y="157163"/>
                  </a:lnTo>
                  <a:lnTo>
                    <a:pt x="5679354" y="157163"/>
                  </a:lnTo>
                  <a:lnTo>
                    <a:pt x="5679448" y="157163"/>
                  </a:lnTo>
                  <a:lnTo>
                    <a:pt x="5679542" y="157163"/>
                  </a:lnTo>
                  <a:lnTo>
                    <a:pt x="5679636" y="157163"/>
                  </a:lnTo>
                  <a:lnTo>
                    <a:pt x="5679730" y="157163"/>
                  </a:lnTo>
                  <a:lnTo>
                    <a:pt x="5679824" y="157163"/>
                  </a:lnTo>
                  <a:lnTo>
                    <a:pt x="5679919" y="157163"/>
                  </a:lnTo>
                  <a:lnTo>
                    <a:pt x="5680013" y="157163"/>
                  </a:lnTo>
                  <a:lnTo>
                    <a:pt x="5680107" y="157163"/>
                  </a:lnTo>
                  <a:lnTo>
                    <a:pt x="5680201" y="157163"/>
                  </a:lnTo>
                  <a:lnTo>
                    <a:pt x="5680295" y="157163"/>
                  </a:lnTo>
                  <a:lnTo>
                    <a:pt x="5680389" y="157163"/>
                  </a:lnTo>
                  <a:lnTo>
                    <a:pt x="5680484" y="157163"/>
                  </a:lnTo>
                  <a:lnTo>
                    <a:pt x="5680578" y="157163"/>
                  </a:lnTo>
                  <a:lnTo>
                    <a:pt x="5680672" y="157163"/>
                  </a:lnTo>
                  <a:lnTo>
                    <a:pt x="5680766" y="157163"/>
                  </a:lnTo>
                  <a:lnTo>
                    <a:pt x="5680860" y="157163"/>
                  </a:lnTo>
                  <a:lnTo>
                    <a:pt x="5680954" y="157163"/>
                  </a:lnTo>
                  <a:lnTo>
                    <a:pt x="5681048" y="157163"/>
                  </a:lnTo>
                  <a:lnTo>
                    <a:pt x="5681143" y="157163"/>
                  </a:lnTo>
                  <a:lnTo>
                    <a:pt x="5681237" y="157163"/>
                  </a:lnTo>
                  <a:lnTo>
                    <a:pt x="5681331" y="157163"/>
                  </a:lnTo>
                  <a:lnTo>
                    <a:pt x="5681425" y="157163"/>
                  </a:lnTo>
                  <a:lnTo>
                    <a:pt x="5681519" y="157163"/>
                  </a:lnTo>
                  <a:lnTo>
                    <a:pt x="5681613" y="157163"/>
                  </a:lnTo>
                  <a:lnTo>
                    <a:pt x="5681708" y="157163"/>
                  </a:lnTo>
                  <a:lnTo>
                    <a:pt x="5681802" y="157163"/>
                  </a:lnTo>
                  <a:lnTo>
                    <a:pt x="5681896" y="157163"/>
                  </a:lnTo>
                  <a:lnTo>
                    <a:pt x="5681990" y="157163"/>
                  </a:lnTo>
                  <a:lnTo>
                    <a:pt x="5682084" y="157163"/>
                  </a:lnTo>
                  <a:lnTo>
                    <a:pt x="5682178" y="157163"/>
                  </a:lnTo>
                  <a:lnTo>
                    <a:pt x="5682272" y="157163"/>
                  </a:lnTo>
                  <a:lnTo>
                    <a:pt x="5682367" y="157163"/>
                  </a:lnTo>
                  <a:lnTo>
                    <a:pt x="5682461" y="157163"/>
                  </a:lnTo>
                  <a:lnTo>
                    <a:pt x="5682555" y="157163"/>
                  </a:lnTo>
                  <a:lnTo>
                    <a:pt x="5682649" y="157163"/>
                  </a:lnTo>
                  <a:lnTo>
                    <a:pt x="5682743" y="157163"/>
                  </a:lnTo>
                  <a:lnTo>
                    <a:pt x="5682837" y="157163"/>
                  </a:lnTo>
                  <a:lnTo>
                    <a:pt x="5682931" y="157163"/>
                  </a:lnTo>
                  <a:lnTo>
                    <a:pt x="5683026" y="157163"/>
                  </a:lnTo>
                  <a:lnTo>
                    <a:pt x="5683120" y="157163"/>
                  </a:lnTo>
                  <a:lnTo>
                    <a:pt x="5683214" y="157163"/>
                  </a:lnTo>
                  <a:lnTo>
                    <a:pt x="5683308" y="157163"/>
                  </a:lnTo>
                  <a:lnTo>
                    <a:pt x="5683402" y="157163"/>
                  </a:lnTo>
                  <a:lnTo>
                    <a:pt x="5683496" y="157163"/>
                  </a:lnTo>
                  <a:lnTo>
                    <a:pt x="5683591" y="157163"/>
                  </a:lnTo>
                  <a:lnTo>
                    <a:pt x="5683685" y="157163"/>
                  </a:lnTo>
                  <a:lnTo>
                    <a:pt x="5683779" y="157163"/>
                  </a:lnTo>
                  <a:lnTo>
                    <a:pt x="5683873" y="157163"/>
                  </a:lnTo>
                  <a:lnTo>
                    <a:pt x="5683967" y="157163"/>
                  </a:lnTo>
                  <a:lnTo>
                    <a:pt x="5684061" y="157163"/>
                  </a:lnTo>
                  <a:lnTo>
                    <a:pt x="5684155" y="157163"/>
                  </a:lnTo>
                  <a:lnTo>
                    <a:pt x="5684250" y="157163"/>
                  </a:lnTo>
                  <a:lnTo>
                    <a:pt x="5684344" y="157163"/>
                  </a:lnTo>
                  <a:lnTo>
                    <a:pt x="5684438" y="157163"/>
                  </a:lnTo>
                  <a:lnTo>
                    <a:pt x="5684532" y="157163"/>
                  </a:lnTo>
                  <a:lnTo>
                    <a:pt x="5684626" y="157163"/>
                  </a:lnTo>
                  <a:lnTo>
                    <a:pt x="5684720" y="157163"/>
                  </a:lnTo>
                  <a:lnTo>
                    <a:pt x="5684815" y="157163"/>
                  </a:lnTo>
                  <a:lnTo>
                    <a:pt x="5684909" y="157163"/>
                  </a:lnTo>
                  <a:lnTo>
                    <a:pt x="5685003" y="157163"/>
                  </a:lnTo>
                  <a:lnTo>
                    <a:pt x="5685097" y="157163"/>
                  </a:lnTo>
                  <a:lnTo>
                    <a:pt x="5685191" y="157163"/>
                  </a:lnTo>
                  <a:lnTo>
                    <a:pt x="5685285" y="157163"/>
                  </a:lnTo>
                  <a:lnTo>
                    <a:pt x="5685379" y="157163"/>
                  </a:lnTo>
                  <a:lnTo>
                    <a:pt x="5685474" y="157163"/>
                  </a:lnTo>
                  <a:lnTo>
                    <a:pt x="5685568" y="157163"/>
                  </a:lnTo>
                  <a:lnTo>
                    <a:pt x="5685662" y="157163"/>
                  </a:lnTo>
                  <a:lnTo>
                    <a:pt x="5685756" y="157163"/>
                  </a:lnTo>
                  <a:lnTo>
                    <a:pt x="5685850" y="157163"/>
                  </a:lnTo>
                  <a:lnTo>
                    <a:pt x="5685944" y="157163"/>
                  </a:lnTo>
                  <a:lnTo>
                    <a:pt x="5686039" y="157163"/>
                  </a:lnTo>
                  <a:lnTo>
                    <a:pt x="5686133" y="157163"/>
                  </a:lnTo>
                  <a:lnTo>
                    <a:pt x="5686227" y="157163"/>
                  </a:lnTo>
                  <a:lnTo>
                    <a:pt x="5686321" y="157163"/>
                  </a:lnTo>
                  <a:lnTo>
                    <a:pt x="5686415" y="157163"/>
                  </a:lnTo>
                  <a:lnTo>
                    <a:pt x="5686509" y="157163"/>
                  </a:lnTo>
                  <a:lnTo>
                    <a:pt x="5686603" y="157163"/>
                  </a:lnTo>
                  <a:lnTo>
                    <a:pt x="5686698" y="157163"/>
                  </a:lnTo>
                  <a:lnTo>
                    <a:pt x="5686792" y="157163"/>
                  </a:lnTo>
                  <a:lnTo>
                    <a:pt x="5686886" y="157163"/>
                  </a:lnTo>
                  <a:lnTo>
                    <a:pt x="5686980" y="157163"/>
                  </a:lnTo>
                  <a:lnTo>
                    <a:pt x="5687074" y="157163"/>
                  </a:lnTo>
                  <a:lnTo>
                    <a:pt x="5687168" y="157163"/>
                  </a:lnTo>
                  <a:lnTo>
                    <a:pt x="5687262" y="157163"/>
                  </a:lnTo>
                  <a:lnTo>
                    <a:pt x="5687357" y="157163"/>
                  </a:lnTo>
                  <a:lnTo>
                    <a:pt x="5687451" y="157163"/>
                  </a:lnTo>
                  <a:lnTo>
                    <a:pt x="5687545" y="157163"/>
                  </a:lnTo>
                  <a:lnTo>
                    <a:pt x="5687639" y="157163"/>
                  </a:lnTo>
                  <a:lnTo>
                    <a:pt x="5687733" y="157163"/>
                  </a:lnTo>
                  <a:lnTo>
                    <a:pt x="5687827" y="157163"/>
                  </a:lnTo>
                  <a:lnTo>
                    <a:pt x="5687922" y="157163"/>
                  </a:lnTo>
                  <a:lnTo>
                    <a:pt x="5688016" y="157163"/>
                  </a:lnTo>
                  <a:lnTo>
                    <a:pt x="5688110" y="157163"/>
                  </a:lnTo>
                  <a:lnTo>
                    <a:pt x="5688204" y="157163"/>
                  </a:lnTo>
                  <a:lnTo>
                    <a:pt x="5688298" y="157163"/>
                  </a:lnTo>
                  <a:lnTo>
                    <a:pt x="5688392" y="157163"/>
                  </a:lnTo>
                  <a:lnTo>
                    <a:pt x="5688486" y="157163"/>
                  </a:lnTo>
                  <a:lnTo>
                    <a:pt x="5688581" y="157163"/>
                  </a:lnTo>
                  <a:lnTo>
                    <a:pt x="5688675" y="157163"/>
                  </a:lnTo>
                  <a:lnTo>
                    <a:pt x="5688769" y="157163"/>
                  </a:lnTo>
                  <a:lnTo>
                    <a:pt x="5688863" y="157163"/>
                  </a:lnTo>
                  <a:lnTo>
                    <a:pt x="5688957" y="157163"/>
                  </a:lnTo>
                  <a:lnTo>
                    <a:pt x="5689051" y="157163"/>
                  </a:lnTo>
                  <a:lnTo>
                    <a:pt x="5689146" y="157163"/>
                  </a:lnTo>
                  <a:lnTo>
                    <a:pt x="5689240" y="157163"/>
                  </a:lnTo>
                  <a:lnTo>
                    <a:pt x="5689334" y="157163"/>
                  </a:lnTo>
                  <a:lnTo>
                    <a:pt x="5689428" y="157163"/>
                  </a:lnTo>
                  <a:lnTo>
                    <a:pt x="5689522" y="157163"/>
                  </a:lnTo>
                  <a:lnTo>
                    <a:pt x="5689616" y="157163"/>
                  </a:lnTo>
                  <a:lnTo>
                    <a:pt x="5689710" y="157163"/>
                  </a:lnTo>
                  <a:lnTo>
                    <a:pt x="5689805" y="157163"/>
                  </a:lnTo>
                  <a:lnTo>
                    <a:pt x="5689899" y="157163"/>
                  </a:lnTo>
                  <a:lnTo>
                    <a:pt x="5689993" y="157163"/>
                  </a:lnTo>
                  <a:lnTo>
                    <a:pt x="5690087" y="157163"/>
                  </a:lnTo>
                  <a:lnTo>
                    <a:pt x="5690181" y="157163"/>
                  </a:lnTo>
                  <a:lnTo>
                    <a:pt x="5690275" y="157163"/>
                  </a:lnTo>
                  <a:lnTo>
                    <a:pt x="5690370" y="157163"/>
                  </a:lnTo>
                  <a:lnTo>
                    <a:pt x="5690464" y="157163"/>
                  </a:lnTo>
                  <a:lnTo>
                    <a:pt x="5690558" y="157163"/>
                  </a:lnTo>
                  <a:lnTo>
                    <a:pt x="5690652" y="157163"/>
                  </a:lnTo>
                  <a:lnTo>
                    <a:pt x="5690746" y="157163"/>
                  </a:lnTo>
                  <a:lnTo>
                    <a:pt x="5690840" y="157163"/>
                  </a:lnTo>
                  <a:lnTo>
                    <a:pt x="5690934" y="157163"/>
                  </a:lnTo>
                  <a:lnTo>
                    <a:pt x="5691029" y="157163"/>
                  </a:lnTo>
                  <a:lnTo>
                    <a:pt x="5691123" y="157163"/>
                  </a:lnTo>
                  <a:lnTo>
                    <a:pt x="5691217" y="157163"/>
                  </a:lnTo>
                  <a:lnTo>
                    <a:pt x="5691311" y="157163"/>
                  </a:lnTo>
                  <a:lnTo>
                    <a:pt x="5691405" y="157163"/>
                  </a:lnTo>
                  <a:lnTo>
                    <a:pt x="5691499" y="157163"/>
                  </a:lnTo>
                  <a:lnTo>
                    <a:pt x="5691593" y="157163"/>
                  </a:lnTo>
                  <a:lnTo>
                    <a:pt x="5691688" y="157163"/>
                  </a:lnTo>
                  <a:lnTo>
                    <a:pt x="5691782" y="157163"/>
                  </a:lnTo>
                  <a:lnTo>
                    <a:pt x="5691876" y="157163"/>
                  </a:lnTo>
                  <a:lnTo>
                    <a:pt x="5691970" y="157163"/>
                  </a:lnTo>
                  <a:lnTo>
                    <a:pt x="5692064" y="157163"/>
                  </a:lnTo>
                  <a:lnTo>
                    <a:pt x="5692158" y="157163"/>
                  </a:lnTo>
                  <a:lnTo>
                    <a:pt x="5692253" y="157163"/>
                  </a:lnTo>
                  <a:lnTo>
                    <a:pt x="5692347" y="157163"/>
                  </a:lnTo>
                  <a:lnTo>
                    <a:pt x="5692441" y="157163"/>
                  </a:lnTo>
                  <a:lnTo>
                    <a:pt x="5692535" y="157163"/>
                  </a:lnTo>
                  <a:lnTo>
                    <a:pt x="5692629" y="157163"/>
                  </a:lnTo>
                  <a:lnTo>
                    <a:pt x="5692723" y="157163"/>
                  </a:lnTo>
                  <a:lnTo>
                    <a:pt x="5692817" y="157163"/>
                  </a:lnTo>
                  <a:lnTo>
                    <a:pt x="5692912" y="157163"/>
                  </a:lnTo>
                  <a:lnTo>
                    <a:pt x="5693006" y="157163"/>
                  </a:lnTo>
                  <a:lnTo>
                    <a:pt x="5693100" y="157163"/>
                  </a:lnTo>
                  <a:lnTo>
                    <a:pt x="5693194" y="157163"/>
                  </a:lnTo>
                  <a:lnTo>
                    <a:pt x="5693288" y="157163"/>
                  </a:lnTo>
                  <a:lnTo>
                    <a:pt x="5693382" y="157163"/>
                  </a:lnTo>
                  <a:lnTo>
                    <a:pt x="5693477" y="157163"/>
                  </a:lnTo>
                  <a:lnTo>
                    <a:pt x="5693571" y="157163"/>
                  </a:lnTo>
                  <a:lnTo>
                    <a:pt x="5693665" y="157163"/>
                  </a:lnTo>
                  <a:lnTo>
                    <a:pt x="5693759" y="157163"/>
                  </a:lnTo>
                  <a:lnTo>
                    <a:pt x="5693853" y="157163"/>
                  </a:lnTo>
                  <a:lnTo>
                    <a:pt x="5693947" y="157163"/>
                  </a:lnTo>
                  <a:lnTo>
                    <a:pt x="5694041" y="157163"/>
                  </a:lnTo>
                  <a:lnTo>
                    <a:pt x="5694136" y="157163"/>
                  </a:lnTo>
                  <a:lnTo>
                    <a:pt x="5694230" y="157163"/>
                  </a:lnTo>
                  <a:lnTo>
                    <a:pt x="5694324" y="157163"/>
                  </a:lnTo>
                  <a:lnTo>
                    <a:pt x="5694418" y="157163"/>
                  </a:lnTo>
                  <a:lnTo>
                    <a:pt x="5694512" y="157163"/>
                  </a:lnTo>
                  <a:lnTo>
                    <a:pt x="5694606" y="157163"/>
                  </a:lnTo>
                  <a:lnTo>
                    <a:pt x="5694701" y="157163"/>
                  </a:lnTo>
                  <a:lnTo>
                    <a:pt x="5694795" y="157163"/>
                  </a:lnTo>
                  <a:lnTo>
                    <a:pt x="5694889" y="157163"/>
                  </a:lnTo>
                  <a:lnTo>
                    <a:pt x="5694983" y="157163"/>
                  </a:lnTo>
                  <a:lnTo>
                    <a:pt x="5695077" y="157163"/>
                  </a:lnTo>
                  <a:lnTo>
                    <a:pt x="5695171" y="157163"/>
                  </a:lnTo>
                  <a:lnTo>
                    <a:pt x="5695265" y="157163"/>
                  </a:lnTo>
                  <a:lnTo>
                    <a:pt x="5695360" y="157163"/>
                  </a:lnTo>
                  <a:lnTo>
                    <a:pt x="5695454" y="157163"/>
                  </a:lnTo>
                  <a:lnTo>
                    <a:pt x="5695548" y="157163"/>
                  </a:lnTo>
                  <a:lnTo>
                    <a:pt x="5695642" y="157163"/>
                  </a:lnTo>
                  <a:lnTo>
                    <a:pt x="5695736" y="157163"/>
                  </a:lnTo>
                  <a:lnTo>
                    <a:pt x="5695830" y="157163"/>
                  </a:lnTo>
                  <a:lnTo>
                    <a:pt x="5695924" y="157163"/>
                  </a:lnTo>
                  <a:lnTo>
                    <a:pt x="5696019" y="157163"/>
                  </a:lnTo>
                  <a:lnTo>
                    <a:pt x="5696113" y="157163"/>
                  </a:lnTo>
                  <a:lnTo>
                    <a:pt x="5696207" y="157163"/>
                  </a:lnTo>
                  <a:lnTo>
                    <a:pt x="5696301" y="157163"/>
                  </a:lnTo>
                  <a:lnTo>
                    <a:pt x="5696395" y="157163"/>
                  </a:lnTo>
                  <a:lnTo>
                    <a:pt x="5696489" y="157163"/>
                  </a:lnTo>
                  <a:lnTo>
                    <a:pt x="5696584" y="157163"/>
                  </a:lnTo>
                  <a:lnTo>
                    <a:pt x="5696678" y="157163"/>
                  </a:lnTo>
                  <a:lnTo>
                    <a:pt x="5696772" y="157163"/>
                  </a:lnTo>
                  <a:lnTo>
                    <a:pt x="5696866" y="157163"/>
                  </a:lnTo>
                  <a:lnTo>
                    <a:pt x="5696960" y="157163"/>
                  </a:lnTo>
                  <a:lnTo>
                    <a:pt x="5697054" y="157163"/>
                  </a:lnTo>
                  <a:lnTo>
                    <a:pt x="5697148" y="157163"/>
                  </a:lnTo>
                  <a:lnTo>
                    <a:pt x="5697243" y="157163"/>
                  </a:lnTo>
                  <a:lnTo>
                    <a:pt x="5697337" y="157163"/>
                  </a:lnTo>
                  <a:lnTo>
                    <a:pt x="5697431" y="157163"/>
                  </a:lnTo>
                  <a:lnTo>
                    <a:pt x="5697525" y="157163"/>
                  </a:lnTo>
                  <a:lnTo>
                    <a:pt x="5697619" y="157163"/>
                  </a:lnTo>
                  <a:lnTo>
                    <a:pt x="5697713" y="157163"/>
                  </a:lnTo>
                  <a:lnTo>
                    <a:pt x="5697808" y="157163"/>
                  </a:lnTo>
                  <a:lnTo>
                    <a:pt x="5697902" y="157163"/>
                  </a:lnTo>
                  <a:lnTo>
                    <a:pt x="5697996" y="157163"/>
                  </a:lnTo>
                  <a:lnTo>
                    <a:pt x="5698090" y="157163"/>
                  </a:lnTo>
                  <a:lnTo>
                    <a:pt x="5698184" y="157163"/>
                  </a:lnTo>
                  <a:lnTo>
                    <a:pt x="5698278" y="157163"/>
                  </a:lnTo>
                  <a:lnTo>
                    <a:pt x="5698372" y="157163"/>
                  </a:lnTo>
                  <a:lnTo>
                    <a:pt x="5698467" y="157163"/>
                  </a:lnTo>
                  <a:lnTo>
                    <a:pt x="5698561" y="157163"/>
                  </a:lnTo>
                  <a:lnTo>
                    <a:pt x="5698655" y="157163"/>
                  </a:lnTo>
                  <a:lnTo>
                    <a:pt x="5698749" y="157163"/>
                  </a:lnTo>
                  <a:lnTo>
                    <a:pt x="5698843" y="157163"/>
                  </a:lnTo>
                  <a:lnTo>
                    <a:pt x="5698937" y="157163"/>
                  </a:lnTo>
                  <a:lnTo>
                    <a:pt x="5699032" y="157163"/>
                  </a:lnTo>
                  <a:lnTo>
                    <a:pt x="5699126" y="157163"/>
                  </a:lnTo>
                  <a:lnTo>
                    <a:pt x="5699220" y="157163"/>
                  </a:lnTo>
                  <a:lnTo>
                    <a:pt x="5699314" y="157163"/>
                  </a:lnTo>
                  <a:lnTo>
                    <a:pt x="5699408" y="157163"/>
                  </a:lnTo>
                  <a:lnTo>
                    <a:pt x="5699502" y="157163"/>
                  </a:lnTo>
                  <a:lnTo>
                    <a:pt x="5699596" y="157163"/>
                  </a:lnTo>
                  <a:lnTo>
                    <a:pt x="5699691" y="157163"/>
                  </a:lnTo>
                  <a:lnTo>
                    <a:pt x="5699785" y="157163"/>
                  </a:lnTo>
                  <a:lnTo>
                    <a:pt x="5699879" y="157163"/>
                  </a:lnTo>
                  <a:lnTo>
                    <a:pt x="5699973" y="157163"/>
                  </a:lnTo>
                  <a:lnTo>
                    <a:pt x="5700067" y="157163"/>
                  </a:lnTo>
                  <a:lnTo>
                    <a:pt x="5700161" y="157163"/>
                  </a:lnTo>
                  <a:lnTo>
                    <a:pt x="5700255" y="157163"/>
                  </a:lnTo>
                  <a:lnTo>
                    <a:pt x="5700350" y="157163"/>
                  </a:lnTo>
                  <a:lnTo>
                    <a:pt x="5700444" y="157163"/>
                  </a:lnTo>
                  <a:lnTo>
                    <a:pt x="5700538" y="157163"/>
                  </a:lnTo>
                  <a:lnTo>
                    <a:pt x="5700632" y="157163"/>
                  </a:lnTo>
                  <a:lnTo>
                    <a:pt x="5700726" y="157163"/>
                  </a:lnTo>
                  <a:lnTo>
                    <a:pt x="5700820" y="157163"/>
                  </a:lnTo>
                  <a:lnTo>
                    <a:pt x="5700915" y="157163"/>
                  </a:lnTo>
                  <a:lnTo>
                    <a:pt x="5701009" y="157163"/>
                  </a:lnTo>
                  <a:lnTo>
                    <a:pt x="5701103" y="157163"/>
                  </a:lnTo>
                  <a:lnTo>
                    <a:pt x="5701103" y="152252"/>
                  </a:lnTo>
                  <a:lnTo>
                    <a:pt x="5701197" y="152252"/>
                  </a:lnTo>
                  <a:lnTo>
                    <a:pt x="5701291" y="152252"/>
                  </a:lnTo>
                  <a:lnTo>
                    <a:pt x="5701385" y="152252"/>
                  </a:lnTo>
                  <a:lnTo>
                    <a:pt x="5701479" y="152252"/>
                  </a:lnTo>
                  <a:lnTo>
                    <a:pt x="5701574" y="152252"/>
                  </a:lnTo>
                  <a:lnTo>
                    <a:pt x="5701668" y="152252"/>
                  </a:lnTo>
                  <a:lnTo>
                    <a:pt x="5701762" y="152252"/>
                  </a:lnTo>
                  <a:lnTo>
                    <a:pt x="5701856" y="152252"/>
                  </a:lnTo>
                  <a:lnTo>
                    <a:pt x="5701950" y="152252"/>
                  </a:lnTo>
                  <a:lnTo>
                    <a:pt x="5702044" y="152252"/>
                  </a:lnTo>
                  <a:lnTo>
                    <a:pt x="5702139" y="152252"/>
                  </a:lnTo>
                  <a:lnTo>
                    <a:pt x="5702233" y="152252"/>
                  </a:lnTo>
                  <a:lnTo>
                    <a:pt x="5702327" y="152252"/>
                  </a:lnTo>
                  <a:lnTo>
                    <a:pt x="5702421" y="152252"/>
                  </a:lnTo>
                  <a:lnTo>
                    <a:pt x="5702515" y="152252"/>
                  </a:lnTo>
                  <a:lnTo>
                    <a:pt x="5702609" y="152252"/>
                  </a:lnTo>
                  <a:lnTo>
                    <a:pt x="5702703" y="152252"/>
                  </a:lnTo>
                  <a:lnTo>
                    <a:pt x="5702798" y="152252"/>
                  </a:lnTo>
                  <a:lnTo>
                    <a:pt x="5702892" y="152252"/>
                  </a:lnTo>
                  <a:lnTo>
                    <a:pt x="5702986" y="152252"/>
                  </a:lnTo>
                  <a:lnTo>
                    <a:pt x="5703080" y="152252"/>
                  </a:lnTo>
                  <a:lnTo>
                    <a:pt x="5703174" y="152252"/>
                  </a:lnTo>
                  <a:lnTo>
                    <a:pt x="5703268" y="152252"/>
                  </a:lnTo>
                  <a:lnTo>
                    <a:pt x="5703363" y="152252"/>
                  </a:lnTo>
                  <a:lnTo>
                    <a:pt x="5703457" y="152252"/>
                  </a:lnTo>
                  <a:lnTo>
                    <a:pt x="5703551" y="152252"/>
                  </a:lnTo>
                  <a:lnTo>
                    <a:pt x="5703645" y="152252"/>
                  </a:lnTo>
                  <a:lnTo>
                    <a:pt x="5703739" y="152252"/>
                  </a:lnTo>
                  <a:lnTo>
                    <a:pt x="5703833" y="152252"/>
                  </a:lnTo>
                  <a:lnTo>
                    <a:pt x="5703927" y="152252"/>
                  </a:lnTo>
                  <a:lnTo>
                    <a:pt x="5704022" y="152252"/>
                  </a:lnTo>
                  <a:lnTo>
                    <a:pt x="5704116" y="152252"/>
                  </a:lnTo>
                  <a:lnTo>
                    <a:pt x="5704210" y="152252"/>
                  </a:lnTo>
                  <a:lnTo>
                    <a:pt x="5704304" y="152252"/>
                  </a:lnTo>
                  <a:lnTo>
                    <a:pt x="5704398" y="152252"/>
                  </a:lnTo>
                  <a:lnTo>
                    <a:pt x="5704492" y="152252"/>
                  </a:lnTo>
                  <a:lnTo>
                    <a:pt x="5704586" y="152252"/>
                  </a:lnTo>
                  <a:lnTo>
                    <a:pt x="5704681" y="152252"/>
                  </a:lnTo>
                  <a:lnTo>
                    <a:pt x="5704775" y="152252"/>
                  </a:lnTo>
                  <a:lnTo>
                    <a:pt x="5704869" y="152252"/>
                  </a:lnTo>
                  <a:lnTo>
                    <a:pt x="5704963" y="152252"/>
                  </a:lnTo>
                  <a:lnTo>
                    <a:pt x="5705057" y="152252"/>
                  </a:lnTo>
                  <a:lnTo>
                    <a:pt x="5705151" y="152252"/>
                  </a:lnTo>
                  <a:lnTo>
                    <a:pt x="5705246" y="152252"/>
                  </a:lnTo>
                  <a:lnTo>
                    <a:pt x="5705340" y="152252"/>
                  </a:lnTo>
                  <a:lnTo>
                    <a:pt x="5705434" y="152252"/>
                  </a:lnTo>
                  <a:lnTo>
                    <a:pt x="5705528" y="152252"/>
                  </a:lnTo>
                  <a:lnTo>
                    <a:pt x="5705622" y="152252"/>
                  </a:lnTo>
                  <a:lnTo>
                    <a:pt x="5705716" y="152252"/>
                  </a:lnTo>
                  <a:lnTo>
                    <a:pt x="5705810" y="152252"/>
                  </a:lnTo>
                  <a:lnTo>
                    <a:pt x="5705905" y="152252"/>
                  </a:lnTo>
                  <a:lnTo>
                    <a:pt x="5705999" y="152252"/>
                  </a:lnTo>
                  <a:lnTo>
                    <a:pt x="5706093" y="152252"/>
                  </a:lnTo>
                  <a:lnTo>
                    <a:pt x="5706187" y="152252"/>
                  </a:lnTo>
                  <a:lnTo>
                    <a:pt x="5706281" y="152252"/>
                  </a:lnTo>
                  <a:lnTo>
                    <a:pt x="5706375" y="152252"/>
                  </a:lnTo>
                  <a:lnTo>
                    <a:pt x="5706470" y="152252"/>
                  </a:lnTo>
                  <a:lnTo>
                    <a:pt x="5706564" y="152252"/>
                  </a:lnTo>
                  <a:lnTo>
                    <a:pt x="5706658" y="152252"/>
                  </a:lnTo>
                  <a:lnTo>
                    <a:pt x="5706752" y="152252"/>
                  </a:lnTo>
                  <a:lnTo>
                    <a:pt x="5706846" y="152252"/>
                  </a:lnTo>
                  <a:lnTo>
                    <a:pt x="5706940" y="152252"/>
                  </a:lnTo>
                  <a:lnTo>
                    <a:pt x="5707034" y="152252"/>
                  </a:lnTo>
                  <a:lnTo>
                    <a:pt x="5707129" y="152252"/>
                  </a:lnTo>
                  <a:lnTo>
                    <a:pt x="5707223" y="152252"/>
                  </a:lnTo>
                  <a:lnTo>
                    <a:pt x="5707317" y="152252"/>
                  </a:lnTo>
                  <a:lnTo>
                    <a:pt x="5707411" y="152252"/>
                  </a:lnTo>
                  <a:lnTo>
                    <a:pt x="5707505" y="152252"/>
                  </a:lnTo>
                  <a:lnTo>
                    <a:pt x="5707599" y="152252"/>
                  </a:lnTo>
                  <a:lnTo>
                    <a:pt x="5707694" y="152252"/>
                  </a:lnTo>
                  <a:lnTo>
                    <a:pt x="5707788" y="152252"/>
                  </a:lnTo>
                  <a:lnTo>
                    <a:pt x="5707882" y="152252"/>
                  </a:lnTo>
                  <a:lnTo>
                    <a:pt x="5707976" y="152252"/>
                  </a:lnTo>
                  <a:lnTo>
                    <a:pt x="5708070" y="152252"/>
                  </a:lnTo>
                  <a:lnTo>
                    <a:pt x="5708164" y="152252"/>
                  </a:lnTo>
                  <a:lnTo>
                    <a:pt x="5708258" y="152252"/>
                  </a:lnTo>
                  <a:lnTo>
                    <a:pt x="5708353" y="152252"/>
                  </a:lnTo>
                  <a:lnTo>
                    <a:pt x="5708447" y="152252"/>
                  </a:lnTo>
                  <a:lnTo>
                    <a:pt x="5708541" y="152252"/>
                  </a:lnTo>
                  <a:lnTo>
                    <a:pt x="5708635" y="152252"/>
                  </a:lnTo>
                  <a:lnTo>
                    <a:pt x="5708729" y="152252"/>
                  </a:lnTo>
                  <a:lnTo>
                    <a:pt x="5708823" y="152252"/>
                  </a:lnTo>
                  <a:lnTo>
                    <a:pt x="5708917" y="152252"/>
                  </a:lnTo>
                  <a:lnTo>
                    <a:pt x="5709012" y="152252"/>
                  </a:lnTo>
                  <a:lnTo>
                    <a:pt x="5709106" y="152252"/>
                  </a:lnTo>
                  <a:lnTo>
                    <a:pt x="5709200" y="152252"/>
                  </a:lnTo>
                  <a:lnTo>
                    <a:pt x="5709294" y="152252"/>
                  </a:lnTo>
                  <a:lnTo>
                    <a:pt x="5709388" y="152252"/>
                  </a:lnTo>
                  <a:lnTo>
                    <a:pt x="5709482" y="152252"/>
                  </a:lnTo>
                  <a:lnTo>
                    <a:pt x="5709577" y="152252"/>
                  </a:lnTo>
                  <a:lnTo>
                    <a:pt x="5709671" y="152252"/>
                  </a:lnTo>
                  <a:lnTo>
                    <a:pt x="5709765" y="152252"/>
                  </a:lnTo>
                  <a:lnTo>
                    <a:pt x="5709859" y="152252"/>
                  </a:lnTo>
                  <a:lnTo>
                    <a:pt x="5709953" y="152252"/>
                  </a:lnTo>
                  <a:lnTo>
                    <a:pt x="5710047" y="152252"/>
                  </a:lnTo>
                  <a:lnTo>
                    <a:pt x="5710141" y="152252"/>
                  </a:lnTo>
                  <a:lnTo>
                    <a:pt x="5710236" y="152252"/>
                  </a:lnTo>
                  <a:lnTo>
                    <a:pt x="5710330" y="152252"/>
                  </a:lnTo>
                  <a:lnTo>
                    <a:pt x="5710424" y="152252"/>
                  </a:lnTo>
                  <a:lnTo>
                    <a:pt x="5710518" y="152252"/>
                  </a:lnTo>
                  <a:lnTo>
                    <a:pt x="5710612" y="152252"/>
                  </a:lnTo>
                  <a:lnTo>
                    <a:pt x="5710706" y="152252"/>
                  </a:lnTo>
                  <a:lnTo>
                    <a:pt x="5710801" y="152252"/>
                  </a:lnTo>
                  <a:lnTo>
                    <a:pt x="5710895" y="152252"/>
                  </a:lnTo>
                  <a:lnTo>
                    <a:pt x="5710989" y="152252"/>
                  </a:lnTo>
                  <a:lnTo>
                    <a:pt x="5711083" y="152252"/>
                  </a:lnTo>
                  <a:lnTo>
                    <a:pt x="5711177" y="152252"/>
                  </a:lnTo>
                  <a:lnTo>
                    <a:pt x="5711271" y="152252"/>
                  </a:lnTo>
                  <a:lnTo>
                    <a:pt x="5711365" y="152252"/>
                  </a:lnTo>
                  <a:lnTo>
                    <a:pt x="5711460" y="152252"/>
                  </a:lnTo>
                  <a:lnTo>
                    <a:pt x="5711554" y="152252"/>
                  </a:lnTo>
                  <a:lnTo>
                    <a:pt x="5711648" y="152252"/>
                  </a:lnTo>
                  <a:lnTo>
                    <a:pt x="5711742" y="152252"/>
                  </a:lnTo>
                  <a:lnTo>
                    <a:pt x="5711836" y="152252"/>
                  </a:lnTo>
                  <a:lnTo>
                    <a:pt x="5711930" y="152252"/>
                  </a:lnTo>
                  <a:lnTo>
                    <a:pt x="5712025" y="152252"/>
                  </a:lnTo>
                  <a:lnTo>
                    <a:pt x="5712119" y="152252"/>
                  </a:lnTo>
                  <a:lnTo>
                    <a:pt x="5712213" y="152252"/>
                  </a:lnTo>
                  <a:lnTo>
                    <a:pt x="5712307" y="152252"/>
                  </a:lnTo>
                  <a:lnTo>
                    <a:pt x="5712401" y="152252"/>
                  </a:lnTo>
                  <a:lnTo>
                    <a:pt x="5712495" y="152252"/>
                  </a:lnTo>
                  <a:lnTo>
                    <a:pt x="5712589" y="152252"/>
                  </a:lnTo>
                  <a:lnTo>
                    <a:pt x="5712684" y="152252"/>
                  </a:lnTo>
                  <a:lnTo>
                    <a:pt x="5712778" y="152252"/>
                  </a:lnTo>
                  <a:lnTo>
                    <a:pt x="5712872" y="152252"/>
                  </a:lnTo>
                  <a:lnTo>
                    <a:pt x="5712966" y="152252"/>
                  </a:lnTo>
                  <a:lnTo>
                    <a:pt x="5713060" y="152252"/>
                  </a:lnTo>
                  <a:lnTo>
                    <a:pt x="5713154" y="152252"/>
                  </a:lnTo>
                  <a:lnTo>
                    <a:pt x="5713248" y="152252"/>
                  </a:lnTo>
                  <a:lnTo>
                    <a:pt x="5713343" y="152252"/>
                  </a:lnTo>
                  <a:lnTo>
                    <a:pt x="5713437" y="152252"/>
                  </a:lnTo>
                  <a:lnTo>
                    <a:pt x="5713531" y="152252"/>
                  </a:lnTo>
                  <a:lnTo>
                    <a:pt x="5713625" y="152252"/>
                  </a:lnTo>
                  <a:lnTo>
                    <a:pt x="5713719" y="152252"/>
                  </a:lnTo>
                  <a:lnTo>
                    <a:pt x="5713813" y="152252"/>
                  </a:lnTo>
                  <a:lnTo>
                    <a:pt x="5713908" y="152252"/>
                  </a:lnTo>
                  <a:lnTo>
                    <a:pt x="5714002" y="152252"/>
                  </a:lnTo>
                  <a:lnTo>
                    <a:pt x="5714096" y="152252"/>
                  </a:lnTo>
                  <a:lnTo>
                    <a:pt x="5714190" y="152252"/>
                  </a:lnTo>
                  <a:lnTo>
                    <a:pt x="5714284" y="152252"/>
                  </a:lnTo>
                  <a:lnTo>
                    <a:pt x="5714378" y="152252"/>
                  </a:lnTo>
                  <a:lnTo>
                    <a:pt x="5714472" y="152252"/>
                  </a:lnTo>
                  <a:lnTo>
                    <a:pt x="5714567" y="152252"/>
                  </a:lnTo>
                  <a:lnTo>
                    <a:pt x="5714661" y="152252"/>
                  </a:lnTo>
                  <a:lnTo>
                    <a:pt x="5714755" y="152252"/>
                  </a:lnTo>
                  <a:lnTo>
                    <a:pt x="5714849" y="152252"/>
                  </a:lnTo>
                  <a:lnTo>
                    <a:pt x="5714943" y="152252"/>
                  </a:lnTo>
                  <a:lnTo>
                    <a:pt x="5715037" y="152252"/>
                  </a:lnTo>
                  <a:lnTo>
                    <a:pt x="5715132" y="152252"/>
                  </a:lnTo>
                  <a:lnTo>
                    <a:pt x="5715226" y="152252"/>
                  </a:lnTo>
                  <a:lnTo>
                    <a:pt x="5715320" y="152252"/>
                  </a:lnTo>
                  <a:lnTo>
                    <a:pt x="5715414" y="152252"/>
                  </a:lnTo>
                  <a:lnTo>
                    <a:pt x="5715508" y="152252"/>
                  </a:lnTo>
                  <a:lnTo>
                    <a:pt x="5715602" y="152252"/>
                  </a:lnTo>
                  <a:lnTo>
                    <a:pt x="5715696" y="152252"/>
                  </a:lnTo>
                  <a:lnTo>
                    <a:pt x="5715791" y="152252"/>
                  </a:lnTo>
                  <a:lnTo>
                    <a:pt x="5715885" y="152252"/>
                  </a:lnTo>
                  <a:lnTo>
                    <a:pt x="5715979" y="152252"/>
                  </a:lnTo>
                  <a:lnTo>
                    <a:pt x="5716073" y="152252"/>
                  </a:lnTo>
                  <a:lnTo>
                    <a:pt x="5716167" y="152252"/>
                  </a:lnTo>
                  <a:lnTo>
                    <a:pt x="5716261" y="152252"/>
                  </a:lnTo>
                  <a:lnTo>
                    <a:pt x="5716356" y="152252"/>
                  </a:lnTo>
                  <a:lnTo>
                    <a:pt x="5716450" y="152252"/>
                  </a:lnTo>
                  <a:lnTo>
                    <a:pt x="5716544" y="152252"/>
                  </a:lnTo>
                  <a:lnTo>
                    <a:pt x="5716638" y="152252"/>
                  </a:lnTo>
                  <a:lnTo>
                    <a:pt x="5716732" y="152252"/>
                  </a:lnTo>
                  <a:lnTo>
                    <a:pt x="5716826" y="152252"/>
                  </a:lnTo>
                  <a:lnTo>
                    <a:pt x="5716920" y="152252"/>
                  </a:lnTo>
                  <a:lnTo>
                    <a:pt x="5717015" y="152252"/>
                  </a:lnTo>
                  <a:lnTo>
                    <a:pt x="5717109" y="152252"/>
                  </a:lnTo>
                  <a:lnTo>
                    <a:pt x="5717203" y="152252"/>
                  </a:lnTo>
                  <a:lnTo>
                    <a:pt x="5717297" y="152252"/>
                  </a:lnTo>
                  <a:lnTo>
                    <a:pt x="5717391" y="152252"/>
                  </a:lnTo>
                  <a:lnTo>
                    <a:pt x="5717485" y="152252"/>
                  </a:lnTo>
                  <a:lnTo>
                    <a:pt x="5717579" y="152252"/>
                  </a:lnTo>
                  <a:lnTo>
                    <a:pt x="5717674" y="152252"/>
                  </a:lnTo>
                  <a:lnTo>
                    <a:pt x="5717768" y="152252"/>
                  </a:lnTo>
                  <a:lnTo>
                    <a:pt x="5717862" y="152252"/>
                  </a:lnTo>
                  <a:lnTo>
                    <a:pt x="5717956" y="152252"/>
                  </a:lnTo>
                  <a:lnTo>
                    <a:pt x="5718050" y="152252"/>
                  </a:lnTo>
                  <a:lnTo>
                    <a:pt x="5718144" y="152252"/>
                  </a:lnTo>
                  <a:lnTo>
                    <a:pt x="5718239" y="152252"/>
                  </a:lnTo>
                  <a:lnTo>
                    <a:pt x="5718333" y="152252"/>
                  </a:lnTo>
                  <a:lnTo>
                    <a:pt x="5718427" y="152252"/>
                  </a:lnTo>
                  <a:lnTo>
                    <a:pt x="5718521" y="152252"/>
                  </a:lnTo>
                  <a:lnTo>
                    <a:pt x="5718615" y="152252"/>
                  </a:lnTo>
                  <a:lnTo>
                    <a:pt x="5718709" y="152252"/>
                  </a:lnTo>
                  <a:lnTo>
                    <a:pt x="5718803" y="152252"/>
                  </a:lnTo>
                  <a:lnTo>
                    <a:pt x="5718898" y="152252"/>
                  </a:lnTo>
                  <a:lnTo>
                    <a:pt x="5718898" y="147341"/>
                  </a:lnTo>
                  <a:lnTo>
                    <a:pt x="5718992" y="147341"/>
                  </a:lnTo>
                  <a:lnTo>
                    <a:pt x="5719086" y="147341"/>
                  </a:lnTo>
                  <a:lnTo>
                    <a:pt x="5719180" y="147341"/>
                  </a:lnTo>
                  <a:lnTo>
                    <a:pt x="5719274" y="147341"/>
                  </a:lnTo>
                  <a:lnTo>
                    <a:pt x="5719368" y="147341"/>
                  </a:lnTo>
                  <a:lnTo>
                    <a:pt x="5719463" y="147341"/>
                  </a:lnTo>
                  <a:lnTo>
                    <a:pt x="5719557" y="147341"/>
                  </a:lnTo>
                  <a:lnTo>
                    <a:pt x="5719651" y="147341"/>
                  </a:lnTo>
                  <a:lnTo>
                    <a:pt x="5719745" y="147341"/>
                  </a:lnTo>
                  <a:lnTo>
                    <a:pt x="5719839" y="147341"/>
                  </a:lnTo>
                  <a:lnTo>
                    <a:pt x="5719933" y="147341"/>
                  </a:lnTo>
                  <a:lnTo>
                    <a:pt x="5720027" y="147341"/>
                  </a:lnTo>
                  <a:lnTo>
                    <a:pt x="5720122" y="147341"/>
                  </a:lnTo>
                  <a:lnTo>
                    <a:pt x="5720216" y="147341"/>
                  </a:lnTo>
                  <a:lnTo>
                    <a:pt x="5720310" y="147341"/>
                  </a:lnTo>
                  <a:lnTo>
                    <a:pt x="5720404" y="147341"/>
                  </a:lnTo>
                  <a:lnTo>
                    <a:pt x="5720498" y="147341"/>
                  </a:lnTo>
                  <a:lnTo>
                    <a:pt x="5720592" y="147341"/>
                  </a:lnTo>
                  <a:lnTo>
                    <a:pt x="5720687" y="147341"/>
                  </a:lnTo>
                  <a:lnTo>
                    <a:pt x="5720781" y="147341"/>
                  </a:lnTo>
                  <a:lnTo>
                    <a:pt x="5720875" y="147341"/>
                  </a:lnTo>
                  <a:lnTo>
                    <a:pt x="5720969" y="147341"/>
                  </a:lnTo>
                  <a:lnTo>
                    <a:pt x="5721063" y="147341"/>
                  </a:lnTo>
                  <a:lnTo>
                    <a:pt x="5721157" y="147341"/>
                  </a:lnTo>
                  <a:lnTo>
                    <a:pt x="5721251" y="147341"/>
                  </a:lnTo>
                  <a:lnTo>
                    <a:pt x="5721346" y="147341"/>
                  </a:lnTo>
                  <a:lnTo>
                    <a:pt x="5721440" y="147341"/>
                  </a:lnTo>
                  <a:lnTo>
                    <a:pt x="5721534" y="147341"/>
                  </a:lnTo>
                  <a:lnTo>
                    <a:pt x="5721628" y="147341"/>
                  </a:lnTo>
                  <a:lnTo>
                    <a:pt x="5721722" y="147341"/>
                  </a:lnTo>
                  <a:lnTo>
                    <a:pt x="5721816" y="147341"/>
                  </a:lnTo>
                  <a:lnTo>
                    <a:pt x="5721910" y="147341"/>
                  </a:lnTo>
                  <a:lnTo>
                    <a:pt x="5722005" y="147341"/>
                  </a:lnTo>
                  <a:lnTo>
                    <a:pt x="5722099" y="147341"/>
                  </a:lnTo>
                  <a:lnTo>
                    <a:pt x="5722193" y="147341"/>
                  </a:lnTo>
                  <a:lnTo>
                    <a:pt x="5722287" y="147341"/>
                  </a:lnTo>
                  <a:lnTo>
                    <a:pt x="5722381" y="147341"/>
                  </a:lnTo>
                  <a:lnTo>
                    <a:pt x="5722475" y="147341"/>
                  </a:lnTo>
                  <a:lnTo>
                    <a:pt x="5722570" y="147341"/>
                  </a:lnTo>
                  <a:lnTo>
                    <a:pt x="5722664" y="147341"/>
                  </a:lnTo>
                  <a:lnTo>
                    <a:pt x="5722758" y="147341"/>
                  </a:lnTo>
                  <a:lnTo>
                    <a:pt x="5722852" y="147341"/>
                  </a:lnTo>
                  <a:lnTo>
                    <a:pt x="5722946" y="147341"/>
                  </a:lnTo>
                  <a:lnTo>
                    <a:pt x="5723040" y="147341"/>
                  </a:lnTo>
                  <a:lnTo>
                    <a:pt x="5723134" y="147341"/>
                  </a:lnTo>
                  <a:lnTo>
                    <a:pt x="5723229" y="147341"/>
                  </a:lnTo>
                  <a:lnTo>
                    <a:pt x="5723323" y="147341"/>
                  </a:lnTo>
                  <a:lnTo>
                    <a:pt x="5723417" y="147341"/>
                  </a:lnTo>
                  <a:lnTo>
                    <a:pt x="5723511" y="147341"/>
                  </a:lnTo>
                  <a:lnTo>
                    <a:pt x="5723605" y="147341"/>
                  </a:lnTo>
                  <a:lnTo>
                    <a:pt x="5723699" y="147341"/>
                  </a:lnTo>
                  <a:lnTo>
                    <a:pt x="5723794" y="147341"/>
                  </a:lnTo>
                  <a:lnTo>
                    <a:pt x="5723888" y="147341"/>
                  </a:lnTo>
                  <a:lnTo>
                    <a:pt x="5723982" y="147341"/>
                  </a:lnTo>
                  <a:lnTo>
                    <a:pt x="5724076" y="147341"/>
                  </a:lnTo>
                  <a:lnTo>
                    <a:pt x="5724170" y="147341"/>
                  </a:lnTo>
                  <a:lnTo>
                    <a:pt x="5724264" y="147341"/>
                  </a:lnTo>
                  <a:lnTo>
                    <a:pt x="5724358" y="147341"/>
                  </a:lnTo>
                  <a:lnTo>
                    <a:pt x="5724453" y="147341"/>
                  </a:lnTo>
                  <a:lnTo>
                    <a:pt x="5724547" y="147341"/>
                  </a:lnTo>
                  <a:lnTo>
                    <a:pt x="5724641" y="147341"/>
                  </a:lnTo>
                  <a:lnTo>
                    <a:pt x="5724735" y="147341"/>
                  </a:lnTo>
                  <a:lnTo>
                    <a:pt x="5724829" y="147341"/>
                  </a:lnTo>
                  <a:lnTo>
                    <a:pt x="5724923" y="147341"/>
                  </a:lnTo>
                  <a:lnTo>
                    <a:pt x="5725018" y="147341"/>
                  </a:lnTo>
                  <a:lnTo>
                    <a:pt x="5725112" y="147341"/>
                  </a:lnTo>
                  <a:lnTo>
                    <a:pt x="5725206" y="147341"/>
                  </a:lnTo>
                  <a:lnTo>
                    <a:pt x="5725300" y="147341"/>
                  </a:lnTo>
                  <a:lnTo>
                    <a:pt x="5725394" y="147341"/>
                  </a:lnTo>
                  <a:lnTo>
                    <a:pt x="5725488" y="147341"/>
                  </a:lnTo>
                  <a:lnTo>
                    <a:pt x="5725582" y="147341"/>
                  </a:lnTo>
                  <a:lnTo>
                    <a:pt x="5725677" y="147341"/>
                  </a:lnTo>
                  <a:lnTo>
                    <a:pt x="5725771" y="147341"/>
                  </a:lnTo>
                  <a:lnTo>
                    <a:pt x="5725865" y="147341"/>
                  </a:lnTo>
                  <a:lnTo>
                    <a:pt x="5725959" y="147341"/>
                  </a:lnTo>
                  <a:lnTo>
                    <a:pt x="5726053" y="147341"/>
                  </a:lnTo>
                  <a:lnTo>
                    <a:pt x="5726147" y="147341"/>
                  </a:lnTo>
                  <a:lnTo>
                    <a:pt x="5726241" y="147341"/>
                  </a:lnTo>
                  <a:lnTo>
                    <a:pt x="5726336" y="147341"/>
                  </a:lnTo>
                  <a:lnTo>
                    <a:pt x="5726430" y="147341"/>
                  </a:lnTo>
                  <a:lnTo>
                    <a:pt x="5726524" y="147341"/>
                  </a:lnTo>
                  <a:lnTo>
                    <a:pt x="5726618" y="147341"/>
                  </a:lnTo>
                  <a:lnTo>
                    <a:pt x="5726712" y="147341"/>
                  </a:lnTo>
                  <a:lnTo>
                    <a:pt x="5726806" y="147341"/>
                  </a:lnTo>
                  <a:lnTo>
                    <a:pt x="5726901" y="147341"/>
                  </a:lnTo>
                  <a:lnTo>
                    <a:pt x="5726995" y="147341"/>
                  </a:lnTo>
                  <a:lnTo>
                    <a:pt x="5727089" y="147341"/>
                  </a:lnTo>
                  <a:lnTo>
                    <a:pt x="5727183" y="147341"/>
                  </a:lnTo>
                  <a:lnTo>
                    <a:pt x="5727277" y="147341"/>
                  </a:lnTo>
                  <a:lnTo>
                    <a:pt x="5727371" y="147341"/>
                  </a:lnTo>
                  <a:lnTo>
                    <a:pt x="5727465" y="147341"/>
                  </a:lnTo>
                  <a:lnTo>
                    <a:pt x="5727560" y="147341"/>
                  </a:lnTo>
                  <a:lnTo>
                    <a:pt x="5727654" y="147341"/>
                  </a:lnTo>
                  <a:lnTo>
                    <a:pt x="5727748" y="147341"/>
                  </a:lnTo>
                  <a:lnTo>
                    <a:pt x="5727842" y="147341"/>
                  </a:lnTo>
                  <a:lnTo>
                    <a:pt x="5727936" y="147341"/>
                  </a:lnTo>
                  <a:lnTo>
                    <a:pt x="5728030" y="147341"/>
                  </a:lnTo>
                  <a:lnTo>
                    <a:pt x="5728125" y="147341"/>
                  </a:lnTo>
                  <a:lnTo>
                    <a:pt x="5728219" y="147341"/>
                  </a:lnTo>
                  <a:lnTo>
                    <a:pt x="5728313" y="147341"/>
                  </a:lnTo>
                  <a:lnTo>
                    <a:pt x="5728407" y="147341"/>
                  </a:lnTo>
                  <a:lnTo>
                    <a:pt x="5728501" y="147341"/>
                  </a:lnTo>
                  <a:lnTo>
                    <a:pt x="5728595" y="147341"/>
                  </a:lnTo>
                  <a:lnTo>
                    <a:pt x="5728689" y="147341"/>
                  </a:lnTo>
                  <a:lnTo>
                    <a:pt x="5728784" y="147341"/>
                  </a:lnTo>
                  <a:lnTo>
                    <a:pt x="5728878" y="147341"/>
                  </a:lnTo>
                  <a:lnTo>
                    <a:pt x="5728972" y="147341"/>
                  </a:lnTo>
                  <a:lnTo>
                    <a:pt x="5729066" y="147341"/>
                  </a:lnTo>
                  <a:lnTo>
                    <a:pt x="5729160" y="147341"/>
                  </a:lnTo>
                  <a:lnTo>
                    <a:pt x="5729254" y="147341"/>
                  </a:lnTo>
                  <a:lnTo>
                    <a:pt x="5729349" y="147341"/>
                  </a:lnTo>
                  <a:lnTo>
                    <a:pt x="5729443" y="147341"/>
                  </a:lnTo>
                  <a:lnTo>
                    <a:pt x="5729537" y="147341"/>
                  </a:lnTo>
                  <a:lnTo>
                    <a:pt x="5729631" y="147341"/>
                  </a:lnTo>
                  <a:lnTo>
                    <a:pt x="5729725" y="147341"/>
                  </a:lnTo>
                  <a:lnTo>
                    <a:pt x="5729819" y="147341"/>
                  </a:lnTo>
                  <a:lnTo>
                    <a:pt x="5729913" y="147341"/>
                  </a:lnTo>
                  <a:lnTo>
                    <a:pt x="5730008" y="147341"/>
                  </a:lnTo>
                  <a:lnTo>
                    <a:pt x="5730102" y="147341"/>
                  </a:lnTo>
                  <a:lnTo>
                    <a:pt x="5730196" y="147341"/>
                  </a:lnTo>
                  <a:lnTo>
                    <a:pt x="5730290" y="147341"/>
                  </a:lnTo>
                  <a:lnTo>
                    <a:pt x="5730384" y="147341"/>
                  </a:lnTo>
                  <a:lnTo>
                    <a:pt x="5730478" y="147341"/>
                  </a:lnTo>
                  <a:lnTo>
                    <a:pt x="5730572" y="147341"/>
                  </a:lnTo>
                  <a:lnTo>
                    <a:pt x="5730667" y="147341"/>
                  </a:lnTo>
                  <a:lnTo>
                    <a:pt x="5730761" y="147341"/>
                  </a:lnTo>
                  <a:lnTo>
                    <a:pt x="5730855" y="147341"/>
                  </a:lnTo>
                  <a:lnTo>
                    <a:pt x="5730949" y="147341"/>
                  </a:lnTo>
                  <a:lnTo>
                    <a:pt x="5731043" y="147341"/>
                  </a:lnTo>
                  <a:lnTo>
                    <a:pt x="5731137" y="147341"/>
                  </a:lnTo>
                  <a:lnTo>
                    <a:pt x="5731232" y="147341"/>
                  </a:lnTo>
                  <a:lnTo>
                    <a:pt x="5731326" y="147341"/>
                  </a:lnTo>
                  <a:lnTo>
                    <a:pt x="5731420" y="147341"/>
                  </a:lnTo>
                  <a:lnTo>
                    <a:pt x="5731514" y="147341"/>
                  </a:lnTo>
                  <a:lnTo>
                    <a:pt x="5731608" y="147341"/>
                  </a:lnTo>
                  <a:lnTo>
                    <a:pt x="5731702" y="147341"/>
                  </a:lnTo>
                  <a:lnTo>
                    <a:pt x="5731796" y="147341"/>
                  </a:lnTo>
                  <a:lnTo>
                    <a:pt x="5731891" y="147341"/>
                  </a:lnTo>
                  <a:lnTo>
                    <a:pt x="5731985" y="147341"/>
                  </a:lnTo>
                  <a:lnTo>
                    <a:pt x="5732079" y="147341"/>
                  </a:lnTo>
                  <a:lnTo>
                    <a:pt x="5732173" y="147341"/>
                  </a:lnTo>
                  <a:lnTo>
                    <a:pt x="5732267" y="147341"/>
                  </a:lnTo>
                  <a:lnTo>
                    <a:pt x="5732361" y="147341"/>
                  </a:lnTo>
                  <a:lnTo>
                    <a:pt x="5732456" y="147341"/>
                  </a:lnTo>
                  <a:lnTo>
                    <a:pt x="5732550" y="147341"/>
                  </a:lnTo>
                  <a:lnTo>
                    <a:pt x="5732644" y="147341"/>
                  </a:lnTo>
                  <a:lnTo>
                    <a:pt x="5732738" y="147341"/>
                  </a:lnTo>
                  <a:lnTo>
                    <a:pt x="5732832" y="147341"/>
                  </a:lnTo>
                  <a:lnTo>
                    <a:pt x="5732926" y="147341"/>
                  </a:lnTo>
                  <a:lnTo>
                    <a:pt x="5733020" y="147341"/>
                  </a:lnTo>
                  <a:lnTo>
                    <a:pt x="5733115" y="147341"/>
                  </a:lnTo>
                  <a:lnTo>
                    <a:pt x="5733209" y="147341"/>
                  </a:lnTo>
                  <a:lnTo>
                    <a:pt x="5733303" y="147341"/>
                  </a:lnTo>
                  <a:lnTo>
                    <a:pt x="5733397" y="147341"/>
                  </a:lnTo>
                  <a:lnTo>
                    <a:pt x="5733491" y="147341"/>
                  </a:lnTo>
                  <a:lnTo>
                    <a:pt x="5733585" y="147341"/>
                  </a:lnTo>
                  <a:lnTo>
                    <a:pt x="5733680" y="147341"/>
                  </a:lnTo>
                  <a:lnTo>
                    <a:pt x="5733774" y="147341"/>
                  </a:lnTo>
                  <a:lnTo>
                    <a:pt x="5733868" y="147341"/>
                  </a:lnTo>
                  <a:lnTo>
                    <a:pt x="5733962" y="147341"/>
                  </a:lnTo>
                  <a:lnTo>
                    <a:pt x="5734056" y="147341"/>
                  </a:lnTo>
                  <a:lnTo>
                    <a:pt x="5734150" y="147341"/>
                  </a:lnTo>
                  <a:lnTo>
                    <a:pt x="5734244" y="147341"/>
                  </a:lnTo>
                  <a:lnTo>
                    <a:pt x="5734339" y="147341"/>
                  </a:lnTo>
                  <a:lnTo>
                    <a:pt x="5734433" y="147341"/>
                  </a:lnTo>
                  <a:lnTo>
                    <a:pt x="5734527" y="147341"/>
                  </a:lnTo>
                  <a:lnTo>
                    <a:pt x="5734621" y="147341"/>
                  </a:lnTo>
                  <a:lnTo>
                    <a:pt x="5734715" y="147341"/>
                  </a:lnTo>
                  <a:lnTo>
                    <a:pt x="5734809" y="147341"/>
                  </a:lnTo>
                  <a:lnTo>
                    <a:pt x="5734903" y="147341"/>
                  </a:lnTo>
                  <a:lnTo>
                    <a:pt x="5734998" y="147341"/>
                  </a:lnTo>
                  <a:lnTo>
                    <a:pt x="5735092" y="147341"/>
                  </a:lnTo>
                  <a:lnTo>
                    <a:pt x="5735186" y="147341"/>
                  </a:lnTo>
                  <a:lnTo>
                    <a:pt x="5735280" y="147341"/>
                  </a:lnTo>
                  <a:lnTo>
                    <a:pt x="5735374" y="147341"/>
                  </a:lnTo>
                  <a:lnTo>
                    <a:pt x="5735468" y="147341"/>
                  </a:lnTo>
                  <a:lnTo>
                    <a:pt x="5735563" y="147341"/>
                  </a:lnTo>
                  <a:lnTo>
                    <a:pt x="5735657" y="147341"/>
                  </a:lnTo>
                  <a:lnTo>
                    <a:pt x="5735751" y="147341"/>
                  </a:lnTo>
                  <a:lnTo>
                    <a:pt x="5735845" y="147341"/>
                  </a:lnTo>
                  <a:lnTo>
                    <a:pt x="5735939" y="147341"/>
                  </a:lnTo>
                  <a:lnTo>
                    <a:pt x="5736033" y="147341"/>
                  </a:lnTo>
                  <a:lnTo>
                    <a:pt x="5736127" y="147341"/>
                  </a:lnTo>
                  <a:lnTo>
                    <a:pt x="5736222" y="147341"/>
                  </a:lnTo>
                  <a:lnTo>
                    <a:pt x="5736316" y="147341"/>
                  </a:lnTo>
                  <a:lnTo>
                    <a:pt x="5736410" y="147341"/>
                  </a:lnTo>
                  <a:lnTo>
                    <a:pt x="5736504" y="147341"/>
                  </a:lnTo>
                  <a:lnTo>
                    <a:pt x="5736598" y="147341"/>
                  </a:lnTo>
                  <a:lnTo>
                    <a:pt x="5736692" y="147341"/>
                  </a:lnTo>
                  <a:lnTo>
                    <a:pt x="5736787" y="147341"/>
                  </a:lnTo>
                  <a:lnTo>
                    <a:pt x="5736881" y="147341"/>
                  </a:lnTo>
                  <a:lnTo>
                    <a:pt x="5736975" y="147341"/>
                  </a:lnTo>
                  <a:lnTo>
                    <a:pt x="5737069" y="147341"/>
                  </a:lnTo>
                  <a:lnTo>
                    <a:pt x="5737163" y="147341"/>
                  </a:lnTo>
                  <a:lnTo>
                    <a:pt x="5737257" y="147341"/>
                  </a:lnTo>
                  <a:lnTo>
                    <a:pt x="5737351" y="147341"/>
                  </a:lnTo>
                  <a:lnTo>
                    <a:pt x="5737446" y="147341"/>
                  </a:lnTo>
                  <a:lnTo>
                    <a:pt x="5737540" y="147341"/>
                  </a:lnTo>
                  <a:lnTo>
                    <a:pt x="5737634" y="147341"/>
                  </a:lnTo>
                  <a:lnTo>
                    <a:pt x="5737728" y="147341"/>
                  </a:lnTo>
                  <a:lnTo>
                    <a:pt x="5737822" y="147341"/>
                  </a:lnTo>
                  <a:lnTo>
                    <a:pt x="5737916" y="147341"/>
                  </a:lnTo>
                  <a:lnTo>
                    <a:pt x="5738011" y="147341"/>
                  </a:lnTo>
                  <a:lnTo>
                    <a:pt x="5738105" y="147341"/>
                  </a:lnTo>
                  <a:lnTo>
                    <a:pt x="5738199" y="147341"/>
                  </a:lnTo>
                  <a:lnTo>
                    <a:pt x="5738293" y="147341"/>
                  </a:lnTo>
                  <a:lnTo>
                    <a:pt x="5738387" y="147341"/>
                  </a:lnTo>
                  <a:lnTo>
                    <a:pt x="5738481" y="147341"/>
                  </a:lnTo>
                  <a:lnTo>
                    <a:pt x="5738575" y="147341"/>
                  </a:lnTo>
                  <a:lnTo>
                    <a:pt x="5738670" y="147341"/>
                  </a:lnTo>
                  <a:lnTo>
                    <a:pt x="5738764" y="147341"/>
                  </a:lnTo>
                  <a:lnTo>
                    <a:pt x="5738858" y="147341"/>
                  </a:lnTo>
                  <a:lnTo>
                    <a:pt x="5738952" y="147341"/>
                  </a:lnTo>
                  <a:lnTo>
                    <a:pt x="5739046" y="147341"/>
                  </a:lnTo>
                  <a:lnTo>
                    <a:pt x="5739140" y="147341"/>
                  </a:lnTo>
                  <a:lnTo>
                    <a:pt x="5739234" y="147341"/>
                  </a:lnTo>
                  <a:lnTo>
                    <a:pt x="5739329" y="147341"/>
                  </a:lnTo>
                  <a:lnTo>
                    <a:pt x="5739423" y="147341"/>
                  </a:lnTo>
                  <a:lnTo>
                    <a:pt x="5739517" y="147341"/>
                  </a:lnTo>
                  <a:lnTo>
                    <a:pt x="5739611" y="147341"/>
                  </a:lnTo>
                  <a:lnTo>
                    <a:pt x="5739705" y="147341"/>
                  </a:lnTo>
                  <a:lnTo>
                    <a:pt x="5739799" y="147341"/>
                  </a:lnTo>
                  <a:lnTo>
                    <a:pt x="5739894" y="147341"/>
                  </a:lnTo>
                  <a:lnTo>
                    <a:pt x="5739988" y="147341"/>
                  </a:lnTo>
                  <a:lnTo>
                    <a:pt x="5740082" y="147341"/>
                  </a:lnTo>
                  <a:lnTo>
                    <a:pt x="5740176" y="147341"/>
                  </a:lnTo>
                  <a:lnTo>
                    <a:pt x="5740270" y="147341"/>
                  </a:lnTo>
                  <a:lnTo>
                    <a:pt x="5740364" y="147341"/>
                  </a:lnTo>
                  <a:lnTo>
                    <a:pt x="5740458" y="147341"/>
                  </a:lnTo>
                  <a:lnTo>
                    <a:pt x="5740553" y="147341"/>
                  </a:lnTo>
                  <a:lnTo>
                    <a:pt x="5740647" y="147341"/>
                  </a:lnTo>
                  <a:lnTo>
                    <a:pt x="5740741" y="147341"/>
                  </a:lnTo>
                  <a:lnTo>
                    <a:pt x="5740835" y="147341"/>
                  </a:lnTo>
                  <a:lnTo>
                    <a:pt x="5740929" y="147341"/>
                  </a:lnTo>
                  <a:lnTo>
                    <a:pt x="5741023" y="147341"/>
                  </a:lnTo>
                  <a:lnTo>
                    <a:pt x="5741118" y="147341"/>
                  </a:lnTo>
                  <a:lnTo>
                    <a:pt x="5741212" y="147341"/>
                  </a:lnTo>
                  <a:lnTo>
                    <a:pt x="5741306" y="147341"/>
                  </a:lnTo>
                  <a:lnTo>
                    <a:pt x="5741400" y="147341"/>
                  </a:lnTo>
                  <a:lnTo>
                    <a:pt x="5741494" y="147341"/>
                  </a:lnTo>
                  <a:lnTo>
                    <a:pt x="5741588" y="147341"/>
                  </a:lnTo>
                  <a:lnTo>
                    <a:pt x="5741682" y="147341"/>
                  </a:lnTo>
                  <a:lnTo>
                    <a:pt x="5741777" y="147341"/>
                  </a:lnTo>
                  <a:lnTo>
                    <a:pt x="5741871" y="147341"/>
                  </a:lnTo>
                  <a:lnTo>
                    <a:pt x="5741965" y="147341"/>
                  </a:lnTo>
                  <a:lnTo>
                    <a:pt x="5742059" y="147341"/>
                  </a:lnTo>
                  <a:lnTo>
                    <a:pt x="5742153" y="147341"/>
                  </a:lnTo>
                  <a:lnTo>
                    <a:pt x="5742247" y="147341"/>
                  </a:lnTo>
                  <a:lnTo>
                    <a:pt x="5742342" y="147341"/>
                  </a:lnTo>
                  <a:lnTo>
                    <a:pt x="5742436" y="147341"/>
                  </a:lnTo>
                  <a:lnTo>
                    <a:pt x="5742530" y="147341"/>
                  </a:lnTo>
                  <a:lnTo>
                    <a:pt x="5742624" y="147341"/>
                  </a:lnTo>
                  <a:lnTo>
                    <a:pt x="5742718" y="147341"/>
                  </a:lnTo>
                  <a:lnTo>
                    <a:pt x="5742812" y="147341"/>
                  </a:lnTo>
                  <a:lnTo>
                    <a:pt x="5742906" y="147341"/>
                  </a:lnTo>
                  <a:lnTo>
                    <a:pt x="5743001" y="147341"/>
                  </a:lnTo>
                  <a:lnTo>
                    <a:pt x="5743095" y="147341"/>
                  </a:lnTo>
                  <a:lnTo>
                    <a:pt x="5743189" y="147341"/>
                  </a:lnTo>
                  <a:lnTo>
                    <a:pt x="5743283" y="147341"/>
                  </a:lnTo>
                  <a:lnTo>
                    <a:pt x="5743377" y="147341"/>
                  </a:lnTo>
                  <a:lnTo>
                    <a:pt x="5743471" y="147341"/>
                  </a:lnTo>
                  <a:lnTo>
                    <a:pt x="5743565" y="147341"/>
                  </a:lnTo>
                  <a:lnTo>
                    <a:pt x="5743660" y="147341"/>
                  </a:lnTo>
                  <a:lnTo>
                    <a:pt x="5743754" y="147341"/>
                  </a:lnTo>
                  <a:lnTo>
                    <a:pt x="5743848" y="147341"/>
                  </a:lnTo>
                  <a:lnTo>
                    <a:pt x="5743942" y="147341"/>
                  </a:lnTo>
                  <a:lnTo>
                    <a:pt x="5744036" y="147341"/>
                  </a:lnTo>
                  <a:lnTo>
                    <a:pt x="5744130" y="147341"/>
                  </a:lnTo>
                  <a:lnTo>
                    <a:pt x="5744225" y="147341"/>
                  </a:lnTo>
                  <a:lnTo>
                    <a:pt x="5744319" y="147341"/>
                  </a:lnTo>
                  <a:lnTo>
                    <a:pt x="5744413" y="147341"/>
                  </a:lnTo>
                  <a:lnTo>
                    <a:pt x="5744507" y="147341"/>
                  </a:lnTo>
                  <a:lnTo>
                    <a:pt x="5744601" y="147341"/>
                  </a:lnTo>
                  <a:lnTo>
                    <a:pt x="5744695" y="147341"/>
                  </a:lnTo>
                  <a:lnTo>
                    <a:pt x="5744789" y="147341"/>
                  </a:lnTo>
                  <a:lnTo>
                    <a:pt x="5744884" y="147341"/>
                  </a:lnTo>
                  <a:lnTo>
                    <a:pt x="5744978" y="147341"/>
                  </a:lnTo>
                  <a:lnTo>
                    <a:pt x="5745072" y="147341"/>
                  </a:lnTo>
                  <a:lnTo>
                    <a:pt x="5745166" y="147341"/>
                  </a:lnTo>
                  <a:lnTo>
                    <a:pt x="5745260" y="147341"/>
                  </a:lnTo>
                  <a:lnTo>
                    <a:pt x="5745354" y="147341"/>
                  </a:lnTo>
                  <a:lnTo>
                    <a:pt x="5745449" y="147341"/>
                  </a:lnTo>
                  <a:lnTo>
                    <a:pt x="5745543" y="147341"/>
                  </a:lnTo>
                  <a:lnTo>
                    <a:pt x="5745637" y="147341"/>
                  </a:lnTo>
                  <a:lnTo>
                    <a:pt x="5745731" y="147341"/>
                  </a:lnTo>
                  <a:lnTo>
                    <a:pt x="5745825" y="147341"/>
                  </a:lnTo>
                  <a:lnTo>
                    <a:pt x="5745919" y="147341"/>
                  </a:lnTo>
                  <a:lnTo>
                    <a:pt x="5746013" y="147341"/>
                  </a:lnTo>
                  <a:lnTo>
                    <a:pt x="5746108" y="147341"/>
                  </a:lnTo>
                  <a:lnTo>
                    <a:pt x="5746202" y="147341"/>
                  </a:lnTo>
                  <a:lnTo>
                    <a:pt x="5746296" y="147341"/>
                  </a:lnTo>
                  <a:lnTo>
                    <a:pt x="5746390" y="147341"/>
                  </a:lnTo>
                  <a:lnTo>
                    <a:pt x="5746484" y="147341"/>
                  </a:lnTo>
                  <a:lnTo>
                    <a:pt x="5746578" y="147341"/>
                  </a:lnTo>
                  <a:lnTo>
                    <a:pt x="5746673" y="147341"/>
                  </a:lnTo>
                  <a:lnTo>
                    <a:pt x="5746767" y="147341"/>
                  </a:lnTo>
                  <a:lnTo>
                    <a:pt x="5746861" y="147341"/>
                  </a:lnTo>
                  <a:lnTo>
                    <a:pt x="5746955" y="147341"/>
                  </a:lnTo>
                  <a:lnTo>
                    <a:pt x="5747049" y="147341"/>
                  </a:lnTo>
                  <a:lnTo>
                    <a:pt x="5747143" y="147341"/>
                  </a:lnTo>
                  <a:lnTo>
                    <a:pt x="5747237" y="147341"/>
                  </a:lnTo>
                  <a:lnTo>
                    <a:pt x="5747332" y="147341"/>
                  </a:lnTo>
                  <a:lnTo>
                    <a:pt x="5747426" y="147341"/>
                  </a:lnTo>
                  <a:lnTo>
                    <a:pt x="5747520" y="147341"/>
                  </a:lnTo>
                  <a:lnTo>
                    <a:pt x="5747614" y="147341"/>
                  </a:lnTo>
                  <a:lnTo>
                    <a:pt x="5747708" y="147341"/>
                  </a:lnTo>
                  <a:lnTo>
                    <a:pt x="5747802" y="147341"/>
                  </a:lnTo>
                  <a:lnTo>
                    <a:pt x="5747896" y="147341"/>
                  </a:lnTo>
                  <a:lnTo>
                    <a:pt x="5747991" y="147341"/>
                  </a:lnTo>
                  <a:lnTo>
                    <a:pt x="5748085" y="147341"/>
                  </a:lnTo>
                  <a:lnTo>
                    <a:pt x="5748179" y="147341"/>
                  </a:lnTo>
                  <a:lnTo>
                    <a:pt x="5748273" y="147341"/>
                  </a:lnTo>
                  <a:lnTo>
                    <a:pt x="5748367" y="147341"/>
                  </a:lnTo>
                  <a:lnTo>
                    <a:pt x="5748461" y="147341"/>
                  </a:lnTo>
                  <a:lnTo>
                    <a:pt x="5748556" y="147341"/>
                  </a:lnTo>
                  <a:lnTo>
                    <a:pt x="5748650" y="147341"/>
                  </a:lnTo>
                  <a:lnTo>
                    <a:pt x="5748744" y="147341"/>
                  </a:lnTo>
                  <a:lnTo>
                    <a:pt x="5748838" y="147341"/>
                  </a:lnTo>
                  <a:lnTo>
                    <a:pt x="5748932" y="147341"/>
                  </a:lnTo>
                  <a:lnTo>
                    <a:pt x="5749026" y="147341"/>
                  </a:lnTo>
                  <a:lnTo>
                    <a:pt x="5749120" y="147341"/>
                  </a:lnTo>
                  <a:lnTo>
                    <a:pt x="5749215" y="147341"/>
                  </a:lnTo>
                  <a:lnTo>
                    <a:pt x="5749309" y="147341"/>
                  </a:lnTo>
                  <a:lnTo>
                    <a:pt x="5749403" y="147341"/>
                  </a:lnTo>
                  <a:lnTo>
                    <a:pt x="5749497" y="147341"/>
                  </a:lnTo>
                  <a:lnTo>
                    <a:pt x="5749591" y="147341"/>
                  </a:lnTo>
                  <a:lnTo>
                    <a:pt x="5749685" y="147341"/>
                  </a:lnTo>
                  <a:lnTo>
                    <a:pt x="5749780" y="147341"/>
                  </a:lnTo>
                  <a:lnTo>
                    <a:pt x="5749874" y="147341"/>
                  </a:lnTo>
                  <a:lnTo>
                    <a:pt x="5749968" y="147341"/>
                  </a:lnTo>
                  <a:lnTo>
                    <a:pt x="5750062" y="147341"/>
                  </a:lnTo>
                  <a:lnTo>
                    <a:pt x="5750156" y="147341"/>
                  </a:lnTo>
                  <a:lnTo>
                    <a:pt x="5750250" y="147341"/>
                  </a:lnTo>
                  <a:lnTo>
                    <a:pt x="5750344" y="147341"/>
                  </a:lnTo>
                  <a:lnTo>
                    <a:pt x="5750439" y="147341"/>
                  </a:lnTo>
                  <a:lnTo>
                    <a:pt x="5750533" y="147341"/>
                  </a:lnTo>
                  <a:lnTo>
                    <a:pt x="5750627" y="147341"/>
                  </a:lnTo>
                  <a:lnTo>
                    <a:pt x="5750721" y="147341"/>
                  </a:lnTo>
                  <a:lnTo>
                    <a:pt x="5750815" y="147341"/>
                  </a:lnTo>
                  <a:lnTo>
                    <a:pt x="5750909" y="147341"/>
                  </a:lnTo>
                  <a:lnTo>
                    <a:pt x="5751004" y="147341"/>
                  </a:lnTo>
                  <a:lnTo>
                    <a:pt x="5751098" y="147341"/>
                  </a:lnTo>
                  <a:lnTo>
                    <a:pt x="5751192" y="147341"/>
                  </a:lnTo>
                  <a:lnTo>
                    <a:pt x="5751286" y="147341"/>
                  </a:lnTo>
                  <a:lnTo>
                    <a:pt x="5751380" y="147341"/>
                  </a:lnTo>
                  <a:lnTo>
                    <a:pt x="5751474" y="147341"/>
                  </a:lnTo>
                  <a:lnTo>
                    <a:pt x="5751568" y="147341"/>
                  </a:lnTo>
                  <a:lnTo>
                    <a:pt x="5751663" y="147341"/>
                  </a:lnTo>
                  <a:lnTo>
                    <a:pt x="5751757" y="147341"/>
                  </a:lnTo>
                  <a:lnTo>
                    <a:pt x="5751851" y="147341"/>
                  </a:lnTo>
                  <a:lnTo>
                    <a:pt x="5751945" y="147341"/>
                  </a:lnTo>
                  <a:lnTo>
                    <a:pt x="5752039" y="147341"/>
                  </a:lnTo>
                  <a:lnTo>
                    <a:pt x="5752133" y="147341"/>
                  </a:lnTo>
                  <a:lnTo>
                    <a:pt x="5752227" y="147341"/>
                  </a:lnTo>
                  <a:lnTo>
                    <a:pt x="5752322" y="147341"/>
                  </a:lnTo>
                  <a:lnTo>
                    <a:pt x="5752416" y="147341"/>
                  </a:lnTo>
                  <a:lnTo>
                    <a:pt x="5752510" y="147341"/>
                  </a:lnTo>
                  <a:lnTo>
                    <a:pt x="5752604" y="147341"/>
                  </a:lnTo>
                  <a:lnTo>
                    <a:pt x="5752698" y="147341"/>
                  </a:lnTo>
                  <a:lnTo>
                    <a:pt x="5752792" y="147341"/>
                  </a:lnTo>
                  <a:lnTo>
                    <a:pt x="5752887" y="147341"/>
                  </a:lnTo>
                  <a:lnTo>
                    <a:pt x="5752981" y="147341"/>
                  </a:lnTo>
                  <a:lnTo>
                    <a:pt x="5753075" y="147341"/>
                  </a:lnTo>
                  <a:lnTo>
                    <a:pt x="5753169" y="147341"/>
                  </a:lnTo>
                  <a:lnTo>
                    <a:pt x="5753263" y="147341"/>
                  </a:lnTo>
                  <a:lnTo>
                    <a:pt x="5753357" y="147341"/>
                  </a:lnTo>
                  <a:lnTo>
                    <a:pt x="5753451" y="147341"/>
                  </a:lnTo>
                  <a:lnTo>
                    <a:pt x="5753546" y="147341"/>
                  </a:lnTo>
                  <a:lnTo>
                    <a:pt x="5753640" y="147341"/>
                  </a:lnTo>
                  <a:lnTo>
                    <a:pt x="5753734" y="147341"/>
                  </a:lnTo>
                  <a:lnTo>
                    <a:pt x="5753828" y="147341"/>
                  </a:lnTo>
                  <a:lnTo>
                    <a:pt x="5753922" y="147341"/>
                  </a:lnTo>
                  <a:lnTo>
                    <a:pt x="5754016" y="147341"/>
                  </a:lnTo>
                  <a:lnTo>
                    <a:pt x="5754111" y="147341"/>
                  </a:lnTo>
                  <a:lnTo>
                    <a:pt x="5754205" y="147341"/>
                  </a:lnTo>
                  <a:lnTo>
                    <a:pt x="5754299" y="147341"/>
                  </a:lnTo>
                  <a:lnTo>
                    <a:pt x="5754393" y="147341"/>
                  </a:lnTo>
                  <a:lnTo>
                    <a:pt x="5754487" y="147341"/>
                  </a:lnTo>
                  <a:lnTo>
                    <a:pt x="5754581" y="147341"/>
                  </a:lnTo>
                  <a:lnTo>
                    <a:pt x="5754675" y="147341"/>
                  </a:lnTo>
                  <a:lnTo>
                    <a:pt x="5754770" y="147341"/>
                  </a:lnTo>
                  <a:lnTo>
                    <a:pt x="5754864" y="147341"/>
                  </a:lnTo>
                  <a:lnTo>
                    <a:pt x="5754958" y="147341"/>
                  </a:lnTo>
                  <a:lnTo>
                    <a:pt x="5755052" y="147341"/>
                  </a:lnTo>
                  <a:lnTo>
                    <a:pt x="5755146" y="147341"/>
                  </a:lnTo>
                  <a:lnTo>
                    <a:pt x="5755240" y="147341"/>
                  </a:lnTo>
                  <a:lnTo>
                    <a:pt x="5755335" y="147341"/>
                  </a:lnTo>
                  <a:lnTo>
                    <a:pt x="5755429" y="147341"/>
                  </a:lnTo>
                  <a:lnTo>
                    <a:pt x="5755523" y="147341"/>
                  </a:lnTo>
                  <a:lnTo>
                    <a:pt x="5755617" y="147341"/>
                  </a:lnTo>
                  <a:lnTo>
                    <a:pt x="5755711" y="147341"/>
                  </a:lnTo>
                  <a:lnTo>
                    <a:pt x="5755805" y="147341"/>
                  </a:lnTo>
                  <a:lnTo>
                    <a:pt x="5755899" y="147341"/>
                  </a:lnTo>
                  <a:lnTo>
                    <a:pt x="5755994" y="147341"/>
                  </a:lnTo>
                  <a:lnTo>
                    <a:pt x="5756088" y="147341"/>
                  </a:lnTo>
                  <a:lnTo>
                    <a:pt x="5756182" y="147341"/>
                  </a:lnTo>
                  <a:lnTo>
                    <a:pt x="5756276" y="147341"/>
                  </a:lnTo>
                  <a:lnTo>
                    <a:pt x="5756370" y="147341"/>
                  </a:lnTo>
                  <a:lnTo>
                    <a:pt x="5756464" y="147341"/>
                  </a:lnTo>
                  <a:lnTo>
                    <a:pt x="5756558" y="147341"/>
                  </a:lnTo>
                  <a:lnTo>
                    <a:pt x="5756653" y="147341"/>
                  </a:lnTo>
                  <a:lnTo>
                    <a:pt x="5756747" y="147341"/>
                  </a:lnTo>
                  <a:lnTo>
                    <a:pt x="5756841" y="147341"/>
                  </a:lnTo>
                  <a:lnTo>
                    <a:pt x="5756935" y="147341"/>
                  </a:lnTo>
                  <a:lnTo>
                    <a:pt x="5757029" y="147341"/>
                  </a:lnTo>
                  <a:lnTo>
                    <a:pt x="5757123" y="147341"/>
                  </a:lnTo>
                  <a:lnTo>
                    <a:pt x="5757218" y="147341"/>
                  </a:lnTo>
                  <a:lnTo>
                    <a:pt x="5757312" y="147341"/>
                  </a:lnTo>
                  <a:lnTo>
                    <a:pt x="5757406" y="147341"/>
                  </a:lnTo>
                  <a:lnTo>
                    <a:pt x="5757500" y="147341"/>
                  </a:lnTo>
                  <a:lnTo>
                    <a:pt x="5757594" y="147341"/>
                  </a:lnTo>
                  <a:lnTo>
                    <a:pt x="5757688" y="147341"/>
                  </a:lnTo>
                  <a:lnTo>
                    <a:pt x="5757782" y="147341"/>
                  </a:lnTo>
                  <a:lnTo>
                    <a:pt x="5757877" y="147341"/>
                  </a:lnTo>
                  <a:lnTo>
                    <a:pt x="5757971" y="147341"/>
                  </a:lnTo>
                  <a:lnTo>
                    <a:pt x="5758065" y="147341"/>
                  </a:lnTo>
                  <a:lnTo>
                    <a:pt x="5758159" y="147341"/>
                  </a:lnTo>
                  <a:lnTo>
                    <a:pt x="5758253" y="147341"/>
                  </a:lnTo>
                  <a:lnTo>
                    <a:pt x="5758347" y="147341"/>
                  </a:lnTo>
                  <a:lnTo>
                    <a:pt x="5758442" y="147341"/>
                  </a:lnTo>
                  <a:lnTo>
                    <a:pt x="5758536" y="147341"/>
                  </a:lnTo>
                  <a:lnTo>
                    <a:pt x="5758630" y="147341"/>
                  </a:lnTo>
                  <a:lnTo>
                    <a:pt x="5758724" y="147341"/>
                  </a:lnTo>
                  <a:lnTo>
                    <a:pt x="5758818" y="147341"/>
                  </a:lnTo>
                  <a:lnTo>
                    <a:pt x="5758912" y="147341"/>
                  </a:lnTo>
                  <a:lnTo>
                    <a:pt x="5759006" y="147341"/>
                  </a:lnTo>
                  <a:lnTo>
                    <a:pt x="5759101" y="147341"/>
                  </a:lnTo>
                  <a:lnTo>
                    <a:pt x="5759195" y="147341"/>
                  </a:lnTo>
                  <a:lnTo>
                    <a:pt x="5759289" y="147341"/>
                  </a:lnTo>
                  <a:lnTo>
                    <a:pt x="5759383" y="147341"/>
                  </a:lnTo>
                  <a:lnTo>
                    <a:pt x="5759477" y="147341"/>
                  </a:lnTo>
                  <a:lnTo>
                    <a:pt x="5759571" y="147341"/>
                  </a:lnTo>
                  <a:lnTo>
                    <a:pt x="5759666" y="147341"/>
                  </a:lnTo>
                  <a:lnTo>
                    <a:pt x="5759760" y="147341"/>
                  </a:lnTo>
                  <a:lnTo>
                    <a:pt x="5759854" y="147341"/>
                  </a:lnTo>
                  <a:lnTo>
                    <a:pt x="5759948" y="147341"/>
                  </a:lnTo>
                  <a:lnTo>
                    <a:pt x="5760042" y="147341"/>
                  </a:lnTo>
                  <a:lnTo>
                    <a:pt x="5760136" y="147341"/>
                  </a:lnTo>
                  <a:lnTo>
                    <a:pt x="5760230" y="147341"/>
                  </a:lnTo>
                  <a:lnTo>
                    <a:pt x="5760325" y="147341"/>
                  </a:lnTo>
                  <a:lnTo>
                    <a:pt x="5760419" y="147341"/>
                  </a:lnTo>
                  <a:lnTo>
                    <a:pt x="5760513" y="147341"/>
                  </a:lnTo>
                  <a:lnTo>
                    <a:pt x="5760607" y="147341"/>
                  </a:lnTo>
                  <a:lnTo>
                    <a:pt x="5760701" y="147341"/>
                  </a:lnTo>
                  <a:lnTo>
                    <a:pt x="5760795" y="147341"/>
                  </a:lnTo>
                  <a:lnTo>
                    <a:pt x="5760889" y="147341"/>
                  </a:lnTo>
                  <a:lnTo>
                    <a:pt x="5760984" y="147341"/>
                  </a:lnTo>
                  <a:lnTo>
                    <a:pt x="5761078" y="147341"/>
                  </a:lnTo>
                  <a:lnTo>
                    <a:pt x="5761172" y="147341"/>
                  </a:lnTo>
                  <a:lnTo>
                    <a:pt x="5761266" y="147341"/>
                  </a:lnTo>
                  <a:lnTo>
                    <a:pt x="5761360" y="147341"/>
                  </a:lnTo>
                  <a:lnTo>
                    <a:pt x="5761454" y="147341"/>
                  </a:lnTo>
                  <a:lnTo>
                    <a:pt x="5761549" y="147341"/>
                  </a:lnTo>
                  <a:lnTo>
                    <a:pt x="5761643" y="147341"/>
                  </a:lnTo>
                  <a:lnTo>
                    <a:pt x="5761737" y="147341"/>
                  </a:lnTo>
                  <a:lnTo>
                    <a:pt x="5761831" y="147341"/>
                  </a:lnTo>
                  <a:lnTo>
                    <a:pt x="5761925" y="147341"/>
                  </a:lnTo>
                  <a:lnTo>
                    <a:pt x="5762019" y="147341"/>
                  </a:lnTo>
                  <a:lnTo>
                    <a:pt x="5762113" y="147341"/>
                  </a:lnTo>
                  <a:lnTo>
                    <a:pt x="5762208" y="147341"/>
                  </a:lnTo>
                  <a:lnTo>
                    <a:pt x="5762302" y="147341"/>
                  </a:lnTo>
                  <a:lnTo>
                    <a:pt x="5762396" y="147341"/>
                  </a:lnTo>
                  <a:lnTo>
                    <a:pt x="5762490" y="147341"/>
                  </a:lnTo>
                  <a:lnTo>
                    <a:pt x="5762584" y="147341"/>
                  </a:lnTo>
                  <a:lnTo>
                    <a:pt x="5762678" y="147341"/>
                  </a:lnTo>
                  <a:lnTo>
                    <a:pt x="5762773" y="147341"/>
                  </a:lnTo>
                  <a:lnTo>
                    <a:pt x="5762867" y="147341"/>
                  </a:lnTo>
                  <a:lnTo>
                    <a:pt x="5762961" y="147341"/>
                  </a:lnTo>
                  <a:lnTo>
                    <a:pt x="5763055" y="147341"/>
                  </a:lnTo>
                  <a:lnTo>
                    <a:pt x="5763149" y="147341"/>
                  </a:lnTo>
                  <a:lnTo>
                    <a:pt x="5763243" y="147341"/>
                  </a:lnTo>
                  <a:lnTo>
                    <a:pt x="5763337" y="147341"/>
                  </a:lnTo>
                  <a:lnTo>
                    <a:pt x="5763432" y="147341"/>
                  </a:lnTo>
                  <a:lnTo>
                    <a:pt x="5763526" y="147341"/>
                  </a:lnTo>
                  <a:lnTo>
                    <a:pt x="5763620" y="147341"/>
                  </a:lnTo>
                  <a:lnTo>
                    <a:pt x="5763714" y="147341"/>
                  </a:lnTo>
                  <a:lnTo>
                    <a:pt x="5763808" y="147341"/>
                  </a:lnTo>
                  <a:lnTo>
                    <a:pt x="5763902" y="147341"/>
                  </a:lnTo>
                  <a:lnTo>
                    <a:pt x="5763997" y="147341"/>
                  </a:lnTo>
                  <a:lnTo>
                    <a:pt x="5764091" y="147341"/>
                  </a:lnTo>
                  <a:lnTo>
                    <a:pt x="5764185" y="147341"/>
                  </a:lnTo>
                  <a:lnTo>
                    <a:pt x="5764279" y="147341"/>
                  </a:lnTo>
                  <a:lnTo>
                    <a:pt x="5764373" y="147341"/>
                  </a:lnTo>
                  <a:lnTo>
                    <a:pt x="5764467" y="147341"/>
                  </a:lnTo>
                  <a:lnTo>
                    <a:pt x="5764561" y="147341"/>
                  </a:lnTo>
                  <a:lnTo>
                    <a:pt x="5764656" y="147341"/>
                  </a:lnTo>
                  <a:lnTo>
                    <a:pt x="5764750" y="147341"/>
                  </a:lnTo>
                  <a:lnTo>
                    <a:pt x="5764844" y="147341"/>
                  </a:lnTo>
                  <a:lnTo>
                    <a:pt x="5764938" y="147341"/>
                  </a:lnTo>
                  <a:lnTo>
                    <a:pt x="5765032" y="147341"/>
                  </a:lnTo>
                  <a:lnTo>
                    <a:pt x="5765126" y="147341"/>
                  </a:lnTo>
                  <a:lnTo>
                    <a:pt x="5765220" y="147341"/>
                  </a:lnTo>
                  <a:lnTo>
                    <a:pt x="5765315" y="147341"/>
                  </a:lnTo>
                  <a:lnTo>
                    <a:pt x="5765409" y="147341"/>
                  </a:lnTo>
                  <a:lnTo>
                    <a:pt x="5765503" y="147341"/>
                  </a:lnTo>
                  <a:lnTo>
                    <a:pt x="5765597" y="147341"/>
                  </a:lnTo>
                  <a:lnTo>
                    <a:pt x="5765691" y="147341"/>
                  </a:lnTo>
                  <a:lnTo>
                    <a:pt x="5765785" y="147341"/>
                  </a:lnTo>
                  <a:lnTo>
                    <a:pt x="5765880" y="147341"/>
                  </a:lnTo>
                  <a:lnTo>
                    <a:pt x="5765974" y="147341"/>
                  </a:lnTo>
                  <a:lnTo>
                    <a:pt x="5766068" y="147341"/>
                  </a:lnTo>
                  <a:lnTo>
                    <a:pt x="5766162" y="147341"/>
                  </a:lnTo>
                  <a:lnTo>
                    <a:pt x="5766256" y="147341"/>
                  </a:lnTo>
                  <a:lnTo>
                    <a:pt x="5766350" y="147341"/>
                  </a:lnTo>
                  <a:lnTo>
                    <a:pt x="5766444" y="147341"/>
                  </a:lnTo>
                  <a:lnTo>
                    <a:pt x="5766539" y="147341"/>
                  </a:lnTo>
                  <a:lnTo>
                    <a:pt x="5766633" y="147341"/>
                  </a:lnTo>
                  <a:lnTo>
                    <a:pt x="5766727" y="147341"/>
                  </a:lnTo>
                  <a:lnTo>
                    <a:pt x="5766821" y="147341"/>
                  </a:lnTo>
                  <a:lnTo>
                    <a:pt x="5766915" y="147341"/>
                  </a:lnTo>
                  <a:lnTo>
                    <a:pt x="5767009" y="147341"/>
                  </a:lnTo>
                  <a:lnTo>
                    <a:pt x="5767104" y="147341"/>
                  </a:lnTo>
                  <a:lnTo>
                    <a:pt x="5767198" y="147341"/>
                  </a:lnTo>
                  <a:lnTo>
                    <a:pt x="5767292" y="147341"/>
                  </a:lnTo>
                  <a:lnTo>
                    <a:pt x="5767386" y="147341"/>
                  </a:lnTo>
                  <a:lnTo>
                    <a:pt x="5767480" y="147341"/>
                  </a:lnTo>
                  <a:lnTo>
                    <a:pt x="5767574" y="147341"/>
                  </a:lnTo>
                  <a:lnTo>
                    <a:pt x="5767668" y="147341"/>
                  </a:lnTo>
                  <a:lnTo>
                    <a:pt x="5767763" y="147341"/>
                  </a:lnTo>
                  <a:lnTo>
                    <a:pt x="5767857" y="147341"/>
                  </a:lnTo>
                  <a:lnTo>
                    <a:pt x="5767951" y="147341"/>
                  </a:lnTo>
                  <a:lnTo>
                    <a:pt x="5768045" y="147341"/>
                  </a:lnTo>
                  <a:lnTo>
                    <a:pt x="5768139" y="147341"/>
                  </a:lnTo>
                  <a:lnTo>
                    <a:pt x="5768233" y="147341"/>
                  </a:lnTo>
                  <a:lnTo>
                    <a:pt x="5768328" y="147341"/>
                  </a:lnTo>
                  <a:lnTo>
                    <a:pt x="5768422" y="147341"/>
                  </a:lnTo>
                  <a:lnTo>
                    <a:pt x="5768516" y="147341"/>
                  </a:lnTo>
                  <a:lnTo>
                    <a:pt x="5768610" y="147341"/>
                  </a:lnTo>
                  <a:lnTo>
                    <a:pt x="5768704" y="147341"/>
                  </a:lnTo>
                  <a:lnTo>
                    <a:pt x="5768798" y="147341"/>
                  </a:lnTo>
                  <a:lnTo>
                    <a:pt x="5768892" y="147341"/>
                  </a:lnTo>
                  <a:lnTo>
                    <a:pt x="5768987" y="147341"/>
                  </a:lnTo>
                  <a:lnTo>
                    <a:pt x="5769081" y="147341"/>
                  </a:lnTo>
                  <a:lnTo>
                    <a:pt x="5769175" y="147341"/>
                  </a:lnTo>
                  <a:lnTo>
                    <a:pt x="5769269" y="147341"/>
                  </a:lnTo>
                  <a:lnTo>
                    <a:pt x="5769363" y="147341"/>
                  </a:lnTo>
                  <a:lnTo>
                    <a:pt x="5769457" y="147341"/>
                  </a:lnTo>
                  <a:lnTo>
                    <a:pt x="5769551" y="147341"/>
                  </a:lnTo>
                  <a:lnTo>
                    <a:pt x="5769646" y="147341"/>
                  </a:lnTo>
                  <a:lnTo>
                    <a:pt x="5769740" y="147341"/>
                  </a:lnTo>
                  <a:lnTo>
                    <a:pt x="5769834" y="147341"/>
                  </a:lnTo>
                  <a:lnTo>
                    <a:pt x="5769928" y="147341"/>
                  </a:lnTo>
                  <a:lnTo>
                    <a:pt x="5770022" y="147341"/>
                  </a:lnTo>
                  <a:lnTo>
                    <a:pt x="5770116" y="147341"/>
                  </a:lnTo>
                  <a:lnTo>
                    <a:pt x="5770211" y="147341"/>
                  </a:lnTo>
                  <a:lnTo>
                    <a:pt x="5770305" y="147341"/>
                  </a:lnTo>
                  <a:lnTo>
                    <a:pt x="5770399" y="147341"/>
                  </a:lnTo>
                  <a:lnTo>
                    <a:pt x="5770493" y="147341"/>
                  </a:lnTo>
                  <a:lnTo>
                    <a:pt x="5770587" y="147341"/>
                  </a:lnTo>
                  <a:lnTo>
                    <a:pt x="5770681" y="147341"/>
                  </a:lnTo>
                  <a:lnTo>
                    <a:pt x="5770775" y="147341"/>
                  </a:lnTo>
                  <a:lnTo>
                    <a:pt x="5770870" y="147341"/>
                  </a:lnTo>
                  <a:lnTo>
                    <a:pt x="5770964" y="147341"/>
                  </a:lnTo>
                  <a:lnTo>
                    <a:pt x="5771058" y="147341"/>
                  </a:lnTo>
                  <a:lnTo>
                    <a:pt x="5771152" y="147341"/>
                  </a:lnTo>
                  <a:lnTo>
                    <a:pt x="5771246" y="147341"/>
                  </a:lnTo>
                  <a:lnTo>
                    <a:pt x="5771340" y="147341"/>
                  </a:lnTo>
                  <a:lnTo>
                    <a:pt x="5771435" y="147341"/>
                  </a:lnTo>
                  <a:lnTo>
                    <a:pt x="5771529" y="147341"/>
                  </a:lnTo>
                  <a:lnTo>
                    <a:pt x="5771623" y="147341"/>
                  </a:lnTo>
                  <a:lnTo>
                    <a:pt x="5771717" y="147341"/>
                  </a:lnTo>
                  <a:lnTo>
                    <a:pt x="5771811" y="147341"/>
                  </a:lnTo>
                  <a:lnTo>
                    <a:pt x="5771905" y="147341"/>
                  </a:lnTo>
                  <a:lnTo>
                    <a:pt x="5771999" y="147341"/>
                  </a:lnTo>
                  <a:lnTo>
                    <a:pt x="5772094" y="147341"/>
                  </a:lnTo>
                  <a:lnTo>
                    <a:pt x="5772188" y="147341"/>
                  </a:lnTo>
                  <a:lnTo>
                    <a:pt x="5772282" y="147341"/>
                  </a:lnTo>
                  <a:lnTo>
                    <a:pt x="5772376" y="147341"/>
                  </a:lnTo>
                  <a:lnTo>
                    <a:pt x="5772470" y="147341"/>
                  </a:lnTo>
                  <a:lnTo>
                    <a:pt x="5772564" y="147341"/>
                  </a:lnTo>
                  <a:lnTo>
                    <a:pt x="5772659" y="147341"/>
                  </a:lnTo>
                  <a:lnTo>
                    <a:pt x="5772753" y="147341"/>
                  </a:lnTo>
                  <a:lnTo>
                    <a:pt x="5772847" y="147341"/>
                  </a:lnTo>
                  <a:lnTo>
                    <a:pt x="5772941" y="147341"/>
                  </a:lnTo>
                  <a:lnTo>
                    <a:pt x="5773035" y="147341"/>
                  </a:lnTo>
                  <a:lnTo>
                    <a:pt x="5773129" y="147341"/>
                  </a:lnTo>
                  <a:lnTo>
                    <a:pt x="5773223" y="147341"/>
                  </a:lnTo>
                  <a:lnTo>
                    <a:pt x="5773318" y="147341"/>
                  </a:lnTo>
                  <a:lnTo>
                    <a:pt x="5773412" y="147341"/>
                  </a:lnTo>
                  <a:lnTo>
                    <a:pt x="5773506" y="147341"/>
                  </a:lnTo>
                  <a:lnTo>
                    <a:pt x="5773600" y="147341"/>
                  </a:lnTo>
                  <a:lnTo>
                    <a:pt x="5773694" y="147341"/>
                  </a:lnTo>
                  <a:lnTo>
                    <a:pt x="5773788" y="147341"/>
                  </a:lnTo>
                  <a:lnTo>
                    <a:pt x="5773882" y="147341"/>
                  </a:lnTo>
                  <a:lnTo>
                    <a:pt x="5773977" y="147341"/>
                  </a:lnTo>
                  <a:lnTo>
                    <a:pt x="5774071" y="147341"/>
                  </a:lnTo>
                  <a:lnTo>
                    <a:pt x="5774165" y="147341"/>
                  </a:lnTo>
                  <a:lnTo>
                    <a:pt x="5774259" y="147341"/>
                  </a:lnTo>
                  <a:lnTo>
                    <a:pt x="5774353" y="147341"/>
                  </a:lnTo>
                  <a:lnTo>
                    <a:pt x="5774447" y="147341"/>
                  </a:lnTo>
                  <a:lnTo>
                    <a:pt x="5774542" y="147341"/>
                  </a:lnTo>
                  <a:lnTo>
                    <a:pt x="5774636" y="147341"/>
                  </a:lnTo>
                  <a:lnTo>
                    <a:pt x="5774730" y="147341"/>
                  </a:lnTo>
                  <a:lnTo>
                    <a:pt x="5774824" y="147341"/>
                  </a:lnTo>
                  <a:lnTo>
                    <a:pt x="5774918" y="147341"/>
                  </a:lnTo>
                  <a:lnTo>
                    <a:pt x="5775012" y="147341"/>
                  </a:lnTo>
                  <a:lnTo>
                    <a:pt x="5775106" y="147341"/>
                  </a:lnTo>
                  <a:lnTo>
                    <a:pt x="5775201" y="147341"/>
                  </a:lnTo>
                  <a:lnTo>
                    <a:pt x="5775295" y="147341"/>
                  </a:lnTo>
                  <a:lnTo>
                    <a:pt x="5775389" y="147341"/>
                  </a:lnTo>
                  <a:lnTo>
                    <a:pt x="5775483" y="147341"/>
                  </a:lnTo>
                  <a:lnTo>
                    <a:pt x="5775577" y="147341"/>
                  </a:lnTo>
                  <a:lnTo>
                    <a:pt x="5775671" y="147341"/>
                  </a:lnTo>
                  <a:lnTo>
                    <a:pt x="5775766" y="147341"/>
                  </a:lnTo>
                  <a:lnTo>
                    <a:pt x="5775860" y="147341"/>
                  </a:lnTo>
                  <a:lnTo>
                    <a:pt x="5775954" y="147341"/>
                  </a:lnTo>
                  <a:lnTo>
                    <a:pt x="5776048" y="147341"/>
                  </a:lnTo>
                  <a:lnTo>
                    <a:pt x="5776142" y="147341"/>
                  </a:lnTo>
                  <a:lnTo>
                    <a:pt x="5776236" y="147341"/>
                  </a:lnTo>
                  <a:lnTo>
                    <a:pt x="5776330" y="147341"/>
                  </a:lnTo>
                  <a:lnTo>
                    <a:pt x="5776425" y="147341"/>
                  </a:lnTo>
                  <a:lnTo>
                    <a:pt x="5776519" y="147341"/>
                  </a:lnTo>
                  <a:lnTo>
                    <a:pt x="5776613" y="147341"/>
                  </a:lnTo>
                  <a:lnTo>
                    <a:pt x="5776707" y="147341"/>
                  </a:lnTo>
                  <a:lnTo>
                    <a:pt x="5776801" y="147341"/>
                  </a:lnTo>
                  <a:lnTo>
                    <a:pt x="5776895" y="147341"/>
                  </a:lnTo>
                  <a:lnTo>
                    <a:pt x="5776990" y="147341"/>
                  </a:lnTo>
                  <a:lnTo>
                    <a:pt x="5777084" y="147341"/>
                  </a:lnTo>
                  <a:lnTo>
                    <a:pt x="5777178" y="147341"/>
                  </a:lnTo>
                  <a:lnTo>
                    <a:pt x="5777272" y="147341"/>
                  </a:lnTo>
                  <a:lnTo>
                    <a:pt x="5777366" y="147341"/>
                  </a:lnTo>
                  <a:lnTo>
                    <a:pt x="5777460" y="147341"/>
                  </a:lnTo>
                  <a:lnTo>
                    <a:pt x="5777554" y="147341"/>
                  </a:lnTo>
                  <a:lnTo>
                    <a:pt x="5777649" y="147341"/>
                  </a:lnTo>
                  <a:lnTo>
                    <a:pt x="5777743" y="147341"/>
                  </a:lnTo>
                  <a:lnTo>
                    <a:pt x="5777837" y="147341"/>
                  </a:lnTo>
                  <a:lnTo>
                    <a:pt x="5777931" y="147341"/>
                  </a:lnTo>
                  <a:lnTo>
                    <a:pt x="5778025" y="147341"/>
                  </a:lnTo>
                  <a:lnTo>
                    <a:pt x="5778119" y="147341"/>
                  </a:lnTo>
                  <a:lnTo>
                    <a:pt x="5778213" y="147341"/>
                  </a:lnTo>
                  <a:lnTo>
                    <a:pt x="5778308" y="147341"/>
                  </a:lnTo>
                  <a:lnTo>
                    <a:pt x="5778402" y="147341"/>
                  </a:lnTo>
                  <a:lnTo>
                    <a:pt x="5778496" y="147341"/>
                  </a:lnTo>
                  <a:lnTo>
                    <a:pt x="5778590" y="147341"/>
                  </a:lnTo>
                  <a:lnTo>
                    <a:pt x="5778684" y="147341"/>
                  </a:lnTo>
                  <a:lnTo>
                    <a:pt x="5778778" y="147341"/>
                  </a:lnTo>
                  <a:lnTo>
                    <a:pt x="5778873" y="147341"/>
                  </a:lnTo>
                  <a:lnTo>
                    <a:pt x="5778967" y="147341"/>
                  </a:lnTo>
                  <a:lnTo>
                    <a:pt x="5779061" y="147341"/>
                  </a:lnTo>
                  <a:lnTo>
                    <a:pt x="5779155" y="147341"/>
                  </a:lnTo>
                  <a:lnTo>
                    <a:pt x="5779249" y="147341"/>
                  </a:lnTo>
                  <a:lnTo>
                    <a:pt x="5779343" y="147341"/>
                  </a:lnTo>
                  <a:lnTo>
                    <a:pt x="5779437" y="147341"/>
                  </a:lnTo>
                  <a:lnTo>
                    <a:pt x="5779532" y="147341"/>
                  </a:lnTo>
                  <a:lnTo>
                    <a:pt x="5779626" y="147341"/>
                  </a:lnTo>
                  <a:lnTo>
                    <a:pt x="5779720" y="147341"/>
                  </a:lnTo>
                  <a:lnTo>
                    <a:pt x="5779814" y="147341"/>
                  </a:lnTo>
                  <a:lnTo>
                    <a:pt x="5779908" y="147341"/>
                  </a:lnTo>
                  <a:lnTo>
                    <a:pt x="5780002" y="147341"/>
                  </a:lnTo>
                  <a:lnTo>
                    <a:pt x="5780097" y="147341"/>
                  </a:lnTo>
                  <a:lnTo>
                    <a:pt x="5780191" y="147341"/>
                  </a:lnTo>
                  <a:lnTo>
                    <a:pt x="5780285" y="147341"/>
                  </a:lnTo>
                  <a:lnTo>
                    <a:pt x="5780379" y="147341"/>
                  </a:lnTo>
                  <a:lnTo>
                    <a:pt x="5780473" y="147341"/>
                  </a:lnTo>
                  <a:lnTo>
                    <a:pt x="5780567" y="147341"/>
                  </a:lnTo>
                  <a:lnTo>
                    <a:pt x="5780661" y="147341"/>
                  </a:lnTo>
                  <a:lnTo>
                    <a:pt x="5780756" y="147341"/>
                  </a:lnTo>
                  <a:lnTo>
                    <a:pt x="5780850" y="147341"/>
                  </a:lnTo>
                  <a:lnTo>
                    <a:pt x="5780944" y="147341"/>
                  </a:lnTo>
                  <a:lnTo>
                    <a:pt x="5781038" y="147341"/>
                  </a:lnTo>
                  <a:lnTo>
                    <a:pt x="5781132" y="147341"/>
                  </a:lnTo>
                  <a:lnTo>
                    <a:pt x="5781226" y="147341"/>
                  </a:lnTo>
                  <a:lnTo>
                    <a:pt x="5781321" y="147341"/>
                  </a:lnTo>
                  <a:lnTo>
                    <a:pt x="5781415" y="147341"/>
                  </a:lnTo>
                  <a:lnTo>
                    <a:pt x="5781509" y="147341"/>
                  </a:lnTo>
                  <a:lnTo>
                    <a:pt x="5781603" y="147341"/>
                  </a:lnTo>
                  <a:lnTo>
                    <a:pt x="5781697" y="147341"/>
                  </a:lnTo>
                  <a:lnTo>
                    <a:pt x="5781791" y="147341"/>
                  </a:lnTo>
                  <a:lnTo>
                    <a:pt x="5781885" y="147341"/>
                  </a:lnTo>
                  <a:lnTo>
                    <a:pt x="5781980" y="147341"/>
                  </a:lnTo>
                  <a:lnTo>
                    <a:pt x="5782074" y="147341"/>
                  </a:lnTo>
                  <a:lnTo>
                    <a:pt x="5782168" y="147341"/>
                  </a:lnTo>
                  <a:lnTo>
                    <a:pt x="5782262" y="147341"/>
                  </a:lnTo>
                  <a:lnTo>
                    <a:pt x="5782356" y="147341"/>
                  </a:lnTo>
                  <a:lnTo>
                    <a:pt x="5782450" y="147341"/>
                  </a:lnTo>
                  <a:lnTo>
                    <a:pt x="5782544" y="147341"/>
                  </a:lnTo>
                  <a:lnTo>
                    <a:pt x="5782639" y="147341"/>
                  </a:lnTo>
                  <a:lnTo>
                    <a:pt x="5782733" y="147341"/>
                  </a:lnTo>
                  <a:lnTo>
                    <a:pt x="5782827" y="147341"/>
                  </a:lnTo>
                  <a:lnTo>
                    <a:pt x="5782921" y="147341"/>
                  </a:lnTo>
                  <a:lnTo>
                    <a:pt x="5783015" y="147341"/>
                  </a:lnTo>
                  <a:lnTo>
                    <a:pt x="5783109" y="147341"/>
                  </a:lnTo>
                  <a:lnTo>
                    <a:pt x="5783204" y="147341"/>
                  </a:lnTo>
                  <a:lnTo>
                    <a:pt x="5783298" y="147341"/>
                  </a:lnTo>
                  <a:lnTo>
                    <a:pt x="5783392" y="147341"/>
                  </a:lnTo>
                  <a:lnTo>
                    <a:pt x="5783486" y="147341"/>
                  </a:lnTo>
                  <a:lnTo>
                    <a:pt x="5783580" y="147341"/>
                  </a:lnTo>
                  <a:lnTo>
                    <a:pt x="5783674" y="147341"/>
                  </a:lnTo>
                  <a:lnTo>
                    <a:pt x="5783768" y="147341"/>
                  </a:lnTo>
                  <a:lnTo>
                    <a:pt x="5783863" y="147341"/>
                  </a:lnTo>
                  <a:lnTo>
                    <a:pt x="5783957" y="147341"/>
                  </a:lnTo>
                  <a:lnTo>
                    <a:pt x="5784051" y="147341"/>
                  </a:lnTo>
                  <a:lnTo>
                    <a:pt x="5784145" y="147341"/>
                  </a:lnTo>
                  <a:lnTo>
                    <a:pt x="5784239" y="147341"/>
                  </a:lnTo>
                  <a:lnTo>
                    <a:pt x="5784333" y="147341"/>
                  </a:lnTo>
                  <a:lnTo>
                    <a:pt x="5784428" y="147341"/>
                  </a:lnTo>
                  <a:lnTo>
                    <a:pt x="5784522" y="147341"/>
                  </a:lnTo>
                  <a:lnTo>
                    <a:pt x="5784616" y="147341"/>
                  </a:lnTo>
                  <a:lnTo>
                    <a:pt x="5784710" y="147341"/>
                  </a:lnTo>
                  <a:lnTo>
                    <a:pt x="5784804" y="147341"/>
                  </a:lnTo>
                  <a:lnTo>
                    <a:pt x="5784898" y="147341"/>
                  </a:lnTo>
                  <a:lnTo>
                    <a:pt x="5784992" y="147341"/>
                  </a:lnTo>
                  <a:lnTo>
                    <a:pt x="5785087" y="147341"/>
                  </a:lnTo>
                  <a:lnTo>
                    <a:pt x="5785181" y="147341"/>
                  </a:lnTo>
                  <a:lnTo>
                    <a:pt x="5785275" y="147341"/>
                  </a:lnTo>
                  <a:lnTo>
                    <a:pt x="5785369" y="147341"/>
                  </a:lnTo>
                  <a:lnTo>
                    <a:pt x="5785463" y="147341"/>
                  </a:lnTo>
                  <a:lnTo>
                    <a:pt x="5785557" y="147341"/>
                  </a:lnTo>
                  <a:lnTo>
                    <a:pt x="5785652" y="147341"/>
                  </a:lnTo>
                  <a:lnTo>
                    <a:pt x="5785746" y="147341"/>
                  </a:lnTo>
                  <a:lnTo>
                    <a:pt x="5785840" y="147341"/>
                  </a:lnTo>
                  <a:lnTo>
                    <a:pt x="5785934" y="147341"/>
                  </a:lnTo>
                  <a:lnTo>
                    <a:pt x="5786028" y="147341"/>
                  </a:lnTo>
                  <a:lnTo>
                    <a:pt x="5786122" y="147341"/>
                  </a:lnTo>
                  <a:lnTo>
                    <a:pt x="5786216" y="147341"/>
                  </a:lnTo>
                  <a:lnTo>
                    <a:pt x="5786311" y="147341"/>
                  </a:lnTo>
                  <a:lnTo>
                    <a:pt x="5786405" y="147341"/>
                  </a:lnTo>
                  <a:lnTo>
                    <a:pt x="5786499" y="147341"/>
                  </a:lnTo>
                  <a:lnTo>
                    <a:pt x="5786593" y="147341"/>
                  </a:lnTo>
                  <a:lnTo>
                    <a:pt x="5786687" y="147341"/>
                  </a:lnTo>
                  <a:lnTo>
                    <a:pt x="5786781" y="147341"/>
                  </a:lnTo>
                  <a:lnTo>
                    <a:pt x="5786875" y="147341"/>
                  </a:lnTo>
                  <a:lnTo>
                    <a:pt x="5786970" y="147341"/>
                  </a:lnTo>
                  <a:lnTo>
                    <a:pt x="5787064" y="147341"/>
                  </a:lnTo>
                  <a:lnTo>
                    <a:pt x="5787158" y="147341"/>
                  </a:lnTo>
                  <a:lnTo>
                    <a:pt x="5787252" y="147341"/>
                  </a:lnTo>
                  <a:lnTo>
                    <a:pt x="5787346" y="147341"/>
                  </a:lnTo>
                  <a:lnTo>
                    <a:pt x="5787440" y="147341"/>
                  </a:lnTo>
                  <a:lnTo>
                    <a:pt x="5787535" y="147341"/>
                  </a:lnTo>
                  <a:lnTo>
                    <a:pt x="5787629" y="147341"/>
                  </a:lnTo>
                  <a:lnTo>
                    <a:pt x="5787723" y="147341"/>
                  </a:lnTo>
                  <a:lnTo>
                    <a:pt x="5787817" y="147341"/>
                  </a:lnTo>
                  <a:lnTo>
                    <a:pt x="5787911" y="147341"/>
                  </a:lnTo>
                  <a:lnTo>
                    <a:pt x="5788005" y="147341"/>
                  </a:lnTo>
                  <a:lnTo>
                    <a:pt x="5788099" y="147341"/>
                  </a:lnTo>
                  <a:lnTo>
                    <a:pt x="5788194" y="147341"/>
                  </a:lnTo>
                  <a:lnTo>
                    <a:pt x="5788288" y="147341"/>
                  </a:lnTo>
                  <a:lnTo>
                    <a:pt x="5788382" y="147341"/>
                  </a:lnTo>
                  <a:lnTo>
                    <a:pt x="5788476" y="147341"/>
                  </a:lnTo>
                  <a:lnTo>
                    <a:pt x="5788570" y="147341"/>
                  </a:lnTo>
                  <a:lnTo>
                    <a:pt x="5788664" y="147341"/>
                  </a:lnTo>
                  <a:lnTo>
                    <a:pt x="5788759" y="147341"/>
                  </a:lnTo>
                  <a:lnTo>
                    <a:pt x="5788853" y="147341"/>
                  </a:lnTo>
                  <a:lnTo>
                    <a:pt x="5788947" y="147341"/>
                  </a:lnTo>
                  <a:lnTo>
                    <a:pt x="5789041" y="147341"/>
                  </a:lnTo>
                  <a:lnTo>
                    <a:pt x="5789135" y="147341"/>
                  </a:lnTo>
                  <a:lnTo>
                    <a:pt x="5789229" y="147341"/>
                  </a:lnTo>
                  <a:lnTo>
                    <a:pt x="5789323" y="147341"/>
                  </a:lnTo>
                  <a:lnTo>
                    <a:pt x="5789418" y="147341"/>
                  </a:lnTo>
                  <a:lnTo>
                    <a:pt x="5789512" y="147341"/>
                  </a:lnTo>
                  <a:lnTo>
                    <a:pt x="5789606" y="147341"/>
                  </a:lnTo>
                  <a:lnTo>
                    <a:pt x="5789700" y="147341"/>
                  </a:lnTo>
                  <a:lnTo>
                    <a:pt x="5789794" y="147341"/>
                  </a:lnTo>
                  <a:lnTo>
                    <a:pt x="5789888" y="147341"/>
                  </a:lnTo>
                  <a:lnTo>
                    <a:pt x="5789983" y="147341"/>
                  </a:lnTo>
                  <a:lnTo>
                    <a:pt x="5790077" y="147341"/>
                  </a:lnTo>
                  <a:lnTo>
                    <a:pt x="5790171" y="147341"/>
                  </a:lnTo>
                  <a:lnTo>
                    <a:pt x="5790265" y="147341"/>
                  </a:lnTo>
                  <a:lnTo>
                    <a:pt x="5790359" y="147341"/>
                  </a:lnTo>
                  <a:lnTo>
                    <a:pt x="5790453" y="147341"/>
                  </a:lnTo>
                  <a:lnTo>
                    <a:pt x="5790547" y="147341"/>
                  </a:lnTo>
                  <a:lnTo>
                    <a:pt x="5790642" y="147341"/>
                  </a:lnTo>
                  <a:lnTo>
                    <a:pt x="5790736" y="147341"/>
                  </a:lnTo>
                  <a:lnTo>
                    <a:pt x="5790830" y="147341"/>
                  </a:lnTo>
                  <a:lnTo>
                    <a:pt x="5790924" y="147341"/>
                  </a:lnTo>
                  <a:lnTo>
                    <a:pt x="5791018" y="147341"/>
                  </a:lnTo>
                  <a:lnTo>
                    <a:pt x="5791112" y="147341"/>
                  </a:lnTo>
                  <a:lnTo>
                    <a:pt x="5791206" y="147341"/>
                  </a:lnTo>
                  <a:lnTo>
                    <a:pt x="5791301" y="147341"/>
                  </a:lnTo>
                  <a:lnTo>
                    <a:pt x="5791395" y="147341"/>
                  </a:lnTo>
                  <a:lnTo>
                    <a:pt x="5791489" y="147341"/>
                  </a:lnTo>
                  <a:lnTo>
                    <a:pt x="5791583" y="147341"/>
                  </a:lnTo>
                  <a:lnTo>
                    <a:pt x="5791677" y="147341"/>
                  </a:lnTo>
                  <a:lnTo>
                    <a:pt x="5791771" y="147341"/>
                  </a:lnTo>
                  <a:lnTo>
                    <a:pt x="5791866" y="147341"/>
                  </a:lnTo>
                  <a:lnTo>
                    <a:pt x="5791960" y="147341"/>
                  </a:lnTo>
                  <a:lnTo>
                    <a:pt x="5792054" y="147341"/>
                  </a:lnTo>
                  <a:lnTo>
                    <a:pt x="5792148" y="147341"/>
                  </a:lnTo>
                  <a:lnTo>
                    <a:pt x="5792242" y="147341"/>
                  </a:lnTo>
                  <a:lnTo>
                    <a:pt x="5792336" y="147341"/>
                  </a:lnTo>
                  <a:lnTo>
                    <a:pt x="5792430" y="147341"/>
                  </a:lnTo>
                  <a:lnTo>
                    <a:pt x="5792525" y="147341"/>
                  </a:lnTo>
                  <a:lnTo>
                    <a:pt x="5792619" y="147341"/>
                  </a:lnTo>
                  <a:lnTo>
                    <a:pt x="5792713" y="147341"/>
                  </a:lnTo>
                  <a:lnTo>
                    <a:pt x="5792807" y="147341"/>
                  </a:lnTo>
                  <a:lnTo>
                    <a:pt x="5792901" y="147341"/>
                  </a:lnTo>
                  <a:lnTo>
                    <a:pt x="5792995" y="147341"/>
                  </a:lnTo>
                  <a:lnTo>
                    <a:pt x="5793090" y="147341"/>
                  </a:lnTo>
                  <a:lnTo>
                    <a:pt x="5793184" y="147341"/>
                  </a:lnTo>
                  <a:lnTo>
                    <a:pt x="5793278" y="147341"/>
                  </a:lnTo>
                  <a:lnTo>
                    <a:pt x="5793372" y="147341"/>
                  </a:lnTo>
                  <a:lnTo>
                    <a:pt x="5793466" y="147341"/>
                  </a:lnTo>
                  <a:lnTo>
                    <a:pt x="5793560" y="147341"/>
                  </a:lnTo>
                  <a:lnTo>
                    <a:pt x="5793654" y="147341"/>
                  </a:lnTo>
                  <a:lnTo>
                    <a:pt x="5793749" y="147341"/>
                  </a:lnTo>
                  <a:lnTo>
                    <a:pt x="5793843" y="147341"/>
                  </a:lnTo>
                  <a:lnTo>
                    <a:pt x="5793937" y="147341"/>
                  </a:lnTo>
                  <a:lnTo>
                    <a:pt x="5794031" y="147341"/>
                  </a:lnTo>
                  <a:lnTo>
                    <a:pt x="5794125" y="147341"/>
                  </a:lnTo>
                  <a:lnTo>
                    <a:pt x="5794219" y="147341"/>
                  </a:lnTo>
                  <a:lnTo>
                    <a:pt x="5794314" y="147341"/>
                  </a:lnTo>
                  <a:lnTo>
                    <a:pt x="5794408" y="147341"/>
                  </a:lnTo>
                  <a:lnTo>
                    <a:pt x="5794502" y="147341"/>
                  </a:lnTo>
                  <a:lnTo>
                    <a:pt x="5794596" y="147341"/>
                  </a:lnTo>
                  <a:lnTo>
                    <a:pt x="5794596" y="142429"/>
                  </a:lnTo>
                  <a:lnTo>
                    <a:pt x="5794690" y="142429"/>
                  </a:lnTo>
                  <a:lnTo>
                    <a:pt x="5794784" y="142429"/>
                  </a:lnTo>
                  <a:lnTo>
                    <a:pt x="5794878" y="142429"/>
                  </a:lnTo>
                  <a:lnTo>
                    <a:pt x="5794973" y="142429"/>
                  </a:lnTo>
                  <a:lnTo>
                    <a:pt x="5795067" y="142429"/>
                  </a:lnTo>
                  <a:lnTo>
                    <a:pt x="5795161" y="142429"/>
                  </a:lnTo>
                  <a:lnTo>
                    <a:pt x="5795255" y="142429"/>
                  </a:lnTo>
                  <a:lnTo>
                    <a:pt x="5795349" y="142429"/>
                  </a:lnTo>
                  <a:lnTo>
                    <a:pt x="5795443" y="142429"/>
                  </a:lnTo>
                  <a:lnTo>
                    <a:pt x="5795537" y="142429"/>
                  </a:lnTo>
                  <a:lnTo>
                    <a:pt x="5795632" y="142429"/>
                  </a:lnTo>
                  <a:lnTo>
                    <a:pt x="5795726" y="142429"/>
                  </a:lnTo>
                  <a:lnTo>
                    <a:pt x="5795820" y="142429"/>
                  </a:lnTo>
                  <a:lnTo>
                    <a:pt x="5795914" y="142429"/>
                  </a:lnTo>
                  <a:lnTo>
                    <a:pt x="5796008" y="142429"/>
                  </a:lnTo>
                  <a:lnTo>
                    <a:pt x="5796102" y="142429"/>
                  </a:lnTo>
                  <a:lnTo>
                    <a:pt x="5796197" y="142429"/>
                  </a:lnTo>
                  <a:lnTo>
                    <a:pt x="5796291" y="142429"/>
                  </a:lnTo>
                  <a:lnTo>
                    <a:pt x="5796385" y="142429"/>
                  </a:lnTo>
                  <a:lnTo>
                    <a:pt x="5796479" y="142429"/>
                  </a:lnTo>
                  <a:lnTo>
                    <a:pt x="5796573" y="142429"/>
                  </a:lnTo>
                  <a:lnTo>
                    <a:pt x="5796667" y="142429"/>
                  </a:lnTo>
                  <a:lnTo>
                    <a:pt x="5796761" y="142429"/>
                  </a:lnTo>
                  <a:lnTo>
                    <a:pt x="5796856" y="142429"/>
                  </a:lnTo>
                  <a:lnTo>
                    <a:pt x="5796950" y="142429"/>
                  </a:lnTo>
                  <a:lnTo>
                    <a:pt x="5797044" y="142429"/>
                  </a:lnTo>
                  <a:lnTo>
                    <a:pt x="5797138" y="142429"/>
                  </a:lnTo>
                  <a:lnTo>
                    <a:pt x="5797232" y="142429"/>
                  </a:lnTo>
                  <a:lnTo>
                    <a:pt x="5797326" y="142429"/>
                  </a:lnTo>
                  <a:lnTo>
                    <a:pt x="5797421" y="142429"/>
                  </a:lnTo>
                  <a:lnTo>
                    <a:pt x="5797515" y="142429"/>
                  </a:lnTo>
                  <a:lnTo>
                    <a:pt x="5797609" y="142429"/>
                  </a:lnTo>
                  <a:lnTo>
                    <a:pt x="5797703" y="142429"/>
                  </a:lnTo>
                  <a:lnTo>
                    <a:pt x="5797797" y="142429"/>
                  </a:lnTo>
                  <a:lnTo>
                    <a:pt x="5797891" y="142429"/>
                  </a:lnTo>
                  <a:lnTo>
                    <a:pt x="5797985" y="142429"/>
                  </a:lnTo>
                  <a:lnTo>
                    <a:pt x="5798080" y="142429"/>
                  </a:lnTo>
                  <a:lnTo>
                    <a:pt x="5798174" y="142429"/>
                  </a:lnTo>
                  <a:lnTo>
                    <a:pt x="5798268" y="142429"/>
                  </a:lnTo>
                  <a:lnTo>
                    <a:pt x="5798362" y="142429"/>
                  </a:lnTo>
                  <a:lnTo>
                    <a:pt x="5798456" y="142429"/>
                  </a:lnTo>
                  <a:lnTo>
                    <a:pt x="5798550" y="142429"/>
                  </a:lnTo>
                  <a:lnTo>
                    <a:pt x="5798645" y="142429"/>
                  </a:lnTo>
                  <a:lnTo>
                    <a:pt x="5798739" y="142429"/>
                  </a:lnTo>
                  <a:lnTo>
                    <a:pt x="5798833" y="142429"/>
                  </a:lnTo>
                  <a:lnTo>
                    <a:pt x="5798927" y="142429"/>
                  </a:lnTo>
                  <a:lnTo>
                    <a:pt x="5799021" y="142429"/>
                  </a:lnTo>
                  <a:lnTo>
                    <a:pt x="5799115" y="142429"/>
                  </a:lnTo>
                  <a:lnTo>
                    <a:pt x="5799209" y="142429"/>
                  </a:lnTo>
                  <a:lnTo>
                    <a:pt x="5799304" y="142429"/>
                  </a:lnTo>
                  <a:lnTo>
                    <a:pt x="5799398" y="142429"/>
                  </a:lnTo>
                  <a:lnTo>
                    <a:pt x="5799492" y="142429"/>
                  </a:lnTo>
                  <a:lnTo>
                    <a:pt x="5799586" y="142429"/>
                  </a:lnTo>
                  <a:lnTo>
                    <a:pt x="5799680" y="142429"/>
                  </a:lnTo>
                  <a:lnTo>
                    <a:pt x="5799774" y="142429"/>
                  </a:lnTo>
                  <a:lnTo>
                    <a:pt x="5799868" y="142429"/>
                  </a:lnTo>
                  <a:lnTo>
                    <a:pt x="5799963" y="142429"/>
                  </a:lnTo>
                  <a:lnTo>
                    <a:pt x="5800057" y="142429"/>
                  </a:lnTo>
                  <a:lnTo>
                    <a:pt x="5800151" y="142429"/>
                  </a:lnTo>
                  <a:lnTo>
                    <a:pt x="5800245" y="142429"/>
                  </a:lnTo>
                  <a:lnTo>
                    <a:pt x="5800339" y="142429"/>
                  </a:lnTo>
                  <a:lnTo>
                    <a:pt x="5800433" y="142429"/>
                  </a:lnTo>
                  <a:lnTo>
                    <a:pt x="5800528" y="142429"/>
                  </a:lnTo>
                  <a:lnTo>
                    <a:pt x="5800622" y="142429"/>
                  </a:lnTo>
                  <a:lnTo>
                    <a:pt x="5800716" y="142429"/>
                  </a:lnTo>
                  <a:lnTo>
                    <a:pt x="5800810" y="142429"/>
                  </a:lnTo>
                  <a:lnTo>
                    <a:pt x="5800904" y="142429"/>
                  </a:lnTo>
                  <a:lnTo>
                    <a:pt x="5800998" y="142429"/>
                  </a:lnTo>
                  <a:lnTo>
                    <a:pt x="5801092" y="142429"/>
                  </a:lnTo>
                  <a:lnTo>
                    <a:pt x="5801187" y="142429"/>
                  </a:lnTo>
                  <a:lnTo>
                    <a:pt x="5801281" y="142429"/>
                  </a:lnTo>
                  <a:lnTo>
                    <a:pt x="5801375" y="142429"/>
                  </a:lnTo>
                  <a:lnTo>
                    <a:pt x="5801469" y="142429"/>
                  </a:lnTo>
                  <a:lnTo>
                    <a:pt x="5801563" y="142429"/>
                  </a:lnTo>
                  <a:lnTo>
                    <a:pt x="5801657" y="142429"/>
                  </a:lnTo>
                  <a:lnTo>
                    <a:pt x="5801752" y="142429"/>
                  </a:lnTo>
                  <a:lnTo>
                    <a:pt x="5801846" y="142429"/>
                  </a:lnTo>
                  <a:lnTo>
                    <a:pt x="5801940" y="142429"/>
                  </a:lnTo>
                  <a:lnTo>
                    <a:pt x="5802034" y="142429"/>
                  </a:lnTo>
                  <a:lnTo>
                    <a:pt x="5802128" y="142429"/>
                  </a:lnTo>
                  <a:lnTo>
                    <a:pt x="5802222" y="142429"/>
                  </a:lnTo>
                  <a:lnTo>
                    <a:pt x="5802316" y="142429"/>
                  </a:lnTo>
                  <a:lnTo>
                    <a:pt x="5802411" y="142429"/>
                  </a:lnTo>
                  <a:lnTo>
                    <a:pt x="5802505" y="142429"/>
                  </a:lnTo>
                  <a:lnTo>
                    <a:pt x="5802599" y="142429"/>
                  </a:lnTo>
                  <a:lnTo>
                    <a:pt x="5802693" y="142429"/>
                  </a:lnTo>
                  <a:lnTo>
                    <a:pt x="5802787" y="142429"/>
                  </a:lnTo>
                  <a:lnTo>
                    <a:pt x="5802881" y="142429"/>
                  </a:lnTo>
                  <a:lnTo>
                    <a:pt x="5802976" y="142429"/>
                  </a:lnTo>
                  <a:lnTo>
                    <a:pt x="5803070" y="142429"/>
                  </a:lnTo>
                  <a:lnTo>
                    <a:pt x="5803164" y="142429"/>
                  </a:lnTo>
                  <a:lnTo>
                    <a:pt x="5803258" y="142429"/>
                  </a:lnTo>
                  <a:lnTo>
                    <a:pt x="5803352" y="142429"/>
                  </a:lnTo>
                  <a:lnTo>
                    <a:pt x="5803446" y="142429"/>
                  </a:lnTo>
                  <a:lnTo>
                    <a:pt x="5803540" y="142429"/>
                  </a:lnTo>
                  <a:lnTo>
                    <a:pt x="5803635" y="142429"/>
                  </a:lnTo>
                  <a:lnTo>
                    <a:pt x="5803729" y="142429"/>
                  </a:lnTo>
                  <a:lnTo>
                    <a:pt x="5803823" y="142429"/>
                  </a:lnTo>
                  <a:lnTo>
                    <a:pt x="5803917" y="142429"/>
                  </a:lnTo>
                  <a:lnTo>
                    <a:pt x="5804011" y="142429"/>
                  </a:lnTo>
                  <a:lnTo>
                    <a:pt x="5804105" y="142429"/>
                  </a:lnTo>
                  <a:lnTo>
                    <a:pt x="5804199" y="142429"/>
                  </a:lnTo>
                  <a:lnTo>
                    <a:pt x="5804294" y="142429"/>
                  </a:lnTo>
                  <a:lnTo>
                    <a:pt x="5804388" y="142429"/>
                  </a:lnTo>
                  <a:lnTo>
                    <a:pt x="5804482" y="142429"/>
                  </a:lnTo>
                  <a:lnTo>
                    <a:pt x="5804576" y="142429"/>
                  </a:lnTo>
                  <a:lnTo>
                    <a:pt x="5804670" y="142429"/>
                  </a:lnTo>
                  <a:lnTo>
                    <a:pt x="5804764" y="142429"/>
                  </a:lnTo>
                  <a:lnTo>
                    <a:pt x="5804859" y="142429"/>
                  </a:lnTo>
                  <a:lnTo>
                    <a:pt x="5804953" y="142429"/>
                  </a:lnTo>
                  <a:lnTo>
                    <a:pt x="5805047" y="142429"/>
                  </a:lnTo>
                  <a:lnTo>
                    <a:pt x="5805141" y="142429"/>
                  </a:lnTo>
                  <a:lnTo>
                    <a:pt x="5805235" y="142429"/>
                  </a:lnTo>
                  <a:lnTo>
                    <a:pt x="5805329" y="142429"/>
                  </a:lnTo>
                  <a:lnTo>
                    <a:pt x="5805423" y="142429"/>
                  </a:lnTo>
                  <a:lnTo>
                    <a:pt x="5805518" y="142429"/>
                  </a:lnTo>
                  <a:lnTo>
                    <a:pt x="5805612" y="142429"/>
                  </a:lnTo>
                  <a:lnTo>
                    <a:pt x="5805706" y="142429"/>
                  </a:lnTo>
                  <a:lnTo>
                    <a:pt x="5805800" y="142429"/>
                  </a:lnTo>
                  <a:lnTo>
                    <a:pt x="5805894" y="142429"/>
                  </a:lnTo>
                  <a:lnTo>
                    <a:pt x="5805988" y="142429"/>
                  </a:lnTo>
                  <a:lnTo>
                    <a:pt x="5806083" y="142429"/>
                  </a:lnTo>
                  <a:lnTo>
                    <a:pt x="5806177" y="142429"/>
                  </a:lnTo>
                  <a:lnTo>
                    <a:pt x="5806271" y="142429"/>
                  </a:lnTo>
                  <a:lnTo>
                    <a:pt x="5806365" y="142429"/>
                  </a:lnTo>
                  <a:lnTo>
                    <a:pt x="5806459" y="142429"/>
                  </a:lnTo>
                  <a:lnTo>
                    <a:pt x="5806553" y="142429"/>
                  </a:lnTo>
                  <a:lnTo>
                    <a:pt x="5806647" y="142429"/>
                  </a:lnTo>
                  <a:lnTo>
                    <a:pt x="5806742" y="142429"/>
                  </a:lnTo>
                  <a:lnTo>
                    <a:pt x="5806836" y="142429"/>
                  </a:lnTo>
                  <a:lnTo>
                    <a:pt x="5806930" y="142429"/>
                  </a:lnTo>
                  <a:lnTo>
                    <a:pt x="5807024" y="142429"/>
                  </a:lnTo>
                  <a:lnTo>
                    <a:pt x="5807118" y="142429"/>
                  </a:lnTo>
                  <a:lnTo>
                    <a:pt x="5807212" y="142429"/>
                  </a:lnTo>
                  <a:lnTo>
                    <a:pt x="5807307" y="142429"/>
                  </a:lnTo>
                  <a:lnTo>
                    <a:pt x="5807401" y="142429"/>
                  </a:lnTo>
                  <a:lnTo>
                    <a:pt x="5807495" y="142429"/>
                  </a:lnTo>
                  <a:lnTo>
                    <a:pt x="5807589" y="142429"/>
                  </a:lnTo>
                  <a:lnTo>
                    <a:pt x="5807683" y="142429"/>
                  </a:lnTo>
                  <a:lnTo>
                    <a:pt x="5807777" y="142429"/>
                  </a:lnTo>
                  <a:lnTo>
                    <a:pt x="5807871" y="142429"/>
                  </a:lnTo>
                  <a:lnTo>
                    <a:pt x="5807966" y="142429"/>
                  </a:lnTo>
                  <a:lnTo>
                    <a:pt x="5808060" y="142429"/>
                  </a:lnTo>
                  <a:lnTo>
                    <a:pt x="5808154" y="142429"/>
                  </a:lnTo>
                  <a:lnTo>
                    <a:pt x="5808248" y="142429"/>
                  </a:lnTo>
                  <a:lnTo>
                    <a:pt x="5808342" y="142429"/>
                  </a:lnTo>
                  <a:lnTo>
                    <a:pt x="5808436" y="142429"/>
                  </a:lnTo>
                  <a:lnTo>
                    <a:pt x="5808530" y="142429"/>
                  </a:lnTo>
                  <a:lnTo>
                    <a:pt x="5808625" y="142429"/>
                  </a:lnTo>
                  <a:lnTo>
                    <a:pt x="5808719" y="142429"/>
                  </a:lnTo>
                  <a:lnTo>
                    <a:pt x="5808813" y="142429"/>
                  </a:lnTo>
                  <a:lnTo>
                    <a:pt x="5808907" y="142429"/>
                  </a:lnTo>
                  <a:lnTo>
                    <a:pt x="5809001" y="142429"/>
                  </a:lnTo>
                  <a:lnTo>
                    <a:pt x="5809095" y="142429"/>
                  </a:lnTo>
                  <a:lnTo>
                    <a:pt x="5809190" y="142429"/>
                  </a:lnTo>
                  <a:lnTo>
                    <a:pt x="5809284" y="142429"/>
                  </a:lnTo>
                  <a:lnTo>
                    <a:pt x="5809378" y="142429"/>
                  </a:lnTo>
                  <a:lnTo>
                    <a:pt x="5809472" y="142429"/>
                  </a:lnTo>
                  <a:lnTo>
                    <a:pt x="5809566" y="142429"/>
                  </a:lnTo>
                  <a:lnTo>
                    <a:pt x="5809660" y="142429"/>
                  </a:lnTo>
                  <a:lnTo>
                    <a:pt x="5809754" y="142429"/>
                  </a:lnTo>
                  <a:lnTo>
                    <a:pt x="5809849" y="142429"/>
                  </a:lnTo>
                  <a:lnTo>
                    <a:pt x="5809943" y="142429"/>
                  </a:lnTo>
                  <a:lnTo>
                    <a:pt x="5810037" y="142429"/>
                  </a:lnTo>
                  <a:lnTo>
                    <a:pt x="5810131" y="142429"/>
                  </a:lnTo>
                  <a:lnTo>
                    <a:pt x="5810225" y="142429"/>
                  </a:lnTo>
                  <a:lnTo>
                    <a:pt x="5810319" y="142429"/>
                  </a:lnTo>
                  <a:lnTo>
                    <a:pt x="5810414" y="142429"/>
                  </a:lnTo>
                  <a:lnTo>
                    <a:pt x="5810508" y="142429"/>
                  </a:lnTo>
                  <a:lnTo>
                    <a:pt x="5810602" y="142429"/>
                  </a:lnTo>
                  <a:lnTo>
                    <a:pt x="5810696" y="142429"/>
                  </a:lnTo>
                  <a:lnTo>
                    <a:pt x="5810790" y="142429"/>
                  </a:lnTo>
                  <a:lnTo>
                    <a:pt x="5810884" y="142429"/>
                  </a:lnTo>
                  <a:lnTo>
                    <a:pt x="5810978" y="142429"/>
                  </a:lnTo>
                  <a:lnTo>
                    <a:pt x="5811073" y="142429"/>
                  </a:lnTo>
                  <a:lnTo>
                    <a:pt x="5811167" y="142429"/>
                  </a:lnTo>
                  <a:lnTo>
                    <a:pt x="5811261" y="142429"/>
                  </a:lnTo>
                  <a:lnTo>
                    <a:pt x="5811355" y="142429"/>
                  </a:lnTo>
                  <a:lnTo>
                    <a:pt x="5811449" y="142429"/>
                  </a:lnTo>
                  <a:lnTo>
                    <a:pt x="5811543" y="142429"/>
                  </a:lnTo>
                  <a:lnTo>
                    <a:pt x="5811638" y="142429"/>
                  </a:lnTo>
                  <a:lnTo>
                    <a:pt x="5811732" y="142429"/>
                  </a:lnTo>
                  <a:lnTo>
                    <a:pt x="5811826" y="142429"/>
                  </a:lnTo>
                  <a:lnTo>
                    <a:pt x="5811920" y="142429"/>
                  </a:lnTo>
                  <a:lnTo>
                    <a:pt x="5812014" y="142429"/>
                  </a:lnTo>
                  <a:lnTo>
                    <a:pt x="5812108" y="142429"/>
                  </a:lnTo>
                  <a:lnTo>
                    <a:pt x="5812202" y="142429"/>
                  </a:lnTo>
                  <a:lnTo>
                    <a:pt x="5812297" y="142429"/>
                  </a:lnTo>
                  <a:lnTo>
                    <a:pt x="5812391" y="142429"/>
                  </a:lnTo>
                  <a:lnTo>
                    <a:pt x="5812485" y="142429"/>
                  </a:lnTo>
                  <a:lnTo>
                    <a:pt x="5812579" y="142429"/>
                  </a:lnTo>
                  <a:lnTo>
                    <a:pt x="5812673" y="142429"/>
                  </a:lnTo>
                  <a:lnTo>
                    <a:pt x="5812767" y="142429"/>
                  </a:lnTo>
                  <a:lnTo>
                    <a:pt x="5812862" y="142429"/>
                  </a:lnTo>
                  <a:lnTo>
                    <a:pt x="5812956" y="142429"/>
                  </a:lnTo>
                  <a:lnTo>
                    <a:pt x="5813050" y="142429"/>
                  </a:lnTo>
                  <a:lnTo>
                    <a:pt x="5813144" y="142429"/>
                  </a:lnTo>
                  <a:lnTo>
                    <a:pt x="5813238" y="142429"/>
                  </a:lnTo>
                  <a:lnTo>
                    <a:pt x="5813332" y="142429"/>
                  </a:lnTo>
                  <a:lnTo>
                    <a:pt x="5813426" y="142429"/>
                  </a:lnTo>
                  <a:lnTo>
                    <a:pt x="5813521" y="142429"/>
                  </a:lnTo>
                  <a:lnTo>
                    <a:pt x="5813615" y="142429"/>
                  </a:lnTo>
                  <a:lnTo>
                    <a:pt x="5813709" y="142429"/>
                  </a:lnTo>
                  <a:lnTo>
                    <a:pt x="5813803" y="142429"/>
                  </a:lnTo>
                  <a:lnTo>
                    <a:pt x="5813897" y="142429"/>
                  </a:lnTo>
                  <a:lnTo>
                    <a:pt x="5813991" y="142429"/>
                  </a:lnTo>
                  <a:lnTo>
                    <a:pt x="5814085" y="142429"/>
                  </a:lnTo>
                  <a:lnTo>
                    <a:pt x="5814180" y="142429"/>
                  </a:lnTo>
                  <a:lnTo>
                    <a:pt x="5814274" y="142429"/>
                  </a:lnTo>
                  <a:lnTo>
                    <a:pt x="5814368" y="142429"/>
                  </a:lnTo>
                  <a:lnTo>
                    <a:pt x="5814462" y="142429"/>
                  </a:lnTo>
                  <a:lnTo>
                    <a:pt x="5814556" y="142429"/>
                  </a:lnTo>
                  <a:lnTo>
                    <a:pt x="5814650" y="142429"/>
                  </a:lnTo>
                  <a:lnTo>
                    <a:pt x="5814745" y="142429"/>
                  </a:lnTo>
                  <a:lnTo>
                    <a:pt x="5814839" y="142429"/>
                  </a:lnTo>
                  <a:lnTo>
                    <a:pt x="5814933" y="142429"/>
                  </a:lnTo>
                  <a:lnTo>
                    <a:pt x="5815027" y="142429"/>
                  </a:lnTo>
                  <a:lnTo>
                    <a:pt x="5815121" y="142429"/>
                  </a:lnTo>
                  <a:lnTo>
                    <a:pt x="5815215" y="142429"/>
                  </a:lnTo>
                  <a:lnTo>
                    <a:pt x="5815309" y="142429"/>
                  </a:lnTo>
                  <a:lnTo>
                    <a:pt x="5815404" y="142429"/>
                  </a:lnTo>
                  <a:lnTo>
                    <a:pt x="5815498" y="142429"/>
                  </a:lnTo>
                  <a:lnTo>
                    <a:pt x="5815592" y="142429"/>
                  </a:lnTo>
                  <a:lnTo>
                    <a:pt x="5815686" y="142429"/>
                  </a:lnTo>
                  <a:lnTo>
                    <a:pt x="5815780" y="142429"/>
                  </a:lnTo>
                  <a:lnTo>
                    <a:pt x="5815874" y="142429"/>
                  </a:lnTo>
                  <a:lnTo>
                    <a:pt x="5815969" y="142429"/>
                  </a:lnTo>
                  <a:lnTo>
                    <a:pt x="5816063" y="142429"/>
                  </a:lnTo>
                  <a:lnTo>
                    <a:pt x="5816157" y="142429"/>
                  </a:lnTo>
                  <a:lnTo>
                    <a:pt x="5816251" y="142429"/>
                  </a:lnTo>
                  <a:lnTo>
                    <a:pt x="5816345" y="142429"/>
                  </a:lnTo>
                  <a:lnTo>
                    <a:pt x="5816439" y="142429"/>
                  </a:lnTo>
                  <a:lnTo>
                    <a:pt x="5816533" y="142429"/>
                  </a:lnTo>
                  <a:lnTo>
                    <a:pt x="5816628" y="142429"/>
                  </a:lnTo>
                  <a:lnTo>
                    <a:pt x="5816722" y="142429"/>
                  </a:lnTo>
                  <a:lnTo>
                    <a:pt x="5816816" y="142429"/>
                  </a:lnTo>
                  <a:lnTo>
                    <a:pt x="5816910" y="142429"/>
                  </a:lnTo>
                  <a:lnTo>
                    <a:pt x="5817004" y="142429"/>
                  </a:lnTo>
                  <a:lnTo>
                    <a:pt x="5817098" y="142429"/>
                  </a:lnTo>
                  <a:lnTo>
                    <a:pt x="5817193" y="142429"/>
                  </a:lnTo>
                  <a:lnTo>
                    <a:pt x="5817287" y="142429"/>
                  </a:lnTo>
                  <a:lnTo>
                    <a:pt x="5817381" y="142429"/>
                  </a:lnTo>
                  <a:lnTo>
                    <a:pt x="5817475" y="142429"/>
                  </a:lnTo>
                  <a:lnTo>
                    <a:pt x="5817569" y="142429"/>
                  </a:lnTo>
                  <a:lnTo>
                    <a:pt x="5817663" y="142429"/>
                  </a:lnTo>
                  <a:lnTo>
                    <a:pt x="5817757" y="142429"/>
                  </a:lnTo>
                  <a:lnTo>
                    <a:pt x="5817852" y="142429"/>
                  </a:lnTo>
                  <a:lnTo>
                    <a:pt x="5817946" y="142429"/>
                  </a:lnTo>
                  <a:lnTo>
                    <a:pt x="5818040" y="142429"/>
                  </a:lnTo>
                  <a:lnTo>
                    <a:pt x="5818134" y="142429"/>
                  </a:lnTo>
                  <a:lnTo>
                    <a:pt x="5818228" y="142429"/>
                  </a:lnTo>
                  <a:lnTo>
                    <a:pt x="5818322" y="142429"/>
                  </a:lnTo>
                  <a:lnTo>
                    <a:pt x="5818416" y="142429"/>
                  </a:lnTo>
                  <a:lnTo>
                    <a:pt x="5818511" y="142429"/>
                  </a:lnTo>
                  <a:lnTo>
                    <a:pt x="5818605" y="142429"/>
                  </a:lnTo>
                  <a:lnTo>
                    <a:pt x="5818699" y="142429"/>
                  </a:lnTo>
                  <a:lnTo>
                    <a:pt x="5818793" y="142429"/>
                  </a:lnTo>
                  <a:lnTo>
                    <a:pt x="5818887" y="142429"/>
                  </a:lnTo>
                  <a:lnTo>
                    <a:pt x="5818981" y="142429"/>
                  </a:lnTo>
                  <a:lnTo>
                    <a:pt x="5819076" y="142429"/>
                  </a:lnTo>
                  <a:lnTo>
                    <a:pt x="5819170" y="142429"/>
                  </a:lnTo>
                  <a:lnTo>
                    <a:pt x="5819264" y="142429"/>
                  </a:lnTo>
                  <a:lnTo>
                    <a:pt x="5819358" y="142429"/>
                  </a:lnTo>
                  <a:lnTo>
                    <a:pt x="5819452" y="142429"/>
                  </a:lnTo>
                  <a:lnTo>
                    <a:pt x="5819546" y="142429"/>
                  </a:lnTo>
                  <a:lnTo>
                    <a:pt x="5819640" y="142429"/>
                  </a:lnTo>
                  <a:lnTo>
                    <a:pt x="5819735" y="142429"/>
                  </a:lnTo>
                  <a:lnTo>
                    <a:pt x="5819829" y="142429"/>
                  </a:lnTo>
                  <a:lnTo>
                    <a:pt x="5819923" y="142429"/>
                  </a:lnTo>
                  <a:lnTo>
                    <a:pt x="5820017" y="142429"/>
                  </a:lnTo>
                  <a:lnTo>
                    <a:pt x="5820111" y="142429"/>
                  </a:lnTo>
                  <a:lnTo>
                    <a:pt x="5820205" y="142429"/>
                  </a:lnTo>
                  <a:lnTo>
                    <a:pt x="5820300" y="142429"/>
                  </a:lnTo>
                  <a:lnTo>
                    <a:pt x="5820394" y="142429"/>
                  </a:lnTo>
                  <a:lnTo>
                    <a:pt x="5820488" y="142429"/>
                  </a:lnTo>
                  <a:lnTo>
                    <a:pt x="5820582" y="142429"/>
                  </a:lnTo>
                  <a:lnTo>
                    <a:pt x="5820676" y="142429"/>
                  </a:lnTo>
                  <a:lnTo>
                    <a:pt x="5820770" y="142429"/>
                  </a:lnTo>
                  <a:lnTo>
                    <a:pt x="5820864" y="142429"/>
                  </a:lnTo>
                  <a:lnTo>
                    <a:pt x="5820959" y="142429"/>
                  </a:lnTo>
                  <a:lnTo>
                    <a:pt x="5821053" y="142429"/>
                  </a:lnTo>
                  <a:lnTo>
                    <a:pt x="5821147" y="142429"/>
                  </a:lnTo>
                  <a:lnTo>
                    <a:pt x="5821241" y="142429"/>
                  </a:lnTo>
                  <a:lnTo>
                    <a:pt x="5821335" y="142429"/>
                  </a:lnTo>
                  <a:lnTo>
                    <a:pt x="5821429" y="142429"/>
                  </a:lnTo>
                  <a:lnTo>
                    <a:pt x="5821524" y="142429"/>
                  </a:lnTo>
                  <a:lnTo>
                    <a:pt x="5821618" y="142429"/>
                  </a:lnTo>
                  <a:lnTo>
                    <a:pt x="5821712" y="142429"/>
                  </a:lnTo>
                  <a:lnTo>
                    <a:pt x="5821806" y="142429"/>
                  </a:lnTo>
                  <a:lnTo>
                    <a:pt x="5821900" y="142429"/>
                  </a:lnTo>
                  <a:lnTo>
                    <a:pt x="5821994" y="142429"/>
                  </a:lnTo>
                  <a:lnTo>
                    <a:pt x="5822088" y="142429"/>
                  </a:lnTo>
                  <a:lnTo>
                    <a:pt x="5822183" y="142429"/>
                  </a:lnTo>
                  <a:lnTo>
                    <a:pt x="5822277" y="142429"/>
                  </a:lnTo>
                  <a:lnTo>
                    <a:pt x="5822371" y="142429"/>
                  </a:lnTo>
                  <a:lnTo>
                    <a:pt x="5822465" y="142429"/>
                  </a:lnTo>
                  <a:lnTo>
                    <a:pt x="5822559" y="142429"/>
                  </a:lnTo>
                  <a:lnTo>
                    <a:pt x="5822653" y="142429"/>
                  </a:lnTo>
                  <a:lnTo>
                    <a:pt x="5822747" y="142429"/>
                  </a:lnTo>
                  <a:lnTo>
                    <a:pt x="5822842" y="142429"/>
                  </a:lnTo>
                  <a:lnTo>
                    <a:pt x="5822936" y="142429"/>
                  </a:lnTo>
                  <a:lnTo>
                    <a:pt x="5823030" y="142429"/>
                  </a:lnTo>
                  <a:lnTo>
                    <a:pt x="5823124" y="142429"/>
                  </a:lnTo>
                  <a:lnTo>
                    <a:pt x="5823218" y="142429"/>
                  </a:lnTo>
                  <a:lnTo>
                    <a:pt x="5823312" y="142429"/>
                  </a:lnTo>
                  <a:lnTo>
                    <a:pt x="5823407" y="142429"/>
                  </a:lnTo>
                  <a:lnTo>
                    <a:pt x="5823501" y="142429"/>
                  </a:lnTo>
                  <a:lnTo>
                    <a:pt x="5823595" y="142429"/>
                  </a:lnTo>
                  <a:lnTo>
                    <a:pt x="5823689" y="142429"/>
                  </a:lnTo>
                  <a:lnTo>
                    <a:pt x="5823783" y="142429"/>
                  </a:lnTo>
                  <a:lnTo>
                    <a:pt x="5823877" y="142429"/>
                  </a:lnTo>
                  <a:lnTo>
                    <a:pt x="5823971" y="142429"/>
                  </a:lnTo>
                  <a:lnTo>
                    <a:pt x="5824066" y="142429"/>
                  </a:lnTo>
                  <a:lnTo>
                    <a:pt x="5824160" y="142429"/>
                  </a:lnTo>
                  <a:lnTo>
                    <a:pt x="5824254" y="142429"/>
                  </a:lnTo>
                  <a:lnTo>
                    <a:pt x="5824348" y="142429"/>
                  </a:lnTo>
                  <a:lnTo>
                    <a:pt x="5824442" y="142429"/>
                  </a:lnTo>
                  <a:lnTo>
                    <a:pt x="5824536" y="142429"/>
                  </a:lnTo>
                  <a:lnTo>
                    <a:pt x="5824631" y="142429"/>
                  </a:lnTo>
                  <a:lnTo>
                    <a:pt x="5824725" y="142429"/>
                  </a:lnTo>
                  <a:lnTo>
                    <a:pt x="5824819" y="142429"/>
                  </a:lnTo>
                  <a:lnTo>
                    <a:pt x="5824913" y="142429"/>
                  </a:lnTo>
                  <a:lnTo>
                    <a:pt x="5825007" y="142429"/>
                  </a:lnTo>
                  <a:lnTo>
                    <a:pt x="5825101" y="142429"/>
                  </a:lnTo>
                  <a:lnTo>
                    <a:pt x="5825195" y="142429"/>
                  </a:lnTo>
                  <a:lnTo>
                    <a:pt x="5825290" y="142429"/>
                  </a:lnTo>
                  <a:lnTo>
                    <a:pt x="5825384" y="142429"/>
                  </a:lnTo>
                  <a:lnTo>
                    <a:pt x="5825478" y="142429"/>
                  </a:lnTo>
                  <a:lnTo>
                    <a:pt x="5825572" y="142429"/>
                  </a:lnTo>
                  <a:lnTo>
                    <a:pt x="5825666" y="142429"/>
                  </a:lnTo>
                  <a:lnTo>
                    <a:pt x="5825760" y="142429"/>
                  </a:lnTo>
                  <a:lnTo>
                    <a:pt x="5825855" y="142429"/>
                  </a:lnTo>
                  <a:lnTo>
                    <a:pt x="5825949" y="142429"/>
                  </a:lnTo>
                  <a:lnTo>
                    <a:pt x="5826043" y="142429"/>
                  </a:lnTo>
                  <a:lnTo>
                    <a:pt x="5826137" y="142429"/>
                  </a:lnTo>
                  <a:lnTo>
                    <a:pt x="5826231" y="142429"/>
                  </a:lnTo>
                  <a:lnTo>
                    <a:pt x="5826325" y="142429"/>
                  </a:lnTo>
                  <a:lnTo>
                    <a:pt x="5826419" y="142429"/>
                  </a:lnTo>
                  <a:lnTo>
                    <a:pt x="5826514" y="142429"/>
                  </a:lnTo>
                  <a:lnTo>
                    <a:pt x="5826608" y="142429"/>
                  </a:lnTo>
                  <a:lnTo>
                    <a:pt x="5826608" y="137518"/>
                  </a:lnTo>
                  <a:lnTo>
                    <a:pt x="5826702" y="137518"/>
                  </a:lnTo>
                  <a:lnTo>
                    <a:pt x="5826796" y="137518"/>
                  </a:lnTo>
                  <a:lnTo>
                    <a:pt x="5826890" y="137518"/>
                  </a:lnTo>
                  <a:lnTo>
                    <a:pt x="5826984" y="137518"/>
                  </a:lnTo>
                  <a:lnTo>
                    <a:pt x="5827078" y="137518"/>
                  </a:lnTo>
                  <a:lnTo>
                    <a:pt x="5827173" y="137518"/>
                  </a:lnTo>
                  <a:lnTo>
                    <a:pt x="5827267" y="137518"/>
                  </a:lnTo>
                  <a:lnTo>
                    <a:pt x="5827361" y="137518"/>
                  </a:lnTo>
                  <a:lnTo>
                    <a:pt x="5827455" y="137518"/>
                  </a:lnTo>
                  <a:lnTo>
                    <a:pt x="5827549" y="137518"/>
                  </a:lnTo>
                  <a:lnTo>
                    <a:pt x="5827643" y="137518"/>
                  </a:lnTo>
                  <a:lnTo>
                    <a:pt x="5827738" y="137518"/>
                  </a:lnTo>
                  <a:lnTo>
                    <a:pt x="5827832" y="137518"/>
                  </a:lnTo>
                  <a:lnTo>
                    <a:pt x="5827926" y="137518"/>
                  </a:lnTo>
                  <a:lnTo>
                    <a:pt x="5828020" y="137518"/>
                  </a:lnTo>
                  <a:lnTo>
                    <a:pt x="5828114" y="137518"/>
                  </a:lnTo>
                  <a:lnTo>
                    <a:pt x="5828208" y="137518"/>
                  </a:lnTo>
                  <a:lnTo>
                    <a:pt x="5828302" y="137518"/>
                  </a:lnTo>
                  <a:lnTo>
                    <a:pt x="5828397" y="137518"/>
                  </a:lnTo>
                  <a:lnTo>
                    <a:pt x="5828491" y="137518"/>
                  </a:lnTo>
                  <a:lnTo>
                    <a:pt x="5828585" y="137518"/>
                  </a:lnTo>
                  <a:lnTo>
                    <a:pt x="5828679" y="137518"/>
                  </a:lnTo>
                  <a:lnTo>
                    <a:pt x="5828773" y="137518"/>
                  </a:lnTo>
                  <a:lnTo>
                    <a:pt x="5828867" y="137518"/>
                  </a:lnTo>
                  <a:lnTo>
                    <a:pt x="5828962" y="137518"/>
                  </a:lnTo>
                  <a:lnTo>
                    <a:pt x="5829056" y="137518"/>
                  </a:lnTo>
                  <a:lnTo>
                    <a:pt x="5829150" y="137518"/>
                  </a:lnTo>
                  <a:lnTo>
                    <a:pt x="5829244" y="137518"/>
                  </a:lnTo>
                  <a:lnTo>
                    <a:pt x="5829338" y="137518"/>
                  </a:lnTo>
                  <a:lnTo>
                    <a:pt x="5829432" y="137518"/>
                  </a:lnTo>
                  <a:lnTo>
                    <a:pt x="5829526" y="137518"/>
                  </a:lnTo>
                  <a:lnTo>
                    <a:pt x="5829621" y="137518"/>
                  </a:lnTo>
                  <a:lnTo>
                    <a:pt x="5829715" y="137518"/>
                  </a:lnTo>
                  <a:lnTo>
                    <a:pt x="5829809" y="137518"/>
                  </a:lnTo>
                  <a:lnTo>
                    <a:pt x="5829903" y="137518"/>
                  </a:lnTo>
                  <a:lnTo>
                    <a:pt x="5829997" y="137518"/>
                  </a:lnTo>
                  <a:lnTo>
                    <a:pt x="5830091" y="137518"/>
                  </a:lnTo>
                  <a:lnTo>
                    <a:pt x="5830186" y="137518"/>
                  </a:lnTo>
                  <a:lnTo>
                    <a:pt x="5830280" y="137518"/>
                  </a:lnTo>
                  <a:lnTo>
                    <a:pt x="5830374" y="137518"/>
                  </a:lnTo>
                  <a:lnTo>
                    <a:pt x="5830468" y="137518"/>
                  </a:lnTo>
                  <a:lnTo>
                    <a:pt x="5830562" y="137518"/>
                  </a:lnTo>
                  <a:lnTo>
                    <a:pt x="5830656" y="137518"/>
                  </a:lnTo>
                  <a:lnTo>
                    <a:pt x="5830750" y="137518"/>
                  </a:lnTo>
                  <a:lnTo>
                    <a:pt x="5830845" y="137518"/>
                  </a:lnTo>
                  <a:lnTo>
                    <a:pt x="5830939" y="137518"/>
                  </a:lnTo>
                  <a:lnTo>
                    <a:pt x="5831033" y="137518"/>
                  </a:lnTo>
                  <a:lnTo>
                    <a:pt x="5831127" y="137518"/>
                  </a:lnTo>
                  <a:lnTo>
                    <a:pt x="5831221" y="137518"/>
                  </a:lnTo>
                  <a:lnTo>
                    <a:pt x="5831315" y="137518"/>
                  </a:lnTo>
                  <a:lnTo>
                    <a:pt x="5831409" y="137518"/>
                  </a:lnTo>
                  <a:lnTo>
                    <a:pt x="5831504" y="137518"/>
                  </a:lnTo>
                  <a:lnTo>
                    <a:pt x="5831598" y="137518"/>
                  </a:lnTo>
                  <a:lnTo>
                    <a:pt x="5831692" y="137518"/>
                  </a:lnTo>
                  <a:lnTo>
                    <a:pt x="5831786" y="137518"/>
                  </a:lnTo>
                  <a:lnTo>
                    <a:pt x="5831880" y="137518"/>
                  </a:lnTo>
                  <a:lnTo>
                    <a:pt x="5831974" y="137518"/>
                  </a:lnTo>
                  <a:lnTo>
                    <a:pt x="5832069" y="137518"/>
                  </a:lnTo>
                  <a:lnTo>
                    <a:pt x="5832163" y="137518"/>
                  </a:lnTo>
                  <a:lnTo>
                    <a:pt x="5832257" y="137518"/>
                  </a:lnTo>
                  <a:lnTo>
                    <a:pt x="5832351" y="137518"/>
                  </a:lnTo>
                  <a:lnTo>
                    <a:pt x="5832445" y="137518"/>
                  </a:lnTo>
                  <a:lnTo>
                    <a:pt x="5832539" y="137518"/>
                  </a:lnTo>
                  <a:lnTo>
                    <a:pt x="5832633" y="137518"/>
                  </a:lnTo>
                  <a:lnTo>
                    <a:pt x="5832728" y="137518"/>
                  </a:lnTo>
                  <a:lnTo>
                    <a:pt x="5832822" y="137518"/>
                  </a:lnTo>
                  <a:lnTo>
                    <a:pt x="5832916" y="137518"/>
                  </a:lnTo>
                  <a:lnTo>
                    <a:pt x="5833010" y="137518"/>
                  </a:lnTo>
                  <a:lnTo>
                    <a:pt x="5833104" y="137518"/>
                  </a:lnTo>
                  <a:lnTo>
                    <a:pt x="5833198" y="137518"/>
                  </a:lnTo>
                  <a:lnTo>
                    <a:pt x="5833293" y="137518"/>
                  </a:lnTo>
                  <a:lnTo>
                    <a:pt x="5833387" y="137518"/>
                  </a:lnTo>
                  <a:lnTo>
                    <a:pt x="5833481" y="137518"/>
                  </a:lnTo>
                  <a:lnTo>
                    <a:pt x="5833575" y="137518"/>
                  </a:lnTo>
                  <a:lnTo>
                    <a:pt x="5833669" y="137518"/>
                  </a:lnTo>
                  <a:lnTo>
                    <a:pt x="5833763" y="137518"/>
                  </a:lnTo>
                  <a:lnTo>
                    <a:pt x="5833857" y="137518"/>
                  </a:lnTo>
                  <a:lnTo>
                    <a:pt x="5833952" y="137518"/>
                  </a:lnTo>
                  <a:lnTo>
                    <a:pt x="5834046" y="137518"/>
                  </a:lnTo>
                  <a:lnTo>
                    <a:pt x="5834140" y="137518"/>
                  </a:lnTo>
                  <a:lnTo>
                    <a:pt x="5834234" y="137518"/>
                  </a:lnTo>
                  <a:lnTo>
                    <a:pt x="5834328" y="137518"/>
                  </a:lnTo>
                  <a:lnTo>
                    <a:pt x="5834422" y="137518"/>
                  </a:lnTo>
                  <a:lnTo>
                    <a:pt x="5834517" y="137518"/>
                  </a:lnTo>
                  <a:lnTo>
                    <a:pt x="5834611" y="137518"/>
                  </a:lnTo>
                  <a:lnTo>
                    <a:pt x="5834705" y="137518"/>
                  </a:lnTo>
                  <a:lnTo>
                    <a:pt x="5834799" y="137518"/>
                  </a:lnTo>
                  <a:lnTo>
                    <a:pt x="5834893" y="137518"/>
                  </a:lnTo>
                  <a:lnTo>
                    <a:pt x="5834987" y="137518"/>
                  </a:lnTo>
                  <a:lnTo>
                    <a:pt x="5835081" y="137518"/>
                  </a:lnTo>
                  <a:lnTo>
                    <a:pt x="5835176" y="137518"/>
                  </a:lnTo>
                  <a:lnTo>
                    <a:pt x="5835270" y="137518"/>
                  </a:lnTo>
                  <a:lnTo>
                    <a:pt x="5835364" y="137518"/>
                  </a:lnTo>
                  <a:lnTo>
                    <a:pt x="5835458" y="137518"/>
                  </a:lnTo>
                  <a:lnTo>
                    <a:pt x="5835552" y="137518"/>
                  </a:lnTo>
                  <a:lnTo>
                    <a:pt x="5835646" y="137518"/>
                  </a:lnTo>
                  <a:lnTo>
                    <a:pt x="5835740" y="137518"/>
                  </a:lnTo>
                  <a:lnTo>
                    <a:pt x="5835835" y="137518"/>
                  </a:lnTo>
                  <a:lnTo>
                    <a:pt x="5835929" y="137518"/>
                  </a:lnTo>
                  <a:lnTo>
                    <a:pt x="5836023" y="137518"/>
                  </a:lnTo>
                  <a:lnTo>
                    <a:pt x="5836117" y="137518"/>
                  </a:lnTo>
                  <a:lnTo>
                    <a:pt x="5836211" y="137518"/>
                  </a:lnTo>
                  <a:lnTo>
                    <a:pt x="5836305" y="137518"/>
                  </a:lnTo>
                  <a:lnTo>
                    <a:pt x="5836400" y="137518"/>
                  </a:lnTo>
                  <a:lnTo>
                    <a:pt x="5836494" y="137518"/>
                  </a:lnTo>
                  <a:lnTo>
                    <a:pt x="5836588" y="137518"/>
                  </a:lnTo>
                  <a:lnTo>
                    <a:pt x="5836682" y="137518"/>
                  </a:lnTo>
                  <a:lnTo>
                    <a:pt x="5836776" y="137518"/>
                  </a:lnTo>
                  <a:lnTo>
                    <a:pt x="5836870" y="137518"/>
                  </a:lnTo>
                  <a:lnTo>
                    <a:pt x="5836964" y="137518"/>
                  </a:lnTo>
                  <a:lnTo>
                    <a:pt x="5837059" y="137518"/>
                  </a:lnTo>
                  <a:lnTo>
                    <a:pt x="5837153" y="137518"/>
                  </a:lnTo>
                  <a:lnTo>
                    <a:pt x="5837247" y="137518"/>
                  </a:lnTo>
                  <a:lnTo>
                    <a:pt x="5837341" y="137518"/>
                  </a:lnTo>
                  <a:lnTo>
                    <a:pt x="5837435" y="137518"/>
                  </a:lnTo>
                  <a:lnTo>
                    <a:pt x="5837529" y="137518"/>
                  </a:lnTo>
                  <a:lnTo>
                    <a:pt x="5837624" y="137518"/>
                  </a:lnTo>
                  <a:lnTo>
                    <a:pt x="5837718" y="137518"/>
                  </a:lnTo>
                  <a:lnTo>
                    <a:pt x="5837812" y="137518"/>
                  </a:lnTo>
                  <a:lnTo>
                    <a:pt x="5837906" y="137518"/>
                  </a:lnTo>
                  <a:lnTo>
                    <a:pt x="5838000" y="137518"/>
                  </a:lnTo>
                  <a:lnTo>
                    <a:pt x="5838094" y="137518"/>
                  </a:lnTo>
                  <a:lnTo>
                    <a:pt x="5838188" y="137518"/>
                  </a:lnTo>
                  <a:lnTo>
                    <a:pt x="5838283" y="137518"/>
                  </a:lnTo>
                  <a:lnTo>
                    <a:pt x="5838377" y="137518"/>
                  </a:lnTo>
                  <a:lnTo>
                    <a:pt x="5838471" y="137518"/>
                  </a:lnTo>
                  <a:lnTo>
                    <a:pt x="5838565" y="137518"/>
                  </a:lnTo>
                  <a:lnTo>
                    <a:pt x="5838659" y="137518"/>
                  </a:lnTo>
                  <a:lnTo>
                    <a:pt x="5838753" y="137518"/>
                  </a:lnTo>
                  <a:lnTo>
                    <a:pt x="5838848" y="137518"/>
                  </a:lnTo>
                  <a:lnTo>
                    <a:pt x="5838942" y="137518"/>
                  </a:lnTo>
                  <a:lnTo>
                    <a:pt x="5839036" y="137518"/>
                  </a:lnTo>
                  <a:lnTo>
                    <a:pt x="5839130" y="137518"/>
                  </a:lnTo>
                  <a:lnTo>
                    <a:pt x="5839224" y="137518"/>
                  </a:lnTo>
                  <a:lnTo>
                    <a:pt x="5839318" y="137518"/>
                  </a:lnTo>
                  <a:lnTo>
                    <a:pt x="5839412" y="137518"/>
                  </a:lnTo>
                  <a:lnTo>
                    <a:pt x="5839507" y="137518"/>
                  </a:lnTo>
                  <a:lnTo>
                    <a:pt x="5839601" y="137518"/>
                  </a:lnTo>
                  <a:lnTo>
                    <a:pt x="5839695" y="137518"/>
                  </a:lnTo>
                  <a:lnTo>
                    <a:pt x="5839789" y="137518"/>
                  </a:lnTo>
                  <a:lnTo>
                    <a:pt x="5839883" y="137518"/>
                  </a:lnTo>
                  <a:lnTo>
                    <a:pt x="5839977" y="137518"/>
                  </a:lnTo>
                  <a:lnTo>
                    <a:pt x="5840071" y="137518"/>
                  </a:lnTo>
                  <a:lnTo>
                    <a:pt x="5840166" y="137518"/>
                  </a:lnTo>
                  <a:lnTo>
                    <a:pt x="5840260" y="137518"/>
                  </a:lnTo>
                  <a:lnTo>
                    <a:pt x="5840354" y="137518"/>
                  </a:lnTo>
                  <a:lnTo>
                    <a:pt x="5840448" y="137518"/>
                  </a:lnTo>
                  <a:lnTo>
                    <a:pt x="5840542" y="137518"/>
                  </a:lnTo>
                  <a:lnTo>
                    <a:pt x="5840636" y="137518"/>
                  </a:lnTo>
                  <a:lnTo>
                    <a:pt x="5840731" y="137518"/>
                  </a:lnTo>
                  <a:lnTo>
                    <a:pt x="5840825" y="137518"/>
                  </a:lnTo>
                  <a:lnTo>
                    <a:pt x="5840919" y="137518"/>
                  </a:lnTo>
                  <a:lnTo>
                    <a:pt x="5841013" y="137518"/>
                  </a:lnTo>
                  <a:lnTo>
                    <a:pt x="5841107" y="137518"/>
                  </a:lnTo>
                  <a:lnTo>
                    <a:pt x="5841201" y="137518"/>
                  </a:lnTo>
                  <a:lnTo>
                    <a:pt x="5841295" y="137518"/>
                  </a:lnTo>
                  <a:lnTo>
                    <a:pt x="5841390" y="137518"/>
                  </a:lnTo>
                  <a:lnTo>
                    <a:pt x="5841484" y="137518"/>
                  </a:lnTo>
                  <a:lnTo>
                    <a:pt x="5841578" y="137518"/>
                  </a:lnTo>
                  <a:lnTo>
                    <a:pt x="5841672" y="137518"/>
                  </a:lnTo>
                  <a:lnTo>
                    <a:pt x="5841766" y="137518"/>
                  </a:lnTo>
                  <a:lnTo>
                    <a:pt x="5841860" y="137518"/>
                  </a:lnTo>
                  <a:lnTo>
                    <a:pt x="5841955" y="137518"/>
                  </a:lnTo>
                  <a:lnTo>
                    <a:pt x="5842049" y="137518"/>
                  </a:lnTo>
                  <a:lnTo>
                    <a:pt x="5842143" y="137518"/>
                  </a:lnTo>
                  <a:lnTo>
                    <a:pt x="5842237" y="137518"/>
                  </a:lnTo>
                  <a:lnTo>
                    <a:pt x="5842331" y="137518"/>
                  </a:lnTo>
                  <a:lnTo>
                    <a:pt x="5842425" y="137518"/>
                  </a:lnTo>
                  <a:lnTo>
                    <a:pt x="5842519" y="137518"/>
                  </a:lnTo>
                  <a:lnTo>
                    <a:pt x="5842614" y="137518"/>
                  </a:lnTo>
                  <a:lnTo>
                    <a:pt x="5842708" y="137518"/>
                  </a:lnTo>
                  <a:lnTo>
                    <a:pt x="5842802" y="137518"/>
                  </a:lnTo>
                  <a:lnTo>
                    <a:pt x="5842896" y="137518"/>
                  </a:lnTo>
                  <a:lnTo>
                    <a:pt x="5842990" y="137518"/>
                  </a:lnTo>
                  <a:lnTo>
                    <a:pt x="5843084" y="137518"/>
                  </a:lnTo>
                  <a:lnTo>
                    <a:pt x="5843179" y="137518"/>
                  </a:lnTo>
                  <a:lnTo>
                    <a:pt x="5843273" y="137518"/>
                  </a:lnTo>
                  <a:lnTo>
                    <a:pt x="5843367" y="137518"/>
                  </a:lnTo>
                  <a:lnTo>
                    <a:pt x="5843461" y="137518"/>
                  </a:lnTo>
                  <a:lnTo>
                    <a:pt x="5843555" y="137518"/>
                  </a:lnTo>
                  <a:lnTo>
                    <a:pt x="5843649" y="137518"/>
                  </a:lnTo>
                  <a:lnTo>
                    <a:pt x="5843743" y="137518"/>
                  </a:lnTo>
                  <a:lnTo>
                    <a:pt x="5843838" y="137518"/>
                  </a:lnTo>
                  <a:lnTo>
                    <a:pt x="5843932" y="137518"/>
                  </a:lnTo>
                  <a:lnTo>
                    <a:pt x="5844026" y="137518"/>
                  </a:lnTo>
                  <a:lnTo>
                    <a:pt x="5844120" y="137518"/>
                  </a:lnTo>
                  <a:lnTo>
                    <a:pt x="5844214" y="137518"/>
                  </a:lnTo>
                  <a:lnTo>
                    <a:pt x="5844308" y="137518"/>
                  </a:lnTo>
                  <a:lnTo>
                    <a:pt x="5844402" y="137518"/>
                  </a:lnTo>
                  <a:lnTo>
                    <a:pt x="5844497" y="137518"/>
                  </a:lnTo>
                  <a:lnTo>
                    <a:pt x="5844591" y="137518"/>
                  </a:lnTo>
                  <a:lnTo>
                    <a:pt x="5844685" y="137518"/>
                  </a:lnTo>
                  <a:lnTo>
                    <a:pt x="5844779" y="137518"/>
                  </a:lnTo>
                  <a:lnTo>
                    <a:pt x="5844873" y="137518"/>
                  </a:lnTo>
                  <a:lnTo>
                    <a:pt x="5844967" y="137518"/>
                  </a:lnTo>
                  <a:lnTo>
                    <a:pt x="5845062" y="137518"/>
                  </a:lnTo>
                  <a:lnTo>
                    <a:pt x="5845156" y="137518"/>
                  </a:lnTo>
                  <a:lnTo>
                    <a:pt x="5845250" y="137518"/>
                  </a:lnTo>
                  <a:lnTo>
                    <a:pt x="5845344" y="137518"/>
                  </a:lnTo>
                  <a:lnTo>
                    <a:pt x="5845438" y="137518"/>
                  </a:lnTo>
                  <a:lnTo>
                    <a:pt x="5845532" y="137518"/>
                  </a:lnTo>
                  <a:lnTo>
                    <a:pt x="5845626" y="137518"/>
                  </a:lnTo>
                  <a:lnTo>
                    <a:pt x="5845721" y="137518"/>
                  </a:lnTo>
                  <a:lnTo>
                    <a:pt x="5845815" y="137518"/>
                  </a:lnTo>
                  <a:lnTo>
                    <a:pt x="5845909" y="137518"/>
                  </a:lnTo>
                  <a:lnTo>
                    <a:pt x="5846003" y="137518"/>
                  </a:lnTo>
                  <a:lnTo>
                    <a:pt x="5846097" y="137518"/>
                  </a:lnTo>
                  <a:lnTo>
                    <a:pt x="5846191" y="137518"/>
                  </a:lnTo>
                  <a:lnTo>
                    <a:pt x="5846286" y="137518"/>
                  </a:lnTo>
                  <a:lnTo>
                    <a:pt x="5846380" y="137518"/>
                  </a:lnTo>
                  <a:lnTo>
                    <a:pt x="5846474" y="137518"/>
                  </a:lnTo>
                  <a:lnTo>
                    <a:pt x="5846568" y="137518"/>
                  </a:lnTo>
                  <a:lnTo>
                    <a:pt x="5846662" y="137518"/>
                  </a:lnTo>
                  <a:lnTo>
                    <a:pt x="5846756" y="137518"/>
                  </a:lnTo>
                  <a:lnTo>
                    <a:pt x="5846850" y="137518"/>
                  </a:lnTo>
                  <a:lnTo>
                    <a:pt x="5846945" y="137518"/>
                  </a:lnTo>
                  <a:lnTo>
                    <a:pt x="5847039" y="137518"/>
                  </a:lnTo>
                  <a:lnTo>
                    <a:pt x="5847133" y="137518"/>
                  </a:lnTo>
                  <a:lnTo>
                    <a:pt x="5847227" y="137518"/>
                  </a:lnTo>
                  <a:lnTo>
                    <a:pt x="5847227" y="132607"/>
                  </a:lnTo>
                  <a:lnTo>
                    <a:pt x="5847321" y="132607"/>
                  </a:lnTo>
                  <a:lnTo>
                    <a:pt x="5847415" y="132607"/>
                  </a:lnTo>
                  <a:lnTo>
                    <a:pt x="5847510" y="132607"/>
                  </a:lnTo>
                  <a:lnTo>
                    <a:pt x="5847604" y="132607"/>
                  </a:lnTo>
                  <a:lnTo>
                    <a:pt x="5847698" y="132607"/>
                  </a:lnTo>
                  <a:lnTo>
                    <a:pt x="5847792" y="132607"/>
                  </a:lnTo>
                  <a:lnTo>
                    <a:pt x="5847886" y="132607"/>
                  </a:lnTo>
                  <a:lnTo>
                    <a:pt x="5847980" y="132607"/>
                  </a:lnTo>
                  <a:lnTo>
                    <a:pt x="5848074" y="132607"/>
                  </a:lnTo>
                  <a:lnTo>
                    <a:pt x="5848169" y="132607"/>
                  </a:lnTo>
                  <a:lnTo>
                    <a:pt x="5848263" y="132607"/>
                  </a:lnTo>
                  <a:lnTo>
                    <a:pt x="5848357" y="132607"/>
                  </a:lnTo>
                  <a:lnTo>
                    <a:pt x="5848451" y="132607"/>
                  </a:lnTo>
                  <a:lnTo>
                    <a:pt x="5848545" y="132607"/>
                  </a:lnTo>
                  <a:lnTo>
                    <a:pt x="5848639" y="132607"/>
                  </a:lnTo>
                  <a:lnTo>
                    <a:pt x="5848733" y="132607"/>
                  </a:lnTo>
                  <a:lnTo>
                    <a:pt x="5848828" y="132607"/>
                  </a:lnTo>
                  <a:lnTo>
                    <a:pt x="5848922" y="132607"/>
                  </a:lnTo>
                  <a:lnTo>
                    <a:pt x="5849016" y="132607"/>
                  </a:lnTo>
                  <a:lnTo>
                    <a:pt x="5849110" y="132607"/>
                  </a:lnTo>
                  <a:lnTo>
                    <a:pt x="5849204" y="132607"/>
                  </a:lnTo>
                  <a:lnTo>
                    <a:pt x="5849298" y="132607"/>
                  </a:lnTo>
                  <a:lnTo>
                    <a:pt x="5849298" y="127695"/>
                  </a:lnTo>
                  <a:lnTo>
                    <a:pt x="5849393" y="127695"/>
                  </a:lnTo>
                  <a:lnTo>
                    <a:pt x="5849487" y="127695"/>
                  </a:lnTo>
                  <a:lnTo>
                    <a:pt x="5849581" y="127695"/>
                  </a:lnTo>
                  <a:lnTo>
                    <a:pt x="5849675" y="127695"/>
                  </a:lnTo>
                  <a:lnTo>
                    <a:pt x="5849769" y="127695"/>
                  </a:lnTo>
                  <a:lnTo>
                    <a:pt x="5849863" y="127695"/>
                  </a:lnTo>
                  <a:lnTo>
                    <a:pt x="5849957" y="127695"/>
                  </a:lnTo>
                  <a:lnTo>
                    <a:pt x="5850052" y="127695"/>
                  </a:lnTo>
                  <a:lnTo>
                    <a:pt x="5850146" y="127695"/>
                  </a:lnTo>
                  <a:lnTo>
                    <a:pt x="5850240" y="127695"/>
                  </a:lnTo>
                  <a:lnTo>
                    <a:pt x="5850334" y="127695"/>
                  </a:lnTo>
                  <a:lnTo>
                    <a:pt x="5850428" y="127695"/>
                  </a:lnTo>
                  <a:lnTo>
                    <a:pt x="5850522" y="127695"/>
                  </a:lnTo>
                  <a:lnTo>
                    <a:pt x="5850617" y="127695"/>
                  </a:lnTo>
                  <a:lnTo>
                    <a:pt x="5850711" y="127695"/>
                  </a:lnTo>
                  <a:lnTo>
                    <a:pt x="5850805" y="127695"/>
                  </a:lnTo>
                  <a:lnTo>
                    <a:pt x="5850899" y="127695"/>
                  </a:lnTo>
                  <a:lnTo>
                    <a:pt x="5850993" y="127695"/>
                  </a:lnTo>
                  <a:lnTo>
                    <a:pt x="5851087" y="127695"/>
                  </a:lnTo>
                  <a:lnTo>
                    <a:pt x="5851181" y="127695"/>
                  </a:lnTo>
                  <a:lnTo>
                    <a:pt x="5851276" y="127695"/>
                  </a:lnTo>
                  <a:lnTo>
                    <a:pt x="5851370" y="127695"/>
                  </a:lnTo>
                  <a:lnTo>
                    <a:pt x="5851464" y="127695"/>
                  </a:lnTo>
                  <a:lnTo>
                    <a:pt x="5851558" y="127695"/>
                  </a:lnTo>
                  <a:lnTo>
                    <a:pt x="5851652" y="127695"/>
                  </a:lnTo>
                  <a:lnTo>
                    <a:pt x="5851746" y="127695"/>
                  </a:lnTo>
                  <a:lnTo>
                    <a:pt x="5851841" y="127695"/>
                  </a:lnTo>
                  <a:lnTo>
                    <a:pt x="5851935" y="127695"/>
                  </a:lnTo>
                  <a:lnTo>
                    <a:pt x="5852029" y="127695"/>
                  </a:lnTo>
                  <a:lnTo>
                    <a:pt x="5852123" y="127695"/>
                  </a:lnTo>
                  <a:lnTo>
                    <a:pt x="5852217" y="127695"/>
                  </a:lnTo>
                  <a:lnTo>
                    <a:pt x="5852311" y="127695"/>
                  </a:lnTo>
                  <a:lnTo>
                    <a:pt x="5852405" y="127695"/>
                  </a:lnTo>
                  <a:lnTo>
                    <a:pt x="5852500" y="127695"/>
                  </a:lnTo>
                  <a:lnTo>
                    <a:pt x="5852594" y="127695"/>
                  </a:lnTo>
                  <a:lnTo>
                    <a:pt x="5852688" y="127695"/>
                  </a:lnTo>
                  <a:lnTo>
                    <a:pt x="5852782" y="127695"/>
                  </a:lnTo>
                  <a:lnTo>
                    <a:pt x="5852876" y="127695"/>
                  </a:lnTo>
                  <a:lnTo>
                    <a:pt x="5852970" y="127695"/>
                  </a:lnTo>
                  <a:lnTo>
                    <a:pt x="5853064" y="127695"/>
                  </a:lnTo>
                  <a:lnTo>
                    <a:pt x="5853159" y="127695"/>
                  </a:lnTo>
                  <a:lnTo>
                    <a:pt x="5853253" y="127695"/>
                  </a:lnTo>
                  <a:lnTo>
                    <a:pt x="5853347" y="127695"/>
                  </a:lnTo>
                  <a:lnTo>
                    <a:pt x="5853441" y="127695"/>
                  </a:lnTo>
                  <a:lnTo>
                    <a:pt x="5853535" y="127695"/>
                  </a:lnTo>
                  <a:lnTo>
                    <a:pt x="5853629" y="127695"/>
                  </a:lnTo>
                  <a:lnTo>
                    <a:pt x="5853724" y="127695"/>
                  </a:lnTo>
                  <a:lnTo>
                    <a:pt x="5853818" y="127695"/>
                  </a:lnTo>
                  <a:lnTo>
                    <a:pt x="5853912" y="127695"/>
                  </a:lnTo>
                  <a:lnTo>
                    <a:pt x="5854006" y="127695"/>
                  </a:lnTo>
                  <a:lnTo>
                    <a:pt x="5854100" y="127695"/>
                  </a:lnTo>
                  <a:lnTo>
                    <a:pt x="5854194" y="127695"/>
                  </a:lnTo>
                  <a:lnTo>
                    <a:pt x="5854288" y="127695"/>
                  </a:lnTo>
                  <a:lnTo>
                    <a:pt x="5854383" y="127695"/>
                  </a:lnTo>
                  <a:lnTo>
                    <a:pt x="5854477" y="127695"/>
                  </a:lnTo>
                  <a:lnTo>
                    <a:pt x="5854571" y="127695"/>
                  </a:lnTo>
                  <a:lnTo>
                    <a:pt x="5854665" y="127695"/>
                  </a:lnTo>
                  <a:lnTo>
                    <a:pt x="5854759" y="127695"/>
                  </a:lnTo>
                  <a:lnTo>
                    <a:pt x="5854853" y="127695"/>
                  </a:lnTo>
                  <a:lnTo>
                    <a:pt x="5854948" y="127695"/>
                  </a:lnTo>
                  <a:lnTo>
                    <a:pt x="5855042" y="127695"/>
                  </a:lnTo>
                  <a:lnTo>
                    <a:pt x="5855136" y="127695"/>
                  </a:lnTo>
                  <a:lnTo>
                    <a:pt x="5855230" y="127695"/>
                  </a:lnTo>
                  <a:lnTo>
                    <a:pt x="5855324" y="127695"/>
                  </a:lnTo>
                  <a:lnTo>
                    <a:pt x="5855418" y="127695"/>
                  </a:lnTo>
                  <a:lnTo>
                    <a:pt x="5855512" y="127695"/>
                  </a:lnTo>
                  <a:lnTo>
                    <a:pt x="5855607" y="127695"/>
                  </a:lnTo>
                  <a:lnTo>
                    <a:pt x="5855701" y="127695"/>
                  </a:lnTo>
                  <a:lnTo>
                    <a:pt x="5855795" y="127695"/>
                  </a:lnTo>
                  <a:lnTo>
                    <a:pt x="5855889" y="127695"/>
                  </a:lnTo>
                  <a:lnTo>
                    <a:pt x="5855983" y="127695"/>
                  </a:lnTo>
                  <a:lnTo>
                    <a:pt x="5856077" y="127695"/>
                  </a:lnTo>
                  <a:lnTo>
                    <a:pt x="5856172" y="127695"/>
                  </a:lnTo>
                  <a:lnTo>
                    <a:pt x="5856266" y="127695"/>
                  </a:lnTo>
                  <a:lnTo>
                    <a:pt x="5856360" y="127695"/>
                  </a:lnTo>
                  <a:lnTo>
                    <a:pt x="5856454" y="127695"/>
                  </a:lnTo>
                  <a:lnTo>
                    <a:pt x="5856548" y="127695"/>
                  </a:lnTo>
                  <a:lnTo>
                    <a:pt x="5856642" y="127695"/>
                  </a:lnTo>
                  <a:lnTo>
                    <a:pt x="5856736" y="127695"/>
                  </a:lnTo>
                  <a:lnTo>
                    <a:pt x="5856831" y="127695"/>
                  </a:lnTo>
                  <a:lnTo>
                    <a:pt x="5856925" y="127695"/>
                  </a:lnTo>
                  <a:lnTo>
                    <a:pt x="5857019" y="127695"/>
                  </a:lnTo>
                  <a:lnTo>
                    <a:pt x="5857113" y="127695"/>
                  </a:lnTo>
                  <a:lnTo>
                    <a:pt x="5857207" y="127695"/>
                  </a:lnTo>
                  <a:lnTo>
                    <a:pt x="5857301" y="127695"/>
                  </a:lnTo>
                  <a:lnTo>
                    <a:pt x="5857395" y="127695"/>
                  </a:lnTo>
                  <a:lnTo>
                    <a:pt x="5857490" y="127695"/>
                  </a:lnTo>
                  <a:lnTo>
                    <a:pt x="5857584" y="127695"/>
                  </a:lnTo>
                  <a:lnTo>
                    <a:pt x="5857678" y="127695"/>
                  </a:lnTo>
                  <a:lnTo>
                    <a:pt x="5857772" y="127695"/>
                  </a:lnTo>
                  <a:lnTo>
                    <a:pt x="5857866" y="127695"/>
                  </a:lnTo>
                  <a:lnTo>
                    <a:pt x="5857960" y="127695"/>
                  </a:lnTo>
                  <a:lnTo>
                    <a:pt x="5858055" y="127695"/>
                  </a:lnTo>
                  <a:lnTo>
                    <a:pt x="5858149" y="127695"/>
                  </a:lnTo>
                  <a:lnTo>
                    <a:pt x="5858243" y="127695"/>
                  </a:lnTo>
                  <a:lnTo>
                    <a:pt x="5858337" y="127695"/>
                  </a:lnTo>
                  <a:lnTo>
                    <a:pt x="5858431" y="127695"/>
                  </a:lnTo>
                  <a:lnTo>
                    <a:pt x="5858525" y="127695"/>
                  </a:lnTo>
                  <a:lnTo>
                    <a:pt x="5858619" y="127695"/>
                  </a:lnTo>
                  <a:lnTo>
                    <a:pt x="5858714" y="127695"/>
                  </a:lnTo>
                  <a:lnTo>
                    <a:pt x="5858808" y="127695"/>
                  </a:lnTo>
                  <a:lnTo>
                    <a:pt x="5858902" y="127695"/>
                  </a:lnTo>
                  <a:lnTo>
                    <a:pt x="5858996" y="127695"/>
                  </a:lnTo>
                  <a:lnTo>
                    <a:pt x="5859090" y="127695"/>
                  </a:lnTo>
                  <a:lnTo>
                    <a:pt x="5859184" y="127695"/>
                  </a:lnTo>
                  <a:lnTo>
                    <a:pt x="5859279" y="127695"/>
                  </a:lnTo>
                  <a:lnTo>
                    <a:pt x="5859373" y="127695"/>
                  </a:lnTo>
                  <a:lnTo>
                    <a:pt x="5859467" y="127695"/>
                  </a:lnTo>
                  <a:lnTo>
                    <a:pt x="5859561" y="127695"/>
                  </a:lnTo>
                  <a:lnTo>
                    <a:pt x="5859655" y="127695"/>
                  </a:lnTo>
                  <a:lnTo>
                    <a:pt x="5859749" y="127695"/>
                  </a:lnTo>
                  <a:lnTo>
                    <a:pt x="5859843" y="127695"/>
                  </a:lnTo>
                  <a:lnTo>
                    <a:pt x="5859938" y="127695"/>
                  </a:lnTo>
                  <a:lnTo>
                    <a:pt x="5860032" y="127695"/>
                  </a:lnTo>
                  <a:lnTo>
                    <a:pt x="5860126" y="127695"/>
                  </a:lnTo>
                  <a:lnTo>
                    <a:pt x="5860220" y="127695"/>
                  </a:lnTo>
                  <a:lnTo>
                    <a:pt x="5860314" y="127695"/>
                  </a:lnTo>
                  <a:lnTo>
                    <a:pt x="5860408" y="127695"/>
                  </a:lnTo>
                  <a:lnTo>
                    <a:pt x="5860503" y="127695"/>
                  </a:lnTo>
                  <a:lnTo>
                    <a:pt x="5860597" y="127695"/>
                  </a:lnTo>
                  <a:lnTo>
                    <a:pt x="5860691" y="127695"/>
                  </a:lnTo>
                  <a:lnTo>
                    <a:pt x="5860785" y="127695"/>
                  </a:lnTo>
                  <a:lnTo>
                    <a:pt x="5860879" y="127695"/>
                  </a:lnTo>
                  <a:lnTo>
                    <a:pt x="5860973" y="127695"/>
                  </a:lnTo>
                  <a:lnTo>
                    <a:pt x="5861067" y="127695"/>
                  </a:lnTo>
                  <a:lnTo>
                    <a:pt x="5861162" y="127695"/>
                  </a:lnTo>
                  <a:lnTo>
                    <a:pt x="5861256" y="127695"/>
                  </a:lnTo>
                  <a:lnTo>
                    <a:pt x="5861350" y="127695"/>
                  </a:lnTo>
                  <a:lnTo>
                    <a:pt x="5861444" y="127695"/>
                  </a:lnTo>
                  <a:lnTo>
                    <a:pt x="5861538" y="127695"/>
                  </a:lnTo>
                  <a:lnTo>
                    <a:pt x="5861632" y="127695"/>
                  </a:lnTo>
                  <a:lnTo>
                    <a:pt x="5861726" y="127695"/>
                  </a:lnTo>
                  <a:lnTo>
                    <a:pt x="5861821" y="127695"/>
                  </a:lnTo>
                  <a:lnTo>
                    <a:pt x="5861915" y="127695"/>
                  </a:lnTo>
                  <a:lnTo>
                    <a:pt x="5862009" y="127695"/>
                  </a:lnTo>
                  <a:lnTo>
                    <a:pt x="5862103" y="127695"/>
                  </a:lnTo>
                  <a:lnTo>
                    <a:pt x="5862197" y="127695"/>
                  </a:lnTo>
                  <a:lnTo>
                    <a:pt x="5862291" y="127695"/>
                  </a:lnTo>
                  <a:lnTo>
                    <a:pt x="5862386" y="127695"/>
                  </a:lnTo>
                  <a:lnTo>
                    <a:pt x="5862480" y="127695"/>
                  </a:lnTo>
                  <a:lnTo>
                    <a:pt x="5862574" y="127695"/>
                  </a:lnTo>
                  <a:lnTo>
                    <a:pt x="5862668" y="127695"/>
                  </a:lnTo>
                  <a:lnTo>
                    <a:pt x="5862762" y="127695"/>
                  </a:lnTo>
                  <a:lnTo>
                    <a:pt x="5862856" y="127695"/>
                  </a:lnTo>
                  <a:lnTo>
                    <a:pt x="5862950" y="127695"/>
                  </a:lnTo>
                  <a:lnTo>
                    <a:pt x="5863045" y="127695"/>
                  </a:lnTo>
                  <a:lnTo>
                    <a:pt x="5863139" y="127695"/>
                  </a:lnTo>
                  <a:lnTo>
                    <a:pt x="5863233" y="127695"/>
                  </a:lnTo>
                  <a:lnTo>
                    <a:pt x="5863327" y="127695"/>
                  </a:lnTo>
                  <a:lnTo>
                    <a:pt x="5863421" y="127695"/>
                  </a:lnTo>
                  <a:lnTo>
                    <a:pt x="5863515" y="127695"/>
                  </a:lnTo>
                  <a:lnTo>
                    <a:pt x="5863610" y="127695"/>
                  </a:lnTo>
                  <a:lnTo>
                    <a:pt x="5863704" y="127695"/>
                  </a:lnTo>
                  <a:lnTo>
                    <a:pt x="5863798" y="127695"/>
                  </a:lnTo>
                  <a:lnTo>
                    <a:pt x="5863892" y="127695"/>
                  </a:lnTo>
                  <a:lnTo>
                    <a:pt x="5863986" y="127695"/>
                  </a:lnTo>
                  <a:lnTo>
                    <a:pt x="5864080" y="127695"/>
                  </a:lnTo>
                  <a:lnTo>
                    <a:pt x="5864174" y="127695"/>
                  </a:lnTo>
                  <a:lnTo>
                    <a:pt x="5864269" y="127695"/>
                  </a:lnTo>
                  <a:lnTo>
                    <a:pt x="5864363" y="127695"/>
                  </a:lnTo>
                  <a:lnTo>
                    <a:pt x="5864457" y="127695"/>
                  </a:lnTo>
                  <a:lnTo>
                    <a:pt x="5864551" y="127695"/>
                  </a:lnTo>
                  <a:lnTo>
                    <a:pt x="5864645" y="127695"/>
                  </a:lnTo>
                  <a:lnTo>
                    <a:pt x="5864739" y="127695"/>
                  </a:lnTo>
                  <a:lnTo>
                    <a:pt x="5864834" y="127695"/>
                  </a:lnTo>
                  <a:lnTo>
                    <a:pt x="5864928" y="127695"/>
                  </a:lnTo>
                  <a:lnTo>
                    <a:pt x="5865022" y="127695"/>
                  </a:lnTo>
                  <a:lnTo>
                    <a:pt x="5865116" y="127695"/>
                  </a:lnTo>
                  <a:lnTo>
                    <a:pt x="5865210" y="127695"/>
                  </a:lnTo>
                  <a:lnTo>
                    <a:pt x="5865304" y="127695"/>
                  </a:lnTo>
                  <a:lnTo>
                    <a:pt x="5865398" y="127695"/>
                  </a:lnTo>
                  <a:lnTo>
                    <a:pt x="5865493" y="127695"/>
                  </a:lnTo>
                  <a:lnTo>
                    <a:pt x="5865587" y="127695"/>
                  </a:lnTo>
                  <a:lnTo>
                    <a:pt x="5865681" y="127695"/>
                  </a:lnTo>
                  <a:lnTo>
                    <a:pt x="5865775" y="127695"/>
                  </a:lnTo>
                  <a:lnTo>
                    <a:pt x="5865869" y="127695"/>
                  </a:lnTo>
                  <a:lnTo>
                    <a:pt x="5865963" y="127695"/>
                  </a:lnTo>
                  <a:lnTo>
                    <a:pt x="5866057" y="127695"/>
                  </a:lnTo>
                  <a:lnTo>
                    <a:pt x="5866152" y="127695"/>
                  </a:lnTo>
                  <a:lnTo>
                    <a:pt x="5866246" y="127695"/>
                  </a:lnTo>
                  <a:lnTo>
                    <a:pt x="5866340" y="127695"/>
                  </a:lnTo>
                  <a:lnTo>
                    <a:pt x="5866434" y="127695"/>
                  </a:lnTo>
                  <a:lnTo>
                    <a:pt x="5866528" y="127695"/>
                  </a:lnTo>
                  <a:lnTo>
                    <a:pt x="5866622" y="127695"/>
                  </a:lnTo>
                  <a:lnTo>
                    <a:pt x="5866717" y="127695"/>
                  </a:lnTo>
                  <a:lnTo>
                    <a:pt x="5866811" y="127695"/>
                  </a:lnTo>
                  <a:lnTo>
                    <a:pt x="5866905" y="127695"/>
                  </a:lnTo>
                  <a:lnTo>
                    <a:pt x="5866999" y="127695"/>
                  </a:lnTo>
                  <a:lnTo>
                    <a:pt x="5867093" y="127695"/>
                  </a:lnTo>
                  <a:lnTo>
                    <a:pt x="5867187" y="127695"/>
                  </a:lnTo>
                  <a:lnTo>
                    <a:pt x="5867281" y="127695"/>
                  </a:lnTo>
                  <a:lnTo>
                    <a:pt x="5867376" y="127695"/>
                  </a:lnTo>
                  <a:lnTo>
                    <a:pt x="5867470" y="127695"/>
                  </a:lnTo>
                  <a:lnTo>
                    <a:pt x="5867564" y="127695"/>
                  </a:lnTo>
                  <a:lnTo>
                    <a:pt x="5867658" y="127695"/>
                  </a:lnTo>
                  <a:lnTo>
                    <a:pt x="5867752" y="127695"/>
                  </a:lnTo>
                  <a:lnTo>
                    <a:pt x="5867846" y="127695"/>
                  </a:lnTo>
                  <a:lnTo>
                    <a:pt x="5867941" y="127695"/>
                  </a:lnTo>
                  <a:lnTo>
                    <a:pt x="5868035" y="127695"/>
                  </a:lnTo>
                  <a:lnTo>
                    <a:pt x="5868129" y="127695"/>
                  </a:lnTo>
                  <a:lnTo>
                    <a:pt x="5868223" y="127695"/>
                  </a:lnTo>
                  <a:lnTo>
                    <a:pt x="5868317" y="127695"/>
                  </a:lnTo>
                  <a:lnTo>
                    <a:pt x="5868411" y="127695"/>
                  </a:lnTo>
                  <a:lnTo>
                    <a:pt x="5868505" y="127695"/>
                  </a:lnTo>
                  <a:lnTo>
                    <a:pt x="5868600" y="127695"/>
                  </a:lnTo>
                  <a:lnTo>
                    <a:pt x="5868694" y="127695"/>
                  </a:lnTo>
                  <a:lnTo>
                    <a:pt x="5868788" y="127695"/>
                  </a:lnTo>
                  <a:lnTo>
                    <a:pt x="5868882" y="127695"/>
                  </a:lnTo>
                  <a:lnTo>
                    <a:pt x="5868976" y="127695"/>
                  </a:lnTo>
                  <a:lnTo>
                    <a:pt x="5869070" y="127695"/>
                  </a:lnTo>
                  <a:lnTo>
                    <a:pt x="5869165" y="127695"/>
                  </a:lnTo>
                  <a:lnTo>
                    <a:pt x="5869259" y="127695"/>
                  </a:lnTo>
                  <a:lnTo>
                    <a:pt x="5869353" y="127695"/>
                  </a:lnTo>
                  <a:lnTo>
                    <a:pt x="5869447" y="127695"/>
                  </a:lnTo>
                  <a:lnTo>
                    <a:pt x="5869541" y="127695"/>
                  </a:lnTo>
                  <a:lnTo>
                    <a:pt x="5869635" y="127695"/>
                  </a:lnTo>
                  <a:lnTo>
                    <a:pt x="5869729" y="127695"/>
                  </a:lnTo>
                  <a:lnTo>
                    <a:pt x="5869824" y="127695"/>
                  </a:lnTo>
                  <a:lnTo>
                    <a:pt x="5869918" y="127695"/>
                  </a:lnTo>
                  <a:lnTo>
                    <a:pt x="5870012" y="127695"/>
                  </a:lnTo>
                  <a:lnTo>
                    <a:pt x="5870106" y="127695"/>
                  </a:lnTo>
                  <a:lnTo>
                    <a:pt x="5870200" y="127695"/>
                  </a:lnTo>
                  <a:lnTo>
                    <a:pt x="5870294" y="127695"/>
                  </a:lnTo>
                  <a:lnTo>
                    <a:pt x="5870388" y="127695"/>
                  </a:lnTo>
                  <a:lnTo>
                    <a:pt x="5870483" y="127695"/>
                  </a:lnTo>
                  <a:lnTo>
                    <a:pt x="5870577" y="127695"/>
                  </a:lnTo>
                  <a:lnTo>
                    <a:pt x="5870671" y="127695"/>
                  </a:lnTo>
                  <a:lnTo>
                    <a:pt x="5870765" y="127695"/>
                  </a:lnTo>
                  <a:lnTo>
                    <a:pt x="5870859" y="127695"/>
                  </a:lnTo>
                  <a:lnTo>
                    <a:pt x="5870953" y="127695"/>
                  </a:lnTo>
                  <a:lnTo>
                    <a:pt x="5871048" y="127695"/>
                  </a:lnTo>
                  <a:lnTo>
                    <a:pt x="5871142" y="127695"/>
                  </a:lnTo>
                  <a:lnTo>
                    <a:pt x="5871236" y="127695"/>
                  </a:lnTo>
                  <a:lnTo>
                    <a:pt x="5871330" y="127695"/>
                  </a:lnTo>
                  <a:lnTo>
                    <a:pt x="5871424" y="127695"/>
                  </a:lnTo>
                  <a:lnTo>
                    <a:pt x="5871518" y="127695"/>
                  </a:lnTo>
                  <a:lnTo>
                    <a:pt x="5871612" y="127695"/>
                  </a:lnTo>
                  <a:lnTo>
                    <a:pt x="5871707" y="127695"/>
                  </a:lnTo>
                  <a:lnTo>
                    <a:pt x="5871801" y="127695"/>
                  </a:lnTo>
                  <a:lnTo>
                    <a:pt x="5871895" y="127695"/>
                  </a:lnTo>
                  <a:lnTo>
                    <a:pt x="5871989" y="127695"/>
                  </a:lnTo>
                  <a:lnTo>
                    <a:pt x="5872083" y="127695"/>
                  </a:lnTo>
                  <a:lnTo>
                    <a:pt x="5872177" y="127695"/>
                  </a:lnTo>
                  <a:lnTo>
                    <a:pt x="5872272" y="127695"/>
                  </a:lnTo>
                  <a:lnTo>
                    <a:pt x="5872366" y="127695"/>
                  </a:lnTo>
                  <a:lnTo>
                    <a:pt x="5872460" y="127695"/>
                  </a:lnTo>
                  <a:lnTo>
                    <a:pt x="5872554" y="127695"/>
                  </a:lnTo>
                  <a:lnTo>
                    <a:pt x="5872648" y="127695"/>
                  </a:lnTo>
                  <a:lnTo>
                    <a:pt x="5872742" y="127695"/>
                  </a:lnTo>
                  <a:lnTo>
                    <a:pt x="5872836" y="127695"/>
                  </a:lnTo>
                  <a:lnTo>
                    <a:pt x="5872931" y="127695"/>
                  </a:lnTo>
                  <a:lnTo>
                    <a:pt x="5873025" y="127695"/>
                  </a:lnTo>
                  <a:lnTo>
                    <a:pt x="5873119" y="127695"/>
                  </a:lnTo>
                  <a:lnTo>
                    <a:pt x="5873213" y="127695"/>
                  </a:lnTo>
                  <a:lnTo>
                    <a:pt x="5873307" y="127695"/>
                  </a:lnTo>
                  <a:lnTo>
                    <a:pt x="5873401" y="127695"/>
                  </a:lnTo>
                  <a:lnTo>
                    <a:pt x="5873496" y="127695"/>
                  </a:lnTo>
                  <a:lnTo>
                    <a:pt x="5873590" y="127695"/>
                  </a:lnTo>
                  <a:lnTo>
                    <a:pt x="5873684" y="127695"/>
                  </a:lnTo>
                  <a:lnTo>
                    <a:pt x="5873778" y="127695"/>
                  </a:lnTo>
                  <a:lnTo>
                    <a:pt x="5873872" y="127695"/>
                  </a:lnTo>
                  <a:lnTo>
                    <a:pt x="5873966" y="127695"/>
                  </a:lnTo>
                  <a:lnTo>
                    <a:pt x="5874060" y="127695"/>
                  </a:lnTo>
                  <a:lnTo>
                    <a:pt x="5874155" y="127695"/>
                  </a:lnTo>
                  <a:lnTo>
                    <a:pt x="5874249" y="127695"/>
                  </a:lnTo>
                  <a:lnTo>
                    <a:pt x="5874343" y="127695"/>
                  </a:lnTo>
                  <a:lnTo>
                    <a:pt x="5874437" y="127695"/>
                  </a:lnTo>
                  <a:lnTo>
                    <a:pt x="5874531" y="127695"/>
                  </a:lnTo>
                  <a:lnTo>
                    <a:pt x="5874625" y="127695"/>
                  </a:lnTo>
                  <a:lnTo>
                    <a:pt x="5874719" y="127695"/>
                  </a:lnTo>
                  <a:lnTo>
                    <a:pt x="5874814" y="127695"/>
                  </a:lnTo>
                  <a:lnTo>
                    <a:pt x="5874908" y="127695"/>
                  </a:lnTo>
                  <a:lnTo>
                    <a:pt x="5875002" y="127695"/>
                  </a:lnTo>
                  <a:lnTo>
                    <a:pt x="5875096" y="127695"/>
                  </a:lnTo>
                  <a:lnTo>
                    <a:pt x="5875190" y="127695"/>
                  </a:lnTo>
                  <a:lnTo>
                    <a:pt x="5875284" y="127695"/>
                  </a:lnTo>
                  <a:lnTo>
                    <a:pt x="5875284" y="122784"/>
                  </a:lnTo>
                  <a:lnTo>
                    <a:pt x="5875379" y="122784"/>
                  </a:lnTo>
                  <a:lnTo>
                    <a:pt x="5875473" y="122784"/>
                  </a:lnTo>
                  <a:lnTo>
                    <a:pt x="5875567" y="122784"/>
                  </a:lnTo>
                  <a:lnTo>
                    <a:pt x="5875661" y="122784"/>
                  </a:lnTo>
                  <a:lnTo>
                    <a:pt x="5875755" y="122784"/>
                  </a:lnTo>
                  <a:lnTo>
                    <a:pt x="5875849" y="122784"/>
                  </a:lnTo>
                  <a:lnTo>
                    <a:pt x="5875943" y="122784"/>
                  </a:lnTo>
                  <a:lnTo>
                    <a:pt x="5876038" y="122784"/>
                  </a:lnTo>
                  <a:lnTo>
                    <a:pt x="5876132" y="122784"/>
                  </a:lnTo>
                  <a:lnTo>
                    <a:pt x="5876226" y="122784"/>
                  </a:lnTo>
                  <a:lnTo>
                    <a:pt x="5876320" y="122784"/>
                  </a:lnTo>
                  <a:lnTo>
                    <a:pt x="5876414" y="122784"/>
                  </a:lnTo>
                  <a:lnTo>
                    <a:pt x="5876508" y="122784"/>
                  </a:lnTo>
                  <a:lnTo>
                    <a:pt x="5876603" y="122784"/>
                  </a:lnTo>
                  <a:lnTo>
                    <a:pt x="5876697" y="122784"/>
                  </a:lnTo>
                  <a:lnTo>
                    <a:pt x="5876791" y="122784"/>
                  </a:lnTo>
                  <a:lnTo>
                    <a:pt x="5876885" y="122784"/>
                  </a:lnTo>
                  <a:lnTo>
                    <a:pt x="5876979" y="122784"/>
                  </a:lnTo>
                  <a:lnTo>
                    <a:pt x="5877073" y="122784"/>
                  </a:lnTo>
                  <a:lnTo>
                    <a:pt x="5877167" y="122784"/>
                  </a:lnTo>
                  <a:lnTo>
                    <a:pt x="5877262" y="122784"/>
                  </a:lnTo>
                  <a:lnTo>
                    <a:pt x="5877356" y="122784"/>
                  </a:lnTo>
                  <a:lnTo>
                    <a:pt x="5877450" y="122784"/>
                  </a:lnTo>
                  <a:lnTo>
                    <a:pt x="5877544" y="122784"/>
                  </a:lnTo>
                  <a:lnTo>
                    <a:pt x="5877638" y="122784"/>
                  </a:lnTo>
                  <a:lnTo>
                    <a:pt x="5877732" y="122784"/>
                  </a:lnTo>
                  <a:lnTo>
                    <a:pt x="5877827" y="122784"/>
                  </a:lnTo>
                  <a:lnTo>
                    <a:pt x="5877921" y="122784"/>
                  </a:lnTo>
                  <a:lnTo>
                    <a:pt x="5878015" y="122784"/>
                  </a:lnTo>
                  <a:lnTo>
                    <a:pt x="5878109" y="122784"/>
                  </a:lnTo>
                  <a:lnTo>
                    <a:pt x="5878203" y="122784"/>
                  </a:lnTo>
                  <a:lnTo>
                    <a:pt x="5878297" y="122784"/>
                  </a:lnTo>
                  <a:lnTo>
                    <a:pt x="5878391" y="122784"/>
                  </a:lnTo>
                  <a:lnTo>
                    <a:pt x="5878486" y="122784"/>
                  </a:lnTo>
                  <a:lnTo>
                    <a:pt x="5878580" y="122784"/>
                  </a:lnTo>
                  <a:lnTo>
                    <a:pt x="5878674" y="122784"/>
                  </a:lnTo>
                  <a:lnTo>
                    <a:pt x="5878768" y="122784"/>
                  </a:lnTo>
                  <a:lnTo>
                    <a:pt x="5878862" y="122784"/>
                  </a:lnTo>
                  <a:lnTo>
                    <a:pt x="5878956" y="122784"/>
                  </a:lnTo>
                  <a:lnTo>
                    <a:pt x="5879050" y="122784"/>
                  </a:lnTo>
                  <a:lnTo>
                    <a:pt x="5879145" y="122784"/>
                  </a:lnTo>
                  <a:lnTo>
                    <a:pt x="5879239" y="122784"/>
                  </a:lnTo>
                  <a:lnTo>
                    <a:pt x="5879333" y="122784"/>
                  </a:lnTo>
                  <a:lnTo>
                    <a:pt x="5879427" y="122784"/>
                  </a:lnTo>
                  <a:lnTo>
                    <a:pt x="5879521" y="122784"/>
                  </a:lnTo>
                  <a:lnTo>
                    <a:pt x="5879615" y="122784"/>
                  </a:lnTo>
                  <a:lnTo>
                    <a:pt x="5879710" y="122784"/>
                  </a:lnTo>
                  <a:lnTo>
                    <a:pt x="5879804" y="122784"/>
                  </a:lnTo>
                  <a:lnTo>
                    <a:pt x="5879898" y="122784"/>
                  </a:lnTo>
                  <a:lnTo>
                    <a:pt x="5879992" y="122784"/>
                  </a:lnTo>
                  <a:lnTo>
                    <a:pt x="5880086" y="122784"/>
                  </a:lnTo>
                  <a:lnTo>
                    <a:pt x="5880180" y="122784"/>
                  </a:lnTo>
                  <a:lnTo>
                    <a:pt x="5880274" y="122784"/>
                  </a:lnTo>
                  <a:lnTo>
                    <a:pt x="5880369" y="122784"/>
                  </a:lnTo>
                  <a:lnTo>
                    <a:pt x="5880463" y="122784"/>
                  </a:lnTo>
                  <a:lnTo>
                    <a:pt x="5880557" y="122784"/>
                  </a:lnTo>
                  <a:lnTo>
                    <a:pt x="5880651" y="122784"/>
                  </a:lnTo>
                  <a:lnTo>
                    <a:pt x="5880745" y="122784"/>
                  </a:lnTo>
                  <a:lnTo>
                    <a:pt x="5880839" y="122784"/>
                  </a:lnTo>
                  <a:lnTo>
                    <a:pt x="5880934" y="122784"/>
                  </a:lnTo>
                  <a:lnTo>
                    <a:pt x="5881028" y="122784"/>
                  </a:lnTo>
                  <a:lnTo>
                    <a:pt x="5881122" y="122784"/>
                  </a:lnTo>
                  <a:lnTo>
                    <a:pt x="5881216" y="122784"/>
                  </a:lnTo>
                  <a:lnTo>
                    <a:pt x="5881310" y="122784"/>
                  </a:lnTo>
                  <a:lnTo>
                    <a:pt x="5881404" y="122784"/>
                  </a:lnTo>
                  <a:lnTo>
                    <a:pt x="5881498" y="122784"/>
                  </a:lnTo>
                  <a:lnTo>
                    <a:pt x="5881593" y="122784"/>
                  </a:lnTo>
                  <a:lnTo>
                    <a:pt x="5881687" y="122784"/>
                  </a:lnTo>
                  <a:lnTo>
                    <a:pt x="5881781" y="122784"/>
                  </a:lnTo>
                  <a:lnTo>
                    <a:pt x="5881875" y="122784"/>
                  </a:lnTo>
                  <a:lnTo>
                    <a:pt x="5881969" y="122784"/>
                  </a:lnTo>
                  <a:lnTo>
                    <a:pt x="5882063" y="122784"/>
                  </a:lnTo>
                  <a:lnTo>
                    <a:pt x="5882158" y="122784"/>
                  </a:lnTo>
                  <a:lnTo>
                    <a:pt x="5882252" y="122784"/>
                  </a:lnTo>
                  <a:lnTo>
                    <a:pt x="5882346" y="122784"/>
                  </a:lnTo>
                  <a:lnTo>
                    <a:pt x="5882440" y="122784"/>
                  </a:lnTo>
                  <a:lnTo>
                    <a:pt x="5882534" y="122784"/>
                  </a:lnTo>
                  <a:lnTo>
                    <a:pt x="5882628" y="122784"/>
                  </a:lnTo>
                  <a:lnTo>
                    <a:pt x="5882722" y="122784"/>
                  </a:lnTo>
                  <a:lnTo>
                    <a:pt x="5882817" y="122784"/>
                  </a:lnTo>
                  <a:lnTo>
                    <a:pt x="5882911" y="122784"/>
                  </a:lnTo>
                  <a:lnTo>
                    <a:pt x="5883005" y="122784"/>
                  </a:lnTo>
                  <a:lnTo>
                    <a:pt x="5883099" y="122784"/>
                  </a:lnTo>
                  <a:lnTo>
                    <a:pt x="5883193" y="122784"/>
                  </a:lnTo>
                  <a:lnTo>
                    <a:pt x="5883287" y="122784"/>
                  </a:lnTo>
                  <a:lnTo>
                    <a:pt x="5883381" y="122784"/>
                  </a:lnTo>
                  <a:lnTo>
                    <a:pt x="5883476" y="122784"/>
                  </a:lnTo>
                  <a:lnTo>
                    <a:pt x="5883570" y="122784"/>
                  </a:lnTo>
                  <a:lnTo>
                    <a:pt x="5883664" y="122784"/>
                  </a:lnTo>
                  <a:lnTo>
                    <a:pt x="5883758" y="122784"/>
                  </a:lnTo>
                  <a:lnTo>
                    <a:pt x="5883852" y="122784"/>
                  </a:lnTo>
                  <a:lnTo>
                    <a:pt x="5883946" y="122784"/>
                  </a:lnTo>
                  <a:lnTo>
                    <a:pt x="5884041" y="122784"/>
                  </a:lnTo>
                  <a:lnTo>
                    <a:pt x="5884135" y="122784"/>
                  </a:lnTo>
                  <a:lnTo>
                    <a:pt x="5884229" y="122784"/>
                  </a:lnTo>
                  <a:lnTo>
                    <a:pt x="5884323" y="122784"/>
                  </a:lnTo>
                  <a:lnTo>
                    <a:pt x="5884417" y="122784"/>
                  </a:lnTo>
                  <a:lnTo>
                    <a:pt x="5884511" y="122784"/>
                  </a:lnTo>
                  <a:lnTo>
                    <a:pt x="5884605" y="122784"/>
                  </a:lnTo>
                  <a:lnTo>
                    <a:pt x="5884700" y="122784"/>
                  </a:lnTo>
                  <a:lnTo>
                    <a:pt x="5884794" y="122784"/>
                  </a:lnTo>
                  <a:lnTo>
                    <a:pt x="5884888" y="122784"/>
                  </a:lnTo>
                  <a:lnTo>
                    <a:pt x="5884982" y="122784"/>
                  </a:lnTo>
                  <a:lnTo>
                    <a:pt x="5885076" y="122784"/>
                  </a:lnTo>
                  <a:lnTo>
                    <a:pt x="5885170" y="122784"/>
                  </a:lnTo>
                  <a:lnTo>
                    <a:pt x="5885265" y="122784"/>
                  </a:lnTo>
                  <a:lnTo>
                    <a:pt x="5885359" y="122784"/>
                  </a:lnTo>
                  <a:lnTo>
                    <a:pt x="5885453" y="122784"/>
                  </a:lnTo>
                  <a:lnTo>
                    <a:pt x="5885547" y="122784"/>
                  </a:lnTo>
                  <a:lnTo>
                    <a:pt x="5885641" y="122784"/>
                  </a:lnTo>
                  <a:lnTo>
                    <a:pt x="5885735" y="122784"/>
                  </a:lnTo>
                  <a:lnTo>
                    <a:pt x="5885829" y="122784"/>
                  </a:lnTo>
                  <a:lnTo>
                    <a:pt x="5885924" y="122784"/>
                  </a:lnTo>
                  <a:lnTo>
                    <a:pt x="5886018" y="122784"/>
                  </a:lnTo>
                  <a:lnTo>
                    <a:pt x="5886112" y="122784"/>
                  </a:lnTo>
                  <a:lnTo>
                    <a:pt x="5886206" y="122784"/>
                  </a:lnTo>
                  <a:lnTo>
                    <a:pt x="5886300" y="122784"/>
                  </a:lnTo>
                  <a:lnTo>
                    <a:pt x="5886394" y="122784"/>
                  </a:lnTo>
                  <a:lnTo>
                    <a:pt x="5886489" y="122784"/>
                  </a:lnTo>
                  <a:lnTo>
                    <a:pt x="5886583" y="122784"/>
                  </a:lnTo>
                  <a:lnTo>
                    <a:pt x="5886677" y="122784"/>
                  </a:lnTo>
                  <a:lnTo>
                    <a:pt x="5886771" y="122784"/>
                  </a:lnTo>
                  <a:lnTo>
                    <a:pt x="5886865" y="122784"/>
                  </a:lnTo>
                  <a:lnTo>
                    <a:pt x="5886959" y="122784"/>
                  </a:lnTo>
                  <a:lnTo>
                    <a:pt x="5887053" y="122784"/>
                  </a:lnTo>
                  <a:lnTo>
                    <a:pt x="5887148" y="122784"/>
                  </a:lnTo>
                  <a:lnTo>
                    <a:pt x="5887242" y="122784"/>
                  </a:lnTo>
                  <a:lnTo>
                    <a:pt x="5887336" y="122784"/>
                  </a:lnTo>
                  <a:lnTo>
                    <a:pt x="5887430" y="122784"/>
                  </a:lnTo>
                  <a:lnTo>
                    <a:pt x="5887524" y="122784"/>
                  </a:lnTo>
                  <a:lnTo>
                    <a:pt x="5887618" y="122784"/>
                  </a:lnTo>
                  <a:lnTo>
                    <a:pt x="5887712" y="122784"/>
                  </a:lnTo>
                  <a:lnTo>
                    <a:pt x="5887807" y="122784"/>
                  </a:lnTo>
                  <a:lnTo>
                    <a:pt x="5887901" y="122784"/>
                  </a:lnTo>
                  <a:lnTo>
                    <a:pt x="5887995" y="122784"/>
                  </a:lnTo>
                  <a:lnTo>
                    <a:pt x="5888089" y="122784"/>
                  </a:lnTo>
                  <a:lnTo>
                    <a:pt x="5888183" y="122784"/>
                  </a:lnTo>
                  <a:lnTo>
                    <a:pt x="5888277" y="122784"/>
                  </a:lnTo>
                  <a:lnTo>
                    <a:pt x="5888372" y="122784"/>
                  </a:lnTo>
                  <a:lnTo>
                    <a:pt x="5888466" y="122784"/>
                  </a:lnTo>
                  <a:lnTo>
                    <a:pt x="5888560" y="122784"/>
                  </a:lnTo>
                  <a:lnTo>
                    <a:pt x="5888654" y="122784"/>
                  </a:lnTo>
                  <a:lnTo>
                    <a:pt x="5888748" y="122784"/>
                  </a:lnTo>
                  <a:lnTo>
                    <a:pt x="5888842" y="122784"/>
                  </a:lnTo>
                  <a:lnTo>
                    <a:pt x="5888936" y="122784"/>
                  </a:lnTo>
                  <a:lnTo>
                    <a:pt x="5889031" y="122784"/>
                  </a:lnTo>
                  <a:lnTo>
                    <a:pt x="5889125" y="122784"/>
                  </a:lnTo>
                  <a:lnTo>
                    <a:pt x="5889219" y="122784"/>
                  </a:lnTo>
                  <a:lnTo>
                    <a:pt x="5889313" y="122784"/>
                  </a:lnTo>
                  <a:lnTo>
                    <a:pt x="5889407" y="122784"/>
                  </a:lnTo>
                  <a:lnTo>
                    <a:pt x="5889501" y="122784"/>
                  </a:lnTo>
                  <a:lnTo>
                    <a:pt x="5889596" y="122784"/>
                  </a:lnTo>
                  <a:lnTo>
                    <a:pt x="5889690" y="122784"/>
                  </a:lnTo>
                  <a:lnTo>
                    <a:pt x="5889784" y="122784"/>
                  </a:lnTo>
                  <a:lnTo>
                    <a:pt x="5889878" y="122784"/>
                  </a:lnTo>
                  <a:lnTo>
                    <a:pt x="5889972" y="122784"/>
                  </a:lnTo>
                  <a:lnTo>
                    <a:pt x="5890066" y="122784"/>
                  </a:lnTo>
                  <a:lnTo>
                    <a:pt x="5890160" y="122784"/>
                  </a:lnTo>
                  <a:lnTo>
                    <a:pt x="5890255" y="122784"/>
                  </a:lnTo>
                  <a:lnTo>
                    <a:pt x="5890349" y="122784"/>
                  </a:lnTo>
                  <a:lnTo>
                    <a:pt x="5890443" y="122784"/>
                  </a:lnTo>
                  <a:lnTo>
                    <a:pt x="5890537" y="122784"/>
                  </a:lnTo>
                  <a:lnTo>
                    <a:pt x="5890631" y="122784"/>
                  </a:lnTo>
                  <a:lnTo>
                    <a:pt x="5890725" y="122784"/>
                  </a:lnTo>
                  <a:lnTo>
                    <a:pt x="5890820" y="122784"/>
                  </a:lnTo>
                  <a:lnTo>
                    <a:pt x="5890914" y="122784"/>
                  </a:lnTo>
                  <a:lnTo>
                    <a:pt x="5891008" y="122784"/>
                  </a:lnTo>
                  <a:lnTo>
                    <a:pt x="5891102" y="122784"/>
                  </a:lnTo>
                  <a:lnTo>
                    <a:pt x="5891196" y="122784"/>
                  </a:lnTo>
                  <a:lnTo>
                    <a:pt x="5891290" y="122784"/>
                  </a:lnTo>
                  <a:lnTo>
                    <a:pt x="5891384" y="122784"/>
                  </a:lnTo>
                  <a:lnTo>
                    <a:pt x="5891479" y="122784"/>
                  </a:lnTo>
                  <a:lnTo>
                    <a:pt x="5891573" y="122784"/>
                  </a:lnTo>
                  <a:lnTo>
                    <a:pt x="5891667" y="122784"/>
                  </a:lnTo>
                  <a:lnTo>
                    <a:pt x="5891761" y="122784"/>
                  </a:lnTo>
                  <a:lnTo>
                    <a:pt x="5891855" y="122784"/>
                  </a:lnTo>
                  <a:lnTo>
                    <a:pt x="5891949" y="122784"/>
                  </a:lnTo>
                  <a:lnTo>
                    <a:pt x="5892043" y="122784"/>
                  </a:lnTo>
                  <a:lnTo>
                    <a:pt x="5892138" y="122784"/>
                  </a:lnTo>
                  <a:lnTo>
                    <a:pt x="5892232" y="122784"/>
                  </a:lnTo>
                  <a:lnTo>
                    <a:pt x="5892326" y="122784"/>
                  </a:lnTo>
                  <a:lnTo>
                    <a:pt x="5892420" y="122784"/>
                  </a:lnTo>
                  <a:lnTo>
                    <a:pt x="5892514" y="122784"/>
                  </a:lnTo>
                  <a:lnTo>
                    <a:pt x="5892608" y="122784"/>
                  </a:lnTo>
                  <a:lnTo>
                    <a:pt x="5892703" y="122784"/>
                  </a:lnTo>
                  <a:lnTo>
                    <a:pt x="5892797" y="122784"/>
                  </a:lnTo>
                  <a:lnTo>
                    <a:pt x="5892891" y="122784"/>
                  </a:lnTo>
                  <a:lnTo>
                    <a:pt x="5892985" y="122784"/>
                  </a:lnTo>
                  <a:lnTo>
                    <a:pt x="5893079" y="122784"/>
                  </a:lnTo>
                  <a:lnTo>
                    <a:pt x="5893173" y="122784"/>
                  </a:lnTo>
                  <a:lnTo>
                    <a:pt x="5893267" y="122784"/>
                  </a:lnTo>
                  <a:lnTo>
                    <a:pt x="5893362" y="122784"/>
                  </a:lnTo>
                  <a:lnTo>
                    <a:pt x="5893456" y="122784"/>
                  </a:lnTo>
                  <a:lnTo>
                    <a:pt x="5893550" y="122784"/>
                  </a:lnTo>
                  <a:lnTo>
                    <a:pt x="5893644" y="122784"/>
                  </a:lnTo>
                  <a:lnTo>
                    <a:pt x="5893644" y="117872"/>
                  </a:lnTo>
                  <a:lnTo>
                    <a:pt x="5893738" y="117872"/>
                  </a:lnTo>
                  <a:lnTo>
                    <a:pt x="5893832" y="117872"/>
                  </a:lnTo>
                  <a:lnTo>
                    <a:pt x="5893927" y="117872"/>
                  </a:lnTo>
                  <a:lnTo>
                    <a:pt x="5894021" y="117872"/>
                  </a:lnTo>
                  <a:lnTo>
                    <a:pt x="5894115" y="117872"/>
                  </a:lnTo>
                  <a:lnTo>
                    <a:pt x="5894209" y="117872"/>
                  </a:lnTo>
                  <a:lnTo>
                    <a:pt x="5894303" y="117872"/>
                  </a:lnTo>
                  <a:lnTo>
                    <a:pt x="5894397" y="117872"/>
                  </a:lnTo>
                  <a:lnTo>
                    <a:pt x="5894491" y="117872"/>
                  </a:lnTo>
                  <a:lnTo>
                    <a:pt x="5894586" y="117872"/>
                  </a:lnTo>
                  <a:lnTo>
                    <a:pt x="5894680" y="117872"/>
                  </a:lnTo>
                  <a:lnTo>
                    <a:pt x="5894774" y="117872"/>
                  </a:lnTo>
                  <a:lnTo>
                    <a:pt x="5894868" y="117872"/>
                  </a:lnTo>
                  <a:lnTo>
                    <a:pt x="5894962" y="117872"/>
                  </a:lnTo>
                  <a:lnTo>
                    <a:pt x="5895056" y="117872"/>
                  </a:lnTo>
                  <a:lnTo>
                    <a:pt x="5895151" y="117872"/>
                  </a:lnTo>
                  <a:lnTo>
                    <a:pt x="5895245" y="117872"/>
                  </a:lnTo>
                  <a:lnTo>
                    <a:pt x="5895339" y="117872"/>
                  </a:lnTo>
                  <a:lnTo>
                    <a:pt x="5895433" y="117872"/>
                  </a:lnTo>
                  <a:lnTo>
                    <a:pt x="5895527" y="117872"/>
                  </a:lnTo>
                  <a:lnTo>
                    <a:pt x="5895621" y="117872"/>
                  </a:lnTo>
                  <a:lnTo>
                    <a:pt x="5895715" y="117872"/>
                  </a:lnTo>
                  <a:lnTo>
                    <a:pt x="5895810" y="117872"/>
                  </a:lnTo>
                  <a:lnTo>
                    <a:pt x="5895904" y="117872"/>
                  </a:lnTo>
                  <a:lnTo>
                    <a:pt x="5895998" y="117872"/>
                  </a:lnTo>
                  <a:lnTo>
                    <a:pt x="5896092" y="117872"/>
                  </a:lnTo>
                  <a:lnTo>
                    <a:pt x="5896186" y="117872"/>
                  </a:lnTo>
                  <a:lnTo>
                    <a:pt x="5896280" y="117872"/>
                  </a:lnTo>
                  <a:lnTo>
                    <a:pt x="5896374" y="117872"/>
                  </a:lnTo>
                  <a:lnTo>
                    <a:pt x="5896469" y="117872"/>
                  </a:lnTo>
                  <a:lnTo>
                    <a:pt x="5896563" y="117872"/>
                  </a:lnTo>
                  <a:lnTo>
                    <a:pt x="5896657" y="117872"/>
                  </a:lnTo>
                  <a:lnTo>
                    <a:pt x="5896751" y="117872"/>
                  </a:lnTo>
                  <a:lnTo>
                    <a:pt x="5896845" y="117872"/>
                  </a:lnTo>
                  <a:lnTo>
                    <a:pt x="5896939" y="117872"/>
                  </a:lnTo>
                  <a:lnTo>
                    <a:pt x="5897034" y="117872"/>
                  </a:lnTo>
                  <a:lnTo>
                    <a:pt x="5897128" y="117872"/>
                  </a:lnTo>
                  <a:lnTo>
                    <a:pt x="5897222" y="117872"/>
                  </a:lnTo>
                  <a:lnTo>
                    <a:pt x="5897316" y="117872"/>
                  </a:lnTo>
                  <a:lnTo>
                    <a:pt x="5897410" y="117872"/>
                  </a:lnTo>
                  <a:lnTo>
                    <a:pt x="5897504" y="117872"/>
                  </a:lnTo>
                  <a:lnTo>
                    <a:pt x="5897598" y="117872"/>
                  </a:lnTo>
                  <a:lnTo>
                    <a:pt x="5897693" y="117872"/>
                  </a:lnTo>
                  <a:lnTo>
                    <a:pt x="5897787" y="117872"/>
                  </a:lnTo>
                  <a:lnTo>
                    <a:pt x="5897881" y="117872"/>
                  </a:lnTo>
                  <a:lnTo>
                    <a:pt x="5897975" y="117872"/>
                  </a:lnTo>
                  <a:lnTo>
                    <a:pt x="5898069" y="117872"/>
                  </a:lnTo>
                  <a:lnTo>
                    <a:pt x="5898163" y="117872"/>
                  </a:lnTo>
                  <a:lnTo>
                    <a:pt x="5898258" y="117872"/>
                  </a:lnTo>
                  <a:lnTo>
                    <a:pt x="5898352" y="117872"/>
                  </a:lnTo>
                  <a:lnTo>
                    <a:pt x="5898446" y="117872"/>
                  </a:lnTo>
                  <a:lnTo>
                    <a:pt x="5898540" y="117872"/>
                  </a:lnTo>
                  <a:lnTo>
                    <a:pt x="5898634" y="117872"/>
                  </a:lnTo>
                  <a:lnTo>
                    <a:pt x="5898728" y="117872"/>
                  </a:lnTo>
                  <a:lnTo>
                    <a:pt x="5898822" y="117872"/>
                  </a:lnTo>
                  <a:lnTo>
                    <a:pt x="5898917" y="117872"/>
                  </a:lnTo>
                  <a:lnTo>
                    <a:pt x="5899011" y="117872"/>
                  </a:lnTo>
                  <a:lnTo>
                    <a:pt x="5899105" y="117872"/>
                  </a:lnTo>
                  <a:lnTo>
                    <a:pt x="5899199" y="117872"/>
                  </a:lnTo>
                  <a:lnTo>
                    <a:pt x="5899293" y="117872"/>
                  </a:lnTo>
                  <a:lnTo>
                    <a:pt x="5899387" y="117872"/>
                  </a:lnTo>
                  <a:lnTo>
                    <a:pt x="5899482" y="117872"/>
                  </a:lnTo>
                  <a:lnTo>
                    <a:pt x="5899576" y="117872"/>
                  </a:lnTo>
                  <a:lnTo>
                    <a:pt x="5899670" y="117872"/>
                  </a:lnTo>
                  <a:lnTo>
                    <a:pt x="5899764" y="117872"/>
                  </a:lnTo>
                  <a:lnTo>
                    <a:pt x="5899858" y="117872"/>
                  </a:lnTo>
                  <a:lnTo>
                    <a:pt x="5899952" y="117872"/>
                  </a:lnTo>
                  <a:lnTo>
                    <a:pt x="5900046" y="117872"/>
                  </a:lnTo>
                  <a:lnTo>
                    <a:pt x="5900141" y="117872"/>
                  </a:lnTo>
                  <a:lnTo>
                    <a:pt x="5900235" y="117872"/>
                  </a:lnTo>
                  <a:lnTo>
                    <a:pt x="5900329" y="117872"/>
                  </a:lnTo>
                  <a:lnTo>
                    <a:pt x="5900423" y="117872"/>
                  </a:lnTo>
                  <a:lnTo>
                    <a:pt x="5900517" y="117872"/>
                  </a:lnTo>
                  <a:lnTo>
                    <a:pt x="5900611" y="117872"/>
                  </a:lnTo>
                  <a:lnTo>
                    <a:pt x="5900705" y="117872"/>
                  </a:lnTo>
                  <a:lnTo>
                    <a:pt x="5900800" y="117872"/>
                  </a:lnTo>
                  <a:lnTo>
                    <a:pt x="5900894" y="117872"/>
                  </a:lnTo>
                  <a:lnTo>
                    <a:pt x="5900988" y="117872"/>
                  </a:lnTo>
                  <a:lnTo>
                    <a:pt x="5901082" y="117872"/>
                  </a:lnTo>
                  <a:lnTo>
                    <a:pt x="5901176" y="117872"/>
                  </a:lnTo>
                  <a:lnTo>
                    <a:pt x="5901270" y="117872"/>
                  </a:lnTo>
                  <a:lnTo>
                    <a:pt x="5901365" y="117872"/>
                  </a:lnTo>
                  <a:lnTo>
                    <a:pt x="5901459" y="117872"/>
                  </a:lnTo>
                  <a:lnTo>
                    <a:pt x="5901553" y="117872"/>
                  </a:lnTo>
                  <a:lnTo>
                    <a:pt x="5901647" y="117872"/>
                  </a:lnTo>
                  <a:lnTo>
                    <a:pt x="5901741" y="117872"/>
                  </a:lnTo>
                  <a:lnTo>
                    <a:pt x="5901835" y="117872"/>
                  </a:lnTo>
                  <a:lnTo>
                    <a:pt x="5901929" y="117872"/>
                  </a:lnTo>
                  <a:lnTo>
                    <a:pt x="5902024" y="117872"/>
                  </a:lnTo>
                  <a:lnTo>
                    <a:pt x="5902118" y="117872"/>
                  </a:lnTo>
                  <a:lnTo>
                    <a:pt x="5902212" y="117872"/>
                  </a:lnTo>
                  <a:lnTo>
                    <a:pt x="5902306" y="117872"/>
                  </a:lnTo>
                  <a:lnTo>
                    <a:pt x="5902400" y="117872"/>
                  </a:lnTo>
                  <a:lnTo>
                    <a:pt x="5902494" y="117872"/>
                  </a:lnTo>
                  <a:lnTo>
                    <a:pt x="5902589" y="117872"/>
                  </a:lnTo>
                  <a:lnTo>
                    <a:pt x="5902683" y="117872"/>
                  </a:lnTo>
                  <a:lnTo>
                    <a:pt x="5902683" y="112961"/>
                  </a:lnTo>
                  <a:lnTo>
                    <a:pt x="5902777" y="112961"/>
                  </a:lnTo>
                  <a:lnTo>
                    <a:pt x="5902871" y="112961"/>
                  </a:lnTo>
                  <a:lnTo>
                    <a:pt x="5902965" y="112961"/>
                  </a:lnTo>
                  <a:lnTo>
                    <a:pt x="5903059" y="112961"/>
                  </a:lnTo>
                  <a:lnTo>
                    <a:pt x="5903153" y="112961"/>
                  </a:lnTo>
                  <a:lnTo>
                    <a:pt x="5903248" y="112961"/>
                  </a:lnTo>
                  <a:lnTo>
                    <a:pt x="5903342" y="112961"/>
                  </a:lnTo>
                  <a:lnTo>
                    <a:pt x="5903436" y="112961"/>
                  </a:lnTo>
                  <a:lnTo>
                    <a:pt x="5903530" y="112961"/>
                  </a:lnTo>
                  <a:lnTo>
                    <a:pt x="5903624" y="112961"/>
                  </a:lnTo>
                  <a:lnTo>
                    <a:pt x="5903718" y="112961"/>
                  </a:lnTo>
                  <a:lnTo>
                    <a:pt x="5903813" y="112961"/>
                  </a:lnTo>
                  <a:lnTo>
                    <a:pt x="5903907" y="112961"/>
                  </a:lnTo>
                  <a:lnTo>
                    <a:pt x="5904001" y="112961"/>
                  </a:lnTo>
                  <a:lnTo>
                    <a:pt x="5904095" y="112961"/>
                  </a:lnTo>
                  <a:lnTo>
                    <a:pt x="5904189" y="112961"/>
                  </a:lnTo>
                  <a:lnTo>
                    <a:pt x="5904283" y="112961"/>
                  </a:lnTo>
                  <a:lnTo>
                    <a:pt x="5904377" y="112961"/>
                  </a:lnTo>
                  <a:lnTo>
                    <a:pt x="5904472" y="112961"/>
                  </a:lnTo>
                  <a:lnTo>
                    <a:pt x="5904566" y="112961"/>
                  </a:lnTo>
                  <a:lnTo>
                    <a:pt x="5904660" y="112961"/>
                  </a:lnTo>
                  <a:lnTo>
                    <a:pt x="5904754" y="112961"/>
                  </a:lnTo>
                  <a:lnTo>
                    <a:pt x="5904848" y="112961"/>
                  </a:lnTo>
                  <a:lnTo>
                    <a:pt x="5904942" y="112961"/>
                  </a:lnTo>
                  <a:lnTo>
                    <a:pt x="5905036" y="112961"/>
                  </a:lnTo>
                  <a:lnTo>
                    <a:pt x="5905131" y="112961"/>
                  </a:lnTo>
                  <a:lnTo>
                    <a:pt x="5905225" y="112961"/>
                  </a:lnTo>
                  <a:lnTo>
                    <a:pt x="5905319" y="112961"/>
                  </a:lnTo>
                  <a:lnTo>
                    <a:pt x="5905413" y="112961"/>
                  </a:lnTo>
                  <a:lnTo>
                    <a:pt x="5905507" y="112961"/>
                  </a:lnTo>
                  <a:lnTo>
                    <a:pt x="5905601" y="112961"/>
                  </a:lnTo>
                  <a:lnTo>
                    <a:pt x="5905696" y="112961"/>
                  </a:lnTo>
                  <a:lnTo>
                    <a:pt x="5905790" y="112961"/>
                  </a:lnTo>
                  <a:lnTo>
                    <a:pt x="5905884" y="112961"/>
                  </a:lnTo>
                  <a:lnTo>
                    <a:pt x="5905978" y="112961"/>
                  </a:lnTo>
                  <a:lnTo>
                    <a:pt x="5906072" y="112961"/>
                  </a:lnTo>
                  <a:lnTo>
                    <a:pt x="5906166" y="112961"/>
                  </a:lnTo>
                  <a:lnTo>
                    <a:pt x="5906260" y="112961"/>
                  </a:lnTo>
                  <a:lnTo>
                    <a:pt x="5906355" y="112961"/>
                  </a:lnTo>
                  <a:lnTo>
                    <a:pt x="5906449" y="112961"/>
                  </a:lnTo>
                  <a:lnTo>
                    <a:pt x="5906543" y="112961"/>
                  </a:lnTo>
                  <a:lnTo>
                    <a:pt x="5906637" y="112961"/>
                  </a:lnTo>
                  <a:lnTo>
                    <a:pt x="5906731" y="112961"/>
                  </a:lnTo>
                  <a:lnTo>
                    <a:pt x="5906825" y="112961"/>
                  </a:lnTo>
                  <a:lnTo>
                    <a:pt x="5906920" y="112961"/>
                  </a:lnTo>
                  <a:lnTo>
                    <a:pt x="5907014" y="112961"/>
                  </a:lnTo>
                  <a:lnTo>
                    <a:pt x="5907108" y="112961"/>
                  </a:lnTo>
                  <a:lnTo>
                    <a:pt x="5907202" y="112961"/>
                  </a:lnTo>
                  <a:lnTo>
                    <a:pt x="5907296" y="112961"/>
                  </a:lnTo>
                  <a:lnTo>
                    <a:pt x="5907390" y="112961"/>
                  </a:lnTo>
                  <a:lnTo>
                    <a:pt x="5907484" y="112961"/>
                  </a:lnTo>
                  <a:lnTo>
                    <a:pt x="5907579" y="112961"/>
                  </a:lnTo>
                  <a:lnTo>
                    <a:pt x="5907673" y="112961"/>
                  </a:lnTo>
                  <a:lnTo>
                    <a:pt x="5907767" y="112961"/>
                  </a:lnTo>
                  <a:lnTo>
                    <a:pt x="5907861" y="112961"/>
                  </a:lnTo>
                  <a:lnTo>
                    <a:pt x="5907955" y="112961"/>
                  </a:lnTo>
                  <a:lnTo>
                    <a:pt x="5908049" y="112961"/>
                  </a:lnTo>
                  <a:lnTo>
                    <a:pt x="5908144" y="112961"/>
                  </a:lnTo>
                  <a:lnTo>
                    <a:pt x="5908238" y="112961"/>
                  </a:lnTo>
                  <a:lnTo>
                    <a:pt x="5908332" y="112961"/>
                  </a:lnTo>
                  <a:lnTo>
                    <a:pt x="5908426" y="112961"/>
                  </a:lnTo>
                  <a:lnTo>
                    <a:pt x="5908520" y="112961"/>
                  </a:lnTo>
                  <a:lnTo>
                    <a:pt x="5908614" y="112961"/>
                  </a:lnTo>
                  <a:lnTo>
                    <a:pt x="5908708" y="112961"/>
                  </a:lnTo>
                  <a:lnTo>
                    <a:pt x="5908803" y="112961"/>
                  </a:lnTo>
                  <a:lnTo>
                    <a:pt x="5908897" y="112961"/>
                  </a:lnTo>
                  <a:lnTo>
                    <a:pt x="5908991" y="112961"/>
                  </a:lnTo>
                  <a:lnTo>
                    <a:pt x="5909085" y="112961"/>
                  </a:lnTo>
                  <a:lnTo>
                    <a:pt x="5909179" y="112961"/>
                  </a:lnTo>
                  <a:lnTo>
                    <a:pt x="5909273" y="112961"/>
                  </a:lnTo>
                  <a:lnTo>
                    <a:pt x="5909367" y="112961"/>
                  </a:lnTo>
                  <a:lnTo>
                    <a:pt x="5909462" y="112961"/>
                  </a:lnTo>
                  <a:lnTo>
                    <a:pt x="5909556" y="112961"/>
                  </a:lnTo>
                  <a:lnTo>
                    <a:pt x="5909650" y="112961"/>
                  </a:lnTo>
                  <a:lnTo>
                    <a:pt x="5909744" y="112961"/>
                  </a:lnTo>
                  <a:lnTo>
                    <a:pt x="5909838" y="112961"/>
                  </a:lnTo>
                  <a:lnTo>
                    <a:pt x="5909932" y="112961"/>
                  </a:lnTo>
                  <a:lnTo>
                    <a:pt x="5910027" y="112961"/>
                  </a:lnTo>
                  <a:lnTo>
                    <a:pt x="5910121" y="112961"/>
                  </a:lnTo>
                  <a:lnTo>
                    <a:pt x="5910215" y="112961"/>
                  </a:lnTo>
                  <a:lnTo>
                    <a:pt x="5910309" y="112961"/>
                  </a:lnTo>
                  <a:lnTo>
                    <a:pt x="5910403" y="112961"/>
                  </a:lnTo>
                  <a:lnTo>
                    <a:pt x="5910497" y="112961"/>
                  </a:lnTo>
                  <a:lnTo>
                    <a:pt x="5910591" y="112961"/>
                  </a:lnTo>
                  <a:lnTo>
                    <a:pt x="5910686" y="112961"/>
                  </a:lnTo>
                  <a:lnTo>
                    <a:pt x="5910780" y="112961"/>
                  </a:lnTo>
                  <a:lnTo>
                    <a:pt x="5910874" y="112961"/>
                  </a:lnTo>
                  <a:lnTo>
                    <a:pt x="5910968" y="112961"/>
                  </a:lnTo>
                  <a:lnTo>
                    <a:pt x="5911062" y="112961"/>
                  </a:lnTo>
                  <a:lnTo>
                    <a:pt x="5911156" y="112961"/>
                  </a:lnTo>
                  <a:lnTo>
                    <a:pt x="5911251" y="112961"/>
                  </a:lnTo>
                  <a:lnTo>
                    <a:pt x="5911345" y="112961"/>
                  </a:lnTo>
                  <a:lnTo>
                    <a:pt x="5911439" y="112961"/>
                  </a:lnTo>
                  <a:lnTo>
                    <a:pt x="5911533" y="112961"/>
                  </a:lnTo>
                  <a:lnTo>
                    <a:pt x="5911627" y="112961"/>
                  </a:lnTo>
                  <a:lnTo>
                    <a:pt x="5911721" y="112961"/>
                  </a:lnTo>
                  <a:lnTo>
                    <a:pt x="5911815" y="112961"/>
                  </a:lnTo>
                  <a:lnTo>
                    <a:pt x="5911910" y="112961"/>
                  </a:lnTo>
                  <a:lnTo>
                    <a:pt x="5912004" y="112961"/>
                  </a:lnTo>
                  <a:lnTo>
                    <a:pt x="5912098" y="112961"/>
                  </a:lnTo>
                  <a:lnTo>
                    <a:pt x="5912192" y="112961"/>
                  </a:lnTo>
                  <a:lnTo>
                    <a:pt x="5912286" y="112961"/>
                  </a:lnTo>
                  <a:lnTo>
                    <a:pt x="5912380" y="112961"/>
                  </a:lnTo>
                  <a:lnTo>
                    <a:pt x="5912475" y="112961"/>
                  </a:lnTo>
                  <a:lnTo>
                    <a:pt x="5912569" y="112961"/>
                  </a:lnTo>
                  <a:lnTo>
                    <a:pt x="5912663" y="112961"/>
                  </a:lnTo>
                  <a:lnTo>
                    <a:pt x="5912757" y="112961"/>
                  </a:lnTo>
                  <a:lnTo>
                    <a:pt x="5912851" y="112961"/>
                  </a:lnTo>
                  <a:lnTo>
                    <a:pt x="5912945" y="112961"/>
                  </a:lnTo>
                  <a:lnTo>
                    <a:pt x="5913039" y="112961"/>
                  </a:lnTo>
                  <a:lnTo>
                    <a:pt x="5913134" y="112961"/>
                  </a:lnTo>
                  <a:lnTo>
                    <a:pt x="5913228" y="112961"/>
                  </a:lnTo>
                  <a:lnTo>
                    <a:pt x="5913322" y="112961"/>
                  </a:lnTo>
                  <a:lnTo>
                    <a:pt x="5913416" y="112961"/>
                  </a:lnTo>
                  <a:lnTo>
                    <a:pt x="5913510" y="112961"/>
                  </a:lnTo>
                  <a:lnTo>
                    <a:pt x="5913604" y="112961"/>
                  </a:lnTo>
                  <a:lnTo>
                    <a:pt x="5913698" y="112961"/>
                  </a:lnTo>
                  <a:lnTo>
                    <a:pt x="5913793" y="112961"/>
                  </a:lnTo>
                  <a:lnTo>
                    <a:pt x="5913887" y="112961"/>
                  </a:lnTo>
                  <a:lnTo>
                    <a:pt x="5913981" y="112961"/>
                  </a:lnTo>
                  <a:lnTo>
                    <a:pt x="5914075" y="112961"/>
                  </a:lnTo>
                  <a:lnTo>
                    <a:pt x="5914169" y="112961"/>
                  </a:lnTo>
                  <a:lnTo>
                    <a:pt x="5914263" y="112961"/>
                  </a:lnTo>
                  <a:lnTo>
                    <a:pt x="5914358" y="112961"/>
                  </a:lnTo>
                  <a:lnTo>
                    <a:pt x="5914452" y="112961"/>
                  </a:lnTo>
                  <a:lnTo>
                    <a:pt x="5914546" y="112961"/>
                  </a:lnTo>
                  <a:lnTo>
                    <a:pt x="5914640" y="112961"/>
                  </a:lnTo>
                  <a:lnTo>
                    <a:pt x="5914734" y="112961"/>
                  </a:lnTo>
                  <a:lnTo>
                    <a:pt x="5914828" y="112961"/>
                  </a:lnTo>
                  <a:lnTo>
                    <a:pt x="5914922" y="112961"/>
                  </a:lnTo>
                  <a:lnTo>
                    <a:pt x="5915017" y="112961"/>
                  </a:lnTo>
                  <a:lnTo>
                    <a:pt x="5915111" y="112961"/>
                  </a:lnTo>
                  <a:lnTo>
                    <a:pt x="5915205" y="112961"/>
                  </a:lnTo>
                  <a:lnTo>
                    <a:pt x="5915299" y="112961"/>
                  </a:lnTo>
                  <a:lnTo>
                    <a:pt x="5915393" y="112961"/>
                  </a:lnTo>
                  <a:lnTo>
                    <a:pt x="5915487" y="112961"/>
                  </a:lnTo>
                  <a:lnTo>
                    <a:pt x="5915582" y="112961"/>
                  </a:lnTo>
                  <a:lnTo>
                    <a:pt x="5915676" y="112961"/>
                  </a:lnTo>
                  <a:lnTo>
                    <a:pt x="5915770" y="112961"/>
                  </a:lnTo>
                  <a:lnTo>
                    <a:pt x="5915864" y="112961"/>
                  </a:lnTo>
                  <a:lnTo>
                    <a:pt x="5915958" y="112961"/>
                  </a:lnTo>
                  <a:lnTo>
                    <a:pt x="5916052" y="112961"/>
                  </a:lnTo>
                  <a:lnTo>
                    <a:pt x="5916146" y="112961"/>
                  </a:lnTo>
                  <a:lnTo>
                    <a:pt x="5916241" y="112961"/>
                  </a:lnTo>
                  <a:lnTo>
                    <a:pt x="5916335" y="112961"/>
                  </a:lnTo>
                  <a:lnTo>
                    <a:pt x="5916429" y="112961"/>
                  </a:lnTo>
                  <a:lnTo>
                    <a:pt x="5916523" y="112961"/>
                  </a:lnTo>
                  <a:lnTo>
                    <a:pt x="5916617" y="112961"/>
                  </a:lnTo>
                  <a:lnTo>
                    <a:pt x="5916711" y="112961"/>
                  </a:lnTo>
                  <a:lnTo>
                    <a:pt x="5916806" y="112961"/>
                  </a:lnTo>
                  <a:lnTo>
                    <a:pt x="5916900" y="112961"/>
                  </a:lnTo>
                  <a:lnTo>
                    <a:pt x="5916994" y="112961"/>
                  </a:lnTo>
                  <a:lnTo>
                    <a:pt x="5917088" y="112961"/>
                  </a:lnTo>
                  <a:lnTo>
                    <a:pt x="5917182" y="112961"/>
                  </a:lnTo>
                  <a:lnTo>
                    <a:pt x="5917276" y="112961"/>
                  </a:lnTo>
                  <a:lnTo>
                    <a:pt x="5917370" y="112961"/>
                  </a:lnTo>
                  <a:lnTo>
                    <a:pt x="5917465" y="112961"/>
                  </a:lnTo>
                  <a:lnTo>
                    <a:pt x="5917559" y="112961"/>
                  </a:lnTo>
                  <a:lnTo>
                    <a:pt x="5917653" y="112961"/>
                  </a:lnTo>
                  <a:lnTo>
                    <a:pt x="5917747" y="112961"/>
                  </a:lnTo>
                  <a:lnTo>
                    <a:pt x="5917841" y="112961"/>
                  </a:lnTo>
                  <a:lnTo>
                    <a:pt x="5917935" y="112961"/>
                  </a:lnTo>
                  <a:lnTo>
                    <a:pt x="5918029" y="112961"/>
                  </a:lnTo>
                  <a:lnTo>
                    <a:pt x="5918124" y="112961"/>
                  </a:lnTo>
                  <a:lnTo>
                    <a:pt x="5918218" y="112961"/>
                  </a:lnTo>
                  <a:lnTo>
                    <a:pt x="5918312" y="112961"/>
                  </a:lnTo>
                  <a:lnTo>
                    <a:pt x="5918406" y="112961"/>
                  </a:lnTo>
                  <a:lnTo>
                    <a:pt x="5918500" y="112961"/>
                  </a:lnTo>
                  <a:lnTo>
                    <a:pt x="5918594" y="112961"/>
                  </a:lnTo>
                  <a:lnTo>
                    <a:pt x="5918689" y="112961"/>
                  </a:lnTo>
                  <a:lnTo>
                    <a:pt x="5918783" y="112961"/>
                  </a:lnTo>
                  <a:lnTo>
                    <a:pt x="5918877" y="112961"/>
                  </a:lnTo>
                  <a:lnTo>
                    <a:pt x="5918971" y="112961"/>
                  </a:lnTo>
                  <a:lnTo>
                    <a:pt x="5919065" y="112961"/>
                  </a:lnTo>
                  <a:lnTo>
                    <a:pt x="5919159" y="112961"/>
                  </a:lnTo>
                  <a:lnTo>
                    <a:pt x="5919253" y="112961"/>
                  </a:lnTo>
                  <a:lnTo>
                    <a:pt x="5919348" y="112961"/>
                  </a:lnTo>
                  <a:lnTo>
                    <a:pt x="5919442" y="112961"/>
                  </a:lnTo>
                  <a:lnTo>
                    <a:pt x="5919536" y="112961"/>
                  </a:lnTo>
                  <a:lnTo>
                    <a:pt x="5919630" y="112961"/>
                  </a:lnTo>
                  <a:lnTo>
                    <a:pt x="5919724" y="112961"/>
                  </a:lnTo>
                  <a:lnTo>
                    <a:pt x="5919818" y="112961"/>
                  </a:lnTo>
                  <a:lnTo>
                    <a:pt x="5919913" y="112961"/>
                  </a:lnTo>
                  <a:lnTo>
                    <a:pt x="5920007" y="112961"/>
                  </a:lnTo>
                  <a:lnTo>
                    <a:pt x="5920101" y="112961"/>
                  </a:lnTo>
                  <a:lnTo>
                    <a:pt x="5920195" y="112961"/>
                  </a:lnTo>
                  <a:lnTo>
                    <a:pt x="5920289" y="112961"/>
                  </a:lnTo>
                  <a:lnTo>
                    <a:pt x="5920289" y="108050"/>
                  </a:lnTo>
                  <a:lnTo>
                    <a:pt x="5920383" y="108050"/>
                  </a:lnTo>
                  <a:lnTo>
                    <a:pt x="5920477" y="108050"/>
                  </a:lnTo>
                  <a:lnTo>
                    <a:pt x="5920572" y="108050"/>
                  </a:lnTo>
                  <a:lnTo>
                    <a:pt x="5920666" y="108050"/>
                  </a:lnTo>
                  <a:lnTo>
                    <a:pt x="5920760" y="108050"/>
                  </a:lnTo>
                  <a:lnTo>
                    <a:pt x="5920854" y="108050"/>
                  </a:lnTo>
                  <a:lnTo>
                    <a:pt x="5920948" y="108050"/>
                  </a:lnTo>
                  <a:lnTo>
                    <a:pt x="5921042" y="108050"/>
                  </a:lnTo>
                  <a:lnTo>
                    <a:pt x="5921137" y="108050"/>
                  </a:lnTo>
                  <a:lnTo>
                    <a:pt x="5921231" y="108050"/>
                  </a:lnTo>
                  <a:lnTo>
                    <a:pt x="5921325" y="108050"/>
                  </a:lnTo>
                  <a:lnTo>
                    <a:pt x="5921419" y="108050"/>
                  </a:lnTo>
                  <a:lnTo>
                    <a:pt x="5921513" y="108050"/>
                  </a:lnTo>
                  <a:lnTo>
                    <a:pt x="5921607" y="108050"/>
                  </a:lnTo>
                  <a:lnTo>
                    <a:pt x="5921701" y="108050"/>
                  </a:lnTo>
                  <a:lnTo>
                    <a:pt x="5921796" y="108050"/>
                  </a:lnTo>
                  <a:lnTo>
                    <a:pt x="5921890" y="108050"/>
                  </a:lnTo>
                  <a:lnTo>
                    <a:pt x="5921984" y="108050"/>
                  </a:lnTo>
                  <a:lnTo>
                    <a:pt x="5922078" y="108050"/>
                  </a:lnTo>
                  <a:lnTo>
                    <a:pt x="5922172" y="108050"/>
                  </a:lnTo>
                  <a:lnTo>
                    <a:pt x="5922266" y="108050"/>
                  </a:lnTo>
                  <a:lnTo>
                    <a:pt x="5922360" y="108050"/>
                  </a:lnTo>
                  <a:lnTo>
                    <a:pt x="5922455" y="108050"/>
                  </a:lnTo>
                  <a:lnTo>
                    <a:pt x="5922549" y="108050"/>
                  </a:lnTo>
                  <a:lnTo>
                    <a:pt x="5922643" y="108050"/>
                  </a:lnTo>
                  <a:lnTo>
                    <a:pt x="5922737" y="108050"/>
                  </a:lnTo>
                  <a:lnTo>
                    <a:pt x="5922831" y="108050"/>
                  </a:lnTo>
                  <a:lnTo>
                    <a:pt x="5922925" y="108050"/>
                  </a:lnTo>
                  <a:lnTo>
                    <a:pt x="5923020" y="108050"/>
                  </a:lnTo>
                  <a:lnTo>
                    <a:pt x="5923114" y="108050"/>
                  </a:lnTo>
                  <a:lnTo>
                    <a:pt x="5923208" y="108050"/>
                  </a:lnTo>
                  <a:lnTo>
                    <a:pt x="5923302" y="108050"/>
                  </a:lnTo>
                  <a:lnTo>
                    <a:pt x="5923396" y="108050"/>
                  </a:lnTo>
                  <a:lnTo>
                    <a:pt x="5923490" y="108050"/>
                  </a:lnTo>
                  <a:lnTo>
                    <a:pt x="5923584" y="108050"/>
                  </a:lnTo>
                  <a:lnTo>
                    <a:pt x="5923679" y="108050"/>
                  </a:lnTo>
                  <a:lnTo>
                    <a:pt x="5923773" y="108050"/>
                  </a:lnTo>
                  <a:lnTo>
                    <a:pt x="5923867" y="108050"/>
                  </a:lnTo>
                  <a:lnTo>
                    <a:pt x="5923961" y="108050"/>
                  </a:lnTo>
                  <a:lnTo>
                    <a:pt x="5924055" y="108050"/>
                  </a:lnTo>
                  <a:lnTo>
                    <a:pt x="5924149" y="108050"/>
                  </a:lnTo>
                  <a:lnTo>
                    <a:pt x="5924244" y="108050"/>
                  </a:lnTo>
                  <a:lnTo>
                    <a:pt x="5924338" y="108050"/>
                  </a:lnTo>
                  <a:lnTo>
                    <a:pt x="5924432" y="108050"/>
                  </a:lnTo>
                  <a:lnTo>
                    <a:pt x="5924526" y="108050"/>
                  </a:lnTo>
                  <a:lnTo>
                    <a:pt x="5924620" y="108050"/>
                  </a:lnTo>
                  <a:lnTo>
                    <a:pt x="5924714" y="108050"/>
                  </a:lnTo>
                  <a:lnTo>
                    <a:pt x="5924808" y="108050"/>
                  </a:lnTo>
                  <a:lnTo>
                    <a:pt x="5924903" y="108050"/>
                  </a:lnTo>
                  <a:lnTo>
                    <a:pt x="5924997" y="108050"/>
                  </a:lnTo>
                  <a:lnTo>
                    <a:pt x="5925091" y="108050"/>
                  </a:lnTo>
                  <a:lnTo>
                    <a:pt x="5925185" y="108050"/>
                  </a:lnTo>
                  <a:lnTo>
                    <a:pt x="5925279" y="108050"/>
                  </a:lnTo>
                  <a:lnTo>
                    <a:pt x="5925373" y="108050"/>
                  </a:lnTo>
                  <a:lnTo>
                    <a:pt x="5925468" y="108050"/>
                  </a:lnTo>
                  <a:lnTo>
                    <a:pt x="5925562" y="108050"/>
                  </a:lnTo>
                  <a:lnTo>
                    <a:pt x="5925656" y="108050"/>
                  </a:lnTo>
                  <a:lnTo>
                    <a:pt x="5925750" y="108050"/>
                  </a:lnTo>
                  <a:lnTo>
                    <a:pt x="5925844" y="108050"/>
                  </a:lnTo>
                  <a:lnTo>
                    <a:pt x="5925938" y="108050"/>
                  </a:lnTo>
                  <a:lnTo>
                    <a:pt x="5926032" y="108050"/>
                  </a:lnTo>
                  <a:lnTo>
                    <a:pt x="5926127" y="108050"/>
                  </a:lnTo>
                  <a:lnTo>
                    <a:pt x="5926221" y="108050"/>
                  </a:lnTo>
                  <a:lnTo>
                    <a:pt x="5926315" y="108050"/>
                  </a:lnTo>
                  <a:lnTo>
                    <a:pt x="5926409" y="108050"/>
                  </a:lnTo>
                  <a:lnTo>
                    <a:pt x="5926503" y="108050"/>
                  </a:lnTo>
                  <a:lnTo>
                    <a:pt x="5926597" y="108050"/>
                  </a:lnTo>
                  <a:lnTo>
                    <a:pt x="5926691" y="108050"/>
                  </a:lnTo>
                  <a:lnTo>
                    <a:pt x="5926786" y="108050"/>
                  </a:lnTo>
                  <a:lnTo>
                    <a:pt x="5926880" y="108050"/>
                  </a:lnTo>
                  <a:lnTo>
                    <a:pt x="5926974" y="108050"/>
                  </a:lnTo>
                  <a:lnTo>
                    <a:pt x="5927068" y="108050"/>
                  </a:lnTo>
                  <a:lnTo>
                    <a:pt x="5927162" y="108050"/>
                  </a:lnTo>
                  <a:lnTo>
                    <a:pt x="5927256" y="108050"/>
                  </a:lnTo>
                  <a:lnTo>
                    <a:pt x="5927351" y="108050"/>
                  </a:lnTo>
                  <a:lnTo>
                    <a:pt x="5927445" y="108050"/>
                  </a:lnTo>
                  <a:lnTo>
                    <a:pt x="5927539" y="108050"/>
                  </a:lnTo>
                  <a:lnTo>
                    <a:pt x="5927633" y="108050"/>
                  </a:lnTo>
                  <a:lnTo>
                    <a:pt x="5927727" y="108050"/>
                  </a:lnTo>
                  <a:lnTo>
                    <a:pt x="5927821" y="108050"/>
                  </a:lnTo>
                  <a:lnTo>
                    <a:pt x="5927915" y="108050"/>
                  </a:lnTo>
                  <a:lnTo>
                    <a:pt x="5928010" y="108050"/>
                  </a:lnTo>
                  <a:lnTo>
                    <a:pt x="5928104" y="108050"/>
                  </a:lnTo>
                  <a:lnTo>
                    <a:pt x="5928198" y="108050"/>
                  </a:lnTo>
                  <a:lnTo>
                    <a:pt x="5928292" y="108050"/>
                  </a:lnTo>
                  <a:lnTo>
                    <a:pt x="5928386" y="108050"/>
                  </a:lnTo>
                  <a:lnTo>
                    <a:pt x="5928480" y="108050"/>
                  </a:lnTo>
                  <a:lnTo>
                    <a:pt x="5928575" y="108050"/>
                  </a:lnTo>
                  <a:lnTo>
                    <a:pt x="5928669" y="108050"/>
                  </a:lnTo>
                  <a:lnTo>
                    <a:pt x="5928763" y="108050"/>
                  </a:lnTo>
                  <a:lnTo>
                    <a:pt x="5928857" y="108050"/>
                  </a:lnTo>
                  <a:lnTo>
                    <a:pt x="5928951" y="108050"/>
                  </a:lnTo>
                  <a:lnTo>
                    <a:pt x="5929045" y="108050"/>
                  </a:lnTo>
                  <a:lnTo>
                    <a:pt x="5929139" y="108050"/>
                  </a:lnTo>
                  <a:lnTo>
                    <a:pt x="5929234" y="108050"/>
                  </a:lnTo>
                  <a:lnTo>
                    <a:pt x="5929328" y="108050"/>
                  </a:lnTo>
                  <a:lnTo>
                    <a:pt x="5929422" y="108050"/>
                  </a:lnTo>
                  <a:lnTo>
                    <a:pt x="5929516" y="108050"/>
                  </a:lnTo>
                  <a:lnTo>
                    <a:pt x="5929610" y="108050"/>
                  </a:lnTo>
                  <a:lnTo>
                    <a:pt x="5929704" y="108050"/>
                  </a:lnTo>
                  <a:lnTo>
                    <a:pt x="5929799" y="108050"/>
                  </a:lnTo>
                  <a:lnTo>
                    <a:pt x="5929893" y="108050"/>
                  </a:lnTo>
                  <a:lnTo>
                    <a:pt x="5929987" y="108050"/>
                  </a:lnTo>
                  <a:lnTo>
                    <a:pt x="5930081" y="108050"/>
                  </a:lnTo>
                  <a:lnTo>
                    <a:pt x="5930175" y="108050"/>
                  </a:lnTo>
                  <a:lnTo>
                    <a:pt x="5930269" y="108050"/>
                  </a:lnTo>
                  <a:lnTo>
                    <a:pt x="5930363" y="108050"/>
                  </a:lnTo>
                  <a:lnTo>
                    <a:pt x="5930458" y="108050"/>
                  </a:lnTo>
                  <a:lnTo>
                    <a:pt x="5930552" y="108050"/>
                  </a:lnTo>
                  <a:lnTo>
                    <a:pt x="5930646" y="108050"/>
                  </a:lnTo>
                  <a:lnTo>
                    <a:pt x="5930740" y="108050"/>
                  </a:lnTo>
                  <a:lnTo>
                    <a:pt x="5930834" y="108050"/>
                  </a:lnTo>
                  <a:lnTo>
                    <a:pt x="5930928" y="108050"/>
                  </a:lnTo>
                  <a:lnTo>
                    <a:pt x="5931022" y="108050"/>
                  </a:lnTo>
                  <a:lnTo>
                    <a:pt x="5931117" y="108050"/>
                  </a:lnTo>
                  <a:lnTo>
                    <a:pt x="5931211" y="108050"/>
                  </a:lnTo>
                  <a:lnTo>
                    <a:pt x="5931305" y="108050"/>
                  </a:lnTo>
                  <a:lnTo>
                    <a:pt x="5931399" y="108050"/>
                  </a:lnTo>
                  <a:lnTo>
                    <a:pt x="5931493" y="108050"/>
                  </a:lnTo>
                  <a:lnTo>
                    <a:pt x="5931587" y="108050"/>
                  </a:lnTo>
                  <a:lnTo>
                    <a:pt x="5931682" y="108050"/>
                  </a:lnTo>
                  <a:lnTo>
                    <a:pt x="5931776" y="108050"/>
                  </a:lnTo>
                  <a:lnTo>
                    <a:pt x="5931870" y="108050"/>
                  </a:lnTo>
                  <a:lnTo>
                    <a:pt x="5931964" y="108050"/>
                  </a:lnTo>
                  <a:lnTo>
                    <a:pt x="5932058" y="108050"/>
                  </a:lnTo>
                  <a:lnTo>
                    <a:pt x="5932152" y="108050"/>
                  </a:lnTo>
                  <a:lnTo>
                    <a:pt x="5932246" y="108050"/>
                  </a:lnTo>
                  <a:lnTo>
                    <a:pt x="5932341" y="108050"/>
                  </a:lnTo>
                  <a:lnTo>
                    <a:pt x="5932435" y="108050"/>
                  </a:lnTo>
                  <a:lnTo>
                    <a:pt x="5932529" y="108050"/>
                  </a:lnTo>
                  <a:lnTo>
                    <a:pt x="5932623" y="108050"/>
                  </a:lnTo>
                  <a:lnTo>
                    <a:pt x="5932717" y="108050"/>
                  </a:lnTo>
                  <a:lnTo>
                    <a:pt x="5932811" y="108050"/>
                  </a:lnTo>
                  <a:lnTo>
                    <a:pt x="5932906" y="108050"/>
                  </a:lnTo>
                  <a:lnTo>
                    <a:pt x="5933000" y="108050"/>
                  </a:lnTo>
                  <a:lnTo>
                    <a:pt x="5933094" y="108050"/>
                  </a:lnTo>
                  <a:lnTo>
                    <a:pt x="5933188" y="108050"/>
                  </a:lnTo>
                  <a:lnTo>
                    <a:pt x="5933282" y="108050"/>
                  </a:lnTo>
                  <a:lnTo>
                    <a:pt x="5933376" y="108050"/>
                  </a:lnTo>
                  <a:lnTo>
                    <a:pt x="5933470" y="108050"/>
                  </a:lnTo>
                  <a:lnTo>
                    <a:pt x="5933565" y="108050"/>
                  </a:lnTo>
                  <a:lnTo>
                    <a:pt x="5933659" y="108050"/>
                  </a:lnTo>
                  <a:lnTo>
                    <a:pt x="5933753" y="108050"/>
                  </a:lnTo>
                  <a:lnTo>
                    <a:pt x="5933847" y="108050"/>
                  </a:lnTo>
                  <a:lnTo>
                    <a:pt x="5933941" y="108050"/>
                  </a:lnTo>
                  <a:lnTo>
                    <a:pt x="5934035" y="108050"/>
                  </a:lnTo>
                  <a:lnTo>
                    <a:pt x="5934130" y="108050"/>
                  </a:lnTo>
                  <a:lnTo>
                    <a:pt x="5934224" y="108050"/>
                  </a:lnTo>
                  <a:lnTo>
                    <a:pt x="5934318" y="108050"/>
                  </a:lnTo>
                  <a:lnTo>
                    <a:pt x="5934412" y="108050"/>
                  </a:lnTo>
                  <a:lnTo>
                    <a:pt x="5934506" y="108050"/>
                  </a:lnTo>
                  <a:lnTo>
                    <a:pt x="5934600" y="108050"/>
                  </a:lnTo>
                  <a:lnTo>
                    <a:pt x="5934694" y="108050"/>
                  </a:lnTo>
                  <a:lnTo>
                    <a:pt x="5934789" y="108050"/>
                  </a:lnTo>
                  <a:lnTo>
                    <a:pt x="5934883" y="108050"/>
                  </a:lnTo>
                  <a:lnTo>
                    <a:pt x="5934977" y="108050"/>
                  </a:lnTo>
                  <a:lnTo>
                    <a:pt x="5935071" y="108050"/>
                  </a:lnTo>
                  <a:lnTo>
                    <a:pt x="5935165" y="108050"/>
                  </a:lnTo>
                  <a:lnTo>
                    <a:pt x="5935259" y="108050"/>
                  </a:lnTo>
                  <a:lnTo>
                    <a:pt x="5935353" y="108050"/>
                  </a:lnTo>
                  <a:lnTo>
                    <a:pt x="5935448" y="108050"/>
                  </a:lnTo>
                  <a:lnTo>
                    <a:pt x="5935542" y="108050"/>
                  </a:lnTo>
                  <a:lnTo>
                    <a:pt x="5935636" y="108050"/>
                  </a:lnTo>
                  <a:lnTo>
                    <a:pt x="5935730" y="108050"/>
                  </a:lnTo>
                  <a:lnTo>
                    <a:pt x="5935824" y="108050"/>
                  </a:lnTo>
                  <a:lnTo>
                    <a:pt x="5935918" y="108050"/>
                  </a:lnTo>
                  <a:lnTo>
                    <a:pt x="5936013" y="108050"/>
                  </a:lnTo>
                  <a:lnTo>
                    <a:pt x="5936107" y="108050"/>
                  </a:lnTo>
                  <a:lnTo>
                    <a:pt x="5936201" y="108050"/>
                  </a:lnTo>
                  <a:lnTo>
                    <a:pt x="5936295" y="108050"/>
                  </a:lnTo>
                  <a:lnTo>
                    <a:pt x="5936389" y="108050"/>
                  </a:lnTo>
                  <a:lnTo>
                    <a:pt x="5936483" y="108050"/>
                  </a:lnTo>
                  <a:lnTo>
                    <a:pt x="5936483" y="103138"/>
                  </a:lnTo>
                  <a:lnTo>
                    <a:pt x="5936577" y="103138"/>
                  </a:lnTo>
                  <a:lnTo>
                    <a:pt x="5936672" y="103138"/>
                  </a:lnTo>
                  <a:lnTo>
                    <a:pt x="5936766" y="103138"/>
                  </a:lnTo>
                  <a:lnTo>
                    <a:pt x="5936860" y="103138"/>
                  </a:lnTo>
                  <a:lnTo>
                    <a:pt x="5936954" y="103138"/>
                  </a:lnTo>
                  <a:lnTo>
                    <a:pt x="5937048" y="103138"/>
                  </a:lnTo>
                  <a:lnTo>
                    <a:pt x="5937142" y="103138"/>
                  </a:lnTo>
                  <a:lnTo>
                    <a:pt x="5937237" y="103138"/>
                  </a:lnTo>
                  <a:lnTo>
                    <a:pt x="5937331" y="103138"/>
                  </a:lnTo>
                  <a:lnTo>
                    <a:pt x="5937425" y="103138"/>
                  </a:lnTo>
                  <a:lnTo>
                    <a:pt x="5937519" y="103138"/>
                  </a:lnTo>
                  <a:lnTo>
                    <a:pt x="5937613" y="103138"/>
                  </a:lnTo>
                  <a:lnTo>
                    <a:pt x="5937707" y="103138"/>
                  </a:lnTo>
                  <a:lnTo>
                    <a:pt x="5937801" y="103138"/>
                  </a:lnTo>
                  <a:lnTo>
                    <a:pt x="5937896" y="103138"/>
                  </a:lnTo>
                  <a:lnTo>
                    <a:pt x="5937990" y="103138"/>
                  </a:lnTo>
                  <a:lnTo>
                    <a:pt x="5938084" y="103138"/>
                  </a:lnTo>
                  <a:lnTo>
                    <a:pt x="5938178" y="103138"/>
                  </a:lnTo>
                  <a:lnTo>
                    <a:pt x="5938272" y="103138"/>
                  </a:lnTo>
                  <a:lnTo>
                    <a:pt x="5938366" y="103138"/>
                  </a:lnTo>
                  <a:lnTo>
                    <a:pt x="5938461" y="103138"/>
                  </a:lnTo>
                  <a:lnTo>
                    <a:pt x="5938555" y="103138"/>
                  </a:lnTo>
                  <a:lnTo>
                    <a:pt x="5938649" y="103138"/>
                  </a:lnTo>
                  <a:lnTo>
                    <a:pt x="5938649" y="98227"/>
                  </a:lnTo>
                  <a:lnTo>
                    <a:pt x="5938743" y="98227"/>
                  </a:lnTo>
                  <a:lnTo>
                    <a:pt x="5938837" y="98227"/>
                  </a:lnTo>
                  <a:lnTo>
                    <a:pt x="5938931" y="98227"/>
                  </a:lnTo>
                  <a:lnTo>
                    <a:pt x="5939025" y="98227"/>
                  </a:lnTo>
                  <a:lnTo>
                    <a:pt x="5939120" y="98227"/>
                  </a:lnTo>
                  <a:lnTo>
                    <a:pt x="5939214" y="98227"/>
                  </a:lnTo>
                  <a:lnTo>
                    <a:pt x="5939308" y="98227"/>
                  </a:lnTo>
                  <a:lnTo>
                    <a:pt x="5939402" y="98227"/>
                  </a:lnTo>
                  <a:lnTo>
                    <a:pt x="5939496" y="98227"/>
                  </a:lnTo>
                  <a:lnTo>
                    <a:pt x="5939590" y="98227"/>
                  </a:lnTo>
                  <a:lnTo>
                    <a:pt x="5939684" y="98227"/>
                  </a:lnTo>
                  <a:lnTo>
                    <a:pt x="5939779" y="98227"/>
                  </a:lnTo>
                  <a:lnTo>
                    <a:pt x="5939873" y="98227"/>
                  </a:lnTo>
                  <a:lnTo>
                    <a:pt x="5939967" y="98227"/>
                  </a:lnTo>
                  <a:lnTo>
                    <a:pt x="5940061" y="98227"/>
                  </a:lnTo>
                  <a:lnTo>
                    <a:pt x="5940155" y="98227"/>
                  </a:lnTo>
                  <a:lnTo>
                    <a:pt x="5940249" y="98227"/>
                  </a:lnTo>
                  <a:lnTo>
                    <a:pt x="5940344" y="98227"/>
                  </a:lnTo>
                  <a:lnTo>
                    <a:pt x="5940438" y="98227"/>
                  </a:lnTo>
                  <a:lnTo>
                    <a:pt x="5940532" y="98227"/>
                  </a:lnTo>
                  <a:lnTo>
                    <a:pt x="5940626" y="98227"/>
                  </a:lnTo>
                  <a:lnTo>
                    <a:pt x="5940720" y="98227"/>
                  </a:lnTo>
                  <a:lnTo>
                    <a:pt x="5940814" y="98227"/>
                  </a:lnTo>
                  <a:lnTo>
                    <a:pt x="5940908" y="98227"/>
                  </a:lnTo>
                  <a:lnTo>
                    <a:pt x="5941003" y="98227"/>
                  </a:lnTo>
                  <a:lnTo>
                    <a:pt x="5941097" y="98227"/>
                  </a:lnTo>
                  <a:lnTo>
                    <a:pt x="5941191" y="98227"/>
                  </a:lnTo>
                  <a:lnTo>
                    <a:pt x="5941285" y="98227"/>
                  </a:lnTo>
                  <a:lnTo>
                    <a:pt x="5941379" y="98227"/>
                  </a:lnTo>
                  <a:lnTo>
                    <a:pt x="5941473" y="98227"/>
                  </a:lnTo>
                  <a:lnTo>
                    <a:pt x="5941568" y="98227"/>
                  </a:lnTo>
                  <a:lnTo>
                    <a:pt x="5941662" y="98227"/>
                  </a:lnTo>
                  <a:lnTo>
                    <a:pt x="5941756" y="98227"/>
                  </a:lnTo>
                  <a:lnTo>
                    <a:pt x="5941850" y="98227"/>
                  </a:lnTo>
                  <a:lnTo>
                    <a:pt x="5941944" y="98227"/>
                  </a:lnTo>
                  <a:lnTo>
                    <a:pt x="5942038" y="98227"/>
                  </a:lnTo>
                  <a:lnTo>
                    <a:pt x="5942132" y="98227"/>
                  </a:lnTo>
                  <a:lnTo>
                    <a:pt x="5942227" y="98227"/>
                  </a:lnTo>
                  <a:lnTo>
                    <a:pt x="5942321" y="98227"/>
                  </a:lnTo>
                  <a:lnTo>
                    <a:pt x="5942415" y="98227"/>
                  </a:lnTo>
                  <a:lnTo>
                    <a:pt x="5942509" y="98227"/>
                  </a:lnTo>
                  <a:lnTo>
                    <a:pt x="5942603" y="98227"/>
                  </a:lnTo>
                  <a:lnTo>
                    <a:pt x="5942697" y="98227"/>
                  </a:lnTo>
                  <a:lnTo>
                    <a:pt x="5942792" y="98227"/>
                  </a:lnTo>
                  <a:lnTo>
                    <a:pt x="5942886" y="98227"/>
                  </a:lnTo>
                  <a:lnTo>
                    <a:pt x="5942980" y="98227"/>
                  </a:lnTo>
                  <a:lnTo>
                    <a:pt x="5943074" y="98227"/>
                  </a:lnTo>
                  <a:lnTo>
                    <a:pt x="5943168" y="98227"/>
                  </a:lnTo>
                  <a:lnTo>
                    <a:pt x="5943262" y="98227"/>
                  </a:lnTo>
                  <a:lnTo>
                    <a:pt x="5943356" y="98227"/>
                  </a:lnTo>
                  <a:lnTo>
                    <a:pt x="5943451" y="98227"/>
                  </a:lnTo>
                  <a:lnTo>
                    <a:pt x="5943545" y="98227"/>
                  </a:lnTo>
                  <a:lnTo>
                    <a:pt x="5943639" y="98227"/>
                  </a:lnTo>
                  <a:lnTo>
                    <a:pt x="5943733" y="98227"/>
                  </a:lnTo>
                  <a:lnTo>
                    <a:pt x="5943827" y="98227"/>
                  </a:lnTo>
                  <a:lnTo>
                    <a:pt x="5943921" y="98227"/>
                  </a:lnTo>
                  <a:lnTo>
                    <a:pt x="5944015" y="98227"/>
                  </a:lnTo>
                  <a:lnTo>
                    <a:pt x="5944110" y="98227"/>
                  </a:lnTo>
                  <a:lnTo>
                    <a:pt x="5944204" y="98227"/>
                  </a:lnTo>
                  <a:lnTo>
                    <a:pt x="5944298" y="98227"/>
                  </a:lnTo>
                  <a:lnTo>
                    <a:pt x="5944392" y="98227"/>
                  </a:lnTo>
                  <a:lnTo>
                    <a:pt x="5944486" y="98227"/>
                  </a:lnTo>
                  <a:lnTo>
                    <a:pt x="5944580" y="98227"/>
                  </a:lnTo>
                  <a:lnTo>
                    <a:pt x="5944675" y="98227"/>
                  </a:lnTo>
                  <a:lnTo>
                    <a:pt x="5944769" y="98227"/>
                  </a:lnTo>
                  <a:lnTo>
                    <a:pt x="5944863" y="98227"/>
                  </a:lnTo>
                  <a:lnTo>
                    <a:pt x="5944957" y="98227"/>
                  </a:lnTo>
                  <a:lnTo>
                    <a:pt x="5945051" y="98227"/>
                  </a:lnTo>
                  <a:lnTo>
                    <a:pt x="5945145" y="98227"/>
                  </a:lnTo>
                  <a:lnTo>
                    <a:pt x="5945145" y="93316"/>
                  </a:lnTo>
                  <a:lnTo>
                    <a:pt x="5945239" y="93316"/>
                  </a:lnTo>
                  <a:lnTo>
                    <a:pt x="5945334" y="93316"/>
                  </a:lnTo>
                  <a:lnTo>
                    <a:pt x="5945428" y="93316"/>
                  </a:lnTo>
                  <a:lnTo>
                    <a:pt x="5945522" y="93316"/>
                  </a:lnTo>
                  <a:lnTo>
                    <a:pt x="5945616" y="93316"/>
                  </a:lnTo>
                  <a:lnTo>
                    <a:pt x="5945710" y="93316"/>
                  </a:lnTo>
                  <a:lnTo>
                    <a:pt x="5945804" y="93316"/>
                  </a:lnTo>
                  <a:lnTo>
                    <a:pt x="5945899" y="93316"/>
                  </a:lnTo>
                  <a:lnTo>
                    <a:pt x="5945993" y="93316"/>
                  </a:lnTo>
                  <a:lnTo>
                    <a:pt x="5946087" y="93316"/>
                  </a:lnTo>
                  <a:lnTo>
                    <a:pt x="5946181" y="93316"/>
                  </a:lnTo>
                  <a:lnTo>
                    <a:pt x="5946275" y="93316"/>
                  </a:lnTo>
                  <a:lnTo>
                    <a:pt x="5946369" y="93316"/>
                  </a:lnTo>
                  <a:lnTo>
                    <a:pt x="5946463" y="93316"/>
                  </a:lnTo>
                  <a:lnTo>
                    <a:pt x="5946558" y="93316"/>
                  </a:lnTo>
                  <a:lnTo>
                    <a:pt x="5946558" y="88404"/>
                  </a:lnTo>
                  <a:lnTo>
                    <a:pt x="5946652" y="88404"/>
                  </a:lnTo>
                  <a:lnTo>
                    <a:pt x="5946746" y="88404"/>
                  </a:lnTo>
                  <a:lnTo>
                    <a:pt x="5946840" y="88404"/>
                  </a:lnTo>
                  <a:lnTo>
                    <a:pt x="5946934" y="88404"/>
                  </a:lnTo>
                  <a:lnTo>
                    <a:pt x="5947028" y="88404"/>
                  </a:lnTo>
                  <a:lnTo>
                    <a:pt x="5947123" y="88404"/>
                  </a:lnTo>
                  <a:lnTo>
                    <a:pt x="5947217" y="88404"/>
                  </a:lnTo>
                  <a:lnTo>
                    <a:pt x="5947311" y="88404"/>
                  </a:lnTo>
                  <a:lnTo>
                    <a:pt x="5947405" y="88404"/>
                  </a:lnTo>
                  <a:lnTo>
                    <a:pt x="5947499" y="88404"/>
                  </a:lnTo>
                  <a:lnTo>
                    <a:pt x="5947593" y="88404"/>
                  </a:lnTo>
                  <a:lnTo>
                    <a:pt x="5947687" y="88404"/>
                  </a:lnTo>
                  <a:lnTo>
                    <a:pt x="5947782" y="88404"/>
                  </a:lnTo>
                  <a:lnTo>
                    <a:pt x="5947876" y="88404"/>
                  </a:lnTo>
                  <a:lnTo>
                    <a:pt x="5947970" y="88404"/>
                  </a:lnTo>
                  <a:lnTo>
                    <a:pt x="5948064" y="88404"/>
                  </a:lnTo>
                  <a:lnTo>
                    <a:pt x="5948158" y="88404"/>
                  </a:lnTo>
                  <a:lnTo>
                    <a:pt x="5948252" y="88404"/>
                  </a:lnTo>
                  <a:lnTo>
                    <a:pt x="5948347" y="88404"/>
                  </a:lnTo>
                  <a:lnTo>
                    <a:pt x="5948441" y="88404"/>
                  </a:lnTo>
                  <a:lnTo>
                    <a:pt x="5948535" y="88404"/>
                  </a:lnTo>
                  <a:lnTo>
                    <a:pt x="5948629" y="88404"/>
                  </a:lnTo>
                  <a:lnTo>
                    <a:pt x="5948723" y="88404"/>
                  </a:lnTo>
                  <a:lnTo>
                    <a:pt x="5948817" y="88404"/>
                  </a:lnTo>
                  <a:lnTo>
                    <a:pt x="5948911" y="88404"/>
                  </a:lnTo>
                  <a:lnTo>
                    <a:pt x="5949006" y="88404"/>
                  </a:lnTo>
                  <a:lnTo>
                    <a:pt x="5949100" y="88404"/>
                  </a:lnTo>
                  <a:lnTo>
                    <a:pt x="5949194" y="88404"/>
                  </a:lnTo>
                  <a:lnTo>
                    <a:pt x="5949288" y="88404"/>
                  </a:lnTo>
                  <a:lnTo>
                    <a:pt x="5949382" y="88404"/>
                  </a:lnTo>
                  <a:lnTo>
                    <a:pt x="5949476" y="88404"/>
                  </a:lnTo>
                  <a:lnTo>
                    <a:pt x="5949570" y="88404"/>
                  </a:lnTo>
                  <a:lnTo>
                    <a:pt x="5949665" y="88404"/>
                  </a:lnTo>
                  <a:lnTo>
                    <a:pt x="5949759" y="88404"/>
                  </a:lnTo>
                  <a:lnTo>
                    <a:pt x="5949853" y="88404"/>
                  </a:lnTo>
                  <a:lnTo>
                    <a:pt x="5949947" y="88404"/>
                  </a:lnTo>
                  <a:lnTo>
                    <a:pt x="5950041" y="88404"/>
                  </a:lnTo>
                  <a:lnTo>
                    <a:pt x="5950135" y="88404"/>
                  </a:lnTo>
                  <a:lnTo>
                    <a:pt x="5950230" y="88404"/>
                  </a:lnTo>
                  <a:lnTo>
                    <a:pt x="5950324" y="88404"/>
                  </a:lnTo>
                  <a:lnTo>
                    <a:pt x="5950418" y="88404"/>
                  </a:lnTo>
                  <a:lnTo>
                    <a:pt x="5950512" y="88404"/>
                  </a:lnTo>
                  <a:lnTo>
                    <a:pt x="5950606" y="88404"/>
                  </a:lnTo>
                  <a:lnTo>
                    <a:pt x="5950700" y="88404"/>
                  </a:lnTo>
                  <a:lnTo>
                    <a:pt x="5950794" y="88404"/>
                  </a:lnTo>
                  <a:lnTo>
                    <a:pt x="5950889" y="88404"/>
                  </a:lnTo>
                  <a:lnTo>
                    <a:pt x="5950983" y="88404"/>
                  </a:lnTo>
                  <a:lnTo>
                    <a:pt x="5951077" y="88404"/>
                  </a:lnTo>
                  <a:lnTo>
                    <a:pt x="5951171" y="88404"/>
                  </a:lnTo>
                  <a:lnTo>
                    <a:pt x="5951265" y="88404"/>
                  </a:lnTo>
                  <a:lnTo>
                    <a:pt x="5951359" y="88404"/>
                  </a:lnTo>
                  <a:lnTo>
                    <a:pt x="5951454" y="88404"/>
                  </a:lnTo>
                  <a:lnTo>
                    <a:pt x="5951548" y="88404"/>
                  </a:lnTo>
                  <a:lnTo>
                    <a:pt x="5951642" y="88404"/>
                  </a:lnTo>
                  <a:lnTo>
                    <a:pt x="5951736" y="88404"/>
                  </a:lnTo>
                  <a:lnTo>
                    <a:pt x="5951830" y="88404"/>
                  </a:lnTo>
                  <a:lnTo>
                    <a:pt x="5951924" y="88404"/>
                  </a:lnTo>
                  <a:lnTo>
                    <a:pt x="5952018" y="88404"/>
                  </a:lnTo>
                  <a:lnTo>
                    <a:pt x="5952113" y="88404"/>
                  </a:lnTo>
                  <a:lnTo>
                    <a:pt x="5952207" y="88404"/>
                  </a:lnTo>
                  <a:lnTo>
                    <a:pt x="5952301" y="88404"/>
                  </a:lnTo>
                  <a:lnTo>
                    <a:pt x="5952395" y="88404"/>
                  </a:lnTo>
                  <a:lnTo>
                    <a:pt x="5952489" y="88404"/>
                  </a:lnTo>
                  <a:lnTo>
                    <a:pt x="5952583" y="88404"/>
                  </a:lnTo>
                  <a:lnTo>
                    <a:pt x="5952678" y="88404"/>
                  </a:lnTo>
                  <a:lnTo>
                    <a:pt x="5952772" y="88404"/>
                  </a:lnTo>
                  <a:lnTo>
                    <a:pt x="5952866" y="88404"/>
                  </a:lnTo>
                  <a:lnTo>
                    <a:pt x="5952960" y="88404"/>
                  </a:lnTo>
                  <a:lnTo>
                    <a:pt x="5953054" y="88404"/>
                  </a:lnTo>
                  <a:lnTo>
                    <a:pt x="5953148" y="88404"/>
                  </a:lnTo>
                  <a:lnTo>
                    <a:pt x="5953242" y="88404"/>
                  </a:lnTo>
                  <a:lnTo>
                    <a:pt x="5953337" y="88404"/>
                  </a:lnTo>
                  <a:lnTo>
                    <a:pt x="5953431" y="88404"/>
                  </a:lnTo>
                  <a:lnTo>
                    <a:pt x="5953525" y="88404"/>
                  </a:lnTo>
                  <a:lnTo>
                    <a:pt x="5953619" y="88404"/>
                  </a:lnTo>
                  <a:lnTo>
                    <a:pt x="5953713" y="88404"/>
                  </a:lnTo>
                  <a:lnTo>
                    <a:pt x="5953807" y="88404"/>
                  </a:lnTo>
                  <a:lnTo>
                    <a:pt x="5953901" y="88404"/>
                  </a:lnTo>
                  <a:lnTo>
                    <a:pt x="5953996" y="88404"/>
                  </a:lnTo>
                  <a:lnTo>
                    <a:pt x="5954090" y="88404"/>
                  </a:lnTo>
                  <a:lnTo>
                    <a:pt x="5954184" y="88404"/>
                  </a:lnTo>
                  <a:lnTo>
                    <a:pt x="5954278" y="88404"/>
                  </a:lnTo>
                  <a:lnTo>
                    <a:pt x="5954372" y="88404"/>
                  </a:lnTo>
                  <a:lnTo>
                    <a:pt x="5954466" y="88404"/>
                  </a:lnTo>
                  <a:lnTo>
                    <a:pt x="5954561" y="88404"/>
                  </a:lnTo>
                  <a:lnTo>
                    <a:pt x="5954655" y="88404"/>
                  </a:lnTo>
                  <a:lnTo>
                    <a:pt x="5954749" y="88404"/>
                  </a:lnTo>
                  <a:lnTo>
                    <a:pt x="5954843" y="88404"/>
                  </a:lnTo>
                  <a:lnTo>
                    <a:pt x="5954937" y="88404"/>
                  </a:lnTo>
                  <a:lnTo>
                    <a:pt x="5955031" y="88404"/>
                  </a:lnTo>
                  <a:lnTo>
                    <a:pt x="5955125" y="88404"/>
                  </a:lnTo>
                  <a:lnTo>
                    <a:pt x="5955220" y="88404"/>
                  </a:lnTo>
                  <a:lnTo>
                    <a:pt x="5955314" y="88404"/>
                  </a:lnTo>
                  <a:lnTo>
                    <a:pt x="5955408" y="88404"/>
                  </a:lnTo>
                  <a:lnTo>
                    <a:pt x="5955502" y="88404"/>
                  </a:lnTo>
                  <a:lnTo>
                    <a:pt x="5955596" y="88404"/>
                  </a:lnTo>
                  <a:lnTo>
                    <a:pt x="5955690" y="88404"/>
                  </a:lnTo>
                  <a:lnTo>
                    <a:pt x="5955785" y="88404"/>
                  </a:lnTo>
                  <a:lnTo>
                    <a:pt x="5955879" y="88404"/>
                  </a:lnTo>
                  <a:lnTo>
                    <a:pt x="5955973" y="88404"/>
                  </a:lnTo>
                  <a:lnTo>
                    <a:pt x="5956067" y="88404"/>
                  </a:lnTo>
                  <a:lnTo>
                    <a:pt x="5956161" y="88404"/>
                  </a:lnTo>
                  <a:lnTo>
                    <a:pt x="5956255" y="88404"/>
                  </a:lnTo>
                  <a:lnTo>
                    <a:pt x="5956349" y="88404"/>
                  </a:lnTo>
                  <a:lnTo>
                    <a:pt x="5956444" y="88404"/>
                  </a:lnTo>
                  <a:lnTo>
                    <a:pt x="5956538" y="88404"/>
                  </a:lnTo>
                  <a:lnTo>
                    <a:pt x="5956632" y="88404"/>
                  </a:lnTo>
                  <a:lnTo>
                    <a:pt x="5956726" y="88404"/>
                  </a:lnTo>
                  <a:lnTo>
                    <a:pt x="5956820" y="88404"/>
                  </a:lnTo>
                  <a:lnTo>
                    <a:pt x="5956914" y="88404"/>
                  </a:lnTo>
                  <a:lnTo>
                    <a:pt x="5957009" y="88404"/>
                  </a:lnTo>
                  <a:lnTo>
                    <a:pt x="5957103" y="88404"/>
                  </a:lnTo>
                  <a:lnTo>
                    <a:pt x="5957197" y="88404"/>
                  </a:lnTo>
                  <a:lnTo>
                    <a:pt x="5957291" y="88404"/>
                  </a:lnTo>
                  <a:lnTo>
                    <a:pt x="5957385" y="88404"/>
                  </a:lnTo>
                  <a:lnTo>
                    <a:pt x="5957479" y="88404"/>
                  </a:lnTo>
                  <a:lnTo>
                    <a:pt x="5957573" y="88404"/>
                  </a:lnTo>
                  <a:lnTo>
                    <a:pt x="5957668" y="88404"/>
                  </a:lnTo>
                  <a:lnTo>
                    <a:pt x="5957762" y="88404"/>
                  </a:lnTo>
                  <a:lnTo>
                    <a:pt x="5957856" y="88404"/>
                  </a:lnTo>
                  <a:lnTo>
                    <a:pt x="5957950" y="88404"/>
                  </a:lnTo>
                  <a:lnTo>
                    <a:pt x="5958044" y="88404"/>
                  </a:lnTo>
                  <a:lnTo>
                    <a:pt x="5958138" y="88404"/>
                  </a:lnTo>
                  <a:lnTo>
                    <a:pt x="5958232" y="88404"/>
                  </a:lnTo>
                  <a:lnTo>
                    <a:pt x="5958327" y="88404"/>
                  </a:lnTo>
                  <a:lnTo>
                    <a:pt x="5958421" y="88404"/>
                  </a:lnTo>
                  <a:lnTo>
                    <a:pt x="5958515" y="88404"/>
                  </a:lnTo>
                  <a:lnTo>
                    <a:pt x="5958609" y="88404"/>
                  </a:lnTo>
                  <a:lnTo>
                    <a:pt x="5958703" y="88404"/>
                  </a:lnTo>
                  <a:lnTo>
                    <a:pt x="5958797" y="88404"/>
                  </a:lnTo>
                  <a:lnTo>
                    <a:pt x="5958892" y="88404"/>
                  </a:lnTo>
                  <a:lnTo>
                    <a:pt x="5958986" y="88404"/>
                  </a:lnTo>
                  <a:lnTo>
                    <a:pt x="5959080" y="88404"/>
                  </a:lnTo>
                  <a:lnTo>
                    <a:pt x="5959174" y="88404"/>
                  </a:lnTo>
                  <a:lnTo>
                    <a:pt x="5959268" y="88404"/>
                  </a:lnTo>
                  <a:lnTo>
                    <a:pt x="5959362" y="88404"/>
                  </a:lnTo>
                  <a:lnTo>
                    <a:pt x="5959456" y="88404"/>
                  </a:lnTo>
                  <a:lnTo>
                    <a:pt x="5959551" y="88404"/>
                  </a:lnTo>
                  <a:lnTo>
                    <a:pt x="5959645" y="88404"/>
                  </a:lnTo>
                  <a:lnTo>
                    <a:pt x="5959739" y="88404"/>
                  </a:lnTo>
                  <a:lnTo>
                    <a:pt x="5959833" y="88404"/>
                  </a:lnTo>
                  <a:lnTo>
                    <a:pt x="5959927" y="88404"/>
                  </a:lnTo>
                  <a:lnTo>
                    <a:pt x="5960021" y="88404"/>
                  </a:lnTo>
                  <a:lnTo>
                    <a:pt x="5960116" y="88404"/>
                  </a:lnTo>
                  <a:lnTo>
                    <a:pt x="5960210" y="88404"/>
                  </a:lnTo>
                  <a:lnTo>
                    <a:pt x="5960304" y="88404"/>
                  </a:lnTo>
                  <a:lnTo>
                    <a:pt x="5960398" y="88404"/>
                  </a:lnTo>
                  <a:lnTo>
                    <a:pt x="5960492" y="88404"/>
                  </a:lnTo>
                  <a:lnTo>
                    <a:pt x="5960586" y="88404"/>
                  </a:lnTo>
                  <a:lnTo>
                    <a:pt x="5960680" y="88404"/>
                  </a:lnTo>
                  <a:lnTo>
                    <a:pt x="5960775" y="88404"/>
                  </a:lnTo>
                  <a:lnTo>
                    <a:pt x="5960869" y="88404"/>
                  </a:lnTo>
                  <a:lnTo>
                    <a:pt x="5960963" y="88404"/>
                  </a:lnTo>
                  <a:lnTo>
                    <a:pt x="5961057" y="88404"/>
                  </a:lnTo>
                  <a:lnTo>
                    <a:pt x="5961151" y="88404"/>
                  </a:lnTo>
                  <a:lnTo>
                    <a:pt x="5961245" y="88404"/>
                  </a:lnTo>
                  <a:lnTo>
                    <a:pt x="5961340" y="88404"/>
                  </a:lnTo>
                  <a:lnTo>
                    <a:pt x="5961434" y="88404"/>
                  </a:lnTo>
                  <a:lnTo>
                    <a:pt x="5961528" y="88404"/>
                  </a:lnTo>
                  <a:lnTo>
                    <a:pt x="5961622" y="88404"/>
                  </a:lnTo>
                  <a:lnTo>
                    <a:pt x="5961716" y="88404"/>
                  </a:lnTo>
                  <a:lnTo>
                    <a:pt x="5961810" y="88404"/>
                  </a:lnTo>
                  <a:lnTo>
                    <a:pt x="5961904" y="88404"/>
                  </a:lnTo>
                  <a:lnTo>
                    <a:pt x="5961999" y="88404"/>
                  </a:lnTo>
                  <a:lnTo>
                    <a:pt x="5962093" y="88404"/>
                  </a:lnTo>
                  <a:lnTo>
                    <a:pt x="5962187" y="88404"/>
                  </a:lnTo>
                  <a:lnTo>
                    <a:pt x="5962281" y="88404"/>
                  </a:lnTo>
                  <a:lnTo>
                    <a:pt x="5962375" y="88404"/>
                  </a:lnTo>
                  <a:lnTo>
                    <a:pt x="5962469" y="88404"/>
                  </a:lnTo>
                  <a:lnTo>
                    <a:pt x="5962563" y="88404"/>
                  </a:lnTo>
                  <a:lnTo>
                    <a:pt x="5962658" y="88404"/>
                  </a:lnTo>
                  <a:lnTo>
                    <a:pt x="5962752" y="88404"/>
                  </a:lnTo>
                  <a:lnTo>
                    <a:pt x="5962846" y="88404"/>
                  </a:lnTo>
                  <a:lnTo>
                    <a:pt x="5962940" y="88404"/>
                  </a:lnTo>
                  <a:lnTo>
                    <a:pt x="5963034" y="88404"/>
                  </a:lnTo>
                  <a:lnTo>
                    <a:pt x="5963128" y="88404"/>
                  </a:lnTo>
                  <a:lnTo>
                    <a:pt x="5963223" y="88404"/>
                  </a:lnTo>
                  <a:lnTo>
                    <a:pt x="5963317" y="88404"/>
                  </a:lnTo>
                  <a:lnTo>
                    <a:pt x="5963411" y="88404"/>
                  </a:lnTo>
                  <a:lnTo>
                    <a:pt x="5963505" y="88404"/>
                  </a:lnTo>
                  <a:lnTo>
                    <a:pt x="5963599" y="88404"/>
                  </a:lnTo>
                  <a:lnTo>
                    <a:pt x="5963693" y="88404"/>
                  </a:lnTo>
                  <a:lnTo>
                    <a:pt x="5963787" y="88404"/>
                  </a:lnTo>
                  <a:lnTo>
                    <a:pt x="5963882" y="88404"/>
                  </a:lnTo>
                  <a:lnTo>
                    <a:pt x="5963976" y="88404"/>
                  </a:lnTo>
                  <a:lnTo>
                    <a:pt x="5964070" y="88404"/>
                  </a:lnTo>
                  <a:lnTo>
                    <a:pt x="5964164" y="88404"/>
                  </a:lnTo>
                  <a:lnTo>
                    <a:pt x="5964258" y="88404"/>
                  </a:lnTo>
                  <a:lnTo>
                    <a:pt x="5964352" y="88404"/>
                  </a:lnTo>
                  <a:lnTo>
                    <a:pt x="5964447" y="88404"/>
                  </a:lnTo>
                  <a:lnTo>
                    <a:pt x="5964541" y="88404"/>
                  </a:lnTo>
                  <a:lnTo>
                    <a:pt x="5964635" y="88404"/>
                  </a:lnTo>
                  <a:lnTo>
                    <a:pt x="5964729" y="88404"/>
                  </a:lnTo>
                  <a:lnTo>
                    <a:pt x="5964823" y="88404"/>
                  </a:lnTo>
                  <a:lnTo>
                    <a:pt x="5964917" y="88404"/>
                  </a:lnTo>
                  <a:lnTo>
                    <a:pt x="5965011" y="88404"/>
                  </a:lnTo>
                  <a:lnTo>
                    <a:pt x="5965106" y="88404"/>
                  </a:lnTo>
                  <a:lnTo>
                    <a:pt x="5965200" y="88404"/>
                  </a:lnTo>
                  <a:lnTo>
                    <a:pt x="5965294" y="88404"/>
                  </a:lnTo>
                  <a:lnTo>
                    <a:pt x="5965388" y="88404"/>
                  </a:lnTo>
                  <a:lnTo>
                    <a:pt x="5965482" y="88404"/>
                  </a:lnTo>
                  <a:lnTo>
                    <a:pt x="5965576" y="88404"/>
                  </a:lnTo>
                  <a:lnTo>
                    <a:pt x="5965671" y="88404"/>
                  </a:lnTo>
                  <a:lnTo>
                    <a:pt x="5965765" y="88404"/>
                  </a:lnTo>
                  <a:lnTo>
                    <a:pt x="5965859" y="88404"/>
                  </a:lnTo>
                  <a:lnTo>
                    <a:pt x="5965953" y="88404"/>
                  </a:lnTo>
                  <a:lnTo>
                    <a:pt x="5966047" y="88404"/>
                  </a:lnTo>
                  <a:lnTo>
                    <a:pt x="5966141" y="88404"/>
                  </a:lnTo>
                  <a:lnTo>
                    <a:pt x="5966235" y="88404"/>
                  </a:lnTo>
                  <a:lnTo>
                    <a:pt x="5966330" y="88404"/>
                  </a:lnTo>
                  <a:lnTo>
                    <a:pt x="5966424" y="88404"/>
                  </a:lnTo>
                  <a:lnTo>
                    <a:pt x="5966518" y="88404"/>
                  </a:lnTo>
                  <a:lnTo>
                    <a:pt x="5966612" y="88404"/>
                  </a:lnTo>
                  <a:lnTo>
                    <a:pt x="5966706" y="88404"/>
                  </a:lnTo>
                  <a:lnTo>
                    <a:pt x="5966800" y="88404"/>
                  </a:lnTo>
                  <a:lnTo>
                    <a:pt x="5966894" y="88404"/>
                  </a:lnTo>
                  <a:lnTo>
                    <a:pt x="5966989" y="88404"/>
                  </a:lnTo>
                  <a:lnTo>
                    <a:pt x="5967083" y="88404"/>
                  </a:lnTo>
                  <a:lnTo>
                    <a:pt x="5967177" y="88404"/>
                  </a:lnTo>
                  <a:lnTo>
                    <a:pt x="5967271" y="88404"/>
                  </a:lnTo>
                  <a:lnTo>
                    <a:pt x="5967365" y="88404"/>
                  </a:lnTo>
                  <a:lnTo>
                    <a:pt x="5967459" y="88404"/>
                  </a:lnTo>
                  <a:lnTo>
                    <a:pt x="5967554" y="88404"/>
                  </a:lnTo>
                  <a:lnTo>
                    <a:pt x="5967648" y="88404"/>
                  </a:lnTo>
                  <a:lnTo>
                    <a:pt x="5967742" y="88404"/>
                  </a:lnTo>
                  <a:lnTo>
                    <a:pt x="5967836" y="88404"/>
                  </a:lnTo>
                  <a:lnTo>
                    <a:pt x="5967930" y="88404"/>
                  </a:lnTo>
                  <a:lnTo>
                    <a:pt x="5968024" y="88404"/>
                  </a:lnTo>
                  <a:lnTo>
                    <a:pt x="5968118" y="88404"/>
                  </a:lnTo>
                  <a:lnTo>
                    <a:pt x="5968213" y="88404"/>
                  </a:lnTo>
                  <a:lnTo>
                    <a:pt x="5968307" y="88404"/>
                  </a:lnTo>
                  <a:lnTo>
                    <a:pt x="5968401" y="88404"/>
                  </a:lnTo>
                  <a:lnTo>
                    <a:pt x="5968495" y="88404"/>
                  </a:lnTo>
                  <a:lnTo>
                    <a:pt x="5968589" y="88404"/>
                  </a:lnTo>
                  <a:lnTo>
                    <a:pt x="5968683" y="88404"/>
                  </a:lnTo>
                  <a:lnTo>
                    <a:pt x="5968778" y="88404"/>
                  </a:lnTo>
                  <a:lnTo>
                    <a:pt x="5968872" y="88404"/>
                  </a:lnTo>
                  <a:lnTo>
                    <a:pt x="5968966" y="88404"/>
                  </a:lnTo>
                  <a:lnTo>
                    <a:pt x="5969060" y="88404"/>
                  </a:lnTo>
                  <a:lnTo>
                    <a:pt x="5969154" y="88404"/>
                  </a:lnTo>
                  <a:lnTo>
                    <a:pt x="5969248" y="88404"/>
                  </a:lnTo>
                  <a:lnTo>
                    <a:pt x="5969342" y="88404"/>
                  </a:lnTo>
                  <a:lnTo>
                    <a:pt x="5969437" y="88404"/>
                  </a:lnTo>
                  <a:lnTo>
                    <a:pt x="5969531" y="88404"/>
                  </a:lnTo>
                  <a:lnTo>
                    <a:pt x="5969625" y="88404"/>
                  </a:lnTo>
                  <a:lnTo>
                    <a:pt x="5969719" y="88404"/>
                  </a:lnTo>
                  <a:lnTo>
                    <a:pt x="5969813" y="88404"/>
                  </a:lnTo>
                  <a:lnTo>
                    <a:pt x="5969907" y="88404"/>
                  </a:lnTo>
                  <a:lnTo>
                    <a:pt x="5970002" y="88404"/>
                  </a:lnTo>
                  <a:lnTo>
                    <a:pt x="5970096" y="88404"/>
                  </a:lnTo>
                  <a:lnTo>
                    <a:pt x="5970190" y="88404"/>
                  </a:lnTo>
                  <a:lnTo>
                    <a:pt x="5970284" y="88404"/>
                  </a:lnTo>
                  <a:lnTo>
                    <a:pt x="5970378" y="88404"/>
                  </a:lnTo>
                  <a:lnTo>
                    <a:pt x="5970472" y="88404"/>
                  </a:lnTo>
                  <a:lnTo>
                    <a:pt x="5970566" y="88404"/>
                  </a:lnTo>
                  <a:lnTo>
                    <a:pt x="5970661" y="88404"/>
                  </a:lnTo>
                  <a:lnTo>
                    <a:pt x="5970755" y="88404"/>
                  </a:lnTo>
                  <a:lnTo>
                    <a:pt x="5970849" y="88404"/>
                  </a:lnTo>
                  <a:lnTo>
                    <a:pt x="5970943" y="88404"/>
                  </a:lnTo>
                  <a:lnTo>
                    <a:pt x="5971037" y="88404"/>
                  </a:lnTo>
                  <a:lnTo>
                    <a:pt x="5971131" y="88404"/>
                  </a:lnTo>
                  <a:lnTo>
                    <a:pt x="5971225" y="88404"/>
                  </a:lnTo>
                  <a:lnTo>
                    <a:pt x="5971320" y="88404"/>
                  </a:lnTo>
                  <a:lnTo>
                    <a:pt x="5971414" y="88404"/>
                  </a:lnTo>
                  <a:lnTo>
                    <a:pt x="5971508" y="88404"/>
                  </a:lnTo>
                  <a:lnTo>
                    <a:pt x="5971602" y="88404"/>
                  </a:lnTo>
                  <a:lnTo>
                    <a:pt x="5971696" y="88404"/>
                  </a:lnTo>
                  <a:lnTo>
                    <a:pt x="5971790" y="88404"/>
                  </a:lnTo>
                  <a:lnTo>
                    <a:pt x="5971885" y="88404"/>
                  </a:lnTo>
                  <a:lnTo>
                    <a:pt x="5971979" y="88404"/>
                  </a:lnTo>
                  <a:lnTo>
                    <a:pt x="5972073" y="88404"/>
                  </a:lnTo>
                  <a:lnTo>
                    <a:pt x="5972167" y="88404"/>
                  </a:lnTo>
                  <a:lnTo>
                    <a:pt x="5972261" y="88404"/>
                  </a:lnTo>
                  <a:lnTo>
                    <a:pt x="5972355" y="88404"/>
                  </a:lnTo>
                  <a:lnTo>
                    <a:pt x="5972449" y="88404"/>
                  </a:lnTo>
                  <a:lnTo>
                    <a:pt x="5972544" y="88404"/>
                  </a:lnTo>
                  <a:lnTo>
                    <a:pt x="5972638" y="88404"/>
                  </a:lnTo>
                  <a:lnTo>
                    <a:pt x="5972732" y="88404"/>
                  </a:lnTo>
                  <a:lnTo>
                    <a:pt x="5972826" y="88404"/>
                  </a:lnTo>
                  <a:lnTo>
                    <a:pt x="5972920" y="88404"/>
                  </a:lnTo>
                  <a:lnTo>
                    <a:pt x="5973014" y="88404"/>
                  </a:lnTo>
                  <a:lnTo>
                    <a:pt x="5973109" y="88404"/>
                  </a:lnTo>
                  <a:lnTo>
                    <a:pt x="5973203" y="88404"/>
                  </a:lnTo>
                  <a:lnTo>
                    <a:pt x="5973297" y="88404"/>
                  </a:lnTo>
                  <a:lnTo>
                    <a:pt x="5973391" y="88404"/>
                  </a:lnTo>
                  <a:lnTo>
                    <a:pt x="5973485" y="88404"/>
                  </a:lnTo>
                  <a:lnTo>
                    <a:pt x="5973579" y="88404"/>
                  </a:lnTo>
                  <a:lnTo>
                    <a:pt x="5973673" y="88404"/>
                  </a:lnTo>
                  <a:lnTo>
                    <a:pt x="5973768" y="88404"/>
                  </a:lnTo>
                  <a:lnTo>
                    <a:pt x="5973862" y="88404"/>
                  </a:lnTo>
                  <a:lnTo>
                    <a:pt x="5973956" y="88404"/>
                  </a:lnTo>
                  <a:lnTo>
                    <a:pt x="5974050" y="88404"/>
                  </a:lnTo>
                  <a:lnTo>
                    <a:pt x="5974144" y="88404"/>
                  </a:lnTo>
                  <a:lnTo>
                    <a:pt x="5974238" y="88404"/>
                  </a:lnTo>
                  <a:lnTo>
                    <a:pt x="5974333" y="88404"/>
                  </a:lnTo>
                  <a:lnTo>
                    <a:pt x="5974427" y="88404"/>
                  </a:lnTo>
                  <a:lnTo>
                    <a:pt x="5974521" y="88404"/>
                  </a:lnTo>
                  <a:lnTo>
                    <a:pt x="5974615" y="88404"/>
                  </a:lnTo>
                  <a:lnTo>
                    <a:pt x="5974709" y="88404"/>
                  </a:lnTo>
                  <a:lnTo>
                    <a:pt x="5974803" y="88404"/>
                  </a:lnTo>
                  <a:lnTo>
                    <a:pt x="5974897" y="88404"/>
                  </a:lnTo>
                  <a:lnTo>
                    <a:pt x="5974992" y="88404"/>
                  </a:lnTo>
                  <a:lnTo>
                    <a:pt x="5975086" y="88404"/>
                  </a:lnTo>
                  <a:lnTo>
                    <a:pt x="5975180" y="88404"/>
                  </a:lnTo>
                  <a:lnTo>
                    <a:pt x="5975274" y="88404"/>
                  </a:lnTo>
                  <a:lnTo>
                    <a:pt x="5975368" y="88404"/>
                  </a:lnTo>
                  <a:lnTo>
                    <a:pt x="5975462" y="88404"/>
                  </a:lnTo>
                  <a:lnTo>
                    <a:pt x="5975556" y="88404"/>
                  </a:lnTo>
                  <a:lnTo>
                    <a:pt x="5975651" y="88404"/>
                  </a:lnTo>
                  <a:lnTo>
                    <a:pt x="5975745" y="88404"/>
                  </a:lnTo>
                  <a:lnTo>
                    <a:pt x="5975839" y="88404"/>
                  </a:lnTo>
                  <a:lnTo>
                    <a:pt x="5975933" y="88404"/>
                  </a:lnTo>
                  <a:lnTo>
                    <a:pt x="5976027" y="88404"/>
                  </a:lnTo>
                  <a:lnTo>
                    <a:pt x="5976121" y="88404"/>
                  </a:lnTo>
                  <a:lnTo>
                    <a:pt x="5976216" y="88404"/>
                  </a:lnTo>
                  <a:lnTo>
                    <a:pt x="5976310" y="88404"/>
                  </a:lnTo>
                  <a:lnTo>
                    <a:pt x="5976404" y="88404"/>
                  </a:lnTo>
                  <a:lnTo>
                    <a:pt x="5976498" y="88404"/>
                  </a:lnTo>
                  <a:lnTo>
                    <a:pt x="5976592" y="88404"/>
                  </a:lnTo>
                  <a:lnTo>
                    <a:pt x="5976686" y="88404"/>
                  </a:lnTo>
                  <a:lnTo>
                    <a:pt x="5976780" y="88404"/>
                  </a:lnTo>
                  <a:lnTo>
                    <a:pt x="5976875" y="88404"/>
                  </a:lnTo>
                  <a:lnTo>
                    <a:pt x="5976969" y="88404"/>
                  </a:lnTo>
                  <a:lnTo>
                    <a:pt x="5977063" y="88404"/>
                  </a:lnTo>
                  <a:lnTo>
                    <a:pt x="5977157" y="88404"/>
                  </a:lnTo>
                  <a:lnTo>
                    <a:pt x="5977251" y="88404"/>
                  </a:lnTo>
                  <a:lnTo>
                    <a:pt x="5977345" y="88404"/>
                  </a:lnTo>
                  <a:lnTo>
                    <a:pt x="5977440" y="88404"/>
                  </a:lnTo>
                  <a:lnTo>
                    <a:pt x="5977534" y="88404"/>
                  </a:lnTo>
                  <a:lnTo>
                    <a:pt x="5977628" y="88404"/>
                  </a:lnTo>
                  <a:lnTo>
                    <a:pt x="5977722" y="88404"/>
                  </a:lnTo>
                  <a:lnTo>
                    <a:pt x="5977816" y="88404"/>
                  </a:lnTo>
                  <a:lnTo>
                    <a:pt x="5977910" y="88404"/>
                  </a:lnTo>
                  <a:lnTo>
                    <a:pt x="5978004" y="88404"/>
                  </a:lnTo>
                  <a:lnTo>
                    <a:pt x="5978099" y="88404"/>
                  </a:lnTo>
                  <a:lnTo>
                    <a:pt x="5978193" y="88404"/>
                  </a:lnTo>
                  <a:lnTo>
                    <a:pt x="5978287" y="88404"/>
                  </a:lnTo>
                  <a:lnTo>
                    <a:pt x="5978381" y="88404"/>
                  </a:lnTo>
                  <a:lnTo>
                    <a:pt x="5978475" y="88404"/>
                  </a:lnTo>
                  <a:lnTo>
                    <a:pt x="5978569" y="88404"/>
                  </a:lnTo>
                  <a:lnTo>
                    <a:pt x="5978664" y="88404"/>
                  </a:lnTo>
                  <a:lnTo>
                    <a:pt x="5978758" y="88404"/>
                  </a:lnTo>
                  <a:lnTo>
                    <a:pt x="5978852" y="88404"/>
                  </a:lnTo>
                  <a:lnTo>
                    <a:pt x="5978946" y="88404"/>
                  </a:lnTo>
                  <a:lnTo>
                    <a:pt x="5979040" y="88404"/>
                  </a:lnTo>
                  <a:lnTo>
                    <a:pt x="5979134" y="88404"/>
                  </a:lnTo>
                  <a:lnTo>
                    <a:pt x="5979228" y="88404"/>
                  </a:lnTo>
                  <a:lnTo>
                    <a:pt x="5979323" y="88404"/>
                  </a:lnTo>
                  <a:lnTo>
                    <a:pt x="5979417" y="88404"/>
                  </a:lnTo>
                  <a:lnTo>
                    <a:pt x="5979511" y="88404"/>
                  </a:lnTo>
                  <a:lnTo>
                    <a:pt x="5979605" y="88404"/>
                  </a:lnTo>
                  <a:lnTo>
                    <a:pt x="5979699" y="88404"/>
                  </a:lnTo>
                  <a:lnTo>
                    <a:pt x="5979793" y="88404"/>
                  </a:lnTo>
                  <a:lnTo>
                    <a:pt x="5979887" y="88404"/>
                  </a:lnTo>
                  <a:lnTo>
                    <a:pt x="5979982" y="88404"/>
                  </a:lnTo>
                  <a:lnTo>
                    <a:pt x="5980076" y="88404"/>
                  </a:lnTo>
                  <a:lnTo>
                    <a:pt x="5980170" y="88404"/>
                  </a:lnTo>
                  <a:lnTo>
                    <a:pt x="5980264" y="88404"/>
                  </a:lnTo>
                  <a:lnTo>
                    <a:pt x="5980358" y="88404"/>
                  </a:lnTo>
                  <a:lnTo>
                    <a:pt x="5980452" y="88404"/>
                  </a:lnTo>
                  <a:lnTo>
                    <a:pt x="5980547" y="88404"/>
                  </a:lnTo>
                  <a:lnTo>
                    <a:pt x="5980641" y="88404"/>
                  </a:lnTo>
                  <a:lnTo>
                    <a:pt x="5980735" y="88404"/>
                  </a:lnTo>
                  <a:lnTo>
                    <a:pt x="5980829" y="88404"/>
                  </a:lnTo>
                  <a:lnTo>
                    <a:pt x="5980923" y="88404"/>
                  </a:lnTo>
                  <a:lnTo>
                    <a:pt x="5981017" y="88404"/>
                  </a:lnTo>
                  <a:lnTo>
                    <a:pt x="5981111" y="88404"/>
                  </a:lnTo>
                  <a:lnTo>
                    <a:pt x="5981206" y="88404"/>
                  </a:lnTo>
                  <a:lnTo>
                    <a:pt x="5981300" y="88404"/>
                  </a:lnTo>
                  <a:lnTo>
                    <a:pt x="5981394" y="88404"/>
                  </a:lnTo>
                  <a:lnTo>
                    <a:pt x="5981488" y="88404"/>
                  </a:lnTo>
                  <a:lnTo>
                    <a:pt x="5981488" y="83493"/>
                  </a:lnTo>
                  <a:lnTo>
                    <a:pt x="5981582" y="83493"/>
                  </a:lnTo>
                  <a:lnTo>
                    <a:pt x="5981676" y="83493"/>
                  </a:lnTo>
                  <a:lnTo>
                    <a:pt x="5981771" y="83493"/>
                  </a:lnTo>
                  <a:lnTo>
                    <a:pt x="5981865" y="83493"/>
                  </a:lnTo>
                  <a:lnTo>
                    <a:pt x="5981959" y="83493"/>
                  </a:lnTo>
                  <a:lnTo>
                    <a:pt x="5982053" y="83493"/>
                  </a:lnTo>
                  <a:lnTo>
                    <a:pt x="5982147" y="83493"/>
                  </a:lnTo>
                  <a:lnTo>
                    <a:pt x="5982241" y="83493"/>
                  </a:lnTo>
                  <a:lnTo>
                    <a:pt x="5982335" y="83493"/>
                  </a:lnTo>
                  <a:lnTo>
                    <a:pt x="5982430" y="83493"/>
                  </a:lnTo>
                  <a:lnTo>
                    <a:pt x="5982524" y="83493"/>
                  </a:lnTo>
                  <a:lnTo>
                    <a:pt x="5982618" y="83493"/>
                  </a:lnTo>
                  <a:lnTo>
                    <a:pt x="5982712" y="83493"/>
                  </a:lnTo>
                  <a:lnTo>
                    <a:pt x="5982806" y="83493"/>
                  </a:lnTo>
                  <a:lnTo>
                    <a:pt x="5982900" y="83493"/>
                  </a:lnTo>
                  <a:lnTo>
                    <a:pt x="5982995" y="83493"/>
                  </a:lnTo>
                  <a:lnTo>
                    <a:pt x="5983089" y="83493"/>
                  </a:lnTo>
                  <a:lnTo>
                    <a:pt x="5983183" y="83493"/>
                  </a:lnTo>
                  <a:lnTo>
                    <a:pt x="5983277" y="83493"/>
                  </a:lnTo>
                  <a:lnTo>
                    <a:pt x="5983371" y="83493"/>
                  </a:lnTo>
                  <a:lnTo>
                    <a:pt x="5983465" y="83493"/>
                  </a:lnTo>
                  <a:lnTo>
                    <a:pt x="5983559" y="83493"/>
                  </a:lnTo>
                  <a:lnTo>
                    <a:pt x="5983654" y="83493"/>
                  </a:lnTo>
                  <a:lnTo>
                    <a:pt x="5983748" y="83493"/>
                  </a:lnTo>
                  <a:lnTo>
                    <a:pt x="5983842" y="83493"/>
                  </a:lnTo>
                  <a:lnTo>
                    <a:pt x="5983936" y="83493"/>
                  </a:lnTo>
                  <a:lnTo>
                    <a:pt x="5984030" y="83493"/>
                  </a:lnTo>
                  <a:lnTo>
                    <a:pt x="5984124" y="83493"/>
                  </a:lnTo>
                  <a:lnTo>
                    <a:pt x="5984218" y="83493"/>
                  </a:lnTo>
                  <a:lnTo>
                    <a:pt x="5984313" y="83493"/>
                  </a:lnTo>
                  <a:lnTo>
                    <a:pt x="5984407" y="83493"/>
                  </a:lnTo>
                  <a:lnTo>
                    <a:pt x="5984501" y="83493"/>
                  </a:lnTo>
                  <a:lnTo>
                    <a:pt x="5984595" y="83493"/>
                  </a:lnTo>
                  <a:lnTo>
                    <a:pt x="5984689" y="83493"/>
                  </a:lnTo>
                  <a:lnTo>
                    <a:pt x="5984783" y="83493"/>
                  </a:lnTo>
                  <a:lnTo>
                    <a:pt x="5984878" y="83493"/>
                  </a:lnTo>
                  <a:lnTo>
                    <a:pt x="5984972" y="83493"/>
                  </a:lnTo>
                  <a:lnTo>
                    <a:pt x="5985066" y="83493"/>
                  </a:lnTo>
                  <a:lnTo>
                    <a:pt x="5985160" y="83493"/>
                  </a:lnTo>
                  <a:lnTo>
                    <a:pt x="5985254" y="83493"/>
                  </a:lnTo>
                  <a:lnTo>
                    <a:pt x="5985348" y="83493"/>
                  </a:lnTo>
                  <a:lnTo>
                    <a:pt x="5985442" y="83493"/>
                  </a:lnTo>
                  <a:lnTo>
                    <a:pt x="5985537" y="83493"/>
                  </a:lnTo>
                  <a:lnTo>
                    <a:pt x="5985631" y="83493"/>
                  </a:lnTo>
                  <a:lnTo>
                    <a:pt x="5985725" y="83493"/>
                  </a:lnTo>
                  <a:lnTo>
                    <a:pt x="5985819" y="83493"/>
                  </a:lnTo>
                  <a:lnTo>
                    <a:pt x="5985913" y="83493"/>
                  </a:lnTo>
                  <a:lnTo>
                    <a:pt x="5986007" y="83493"/>
                  </a:lnTo>
                  <a:lnTo>
                    <a:pt x="5986102" y="83493"/>
                  </a:lnTo>
                  <a:lnTo>
                    <a:pt x="5986196" y="83493"/>
                  </a:lnTo>
                  <a:lnTo>
                    <a:pt x="5986290" y="83493"/>
                  </a:lnTo>
                  <a:lnTo>
                    <a:pt x="5986384" y="83493"/>
                  </a:lnTo>
                  <a:lnTo>
                    <a:pt x="5986478" y="83493"/>
                  </a:lnTo>
                  <a:lnTo>
                    <a:pt x="5986572" y="83493"/>
                  </a:lnTo>
                  <a:lnTo>
                    <a:pt x="5986666" y="83493"/>
                  </a:lnTo>
                  <a:lnTo>
                    <a:pt x="5986761" y="83493"/>
                  </a:lnTo>
                  <a:lnTo>
                    <a:pt x="5986855" y="83493"/>
                  </a:lnTo>
                  <a:lnTo>
                    <a:pt x="5986949" y="83493"/>
                  </a:lnTo>
                  <a:lnTo>
                    <a:pt x="5987043" y="83493"/>
                  </a:lnTo>
                  <a:lnTo>
                    <a:pt x="5987137" y="83493"/>
                  </a:lnTo>
                  <a:lnTo>
                    <a:pt x="5987231" y="83493"/>
                  </a:lnTo>
                  <a:lnTo>
                    <a:pt x="5987326" y="83493"/>
                  </a:lnTo>
                  <a:lnTo>
                    <a:pt x="5987420" y="83493"/>
                  </a:lnTo>
                  <a:lnTo>
                    <a:pt x="5987514" y="83493"/>
                  </a:lnTo>
                  <a:lnTo>
                    <a:pt x="5987608" y="83493"/>
                  </a:lnTo>
                  <a:lnTo>
                    <a:pt x="5987702" y="83493"/>
                  </a:lnTo>
                  <a:lnTo>
                    <a:pt x="5987796" y="83493"/>
                  </a:lnTo>
                  <a:lnTo>
                    <a:pt x="5987890" y="83493"/>
                  </a:lnTo>
                  <a:lnTo>
                    <a:pt x="5987985" y="83493"/>
                  </a:lnTo>
                  <a:lnTo>
                    <a:pt x="5988079" y="83493"/>
                  </a:lnTo>
                  <a:lnTo>
                    <a:pt x="5988173" y="83493"/>
                  </a:lnTo>
                  <a:lnTo>
                    <a:pt x="5988267" y="83493"/>
                  </a:lnTo>
                  <a:lnTo>
                    <a:pt x="5988361" y="83493"/>
                  </a:lnTo>
                  <a:lnTo>
                    <a:pt x="5988455" y="83493"/>
                  </a:lnTo>
                  <a:lnTo>
                    <a:pt x="5988549" y="83493"/>
                  </a:lnTo>
                  <a:lnTo>
                    <a:pt x="5988644" y="83493"/>
                  </a:lnTo>
                  <a:lnTo>
                    <a:pt x="5988738" y="83493"/>
                  </a:lnTo>
                  <a:lnTo>
                    <a:pt x="5988832" y="83493"/>
                  </a:lnTo>
                  <a:lnTo>
                    <a:pt x="5988926" y="83493"/>
                  </a:lnTo>
                  <a:lnTo>
                    <a:pt x="5989020" y="83493"/>
                  </a:lnTo>
                  <a:lnTo>
                    <a:pt x="5989114" y="83493"/>
                  </a:lnTo>
                  <a:lnTo>
                    <a:pt x="5989209" y="83493"/>
                  </a:lnTo>
                  <a:lnTo>
                    <a:pt x="5989303" y="83493"/>
                  </a:lnTo>
                  <a:lnTo>
                    <a:pt x="5989397" y="83493"/>
                  </a:lnTo>
                  <a:lnTo>
                    <a:pt x="5989491" y="83493"/>
                  </a:lnTo>
                  <a:lnTo>
                    <a:pt x="5989585" y="83493"/>
                  </a:lnTo>
                  <a:lnTo>
                    <a:pt x="5989679" y="83493"/>
                  </a:lnTo>
                  <a:lnTo>
                    <a:pt x="5989773" y="83493"/>
                  </a:lnTo>
                  <a:lnTo>
                    <a:pt x="5989868" y="83493"/>
                  </a:lnTo>
                  <a:lnTo>
                    <a:pt x="5989962" y="83493"/>
                  </a:lnTo>
                  <a:lnTo>
                    <a:pt x="5990056" y="83493"/>
                  </a:lnTo>
                  <a:lnTo>
                    <a:pt x="5990150" y="83493"/>
                  </a:lnTo>
                  <a:lnTo>
                    <a:pt x="5990244" y="83493"/>
                  </a:lnTo>
                  <a:lnTo>
                    <a:pt x="5990338" y="83493"/>
                  </a:lnTo>
                  <a:lnTo>
                    <a:pt x="5990433" y="83493"/>
                  </a:lnTo>
                  <a:lnTo>
                    <a:pt x="5990527" y="83493"/>
                  </a:lnTo>
                  <a:lnTo>
                    <a:pt x="5990621" y="83493"/>
                  </a:lnTo>
                  <a:lnTo>
                    <a:pt x="5990715" y="83493"/>
                  </a:lnTo>
                  <a:lnTo>
                    <a:pt x="5990809" y="83493"/>
                  </a:lnTo>
                  <a:lnTo>
                    <a:pt x="5990903" y="83493"/>
                  </a:lnTo>
                  <a:lnTo>
                    <a:pt x="5990997" y="83493"/>
                  </a:lnTo>
                  <a:lnTo>
                    <a:pt x="5991092" y="83493"/>
                  </a:lnTo>
                  <a:lnTo>
                    <a:pt x="5991186" y="83493"/>
                  </a:lnTo>
                  <a:lnTo>
                    <a:pt x="5991280" y="83493"/>
                  </a:lnTo>
                  <a:lnTo>
                    <a:pt x="5991374" y="83493"/>
                  </a:lnTo>
                  <a:lnTo>
                    <a:pt x="5991468" y="83493"/>
                  </a:lnTo>
                  <a:lnTo>
                    <a:pt x="5991562" y="83493"/>
                  </a:lnTo>
                  <a:lnTo>
                    <a:pt x="5991657" y="83493"/>
                  </a:lnTo>
                  <a:lnTo>
                    <a:pt x="5991751" y="83493"/>
                  </a:lnTo>
                  <a:lnTo>
                    <a:pt x="5991845" y="83493"/>
                  </a:lnTo>
                  <a:lnTo>
                    <a:pt x="5991939" y="83493"/>
                  </a:lnTo>
                  <a:lnTo>
                    <a:pt x="5992033" y="83493"/>
                  </a:lnTo>
                  <a:lnTo>
                    <a:pt x="5992127" y="83493"/>
                  </a:lnTo>
                  <a:lnTo>
                    <a:pt x="5992221" y="83493"/>
                  </a:lnTo>
                  <a:lnTo>
                    <a:pt x="5992316" y="83493"/>
                  </a:lnTo>
                  <a:lnTo>
                    <a:pt x="5992410" y="83493"/>
                  </a:lnTo>
                  <a:lnTo>
                    <a:pt x="5992504" y="83493"/>
                  </a:lnTo>
                  <a:lnTo>
                    <a:pt x="5992598" y="83493"/>
                  </a:lnTo>
                  <a:lnTo>
                    <a:pt x="5992692" y="83493"/>
                  </a:lnTo>
                  <a:lnTo>
                    <a:pt x="5992786" y="83493"/>
                  </a:lnTo>
                  <a:lnTo>
                    <a:pt x="5992880" y="83493"/>
                  </a:lnTo>
                  <a:lnTo>
                    <a:pt x="5992975" y="83493"/>
                  </a:lnTo>
                  <a:lnTo>
                    <a:pt x="5993069" y="83493"/>
                  </a:lnTo>
                  <a:lnTo>
                    <a:pt x="5993163" y="83493"/>
                  </a:lnTo>
                  <a:lnTo>
                    <a:pt x="5993257" y="83493"/>
                  </a:lnTo>
                  <a:lnTo>
                    <a:pt x="5993351" y="83493"/>
                  </a:lnTo>
                  <a:lnTo>
                    <a:pt x="5993445" y="83493"/>
                  </a:lnTo>
                  <a:lnTo>
                    <a:pt x="5993540" y="83493"/>
                  </a:lnTo>
                  <a:lnTo>
                    <a:pt x="5993634" y="83493"/>
                  </a:lnTo>
                  <a:lnTo>
                    <a:pt x="5993728" y="83493"/>
                  </a:lnTo>
                  <a:lnTo>
                    <a:pt x="5993822" y="83493"/>
                  </a:lnTo>
                  <a:lnTo>
                    <a:pt x="5993916" y="83493"/>
                  </a:lnTo>
                  <a:lnTo>
                    <a:pt x="5994010" y="83493"/>
                  </a:lnTo>
                  <a:lnTo>
                    <a:pt x="5994104" y="83493"/>
                  </a:lnTo>
                  <a:lnTo>
                    <a:pt x="5994199" y="83493"/>
                  </a:lnTo>
                  <a:lnTo>
                    <a:pt x="5994293" y="83493"/>
                  </a:lnTo>
                  <a:lnTo>
                    <a:pt x="5994387" y="83493"/>
                  </a:lnTo>
                  <a:lnTo>
                    <a:pt x="5994481" y="83493"/>
                  </a:lnTo>
                  <a:lnTo>
                    <a:pt x="5994575" y="83493"/>
                  </a:lnTo>
                  <a:lnTo>
                    <a:pt x="5994669" y="83493"/>
                  </a:lnTo>
                  <a:lnTo>
                    <a:pt x="5994764" y="83493"/>
                  </a:lnTo>
                  <a:lnTo>
                    <a:pt x="5994858" y="83493"/>
                  </a:lnTo>
                  <a:lnTo>
                    <a:pt x="5994952" y="83493"/>
                  </a:lnTo>
                  <a:lnTo>
                    <a:pt x="5995046" y="83493"/>
                  </a:lnTo>
                  <a:lnTo>
                    <a:pt x="5995140" y="83493"/>
                  </a:lnTo>
                  <a:lnTo>
                    <a:pt x="5995234" y="83493"/>
                  </a:lnTo>
                  <a:lnTo>
                    <a:pt x="5995328" y="83493"/>
                  </a:lnTo>
                  <a:lnTo>
                    <a:pt x="5995423" y="83493"/>
                  </a:lnTo>
                  <a:lnTo>
                    <a:pt x="5995517" y="83493"/>
                  </a:lnTo>
                  <a:lnTo>
                    <a:pt x="5995611" y="83493"/>
                  </a:lnTo>
                  <a:lnTo>
                    <a:pt x="5995705" y="83493"/>
                  </a:lnTo>
                  <a:lnTo>
                    <a:pt x="5995799" y="83493"/>
                  </a:lnTo>
                  <a:lnTo>
                    <a:pt x="5995893" y="83493"/>
                  </a:lnTo>
                  <a:lnTo>
                    <a:pt x="5995988" y="83493"/>
                  </a:lnTo>
                  <a:lnTo>
                    <a:pt x="5996082" y="83493"/>
                  </a:lnTo>
                  <a:lnTo>
                    <a:pt x="5996176" y="83493"/>
                  </a:lnTo>
                  <a:lnTo>
                    <a:pt x="5996270" y="83493"/>
                  </a:lnTo>
                  <a:lnTo>
                    <a:pt x="5996364" y="83493"/>
                  </a:lnTo>
                  <a:lnTo>
                    <a:pt x="5996458" y="83493"/>
                  </a:lnTo>
                  <a:lnTo>
                    <a:pt x="5996552" y="83493"/>
                  </a:lnTo>
                  <a:lnTo>
                    <a:pt x="5996647" y="83493"/>
                  </a:lnTo>
                  <a:lnTo>
                    <a:pt x="5996741" y="83493"/>
                  </a:lnTo>
                  <a:lnTo>
                    <a:pt x="5996835" y="83493"/>
                  </a:lnTo>
                  <a:lnTo>
                    <a:pt x="5996929" y="83493"/>
                  </a:lnTo>
                  <a:lnTo>
                    <a:pt x="5997023" y="83493"/>
                  </a:lnTo>
                  <a:lnTo>
                    <a:pt x="5997117" y="83493"/>
                  </a:lnTo>
                  <a:lnTo>
                    <a:pt x="5997211" y="83493"/>
                  </a:lnTo>
                  <a:lnTo>
                    <a:pt x="5997306" y="83493"/>
                  </a:lnTo>
                  <a:lnTo>
                    <a:pt x="5997400" y="83493"/>
                  </a:lnTo>
                  <a:lnTo>
                    <a:pt x="5997400" y="78581"/>
                  </a:lnTo>
                  <a:lnTo>
                    <a:pt x="5997494" y="78581"/>
                  </a:lnTo>
                  <a:lnTo>
                    <a:pt x="5997588" y="78581"/>
                  </a:lnTo>
                  <a:lnTo>
                    <a:pt x="5997682" y="78581"/>
                  </a:lnTo>
                  <a:lnTo>
                    <a:pt x="5997776" y="78581"/>
                  </a:lnTo>
                  <a:lnTo>
                    <a:pt x="5997871" y="78581"/>
                  </a:lnTo>
                  <a:lnTo>
                    <a:pt x="5997965" y="78581"/>
                  </a:lnTo>
                  <a:lnTo>
                    <a:pt x="5998059" y="78581"/>
                  </a:lnTo>
                  <a:lnTo>
                    <a:pt x="5998153" y="78581"/>
                  </a:lnTo>
                  <a:lnTo>
                    <a:pt x="5998247" y="78581"/>
                  </a:lnTo>
                  <a:lnTo>
                    <a:pt x="5998341" y="78581"/>
                  </a:lnTo>
                  <a:lnTo>
                    <a:pt x="5998435" y="78581"/>
                  </a:lnTo>
                  <a:lnTo>
                    <a:pt x="5998530" y="78581"/>
                  </a:lnTo>
                  <a:lnTo>
                    <a:pt x="5998624" y="78581"/>
                  </a:lnTo>
                  <a:lnTo>
                    <a:pt x="5998718" y="78581"/>
                  </a:lnTo>
                  <a:lnTo>
                    <a:pt x="5998812" y="78581"/>
                  </a:lnTo>
                  <a:lnTo>
                    <a:pt x="5998906" y="78581"/>
                  </a:lnTo>
                  <a:lnTo>
                    <a:pt x="5999000" y="78581"/>
                  </a:lnTo>
                  <a:lnTo>
                    <a:pt x="5999095" y="78581"/>
                  </a:lnTo>
                  <a:lnTo>
                    <a:pt x="5999189" y="78581"/>
                  </a:lnTo>
                  <a:lnTo>
                    <a:pt x="5999283" y="78581"/>
                  </a:lnTo>
                  <a:lnTo>
                    <a:pt x="5999377" y="78581"/>
                  </a:lnTo>
                  <a:lnTo>
                    <a:pt x="5999471" y="78581"/>
                  </a:lnTo>
                  <a:lnTo>
                    <a:pt x="5999565" y="78581"/>
                  </a:lnTo>
                  <a:lnTo>
                    <a:pt x="5999659" y="78581"/>
                  </a:lnTo>
                  <a:lnTo>
                    <a:pt x="5999754" y="78581"/>
                  </a:lnTo>
                  <a:lnTo>
                    <a:pt x="5999848" y="78581"/>
                  </a:lnTo>
                  <a:lnTo>
                    <a:pt x="5999942" y="78581"/>
                  </a:lnTo>
                  <a:lnTo>
                    <a:pt x="6000036" y="78581"/>
                  </a:lnTo>
                  <a:lnTo>
                    <a:pt x="6000130" y="78581"/>
                  </a:lnTo>
                  <a:lnTo>
                    <a:pt x="6000224" y="78581"/>
                  </a:lnTo>
                  <a:lnTo>
                    <a:pt x="6000319" y="78581"/>
                  </a:lnTo>
                  <a:lnTo>
                    <a:pt x="6000413" y="78581"/>
                  </a:lnTo>
                  <a:lnTo>
                    <a:pt x="6000507" y="78581"/>
                  </a:lnTo>
                  <a:lnTo>
                    <a:pt x="6000601" y="78581"/>
                  </a:lnTo>
                  <a:lnTo>
                    <a:pt x="6000695" y="78581"/>
                  </a:lnTo>
                  <a:lnTo>
                    <a:pt x="6000789" y="78581"/>
                  </a:lnTo>
                  <a:lnTo>
                    <a:pt x="6000883" y="78581"/>
                  </a:lnTo>
                  <a:lnTo>
                    <a:pt x="6000978" y="78581"/>
                  </a:lnTo>
                  <a:lnTo>
                    <a:pt x="6001072" y="78581"/>
                  </a:lnTo>
                  <a:lnTo>
                    <a:pt x="6001166" y="78581"/>
                  </a:lnTo>
                  <a:lnTo>
                    <a:pt x="6001260" y="78581"/>
                  </a:lnTo>
                  <a:lnTo>
                    <a:pt x="6001354" y="78581"/>
                  </a:lnTo>
                  <a:lnTo>
                    <a:pt x="6001448" y="78581"/>
                  </a:lnTo>
                  <a:lnTo>
                    <a:pt x="6001542" y="78581"/>
                  </a:lnTo>
                  <a:lnTo>
                    <a:pt x="6001637" y="78581"/>
                  </a:lnTo>
                  <a:lnTo>
                    <a:pt x="6001731" y="78581"/>
                  </a:lnTo>
                  <a:lnTo>
                    <a:pt x="6001825" y="78581"/>
                  </a:lnTo>
                  <a:lnTo>
                    <a:pt x="6001919" y="78581"/>
                  </a:lnTo>
                  <a:lnTo>
                    <a:pt x="6002013" y="78581"/>
                  </a:lnTo>
                  <a:lnTo>
                    <a:pt x="6002107" y="78581"/>
                  </a:lnTo>
                  <a:lnTo>
                    <a:pt x="6002202" y="78581"/>
                  </a:lnTo>
                  <a:lnTo>
                    <a:pt x="6002296" y="78581"/>
                  </a:lnTo>
                  <a:lnTo>
                    <a:pt x="6002390" y="78581"/>
                  </a:lnTo>
                  <a:lnTo>
                    <a:pt x="6002484" y="78581"/>
                  </a:lnTo>
                  <a:lnTo>
                    <a:pt x="6002578" y="78581"/>
                  </a:lnTo>
                  <a:lnTo>
                    <a:pt x="6002672" y="78581"/>
                  </a:lnTo>
                  <a:lnTo>
                    <a:pt x="6002766" y="78581"/>
                  </a:lnTo>
                  <a:lnTo>
                    <a:pt x="6002861" y="78581"/>
                  </a:lnTo>
                  <a:lnTo>
                    <a:pt x="6002955" y="78581"/>
                  </a:lnTo>
                  <a:lnTo>
                    <a:pt x="6003049" y="78581"/>
                  </a:lnTo>
                  <a:lnTo>
                    <a:pt x="6003143" y="78581"/>
                  </a:lnTo>
                  <a:lnTo>
                    <a:pt x="6003237" y="78581"/>
                  </a:lnTo>
                  <a:lnTo>
                    <a:pt x="6003331" y="78581"/>
                  </a:lnTo>
                  <a:lnTo>
                    <a:pt x="6003426" y="78581"/>
                  </a:lnTo>
                  <a:lnTo>
                    <a:pt x="6003520" y="78581"/>
                  </a:lnTo>
                  <a:lnTo>
                    <a:pt x="6003614" y="78581"/>
                  </a:lnTo>
                  <a:lnTo>
                    <a:pt x="6003708" y="78581"/>
                  </a:lnTo>
                  <a:lnTo>
                    <a:pt x="6003802" y="78581"/>
                  </a:lnTo>
                  <a:lnTo>
                    <a:pt x="6003896" y="78581"/>
                  </a:lnTo>
                  <a:lnTo>
                    <a:pt x="6003990" y="78581"/>
                  </a:lnTo>
                  <a:lnTo>
                    <a:pt x="6004085" y="78581"/>
                  </a:lnTo>
                  <a:lnTo>
                    <a:pt x="6004179" y="78581"/>
                  </a:lnTo>
                  <a:lnTo>
                    <a:pt x="6004273" y="78581"/>
                  </a:lnTo>
                  <a:lnTo>
                    <a:pt x="6004367" y="78581"/>
                  </a:lnTo>
                  <a:lnTo>
                    <a:pt x="6004461" y="78581"/>
                  </a:lnTo>
                  <a:lnTo>
                    <a:pt x="6004555" y="78581"/>
                  </a:lnTo>
                  <a:lnTo>
                    <a:pt x="6004650" y="78581"/>
                  </a:lnTo>
                  <a:lnTo>
                    <a:pt x="6004744" y="78581"/>
                  </a:lnTo>
                  <a:lnTo>
                    <a:pt x="6004838" y="78581"/>
                  </a:lnTo>
                  <a:lnTo>
                    <a:pt x="6004932" y="78581"/>
                  </a:lnTo>
                  <a:lnTo>
                    <a:pt x="6005026" y="78581"/>
                  </a:lnTo>
                  <a:lnTo>
                    <a:pt x="6005120" y="78581"/>
                  </a:lnTo>
                  <a:lnTo>
                    <a:pt x="6005214" y="78581"/>
                  </a:lnTo>
                  <a:lnTo>
                    <a:pt x="6005309" y="78581"/>
                  </a:lnTo>
                  <a:lnTo>
                    <a:pt x="6005403" y="78581"/>
                  </a:lnTo>
                  <a:lnTo>
                    <a:pt x="6005497" y="78581"/>
                  </a:lnTo>
                  <a:lnTo>
                    <a:pt x="6005591" y="78581"/>
                  </a:lnTo>
                  <a:lnTo>
                    <a:pt x="6005685" y="78581"/>
                  </a:lnTo>
                  <a:lnTo>
                    <a:pt x="6005779" y="78581"/>
                  </a:lnTo>
                  <a:lnTo>
                    <a:pt x="6005873" y="78581"/>
                  </a:lnTo>
                  <a:lnTo>
                    <a:pt x="6005968" y="78581"/>
                  </a:lnTo>
                  <a:lnTo>
                    <a:pt x="6006062" y="78581"/>
                  </a:lnTo>
                  <a:lnTo>
                    <a:pt x="6006156" y="78581"/>
                  </a:lnTo>
                  <a:lnTo>
                    <a:pt x="6006250" y="78581"/>
                  </a:lnTo>
                  <a:lnTo>
                    <a:pt x="6006344" y="78581"/>
                  </a:lnTo>
                  <a:lnTo>
                    <a:pt x="6006344" y="73670"/>
                  </a:lnTo>
                  <a:lnTo>
                    <a:pt x="6006438" y="73670"/>
                  </a:lnTo>
                  <a:lnTo>
                    <a:pt x="6006533" y="73670"/>
                  </a:lnTo>
                  <a:lnTo>
                    <a:pt x="6006627" y="73670"/>
                  </a:lnTo>
                  <a:lnTo>
                    <a:pt x="6006721" y="73670"/>
                  </a:lnTo>
                  <a:lnTo>
                    <a:pt x="6006815" y="73670"/>
                  </a:lnTo>
                  <a:lnTo>
                    <a:pt x="6006909" y="73670"/>
                  </a:lnTo>
                  <a:lnTo>
                    <a:pt x="6007003" y="73670"/>
                  </a:lnTo>
                  <a:lnTo>
                    <a:pt x="6007097" y="73670"/>
                  </a:lnTo>
                  <a:lnTo>
                    <a:pt x="6007192" y="73670"/>
                  </a:lnTo>
                  <a:lnTo>
                    <a:pt x="6007286" y="73670"/>
                  </a:lnTo>
                  <a:lnTo>
                    <a:pt x="6007380" y="73670"/>
                  </a:lnTo>
                  <a:lnTo>
                    <a:pt x="6007474" y="73670"/>
                  </a:lnTo>
                  <a:lnTo>
                    <a:pt x="6007568" y="73670"/>
                  </a:lnTo>
                  <a:lnTo>
                    <a:pt x="6007662" y="73670"/>
                  </a:lnTo>
                  <a:lnTo>
                    <a:pt x="6007757" y="73670"/>
                  </a:lnTo>
                  <a:lnTo>
                    <a:pt x="6007851" y="73670"/>
                  </a:lnTo>
                  <a:lnTo>
                    <a:pt x="6007945" y="73670"/>
                  </a:lnTo>
                  <a:lnTo>
                    <a:pt x="6008039" y="73670"/>
                  </a:lnTo>
                  <a:lnTo>
                    <a:pt x="6008133" y="73670"/>
                  </a:lnTo>
                  <a:lnTo>
                    <a:pt x="6008227" y="73670"/>
                  </a:lnTo>
                  <a:lnTo>
                    <a:pt x="6008321" y="73670"/>
                  </a:lnTo>
                  <a:lnTo>
                    <a:pt x="6008416" y="73670"/>
                  </a:lnTo>
                  <a:lnTo>
                    <a:pt x="6008510" y="73670"/>
                  </a:lnTo>
                  <a:lnTo>
                    <a:pt x="6008604" y="73670"/>
                  </a:lnTo>
                  <a:lnTo>
                    <a:pt x="6008698" y="73670"/>
                  </a:lnTo>
                  <a:lnTo>
                    <a:pt x="6008792" y="73670"/>
                  </a:lnTo>
                  <a:lnTo>
                    <a:pt x="6008886" y="73670"/>
                  </a:lnTo>
                  <a:lnTo>
                    <a:pt x="6008981" y="73670"/>
                  </a:lnTo>
                  <a:lnTo>
                    <a:pt x="6009075" y="73670"/>
                  </a:lnTo>
                  <a:lnTo>
                    <a:pt x="6009169" y="73670"/>
                  </a:lnTo>
                  <a:lnTo>
                    <a:pt x="6009263" y="73670"/>
                  </a:lnTo>
                  <a:lnTo>
                    <a:pt x="6009357" y="73670"/>
                  </a:lnTo>
                  <a:lnTo>
                    <a:pt x="6009451" y="73670"/>
                  </a:lnTo>
                  <a:lnTo>
                    <a:pt x="6009545" y="73670"/>
                  </a:lnTo>
                  <a:lnTo>
                    <a:pt x="6009640" y="73670"/>
                  </a:lnTo>
                  <a:lnTo>
                    <a:pt x="6009734" y="73670"/>
                  </a:lnTo>
                  <a:lnTo>
                    <a:pt x="6009828" y="73670"/>
                  </a:lnTo>
                  <a:lnTo>
                    <a:pt x="6009922" y="73670"/>
                  </a:lnTo>
                  <a:lnTo>
                    <a:pt x="6010016" y="73670"/>
                  </a:lnTo>
                  <a:lnTo>
                    <a:pt x="6010110" y="73670"/>
                  </a:lnTo>
                  <a:lnTo>
                    <a:pt x="6010204" y="73670"/>
                  </a:lnTo>
                  <a:lnTo>
                    <a:pt x="6010299" y="73670"/>
                  </a:lnTo>
                  <a:lnTo>
                    <a:pt x="6010393" y="73670"/>
                  </a:lnTo>
                  <a:lnTo>
                    <a:pt x="6010487" y="73670"/>
                  </a:lnTo>
                  <a:lnTo>
                    <a:pt x="6010581" y="73670"/>
                  </a:lnTo>
                  <a:lnTo>
                    <a:pt x="6010675" y="73670"/>
                  </a:lnTo>
                  <a:lnTo>
                    <a:pt x="6010769" y="73670"/>
                  </a:lnTo>
                  <a:lnTo>
                    <a:pt x="6010864" y="73670"/>
                  </a:lnTo>
                  <a:lnTo>
                    <a:pt x="6010958" y="73670"/>
                  </a:lnTo>
                  <a:lnTo>
                    <a:pt x="6011052" y="73670"/>
                  </a:lnTo>
                  <a:lnTo>
                    <a:pt x="6011146" y="73670"/>
                  </a:lnTo>
                  <a:lnTo>
                    <a:pt x="6011240" y="73670"/>
                  </a:lnTo>
                  <a:lnTo>
                    <a:pt x="6011334" y="73670"/>
                  </a:lnTo>
                  <a:lnTo>
                    <a:pt x="6011428" y="73670"/>
                  </a:lnTo>
                  <a:lnTo>
                    <a:pt x="6011523" y="73670"/>
                  </a:lnTo>
                  <a:lnTo>
                    <a:pt x="6011617" y="73670"/>
                  </a:lnTo>
                  <a:lnTo>
                    <a:pt x="6011711" y="73670"/>
                  </a:lnTo>
                  <a:lnTo>
                    <a:pt x="6011805" y="73670"/>
                  </a:lnTo>
                  <a:lnTo>
                    <a:pt x="6011899" y="73670"/>
                  </a:lnTo>
                  <a:lnTo>
                    <a:pt x="6011993" y="73670"/>
                  </a:lnTo>
                  <a:lnTo>
                    <a:pt x="6012088" y="73670"/>
                  </a:lnTo>
                  <a:lnTo>
                    <a:pt x="6012182" y="73670"/>
                  </a:lnTo>
                  <a:lnTo>
                    <a:pt x="6012276" y="73670"/>
                  </a:lnTo>
                  <a:lnTo>
                    <a:pt x="6012370" y="73670"/>
                  </a:lnTo>
                  <a:lnTo>
                    <a:pt x="6012464" y="73670"/>
                  </a:lnTo>
                  <a:lnTo>
                    <a:pt x="6012558" y="73670"/>
                  </a:lnTo>
                  <a:lnTo>
                    <a:pt x="6012652" y="73670"/>
                  </a:lnTo>
                  <a:lnTo>
                    <a:pt x="6012747" y="73670"/>
                  </a:lnTo>
                  <a:lnTo>
                    <a:pt x="6012841" y="73670"/>
                  </a:lnTo>
                  <a:lnTo>
                    <a:pt x="6012935" y="73670"/>
                  </a:lnTo>
                  <a:lnTo>
                    <a:pt x="6013029" y="73670"/>
                  </a:lnTo>
                  <a:lnTo>
                    <a:pt x="6013123" y="73670"/>
                  </a:lnTo>
                  <a:lnTo>
                    <a:pt x="6013217" y="73670"/>
                  </a:lnTo>
                  <a:lnTo>
                    <a:pt x="6013312" y="73670"/>
                  </a:lnTo>
                  <a:lnTo>
                    <a:pt x="6013406" y="73670"/>
                  </a:lnTo>
                  <a:lnTo>
                    <a:pt x="6013500" y="73670"/>
                  </a:lnTo>
                  <a:lnTo>
                    <a:pt x="6013594" y="73670"/>
                  </a:lnTo>
                  <a:lnTo>
                    <a:pt x="6013688" y="73670"/>
                  </a:lnTo>
                  <a:lnTo>
                    <a:pt x="6013782" y="73670"/>
                  </a:lnTo>
                  <a:lnTo>
                    <a:pt x="6013876" y="73670"/>
                  </a:lnTo>
                  <a:lnTo>
                    <a:pt x="6013971" y="73670"/>
                  </a:lnTo>
                  <a:lnTo>
                    <a:pt x="6014065" y="73670"/>
                  </a:lnTo>
                  <a:lnTo>
                    <a:pt x="6014159" y="73670"/>
                  </a:lnTo>
                  <a:lnTo>
                    <a:pt x="6014253" y="73670"/>
                  </a:lnTo>
                  <a:lnTo>
                    <a:pt x="6014347" y="73670"/>
                  </a:lnTo>
                  <a:lnTo>
                    <a:pt x="6014441" y="73670"/>
                  </a:lnTo>
                  <a:lnTo>
                    <a:pt x="6014535" y="73670"/>
                  </a:lnTo>
                  <a:lnTo>
                    <a:pt x="6014630" y="73670"/>
                  </a:lnTo>
                  <a:lnTo>
                    <a:pt x="6014724" y="73670"/>
                  </a:lnTo>
                  <a:lnTo>
                    <a:pt x="6014818" y="73670"/>
                  </a:lnTo>
                  <a:lnTo>
                    <a:pt x="6014912" y="73670"/>
                  </a:lnTo>
                  <a:lnTo>
                    <a:pt x="6015006" y="73670"/>
                  </a:lnTo>
                  <a:lnTo>
                    <a:pt x="6015100" y="73670"/>
                  </a:lnTo>
                  <a:lnTo>
                    <a:pt x="6015195" y="73670"/>
                  </a:lnTo>
                  <a:lnTo>
                    <a:pt x="6015289" y="73670"/>
                  </a:lnTo>
                  <a:lnTo>
                    <a:pt x="6015383" y="73670"/>
                  </a:lnTo>
                  <a:lnTo>
                    <a:pt x="6015477" y="73670"/>
                  </a:lnTo>
                  <a:lnTo>
                    <a:pt x="6015571" y="73670"/>
                  </a:lnTo>
                  <a:lnTo>
                    <a:pt x="6015665" y="73670"/>
                  </a:lnTo>
                  <a:lnTo>
                    <a:pt x="6015759" y="73670"/>
                  </a:lnTo>
                  <a:lnTo>
                    <a:pt x="6015854" y="73670"/>
                  </a:lnTo>
                  <a:lnTo>
                    <a:pt x="6015948" y="73670"/>
                  </a:lnTo>
                  <a:lnTo>
                    <a:pt x="6016042" y="73670"/>
                  </a:lnTo>
                  <a:lnTo>
                    <a:pt x="6016136" y="73670"/>
                  </a:lnTo>
                  <a:lnTo>
                    <a:pt x="6016230" y="73670"/>
                  </a:lnTo>
                  <a:lnTo>
                    <a:pt x="6016324" y="73670"/>
                  </a:lnTo>
                  <a:lnTo>
                    <a:pt x="6016419" y="73670"/>
                  </a:lnTo>
                  <a:lnTo>
                    <a:pt x="6016513" y="73670"/>
                  </a:lnTo>
                  <a:lnTo>
                    <a:pt x="6016607" y="73670"/>
                  </a:lnTo>
                  <a:lnTo>
                    <a:pt x="6016701" y="73670"/>
                  </a:lnTo>
                  <a:lnTo>
                    <a:pt x="6016795" y="73670"/>
                  </a:lnTo>
                  <a:lnTo>
                    <a:pt x="6016889" y="73670"/>
                  </a:lnTo>
                  <a:lnTo>
                    <a:pt x="6016983" y="73670"/>
                  </a:lnTo>
                  <a:lnTo>
                    <a:pt x="6017078" y="73670"/>
                  </a:lnTo>
                  <a:lnTo>
                    <a:pt x="6017172" y="73670"/>
                  </a:lnTo>
                  <a:lnTo>
                    <a:pt x="6017266" y="73670"/>
                  </a:lnTo>
                  <a:lnTo>
                    <a:pt x="6017360" y="73670"/>
                  </a:lnTo>
                  <a:lnTo>
                    <a:pt x="6017454" y="73670"/>
                  </a:lnTo>
                  <a:lnTo>
                    <a:pt x="6017548" y="73670"/>
                  </a:lnTo>
                  <a:lnTo>
                    <a:pt x="6017643" y="73670"/>
                  </a:lnTo>
                  <a:lnTo>
                    <a:pt x="6017737" y="73670"/>
                  </a:lnTo>
                  <a:lnTo>
                    <a:pt x="6017831" y="73670"/>
                  </a:lnTo>
                  <a:lnTo>
                    <a:pt x="6017925" y="73670"/>
                  </a:lnTo>
                  <a:lnTo>
                    <a:pt x="6018019" y="73670"/>
                  </a:lnTo>
                  <a:lnTo>
                    <a:pt x="6018113" y="73670"/>
                  </a:lnTo>
                  <a:lnTo>
                    <a:pt x="6018207" y="73670"/>
                  </a:lnTo>
                  <a:lnTo>
                    <a:pt x="6018302" y="73670"/>
                  </a:lnTo>
                  <a:lnTo>
                    <a:pt x="6018396" y="73670"/>
                  </a:lnTo>
                  <a:lnTo>
                    <a:pt x="6018490" y="73670"/>
                  </a:lnTo>
                  <a:lnTo>
                    <a:pt x="6018584" y="73670"/>
                  </a:lnTo>
                  <a:lnTo>
                    <a:pt x="6018678" y="73670"/>
                  </a:lnTo>
                  <a:lnTo>
                    <a:pt x="6018772" y="73670"/>
                  </a:lnTo>
                  <a:lnTo>
                    <a:pt x="6018866" y="73670"/>
                  </a:lnTo>
                  <a:lnTo>
                    <a:pt x="6018961" y="73670"/>
                  </a:lnTo>
                  <a:lnTo>
                    <a:pt x="6019055" y="73670"/>
                  </a:lnTo>
                  <a:lnTo>
                    <a:pt x="6019149" y="73670"/>
                  </a:lnTo>
                  <a:lnTo>
                    <a:pt x="6019243" y="73670"/>
                  </a:lnTo>
                  <a:lnTo>
                    <a:pt x="6019337" y="73670"/>
                  </a:lnTo>
                  <a:lnTo>
                    <a:pt x="6019431" y="73670"/>
                  </a:lnTo>
                  <a:lnTo>
                    <a:pt x="6019526" y="73670"/>
                  </a:lnTo>
                  <a:lnTo>
                    <a:pt x="6019620" y="73670"/>
                  </a:lnTo>
                  <a:lnTo>
                    <a:pt x="6019714" y="73670"/>
                  </a:lnTo>
                  <a:lnTo>
                    <a:pt x="6019808" y="73670"/>
                  </a:lnTo>
                  <a:lnTo>
                    <a:pt x="6019902" y="73670"/>
                  </a:lnTo>
                  <a:lnTo>
                    <a:pt x="6019996" y="73670"/>
                  </a:lnTo>
                  <a:lnTo>
                    <a:pt x="6020090" y="73670"/>
                  </a:lnTo>
                  <a:lnTo>
                    <a:pt x="6020185" y="73670"/>
                  </a:lnTo>
                  <a:lnTo>
                    <a:pt x="6020279" y="73670"/>
                  </a:lnTo>
                  <a:lnTo>
                    <a:pt x="6020373" y="73670"/>
                  </a:lnTo>
                  <a:lnTo>
                    <a:pt x="6020467" y="73670"/>
                  </a:lnTo>
                  <a:lnTo>
                    <a:pt x="6020561" y="73670"/>
                  </a:lnTo>
                  <a:lnTo>
                    <a:pt x="6020655" y="73670"/>
                  </a:lnTo>
                  <a:lnTo>
                    <a:pt x="6020750" y="73670"/>
                  </a:lnTo>
                  <a:lnTo>
                    <a:pt x="6020844" y="73670"/>
                  </a:lnTo>
                  <a:lnTo>
                    <a:pt x="6020938" y="73670"/>
                  </a:lnTo>
                  <a:lnTo>
                    <a:pt x="6021032" y="73670"/>
                  </a:lnTo>
                  <a:lnTo>
                    <a:pt x="6021126" y="73670"/>
                  </a:lnTo>
                  <a:lnTo>
                    <a:pt x="6021220" y="73670"/>
                  </a:lnTo>
                  <a:lnTo>
                    <a:pt x="6021314" y="73670"/>
                  </a:lnTo>
                  <a:lnTo>
                    <a:pt x="6021409" y="73670"/>
                  </a:lnTo>
                  <a:lnTo>
                    <a:pt x="6021503" y="73670"/>
                  </a:lnTo>
                  <a:lnTo>
                    <a:pt x="6021597" y="73670"/>
                  </a:lnTo>
                  <a:lnTo>
                    <a:pt x="6021691" y="73670"/>
                  </a:lnTo>
                  <a:lnTo>
                    <a:pt x="6021785" y="73670"/>
                  </a:lnTo>
                  <a:lnTo>
                    <a:pt x="6021879" y="73670"/>
                  </a:lnTo>
                  <a:lnTo>
                    <a:pt x="6021974" y="73670"/>
                  </a:lnTo>
                  <a:lnTo>
                    <a:pt x="6022068" y="73670"/>
                  </a:lnTo>
                  <a:lnTo>
                    <a:pt x="6022162" y="73670"/>
                  </a:lnTo>
                  <a:lnTo>
                    <a:pt x="6022256" y="73670"/>
                  </a:lnTo>
                  <a:lnTo>
                    <a:pt x="6022350" y="73670"/>
                  </a:lnTo>
                  <a:lnTo>
                    <a:pt x="6022444" y="73670"/>
                  </a:lnTo>
                  <a:lnTo>
                    <a:pt x="6022538" y="73670"/>
                  </a:lnTo>
                  <a:lnTo>
                    <a:pt x="6022633" y="73670"/>
                  </a:lnTo>
                  <a:lnTo>
                    <a:pt x="6022727" y="73670"/>
                  </a:lnTo>
                  <a:lnTo>
                    <a:pt x="6022821" y="73670"/>
                  </a:lnTo>
                  <a:lnTo>
                    <a:pt x="6022915" y="73670"/>
                  </a:lnTo>
                  <a:lnTo>
                    <a:pt x="6023009" y="73670"/>
                  </a:lnTo>
                  <a:lnTo>
                    <a:pt x="6023103" y="73670"/>
                  </a:lnTo>
                  <a:lnTo>
                    <a:pt x="6023197" y="73670"/>
                  </a:lnTo>
                  <a:lnTo>
                    <a:pt x="6023292" y="73670"/>
                  </a:lnTo>
                  <a:lnTo>
                    <a:pt x="6023386" y="73670"/>
                  </a:lnTo>
                  <a:lnTo>
                    <a:pt x="6023480" y="73670"/>
                  </a:lnTo>
                  <a:lnTo>
                    <a:pt x="6023574" y="73670"/>
                  </a:lnTo>
                  <a:lnTo>
                    <a:pt x="6023668" y="73670"/>
                  </a:lnTo>
                  <a:lnTo>
                    <a:pt x="6023762" y="73670"/>
                  </a:lnTo>
                  <a:lnTo>
                    <a:pt x="6023857" y="73670"/>
                  </a:lnTo>
                  <a:lnTo>
                    <a:pt x="6023951" y="73670"/>
                  </a:lnTo>
                  <a:lnTo>
                    <a:pt x="6024045" y="73670"/>
                  </a:lnTo>
                  <a:lnTo>
                    <a:pt x="6024139" y="73670"/>
                  </a:lnTo>
                  <a:lnTo>
                    <a:pt x="6024233" y="73670"/>
                  </a:lnTo>
                  <a:lnTo>
                    <a:pt x="6024327" y="73670"/>
                  </a:lnTo>
                  <a:lnTo>
                    <a:pt x="6024421" y="73670"/>
                  </a:lnTo>
                  <a:lnTo>
                    <a:pt x="6024516" y="73670"/>
                  </a:lnTo>
                  <a:lnTo>
                    <a:pt x="6024610" y="73670"/>
                  </a:lnTo>
                  <a:lnTo>
                    <a:pt x="6024704" y="73670"/>
                  </a:lnTo>
                  <a:lnTo>
                    <a:pt x="6024798" y="73670"/>
                  </a:lnTo>
                  <a:lnTo>
                    <a:pt x="6024892" y="73670"/>
                  </a:lnTo>
                  <a:lnTo>
                    <a:pt x="6024986" y="73670"/>
                  </a:lnTo>
                  <a:lnTo>
                    <a:pt x="6025081" y="73670"/>
                  </a:lnTo>
                  <a:lnTo>
                    <a:pt x="6025175" y="73670"/>
                  </a:lnTo>
                  <a:lnTo>
                    <a:pt x="6025269" y="73670"/>
                  </a:lnTo>
                  <a:lnTo>
                    <a:pt x="6025363" y="73670"/>
                  </a:lnTo>
                  <a:lnTo>
                    <a:pt x="6025457" y="73670"/>
                  </a:lnTo>
                  <a:lnTo>
                    <a:pt x="6025551" y="73670"/>
                  </a:lnTo>
                  <a:lnTo>
                    <a:pt x="6025645" y="73670"/>
                  </a:lnTo>
                  <a:lnTo>
                    <a:pt x="6025740" y="73670"/>
                  </a:lnTo>
                  <a:lnTo>
                    <a:pt x="6025834" y="73670"/>
                  </a:lnTo>
                  <a:lnTo>
                    <a:pt x="6025928" y="73670"/>
                  </a:lnTo>
                  <a:lnTo>
                    <a:pt x="6026022" y="73670"/>
                  </a:lnTo>
                  <a:lnTo>
                    <a:pt x="6026116" y="73670"/>
                  </a:lnTo>
                  <a:lnTo>
                    <a:pt x="6026210" y="73670"/>
                  </a:lnTo>
                  <a:lnTo>
                    <a:pt x="6026305" y="73670"/>
                  </a:lnTo>
                  <a:lnTo>
                    <a:pt x="6026399" y="73670"/>
                  </a:lnTo>
                  <a:lnTo>
                    <a:pt x="6026493" y="73670"/>
                  </a:lnTo>
                  <a:lnTo>
                    <a:pt x="6026587" y="73670"/>
                  </a:lnTo>
                  <a:lnTo>
                    <a:pt x="6026681" y="73670"/>
                  </a:lnTo>
                  <a:lnTo>
                    <a:pt x="6026775" y="73670"/>
                  </a:lnTo>
                  <a:lnTo>
                    <a:pt x="6026869" y="73670"/>
                  </a:lnTo>
                  <a:lnTo>
                    <a:pt x="6026964" y="73670"/>
                  </a:lnTo>
                  <a:lnTo>
                    <a:pt x="6027058" y="73670"/>
                  </a:lnTo>
                  <a:lnTo>
                    <a:pt x="6027152" y="73670"/>
                  </a:lnTo>
                  <a:lnTo>
                    <a:pt x="6027246" y="73670"/>
                  </a:lnTo>
                  <a:lnTo>
                    <a:pt x="6027340" y="73670"/>
                  </a:lnTo>
                  <a:lnTo>
                    <a:pt x="6027434" y="73670"/>
                  </a:lnTo>
                  <a:lnTo>
                    <a:pt x="6027528" y="73670"/>
                  </a:lnTo>
                  <a:lnTo>
                    <a:pt x="6027623" y="73670"/>
                  </a:lnTo>
                  <a:lnTo>
                    <a:pt x="6027717" y="73670"/>
                  </a:lnTo>
                  <a:lnTo>
                    <a:pt x="6027811" y="73670"/>
                  </a:lnTo>
                  <a:lnTo>
                    <a:pt x="6027905" y="73670"/>
                  </a:lnTo>
                  <a:lnTo>
                    <a:pt x="6027999" y="73670"/>
                  </a:lnTo>
                  <a:lnTo>
                    <a:pt x="6028093" y="73670"/>
                  </a:lnTo>
                  <a:lnTo>
                    <a:pt x="6028188" y="73670"/>
                  </a:lnTo>
                  <a:lnTo>
                    <a:pt x="6028282" y="73670"/>
                  </a:lnTo>
                  <a:lnTo>
                    <a:pt x="6028376" y="73670"/>
                  </a:lnTo>
                  <a:lnTo>
                    <a:pt x="6028470" y="73670"/>
                  </a:lnTo>
                  <a:lnTo>
                    <a:pt x="6028564" y="73670"/>
                  </a:lnTo>
                  <a:lnTo>
                    <a:pt x="6028658" y="73670"/>
                  </a:lnTo>
                  <a:lnTo>
                    <a:pt x="6028752" y="73670"/>
                  </a:lnTo>
                  <a:lnTo>
                    <a:pt x="6028847" y="73670"/>
                  </a:lnTo>
                  <a:lnTo>
                    <a:pt x="6028941" y="73670"/>
                  </a:lnTo>
                  <a:lnTo>
                    <a:pt x="6029035" y="73670"/>
                  </a:lnTo>
                  <a:lnTo>
                    <a:pt x="6029129" y="73670"/>
                  </a:lnTo>
                  <a:lnTo>
                    <a:pt x="6029223" y="73670"/>
                  </a:lnTo>
                  <a:lnTo>
                    <a:pt x="6029317" y="73670"/>
                  </a:lnTo>
                  <a:lnTo>
                    <a:pt x="6029412" y="73670"/>
                  </a:lnTo>
                  <a:lnTo>
                    <a:pt x="6029506" y="73670"/>
                  </a:lnTo>
                  <a:lnTo>
                    <a:pt x="6029600" y="73670"/>
                  </a:lnTo>
                  <a:lnTo>
                    <a:pt x="6029694" y="73670"/>
                  </a:lnTo>
                  <a:lnTo>
                    <a:pt x="6029788" y="73670"/>
                  </a:lnTo>
                  <a:lnTo>
                    <a:pt x="6029882" y="73670"/>
                  </a:lnTo>
                  <a:lnTo>
                    <a:pt x="6029976" y="73670"/>
                  </a:lnTo>
                  <a:lnTo>
                    <a:pt x="6030071" y="73670"/>
                  </a:lnTo>
                  <a:lnTo>
                    <a:pt x="6030165" y="73670"/>
                  </a:lnTo>
                  <a:lnTo>
                    <a:pt x="6030259" y="73670"/>
                  </a:lnTo>
                  <a:lnTo>
                    <a:pt x="6030353" y="73670"/>
                  </a:lnTo>
                  <a:lnTo>
                    <a:pt x="6030447" y="73670"/>
                  </a:lnTo>
                  <a:lnTo>
                    <a:pt x="6030541" y="73670"/>
                  </a:lnTo>
                  <a:lnTo>
                    <a:pt x="6030636" y="73670"/>
                  </a:lnTo>
                  <a:lnTo>
                    <a:pt x="6030730" y="73670"/>
                  </a:lnTo>
                  <a:lnTo>
                    <a:pt x="6030824" y="73670"/>
                  </a:lnTo>
                  <a:lnTo>
                    <a:pt x="6030918" y="73670"/>
                  </a:lnTo>
                  <a:lnTo>
                    <a:pt x="6031012" y="73670"/>
                  </a:lnTo>
                  <a:lnTo>
                    <a:pt x="6031106" y="73670"/>
                  </a:lnTo>
                  <a:lnTo>
                    <a:pt x="6031200" y="73670"/>
                  </a:lnTo>
                  <a:lnTo>
                    <a:pt x="6031295" y="73670"/>
                  </a:lnTo>
                  <a:lnTo>
                    <a:pt x="6031389" y="73670"/>
                  </a:lnTo>
                  <a:lnTo>
                    <a:pt x="6031483" y="73670"/>
                  </a:lnTo>
                  <a:lnTo>
                    <a:pt x="6031577" y="73670"/>
                  </a:lnTo>
                  <a:lnTo>
                    <a:pt x="6031671" y="73670"/>
                  </a:lnTo>
                  <a:lnTo>
                    <a:pt x="6031765" y="73670"/>
                  </a:lnTo>
                  <a:lnTo>
                    <a:pt x="6031859" y="73670"/>
                  </a:lnTo>
                  <a:lnTo>
                    <a:pt x="6031954" y="73670"/>
                  </a:lnTo>
                  <a:lnTo>
                    <a:pt x="6032048" y="73670"/>
                  </a:lnTo>
                  <a:lnTo>
                    <a:pt x="6032142" y="73670"/>
                  </a:lnTo>
                  <a:lnTo>
                    <a:pt x="6032236" y="73670"/>
                  </a:lnTo>
                  <a:lnTo>
                    <a:pt x="6032330" y="73670"/>
                  </a:lnTo>
                  <a:lnTo>
                    <a:pt x="6032424" y="73670"/>
                  </a:lnTo>
                  <a:lnTo>
                    <a:pt x="6032519" y="73670"/>
                  </a:lnTo>
                  <a:lnTo>
                    <a:pt x="6032613" y="73670"/>
                  </a:lnTo>
                  <a:lnTo>
                    <a:pt x="6032707" y="73670"/>
                  </a:lnTo>
                  <a:lnTo>
                    <a:pt x="6032801" y="73670"/>
                  </a:lnTo>
                  <a:lnTo>
                    <a:pt x="6032895" y="73670"/>
                  </a:lnTo>
                  <a:lnTo>
                    <a:pt x="6032989" y="73670"/>
                  </a:lnTo>
                  <a:lnTo>
                    <a:pt x="6033083" y="73670"/>
                  </a:lnTo>
                  <a:lnTo>
                    <a:pt x="6033178" y="73670"/>
                  </a:lnTo>
                  <a:lnTo>
                    <a:pt x="6033272" y="73670"/>
                  </a:lnTo>
                  <a:lnTo>
                    <a:pt x="6033366" y="73670"/>
                  </a:lnTo>
                  <a:lnTo>
                    <a:pt x="6033460" y="73670"/>
                  </a:lnTo>
                  <a:lnTo>
                    <a:pt x="6033554" y="73670"/>
                  </a:lnTo>
                  <a:lnTo>
                    <a:pt x="6033648" y="73670"/>
                  </a:lnTo>
                  <a:lnTo>
                    <a:pt x="6033743" y="73670"/>
                  </a:lnTo>
                  <a:lnTo>
                    <a:pt x="6033837" y="73670"/>
                  </a:lnTo>
                  <a:lnTo>
                    <a:pt x="6033931" y="73670"/>
                  </a:lnTo>
                  <a:lnTo>
                    <a:pt x="6034025" y="73670"/>
                  </a:lnTo>
                  <a:lnTo>
                    <a:pt x="6034119" y="73670"/>
                  </a:lnTo>
                  <a:lnTo>
                    <a:pt x="6034213" y="73670"/>
                  </a:lnTo>
                  <a:lnTo>
                    <a:pt x="6034307" y="73670"/>
                  </a:lnTo>
                  <a:lnTo>
                    <a:pt x="6034402" y="73670"/>
                  </a:lnTo>
                  <a:lnTo>
                    <a:pt x="6034496" y="73670"/>
                  </a:lnTo>
                  <a:lnTo>
                    <a:pt x="6034590" y="73670"/>
                  </a:lnTo>
                  <a:lnTo>
                    <a:pt x="6034684" y="73670"/>
                  </a:lnTo>
                  <a:lnTo>
                    <a:pt x="6034778" y="73670"/>
                  </a:lnTo>
                  <a:lnTo>
                    <a:pt x="6034872" y="73670"/>
                  </a:lnTo>
                  <a:lnTo>
                    <a:pt x="6034967" y="73670"/>
                  </a:lnTo>
                  <a:lnTo>
                    <a:pt x="6035061" y="73670"/>
                  </a:lnTo>
                  <a:lnTo>
                    <a:pt x="6035155" y="73670"/>
                  </a:lnTo>
                  <a:lnTo>
                    <a:pt x="6035249" y="73670"/>
                  </a:lnTo>
                  <a:lnTo>
                    <a:pt x="6035343" y="73670"/>
                  </a:lnTo>
                  <a:lnTo>
                    <a:pt x="6035437" y="73670"/>
                  </a:lnTo>
                  <a:lnTo>
                    <a:pt x="6035531" y="73670"/>
                  </a:lnTo>
                  <a:lnTo>
                    <a:pt x="6035626" y="73670"/>
                  </a:lnTo>
                  <a:lnTo>
                    <a:pt x="6035720" y="73670"/>
                  </a:lnTo>
                  <a:lnTo>
                    <a:pt x="6035814" y="73670"/>
                  </a:lnTo>
                  <a:lnTo>
                    <a:pt x="6035908" y="73670"/>
                  </a:lnTo>
                  <a:lnTo>
                    <a:pt x="6036002" y="73670"/>
                  </a:lnTo>
                  <a:lnTo>
                    <a:pt x="6036096" y="73670"/>
                  </a:lnTo>
                  <a:lnTo>
                    <a:pt x="6036190" y="73670"/>
                  </a:lnTo>
                  <a:lnTo>
                    <a:pt x="6036285" y="73670"/>
                  </a:lnTo>
                  <a:lnTo>
                    <a:pt x="6036379" y="73670"/>
                  </a:lnTo>
                  <a:lnTo>
                    <a:pt x="6036473" y="73670"/>
                  </a:lnTo>
                  <a:lnTo>
                    <a:pt x="6036567" y="73670"/>
                  </a:lnTo>
                  <a:lnTo>
                    <a:pt x="6036661" y="73670"/>
                  </a:lnTo>
                  <a:lnTo>
                    <a:pt x="6036755" y="73670"/>
                  </a:lnTo>
                  <a:lnTo>
                    <a:pt x="6036850" y="73670"/>
                  </a:lnTo>
                  <a:lnTo>
                    <a:pt x="6036944" y="73670"/>
                  </a:lnTo>
                  <a:lnTo>
                    <a:pt x="6037038" y="73670"/>
                  </a:lnTo>
                  <a:lnTo>
                    <a:pt x="6037132" y="73670"/>
                  </a:lnTo>
                  <a:lnTo>
                    <a:pt x="6037226" y="73670"/>
                  </a:lnTo>
                  <a:lnTo>
                    <a:pt x="6037320" y="73670"/>
                  </a:lnTo>
                  <a:lnTo>
                    <a:pt x="6037414" y="73670"/>
                  </a:lnTo>
                  <a:lnTo>
                    <a:pt x="6037509" y="73670"/>
                  </a:lnTo>
                  <a:lnTo>
                    <a:pt x="6037603" y="73670"/>
                  </a:lnTo>
                  <a:lnTo>
                    <a:pt x="6037697" y="73670"/>
                  </a:lnTo>
                  <a:lnTo>
                    <a:pt x="6037791" y="73670"/>
                  </a:lnTo>
                  <a:lnTo>
                    <a:pt x="6037885" y="73670"/>
                  </a:lnTo>
                  <a:lnTo>
                    <a:pt x="6037979" y="73670"/>
                  </a:lnTo>
                  <a:lnTo>
                    <a:pt x="6038074" y="73670"/>
                  </a:lnTo>
                  <a:lnTo>
                    <a:pt x="6038168" y="73670"/>
                  </a:lnTo>
                  <a:lnTo>
                    <a:pt x="6038262" y="73670"/>
                  </a:lnTo>
                  <a:lnTo>
                    <a:pt x="6038356" y="73670"/>
                  </a:lnTo>
                  <a:lnTo>
                    <a:pt x="6038450" y="73670"/>
                  </a:lnTo>
                  <a:lnTo>
                    <a:pt x="6038544" y="73670"/>
                  </a:lnTo>
                  <a:lnTo>
                    <a:pt x="6038638" y="73670"/>
                  </a:lnTo>
                  <a:lnTo>
                    <a:pt x="6038733" y="73670"/>
                  </a:lnTo>
                  <a:lnTo>
                    <a:pt x="6038827" y="73670"/>
                  </a:lnTo>
                  <a:lnTo>
                    <a:pt x="6038921" y="73670"/>
                  </a:lnTo>
                  <a:lnTo>
                    <a:pt x="6039015" y="73670"/>
                  </a:lnTo>
                  <a:lnTo>
                    <a:pt x="6039109" y="73670"/>
                  </a:lnTo>
                  <a:lnTo>
                    <a:pt x="6039203" y="73670"/>
                  </a:lnTo>
                  <a:lnTo>
                    <a:pt x="6039298" y="73670"/>
                  </a:lnTo>
                  <a:lnTo>
                    <a:pt x="6039392" y="73670"/>
                  </a:lnTo>
                  <a:lnTo>
                    <a:pt x="6039486" y="73670"/>
                  </a:lnTo>
                  <a:lnTo>
                    <a:pt x="6039580" y="73670"/>
                  </a:lnTo>
                  <a:lnTo>
                    <a:pt x="6039674" y="73670"/>
                  </a:lnTo>
                  <a:lnTo>
                    <a:pt x="6039768" y="73670"/>
                  </a:lnTo>
                  <a:lnTo>
                    <a:pt x="6039862" y="73670"/>
                  </a:lnTo>
                  <a:lnTo>
                    <a:pt x="6039957" y="73670"/>
                  </a:lnTo>
                  <a:lnTo>
                    <a:pt x="6040051" y="73670"/>
                  </a:lnTo>
                  <a:lnTo>
                    <a:pt x="6040145" y="73670"/>
                  </a:lnTo>
                  <a:lnTo>
                    <a:pt x="6040239" y="73670"/>
                  </a:lnTo>
                  <a:lnTo>
                    <a:pt x="6040333" y="73670"/>
                  </a:lnTo>
                  <a:lnTo>
                    <a:pt x="6040427" y="73670"/>
                  </a:lnTo>
                  <a:lnTo>
                    <a:pt x="6040521" y="73670"/>
                  </a:lnTo>
                  <a:lnTo>
                    <a:pt x="6040616" y="73670"/>
                  </a:lnTo>
                  <a:lnTo>
                    <a:pt x="6040710" y="73670"/>
                  </a:lnTo>
                  <a:lnTo>
                    <a:pt x="6040804" y="73670"/>
                  </a:lnTo>
                  <a:lnTo>
                    <a:pt x="6040898" y="73670"/>
                  </a:lnTo>
                  <a:lnTo>
                    <a:pt x="6040992" y="73670"/>
                  </a:lnTo>
                  <a:lnTo>
                    <a:pt x="6041086" y="73670"/>
                  </a:lnTo>
                  <a:lnTo>
                    <a:pt x="6041181" y="73670"/>
                  </a:lnTo>
                  <a:lnTo>
                    <a:pt x="6041275" y="73670"/>
                  </a:lnTo>
                  <a:lnTo>
                    <a:pt x="6041369" y="73670"/>
                  </a:lnTo>
                  <a:lnTo>
                    <a:pt x="6041463" y="73670"/>
                  </a:lnTo>
                  <a:lnTo>
                    <a:pt x="6041557" y="73670"/>
                  </a:lnTo>
                  <a:lnTo>
                    <a:pt x="6041651" y="73670"/>
                  </a:lnTo>
                  <a:lnTo>
                    <a:pt x="6041745" y="73670"/>
                  </a:lnTo>
                  <a:lnTo>
                    <a:pt x="6041840" y="73670"/>
                  </a:lnTo>
                  <a:lnTo>
                    <a:pt x="6041934" y="73670"/>
                  </a:lnTo>
                  <a:lnTo>
                    <a:pt x="6042028" y="73670"/>
                  </a:lnTo>
                  <a:lnTo>
                    <a:pt x="6042122" y="73670"/>
                  </a:lnTo>
                  <a:lnTo>
                    <a:pt x="6042216" y="73670"/>
                  </a:lnTo>
                  <a:lnTo>
                    <a:pt x="6042310" y="73670"/>
                  </a:lnTo>
                  <a:lnTo>
                    <a:pt x="6042405" y="73670"/>
                  </a:lnTo>
                  <a:lnTo>
                    <a:pt x="6042499" y="73670"/>
                  </a:lnTo>
                  <a:lnTo>
                    <a:pt x="6042593" y="73670"/>
                  </a:lnTo>
                  <a:lnTo>
                    <a:pt x="6042687" y="73670"/>
                  </a:lnTo>
                  <a:lnTo>
                    <a:pt x="6042781" y="73670"/>
                  </a:lnTo>
                  <a:lnTo>
                    <a:pt x="6042875" y="73670"/>
                  </a:lnTo>
                  <a:lnTo>
                    <a:pt x="6042969" y="73670"/>
                  </a:lnTo>
                  <a:lnTo>
                    <a:pt x="6043064" y="73670"/>
                  </a:lnTo>
                  <a:lnTo>
                    <a:pt x="6043158" y="73670"/>
                  </a:lnTo>
                  <a:lnTo>
                    <a:pt x="6043252" y="73670"/>
                  </a:lnTo>
                  <a:lnTo>
                    <a:pt x="6043346" y="73670"/>
                  </a:lnTo>
                  <a:lnTo>
                    <a:pt x="6043440" y="73670"/>
                  </a:lnTo>
                  <a:lnTo>
                    <a:pt x="6043534" y="73670"/>
                  </a:lnTo>
                  <a:lnTo>
                    <a:pt x="6043629" y="73670"/>
                  </a:lnTo>
                  <a:lnTo>
                    <a:pt x="6043723" y="73670"/>
                  </a:lnTo>
                  <a:lnTo>
                    <a:pt x="6043817" y="73670"/>
                  </a:lnTo>
                  <a:lnTo>
                    <a:pt x="6043911" y="73670"/>
                  </a:lnTo>
                  <a:lnTo>
                    <a:pt x="6044005" y="73670"/>
                  </a:lnTo>
                  <a:lnTo>
                    <a:pt x="6044099" y="73670"/>
                  </a:lnTo>
                  <a:lnTo>
                    <a:pt x="6044193" y="73670"/>
                  </a:lnTo>
                  <a:lnTo>
                    <a:pt x="6044288" y="73670"/>
                  </a:lnTo>
                  <a:lnTo>
                    <a:pt x="6044382" y="73670"/>
                  </a:lnTo>
                  <a:lnTo>
                    <a:pt x="6044476" y="73670"/>
                  </a:lnTo>
                  <a:lnTo>
                    <a:pt x="6044570" y="73670"/>
                  </a:lnTo>
                  <a:lnTo>
                    <a:pt x="6044664" y="73670"/>
                  </a:lnTo>
                  <a:lnTo>
                    <a:pt x="6044758" y="73670"/>
                  </a:lnTo>
                  <a:lnTo>
                    <a:pt x="6044852" y="73670"/>
                  </a:lnTo>
                  <a:lnTo>
                    <a:pt x="6044947" y="73670"/>
                  </a:lnTo>
                  <a:lnTo>
                    <a:pt x="6045041" y="73670"/>
                  </a:lnTo>
                  <a:lnTo>
                    <a:pt x="6045135" y="73670"/>
                  </a:lnTo>
                  <a:lnTo>
                    <a:pt x="6045229" y="73670"/>
                  </a:lnTo>
                  <a:lnTo>
                    <a:pt x="6045323" y="73670"/>
                  </a:lnTo>
                  <a:lnTo>
                    <a:pt x="6045417" y="73670"/>
                  </a:lnTo>
                  <a:lnTo>
                    <a:pt x="6045512" y="73670"/>
                  </a:lnTo>
                  <a:lnTo>
                    <a:pt x="6045606" y="73670"/>
                  </a:lnTo>
                  <a:lnTo>
                    <a:pt x="6045700" y="73670"/>
                  </a:lnTo>
                  <a:lnTo>
                    <a:pt x="6045794" y="73670"/>
                  </a:lnTo>
                  <a:lnTo>
                    <a:pt x="6045888" y="73670"/>
                  </a:lnTo>
                  <a:lnTo>
                    <a:pt x="6045982" y="73670"/>
                  </a:lnTo>
                  <a:lnTo>
                    <a:pt x="6046076" y="73670"/>
                  </a:lnTo>
                  <a:lnTo>
                    <a:pt x="6046171" y="73670"/>
                  </a:lnTo>
                  <a:lnTo>
                    <a:pt x="6046265" y="73670"/>
                  </a:lnTo>
                  <a:lnTo>
                    <a:pt x="6046359" y="73670"/>
                  </a:lnTo>
                  <a:lnTo>
                    <a:pt x="6046453" y="73670"/>
                  </a:lnTo>
                  <a:lnTo>
                    <a:pt x="6046547" y="73670"/>
                  </a:lnTo>
                  <a:lnTo>
                    <a:pt x="6046641" y="73670"/>
                  </a:lnTo>
                  <a:lnTo>
                    <a:pt x="6046736" y="73670"/>
                  </a:lnTo>
                  <a:lnTo>
                    <a:pt x="6046830" y="73670"/>
                  </a:lnTo>
                  <a:lnTo>
                    <a:pt x="6046924" y="73670"/>
                  </a:lnTo>
                  <a:lnTo>
                    <a:pt x="6047018" y="73670"/>
                  </a:lnTo>
                  <a:lnTo>
                    <a:pt x="6047112" y="73670"/>
                  </a:lnTo>
                  <a:lnTo>
                    <a:pt x="6047206" y="73670"/>
                  </a:lnTo>
                  <a:lnTo>
                    <a:pt x="6047300" y="73670"/>
                  </a:lnTo>
                  <a:lnTo>
                    <a:pt x="6047395" y="73670"/>
                  </a:lnTo>
                  <a:lnTo>
                    <a:pt x="6047489" y="73670"/>
                  </a:lnTo>
                  <a:lnTo>
                    <a:pt x="6047583" y="73670"/>
                  </a:lnTo>
                  <a:lnTo>
                    <a:pt x="6047677" y="73670"/>
                  </a:lnTo>
                  <a:lnTo>
                    <a:pt x="6047771" y="73670"/>
                  </a:lnTo>
                  <a:lnTo>
                    <a:pt x="6047865" y="73670"/>
                  </a:lnTo>
                  <a:lnTo>
                    <a:pt x="6047960" y="73670"/>
                  </a:lnTo>
                  <a:lnTo>
                    <a:pt x="6048054" y="73670"/>
                  </a:lnTo>
                  <a:lnTo>
                    <a:pt x="6048148" y="73670"/>
                  </a:lnTo>
                  <a:lnTo>
                    <a:pt x="6048242" y="73670"/>
                  </a:lnTo>
                  <a:lnTo>
                    <a:pt x="6048336" y="73670"/>
                  </a:lnTo>
                  <a:lnTo>
                    <a:pt x="6048430" y="73670"/>
                  </a:lnTo>
                  <a:lnTo>
                    <a:pt x="6048524" y="73670"/>
                  </a:lnTo>
                  <a:lnTo>
                    <a:pt x="6048619" y="73670"/>
                  </a:lnTo>
                  <a:lnTo>
                    <a:pt x="6048713" y="73670"/>
                  </a:lnTo>
                  <a:lnTo>
                    <a:pt x="6048807" y="73670"/>
                  </a:lnTo>
                  <a:lnTo>
                    <a:pt x="6048901" y="73670"/>
                  </a:lnTo>
                  <a:lnTo>
                    <a:pt x="6048995" y="73670"/>
                  </a:lnTo>
                  <a:lnTo>
                    <a:pt x="6049089" y="73670"/>
                  </a:lnTo>
                  <a:lnTo>
                    <a:pt x="6049183" y="73670"/>
                  </a:lnTo>
                  <a:lnTo>
                    <a:pt x="6049278" y="73670"/>
                  </a:lnTo>
                  <a:lnTo>
                    <a:pt x="6049372" y="73670"/>
                  </a:lnTo>
                  <a:lnTo>
                    <a:pt x="6049466" y="73670"/>
                  </a:lnTo>
                  <a:lnTo>
                    <a:pt x="6049560" y="73670"/>
                  </a:lnTo>
                  <a:lnTo>
                    <a:pt x="6049654" y="73670"/>
                  </a:lnTo>
                  <a:lnTo>
                    <a:pt x="6049748" y="73670"/>
                  </a:lnTo>
                  <a:lnTo>
                    <a:pt x="6049843" y="73670"/>
                  </a:lnTo>
                  <a:lnTo>
                    <a:pt x="6049937" y="73670"/>
                  </a:lnTo>
                  <a:lnTo>
                    <a:pt x="6050031" y="73670"/>
                  </a:lnTo>
                  <a:lnTo>
                    <a:pt x="6050125" y="73670"/>
                  </a:lnTo>
                  <a:lnTo>
                    <a:pt x="6050219" y="73670"/>
                  </a:lnTo>
                  <a:lnTo>
                    <a:pt x="6050313" y="73670"/>
                  </a:lnTo>
                  <a:lnTo>
                    <a:pt x="6050407" y="73670"/>
                  </a:lnTo>
                  <a:lnTo>
                    <a:pt x="6050502" y="73670"/>
                  </a:lnTo>
                  <a:lnTo>
                    <a:pt x="6050596" y="73670"/>
                  </a:lnTo>
                  <a:lnTo>
                    <a:pt x="6050690" y="73670"/>
                  </a:lnTo>
                  <a:lnTo>
                    <a:pt x="6050784" y="73670"/>
                  </a:lnTo>
                  <a:lnTo>
                    <a:pt x="6050878" y="73670"/>
                  </a:lnTo>
                  <a:lnTo>
                    <a:pt x="6050972" y="73670"/>
                  </a:lnTo>
                  <a:lnTo>
                    <a:pt x="6051067" y="73670"/>
                  </a:lnTo>
                  <a:lnTo>
                    <a:pt x="6051161" y="73670"/>
                  </a:lnTo>
                  <a:lnTo>
                    <a:pt x="6051255" y="73670"/>
                  </a:lnTo>
                  <a:lnTo>
                    <a:pt x="6051349" y="73670"/>
                  </a:lnTo>
                  <a:lnTo>
                    <a:pt x="6051443" y="73670"/>
                  </a:lnTo>
                  <a:lnTo>
                    <a:pt x="6051537" y="73670"/>
                  </a:lnTo>
                  <a:lnTo>
                    <a:pt x="6051631" y="73670"/>
                  </a:lnTo>
                  <a:lnTo>
                    <a:pt x="6051726" y="73670"/>
                  </a:lnTo>
                  <a:lnTo>
                    <a:pt x="6051820" y="73670"/>
                  </a:lnTo>
                  <a:lnTo>
                    <a:pt x="6051914" y="73670"/>
                  </a:lnTo>
                  <a:lnTo>
                    <a:pt x="6052008" y="73670"/>
                  </a:lnTo>
                  <a:lnTo>
                    <a:pt x="6052102" y="73670"/>
                  </a:lnTo>
                  <a:lnTo>
                    <a:pt x="6052196" y="73670"/>
                  </a:lnTo>
                  <a:lnTo>
                    <a:pt x="6052291" y="73670"/>
                  </a:lnTo>
                  <a:lnTo>
                    <a:pt x="6052385" y="73670"/>
                  </a:lnTo>
                  <a:lnTo>
                    <a:pt x="6052479" y="73670"/>
                  </a:lnTo>
                  <a:lnTo>
                    <a:pt x="6052573" y="73670"/>
                  </a:lnTo>
                  <a:lnTo>
                    <a:pt x="6052667" y="73670"/>
                  </a:lnTo>
                  <a:lnTo>
                    <a:pt x="6052761" y="73670"/>
                  </a:lnTo>
                  <a:lnTo>
                    <a:pt x="6052855" y="73670"/>
                  </a:lnTo>
                  <a:lnTo>
                    <a:pt x="6052950" y="73670"/>
                  </a:lnTo>
                  <a:lnTo>
                    <a:pt x="6053044" y="73670"/>
                  </a:lnTo>
                  <a:lnTo>
                    <a:pt x="6053138" y="73670"/>
                  </a:lnTo>
                  <a:lnTo>
                    <a:pt x="6053232" y="73670"/>
                  </a:lnTo>
                  <a:lnTo>
                    <a:pt x="6053326" y="73670"/>
                  </a:lnTo>
                  <a:lnTo>
                    <a:pt x="6053420" y="73670"/>
                  </a:lnTo>
                  <a:lnTo>
                    <a:pt x="6053514" y="73670"/>
                  </a:lnTo>
                  <a:lnTo>
                    <a:pt x="6053609" y="73670"/>
                  </a:lnTo>
                  <a:lnTo>
                    <a:pt x="6053703" y="73670"/>
                  </a:lnTo>
                  <a:lnTo>
                    <a:pt x="6053797" y="73670"/>
                  </a:lnTo>
                  <a:lnTo>
                    <a:pt x="6053891" y="73670"/>
                  </a:lnTo>
                  <a:lnTo>
                    <a:pt x="6053985" y="73670"/>
                  </a:lnTo>
                  <a:lnTo>
                    <a:pt x="6054079" y="73670"/>
                  </a:lnTo>
                  <a:lnTo>
                    <a:pt x="6054174" y="73670"/>
                  </a:lnTo>
                  <a:lnTo>
                    <a:pt x="6054268" y="73670"/>
                  </a:lnTo>
                  <a:lnTo>
                    <a:pt x="6054362" y="73670"/>
                  </a:lnTo>
                  <a:lnTo>
                    <a:pt x="6054456" y="73670"/>
                  </a:lnTo>
                  <a:lnTo>
                    <a:pt x="6054550" y="73670"/>
                  </a:lnTo>
                  <a:lnTo>
                    <a:pt x="6054644" y="73670"/>
                  </a:lnTo>
                  <a:lnTo>
                    <a:pt x="6054738" y="73670"/>
                  </a:lnTo>
                  <a:lnTo>
                    <a:pt x="6054833" y="73670"/>
                  </a:lnTo>
                  <a:lnTo>
                    <a:pt x="6054927" y="73670"/>
                  </a:lnTo>
                  <a:lnTo>
                    <a:pt x="6055021" y="73670"/>
                  </a:lnTo>
                  <a:lnTo>
                    <a:pt x="6055115" y="73670"/>
                  </a:lnTo>
                  <a:lnTo>
                    <a:pt x="6055209" y="73670"/>
                  </a:lnTo>
                  <a:lnTo>
                    <a:pt x="6055303" y="73670"/>
                  </a:lnTo>
                  <a:lnTo>
                    <a:pt x="6055398" y="73670"/>
                  </a:lnTo>
                  <a:lnTo>
                    <a:pt x="6055492" y="73670"/>
                  </a:lnTo>
                  <a:lnTo>
                    <a:pt x="6055586" y="73670"/>
                  </a:lnTo>
                  <a:lnTo>
                    <a:pt x="6055680" y="73670"/>
                  </a:lnTo>
                  <a:lnTo>
                    <a:pt x="6055774" y="73670"/>
                  </a:lnTo>
                  <a:lnTo>
                    <a:pt x="6055868" y="73670"/>
                  </a:lnTo>
                  <a:lnTo>
                    <a:pt x="6055962" y="73670"/>
                  </a:lnTo>
                  <a:lnTo>
                    <a:pt x="6056057" y="73670"/>
                  </a:lnTo>
                  <a:lnTo>
                    <a:pt x="6056151" y="73670"/>
                  </a:lnTo>
                  <a:lnTo>
                    <a:pt x="6056245" y="73670"/>
                  </a:lnTo>
                  <a:lnTo>
                    <a:pt x="6056339" y="73670"/>
                  </a:lnTo>
                  <a:lnTo>
                    <a:pt x="6056433" y="73670"/>
                  </a:lnTo>
                  <a:lnTo>
                    <a:pt x="6056527" y="73670"/>
                  </a:lnTo>
                  <a:lnTo>
                    <a:pt x="6056622" y="73670"/>
                  </a:lnTo>
                  <a:lnTo>
                    <a:pt x="6056716" y="73670"/>
                  </a:lnTo>
                  <a:lnTo>
                    <a:pt x="6056810" y="73670"/>
                  </a:lnTo>
                  <a:lnTo>
                    <a:pt x="6056904" y="73670"/>
                  </a:lnTo>
                  <a:lnTo>
                    <a:pt x="6056998" y="73670"/>
                  </a:lnTo>
                  <a:lnTo>
                    <a:pt x="6057092" y="73670"/>
                  </a:lnTo>
                  <a:lnTo>
                    <a:pt x="6057186" y="73670"/>
                  </a:lnTo>
                  <a:lnTo>
                    <a:pt x="6057281" y="73670"/>
                  </a:lnTo>
                  <a:lnTo>
                    <a:pt x="6057375" y="73670"/>
                  </a:lnTo>
                  <a:lnTo>
                    <a:pt x="6057469" y="73670"/>
                  </a:lnTo>
                  <a:lnTo>
                    <a:pt x="6057563" y="73670"/>
                  </a:lnTo>
                  <a:lnTo>
                    <a:pt x="6057657" y="73670"/>
                  </a:lnTo>
                  <a:lnTo>
                    <a:pt x="6057751" y="73670"/>
                  </a:lnTo>
                  <a:lnTo>
                    <a:pt x="6057845" y="73670"/>
                  </a:lnTo>
                  <a:lnTo>
                    <a:pt x="6057940" y="73670"/>
                  </a:lnTo>
                  <a:lnTo>
                    <a:pt x="6058034" y="73670"/>
                  </a:lnTo>
                  <a:lnTo>
                    <a:pt x="6058128" y="73670"/>
                  </a:lnTo>
                  <a:lnTo>
                    <a:pt x="6058222" y="73670"/>
                  </a:lnTo>
                  <a:lnTo>
                    <a:pt x="6058316" y="73670"/>
                  </a:lnTo>
                  <a:lnTo>
                    <a:pt x="6058410" y="73670"/>
                  </a:lnTo>
                  <a:lnTo>
                    <a:pt x="6058505" y="73670"/>
                  </a:lnTo>
                  <a:lnTo>
                    <a:pt x="6058599" y="73670"/>
                  </a:lnTo>
                  <a:lnTo>
                    <a:pt x="6058693" y="73670"/>
                  </a:lnTo>
                  <a:lnTo>
                    <a:pt x="6058787" y="73670"/>
                  </a:lnTo>
                  <a:lnTo>
                    <a:pt x="6058881" y="73670"/>
                  </a:lnTo>
                  <a:lnTo>
                    <a:pt x="6058975" y="73670"/>
                  </a:lnTo>
                  <a:lnTo>
                    <a:pt x="6059069" y="73670"/>
                  </a:lnTo>
                  <a:lnTo>
                    <a:pt x="6059164" y="73670"/>
                  </a:lnTo>
                  <a:lnTo>
                    <a:pt x="6059258" y="73670"/>
                  </a:lnTo>
                  <a:lnTo>
                    <a:pt x="6059352" y="73670"/>
                  </a:lnTo>
                  <a:lnTo>
                    <a:pt x="6059446" y="73670"/>
                  </a:lnTo>
                  <a:lnTo>
                    <a:pt x="6059540" y="73670"/>
                  </a:lnTo>
                  <a:lnTo>
                    <a:pt x="6059634" y="73670"/>
                  </a:lnTo>
                  <a:lnTo>
                    <a:pt x="6059729" y="73670"/>
                  </a:lnTo>
                  <a:lnTo>
                    <a:pt x="6059823" y="73670"/>
                  </a:lnTo>
                  <a:lnTo>
                    <a:pt x="6059917" y="73670"/>
                  </a:lnTo>
                  <a:lnTo>
                    <a:pt x="6060011" y="73670"/>
                  </a:lnTo>
                  <a:lnTo>
                    <a:pt x="6060105" y="73670"/>
                  </a:lnTo>
                  <a:lnTo>
                    <a:pt x="6060199" y="73670"/>
                  </a:lnTo>
                  <a:lnTo>
                    <a:pt x="6060293" y="73670"/>
                  </a:lnTo>
                  <a:lnTo>
                    <a:pt x="6060388" y="73670"/>
                  </a:lnTo>
                  <a:lnTo>
                    <a:pt x="6060482" y="73670"/>
                  </a:lnTo>
                  <a:lnTo>
                    <a:pt x="6060576" y="73670"/>
                  </a:lnTo>
                  <a:lnTo>
                    <a:pt x="6060670" y="73670"/>
                  </a:lnTo>
                  <a:lnTo>
                    <a:pt x="6060764" y="73670"/>
                  </a:lnTo>
                  <a:lnTo>
                    <a:pt x="6060858" y="73670"/>
                  </a:lnTo>
                  <a:lnTo>
                    <a:pt x="6060953" y="73670"/>
                  </a:lnTo>
                  <a:lnTo>
                    <a:pt x="6061047" y="73670"/>
                  </a:lnTo>
                  <a:lnTo>
                    <a:pt x="6061141" y="73670"/>
                  </a:lnTo>
                  <a:lnTo>
                    <a:pt x="6061235" y="73670"/>
                  </a:lnTo>
                  <a:lnTo>
                    <a:pt x="6061329" y="73670"/>
                  </a:lnTo>
                  <a:lnTo>
                    <a:pt x="6061423" y="73670"/>
                  </a:lnTo>
                  <a:lnTo>
                    <a:pt x="6061517" y="73670"/>
                  </a:lnTo>
                  <a:lnTo>
                    <a:pt x="6061612" y="73670"/>
                  </a:lnTo>
                  <a:lnTo>
                    <a:pt x="6061706" y="73670"/>
                  </a:lnTo>
                  <a:lnTo>
                    <a:pt x="6061800" y="73670"/>
                  </a:lnTo>
                  <a:lnTo>
                    <a:pt x="6061894" y="73670"/>
                  </a:lnTo>
                  <a:lnTo>
                    <a:pt x="6061988" y="73670"/>
                  </a:lnTo>
                  <a:lnTo>
                    <a:pt x="6062082" y="73670"/>
                  </a:lnTo>
                  <a:lnTo>
                    <a:pt x="6062176" y="73670"/>
                  </a:lnTo>
                  <a:lnTo>
                    <a:pt x="6062271" y="73670"/>
                  </a:lnTo>
                  <a:lnTo>
                    <a:pt x="6062365" y="73670"/>
                  </a:lnTo>
                  <a:lnTo>
                    <a:pt x="6062459" y="73670"/>
                  </a:lnTo>
                  <a:lnTo>
                    <a:pt x="6062553" y="73670"/>
                  </a:lnTo>
                  <a:lnTo>
                    <a:pt x="6062647" y="73670"/>
                  </a:lnTo>
                  <a:lnTo>
                    <a:pt x="6062741" y="73670"/>
                  </a:lnTo>
                  <a:lnTo>
                    <a:pt x="6062836" y="73670"/>
                  </a:lnTo>
                  <a:lnTo>
                    <a:pt x="6062930" y="73670"/>
                  </a:lnTo>
                  <a:lnTo>
                    <a:pt x="6063024" y="73670"/>
                  </a:lnTo>
                  <a:lnTo>
                    <a:pt x="6063118" y="73670"/>
                  </a:lnTo>
                  <a:lnTo>
                    <a:pt x="6063212" y="73670"/>
                  </a:lnTo>
                  <a:lnTo>
                    <a:pt x="6063306" y="73670"/>
                  </a:lnTo>
                  <a:lnTo>
                    <a:pt x="6063400" y="73670"/>
                  </a:lnTo>
                  <a:lnTo>
                    <a:pt x="6063495" y="73670"/>
                  </a:lnTo>
                  <a:lnTo>
                    <a:pt x="6063589" y="73670"/>
                  </a:lnTo>
                  <a:lnTo>
                    <a:pt x="6063683" y="73670"/>
                  </a:lnTo>
                  <a:lnTo>
                    <a:pt x="6063777" y="73670"/>
                  </a:lnTo>
                  <a:lnTo>
                    <a:pt x="6063871" y="73670"/>
                  </a:lnTo>
                  <a:lnTo>
                    <a:pt x="6063965" y="73670"/>
                  </a:lnTo>
                  <a:lnTo>
                    <a:pt x="6064060" y="73670"/>
                  </a:lnTo>
                  <a:lnTo>
                    <a:pt x="6064154" y="73670"/>
                  </a:lnTo>
                  <a:lnTo>
                    <a:pt x="6064248" y="73670"/>
                  </a:lnTo>
                  <a:lnTo>
                    <a:pt x="6064342" y="73670"/>
                  </a:lnTo>
                  <a:lnTo>
                    <a:pt x="6064436" y="73670"/>
                  </a:lnTo>
                  <a:lnTo>
                    <a:pt x="6064530" y="73670"/>
                  </a:lnTo>
                  <a:lnTo>
                    <a:pt x="6064624" y="73670"/>
                  </a:lnTo>
                  <a:lnTo>
                    <a:pt x="6064719" y="73670"/>
                  </a:lnTo>
                  <a:lnTo>
                    <a:pt x="6064813" y="73670"/>
                  </a:lnTo>
                  <a:lnTo>
                    <a:pt x="6064907" y="73670"/>
                  </a:lnTo>
                  <a:lnTo>
                    <a:pt x="6065001" y="73670"/>
                  </a:lnTo>
                  <a:lnTo>
                    <a:pt x="6065095" y="73670"/>
                  </a:lnTo>
                  <a:lnTo>
                    <a:pt x="6065189" y="73670"/>
                  </a:lnTo>
                  <a:lnTo>
                    <a:pt x="6065284" y="73670"/>
                  </a:lnTo>
                  <a:lnTo>
                    <a:pt x="6065378" y="73670"/>
                  </a:lnTo>
                  <a:lnTo>
                    <a:pt x="6065472" y="73670"/>
                  </a:lnTo>
                  <a:lnTo>
                    <a:pt x="6065566" y="73670"/>
                  </a:lnTo>
                  <a:lnTo>
                    <a:pt x="6065660" y="73670"/>
                  </a:lnTo>
                  <a:lnTo>
                    <a:pt x="6065754" y="73670"/>
                  </a:lnTo>
                  <a:lnTo>
                    <a:pt x="6065848" y="73670"/>
                  </a:lnTo>
                  <a:lnTo>
                    <a:pt x="6065943" y="73670"/>
                  </a:lnTo>
                  <a:lnTo>
                    <a:pt x="6066037" y="73670"/>
                  </a:lnTo>
                  <a:lnTo>
                    <a:pt x="6066131" y="73670"/>
                  </a:lnTo>
                  <a:lnTo>
                    <a:pt x="6066225" y="73670"/>
                  </a:lnTo>
                  <a:lnTo>
                    <a:pt x="6066319" y="73670"/>
                  </a:lnTo>
                  <a:lnTo>
                    <a:pt x="6066413" y="73670"/>
                  </a:lnTo>
                  <a:lnTo>
                    <a:pt x="6066507" y="73670"/>
                  </a:lnTo>
                  <a:lnTo>
                    <a:pt x="6066602" y="73670"/>
                  </a:lnTo>
                  <a:lnTo>
                    <a:pt x="6066696" y="73670"/>
                  </a:lnTo>
                  <a:lnTo>
                    <a:pt x="6066790" y="73670"/>
                  </a:lnTo>
                  <a:lnTo>
                    <a:pt x="6066884" y="73670"/>
                  </a:lnTo>
                  <a:lnTo>
                    <a:pt x="6066978" y="73670"/>
                  </a:lnTo>
                  <a:lnTo>
                    <a:pt x="6067072" y="73670"/>
                  </a:lnTo>
                  <a:lnTo>
                    <a:pt x="6067167" y="73670"/>
                  </a:lnTo>
                  <a:lnTo>
                    <a:pt x="6067261" y="73670"/>
                  </a:lnTo>
                  <a:lnTo>
                    <a:pt x="6067355" y="73670"/>
                  </a:lnTo>
                  <a:lnTo>
                    <a:pt x="6067449" y="73670"/>
                  </a:lnTo>
                  <a:lnTo>
                    <a:pt x="6067543" y="73670"/>
                  </a:lnTo>
                  <a:lnTo>
                    <a:pt x="6067637" y="73670"/>
                  </a:lnTo>
                  <a:lnTo>
                    <a:pt x="6067731" y="73670"/>
                  </a:lnTo>
                  <a:lnTo>
                    <a:pt x="6067826" y="73670"/>
                  </a:lnTo>
                  <a:lnTo>
                    <a:pt x="6067920" y="73670"/>
                  </a:lnTo>
                  <a:lnTo>
                    <a:pt x="6068014" y="73670"/>
                  </a:lnTo>
                  <a:lnTo>
                    <a:pt x="6068108" y="73670"/>
                  </a:lnTo>
                  <a:lnTo>
                    <a:pt x="6068202" y="73670"/>
                  </a:lnTo>
                  <a:lnTo>
                    <a:pt x="6068296" y="73670"/>
                  </a:lnTo>
                  <a:lnTo>
                    <a:pt x="6068391" y="73670"/>
                  </a:lnTo>
                  <a:lnTo>
                    <a:pt x="6068485" y="73670"/>
                  </a:lnTo>
                  <a:lnTo>
                    <a:pt x="6068579" y="73670"/>
                  </a:lnTo>
                  <a:lnTo>
                    <a:pt x="6068673" y="73670"/>
                  </a:lnTo>
                  <a:lnTo>
                    <a:pt x="6068767" y="73670"/>
                  </a:lnTo>
                  <a:lnTo>
                    <a:pt x="6068861" y="73670"/>
                  </a:lnTo>
                  <a:lnTo>
                    <a:pt x="6068955" y="73670"/>
                  </a:lnTo>
                  <a:lnTo>
                    <a:pt x="6069050" y="73670"/>
                  </a:lnTo>
                  <a:lnTo>
                    <a:pt x="6069144" y="73670"/>
                  </a:lnTo>
                  <a:lnTo>
                    <a:pt x="6069238" y="73670"/>
                  </a:lnTo>
                  <a:lnTo>
                    <a:pt x="6069332" y="73670"/>
                  </a:lnTo>
                  <a:lnTo>
                    <a:pt x="6069426" y="73670"/>
                  </a:lnTo>
                  <a:lnTo>
                    <a:pt x="6069520" y="73670"/>
                  </a:lnTo>
                  <a:lnTo>
                    <a:pt x="6069615" y="73670"/>
                  </a:lnTo>
                  <a:lnTo>
                    <a:pt x="6069709" y="73670"/>
                  </a:lnTo>
                  <a:lnTo>
                    <a:pt x="6069803" y="73670"/>
                  </a:lnTo>
                  <a:lnTo>
                    <a:pt x="6069897" y="73670"/>
                  </a:lnTo>
                  <a:lnTo>
                    <a:pt x="6069991" y="73670"/>
                  </a:lnTo>
                  <a:lnTo>
                    <a:pt x="6070085" y="73670"/>
                  </a:lnTo>
                  <a:lnTo>
                    <a:pt x="6070179" y="73670"/>
                  </a:lnTo>
                  <a:lnTo>
                    <a:pt x="6070274" y="73670"/>
                  </a:lnTo>
                  <a:lnTo>
                    <a:pt x="6070368" y="73670"/>
                  </a:lnTo>
                  <a:lnTo>
                    <a:pt x="6070462" y="73670"/>
                  </a:lnTo>
                  <a:lnTo>
                    <a:pt x="6070556" y="73670"/>
                  </a:lnTo>
                  <a:lnTo>
                    <a:pt x="6070650" y="73670"/>
                  </a:lnTo>
                  <a:lnTo>
                    <a:pt x="6070744" y="73670"/>
                  </a:lnTo>
                  <a:lnTo>
                    <a:pt x="6070838" y="73670"/>
                  </a:lnTo>
                  <a:lnTo>
                    <a:pt x="6070933" y="73670"/>
                  </a:lnTo>
                  <a:lnTo>
                    <a:pt x="6071027" y="73670"/>
                  </a:lnTo>
                  <a:lnTo>
                    <a:pt x="6071121" y="73670"/>
                  </a:lnTo>
                  <a:lnTo>
                    <a:pt x="6071215" y="73670"/>
                  </a:lnTo>
                  <a:lnTo>
                    <a:pt x="6071309" y="73670"/>
                  </a:lnTo>
                  <a:lnTo>
                    <a:pt x="6071403" y="73670"/>
                  </a:lnTo>
                  <a:lnTo>
                    <a:pt x="6071498" y="73670"/>
                  </a:lnTo>
                  <a:lnTo>
                    <a:pt x="6071592" y="73670"/>
                  </a:lnTo>
                  <a:lnTo>
                    <a:pt x="6071686" y="73670"/>
                  </a:lnTo>
                  <a:lnTo>
                    <a:pt x="6071780" y="73670"/>
                  </a:lnTo>
                  <a:lnTo>
                    <a:pt x="6071874" y="73670"/>
                  </a:lnTo>
                  <a:lnTo>
                    <a:pt x="6071968" y="73670"/>
                  </a:lnTo>
                  <a:lnTo>
                    <a:pt x="6072062" y="73670"/>
                  </a:lnTo>
                  <a:lnTo>
                    <a:pt x="6072157" y="73670"/>
                  </a:lnTo>
                  <a:lnTo>
                    <a:pt x="6072251" y="73670"/>
                  </a:lnTo>
                  <a:lnTo>
                    <a:pt x="6072345" y="73670"/>
                  </a:lnTo>
                  <a:lnTo>
                    <a:pt x="6072439" y="73670"/>
                  </a:lnTo>
                  <a:lnTo>
                    <a:pt x="6072533" y="73670"/>
                  </a:lnTo>
                  <a:lnTo>
                    <a:pt x="6072627" y="73670"/>
                  </a:lnTo>
                  <a:lnTo>
                    <a:pt x="6072722" y="73670"/>
                  </a:lnTo>
                  <a:lnTo>
                    <a:pt x="6072816" y="73670"/>
                  </a:lnTo>
                  <a:lnTo>
                    <a:pt x="6072910" y="73670"/>
                  </a:lnTo>
                  <a:lnTo>
                    <a:pt x="6073004" y="73670"/>
                  </a:lnTo>
                  <a:lnTo>
                    <a:pt x="6073098" y="73670"/>
                  </a:lnTo>
                  <a:lnTo>
                    <a:pt x="6073192" y="73670"/>
                  </a:lnTo>
                  <a:lnTo>
                    <a:pt x="6073286" y="73670"/>
                  </a:lnTo>
                  <a:lnTo>
                    <a:pt x="6073381" y="73670"/>
                  </a:lnTo>
                  <a:lnTo>
                    <a:pt x="6073475" y="73670"/>
                  </a:lnTo>
                  <a:lnTo>
                    <a:pt x="6073569" y="73670"/>
                  </a:lnTo>
                  <a:lnTo>
                    <a:pt x="6073663" y="73670"/>
                  </a:lnTo>
                  <a:lnTo>
                    <a:pt x="6073757" y="73670"/>
                  </a:lnTo>
                  <a:lnTo>
                    <a:pt x="6073851" y="73670"/>
                  </a:lnTo>
                  <a:lnTo>
                    <a:pt x="6073946" y="73670"/>
                  </a:lnTo>
                  <a:lnTo>
                    <a:pt x="6074040" y="73670"/>
                  </a:lnTo>
                  <a:lnTo>
                    <a:pt x="6074134" y="73670"/>
                  </a:lnTo>
                  <a:lnTo>
                    <a:pt x="6074228" y="73670"/>
                  </a:lnTo>
                  <a:lnTo>
                    <a:pt x="6074322" y="73670"/>
                  </a:lnTo>
                  <a:lnTo>
                    <a:pt x="6074416" y="73670"/>
                  </a:lnTo>
                  <a:lnTo>
                    <a:pt x="6074510" y="73670"/>
                  </a:lnTo>
                  <a:lnTo>
                    <a:pt x="6074605" y="73670"/>
                  </a:lnTo>
                  <a:lnTo>
                    <a:pt x="6074699" y="73670"/>
                  </a:lnTo>
                  <a:lnTo>
                    <a:pt x="6074793" y="73670"/>
                  </a:lnTo>
                  <a:lnTo>
                    <a:pt x="6074887" y="73670"/>
                  </a:lnTo>
                  <a:lnTo>
                    <a:pt x="6074981" y="73670"/>
                  </a:lnTo>
                  <a:lnTo>
                    <a:pt x="6075075" y="73670"/>
                  </a:lnTo>
                  <a:lnTo>
                    <a:pt x="6075169" y="73670"/>
                  </a:lnTo>
                  <a:lnTo>
                    <a:pt x="6075264" y="73670"/>
                  </a:lnTo>
                  <a:lnTo>
                    <a:pt x="6075358" y="73670"/>
                  </a:lnTo>
                  <a:lnTo>
                    <a:pt x="6075452" y="73670"/>
                  </a:lnTo>
                  <a:lnTo>
                    <a:pt x="6075452" y="68759"/>
                  </a:lnTo>
                  <a:lnTo>
                    <a:pt x="6075546" y="68759"/>
                  </a:lnTo>
                  <a:lnTo>
                    <a:pt x="6075640" y="68759"/>
                  </a:lnTo>
                  <a:lnTo>
                    <a:pt x="6075734" y="68759"/>
                  </a:lnTo>
                  <a:lnTo>
                    <a:pt x="6075829" y="68759"/>
                  </a:lnTo>
                  <a:lnTo>
                    <a:pt x="6075923" y="68759"/>
                  </a:lnTo>
                  <a:lnTo>
                    <a:pt x="6076017" y="68759"/>
                  </a:lnTo>
                  <a:lnTo>
                    <a:pt x="6076111" y="68759"/>
                  </a:lnTo>
                  <a:lnTo>
                    <a:pt x="6076205" y="68759"/>
                  </a:lnTo>
                  <a:lnTo>
                    <a:pt x="6076299" y="68759"/>
                  </a:lnTo>
                  <a:lnTo>
                    <a:pt x="6076393" y="68759"/>
                  </a:lnTo>
                  <a:lnTo>
                    <a:pt x="6076488" y="68759"/>
                  </a:lnTo>
                  <a:lnTo>
                    <a:pt x="6076582" y="68759"/>
                  </a:lnTo>
                  <a:lnTo>
                    <a:pt x="6076676" y="68759"/>
                  </a:lnTo>
                  <a:lnTo>
                    <a:pt x="6076770" y="68759"/>
                  </a:lnTo>
                  <a:lnTo>
                    <a:pt x="6076864" y="68759"/>
                  </a:lnTo>
                  <a:lnTo>
                    <a:pt x="6076958" y="68759"/>
                  </a:lnTo>
                  <a:lnTo>
                    <a:pt x="6077053" y="68759"/>
                  </a:lnTo>
                  <a:lnTo>
                    <a:pt x="6077147" y="68759"/>
                  </a:lnTo>
                  <a:lnTo>
                    <a:pt x="6077241" y="68759"/>
                  </a:lnTo>
                  <a:lnTo>
                    <a:pt x="6077335" y="68759"/>
                  </a:lnTo>
                  <a:lnTo>
                    <a:pt x="6077429" y="68759"/>
                  </a:lnTo>
                  <a:lnTo>
                    <a:pt x="6077523" y="68759"/>
                  </a:lnTo>
                  <a:lnTo>
                    <a:pt x="6077617" y="68759"/>
                  </a:lnTo>
                  <a:lnTo>
                    <a:pt x="6077712" y="68759"/>
                  </a:lnTo>
                  <a:lnTo>
                    <a:pt x="6077806" y="68759"/>
                  </a:lnTo>
                  <a:lnTo>
                    <a:pt x="6077900" y="68759"/>
                  </a:lnTo>
                  <a:lnTo>
                    <a:pt x="6077994" y="68759"/>
                  </a:lnTo>
                  <a:lnTo>
                    <a:pt x="6078088" y="68759"/>
                  </a:lnTo>
                  <a:lnTo>
                    <a:pt x="6078182" y="68759"/>
                  </a:lnTo>
                  <a:lnTo>
                    <a:pt x="6078277" y="68759"/>
                  </a:lnTo>
                  <a:lnTo>
                    <a:pt x="6078371" y="68759"/>
                  </a:lnTo>
                  <a:lnTo>
                    <a:pt x="6078465" y="68759"/>
                  </a:lnTo>
                  <a:lnTo>
                    <a:pt x="6078559" y="68759"/>
                  </a:lnTo>
                  <a:lnTo>
                    <a:pt x="6078653" y="68759"/>
                  </a:lnTo>
                  <a:lnTo>
                    <a:pt x="6078747" y="68759"/>
                  </a:lnTo>
                  <a:lnTo>
                    <a:pt x="6078841" y="68759"/>
                  </a:lnTo>
                  <a:lnTo>
                    <a:pt x="6078936" y="68759"/>
                  </a:lnTo>
                  <a:lnTo>
                    <a:pt x="6079030" y="68759"/>
                  </a:lnTo>
                  <a:lnTo>
                    <a:pt x="6079124" y="68759"/>
                  </a:lnTo>
                  <a:lnTo>
                    <a:pt x="6079218" y="68759"/>
                  </a:lnTo>
                  <a:lnTo>
                    <a:pt x="6079312" y="68759"/>
                  </a:lnTo>
                  <a:lnTo>
                    <a:pt x="6079406" y="68759"/>
                  </a:lnTo>
                  <a:lnTo>
                    <a:pt x="6079501" y="68759"/>
                  </a:lnTo>
                  <a:lnTo>
                    <a:pt x="6079595" y="68759"/>
                  </a:lnTo>
                  <a:lnTo>
                    <a:pt x="6079689" y="68759"/>
                  </a:lnTo>
                  <a:lnTo>
                    <a:pt x="6079783" y="68759"/>
                  </a:lnTo>
                  <a:lnTo>
                    <a:pt x="6079877" y="68759"/>
                  </a:lnTo>
                  <a:lnTo>
                    <a:pt x="6079971" y="68759"/>
                  </a:lnTo>
                  <a:lnTo>
                    <a:pt x="6080065" y="68759"/>
                  </a:lnTo>
                  <a:lnTo>
                    <a:pt x="6080160" y="68759"/>
                  </a:lnTo>
                  <a:lnTo>
                    <a:pt x="6080254" y="68759"/>
                  </a:lnTo>
                  <a:lnTo>
                    <a:pt x="6080348" y="68759"/>
                  </a:lnTo>
                  <a:lnTo>
                    <a:pt x="6080442" y="68759"/>
                  </a:lnTo>
                  <a:lnTo>
                    <a:pt x="6080536" y="68759"/>
                  </a:lnTo>
                  <a:lnTo>
                    <a:pt x="6080630" y="68759"/>
                  </a:lnTo>
                  <a:lnTo>
                    <a:pt x="6080724" y="68759"/>
                  </a:lnTo>
                  <a:lnTo>
                    <a:pt x="6080819" y="68759"/>
                  </a:lnTo>
                  <a:lnTo>
                    <a:pt x="6080913" y="68759"/>
                  </a:lnTo>
                  <a:lnTo>
                    <a:pt x="6081007" y="68759"/>
                  </a:lnTo>
                  <a:lnTo>
                    <a:pt x="6081101" y="68759"/>
                  </a:lnTo>
                  <a:lnTo>
                    <a:pt x="6081195" y="68759"/>
                  </a:lnTo>
                  <a:lnTo>
                    <a:pt x="6081289" y="68759"/>
                  </a:lnTo>
                  <a:lnTo>
                    <a:pt x="6081384" y="68759"/>
                  </a:lnTo>
                  <a:lnTo>
                    <a:pt x="6081478" y="68759"/>
                  </a:lnTo>
                  <a:lnTo>
                    <a:pt x="6081572" y="68759"/>
                  </a:lnTo>
                  <a:lnTo>
                    <a:pt x="6081666" y="68759"/>
                  </a:lnTo>
                  <a:lnTo>
                    <a:pt x="6081760" y="68759"/>
                  </a:lnTo>
                  <a:lnTo>
                    <a:pt x="6081854" y="68759"/>
                  </a:lnTo>
                  <a:lnTo>
                    <a:pt x="6081948" y="68759"/>
                  </a:lnTo>
                  <a:lnTo>
                    <a:pt x="6082043" y="68759"/>
                  </a:lnTo>
                  <a:lnTo>
                    <a:pt x="6082137" y="68759"/>
                  </a:lnTo>
                  <a:lnTo>
                    <a:pt x="6082231" y="68759"/>
                  </a:lnTo>
                  <a:lnTo>
                    <a:pt x="6082325" y="68759"/>
                  </a:lnTo>
                  <a:lnTo>
                    <a:pt x="6082419" y="68759"/>
                  </a:lnTo>
                  <a:lnTo>
                    <a:pt x="6082513" y="68759"/>
                  </a:lnTo>
                  <a:lnTo>
                    <a:pt x="6082608" y="68759"/>
                  </a:lnTo>
                  <a:lnTo>
                    <a:pt x="6082702" y="68759"/>
                  </a:lnTo>
                  <a:lnTo>
                    <a:pt x="6082796" y="68759"/>
                  </a:lnTo>
                  <a:lnTo>
                    <a:pt x="6082890" y="68759"/>
                  </a:lnTo>
                  <a:lnTo>
                    <a:pt x="6082984" y="68759"/>
                  </a:lnTo>
                  <a:lnTo>
                    <a:pt x="6083078" y="68759"/>
                  </a:lnTo>
                  <a:lnTo>
                    <a:pt x="6083172" y="68759"/>
                  </a:lnTo>
                  <a:lnTo>
                    <a:pt x="6083267" y="68759"/>
                  </a:lnTo>
                  <a:lnTo>
                    <a:pt x="6083361" y="68759"/>
                  </a:lnTo>
                  <a:lnTo>
                    <a:pt x="6083455" y="68759"/>
                  </a:lnTo>
                  <a:lnTo>
                    <a:pt x="6083549" y="68759"/>
                  </a:lnTo>
                  <a:lnTo>
                    <a:pt x="6083643" y="68759"/>
                  </a:lnTo>
                  <a:lnTo>
                    <a:pt x="6083737" y="68759"/>
                  </a:lnTo>
                  <a:lnTo>
                    <a:pt x="6083832" y="68759"/>
                  </a:lnTo>
                  <a:lnTo>
                    <a:pt x="6083926" y="68759"/>
                  </a:lnTo>
                  <a:lnTo>
                    <a:pt x="6084020" y="68759"/>
                  </a:lnTo>
                  <a:lnTo>
                    <a:pt x="6084114" y="68759"/>
                  </a:lnTo>
                  <a:lnTo>
                    <a:pt x="6084208" y="68759"/>
                  </a:lnTo>
                  <a:lnTo>
                    <a:pt x="6084302" y="68759"/>
                  </a:lnTo>
                  <a:lnTo>
                    <a:pt x="6084396" y="68759"/>
                  </a:lnTo>
                  <a:lnTo>
                    <a:pt x="6084491" y="68759"/>
                  </a:lnTo>
                  <a:lnTo>
                    <a:pt x="6084585" y="68759"/>
                  </a:lnTo>
                  <a:lnTo>
                    <a:pt x="6084679" y="68759"/>
                  </a:lnTo>
                  <a:lnTo>
                    <a:pt x="6084773" y="68759"/>
                  </a:lnTo>
                  <a:lnTo>
                    <a:pt x="6084867" y="68759"/>
                  </a:lnTo>
                  <a:lnTo>
                    <a:pt x="6084961" y="68759"/>
                  </a:lnTo>
                  <a:lnTo>
                    <a:pt x="6085055" y="68759"/>
                  </a:lnTo>
                  <a:lnTo>
                    <a:pt x="6085150" y="68759"/>
                  </a:lnTo>
                  <a:lnTo>
                    <a:pt x="6085244" y="68759"/>
                  </a:lnTo>
                  <a:lnTo>
                    <a:pt x="6085338" y="68759"/>
                  </a:lnTo>
                  <a:lnTo>
                    <a:pt x="6085432" y="68759"/>
                  </a:lnTo>
                  <a:lnTo>
                    <a:pt x="6085526" y="68759"/>
                  </a:lnTo>
                  <a:lnTo>
                    <a:pt x="6085620" y="68759"/>
                  </a:lnTo>
                  <a:lnTo>
                    <a:pt x="6085715" y="68759"/>
                  </a:lnTo>
                  <a:lnTo>
                    <a:pt x="6085809" y="68759"/>
                  </a:lnTo>
                  <a:lnTo>
                    <a:pt x="6085903" y="68759"/>
                  </a:lnTo>
                  <a:lnTo>
                    <a:pt x="6085997" y="68759"/>
                  </a:lnTo>
                  <a:lnTo>
                    <a:pt x="6086091" y="68759"/>
                  </a:lnTo>
                  <a:lnTo>
                    <a:pt x="6086185" y="68759"/>
                  </a:lnTo>
                  <a:lnTo>
                    <a:pt x="6086279" y="68759"/>
                  </a:lnTo>
                  <a:lnTo>
                    <a:pt x="6086374" y="68759"/>
                  </a:lnTo>
                  <a:lnTo>
                    <a:pt x="6086468" y="68759"/>
                  </a:lnTo>
                  <a:lnTo>
                    <a:pt x="6086562" y="68759"/>
                  </a:lnTo>
                  <a:lnTo>
                    <a:pt x="6086656" y="68759"/>
                  </a:lnTo>
                  <a:lnTo>
                    <a:pt x="6086750" y="68759"/>
                  </a:lnTo>
                  <a:lnTo>
                    <a:pt x="6086844" y="68759"/>
                  </a:lnTo>
                  <a:lnTo>
                    <a:pt x="6086939" y="68759"/>
                  </a:lnTo>
                  <a:lnTo>
                    <a:pt x="6087033" y="68759"/>
                  </a:lnTo>
                  <a:lnTo>
                    <a:pt x="6087033" y="63847"/>
                  </a:lnTo>
                  <a:lnTo>
                    <a:pt x="6087127" y="63847"/>
                  </a:lnTo>
                  <a:lnTo>
                    <a:pt x="6087221" y="63847"/>
                  </a:lnTo>
                  <a:lnTo>
                    <a:pt x="6087315" y="63847"/>
                  </a:lnTo>
                  <a:lnTo>
                    <a:pt x="6087409" y="63847"/>
                  </a:lnTo>
                  <a:lnTo>
                    <a:pt x="6087503" y="63847"/>
                  </a:lnTo>
                  <a:lnTo>
                    <a:pt x="6087598" y="63847"/>
                  </a:lnTo>
                  <a:lnTo>
                    <a:pt x="6087692" y="63847"/>
                  </a:lnTo>
                  <a:lnTo>
                    <a:pt x="6087786" y="63847"/>
                  </a:lnTo>
                  <a:lnTo>
                    <a:pt x="6087880" y="63847"/>
                  </a:lnTo>
                  <a:lnTo>
                    <a:pt x="6087974" y="63847"/>
                  </a:lnTo>
                  <a:lnTo>
                    <a:pt x="6088068" y="63847"/>
                  </a:lnTo>
                  <a:lnTo>
                    <a:pt x="6088163" y="63847"/>
                  </a:lnTo>
                  <a:lnTo>
                    <a:pt x="6088257" y="63847"/>
                  </a:lnTo>
                  <a:lnTo>
                    <a:pt x="6088351" y="63847"/>
                  </a:lnTo>
                  <a:lnTo>
                    <a:pt x="6088445" y="63847"/>
                  </a:lnTo>
                  <a:lnTo>
                    <a:pt x="6088539" y="63847"/>
                  </a:lnTo>
                  <a:lnTo>
                    <a:pt x="6088633" y="63847"/>
                  </a:lnTo>
                  <a:lnTo>
                    <a:pt x="6088727" y="63847"/>
                  </a:lnTo>
                  <a:lnTo>
                    <a:pt x="6088822" y="63847"/>
                  </a:lnTo>
                  <a:lnTo>
                    <a:pt x="6088916" y="63847"/>
                  </a:lnTo>
                  <a:lnTo>
                    <a:pt x="6089010" y="63847"/>
                  </a:lnTo>
                  <a:lnTo>
                    <a:pt x="6089104" y="63847"/>
                  </a:lnTo>
                  <a:lnTo>
                    <a:pt x="6089198" y="63847"/>
                  </a:lnTo>
                  <a:lnTo>
                    <a:pt x="6089292" y="63847"/>
                  </a:lnTo>
                  <a:lnTo>
                    <a:pt x="6089386" y="63847"/>
                  </a:lnTo>
                  <a:lnTo>
                    <a:pt x="6089481" y="63847"/>
                  </a:lnTo>
                  <a:lnTo>
                    <a:pt x="6089575" y="63847"/>
                  </a:lnTo>
                  <a:lnTo>
                    <a:pt x="6089669" y="63847"/>
                  </a:lnTo>
                  <a:lnTo>
                    <a:pt x="6089669" y="58936"/>
                  </a:lnTo>
                  <a:lnTo>
                    <a:pt x="6089763" y="58936"/>
                  </a:lnTo>
                  <a:lnTo>
                    <a:pt x="6089857" y="58936"/>
                  </a:lnTo>
                  <a:lnTo>
                    <a:pt x="6089951" y="58936"/>
                  </a:lnTo>
                  <a:lnTo>
                    <a:pt x="6090046" y="58936"/>
                  </a:lnTo>
                  <a:lnTo>
                    <a:pt x="6090140" y="58936"/>
                  </a:lnTo>
                  <a:lnTo>
                    <a:pt x="6090234" y="58936"/>
                  </a:lnTo>
                  <a:lnTo>
                    <a:pt x="6090328" y="58936"/>
                  </a:lnTo>
                  <a:lnTo>
                    <a:pt x="6090422" y="58936"/>
                  </a:lnTo>
                  <a:lnTo>
                    <a:pt x="6090516" y="58936"/>
                  </a:lnTo>
                  <a:lnTo>
                    <a:pt x="6090610" y="58936"/>
                  </a:lnTo>
                  <a:lnTo>
                    <a:pt x="6090705" y="58936"/>
                  </a:lnTo>
                  <a:lnTo>
                    <a:pt x="6090799" y="58936"/>
                  </a:lnTo>
                  <a:lnTo>
                    <a:pt x="6090893" y="58936"/>
                  </a:lnTo>
                  <a:lnTo>
                    <a:pt x="6090987" y="58936"/>
                  </a:lnTo>
                  <a:lnTo>
                    <a:pt x="6091081" y="58936"/>
                  </a:lnTo>
                  <a:lnTo>
                    <a:pt x="6091175" y="58936"/>
                  </a:lnTo>
                  <a:lnTo>
                    <a:pt x="6091270" y="58936"/>
                  </a:lnTo>
                  <a:lnTo>
                    <a:pt x="6091364" y="58936"/>
                  </a:lnTo>
                  <a:lnTo>
                    <a:pt x="6091458" y="58936"/>
                  </a:lnTo>
                  <a:lnTo>
                    <a:pt x="6091552" y="58936"/>
                  </a:lnTo>
                  <a:lnTo>
                    <a:pt x="6091646" y="58936"/>
                  </a:lnTo>
                  <a:lnTo>
                    <a:pt x="6091740" y="58936"/>
                  </a:lnTo>
                  <a:lnTo>
                    <a:pt x="6091834" y="58936"/>
                  </a:lnTo>
                  <a:lnTo>
                    <a:pt x="6091929" y="58936"/>
                  </a:lnTo>
                  <a:lnTo>
                    <a:pt x="6092023" y="58936"/>
                  </a:lnTo>
                  <a:lnTo>
                    <a:pt x="6092117" y="58936"/>
                  </a:lnTo>
                  <a:lnTo>
                    <a:pt x="6092211" y="58936"/>
                  </a:lnTo>
                  <a:lnTo>
                    <a:pt x="6092305" y="58936"/>
                  </a:lnTo>
                  <a:lnTo>
                    <a:pt x="6092399" y="58936"/>
                  </a:lnTo>
                  <a:lnTo>
                    <a:pt x="6092494" y="58936"/>
                  </a:lnTo>
                  <a:lnTo>
                    <a:pt x="6092588" y="58936"/>
                  </a:lnTo>
                  <a:lnTo>
                    <a:pt x="6092682" y="58936"/>
                  </a:lnTo>
                  <a:lnTo>
                    <a:pt x="6092776" y="58936"/>
                  </a:lnTo>
                  <a:lnTo>
                    <a:pt x="6092870" y="58936"/>
                  </a:lnTo>
                  <a:lnTo>
                    <a:pt x="6092964" y="58936"/>
                  </a:lnTo>
                  <a:lnTo>
                    <a:pt x="6093058" y="58936"/>
                  </a:lnTo>
                  <a:lnTo>
                    <a:pt x="6093153" y="58936"/>
                  </a:lnTo>
                  <a:lnTo>
                    <a:pt x="6093247" y="58936"/>
                  </a:lnTo>
                  <a:lnTo>
                    <a:pt x="6093341" y="58936"/>
                  </a:lnTo>
                  <a:lnTo>
                    <a:pt x="6093435" y="58936"/>
                  </a:lnTo>
                  <a:lnTo>
                    <a:pt x="6093529" y="58936"/>
                  </a:lnTo>
                  <a:lnTo>
                    <a:pt x="6093623" y="58936"/>
                  </a:lnTo>
                  <a:lnTo>
                    <a:pt x="6093717" y="58936"/>
                  </a:lnTo>
                  <a:lnTo>
                    <a:pt x="6093812" y="58936"/>
                  </a:lnTo>
                  <a:lnTo>
                    <a:pt x="6093906" y="58936"/>
                  </a:lnTo>
                  <a:lnTo>
                    <a:pt x="6094000" y="58936"/>
                  </a:lnTo>
                  <a:lnTo>
                    <a:pt x="6094094" y="58936"/>
                  </a:lnTo>
                  <a:lnTo>
                    <a:pt x="6094188" y="58936"/>
                  </a:lnTo>
                  <a:lnTo>
                    <a:pt x="6094282" y="58936"/>
                  </a:lnTo>
                  <a:lnTo>
                    <a:pt x="6094377" y="58936"/>
                  </a:lnTo>
                  <a:lnTo>
                    <a:pt x="6094471" y="58936"/>
                  </a:lnTo>
                  <a:lnTo>
                    <a:pt x="6094565" y="58936"/>
                  </a:lnTo>
                  <a:lnTo>
                    <a:pt x="6094659" y="58936"/>
                  </a:lnTo>
                  <a:lnTo>
                    <a:pt x="6094753" y="58936"/>
                  </a:lnTo>
                  <a:lnTo>
                    <a:pt x="6094847" y="58936"/>
                  </a:lnTo>
                  <a:lnTo>
                    <a:pt x="6094941" y="58936"/>
                  </a:lnTo>
                  <a:lnTo>
                    <a:pt x="6095036" y="58936"/>
                  </a:lnTo>
                  <a:lnTo>
                    <a:pt x="6095130" y="58936"/>
                  </a:lnTo>
                  <a:lnTo>
                    <a:pt x="6095224" y="58936"/>
                  </a:lnTo>
                  <a:lnTo>
                    <a:pt x="6095318" y="58936"/>
                  </a:lnTo>
                  <a:lnTo>
                    <a:pt x="6095412" y="58936"/>
                  </a:lnTo>
                  <a:lnTo>
                    <a:pt x="6095506" y="58936"/>
                  </a:lnTo>
                  <a:lnTo>
                    <a:pt x="6095601" y="58936"/>
                  </a:lnTo>
                  <a:lnTo>
                    <a:pt x="6095695" y="58936"/>
                  </a:lnTo>
                  <a:lnTo>
                    <a:pt x="6095789" y="58936"/>
                  </a:lnTo>
                  <a:lnTo>
                    <a:pt x="6095883" y="58936"/>
                  </a:lnTo>
                  <a:lnTo>
                    <a:pt x="6095977" y="58936"/>
                  </a:lnTo>
                  <a:lnTo>
                    <a:pt x="6096071" y="58936"/>
                  </a:lnTo>
                  <a:lnTo>
                    <a:pt x="6096165" y="58936"/>
                  </a:lnTo>
                  <a:lnTo>
                    <a:pt x="6096260" y="58936"/>
                  </a:lnTo>
                  <a:lnTo>
                    <a:pt x="6096354" y="58936"/>
                  </a:lnTo>
                  <a:lnTo>
                    <a:pt x="6096448" y="58936"/>
                  </a:lnTo>
                  <a:lnTo>
                    <a:pt x="6096542" y="58936"/>
                  </a:lnTo>
                  <a:lnTo>
                    <a:pt x="6096636" y="58936"/>
                  </a:lnTo>
                  <a:lnTo>
                    <a:pt x="6096730" y="58936"/>
                  </a:lnTo>
                  <a:lnTo>
                    <a:pt x="6096825" y="58936"/>
                  </a:lnTo>
                  <a:lnTo>
                    <a:pt x="6096919" y="58936"/>
                  </a:lnTo>
                  <a:lnTo>
                    <a:pt x="6097013" y="58936"/>
                  </a:lnTo>
                  <a:lnTo>
                    <a:pt x="6097107" y="58936"/>
                  </a:lnTo>
                  <a:lnTo>
                    <a:pt x="6097201" y="58936"/>
                  </a:lnTo>
                  <a:lnTo>
                    <a:pt x="6097295" y="58936"/>
                  </a:lnTo>
                  <a:lnTo>
                    <a:pt x="6097389" y="58936"/>
                  </a:lnTo>
                  <a:lnTo>
                    <a:pt x="6097484" y="58936"/>
                  </a:lnTo>
                  <a:lnTo>
                    <a:pt x="6097578" y="58936"/>
                  </a:lnTo>
                  <a:lnTo>
                    <a:pt x="6097672" y="58936"/>
                  </a:lnTo>
                  <a:lnTo>
                    <a:pt x="6097766" y="58936"/>
                  </a:lnTo>
                  <a:lnTo>
                    <a:pt x="6097860" y="58936"/>
                  </a:lnTo>
                  <a:lnTo>
                    <a:pt x="6097954" y="58936"/>
                  </a:lnTo>
                  <a:lnTo>
                    <a:pt x="6098048" y="58936"/>
                  </a:lnTo>
                  <a:lnTo>
                    <a:pt x="6098143" y="58936"/>
                  </a:lnTo>
                  <a:lnTo>
                    <a:pt x="6098237" y="58936"/>
                  </a:lnTo>
                  <a:lnTo>
                    <a:pt x="6098331" y="58936"/>
                  </a:lnTo>
                  <a:lnTo>
                    <a:pt x="6098425" y="58936"/>
                  </a:lnTo>
                  <a:lnTo>
                    <a:pt x="6098519" y="58936"/>
                  </a:lnTo>
                  <a:lnTo>
                    <a:pt x="6098613" y="58936"/>
                  </a:lnTo>
                  <a:lnTo>
                    <a:pt x="6098708" y="58936"/>
                  </a:lnTo>
                  <a:lnTo>
                    <a:pt x="6098802" y="58936"/>
                  </a:lnTo>
                  <a:lnTo>
                    <a:pt x="6098896" y="58936"/>
                  </a:lnTo>
                  <a:lnTo>
                    <a:pt x="6098990" y="58936"/>
                  </a:lnTo>
                  <a:lnTo>
                    <a:pt x="6099084" y="58936"/>
                  </a:lnTo>
                  <a:lnTo>
                    <a:pt x="6099178" y="58936"/>
                  </a:lnTo>
                  <a:lnTo>
                    <a:pt x="6099272" y="58936"/>
                  </a:lnTo>
                  <a:lnTo>
                    <a:pt x="6099367" y="58936"/>
                  </a:lnTo>
                  <a:lnTo>
                    <a:pt x="6099461" y="58936"/>
                  </a:lnTo>
                  <a:lnTo>
                    <a:pt x="6099555" y="58936"/>
                  </a:lnTo>
                  <a:lnTo>
                    <a:pt x="6099649" y="58936"/>
                  </a:lnTo>
                  <a:lnTo>
                    <a:pt x="6099743" y="58936"/>
                  </a:lnTo>
                  <a:lnTo>
                    <a:pt x="6099837" y="58936"/>
                  </a:lnTo>
                  <a:lnTo>
                    <a:pt x="6099932" y="58936"/>
                  </a:lnTo>
                  <a:lnTo>
                    <a:pt x="6100026" y="58936"/>
                  </a:lnTo>
                  <a:lnTo>
                    <a:pt x="6100120" y="58936"/>
                  </a:lnTo>
                  <a:lnTo>
                    <a:pt x="6100214" y="58936"/>
                  </a:lnTo>
                  <a:lnTo>
                    <a:pt x="6100308" y="58936"/>
                  </a:lnTo>
                  <a:lnTo>
                    <a:pt x="6100402" y="58936"/>
                  </a:lnTo>
                  <a:lnTo>
                    <a:pt x="6100496" y="58936"/>
                  </a:lnTo>
                  <a:lnTo>
                    <a:pt x="6100591" y="58936"/>
                  </a:lnTo>
                  <a:lnTo>
                    <a:pt x="6100685" y="58936"/>
                  </a:lnTo>
                  <a:lnTo>
                    <a:pt x="6100779" y="58936"/>
                  </a:lnTo>
                  <a:lnTo>
                    <a:pt x="6100873" y="58936"/>
                  </a:lnTo>
                  <a:lnTo>
                    <a:pt x="6100967" y="58936"/>
                  </a:lnTo>
                  <a:lnTo>
                    <a:pt x="6101061" y="58936"/>
                  </a:lnTo>
                  <a:lnTo>
                    <a:pt x="6101156" y="58936"/>
                  </a:lnTo>
                  <a:lnTo>
                    <a:pt x="6101250" y="58936"/>
                  </a:lnTo>
                  <a:lnTo>
                    <a:pt x="6101344" y="58936"/>
                  </a:lnTo>
                  <a:lnTo>
                    <a:pt x="6101438" y="58936"/>
                  </a:lnTo>
                  <a:lnTo>
                    <a:pt x="6101532" y="58936"/>
                  </a:lnTo>
                  <a:lnTo>
                    <a:pt x="6101626" y="58936"/>
                  </a:lnTo>
                  <a:lnTo>
                    <a:pt x="6101720" y="58936"/>
                  </a:lnTo>
                  <a:lnTo>
                    <a:pt x="6101815" y="58936"/>
                  </a:lnTo>
                  <a:lnTo>
                    <a:pt x="6101909" y="58936"/>
                  </a:lnTo>
                  <a:lnTo>
                    <a:pt x="6102003" y="58936"/>
                  </a:lnTo>
                  <a:lnTo>
                    <a:pt x="6102097" y="58936"/>
                  </a:lnTo>
                  <a:lnTo>
                    <a:pt x="6102191" y="58936"/>
                  </a:lnTo>
                  <a:lnTo>
                    <a:pt x="6102285" y="58936"/>
                  </a:lnTo>
                  <a:lnTo>
                    <a:pt x="6102379" y="58936"/>
                  </a:lnTo>
                  <a:lnTo>
                    <a:pt x="6102474" y="58936"/>
                  </a:lnTo>
                  <a:lnTo>
                    <a:pt x="6102568" y="58936"/>
                  </a:lnTo>
                  <a:lnTo>
                    <a:pt x="6102662" y="58936"/>
                  </a:lnTo>
                  <a:lnTo>
                    <a:pt x="6102756" y="58936"/>
                  </a:lnTo>
                  <a:lnTo>
                    <a:pt x="6102850" y="58936"/>
                  </a:lnTo>
                  <a:lnTo>
                    <a:pt x="6102944" y="58936"/>
                  </a:lnTo>
                  <a:lnTo>
                    <a:pt x="6103039" y="58936"/>
                  </a:lnTo>
                  <a:lnTo>
                    <a:pt x="6103133" y="58936"/>
                  </a:lnTo>
                  <a:lnTo>
                    <a:pt x="6103227" y="58936"/>
                  </a:lnTo>
                  <a:lnTo>
                    <a:pt x="6103321" y="58936"/>
                  </a:lnTo>
                  <a:lnTo>
                    <a:pt x="6103415" y="58936"/>
                  </a:lnTo>
                  <a:lnTo>
                    <a:pt x="6103509" y="58936"/>
                  </a:lnTo>
                  <a:lnTo>
                    <a:pt x="6103603" y="58936"/>
                  </a:lnTo>
                  <a:lnTo>
                    <a:pt x="6103698" y="58936"/>
                  </a:lnTo>
                  <a:lnTo>
                    <a:pt x="6103792" y="58936"/>
                  </a:lnTo>
                  <a:lnTo>
                    <a:pt x="6103886" y="58936"/>
                  </a:lnTo>
                  <a:lnTo>
                    <a:pt x="6103980" y="58936"/>
                  </a:lnTo>
                  <a:lnTo>
                    <a:pt x="6104074" y="58936"/>
                  </a:lnTo>
                  <a:lnTo>
                    <a:pt x="6104168" y="58936"/>
                  </a:lnTo>
                  <a:lnTo>
                    <a:pt x="6104263" y="58936"/>
                  </a:lnTo>
                  <a:lnTo>
                    <a:pt x="6104357" y="58936"/>
                  </a:lnTo>
                  <a:lnTo>
                    <a:pt x="6104451" y="58936"/>
                  </a:lnTo>
                  <a:lnTo>
                    <a:pt x="6104545" y="58936"/>
                  </a:lnTo>
                  <a:lnTo>
                    <a:pt x="6104639" y="58936"/>
                  </a:lnTo>
                  <a:lnTo>
                    <a:pt x="6104733" y="58936"/>
                  </a:lnTo>
                  <a:lnTo>
                    <a:pt x="6104827" y="58936"/>
                  </a:lnTo>
                  <a:lnTo>
                    <a:pt x="6104922" y="58936"/>
                  </a:lnTo>
                  <a:lnTo>
                    <a:pt x="6105016" y="58936"/>
                  </a:lnTo>
                  <a:lnTo>
                    <a:pt x="6105110" y="58936"/>
                  </a:lnTo>
                  <a:lnTo>
                    <a:pt x="6105204" y="58936"/>
                  </a:lnTo>
                  <a:lnTo>
                    <a:pt x="6105298" y="58936"/>
                  </a:lnTo>
                  <a:lnTo>
                    <a:pt x="6105392" y="58936"/>
                  </a:lnTo>
                  <a:lnTo>
                    <a:pt x="6105487" y="58936"/>
                  </a:lnTo>
                  <a:lnTo>
                    <a:pt x="6105581" y="58936"/>
                  </a:lnTo>
                  <a:lnTo>
                    <a:pt x="6105675" y="58936"/>
                  </a:lnTo>
                  <a:lnTo>
                    <a:pt x="6105769" y="58936"/>
                  </a:lnTo>
                  <a:lnTo>
                    <a:pt x="6105863" y="58936"/>
                  </a:lnTo>
                  <a:lnTo>
                    <a:pt x="6105957" y="58936"/>
                  </a:lnTo>
                  <a:lnTo>
                    <a:pt x="6106051" y="58936"/>
                  </a:lnTo>
                  <a:lnTo>
                    <a:pt x="6106146" y="58936"/>
                  </a:lnTo>
                  <a:lnTo>
                    <a:pt x="6106240" y="58936"/>
                  </a:lnTo>
                  <a:lnTo>
                    <a:pt x="6106334" y="58936"/>
                  </a:lnTo>
                  <a:lnTo>
                    <a:pt x="6106428" y="58936"/>
                  </a:lnTo>
                  <a:lnTo>
                    <a:pt x="6106522" y="58936"/>
                  </a:lnTo>
                  <a:lnTo>
                    <a:pt x="6106616" y="58936"/>
                  </a:lnTo>
                  <a:lnTo>
                    <a:pt x="6106710" y="58936"/>
                  </a:lnTo>
                  <a:lnTo>
                    <a:pt x="6106805" y="58936"/>
                  </a:lnTo>
                  <a:lnTo>
                    <a:pt x="6106899" y="58936"/>
                  </a:lnTo>
                  <a:lnTo>
                    <a:pt x="6106993" y="58936"/>
                  </a:lnTo>
                  <a:lnTo>
                    <a:pt x="6107087" y="58936"/>
                  </a:lnTo>
                  <a:lnTo>
                    <a:pt x="6107181" y="58936"/>
                  </a:lnTo>
                  <a:lnTo>
                    <a:pt x="6107275" y="58936"/>
                  </a:lnTo>
                  <a:lnTo>
                    <a:pt x="6107370" y="58936"/>
                  </a:lnTo>
                  <a:lnTo>
                    <a:pt x="6107464" y="58936"/>
                  </a:lnTo>
                  <a:lnTo>
                    <a:pt x="6107558" y="58936"/>
                  </a:lnTo>
                  <a:lnTo>
                    <a:pt x="6107652" y="58936"/>
                  </a:lnTo>
                  <a:lnTo>
                    <a:pt x="6107746" y="58936"/>
                  </a:lnTo>
                  <a:lnTo>
                    <a:pt x="6107840" y="58936"/>
                  </a:lnTo>
                  <a:lnTo>
                    <a:pt x="6107934" y="58936"/>
                  </a:lnTo>
                  <a:lnTo>
                    <a:pt x="6108029" y="58936"/>
                  </a:lnTo>
                  <a:lnTo>
                    <a:pt x="6108123" y="58936"/>
                  </a:lnTo>
                  <a:lnTo>
                    <a:pt x="6108217" y="58936"/>
                  </a:lnTo>
                  <a:lnTo>
                    <a:pt x="6108311" y="58936"/>
                  </a:lnTo>
                  <a:lnTo>
                    <a:pt x="6108405" y="58936"/>
                  </a:lnTo>
                  <a:lnTo>
                    <a:pt x="6108499" y="58936"/>
                  </a:lnTo>
                  <a:lnTo>
                    <a:pt x="6108594" y="58936"/>
                  </a:lnTo>
                  <a:lnTo>
                    <a:pt x="6108688" y="58936"/>
                  </a:lnTo>
                  <a:lnTo>
                    <a:pt x="6108782" y="58936"/>
                  </a:lnTo>
                  <a:lnTo>
                    <a:pt x="6108876" y="58936"/>
                  </a:lnTo>
                  <a:lnTo>
                    <a:pt x="6108970" y="58936"/>
                  </a:lnTo>
                  <a:lnTo>
                    <a:pt x="6109064" y="58936"/>
                  </a:lnTo>
                  <a:lnTo>
                    <a:pt x="6109158" y="58936"/>
                  </a:lnTo>
                  <a:lnTo>
                    <a:pt x="6109253" y="58936"/>
                  </a:lnTo>
                  <a:lnTo>
                    <a:pt x="6109347" y="58936"/>
                  </a:lnTo>
                  <a:lnTo>
                    <a:pt x="6109441" y="58936"/>
                  </a:lnTo>
                  <a:lnTo>
                    <a:pt x="6109535" y="58936"/>
                  </a:lnTo>
                  <a:lnTo>
                    <a:pt x="6109629" y="58936"/>
                  </a:lnTo>
                  <a:lnTo>
                    <a:pt x="6109723" y="58936"/>
                  </a:lnTo>
                  <a:lnTo>
                    <a:pt x="6109818" y="58936"/>
                  </a:lnTo>
                  <a:lnTo>
                    <a:pt x="6109912" y="58936"/>
                  </a:lnTo>
                  <a:lnTo>
                    <a:pt x="6110006" y="58936"/>
                  </a:lnTo>
                  <a:lnTo>
                    <a:pt x="6110100" y="58936"/>
                  </a:lnTo>
                  <a:lnTo>
                    <a:pt x="6110194" y="58936"/>
                  </a:lnTo>
                  <a:lnTo>
                    <a:pt x="6110288" y="58936"/>
                  </a:lnTo>
                  <a:lnTo>
                    <a:pt x="6110382" y="58936"/>
                  </a:lnTo>
                  <a:lnTo>
                    <a:pt x="6110477" y="58936"/>
                  </a:lnTo>
                  <a:lnTo>
                    <a:pt x="6110571" y="58936"/>
                  </a:lnTo>
                  <a:lnTo>
                    <a:pt x="6110665" y="58936"/>
                  </a:lnTo>
                  <a:lnTo>
                    <a:pt x="6110759" y="58936"/>
                  </a:lnTo>
                  <a:lnTo>
                    <a:pt x="6110853" y="58936"/>
                  </a:lnTo>
                  <a:lnTo>
                    <a:pt x="6110947" y="58936"/>
                  </a:lnTo>
                  <a:lnTo>
                    <a:pt x="6111041" y="58936"/>
                  </a:lnTo>
                  <a:lnTo>
                    <a:pt x="6111136" y="58936"/>
                  </a:lnTo>
                  <a:lnTo>
                    <a:pt x="6111230" y="58936"/>
                  </a:lnTo>
                  <a:lnTo>
                    <a:pt x="6111324" y="58936"/>
                  </a:lnTo>
                  <a:lnTo>
                    <a:pt x="6111418" y="58936"/>
                  </a:lnTo>
                  <a:lnTo>
                    <a:pt x="6111512" y="58936"/>
                  </a:lnTo>
                  <a:lnTo>
                    <a:pt x="6111606" y="58936"/>
                  </a:lnTo>
                  <a:lnTo>
                    <a:pt x="6111701" y="58936"/>
                  </a:lnTo>
                  <a:lnTo>
                    <a:pt x="6111795" y="58936"/>
                  </a:lnTo>
                  <a:lnTo>
                    <a:pt x="6111889" y="58936"/>
                  </a:lnTo>
                  <a:lnTo>
                    <a:pt x="6111983" y="58936"/>
                  </a:lnTo>
                  <a:lnTo>
                    <a:pt x="6112077" y="58936"/>
                  </a:lnTo>
                  <a:lnTo>
                    <a:pt x="6112171" y="58936"/>
                  </a:lnTo>
                  <a:lnTo>
                    <a:pt x="6112265" y="58936"/>
                  </a:lnTo>
                  <a:lnTo>
                    <a:pt x="6112360" y="58936"/>
                  </a:lnTo>
                  <a:lnTo>
                    <a:pt x="6112454" y="58936"/>
                  </a:lnTo>
                  <a:lnTo>
                    <a:pt x="6112548" y="58936"/>
                  </a:lnTo>
                  <a:lnTo>
                    <a:pt x="6112642" y="58936"/>
                  </a:lnTo>
                  <a:lnTo>
                    <a:pt x="6112736" y="58936"/>
                  </a:lnTo>
                  <a:lnTo>
                    <a:pt x="6112830" y="58936"/>
                  </a:lnTo>
                  <a:lnTo>
                    <a:pt x="6112925" y="58936"/>
                  </a:lnTo>
                  <a:lnTo>
                    <a:pt x="6113019" y="58936"/>
                  </a:lnTo>
                  <a:lnTo>
                    <a:pt x="6113113" y="58936"/>
                  </a:lnTo>
                  <a:lnTo>
                    <a:pt x="6113207" y="58936"/>
                  </a:lnTo>
                  <a:lnTo>
                    <a:pt x="6113301" y="58936"/>
                  </a:lnTo>
                  <a:lnTo>
                    <a:pt x="6113395" y="58936"/>
                  </a:lnTo>
                  <a:lnTo>
                    <a:pt x="6113489" y="58936"/>
                  </a:lnTo>
                  <a:lnTo>
                    <a:pt x="6113584" y="58936"/>
                  </a:lnTo>
                  <a:lnTo>
                    <a:pt x="6113678" y="58936"/>
                  </a:lnTo>
                  <a:lnTo>
                    <a:pt x="6113772" y="58936"/>
                  </a:lnTo>
                  <a:lnTo>
                    <a:pt x="6113866" y="58936"/>
                  </a:lnTo>
                  <a:lnTo>
                    <a:pt x="6113960" y="58936"/>
                  </a:lnTo>
                  <a:lnTo>
                    <a:pt x="6114054" y="58936"/>
                  </a:lnTo>
                  <a:lnTo>
                    <a:pt x="6114149" y="58936"/>
                  </a:lnTo>
                  <a:lnTo>
                    <a:pt x="6114243" y="58936"/>
                  </a:lnTo>
                  <a:lnTo>
                    <a:pt x="6114337" y="58936"/>
                  </a:lnTo>
                  <a:lnTo>
                    <a:pt x="6114431" y="58936"/>
                  </a:lnTo>
                  <a:lnTo>
                    <a:pt x="6114525" y="58936"/>
                  </a:lnTo>
                  <a:lnTo>
                    <a:pt x="6114619" y="58936"/>
                  </a:lnTo>
                  <a:lnTo>
                    <a:pt x="6114713" y="58936"/>
                  </a:lnTo>
                  <a:lnTo>
                    <a:pt x="6114808" y="58936"/>
                  </a:lnTo>
                  <a:lnTo>
                    <a:pt x="6114902" y="58936"/>
                  </a:lnTo>
                  <a:lnTo>
                    <a:pt x="6114996" y="58936"/>
                  </a:lnTo>
                  <a:lnTo>
                    <a:pt x="6115090" y="58936"/>
                  </a:lnTo>
                  <a:lnTo>
                    <a:pt x="6115184" y="58936"/>
                  </a:lnTo>
                  <a:lnTo>
                    <a:pt x="6115278" y="58936"/>
                  </a:lnTo>
                  <a:lnTo>
                    <a:pt x="6115372" y="58936"/>
                  </a:lnTo>
                  <a:lnTo>
                    <a:pt x="6115467" y="58936"/>
                  </a:lnTo>
                  <a:lnTo>
                    <a:pt x="6115561" y="58936"/>
                  </a:lnTo>
                  <a:lnTo>
                    <a:pt x="6115655" y="58936"/>
                  </a:lnTo>
                  <a:lnTo>
                    <a:pt x="6115749" y="58936"/>
                  </a:lnTo>
                  <a:lnTo>
                    <a:pt x="6115843" y="58936"/>
                  </a:lnTo>
                  <a:lnTo>
                    <a:pt x="6115937" y="58936"/>
                  </a:lnTo>
                  <a:lnTo>
                    <a:pt x="6116032" y="58936"/>
                  </a:lnTo>
                  <a:lnTo>
                    <a:pt x="6116126" y="58936"/>
                  </a:lnTo>
                  <a:lnTo>
                    <a:pt x="6116220" y="58936"/>
                  </a:lnTo>
                  <a:lnTo>
                    <a:pt x="6116314" y="58936"/>
                  </a:lnTo>
                  <a:lnTo>
                    <a:pt x="6116408" y="58936"/>
                  </a:lnTo>
                  <a:lnTo>
                    <a:pt x="6116502" y="58936"/>
                  </a:lnTo>
                  <a:lnTo>
                    <a:pt x="6116596" y="58936"/>
                  </a:lnTo>
                  <a:lnTo>
                    <a:pt x="6116691" y="58936"/>
                  </a:lnTo>
                  <a:lnTo>
                    <a:pt x="6116785" y="58936"/>
                  </a:lnTo>
                  <a:lnTo>
                    <a:pt x="6116879" y="58936"/>
                  </a:lnTo>
                  <a:lnTo>
                    <a:pt x="6116973" y="58936"/>
                  </a:lnTo>
                  <a:lnTo>
                    <a:pt x="6116973" y="54025"/>
                  </a:lnTo>
                  <a:lnTo>
                    <a:pt x="6117067" y="54025"/>
                  </a:lnTo>
                  <a:lnTo>
                    <a:pt x="6117161" y="54025"/>
                  </a:lnTo>
                  <a:lnTo>
                    <a:pt x="6117256" y="54025"/>
                  </a:lnTo>
                  <a:lnTo>
                    <a:pt x="6117350" y="54025"/>
                  </a:lnTo>
                  <a:lnTo>
                    <a:pt x="6117444" y="54025"/>
                  </a:lnTo>
                  <a:lnTo>
                    <a:pt x="6117538" y="54025"/>
                  </a:lnTo>
                  <a:lnTo>
                    <a:pt x="6117632" y="54025"/>
                  </a:lnTo>
                  <a:lnTo>
                    <a:pt x="6117726" y="54025"/>
                  </a:lnTo>
                  <a:lnTo>
                    <a:pt x="6117820" y="54025"/>
                  </a:lnTo>
                  <a:lnTo>
                    <a:pt x="6117915" y="54025"/>
                  </a:lnTo>
                  <a:lnTo>
                    <a:pt x="6118009" y="54025"/>
                  </a:lnTo>
                  <a:lnTo>
                    <a:pt x="6118103" y="54025"/>
                  </a:lnTo>
                  <a:lnTo>
                    <a:pt x="6118197" y="54025"/>
                  </a:lnTo>
                  <a:lnTo>
                    <a:pt x="6118291" y="54025"/>
                  </a:lnTo>
                  <a:lnTo>
                    <a:pt x="6118385" y="54025"/>
                  </a:lnTo>
                  <a:lnTo>
                    <a:pt x="6118480" y="54025"/>
                  </a:lnTo>
                  <a:lnTo>
                    <a:pt x="6118574" y="54025"/>
                  </a:lnTo>
                  <a:lnTo>
                    <a:pt x="6118668" y="54025"/>
                  </a:lnTo>
                  <a:lnTo>
                    <a:pt x="6118762" y="54025"/>
                  </a:lnTo>
                  <a:lnTo>
                    <a:pt x="6118856" y="54025"/>
                  </a:lnTo>
                  <a:lnTo>
                    <a:pt x="6118950" y="54025"/>
                  </a:lnTo>
                  <a:lnTo>
                    <a:pt x="6119044" y="54025"/>
                  </a:lnTo>
                  <a:lnTo>
                    <a:pt x="6119139" y="54025"/>
                  </a:lnTo>
                  <a:lnTo>
                    <a:pt x="6119233" y="54025"/>
                  </a:lnTo>
                  <a:lnTo>
                    <a:pt x="6119327" y="54025"/>
                  </a:lnTo>
                  <a:lnTo>
                    <a:pt x="6119421" y="54025"/>
                  </a:lnTo>
                  <a:lnTo>
                    <a:pt x="6119515" y="54025"/>
                  </a:lnTo>
                  <a:lnTo>
                    <a:pt x="6119609" y="54025"/>
                  </a:lnTo>
                  <a:lnTo>
                    <a:pt x="6119703" y="54025"/>
                  </a:lnTo>
                  <a:lnTo>
                    <a:pt x="6119798" y="54025"/>
                  </a:lnTo>
                  <a:lnTo>
                    <a:pt x="6119892" y="54025"/>
                  </a:lnTo>
                  <a:lnTo>
                    <a:pt x="6119986" y="54025"/>
                  </a:lnTo>
                  <a:lnTo>
                    <a:pt x="6120080" y="54025"/>
                  </a:lnTo>
                  <a:lnTo>
                    <a:pt x="6120174" y="54025"/>
                  </a:lnTo>
                  <a:lnTo>
                    <a:pt x="6120268" y="54025"/>
                  </a:lnTo>
                  <a:lnTo>
                    <a:pt x="6120363" y="54025"/>
                  </a:lnTo>
                  <a:lnTo>
                    <a:pt x="6120457" y="54025"/>
                  </a:lnTo>
                  <a:lnTo>
                    <a:pt x="6120551" y="54025"/>
                  </a:lnTo>
                  <a:lnTo>
                    <a:pt x="6120645" y="54025"/>
                  </a:lnTo>
                  <a:lnTo>
                    <a:pt x="6120739" y="54025"/>
                  </a:lnTo>
                  <a:lnTo>
                    <a:pt x="6120833" y="54025"/>
                  </a:lnTo>
                  <a:lnTo>
                    <a:pt x="6120927" y="54025"/>
                  </a:lnTo>
                  <a:lnTo>
                    <a:pt x="6121022" y="54025"/>
                  </a:lnTo>
                  <a:lnTo>
                    <a:pt x="6121116" y="54025"/>
                  </a:lnTo>
                  <a:lnTo>
                    <a:pt x="6121210" y="54025"/>
                  </a:lnTo>
                  <a:lnTo>
                    <a:pt x="6121304" y="54025"/>
                  </a:lnTo>
                  <a:lnTo>
                    <a:pt x="6121398" y="54025"/>
                  </a:lnTo>
                  <a:lnTo>
                    <a:pt x="6121492" y="54025"/>
                  </a:lnTo>
                  <a:lnTo>
                    <a:pt x="6121587" y="54025"/>
                  </a:lnTo>
                  <a:lnTo>
                    <a:pt x="6121681" y="54025"/>
                  </a:lnTo>
                  <a:lnTo>
                    <a:pt x="6121775" y="54025"/>
                  </a:lnTo>
                  <a:lnTo>
                    <a:pt x="6121869" y="54025"/>
                  </a:lnTo>
                  <a:lnTo>
                    <a:pt x="6121963" y="54025"/>
                  </a:lnTo>
                  <a:lnTo>
                    <a:pt x="6122057" y="54025"/>
                  </a:lnTo>
                  <a:lnTo>
                    <a:pt x="6122151" y="54025"/>
                  </a:lnTo>
                  <a:lnTo>
                    <a:pt x="6122246" y="54025"/>
                  </a:lnTo>
                  <a:lnTo>
                    <a:pt x="6122340" y="54025"/>
                  </a:lnTo>
                  <a:lnTo>
                    <a:pt x="6122434" y="54025"/>
                  </a:lnTo>
                  <a:lnTo>
                    <a:pt x="6122528" y="54025"/>
                  </a:lnTo>
                  <a:lnTo>
                    <a:pt x="6122622" y="54025"/>
                  </a:lnTo>
                  <a:lnTo>
                    <a:pt x="6122716" y="54025"/>
                  </a:lnTo>
                  <a:lnTo>
                    <a:pt x="6122811" y="54025"/>
                  </a:lnTo>
                  <a:lnTo>
                    <a:pt x="6122905" y="54025"/>
                  </a:lnTo>
                  <a:lnTo>
                    <a:pt x="6122999" y="54025"/>
                  </a:lnTo>
                  <a:lnTo>
                    <a:pt x="6123093" y="54025"/>
                  </a:lnTo>
                  <a:lnTo>
                    <a:pt x="6123187" y="54025"/>
                  </a:lnTo>
                  <a:lnTo>
                    <a:pt x="6123281" y="54025"/>
                  </a:lnTo>
                  <a:lnTo>
                    <a:pt x="6123375" y="54025"/>
                  </a:lnTo>
                  <a:lnTo>
                    <a:pt x="6123470" y="54025"/>
                  </a:lnTo>
                  <a:lnTo>
                    <a:pt x="6123564" y="54025"/>
                  </a:lnTo>
                  <a:lnTo>
                    <a:pt x="6123658" y="54025"/>
                  </a:lnTo>
                  <a:lnTo>
                    <a:pt x="6123752" y="54025"/>
                  </a:lnTo>
                  <a:lnTo>
                    <a:pt x="6123846" y="54025"/>
                  </a:lnTo>
                  <a:lnTo>
                    <a:pt x="6123940" y="54025"/>
                  </a:lnTo>
                  <a:lnTo>
                    <a:pt x="6124034" y="54025"/>
                  </a:lnTo>
                  <a:lnTo>
                    <a:pt x="6124129" y="54025"/>
                  </a:lnTo>
                  <a:lnTo>
                    <a:pt x="6124223" y="54025"/>
                  </a:lnTo>
                  <a:lnTo>
                    <a:pt x="6124317" y="54025"/>
                  </a:lnTo>
                  <a:lnTo>
                    <a:pt x="6124411" y="54025"/>
                  </a:lnTo>
                  <a:lnTo>
                    <a:pt x="6124505" y="54025"/>
                  </a:lnTo>
                  <a:lnTo>
                    <a:pt x="6124599" y="54025"/>
                  </a:lnTo>
                  <a:lnTo>
                    <a:pt x="6124694" y="54025"/>
                  </a:lnTo>
                  <a:lnTo>
                    <a:pt x="6124788" y="54025"/>
                  </a:lnTo>
                  <a:lnTo>
                    <a:pt x="6124882" y="54025"/>
                  </a:lnTo>
                  <a:lnTo>
                    <a:pt x="6124976" y="54025"/>
                  </a:lnTo>
                  <a:lnTo>
                    <a:pt x="6125070" y="54025"/>
                  </a:lnTo>
                  <a:lnTo>
                    <a:pt x="6125164" y="54025"/>
                  </a:lnTo>
                  <a:lnTo>
                    <a:pt x="6125258" y="54025"/>
                  </a:lnTo>
                  <a:lnTo>
                    <a:pt x="6125353" y="54025"/>
                  </a:lnTo>
                  <a:lnTo>
                    <a:pt x="6125447" y="54025"/>
                  </a:lnTo>
                  <a:lnTo>
                    <a:pt x="6125541" y="54025"/>
                  </a:lnTo>
                  <a:lnTo>
                    <a:pt x="6125635" y="54025"/>
                  </a:lnTo>
                  <a:lnTo>
                    <a:pt x="6125729" y="54025"/>
                  </a:lnTo>
                  <a:lnTo>
                    <a:pt x="6125823" y="54025"/>
                  </a:lnTo>
                  <a:lnTo>
                    <a:pt x="6125918" y="54025"/>
                  </a:lnTo>
                  <a:lnTo>
                    <a:pt x="6126012" y="54025"/>
                  </a:lnTo>
                  <a:lnTo>
                    <a:pt x="6126106" y="54025"/>
                  </a:lnTo>
                  <a:lnTo>
                    <a:pt x="6126200" y="54025"/>
                  </a:lnTo>
                  <a:lnTo>
                    <a:pt x="6126294" y="54025"/>
                  </a:lnTo>
                  <a:lnTo>
                    <a:pt x="6126294" y="49113"/>
                  </a:lnTo>
                  <a:lnTo>
                    <a:pt x="6126388" y="49113"/>
                  </a:lnTo>
                  <a:lnTo>
                    <a:pt x="6126482" y="49113"/>
                  </a:lnTo>
                  <a:lnTo>
                    <a:pt x="6126577" y="49113"/>
                  </a:lnTo>
                  <a:lnTo>
                    <a:pt x="6126671" y="49113"/>
                  </a:lnTo>
                  <a:lnTo>
                    <a:pt x="6126765" y="49113"/>
                  </a:lnTo>
                  <a:lnTo>
                    <a:pt x="6126859" y="49113"/>
                  </a:lnTo>
                  <a:lnTo>
                    <a:pt x="6126953" y="49113"/>
                  </a:lnTo>
                  <a:lnTo>
                    <a:pt x="6127047" y="49113"/>
                  </a:lnTo>
                  <a:lnTo>
                    <a:pt x="6127142" y="49113"/>
                  </a:lnTo>
                  <a:lnTo>
                    <a:pt x="6127236" y="49113"/>
                  </a:lnTo>
                  <a:lnTo>
                    <a:pt x="6127330" y="49113"/>
                  </a:lnTo>
                  <a:lnTo>
                    <a:pt x="6127424" y="49113"/>
                  </a:lnTo>
                  <a:lnTo>
                    <a:pt x="6127518" y="49113"/>
                  </a:lnTo>
                  <a:lnTo>
                    <a:pt x="6127612" y="49113"/>
                  </a:lnTo>
                  <a:lnTo>
                    <a:pt x="6127706" y="49113"/>
                  </a:lnTo>
                  <a:lnTo>
                    <a:pt x="6127801" y="49113"/>
                  </a:lnTo>
                  <a:lnTo>
                    <a:pt x="6127895" y="49113"/>
                  </a:lnTo>
                  <a:lnTo>
                    <a:pt x="6127989" y="49113"/>
                  </a:lnTo>
                  <a:lnTo>
                    <a:pt x="6128083" y="49113"/>
                  </a:lnTo>
                  <a:lnTo>
                    <a:pt x="6128177" y="49113"/>
                  </a:lnTo>
                  <a:lnTo>
                    <a:pt x="6128271" y="49113"/>
                  </a:lnTo>
                  <a:lnTo>
                    <a:pt x="6128365" y="49113"/>
                  </a:lnTo>
                  <a:lnTo>
                    <a:pt x="6128460" y="49113"/>
                  </a:lnTo>
                  <a:lnTo>
                    <a:pt x="6128554" y="49113"/>
                  </a:lnTo>
                  <a:lnTo>
                    <a:pt x="6128648" y="49113"/>
                  </a:lnTo>
                  <a:lnTo>
                    <a:pt x="6128742" y="49113"/>
                  </a:lnTo>
                  <a:lnTo>
                    <a:pt x="6128836" y="49113"/>
                  </a:lnTo>
                  <a:lnTo>
                    <a:pt x="6128930" y="49113"/>
                  </a:lnTo>
                  <a:lnTo>
                    <a:pt x="6129025" y="49113"/>
                  </a:lnTo>
                  <a:lnTo>
                    <a:pt x="6129119" y="49113"/>
                  </a:lnTo>
                  <a:lnTo>
                    <a:pt x="6129213" y="49113"/>
                  </a:lnTo>
                  <a:lnTo>
                    <a:pt x="6129307" y="49113"/>
                  </a:lnTo>
                  <a:lnTo>
                    <a:pt x="6129401" y="49113"/>
                  </a:lnTo>
                  <a:lnTo>
                    <a:pt x="6129495" y="49113"/>
                  </a:lnTo>
                  <a:lnTo>
                    <a:pt x="6129589" y="49113"/>
                  </a:lnTo>
                  <a:lnTo>
                    <a:pt x="6129684" y="49113"/>
                  </a:lnTo>
                  <a:lnTo>
                    <a:pt x="6129778" y="49113"/>
                  </a:lnTo>
                  <a:lnTo>
                    <a:pt x="6129872" y="49113"/>
                  </a:lnTo>
                  <a:lnTo>
                    <a:pt x="6129966" y="49113"/>
                  </a:lnTo>
                  <a:lnTo>
                    <a:pt x="6130060" y="49113"/>
                  </a:lnTo>
                  <a:lnTo>
                    <a:pt x="6130154" y="49113"/>
                  </a:lnTo>
                  <a:lnTo>
                    <a:pt x="6130249" y="49113"/>
                  </a:lnTo>
                  <a:lnTo>
                    <a:pt x="6130343" y="49113"/>
                  </a:lnTo>
                  <a:lnTo>
                    <a:pt x="6130437" y="49113"/>
                  </a:lnTo>
                  <a:lnTo>
                    <a:pt x="6130531" y="49113"/>
                  </a:lnTo>
                  <a:lnTo>
                    <a:pt x="6130625" y="49113"/>
                  </a:lnTo>
                  <a:lnTo>
                    <a:pt x="6130719" y="49113"/>
                  </a:lnTo>
                  <a:lnTo>
                    <a:pt x="6130813" y="49113"/>
                  </a:lnTo>
                  <a:lnTo>
                    <a:pt x="6130908" y="49113"/>
                  </a:lnTo>
                  <a:lnTo>
                    <a:pt x="6131002" y="49113"/>
                  </a:lnTo>
                  <a:lnTo>
                    <a:pt x="6131096" y="49113"/>
                  </a:lnTo>
                  <a:lnTo>
                    <a:pt x="6131190" y="49113"/>
                  </a:lnTo>
                  <a:lnTo>
                    <a:pt x="6131284" y="49113"/>
                  </a:lnTo>
                  <a:lnTo>
                    <a:pt x="6131378" y="49113"/>
                  </a:lnTo>
                  <a:lnTo>
                    <a:pt x="6131473" y="49113"/>
                  </a:lnTo>
                  <a:lnTo>
                    <a:pt x="6131567" y="49113"/>
                  </a:lnTo>
                  <a:lnTo>
                    <a:pt x="6131661" y="49113"/>
                  </a:lnTo>
                  <a:lnTo>
                    <a:pt x="6131755" y="49113"/>
                  </a:lnTo>
                  <a:lnTo>
                    <a:pt x="6131849" y="49113"/>
                  </a:lnTo>
                  <a:lnTo>
                    <a:pt x="6131943" y="49113"/>
                  </a:lnTo>
                  <a:lnTo>
                    <a:pt x="6132037" y="49113"/>
                  </a:lnTo>
                  <a:lnTo>
                    <a:pt x="6132132" y="49113"/>
                  </a:lnTo>
                  <a:lnTo>
                    <a:pt x="6132226" y="49113"/>
                  </a:lnTo>
                  <a:lnTo>
                    <a:pt x="6132320" y="49113"/>
                  </a:lnTo>
                  <a:lnTo>
                    <a:pt x="6132414" y="49113"/>
                  </a:lnTo>
                  <a:lnTo>
                    <a:pt x="6132508" y="49113"/>
                  </a:lnTo>
                  <a:lnTo>
                    <a:pt x="6132602" y="49113"/>
                  </a:lnTo>
                  <a:lnTo>
                    <a:pt x="6132696" y="49113"/>
                  </a:lnTo>
                  <a:lnTo>
                    <a:pt x="6132791" y="49113"/>
                  </a:lnTo>
                  <a:lnTo>
                    <a:pt x="6132885" y="49113"/>
                  </a:lnTo>
                  <a:lnTo>
                    <a:pt x="6132979" y="49113"/>
                  </a:lnTo>
                  <a:lnTo>
                    <a:pt x="6133073" y="49113"/>
                  </a:lnTo>
                  <a:lnTo>
                    <a:pt x="6133167" y="49113"/>
                  </a:lnTo>
                  <a:lnTo>
                    <a:pt x="6133261" y="49113"/>
                  </a:lnTo>
                  <a:lnTo>
                    <a:pt x="6133356" y="49113"/>
                  </a:lnTo>
                  <a:lnTo>
                    <a:pt x="6133450" y="49113"/>
                  </a:lnTo>
                  <a:lnTo>
                    <a:pt x="6133544" y="49113"/>
                  </a:lnTo>
                  <a:lnTo>
                    <a:pt x="6133638" y="49113"/>
                  </a:lnTo>
                  <a:lnTo>
                    <a:pt x="6133732" y="49113"/>
                  </a:lnTo>
                  <a:lnTo>
                    <a:pt x="6133826" y="49113"/>
                  </a:lnTo>
                  <a:lnTo>
                    <a:pt x="6133920" y="49113"/>
                  </a:lnTo>
                  <a:lnTo>
                    <a:pt x="6134015" y="49113"/>
                  </a:lnTo>
                  <a:lnTo>
                    <a:pt x="6134109" y="49113"/>
                  </a:lnTo>
                  <a:lnTo>
                    <a:pt x="6134203" y="49113"/>
                  </a:lnTo>
                  <a:lnTo>
                    <a:pt x="6134297" y="49113"/>
                  </a:lnTo>
                  <a:lnTo>
                    <a:pt x="6134391" y="49113"/>
                  </a:lnTo>
                  <a:lnTo>
                    <a:pt x="6134485" y="49113"/>
                  </a:lnTo>
                  <a:lnTo>
                    <a:pt x="6134580" y="49113"/>
                  </a:lnTo>
                  <a:lnTo>
                    <a:pt x="6134674" y="49113"/>
                  </a:lnTo>
                  <a:lnTo>
                    <a:pt x="6134768" y="49113"/>
                  </a:lnTo>
                  <a:lnTo>
                    <a:pt x="6134862" y="49113"/>
                  </a:lnTo>
                  <a:lnTo>
                    <a:pt x="6134956" y="49113"/>
                  </a:lnTo>
                  <a:lnTo>
                    <a:pt x="6135050" y="49113"/>
                  </a:lnTo>
                  <a:lnTo>
                    <a:pt x="6135144" y="49113"/>
                  </a:lnTo>
                  <a:lnTo>
                    <a:pt x="6135239" y="49113"/>
                  </a:lnTo>
                  <a:lnTo>
                    <a:pt x="6135333" y="49113"/>
                  </a:lnTo>
                  <a:lnTo>
                    <a:pt x="6135427" y="49113"/>
                  </a:lnTo>
                  <a:lnTo>
                    <a:pt x="6135521" y="49113"/>
                  </a:lnTo>
                  <a:lnTo>
                    <a:pt x="6135615" y="49113"/>
                  </a:lnTo>
                  <a:lnTo>
                    <a:pt x="6135709" y="49113"/>
                  </a:lnTo>
                  <a:lnTo>
                    <a:pt x="6135804" y="49113"/>
                  </a:lnTo>
                  <a:lnTo>
                    <a:pt x="6135898" y="49113"/>
                  </a:lnTo>
                  <a:lnTo>
                    <a:pt x="6135992" y="49113"/>
                  </a:lnTo>
                  <a:lnTo>
                    <a:pt x="6136086" y="49113"/>
                  </a:lnTo>
                  <a:lnTo>
                    <a:pt x="6136180" y="49113"/>
                  </a:lnTo>
                  <a:lnTo>
                    <a:pt x="6136274" y="49113"/>
                  </a:lnTo>
                  <a:lnTo>
                    <a:pt x="6136368" y="49113"/>
                  </a:lnTo>
                  <a:lnTo>
                    <a:pt x="6136463" y="49113"/>
                  </a:lnTo>
                  <a:lnTo>
                    <a:pt x="6136557" y="49113"/>
                  </a:lnTo>
                  <a:lnTo>
                    <a:pt x="6136651" y="49113"/>
                  </a:lnTo>
                  <a:lnTo>
                    <a:pt x="6136745" y="49113"/>
                  </a:lnTo>
                  <a:lnTo>
                    <a:pt x="6136839" y="49113"/>
                  </a:lnTo>
                  <a:lnTo>
                    <a:pt x="6136933" y="49113"/>
                  </a:lnTo>
                  <a:lnTo>
                    <a:pt x="6137027" y="49113"/>
                  </a:lnTo>
                  <a:lnTo>
                    <a:pt x="6137122" y="49113"/>
                  </a:lnTo>
                  <a:lnTo>
                    <a:pt x="6137216" y="49113"/>
                  </a:lnTo>
                  <a:lnTo>
                    <a:pt x="6137310" y="49113"/>
                  </a:lnTo>
                  <a:lnTo>
                    <a:pt x="6137404" y="49113"/>
                  </a:lnTo>
                  <a:lnTo>
                    <a:pt x="6137498" y="49113"/>
                  </a:lnTo>
                  <a:lnTo>
                    <a:pt x="6137592" y="49113"/>
                  </a:lnTo>
                  <a:lnTo>
                    <a:pt x="6137687" y="49113"/>
                  </a:lnTo>
                  <a:lnTo>
                    <a:pt x="6137781" y="49113"/>
                  </a:lnTo>
                  <a:lnTo>
                    <a:pt x="6137875" y="49113"/>
                  </a:lnTo>
                  <a:lnTo>
                    <a:pt x="6137969" y="49113"/>
                  </a:lnTo>
                  <a:lnTo>
                    <a:pt x="6138063" y="49113"/>
                  </a:lnTo>
                  <a:lnTo>
                    <a:pt x="6138157" y="49113"/>
                  </a:lnTo>
                  <a:lnTo>
                    <a:pt x="6138251" y="49113"/>
                  </a:lnTo>
                  <a:lnTo>
                    <a:pt x="6138346" y="49113"/>
                  </a:lnTo>
                  <a:lnTo>
                    <a:pt x="6138440" y="49113"/>
                  </a:lnTo>
                  <a:lnTo>
                    <a:pt x="6138534" y="49113"/>
                  </a:lnTo>
                  <a:lnTo>
                    <a:pt x="6138628" y="49113"/>
                  </a:lnTo>
                  <a:lnTo>
                    <a:pt x="6138722" y="49113"/>
                  </a:lnTo>
                  <a:lnTo>
                    <a:pt x="6138816" y="49113"/>
                  </a:lnTo>
                  <a:lnTo>
                    <a:pt x="6138911" y="49113"/>
                  </a:lnTo>
                  <a:lnTo>
                    <a:pt x="6139005" y="49113"/>
                  </a:lnTo>
                  <a:lnTo>
                    <a:pt x="6139099" y="49113"/>
                  </a:lnTo>
                  <a:lnTo>
                    <a:pt x="6139193" y="49113"/>
                  </a:lnTo>
                  <a:lnTo>
                    <a:pt x="6139287" y="49113"/>
                  </a:lnTo>
                  <a:lnTo>
                    <a:pt x="6139381" y="49113"/>
                  </a:lnTo>
                  <a:lnTo>
                    <a:pt x="6139475" y="49113"/>
                  </a:lnTo>
                  <a:lnTo>
                    <a:pt x="6139570" y="49113"/>
                  </a:lnTo>
                  <a:lnTo>
                    <a:pt x="6139664" y="49113"/>
                  </a:lnTo>
                  <a:lnTo>
                    <a:pt x="6139758" y="49113"/>
                  </a:lnTo>
                  <a:lnTo>
                    <a:pt x="6139852" y="49113"/>
                  </a:lnTo>
                  <a:lnTo>
                    <a:pt x="6139946" y="49113"/>
                  </a:lnTo>
                  <a:lnTo>
                    <a:pt x="6140040" y="49113"/>
                  </a:lnTo>
                  <a:lnTo>
                    <a:pt x="6140135" y="49113"/>
                  </a:lnTo>
                  <a:lnTo>
                    <a:pt x="6140229" y="49113"/>
                  </a:lnTo>
                  <a:lnTo>
                    <a:pt x="6140323" y="49113"/>
                  </a:lnTo>
                  <a:lnTo>
                    <a:pt x="6140417" y="49113"/>
                  </a:lnTo>
                  <a:lnTo>
                    <a:pt x="6140511" y="49113"/>
                  </a:lnTo>
                  <a:lnTo>
                    <a:pt x="6140605" y="49113"/>
                  </a:lnTo>
                  <a:lnTo>
                    <a:pt x="6140699" y="49113"/>
                  </a:lnTo>
                  <a:lnTo>
                    <a:pt x="6140794" y="49113"/>
                  </a:lnTo>
                  <a:lnTo>
                    <a:pt x="6140888" y="49113"/>
                  </a:lnTo>
                  <a:lnTo>
                    <a:pt x="6140982" y="49113"/>
                  </a:lnTo>
                  <a:lnTo>
                    <a:pt x="6141076" y="49113"/>
                  </a:lnTo>
                  <a:lnTo>
                    <a:pt x="6141170" y="49113"/>
                  </a:lnTo>
                  <a:lnTo>
                    <a:pt x="6141264" y="49113"/>
                  </a:lnTo>
                  <a:lnTo>
                    <a:pt x="6141358" y="49113"/>
                  </a:lnTo>
                  <a:lnTo>
                    <a:pt x="6141453" y="49113"/>
                  </a:lnTo>
                  <a:lnTo>
                    <a:pt x="6141547" y="49113"/>
                  </a:lnTo>
                  <a:lnTo>
                    <a:pt x="6141641" y="49113"/>
                  </a:lnTo>
                  <a:lnTo>
                    <a:pt x="6141735" y="49113"/>
                  </a:lnTo>
                  <a:lnTo>
                    <a:pt x="6141829" y="49113"/>
                  </a:lnTo>
                  <a:lnTo>
                    <a:pt x="6141923" y="49113"/>
                  </a:lnTo>
                  <a:lnTo>
                    <a:pt x="6142018" y="49113"/>
                  </a:lnTo>
                  <a:lnTo>
                    <a:pt x="6142112" y="49113"/>
                  </a:lnTo>
                  <a:lnTo>
                    <a:pt x="6142206" y="49113"/>
                  </a:lnTo>
                  <a:lnTo>
                    <a:pt x="6142300" y="49113"/>
                  </a:lnTo>
                  <a:lnTo>
                    <a:pt x="6142394" y="49113"/>
                  </a:lnTo>
                  <a:lnTo>
                    <a:pt x="6142488" y="49113"/>
                  </a:lnTo>
                  <a:lnTo>
                    <a:pt x="6142582" y="49113"/>
                  </a:lnTo>
                  <a:lnTo>
                    <a:pt x="6142677" y="49113"/>
                  </a:lnTo>
                  <a:lnTo>
                    <a:pt x="6142771" y="49113"/>
                  </a:lnTo>
                  <a:lnTo>
                    <a:pt x="6142865" y="49113"/>
                  </a:lnTo>
                  <a:lnTo>
                    <a:pt x="6142959" y="49113"/>
                  </a:lnTo>
                  <a:lnTo>
                    <a:pt x="6143053" y="49113"/>
                  </a:lnTo>
                  <a:lnTo>
                    <a:pt x="6143147" y="49113"/>
                  </a:lnTo>
                  <a:lnTo>
                    <a:pt x="6143242" y="49113"/>
                  </a:lnTo>
                  <a:lnTo>
                    <a:pt x="6143336" y="49113"/>
                  </a:lnTo>
                  <a:lnTo>
                    <a:pt x="6143430" y="49113"/>
                  </a:lnTo>
                  <a:lnTo>
                    <a:pt x="6143524" y="49113"/>
                  </a:lnTo>
                  <a:lnTo>
                    <a:pt x="6143618" y="49113"/>
                  </a:lnTo>
                  <a:lnTo>
                    <a:pt x="6143712" y="49113"/>
                  </a:lnTo>
                  <a:lnTo>
                    <a:pt x="6143806" y="49113"/>
                  </a:lnTo>
                  <a:lnTo>
                    <a:pt x="6143901" y="49113"/>
                  </a:lnTo>
                  <a:lnTo>
                    <a:pt x="6143995" y="49113"/>
                  </a:lnTo>
                  <a:lnTo>
                    <a:pt x="6144089" y="49113"/>
                  </a:lnTo>
                  <a:lnTo>
                    <a:pt x="6144183" y="49113"/>
                  </a:lnTo>
                  <a:lnTo>
                    <a:pt x="6144277" y="49113"/>
                  </a:lnTo>
                  <a:lnTo>
                    <a:pt x="6144371" y="49113"/>
                  </a:lnTo>
                  <a:lnTo>
                    <a:pt x="6144466" y="49113"/>
                  </a:lnTo>
                  <a:lnTo>
                    <a:pt x="6144560" y="49113"/>
                  </a:lnTo>
                  <a:lnTo>
                    <a:pt x="6144654" y="49113"/>
                  </a:lnTo>
                  <a:lnTo>
                    <a:pt x="6144748" y="49113"/>
                  </a:lnTo>
                  <a:lnTo>
                    <a:pt x="6144842" y="49113"/>
                  </a:lnTo>
                  <a:lnTo>
                    <a:pt x="6144936" y="49113"/>
                  </a:lnTo>
                  <a:lnTo>
                    <a:pt x="6145030" y="49113"/>
                  </a:lnTo>
                  <a:lnTo>
                    <a:pt x="6145125" y="49113"/>
                  </a:lnTo>
                  <a:lnTo>
                    <a:pt x="6145219" y="49113"/>
                  </a:lnTo>
                  <a:lnTo>
                    <a:pt x="6145313" y="49113"/>
                  </a:lnTo>
                  <a:lnTo>
                    <a:pt x="6145407" y="49113"/>
                  </a:lnTo>
                  <a:lnTo>
                    <a:pt x="6145501" y="49113"/>
                  </a:lnTo>
                  <a:lnTo>
                    <a:pt x="6145595" y="49113"/>
                  </a:lnTo>
                  <a:lnTo>
                    <a:pt x="6145689" y="49113"/>
                  </a:lnTo>
                  <a:lnTo>
                    <a:pt x="6145784" y="49113"/>
                  </a:lnTo>
                  <a:lnTo>
                    <a:pt x="6145878" y="49113"/>
                  </a:lnTo>
                  <a:lnTo>
                    <a:pt x="6145972" y="49113"/>
                  </a:lnTo>
                  <a:lnTo>
                    <a:pt x="6146066" y="49113"/>
                  </a:lnTo>
                  <a:lnTo>
                    <a:pt x="6146160" y="49113"/>
                  </a:lnTo>
                  <a:lnTo>
                    <a:pt x="6146254" y="49113"/>
                  </a:lnTo>
                  <a:lnTo>
                    <a:pt x="6146349" y="49113"/>
                  </a:lnTo>
                  <a:lnTo>
                    <a:pt x="6146443" y="49113"/>
                  </a:lnTo>
                  <a:lnTo>
                    <a:pt x="6146537" y="49113"/>
                  </a:lnTo>
                  <a:lnTo>
                    <a:pt x="6146631" y="49113"/>
                  </a:lnTo>
                  <a:lnTo>
                    <a:pt x="6146725" y="49113"/>
                  </a:lnTo>
                  <a:lnTo>
                    <a:pt x="6146819" y="49113"/>
                  </a:lnTo>
                  <a:lnTo>
                    <a:pt x="6146913" y="49113"/>
                  </a:lnTo>
                  <a:lnTo>
                    <a:pt x="6147008" y="49113"/>
                  </a:lnTo>
                  <a:lnTo>
                    <a:pt x="6147102" y="49113"/>
                  </a:lnTo>
                  <a:lnTo>
                    <a:pt x="6147196" y="49113"/>
                  </a:lnTo>
                  <a:lnTo>
                    <a:pt x="6147290" y="49113"/>
                  </a:lnTo>
                  <a:lnTo>
                    <a:pt x="6147384" y="49113"/>
                  </a:lnTo>
                  <a:lnTo>
                    <a:pt x="6147478" y="49113"/>
                  </a:lnTo>
                  <a:lnTo>
                    <a:pt x="6147573" y="49113"/>
                  </a:lnTo>
                  <a:lnTo>
                    <a:pt x="6147667" y="49113"/>
                  </a:lnTo>
                  <a:lnTo>
                    <a:pt x="6147761" y="49113"/>
                  </a:lnTo>
                  <a:lnTo>
                    <a:pt x="6147855" y="49113"/>
                  </a:lnTo>
                  <a:lnTo>
                    <a:pt x="6147949" y="49113"/>
                  </a:lnTo>
                  <a:lnTo>
                    <a:pt x="6148043" y="49113"/>
                  </a:lnTo>
                  <a:lnTo>
                    <a:pt x="6148137" y="49113"/>
                  </a:lnTo>
                  <a:lnTo>
                    <a:pt x="6148232" y="49113"/>
                  </a:lnTo>
                  <a:lnTo>
                    <a:pt x="6148326" y="49113"/>
                  </a:lnTo>
                  <a:lnTo>
                    <a:pt x="6148420" y="49113"/>
                  </a:lnTo>
                  <a:lnTo>
                    <a:pt x="6148514" y="49113"/>
                  </a:lnTo>
                  <a:lnTo>
                    <a:pt x="6148608" y="49113"/>
                  </a:lnTo>
                  <a:lnTo>
                    <a:pt x="6148702" y="49113"/>
                  </a:lnTo>
                  <a:lnTo>
                    <a:pt x="6148797" y="49113"/>
                  </a:lnTo>
                  <a:lnTo>
                    <a:pt x="6148891" y="49113"/>
                  </a:lnTo>
                  <a:lnTo>
                    <a:pt x="6148985" y="49113"/>
                  </a:lnTo>
                  <a:lnTo>
                    <a:pt x="6149079" y="49113"/>
                  </a:lnTo>
                  <a:lnTo>
                    <a:pt x="6149173" y="49113"/>
                  </a:lnTo>
                  <a:lnTo>
                    <a:pt x="6149267" y="49113"/>
                  </a:lnTo>
                  <a:lnTo>
                    <a:pt x="6149361" y="49113"/>
                  </a:lnTo>
                  <a:lnTo>
                    <a:pt x="6149456" y="49113"/>
                  </a:lnTo>
                  <a:lnTo>
                    <a:pt x="6149550" y="49113"/>
                  </a:lnTo>
                  <a:lnTo>
                    <a:pt x="6149644" y="49113"/>
                  </a:lnTo>
                  <a:lnTo>
                    <a:pt x="6149738" y="49113"/>
                  </a:lnTo>
                  <a:lnTo>
                    <a:pt x="6149832" y="49113"/>
                  </a:lnTo>
                  <a:lnTo>
                    <a:pt x="6149926" y="49113"/>
                  </a:lnTo>
                  <a:lnTo>
                    <a:pt x="6150020" y="49113"/>
                  </a:lnTo>
                  <a:lnTo>
                    <a:pt x="6150115" y="49113"/>
                  </a:lnTo>
                  <a:lnTo>
                    <a:pt x="6150209" y="49113"/>
                  </a:lnTo>
                  <a:lnTo>
                    <a:pt x="6150303" y="49113"/>
                  </a:lnTo>
                  <a:lnTo>
                    <a:pt x="6150397" y="49113"/>
                  </a:lnTo>
                  <a:lnTo>
                    <a:pt x="6150491" y="49113"/>
                  </a:lnTo>
                  <a:lnTo>
                    <a:pt x="6150585" y="49113"/>
                  </a:lnTo>
                  <a:lnTo>
                    <a:pt x="6150680" y="49113"/>
                  </a:lnTo>
                  <a:lnTo>
                    <a:pt x="6150774" y="49113"/>
                  </a:lnTo>
                  <a:lnTo>
                    <a:pt x="6150868" y="49113"/>
                  </a:lnTo>
                  <a:lnTo>
                    <a:pt x="6150962" y="49113"/>
                  </a:lnTo>
                  <a:lnTo>
                    <a:pt x="6151056" y="49113"/>
                  </a:lnTo>
                  <a:lnTo>
                    <a:pt x="6151150" y="49113"/>
                  </a:lnTo>
                  <a:lnTo>
                    <a:pt x="6151244" y="49113"/>
                  </a:lnTo>
                  <a:lnTo>
                    <a:pt x="6151339" y="49113"/>
                  </a:lnTo>
                  <a:lnTo>
                    <a:pt x="6151433" y="49113"/>
                  </a:lnTo>
                  <a:lnTo>
                    <a:pt x="6151527" y="49113"/>
                  </a:lnTo>
                  <a:lnTo>
                    <a:pt x="6151621" y="49113"/>
                  </a:lnTo>
                  <a:lnTo>
                    <a:pt x="6151715" y="49113"/>
                  </a:lnTo>
                  <a:lnTo>
                    <a:pt x="6151809" y="49113"/>
                  </a:lnTo>
                  <a:lnTo>
                    <a:pt x="6151904" y="49113"/>
                  </a:lnTo>
                  <a:lnTo>
                    <a:pt x="6151998" y="49113"/>
                  </a:lnTo>
                  <a:lnTo>
                    <a:pt x="6152092" y="49113"/>
                  </a:lnTo>
                  <a:lnTo>
                    <a:pt x="6152186" y="49113"/>
                  </a:lnTo>
                  <a:lnTo>
                    <a:pt x="6152280" y="49113"/>
                  </a:lnTo>
                  <a:lnTo>
                    <a:pt x="6152374" y="49113"/>
                  </a:lnTo>
                  <a:lnTo>
                    <a:pt x="6152468" y="49113"/>
                  </a:lnTo>
                  <a:lnTo>
                    <a:pt x="6152563" y="49113"/>
                  </a:lnTo>
                  <a:lnTo>
                    <a:pt x="6152657" y="49113"/>
                  </a:lnTo>
                  <a:lnTo>
                    <a:pt x="6152751" y="49113"/>
                  </a:lnTo>
                  <a:lnTo>
                    <a:pt x="6152845" y="49113"/>
                  </a:lnTo>
                  <a:lnTo>
                    <a:pt x="6152939" y="49113"/>
                  </a:lnTo>
                  <a:lnTo>
                    <a:pt x="6153033" y="49113"/>
                  </a:lnTo>
                  <a:lnTo>
                    <a:pt x="6153128" y="49113"/>
                  </a:lnTo>
                  <a:lnTo>
                    <a:pt x="6153222" y="49113"/>
                  </a:lnTo>
                  <a:lnTo>
                    <a:pt x="6153316" y="49113"/>
                  </a:lnTo>
                  <a:lnTo>
                    <a:pt x="6153410" y="49113"/>
                  </a:lnTo>
                  <a:lnTo>
                    <a:pt x="6153504" y="49113"/>
                  </a:lnTo>
                  <a:lnTo>
                    <a:pt x="6153598" y="49113"/>
                  </a:lnTo>
                  <a:lnTo>
                    <a:pt x="6153692" y="49113"/>
                  </a:lnTo>
                  <a:lnTo>
                    <a:pt x="6153787" y="49113"/>
                  </a:lnTo>
                  <a:lnTo>
                    <a:pt x="6153881" y="49113"/>
                  </a:lnTo>
                  <a:lnTo>
                    <a:pt x="6153975" y="49113"/>
                  </a:lnTo>
                  <a:lnTo>
                    <a:pt x="6154069" y="49113"/>
                  </a:lnTo>
                  <a:lnTo>
                    <a:pt x="6154163" y="49113"/>
                  </a:lnTo>
                  <a:lnTo>
                    <a:pt x="6154257" y="49113"/>
                  </a:lnTo>
                  <a:lnTo>
                    <a:pt x="6154351" y="49113"/>
                  </a:lnTo>
                  <a:lnTo>
                    <a:pt x="6154446" y="49113"/>
                  </a:lnTo>
                  <a:lnTo>
                    <a:pt x="6154540" y="49113"/>
                  </a:lnTo>
                  <a:lnTo>
                    <a:pt x="6154634" y="49113"/>
                  </a:lnTo>
                  <a:lnTo>
                    <a:pt x="6154728" y="49113"/>
                  </a:lnTo>
                  <a:lnTo>
                    <a:pt x="6154822" y="49113"/>
                  </a:lnTo>
                  <a:lnTo>
                    <a:pt x="6154916" y="49113"/>
                  </a:lnTo>
                  <a:lnTo>
                    <a:pt x="6155011" y="49113"/>
                  </a:lnTo>
                  <a:lnTo>
                    <a:pt x="6155105" y="49113"/>
                  </a:lnTo>
                  <a:lnTo>
                    <a:pt x="6155199" y="49113"/>
                  </a:lnTo>
                  <a:lnTo>
                    <a:pt x="6155293" y="49113"/>
                  </a:lnTo>
                  <a:lnTo>
                    <a:pt x="6155387" y="49113"/>
                  </a:lnTo>
                  <a:lnTo>
                    <a:pt x="6155481" y="49113"/>
                  </a:lnTo>
                  <a:lnTo>
                    <a:pt x="6155575" y="49113"/>
                  </a:lnTo>
                  <a:lnTo>
                    <a:pt x="6155670" y="49113"/>
                  </a:lnTo>
                  <a:lnTo>
                    <a:pt x="6155764" y="49113"/>
                  </a:lnTo>
                  <a:lnTo>
                    <a:pt x="6155858" y="49113"/>
                  </a:lnTo>
                  <a:lnTo>
                    <a:pt x="6155952" y="49113"/>
                  </a:lnTo>
                  <a:lnTo>
                    <a:pt x="6156046" y="49113"/>
                  </a:lnTo>
                  <a:lnTo>
                    <a:pt x="6156140" y="49113"/>
                  </a:lnTo>
                  <a:lnTo>
                    <a:pt x="6156235" y="49113"/>
                  </a:lnTo>
                  <a:lnTo>
                    <a:pt x="6156329" y="49113"/>
                  </a:lnTo>
                  <a:lnTo>
                    <a:pt x="6156423" y="49113"/>
                  </a:lnTo>
                  <a:lnTo>
                    <a:pt x="6156517" y="49113"/>
                  </a:lnTo>
                  <a:lnTo>
                    <a:pt x="6156611" y="49113"/>
                  </a:lnTo>
                  <a:lnTo>
                    <a:pt x="6156705" y="49113"/>
                  </a:lnTo>
                  <a:lnTo>
                    <a:pt x="6156799" y="49113"/>
                  </a:lnTo>
                  <a:lnTo>
                    <a:pt x="6156894" y="49113"/>
                  </a:lnTo>
                  <a:lnTo>
                    <a:pt x="6156988" y="49113"/>
                  </a:lnTo>
                  <a:lnTo>
                    <a:pt x="6157082" y="49113"/>
                  </a:lnTo>
                  <a:lnTo>
                    <a:pt x="6157176" y="49113"/>
                  </a:lnTo>
                  <a:lnTo>
                    <a:pt x="6157270" y="49113"/>
                  </a:lnTo>
                  <a:lnTo>
                    <a:pt x="6157364" y="49113"/>
                  </a:lnTo>
                  <a:lnTo>
                    <a:pt x="6157459" y="49113"/>
                  </a:lnTo>
                  <a:lnTo>
                    <a:pt x="6157553" y="49113"/>
                  </a:lnTo>
                  <a:lnTo>
                    <a:pt x="6157647" y="49113"/>
                  </a:lnTo>
                  <a:lnTo>
                    <a:pt x="6157741" y="49113"/>
                  </a:lnTo>
                  <a:lnTo>
                    <a:pt x="6157835" y="49113"/>
                  </a:lnTo>
                  <a:lnTo>
                    <a:pt x="6157929" y="49113"/>
                  </a:lnTo>
                  <a:lnTo>
                    <a:pt x="6158023" y="49113"/>
                  </a:lnTo>
                  <a:lnTo>
                    <a:pt x="6158118" y="49113"/>
                  </a:lnTo>
                  <a:lnTo>
                    <a:pt x="6158212" y="49113"/>
                  </a:lnTo>
                  <a:lnTo>
                    <a:pt x="6158306" y="49113"/>
                  </a:lnTo>
                  <a:lnTo>
                    <a:pt x="6158400" y="49113"/>
                  </a:lnTo>
                  <a:lnTo>
                    <a:pt x="6158494" y="49113"/>
                  </a:lnTo>
                  <a:lnTo>
                    <a:pt x="6158588" y="49113"/>
                  </a:lnTo>
                  <a:lnTo>
                    <a:pt x="6158682" y="49113"/>
                  </a:lnTo>
                  <a:lnTo>
                    <a:pt x="6158777" y="49113"/>
                  </a:lnTo>
                  <a:lnTo>
                    <a:pt x="6158871" y="49113"/>
                  </a:lnTo>
                  <a:lnTo>
                    <a:pt x="6158965" y="49113"/>
                  </a:lnTo>
                  <a:lnTo>
                    <a:pt x="6159059" y="49113"/>
                  </a:lnTo>
                  <a:lnTo>
                    <a:pt x="6159153" y="49113"/>
                  </a:lnTo>
                  <a:lnTo>
                    <a:pt x="6159247" y="49113"/>
                  </a:lnTo>
                  <a:lnTo>
                    <a:pt x="6159342" y="49113"/>
                  </a:lnTo>
                  <a:lnTo>
                    <a:pt x="6159436" y="49113"/>
                  </a:lnTo>
                  <a:lnTo>
                    <a:pt x="6159530" y="49113"/>
                  </a:lnTo>
                  <a:lnTo>
                    <a:pt x="6159624" y="49113"/>
                  </a:lnTo>
                  <a:lnTo>
                    <a:pt x="6159718" y="49113"/>
                  </a:lnTo>
                  <a:lnTo>
                    <a:pt x="6159812" y="49113"/>
                  </a:lnTo>
                  <a:lnTo>
                    <a:pt x="6159906" y="49113"/>
                  </a:lnTo>
                  <a:lnTo>
                    <a:pt x="6160001" y="49113"/>
                  </a:lnTo>
                  <a:lnTo>
                    <a:pt x="6160095" y="49113"/>
                  </a:lnTo>
                  <a:lnTo>
                    <a:pt x="6160189" y="49113"/>
                  </a:lnTo>
                  <a:lnTo>
                    <a:pt x="6160283" y="49113"/>
                  </a:lnTo>
                  <a:lnTo>
                    <a:pt x="6160377" y="49113"/>
                  </a:lnTo>
                  <a:lnTo>
                    <a:pt x="6160471" y="49113"/>
                  </a:lnTo>
                  <a:lnTo>
                    <a:pt x="6160566" y="49113"/>
                  </a:lnTo>
                  <a:lnTo>
                    <a:pt x="6160660" y="49113"/>
                  </a:lnTo>
                  <a:lnTo>
                    <a:pt x="6160754" y="49113"/>
                  </a:lnTo>
                  <a:lnTo>
                    <a:pt x="6160848" y="49113"/>
                  </a:lnTo>
                  <a:lnTo>
                    <a:pt x="6160942" y="49113"/>
                  </a:lnTo>
                  <a:lnTo>
                    <a:pt x="6161036" y="49113"/>
                  </a:lnTo>
                  <a:lnTo>
                    <a:pt x="6161130" y="49113"/>
                  </a:lnTo>
                  <a:lnTo>
                    <a:pt x="6161225" y="49113"/>
                  </a:lnTo>
                  <a:lnTo>
                    <a:pt x="6161319" y="49113"/>
                  </a:lnTo>
                  <a:lnTo>
                    <a:pt x="6161413" y="49113"/>
                  </a:lnTo>
                  <a:lnTo>
                    <a:pt x="6161507" y="49113"/>
                  </a:lnTo>
                  <a:lnTo>
                    <a:pt x="6161601" y="49113"/>
                  </a:lnTo>
                  <a:lnTo>
                    <a:pt x="6161695" y="49113"/>
                  </a:lnTo>
                  <a:lnTo>
                    <a:pt x="6161790" y="49113"/>
                  </a:lnTo>
                  <a:lnTo>
                    <a:pt x="6161884" y="49113"/>
                  </a:lnTo>
                  <a:lnTo>
                    <a:pt x="6161978" y="49113"/>
                  </a:lnTo>
                  <a:lnTo>
                    <a:pt x="6162072" y="49113"/>
                  </a:lnTo>
                  <a:lnTo>
                    <a:pt x="6162166" y="49113"/>
                  </a:lnTo>
                  <a:lnTo>
                    <a:pt x="6162260" y="49113"/>
                  </a:lnTo>
                  <a:lnTo>
                    <a:pt x="6162354" y="49113"/>
                  </a:lnTo>
                  <a:lnTo>
                    <a:pt x="6162449" y="49113"/>
                  </a:lnTo>
                  <a:lnTo>
                    <a:pt x="6162543" y="49113"/>
                  </a:lnTo>
                  <a:lnTo>
                    <a:pt x="6162637" y="49113"/>
                  </a:lnTo>
                  <a:lnTo>
                    <a:pt x="6162731" y="49113"/>
                  </a:lnTo>
                  <a:lnTo>
                    <a:pt x="6162825" y="49113"/>
                  </a:lnTo>
                  <a:lnTo>
                    <a:pt x="6162919" y="49113"/>
                  </a:lnTo>
                  <a:lnTo>
                    <a:pt x="6163013" y="49113"/>
                  </a:lnTo>
                  <a:lnTo>
                    <a:pt x="6163108" y="49113"/>
                  </a:lnTo>
                  <a:lnTo>
                    <a:pt x="6163202" y="49113"/>
                  </a:lnTo>
                  <a:lnTo>
                    <a:pt x="6163296" y="49113"/>
                  </a:lnTo>
                  <a:lnTo>
                    <a:pt x="6163390" y="49113"/>
                  </a:lnTo>
                  <a:lnTo>
                    <a:pt x="6163484" y="49113"/>
                  </a:lnTo>
                  <a:lnTo>
                    <a:pt x="6163578" y="49113"/>
                  </a:lnTo>
                  <a:lnTo>
                    <a:pt x="6163673" y="49113"/>
                  </a:lnTo>
                  <a:lnTo>
                    <a:pt x="6163767" y="49113"/>
                  </a:lnTo>
                  <a:lnTo>
                    <a:pt x="6163861" y="49113"/>
                  </a:lnTo>
                  <a:lnTo>
                    <a:pt x="6163955" y="49113"/>
                  </a:lnTo>
                  <a:lnTo>
                    <a:pt x="6164049" y="49113"/>
                  </a:lnTo>
                  <a:lnTo>
                    <a:pt x="6164143" y="49113"/>
                  </a:lnTo>
                  <a:lnTo>
                    <a:pt x="6164237" y="49113"/>
                  </a:lnTo>
                  <a:lnTo>
                    <a:pt x="6164332" y="49113"/>
                  </a:lnTo>
                  <a:lnTo>
                    <a:pt x="6164426" y="49113"/>
                  </a:lnTo>
                  <a:lnTo>
                    <a:pt x="6164520" y="49113"/>
                  </a:lnTo>
                  <a:lnTo>
                    <a:pt x="6164614" y="49113"/>
                  </a:lnTo>
                  <a:lnTo>
                    <a:pt x="6164708" y="49113"/>
                  </a:lnTo>
                  <a:lnTo>
                    <a:pt x="6164802" y="49113"/>
                  </a:lnTo>
                  <a:lnTo>
                    <a:pt x="6164897" y="49113"/>
                  </a:lnTo>
                  <a:lnTo>
                    <a:pt x="6164991" y="49113"/>
                  </a:lnTo>
                  <a:lnTo>
                    <a:pt x="6165085" y="49113"/>
                  </a:lnTo>
                  <a:lnTo>
                    <a:pt x="6165179" y="49113"/>
                  </a:lnTo>
                  <a:lnTo>
                    <a:pt x="6165273" y="49113"/>
                  </a:lnTo>
                  <a:lnTo>
                    <a:pt x="6165367" y="49113"/>
                  </a:lnTo>
                  <a:lnTo>
                    <a:pt x="6165461" y="49113"/>
                  </a:lnTo>
                  <a:lnTo>
                    <a:pt x="6165556" y="49113"/>
                  </a:lnTo>
                  <a:lnTo>
                    <a:pt x="6165650" y="49113"/>
                  </a:lnTo>
                  <a:lnTo>
                    <a:pt x="6165744" y="49113"/>
                  </a:lnTo>
                  <a:lnTo>
                    <a:pt x="6165838" y="49113"/>
                  </a:lnTo>
                  <a:lnTo>
                    <a:pt x="6165932" y="49113"/>
                  </a:lnTo>
                  <a:lnTo>
                    <a:pt x="6166026" y="49113"/>
                  </a:lnTo>
                  <a:lnTo>
                    <a:pt x="6166121" y="49113"/>
                  </a:lnTo>
                  <a:lnTo>
                    <a:pt x="6166215" y="49113"/>
                  </a:lnTo>
                  <a:lnTo>
                    <a:pt x="6166309" y="49113"/>
                  </a:lnTo>
                  <a:lnTo>
                    <a:pt x="6166403" y="49113"/>
                  </a:lnTo>
                  <a:lnTo>
                    <a:pt x="6166497" y="49113"/>
                  </a:lnTo>
                  <a:lnTo>
                    <a:pt x="6166591" y="49113"/>
                  </a:lnTo>
                  <a:lnTo>
                    <a:pt x="6166685" y="49113"/>
                  </a:lnTo>
                  <a:lnTo>
                    <a:pt x="6166780" y="49113"/>
                  </a:lnTo>
                  <a:lnTo>
                    <a:pt x="6166874" y="49113"/>
                  </a:lnTo>
                  <a:lnTo>
                    <a:pt x="6166968" y="49113"/>
                  </a:lnTo>
                  <a:lnTo>
                    <a:pt x="6167062" y="49113"/>
                  </a:lnTo>
                  <a:lnTo>
                    <a:pt x="6167156" y="49113"/>
                  </a:lnTo>
                  <a:lnTo>
                    <a:pt x="6167250" y="49113"/>
                  </a:lnTo>
                  <a:lnTo>
                    <a:pt x="6167344" y="49113"/>
                  </a:lnTo>
                  <a:lnTo>
                    <a:pt x="6167439" y="49113"/>
                  </a:lnTo>
                  <a:lnTo>
                    <a:pt x="6167533" y="49113"/>
                  </a:lnTo>
                  <a:lnTo>
                    <a:pt x="6167627" y="49113"/>
                  </a:lnTo>
                  <a:lnTo>
                    <a:pt x="6167721" y="49113"/>
                  </a:lnTo>
                  <a:lnTo>
                    <a:pt x="6167815" y="49113"/>
                  </a:lnTo>
                  <a:lnTo>
                    <a:pt x="6167909" y="49113"/>
                  </a:lnTo>
                  <a:lnTo>
                    <a:pt x="6168004" y="49113"/>
                  </a:lnTo>
                  <a:lnTo>
                    <a:pt x="6168098" y="49113"/>
                  </a:lnTo>
                  <a:lnTo>
                    <a:pt x="6168192" y="49113"/>
                  </a:lnTo>
                  <a:lnTo>
                    <a:pt x="6168286" y="49113"/>
                  </a:lnTo>
                  <a:lnTo>
                    <a:pt x="6168380" y="49113"/>
                  </a:lnTo>
                  <a:lnTo>
                    <a:pt x="6168474" y="49113"/>
                  </a:lnTo>
                  <a:lnTo>
                    <a:pt x="6168568" y="49113"/>
                  </a:lnTo>
                  <a:lnTo>
                    <a:pt x="6168663" y="49113"/>
                  </a:lnTo>
                  <a:lnTo>
                    <a:pt x="6168757" y="49113"/>
                  </a:lnTo>
                  <a:lnTo>
                    <a:pt x="6168851" y="49113"/>
                  </a:lnTo>
                  <a:lnTo>
                    <a:pt x="6168945" y="49113"/>
                  </a:lnTo>
                  <a:lnTo>
                    <a:pt x="6169039" y="49113"/>
                  </a:lnTo>
                  <a:lnTo>
                    <a:pt x="6169133" y="49113"/>
                  </a:lnTo>
                  <a:lnTo>
                    <a:pt x="6169228" y="49113"/>
                  </a:lnTo>
                  <a:lnTo>
                    <a:pt x="6169322" y="49113"/>
                  </a:lnTo>
                  <a:lnTo>
                    <a:pt x="6169416" y="49113"/>
                  </a:lnTo>
                  <a:lnTo>
                    <a:pt x="6169510" y="49113"/>
                  </a:lnTo>
                  <a:lnTo>
                    <a:pt x="6169604" y="49113"/>
                  </a:lnTo>
                  <a:lnTo>
                    <a:pt x="6169698" y="49113"/>
                  </a:lnTo>
                  <a:lnTo>
                    <a:pt x="6169792" y="49113"/>
                  </a:lnTo>
                  <a:lnTo>
                    <a:pt x="6169887" y="49113"/>
                  </a:lnTo>
                  <a:lnTo>
                    <a:pt x="6169981" y="49113"/>
                  </a:lnTo>
                  <a:lnTo>
                    <a:pt x="6170075" y="49113"/>
                  </a:lnTo>
                  <a:lnTo>
                    <a:pt x="6170169" y="49113"/>
                  </a:lnTo>
                  <a:lnTo>
                    <a:pt x="6170263" y="49113"/>
                  </a:lnTo>
                  <a:lnTo>
                    <a:pt x="6170357" y="49113"/>
                  </a:lnTo>
                  <a:lnTo>
                    <a:pt x="6170452" y="49113"/>
                  </a:lnTo>
                  <a:lnTo>
                    <a:pt x="6170546" y="49113"/>
                  </a:lnTo>
                  <a:lnTo>
                    <a:pt x="6170640" y="49113"/>
                  </a:lnTo>
                  <a:lnTo>
                    <a:pt x="6170734" y="49113"/>
                  </a:lnTo>
                  <a:lnTo>
                    <a:pt x="6170828" y="49113"/>
                  </a:lnTo>
                  <a:lnTo>
                    <a:pt x="6170922" y="49113"/>
                  </a:lnTo>
                  <a:lnTo>
                    <a:pt x="6171016" y="49113"/>
                  </a:lnTo>
                  <a:lnTo>
                    <a:pt x="6171111" y="49113"/>
                  </a:lnTo>
                  <a:lnTo>
                    <a:pt x="6171205" y="49113"/>
                  </a:lnTo>
                  <a:lnTo>
                    <a:pt x="6171299" y="49113"/>
                  </a:lnTo>
                  <a:lnTo>
                    <a:pt x="6171393" y="49113"/>
                  </a:lnTo>
                  <a:lnTo>
                    <a:pt x="6171487" y="49113"/>
                  </a:lnTo>
                  <a:lnTo>
                    <a:pt x="6171581" y="49113"/>
                  </a:lnTo>
                  <a:lnTo>
                    <a:pt x="6171675" y="49113"/>
                  </a:lnTo>
                  <a:lnTo>
                    <a:pt x="6171770" y="49113"/>
                  </a:lnTo>
                  <a:lnTo>
                    <a:pt x="6171864" y="49113"/>
                  </a:lnTo>
                  <a:lnTo>
                    <a:pt x="6171958" y="49113"/>
                  </a:lnTo>
                  <a:lnTo>
                    <a:pt x="6172052" y="49113"/>
                  </a:lnTo>
                  <a:lnTo>
                    <a:pt x="6172146" y="49113"/>
                  </a:lnTo>
                  <a:lnTo>
                    <a:pt x="6172240" y="49113"/>
                  </a:lnTo>
                  <a:lnTo>
                    <a:pt x="6172335" y="49113"/>
                  </a:lnTo>
                  <a:lnTo>
                    <a:pt x="6172429" y="49113"/>
                  </a:lnTo>
                  <a:lnTo>
                    <a:pt x="6172523" y="49113"/>
                  </a:lnTo>
                  <a:lnTo>
                    <a:pt x="6172617" y="49113"/>
                  </a:lnTo>
                  <a:lnTo>
                    <a:pt x="6172711" y="49113"/>
                  </a:lnTo>
                  <a:lnTo>
                    <a:pt x="6172805" y="49113"/>
                  </a:lnTo>
                  <a:lnTo>
                    <a:pt x="6172899" y="49113"/>
                  </a:lnTo>
                  <a:lnTo>
                    <a:pt x="6172994" y="49113"/>
                  </a:lnTo>
                  <a:lnTo>
                    <a:pt x="6173088" y="49113"/>
                  </a:lnTo>
                  <a:lnTo>
                    <a:pt x="6173182" y="49113"/>
                  </a:lnTo>
                  <a:lnTo>
                    <a:pt x="6173276" y="49113"/>
                  </a:lnTo>
                  <a:lnTo>
                    <a:pt x="6173370" y="49113"/>
                  </a:lnTo>
                  <a:lnTo>
                    <a:pt x="6173464" y="49113"/>
                  </a:lnTo>
                  <a:lnTo>
                    <a:pt x="6173559" y="49113"/>
                  </a:lnTo>
                  <a:lnTo>
                    <a:pt x="6173653" y="49113"/>
                  </a:lnTo>
                  <a:lnTo>
                    <a:pt x="6173747" y="49113"/>
                  </a:lnTo>
                  <a:lnTo>
                    <a:pt x="6173841" y="49113"/>
                  </a:lnTo>
                  <a:lnTo>
                    <a:pt x="6173935" y="49113"/>
                  </a:lnTo>
                  <a:lnTo>
                    <a:pt x="6174029" y="49113"/>
                  </a:lnTo>
                  <a:lnTo>
                    <a:pt x="6174123" y="49113"/>
                  </a:lnTo>
                  <a:lnTo>
                    <a:pt x="6174218" y="49113"/>
                  </a:lnTo>
                  <a:lnTo>
                    <a:pt x="6174312" y="49113"/>
                  </a:lnTo>
                  <a:lnTo>
                    <a:pt x="6174406" y="49113"/>
                  </a:lnTo>
                  <a:lnTo>
                    <a:pt x="6174500" y="49113"/>
                  </a:lnTo>
                  <a:lnTo>
                    <a:pt x="6174594" y="49113"/>
                  </a:lnTo>
                  <a:lnTo>
                    <a:pt x="6174688" y="49113"/>
                  </a:lnTo>
                  <a:lnTo>
                    <a:pt x="6174783" y="49113"/>
                  </a:lnTo>
                  <a:lnTo>
                    <a:pt x="6174877" y="49113"/>
                  </a:lnTo>
                  <a:lnTo>
                    <a:pt x="6174971" y="49113"/>
                  </a:lnTo>
                  <a:lnTo>
                    <a:pt x="6175065" y="49113"/>
                  </a:lnTo>
                  <a:lnTo>
                    <a:pt x="6175159" y="49113"/>
                  </a:lnTo>
                  <a:lnTo>
                    <a:pt x="6175253" y="49113"/>
                  </a:lnTo>
                  <a:lnTo>
                    <a:pt x="6175347" y="49113"/>
                  </a:lnTo>
                  <a:lnTo>
                    <a:pt x="6175442" y="49113"/>
                  </a:lnTo>
                  <a:lnTo>
                    <a:pt x="6175536" y="49113"/>
                  </a:lnTo>
                  <a:lnTo>
                    <a:pt x="6175630" y="49113"/>
                  </a:lnTo>
                  <a:lnTo>
                    <a:pt x="6175724" y="49113"/>
                  </a:lnTo>
                  <a:lnTo>
                    <a:pt x="6175818" y="49113"/>
                  </a:lnTo>
                  <a:lnTo>
                    <a:pt x="6175912" y="49113"/>
                  </a:lnTo>
                  <a:lnTo>
                    <a:pt x="6176006" y="49113"/>
                  </a:lnTo>
                  <a:lnTo>
                    <a:pt x="6176101" y="49113"/>
                  </a:lnTo>
                  <a:lnTo>
                    <a:pt x="6176195" y="49113"/>
                  </a:lnTo>
                  <a:lnTo>
                    <a:pt x="6176289" y="49113"/>
                  </a:lnTo>
                  <a:lnTo>
                    <a:pt x="6176383" y="49113"/>
                  </a:lnTo>
                  <a:lnTo>
                    <a:pt x="6176477" y="49113"/>
                  </a:lnTo>
                  <a:lnTo>
                    <a:pt x="6176571" y="49113"/>
                  </a:lnTo>
                  <a:lnTo>
                    <a:pt x="6176666" y="49113"/>
                  </a:lnTo>
                  <a:lnTo>
                    <a:pt x="6176760" y="49113"/>
                  </a:lnTo>
                  <a:lnTo>
                    <a:pt x="6176854" y="49113"/>
                  </a:lnTo>
                  <a:lnTo>
                    <a:pt x="6176948" y="49113"/>
                  </a:lnTo>
                  <a:lnTo>
                    <a:pt x="6177042" y="49113"/>
                  </a:lnTo>
                  <a:lnTo>
                    <a:pt x="6177136" y="49113"/>
                  </a:lnTo>
                  <a:lnTo>
                    <a:pt x="6177230" y="49113"/>
                  </a:lnTo>
                  <a:lnTo>
                    <a:pt x="6177325" y="49113"/>
                  </a:lnTo>
                  <a:lnTo>
                    <a:pt x="6177419" y="49113"/>
                  </a:lnTo>
                  <a:lnTo>
                    <a:pt x="6177513" y="49113"/>
                  </a:lnTo>
                  <a:lnTo>
                    <a:pt x="6177607" y="49113"/>
                  </a:lnTo>
                  <a:lnTo>
                    <a:pt x="6177701" y="49113"/>
                  </a:lnTo>
                  <a:lnTo>
                    <a:pt x="6177795" y="49113"/>
                  </a:lnTo>
                  <a:lnTo>
                    <a:pt x="6177890" y="49113"/>
                  </a:lnTo>
                  <a:lnTo>
                    <a:pt x="6177984" y="49113"/>
                  </a:lnTo>
                  <a:lnTo>
                    <a:pt x="6178078" y="49113"/>
                  </a:lnTo>
                  <a:lnTo>
                    <a:pt x="6178172" y="49113"/>
                  </a:lnTo>
                  <a:lnTo>
                    <a:pt x="6178266" y="49113"/>
                  </a:lnTo>
                  <a:lnTo>
                    <a:pt x="6178360" y="49113"/>
                  </a:lnTo>
                  <a:lnTo>
                    <a:pt x="6178454" y="49113"/>
                  </a:lnTo>
                  <a:lnTo>
                    <a:pt x="6178549" y="49113"/>
                  </a:lnTo>
                  <a:lnTo>
                    <a:pt x="6178643" y="49113"/>
                  </a:lnTo>
                  <a:lnTo>
                    <a:pt x="6178737" y="49113"/>
                  </a:lnTo>
                  <a:lnTo>
                    <a:pt x="6178831" y="49113"/>
                  </a:lnTo>
                  <a:lnTo>
                    <a:pt x="6178925" y="49113"/>
                  </a:lnTo>
                  <a:lnTo>
                    <a:pt x="6179019" y="49113"/>
                  </a:lnTo>
                  <a:lnTo>
                    <a:pt x="6179114" y="49113"/>
                  </a:lnTo>
                  <a:lnTo>
                    <a:pt x="6179208" y="49113"/>
                  </a:lnTo>
                  <a:lnTo>
                    <a:pt x="6179302" y="49113"/>
                  </a:lnTo>
                  <a:lnTo>
                    <a:pt x="6179396" y="49113"/>
                  </a:lnTo>
                  <a:lnTo>
                    <a:pt x="6179490" y="49113"/>
                  </a:lnTo>
                  <a:lnTo>
                    <a:pt x="6179584" y="49113"/>
                  </a:lnTo>
                  <a:lnTo>
                    <a:pt x="6179678" y="49113"/>
                  </a:lnTo>
                  <a:lnTo>
                    <a:pt x="6179773" y="49113"/>
                  </a:lnTo>
                  <a:lnTo>
                    <a:pt x="6179867" y="49113"/>
                  </a:lnTo>
                  <a:lnTo>
                    <a:pt x="6179867" y="44202"/>
                  </a:lnTo>
                  <a:lnTo>
                    <a:pt x="6179961" y="44202"/>
                  </a:lnTo>
                  <a:lnTo>
                    <a:pt x="6180055" y="44202"/>
                  </a:lnTo>
                  <a:lnTo>
                    <a:pt x="6180149" y="44202"/>
                  </a:lnTo>
                  <a:lnTo>
                    <a:pt x="6180243" y="44202"/>
                  </a:lnTo>
                  <a:lnTo>
                    <a:pt x="6180337" y="44202"/>
                  </a:lnTo>
                  <a:lnTo>
                    <a:pt x="6180432" y="44202"/>
                  </a:lnTo>
                  <a:lnTo>
                    <a:pt x="6180526" y="44202"/>
                  </a:lnTo>
                  <a:lnTo>
                    <a:pt x="6180620" y="44202"/>
                  </a:lnTo>
                  <a:lnTo>
                    <a:pt x="6180714" y="44202"/>
                  </a:lnTo>
                  <a:lnTo>
                    <a:pt x="6180808" y="44202"/>
                  </a:lnTo>
                  <a:lnTo>
                    <a:pt x="6180902" y="44202"/>
                  </a:lnTo>
                  <a:lnTo>
                    <a:pt x="6180997" y="44202"/>
                  </a:lnTo>
                  <a:lnTo>
                    <a:pt x="6181091" y="44202"/>
                  </a:lnTo>
                  <a:lnTo>
                    <a:pt x="6181185" y="44202"/>
                  </a:lnTo>
                  <a:lnTo>
                    <a:pt x="6181279" y="44202"/>
                  </a:lnTo>
                  <a:lnTo>
                    <a:pt x="6181373" y="44202"/>
                  </a:lnTo>
                  <a:lnTo>
                    <a:pt x="6181467" y="44202"/>
                  </a:lnTo>
                  <a:lnTo>
                    <a:pt x="6181561" y="44202"/>
                  </a:lnTo>
                  <a:lnTo>
                    <a:pt x="6181656" y="44202"/>
                  </a:lnTo>
                  <a:lnTo>
                    <a:pt x="6181750" y="44202"/>
                  </a:lnTo>
                  <a:lnTo>
                    <a:pt x="6181844" y="44202"/>
                  </a:lnTo>
                  <a:lnTo>
                    <a:pt x="6181938" y="44202"/>
                  </a:lnTo>
                  <a:lnTo>
                    <a:pt x="6182032" y="44202"/>
                  </a:lnTo>
                  <a:lnTo>
                    <a:pt x="6182126" y="44202"/>
                  </a:lnTo>
                  <a:lnTo>
                    <a:pt x="6182221" y="44202"/>
                  </a:lnTo>
                  <a:lnTo>
                    <a:pt x="6182315" y="44202"/>
                  </a:lnTo>
                  <a:lnTo>
                    <a:pt x="6182409" y="44202"/>
                  </a:lnTo>
                  <a:lnTo>
                    <a:pt x="6182503" y="44202"/>
                  </a:lnTo>
                  <a:lnTo>
                    <a:pt x="6182597" y="44202"/>
                  </a:lnTo>
                  <a:lnTo>
                    <a:pt x="6182691" y="44202"/>
                  </a:lnTo>
                  <a:lnTo>
                    <a:pt x="6182785" y="44202"/>
                  </a:lnTo>
                  <a:lnTo>
                    <a:pt x="6182880" y="44202"/>
                  </a:lnTo>
                  <a:lnTo>
                    <a:pt x="6182974" y="44202"/>
                  </a:lnTo>
                  <a:lnTo>
                    <a:pt x="6183068" y="44202"/>
                  </a:lnTo>
                  <a:lnTo>
                    <a:pt x="6183162" y="44202"/>
                  </a:lnTo>
                  <a:lnTo>
                    <a:pt x="6183256" y="44202"/>
                  </a:lnTo>
                  <a:lnTo>
                    <a:pt x="6183350" y="44202"/>
                  </a:lnTo>
                  <a:lnTo>
                    <a:pt x="6183445" y="44202"/>
                  </a:lnTo>
                  <a:lnTo>
                    <a:pt x="6183539" y="44202"/>
                  </a:lnTo>
                  <a:lnTo>
                    <a:pt x="6183633" y="44202"/>
                  </a:lnTo>
                  <a:lnTo>
                    <a:pt x="6183727" y="44202"/>
                  </a:lnTo>
                  <a:lnTo>
                    <a:pt x="6183821" y="44202"/>
                  </a:lnTo>
                  <a:lnTo>
                    <a:pt x="6183915" y="44202"/>
                  </a:lnTo>
                  <a:lnTo>
                    <a:pt x="6184009" y="44202"/>
                  </a:lnTo>
                  <a:lnTo>
                    <a:pt x="6184104" y="44202"/>
                  </a:lnTo>
                  <a:lnTo>
                    <a:pt x="6184198" y="44202"/>
                  </a:lnTo>
                  <a:lnTo>
                    <a:pt x="6184292" y="44202"/>
                  </a:lnTo>
                  <a:lnTo>
                    <a:pt x="6184386" y="44202"/>
                  </a:lnTo>
                  <a:lnTo>
                    <a:pt x="6184480" y="44202"/>
                  </a:lnTo>
                  <a:lnTo>
                    <a:pt x="6184574" y="44202"/>
                  </a:lnTo>
                  <a:lnTo>
                    <a:pt x="6184668" y="44202"/>
                  </a:lnTo>
                  <a:lnTo>
                    <a:pt x="6184763" y="44202"/>
                  </a:lnTo>
                  <a:lnTo>
                    <a:pt x="6184857" y="44202"/>
                  </a:lnTo>
                  <a:lnTo>
                    <a:pt x="6184951" y="44202"/>
                  </a:lnTo>
                  <a:lnTo>
                    <a:pt x="6185045" y="44202"/>
                  </a:lnTo>
                  <a:lnTo>
                    <a:pt x="6185139" y="44202"/>
                  </a:lnTo>
                  <a:lnTo>
                    <a:pt x="6185233" y="44202"/>
                  </a:lnTo>
                  <a:lnTo>
                    <a:pt x="6185328" y="44202"/>
                  </a:lnTo>
                  <a:lnTo>
                    <a:pt x="6185422" y="44202"/>
                  </a:lnTo>
                  <a:lnTo>
                    <a:pt x="6185516" y="44202"/>
                  </a:lnTo>
                  <a:lnTo>
                    <a:pt x="6185610" y="44202"/>
                  </a:lnTo>
                  <a:lnTo>
                    <a:pt x="6185704" y="44202"/>
                  </a:lnTo>
                  <a:lnTo>
                    <a:pt x="6185798" y="44202"/>
                  </a:lnTo>
                  <a:lnTo>
                    <a:pt x="6185892" y="44202"/>
                  </a:lnTo>
                  <a:lnTo>
                    <a:pt x="6185987" y="44202"/>
                  </a:lnTo>
                  <a:lnTo>
                    <a:pt x="6186081" y="44202"/>
                  </a:lnTo>
                  <a:lnTo>
                    <a:pt x="6186175" y="44202"/>
                  </a:lnTo>
                  <a:lnTo>
                    <a:pt x="6186269" y="44202"/>
                  </a:lnTo>
                  <a:lnTo>
                    <a:pt x="6186363" y="44202"/>
                  </a:lnTo>
                  <a:lnTo>
                    <a:pt x="6186457" y="44202"/>
                  </a:lnTo>
                  <a:lnTo>
                    <a:pt x="6186552" y="44202"/>
                  </a:lnTo>
                  <a:lnTo>
                    <a:pt x="6186646" y="44202"/>
                  </a:lnTo>
                  <a:lnTo>
                    <a:pt x="6186740" y="44202"/>
                  </a:lnTo>
                  <a:lnTo>
                    <a:pt x="6186834" y="44202"/>
                  </a:lnTo>
                  <a:lnTo>
                    <a:pt x="6186928" y="44202"/>
                  </a:lnTo>
                  <a:lnTo>
                    <a:pt x="6187022" y="44202"/>
                  </a:lnTo>
                  <a:lnTo>
                    <a:pt x="6187116" y="44202"/>
                  </a:lnTo>
                  <a:lnTo>
                    <a:pt x="6187211" y="44202"/>
                  </a:lnTo>
                  <a:lnTo>
                    <a:pt x="6187305" y="44202"/>
                  </a:lnTo>
                  <a:lnTo>
                    <a:pt x="6187399" y="44202"/>
                  </a:lnTo>
                  <a:lnTo>
                    <a:pt x="6187493" y="44202"/>
                  </a:lnTo>
                  <a:lnTo>
                    <a:pt x="6187587" y="44202"/>
                  </a:lnTo>
                  <a:lnTo>
                    <a:pt x="6187681" y="44202"/>
                  </a:lnTo>
                  <a:lnTo>
                    <a:pt x="6187776" y="44202"/>
                  </a:lnTo>
                  <a:lnTo>
                    <a:pt x="6187870" y="44202"/>
                  </a:lnTo>
                  <a:lnTo>
                    <a:pt x="6187964" y="44202"/>
                  </a:lnTo>
                  <a:lnTo>
                    <a:pt x="6188058" y="44202"/>
                  </a:lnTo>
                  <a:lnTo>
                    <a:pt x="6188152" y="44202"/>
                  </a:lnTo>
                  <a:lnTo>
                    <a:pt x="6188246" y="44202"/>
                  </a:lnTo>
                  <a:lnTo>
                    <a:pt x="6188340" y="44202"/>
                  </a:lnTo>
                  <a:lnTo>
                    <a:pt x="6188435" y="44202"/>
                  </a:lnTo>
                  <a:lnTo>
                    <a:pt x="6188529" y="44202"/>
                  </a:lnTo>
                  <a:lnTo>
                    <a:pt x="6188623" y="44202"/>
                  </a:lnTo>
                  <a:lnTo>
                    <a:pt x="6188717" y="44202"/>
                  </a:lnTo>
                  <a:lnTo>
                    <a:pt x="6188811" y="44202"/>
                  </a:lnTo>
                  <a:lnTo>
                    <a:pt x="6188905" y="44202"/>
                  </a:lnTo>
                  <a:lnTo>
                    <a:pt x="6188999" y="44202"/>
                  </a:lnTo>
                  <a:lnTo>
                    <a:pt x="6189094" y="44202"/>
                  </a:lnTo>
                  <a:lnTo>
                    <a:pt x="6189188" y="44202"/>
                  </a:lnTo>
                  <a:lnTo>
                    <a:pt x="6189282" y="44202"/>
                  </a:lnTo>
                  <a:lnTo>
                    <a:pt x="6189376" y="44202"/>
                  </a:lnTo>
                  <a:lnTo>
                    <a:pt x="6189470" y="44202"/>
                  </a:lnTo>
                  <a:lnTo>
                    <a:pt x="6189564" y="44202"/>
                  </a:lnTo>
                  <a:lnTo>
                    <a:pt x="6189659" y="44202"/>
                  </a:lnTo>
                  <a:lnTo>
                    <a:pt x="6189753" y="44202"/>
                  </a:lnTo>
                  <a:lnTo>
                    <a:pt x="6189847" y="44202"/>
                  </a:lnTo>
                  <a:lnTo>
                    <a:pt x="6189941" y="44202"/>
                  </a:lnTo>
                  <a:lnTo>
                    <a:pt x="6190035" y="44202"/>
                  </a:lnTo>
                  <a:lnTo>
                    <a:pt x="6190129" y="44202"/>
                  </a:lnTo>
                  <a:lnTo>
                    <a:pt x="6190223" y="44202"/>
                  </a:lnTo>
                  <a:lnTo>
                    <a:pt x="6190318" y="44202"/>
                  </a:lnTo>
                  <a:lnTo>
                    <a:pt x="6190412" y="44202"/>
                  </a:lnTo>
                  <a:lnTo>
                    <a:pt x="6190506" y="44202"/>
                  </a:lnTo>
                  <a:lnTo>
                    <a:pt x="6190600" y="44202"/>
                  </a:lnTo>
                  <a:lnTo>
                    <a:pt x="6190694" y="44202"/>
                  </a:lnTo>
                  <a:lnTo>
                    <a:pt x="6190788" y="44202"/>
                  </a:lnTo>
                  <a:lnTo>
                    <a:pt x="6190883" y="44202"/>
                  </a:lnTo>
                  <a:lnTo>
                    <a:pt x="6190977" y="44202"/>
                  </a:lnTo>
                  <a:lnTo>
                    <a:pt x="6191071" y="44202"/>
                  </a:lnTo>
                  <a:lnTo>
                    <a:pt x="6191165" y="44202"/>
                  </a:lnTo>
                  <a:lnTo>
                    <a:pt x="6191259" y="44202"/>
                  </a:lnTo>
                  <a:lnTo>
                    <a:pt x="6191353" y="44202"/>
                  </a:lnTo>
                  <a:lnTo>
                    <a:pt x="6191447" y="44202"/>
                  </a:lnTo>
                  <a:lnTo>
                    <a:pt x="6191542" y="44202"/>
                  </a:lnTo>
                  <a:lnTo>
                    <a:pt x="6191636" y="44202"/>
                  </a:lnTo>
                  <a:lnTo>
                    <a:pt x="6191730" y="44202"/>
                  </a:lnTo>
                  <a:lnTo>
                    <a:pt x="6191824" y="44202"/>
                  </a:lnTo>
                  <a:lnTo>
                    <a:pt x="6191918" y="44202"/>
                  </a:lnTo>
                  <a:lnTo>
                    <a:pt x="6192012" y="44202"/>
                  </a:lnTo>
                  <a:lnTo>
                    <a:pt x="6192107" y="44202"/>
                  </a:lnTo>
                  <a:lnTo>
                    <a:pt x="6192201" y="44202"/>
                  </a:lnTo>
                  <a:lnTo>
                    <a:pt x="6192295" y="44202"/>
                  </a:lnTo>
                  <a:lnTo>
                    <a:pt x="6192389" y="44202"/>
                  </a:lnTo>
                  <a:lnTo>
                    <a:pt x="6192483" y="44202"/>
                  </a:lnTo>
                  <a:lnTo>
                    <a:pt x="6192577" y="44202"/>
                  </a:lnTo>
                  <a:lnTo>
                    <a:pt x="6192671" y="44202"/>
                  </a:lnTo>
                  <a:lnTo>
                    <a:pt x="6192766" y="44202"/>
                  </a:lnTo>
                  <a:lnTo>
                    <a:pt x="6192860" y="44202"/>
                  </a:lnTo>
                  <a:lnTo>
                    <a:pt x="6192954" y="44202"/>
                  </a:lnTo>
                  <a:lnTo>
                    <a:pt x="6193048" y="44202"/>
                  </a:lnTo>
                  <a:lnTo>
                    <a:pt x="6193142" y="44202"/>
                  </a:lnTo>
                  <a:lnTo>
                    <a:pt x="6193142" y="39290"/>
                  </a:lnTo>
                  <a:lnTo>
                    <a:pt x="6193236" y="39290"/>
                  </a:lnTo>
                  <a:lnTo>
                    <a:pt x="6193330" y="39290"/>
                  </a:lnTo>
                  <a:lnTo>
                    <a:pt x="6193425" y="39290"/>
                  </a:lnTo>
                  <a:lnTo>
                    <a:pt x="6193519" y="39290"/>
                  </a:lnTo>
                  <a:lnTo>
                    <a:pt x="6193613" y="39290"/>
                  </a:lnTo>
                  <a:lnTo>
                    <a:pt x="6193707" y="39290"/>
                  </a:lnTo>
                  <a:lnTo>
                    <a:pt x="6193801" y="39290"/>
                  </a:lnTo>
                  <a:lnTo>
                    <a:pt x="6193895" y="39290"/>
                  </a:lnTo>
                  <a:lnTo>
                    <a:pt x="6193990" y="39290"/>
                  </a:lnTo>
                  <a:lnTo>
                    <a:pt x="6194084" y="39290"/>
                  </a:lnTo>
                  <a:lnTo>
                    <a:pt x="6194178" y="39290"/>
                  </a:lnTo>
                  <a:lnTo>
                    <a:pt x="6194272" y="39290"/>
                  </a:lnTo>
                  <a:lnTo>
                    <a:pt x="6194366" y="39290"/>
                  </a:lnTo>
                  <a:lnTo>
                    <a:pt x="6194460" y="39290"/>
                  </a:lnTo>
                  <a:lnTo>
                    <a:pt x="6194554" y="39290"/>
                  </a:lnTo>
                  <a:lnTo>
                    <a:pt x="6194649" y="39290"/>
                  </a:lnTo>
                  <a:lnTo>
                    <a:pt x="6194743" y="39290"/>
                  </a:lnTo>
                  <a:lnTo>
                    <a:pt x="6194837" y="39290"/>
                  </a:lnTo>
                  <a:lnTo>
                    <a:pt x="6194931" y="39290"/>
                  </a:lnTo>
                  <a:lnTo>
                    <a:pt x="6195025" y="39290"/>
                  </a:lnTo>
                  <a:lnTo>
                    <a:pt x="6195119" y="39290"/>
                  </a:lnTo>
                  <a:lnTo>
                    <a:pt x="6195214" y="39290"/>
                  </a:lnTo>
                  <a:lnTo>
                    <a:pt x="6195308" y="39290"/>
                  </a:lnTo>
                  <a:lnTo>
                    <a:pt x="6195402" y="39290"/>
                  </a:lnTo>
                  <a:lnTo>
                    <a:pt x="6195496" y="39290"/>
                  </a:lnTo>
                  <a:lnTo>
                    <a:pt x="6195590" y="39290"/>
                  </a:lnTo>
                  <a:lnTo>
                    <a:pt x="6195684" y="39290"/>
                  </a:lnTo>
                  <a:lnTo>
                    <a:pt x="6195778" y="39290"/>
                  </a:lnTo>
                  <a:lnTo>
                    <a:pt x="6195873" y="39290"/>
                  </a:lnTo>
                  <a:lnTo>
                    <a:pt x="6195967" y="39290"/>
                  </a:lnTo>
                  <a:lnTo>
                    <a:pt x="6196061" y="39290"/>
                  </a:lnTo>
                  <a:lnTo>
                    <a:pt x="6196155" y="39290"/>
                  </a:lnTo>
                  <a:lnTo>
                    <a:pt x="6196249" y="39290"/>
                  </a:lnTo>
                  <a:lnTo>
                    <a:pt x="6196343" y="39290"/>
                  </a:lnTo>
                  <a:lnTo>
                    <a:pt x="6196438" y="39290"/>
                  </a:lnTo>
                  <a:lnTo>
                    <a:pt x="6196532" y="39290"/>
                  </a:lnTo>
                  <a:lnTo>
                    <a:pt x="6196626" y="39290"/>
                  </a:lnTo>
                  <a:lnTo>
                    <a:pt x="6196720" y="39290"/>
                  </a:lnTo>
                  <a:lnTo>
                    <a:pt x="6196814" y="39290"/>
                  </a:lnTo>
                  <a:lnTo>
                    <a:pt x="6196908" y="39290"/>
                  </a:lnTo>
                  <a:lnTo>
                    <a:pt x="6197002" y="39290"/>
                  </a:lnTo>
                  <a:lnTo>
                    <a:pt x="6197097" y="39290"/>
                  </a:lnTo>
                  <a:lnTo>
                    <a:pt x="6197191" y="39290"/>
                  </a:lnTo>
                  <a:lnTo>
                    <a:pt x="6197285" y="39290"/>
                  </a:lnTo>
                  <a:lnTo>
                    <a:pt x="6197379" y="39290"/>
                  </a:lnTo>
                  <a:lnTo>
                    <a:pt x="6197473" y="39290"/>
                  </a:lnTo>
                  <a:lnTo>
                    <a:pt x="6197567" y="39290"/>
                  </a:lnTo>
                  <a:lnTo>
                    <a:pt x="6197661" y="39290"/>
                  </a:lnTo>
                  <a:lnTo>
                    <a:pt x="6197756" y="39290"/>
                  </a:lnTo>
                  <a:lnTo>
                    <a:pt x="6197850" y="39290"/>
                  </a:lnTo>
                  <a:lnTo>
                    <a:pt x="6197944" y="39290"/>
                  </a:lnTo>
                  <a:lnTo>
                    <a:pt x="6198038" y="39290"/>
                  </a:lnTo>
                  <a:lnTo>
                    <a:pt x="6198132" y="39290"/>
                  </a:lnTo>
                  <a:lnTo>
                    <a:pt x="6198226" y="39290"/>
                  </a:lnTo>
                  <a:lnTo>
                    <a:pt x="6198321" y="39290"/>
                  </a:lnTo>
                  <a:lnTo>
                    <a:pt x="6198415" y="39290"/>
                  </a:lnTo>
                  <a:lnTo>
                    <a:pt x="6198509" y="39290"/>
                  </a:lnTo>
                  <a:lnTo>
                    <a:pt x="6198603" y="39290"/>
                  </a:lnTo>
                  <a:lnTo>
                    <a:pt x="6198697" y="39290"/>
                  </a:lnTo>
                  <a:lnTo>
                    <a:pt x="6198791" y="39290"/>
                  </a:lnTo>
                  <a:lnTo>
                    <a:pt x="6198885" y="39290"/>
                  </a:lnTo>
                  <a:lnTo>
                    <a:pt x="6198980" y="39290"/>
                  </a:lnTo>
                  <a:lnTo>
                    <a:pt x="6199074" y="39290"/>
                  </a:lnTo>
                  <a:lnTo>
                    <a:pt x="6199168" y="39290"/>
                  </a:lnTo>
                  <a:lnTo>
                    <a:pt x="6199262" y="39290"/>
                  </a:lnTo>
                  <a:lnTo>
                    <a:pt x="6199356" y="39290"/>
                  </a:lnTo>
                  <a:lnTo>
                    <a:pt x="6199450" y="39290"/>
                  </a:lnTo>
                  <a:lnTo>
                    <a:pt x="6199545" y="39290"/>
                  </a:lnTo>
                  <a:lnTo>
                    <a:pt x="6199639" y="39290"/>
                  </a:lnTo>
                  <a:lnTo>
                    <a:pt x="6199733" y="39290"/>
                  </a:lnTo>
                  <a:lnTo>
                    <a:pt x="6199827" y="39290"/>
                  </a:lnTo>
                  <a:lnTo>
                    <a:pt x="6199921" y="39290"/>
                  </a:lnTo>
                  <a:lnTo>
                    <a:pt x="6200015" y="39290"/>
                  </a:lnTo>
                  <a:lnTo>
                    <a:pt x="6200109" y="39290"/>
                  </a:lnTo>
                  <a:lnTo>
                    <a:pt x="6200204" y="39290"/>
                  </a:lnTo>
                  <a:lnTo>
                    <a:pt x="6200298" y="39290"/>
                  </a:lnTo>
                  <a:lnTo>
                    <a:pt x="6200392" y="39290"/>
                  </a:lnTo>
                  <a:lnTo>
                    <a:pt x="6200486" y="39290"/>
                  </a:lnTo>
                  <a:lnTo>
                    <a:pt x="6200580" y="39290"/>
                  </a:lnTo>
                  <a:lnTo>
                    <a:pt x="6200674" y="39290"/>
                  </a:lnTo>
                  <a:lnTo>
                    <a:pt x="6200769" y="39290"/>
                  </a:lnTo>
                  <a:lnTo>
                    <a:pt x="6200863" y="39290"/>
                  </a:lnTo>
                  <a:lnTo>
                    <a:pt x="6200957" y="39290"/>
                  </a:lnTo>
                  <a:lnTo>
                    <a:pt x="6201051" y="39290"/>
                  </a:lnTo>
                  <a:lnTo>
                    <a:pt x="6201145" y="39290"/>
                  </a:lnTo>
                  <a:lnTo>
                    <a:pt x="6201239" y="39290"/>
                  </a:lnTo>
                  <a:lnTo>
                    <a:pt x="6201333" y="39290"/>
                  </a:lnTo>
                  <a:lnTo>
                    <a:pt x="6201428" y="39290"/>
                  </a:lnTo>
                  <a:lnTo>
                    <a:pt x="6201522" y="39290"/>
                  </a:lnTo>
                  <a:lnTo>
                    <a:pt x="6201616" y="39290"/>
                  </a:lnTo>
                  <a:lnTo>
                    <a:pt x="6201710" y="39290"/>
                  </a:lnTo>
                  <a:lnTo>
                    <a:pt x="6201804" y="39290"/>
                  </a:lnTo>
                  <a:lnTo>
                    <a:pt x="6201898" y="39290"/>
                  </a:lnTo>
                  <a:lnTo>
                    <a:pt x="6201992" y="39290"/>
                  </a:lnTo>
                  <a:lnTo>
                    <a:pt x="6202087" y="39290"/>
                  </a:lnTo>
                  <a:lnTo>
                    <a:pt x="6202181" y="39290"/>
                  </a:lnTo>
                  <a:lnTo>
                    <a:pt x="6202275" y="39290"/>
                  </a:lnTo>
                  <a:lnTo>
                    <a:pt x="6202369" y="39290"/>
                  </a:lnTo>
                  <a:lnTo>
                    <a:pt x="6202463" y="39290"/>
                  </a:lnTo>
                  <a:lnTo>
                    <a:pt x="6202557" y="39290"/>
                  </a:lnTo>
                  <a:lnTo>
                    <a:pt x="6202652" y="39290"/>
                  </a:lnTo>
                  <a:lnTo>
                    <a:pt x="6202746" y="39290"/>
                  </a:lnTo>
                  <a:lnTo>
                    <a:pt x="6202840" y="39290"/>
                  </a:lnTo>
                  <a:lnTo>
                    <a:pt x="6202934" y="39290"/>
                  </a:lnTo>
                  <a:lnTo>
                    <a:pt x="6203028" y="39290"/>
                  </a:lnTo>
                  <a:lnTo>
                    <a:pt x="6203122" y="39290"/>
                  </a:lnTo>
                  <a:lnTo>
                    <a:pt x="6203216" y="39290"/>
                  </a:lnTo>
                  <a:lnTo>
                    <a:pt x="6203311" y="39290"/>
                  </a:lnTo>
                  <a:lnTo>
                    <a:pt x="6203405" y="39290"/>
                  </a:lnTo>
                  <a:lnTo>
                    <a:pt x="6203499" y="39290"/>
                  </a:lnTo>
                  <a:lnTo>
                    <a:pt x="6203593" y="39290"/>
                  </a:lnTo>
                  <a:lnTo>
                    <a:pt x="6203687" y="39290"/>
                  </a:lnTo>
                  <a:lnTo>
                    <a:pt x="6203781" y="39290"/>
                  </a:lnTo>
                  <a:lnTo>
                    <a:pt x="6203876" y="39290"/>
                  </a:lnTo>
                  <a:lnTo>
                    <a:pt x="6203970" y="39290"/>
                  </a:lnTo>
                  <a:lnTo>
                    <a:pt x="6204064" y="39290"/>
                  </a:lnTo>
                  <a:lnTo>
                    <a:pt x="6204158" y="39290"/>
                  </a:lnTo>
                  <a:lnTo>
                    <a:pt x="6204252" y="39290"/>
                  </a:lnTo>
                  <a:lnTo>
                    <a:pt x="6204346" y="39290"/>
                  </a:lnTo>
                  <a:lnTo>
                    <a:pt x="6204440" y="39290"/>
                  </a:lnTo>
                  <a:lnTo>
                    <a:pt x="6204440" y="34379"/>
                  </a:lnTo>
                  <a:lnTo>
                    <a:pt x="6204535" y="34379"/>
                  </a:lnTo>
                  <a:lnTo>
                    <a:pt x="6204629" y="34379"/>
                  </a:lnTo>
                  <a:lnTo>
                    <a:pt x="6204723" y="34379"/>
                  </a:lnTo>
                  <a:lnTo>
                    <a:pt x="6204817" y="34379"/>
                  </a:lnTo>
                  <a:lnTo>
                    <a:pt x="6204911" y="34379"/>
                  </a:lnTo>
                  <a:lnTo>
                    <a:pt x="6205005" y="34379"/>
                  </a:lnTo>
                  <a:lnTo>
                    <a:pt x="6205100" y="34379"/>
                  </a:lnTo>
                  <a:lnTo>
                    <a:pt x="6205194" y="34379"/>
                  </a:lnTo>
                  <a:lnTo>
                    <a:pt x="6205288" y="34379"/>
                  </a:lnTo>
                  <a:lnTo>
                    <a:pt x="6205382" y="34379"/>
                  </a:lnTo>
                  <a:lnTo>
                    <a:pt x="6205476" y="34379"/>
                  </a:lnTo>
                  <a:lnTo>
                    <a:pt x="6205570" y="34379"/>
                  </a:lnTo>
                  <a:lnTo>
                    <a:pt x="6205664" y="34379"/>
                  </a:lnTo>
                  <a:lnTo>
                    <a:pt x="6205759" y="34379"/>
                  </a:lnTo>
                  <a:lnTo>
                    <a:pt x="6205853" y="34379"/>
                  </a:lnTo>
                  <a:lnTo>
                    <a:pt x="6205947" y="34379"/>
                  </a:lnTo>
                  <a:lnTo>
                    <a:pt x="6206041" y="34379"/>
                  </a:lnTo>
                  <a:lnTo>
                    <a:pt x="6206135" y="34379"/>
                  </a:lnTo>
                  <a:lnTo>
                    <a:pt x="6206229" y="34379"/>
                  </a:lnTo>
                  <a:lnTo>
                    <a:pt x="6206323" y="34379"/>
                  </a:lnTo>
                  <a:lnTo>
                    <a:pt x="6206418" y="34379"/>
                  </a:lnTo>
                  <a:lnTo>
                    <a:pt x="6206512" y="34379"/>
                  </a:lnTo>
                  <a:lnTo>
                    <a:pt x="6206606" y="34379"/>
                  </a:lnTo>
                  <a:lnTo>
                    <a:pt x="6206700" y="34379"/>
                  </a:lnTo>
                  <a:lnTo>
                    <a:pt x="6206794" y="34379"/>
                  </a:lnTo>
                  <a:lnTo>
                    <a:pt x="6206888" y="34379"/>
                  </a:lnTo>
                  <a:lnTo>
                    <a:pt x="6206983" y="34379"/>
                  </a:lnTo>
                  <a:lnTo>
                    <a:pt x="6207077" y="34379"/>
                  </a:lnTo>
                  <a:lnTo>
                    <a:pt x="6207171" y="34379"/>
                  </a:lnTo>
                  <a:lnTo>
                    <a:pt x="6207265" y="34379"/>
                  </a:lnTo>
                  <a:lnTo>
                    <a:pt x="6207359" y="34379"/>
                  </a:lnTo>
                  <a:lnTo>
                    <a:pt x="6207453" y="34379"/>
                  </a:lnTo>
                  <a:lnTo>
                    <a:pt x="6207547" y="34379"/>
                  </a:lnTo>
                  <a:lnTo>
                    <a:pt x="6207642" y="34379"/>
                  </a:lnTo>
                  <a:lnTo>
                    <a:pt x="6207736" y="34379"/>
                  </a:lnTo>
                  <a:lnTo>
                    <a:pt x="6207830" y="34379"/>
                  </a:lnTo>
                  <a:lnTo>
                    <a:pt x="6207924" y="34379"/>
                  </a:lnTo>
                  <a:lnTo>
                    <a:pt x="6208018" y="34379"/>
                  </a:lnTo>
                  <a:lnTo>
                    <a:pt x="6208112" y="34379"/>
                  </a:lnTo>
                  <a:lnTo>
                    <a:pt x="6208207" y="34379"/>
                  </a:lnTo>
                  <a:lnTo>
                    <a:pt x="6208301" y="34379"/>
                  </a:lnTo>
                  <a:lnTo>
                    <a:pt x="6208395" y="34379"/>
                  </a:lnTo>
                  <a:lnTo>
                    <a:pt x="6208489" y="34379"/>
                  </a:lnTo>
                  <a:lnTo>
                    <a:pt x="6208583" y="34379"/>
                  </a:lnTo>
                  <a:lnTo>
                    <a:pt x="6208677" y="34379"/>
                  </a:lnTo>
                  <a:lnTo>
                    <a:pt x="6208771" y="34379"/>
                  </a:lnTo>
                  <a:lnTo>
                    <a:pt x="6208866" y="34379"/>
                  </a:lnTo>
                  <a:lnTo>
                    <a:pt x="6208960" y="34379"/>
                  </a:lnTo>
                  <a:lnTo>
                    <a:pt x="6209054" y="34379"/>
                  </a:lnTo>
                  <a:lnTo>
                    <a:pt x="6209148" y="34379"/>
                  </a:lnTo>
                  <a:lnTo>
                    <a:pt x="6209242" y="34379"/>
                  </a:lnTo>
                  <a:lnTo>
                    <a:pt x="6209336" y="34379"/>
                  </a:lnTo>
                  <a:lnTo>
                    <a:pt x="6209431" y="34379"/>
                  </a:lnTo>
                  <a:lnTo>
                    <a:pt x="6209525" y="34379"/>
                  </a:lnTo>
                  <a:lnTo>
                    <a:pt x="6209619" y="34379"/>
                  </a:lnTo>
                  <a:lnTo>
                    <a:pt x="6209713" y="34379"/>
                  </a:lnTo>
                  <a:lnTo>
                    <a:pt x="6209807" y="34379"/>
                  </a:lnTo>
                  <a:lnTo>
                    <a:pt x="6209901" y="34379"/>
                  </a:lnTo>
                  <a:lnTo>
                    <a:pt x="6209995" y="34379"/>
                  </a:lnTo>
                  <a:lnTo>
                    <a:pt x="6210090" y="34379"/>
                  </a:lnTo>
                  <a:lnTo>
                    <a:pt x="6210184" y="34379"/>
                  </a:lnTo>
                  <a:lnTo>
                    <a:pt x="6210278" y="34379"/>
                  </a:lnTo>
                  <a:lnTo>
                    <a:pt x="6210372" y="34379"/>
                  </a:lnTo>
                  <a:lnTo>
                    <a:pt x="6210466" y="34379"/>
                  </a:lnTo>
                  <a:lnTo>
                    <a:pt x="6210560" y="34379"/>
                  </a:lnTo>
                  <a:lnTo>
                    <a:pt x="6210654" y="34379"/>
                  </a:lnTo>
                  <a:lnTo>
                    <a:pt x="6210749" y="34379"/>
                  </a:lnTo>
                  <a:lnTo>
                    <a:pt x="6210843" y="34379"/>
                  </a:lnTo>
                  <a:lnTo>
                    <a:pt x="6210937" y="34379"/>
                  </a:lnTo>
                  <a:lnTo>
                    <a:pt x="6211031" y="34379"/>
                  </a:lnTo>
                  <a:lnTo>
                    <a:pt x="6211125" y="34379"/>
                  </a:lnTo>
                  <a:lnTo>
                    <a:pt x="6211219" y="34379"/>
                  </a:lnTo>
                  <a:lnTo>
                    <a:pt x="6211314" y="34379"/>
                  </a:lnTo>
                  <a:lnTo>
                    <a:pt x="6211408" y="34379"/>
                  </a:lnTo>
                  <a:lnTo>
                    <a:pt x="6211502" y="34379"/>
                  </a:lnTo>
                  <a:lnTo>
                    <a:pt x="6211596" y="34379"/>
                  </a:lnTo>
                  <a:lnTo>
                    <a:pt x="6211690" y="34379"/>
                  </a:lnTo>
                  <a:lnTo>
                    <a:pt x="6211784" y="34379"/>
                  </a:lnTo>
                  <a:lnTo>
                    <a:pt x="6211878" y="34379"/>
                  </a:lnTo>
                  <a:lnTo>
                    <a:pt x="6211973" y="34379"/>
                  </a:lnTo>
                  <a:lnTo>
                    <a:pt x="6212067" y="34379"/>
                  </a:lnTo>
                  <a:lnTo>
                    <a:pt x="6212161" y="34379"/>
                  </a:lnTo>
                  <a:lnTo>
                    <a:pt x="6212255" y="34379"/>
                  </a:lnTo>
                  <a:lnTo>
                    <a:pt x="6212349" y="34379"/>
                  </a:lnTo>
                  <a:lnTo>
                    <a:pt x="6212443" y="34379"/>
                  </a:lnTo>
                  <a:lnTo>
                    <a:pt x="6212538" y="34379"/>
                  </a:lnTo>
                  <a:lnTo>
                    <a:pt x="6212632" y="34379"/>
                  </a:lnTo>
                  <a:lnTo>
                    <a:pt x="6212726" y="34379"/>
                  </a:lnTo>
                  <a:lnTo>
                    <a:pt x="6212820" y="34379"/>
                  </a:lnTo>
                  <a:lnTo>
                    <a:pt x="6212914" y="34379"/>
                  </a:lnTo>
                  <a:lnTo>
                    <a:pt x="6213008" y="34379"/>
                  </a:lnTo>
                  <a:lnTo>
                    <a:pt x="6213102" y="34379"/>
                  </a:lnTo>
                  <a:lnTo>
                    <a:pt x="6213197" y="34379"/>
                  </a:lnTo>
                  <a:lnTo>
                    <a:pt x="6213291" y="34379"/>
                  </a:lnTo>
                  <a:lnTo>
                    <a:pt x="6213385" y="34379"/>
                  </a:lnTo>
                  <a:lnTo>
                    <a:pt x="6213479" y="34379"/>
                  </a:lnTo>
                  <a:lnTo>
                    <a:pt x="6213573" y="34379"/>
                  </a:lnTo>
                  <a:lnTo>
                    <a:pt x="6213667" y="34379"/>
                  </a:lnTo>
                  <a:lnTo>
                    <a:pt x="6213762" y="34379"/>
                  </a:lnTo>
                  <a:lnTo>
                    <a:pt x="6213856" y="34379"/>
                  </a:lnTo>
                  <a:lnTo>
                    <a:pt x="6213950" y="34379"/>
                  </a:lnTo>
                  <a:lnTo>
                    <a:pt x="6214044" y="34379"/>
                  </a:lnTo>
                  <a:lnTo>
                    <a:pt x="6214138" y="34379"/>
                  </a:lnTo>
                  <a:lnTo>
                    <a:pt x="6214232" y="34379"/>
                  </a:lnTo>
                  <a:lnTo>
                    <a:pt x="6214326" y="34379"/>
                  </a:lnTo>
                  <a:lnTo>
                    <a:pt x="6214421" y="34379"/>
                  </a:lnTo>
                  <a:lnTo>
                    <a:pt x="6214515" y="34379"/>
                  </a:lnTo>
                  <a:lnTo>
                    <a:pt x="6214609" y="34379"/>
                  </a:lnTo>
                  <a:lnTo>
                    <a:pt x="6214703" y="34379"/>
                  </a:lnTo>
                  <a:lnTo>
                    <a:pt x="6214797" y="34379"/>
                  </a:lnTo>
                  <a:lnTo>
                    <a:pt x="6214891" y="34379"/>
                  </a:lnTo>
                  <a:lnTo>
                    <a:pt x="6214986" y="34379"/>
                  </a:lnTo>
                  <a:lnTo>
                    <a:pt x="6215080" y="34379"/>
                  </a:lnTo>
                  <a:lnTo>
                    <a:pt x="6215174" y="34379"/>
                  </a:lnTo>
                  <a:lnTo>
                    <a:pt x="6215268" y="34379"/>
                  </a:lnTo>
                  <a:lnTo>
                    <a:pt x="6215362" y="34379"/>
                  </a:lnTo>
                  <a:lnTo>
                    <a:pt x="6215456" y="34379"/>
                  </a:lnTo>
                  <a:lnTo>
                    <a:pt x="6215550" y="34379"/>
                  </a:lnTo>
                  <a:lnTo>
                    <a:pt x="6215645" y="34379"/>
                  </a:lnTo>
                  <a:lnTo>
                    <a:pt x="6215739" y="34379"/>
                  </a:lnTo>
                  <a:lnTo>
                    <a:pt x="6215833" y="34379"/>
                  </a:lnTo>
                  <a:lnTo>
                    <a:pt x="6215927" y="34379"/>
                  </a:lnTo>
                  <a:lnTo>
                    <a:pt x="6216021" y="34379"/>
                  </a:lnTo>
                  <a:lnTo>
                    <a:pt x="6216115" y="34379"/>
                  </a:lnTo>
                  <a:lnTo>
                    <a:pt x="6216209" y="34379"/>
                  </a:lnTo>
                  <a:lnTo>
                    <a:pt x="6216304" y="34379"/>
                  </a:lnTo>
                  <a:lnTo>
                    <a:pt x="6216398" y="34379"/>
                  </a:lnTo>
                  <a:lnTo>
                    <a:pt x="6216492" y="34379"/>
                  </a:lnTo>
                  <a:lnTo>
                    <a:pt x="6216586" y="34379"/>
                  </a:lnTo>
                  <a:lnTo>
                    <a:pt x="6216680" y="34379"/>
                  </a:lnTo>
                  <a:lnTo>
                    <a:pt x="6216774" y="34379"/>
                  </a:lnTo>
                  <a:lnTo>
                    <a:pt x="6216869" y="34379"/>
                  </a:lnTo>
                  <a:lnTo>
                    <a:pt x="6216963" y="34379"/>
                  </a:lnTo>
                  <a:lnTo>
                    <a:pt x="6217057" y="34379"/>
                  </a:lnTo>
                  <a:lnTo>
                    <a:pt x="6217151" y="34379"/>
                  </a:lnTo>
                  <a:lnTo>
                    <a:pt x="6217245" y="34379"/>
                  </a:lnTo>
                  <a:lnTo>
                    <a:pt x="6217339" y="34379"/>
                  </a:lnTo>
                  <a:lnTo>
                    <a:pt x="6217433" y="34379"/>
                  </a:lnTo>
                  <a:lnTo>
                    <a:pt x="6217528" y="34379"/>
                  </a:lnTo>
                  <a:lnTo>
                    <a:pt x="6217622" y="34379"/>
                  </a:lnTo>
                  <a:lnTo>
                    <a:pt x="6217716" y="34379"/>
                  </a:lnTo>
                  <a:lnTo>
                    <a:pt x="6217810" y="34379"/>
                  </a:lnTo>
                  <a:lnTo>
                    <a:pt x="6217904" y="34379"/>
                  </a:lnTo>
                  <a:lnTo>
                    <a:pt x="6217998" y="34379"/>
                  </a:lnTo>
                  <a:lnTo>
                    <a:pt x="6218093" y="34379"/>
                  </a:lnTo>
                  <a:lnTo>
                    <a:pt x="6218187" y="34379"/>
                  </a:lnTo>
                  <a:lnTo>
                    <a:pt x="6218281" y="34379"/>
                  </a:lnTo>
                  <a:lnTo>
                    <a:pt x="6218375" y="34379"/>
                  </a:lnTo>
                  <a:lnTo>
                    <a:pt x="6218469" y="34379"/>
                  </a:lnTo>
                  <a:lnTo>
                    <a:pt x="6218563" y="34379"/>
                  </a:lnTo>
                  <a:lnTo>
                    <a:pt x="6218657" y="34379"/>
                  </a:lnTo>
                  <a:lnTo>
                    <a:pt x="6218752" y="34379"/>
                  </a:lnTo>
                  <a:lnTo>
                    <a:pt x="6218846" y="34379"/>
                  </a:lnTo>
                  <a:lnTo>
                    <a:pt x="6218940" y="34379"/>
                  </a:lnTo>
                  <a:lnTo>
                    <a:pt x="6219034" y="34379"/>
                  </a:lnTo>
                  <a:lnTo>
                    <a:pt x="6219128" y="34379"/>
                  </a:lnTo>
                  <a:lnTo>
                    <a:pt x="6219222" y="34379"/>
                  </a:lnTo>
                  <a:lnTo>
                    <a:pt x="6219317" y="34379"/>
                  </a:lnTo>
                  <a:lnTo>
                    <a:pt x="6219411" y="34379"/>
                  </a:lnTo>
                  <a:lnTo>
                    <a:pt x="6219505" y="34379"/>
                  </a:lnTo>
                  <a:lnTo>
                    <a:pt x="6219599" y="34379"/>
                  </a:lnTo>
                  <a:lnTo>
                    <a:pt x="6219693" y="34379"/>
                  </a:lnTo>
                  <a:lnTo>
                    <a:pt x="6219787" y="34379"/>
                  </a:lnTo>
                  <a:lnTo>
                    <a:pt x="6219881" y="34379"/>
                  </a:lnTo>
                  <a:lnTo>
                    <a:pt x="6219976" y="34379"/>
                  </a:lnTo>
                  <a:lnTo>
                    <a:pt x="6220070" y="34379"/>
                  </a:lnTo>
                  <a:lnTo>
                    <a:pt x="6220164" y="34379"/>
                  </a:lnTo>
                  <a:lnTo>
                    <a:pt x="6220258" y="34379"/>
                  </a:lnTo>
                  <a:lnTo>
                    <a:pt x="6220258" y="29468"/>
                  </a:lnTo>
                  <a:lnTo>
                    <a:pt x="6220352" y="29468"/>
                  </a:lnTo>
                  <a:lnTo>
                    <a:pt x="6220446" y="29468"/>
                  </a:lnTo>
                  <a:lnTo>
                    <a:pt x="6220540" y="29468"/>
                  </a:lnTo>
                  <a:lnTo>
                    <a:pt x="6220635" y="29468"/>
                  </a:lnTo>
                  <a:lnTo>
                    <a:pt x="6220729" y="29468"/>
                  </a:lnTo>
                  <a:lnTo>
                    <a:pt x="6220823" y="29468"/>
                  </a:lnTo>
                  <a:lnTo>
                    <a:pt x="6220917" y="29468"/>
                  </a:lnTo>
                  <a:lnTo>
                    <a:pt x="6221011" y="29468"/>
                  </a:lnTo>
                  <a:lnTo>
                    <a:pt x="6221105" y="29468"/>
                  </a:lnTo>
                  <a:lnTo>
                    <a:pt x="6221200" y="29468"/>
                  </a:lnTo>
                  <a:lnTo>
                    <a:pt x="6221294" y="29468"/>
                  </a:lnTo>
                  <a:lnTo>
                    <a:pt x="6221388" y="29468"/>
                  </a:lnTo>
                  <a:lnTo>
                    <a:pt x="6221482" y="29468"/>
                  </a:lnTo>
                  <a:lnTo>
                    <a:pt x="6221576" y="29468"/>
                  </a:lnTo>
                  <a:lnTo>
                    <a:pt x="6221670" y="29468"/>
                  </a:lnTo>
                  <a:lnTo>
                    <a:pt x="6221764" y="29468"/>
                  </a:lnTo>
                  <a:lnTo>
                    <a:pt x="6221859" y="29468"/>
                  </a:lnTo>
                  <a:lnTo>
                    <a:pt x="6221953" y="29468"/>
                  </a:lnTo>
                  <a:lnTo>
                    <a:pt x="6222047" y="29468"/>
                  </a:lnTo>
                  <a:lnTo>
                    <a:pt x="6222141" y="29468"/>
                  </a:lnTo>
                  <a:lnTo>
                    <a:pt x="6222235" y="29468"/>
                  </a:lnTo>
                  <a:lnTo>
                    <a:pt x="6222329" y="29468"/>
                  </a:lnTo>
                  <a:lnTo>
                    <a:pt x="6222424" y="29468"/>
                  </a:lnTo>
                  <a:lnTo>
                    <a:pt x="6222518" y="29468"/>
                  </a:lnTo>
                  <a:lnTo>
                    <a:pt x="6222612" y="29468"/>
                  </a:lnTo>
                  <a:lnTo>
                    <a:pt x="6222706" y="29468"/>
                  </a:lnTo>
                  <a:lnTo>
                    <a:pt x="6222800" y="29468"/>
                  </a:lnTo>
                  <a:lnTo>
                    <a:pt x="6222894" y="29468"/>
                  </a:lnTo>
                  <a:lnTo>
                    <a:pt x="6222988" y="29468"/>
                  </a:lnTo>
                  <a:lnTo>
                    <a:pt x="6223083" y="29468"/>
                  </a:lnTo>
                  <a:lnTo>
                    <a:pt x="6223177" y="29468"/>
                  </a:lnTo>
                  <a:lnTo>
                    <a:pt x="6223271" y="29468"/>
                  </a:lnTo>
                  <a:lnTo>
                    <a:pt x="6223365" y="29468"/>
                  </a:lnTo>
                  <a:lnTo>
                    <a:pt x="6223459" y="29468"/>
                  </a:lnTo>
                  <a:lnTo>
                    <a:pt x="6223553" y="29468"/>
                  </a:lnTo>
                  <a:lnTo>
                    <a:pt x="6223648" y="29468"/>
                  </a:lnTo>
                  <a:lnTo>
                    <a:pt x="6223742" y="29468"/>
                  </a:lnTo>
                  <a:lnTo>
                    <a:pt x="6223836" y="29468"/>
                  </a:lnTo>
                  <a:lnTo>
                    <a:pt x="6223930" y="29468"/>
                  </a:lnTo>
                  <a:lnTo>
                    <a:pt x="6224024" y="29468"/>
                  </a:lnTo>
                  <a:lnTo>
                    <a:pt x="6224118" y="29468"/>
                  </a:lnTo>
                  <a:lnTo>
                    <a:pt x="6224212" y="29468"/>
                  </a:lnTo>
                  <a:lnTo>
                    <a:pt x="6224307" y="29468"/>
                  </a:lnTo>
                  <a:lnTo>
                    <a:pt x="6224401" y="29468"/>
                  </a:lnTo>
                  <a:lnTo>
                    <a:pt x="6224495" y="29468"/>
                  </a:lnTo>
                  <a:lnTo>
                    <a:pt x="6224589" y="29468"/>
                  </a:lnTo>
                  <a:lnTo>
                    <a:pt x="6224683" y="29468"/>
                  </a:lnTo>
                  <a:lnTo>
                    <a:pt x="6224777" y="29468"/>
                  </a:lnTo>
                  <a:lnTo>
                    <a:pt x="6224871" y="29468"/>
                  </a:lnTo>
                  <a:lnTo>
                    <a:pt x="6224966" y="29468"/>
                  </a:lnTo>
                  <a:lnTo>
                    <a:pt x="6225060" y="29468"/>
                  </a:lnTo>
                  <a:lnTo>
                    <a:pt x="6225154" y="29468"/>
                  </a:lnTo>
                  <a:lnTo>
                    <a:pt x="6225248" y="29468"/>
                  </a:lnTo>
                  <a:lnTo>
                    <a:pt x="6225342" y="29468"/>
                  </a:lnTo>
                  <a:lnTo>
                    <a:pt x="6225436" y="29468"/>
                  </a:lnTo>
                  <a:lnTo>
                    <a:pt x="6225531" y="29468"/>
                  </a:lnTo>
                  <a:lnTo>
                    <a:pt x="6225625" y="29468"/>
                  </a:lnTo>
                  <a:lnTo>
                    <a:pt x="6225719" y="29468"/>
                  </a:lnTo>
                  <a:lnTo>
                    <a:pt x="6225813" y="29468"/>
                  </a:lnTo>
                  <a:lnTo>
                    <a:pt x="6225907" y="29468"/>
                  </a:lnTo>
                  <a:lnTo>
                    <a:pt x="6226001" y="29468"/>
                  </a:lnTo>
                  <a:lnTo>
                    <a:pt x="6226095" y="29468"/>
                  </a:lnTo>
                  <a:lnTo>
                    <a:pt x="6226190" y="29468"/>
                  </a:lnTo>
                  <a:lnTo>
                    <a:pt x="6226284" y="29468"/>
                  </a:lnTo>
                  <a:lnTo>
                    <a:pt x="6226378" y="29468"/>
                  </a:lnTo>
                  <a:lnTo>
                    <a:pt x="6226472" y="29468"/>
                  </a:lnTo>
                  <a:lnTo>
                    <a:pt x="6226566" y="29468"/>
                  </a:lnTo>
                  <a:lnTo>
                    <a:pt x="6226660" y="29468"/>
                  </a:lnTo>
                  <a:lnTo>
                    <a:pt x="6226755" y="29468"/>
                  </a:lnTo>
                  <a:lnTo>
                    <a:pt x="6226849" y="29468"/>
                  </a:lnTo>
                  <a:lnTo>
                    <a:pt x="6226943" y="29468"/>
                  </a:lnTo>
                  <a:lnTo>
                    <a:pt x="6227037" y="29468"/>
                  </a:lnTo>
                  <a:lnTo>
                    <a:pt x="6227131" y="29468"/>
                  </a:lnTo>
                  <a:lnTo>
                    <a:pt x="6227225" y="29468"/>
                  </a:lnTo>
                  <a:lnTo>
                    <a:pt x="6227319" y="29468"/>
                  </a:lnTo>
                  <a:lnTo>
                    <a:pt x="6227414" y="29468"/>
                  </a:lnTo>
                  <a:lnTo>
                    <a:pt x="6227508" y="29468"/>
                  </a:lnTo>
                  <a:lnTo>
                    <a:pt x="6227602" y="29468"/>
                  </a:lnTo>
                  <a:lnTo>
                    <a:pt x="6227696" y="29468"/>
                  </a:lnTo>
                  <a:lnTo>
                    <a:pt x="6227790" y="29468"/>
                  </a:lnTo>
                  <a:lnTo>
                    <a:pt x="6227884" y="29468"/>
                  </a:lnTo>
                  <a:lnTo>
                    <a:pt x="6227979" y="29468"/>
                  </a:lnTo>
                  <a:lnTo>
                    <a:pt x="6228073" y="29468"/>
                  </a:lnTo>
                  <a:lnTo>
                    <a:pt x="6228167" y="29468"/>
                  </a:lnTo>
                  <a:lnTo>
                    <a:pt x="6228261" y="29468"/>
                  </a:lnTo>
                  <a:lnTo>
                    <a:pt x="6228355" y="29468"/>
                  </a:lnTo>
                  <a:lnTo>
                    <a:pt x="6228449" y="29468"/>
                  </a:lnTo>
                  <a:lnTo>
                    <a:pt x="6228543" y="29468"/>
                  </a:lnTo>
                  <a:lnTo>
                    <a:pt x="6228638" y="29468"/>
                  </a:lnTo>
                  <a:lnTo>
                    <a:pt x="6228732" y="29468"/>
                  </a:lnTo>
                  <a:lnTo>
                    <a:pt x="6228826" y="29468"/>
                  </a:lnTo>
                  <a:lnTo>
                    <a:pt x="6228920" y="29468"/>
                  </a:lnTo>
                  <a:lnTo>
                    <a:pt x="6229014" y="29468"/>
                  </a:lnTo>
                  <a:lnTo>
                    <a:pt x="6229108" y="29468"/>
                  </a:lnTo>
                  <a:lnTo>
                    <a:pt x="6229202" y="29468"/>
                  </a:lnTo>
                  <a:lnTo>
                    <a:pt x="6229297" y="29468"/>
                  </a:lnTo>
                  <a:lnTo>
                    <a:pt x="6229391" y="29468"/>
                  </a:lnTo>
                  <a:lnTo>
                    <a:pt x="6229485" y="29468"/>
                  </a:lnTo>
                  <a:lnTo>
                    <a:pt x="6229579" y="29468"/>
                  </a:lnTo>
                  <a:lnTo>
                    <a:pt x="6229673" y="29468"/>
                  </a:lnTo>
                  <a:lnTo>
                    <a:pt x="6229767" y="29468"/>
                  </a:lnTo>
                  <a:lnTo>
                    <a:pt x="6229862" y="29468"/>
                  </a:lnTo>
                  <a:lnTo>
                    <a:pt x="6229956" y="29468"/>
                  </a:lnTo>
                  <a:lnTo>
                    <a:pt x="6230050" y="29468"/>
                  </a:lnTo>
                  <a:lnTo>
                    <a:pt x="6230144" y="29468"/>
                  </a:lnTo>
                  <a:lnTo>
                    <a:pt x="6230238" y="29468"/>
                  </a:lnTo>
                  <a:lnTo>
                    <a:pt x="6230332" y="29468"/>
                  </a:lnTo>
                  <a:lnTo>
                    <a:pt x="6230426" y="29468"/>
                  </a:lnTo>
                  <a:lnTo>
                    <a:pt x="6230521" y="29468"/>
                  </a:lnTo>
                  <a:lnTo>
                    <a:pt x="6230615" y="29468"/>
                  </a:lnTo>
                  <a:lnTo>
                    <a:pt x="6230709" y="29468"/>
                  </a:lnTo>
                  <a:lnTo>
                    <a:pt x="6230803" y="29468"/>
                  </a:lnTo>
                  <a:lnTo>
                    <a:pt x="6230897" y="29468"/>
                  </a:lnTo>
                  <a:lnTo>
                    <a:pt x="6230991" y="29468"/>
                  </a:lnTo>
                  <a:lnTo>
                    <a:pt x="6231086" y="29468"/>
                  </a:lnTo>
                  <a:lnTo>
                    <a:pt x="6231180" y="29468"/>
                  </a:lnTo>
                  <a:lnTo>
                    <a:pt x="6231274" y="29468"/>
                  </a:lnTo>
                  <a:lnTo>
                    <a:pt x="6231368" y="29468"/>
                  </a:lnTo>
                  <a:lnTo>
                    <a:pt x="6231462" y="29468"/>
                  </a:lnTo>
                  <a:lnTo>
                    <a:pt x="6231556" y="29468"/>
                  </a:lnTo>
                  <a:lnTo>
                    <a:pt x="6231650" y="29468"/>
                  </a:lnTo>
                  <a:lnTo>
                    <a:pt x="6231745" y="29468"/>
                  </a:lnTo>
                  <a:lnTo>
                    <a:pt x="6231839" y="29468"/>
                  </a:lnTo>
                  <a:lnTo>
                    <a:pt x="6231933" y="29468"/>
                  </a:lnTo>
                  <a:lnTo>
                    <a:pt x="6232027" y="29468"/>
                  </a:lnTo>
                  <a:lnTo>
                    <a:pt x="6232121" y="29468"/>
                  </a:lnTo>
                  <a:lnTo>
                    <a:pt x="6232215" y="29468"/>
                  </a:lnTo>
                  <a:lnTo>
                    <a:pt x="6232310" y="29468"/>
                  </a:lnTo>
                  <a:lnTo>
                    <a:pt x="6232404" y="29468"/>
                  </a:lnTo>
                  <a:lnTo>
                    <a:pt x="6232498" y="29468"/>
                  </a:lnTo>
                  <a:lnTo>
                    <a:pt x="6232592" y="29468"/>
                  </a:lnTo>
                  <a:lnTo>
                    <a:pt x="6232686" y="29468"/>
                  </a:lnTo>
                  <a:lnTo>
                    <a:pt x="6232780" y="29468"/>
                  </a:lnTo>
                  <a:lnTo>
                    <a:pt x="6232874" y="29468"/>
                  </a:lnTo>
                  <a:lnTo>
                    <a:pt x="6232969" y="29468"/>
                  </a:lnTo>
                  <a:lnTo>
                    <a:pt x="6233063" y="29468"/>
                  </a:lnTo>
                  <a:lnTo>
                    <a:pt x="6233157" y="29468"/>
                  </a:lnTo>
                  <a:lnTo>
                    <a:pt x="6233251" y="29468"/>
                  </a:lnTo>
                  <a:lnTo>
                    <a:pt x="6233345" y="29468"/>
                  </a:lnTo>
                  <a:lnTo>
                    <a:pt x="6233439" y="29468"/>
                  </a:lnTo>
                  <a:lnTo>
                    <a:pt x="6233533" y="29468"/>
                  </a:lnTo>
                  <a:lnTo>
                    <a:pt x="6233628" y="29468"/>
                  </a:lnTo>
                  <a:lnTo>
                    <a:pt x="6233722" y="29468"/>
                  </a:lnTo>
                  <a:lnTo>
                    <a:pt x="6233816" y="29468"/>
                  </a:lnTo>
                  <a:lnTo>
                    <a:pt x="6233910" y="29468"/>
                  </a:lnTo>
                  <a:lnTo>
                    <a:pt x="6234004" y="29468"/>
                  </a:lnTo>
                  <a:lnTo>
                    <a:pt x="6234098" y="29468"/>
                  </a:lnTo>
                  <a:lnTo>
                    <a:pt x="6234193" y="29468"/>
                  </a:lnTo>
                  <a:lnTo>
                    <a:pt x="6234287" y="29468"/>
                  </a:lnTo>
                  <a:lnTo>
                    <a:pt x="6234381" y="29468"/>
                  </a:lnTo>
                  <a:lnTo>
                    <a:pt x="6234475" y="29468"/>
                  </a:lnTo>
                  <a:lnTo>
                    <a:pt x="6234569" y="29468"/>
                  </a:lnTo>
                  <a:lnTo>
                    <a:pt x="6234663" y="29468"/>
                  </a:lnTo>
                  <a:lnTo>
                    <a:pt x="6234757" y="29468"/>
                  </a:lnTo>
                  <a:lnTo>
                    <a:pt x="6234852" y="29468"/>
                  </a:lnTo>
                  <a:lnTo>
                    <a:pt x="6234946" y="29468"/>
                  </a:lnTo>
                  <a:lnTo>
                    <a:pt x="6235040" y="29468"/>
                  </a:lnTo>
                  <a:lnTo>
                    <a:pt x="6235134" y="29468"/>
                  </a:lnTo>
                  <a:lnTo>
                    <a:pt x="6235228" y="29468"/>
                  </a:lnTo>
                  <a:lnTo>
                    <a:pt x="6235322" y="29468"/>
                  </a:lnTo>
                  <a:lnTo>
                    <a:pt x="6235417" y="29468"/>
                  </a:lnTo>
                  <a:lnTo>
                    <a:pt x="6235511" y="29468"/>
                  </a:lnTo>
                  <a:lnTo>
                    <a:pt x="6235605" y="29468"/>
                  </a:lnTo>
                  <a:lnTo>
                    <a:pt x="6235699" y="29468"/>
                  </a:lnTo>
                  <a:lnTo>
                    <a:pt x="6235793" y="29468"/>
                  </a:lnTo>
                  <a:lnTo>
                    <a:pt x="6235887" y="29468"/>
                  </a:lnTo>
                  <a:lnTo>
                    <a:pt x="6235981" y="29468"/>
                  </a:lnTo>
                  <a:lnTo>
                    <a:pt x="6236076" y="29468"/>
                  </a:lnTo>
                  <a:lnTo>
                    <a:pt x="6236170" y="29468"/>
                  </a:lnTo>
                  <a:lnTo>
                    <a:pt x="6236264" y="29468"/>
                  </a:lnTo>
                  <a:lnTo>
                    <a:pt x="6236358" y="29468"/>
                  </a:lnTo>
                  <a:lnTo>
                    <a:pt x="6236452" y="29468"/>
                  </a:lnTo>
                  <a:lnTo>
                    <a:pt x="6236546" y="29468"/>
                  </a:lnTo>
                  <a:lnTo>
                    <a:pt x="6236641" y="29468"/>
                  </a:lnTo>
                  <a:lnTo>
                    <a:pt x="6236641" y="24556"/>
                  </a:lnTo>
                  <a:lnTo>
                    <a:pt x="6236735" y="24556"/>
                  </a:lnTo>
                  <a:lnTo>
                    <a:pt x="6236829" y="24556"/>
                  </a:lnTo>
                  <a:lnTo>
                    <a:pt x="6236923" y="24556"/>
                  </a:lnTo>
                  <a:lnTo>
                    <a:pt x="6237017" y="24556"/>
                  </a:lnTo>
                  <a:lnTo>
                    <a:pt x="6237111" y="24556"/>
                  </a:lnTo>
                  <a:lnTo>
                    <a:pt x="6237205" y="24556"/>
                  </a:lnTo>
                  <a:lnTo>
                    <a:pt x="6237300" y="24556"/>
                  </a:lnTo>
                  <a:lnTo>
                    <a:pt x="6237300" y="19645"/>
                  </a:lnTo>
                  <a:lnTo>
                    <a:pt x="6237394" y="19645"/>
                  </a:lnTo>
                  <a:lnTo>
                    <a:pt x="6237488" y="19645"/>
                  </a:lnTo>
                  <a:lnTo>
                    <a:pt x="6237582" y="19645"/>
                  </a:lnTo>
                  <a:lnTo>
                    <a:pt x="6237676" y="19645"/>
                  </a:lnTo>
                  <a:lnTo>
                    <a:pt x="6237770" y="19645"/>
                  </a:lnTo>
                  <a:lnTo>
                    <a:pt x="6237864" y="19645"/>
                  </a:lnTo>
                  <a:lnTo>
                    <a:pt x="6237959" y="19645"/>
                  </a:lnTo>
                  <a:lnTo>
                    <a:pt x="6238053" y="19645"/>
                  </a:lnTo>
                  <a:lnTo>
                    <a:pt x="6238147" y="19645"/>
                  </a:lnTo>
                  <a:lnTo>
                    <a:pt x="6238241" y="19645"/>
                  </a:lnTo>
                  <a:lnTo>
                    <a:pt x="6238335" y="19645"/>
                  </a:lnTo>
                  <a:lnTo>
                    <a:pt x="6238429" y="19645"/>
                  </a:lnTo>
                  <a:lnTo>
                    <a:pt x="6238524" y="19645"/>
                  </a:lnTo>
                  <a:lnTo>
                    <a:pt x="6238618" y="19645"/>
                  </a:lnTo>
                  <a:lnTo>
                    <a:pt x="6238712" y="19645"/>
                  </a:lnTo>
                  <a:lnTo>
                    <a:pt x="6238806" y="19645"/>
                  </a:lnTo>
                  <a:lnTo>
                    <a:pt x="6238900" y="19645"/>
                  </a:lnTo>
                  <a:lnTo>
                    <a:pt x="6238994" y="19645"/>
                  </a:lnTo>
                  <a:lnTo>
                    <a:pt x="6239088" y="19645"/>
                  </a:lnTo>
                  <a:lnTo>
                    <a:pt x="6239183" y="19645"/>
                  </a:lnTo>
                  <a:lnTo>
                    <a:pt x="6239277" y="19645"/>
                  </a:lnTo>
                  <a:lnTo>
                    <a:pt x="6239371" y="19645"/>
                  </a:lnTo>
                  <a:lnTo>
                    <a:pt x="6239465" y="19645"/>
                  </a:lnTo>
                  <a:lnTo>
                    <a:pt x="6239559" y="19645"/>
                  </a:lnTo>
                  <a:lnTo>
                    <a:pt x="6239653" y="19645"/>
                  </a:lnTo>
                  <a:lnTo>
                    <a:pt x="6239748" y="19645"/>
                  </a:lnTo>
                  <a:lnTo>
                    <a:pt x="6239842" y="19645"/>
                  </a:lnTo>
                  <a:lnTo>
                    <a:pt x="6239936" y="19645"/>
                  </a:lnTo>
                  <a:lnTo>
                    <a:pt x="6240030" y="19645"/>
                  </a:lnTo>
                  <a:lnTo>
                    <a:pt x="6240124" y="19645"/>
                  </a:lnTo>
                  <a:lnTo>
                    <a:pt x="6240218" y="19645"/>
                  </a:lnTo>
                  <a:lnTo>
                    <a:pt x="6240312" y="19645"/>
                  </a:lnTo>
                  <a:lnTo>
                    <a:pt x="6240407" y="19645"/>
                  </a:lnTo>
                  <a:lnTo>
                    <a:pt x="6240407" y="14734"/>
                  </a:lnTo>
                  <a:lnTo>
                    <a:pt x="6240501" y="14734"/>
                  </a:lnTo>
                  <a:lnTo>
                    <a:pt x="6240595" y="14734"/>
                  </a:lnTo>
                  <a:lnTo>
                    <a:pt x="6240689" y="14734"/>
                  </a:lnTo>
                  <a:lnTo>
                    <a:pt x="6240783" y="14734"/>
                  </a:lnTo>
                  <a:lnTo>
                    <a:pt x="6240877" y="14734"/>
                  </a:lnTo>
                  <a:lnTo>
                    <a:pt x="6240972" y="14734"/>
                  </a:lnTo>
                  <a:lnTo>
                    <a:pt x="6241066" y="14734"/>
                  </a:lnTo>
                  <a:lnTo>
                    <a:pt x="6241160" y="14734"/>
                  </a:lnTo>
                  <a:lnTo>
                    <a:pt x="6241254" y="14734"/>
                  </a:lnTo>
                  <a:lnTo>
                    <a:pt x="6241348" y="14734"/>
                  </a:lnTo>
                  <a:lnTo>
                    <a:pt x="6241442" y="14734"/>
                  </a:lnTo>
                  <a:lnTo>
                    <a:pt x="6241536" y="14734"/>
                  </a:lnTo>
                  <a:lnTo>
                    <a:pt x="6241631" y="14734"/>
                  </a:lnTo>
                  <a:lnTo>
                    <a:pt x="6241725" y="14734"/>
                  </a:lnTo>
                  <a:lnTo>
                    <a:pt x="6241819" y="14734"/>
                  </a:lnTo>
                  <a:lnTo>
                    <a:pt x="6241913" y="14734"/>
                  </a:lnTo>
                  <a:lnTo>
                    <a:pt x="6242007" y="14734"/>
                  </a:lnTo>
                  <a:lnTo>
                    <a:pt x="6242101" y="14734"/>
                  </a:lnTo>
                  <a:lnTo>
                    <a:pt x="6242195" y="14734"/>
                  </a:lnTo>
                  <a:lnTo>
                    <a:pt x="6242290" y="14734"/>
                  </a:lnTo>
                  <a:lnTo>
                    <a:pt x="6242384" y="14734"/>
                  </a:lnTo>
                  <a:lnTo>
                    <a:pt x="6242478" y="14734"/>
                  </a:lnTo>
                  <a:lnTo>
                    <a:pt x="6242572" y="14734"/>
                  </a:lnTo>
                  <a:lnTo>
                    <a:pt x="6242666" y="14734"/>
                  </a:lnTo>
                  <a:lnTo>
                    <a:pt x="6242760" y="14734"/>
                  </a:lnTo>
                  <a:lnTo>
                    <a:pt x="6242855" y="14734"/>
                  </a:lnTo>
                  <a:lnTo>
                    <a:pt x="6242949" y="14734"/>
                  </a:lnTo>
                  <a:lnTo>
                    <a:pt x="6243043" y="14734"/>
                  </a:lnTo>
                  <a:lnTo>
                    <a:pt x="6243137" y="14734"/>
                  </a:lnTo>
                  <a:lnTo>
                    <a:pt x="6243231" y="14734"/>
                  </a:lnTo>
                  <a:lnTo>
                    <a:pt x="6243325" y="14734"/>
                  </a:lnTo>
                  <a:lnTo>
                    <a:pt x="6243419" y="14734"/>
                  </a:lnTo>
                  <a:lnTo>
                    <a:pt x="6243514" y="14734"/>
                  </a:lnTo>
                  <a:lnTo>
                    <a:pt x="6243608" y="14734"/>
                  </a:lnTo>
                  <a:lnTo>
                    <a:pt x="6243702" y="14734"/>
                  </a:lnTo>
                  <a:lnTo>
                    <a:pt x="6243796" y="14734"/>
                  </a:lnTo>
                  <a:lnTo>
                    <a:pt x="6243890" y="14734"/>
                  </a:lnTo>
                  <a:lnTo>
                    <a:pt x="6243984" y="14734"/>
                  </a:lnTo>
                  <a:lnTo>
                    <a:pt x="6244079" y="14734"/>
                  </a:lnTo>
                  <a:lnTo>
                    <a:pt x="6244173" y="14734"/>
                  </a:lnTo>
                  <a:lnTo>
                    <a:pt x="6244267" y="14734"/>
                  </a:lnTo>
                  <a:lnTo>
                    <a:pt x="6244361" y="14734"/>
                  </a:lnTo>
                  <a:lnTo>
                    <a:pt x="6244455" y="14734"/>
                  </a:lnTo>
                  <a:lnTo>
                    <a:pt x="6244549" y="14734"/>
                  </a:lnTo>
                  <a:lnTo>
                    <a:pt x="6244643" y="14734"/>
                  </a:lnTo>
                  <a:lnTo>
                    <a:pt x="6244738" y="14734"/>
                  </a:lnTo>
                  <a:lnTo>
                    <a:pt x="6244832" y="14734"/>
                  </a:lnTo>
                  <a:lnTo>
                    <a:pt x="6244926" y="14734"/>
                  </a:lnTo>
                  <a:lnTo>
                    <a:pt x="6245020" y="14734"/>
                  </a:lnTo>
                  <a:lnTo>
                    <a:pt x="6245114" y="14734"/>
                  </a:lnTo>
                  <a:lnTo>
                    <a:pt x="6245208" y="14734"/>
                  </a:lnTo>
                  <a:lnTo>
                    <a:pt x="6245303" y="14734"/>
                  </a:lnTo>
                  <a:lnTo>
                    <a:pt x="6245397" y="14734"/>
                  </a:lnTo>
                  <a:lnTo>
                    <a:pt x="6245491" y="14734"/>
                  </a:lnTo>
                  <a:lnTo>
                    <a:pt x="6245585" y="14734"/>
                  </a:lnTo>
                  <a:lnTo>
                    <a:pt x="6245679" y="14734"/>
                  </a:lnTo>
                  <a:lnTo>
                    <a:pt x="6245773" y="14734"/>
                  </a:lnTo>
                  <a:lnTo>
                    <a:pt x="6245867" y="14734"/>
                  </a:lnTo>
                  <a:lnTo>
                    <a:pt x="6245962" y="14734"/>
                  </a:lnTo>
                  <a:lnTo>
                    <a:pt x="6246056" y="14734"/>
                  </a:lnTo>
                  <a:lnTo>
                    <a:pt x="6246150" y="14734"/>
                  </a:lnTo>
                  <a:lnTo>
                    <a:pt x="6246244" y="14734"/>
                  </a:lnTo>
                  <a:lnTo>
                    <a:pt x="6246338" y="14734"/>
                  </a:lnTo>
                  <a:lnTo>
                    <a:pt x="6246432" y="14734"/>
                  </a:lnTo>
                  <a:lnTo>
                    <a:pt x="6246526" y="14734"/>
                  </a:lnTo>
                  <a:lnTo>
                    <a:pt x="6246621" y="14734"/>
                  </a:lnTo>
                  <a:lnTo>
                    <a:pt x="6246715" y="14734"/>
                  </a:lnTo>
                  <a:lnTo>
                    <a:pt x="6246809" y="14734"/>
                  </a:lnTo>
                  <a:lnTo>
                    <a:pt x="6246903" y="14734"/>
                  </a:lnTo>
                  <a:lnTo>
                    <a:pt x="6246997" y="14734"/>
                  </a:lnTo>
                  <a:lnTo>
                    <a:pt x="6247091" y="14734"/>
                  </a:lnTo>
                  <a:lnTo>
                    <a:pt x="6247186" y="14734"/>
                  </a:lnTo>
                  <a:lnTo>
                    <a:pt x="6247280" y="14734"/>
                  </a:lnTo>
                  <a:lnTo>
                    <a:pt x="6247374" y="14734"/>
                  </a:lnTo>
                  <a:lnTo>
                    <a:pt x="6247468" y="14734"/>
                  </a:lnTo>
                  <a:lnTo>
                    <a:pt x="6247562" y="14734"/>
                  </a:lnTo>
                  <a:lnTo>
                    <a:pt x="6247656" y="14734"/>
                  </a:lnTo>
                  <a:lnTo>
                    <a:pt x="6247750" y="14734"/>
                  </a:lnTo>
                  <a:lnTo>
                    <a:pt x="6247845" y="14734"/>
                  </a:lnTo>
                  <a:lnTo>
                    <a:pt x="6247939" y="14734"/>
                  </a:lnTo>
                  <a:lnTo>
                    <a:pt x="6248033" y="14734"/>
                  </a:lnTo>
                  <a:lnTo>
                    <a:pt x="6248127" y="14734"/>
                  </a:lnTo>
                  <a:lnTo>
                    <a:pt x="6248221" y="14734"/>
                  </a:lnTo>
                  <a:lnTo>
                    <a:pt x="6248315" y="14734"/>
                  </a:lnTo>
                  <a:lnTo>
                    <a:pt x="6248410" y="14734"/>
                  </a:lnTo>
                  <a:lnTo>
                    <a:pt x="6248504" y="14734"/>
                  </a:lnTo>
                  <a:lnTo>
                    <a:pt x="6248598" y="14734"/>
                  </a:lnTo>
                  <a:lnTo>
                    <a:pt x="6248692" y="14734"/>
                  </a:lnTo>
                  <a:lnTo>
                    <a:pt x="6248786" y="14734"/>
                  </a:lnTo>
                  <a:lnTo>
                    <a:pt x="6248880" y="14734"/>
                  </a:lnTo>
                  <a:lnTo>
                    <a:pt x="6248974" y="14734"/>
                  </a:lnTo>
                  <a:lnTo>
                    <a:pt x="6249069" y="14734"/>
                  </a:lnTo>
                  <a:lnTo>
                    <a:pt x="6249163" y="14734"/>
                  </a:lnTo>
                  <a:lnTo>
                    <a:pt x="6249257" y="14734"/>
                  </a:lnTo>
                  <a:lnTo>
                    <a:pt x="6249351" y="14734"/>
                  </a:lnTo>
                  <a:lnTo>
                    <a:pt x="6249445" y="14734"/>
                  </a:lnTo>
                  <a:lnTo>
                    <a:pt x="6249539" y="14734"/>
                  </a:lnTo>
                  <a:lnTo>
                    <a:pt x="6249634" y="14734"/>
                  </a:lnTo>
                  <a:lnTo>
                    <a:pt x="6249728" y="14734"/>
                  </a:lnTo>
                  <a:lnTo>
                    <a:pt x="6249822" y="14734"/>
                  </a:lnTo>
                  <a:lnTo>
                    <a:pt x="6249916" y="14734"/>
                  </a:lnTo>
                  <a:lnTo>
                    <a:pt x="6250010" y="14734"/>
                  </a:lnTo>
                  <a:lnTo>
                    <a:pt x="6250104" y="14734"/>
                  </a:lnTo>
                  <a:lnTo>
                    <a:pt x="6250198" y="14734"/>
                  </a:lnTo>
                  <a:lnTo>
                    <a:pt x="6250293" y="14734"/>
                  </a:lnTo>
                  <a:lnTo>
                    <a:pt x="6250387" y="14734"/>
                  </a:lnTo>
                  <a:lnTo>
                    <a:pt x="6250481" y="14734"/>
                  </a:lnTo>
                  <a:lnTo>
                    <a:pt x="6250575" y="14734"/>
                  </a:lnTo>
                  <a:lnTo>
                    <a:pt x="6250669" y="14734"/>
                  </a:lnTo>
                  <a:lnTo>
                    <a:pt x="6250763" y="14734"/>
                  </a:lnTo>
                  <a:lnTo>
                    <a:pt x="6250857" y="14734"/>
                  </a:lnTo>
                  <a:lnTo>
                    <a:pt x="6250952" y="14734"/>
                  </a:lnTo>
                  <a:lnTo>
                    <a:pt x="6251046" y="14734"/>
                  </a:lnTo>
                  <a:lnTo>
                    <a:pt x="6251140" y="14734"/>
                  </a:lnTo>
                  <a:lnTo>
                    <a:pt x="6251234" y="14734"/>
                  </a:lnTo>
                  <a:lnTo>
                    <a:pt x="6251328" y="14734"/>
                  </a:lnTo>
                  <a:lnTo>
                    <a:pt x="6251422" y="14734"/>
                  </a:lnTo>
                  <a:lnTo>
                    <a:pt x="6251517" y="14734"/>
                  </a:lnTo>
                  <a:lnTo>
                    <a:pt x="6251611" y="14734"/>
                  </a:lnTo>
                  <a:lnTo>
                    <a:pt x="6251705" y="14734"/>
                  </a:lnTo>
                  <a:lnTo>
                    <a:pt x="6251799" y="14734"/>
                  </a:lnTo>
                  <a:lnTo>
                    <a:pt x="6251893" y="14734"/>
                  </a:lnTo>
                  <a:lnTo>
                    <a:pt x="6251987" y="14734"/>
                  </a:lnTo>
                  <a:lnTo>
                    <a:pt x="6252081" y="14734"/>
                  </a:lnTo>
                  <a:lnTo>
                    <a:pt x="6252176" y="14734"/>
                  </a:lnTo>
                  <a:lnTo>
                    <a:pt x="6252270" y="14734"/>
                  </a:lnTo>
                  <a:lnTo>
                    <a:pt x="6252364" y="14734"/>
                  </a:lnTo>
                  <a:lnTo>
                    <a:pt x="6252458" y="14734"/>
                  </a:lnTo>
                  <a:lnTo>
                    <a:pt x="6252552" y="14734"/>
                  </a:lnTo>
                  <a:lnTo>
                    <a:pt x="6252646" y="14734"/>
                  </a:lnTo>
                  <a:lnTo>
                    <a:pt x="6252741" y="14734"/>
                  </a:lnTo>
                  <a:lnTo>
                    <a:pt x="6252835" y="14734"/>
                  </a:lnTo>
                  <a:lnTo>
                    <a:pt x="6252929" y="14734"/>
                  </a:lnTo>
                  <a:lnTo>
                    <a:pt x="6253023" y="14734"/>
                  </a:lnTo>
                  <a:lnTo>
                    <a:pt x="6253117" y="14734"/>
                  </a:lnTo>
                  <a:lnTo>
                    <a:pt x="6253211" y="14734"/>
                  </a:lnTo>
                  <a:lnTo>
                    <a:pt x="6253305" y="14734"/>
                  </a:lnTo>
                  <a:lnTo>
                    <a:pt x="6253400" y="14734"/>
                  </a:lnTo>
                  <a:lnTo>
                    <a:pt x="6253494" y="14734"/>
                  </a:lnTo>
                  <a:lnTo>
                    <a:pt x="6253588" y="14734"/>
                  </a:lnTo>
                  <a:lnTo>
                    <a:pt x="6253682" y="14734"/>
                  </a:lnTo>
                  <a:lnTo>
                    <a:pt x="6253776" y="14734"/>
                  </a:lnTo>
                  <a:lnTo>
                    <a:pt x="6253870" y="14734"/>
                  </a:lnTo>
                  <a:lnTo>
                    <a:pt x="6253965" y="14734"/>
                  </a:lnTo>
                  <a:lnTo>
                    <a:pt x="6254059" y="14734"/>
                  </a:lnTo>
                  <a:lnTo>
                    <a:pt x="6254153" y="14734"/>
                  </a:lnTo>
                  <a:lnTo>
                    <a:pt x="6254247" y="14734"/>
                  </a:lnTo>
                  <a:lnTo>
                    <a:pt x="6254341" y="14734"/>
                  </a:lnTo>
                  <a:lnTo>
                    <a:pt x="6254435" y="14734"/>
                  </a:lnTo>
                  <a:lnTo>
                    <a:pt x="6254529" y="14734"/>
                  </a:lnTo>
                  <a:lnTo>
                    <a:pt x="6254624" y="14734"/>
                  </a:lnTo>
                  <a:lnTo>
                    <a:pt x="6254718" y="14734"/>
                  </a:lnTo>
                  <a:lnTo>
                    <a:pt x="6254812" y="14734"/>
                  </a:lnTo>
                  <a:lnTo>
                    <a:pt x="6254906" y="14734"/>
                  </a:lnTo>
                  <a:lnTo>
                    <a:pt x="6255000" y="14734"/>
                  </a:lnTo>
                  <a:lnTo>
                    <a:pt x="6255094" y="14734"/>
                  </a:lnTo>
                  <a:lnTo>
                    <a:pt x="6255188" y="14734"/>
                  </a:lnTo>
                  <a:lnTo>
                    <a:pt x="6255283" y="14734"/>
                  </a:lnTo>
                  <a:lnTo>
                    <a:pt x="6255377" y="14734"/>
                  </a:lnTo>
                  <a:lnTo>
                    <a:pt x="6255471" y="14734"/>
                  </a:lnTo>
                  <a:lnTo>
                    <a:pt x="6255565" y="14734"/>
                  </a:lnTo>
                  <a:lnTo>
                    <a:pt x="6255659" y="14734"/>
                  </a:lnTo>
                  <a:lnTo>
                    <a:pt x="6255753" y="14734"/>
                  </a:lnTo>
                  <a:lnTo>
                    <a:pt x="6255848" y="14734"/>
                  </a:lnTo>
                  <a:lnTo>
                    <a:pt x="6255942" y="14734"/>
                  </a:lnTo>
                  <a:lnTo>
                    <a:pt x="6256036" y="14734"/>
                  </a:lnTo>
                  <a:lnTo>
                    <a:pt x="6256130" y="14734"/>
                  </a:lnTo>
                  <a:lnTo>
                    <a:pt x="6256224" y="14734"/>
                  </a:lnTo>
                  <a:lnTo>
                    <a:pt x="6256318" y="14734"/>
                  </a:lnTo>
                  <a:lnTo>
                    <a:pt x="6256412" y="14734"/>
                  </a:lnTo>
                  <a:lnTo>
                    <a:pt x="6256507" y="14734"/>
                  </a:lnTo>
                  <a:lnTo>
                    <a:pt x="6256601" y="14734"/>
                  </a:lnTo>
                  <a:lnTo>
                    <a:pt x="6256695" y="14734"/>
                  </a:lnTo>
                  <a:lnTo>
                    <a:pt x="6256789" y="14734"/>
                  </a:lnTo>
                  <a:lnTo>
                    <a:pt x="6256883" y="14734"/>
                  </a:lnTo>
                  <a:lnTo>
                    <a:pt x="6256977" y="14734"/>
                  </a:lnTo>
                  <a:lnTo>
                    <a:pt x="6257072" y="14734"/>
                  </a:lnTo>
                  <a:lnTo>
                    <a:pt x="6257166" y="14734"/>
                  </a:lnTo>
                  <a:lnTo>
                    <a:pt x="6257260" y="14734"/>
                  </a:lnTo>
                  <a:lnTo>
                    <a:pt x="6257354" y="14734"/>
                  </a:lnTo>
                  <a:lnTo>
                    <a:pt x="6257448" y="14734"/>
                  </a:lnTo>
                  <a:lnTo>
                    <a:pt x="6257542" y="14734"/>
                  </a:lnTo>
                  <a:lnTo>
                    <a:pt x="6257636" y="14734"/>
                  </a:lnTo>
                  <a:lnTo>
                    <a:pt x="6257731" y="14734"/>
                  </a:lnTo>
                  <a:lnTo>
                    <a:pt x="6257825" y="14734"/>
                  </a:lnTo>
                  <a:lnTo>
                    <a:pt x="6257919" y="14734"/>
                  </a:lnTo>
                  <a:lnTo>
                    <a:pt x="6258013" y="14734"/>
                  </a:lnTo>
                  <a:lnTo>
                    <a:pt x="6258107" y="14734"/>
                  </a:lnTo>
                  <a:lnTo>
                    <a:pt x="6258201" y="14734"/>
                  </a:lnTo>
                  <a:lnTo>
                    <a:pt x="6258296" y="14734"/>
                  </a:lnTo>
                  <a:lnTo>
                    <a:pt x="6258390" y="14734"/>
                  </a:lnTo>
                  <a:lnTo>
                    <a:pt x="6258484" y="14734"/>
                  </a:lnTo>
                  <a:lnTo>
                    <a:pt x="6258578" y="14734"/>
                  </a:lnTo>
                  <a:lnTo>
                    <a:pt x="6258672" y="14734"/>
                  </a:lnTo>
                  <a:lnTo>
                    <a:pt x="6258766" y="14734"/>
                  </a:lnTo>
                  <a:lnTo>
                    <a:pt x="6258860" y="14734"/>
                  </a:lnTo>
                  <a:lnTo>
                    <a:pt x="6258955" y="14734"/>
                  </a:lnTo>
                  <a:lnTo>
                    <a:pt x="6259049" y="14734"/>
                  </a:lnTo>
                  <a:lnTo>
                    <a:pt x="6259143" y="14734"/>
                  </a:lnTo>
                  <a:lnTo>
                    <a:pt x="6259237" y="14734"/>
                  </a:lnTo>
                  <a:lnTo>
                    <a:pt x="6259331" y="14734"/>
                  </a:lnTo>
                  <a:lnTo>
                    <a:pt x="6259425" y="14734"/>
                  </a:lnTo>
                  <a:lnTo>
                    <a:pt x="6259519" y="14734"/>
                  </a:lnTo>
                  <a:lnTo>
                    <a:pt x="6259614" y="14734"/>
                  </a:lnTo>
                  <a:lnTo>
                    <a:pt x="6259708" y="14734"/>
                  </a:lnTo>
                  <a:lnTo>
                    <a:pt x="6259802" y="14734"/>
                  </a:lnTo>
                  <a:lnTo>
                    <a:pt x="6259896" y="14734"/>
                  </a:lnTo>
                  <a:lnTo>
                    <a:pt x="6259990" y="14734"/>
                  </a:lnTo>
                  <a:lnTo>
                    <a:pt x="6260084" y="14734"/>
                  </a:lnTo>
                  <a:lnTo>
                    <a:pt x="6260179" y="14734"/>
                  </a:lnTo>
                  <a:lnTo>
                    <a:pt x="6260273" y="14734"/>
                  </a:lnTo>
                  <a:lnTo>
                    <a:pt x="6260367" y="14734"/>
                  </a:lnTo>
                  <a:lnTo>
                    <a:pt x="6260461" y="14734"/>
                  </a:lnTo>
                  <a:lnTo>
                    <a:pt x="6260555" y="14734"/>
                  </a:lnTo>
                  <a:lnTo>
                    <a:pt x="6260649" y="14734"/>
                  </a:lnTo>
                  <a:lnTo>
                    <a:pt x="6260743" y="14734"/>
                  </a:lnTo>
                  <a:lnTo>
                    <a:pt x="6260838" y="14734"/>
                  </a:lnTo>
                  <a:lnTo>
                    <a:pt x="6260932" y="14734"/>
                  </a:lnTo>
                  <a:lnTo>
                    <a:pt x="6261026" y="14734"/>
                  </a:lnTo>
                  <a:lnTo>
                    <a:pt x="6261120" y="14734"/>
                  </a:lnTo>
                  <a:lnTo>
                    <a:pt x="6261214" y="14734"/>
                  </a:lnTo>
                  <a:lnTo>
                    <a:pt x="6261308" y="14734"/>
                  </a:lnTo>
                  <a:lnTo>
                    <a:pt x="6261403" y="14734"/>
                  </a:lnTo>
                  <a:lnTo>
                    <a:pt x="6261497" y="14734"/>
                  </a:lnTo>
                  <a:lnTo>
                    <a:pt x="6261591" y="14734"/>
                  </a:lnTo>
                  <a:lnTo>
                    <a:pt x="6261685" y="14734"/>
                  </a:lnTo>
                  <a:lnTo>
                    <a:pt x="6261779" y="14734"/>
                  </a:lnTo>
                  <a:lnTo>
                    <a:pt x="6261873" y="14734"/>
                  </a:lnTo>
                  <a:lnTo>
                    <a:pt x="6261967" y="14734"/>
                  </a:lnTo>
                  <a:lnTo>
                    <a:pt x="6262062" y="14734"/>
                  </a:lnTo>
                  <a:lnTo>
                    <a:pt x="6262156" y="14734"/>
                  </a:lnTo>
                  <a:lnTo>
                    <a:pt x="6262250" y="14734"/>
                  </a:lnTo>
                  <a:lnTo>
                    <a:pt x="6262344" y="14734"/>
                  </a:lnTo>
                  <a:lnTo>
                    <a:pt x="6262438" y="14734"/>
                  </a:lnTo>
                  <a:lnTo>
                    <a:pt x="6262532" y="14734"/>
                  </a:lnTo>
                  <a:lnTo>
                    <a:pt x="6262627" y="14734"/>
                  </a:lnTo>
                  <a:lnTo>
                    <a:pt x="6262721" y="14734"/>
                  </a:lnTo>
                  <a:lnTo>
                    <a:pt x="6262815" y="14734"/>
                  </a:lnTo>
                  <a:lnTo>
                    <a:pt x="6262909" y="14734"/>
                  </a:lnTo>
                  <a:lnTo>
                    <a:pt x="6263003" y="14734"/>
                  </a:lnTo>
                  <a:lnTo>
                    <a:pt x="6263097" y="14734"/>
                  </a:lnTo>
                  <a:lnTo>
                    <a:pt x="6263191" y="14734"/>
                  </a:lnTo>
                  <a:lnTo>
                    <a:pt x="6263286" y="14734"/>
                  </a:lnTo>
                  <a:lnTo>
                    <a:pt x="6263380" y="14734"/>
                  </a:lnTo>
                  <a:lnTo>
                    <a:pt x="6263474" y="14734"/>
                  </a:lnTo>
                  <a:lnTo>
                    <a:pt x="6263568" y="14734"/>
                  </a:lnTo>
                  <a:lnTo>
                    <a:pt x="6263662" y="14734"/>
                  </a:lnTo>
                  <a:lnTo>
                    <a:pt x="6263756" y="14734"/>
                  </a:lnTo>
                  <a:lnTo>
                    <a:pt x="6263850" y="14734"/>
                  </a:lnTo>
                  <a:lnTo>
                    <a:pt x="6263945" y="14734"/>
                  </a:lnTo>
                  <a:lnTo>
                    <a:pt x="6264039" y="14734"/>
                  </a:lnTo>
                  <a:lnTo>
                    <a:pt x="6264133" y="14734"/>
                  </a:lnTo>
                  <a:lnTo>
                    <a:pt x="6264227" y="14734"/>
                  </a:lnTo>
                  <a:lnTo>
                    <a:pt x="6264321" y="14734"/>
                  </a:lnTo>
                  <a:lnTo>
                    <a:pt x="6264415" y="14734"/>
                  </a:lnTo>
                  <a:lnTo>
                    <a:pt x="6264510" y="14734"/>
                  </a:lnTo>
                  <a:lnTo>
                    <a:pt x="6264604" y="14734"/>
                  </a:lnTo>
                  <a:lnTo>
                    <a:pt x="6264698" y="14734"/>
                  </a:lnTo>
                  <a:lnTo>
                    <a:pt x="6264792" y="14734"/>
                  </a:lnTo>
                  <a:lnTo>
                    <a:pt x="6264886" y="14734"/>
                  </a:lnTo>
                  <a:lnTo>
                    <a:pt x="6264980" y="14734"/>
                  </a:lnTo>
                  <a:lnTo>
                    <a:pt x="6265074" y="14734"/>
                  </a:lnTo>
                  <a:lnTo>
                    <a:pt x="6265169" y="14734"/>
                  </a:lnTo>
                  <a:lnTo>
                    <a:pt x="6265263" y="14734"/>
                  </a:lnTo>
                  <a:lnTo>
                    <a:pt x="6265357" y="14734"/>
                  </a:lnTo>
                  <a:lnTo>
                    <a:pt x="6265451" y="14734"/>
                  </a:lnTo>
                  <a:lnTo>
                    <a:pt x="6265545" y="14734"/>
                  </a:lnTo>
                  <a:lnTo>
                    <a:pt x="6265639" y="14734"/>
                  </a:lnTo>
                  <a:lnTo>
                    <a:pt x="6265734" y="14734"/>
                  </a:lnTo>
                  <a:lnTo>
                    <a:pt x="6265828" y="14734"/>
                  </a:lnTo>
                  <a:lnTo>
                    <a:pt x="6265922" y="14734"/>
                  </a:lnTo>
                  <a:lnTo>
                    <a:pt x="6266016" y="14734"/>
                  </a:lnTo>
                  <a:lnTo>
                    <a:pt x="6266110" y="14734"/>
                  </a:lnTo>
                  <a:lnTo>
                    <a:pt x="6266204" y="14734"/>
                  </a:lnTo>
                  <a:lnTo>
                    <a:pt x="6266298" y="14734"/>
                  </a:lnTo>
                  <a:lnTo>
                    <a:pt x="6266393" y="14734"/>
                  </a:lnTo>
                  <a:lnTo>
                    <a:pt x="6266487" y="14734"/>
                  </a:lnTo>
                  <a:lnTo>
                    <a:pt x="6266581" y="14734"/>
                  </a:lnTo>
                  <a:lnTo>
                    <a:pt x="6266675" y="14734"/>
                  </a:lnTo>
                  <a:lnTo>
                    <a:pt x="6266769" y="14734"/>
                  </a:lnTo>
                  <a:lnTo>
                    <a:pt x="6266863" y="14734"/>
                  </a:lnTo>
                  <a:lnTo>
                    <a:pt x="6266958" y="14734"/>
                  </a:lnTo>
                  <a:lnTo>
                    <a:pt x="6267052" y="14734"/>
                  </a:lnTo>
                  <a:lnTo>
                    <a:pt x="6267146" y="14734"/>
                  </a:lnTo>
                  <a:lnTo>
                    <a:pt x="6267240" y="14734"/>
                  </a:lnTo>
                  <a:lnTo>
                    <a:pt x="6267334" y="14734"/>
                  </a:lnTo>
                  <a:lnTo>
                    <a:pt x="6267428" y="14734"/>
                  </a:lnTo>
                  <a:lnTo>
                    <a:pt x="6267522" y="14734"/>
                  </a:lnTo>
                  <a:lnTo>
                    <a:pt x="6267617" y="14734"/>
                  </a:lnTo>
                  <a:lnTo>
                    <a:pt x="6267711" y="14734"/>
                  </a:lnTo>
                  <a:lnTo>
                    <a:pt x="6267805" y="14734"/>
                  </a:lnTo>
                  <a:lnTo>
                    <a:pt x="6267899" y="14734"/>
                  </a:lnTo>
                  <a:lnTo>
                    <a:pt x="6267993" y="14734"/>
                  </a:lnTo>
                  <a:lnTo>
                    <a:pt x="6268087" y="14734"/>
                  </a:lnTo>
                  <a:lnTo>
                    <a:pt x="6268181" y="14734"/>
                  </a:lnTo>
                  <a:lnTo>
                    <a:pt x="6268276" y="14734"/>
                  </a:lnTo>
                  <a:lnTo>
                    <a:pt x="6268370" y="14734"/>
                  </a:lnTo>
                  <a:lnTo>
                    <a:pt x="6268464" y="14734"/>
                  </a:lnTo>
                  <a:lnTo>
                    <a:pt x="6268558" y="14734"/>
                  </a:lnTo>
                  <a:lnTo>
                    <a:pt x="6268652" y="14734"/>
                  </a:lnTo>
                  <a:lnTo>
                    <a:pt x="6268746" y="14734"/>
                  </a:lnTo>
                  <a:lnTo>
                    <a:pt x="6268841" y="14734"/>
                  </a:lnTo>
                  <a:lnTo>
                    <a:pt x="6268935" y="14734"/>
                  </a:lnTo>
                  <a:lnTo>
                    <a:pt x="6269029" y="14734"/>
                  </a:lnTo>
                  <a:lnTo>
                    <a:pt x="6269123" y="14734"/>
                  </a:lnTo>
                  <a:lnTo>
                    <a:pt x="6269217" y="14734"/>
                  </a:lnTo>
                  <a:lnTo>
                    <a:pt x="6269311" y="14734"/>
                  </a:lnTo>
                  <a:lnTo>
                    <a:pt x="6269405" y="14734"/>
                  </a:lnTo>
                  <a:lnTo>
                    <a:pt x="6269500" y="14734"/>
                  </a:lnTo>
                  <a:lnTo>
                    <a:pt x="6269594" y="14734"/>
                  </a:lnTo>
                  <a:lnTo>
                    <a:pt x="6269688" y="14734"/>
                  </a:lnTo>
                  <a:lnTo>
                    <a:pt x="6269782" y="14734"/>
                  </a:lnTo>
                  <a:lnTo>
                    <a:pt x="6269876" y="14734"/>
                  </a:lnTo>
                  <a:lnTo>
                    <a:pt x="6269970" y="14734"/>
                  </a:lnTo>
                  <a:lnTo>
                    <a:pt x="6270065" y="14734"/>
                  </a:lnTo>
                  <a:lnTo>
                    <a:pt x="6270159" y="14734"/>
                  </a:lnTo>
                  <a:lnTo>
                    <a:pt x="6270253" y="14734"/>
                  </a:lnTo>
                  <a:lnTo>
                    <a:pt x="6270347" y="14734"/>
                  </a:lnTo>
                  <a:lnTo>
                    <a:pt x="6270441" y="14734"/>
                  </a:lnTo>
                  <a:lnTo>
                    <a:pt x="6270535" y="14734"/>
                  </a:lnTo>
                  <a:lnTo>
                    <a:pt x="6270629" y="14734"/>
                  </a:lnTo>
                  <a:lnTo>
                    <a:pt x="6270724" y="14734"/>
                  </a:lnTo>
                  <a:lnTo>
                    <a:pt x="6270818" y="14734"/>
                  </a:lnTo>
                  <a:lnTo>
                    <a:pt x="6270912" y="14734"/>
                  </a:lnTo>
                  <a:lnTo>
                    <a:pt x="6271006" y="14734"/>
                  </a:lnTo>
                  <a:lnTo>
                    <a:pt x="6271100" y="14734"/>
                  </a:lnTo>
                  <a:lnTo>
                    <a:pt x="6271194" y="14734"/>
                  </a:lnTo>
                  <a:lnTo>
                    <a:pt x="6271289" y="14734"/>
                  </a:lnTo>
                  <a:lnTo>
                    <a:pt x="6271383" y="14734"/>
                  </a:lnTo>
                  <a:lnTo>
                    <a:pt x="6271477" y="14734"/>
                  </a:lnTo>
                  <a:lnTo>
                    <a:pt x="6271571" y="14734"/>
                  </a:lnTo>
                  <a:lnTo>
                    <a:pt x="6271665" y="14734"/>
                  </a:lnTo>
                  <a:lnTo>
                    <a:pt x="6271759" y="14734"/>
                  </a:lnTo>
                  <a:lnTo>
                    <a:pt x="6271853" y="14734"/>
                  </a:lnTo>
                  <a:lnTo>
                    <a:pt x="6271948" y="14734"/>
                  </a:lnTo>
                  <a:lnTo>
                    <a:pt x="6272042" y="14734"/>
                  </a:lnTo>
                  <a:lnTo>
                    <a:pt x="6272136" y="14734"/>
                  </a:lnTo>
                  <a:lnTo>
                    <a:pt x="6272230" y="14734"/>
                  </a:lnTo>
                  <a:lnTo>
                    <a:pt x="6272324" y="14734"/>
                  </a:lnTo>
                  <a:lnTo>
                    <a:pt x="6272418" y="14734"/>
                  </a:lnTo>
                  <a:lnTo>
                    <a:pt x="6272512" y="14734"/>
                  </a:lnTo>
                  <a:lnTo>
                    <a:pt x="6272607" y="14734"/>
                  </a:lnTo>
                  <a:lnTo>
                    <a:pt x="6272701" y="14734"/>
                  </a:lnTo>
                  <a:lnTo>
                    <a:pt x="6272795" y="14734"/>
                  </a:lnTo>
                  <a:lnTo>
                    <a:pt x="6272889" y="14734"/>
                  </a:lnTo>
                  <a:lnTo>
                    <a:pt x="6272983" y="14734"/>
                  </a:lnTo>
                  <a:lnTo>
                    <a:pt x="6273077" y="14734"/>
                  </a:lnTo>
                  <a:lnTo>
                    <a:pt x="6273172" y="14734"/>
                  </a:lnTo>
                  <a:lnTo>
                    <a:pt x="6273266" y="14734"/>
                  </a:lnTo>
                  <a:lnTo>
                    <a:pt x="6273360" y="14734"/>
                  </a:lnTo>
                  <a:lnTo>
                    <a:pt x="6273454" y="14734"/>
                  </a:lnTo>
                  <a:lnTo>
                    <a:pt x="6273548" y="14734"/>
                  </a:lnTo>
                  <a:lnTo>
                    <a:pt x="6273642" y="14734"/>
                  </a:lnTo>
                  <a:lnTo>
                    <a:pt x="6273736" y="14734"/>
                  </a:lnTo>
                  <a:lnTo>
                    <a:pt x="6273831" y="14734"/>
                  </a:lnTo>
                  <a:lnTo>
                    <a:pt x="6273925" y="14734"/>
                  </a:lnTo>
                  <a:lnTo>
                    <a:pt x="6274019" y="14734"/>
                  </a:lnTo>
                  <a:lnTo>
                    <a:pt x="6274113" y="14734"/>
                  </a:lnTo>
                  <a:lnTo>
                    <a:pt x="6274207" y="14734"/>
                  </a:lnTo>
                  <a:lnTo>
                    <a:pt x="6274301" y="14734"/>
                  </a:lnTo>
                  <a:lnTo>
                    <a:pt x="6274396" y="14734"/>
                  </a:lnTo>
                  <a:lnTo>
                    <a:pt x="6274490" y="14734"/>
                  </a:lnTo>
                  <a:lnTo>
                    <a:pt x="6274584" y="14734"/>
                  </a:lnTo>
                  <a:lnTo>
                    <a:pt x="6274678" y="14734"/>
                  </a:lnTo>
                  <a:lnTo>
                    <a:pt x="6274772" y="14734"/>
                  </a:lnTo>
                  <a:lnTo>
                    <a:pt x="6274866" y="14734"/>
                  </a:lnTo>
                  <a:lnTo>
                    <a:pt x="6274960" y="14734"/>
                  </a:lnTo>
                  <a:lnTo>
                    <a:pt x="6275055" y="14734"/>
                  </a:lnTo>
                  <a:lnTo>
                    <a:pt x="6275149" y="14734"/>
                  </a:lnTo>
                  <a:lnTo>
                    <a:pt x="6275243" y="14734"/>
                  </a:lnTo>
                  <a:lnTo>
                    <a:pt x="6275337" y="14734"/>
                  </a:lnTo>
                  <a:lnTo>
                    <a:pt x="6275431" y="14734"/>
                  </a:lnTo>
                  <a:lnTo>
                    <a:pt x="6275525" y="14734"/>
                  </a:lnTo>
                  <a:lnTo>
                    <a:pt x="6275620" y="14734"/>
                  </a:lnTo>
                  <a:lnTo>
                    <a:pt x="6275714" y="14734"/>
                  </a:lnTo>
                  <a:lnTo>
                    <a:pt x="6275808" y="14734"/>
                  </a:lnTo>
                  <a:lnTo>
                    <a:pt x="6275902" y="14734"/>
                  </a:lnTo>
                  <a:lnTo>
                    <a:pt x="6275996" y="14734"/>
                  </a:lnTo>
                  <a:lnTo>
                    <a:pt x="6276090" y="14734"/>
                  </a:lnTo>
                  <a:lnTo>
                    <a:pt x="6276184" y="14734"/>
                  </a:lnTo>
                  <a:lnTo>
                    <a:pt x="6276279" y="14734"/>
                  </a:lnTo>
                  <a:lnTo>
                    <a:pt x="6276373" y="14734"/>
                  </a:lnTo>
                  <a:lnTo>
                    <a:pt x="6276467" y="14734"/>
                  </a:lnTo>
                  <a:lnTo>
                    <a:pt x="6276561" y="14734"/>
                  </a:lnTo>
                  <a:lnTo>
                    <a:pt x="6276655" y="14734"/>
                  </a:lnTo>
                  <a:lnTo>
                    <a:pt x="6276749" y="14734"/>
                  </a:lnTo>
                  <a:lnTo>
                    <a:pt x="6276843" y="14734"/>
                  </a:lnTo>
                  <a:lnTo>
                    <a:pt x="6276938" y="14734"/>
                  </a:lnTo>
                  <a:lnTo>
                    <a:pt x="6277032" y="14734"/>
                  </a:lnTo>
                  <a:lnTo>
                    <a:pt x="6277126" y="14734"/>
                  </a:lnTo>
                  <a:lnTo>
                    <a:pt x="6277220" y="14734"/>
                  </a:lnTo>
                  <a:lnTo>
                    <a:pt x="6277314" y="14734"/>
                  </a:lnTo>
                  <a:lnTo>
                    <a:pt x="6277408" y="14734"/>
                  </a:lnTo>
                  <a:lnTo>
                    <a:pt x="6277503" y="14734"/>
                  </a:lnTo>
                  <a:lnTo>
                    <a:pt x="6277597" y="14734"/>
                  </a:lnTo>
                  <a:lnTo>
                    <a:pt x="6277691" y="14734"/>
                  </a:lnTo>
                  <a:lnTo>
                    <a:pt x="6277785" y="14734"/>
                  </a:lnTo>
                  <a:lnTo>
                    <a:pt x="6277879" y="14734"/>
                  </a:lnTo>
                  <a:lnTo>
                    <a:pt x="6277973" y="14734"/>
                  </a:lnTo>
                  <a:lnTo>
                    <a:pt x="6278067" y="14734"/>
                  </a:lnTo>
                  <a:lnTo>
                    <a:pt x="6278162" y="14734"/>
                  </a:lnTo>
                  <a:lnTo>
                    <a:pt x="6278256" y="14734"/>
                  </a:lnTo>
                  <a:lnTo>
                    <a:pt x="6278350" y="14734"/>
                  </a:lnTo>
                  <a:lnTo>
                    <a:pt x="6278444" y="14734"/>
                  </a:lnTo>
                  <a:lnTo>
                    <a:pt x="6278538" y="14734"/>
                  </a:lnTo>
                  <a:lnTo>
                    <a:pt x="6278632" y="14734"/>
                  </a:lnTo>
                  <a:lnTo>
                    <a:pt x="6278727" y="14734"/>
                  </a:lnTo>
                  <a:lnTo>
                    <a:pt x="6278821" y="14734"/>
                  </a:lnTo>
                  <a:lnTo>
                    <a:pt x="6278915" y="14734"/>
                  </a:lnTo>
                  <a:lnTo>
                    <a:pt x="6279009" y="14734"/>
                  </a:lnTo>
                  <a:lnTo>
                    <a:pt x="6279103" y="14734"/>
                  </a:lnTo>
                  <a:lnTo>
                    <a:pt x="6279197" y="14734"/>
                  </a:lnTo>
                  <a:lnTo>
                    <a:pt x="6279291" y="14734"/>
                  </a:lnTo>
                  <a:lnTo>
                    <a:pt x="6279386" y="14734"/>
                  </a:lnTo>
                  <a:lnTo>
                    <a:pt x="6279480" y="14734"/>
                  </a:lnTo>
                  <a:lnTo>
                    <a:pt x="6279574" y="14734"/>
                  </a:lnTo>
                  <a:lnTo>
                    <a:pt x="6279668" y="14734"/>
                  </a:lnTo>
                  <a:lnTo>
                    <a:pt x="6279762" y="14734"/>
                  </a:lnTo>
                  <a:lnTo>
                    <a:pt x="6279856" y="14734"/>
                  </a:lnTo>
                  <a:lnTo>
                    <a:pt x="6279951" y="14734"/>
                  </a:lnTo>
                  <a:lnTo>
                    <a:pt x="6280045" y="14734"/>
                  </a:lnTo>
                  <a:lnTo>
                    <a:pt x="6280139" y="14734"/>
                  </a:lnTo>
                  <a:lnTo>
                    <a:pt x="6280233" y="14734"/>
                  </a:lnTo>
                  <a:lnTo>
                    <a:pt x="6280327" y="14734"/>
                  </a:lnTo>
                  <a:lnTo>
                    <a:pt x="6280421" y="14734"/>
                  </a:lnTo>
                  <a:lnTo>
                    <a:pt x="6280515" y="14734"/>
                  </a:lnTo>
                  <a:lnTo>
                    <a:pt x="6280610" y="14734"/>
                  </a:lnTo>
                  <a:lnTo>
                    <a:pt x="6280704" y="14734"/>
                  </a:lnTo>
                  <a:lnTo>
                    <a:pt x="6280798" y="14734"/>
                  </a:lnTo>
                  <a:lnTo>
                    <a:pt x="6280892" y="14734"/>
                  </a:lnTo>
                  <a:lnTo>
                    <a:pt x="6280986" y="14734"/>
                  </a:lnTo>
                  <a:lnTo>
                    <a:pt x="6281080" y="14734"/>
                  </a:lnTo>
                  <a:lnTo>
                    <a:pt x="6281174" y="14734"/>
                  </a:lnTo>
                  <a:lnTo>
                    <a:pt x="6281269" y="14734"/>
                  </a:lnTo>
                  <a:lnTo>
                    <a:pt x="6281363" y="14734"/>
                  </a:lnTo>
                  <a:lnTo>
                    <a:pt x="6281457" y="14734"/>
                  </a:lnTo>
                  <a:lnTo>
                    <a:pt x="6281551" y="14734"/>
                  </a:lnTo>
                  <a:lnTo>
                    <a:pt x="6281645" y="14734"/>
                  </a:lnTo>
                  <a:lnTo>
                    <a:pt x="6281739" y="14734"/>
                  </a:lnTo>
                  <a:lnTo>
                    <a:pt x="6281834" y="14734"/>
                  </a:lnTo>
                  <a:lnTo>
                    <a:pt x="6281928" y="14734"/>
                  </a:lnTo>
                  <a:lnTo>
                    <a:pt x="6282022" y="14734"/>
                  </a:lnTo>
                  <a:lnTo>
                    <a:pt x="6282116" y="14734"/>
                  </a:lnTo>
                  <a:lnTo>
                    <a:pt x="6282210" y="14734"/>
                  </a:lnTo>
                  <a:lnTo>
                    <a:pt x="6282304" y="14734"/>
                  </a:lnTo>
                  <a:lnTo>
                    <a:pt x="6282398" y="14734"/>
                  </a:lnTo>
                  <a:lnTo>
                    <a:pt x="6282493" y="14734"/>
                  </a:lnTo>
                  <a:lnTo>
                    <a:pt x="6282587" y="14734"/>
                  </a:lnTo>
                  <a:lnTo>
                    <a:pt x="6282681" y="14734"/>
                  </a:lnTo>
                  <a:lnTo>
                    <a:pt x="6282775" y="14734"/>
                  </a:lnTo>
                  <a:lnTo>
                    <a:pt x="6282869" y="14734"/>
                  </a:lnTo>
                  <a:lnTo>
                    <a:pt x="6282963" y="14734"/>
                  </a:lnTo>
                  <a:lnTo>
                    <a:pt x="6283058" y="14734"/>
                  </a:lnTo>
                  <a:lnTo>
                    <a:pt x="6283152" y="14734"/>
                  </a:lnTo>
                  <a:lnTo>
                    <a:pt x="6283246" y="14734"/>
                  </a:lnTo>
                  <a:lnTo>
                    <a:pt x="6283340" y="14734"/>
                  </a:lnTo>
                  <a:lnTo>
                    <a:pt x="6283434" y="14734"/>
                  </a:lnTo>
                  <a:lnTo>
                    <a:pt x="6283528" y="14734"/>
                  </a:lnTo>
                  <a:lnTo>
                    <a:pt x="6283622" y="14734"/>
                  </a:lnTo>
                  <a:lnTo>
                    <a:pt x="6283717" y="14734"/>
                  </a:lnTo>
                  <a:lnTo>
                    <a:pt x="6283811" y="14734"/>
                  </a:lnTo>
                  <a:lnTo>
                    <a:pt x="6283905" y="14734"/>
                  </a:lnTo>
                  <a:lnTo>
                    <a:pt x="6283999" y="14734"/>
                  </a:lnTo>
                  <a:lnTo>
                    <a:pt x="6284093" y="14734"/>
                  </a:lnTo>
                  <a:lnTo>
                    <a:pt x="6284187" y="14734"/>
                  </a:lnTo>
                  <a:lnTo>
                    <a:pt x="6284282" y="14734"/>
                  </a:lnTo>
                  <a:lnTo>
                    <a:pt x="6284376" y="14734"/>
                  </a:lnTo>
                  <a:lnTo>
                    <a:pt x="6284470" y="14734"/>
                  </a:lnTo>
                  <a:lnTo>
                    <a:pt x="6284564" y="14734"/>
                  </a:lnTo>
                  <a:lnTo>
                    <a:pt x="6284658" y="14734"/>
                  </a:lnTo>
                  <a:lnTo>
                    <a:pt x="6284752" y="14734"/>
                  </a:lnTo>
                  <a:lnTo>
                    <a:pt x="6284846" y="14734"/>
                  </a:lnTo>
                  <a:lnTo>
                    <a:pt x="6284941" y="14734"/>
                  </a:lnTo>
                  <a:lnTo>
                    <a:pt x="6285035" y="14734"/>
                  </a:lnTo>
                  <a:lnTo>
                    <a:pt x="6285129" y="14734"/>
                  </a:lnTo>
                  <a:lnTo>
                    <a:pt x="6285223" y="14734"/>
                  </a:lnTo>
                  <a:lnTo>
                    <a:pt x="6285317" y="14734"/>
                  </a:lnTo>
                  <a:lnTo>
                    <a:pt x="6285411" y="14734"/>
                  </a:lnTo>
                  <a:lnTo>
                    <a:pt x="6285505" y="14734"/>
                  </a:lnTo>
                  <a:lnTo>
                    <a:pt x="6285600" y="14734"/>
                  </a:lnTo>
                  <a:lnTo>
                    <a:pt x="6285694" y="14734"/>
                  </a:lnTo>
                  <a:lnTo>
                    <a:pt x="6285788" y="14734"/>
                  </a:lnTo>
                  <a:lnTo>
                    <a:pt x="6285882" y="14734"/>
                  </a:lnTo>
                  <a:lnTo>
                    <a:pt x="6285976" y="14734"/>
                  </a:lnTo>
                  <a:lnTo>
                    <a:pt x="6286070" y="14734"/>
                  </a:lnTo>
                  <a:lnTo>
                    <a:pt x="6286165" y="14734"/>
                  </a:lnTo>
                  <a:lnTo>
                    <a:pt x="6286259" y="14734"/>
                  </a:lnTo>
                  <a:lnTo>
                    <a:pt x="6286353" y="14734"/>
                  </a:lnTo>
                  <a:lnTo>
                    <a:pt x="6286447" y="14734"/>
                  </a:lnTo>
                  <a:lnTo>
                    <a:pt x="6286541" y="14734"/>
                  </a:lnTo>
                  <a:lnTo>
                    <a:pt x="6286635" y="14734"/>
                  </a:lnTo>
                  <a:lnTo>
                    <a:pt x="6286729" y="14734"/>
                  </a:lnTo>
                  <a:lnTo>
                    <a:pt x="6286824" y="14734"/>
                  </a:lnTo>
                  <a:lnTo>
                    <a:pt x="6286918" y="14734"/>
                  </a:lnTo>
                  <a:lnTo>
                    <a:pt x="6287012" y="14734"/>
                  </a:lnTo>
                  <a:lnTo>
                    <a:pt x="6287106" y="14734"/>
                  </a:lnTo>
                  <a:lnTo>
                    <a:pt x="6287200" y="14734"/>
                  </a:lnTo>
                  <a:lnTo>
                    <a:pt x="6287294" y="14734"/>
                  </a:lnTo>
                  <a:lnTo>
                    <a:pt x="6287389" y="14734"/>
                  </a:lnTo>
                  <a:lnTo>
                    <a:pt x="6287483" y="14734"/>
                  </a:lnTo>
                  <a:lnTo>
                    <a:pt x="6287577" y="14734"/>
                  </a:lnTo>
                  <a:lnTo>
                    <a:pt x="6287671" y="14734"/>
                  </a:lnTo>
                  <a:lnTo>
                    <a:pt x="6287765" y="14734"/>
                  </a:lnTo>
                  <a:lnTo>
                    <a:pt x="6287859" y="14734"/>
                  </a:lnTo>
                  <a:lnTo>
                    <a:pt x="6287953" y="14734"/>
                  </a:lnTo>
                  <a:lnTo>
                    <a:pt x="6288048" y="14734"/>
                  </a:lnTo>
                  <a:lnTo>
                    <a:pt x="6288142" y="14734"/>
                  </a:lnTo>
                  <a:lnTo>
                    <a:pt x="6288236" y="14734"/>
                  </a:lnTo>
                  <a:lnTo>
                    <a:pt x="6288330" y="14734"/>
                  </a:lnTo>
                  <a:lnTo>
                    <a:pt x="6288424" y="14734"/>
                  </a:lnTo>
                  <a:lnTo>
                    <a:pt x="6288518" y="14734"/>
                  </a:lnTo>
                  <a:lnTo>
                    <a:pt x="6288613" y="14734"/>
                  </a:lnTo>
                  <a:lnTo>
                    <a:pt x="6288707" y="14734"/>
                  </a:lnTo>
                  <a:lnTo>
                    <a:pt x="6288801" y="14734"/>
                  </a:lnTo>
                  <a:lnTo>
                    <a:pt x="6288895" y="14734"/>
                  </a:lnTo>
                  <a:lnTo>
                    <a:pt x="6288989" y="14734"/>
                  </a:lnTo>
                  <a:lnTo>
                    <a:pt x="6289083" y="14734"/>
                  </a:lnTo>
                  <a:lnTo>
                    <a:pt x="6289177" y="14734"/>
                  </a:lnTo>
                  <a:lnTo>
                    <a:pt x="6289272" y="14734"/>
                  </a:lnTo>
                  <a:lnTo>
                    <a:pt x="6289366" y="14734"/>
                  </a:lnTo>
                  <a:lnTo>
                    <a:pt x="6289460" y="14734"/>
                  </a:lnTo>
                  <a:lnTo>
                    <a:pt x="6289554" y="14734"/>
                  </a:lnTo>
                  <a:lnTo>
                    <a:pt x="6289648" y="14734"/>
                  </a:lnTo>
                  <a:lnTo>
                    <a:pt x="6289742" y="14734"/>
                  </a:lnTo>
                  <a:lnTo>
                    <a:pt x="6289836" y="14734"/>
                  </a:lnTo>
                  <a:lnTo>
                    <a:pt x="6289931" y="14734"/>
                  </a:lnTo>
                  <a:lnTo>
                    <a:pt x="6290025" y="14734"/>
                  </a:lnTo>
                  <a:lnTo>
                    <a:pt x="6290119" y="14734"/>
                  </a:lnTo>
                  <a:lnTo>
                    <a:pt x="6290213" y="14734"/>
                  </a:lnTo>
                  <a:lnTo>
                    <a:pt x="6290307" y="14734"/>
                  </a:lnTo>
                  <a:lnTo>
                    <a:pt x="6290401" y="14734"/>
                  </a:lnTo>
                  <a:lnTo>
                    <a:pt x="6290496" y="14734"/>
                  </a:lnTo>
                  <a:lnTo>
                    <a:pt x="6290590" y="14734"/>
                  </a:lnTo>
                  <a:lnTo>
                    <a:pt x="6290684" y="14734"/>
                  </a:lnTo>
                  <a:lnTo>
                    <a:pt x="6290778" y="14734"/>
                  </a:lnTo>
                  <a:lnTo>
                    <a:pt x="6290872" y="14734"/>
                  </a:lnTo>
                  <a:lnTo>
                    <a:pt x="6290966" y="14734"/>
                  </a:lnTo>
                  <a:lnTo>
                    <a:pt x="6291060" y="14734"/>
                  </a:lnTo>
                  <a:lnTo>
                    <a:pt x="6291155" y="14734"/>
                  </a:lnTo>
                  <a:lnTo>
                    <a:pt x="6291249" y="14734"/>
                  </a:lnTo>
                  <a:lnTo>
                    <a:pt x="6291343" y="14734"/>
                  </a:lnTo>
                  <a:lnTo>
                    <a:pt x="6291437" y="14734"/>
                  </a:lnTo>
                  <a:lnTo>
                    <a:pt x="6291531" y="14734"/>
                  </a:lnTo>
                  <a:lnTo>
                    <a:pt x="6291625" y="14734"/>
                  </a:lnTo>
                  <a:lnTo>
                    <a:pt x="6291720" y="14734"/>
                  </a:lnTo>
                  <a:lnTo>
                    <a:pt x="6291814" y="14734"/>
                  </a:lnTo>
                  <a:lnTo>
                    <a:pt x="6291908" y="14734"/>
                  </a:lnTo>
                  <a:lnTo>
                    <a:pt x="6292002" y="14734"/>
                  </a:lnTo>
                  <a:lnTo>
                    <a:pt x="6292096" y="14734"/>
                  </a:lnTo>
                  <a:lnTo>
                    <a:pt x="6292190" y="14734"/>
                  </a:lnTo>
                  <a:lnTo>
                    <a:pt x="6292284" y="14734"/>
                  </a:lnTo>
                  <a:lnTo>
                    <a:pt x="6292379" y="14734"/>
                  </a:lnTo>
                  <a:lnTo>
                    <a:pt x="6292473" y="14734"/>
                  </a:lnTo>
                  <a:lnTo>
                    <a:pt x="6292567" y="14734"/>
                  </a:lnTo>
                  <a:lnTo>
                    <a:pt x="6292661" y="14734"/>
                  </a:lnTo>
                  <a:lnTo>
                    <a:pt x="6292755" y="14734"/>
                  </a:lnTo>
                  <a:lnTo>
                    <a:pt x="6292849" y="14734"/>
                  </a:lnTo>
                  <a:lnTo>
                    <a:pt x="6292944" y="14734"/>
                  </a:lnTo>
                  <a:lnTo>
                    <a:pt x="6293038" y="14734"/>
                  </a:lnTo>
                  <a:lnTo>
                    <a:pt x="6293132" y="14734"/>
                  </a:lnTo>
                  <a:lnTo>
                    <a:pt x="6293226" y="14734"/>
                  </a:lnTo>
                  <a:lnTo>
                    <a:pt x="6293320" y="14734"/>
                  </a:lnTo>
                  <a:lnTo>
                    <a:pt x="6293414" y="14734"/>
                  </a:lnTo>
                  <a:lnTo>
                    <a:pt x="6293508" y="14734"/>
                  </a:lnTo>
                  <a:lnTo>
                    <a:pt x="6293603" y="14734"/>
                  </a:lnTo>
                  <a:lnTo>
                    <a:pt x="6293697" y="14734"/>
                  </a:lnTo>
                  <a:lnTo>
                    <a:pt x="6293791" y="14734"/>
                  </a:lnTo>
                  <a:lnTo>
                    <a:pt x="6293885" y="14734"/>
                  </a:lnTo>
                  <a:lnTo>
                    <a:pt x="6293979" y="14734"/>
                  </a:lnTo>
                  <a:lnTo>
                    <a:pt x="6294073" y="14734"/>
                  </a:lnTo>
                  <a:lnTo>
                    <a:pt x="6294167" y="14734"/>
                  </a:lnTo>
                  <a:lnTo>
                    <a:pt x="6294262" y="14734"/>
                  </a:lnTo>
                  <a:lnTo>
                    <a:pt x="6294356" y="14734"/>
                  </a:lnTo>
                  <a:lnTo>
                    <a:pt x="6294450" y="14734"/>
                  </a:lnTo>
                  <a:lnTo>
                    <a:pt x="6294544" y="14734"/>
                  </a:lnTo>
                  <a:lnTo>
                    <a:pt x="6294638" y="14734"/>
                  </a:lnTo>
                  <a:lnTo>
                    <a:pt x="6294732" y="14734"/>
                  </a:lnTo>
                  <a:lnTo>
                    <a:pt x="6294827" y="14734"/>
                  </a:lnTo>
                  <a:lnTo>
                    <a:pt x="6294921" y="14734"/>
                  </a:lnTo>
                  <a:lnTo>
                    <a:pt x="6295015" y="14734"/>
                  </a:lnTo>
                  <a:lnTo>
                    <a:pt x="6295109" y="14734"/>
                  </a:lnTo>
                  <a:lnTo>
                    <a:pt x="6295203" y="14734"/>
                  </a:lnTo>
                  <a:lnTo>
                    <a:pt x="6295297" y="14734"/>
                  </a:lnTo>
                  <a:lnTo>
                    <a:pt x="6295391" y="14734"/>
                  </a:lnTo>
                  <a:lnTo>
                    <a:pt x="6295486" y="14734"/>
                  </a:lnTo>
                  <a:lnTo>
                    <a:pt x="6295580" y="14734"/>
                  </a:lnTo>
                  <a:lnTo>
                    <a:pt x="6295674" y="14734"/>
                  </a:lnTo>
                  <a:lnTo>
                    <a:pt x="6295768" y="14734"/>
                  </a:lnTo>
                  <a:lnTo>
                    <a:pt x="6295862" y="14734"/>
                  </a:lnTo>
                  <a:lnTo>
                    <a:pt x="6295956" y="14734"/>
                  </a:lnTo>
                  <a:lnTo>
                    <a:pt x="6296051" y="14734"/>
                  </a:lnTo>
                  <a:lnTo>
                    <a:pt x="6296145" y="14734"/>
                  </a:lnTo>
                  <a:lnTo>
                    <a:pt x="6296239" y="14734"/>
                  </a:lnTo>
                  <a:lnTo>
                    <a:pt x="6296333" y="14734"/>
                  </a:lnTo>
                  <a:lnTo>
                    <a:pt x="6296427" y="14734"/>
                  </a:lnTo>
                  <a:lnTo>
                    <a:pt x="6296521" y="14734"/>
                  </a:lnTo>
                  <a:lnTo>
                    <a:pt x="6296615" y="14734"/>
                  </a:lnTo>
                  <a:lnTo>
                    <a:pt x="6296710" y="14734"/>
                  </a:lnTo>
                  <a:lnTo>
                    <a:pt x="6296804" y="14734"/>
                  </a:lnTo>
                  <a:lnTo>
                    <a:pt x="6296898" y="14734"/>
                  </a:lnTo>
                  <a:lnTo>
                    <a:pt x="6296992" y="14734"/>
                  </a:lnTo>
                  <a:lnTo>
                    <a:pt x="6297086" y="14734"/>
                  </a:lnTo>
                  <a:lnTo>
                    <a:pt x="6297180" y="14734"/>
                  </a:lnTo>
                  <a:lnTo>
                    <a:pt x="6297275" y="14734"/>
                  </a:lnTo>
                  <a:lnTo>
                    <a:pt x="6297369" y="14734"/>
                  </a:lnTo>
                  <a:lnTo>
                    <a:pt x="6297463" y="14734"/>
                  </a:lnTo>
                  <a:lnTo>
                    <a:pt x="6297557" y="14734"/>
                  </a:lnTo>
                  <a:lnTo>
                    <a:pt x="6297651" y="14734"/>
                  </a:lnTo>
                  <a:lnTo>
                    <a:pt x="6297745" y="14734"/>
                  </a:lnTo>
                  <a:lnTo>
                    <a:pt x="6297839" y="14734"/>
                  </a:lnTo>
                  <a:lnTo>
                    <a:pt x="6297934" y="14734"/>
                  </a:lnTo>
                  <a:lnTo>
                    <a:pt x="6298028" y="14734"/>
                  </a:lnTo>
                  <a:lnTo>
                    <a:pt x="6298122" y="14734"/>
                  </a:lnTo>
                  <a:lnTo>
                    <a:pt x="6298216" y="14734"/>
                  </a:lnTo>
                  <a:lnTo>
                    <a:pt x="6298310" y="14734"/>
                  </a:lnTo>
                  <a:lnTo>
                    <a:pt x="6298404" y="14734"/>
                  </a:lnTo>
                  <a:lnTo>
                    <a:pt x="6298498" y="14734"/>
                  </a:lnTo>
                  <a:lnTo>
                    <a:pt x="6298593" y="14734"/>
                  </a:lnTo>
                  <a:lnTo>
                    <a:pt x="6298687" y="14734"/>
                  </a:lnTo>
                  <a:lnTo>
                    <a:pt x="6298781" y="14734"/>
                  </a:lnTo>
                  <a:lnTo>
                    <a:pt x="6298875" y="14734"/>
                  </a:lnTo>
                  <a:lnTo>
                    <a:pt x="6298969" y="14734"/>
                  </a:lnTo>
                  <a:lnTo>
                    <a:pt x="6299063" y="14734"/>
                  </a:lnTo>
                  <a:lnTo>
                    <a:pt x="6299158" y="14734"/>
                  </a:lnTo>
                  <a:lnTo>
                    <a:pt x="6299252" y="14734"/>
                  </a:lnTo>
                  <a:lnTo>
                    <a:pt x="6299346" y="14734"/>
                  </a:lnTo>
                  <a:lnTo>
                    <a:pt x="6299440" y="14734"/>
                  </a:lnTo>
                  <a:lnTo>
                    <a:pt x="6299534" y="14734"/>
                  </a:lnTo>
                  <a:lnTo>
                    <a:pt x="6299628" y="14734"/>
                  </a:lnTo>
                  <a:lnTo>
                    <a:pt x="6299722" y="14734"/>
                  </a:lnTo>
                  <a:lnTo>
                    <a:pt x="6299817" y="14734"/>
                  </a:lnTo>
                  <a:lnTo>
                    <a:pt x="6299911" y="14734"/>
                  </a:lnTo>
                  <a:lnTo>
                    <a:pt x="6300005" y="14734"/>
                  </a:lnTo>
                  <a:lnTo>
                    <a:pt x="6300099" y="14734"/>
                  </a:lnTo>
                  <a:lnTo>
                    <a:pt x="6300193" y="14734"/>
                  </a:lnTo>
                  <a:lnTo>
                    <a:pt x="6300287" y="14734"/>
                  </a:lnTo>
                  <a:lnTo>
                    <a:pt x="6300382" y="14734"/>
                  </a:lnTo>
                  <a:lnTo>
                    <a:pt x="6300476" y="14734"/>
                  </a:lnTo>
                  <a:lnTo>
                    <a:pt x="6300570" y="14734"/>
                  </a:lnTo>
                  <a:lnTo>
                    <a:pt x="6300664" y="14734"/>
                  </a:lnTo>
                  <a:lnTo>
                    <a:pt x="6300758" y="14734"/>
                  </a:lnTo>
                  <a:lnTo>
                    <a:pt x="6300852" y="14734"/>
                  </a:lnTo>
                  <a:lnTo>
                    <a:pt x="6300946" y="14734"/>
                  </a:lnTo>
                  <a:lnTo>
                    <a:pt x="6301041" y="14734"/>
                  </a:lnTo>
                  <a:lnTo>
                    <a:pt x="6301135" y="14734"/>
                  </a:lnTo>
                  <a:lnTo>
                    <a:pt x="6301229" y="14734"/>
                  </a:lnTo>
                  <a:lnTo>
                    <a:pt x="6301323" y="14734"/>
                  </a:lnTo>
                  <a:lnTo>
                    <a:pt x="6301417" y="14734"/>
                  </a:lnTo>
                  <a:lnTo>
                    <a:pt x="6301511" y="14734"/>
                  </a:lnTo>
                  <a:lnTo>
                    <a:pt x="6301606" y="14734"/>
                  </a:lnTo>
                  <a:lnTo>
                    <a:pt x="6301700" y="14734"/>
                  </a:lnTo>
                  <a:lnTo>
                    <a:pt x="6301794" y="14734"/>
                  </a:lnTo>
                  <a:lnTo>
                    <a:pt x="6301888" y="14734"/>
                  </a:lnTo>
                  <a:lnTo>
                    <a:pt x="6301982" y="14734"/>
                  </a:lnTo>
                  <a:lnTo>
                    <a:pt x="6302076" y="14734"/>
                  </a:lnTo>
                  <a:lnTo>
                    <a:pt x="6302170" y="14734"/>
                  </a:lnTo>
                  <a:lnTo>
                    <a:pt x="6302265" y="14734"/>
                  </a:lnTo>
                  <a:lnTo>
                    <a:pt x="6302359" y="14734"/>
                  </a:lnTo>
                  <a:lnTo>
                    <a:pt x="6302453" y="14734"/>
                  </a:lnTo>
                  <a:lnTo>
                    <a:pt x="6302547" y="14734"/>
                  </a:lnTo>
                  <a:lnTo>
                    <a:pt x="6302641" y="14734"/>
                  </a:lnTo>
                  <a:lnTo>
                    <a:pt x="6302735" y="14734"/>
                  </a:lnTo>
                  <a:lnTo>
                    <a:pt x="6302829" y="14734"/>
                  </a:lnTo>
                  <a:lnTo>
                    <a:pt x="6302924" y="14734"/>
                  </a:lnTo>
                  <a:lnTo>
                    <a:pt x="6303018" y="14734"/>
                  </a:lnTo>
                  <a:lnTo>
                    <a:pt x="6303112" y="14734"/>
                  </a:lnTo>
                  <a:lnTo>
                    <a:pt x="6303206" y="14734"/>
                  </a:lnTo>
                  <a:lnTo>
                    <a:pt x="6303300" y="14734"/>
                  </a:lnTo>
                  <a:lnTo>
                    <a:pt x="6303394" y="14734"/>
                  </a:lnTo>
                  <a:lnTo>
                    <a:pt x="6303489" y="14734"/>
                  </a:lnTo>
                  <a:lnTo>
                    <a:pt x="6303583" y="14734"/>
                  </a:lnTo>
                  <a:lnTo>
                    <a:pt x="6303677" y="14734"/>
                  </a:lnTo>
                  <a:lnTo>
                    <a:pt x="6303771" y="14734"/>
                  </a:lnTo>
                  <a:lnTo>
                    <a:pt x="6303865" y="14734"/>
                  </a:lnTo>
                  <a:lnTo>
                    <a:pt x="6303959" y="14734"/>
                  </a:lnTo>
                  <a:lnTo>
                    <a:pt x="6304053" y="14734"/>
                  </a:lnTo>
                  <a:lnTo>
                    <a:pt x="6304148" y="14734"/>
                  </a:lnTo>
                  <a:lnTo>
                    <a:pt x="6304242" y="14734"/>
                  </a:lnTo>
                  <a:lnTo>
                    <a:pt x="6304336" y="14734"/>
                  </a:lnTo>
                  <a:lnTo>
                    <a:pt x="6304430" y="14734"/>
                  </a:lnTo>
                  <a:lnTo>
                    <a:pt x="6304524" y="14734"/>
                  </a:lnTo>
                  <a:lnTo>
                    <a:pt x="6304618" y="14734"/>
                  </a:lnTo>
                  <a:lnTo>
                    <a:pt x="6304713" y="14734"/>
                  </a:lnTo>
                  <a:lnTo>
                    <a:pt x="6304807" y="14734"/>
                  </a:lnTo>
                  <a:lnTo>
                    <a:pt x="6304901" y="14734"/>
                  </a:lnTo>
                  <a:lnTo>
                    <a:pt x="6304995" y="14734"/>
                  </a:lnTo>
                  <a:lnTo>
                    <a:pt x="6305089" y="14734"/>
                  </a:lnTo>
                  <a:lnTo>
                    <a:pt x="6305183" y="14734"/>
                  </a:lnTo>
                  <a:lnTo>
                    <a:pt x="6305277" y="14734"/>
                  </a:lnTo>
                  <a:lnTo>
                    <a:pt x="6305372" y="14734"/>
                  </a:lnTo>
                  <a:lnTo>
                    <a:pt x="6305466" y="14734"/>
                  </a:lnTo>
                  <a:lnTo>
                    <a:pt x="6305560" y="14734"/>
                  </a:lnTo>
                  <a:lnTo>
                    <a:pt x="6305654" y="14734"/>
                  </a:lnTo>
                  <a:lnTo>
                    <a:pt x="6305748" y="14734"/>
                  </a:lnTo>
                  <a:lnTo>
                    <a:pt x="6305842" y="14734"/>
                  </a:lnTo>
                  <a:lnTo>
                    <a:pt x="6305937" y="14734"/>
                  </a:lnTo>
                  <a:lnTo>
                    <a:pt x="6306031" y="14734"/>
                  </a:lnTo>
                  <a:lnTo>
                    <a:pt x="6306125" y="14734"/>
                  </a:lnTo>
                  <a:lnTo>
                    <a:pt x="6306219" y="14734"/>
                  </a:lnTo>
                  <a:lnTo>
                    <a:pt x="6306313" y="14734"/>
                  </a:lnTo>
                  <a:lnTo>
                    <a:pt x="6306407" y="14734"/>
                  </a:lnTo>
                  <a:lnTo>
                    <a:pt x="6306501" y="14734"/>
                  </a:lnTo>
                  <a:lnTo>
                    <a:pt x="6306596" y="14734"/>
                  </a:lnTo>
                  <a:lnTo>
                    <a:pt x="6306690" y="14734"/>
                  </a:lnTo>
                  <a:lnTo>
                    <a:pt x="6306784" y="14734"/>
                  </a:lnTo>
                  <a:lnTo>
                    <a:pt x="6306878" y="14734"/>
                  </a:lnTo>
                  <a:lnTo>
                    <a:pt x="6306972" y="14734"/>
                  </a:lnTo>
                  <a:lnTo>
                    <a:pt x="6307066" y="14734"/>
                  </a:lnTo>
                  <a:lnTo>
                    <a:pt x="6307160" y="14734"/>
                  </a:lnTo>
                  <a:lnTo>
                    <a:pt x="6307255" y="14734"/>
                  </a:lnTo>
                  <a:lnTo>
                    <a:pt x="6307349" y="14734"/>
                  </a:lnTo>
                  <a:lnTo>
                    <a:pt x="6307443" y="14734"/>
                  </a:lnTo>
                  <a:lnTo>
                    <a:pt x="6307537" y="14734"/>
                  </a:lnTo>
                  <a:lnTo>
                    <a:pt x="6307631" y="14734"/>
                  </a:lnTo>
                  <a:lnTo>
                    <a:pt x="6307725" y="14734"/>
                  </a:lnTo>
                  <a:lnTo>
                    <a:pt x="6307820" y="14734"/>
                  </a:lnTo>
                  <a:lnTo>
                    <a:pt x="6307914" y="14734"/>
                  </a:lnTo>
                  <a:lnTo>
                    <a:pt x="6308008" y="14734"/>
                  </a:lnTo>
                  <a:lnTo>
                    <a:pt x="6308102" y="14734"/>
                  </a:lnTo>
                  <a:lnTo>
                    <a:pt x="6308196" y="14734"/>
                  </a:lnTo>
                  <a:lnTo>
                    <a:pt x="6308290" y="14734"/>
                  </a:lnTo>
                  <a:lnTo>
                    <a:pt x="6308384" y="14734"/>
                  </a:lnTo>
                  <a:lnTo>
                    <a:pt x="6308479" y="14734"/>
                  </a:lnTo>
                  <a:lnTo>
                    <a:pt x="6308573" y="14734"/>
                  </a:lnTo>
                  <a:lnTo>
                    <a:pt x="6308667" y="14734"/>
                  </a:lnTo>
                  <a:lnTo>
                    <a:pt x="6308761" y="14734"/>
                  </a:lnTo>
                  <a:lnTo>
                    <a:pt x="6308855" y="14734"/>
                  </a:lnTo>
                  <a:lnTo>
                    <a:pt x="6308949" y="14734"/>
                  </a:lnTo>
                  <a:lnTo>
                    <a:pt x="6309044" y="14734"/>
                  </a:lnTo>
                  <a:lnTo>
                    <a:pt x="6309138" y="14734"/>
                  </a:lnTo>
                  <a:lnTo>
                    <a:pt x="6309232" y="14734"/>
                  </a:lnTo>
                  <a:lnTo>
                    <a:pt x="6309326" y="14734"/>
                  </a:lnTo>
                  <a:lnTo>
                    <a:pt x="6309420" y="14734"/>
                  </a:lnTo>
                  <a:lnTo>
                    <a:pt x="6309514" y="14734"/>
                  </a:lnTo>
                  <a:lnTo>
                    <a:pt x="6309608" y="14734"/>
                  </a:lnTo>
                  <a:lnTo>
                    <a:pt x="6309703" y="14734"/>
                  </a:lnTo>
                  <a:lnTo>
                    <a:pt x="6309797" y="14734"/>
                  </a:lnTo>
                  <a:lnTo>
                    <a:pt x="6309891" y="14734"/>
                  </a:lnTo>
                  <a:lnTo>
                    <a:pt x="6309985" y="14734"/>
                  </a:lnTo>
                  <a:lnTo>
                    <a:pt x="6310079" y="14734"/>
                  </a:lnTo>
                  <a:lnTo>
                    <a:pt x="6310173" y="14734"/>
                  </a:lnTo>
                  <a:lnTo>
                    <a:pt x="6310268" y="14734"/>
                  </a:lnTo>
                  <a:lnTo>
                    <a:pt x="6310362" y="14734"/>
                  </a:lnTo>
                  <a:lnTo>
                    <a:pt x="6310456" y="14734"/>
                  </a:lnTo>
                  <a:lnTo>
                    <a:pt x="6310550" y="14734"/>
                  </a:lnTo>
                  <a:lnTo>
                    <a:pt x="6310644" y="14734"/>
                  </a:lnTo>
                  <a:lnTo>
                    <a:pt x="6310738" y="14734"/>
                  </a:lnTo>
                  <a:lnTo>
                    <a:pt x="6310832" y="14734"/>
                  </a:lnTo>
                  <a:lnTo>
                    <a:pt x="6310927" y="14734"/>
                  </a:lnTo>
                  <a:lnTo>
                    <a:pt x="6311021" y="14734"/>
                  </a:lnTo>
                  <a:lnTo>
                    <a:pt x="6311115" y="14734"/>
                  </a:lnTo>
                  <a:lnTo>
                    <a:pt x="6311209" y="14734"/>
                  </a:lnTo>
                  <a:lnTo>
                    <a:pt x="6311303" y="14734"/>
                  </a:lnTo>
                  <a:lnTo>
                    <a:pt x="6311397" y="14734"/>
                  </a:lnTo>
                  <a:lnTo>
                    <a:pt x="6311491" y="14734"/>
                  </a:lnTo>
                  <a:lnTo>
                    <a:pt x="6311586" y="14734"/>
                  </a:lnTo>
                  <a:lnTo>
                    <a:pt x="6311680" y="14734"/>
                  </a:lnTo>
                  <a:lnTo>
                    <a:pt x="6311774" y="14734"/>
                  </a:lnTo>
                  <a:lnTo>
                    <a:pt x="6311868" y="14734"/>
                  </a:lnTo>
                  <a:lnTo>
                    <a:pt x="6311962" y="14734"/>
                  </a:lnTo>
                  <a:lnTo>
                    <a:pt x="6312056" y="14734"/>
                  </a:lnTo>
                  <a:lnTo>
                    <a:pt x="6312151" y="14734"/>
                  </a:lnTo>
                  <a:lnTo>
                    <a:pt x="6312245" y="14734"/>
                  </a:lnTo>
                  <a:lnTo>
                    <a:pt x="6312339" y="14734"/>
                  </a:lnTo>
                  <a:lnTo>
                    <a:pt x="6312433" y="14734"/>
                  </a:lnTo>
                  <a:lnTo>
                    <a:pt x="6312527" y="14734"/>
                  </a:lnTo>
                  <a:lnTo>
                    <a:pt x="6312621" y="14734"/>
                  </a:lnTo>
                  <a:lnTo>
                    <a:pt x="6312715" y="14734"/>
                  </a:lnTo>
                  <a:lnTo>
                    <a:pt x="6312810" y="14734"/>
                  </a:lnTo>
                  <a:lnTo>
                    <a:pt x="6312904" y="14734"/>
                  </a:lnTo>
                  <a:lnTo>
                    <a:pt x="6312998" y="14734"/>
                  </a:lnTo>
                  <a:lnTo>
                    <a:pt x="6313092" y="14734"/>
                  </a:lnTo>
                  <a:lnTo>
                    <a:pt x="6313186" y="14734"/>
                  </a:lnTo>
                  <a:lnTo>
                    <a:pt x="6313280" y="14734"/>
                  </a:lnTo>
                  <a:lnTo>
                    <a:pt x="6313375" y="14734"/>
                  </a:lnTo>
                  <a:lnTo>
                    <a:pt x="6313469" y="14734"/>
                  </a:lnTo>
                  <a:lnTo>
                    <a:pt x="6313563" y="14734"/>
                  </a:lnTo>
                  <a:lnTo>
                    <a:pt x="6313657" y="14734"/>
                  </a:lnTo>
                  <a:lnTo>
                    <a:pt x="6313751" y="14734"/>
                  </a:lnTo>
                  <a:lnTo>
                    <a:pt x="6313845" y="14734"/>
                  </a:lnTo>
                  <a:lnTo>
                    <a:pt x="6313939" y="14734"/>
                  </a:lnTo>
                  <a:lnTo>
                    <a:pt x="6314034" y="14734"/>
                  </a:lnTo>
                  <a:lnTo>
                    <a:pt x="6314128" y="14734"/>
                  </a:lnTo>
                  <a:lnTo>
                    <a:pt x="6314222" y="14734"/>
                  </a:lnTo>
                  <a:lnTo>
                    <a:pt x="6314316" y="14734"/>
                  </a:lnTo>
                  <a:lnTo>
                    <a:pt x="6314410" y="14734"/>
                  </a:lnTo>
                  <a:lnTo>
                    <a:pt x="6314504" y="14734"/>
                  </a:lnTo>
                  <a:lnTo>
                    <a:pt x="6314599" y="14734"/>
                  </a:lnTo>
                  <a:lnTo>
                    <a:pt x="6314693" y="14734"/>
                  </a:lnTo>
                  <a:lnTo>
                    <a:pt x="6314787" y="14734"/>
                  </a:lnTo>
                  <a:lnTo>
                    <a:pt x="6314881" y="14734"/>
                  </a:lnTo>
                  <a:lnTo>
                    <a:pt x="6314975" y="14734"/>
                  </a:lnTo>
                  <a:lnTo>
                    <a:pt x="6315069" y="14734"/>
                  </a:lnTo>
                  <a:lnTo>
                    <a:pt x="6315163" y="14734"/>
                  </a:lnTo>
                  <a:lnTo>
                    <a:pt x="6315258" y="14734"/>
                  </a:lnTo>
                  <a:lnTo>
                    <a:pt x="6315352" y="14734"/>
                  </a:lnTo>
                  <a:lnTo>
                    <a:pt x="6315446" y="14734"/>
                  </a:lnTo>
                  <a:lnTo>
                    <a:pt x="6315540" y="14734"/>
                  </a:lnTo>
                  <a:lnTo>
                    <a:pt x="6315634" y="14734"/>
                  </a:lnTo>
                  <a:lnTo>
                    <a:pt x="6315728" y="14734"/>
                  </a:lnTo>
                  <a:lnTo>
                    <a:pt x="6315822" y="14734"/>
                  </a:lnTo>
                  <a:lnTo>
                    <a:pt x="6315917" y="14734"/>
                  </a:lnTo>
                  <a:lnTo>
                    <a:pt x="6316011" y="14734"/>
                  </a:lnTo>
                  <a:lnTo>
                    <a:pt x="6316105" y="14734"/>
                  </a:lnTo>
                  <a:lnTo>
                    <a:pt x="6316199" y="14734"/>
                  </a:lnTo>
                  <a:lnTo>
                    <a:pt x="6316293" y="14734"/>
                  </a:lnTo>
                  <a:lnTo>
                    <a:pt x="6316387" y="14734"/>
                  </a:lnTo>
                  <a:lnTo>
                    <a:pt x="6316482" y="14734"/>
                  </a:lnTo>
                  <a:lnTo>
                    <a:pt x="6316576" y="14734"/>
                  </a:lnTo>
                  <a:lnTo>
                    <a:pt x="6316670" y="14734"/>
                  </a:lnTo>
                  <a:lnTo>
                    <a:pt x="6316764" y="14734"/>
                  </a:lnTo>
                  <a:lnTo>
                    <a:pt x="6316858" y="14734"/>
                  </a:lnTo>
                  <a:lnTo>
                    <a:pt x="6316952" y="14734"/>
                  </a:lnTo>
                  <a:lnTo>
                    <a:pt x="6317046" y="14734"/>
                  </a:lnTo>
                  <a:lnTo>
                    <a:pt x="6317141" y="14734"/>
                  </a:lnTo>
                  <a:lnTo>
                    <a:pt x="6317235" y="14734"/>
                  </a:lnTo>
                  <a:lnTo>
                    <a:pt x="6317329" y="14734"/>
                  </a:lnTo>
                  <a:lnTo>
                    <a:pt x="6317423" y="14734"/>
                  </a:lnTo>
                  <a:lnTo>
                    <a:pt x="6317517" y="14734"/>
                  </a:lnTo>
                  <a:lnTo>
                    <a:pt x="6317611" y="14734"/>
                  </a:lnTo>
                  <a:lnTo>
                    <a:pt x="6317706" y="14734"/>
                  </a:lnTo>
                  <a:lnTo>
                    <a:pt x="6317800" y="14734"/>
                  </a:lnTo>
                  <a:lnTo>
                    <a:pt x="6317894" y="14734"/>
                  </a:lnTo>
                  <a:lnTo>
                    <a:pt x="6317988" y="14734"/>
                  </a:lnTo>
                  <a:lnTo>
                    <a:pt x="6318082" y="14734"/>
                  </a:lnTo>
                  <a:lnTo>
                    <a:pt x="6318176" y="14734"/>
                  </a:lnTo>
                  <a:lnTo>
                    <a:pt x="6318270" y="14734"/>
                  </a:lnTo>
                  <a:lnTo>
                    <a:pt x="6318365" y="14734"/>
                  </a:lnTo>
                  <a:lnTo>
                    <a:pt x="6318459" y="14734"/>
                  </a:lnTo>
                  <a:lnTo>
                    <a:pt x="6318553" y="14734"/>
                  </a:lnTo>
                  <a:lnTo>
                    <a:pt x="6318647" y="14734"/>
                  </a:lnTo>
                  <a:lnTo>
                    <a:pt x="6318741" y="14734"/>
                  </a:lnTo>
                  <a:lnTo>
                    <a:pt x="6318835" y="14734"/>
                  </a:lnTo>
                  <a:lnTo>
                    <a:pt x="6318930" y="14734"/>
                  </a:lnTo>
                  <a:lnTo>
                    <a:pt x="6319024" y="14734"/>
                  </a:lnTo>
                  <a:lnTo>
                    <a:pt x="6319118" y="14734"/>
                  </a:lnTo>
                  <a:lnTo>
                    <a:pt x="6319212" y="14734"/>
                  </a:lnTo>
                  <a:lnTo>
                    <a:pt x="6319306" y="14734"/>
                  </a:lnTo>
                  <a:lnTo>
                    <a:pt x="6319400" y="14734"/>
                  </a:lnTo>
                  <a:lnTo>
                    <a:pt x="6319494" y="14734"/>
                  </a:lnTo>
                  <a:lnTo>
                    <a:pt x="6319589" y="14734"/>
                  </a:lnTo>
                  <a:lnTo>
                    <a:pt x="6319683" y="14734"/>
                  </a:lnTo>
                  <a:lnTo>
                    <a:pt x="6319777" y="14734"/>
                  </a:lnTo>
                  <a:lnTo>
                    <a:pt x="6319871" y="14734"/>
                  </a:lnTo>
                  <a:lnTo>
                    <a:pt x="6319965" y="14734"/>
                  </a:lnTo>
                  <a:lnTo>
                    <a:pt x="6320059" y="14734"/>
                  </a:lnTo>
                  <a:lnTo>
                    <a:pt x="6320153" y="14734"/>
                  </a:lnTo>
                  <a:lnTo>
                    <a:pt x="6320248" y="14734"/>
                  </a:lnTo>
                  <a:lnTo>
                    <a:pt x="6320342" y="14734"/>
                  </a:lnTo>
                  <a:lnTo>
                    <a:pt x="6320436" y="14734"/>
                  </a:lnTo>
                  <a:lnTo>
                    <a:pt x="6320530" y="14734"/>
                  </a:lnTo>
                  <a:lnTo>
                    <a:pt x="6320624" y="14734"/>
                  </a:lnTo>
                  <a:lnTo>
                    <a:pt x="6320718" y="14734"/>
                  </a:lnTo>
                  <a:lnTo>
                    <a:pt x="6320813" y="14734"/>
                  </a:lnTo>
                  <a:lnTo>
                    <a:pt x="6320907" y="14734"/>
                  </a:lnTo>
                  <a:lnTo>
                    <a:pt x="6321001" y="14734"/>
                  </a:lnTo>
                  <a:lnTo>
                    <a:pt x="6321095" y="14734"/>
                  </a:lnTo>
                  <a:lnTo>
                    <a:pt x="6321189" y="14734"/>
                  </a:lnTo>
                  <a:lnTo>
                    <a:pt x="6321283" y="14734"/>
                  </a:lnTo>
                  <a:lnTo>
                    <a:pt x="6321377" y="14734"/>
                  </a:lnTo>
                  <a:lnTo>
                    <a:pt x="6321472" y="14734"/>
                  </a:lnTo>
                  <a:lnTo>
                    <a:pt x="6321566" y="14734"/>
                  </a:lnTo>
                  <a:lnTo>
                    <a:pt x="6321660" y="14734"/>
                  </a:lnTo>
                  <a:lnTo>
                    <a:pt x="6321754" y="14734"/>
                  </a:lnTo>
                  <a:lnTo>
                    <a:pt x="6321848" y="14734"/>
                  </a:lnTo>
                  <a:lnTo>
                    <a:pt x="6321942" y="14734"/>
                  </a:lnTo>
                  <a:lnTo>
                    <a:pt x="6322037" y="14734"/>
                  </a:lnTo>
                  <a:lnTo>
                    <a:pt x="6322131" y="14734"/>
                  </a:lnTo>
                  <a:lnTo>
                    <a:pt x="6322225" y="14734"/>
                  </a:lnTo>
                  <a:lnTo>
                    <a:pt x="6322319" y="14734"/>
                  </a:lnTo>
                  <a:lnTo>
                    <a:pt x="6322413" y="14734"/>
                  </a:lnTo>
                  <a:lnTo>
                    <a:pt x="6322507" y="14734"/>
                  </a:lnTo>
                  <a:lnTo>
                    <a:pt x="6322601" y="14734"/>
                  </a:lnTo>
                  <a:lnTo>
                    <a:pt x="6322696" y="14734"/>
                  </a:lnTo>
                  <a:lnTo>
                    <a:pt x="6322790" y="14734"/>
                  </a:lnTo>
                  <a:lnTo>
                    <a:pt x="6322884" y="14734"/>
                  </a:lnTo>
                  <a:lnTo>
                    <a:pt x="6322978" y="14734"/>
                  </a:lnTo>
                  <a:lnTo>
                    <a:pt x="6323072" y="14734"/>
                  </a:lnTo>
                  <a:lnTo>
                    <a:pt x="6323166" y="14734"/>
                  </a:lnTo>
                  <a:lnTo>
                    <a:pt x="6323261" y="14734"/>
                  </a:lnTo>
                  <a:lnTo>
                    <a:pt x="6323355" y="14734"/>
                  </a:lnTo>
                  <a:lnTo>
                    <a:pt x="6323449" y="14734"/>
                  </a:lnTo>
                  <a:lnTo>
                    <a:pt x="6323543" y="14734"/>
                  </a:lnTo>
                  <a:lnTo>
                    <a:pt x="6323637" y="14734"/>
                  </a:lnTo>
                  <a:lnTo>
                    <a:pt x="6323731" y="14734"/>
                  </a:lnTo>
                  <a:lnTo>
                    <a:pt x="6323825" y="14734"/>
                  </a:lnTo>
                  <a:lnTo>
                    <a:pt x="6323920" y="14734"/>
                  </a:lnTo>
                  <a:lnTo>
                    <a:pt x="6324014" y="14734"/>
                  </a:lnTo>
                  <a:lnTo>
                    <a:pt x="6324014" y="9822"/>
                  </a:lnTo>
                  <a:lnTo>
                    <a:pt x="6324108" y="9822"/>
                  </a:lnTo>
                  <a:lnTo>
                    <a:pt x="6324202" y="9822"/>
                  </a:lnTo>
                  <a:lnTo>
                    <a:pt x="6324296" y="9822"/>
                  </a:lnTo>
                  <a:lnTo>
                    <a:pt x="6324390" y="9822"/>
                  </a:lnTo>
                  <a:lnTo>
                    <a:pt x="6324484" y="9822"/>
                  </a:lnTo>
                  <a:lnTo>
                    <a:pt x="6324484" y="4911"/>
                  </a:lnTo>
                  <a:lnTo>
                    <a:pt x="6324579" y="4911"/>
                  </a:lnTo>
                  <a:lnTo>
                    <a:pt x="6324673" y="4911"/>
                  </a:lnTo>
                  <a:lnTo>
                    <a:pt x="6324767" y="4911"/>
                  </a:lnTo>
                  <a:lnTo>
                    <a:pt x="6324861" y="4911"/>
                  </a:lnTo>
                  <a:lnTo>
                    <a:pt x="6324955" y="4911"/>
                  </a:lnTo>
                  <a:lnTo>
                    <a:pt x="6325049" y="4911"/>
                  </a:lnTo>
                  <a:lnTo>
                    <a:pt x="6325144" y="4911"/>
                  </a:lnTo>
                  <a:lnTo>
                    <a:pt x="6325238" y="4911"/>
                  </a:lnTo>
                  <a:lnTo>
                    <a:pt x="6325332" y="4911"/>
                  </a:lnTo>
                  <a:lnTo>
                    <a:pt x="6325426" y="4911"/>
                  </a:lnTo>
                  <a:lnTo>
                    <a:pt x="6325520" y="4911"/>
                  </a:lnTo>
                  <a:lnTo>
                    <a:pt x="6325614" y="4911"/>
                  </a:lnTo>
                  <a:lnTo>
                    <a:pt x="6325708" y="4911"/>
                  </a:lnTo>
                  <a:lnTo>
                    <a:pt x="6325803" y="4911"/>
                  </a:lnTo>
                  <a:lnTo>
                    <a:pt x="6325897" y="4911"/>
                  </a:lnTo>
                  <a:lnTo>
                    <a:pt x="6325991" y="4911"/>
                  </a:lnTo>
                  <a:lnTo>
                    <a:pt x="6326085" y="4911"/>
                  </a:lnTo>
                  <a:lnTo>
                    <a:pt x="6326179" y="4911"/>
                  </a:lnTo>
                  <a:lnTo>
                    <a:pt x="6326273" y="4911"/>
                  </a:lnTo>
                  <a:lnTo>
                    <a:pt x="6326368" y="4911"/>
                  </a:lnTo>
                  <a:lnTo>
                    <a:pt x="6326462" y="4911"/>
                  </a:lnTo>
                  <a:lnTo>
                    <a:pt x="6326556" y="4911"/>
                  </a:lnTo>
                  <a:lnTo>
                    <a:pt x="6326650" y="4911"/>
                  </a:lnTo>
                  <a:lnTo>
                    <a:pt x="6326744" y="4911"/>
                  </a:lnTo>
                  <a:lnTo>
                    <a:pt x="6326838" y="4911"/>
                  </a:lnTo>
                  <a:lnTo>
                    <a:pt x="6326932" y="4911"/>
                  </a:lnTo>
                  <a:lnTo>
                    <a:pt x="6327027" y="4911"/>
                  </a:lnTo>
                  <a:lnTo>
                    <a:pt x="6327121" y="4911"/>
                  </a:lnTo>
                  <a:lnTo>
                    <a:pt x="6327215" y="4911"/>
                  </a:lnTo>
                  <a:lnTo>
                    <a:pt x="6327309" y="4911"/>
                  </a:lnTo>
                  <a:lnTo>
                    <a:pt x="6327403" y="4911"/>
                  </a:lnTo>
                  <a:lnTo>
                    <a:pt x="6327497" y="4911"/>
                  </a:lnTo>
                  <a:lnTo>
                    <a:pt x="6327592" y="4911"/>
                  </a:lnTo>
                  <a:lnTo>
                    <a:pt x="6327686" y="4911"/>
                  </a:lnTo>
                  <a:lnTo>
                    <a:pt x="6327780" y="4911"/>
                  </a:lnTo>
                  <a:lnTo>
                    <a:pt x="6327874" y="4911"/>
                  </a:lnTo>
                  <a:lnTo>
                    <a:pt x="6327968" y="4911"/>
                  </a:lnTo>
                  <a:lnTo>
                    <a:pt x="6328062" y="4911"/>
                  </a:lnTo>
                  <a:lnTo>
                    <a:pt x="6328156" y="4911"/>
                  </a:lnTo>
                  <a:lnTo>
                    <a:pt x="6328251" y="4911"/>
                  </a:lnTo>
                  <a:lnTo>
                    <a:pt x="6328345" y="4911"/>
                  </a:lnTo>
                  <a:lnTo>
                    <a:pt x="6328439" y="4911"/>
                  </a:lnTo>
                  <a:lnTo>
                    <a:pt x="6328533" y="4911"/>
                  </a:lnTo>
                  <a:lnTo>
                    <a:pt x="6328627" y="4911"/>
                  </a:lnTo>
                  <a:lnTo>
                    <a:pt x="6328721" y="4911"/>
                  </a:lnTo>
                  <a:lnTo>
                    <a:pt x="6328815" y="4911"/>
                  </a:lnTo>
                  <a:lnTo>
                    <a:pt x="6328910" y="4911"/>
                  </a:lnTo>
                  <a:lnTo>
                    <a:pt x="6329004" y="4911"/>
                  </a:lnTo>
                  <a:lnTo>
                    <a:pt x="6329098" y="4911"/>
                  </a:lnTo>
                  <a:lnTo>
                    <a:pt x="6329192" y="4911"/>
                  </a:lnTo>
                  <a:lnTo>
                    <a:pt x="6329286" y="4911"/>
                  </a:lnTo>
                  <a:lnTo>
                    <a:pt x="6329380" y="4911"/>
                  </a:lnTo>
                  <a:lnTo>
                    <a:pt x="6329475" y="4911"/>
                  </a:lnTo>
                  <a:lnTo>
                    <a:pt x="6329569" y="4911"/>
                  </a:lnTo>
                  <a:lnTo>
                    <a:pt x="6329663" y="4911"/>
                  </a:lnTo>
                  <a:lnTo>
                    <a:pt x="6329757" y="4911"/>
                  </a:lnTo>
                  <a:lnTo>
                    <a:pt x="6329851" y="4911"/>
                  </a:lnTo>
                  <a:lnTo>
                    <a:pt x="6329945" y="4911"/>
                  </a:lnTo>
                  <a:lnTo>
                    <a:pt x="6330039" y="4911"/>
                  </a:lnTo>
                  <a:lnTo>
                    <a:pt x="6330134" y="4911"/>
                  </a:lnTo>
                  <a:lnTo>
                    <a:pt x="6330228" y="4911"/>
                  </a:lnTo>
                  <a:lnTo>
                    <a:pt x="6330322" y="4911"/>
                  </a:lnTo>
                  <a:lnTo>
                    <a:pt x="6330416" y="4911"/>
                  </a:lnTo>
                  <a:lnTo>
                    <a:pt x="6330510" y="4911"/>
                  </a:lnTo>
                  <a:lnTo>
                    <a:pt x="6330604" y="4911"/>
                  </a:lnTo>
                  <a:lnTo>
                    <a:pt x="6330699" y="4911"/>
                  </a:lnTo>
                  <a:lnTo>
                    <a:pt x="6330793" y="4911"/>
                  </a:lnTo>
                  <a:lnTo>
                    <a:pt x="6330887" y="4911"/>
                  </a:lnTo>
                  <a:lnTo>
                    <a:pt x="6330981" y="4911"/>
                  </a:lnTo>
                  <a:lnTo>
                    <a:pt x="6331075" y="4911"/>
                  </a:lnTo>
                  <a:lnTo>
                    <a:pt x="6331169" y="4911"/>
                  </a:lnTo>
                  <a:lnTo>
                    <a:pt x="6331263" y="4911"/>
                  </a:lnTo>
                  <a:lnTo>
                    <a:pt x="6331358" y="4911"/>
                  </a:lnTo>
                  <a:lnTo>
                    <a:pt x="6331452" y="4911"/>
                  </a:lnTo>
                  <a:lnTo>
                    <a:pt x="6331546" y="4911"/>
                  </a:lnTo>
                  <a:lnTo>
                    <a:pt x="6331640" y="4911"/>
                  </a:lnTo>
                  <a:lnTo>
                    <a:pt x="6331734" y="4911"/>
                  </a:lnTo>
                  <a:lnTo>
                    <a:pt x="6331828" y="4911"/>
                  </a:lnTo>
                  <a:lnTo>
                    <a:pt x="6331923" y="4911"/>
                  </a:lnTo>
                  <a:lnTo>
                    <a:pt x="6332017" y="4911"/>
                  </a:lnTo>
                  <a:lnTo>
                    <a:pt x="6332111" y="4911"/>
                  </a:lnTo>
                  <a:lnTo>
                    <a:pt x="6332205" y="4911"/>
                  </a:lnTo>
                  <a:lnTo>
                    <a:pt x="6332299" y="4911"/>
                  </a:lnTo>
                  <a:lnTo>
                    <a:pt x="6332393" y="4911"/>
                  </a:lnTo>
                  <a:lnTo>
                    <a:pt x="6332487" y="4911"/>
                  </a:lnTo>
                  <a:lnTo>
                    <a:pt x="6332582" y="4911"/>
                  </a:lnTo>
                  <a:lnTo>
                    <a:pt x="6332676" y="4911"/>
                  </a:lnTo>
                  <a:lnTo>
                    <a:pt x="6332770" y="4911"/>
                  </a:lnTo>
                  <a:lnTo>
                    <a:pt x="6332864" y="4911"/>
                  </a:lnTo>
                  <a:lnTo>
                    <a:pt x="6332958" y="4911"/>
                  </a:lnTo>
                  <a:lnTo>
                    <a:pt x="6333052" y="4911"/>
                  </a:lnTo>
                  <a:lnTo>
                    <a:pt x="6333146" y="4911"/>
                  </a:lnTo>
                  <a:lnTo>
                    <a:pt x="6333241" y="4911"/>
                  </a:lnTo>
                  <a:lnTo>
                    <a:pt x="6333335" y="4911"/>
                  </a:lnTo>
                  <a:lnTo>
                    <a:pt x="6333429" y="4911"/>
                  </a:lnTo>
                  <a:lnTo>
                    <a:pt x="6333523" y="4911"/>
                  </a:lnTo>
                  <a:lnTo>
                    <a:pt x="6333617" y="4911"/>
                  </a:lnTo>
                  <a:lnTo>
                    <a:pt x="6333711" y="4911"/>
                  </a:lnTo>
                  <a:lnTo>
                    <a:pt x="6333806" y="4911"/>
                  </a:lnTo>
                  <a:lnTo>
                    <a:pt x="6333900" y="4911"/>
                  </a:lnTo>
                  <a:lnTo>
                    <a:pt x="6333994" y="4911"/>
                  </a:lnTo>
                  <a:lnTo>
                    <a:pt x="6334088" y="4911"/>
                  </a:lnTo>
                  <a:lnTo>
                    <a:pt x="6334182" y="4911"/>
                  </a:lnTo>
                  <a:lnTo>
                    <a:pt x="6334276" y="4911"/>
                  </a:lnTo>
                  <a:lnTo>
                    <a:pt x="6334370" y="4911"/>
                  </a:lnTo>
                  <a:lnTo>
                    <a:pt x="6334465" y="4911"/>
                  </a:lnTo>
                  <a:lnTo>
                    <a:pt x="6334559" y="4911"/>
                  </a:lnTo>
                  <a:lnTo>
                    <a:pt x="6334653" y="4911"/>
                  </a:lnTo>
                  <a:lnTo>
                    <a:pt x="6334747" y="4911"/>
                  </a:lnTo>
                  <a:lnTo>
                    <a:pt x="6334841" y="4911"/>
                  </a:lnTo>
                  <a:lnTo>
                    <a:pt x="6334935" y="4911"/>
                  </a:lnTo>
                  <a:lnTo>
                    <a:pt x="6335030" y="4911"/>
                  </a:lnTo>
                  <a:lnTo>
                    <a:pt x="6335124" y="4911"/>
                  </a:lnTo>
                  <a:lnTo>
                    <a:pt x="6335218" y="4911"/>
                  </a:lnTo>
                  <a:lnTo>
                    <a:pt x="6335312" y="4911"/>
                  </a:lnTo>
                  <a:lnTo>
                    <a:pt x="6335406" y="4911"/>
                  </a:lnTo>
                  <a:lnTo>
                    <a:pt x="6335500" y="4911"/>
                  </a:lnTo>
                  <a:lnTo>
                    <a:pt x="6335594" y="4911"/>
                  </a:lnTo>
                  <a:lnTo>
                    <a:pt x="6335689" y="4911"/>
                  </a:lnTo>
                  <a:lnTo>
                    <a:pt x="6335783" y="4911"/>
                  </a:lnTo>
                  <a:lnTo>
                    <a:pt x="6335877" y="4911"/>
                  </a:lnTo>
                  <a:lnTo>
                    <a:pt x="6335971" y="4911"/>
                  </a:lnTo>
                  <a:lnTo>
                    <a:pt x="6336065" y="4911"/>
                  </a:lnTo>
                  <a:lnTo>
                    <a:pt x="6336159" y="4911"/>
                  </a:lnTo>
                  <a:lnTo>
                    <a:pt x="6336254" y="4911"/>
                  </a:lnTo>
                  <a:lnTo>
                    <a:pt x="6336348" y="4911"/>
                  </a:lnTo>
                  <a:lnTo>
                    <a:pt x="6336442" y="4911"/>
                  </a:lnTo>
                  <a:lnTo>
                    <a:pt x="6336536" y="4911"/>
                  </a:lnTo>
                  <a:lnTo>
                    <a:pt x="6336630" y="4911"/>
                  </a:lnTo>
                  <a:lnTo>
                    <a:pt x="6336724" y="4911"/>
                  </a:lnTo>
                  <a:lnTo>
                    <a:pt x="6336818" y="4911"/>
                  </a:lnTo>
                  <a:lnTo>
                    <a:pt x="6336913" y="4911"/>
                  </a:lnTo>
                  <a:lnTo>
                    <a:pt x="6337007" y="4911"/>
                  </a:lnTo>
                  <a:lnTo>
                    <a:pt x="6337101" y="4911"/>
                  </a:lnTo>
                  <a:lnTo>
                    <a:pt x="6337195" y="4911"/>
                  </a:lnTo>
                  <a:lnTo>
                    <a:pt x="6337289" y="4911"/>
                  </a:lnTo>
                  <a:lnTo>
                    <a:pt x="6337383" y="4911"/>
                  </a:lnTo>
                  <a:lnTo>
                    <a:pt x="6337477" y="4911"/>
                  </a:lnTo>
                  <a:lnTo>
                    <a:pt x="6337477" y="0"/>
                  </a:lnTo>
                  <a:lnTo>
                    <a:pt x="6337477" y="0"/>
                  </a:lnTo>
                  <a:lnTo>
                    <a:pt x="6337572" y="0"/>
                  </a:lnTo>
                  <a:lnTo>
                    <a:pt x="6337666" y="0"/>
                  </a:lnTo>
                  <a:lnTo>
                    <a:pt x="6337760" y="0"/>
                  </a:lnTo>
                  <a:lnTo>
                    <a:pt x="6337854" y="0"/>
                  </a:lnTo>
                  <a:lnTo>
                    <a:pt x="6337948" y="0"/>
                  </a:lnTo>
                  <a:lnTo>
                    <a:pt x="6338042" y="0"/>
                  </a:lnTo>
                  <a:lnTo>
                    <a:pt x="6338137" y="0"/>
                  </a:lnTo>
                  <a:lnTo>
                    <a:pt x="6338231" y="0"/>
                  </a:lnTo>
                  <a:lnTo>
                    <a:pt x="6338325" y="0"/>
                  </a:lnTo>
                  <a:lnTo>
                    <a:pt x="6338419" y="0"/>
                  </a:lnTo>
                  <a:lnTo>
                    <a:pt x="6338513" y="0"/>
                  </a:lnTo>
                  <a:lnTo>
                    <a:pt x="6338607" y="0"/>
                  </a:lnTo>
                  <a:lnTo>
                    <a:pt x="6338701" y="0"/>
                  </a:lnTo>
                  <a:lnTo>
                    <a:pt x="6338796" y="0"/>
                  </a:lnTo>
                  <a:lnTo>
                    <a:pt x="6338890" y="0"/>
                  </a:lnTo>
                  <a:lnTo>
                    <a:pt x="6338984" y="0"/>
                  </a:lnTo>
                  <a:lnTo>
                    <a:pt x="6339078" y="0"/>
                  </a:lnTo>
                  <a:lnTo>
                    <a:pt x="6339172" y="0"/>
                  </a:lnTo>
                  <a:lnTo>
                    <a:pt x="6339266" y="0"/>
                  </a:lnTo>
                  <a:lnTo>
                    <a:pt x="6339361" y="0"/>
                  </a:lnTo>
                  <a:lnTo>
                    <a:pt x="6339455" y="0"/>
                  </a:lnTo>
                  <a:lnTo>
                    <a:pt x="6339549" y="0"/>
                  </a:lnTo>
                  <a:lnTo>
                    <a:pt x="6339643" y="0"/>
                  </a:lnTo>
                  <a:lnTo>
                    <a:pt x="6339737" y="0"/>
                  </a:lnTo>
                  <a:lnTo>
                    <a:pt x="6339831" y="0"/>
                  </a:lnTo>
                  <a:lnTo>
                    <a:pt x="6339925" y="0"/>
                  </a:lnTo>
                  <a:lnTo>
                    <a:pt x="6340020" y="0"/>
                  </a:lnTo>
                  <a:lnTo>
                    <a:pt x="6340114" y="0"/>
                  </a:lnTo>
                  <a:lnTo>
                    <a:pt x="6340208" y="0"/>
                  </a:lnTo>
                  <a:lnTo>
                    <a:pt x="6340302" y="0"/>
                  </a:lnTo>
                  <a:lnTo>
                    <a:pt x="6340396" y="0"/>
                  </a:lnTo>
                  <a:lnTo>
                    <a:pt x="6340490" y="0"/>
                  </a:lnTo>
                  <a:lnTo>
                    <a:pt x="6340585" y="0"/>
                  </a:lnTo>
                  <a:lnTo>
                    <a:pt x="6340585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652822" y="641017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1652822" y="69589"/>
              <a:ext cx="6340585" cy="6340585"/>
            </a:xfrm>
            <a:prstGeom prst="rect">
              <a:avLst/>
            </a:prstGeom>
            <a:ln w="1626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1341475" y="6363128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0.00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341475" y="4777981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1341475" y="3192835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0.50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341475" y="1607689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0.75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341475" y="22543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1.00</a:t>
              </a:r>
            </a:p>
          </p:txBody>
        </p:sp>
        <p:sp>
          <p:nvSpPr>
            <p:cNvPr id="35" name="pl35"/>
            <p:cNvSpPr/>
            <p:nvPr/>
          </p:nvSpPr>
          <p:spPr>
            <a:xfrm>
              <a:off x="1618027" y="641017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618027" y="482502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618027" y="323988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618027" y="165473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618027" y="6958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1652822" y="64101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3237968" y="64101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4823114" y="64101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6408261" y="64101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7993407" y="64101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1528463" y="6472804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113610" y="6472804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0.25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98756" y="6472804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83902" y="6472804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0.75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869048" y="6472804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1.00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4334459" y="6632322"/>
              <a:ext cx="977310" cy="1176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1 - specificity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829181" y="3181039"/>
              <a:ext cx="760506" cy="1176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Sensitivity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5694299" y="4633556"/>
              <a:ext cx="2061981" cy="101700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763888" y="470314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5785834" y="481287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763888" y="4922601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785834" y="5032329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5763888" y="5142057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5785834" y="525178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5763888" y="5361513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5785834" y="5471241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tx61"/>
            <p:cNvSpPr/>
            <p:nvPr/>
          </p:nvSpPr>
          <p:spPr>
            <a:xfrm>
              <a:off x="6052933" y="4762398"/>
              <a:ext cx="1235720" cy="1009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TyG (AUC = 0.597)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6052933" y="4981854"/>
              <a:ext cx="1633758" cy="1009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TyG-ABSI (AUC = 0.680)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6052933" y="5201310"/>
              <a:ext cx="1206825" cy="1009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AIP (AUC = 0.592)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6052933" y="5420766"/>
              <a:ext cx="1570847" cy="1009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METS-IR (AUC = 0.611)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081003" y="0"/>
              <a:ext cx="6981992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1652822" y="69589"/>
              <a:ext cx="6340585" cy="634058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652822" y="5617600"/>
              <a:ext cx="6340585" cy="0"/>
            </a:xfrm>
            <a:custGeom>
              <a:avLst/>
              <a:pathLst>
                <a:path w="6340585" h="0">
                  <a:moveTo>
                    <a:pt x="0" y="0"/>
                  </a:moveTo>
                  <a:lnTo>
                    <a:pt x="6340585" y="0"/>
                  </a:lnTo>
                  <a:lnTo>
                    <a:pt x="6340585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652822" y="4032454"/>
              <a:ext cx="6340585" cy="0"/>
            </a:xfrm>
            <a:custGeom>
              <a:avLst/>
              <a:pathLst>
                <a:path w="6340585" h="0">
                  <a:moveTo>
                    <a:pt x="0" y="0"/>
                  </a:moveTo>
                  <a:lnTo>
                    <a:pt x="6340585" y="0"/>
                  </a:lnTo>
                  <a:lnTo>
                    <a:pt x="6340585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2822" y="2447308"/>
              <a:ext cx="6340585" cy="0"/>
            </a:xfrm>
            <a:custGeom>
              <a:avLst/>
              <a:pathLst>
                <a:path w="6340585" h="0">
                  <a:moveTo>
                    <a:pt x="0" y="0"/>
                  </a:moveTo>
                  <a:lnTo>
                    <a:pt x="6340585" y="0"/>
                  </a:lnTo>
                  <a:lnTo>
                    <a:pt x="6340585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52822" y="862162"/>
              <a:ext cx="6340585" cy="0"/>
            </a:xfrm>
            <a:custGeom>
              <a:avLst/>
              <a:pathLst>
                <a:path w="6340585" h="0">
                  <a:moveTo>
                    <a:pt x="0" y="0"/>
                  </a:moveTo>
                  <a:lnTo>
                    <a:pt x="6340585" y="0"/>
                  </a:lnTo>
                  <a:lnTo>
                    <a:pt x="6340585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445395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30541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615687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200834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652822" y="6410174"/>
              <a:ext cx="6340585" cy="0"/>
            </a:xfrm>
            <a:custGeom>
              <a:avLst/>
              <a:pathLst>
                <a:path w="6340585" h="0">
                  <a:moveTo>
                    <a:pt x="0" y="0"/>
                  </a:moveTo>
                  <a:lnTo>
                    <a:pt x="6340585" y="0"/>
                  </a:lnTo>
                  <a:lnTo>
                    <a:pt x="6340585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652822" y="4825027"/>
              <a:ext cx="6340585" cy="0"/>
            </a:xfrm>
            <a:custGeom>
              <a:avLst/>
              <a:pathLst>
                <a:path w="6340585" h="0">
                  <a:moveTo>
                    <a:pt x="0" y="0"/>
                  </a:moveTo>
                  <a:lnTo>
                    <a:pt x="6340585" y="0"/>
                  </a:lnTo>
                  <a:lnTo>
                    <a:pt x="6340585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52822" y="3239881"/>
              <a:ext cx="6340585" cy="0"/>
            </a:xfrm>
            <a:custGeom>
              <a:avLst/>
              <a:pathLst>
                <a:path w="6340585" h="0">
                  <a:moveTo>
                    <a:pt x="0" y="0"/>
                  </a:moveTo>
                  <a:lnTo>
                    <a:pt x="6340585" y="0"/>
                  </a:lnTo>
                  <a:lnTo>
                    <a:pt x="6340585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52822" y="1654735"/>
              <a:ext cx="6340585" cy="0"/>
            </a:xfrm>
            <a:custGeom>
              <a:avLst/>
              <a:pathLst>
                <a:path w="6340585" h="0">
                  <a:moveTo>
                    <a:pt x="0" y="0"/>
                  </a:moveTo>
                  <a:lnTo>
                    <a:pt x="6340585" y="0"/>
                  </a:lnTo>
                  <a:lnTo>
                    <a:pt x="6340585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652822" y="69589"/>
              <a:ext cx="6340585" cy="0"/>
            </a:xfrm>
            <a:custGeom>
              <a:avLst/>
              <a:pathLst>
                <a:path w="6340585" h="0">
                  <a:moveTo>
                    <a:pt x="0" y="0"/>
                  </a:moveTo>
                  <a:lnTo>
                    <a:pt x="6340585" y="0"/>
                  </a:lnTo>
                  <a:lnTo>
                    <a:pt x="6340585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652822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237968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823114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408261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993407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652822" y="69589"/>
              <a:ext cx="6340585" cy="6340585"/>
            </a:xfrm>
            <a:custGeom>
              <a:avLst/>
              <a:pathLst>
                <a:path w="6340585" h="6340585">
                  <a:moveTo>
                    <a:pt x="0" y="6340585"/>
                  </a:moveTo>
                  <a:lnTo>
                    <a:pt x="93" y="6340585"/>
                  </a:lnTo>
                  <a:lnTo>
                    <a:pt x="186" y="6340585"/>
                  </a:lnTo>
                  <a:lnTo>
                    <a:pt x="279" y="6340585"/>
                  </a:lnTo>
                  <a:lnTo>
                    <a:pt x="372" y="6340585"/>
                  </a:lnTo>
                  <a:lnTo>
                    <a:pt x="466" y="6340585"/>
                  </a:lnTo>
                  <a:lnTo>
                    <a:pt x="559" y="6340585"/>
                  </a:lnTo>
                  <a:lnTo>
                    <a:pt x="652" y="6340585"/>
                  </a:lnTo>
                  <a:lnTo>
                    <a:pt x="745" y="6340585"/>
                  </a:lnTo>
                  <a:lnTo>
                    <a:pt x="839" y="6340585"/>
                  </a:lnTo>
                  <a:lnTo>
                    <a:pt x="932" y="6340585"/>
                  </a:lnTo>
                  <a:lnTo>
                    <a:pt x="1025" y="6340585"/>
                  </a:lnTo>
                  <a:lnTo>
                    <a:pt x="1118" y="6340585"/>
                  </a:lnTo>
                  <a:lnTo>
                    <a:pt x="1212" y="6340585"/>
                  </a:lnTo>
                  <a:lnTo>
                    <a:pt x="1305" y="6340585"/>
                  </a:lnTo>
                  <a:lnTo>
                    <a:pt x="1398" y="6340585"/>
                  </a:lnTo>
                  <a:lnTo>
                    <a:pt x="1491" y="6340585"/>
                  </a:lnTo>
                  <a:lnTo>
                    <a:pt x="1585" y="6340585"/>
                  </a:lnTo>
                  <a:lnTo>
                    <a:pt x="1678" y="6340585"/>
                  </a:lnTo>
                  <a:lnTo>
                    <a:pt x="1771" y="6340585"/>
                  </a:lnTo>
                  <a:lnTo>
                    <a:pt x="1864" y="6340585"/>
                  </a:lnTo>
                  <a:lnTo>
                    <a:pt x="1958" y="6340585"/>
                  </a:lnTo>
                  <a:lnTo>
                    <a:pt x="2051" y="6340585"/>
                  </a:lnTo>
                  <a:lnTo>
                    <a:pt x="2144" y="6340585"/>
                  </a:lnTo>
                  <a:lnTo>
                    <a:pt x="2237" y="6340585"/>
                  </a:lnTo>
                  <a:lnTo>
                    <a:pt x="2331" y="6340585"/>
                  </a:lnTo>
                  <a:lnTo>
                    <a:pt x="2424" y="6340585"/>
                  </a:lnTo>
                  <a:lnTo>
                    <a:pt x="2517" y="6340585"/>
                  </a:lnTo>
                  <a:lnTo>
                    <a:pt x="2610" y="6340585"/>
                  </a:lnTo>
                  <a:lnTo>
                    <a:pt x="2704" y="6340585"/>
                  </a:lnTo>
                  <a:lnTo>
                    <a:pt x="2797" y="6340585"/>
                  </a:lnTo>
                  <a:lnTo>
                    <a:pt x="2890" y="6340585"/>
                  </a:lnTo>
                  <a:lnTo>
                    <a:pt x="2983" y="6340585"/>
                  </a:lnTo>
                  <a:lnTo>
                    <a:pt x="3077" y="6340585"/>
                  </a:lnTo>
                  <a:lnTo>
                    <a:pt x="3170" y="6340585"/>
                  </a:lnTo>
                  <a:lnTo>
                    <a:pt x="3263" y="6340585"/>
                  </a:lnTo>
                  <a:lnTo>
                    <a:pt x="3356" y="6340585"/>
                  </a:lnTo>
                  <a:lnTo>
                    <a:pt x="3450" y="6340585"/>
                  </a:lnTo>
                  <a:lnTo>
                    <a:pt x="3543" y="6340585"/>
                  </a:lnTo>
                  <a:lnTo>
                    <a:pt x="3636" y="6340585"/>
                  </a:lnTo>
                  <a:lnTo>
                    <a:pt x="3729" y="6340585"/>
                  </a:lnTo>
                  <a:lnTo>
                    <a:pt x="3823" y="6340585"/>
                  </a:lnTo>
                  <a:lnTo>
                    <a:pt x="3916" y="6340585"/>
                  </a:lnTo>
                  <a:lnTo>
                    <a:pt x="4009" y="6340585"/>
                  </a:lnTo>
                  <a:lnTo>
                    <a:pt x="4102" y="6340585"/>
                  </a:lnTo>
                  <a:lnTo>
                    <a:pt x="4196" y="6340585"/>
                  </a:lnTo>
                  <a:lnTo>
                    <a:pt x="4289" y="6340585"/>
                  </a:lnTo>
                  <a:lnTo>
                    <a:pt x="4382" y="6340585"/>
                  </a:lnTo>
                  <a:lnTo>
                    <a:pt x="4475" y="6340585"/>
                  </a:lnTo>
                  <a:lnTo>
                    <a:pt x="4569" y="6340585"/>
                  </a:lnTo>
                  <a:lnTo>
                    <a:pt x="4662" y="6340585"/>
                  </a:lnTo>
                  <a:lnTo>
                    <a:pt x="4755" y="6340585"/>
                  </a:lnTo>
                  <a:lnTo>
                    <a:pt x="4848" y="6340585"/>
                  </a:lnTo>
                  <a:lnTo>
                    <a:pt x="4942" y="6340585"/>
                  </a:lnTo>
                  <a:lnTo>
                    <a:pt x="5035" y="6340585"/>
                  </a:lnTo>
                  <a:lnTo>
                    <a:pt x="5128" y="6340585"/>
                  </a:lnTo>
                  <a:lnTo>
                    <a:pt x="5221" y="6340585"/>
                  </a:lnTo>
                  <a:lnTo>
                    <a:pt x="5315" y="6340585"/>
                  </a:lnTo>
                  <a:lnTo>
                    <a:pt x="5408" y="6340585"/>
                  </a:lnTo>
                  <a:lnTo>
                    <a:pt x="5501" y="6340585"/>
                  </a:lnTo>
                  <a:lnTo>
                    <a:pt x="5594" y="6340585"/>
                  </a:lnTo>
                  <a:lnTo>
                    <a:pt x="5688" y="6340585"/>
                  </a:lnTo>
                  <a:lnTo>
                    <a:pt x="5781" y="6340585"/>
                  </a:lnTo>
                  <a:lnTo>
                    <a:pt x="5874" y="6340585"/>
                  </a:lnTo>
                  <a:lnTo>
                    <a:pt x="5967" y="6340585"/>
                  </a:lnTo>
                  <a:lnTo>
                    <a:pt x="6061" y="6340585"/>
                  </a:lnTo>
                  <a:lnTo>
                    <a:pt x="6154" y="6340585"/>
                  </a:lnTo>
                  <a:lnTo>
                    <a:pt x="6247" y="6340585"/>
                  </a:lnTo>
                  <a:lnTo>
                    <a:pt x="6340" y="6340585"/>
                  </a:lnTo>
                  <a:lnTo>
                    <a:pt x="6434" y="6340585"/>
                  </a:lnTo>
                  <a:lnTo>
                    <a:pt x="6527" y="6340585"/>
                  </a:lnTo>
                  <a:lnTo>
                    <a:pt x="6620" y="6340585"/>
                  </a:lnTo>
                  <a:lnTo>
                    <a:pt x="6713" y="6340585"/>
                  </a:lnTo>
                  <a:lnTo>
                    <a:pt x="6807" y="6340585"/>
                  </a:lnTo>
                  <a:lnTo>
                    <a:pt x="6900" y="6340585"/>
                  </a:lnTo>
                  <a:lnTo>
                    <a:pt x="6993" y="6340585"/>
                  </a:lnTo>
                  <a:lnTo>
                    <a:pt x="7086" y="6340585"/>
                  </a:lnTo>
                  <a:lnTo>
                    <a:pt x="7179" y="6340585"/>
                  </a:lnTo>
                  <a:lnTo>
                    <a:pt x="7273" y="6340585"/>
                  </a:lnTo>
                  <a:lnTo>
                    <a:pt x="7366" y="6340585"/>
                  </a:lnTo>
                  <a:lnTo>
                    <a:pt x="7459" y="6340585"/>
                  </a:lnTo>
                  <a:lnTo>
                    <a:pt x="7552" y="6340585"/>
                  </a:lnTo>
                  <a:lnTo>
                    <a:pt x="7646" y="6340585"/>
                  </a:lnTo>
                  <a:lnTo>
                    <a:pt x="7739" y="6340585"/>
                  </a:lnTo>
                  <a:lnTo>
                    <a:pt x="7832" y="6340585"/>
                  </a:lnTo>
                  <a:lnTo>
                    <a:pt x="7925" y="6340585"/>
                  </a:lnTo>
                  <a:lnTo>
                    <a:pt x="8019" y="6340585"/>
                  </a:lnTo>
                  <a:lnTo>
                    <a:pt x="8112" y="6340585"/>
                  </a:lnTo>
                  <a:lnTo>
                    <a:pt x="8205" y="6340585"/>
                  </a:lnTo>
                  <a:lnTo>
                    <a:pt x="8298" y="6340585"/>
                  </a:lnTo>
                  <a:lnTo>
                    <a:pt x="8392" y="6340585"/>
                  </a:lnTo>
                  <a:lnTo>
                    <a:pt x="8485" y="6340585"/>
                  </a:lnTo>
                  <a:lnTo>
                    <a:pt x="8578" y="6340585"/>
                  </a:lnTo>
                  <a:lnTo>
                    <a:pt x="8671" y="6340585"/>
                  </a:lnTo>
                  <a:lnTo>
                    <a:pt x="8765" y="6340585"/>
                  </a:lnTo>
                  <a:lnTo>
                    <a:pt x="8858" y="6340585"/>
                  </a:lnTo>
                  <a:lnTo>
                    <a:pt x="8951" y="6340585"/>
                  </a:lnTo>
                  <a:lnTo>
                    <a:pt x="9044" y="6340585"/>
                  </a:lnTo>
                  <a:lnTo>
                    <a:pt x="9138" y="6340585"/>
                  </a:lnTo>
                  <a:lnTo>
                    <a:pt x="9231" y="6340585"/>
                  </a:lnTo>
                  <a:lnTo>
                    <a:pt x="9324" y="6340585"/>
                  </a:lnTo>
                  <a:lnTo>
                    <a:pt x="9417" y="6340585"/>
                  </a:lnTo>
                  <a:lnTo>
                    <a:pt x="9511" y="6340585"/>
                  </a:lnTo>
                  <a:lnTo>
                    <a:pt x="9604" y="6340585"/>
                  </a:lnTo>
                  <a:lnTo>
                    <a:pt x="9697" y="6340585"/>
                  </a:lnTo>
                  <a:lnTo>
                    <a:pt x="9790" y="6340585"/>
                  </a:lnTo>
                  <a:lnTo>
                    <a:pt x="9884" y="6340585"/>
                  </a:lnTo>
                  <a:lnTo>
                    <a:pt x="9977" y="6340585"/>
                  </a:lnTo>
                  <a:lnTo>
                    <a:pt x="10070" y="6340585"/>
                  </a:lnTo>
                  <a:lnTo>
                    <a:pt x="10163" y="6340585"/>
                  </a:lnTo>
                  <a:lnTo>
                    <a:pt x="10257" y="6340585"/>
                  </a:lnTo>
                  <a:lnTo>
                    <a:pt x="10350" y="6340585"/>
                  </a:lnTo>
                  <a:lnTo>
                    <a:pt x="10443" y="6340585"/>
                  </a:lnTo>
                  <a:lnTo>
                    <a:pt x="10536" y="6340585"/>
                  </a:lnTo>
                  <a:lnTo>
                    <a:pt x="10630" y="6340585"/>
                  </a:lnTo>
                  <a:lnTo>
                    <a:pt x="10723" y="6340585"/>
                  </a:lnTo>
                  <a:lnTo>
                    <a:pt x="10816" y="6340585"/>
                  </a:lnTo>
                  <a:lnTo>
                    <a:pt x="10909" y="6340585"/>
                  </a:lnTo>
                  <a:lnTo>
                    <a:pt x="11003" y="6340585"/>
                  </a:lnTo>
                  <a:lnTo>
                    <a:pt x="11096" y="6340585"/>
                  </a:lnTo>
                  <a:lnTo>
                    <a:pt x="11189" y="6340585"/>
                  </a:lnTo>
                  <a:lnTo>
                    <a:pt x="11282" y="6340585"/>
                  </a:lnTo>
                  <a:lnTo>
                    <a:pt x="11376" y="6340585"/>
                  </a:lnTo>
                  <a:lnTo>
                    <a:pt x="11469" y="6340585"/>
                  </a:lnTo>
                  <a:lnTo>
                    <a:pt x="11562" y="6340585"/>
                  </a:lnTo>
                  <a:lnTo>
                    <a:pt x="11655" y="6340585"/>
                  </a:lnTo>
                  <a:lnTo>
                    <a:pt x="11749" y="6340585"/>
                  </a:lnTo>
                  <a:lnTo>
                    <a:pt x="11842" y="6340585"/>
                  </a:lnTo>
                  <a:lnTo>
                    <a:pt x="11935" y="6340585"/>
                  </a:lnTo>
                  <a:lnTo>
                    <a:pt x="12028" y="6340585"/>
                  </a:lnTo>
                  <a:lnTo>
                    <a:pt x="12122" y="6340585"/>
                  </a:lnTo>
                  <a:lnTo>
                    <a:pt x="12215" y="6340585"/>
                  </a:lnTo>
                  <a:lnTo>
                    <a:pt x="12308" y="6340585"/>
                  </a:lnTo>
                  <a:lnTo>
                    <a:pt x="12401" y="6340585"/>
                  </a:lnTo>
                  <a:lnTo>
                    <a:pt x="12495" y="6340585"/>
                  </a:lnTo>
                  <a:lnTo>
                    <a:pt x="12588" y="6340585"/>
                  </a:lnTo>
                  <a:lnTo>
                    <a:pt x="12681" y="6340585"/>
                  </a:lnTo>
                  <a:lnTo>
                    <a:pt x="12774" y="6340585"/>
                  </a:lnTo>
                  <a:lnTo>
                    <a:pt x="12868" y="6340585"/>
                  </a:lnTo>
                  <a:lnTo>
                    <a:pt x="12961" y="6340585"/>
                  </a:lnTo>
                  <a:lnTo>
                    <a:pt x="13054" y="6340585"/>
                  </a:lnTo>
                  <a:lnTo>
                    <a:pt x="13147" y="6340585"/>
                  </a:lnTo>
                  <a:lnTo>
                    <a:pt x="13241" y="6340585"/>
                  </a:lnTo>
                  <a:lnTo>
                    <a:pt x="13334" y="6340585"/>
                  </a:lnTo>
                  <a:lnTo>
                    <a:pt x="13334" y="6330631"/>
                  </a:lnTo>
                  <a:lnTo>
                    <a:pt x="13427" y="6330631"/>
                  </a:lnTo>
                  <a:lnTo>
                    <a:pt x="13520" y="6330631"/>
                  </a:lnTo>
                  <a:lnTo>
                    <a:pt x="13614" y="6330631"/>
                  </a:lnTo>
                  <a:lnTo>
                    <a:pt x="13707" y="6330631"/>
                  </a:lnTo>
                  <a:lnTo>
                    <a:pt x="13800" y="6330631"/>
                  </a:lnTo>
                  <a:lnTo>
                    <a:pt x="13893" y="6330631"/>
                  </a:lnTo>
                  <a:lnTo>
                    <a:pt x="13986" y="6330631"/>
                  </a:lnTo>
                  <a:lnTo>
                    <a:pt x="14080" y="6330631"/>
                  </a:lnTo>
                  <a:lnTo>
                    <a:pt x="14173" y="6330631"/>
                  </a:lnTo>
                  <a:lnTo>
                    <a:pt x="14266" y="6330631"/>
                  </a:lnTo>
                  <a:lnTo>
                    <a:pt x="14359" y="6330631"/>
                  </a:lnTo>
                  <a:lnTo>
                    <a:pt x="14453" y="6330631"/>
                  </a:lnTo>
                  <a:lnTo>
                    <a:pt x="14546" y="6330631"/>
                  </a:lnTo>
                  <a:lnTo>
                    <a:pt x="14639" y="6330631"/>
                  </a:lnTo>
                  <a:lnTo>
                    <a:pt x="14732" y="6330631"/>
                  </a:lnTo>
                  <a:lnTo>
                    <a:pt x="14826" y="6330631"/>
                  </a:lnTo>
                  <a:lnTo>
                    <a:pt x="14919" y="6330631"/>
                  </a:lnTo>
                  <a:lnTo>
                    <a:pt x="15012" y="6330631"/>
                  </a:lnTo>
                  <a:lnTo>
                    <a:pt x="15105" y="6330631"/>
                  </a:lnTo>
                  <a:lnTo>
                    <a:pt x="15199" y="6330631"/>
                  </a:lnTo>
                  <a:lnTo>
                    <a:pt x="15292" y="6330631"/>
                  </a:lnTo>
                  <a:lnTo>
                    <a:pt x="15385" y="6330631"/>
                  </a:lnTo>
                  <a:lnTo>
                    <a:pt x="15478" y="6330631"/>
                  </a:lnTo>
                  <a:lnTo>
                    <a:pt x="15572" y="6330631"/>
                  </a:lnTo>
                  <a:lnTo>
                    <a:pt x="15665" y="6330631"/>
                  </a:lnTo>
                  <a:lnTo>
                    <a:pt x="15758" y="6330631"/>
                  </a:lnTo>
                  <a:lnTo>
                    <a:pt x="15851" y="6330631"/>
                  </a:lnTo>
                  <a:lnTo>
                    <a:pt x="15945" y="6330631"/>
                  </a:lnTo>
                  <a:lnTo>
                    <a:pt x="16038" y="6330631"/>
                  </a:lnTo>
                  <a:lnTo>
                    <a:pt x="16131" y="6330631"/>
                  </a:lnTo>
                  <a:lnTo>
                    <a:pt x="16224" y="6330631"/>
                  </a:lnTo>
                  <a:lnTo>
                    <a:pt x="16318" y="6330631"/>
                  </a:lnTo>
                  <a:lnTo>
                    <a:pt x="16411" y="6330631"/>
                  </a:lnTo>
                  <a:lnTo>
                    <a:pt x="16504" y="6330631"/>
                  </a:lnTo>
                  <a:lnTo>
                    <a:pt x="16597" y="6330631"/>
                  </a:lnTo>
                  <a:lnTo>
                    <a:pt x="16691" y="6330631"/>
                  </a:lnTo>
                  <a:lnTo>
                    <a:pt x="16784" y="6330631"/>
                  </a:lnTo>
                  <a:lnTo>
                    <a:pt x="16877" y="6330631"/>
                  </a:lnTo>
                  <a:lnTo>
                    <a:pt x="16970" y="6330631"/>
                  </a:lnTo>
                  <a:lnTo>
                    <a:pt x="17064" y="6330631"/>
                  </a:lnTo>
                  <a:lnTo>
                    <a:pt x="17157" y="6330631"/>
                  </a:lnTo>
                  <a:lnTo>
                    <a:pt x="17250" y="6330631"/>
                  </a:lnTo>
                  <a:lnTo>
                    <a:pt x="17343" y="6330631"/>
                  </a:lnTo>
                  <a:lnTo>
                    <a:pt x="17437" y="6330631"/>
                  </a:lnTo>
                  <a:lnTo>
                    <a:pt x="17530" y="6330631"/>
                  </a:lnTo>
                  <a:lnTo>
                    <a:pt x="17623" y="6330631"/>
                  </a:lnTo>
                  <a:lnTo>
                    <a:pt x="17716" y="6330631"/>
                  </a:lnTo>
                  <a:lnTo>
                    <a:pt x="17810" y="6330631"/>
                  </a:lnTo>
                  <a:lnTo>
                    <a:pt x="17903" y="6330631"/>
                  </a:lnTo>
                  <a:lnTo>
                    <a:pt x="17996" y="6330631"/>
                  </a:lnTo>
                  <a:lnTo>
                    <a:pt x="18089" y="6330631"/>
                  </a:lnTo>
                  <a:lnTo>
                    <a:pt x="18183" y="6330631"/>
                  </a:lnTo>
                  <a:lnTo>
                    <a:pt x="18276" y="6330631"/>
                  </a:lnTo>
                  <a:lnTo>
                    <a:pt x="18369" y="6330631"/>
                  </a:lnTo>
                  <a:lnTo>
                    <a:pt x="18462" y="6330631"/>
                  </a:lnTo>
                  <a:lnTo>
                    <a:pt x="18556" y="6330631"/>
                  </a:lnTo>
                  <a:lnTo>
                    <a:pt x="18649" y="6330631"/>
                  </a:lnTo>
                  <a:lnTo>
                    <a:pt x="18742" y="6330631"/>
                  </a:lnTo>
                  <a:lnTo>
                    <a:pt x="18835" y="6330631"/>
                  </a:lnTo>
                  <a:lnTo>
                    <a:pt x="18929" y="6330631"/>
                  </a:lnTo>
                  <a:lnTo>
                    <a:pt x="19022" y="6330631"/>
                  </a:lnTo>
                  <a:lnTo>
                    <a:pt x="19115" y="6330631"/>
                  </a:lnTo>
                  <a:lnTo>
                    <a:pt x="19302" y="6330631"/>
                  </a:lnTo>
                  <a:lnTo>
                    <a:pt x="19395" y="6330631"/>
                  </a:lnTo>
                  <a:lnTo>
                    <a:pt x="19488" y="6330631"/>
                  </a:lnTo>
                  <a:lnTo>
                    <a:pt x="19581" y="6330631"/>
                  </a:lnTo>
                  <a:lnTo>
                    <a:pt x="19675" y="6330631"/>
                  </a:lnTo>
                  <a:lnTo>
                    <a:pt x="19768" y="6330631"/>
                  </a:lnTo>
                  <a:lnTo>
                    <a:pt x="19861" y="6330631"/>
                  </a:lnTo>
                  <a:lnTo>
                    <a:pt x="19954" y="6330631"/>
                  </a:lnTo>
                  <a:lnTo>
                    <a:pt x="20048" y="6330631"/>
                  </a:lnTo>
                  <a:lnTo>
                    <a:pt x="20141" y="6330631"/>
                  </a:lnTo>
                  <a:lnTo>
                    <a:pt x="20234" y="6330631"/>
                  </a:lnTo>
                  <a:lnTo>
                    <a:pt x="20327" y="6330631"/>
                  </a:lnTo>
                  <a:lnTo>
                    <a:pt x="20421" y="6330631"/>
                  </a:lnTo>
                  <a:lnTo>
                    <a:pt x="20607" y="6330631"/>
                  </a:lnTo>
                  <a:lnTo>
                    <a:pt x="20700" y="6330631"/>
                  </a:lnTo>
                  <a:lnTo>
                    <a:pt x="20794" y="6330631"/>
                  </a:lnTo>
                  <a:lnTo>
                    <a:pt x="20887" y="6330631"/>
                  </a:lnTo>
                  <a:lnTo>
                    <a:pt x="21073" y="6330631"/>
                  </a:lnTo>
                  <a:lnTo>
                    <a:pt x="21166" y="6330631"/>
                  </a:lnTo>
                  <a:lnTo>
                    <a:pt x="21260" y="6330631"/>
                  </a:lnTo>
                  <a:lnTo>
                    <a:pt x="21353" y="6330631"/>
                  </a:lnTo>
                  <a:lnTo>
                    <a:pt x="21446" y="6330631"/>
                  </a:lnTo>
                  <a:lnTo>
                    <a:pt x="21539" y="6330631"/>
                  </a:lnTo>
                  <a:lnTo>
                    <a:pt x="21633" y="6330631"/>
                  </a:lnTo>
                  <a:lnTo>
                    <a:pt x="21726" y="6330631"/>
                  </a:lnTo>
                  <a:lnTo>
                    <a:pt x="21726" y="6320677"/>
                  </a:lnTo>
                  <a:lnTo>
                    <a:pt x="21819" y="6320677"/>
                  </a:lnTo>
                  <a:lnTo>
                    <a:pt x="21912" y="6320677"/>
                  </a:lnTo>
                  <a:lnTo>
                    <a:pt x="22006" y="6320677"/>
                  </a:lnTo>
                  <a:lnTo>
                    <a:pt x="22099" y="6320677"/>
                  </a:lnTo>
                  <a:lnTo>
                    <a:pt x="22192" y="6320677"/>
                  </a:lnTo>
                  <a:lnTo>
                    <a:pt x="22285" y="6320677"/>
                  </a:lnTo>
                  <a:lnTo>
                    <a:pt x="22379" y="6320677"/>
                  </a:lnTo>
                  <a:lnTo>
                    <a:pt x="22472" y="6320677"/>
                  </a:lnTo>
                  <a:lnTo>
                    <a:pt x="22565" y="6320677"/>
                  </a:lnTo>
                  <a:lnTo>
                    <a:pt x="22658" y="6320677"/>
                  </a:lnTo>
                  <a:lnTo>
                    <a:pt x="22752" y="6320677"/>
                  </a:lnTo>
                  <a:lnTo>
                    <a:pt x="22845" y="6320677"/>
                  </a:lnTo>
                  <a:lnTo>
                    <a:pt x="22938" y="6320677"/>
                  </a:lnTo>
                  <a:lnTo>
                    <a:pt x="23031" y="6320677"/>
                  </a:lnTo>
                  <a:lnTo>
                    <a:pt x="23125" y="6320677"/>
                  </a:lnTo>
                  <a:lnTo>
                    <a:pt x="23218" y="6320677"/>
                  </a:lnTo>
                  <a:lnTo>
                    <a:pt x="23311" y="6320677"/>
                  </a:lnTo>
                  <a:lnTo>
                    <a:pt x="23404" y="6320677"/>
                  </a:lnTo>
                  <a:lnTo>
                    <a:pt x="23498" y="6320677"/>
                  </a:lnTo>
                  <a:lnTo>
                    <a:pt x="23591" y="6320677"/>
                  </a:lnTo>
                  <a:lnTo>
                    <a:pt x="23684" y="6320677"/>
                  </a:lnTo>
                  <a:lnTo>
                    <a:pt x="23777" y="6320677"/>
                  </a:lnTo>
                  <a:lnTo>
                    <a:pt x="23871" y="6320677"/>
                  </a:lnTo>
                  <a:lnTo>
                    <a:pt x="24057" y="6320677"/>
                  </a:lnTo>
                  <a:lnTo>
                    <a:pt x="24150" y="6320677"/>
                  </a:lnTo>
                  <a:lnTo>
                    <a:pt x="24244" y="6320677"/>
                  </a:lnTo>
                  <a:lnTo>
                    <a:pt x="24337" y="6320677"/>
                  </a:lnTo>
                  <a:lnTo>
                    <a:pt x="24430" y="6320677"/>
                  </a:lnTo>
                  <a:lnTo>
                    <a:pt x="24523" y="6320677"/>
                  </a:lnTo>
                  <a:lnTo>
                    <a:pt x="24617" y="6320677"/>
                  </a:lnTo>
                  <a:lnTo>
                    <a:pt x="24710" y="6320677"/>
                  </a:lnTo>
                  <a:lnTo>
                    <a:pt x="24803" y="6320677"/>
                  </a:lnTo>
                  <a:lnTo>
                    <a:pt x="24896" y="6320677"/>
                  </a:lnTo>
                  <a:lnTo>
                    <a:pt x="24990" y="6320677"/>
                  </a:lnTo>
                  <a:lnTo>
                    <a:pt x="24990" y="6310723"/>
                  </a:lnTo>
                  <a:lnTo>
                    <a:pt x="25083" y="6310723"/>
                  </a:lnTo>
                  <a:lnTo>
                    <a:pt x="25176" y="6310723"/>
                  </a:lnTo>
                  <a:lnTo>
                    <a:pt x="25269" y="6310723"/>
                  </a:lnTo>
                  <a:lnTo>
                    <a:pt x="25363" y="6310723"/>
                  </a:lnTo>
                  <a:lnTo>
                    <a:pt x="25456" y="6310723"/>
                  </a:lnTo>
                  <a:lnTo>
                    <a:pt x="25549" y="6310723"/>
                  </a:lnTo>
                  <a:lnTo>
                    <a:pt x="25642" y="6310723"/>
                  </a:lnTo>
                  <a:lnTo>
                    <a:pt x="25736" y="6310723"/>
                  </a:lnTo>
                  <a:lnTo>
                    <a:pt x="25829" y="6310723"/>
                  </a:lnTo>
                  <a:lnTo>
                    <a:pt x="25922" y="6310723"/>
                  </a:lnTo>
                  <a:lnTo>
                    <a:pt x="26015" y="6310723"/>
                  </a:lnTo>
                  <a:lnTo>
                    <a:pt x="26109" y="6310723"/>
                  </a:lnTo>
                  <a:lnTo>
                    <a:pt x="26202" y="6310723"/>
                  </a:lnTo>
                  <a:lnTo>
                    <a:pt x="26295" y="6310723"/>
                  </a:lnTo>
                  <a:lnTo>
                    <a:pt x="26388" y="6310723"/>
                  </a:lnTo>
                  <a:lnTo>
                    <a:pt x="26482" y="6310723"/>
                  </a:lnTo>
                  <a:lnTo>
                    <a:pt x="26575" y="6310723"/>
                  </a:lnTo>
                  <a:lnTo>
                    <a:pt x="26668" y="6310723"/>
                  </a:lnTo>
                  <a:lnTo>
                    <a:pt x="26761" y="6310723"/>
                  </a:lnTo>
                  <a:lnTo>
                    <a:pt x="26855" y="6310723"/>
                  </a:lnTo>
                  <a:lnTo>
                    <a:pt x="26948" y="6310723"/>
                  </a:lnTo>
                  <a:lnTo>
                    <a:pt x="27041" y="6310723"/>
                  </a:lnTo>
                  <a:lnTo>
                    <a:pt x="27134" y="6310723"/>
                  </a:lnTo>
                  <a:lnTo>
                    <a:pt x="27228" y="6310723"/>
                  </a:lnTo>
                  <a:lnTo>
                    <a:pt x="27321" y="6310723"/>
                  </a:lnTo>
                  <a:lnTo>
                    <a:pt x="27414" y="6310723"/>
                  </a:lnTo>
                  <a:lnTo>
                    <a:pt x="27507" y="6310723"/>
                  </a:lnTo>
                  <a:lnTo>
                    <a:pt x="27601" y="6310723"/>
                  </a:lnTo>
                  <a:lnTo>
                    <a:pt x="27694" y="6310723"/>
                  </a:lnTo>
                  <a:lnTo>
                    <a:pt x="27787" y="6310723"/>
                  </a:lnTo>
                  <a:lnTo>
                    <a:pt x="27973" y="6310723"/>
                  </a:lnTo>
                  <a:lnTo>
                    <a:pt x="28160" y="6310723"/>
                  </a:lnTo>
                  <a:lnTo>
                    <a:pt x="28253" y="6310723"/>
                  </a:lnTo>
                  <a:lnTo>
                    <a:pt x="28346" y="6310723"/>
                  </a:lnTo>
                  <a:lnTo>
                    <a:pt x="28440" y="6310723"/>
                  </a:lnTo>
                  <a:lnTo>
                    <a:pt x="28533" y="6310723"/>
                  </a:lnTo>
                  <a:lnTo>
                    <a:pt x="28626" y="6310723"/>
                  </a:lnTo>
                  <a:lnTo>
                    <a:pt x="28719" y="6310723"/>
                  </a:lnTo>
                  <a:lnTo>
                    <a:pt x="28813" y="6310723"/>
                  </a:lnTo>
                  <a:lnTo>
                    <a:pt x="28906" y="6310723"/>
                  </a:lnTo>
                  <a:lnTo>
                    <a:pt x="28999" y="6310723"/>
                  </a:lnTo>
                  <a:lnTo>
                    <a:pt x="29092" y="6310723"/>
                  </a:lnTo>
                  <a:lnTo>
                    <a:pt x="29186" y="6310723"/>
                  </a:lnTo>
                  <a:lnTo>
                    <a:pt x="29279" y="6310723"/>
                  </a:lnTo>
                  <a:lnTo>
                    <a:pt x="29372" y="6310723"/>
                  </a:lnTo>
                  <a:lnTo>
                    <a:pt x="29465" y="6310723"/>
                  </a:lnTo>
                  <a:lnTo>
                    <a:pt x="29559" y="6310723"/>
                  </a:lnTo>
                  <a:lnTo>
                    <a:pt x="29652" y="6310723"/>
                  </a:lnTo>
                  <a:lnTo>
                    <a:pt x="29745" y="6310723"/>
                  </a:lnTo>
                  <a:lnTo>
                    <a:pt x="29838" y="6310723"/>
                  </a:lnTo>
                  <a:lnTo>
                    <a:pt x="29932" y="6310723"/>
                  </a:lnTo>
                  <a:lnTo>
                    <a:pt x="30025" y="6310723"/>
                  </a:lnTo>
                  <a:lnTo>
                    <a:pt x="30118" y="6310723"/>
                  </a:lnTo>
                  <a:lnTo>
                    <a:pt x="30211" y="6310723"/>
                  </a:lnTo>
                  <a:lnTo>
                    <a:pt x="30305" y="6310723"/>
                  </a:lnTo>
                  <a:lnTo>
                    <a:pt x="30398" y="6310723"/>
                  </a:lnTo>
                  <a:lnTo>
                    <a:pt x="30491" y="6310723"/>
                  </a:lnTo>
                  <a:lnTo>
                    <a:pt x="30584" y="6310723"/>
                  </a:lnTo>
                  <a:lnTo>
                    <a:pt x="30678" y="6310723"/>
                  </a:lnTo>
                  <a:lnTo>
                    <a:pt x="30771" y="6310723"/>
                  </a:lnTo>
                  <a:lnTo>
                    <a:pt x="30864" y="6310723"/>
                  </a:lnTo>
                  <a:lnTo>
                    <a:pt x="30957" y="6310723"/>
                  </a:lnTo>
                  <a:lnTo>
                    <a:pt x="31051" y="6310723"/>
                  </a:lnTo>
                  <a:lnTo>
                    <a:pt x="31144" y="6310723"/>
                  </a:lnTo>
                  <a:lnTo>
                    <a:pt x="31237" y="6310723"/>
                  </a:lnTo>
                  <a:lnTo>
                    <a:pt x="31330" y="6310723"/>
                  </a:lnTo>
                  <a:lnTo>
                    <a:pt x="31424" y="6310723"/>
                  </a:lnTo>
                  <a:lnTo>
                    <a:pt x="31517" y="6310723"/>
                  </a:lnTo>
                  <a:lnTo>
                    <a:pt x="31610" y="6310723"/>
                  </a:lnTo>
                  <a:lnTo>
                    <a:pt x="31703" y="6310723"/>
                  </a:lnTo>
                  <a:lnTo>
                    <a:pt x="31797" y="6310723"/>
                  </a:lnTo>
                  <a:lnTo>
                    <a:pt x="31890" y="6310723"/>
                  </a:lnTo>
                  <a:lnTo>
                    <a:pt x="31983" y="6310723"/>
                  </a:lnTo>
                  <a:lnTo>
                    <a:pt x="32076" y="6310723"/>
                  </a:lnTo>
                  <a:lnTo>
                    <a:pt x="32170" y="6310723"/>
                  </a:lnTo>
                  <a:lnTo>
                    <a:pt x="32263" y="6310723"/>
                  </a:lnTo>
                  <a:lnTo>
                    <a:pt x="32356" y="6310723"/>
                  </a:lnTo>
                  <a:lnTo>
                    <a:pt x="32449" y="6310723"/>
                  </a:lnTo>
                  <a:lnTo>
                    <a:pt x="32543" y="6310723"/>
                  </a:lnTo>
                  <a:lnTo>
                    <a:pt x="32636" y="6310723"/>
                  </a:lnTo>
                  <a:lnTo>
                    <a:pt x="32729" y="6310723"/>
                  </a:lnTo>
                  <a:lnTo>
                    <a:pt x="32822" y="6310723"/>
                  </a:lnTo>
                  <a:lnTo>
                    <a:pt x="32916" y="6310723"/>
                  </a:lnTo>
                  <a:lnTo>
                    <a:pt x="33009" y="6310723"/>
                  </a:lnTo>
                  <a:lnTo>
                    <a:pt x="33102" y="6310723"/>
                  </a:lnTo>
                  <a:lnTo>
                    <a:pt x="33195" y="6310723"/>
                  </a:lnTo>
                  <a:lnTo>
                    <a:pt x="33289" y="6310723"/>
                  </a:lnTo>
                  <a:lnTo>
                    <a:pt x="33382" y="6310723"/>
                  </a:lnTo>
                  <a:lnTo>
                    <a:pt x="33475" y="6310723"/>
                  </a:lnTo>
                  <a:lnTo>
                    <a:pt x="33568" y="6310723"/>
                  </a:lnTo>
                  <a:lnTo>
                    <a:pt x="33662" y="6310723"/>
                  </a:lnTo>
                  <a:lnTo>
                    <a:pt x="33755" y="6310723"/>
                  </a:lnTo>
                  <a:lnTo>
                    <a:pt x="33848" y="6310723"/>
                  </a:lnTo>
                  <a:lnTo>
                    <a:pt x="33941" y="6310723"/>
                  </a:lnTo>
                  <a:lnTo>
                    <a:pt x="34035" y="6310723"/>
                  </a:lnTo>
                  <a:lnTo>
                    <a:pt x="34128" y="6310723"/>
                  </a:lnTo>
                  <a:lnTo>
                    <a:pt x="34221" y="6310723"/>
                  </a:lnTo>
                  <a:lnTo>
                    <a:pt x="34314" y="6310723"/>
                  </a:lnTo>
                  <a:lnTo>
                    <a:pt x="34408" y="6310723"/>
                  </a:lnTo>
                  <a:lnTo>
                    <a:pt x="34501" y="6310723"/>
                  </a:lnTo>
                  <a:lnTo>
                    <a:pt x="34594" y="6310723"/>
                  </a:lnTo>
                  <a:lnTo>
                    <a:pt x="34687" y="6310723"/>
                  </a:lnTo>
                  <a:lnTo>
                    <a:pt x="34780" y="6310723"/>
                  </a:lnTo>
                  <a:lnTo>
                    <a:pt x="34874" y="6310723"/>
                  </a:lnTo>
                  <a:lnTo>
                    <a:pt x="34967" y="6310723"/>
                  </a:lnTo>
                  <a:lnTo>
                    <a:pt x="35060" y="6310723"/>
                  </a:lnTo>
                  <a:lnTo>
                    <a:pt x="35153" y="6310723"/>
                  </a:lnTo>
                  <a:lnTo>
                    <a:pt x="35247" y="6310723"/>
                  </a:lnTo>
                  <a:lnTo>
                    <a:pt x="35340" y="6310723"/>
                  </a:lnTo>
                  <a:lnTo>
                    <a:pt x="35433" y="6310723"/>
                  </a:lnTo>
                  <a:lnTo>
                    <a:pt x="35526" y="6310723"/>
                  </a:lnTo>
                  <a:lnTo>
                    <a:pt x="35620" y="6310723"/>
                  </a:lnTo>
                  <a:lnTo>
                    <a:pt x="35713" y="6310723"/>
                  </a:lnTo>
                  <a:lnTo>
                    <a:pt x="35806" y="6310723"/>
                  </a:lnTo>
                  <a:lnTo>
                    <a:pt x="35899" y="6310723"/>
                  </a:lnTo>
                  <a:lnTo>
                    <a:pt x="35993" y="6310723"/>
                  </a:lnTo>
                  <a:lnTo>
                    <a:pt x="36086" y="6310723"/>
                  </a:lnTo>
                  <a:lnTo>
                    <a:pt x="36086" y="6300769"/>
                  </a:lnTo>
                  <a:lnTo>
                    <a:pt x="36179" y="6300769"/>
                  </a:lnTo>
                  <a:lnTo>
                    <a:pt x="36272" y="6300769"/>
                  </a:lnTo>
                  <a:lnTo>
                    <a:pt x="36366" y="6300769"/>
                  </a:lnTo>
                  <a:lnTo>
                    <a:pt x="36459" y="6300769"/>
                  </a:lnTo>
                  <a:lnTo>
                    <a:pt x="36552" y="6300769"/>
                  </a:lnTo>
                  <a:lnTo>
                    <a:pt x="36645" y="6300769"/>
                  </a:lnTo>
                  <a:lnTo>
                    <a:pt x="36739" y="6300769"/>
                  </a:lnTo>
                  <a:lnTo>
                    <a:pt x="36832" y="6300769"/>
                  </a:lnTo>
                  <a:lnTo>
                    <a:pt x="36925" y="6300769"/>
                  </a:lnTo>
                  <a:lnTo>
                    <a:pt x="37018" y="6300769"/>
                  </a:lnTo>
                  <a:lnTo>
                    <a:pt x="37112" y="6300769"/>
                  </a:lnTo>
                  <a:lnTo>
                    <a:pt x="37205" y="6300769"/>
                  </a:lnTo>
                  <a:lnTo>
                    <a:pt x="37298" y="6300769"/>
                  </a:lnTo>
                  <a:lnTo>
                    <a:pt x="37391" y="6300769"/>
                  </a:lnTo>
                  <a:lnTo>
                    <a:pt x="37485" y="6300769"/>
                  </a:lnTo>
                  <a:lnTo>
                    <a:pt x="37578" y="6300769"/>
                  </a:lnTo>
                  <a:lnTo>
                    <a:pt x="37671" y="6300769"/>
                  </a:lnTo>
                  <a:lnTo>
                    <a:pt x="37764" y="6300769"/>
                  </a:lnTo>
                  <a:lnTo>
                    <a:pt x="37858" y="6300769"/>
                  </a:lnTo>
                  <a:lnTo>
                    <a:pt x="37951" y="6300769"/>
                  </a:lnTo>
                  <a:lnTo>
                    <a:pt x="38044" y="6300769"/>
                  </a:lnTo>
                  <a:lnTo>
                    <a:pt x="38137" y="6300769"/>
                  </a:lnTo>
                  <a:lnTo>
                    <a:pt x="38231" y="6300769"/>
                  </a:lnTo>
                  <a:lnTo>
                    <a:pt x="38324" y="6300769"/>
                  </a:lnTo>
                  <a:lnTo>
                    <a:pt x="38417" y="6300769"/>
                  </a:lnTo>
                  <a:lnTo>
                    <a:pt x="38510" y="6300769"/>
                  </a:lnTo>
                  <a:lnTo>
                    <a:pt x="38604" y="6300769"/>
                  </a:lnTo>
                  <a:lnTo>
                    <a:pt x="38697" y="6300769"/>
                  </a:lnTo>
                  <a:lnTo>
                    <a:pt x="38790" y="6300769"/>
                  </a:lnTo>
                  <a:lnTo>
                    <a:pt x="38977" y="6300769"/>
                  </a:lnTo>
                  <a:lnTo>
                    <a:pt x="39070" y="6300769"/>
                  </a:lnTo>
                  <a:lnTo>
                    <a:pt x="39163" y="6300769"/>
                  </a:lnTo>
                  <a:lnTo>
                    <a:pt x="39350" y="6300769"/>
                  </a:lnTo>
                  <a:lnTo>
                    <a:pt x="39443" y="6300769"/>
                  </a:lnTo>
                  <a:lnTo>
                    <a:pt x="39443" y="6290815"/>
                  </a:lnTo>
                  <a:lnTo>
                    <a:pt x="39536" y="6290815"/>
                  </a:lnTo>
                  <a:lnTo>
                    <a:pt x="39629" y="6290815"/>
                  </a:lnTo>
                  <a:lnTo>
                    <a:pt x="39723" y="6290815"/>
                  </a:lnTo>
                  <a:lnTo>
                    <a:pt x="39816" y="6290815"/>
                  </a:lnTo>
                  <a:lnTo>
                    <a:pt x="39909" y="6290815"/>
                  </a:lnTo>
                  <a:lnTo>
                    <a:pt x="40002" y="6290815"/>
                  </a:lnTo>
                  <a:lnTo>
                    <a:pt x="40096" y="6290815"/>
                  </a:lnTo>
                  <a:lnTo>
                    <a:pt x="40189" y="6290815"/>
                  </a:lnTo>
                  <a:lnTo>
                    <a:pt x="40282" y="6290815"/>
                  </a:lnTo>
                  <a:lnTo>
                    <a:pt x="40375" y="6290815"/>
                  </a:lnTo>
                  <a:lnTo>
                    <a:pt x="40469" y="6290815"/>
                  </a:lnTo>
                  <a:lnTo>
                    <a:pt x="40562" y="6290815"/>
                  </a:lnTo>
                  <a:lnTo>
                    <a:pt x="40655" y="6290815"/>
                  </a:lnTo>
                  <a:lnTo>
                    <a:pt x="40842" y="6290815"/>
                  </a:lnTo>
                  <a:lnTo>
                    <a:pt x="40935" y="6290815"/>
                  </a:lnTo>
                  <a:lnTo>
                    <a:pt x="41028" y="6290815"/>
                  </a:lnTo>
                  <a:lnTo>
                    <a:pt x="41121" y="6290815"/>
                  </a:lnTo>
                  <a:lnTo>
                    <a:pt x="41215" y="6290815"/>
                  </a:lnTo>
                  <a:lnTo>
                    <a:pt x="41308" y="6290815"/>
                  </a:lnTo>
                  <a:lnTo>
                    <a:pt x="41401" y="6290815"/>
                  </a:lnTo>
                  <a:lnTo>
                    <a:pt x="41494" y="6290815"/>
                  </a:lnTo>
                  <a:lnTo>
                    <a:pt x="41588" y="6290815"/>
                  </a:lnTo>
                  <a:lnTo>
                    <a:pt x="41681" y="6290815"/>
                  </a:lnTo>
                  <a:lnTo>
                    <a:pt x="41774" y="6290815"/>
                  </a:lnTo>
                  <a:lnTo>
                    <a:pt x="41867" y="6290815"/>
                  </a:lnTo>
                  <a:lnTo>
                    <a:pt x="41960" y="6290815"/>
                  </a:lnTo>
                  <a:lnTo>
                    <a:pt x="42054" y="6290815"/>
                  </a:lnTo>
                  <a:lnTo>
                    <a:pt x="42147" y="6290815"/>
                  </a:lnTo>
                  <a:lnTo>
                    <a:pt x="42240" y="6290815"/>
                  </a:lnTo>
                  <a:lnTo>
                    <a:pt x="42333" y="6290815"/>
                  </a:lnTo>
                  <a:lnTo>
                    <a:pt x="42427" y="6290815"/>
                  </a:lnTo>
                  <a:lnTo>
                    <a:pt x="42520" y="6290815"/>
                  </a:lnTo>
                  <a:lnTo>
                    <a:pt x="42613" y="6290815"/>
                  </a:lnTo>
                  <a:lnTo>
                    <a:pt x="42706" y="6290815"/>
                  </a:lnTo>
                  <a:lnTo>
                    <a:pt x="42800" y="6290815"/>
                  </a:lnTo>
                  <a:lnTo>
                    <a:pt x="42893" y="6290815"/>
                  </a:lnTo>
                  <a:lnTo>
                    <a:pt x="42986" y="6290815"/>
                  </a:lnTo>
                  <a:lnTo>
                    <a:pt x="43079" y="6290815"/>
                  </a:lnTo>
                  <a:lnTo>
                    <a:pt x="43173" y="6290815"/>
                  </a:lnTo>
                  <a:lnTo>
                    <a:pt x="43266" y="6290815"/>
                  </a:lnTo>
                  <a:lnTo>
                    <a:pt x="43359" y="6290815"/>
                  </a:lnTo>
                  <a:lnTo>
                    <a:pt x="43452" y="6290815"/>
                  </a:lnTo>
                  <a:lnTo>
                    <a:pt x="43546" y="6290815"/>
                  </a:lnTo>
                  <a:lnTo>
                    <a:pt x="43639" y="6290815"/>
                  </a:lnTo>
                  <a:lnTo>
                    <a:pt x="43732" y="6290815"/>
                  </a:lnTo>
                  <a:lnTo>
                    <a:pt x="43825" y="6290815"/>
                  </a:lnTo>
                  <a:lnTo>
                    <a:pt x="43919" y="6290815"/>
                  </a:lnTo>
                  <a:lnTo>
                    <a:pt x="44012" y="6290815"/>
                  </a:lnTo>
                  <a:lnTo>
                    <a:pt x="44105" y="6290815"/>
                  </a:lnTo>
                  <a:lnTo>
                    <a:pt x="44198" y="6290815"/>
                  </a:lnTo>
                  <a:lnTo>
                    <a:pt x="44292" y="6290815"/>
                  </a:lnTo>
                  <a:lnTo>
                    <a:pt x="44385" y="6290815"/>
                  </a:lnTo>
                  <a:lnTo>
                    <a:pt x="44478" y="6290815"/>
                  </a:lnTo>
                  <a:lnTo>
                    <a:pt x="44665" y="6290815"/>
                  </a:lnTo>
                  <a:lnTo>
                    <a:pt x="44758" y="6290815"/>
                  </a:lnTo>
                  <a:lnTo>
                    <a:pt x="44851" y="6290815"/>
                  </a:lnTo>
                  <a:lnTo>
                    <a:pt x="44944" y="6290815"/>
                  </a:lnTo>
                  <a:lnTo>
                    <a:pt x="45038" y="6290815"/>
                  </a:lnTo>
                  <a:lnTo>
                    <a:pt x="45131" y="6290815"/>
                  </a:lnTo>
                  <a:lnTo>
                    <a:pt x="45224" y="6290815"/>
                  </a:lnTo>
                  <a:lnTo>
                    <a:pt x="45317" y="6290815"/>
                  </a:lnTo>
                  <a:lnTo>
                    <a:pt x="45411" y="6290815"/>
                  </a:lnTo>
                  <a:lnTo>
                    <a:pt x="45504" y="6290815"/>
                  </a:lnTo>
                  <a:lnTo>
                    <a:pt x="45597" y="6290815"/>
                  </a:lnTo>
                  <a:lnTo>
                    <a:pt x="45690" y="6290815"/>
                  </a:lnTo>
                  <a:lnTo>
                    <a:pt x="45784" y="6290815"/>
                  </a:lnTo>
                  <a:lnTo>
                    <a:pt x="45877" y="6290815"/>
                  </a:lnTo>
                  <a:lnTo>
                    <a:pt x="45970" y="6290815"/>
                  </a:lnTo>
                  <a:lnTo>
                    <a:pt x="46063" y="6290815"/>
                  </a:lnTo>
                  <a:lnTo>
                    <a:pt x="46157" y="6290815"/>
                  </a:lnTo>
                  <a:lnTo>
                    <a:pt x="46250" y="6290815"/>
                  </a:lnTo>
                  <a:lnTo>
                    <a:pt x="46343" y="6290815"/>
                  </a:lnTo>
                  <a:lnTo>
                    <a:pt x="46436" y="6290815"/>
                  </a:lnTo>
                  <a:lnTo>
                    <a:pt x="46530" y="6290815"/>
                  </a:lnTo>
                  <a:lnTo>
                    <a:pt x="46716" y="6290815"/>
                  </a:lnTo>
                  <a:lnTo>
                    <a:pt x="46903" y="6290815"/>
                  </a:lnTo>
                  <a:lnTo>
                    <a:pt x="46996" y="6290815"/>
                  </a:lnTo>
                  <a:lnTo>
                    <a:pt x="47089" y="6290815"/>
                  </a:lnTo>
                  <a:lnTo>
                    <a:pt x="47182" y="6290815"/>
                  </a:lnTo>
                  <a:lnTo>
                    <a:pt x="47276" y="6290815"/>
                  </a:lnTo>
                  <a:lnTo>
                    <a:pt x="47369" y="6290815"/>
                  </a:lnTo>
                  <a:lnTo>
                    <a:pt x="47462" y="6290815"/>
                  </a:lnTo>
                  <a:lnTo>
                    <a:pt x="47649" y="6290815"/>
                  </a:lnTo>
                  <a:lnTo>
                    <a:pt x="47742" y="6290815"/>
                  </a:lnTo>
                  <a:lnTo>
                    <a:pt x="47835" y="6290815"/>
                  </a:lnTo>
                  <a:lnTo>
                    <a:pt x="47928" y="6290815"/>
                  </a:lnTo>
                  <a:lnTo>
                    <a:pt x="48022" y="6290815"/>
                  </a:lnTo>
                  <a:lnTo>
                    <a:pt x="48115" y="6290815"/>
                  </a:lnTo>
                  <a:lnTo>
                    <a:pt x="48208" y="6290815"/>
                  </a:lnTo>
                  <a:lnTo>
                    <a:pt x="48301" y="6290815"/>
                  </a:lnTo>
                  <a:lnTo>
                    <a:pt x="48395" y="6290815"/>
                  </a:lnTo>
                  <a:lnTo>
                    <a:pt x="48488" y="6290815"/>
                  </a:lnTo>
                  <a:lnTo>
                    <a:pt x="48581" y="6290815"/>
                  </a:lnTo>
                  <a:lnTo>
                    <a:pt x="48674" y="6290815"/>
                  </a:lnTo>
                  <a:lnTo>
                    <a:pt x="48767" y="6290815"/>
                  </a:lnTo>
                  <a:lnTo>
                    <a:pt x="48861" y="6290815"/>
                  </a:lnTo>
                  <a:lnTo>
                    <a:pt x="48954" y="6290815"/>
                  </a:lnTo>
                  <a:lnTo>
                    <a:pt x="49047" y="6290815"/>
                  </a:lnTo>
                  <a:lnTo>
                    <a:pt x="49140" y="6290815"/>
                  </a:lnTo>
                  <a:lnTo>
                    <a:pt x="49234" y="6290815"/>
                  </a:lnTo>
                  <a:lnTo>
                    <a:pt x="49327" y="6290815"/>
                  </a:lnTo>
                  <a:lnTo>
                    <a:pt x="49513" y="6290815"/>
                  </a:lnTo>
                  <a:lnTo>
                    <a:pt x="49700" y="6290815"/>
                  </a:lnTo>
                  <a:lnTo>
                    <a:pt x="49793" y="6290815"/>
                  </a:lnTo>
                  <a:lnTo>
                    <a:pt x="49886" y="6290815"/>
                  </a:lnTo>
                  <a:lnTo>
                    <a:pt x="49980" y="6290815"/>
                  </a:lnTo>
                  <a:lnTo>
                    <a:pt x="50073" y="6290815"/>
                  </a:lnTo>
                  <a:lnTo>
                    <a:pt x="50166" y="6290815"/>
                  </a:lnTo>
                  <a:lnTo>
                    <a:pt x="50259" y="6290815"/>
                  </a:lnTo>
                  <a:lnTo>
                    <a:pt x="50353" y="6290815"/>
                  </a:lnTo>
                  <a:lnTo>
                    <a:pt x="50446" y="6290815"/>
                  </a:lnTo>
                  <a:lnTo>
                    <a:pt x="50539" y="6290815"/>
                  </a:lnTo>
                  <a:lnTo>
                    <a:pt x="50632" y="6290815"/>
                  </a:lnTo>
                  <a:lnTo>
                    <a:pt x="50726" y="6290815"/>
                  </a:lnTo>
                  <a:lnTo>
                    <a:pt x="50819" y="6290815"/>
                  </a:lnTo>
                  <a:lnTo>
                    <a:pt x="50912" y="6290815"/>
                  </a:lnTo>
                  <a:lnTo>
                    <a:pt x="51005" y="6290815"/>
                  </a:lnTo>
                  <a:lnTo>
                    <a:pt x="51099" y="6290815"/>
                  </a:lnTo>
                  <a:lnTo>
                    <a:pt x="51192" y="6290815"/>
                  </a:lnTo>
                  <a:lnTo>
                    <a:pt x="51192" y="6280862"/>
                  </a:lnTo>
                  <a:lnTo>
                    <a:pt x="51285" y="6280862"/>
                  </a:lnTo>
                  <a:lnTo>
                    <a:pt x="51378" y="6280862"/>
                  </a:lnTo>
                  <a:lnTo>
                    <a:pt x="51472" y="6280862"/>
                  </a:lnTo>
                  <a:lnTo>
                    <a:pt x="51565" y="6280862"/>
                  </a:lnTo>
                  <a:lnTo>
                    <a:pt x="51658" y="6280862"/>
                  </a:lnTo>
                  <a:lnTo>
                    <a:pt x="51845" y="6280862"/>
                  </a:lnTo>
                  <a:lnTo>
                    <a:pt x="51938" y="6280862"/>
                  </a:lnTo>
                  <a:lnTo>
                    <a:pt x="52031" y="6280862"/>
                  </a:lnTo>
                  <a:lnTo>
                    <a:pt x="52124" y="6280862"/>
                  </a:lnTo>
                  <a:lnTo>
                    <a:pt x="52218" y="6280862"/>
                  </a:lnTo>
                  <a:lnTo>
                    <a:pt x="52311" y="6280862"/>
                  </a:lnTo>
                  <a:lnTo>
                    <a:pt x="52497" y="6280862"/>
                  </a:lnTo>
                  <a:lnTo>
                    <a:pt x="52684" y="6280862"/>
                  </a:lnTo>
                  <a:lnTo>
                    <a:pt x="52777" y="6280862"/>
                  </a:lnTo>
                  <a:lnTo>
                    <a:pt x="52870" y="6280862"/>
                  </a:lnTo>
                  <a:lnTo>
                    <a:pt x="52964" y="6280862"/>
                  </a:lnTo>
                  <a:lnTo>
                    <a:pt x="53057" y="6280862"/>
                  </a:lnTo>
                  <a:lnTo>
                    <a:pt x="53150" y="6280862"/>
                  </a:lnTo>
                  <a:lnTo>
                    <a:pt x="53243" y="6280862"/>
                  </a:lnTo>
                  <a:lnTo>
                    <a:pt x="53337" y="6280862"/>
                  </a:lnTo>
                  <a:lnTo>
                    <a:pt x="53430" y="6280862"/>
                  </a:lnTo>
                  <a:lnTo>
                    <a:pt x="53523" y="6280862"/>
                  </a:lnTo>
                  <a:lnTo>
                    <a:pt x="53616" y="6280862"/>
                  </a:lnTo>
                  <a:lnTo>
                    <a:pt x="53710" y="6280862"/>
                  </a:lnTo>
                  <a:lnTo>
                    <a:pt x="53803" y="6280862"/>
                  </a:lnTo>
                  <a:lnTo>
                    <a:pt x="53896" y="6280862"/>
                  </a:lnTo>
                  <a:lnTo>
                    <a:pt x="53989" y="6280862"/>
                  </a:lnTo>
                  <a:lnTo>
                    <a:pt x="54083" y="6280862"/>
                  </a:lnTo>
                  <a:lnTo>
                    <a:pt x="54176" y="6280862"/>
                  </a:lnTo>
                  <a:lnTo>
                    <a:pt x="54269" y="6280862"/>
                  </a:lnTo>
                  <a:lnTo>
                    <a:pt x="54362" y="6280862"/>
                  </a:lnTo>
                  <a:lnTo>
                    <a:pt x="54456" y="6280862"/>
                  </a:lnTo>
                  <a:lnTo>
                    <a:pt x="54549" y="6280862"/>
                  </a:lnTo>
                  <a:lnTo>
                    <a:pt x="54642" y="6280862"/>
                  </a:lnTo>
                  <a:lnTo>
                    <a:pt x="54735" y="6280862"/>
                  </a:lnTo>
                  <a:lnTo>
                    <a:pt x="54829" y="6280862"/>
                  </a:lnTo>
                  <a:lnTo>
                    <a:pt x="54922" y="6280862"/>
                  </a:lnTo>
                  <a:lnTo>
                    <a:pt x="55015" y="6280862"/>
                  </a:lnTo>
                  <a:lnTo>
                    <a:pt x="55108" y="6280862"/>
                  </a:lnTo>
                  <a:lnTo>
                    <a:pt x="55202" y="6280862"/>
                  </a:lnTo>
                  <a:lnTo>
                    <a:pt x="55295" y="6280862"/>
                  </a:lnTo>
                  <a:lnTo>
                    <a:pt x="55388" y="6280862"/>
                  </a:lnTo>
                  <a:lnTo>
                    <a:pt x="55481" y="6280862"/>
                  </a:lnTo>
                  <a:lnTo>
                    <a:pt x="55574" y="6280862"/>
                  </a:lnTo>
                  <a:lnTo>
                    <a:pt x="55668" y="6280862"/>
                  </a:lnTo>
                  <a:lnTo>
                    <a:pt x="55854" y="6280862"/>
                  </a:lnTo>
                  <a:lnTo>
                    <a:pt x="55947" y="6280862"/>
                  </a:lnTo>
                  <a:lnTo>
                    <a:pt x="56041" y="6280862"/>
                  </a:lnTo>
                  <a:lnTo>
                    <a:pt x="56134" y="6280862"/>
                  </a:lnTo>
                  <a:lnTo>
                    <a:pt x="56227" y="6280862"/>
                  </a:lnTo>
                  <a:lnTo>
                    <a:pt x="56320" y="6280862"/>
                  </a:lnTo>
                  <a:lnTo>
                    <a:pt x="56414" y="6280862"/>
                  </a:lnTo>
                  <a:lnTo>
                    <a:pt x="56507" y="6280862"/>
                  </a:lnTo>
                  <a:lnTo>
                    <a:pt x="56600" y="6280862"/>
                  </a:lnTo>
                  <a:lnTo>
                    <a:pt x="56693" y="6280862"/>
                  </a:lnTo>
                  <a:lnTo>
                    <a:pt x="56787" y="6280862"/>
                  </a:lnTo>
                  <a:lnTo>
                    <a:pt x="56880" y="6280862"/>
                  </a:lnTo>
                  <a:lnTo>
                    <a:pt x="56973" y="6280862"/>
                  </a:lnTo>
                  <a:lnTo>
                    <a:pt x="57066" y="6280862"/>
                  </a:lnTo>
                  <a:lnTo>
                    <a:pt x="57160" y="6280862"/>
                  </a:lnTo>
                  <a:lnTo>
                    <a:pt x="57253" y="6280862"/>
                  </a:lnTo>
                  <a:lnTo>
                    <a:pt x="57346" y="6280862"/>
                  </a:lnTo>
                  <a:lnTo>
                    <a:pt x="57439" y="6280862"/>
                  </a:lnTo>
                  <a:lnTo>
                    <a:pt x="57533" y="6280862"/>
                  </a:lnTo>
                  <a:lnTo>
                    <a:pt x="57626" y="6280862"/>
                  </a:lnTo>
                  <a:lnTo>
                    <a:pt x="57719" y="6280862"/>
                  </a:lnTo>
                  <a:lnTo>
                    <a:pt x="57812" y="6280862"/>
                  </a:lnTo>
                  <a:lnTo>
                    <a:pt x="57906" y="6280862"/>
                  </a:lnTo>
                  <a:lnTo>
                    <a:pt x="57999" y="6280862"/>
                  </a:lnTo>
                  <a:lnTo>
                    <a:pt x="58092" y="6280862"/>
                  </a:lnTo>
                  <a:lnTo>
                    <a:pt x="58185" y="6280862"/>
                  </a:lnTo>
                  <a:lnTo>
                    <a:pt x="58279" y="6280862"/>
                  </a:lnTo>
                  <a:lnTo>
                    <a:pt x="58372" y="6280862"/>
                  </a:lnTo>
                  <a:lnTo>
                    <a:pt x="58465" y="6280862"/>
                  </a:lnTo>
                  <a:lnTo>
                    <a:pt x="58558" y="6280862"/>
                  </a:lnTo>
                  <a:lnTo>
                    <a:pt x="58652" y="6280862"/>
                  </a:lnTo>
                  <a:lnTo>
                    <a:pt x="58745" y="6280862"/>
                  </a:lnTo>
                  <a:lnTo>
                    <a:pt x="58838" y="6280862"/>
                  </a:lnTo>
                  <a:lnTo>
                    <a:pt x="58931" y="6280862"/>
                  </a:lnTo>
                  <a:lnTo>
                    <a:pt x="59025" y="6280862"/>
                  </a:lnTo>
                  <a:lnTo>
                    <a:pt x="59118" y="6280862"/>
                  </a:lnTo>
                  <a:lnTo>
                    <a:pt x="59211" y="6280862"/>
                  </a:lnTo>
                  <a:lnTo>
                    <a:pt x="59304" y="6280862"/>
                  </a:lnTo>
                  <a:lnTo>
                    <a:pt x="59398" y="6280862"/>
                  </a:lnTo>
                  <a:lnTo>
                    <a:pt x="59491" y="6280862"/>
                  </a:lnTo>
                  <a:lnTo>
                    <a:pt x="59584" y="6280862"/>
                  </a:lnTo>
                  <a:lnTo>
                    <a:pt x="59677" y="6280862"/>
                  </a:lnTo>
                  <a:lnTo>
                    <a:pt x="59771" y="6280862"/>
                  </a:lnTo>
                  <a:lnTo>
                    <a:pt x="59864" y="6280862"/>
                  </a:lnTo>
                  <a:lnTo>
                    <a:pt x="59957" y="6280862"/>
                  </a:lnTo>
                  <a:lnTo>
                    <a:pt x="60050" y="6280862"/>
                  </a:lnTo>
                  <a:lnTo>
                    <a:pt x="60144" y="6280862"/>
                  </a:lnTo>
                  <a:lnTo>
                    <a:pt x="60237" y="6280862"/>
                  </a:lnTo>
                  <a:lnTo>
                    <a:pt x="60330" y="6280862"/>
                  </a:lnTo>
                  <a:lnTo>
                    <a:pt x="60423" y="6280862"/>
                  </a:lnTo>
                  <a:lnTo>
                    <a:pt x="60517" y="6280862"/>
                  </a:lnTo>
                  <a:lnTo>
                    <a:pt x="60610" y="6280862"/>
                  </a:lnTo>
                  <a:lnTo>
                    <a:pt x="60703" y="6280862"/>
                  </a:lnTo>
                  <a:lnTo>
                    <a:pt x="60796" y="6280862"/>
                  </a:lnTo>
                  <a:lnTo>
                    <a:pt x="60890" y="6280862"/>
                  </a:lnTo>
                  <a:lnTo>
                    <a:pt x="60983" y="6280862"/>
                  </a:lnTo>
                  <a:lnTo>
                    <a:pt x="61076" y="6280862"/>
                  </a:lnTo>
                  <a:lnTo>
                    <a:pt x="61169" y="6280862"/>
                  </a:lnTo>
                  <a:lnTo>
                    <a:pt x="61263" y="6280862"/>
                  </a:lnTo>
                  <a:lnTo>
                    <a:pt x="61356" y="6280862"/>
                  </a:lnTo>
                  <a:lnTo>
                    <a:pt x="61449" y="6280862"/>
                  </a:lnTo>
                  <a:lnTo>
                    <a:pt x="61542" y="6280862"/>
                  </a:lnTo>
                  <a:lnTo>
                    <a:pt x="61636" y="6280862"/>
                  </a:lnTo>
                  <a:lnTo>
                    <a:pt x="61729" y="6280862"/>
                  </a:lnTo>
                  <a:lnTo>
                    <a:pt x="61822" y="6280862"/>
                  </a:lnTo>
                  <a:lnTo>
                    <a:pt x="61915" y="6280862"/>
                  </a:lnTo>
                  <a:lnTo>
                    <a:pt x="62009" y="6280862"/>
                  </a:lnTo>
                  <a:lnTo>
                    <a:pt x="62102" y="6280862"/>
                  </a:lnTo>
                  <a:lnTo>
                    <a:pt x="62195" y="6280862"/>
                  </a:lnTo>
                  <a:lnTo>
                    <a:pt x="62288" y="6280862"/>
                  </a:lnTo>
                  <a:lnTo>
                    <a:pt x="62382" y="6280862"/>
                  </a:lnTo>
                  <a:lnTo>
                    <a:pt x="62475" y="6280862"/>
                  </a:lnTo>
                  <a:lnTo>
                    <a:pt x="62568" y="6280862"/>
                  </a:lnTo>
                  <a:lnTo>
                    <a:pt x="62661" y="6280862"/>
                  </a:lnTo>
                  <a:lnTo>
                    <a:pt x="62754" y="6280862"/>
                  </a:lnTo>
                  <a:lnTo>
                    <a:pt x="62848" y="6280862"/>
                  </a:lnTo>
                  <a:lnTo>
                    <a:pt x="62941" y="6280862"/>
                  </a:lnTo>
                  <a:lnTo>
                    <a:pt x="63034" y="6280862"/>
                  </a:lnTo>
                  <a:lnTo>
                    <a:pt x="63127" y="6280862"/>
                  </a:lnTo>
                  <a:lnTo>
                    <a:pt x="63221" y="6280862"/>
                  </a:lnTo>
                  <a:lnTo>
                    <a:pt x="63314" y="6280862"/>
                  </a:lnTo>
                  <a:lnTo>
                    <a:pt x="63500" y="6280862"/>
                  </a:lnTo>
                  <a:lnTo>
                    <a:pt x="63594" y="6280862"/>
                  </a:lnTo>
                  <a:lnTo>
                    <a:pt x="63687" y="6280862"/>
                  </a:lnTo>
                  <a:lnTo>
                    <a:pt x="63780" y="6280862"/>
                  </a:lnTo>
                  <a:lnTo>
                    <a:pt x="63873" y="6280862"/>
                  </a:lnTo>
                  <a:lnTo>
                    <a:pt x="63967" y="6280862"/>
                  </a:lnTo>
                  <a:lnTo>
                    <a:pt x="64060" y="6280862"/>
                  </a:lnTo>
                  <a:lnTo>
                    <a:pt x="64153" y="6280862"/>
                  </a:lnTo>
                  <a:lnTo>
                    <a:pt x="64340" y="6280862"/>
                  </a:lnTo>
                  <a:lnTo>
                    <a:pt x="64433" y="6280862"/>
                  </a:lnTo>
                  <a:lnTo>
                    <a:pt x="64526" y="6270908"/>
                  </a:lnTo>
                  <a:lnTo>
                    <a:pt x="64619" y="6270908"/>
                  </a:lnTo>
                  <a:lnTo>
                    <a:pt x="64713" y="6270908"/>
                  </a:lnTo>
                  <a:lnTo>
                    <a:pt x="64806" y="6270908"/>
                  </a:lnTo>
                  <a:lnTo>
                    <a:pt x="64899" y="6270908"/>
                  </a:lnTo>
                  <a:lnTo>
                    <a:pt x="64992" y="6270908"/>
                  </a:lnTo>
                  <a:lnTo>
                    <a:pt x="65086" y="6270908"/>
                  </a:lnTo>
                  <a:lnTo>
                    <a:pt x="65179" y="6270908"/>
                  </a:lnTo>
                  <a:lnTo>
                    <a:pt x="65272" y="6270908"/>
                  </a:lnTo>
                  <a:lnTo>
                    <a:pt x="65365" y="6270908"/>
                  </a:lnTo>
                  <a:lnTo>
                    <a:pt x="65459" y="6270908"/>
                  </a:lnTo>
                  <a:lnTo>
                    <a:pt x="65552" y="6270908"/>
                  </a:lnTo>
                  <a:lnTo>
                    <a:pt x="65645" y="6270908"/>
                  </a:lnTo>
                  <a:lnTo>
                    <a:pt x="65738" y="6270908"/>
                  </a:lnTo>
                  <a:lnTo>
                    <a:pt x="65832" y="6270908"/>
                  </a:lnTo>
                  <a:lnTo>
                    <a:pt x="65925" y="6270908"/>
                  </a:lnTo>
                  <a:lnTo>
                    <a:pt x="66018" y="6270908"/>
                  </a:lnTo>
                  <a:lnTo>
                    <a:pt x="66205" y="6270908"/>
                  </a:lnTo>
                  <a:lnTo>
                    <a:pt x="66298" y="6270908"/>
                  </a:lnTo>
                  <a:lnTo>
                    <a:pt x="66391" y="6270908"/>
                  </a:lnTo>
                  <a:lnTo>
                    <a:pt x="66484" y="6270908"/>
                  </a:lnTo>
                  <a:lnTo>
                    <a:pt x="66671" y="6270908"/>
                  </a:lnTo>
                  <a:lnTo>
                    <a:pt x="66764" y="6270908"/>
                  </a:lnTo>
                  <a:lnTo>
                    <a:pt x="66857" y="6270908"/>
                  </a:lnTo>
                  <a:lnTo>
                    <a:pt x="66951" y="6270908"/>
                  </a:lnTo>
                  <a:lnTo>
                    <a:pt x="67044" y="6270908"/>
                  </a:lnTo>
                  <a:lnTo>
                    <a:pt x="67137" y="6270908"/>
                  </a:lnTo>
                  <a:lnTo>
                    <a:pt x="67230" y="6270908"/>
                  </a:lnTo>
                  <a:lnTo>
                    <a:pt x="67324" y="6270908"/>
                  </a:lnTo>
                  <a:lnTo>
                    <a:pt x="67417" y="6270908"/>
                  </a:lnTo>
                  <a:lnTo>
                    <a:pt x="67510" y="6270908"/>
                  </a:lnTo>
                  <a:lnTo>
                    <a:pt x="67603" y="6270908"/>
                  </a:lnTo>
                  <a:lnTo>
                    <a:pt x="67697" y="6270908"/>
                  </a:lnTo>
                  <a:lnTo>
                    <a:pt x="67790" y="6270908"/>
                  </a:lnTo>
                  <a:lnTo>
                    <a:pt x="67883" y="6270908"/>
                  </a:lnTo>
                  <a:lnTo>
                    <a:pt x="67976" y="6270908"/>
                  </a:lnTo>
                  <a:lnTo>
                    <a:pt x="68070" y="6270908"/>
                  </a:lnTo>
                  <a:lnTo>
                    <a:pt x="68163" y="6270908"/>
                  </a:lnTo>
                  <a:lnTo>
                    <a:pt x="68256" y="6270908"/>
                  </a:lnTo>
                  <a:lnTo>
                    <a:pt x="68349" y="6270908"/>
                  </a:lnTo>
                  <a:lnTo>
                    <a:pt x="68443" y="6270908"/>
                  </a:lnTo>
                  <a:lnTo>
                    <a:pt x="68536" y="6270908"/>
                  </a:lnTo>
                  <a:lnTo>
                    <a:pt x="68629" y="6270908"/>
                  </a:lnTo>
                  <a:lnTo>
                    <a:pt x="68816" y="6270908"/>
                  </a:lnTo>
                  <a:lnTo>
                    <a:pt x="68909" y="6270908"/>
                  </a:lnTo>
                  <a:lnTo>
                    <a:pt x="69002" y="6270908"/>
                  </a:lnTo>
                  <a:lnTo>
                    <a:pt x="69095" y="6270908"/>
                  </a:lnTo>
                  <a:lnTo>
                    <a:pt x="69189" y="6270908"/>
                  </a:lnTo>
                  <a:lnTo>
                    <a:pt x="69282" y="6270908"/>
                  </a:lnTo>
                  <a:lnTo>
                    <a:pt x="69375" y="6270908"/>
                  </a:lnTo>
                  <a:lnTo>
                    <a:pt x="69468" y="6270908"/>
                  </a:lnTo>
                  <a:lnTo>
                    <a:pt x="69561" y="6270908"/>
                  </a:lnTo>
                  <a:lnTo>
                    <a:pt x="69655" y="6270908"/>
                  </a:lnTo>
                  <a:lnTo>
                    <a:pt x="69748" y="6270908"/>
                  </a:lnTo>
                  <a:lnTo>
                    <a:pt x="69841" y="6270908"/>
                  </a:lnTo>
                  <a:lnTo>
                    <a:pt x="70028" y="6270908"/>
                  </a:lnTo>
                  <a:lnTo>
                    <a:pt x="70121" y="6270908"/>
                  </a:lnTo>
                  <a:lnTo>
                    <a:pt x="70214" y="6270908"/>
                  </a:lnTo>
                  <a:lnTo>
                    <a:pt x="70307" y="6270908"/>
                  </a:lnTo>
                  <a:lnTo>
                    <a:pt x="70401" y="6270908"/>
                  </a:lnTo>
                  <a:lnTo>
                    <a:pt x="70494" y="6270908"/>
                  </a:lnTo>
                  <a:lnTo>
                    <a:pt x="70587" y="6270908"/>
                  </a:lnTo>
                  <a:lnTo>
                    <a:pt x="70680" y="6270908"/>
                  </a:lnTo>
                  <a:lnTo>
                    <a:pt x="70867" y="6270908"/>
                  </a:lnTo>
                  <a:lnTo>
                    <a:pt x="70960" y="6270908"/>
                  </a:lnTo>
                  <a:lnTo>
                    <a:pt x="71053" y="6270908"/>
                  </a:lnTo>
                  <a:lnTo>
                    <a:pt x="71147" y="6270908"/>
                  </a:lnTo>
                  <a:lnTo>
                    <a:pt x="71240" y="6270908"/>
                  </a:lnTo>
                  <a:lnTo>
                    <a:pt x="71333" y="6270908"/>
                  </a:lnTo>
                  <a:lnTo>
                    <a:pt x="71426" y="6270908"/>
                  </a:lnTo>
                  <a:lnTo>
                    <a:pt x="71520" y="6270908"/>
                  </a:lnTo>
                  <a:lnTo>
                    <a:pt x="71613" y="6270908"/>
                  </a:lnTo>
                  <a:lnTo>
                    <a:pt x="71706" y="6270908"/>
                  </a:lnTo>
                  <a:lnTo>
                    <a:pt x="71799" y="6270908"/>
                  </a:lnTo>
                  <a:lnTo>
                    <a:pt x="71986" y="6270908"/>
                  </a:lnTo>
                  <a:lnTo>
                    <a:pt x="72079" y="6270908"/>
                  </a:lnTo>
                  <a:lnTo>
                    <a:pt x="72266" y="6270908"/>
                  </a:lnTo>
                  <a:lnTo>
                    <a:pt x="72359" y="6270908"/>
                  </a:lnTo>
                  <a:lnTo>
                    <a:pt x="72452" y="6270908"/>
                  </a:lnTo>
                  <a:lnTo>
                    <a:pt x="72545" y="6270908"/>
                  </a:lnTo>
                  <a:lnTo>
                    <a:pt x="72732" y="6270908"/>
                  </a:lnTo>
                  <a:lnTo>
                    <a:pt x="72825" y="6270908"/>
                  </a:lnTo>
                  <a:lnTo>
                    <a:pt x="72918" y="6270908"/>
                  </a:lnTo>
                  <a:lnTo>
                    <a:pt x="73012" y="6270908"/>
                  </a:lnTo>
                  <a:lnTo>
                    <a:pt x="73105" y="6270908"/>
                  </a:lnTo>
                  <a:lnTo>
                    <a:pt x="73198" y="6270908"/>
                  </a:lnTo>
                  <a:lnTo>
                    <a:pt x="73291" y="6270908"/>
                  </a:lnTo>
                  <a:lnTo>
                    <a:pt x="73385" y="6270908"/>
                  </a:lnTo>
                  <a:lnTo>
                    <a:pt x="73571" y="6270908"/>
                  </a:lnTo>
                  <a:lnTo>
                    <a:pt x="73664" y="6270908"/>
                  </a:lnTo>
                  <a:lnTo>
                    <a:pt x="73851" y="6270908"/>
                  </a:lnTo>
                  <a:lnTo>
                    <a:pt x="73944" y="6270908"/>
                  </a:lnTo>
                  <a:lnTo>
                    <a:pt x="74037" y="6270908"/>
                  </a:lnTo>
                  <a:lnTo>
                    <a:pt x="74131" y="6270908"/>
                  </a:lnTo>
                  <a:lnTo>
                    <a:pt x="74224" y="6270908"/>
                  </a:lnTo>
                  <a:lnTo>
                    <a:pt x="74317" y="6270908"/>
                  </a:lnTo>
                  <a:lnTo>
                    <a:pt x="74410" y="6270908"/>
                  </a:lnTo>
                  <a:lnTo>
                    <a:pt x="74504" y="6270908"/>
                  </a:lnTo>
                  <a:lnTo>
                    <a:pt x="74597" y="6270908"/>
                  </a:lnTo>
                  <a:lnTo>
                    <a:pt x="74690" y="6270908"/>
                  </a:lnTo>
                  <a:lnTo>
                    <a:pt x="74783" y="6270908"/>
                  </a:lnTo>
                  <a:lnTo>
                    <a:pt x="74877" y="6270908"/>
                  </a:lnTo>
                  <a:lnTo>
                    <a:pt x="74970" y="6270908"/>
                  </a:lnTo>
                  <a:lnTo>
                    <a:pt x="75063" y="6270908"/>
                  </a:lnTo>
                  <a:lnTo>
                    <a:pt x="75156" y="6270908"/>
                  </a:lnTo>
                  <a:lnTo>
                    <a:pt x="75250" y="6270908"/>
                  </a:lnTo>
                  <a:lnTo>
                    <a:pt x="75343" y="6270908"/>
                  </a:lnTo>
                  <a:lnTo>
                    <a:pt x="75436" y="6270908"/>
                  </a:lnTo>
                  <a:lnTo>
                    <a:pt x="75529" y="6270908"/>
                  </a:lnTo>
                  <a:lnTo>
                    <a:pt x="75623" y="6270908"/>
                  </a:lnTo>
                  <a:lnTo>
                    <a:pt x="75716" y="6270908"/>
                  </a:lnTo>
                  <a:lnTo>
                    <a:pt x="75809" y="6270908"/>
                  </a:lnTo>
                  <a:lnTo>
                    <a:pt x="75902" y="6270908"/>
                  </a:lnTo>
                  <a:lnTo>
                    <a:pt x="76089" y="6270908"/>
                  </a:lnTo>
                  <a:lnTo>
                    <a:pt x="76182" y="6270908"/>
                  </a:lnTo>
                  <a:lnTo>
                    <a:pt x="76275" y="6270908"/>
                  </a:lnTo>
                  <a:lnTo>
                    <a:pt x="76368" y="6270908"/>
                  </a:lnTo>
                  <a:lnTo>
                    <a:pt x="76462" y="6270908"/>
                  </a:lnTo>
                  <a:lnTo>
                    <a:pt x="76555" y="6270908"/>
                  </a:lnTo>
                  <a:lnTo>
                    <a:pt x="76648" y="6270908"/>
                  </a:lnTo>
                  <a:lnTo>
                    <a:pt x="76741" y="6270908"/>
                  </a:lnTo>
                  <a:lnTo>
                    <a:pt x="76835" y="6270908"/>
                  </a:lnTo>
                  <a:lnTo>
                    <a:pt x="76928" y="6270908"/>
                  </a:lnTo>
                  <a:lnTo>
                    <a:pt x="77021" y="6270908"/>
                  </a:lnTo>
                  <a:lnTo>
                    <a:pt x="77114" y="6270908"/>
                  </a:lnTo>
                  <a:lnTo>
                    <a:pt x="77208" y="6270908"/>
                  </a:lnTo>
                  <a:lnTo>
                    <a:pt x="77301" y="6270908"/>
                  </a:lnTo>
                  <a:lnTo>
                    <a:pt x="77394" y="6270908"/>
                  </a:lnTo>
                  <a:lnTo>
                    <a:pt x="77487" y="6270908"/>
                  </a:lnTo>
                  <a:lnTo>
                    <a:pt x="77581" y="6270908"/>
                  </a:lnTo>
                  <a:lnTo>
                    <a:pt x="77674" y="6270908"/>
                  </a:lnTo>
                  <a:lnTo>
                    <a:pt x="77767" y="6270908"/>
                  </a:lnTo>
                  <a:lnTo>
                    <a:pt x="77860" y="6270908"/>
                  </a:lnTo>
                  <a:lnTo>
                    <a:pt x="77954" y="6270908"/>
                  </a:lnTo>
                  <a:lnTo>
                    <a:pt x="78047" y="6270908"/>
                  </a:lnTo>
                  <a:lnTo>
                    <a:pt x="78140" y="6270908"/>
                  </a:lnTo>
                  <a:lnTo>
                    <a:pt x="78233" y="6270908"/>
                  </a:lnTo>
                  <a:lnTo>
                    <a:pt x="78327" y="6270908"/>
                  </a:lnTo>
                  <a:lnTo>
                    <a:pt x="78420" y="6270908"/>
                  </a:lnTo>
                  <a:lnTo>
                    <a:pt x="78513" y="6270908"/>
                  </a:lnTo>
                  <a:lnTo>
                    <a:pt x="78606" y="6270908"/>
                  </a:lnTo>
                  <a:lnTo>
                    <a:pt x="78700" y="6270908"/>
                  </a:lnTo>
                  <a:lnTo>
                    <a:pt x="78793" y="6270908"/>
                  </a:lnTo>
                  <a:lnTo>
                    <a:pt x="78886" y="6270908"/>
                  </a:lnTo>
                  <a:lnTo>
                    <a:pt x="78979" y="6270908"/>
                  </a:lnTo>
                  <a:lnTo>
                    <a:pt x="79073" y="6270908"/>
                  </a:lnTo>
                  <a:lnTo>
                    <a:pt x="79166" y="6270908"/>
                  </a:lnTo>
                  <a:lnTo>
                    <a:pt x="79166" y="6260954"/>
                  </a:lnTo>
                  <a:lnTo>
                    <a:pt x="79259" y="6260954"/>
                  </a:lnTo>
                  <a:lnTo>
                    <a:pt x="79352" y="6260954"/>
                  </a:lnTo>
                  <a:lnTo>
                    <a:pt x="79446" y="6260954"/>
                  </a:lnTo>
                  <a:lnTo>
                    <a:pt x="79539" y="6260954"/>
                  </a:lnTo>
                  <a:lnTo>
                    <a:pt x="79632" y="6260954"/>
                  </a:lnTo>
                  <a:lnTo>
                    <a:pt x="79725" y="6260954"/>
                  </a:lnTo>
                  <a:lnTo>
                    <a:pt x="79912" y="6260954"/>
                  </a:lnTo>
                  <a:lnTo>
                    <a:pt x="80005" y="6260954"/>
                  </a:lnTo>
                  <a:lnTo>
                    <a:pt x="80098" y="6260954"/>
                  </a:lnTo>
                  <a:lnTo>
                    <a:pt x="80192" y="6260954"/>
                  </a:lnTo>
                  <a:lnTo>
                    <a:pt x="80285" y="6260954"/>
                  </a:lnTo>
                  <a:lnTo>
                    <a:pt x="80471" y="6260954"/>
                  </a:lnTo>
                  <a:lnTo>
                    <a:pt x="80565" y="6260954"/>
                  </a:lnTo>
                  <a:lnTo>
                    <a:pt x="80751" y="6260954"/>
                  </a:lnTo>
                  <a:lnTo>
                    <a:pt x="80844" y="6260954"/>
                  </a:lnTo>
                  <a:lnTo>
                    <a:pt x="80938" y="6260954"/>
                  </a:lnTo>
                  <a:lnTo>
                    <a:pt x="81031" y="6260954"/>
                  </a:lnTo>
                  <a:lnTo>
                    <a:pt x="81124" y="6260954"/>
                  </a:lnTo>
                  <a:lnTo>
                    <a:pt x="81217" y="6260954"/>
                  </a:lnTo>
                  <a:lnTo>
                    <a:pt x="81311" y="6260954"/>
                  </a:lnTo>
                  <a:lnTo>
                    <a:pt x="81404" y="6260954"/>
                  </a:lnTo>
                  <a:lnTo>
                    <a:pt x="81497" y="6260954"/>
                  </a:lnTo>
                  <a:lnTo>
                    <a:pt x="81590" y="6260954"/>
                  </a:lnTo>
                  <a:lnTo>
                    <a:pt x="81684" y="6260954"/>
                  </a:lnTo>
                  <a:lnTo>
                    <a:pt x="81777" y="6260954"/>
                  </a:lnTo>
                  <a:lnTo>
                    <a:pt x="81870" y="6260954"/>
                  </a:lnTo>
                  <a:lnTo>
                    <a:pt x="81963" y="6260954"/>
                  </a:lnTo>
                  <a:lnTo>
                    <a:pt x="82057" y="6260954"/>
                  </a:lnTo>
                  <a:lnTo>
                    <a:pt x="82150" y="6260954"/>
                  </a:lnTo>
                  <a:lnTo>
                    <a:pt x="82243" y="6260954"/>
                  </a:lnTo>
                  <a:lnTo>
                    <a:pt x="82336" y="6260954"/>
                  </a:lnTo>
                  <a:lnTo>
                    <a:pt x="82430" y="6260954"/>
                  </a:lnTo>
                  <a:lnTo>
                    <a:pt x="82523" y="6260954"/>
                  </a:lnTo>
                  <a:lnTo>
                    <a:pt x="82616" y="6260954"/>
                  </a:lnTo>
                  <a:lnTo>
                    <a:pt x="82709" y="6260954"/>
                  </a:lnTo>
                  <a:lnTo>
                    <a:pt x="82803" y="6260954"/>
                  </a:lnTo>
                  <a:lnTo>
                    <a:pt x="82896" y="6260954"/>
                  </a:lnTo>
                  <a:lnTo>
                    <a:pt x="82989" y="6260954"/>
                  </a:lnTo>
                  <a:lnTo>
                    <a:pt x="83082" y="6260954"/>
                  </a:lnTo>
                  <a:lnTo>
                    <a:pt x="83269" y="6260954"/>
                  </a:lnTo>
                  <a:lnTo>
                    <a:pt x="83455" y="6260954"/>
                  </a:lnTo>
                  <a:lnTo>
                    <a:pt x="83548" y="6260954"/>
                  </a:lnTo>
                  <a:lnTo>
                    <a:pt x="83642" y="6260954"/>
                  </a:lnTo>
                  <a:lnTo>
                    <a:pt x="83735" y="6260954"/>
                  </a:lnTo>
                  <a:lnTo>
                    <a:pt x="83828" y="6260954"/>
                  </a:lnTo>
                  <a:lnTo>
                    <a:pt x="83921" y="6260954"/>
                  </a:lnTo>
                  <a:lnTo>
                    <a:pt x="84015" y="6260954"/>
                  </a:lnTo>
                  <a:lnTo>
                    <a:pt x="84201" y="6260954"/>
                  </a:lnTo>
                  <a:lnTo>
                    <a:pt x="84294" y="6260954"/>
                  </a:lnTo>
                  <a:lnTo>
                    <a:pt x="84388" y="6260954"/>
                  </a:lnTo>
                  <a:lnTo>
                    <a:pt x="84481" y="6260954"/>
                  </a:lnTo>
                  <a:lnTo>
                    <a:pt x="84574" y="6260954"/>
                  </a:lnTo>
                  <a:lnTo>
                    <a:pt x="84667" y="6260954"/>
                  </a:lnTo>
                  <a:lnTo>
                    <a:pt x="84761" y="6260954"/>
                  </a:lnTo>
                  <a:lnTo>
                    <a:pt x="84854" y="6260954"/>
                  </a:lnTo>
                  <a:lnTo>
                    <a:pt x="84947" y="6260954"/>
                  </a:lnTo>
                  <a:lnTo>
                    <a:pt x="85040" y="6260954"/>
                  </a:lnTo>
                  <a:lnTo>
                    <a:pt x="85134" y="6260954"/>
                  </a:lnTo>
                  <a:lnTo>
                    <a:pt x="85227" y="6260954"/>
                  </a:lnTo>
                  <a:lnTo>
                    <a:pt x="85320" y="6260954"/>
                  </a:lnTo>
                  <a:lnTo>
                    <a:pt x="85413" y="6260954"/>
                  </a:lnTo>
                  <a:lnTo>
                    <a:pt x="85507" y="6260954"/>
                  </a:lnTo>
                  <a:lnTo>
                    <a:pt x="85600" y="6260954"/>
                  </a:lnTo>
                  <a:lnTo>
                    <a:pt x="85693" y="6260954"/>
                  </a:lnTo>
                  <a:lnTo>
                    <a:pt x="85786" y="6260954"/>
                  </a:lnTo>
                  <a:lnTo>
                    <a:pt x="85880" y="6260954"/>
                  </a:lnTo>
                  <a:lnTo>
                    <a:pt x="85973" y="6260954"/>
                  </a:lnTo>
                  <a:lnTo>
                    <a:pt x="86066" y="6260954"/>
                  </a:lnTo>
                  <a:lnTo>
                    <a:pt x="86159" y="6260954"/>
                  </a:lnTo>
                  <a:lnTo>
                    <a:pt x="86253" y="6260954"/>
                  </a:lnTo>
                  <a:lnTo>
                    <a:pt x="86439" y="6260954"/>
                  </a:lnTo>
                  <a:lnTo>
                    <a:pt x="86532" y="6260954"/>
                  </a:lnTo>
                  <a:lnTo>
                    <a:pt x="86626" y="6260954"/>
                  </a:lnTo>
                  <a:lnTo>
                    <a:pt x="86719" y="6260954"/>
                  </a:lnTo>
                  <a:lnTo>
                    <a:pt x="86905" y="6260954"/>
                  </a:lnTo>
                  <a:lnTo>
                    <a:pt x="86999" y="6260954"/>
                  </a:lnTo>
                  <a:lnTo>
                    <a:pt x="87092" y="6260954"/>
                  </a:lnTo>
                  <a:lnTo>
                    <a:pt x="87185" y="6260954"/>
                  </a:lnTo>
                  <a:lnTo>
                    <a:pt x="87278" y="6260954"/>
                  </a:lnTo>
                  <a:lnTo>
                    <a:pt x="87372" y="6260954"/>
                  </a:lnTo>
                  <a:lnTo>
                    <a:pt x="87465" y="6260954"/>
                  </a:lnTo>
                  <a:lnTo>
                    <a:pt x="87558" y="6260954"/>
                  </a:lnTo>
                  <a:lnTo>
                    <a:pt x="87651" y="6260954"/>
                  </a:lnTo>
                  <a:lnTo>
                    <a:pt x="87745" y="6260954"/>
                  </a:lnTo>
                  <a:lnTo>
                    <a:pt x="87931" y="6260954"/>
                  </a:lnTo>
                  <a:lnTo>
                    <a:pt x="88024" y="6260954"/>
                  </a:lnTo>
                  <a:lnTo>
                    <a:pt x="88118" y="6260954"/>
                  </a:lnTo>
                  <a:lnTo>
                    <a:pt x="88211" y="6260954"/>
                  </a:lnTo>
                  <a:lnTo>
                    <a:pt x="88304" y="6260954"/>
                  </a:lnTo>
                  <a:lnTo>
                    <a:pt x="88397" y="6260954"/>
                  </a:lnTo>
                  <a:lnTo>
                    <a:pt x="88491" y="6260954"/>
                  </a:lnTo>
                  <a:lnTo>
                    <a:pt x="88770" y="6260954"/>
                  </a:lnTo>
                  <a:lnTo>
                    <a:pt x="88864" y="6260954"/>
                  </a:lnTo>
                  <a:lnTo>
                    <a:pt x="89050" y="6260954"/>
                  </a:lnTo>
                  <a:lnTo>
                    <a:pt x="89143" y="6260954"/>
                  </a:lnTo>
                  <a:lnTo>
                    <a:pt x="89237" y="6260954"/>
                  </a:lnTo>
                  <a:lnTo>
                    <a:pt x="89330" y="6260954"/>
                  </a:lnTo>
                  <a:lnTo>
                    <a:pt x="89423" y="6260954"/>
                  </a:lnTo>
                  <a:lnTo>
                    <a:pt x="89516" y="6260954"/>
                  </a:lnTo>
                  <a:lnTo>
                    <a:pt x="89610" y="6260954"/>
                  </a:lnTo>
                  <a:lnTo>
                    <a:pt x="89796" y="6260954"/>
                  </a:lnTo>
                  <a:lnTo>
                    <a:pt x="89889" y="6260954"/>
                  </a:lnTo>
                  <a:lnTo>
                    <a:pt x="89983" y="6260954"/>
                  </a:lnTo>
                  <a:lnTo>
                    <a:pt x="90076" y="6260954"/>
                  </a:lnTo>
                  <a:lnTo>
                    <a:pt x="90076" y="6251000"/>
                  </a:lnTo>
                  <a:lnTo>
                    <a:pt x="90169" y="6251000"/>
                  </a:lnTo>
                  <a:lnTo>
                    <a:pt x="90262" y="6251000"/>
                  </a:lnTo>
                  <a:lnTo>
                    <a:pt x="90355" y="6251000"/>
                  </a:lnTo>
                  <a:lnTo>
                    <a:pt x="90449" y="6251000"/>
                  </a:lnTo>
                  <a:lnTo>
                    <a:pt x="90542" y="6251000"/>
                  </a:lnTo>
                  <a:lnTo>
                    <a:pt x="90635" y="6251000"/>
                  </a:lnTo>
                  <a:lnTo>
                    <a:pt x="90728" y="6251000"/>
                  </a:lnTo>
                  <a:lnTo>
                    <a:pt x="90822" y="6251000"/>
                  </a:lnTo>
                  <a:lnTo>
                    <a:pt x="90915" y="6251000"/>
                  </a:lnTo>
                  <a:lnTo>
                    <a:pt x="91008" y="6251000"/>
                  </a:lnTo>
                  <a:lnTo>
                    <a:pt x="91101" y="6251000"/>
                  </a:lnTo>
                  <a:lnTo>
                    <a:pt x="91195" y="6251000"/>
                  </a:lnTo>
                  <a:lnTo>
                    <a:pt x="91288" y="6251000"/>
                  </a:lnTo>
                  <a:lnTo>
                    <a:pt x="91381" y="6251000"/>
                  </a:lnTo>
                  <a:lnTo>
                    <a:pt x="91474" y="6251000"/>
                  </a:lnTo>
                  <a:lnTo>
                    <a:pt x="91568" y="6251000"/>
                  </a:lnTo>
                  <a:lnTo>
                    <a:pt x="91661" y="6251000"/>
                  </a:lnTo>
                  <a:lnTo>
                    <a:pt x="91754" y="6251000"/>
                  </a:lnTo>
                  <a:lnTo>
                    <a:pt x="91847" y="6251000"/>
                  </a:lnTo>
                  <a:lnTo>
                    <a:pt x="91941" y="6251000"/>
                  </a:lnTo>
                  <a:lnTo>
                    <a:pt x="92127" y="6251000"/>
                  </a:lnTo>
                  <a:lnTo>
                    <a:pt x="92220" y="6251000"/>
                  </a:lnTo>
                  <a:lnTo>
                    <a:pt x="92314" y="6251000"/>
                  </a:lnTo>
                  <a:lnTo>
                    <a:pt x="92407" y="6251000"/>
                  </a:lnTo>
                  <a:lnTo>
                    <a:pt x="92500" y="6251000"/>
                  </a:lnTo>
                  <a:lnTo>
                    <a:pt x="92593" y="6251000"/>
                  </a:lnTo>
                  <a:lnTo>
                    <a:pt x="92687" y="6251000"/>
                  </a:lnTo>
                  <a:lnTo>
                    <a:pt x="92780" y="6251000"/>
                  </a:lnTo>
                  <a:lnTo>
                    <a:pt x="92873" y="6251000"/>
                  </a:lnTo>
                  <a:lnTo>
                    <a:pt x="92966" y="6251000"/>
                  </a:lnTo>
                  <a:lnTo>
                    <a:pt x="93060" y="6251000"/>
                  </a:lnTo>
                  <a:lnTo>
                    <a:pt x="93246" y="6251000"/>
                  </a:lnTo>
                  <a:lnTo>
                    <a:pt x="93433" y="6251000"/>
                  </a:lnTo>
                  <a:lnTo>
                    <a:pt x="93526" y="6251000"/>
                  </a:lnTo>
                  <a:lnTo>
                    <a:pt x="93619" y="6251000"/>
                  </a:lnTo>
                  <a:lnTo>
                    <a:pt x="93712" y="6251000"/>
                  </a:lnTo>
                  <a:lnTo>
                    <a:pt x="93899" y="6251000"/>
                  </a:lnTo>
                  <a:lnTo>
                    <a:pt x="93992" y="6251000"/>
                  </a:lnTo>
                  <a:lnTo>
                    <a:pt x="94085" y="6251000"/>
                  </a:lnTo>
                  <a:lnTo>
                    <a:pt x="94179" y="6251000"/>
                  </a:lnTo>
                  <a:lnTo>
                    <a:pt x="94272" y="6251000"/>
                  </a:lnTo>
                  <a:lnTo>
                    <a:pt x="94365" y="6251000"/>
                  </a:lnTo>
                  <a:lnTo>
                    <a:pt x="94458" y="6251000"/>
                  </a:lnTo>
                  <a:lnTo>
                    <a:pt x="94552" y="6251000"/>
                  </a:lnTo>
                  <a:lnTo>
                    <a:pt x="94645" y="6251000"/>
                  </a:lnTo>
                  <a:lnTo>
                    <a:pt x="94738" y="6251000"/>
                  </a:lnTo>
                  <a:lnTo>
                    <a:pt x="94831" y="6251000"/>
                  </a:lnTo>
                  <a:lnTo>
                    <a:pt x="94925" y="6251000"/>
                  </a:lnTo>
                  <a:lnTo>
                    <a:pt x="95018" y="6251000"/>
                  </a:lnTo>
                  <a:lnTo>
                    <a:pt x="95111" y="6251000"/>
                  </a:lnTo>
                  <a:lnTo>
                    <a:pt x="95204" y="6251000"/>
                  </a:lnTo>
                  <a:lnTo>
                    <a:pt x="95298" y="6251000"/>
                  </a:lnTo>
                  <a:lnTo>
                    <a:pt x="95391" y="6251000"/>
                  </a:lnTo>
                  <a:lnTo>
                    <a:pt x="95484" y="6251000"/>
                  </a:lnTo>
                  <a:lnTo>
                    <a:pt x="95577" y="6251000"/>
                  </a:lnTo>
                  <a:lnTo>
                    <a:pt x="95671" y="6251000"/>
                  </a:lnTo>
                  <a:lnTo>
                    <a:pt x="95764" y="6251000"/>
                  </a:lnTo>
                  <a:lnTo>
                    <a:pt x="95857" y="6251000"/>
                  </a:lnTo>
                  <a:lnTo>
                    <a:pt x="95950" y="6251000"/>
                  </a:lnTo>
                  <a:lnTo>
                    <a:pt x="96044" y="6251000"/>
                  </a:lnTo>
                  <a:lnTo>
                    <a:pt x="96137" y="6251000"/>
                  </a:lnTo>
                  <a:lnTo>
                    <a:pt x="96230" y="6251000"/>
                  </a:lnTo>
                  <a:lnTo>
                    <a:pt x="96323" y="6251000"/>
                  </a:lnTo>
                  <a:lnTo>
                    <a:pt x="96510" y="6251000"/>
                  </a:lnTo>
                  <a:lnTo>
                    <a:pt x="96603" y="6251000"/>
                  </a:lnTo>
                  <a:lnTo>
                    <a:pt x="96696" y="6251000"/>
                  </a:lnTo>
                  <a:lnTo>
                    <a:pt x="96790" y="6251000"/>
                  </a:lnTo>
                  <a:lnTo>
                    <a:pt x="96883" y="6251000"/>
                  </a:lnTo>
                  <a:lnTo>
                    <a:pt x="96976" y="6251000"/>
                  </a:lnTo>
                  <a:lnTo>
                    <a:pt x="97069" y="6251000"/>
                  </a:lnTo>
                  <a:lnTo>
                    <a:pt x="97162" y="6251000"/>
                  </a:lnTo>
                  <a:lnTo>
                    <a:pt x="97256" y="6251000"/>
                  </a:lnTo>
                  <a:lnTo>
                    <a:pt x="97349" y="6251000"/>
                  </a:lnTo>
                  <a:lnTo>
                    <a:pt x="97442" y="6251000"/>
                  </a:lnTo>
                  <a:lnTo>
                    <a:pt x="97535" y="6251000"/>
                  </a:lnTo>
                  <a:lnTo>
                    <a:pt x="97629" y="6251000"/>
                  </a:lnTo>
                  <a:lnTo>
                    <a:pt x="97722" y="6251000"/>
                  </a:lnTo>
                  <a:lnTo>
                    <a:pt x="97815" y="6251000"/>
                  </a:lnTo>
                  <a:lnTo>
                    <a:pt x="97908" y="6251000"/>
                  </a:lnTo>
                  <a:lnTo>
                    <a:pt x="98002" y="6251000"/>
                  </a:lnTo>
                  <a:lnTo>
                    <a:pt x="98095" y="6251000"/>
                  </a:lnTo>
                  <a:lnTo>
                    <a:pt x="98188" y="6251000"/>
                  </a:lnTo>
                  <a:lnTo>
                    <a:pt x="98281" y="6251000"/>
                  </a:lnTo>
                  <a:lnTo>
                    <a:pt x="98375" y="6251000"/>
                  </a:lnTo>
                  <a:lnTo>
                    <a:pt x="98468" y="6251000"/>
                  </a:lnTo>
                  <a:lnTo>
                    <a:pt x="98654" y="6251000"/>
                  </a:lnTo>
                  <a:lnTo>
                    <a:pt x="98748" y="6251000"/>
                  </a:lnTo>
                  <a:lnTo>
                    <a:pt x="98934" y="6251000"/>
                  </a:lnTo>
                  <a:lnTo>
                    <a:pt x="99121" y="6251000"/>
                  </a:lnTo>
                  <a:lnTo>
                    <a:pt x="99214" y="6251000"/>
                  </a:lnTo>
                  <a:lnTo>
                    <a:pt x="99307" y="6251000"/>
                  </a:lnTo>
                  <a:lnTo>
                    <a:pt x="99400" y="6251000"/>
                  </a:lnTo>
                  <a:lnTo>
                    <a:pt x="99494" y="6251000"/>
                  </a:lnTo>
                  <a:lnTo>
                    <a:pt x="99587" y="6251000"/>
                  </a:lnTo>
                  <a:lnTo>
                    <a:pt x="99773" y="6251000"/>
                  </a:lnTo>
                  <a:lnTo>
                    <a:pt x="99867" y="6251000"/>
                  </a:lnTo>
                  <a:lnTo>
                    <a:pt x="100053" y="6251000"/>
                  </a:lnTo>
                  <a:lnTo>
                    <a:pt x="100146" y="6251000"/>
                  </a:lnTo>
                  <a:lnTo>
                    <a:pt x="100240" y="6251000"/>
                  </a:lnTo>
                  <a:lnTo>
                    <a:pt x="100333" y="6251000"/>
                  </a:lnTo>
                  <a:lnTo>
                    <a:pt x="100426" y="6251000"/>
                  </a:lnTo>
                  <a:lnTo>
                    <a:pt x="100519" y="6251000"/>
                  </a:lnTo>
                  <a:lnTo>
                    <a:pt x="100613" y="6251000"/>
                  </a:lnTo>
                  <a:lnTo>
                    <a:pt x="100706" y="6251000"/>
                  </a:lnTo>
                  <a:lnTo>
                    <a:pt x="100892" y="6251000"/>
                  </a:lnTo>
                  <a:lnTo>
                    <a:pt x="100986" y="6251000"/>
                  </a:lnTo>
                  <a:lnTo>
                    <a:pt x="101079" y="6251000"/>
                  </a:lnTo>
                  <a:lnTo>
                    <a:pt x="101172" y="6251000"/>
                  </a:lnTo>
                  <a:lnTo>
                    <a:pt x="101265" y="6251000"/>
                  </a:lnTo>
                  <a:lnTo>
                    <a:pt x="101359" y="6251000"/>
                  </a:lnTo>
                  <a:lnTo>
                    <a:pt x="101452" y="6251000"/>
                  </a:lnTo>
                  <a:lnTo>
                    <a:pt x="101545" y="6251000"/>
                  </a:lnTo>
                  <a:lnTo>
                    <a:pt x="101638" y="6251000"/>
                  </a:lnTo>
                  <a:lnTo>
                    <a:pt x="101732" y="6251000"/>
                  </a:lnTo>
                  <a:lnTo>
                    <a:pt x="101825" y="6251000"/>
                  </a:lnTo>
                  <a:lnTo>
                    <a:pt x="101918" y="6251000"/>
                  </a:lnTo>
                  <a:lnTo>
                    <a:pt x="102011" y="6251000"/>
                  </a:lnTo>
                  <a:lnTo>
                    <a:pt x="102105" y="6251000"/>
                  </a:lnTo>
                  <a:lnTo>
                    <a:pt x="102198" y="6251000"/>
                  </a:lnTo>
                  <a:lnTo>
                    <a:pt x="102478" y="6251000"/>
                  </a:lnTo>
                  <a:lnTo>
                    <a:pt x="102664" y="6251000"/>
                  </a:lnTo>
                  <a:lnTo>
                    <a:pt x="102757" y="6251000"/>
                  </a:lnTo>
                  <a:lnTo>
                    <a:pt x="102851" y="6251000"/>
                  </a:lnTo>
                  <a:lnTo>
                    <a:pt x="103037" y="6251000"/>
                  </a:lnTo>
                  <a:lnTo>
                    <a:pt x="103130" y="6251000"/>
                  </a:lnTo>
                  <a:lnTo>
                    <a:pt x="103224" y="6251000"/>
                  </a:lnTo>
                  <a:lnTo>
                    <a:pt x="103317" y="6251000"/>
                  </a:lnTo>
                  <a:lnTo>
                    <a:pt x="103410" y="6251000"/>
                  </a:lnTo>
                  <a:lnTo>
                    <a:pt x="103503" y="6251000"/>
                  </a:lnTo>
                  <a:lnTo>
                    <a:pt x="103597" y="6251000"/>
                  </a:lnTo>
                  <a:lnTo>
                    <a:pt x="103690" y="6251000"/>
                  </a:lnTo>
                  <a:lnTo>
                    <a:pt x="103876" y="6251000"/>
                  </a:lnTo>
                  <a:lnTo>
                    <a:pt x="103970" y="6251000"/>
                  </a:lnTo>
                  <a:lnTo>
                    <a:pt x="104063" y="6251000"/>
                  </a:lnTo>
                  <a:lnTo>
                    <a:pt x="104156" y="6251000"/>
                  </a:lnTo>
                  <a:lnTo>
                    <a:pt x="104342" y="6251000"/>
                  </a:lnTo>
                  <a:lnTo>
                    <a:pt x="104436" y="6251000"/>
                  </a:lnTo>
                  <a:lnTo>
                    <a:pt x="104529" y="6251000"/>
                  </a:lnTo>
                  <a:lnTo>
                    <a:pt x="104622" y="6251000"/>
                  </a:lnTo>
                  <a:lnTo>
                    <a:pt x="104622" y="6241046"/>
                  </a:lnTo>
                  <a:lnTo>
                    <a:pt x="104809" y="6241046"/>
                  </a:lnTo>
                  <a:lnTo>
                    <a:pt x="104902" y="6241046"/>
                  </a:lnTo>
                  <a:lnTo>
                    <a:pt x="104995" y="6241046"/>
                  </a:lnTo>
                  <a:lnTo>
                    <a:pt x="105088" y="6241046"/>
                  </a:lnTo>
                  <a:lnTo>
                    <a:pt x="105182" y="6241046"/>
                  </a:lnTo>
                  <a:lnTo>
                    <a:pt x="105275" y="6241046"/>
                  </a:lnTo>
                  <a:lnTo>
                    <a:pt x="105368" y="6241046"/>
                  </a:lnTo>
                  <a:lnTo>
                    <a:pt x="105461" y="6241046"/>
                  </a:lnTo>
                  <a:lnTo>
                    <a:pt x="105555" y="6241046"/>
                  </a:lnTo>
                  <a:lnTo>
                    <a:pt x="105648" y="6241046"/>
                  </a:lnTo>
                  <a:lnTo>
                    <a:pt x="105928" y="6241046"/>
                  </a:lnTo>
                  <a:lnTo>
                    <a:pt x="106021" y="6241046"/>
                  </a:lnTo>
                  <a:lnTo>
                    <a:pt x="106114" y="6241046"/>
                  </a:lnTo>
                  <a:lnTo>
                    <a:pt x="106207" y="6241046"/>
                  </a:lnTo>
                  <a:lnTo>
                    <a:pt x="106394" y="6241046"/>
                  </a:lnTo>
                  <a:lnTo>
                    <a:pt x="106487" y="6241046"/>
                  </a:lnTo>
                  <a:lnTo>
                    <a:pt x="106580" y="6241046"/>
                  </a:lnTo>
                  <a:lnTo>
                    <a:pt x="106674" y="6241046"/>
                  </a:lnTo>
                  <a:lnTo>
                    <a:pt x="106767" y="6241046"/>
                  </a:lnTo>
                  <a:lnTo>
                    <a:pt x="106860" y="6241046"/>
                  </a:lnTo>
                  <a:lnTo>
                    <a:pt x="106953" y="6241046"/>
                  </a:lnTo>
                  <a:lnTo>
                    <a:pt x="107047" y="6241046"/>
                  </a:lnTo>
                  <a:lnTo>
                    <a:pt x="107140" y="6241046"/>
                  </a:lnTo>
                  <a:lnTo>
                    <a:pt x="107233" y="6241046"/>
                  </a:lnTo>
                  <a:lnTo>
                    <a:pt x="107326" y="6241046"/>
                  </a:lnTo>
                  <a:lnTo>
                    <a:pt x="107420" y="6241046"/>
                  </a:lnTo>
                  <a:lnTo>
                    <a:pt x="107513" y="6241046"/>
                  </a:lnTo>
                  <a:lnTo>
                    <a:pt x="107606" y="6241046"/>
                  </a:lnTo>
                  <a:lnTo>
                    <a:pt x="107699" y="6241046"/>
                  </a:lnTo>
                  <a:lnTo>
                    <a:pt x="107793" y="6241046"/>
                  </a:lnTo>
                  <a:lnTo>
                    <a:pt x="108166" y="6241046"/>
                  </a:lnTo>
                  <a:lnTo>
                    <a:pt x="108259" y="6241046"/>
                  </a:lnTo>
                  <a:lnTo>
                    <a:pt x="108352" y="6241046"/>
                  </a:lnTo>
                  <a:lnTo>
                    <a:pt x="108445" y="6241046"/>
                  </a:lnTo>
                  <a:lnTo>
                    <a:pt x="108539" y="6241046"/>
                  </a:lnTo>
                  <a:lnTo>
                    <a:pt x="108632" y="6241046"/>
                  </a:lnTo>
                  <a:lnTo>
                    <a:pt x="108725" y="6241046"/>
                  </a:lnTo>
                  <a:lnTo>
                    <a:pt x="108818" y="6241046"/>
                  </a:lnTo>
                  <a:lnTo>
                    <a:pt x="108912" y="6241046"/>
                  </a:lnTo>
                  <a:lnTo>
                    <a:pt x="109005" y="6241046"/>
                  </a:lnTo>
                  <a:lnTo>
                    <a:pt x="109098" y="6241046"/>
                  </a:lnTo>
                  <a:lnTo>
                    <a:pt x="109191" y="6241046"/>
                  </a:lnTo>
                  <a:lnTo>
                    <a:pt x="109285" y="6241046"/>
                  </a:lnTo>
                  <a:lnTo>
                    <a:pt x="109378" y="6241046"/>
                  </a:lnTo>
                  <a:lnTo>
                    <a:pt x="109471" y="6241046"/>
                  </a:lnTo>
                  <a:lnTo>
                    <a:pt x="109564" y="6241046"/>
                  </a:lnTo>
                  <a:lnTo>
                    <a:pt x="109658" y="6241046"/>
                  </a:lnTo>
                  <a:lnTo>
                    <a:pt x="109751" y="6241046"/>
                  </a:lnTo>
                  <a:lnTo>
                    <a:pt x="109844" y="6241046"/>
                  </a:lnTo>
                  <a:lnTo>
                    <a:pt x="109937" y="6241046"/>
                  </a:lnTo>
                  <a:lnTo>
                    <a:pt x="110031" y="6241046"/>
                  </a:lnTo>
                  <a:lnTo>
                    <a:pt x="110124" y="6241046"/>
                  </a:lnTo>
                  <a:lnTo>
                    <a:pt x="110217" y="6241046"/>
                  </a:lnTo>
                  <a:lnTo>
                    <a:pt x="110404" y="6241046"/>
                  </a:lnTo>
                  <a:lnTo>
                    <a:pt x="110590" y="6241046"/>
                  </a:lnTo>
                  <a:lnTo>
                    <a:pt x="110683" y="6241046"/>
                  </a:lnTo>
                  <a:lnTo>
                    <a:pt x="110777" y="6241046"/>
                  </a:lnTo>
                  <a:lnTo>
                    <a:pt x="110870" y="6241046"/>
                  </a:lnTo>
                  <a:lnTo>
                    <a:pt x="110963" y="6241046"/>
                  </a:lnTo>
                  <a:lnTo>
                    <a:pt x="111056" y="6241046"/>
                  </a:lnTo>
                  <a:lnTo>
                    <a:pt x="111149" y="6241046"/>
                  </a:lnTo>
                  <a:lnTo>
                    <a:pt x="111243" y="6241046"/>
                  </a:lnTo>
                  <a:lnTo>
                    <a:pt x="111336" y="6241046"/>
                  </a:lnTo>
                  <a:lnTo>
                    <a:pt x="111429" y="6241046"/>
                  </a:lnTo>
                  <a:lnTo>
                    <a:pt x="111522" y="6241046"/>
                  </a:lnTo>
                  <a:lnTo>
                    <a:pt x="111616" y="6241046"/>
                  </a:lnTo>
                  <a:lnTo>
                    <a:pt x="111709" y="6241046"/>
                  </a:lnTo>
                  <a:lnTo>
                    <a:pt x="111895" y="6241046"/>
                  </a:lnTo>
                  <a:lnTo>
                    <a:pt x="111989" y="6241046"/>
                  </a:lnTo>
                  <a:lnTo>
                    <a:pt x="112082" y="6241046"/>
                  </a:lnTo>
                  <a:lnTo>
                    <a:pt x="112175" y="6241046"/>
                  </a:lnTo>
                  <a:lnTo>
                    <a:pt x="112268" y="6241046"/>
                  </a:lnTo>
                  <a:lnTo>
                    <a:pt x="112362" y="6241046"/>
                  </a:lnTo>
                  <a:lnTo>
                    <a:pt x="112455" y="6241046"/>
                  </a:lnTo>
                  <a:lnTo>
                    <a:pt x="112548" y="6241046"/>
                  </a:lnTo>
                  <a:lnTo>
                    <a:pt x="112641" y="6241046"/>
                  </a:lnTo>
                  <a:lnTo>
                    <a:pt x="112735" y="6241046"/>
                  </a:lnTo>
                  <a:lnTo>
                    <a:pt x="112828" y="6241046"/>
                  </a:lnTo>
                  <a:lnTo>
                    <a:pt x="112921" y="6241046"/>
                  </a:lnTo>
                  <a:lnTo>
                    <a:pt x="113014" y="6241046"/>
                  </a:lnTo>
                  <a:lnTo>
                    <a:pt x="113108" y="6241046"/>
                  </a:lnTo>
                  <a:lnTo>
                    <a:pt x="113201" y="6241046"/>
                  </a:lnTo>
                  <a:lnTo>
                    <a:pt x="113294" y="6241046"/>
                  </a:lnTo>
                  <a:lnTo>
                    <a:pt x="113387" y="6241046"/>
                  </a:lnTo>
                  <a:lnTo>
                    <a:pt x="113481" y="6241046"/>
                  </a:lnTo>
                  <a:lnTo>
                    <a:pt x="113574" y="6241046"/>
                  </a:lnTo>
                  <a:lnTo>
                    <a:pt x="113760" y="6241046"/>
                  </a:lnTo>
                  <a:lnTo>
                    <a:pt x="113854" y="6241046"/>
                  </a:lnTo>
                  <a:lnTo>
                    <a:pt x="113947" y="6241046"/>
                  </a:lnTo>
                  <a:lnTo>
                    <a:pt x="114040" y="6241046"/>
                  </a:lnTo>
                  <a:lnTo>
                    <a:pt x="114133" y="6241046"/>
                  </a:lnTo>
                  <a:lnTo>
                    <a:pt x="114227" y="6241046"/>
                  </a:lnTo>
                  <a:lnTo>
                    <a:pt x="114320" y="6241046"/>
                  </a:lnTo>
                  <a:lnTo>
                    <a:pt x="114413" y="6241046"/>
                  </a:lnTo>
                  <a:lnTo>
                    <a:pt x="114600" y="6241046"/>
                  </a:lnTo>
                  <a:lnTo>
                    <a:pt x="114693" y="6241046"/>
                  </a:lnTo>
                  <a:lnTo>
                    <a:pt x="114786" y="6241046"/>
                  </a:lnTo>
                  <a:lnTo>
                    <a:pt x="114879" y="6241046"/>
                  </a:lnTo>
                  <a:lnTo>
                    <a:pt x="114973" y="6241046"/>
                  </a:lnTo>
                  <a:lnTo>
                    <a:pt x="115066" y="6241046"/>
                  </a:lnTo>
                  <a:lnTo>
                    <a:pt x="115159" y="6241046"/>
                  </a:lnTo>
                  <a:lnTo>
                    <a:pt x="115252" y="6241046"/>
                  </a:lnTo>
                  <a:lnTo>
                    <a:pt x="115346" y="6241046"/>
                  </a:lnTo>
                  <a:lnTo>
                    <a:pt x="115439" y="6241046"/>
                  </a:lnTo>
                  <a:lnTo>
                    <a:pt x="115532" y="6241046"/>
                  </a:lnTo>
                  <a:lnTo>
                    <a:pt x="115625" y="6241046"/>
                  </a:lnTo>
                  <a:lnTo>
                    <a:pt x="115812" y="6241046"/>
                  </a:lnTo>
                  <a:lnTo>
                    <a:pt x="115905" y="6241046"/>
                  </a:lnTo>
                  <a:lnTo>
                    <a:pt x="116092" y="6241046"/>
                  </a:lnTo>
                  <a:lnTo>
                    <a:pt x="116185" y="6241046"/>
                  </a:lnTo>
                  <a:lnTo>
                    <a:pt x="116278" y="6241046"/>
                  </a:lnTo>
                  <a:lnTo>
                    <a:pt x="116371" y="6241046"/>
                  </a:lnTo>
                  <a:lnTo>
                    <a:pt x="116465" y="6241046"/>
                  </a:lnTo>
                  <a:lnTo>
                    <a:pt x="116558" y="6241046"/>
                  </a:lnTo>
                  <a:lnTo>
                    <a:pt x="116651" y="6241046"/>
                  </a:lnTo>
                  <a:lnTo>
                    <a:pt x="116744" y="6241046"/>
                  </a:lnTo>
                  <a:lnTo>
                    <a:pt x="116838" y="6241046"/>
                  </a:lnTo>
                  <a:lnTo>
                    <a:pt x="116931" y="6241046"/>
                  </a:lnTo>
                  <a:lnTo>
                    <a:pt x="117024" y="6241046"/>
                  </a:lnTo>
                  <a:lnTo>
                    <a:pt x="117117" y="6241046"/>
                  </a:lnTo>
                  <a:lnTo>
                    <a:pt x="117211" y="6241046"/>
                  </a:lnTo>
                  <a:lnTo>
                    <a:pt x="117304" y="6241046"/>
                  </a:lnTo>
                  <a:lnTo>
                    <a:pt x="117397" y="6241046"/>
                  </a:lnTo>
                  <a:lnTo>
                    <a:pt x="117490" y="6241046"/>
                  </a:lnTo>
                  <a:lnTo>
                    <a:pt x="117584" y="6241046"/>
                  </a:lnTo>
                  <a:lnTo>
                    <a:pt x="117677" y="6241046"/>
                  </a:lnTo>
                  <a:lnTo>
                    <a:pt x="117770" y="6241046"/>
                  </a:lnTo>
                  <a:lnTo>
                    <a:pt x="117956" y="6241046"/>
                  </a:lnTo>
                  <a:lnTo>
                    <a:pt x="118143" y="6241046"/>
                  </a:lnTo>
                  <a:lnTo>
                    <a:pt x="118236" y="6241046"/>
                  </a:lnTo>
                  <a:lnTo>
                    <a:pt x="118329" y="6241046"/>
                  </a:lnTo>
                  <a:lnTo>
                    <a:pt x="118423" y="6241046"/>
                  </a:lnTo>
                  <a:lnTo>
                    <a:pt x="118516" y="6241046"/>
                  </a:lnTo>
                  <a:lnTo>
                    <a:pt x="118609" y="6241046"/>
                  </a:lnTo>
                  <a:lnTo>
                    <a:pt x="118702" y="6241046"/>
                  </a:lnTo>
                  <a:lnTo>
                    <a:pt x="118796" y="6241046"/>
                  </a:lnTo>
                  <a:lnTo>
                    <a:pt x="118982" y="6241046"/>
                  </a:lnTo>
                  <a:lnTo>
                    <a:pt x="119075" y="6241046"/>
                  </a:lnTo>
                  <a:lnTo>
                    <a:pt x="119169" y="6241046"/>
                  </a:lnTo>
                  <a:lnTo>
                    <a:pt x="119262" y="6241046"/>
                  </a:lnTo>
                  <a:lnTo>
                    <a:pt x="119355" y="6241046"/>
                  </a:lnTo>
                  <a:lnTo>
                    <a:pt x="119448" y="6241046"/>
                  </a:lnTo>
                  <a:lnTo>
                    <a:pt x="119635" y="6241046"/>
                  </a:lnTo>
                  <a:lnTo>
                    <a:pt x="119728" y="6241046"/>
                  </a:lnTo>
                  <a:lnTo>
                    <a:pt x="119821" y="6241046"/>
                  </a:lnTo>
                  <a:lnTo>
                    <a:pt x="119915" y="6241046"/>
                  </a:lnTo>
                  <a:lnTo>
                    <a:pt x="120008" y="6241046"/>
                  </a:lnTo>
                  <a:lnTo>
                    <a:pt x="120101" y="6241046"/>
                  </a:lnTo>
                  <a:lnTo>
                    <a:pt x="120194" y="6241046"/>
                  </a:lnTo>
                  <a:lnTo>
                    <a:pt x="120288" y="6241046"/>
                  </a:lnTo>
                  <a:lnTo>
                    <a:pt x="120381" y="6241046"/>
                  </a:lnTo>
                  <a:lnTo>
                    <a:pt x="120567" y="6241046"/>
                  </a:lnTo>
                  <a:lnTo>
                    <a:pt x="120661" y="6241046"/>
                  </a:lnTo>
                  <a:lnTo>
                    <a:pt x="120754" y="6241046"/>
                  </a:lnTo>
                  <a:lnTo>
                    <a:pt x="120847" y="6241046"/>
                  </a:lnTo>
                  <a:lnTo>
                    <a:pt x="120940" y="6241046"/>
                  </a:lnTo>
                  <a:lnTo>
                    <a:pt x="121034" y="6241046"/>
                  </a:lnTo>
                  <a:lnTo>
                    <a:pt x="121127" y="6241046"/>
                  </a:lnTo>
                  <a:lnTo>
                    <a:pt x="121220" y="6241046"/>
                  </a:lnTo>
                  <a:lnTo>
                    <a:pt x="121313" y="6241046"/>
                  </a:lnTo>
                  <a:lnTo>
                    <a:pt x="121593" y="6241046"/>
                  </a:lnTo>
                  <a:lnTo>
                    <a:pt x="121686" y="6241046"/>
                  </a:lnTo>
                  <a:lnTo>
                    <a:pt x="121780" y="6241046"/>
                  </a:lnTo>
                  <a:lnTo>
                    <a:pt x="121873" y="6241046"/>
                  </a:lnTo>
                  <a:lnTo>
                    <a:pt x="121966" y="6241046"/>
                  </a:lnTo>
                  <a:lnTo>
                    <a:pt x="122059" y="6241046"/>
                  </a:lnTo>
                  <a:lnTo>
                    <a:pt x="122153" y="6241046"/>
                  </a:lnTo>
                  <a:lnTo>
                    <a:pt x="122246" y="6241046"/>
                  </a:lnTo>
                  <a:lnTo>
                    <a:pt x="122339" y="6241046"/>
                  </a:lnTo>
                  <a:lnTo>
                    <a:pt x="122432" y="6241046"/>
                  </a:lnTo>
                  <a:lnTo>
                    <a:pt x="122526" y="6241046"/>
                  </a:lnTo>
                  <a:lnTo>
                    <a:pt x="122619" y="6241046"/>
                  </a:lnTo>
                  <a:lnTo>
                    <a:pt x="122712" y="6241046"/>
                  </a:lnTo>
                  <a:lnTo>
                    <a:pt x="122805" y="6241046"/>
                  </a:lnTo>
                  <a:lnTo>
                    <a:pt x="122899" y="6241046"/>
                  </a:lnTo>
                  <a:lnTo>
                    <a:pt x="123085" y="6241046"/>
                  </a:lnTo>
                  <a:lnTo>
                    <a:pt x="123178" y="6241046"/>
                  </a:lnTo>
                  <a:lnTo>
                    <a:pt x="123272" y="6241046"/>
                  </a:lnTo>
                  <a:lnTo>
                    <a:pt x="123365" y="6241046"/>
                  </a:lnTo>
                  <a:lnTo>
                    <a:pt x="123458" y="6241046"/>
                  </a:lnTo>
                  <a:lnTo>
                    <a:pt x="123551" y="6241046"/>
                  </a:lnTo>
                  <a:lnTo>
                    <a:pt x="123645" y="6241046"/>
                  </a:lnTo>
                  <a:lnTo>
                    <a:pt x="123738" y="6241046"/>
                  </a:lnTo>
                  <a:lnTo>
                    <a:pt x="123831" y="6241046"/>
                  </a:lnTo>
                  <a:lnTo>
                    <a:pt x="123924" y="6241046"/>
                  </a:lnTo>
                  <a:lnTo>
                    <a:pt x="124018" y="6241046"/>
                  </a:lnTo>
                  <a:lnTo>
                    <a:pt x="124111" y="6241046"/>
                  </a:lnTo>
                  <a:lnTo>
                    <a:pt x="124297" y="6241046"/>
                  </a:lnTo>
                  <a:lnTo>
                    <a:pt x="124391" y="6241046"/>
                  </a:lnTo>
                  <a:lnTo>
                    <a:pt x="124484" y="6241046"/>
                  </a:lnTo>
                  <a:lnTo>
                    <a:pt x="124577" y="6241046"/>
                  </a:lnTo>
                  <a:lnTo>
                    <a:pt x="124670" y="6241046"/>
                  </a:lnTo>
                  <a:lnTo>
                    <a:pt x="124764" y="6241046"/>
                  </a:lnTo>
                  <a:lnTo>
                    <a:pt x="124857" y="6241046"/>
                  </a:lnTo>
                  <a:lnTo>
                    <a:pt x="125043" y="6241046"/>
                  </a:lnTo>
                  <a:lnTo>
                    <a:pt x="125136" y="6241046"/>
                  </a:lnTo>
                  <a:lnTo>
                    <a:pt x="125230" y="6241046"/>
                  </a:lnTo>
                  <a:lnTo>
                    <a:pt x="125323" y="6241046"/>
                  </a:lnTo>
                  <a:lnTo>
                    <a:pt x="125416" y="6241046"/>
                  </a:lnTo>
                  <a:lnTo>
                    <a:pt x="125509" y="6241046"/>
                  </a:lnTo>
                  <a:lnTo>
                    <a:pt x="125603" y="6241046"/>
                  </a:lnTo>
                  <a:lnTo>
                    <a:pt x="125696" y="6241046"/>
                  </a:lnTo>
                  <a:lnTo>
                    <a:pt x="125789" y="6241046"/>
                  </a:lnTo>
                  <a:lnTo>
                    <a:pt x="125882" y="6241046"/>
                  </a:lnTo>
                  <a:lnTo>
                    <a:pt x="125976" y="6241046"/>
                  </a:lnTo>
                  <a:lnTo>
                    <a:pt x="126069" y="6241046"/>
                  </a:lnTo>
                  <a:lnTo>
                    <a:pt x="126162" y="6241046"/>
                  </a:lnTo>
                  <a:lnTo>
                    <a:pt x="126255" y="6241046"/>
                  </a:lnTo>
                  <a:lnTo>
                    <a:pt x="126349" y="6241046"/>
                  </a:lnTo>
                  <a:lnTo>
                    <a:pt x="126442" y="6241046"/>
                  </a:lnTo>
                  <a:lnTo>
                    <a:pt x="126535" y="6241046"/>
                  </a:lnTo>
                  <a:lnTo>
                    <a:pt x="126628" y="6241046"/>
                  </a:lnTo>
                  <a:lnTo>
                    <a:pt x="126722" y="6241046"/>
                  </a:lnTo>
                  <a:lnTo>
                    <a:pt x="126815" y="6241046"/>
                  </a:lnTo>
                  <a:lnTo>
                    <a:pt x="126908" y="6241046"/>
                  </a:lnTo>
                  <a:lnTo>
                    <a:pt x="127095" y="6241046"/>
                  </a:lnTo>
                  <a:lnTo>
                    <a:pt x="127095" y="6231092"/>
                  </a:lnTo>
                  <a:lnTo>
                    <a:pt x="127188" y="6231092"/>
                  </a:lnTo>
                  <a:lnTo>
                    <a:pt x="127281" y="6231092"/>
                  </a:lnTo>
                  <a:lnTo>
                    <a:pt x="127374" y="6231092"/>
                  </a:lnTo>
                  <a:lnTo>
                    <a:pt x="127468" y="6231092"/>
                  </a:lnTo>
                  <a:lnTo>
                    <a:pt x="127561" y="6231092"/>
                  </a:lnTo>
                  <a:lnTo>
                    <a:pt x="127654" y="6231092"/>
                  </a:lnTo>
                  <a:lnTo>
                    <a:pt x="127747" y="6231092"/>
                  </a:lnTo>
                  <a:lnTo>
                    <a:pt x="127841" y="6231092"/>
                  </a:lnTo>
                  <a:lnTo>
                    <a:pt x="128027" y="6231092"/>
                  </a:lnTo>
                  <a:lnTo>
                    <a:pt x="128120" y="6231092"/>
                  </a:lnTo>
                  <a:lnTo>
                    <a:pt x="128214" y="6231092"/>
                  </a:lnTo>
                  <a:lnTo>
                    <a:pt x="128307" y="6231092"/>
                  </a:lnTo>
                  <a:lnTo>
                    <a:pt x="128400" y="6231092"/>
                  </a:lnTo>
                  <a:lnTo>
                    <a:pt x="128587" y="6231092"/>
                  </a:lnTo>
                  <a:lnTo>
                    <a:pt x="128680" y="6231092"/>
                  </a:lnTo>
                  <a:lnTo>
                    <a:pt x="128773" y="6231092"/>
                  </a:lnTo>
                  <a:lnTo>
                    <a:pt x="128866" y="6231092"/>
                  </a:lnTo>
                  <a:lnTo>
                    <a:pt x="128960" y="6231092"/>
                  </a:lnTo>
                  <a:lnTo>
                    <a:pt x="129053" y="6231092"/>
                  </a:lnTo>
                  <a:lnTo>
                    <a:pt x="129146" y="6231092"/>
                  </a:lnTo>
                  <a:lnTo>
                    <a:pt x="129239" y="6231092"/>
                  </a:lnTo>
                  <a:lnTo>
                    <a:pt x="129333" y="6231092"/>
                  </a:lnTo>
                  <a:lnTo>
                    <a:pt x="129426" y="6231092"/>
                  </a:lnTo>
                  <a:lnTo>
                    <a:pt x="129519" y="6231092"/>
                  </a:lnTo>
                  <a:lnTo>
                    <a:pt x="129706" y="6221139"/>
                  </a:lnTo>
                  <a:lnTo>
                    <a:pt x="129799" y="6221139"/>
                  </a:lnTo>
                  <a:lnTo>
                    <a:pt x="129892" y="6221139"/>
                  </a:lnTo>
                  <a:lnTo>
                    <a:pt x="130079" y="6221139"/>
                  </a:lnTo>
                  <a:lnTo>
                    <a:pt x="130172" y="6221139"/>
                  </a:lnTo>
                  <a:lnTo>
                    <a:pt x="130265" y="6221139"/>
                  </a:lnTo>
                  <a:lnTo>
                    <a:pt x="130452" y="6221139"/>
                  </a:lnTo>
                  <a:lnTo>
                    <a:pt x="130545" y="6221139"/>
                  </a:lnTo>
                  <a:lnTo>
                    <a:pt x="130638" y="6221139"/>
                  </a:lnTo>
                  <a:lnTo>
                    <a:pt x="130825" y="6221139"/>
                  </a:lnTo>
                  <a:lnTo>
                    <a:pt x="130918" y="6221139"/>
                  </a:lnTo>
                  <a:lnTo>
                    <a:pt x="131011" y="6221139"/>
                  </a:lnTo>
                  <a:lnTo>
                    <a:pt x="131011" y="6211185"/>
                  </a:lnTo>
                  <a:lnTo>
                    <a:pt x="131104" y="6211185"/>
                  </a:lnTo>
                  <a:lnTo>
                    <a:pt x="131198" y="6211185"/>
                  </a:lnTo>
                  <a:lnTo>
                    <a:pt x="131291" y="6211185"/>
                  </a:lnTo>
                  <a:lnTo>
                    <a:pt x="131384" y="6211185"/>
                  </a:lnTo>
                  <a:lnTo>
                    <a:pt x="131477" y="6211185"/>
                  </a:lnTo>
                  <a:lnTo>
                    <a:pt x="131571" y="6211185"/>
                  </a:lnTo>
                  <a:lnTo>
                    <a:pt x="131664" y="6211185"/>
                  </a:lnTo>
                  <a:lnTo>
                    <a:pt x="131757" y="6211185"/>
                  </a:lnTo>
                  <a:lnTo>
                    <a:pt x="131850" y="6211185"/>
                  </a:lnTo>
                  <a:lnTo>
                    <a:pt x="131943" y="6211185"/>
                  </a:lnTo>
                  <a:lnTo>
                    <a:pt x="132037" y="6211185"/>
                  </a:lnTo>
                  <a:lnTo>
                    <a:pt x="132130" y="6211185"/>
                  </a:lnTo>
                  <a:lnTo>
                    <a:pt x="132316" y="6211185"/>
                  </a:lnTo>
                  <a:lnTo>
                    <a:pt x="132410" y="6211185"/>
                  </a:lnTo>
                  <a:lnTo>
                    <a:pt x="132503" y="6211185"/>
                  </a:lnTo>
                  <a:lnTo>
                    <a:pt x="132596" y="6211185"/>
                  </a:lnTo>
                  <a:lnTo>
                    <a:pt x="132689" y="6211185"/>
                  </a:lnTo>
                  <a:lnTo>
                    <a:pt x="132876" y="6211185"/>
                  </a:lnTo>
                  <a:lnTo>
                    <a:pt x="132969" y="6211185"/>
                  </a:lnTo>
                  <a:lnTo>
                    <a:pt x="133062" y="6211185"/>
                  </a:lnTo>
                  <a:lnTo>
                    <a:pt x="133156" y="6211185"/>
                  </a:lnTo>
                  <a:lnTo>
                    <a:pt x="133249" y="6211185"/>
                  </a:lnTo>
                  <a:lnTo>
                    <a:pt x="133342" y="6211185"/>
                  </a:lnTo>
                  <a:lnTo>
                    <a:pt x="133435" y="6211185"/>
                  </a:lnTo>
                  <a:lnTo>
                    <a:pt x="133529" y="6211185"/>
                  </a:lnTo>
                  <a:lnTo>
                    <a:pt x="133715" y="6211185"/>
                  </a:lnTo>
                  <a:lnTo>
                    <a:pt x="133808" y="6211185"/>
                  </a:lnTo>
                  <a:lnTo>
                    <a:pt x="133902" y="6211185"/>
                  </a:lnTo>
                  <a:lnTo>
                    <a:pt x="133995" y="6211185"/>
                  </a:lnTo>
                  <a:lnTo>
                    <a:pt x="134181" y="6211185"/>
                  </a:lnTo>
                  <a:lnTo>
                    <a:pt x="134368" y="6211185"/>
                  </a:lnTo>
                  <a:lnTo>
                    <a:pt x="134554" y="6211185"/>
                  </a:lnTo>
                  <a:lnTo>
                    <a:pt x="134648" y="6211185"/>
                  </a:lnTo>
                  <a:lnTo>
                    <a:pt x="134741" y="6211185"/>
                  </a:lnTo>
                  <a:lnTo>
                    <a:pt x="134834" y="6211185"/>
                  </a:lnTo>
                  <a:lnTo>
                    <a:pt x="134927" y="6211185"/>
                  </a:lnTo>
                  <a:lnTo>
                    <a:pt x="134927" y="6201231"/>
                  </a:lnTo>
                  <a:lnTo>
                    <a:pt x="135021" y="6201231"/>
                  </a:lnTo>
                  <a:lnTo>
                    <a:pt x="135114" y="6201231"/>
                  </a:lnTo>
                  <a:lnTo>
                    <a:pt x="135207" y="6201231"/>
                  </a:lnTo>
                  <a:lnTo>
                    <a:pt x="135300" y="6201231"/>
                  </a:lnTo>
                  <a:lnTo>
                    <a:pt x="135394" y="6201231"/>
                  </a:lnTo>
                  <a:lnTo>
                    <a:pt x="135487" y="6201231"/>
                  </a:lnTo>
                  <a:lnTo>
                    <a:pt x="135580" y="6201231"/>
                  </a:lnTo>
                  <a:lnTo>
                    <a:pt x="135673" y="6201231"/>
                  </a:lnTo>
                  <a:lnTo>
                    <a:pt x="135767" y="6201231"/>
                  </a:lnTo>
                  <a:lnTo>
                    <a:pt x="135860" y="6201231"/>
                  </a:lnTo>
                  <a:lnTo>
                    <a:pt x="136046" y="6201231"/>
                  </a:lnTo>
                  <a:lnTo>
                    <a:pt x="136140" y="6201231"/>
                  </a:lnTo>
                  <a:lnTo>
                    <a:pt x="136233" y="6201231"/>
                  </a:lnTo>
                  <a:lnTo>
                    <a:pt x="136419" y="6201231"/>
                  </a:lnTo>
                  <a:lnTo>
                    <a:pt x="136513" y="6201231"/>
                  </a:lnTo>
                  <a:lnTo>
                    <a:pt x="136606" y="6201231"/>
                  </a:lnTo>
                  <a:lnTo>
                    <a:pt x="136699" y="6201231"/>
                  </a:lnTo>
                  <a:lnTo>
                    <a:pt x="136792" y="6201231"/>
                  </a:lnTo>
                  <a:lnTo>
                    <a:pt x="136886" y="6201231"/>
                  </a:lnTo>
                  <a:lnTo>
                    <a:pt x="136979" y="6201231"/>
                  </a:lnTo>
                  <a:lnTo>
                    <a:pt x="137165" y="6201231"/>
                  </a:lnTo>
                  <a:lnTo>
                    <a:pt x="137259" y="6201231"/>
                  </a:lnTo>
                  <a:lnTo>
                    <a:pt x="137352" y="6201231"/>
                  </a:lnTo>
                  <a:lnTo>
                    <a:pt x="137445" y="6201231"/>
                  </a:lnTo>
                  <a:lnTo>
                    <a:pt x="137538" y="6201231"/>
                  </a:lnTo>
                  <a:lnTo>
                    <a:pt x="137632" y="6201231"/>
                  </a:lnTo>
                  <a:lnTo>
                    <a:pt x="137725" y="6201231"/>
                  </a:lnTo>
                  <a:lnTo>
                    <a:pt x="137818" y="6201231"/>
                  </a:lnTo>
                  <a:lnTo>
                    <a:pt x="137911" y="6201231"/>
                  </a:lnTo>
                  <a:lnTo>
                    <a:pt x="138005" y="6201231"/>
                  </a:lnTo>
                  <a:lnTo>
                    <a:pt x="138098" y="6201231"/>
                  </a:lnTo>
                  <a:lnTo>
                    <a:pt x="138191" y="6201231"/>
                  </a:lnTo>
                  <a:lnTo>
                    <a:pt x="138284" y="6201231"/>
                  </a:lnTo>
                  <a:lnTo>
                    <a:pt x="138471" y="6201231"/>
                  </a:lnTo>
                  <a:lnTo>
                    <a:pt x="138657" y="6201231"/>
                  </a:lnTo>
                  <a:lnTo>
                    <a:pt x="138751" y="6201231"/>
                  </a:lnTo>
                  <a:lnTo>
                    <a:pt x="138844" y="6201231"/>
                  </a:lnTo>
                  <a:lnTo>
                    <a:pt x="139030" y="6201231"/>
                  </a:lnTo>
                  <a:lnTo>
                    <a:pt x="139123" y="6201231"/>
                  </a:lnTo>
                  <a:lnTo>
                    <a:pt x="139217" y="6201231"/>
                  </a:lnTo>
                  <a:lnTo>
                    <a:pt x="139310" y="6201231"/>
                  </a:lnTo>
                  <a:lnTo>
                    <a:pt x="139403" y="6201231"/>
                  </a:lnTo>
                  <a:lnTo>
                    <a:pt x="139496" y="6201231"/>
                  </a:lnTo>
                  <a:lnTo>
                    <a:pt x="139590" y="6201231"/>
                  </a:lnTo>
                  <a:lnTo>
                    <a:pt x="139776" y="6201231"/>
                  </a:lnTo>
                  <a:lnTo>
                    <a:pt x="139869" y="6201231"/>
                  </a:lnTo>
                  <a:lnTo>
                    <a:pt x="139963" y="6201231"/>
                  </a:lnTo>
                  <a:lnTo>
                    <a:pt x="140056" y="6201231"/>
                  </a:lnTo>
                  <a:lnTo>
                    <a:pt x="140149" y="6201231"/>
                  </a:lnTo>
                  <a:lnTo>
                    <a:pt x="140242" y="6201231"/>
                  </a:lnTo>
                  <a:lnTo>
                    <a:pt x="140336" y="6201231"/>
                  </a:lnTo>
                  <a:lnTo>
                    <a:pt x="140429" y="6201231"/>
                  </a:lnTo>
                  <a:lnTo>
                    <a:pt x="140522" y="6201231"/>
                  </a:lnTo>
                  <a:lnTo>
                    <a:pt x="140615" y="6201231"/>
                  </a:lnTo>
                  <a:lnTo>
                    <a:pt x="140802" y="6201231"/>
                  </a:lnTo>
                  <a:lnTo>
                    <a:pt x="140988" y="6201231"/>
                  </a:lnTo>
                  <a:lnTo>
                    <a:pt x="141082" y="6201231"/>
                  </a:lnTo>
                  <a:lnTo>
                    <a:pt x="141175" y="6201231"/>
                  </a:lnTo>
                  <a:lnTo>
                    <a:pt x="141268" y="6201231"/>
                  </a:lnTo>
                  <a:lnTo>
                    <a:pt x="141361" y="6201231"/>
                  </a:lnTo>
                  <a:lnTo>
                    <a:pt x="141455" y="6201231"/>
                  </a:lnTo>
                  <a:lnTo>
                    <a:pt x="141548" y="6201231"/>
                  </a:lnTo>
                  <a:lnTo>
                    <a:pt x="141641" y="6201231"/>
                  </a:lnTo>
                  <a:lnTo>
                    <a:pt x="141734" y="6201231"/>
                  </a:lnTo>
                  <a:lnTo>
                    <a:pt x="141828" y="6201231"/>
                  </a:lnTo>
                  <a:lnTo>
                    <a:pt x="141921" y="6201231"/>
                  </a:lnTo>
                  <a:lnTo>
                    <a:pt x="142014" y="6201231"/>
                  </a:lnTo>
                  <a:lnTo>
                    <a:pt x="142107" y="6201231"/>
                  </a:lnTo>
                  <a:lnTo>
                    <a:pt x="142201" y="6201231"/>
                  </a:lnTo>
                  <a:lnTo>
                    <a:pt x="142294" y="6201231"/>
                  </a:lnTo>
                  <a:lnTo>
                    <a:pt x="142387" y="6201231"/>
                  </a:lnTo>
                  <a:lnTo>
                    <a:pt x="142480" y="6201231"/>
                  </a:lnTo>
                  <a:lnTo>
                    <a:pt x="142574" y="6201231"/>
                  </a:lnTo>
                  <a:lnTo>
                    <a:pt x="142667" y="6201231"/>
                  </a:lnTo>
                  <a:lnTo>
                    <a:pt x="142760" y="6201231"/>
                  </a:lnTo>
                  <a:lnTo>
                    <a:pt x="142853" y="6201231"/>
                  </a:lnTo>
                  <a:lnTo>
                    <a:pt x="142947" y="6201231"/>
                  </a:lnTo>
                  <a:lnTo>
                    <a:pt x="143040" y="6201231"/>
                  </a:lnTo>
                  <a:lnTo>
                    <a:pt x="143133" y="6201231"/>
                  </a:lnTo>
                  <a:lnTo>
                    <a:pt x="143226" y="6201231"/>
                  </a:lnTo>
                  <a:lnTo>
                    <a:pt x="143320" y="6201231"/>
                  </a:lnTo>
                  <a:lnTo>
                    <a:pt x="143506" y="6201231"/>
                  </a:lnTo>
                  <a:lnTo>
                    <a:pt x="143599" y="6201231"/>
                  </a:lnTo>
                  <a:lnTo>
                    <a:pt x="143693" y="6201231"/>
                  </a:lnTo>
                  <a:lnTo>
                    <a:pt x="143786" y="6201231"/>
                  </a:lnTo>
                  <a:lnTo>
                    <a:pt x="144066" y="6201231"/>
                  </a:lnTo>
                  <a:lnTo>
                    <a:pt x="144159" y="6201231"/>
                  </a:lnTo>
                  <a:lnTo>
                    <a:pt x="144345" y="6201231"/>
                  </a:lnTo>
                  <a:lnTo>
                    <a:pt x="144439" y="6201231"/>
                  </a:lnTo>
                  <a:lnTo>
                    <a:pt x="144532" y="6201231"/>
                  </a:lnTo>
                  <a:lnTo>
                    <a:pt x="144625" y="6201231"/>
                  </a:lnTo>
                  <a:lnTo>
                    <a:pt x="144718" y="6201231"/>
                  </a:lnTo>
                  <a:lnTo>
                    <a:pt x="144812" y="6201231"/>
                  </a:lnTo>
                  <a:lnTo>
                    <a:pt x="144905" y="6201231"/>
                  </a:lnTo>
                  <a:lnTo>
                    <a:pt x="144998" y="6201231"/>
                  </a:lnTo>
                  <a:lnTo>
                    <a:pt x="145091" y="6201231"/>
                  </a:lnTo>
                  <a:lnTo>
                    <a:pt x="145185" y="6201231"/>
                  </a:lnTo>
                  <a:lnTo>
                    <a:pt x="145278" y="6201231"/>
                  </a:lnTo>
                  <a:lnTo>
                    <a:pt x="145464" y="6201231"/>
                  </a:lnTo>
                  <a:lnTo>
                    <a:pt x="145558" y="6201231"/>
                  </a:lnTo>
                  <a:lnTo>
                    <a:pt x="145651" y="6201231"/>
                  </a:lnTo>
                  <a:lnTo>
                    <a:pt x="145744" y="6201231"/>
                  </a:lnTo>
                  <a:lnTo>
                    <a:pt x="145837" y="6201231"/>
                  </a:lnTo>
                  <a:lnTo>
                    <a:pt x="146024" y="6201231"/>
                  </a:lnTo>
                  <a:lnTo>
                    <a:pt x="146117" y="6201231"/>
                  </a:lnTo>
                  <a:lnTo>
                    <a:pt x="146210" y="6201231"/>
                  </a:lnTo>
                  <a:lnTo>
                    <a:pt x="146397" y="6201231"/>
                  </a:lnTo>
                  <a:lnTo>
                    <a:pt x="146490" y="6201231"/>
                  </a:lnTo>
                  <a:lnTo>
                    <a:pt x="146583" y="6201231"/>
                  </a:lnTo>
                  <a:lnTo>
                    <a:pt x="146676" y="6201231"/>
                  </a:lnTo>
                  <a:lnTo>
                    <a:pt x="146770" y="6201231"/>
                  </a:lnTo>
                  <a:lnTo>
                    <a:pt x="146863" y="6201231"/>
                  </a:lnTo>
                  <a:lnTo>
                    <a:pt x="147049" y="6201231"/>
                  </a:lnTo>
                  <a:lnTo>
                    <a:pt x="147143" y="6201231"/>
                  </a:lnTo>
                  <a:lnTo>
                    <a:pt x="147236" y="6201231"/>
                  </a:lnTo>
                  <a:lnTo>
                    <a:pt x="147329" y="6201231"/>
                  </a:lnTo>
                  <a:lnTo>
                    <a:pt x="147422" y="6201231"/>
                  </a:lnTo>
                  <a:lnTo>
                    <a:pt x="147516" y="6201231"/>
                  </a:lnTo>
                  <a:lnTo>
                    <a:pt x="147609" y="6201231"/>
                  </a:lnTo>
                  <a:lnTo>
                    <a:pt x="147702" y="6201231"/>
                  </a:lnTo>
                  <a:lnTo>
                    <a:pt x="147795" y="6201231"/>
                  </a:lnTo>
                  <a:lnTo>
                    <a:pt x="147889" y="6201231"/>
                  </a:lnTo>
                  <a:lnTo>
                    <a:pt x="147982" y="6201231"/>
                  </a:lnTo>
                  <a:lnTo>
                    <a:pt x="147982" y="6191277"/>
                  </a:lnTo>
                  <a:lnTo>
                    <a:pt x="148075" y="6191277"/>
                  </a:lnTo>
                  <a:lnTo>
                    <a:pt x="148168" y="6191277"/>
                  </a:lnTo>
                  <a:lnTo>
                    <a:pt x="148262" y="6191277"/>
                  </a:lnTo>
                  <a:lnTo>
                    <a:pt x="148355" y="6191277"/>
                  </a:lnTo>
                  <a:lnTo>
                    <a:pt x="148448" y="6191277"/>
                  </a:lnTo>
                  <a:lnTo>
                    <a:pt x="148541" y="6191277"/>
                  </a:lnTo>
                  <a:lnTo>
                    <a:pt x="148635" y="6191277"/>
                  </a:lnTo>
                  <a:lnTo>
                    <a:pt x="148728" y="6191277"/>
                  </a:lnTo>
                  <a:lnTo>
                    <a:pt x="148821" y="6191277"/>
                  </a:lnTo>
                  <a:lnTo>
                    <a:pt x="149008" y="6191277"/>
                  </a:lnTo>
                  <a:lnTo>
                    <a:pt x="149101" y="6191277"/>
                  </a:lnTo>
                  <a:lnTo>
                    <a:pt x="149194" y="6191277"/>
                  </a:lnTo>
                  <a:lnTo>
                    <a:pt x="149381" y="6191277"/>
                  </a:lnTo>
                  <a:lnTo>
                    <a:pt x="149474" y="6191277"/>
                  </a:lnTo>
                  <a:lnTo>
                    <a:pt x="149660" y="6191277"/>
                  </a:lnTo>
                  <a:lnTo>
                    <a:pt x="149754" y="6191277"/>
                  </a:lnTo>
                  <a:lnTo>
                    <a:pt x="149847" y="6191277"/>
                  </a:lnTo>
                  <a:lnTo>
                    <a:pt x="149940" y="6191277"/>
                  </a:lnTo>
                  <a:lnTo>
                    <a:pt x="150033" y="6191277"/>
                  </a:lnTo>
                  <a:lnTo>
                    <a:pt x="150127" y="6191277"/>
                  </a:lnTo>
                  <a:lnTo>
                    <a:pt x="150220" y="6191277"/>
                  </a:lnTo>
                  <a:lnTo>
                    <a:pt x="150313" y="6191277"/>
                  </a:lnTo>
                  <a:lnTo>
                    <a:pt x="150406" y="6191277"/>
                  </a:lnTo>
                  <a:lnTo>
                    <a:pt x="150500" y="6191277"/>
                  </a:lnTo>
                  <a:lnTo>
                    <a:pt x="150686" y="6191277"/>
                  </a:lnTo>
                  <a:lnTo>
                    <a:pt x="150779" y="6191277"/>
                  </a:lnTo>
                  <a:lnTo>
                    <a:pt x="150873" y="6191277"/>
                  </a:lnTo>
                  <a:lnTo>
                    <a:pt x="150966" y="6191277"/>
                  </a:lnTo>
                  <a:lnTo>
                    <a:pt x="151059" y="6191277"/>
                  </a:lnTo>
                  <a:lnTo>
                    <a:pt x="151152" y="6191277"/>
                  </a:lnTo>
                  <a:lnTo>
                    <a:pt x="151246" y="6191277"/>
                  </a:lnTo>
                  <a:lnTo>
                    <a:pt x="151339" y="6191277"/>
                  </a:lnTo>
                  <a:lnTo>
                    <a:pt x="151432" y="6191277"/>
                  </a:lnTo>
                  <a:lnTo>
                    <a:pt x="151525" y="6191277"/>
                  </a:lnTo>
                  <a:lnTo>
                    <a:pt x="151619" y="6191277"/>
                  </a:lnTo>
                  <a:lnTo>
                    <a:pt x="151712" y="6191277"/>
                  </a:lnTo>
                  <a:lnTo>
                    <a:pt x="151805" y="6191277"/>
                  </a:lnTo>
                  <a:lnTo>
                    <a:pt x="151898" y="6191277"/>
                  </a:lnTo>
                  <a:lnTo>
                    <a:pt x="151992" y="6191277"/>
                  </a:lnTo>
                  <a:lnTo>
                    <a:pt x="152178" y="6191277"/>
                  </a:lnTo>
                  <a:lnTo>
                    <a:pt x="152271" y="6191277"/>
                  </a:lnTo>
                  <a:lnTo>
                    <a:pt x="152365" y="6191277"/>
                  </a:lnTo>
                  <a:lnTo>
                    <a:pt x="152551" y="6191277"/>
                  </a:lnTo>
                  <a:lnTo>
                    <a:pt x="152644" y="6191277"/>
                  </a:lnTo>
                  <a:lnTo>
                    <a:pt x="152831" y="6191277"/>
                  </a:lnTo>
                  <a:lnTo>
                    <a:pt x="152924" y="6191277"/>
                  </a:lnTo>
                  <a:lnTo>
                    <a:pt x="153017" y="6191277"/>
                  </a:lnTo>
                  <a:lnTo>
                    <a:pt x="153204" y="6191277"/>
                  </a:lnTo>
                  <a:lnTo>
                    <a:pt x="153297" y="6191277"/>
                  </a:lnTo>
                  <a:lnTo>
                    <a:pt x="153390" y="6191277"/>
                  </a:lnTo>
                  <a:lnTo>
                    <a:pt x="153483" y="6191277"/>
                  </a:lnTo>
                  <a:lnTo>
                    <a:pt x="153577" y="6191277"/>
                  </a:lnTo>
                  <a:lnTo>
                    <a:pt x="153670" y="6191277"/>
                  </a:lnTo>
                  <a:lnTo>
                    <a:pt x="153763" y="6191277"/>
                  </a:lnTo>
                  <a:lnTo>
                    <a:pt x="153856" y="6191277"/>
                  </a:lnTo>
                  <a:lnTo>
                    <a:pt x="153950" y="6191277"/>
                  </a:lnTo>
                  <a:lnTo>
                    <a:pt x="154043" y="6191277"/>
                  </a:lnTo>
                  <a:lnTo>
                    <a:pt x="154229" y="6191277"/>
                  </a:lnTo>
                  <a:lnTo>
                    <a:pt x="154323" y="6191277"/>
                  </a:lnTo>
                  <a:lnTo>
                    <a:pt x="154509" y="6191277"/>
                  </a:lnTo>
                  <a:lnTo>
                    <a:pt x="154602" y="6191277"/>
                  </a:lnTo>
                  <a:lnTo>
                    <a:pt x="154696" y="6191277"/>
                  </a:lnTo>
                  <a:lnTo>
                    <a:pt x="154789" y="6191277"/>
                  </a:lnTo>
                  <a:lnTo>
                    <a:pt x="154882" y="6191277"/>
                  </a:lnTo>
                  <a:lnTo>
                    <a:pt x="154975" y="6191277"/>
                  </a:lnTo>
                  <a:lnTo>
                    <a:pt x="155069" y="6191277"/>
                  </a:lnTo>
                  <a:lnTo>
                    <a:pt x="155162" y="6191277"/>
                  </a:lnTo>
                  <a:lnTo>
                    <a:pt x="155255" y="6191277"/>
                  </a:lnTo>
                  <a:lnTo>
                    <a:pt x="155348" y="6191277"/>
                  </a:lnTo>
                  <a:lnTo>
                    <a:pt x="155442" y="6191277"/>
                  </a:lnTo>
                  <a:lnTo>
                    <a:pt x="155628" y="6191277"/>
                  </a:lnTo>
                  <a:lnTo>
                    <a:pt x="155721" y="6191277"/>
                  </a:lnTo>
                  <a:lnTo>
                    <a:pt x="155815" y="6191277"/>
                  </a:lnTo>
                  <a:lnTo>
                    <a:pt x="155908" y="6191277"/>
                  </a:lnTo>
                  <a:lnTo>
                    <a:pt x="156001" y="6191277"/>
                  </a:lnTo>
                  <a:lnTo>
                    <a:pt x="156094" y="6191277"/>
                  </a:lnTo>
                  <a:lnTo>
                    <a:pt x="156188" y="6191277"/>
                  </a:lnTo>
                  <a:lnTo>
                    <a:pt x="156281" y="6191277"/>
                  </a:lnTo>
                  <a:lnTo>
                    <a:pt x="156374" y="6191277"/>
                  </a:lnTo>
                  <a:lnTo>
                    <a:pt x="156467" y="6191277"/>
                  </a:lnTo>
                  <a:lnTo>
                    <a:pt x="156561" y="6191277"/>
                  </a:lnTo>
                  <a:lnTo>
                    <a:pt x="156654" y="6191277"/>
                  </a:lnTo>
                  <a:lnTo>
                    <a:pt x="156747" y="6191277"/>
                  </a:lnTo>
                  <a:lnTo>
                    <a:pt x="156934" y="6191277"/>
                  </a:lnTo>
                  <a:lnTo>
                    <a:pt x="157120" y="6191277"/>
                  </a:lnTo>
                  <a:lnTo>
                    <a:pt x="157213" y="6191277"/>
                  </a:lnTo>
                  <a:lnTo>
                    <a:pt x="157307" y="6191277"/>
                  </a:lnTo>
                  <a:lnTo>
                    <a:pt x="157400" y="6191277"/>
                  </a:lnTo>
                  <a:lnTo>
                    <a:pt x="157493" y="6191277"/>
                  </a:lnTo>
                  <a:lnTo>
                    <a:pt x="157586" y="6191277"/>
                  </a:lnTo>
                  <a:lnTo>
                    <a:pt x="157680" y="6191277"/>
                  </a:lnTo>
                  <a:lnTo>
                    <a:pt x="157773" y="6191277"/>
                  </a:lnTo>
                  <a:lnTo>
                    <a:pt x="157866" y="6191277"/>
                  </a:lnTo>
                  <a:lnTo>
                    <a:pt x="158053" y="6191277"/>
                  </a:lnTo>
                  <a:lnTo>
                    <a:pt x="158239" y="6191277"/>
                  </a:lnTo>
                  <a:lnTo>
                    <a:pt x="158332" y="6191277"/>
                  </a:lnTo>
                  <a:lnTo>
                    <a:pt x="158426" y="6191277"/>
                  </a:lnTo>
                  <a:lnTo>
                    <a:pt x="158519" y="6191277"/>
                  </a:lnTo>
                  <a:lnTo>
                    <a:pt x="158612" y="6191277"/>
                  </a:lnTo>
                  <a:lnTo>
                    <a:pt x="158705" y="6191277"/>
                  </a:lnTo>
                  <a:lnTo>
                    <a:pt x="158799" y="6191277"/>
                  </a:lnTo>
                  <a:lnTo>
                    <a:pt x="158892" y="6191277"/>
                  </a:lnTo>
                  <a:lnTo>
                    <a:pt x="158985" y="6191277"/>
                  </a:lnTo>
                  <a:lnTo>
                    <a:pt x="159078" y="6191277"/>
                  </a:lnTo>
                  <a:lnTo>
                    <a:pt x="159265" y="6191277"/>
                  </a:lnTo>
                  <a:lnTo>
                    <a:pt x="159358" y="6191277"/>
                  </a:lnTo>
                  <a:lnTo>
                    <a:pt x="159451" y="6191277"/>
                  </a:lnTo>
                  <a:lnTo>
                    <a:pt x="159545" y="6191277"/>
                  </a:lnTo>
                  <a:lnTo>
                    <a:pt x="159917" y="6191277"/>
                  </a:lnTo>
                  <a:lnTo>
                    <a:pt x="160011" y="6191277"/>
                  </a:lnTo>
                  <a:lnTo>
                    <a:pt x="160104" y="6191277"/>
                  </a:lnTo>
                  <a:lnTo>
                    <a:pt x="160197" y="6191277"/>
                  </a:lnTo>
                  <a:lnTo>
                    <a:pt x="160384" y="6191277"/>
                  </a:lnTo>
                  <a:lnTo>
                    <a:pt x="160477" y="6191277"/>
                  </a:lnTo>
                  <a:lnTo>
                    <a:pt x="160570" y="6191277"/>
                  </a:lnTo>
                  <a:lnTo>
                    <a:pt x="160663" y="6191277"/>
                  </a:lnTo>
                  <a:lnTo>
                    <a:pt x="160757" y="6191277"/>
                  </a:lnTo>
                  <a:lnTo>
                    <a:pt x="160943" y="6191277"/>
                  </a:lnTo>
                  <a:lnTo>
                    <a:pt x="161036" y="6191277"/>
                  </a:lnTo>
                  <a:lnTo>
                    <a:pt x="161130" y="6191277"/>
                  </a:lnTo>
                  <a:lnTo>
                    <a:pt x="161223" y="6191277"/>
                  </a:lnTo>
                  <a:lnTo>
                    <a:pt x="161316" y="6191277"/>
                  </a:lnTo>
                  <a:lnTo>
                    <a:pt x="161409" y="6191277"/>
                  </a:lnTo>
                  <a:lnTo>
                    <a:pt x="161503" y="6191277"/>
                  </a:lnTo>
                  <a:lnTo>
                    <a:pt x="161689" y="6191277"/>
                  </a:lnTo>
                  <a:lnTo>
                    <a:pt x="161782" y="6191277"/>
                  </a:lnTo>
                  <a:lnTo>
                    <a:pt x="161876" y="6191277"/>
                  </a:lnTo>
                  <a:lnTo>
                    <a:pt x="161969" y="6191277"/>
                  </a:lnTo>
                  <a:lnTo>
                    <a:pt x="162062" y="6191277"/>
                  </a:lnTo>
                  <a:lnTo>
                    <a:pt x="162155" y="6191277"/>
                  </a:lnTo>
                  <a:lnTo>
                    <a:pt x="162249" y="6191277"/>
                  </a:lnTo>
                  <a:lnTo>
                    <a:pt x="162342" y="6191277"/>
                  </a:lnTo>
                  <a:lnTo>
                    <a:pt x="162528" y="6191277"/>
                  </a:lnTo>
                  <a:lnTo>
                    <a:pt x="162622" y="6191277"/>
                  </a:lnTo>
                  <a:lnTo>
                    <a:pt x="162715" y="6191277"/>
                  </a:lnTo>
                  <a:lnTo>
                    <a:pt x="162808" y="6191277"/>
                  </a:lnTo>
                  <a:lnTo>
                    <a:pt x="162901" y="6191277"/>
                  </a:lnTo>
                  <a:lnTo>
                    <a:pt x="162995" y="6191277"/>
                  </a:lnTo>
                  <a:lnTo>
                    <a:pt x="163088" y="6191277"/>
                  </a:lnTo>
                  <a:lnTo>
                    <a:pt x="163181" y="6191277"/>
                  </a:lnTo>
                  <a:lnTo>
                    <a:pt x="163274" y="6191277"/>
                  </a:lnTo>
                  <a:lnTo>
                    <a:pt x="163368" y="6191277"/>
                  </a:lnTo>
                  <a:lnTo>
                    <a:pt x="163461" y="6191277"/>
                  </a:lnTo>
                  <a:lnTo>
                    <a:pt x="163741" y="6191277"/>
                  </a:lnTo>
                  <a:lnTo>
                    <a:pt x="163927" y="6191277"/>
                  </a:lnTo>
                  <a:lnTo>
                    <a:pt x="164020" y="6191277"/>
                  </a:lnTo>
                  <a:lnTo>
                    <a:pt x="164207" y="6191277"/>
                  </a:lnTo>
                  <a:lnTo>
                    <a:pt x="164207" y="6181323"/>
                  </a:lnTo>
                  <a:lnTo>
                    <a:pt x="164300" y="6181323"/>
                  </a:lnTo>
                  <a:lnTo>
                    <a:pt x="164487" y="6181323"/>
                  </a:lnTo>
                  <a:lnTo>
                    <a:pt x="164580" y="6181323"/>
                  </a:lnTo>
                  <a:lnTo>
                    <a:pt x="164673" y="6181323"/>
                  </a:lnTo>
                  <a:lnTo>
                    <a:pt x="164766" y="6181323"/>
                  </a:lnTo>
                  <a:lnTo>
                    <a:pt x="164860" y="6181323"/>
                  </a:lnTo>
                  <a:lnTo>
                    <a:pt x="164953" y="6181323"/>
                  </a:lnTo>
                  <a:lnTo>
                    <a:pt x="165139" y="6181323"/>
                  </a:lnTo>
                  <a:lnTo>
                    <a:pt x="165326" y="6181323"/>
                  </a:lnTo>
                  <a:lnTo>
                    <a:pt x="165419" y="6181323"/>
                  </a:lnTo>
                  <a:lnTo>
                    <a:pt x="165512" y="6181323"/>
                  </a:lnTo>
                  <a:lnTo>
                    <a:pt x="165606" y="6181323"/>
                  </a:lnTo>
                  <a:lnTo>
                    <a:pt x="165792" y="6181323"/>
                  </a:lnTo>
                  <a:lnTo>
                    <a:pt x="165885" y="6181323"/>
                  </a:lnTo>
                  <a:lnTo>
                    <a:pt x="165979" y="6181323"/>
                  </a:lnTo>
                  <a:lnTo>
                    <a:pt x="166165" y="6181323"/>
                  </a:lnTo>
                  <a:lnTo>
                    <a:pt x="166258" y="6181323"/>
                  </a:lnTo>
                  <a:lnTo>
                    <a:pt x="166352" y="6181323"/>
                  </a:lnTo>
                  <a:lnTo>
                    <a:pt x="166445" y="6181323"/>
                  </a:lnTo>
                  <a:lnTo>
                    <a:pt x="166631" y="6181323"/>
                  </a:lnTo>
                  <a:lnTo>
                    <a:pt x="166724" y="6181323"/>
                  </a:lnTo>
                  <a:lnTo>
                    <a:pt x="166911" y="6181323"/>
                  </a:lnTo>
                  <a:lnTo>
                    <a:pt x="167004" y="6181323"/>
                  </a:lnTo>
                  <a:lnTo>
                    <a:pt x="167097" y="6181323"/>
                  </a:lnTo>
                  <a:lnTo>
                    <a:pt x="167191" y="6181323"/>
                  </a:lnTo>
                  <a:lnTo>
                    <a:pt x="167284" y="6181323"/>
                  </a:lnTo>
                  <a:lnTo>
                    <a:pt x="167564" y="6181323"/>
                  </a:lnTo>
                  <a:lnTo>
                    <a:pt x="167657" y="6171370"/>
                  </a:lnTo>
                  <a:lnTo>
                    <a:pt x="167750" y="6171370"/>
                  </a:lnTo>
                  <a:lnTo>
                    <a:pt x="167843" y="6171370"/>
                  </a:lnTo>
                  <a:lnTo>
                    <a:pt x="167937" y="6171370"/>
                  </a:lnTo>
                  <a:lnTo>
                    <a:pt x="168030" y="6171370"/>
                  </a:lnTo>
                  <a:lnTo>
                    <a:pt x="168123" y="6171370"/>
                  </a:lnTo>
                  <a:lnTo>
                    <a:pt x="168216" y="6171370"/>
                  </a:lnTo>
                  <a:lnTo>
                    <a:pt x="168310" y="6171370"/>
                  </a:lnTo>
                  <a:lnTo>
                    <a:pt x="168403" y="6171370"/>
                  </a:lnTo>
                  <a:lnTo>
                    <a:pt x="168496" y="6171370"/>
                  </a:lnTo>
                  <a:lnTo>
                    <a:pt x="168589" y="6171370"/>
                  </a:lnTo>
                  <a:lnTo>
                    <a:pt x="168683" y="6171370"/>
                  </a:lnTo>
                  <a:lnTo>
                    <a:pt x="168776" y="6171370"/>
                  </a:lnTo>
                  <a:lnTo>
                    <a:pt x="168869" y="6171370"/>
                  </a:lnTo>
                  <a:lnTo>
                    <a:pt x="168962" y="6171370"/>
                  </a:lnTo>
                  <a:lnTo>
                    <a:pt x="169056" y="6171370"/>
                  </a:lnTo>
                  <a:lnTo>
                    <a:pt x="169149" y="6171370"/>
                  </a:lnTo>
                  <a:lnTo>
                    <a:pt x="169242" y="6171370"/>
                  </a:lnTo>
                  <a:lnTo>
                    <a:pt x="169335" y="6171370"/>
                  </a:lnTo>
                  <a:lnTo>
                    <a:pt x="169429" y="6171370"/>
                  </a:lnTo>
                  <a:lnTo>
                    <a:pt x="169522" y="6171370"/>
                  </a:lnTo>
                  <a:lnTo>
                    <a:pt x="169615" y="6171370"/>
                  </a:lnTo>
                  <a:lnTo>
                    <a:pt x="169708" y="6171370"/>
                  </a:lnTo>
                  <a:lnTo>
                    <a:pt x="169802" y="6171370"/>
                  </a:lnTo>
                  <a:lnTo>
                    <a:pt x="169895" y="6171370"/>
                  </a:lnTo>
                  <a:lnTo>
                    <a:pt x="169988" y="6171370"/>
                  </a:lnTo>
                  <a:lnTo>
                    <a:pt x="170081" y="6171370"/>
                  </a:lnTo>
                  <a:lnTo>
                    <a:pt x="170175" y="6171370"/>
                  </a:lnTo>
                  <a:lnTo>
                    <a:pt x="170268" y="6171370"/>
                  </a:lnTo>
                  <a:lnTo>
                    <a:pt x="170361" y="6171370"/>
                  </a:lnTo>
                  <a:lnTo>
                    <a:pt x="170454" y="6171370"/>
                  </a:lnTo>
                  <a:lnTo>
                    <a:pt x="170548" y="6171370"/>
                  </a:lnTo>
                  <a:lnTo>
                    <a:pt x="170641" y="6171370"/>
                  </a:lnTo>
                  <a:lnTo>
                    <a:pt x="170734" y="6171370"/>
                  </a:lnTo>
                  <a:lnTo>
                    <a:pt x="170827" y="6171370"/>
                  </a:lnTo>
                  <a:lnTo>
                    <a:pt x="170921" y="6171370"/>
                  </a:lnTo>
                  <a:lnTo>
                    <a:pt x="171014" y="6171370"/>
                  </a:lnTo>
                  <a:lnTo>
                    <a:pt x="171107" y="6171370"/>
                  </a:lnTo>
                  <a:lnTo>
                    <a:pt x="171200" y="6171370"/>
                  </a:lnTo>
                  <a:lnTo>
                    <a:pt x="171294" y="6171370"/>
                  </a:lnTo>
                  <a:lnTo>
                    <a:pt x="171480" y="6171370"/>
                  </a:lnTo>
                  <a:lnTo>
                    <a:pt x="171573" y="6171370"/>
                  </a:lnTo>
                  <a:lnTo>
                    <a:pt x="171760" y="6171370"/>
                  </a:lnTo>
                  <a:lnTo>
                    <a:pt x="172040" y="6171370"/>
                  </a:lnTo>
                  <a:lnTo>
                    <a:pt x="172319" y="6171370"/>
                  </a:lnTo>
                  <a:lnTo>
                    <a:pt x="172413" y="6171370"/>
                  </a:lnTo>
                  <a:lnTo>
                    <a:pt x="172506" y="6171370"/>
                  </a:lnTo>
                  <a:lnTo>
                    <a:pt x="172692" y="6171370"/>
                  </a:lnTo>
                  <a:lnTo>
                    <a:pt x="172786" y="6171370"/>
                  </a:lnTo>
                  <a:lnTo>
                    <a:pt x="173065" y="6171370"/>
                  </a:lnTo>
                  <a:lnTo>
                    <a:pt x="173159" y="6171370"/>
                  </a:lnTo>
                  <a:lnTo>
                    <a:pt x="173252" y="6171370"/>
                  </a:lnTo>
                  <a:lnTo>
                    <a:pt x="173438" y="6171370"/>
                  </a:lnTo>
                  <a:lnTo>
                    <a:pt x="173625" y="6171370"/>
                  </a:lnTo>
                  <a:lnTo>
                    <a:pt x="173718" y="6171370"/>
                  </a:lnTo>
                  <a:lnTo>
                    <a:pt x="173811" y="6171370"/>
                  </a:lnTo>
                  <a:lnTo>
                    <a:pt x="173904" y="6171370"/>
                  </a:lnTo>
                  <a:lnTo>
                    <a:pt x="174091" y="6171370"/>
                  </a:lnTo>
                  <a:lnTo>
                    <a:pt x="174184" y="6171370"/>
                  </a:lnTo>
                  <a:lnTo>
                    <a:pt x="174277" y="6171370"/>
                  </a:lnTo>
                  <a:lnTo>
                    <a:pt x="174557" y="6171370"/>
                  </a:lnTo>
                  <a:lnTo>
                    <a:pt x="174650" y="6171370"/>
                  </a:lnTo>
                  <a:lnTo>
                    <a:pt x="174744" y="6171370"/>
                  </a:lnTo>
                  <a:lnTo>
                    <a:pt x="174837" y="6171370"/>
                  </a:lnTo>
                  <a:lnTo>
                    <a:pt x="174930" y="6171370"/>
                  </a:lnTo>
                  <a:lnTo>
                    <a:pt x="175023" y="6171370"/>
                  </a:lnTo>
                  <a:lnTo>
                    <a:pt x="175117" y="6161416"/>
                  </a:lnTo>
                  <a:lnTo>
                    <a:pt x="175396" y="6161416"/>
                  </a:lnTo>
                  <a:lnTo>
                    <a:pt x="175490" y="6161416"/>
                  </a:lnTo>
                  <a:lnTo>
                    <a:pt x="175583" y="6161416"/>
                  </a:lnTo>
                  <a:lnTo>
                    <a:pt x="175676" y="6161416"/>
                  </a:lnTo>
                  <a:lnTo>
                    <a:pt x="175769" y="6161416"/>
                  </a:lnTo>
                  <a:lnTo>
                    <a:pt x="175863" y="6161416"/>
                  </a:lnTo>
                  <a:lnTo>
                    <a:pt x="175956" y="6161416"/>
                  </a:lnTo>
                  <a:lnTo>
                    <a:pt x="176049" y="6161416"/>
                  </a:lnTo>
                  <a:lnTo>
                    <a:pt x="176142" y="6161416"/>
                  </a:lnTo>
                  <a:lnTo>
                    <a:pt x="176236" y="6161416"/>
                  </a:lnTo>
                  <a:lnTo>
                    <a:pt x="176422" y="6161416"/>
                  </a:lnTo>
                  <a:lnTo>
                    <a:pt x="176609" y="6161416"/>
                  </a:lnTo>
                  <a:lnTo>
                    <a:pt x="176702" y="6161416"/>
                  </a:lnTo>
                  <a:lnTo>
                    <a:pt x="176795" y="6161416"/>
                  </a:lnTo>
                  <a:lnTo>
                    <a:pt x="176888" y="6161416"/>
                  </a:lnTo>
                  <a:lnTo>
                    <a:pt x="176982" y="6161416"/>
                  </a:lnTo>
                  <a:lnTo>
                    <a:pt x="177075" y="6161416"/>
                  </a:lnTo>
                  <a:lnTo>
                    <a:pt x="177168" y="6161416"/>
                  </a:lnTo>
                  <a:lnTo>
                    <a:pt x="177168" y="6151462"/>
                  </a:lnTo>
                  <a:lnTo>
                    <a:pt x="177168" y="6141508"/>
                  </a:lnTo>
                  <a:lnTo>
                    <a:pt x="177355" y="6141508"/>
                  </a:lnTo>
                  <a:lnTo>
                    <a:pt x="177448" y="6141508"/>
                  </a:lnTo>
                  <a:lnTo>
                    <a:pt x="177541" y="6141508"/>
                  </a:lnTo>
                  <a:lnTo>
                    <a:pt x="177634" y="6141508"/>
                  </a:lnTo>
                  <a:lnTo>
                    <a:pt x="177728" y="6141508"/>
                  </a:lnTo>
                  <a:lnTo>
                    <a:pt x="177821" y="6141508"/>
                  </a:lnTo>
                  <a:lnTo>
                    <a:pt x="177914" y="6141508"/>
                  </a:lnTo>
                  <a:lnTo>
                    <a:pt x="178007" y="6141508"/>
                  </a:lnTo>
                  <a:lnTo>
                    <a:pt x="178101" y="6141508"/>
                  </a:lnTo>
                  <a:lnTo>
                    <a:pt x="178194" y="6141508"/>
                  </a:lnTo>
                  <a:lnTo>
                    <a:pt x="178287" y="6141508"/>
                  </a:lnTo>
                  <a:lnTo>
                    <a:pt x="178380" y="6141508"/>
                  </a:lnTo>
                  <a:lnTo>
                    <a:pt x="178474" y="6141508"/>
                  </a:lnTo>
                  <a:lnTo>
                    <a:pt x="178567" y="6141508"/>
                  </a:lnTo>
                  <a:lnTo>
                    <a:pt x="178660" y="6141508"/>
                  </a:lnTo>
                  <a:lnTo>
                    <a:pt x="178753" y="6141508"/>
                  </a:lnTo>
                  <a:lnTo>
                    <a:pt x="178847" y="6141508"/>
                  </a:lnTo>
                  <a:lnTo>
                    <a:pt x="178940" y="6141508"/>
                  </a:lnTo>
                  <a:lnTo>
                    <a:pt x="179033" y="6141508"/>
                  </a:lnTo>
                  <a:lnTo>
                    <a:pt x="179126" y="6141508"/>
                  </a:lnTo>
                  <a:lnTo>
                    <a:pt x="179220" y="6141508"/>
                  </a:lnTo>
                  <a:lnTo>
                    <a:pt x="179406" y="6141508"/>
                  </a:lnTo>
                  <a:lnTo>
                    <a:pt x="179593" y="6141508"/>
                  </a:lnTo>
                  <a:lnTo>
                    <a:pt x="179779" y="6141508"/>
                  </a:lnTo>
                  <a:lnTo>
                    <a:pt x="179872" y="6141508"/>
                  </a:lnTo>
                  <a:lnTo>
                    <a:pt x="179966" y="6141508"/>
                  </a:lnTo>
                  <a:lnTo>
                    <a:pt x="180152" y="6141508"/>
                  </a:lnTo>
                  <a:lnTo>
                    <a:pt x="180245" y="6141508"/>
                  </a:lnTo>
                  <a:lnTo>
                    <a:pt x="180339" y="6141508"/>
                  </a:lnTo>
                  <a:lnTo>
                    <a:pt x="180525" y="6141508"/>
                  </a:lnTo>
                  <a:lnTo>
                    <a:pt x="180618" y="6141508"/>
                  </a:lnTo>
                  <a:lnTo>
                    <a:pt x="180711" y="6141508"/>
                  </a:lnTo>
                  <a:lnTo>
                    <a:pt x="180805" y="6141508"/>
                  </a:lnTo>
                  <a:lnTo>
                    <a:pt x="180898" y="6141508"/>
                  </a:lnTo>
                  <a:lnTo>
                    <a:pt x="180991" y="6141508"/>
                  </a:lnTo>
                  <a:lnTo>
                    <a:pt x="181084" y="6141508"/>
                  </a:lnTo>
                  <a:lnTo>
                    <a:pt x="181178" y="6141508"/>
                  </a:lnTo>
                  <a:lnTo>
                    <a:pt x="181271" y="6141508"/>
                  </a:lnTo>
                  <a:lnTo>
                    <a:pt x="181364" y="6141508"/>
                  </a:lnTo>
                  <a:lnTo>
                    <a:pt x="181457" y="6141508"/>
                  </a:lnTo>
                  <a:lnTo>
                    <a:pt x="181737" y="6141508"/>
                  </a:lnTo>
                  <a:lnTo>
                    <a:pt x="181830" y="6141508"/>
                  </a:lnTo>
                  <a:lnTo>
                    <a:pt x="181924" y="6141508"/>
                  </a:lnTo>
                  <a:lnTo>
                    <a:pt x="182017" y="6141508"/>
                  </a:lnTo>
                  <a:lnTo>
                    <a:pt x="182110" y="6141508"/>
                  </a:lnTo>
                  <a:lnTo>
                    <a:pt x="182297" y="6141508"/>
                  </a:lnTo>
                  <a:lnTo>
                    <a:pt x="182390" y="6141508"/>
                  </a:lnTo>
                  <a:lnTo>
                    <a:pt x="182483" y="6141508"/>
                  </a:lnTo>
                  <a:lnTo>
                    <a:pt x="182576" y="6141508"/>
                  </a:lnTo>
                  <a:lnTo>
                    <a:pt x="182670" y="6141508"/>
                  </a:lnTo>
                  <a:lnTo>
                    <a:pt x="182763" y="6141508"/>
                  </a:lnTo>
                  <a:lnTo>
                    <a:pt x="182856" y="6141508"/>
                  </a:lnTo>
                  <a:lnTo>
                    <a:pt x="182949" y="6141508"/>
                  </a:lnTo>
                  <a:lnTo>
                    <a:pt x="183043" y="6141508"/>
                  </a:lnTo>
                  <a:lnTo>
                    <a:pt x="183136" y="6141508"/>
                  </a:lnTo>
                  <a:lnTo>
                    <a:pt x="183229" y="6141508"/>
                  </a:lnTo>
                  <a:lnTo>
                    <a:pt x="183322" y="6141508"/>
                  </a:lnTo>
                  <a:lnTo>
                    <a:pt x="183416" y="6141508"/>
                  </a:lnTo>
                  <a:lnTo>
                    <a:pt x="183509" y="6141508"/>
                  </a:lnTo>
                  <a:lnTo>
                    <a:pt x="183602" y="6141508"/>
                  </a:lnTo>
                  <a:lnTo>
                    <a:pt x="183882" y="6141508"/>
                  </a:lnTo>
                  <a:lnTo>
                    <a:pt x="184068" y="6141508"/>
                  </a:lnTo>
                  <a:lnTo>
                    <a:pt x="184162" y="6141508"/>
                  </a:lnTo>
                  <a:lnTo>
                    <a:pt x="184255" y="6141508"/>
                  </a:lnTo>
                  <a:lnTo>
                    <a:pt x="184348" y="6141508"/>
                  </a:lnTo>
                  <a:lnTo>
                    <a:pt x="184441" y="6141508"/>
                  </a:lnTo>
                  <a:lnTo>
                    <a:pt x="184535" y="6141508"/>
                  </a:lnTo>
                  <a:lnTo>
                    <a:pt x="184628" y="6141508"/>
                  </a:lnTo>
                  <a:lnTo>
                    <a:pt x="184721" y="6141508"/>
                  </a:lnTo>
                  <a:lnTo>
                    <a:pt x="184814" y="6141508"/>
                  </a:lnTo>
                  <a:lnTo>
                    <a:pt x="184908" y="6141508"/>
                  </a:lnTo>
                  <a:lnTo>
                    <a:pt x="185001" y="6141508"/>
                  </a:lnTo>
                  <a:lnTo>
                    <a:pt x="185094" y="6141508"/>
                  </a:lnTo>
                  <a:lnTo>
                    <a:pt x="185187" y="6141508"/>
                  </a:lnTo>
                  <a:lnTo>
                    <a:pt x="185281" y="6141508"/>
                  </a:lnTo>
                  <a:lnTo>
                    <a:pt x="185374" y="6141508"/>
                  </a:lnTo>
                  <a:lnTo>
                    <a:pt x="185467" y="6141508"/>
                  </a:lnTo>
                  <a:lnTo>
                    <a:pt x="185560" y="6141508"/>
                  </a:lnTo>
                  <a:lnTo>
                    <a:pt x="185747" y="6141508"/>
                  </a:lnTo>
                  <a:lnTo>
                    <a:pt x="185840" y="6141508"/>
                  </a:lnTo>
                  <a:lnTo>
                    <a:pt x="185933" y="6141508"/>
                  </a:lnTo>
                  <a:lnTo>
                    <a:pt x="186027" y="6141508"/>
                  </a:lnTo>
                  <a:lnTo>
                    <a:pt x="186120" y="6141508"/>
                  </a:lnTo>
                  <a:lnTo>
                    <a:pt x="186213" y="6141508"/>
                  </a:lnTo>
                  <a:lnTo>
                    <a:pt x="186306" y="6141508"/>
                  </a:lnTo>
                  <a:lnTo>
                    <a:pt x="186400" y="6141508"/>
                  </a:lnTo>
                  <a:lnTo>
                    <a:pt x="186493" y="6141508"/>
                  </a:lnTo>
                  <a:lnTo>
                    <a:pt x="186679" y="6141508"/>
                  </a:lnTo>
                  <a:lnTo>
                    <a:pt x="187052" y="6141508"/>
                  </a:lnTo>
                  <a:lnTo>
                    <a:pt x="187146" y="6141508"/>
                  </a:lnTo>
                  <a:lnTo>
                    <a:pt x="187239" y="6141508"/>
                  </a:lnTo>
                  <a:lnTo>
                    <a:pt x="187332" y="6141508"/>
                  </a:lnTo>
                  <a:lnTo>
                    <a:pt x="187518" y="6141508"/>
                  </a:lnTo>
                  <a:lnTo>
                    <a:pt x="187612" y="6141508"/>
                  </a:lnTo>
                  <a:lnTo>
                    <a:pt x="187891" y="6141508"/>
                  </a:lnTo>
                  <a:lnTo>
                    <a:pt x="187985" y="6141508"/>
                  </a:lnTo>
                  <a:lnTo>
                    <a:pt x="188078" y="6141508"/>
                  </a:lnTo>
                  <a:lnTo>
                    <a:pt x="188171" y="6141508"/>
                  </a:lnTo>
                  <a:lnTo>
                    <a:pt x="188264" y="6141508"/>
                  </a:lnTo>
                  <a:lnTo>
                    <a:pt x="188358" y="6141508"/>
                  </a:lnTo>
                  <a:lnTo>
                    <a:pt x="188451" y="6141508"/>
                  </a:lnTo>
                  <a:lnTo>
                    <a:pt x="188544" y="6141508"/>
                  </a:lnTo>
                  <a:lnTo>
                    <a:pt x="188637" y="6141508"/>
                  </a:lnTo>
                  <a:lnTo>
                    <a:pt x="188824" y="6141508"/>
                  </a:lnTo>
                  <a:lnTo>
                    <a:pt x="188917" y="6141508"/>
                  </a:lnTo>
                  <a:lnTo>
                    <a:pt x="189010" y="6141508"/>
                  </a:lnTo>
                  <a:lnTo>
                    <a:pt x="189104" y="6141508"/>
                  </a:lnTo>
                  <a:lnTo>
                    <a:pt x="189197" y="6141508"/>
                  </a:lnTo>
                  <a:lnTo>
                    <a:pt x="189290" y="6141508"/>
                  </a:lnTo>
                  <a:lnTo>
                    <a:pt x="189477" y="6141508"/>
                  </a:lnTo>
                  <a:lnTo>
                    <a:pt x="189570" y="6141508"/>
                  </a:lnTo>
                  <a:lnTo>
                    <a:pt x="189663" y="6141508"/>
                  </a:lnTo>
                  <a:lnTo>
                    <a:pt x="189756" y="6141508"/>
                  </a:lnTo>
                  <a:lnTo>
                    <a:pt x="190036" y="6141508"/>
                  </a:lnTo>
                  <a:lnTo>
                    <a:pt x="190129" y="6141508"/>
                  </a:lnTo>
                  <a:lnTo>
                    <a:pt x="190316" y="6141508"/>
                  </a:lnTo>
                  <a:lnTo>
                    <a:pt x="190596" y="6141508"/>
                  </a:lnTo>
                  <a:lnTo>
                    <a:pt x="190689" y="6141508"/>
                  </a:lnTo>
                  <a:lnTo>
                    <a:pt x="190782" y="6141508"/>
                  </a:lnTo>
                  <a:lnTo>
                    <a:pt x="190875" y="6141508"/>
                  </a:lnTo>
                  <a:lnTo>
                    <a:pt x="190969" y="6141508"/>
                  </a:lnTo>
                  <a:lnTo>
                    <a:pt x="191062" y="6141508"/>
                  </a:lnTo>
                  <a:lnTo>
                    <a:pt x="191155" y="6141508"/>
                  </a:lnTo>
                  <a:lnTo>
                    <a:pt x="191248" y="6141508"/>
                  </a:lnTo>
                  <a:lnTo>
                    <a:pt x="191342" y="6141508"/>
                  </a:lnTo>
                  <a:lnTo>
                    <a:pt x="191435" y="6141508"/>
                  </a:lnTo>
                  <a:lnTo>
                    <a:pt x="191528" y="6141508"/>
                  </a:lnTo>
                  <a:lnTo>
                    <a:pt x="191715" y="6141508"/>
                  </a:lnTo>
                  <a:lnTo>
                    <a:pt x="191808" y="6141508"/>
                  </a:lnTo>
                  <a:lnTo>
                    <a:pt x="191901" y="6141508"/>
                  </a:lnTo>
                  <a:lnTo>
                    <a:pt x="191994" y="6141508"/>
                  </a:lnTo>
                  <a:lnTo>
                    <a:pt x="192181" y="6141508"/>
                  </a:lnTo>
                  <a:lnTo>
                    <a:pt x="192274" y="6141508"/>
                  </a:lnTo>
                  <a:lnTo>
                    <a:pt x="192554" y="6141508"/>
                  </a:lnTo>
                  <a:lnTo>
                    <a:pt x="192647" y="6141508"/>
                  </a:lnTo>
                  <a:lnTo>
                    <a:pt x="192927" y="6141508"/>
                  </a:lnTo>
                  <a:lnTo>
                    <a:pt x="193300" y="6141508"/>
                  </a:lnTo>
                  <a:lnTo>
                    <a:pt x="193393" y="6141508"/>
                  </a:lnTo>
                  <a:lnTo>
                    <a:pt x="193486" y="6141508"/>
                  </a:lnTo>
                  <a:lnTo>
                    <a:pt x="193580" y="6141508"/>
                  </a:lnTo>
                  <a:lnTo>
                    <a:pt x="193673" y="6141508"/>
                  </a:lnTo>
                  <a:lnTo>
                    <a:pt x="193766" y="6141508"/>
                  </a:lnTo>
                  <a:lnTo>
                    <a:pt x="193859" y="6141508"/>
                  </a:lnTo>
                  <a:lnTo>
                    <a:pt x="193953" y="6141508"/>
                  </a:lnTo>
                  <a:lnTo>
                    <a:pt x="194046" y="6141508"/>
                  </a:lnTo>
                  <a:lnTo>
                    <a:pt x="194139" y="6141508"/>
                  </a:lnTo>
                  <a:lnTo>
                    <a:pt x="194232" y="6141508"/>
                  </a:lnTo>
                  <a:lnTo>
                    <a:pt x="194325" y="6141508"/>
                  </a:lnTo>
                  <a:lnTo>
                    <a:pt x="194419" y="6141508"/>
                  </a:lnTo>
                  <a:lnTo>
                    <a:pt x="194512" y="6141508"/>
                  </a:lnTo>
                  <a:lnTo>
                    <a:pt x="194698" y="6141508"/>
                  </a:lnTo>
                  <a:lnTo>
                    <a:pt x="194792" y="6141508"/>
                  </a:lnTo>
                  <a:lnTo>
                    <a:pt x="194885" y="6141508"/>
                  </a:lnTo>
                  <a:lnTo>
                    <a:pt x="194978" y="6141508"/>
                  </a:lnTo>
                  <a:lnTo>
                    <a:pt x="195071" y="6141508"/>
                  </a:lnTo>
                  <a:lnTo>
                    <a:pt x="195165" y="6141508"/>
                  </a:lnTo>
                  <a:lnTo>
                    <a:pt x="195351" y="6141508"/>
                  </a:lnTo>
                  <a:lnTo>
                    <a:pt x="195444" y="6141508"/>
                  </a:lnTo>
                  <a:lnTo>
                    <a:pt x="195538" y="6141508"/>
                  </a:lnTo>
                  <a:lnTo>
                    <a:pt x="195631" y="6141508"/>
                  </a:lnTo>
                  <a:lnTo>
                    <a:pt x="195724" y="6141508"/>
                  </a:lnTo>
                  <a:lnTo>
                    <a:pt x="195817" y="6141508"/>
                  </a:lnTo>
                  <a:lnTo>
                    <a:pt x="195911" y="6141508"/>
                  </a:lnTo>
                  <a:lnTo>
                    <a:pt x="196004" y="6141508"/>
                  </a:lnTo>
                  <a:lnTo>
                    <a:pt x="196004" y="6131554"/>
                  </a:lnTo>
                  <a:lnTo>
                    <a:pt x="196097" y="6131554"/>
                  </a:lnTo>
                  <a:lnTo>
                    <a:pt x="196190" y="6131554"/>
                  </a:lnTo>
                  <a:lnTo>
                    <a:pt x="196377" y="6131554"/>
                  </a:lnTo>
                  <a:lnTo>
                    <a:pt x="196470" y="6131554"/>
                  </a:lnTo>
                  <a:lnTo>
                    <a:pt x="196563" y="6131554"/>
                  </a:lnTo>
                  <a:lnTo>
                    <a:pt x="196657" y="6131554"/>
                  </a:lnTo>
                  <a:lnTo>
                    <a:pt x="196750" y="6131554"/>
                  </a:lnTo>
                  <a:lnTo>
                    <a:pt x="196843" y="6131554"/>
                  </a:lnTo>
                  <a:lnTo>
                    <a:pt x="196936" y="6131554"/>
                  </a:lnTo>
                  <a:lnTo>
                    <a:pt x="197030" y="6131554"/>
                  </a:lnTo>
                  <a:lnTo>
                    <a:pt x="197123" y="6131554"/>
                  </a:lnTo>
                  <a:lnTo>
                    <a:pt x="197216" y="6131554"/>
                  </a:lnTo>
                  <a:lnTo>
                    <a:pt x="197309" y="6131554"/>
                  </a:lnTo>
                  <a:lnTo>
                    <a:pt x="197403" y="6131554"/>
                  </a:lnTo>
                  <a:lnTo>
                    <a:pt x="197496" y="6131554"/>
                  </a:lnTo>
                  <a:lnTo>
                    <a:pt x="197682" y="6131554"/>
                  </a:lnTo>
                  <a:lnTo>
                    <a:pt x="197776" y="6131554"/>
                  </a:lnTo>
                  <a:lnTo>
                    <a:pt x="197869" y="6131554"/>
                  </a:lnTo>
                  <a:lnTo>
                    <a:pt x="198149" y="6131554"/>
                  </a:lnTo>
                  <a:lnTo>
                    <a:pt x="198335" y="6131554"/>
                  </a:lnTo>
                  <a:lnTo>
                    <a:pt x="198428" y="6131554"/>
                  </a:lnTo>
                  <a:lnTo>
                    <a:pt x="198522" y="6131554"/>
                  </a:lnTo>
                  <a:lnTo>
                    <a:pt x="198615" y="6131554"/>
                  </a:lnTo>
                  <a:lnTo>
                    <a:pt x="198801" y="6131554"/>
                  </a:lnTo>
                  <a:lnTo>
                    <a:pt x="198988" y="6131554"/>
                  </a:lnTo>
                  <a:lnTo>
                    <a:pt x="199081" y="6131554"/>
                  </a:lnTo>
                  <a:lnTo>
                    <a:pt x="199268" y="6131554"/>
                  </a:lnTo>
                  <a:lnTo>
                    <a:pt x="199361" y="6131554"/>
                  </a:lnTo>
                  <a:lnTo>
                    <a:pt x="199454" y="6131554"/>
                  </a:lnTo>
                  <a:lnTo>
                    <a:pt x="199547" y="6131554"/>
                  </a:lnTo>
                  <a:lnTo>
                    <a:pt x="199641" y="6131554"/>
                  </a:lnTo>
                  <a:lnTo>
                    <a:pt x="199920" y="6131554"/>
                  </a:lnTo>
                  <a:lnTo>
                    <a:pt x="200014" y="6131554"/>
                  </a:lnTo>
                  <a:lnTo>
                    <a:pt x="200107" y="6131554"/>
                  </a:lnTo>
                  <a:lnTo>
                    <a:pt x="200200" y="6131554"/>
                  </a:lnTo>
                  <a:lnTo>
                    <a:pt x="200293" y="6131554"/>
                  </a:lnTo>
                  <a:lnTo>
                    <a:pt x="200387" y="6131554"/>
                  </a:lnTo>
                  <a:lnTo>
                    <a:pt x="200573" y="6131554"/>
                  </a:lnTo>
                  <a:lnTo>
                    <a:pt x="200666" y="6131554"/>
                  </a:lnTo>
                  <a:lnTo>
                    <a:pt x="200760" y="6131554"/>
                  </a:lnTo>
                  <a:lnTo>
                    <a:pt x="200853" y="6131554"/>
                  </a:lnTo>
                  <a:lnTo>
                    <a:pt x="200946" y="6131554"/>
                  </a:lnTo>
                  <a:lnTo>
                    <a:pt x="201039" y="6131554"/>
                  </a:lnTo>
                  <a:lnTo>
                    <a:pt x="201133" y="6131554"/>
                  </a:lnTo>
                  <a:lnTo>
                    <a:pt x="201226" y="6131554"/>
                  </a:lnTo>
                  <a:lnTo>
                    <a:pt x="201412" y="6131554"/>
                  </a:lnTo>
                  <a:lnTo>
                    <a:pt x="201599" y="6131554"/>
                  </a:lnTo>
                  <a:lnTo>
                    <a:pt x="201692" y="6131554"/>
                  </a:lnTo>
                  <a:lnTo>
                    <a:pt x="201785" y="6131554"/>
                  </a:lnTo>
                  <a:lnTo>
                    <a:pt x="201878" y="6131554"/>
                  </a:lnTo>
                  <a:lnTo>
                    <a:pt x="201972" y="6131554"/>
                  </a:lnTo>
                  <a:lnTo>
                    <a:pt x="202065" y="6131554"/>
                  </a:lnTo>
                  <a:lnTo>
                    <a:pt x="202158" y="6131554"/>
                  </a:lnTo>
                  <a:lnTo>
                    <a:pt x="202251" y="6131554"/>
                  </a:lnTo>
                  <a:lnTo>
                    <a:pt x="202251" y="6121600"/>
                  </a:lnTo>
                  <a:lnTo>
                    <a:pt x="202345" y="6121600"/>
                  </a:lnTo>
                  <a:lnTo>
                    <a:pt x="202624" y="6121600"/>
                  </a:lnTo>
                  <a:lnTo>
                    <a:pt x="202718" y="6121600"/>
                  </a:lnTo>
                  <a:lnTo>
                    <a:pt x="202811" y="6121600"/>
                  </a:lnTo>
                  <a:lnTo>
                    <a:pt x="202904" y="6121600"/>
                  </a:lnTo>
                  <a:lnTo>
                    <a:pt x="202997" y="6121600"/>
                  </a:lnTo>
                  <a:lnTo>
                    <a:pt x="203091" y="6121600"/>
                  </a:lnTo>
                  <a:lnTo>
                    <a:pt x="203184" y="6121600"/>
                  </a:lnTo>
                  <a:lnTo>
                    <a:pt x="203370" y="6121600"/>
                  </a:lnTo>
                  <a:lnTo>
                    <a:pt x="203464" y="6121600"/>
                  </a:lnTo>
                  <a:lnTo>
                    <a:pt x="203557" y="6121600"/>
                  </a:lnTo>
                  <a:lnTo>
                    <a:pt x="203650" y="6121600"/>
                  </a:lnTo>
                  <a:lnTo>
                    <a:pt x="203743" y="6121600"/>
                  </a:lnTo>
                  <a:lnTo>
                    <a:pt x="203837" y="6121600"/>
                  </a:lnTo>
                  <a:lnTo>
                    <a:pt x="204023" y="6121600"/>
                  </a:lnTo>
                  <a:lnTo>
                    <a:pt x="204116" y="6121600"/>
                  </a:lnTo>
                  <a:lnTo>
                    <a:pt x="204210" y="6121600"/>
                  </a:lnTo>
                  <a:lnTo>
                    <a:pt x="204489" y="6121600"/>
                  </a:lnTo>
                  <a:lnTo>
                    <a:pt x="204583" y="6121600"/>
                  </a:lnTo>
                  <a:lnTo>
                    <a:pt x="204676" y="6121600"/>
                  </a:lnTo>
                  <a:lnTo>
                    <a:pt x="204769" y="6121600"/>
                  </a:lnTo>
                  <a:lnTo>
                    <a:pt x="204956" y="6121600"/>
                  </a:lnTo>
                  <a:lnTo>
                    <a:pt x="205049" y="6121600"/>
                  </a:lnTo>
                  <a:lnTo>
                    <a:pt x="205142" y="6121600"/>
                  </a:lnTo>
                  <a:lnTo>
                    <a:pt x="205235" y="6121600"/>
                  </a:lnTo>
                  <a:lnTo>
                    <a:pt x="205329" y="6121600"/>
                  </a:lnTo>
                  <a:lnTo>
                    <a:pt x="205702" y="6121600"/>
                  </a:lnTo>
                  <a:lnTo>
                    <a:pt x="205795" y="6121600"/>
                  </a:lnTo>
                  <a:lnTo>
                    <a:pt x="205888" y="6121600"/>
                  </a:lnTo>
                  <a:lnTo>
                    <a:pt x="205981" y="6121600"/>
                  </a:lnTo>
                  <a:lnTo>
                    <a:pt x="206168" y="6121600"/>
                  </a:lnTo>
                  <a:lnTo>
                    <a:pt x="206261" y="6121600"/>
                  </a:lnTo>
                  <a:lnTo>
                    <a:pt x="206354" y="6121600"/>
                  </a:lnTo>
                  <a:lnTo>
                    <a:pt x="206448" y="6121600"/>
                  </a:lnTo>
                  <a:lnTo>
                    <a:pt x="206448" y="6111647"/>
                  </a:lnTo>
                  <a:lnTo>
                    <a:pt x="206634" y="6111647"/>
                  </a:lnTo>
                  <a:lnTo>
                    <a:pt x="206727" y="6111647"/>
                  </a:lnTo>
                  <a:lnTo>
                    <a:pt x="206821" y="6111647"/>
                  </a:lnTo>
                  <a:lnTo>
                    <a:pt x="206914" y="6111647"/>
                  </a:lnTo>
                  <a:lnTo>
                    <a:pt x="207100" y="6111647"/>
                  </a:lnTo>
                  <a:lnTo>
                    <a:pt x="207287" y="6111647"/>
                  </a:lnTo>
                  <a:lnTo>
                    <a:pt x="207380" y="6111647"/>
                  </a:lnTo>
                  <a:lnTo>
                    <a:pt x="207473" y="6111647"/>
                  </a:lnTo>
                  <a:lnTo>
                    <a:pt x="207567" y="6111647"/>
                  </a:lnTo>
                  <a:lnTo>
                    <a:pt x="207660" y="6111647"/>
                  </a:lnTo>
                  <a:lnTo>
                    <a:pt x="207753" y="6111647"/>
                  </a:lnTo>
                  <a:lnTo>
                    <a:pt x="207846" y="6111647"/>
                  </a:lnTo>
                  <a:lnTo>
                    <a:pt x="208126" y="6111647"/>
                  </a:lnTo>
                  <a:lnTo>
                    <a:pt x="208219" y="6111647"/>
                  </a:lnTo>
                  <a:lnTo>
                    <a:pt x="208312" y="6111647"/>
                  </a:lnTo>
                  <a:lnTo>
                    <a:pt x="208499" y="6111647"/>
                  </a:lnTo>
                  <a:lnTo>
                    <a:pt x="208592" y="6111647"/>
                  </a:lnTo>
                  <a:lnTo>
                    <a:pt x="208685" y="6111647"/>
                  </a:lnTo>
                  <a:lnTo>
                    <a:pt x="208779" y="6111647"/>
                  </a:lnTo>
                  <a:lnTo>
                    <a:pt x="208872" y="6111647"/>
                  </a:lnTo>
                  <a:lnTo>
                    <a:pt x="208965" y="6111647"/>
                  </a:lnTo>
                  <a:lnTo>
                    <a:pt x="209058" y="6111647"/>
                  </a:lnTo>
                  <a:lnTo>
                    <a:pt x="209152" y="6111647"/>
                  </a:lnTo>
                  <a:lnTo>
                    <a:pt x="209245" y="6111647"/>
                  </a:lnTo>
                  <a:lnTo>
                    <a:pt x="209338" y="6111647"/>
                  </a:lnTo>
                  <a:lnTo>
                    <a:pt x="209431" y="6111647"/>
                  </a:lnTo>
                  <a:lnTo>
                    <a:pt x="209525" y="6111647"/>
                  </a:lnTo>
                  <a:lnTo>
                    <a:pt x="209618" y="6111647"/>
                  </a:lnTo>
                  <a:lnTo>
                    <a:pt x="209711" y="6111647"/>
                  </a:lnTo>
                  <a:lnTo>
                    <a:pt x="209804" y="6111647"/>
                  </a:lnTo>
                  <a:lnTo>
                    <a:pt x="209898" y="6111647"/>
                  </a:lnTo>
                  <a:lnTo>
                    <a:pt x="209991" y="6111647"/>
                  </a:lnTo>
                  <a:lnTo>
                    <a:pt x="210084" y="6111647"/>
                  </a:lnTo>
                  <a:lnTo>
                    <a:pt x="210177" y="6111647"/>
                  </a:lnTo>
                  <a:lnTo>
                    <a:pt x="210364" y="6111647"/>
                  </a:lnTo>
                  <a:lnTo>
                    <a:pt x="210457" y="6111647"/>
                  </a:lnTo>
                  <a:lnTo>
                    <a:pt x="210644" y="6111647"/>
                  </a:lnTo>
                  <a:lnTo>
                    <a:pt x="210737" y="6111647"/>
                  </a:lnTo>
                  <a:lnTo>
                    <a:pt x="210830" y="6111647"/>
                  </a:lnTo>
                  <a:lnTo>
                    <a:pt x="210923" y="6111647"/>
                  </a:lnTo>
                  <a:lnTo>
                    <a:pt x="211110" y="6111647"/>
                  </a:lnTo>
                  <a:lnTo>
                    <a:pt x="211203" y="6111647"/>
                  </a:lnTo>
                  <a:lnTo>
                    <a:pt x="211296" y="6111647"/>
                  </a:lnTo>
                  <a:lnTo>
                    <a:pt x="211483" y="6111647"/>
                  </a:lnTo>
                  <a:lnTo>
                    <a:pt x="211576" y="6111647"/>
                  </a:lnTo>
                  <a:lnTo>
                    <a:pt x="211669" y="6111647"/>
                  </a:lnTo>
                  <a:lnTo>
                    <a:pt x="211856" y="6111647"/>
                  </a:lnTo>
                  <a:lnTo>
                    <a:pt x="211949" y="6111647"/>
                  </a:lnTo>
                  <a:lnTo>
                    <a:pt x="212042" y="6111647"/>
                  </a:lnTo>
                  <a:lnTo>
                    <a:pt x="212136" y="6111647"/>
                  </a:lnTo>
                  <a:lnTo>
                    <a:pt x="212229" y="6111647"/>
                  </a:lnTo>
                  <a:lnTo>
                    <a:pt x="212322" y="6111647"/>
                  </a:lnTo>
                  <a:lnTo>
                    <a:pt x="212415" y="6111647"/>
                  </a:lnTo>
                  <a:lnTo>
                    <a:pt x="212602" y="6111647"/>
                  </a:lnTo>
                  <a:lnTo>
                    <a:pt x="212695" y="6111647"/>
                  </a:lnTo>
                  <a:lnTo>
                    <a:pt x="212788" y="6111647"/>
                  </a:lnTo>
                  <a:lnTo>
                    <a:pt x="212882" y="6111647"/>
                  </a:lnTo>
                  <a:lnTo>
                    <a:pt x="212975" y="6111647"/>
                  </a:lnTo>
                  <a:lnTo>
                    <a:pt x="213068" y="6111647"/>
                  </a:lnTo>
                  <a:lnTo>
                    <a:pt x="213161" y="6111647"/>
                  </a:lnTo>
                  <a:lnTo>
                    <a:pt x="213255" y="6111647"/>
                  </a:lnTo>
                  <a:lnTo>
                    <a:pt x="213534" y="6111647"/>
                  </a:lnTo>
                  <a:lnTo>
                    <a:pt x="213628" y="6111647"/>
                  </a:lnTo>
                  <a:lnTo>
                    <a:pt x="213721" y="6111647"/>
                  </a:lnTo>
                  <a:lnTo>
                    <a:pt x="213814" y="6111647"/>
                  </a:lnTo>
                  <a:lnTo>
                    <a:pt x="213907" y="6111647"/>
                  </a:lnTo>
                  <a:lnTo>
                    <a:pt x="214001" y="6111647"/>
                  </a:lnTo>
                  <a:lnTo>
                    <a:pt x="214094" y="6111647"/>
                  </a:lnTo>
                  <a:lnTo>
                    <a:pt x="214187" y="6111647"/>
                  </a:lnTo>
                  <a:lnTo>
                    <a:pt x="214280" y="6111647"/>
                  </a:lnTo>
                  <a:lnTo>
                    <a:pt x="214374" y="6111647"/>
                  </a:lnTo>
                  <a:lnTo>
                    <a:pt x="214560" y="6111647"/>
                  </a:lnTo>
                  <a:lnTo>
                    <a:pt x="214653" y="6111647"/>
                  </a:lnTo>
                  <a:lnTo>
                    <a:pt x="214747" y="6111647"/>
                  </a:lnTo>
                  <a:lnTo>
                    <a:pt x="214840" y="6111647"/>
                  </a:lnTo>
                  <a:lnTo>
                    <a:pt x="214933" y="6111647"/>
                  </a:lnTo>
                  <a:lnTo>
                    <a:pt x="215026" y="6111647"/>
                  </a:lnTo>
                  <a:lnTo>
                    <a:pt x="215119" y="6111647"/>
                  </a:lnTo>
                  <a:lnTo>
                    <a:pt x="215213" y="6111647"/>
                  </a:lnTo>
                  <a:lnTo>
                    <a:pt x="215306" y="6111647"/>
                  </a:lnTo>
                  <a:lnTo>
                    <a:pt x="215399" y="6111647"/>
                  </a:lnTo>
                  <a:lnTo>
                    <a:pt x="215492" y="6111647"/>
                  </a:lnTo>
                  <a:lnTo>
                    <a:pt x="215586" y="6111647"/>
                  </a:lnTo>
                  <a:lnTo>
                    <a:pt x="215586" y="6101693"/>
                  </a:lnTo>
                  <a:lnTo>
                    <a:pt x="215679" y="6101693"/>
                  </a:lnTo>
                  <a:lnTo>
                    <a:pt x="215772" y="6101693"/>
                  </a:lnTo>
                  <a:lnTo>
                    <a:pt x="215865" y="6101693"/>
                  </a:lnTo>
                  <a:lnTo>
                    <a:pt x="216052" y="6101693"/>
                  </a:lnTo>
                  <a:lnTo>
                    <a:pt x="216238" y="6101693"/>
                  </a:lnTo>
                  <a:lnTo>
                    <a:pt x="216332" y="6101693"/>
                  </a:lnTo>
                  <a:lnTo>
                    <a:pt x="216425" y="6101693"/>
                  </a:lnTo>
                  <a:lnTo>
                    <a:pt x="216518" y="6101693"/>
                  </a:lnTo>
                  <a:lnTo>
                    <a:pt x="216705" y="6101693"/>
                  </a:lnTo>
                  <a:lnTo>
                    <a:pt x="216798" y="6101693"/>
                  </a:lnTo>
                  <a:lnTo>
                    <a:pt x="216891" y="6101693"/>
                  </a:lnTo>
                  <a:lnTo>
                    <a:pt x="216984" y="6101693"/>
                  </a:lnTo>
                  <a:lnTo>
                    <a:pt x="217078" y="6101693"/>
                  </a:lnTo>
                  <a:lnTo>
                    <a:pt x="217171" y="6101693"/>
                  </a:lnTo>
                  <a:lnTo>
                    <a:pt x="217357" y="6101693"/>
                  </a:lnTo>
                  <a:lnTo>
                    <a:pt x="217451" y="6101693"/>
                  </a:lnTo>
                  <a:lnTo>
                    <a:pt x="217544" y="6101693"/>
                  </a:lnTo>
                  <a:lnTo>
                    <a:pt x="217637" y="6101693"/>
                  </a:lnTo>
                  <a:lnTo>
                    <a:pt x="217824" y="6101693"/>
                  </a:lnTo>
                  <a:lnTo>
                    <a:pt x="217917" y="6101693"/>
                  </a:lnTo>
                  <a:lnTo>
                    <a:pt x="218010" y="6101693"/>
                  </a:lnTo>
                  <a:lnTo>
                    <a:pt x="218103" y="6101693"/>
                  </a:lnTo>
                  <a:lnTo>
                    <a:pt x="218197" y="6101693"/>
                  </a:lnTo>
                  <a:lnTo>
                    <a:pt x="218476" y="6101693"/>
                  </a:lnTo>
                  <a:lnTo>
                    <a:pt x="218570" y="6101693"/>
                  </a:lnTo>
                  <a:lnTo>
                    <a:pt x="218756" y="6101693"/>
                  </a:lnTo>
                  <a:lnTo>
                    <a:pt x="218849" y="6101693"/>
                  </a:lnTo>
                  <a:lnTo>
                    <a:pt x="218943" y="6101693"/>
                  </a:lnTo>
                  <a:lnTo>
                    <a:pt x="219036" y="6101693"/>
                  </a:lnTo>
                  <a:lnTo>
                    <a:pt x="219129" y="6101693"/>
                  </a:lnTo>
                  <a:lnTo>
                    <a:pt x="219222" y="6101693"/>
                  </a:lnTo>
                  <a:lnTo>
                    <a:pt x="219316" y="6101693"/>
                  </a:lnTo>
                  <a:lnTo>
                    <a:pt x="219409" y="6101693"/>
                  </a:lnTo>
                  <a:lnTo>
                    <a:pt x="219502" y="6101693"/>
                  </a:lnTo>
                  <a:lnTo>
                    <a:pt x="219689" y="6101693"/>
                  </a:lnTo>
                  <a:lnTo>
                    <a:pt x="219875" y="6101693"/>
                  </a:lnTo>
                  <a:lnTo>
                    <a:pt x="219968" y="6101693"/>
                  </a:lnTo>
                  <a:lnTo>
                    <a:pt x="220062" y="6101693"/>
                  </a:lnTo>
                  <a:lnTo>
                    <a:pt x="220155" y="6101693"/>
                  </a:lnTo>
                  <a:lnTo>
                    <a:pt x="220248" y="6101693"/>
                  </a:lnTo>
                  <a:lnTo>
                    <a:pt x="220435" y="6101693"/>
                  </a:lnTo>
                  <a:lnTo>
                    <a:pt x="220621" y="6101693"/>
                  </a:lnTo>
                  <a:lnTo>
                    <a:pt x="220714" y="6101693"/>
                  </a:lnTo>
                  <a:lnTo>
                    <a:pt x="220808" y="6101693"/>
                  </a:lnTo>
                  <a:lnTo>
                    <a:pt x="220901" y="6101693"/>
                  </a:lnTo>
                  <a:lnTo>
                    <a:pt x="220994" y="6101693"/>
                  </a:lnTo>
                  <a:lnTo>
                    <a:pt x="221087" y="6101693"/>
                  </a:lnTo>
                  <a:lnTo>
                    <a:pt x="221181" y="6101693"/>
                  </a:lnTo>
                  <a:lnTo>
                    <a:pt x="221554" y="6101693"/>
                  </a:lnTo>
                  <a:lnTo>
                    <a:pt x="221647" y="6101693"/>
                  </a:lnTo>
                  <a:lnTo>
                    <a:pt x="221740" y="6101693"/>
                  </a:lnTo>
                  <a:lnTo>
                    <a:pt x="221833" y="6101693"/>
                  </a:lnTo>
                  <a:lnTo>
                    <a:pt x="221927" y="6101693"/>
                  </a:lnTo>
                  <a:lnTo>
                    <a:pt x="222113" y="6101693"/>
                  </a:lnTo>
                  <a:lnTo>
                    <a:pt x="222393" y="6101693"/>
                  </a:lnTo>
                  <a:lnTo>
                    <a:pt x="222486" y="6101693"/>
                  </a:lnTo>
                  <a:lnTo>
                    <a:pt x="222579" y="6101693"/>
                  </a:lnTo>
                  <a:lnTo>
                    <a:pt x="222672" y="6101693"/>
                  </a:lnTo>
                  <a:lnTo>
                    <a:pt x="222766" y="6101693"/>
                  </a:lnTo>
                  <a:lnTo>
                    <a:pt x="222859" y="6101693"/>
                  </a:lnTo>
                  <a:lnTo>
                    <a:pt x="223045" y="6101693"/>
                  </a:lnTo>
                  <a:lnTo>
                    <a:pt x="223139" y="6101693"/>
                  </a:lnTo>
                  <a:lnTo>
                    <a:pt x="223232" y="6101693"/>
                  </a:lnTo>
                  <a:lnTo>
                    <a:pt x="223325" y="6101693"/>
                  </a:lnTo>
                  <a:lnTo>
                    <a:pt x="223512" y="6101693"/>
                  </a:lnTo>
                  <a:lnTo>
                    <a:pt x="223605" y="6101693"/>
                  </a:lnTo>
                  <a:lnTo>
                    <a:pt x="223698" y="6101693"/>
                  </a:lnTo>
                  <a:lnTo>
                    <a:pt x="223791" y="6101693"/>
                  </a:lnTo>
                  <a:lnTo>
                    <a:pt x="223885" y="6101693"/>
                  </a:lnTo>
                  <a:lnTo>
                    <a:pt x="224071" y="6101693"/>
                  </a:lnTo>
                  <a:lnTo>
                    <a:pt x="224164" y="6101693"/>
                  </a:lnTo>
                  <a:lnTo>
                    <a:pt x="224351" y="6101693"/>
                  </a:lnTo>
                  <a:lnTo>
                    <a:pt x="224444" y="6101693"/>
                  </a:lnTo>
                  <a:lnTo>
                    <a:pt x="224631" y="6101693"/>
                  </a:lnTo>
                  <a:lnTo>
                    <a:pt x="224724" y="6101693"/>
                  </a:lnTo>
                  <a:lnTo>
                    <a:pt x="224817" y="6101693"/>
                  </a:lnTo>
                  <a:lnTo>
                    <a:pt x="224910" y="6101693"/>
                  </a:lnTo>
                  <a:lnTo>
                    <a:pt x="225004" y="6101693"/>
                  </a:lnTo>
                  <a:lnTo>
                    <a:pt x="225097" y="6101693"/>
                  </a:lnTo>
                  <a:lnTo>
                    <a:pt x="225190" y="6101693"/>
                  </a:lnTo>
                  <a:lnTo>
                    <a:pt x="225283" y="6101693"/>
                  </a:lnTo>
                  <a:lnTo>
                    <a:pt x="225377" y="6101693"/>
                  </a:lnTo>
                  <a:lnTo>
                    <a:pt x="225470" y="6101693"/>
                  </a:lnTo>
                  <a:lnTo>
                    <a:pt x="225563" y="6101693"/>
                  </a:lnTo>
                  <a:lnTo>
                    <a:pt x="225656" y="6101693"/>
                  </a:lnTo>
                  <a:lnTo>
                    <a:pt x="225750" y="6101693"/>
                  </a:lnTo>
                  <a:lnTo>
                    <a:pt x="225843" y="6101693"/>
                  </a:lnTo>
                  <a:lnTo>
                    <a:pt x="225936" y="6101693"/>
                  </a:lnTo>
                  <a:lnTo>
                    <a:pt x="226123" y="6101693"/>
                  </a:lnTo>
                  <a:lnTo>
                    <a:pt x="226216" y="6101693"/>
                  </a:lnTo>
                  <a:lnTo>
                    <a:pt x="226402" y="6101693"/>
                  </a:lnTo>
                  <a:lnTo>
                    <a:pt x="226496" y="6101693"/>
                  </a:lnTo>
                  <a:lnTo>
                    <a:pt x="226589" y="6101693"/>
                  </a:lnTo>
                  <a:lnTo>
                    <a:pt x="226682" y="6101693"/>
                  </a:lnTo>
                  <a:lnTo>
                    <a:pt x="226775" y="6101693"/>
                  </a:lnTo>
                  <a:lnTo>
                    <a:pt x="226869" y="6101693"/>
                  </a:lnTo>
                  <a:lnTo>
                    <a:pt x="227055" y="6101693"/>
                  </a:lnTo>
                  <a:lnTo>
                    <a:pt x="227148" y="6101693"/>
                  </a:lnTo>
                  <a:lnTo>
                    <a:pt x="227335" y="6101693"/>
                  </a:lnTo>
                  <a:lnTo>
                    <a:pt x="227428" y="6101693"/>
                  </a:lnTo>
                  <a:lnTo>
                    <a:pt x="227521" y="6101693"/>
                  </a:lnTo>
                  <a:lnTo>
                    <a:pt x="227615" y="6101693"/>
                  </a:lnTo>
                  <a:lnTo>
                    <a:pt x="227708" y="6091739"/>
                  </a:lnTo>
                  <a:lnTo>
                    <a:pt x="227801" y="6091739"/>
                  </a:lnTo>
                  <a:lnTo>
                    <a:pt x="227988" y="6091739"/>
                  </a:lnTo>
                  <a:lnTo>
                    <a:pt x="228174" y="6091739"/>
                  </a:lnTo>
                  <a:lnTo>
                    <a:pt x="228267" y="6091739"/>
                  </a:lnTo>
                  <a:lnTo>
                    <a:pt x="228361" y="6091739"/>
                  </a:lnTo>
                  <a:lnTo>
                    <a:pt x="228547" y="6091739"/>
                  </a:lnTo>
                  <a:lnTo>
                    <a:pt x="228640" y="6091739"/>
                  </a:lnTo>
                  <a:lnTo>
                    <a:pt x="229013" y="6091739"/>
                  </a:lnTo>
                  <a:lnTo>
                    <a:pt x="229106" y="6091739"/>
                  </a:lnTo>
                  <a:lnTo>
                    <a:pt x="229479" y="6091739"/>
                  </a:lnTo>
                  <a:lnTo>
                    <a:pt x="229573" y="6091739"/>
                  </a:lnTo>
                  <a:lnTo>
                    <a:pt x="229666" y="6091739"/>
                  </a:lnTo>
                  <a:lnTo>
                    <a:pt x="229759" y="6091739"/>
                  </a:lnTo>
                  <a:lnTo>
                    <a:pt x="229852" y="6091739"/>
                  </a:lnTo>
                  <a:lnTo>
                    <a:pt x="230132" y="6091739"/>
                  </a:lnTo>
                  <a:lnTo>
                    <a:pt x="230225" y="6091739"/>
                  </a:lnTo>
                  <a:lnTo>
                    <a:pt x="230412" y="6091739"/>
                  </a:lnTo>
                  <a:lnTo>
                    <a:pt x="230505" y="6091739"/>
                  </a:lnTo>
                  <a:lnTo>
                    <a:pt x="230692" y="6091739"/>
                  </a:lnTo>
                  <a:lnTo>
                    <a:pt x="230785" y="6091739"/>
                  </a:lnTo>
                  <a:lnTo>
                    <a:pt x="230878" y="6091739"/>
                  </a:lnTo>
                  <a:lnTo>
                    <a:pt x="230971" y="6091739"/>
                  </a:lnTo>
                  <a:lnTo>
                    <a:pt x="231065" y="6091739"/>
                  </a:lnTo>
                  <a:lnTo>
                    <a:pt x="231158" y="6091739"/>
                  </a:lnTo>
                  <a:lnTo>
                    <a:pt x="231251" y="6091739"/>
                  </a:lnTo>
                  <a:lnTo>
                    <a:pt x="231438" y="6091739"/>
                  </a:lnTo>
                  <a:lnTo>
                    <a:pt x="231531" y="6091739"/>
                  </a:lnTo>
                  <a:lnTo>
                    <a:pt x="231624" y="6091739"/>
                  </a:lnTo>
                  <a:lnTo>
                    <a:pt x="231717" y="6091739"/>
                  </a:lnTo>
                  <a:lnTo>
                    <a:pt x="231904" y="6091739"/>
                  </a:lnTo>
                  <a:lnTo>
                    <a:pt x="231997" y="6091739"/>
                  </a:lnTo>
                  <a:lnTo>
                    <a:pt x="232090" y="6091739"/>
                  </a:lnTo>
                  <a:lnTo>
                    <a:pt x="232184" y="6091739"/>
                  </a:lnTo>
                  <a:lnTo>
                    <a:pt x="232277" y="6091739"/>
                  </a:lnTo>
                  <a:lnTo>
                    <a:pt x="232370" y="6091739"/>
                  </a:lnTo>
                  <a:lnTo>
                    <a:pt x="232463" y="6091739"/>
                  </a:lnTo>
                  <a:lnTo>
                    <a:pt x="232557" y="6091739"/>
                  </a:lnTo>
                  <a:lnTo>
                    <a:pt x="232650" y="6091739"/>
                  </a:lnTo>
                  <a:lnTo>
                    <a:pt x="232743" y="6091739"/>
                  </a:lnTo>
                  <a:lnTo>
                    <a:pt x="232836" y="6091739"/>
                  </a:lnTo>
                  <a:lnTo>
                    <a:pt x="232930" y="6091739"/>
                  </a:lnTo>
                  <a:lnTo>
                    <a:pt x="233023" y="6091739"/>
                  </a:lnTo>
                  <a:lnTo>
                    <a:pt x="233116" y="6091739"/>
                  </a:lnTo>
                  <a:lnTo>
                    <a:pt x="233209" y="6091739"/>
                  </a:lnTo>
                  <a:lnTo>
                    <a:pt x="233303" y="6091739"/>
                  </a:lnTo>
                  <a:lnTo>
                    <a:pt x="233396" y="6091739"/>
                  </a:lnTo>
                  <a:lnTo>
                    <a:pt x="233489" y="6091739"/>
                  </a:lnTo>
                  <a:lnTo>
                    <a:pt x="233582" y="6091739"/>
                  </a:lnTo>
                  <a:lnTo>
                    <a:pt x="233676" y="6091739"/>
                  </a:lnTo>
                  <a:lnTo>
                    <a:pt x="233769" y="6091739"/>
                  </a:lnTo>
                  <a:lnTo>
                    <a:pt x="233862" y="6091739"/>
                  </a:lnTo>
                  <a:lnTo>
                    <a:pt x="233955" y="6091739"/>
                  </a:lnTo>
                  <a:lnTo>
                    <a:pt x="234328" y="6091739"/>
                  </a:lnTo>
                  <a:lnTo>
                    <a:pt x="234422" y="6091739"/>
                  </a:lnTo>
                  <a:lnTo>
                    <a:pt x="234515" y="6091739"/>
                  </a:lnTo>
                  <a:lnTo>
                    <a:pt x="234608" y="6091739"/>
                  </a:lnTo>
                  <a:lnTo>
                    <a:pt x="234701" y="6091739"/>
                  </a:lnTo>
                  <a:lnTo>
                    <a:pt x="234795" y="6091739"/>
                  </a:lnTo>
                  <a:lnTo>
                    <a:pt x="234888" y="6091739"/>
                  </a:lnTo>
                  <a:lnTo>
                    <a:pt x="234981" y="6091739"/>
                  </a:lnTo>
                  <a:lnTo>
                    <a:pt x="235074" y="6091739"/>
                  </a:lnTo>
                  <a:lnTo>
                    <a:pt x="235261" y="6091739"/>
                  </a:lnTo>
                  <a:lnTo>
                    <a:pt x="235354" y="6091739"/>
                  </a:lnTo>
                  <a:lnTo>
                    <a:pt x="235634" y="6091739"/>
                  </a:lnTo>
                  <a:lnTo>
                    <a:pt x="235727" y="6091739"/>
                  </a:lnTo>
                  <a:lnTo>
                    <a:pt x="235820" y="6091739"/>
                  </a:lnTo>
                  <a:lnTo>
                    <a:pt x="235913" y="6091739"/>
                  </a:lnTo>
                  <a:lnTo>
                    <a:pt x="236100" y="6091739"/>
                  </a:lnTo>
                  <a:lnTo>
                    <a:pt x="236100" y="6081785"/>
                  </a:lnTo>
                  <a:lnTo>
                    <a:pt x="236193" y="6081785"/>
                  </a:lnTo>
                  <a:lnTo>
                    <a:pt x="236286" y="6081785"/>
                  </a:lnTo>
                  <a:lnTo>
                    <a:pt x="236380" y="6081785"/>
                  </a:lnTo>
                  <a:lnTo>
                    <a:pt x="236566" y="6081785"/>
                  </a:lnTo>
                  <a:lnTo>
                    <a:pt x="236659" y="6081785"/>
                  </a:lnTo>
                  <a:lnTo>
                    <a:pt x="236753" y="6081785"/>
                  </a:lnTo>
                  <a:lnTo>
                    <a:pt x="236846" y="6081785"/>
                  </a:lnTo>
                  <a:lnTo>
                    <a:pt x="236939" y="6081785"/>
                  </a:lnTo>
                  <a:lnTo>
                    <a:pt x="237126" y="6081785"/>
                  </a:lnTo>
                  <a:lnTo>
                    <a:pt x="237219" y="6081785"/>
                  </a:lnTo>
                  <a:lnTo>
                    <a:pt x="237312" y="6081785"/>
                  </a:lnTo>
                  <a:lnTo>
                    <a:pt x="237499" y="6081785"/>
                  </a:lnTo>
                  <a:lnTo>
                    <a:pt x="237685" y="6081785"/>
                  </a:lnTo>
                  <a:lnTo>
                    <a:pt x="237778" y="6081785"/>
                  </a:lnTo>
                  <a:lnTo>
                    <a:pt x="237872" y="6081785"/>
                  </a:lnTo>
                  <a:lnTo>
                    <a:pt x="237965" y="6081785"/>
                  </a:lnTo>
                  <a:lnTo>
                    <a:pt x="237965" y="6071831"/>
                  </a:lnTo>
                  <a:lnTo>
                    <a:pt x="238058" y="6071831"/>
                  </a:lnTo>
                  <a:lnTo>
                    <a:pt x="238151" y="6071831"/>
                  </a:lnTo>
                  <a:lnTo>
                    <a:pt x="238245" y="6071831"/>
                  </a:lnTo>
                  <a:lnTo>
                    <a:pt x="238618" y="6071831"/>
                  </a:lnTo>
                  <a:lnTo>
                    <a:pt x="238711" y="6071831"/>
                  </a:lnTo>
                  <a:lnTo>
                    <a:pt x="238897" y="6071831"/>
                  </a:lnTo>
                  <a:lnTo>
                    <a:pt x="238991" y="6071831"/>
                  </a:lnTo>
                  <a:lnTo>
                    <a:pt x="239084" y="6071831"/>
                  </a:lnTo>
                  <a:lnTo>
                    <a:pt x="239177" y="6071831"/>
                  </a:lnTo>
                  <a:lnTo>
                    <a:pt x="239364" y="6071831"/>
                  </a:lnTo>
                  <a:lnTo>
                    <a:pt x="239457" y="6071831"/>
                  </a:lnTo>
                  <a:lnTo>
                    <a:pt x="239550" y="6071831"/>
                  </a:lnTo>
                  <a:lnTo>
                    <a:pt x="239643" y="6071831"/>
                  </a:lnTo>
                  <a:lnTo>
                    <a:pt x="239830" y="6071831"/>
                  </a:lnTo>
                  <a:lnTo>
                    <a:pt x="239923" y="6071831"/>
                  </a:lnTo>
                  <a:lnTo>
                    <a:pt x="240016" y="6071831"/>
                  </a:lnTo>
                  <a:lnTo>
                    <a:pt x="240203" y="6071831"/>
                  </a:lnTo>
                  <a:lnTo>
                    <a:pt x="240389" y="6071831"/>
                  </a:lnTo>
                  <a:lnTo>
                    <a:pt x="240483" y="6071831"/>
                  </a:lnTo>
                  <a:lnTo>
                    <a:pt x="240669" y="6071831"/>
                  </a:lnTo>
                  <a:lnTo>
                    <a:pt x="240762" y="6071831"/>
                  </a:lnTo>
                  <a:lnTo>
                    <a:pt x="240762" y="6061877"/>
                  </a:lnTo>
                  <a:lnTo>
                    <a:pt x="240856" y="6061877"/>
                  </a:lnTo>
                  <a:lnTo>
                    <a:pt x="240949" y="6061877"/>
                  </a:lnTo>
                  <a:lnTo>
                    <a:pt x="241042" y="6061877"/>
                  </a:lnTo>
                  <a:lnTo>
                    <a:pt x="241229" y="6061877"/>
                  </a:lnTo>
                  <a:lnTo>
                    <a:pt x="241415" y="6061877"/>
                  </a:lnTo>
                  <a:lnTo>
                    <a:pt x="241508" y="6061877"/>
                  </a:lnTo>
                  <a:lnTo>
                    <a:pt x="241602" y="6061877"/>
                  </a:lnTo>
                  <a:lnTo>
                    <a:pt x="241881" y="6061877"/>
                  </a:lnTo>
                  <a:lnTo>
                    <a:pt x="241975" y="6061877"/>
                  </a:lnTo>
                  <a:lnTo>
                    <a:pt x="242068" y="6061877"/>
                  </a:lnTo>
                  <a:lnTo>
                    <a:pt x="242254" y="6061877"/>
                  </a:lnTo>
                  <a:lnTo>
                    <a:pt x="242348" y="6061877"/>
                  </a:lnTo>
                  <a:lnTo>
                    <a:pt x="242441" y="6061877"/>
                  </a:lnTo>
                  <a:lnTo>
                    <a:pt x="242534" y="6061877"/>
                  </a:lnTo>
                  <a:lnTo>
                    <a:pt x="242721" y="6061877"/>
                  </a:lnTo>
                  <a:lnTo>
                    <a:pt x="242907" y="6061877"/>
                  </a:lnTo>
                  <a:lnTo>
                    <a:pt x="243000" y="6061877"/>
                  </a:lnTo>
                  <a:lnTo>
                    <a:pt x="243280" y="6061877"/>
                  </a:lnTo>
                  <a:lnTo>
                    <a:pt x="243373" y="6061877"/>
                  </a:lnTo>
                  <a:lnTo>
                    <a:pt x="243466" y="6061877"/>
                  </a:lnTo>
                  <a:lnTo>
                    <a:pt x="243560" y="6061877"/>
                  </a:lnTo>
                  <a:lnTo>
                    <a:pt x="243746" y="6061877"/>
                  </a:lnTo>
                  <a:lnTo>
                    <a:pt x="243839" y="6061877"/>
                  </a:lnTo>
                  <a:lnTo>
                    <a:pt x="243933" y="6061877"/>
                  </a:lnTo>
                  <a:lnTo>
                    <a:pt x="244026" y="6061877"/>
                  </a:lnTo>
                  <a:lnTo>
                    <a:pt x="244119" y="6061877"/>
                  </a:lnTo>
                  <a:lnTo>
                    <a:pt x="244212" y="6061877"/>
                  </a:lnTo>
                  <a:lnTo>
                    <a:pt x="244306" y="6061877"/>
                  </a:lnTo>
                  <a:lnTo>
                    <a:pt x="244399" y="6061877"/>
                  </a:lnTo>
                  <a:lnTo>
                    <a:pt x="244679" y="6061877"/>
                  </a:lnTo>
                  <a:lnTo>
                    <a:pt x="244772" y="6061877"/>
                  </a:lnTo>
                  <a:lnTo>
                    <a:pt x="244865" y="6061877"/>
                  </a:lnTo>
                  <a:lnTo>
                    <a:pt x="244958" y="6061877"/>
                  </a:lnTo>
                  <a:lnTo>
                    <a:pt x="245238" y="6061877"/>
                  </a:lnTo>
                  <a:lnTo>
                    <a:pt x="245331" y="6061877"/>
                  </a:lnTo>
                  <a:lnTo>
                    <a:pt x="245425" y="6061877"/>
                  </a:lnTo>
                  <a:lnTo>
                    <a:pt x="245518" y="6061877"/>
                  </a:lnTo>
                  <a:lnTo>
                    <a:pt x="245704" y="6061877"/>
                  </a:lnTo>
                  <a:lnTo>
                    <a:pt x="245798" y="6061877"/>
                  </a:lnTo>
                  <a:lnTo>
                    <a:pt x="245891" y="6061877"/>
                  </a:lnTo>
                  <a:lnTo>
                    <a:pt x="245984" y="6061877"/>
                  </a:lnTo>
                  <a:lnTo>
                    <a:pt x="246077" y="6061877"/>
                  </a:lnTo>
                  <a:lnTo>
                    <a:pt x="246171" y="6061877"/>
                  </a:lnTo>
                  <a:lnTo>
                    <a:pt x="246357" y="6061877"/>
                  </a:lnTo>
                  <a:lnTo>
                    <a:pt x="246450" y="6061877"/>
                  </a:lnTo>
                  <a:lnTo>
                    <a:pt x="246544" y="6061877"/>
                  </a:lnTo>
                  <a:lnTo>
                    <a:pt x="246637" y="6061877"/>
                  </a:lnTo>
                  <a:lnTo>
                    <a:pt x="246917" y="6061877"/>
                  </a:lnTo>
                  <a:lnTo>
                    <a:pt x="247010" y="6061877"/>
                  </a:lnTo>
                  <a:lnTo>
                    <a:pt x="247103" y="6061877"/>
                  </a:lnTo>
                  <a:lnTo>
                    <a:pt x="247196" y="6061877"/>
                  </a:lnTo>
                  <a:lnTo>
                    <a:pt x="247290" y="6061877"/>
                  </a:lnTo>
                  <a:lnTo>
                    <a:pt x="247383" y="6061877"/>
                  </a:lnTo>
                  <a:lnTo>
                    <a:pt x="247476" y="6061877"/>
                  </a:lnTo>
                  <a:lnTo>
                    <a:pt x="247942" y="6061877"/>
                  </a:lnTo>
                  <a:lnTo>
                    <a:pt x="248036" y="6061877"/>
                  </a:lnTo>
                  <a:lnTo>
                    <a:pt x="248129" y="6061877"/>
                  </a:lnTo>
                  <a:lnTo>
                    <a:pt x="248222" y="6061877"/>
                  </a:lnTo>
                  <a:lnTo>
                    <a:pt x="248409" y="6061877"/>
                  </a:lnTo>
                  <a:lnTo>
                    <a:pt x="248502" y="6061877"/>
                  </a:lnTo>
                  <a:lnTo>
                    <a:pt x="248595" y="6061877"/>
                  </a:lnTo>
                  <a:lnTo>
                    <a:pt x="248688" y="6061877"/>
                  </a:lnTo>
                  <a:lnTo>
                    <a:pt x="248875" y="6061877"/>
                  </a:lnTo>
                  <a:lnTo>
                    <a:pt x="248968" y="6061877"/>
                  </a:lnTo>
                  <a:lnTo>
                    <a:pt x="249061" y="6061877"/>
                  </a:lnTo>
                  <a:lnTo>
                    <a:pt x="249155" y="6061877"/>
                  </a:lnTo>
                  <a:lnTo>
                    <a:pt x="249248" y="6061877"/>
                  </a:lnTo>
                  <a:lnTo>
                    <a:pt x="249434" y="6061877"/>
                  </a:lnTo>
                  <a:lnTo>
                    <a:pt x="249528" y="6061877"/>
                  </a:lnTo>
                  <a:lnTo>
                    <a:pt x="249621" y="6061877"/>
                  </a:lnTo>
                  <a:lnTo>
                    <a:pt x="249714" y="6061877"/>
                  </a:lnTo>
                  <a:lnTo>
                    <a:pt x="249807" y="6061877"/>
                  </a:lnTo>
                  <a:lnTo>
                    <a:pt x="249900" y="6061877"/>
                  </a:lnTo>
                  <a:lnTo>
                    <a:pt x="249994" y="6061877"/>
                  </a:lnTo>
                  <a:lnTo>
                    <a:pt x="250180" y="6061877"/>
                  </a:lnTo>
                  <a:lnTo>
                    <a:pt x="250273" y="6061877"/>
                  </a:lnTo>
                  <a:lnTo>
                    <a:pt x="250646" y="6061877"/>
                  </a:lnTo>
                  <a:lnTo>
                    <a:pt x="250740" y="6061877"/>
                  </a:lnTo>
                  <a:lnTo>
                    <a:pt x="250926" y="6061877"/>
                  </a:lnTo>
                  <a:lnTo>
                    <a:pt x="251019" y="6061877"/>
                  </a:lnTo>
                  <a:lnTo>
                    <a:pt x="251299" y="6061877"/>
                  </a:lnTo>
                  <a:lnTo>
                    <a:pt x="251392" y="6061877"/>
                  </a:lnTo>
                  <a:lnTo>
                    <a:pt x="251486" y="6061877"/>
                  </a:lnTo>
                  <a:lnTo>
                    <a:pt x="251579" y="6061877"/>
                  </a:lnTo>
                  <a:lnTo>
                    <a:pt x="251672" y="6061877"/>
                  </a:lnTo>
                  <a:lnTo>
                    <a:pt x="252138" y="6061877"/>
                  </a:lnTo>
                  <a:lnTo>
                    <a:pt x="252232" y="6061877"/>
                  </a:lnTo>
                  <a:lnTo>
                    <a:pt x="252325" y="6061877"/>
                  </a:lnTo>
                  <a:lnTo>
                    <a:pt x="252418" y="6061877"/>
                  </a:lnTo>
                  <a:lnTo>
                    <a:pt x="252698" y="6061877"/>
                  </a:lnTo>
                  <a:lnTo>
                    <a:pt x="252884" y="6061877"/>
                  </a:lnTo>
                  <a:lnTo>
                    <a:pt x="252978" y="6061877"/>
                  </a:lnTo>
                  <a:lnTo>
                    <a:pt x="253071" y="6061877"/>
                  </a:lnTo>
                  <a:lnTo>
                    <a:pt x="253164" y="6061877"/>
                  </a:lnTo>
                  <a:lnTo>
                    <a:pt x="253351" y="6061877"/>
                  </a:lnTo>
                  <a:lnTo>
                    <a:pt x="253444" y="6061877"/>
                  </a:lnTo>
                  <a:lnTo>
                    <a:pt x="253537" y="6061877"/>
                  </a:lnTo>
                  <a:lnTo>
                    <a:pt x="253724" y="6061877"/>
                  </a:lnTo>
                  <a:lnTo>
                    <a:pt x="253817" y="6051924"/>
                  </a:lnTo>
                  <a:lnTo>
                    <a:pt x="253910" y="6051924"/>
                  </a:lnTo>
                  <a:lnTo>
                    <a:pt x="254003" y="6051924"/>
                  </a:lnTo>
                  <a:lnTo>
                    <a:pt x="254097" y="6051924"/>
                  </a:lnTo>
                  <a:lnTo>
                    <a:pt x="254190" y="6051924"/>
                  </a:lnTo>
                  <a:lnTo>
                    <a:pt x="254283" y="6051924"/>
                  </a:lnTo>
                  <a:lnTo>
                    <a:pt x="254470" y="6051924"/>
                  </a:lnTo>
                  <a:lnTo>
                    <a:pt x="254656" y="6051924"/>
                  </a:lnTo>
                  <a:lnTo>
                    <a:pt x="254843" y="6051924"/>
                  </a:lnTo>
                  <a:lnTo>
                    <a:pt x="255029" y="6051924"/>
                  </a:lnTo>
                  <a:lnTo>
                    <a:pt x="255122" y="6051924"/>
                  </a:lnTo>
                  <a:lnTo>
                    <a:pt x="255309" y="6051924"/>
                  </a:lnTo>
                  <a:lnTo>
                    <a:pt x="255402" y="6051924"/>
                  </a:lnTo>
                  <a:lnTo>
                    <a:pt x="255495" y="6051924"/>
                  </a:lnTo>
                  <a:lnTo>
                    <a:pt x="255589" y="6051924"/>
                  </a:lnTo>
                  <a:lnTo>
                    <a:pt x="255775" y="6051924"/>
                  </a:lnTo>
                  <a:lnTo>
                    <a:pt x="255962" y="6051924"/>
                  </a:lnTo>
                  <a:lnTo>
                    <a:pt x="256055" y="6051924"/>
                  </a:lnTo>
                  <a:lnTo>
                    <a:pt x="256148" y="6051924"/>
                  </a:lnTo>
                  <a:lnTo>
                    <a:pt x="256241" y="6051924"/>
                  </a:lnTo>
                  <a:lnTo>
                    <a:pt x="256521" y="6051924"/>
                  </a:lnTo>
                  <a:lnTo>
                    <a:pt x="256614" y="6051924"/>
                  </a:lnTo>
                  <a:lnTo>
                    <a:pt x="256894" y="6051924"/>
                  </a:lnTo>
                  <a:lnTo>
                    <a:pt x="256987" y="6051924"/>
                  </a:lnTo>
                  <a:lnTo>
                    <a:pt x="257080" y="6051924"/>
                  </a:lnTo>
                  <a:lnTo>
                    <a:pt x="257174" y="6051924"/>
                  </a:lnTo>
                  <a:lnTo>
                    <a:pt x="257267" y="6051924"/>
                  </a:lnTo>
                  <a:lnTo>
                    <a:pt x="257360" y="6051924"/>
                  </a:lnTo>
                  <a:lnTo>
                    <a:pt x="257453" y="6051924"/>
                  </a:lnTo>
                  <a:lnTo>
                    <a:pt x="257826" y="6051924"/>
                  </a:lnTo>
                  <a:lnTo>
                    <a:pt x="257920" y="6051924"/>
                  </a:lnTo>
                  <a:lnTo>
                    <a:pt x="258013" y="6051924"/>
                  </a:lnTo>
                  <a:lnTo>
                    <a:pt x="258106" y="6051924"/>
                  </a:lnTo>
                  <a:lnTo>
                    <a:pt x="258199" y="6051924"/>
                  </a:lnTo>
                  <a:lnTo>
                    <a:pt x="258386" y="6051924"/>
                  </a:lnTo>
                  <a:lnTo>
                    <a:pt x="258479" y="6051924"/>
                  </a:lnTo>
                  <a:lnTo>
                    <a:pt x="258666" y="6051924"/>
                  </a:lnTo>
                  <a:lnTo>
                    <a:pt x="258759" y="6051924"/>
                  </a:lnTo>
                  <a:lnTo>
                    <a:pt x="258852" y="6051924"/>
                  </a:lnTo>
                  <a:lnTo>
                    <a:pt x="259132" y="6051924"/>
                  </a:lnTo>
                  <a:lnTo>
                    <a:pt x="259225" y="6051924"/>
                  </a:lnTo>
                  <a:lnTo>
                    <a:pt x="259598" y="6051924"/>
                  </a:lnTo>
                  <a:lnTo>
                    <a:pt x="259691" y="6051924"/>
                  </a:lnTo>
                  <a:lnTo>
                    <a:pt x="259785" y="6051924"/>
                  </a:lnTo>
                  <a:lnTo>
                    <a:pt x="260158" y="6051924"/>
                  </a:lnTo>
                  <a:lnTo>
                    <a:pt x="260158" y="6041970"/>
                  </a:lnTo>
                  <a:lnTo>
                    <a:pt x="260251" y="6041970"/>
                  </a:lnTo>
                  <a:lnTo>
                    <a:pt x="260437" y="6041970"/>
                  </a:lnTo>
                  <a:lnTo>
                    <a:pt x="260531" y="6041970"/>
                  </a:lnTo>
                  <a:lnTo>
                    <a:pt x="260810" y="6041970"/>
                  </a:lnTo>
                  <a:lnTo>
                    <a:pt x="260904" y="6041970"/>
                  </a:lnTo>
                  <a:lnTo>
                    <a:pt x="260997" y="6041970"/>
                  </a:lnTo>
                  <a:lnTo>
                    <a:pt x="261090" y="6041970"/>
                  </a:lnTo>
                  <a:lnTo>
                    <a:pt x="261183" y="6041970"/>
                  </a:lnTo>
                  <a:lnTo>
                    <a:pt x="261277" y="6041970"/>
                  </a:lnTo>
                  <a:lnTo>
                    <a:pt x="261463" y="6041970"/>
                  </a:lnTo>
                  <a:lnTo>
                    <a:pt x="261556" y="6041970"/>
                  </a:lnTo>
                  <a:lnTo>
                    <a:pt x="261650" y="6041970"/>
                  </a:lnTo>
                  <a:lnTo>
                    <a:pt x="261743" y="6041970"/>
                  </a:lnTo>
                  <a:lnTo>
                    <a:pt x="261836" y="6041970"/>
                  </a:lnTo>
                  <a:lnTo>
                    <a:pt x="261929" y="6041970"/>
                  </a:lnTo>
                  <a:lnTo>
                    <a:pt x="262023" y="6041970"/>
                  </a:lnTo>
                  <a:lnTo>
                    <a:pt x="262116" y="6041970"/>
                  </a:lnTo>
                  <a:lnTo>
                    <a:pt x="262209" y="6041970"/>
                  </a:lnTo>
                  <a:lnTo>
                    <a:pt x="262302" y="6041970"/>
                  </a:lnTo>
                  <a:lnTo>
                    <a:pt x="262489" y="6041970"/>
                  </a:lnTo>
                  <a:lnTo>
                    <a:pt x="262582" y="6041970"/>
                  </a:lnTo>
                  <a:lnTo>
                    <a:pt x="262675" y="6041970"/>
                  </a:lnTo>
                  <a:lnTo>
                    <a:pt x="262862" y="6041970"/>
                  </a:lnTo>
                  <a:lnTo>
                    <a:pt x="263048" y="6041970"/>
                  </a:lnTo>
                  <a:lnTo>
                    <a:pt x="263142" y="6041970"/>
                  </a:lnTo>
                  <a:lnTo>
                    <a:pt x="263328" y="6041970"/>
                  </a:lnTo>
                  <a:lnTo>
                    <a:pt x="263608" y="6041970"/>
                  </a:lnTo>
                  <a:lnTo>
                    <a:pt x="263701" y="6041970"/>
                  </a:lnTo>
                  <a:lnTo>
                    <a:pt x="263794" y="6041970"/>
                  </a:lnTo>
                  <a:lnTo>
                    <a:pt x="263887" y="6041970"/>
                  </a:lnTo>
                  <a:lnTo>
                    <a:pt x="263981" y="6041970"/>
                  </a:lnTo>
                  <a:lnTo>
                    <a:pt x="264074" y="6041970"/>
                  </a:lnTo>
                  <a:lnTo>
                    <a:pt x="264167" y="6041970"/>
                  </a:lnTo>
                  <a:lnTo>
                    <a:pt x="264260" y="6041970"/>
                  </a:lnTo>
                  <a:lnTo>
                    <a:pt x="264354" y="6041970"/>
                  </a:lnTo>
                  <a:lnTo>
                    <a:pt x="264447" y="6041970"/>
                  </a:lnTo>
                  <a:lnTo>
                    <a:pt x="264540" y="6041970"/>
                  </a:lnTo>
                  <a:lnTo>
                    <a:pt x="264727" y="6041970"/>
                  </a:lnTo>
                  <a:lnTo>
                    <a:pt x="264820" y="6041970"/>
                  </a:lnTo>
                  <a:lnTo>
                    <a:pt x="264913" y="6041970"/>
                  </a:lnTo>
                  <a:lnTo>
                    <a:pt x="265006" y="6041970"/>
                  </a:lnTo>
                  <a:lnTo>
                    <a:pt x="265100" y="6041970"/>
                  </a:lnTo>
                  <a:lnTo>
                    <a:pt x="265286" y="6041970"/>
                  </a:lnTo>
                  <a:lnTo>
                    <a:pt x="265379" y="6041970"/>
                  </a:lnTo>
                  <a:lnTo>
                    <a:pt x="265659" y="6041970"/>
                  </a:lnTo>
                  <a:lnTo>
                    <a:pt x="265846" y="6041970"/>
                  </a:lnTo>
                  <a:lnTo>
                    <a:pt x="266032" y="6041970"/>
                  </a:lnTo>
                  <a:lnTo>
                    <a:pt x="266125" y="6041970"/>
                  </a:lnTo>
                  <a:lnTo>
                    <a:pt x="266219" y="6041970"/>
                  </a:lnTo>
                  <a:lnTo>
                    <a:pt x="266405" y="6041970"/>
                  </a:lnTo>
                  <a:lnTo>
                    <a:pt x="266592" y="6041970"/>
                  </a:lnTo>
                  <a:lnTo>
                    <a:pt x="266871" y="6041970"/>
                  </a:lnTo>
                  <a:lnTo>
                    <a:pt x="266965" y="6041970"/>
                  </a:lnTo>
                  <a:lnTo>
                    <a:pt x="267058" y="6041970"/>
                  </a:lnTo>
                  <a:lnTo>
                    <a:pt x="267151" y="6041970"/>
                  </a:lnTo>
                  <a:lnTo>
                    <a:pt x="267524" y="6041970"/>
                  </a:lnTo>
                  <a:lnTo>
                    <a:pt x="267617" y="6041970"/>
                  </a:lnTo>
                  <a:lnTo>
                    <a:pt x="267617" y="6032016"/>
                  </a:lnTo>
                  <a:lnTo>
                    <a:pt x="267711" y="6032016"/>
                  </a:lnTo>
                  <a:lnTo>
                    <a:pt x="267804" y="6032016"/>
                  </a:lnTo>
                  <a:lnTo>
                    <a:pt x="267897" y="6032016"/>
                  </a:lnTo>
                  <a:lnTo>
                    <a:pt x="268084" y="6032016"/>
                  </a:lnTo>
                  <a:lnTo>
                    <a:pt x="268177" y="6032016"/>
                  </a:lnTo>
                  <a:lnTo>
                    <a:pt x="268363" y="6032016"/>
                  </a:lnTo>
                  <a:lnTo>
                    <a:pt x="268457" y="6032016"/>
                  </a:lnTo>
                  <a:lnTo>
                    <a:pt x="268550" y="6032016"/>
                  </a:lnTo>
                  <a:lnTo>
                    <a:pt x="268643" y="6032016"/>
                  </a:lnTo>
                  <a:lnTo>
                    <a:pt x="268736" y="6032016"/>
                  </a:lnTo>
                  <a:lnTo>
                    <a:pt x="268830" y="6032016"/>
                  </a:lnTo>
                  <a:lnTo>
                    <a:pt x="269016" y="6032016"/>
                  </a:lnTo>
                  <a:lnTo>
                    <a:pt x="269203" y="6032016"/>
                  </a:lnTo>
                  <a:lnTo>
                    <a:pt x="269296" y="6032016"/>
                  </a:lnTo>
                  <a:lnTo>
                    <a:pt x="269482" y="6032016"/>
                  </a:lnTo>
                  <a:lnTo>
                    <a:pt x="269482" y="6022062"/>
                  </a:lnTo>
                  <a:lnTo>
                    <a:pt x="269576" y="6022062"/>
                  </a:lnTo>
                  <a:lnTo>
                    <a:pt x="269949" y="6022062"/>
                  </a:lnTo>
                  <a:lnTo>
                    <a:pt x="270135" y="6022062"/>
                  </a:lnTo>
                  <a:lnTo>
                    <a:pt x="270228" y="6022062"/>
                  </a:lnTo>
                  <a:lnTo>
                    <a:pt x="270415" y="6022062"/>
                  </a:lnTo>
                  <a:lnTo>
                    <a:pt x="270508" y="6022062"/>
                  </a:lnTo>
                  <a:lnTo>
                    <a:pt x="270601" y="6022062"/>
                  </a:lnTo>
                  <a:lnTo>
                    <a:pt x="270694" y="6022062"/>
                  </a:lnTo>
                  <a:lnTo>
                    <a:pt x="270788" y="6022062"/>
                  </a:lnTo>
                  <a:lnTo>
                    <a:pt x="270881" y="6022062"/>
                  </a:lnTo>
                  <a:lnTo>
                    <a:pt x="271161" y="6022062"/>
                  </a:lnTo>
                  <a:lnTo>
                    <a:pt x="271254" y="6022062"/>
                  </a:lnTo>
                  <a:lnTo>
                    <a:pt x="271347" y="6022062"/>
                  </a:lnTo>
                  <a:lnTo>
                    <a:pt x="271440" y="6022062"/>
                  </a:lnTo>
                  <a:lnTo>
                    <a:pt x="271627" y="6022062"/>
                  </a:lnTo>
                  <a:lnTo>
                    <a:pt x="271720" y="6022062"/>
                  </a:lnTo>
                  <a:lnTo>
                    <a:pt x="271813" y="6022062"/>
                  </a:lnTo>
                  <a:lnTo>
                    <a:pt x="271907" y="6022062"/>
                  </a:lnTo>
                  <a:lnTo>
                    <a:pt x="272000" y="6022062"/>
                  </a:lnTo>
                  <a:lnTo>
                    <a:pt x="272186" y="6022062"/>
                  </a:lnTo>
                  <a:lnTo>
                    <a:pt x="272280" y="6022062"/>
                  </a:lnTo>
                  <a:lnTo>
                    <a:pt x="272466" y="6022062"/>
                  </a:lnTo>
                  <a:lnTo>
                    <a:pt x="272559" y="6022062"/>
                  </a:lnTo>
                  <a:lnTo>
                    <a:pt x="272839" y="6022062"/>
                  </a:lnTo>
                  <a:lnTo>
                    <a:pt x="272932" y="6022062"/>
                  </a:lnTo>
                  <a:lnTo>
                    <a:pt x="273026" y="6022062"/>
                  </a:lnTo>
                  <a:lnTo>
                    <a:pt x="273212" y="6022062"/>
                  </a:lnTo>
                  <a:lnTo>
                    <a:pt x="273305" y="6022062"/>
                  </a:lnTo>
                  <a:lnTo>
                    <a:pt x="273399" y="6022062"/>
                  </a:lnTo>
                  <a:lnTo>
                    <a:pt x="273678" y="6022062"/>
                  </a:lnTo>
                  <a:lnTo>
                    <a:pt x="273772" y="6022062"/>
                  </a:lnTo>
                  <a:lnTo>
                    <a:pt x="274145" y="6022062"/>
                  </a:lnTo>
                  <a:lnTo>
                    <a:pt x="274238" y="6022062"/>
                  </a:lnTo>
                  <a:lnTo>
                    <a:pt x="274331" y="6022062"/>
                  </a:lnTo>
                  <a:lnTo>
                    <a:pt x="274611" y="6022062"/>
                  </a:lnTo>
                  <a:lnTo>
                    <a:pt x="274891" y="6022062"/>
                  </a:lnTo>
                  <a:lnTo>
                    <a:pt x="274984" y="6022062"/>
                  </a:lnTo>
                  <a:lnTo>
                    <a:pt x="275264" y="6022062"/>
                  </a:lnTo>
                  <a:lnTo>
                    <a:pt x="275357" y="6022062"/>
                  </a:lnTo>
                  <a:lnTo>
                    <a:pt x="275543" y="6022062"/>
                  </a:lnTo>
                  <a:lnTo>
                    <a:pt x="275730" y="6022062"/>
                  </a:lnTo>
                  <a:lnTo>
                    <a:pt x="275823" y="6022062"/>
                  </a:lnTo>
                  <a:lnTo>
                    <a:pt x="275916" y="6022062"/>
                  </a:lnTo>
                  <a:lnTo>
                    <a:pt x="276103" y="6022062"/>
                  </a:lnTo>
                  <a:lnTo>
                    <a:pt x="276196" y="6022062"/>
                  </a:lnTo>
                  <a:lnTo>
                    <a:pt x="276289" y="6022062"/>
                  </a:lnTo>
                  <a:lnTo>
                    <a:pt x="276476" y="6022062"/>
                  </a:lnTo>
                  <a:lnTo>
                    <a:pt x="276662" y="6022062"/>
                  </a:lnTo>
                  <a:lnTo>
                    <a:pt x="276756" y="6022062"/>
                  </a:lnTo>
                  <a:lnTo>
                    <a:pt x="277035" y="6022062"/>
                  </a:lnTo>
                  <a:lnTo>
                    <a:pt x="277129" y="6022062"/>
                  </a:lnTo>
                  <a:lnTo>
                    <a:pt x="277315" y="6022062"/>
                  </a:lnTo>
                  <a:lnTo>
                    <a:pt x="277408" y="6022062"/>
                  </a:lnTo>
                  <a:lnTo>
                    <a:pt x="277688" y="6022062"/>
                  </a:lnTo>
                  <a:lnTo>
                    <a:pt x="277781" y="6022062"/>
                  </a:lnTo>
                  <a:lnTo>
                    <a:pt x="277874" y="6022062"/>
                  </a:lnTo>
                  <a:lnTo>
                    <a:pt x="277968" y="6022062"/>
                  </a:lnTo>
                  <a:lnTo>
                    <a:pt x="278061" y="6022062"/>
                  </a:lnTo>
                  <a:lnTo>
                    <a:pt x="278341" y="6022062"/>
                  </a:lnTo>
                  <a:lnTo>
                    <a:pt x="278527" y="6022062"/>
                  </a:lnTo>
                  <a:lnTo>
                    <a:pt x="278714" y="6022062"/>
                  </a:lnTo>
                  <a:lnTo>
                    <a:pt x="278807" y="6022062"/>
                  </a:lnTo>
                  <a:lnTo>
                    <a:pt x="278900" y="6022062"/>
                  </a:lnTo>
                  <a:lnTo>
                    <a:pt x="278993" y="6022062"/>
                  </a:lnTo>
                  <a:lnTo>
                    <a:pt x="279087" y="6022062"/>
                  </a:lnTo>
                  <a:lnTo>
                    <a:pt x="279366" y="6022062"/>
                  </a:lnTo>
                  <a:lnTo>
                    <a:pt x="279460" y="6022062"/>
                  </a:lnTo>
                  <a:lnTo>
                    <a:pt x="279739" y="6022062"/>
                  </a:lnTo>
                  <a:lnTo>
                    <a:pt x="279926" y="6022062"/>
                  </a:lnTo>
                  <a:lnTo>
                    <a:pt x="280019" y="6022062"/>
                  </a:lnTo>
                  <a:lnTo>
                    <a:pt x="280112" y="6022062"/>
                  </a:lnTo>
                  <a:lnTo>
                    <a:pt x="280206" y="6022062"/>
                  </a:lnTo>
                  <a:lnTo>
                    <a:pt x="280299" y="6022062"/>
                  </a:lnTo>
                  <a:lnTo>
                    <a:pt x="280485" y="6022062"/>
                  </a:lnTo>
                  <a:lnTo>
                    <a:pt x="280579" y="6022062"/>
                  </a:lnTo>
                  <a:lnTo>
                    <a:pt x="280672" y="6022062"/>
                  </a:lnTo>
                  <a:lnTo>
                    <a:pt x="280765" y="6022062"/>
                  </a:lnTo>
                  <a:lnTo>
                    <a:pt x="280858" y="6022062"/>
                  </a:lnTo>
                  <a:lnTo>
                    <a:pt x="280952" y="6022062"/>
                  </a:lnTo>
                  <a:lnTo>
                    <a:pt x="281045" y="6022062"/>
                  </a:lnTo>
                  <a:lnTo>
                    <a:pt x="281231" y="6022062"/>
                  </a:lnTo>
                  <a:lnTo>
                    <a:pt x="281511" y="6022062"/>
                  </a:lnTo>
                  <a:lnTo>
                    <a:pt x="281698" y="6022062"/>
                  </a:lnTo>
                  <a:lnTo>
                    <a:pt x="281791" y="6022062"/>
                  </a:lnTo>
                  <a:lnTo>
                    <a:pt x="281884" y="6022062"/>
                  </a:lnTo>
                  <a:lnTo>
                    <a:pt x="281977" y="6022062"/>
                  </a:lnTo>
                  <a:lnTo>
                    <a:pt x="282071" y="6022062"/>
                  </a:lnTo>
                  <a:lnTo>
                    <a:pt x="282164" y="6022062"/>
                  </a:lnTo>
                  <a:lnTo>
                    <a:pt x="282257" y="6022062"/>
                  </a:lnTo>
                  <a:lnTo>
                    <a:pt x="282444" y="6022062"/>
                  </a:lnTo>
                  <a:lnTo>
                    <a:pt x="282723" y="6022062"/>
                  </a:lnTo>
                  <a:lnTo>
                    <a:pt x="282817" y="6022062"/>
                  </a:lnTo>
                  <a:lnTo>
                    <a:pt x="283190" y="6022062"/>
                  </a:lnTo>
                  <a:lnTo>
                    <a:pt x="283563" y="6022062"/>
                  </a:lnTo>
                  <a:lnTo>
                    <a:pt x="283656" y="6022062"/>
                  </a:lnTo>
                  <a:lnTo>
                    <a:pt x="283749" y="6022062"/>
                  </a:lnTo>
                  <a:lnTo>
                    <a:pt x="283842" y="6022062"/>
                  </a:lnTo>
                  <a:lnTo>
                    <a:pt x="283936" y="6022062"/>
                  </a:lnTo>
                  <a:lnTo>
                    <a:pt x="284029" y="6022062"/>
                  </a:lnTo>
                  <a:lnTo>
                    <a:pt x="284215" y="6022062"/>
                  </a:lnTo>
                  <a:lnTo>
                    <a:pt x="284309" y="6022062"/>
                  </a:lnTo>
                  <a:lnTo>
                    <a:pt x="284402" y="6022062"/>
                  </a:lnTo>
                  <a:lnTo>
                    <a:pt x="284588" y="6022062"/>
                  </a:lnTo>
                  <a:lnTo>
                    <a:pt x="284681" y="6022062"/>
                  </a:lnTo>
                  <a:lnTo>
                    <a:pt x="284775" y="6022062"/>
                  </a:lnTo>
                  <a:lnTo>
                    <a:pt x="284868" y="6022062"/>
                  </a:lnTo>
                  <a:lnTo>
                    <a:pt x="284961" y="6022062"/>
                  </a:lnTo>
                  <a:lnTo>
                    <a:pt x="285054" y="6022062"/>
                  </a:lnTo>
                  <a:lnTo>
                    <a:pt x="285148" y="6022062"/>
                  </a:lnTo>
                  <a:lnTo>
                    <a:pt x="285334" y="6022062"/>
                  </a:lnTo>
                  <a:lnTo>
                    <a:pt x="285427" y="6022062"/>
                  </a:lnTo>
                  <a:lnTo>
                    <a:pt x="285521" y="6022062"/>
                  </a:lnTo>
                  <a:lnTo>
                    <a:pt x="285614" y="6022062"/>
                  </a:lnTo>
                  <a:lnTo>
                    <a:pt x="285707" y="6022062"/>
                  </a:lnTo>
                  <a:lnTo>
                    <a:pt x="285800" y="6022062"/>
                  </a:lnTo>
                  <a:lnTo>
                    <a:pt x="285894" y="6022062"/>
                  </a:lnTo>
                  <a:lnTo>
                    <a:pt x="285987" y="6022062"/>
                  </a:lnTo>
                  <a:lnTo>
                    <a:pt x="286080" y="6022062"/>
                  </a:lnTo>
                  <a:lnTo>
                    <a:pt x="286173" y="6022062"/>
                  </a:lnTo>
                  <a:lnTo>
                    <a:pt x="286267" y="6022062"/>
                  </a:lnTo>
                  <a:lnTo>
                    <a:pt x="286360" y="6022062"/>
                  </a:lnTo>
                  <a:lnTo>
                    <a:pt x="286453" y="6022062"/>
                  </a:lnTo>
                  <a:lnTo>
                    <a:pt x="286546" y="6022062"/>
                  </a:lnTo>
                  <a:lnTo>
                    <a:pt x="286640" y="6022062"/>
                  </a:lnTo>
                  <a:lnTo>
                    <a:pt x="286826" y="6022062"/>
                  </a:lnTo>
                  <a:lnTo>
                    <a:pt x="286919" y="6022062"/>
                  </a:lnTo>
                  <a:lnTo>
                    <a:pt x="287013" y="6022062"/>
                  </a:lnTo>
                  <a:lnTo>
                    <a:pt x="287106" y="6022062"/>
                  </a:lnTo>
                  <a:lnTo>
                    <a:pt x="287199" y="6022062"/>
                  </a:lnTo>
                  <a:lnTo>
                    <a:pt x="287292" y="6022062"/>
                  </a:lnTo>
                  <a:lnTo>
                    <a:pt x="287386" y="6022062"/>
                  </a:lnTo>
                  <a:lnTo>
                    <a:pt x="287479" y="6022062"/>
                  </a:lnTo>
                  <a:lnTo>
                    <a:pt x="287572" y="6022062"/>
                  </a:lnTo>
                  <a:lnTo>
                    <a:pt x="287665" y="6022062"/>
                  </a:lnTo>
                  <a:lnTo>
                    <a:pt x="287945" y="6022062"/>
                  </a:lnTo>
                  <a:lnTo>
                    <a:pt x="288038" y="6022062"/>
                  </a:lnTo>
                  <a:lnTo>
                    <a:pt x="288132" y="6022062"/>
                  </a:lnTo>
                  <a:lnTo>
                    <a:pt x="288225" y="6022062"/>
                  </a:lnTo>
                  <a:lnTo>
                    <a:pt x="288318" y="6022062"/>
                  </a:lnTo>
                  <a:lnTo>
                    <a:pt x="288411" y="6022062"/>
                  </a:lnTo>
                  <a:lnTo>
                    <a:pt x="288505" y="6022062"/>
                  </a:lnTo>
                  <a:lnTo>
                    <a:pt x="288598" y="6022062"/>
                  </a:lnTo>
                  <a:lnTo>
                    <a:pt x="288691" y="6022062"/>
                  </a:lnTo>
                  <a:lnTo>
                    <a:pt x="288971" y="6022062"/>
                  </a:lnTo>
                  <a:lnTo>
                    <a:pt x="289064" y="6022062"/>
                  </a:lnTo>
                  <a:lnTo>
                    <a:pt x="289344" y="6022062"/>
                  </a:lnTo>
                  <a:lnTo>
                    <a:pt x="289624" y="6022062"/>
                  </a:lnTo>
                  <a:lnTo>
                    <a:pt x="289810" y="6022062"/>
                  </a:lnTo>
                  <a:lnTo>
                    <a:pt x="289903" y="6022062"/>
                  </a:lnTo>
                  <a:lnTo>
                    <a:pt x="289997" y="6022062"/>
                  </a:lnTo>
                  <a:lnTo>
                    <a:pt x="290090" y="6022062"/>
                  </a:lnTo>
                  <a:lnTo>
                    <a:pt x="290183" y="6022062"/>
                  </a:lnTo>
                  <a:lnTo>
                    <a:pt x="290276" y="6022062"/>
                  </a:lnTo>
                  <a:lnTo>
                    <a:pt x="290370" y="6022062"/>
                  </a:lnTo>
                  <a:lnTo>
                    <a:pt x="290463" y="6022062"/>
                  </a:lnTo>
                  <a:lnTo>
                    <a:pt x="290649" y="6022062"/>
                  </a:lnTo>
                  <a:lnTo>
                    <a:pt x="290743" y="6022062"/>
                  </a:lnTo>
                  <a:lnTo>
                    <a:pt x="290836" y="6022062"/>
                  </a:lnTo>
                  <a:lnTo>
                    <a:pt x="290929" y="6022062"/>
                  </a:lnTo>
                  <a:lnTo>
                    <a:pt x="291022" y="6022062"/>
                  </a:lnTo>
                  <a:lnTo>
                    <a:pt x="291116" y="6022062"/>
                  </a:lnTo>
                  <a:lnTo>
                    <a:pt x="291395" y="6022062"/>
                  </a:lnTo>
                  <a:lnTo>
                    <a:pt x="291582" y="6022062"/>
                  </a:lnTo>
                  <a:lnTo>
                    <a:pt x="291768" y="6022062"/>
                  </a:lnTo>
                  <a:lnTo>
                    <a:pt x="291861" y="6022062"/>
                  </a:lnTo>
                  <a:lnTo>
                    <a:pt x="291955" y="6022062"/>
                  </a:lnTo>
                  <a:lnTo>
                    <a:pt x="292048" y="6022062"/>
                  </a:lnTo>
                  <a:lnTo>
                    <a:pt x="292141" y="6022062"/>
                  </a:lnTo>
                  <a:lnTo>
                    <a:pt x="292234" y="6022062"/>
                  </a:lnTo>
                  <a:lnTo>
                    <a:pt x="292328" y="6022062"/>
                  </a:lnTo>
                  <a:lnTo>
                    <a:pt x="292421" y="6022062"/>
                  </a:lnTo>
                  <a:lnTo>
                    <a:pt x="292514" y="6022062"/>
                  </a:lnTo>
                  <a:lnTo>
                    <a:pt x="292701" y="6022062"/>
                  </a:lnTo>
                  <a:lnTo>
                    <a:pt x="292794" y="6022062"/>
                  </a:lnTo>
                  <a:lnTo>
                    <a:pt x="292887" y="6022062"/>
                  </a:lnTo>
                  <a:lnTo>
                    <a:pt x="293074" y="6022062"/>
                  </a:lnTo>
                  <a:lnTo>
                    <a:pt x="293167" y="6022062"/>
                  </a:lnTo>
                  <a:lnTo>
                    <a:pt x="293447" y="6022062"/>
                  </a:lnTo>
                  <a:lnTo>
                    <a:pt x="293633" y="6022062"/>
                  </a:lnTo>
                  <a:lnTo>
                    <a:pt x="293726" y="6022062"/>
                  </a:lnTo>
                  <a:lnTo>
                    <a:pt x="293913" y="6022062"/>
                  </a:lnTo>
                  <a:lnTo>
                    <a:pt x="294006" y="6022062"/>
                  </a:lnTo>
                  <a:lnTo>
                    <a:pt x="294099" y="6022062"/>
                  </a:lnTo>
                  <a:lnTo>
                    <a:pt x="294193" y="6022062"/>
                  </a:lnTo>
                  <a:lnTo>
                    <a:pt x="294286" y="6022062"/>
                  </a:lnTo>
                  <a:lnTo>
                    <a:pt x="294379" y="6022062"/>
                  </a:lnTo>
                  <a:lnTo>
                    <a:pt x="294472" y="6022062"/>
                  </a:lnTo>
                  <a:lnTo>
                    <a:pt x="294566" y="6022062"/>
                  </a:lnTo>
                  <a:lnTo>
                    <a:pt x="294659" y="6022062"/>
                  </a:lnTo>
                  <a:lnTo>
                    <a:pt x="294845" y="6022062"/>
                  </a:lnTo>
                  <a:lnTo>
                    <a:pt x="295032" y="6022062"/>
                  </a:lnTo>
                  <a:lnTo>
                    <a:pt x="295218" y="6022062"/>
                  </a:lnTo>
                  <a:lnTo>
                    <a:pt x="295312" y="6022062"/>
                  </a:lnTo>
                  <a:lnTo>
                    <a:pt x="295591" y="6022062"/>
                  </a:lnTo>
                  <a:lnTo>
                    <a:pt x="295685" y="6022062"/>
                  </a:lnTo>
                  <a:lnTo>
                    <a:pt x="295778" y="6022062"/>
                  </a:lnTo>
                  <a:lnTo>
                    <a:pt x="295964" y="6022062"/>
                  </a:lnTo>
                  <a:lnTo>
                    <a:pt x="296058" y="6022062"/>
                  </a:lnTo>
                  <a:lnTo>
                    <a:pt x="296337" y="6022062"/>
                  </a:lnTo>
                  <a:lnTo>
                    <a:pt x="296431" y="6022062"/>
                  </a:lnTo>
                  <a:lnTo>
                    <a:pt x="296617" y="6022062"/>
                  </a:lnTo>
                  <a:lnTo>
                    <a:pt x="296804" y="6022062"/>
                  </a:lnTo>
                  <a:lnTo>
                    <a:pt x="296897" y="6022062"/>
                  </a:lnTo>
                  <a:lnTo>
                    <a:pt x="296990" y="6022062"/>
                  </a:lnTo>
                  <a:lnTo>
                    <a:pt x="297270" y="6022062"/>
                  </a:lnTo>
                  <a:lnTo>
                    <a:pt x="297550" y="6022062"/>
                  </a:lnTo>
                  <a:lnTo>
                    <a:pt x="297736" y="6022062"/>
                  </a:lnTo>
                  <a:lnTo>
                    <a:pt x="297829" y="6022062"/>
                  </a:lnTo>
                  <a:lnTo>
                    <a:pt x="297923" y="6022062"/>
                  </a:lnTo>
                  <a:lnTo>
                    <a:pt x="298109" y="6022062"/>
                  </a:lnTo>
                  <a:lnTo>
                    <a:pt x="298202" y="6022062"/>
                  </a:lnTo>
                  <a:lnTo>
                    <a:pt x="298482" y="6022062"/>
                  </a:lnTo>
                  <a:lnTo>
                    <a:pt x="298575" y="6022062"/>
                  </a:lnTo>
                  <a:lnTo>
                    <a:pt x="298855" y="6022062"/>
                  </a:lnTo>
                  <a:lnTo>
                    <a:pt x="298948" y="6022062"/>
                  </a:lnTo>
                  <a:lnTo>
                    <a:pt x="299041" y="6022062"/>
                  </a:lnTo>
                  <a:lnTo>
                    <a:pt x="299228" y="6022062"/>
                  </a:lnTo>
                  <a:lnTo>
                    <a:pt x="299414" y="6022062"/>
                  </a:lnTo>
                  <a:lnTo>
                    <a:pt x="299508" y="6022062"/>
                  </a:lnTo>
                  <a:lnTo>
                    <a:pt x="299601" y="6022062"/>
                  </a:lnTo>
                  <a:lnTo>
                    <a:pt x="299787" y="6022062"/>
                  </a:lnTo>
                  <a:lnTo>
                    <a:pt x="299881" y="6022062"/>
                  </a:lnTo>
                  <a:lnTo>
                    <a:pt x="300067" y="6022062"/>
                  </a:lnTo>
                  <a:lnTo>
                    <a:pt x="300067" y="6012108"/>
                  </a:lnTo>
                  <a:lnTo>
                    <a:pt x="300440" y="6012108"/>
                  </a:lnTo>
                  <a:lnTo>
                    <a:pt x="300533" y="6012108"/>
                  </a:lnTo>
                  <a:lnTo>
                    <a:pt x="300720" y="6012108"/>
                  </a:lnTo>
                  <a:lnTo>
                    <a:pt x="300906" y="6012108"/>
                  </a:lnTo>
                  <a:lnTo>
                    <a:pt x="301093" y="6012108"/>
                  </a:lnTo>
                  <a:lnTo>
                    <a:pt x="301279" y="6012108"/>
                  </a:lnTo>
                  <a:lnTo>
                    <a:pt x="301373" y="6012108"/>
                  </a:lnTo>
                  <a:lnTo>
                    <a:pt x="301466" y="6012108"/>
                  </a:lnTo>
                  <a:lnTo>
                    <a:pt x="301559" y="6012108"/>
                  </a:lnTo>
                  <a:lnTo>
                    <a:pt x="301932" y="6012108"/>
                  </a:lnTo>
                  <a:lnTo>
                    <a:pt x="302025" y="6012108"/>
                  </a:lnTo>
                  <a:lnTo>
                    <a:pt x="302119" y="6012108"/>
                  </a:lnTo>
                  <a:lnTo>
                    <a:pt x="302305" y="6012108"/>
                  </a:lnTo>
                  <a:lnTo>
                    <a:pt x="302398" y="6012108"/>
                  </a:lnTo>
                  <a:lnTo>
                    <a:pt x="302492" y="6012108"/>
                  </a:lnTo>
                  <a:lnTo>
                    <a:pt x="302678" y="6012108"/>
                  </a:lnTo>
                  <a:lnTo>
                    <a:pt x="302771" y="6012108"/>
                  </a:lnTo>
                  <a:lnTo>
                    <a:pt x="303051" y="6012108"/>
                  </a:lnTo>
                  <a:lnTo>
                    <a:pt x="303144" y="6012108"/>
                  </a:lnTo>
                  <a:lnTo>
                    <a:pt x="303238" y="6012108"/>
                  </a:lnTo>
                  <a:lnTo>
                    <a:pt x="303331" y="6012108"/>
                  </a:lnTo>
                  <a:lnTo>
                    <a:pt x="303424" y="6012108"/>
                  </a:lnTo>
                  <a:lnTo>
                    <a:pt x="303611" y="6012108"/>
                  </a:lnTo>
                  <a:lnTo>
                    <a:pt x="303704" y="6012108"/>
                  </a:lnTo>
                  <a:lnTo>
                    <a:pt x="303984" y="6012108"/>
                  </a:lnTo>
                  <a:lnTo>
                    <a:pt x="304077" y="6012108"/>
                  </a:lnTo>
                  <a:lnTo>
                    <a:pt x="304263" y="6012108"/>
                  </a:lnTo>
                  <a:lnTo>
                    <a:pt x="304357" y="6012108"/>
                  </a:lnTo>
                  <a:lnTo>
                    <a:pt x="304543" y="6012108"/>
                  </a:lnTo>
                  <a:lnTo>
                    <a:pt x="304636" y="6012108"/>
                  </a:lnTo>
                  <a:lnTo>
                    <a:pt x="304823" y="6012108"/>
                  </a:lnTo>
                  <a:lnTo>
                    <a:pt x="305103" y="6012108"/>
                  </a:lnTo>
                  <a:lnTo>
                    <a:pt x="305289" y="6012108"/>
                  </a:lnTo>
                  <a:lnTo>
                    <a:pt x="305382" y="6012108"/>
                  </a:lnTo>
                  <a:lnTo>
                    <a:pt x="305475" y="6012108"/>
                  </a:lnTo>
                  <a:lnTo>
                    <a:pt x="305569" y="6012108"/>
                  </a:lnTo>
                  <a:lnTo>
                    <a:pt x="305662" y="6012108"/>
                  </a:lnTo>
                  <a:lnTo>
                    <a:pt x="305755" y="6012108"/>
                  </a:lnTo>
                  <a:lnTo>
                    <a:pt x="305848" y="6012108"/>
                  </a:lnTo>
                  <a:lnTo>
                    <a:pt x="305942" y="6012108"/>
                  </a:lnTo>
                  <a:lnTo>
                    <a:pt x="306035" y="6012108"/>
                  </a:lnTo>
                  <a:lnTo>
                    <a:pt x="306128" y="6012108"/>
                  </a:lnTo>
                  <a:lnTo>
                    <a:pt x="306594" y="6012108"/>
                  </a:lnTo>
                  <a:lnTo>
                    <a:pt x="306781" y="6012108"/>
                  </a:lnTo>
                  <a:lnTo>
                    <a:pt x="306874" y="6012108"/>
                  </a:lnTo>
                  <a:lnTo>
                    <a:pt x="306967" y="6012108"/>
                  </a:lnTo>
                  <a:lnTo>
                    <a:pt x="307061" y="6012108"/>
                  </a:lnTo>
                  <a:lnTo>
                    <a:pt x="307154" y="6012108"/>
                  </a:lnTo>
                  <a:lnTo>
                    <a:pt x="307247" y="6012108"/>
                  </a:lnTo>
                  <a:lnTo>
                    <a:pt x="307434" y="6012108"/>
                  </a:lnTo>
                  <a:lnTo>
                    <a:pt x="307527" y="6012108"/>
                  </a:lnTo>
                  <a:lnTo>
                    <a:pt x="307900" y="6012108"/>
                  </a:lnTo>
                  <a:lnTo>
                    <a:pt x="307993" y="6012108"/>
                  </a:lnTo>
                  <a:lnTo>
                    <a:pt x="308273" y="6012108"/>
                  </a:lnTo>
                  <a:lnTo>
                    <a:pt x="308459" y="6012108"/>
                  </a:lnTo>
                  <a:lnTo>
                    <a:pt x="308553" y="6012108"/>
                  </a:lnTo>
                  <a:lnTo>
                    <a:pt x="308739" y="6012108"/>
                  </a:lnTo>
                  <a:lnTo>
                    <a:pt x="308832" y="6012108"/>
                  </a:lnTo>
                  <a:lnTo>
                    <a:pt x="308926" y="6012108"/>
                  </a:lnTo>
                  <a:lnTo>
                    <a:pt x="309112" y="6012108"/>
                  </a:lnTo>
                  <a:lnTo>
                    <a:pt x="309205" y="6012108"/>
                  </a:lnTo>
                  <a:lnTo>
                    <a:pt x="309392" y="6002155"/>
                  </a:lnTo>
                  <a:lnTo>
                    <a:pt x="309485" y="6002155"/>
                  </a:lnTo>
                  <a:lnTo>
                    <a:pt x="309578" y="6002155"/>
                  </a:lnTo>
                  <a:lnTo>
                    <a:pt x="309672" y="6002155"/>
                  </a:lnTo>
                  <a:lnTo>
                    <a:pt x="309765" y="6002155"/>
                  </a:lnTo>
                  <a:lnTo>
                    <a:pt x="309951" y="6002155"/>
                  </a:lnTo>
                  <a:lnTo>
                    <a:pt x="310045" y="6002155"/>
                  </a:lnTo>
                  <a:lnTo>
                    <a:pt x="310231" y="6002155"/>
                  </a:lnTo>
                  <a:lnTo>
                    <a:pt x="310324" y="6002155"/>
                  </a:lnTo>
                  <a:lnTo>
                    <a:pt x="310418" y="6002155"/>
                  </a:lnTo>
                  <a:lnTo>
                    <a:pt x="310511" y="6002155"/>
                  </a:lnTo>
                  <a:lnTo>
                    <a:pt x="310697" y="6002155"/>
                  </a:lnTo>
                  <a:lnTo>
                    <a:pt x="310977" y="6002155"/>
                  </a:lnTo>
                  <a:lnTo>
                    <a:pt x="311164" y="6002155"/>
                  </a:lnTo>
                  <a:lnTo>
                    <a:pt x="311443" y="6002155"/>
                  </a:lnTo>
                  <a:lnTo>
                    <a:pt x="311630" y="6002155"/>
                  </a:lnTo>
                  <a:lnTo>
                    <a:pt x="311816" y="6002155"/>
                  </a:lnTo>
                  <a:lnTo>
                    <a:pt x="312096" y="6002155"/>
                  </a:lnTo>
                  <a:lnTo>
                    <a:pt x="312282" y="6002155"/>
                  </a:lnTo>
                  <a:lnTo>
                    <a:pt x="312469" y="6002155"/>
                  </a:lnTo>
                  <a:lnTo>
                    <a:pt x="312562" y="6002155"/>
                  </a:lnTo>
                  <a:lnTo>
                    <a:pt x="312749" y="6002155"/>
                  </a:lnTo>
                  <a:lnTo>
                    <a:pt x="313028" y="6002155"/>
                  </a:lnTo>
                  <a:lnTo>
                    <a:pt x="313308" y="6002155"/>
                  </a:lnTo>
                  <a:lnTo>
                    <a:pt x="313401" y="6002155"/>
                  </a:lnTo>
                  <a:lnTo>
                    <a:pt x="313495" y="6002155"/>
                  </a:lnTo>
                  <a:lnTo>
                    <a:pt x="313588" y="6002155"/>
                  </a:lnTo>
                  <a:lnTo>
                    <a:pt x="313681" y="6002155"/>
                  </a:lnTo>
                  <a:lnTo>
                    <a:pt x="313774" y="6002155"/>
                  </a:lnTo>
                  <a:lnTo>
                    <a:pt x="313868" y="6002155"/>
                  </a:lnTo>
                  <a:lnTo>
                    <a:pt x="314054" y="6002155"/>
                  </a:lnTo>
                  <a:lnTo>
                    <a:pt x="314147" y="6002155"/>
                  </a:lnTo>
                  <a:lnTo>
                    <a:pt x="314241" y="6002155"/>
                  </a:lnTo>
                  <a:lnTo>
                    <a:pt x="314427" y="6002155"/>
                  </a:lnTo>
                  <a:lnTo>
                    <a:pt x="314520" y="6002155"/>
                  </a:lnTo>
                  <a:lnTo>
                    <a:pt x="314987" y="6002155"/>
                  </a:lnTo>
                  <a:lnTo>
                    <a:pt x="315080" y="6002155"/>
                  </a:lnTo>
                  <a:lnTo>
                    <a:pt x="315173" y="6002155"/>
                  </a:lnTo>
                  <a:lnTo>
                    <a:pt x="315266" y="6002155"/>
                  </a:lnTo>
                  <a:lnTo>
                    <a:pt x="315453" y="6002155"/>
                  </a:lnTo>
                  <a:lnTo>
                    <a:pt x="315639" y="6002155"/>
                  </a:lnTo>
                  <a:lnTo>
                    <a:pt x="315733" y="6002155"/>
                  </a:lnTo>
                  <a:lnTo>
                    <a:pt x="315826" y="6002155"/>
                  </a:lnTo>
                  <a:lnTo>
                    <a:pt x="315919" y="6002155"/>
                  </a:lnTo>
                  <a:lnTo>
                    <a:pt x="316012" y="6002155"/>
                  </a:lnTo>
                  <a:lnTo>
                    <a:pt x="316292" y="6002155"/>
                  </a:lnTo>
                  <a:lnTo>
                    <a:pt x="316385" y="6002155"/>
                  </a:lnTo>
                  <a:lnTo>
                    <a:pt x="316479" y="6002155"/>
                  </a:lnTo>
                  <a:lnTo>
                    <a:pt x="316572" y="6002155"/>
                  </a:lnTo>
                  <a:lnTo>
                    <a:pt x="316665" y="6002155"/>
                  </a:lnTo>
                  <a:lnTo>
                    <a:pt x="316758" y="6002155"/>
                  </a:lnTo>
                  <a:lnTo>
                    <a:pt x="316945" y="6002155"/>
                  </a:lnTo>
                  <a:lnTo>
                    <a:pt x="317131" y="6002155"/>
                  </a:lnTo>
                  <a:lnTo>
                    <a:pt x="317225" y="6002155"/>
                  </a:lnTo>
                  <a:lnTo>
                    <a:pt x="317318" y="6002155"/>
                  </a:lnTo>
                  <a:lnTo>
                    <a:pt x="317598" y="6002155"/>
                  </a:lnTo>
                  <a:lnTo>
                    <a:pt x="317691" y="6002155"/>
                  </a:lnTo>
                  <a:lnTo>
                    <a:pt x="317784" y="6002155"/>
                  </a:lnTo>
                  <a:lnTo>
                    <a:pt x="317877" y="6002155"/>
                  </a:lnTo>
                  <a:lnTo>
                    <a:pt x="317971" y="6002155"/>
                  </a:lnTo>
                  <a:lnTo>
                    <a:pt x="318064" y="6002155"/>
                  </a:lnTo>
                  <a:lnTo>
                    <a:pt x="318344" y="6002155"/>
                  </a:lnTo>
                  <a:lnTo>
                    <a:pt x="318530" y="6002155"/>
                  </a:lnTo>
                  <a:lnTo>
                    <a:pt x="318717" y="6002155"/>
                  </a:lnTo>
                  <a:lnTo>
                    <a:pt x="318903" y="6002155"/>
                  </a:lnTo>
                  <a:lnTo>
                    <a:pt x="319183" y="6002155"/>
                  </a:lnTo>
                  <a:lnTo>
                    <a:pt x="319369" y="6002155"/>
                  </a:lnTo>
                  <a:lnTo>
                    <a:pt x="319462" y="6002155"/>
                  </a:lnTo>
                  <a:lnTo>
                    <a:pt x="319556" y="6002155"/>
                  </a:lnTo>
                  <a:lnTo>
                    <a:pt x="320022" y="5992201"/>
                  </a:lnTo>
                  <a:lnTo>
                    <a:pt x="320208" y="5992201"/>
                  </a:lnTo>
                  <a:lnTo>
                    <a:pt x="320302" y="5992201"/>
                  </a:lnTo>
                  <a:lnTo>
                    <a:pt x="320395" y="5992201"/>
                  </a:lnTo>
                  <a:lnTo>
                    <a:pt x="320488" y="5992201"/>
                  </a:lnTo>
                  <a:lnTo>
                    <a:pt x="320581" y="5992201"/>
                  </a:lnTo>
                  <a:lnTo>
                    <a:pt x="320675" y="5992201"/>
                  </a:lnTo>
                  <a:lnTo>
                    <a:pt x="320768" y="5992201"/>
                  </a:lnTo>
                  <a:lnTo>
                    <a:pt x="320954" y="5992201"/>
                  </a:lnTo>
                  <a:lnTo>
                    <a:pt x="320954" y="5982247"/>
                  </a:lnTo>
                  <a:lnTo>
                    <a:pt x="321048" y="5982247"/>
                  </a:lnTo>
                  <a:lnTo>
                    <a:pt x="321141" y="5982247"/>
                  </a:lnTo>
                  <a:lnTo>
                    <a:pt x="321234" y="5982247"/>
                  </a:lnTo>
                  <a:lnTo>
                    <a:pt x="321514" y="5982247"/>
                  </a:lnTo>
                  <a:lnTo>
                    <a:pt x="321607" y="5982247"/>
                  </a:lnTo>
                  <a:lnTo>
                    <a:pt x="321700" y="5982247"/>
                  </a:lnTo>
                  <a:lnTo>
                    <a:pt x="321887" y="5982247"/>
                  </a:lnTo>
                  <a:lnTo>
                    <a:pt x="321980" y="5982247"/>
                  </a:lnTo>
                  <a:lnTo>
                    <a:pt x="322073" y="5982247"/>
                  </a:lnTo>
                  <a:lnTo>
                    <a:pt x="322167" y="5982247"/>
                  </a:lnTo>
                  <a:lnTo>
                    <a:pt x="322353" y="5982247"/>
                  </a:lnTo>
                  <a:lnTo>
                    <a:pt x="322540" y="5982247"/>
                  </a:lnTo>
                  <a:lnTo>
                    <a:pt x="322633" y="5982247"/>
                  </a:lnTo>
                  <a:lnTo>
                    <a:pt x="322726" y="5982247"/>
                  </a:lnTo>
                  <a:lnTo>
                    <a:pt x="322819" y="5982247"/>
                  </a:lnTo>
                  <a:lnTo>
                    <a:pt x="323099" y="5982247"/>
                  </a:lnTo>
                  <a:lnTo>
                    <a:pt x="323192" y="5982247"/>
                  </a:lnTo>
                  <a:lnTo>
                    <a:pt x="323286" y="5982247"/>
                  </a:lnTo>
                  <a:lnTo>
                    <a:pt x="323379" y="5982247"/>
                  </a:lnTo>
                  <a:lnTo>
                    <a:pt x="323472" y="5982247"/>
                  </a:lnTo>
                  <a:lnTo>
                    <a:pt x="323565" y="5982247"/>
                  </a:lnTo>
                  <a:lnTo>
                    <a:pt x="323659" y="5982247"/>
                  </a:lnTo>
                  <a:lnTo>
                    <a:pt x="323752" y="5982247"/>
                  </a:lnTo>
                  <a:lnTo>
                    <a:pt x="323938" y="5982247"/>
                  </a:lnTo>
                  <a:lnTo>
                    <a:pt x="324032" y="5982247"/>
                  </a:lnTo>
                  <a:lnTo>
                    <a:pt x="324125" y="5982247"/>
                  </a:lnTo>
                  <a:lnTo>
                    <a:pt x="324498" y="5982247"/>
                  </a:lnTo>
                  <a:lnTo>
                    <a:pt x="324591" y="5982247"/>
                  </a:lnTo>
                  <a:lnTo>
                    <a:pt x="324684" y="5982247"/>
                  </a:lnTo>
                  <a:lnTo>
                    <a:pt x="324778" y="5982247"/>
                  </a:lnTo>
                  <a:lnTo>
                    <a:pt x="324964" y="5982247"/>
                  </a:lnTo>
                  <a:lnTo>
                    <a:pt x="325057" y="5982247"/>
                  </a:lnTo>
                  <a:lnTo>
                    <a:pt x="325151" y="5982247"/>
                  </a:lnTo>
                  <a:lnTo>
                    <a:pt x="325337" y="5982247"/>
                  </a:lnTo>
                  <a:lnTo>
                    <a:pt x="325430" y="5982247"/>
                  </a:lnTo>
                  <a:lnTo>
                    <a:pt x="325524" y="5982247"/>
                  </a:lnTo>
                  <a:lnTo>
                    <a:pt x="325617" y="5982247"/>
                  </a:lnTo>
                  <a:lnTo>
                    <a:pt x="325710" y="5982247"/>
                  </a:lnTo>
                  <a:lnTo>
                    <a:pt x="325803" y="5982247"/>
                  </a:lnTo>
                  <a:lnTo>
                    <a:pt x="325897" y="5982247"/>
                  </a:lnTo>
                  <a:lnTo>
                    <a:pt x="326083" y="5982247"/>
                  </a:lnTo>
                  <a:lnTo>
                    <a:pt x="326176" y="5982247"/>
                  </a:lnTo>
                  <a:lnTo>
                    <a:pt x="326269" y="5982247"/>
                  </a:lnTo>
                  <a:lnTo>
                    <a:pt x="326642" y="5982247"/>
                  </a:lnTo>
                  <a:lnTo>
                    <a:pt x="326829" y="5982247"/>
                  </a:lnTo>
                  <a:lnTo>
                    <a:pt x="326922" y="5982247"/>
                  </a:lnTo>
                  <a:lnTo>
                    <a:pt x="327015" y="5982247"/>
                  </a:lnTo>
                  <a:lnTo>
                    <a:pt x="327109" y="5982247"/>
                  </a:lnTo>
                  <a:lnTo>
                    <a:pt x="327109" y="5972293"/>
                  </a:lnTo>
                  <a:lnTo>
                    <a:pt x="327202" y="5972293"/>
                  </a:lnTo>
                  <a:lnTo>
                    <a:pt x="327295" y="5972293"/>
                  </a:lnTo>
                  <a:lnTo>
                    <a:pt x="327388" y="5972293"/>
                  </a:lnTo>
                  <a:lnTo>
                    <a:pt x="327575" y="5972293"/>
                  </a:lnTo>
                  <a:lnTo>
                    <a:pt x="327668" y="5972293"/>
                  </a:lnTo>
                  <a:lnTo>
                    <a:pt x="327948" y="5972293"/>
                  </a:lnTo>
                  <a:lnTo>
                    <a:pt x="328041" y="5972293"/>
                  </a:lnTo>
                  <a:lnTo>
                    <a:pt x="328134" y="5972293"/>
                  </a:lnTo>
                  <a:lnTo>
                    <a:pt x="328228" y="5972293"/>
                  </a:lnTo>
                  <a:lnTo>
                    <a:pt x="328321" y="5972293"/>
                  </a:lnTo>
                  <a:lnTo>
                    <a:pt x="328414" y="5972293"/>
                  </a:lnTo>
                  <a:lnTo>
                    <a:pt x="328601" y="5972293"/>
                  </a:lnTo>
                  <a:lnTo>
                    <a:pt x="328694" y="5972293"/>
                  </a:lnTo>
                  <a:lnTo>
                    <a:pt x="329067" y="5972293"/>
                  </a:lnTo>
                  <a:lnTo>
                    <a:pt x="329253" y="5972293"/>
                  </a:lnTo>
                  <a:lnTo>
                    <a:pt x="329347" y="5972293"/>
                  </a:lnTo>
                  <a:lnTo>
                    <a:pt x="329440" y="5972293"/>
                  </a:lnTo>
                  <a:lnTo>
                    <a:pt x="329720" y="5972293"/>
                  </a:lnTo>
                  <a:lnTo>
                    <a:pt x="329906" y="5972293"/>
                  </a:lnTo>
                  <a:lnTo>
                    <a:pt x="329999" y="5972293"/>
                  </a:lnTo>
                  <a:lnTo>
                    <a:pt x="330279" y="5972293"/>
                  </a:lnTo>
                  <a:lnTo>
                    <a:pt x="330466" y="5972293"/>
                  </a:lnTo>
                  <a:lnTo>
                    <a:pt x="330559" y="5972293"/>
                  </a:lnTo>
                  <a:lnTo>
                    <a:pt x="330652" y="5972293"/>
                  </a:lnTo>
                  <a:lnTo>
                    <a:pt x="330839" y="5972293"/>
                  </a:lnTo>
                  <a:lnTo>
                    <a:pt x="330932" y="5972293"/>
                  </a:lnTo>
                  <a:lnTo>
                    <a:pt x="331025" y="5962339"/>
                  </a:lnTo>
                  <a:lnTo>
                    <a:pt x="331305" y="5962339"/>
                  </a:lnTo>
                  <a:lnTo>
                    <a:pt x="331585" y="5962339"/>
                  </a:lnTo>
                  <a:lnTo>
                    <a:pt x="331771" y="5962339"/>
                  </a:lnTo>
                  <a:lnTo>
                    <a:pt x="331958" y="5962339"/>
                  </a:lnTo>
                  <a:lnTo>
                    <a:pt x="332331" y="5962339"/>
                  </a:lnTo>
                  <a:lnTo>
                    <a:pt x="332424" y="5962339"/>
                  </a:lnTo>
                  <a:lnTo>
                    <a:pt x="332517" y="5962339"/>
                  </a:lnTo>
                  <a:lnTo>
                    <a:pt x="332610" y="5962339"/>
                  </a:lnTo>
                  <a:lnTo>
                    <a:pt x="332704" y="5962339"/>
                  </a:lnTo>
                  <a:lnTo>
                    <a:pt x="332890" y="5962339"/>
                  </a:lnTo>
                  <a:lnTo>
                    <a:pt x="332983" y="5962339"/>
                  </a:lnTo>
                  <a:lnTo>
                    <a:pt x="333076" y="5962339"/>
                  </a:lnTo>
                  <a:lnTo>
                    <a:pt x="333170" y="5962339"/>
                  </a:lnTo>
                  <a:lnTo>
                    <a:pt x="333263" y="5962339"/>
                  </a:lnTo>
                  <a:lnTo>
                    <a:pt x="333356" y="5962339"/>
                  </a:lnTo>
                  <a:lnTo>
                    <a:pt x="333543" y="5962339"/>
                  </a:lnTo>
                  <a:lnTo>
                    <a:pt x="333636" y="5962339"/>
                  </a:lnTo>
                  <a:lnTo>
                    <a:pt x="333729" y="5962339"/>
                  </a:lnTo>
                  <a:lnTo>
                    <a:pt x="334009" y="5962339"/>
                  </a:lnTo>
                  <a:lnTo>
                    <a:pt x="334102" y="5962339"/>
                  </a:lnTo>
                  <a:lnTo>
                    <a:pt x="334289" y="5962339"/>
                  </a:lnTo>
                  <a:lnTo>
                    <a:pt x="334475" y="5962339"/>
                  </a:lnTo>
                  <a:lnTo>
                    <a:pt x="334568" y="5962339"/>
                  </a:lnTo>
                  <a:lnTo>
                    <a:pt x="334662" y="5962339"/>
                  </a:lnTo>
                  <a:lnTo>
                    <a:pt x="334755" y="5962339"/>
                  </a:lnTo>
                  <a:lnTo>
                    <a:pt x="334848" y="5962339"/>
                  </a:lnTo>
                  <a:lnTo>
                    <a:pt x="334941" y="5962339"/>
                  </a:lnTo>
                  <a:lnTo>
                    <a:pt x="335035" y="5962339"/>
                  </a:lnTo>
                  <a:lnTo>
                    <a:pt x="335221" y="5962339"/>
                  </a:lnTo>
                  <a:lnTo>
                    <a:pt x="335408" y="5962339"/>
                  </a:lnTo>
                  <a:lnTo>
                    <a:pt x="335501" y="5962339"/>
                  </a:lnTo>
                  <a:lnTo>
                    <a:pt x="335687" y="5962339"/>
                  </a:lnTo>
                  <a:lnTo>
                    <a:pt x="335874" y="5962339"/>
                  </a:lnTo>
                  <a:lnTo>
                    <a:pt x="336340" y="5962339"/>
                  </a:lnTo>
                  <a:lnTo>
                    <a:pt x="336527" y="5962339"/>
                  </a:lnTo>
                  <a:lnTo>
                    <a:pt x="336713" y="5962339"/>
                  </a:lnTo>
                  <a:lnTo>
                    <a:pt x="336806" y="5962339"/>
                  </a:lnTo>
                  <a:lnTo>
                    <a:pt x="337179" y="5962339"/>
                  </a:lnTo>
                  <a:lnTo>
                    <a:pt x="337273" y="5962339"/>
                  </a:lnTo>
                  <a:lnTo>
                    <a:pt x="337552" y="5962339"/>
                  </a:lnTo>
                  <a:lnTo>
                    <a:pt x="337646" y="5962339"/>
                  </a:lnTo>
                  <a:lnTo>
                    <a:pt x="337925" y="5962339"/>
                  </a:lnTo>
                  <a:lnTo>
                    <a:pt x="338019" y="5962339"/>
                  </a:lnTo>
                  <a:lnTo>
                    <a:pt x="338112" y="5962339"/>
                  </a:lnTo>
                  <a:lnTo>
                    <a:pt x="338205" y="5962339"/>
                  </a:lnTo>
                  <a:lnTo>
                    <a:pt x="338298" y="5962339"/>
                  </a:lnTo>
                  <a:lnTo>
                    <a:pt x="338485" y="5962339"/>
                  </a:lnTo>
                  <a:lnTo>
                    <a:pt x="338578" y="5962339"/>
                  </a:lnTo>
                  <a:lnTo>
                    <a:pt x="338671" y="5962339"/>
                  </a:lnTo>
                  <a:lnTo>
                    <a:pt x="338765" y="5962339"/>
                  </a:lnTo>
                  <a:lnTo>
                    <a:pt x="338858" y="5962339"/>
                  </a:lnTo>
                  <a:lnTo>
                    <a:pt x="338951" y="5952385"/>
                  </a:lnTo>
                  <a:lnTo>
                    <a:pt x="339138" y="5952385"/>
                  </a:lnTo>
                  <a:lnTo>
                    <a:pt x="339231" y="5952385"/>
                  </a:lnTo>
                  <a:lnTo>
                    <a:pt x="339417" y="5952385"/>
                  </a:lnTo>
                  <a:lnTo>
                    <a:pt x="339511" y="5952385"/>
                  </a:lnTo>
                  <a:lnTo>
                    <a:pt x="339604" y="5952385"/>
                  </a:lnTo>
                  <a:lnTo>
                    <a:pt x="339790" y="5942432"/>
                  </a:lnTo>
                  <a:lnTo>
                    <a:pt x="339884" y="5942432"/>
                  </a:lnTo>
                  <a:lnTo>
                    <a:pt x="339977" y="5942432"/>
                  </a:lnTo>
                  <a:lnTo>
                    <a:pt x="340070" y="5942432"/>
                  </a:lnTo>
                  <a:lnTo>
                    <a:pt x="340256" y="5942432"/>
                  </a:lnTo>
                  <a:lnTo>
                    <a:pt x="340443" y="5942432"/>
                  </a:lnTo>
                  <a:lnTo>
                    <a:pt x="340536" y="5942432"/>
                  </a:lnTo>
                  <a:lnTo>
                    <a:pt x="340629" y="5942432"/>
                  </a:lnTo>
                  <a:lnTo>
                    <a:pt x="340816" y="5942432"/>
                  </a:lnTo>
                  <a:lnTo>
                    <a:pt x="340909" y="5942432"/>
                  </a:lnTo>
                  <a:lnTo>
                    <a:pt x="341002" y="5942432"/>
                  </a:lnTo>
                  <a:lnTo>
                    <a:pt x="341189" y="5942432"/>
                  </a:lnTo>
                  <a:lnTo>
                    <a:pt x="341282" y="5932478"/>
                  </a:lnTo>
                  <a:lnTo>
                    <a:pt x="341375" y="5932478"/>
                  </a:lnTo>
                  <a:lnTo>
                    <a:pt x="341655" y="5932478"/>
                  </a:lnTo>
                  <a:lnTo>
                    <a:pt x="341748" y="5932478"/>
                  </a:lnTo>
                  <a:lnTo>
                    <a:pt x="341935" y="5932478"/>
                  </a:lnTo>
                  <a:lnTo>
                    <a:pt x="342028" y="5932478"/>
                  </a:lnTo>
                  <a:lnTo>
                    <a:pt x="342121" y="5932478"/>
                  </a:lnTo>
                  <a:lnTo>
                    <a:pt x="342215" y="5932478"/>
                  </a:lnTo>
                  <a:lnTo>
                    <a:pt x="342308" y="5932478"/>
                  </a:lnTo>
                  <a:lnTo>
                    <a:pt x="342494" y="5932478"/>
                  </a:lnTo>
                  <a:lnTo>
                    <a:pt x="342681" y="5932478"/>
                  </a:lnTo>
                  <a:lnTo>
                    <a:pt x="342774" y="5932478"/>
                  </a:lnTo>
                  <a:lnTo>
                    <a:pt x="342867" y="5932478"/>
                  </a:lnTo>
                  <a:lnTo>
                    <a:pt x="342961" y="5932478"/>
                  </a:lnTo>
                  <a:lnTo>
                    <a:pt x="343334" y="5932478"/>
                  </a:lnTo>
                  <a:lnTo>
                    <a:pt x="343520" y="5932478"/>
                  </a:lnTo>
                  <a:lnTo>
                    <a:pt x="343613" y="5932478"/>
                  </a:lnTo>
                  <a:lnTo>
                    <a:pt x="343707" y="5932478"/>
                  </a:lnTo>
                  <a:lnTo>
                    <a:pt x="343893" y="5932478"/>
                  </a:lnTo>
                  <a:lnTo>
                    <a:pt x="343986" y="5932478"/>
                  </a:lnTo>
                  <a:lnTo>
                    <a:pt x="344080" y="5932478"/>
                  </a:lnTo>
                  <a:lnTo>
                    <a:pt x="344173" y="5932478"/>
                  </a:lnTo>
                  <a:lnTo>
                    <a:pt x="344266" y="5932478"/>
                  </a:lnTo>
                  <a:lnTo>
                    <a:pt x="344453" y="5932478"/>
                  </a:lnTo>
                  <a:lnTo>
                    <a:pt x="344732" y="5932478"/>
                  </a:lnTo>
                  <a:lnTo>
                    <a:pt x="344826" y="5932478"/>
                  </a:lnTo>
                  <a:lnTo>
                    <a:pt x="345012" y="5932478"/>
                  </a:lnTo>
                  <a:lnTo>
                    <a:pt x="345199" y="5932478"/>
                  </a:lnTo>
                  <a:lnTo>
                    <a:pt x="345478" y="5932478"/>
                  </a:lnTo>
                  <a:lnTo>
                    <a:pt x="345665" y="5932478"/>
                  </a:lnTo>
                  <a:lnTo>
                    <a:pt x="345758" y="5932478"/>
                  </a:lnTo>
                  <a:lnTo>
                    <a:pt x="345945" y="5932478"/>
                  </a:lnTo>
                  <a:lnTo>
                    <a:pt x="346038" y="5932478"/>
                  </a:lnTo>
                  <a:lnTo>
                    <a:pt x="346411" y="5932478"/>
                  </a:lnTo>
                  <a:lnTo>
                    <a:pt x="346504" y="5932478"/>
                  </a:lnTo>
                  <a:lnTo>
                    <a:pt x="346784" y="5932478"/>
                  </a:lnTo>
                  <a:lnTo>
                    <a:pt x="346970" y="5932478"/>
                  </a:lnTo>
                  <a:lnTo>
                    <a:pt x="347157" y="5932478"/>
                  </a:lnTo>
                  <a:lnTo>
                    <a:pt x="347250" y="5932478"/>
                  </a:lnTo>
                  <a:lnTo>
                    <a:pt x="347530" y="5932478"/>
                  </a:lnTo>
                  <a:lnTo>
                    <a:pt x="347716" y="5932478"/>
                  </a:lnTo>
                  <a:lnTo>
                    <a:pt x="347809" y="5932478"/>
                  </a:lnTo>
                  <a:lnTo>
                    <a:pt x="347903" y="5932478"/>
                  </a:lnTo>
                  <a:lnTo>
                    <a:pt x="348089" y="5932478"/>
                  </a:lnTo>
                  <a:lnTo>
                    <a:pt x="348276" y="5932478"/>
                  </a:lnTo>
                  <a:lnTo>
                    <a:pt x="348462" y="5932478"/>
                  </a:lnTo>
                  <a:lnTo>
                    <a:pt x="348555" y="5932478"/>
                  </a:lnTo>
                  <a:lnTo>
                    <a:pt x="348742" y="5932478"/>
                  </a:lnTo>
                  <a:lnTo>
                    <a:pt x="348835" y="5932478"/>
                  </a:lnTo>
                  <a:lnTo>
                    <a:pt x="348928" y="5932478"/>
                  </a:lnTo>
                  <a:lnTo>
                    <a:pt x="349022" y="5932478"/>
                  </a:lnTo>
                  <a:lnTo>
                    <a:pt x="349115" y="5932478"/>
                  </a:lnTo>
                  <a:lnTo>
                    <a:pt x="349208" y="5932478"/>
                  </a:lnTo>
                  <a:lnTo>
                    <a:pt x="349301" y="5932478"/>
                  </a:lnTo>
                  <a:lnTo>
                    <a:pt x="349395" y="5932478"/>
                  </a:lnTo>
                  <a:lnTo>
                    <a:pt x="349488" y="5932478"/>
                  </a:lnTo>
                  <a:lnTo>
                    <a:pt x="349581" y="5932478"/>
                  </a:lnTo>
                  <a:lnTo>
                    <a:pt x="349674" y="5932478"/>
                  </a:lnTo>
                  <a:lnTo>
                    <a:pt x="349861" y="5932478"/>
                  </a:lnTo>
                  <a:lnTo>
                    <a:pt x="349954" y="5932478"/>
                  </a:lnTo>
                  <a:lnTo>
                    <a:pt x="350234" y="5932478"/>
                  </a:lnTo>
                  <a:lnTo>
                    <a:pt x="350327" y="5932478"/>
                  </a:lnTo>
                  <a:lnTo>
                    <a:pt x="350420" y="5932478"/>
                  </a:lnTo>
                  <a:lnTo>
                    <a:pt x="350514" y="5932478"/>
                  </a:lnTo>
                  <a:lnTo>
                    <a:pt x="350700" y="5932478"/>
                  </a:lnTo>
                  <a:lnTo>
                    <a:pt x="350887" y="5932478"/>
                  </a:lnTo>
                  <a:lnTo>
                    <a:pt x="350980" y="5932478"/>
                  </a:lnTo>
                  <a:lnTo>
                    <a:pt x="351260" y="5932478"/>
                  </a:lnTo>
                  <a:lnTo>
                    <a:pt x="351353" y="5932478"/>
                  </a:lnTo>
                  <a:lnTo>
                    <a:pt x="351726" y="5932478"/>
                  </a:lnTo>
                  <a:lnTo>
                    <a:pt x="351819" y="5932478"/>
                  </a:lnTo>
                  <a:lnTo>
                    <a:pt x="352192" y="5932478"/>
                  </a:lnTo>
                  <a:lnTo>
                    <a:pt x="352192" y="5922524"/>
                  </a:lnTo>
                  <a:lnTo>
                    <a:pt x="352285" y="5922524"/>
                  </a:lnTo>
                  <a:lnTo>
                    <a:pt x="352379" y="5922524"/>
                  </a:lnTo>
                  <a:lnTo>
                    <a:pt x="352565" y="5922524"/>
                  </a:lnTo>
                  <a:lnTo>
                    <a:pt x="352658" y="5922524"/>
                  </a:lnTo>
                  <a:lnTo>
                    <a:pt x="352752" y="5922524"/>
                  </a:lnTo>
                  <a:lnTo>
                    <a:pt x="352845" y="5922524"/>
                  </a:lnTo>
                  <a:lnTo>
                    <a:pt x="352938" y="5922524"/>
                  </a:lnTo>
                  <a:lnTo>
                    <a:pt x="353218" y="5922524"/>
                  </a:lnTo>
                  <a:lnTo>
                    <a:pt x="353311" y="5922524"/>
                  </a:lnTo>
                  <a:lnTo>
                    <a:pt x="353777" y="5922524"/>
                  </a:lnTo>
                  <a:lnTo>
                    <a:pt x="354057" y="5922524"/>
                  </a:lnTo>
                  <a:lnTo>
                    <a:pt x="354150" y="5922524"/>
                  </a:lnTo>
                  <a:lnTo>
                    <a:pt x="354337" y="5922524"/>
                  </a:lnTo>
                  <a:lnTo>
                    <a:pt x="354523" y="5922524"/>
                  </a:lnTo>
                  <a:lnTo>
                    <a:pt x="354616" y="5922524"/>
                  </a:lnTo>
                  <a:lnTo>
                    <a:pt x="354896" y="5922524"/>
                  </a:lnTo>
                  <a:lnTo>
                    <a:pt x="354989" y="5922524"/>
                  </a:lnTo>
                  <a:lnTo>
                    <a:pt x="355176" y="5922524"/>
                  </a:lnTo>
                  <a:lnTo>
                    <a:pt x="355269" y="5922524"/>
                  </a:lnTo>
                  <a:lnTo>
                    <a:pt x="355362" y="5922524"/>
                  </a:lnTo>
                  <a:lnTo>
                    <a:pt x="355456" y="5922524"/>
                  </a:lnTo>
                  <a:lnTo>
                    <a:pt x="355735" y="5922524"/>
                  </a:lnTo>
                  <a:lnTo>
                    <a:pt x="355922" y="5922524"/>
                  </a:lnTo>
                  <a:lnTo>
                    <a:pt x="356015" y="5922524"/>
                  </a:lnTo>
                  <a:lnTo>
                    <a:pt x="356108" y="5922524"/>
                  </a:lnTo>
                  <a:lnTo>
                    <a:pt x="356388" y="5922524"/>
                  </a:lnTo>
                  <a:lnTo>
                    <a:pt x="356481" y="5922524"/>
                  </a:lnTo>
                  <a:lnTo>
                    <a:pt x="356668" y="5922524"/>
                  </a:lnTo>
                  <a:lnTo>
                    <a:pt x="356761" y="5922524"/>
                  </a:lnTo>
                  <a:lnTo>
                    <a:pt x="356854" y="5922524"/>
                  </a:lnTo>
                  <a:lnTo>
                    <a:pt x="356948" y="5922524"/>
                  </a:lnTo>
                  <a:lnTo>
                    <a:pt x="357041" y="5922524"/>
                  </a:lnTo>
                  <a:lnTo>
                    <a:pt x="357134" y="5922524"/>
                  </a:lnTo>
                  <a:lnTo>
                    <a:pt x="357227" y="5922524"/>
                  </a:lnTo>
                  <a:lnTo>
                    <a:pt x="357321" y="5922524"/>
                  </a:lnTo>
                  <a:lnTo>
                    <a:pt x="357507" y="5922524"/>
                  </a:lnTo>
                  <a:lnTo>
                    <a:pt x="357787" y="5922524"/>
                  </a:lnTo>
                  <a:lnTo>
                    <a:pt x="358346" y="5922524"/>
                  </a:lnTo>
                  <a:lnTo>
                    <a:pt x="358626" y="5922524"/>
                  </a:lnTo>
                  <a:lnTo>
                    <a:pt x="358813" y="5922524"/>
                  </a:lnTo>
                  <a:lnTo>
                    <a:pt x="358906" y="5922524"/>
                  </a:lnTo>
                  <a:lnTo>
                    <a:pt x="358999" y="5922524"/>
                  </a:lnTo>
                  <a:lnTo>
                    <a:pt x="359279" y="5922524"/>
                  </a:lnTo>
                  <a:lnTo>
                    <a:pt x="359465" y="5922524"/>
                  </a:lnTo>
                  <a:lnTo>
                    <a:pt x="359559" y="5922524"/>
                  </a:lnTo>
                  <a:lnTo>
                    <a:pt x="359838" y="5922524"/>
                  </a:lnTo>
                  <a:lnTo>
                    <a:pt x="359932" y="5922524"/>
                  </a:lnTo>
                  <a:lnTo>
                    <a:pt x="360398" y="5922524"/>
                  </a:lnTo>
                  <a:lnTo>
                    <a:pt x="360491" y="5922524"/>
                  </a:lnTo>
                  <a:lnTo>
                    <a:pt x="360864" y="5922524"/>
                  </a:lnTo>
                  <a:lnTo>
                    <a:pt x="360957" y="5922524"/>
                  </a:lnTo>
                  <a:lnTo>
                    <a:pt x="361050" y="5922524"/>
                  </a:lnTo>
                  <a:lnTo>
                    <a:pt x="361144" y="5912570"/>
                  </a:lnTo>
                  <a:lnTo>
                    <a:pt x="361237" y="5912570"/>
                  </a:lnTo>
                  <a:lnTo>
                    <a:pt x="361423" y="5912570"/>
                  </a:lnTo>
                  <a:lnTo>
                    <a:pt x="361517" y="5912570"/>
                  </a:lnTo>
                  <a:lnTo>
                    <a:pt x="361610" y="5912570"/>
                  </a:lnTo>
                  <a:lnTo>
                    <a:pt x="361796" y="5912570"/>
                  </a:lnTo>
                  <a:lnTo>
                    <a:pt x="361890" y="5912570"/>
                  </a:lnTo>
                  <a:lnTo>
                    <a:pt x="362169" y="5912570"/>
                  </a:lnTo>
                  <a:lnTo>
                    <a:pt x="362263" y="5912570"/>
                  </a:lnTo>
                  <a:lnTo>
                    <a:pt x="362449" y="5912570"/>
                  </a:lnTo>
                  <a:lnTo>
                    <a:pt x="362636" y="5912570"/>
                  </a:lnTo>
                  <a:lnTo>
                    <a:pt x="362822" y="5912570"/>
                  </a:lnTo>
                  <a:lnTo>
                    <a:pt x="363288" y="5912570"/>
                  </a:lnTo>
                  <a:lnTo>
                    <a:pt x="363382" y="5912570"/>
                  </a:lnTo>
                  <a:lnTo>
                    <a:pt x="363568" y="5912570"/>
                  </a:lnTo>
                  <a:lnTo>
                    <a:pt x="363755" y="5912570"/>
                  </a:lnTo>
                  <a:lnTo>
                    <a:pt x="364128" y="5912570"/>
                  </a:lnTo>
                  <a:lnTo>
                    <a:pt x="364314" y="5912570"/>
                  </a:lnTo>
                  <a:lnTo>
                    <a:pt x="364687" y="5912570"/>
                  </a:lnTo>
                  <a:lnTo>
                    <a:pt x="364780" y="5912570"/>
                  </a:lnTo>
                  <a:lnTo>
                    <a:pt x="364874" y="5912570"/>
                  </a:lnTo>
                  <a:lnTo>
                    <a:pt x="365340" y="5912570"/>
                  </a:lnTo>
                  <a:lnTo>
                    <a:pt x="365433" y="5912570"/>
                  </a:lnTo>
                  <a:lnTo>
                    <a:pt x="365620" y="5912570"/>
                  </a:lnTo>
                  <a:lnTo>
                    <a:pt x="365713" y="5912570"/>
                  </a:lnTo>
                  <a:lnTo>
                    <a:pt x="365806" y="5912570"/>
                  </a:lnTo>
                  <a:lnTo>
                    <a:pt x="365899" y="5912570"/>
                  </a:lnTo>
                  <a:lnTo>
                    <a:pt x="365993" y="5912570"/>
                  </a:lnTo>
                  <a:lnTo>
                    <a:pt x="366459" y="5912570"/>
                  </a:lnTo>
                  <a:lnTo>
                    <a:pt x="366552" y="5912570"/>
                  </a:lnTo>
                  <a:lnTo>
                    <a:pt x="366645" y="5912570"/>
                  </a:lnTo>
                  <a:lnTo>
                    <a:pt x="366925" y="5912570"/>
                  </a:lnTo>
                  <a:lnTo>
                    <a:pt x="367018" y="5912570"/>
                  </a:lnTo>
                  <a:lnTo>
                    <a:pt x="367112" y="5912570"/>
                  </a:lnTo>
                  <a:lnTo>
                    <a:pt x="367205" y="5912570"/>
                  </a:lnTo>
                  <a:lnTo>
                    <a:pt x="367391" y="5912570"/>
                  </a:lnTo>
                  <a:lnTo>
                    <a:pt x="367485" y="5912570"/>
                  </a:lnTo>
                  <a:lnTo>
                    <a:pt x="367764" y="5912570"/>
                  </a:lnTo>
                  <a:lnTo>
                    <a:pt x="367857" y="5912570"/>
                  </a:lnTo>
                  <a:lnTo>
                    <a:pt x="368044" y="5912570"/>
                  </a:lnTo>
                  <a:lnTo>
                    <a:pt x="368230" y="5912570"/>
                  </a:lnTo>
                  <a:lnTo>
                    <a:pt x="368324" y="5912570"/>
                  </a:lnTo>
                  <a:lnTo>
                    <a:pt x="368417" y="5912570"/>
                  </a:lnTo>
                  <a:lnTo>
                    <a:pt x="368510" y="5902616"/>
                  </a:lnTo>
                  <a:lnTo>
                    <a:pt x="368603" y="5902616"/>
                  </a:lnTo>
                  <a:lnTo>
                    <a:pt x="368697" y="5902616"/>
                  </a:lnTo>
                  <a:lnTo>
                    <a:pt x="368790" y="5902616"/>
                  </a:lnTo>
                  <a:lnTo>
                    <a:pt x="368883" y="5902616"/>
                  </a:lnTo>
                  <a:lnTo>
                    <a:pt x="368976" y="5902616"/>
                  </a:lnTo>
                  <a:lnTo>
                    <a:pt x="369163" y="5902616"/>
                  </a:lnTo>
                  <a:lnTo>
                    <a:pt x="369256" y="5902616"/>
                  </a:lnTo>
                  <a:lnTo>
                    <a:pt x="369443" y="5902616"/>
                  </a:lnTo>
                  <a:lnTo>
                    <a:pt x="369536" y="5902616"/>
                  </a:lnTo>
                  <a:lnTo>
                    <a:pt x="369722" y="5902616"/>
                  </a:lnTo>
                  <a:lnTo>
                    <a:pt x="370002" y="5902616"/>
                  </a:lnTo>
                  <a:lnTo>
                    <a:pt x="370095" y="5902616"/>
                  </a:lnTo>
                  <a:lnTo>
                    <a:pt x="370189" y="5902616"/>
                  </a:lnTo>
                  <a:lnTo>
                    <a:pt x="370375" y="5902616"/>
                  </a:lnTo>
                  <a:lnTo>
                    <a:pt x="370562" y="5902616"/>
                  </a:lnTo>
                  <a:lnTo>
                    <a:pt x="370655" y="5902616"/>
                  </a:lnTo>
                  <a:lnTo>
                    <a:pt x="370748" y="5902616"/>
                  </a:lnTo>
                  <a:lnTo>
                    <a:pt x="370841" y="5902616"/>
                  </a:lnTo>
                  <a:lnTo>
                    <a:pt x="370935" y="5902616"/>
                  </a:lnTo>
                  <a:lnTo>
                    <a:pt x="371121" y="5902616"/>
                  </a:lnTo>
                  <a:lnTo>
                    <a:pt x="371308" y="5902616"/>
                  </a:lnTo>
                  <a:lnTo>
                    <a:pt x="371401" y="5902616"/>
                  </a:lnTo>
                  <a:lnTo>
                    <a:pt x="371681" y="5902616"/>
                  </a:lnTo>
                  <a:lnTo>
                    <a:pt x="372054" y="5902616"/>
                  </a:lnTo>
                  <a:lnTo>
                    <a:pt x="372240" y="5902616"/>
                  </a:lnTo>
                  <a:lnTo>
                    <a:pt x="372333" y="5902616"/>
                  </a:lnTo>
                  <a:lnTo>
                    <a:pt x="372427" y="5902616"/>
                  </a:lnTo>
                  <a:lnTo>
                    <a:pt x="372520" y="5902616"/>
                  </a:lnTo>
                  <a:lnTo>
                    <a:pt x="372800" y="5902616"/>
                  </a:lnTo>
                  <a:lnTo>
                    <a:pt x="372893" y="5902616"/>
                  </a:lnTo>
                  <a:lnTo>
                    <a:pt x="372986" y="5902616"/>
                  </a:lnTo>
                  <a:lnTo>
                    <a:pt x="373079" y="5902616"/>
                  </a:lnTo>
                  <a:lnTo>
                    <a:pt x="373266" y="5902616"/>
                  </a:lnTo>
                  <a:lnTo>
                    <a:pt x="373359" y="5902616"/>
                  </a:lnTo>
                  <a:lnTo>
                    <a:pt x="373452" y="5902616"/>
                  </a:lnTo>
                  <a:lnTo>
                    <a:pt x="373546" y="5902616"/>
                  </a:lnTo>
                  <a:lnTo>
                    <a:pt x="374012" y="5902616"/>
                  </a:lnTo>
                  <a:lnTo>
                    <a:pt x="374105" y="5902616"/>
                  </a:lnTo>
                  <a:lnTo>
                    <a:pt x="374198" y="5902616"/>
                  </a:lnTo>
                  <a:lnTo>
                    <a:pt x="374292" y="5902616"/>
                  </a:lnTo>
                  <a:lnTo>
                    <a:pt x="374385" y="5902616"/>
                  </a:lnTo>
                  <a:lnTo>
                    <a:pt x="374478" y="5902616"/>
                  </a:lnTo>
                  <a:lnTo>
                    <a:pt x="374571" y="5902616"/>
                  </a:lnTo>
                  <a:lnTo>
                    <a:pt x="374758" y="5892663"/>
                  </a:lnTo>
                  <a:lnTo>
                    <a:pt x="375037" y="5892663"/>
                  </a:lnTo>
                  <a:lnTo>
                    <a:pt x="375131" y="5892663"/>
                  </a:lnTo>
                  <a:lnTo>
                    <a:pt x="375224" y="5892663"/>
                  </a:lnTo>
                  <a:lnTo>
                    <a:pt x="375317" y="5892663"/>
                  </a:lnTo>
                  <a:lnTo>
                    <a:pt x="375410" y="5892663"/>
                  </a:lnTo>
                  <a:lnTo>
                    <a:pt x="375690" y="5892663"/>
                  </a:lnTo>
                  <a:lnTo>
                    <a:pt x="375783" y="5892663"/>
                  </a:lnTo>
                  <a:lnTo>
                    <a:pt x="375877" y="5892663"/>
                  </a:lnTo>
                  <a:lnTo>
                    <a:pt x="376250" y="5892663"/>
                  </a:lnTo>
                  <a:lnTo>
                    <a:pt x="376343" y="5892663"/>
                  </a:lnTo>
                  <a:lnTo>
                    <a:pt x="376436" y="5892663"/>
                  </a:lnTo>
                  <a:lnTo>
                    <a:pt x="376529" y="5892663"/>
                  </a:lnTo>
                  <a:lnTo>
                    <a:pt x="376623" y="5892663"/>
                  </a:lnTo>
                  <a:lnTo>
                    <a:pt x="376716" y="5892663"/>
                  </a:lnTo>
                  <a:lnTo>
                    <a:pt x="376809" y="5892663"/>
                  </a:lnTo>
                  <a:lnTo>
                    <a:pt x="376996" y="5892663"/>
                  </a:lnTo>
                  <a:lnTo>
                    <a:pt x="377089" y="5892663"/>
                  </a:lnTo>
                  <a:lnTo>
                    <a:pt x="377275" y="5892663"/>
                  </a:lnTo>
                  <a:lnTo>
                    <a:pt x="377462" y="5892663"/>
                  </a:lnTo>
                  <a:lnTo>
                    <a:pt x="377555" y="5892663"/>
                  </a:lnTo>
                  <a:lnTo>
                    <a:pt x="377648" y="5892663"/>
                  </a:lnTo>
                  <a:lnTo>
                    <a:pt x="377928" y="5892663"/>
                  </a:lnTo>
                  <a:lnTo>
                    <a:pt x="378021" y="5892663"/>
                  </a:lnTo>
                  <a:lnTo>
                    <a:pt x="378301" y="5892663"/>
                  </a:lnTo>
                  <a:lnTo>
                    <a:pt x="378394" y="5892663"/>
                  </a:lnTo>
                  <a:lnTo>
                    <a:pt x="378581" y="5892663"/>
                  </a:lnTo>
                  <a:lnTo>
                    <a:pt x="378767" y="5892663"/>
                  </a:lnTo>
                  <a:lnTo>
                    <a:pt x="379047" y="5892663"/>
                  </a:lnTo>
                  <a:lnTo>
                    <a:pt x="379140" y="5892663"/>
                  </a:lnTo>
                  <a:lnTo>
                    <a:pt x="379327" y="5892663"/>
                  </a:lnTo>
                  <a:lnTo>
                    <a:pt x="379607" y="5892663"/>
                  </a:lnTo>
                  <a:lnTo>
                    <a:pt x="379793" y="5892663"/>
                  </a:lnTo>
                  <a:lnTo>
                    <a:pt x="379886" y="5892663"/>
                  </a:lnTo>
                  <a:lnTo>
                    <a:pt x="379980" y="5892663"/>
                  </a:lnTo>
                  <a:lnTo>
                    <a:pt x="380073" y="5892663"/>
                  </a:lnTo>
                  <a:lnTo>
                    <a:pt x="380166" y="5892663"/>
                  </a:lnTo>
                  <a:lnTo>
                    <a:pt x="380259" y="5892663"/>
                  </a:lnTo>
                  <a:lnTo>
                    <a:pt x="380353" y="5892663"/>
                  </a:lnTo>
                  <a:lnTo>
                    <a:pt x="380819" y="5892663"/>
                  </a:lnTo>
                  <a:lnTo>
                    <a:pt x="380912" y="5892663"/>
                  </a:lnTo>
                  <a:lnTo>
                    <a:pt x="381005" y="5892663"/>
                  </a:lnTo>
                  <a:lnTo>
                    <a:pt x="381099" y="5892663"/>
                  </a:lnTo>
                  <a:lnTo>
                    <a:pt x="381192" y="5892663"/>
                  </a:lnTo>
                  <a:lnTo>
                    <a:pt x="381285" y="5892663"/>
                  </a:lnTo>
                  <a:lnTo>
                    <a:pt x="381378" y="5892663"/>
                  </a:lnTo>
                  <a:lnTo>
                    <a:pt x="381565" y="5892663"/>
                  </a:lnTo>
                  <a:lnTo>
                    <a:pt x="381658" y="5892663"/>
                  </a:lnTo>
                  <a:lnTo>
                    <a:pt x="381751" y="5892663"/>
                  </a:lnTo>
                  <a:lnTo>
                    <a:pt x="381844" y="5892663"/>
                  </a:lnTo>
                  <a:lnTo>
                    <a:pt x="381938" y="5892663"/>
                  </a:lnTo>
                  <a:lnTo>
                    <a:pt x="382031" y="5892663"/>
                  </a:lnTo>
                  <a:lnTo>
                    <a:pt x="382124" y="5892663"/>
                  </a:lnTo>
                  <a:lnTo>
                    <a:pt x="382404" y="5892663"/>
                  </a:lnTo>
                  <a:lnTo>
                    <a:pt x="382497" y="5892663"/>
                  </a:lnTo>
                  <a:lnTo>
                    <a:pt x="382684" y="5892663"/>
                  </a:lnTo>
                  <a:lnTo>
                    <a:pt x="382777" y="5892663"/>
                  </a:lnTo>
                  <a:lnTo>
                    <a:pt x="383057" y="5892663"/>
                  </a:lnTo>
                  <a:lnTo>
                    <a:pt x="383243" y="5892663"/>
                  </a:lnTo>
                  <a:lnTo>
                    <a:pt x="383336" y="5892663"/>
                  </a:lnTo>
                  <a:lnTo>
                    <a:pt x="383523" y="5892663"/>
                  </a:lnTo>
                  <a:lnTo>
                    <a:pt x="383616" y="5892663"/>
                  </a:lnTo>
                  <a:lnTo>
                    <a:pt x="383896" y="5892663"/>
                  </a:lnTo>
                  <a:lnTo>
                    <a:pt x="384082" y="5892663"/>
                  </a:lnTo>
                  <a:lnTo>
                    <a:pt x="384176" y="5892663"/>
                  </a:lnTo>
                  <a:lnTo>
                    <a:pt x="384269" y="5892663"/>
                  </a:lnTo>
                  <a:lnTo>
                    <a:pt x="384642" y="5892663"/>
                  </a:lnTo>
                  <a:lnTo>
                    <a:pt x="384735" y="5892663"/>
                  </a:lnTo>
                  <a:lnTo>
                    <a:pt x="384828" y="5892663"/>
                  </a:lnTo>
                  <a:lnTo>
                    <a:pt x="384922" y="5892663"/>
                  </a:lnTo>
                  <a:lnTo>
                    <a:pt x="385015" y="5892663"/>
                  </a:lnTo>
                  <a:lnTo>
                    <a:pt x="385201" y="5892663"/>
                  </a:lnTo>
                  <a:lnTo>
                    <a:pt x="385295" y="5892663"/>
                  </a:lnTo>
                  <a:lnTo>
                    <a:pt x="385668" y="5892663"/>
                  </a:lnTo>
                  <a:lnTo>
                    <a:pt x="385761" y="5892663"/>
                  </a:lnTo>
                  <a:lnTo>
                    <a:pt x="385854" y="5892663"/>
                  </a:lnTo>
                  <a:lnTo>
                    <a:pt x="386134" y="5892663"/>
                  </a:lnTo>
                  <a:lnTo>
                    <a:pt x="386320" y="5892663"/>
                  </a:lnTo>
                  <a:lnTo>
                    <a:pt x="386507" y="5892663"/>
                  </a:lnTo>
                  <a:lnTo>
                    <a:pt x="386693" y="5892663"/>
                  </a:lnTo>
                  <a:lnTo>
                    <a:pt x="387160" y="5892663"/>
                  </a:lnTo>
                  <a:lnTo>
                    <a:pt x="387253" y="5892663"/>
                  </a:lnTo>
                  <a:lnTo>
                    <a:pt x="387533" y="5892663"/>
                  </a:lnTo>
                  <a:lnTo>
                    <a:pt x="387719" y="5892663"/>
                  </a:lnTo>
                  <a:lnTo>
                    <a:pt x="387906" y="5892663"/>
                  </a:lnTo>
                  <a:lnTo>
                    <a:pt x="388092" y="5892663"/>
                  </a:lnTo>
                  <a:lnTo>
                    <a:pt x="388279" y="5892663"/>
                  </a:lnTo>
                  <a:lnTo>
                    <a:pt x="388558" y="5892663"/>
                  </a:lnTo>
                  <a:lnTo>
                    <a:pt x="388651" y="5892663"/>
                  </a:lnTo>
                  <a:lnTo>
                    <a:pt x="388745" y="5892663"/>
                  </a:lnTo>
                  <a:lnTo>
                    <a:pt x="388931" y="5892663"/>
                  </a:lnTo>
                  <a:lnTo>
                    <a:pt x="389024" y="5892663"/>
                  </a:lnTo>
                  <a:lnTo>
                    <a:pt x="389118" y="5892663"/>
                  </a:lnTo>
                  <a:lnTo>
                    <a:pt x="389304" y="5892663"/>
                  </a:lnTo>
                  <a:lnTo>
                    <a:pt x="389397" y="5892663"/>
                  </a:lnTo>
                  <a:lnTo>
                    <a:pt x="389770" y="5892663"/>
                  </a:lnTo>
                  <a:lnTo>
                    <a:pt x="389957" y="5892663"/>
                  </a:lnTo>
                  <a:lnTo>
                    <a:pt x="390423" y="5892663"/>
                  </a:lnTo>
                  <a:lnTo>
                    <a:pt x="390516" y="5892663"/>
                  </a:lnTo>
                  <a:lnTo>
                    <a:pt x="390703" y="5892663"/>
                  </a:lnTo>
                  <a:lnTo>
                    <a:pt x="390889" y="5892663"/>
                  </a:lnTo>
                  <a:lnTo>
                    <a:pt x="391076" y="5882709"/>
                  </a:lnTo>
                  <a:lnTo>
                    <a:pt x="391169" y="5882709"/>
                  </a:lnTo>
                  <a:lnTo>
                    <a:pt x="391356" y="5882709"/>
                  </a:lnTo>
                  <a:lnTo>
                    <a:pt x="391449" y="5882709"/>
                  </a:lnTo>
                  <a:lnTo>
                    <a:pt x="391542" y="5882709"/>
                  </a:lnTo>
                  <a:lnTo>
                    <a:pt x="391729" y="5882709"/>
                  </a:lnTo>
                  <a:lnTo>
                    <a:pt x="391822" y="5882709"/>
                  </a:lnTo>
                  <a:lnTo>
                    <a:pt x="391915" y="5882709"/>
                  </a:lnTo>
                  <a:lnTo>
                    <a:pt x="392008" y="5882709"/>
                  </a:lnTo>
                  <a:lnTo>
                    <a:pt x="392288" y="5882709"/>
                  </a:lnTo>
                  <a:lnTo>
                    <a:pt x="392568" y="5882709"/>
                  </a:lnTo>
                  <a:lnTo>
                    <a:pt x="392661" y="5882709"/>
                  </a:lnTo>
                  <a:lnTo>
                    <a:pt x="392754" y="5882709"/>
                  </a:lnTo>
                  <a:lnTo>
                    <a:pt x="392941" y="5882709"/>
                  </a:lnTo>
                  <a:lnTo>
                    <a:pt x="393127" y="5872755"/>
                  </a:lnTo>
                  <a:lnTo>
                    <a:pt x="393407" y="5872755"/>
                  </a:lnTo>
                  <a:lnTo>
                    <a:pt x="393687" y="5872755"/>
                  </a:lnTo>
                  <a:lnTo>
                    <a:pt x="393873" y="5872755"/>
                  </a:lnTo>
                  <a:lnTo>
                    <a:pt x="393967" y="5872755"/>
                  </a:lnTo>
                  <a:lnTo>
                    <a:pt x="394060" y="5872755"/>
                  </a:lnTo>
                  <a:lnTo>
                    <a:pt x="394246" y="5872755"/>
                  </a:lnTo>
                  <a:lnTo>
                    <a:pt x="394340" y="5872755"/>
                  </a:lnTo>
                  <a:lnTo>
                    <a:pt x="394433" y="5872755"/>
                  </a:lnTo>
                  <a:lnTo>
                    <a:pt x="394619" y="5872755"/>
                  </a:lnTo>
                  <a:lnTo>
                    <a:pt x="394806" y="5872755"/>
                  </a:lnTo>
                  <a:lnTo>
                    <a:pt x="395272" y="5872755"/>
                  </a:lnTo>
                  <a:lnTo>
                    <a:pt x="395365" y="5872755"/>
                  </a:lnTo>
                  <a:lnTo>
                    <a:pt x="395458" y="5872755"/>
                  </a:lnTo>
                  <a:lnTo>
                    <a:pt x="395552" y="5872755"/>
                  </a:lnTo>
                  <a:lnTo>
                    <a:pt x="395645" y="5872755"/>
                  </a:lnTo>
                  <a:lnTo>
                    <a:pt x="395831" y="5872755"/>
                  </a:lnTo>
                  <a:lnTo>
                    <a:pt x="395925" y="5872755"/>
                  </a:lnTo>
                  <a:lnTo>
                    <a:pt x="396111" y="5872755"/>
                  </a:lnTo>
                  <a:lnTo>
                    <a:pt x="396298" y="5872755"/>
                  </a:lnTo>
                  <a:lnTo>
                    <a:pt x="396391" y="5872755"/>
                  </a:lnTo>
                  <a:lnTo>
                    <a:pt x="396484" y="5872755"/>
                  </a:lnTo>
                  <a:lnTo>
                    <a:pt x="396671" y="5872755"/>
                  </a:lnTo>
                  <a:lnTo>
                    <a:pt x="396764" y="5872755"/>
                  </a:lnTo>
                  <a:lnTo>
                    <a:pt x="396950" y="5872755"/>
                  </a:lnTo>
                  <a:lnTo>
                    <a:pt x="397044" y="5872755"/>
                  </a:lnTo>
                  <a:lnTo>
                    <a:pt x="397137" y="5872755"/>
                  </a:lnTo>
                  <a:lnTo>
                    <a:pt x="397230" y="5872755"/>
                  </a:lnTo>
                  <a:lnTo>
                    <a:pt x="397323" y="5872755"/>
                  </a:lnTo>
                  <a:lnTo>
                    <a:pt x="397417" y="5872755"/>
                  </a:lnTo>
                  <a:lnTo>
                    <a:pt x="397510" y="5872755"/>
                  </a:lnTo>
                  <a:lnTo>
                    <a:pt x="397603" y="5872755"/>
                  </a:lnTo>
                  <a:lnTo>
                    <a:pt x="397696" y="5872755"/>
                  </a:lnTo>
                  <a:lnTo>
                    <a:pt x="397883" y="5872755"/>
                  </a:lnTo>
                  <a:lnTo>
                    <a:pt x="397976" y="5872755"/>
                  </a:lnTo>
                  <a:lnTo>
                    <a:pt x="398069" y="5872755"/>
                  </a:lnTo>
                  <a:lnTo>
                    <a:pt x="398163" y="5872755"/>
                  </a:lnTo>
                  <a:lnTo>
                    <a:pt x="398349" y="5872755"/>
                  </a:lnTo>
                  <a:lnTo>
                    <a:pt x="398442" y="5872755"/>
                  </a:lnTo>
                  <a:lnTo>
                    <a:pt x="398722" y="5872755"/>
                  </a:lnTo>
                  <a:lnTo>
                    <a:pt x="398815" y="5872755"/>
                  </a:lnTo>
                  <a:lnTo>
                    <a:pt x="398909" y="5872755"/>
                  </a:lnTo>
                  <a:lnTo>
                    <a:pt x="399375" y="5872755"/>
                  </a:lnTo>
                  <a:lnTo>
                    <a:pt x="399468" y="5872755"/>
                  </a:lnTo>
                  <a:lnTo>
                    <a:pt x="399655" y="5872755"/>
                  </a:lnTo>
                  <a:lnTo>
                    <a:pt x="399841" y="5872755"/>
                  </a:lnTo>
                  <a:lnTo>
                    <a:pt x="399934" y="5872755"/>
                  </a:lnTo>
                  <a:lnTo>
                    <a:pt x="400028" y="5872755"/>
                  </a:lnTo>
                  <a:lnTo>
                    <a:pt x="400121" y="5872755"/>
                  </a:lnTo>
                  <a:lnTo>
                    <a:pt x="400307" y="5872755"/>
                  </a:lnTo>
                  <a:lnTo>
                    <a:pt x="400401" y="5872755"/>
                  </a:lnTo>
                  <a:lnTo>
                    <a:pt x="400494" y="5872755"/>
                  </a:lnTo>
                  <a:lnTo>
                    <a:pt x="400587" y="5872755"/>
                  </a:lnTo>
                  <a:lnTo>
                    <a:pt x="400680" y="5872755"/>
                  </a:lnTo>
                  <a:lnTo>
                    <a:pt x="400774" y="5872755"/>
                  </a:lnTo>
                  <a:lnTo>
                    <a:pt x="400960" y="5872755"/>
                  </a:lnTo>
                  <a:lnTo>
                    <a:pt x="401053" y="5872755"/>
                  </a:lnTo>
                  <a:lnTo>
                    <a:pt x="401147" y="5872755"/>
                  </a:lnTo>
                  <a:lnTo>
                    <a:pt x="401333" y="5872755"/>
                  </a:lnTo>
                  <a:lnTo>
                    <a:pt x="401426" y="5872755"/>
                  </a:lnTo>
                  <a:lnTo>
                    <a:pt x="401520" y="5872755"/>
                  </a:lnTo>
                  <a:lnTo>
                    <a:pt x="401613" y="5872755"/>
                  </a:lnTo>
                  <a:lnTo>
                    <a:pt x="401893" y="5872755"/>
                  </a:lnTo>
                  <a:lnTo>
                    <a:pt x="401986" y="5872755"/>
                  </a:lnTo>
                  <a:lnTo>
                    <a:pt x="402079" y="5872755"/>
                  </a:lnTo>
                  <a:lnTo>
                    <a:pt x="402359" y="5872755"/>
                  </a:lnTo>
                  <a:lnTo>
                    <a:pt x="402638" y="5872755"/>
                  </a:lnTo>
                  <a:lnTo>
                    <a:pt x="402732" y="5872755"/>
                  </a:lnTo>
                  <a:lnTo>
                    <a:pt x="403011" y="5872755"/>
                  </a:lnTo>
                  <a:lnTo>
                    <a:pt x="403105" y="5872755"/>
                  </a:lnTo>
                  <a:lnTo>
                    <a:pt x="403571" y="5872755"/>
                  </a:lnTo>
                  <a:lnTo>
                    <a:pt x="403664" y="5872755"/>
                  </a:lnTo>
                  <a:lnTo>
                    <a:pt x="403851" y="5872755"/>
                  </a:lnTo>
                  <a:lnTo>
                    <a:pt x="403944" y="5872755"/>
                  </a:lnTo>
                  <a:lnTo>
                    <a:pt x="404037" y="5872755"/>
                  </a:lnTo>
                  <a:lnTo>
                    <a:pt x="404130" y="5872755"/>
                  </a:lnTo>
                  <a:lnTo>
                    <a:pt x="404224" y="5872755"/>
                  </a:lnTo>
                  <a:lnTo>
                    <a:pt x="404317" y="5872755"/>
                  </a:lnTo>
                  <a:lnTo>
                    <a:pt x="404410" y="5872755"/>
                  </a:lnTo>
                  <a:lnTo>
                    <a:pt x="404597" y="5872755"/>
                  </a:lnTo>
                  <a:lnTo>
                    <a:pt x="404690" y="5872755"/>
                  </a:lnTo>
                  <a:lnTo>
                    <a:pt x="404783" y="5872755"/>
                  </a:lnTo>
                  <a:lnTo>
                    <a:pt x="404876" y="5872755"/>
                  </a:lnTo>
                  <a:lnTo>
                    <a:pt x="404970" y="5872755"/>
                  </a:lnTo>
                  <a:lnTo>
                    <a:pt x="405063" y="5872755"/>
                  </a:lnTo>
                  <a:lnTo>
                    <a:pt x="405063" y="5862801"/>
                  </a:lnTo>
                  <a:lnTo>
                    <a:pt x="405156" y="5862801"/>
                  </a:lnTo>
                  <a:lnTo>
                    <a:pt x="405343" y="5862801"/>
                  </a:lnTo>
                  <a:lnTo>
                    <a:pt x="405622" y="5862801"/>
                  </a:lnTo>
                  <a:lnTo>
                    <a:pt x="405995" y="5862801"/>
                  </a:lnTo>
                  <a:lnTo>
                    <a:pt x="406182" y="5862801"/>
                  </a:lnTo>
                  <a:lnTo>
                    <a:pt x="406462" y="5852847"/>
                  </a:lnTo>
                  <a:lnTo>
                    <a:pt x="406555" y="5852847"/>
                  </a:lnTo>
                  <a:lnTo>
                    <a:pt x="406835" y="5852847"/>
                  </a:lnTo>
                  <a:lnTo>
                    <a:pt x="407114" y="5852847"/>
                  </a:lnTo>
                  <a:lnTo>
                    <a:pt x="407208" y="5852847"/>
                  </a:lnTo>
                  <a:lnTo>
                    <a:pt x="407487" y="5852847"/>
                  </a:lnTo>
                  <a:lnTo>
                    <a:pt x="407581" y="5852847"/>
                  </a:lnTo>
                  <a:lnTo>
                    <a:pt x="407674" y="5852847"/>
                  </a:lnTo>
                  <a:lnTo>
                    <a:pt x="407767" y="5852847"/>
                  </a:lnTo>
                  <a:lnTo>
                    <a:pt x="407860" y="5852847"/>
                  </a:lnTo>
                  <a:lnTo>
                    <a:pt x="407954" y="5852847"/>
                  </a:lnTo>
                  <a:lnTo>
                    <a:pt x="408606" y="5852847"/>
                  </a:lnTo>
                  <a:lnTo>
                    <a:pt x="408886" y="5852847"/>
                  </a:lnTo>
                  <a:lnTo>
                    <a:pt x="409073" y="5852847"/>
                  </a:lnTo>
                  <a:lnTo>
                    <a:pt x="409259" y="5852847"/>
                  </a:lnTo>
                  <a:lnTo>
                    <a:pt x="409445" y="5852847"/>
                  </a:lnTo>
                  <a:lnTo>
                    <a:pt x="409539" y="5852847"/>
                  </a:lnTo>
                  <a:lnTo>
                    <a:pt x="409725" y="5852847"/>
                  </a:lnTo>
                  <a:lnTo>
                    <a:pt x="409818" y="5852847"/>
                  </a:lnTo>
                  <a:lnTo>
                    <a:pt x="409912" y="5852847"/>
                  </a:lnTo>
                  <a:lnTo>
                    <a:pt x="410005" y="5852847"/>
                  </a:lnTo>
                  <a:lnTo>
                    <a:pt x="410285" y="5852847"/>
                  </a:lnTo>
                  <a:lnTo>
                    <a:pt x="410658" y="5852847"/>
                  </a:lnTo>
                  <a:lnTo>
                    <a:pt x="410751" y="5852847"/>
                  </a:lnTo>
                  <a:lnTo>
                    <a:pt x="410844" y="5852847"/>
                  </a:lnTo>
                  <a:lnTo>
                    <a:pt x="410937" y="5852847"/>
                  </a:lnTo>
                  <a:lnTo>
                    <a:pt x="411217" y="5852847"/>
                  </a:lnTo>
                  <a:lnTo>
                    <a:pt x="411404" y="5852847"/>
                  </a:lnTo>
                  <a:lnTo>
                    <a:pt x="411497" y="5852847"/>
                  </a:lnTo>
                  <a:lnTo>
                    <a:pt x="411683" y="5852847"/>
                  </a:lnTo>
                  <a:lnTo>
                    <a:pt x="411777" y="5852847"/>
                  </a:lnTo>
                  <a:lnTo>
                    <a:pt x="411870" y="5852847"/>
                  </a:lnTo>
                  <a:lnTo>
                    <a:pt x="411963" y="5852847"/>
                  </a:lnTo>
                  <a:lnTo>
                    <a:pt x="412056" y="5852847"/>
                  </a:lnTo>
                  <a:lnTo>
                    <a:pt x="412243" y="5852847"/>
                  </a:lnTo>
                  <a:lnTo>
                    <a:pt x="412429" y="5852847"/>
                  </a:lnTo>
                  <a:lnTo>
                    <a:pt x="412523" y="5852847"/>
                  </a:lnTo>
                  <a:lnTo>
                    <a:pt x="412709" y="5852847"/>
                  </a:lnTo>
                  <a:lnTo>
                    <a:pt x="412802" y="5852847"/>
                  </a:lnTo>
                  <a:lnTo>
                    <a:pt x="412896" y="5852847"/>
                  </a:lnTo>
                  <a:lnTo>
                    <a:pt x="413175" y="5852847"/>
                  </a:lnTo>
                  <a:lnTo>
                    <a:pt x="413548" y="5852847"/>
                  </a:lnTo>
                  <a:lnTo>
                    <a:pt x="413735" y="5852847"/>
                  </a:lnTo>
                  <a:lnTo>
                    <a:pt x="413921" y="5852847"/>
                  </a:lnTo>
                  <a:lnTo>
                    <a:pt x="414201" y="5852847"/>
                  </a:lnTo>
                  <a:lnTo>
                    <a:pt x="414294" y="5852847"/>
                  </a:lnTo>
                  <a:lnTo>
                    <a:pt x="414388" y="5852847"/>
                  </a:lnTo>
                  <a:lnTo>
                    <a:pt x="414481" y="5852847"/>
                  </a:lnTo>
                  <a:lnTo>
                    <a:pt x="414667" y="5852847"/>
                  </a:lnTo>
                  <a:lnTo>
                    <a:pt x="414761" y="5852847"/>
                  </a:lnTo>
                  <a:lnTo>
                    <a:pt x="414947" y="5852847"/>
                  </a:lnTo>
                  <a:lnTo>
                    <a:pt x="415134" y="5852847"/>
                  </a:lnTo>
                  <a:lnTo>
                    <a:pt x="415507" y="5852847"/>
                  </a:lnTo>
                  <a:lnTo>
                    <a:pt x="415600" y="5852847"/>
                  </a:lnTo>
                  <a:lnTo>
                    <a:pt x="415880" y="5852847"/>
                  </a:lnTo>
                  <a:lnTo>
                    <a:pt x="415973" y="5852847"/>
                  </a:lnTo>
                  <a:lnTo>
                    <a:pt x="416159" y="5852847"/>
                  </a:lnTo>
                  <a:lnTo>
                    <a:pt x="416346" y="5852847"/>
                  </a:lnTo>
                  <a:lnTo>
                    <a:pt x="416719" y="5852847"/>
                  </a:lnTo>
                  <a:lnTo>
                    <a:pt x="417092" y="5852847"/>
                  </a:lnTo>
                  <a:lnTo>
                    <a:pt x="417278" y="5852847"/>
                  </a:lnTo>
                  <a:lnTo>
                    <a:pt x="417371" y="5852847"/>
                  </a:lnTo>
                  <a:lnTo>
                    <a:pt x="417651" y="5852847"/>
                  </a:lnTo>
                  <a:lnTo>
                    <a:pt x="417931" y="5852847"/>
                  </a:lnTo>
                  <a:lnTo>
                    <a:pt x="418211" y="5852847"/>
                  </a:lnTo>
                  <a:lnTo>
                    <a:pt x="418397" y="5852847"/>
                  </a:lnTo>
                  <a:lnTo>
                    <a:pt x="418677" y="5852847"/>
                  </a:lnTo>
                  <a:lnTo>
                    <a:pt x="418770" y="5852847"/>
                  </a:lnTo>
                  <a:lnTo>
                    <a:pt x="418863" y="5852847"/>
                  </a:lnTo>
                  <a:lnTo>
                    <a:pt x="419143" y="5852847"/>
                  </a:lnTo>
                  <a:lnTo>
                    <a:pt x="419330" y="5852847"/>
                  </a:lnTo>
                  <a:lnTo>
                    <a:pt x="419423" y="5852847"/>
                  </a:lnTo>
                  <a:lnTo>
                    <a:pt x="419796" y="5852847"/>
                  </a:lnTo>
                  <a:lnTo>
                    <a:pt x="419982" y="5852847"/>
                  </a:lnTo>
                  <a:lnTo>
                    <a:pt x="420169" y="5852847"/>
                  </a:lnTo>
                  <a:lnTo>
                    <a:pt x="420355" y="5852847"/>
                  </a:lnTo>
                  <a:lnTo>
                    <a:pt x="420542" y="5852847"/>
                  </a:lnTo>
                  <a:lnTo>
                    <a:pt x="420635" y="5852847"/>
                  </a:lnTo>
                  <a:lnTo>
                    <a:pt x="420728" y="5852847"/>
                  </a:lnTo>
                  <a:lnTo>
                    <a:pt x="421008" y="5852847"/>
                  </a:lnTo>
                  <a:lnTo>
                    <a:pt x="421381" y="5852847"/>
                  </a:lnTo>
                  <a:lnTo>
                    <a:pt x="421474" y="5852847"/>
                  </a:lnTo>
                  <a:lnTo>
                    <a:pt x="421847" y="5852847"/>
                  </a:lnTo>
                  <a:lnTo>
                    <a:pt x="421941" y="5852847"/>
                  </a:lnTo>
                  <a:lnTo>
                    <a:pt x="422034" y="5852847"/>
                  </a:lnTo>
                  <a:lnTo>
                    <a:pt x="422314" y="5852847"/>
                  </a:lnTo>
                  <a:lnTo>
                    <a:pt x="422407" y="5852847"/>
                  </a:lnTo>
                  <a:lnTo>
                    <a:pt x="422593" y="5852847"/>
                  </a:lnTo>
                  <a:lnTo>
                    <a:pt x="422780" y="5852847"/>
                  </a:lnTo>
                  <a:lnTo>
                    <a:pt x="423526" y="5852847"/>
                  </a:lnTo>
                  <a:lnTo>
                    <a:pt x="423619" y="5852847"/>
                  </a:lnTo>
                  <a:lnTo>
                    <a:pt x="423805" y="5842893"/>
                  </a:lnTo>
                  <a:lnTo>
                    <a:pt x="423899" y="5842893"/>
                  </a:lnTo>
                  <a:lnTo>
                    <a:pt x="423992" y="5842893"/>
                  </a:lnTo>
                  <a:lnTo>
                    <a:pt x="424085" y="5842893"/>
                  </a:lnTo>
                  <a:lnTo>
                    <a:pt x="424178" y="5842893"/>
                  </a:lnTo>
                  <a:lnTo>
                    <a:pt x="424272" y="5842893"/>
                  </a:lnTo>
                  <a:lnTo>
                    <a:pt x="424458" y="5842893"/>
                  </a:lnTo>
                  <a:lnTo>
                    <a:pt x="424645" y="5842893"/>
                  </a:lnTo>
                  <a:lnTo>
                    <a:pt x="424924" y="5842893"/>
                  </a:lnTo>
                  <a:lnTo>
                    <a:pt x="425018" y="5842893"/>
                  </a:lnTo>
                  <a:lnTo>
                    <a:pt x="425297" y="5842893"/>
                  </a:lnTo>
                  <a:lnTo>
                    <a:pt x="425577" y="5842893"/>
                  </a:lnTo>
                  <a:lnTo>
                    <a:pt x="425764" y="5842893"/>
                  </a:lnTo>
                  <a:lnTo>
                    <a:pt x="426137" y="5842893"/>
                  </a:lnTo>
                  <a:lnTo>
                    <a:pt x="426416" y="5842893"/>
                  </a:lnTo>
                  <a:lnTo>
                    <a:pt x="426510" y="5842893"/>
                  </a:lnTo>
                  <a:lnTo>
                    <a:pt x="426603" y="5842893"/>
                  </a:lnTo>
                  <a:lnTo>
                    <a:pt x="426696" y="5842893"/>
                  </a:lnTo>
                  <a:lnTo>
                    <a:pt x="426976" y="5842893"/>
                  </a:lnTo>
                  <a:lnTo>
                    <a:pt x="427069" y="5842893"/>
                  </a:lnTo>
                  <a:lnTo>
                    <a:pt x="427162" y="5842893"/>
                  </a:lnTo>
                  <a:lnTo>
                    <a:pt x="427256" y="5842893"/>
                  </a:lnTo>
                  <a:lnTo>
                    <a:pt x="427349" y="5842893"/>
                  </a:lnTo>
                  <a:lnTo>
                    <a:pt x="427722" y="5842893"/>
                  </a:lnTo>
                  <a:lnTo>
                    <a:pt x="427815" y="5842893"/>
                  </a:lnTo>
                  <a:lnTo>
                    <a:pt x="428002" y="5842893"/>
                  </a:lnTo>
                  <a:lnTo>
                    <a:pt x="428095" y="5842893"/>
                  </a:lnTo>
                  <a:lnTo>
                    <a:pt x="428281" y="5842893"/>
                  </a:lnTo>
                  <a:lnTo>
                    <a:pt x="428375" y="5842893"/>
                  </a:lnTo>
                  <a:lnTo>
                    <a:pt x="428934" y="5842893"/>
                  </a:lnTo>
                  <a:lnTo>
                    <a:pt x="429400" y="5842893"/>
                  </a:lnTo>
                  <a:lnTo>
                    <a:pt x="429494" y="5842893"/>
                  </a:lnTo>
                  <a:lnTo>
                    <a:pt x="429587" y="5842893"/>
                  </a:lnTo>
                  <a:lnTo>
                    <a:pt x="429773" y="5842893"/>
                  </a:lnTo>
                  <a:lnTo>
                    <a:pt x="430239" y="5842893"/>
                  </a:lnTo>
                  <a:lnTo>
                    <a:pt x="430426" y="5842893"/>
                  </a:lnTo>
                  <a:lnTo>
                    <a:pt x="430519" y="5842893"/>
                  </a:lnTo>
                  <a:lnTo>
                    <a:pt x="430706" y="5842893"/>
                  </a:lnTo>
                  <a:lnTo>
                    <a:pt x="430706" y="5832940"/>
                  </a:lnTo>
                  <a:lnTo>
                    <a:pt x="430892" y="5832940"/>
                  </a:lnTo>
                  <a:lnTo>
                    <a:pt x="430985" y="5832940"/>
                  </a:lnTo>
                  <a:lnTo>
                    <a:pt x="431172" y="5832940"/>
                  </a:lnTo>
                  <a:lnTo>
                    <a:pt x="431358" y="5832940"/>
                  </a:lnTo>
                  <a:lnTo>
                    <a:pt x="431638" y="5832940"/>
                  </a:lnTo>
                  <a:lnTo>
                    <a:pt x="431638" y="5822986"/>
                  </a:lnTo>
                  <a:lnTo>
                    <a:pt x="431825" y="5822986"/>
                  </a:lnTo>
                  <a:lnTo>
                    <a:pt x="431918" y="5822986"/>
                  </a:lnTo>
                  <a:lnTo>
                    <a:pt x="432477" y="5822986"/>
                  </a:lnTo>
                  <a:lnTo>
                    <a:pt x="432571" y="5822986"/>
                  </a:lnTo>
                  <a:lnTo>
                    <a:pt x="432850" y="5822986"/>
                  </a:lnTo>
                  <a:lnTo>
                    <a:pt x="432944" y="5822986"/>
                  </a:lnTo>
                  <a:lnTo>
                    <a:pt x="433037" y="5822986"/>
                  </a:lnTo>
                  <a:lnTo>
                    <a:pt x="433130" y="5822986"/>
                  </a:lnTo>
                  <a:lnTo>
                    <a:pt x="433223" y="5822986"/>
                  </a:lnTo>
                  <a:lnTo>
                    <a:pt x="433317" y="5822986"/>
                  </a:lnTo>
                  <a:lnTo>
                    <a:pt x="433410" y="5822986"/>
                  </a:lnTo>
                  <a:lnTo>
                    <a:pt x="433596" y="5822986"/>
                  </a:lnTo>
                  <a:lnTo>
                    <a:pt x="433690" y="5822986"/>
                  </a:lnTo>
                  <a:lnTo>
                    <a:pt x="434063" y="5822986"/>
                  </a:lnTo>
                  <a:lnTo>
                    <a:pt x="434156" y="5822986"/>
                  </a:lnTo>
                  <a:lnTo>
                    <a:pt x="434436" y="5822986"/>
                  </a:lnTo>
                  <a:lnTo>
                    <a:pt x="434529" y="5822986"/>
                  </a:lnTo>
                  <a:lnTo>
                    <a:pt x="434622" y="5822986"/>
                  </a:lnTo>
                  <a:lnTo>
                    <a:pt x="434715" y="5822986"/>
                  </a:lnTo>
                  <a:lnTo>
                    <a:pt x="434809" y="5822986"/>
                  </a:lnTo>
                  <a:lnTo>
                    <a:pt x="434995" y="5822986"/>
                  </a:lnTo>
                  <a:lnTo>
                    <a:pt x="435088" y="5822986"/>
                  </a:lnTo>
                  <a:lnTo>
                    <a:pt x="435461" y="5822986"/>
                  </a:lnTo>
                  <a:lnTo>
                    <a:pt x="435555" y="5822986"/>
                  </a:lnTo>
                  <a:lnTo>
                    <a:pt x="435648" y="5822986"/>
                  </a:lnTo>
                  <a:lnTo>
                    <a:pt x="435741" y="5822986"/>
                  </a:lnTo>
                  <a:lnTo>
                    <a:pt x="435834" y="5822986"/>
                  </a:lnTo>
                  <a:lnTo>
                    <a:pt x="435928" y="5822986"/>
                  </a:lnTo>
                  <a:lnTo>
                    <a:pt x="436021" y="5822986"/>
                  </a:lnTo>
                  <a:lnTo>
                    <a:pt x="436207" y="5822986"/>
                  </a:lnTo>
                  <a:lnTo>
                    <a:pt x="436487" y="5813032"/>
                  </a:lnTo>
                  <a:lnTo>
                    <a:pt x="436860" y="5813032"/>
                  </a:lnTo>
                  <a:lnTo>
                    <a:pt x="437047" y="5813032"/>
                  </a:lnTo>
                  <a:lnTo>
                    <a:pt x="437140" y="5813032"/>
                  </a:lnTo>
                  <a:lnTo>
                    <a:pt x="437233" y="5813032"/>
                  </a:lnTo>
                  <a:lnTo>
                    <a:pt x="437326" y="5813032"/>
                  </a:lnTo>
                  <a:lnTo>
                    <a:pt x="437419" y="5813032"/>
                  </a:lnTo>
                  <a:lnTo>
                    <a:pt x="437513" y="5813032"/>
                  </a:lnTo>
                  <a:lnTo>
                    <a:pt x="437699" y="5813032"/>
                  </a:lnTo>
                  <a:lnTo>
                    <a:pt x="437886" y="5813032"/>
                  </a:lnTo>
                  <a:lnTo>
                    <a:pt x="438538" y="5813032"/>
                  </a:lnTo>
                  <a:lnTo>
                    <a:pt x="438632" y="5813032"/>
                  </a:lnTo>
                  <a:lnTo>
                    <a:pt x="438725" y="5813032"/>
                  </a:lnTo>
                  <a:lnTo>
                    <a:pt x="438911" y="5813032"/>
                  </a:lnTo>
                  <a:lnTo>
                    <a:pt x="439098" y="5813032"/>
                  </a:lnTo>
                  <a:lnTo>
                    <a:pt x="439191" y="5813032"/>
                  </a:lnTo>
                  <a:lnTo>
                    <a:pt x="439471" y="5813032"/>
                  </a:lnTo>
                  <a:lnTo>
                    <a:pt x="439751" y="5803078"/>
                  </a:lnTo>
                  <a:lnTo>
                    <a:pt x="439844" y="5803078"/>
                  </a:lnTo>
                  <a:lnTo>
                    <a:pt x="440030" y="5803078"/>
                  </a:lnTo>
                  <a:lnTo>
                    <a:pt x="440217" y="5803078"/>
                  </a:lnTo>
                  <a:lnTo>
                    <a:pt x="440403" y="5803078"/>
                  </a:lnTo>
                  <a:lnTo>
                    <a:pt x="440497" y="5803078"/>
                  </a:lnTo>
                  <a:lnTo>
                    <a:pt x="440590" y="5803078"/>
                  </a:lnTo>
                  <a:lnTo>
                    <a:pt x="440683" y="5803078"/>
                  </a:lnTo>
                  <a:lnTo>
                    <a:pt x="440776" y="5803078"/>
                  </a:lnTo>
                  <a:lnTo>
                    <a:pt x="440963" y="5803078"/>
                  </a:lnTo>
                  <a:lnTo>
                    <a:pt x="441243" y="5803078"/>
                  </a:lnTo>
                  <a:lnTo>
                    <a:pt x="441522" y="5803078"/>
                  </a:lnTo>
                  <a:lnTo>
                    <a:pt x="441616" y="5803078"/>
                  </a:lnTo>
                  <a:lnTo>
                    <a:pt x="441802" y="5803078"/>
                  </a:lnTo>
                  <a:lnTo>
                    <a:pt x="441895" y="5803078"/>
                  </a:lnTo>
                  <a:lnTo>
                    <a:pt x="441989" y="5803078"/>
                  </a:lnTo>
                  <a:lnTo>
                    <a:pt x="442175" y="5803078"/>
                  </a:lnTo>
                  <a:lnTo>
                    <a:pt x="442268" y="5803078"/>
                  </a:lnTo>
                  <a:lnTo>
                    <a:pt x="442455" y="5803078"/>
                  </a:lnTo>
                  <a:lnTo>
                    <a:pt x="442548" y="5803078"/>
                  </a:lnTo>
                  <a:lnTo>
                    <a:pt x="442735" y="5803078"/>
                  </a:lnTo>
                  <a:lnTo>
                    <a:pt x="442921" y="5803078"/>
                  </a:lnTo>
                  <a:lnTo>
                    <a:pt x="443108" y="5803078"/>
                  </a:lnTo>
                  <a:lnTo>
                    <a:pt x="443201" y="5803078"/>
                  </a:lnTo>
                  <a:lnTo>
                    <a:pt x="443294" y="5803078"/>
                  </a:lnTo>
                  <a:lnTo>
                    <a:pt x="443574" y="5803078"/>
                  </a:lnTo>
                  <a:lnTo>
                    <a:pt x="443667" y="5803078"/>
                  </a:lnTo>
                  <a:lnTo>
                    <a:pt x="443854" y="5803078"/>
                  </a:lnTo>
                  <a:lnTo>
                    <a:pt x="443947" y="5803078"/>
                  </a:lnTo>
                  <a:lnTo>
                    <a:pt x="444320" y="5803078"/>
                  </a:lnTo>
                  <a:lnTo>
                    <a:pt x="444506" y="5803078"/>
                  </a:lnTo>
                  <a:lnTo>
                    <a:pt x="444693" y="5803078"/>
                  </a:lnTo>
                  <a:lnTo>
                    <a:pt x="444786" y="5803078"/>
                  </a:lnTo>
                  <a:lnTo>
                    <a:pt x="445066" y="5803078"/>
                  </a:lnTo>
                  <a:lnTo>
                    <a:pt x="445252" y="5803078"/>
                  </a:lnTo>
                  <a:lnTo>
                    <a:pt x="445345" y="5803078"/>
                  </a:lnTo>
                  <a:lnTo>
                    <a:pt x="445439" y="5803078"/>
                  </a:lnTo>
                  <a:lnTo>
                    <a:pt x="445532" y="5803078"/>
                  </a:lnTo>
                  <a:lnTo>
                    <a:pt x="445718" y="5803078"/>
                  </a:lnTo>
                  <a:lnTo>
                    <a:pt x="445812" y="5803078"/>
                  </a:lnTo>
                  <a:lnTo>
                    <a:pt x="445905" y="5803078"/>
                  </a:lnTo>
                  <a:lnTo>
                    <a:pt x="446091" y="5803078"/>
                  </a:lnTo>
                  <a:lnTo>
                    <a:pt x="446278" y="5803078"/>
                  </a:lnTo>
                  <a:lnTo>
                    <a:pt x="446371" y="5803078"/>
                  </a:lnTo>
                  <a:lnTo>
                    <a:pt x="446464" y="5803078"/>
                  </a:lnTo>
                  <a:lnTo>
                    <a:pt x="446837" y="5803078"/>
                  </a:lnTo>
                  <a:lnTo>
                    <a:pt x="447210" y="5803078"/>
                  </a:lnTo>
                  <a:lnTo>
                    <a:pt x="447304" y="5803078"/>
                  </a:lnTo>
                  <a:lnTo>
                    <a:pt x="447397" y="5803078"/>
                  </a:lnTo>
                  <a:lnTo>
                    <a:pt x="447956" y="5803078"/>
                  </a:lnTo>
                  <a:lnTo>
                    <a:pt x="448050" y="5803078"/>
                  </a:lnTo>
                  <a:lnTo>
                    <a:pt x="448236" y="5803078"/>
                  </a:lnTo>
                  <a:lnTo>
                    <a:pt x="448889" y="5803078"/>
                  </a:lnTo>
                  <a:lnTo>
                    <a:pt x="448982" y="5803078"/>
                  </a:lnTo>
                  <a:lnTo>
                    <a:pt x="449075" y="5803078"/>
                  </a:lnTo>
                  <a:lnTo>
                    <a:pt x="449262" y="5803078"/>
                  </a:lnTo>
                  <a:lnTo>
                    <a:pt x="449355" y="5803078"/>
                  </a:lnTo>
                  <a:lnTo>
                    <a:pt x="449448" y="5803078"/>
                  </a:lnTo>
                  <a:lnTo>
                    <a:pt x="450101" y="5803078"/>
                  </a:lnTo>
                  <a:lnTo>
                    <a:pt x="450194" y="5803078"/>
                  </a:lnTo>
                  <a:lnTo>
                    <a:pt x="450288" y="5803078"/>
                  </a:lnTo>
                  <a:lnTo>
                    <a:pt x="450381" y="5803078"/>
                  </a:lnTo>
                  <a:lnTo>
                    <a:pt x="450474" y="5803078"/>
                  </a:lnTo>
                  <a:lnTo>
                    <a:pt x="450567" y="5803078"/>
                  </a:lnTo>
                  <a:lnTo>
                    <a:pt x="451313" y="5803078"/>
                  </a:lnTo>
                  <a:lnTo>
                    <a:pt x="451500" y="5803078"/>
                  </a:lnTo>
                  <a:lnTo>
                    <a:pt x="451779" y="5803078"/>
                  </a:lnTo>
                  <a:lnTo>
                    <a:pt x="451873" y="5803078"/>
                  </a:lnTo>
                  <a:lnTo>
                    <a:pt x="452246" y="5803078"/>
                  </a:lnTo>
                  <a:lnTo>
                    <a:pt x="452432" y="5803078"/>
                  </a:lnTo>
                  <a:lnTo>
                    <a:pt x="452525" y="5803078"/>
                  </a:lnTo>
                  <a:lnTo>
                    <a:pt x="452712" y="5803078"/>
                  </a:lnTo>
                  <a:lnTo>
                    <a:pt x="452898" y="5803078"/>
                  </a:lnTo>
                  <a:lnTo>
                    <a:pt x="452992" y="5803078"/>
                  </a:lnTo>
                  <a:lnTo>
                    <a:pt x="453085" y="5803078"/>
                  </a:lnTo>
                  <a:lnTo>
                    <a:pt x="453458" y="5803078"/>
                  </a:lnTo>
                  <a:lnTo>
                    <a:pt x="453551" y="5803078"/>
                  </a:lnTo>
                  <a:lnTo>
                    <a:pt x="453644" y="5803078"/>
                  </a:lnTo>
                  <a:lnTo>
                    <a:pt x="453831" y="5803078"/>
                  </a:lnTo>
                  <a:lnTo>
                    <a:pt x="454017" y="5803078"/>
                  </a:lnTo>
                  <a:lnTo>
                    <a:pt x="454111" y="5803078"/>
                  </a:lnTo>
                  <a:lnTo>
                    <a:pt x="454204" y="5803078"/>
                  </a:lnTo>
                  <a:lnTo>
                    <a:pt x="454484" y="5803078"/>
                  </a:lnTo>
                  <a:lnTo>
                    <a:pt x="454577" y="5803078"/>
                  </a:lnTo>
                  <a:lnTo>
                    <a:pt x="454670" y="5803078"/>
                  </a:lnTo>
                  <a:lnTo>
                    <a:pt x="454763" y="5803078"/>
                  </a:lnTo>
                  <a:lnTo>
                    <a:pt x="454857" y="5803078"/>
                  </a:lnTo>
                  <a:lnTo>
                    <a:pt x="455043" y="5803078"/>
                  </a:lnTo>
                  <a:lnTo>
                    <a:pt x="455136" y="5803078"/>
                  </a:lnTo>
                  <a:lnTo>
                    <a:pt x="455509" y="5803078"/>
                  </a:lnTo>
                  <a:lnTo>
                    <a:pt x="455789" y="5803078"/>
                  </a:lnTo>
                  <a:lnTo>
                    <a:pt x="455882" y="5803078"/>
                  </a:lnTo>
                  <a:lnTo>
                    <a:pt x="455976" y="5803078"/>
                  </a:lnTo>
                  <a:lnTo>
                    <a:pt x="456162" y="5803078"/>
                  </a:lnTo>
                  <a:lnTo>
                    <a:pt x="456255" y="5803078"/>
                  </a:lnTo>
                  <a:lnTo>
                    <a:pt x="456442" y="5803078"/>
                  </a:lnTo>
                  <a:lnTo>
                    <a:pt x="456535" y="5803078"/>
                  </a:lnTo>
                  <a:lnTo>
                    <a:pt x="456908" y="5803078"/>
                  </a:lnTo>
                  <a:lnTo>
                    <a:pt x="457095" y="5803078"/>
                  </a:lnTo>
                  <a:lnTo>
                    <a:pt x="457374" y="5803078"/>
                  </a:lnTo>
                  <a:lnTo>
                    <a:pt x="457468" y="5803078"/>
                  </a:lnTo>
                  <a:lnTo>
                    <a:pt x="457747" y="5803078"/>
                  </a:lnTo>
                  <a:lnTo>
                    <a:pt x="457841" y="5803078"/>
                  </a:lnTo>
                  <a:lnTo>
                    <a:pt x="457934" y="5803078"/>
                  </a:lnTo>
                  <a:lnTo>
                    <a:pt x="458027" y="5803078"/>
                  </a:lnTo>
                  <a:lnTo>
                    <a:pt x="458120" y="5803078"/>
                  </a:lnTo>
                  <a:lnTo>
                    <a:pt x="458307" y="5803078"/>
                  </a:lnTo>
                  <a:lnTo>
                    <a:pt x="458400" y="5803078"/>
                  </a:lnTo>
                  <a:lnTo>
                    <a:pt x="458493" y="5803078"/>
                  </a:lnTo>
                  <a:lnTo>
                    <a:pt x="458586" y="5803078"/>
                  </a:lnTo>
                  <a:lnTo>
                    <a:pt x="458773" y="5803078"/>
                  </a:lnTo>
                  <a:lnTo>
                    <a:pt x="458959" y="5803078"/>
                  </a:lnTo>
                  <a:lnTo>
                    <a:pt x="459146" y="5803078"/>
                  </a:lnTo>
                  <a:lnTo>
                    <a:pt x="459426" y="5803078"/>
                  </a:lnTo>
                  <a:lnTo>
                    <a:pt x="459892" y="5803078"/>
                  </a:lnTo>
                  <a:lnTo>
                    <a:pt x="460172" y="5803078"/>
                  </a:lnTo>
                  <a:lnTo>
                    <a:pt x="460451" y="5803078"/>
                  </a:lnTo>
                  <a:lnTo>
                    <a:pt x="460638" y="5803078"/>
                  </a:lnTo>
                  <a:lnTo>
                    <a:pt x="460918" y="5803078"/>
                  </a:lnTo>
                  <a:lnTo>
                    <a:pt x="461104" y="5803078"/>
                  </a:lnTo>
                  <a:lnTo>
                    <a:pt x="461197" y="5803078"/>
                  </a:lnTo>
                  <a:lnTo>
                    <a:pt x="461291" y="5803078"/>
                  </a:lnTo>
                  <a:lnTo>
                    <a:pt x="461384" y="5803078"/>
                  </a:lnTo>
                  <a:lnTo>
                    <a:pt x="461664" y="5803078"/>
                  </a:lnTo>
                  <a:lnTo>
                    <a:pt x="461757" y="5803078"/>
                  </a:lnTo>
                  <a:lnTo>
                    <a:pt x="461850" y="5803078"/>
                  </a:lnTo>
                  <a:lnTo>
                    <a:pt x="462130" y="5793124"/>
                  </a:lnTo>
                  <a:lnTo>
                    <a:pt x="462223" y="5793124"/>
                  </a:lnTo>
                  <a:lnTo>
                    <a:pt x="462316" y="5793124"/>
                  </a:lnTo>
                  <a:lnTo>
                    <a:pt x="462410" y="5793124"/>
                  </a:lnTo>
                  <a:lnTo>
                    <a:pt x="462783" y="5793124"/>
                  </a:lnTo>
                  <a:lnTo>
                    <a:pt x="463249" y="5793124"/>
                  </a:lnTo>
                  <a:lnTo>
                    <a:pt x="463342" y="5793124"/>
                  </a:lnTo>
                  <a:lnTo>
                    <a:pt x="463435" y="5793124"/>
                  </a:lnTo>
                  <a:lnTo>
                    <a:pt x="463808" y="5793124"/>
                  </a:lnTo>
                  <a:lnTo>
                    <a:pt x="464088" y="5793124"/>
                  </a:lnTo>
                  <a:lnTo>
                    <a:pt x="464181" y="5793124"/>
                  </a:lnTo>
                  <a:lnTo>
                    <a:pt x="464368" y="5793124"/>
                  </a:lnTo>
                  <a:lnTo>
                    <a:pt x="464461" y="5793124"/>
                  </a:lnTo>
                  <a:lnTo>
                    <a:pt x="464741" y="5793124"/>
                  </a:lnTo>
                  <a:lnTo>
                    <a:pt x="464834" y="5793124"/>
                  </a:lnTo>
                  <a:lnTo>
                    <a:pt x="465114" y="5793124"/>
                  </a:lnTo>
                  <a:lnTo>
                    <a:pt x="465300" y="5793124"/>
                  </a:lnTo>
                  <a:lnTo>
                    <a:pt x="465393" y="5793124"/>
                  </a:lnTo>
                  <a:lnTo>
                    <a:pt x="465487" y="5793124"/>
                  </a:lnTo>
                  <a:lnTo>
                    <a:pt x="466139" y="5793124"/>
                  </a:lnTo>
                  <a:lnTo>
                    <a:pt x="466233" y="5793124"/>
                  </a:lnTo>
                  <a:lnTo>
                    <a:pt x="466326" y="5793124"/>
                  </a:lnTo>
                  <a:lnTo>
                    <a:pt x="466512" y="5793124"/>
                  </a:lnTo>
                  <a:lnTo>
                    <a:pt x="466699" y="5793124"/>
                  </a:lnTo>
                  <a:lnTo>
                    <a:pt x="466979" y="5793124"/>
                  </a:lnTo>
                  <a:lnTo>
                    <a:pt x="467072" y="5793124"/>
                  </a:lnTo>
                  <a:lnTo>
                    <a:pt x="467165" y="5793124"/>
                  </a:lnTo>
                  <a:lnTo>
                    <a:pt x="467258" y="5793124"/>
                  </a:lnTo>
                  <a:lnTo>
                    <a:pt x="467631" y="5793124"/>
                  </a:lnTo>
                  <a:lnTo>
                    <a:pt x="467725" y="5793124"/>
                  </a:lnTo>
                  <a:lnTo>
                    <a:pt x="467911" y="5793124"/>
                  </a:lnTo>
                  <a:lnTo>
                    <a:pt x="468098" y="5793124"/>
                  </a:lnTo>
                  <a:lnTo>
                    <a:pt x="468191" y="5793124"/>
                  </a:lnTo>
                  <a:lnTo>
                    <a:pt x="468750" y="5793124"/>
                  </a:lnTo>
                  <a:lnTo>
                    <a:pt x="468937" y="5793124"/>
                  </a:lnTo>
                  <a:lnTo>
                    <a:pt x="469310" y="5793124"/>
                  </a:lnTo>
                  <a:lnTo>
                    <a:pt x="469403" y="5793124"/>
                  </a:lnTo>
                  <a:lnTo>
                    <a:pt x="469683" y="5793124"/>
                  </a:lnTo>
                  <a:lnTo>
                    <a:pt x="470056" y="5793124"/>
                  </a:lnTo>
                  <a:lnTo>
                    <a:pt x="470149" y="5793124"/>
                  </a:lnTo>
                  <a:lnTo>
                    <a:pt x="470242" y="5793124"/>
                  </a:lnTo>
                  <a:lnTo>
                    <a:pt x="470429" y="5793124"/>
                  </a:lnTo>
                  <a:lnTo>
                    <a:pt x="470802" y="5793124"/>
                  </a:lnTo>
                  <a:lnTo>
                    <a:pt x="470895" y="5793124"/>
                  </a:lnTo>
                  <a:lnTo>
                    <a:pt x="470988" y="5793124"/>
                  </a:lnTo>
                  <a:lnTo>
                    <a:pt x="471082" y="5793124"/>
                  </a:lnTo>
                  <a:lnTo>
                    <a:pt x="471175" y="5793124"/>
                  </a:lnTo>
                  <a:lnTo>
                    <a:pt x="471548" y="5793124"/>
                  </a:lnTo>
                  <a:lnTo>
                    <a:pt x="471641" y="5793124"/>
                  </a:lnTo>
                  <a:lnTo>
                    <a:pt x="471734" y="5793124"/>
                  </a:lnTo>
                  <a:lnTo>
                    <a:pt x="471827" y="5793124"/>
                  </a:lnTo>
                  <a:lnTo>
                    <a:pt x="471921" y="5793124"/>
                  </a:lnTo>
                  <a:lnTo>
                    <a:pt x="472200" y="5793124"/>
                  </a:lnTo>
                  <a:lnTo>
                    <a:pt x="472294" y="5793124"/>
                  </a:lnTo>
                  <a:lnTo>
                    <a:pt x="472573" y="5793124"/>
                  </a:lnTo>
                  <a:lnTo>
                    <a:pt x="472760" y="5793124"/>
                  </a:lnTo>
                  <a:lnTo>
                    <a:pt x="472760" y="5783170"/>
                  </a:lnTo>
                  <a:lnTo>
                    <a:pt x="473040" y="5783170"/>
                  </a:lnTo>
                  <a:lnTo>
                    <a:pt x="473133" y="5783170"/>
                  </a:lnTo>
                  <a:lnTo>
                    <a:pt x="473226" y="5783170"/>
                  </a:lnTo>
                  <a:lnTo>
                    <a:pt x="473319" y="5783170"/>
                  </a:lnTo>
                  <a:lnTo>
                    <a:pt x="473413" y="5783170"/>
                  </a:lnTo>
                  <a:lnTo>
                    <a:pt x="473506" y="5783170"/>
                  </a:lnTo>
                  <a:lnTo>
                    <a:pt x="473692" y="5783170"/>
                  </a:lnTo>
                  <a:lnTo>
                    <a:pt x="473972" y="5783170"/>
                  </a:lnTo>
                  <a:lnTo>
                    <a:pt x="474065" y="5783170"/>
                  </a:lnTo>
                  <a:lnTo>
                    <a:pt x="474252" y="5783170"/>
                  </a:lnTo>
                  <a:lnTo>
                    <a:pt x="474345" y="5783170"/>
                  </a:lnTo>
                  <a:lnTo>
                    <a:pt x="474625" y="5783170"/>
                  </a:lnTo>
                  <a:lnTo>
                    <a:pt x="474811" y="5783170"/>
                  </a:lnTo>
                  <a:lnTo>
                    <a:pt x="474998" y="5783170"/>
                  </a:lnTo>
                  <a:lnTo>
                    <a:pt x="475184" y="5783170"/>
                  </a:lnTo>
                  <a:lnTo>
                    <a:pt x="475464" y="5783170"/>
                  </a:lnTo>
                  <a:lnTo>
                    <a:pt x="475744" y="5783170"/>
                  </a:lnTo>
                  <a:lnTo>
                    <a:pt x="475837" y="5783170"/>
                  </a:lnTo>
                  <a:lnTo>
                    <a:pt x="476117" y="5783170"/>
                  </a:lnTo>
                  <a:lnTo>
                    <a:pt x="476210" y="5783170"/>
                  </a:lnTo>
                  <a:lnTo>
                    <a:pt x="476303" y="5783170"/>
                  </a:lnTo>
                  <a:lnTo>
                    <a:pt x="476397" y="5783170"/>
                  </a:lnTo>
                  <a:lnTo>
                    <a:pt x="476490" y="5783170"/>
                  </a:lnTo>
                  <a:lnTo>
                    <a:pt x="476583" y="5783170"/>
                  </a:lnTo>
                  <a:lnTo>
                    <a:pt x="476676" y="5783170"/>
                  </a:lnTo>
                  <a:lnTo>
                    <a:pt x="476863" y="5783170"/>
                  </a:lnTo>
                  <a:lnTo>
                    <a:pt x="476956" y="5783170"/>
                  </a:lnTo>
                  <a:lnTo>
                    <a:pt x="477049" y="5783170"/>
                  </a:lnTo>
                  <a:lnTo>
                    <a:pt x="477143" y="5783170"/>
                  </a:lnTo>
                  <a:lnTo>
                    <a:pt x="477329" y="5783170"/>
                  </a:lnTo>
                  <a:lnTo>
                    <a:pt x="477422" y="5783170"/>
                  </a:lnTo>
                  <a:lnTo>
                    <a:pt x="477795" y="5783170"/>
                  </a:lnTo>
                  <a:lnTo>
                    <a:pt x="478075" y="5783170"/>
                  </a:lnTo>
                  <a:lnTo>
                    <a:pt x="478448" y="5783170"/>
                  </a:lnTo>
                  <a:lnTo>
                    <a:pt x="478541" y="5783170"/>
                  </a:lnTo>
                  <a:lnTo>
                    <a:pt x="478635" y="5783170"/>
                  </a:lnTo>
                  <a:lnTo>
                    <a:pt x="478821" y="5783170"/>
                  </a:lnTo>
                  <a:lnTo>
                    <a:pt x="479007" y="5783170"/>
                  </a:lnTo>
                  <a:lnTo>
                    <a:pt x="479194" y="5783170"/>
                  </a:lnTo>
                  <a:lnTo>
                    <a:pt x="479287" y="5783170"/>
                  </a:lnTo>
                  <a:lnTo>
                    <a:pt x="479660" y="5783170"/>
                  </a:lnTo>
                  <a:lnTo>
                    <a:pt x="479940" y="5783170"/>
                  </a:lnTo>
                  <a:lnTo>
                    <a:pt x="480126" y="5783170"/>
                  </a:lnTo>
                  <a:lnTo>
                    <a:pt x="480220" y="5783170"/>
                  </a:lnTo>
                  <a:lnTo>
                    <a:pt x="480499" y="5783170"/>
                  </a:lnTo>
                  <a:lnTo>
                    <a:pt x="480966" y="5783170"/>
                  </a:lnTo>
                  <a:lnTo>
                    <a:pt x="481245" y="5783170"/>
                  </a:lnTo>
                  <a:lnTo>
                    <a:pt x="481339" y="5783170"/>
                  </a:lnTo>
                  <a:lnTo>
                    <a:pt x="481432" y="5783170"/>
                  </a:lnTo>
                  <a:lnTo>
                    <a:pt x="481805" y="5773217"/>
                  </a:lnTo>
                  <a:lnTo>
                    <a:pt x="482085" y="5773217"/>
                  </a:lnTo>
                  <a:lnTo>
                    <a:pt x="482271" y="5773217"/>
                  </a:lnTo>
                  <a:lnTo>
                    <a:pt x="483017" y="5773217"/>
                  </a:lnTo>
                  <a:lnTo>
                    <a:pt x="483110" y="5773217"/>
                  </a:lnTo>
                  <a:lnTo>
                    <a:pt x="483390" y="5773217"/>
                  </a:lnTo>
                  <a:lnTo>
                    <a:pt x="483483" y="5763263"/>
                  </a:lnTo>
                  <a:lnTo>
                    <a:pt x="483577" y="5763263"/>
                  </a:lnTo>
                  <a:lnTo>
                    <a:pt x="483763" y="5763263"/>
                  </a:lnTo>
                  <a:lnTo>
                    <a:pt x="484229" y="5763263"/>
                  </a:lnTo>
                  <a:lnTo>
                    <a:pt x="484416" y="5763263"/>
                  </a:lnTo>
                  <a:lnTo>
                    <a:pt x="484602" y="5763263"/>
                  </a:lnTo>
                  <a:lnTo>
                    <a:pt x="484882" y="5763263"/>
                  </a:lnTo>
                  <a:lnTo>
                    <a:pt x="485069" y="5763263"/>
                  </a:lnTo>
                  <a:lnTo>
                    <a:pt x="485255" y="5763263"/>
                  </a:lnTo>
                  <a:lnTo>
                    <a:pt x="485535" y="5763263"/>
                  </a:lnTo>
                  <a:lnTo>
                    <a:pt x="485628" y="5763263"/>
                  </a:lnTo>
                  <a:lnTo>
                    <a:pt x="485721" y="5763263"/>
                  </a:lnTo>
                  <a:lnTo>
                    <a:pt x="485814" y="5763263"/>
                  </a:lnTo>
                  <a:lnTo>
                    <a:pt x="486001" y="5763263"/>
                  </a:lnTo>
                  <a:lnTo>
                    <a:pt x="486187" y="5763263"/>
                  </a:lnTo>
                  <a:lnTo>
                    <a:pt x="486560" y="5763263"/>
                  </a:lnTo>
                  <a:lnTo>
                    <a:pt x="486840" y="5763263"/>
                  </a:lnTo>
                  <a:lnTo>
                    <a:pt x="486933" y="5763263"/>
                  </a:lnTo>
                  <a:lnTo>
                    <a:pt x="487400" y="5763263"/>
                  </a:lnTo>
                  <a:lnTo>
                    <a:pt x="487493" y="5763263"/>
                  </a:lnTo>
                  <a:lnTo>
                    <a:pt x="487679" y="5763263"/>
                  </a:lnTo>
                  <a:lnTo>
                    <a:pt x="487866" y="5763263"/>
                  </a:lnTo>
                  <a:lnTo>
                    <a:pt x="487959" y="5763263"/>
                  </a:lnTo>
                  <a:lnTo>
                    <a:pt x="488239" y="5763263"/>
                  </a:lnTo>
                  <a:lnTo>
                    <a:pt x="488519" y="5763263"/>
                  </a:lnTo>
                  <a:lnTo>
                    <a:pt x="488705" y="5763263"/>
                  </a:lnTo>
                  <a:lnTo>
                    <a:pt x="488892" y="5763263"/>
                  </a:lnTo>
                  <a:lnTo>
                    <a:pt x="489078" y="5763263"/>
                  </a:lnTo>
                  <a:lnTo>
                    <a:pt x="489171" y="5763263"/>
                  </a:lnTo>
                  <a:lnTo>
                    <a:pt x="489265" y="5763263"/>
                  </a:lnTo>
                  <a:lnTo>
                    <a:pt x="489358" y="5763263"/>
                  </a:lnTo>
                  <a:lnTo>
                    <a:pt x="489731" y="5763263"/>
                  </a:lnTo>
                  <a:lnTo>
                    <a:pt x="489824" y="5763263"/>
                  </a:lnTo>
                  <a:lnTo>
                    <a:pt x="490384" y="5763263"/>
                  </a:lnTo>
                  <a:lnTo>
                    <a:pt x="490850" y="5763263"/>
                  </a:lnTo>
                  <a:lnTo>
                    <a:pt x="490943" y="5763263"/>
                  </a:lnTo>
                  <a:lnTo>
                    <a:pt x="491130" y="5763263"/>
                  </a:lnTo>
                  <a:lnTo>
                    <a:pt x="491596" y="5763263"/>
                  </a:lnTo>
                  <a:lnTo>
                    <a:pt x="491689" y="5763263"/>
                  </a:lnTo>
                  <a:lnTo>
                    <a:pt x="491876" y="5763263"/>
                  </a:lnTo>
                  <a:lnTo>
                    <a:pt x="492062" y="5763263"/>
                  </a:lnTo>
                  <a:lnTo>
                    <a:pt x="492155" y="5763263"/>
                  </a:lnTo>
                  <a:lnTo>
                    <a:pt x="492249" y="5763263"/>
                  </a:lnTo>
                  <a:lnTo>
                    <a:pt x="492342" y="5763263"/>
                  </a:lnTo>
                  <a:lnTo>
                    <a:pt x="492435" y="5763263"/>
                  </a:lnTo>
                  <a:lnTo>
                    <a:pt x="492528" y="5763263"/>
                  </a:lnTo>
                  <a:lnTo>
                    <a:pt x="492621" y="5763263"/>
                  </a:lnTo>
                  <a:lnTo>
                    <a:pt x="492808" y="5763263"/>
                  </a:lnTo>
                  <a:lnTo>
                    <a:pt x="492901" y="5763263"/>
                  </a:lnTo>
                  <a:lnTo>
                    <a:pt x="492994" y="5763263"/>
                  </a:lnTo>
                  <a:lnTo>
                    <a:pt x="493088" y="5763263"/>
                  </a:lnTo>
                  <a:lnTo>
                    <a:pt x="493274" y="5763263"/>
                  </a:lnTo>
                  <a:lnTo>
                    <a:pt x="493367" y="5763263"/>
                  </a:lnTo>
                  <a:lnTo>
                    <a:pt x="493461" y="5763263"/>
                  </a:lnTo>
                  <a:lnTo>
                    <a:pt x="493554" y="5763263"/>
                  </a:lnTo>
                  <a:lnTo>
                    <a:pt x="493647" y="5763263"/>
                  </a:lnTo>
                  <a:lnTo>
                    <a:pt x="493834" y="5763263"/>
                  </a:lnTo>
                  <a:lnTo>
                    <a:pt x="494113" y="5763263"/>
                  </a:lnTo>
                  <a:lnTo>
                    <a:pt x="494207" y="5763263"/>
                  </a:lnTo>
                  <a:lnTo>
                    <a:pt x="494300" y="5763263"/>
                  </a:lnTo>
                  <a:lnTo>
                    <a:pt x="494393" y="5763263"/>
                  </a:lnTo>
                  <a:lnTo>
                    <a:pt x="494486" y="5763263"/>
                  </a:lnTo>
                  <a:lnTo>
                    <a:pt x="494766" y="5763263"/>
                  </a:lnTo>
                  <a:lnTo>
                    <a:pt x="494953" y="5763263"/>
                  </a:lnTo>
                  <a:lnTo>
                    <a:pt x="495046" y="5763263"/>
                  </a:lnTo>
                  <a:lnTo>
                    <a:pt x="495512" y="5763263"/>
                  </a:lnTo>
                  <a:lnTo>
                    <a:pt x="496165" y="5763263"/>
                  </a:lnTo>
                  <a:lnTo>
                    <a:pt x="496258" y="5763263"/>
                  </a:lnTo>
                  <a:lnTo>
                    <a:pt x="496445" y="5763263"/>
                  </a:lnTo>
                  <a:lnTo>
                    <a:pt x="496724" y="5763263"/>
                  </a:lnTo>
                  <a:lnTo>
                    <a:pt x="496911" y="5763263"/>
                  </a:lnTo>
                  <a:lnTo>
                    <a:pt x="497004" y="5763263"/>
                  </a:lnTo>
                  <a:lnTo>
                    <a:pt x="497097" y="5763263"/>
                  </a:lnTo>
                  <a:lnTo>
                    <a:pt x="497470" y="5763263"/>
                  </a:lnTo>
                  <a:lnTo>
                    <a:pt x="498216" y="5763263"/>
                  </a:lnTo>
                  <a:lnTo>
                    <a:pt x="498403" y="5763263"/>
                  </a:lnTo>
                  <a:lnTo>
                    <a:pt x="498589" y="5763263"/>
                  </a:lnTo>
                  <a:lnTo>
                    <a:pt x="498776" y="5763263"/>
                  </a:lnTo>
                  <a:lnTo>
                    <a:pt x="499056" y="5763263"/>
                  </a:lnTo>
                  <a:lnTo>
                    <a:pt x="499242" y="5763263"/>
                  </a:lnTo>
                  <a:lnTo>
                    <a:pt x="499429" y="5753309"/>
                  </a:lnTo>
                  <a:lnTo>
                    <a:pt x="499522" y="5753309"/>
                  </a:lnTo>
                  <a:lnTo>
                    <a:pt x="499615" y="5753309"/>
                  </a:lnTo>
                  <a:lnTo>
                    <a:pt x="499708" y="5753309"/>
                  </a:lnTo>
                  <a:lnTo>
                    <a:pt x="500174" y="5753309"/>
                  </a:lnTo>
                  <a:lnTo>
                    <a:pt x="500547" y="5753309"/>
                  </a:lnTo>
                  <a:lnTo>
                    <a:pt x="500641" y="5753309"/>
                  </a:lnTo>
                  <a:lnTo>
                    <a:pt x="500827" y="5753309"/>
                  </a:lnTo>
                  <a:lnTo>
                    <a:pt x="501200" y="5753309"/>
                  </a:lnTo>
                  <a:lnTo>
                    <a:pt x="501480" y="5753309"/>
                  </a:lnTo>
                  <a:lnTo>
                    <a:pt x="501666" y="5753309"/>
                  </a:lnTo>
                  <a:lnTo>
                    <a:pt x="501853" y="5753309"/>
                  </a:lnTo>
                  <a:lnTo>
                    <a:pt x="501946" y="5753309"/>
                  </a:lnTo>
                  <a:lnTo>
                    <a:pt x="502039" y="5753309"/>
                  </a:lnTo>
                  <a:lnTo>
                    <a:pt x="502226" y="5753309"/>
                  </a:lnTo>
                  <a:lnTo>
                    <a:pt x="502319" y="5753309"/>
                  </a:lnTo>
                  <a:lnTo>
                    <a:pt x="502412" y="5753309"/>
                  </a:lnTo>
                  <a:lnTo>
                    <a:pt x="502599" y="5753309"/>
                  </a:lnTo>
                  <a:lnTo>
                    <a:pt x="502692" y="5753309"/>
                  </a:lnTo>
                  <a:lnTo>
                    <a:pt x="502785" y="5753309"/>
                  </a:lnTo>
                  <a:lnTo>
                    <a:pt x="502972" y="5753309"/>
                  </a:lnTo>
                  <a:lnTo>
                    <a:pt x="503158" y="5753309"/>
                  </a:lnTo>
                  <a:lnTo>
                    <a:pt x="503252" y="5753309"/>
                  </a:lnTo>
                  <a:lnTo>
                    <a:pt x="503438" y="5753309"/>
                  </a:lnTo>
                  <a:lnTo>
                    <a:pt x="503531" y="5753309"/>
                  </a:lnTo>
                  <a:lnTo>
                    <a:pt x="503625" y="5753309"/>
                  </a:lnTo>
                  <a:lnTo>
                    <a:pt x="503811" y="5753309"/>
                  </a:lnTo>
                  <a:lnTo>
                    <a:pt x="503904" y="5753309"/>
                  </a:lnTo>
                  <a:lnTo>
                    <a:pt x="504277" y="5753309"/>
                  </a:lnTo>
                  <a:lnTo>
                    <a:pt x="504464" y="5753309"/>
                  </a:lnTo>
                  <a:lnTo>
                    <a:pt x="504557" y="5753309"/>
                  </a:lnTo>
                  <a:lnTo>
                    <a:pt x="504744" y="5753309"/>
                  </a:lnTo>
                  <a:lnTo>
                    <a:pt x="504837" y="5753309"/>
                  </a:lnTo>
                  <a:lnTo>
                    <a:pt x="504930" y="5753309"/>
                  </a:lnTo>
                  <a:lnTo>
                    <a:pt x="505023" y="5753309"/>
                  </a:lnTo>
                  <a:lnTo>
                    <a:pt x="505210" y="5753309"/>
                  </a:lnTo>
                  <a:lnTo>
                    <a:pt x="506236" y="5753309"/>
                  </a:lnTo>
                  <a:lnTo>
                    <a:pt x="506329" y="5753309"/>
                  </a:lnTo>
                  <a:lnTo>
                    <a:pt x="506515" y="5753309"/>
                  </a:lnTo>
                  <a:lnTo>
                    <a:pt x="506608" y="5753309"/>
                  </a:lnTo>
                  <a:lnTo>
                    <a:pt x="506888" y="5753309"/>
                  </a:lnTo>
                  <a:lnTo>
                    <a:pt x="507075" y="5753309"/>
                  </a:lnTo>
                  <a:lnTo>
                    <a:pt x="507168" y="5753309"/>
                  </a:lnTo>
                  <a:lnTo>
                    <a:pt x="507354" y="5753309"/>
                  </a:lnTo>
                  <a:lnTo>
                    <a:pt x="507448" y="5753309"/>
                  </a:lnTo>
                  <a:lnTo>
                    <a:pt x="507541" y="5753309"/>
                  </a:lnTo>
                  <a:lnTo>
                    <a:pt x="507634" y="5753309"/>
                  </a:lnTo>
                  <a:lnTo>
                    <a:pt x="507914" y="5753309"/>
                  </a:lnTo>
                  <a:lnTo>
                    <a:pt x="508100" y="5753309"/>
                  </a:lnTo>
                  <a:lnTo>
                    <a:pt x="508567" y="5753309"/>
                  </a:lnTo>
                  <a:lnTo>
                    <a:pt x="508660" y="5753309"/>
                  </a:lnTo>
                  <a:lnTo>
                    <a:pt x="509033" y="5753309"/>
                  </a:lnTo>
                  <a:lnTo>
                    <a:pt x="509499" y="5753309"/>
                  </a:lnTo>
                  <a:lnTo>
                    <a:pt x="509686" y="5753309"/>
                  </a:lnTo>
                  <a:lnTo>
                    <a:pt x="509779" y="5753309"/>
                  </a:lnTo>
                  <a:lnTo>
                    <a:pt x="510152" y="5753309"/>
                  </a:lnTo>
                  <a:lnTo>
                    <a:pt x="510245" y="5753309"/>
                  </a:lnTo>
                  <a:lnTo>
                    <a:pt x="510525" y="5753309"/>
                  </a:lnTo>
                  <a:lnTo>
                    <a:pt x="510618" y="5753309"/>
                  </a:lnTo>
                  <a:lnTo>
                    <a:pt x="510805" y="5753309"/>
                  </a:lnTo>
                  <a:lnTo>
                    <a:pt x="510898" y="5753309"/>
                  </a:lnTo>
                  <a:lnTo>
                    <a:pt x="510991" y="5753309"/>
                  </a:lnTo>
                  <a:lnTo>
                    <a:pt x="511457" y="5753309"/>
                  </a:lnTo>
                  <a:lnTo>
                    <a:pt x="511551" y="5753309"/>
                  </a:lnTo>
                  <a:lnTo>
                    <a:pt x="511737" y="5753309"/>
                  </a:lnTo>
                  <a:lnTo>
                    <a:pt x="511924" y="5753309"/>
                  </a:lnTo>
                  <a:lnTo>
                    <a:pt x="512017" y="5743355"/>
                  </a:lnTo>
                  <a:lnTo>
                    <a:pt x="512110" y="5743355"/>
                  </a:lnTo>
                  <a:lnTo>
                    <a:pt x="512203" y="5743355"/>
                  </a:lnTo>
                  <a:lnTo>
                    <a:pt x="512297" y="5743355"/>
                  </a:lnTo>
                  <a:lnTo>
                    <a:pt x="512390" y="5743355"/>
                  </a:lnTo>
                  <a:lnTo>
                    <a:pt x="512576" y="5743355"/>
                  </a:lnTo>
                  <a:lnTo>
                    <a:pt x="512856" y="5743355"/>
                  </a:lnTo>
                  <a:lnTo>
                    <a:pt x="513136" y="5743355"/>
                  </a:lnTo>
                  <a:lnTo>
                    <a:pt x="513229" y="5743355"/>
                  </a:lnTo>
                  <a:lnTo>
                    <a:pt x="513322" y="5743355"/>
                  </a:lnTo>
                  <a:lnTo>
                    <a:pt x="513975" y="5733401"/>
                  </a:lnTo>
                  <a:lnTo>
                    <a:pt x="514161" y="5733401"/>
                  </a:lnTo>
                  <a:lnTo>
                    <a:pt x="514348" y="5733401"/>
                  </a:lnTo>
                  <a:lnTo>
                    <a:pt x="514814" y="5733401"/>
                  </a:lnTo>
                  <a:lnTo>
                    <a:pt x="514907" y="5733401"/>
                  </a:lnTo>
                  <a:lnTo>
                    <a:pt x="515001" y="5733401"/>
                  </a:lnTo>
                  <a:lnTo>
                    <a:pt x="515187" y="5733401"/>
                  </a:lnTo>
                  <a:lnTo>
                    <a:pt x="515280" y="5723448"/>
                  </a:lnTo>
                  <a:lnTo>
                    <a:pt x="515840" y="5723448"/>
                  </a:lnTo>
                  <a:lnTo>
                    <a:pt x="515933" y="5723448"/>
                  </a:lnTo>
                  <a:lnTo>
                    <a:pt x="516026" y="5723448"/>
                  </a:lnTo>
                  <a:lnTo>
                    <a:pt x="516120" y="5723448"/>
                  </a:lnTo>
                  <a:lnTo>
                    <a:pt x="516213" y="5723448"/>
                  </a:lnTo>
                  <a:lnTo>
                    <a:pt x="516493" y="5723448"/>
                  </a:lnTo>
                  <a:lnTo>
                    <a:pt x="516586" y="5723448"/>
                  </a:lnTo>
                  <a:lnTo>
                    <a:pt x="516772" y="5723448"/>
                  </a:lnTo>
                  <a:lnTo>
                    <a:pt x="516866" y="5723448"/>
                  </a:lnTo>
                  <a:lnTo>
                    <a:pt x="516959" y="5723448"/>
                  </a:lnTo>
                  <a:lnTo>
                    <a:pt x="517052" y="5723448"/>
                  </a:lnTo>
                  <a:lnTo>
                    <a:pt x="517145" y="5723448"/>
                  </a:lnTo>
                  <a:lnTo>
                    <a:pt x="517239" y="5723448"/>
                  </a:lnTo>
                  <a:lnTo>
                    <a:pt x="517612" y="5723448"/>
                  </a:lnTo>
                  <a:lnTo>
                    <a:pt x="517705" y="5723448"/>
                  </a:lnTo>
                  <a:lnTo>
                    <a:pt x="517891" y="5723448"/>
                  </a:lnTo>
                  <a:lnTo>
                    <a:pt x="517985" y="5723448"/>
                  </a:lnTo>
                  <a:lnTo>
                    <a:pt x="518264" y="5723448"/>
                  </a:lnTo>
                  <a:lnTo>
                    <a:pt x="518451" y="5723448"/>
                  </a:lnTo>
                  <a:lnTo>
                    <a:pt x="518637" y="5723448"/>
                  </a:lnTo>
                  <a:lnTo>
                    <a:pt x="518731" y="5723448"/>
                  </a:lnTo>
                  <a:lnTo>
                    <a:pt x="518824" y="5723448"/>
                  </a:lnTo>
                  <a:lnTo>
                    <a:pt x="518917" y="5723448"/>
                  </a:lnTo>
                  <a:lnTo>
                    <a:pt x="519010" y="5723448"/>
                  </a:lnTo>
                  <a:lnTo>
                    <a:pt x="519104" y="5723448"/>
                  </a:lnTo>
                  <a:lnTo>
                    <a:pt x="519383" y="5723448"/>
                  </a:lnTo>
                  <a:lnTo>
                    <a:pt x="519570" y="5723448"/>
                  </a:lnTo>
                  <a:lnTo>
                    <a:pt x="519943" y="5723448"/>
                  </a:lnTo>
                  <a:lnTo>
                    <a:pt x="520223" y="5723448"/>
                  </a:lnTo>
                  <a:lnTo>
                    <a:pt x="520316" y="5723448"/>
                  </a:lnTo>
                  <a:lnTo>
                    <a:pt x="520595" y="5723448"/>
                  </a:lnTo>
                  <a:lnTo>
                    <a:pt x="520595" y="5713494"/>
                  </a:lnTo>
                  <a:lnTo>
                    <a:pt x="520689" y="5713494"/>
                  </a:lnTo>
                  <a:lnTo>
                    <a:pt x="520875" y="5713494"/>
                  </a:lnTo>
                  <a:lnTo>
                    <a:pt x="520968" y="5713494"/>
                  </a:lnTo>
                  <a:lnTo>
                    <a:pt x="521062" y="5713494"/>
                  </a:lnTo>
                  <a:lnTo>
                    <a:pt x="521155" y="5713494"/>
                  </a:lnTo>
                  <a:lnTo>
                    <a:pt x="521248" y="5713494"/>
                  </a:lnTo>
                  <a:lnTo>
                    <a:pt x="521714" y="5713494"/>
                  </a:lnTo>
                  <a:lnTo>
                    <a:pt x="521808" y="5713494"/>
                  </a:lnTo>
                  <a:lnTo>
                    <a:pt x="522181" y="5713494"/>
                  </a:lnTo>
                  <a:lnTo>
                    <a:pt x="522274" y="5713494"/>
                  </a:lnTo>
                  <a:lnTo>
                    <a:pt x="522740" y="5713494"/>
                  </a:lnTo>
                  <a:lnTo>
                    <a:pt x="522833" y="5713494"/>
                  </a:lnTo>
                  <a:lnTo>
                    <a:pt x="522927" y="5713494"/>
                  </a:lnTo>
                  <a:lnTo>
                    <a:pt x="523113" y="5713494"/>
                  </a:lnTo>
                  <a:lnTo>
                    <a:pt x="523206" y="5713494"/>
                  </a:lnTo>
                  <a:lnTo>
                    <a:pt x="523486" y="5713494"/>
                  </a:lnTo>
                  <a:lnTo>
                    <a:pt x="523952" y="5713494"/>
                  </a:lnTo>
                  <a:lnTo>
                    <a:pt x="524139" y="5713494"/>
                  </a:lnTo>
                  <a:lnTo>
                    <a:pt x="524419" y="5713494"/>
                  </a:lnTo>
                  <a:lnTo>
                    <a:pt x="524512" y="5713494"/>
                  </a:lnTo>
                  <a:lnTo>
                    <a:pt x="525165" y="5713494"/>
                  </a:lnTo>
                  <a:lnTo>
                    <a:pt x="525258" y="5713494"/>
                  </a:lnTo>
                  <a:lnTo>
                    <a:pt x="525444" y="5713494"/>
                  </a:lnTo>
                  <a:lnTo>
                    <a:pt x="526004" y="5713494"/>
                  </a:lnTo>
                  <a:lnTo>
                    <a:pt x="526190" y="5713494"/>
                  </a:lnTo>
                  <a:lnTo>
                    <a:pt x="526284" y="5713494"/>
                  </a:lnTo>
                  <a:lnTo>
                    <a:pt x="526470" y="5713494"/>
                  </a:lnTo>
                  <a:lnTo>
                    <a:pt x="526657" y="5713494"/>
                  </a:lnTo>
                  <a:lnTo>
                    <a:pt x="526750" y="5713494"/>
                  </a:lnTo>
                  <a:lnTo>
                    <a:pt x="526843" y="5713494"/>
                  </a:lnTo>
                  <a:lnTo>
                    <a:pt x="526936" y="5713494"/>
                  </a:lnTo>
                  <a:lnTo>
                    <a:pt x="527030" y="5713494"/>
                  </a:lnTo>
                  <a:lnTo>
                    <a:pt x="527123" y="5713494"/>
                  </a:lnTo>
                  <a:lnTo>
                    <a:pt x="527309" y="5713494"/>
                  </a:lnTo>
                  <a:lnTo>
                    <a:pt x="527496" y="5713494"/>
                  </a:lnTo>
                  <a:lnTo>
                    <a:pt x="527775" y="5713494"/>
                  </a:lnTo>
                  <a:lnTo>
                    <a:pt x="527869" y="5713494"/>
                  </a:lnTo>
                  <a:lnTo>
                    <a:pt x="528148" y="5713494"/>
                  </a:lnTo>
                  <a:lnTo>
                    <a:pt x="528242" y="5713494"/>
                  </a:lnTo>
                  <a:lnTo>
                    <a:pt x="528335" y="5713494"/>
                  </a:lnTo>
                  <a:lnTo>
                    <a:pt x="528615" y="5713494"/>
                  </a:lnTo>
                  <a:lnTo>
                    <a:pt x="529174" y="5713494"/>
                  </a:lnTo>
                  <a:lnTo>
                    <a:pt x="529267" y="5713494"/>
                  </a:lnTo>
                  <a:lnTo>
                    <a:pt x="529361" y="5713494"/>
                  </a:lnTo>
                  <a:lnTo>
                    <a:pt x="529640" y="5713494"/>
                  </a:lnTo>
                  <a:lnTo>
                    <a:pt x="530107" y="5713494"/>
                  </a:lnTo>
                  <a:lnTo>
                    <a:pt x="530293" y="5713494"/>
                  </a:lnTo>
                  <a:lnTo>
                    <a:pt x="530386" y="5703540"/>
                  </a:lnTo>
                  <a:lnTo>
                    <a:pt x="530573" y="5703540"/>
                  </a:lnTo>
                  <a:lnTo>
                    <a:pt x="530759" y="5703540"/>
                  </a:lnTo>
                  <a:lnTo>
                    <a:pt x="531132" y="5703540"/>
                  </a:lnTo>
                  <a:lnTo>
                    <a:pt x="531226" y="5703540"/>
                  </a:lnTo>
                  <a:lnTo>
                    <a:pt x="531599" y="5703540"/>
                  </a:lnTo>
                  <a:lnTo>
                    <a:pt x="531972" y="5703540"/>
                  </a:lnTo>
                  <a:lnTo>
                    <a:pt x="532251" y="5703540"/>
                  </a:lnTo>
                  <a:lnTo>
                    <a:pt x="532345" y="5703540"/>
                  </a:lnTo>
                  <a:lnTo>
                    <a:pt x="532531" y="5703540"/>
                  </a:lnTo>
                  <a:lnTo>
                    <a:pt x="532718" y="5703540"/>
                  </a:lnTo>
                  <a:lnTo>
                    <a:pt x="532904" y="5703540"/>
                  </a:lnTo>
                  <a:lnTo>
                    <a:pt x="532997" y="5703540"/>
                  </a:lnTo>
                  <a:lnTo>
                    <a:pt x="533277" y="5703540"/>
                  </a:lnTo>
                  <a:lnTo>
                    <a:pt x="533464" y="5703540"/>
                  </a:lnTo>
                  <a:lnTo>
                    <a:pt x="533557" y="5703540"/>
                  </a:lnTo>
                  <a:lnTo>
                    <a:pt x="533650" y="5703540"/>
                  </a:lnTo>
                  <a:lnTo>
                    <a:pt x="533743" y="5703540"/>
                  </a:lnTo>
                  <a:lnTo>
                    <a:pt x="533837" y="5703540"/>
                  </a:lnTo>
                  <a:lnTo>
                    <a:pt x="534116" y="5703540"/>
                  </a:lnTo>
                  <a:lnTo>
                    <a:pt x="534396" y="5693586"/>
                  </a:lnTo>
                  <a:lnTo>
                    <a:pt x="534489" y="5693586"/>
                  </a:lnTo>
                  <a:lnTo>
                    <a:pt x="534862" y="5693586"/>
                  </a:lnTo>
                  <a:lnTo>
                    <a:pt x="535049" y="5693586"/>
                  </a:lnTo>
                  <a:lnTo>
                    <a:pt x="535608" y="5693586"/>
                  </a:lnTo>
                  <a:lnTo>
                    <a:pt x="535701" y="5693586"/>
                  </a:lnTo>
                  <a:lnTo>
                    <a:pt x="535795" y="5693586"/>
                  </a:lnTo>
                  <a:lnTo>
                    <a:pt x="536074" y="5693586"/>
                  </a:lnTo>
                  <a:lnTo>
                    <a:pt x="536168" y="5693586"/>
                  </a:lnTo>
                  <a:lnTo>
                    <a:pt x="536447" y="5693586"/>
                  </a:lnTo>
                  <a:lnTo>
                    <a:pt x="536634" y="5693586"/>
                  </a:lnTo>
                  <a:lnTo>
                    <a:pt x="536914" y="5693586"/>
                  </a:lnTo>
                  <a:lnTo>
                    <a:pt x="537193" y="5693586"/>
                  </a:lnTo>
                  <a:lnTo>
                    <a:pt x="537566" y="5693586"/>
                  </a:lnTo>
                  <a:lnTo>
                    <a:pt x="537660" y="5693586"/>
                  </a:lnTo>
                  <a:lnTo>
                    <a:pt x="537753" y="5693586"/>
                  </a:lnTo>
                  <a:lnTo>
                    <a:pt x="538033" y="5693586"/>
                  </a:lnTo>
                  <a:lnTo>
                    <a:pt x="538126" y="5693586"/>
                  </a:lnTo>
                  <a:lnTo>
                    <a:pt x="538406" y="5693586"/>
                  </a:lnTo>
                  <a:lnTo>
                    <a:pt x="538499" y="5693586"/>
                  </a:lnTo>
                  <a:lnTo>
                    <a:pt x="538592" y="5693586"/>
                  </a:lnTo>
                  <a:lnTo>
                    <a:pt x="538965" y="5693586"/>
                  </a:lnTo>
                  <a:lnTo>
                    <a:pt x="539058" y="5693586"/>
                  </a:lnTo>
                  <a:lnTo>
                    <a:pt x="539152" y="5693586"/>
                  </a:lnTo>
                  <a:lnTo>
                    <a:pt x="539245" y="5693586"/>
                  </a:lnTo>
                  <a:lnTo>
                    <a:pt x="539338" y="5693586"/>
                  </a:lnTo>
                  <a:lnTo>
                    <a:pt x="539525" y="5693586"/>
                  </a:lnTo>
                  <a:lnTo>
                    <a:pt x="539618" y="5693586"/>
                  </a:lnTo>
                  <a:lnTo>
                    <a:pt x="539898" y="5693586"/>
                  </a:lnTo>
                  <a:lnTo>
                    <a:pt x="540084" y="5693586"/>
                  </a:lnTo>
                  <a:lnTo>
                    <a:pt x="540364" y="5693586"/>
                  </a:lnTo>
                  <a:lnTo>
                    <a:pt x="540550" y="5683632"/>
                  </a:lnTo>
                  <a:lnTo>
                    <a:pt x="540737" y="5683632"/>
                  </a:lnTo>
                  <a:lnTo>
                    <a:pt x="540830" y="5683632"/>
                  </a:lnTo>
                  <a:lnTo>
                    <a:pt x="540923" y="5683632"/>
                  </a:lnTo>
                  <a:lnTo>
                    <a:pt x="541017" y="5683632"/>
                  </a:lnTo>
                  <a:lnTo>
                    <a:pt x="541110" y="5683632"/>
                  </a:lnTo>
                  <a:lnTo>
                    <a:pt x="541576" y="5683632"/>
                  </a:lnTo>
                  <a:lnTo>
                    <a:pt x="541856" y="5683632"/>
                  </a:lnTo>
                  <a:lnTo>
                    <a:pt x="542042" y="5683632"/>
                  </a:lnTo>
                  <a:lnTo>
                    <a:pt x="542229" y="5683632"/>
                  </a:lnTo>
                  <a:lnTo>
                    <a:pt x="542415" y="5683632"/>
                  </a:lnTo>
                  <a:lnTo>
                    <a:pt x="542602" y="5683632"/>
                  </a:lnTo>
                  <a:lnTo>
                    <a:pt x="542695" y="5683632"/>
                  </a:lnTo>
                  <a:lnTo>
                    <a:pt x="542788" y="5683632"/>
                  </a:lnTo>
                  <a:lnTo>
                    <a:pt x="542881" y="5683632"/>
                  </a:lnTo>
                  <a:lnTo>
                    <a:pt x="542975" y="5683632"/>
                  </a:lnTo>
                  <a:lnTo>
                    <a:pt x="543161" y="5683632"/>
                  </a:lnTo>
                  <a:lnTo>
                    <a:pt x="543254" y="5683632"/>
                  </a:lnTo>
                  <a:lnTo>
                    <a:pt x="543441" y="5683632"/>
                  </a:lnTo>
                  <a:lnTo>
                    <a:pt x="543721" y="5683632"/>
                  </a:lnTo>
                  <a:lnTo>
                    <a:pt x="543814" y="5683632"/>
                  </a:lnTo>
                  <a:lnTo>
                    <a:pt x="544560" y="5683632"/>
                  </a:lnTo>
                  <a:lnTo>
                    <a:pt x="544933" y="5683632"/>
                  </a:lnTo>
                  <a:lnTo>
                    <a:pt x="545213" y="5683632"/>
                  </a:lnTo>
                  <a:lnTo>
                    <a:pt x="545399" y="5683632"/>
                  </a:lnTo>
                  <a:lnTo>
                    <a:pt x="545586" y="5683632"/>
                  </a:lnTo>
                  <a:lnTo>
                    <a:pt x="545865" y="5683632"/>
                  </a:lnTo>
                  <a:lnTo>
                    <a:pt x="545959" y="5683632"/>
                  </a:lnTo>
                  <a:lnTo>
                    <a:pt x="546052" y="5683632"/>
                  </a:lnTo>
                  <a:lnTo>
                    <a:pt x="546145" y="5683632"/>
                  </a:lnTo>
                  <a:lnTo>
                    <a:pt x="546332" y="5683632"/>
                  </a:lnTo>
                  <a:lnTo>
                    <a:pt x="546425" y="5683632"/>
                  </a:lnTo>
                  <a:lnTo>
                    <a:pt x="546705" y="5683632"/>
                  </a:lnTo>
                  <a:lnTo>
                    <a:pt x="546891" y="5683632"/>
                  </a:lnTo>
                  <a:lnTo>
                    <a:pt x="547078" y="5683632"/>
                  </a:lnTo>
                  <a:lnTo>
                    <a:pt x="547264" y="5683632"/>
                  </a:lnTo>
                  <a:lnTo>
                    <a:pt x="547451" y="5683632"/>
                  </a:lnTo>
                  <a:lnTo>
                    <a:pt x="547544" y="5683632"/>
                  </a:lnTo>
                  <a:lnTo>
                    <a:pt x="547637" y="5683632"/>
                  </a:lnTo>
                  <a:lnTo>
                    <a:pt x="548010" y="5683632"/>
                  </a:lnTo>
                  <a:lnTo>
                    <a:pt x="548103" y="5683632"/>
                  </a:lnTo>
                  <a:lnTo>
                    <a:pt x="548290" y="5683632"/>
                  </a:lnTo>
                  <a:lnTo>
                    <a:pt x="548383" y="5683632"/>
                  </a:lnTo>
                  <a:lnTo>
                    <a:pt x="548569" y="5683632"/>
                  </a:lnTo>
                  <a:lnTo>
                    <a:pt x="548663" y="5683632"/>
                  </a:lnTo>
                  <a:lnTo>
                    <a:pt x="548756" y="5683632"/>
                  </a:lnTo>
                  <a:lnTo>
                    <a:pt x="548849" y="5683632"/>
                  </a:lnTo>
                  <a:lnTo>
                    <a:pt x="549129" y="5683632"/>
                  </a:lnTo>
                  <a:lnTo>
                    <a:pt x="549315" y="5683632"/>
                  </a:lnTo>
                  <a:lnTo>
                    <a:pt x="549409" y="5683632"/>
                  </a:lnTo>
                  <a:lnTo>
                    <a:pt x="549502" y="5683632"/>
                  </a:lnTo>
                  <a:lnTo>
                    <a:pt x="549595" y="5683632"/>
                  </a:lnTo>
                  <a:lnTo>
                    <a:pt x="549688" y="5683632"/>
                  </a:lnTo>
                  <a:lnTo>
                    <a:pt x="549782" y="5683632"/>
                  </a:lnTo>
                  <a:lnTo>
                    <a:pt x="550155" y="5683632"/>
                  </a:lnTo>
                  <a:lnTo>
                    <a:pt x="550341" y="5683632"/>
                  </a:lnTo>
                  <a:lnTo>
                    <a:pt x="550434" y="5683632"/>
                  </a:lnTo>
                  <a:lnTo>
                    <a:pt x="550621" y="5683632"/>
                  </a:lnTo>
                  <a:lnTo>
                    <a:pt x="550714" y="5683632"/>
                  </a:lnTo>
                  <a:lnTo>
                    <a:pt x="550807" y="5683632"/>
                  </a:lnTo>
                  <a:lnTo>
                    <a:pt x="550994" y="5683632"/>
                  </a:lnTo>
                  <a:lnTo>
                    <a:pt x="551274" y="5683632"/>
                  </a:lnTo>
                  <a:lnTo>
                    <a:pt x="551553" y="5683632"/>
                  </a:lnTo>
                  <a:lnTo>
                    <a:pt x="551740" y="5683632"/>
                  </a:lnTo>
                  <a:lnTo>
                    <a:pt x="552206" y="5683632"/>
                  </a:lnTo>
                  <a:lnTo>
                    <a:pt x="552393" y="5683632"/>
                  </a:lnTo>
                  <a:lnTo>
                    <a:pt x="552579" y="5683632"/>
                  </a:lnTo>
                  <a:lnTo>
                    <a:pt x="552859" y="5683632"/>
                  </a:lnTo>
                  <a:lnTo>
                    <a:pt x="553232" y="5683632"/>
                  </a:lnTo>
                  <a:lnTo>
                    <a:pt x="553605" y="5683632"/>
                  </a:lnTo>
                  <a:lnTo>
                    <a:pt x="553791" y="5683632"/>
                  </a:lnTo>
                  <a:lnTo>
                    <a:pt x="553978" y="5683632"/>
                  </a:lnTo>
                  <a:lnTo>
                    <a:pt x="554164" y="5683632"/>
                  </a:lnTo>
                  <a:lnTo>
                    <a:pt x="554258" y="5683632"/>
                  </a:lnTo>
                  <a:lnTo>
                    <a:pt x="554537" y="5683632"/>
                  </a:lnTo>
                  <a:lnTo>
                    <a:pt x="554910" y="5683632"/>
                  </a:lnTo>
                  <a:lnTo>
                    <a:pt x="555004" y="5683632"/>
                  </a:lnTo>
                  <a:lnTo>
                    <a:pt x="555097" y="5683632"/>
                  </a:lnTo>
                  <a:lnTo>
                    <a:pt x="555190" y="5683632"/>
                  </a:lnTo>
                  <a:lnTo>
                    <a:pt x="555283" y="5683632"/>
                  </a:lnTo>
                  <a:lnTo>
                    <a:pt x="555470" y="5683632"/>
                  </a:lnTo>
                  <a:lnTo>
                    <a:pt x="555656" y="5683632"/>
                  </a:lnTo>
                  <a:lnTo>
                    <a:pt x="556029" y="5683632"/>
                  </a:lnTo>
                  <a:lnTo>
                    <a:pt x="556216" y="5683632"/>
                  </a:lnTo>
                  <a:lnTo>
                    <a:pt x="556589" y="5683632"/>
                  </a:lnTo>
                  <a:lnTo>
                    <a:pt x="556682" y="5683632"/>
                  </a:lnTo>
                  <a:lnTo>
                    <a:pt x="556868" y="5683632"/>
                  </a:lnTo>
                  <a:lnTo>
                    <a:pt x="556962" y="5683632"/>
                  </a:lnTo>
                  <a:lnTo>
                    <a:pt x="557148" y="5683632"/>
                  </a:lnTo>
                  <a:lnTo>
                    <a:pt x="557335" y="5683632"/>
                  </a:lnTo>
                  <a:lnTo>
                    <a:pt x="557614" y="5683632"/>
                  </a:lnTo>
                  <a:lnTo>
                    <a:pt x="557801" y="5683632"/>
                  </a:lnTo>
                  <a:lnTo>
                    <a:pt x="558081" y="5683632"/>
                  </a:lnTo>
                  <a:lnTo>
                    <a:pt x="558174" y="5683632"/>
                  </a:lnTo>
                  <a:lnTo>
                    <a:pt x="558267" y="5683632"/>
                  </a:lnTo>
                  <a:lnTo>
                    <a:pt x="558547" y="5683632"/>
                  </a:lnTo>
                  <a:lnTo>
                    <a:pt x="558640" y="5683632"/>
                  </a:lnTo>
                  <a:lnTo>
                    <a:pt x="558920" y="5683632"/>
                  </a:lnTo>
                  <a:lnTo>
                    <a:pt x="559013" y="5683632"/>
                  </a:lnTo>
                  <a:lnTo>
                    <a:pt x="559106" y="5683632"/>
                  </a:lnTo>
                  <a:lnTo>
                    <a:pt x="559200" y="5683632"/>
                  </a:lnTo>
                  <a:lnTo>
                    <a:pt x="559386" y="5683632"/>
                  </a:lnTo>
                  <a:lnTo>
                    <a:pt x="559573" y="5683632"/>
                  </a:lnTo>
                  <a:lnTo>
                    <a:pt x="559759" y="5683632"/>
                  </a:lnTo>
                  <a:lnTo>
                    <a:pt x="559946" y="5683632"/>
                  </a:lnTo>
                  <a:lnTo>
                    <a:pt x="560039" y="5683632"/>
                  </a:lnTo>
                  <a:lnTo>
                    <a:pt x="560225" y="5683632"/>
                  </a:lnTo>
                  <a:lnTo>
                    <a:pt x="560412" y="5683632"/>
                  </a:lnTo>
                  <a:lnTo>
                    <a:pt x="560692" y="5683632"/>
                  </a:lnTo>
                  <a:lnTo>
                    <a:pt x="560971" y="5683632"/>
                  </a:lnTo>
                  <a:lnTo>
                    <a:pt x="561065" y="5683632"/>
                  </a:lnTo>
                  <a:lnTo>
                    <a:pt x="561624" y="5683632"/>
                  </a:lnTo>
                  <a:lnTo>
                    <a:pt x="561904" y="5683632"/>
                  </a:lnTo>
                  <a:lnTo>
                    <a:pt x="562463" y="5683632"/>
                  </a:lnTo>
                  <a:lnTo>
                    <a:pt x="562650" y="5683632"/>
                  </a:lnTo>
                  <a:lnTo>
                    <a:pt x="562929" y="5683632"/>
                  </a:lnTo>
                  <a:lnTo>
                    <a:pt x="563023" y="5683632"/>
                  </a:lnTo>
                  <a:lnTo>
                    <a:pt x="563116" y="5683632"/>
                  </a:lnTo>
                  <a:lnTo>
                    <a:pt x="563396" y="5683632"/>
                  </a:lnTo>
                  <a:lnTo>
                    <a:pt x="564048" y="5683632"/>
                  </a:lnTo>
                  <a:lnTo>
                    <a:pt x="564142" y="5683632"/>
                  </a:lnTo>
                  <a:lnTo>
                    <a:pt x="564421" y="5683632"/>
                  </a:lnTo>
                  <a:lnTo>
                    <a:pt x="564794" y="5683632"/>
                  </a:lnTo>
                  <a:lnTo>
                    <a:pt x="565167" y="5683632"/>
                  </a:lnTo>
                  <a:lnTo>
                    <a:pt x="565261" y="5683632"/>
                  </a:lnTo>
                  <a:lnTo>
                    <a:pt x="565447" y="5683632"/>
                  </a:lnTo>
                  <a:lnTo>
                    <a:pt x="565540" y="5683632"/>
                  </a:lnTo>
                  <a:lnTo>
                    <a:pt x="565727" y="5683632"/>
                  </a:lnTo>
                  <a:lnTo>
                    <a:pt x="566193" y="5683632"/>
                  </a:lnTo>
                  <a:lnTo>
                    <a:pt x="566286" y="5683632"/>
                  </a:lnTo>
                  <a:lnTo>
                    <a:pt x="566380" y="5683632"/>
                  </a:lnTo>
                  <a:lnTo>
                    <a:pt x="566473" y="5683632"/>
                  </a:lnTo>
                  <a:lnTo>
                    <a:pt x="566753" y="5683632"/>
                  </a:lnTo>
                  <a:lnTo>
                    <a:pt x="566846" y="5683632"/>
                  </a:lnTo>
                  <a:lnTo>
                    <a:pt x="567965" y="5683632"/>
                  </a:lnTo>
                  <a:lnTo>
                    <a:pt x="568058" y="5683632"/>
                  </a:lnTo>
                  <a:lnTo>
                    <a:pt x="568151" y="5683632"/>
                  </a:lnTo>
                  <a:lnTo>
                    <a:pt x="568338" y="5683632"/>
                  </a:lnTo>
                  <a:lnTo>
                    <a:pt x="568431" y="5683632"/>
                  </a:lnTo>
                  <a:lnTo>
                    <a:pt x="568524" y="5683632"/>
                  </a:lnTo>
                  <a:lnTo>
                    <a:pt x="568618" y="5683632"/>
                  </a:lnTo>
                  <a:lnTo>
                    <a:pt x="568711" y="5683632"/>
                  </a:lnTo>
                  <a:lnTo>
                    <a:pt x="568804" y="5683632"/>
                  </a:lnTo>
                  <a:lnTo>
                    <a:pt x="568897" y="5683632"/>
                  </a:lnTo>
                  <a:lnTo>
                    <a:pt x="568990" y="5683632"/>
                  </a:lnTo>
                  <a:lnTo>
                    <a:pt x="569270" y="5683632"/>
                  </a:lnTo>
                  <a:lnTo>
                    <a:pt x="569363" y="5683632"/>
                  </a:lnTo>
                  <a:lnTo>
                    <a:pt x="569457" y="5683632"/>
                  </a:lnTo>
                  <a:lnTo>
                    <a:pt x="569830" y="5683632"/>
                  </a:lnTo>
                  <a:lnTo>
                    <a:pt x="570016" y="5683632"/>
                  </a:lnTo>
                  <a:lnTo>
                    <a:pt x="570016" y="5673678"/>
                  </a:lnTo>
                  <a:lnTo>
                    <a:pt x="570203" y="5673678"/>
                  </a:lnTo>
                  <a:lnTo>
                    <a:pt x="570482" y="5673678"/>
                  </a:lnTo>
                  <a:lnTo>
                    <a:pt x="570576" y="5673678"/>
                  </a:lnTo>
                  <a:lnTo>
                    <a:pt x="571042" y="5673678"/>
                  </a:lnTo>
                  <a:lnTo>
                    <a:pt x="571228" y="5673678"/>
                  </a:lnTo>
                  <a:lnTo>
                    <a:pt x="571322" y="5673678"/>
                  </a:lnTo>
                  <a:lnTo>
                    <a:pt x="571881" y="5673678"/>
                  </a:lnTo>
                  <a:lnTo>
                    <a:pt x="572068" y="5673678"/>
                  </a:lnTo>
                  <a:lnTo>
                    <a:pt x="572161" y="5673678"/>
                  </a:lnTo>
                  <a:lnTo>
                    <a:pt x="572347" y="5673678"/>
                  </a:lnTo>
                  <a:lnTo>
                    <a:pt x="572534" y="5673678"/>
                  </a:lnTo>
                  <a:lnTo>
                    <a:pt x="572720" y="5673678"/>
                  </a:lnTo>
                  <a:lnTo>
                    <a:pt x="572814" y="5673678"/>
                  </a:lnTo>
                  <a:lnTo>
                    <a:pt x="573000" y="5673678"/>
                  </a:lnTo>
                  <a:lnTo>
                    <a:pt x="573093" y="5663725"/>
                  </a:lnTo>
                  <a:lnTo>
                    <a:pt x="573373" y="5663725"/>
                  </a:lnTo>
                  <a:lnTo>
                    <a:pt x="573466" y="5663725"/>
                  </a:lnTo>
                  <a:lnTo>
                    <a:pt x="573466" y="5653771"/>
                  </a:lnTo>
                  <a:lnTo>
                    <a:pt x="573560" y="5653771"/>
                  </a:lnTo>
                  <a:lnTo>
                    <a:pt x="573653" y="5653771"/>
                  </a:lnTo>
                  <a:lnTo>
                    <a:pt x="573933" y="5653771"/>
                  </a:lnTo>
                  <a:lnTo>
                    <a:pt x="574119" y="5653771"/>
                  </a:lnTo>
                  <a:lnTo>
                    <a:pt x="574212" y="5653771"/>
                  </a:lnTo>
                  <a:lnTo>
                    <a:pt x="574306" y="5653771"/>
                  </a:lnTo>
                  <a:lnTo>
                    <a:pt x="574585" y="5653771"/>
                  </a:lnTo>
                  <a:lnTo>
                    <a:pt x="574679" y="5653771"/>
                  </a:lnTo>
                  <a:lnTo>
                    <a:pt x="575145" y="5653771"/>
                  </a:lnTo>
                  <a:lnTo>
                    <a:pt x="575238" y="5653771"/>
                  </a:lnTo>
                  <a:lnTo>
                    <a:pt x="575425" y="5653771"/>
                  </a:lnTo>
                  <a:lnTo>
                    <a:pt x="575611" y="5653771"/>
                  </a:lnTo>
                  <a:lnTo>
                    <a:pt x="575798" y="5653771"/>
                  </a:lnTo>
                  <a:lnTo>
                    <a:pt x="576170" y="5653771"/>
                  </a:lnTo>
                  <a:lnTo>
                    <a:pt x="576264" y="5653771"/>
                  </a:lnTo>
                  <a:lnTo>
                    <a:pt x="576357" y="5653771"/>
                  </a:lnTo>
                  <a:lnTo>
                    <a:pt x="576543" y="5653771"/>
                  </a:lnTo>
                  <a:lnTo>
                    <a:pt x="576916" y="5653771"/>
                  </a:lnTo>
                  <a:lnTo>
                    <a:pt x="577196" y="5653771"/>
                  </a:lnTo>
                  <a:lnTo>
                    <a:pt x="577569" y="5653771"/>
                  </a:lnTo>
                  <a:lnTo>
                    <a:pt x="577662" y="5653771"/>
                  </a:lnTo>
                  <a:lnTo>
                    <a:pt x="578035" y="5653771"/>
                  </a:lnTo>
                  <a:lnTo>
                    <a:pt x="578129" y="5653771"/>
                  </a:lnTo>
                  <a:lnTo>
                    <a:pt x="578502" y="5653771"/>
                  </a:lnTo>
                  <a:lnTo>
                    <a:pt x="578595" y="5653771"/>
                  </a:lnTo>
                  <a:lnTo>
                    <a:pt x="578688" y="5653771"/>
                  </a:lnTo>
                  <a:lnTo>
                    <a:pt x="578781" y="5653771"/>
                  </a:lnTo>
                  <a:lnTo>
                    <a:pt x="578968" y="5653771"/>
                  </a:lnTo>
                  <a:lnTo>
                    <a:pt x="579154" y="5653771"/>
                  </a:lnTo>
                  <a:lnTo>
                    <a:pt x="579154" y="5643817"/>
                  </a:lnTo>
                  <a:lnTo>
                    <a:pt x="579341" y="5643817"/>
                  </a:lnTo>
                  <a:lnTo>
                    <a:pt x="579434" y="5643817"/>
                  </a:lnTo>
                  <a:lnTo>
                    <a:pt x="579527" y="5643817"/>
                  </a:lnTo>
                  <a:lnTo>
                    <a:pt x="580087" y="5643817"/>
                  </a:lnTo>
                  <a:lnTo>
                    <a:pt x="580180" y="5643817"/>
                  </a:lnTo>
                  <a:lnTo>
                    <a:pt x="580740" y="5643817"/>
                  </a:lnTo>
                  <a:lnTo>
                    <a:pt x="581206" y="5633863"/>
                  </a:lnTo>
                  <a:lnTo>
                    <a:pt x="581299" y="5633863"/>
                  </a:lnTo>
                  <a:lnTo>
                    <a:pt x="581392" y="5633863"/>
                  </a:lnTo>
                  <a:lnTo>
                    <a:pt x="581579" y="5633863"/>
                  </a:lnTo>
                  <a:lnTo>
                    <a:pt x="581859" y="5623909"/>
                  </a:lnTo>
                  <a:lnTo>
                    <a:pt x="582045" y="5623909"/>
                  </a:lnTo>
                  <a:lnTo>
                    <a:pt x="582418" y="5623909"/>
                  </a:lnTo>
                  <a:lnTo>
                    <a:pt x="582511" y="5623909"/>
                  </a:lnTo>
                  <a:lnTo>
                    <a:pt x="582605" y="5623909"/>
                  </a:lnTo>
                  <a:lnTo>
                    <a:pt x="582698" y="5623909"/>
                  </a:lnTo>
                  <a:lnTo>
                    <a:pt x="582791" y="5623909"/>
                  </a:lnTo>
                  <a:lnTo>
                    <a:pt x="582884" y="5623909"/>
                  </a:lnTo>
                  <a:lnTo>
                    <a:pt x="582977" y="5623909"/>
                  </a:lnTo>
                  <a:lnTo>
                    <a:pt x="583071" y="5623909"/>
                  </a:lnTo>
                  <a:lnTo>
                    <a:pt x="583257" y="5623909"/>
                  </a:lnTo>
                  <a:lnTo>
                    <a:pt x="583630" y="5623909"/>
                  </a:lnTo>
                  <a:lnTo>
                    <a:pt x="583910" y="5623909"/>
                  </a:lnTo>
                  <a:lnTo>
                    <a:pt x="584190" y="5613955"/>
                  </a:lnTo>
                  <a:lnTo>
                    <a:pt x="584283" y="5604002"/>
                  </a:lnTo>
                  <a:lnTo>
                    <a:pt x="584563" y="5604002"/>
                  </a:lnTo>
                  <a:lnTo>
                    <a:pt x="584656" y="5604002"/>
                  </a:lnTo>
                  <a:lnTo>
                    <a:pt x="584749" y="5604002"/>
                  </a:lnTo>
                  <a:lnTo>
                    <a:pt x="584936" y="5604002"/>
                  </a:lnTo>
                  <a:lnTo>
                    <a:pt x="585029" y="5604002"/>
                  </a:lnTo>
                  <a:lnTo>
                    <a:pt x="585122" y="5604002"/>
                  </a:lnTo>
                  <a:lnTo>
                    <a:pt x="585215" y="5604002"/>
                  </a:lnTo>
                  <a:lnTo>
                    <a:pt x="585402" y="5604002"/>
                  </a:lnTo>
                  <a:lnTo>
                    <a:pt x="585495" y="5604002"/>
                  </a:lnTo>
                  <a:lnTo>
                    <a:pt x="586055" y="5604002"/>
                  </a:lnTo>
                  <a:lnTo>
                    <a:pt x="586428" y="5594048"/>
                  </a:lnTo>
                  <a:lnTo>
                    <a:pt x="586521" y="5594048"/>
                  </a:lnTo>
                  <a:lnTo>
                    <a:pt x="586614" y="5594048"/>
                  </a:lnTo>
                  <a:lnTo>
                    <a:pt x="586707" y="5594048"/>
                  </a:lnTo>
                  <a:lnTo>
                    <a:pt x="586894" y="5594048"/>
                  </a:lnTo>
                  <a:lnTo>
                    <a:pt x="586987" y="5594048"/>
                  </a:lnTo>
                  <a:lnTo>
                    <a:pt x="587267" y="5594048"/>
                  </a:lnTo>
                  <a:lnTo>
                    <a:pt x="587640" y="5594048"/>
                  </a:lnTo>
                  <a:lnTo>
                    <a:pt x="588013" y="5594048"/>
                  </a:lnTo>
                  <a:lnTo>
                    <a:pt x="588199" y="5594048"/>
                  </a:lnTo>
                  <a:lnTo>
                    <a:pt x="588386" y="5594048"/>
                  </a:lnTo>
                  <a:lnTo>
                    <a:pt x="588572" y="5594048"/>
                  </a:lnTo>
                  <a:lnTo>
                    <a:pt x="588759" y="5594048"/>
                  </a:lnTo>
                  <a:lnTo>
                    <a:pt x="588852" y="5594048"/>
                  </a:lnTo>
                  <a:lnTo>
                    <a:pt x="588945" y="5594048"/>
                  </a:lnTo>
                  <a:lnTo>
                    <a:pt x="589039" y="5594048"/>
                  </a:lnTo>
                  <a:lnTo>
                    <a:pt x="589598" y="5594048"/>
                  </a:lnTo>
                  <a:lnTo>
                    <a:pt x="589784" y="5594048"/>
                  </a:lnTo>
                  <a:lnTo>
                    <a:pt x="590157" y="5594048"/>
                  </a:lnTo>
                  <a:lnTo>
                    <a:pt x="590344" y="5594048"/>
                  </a:lnTo>
                  <a:lnTo>
                    <a:pt x="590530" y="5594048"/>
                  </a:lnTo>
                  <a:lnTo>
                    <a:pt x="590717" y="5594048"/>
                  </a:lnTo>
                  <a:lnTo>
                    <a:pt x="591090" y="5594048"/>
                  </a:lnTo>
                  <a:lnTo>
                    <a:pt x="591276" y="5594048"/>
                  </a:lnTo>
                  <a:lnTo>
                    <a:pt x="591370" y="5594048"/>
                  </a:lnTo>
                  <a:lnTo>
                    <a:pt x="591463" y="5594048"/>
                  </a:lnTo>
                  <a:lnTo>
                    <a:pt x="591556" y="5594048"/>
                  </a:lnTo>
                  <a:lnTo>
                    <a:pt x="591649" y="5594048"/>
                  </a:lnTo>
                  <a:lnTo>
                    <a:pt x="592209" y="5594048"/>
                  </a:lnTo>
                  <a:lnTo>
                    <a:pt x="592489" y="5594048"/>
                  </a:lnTo>
                  <a:lnTo>
                    <a:pt x="592768" y="5594048"/>
                  </a:lnTo>
                  <a:lnTo>
                    <a:pt x="593141" y="5594048"/>
                  </a:lnTo>
                  <a:lnTo>
                    <a:pt x="593235" y="5594048"/>
                  </a:lnTo>
                  <a:lnTo>
                    <a:pt x="593421" y="5594048"/>
                  </a:lnTo>
                  <a:lnTo>
                    <a:pt x="593608" y="5594048"/>
                  </a:lnTo>
                  <a:lnTo>
                    <a:pt x="594074" y="5594048"/>
                  </a:lnTo>
                  <a:lnTo>
                    <a:pt x="594354" y="5594048"/>
                  </a:lnTo>
                  <a:lnTo>
                    <a:pt x="594540" y="5594048"/>
                  </a:lnTo>
                  <a:lnTo>
                    <a:pt x="595006" y="5594048"/>
                  </a:lnTo>
                  <a:lnTo>
                    <a:pt x="595100" y="5594048"/>
                  </a:lnTo>
                  <a:lnTo>
                    <a:pt x="595193" y="5594048"/>
                  </a:lnTo>
                  <a:lnTo>
                    <a:pt x="595286" y="5594048"/>
                  </a:lnTo>
                  <a:lnTo>
                    <a:pt x="595379" y="5594048"/>
                  </a:lnTo>
                  <a:lnTo>
                    <a:pt x="595473" y="5594048"/>
                  </a:lnTo>
                  <a:lnTo>
                    <a:pt x="595846" y="5594048"/>
                  </a:lnTo>
                  <a:lnTo>
                    <a:pt x="595939" y="5594048"/>
                  </a:lnTo>
                  <a:lnTo>
                    <a:pt x="596032" y="5594048"/>
                  </a:lnTo>
                  <a:lnTo>
                    <a:pt x="596592" y="5594048"/>
                  </a:lnTo>
                  <a:lnTo>
                    <a:pt x="596964" y="5594048"/>
                  </a:lnTo>
                  <a:lnTo>
                    <a:pt x="597058" y="5594048"/>
                  </a:lnTo>
                  <a:lnTo>
                    <a:pt x="597244" y="5594048"/>
                  </a:lnTo>
                  <a:lnTo>
                    <a:pt x="597337" y="5594048"/>
                  </a:lnTo>
                  <a:lnTo>
                    <a:pt x="597431" y="5594048"/>
                  </a:lnTo>
                  <a:lnTo>
                    <a:pt x="597524" y="5594048"/>
                  </a:lnTo>
                  <a:lnTo>
                    <a:pt x="597617" y="5594048"/>
                  </a:lnTo>
                  <a:lnTo>
                    <a:pt x="597710" y="5594048"/>
                  </a:lnTo>
                  <a:lnTo>
                    <a:pt x="597897" y="5594048"/>
                  </a:lnTo>
                  <a:lnTo>
                    <a:pt x="597990" y="5584094"/>
                  </a:lnTo>
                  <a:lnTo>
                    <a:pt x="598083" y="5584094"/>
                  </a:lnTo>
                  <a:lnTo>
                    <a:pt x="598177" y="5584094"/>
                  </a:lnTo>
                  <a:lnTo>
                    <a:pt x="598270" y="5584094"/>
                  </a:lnTo>
                  <a:lnTo>
                    <a:pt x="598363" y="5584094"/>
                  </a:lnTo>
                  <a:lnTo>
                    <a:pt x="598456" y="5584094"/>
                  </a:lnTo>
                  <a:lnTo>
                    <a:pt x="598643" y="5584094"/>
                  </a:lnTo>
                  <a:lnTo>
                    <a:pt x="598736" y="5584094"/>
                  </a:lnTo>
                  <a:lnTo>
                    <a:pt x="599109" y="5584094"/>
                  </a:lnTo>
                  <a:lnTo>
                    <a:pt x="599389" y="5584094"/>
                  </a:lnTo>
                  <a:lnTo>
                    <a:pt x="599575" y="5584094"/>
                  </a:lnTo>
                  <a:lnTo>
                    <a:pt x="599669" y="5584094"/>
                  </a:lnTo>
                  <a:lnTo>
                    <a:pt x="599855" y="5584094"/>
                  </a:lnTo>
                  <a:lnTo>
                    <a:pt x="599948" y="5584094"/>
                  </a:lnTo>
                  <a:lnTo>
                    <a:pt x="600042" y="5584094"/>
                  </a:lnTo>
                  <a:lnTo>
                    <a:pt x="600135" y="5584094"/>
                  </a:lnTo>
                  <a:lnTo>
                    <a:pt x="600321" y="5584094"/>
                  </a:lnTo>
                  <a:lnTo>
                    <a:pt x="600415" y="5584094"/>
                  </a:lnTo>
                  <a:lnTo>
                    <a:pt x="600694" y="5584094"/>
                  </a:lnTo>
                  <a:lnTo>
                    <a:pt x="600788" y="5584094"/>
                  </a:lnTo>
                  <a:lnTo>
                    <a:pt x="600881" y="5584094"/>
                  </a:lnTo>
                  <a:lnTo>
                    <a:pt x="600974" y="5584094"/>
                  </a:lnTo>
                  <a:lnTo>
                    <a:pt x="601067" y="5584094"/>
                  </a:lnTo>
                  <a:lnTo>
                    <a:pt x="601440" y="5584094"/>
                  </a:lnTo>
                  <a:lnTo>
                    <a:pt x="601534" y="5584094"/>
                  </a:lnTo>
                  <a:lnTo>
                    <a:pt x="601907" y="5584094"/>
                  </a:lnTo>
                  <a:lnTo>
                    <a:pt x="602000" y="5584094"/>
                  </a:lnTo>
                  <a:lnTo>
                    <a:pt x="602093" y="5584094"/>
                  </a:lnTo>
                  <a:lnTo>
                    <a:pt x="602186" y="5584094"/>
                  </a:lnTo>
                  <a:lnTo>
                    <a:pt x="602653" y="5584094"/>
                  </a:lnTo>
                  <a:lnTo>
                    <a:pt x="602932" y="5584094"/>
                  </a:lnTo>
                  <a:lnTo>
                    <a:pt x="603026" y="5574140"/>
                  </a:lnTo>
                  <a:lnTo>
                    <a:pt x="603212" y="5574140"/>
                  </a:lnTo>
                  <a:lnTo>
                    <a:pt x="603305" y="5574140"/>
                  </a:lnTo>
                  <a:lnTo>
                    <a:pt x="603492" y="5574140"/>
                  </a:lnTo>
                  <a:lnTo>
                    <a:pt x="603865" y="5574140"/>
                  </a:lnTo>
                  <a:lnTo>
                    <a:pt x="604890" y="5574140"/>
                  </a:lnTo>
                  <a:lnTo>
                    <a:pt x="604984" y="5574140"/>
                  </a:lnTo>
                  <a:lnTo>
                    <a:pt x="605077" y="5574140"/>
                  </a:lnTo>
                  <a:lnTo>
                    <a:pt x="605450" y="5574140"/>
                  </a:lnTo>
                  <a:lnTo>
                    <a:pt x="605543" y="5574140"/>
                  </a:lnTo>
                  <a:lnTo>
                    <a:pt x="605730" y="5574140"/>
                  </a:lnTo>
                  <a:lnTo>
                    <a:pt x="605823" y="5574140"/>
                  </a:lnTo>
                  <a:lnTo>
                    <a:pt x="605916" y="5574140"/>
                  </a:lnTo>
                  <a:lnTo>
                    <a:pt x="606196" y="5574140"/>
                  </a:lnTo>
                  <a:lnTo>
                    <a:pt x="606942" y="5574140"/>
                  </a:lnTo>
                  <a:lnTo>
                    <a:pt x="607128" y="5574140"/>
                  </a:lnTo>
                  <a:lnTo>
                    <a:pt x="607408" y="5574140"/>
                  </a:lnTo>
                  <a:lnTo>
                    <a:pt x="607501" y="5574140"/>
                  </a:lnTo>
                  <a:lnTo>
                    <a:pt x="607688" y="5574140"/>
                  </a:lnTo>
                  <a:lnTo>
                    <a:pt x="608061" y="5574140"/>
                  </a:lnTo>
                  <a:lnTo>
                    <a:pt x="608434" y="5564186"/>
                  </a:lnTo>
                  <a:lnTo>
                    <a:pt x="608714" y="5564186"/>
                  </a:lnTo>
                  <a:lnTo>
                    <a:pt x="608993" y="5564186"/>
                  </a:lnTo>
                  <a:lnTo>
                    <a:pt x="609087" y="5564186"/>
                  </a:lnTo>
                  <a:lnTo>
                    <a:pt x="609180" y="5564186"/>
                  </a:lnTo>
                  <a:lnTo>
                    <a:pt x="609273" y="5564186"/>
                  </a:lnTo>
                  <a:lnTo>
                    <a:pt x="609460" y="5564186"/>
                  </a:lnTo>
                  <a:lnTo>
                    <a:pt x="609739" y="5564186"/>
                  </a:lnTo>
                  <a:lnTo>
                    <a:pt x="610112" y="5564186"/>
                  </a:lnTo>
                  <a:lnTo>
                    <a:pt x="610206" y="5564186"/>
                  </a:lnTo>
                  <a:lnTo>
                    <a:pt x="610485" y="5564186"/>
                  </a:lnTo>
                  <a:lnTo>
                    <a:pt x="610578" y="5564186"/>
                  </a:lnTo>
                  <a:lnTo>
                    <a:pt x="610765" y="5564186"/>
                  </a:lnTo>
                  <a:lnTo>
                    <a:pt x="610858" y="5564186"/>
                  </a:lnTo>
                  <a:lnTo>
                    <a:pt x="611045" y="5564186"/>
                  </a:lnTo>
                  <a:lnTo>
                    <a:pt x="611418" y="5564186"/>
                  </a:lnTo>
                  <a:lnTo>
                    <a:pt x="611697" y="5564186"/>
                  </a:lnTo>
                  <a:lnTo>
                    <a:pt x="611977" y="5564186"/>
                  </a:lnTo>
                  <a:lnTo>
                    <a:pt x="612350" y="5564186"/>
                  </a:lnTo>
                  <a:lnTo>
                    <a:pt x="612630" y="5564186"/>
                  </a:lnTo>
                  <a:lnTo>
                    <a:pt x="613003" y="5564186"/>
                  </a:lnTo>
                  <a:lnTo>
                    <a:pt x="613283" y="5564186"/>
                  </a:lnTo>
                  <a:lnTo>
                    <a:pt x="613376" y="5564186"/>
                  </a:lnTo>
                  <a:lnTo>
                    <a:pt x="613749" y="5564186"/>
                  </a:lnTo>
                  <a:lnTo>
                    <a:pt x="613842" y="5564186"/>
                  </a:lnTo>
                  <a:lnTo>
                    <a:pt x="613935" y="5564186"/>
                  </a:lnTo>
                  <a:lnTo>
                    <a:pt x="614029" y="5564186"/>
                  </a:lnTo>
                  <a:lnTo>
                    <a:pt x="614122" y="5564186"/>
                  </a:lnTo>
                  <a:lnTo>
                    <a:pt x="614308" y="5564186"/>
                  </a:lnTo>
                  <a:lnTo>
                    <a:pt x="614402" y="5564186"/>
                  </a:lnTo>
                  <a:lnTo>
                    <a:pt x="614588" y="5564186"/>
                  </a:lnTo>
                  <a:lnTo>
                    <a:pt x="614775" y="5564186"/>
                  </a:lnTo>
                  <a:lnTo>
                    <a:pt x="615054" y="5544279"/>
                  </a:lnTo>
                  <a:lnTo>
                    <a:pt x="615148" y="5544279"/>
                  </a:lnTo>
                  <a:lnTo>
                    <a:pt x="615334" y="5544279"/>
                  </a:lnTo>
                  <a:lnTo>
                    <a:pt x="615427" y="5544279"/>
                  </a:lnTo>
                  <a:lnTo>
                    <a:pt x="615521" y="5544279"/>
                  </a:lnTo>
                  <a:lnTo>
                    <a:pt x="615800" y="5544279"/>
                  </a:lnTo>
                  <a:lnTo>
                    <a:pt x="615894" y="5544279"/>
                  </a:lnTo>
                  <a:lnTo>
                    <a:pt x="616267" y="5544279"/>
                  </a:lnTo>
                  <a:lnTo>
                    <a:pt x="616360" y="5544279"/>
                  </a:lnTo>
                  <a:lnTo>
                    <a:pt x="616546" y="5544279"/>
                  </a:lnTo>
                  <a:lnTo>
                    <a:pt x="616919" y="5544279"/>
                  </a:lnTo>
                  <a:lnTo>
                    <a:pt x="617013" y="5544279"/>
                  </a:lnTo>
                  <a:lnTo>
                    <a:pt x="617199" y="5534325"/>
                  </a:lnTo>
                  <a:lnTo>
                    <a:pt x="617292" y="5534325"/>
                  </a:lnTo>
                  <a:lnTo>
                    <a:pt x="617479" y="5534325"/>
                  </a:lnTo>
                  <a:lnTo>
                    <a:pt x="617852" y="5534325"/>
                  </a:lnTo>
                  <a:lnTo>
                    <a:pt x="618038" y="5534325"/>
                  </a:lnTo>
                  <a:lnTo>
                    <a:pt x="618598" y="5534325"/>
                  </a:lnTo>
                  <a:lnTo>
                    <a:pt x="618691" y="5534325"/>
                  </a:lnTo>
                  <a:lnTo>
                    <a:pt x="618877" y="5534325"/>
                  </a:lnTo>
                  <a:lnTo>
                    <a:pt x="619623" y="5524371"/>
                  </a:lnTo>
                  <a:lnTo>
                    <a:pt x="619717" y="5524371"/>
                  </a:lnTo>
                  <a:lnTo>
                    <a:pt x="619996" y="5524371"/>
                  </a:lnTo>
                  <a:lnTo>
                    <a:pt x="620090" y="5524371"/>
                  </a:lnTo>
                  <a:lnTo>
                    <a:pt x="620183" y="5524371"/>
                  </a:lnTo>
                  <a:lnTo>
                    <a:pt x="620556" y="5524371"/>
                  </a:lnTo>
                  <a:lnTo>
                    <a:pt x="620929" y="5524371"/>
                  </a:lnTo>
                  <a:lnTo>
                    <a:pt x="621209" y="5524371"/>
                  </a:lnTo>
                  <a:lnTo>
                    <a:pt x="621302" y="5524371"/>
                  </a:lnTo>
                  <a:lnTo>
                    <a:pt x="622328" y="5524371"/>
                  </a:lnTo>
                  <a:lnTo>
                    <a:pt x="622421" y="5524371"/>
                  </a:lnTo>
                  <a:lnTo>
                    <a:pt x="622887" y="5524371"/>
                  </a:lnTo>
                  <a:lnTo>
                    <a:pt x="623167" y="5524371"/>
                  </a:lnTo>
                  <a:lnTo>
                    <a:pt x="623260" y="5524371"/>
                  </a:lnTo>
                  <a:lnTo>
                    <a:pt x="623353" y="5524371"/>
                  </a:lnTo>
                  <a:lnTo>
                    <a:pt x="623447" y="5524371"/>
                  </a:lnTo>
                  <a:lnTo>
                    <a:pt x="623820" y="5524371"/>
                  </a:lnTo>
                  <a:lnTo>
                    <a:pt x="624006" y="5524371"/>
                  </a:lnTo>
                  <a:lnTo>
                    <a:pt x="624193" y="5524371"/>
                  </a:lnTo>
                  <a:lnTo>
                    <a:pt x="624845" y="5524371"/>
                  </a:lnTo>
                  <a:lnTo>
                    <a:pt x="624938" y="5524371"/>
                  </a:lnTo>
                  <a:lnTo>
                    <a:pt x="625684" y="5524371"/>
                  </a:lnTo>
                  <a:lnTo>
                    <a:pt x="625964" y="5524371"/>
                  </a:lnTo>
                  <a:lnTo>
                    <a:pt x="626057" y="5524371"/>
                  </a:lnTo>
                  <a:lnTo>
                    <a:pt x="626430" y="5524371"/>
                  </a:lnTo>
                  <a:lnTo>
                    <a:pt x="626803" y="5524371"/>
                  </a:lnTo>
                  <a:lnTo>
                    <a:pt x="626897" y="5524371"/>
                  </a:lnTo>
                  <a:lnTo>
                    <a:pt x="626990" y="5524371"/>
                  </a:lnTo>
                  <a:lnTo>
                    <a:pt x="627083" y="5524371"/>
                  </a:lnTo>
                  <a:lnTo>
                    <a:pt x="627736" y="5524371"/>
                  </a:lnTo>
                  <a:lnTo>
                    <a:pt x="627829" y="5524371"/>
                  </a:lnTo>
                  <a:lnTo>
                    <a:pt x="627922" y="5524371"/>
                  </a:lnTo>
                  <a:lnTo>
                    <a:pt x="628109" y="5514417"/>
                  </a:lnTo>
                  <a:lnTo>
                    <a:pt x="628202" y="5514417"/>
                  </a:lnTo>
                  <a:lnTo>
                    <a:pt x="628482" y="5514417"/>
                  </a:lnTo>
                  <a:lnTo>
                    <a:pt x="628575" y="5514417"/>
                  </a:lnTo>
                  <a:lnTo>
                    <a:pt x="628762" y="5514417"/>
                  </a:lnTo>
                  <a:lnTo>
                    <a:pt x="629041" y="5514417"/>
                  </a:lnTo>
                  <a:lnTo>
                    <a:pt x="629321" y="5514417"/>
                  </a:lnTo>
                  <a:lnTo>
                    <a:pt x="629414" y="5514417"/>
                  </a:lnTo>
                  <a:lnTo>
                    <a:pt x="629601" y="5514417"/>
                  </a:lnTo>
                  <a:lnTo>
                    <a:pt x="630254" y="5484556"/>
                  </a:lnTo>
                  <a:lnTo>
                    <a:pt x="630347" y="5484556"/>
                  </a:lnTo>
                  <a:lnTo>
                    <a:pt x="630627" y="5484556"/>
                  </a:lnTo>
                  <a:lnTo>
                    <a:pt x="630720" y="5484556"/>
                  </a:lnTo>
                  <a:lnTo>
                    <a:pt x="631093" y="5484556"/>
                  </a:lnTo>
                  <a:lnTo>
                    <a:pt x="631466" y="5484556"/>
                  </a:lnTo>
                  <a:lnTo>
                    <a:pt x="631559" y="5484556"/>
                  </a:lnTo>
                  <a:lnTo>
                    <a:pt x="631652" y="5484556"/>
                  </a:lnTo>
                  <a:lnTo>
                    <a:pt x="631839" y="5484556"/>
                  </a:lnTo>
                  <a:lnTo>
                    <a:pt x="632118" y="5484556"/>
                  </a:lnTo>
                  <a:lnTo>
                    <a:pt x="632305" y="5484556"/>
                  </a:lnTo>
                  <a:lnTo>
                    <a:pt x="632491" y="5484556"/>
                  </a:lnTo>
                  <a:lnTo>
                    <a:pt x="632771" y="5484556"/>
                  </a:lnTo>
                  <a:lnTo>
                    <a:pt x="632864" y="5484556"/>
                  </a:lnTo>
                  <a:lnTo>
                    <a:pt x="633051" y="5484556"/>
                  </a:lnTo>
                  <a:lnTo>
                    <a:pt x="633144" y="5484556"/>
                  </a:lnTo>
                  <a:lnTo>
                    <a:pt x="633517" y="5484556"/>
                  </a:lnTo>
                  <a:lnTo>
                    <a:pt x="633704" y="5484556"/>
                  </a:lnTo>
                  <a:lnTo>
                    <a:pt x="634077" y="5484556"/>
                  </a:lnTo>
                  <a:lnTo>
                    <a:pt x="634170" y="5484556"/>
                  </a:lnTo>
                  <a:lnTo>
                    <a:pt x="634636" y="5484556"/>
                  </a:lnTo>
                  <a:lnTo>
                    <a:pt x="634916" y="5484556"/>
                  </a:lnTo>
                  <a:lnTo>
                    <a:pt x="635662" y="5484556"/>
                  </a:lnTo>
                  <a:lnTo>
                    <a:pt x="636035" y="5484556"/>
                  </a:lnTo>
                  <a:lnTo>
                    <a:pt x="636128" y="5484556"/>
                  </a:lnTo>
                  <a:lnTo>
                    <a:pt x="636315" y="5484556"/>
                  </a:lnTo>
                  <a:lnTo>
                    <a:pt x="636688" y="5484556"/>
                  </a:lnTo>
                  <a:lnTo>
                    <a:pt x="636967" y="5484556"/>
                  </a:lnTo>
                  <a:lnTo>
                    <a:pt x="637340" y="5484556"/>
                  </a:lnTo>
                  <a:lnTo>
                    <a:pt x="637713" y="5484556"/>
                  </a:lnTo>
                  <a:lnTo>
                    <a:pt x="637993" y="5484556"/>
                  </a:lnTo>
                  <a:lnTo>
                    <a:pt x="638459" y="5474602"/>
                  </a:lnTo>
                  <a:lnTo>
                    <a:pt x="638552" y="5474602"/>
                  </a:lnTo>
                  <a:lnTo>
                    <a:pt x="638646" y="5474602"/>
                  </a:lnTo>
                  <a:lnTo>
                    <a:pt x="638832" y="5474602"/>
                  </a:lnTo>
                  <a:lnTo>
                    <a:pt x="638925" y="5474602"/>
                  </a:lnTo>
                  <a:lnTo>
                    <a:pt x="639112" y="5474602"/>
                  </a:lnTo>
                  <a:lnTo>
                    <a:pt x="639205" y="5474602"/>
                  </a:lnTo>
                  <a:lnTo>
                    <a:pt x="639298" y="5474602"/>
                  </a:lnTo>
                  <a:lnTo>
                    <a:pt x="639951" y="5474602"/>
                  </a:lnTo>
                  <a:lnTo>
                    <a:pt x="640044" y="5474602"/>
                  </a:lnTo>
                  <a:lnTo>
                    <a:pt x="640324" y="5474602"/>
                  </a:lnTo>
                  <a:lnTo>
                    <a:pt x="640604" y="5464648"/>
                  </a:lnTo>
                  <a:lnTo>
                    <a:pt x="640884" y="5464648"/>
                  </a:lnTo>
                  <a:lnTo>
                    <a:pt x="641163" y="5464648"/>
                  </a:lnTo>
                  <a:lnTo>
                    <a:pt x="641443" y="5464648"/>
                  </a:lnTo>
                  <a:lnTo>
                    <a:pt x="641536" y="5464648"/>
                  </a:lnTo>
                  <a:lnTo>
                    <a:pt x="641723" y="5454694"/>
                  </a:lnTo>
                  <a:lnTo>
                    <a:pt x="642096" y="5454694"/>
                  </a:lnTo>
                  <a:lnTo>
                    <a:pt x="642189" y="5454694"/>
                  </a:lnTo>
                  <a:lnTo>
                    <a:pt x="642282" y="5454694"/>
                  </a:lnTo>
                  <a:lnTo>
                    <a:pt x="642562" y="5454694"/>
                  </a:lnTo>
                  <a:lnTo>
                    <a:pt x="643028" y="5454694"/>
                  </a:lnTo>
                  <a:lnTo>
                    <a:pt x="643215" y="5454694"/>
                  </a:lnTo>
                  <a:lnTo>
                    <a:pt x="643774" y="5454694"/>
                  </a:lnTo>
                  <a:lnTo>
                    <a:pt x="643868" y="5454694"/>
                  </a:lnTo>
                  <a:lnTo>
                    <a:pt x="644054" y="5454694"/>
                  </a:lnTo>
                  <a:lnTo>
                    <a:pt x="644241" y="5454694"/>
                  </a:lnTo>
                  <a:lnTo>
                    <a:pt x="644520" y="5454694"/>
                  </a:lnTo>
                  <a:lnTo>
                    <a:pt x="644707" y="5454694"/>
                  </a:lnTo>
                  <a:lnTo>
                    <a:pt x="644987" y="5454694"/>
                  </a:lnTo>
                  <a:lnTo>
                    <a:pt x="645080" y="5454694"/>
                  </a:lnTo>
                  <a:lnTo>
                    <a:pt x="645359" y="5454694"/>
                  </a:lnTo>
                  <a:lnTo>
                    <a:pt x="645639" y="5454694"/>
                  </a:lnTo>
                  <a:lnTo>
                    <a:pt x="645732" y="5454694"/>
                  </a:lnTo>
                  <a:lnTo>
                    <a:pt x="646012" y="5454694"/>
                  </a:lnTo>
                  <a:lnTo>
                    <a:pt x="646199" y="5454694"/>
                  </a:lnTo>
                  <a:lnTo>
                    <a:pt x="646292" y="5454694"/>
                  </a:lnTo>
                  <a:lnTo>
                    <a:pt x="646758" y="5454694"/>
                  </a:lnTo>
                  <a:lnTo>
                    <a:pt x="646851" y="5454694"/>
                  </a:lnTo>
                  <a:lnTo>
                    <a:pt x="647038" y="5454694"/>
                  </a:lnTo>
                  <a:lnTo>
                    <a:pt x="647318" y="5454694"/>
                  </a:lnTo>
                  <a:lnTo>
                    <a:pt x="647411" y="5454694"/>
                  </a:lnTo>
                  <a:lnTo>
                    <a:pt x="647691" y="5454694"/>
                  </a:lnTo>
                  <a:lnTo>
                    <a:pt x="647970" y="5454694"/>
                  </a:lnTo>
                  <a:lnTo>
                    <a:pt x="648064" y="5454694"/>
                  </a:lnTo>
                  <a:lnTo>
                    <a:pt x="648157" y="5454694"/>
                  </a:lnTo>
                  <a:lnTo>
                    <a:pt x="648530" y="5454694"/>
                  </a:lnTo>
                  <a:lnTo>
                    <a:pt x="648716" y="5454694"/>
                  </a:lnTo>
                  <a:lnTo>
                    <a:pt x="648810" y="5444740"/>
                  </a:lnTo>
                  <a:lnTo>
                    <a:pt x="649276" y="5444740"/>
                  </a:lnTo>
                  <a:lnTo>
                    <a:pt x="649462" y="5444740"/>
                  </a:lnTo>
                  <a:lnTo>
                    <a:pt x="649556" y="5444740"/>
                  </a:lnTo>
                  <a:lnTo>
                    <a:pt x="649742" y="5444740"/>
                  </a:lnTo>
                  <a:lnTo>
                    <a:pt x="649929" y="5444740"/>
                  </a:lnTo>
                  <a:lnTo>
                    <a:pt x="650208" y="5444740"/>
                  </a:lnTo>
                  <a:lnTo>
                    <a:pt x="650768" y="5444740"/>
                  </a:lnTo>
                  <a:lnTo>
                    <a:pt x="650861" y="5444740"/>
                  </a:lnTo>
                  <a:lnTo>
                    <a:pt x="650954" y="5444740"/>
                  </a:lnTo>
                  <a:lnTo>
                    <a:pt x="651141" y="5444740"/>
                  </a:lnTo>
                  <a:lnTo>
                    <a:pt x="651234" y="5444740"/>
                  </a:lnTo>
                  <a:lnTo>
                    <a:pt x="651887" y="5444740"/>
                  </a:lnTo>
                  <a:lnTo>
                    <a:pt x="652166" y="5444740"/>
                  </a:lnTo>
                  <a:lnTo>
                    <a:pt x="652726" y="5444740"/>
                  </a:lnTo>
                  <a:lnTo>
                    <a:pt x="653006" y="5444740"/>
                  </a:lnTo>
                  <a:lnTo>
                    <a:pt x="653192" y="5444740"/>
                  </a:lnTo>
                  <a:lnTo>
                    <a:pt x="653285" y="5444740"/>
                  </a:lnTo>
                  <a:lnTo>
                    <a:pt x="653472" y="5444740"/>
                  </a:lnTo>
                  <a:lnTo>
                    <a:pt x="653938" y="5444740"/>
                  </a:lnTo>
                  <a:lnTo>
                    <a:pt x="654031" y="5444740"/>
                  </a:lnTo>
                  <a:lnTo>
                    <a:pt x="654125" y="5444740"/>
                  </a:lnTo>
                  <a:lnTo>
                    <a:pt x="654684" y="5444740"/>
                  </a:lnTo>
                  <a:lnTo>
                    <a:pt x="655337" y="5444740"/>
                  </a:lnTo>
                  <a:lnTo>
                    <a:pt x="655430" y="5444740"/>
                  </a:lnTo>
                  <a:lnTo>
                    <a:pt x="655803" y="5444740"/>
                  </a:lnTo>
                  <a:lnTo>
                    <a:pt x="656269" y="5444740"/>
                  </a:lnTo>
                  <a:lnTo>
                    <a:pt x="656363" y="5444740"/>
                  </a:lnTo>
                  <a:lnTo>
                    <a:pt x="656829" y="5444740"/>
                  </a:lnTo>
                  <a:lnTo>
                    <a:pt x="657295" y="5444740"/>
                  </a:lnTo>
                  <a:lnTo>
                    <a:pt x="657482" y="5444740"/>
                  </a:lnTo>
                  <a:lnTo>
                    <a:pt x="657575" y="5444740"/>
                  </a:lnTo>
                  <a:lnTo>
                    <a:pt x="657668" y="5444740"/>
                  </a:lnTo>
                  <a:lnTo>
                    <a:pt x="657761" y="5444740"/>
                  </a:lnTo>
                  <a:lnTo>
                    <a:pt x="658134" y="5444740"/>
                  </a:lnTo>
                  <a:lnTo>
                    <a:pt x="658414" y="5434787"/>
                  </a:lnTo>
                  <a:lnTo>
                    <a:pt x="658507" y="5434787"/>
                  </a:lnTo>
                  <a:lnTo>
                    <a:pt x="658694" y="5434787"/>
                  </a:lnTo>
                  <a:lnTo>
                    <a:pt x="658880" y="5434787"/>
                  </a:lnTo>
                  <a:lnTo>
                    <a:pt x="658974" y="5434787"/>
                  </a:lnTo>
                  <a:lnTo>
                    <a:pt x="659067" y="5434787"/>
                  </a:lnTo>
                  <a:lnTo>
                    <a:pt x="659346" y="5434787"/>
                  </a:lnTo>
                  <a:lnTo>
                    <a:pt x="659719" y="5434787"/>
                  </a:lnTo>
                  <a:lnTo>
                    <a:pt x="659813" y="5434787"/>
                  </a:lnTo>
                  <a:lnTo>
                    <a:pt x="660092" y="5434787"/>
                  </a:lnTo>
                  <a:lnTo>
                    <a:pt x="660186" y="5434787"/>
                  </a:lnTo>
                  <a:lnTo>
                    <a:pt x="660279" y="5434787"/>
                  </a:lnTo>
                  <a:lnTo>
                    <a:pt x="660465" y="5434787"/>
                  </a:lnTo>
                  <a:lnTo>
                    <a:pt x="660559" y="5434787"/>
                  </a:lnTo>
                  <a:lnTo>
                    <a:pt x="660652" y="5434787"/>
                  </a:lnTo>
                  <a:lnTo>
                    <a:pt x="660745" y="5434787"/>
                  </a:lnTo>
                  <a:lnTo>
                    <a:pt x="660838" y="5434787"/>
                  </a:lnTo>
                  <a:lnTo>
                    <a:pt x="660932" y="5434787"/>
                  </a:lnTo>
                  <a:lnTo>
                    <a:pt x="661118" y="5434787"/>
                  </a:lnTo>
                  <a:lnTo>
                    <a:pt x="661211" y="5434787"/>
                  </a:lnTo>
                  <a:lnTo>
                    <a:pt x="661584" y="5434787"/>
                  </a:lnTo>
                  <a:lnTo>
                    <a:pt x="661771" y="5434787"/>
                  </a:lnTo>
                  <a:lnTo>
                    <a:pt x="661864" y="5434787"/>
                  </a:lnTo>
                  <a:lnTo>
                    <a:pt x="661957" y="5434787"/>
                  </a:lnTo>
                  <a:lnTo>
                    <a:pt x="662051" y="5434787"/>
                  </a:lnTo>
                  <a:lnTo>
                    <a:pt x="662330" y="5434787"/>
                  </a:lnTo>
                  <a:lnTo>
                    <a:pt x="662424" y="5434787"/>
                  </a:lnTo>
                  <a:lnTo>
                    <a:pt x="662517" y="5434787"/>
                  </a:lnTo>
                  <a:lnTo>
                    <a:pt x="662703" y="5434787"/>
                  </a:lnTo>
                  <a:lnTo>
                    <a:pt x="662890" y="5434787"/>
                  </a:lnTo>
                  <a:lnTo>
                    <a:pt x="662983" y="5434787"/>
                  </a:lnTo>
                  <a:lnTo>
                    <a:pt x="663076" y="5434787"/>
                  </a:lnTo>
                  <a:lnTo>
                    <a:pt x="663170" y="5434787"/>
                  </a:lnTo>
                  <a:lnTo>
                    <a:pt x="663263" y="5434787"/>
                  </a:lnTo>
                  <a:lnTo>
                    <a:pt x="663449" y="5434787"/>
                  </a:lnTo>
                  <a:lnTo>
                    <a:pt x="663636" y="5434787"/>
                  </a:lnTo>
                  <a:lnTo>
                    <a:pt x="663916" y="5434787"/>
                  </a:lnTo>
                  <a:lnTo>
                    <a:pt x="664102" y="5434787"/>
                  </a:lnTo>
                  <a:lnTo>
                    <a:pt x="664289" y="5434787"/>
                  </a:lnTo>
                  <a:lnTo>
                    <a:pt x="664475" y="5434787"/>
                  </a:lnTo>
                  <a:lnTo>
                    <a:pt x="664568" y="5434787"/>
                  </a:lnTo>
                  <a:lnTo>
                    <a:pt x="664755" y="5434787"/>
                  </a:lnTo>
                  <a:lnTo>
                    <a:pt x="664848" y="5434787"/>
                  </a:lnTo>
                  <a:lnTo>
                    <a:pt x="664941" y="5434787"/>
                  </a:lnTo>
                  <a:lnTo>
                    <a:pt x="665221" y="5434787"/>
                  </a:lnTo>
                  <a:lnTo>
                    <a:pt x="665408" y="5434787"/>
                  </a:lnTo>
                  <a:lnTo>
                    <a:pt x="665501" y="5434787"/>
                  </a:lnTo>
                  <a:lnTo>
                    <a:pt x="665594" y="5434787"/>
                  </a:lnTo>
                  <a:lnTo>
                    <a:pt x="666153" y="5434787"/>
                  </a:lnTo>
                  <a:lnTo>
                    <a:pt x="666993" y="5434787"/>
                  </a:lnTo>
                  <a:lnTo>
                    <a:pt x="667086" y="5434787"/>
                  </a:lnTo>
                  <a:lnTo>
                    <a:pt x="667179" y="5434787"/>
                  </a:lnTo>
                  <a:lnTo>
                    <a:pt x="667366" y="5434787"/>
                  </a:lnTo>
                  <a:lnTo>
                    <a:pt x="667832" y="5434787"/>
                  </a:lnTo>
                  <a:lnTo>
                    <a:pt x="667925" y="5434787"/>
                  </a:lnTo>
                  <a:lnTo>
                    <a:pt x="668205" y="5434787"/>
                  </a:lnTo>
                  <a:lnTo>
                    <a:pt x="668485" y="5434787"/>
                  </a:lnTo>
                  <a:lnTo>
                    <a:pt x="668764" y="5434787"/>
                  </a:lnTo>
                  <a:lnTo>
                    <a:pt x="668858" y="5434787"/>
                  </a:lnTo>
                  <a:lnTo>
                    <a:pt x="669044" y="5434787"/>
                  </a:lnTo>
                  <a:lnTo>
                    <a:pt x="669231" y="5434787"/>
                  </a:lnTo>
                  <a:lnTo>
                    <a:pt x="669417" y="5434787"/>
                  </a:lnTo>
                  <a:lnTo>
                    <a:pt x="669510" y="5434787"/>
                  </a:lnTo>
                  <a:lnTo>
                    <a:pt x="669604" y="5434787"/>
                  </a:lnTo>
                  <a:lnTo>
                    <a:pt x="669883" y="5434787"/>
                  </a:lnTo>
                  <a:lnTo>
                    <a:pt x="669977" y="5434787"/>
                  </a:lnTo>
                  <a:lnTo>
                    <a:pt x="670350" y="5434787"/>
                  </a:lnTo>
                  <a:lnTo>
                    <a:pt x="670536" y="5434787"/>
                  </a:lnTo>
                  <a:lnTo>
                    <a:pt x="671189" y="5434787"/>
                  </a:lnTo>
                  <a:lnTo>
                    <a:pt x="671282" y="5434787"/>
                  </a:lnTo>
                  <a:lnTo>
                    <a:pt x="671375" y="5434787"/>
                  </a:lnTo>
                  <a:lnTo>
                    <a:pt x="672028" y="5434787"/>
                  </a:lnTo>
                  <a:lnTo>
                    <a:pt x="672121" y="5434787"/>
                  </a:lnTo>
                  <a:lnTo>
                    <a:pt x="672215" y="5424833"/>
                  </a:lnTo>
                  <a:lnTo>
                    <a:pt x="672308" y="5424833"/>
                  </a:lnTo>
                  <a:lnTo>
                    <a:pt x="672588" y="5424833"/>
                  </a:lnTo>
                  <a:lnTo>
                    <a:pt x="672867" y="5424833"/>
                  </a:lnTo>
                  <a:lnTo>
                    <a:pt x="673054" y="5424833"/>
                  </a:lnTo>
                  <a:lnTo>
                    <a:pt x="673240" y="5424833"/>
                  </a:lnTo>
                  <a:lnTo>
                    <a:pt x="673427" y="5424833"/>
                  </a:lnTo>
                  <a:lnTo>
                    <a:pt x="673613" y="5424833"/>
                  </a:lnTo>
                  <a:lnTo>
                    <a:pt x="673800" y="5424833"/>
                  </a:lnTo>
                  <a:lnTo>
                    <a:pt x="674266" y="5424833"/>
                  </a:lnTo>
                  <a:lnTo>
                    <a:pt x="674732" y="5424833"/>
                  </a:lnTo>
                  <a:lnTo>
                    <a:pt x="674825" y="5424833"/>
                  </a:lnTo>
                  <a:lnTo>
                    <a:pt x="675105" y="5424833"/>
                  </a:lnTo>
                  <a:lnTo>
                    <a:pt x="675385" y="5424833"/>
                  </a:lnTo>
                  <a:lnTo>
                    <a:pt x="675758" y="5424833"/>
                  </a:lnTo>
                  <a:lnTo>
                    <a:pt x="675851" y="5424833"/>
                  </a:lnTo>
                  <a:lnTo>
                    <a:pt x="675944" y="5424833"/>
                  </a:lnTo>
                  <a:lnTo>
                    <a:pt x="676038" y="5424833"/>
                  </a:lnTo>
                  <a:lnTo>
                    <a:pt x="676131" y="5424833"/>
                  </a:lnTo>
                  <a:lnTo>
                    <a:pt x="676411" y="5424833"/>
                  </a:lnTo>
                  <a:lnTo>
                    <a:pt x="676504" y="5424833"/>
                  </a:lnTo>
                  <a:lnTo>
                    <a:pt x="676784" y="5424833"/>
                  </a:lnTo>
                  <a:lnTo>
                    <a:pt x="676877" y="5424833"/>
                  </a:lnTo>
                  <a:lnTo>
                    <a:pt x="676970" y="5424833"/>
                  </a:lnTo>
                  <a:lnTo>
                    <a:pt x="677157" y="5424833"/>
                  </a:lnTo>
                  <a:lnTo>
                    <a:pt x="677436" y="5414879"/>
                  </a:lnTo>
                  <a:lnTo>
                    <a:pt x="677530" y="5414879"/>
                  </a:lnTo>
                  <a:lnTo>
                    <a:pt x="677530" y="5404925"/>
                  </a:lnTo>
                  <a:lnTo>
                    <a:pt x="677809" y="5404925"/>
                  </a:lnTo>
                  <a:lnTo>
                    <a:pt x="677996" y="5404925"/>
                  </a:lnTo>
                  <a:lnTo>
                    <a:pt x="678182" y="5404925"/>
                  </a:lnTo>
                  <a:lnTo>
                    <a:pt x="678462" y="5404925"/>
                  </a:lnTo>
                  <a:lnTo>
                    <a:pt x="678649" y="5404925"/>
                  </a:lnTo>
                  <a:lnTo>
                    <a:pt x="678742" y="5404925"/>
                  </a:lnTo>
                  <a:lnTo>
                    <a:pt x="678742" y="5394971"/>
                  </a:lnTo>
                  <a:lnTo>
                    <a:pt x="679022" y="5394971"/>
                  </a:lnTo>
                  <a:lnTo>
                    <a:pt x="679395" y="5394971"/>
                  </a:lnTo>
                  <a:lnTo>
                    <a:pt x="679581" y="5394971"/>
                  </a:lnTo>
                  <a:lnTo>
                    <a:pt x="679674" y="5394971"/>
                  </a:lnTo>
                  <a:lnTo>
                    <a:pt x="679861" y="5394971"/>
                  </a:lnTo>
                  <a:lnTo>
                    <a:pt x="680047" y="5394971"/>
                  </a:lnTo>
                  <a:lnTo>
                    <a:pt x="680234" y="5394971"/>
                  </a:lnTo>
                  <a:lnTo>
                    <a:pt x="680327" y="5394971"/>
                  </a:lnTo>
                  <a:lnTo>
                    <a:pt x="680420" y="5394971"/>
                  </a:lnTo>
                  <a:lnTo>
                    <a:pt x="680513" y="5394971"/>
                  </a:lnTo>
                  <a:lnTo>
                    <a:pt x="680607" y="5394971"/>
                  </a:lnTo>
                  <a:lnTo>
                    <a:pt x="680700" y="5394971"/>
                  </a:lnTo>
                  <a:lnTo>
                    <a:pt x="680793" y="5394971"/>
                  </a:lnTo>
                  <a:lnTo>
                    <a:pt x="681166" y="5394971"/>
                  </a:lnTo>
                  <a:lnTo>
                    <a:pt x="681259" y="5394971"/>
                  </a:lnTo>
                  <a:lnTo>
                    <a:pt x="681353" y="5394971"/>
                  </a:lnTo>
                  <a:lnTo>
                    <a:pt x="681632" y="5394971"/>
                  </a:lnTo>
                  <a:lnTo>
                    <a:pt x="681632" y="5385018"/>
                  </a:lnTo>
                  <a:lnTo>
                    <a:pt x="681726" y="5385018"/>
                  </a:lnTo>
                  <a:lnTo>
                    <a:pt x="682099" y="5385018"/>
                  </a:lnTo>
                  <a:lnTo>
                    <a:pt x="683031" y="5385018"/>
                  </a:lnTo>
                  <a:lnTo>
                    <a:pt x="683124" y="5385018"/>
                  </a:lnTo>
                  <a:lnTo>
                    <a:pt x="683591" y="5385018"/>
                  </a:lnTo>
                  <a:lnTo>
                    <a:pt x="683777" y="5385018"/>
                  </a:lnTo>
                  <a:lnTo>
                    <a:pt x="683870" y="5385018"/>
                  </a:lnTo>
                  <a:lnTo>
                    <a:pt x="684430" y="5385018"/>
                  </a:lnTo>
                  <a:lnTo>
                    <a:pt x="684616" y="5385018"/>
                  </a:lnTo>
                  <a:lnTo>
                    <a:pt x="684896" y="5385018"/>
                  </a:lnTo>
                  <a:lnTo>
                    <a:pt x="685083" y="5385018"/>
                  </a:lnTo>
                  <a:lnTo>
                    <a:pt x="685176" y="5385018"/>
                  </a:lnTo>
                  <a:lnTo>
                    <a:pt x="685362" y="5385018"/>
                  </a:lnTo>
                  <a:lnTo>
                    <a:pt x="686015" y="5385018"/>
                  </a:lnTo>
                  <a:lnTo>
                    <a:pt x="686388" y="5385018"/>
                  </a:lnTo>
                  <a:lnTo>
                    <a:pt x="686668" y="5385018"/>
                  </a:lnTo>
                  <a:lnTo>
                    <a:pt x="686854" y="5385018"/>
                  </a:lnTo>
                  <a:lnTo>
                    <a:pt x="687227" y="5375064"/>
                  </a:lnTo>
                  <a:lnTo>
                    <a:pt x="687507" y="5375064"/>
                  </a:lnTo>
                  <a:lnTo>
                    <a:pt x="687600" y="5375064"/>
                  </a:lnTo>
                  <a:lnTo>
                    <a:pt x="687787" y="5375064"/>
                  </a:lnTo>
                  <a:lnTo>
                    <a:pt x="688066" y="5375064"/>
                  </a:lnTo>
                  <a:lnTo>
                    <a:pt x="688533" y="5375064"/>
                  </a:lnTo>
                  <a:lnTo>
                    <a:pt x="688906" y="5375064"/>
                  </a:lnTo>
                  <a:lnTo>
                    <a:pt x="689465" y="5375064"/>
                  </a:lnTo>
                  <a:lnTo>
                    <a:pt x="689558" y="5375064"/>
                  </a:lnTo>
                  <a:lnTo>
                    <a:pt x="689652" y="5375064"/>
                  </a:lnTo>
                  <a:lnTo>
                    <a:pt x="690677" y="5375064"/>
                  </a:lnTo>
                  <a:lnTo>
                    <a:pt x="690864" y="5375064"/>
                  </a:lnTo>
                  <a:lnTo>
                    <a:pt x="691050" y="5375064"/>
                  </a:lnTo>
                  <a:lnTo>
                    <a:pt x="691144" y="5375064"/>
                  </a:lnTo>
                  <a:lnTo>
                    <a:pt x="691423" y="5375064"/>
                  </a:lnTo>
                  <a:lnTo>
                    <a:pt x="691610" y="5375064"/>
                  </a:lnTo>
                  <a:lnTo>
                    <a:pt x="692076" y="5375064"/>
                  </a:lnTo>
                  <a:lnTo>
                    <a:pt x="692263" y="5375064"/>
                  </a:lnTo>
                  <a:lnTo>
                    <a:pt x="692356" y="5375064"/>
                  </a:lnTo>
                  <a:lnTo>
                    <a:pt x="692542" y="5375064"/>
                  </a:lnTo>
                  <a:lnTo>
                    <a:pt x="693195" y="5375064"/>
                  </a:lnTo>
                  <a:lnTo>
                    <a:pt x="693568" y="5375064"/>
                  </a:lnTo>
                  <a:lnTo>
                    <a:pt x="693661" y="5375064"/>
                  </a:lnTo>
                  <a:lnTo>
                    <a:pt x="693848" y="5375064"/>
                  </a:lnTo>
                  <a:lnTo>
                    <a:pt x="694314" y="5375064"/>
                  </a:lnTo>
                  <a:lnTo>
                    <a:pt x="694687" y="5375064"/>
                  </a:lnTo>
                  <a:lnTo>
                    <a:pt x="694780" y="5375064"/>
                  </a:lnTo>
                  <a:lnTo>
                    <a:pt x="694873" y="5375064"/>
                  </a:lnTo>
                  <a:lnTo>
                    <a:pt x="695060" y="5375064"/>
                  </a:lnTo>
                  <a:lnTo>
                    <a:pt x="695153" y="5375064"/>
                  </a:lnTo>
                  <a:lnTo>
                    <a:pt x="695340" y="5375064"/>
                  </a:lnTo>
                  <a:lnTo>
                    <a:pt x="695433" y="5375064"/>
                  </a:lnTo>
                  <a:lnTo>
                    <a:pt x="695619" y="5375064"/>
                  </a:lnTo>
                  <a:lnTo>
                    <a:pt x="696272" y="5375064"/>
                  </a:lnTo>
                  <a:lnTo>
                    <a:pt x="696365" y="5375064"/>
                  </a:lnTo>
                  <a:lnTo>
                    <a:pt x="696459" y="5375064"/>
                  </a:lnTo>
                  <a:lnTo>
                    <a:pt x="696925" y="5375064"/>
                  </a:lnTo>
                  <a:lnTo>
                    <a:pt x="697298" y="5375064"/>
                  </a:lnTo>
                  <a:lnTo>
                    <a:pt x="697391" y="5375064"/>
                  </a:lnTo>
                  <a:lnTo>
                    <a:pt x="697484" y="5375064"/>
                  </a:lnTo>
                  <a:lnTo>
                    <a:pt x="698137" y="5375064"/>
                  </a:lnTo>
                  <a:lnTo>
                    <a:pt x="698510" y="5375064"/>
                  </a:lnTo>
                  <a:lnTo>
                    <a:pt x="698790" y="5375064"/>
                  </a:lnTo>
                  <a:lnTo>
                    <a:pt x="698976" y="5375064"/>
                  </a:lnTo>
                  <a:lnTo>
                    <a:pt x="699349" y="5375064"/>
                  </a:lnTo>
                  <a:lnTo>
                    <a:pt x="699443" y="5375064"/>
                  </a:lnTo>
                  <a:lnTo>
                    <a:pt x="699722" y="5375064"/>
                  </a:lnTo>
                  <a:lnTo>
                    <a:pt x="700002" y="5375064"/>
                  </a:lnTo>
                  <a:lnTo>
                    <a:pt x="700095" y="5375064"/>
                  </a:lnTo>
                  <a:lnTo>
                    <a:pt x="700282" y="5375064"/>
                  </a:lnTo>
                  <a:lnTo>
                    <a:pt x="700375" y="5375064"/>
                  </a:lnTo>
                  <a:lnTo>
                    <a:pt x="700468" y="5375064"/>
                  </a:lnTo>
                  <a:lnTo>
                    <a:pt x="700562" y="5375064"/>
                  </a:lnTo>
                  <a:lnTo>
                    <a:pt x="700841" y="5375064"/>
                  </a:lnTo>
                  <a:lnTo>
                    <a:pt x="701214" y="5375064"/>
                  </a:lnTo>
                  <a:lnTo>
                    <a:pt x="701867" y="5375064"/>
                  </a:lnTo>
                  <a:lnTo>
                    <a:pt x="702333" y="5375064"/>
                  </a:lnTo>
                  <a:lnTo>
                    <a:pt x="702613" y="5375064"/>
                  </a:lnTo>
                  <a:lnTo>
                    <a:pt x="702706" y="5375064"/>
                  </a:lnTo>
                  <a:lnTo>
                    <a:pt x="702799" y="5375064"/>
                  </a:lnTo>
                  <a:lnTo>
                    <a:pt x="703452" y="5375064"/>
                  </a:lnTo>
                  <a:lnTo>
                    <a:pt x="703732" y="5375064"/>
                  </a:lnTo>
                  <a:lnTo>
                    <a:pt x="703918" y="5375064"/>
                  </a:lnTo>
                  <a:lnTo>
                    <a:pt x="704198" y="5375064"/>
                  </a:lnTo>
                  <a:lnTo>
                    <a:pt x="704664" y="5375064"/>
                  </a:lnTo>
                  <a:lnTo>
                    <a:pt x="704758" y="5375064"/>
                  </a:lnTo>
                  <a:lnTo>
                    <a:pt x="705317" y="5375064"/>
                  </a:lnTo>
                  <a:lnTo>
                    <a:pt x="705597" y="5375064"/>
                  </a:lnTo>
                  <a:lnTo>
                    <a:pt x="705877" y="5375064"/>
                  </a:lnTo>
                  <a:lnTo>
                    <a:pt x="705970" y="5375064"/>
                  </a:lnTo>
                  <a:lnTo>
                    <a:pt x="706250" y="5375064"/>
                  </a:lnTo>
                  <a:lnTo>
                    <a:pt x="706623" y="5375064"/>
                  </a:lnTo>
                  <a:lnTo>
                    <a:pt x="707275" y="5375064"/>
                  </a:lnTo>
                  <a:lnTo>
                    <a:pt x="707741" y="5375064"/>
                  </a:lnTo>
                  <a:lnTo>
                    <a:pt x="708114" y="5375064"/>
                  </a:lnTo>
                  <a:lnTo>
                    <a:pt x="708208" y="5375064"/>
                  </a:lnTo>
                  <a:lnTo>
                    <a:pt x="708487" y="5375064"/>
                  </a:lnTo>
                  <a:lnTo>
                    <a:pt x="709606" y="5375064"/>
                  </a:lnTo>
                  <a:lnTo>
                    <a:pt x="710073" y="5375064"/>
                  </a:lnTo>
                  <a:lnTo>
                    <a:pt x="710259" y="5375064"/>
                  </a:lnTo>
                  <a:lnTo>
                    <a:pt x="710632" y="5375064"/>
                  </a:lnTo>
                  <a:lnTo>
                    <a:pt x="710819" y="5375064"/>
                  </a:lnTo>
                  <a:lnTo>
                    <a:pt x="710912" y="5375064"/>
                  </a:lnTo>
                  <a:lnTo>
                    <a:pt x="711378" y="5375064"/>
                  </a:lnTo>
                  <a:lnTo>
                    <a:pt x="711565" y="5375064"/>
                  </a:lnTo>
                  <a:lnTo>
                    <a:pt x="711658" y="5375064"/>
                  </a:lnTo>
                  <a:lnTo>
                    <a:pt x="711751" y="5375064"/>
                  </a:lnTo>
                  <a:lnTo>
                    <a:pt x="711938" y="5375064"/>
                  </a:lnTo>
                  <a:lnTo>
                    <a:pt x="712031" y="5375064"/>
                  </a:lnTo>
                  <a:lnTo>
                    <a:pt x="712311" y="5375064"/>
                  </a:lnTo>
                  <a:lnTo>
                    <a:pt x="712590" y="5375064"/>
                  </a:lnTo>
                  <a:lnTo>
                    <a:pt x="712684" y="5375064"/>
                  </a:lnTo>
                  <a:lnTo>
                    <a:pt x="712870" y="5375064"/>
                  </a:lnTo>
                  <a:lnTo>
                    <a:pt x="713243" y="5375064"/>
                  </a:lnTo>
                  <a:lnTo>
                    <a:pt x="713523" y="5375064"/>
                  </a:lnTo>
                  <a:lnTo>
                    <a:pt x="713709" y="5375064"/>
                  </a:lnTo>
                  <a:lnTo>
                    <a:pt x="713803" y="5375064"/>
                  </a:lnTo>
                  <a:lnTo>
                    <a:pt x="713896" y="5375064"/>
                  </a:lnTo>
                  <a:lnTo>
                    <a:pt x="714176" y="5375064"/>
                  </a:lnTo>
                  <a:lnTo>
                    <a:pt x="714362" y="5375064"/>
                  </a:lnTo>
                  <a:lnTo>
                    <a:pt x="714455" y="5375064"/>
                  </a:lnTo>
                  <a:lnTo>
                    <a:pt x="714549" y="5375064"/>
                  </a:lnTo>
                  <a:lnTo>
                    <a:pt x="714642" y="5375064"/>
                  </a:lnTo>
                  <a:lnTo>
                    <a:pt x="714921" y="5375064"/>
                  </a:lnTo>
                  <a:lnTo>
                    <a:pt x="715015" y="5375064"/>
                  </a:lnTo>
                  <a:lnTo>
                    <a:pt x="715108" y="5375064"/>
                  </a:lnTo>
                  <a:lnTo>
                    <a:pt x="715388" y="5375064"/>
                  </a:lnTo>
                  <a:lnTo>
                    <a:pt x="715574" y="5375064"/>
                  </a:lnTo>
                  <a:lnTo>
                    <a:pt x="715761" y="5375064"/>
                  </a:lnTo>
                  <a:lnTo>
                    <a:pt x="715854" y="5375064"/>
                  </a:lnTo>
                  <a:lnTo>
                    <a:pt x="716040" y="5375064"/>
                  </a:lnTo>
                  <a:lnTo>
                    <a:pt x="716507" y="5375064"/>
                  </a:lnTo>
                  <a:lnTo>
                    <a:pt x="716786" y="5375064"/>
                  </a:lnTo>
                  <a:lnTo>
                    <a:pt x="716880" y="5375064"/>
                  </a:lnTo>
                  <a:lnTo>
                    <a:pt x="717066" y="5375064"/>
                  </a:lnTo>
                  <a:lnTo>
                    <a:pt x="717439" y="5375064"/>
                  </a:lnTo>
                  <a:lnTo>
                    <a:pt x="717532" y="5375064"/>
                  </a:lnTo>
                  <a:lnTo>
                    <a:pt x="717626" y="5375064"/>
                  </a:lnTo>
                  <a:lnTo>
                    <a:pt x="717719" y="5375064"/>
                  </a:lnTo>
                  <a:lnTo>
                    <a:pt x="717905" y="5375064"/>
                  </a:lnTo>
                  <a:lnTo>
                    <a:pt x="718372" y="5375064"/>
                  </a:lnTo>
                  <a:lnTo>
                    <a:pt x="718465" y="5375064"/>
                  </a:lnTo>
                  <a:lnTo>
                    <a:pt x="719304" y="5375064"/>
                  </a:lnTo>
                  <a:lnTo>
                    <a:pt x="719584" y="5375064"/>
                  </a:lnTo>
                  <a:lnTo>
                    <a:pt x="719770" y="5375064"/>
                  </a:lnTo>
                  <a:lnTo>
                    <a:pt x="720237" y="5375064"/>
                  </a:lnTo>
                  <a:lnTo>
                    <a:pt x="720330" y="5375064"/>
                  </a:lnTo>
                  <a:lnTo>
                    <a:pt x="720796" y="5375064"/>
                  </a:lnTo>
                  <a:lnTo>
                    <a:pt x="721076" y="5375064"/>
                  </a:lnTo>
                  <a:lnTo>
                    <a:pt x="721542" y="5375064"/>
                  </a:lnTo>
                  <a:lnTo>
                    <a:pt x="721635" y="5375064"/>
                  </a:lnTo>
                  <a:lnTo>
                    <a:pt x="721822" y="5375064"/>
                  </a:lnTo>
                  <a:lnTo>
                    <a:pt x="721915" y="5375064"/>
                  </a:lnTo>
                  <a:lnTo>
                    <a:pt x="722008" y="5375064"/>
                  </a:lnTo>
                  <a:lnTo>
                    <a:pt x="722381" y="5375064"/>
                  </a:lnTo>
                  <a:lnTo>
                    <a:pt x="722568" y="5375064"/>
                  </a:lnTo>
                  <a:lnTo>
                    <a:pt x="723314" y="5375064"/>
                  </a:lnTo>
                  <a:lnTo>
                    <a:pt x="723407" y="5375064"/>
                  </a:lnTo>
                  <a:lnTo>
                    <a:pt x="723593" y="5375064"/>
                  </a:lnTo>
                  <a:lnTo>
                    <a:pt x="723687" y="5375064"/>
                  </a:lnTo>
                  <a:lnTo>
                    <a:pt x="724246" y="5375064"/>
                  </a:lnTo>
                  <a:lnTo>
                    <a:pt x="724433" y="5375064"/>
                  </a:lnTo>
                  <a:lnTo>
                    <a:pt x="724806" y="5375064"/>
                  </a:lnTo>
                  <a:lnTo>
                    <a:pt x="724992" y="5375064"/>
                  </a:lnTo>
                  <a:lnTo>
                    <a:pt x="725365" y="5375064"/>
                  </a:lnTo>
                  <a:lnTo>
                    <a:pt x="725645" y="5375064"/>
                  </a:lnTo>
                  <a:lnTo>
                    <a:pt x="726018" y="5375064"/>
                  </a:lnTo>
                  <a:lnTo>
                    <a:pt x="726111" y="5375064"/>
                  </a:lnTo>
                  <a:lnTo>
                    <a:pt x="726204" y="5375064"/>
                  </a:lnTo>
                  <a:lnTo>
                    <a:pt x="726391" y="5375064"/>
                  </a:lnTo>
                  <a:lnTo>
                    <a:pt x="726484" y="5375064"/>
                  </a:lnTo>
                  <a:lnTo>
                    <a:pt x="726857" y="5375064"/>
                  </a:lnTo>
                  <a:lnTo>
                    <a:pt x="727137" y="5375064"/>
                  </a:lnTo>
                  <a:lnTo>
                    <a:pt x="727510" y="5375064"/>
                  </a:lnTo>
                  <a:lnTo>
                    <a:pt x="727883" y="5375064"/>
                  </a:lnTo>
                  <a:lnTo>
                    <a:pt x="727976" y="5375064"/>
                  </a:lnTo>
                  <a:lnTo>
                    <a:pt x="727976" y="5365110"/>
                  </a:lnTo>
                  <a:lnTo>
                    <a:pt x="728069" y="5365110"/>
                  </a:lnTo>
                  <a:lnTo>
                    <a:pt x="728163" y="5365110"/>
                  </a:lnTo>
                  <a:lnTo>
                    <a:pt x="728535" y="5365110"/>
                  </a:lnTo>
                  <a:lnTo>
                    <a:pt x="728629" y="5365110"/>
                  </a:lnTo>
                  <a:lnTo>
                    <a:pt x="729188" y="5365110"/>
                  </a:lnTo>
                  <a:lnTo>
                    <a:pt x="729748" y="5365110"/>
                  </a:lnTo>
                  <a:lnTo>
                    <a:pt x="730027" y="5365110"/>
                  </a:lnTo>
                  <a:lnTo>
                    <a:pt x="730121" y="5365110"/>
                  </a:lnTo>
                  <a:lnTo>
                    <a:pt x="730400" y="5365110"/>
                  </a:lnTo>
                  <a:lnTo>
                    <a:pt x="730587" y="5365110"/>
                  </a:lnTo>
                  <a:lnTo>
                    <a:pt x="730680" y="5365110"/>
                  </a:lnTo>
                  <a:lnTo>
                    <a:pt x="730773" y="5365110"/>
                  </a:lnTo>
                  <a:lnTo>
                    <a:pt x="730960" y="5365110"/>
                  </a:lnTo>
                  <a:lnTo>
                    <a:pt x="731146" y="5365110"/>
                  </a:lnTo>
                  <a:lnTo>
                    <a:pt x="731333" y="5365110"/>
                  </a:lnTo>
                  <a:lnTo>
                    <a:pt x="731426" y="5365110"/>
                  </a:lnTo>
                  <a:lnTo>
                    <a:pt x="731706" y="5365110"/>
                  </a:lnTo>
                  <a:lnTo>
                    <a:pt x="732172" y="5365110"/>
                  </a:lnTo>
                  <a:lnTo>
                    <a:pt x="732265" y="5365110"/>
                  </a:lnTo>
                  <a:lnTo>
                    <a:pt x="732359" y="5365110"/>
                  </a:lnTo>
                  <a:lnTo>
                    <a:pt x="732545" y="5365110"/>
                  </a:lnTo>
                  <a:lnTo>
                    <a:pt x="732638" y="5365110"/>
                  </a:lnTo>
                  <a:lnTo>
                    <a:pt x="732732" y="5365110"/>
                  </a:lnTo>
                  <a:lnTo>
                    <a:pt x="732825" y="5365110"/>
                  </a:lnTo>
                  <a:lnTo>
                    <a:pt x="733757" y="5365110"/>
                  </a:lnTo>
                  <a:lnTo>
                    <a:pt x="733851" y="5365110"/>
                  </a:lnTo>
                  <a:lnTo>
                    <a:pt x="733944" y="5365110"/>
                  </a:lnTo>
                  <a:lnTo>
                    <a:pt x="734503" y="5365110"/>
                  </a:lnTo>
                  <a:lnTo>
                    <a:pt x="734970" y="5365110"/>
                  </a:lnTo>
                  <a:lnTo>
                    <a:pt x="735156" y="5365110"/>
                  </a:lnTo>
                  <a:lnTo>
                    <a:pt x="736275" y="5365110"/>
                  </a:lnTo>
                  <a:lnTo>
                    <a:pt x="736368" y="5365110"/>
                  </a:lnTo>
                  <a:lnTo>
                    <a:pt x="736741" y="5365110"/>
                  </a:lnTo>
                  <a:lnTo>
                    <a:pt x="737207" y="5365110"/>
                  </a:lnTo>
                  <a:lnTo>
                    <a:pt x="737301" y="5365110"/>
                  </a:lnTo>
                  <a:lnTo>
                    <a:pt x="737394" y="5365110"/>
                  </a:lnTo>
                  <a:lnTo>
                    <a:pt x="737487" y="5365110"/>
                  </a:lnTo>
                  <a:lnTo>
                    <a:pt x="737580" y="5365110"/>
                  </a:lnTo>
                  <a:lnTo>
                    <a:pt x="737953" y="5365110"/>
                  </a:lnTo>
                  <a:lnTo>
                    <a:pt x="738047" y="5365110"/>
                  </a:lnTo>
                  <a:lnTo>
                    <a:pt x="738233" y="5365110"/>
                  </a:lnTo>
                  <a:lnTo>
                    <a:pt x="738513" y="5365110"/>
                  </a:lnTo>
                  <a:lnTo>
                    <a:pt x="738699" y="5365110"/>
                  </a:lnTo>
                  <a:lnTo>
                    <a:pt x="738886" y="5365110"/>
                  </a:lnTo>
                  <a:lnTo>
                    <a:pt x="738979" y="5365110"/>
                  </a:lnTo>
                  <a:lnTo>
                    <a:pt x="739166" y="5365110"/>
                  </a:lnTo>
                  <a:lnTo>
                    <a:pt x="739539" y="5365110"/>
                  </a:lnTo>
                  <a:lnTo>
                    <a:pt x="739632" y="5365110"/>
                  </a:lnTo>
                  <a:lnTo>
                    <a:pt x="739818" y="5365110"/>
                  </a:lnTo>
                  <a:lnTo>
                    <a:pt x="740098" y="5365110"/>
                  </a:lnTo>
                  <a:lnTo>
                    <a:pt x="740378" y="5365110"/>
                  </a:lnTo>
                  <a:lnTo>
                    <a:pt x="740471" y="5365110"/>
                  </a:lnTo>
                  <a:lnTo>
                    <a:pt x="740658" y="5365110"/>
                  </a:lnTo>
                  <a:lnTo>
                    <a:pt x="740937" y="5365110"/>
                  </a:lnTo>
                  <a:lnTo>
                    <a:pt x="741124" y="5365110"/>
                  </a:lnTo>
                  <a:lnTo>
                    <a:pt x="741310" y="5355156"/>
                  </a:lnTo>
                  <a:lnTo>
                    <a:pt x="741683" y="5355156"/>
                  </a:lnTo>
                  <a:lnTo>
                    <a:pt x="741777" y="5355156"/>
                  </a:lnTo>
                  <a:lnTo>
                    <a:pt x="742056" y="5355156"/>
                  </a:lnTo>
                  <a:lnTo>
                    <a:pt x="742522" y="5355156"/>
                  </a:lnTo>
                  <a:lnTo>
                    <a:pt x="742616" y="5355156"/>
                  </a:lnTo>
                  <a:lnTo>
                    <a:pt x="742895" y="5355156"/>
                  </a:lnTo>
                  <a:lnTo>
                    <a:pt x="742989" y="5355156"/>
                  </a:lnTo>
                  <a:lnTo>
                    <a:pt x="743548" y="5355156"/>
                  </a:lnTo>
                  <a:lnTo>
                    <a:pt x="743735" y="5355156"/>
                  </a:lnTo>
                  <a:lnTo>
                    <a:pt x="744294" y="5325295"/>
                  </a:lnTo>
                  <a:lnTo>
                    <a:pt x="744481" y="5325295"/>
                  </a:lnTo>
                  <a:lnTo>
                    <a:pt x="744760" y="5325295"/>
                  </a:lnTo>
                  <a:lnTo>
                    <a:pt x="744947" y="5325295"/>
                  </a:lnTo>
                  <a:lnTo>
                    <a:pt x="744947" y="5315341"/>
                  </a:lnTo>
                  <a:lnTo>
                    <a:pt x="745320" y="5315341"/>
                  </a:lnTo>
                  <a:lnTo>
                    <a:pt x="745506" y="5315341"/>
                  </a:lnTo>
                  <a:lnTo>
                    <a:pt x="746159" y="5315341"/>
                  </a:lnTo>
                  <a:lnTo>
                    <a:pt x="746439" y="5315341"/>
                  </a:lnTo>
                  <a:lnTo>
                    <a:pt x="746719" y="5315341"/>
                  </a:lnTo>
                  <a:lnTo>
                    <a:pt x="746905" y="5315341"/>
                  </a:lnTo>
                  <a:lnTo>
                    <a:pt x="747651" y="5315341"/>
                  </a:lnTo>
                  <a:lnTo>
                    <a:pt x="747744" y="5315341"/>
                  </a:lnTo>
                  <a:lnTo>
                    <a:pt x="747838" y="5315341"/>
                  </a:lnTo>
                  <a:lnTo>
                    <a:pt x="748211" y="5315341"/>
                  </a:lnTo>
                  <a:lnTo>
                    <a:pt x="748397" y="5315341"/>
                  </a:lnTo>
                  <a:lnTo>
                    <a:pt x="748490" y="5315341"/>
                  </a:lnTo>
                  <a:lnTo>
                    <a:pt x="748677" y="5315341"/>
                  </a:lnTo>
                  <a:lnTo>
                    <a:pt x="749143" y="5305387"/>
                  </a:lnTo>
                  <a:lnTo>
                    <a:pt x="749329" y="5305387"/>
                  </a:lnTo>
                  <a:lnTo>
                    <a:pt x="749423" y="5305387"/>
                  </a:lnTo>
                  <a:lnTo>
                    <a:pt x="749982" y="5305387"/>
                  </a:lnTo>
                  <a:lnTo>
                    <a:pt x="750542" y="5305387"/>
                  </a:lnTo>
                  <a:lnTo>
                    <a:pt x="750915" y="5305387"/>
                  </a:lnTo>
                  <a:lnTo>
                    <a:pt x="751101" y="5305387"/>
                  </a:lnTo>
                  <a:lnTo>
                    <a:pt x="751194" y="5305387"/>
                  </a:lnTo>
                  <a:lnTo>
                    <a:pt x="751940" y="5305387"/>
                  </a:lnTo>
                  <a:lnTo>
                    <a:pt x="752407" y="5305387"/>
                  </a:lnTo>
                  <a:lnTo>
                    <a:pt x="752500" y="5305387"/>
                  </a:lnTo>
                  <a:lnTo>
                    <a:pt x="752780" y="5305387"/>
                  </a:lnTo>
                  <a:lnTo>
                    <a:pt x="752873" y="5305387"/>
                  </a:lnTo>
                  <a:lnTo>
                    <a:pt x="753526" y="5305387"/>
                  </a:lnTo>
                  <a:lnTo>
                    <a:pt x="753992" y="5305387"/>
                  </a:lnTo>
                  <a:lnTo>
                    <a:pt x="754085" y="5305387"/>
                  </a:lnTo>
                  <a:lnTo>
                    <a:pt x="754365" y="5305387"/>
                  </a:lnTo>
                  <a:lnTo>
                    <a:pt x="754551" y="5305387"/>
                  </a:lnTo>
                  <a:lnTo>
                    <a:pt x="754831" y="5305387"/>
                  </a:lnTo>
                  <a:lnTo>
                    <a:pt x="755297" y="5305387"/>
                  </a:lnTo>
                  <a:lnTo>
                    <a:pt x="755577" y="5305387"/>
                  </a:lnTo>
                  <a:lnTo>
                    <a:pt x="755857" y="5305387"/>
                  </a:lnTo>
                  <a:lnTo>
                    <a:pt x="756043" y="5305387"/>
                  </a:lnTo>
                  <a:lnTo>
                    <a:pt x="756696" y="5305387"/>
                  </a:lnTo>
                  <a:lnTo>
                    <a:pt x="757162" y="5305387"/>
                  </a:lnTo>
                  <a:lnTo>
                    <a:pt x="757255" y="5305387"/>
                  </a:lnTo>
                  <a:lnTo>
                    <a:pt x="757442" y="5305387"/>
                  </a:lnTo>
                  <a:lnTo>
                    <a:pt x="757908" y="5305387"/>
                  </a:lnTo>
                  <a:lnTo>
                    <a:pt x="758281" y="5305387"/>
                  </a:lnTo>
                  <a:lnTo>
                    <a:pt x="758747" y="5305387"/>
                  </a:lnTo>
                  <a:lnTo>
                    <a:pt x="758934" y="5305387"/>
                  </a:lnTo>
                  <a:lnTo>
                    <a:pt x="759493" y="5305387"/>
                  </a:lnTo>
                  <a:lnTo>
                    <a:pt x="759587" y="5305387"/>
                  </a:lnTo>
                  <a:lnTo>
                    <a:pt x="759960" y="5305387"/>
                  </a:lnTo>
                  <a:lnTo>
                    <a:pt x="760146" y="5305387"/>
                  </a:lnTo>
                  <a:lnTo>
                    <a:pt x="760612" y="5305387"/>
                  </a:lnTo>
                  <a:lnTo>
                    <a:pt x="760799" y="5305387"/>
                  </a:lnTo>
                  <a:lnTo>
                    <a:pt x="760892" y="5305387"/>
                  </a:lnTo>
                  <a:lnTo>
                    <a:pt x="761079" y="5305387"/>
                  </a:lnTo>
                  <a:lnTo>
                    <a:pt x="761545" y="5305387"/>
                  </a:lnTo>
                  <a:lnTo>
                    <a:pt x="761638" y="5305387"/>
                  </a:lnTo>
                  <a:lnTo>
                    <a:pt x="761918" y="5305387"/>
                  </a:lnTo>
                  <a:lnTo>
                    <a:pt x="762198" y="5305387"/>
                  </a:lnTo>
                  <a:lnTo>
                    <a:pt x="762477" y="5305387"/>
                  </a:lnTo>
                  <a:lnTo>
                    <a:pt x="762571" y="5305387"/>
                  </a:lnTo>
                  <a:lnTo>
                    <a:pt x="762944" y="5305387"/>
                  </a:lnTo>
                  <a:lnTo>
                    <a:pt x="763037" y="5305387"/>
                  </a:lnTo>
                  <a:lnTo>
                    <a:pt x="763316" y="5305387"/>
                  </a:lnTo>
                  <a:lnTo>
                    <a:pt x="763689" y="5305387"/>
                  </a:lnTo>
                  <a:lnTo>
                    <a:pt x="764156" y="5305387"/>
                  </a:lnTo>
                  <a:lnTo>
                    <a:pt x="764808" y="5305387"/>
                  </a:lnTo>
                  <a:lnTo>
                    <a:pt x="764902" y="5305387"/>
                  </a:lnTo>
                  <a:lnTo>
                    <a:pt x="764995" y="5305387"/>
                  </a:lnTo>
                  <a:lnTo>
                    <a:pt x="765275" y="5305387"/>
                  </a:lnTo>
                  <a:lnTo>
                    <a:pt x="765741" y="5305387"/>
                  </a:lnTo>
                  <a:lnTo>
                    <a:pt x="765927" y="5305387"/>
                  </a:lnTo>
                  <a:lnTo>
                    <a:pt x="766021" y="5305387"/>
                  </a:lnTo>
                  <a:lnTo>
                    <a:pt x="766207" y="5305387"/>
                  </a:lnTo>
                  <a:lnTo>
                    <a:pt x="766300" y="5305387"/>
                  </a:lnTo>
                  <a:lnTo>
                    <a:pt x="766580" y="5305387"/>
                  </a:lnTo>
                  <a:lnTo>
                    <a:pt x="766767" y="5305387"/>
                  </a:lnTo>
                  <a:lnTo>
                    <a:pt x="766860" y="5305387"/>
                  </a:lnTo>
                  <a:lnTo>
                    <a:pt x="766953" y="5305387"/>
                  </a:lnTo>
                  <a:lnTo>
                    <a:pt x="767140" y="5305387"/>
                  </a:lnTo>
                  <a:lnTo>
                    <a:pt x="767699" y="5305387"/>
                  </a:lnTo>
                  <a:lnTo>
                    <a:pt x="767979" y="5295433"/>
                  </a:lnTo>
                  <a:lnTo>
                    <a:pt x="768072" y="5295433"/>
                  </a:lnTo>
                  <a:lnTo>
                    <a:pt x="768352" y="5295433"/>
                  </a:lnTo>
                  <a:lnTo>
                    <a:pt x="768445" y="5295433"/>
                  </a:lnTo>
                  <a:lnTo>
                    <a:pt x="768911" y="5295433"/>
                  </a:lnTo>
                  <a:lnTo>
                    <a:pt x="769657" y="5295433"/>
                  </a:lnTo>
                  <a:lnTo>
                    <a:pt x="769937" y="5295433"/>
                  </a:lnTo>
                  <a:lnTo>
                    <a:pt x="770217" y="5295433"/>
                  </a:lnTo>
                  <a:lnTo>
                    <a:pt x="770310" y="5295433"/>
                  </a:lnTo>
                  <a:lnTo>
                    <a:pt x="770496" y="5295433"/>
                  </a:lnTo>
                  <a:lnTo>
                    <a:pt x="770590" y="5295433"/>
                  </a:lnTo>
                  <a:lnTo>
                    <a:pt x="770963" y="5295433"/>
                  </a:lnTo>
                  <a:lnTo>
                    <a:pt x="771336" y="5295433"/>
                  </a:lnTo>
                  <a:lnTo>
                    <a:pt x="771429" y="5295433"/>
                  </a:lnTo>
                  <a:lnTo>
                    <a:pt x="772455" y="5295433"/>
                  </a:lnTo>
                  <a:lnTo>
                    <a:pt x="772641" y="5295433"/>
                  </a:lnTo>
                  <a:lnTo>
                    <a:pt x="773201" y="5295433"/>
                  </a:lnTo>
                  <a:lnTo>
                    <a:pt x="773480" y="5295433"/>
                  </a:lnTo>
                  <a:lnTo>
                    <a:pt x="773947" y="5295433"/>
                  </a:lnTo>
                  <a:lnTo>
                    <a:pt x="774133" y="5295433"/>
                  </a:lnTo>
                  <a:lnTo>
                    <a:pt x="774506" y="5295433"/>
                  </a:lnTo>
                  <a:lnTo>
                    <a:pt x="774599" y="5295433"/>
                  </a:lnTo>
                  <a:lnTo>
                    <a:pt x="774972" y="5295433"/>
                  </a:lnTo>
                  <a:lnTo>
                    <a:pt x="775066" y="5295433"/>
                  </a:lnTo>
                  <a:lnTo>
                    <a:pt x="775345" y="5295433"/>
                  </a:lnTo>
                  <a:lnTo>
                    <a:pt x="775718" y="5295433"/>
                  </a:lnTo>
                  <a:lnTo>
                    <a:pt x="775905" y="5295433"/>
                  </a:lnTo>
                  <a:lnTo>
                    <a:pt x="776185" y="5295433"/>
                  </a:lnTo>
                  <a:lnTo>
                    <a:pt x="776744" y="5295433"/>
                  </a:lnTo>
                  <a:lnTo>
                    <a:pt x="776837" y="5295433"/>
                  </a:lnTo>
                  <a:lnTo>
                    <a:pt x="776931" y="5295433"/>
                  </a:lnTo>
                  <a:lnTo>
                    <a:pt x="777303" y="5295433"/>
                  </a:lnTo>
                  <a:lnTo>
                    <a:pt x="777397" y="5295433"/>
                  </a:lnTo>
                  <a:lnTo>
                    <a:pt x="777956" y="5295433"/>
                  </a:lnTo>
                  <a:lnTo>
                    <a:pt x="778143" y="5295433"/>
                  </a:lnTo>
                  <a:lnTo>
                    <a:pt x="778329" y="5295433"/>
                  </a:lnTo>
                  <a:lnTo>
                    <a:pt x="778422" y="5295433"/>
                  </a:lnTo>
                  <a:lnTo>
                    <a:pt x="778516" y="5295433"/>
                  </a:lnTo>
                  <a:lnTo>
                    <a:pt x="778795" y="5295433"/>
                  </a:lnTo>
                  <a:lnTo>
                    <a:pt x="778982" y="5295433"/>
                  </a:lnTo>
                  <a:lnTo>
                    <a:pt x="779448" y="5295433"/>
                  </a:lnTo>
                  <a:lnTo>
                    <a:pt x="779728" y="5295433"/>
                  </a:lnTo>
                  <a:lnTo>
                    <a:pt x="779914" y="5295433"/>
                  </a:lnTo>
                  <a:lnTo>
                    <a:pt x="780194" y="5295433"/>
                  </a:lnTo>
                  <a:lnTo>
                    <a:pt x="780287" y="5295433"/>
                  </a:lnTo>
                  <a:lnTo>
                    <a:pt x="780381" y="5295433"/>
                  </a:lnTo>
                  <a:lnTo>
                    <a:pt x="780660" y="5295433"/>
                  </a:lnTo>
                  <a:lnTo>
                    <a:pt x="780847" y="5295433"/>
                  </a:lnTo>
                  <a:lnTo>
                    <a:pt x="781406" y="5295433"/>
                  </a:lnTo>
                  <a:lnTo>
                    <a:pt x="781686" y="5295433"/>
                  </a:lnTo>
                  <a:lnTo>
                    <a:pt x="781779" y="5295433"/>
                  </a:lnTo>
                  <a:lnTo>
                    <a:pt x="782246" y="5295433"/>
                  </a:lnTo>
                  <a:lnTo>
                    <a:pt x="782805" y="5295433"/>
                  </a:lnTo>
                  <a:lnTo>
                    <a:pt x="782898" y="5295433"/>
                  </a:lnTo>
                  <a:lnTo>
                    <a:pt x="783271" y="5295433"/>
                  </a:lnTo>
                  <a:lnTo>
                    <a:pt x="784017" y="5295433"/>
                  </a:lnTo>
                  <a:lnTo>
                    <a:pt x="784390" y="5295433"/>
                  </a:lnTo>
                  <a:lnTo>
                    <a:pt x="784577" y="5295433"/>
                  </a:lnTo>
                  <a:lnTo>
                    <a:pt x="784763" y="5295433"/>
                  </a:lnTo>
                  <a:lnTo>
                    <a:pt x="784856" y="5295433"/>
                  </a:lnTo>
                  <a:lnTo>
                    <a:pt x="785043" y="5295433"/>
                  </a:lnTo>
                  <a:lnTo>
                    <a:pt x="785136" y="5295433"/>
                  </a:lnTo>
                  <a:lnTo>
                    <a:pt x="785602" y="5295433"/>
                  </a:lnTo>
                  <a:lnTo>
                    <a:pt x="785882" y="5295433"/>
                  </a:lnTo>
                  <a:lnTo>
                    <a:pt x="786069" y="5295433"/>
                  </a:lnTo>
                  <a:lnTo>
                    <a:pt x="786069" y="5285479"/>
                  </a:lnTo>
                  <a:lnTo>
                    <a:pt x="786348" y="5275525"/>
                  </a:lnTo>
                  <a:lnTo>
                    <a:pt x="786628" y="5265572"/>
                  </a:lnTo>
                  <a:lnTo>
                    <a:pt x="787001" y="5265572"/>
                  </a:lnTo>
                  <a:lnTo>
                    <a:pt x="787281" y="5265572"/>
                  </a:lnTo>
                  <a:lnTo>
                    <a:pt x="787747" y="5255618"/>
                  </a:lnTo>
                  <a:lnTo>
                    <a:pt x="787840" y="5255618"/>
                  </a:lnTo>
                  <a:lnTo>
                    <a:pt x="788120" y="5255618"/>
                  </a:lnTo>
                  <a:lnTo>
                    <a:pt x="788307" y="5255618"/>
                  </a:lnTo>
                  <a:lnTo>
                    <a:pt x="788586" y="5255618"/>
                  </a:lnTo>
                  <a:lnTo>
                    <a:pt x="789612" y="5255618"/>
                  </a:lnTo>
                  <a:lnTo>
                    <a:pt x="789705" y="5255618"/>
                  </a:lnTo>
                  <a:lnTo>
                    <a:pt x="789985" y="5255618"/>
                  </a:lnTo>
                  <a:lnTo>
                    <a:pt x="790265" y="5255618"/>
                  </a:lnTo>
                  <a:lnTo>
                    <a:pt x="790358" y="5255618"/>
                  </a:lnTo>
                  <a:lnTo>
                    <a:pt x="790451" y="5255618"/>
                  </a:lnTo>
                  <a:lnTo>
                    <a:pt x="790731" y="5255618"/>
                  </a:lnTo>
                  <a:lnTo>
                    <a:pt x="791011" y="5255618"/>
                  </a:lnTo>
                  <a:lnTo>
                    <a:pt x="791104" y="5255618"/>
                  </a:lnTo>
                  <a:lnTo>
                    <a:pt x="791477" y="5255618"/>
                  </a:lnTo>
                  <a:lnTo>
                    <a:pt x="791570" y="5255618"/>
                  </a:lnTo>
                  <a:lnTo>
                    <a:pt x="791943" y="5255618"/>
                  </a:lnTo>
                  <a:lnTo>
                    <a:pt x="792223" y="5255618"/>
                  </a:lnTo>
                  <a:lnTo>
                    <a:pt x="792596" y="5255618"/>
                  </a:lnTo>
                  <a:lnTo>
                    <a:pt x="792782" y="5255618"/>
                  </a:lnTo>
                  <a:lnTo>
                    <a:pt x="793062" y="5255618"/>
                  </a:lnTo>
                  <a:lnTo>
                    <a:pt x="793249" y="5255618"/>
                  </a:lnTo>
                  <a:lnTo>
                    <a:pt x="793342" y="5255618"/>
                  </a:lnTo>
                  <a:lnTo>
                    <a:pt x="793622" y="5255618"/>
                  </a:lnTo>
                  <a:lnTo>
                    <a:pt x="793808" y="5255618"/>
                  </a:lnTo>
                  <a:lnTo>
                    <a:pt x="793995" y="5255618"/>
                  </a:lnTo>
                  <a:lnTo>
                    <a:pt x="794368" y="5255618"/>
                  </a:lnTo>
                  <a:lnTo>
                    <a:pt x="795020" y="5255618"/>
                  </a:lnTo>
                  <a:lnTo>
                    <a:pt x="795114" y="5255618"/>
                  </a:lnTo>
                  <a:lnTo>
                    <a:pt x="795300" y="5255618"/>
                  </a:lnTo>
                  <a:lnTo>
                    <a:pt x="795953" y="5255618"/>
                  </a:lnTo>
                  <a:lnTo>
                    <a:pt x="796419" y="5255618"/>
                  </a:lnTo>
                  <a:lnTo>
                    <a:pt x="796606" y="5255618"/>
                  </a:lnTo>
                  <a:lnTo>
                    <a:pt x="796699" y="5255618"/>
                  </a:lnTo>
                  <a:lnTo>
                    <a:pt x="796979" y="5255618"/>
                  </a:lnTo>
                  <a:lnTo>
                    <a:pt x="797165" y="5255618"/>
                  </a:lnTo>
                  <a:lnTo>
                    <a:pt x="797258" y="5255618"/>
                  </a:lnTo>
                  <a:lnTo>
                    <a:pt x="797352" y="5255618"/>
                  </a:lnTo>
                  <a:lnTo>
                    <a:pt x="798004" y="5255618"/>
                  </a:lnTo>
                  <a:lnTo>
                    <a:pt x="798470" y="5255618"/>
                  </a:lnTo>
                  <a:lnTo>
                    <a:pt x="798750" y="5255618"/>
                  </a:lnTo>
                  <a:lnTo>
                    <a:pt x="798843" y="5255618"/>
                  </a:lnTo>
                  <a:lnTo>
                    <a:pt x="799123" y="5255618"/>
                  </a:lnTo>
                  <a:lnTo>
                    <a:pt x="799589" y="5245664"/>
                  </a:lnTo>
                  <a:lnTo>
                    <a:pt x="799683" y="5245664"/>
                  </a:lnTo>
                  <a:lnTo>
                    <a:pt x="800242" y="5245664"/>
                  </a:lnTo>
                  <a:lnTo>
                    <a:pt x="800335" y="5245664"/>
                  </a:lnTo>
                  <a:lnTo>
                    <a:pt x="800429" y="5245664"/>
                  </a:lnTo>
                  <a:lnTo>
                    <a:pt x="800708" y="5245664"/>
                  </a:lnTo>
                  <a:lnTo>
                    <a:pt x="800988" y="5245664"/>
                  </a:lnTo>
                  <a:lnTo>
                    <a:pt x="801081" y="5245664"/>
                  </a:lnTo>
                  <a:lnTo>
                    <a:pt x="801361" y="5245664"/>
                  </a:lnTo>
                  <a:lnTo>
                    <a:pt x="801734" y="5245664"/>
                  </a:lnTo>
                  <a:lnTo>
                    <a:pt x="801827" y="5245664"/>
                  </a:lnTo>
                  <a:lnTo>
                    <a:pt x="802014" y="5245664"/>
                  </a:lnTo>
                  <a:lnTo>
                    <a:pt x="802294" y="5245664"/>
                  </a:lnTo>
                  <a:lnTo>
                    <a:pt x="802667" y="5245664"/>
                  </a:lnTo>
                  <a:lnTo>
                    <a:pt x="802760" y="5245664"/>
                  </a:lnTo>
                  <a:lnTo>
                    <a:pt x="803226" y="5245664"/>
                  </a:lnTo>
                  <a:lnTo>
                    <a:pt x="803506" y="5245664"/>
                  </a:lnTo>
                  <a:lnTo>
                    <a:pt x="804065" y="5245664"/>
                  </a:lnTo>
                  <a:lnTo>
                    <a:pt x="804159" y="5245664"/>
                  </a:lnTo>
                  <a:lnTo>
                    <a:pt x="804252" y="5245664"/>
                  </a:lnTo>
                  <a:lnTo>
                    <a:pt x="804438" y="5245664"/>
                  </a:lnTo>
                  <a:lnTo>
                    <a:pt x="804718" y="5235710"/>
                  </a:lnTo>
                  <a:lnTo>
                    <a:pt x="804811" y="5235710"/>
                  </a:lnTo>
                  <a:lnTo>
                    <a:pt x="805091" y="5235710"/>
                  </a:lnTo>
                  <a:lnTo>
                    <a:pt x="805277" y="5235710"/>
                  </a:lnTo>
                  <a:lnTo>
                    <a:pt x="805464" y="5235710"/>
                  </a:lnTo>
                  <a:lnTo>
                    <a:pt x="805650" y="5235710"/>
                  </a:lnTo>
                  <a:lnTo>
                    <a:pt x="806023" y="5235710"/>
                  </a:lnTo>
                  <a:lnTo>
                    <a:pt x="806117" y="5235710"/>
                  </a:lnTo>
                  <a:lnTo>
                    <a:pt x="806490" y="5235710"/>
                  </a:lnTo>
                  <a:lnTo>
                    <a:pt x="806676" y="5235710"/>
                  </a:lnTo>
                  <a:lnTo>
                    <a:pt x="807142" y="5235710"/>
                  </a:lnTo>
                  <a:lnTo>
                    <a:pt x="807236" y="5235710"/>
                  </a:lnTo>
                  <a:lnTo>
                    <a:pt x="807329" y="5235710"/>
                  </a:lnTo>
                  <a:lnTo>
                    <a:pt x="807422" y="5235710"/>
                  </a:lnTo>
                  <a:lnTo>
                    <a:pt x="807702" y="5235710"/>
                  </a:lnTo>
                  <a:lnTo>
                    <a:pt x="807795" y="5235710"/>
                  </a:lnTo>
                  <a:lnTo>
                    <a:pt x="808261" y="5235710"/>
                  </a:lnTo>
                  <a:lnTo>
                    <a:pt x="808541" y="5235710"/>
                  </a:lnTo>
                  <a:lnTo>
                    <a:pt x="808821" y="5235710"/>
                  </a:lnTo>
                  <a:lnTo>
                    <a:pt x="808914" y="5235710"/>
                  </a:lnTo>
                  <a:lnTo>
                    <a:pt x="809194" y="5235710"/>
                  </a:lnTo>
                  <a:lnTo>
                    <a:pt x="809380" y="5235710"/>
                  </a:lnTo>
                  <a:lnTo>
                    <a:pt x="809660" y="5235710"/>
                  </a:lnTo>
                  <a:lnTo>
                    <a:pt x="810406" y="5235710"/>
                  </a:lnTo>
                  <a:lnTo>
                    <a:pt x="810593" y="5235710"/>
                  </a:lnTo>
                  <a:lnTo>
                    <a:pt x="810872" y="5235710"/>
                  </a:lnTo>
                  <a:lnTo>
                    <a:pt x="810966" y="5235710"/>
                  </a:lnTo>
                  <a:lnTo>
                    <a:pt x="811618" y="5235710"/>
                  </a:lnTo>
                  <a:lnTo>
                    <a:pt x="811805" y="5235710"/>
                  </a:lnTo>
                  <a:lnTo>
                    <a:pt x="811898" y="5235710"/>
                  </a:lnTo>
                  <a:lnTo>
                    <a:pt x="812271" y="5235710"/>
                  </a:lnTo>
                  <a:lnTo>
                    <a:pt x="812830" y="5235710"/>
                  </a:lnTo>
                  <a:lnTo>
                    <a:pt x="812924" y="5235710"/>
                  </a:lnTo>
                  <a:lnTo>
                    <a:pt x="813017" y="5235710"/>
                  </a:lnTo>
                  <a:lnTo>
                    <a:pt x="813390" y="5235710"/>
                  </a:lnTo>
                  <a:lnTo>
                    <a:pt x="813483" y="5235710"/>
                  </a:lnTo>
                  <a:lnTo>
                    <a:pt x="813670" y="5235710"/>
                  </a:lnTo>
                  <a:lnTo>
                    <a:pt x="814043" y="5235710"/>
                  </a:lnTo>
                  <a:lnTo>
                    <a:pt x="814136" y="5235710"/>
                  </a:lnTo>
                  <a:lnTo>
                    <a:pt x="814509" y="5235710"/>
                  </a:lnTo>
                  <a:lnTo>
                    <a:pt x="814789" y="5235710"/>
                  </a:lnTo>
                  <a:lnTo>
                    <a:pt x="814882" y="5235710"/>
                  </a:lnTo>
                  <a:lnTo>
                    <a:pt x="814975" y="5235710"/>
                  </a:lnTo>
                  <a:lnTo>
                    <a:pt x="815162" y="5235710"/>
                  </a:lnTo>
                  <a:lnTo>
                    <a:pt x="815628" y="5235710"/>
                  </a:lnTo>
                  <a:lnTo>
                    <a:pt x="815721" y="5235710"/>
                  </a:lnTo>
                  <a:lnTo>
                    <a:pt x="815908" y="5235710"/>
                  </a:lnTo>
                  <a:lnTo>
                    <a:pt x="816374" y="5235710"/>
                  </a:lnTo>
                  <a:lnTo>
                    <a:pt x="816840" y="5235710"/>
                  </a:lnTo>
                  <a:lnTo>
                    <a:pt x="817586" y="5235710"/>
                  </a:lnTo>
                  <a:lnTo>
                    <a:pt x="817773" y="5225756"/>
                  </a:lnTo>
                  <a:lnTo>
                    <a:pt x="818052" y="5225756"/>
                  </a:lnTo>
                  <a:lnTo>
                    <a:pt x="818239" y="5225756"/>
                  </a:lnTo>
                  <a:lnTo>
                    <a:pt x="818332" y="5225756"/>
                  </a:lnTo>
                  <a:lnTo>
                    <a:pt x="818425" y="5225756"/>
                  </a:lnTo>
                  <a:lnTo>
                    <a:pt x="818612" y="5225756"/>
                  </a:lnTo>
                  <a:lnTo>
                    <a:pt x="818705" y="5225756"/>
                  </a:lnTo>
                  <a:lnTo>
                    <a:pt x="819078" y="5225756"/>
                  </a:lnTo>
                  <a:lnTo>
                    <a:pt x="819171" y="5225756"/>
                  </a:lnTo>
                  <a:lnTo>
                    <a:pt x="819264" y="5225756"/>
                  </a:lnTo>
                  <a:lnTo>
                    <a:pt x="819824" y="5225756"/>
                  </a:lnTo>
                  <a:lnTo>
                    <a:pt x="820104" y="5225756"/>
                  </a:lnTo>
                  <a:lnTo>
                    <a:pt x="820383" y="5225756"/>
                  </a:lnTo>
                  <a:lnTo>
                    <a:pt x="820663" y="5225756"/>
                  </a:lnTo>
                  <a:lnTo>
                    <a:pt x="820756" y="5225756"/>
                  </a:lnTo>
                  <a:lnTo>
                    <a:pt x="820943" y="5225756"/>
                  </a:lnTo>
                  <a:lnTo>
                    <a:pt x="821502" y="5225756"/>
                  </a:lnTo>
                  <a:lnTo>
                    <a:pt x="821782" y="5225756"/>
                  </a:lnTo>
                  <a:lnTo>
                    <a:pt x="821875" y="5215803"/>
                  </a:lnTo>
                  <a:lnTo>
                    <a:pt x="822062" y="5215803"/>
                  </a:lnTo>
                  <a:lnTo>
                    <a:pt x="822248" y="5215803"/>
                  </a:lnTo>
                  <a:lnTo>
                    <a:pt x="822528" y="5215803"/>
                  </a:lnTo>
                  <a:lnTo>
                    <a:pt x="822808" y="5215803"/>
                  </a:lnTo>
                  <a:lnTo>
                    <a:pt x="822994" y="5215803"/>
                  </a:lnTo>
                  <a:lnTo>
                    <a:pt x="823181" y="5215803"/>
                  </a:lnTo>
                  <a:lnTo>
                    <a:pt x="823554" y="5215803"/>
                  </a:lnTo>
                  <a:lnTo>
                    <a:pt x="824300" y="5215803"/>
                  </a:lnTo>
                  <a:lnTo>
                    <a:pt x="824393" y="5215803"/>
                  </a:lnTo>
                  <a:lnTo>
                    <a:pt x="824859" y="5215803"/>
                  </a:lnTo>
                  <a:lnTo>
                    <a:pt x="825046" y="5215803"/>
                  </a:lnTo>
                  <a:lnTo>
                    <a:pt x="825326" y="5215803"/>
                  </a:lnTo>
                  <a:lnTo>
                    <a:pt x="825419" y="5205849"/>
                  </a:lnTo>
                  <a:lnTo>
                    <a:pt x="825978" y="5205849"/>
                  </a:lnTo>
                  <a:lnTo>
                    <a:pt x="826258" y="5205849"/>
                  </a:lnTo>
                  <a:lnTo>
                    <a:pt x="826444" y="5205849"/>
                  </a:lnTo>
                  <a:lnTo>
                    <a:pt x="826724" y="5205849"/>
                  </a:lnTo>
                  <a:lnTo>
                    <a:pt x="827377" y="5205849"/>
                  </a:lnTo>
                  <a:lnTo>
                    <a:pt x="827470" y="5205849"/>
                  </a:lnTo>
                  <a:lnTo>
                    <a:pt x="827657" y="5205849"/>
                  </a:lnTo>
                  <a:lnTo>
                    <a:pt x="828030" y="5205849"/>
                  </a:lnTo>
                  <a:lnTo>
                    <a:pt x="828962" y="5205849"/>
                  </a:lnTo>
                  <a:lnTo>
                    <a:pt x="829149" y="5205849"/>
                  </a:lnTo>
                  <a:lnTo>
                    <a:pt x="829615" y="5205849"/>
                  </a:lnTo>
                  <a:lnTo>
                    <a:pt x="830081" y="5195895"/>
                  </a:lnTo>
                  <a:lnTo>
                    <a:pt x="830174" y="5195895"/>
                  </a:lnTo>
                  <a:lnTo>
                    <a:pt x="830920" y="5195895"/>
                  </a:lnTo>
                  <a:lnTo>
                    <a:pt x="831014" y="5195895"/>
                  </a:lnTo>
                  <a:lnTo>
                    <a:pt x="831200" y="5195895"/>
                  </a:lnTo>
                  <a:lnTo>
                    <a:pt x="831480" y="5195895"/>
                  </a:lnTo>
                  <a:lnTo>
                    <a:pt x="831853" y="5195895"/>
                  </a:lnTo>
                  <a:lnTo>
                    <a:pt x="833345" y="5195895"/>
                  </a:lnTo>
                  <a:lnTo>
                    <a:pt x="833438" y="5195895"/>
                  </a:lnTo>
                  <a:lnTo>
                    <a:pt x="833531" y="5195895"/>
                  </a:lnTo>
                  <a:lnTo>
                    <a:pt x="833624" y="5195895"/>
                  </a:lnTo>
                  <a:lnTo>
                    <a:pt x="833811" y="5195895"/>
                  </a:lnTo>
                  <a:lnTo>
                    <a:pt x="834184" y="5195895"/>
                  </a:lnTo>
                  <a:lnTo>
                    <a:pt x="834277" y="5195895"/>
                  </a:lnTo>
                  <a:lnTo>
                    <a:pt x="834650" y="5195895"/>
                  </a:lnTo>
                  <a:lnTo>
                    <a:pt x="834743" y="5195895"/>
                  </a:lnTo>
                  <a:lnTo>
                    <a:pt x="834837" y="5195895"/>
                  </a:lnTo>
                  <a:lnTo>
                    <a:pt x="834930" y="5195895"/>
                  </a:lnTo>
                  <a:lnTo>
                    <a:pt x="835676" y="5195895"/>
                  </a:lnTo>
                  <a:lnTo>
                    <a:pt x="835956" y="5195895"/>
                  </a:lnTo>
                  <a:lnTo>
                    <a:pt x="836608" y="5195895"/>
                  </a:lnTo>
                  <a:lnTo>
                    <a:pt x="836702" y="5195895"/>
                  </a:lnTo>
                  <a:lnTo>
                    <a:pt x="836888" y="5195895"/>
                  </a:lnTo>
                  <a:lnTo>
                    <a:pt x="837075" y="5195895"/>
                  </a:lnTo>
                  <a:lnTo>
                    <a:pt x="837448" y="5195895"/>
                  </a:lnTo>
                  <a:lnTo>
                    <a:pt x="837634" y="5195895"/>
                  </a:lnTo>
                  <a:lnTo>
                    <a:pt x="837914" y="5195895"/>
                  </a:lnTo>
                  <a:lnTo>
                    <a:pt x="838007" y="5195895"/>
                  </a:lnTo>
                  <a:lnTo>
                    <a:pt x="838473" y="5195895"/>
                  </a:lnTo>
                  <a:lnTo>
                    <a:pt x="838567" y="5195895"/>
                  </a:lnTo>
                  <a:lnTo>
                    <a:pt x="838660" y="5195895"/>
                  </a:lnTo>
                  <a:lnTo>
                    <a:pt x="839406" y="5195895"/>
                  </a:lnTo>
                  <a:lnTo>
                    <a:pt x="839499" y="5195895"/>
                  </a:lnTo>
                  <a:lnTo>
                    <a:pt x="839592" y="5195895"/>
                  </a:lnTo>
                  <a:lnTo>
                    <a:pt x="839685" y="5195895"/>
                  </a:lnTo>
                  <a:lnTo>
                    <a:pt x="840618" y="5195895"/>
                  </a:lnTo>
                  <a:lnTo>
                    <a:pt x="840898" y="5195895"/>
                  </a:lnTo>
                  <a:lnTo>
                    <a:pt x="841084" y="5195895"/>
                  </a:lnTo>
                  <a:lnTo>
                    <a:pt x="841177" y="5195895"/>
                  </a:lnTo>
                  <a:lnTo>
                    <a:pt x="841271" y="5195895"/>
                  </a:lnTo>
                  <a:lnTo>
                    <a:pt x="841457" y="5195895"/>
                  </a:lnTo>
                  <a:lnTo>
                    <a:pt x="841644" y="5195895"/>
                  </a:lnTo>
                  <a:lnTo>
                    <a:pt x="842390" y="5195895"/>
                  </a:lnTo>
                  <a:lnTo>
                    <a:pt x="843136" y="5195895"/>
                  </a:lnTo>
                  <a:lnTo>
                    <a:pt x="843229" y="5195895"/>
                  </a:lnTo>
                  <a:lnTo>
                    <a:pt x="843415" y="5195895"/>
                  </a:lnTo>
                  <a:lnTo>
                    <a:pt x="843788" y="5195895"/>
                  </a:lnTo>
                  <a:lnTo>
                    <a:pt x="844068" y="5195895"/>
                  </a:lnTo>
                  <a:lnTo>
                    <a:pt x="844161" y="5195895"/>
                  </a:lnTo>
                  <a:lnTo>
                    <a:pt x="844907" y="5195895"/>
                  </a:lnTo>
                  <a:lnTo>
                    <a:pt x="845280" y="5195895"/>
                  </a:lnTo>
                  <a:lnTo>
                    <a:pt x="845840" y="5195895"/>
                  </a:lnTo>
                  <a:lnTo>
                    <a:pt x="845933" y="5195895"/>
                  </a:lnTo>
                  <a:lnTo>
                    <a:pt x="846026" y="5195895"/>
                  </a:lnTo>
                  <a:lnTo>
                    <a:pt x="846306" y="5195895"/>
                  </a:lnTo>
                  <a:lnTo>
                    <a:pt x="846586" y="5195895"/>
                  </a:lnTo>
                  <a:lnTo>
                    <a:pt x="846772" y="5195895"/>
                  </a:lnTo>
                  <a:lnTo>
                    <a:pt x="846865" y="5195895"/>
                  </a:lnTo>
                  <a:lnTo>
                    <a:pt x="846959" y="5195895"/>
                  </a:lnTo>
                  <a:lnTo>
                    <a:pt x="847332" y="5195895"/>
                  </a:lnTo>
                  <a:lnTo>
                    <a:pt x="847425" y="5195895"/>
                  </a:lnTo>
                  <a:lnTo>
                    <a:pt x="847518" y="5195895"/>
                  </a:lnTo>
                  <a:lnTo>
                    <a:pt x="847705" y="5195895"/>
                  </a:lnTo>
                  <a:lnTo>
                    <a:pt x="847798" y="5195895"/>
                  </a:lnTo>
                  <a:lnTo>
                    <a:pt x="847984" y="5195895"/>
                  </a:lnTo>
                  <a:lnTo>
                    <a:pt x="848264" y="5195895"/>
                  </a:lnTo>
                  <a:lnTo>
                    <a:pt x="848357" y="5195895"/>
                  </a:lnTo>
                  <a:lnTo>
                    <a:pt x="848451" y="5195895"/>
                  </a:lnTo>
                  <a:lnTo>
                    <a:pt x="849010" y="5195895"/>
                  </a:lnTo>
                  <a:lnTo>
                    <a:pt x="849476" y="5195895"/>
                  </a:lnTo>
                  <a:lnTo>
                    <a:pt x="850129" y="5195895"/>
                  </a:lnTo>
                  <a:lnTo>
                    <a:pt x="850595" y="5185941"/>
                  </a:lnTo>
                  <a:lnTo>
                    <a:pt x="850875" y="5185941"/>
                  </a:lnTo>
                  <a:lnTo>
                    <a:pt x="851435" y="5185941"/>
                  </a:lnTo>
                  <a:lnTo>
                    <a:pt x="851714" y="5185941"/>
                  </a:lnTo>
                  <a:lnTo>
                    <a:pt x="851808" y="5185941"/>
                  </a:lnTo>
                  <a:lnTo>
                    <a:pt x="851901" y="5185941"/>
                  </a:lnTo>
                  <a:lnTo>
                    <a:pt x="852367" y="5185941"/>
                  </a:lnTo>
                  <a:lnTo>
                    <a:pt x="852833" y="5185941"/>
                  </a:lnTo>
                  <a:lnTo>
                    <a:pt x="853300" y="5185941"/>
                  </a:lnTo>
                  <a:lnTo>
                    <a:pt x="853393" y="5185941"/>
                  </a:lnTo>
                  <a:lnTo>
                    <a:pt x="853672" y="5185941"/>
                  </a:lnTo>
                  <a:lnTo>
                    <a:pt x="854045" y="5185941"/>
                  </a:lnTo>
                  <a:lnTo>
                    <a:pt x="854232" y="5185941"/>
                  </a:lnTo>
                  <a:lnTo>
                    <a:pt x="854325" y="5185941"/>
                  </a:lnTo>
                  <a:lnTo>
                    <a:pt x="854698" y="5185941"/>
                  </a:lnTo>
                  <a:lnTo>
                    <a:pt x="854885" y="5185941"/>
                  </a:lnTo>
                  <a:lnTo>
                    <a:pt x="855164" y="5185941"/>
                  </a:lnTo>
                  <a:lnTo>
                    <a:pt x="855444" y="5185941"/>
                  </a:lnTo>
                  <a:lnTo>
                    <a:pt x="855724" y="5185941"/>
                  </a:lnTo>
                  <a:lnTo>
                    <a:pt x="856470" y="5185941"/>
                  </a:lnTo>
                  <a:lnTo>
                    <a:pt x="856843" y="5185941"/>
                  </a:lnTo>
                  <a:lnTo>
                    <a:pt x="856936" y="5185941"/>
                  </a:lnTo>
                  <a:lnTo>
                    <a:pt x="857029" y="5185941"/>
                  </a:lnTo>
                  <a:lnTo>
                    <a:pt x="857496" y="5185941"/>
                  </a:lnTo>
                  <a:lnTo>
                    <a:pt x="857682" y="5185941"/>
                  </a:lnTo>
                  <a:lnTo>
                    <a:pt x="857869" y="5185941"/>
                  </a:lnTo>
                  <a:lnTo>
                    <a:pt x="858055" y="5185941"/>
                  </a:lnTo>
                  <a:lnTo>
                    <a:pt x="858148" y="5185941"/>
                  </a:lnTo>
                  <a:lnTo>
                    <a:pt x="858428" y="5185941"/>
                  </a:lnTo>
                  <a:lnTo>
                    <a:pt x="858615" y="5185941"/>
                  </a:lnTo>
                  <a:lnTo>
                    <a:pt x="860107" y="5185941"/>
                  </a:lnTo>
                  <a:lnTo>
                    <a:pt x="860386" y="5185941"/>
                  </a:lnTo>
                  <a:lnTo>
                    <a:pt x="860946" y="5185941"/>
                  </a:lnTo>
                  <a:lnTo>
                    <a:pt x="861132" y="5185941"/>
                  </a:lnTo>
                  <a:lnTo>
                    <a:pt x="861505" y="5185941"/>
                  </a:lnTo>
                  <a:lnTo>
                    <a:pt x="861692" y="5185941"/>
                  </a:lnTo>
                  <a:lnTo>
                    <a:pt x="861878" y="5185941"/>
                  </a:lnTo>
                  <a:lnTo>
                    <a:pt x="862065" y="5185941"/>
                  </a:lnTo>
                  <a:lnTo>
                    <a:pt x="862904" y="5185941"/>
                  </a:lnTo>
                  <a:lnTo>
                    <a:pt x="863090" y="5185941"/>
                  </a:lnTo>
                  <a:lnTo>
                    <a:pt x="863184" y="5185941"/>
                  </a:lnTo>
                  <a:lnTo>
                    <a:pt x="863650" y="5185941"/>
                  </a:lnTo>
                  <a:lnTo>
                    <a:pt x="864209" y="5185941"/>
                  </a:lnTo>
                  <a:lnTo>
                    <a:pt x="864303" y="5185941"/>
                  </a:lnTo>
                  <a:lnTo>
                    <a:pt x="864489" y="5185941"/>
                  </a:lnTo>
                  <a:lnTo>
                    <a:pt x="865049" y="5185941"/>
                  </a:lnTo>
                  <a:lnTo>
                    <a:pt x="865142" y="5185941"/>
                  </a:lnTo>
                  <a:lnTo>
                    <a:pt x="865235" y="5185941"/>
                  </a:lnTo>
                  <a:lnTo>
                    <a:pt x="866168" y="5185941"/>
                  </a:lnTo>
                  <a:lnTo>
                    <a:pt x="866447" y="5185941"/>
                  </a:lnTo>
                  <a:lnTo>
                    <a:pt x="866541" y="5185941"/>
                  </a:lnTo>
                  <a:lnTo>
                    <a:pt x="867007" y="5185941"/>
                  </a:lnTo>
                  <a:lnTo>
                    <a:pt x="867286" y="5185941"/>
                  </a:lnTo>
                  <a:lnTo>
                    <a:pt x="868219" y="5185941"/>
                  </a:lnTo>
                  <a:lnTo>
                    <a:pt x="868872" y="5185941"/>
                  </a:lnTo>
                  <a:lnTo>
                    <a:pt x="869151" y="5185941"/>
                  </a:lnTo>
                  <a:lnTo>
                    <a:pt x="869245" y="5185941"/>
                  </a:lnTo>
                  <a:lnTo>
                    <a:pt x="869431" y="5185941"/>
                  </a:lnTo>
                  <a:lnTo>
                    <a:pt x="869804" y="5185941"/>
                  </a:lnTo>
                  <a:lnTo>
                    <a:pt x="869897" y="5185941"/>
                  </a:lnTo>
                  <a:lnTo>
                    <a:pt x="869991" y="5185941"/>
                  </a:lnTo>
                  <a:lnTo>
                    <a:pt x="870457" y="5185941"/>
                  </a:lnTo>
                  <a:lnTo>
                    <a:pt x="871110" y="5185941"/>
                  </a:lnTo>
                  <a:lnTo>
                    <a:pt x="871389" y="5185941"/>
                  </a:lnTo>
                  <a:lnTo>
                    <a:pt x="871669" y="5185941"/>
                  </a:lnTo>
                  <a:lnTo>
                    <a:pt x="871762" y="5185941"/>
                  </a:lnTo>
                  <a:lnTo>
                    <a:pt x="871949" y="5185941"/>
                  </a:lnTo>
                  <a:lnTo>
                    <a:pt x="872135" y="5185941"/>
                  </a:lnTo>
                  <a:lnTo>
                    <a:pt x="872508" y="5185941"/>
                  </a:lnTo>
                  <a:lnTo>
                    <a:pt x="872695" y="5185941"/>
                  </a:lnTo>
                  <a:lnTo>
                    <a:pt x="872788" y="5185941"/>
                  </a:lnTo>
                  <a:lnTo>
                    <a:pt x="872881" y="5185941"/>
                  </a:lnTo>
                  <a:lnTo>
                    <a:pt x="873441" y="5185941"/>
                  </a:lnTo>
                  <a:lnTo>
                    <a:pt x="873721" y="5185941"/>
                  </a:lnTo>
                  <a:lnTo>
                    <a:pt x="874373" y="5185941"/>
                  </a:lnTo>
                  <a:lnTo>
                    <a:pt x="874653" y="5185941"/>
                  </a:lnTo>
                  <a:lnTo>
                    <a:pt x="874839" y="5185941"/>
                  </a:lnTo>
                  <a:lnTo>
                    <a:pt x="875212" y="5185941"/>
                  </a:lnTo>
                  <a:lnTo>
                    <a:pt x="875492" y="5185941"/>
                  </a:lnTo>
                  <a:lnTo>
                    <a:pt x="875585" y="5185941"/>
                  </a:lnTo>
                  <a:lnTo>
                    <a:pt x="875772" y="5185941"/>
                  </a:lnTo>
                  <a:lnTo>
                    <a:pt x="876425" y="5185941"/>
                  </a:lnTo>
                  <a:lnTo>
                    <a:pt x="876518" y="5185941"/>
                  </a:lnTo>
                  <a:lnTo>
                    <a:pt x="877544" y="5185941"/>
                  </a:lnTo>
                  <a:lnTo>
                    <a:pt x="877823" y="5185941"/>
                  </a:lnTo>
                  <a:lnTo>
                    <a:pt x="878010" y="5175987"/>
                  </a:lnTo>
                  <a:lnTo>
                    <a:pt x="878103" y="5175987"/>
                  </a:lnTo>
                  <a:lnTo>
                    <a:pt x="878196" y="5175987"/>
                  </a:lnTo>
                  <a:lnTo>
                    <a:pt x="878942" y="5175987"/>
                  </a:lnTo>
                  <a:lnTo>
                    <a:pt x="879222" y="5175987"/>
                  </a:lnTo>
                  <a:lnTo>
                    <a:pt x="879688" y="5175987"/>
                  </a:lnTo>
                  <a:lnTo>
                    <a:pt x="879875" y="5175987"/>
                  </a:lnTo>
                  <a:lnTo>
                    <a:pt x="880434" y="5175987"/>
                  </a:lnTo>
                  <a:lnTo>
                    <a:pt x="881273" y="5166033"/>
                  </a:lnTo>
                  <a:lnTo>
                    <a:pt x="881460" y="5166033"/>
                  </a:lnTo>
                  <a:lnTo>
                    <a:pt x="881740" y="5156080"/>
                  </a:lnTo>
                  <a:lnTo>
                    <a:pt x="881926" y="5156080"/>
                  </a:lnTo>
                  <a:lnTo>
                    <a:pt x="883138" y="5156080"/>
                  </a:lnTo>
                  <a:lnTo>
                    <a:pt x="883232" y="5156080"/>
                  </a:lnTo>
                  <a:lnTo>
                    <a:pt x="883511" y="5156080"/>
                  </a:lnTo>
                  <a:lnTo>
                    <a:pt x="883698" y="5156080"/>
                  </a:lnTo>
                  <a:lnTo>
                    <a:pt x="883791" y="5156080"/>
                  </a:lnTo>
                  <a:lnTo>
                    <a:pt x="883884" y="5156080"/>
                  </a:lnTo>
                  <a:lnTo>
                    <a:pt x="884817" y="5156080"/>
                  </a:lnTo>
                  <a:lnTo>
                    <a:pt x="885097" y="5156080"/>
                  </a:lnTo>
                  <a:lnTo>
                    <a:pt x="885749" y="5156080"/>
                  </a:lnTo>
                  <a:lnTo>
                    <a:pt x="885843" y="5156080"/>
                  </a:lnTo>
                  <a:lnTo>
                    <a:pt x="885936" y="5156080"/>
                  </a:lnTo>
                  <a:lnTo>
                    <a:pt x="886682" y="5156080"/>
                  </a:lnTo>
                  <a:lnTo>
                    <a:pt x="887614" y="5156080"/>
                  </a:lnTo>
                  <a:lnTo>
                    <a:pt x="887987" y="5156080"/>
                  </a:lnTo>
                  <a:lnTo>
                    <a:pt x="888080" y="5156080"/>
                  </a:lnTo>
                  <a:lnTo>
                    <a:pt x="888453" y="5156080"/>
                  </a:lnTo>
                  <a:lnTo>
                    <a:pt x="888733" y="5156080"/>
                  </a:lnTo>
                  <a:lnTo>
                    <a:pt x="889293" y="5156080"/>
                  </a:lnTo>
                  <a:lnTo>
                    <a:pt x="889759" y="5156080"/>
                  </a:lnTo>
                  <a:lnTo>
                    <a:pt x="889852" y="5156080"/>
                  </a:lnTo>
                  <a:lnTo>
                    <a:pt x="890225" y="5156080"/>
                  </a:lnTo>
                  <a:lnTo>
                    <a:pt x="890691" y="5156080"/>
                  </a:lnTo>
                  <a:lnTo>
                    <a:pt x="890785" y="5156080"/>
                  </a:lnTo>
                  <a:lnTo>
                    <a:pt x="891064" y="5156080"/>
                  </a:lnTo>
                  <a:lnTo>
                    <a:pt x="891251" y="5156080"/>
                  </a:lnTo>
                  <a:lnTo>
                    <a:pt x="891531" y="5156080"/>
                  </a:lnTo>
                  <a:lnTo>
                    <a:pt x="891717" y="5156080"/>
                  </a:lnTo>
                  <a:lnTo>
                    <a:pt x="891810" y="5156080"/>
                  </a:lnTo>
                  <a:lnTo>
                    <a:pt x="891904" y="5156080"/>
                  </a:lnTo>
                  <a:lnTo>
                    <a:pt x="892090" y="5156080"/>
                  </a:lnTo>
                  <a:lnTo>
                    <a:pt x="892929" y="5156080"/>
                  </a:lnTo>
                  <a:lnTo>
                    <a:pt x="893582" y="5156080"/>
                  </a:lnTo>
                  <a:lnTo>
                    <a:pt x="893769" y="5156080"/>
                  </a:lnTo>
                  <a:lnTo>
                    <a:pt x="893955" y="5156080"/>
                  </a:lnTo>
                  <a:lnTo>
                    <a:pt x="894235" y="5156080"/>
                  </a:lnTo>
                  <a:lnTo>
                    <a:pt x="894421" y="5156080"/>
                  </a:lnTo>
                  <a:lnTo>
                    <a:pt x="894515" y="5156080"/>
                  </a:lnTo>
                  <a:lnTo>
                    <a:pt x="894888" y="5156080"/>
                  </a:lnTo>
                  <a:lnTo>
                    <a:pt x="895074" y="5156080"/>
                  </a:lnTo>
                  <a:lnTo>
                    <a:pt x="895260" y="5156080"/>
                  </a:lnTo>
                  <a:lnTo>
                    <a:pt x="895447" y="5156080"/>
                  </a:lnTo>
                  <a:lnTo>
                    <a:pt x="895540" y="5146126"/>
                  </a:lnTo>
                  <a:lnTo>
                    <a:pt x="895820" y="5146126"/>
                  </a:lnTo>
                  <a:lnTo>
                    <a:pt x="896286" y="5146126"/>
                  </a:lnTo>
                  <a:lnTo>
                    <a:pt x="896473" y="5146126"/>
                  </a:lnTo>
                  <a:lnTo>
                    <a:pt x="896566" y="5146126"/>
                  </a:lnTo>
                  <a:lnTo>
                    <a:pt x="897032" y="5146126"/>
                  </a:lnTo>
                  <a:lnTo>
                    <a:pt x="897125" y="5146126"/>
                  </a:lnTo>
                  <a:lnTo>
                    <a:pt x="897219" y="5146126"/>
                  </a:lnTo>
                  <a:lnTo>
                    <a:pt x="897405" y="5146126"/>
                  </a:lnTo>
                  <a:lnTo>
                    <a:pt x="898151" y="5146126"/>
                  </a:lnTo>
                  <a:lnTo>
                    <a:pt x="898990" y="5146126"/>
                  </a:lnTo>
                  <a:lnTo>
                    <a:pt x="899084" y="5136172"/>
                  </a:lnTo>
                  <a:lnTo>
                    <a:pt x="900389" y="5136172"/>
                  </a:lnTo>
                  <a:lnTo>
                    <a:pt x="900482" y="5136172"/>
                  </a:lnTo>
                  <a:lnTo>
                    <a:pt x="900762" y="5136172"/>
                  </a:lnTo>
                  <a:lnTo>
                    <a:pt x="901135" y="5136172"/>
                  </a:lnTo>
                  <a:lnTo>
                    <a:pt x="901415" y="5136172"/>
                  </a:lnTo>
                  <a:lnTo>
                    <a:pt x="901601" y="5136172"/>
                  </a:lnTo>
                  <a:lnTo>
                    <a:pt x="901881" y="5136172"/>
                  </a:lnTo>
                  <a:lnTo>
                    <a:pt x="902440" y="5136172"/>
                  </a:lnTo>
                  <a:lnTo>
                    <a:pt x="902907" y="5136172"/>
                  </a:lnTo>
                  <a:lnTo>
                    <a:pt x="903373" y="5136172"/>
                  </a:lnTo>
                  <a:lnTo>
                    <a:pt x="903466" y="5136172"/>
                  </a:lnTo>
                  <a:lnTo>
                    <a:pt x="904212" y="5136172"/>
                  </a:lnTo>
                  <a:lnTo>
                    <a:pt x="904305" y="5136172"/>
                  </a:lnTo>
                  <a:lnTo>
                    <a:pt x="904958" y="5136172"/>
                  </a:lnTo>
                  <a:lnTo>
                    <a:pt x="905518" y="5136172"/>
                  </a:lnTo>
                  <a:lnTo>
                    <a:pt x="905984" y="5136172"/>
                  </a:lnTo>
                  <a:lnTo>
                    <a:pt x="906077" y="5136172"/>
                  </a:lnTo>
                  <a:lnTo>
                    <a:pt x="906170" y="5136172"/>
                  </a:lnTo>
                  <a:lnTo>
                    <a:pt x="906264" y="5136172"/>
                  </a:lnTo>
                  <a:lnTo>
                    <a:pt x="906543" y="5136172"/>
                  </a:lnTo>
                  <a:lnTo>
                    <a:pt x="907289" y="5136172"/>
                  </a:lnTo>
                  <a:lnTo>
                    <a:pt x="907383" y="5136172"/>
                  </a:lnTo>
                  <a:lnTo>
                    <a:pt x="907662" y="5126218"/>
                  </a:lnTo>
                  <a:lnTo>
                    <a:pt x="907756" y="5126218"/>
                  </a:lnTo>
                  <a:lnTo>
                    <a:pt x="908129" y="5126218"/>
                  </a:lnTo>
                  <a:lnTo>
                    <a:pt x="908222" y="5126218"/>
                  </a:lnTo>
                  <a:lnTo>
                    <a:pt x="908315" y="5126218"/>
                  </a:lnTo>
                  <a:lnTo>
                    <a:pt x="908595" y="5126218"/>
                  </a:lnTo>
                  <a:lnTo>
                    <a:pt x="908874" y="5126218"/>
                  </a:lnTo>
                  <a:lnTo>
                    <a:pt x="909434" y="5126218"/>
                  </a:lnTo>
                  <a:lnTo>
                    <a:pt x="909900" y="5126218"/>
                  </a:lnTo>
                  <a:lnTo>
                    <a:pt x="909993" y="5126218"/>
                  </a:lnTo>
                  <a:lnTo>
                    <a:pt x="910087" y="5126218"/>
                  </a:lnTo>
                  <a:lnTo>
                    <a:pt x="910180" y="5126218"/>
                  </a:lnTo>
                  <a:lnTo>
                    <a:pt x="910366" y="5126218"/>
                  </a:lnTo>
                  <a:lnTo>
                    <a:pt x="910926" y="5126218"/>
                  </a:lnTo>
                  <a:lnTo>
                    <a:pt x="911299" y="5126218"/>
                  </a:lnTo>
                  <a:lnTo>
                    <a:pt x="911765" y="5126218"/>
                  </a:lnTo>
                  <a:lnTo>
                    <a:pt x="912511" y="5126218"/>
                  </a:lnTo>
                  <a:lnTo>
                    <a:pt x="912604" y="5126218"/>
                  </a:lnTo>
                  <a:lnTo>
                    <a:pt x="912977" y="5126218"/>
                  </a:lnTo>
                  <a:lnTo>
                    <a:pt x="913537" y="5126218"/>
                  </a:lnTo>
                  <a:lnTo>
                    <a:pt x="913630" y="5126218"/>
                  </a:lnTo>
                  <a:lnTo>
                    <a:pt x="914096" y="5126218"/>
                  </a:lnTo>
                  <a:lnTo>
                    <a:pt x="914190" y="5126218"/>
                  </a:lnTo>
                  <a:lnTo>
                    <a:pt x="914469" y="5126218"/>
                  </a:lnTo>
                  <a:lnTo>
                    <a:pt x="914563" y="5126218"/>
                  </a:lnTo>
                  <a:lnTo>
                    <a:pt x="915215" y="5126218"/>
                  </a:lnTo>
                  <a:lnTo>
                    <a:pt x="915495" y="5126218"/>
                  </a:lnTo>
                  <a:lnTo>
                    <a:pt x="915775" y="5126218"/>
                  </a:lnTo>
                  <a:lnTo>
                    <a:pt x="915961" y="5126218"/>
                  </a:lnTo>
                  <a:lnTo>
                    <a:pt x="916148" y="5126218"/>
                  </a:lnTo>
                  <a:lnTo>
                    <a:pt x="916707" y="5126218"/>
                  </a:lnTo>
                  <a:lnTo>
                    <a:pt x="917080" y="5126218"/>
                  </a:lnTo>
                  <a:lnTo>
                    <a:pt x="917546" y="5126218"/>
                  </a:lnTo>
                  <a:lnTo>
                    <a:pt x="917826" y="5126218"/>
                  </a:lnTo>
                  <a:lnTo>
                    <a:pt x="918292" y="5126218"/>
                  </a:lnTo>
                  <a:lnTo>
                    <a:pt x="918572" y="5126218"/>
                  </a:lnTo>
                  <a:lnTo>
                    <a:pt x="919411" y="5126218"/>
                  </a:lnTo>
                  <a:lnTo>
                    <a:pt x="919505" y="5126218"/>
                  </a:lnTo>
                  <a:lnTo>
                    <a:pt x="919598" y="5126218"/>
                  </a:lnTo>
                  <a:lnTo>
                    <a:pt x="920251" y="5126218"/>
                  </a:lnTo>
                  <a:lnTo>
                    <a:pt x="920344" y="5126218"/>
                  </a:lnTo>
                  <a:lnTo>
                    <a:pt x="920624" y="5126218"/>
                  </a:lnTo>
                  <a:lnTo>
                    <a:pt x="920810" y="5126218"/>
                  </a:lnTo>
                  <a:lnTo>
                    <a:pt x="921463" y="5126218"/>
                  </a:lnTo>
                  <a:lnTo>
                    <a:pt x="921836" y="5126218"/>
                  </a:lnTo>
                  <a:lnTo>
                    <a:pt x="922395" y="5126218"/>
                  </a:lnTo>
                  <a:lnTo>
                    <a:pt x="922582" y="5126218"/>
                  </a:lnTo>
                  <a:lnTo>
                    <a:pt x="922675" y="5126218"/>
                  </a:lnTo>
                  <a:lnTo>
                    <a:pt x="922861" y="5126218"/>
                  </a:lnTo>
                  <a:lnTo>
                    <a:pt x="923794" y="5116264"/>
                  </a:lnTo>
                  <a:lnTo>
                    <a:pt x="923887" y="5116264"/>
                  </a:lnTo>
                  <a:lnTo>
                    <a:pt x="924353" y="5116264"/>
                  </a:lnTo>
                  <a:lnTo>
                    <a:pt x="924447" y="5116264"/>
                  </a:lnTo>
                  <a:lnTo>
                    <a:pt x="924633" y="5116264"/>
                  </a:lnTo>
                  <a:lnTo>
                    <a:pt x="924726" y="5116264"/>
                  </a:lnTo>
                  <a:lnTo>
                    <a:pt x="925006" y="5106311"/>
                  </a:lnTo>
                  <a:lnTo>
                    <a:pt x="925099" y="5106311"/>
                  </a:lnTo>
                  <a:lnTo>
                    <a:pt x="925193" y="5106311"/>
                  </a:lnTo>
                  <a:lnTo>
                    <a:pt x="925472" y="5106311"/>
                  </a:lnTo>
                  <a:lnTo>
                    <a:pt x="925566" y="5106311"/>
                  </a:lnTo>
                  <a:lnTo>
                    <a:pt x="925659" y="5106311"/>
                  </a:lnTo>
                  <a:lnTo>
                    <a:pt x="925845" y="5106311"/>
                  </a:lnTo>
                  <a:lnTo>
                    <a:pt x="926685" y="5106311"/>
                  </a:lnTo>
                  <a:lnTo>
                    <a:pt x="926778" y="5106311"/>
                  </a:lnTo>
                  <a:lnTo>
                    <a:pt x="927151" y="5106311"/>
                  </a:lnTo>
                  <a:lnTo>
                    <a:pt x="927710" y="5106311"/>
                  </a:lnTo>
                  <a:lnTo>
                    <a:pt x="928083" y="5106311"/>
                  </a:lnTo>
                  <a:lnTo>
                    <a:pt x="928456" y="5106311"/>
                  </a:lnTo>
                  <a:lnTo>
                    <a:pt x="928550" y="5106311"/>
                  </a:lnTo>
                  <a:lnTo>
                    <a:pt x="928829" y="5106311"/>
                  </a:lnTo>
                  <a:lnTo>
                    <a:pt x="929016" y="5106311"/>
                  </a:lnTo>
                  <a:lnTo>
                    <a:pt x="929482" y="5106311"/>
                  </a:lnTo>
                  <a:lnTo>
                    <a:pt x="929762" y="5106311"/>
                  </a:lnTo>
                  <a:lnTo>
                    <a:pt x="929855" y="5106311"/>
                  </a:lnTo>
                  <a:lnTo>
                    <a:pt x="930041" y="5106311"/>
                  </a:lnTo>
                  <a:lnTo>
                    <a:pt x="930694" y="5106311"/>
                  </a:lnTo>
                  <a:lnTo>
                    <a:pt x="930881" y="5106311"/>
                  </a:lnTo>
                  <a:lnTo>
                    <a:pt x="931067" y="5106311"/>
                  </a:lnTo>
                  <a:lnTo>
                    <a:pt x="931813" y="5106311"/>
                  </a:lnTo>
                  <a:lnTo>
                    <a:pt x="932186" y="5106311"/>
                  </a:lnTo>
                  <a:lnTo>
                    <a:pt x="932559" y="5106311"/>
                  </a:lnTo>
                  <a:lnTo>
                    <a:pt x="932652" y="5106311"/>
                  </a:lnTo>
                  <a:lnTo>
                    <a:pt x="932839" y="5106311"/>
                  </a:lnTo>
                  <a:lnTo>
                    <a:pt x="933212" y="5106311"/>
                  </a:lnTo>
                  <a:lnTo>
                    <a:pt x="933305" y="5106311"/>
                  </a:lnTo>
                  <a:lnTo>
                    <a:pt x="933398" y="5106311"/>
                  </a:lnTo>
                  <a:lnTo>
                    <a:pt x="933492" y="5106311"/>
                  </a:lnTo>
                  <a:lnTo>
                    <a:pt x="933865" y="5106311"/>
                  </a:lnTo>
                  <a:lnTo>
                    <a:pt x="934611" y="5106311"/>
                  </a:lnTo>
                  <a:lnTo>
                    <a:pt x="934704" y="5106311"/>
                  </a:lnTo>
                  <a:lnTo>
                    <a:pt x="934797" y="5106311"/>
                  </a:lnTo>
                  <a:lnTo>
                    <a:pt x="935450" y="5106311"/>
                  </a:lnTo>
                  <a:lnTo>
                    <a:pt x="935636" y="5106311"/>
                  </a:lnTo>
                  <a:lnTo>
                    <a:pt x="935823" y="5106311"/>
                  </a:lnTo>
                  <a:lnTo>
                    <a:pt x="936569" y="5106311"/>
                  </a:lnTo>
                  <a:lnTo>
                    <a:pt x="936662" y="5106311"/>
                  </a:lnTo>
                  <a:lnTo>
                    <a:pt x="937781" y="5106311"/>
                  </a:lnTo>
                  <a:lnTo>
                    <a:pt x="937874" y="5106311"/>
                  </a:lnTo>
                  <a:lnTo>
                    <a:pt x="937967" y="5106311"/>
                  </a:lnTo>
                  <a:lnTo>
                    <a:pt x="938434" y="5106311"/>
                  </a:lnTo>
                  <a:lnTo>
                    <a:pt x="938527" y="5106311"/>
                  </a:lnTo>
                  <a:lnTo>
                    <a:pt x="938993" y="5106311"/>
                  </a:lnTo>
                  <a:lnTo>
                    <a:pt x="939180" y="5106311"/>
                  </a:lnTo>
                  <a:lnTo>
                    <a:pt x="939646" y="5106311"/>
                  </a:lnTo>
                  <a:lnTo>
                    <a:pt x="940392" y="5106311"/>
                  </a:lnTo>
                  <a:lnTo>
                    <a:pt x="941045" y="5106311"/>
                  </a:lnTo>
                  <a:lnTo>
                    <a:pt x="941138" y="5106311"/>
                  </a:lnTo>
                  <a:lnTo>
                    <a:pt x="941324" y="5106311"/>
                  </a:lnTo>
                  <a:lnTo>
                    <a:pt x="941511" y="5106311"/>
                  </a:lnTo>
                  <a:lnTo>
                    <a:pt x="941604" y="5096357"/>
                  </a:lnTo>
                  <a:lnTo>
                    <a:pt x="941791" y="5096357"/>
                  </a:lnTo>
                  <a:lnTo>
                    <a:pt x="942070" y="5096357"/>
                  </a:lnTo>
                  <a:lnTo>
                    <a:pt x="942164" y="5096357"/>
                  </a:lnTo>
                  <a:lnTo>
                    <a:pt x="942630" y="5096357"/>
                  </a:lnTo>
                  <a:lnTo>
                    <a:pt x="943003" y="5096357"/>
                  </a:lnTo>
                  <a:lnTo>
                    <a:pt x="943189" y="5096357"/>
                  </a:lnTo>
                  <a:lnTo>
                    <a:pt x="943469" y="5096357"/>
                  </a:lnTo>
                  <a:lnTo>
                    <a:pt x="943655" y="5096357"/>
                  </a:lnTo>
                  <a:lnTo>
                    <a:pt x="944028" y="5096357"/>
                  </a:lnTo>
                  <a:lnTo>
                    <a:pt x="944122" y="5096357"/>
                  </a:lnTo>
                  <a:lnTo>
                    <a:pt x="944215" y="5096357"/>
                  </a:lnTo>
                  <a:lnTo>
                    <a:pt x="944868" y="5096357"/>
                  </a:lnTo>
                  <a:lnTo>
                    <a:pt x="945241" y="5096357"/>
                  </a:lnTo>
                  <a:lnTo>
                    <a:pt x="945707" y="5096357"/>
                  </a:lnTo>
                  <a:lnTo>
                    <a:pt x="945800" y="5096357"/>
                  </a:lnTo>
                  <a:lnTo>
                    <a:pt x="945987" y="5096357"/>
                  </a:lnTo>
                  <a:lnTo>
                    <a:pt x="946639" y="5086403"/>
                  </a:lnTo>
                  <a:lnTo>
                    <a:pt x="946919" y="5086403"/>
                  </a:lnTo>
                  <a:lnTo>
                    <a:pt x="947199" y="5086403"/>
                  </a:lnTo>
                  <a:lnTo>
                    <a:pt x="947385" y="5086403"/>
                  </a:lnTo>
                  <a:lnTo>
                    <a:pt x="947479" y="5076449"/>
                  </a:lnTo>
                  <a:lnTo>
                    <a:pt x="947758" y="5066495"/>
                  </a:lnTo>
                  <a:lnTo>
                    <a:pt x="947945" y="5066495"/>
                  </a:lnTo>
                  <a:lnTo>
                    <a:pt x="948131" y="5056541"/>
                  </a:lnTo>
                  <a:lnTo>
                    <a:pt x="948784" y="5056541"/>
                  </a:lnTo>
                  <a:lnTo>
                    <a:pt x="949344" y="5056541"/>
                  </a:lnTo>
                  <a:lnTo>
                    <a:pt x="949623" y="5056541"/>
                  </a:lnTo>
                  <a:lnTo>
                    <a:pt x="949717" y="5056541"/>
                  </a:lnTo>
                  <a:lnTo>
                    <a:pt x="949996" y="5056541"/>
                  </a:lnTo>
                  <a:lnTo>
                    <a:pt x="950090" y="5056541"/>
                  </a:lnTo>
                  <a:lnTo>
                    <a:pt x="950556" y="5056541"/>
                  </a:lnTo>
                  <a:lnTo>
                    <a:pt x="950835" y="5056541"/>
                  </a:lnTo>
                  <a:lnTo>
                    <a:pt x="951115" y="5056541"/>
                  </a:lnTo>
                  <a:lnTo>
                    <a:pt x="951208" y="5056541"/>
                  </a:lnTo>
                  <a:lnTo>
                    <a:pt x="951302" y="5056541"/>
                  </a:lnTo>
                  <a:lnTo>
                    <a:pt x="951581" y="5046588"/>
                  </a:lnTo>
                  <a:lnTo>
                    <a:pt x="952514" y="5046588"/>
                  </a:lnTo>
                  <a:lnTo>
                    <a:pt x="952607" y="5046588"/>
                  </a:lnTo>
                  <a:lnTo>
                    <a:pt x="952980" y="5046588"/>
                  </a:lnTo>
                  <a:lnTo>
                    <a:pt x="953260" y="5046588"/>
                  </a:lnTo>
                  <a:lnTo>
                    <a:pt x="953633" y="5046588"/>
                  </a:lnTo>
                  <a:lnTo>
                    <a:pt x="953819" y="5046588"/>
                  </a:lnTo>
                  <a:lnTo>
                    <a:pt x="954286" y="5046588"/>
                  </a:lnTo>
                  <a:lnTo>
                    <a:pt x="954752" y="5046588"/>
                  </a:lnTo>
                  <a:lnTo>
                    <a:pt x="955218" y="5046588"/>
                  </a:lnTo>
                  <a:lnTo>
                    <a:pt x="955684" y="5046588"/>
                  </a:lnTo>
                  <a:lnTo>
                    <a:pt x="956524" y="5046588"/>
                  </a:lnTo>
                  <a:lnTo>
                    <a:pt x="956617" y="5046588"/>
                  </a:lnTo>
                  <a:lnTo>
                    <a:pt x="956710" y="5046588"/>
                  </a:lnTo>
                  <a:lnTo>
                    <a:pt x="957083" y="5046588"/>
                  </a:lnTo>
                  <a:lnTo>
                    <a:pt x="957922" y="5046588"/>
                  </a:lnTo>
                  <a:lnTo>
                    <a:pt x="958109" y="5036634"/>
                  </a:lnTo>
                  <a:lnTo>
                    <a:pt x="958668" y="5036634"/>
                  </a:lnTo>
                  <a:lnTo>
                    <a:pt x="959507" y="5036634"/>
                  </a:lnTo>
                  <a:lnTo>
                    <a:pt x="959601" y="5036634"/>
                  </a:lnTo>
                  <a:lnTo>
                    <a:pt x="959787" y="5036634"/>
                  </a:lnTo>
                  <a:lnTo>
                    <a:pt x="959974" y="5036634"/>
                  </a:lnTo>
                  <a:lnTo>
                    <a:pt x="960067" y="5036634"/>
                  </a:lnTo>
                  <a:lnTo>
                    <a:pt x="960440" y="5036634"/>
                  </a:lnTo>
                  <a:lnTo>
                    <a:pt x="960720" y="5036634"/>
                  </a:lnTo>
                  <a:lnTo>
                    <a:pt x="960999" y="5026680"/>
                  </a:lnTo>
                  <a:lnTo>
                    <a:pt x="961279" y="5026680"/>
                  </a:lnTo>
                  <a:lnTo>
                    <a:pt x="961559" y="5026680"/>
                  </a:lnTo>
                  <a:lnTo>
                    <a:pt x="961745" y="5026680"/>
                  </a:lnTo>
                  <a:lnTo>
                    <a:pt x="961932" y="5026680"/>
                  </a:lnTo>
                  <a:lnTo>
                    <a:pt x="962585" y="5026680"/>
                  </a:lnTo>
                  <a:lnTo>
                    <a:pt x="962678" y="5026680"/>
                  </a:lnTo>
                  <a:lnTo>
                    <a:pt x="962864" y="5026680"/>
                  </a:lnTo>
                  <a:lnTo>
                    <a:pt x="962958" y="5026680"/>
                  </a:lnTo>
                  <a:lnTo>
                    <a:pt x="963237" y="5026680"/>
                  </a:lnTo>
                  <a:lnTo>
                    <a:pt x="963424" y="5026680"/>
                  </a:lnTo>
                  <a:lnTo>
                    <a:pt x="963890" y="5026680"/>
                  </a:lnTo>
                  <a:lnTo>
                    <a:pt x="963983" y="5026680"/>
                  </a:lnTo>
                  <a:lnTo>
                    <a:pt x="964543" y="5026680"/>
                  </a:lnTo>
                  <a:lnTo>
                    <a:pt x="964916" y="5026680"/>
                  </a:lnTo>
                  <a:lnTo>
                    <a:pt x="965195" y="5026680"/>
                  </a:lnTo>
                  <a:lnTo>
                    <a:pt x="966128" y="5026680"/>
                  </a:lnTo>
                  <a:lnTo>
                    <a:pt x="966314" y="5026680"/>
                  </a:lnTo>
                  <a:lnTo>
                    <a:pt x="966594" y="5026680"/>
                  </a:lnTo>
                  <a:lnTo>
                    <a:pt x="967154" y="5026680"/>
                  </a:lnTo>
                  <a:lnTo>
                    <a:pt x="967154" y="5016726"/>
                  </a:lnTo>
                  <a:lnTo>
                    <a:pt x="967433" y="5016726"/>
                  </a:lnTo>
                  <a:lnTo>
                    <a:pt x="968459" y="5016726"/>
                  </a:lnTo>
                  <a:lnTo>
                    <a:pt x="968646" y="5016726"/>
                  </a:lnTo>
                  <a:lnTo>
                    <a:pt x="968739" y="5016726"/>
                  </a:lnTo>
                  <a:lnTo>
                    <a:pt x="968832" y="5016726"/>
                  </a:lnTo>
                  <a:lnTo>
                    <a:pt x="969671" y="5006772"/>
                  </a:lnTo>
                  <a:lnTo>
                    <a:pt x="969765" y="5006772"/>
                  </a:lnTo>
                  <a:lnTo>
                    <a:pt x="970231" y="5006772"/>
                  </a:lnTo>
                  <a:lnTo>
                    <a:pt x="970697" y="5006772"/>
                  </a:lnTo>
                  <a:lnTo>
                    <a:pt x="971070" y="5006772"/>
                  </a:lnTo>
                  <a:lnTo>
                    <a:pt x="971443" y="5006772"/>
                  </a:lnTo>
                  <a:lnTo>
                    <a:pt x="971629" y="5006772"/>
                  </a:lnTo>
                  <a:lnTo>
                    <a:pt x="971723" y="5006772"/>
                  </a:lnTo>
                  <a:lnTo>
                    <a:pt x="971816" y="5006772"/>
                  </a:lnTo>
                  <a:lnTo>
                    <a:pt x="972189" y="5006772"/>
                  </a:lnTo>
                  <a:lnTo>
                    <a:pt x="972842" y="5006772"/>
                  </a:lnTo>
                  <a:lnTo>
                    <a:pt x="972935" y="5006772"/>
                  </a:lnTo>
                  <a:lnTo>
                    <a:pt x="973121" y="5006772"/>
                  </a:lnTo>
                  <a:lnTo>
                    <a:pt x="973401" y="5006772"/>
                  </a:lnTo>
                  <a:lnTo>
                    <a:pt x="973494" y="5006772"/>
                  </a:lnTo>
                  <a:lnTo>
                    <a:pt x="973588" y="5006772"/>
                  </a:lnTo>
                  <a:lnTo>
                    <a:pt x="973867" y="5006772"/>
                  </a:lnTo>
                  <a:lnTo>
                    <a:pt x="974147" y="5006772"/>
                  </a:lnTo>
                  <a:lnTo>
                    <a:pt x="974240" y="5006772"/>
                  </a:lnTo>
                  <a:lnTo>
                    <a:pt x="974707" y="5006772"/>
                  </a:lnTo>
                  <a:lnTo>
                    <a:pt x="975546" y="5006772"/>
                  </a:lnTo>
                  <a:lnTo>
                    <a:pt x="975919" y="5006772"/>
                  </a:lnTo>
                  <a:lnTo>
                    <a:pt x="977038" y="5006772"/>
                  </a:lnTo>
                  <a:lnTo>
                    <a:pt x="978250" y="5006772"/>
                  </a:lnTo>
                  <a:lnTo>
                    <a:pt x="978436" y="5006772"/>
                  </a:lnTo>
                  <a:lnTo>
                    <a:pt x="978716" y="5006772"/>
                  </a:lnTo>
                  <a:lnTo>
                    <a:pt x="979182" y="5006772"/>
                  </a:lnTo>
                  <a:lnTo>
                    <a:pt x="979369" y="5006772"/>
                  </a:lnTo>
                  <a:lnTo>
                    <a:pt x="979462" y="5006772"/>
                  </a:lnTo>
                  <a:lnTo>
                    <a:pt x="980301" y="4996818"/>
                  </a:lnTo>
                  <a:lnTo>
                    <a:pt x="980395" y="4996818"/>
                  </a:lnTo>
                  <a:lnTo>
                    <a:pt x="980488" y="4996818"/>
                  </a:lnTo>
                  <a:lnTo>
                    <a:pt x="980954" y="4996818"/>
                  </a:lnTo>
                  <a:lnTo>
                    <a:pt x="981327" y="4996818"/>
                  </a:lnTo>
                  <a:lnTo>
                    <a:pt x="982260" y="4996818"/>
                  </a:lnTo>
                  <a:lnTo>
                    <a:pt x="982539" y="4986865"/>
                  </a:lnTo>
                  <a:lnTo>
                    <a:pt x="983006" y="4986865"/>
                  </a:lnTo>
                  <a:lnTo>
                    <a:pt x="983285" y="4986865"/>
                  </a:lnTo>
                  <a:lnTo>
                    <a:pt x="983658" y="4986865"/>
                  </a:lnTo>
                  <a:lnTo>
                    <a:pt x="983845" y="4986865"/>
                  </a:lnTo>
                  <a:lnTo>
                    <a:pt x="984591" y="4976911"/>
                  </a:lnTo>
                  <a:lnTo>
                    <a:pt x="984684" y="4976911"/>
                  </a:lnTo>
                  <a:lnTo>
                    <a:pt x="984964" y="4976911"/>
                  </a:lnTo>
                  <a:lnTo>
                    <a:pt x="985243" y="4976911"/>
                  </a:lnTo>
                  <a:lnTo>
                    <a:pt x="986083" y="4976911"/>
                  </a:lnTo>
                  <a:lnTo>
                    <a:pt x="986269" y="4976911"/>
                  </a:lnTo>
                  <a:lnTo>
                    <a:pt x="986549" y="4976911"/>
                  </a:lnTo>
                  <a:lnTo>
                    <a:pt x="986922" y="4976911"/>
                  </a:lnTo>
                  <a:lnTo>
                    <a:pt x="987575" y="4976911"/>
                  </a:lnTo>
                  <a:lnTo>
                    <a:pt x="987948" y="4976911"/>
                  </a:lnTo>
                  <a:lnTo>
                    <a:pt x="988134" y="4966957"/>
                  </a:lnTo>
                  <a:lnTo>
                    <a:pt x="988507" y="4966957"/>
                  </a:lnTo>
                  <a:lnTo>
                    <a:pt x="988973" y="4966957"/>
                  </a:lnTo>
                  <a:lnTo>
                    <a:pt x="989346" y="4966957"/>
                  </a:lnTo>
                  <a:lnTo>
                    <a:pt x="989719" y="4966957"/>
                  </a:lnTo>
                  <a:lnTo>
                    <a:pt x="989999" y="4966957"/>
                  </a:lnTo>
                  <a:lnTo>
                    <a:pt x="990652" y="4966957"/>
                  </a:lnTo>
                  <a:lnTo>
                    <a:pt x="990838" y="4966957"/>
                  </a:lnTo>
                  <a:lnTo>
                    <a:pt x="991771" y="4966957"/>
                  </a:lnTo>
                  <a:lnTo>
                    <a:pt x="992051" y="4966957"/>
                  </a:lnTo>
                  <a:lnTo>
                    <a:pt x="992237" y="4966957"/>
                  </a:lnTo>
                  <a:lnTo>
                    <a:pt x="992610" y="4966957"/>
                  </a:lnTo>
                  <a:lnTo>
                    <a:pt x="993169" y="4966957"/>
                  </a:lnTo>
                  <a:lnTo>
                    <a:pt x="993356" y="4966957"/>
                  </a:lnTo>
                  <a:lnTo>
                    <a:pt x="993542" y="4966957"/>
                  </a:lnTo>
                  <a:lnTo>
                    <a:pt x="994568" y="4957003"/>
                  </a:lnTo>
                  <a:lnTo>
                    <a:pt x="994661" y="4957003"/>
                  </a:lnTo>
                  <a:lnTo>
                    <a:pt x="995034" y="4957003"/>
                  </a:lnTo>
                  <a:lnTo>
                    <a:pt x="995221" y="4957003"/>
                  </a:lnTo>
                  <a:lnTo>
                    <a:pt x="995501" y="4957003"/>
                  </a:lnTo>
                  <a:lnTo>
                    <a:pt x="995687" y="4957003"/>
                  </a:lnTo>
                  <a:lnTo>
                    <a:pt x="995874" y="4957003"/>
                  </a:lnTo>
                  <a:lnTo>
                    <a:pt x="995967" y="4957003"/>
                  </a:lnTo>
                  <a:lnTo>
                    <a:pt x="996153" y="4957003"/>
                  </a:lnTo>
                  <a:lnTo>
                    <a:pt x="996247" y="4947049"/>
                  </a:lnTo>
                  <a:lnTo>
                    <a:pt x="996340" y="4947049"/>
                  </a:lnTo>
                  <a:lnTo>
                    <a:pt x="996526" y="4947049"/>
                  </a:lnTo>
                  <a:lnTo>
                    <a:pt x="996620" y="4947049"/>
                  </a:lnTo>
                  <a:lnTo>
                    <a:pt x="996713" y="4947049"/>
                  </a:lnTo>
                  <a:lnTo>
                    <a:pt x="997179" y="4947049"/>
                  </a:lnTo>
                  <a:lnTo>
                    <a:pt x="997366" y="4947049"/>
                  </a:lnTo>
                  <a:lnTo>
                    <a:pt x="997552" y="4947049"/>
                  </a:lnTo>
                  <a:lnTo>
                    <a:pt x="998298" y="4937096"/>
                  </a:lnTo>
                  <a:lnTo>
                    <a:pt x="998671" y="4937096"/>
                  </a:lnTo>
                  <a:lnTo>
                    <a:pt x="999603" y="4937096"/>
                  </a:lnTo>
                  <a:lnTo>
                    <a:pt x="999697" y="4937096"/>
                  </a:lnTo>
                  <a:lnTo>
                    <a:pt x="1000909" y="4927142"/>
                  </a:lnTo>
                  <a:lnTo>
                    <a:pt x="1001095" y="4927142"/>
                  </a:lnTo>
                  <a:lnTo>
                    <a:pt x="1001189" y="4927142"/>
                  </a:lnTo>
                  <a:lnTo>
                    <a:pt x="1001655" y="4927142"/>
                  </a:lnTo>
                  <a:lnTo>
                    <a:pt x="1001841" y="4927142"/>
                  </a:lnTo>
                  <a:lnTo>
                    <a:pt x="1002028" y="4927142"/>
                  </a:lnTo>
                  <a:lnTo>
                    <a:pt x="1002774" y="4927142"/>
                  </a:lnTo>
                  <a:lnTo>
                    <a:pt x="1002960" y="4927142"/>
                  </a:lnTo>
                  <a:lnTo>
                    <a:pt x="1003054" y="4927142"/>
                  </a:lnTo>
                  <a:lnTo>
                    <a:pt x="1003427" y="4927142"/>
                  </a:lnTo>
                  <a:lnTo>
                    <a:pt x="1003800" y="4927142"/>
                  </a:lnTo>
                  <a:lnTo>
                    <a:pt x="1004359" y="4927142"/>
                  </a:lnTo>
                  <a:lnTo>
                    <a:pt x="1004452" y="4927142"/>
                  </a:lnTo>
                  <a:lnTo>
                    <a:pt x="1004732" y="4927142"/>
                  </a:lnTo>
                  <a:lnTo>
                    <a:pt x="1005105" y="4927142"/>
                  </a:lnTo>
                  <a:lnTo>
                    <a:pt x="1005385" y="4917188"/>
                  </a:lnTo>
                  <a:lnTo>
                    <a:pt x="1005478" y="4917188"/>
                  </a:lnTo>
                  <a:lnTo>
                    <a:pt x="1005571" y="4917188"/>
                  </a:lnTo>
                  <a:lnTo>
                    <a:pt x="1006410" y="4917188"/>
                  </a:lnTo>
                  <a:lnTo>
                    <a:pt x="1006970" y="4917188"/>
                  </a:lnTo>
                  <a:lnTo>
                    <a:pt x="1007063" y="4917188"/>
                  </a:lnTo>
                  <a:lnTo>
                    <a:pt x="1007623" y="4917188"/>
                  </a:lnTo>
                  <a:lnTo>
                    <a:pt x="1007716" y="4917188"/>
                  </a:lnTo>
                  <a:lnTo>
                    <a:pt x="1008369" y="4907234"/>
                  </a:lnTo>
                  <a:lnTo>
                    <a:pt x="1008462" y="4907234"/>
                  </a:lnTo>
                  <a:lnTo>
                    <a:pt x="1008648" y="4907234"/>
                  </a:lnTo>
                  <a:lnTo>
                    <a:pt x="1009115" y="4907234"/>
                  </a:lnTo>
                  <a:lnTo>
                    <a:pt x="1009301" y="4907234"/>
                  </a:lnTo>
                  <a:lnTo>
                    <a:pt x="1009767" y="4907234"/>
                  </a:lnTo>
                  <a:lnTo>
                    <a:pt x="1010140" y="4907234"/>
                  </a:lnTo>
                  <a:lnTo>
                    <a:pt x="1010234" y="4907234"/>
                  </a:lnTo>
                  <a:lnTo>
                    <a:pt x="1010513" y="4907234"/>
                  </a:lnTo>
                  <a:lnTo>
                    <a:pt x="1010886" y="4907234"/>
                  </a:lnTo>
                  <a:lnTo>
                    <a:pt x="1011259" y="4907234"/>
                  </a:lnTo>
                  <a:lnTo>
                    <a:pt x="1012192" y="4907234"/>
                  </a:lnTo>
                  <a:lnTo>
                    <a:pt x="1012845" y="4907234"/>
                  </a:lnTo>
                  <a:lnTo>
                    <a:pt x="1012938" y="4907234"/>
                  </a:lnTo>
                  <a:lnTo>
                    <a:pt x="1013311" y="4907234"/>
                  </a:lnTo>
                  <a:lnTo>
                    <a:pt x="1013684" y="4907234"/>
                  </a:lnTo>
                  <a:lnTo>
                    <a:pt x="1013870" y="4907234"/>
                  </a:lnTo>
                  <a:lnTo>
                    <a:pt x="1014150" y="4907234"/>
                  </a:lnTo>
                  <a:lnTo>
                    <a:pt x="1014430" y="4907234"/>
                  </a:lnTo>
                  <a:lnTo>
                    <a:pt x="1014896" y="4907234"/>
                  </a:lnTo>
                  <a:lnTo>
                    <a:pt x="1014989" y="4907234"/>
                  </a:lnTo>
                  <a:lnTo>
                    <a:pt x="1015269" y="4897280"/>
                  </a:lnTo>
                  <a:lnTo>
                    <a:pt x="1015455" y="4897280"/>
                  </a:lnTo>
                  <a:lnTo>
                    <a:pt x="1015922" y="4897280"/>
                  </a:lnTo>
                  <a:lnTo>
                    <a:pt x="1016015" y="4897280"/>
                  </a:lnTo>
                  <a:lnTo>
                    <a:pt x="1016295" y="4897280"/>
                  </a:lnTo>
                  <a:lnTo>
                    <a:pt x="1016668" y="4897280"/>
                  </a:lnTo>
                  <a:lnTo>
                    <a:pt x="1017134" y="4897280"/>
                  </a:lnTo>
                  <a:lnTo>
                    <a:pt x="1017414" y="4897280"/>
                  </a:lnTo>
                  <a:lnTo>
                    <a:pt x="1017507" y="4897280"/>
                  </a:lnTo>
                  <a:lnTo>
                    <a:pt x="1017693" y="4897280"/>
                  </a:lnTo>
                  <a:lnTo>
                    <a:pt x="1017787" y="4897280"/>
                  </a:lnTo>
                  <a:lnTo>
                    <a:pt x="1018066" y="4897280"/>
                  </a:lnTo>
                  <a:lnTo>
                    <a:pt x="1018533" y="4897280"/>
                  </a:lnTo>
                  <a:lnTo>
                    <a:pt x="1018719" y="4897280"/>
                  </a:lnTo>
                  <a:lnTo>
                    <a:pt x="1019185" y="4897280"/>
                  </a:lnTo>
                  <a:lnTo>
                    <a:pt x="1019652" y="4897280"/>
                  </a:lnTo>
                  <a:lnTo>
                    <a:pt x="1020491" y="4897280"/>
                  </a:lnTo>
                  <a:lnTo>
                    <a:pt x="1021423" y="4897280"/>
                  </a:lnTo>
                  <a:lnTo>
                    <a:pt x="1021516" y="4897280"/>
                  </a:lnTo>
                  <a:lnTo>
                    <a:pt x="1022449" y="4897280"/>
                  </a:lnTo>
                  <a:lnTo>
                    <a:pt x="1022822" y="4887326"/>
                  </a:lnTo>
                  <a:lnTo>
                    <a:pt x="1023008" y="4887326"/>
                  </a:lnTo>
                  <a:lnTo>
                    <a:pt x="1023288" y="4887326"/>
                  </a:lnTo>
                  <a:lnTo>
                    <a:pt x="1024314" y="4887326"/>
                  </a:lnTo>
                  <a:lnTo>
                    <a:pt x="1024407" y="4887326"/>
                  </a:lnTo>
                  <a:lnTo>
                    <a:pt x="1024500" y="4887326"/>
                  </a:lnTo>
                  <a:lnTo>
                    <a:pt x="1024780" y="4887326"/>
                  </a:lnTo>
                  <a:lnTo>
                    <a:pt x="1026925" y="4887326"/>
                  </a:lnTo>
                  <a:lnTo>
                    <a:pt x="1027018" y="4887326"/>
                  </a:lnTo>
                  <a:lnTo>
                    <a:pt x="1027111" y="4887326"/>
                  </a:lnTo>
                  <a:lnTo>
                    <a:pt x="1027204" y="4887326"/>
                  </a:lnTo>
                  <a:lnTo>
                    <a:pt x="1027391" y="4877373"/>
                  </a:lnTo>
                  <a:lnTo>
                    <a:pt x="1027484" y="4877373"/>
                  </a:lnTo>
                  <a:lnTo>
                    <a:pt x="1028323" y="4877373"/>
                  </a:lnTo>
                  <a:lnTo>
                    <a:pt x="1028417" y="4877373"/>
                  </a:lnTo>
                  <a:lnTo>
                    <a:pt x="1028510" y="4877373"/>
                  </a:lnTo>
                  <a:lnTo>
                    <a:pt x="1028603" y="4877373"/>
                  </a:lnTo>
                  <a:lnTo>
                    <a:pt x="1029069" y="4877373"/>
                  </a:lnTo>
                  <a:lnTo>
                    <a:pt x="1029722" y="4877373"/>
                  </a:lnTo>
                  <a:lnTo>
                    <a:pt x="1030188" y="4877373"/>
                  </a:lnTo>
                  <a:lnTo>
                    <a:pt x="1030282" y="4877373"/>
                  </a:lnTo>
                  <a:lnTo>
                    <a:pt x="1030841" y="4877373"/>
                  </a:lnTo>
                  <a:lnTo>
                    <a:pt x="1031121" y="4877373"/>
                  </a:lnTo>
                  <a:lnTo>
                    <a:pt x="1031494" y="4877373"/>
                  </a:lnTo>
                  <a:lnTo>
                    <a:pt x="1031867" y="4877373"/>
                  </a:lnTo>
                  <a:lnTo>
                    <a:pt x="1032333" y="4877373"/>
                  </a:lnTo>
                  <a:lnTo>
                    <a:pt x="1032426" y="4877373"/>
                  </a:lnTo>
                  <a:lnTo>
                    <a:pt x="1032706" y="4877373"/>
                  </a:lnTo>
                  <a:lnTo>
                    <a:pt x="1032986" y="4877373"/>
                  </a:lnTo>
                  <a:lnTo>
                    <a:pt x="1033545" y="4877373"/>
                  </a:lnTo>
                  <a:lnTo>
                    <a:pt x="1034664" y="4877373"/>
                  </a:lnTo>
                  <a:lnTo>
                    <a:pt x="1034851" y="4877373"/>
                  </a:lnTo>
                  <a:lnTo>
                    <a:pt x="1035037" y="4877373"/>
                  </a:lnTo>
                  <a:lnTo>
                    <a:pt x="1035224" y="4877373"/>
                  </a:lnTo>
                  <a:lnTo>
                    <a:pt x="1035503" y="4877373"/>
                  </a:lnTo>
                  <a:lnTo>
                    <a:pt x="1035690" y="4877373"/>
                  </a:lnTo>
                  <a:lnTo>
                    <a:pt x="1035783" y="4877373"/>
                  </a:lnTo>
                  <a:lnTo>
                    <a:pt x="1035876" y="4877373"/>
                  </a:lnTo>
                  <a:lnTo>
                    <a:pt x="1036063" y="4877373"/>
                  </a:lnTo>
                  <a:lnTo>
                    <a:pt x="1036249" y="4877373"/>
                  </a:lnTo>
                  <a:lnTo>
                    <a:pt x="1036902" y="4877373"/>
                  </a:lnTo>
                  <a:lnTo>
                    <a:pt x="1037089" y="4877373"/>
                  </a:lnTo>
                  <a:lnTo>
                    <a:pt x="1037555" y="4877373"/>
                  </a:lnTo>
                  <a:lnTo>
                    <a:pt x="1037928" y="4877373"/>
                  </a:lnTo>
                  <a:lnTo>
                    <a:pt x="1038021" y="4877373"/>
                  </a:lnTo>
                  <a:lnTo>
                    <a:pt x="1038301" y="4877373"/>
                  </a:lnTo>
                  <a:lnTo>
                    <a:pt x="1038581" y="4877373"/>
                  </a:lnTo>
                  <a:lnTo>
                    <a:pt x="1038860" y="4877373"/>
                  </a:lnTo>
                  <a:lnTo>
                    <a:pt x="1039233" y="4877373"/>
                  </a:lnTo>
                  <a:lnTo>
                    <a:pt x="1039793" y="4877373"/>
                  </a:lnTo>
                  <a:lnTo>
                    <a:pt x="1040166" y="4877373"/>
                  </a:lnTo>
                  <a:lnTo>
                    <a:pt x="1041005" y="4877373"/>
                  </a:lnTo>
                  <a:lnTo>
                    <a:pt x="1041191" y="4877373"/>
                  </a:lnTo>
                  <a:lnTo>
                    <a:pt x="1041844" y="4877373"/>
                  </a:lnTo>
                  <a:lnTo>
                    <a:pt x="1042404" y="4877373"/>
                  </a:lnTo>
                  <a:lnTo>
                    <a:pt x="1042683" y="4877373"/>
                  </a:lnTo>
                  <a:lnTo>
                    <a:pt x="1042870" y="4877373"/>
                  </a:lnTo>
                  <a:lnTo>
                    <a:pt x="1043056" y="4877373"/>
                  </a:lnTo>
                  <a:lnTo>
                    <a:pt x="1043243" y="4877373"/>
                  </a:lnTo>
                  <a:lnTo>
                    <a:pt x="1044175" y="4877373"/>
                  </a:lnTo>
                  <a:lnTo>
                    <a:pt x="1044642" y="4877373"/>
                  </a:lnTo>
                  <a:lnTo>
                    <a:pt x="1045854" y="4877373"/>
                  </a:lnTo>
                  <a:lnTo>
                    <a:pt x="1046320" y="4877373"/>
                  </a:lnTo>
                  <a:lnTo>
                    <a:pt x="1046973" y="4877373"/>
                  </a:lnTo>
                  <a:lnTo>
                    <a:pt x="1047159" y="4877373"/>
                  </a:lnTo>
                  <a:lnTo>
                    <a:pt x="1047253" y="4877373"/>
                  </a:lnTo>
                  <a:lnTo>
                    <a:pt x="1048651" y="4877373"/>
                  </a:lnTo>
                  <a:lnTo>
                    <a:pt x="1048744" y="4877373"/>
                  </a:lnTo>
                  <a:lnTo>
                    <a:pt x="1049117" y="4877373"/>
                  </a:lnTo>
                  <a:lnTo>
                    <a:pt x="1049397" y="4877373"/>
                  </a:lnTo>
                  <a:lnTo>
                    <a:pt x="1050516" y="4877373"/>
                  </a:lnTo>
                  <a:lnTo>
                    <a:pt x="1050889" y="4877373"/>
                  </a:lnTo>
                  <a:lnTo>
                    <a:pt x="1051076" y="4877373"/>
                  </a:lnTo>
                  <a:lnTo>
                    <a:pt x="1051542" y="4877373"/>
                  </a:lnTo>
                  <a:lnTo>
                    <a:pt x="1051635" y="4877373"/>
                  </a:lnTo>
                  <a:lnTo>
                    <a:pt x="1051822" y="4877373"/>
                  </a:lnTo>
                  <a:lnTo>
                    <a:pt x="1052474" y="4877373"/>
                  </a:lnTo>
                  <a:lnTo>
                    <a:pt x="1052568" y="4877373"/>
                  </a:lnTo>
                  <a:lnTo>
                    <a:pt x="1052754" y="4877373"/>
                  </a:lnTo>
                  <a:lnTo>
                    <a:pt x="1053127" y="4877373"/>
                  </a:lnTo>
                  <a:lnTo>
                    <a:pt x="1053220" y="4877373"/>
                  </a:lnTo>
                  <a:lnTo>
                    <a:pt x="1053593" y="4877373"/>
                  </a:lnTo>
                  <a:lnTo>
                    <a:pt x="1053873" y="4867419"/>
                  </a:lnTo>
                  <a:lnTo>
                    <a:pt x="1054246" y="4867419"/>
                  </a:lnTo>
                  <a:lnTo>
                    <a:pt x="1054712" y="4867419"/>
                  </a:lnTo>
                  <a:lnTo>
                    <a:pt x="1055085" y="4867419"/>
                  </a:lnTo>
                  <a:lnTo>
                    <a:pt x="1055178" y="4867419"/>
                  </a:lnTo>
                  <a:lnTo>
                    <a:pt x="1055272" y="4867419"/>
                  </a:lnTo>
                  <a:lnTo>
                    <a:pt x="1055551" y="4867419"/>
                  </a:lnTo>
                  <a:lnTo>
                    <a:pt x="1056857" y="4867419"/>
                  </a:lnTo>
                  <a:lnTo>
                    <a:pt x="1057323" y="4867419"/>
                  </a:lnTo>
                  <a:lnTo>
                    <a:pt x="1057416" y="4867419"/>
                  </a:lnTo>
                  <a:lnTo>
                    <a:pt x="1057976" y="4867419"/>
                  </a:lnTo>
                  <a:lnTo>
                    <a:pt x="1058442" y="4867419"/>
                  </a:lnTo>
                  <a:lnTo>
                    <a:pt x="1058535" y="4867419"/>
                  </a:lnTo>
                  <a:lnTo>
                    <a:pt x="1058629" y="4867419"/>
                  </a:lnTo>
                  <a:lnTo>
                    <a:pt x="1059561" y="4867419"/>
                  </a:lnTo>
                  <a:lnTo>
                    <a:pt x="1060027" y="4867419"/>
                  </a:lnTo>
                  <a:lnTo>
                    <a:pt x="1060494" y="4867419"/>
                  </a:lnTo>
                  <a:lnTo>
                    <a:pt x="1060587" y="4867419"/>
                  </a:lnTo>
                  <a:lnTo>
                    <a:pt x="1061053" y="4867419"/>
                  </a:lnTo>
                  <a:lnTo>
                    <a:pt x="1061240" y="4867419"/>
                  </a:lnTo>
                  <a:lnTo>
                    <a:pt x="1061612" y="4867419"/>
                  </a:lnTo>
                  <a:lnTo>
                    <a:pt x="1061985" y="4867419"/>
                  </a:lnTo>
                  <a:lnTo>
                    <a:pt x="1062452" y="4867419"/>
                  </a:lnTo>
                  <a:lnTo>
                    <a:pt x="1062825" y="4867419"/>
                  </a:lnTo>
                  <a:lnTo>
                    <a:pt x="1063011" y="4857465"/>
                  </a:lnTo>
                  <a:lnTo>
                    <a:pt x="1063571" y="4857465"/>
                  </a:lnTo>
                  <a:lnTo>
                    <a:pt x="1063850" y="4857465"/>
                  </a:lnTo>
                  <a:lnTo>
                    <a:pt x="1064503" y="4857465"/>
                  </a:lnTo>
                  <a:lnTo>
                    <a:pt x="1064690" y="4857465"/>
                  </a:lnTo>
                  <a:lnTo>
                    <a:pt x="1064969" y="4857465"/>
                  </a:lnTo>
                  <a:lnTo>
                    <a:pt x="1065063" y="4857465"/>
                  </a:lnTo>
                  <a:lnTo>
                    <a:pt x="1065156" y="4857465"/>
                  </a:lnTo>
                  <a:lnTo>
                    <a:pt x="1065529" y="4857465"/>
                  </a:lnTo>
                  <a:lnTo>
                    <a:pt x="1065622" y="4857465"/>
                  </a:lnTo>
                  <a:lnTo>
                    <a:pt x="1067674" y="4857465"/>
                  </a:lnTo>
                  <a:lnTo>
                    <a:pt x="1068233" y="4857465"/>
                  </a:lnTo>
                  <a:lnTo>
                    <a:pt x="1068420" y="4857465"/>
                  </a:lnTo>
                  <a:lnTo>
                    <a:pt x="1069259" y="4857465"/>
                  </a:lnTo>
                  <a:lnTo>
                    <a:pt x="1069445" y="4857465"/>
                  </a:lnTo>
                  <a:lnTo>
                    <a:pt x="1069538" y="4857465"/>
                  </a:lnTo>
                  <a:lnTo>
                    <a:pt x="1070284" y="4857465"/>
                  </a:lnTo>
                  <a:lnTo>
                    <a:pt x="1071030" y="4857465"/>
                  </a:lnTo>
                  <a:lnTo>
                    <a:pt x="1071310" y="4857465"/>
                  </a:lnTo>
                  <a:lnTo>
                    <a:pt x="1071403" y="4857465"/>
                  </a:lnTo>
                  <a:lnTo>
                    <a:pt x="1071497" y="4857465"/>
                  </a:lnTo>
                  <a:lnTo>
                    <a:pt x="1072056" y="4857465"/>
                  </a:lnTo>
                  <a:lnTo>
                    <a:pt x="1072336" y="4857465"/>
                  </a:lnTo>
                  <a:lnTo>
                    <a:pt x="1072522" y="4857465"/>
                  </a:lnTo>
                  <a:lnTo>
                    <a:pt x="1072616" y="4857465"/>
                  </a:lnTo>
                  <a:lnTo>
                    <a:pt x="1072709" y="4857465"/>
                  </a:lnTo>
                  <a:lnTo>
                    <a:pt x="1073735" y="4857465"/>
                  </a:lnTo>
                  <a:lnTo>
                    <a:pt x="1073921" y="4857465"/>
                  </a:lnTo>
                  <a:lnTo>
                    <a:pt x="1074014" y="4857465"/>
                  </a:lnTo>
                  <a:lnTo>
                    <a:pt x="1074108" y="4857465"/>
                  </a:lnTo>
                  <a:lnTo>
                    <a:pt x="1074201" y="4857465"/>
                  </a:lnTo>
                  <a:lnTo>
                    <a:pt x="1074294" y="4857465"/>
                  </a:lnTo>
                  <a:lnTo>
                    <a:pt x="1074574" y="4857465"/>
                  </a:lnTo>
                  <a:lnTo>
                    <a:pt x="1075133" y="4857465"/>
                  </a:lnTo>
                  <a:lnTo>
                    <a:pt x="1075599" y="4857465"/>
                  </a:lnTo>
                  <a:lnTo>
                    <a:pt x="1075879" y="4857465"/>
                  </a:lnTo>
                  <a:lnTo>
                    <a:pt x="1075972" y="4857465"/>
                  </a:lnTo>
                  <a:lnTo>
                    <a:pt x="1076066" y="4857465"/>
                  </a:lnTo>
                  <a:lnTo>
                    <a:pt x="1076532" y="4847511"/>
                  </a:lnTo>
                  <a:lnTo>
                    <a:pt x="1076905" y="4847511"/>
                  </a:lnTo>
                  <a:lnTo>
                    <a:pt x="1077185" y="4847511"/>
                  </a:lnTo>
                  <a:lnTo>
                    <a:pt x="1077651" y="4837557"/>
                  </a:lnTo>
                  <a:lnTo>
                    <a:pt x="1077837" y="4837557"/>
                  </a:lnTo>
                  <a:lnTo>
                    <a:pt x="1078117" y="4837557"/>
                  </a:lnTo>
                  <a:lnTo>
                    <a:pt x="1078490" y="4837557"/>
                  </a:lnTo>
                  <a:lnTo>
                    <a:pt x="1078677" y="4837557"/>
                  </a:lnTo>
                  <a:lnTo>
                    <a:pt x="1078770" y="4837557"/>
                  </a:lnTo>
                  <a:lnTo>
                    <a:pt x="1078956" y="4837557"/>
                  </a:lnTo>
                  <a:lnTo>
                    <a:pt x="1079423" y="4837557"/>
                  </a:lnTo>
                  <a:lnTo>
                    <a:pt x="1079982" y="4837557"/>
                  </a:lnTo>
                  <a:lnTo>
                    <a:pt x="1080075" y="4837557"/>
                  </a:lnTo>
                  <a:lnTo>
                    <a:pt x="1080169" y="4837557"/>
                  </a:lnTo>
                  <a:lnTo>
                    <a:pt x="1080355" y="4837557"/>
                  </a:lnTo>
                  <a:lnTo>
                    <a:pt x="1080821" y="4837557"/>
                  </a:lnTo>
                  <a:lnTo>
                    <a:pt x="1081101" y="4837557"/>
                  </a:lnTo>
                  <a:lnTo>
                    <a:pt x="1082034" y="4837557"/>
                  </a:lnTo>
                  <a:lnTo>
                    <a:pt x="1082127" y="4837557"/>
                  </a:lnTo>
                  <a:lnTo>
                    <a:pt x="1082220" y="4837557"/>
                  </a:lnTo>
                  <a:lnTo>
                    <a:pt x="1082500" y="4837557"/>
                  </a:lnTo>
                  <a:lnTo>
                    <a:pt x="1082686" y="4837557"/>
                  </a:lnTo>
                  <a:lnTo>
                    <a:pt x="1083246" y="4837557"/>
                  </a:lnTo>
                  <a:lnTo>
                    <a:pt x="1083619" y="4837557"/>
                  </a:lnTo>
                  <a:lnTo>
                    <a:pt x="1083898" y="4837557"/>
                  </a:lnTo>
                  <a:lnTo>
                    <a:pt x="1085204" y="4837557"/>
                  </a:lnTo>
                  <a:lnTo>
                    <a:pt x="1085390" y="4827603"/>
                  </a:lnTo>
                  <a:lnTo>
                    <a:pt x="1085763" y="4827603"/>
                  </a:lnTo>
                  <a:lnTo>
                    <a:pt x="1085857" y="4827603"/>
                  </a:lnTo>
                  <a:lnTo>
                    <a:pt x="1086416" y="4827603"/>
                  </a:lnTo>
                  <a:lnTo>
                    <a:pt x="1087535" y="4827603"/>
                  </a:lnTo>
                  <a:lnTo>
                    <a:pt x="1087722" y="4827603"/>
                  </a:lnTo>
                  <a:lnTo>
                    <a:pt x="1088001" y="4827603"/>
                  </a:lnTo>
                  <a:lnTo>
                    <a:pt x="1089120" y="4827603"/>
                  </a:lnTo>
                  <a:lnTo>
                    <a:pt x="1089214" y="4827603"/>
                  </a:lnTo>
                  <a:lnTo>
                    <a:pt x="1089586" y="4827603"/>
                  </a:lnTo>
                  <a:lnTo>
                    <a:pt x="1090705" y="4827603"/>
                  </a:lnTo>
                  <a:lnTo>
                    <a:pt x="1090892" y="4827603"/>
                  </a:lnTo>
                  <a:lnTo>
                    <a:pt x="1091451" y="4827603"/>
                  </a:lnTo>
                  <a:lnTo>
                    <a:pt x="1091824" y="4827603"/>
                  </a:lnTo>
                  <a:lnTo>
                    <a:pt x="1092757" y="4827603"/>
                  </a:lnTo>
                  <a:lnTo>
                    <a:pt x="1093316" y="4827603"/>
                  </a:lnTo>
                  <a:lnTo>
                    <a:pt x="1093410" y="4827603"/>
                  </a:lnTo>
                  <a:lnTo>
                    <a:pt x="1093783" y="4827603"/>
                  </a:lnTo>
                  <a:lnTo>
                    <a:pt x="1093969" y="4827603"/>
                  </a:lnTo>
                  <a:lnTo>
                    <a:pt x="1094529" y="4827603"/>
                  </a:lnTo>
                  <a:lnTo>
                    <a:pt x="1094715" y="4827603"/>
                  </a:lnTo>
                  <a:lnTo>
                    <a:pt x="1095088" y="4827603"/>
                  </a:lnTo>
                  <a:lnTo>
                    <a:pt x="1095368" y="4827603"/>
                  </a:lnTo>
                  <a:lnTo>
                    <a:pt x="1095554" y="4817650"/>
                  </a:lnTo>
                  <a:lnTo>
                    <a:pt x="1096300" y="4817650"/>
                  </a:lnTo>
                  <a:lnTo>
                    <a:pt x="1097233" y="4817650"/>
                  </a:lnTo>
                  <a:lnTo>
                    <a:pt x="1097419" y="4817650"/>
                  </a:lnTo>
                  <a:lnTo>
                    <a:pt x="1097512" y="4817650"/>
                  </a:lnTo>
                  <a:lnTo>
                    <a:pt x="1097792" y="4817650"/>
                  </a:lnTo>
                  <a:lnTo>
                    <a:pt x="1098165" y="4817650"/>
                  </a:lnTo>
                  <a:lnTo>
                    <a:pt x="1098258" y="4817650"/>
                  </a:lnTo>
                  <a:lnTo>
                    <a:pt x="1098445" y="4817650"/>
                  </a:lnTo>
                  <a:lnTo>
                    <a:pt x="1098538" y="4817650"/>
                  </a:lnTo>
                  <a:lnTo>
                    <a:pt x="1099284" y="4817650"/>
                  </a:lnTo>
                  <a:lnTo>
                    <a:pt x="1099471" y="4817650"/>
                  </a:lnTo>
                  <a:lnTo>
                    <a:pt x="1100030" y="4817650"/>
                  </a:lnTo>
                  <a:lnTo>
                    <a:pt x="1100590" y="4807696"/>
                  </a:lnTo>
                  <a:lnTo>
                    <a:pt x="1100869" y="4807696"/>
                  </a:lnTo>
                  <a:lnTo>
                    <a:pt x="1101336" y="4807696"/>
                  </a:lnTo>
                  <a:lnTo>
                    <a:pt x="1101895" y="4807696"/>
                  </a:lnTo>
                  <a:lnTo>
                    <a:pt x="1102082" y="4807696"/>
                  </a:lnTo>
                  <a:lnTo>
                    <a:pt x="1102828" y="4807696"/>
                  </a:lnTo>
                  <a:lnTo>
                    <a:pt x="1103294" y="4807696"/>
                  </a:lnTo>
                  <a:lnTo>
                    <a:pt x="1103573" y="4807696"/>
                  </a:lnTo>
                  <a:lnTo>
                    <a:pt x="1103760" y="4807696"/>
                  </a:lnTo>
                  <a:lnTo>
                    <a:pt x="1103853" y="4807696"/>
                  </a:lnTo>
                  <a:lnTo>
                    <a:pt x="1104506" y="4807696"/>
                  </a:lnTo>
                  <a:lnTo>
                    <a:pt x="1104692" y="4807696"/>
                  </a:lnTo>
                  <a:lnTo>
                    <a:pt x="1104879" y="4807696"/>
                  </a:lnTo>
                  <a:lnTo>
                    <a:pt x="1105438" y="4807696"/>
                  </a:lnTo>
                  <a:lnTo>
                    <a:pt x="1105532" y="4807696"/>
                  </a:lnTo>
                  <a:lnTo>
                    <a:pt x="1106091" y="4807696"/>
                  </a:lnTo>
                  <a:lnTo>
                    <a:pt x="1106464" y="4807696"/>
                  </a:lnTo>
                  <a:lnTo>
                    <a:pt x="1106651" y="4807696"/>
                  </a:lnTo>
                  <a:lnTo>
                    <a:pt x="1106930" y="4807696"/>
                  </a:lnTo>
                  <a:lnTo>
                    <a:pt x="1107117" y="4807696"/>
                  </a:lnTo>
                  <a:lnTo>
                    <a:pt x="1107397" y="4807696"/>
                  </a:lnTo>
                  <a:lnTo>
                    <a:pt x="1107490" y="4807696"/>
                  </a:lnTo>
                  <a:lnTo>
                    <a:pt x="1107676" y="4807696"/>
                  </a:lnTo>
                  <a:lnTo>
                    <a:pt x="1107956" y="4807696"/>
                  </a:lnTo>
                  <a:lnTo>
                    <a:pt x="1108516" y="4807696"/>
                  </a:lnTo>
                  <a:lnTo>
                    <a:pt x="1108702" y="4807696"/>
                  </a:lnTo>
                  <a:lnTo>
                    <a:pt x="1108889" y="4807696"/>
                  </a:lnTo>
                  <a:lnTo>
                    <a:pt x="1109821" y="4807696"/>
                  </a:lnTo>
                  <a:lnTo>
                    <a:pt x="1110753" y="4807696"/>
                  </a:lnTo>
                  <a:lnTo>
                    <a:pt x="1111126" y="4807696"/>
                  </a:lnTo>
                  <a:lnTo>
                    <a:pt x="1112339" y="4807696"/>
                  </a:lnTo>
                  <a:lnTo>
                    <a:pt x="1112898" y="4807696"/>
                  </a:lnTo>
                  <a:lnTo>
                    <a:pt x="1114297" y="4807696"/>
                  </a:lnTo>
                  <a:lnTo>
                    <a:pt x="1114390" y="4807696"/>
                  </a:lnTo>
                  <a:lnTo>
                    <a:pt x="1115043" y="4807696"/>
                  </a:lnTo>
                  <a:lnTo>
                    <a:pt x="1115696" y="4807696"/>
                  </a:lnTo>
                  <a:lnTo>
                    <a:pt x="1115882" y="4807696"/>
                  </a:lnTo>
                  <a:lnTo>
                    <a:pt x="1115975" y="4807696"/>
                  </a:lnTo>
                  <a:lnTo>
                    <a:pt x="1116162" y="4807696"/>
                  </a:lnTo>
                  <a:lnTo>
                    <a:pt x="1116255" y="4807696"/>
                  </a:lnTo>
                  <a:lnTo>
                    <a:pt x="1117374" y="4807696"/>
                  </a:lnTo>
                  <a:lnTo>
                    <a:pt x="1118866" y="4807696"/>
                  </a:lnTo>
                  <a:lnTo>
                    <a:pt x="1118959" y="4807696"/>
                  </a:lnTo>
                  <a:lnTo>
                    <a:pt x="1119332" y="4807696"/>
                  </a:lnTo>
                  <a:lnTo>
                    <a:pt x="1120078" y="4807696"/>
                  </a:lnTo>
                  <a:lnTo>
                    <a:pt x="1120358" y="4807696"/>
                  </a:lnTo>
                  <a:lnTo>
                    <a:pt x="1120544" y="4807696"/>
                  </a:lnTo>
                  <a:lnTo>
                    <a:pt x="1120638" y="4807696"/>
                  </a:lnTo>
                  <a:lnTo>
                    <a:pt x="1120731" y="4807696"/>
                  </a:lnTo>
                  <a:lnTo>
                    <a:pt x="1121663" y="4807696"/>
                  </a:lnTo>
                  <a:lnTo>
                    <a:pt x="1122036" y="4807696"/>
                  </a:lnTo>
                  <a:lnTo>
                    <a:pt x="1122316" y="4807696"/>
                  </a:lnTo>
                  <a:lnTo>
                    <a:pt x="1122596" y="4807696"/>
                  </a:lnTo>
                  <a:lnTo>
                    <a:pt x="1122969" y="4797742"/>
                  </a:lnTo>
                  <a:lnTo>
                    <a:pt x="1123715" y="4797742"/>
                  </a:lnTo>
                  <a:lnTo>
                    <a:pt x="1124274" y="4787788"/>
                  </a:lnTo>
                  <a:lnTo>
                    <a:pt x="1124554" y="4787788"/>
                  </a:lnTo>
                  <a:lnTo>
                    <a:pt x="1124927" y="4787788"/>
                  </a:lnTo>
                  <a:lnTo>
                    <a:pt x="1125113" y="4777834"/>
                  </a:lnTo>
                  <a:lnTo>
                    <a:pt x="1125393" y="4777834"/>
                  </a:lnTo>
                  <a:lnTo>
                    <a:pt x="1126139" y="4777834"/>
                  </a:lnTo>
                  <a:lnTo>
                    <a:pt x="1126419" y="4777834"/>
                  </a:lnTo>
                  <a:lnTo>
                    <a:pt x="1126885" y="4777834"/>
                  </a:lnTo>
                  <a:lnTo>
                    <a:pt x="1126978" y="4777834"/>
                  </a:lnTo>
                  <a:lnTo>
                    <a:pt x="1127351" y="4777834"/>
                  </a:lnTo>
                  <a:lnTo>
                    <a:pt x="1127818" y="4777834"/>
                  </a:lnTo>
                  <a:lnTo>
                    <a:pt x="1128097" y="4777834"/>
                  </a:lnTo>
                  <a:lnTo>
                    <a:pt x="1128191" y="4777834"/>
                  </a:lnTo>
                  <a:lnTo>
                    <a:pt x="1128470" y="4777834"/>
                  </a:lnTo>
                  <a:lnTo>
                    <a:pt x="1128657" y="4777834"/>
                  </a:lnTo>
                  <a:lnTo>
                    <a:pt x="1129310" y="4777834"/>
                  </a:lnTo>
                  <a:lnTo>
                    <a:pt x="1129962" y="4777834"/>
                  </a:lnTo>
                  <a:lnTo>
                    <a:pt x="1130242" y="4777834"/>
                  </a:lnTo>
                  <a:lnTo>
                    <a:pt x="1130615" y="4777834"/>
                  </a:lnTo>
                  <a:lnTo>
                    <a:pt x="1131174" y="4777834"/>
                  </a:lnTo>
                  <a:lnTo>
                    <a:pt x="1131268" y="4777834"/>
                  </a:lnTo>
                  <a:lnTo>
                    <a:pt x="1131361" y="4777834"/>
                  </a:lnTo>
                  <a:lnTo>
                    <a:pt x="1131827" y="4777834"/>
                  </a:lnTo>
                  <a:lnTo>
                    <a:pt x="1132014" y="4777834"/>
                  </a:lnTo>
                  <a:lnTo>
                    <a:pt x="1133506" y="4777834"/>
                  </a:lnTo>
                  <a:lnTo>
                    <a:pt x="1133599" y="4767881"/>
                  </a:lnTo>
                  <a:lnTo>
                    <a:pt x="1133692" y="4767881"/>
                  </a:lnTo>
                  <a:lnTo>
                    <a:pt x="1133785" y="4767881"/>
                  </a:lnTo>
                  <a:lnTo>
                    <a:pt x="1134252" y="4767881"/>
                  </a:lnTo>
                  <a:lnTo>
                    <a:pt x="1134998" y="4767881"/>
                  </a:lnTo>
                  <a:lnTo>
                    <a:pt x="1135091" y="4767881"/>
                  </a:lnTo>
                  <a:lnTo>
                    <a:pt x="1136490" y="4767881"/>
                  </a:lnTo>
                  <a:lnTo>
                    <a:pt x="1136583" y="4767881"/>
                  </a:lnTo>
                  <a:lnTo>
                    <a:pt x="1136956" y="4767881"/>
                  </a:lnTo>
                  <a:lnTo>
                    <a:pt x="1137049" y="4767881"/>
                  </a:lnTo>
                  <a:lnTo>
                    <a:pt x="1137329" y="4767881"/>
                  </a:lnTo>
                  <a:lnTo>
                    <a:pt x="1137609" y="4767881"/>
                  </a:lnTo>
                  <a:lnTo>
                    <a:pt x="1137795" y="4767881"/>
                  </a:lnTo>
                  <a:lnTo>
                    <a:pt x="1137981" y="4767881"/>
                  </a:lnTo>
                  <a:lnTo>
                    <a:pt x="1138354" y="4767881"/>
                  </a:lnTo>
                  <a:lnTo>
                    <a:pt x="1138448" y="4767881"/>
                  </a:lnTo>
                  <a:lnTo>
                    <a:pt x="1138727" y="4767881"/>
                  </a:lnTo>
                  <a:lnTo>
                    <a:pt x="1139100" y="4767881"/>
                  </a:lnTo>
                  <a:lnTo>
                    <a:pt x="1139287" y="4767881"/>
                  </a:lnTo>
                  <a:lnTo>
                    <a:pt x="1139567" y="4767881"/>
                  </a:lnTo>
                  <a:lnTo>
                    <a:pt x="1140499" y="4767881"/>
                  </a:lnTo>
                  <a:lnTo>
                    <a:pt x="1140686" y="4767881"/>
                  </a:lnTo>
                  <a:lnTo>
                    <a:pt x="1140965" y="4757927"/>
                  </a:lnTo>
                  <a:lnTo>
                    <a:pt x="1141618" y="4757927"/>
                  </a:lnTo>
                  <a:lnTo>
                    <a:pt x="1141898" y="4757927"/>
                  </a:lnTo>
                  <a:lnTo>
                    <a:pt x="1142178" y="4757927"/>
                  </a:lnTo>
                  <a:lnTo>
                    <a:pt x="1142551" y="4757927"/>
                  </a:lnTo>
                  <a:lnTo>
                    <a:pt x="1142737" y="4757927"/>
                  </a:lnTo>
                  <a:lnTo>
                    <a:pt x="1142830" y="4757927"/>
                  </a:lnTo>
                  <a:lnTo>
                    <a:pt x="1143110" y="4757927"/>
                  </a:lnTo>
                  <a:lnTo>
                    <a:pt x="1143483" y="4757927"/>
                  </a:lnTo>
                  <a:lnTo>
                    <a:pt x="1144602" y="4757927"/>
                  </a:lnTo>
                  <a:lnTo>
                    <a:pt x="1145161" y="4757927"/>
                  </a:lnTo>
                  <a:lnTo>
                    <a:pt x="1145628" y="4757927"/>
                  </a:lnTo>
                  <a:lnTo>
                    <a:pt x="1145721" y="4757927"/>
                  </a:lnTo>
                  <a:lnTo>
                    <a:pt x="1146094" y="4757927"/>
                  </a:lnTo>
                  <a:lnTo>
                    <a:pt x="1146560" y="4757927"/>
                  </a:lnTo>
                  <a:lnTo>
                    <a:pt x="1146840" y="4757927"/>
                  </a:lnTo>
                  <a:lnTo>
                    <a:pt x="1147213" y="4757927"/>
                  </a:lnTo>
                  <a:lnTo>
                    <a:pt x="1147772" y="4757927"/>
                  </a:lnTo>
                  <a:lnTo>
                    <a:pt x="1148145" y="4757927"/>
                  </a:lnTo>
                  <a:lnTo>
                    <a:pt x="1148332" y="4757927"/>
                  </a:lnTo>
                  <a:lnTo>
                    <a:pt x="1148798" y="4757927"/>
                  </a:lnTo>
                  <a:lnTo>
                    <a:pt x="1149171" y="4757927"/>
                  </a:lnTo>
                  <a:lnTo>
                    <a:pt x="1150010" y="4757927"/>
                  </a:lnTo>
                  <a:lnTo>
                    <a:pt x="1150477" y="4757927"/>
                  </a:lnTo>
                  <a:lnTo>
                    <a:pt x="1150756" y="4757927"/>
                  </a:lnTo>
                  <a:lnTo>
                    <a:pt x="1150850" y="4757927"/>
                  </a:lnTo>
                  <a:lnTo>
                    <a:pt x="1151129" y="4757927"/>
                  </a:lnTo>
                  <a:lnTo>
                    <a:pt x="1151223" y="4757927"/>
                  </a:lnTo>
                  <a:lnTo>
                    <a:pt x="1151409" y="4757927"/>
                  </a:lnTo>
                  <a:lnTo>
                    <a:pt x="1151596" y="4757927"/>
                  </a:lnTo>
                  <a:lnTo>
                    <a:pt x="1151782" y="4757927"/>
                  </a:lnTo>
                  <a:lnTo>
                    <a:pt x="1151875" y="4757927"/>
                  </a:lnTo>
                  <a:lnTo>
                    <a:pt x="1152621" y="4757927"/>
                  </a:lnTo>
                  <a:lnTo>
                    <a:pt x="1153087" y="4757927"/>
                  </a:lnTo>
                  <a:lnTo>
                    <a:pt x="1153274" y="4757927"/>
                  </a:lnTo>
                  <a:lnTo>
                    <a:pt x="1153833" y="4757927"/>
                  </a:lnTo>
                  <a:lnTo>
                    <a:pt x="1153927" y="4757927"/>
                  </a:lnTo>
                  <a:lnTo>
                    <a:pt x="1154020" y="4757927"/>
                  </a:lnTo>
                  <a:lnTo>
                    <a:pt x="1154206" y="4757927"/>
                  </a:lnTo>
                  <a:lnTo>
                    <a:pt x="1154859" y="4757927"/>
                  </a:lnTo>
                  <a:lnTo>
                    <a:pt x="1155139" y="4757927"/>
                  </a:lnTo>
                  <a:lnTo>
                    <a:pt x="1155232" y="4757927"/>
                  </a:lnTo>
                  <a:lnTo>
                    <a:pt x="1155512" y="4757927"/>
                  </a:lnTo>
                  <a:lnTo>
                    <a:pt x="1155885" y="4757927"/>
                  </a:lnTo>
                  <a:lnTo>
                    <a:pt x="1156071" y="4757927"/>
                  </a:lnTo>
                  <a:lnTo>
                    <a:pt x="1157004" y="4757927"/>
                  </a:lnTo>
                  <a:lnTo>
                    <a:pt x="1158869" y="4757927"/>
                  </a:lnTo>
                  <a:lnTo>
                    <a:pt x="1159055" y="4757927"/>
                  </a:lnTo>
                  <a:lnTo>
                    <a:pt x="1159242" y="4757927"/>
                  </a:lnTo>
                  <a:lnTo>
                    <a:pt x="1159521" y="4757927"/>
                  </a:lnTo>
                  <a:lnTo>
                    <a:pt x="1160174" y="4757927"/>
                  </a:lnTo>
                  <a:lnTo>
                    <a:pt x="1160361" y="4757927"/>
                  </a:lnTo>
                  <a:lnTo>
                    <a:pt x="1160547" y="4757927"/>
                  </a:lnTo>
                  <a:lnTo>
                    <a:pt x="1160827" y="4757927"/>
                  </a:lnTo>
                  <a:lnTo>
                    <a:pt x="1160920" y="4757927"/>
                  </a:lnTo>
                  <a:lnTo>
                    <a:pt x="1161573" y="4757927"/>
                  </a:lnTo>
                  <a:lnTo>
                    <a:pt x="1161759" y="4757927"/>
                  </a:lnTo>
                  <a:lnTo>
                    <a:pt x="1162039" y="4757927"/>
                  </a:lnTo>
                  <a:lnTo>
                    <a:pt x="1162319" y="4757927"/>
                  </a:lnTo>
                  <a:lnTo>
                    <a:pt x="1163158" y="4757927"/>
                  </a:lnTo>
                  <a:lnTo>
                    <a:pt x="1163624" y="4757927"/>
                  </a:lnTo>
                  <a:lnTo>
                    <a:pt x="1163718" y="4757927"/>
                  </a:lnTo>
                  <a:lnTo>
                    <a:pt x="1163811" y="4757927"/>
                  </a:lnTo>
                  <a:lnTo>
                    <a:pt x="1164091" y="4757927"/>
                  </a:lnTo>
                  <a:lnTo>
                    <a:pt x="1164370" y="4757927"/>
                  </a:lnTo>
                  <a:lnTo>
                    <a:pt x="1164650" y="4757927"/>
                  </a:lnTo>
                  <a:lnTo>
                    <a:pt x="1165396" y="4757927"/>
                  </a:lnTo>
                  <a:lnTo>
                    <a:pt x="1165489" y="4757927"/>
                  </a:lnTo>
                  <a:lnTo>
                    <a:pt x="1165582" y="4757927"/>
                  </a:lnTo>
                  <a:lnTo>
                    <a:pt x="1165769" y="4757927"/>
                  </a:lnTo>
                  <a:lnTo>
                    <a:pt x="1166328" y="4757927"/>
                  </a:lnTo>
                  <a:lnTo>
                    <a:pt x="1166701" y="4757927"/>
                  </a:lnTo>
                  <a:lnTo>
                    <a:pt x="1166888" y="4757927"/>
                  </a:lnTo>
                  <a:lnTo>
                    <a:pt x="1167914" y="4757927"/>
                  </a:lnTo>
                  <a:lnTo>
                    <a:pt x="1168566" y="4757927"/>
                  </a:lnTo>
                  <a:lnTo>
                    <a:pt x="1169126" y="4757927"/>
                  </a:lnTo>
                  <a:lnTo>
                    <a:pt x="1169685" y="4757927"/>
                  </a:lnTo>
                  <a:lnTo>
                    <a:pt x="1169872" y="4757927"/>
                  </a:lnTo>
                  <a:lnTo>
                    <a:pt x="1170431" y="4747973"/>
                  </a:lnTo>
                  <a:lnTo>
                    <a:pt x="1170618" y="4747973"/>
                  </a:lnTo>
                  <a:lnTo>
                    <a:pt x="1170711" y="4747973"/>
                  </a:lnTo>
                  <a:lnTo>
                    <a:pt x="1171271" y="4747973"/>
                  </a:lnTo>
                  <a:lnTo>
                    <a:pt x="1171364" y="4747973"/>
                  </a:lnTo>
                  <a:lnTo>
                    <a:pt x="1172483" y="4747973"/>
                  </a:lnTo>
                  <a:lnTo>
                    <a:pt x="1173229" y="4747973"/>
                  </a:lnTo>
                  <a:lnTo>
                    <a:pt x="1173695" y="4747973"/>
                  </a:lnTo>
                  <a:lnTo>
                    <a:pt x="1173881" y="4747973"/>
                  </a:lnTo>
                  <a:lnTo>
                    <a:pt x="1173975" y="4747973"/>
                  </a:lnTo>
                  <a:lnTo>
                    <a:pt x="1174068" y="4747973"/>
                  </a:lnTo>
                  <a:lnTo>
                    <a:pt x="1175000" y="4747973"/>
                  </a:lnTo>
                  <a:lnTo>
                    <a:pt x="1175280" y="4738019"/>
                  </a:lnTo>
                  <a:lnTo>
                    <a:pt x="1175373" y="4738019"/>
                  </a:lnTo>
                  <a:lnTo>
                    <a:pt x="1175467" y="4738019"/>
                  </a:lnTo>
                  <a:lnTo>
                    <a:pt x="1175653" y="4738019"/>
                  </a:lnTo>
                  <a:lnTo>
                    <a:pt x="1176399" y="4728065"/>
                  </a:lnTo>
                  <a:lnTo>
                    <a:pt x="1176959" y="4728065"/>
                  </a:lnTo>
                  <a:lnTo>
                    <a:pt x="1177052" y="4728065"/>
                  </a:lnTo>
                  <a:lnTo>
                    <a:pt x="1177332" y="4728065"/>
                  </a:lnTo>
                  <a:lnTo>
                    <a:pt x="1177705" y="4728065"/>
                  </a:lnTo>
                  <a:lnTo>
                    <a:pt x="1178264" y="4728065"/>
                  </a:lnTo>
                  <a:lnTo>
                    <a:pt x="1178451" y="4728065"/>
                  </a:lnTo>
                  <a:lnTo>
                    <a:pt x="1178637" y="4728065"/>
                  </a:lnTo>
                  <a:lnTo>
                    <a:pt x="1178730" y="4728065"/>
                  </a:lnTo>
                  <a:lnTo>
                    <a:pt x="1178917" y="4728065"/>
                  </a:lnTo>
                  <a:lnTo>
                    <a:pt x="1179103" y="4728065"/>
                  </a:lnTo>
                  <a:lnTo>
                    <a:pt x="1179849" y="4728065"/>
                  </a:lnTo>
                  <a:lnTo>
                    <a:pt x="1180222" y="4728065"/>
                  </a:lnTo>
                  <a:lnTo>
                    <a:pt x="1180315" y="4728065"/>
                  </a:lnTo>
                  <a:lnTo>
                    <a:pt x="1180875" y="4728065"/>
                  </a:lnTo>
                  <a:lnTo>
                    <a:pt x="1181714" y="4728065"/>
                  </a:lnTo>
                  <a:lnTo>
                    <a:pt x="1183766" y="4728065"/>
                  </a:lnTo>
                  <a:lnTo>
                    <a:pt x="1183859" y="4728065"/>
                  </a:lnTo>
                  <a:lnTo>
                    <a:pt x="1184698" y="4728065"/>
                  </a:lnTo>
                  <a:lnTo>
                    <a:pt x="1184791" y="4728065"/>
                  </a:lnTo>
                  <a:lnTo>
                    <a:pt x="1184978" y="4728065"/>
                  </a:lnTo>
                  <a:lnTo>
                    <a:pt x="1185537" y="4728065"/>
                  </a:lnTo>
                  <a:lnTo>
                    <a:pt x="1185631" y="4728065"/>
                  </a:lnTo>
                  <a:lnTo>
                    <a:pt x="1186656" y="4728065"/>
                  </a:lnTo>
                  <a:lnTo>
                    <a:pt x="1186936" y="4728065"/>
                  </a:lnTo>
                  <a:lnTo>
                    <a:pt x="1187122" y="4728065"/>
                  </a:lnTo>
                  <a:lnTo>
                    <a:pt x="1187216" y="4728065"/>
                  </a:lnTo>
                  <a:lnTo>
                    <a:pt x="1188241" y="4728065"/>
                  </a:lnTo>
                  <a:lnTo>
                    <a:pt x="1188708" y="4728065"/>
                  </a:lnTo>
                  <a:lnTo>
                    <a:pt x="1188987" y="4728065"/>
                  </a:lnTo>
                  <a:lnTo>
                    <a:pt x="1189081" y="4728065"/>
                  </a:lnTo>
                  <a:lnTo>
                    <a:pt x="1189267" y="4728065"/>
                  </a:lnTo>
                  <a:lnTo>
                    <a:pt x="1189360" y="4728065"/>
                  </a:lnTo>
                  <a:lnTo>
                    <a:pt x="1189454" y="4728065"/>
                  </a:lnTo>
                  <a:lnTo>
                    <a:pt x="1189920" y="4728065"/>
                  </a:lnTo>
                  <a:lnTo>
                    <a:pt x="1190293" y="4728065"/>
                  </a:lnTo>
                  <a:lnTo>
                    <a:pt x="1190666" y="4728065"/>
                  </a:lnTo>
                  <a:lnTo>
                    <a:pt x="1190759" y="4728065"/>
                  </a:lnTo>
                  <a:lnTo>
                    <a:pt x="1190946" y="4728065"/>
                  </a:lnTo>
                  <a:lnTo>
                    <a:pt x="1191132" y="4728065"/>
                  </a:lnTo>
                  <a:lnTo>
                    <a:pt x="1191505" y="4728065"/>
                  </a:lnTo>
                  <a:lnTo>
                    <a:pt x="1191598" y="4728065"/>
                  </a:lnTo>
                  <a:lnTo>
                    <a:pt x="1191785" y="4728065"/>
                  </a:lnTo>
                  <a:lnTo>
                    <a:pt x="1194116" y="4728065"/>
                  </a:lnTo>
                  <a:lnTo>
                    <a:pt x="1194862" y="4728065"/>
                  </a:lnTo>
                  <a:lnTo>
                    <a:pt x="1195142" y="4728065"/>
                  </a:lnTo>
                  <a:lnTo>
                    <a:pt x="1195515" y="4728065"/>
                  </a:lnTo>
                  <a:lnTo>
                    <a:pt x="1195981" y="4728065"/>
                  </a:lnTo>
                  <a:lnTo>
                    <a:pt x="1196447" y="4728065"/>
                  </a:lnTo>
                  <a:lnTo>
                    <a:pt x="1196540" y="4728065"/>
                  </a:lnTo>
                  <a:lnTo>
                    <a:pt x="1197473" y="4728065"/>
                  </a:lnTo>
                  <a:lnTo>
                    <a:pt x="1197939" y="4728065"/>
                  </a:lnTo>
                  <a:lnTo>
                    <a:pt x="1198032" y="4728065"/>
                  </a:lnTo>
                  <a:lnTo>
                    <a:pt x="1199058" y="4728065"/>
                  </a:lnTo>
                  <a:lnTo>
                    <a:pt x="1199524" y="4728065"/>
                  </a:lnTo>
                  <a:lnTo>
                    <a:pt x="1200084" y="4728065"/>
                  </a:lnTo>
                  <a:lnTo>
                    <a:pt x="1200177" y="4728065"/>
                  </a:lnTo>
                  <a:lnTo>
                    <a:pt x="1200830" y="4728065"/>
                  </a:lnTo>
                  <a:lnTo>
                    <a:pt x="1201109" y="4728065"/>
                  </a:lnTo>
                  <a:lnTo>
                    <a:pt x="1201109" y="4718111"/>
                  </a:lnTo>
                  <a:lnTo>
                    <a:pt x="1202135" y="4718111"/>
                  </a:lnTo>
                  <a:lnTo>
                    <a:pt x="1202508" y="4718111"/>
                  </a:lnTo>
                  <a:lnTo>
                    <a:pt x="1202881" y="4718111"/>
                  </a:lnTo>
                  <a:lnTo>
                    <a:pt x="1203347" y="4718111"/>
                  </a:lnTo>
                  <a:lnTo>
                    <a:pt x="1203534" y="4718111"/>
                  </a:lnTo>
                  <a:lnTo>
                    <a:pt x="1203627" y="4718111"/>
                  </a:lnTo>
                  <a:lnTo>
                    <a:pt x="1204187" y="4718111"/>
                  </a:lnTo>
                  <a:lnTo>
                    <a:pt x="1204280" y="4718111"/>
                  </a:lnTo>
                  <a:lnTo>
                    <a:pt x="1204560" y="4718111"/>
                  </a:lnTo>
                  <a:lnTo>
                    <a:pt x="1204653" y="4718111"/>
                  </a:lnTo>
                  <a:lnTo>
                    <a:pt x="1204746" y="4718111"/>
                  </a:lnTo>
                  <a:lnTo>
                    <a:pt x="1205119" y="4718111"/>
                  </a:lnTo>
                  <a:lnTo>
                    <a:pt x="1205212" y="4718111"/>
                  </a:lnTo>
                  <a:lnTo>
                    <a:pt x="1206145" y="4718111"/>
                  </a:lnTo>
                  <a:lnTo>
                    <a:pt x="1207637" y="4718111"/>
                  </a:lnTo>
                  <a:lnTo>
                    <a:pt x="1208196" y="4718111"/>
                  </a:lnTo>
                  <a:lnTo>
                    <a:pt x="1208476" y="4718111"/>
                  </a:lnTo>
                  <a:lnTo>
                    <a:pt x="1208662" y="4718111"/>
                  </a:lnTo>
                  <a:lnTo>
                    <a:pt x="1208849" y="4718111"/>
                  </a:lnTo>
                  <a:lnTo>
                    <a:pt x="1209968" y="4718111"/>
                  </a:lnTo>
                  <a:lnTo>
                    <a:pt x="1210434" y="4718111"/>
                  </a:lnTo>
                  <a:lnTo>
                    <a:pt x="1210527" y="4718111"/>
                  </a:lnTo>
                  <a:lnTo>
                    <a:pt x="1210807" y="4718111"/>
                  </a:lnTo>
                  <a:lnTo>
                    <a:pt x="1212113" y="4708158"/>
                  </a:lnTo>
                  <a:lnTo>
                    <a:pt x="1212765" y="4708158"/>
                  </a:lnTo>
                  <a:lnTo>
                    <a:pt x="1213138" y="4708158"/>
                  </a:lnTo>
                  <a:lnTo>
                    <a:pt x="1213511" y="4708158"/>
                  </a:lnTo>
                  <a:lnTo>
                    <a:pt x="1215096" y="4708158"/>
                  </a:lnTo>
                  <a:lnTo>
                    <a:pt x="1216215" y="4708158"/>
                  </a:lnTo>
                  <a:lnTo>
                    <a:pt x="1216495" y="4708158"/>
                  </a:lnTo>
                  <a:lnTo>
                    <a:pt x="1216868" y="4708158"/>
                  </a:lnTo>
                  <a:lnTo>
                    <a:pt x="1218174" y="4708158"/>
                  </a:lnTo>
                  <a:lnTo>
                    <a:pt x="1218547" y="4708158"/>
                  </a:lnTo>
                  <a:lnTo>
                    <a:pt x="1218826" y="4708158"/>
                  </a:lnTo>
                  <a:lnTo>
                    <a:pt x="1219013" y="4708158"/>
                  </a:lnTo>
                  <a:lnTo>
                    <a:pt x="1219199" y="4708158"/>
                  </a:lnTo>
                  <a:lnTo>
                    <a:pt x="1219293" y="4708158"/>
                  </a:lnTo>
                  <a:lnTo>
                    <a:pt x="1220039" y="4708158"/>
                  </a:lnTo>
                  <a:lnTo>
                    <a:pt x="1220412" y="4708158"/>
                  </a:lnTo>
                  <a:lnTo>
                    <a:pt x="1220971" y="4708158"/>
                  </a:lnTo>
                  <a:lnTo>
                    <a:pt x="1221251" y="4708158"/>
                  </a:lnTo>
                  <a:lnTo>
                    <a:pt x="1221530" y="4708158"/>
                  </a:lnTo>
                  <a:lnTo>
                    <a:pt x="1221997" y="4708158"/>
                  </a:lnTo>
                  <a:lnTo>
                    <a:pt x="1222370" y="4708158"/>
                  </a:lnTo>
                  <a:lnTo>
                    <a:pt x="1222556" y="4708158"/>
                  </a:lnTo>
                  <a:lnTo>
                    <a:pt x="1223116" y="4708158"/>
                  </a:lnTo>
                  <a:lnTo>
                    <a:pt x="1223768" y="4708158"/>
                  </a:lnTo>
                  <a:lnTo>
                    <a:pt x="1224141" y="4708158"/>
                  </a:lnTo>
                  <a:lnTo>
                    <a:pt x="1224514" y="4708158"/>
                  </a:lnTo>
                  <a:lnTo>
                    <a:pt x="1225447" y="4708158"/>
                  </a:lnTo>
                  <a:lnTo>
                    <a:pt x="1226566" y="4708158"/>
                  </a:lnTo>
                  <a:lnTo>
                    <a:pt x="1227032" y="4708158"/>
                  </a:lnTo>
                  <a:lnTo>
                    <a:pt x="1227498" y="4708158"/>
                  </a:lnTo>
                  <a:lnTo>
                    <a:pt x="1228058" y="4708158"/>
                  </a:lnTo>
                  <a:lnTo>
                    <a:pt x="1228151" y="4708158"/>
                  </a:lnTo>
                  <a:lnTo>
                    <a:pt x="1228244" y="4708158"/>
                  </a:lnTo>
                  <a:lnTo>
                    <a:pt x="1229270" y="4708158"/>
                  </a:lnTo>
                  <a:lnTo>
                    <a:pt x="1229363" y="4708158"/>
                  </a:lnTo>
                  <a:lnTo>
                    <a:pt x="1229550" y="4708158"/>
                  </a:lnTo>
                  <a:lnTo>
                    <a:pt x="1230109" y="4708158"/>
                  </a:lnTo>
                  <a:lnTo>
                    <a:pt x="1231974" y="4708158"/>
                  </a:lnTo>
                  <a:lnTo>
                    <a:pt x="1232161" y="4708158"/>
                  </a:lnTo>
                  <a:lnTo>
                    <a:pt x="1232440" y="4708158"/>
                  </a:lnTo>
                  <a:lnTo>
                    <a:pt x="1232627" y="4708158"/>
                  </a:lnTo>
                  <a:lnTo>
                    <a:pt x="1233186" y="4708158"/>
                  </a:lnTo>
                  <a:lnTo>
                    <a:pt x="1233373" y="4708158"/>
                  </a:lnTo>
                  <a:lnTo>
                    <a:pt x="1234492" y="4708158"/>
                  </a:lnTo>
                  <a:lnTo>
                    <a:pt x="1234678" y="4708158"/>
                  </a:lnTo>
                  <a:lnTo>
                    <a:pt x="1235144" y="4708158"/>
                  </a:lnTo>
                  <a:lnTo>
                    <a:pt x="1235704" y="4708158"/>
                  </a:lnTo>
                  <a:lnTo>
                    <a:pt x="1236357" y="4708158"/>
                  </a:lnTo>
                  <a:lnTo>
                    <a:pt x="1236916" y="4708158"/>
                  </a:lnTo>
                  <a:lnTo>
                    <a:pt x="1237849" y="4708158"/>
                  </a:lnTo>
                  <a:lnTo>
                    <a:pt x="1238222" y="4708158"/>
                  </a:lnTo>
                  <a:lnTo>
                    <a:pt x="1239434" y="4708158"/>
                  </a:lnTo>
                  <a:lnTo>
                    <a:pt x="1240087" y="4708158"/>
                  </a:lnTo>
                  <a:lnTo>
                    <a:pt x="1240180" y="4708158"/>
                  </a:lnTo>
                  <a:lnTo>
                    <a:pt x="1240366" y="4708158"/>
                  </a:lnTo>
                  <a:lnTo>
                    <a:pt x="1240366" y="4698204"/>
                  </a:lnTo>
                  <a:lnTo>
                    <a:pt x="1240553" y="4698204"/>
                  </a:lnTo>
                  <a:lnTo>
                    <a:pt x="1241951" y="4698204"/>
                  </a:lnTo>
                  <a:lnTo>
                    <a:pt x="1242697" y="4698204"/>
                  </a:lnTo>
                  <a:lnTo>
                    <a:pt x="1243537" y="4698204"/>
                  </a:lnTo>
                  <a:lnTo>
                    <a:pt x="1244376" y="4698204"/>
                  </a:lnTo>
                  <a:lnTo>
                    <a:pt x="1244842" y="4698204"/>
                  </a:lnTo>
                  <a:lnTo>
                    <a:pt x="1245308" y="4698204"/>
                  </a:lnTo>
                  <a:lnTo>
                    <a:pt x="1246334" y="4698204"/>
                  </a:lnTo>
                  <a:lnTo>
                    <a:pt x="1247267" y="4698204"/>
                  </a:lnTo>
                  <a:lnTo>
                    <a:pt x="1247546" y="4698204"/>
                  </a:lnTo>
                  <a:lnTo>
                    <a:pt x="1247733" y="4698204"/>
                  </a:lnTo>
                  <a:lnTo>
                    <a:pt x="1248852" y="4698204"/>
                  </a:lnTo>
                  <a:lnTo>
                    <a:pt x="1248945" y="4698204"/>
                  </a:lnTo>
                  <a:lnTo>
                    <a:pt x="1249131" y="4698204"/>
                  </a:lnTo>
                  <a:lnTo>
                    <a:pt x="1249411" y="4698204"/>
                  </a:lnTo>
                  <a:lnTo>
                    <a:pt x="1249504" y="4698204"/>
                  </a:lnTo>
                  <a:lnTo>
                    <a:pt x="1249598" y="4698204"/>
                  </a:lnTo>
                  <a:lnTo>
                    <a:pt x="1249691" y="4698204"/>
                  </a:lnTo>
                  <a:lnTo>
                    <a:pt x="1250344" y="4698204"/>
                  </a:lnTo>
                  <a:lnTo>
                    <a:pt x="1250996" y="4698204"/>
                  </a:lnTo>
                  <a:lnTo>
                    <a:pt x="1251556" y="4698204"/>
                  </a:lnTo>
                  <a:lnTo>
                    <a:pt x="1252115" y="4688250"/>
                  </a:lnTo>
                  <a:lnTo>
                    <a:pt x="1253328" y="4688250"/>
                  </a:lnTo>
                  <a:lnTo>
                    <a:pt x="1253421" y="4688250"/>
                  </a:lnTo>
                  <a:lnTo>
                    <a:pt x="1254167" y="4688250"/>
                  </a:lnTo>
                  <a:lnTo>
                    <a:pt x="1254726" y="4688250"/>
                  </a:lnTo>
                  <a:lnTo>
                    <a:pt x="1255099" y="4688250"/>
                  </a:lnTo>
                  <a:lnTo>
                    <a:pt x="1256032" y="4688250"/>
                  </a:lnTo>
                  <a:lnTo>
                    <a:pt x="1256218" y="4688250"/>
                  </a:lnTo>
                  <a:lnTo>
                    <a:pt x="1256498" y="4688250"/>
                  </a:lnTo>
                  <a:lnTo>
                    <a:pt x="1256684" y="4688250"/>
                  </a:lnTo>
                  <a:lnTo>
                    <a:pt x="1257803" y="4688250"/>
                  </a:lnTo>
                  <a:lnTo>
                    <a:pt x="1258270" y="4688250"/>
                  </a:lnTo>
                  <a:lnTo>
                    <a:pt x="1258549" y="4688250"/>
                  </a:lnTo>
                  <a:lnTo>
                    <a:pt x="1258643" y="4688250"/>
                  </a:lnTo>
                  <a:lnTo>
                    <a:pt x="1258922" y="4688250"/>
                  </a:lnTo>
                  <a:lnTo>
                    <a:pt x="1259109" y="4688250"/>
                  </a:lnTo>
                  <a:lnTo>
                    <a:pt x="1259202" y="4688250"/>
                  </a:lnTo>
                  <a:lnTo>
                    <a:pt x="1259482" y="4688250"/>
                  </a:lnTo>
                  <a:lnTo>
                    <a:pt x="1259762" y="4688250"/>
                  </a:lnTo>
                  <a:lnTo>
                    <a:pt x="1259855" y="4688250"/>
                  </a:lnTo>
                  <a:lnTo>
                    <a:pt x="1259948" y="4688250"/>
                  </a:lnTo>
                  <a:lnTo>
                    <a:pt x="1261347" y="4688250"/>
                  </a:lnTo>
                  <a:lnTo>
                    <a:pt x="1261440" y="4688250"/>
                  </a:lnTo>
                  <a:lnTo>
                    <a:pt x="1261813" y="4688250"/>
                  </a:lnTo>
                  <a:lnTo>
                    <a:pt x="1262000" y="4688250"/>
                  </a:lnTo>
                  <a:lnTo>
                    <a:pt x="1262652" y="4688250"/>
                  </a:lnTo>
                  <a:lnTo>
                    <a:pt x="1262839" y="4688250"/>
                  </a:lnTo>
                  <a:lnTo>
                    <a:pt x="1263118" y="4688250"/>
                  </a:lnTo>
                  <a:lnTo>
                    <a:pt x="1264051" y="4688250"/>
                  </a:lnTo>
                  <a:lnTo>
                    <a:pt x="1264704" y="4688250"/>
                  </a:lnTo>
                  <a:lnTo>
                    <a:pt x="1265170" y="4688250"/>
                  </a:lnTo>
                  <a:lnTo>
                    <a:pt x="1265450" y="4688250"/>
                  </a:lnTo>
                  <a:lnTo>
                    <a:pt x="1266662" y="4688250"/>
                  </a:lnTo>
                  <a:lnTo>
                    <a:pt x="1266755" y="4688250"/>
                  </a:lnTo>
                  <a:lnTo>
                    <a:pt x="1267035" y="4688250"/>
                  </a:lnTo>
                  <a:lnTo>
                    <a:pt x="1267221" y="4688250"/>
                  </a:lnTo>
                  <a:lnTo>
                    <a:pt x="1268527" y="4688250"/>
                  </a:lnTo>
                  <a:lnTo>
                    <a:pt x="1268713" y="4688250"/>
                  </a:lnTo>
                  <a:lnTo>
                    <a:pt x="1268900" y="4688250"/>
                  </a:lnTo>
                  <a:lnTo>
                    <a:pt x="1269086" y="4678296"/>
                  </a:lnTo>
                  <a:lnTo>
                    <a:pt x="1269459" y="4678296"/>
                  </a:lnTo>
                  <a:lnTo>
                    <a:pt x="1270485" y="4678296"/>
                  </a:lnTo>
                  <a:lnTo>
                    <a:pt x="1271044" y="4678296"/>
                  </a:lnTo>
                  <a:lnTo>
                    <a:pt x="1271231" y="4678296"/>
                  </a:lnTo>
                  <a:lnTo>
                    <a:pt x="1271604" y="4678296"/>
                  </a:lnTo>
                  <a:lnTo>
                    <a:pt x="1272350" y="4678296"/>
                  </a:lnTo>
                  <a:lnTo>
                    <a:pt x="1272536" y="4678296"/>
                  </a:lnTo>
                  <a:lnTo>
                    <a:pt x="1272630" y="4678296"/>
                  </a:lnTo>
                  <a:lnTo>
                    <a:pt x="1273003" y="4678296"/>
                  </a:lnTo>
                  <a:lnTo>
                    <a:pt x="1273282" y="4678296"/>
                  </a:lnTo>
                  <a:lnTo>
                    <a:pt x="1273562" y="4678296"/>
                  </a:lnTo>
                  <a:lnTo>
                    <a:pt x="1273655" y="4678296"/>
                  </a:lnTo>
                  <a:lnTo>
                    <a:pt x="1274588" y="4678296"/>
                  </a:lnTo>
                  <a:lnTo>
                    <a:pt x="1274961" y="4678296"/>
                  </a:lnTo>
                  <a:lnTo>
                    <a:pt x="1275241" y="4678296"/>
                  </a:lnTo>
                  <a:lnTo>
                    <a:pt x="1275614" y="4678296"/>
                  </a:lnTo>
                  <a:lnTo>
                    <a:pt x="1276546" y="4678296"/>
                  </a:lnTo>
                  <a:lnTo>
                    <a:pt x="1277012" y="4678296"/>
                  </a:lnTo>
                  <a:lnTo>
                    <a:pt x="1277385" y="4678296"/>
                  </a:lnTo>
                  <a:lnTo>
                    <a:pt x="1277945" y="4678296"/>
                  </a:lnTo>
                  <a:lnTo>
                    <a:pt x="1278411" y="4678296"/>
                  </a:lnTo>
                  <a:lnTo>
                    <a:pt x="1279250" y="4678296"/>
                  </a:lnTo>
                  <a:lnTo>
                    <a:pt x="1279716" y="4678296"/>
                  </a:lnTo>
                  <a:lnTo>
                    <a:pt x="1280089" y="4678296"/>
                  </a:lnTo>
                  <a:lnTo>
                    <a:pt x="1280462" y="4678296"/>
                  </a:lnTo>
                  <a:lnTo>
                    <a:pt x="1280556" y="4678296"/>
                  </a:lnTo>
                  <a:lnTo>
                    <a:pt x="1280929" y="4678296"/>
                  </a:lnTo>
                  <a:lnTo>
                    <a:pt x="1281581" y="4678296"/>
                  </a:lnTo>
                  <a:lnTo>
                    <a:pt x="1281954" y="4678296"/>
                  </a:lnTo>
                  <a:lnTo>
                    <a:pt x="1282141" y="4678296"/>
                  </a:lnTo>
                  <a:lnTo>
                    <a:pt x="1282794" y="4678296"/>
                  </a:lnTo>
                  <a:lnTo>
                    <a:pt x="1284006" y="4678296"/>
                  </a:lnTo>
                  <a:lnTo>
                    <a:pt x="1284472" y="4678296"/>
                  </a:lnTo>
                  <a:lnTo>
                    <a:pt x="1284658" y="4678296"/>
                  </a:lnTo>
                  <a:lnTo>
                    <a:pt x="1285498" y="4678296"/>
                  </a:lnTo>
                  <a:lnTo>
                    <a:pt x="1285684" y="4678296"/>
                  </a:lnTo>
                  <a:lnTo>
                    <a:pt x="1285777" y="4678296"/>
                  </a:lnTo>
                  <a:lnTo>
                    <a:pt x="1286337" y="4678296"/>
                  </a:lnTo>
                  <a:lnTo>
                    <a:pt x="1286523" y="4678296"/>
                  </a:lnTo>
                  <a:lnTo>
                    <a:pt x="1286990" y="4678296"/>
                  </a:lnTo>
                  <a:lnTo>
                    <a:pt x="1287083" y="4678296"/>
                  </a:lnTo>
                  <a:lnTo>
                    <a:pt x="1287176" y="4678296"/>
                  </a:lnTo>
                  <a:lnTo>
                    <a:pt x="1287736" y="4678296"/>
                  </a:lnTo>
                  <a:lnTo>
                    <a:pt x="1288109" y="4678296"/>
                  </a:lnTo>
                  <a:lnTo>
                    <a:pt x="1288668" y="4678296"/>
                  </a:lnTo>
                  <a:lnTo>
                    <a:pt x="1289134" y="4678296"/>
                  </a:lnTo>
                  <a:lnTo>
                    <a:pt x="1290253" y="4668342"/>
                  </a:lnTo>
                  <a:lnTo>
                    <a:pt x="1291279" y="4668342"/>
                  </a:lnTo>
                  <a:lnTo>
                    <a:pt x="1291559" y="4668342"/>
                  </a:lnTo>
                  <a:lnTo>
                    <a:pt x="1292211" y="4668342"/>
                  </a:lnTo>
                  <a:lnTo>
                    <a:pt x="1292305" y="4668342"/>
                  </a:lnTo>
                  <a:lnTo>
                    <a:pt x="1293237" y="4658388"/>
                  </a:lnTo>
                  <a:lnTo>
                    <a:pt x="1293517" y="4658388"/>
                  </a:lnTo>
                  <a:lnTo>
                    <a:pt x="1294076" y="4658388"/>
                  </a:lnTo>
                  <a:lnTo>
                    <a:pt x="1294356" y="4658388"/>
                  </a:lnTo>
                  <a:lnTo>
                    <a:pt x="1295848" y="4648435"/>
                  </a:lnTo>
                  <a:lnTo>
                    <a:pt x="1296035" y="4648435"/>
                  </a:lnTo>
                  <a:lnTo>
                    <a:pt x="1296128" y="4648435"/>
                  </a:lnTo>
                  <a:lnTo>
                    <a:pt x="1296501" y="4648435"/>
                  </a:lnTo>
                  <a:lnTo>
                    <a:pt x="1298086" y="4648435"/>
                  </a:lnTo>
                  <a:lnTo>
                    <a:pt x="1298459" y="4648435"/>
                  </a:lnTo>
                  <a:lnTo>
                    <a:pt x="1298645" y="4648435"/>
                  </a:lnTo>
                  <a:lnTo>
                    <a:pt x="1298832" y="4648435"/>
                  </a:lnTo>
                  <a:lnTo>
                    <a:pt x="1299112" y="4648435"/>
                  </a:lnTo>
                  <a:lnTo>
                    <a:pt x="1299578" y="4648435"/>
                  </a:lnTo>
                  <a:lnTo>
                    <a:pt x="1300137" y="4648435"/>
                  </a:lnTo>
                  <a:lnTo>
                    <a:pt x="1300697" y="4648435"/>
                  </a:lnTo>
                  <a:lnTo>
                    <a:pt x="1300790" y="4648435"/>
                  </a:lnTo>
                  <a:lnTo>
                    <a:pt x="1300977" y="4648435"/>
                  </a:lnTo>
                  <a:lnTo>
                    <a:pt x="1301350" y="4648435"/>
                  </a:lnTo>
                  <a:lnTo>
                    <a:pt x="1301536" y="4648435"/>
                  </a:lnTo>
                  <a:lnTo>
                    <a:pt x="1302375" y="4648435"/>
                  </a:lnTo>
                  <a:lnTo>
                    <a:pt x="1302935" y="4648435"/>
                  </a:lnTo>
                  <a:lnTo>
                    <a:pt x="1304054" y="4648435"/>
                  </a:lnTo>
                  <a:lnTo>
                    <a:pt x="1304520" y="4648435"/>
                  </a:lnTo>
                  <a:lnTo>
                    <a:pt x="1304613" y="4648435"/>
                  </a:lnTo>
                  <a:lnTo>
                    <a:pt x="1305359" y="4648435"/>
                  </a:lnTo>
                  <a:lnTo>
                    <a:pt x="1306105" y="4648435"/>
                  </a:lnTo>
                  <a:lnTo>
                    <a:pt x="1306292" y="4648435"/>
                  </a:lnTo>
                  <a:lnTo>
                    <a:pt x="1306665" y="4648435"/>
                  </a:lnTo>
                  <a:lnTo>
                    <a:pt x="1306758" y="4648435"/>
                  </a:lnTo>
                  <a:lnTo>
                    <a:pt x="1306944" y="4648435"/>
                  </a:lnTo>
                  <a:lnTo>
                    <a:pt x="1307411" y="4648435"/>
                  </a:lnTo>
                  <a:lnTo>
                    <a:pt x="1308157" y="4648435"/>
                  </a:lnTo>
                  <a:lnTo>
                    <a:pt x="1308716" y="4648435"/>
                  </a:lnTo>
                  <a:lnTo>
                    <a:pt x="1308809" y="4648435"/>
                  </a:lnTo>
                  <a:lnTo>
                    <a:pt x="1309089" y="4648435"/>
                  </a:lnTo>
                  <a:lnTo>
                    <a:pt x="1309369" y="4648435"/>
                  </a:lnTo>
                  <a:lnTo>
                    <a:pt x="1309835" y="4638481"/>
                  </a:lnTo>
                  <a:lnTo>
                    <a:pt x="1310022" y="4638481"/>
                  </a:lnTo>
                  <a:lnTo>
                    <a:pt x="1310301" y="4638481"/>
                  </a:lnTo>
                  <a:lnTo>
                    <a:pt x="1310395" y="4638481"/>
                  </a:lnTo>
                  <a:lnTo>
                    <a:pt x="1310674" y="4638481"/>
                  </a:lnTo>
                  <a:lnTo>
                    <a:pt x="1310954" y="4638481"/>
                  </a:lnTo>
                  <a:lnTo>
                    <a:pt x="1311420" y="4638481"/>
                  </a:lnTo>
                  <a:lnTo>
                    <a:pt x="1311607" y="4638481"/>
                  </a:lnTo>
                  <a:lnTo>
                    <a:pt x="1312446" y="4638481"/>
                  </a:lnTo>
                  <a:lnTo>
                    <a:pt x="1312912" y="4638481"/>
                  </a:lnTo>
                  <a:lnTo>
                    <a:pt x="1313192" y="4638481"/>
                  </a:lnTo>
                  <a:lnTo>
                    <a:pt x="1313565" y="4638481"/>
                  </a:lnTo>
                  <a:lnTo>
                    <a:pt x="1314218" y="4638481"/>
                  </a:lnTo>
                  <a:lnTo>
                    <a:pt x="1315337" y="4638481"/>
                  </a:lnTo>
                  <a:lnTo>
                    <a:pt x="1316642" y="4638481"/>
                  </a:lnTo>
                  <a:lnTo>
                    <a:pt x="1317015" y="4638481"/>
                  </a:lnTo>
                  <a:lnTo>
                    <a:pt x="1318320" y="4638481"/>
                  </a:lnTo>
                  <a:lnTo>
                    <a:pt x="1318787" y="4638481"/>
                  </a:lnTo>
                  <a:lnTo>
                    <a:pt x="1318973" y="4638481"/>
                  </a:lnTo>
                  <a:lnTo>
                    <a:pt x="1319066" y="4638481"/>
                  </a:lnTo>
                  <a:lnTo>
                    <a:pt x="1319812" y="4638481"/>
                  </a:lnTo>
                  <a:lnTo>
                    <a:pt x="1320185" y="4638481"/>
                  </a:lnTo>
                  <a:lnTo>
                    <a:pt x="1320465" y="4638481"/>
                  </a:lnTo>
                  <a:lnTo>
                    <a:pt x="1320745" y="4638481"/>
                  </a:lnTo>
                  <a:lnTo>
                    <a:pt x="1322423" y="4618573"/>
                  </a:lnTo>
                  <a:lnTo>
                    <a:pt x="1322517" y="4618573"/>
                  </a:lnTo>
                  <a:lnTo>
                    <a:pt x="1322703" y="4618573"/>
                  </a:lnTo>
                  <a:lnTo>
                    <a:pt x="1322890" y="4618573"/>
                  </a:lnTo>
                  <a:lnTo>
                    <a:pt x="1323169" y="4618573"/>
                  </a:lnTo>
                  <a:lnTo>
                    <a:pt x="1323542" y="4618573"/>
                  </a:lnTo>
                  <a:lnTo>
                    <a:pt x="1323822" y="4618573"/>
                  </a:lnTo>
                  <a:lnTo>
                    <a:pt x="1324382" y="4618573"/>
                  </a:lnTo>
                  <a:lnTo>
                    <a:pt x="1324475" y="4618573"/>
                  </a:lnTo>
                  <a:lnTo>
                    <a:pt x="1324848" y="4618573"/>
                  </a:lnTo>
                  <a:lnTo>
                    <a:pt x="1325034" y="4618573"/>
                  </a:lnTo>
                  <a:lnTo>
                    <a:pt x="1326153" y="4618573"/>
                  </a:lnTo>
                  <a:lnTo>
                    <a:pt x="1326246" y="4618573"/>
                  </a:lnTo>
                  <a:lnTo>
                    <a:pt x="1326992" y="4618573"/>
                  </a:lnTo>
                  <a:lnTo>
                    <a:pt x="1327086" y="4618573"/>
                  </a:lnTo>
                  <a:lnTo>
                    <a:pt x="1327459" y="4618573"/>
                  </a:lnTo>
                  <a:lnTo>
                    <a:pt x="1328111" y="4618573"/>
                  </a:lnTo>
                  <a:lnTo>
                    <a:pt x="1329230" y="4618573"/>
                  </a:lnTo>
                  <a:lnTo>
                    <a:pt x="1329697" y="4618573"/>
                  </a:lnTo>
                  <a:lnTo>
                    <a:pt x="1330256" y="4608619"/>
                  </a:lnTo>
                  <a:lnTo>
                    <a:pt x="1331002" y="4608619"/>
                  </a:lnTo>
                  <a:lnTo>
                    <a:pt x="1331375" y="4608619"/>
                  </a:lnTo>
                  <a:lnTo>
                    <a:pt x="1331841" y="4608619"/>
                  </a:lnTo>
                  <a:lnTo>
                    <a:pt x="1331935" y="4608619"/>
                  </a:lnTo>
                  <a:lnTo>
                    <a:pt x="1332680" y="4608619"/>
                  </a:lnTo>
                  <a:lnTo>
                    <a:pt x="1333799" y="4608619"/>
                  </a:lnTo>
                  <a:lnTo>
                    <a:pt x="1333986" y="4608619"/>
                  </a:lnTo>
                  <a:lnTo>
                    <a:pt x="1334079" y="4608619"/>
                  </a:lnTo>
                  <a:lnTo>
                    <a:pt x="1334266" y="4608619"/>
                  </a:lnTo>
                  <a:lnTo>
                    <a:pt x="1334359" y="4608619"/>
                  </a:lnTo>
                  <a:lnTo>
                    <a:pt x="1334732" y="4608619"/>
                  </a:lnTo>
                  <a:lnTo>
                    <a:pt x="1334825" y="4608619"/>
                  </a:lnTo>
                  <a:lnTo>
                    <a:pt x="1335571" y="4608619"/>
                  </a:lnTo>
                  <a:lnTo>
                    <a:pt x="1336317" y="4608619"/>
                  </a:lnTo>
                  <a:lnTo>
                    <a:pt x="1336597" y="4608619"/>
                  </a:lnTo>
                  <a:lnTo>
                    <a:pt x="1336877" y="4608619"/>
                  </a:lnTo>
                  <a:lnTo>
                    <a:pt x="1337436" y="4598666"/>
                  </a:lnTo>
                  <a:lnTo>
                    <a:pt x="1337996" y="4598666"/>
                  </a:lnTo>
                  <a:lnTo>
                    <a:pt x="1339208" y="4598666"/>
                  </a:lnTo>
                  <a:lnTo>
                    <a:pt x="1339487" y="4598666"/>
                  </a:lnTo>
                  <a:lnTo>
                    <a:pt x="1339581" y="4598666"/>
                  </a:lnTo>
                  <a:lnTo>
                    <a:pt x="1339674" y="4598666"/>
                  </a:lnTo>
                  <a:lnTo>
                    <a:pt x="1339767" y="4598666"/>
                  </a:lnTo>
                  <a:lnTo>
                    <a:pt x="1340793" y="4598666"/>
                  </a:lnTo>
                  <a:lnTo>
                    <a:pt x="1341166" y="4598666"/>
                  </a:lnTo>
                  <a:lnTo>
                    <a:pt x="1341446" y="4598666"/>
                  </a:lnTo>
                  <a:lnTo>
                    <a:pt x="1341632" y="4598666"/>
                  </a:lnTo>
                  <a:lnTo>
                    <a:pt x="1342192" y="4598666"/>
                  </a:lnTo>
                  <a:lnTo>
                    <a:pt x="1343870" y="4598666"/>
                  </a:lnTo>
                  <a:lnTo>
                    <a:pt x="1343963" y="4598666"/>
                  </a:lnTo>
                  <a:lnTo>
                    <a:pt x="1345176" y="4598666"/>
                  </a:lnTo>
                  <a:lnTo>
                    <a:pt x="1345455" y="4598666"/>
                  </a:lnTo>
                  <a:lnTo>
                    <a:pt x="1346015" y="4598666"/>
                  </a:lnTo>
                  <a:lnTo>
                    <a:pt x="1346201" y="4598666"/>
                  </a:lnTo>
                  <a:lnTo>
                    <a:pt x="1347413" y="4598666"/>
                  </a:lnTo>
                  <a:lnTo>
                    <a:pt x="1347600" y="4598666"/>
                  </a:lnTo>
                  <a:lnTo>
                    <a:pt x="1347880" y="4598666"/>
                  </a:lnTo>
                  <a:lnTo>
                    <a:pt x="1348159" y="4598666"/>
                  </a:lnTo>
                  <a:lnTo>
                    <a:pt x="1350491" y="4598666"/>
                  </a:lnTo>
                  <a:lnTo>
                    <a:pt x="1351143" y="4598666"/>
                  </a:lnTo>
                  <a:lnTo>
                    <a:pt x="1351516" y="4598666"/>
                  </a:lnTo>
                  <a:lnTo>
                    <a:pt x="1351610" y="4598666"/>
                  </a:lnTo>
                  <a:lnTo>
                    <a:pt x="1352542" y="4598666"/>
                  </a:lnTo>
                  <a:lnTo>
                    <a:pt x="1353288" y="4598666"/>
                  </a:lnTo>
                  <a:lnTo>
                    <a:pt x="1353568" y="4598666"/>
                  </a:lnTo>
                  <a:lnTo>
                    <a:pt x="1354034" y="4598666"/>
                  </a:lnTo>
                  <a:lnTo>
                    <a:pt x="1354407" y="4598666"/>
                  </a:lnTo>
                  <a:lnTo>
                    <a:pt x="1355619" y="4598666"/>
                  </a:lnTo>
                  <a:lnTo>
                    <a:pt x="1356272" y="4598666"/>
                  </a:lnTo>
                  <a:lnTo>
                    <a:pt x="1356458" y="4598666"/>
                  </a:lnTo>
                  <a:lnTo>
                    <a:pt x="1356831" y="4588712"/>
                  </a:lnTo>
                  <a:lnTo>
                    <a:pt x="1357018" y="4588712"/>
                  </a:lnTo>
                  <a:lnTo>
                    <a:pt x="1357111" y="4588712"/>
                  </a:lnTo>
                  <a:lnTo>
                    <a:pt x="1358044" y="4578758"/>
                  </a:lnTo>
                  <a:lnTo>
                    <a:pt x="1358976" y="4578758"/>
                  </a:lnTo>
                  <a:lnTo>
                    <a:pt x="1359069" y="4578758"/>
                  </a:lnTo>
                  <a:lnTo>
                    <a:pt x="1359536" y="4578758"/>
                  </a:lnTo>
                  <a:lnTo>
                    <a:pt x="1360281" y="4578758"/>
                  </a:lnTo>
                  <a:lnTo>
                    <a:pt x="1360654" y="4578758"/>
                  </a:lnTo>
                  <a:lnTo>
                    <a:pt x="1361121" y="4578758"/>
                  </a:lnTo>
                  <a:lnTo>
                    <a:pt x="1361400" y="4578758"/>
                  </a:lnTo>
                  <a:lnTo>
                    <a:pt x="1362333" y="4578758"/>
                  </a:lnTo>
                  <a:lnTo>
                    <a:pt x="1362799" y="4578758"/>
                  </a:lnTo>
                  <a:lnTo>
                    <a:pt x="1362986" y="4578758"/>
                  </a:lnTo>
                  <a:lnTo>
                    <a:pt x="1363545" y="4578758"/>
                  </a:lnTo>
                  <a:lnTo>
                    <a:pt x="1364384" y="4568804"/>
                  </a:lnTo>
                  <a:lnTo>
                    <a:pt x="1364478" y="4568804"/>
                  </a:lnTo>
                  <a:lnTo>
                    <a:pt x="1365224" y="4568804"/>
                  </a:lnTo>
                  <a:lnTo>
                    <a:pt x="1365503" y="4568804"/>
                  </a:lnTo>
                  <a:lnTo>
                    <a:pt x="1365876" y="4568804"/>
                  </a:lnTo>
                  <a:lnTo>
                    <a:pt x="1365970" y="4568804"/>
                  </a:lnTo>
                  <a:lnTo>
                    <a:pt x="1366249" y="4568804"/>
                  </a:lnTo>
                  <a:lnTo>
                    <a:pt x="1366809" y="4568804"/>
                  </a:lnTo>
                  <a:lnTo>
                    <a:pt x="1367088" y="4568804"/>
                  </a:lnTo>
                  <a:lnTo>
                    <a:pt x="1367555" y="4568804"/>
                  </a:lnTo>
                  <a:lnTo>
                    <a:pt x="1367928" y="4568804"/>
                  </a:lnTo>
                  <a:lnTo>
                    <a:pt x="1368114" y="4568804"/>
                  </a:lnTo>
                  <a:lnTo>
                    <a:pt x="1368301" y="4568804"/>
                  </a:lnTo>
                  <a:lnTo>
                    <a:pt x="1368394" y="4568804"/>
                  </a:lnTo>
                  <a:lnTo>
                    <a:pt x="1368674" y="4568804"/>
                  </a:lnTo>
                  <a:lnTo>
                    <a:pt x="1369420" y="4558850"/>
                  </a:lnTo>
                  <a:lnTo>
                    <a:pt x="1369793" y="4558850"/>
                  </a:lnTo>
                  <a:lnTo>
                    <a:pt x="1370352" y="4558850"/>
                  </a:lnTo>
                  <a:lnTo>
                    <a:pt x="1370818" y="4558850"/>
                  </a:lnTo>
                  <a:lnTo>
                    <a:pt x="1371658" y="4558850"/>
                  </a:lnTo>
                  <a:lnTo>
                    <a:pt x="1371844" y="4558850"/>
                  </a:lnTo>
                  <a:lnTo>
                    <a:pt x="1373056" y="4558850"/>
                  </a:lnTo>
                  <a:lnTo>
                    <a:pt x="1374548" y="4558850"/>
                  </a:lnTo>
                  <a:lnTo>
                    <a:pt x="1375387" y="4558850"/>
                  </a:lnTo>
                  <a:lnTo>
                    <a:pt x="1377066" y="4558850"/>
                  </a:lnTo>
                  <a:lnTo>
                    <a:pt x="1377439" y="4558850"/>
                  </a:lnTo>
                  <a:lnTo>
                    <a:pt x="1377812" y="4558850"/>
                  </a:lnTo>
                  <a:lnTo>
                    <a:pt x="1378558" y="4558850"/>
                  </a:lnTo>
                  <a:lnTo>
                    <a:pt x="1378744" y="4558850"/>
                  </a:lnTo>
                  <a:lnTo>
                    <a:pt x="1380050" y="4558850"/>
                  </a:lnTo>
                  <a:lnTo>
                    <a:pt x="1380609" y="4548896"/>
                  </a:lnTo>
                  <a:lnTo>
                    <a:pt x="1380982" y="4548896"/>
                  </a:lnTo>
                  <a:lnTo>
                    <a:pt x="1381262" y="4548896"/>
                  </a:lnTo>
                  <a:lnTo>
                    <a:pt x="1381448" y="4548896"/>
                  </a:lnTo>
                  <a:lnTo>
                    <a:pt x="1382101" y="4548896"/>
                  </a:lnTo>
                  <a:lnTo>
                    <a:pt x="1382194" y="4548896"/>
                  </a:lnTo>
                  <a:lnTo>
                    <a:pt x="1382288" y="4548896"/>
                  </a:lnTo>
                  <a:lnTo>
                    <a:pt x="1383500" y="4548896"/>
                  </a:lnTo>
                  <a:lnTo>
                    <a:pt x="1383686" y="4548896"/>
                  </a:lnTo>
                  <a:lnTo>
                    <a:pt x="1383873" y="4548896"/>
                  </a:lnTo>
                  <a:lnTo>
                    <a:pt x="1384153" y="4548896"/>
                  </a:lnTo>
                  <a:lnTo>
                    <a:pt x="1384526" y="4548896"/>
                  </a:lnTo>
                  <a:lnTo>
                    <a:pt x="1384712" y="4548896"/>
                  </a:lnTo>
                  <a:lnTo>
                    <a:pt x="1386484" y="4548896"/>
                  </a:lnTo>
                  <a:lnTo>
                    <a:pt x="1386670" y="4548896"/>
                  </a:lnTo>
                  <a:lnTo>
                    <a:pt x="1386764" y="4548896"/>
                  </a:lnTo>
                  <a:lnTo>
                    <a:pt x="1387137" y="4548896"/>
                  </a:lnTo>
                  <a:lnTo>
                    <a:pt x="1387789" y="4548896"/>
                  </a:lnTo>
                  <a:lnTo>
                    <a:pt x="1388628" y="4548896"/>
                  </a:lnTo>
                  <a:lnTo>
                    <a:pt x="1389654" y="4548896"/>
                  </a:lnTo>
                  <a:lnTo>
                    <a:pt x="1390027" y="4548896"/>
                  </a:lnTo>
                  <a:lnTo>
                    <a:pt x="1390587" y="4548896"/>
                  </a:lnTo>
                  <a:lnTo>
                    <a:pt x="1390773" y="4548896"/>
                  </a:lnTo>
                  <a:lnTo>
                    <a:pt x="1391146" y="4548896"/>
                  </a:lnTo>
                  <a:lnTo>
                    <a:pt x="1391239" y="4548896"/>
                  </a:lnTo>
                  <a:lnTo>
                    <a:pt x="1391333" y="4548896"/>
                  </a:lnTo>
                  <a:lnTo>
                    <a:pt x="1391985" y="4548896"/>
                  </a:lnTo>
                  <a:lnTo>
                    <a:pt x="1392358" y="4548896"/>
                  </a:lnTo>
                  <a:lnTo>
                    <a:pt x="1392918" y="4548896"/>
                  </a:lnTo>
                  <a:lnTo>
                    <a:pt x="1393011" y="4548896"/>
                  </a:lnTo>
                  <a:lnTo>
                    <a:pt x="1393571" y="4548896"/>
                  </a:lnTo>
                  <a:lnTo>
                    <a:pt x="1393850" y="4548896"/>
                  </a:lnTo>
                  <a:lnTo>
                    <a:pt x="1394130" y="4548896"/>
                  </a:lnTo>
                  <a:lnTo>
                    <a:pt x="1394596" y="4548896"/>
                  </a:lnTo>
                  <a:lnTo>
                    <a:pt x="1394876" y="4548896"/>
                  </a:lnTo>
                  <a:lnTo>
                    <a:pt x="1395622" y="4548896"/>
                  </a:lnTo>
                  <a:lnTo>
                    <a:pt x="1395808" y="4548896"/>
                  </a:lnTo>
                  <a:lnTo>
                    <a:pt x="1395902" y="4548896"/>
                  </a:lnTo>
                  <a:lnTo>
                    <a:pt x="1396275" y="4548896"/>
                  </a:lnTo>
                  <a:lnTo>
                    <a:pt x="1397300" y="4548896"/>
                  </a:lnTo>
                  <a:lnTo>
                    <a:pt x="1397580" y="4548896"/>
                  </a:lnTo>
                  <a:lnTo>
                    <a:pt x="1397673" y="4548896"/>
                  </a:lnTo>
                  <a:lnTo>
                    <a:pt x="1398046" y="4548896"/>
                  </a:lnTo>
                  <a:lnTo>
                    <a:pt x="1398233" y="4548896"/>
                  </a:lnTo>
                  <a:lnTo>
                    <a:pt x="1398326" y="4548896"/>
                  </a:lnTo>
                  <a:lnTo>
                    <a:pt x="1398792" y="4548896"/>
                  </a:lnTo>
                  <a:lnTo>
                    <a:pt x="1399165" y="4548896"/>
                  </a:lnTo>
                  <a:lnTo>
                    <a:pt x="1399911" y="4548896"/>
                  </a:lnTo>
                  <a:lnTo>
                    <a:pt x="1400005" y="4548896"/>
                  </a:lnTo>
                  <a:lnTo>
                    <a:pt x="1401124" y="4548896"/>
                  </a:lnTo>
                  <a:lnTo>
                    <a:pt x="1401496" y="4548896"/>
                  </a:lnTo>
                  <a:lnTo>
                    <a:pt x="1402149" y="4548896"/>
                  </a:lnTo>
                  <a:lnTo>
                    <a:pt x="1402242" y="4548896"/>
                  </a:lnTo>
                  <a:lnTo>
                    <a:pt x="1403921" y="4548896"/>
                  </a:lnTo>
                  <a:lnTo>
                    <a:pt x="1404853" y="4548896"/>
                  </a:lnTo>
                  <a:lnTo>
                    <a:pt x="1405040" y="4548896"/>
                  </a:lnTo>
                  <a:lnTo>
                    <a:pt x="1405506" y="4548896"/>
                  </a:lnTo>
                  <a:lnTo>
                    <a:pt x="1405879" y="4548896"/>
                  </a:lnTo>
                  <a:lnTo>
                    <a:pt x="1407185" y="4548896"/>
                  </a:lnTo>
                  <a:lnTo>
                    <a:pt x="1407744" y="4548896"/>
                  </a:lnTo>
                  <a:lnTo>
                    <a:pt x="1407837" y="4548896"/>
                  </a:lnTo>
                  <a:lnTo>
                    <a:pt x="1408490" y="4548896"/>
                  </a:lnTo>
                  <a:lnTo>
                    <a:pt x="1408863" y="4548896"/>
                  </a:lnTo>
                  <a:lnTo>
                    <a:pt x="1410635" y="4538943"/>
                  </a:lnTo>
                  <a:lnTo>
                    <a:pt x="1411008" y="4538943"/>
                  </a:lnTo>
                  <a:lnTo>
                    <a:pt x="1411101" y="4538943"/>
                  </a:lnTo>
                  <a:lnTo>
                    <a:pt x="1411194" y="4538943"/>
                  </a:lnTo>
                  <a:lnTo>
                    <a:pt x="1411474" y="4538943"/>
                  </a:lnTo>
                  <a:lnTo>
                    <a:pt x="1412593" y="4538943"/>
                  </a:lnTo>
                  <a:lnTo>
                    <a:pt x="1412873" y="4538943"/>
                  </a:lnTo>
                  <a:lnTo>
                    <a:pt x="1413525" y="4528989"/>
                  </a:lnTo>
                  <a:lnTo>
                    <a:pt x="1413898" y="4528989"/>
                  </a:lnTo>
                  <a:lnTo>
                    <a:pt x="1414644" y="4528989"/>
                  </a:lnTo>
                  <a:lnTo>
                    <a:pt x="1415017" y="4528989"/>
                  </a:lnTo>
                  <a:lnTo>
                    <a:pt x="1415390" y="4528989"/>
                  </a:lnTo>
                  <a:lnTo>
                    <a:pt x="1415856" y="4528989"/>
                  </a:lnTo>
                  <a:lnTo>
                    <a:pt x="1416602" y="4528989"/>
                  </a:lnTo>
                  <a:lnTo>
                    <a:pt x="1417815" y="4528989"/>
                  </a:lnTo>
                  <a:lnTo>
                    <a:pt x="1418561" y="4528989"/>
                  </a:lnTo>
                  <a:lnTo>
                    <a:pt x="1418747" y="4528989"/>
                  </a:lnTo>
                  <a:lnTo>
                    <a:pt x="1419307" y="4528989"/>
                  </a:lnTo>
                  <a:lnTo>
                    <a:pt x="1419493" y="4528989"/>
                  </a:lnTo>
                  <a:lnTo>
                    <a:pt x="1419773" y="4528989"/>
                  </a:lnTo>
                  <a:lnTo>
                    <a:pt x="1420146" y="4528989"/>
                  </a:lnTo>
                  <a:lnTo>
                    <a:pt x="1421078" y="4528989"/>
                  </a:lnTo>
                  <a:lnTo>
                    <a:pt x="1421824" y="4528989"/>
                  </a:lnTo>
                  <a:lnTo>
                    <a:pt x="1422477" y="4528989"/>
                  </a:lnTo>
                  <a:lnTo>
                    <a:pt x="1422663" y="4528989"/>
                  </a:lnTo>
                  <a:lnTo>
                    <a:pt x="1422757" y="4528989"/>
                  </a:lnTo>
                  <a:lnTo>
                    <a:pt x="1423782" y="4528989"/>
                  </a:lnTo>
                  <a:lnTo>
                    <a:pt x="1424062" y="4528989"/>
                  </a:lnTo>
                  <a:lnTo>
                    <a:pt x="1424155" y="4528989"/>
                  </a:lnTo>
                  <a:lnTo>
                    <a:pt x="1424715" y="4528989"/>
                  </a:lnTo>
                  <a:lnTo>
                    <a:pt x="1424995" y="4528989"/>
                  </a:lnTo>
                  <a:lnTo>
                    <a:pt x="1425088" y="4528989"/>
                  </a:lnTo>
                  <a:lnTo>
                    <a:pt x="1425181" y="4528989"/>
                  </a:lnTo>
                  <a:lnTo>
                    <a:pt x="1425368" y="4528989"/>
                  </a:lnTo>
                  <a:lnTo>
                    <a:pt x="1426580" y="4519035"/>
                  </a:lnTo>
                  <a:lnTo>
                    <a:pt x="1426766" y="4519035"/>
                  </a:lnTo>
                  <a:lnTo>
                    <a:pt x="1427326" y="4519035"/>
                  </a:lnTo>
                  <a:lnTo>
                    <a:pt x="1427512" y="4519035"/>
                  </a:lnTo>
                  <a:lnTo>
                    <a:pt x="1427885" y="4519035"/>
                  </a:lnTo>
                  <a:lnTo>
                    <a:pt x="1428818" y="4519035"/>
                  </a:lnTo>
                  <a:lnTo>
                    <a:pt x="1429098" y="4519035"/>
                  </a:lnTo>
                  <a:lnTo>
                    <a:pt x="1430310" y="4519035"/>
                  </a:lnTo>
                  <a:lnTo>
                    <a:pt x="1430683" y="4519035"/>
                  </a:lnTo>
                  <a:lnTo>
                    <a:pt x="1432361" y="4519035"/>
                  </a:lnTo>
                  <a:lnTo>
                    <a:pt x="1433946" y="4519035"/>
                  </a:lnTo>
                  <a:lnTo>
                    <a:pt x="1434599" y="4519035"/>
                  </a:lnTo>
                  <a:lnTo>
                    <a:pt x="1434879" y="4519035"/>
                  </a:lnTo>
                  <a:lnTo>
                    <a:pt x="1434972" y="4519035"/>
                  </a:lnTo>
                  <a:lnTo>
                    <a:pt x="1436277" y="4519035"/>
                  </a:lnTo>
                  <a:lnTo>
                    <a:pt x="1436557" y="4519035"/>
                  </a:lnTo>
                  <a:lnTo>
                    <a:pt x="1436837" y="4519035"/>
                  </a:lnTo>
                  <a:lnTo>
                    <a:pt x="1437769" y="4519035"/>
                  </a:lnTo>
                  <a:lnTo>
                    <a:pt x="1438702" y="4519035"/>
                  </a:lnTo>
                  <a:lnTo>
                    <a:pt x="1439261" y="4519035"/>
                  </a:lnTo>
                  <a:lnTo>
                    <a:pt x="1439355" y="4519035"/>
                  </a:lnTo>
                  <a:lnTo>
                    <a:pt x="1439448" y="4519035"/>
                  </a:lnTo>
                  <a:lnTo>
                    <a:pt x="1439541" y="4519035"/>
                  </a:lnTo>
                  <a:lnTo>
                    <a:pt x="1440007" y="4519035"/>
                  </a:lnTo>
                  <a:lnTo>
                    <a:pt x="1441126" y="4519035"/>
                  </a:lnTo>
                  <a:lnTo>
                    <a:pt x="1441406" y="4519035"/>
                  </a:lnTo>
                  <a:lnTo>
                    <a:pt x="1441593" y="4519035"/>
                  </a:lnTo>
                  <a:lnTo>
                    <a:pt x="1442059" y="4519035"/>
                  </a:lnTo>
                  <a:lnTo>
                    <a:pt x="1442152" y="4519035"/>
                  </a:lnTo>
                  <a:lnTo>
                    <a:pt x="1443457" y="4519035"/>
                  </a:lnTo>
                  <a:lnTo>
                    <a:pt x="1443737" y="4509081"/>
                  </a:lnTo>
                  <a:lnTo>
                    <a:pt x="1444483" y="4509081"/>
                  </a:lnTo>
                  <a:lnTo>
                    <a:pt x="1444670" y="4509081"/>
                  </a:lnTo>
                  <a:lnTo>
                    <a:pt x="1444763" y="4509081"/>
                  </a:lnTo>
                  <a:lnTo>
                    <a:pt x="1445602" y="4509081"/>
                  </a:lnTo>
                  <a:lnTo>
                    <a:pt x="1445789" y="4509081"/>
                  </a:lnTo>
                  <a:lnTo>
                    <a:pt x="1446441" y="4509081"/>
                  </a:lnTo>
                  <a:lnTo>
                    <a:pt x="1446814" y="4509081"/>
                  </a:lnTo>
                  <a:lnTo>
                    <a:pt x="1447933" y="4509081"/>
                  </a:lnTo>
                  <a:lnTo>
                    <a:pt x="1448493" y="4509081"/>
                  </a:lnTo>
                  <a:lnTo>
                    <a:pt x="1448866" y="4509081"/>
                  </a:lnTo>
                  <a:lnTo>
                    <a:pt x="1449892" y="4509081"/>
                  </a:lnTo>
                  <a:lnTo>
                    <a:pt x="1450078" y="4499127"/>
                  </a:lnTo>
                  <a:lnTo>
                    <a:pt x="1450917" y="4499127"/>
                  </a:lnTo>
                  <a:lnTo>
                    <a:pt x="1451570" y="4489174"/>
                  </a:lnTo>
                  <a:lnTo>
                    <a:pt x="1451850" y="4489174"/>
                  </a:lnTo>
                  <a:lnTo>
                    <a:pt x="1452223" y="4489174"/>
                  </a:lnTo>
                  <a:lnTo>
                    <a:pt x="1452782" y="4489174"/>
                  </a:lnTo>
                  <a:lnTo>
                    <a:pt x="1452969" y="4489174"/>
                  </a:lnTo>
                  <a:lnTo>
                    <a:pt x="1453528" y="4489174"/>
                  </a:lnTo>
                  <a:lnTo>
                    <a:pt x="1453715" y="4489174"/>
                  </a:lnTo>
                  <a:lnTo>
                    <a:pt x="1455113" y="4489174"/>
                  </a:lnTo>
                  <a:lnTo>
                    <a:pt x="1455393" y="4489174"/>
                  </a:lnTo>
                  <a:lnTo>
                    <a:pt x="1455859" y="4489174"/>
                  </a:lnTo>
                  <a:lnTo>
                    <a:pt x="1456139" y="4489174"/>
                  </a:lnTo>
                  <a:lnTo>
                    <a:pt x="1456605" y="4489174"/>
                  </a:lnTo>
                  <a:lnTo>
                    <a:pt x="1457351" y="4489174"/>
                  </a:lnTo>
                  <a:lnTo>
                    <a:pt x="1457911" y="4489174"/>
                  </a:lnTo>
                  <a:lnTo>
                    <a:pt x="1458097" y="4489174"/>
                  </a:lnTo>
                  <a:lnTo>
                    <a:pt x="1458377" y="4489174"/>
                  </a:lnTo>
                  <a:lnTo>
                    <a:pt x="1459123" y="4489174"/>
                  </a:lnTo>
                  <a:lnTo>
                    <a:pt x="1459496" y="4489174"/>
                  </a:lnTo>
                  <a:lnTo>
                    <a:pt x="1460428" y="4489174"/>
                  </a:lnTo>
                  <a:lnTo>
                    <a:pt x="1461641" y="4489174"/>
                  </a:lnTo>
                  <a:lnTo>
                    <a:pt x="1462480" y="4489174"/>
                  </a:lnTo>
                  <a:lnTo>
                    <a:pt x="1463972" y="4489174"/>
                  </a:lnTo>
                  <a:lnTo>
                    <a:pt x="1464997" y="4489174"/>
                  </a:lnTo>
                  <a:lnTo>
                    <a:pt x="1465091" y="4489174"/>
                  </a:lnTo>
                  <a:lnTo>
                    <a:pt x="1465464" y="4489174"/>
                  </a:lnTo>
                  <a:lnTo>
                    <a:pt x="1466023" y="4489174"/>
                  </a:lnTo>
                  <a:lnTo>
                    <a:pt x="1466676" y="4489174"/>
                  </a:lnTo>
                  <a:lnTo>
                    <a:pt x="1468168" y="4489174"/>
                  </a:lnTo>
                  <a:lnTo>
                    <a:pt x="1468914" y="4489174"/>
                  </a:lnTo>
                  <a:lnTo>
                    <a:pt x="1469007" y="4489174"/>
                  </a:lnTo>
                  <a:lnTo>
                    <a:pt x="1469194" y="4489174"/>
                  </a:lnTo>
                  <a:lnTo>
                    <a:pt x="1470499" y="4489174"/>
                  </a:lnTo>
                  <a:lnTo>
                    <a:pt x="1470965" y="4489174"/>
                  </a:lnTo>
                  <a:lnTo>
                    <a:pt x="1471245" y="4489174"/>
                  </a:lnTo>
                  <a:lnTo>
                    <a:pt x="1471338" y="4489174"/>
                  </a:lnTo>
                  <a:lnTo>
                    <a:pt x="1471898" y="4489174"/>
                  </a:lnTo>
                  <a:lnTo>
                    <a:pt x="1471991" y="4489174"/>
                  </a:lnTo>
                  <a:lnTo>
                    <a:pt x="1473296" y="4489174"/>
                  </a:lnTo>
                  <a:lnTo>
                    <a:pt x="1473483" y="4479220"/>
                  </a:lnTo>
                  <a:lnTo>
                    <a:pt x="1473576" y="4479220"/>
                  </a:lnTo>
                  <a:lnTo>
                    <a:pt x="1473949" y="4479220"/>
                  </a:lnTo>
                  <a:lnTo>
                    <a:pt x="1474509" y="4479220"/>
                  </a:lnTo>
                  <a:lnTo>
                    <a:pt x="1474788" y="4479220"/>
                  </a:lnTo>
                  <a:lnTo>
                    <a:pt x="1475534" y="4479220"/>
                  </a:lnTo>
                  <a:lnTo>
                    <a:pt x="1475907" y="4479220"/>
                  </a:lnTo>
                  <a:lnTo>
                    <a:pt x="1476374" y="4479220"/>
                  </a:lnTo>
                  <a:lnTo>
                    <a:pt x="1476467" y="4479220"/>
                  </a:lnTo>
                  <a:lnTo>
                    <a:pt x="1477399" y="4479220"/>
                  </a:lnTo>
                  <a:lnTo>
                    <a:pt x="1477493" y="4479220"/>
                  </a:lnTo>
                  <a:lnTo>
                    <a:pt x="1478425" y="4479220"/>
                  </a:lnTo>
                  <a:lnTo>
                    <a:pt x="1479171" y="4479220"/>
                  </a:lnTo>
                  <a:lnTo>
                    <a:pt x="1479544" y="4479220"/>
                  </a:lnTo>
                  <a:lnTo>
                    <a:pt x="1481222" y="4479220"/>
                  </a:lnTo>
                  <a:lnTo>
                    <a:pt x="1481316" y="4479220"/>
                  </a:lnTo>
                  <a:lnTo>
                    <a:pt x="1481968" y="4479220"/>
                  </a:lnTo>
                  <a:lnTo>
                    <a:pt x="1482528" y="4479220"/>
                  </a:lnTo>
                  <a:lnTo>
                    <a:pt x="1482714" y="4479220"/>
                  </a:lnTo>
                  <a:lnTo>
                    <a:pt x="1482994" y="4479220"/>
                  </a:lnTo>
                  <a:lnTo>
                    <a:pt x="1483740" y="4479220"/>
                  </a:lnTo>
                  <a:lnTo>
                    <a:pt x="1483927" y="4479220"/>
                  </a:lnTo>
                  <a:lnTo>
                    <a:pt x="1484393" y="4479220"/>
                  </a:lnTo>
                  <a:lnTo>
                    <a:pt x="1486071" y="4479220"/>
                  </a:lnTo>
                  <a:lnTo>
                    <a:pt x="1486351" y="4479220"/>
                  </a:lnTo>
                  <a:lnTo>
                    <a:pt x="1486724" y="4479220"/>
                  </a:lnTo>
                  <a:lnTo>
                    <a:pt x="1487097" y="4479220"/>
                  </a:lnTo>
                  <a:lnTo>
                    <a:pt x="1487377" y="4479220"/>
                  </a:lnTo>
                  <a:lnTo>
                    <a:pt x="1488216" y="4469266"/>
                  </a:lnTo>
                  <a:lnTo>
                    <a:pt x="1488402" y="4469266"/>
                  </a:lnTo>
                  <a:lnTo>
                    <a:pt x="1489055" y="4469266"/>
                  </a:lnTo>
                  <a:lnTo>
                    <a:pt x="1489148" y="4469266"/>
                  </a:lnTo>
                  <a:lnTo>
                    <a:pt x="1489894" y="4469266"/>
                  </a:lnTo>
                  <a:lnTo>
                    <a:pt x="1489988" y="4469266"/>
                  </a:lnTo>
                  <a:lnTo>
                    <a:pt x="1490361" y="4469266"/>
                  </a:lnTo>
                  <a:lnTo>
                    <a:pt x="1491013" y="4469266"/>
                  </a:lnTo>
                  <a:lnTo>
                    <a:pt x="1491293" y="4469266"/>
                  </a:lnTo>
                  <a:lnTo>
                    <a:pt x="1491573" y="4469266"/>
                  </a:lnTo>
                  <a:lnTo>
                    <a:pt x="1491946" y="4469266"/>
                  </a:lnTo>
                  <a:lnTo>
                    <a:pt x="1492132" y="4469266"/>
                  </a:lnTo>
                  <a:lnTo>
                    <a:pt x="1493997" y="4469266"/>
                  </a:lnTo>
                  <a:lnTo>
                    <a:pt x="1496049" y="4449358"/>
                  </a:lnTo>
                  <a:lnTo>
                    <a:pt x="1497261" y="4449358"/>
                  </a:lnTo>
                  <a:lnTo>
                    <a:pt x="1498007" y="4449358"/>
                  </a:lnTo>
                  <a:lnTo>
                    <a:pt x="1498473" y="4449358"/>
                  </a:lnTo>
                  <a:lnTo>
                    <a:pt x="1498939" y="4449358"/>
                  </a:lnTo>
                  <a:lnTo>
                    <a:pt x="1499965" y="4449358"/>
                  </a:lnTo>
                  <a:lnTo>
                    <a:pt x="1500058" y="4449358"/>
                  </a:lnTo>
                  <a:lnTo>
                    <a:pt x="1500151" y="4449358"/>
                  </a:lnTo>
                  <a:lnTo>
                    <a:pt x="1500245" y="4449358"/>
                  </a:lnTo>
                  <a:lnTo>
                    <a:pt x="1501270" y="4449358"/>
                  </a:lnTo>
                  <a:lnTo>
                    <a:pt x="1501923" y="4449358"/>
                  </a:lnTo>
                  <a:lnTo>
                    <a:pt x="1502389" y="4449358"/>
                  </a:lnTo>
                  <a:lnTo>
                    <a:pt x="1502949" y="4449358"/>
                  </a:lnTo>
                  <a:lnTo>
                    <a:pt x="1503322" y="4449358"/>
                  </a:lnTo>
                  <a:lnTo>
                    <a:pt x="1503415" y="4449358"/>
                  </a:lnTo>
                  <a:lnTo>
                    <a:pt x="1504068" y="4449358"/>
                  </a:lnTo>
                  <a:lnTo>
                    <a:pt x="1505187" y="4449358"/>
                  </a:lnTo>
                  <a:lnTo>
                    <a:pt x="1505467" y="4449358"/>
                  </a:lnTo>
                  <a:lnTo>
                    <a:pt x="1505653" y="4439404"/>
                  </a:lnTo>
                  <a:lnTo>
                    <a:pt x="1505839" y="4439404"/>
                  </a:lnTo>
                  <a:lnTo>
                    <a:pt x="1506492" y="4439404"/>
                  </a:lnTo>
                  <a:lnTo>
                    <a:pt x="1507331" y="4439404"/>
                  </a:lnTo>
                  <a:lnTo>
                    <a:pt x="1508171" y="4439404"/>
                  </a:lnTo>
                  <a:lnTo>
                    <a:pt x="1508544" y="4439404"/>
                  </a:lnTo>
                  <a:lnTo>
                    <a:pt x="1508917" y="4439404"/>
                  </a:lnTo>
                  <a:lnTo>
                    <a:pt x="1509663" y="4439404"/>
                  </a:lnTo>
                  <a:lnTo>
                    <a:pt x="1510036" y="4439404"/>
                  </a:lnTo>
                  <a:lnTo>
                    <a:pt x="1510595" y="4439404"/>
                  </a:lnTo>
                  <a:lnTo>
                    <a:pt x="1510968" y="4439404"/>
                  </a:lnTo>
                  <a:lnTo>
                    <a:pt x="1511061" y="4439404"/>
                  </a:lnTo>
                  <a:lnTo>
                    <a:pt x="1511994" y="4439404"/>
                  </a:lnTo>
                  <a:lnTo>
                    <a:pt x="1513019" y="4439404"/>
                  </a:lnTo>
                  <a:lnTo>
                    <a:pt x="1513113" y="4439404"/>
                  </a:lnTo>
                  <a:lnTo>
                    <a:pt x="1514791" y="4429451"/>
                  </a:lnTo>
                  <a:lnTo>
                    <a:pt x="1514884" y="4419497"/>
                  </a:lnTo>
                  <a:lnTo>
                    <a:pt x="1516190" y="4419497"/>
                  </a:lnTo>
                  <a:lnTo>
                    <a:pt x="1516376" y="4419497"/>
                  </a:lnTo>
                  <a:lnTo>
                    <a:pt x="1516563" y="4419497"/>
                  </a:lnTo>
                  <a:lnTo>
                    <a:pt x="1516843" y="4419497"/>
                  </a:lnTo>
                  <a:lnTo>
                    <a:pt x="1517029" y="4419497"/>
                  </a:lnTo>
                  <a:lnTo>
                    <a:pt x="1517962" y="4419497"/>
                  </a:lnTo>
                  <a:lnTo>
                    <a:pt x="1518148" y="4409543"/>
                  </a:lnTo>
                  <a:lnTo>
                    <a:pt x="1518521" y="4409543"/>
                  </a:lnTo>
                  <a:lnTo>
                    <a:pt x="1518708" y="4409543"/>
                  </a:lnTo>
                  <a:lnTo>
                    <a:pt x="1519360" y="4409543"/>
                  </a:lnTo>
                  <a:lnTo>
                    <a:pt x="1519547" y="4409543"/>
                  </a:lnTo>
                  <a:lnTo>
                    <a:pt x="1520013" y="4409543"/>
                  </a:lnTo>
                  <a:lnTo>
                    <a:pt x="1520386" y="4409543"/>
                  </a:lnTo>
                  <a:lnTo>
                    <a:pt x="1520666" y="4409543"/>
                  </a:lnTo>
                  <a:lnTo>
                    <a:pt x="1520945" y="4409543"/>
                  </a:lnTo>
                  <a:lnTo>
                    <a:pt x="1521318" y="4409543"/>
                  </a:lnTo>
                  <a:lnTo>
                    <a:pt x="1521412" y="4409543"/>
                  </a:lnTo>
                  <a:lnTo>
                    <a:pt x="1521785" y="4409543"/>
                  </a:lnTo>
                  <a:lnTo>
                    <a:pt x="1522344" y="4409543"/>
                  </a:lnTo>
                  <a:lnTo>
                    <a:pt x="1523090" y="4409543"/>
                  </a:lnTo>
                  <a:lnTo>
                    <a:pt x="1524396" y="4409543"/>
                  </a:lnTo>
                  <a:lnTo>
                    <a:pt x="1526074" y="4409543"/>
                  </a:lnTo>
                  <a:lnTo>
                    <a:pt x="1526167" y="4409543"/>
                  </a:lnTo>
                  <a:lnTo>
                    <a:pt x="1526913" y="4409543"/>
                  </a:lnTo>
                  <a:lnTo>
                    <a:pt x="1527100" y="4409543"/>
                  </a:lnTo>
                  <a:lnTo>
                    <a:pt x="1527379" y="4409543"/>
                  </a:lnTo>
                  <a:lnTo>
                    <a:pt x="1528219" y="4409543"/>
                  </a:lnTo>
                  <a:lnTo>
                    <a:pt x="1528592" y="4409543"/>
                  </a:lnTo>
                  <a:lnTo>
                    <a:pt x="1529431" y="4409543"/>
                  </a:lnTo>
                  <a:lnTo>
                    <a:pt x="1530736" y="4409543"/>
                  </a:lnTo>
                  <a:lnTo>
                    <a:pt x="1531016" y="4409543"/>
                  </a:lnTo>
                  <a:lnTo>
                    <a:pt x="1531296" y="4409543"/>
                  </a:lnTo>
                  <a:lnTo>
                    <a:pt x="1531949" y="4399589"/>
                  </a:lnTo>
                  <a:lnTo>
                    <a:pt x="1532228" y="4399589"/>
                  </a:lnTo>
                  <a:lnTo>
                    <a:pt x="1532508" y="4399589"/>
                  </a:lnTo>
                  <a:lnTo>
                    <a:pt x="1533534" y="4399589"/>
                  </a:lnTo>
                  <a:lnTo>
                    <a:pt x="1533720" y="4399589"/>
                  </a:lnTo>
                  <a:lnTo>
                    <a:pt x="1534000" y="4399589"/>
                  </a:lnTo>
                  <a:lnTo>
                    <a:pt x="1534373" y="4399589"/>
                  </a:lnTo>
                  <a:lnTo>
                    <a:pt x="1534839" y="4399589"/>
                  </a:lnTo>
                  <a:lnTo>
                    <a:pt x="1535119" y="4399589"/>
                  </a:lnTo>
                  <a:lnTo>
                    <a:pt x="1535305" y="4399589"/>
                  </a:lnTo>
                  <a:lnTo>
                    <a:pt x="1535772" y="4399589"/>
                  </a:lnTo>
                  <a:lnTo>
                    <a:pt x="1536051" y="4399589"/>
                  </a:lnTo>
                  <a:lnTo>
                    <a:pt x="1536331" y="4399589"/>
                  </a:lnTo>
                  <a:lnTo>
                    <a:pt x="1536704" y="4399589"/>
                  </a:lnTo>
                  <a:lnTo>
                    <a:pt x="1537077" y="4399589"/>
                  </a:lnTo>
                  <a:lnTo>
                    <a:pt x="1537823" y="4399589"/>
                  </a:lnTo>
                  <a:lnTo>
                    <a:pt x="1538103" y="4399589"/>
                  </a:lnTo>
                  <a:lnTo>
                    <a:pt x="1539222" y="4399589"/>
                  </a:lnTo>
                  <a:lnTo>
                    <a:pt x="1540154" y="4399589"/>
                  </a:lnTo>
                  <a:lnTo>
                    <a:pt x="1540993" y="4389635"/>
                  </a:lnTo>
                  <a:lnTo>
                    <a:pt x="1541646" y="4389635"/>
                  </a:lnTo>
                  <a:lnTo>
                    <a:pt x="1541926" y="4389635"/>
                  </a:lnTo>
                  <a:lnTo>
                    <a:pt x="1543231" y="4389635"/>
                  </a:lnTo>
                  <a:lnTo>
                    <a:pt x="1543418" y="4389635"/>
                  </a:lnTo>
                  <a:lnTo>
                    <a:pt x="1544071" y="4389635"/>
                  </a:lnTo>
                  <a:lnTo>
                    <a:pt x="1544164" y="4389635"/>
                  </a:lnTo>
                  <a:lnTo>
                    <a:pt x="1544350" y="4389635"/>
                  </a:lnTo>
                  <a:lnTo>
                    <a:pt x="1545376" y="4379681"/>
                  </a:lnTo>
                  <a:lnTo>
                    <a:pt x="1545749" y="4379681"/>
                  </a:lnTo>
                  <a:lnTo>
                    <a:pt x="1546215" y="4379681"/>
                  </a:lnTo>
                  <a:lnTo>
                    <a:pt x="1546588" y="4379681"/>
                  </a:lnTo>
                  <a:lnTo>
                    <a:pt x="1547521" y="4379681"/>
                  </a:lnTo>
                  <a:lnTo>
                    <a:pt x="1549106" y="4379681"/>
                  </a:lnTo>
                  <a:lnTo>
                    <a:pt x="1549292" y="4379681"/>
                  </a:lnTo>
                  <a:lnTo>
                    <a:pt x="1549572" y="4379681"/>
                  </a:lnTo>
                  <a:lnTo>
                    <a:pt x="1550318" y="4379681"/>
                  </a:lnTo>
                  <a:lnTo>
                    <a:pt x="1550784" y="4379681"/>
                  </a:lnTo>
                  <a:lnTo>
                    <a:pt x="1551251" y="4379681"/>
                  </a:lnTo>
                  <a:lnTo>
                    <a:pt x="1551344" y="4379681"/>
                  </a:lnTo>
                  <a:lnTo>
                    <a:pt x="1553209" y="4379681"/>
                  </a:lnTo>
                  <a:lnTo>
                    <a:pt x="1553582" y="4379681"/>
                  </a:lnTo>
                  <a:lnTo>
                    <a:pt x="1555167" y="4379681"/>
                  </a:lnTo>
                  <a:lnTo>
                    <a:pt x="1555726" y="4379681"/>
                  </a:lnTo>
                  <a:lnTo>
                    <a:pt x="1556099" y="4379681"/>
                  </a:lnTo>
                  <a:lnTo>
                    <a:pt x="1557685" y="4379681"/>
                  </a:lnTo>
                  <a:lnTo>
                    <a:pt x="1558710" y="4379681"/>
                  </a:lnTo>
                  <a:lnTo>
                    <a:pt x="1559363" y="4379681"/>
                  </a:lnTo>
                  <a:lnTo>
                    <a:pt x="1559643" y="4379681"/>
                  </a:lnTo>
                  <a:lnTo>
                    <a:pt x="1561228" y="4379681"/>
                  </a:lnTo>
                  <a:lnTo>
                    <a:pt x="1561601" y="4379681"/>
                  </a:lnTo>
                  <a:lnTo>
                    <a:pt x="1561881" y="4379681"/>
                  </a:lnTo>
                  <a:lnTo>
                    <a:pt x="1562067" y="4379681"/>
                  </a:lnTo>
                  <a:lnTo>
                    <a:pt x="1562533" y="4379681"/>
                  </a:lnTo>
                  <a:lnTo>
                    <a:pt x="1563093" y="4379681"/>
                  </a:lnTo>
                  <a:lnTo>
                    <a:pt x="1563186" y="4379681"/>
                  </a:lnTo>
                  <a:lnTo>
                    <a:pt x="1563559" y="4369728"/>
                  </a:lnTo>
                  <a:lnTo>
                    <a:pt x="1563932" y="4369728"/>
                  </a:lnTo>
                  <a:lnTo>
                    <a:pt x="1565051" y="4359774"/>
                  </a:lnTo>
                  <a:lnTo>
                    <a:pt x="1565144" y="4359774"/>
                  </a:lnTo>
                  <a:lnTo>
                    <a:pt x="1565424" y="4359774"/>
                  </a:lnTo>
                  <a:lnTo>
                    <a:pt x="1565704" y="4359774"/>
                  </a:lnTo>
                  <a:lnTo>
                    <a:pt x="1566077" y="4359774"/>
                  </a:lnTo>
                  <a:lnTo>
                    <a:pt x="1566357" y="4359774"/>
                  </a:lnTo>
                  <a:lnTo>
                    <a:pt x="1567196" y="4359774"/>
                  </a:lnTo>
                  <a:lnTo>
                    <a:pt x="1568035" y="4359774"/>
                  </a:lnTo>
                  <a:lnTo>
                    <a:pt x="1568501" y="4349820"/>
                  </a:lnTo>
                  <a:lnTo>
                    <a:pt x="1568874" y="4339866"/>
                  </a:lnTo>
                  <a:lnTo>
                    <a:pt x="1569434" y="4339866"/>
                  </a:lnTo>
                  <a:lnTo>
                    <a:pt x="1570366" y="4339866"/>
                  </a:lnTo>
                  <a:lnTo>
                    <a:pt x="1571112" y="4339866"/>
                  </a:lnTo>
                  <a:lnTo>
                    <a:pt x="1571299" y="4339866"/>
                  </a:lnTo>
                  <a:lnTo>
                    <a:pt x="1572604" y="4339866"/>
                  </a:lnTo>
                  <a:lnTo>
                    <a:pt x="1573816" y="4339866"/>
                  </a:lnTo>
                  <a:lnTo>
                    <a:pt x="1573910" y="4339866"/>
                  </a:lnTo>
                  <a:lnTo>
                    <a:pt x="1574469" y="4329912"/>
                  </a:lnTo>
                  <a:lnTo>
                    <a:pt x="1574935" y="4319959"/>
                  </a:lnTo>
                  <a:lnTo>
                    <a:pt x="1575308" y="4319959"/>
                  </a:lnTo>
                  <a:lnTo>
                    <a:pt x="1576614" y="4319959"/>
                  </a:lnTo>
                  <a:lnTo>
                    <a:pt x="1577080" y="4319959"/>
                  </a:lnTo>
                  <a:lnTo>
                    <a:pt x="1577266" y="4319959"/>
                  </a:lnTo>
                  <a:lnTo>
                    <a:pt x="1577360" y="4319959"/>
                  </a:lnTo>
                  <a:lnTo>
                    <a:pt x="1578106" y="4319959"/>
                  </a:lnTo>
                  <a:lnTo>
                    <a:pt x="1578385" y="4319959"/>
                  </a:lnTo>
                  <a:lnTo>
                    <a:pt x="1578479" y="4319959"/>
                  </a:lnTo>
                  <a:lnTo>
                    <a:pt x="1578945" y="4319959"/>
                  </a:lnTo>
                  <a:lnTo>
                    <a:pt x="1580064" y="4319959"/>
                  </a:lnTo>
                  <a:lnTo>
                    <a:pt x="1580157" y="4319959"/>
                  </a:lnTo>
                  <a:lnTo>
                    <a:pt x="1581649" y="4310005"/>
                  </a:lnTo>
                  <a:lnTo>
                    <a:pt x="1582022" y="4310005"/>
                  </a:lnTo>
                  <a:lnTo>
                    <a:pt x="1582302" y="4310005"/>
                  </a:lnTo>
                  <a:lnTo>
                    <a:pt x="1582675" y="4310005"/>
                  </a:lnTo>
                  <a:lnTo>
                    <a:pt x="1582768" y="4310005"/>
                  </a:lnTo>
                  <a:lnTo>
                    <a:pt x="1582861" y="4310005"/>
                  </a:lnTo>
                  <a:lnTo>
                    <a:pt x="1584726" y="4290097"/>
                  </a:lnTo>
                  <a:lnTo>
                    <a:pt x="1585659" y="4280143"/>
                  </a:lnTo>
                  <a:lnTo>
                    <a:pt x="1586311" y="4280143"/>
                  </a:lnTo>
                  <a:lnTo>
                    <a:pt x="1586498" y="4280143"/>
                  </a:lnTo>
                  <a:lnTo>
                    <a:pt x="1587337" y="4280143"/>
                  </a:lnTo>
                  <a:lnTo>
                    <a:pt x="1587710" y="4280143"/>
                  </a:lnTo>
                  <a:lnTo>
                    <a:pt x="1587803" y="4280143"/>
                  </a:lnTo>
                  <a:lnTo>
                    <a:pt x="1587990" y="4280143"/>
                  </a:lnTo>
                  <a:lnTo>
                    <a:pt x="1589109" y="4280143"/>
                  </a:lnTo>
                  <a:lnTo>
                    <a:pt x="1589388" y="4280143"/>
                  </a:lnTo>
                  <a:lnTo>
                    <a:pt x="1590507" y="4280143"/>
                  </a:lnTo>
                  <a:lnTo>
                    <a:pt x="1591253" y="4280143"/>
                  </a:lnTo>
                  <a:lnTo>
                    <a:pt x="1591440" y="4280143"/>
                  </a:lnTo>
                  <a:lnTo>
                    <a:pt x="1592186" y="4280143"/>
                  </a:lnTo>
                  <a:lnTo>
                    <a:pt x="1592466" y="4280143"/>
                  </a:lnTo>
                  <a:lnTo>
                    <a:pt x="1592839" y="4270189"/>
                  </a:lnTo>
                  <a:lnTo>
                    <a:pt x="1592932" y="4270189"/>
                  </a:lnTo>
                  <a:lnTo>
                    <a:pt x="1593585" y="4270189"/>
                  </a:lnTo>
                  <a:lnTo>
                    <a:pt x="1593864" y="4270189"/>
                  </a:lnTo>
                  <a:lnTo>
                    <a:pt x="1594517" y="4270189"/>
                  </a:lnTo>
                  <a:lnTo>
                    <a:pt x="1594890" y="4270189"/>
                  </a:lnTo>
                  <a:lnTo>
                    <a:pt x="1596662" y="4270189"/>
                  </a:lnTo>
                  <a:lnTo>
                    <a:pt x="1596755" y="4270189"/>
                  </a:lnTo>
                  <a:lnTo>
                    <a:pt x="1597128" y="4270189"/>
                  </a:lnTo>
                  <a:lnTo>
                    <a:pt x="1597501" y="4270189"/>
                  </a:lnTo>
                  <a:lnTo>
                    <a:pt x="1597687" y="4270189"/>
                  </a:lnTo>
                  <a:lnTo>
                    <a:pt x="1598527" y="4270189"/>
                  </a:lnTo>
                  <a:lnTo>
                    <a:pt x="1598806" y="4270189"/>
                  </a:lnTo>
                  <a:lnTo>
                    <a:pt x="1599366" y="4270189"/>
                  </a:lnTo>
                  <a:lnTo>
                    <a:pt x="1600019" y="4270189"/>
                  </a:lnTo>
                  <a:lnTo>
                    <a:pt x="1600765" y="4270189"/>
                  </a:lnTo>
                  <a:lnTo>
                    <a:pt x="1601511" y="4270189"/>
                  </a:lnTo>
                  <a:lnTo>
                    <a:pt x="1602257" y="4270189"/>
                  </a:lnTo>
                  <a:lnTo>
                    <a:pt x="1603096" y="4270189"/>
                  </a:lnTo>
                  <a:lnTo>
                    <a:pt x="1604774" y="4270189"/>
                  </a:lnTo>
                  <a:lnTo>
                    <a:pt x="1605334" y="4270189"/>
                  </a:lnTo>
                  <a:lnTo>
                    <a:pt x="1605520" y="4270189"/>
                  </a:lnTo>
                  <a:lnTo>
                    <a:pt x="1605893" y="4270189"/>
                  </a:lnTo>
                  <a:lnTo>
                    <a:pt x="1606080" y="4270189"/>
                  </a:lnTo>
                  <a:lnTo>
                    <a:pt x="1606453" y="4270189"/>
                  </a:lnTo>
                  <a:lnTo>
                    <a:pt x="1607012" y="4270189"/>
                  </a:lnTo>
                  <a:lnTo>
                    <a:pt x="1608691" y="4270189"/>
                  </a:lnTo>
                  <a:lnTo>
                    <a:pt x="1609530" y="4270189"/>
                  </a:lnTo>
                  <a:lnTo>
                    <a:pt x="1610369" y="4270189"/>
                  </a:lnTo>
                  <a:lnTo>
                    <a:pt x="1610835" y="4270189"/>
                  </a:lnTo>
                  <a:lnTo>
                    <a:pt x="1611395" y="4260236"/>
                  </a:lnTo>
                  <a:lnTo>
                    <a:pt x="1611488" y="4260236"/>
                  </a:lnTo>
                  <a:lnTo>
                    <a:pt x="1611861" y="4260236"/>
                  </a:lnTo>
                  <a:lnTo>
                    <a:pt x="1612327" y="4250282"/>
                  </a:lnTo>
                  <a:lnTo>
                    <a:pt x="1612607" y="4250282"/>
                  </a:lnTo>
                  <a:lnTo>
                    <a:pt x="1612980" y="4250282"/>
                  </a:lnTo>
                  <a:lnTo>
                    <a:pt x="1613353" y="4250282"/>
                  </a:lnTo>
                  <a:lnTo>
                    <a:pt x="1613726" y="4250282"/>
                  </a:lnTo>
                  <a:lnTo>
                    <a:pt x="1614285" y="4250282"/>
                  </a:lnTo>
                  <a:lnTo>
                    <a:pt x="1614658" y="4250282"/>
                  </a:lnTo>
                  <a:lnTo>
                    <a:pt x="1615031" y="4250282"/>
                  </a:lnTo>
                  <a:lnTo>
                    <a:pt x="1615871" y="4250282"/>
                  </a:lnTo>
                  <a:lnTo>
                    <a:pt x="1616337" y="4250282"/>
                  </a:lnTo>
                  <a:lnTo>
                    <a:pt x="1618948" y="4250282"/>
                  </a:lnTo>
                  <a:lnTo>
                    <a:pt x="1619694" y="4240328"/>
                  </a:lnTo>
                  <a:lnTo>
                    <a:pt x="1621092" y="4230374"/>
                  </a:lnTo>
                  <a:lnTo>
                    <a:pt x="1621279" y="4230374"/>
                  </a:lnTo>
                  <a:lnTo>
                    <a:pt x="1621932" y="4230374"/>
                  </a:lnTo>
                  <a:lnTo>
                    <a:pt x="1622118" y="4230374"/>
                  </a:lnTo>
                  <a:lnTo>
                    <a:pt x="1623330" y="4220420"/>
                  </a:lnTo>
                  <a:lnTo>
                    <a:pt x="1624636" y="4220420"/>
                  </a:lnTo>
                  <a:lnTo>
                    <a:pt x="1625102" y="4220420"/>
                  </a:lnTo>
                  <a:lnTo>
                    <a:pt x="1625568" y="4220420"/>
                  </a:lnTo>
                  <a:lnTo>
                    <a:pt x="1625848" y="4220420"/>
                  </a:lnTo>
                  <a:lnTo>
                    <a:pt x="1626314" y="4220420"/>
                  </a:lnTo>
                  <a:lnTo>
                    <a:pt x="1627153" y="4220420"/>
                  </a:lnTo>
                  <a:lnTo>
                    <a:pt x="1627340" y="4220420"/>
                  </a:lnTo>
                  <a:lnTo>
                    <a:pt x="1627713" y="4220420"/>
                  </a:lnTo>
                  <a:lnTo>
                    <a:pt x="1629578" y="4220420"/>
                  </a:lnTo>
                  <a:lnTo>
                    <a:pt x="1630044" y="4220420"/>
                  </a:lnTo>
                  <a:lnTo>
                    <a:pt x="1630510" y="4220420"/>
                  </a:lnTo>
                  <a:lnTo>
                    <a:pt x="1630697" y="4220420"/>
                  </a:lnTo>
                  <a:lnTo>
                    <a:pt x="1630790" y="4220420"/>
                  </a:lnTo>
                  <a:lnTo>
                    <a:pt x="1631349" y="4220420"/>
                  </a:lnTo>
                  <a:lnTo>
                    <a:pt x="1632002" y="4210466"/>
                  </a:lnTo>
                  <a:lnTo>
                    <a:pt x="1632375" y="4210466"/>
                  </a:lnTo>
                  <a:lnTo>
                    <a:pt x="1632841" y="4210466"/>
                  </a:lnTo>
                  <a:lnTo>
                    <a:pt x="1633867" y="4210466"/>
                  </a:lnTo>
                  <a:lnTo>
                    <a:pt x="1634333" y="4210466"/>
                  </a:lnTo>
                  <a:lnTo>
                    <a:pt x="1635173" y="4210466"/>
                  </a:lnTo>
                  <a:lnTo>
                    <a:pt x="1635452" y="4210466"/>
                  </a:lnTo>
                  <a:lnTo>
                    <a:pt x="1635825" y="4200513"/>
                  </a:lnTo>
                  <a:lnTo>
                    <a:pt x="1636012" y="4200513"/>
                  </a:lnTo>
                  <a:lnTo>
                    <a:pt x="1637504" y="4200513"/>
                  </a:lnTo>
                  <a:lnTo>
                    <a:pt x="1637970" y="4200513"/>
                  </a:lnTo>
                  <a:lnTo>
                    <a:pt x="1638716" y="4200513"/>
                  </a:lnTo>
                  <a:lnTo>
                    <a:pt x="1639182" y="4200513"/>
                  </a:lnTo>
                  <a:lnTo>
                    <a:pt x="1640115" y="4200513"/>
                  </a:lnTo>
                  <a:lnTo>
                    <a:pt x="1641047" y="4200513"/>
                  </a:lnTo>
                  <a:lnTo>
                    <a:pt x="1641140" y="4200513"/>
                  </a:lnTo>
                  <a:lnTo>
                    <a:pt x="1641420" y="4200513"/>
                  </a:lnTo>
                  <a:lnTo>
                    <a:pt x="1642353" y="4200513"/>
                  </a:lnTo>
                  <a:lnTo>
                    <a:pt x="1644218" y="4200513"/>
                  </a:lnTo>
                  <a:lnTo>
                    <a:pt x="1644404" y="4200513"/>
                  </a:lnTo>
                  <a:lnTo>
                    <a:pt x="1644684" y="4200513"/>
                  </a:lnTo>
                  <a:lnTo>
                    <a:pt x="1644870" y="4200513"/>
                  </a:lnTo>
                  <a:lnTo>
                    <a:pt x="1645057" y="4200513"/>
                  </a:lnTo>
                  <a:lnTo>
                    <a:pt x="1646362" y="4200513"/>
                  </a:lnTo>
                  <a:lnTo>
                    <a:pt x="1647481" y="4200513"/>
                  </a:lnTo>
                  <a:lnTo>
                    <a:pt x="1647481" y="4190559"/>
                  </a:lnTo>
                  <a:lnTo>
                    <a:pt x="1648227" y="4190559"/>
                  </a:lnTo>
                  <a:lnTo>
                    <a:pt x="1648507" y="4190559"/>
                  </a:lnTo>
                  <a:lnTo>
                    <a:pt x="1648600" y="4190559"/>
                  </a:lnTo>
                  <a:lnTo>
                    <a:pt x="1649066" y="4190559"/>
                  </a:lnTo>
                  <a:lnTo>
                    <a:pt x="1649626" y="4190559"/>
                  </a:lnTo>
                  <a:lnTo>
                    <a:pt x="1649812" y="4190559"/>
                  </a:lnTo>
                  <a:lnTo>
                    <a:pt x="1654102" y="4190559"/>
                  </a:lnTo>
                  <a:lnTo>
                    <a:pt x="1654568" y="4190559"/>
                  </a:lnTo>
                  <a:lnTo>
                    <a:pt x="1655594" y="4190559"/>
                  </a:lnTo>
                  <a:lnTo>
                    <a:pt x="1655967" y="4180605"/>
                  </a:lnTo>
                  <a:lnTo>
                    <a:pt x="1656060" y="4180605"/>
                  </a:lnTo>
                  <a:lnTo>
                    <a:pt x="1656153" y="4180605"/>
                  </a:lnTo>
                  <a:lnTo>
                    <a:pt x="1657179" y="4180605"/>
                  </a:lnTo>
                  <a:lnTo>
                    <a:pt x="1657365" y="4180605"/>
                  </a:lnTo>
                  <a:lnTo>
                    <a:pt x="1657552" y="4180605"/>
                  </a:lnTo>
                  <a:lnTo>
                    <a:pt x="1658577" y="4180605"/>
                  </a:lnTo>
                  <a:lnTo>
                    <a:pt x="1660909" y="4180605"/>
                  </a:lnTo>
                  <a:lnTo>
                    <a:pt x="1661375" y="4170651"/>
                  </a:lnTo>
                  <a:lnTo>
                    <a:pt x="1661748" y="4160697"/>
                  </a:lnTo>
                  <a:lnTo>
                    <a:pt x="1662774" y="4160697"/>
                  </a:lnTo>
                  <a:lnTo>
                    <a:pt x="1663240" y="4160697"/>
                  </a:lnTo>
                  <a:lnTo>
                    <a:pt x="1663893" y="4160697"/>
                  </a:lnTo>
                  <a:lnTo>
                    <a:pt x="1665571" y="4160697"/>
                  </a:lnTo>
                  <a:lnTo>
                    <a:pt x="1666224" y="4160697"/>
                  </a:lnTo>
                  <a:lnTo>
                    <a:pt x="1666783" y="4160697"/>
                  </a:lnTo>
                  <a:lnTo>
                    <a:pt x="1667436" y="4160697"/>
                  </a:lnTo>
                  <a:lnTo>
                    <a:pt x="1667716" y="4160697"/>
                  </a:lnTo>
                  <a:lnTo>
                    <a:pt x="1668275" y="4160697"/>
                  </a:lnTo>
                  <a:lnTo>
                    <a:pt x="1668741" y="4160697"/>
                  </a:lnTo>
                  <a:lnTo>
                    <a:pt x="1669114" y="4160697"/>
                  </a:lnTo>
                  <a:lnTo>
                    <a:pt x="1669394" y="4160697"/>
                  </a:lnTo>
                  <a:lnTo>
                    <a:pt x="1669674" y="4160697"/>
                  </a:lnTo>
                  <a:lnTo>
                    <a:pt x="1670606" y="4160697"/>
                  </a:lnTo>
                  <a:lnTo>
                    <a:pt x="1670979" y="4160697"/>
                  </a:lnTo>
                  <a:lnTo>
                    <a:pt x="1671539" y="4160697"/>
                  </a:lnTo>
                  <a:lnTo>
                    <a:pt x="1672564" y="4160697"/>
                  </a:lnTo>
                  <a:lnTo>
                    <a:pt x="1672937" y="4160697"/>
                  </a:lnTo>
                  <a:lnTo>
                    <a:pt x="1673497" y="4160697"/>
                  </a:lnTo>
                  <a:lnTo>
                    <a:pt x="1674429" y="4160697"/>
                  </a:lnTo>
                  <a:lnTo>
                    <a:pt x="1675362" y="4160697"/>
                  </a:lnTo>
                  <a:lnTo>
                    <a:pt x="1675828" y="4160697"/>
                  </a:lnTo>
                  <a:lnTo>
                    <a:pt x="1676201" y="4160697"/>
                  </a:lnTo>
                  <a:lnTo>
                    <a:pt x="1676294" y="4160697"/>
                  </a:lnTo>
                  <a:lnTo>
                    <a:pt x="1676667" y="4160697"/>
                  </a:lnTo>
                  <a:lnTo>
                    <a:pt x="1677507" y="4160697"/>
                  </a:lnTo>
                  <a:lnTo>
                    <a:pt x="1677786" y="4160697"/>
                  </a:lnTo>
                  <a:lnTo>
                    <a:pt x="1678905" y="4160697"/>
                  </a:lnTo>
                  <a:lnTo>
                    <a:pt x="1679278" y="4160697"/>
                  </a:lnTo>
                  <a:lnTo>
                    <a:pt x="1679651" y="4160697"/>
                  </a:lnTo>
                  <a:lnTo>
                    <a:pt x="1680397" y="4160697"/>
                  </a:lnTo>
                  <a:lnTo>
                    <a:pt x="1680957" y="4160697"/>
                  </a:lnTo>
                  <a:lnTo>
                    <a:pt x="1681516" y="4160697"/>
                  </a:lnTo>
                  <a:lnTo>
                    <a:pt x="1681796" y="4160697"/>
                  </a:lnTo>
                  <a:lnTo>
                    <a:pt x="1681889" y="4160697"/>
                  </a:lnTo>
                  <a:lnTo>
                    <a:pt x="1682076" y="4160697"/>
                  </a:lnTo>
                  <a:lnTo>
                    <a:pt x="1683195" y="4160697"/>
                  </a:lnTo>
                  <a:lnTo>
                    <a:pt x="1683474" y="4160697"/>
                  </a:lnTo>
                  <a:lnTo>
                    <a:pt x="1684500" y="4160697"/>
                  </a:lnTo>
                  <a:lnTo>
                    <a:pt x="1685526" y="4160697"/>
                  </a:lnTo>
                  <a:lnTo>
                    <a:pt x="1685712" y="4160697"/>
                  </a:lnTo>
                  <a:lnTo>
                    <a:pt x="1686738" y="4160697"/>
                  </a:lnTo>
                  <a:lnTo>
                    <a:pt x="1686924" y="4160697"/>
                  </a:lnTo>
                  <a:lnTo>
                    <a:pt x="1687670" y="4160697"/>
                  </a:lnTo>
                  <a:lnTo>
                    <a:pt x="1689162" y="4160697"/>
                  </a:lnTo>
                  <a:lnTo>
                    <a:pt x="1689722" y="4160697"/>
                  </a:lnTo>
                  <a:lnTo>
                    <a:pt x="1690375" y="4160697"/>
                  </a:lnTo>
                  <a:lnTo>
                    <a:pt x="1690934" y="4160697"/>
                  </a:lnTo>
                  <a:lnTo>
                    <a:pt x="1691494" y="4160697"/>
                  </a:lnTo>
                  <a:lnTo>
                    <a:pt x="1692706" y="4160697"/>
                  </a:lnTo>
                  <a:lnTo>
                    <a:pt x="1694011" y="4160697"/>
                  </a:lnTo>
                  <a:lnTo>
                    <a:pt x="1694198" y="4160697"/>
                  </a:lnTo>
                  <a:lnTo>
                    <a:pt x="1694477" y="4160697"/>
                  </a:lnTo>
                  <a:lnTo>
                    <a:pt x="1694664" y="4160697"/>
                  </a:lnTo>
                  <a:lnTo>
                    <a:pt x="1695317" y="4160697"/>
                  </a:lnTo>
                  <a:lnTo>
                    <a:pt x="1695503" y="4160697"/>
                  </a:lnTo>
                  <a:lnTo>
                    <a:pt x="1695690" y="4160697"/>
                  </a:lnTo>
                  <a:lnTo>
                    <a:pt x="1695969" y="4160697"/>
                  </a:lnTo>
                  <a:lnTo>
                    <a:pt x="1697182" y="4160697"/>
                  </a:lnTo>
                  <a:lnTo>
                    <a:pt x="1698860" y="4160697"/>
                  </a:lnTo>
                  <a:lnTo>
                    <a:pt x="1699606" y="4160697"/>
                  </a:lnTo>
                  <a:lnTo>
                    <a:pt x="1700072" y="4160697"/>
                  </a:lnTo>
                  <a:lnTo>
                    <a:pt x="1700352" y="4150744"/>
                  </a:lnTo>
                  <a:lnTo>
                    <a:pt x="1701657" y="4150744"/>
                  </a:lnTo>
                  <a:lnTo>
                    <a:pt x="1702497" y="4150744"/>
                  </a:lnTo>
                  <a:lnTo>
                    <a:pt x="1702870" y="4150744"/>
                  </a:lnTo>
                  <a:lnTo>
                    <a:pt x="1703522" y="4150744"/>
                  </a:lnTo>
                  <a:lnTo>
                    <a:pt x="1704082" y="4150744"/>
                  </a:lnTo>
                  <a:lnTo>
                    <a:pt x="1704548" y="4150744"/>
                  </a:lnTo>
                  <a:lnTo>
                    <a:pt x="1704828" y="4150744"/>
                  </a:lnTo>
                  <a:lnTo>
                    <a:pt x="1705108" y="4150744"/>
                  </a:lnTo>
                  <a:lnTo>
                    <a:pt x="1705201" y="4150744"/>
                  </a:lnTo>
                  <a:lnTo>
                    <a:pt x="1706413" y="4140790"/>
                  </a:lnTo>
                  <a:lnTo>
                    <a:pt x="1706600" y="4140790"/>
                  </a:lnTo>
                  <a:lnTo>
                    <a:pt x="1707345" y="4130836"/>
                  </a:lnTo>
                  <a:lnTo>
                    <a:pt x="1707532" y="4130836"/>
                  </a:lnTo>
                  <a:lnTo>
                    <a:pt x="1708837" y="4130836"/>
                  </a:lnTo>
                  <a:lnTo>
                    <a:pt x="1709304" y="4130836"/>
                  </a:lnTo>
                  <a:lnTo>
                    <a:pt x="1709863" y="4130836"/>
                  </a:lnTo>
                  <a:lnTo>
                    <a:pt x="1710143" y="4130836"/>
                  </a:lnTo>
                  <a:lnTo>
                    <a:pt x="1711169" y="4130836"/>
                  </a:lnTo>
                  <a:lnTo>
                    <a:pt x="1711821" y="4130836"/>
                  </a:lnTo>
                  <a:lnTo>
                    <a:pt x="1712101" y="4130836"/>
                  </a:lnTo>
                  <a:lnTo>
                    <a:pt x="1712194" y="4130836"/>
                  </a:lnTo>
                  <a:lnTo>
                    <a:pt x="1712288" y="4130836"/>
                  </a:lnTo>
                  <a:lnTo>
                    <a:pt x="1713127" y="4130836"/>
                  </a:lnTo>
                  <a:lnTo>
                    <a:pt x="1713407" y="4130836"/>
                  </a:lnTo>
                  <a:lnTo>
                    <a:pt x="1714525" y="4130836"/>
                  </a:lnTo>
                  <a:lnTo>
                    <a:pt x="1715271" y="4130836"/>
                  </a:lnTo>
                  <a:lnTo>
                    <a:pt x="1716484" y="4130836"/>
                  </a:lnTo>
                  <a:lnTo>
                    <a:pt x="1716763" y="4130836"/>
                  </a:lnTo>
                  <a:lnTo>
                    <a:pt x="1717136" y="4130836"/>
                  </a:lnTo>
                  <a:lnTo>
                    <a:pt x="1717323" y="4130836"/>
                  </a:lnTo>
                  <a:lnTo>
                    <a:pt x="1717789" y="4130836"/>
                  </a:lnTo>
                  <a:lnTo>
                    <a:pt x="1718535" y="4130836"/>
                  </a:lnTo>
                  <a:lnTo>
                    <a:pt x="1719654" y="4130836"/>
                  </a:lnTo>
                  <a:lnTo>
                    <a:pt x="1720680" y="4130836"/>
                  </a:lnTo>
                  <a:lnTo>
                    <a:pt x="1720959" y="4130836"/>
                  </a:lnTo>
                  <a:lnTo>
                    <a:pt x="1722265" y="4130836"/>
                  </a:lnTo>
                  <a:lnTo>
                    <a:pt x="1722918" y="4130836"/>
                  </a:lnTo>
                  <a:lnTo>
                    <a:pt x="1723570" y="4130836"/>
                  </a:lnTo>
                  <a:lnTo>
                    <a:pt x="1723757" y="4130836"/>
                  </a:lnTo>
                  <a:lnTo>
                    <a:pt x="1724969" y="4130836"/>
                  </a:lnTo>
                  <a:lnTo>
                    <a:pt x="1725435" y="4130836"/>
                  </a:lnTo>
                  <a:lnTo>
                    <a:pt x="1726648" y="4130836"/>
                  </a:lnTo>
                  <a:lnTo>
                    <a:pt x="1727300" y="4120882"/>
                  </a:lnTo>
                  <a:lnTo>
                    <a:pt x="1727766" y="4120882"/>
                  </a:lnTo>
                  <a:lnTo>
                    <a:pt x="1729352" y="4120882"/>
                  </a:lnTo>
                  <a:lnTo>
                    <a:pt x="1729538" y="4120882"/>
                  </a:lnTo>
                  <a:lnTo>
                    <a:pt x="1730937" y="4120882"/>
                  </a:lnTo>
                  <a:lnTo>
                    <a:pt x="1731590" y="4120882"/>
                  </a:lnTo>
                  <a:lnTo>
                    <a:pt x="1731869" y="4120882"/>
                  </a:lnTo>
                  <a:lnTo>
                    <a:pt x="1732336" y="4120882"/>
                  </a:lnTo>
                  <a:lnTo>
                    <a:pt x="1733361" y="4120882"/>
                  </a:lnTo>
                  <a:lnTo>
                    <a:pt x="1734014" y="4120882"/>
                  </a:lnTo>
                  <a:lnTo>
                    <a:pt x="1734294" y="4120882"/>
                  </a:lnTo>
                  <a:lnTo>
                    <a:pt x="1734853" y="4120882"/>
                  </a:lnTo>
                  <a:lnTo>
                    <a:pt x="1735040" y="4120882"/>
                  </a:lnTo>
                  <a:lnTo>
                    <a:pt x="1736625" y="4120882"/>
                  </a:lnTo>
                  <a:lnTo>
                    <a:pt x="1736905" y="4120882"/>
                  </a:lnTo>
                  <a:lnTo>
                    <a:pt x="1737837" y="4120882"/>
                  </a:lnTo>
                  <a:lnTo>
                    <a:pt x="1738210" y="4120882"/>
                  </a:lnTo>
                  <a:lnTo>
                    <a:pt x="1738490" y="4120882"/>
                  </a:lnTo>
                  <a:lnTo>
                    <a:pt x="1740355" y="4110928"/>
                  </a:lnTo>
                  <a:lnTo>
                    <a:pt x="1740821" y="4110928"/>
                  </a:lnTo>
                  <a:lnTo>
                    <a:pt x="1741008" y="4110928"/>
                  </a:lnTo>
                  <a:lnTo>
                    <a:pt x="1741660" y="4110928"/>
                  </a:lnTo>
                  <a:lnTo>
                    <a:pt x="1741940" y="4110928"/>
                  </a:lnTo>
                  <a:lnTo>
                    <a:pt x="1742126" y="4110928"/>
                  </a:lnTo>
                  <a:lnTo>
                    <a:pt x="1742593" y="4110928"/>
                  </a:lnTo>
                  <a:lnTo>
                    <a:pt x="1742779" y="4110928"/>
                  </a:lnTo>
                  <a:lnTo>
                    <a:pt x="1742966" y="4110928"/>
                  </a:lnTo>
                  <a:lnTo>
                    <a:pt x="1743152" y="4110928"/>
                  </a:lnTo>
                  <a:lnTo>
                    <a:pt x="1743618" y="4110928"/>
                  </a:lnTo>
                  <a:lnTo>
                    <a:pt x="1743898" y="4110928"/>
                  </a:lnTo>
                  <a:lnTo>
                    <a:pt x="1744085" y="4110928"/>
                  </a:lnTo>
                  <a:lnTo>
                    <a:pt x="1745297" y="4100974"/>
                  </a:lnTo>
                  <a:lnTo>
                    <a:pt x="1745670" y="4100974"/>
                  </a:lnTo>
                  <a:lnTo>
                    <a:pt x="1746602" y="4100974"/>
                  </a:lnTo>
                  <a:lnTo>
                    <a:pt x="1748001" y="4091021"/>
                  </a:lnTo>
                  <a:lnTo>
                    <a:pt x="1748188" y="4091021"/>
                  </a:lnTo>
                  <a:lnTo>
                    <a:pt x="1748281" y="4091021"/>
                  </a:lnTo>
                  <a:lnTo>
                    <a:pt x="1748374" y="4091021"/>
                  </a:lnTo>
                  <a:lnTo>
                    <a:pt x="1748747" y="4081067"/>
                  </a:lnTo>
                  <a:lnTo>
                    <a:pt x="1748933" y="4081067"/>
                  </a:lnTo>
                  <a:lnTo>
                    <a:pt x="1749493" y="4081067"/>
                  </a:lnTo>
                  <a:lnTo>
                    <a:pt x="1750332" y="4081067"/>
                  </a:lnTo>
                  <a:lnTo>
                    <a:pt x="1751451" y="4081067"/>
                  </a:lnTo>
                  <a:lnTo>
                    <a:pt x="1752197" y="4081067"/>
                  </a:lnTo>
                  <a:lnTo>
                    <a:pt x="1752477" y="4081067"/>
                  </a:lnTo>
                  <a:lnTo>
                    <a:pt x="1753876" y="4081067"/>
                  </a:lnTo>
                  <a:lnTo>
                    <a:pt x="1755088" y="4081067"/>
                  </a:lnTo>
                  <a:lnTo>
                    <a:pt x="1755181" y="4081067"/>
                  </a:lnTo>
                  <a:lnTo>
                    <a:pt x="1757978" y="4081067"/>
                  </a:lnTo>
                  <a:lnTo>
                    <a:pt x="1758911" y="4071113"/>
                  </a:lnTo>
                  <a:lnTo>
                    <a:pt x="1759097" y="4071113"/>
                  </a:lnTo>
                  <a:lnTo>
                    <a:pt x="1761056" y="4061159"/>
                  </a:lnTo>
                  <a:lnTo>
                    <a:pt x="1761242" y="4061159"/>
                  </a:lnTo>
                  <a:lnTo>
                    <a:pt x="1761429" y="4061159"/>
                  </a:lnTo>
                  <a:lnTo>
                    <a:pt x="1761522" y="4061159"/>
                  </a:lnTo>
                  <a:lnTo>
                    <a:pt x="1762175" y="4061159"/>
                  </a:lnTo>
                  <a:lnTo>
                    <a:pt x="1763853" y="4061159"/>
                  </a:lnTo>
                  <a:lnTo>
                    <a:pt x="1764319" y="4061159"/>
                  </a:lnTo>
                  <a:lnTo>
                    <a:pt x="1764506" y="4061159"/>
                  </a:lnTo>
                  <a:lnTo>
                    <a:pt x="1765718" y="4051205"/>
                  </a:lnTo>
                  <a:lnTo>
                    <a:pt x="1766371" y="4051205"/>
                  </a:lnTo>
                  <a:lnTo>
                    <a:pt x="1766650" y="4051205"/>
                  </a:lnTo>
                  <a:lnTo>
                    <a:pt x="1766837" y="4051205"/>
                  </a:lnTo>
                  <a:lnTo>
                    <a:pt x="1767490" y="4051205"/>
                  </a:lnTo>
                  <a:lnTo>
                    <a:pt x="1768142" y="4051205"/>
                  </a:lnTo>
                  <a:lnTo>
                    <a:pt x="1768329" y="4051205"/>
                  </a:lnTo>
                  <a:lnTo>
                    <a:pt x="1768609" y="4051205"/>
                  </a:lnTo>
                  <a:lnTo>
                    <a:pt x="1768982" y="4051205"/>
                  </a:lnTo>
                  <a:lnTo>
                    <a:pt x="1770660" y="4051205"/>
                  </a:lnTo>
                  <a:lnTo>
                    <a:pt x="1771499" y="4051205"/>
                  </a:lnTo>
                  <a:lnTo>
                    <a:pt x="1772338" y="4051205"/>
                  </a:lnTo>
                  <a:lnTo>
                    <a:pt x="1772805" y="4051205"/>
                  </a:lnTo>
                  <a:lnTo>
                    <a:pt x="1773644" y="4051205"/>
                  </a:lnTo>
                  <a:lnTo>
                    <a:pt x="1773830" y="4051205"/>
                  </a:lnTo>
                  <a:lnTo>
                    <a:pt x="1775136" y="4041251"/>
                  </a:lnTo>
                  <a:lnTo>
                    <a:pt x="1775416" y="4041251"/>
                  </a:lnTo>
                  <a:lnTo>
                    <a:pt x="1775882" y="4041251"/>
                  </a:lnTo>
                  <a:lnTo>
                    <a:pt x="1777374" y="4041251"/>
                  </a:lnTo>
                  <a:lnTo>
                    <a:pt x="1778399" y="4041251"/>
                  </a:lnTo>
                  <a:lnTo>
                    <a:pt x="1779145" y="4041251"/>
                  </a:lnTo>
                  <a:lnTo>
                    <a:pt x="1779332" y="4041251"/>
                  </a:lnTo>
                  <a:lnTo>
                    <a:pt x="1779612" y="4041251"/>
                  </a:lnTo>
                  <a:lnTo>
                    <a:pt x="1780078" y="4031298"/>
                  </a:lnTo>
                  <a:lnTo>
                    <a:pt x="1780358" y="4031298"/>
                  </a:lnTo>
                  <a:lnTo>
                    <a:pt x="1780731" y="4031298"/>
                  </a:lnTo>
                  <a:lnTo>
                    <a:pt x="1782223" y="4031298"/>
                  </a:lnTo>
                  <a:lnTo>
                    <a:pt x="1782316" y="4031298"/>
                  </a:lnTo>
                  <a:lnTo>
                    <a:pt x="1783062" y="4031298"/>
                  </a:lnTo>
                  <a:lnTo>
                    <a:pt x="1783155" y="4031298"/>
                  </a:lnTo>
                  <a:lnTo>
                    <a:pt x="1783808" y="4031298"/>
                  </a:lnTo>
                  <a:lnTo>
                    <a:pt x="1784087" y="4031298"/>
                  </a:lnTo>
                  <a:lnTo>
                    <a:pt x="1784460" y="4031298"/>
                  </a:lnTo>
                  <a:lnTo>
                    <a:pt x="1785300" y="4031298"/>
                  </a:lnTo>
                  <a:lnTo>
                    <a:pt x="1786512" y="4031298"/>
                  </a:lnTo>
                  <a:lnTo>
                    <a:pt x="1786792" y="4021344"/>
                  </a:lnTo>
                  <a:lnTo>
                    <a:pt x="1787724" y="4021344"/>
                  </a:lnTo>
                  <a:lnTo>
                    <a:pt x="1787911" y="4021344"/>
                  </a:lnTo>
                  <a:lnTo>
                    <a:pt x="1788936" y="4021344"/>
                  </a:lnTo>
                  <a:lnTo>
                    <a:pt x="1789403" y="4021344"/>
                  </a:lnTo>
                  <a:lnTo>
                    <a:pt x="1790242" y="4021344"/>
                  </a:lnTo>
                  <a:lnTo>
                    <a:pt x="1790894" y="4021344"/>
                  </a:lnTo>
                  <a:lnTo>
                    <a:pt x="1790988" y="4021344"/>
                  </a:lnTo>
                  <a:lnTo>
                    <a:pt x="1791174" y="4021344"/>
                  </a:lnTo>
                  <a:lnTo>
                    <a:pt x="1791267" y="4021344"/>
                  </a:lnTo>
                  <a:lnTo>
                    <a:pt x="1793878" y="4011390"/>
                  </a:lnTo>
                  <a:lnTo>
                    <a:pt x="1794065" y="4011390"/>
                  </a:lnTo>
                  <a:lnTo>
                    <a:pt x="1795277" y="4011390"/>
                  </a:lnTo>
                  <a:lnTo>
                    <a:pt x="1796303" y="4011390"/>
                  </a:lnTo>
                  <a:lnTo>
                    <a:pt x="1796769" y="4011390"/>
                  </a:lnTo>
                  <a:lnTo>
                    <a:pt x="1797142" y="4011390"/>
                  </a:lnTo>
                  <a:lnTo>
                    <a:pt x="1798074" y="4011390"/>
                  </a:lnTo>
                  <a:lnTo>
                    <a:pt x="1798261" y="4011390"/>
                  </a:lnTo>
                  <a:lnTo>
                    <a:pt x="1799473" y="4011390"/>
                  </a:lnTo>
                  <a:lnTo>
                    <a:pt x="1800499" y="4011390"/>
                  </a:lnTo>
                  <a:lnTo>
                    <a:pt x="1800872" y="4011390"/>
                  </a:lnTo>
                  <a:lnTo>
                    <a:pt x="1801152" y="4011390"/>
                  </a:lnTo>
                  <a:lnTo>
                    <a:pt x="1802271" y="4011390"/>
                  </a:lnTo>
                  <a:lnTo>
                    <a:pt x="1802550" y="4011390"/>
                  </a:lnTo>
                  <a:lnTo>
                    <a:pt x="1803483" y="4011390"/>
                  </a:lnTo>
                  <a:lnTo>
                    <a:pt x="1803856" y="4011390"/>
                  </a:lnTo>
                  <a:lnTo>
                    <a:pt x="1804322" y="4011390"/>
                  </a:lnTo>
                  <a:lnTo>
                    <a:pt x="1804695" y="4011390"/>
                  </a:lnTo>
                  <a:lnTo>
                    <a:pt x="1804975" y="4011390"/>
                  </a:lnTo>
                  <a:lnTo>
                    <a:pt x="1805441" y="4011390"/>
                  </a:lnTo>
                  <a:lnTo>
                    <a:pt x="1806840" y="4011390"/>
                  </a:lnTo>
                  <a:lnTo>
                    <a:pt x="1807119" y="4011390"/>
                  </a:lnTo>
                  <a:lnTo>
                    <a:pt x="1807865" y="4011390"/>
                  </a:lnTo>
                  <a:lnTo>
                    <a:pt x="1808798" y="4011390"/>
                  </a:lnTo>
                  <a:lnTo>
                    <a:pt x="1809357" y="4011390"/>
                  </a:lnTo>
                  <a:lnTo>
                    <a:pt x="1809544" y="4011390"/>
                  </a:lnTo>
                  <a:lnTo>
                    <a:pt x="1810290" y="4011390"/>
                  </a:lnTo>
                  <a:lnTo>
                    <a:pt x="1811222" y="4001436"/>
                  </a:lnTo>
                  <a:lnTo>
                    <a:pt x="1811409" y="4001436"/>
                  </a:lnTo>
                  <a:lnTo>
                    <a:pt x="1812621" y="4001436"/>
                  </a:lnTo>
                  <a:lnTo>
                    <a:pt x="1813180" y="4001436"/>
                  </a:lnTo>
                  <a:lnTo>
                    <a:pt x="1813926" y="4001436"/>
                  </a:lnTo>
                  <a:lnTo>
                    <a:pt x="1814113" y="4001436"/>
                  </a:lnTo>
                  <a:lnTo>
                    <a:pt x="1814299" y="4001436"/>
                  </a:lnTo>
                  <a:lnTo>
                    <a:pt x="1814766" y="4001436"/>
                  </a:lnTo>
                  <a:lnTo>
                    <a:pt x="1816164" y="4001436"/>
                  </a:lnTo>
                  <a:lnTo>
                    <a:pt x="1816351" y="4001436"/>
                  </a:lnTo>
                  <a:lnTo>
                    <a:pt x="1817936" y="4001436"/>
                  </a:lnTo>
                  <a:lnTo>
                    <a:pt x="1818216" y="4001436"/>
                  </a:lnTo>
                  <a:lnTo>
                    <a:pt x="1818962" y="4001436"/>
                  </a:lnTo>
                  <a:lnTo>
                    <a:pt x="1819055" y="4001436"/>
                  </a:lnTo>
                  <a:lnTo>
                    <a:pt x="1819335" y="4001436"/>
                  </a:lnTo>
                  <a:lnTo>
                    <a:pt x="1821479" y="3991482"/>
                  </a:lnTo>
                  <a:lnTo>
                    <a:pt x="1822225" y="3991482"/>
                  </a:lnTo>
                  <a:lnTo>
                    <a:pt x="1823438" y="3981529"/>
                  </a:lnTo>
                  <a:lnTo>
                    <a:pt x="1824277" y="3981529"/>
                  </a:lnTo>
                  <a:lnTo>
                    <a:pt x="1824836" y="3981529"/>
                  </a:lnTo>
                  <a:lnTo>
                    <a:pt x="1825116" y="3981529"/>
                  </a:lnTo>
                  <a:lnTo>
                    <a:pt x="1825675" y="3981529"/>
                  </a:lnTo>
                  <a:lnTo>
                    <a:pt x="1826421" y="3981529"/>
                  </a:lnTo>
                  <a:lnTo>
                    <a:pt x="1827913" y="3981529"/>
                  </a:lnTo>
                  <a:lnTo>
                    <a:pt x="1828846" y="3981529"/>
                  </a:lnTo>
                  <a:lnTo>
                    <a:pt x="1829405" y="3981529"/>
                  </a:lnTo>
                  <a:lnTo>
                    <a:pt x="1830431" y="3981529"/>
                  </a:lnTo>
                  <a:lnTo>
                    <a:pt x="1830711" y="3981529"/>
                  </a:lnTo>
                  <a:lnTo>
                    <a:pt x="1831084" y="3981529"/>
                  </a:lnTo>
                  <a:lnTo>
                    <a:pt x="1831177" y="3981529"/>
                  </a:lnTo>
                  <a:lnTo>
                    <a:pt x="1831270" y="3981529"/>
                  </a:lnTo>
                  <a:lnTo>
                    <a:pt x="1832389" y="3981529"/>
                  </a:lnTo>
                  <a:lnTo>
                    <a:pt x="1832855" y="3981529"/>
                  </a:lnTo>
                  <a:lnTo>
                    <a:pt x="1834254" y="3981529"/>
                  </a:lnTo>
                  <a:lnTo>
                    <a:pt x="1834534" y="3981529"/>
                  </a:lnTo>
                  <a:lnTo>
                    <a:pt x="1836026" y="3981529"/>
                  </a:lnTo>
                  <a:lnTo>
                    <a:pt x="1836306" y="3981529"/>
                  </a:lnTo>
                  <a:lnTo>
                    <a:pt x="1837238" y="3981529"/>
                  </a:lnTo>
                  <a:lnTo>
                    <a:pt x="1837704" y="3981529"/>
                  </a:lnTo>
                  <a:lnTo>
                    <a:pt x="1837798" y="3971575"/>
                  </a:lnTo>
                  <a:lnTo>
                    <a:pt x="1837984" y="3971575"/>
                  </a:lnTo>
                  <a:lnTo>
                    <a:pt x="1839383" y="3971575"/>
                  </a:lnTo>
                  <a:lnTo>
                    <a:pt x="1839849" y="3971575"/>
                  </a:lnTo>
                  <a:lnTo>
                    <a:pt x="1840129" y="3971575"/>
                  </a:lnTo>
                  <a:lnTo>
                    <a:pt x="1840502" y="3971575"/>
                  </a:lnTo>
                  <a:lnTo>
                    <a:pt x="1840781" y="3971575"/>
                  </a:lnTo>
                  <a:lnTo>
                    <a:pt x="1841434" y="3971575"/>
                  </a:lnTo>
                  <a:lnTo>
                    <a:pt x="1842180" y="3961621"/>
                  </a:lnTo>
                  <a:lnTo>
                    <a:pt x="1842553" y="3961621"/>
                  </a:lnTo>
                  <a:lnTo>
                    <a:pt x="1843579" y="3961621"/>
                  </a:lnTo>
                  <a:lnTo>
                    <a:pt x="1843672" y="3961621"/>
                  </a:lnTo>
                  <a:lnTo>
                    <a:pt x="1844045" y="3961621"/>
                  </a:lnTo>
                  <a:lnTo>
                    <a:pt x="1844138" y="3961621"/>
                  </a:lnTo>
                  <a:lnTo>
                    <a:pt x="1844884" y="3961621"/>
                  </a:lnTo>
                  <a:lnTo>
                    <a:pt x="1845910" y="3961621"/>
                  </a:lnTo>
                  <a:lnTo>
                    <a:pt x="1846096" y="3961621"/>
                  </a:lnTo>
                  <a:lnTo>
                    <a:pt x="1846749" y="3951667"/>
                  </a:lnTo>
                  <a:lnTo>
                    <a:pt x="1847215" y="3951667"/>
                  </a:lnTo>
                  <a:lnTo>
                    <a:pt x="1847495" y="3951667"/>
                  </a:lnTo>
                  <a:lnTo>
                    <a:pt x="1847961" y="3951667"/>
                  </a:lnTo>
                  <a:lnTo>
                    <a:pt x="1848148" y="3941713"/>
                  </a:lnTo>
                  <a:lnTo>
                    <a:pt x="1849080" y="3941713"/>
                  </a:lnTo>
                  <a:lnTo>
                    <a:pt x="1849826" y="3941713"/>
                  </a:lnTo>
                  <a:lnTo>
                    <a:pt x="1850013" y="3941713"/>
                  </a:lnTo>
                  <a:lnTo>
                    <a:pt x="1850199" y="3941713"/>
                  </a:lnTo>
                  <a:lnTo>
                    <a:pt x="1851318" y="3941713"/>
                  </a:lnTo>
                  <a:lnTo>
                    <a:pt x="1852344" y="3941713"/>
                  </a:lnTo>
                  <a:lnTo>
                    <a:pt x="1852810" y="3941713"/>
                  </a:lnTo>
                  <a:lnTo>
                    <a:pt x="1853463" y="3941713"/>
                  </a:lnTo>
                  <a:lnTo>
                    <a:pt x="1854209" y="3941713"/>
                  </a:lnTo>
                  <a:lnTo>
                    <a:pt x="1854768" y="3941713"/>
                  </a:lnTo>
                  <a:lnTo>
                    <a:pt x="1854955" y="3941713"/>
                  </a:lnTo>
                  <a:lnTo>
                    <a:pt x="1855141" y="3941713"/>
                  </a:lnTo>
                  <a:lnTo>
                    <a:pt x="1856633" y="3941713"/>
                  </a:lnTo>
                  <a:lnTo>
                    <a:pt x="1857473" y="3941713"/>
                  </a:lnTo>
                  <a:lnTo>
                    <a:pt x="1859244" y="3941713"/>
                  </a:lnTo>
                  <a:lnTo>
                    <a:pt x="1860270" y="3941713"/>
                  </a:lnTo>
                  <a:lnTo>
                    <a:pt x="1861202" y="3941713"/>
                  </a:lnTo>
                  <a:lnTo>
                    <a:pt x="1861482" y="3941713"/>
                  </a:lnTo>
                  <a:lnTo>
                    <a:pt x="1862042" y="3941713"/>
                  </a:lnTo>
                  <a:lnTo>
                    <a:pt x="1862228" y="3931759"/>
                  </a:lnTo>
                  <a:lnTo>
                    <a:pt x="1863907" y="3921806"/>
                  </a:lnTo>
                  <a:lnTo>
                    <a:pt x="1864186" y="3921806"/>
                  </a:lnTo>
                  <a:lnTo>
                    <a:pt x="1864746" y="3921806"/>
                  </a:lnTo>
                  <a:lnTo>
                    <a:pt x="1865585" y="3921806"/>
                  </a:lnTo>
                  <a:lnTo>
                    <a:pt x="1866051" y="3921806"/>
                  </a:lnTo>
                  <a:lnTo>
                    <a:pt x="1866984" y="3921806"/>
                  </a:lnTo>
                  <a:lnTo>
                    <a:pt x="1867730" y="3911852"/>
                  </a:lnTo>
                  <a:lnTo>
                    <a:pt x="1868476" y="3911852"/>
                  </a:lnTo>
                  <a:lnTo>
                    <a:pt x="1868849" y="3911852"/>
                  </a:lnTo>
                  <a:lnTo>
                    <a:pt x="1869222" y="3901898"/>
                  </a:lnTo>
                  <a:lnTo>
                    <a:pt x="1869595" y="3901898"/>
                  </a:lnTo>
                  <a:lnTo>
                    <a:pt x="1870154" y="3901898"/>
                  </a:lnTo>
                  <a:lnTo>
                    <a:pt x="1870714" y="3901898"/>
                  </a:lnTo>
                  <a:lnTo>
                    <a:pt x="1872112" y="3891944"/>
                  </a:lnTo>
                  <a:lnTo>
                    <a:pt x="1872765" y="3891944"/>
                  </a:lnTo>
                  <a:lnTo>
                    <a:pt x="1872858" y="3891944"/>
                  </a:lnTo>
                  <a:lnTo>
                    <a:pt x="1873418" y="3891944"/>
                  </a:lnTo>
                  <a:lnTo>
                    <a:pt x="1873697" y="3891944"/>
                  </a:lnTo>
                  <a:lnTo>
                    <a:pt x="1874070" y="3891944"/>
                  </a:lnTo>
                  <a:lnTo>
                    <a:pt x="1876308" y="3891944"/>
                  </a:lnTo>
                  <a:lnTo>
                    <a:pt x="1876402" y="3891944"/>
                  </a:lnTo>
                  <a:lnTo>
                    <a:pt x="1876961" y="3891944"/>
                  </a:lnTo>
                  <a:lnTo>
                    <a:pt x="1877987" y="3891944"/>
                  </a:lnTo>
                  <a:lnTo>
                    <a:pt x="1878080" y="3891944"/>
                  </a:lnTo>
                  <a:lnTo>
                    <a:pt x="1878267" y="3891944"/>
                  </a:lnTo>
                  <a:lnTo>
                    <a:pt x="1880784" y="3891944"/>
                  </a:lnTo>
                  <a:lnTo>
                    <a:pt x="1881623" y="3891944"/>
                  </a:lnTo>
                  <a:lnTo>
                    <a:pt x="1881810" y="3891944"/>
                  </a:lnTo>
                  <a:lnTo>
                    <a:pt x="1881996" y="3891944"/>
                  </a:lnTo>
                  <a:lnTo>
                    <a:pt x="1882742" y="3891944"/>
                  </a:lnTo>
                  <a:lnTo>
                    <a:pt x="1882836" y="3891944"/>
                  </a:lnTo>
                  <a:lnTo>
                    <a:pt x="1884328" y="3891944"/>
                  </a:lnTo>
                  <a:lnTo>
                    <a:pt x="1884514" y="3891944"/>
                  </a:lnTo>
                  <a:lnTo>
                    <a:pt x="1885447" y="3891944"/>
                  </a:lnTo>
                  <a:lnTo>
                    <a:pt x="1886379" y="3891944"/>
                  </a:lnTo>
                  <a:lnTo>
                    <a:pt x="1887125" y="3891944"/>
                  </a:lnTo>
                  <a:lnTo>
                    <a:pt x="1887591" y="3891944"/>
                  </a:lnTo>
                  <a:lnTo>
                    <a:pt x="1887871" y="3891944"/>
                  </a:lnTo>
                  <a:lnTo>
                    <a:pt x="1888244" y="3891944"/>
                  </a:lnTo>
                  <a:lnTo>
                    <a:pt x="1888430" y="3891944"/>
                  </a:lnTo>
                  <a:lnTo>
                    <a:pt x="1888617" y="3891944"/>
                  </a:lnTo>
                  <a:lnTo>
                    <a:pt x="1889829" y="3891944"/>
                  </a:lnTo>
                  <a:lnTo>
                    <a:pt x="1891041" y="3891944"/>
                  </a:lnTo>
                  <a:lnTo>
                    <a:pt x="1891694" y="3891944"/>
                  </a:lnTo>
                  <a:lnTo>
                    <a:pt x="1892067" y="3891944"/>
                  </a:lnTo>
                  <a:lnTo>
                    <a:pt x="1893186" y="3891944"/>
                  </a:lnTo>
                  <a:lnTo>
                    <a:pt x="1893839" y="3891944"/>
                  </a:lnTo>
                  <a:lnTo>
                    <a:pt x="1894771" y="3891944"/>
                  </a:lnTo>
                  <a:lnTo>
                    <a:pt x="1895331" y="3891944"/>
                  </a:lnTo>
                  <a:lnTo>
                    <a:pt x="1895517" y="3891944"/>
                  </a:lnTo>
                  <a:lnTo>
                    <a:pt x="1895610" y="3891944"/>
                  </a:lnTo>
                  <a:lnTo>
                    <a:pt x="1896823" y="3891944"/>
                  </a:lnTo>
                  <a:lnTo>
                    <a:pt x="1897475" y="3891944"/>
                  </a:lnTo>
                  <a:lnTo>
                    <a:pt x="1898035" y="3891944"/>
                  </a:lnTo>
                  <a:lnTo>
                    <a:pt x="1898408" y="3891944"/>
                  </a:lnTo>
                  <a:lnTo>
                    <a:pt x="1900273" y="3891944"/>
                  </a:lnTo>
                  <a:lnTo>
                    <a:pt x="1900739" y="3891944"/>
                  </a:lnTo>
                  <a:lnTo>
                    <a:pt x="1902324" y="3891944"/>
                  </a:lnTo>
                  <a:lnTo>
                    <a:pt x="1902790" y="3891944"/>
                  </a:lnTo>
                  <a:lnTo>
                    <a:pt x="1903630" y="3891944"/>
                  </a:lnTo>
                  <a:lnTo>
                    <a:pt x="1906334" y="3891944"/>
                  </a:lnTo>
                  <a:lnTo>
                    <a:pt x="1907080" y="3891944"/>
                  </a:lnTo>
                  <a:lnTo>
                    <a:pt x="1907360" y="3891944"/>
                  </a:lnTo>
                  <a:lnTo>
                    <a:pt x="1908665" y="3881990"/>
                  </a:lnTo>
                  <a:lnTo>
                    <a:pt x="1909318" y="3881990"/>
                  </a:lnTo>
                  <a:lnTo>
                    <a:pt x="1909411" y="3881990"/>
                  </a:lnTo>
                  <a:lnTo>
                    <a:pt x="1910250" y="3881990"/>
                  </a:lnTo>
                  <a:lnTo>
                    <a:pt x="1911556" y="3881990"/>
                  </a:lnTo>
                  <a:lnTo>
                    <a:pt x="1912115" y="3881990"/>
                  </a:lnTo>
                  <a:lnTo>
                    <a:pt x="1912488" y="3881990"/>
                  </a:lnTo>
                  <a:lnTo>
                    <a:pt x="1912675" y="3881990"/>
                  </a:lnTo>
                  <a:lnTo>
                    <a:pt x="1913048" y="3881990"/>
                  </a:lnTo>
                  <a:lnTo>
                    <a:pt x="1913514" y="3881990"/>
                  </a:lnTo>
                  <a:lnTo>
                    <a:pt x="1914073" y="3881990"/>
                  </a:lnTo>
                  <a:lnTo>
                    <a:pt x="1915379" y="3881990"/>
                  </a:lnTo>
                  <a:lnTo>
                    <a:pt x="1915472" y="3872037"/>
                  </a:lnTo>
                  <a:lnTo>
                    <a:pt x="1915938" y="3872037"/>
                  </a:lnTo>
                  <a:lnTo>
                    <a:pt x="1917150" y="3872037"/>
                  </a:lnTo>
                  <a:lnTo>
                    <a:pt x="1917803" y="3872037"/>
                  </a:lnTo>
                  <a:lnTo>
                    <a:pt x="1918176" y="3872037"/>
                  </a:lnTo>
                  <a:lnTo>
                    <a:pt x="1919015" y="3872037"/>
                  </a:lnTo>
                  <a:lnTo>
                    <a:pt x="1919109" y="3872037"/>
                  </a:lnTo>
                  <a:lnTo>
                    <a:pt x="1919668" y="3872037"/>
                  </a:lnTo>
                  <a:lnTo>
                    <a:pt x="1920414" y="3872037"/>
                  </a:lnTo>
                  <a:lnTo>
                    <a:pt x="1923025" y="3862083"/>
                  </a:lnTo>
                  <a:lnTo>
                    <a:pt x="1923771" y="3862083"/>
                  </a:lnTo>
                  <a:lnTo>
                    <a:pt x="1923957" y="3862083"/>
                  </a:lnTo>
                  <a:lnTo>
                    <a:pt x="1924237" y="3862083"/>
                  </a:lnTo>
                  <a:lnTo>
                    <a:pt x="1925170" y="3852129"/>
                  </a:lnTo>
                  <a:lnTo>
                    <a:pt x="1925543" y="3852129"/>
                  </a:lnTo>
                  <a:lnTo>
                    <a:pt x="1926195" y="3852129"/>
                  </a:lnTo>
                  <a:lnTo>
                    <a:pt x="1926755" y="3852129"/>
                  </a:lnTo>
                  <a:lnTo>
                    <a:pt x="1926848" y="3852129"/>
                  </a:lnTo>
                  <a:lnTo>
                    <a:pt x="1927221" y="3852129"/>
                  </a:lnTo>
                  <a:lnTo>
                    <a:pt x="1928060" y="3852129"/>
                  </a:lnTo>
                  <a:lnTo>
                    <a:pt x="1929366" y="3852129"/>
                  </a:lnTo>
                  <a:lnTo>
                    <a:pt x="1929832" y="3852129"/>
                  </a:lnTo>
                  <a:lnTo>
                    <a:pt x="1930764" y="3852129"/>
                  </a:lnTo>
                  <a:lnTo>
                    <a:pt x="1931324" y="3852129"/>
                  </a:lnTo>
                  <a:lnTo>
                    <a:pt x="1931883" y="3852129"/>
                  </a:lnTo>
                  <a:lnTo>
                    <a:pt x="1932256" y="3852129"/>
                  </a:lnTo>
                  <a:lnTo>
                    <a:pt x="1933096" y="3852129"/>
                  </a:lnTo>
                  <a:lnTo>
                    <a:pt x="1933842" y="3852129"/>
                  </a:lnTo>
                  <a:lnTo>
                    <a:pt x="1934494" y="3852129"/>
                  </a:lnTo>
                  <a:lnTo>
                    <a:pt x="1934774" y="3852129"/>
                  </a:lnTo>
                  <a:lnTo>
                    <a:pt x="1934867" y="3852129"/>
                  </a:lnTo>
                  <a:lnTo>
                    <a:pt x="1935706" y="3852129"/>
                  </a:lnTo>
                  <a:lnTo>
                    <a:pt x="1936079" y="3852129"/>
                  </a:lnTo>
                  <a:lnTo>
                    <a:pt x="1936546" y="3852129"/>
                  </a:lnTo>
                  <a:lnTo>
                    <a:pt x="1937292" y="3852129"/>
                  </a:lnTo>
                  <a:lnTo>
                    <a:pt x="1937571" y="3852129"/>
                  </a:lnTo>
                  <a:lnTo>
                    <a:pt x="1938504" y="3852129"/>
                  </a:lnTo>
                  <a:lnTo>
                    <a:pt x="1941208" y="3852129"/>
                  </a:lnTo>
                  <a:lnTo>
                    <a:pt x="1941674" y="3852129"/>
                  </a:lnTo>
                  <a:lnTo>
                    <a:pt x="1941954" y="3852129"/>
                  </a:lnTo>
                  <a:lnTo>
                    <a:pt x="1942327" y="3852129"/>
                  </a:lnTo>
                  <a:lnTo>
                    <a:pt x="1942793" y="3852129"/>
                  </a:lnTo>
                  <a:lnTo>
                    <a:pt x="1942980" y="3852129"/>
                  </a:lnTo>
                  <a:lnTo>
                    <a:pt x="1943353" y="3852129"/>
                  </a:lnTo>
                  <a:lnTo>
                    <a:pt x="1945497" y="3852129"/>
                  </a:lnTo>
                  <a:lnTo>
                    <a:pt x="1946150" y="3852129"/>
                  </a:lnTo>
                  <a:lnTo>
                    <a:pt x="1946803" y="3852129"/>
                  </a:lnTo>
                  <a:lnTo>
                    <a:pt x="1946896" y="3852129"/>
                  </a:lnTo>
                  <a:lnTo>
                    <a:pt x="1947549" y="3852129"/>
                  </a:lnTo>
                  <a:lnTo>
                    <a:pt x="1948015" y="3852129"/>
                  </a:lnTo>
                  <a:lnTo>
                    <a:pt x="1948388" y="3852129"/>
                  </a:lnTo>
                  <a:lnTo>
                    <a:pt x="1949693" y="3852129"/>
                  </a:lnTo>
                  <a:lnTo>
                    <a:pt x="1950812" y="3852129"/>
                  </a:lnTo>
                  <a:lnTo>
                    <a:pt x="1952771" y="3852129"/>
                  </a:lnTo>
                  <a:lnTo>
                    <a:pt x="1952957" y="3852129"/>
                  </a:lnTo>
                  <a:lnTo>
                    <a:pt x="1953050" y="3852129"/>
                  </a:lnTo>
                  <a:lnTo>
                    <a:pt x="1954356" y="3852129"/>
                  </a:lnTo>
                  <a:lnTo>
                    <a:pt x="1955102" y="3852129"/>
                  </a:lnTo>
                  <a:lnTo>
                    <a:pt x="1955661" y="3852129"/>
                  </a:lnTo>
                  <a:lnTo>
                    <a:pt x="1955848" y="3852129"/>
                  </a:lnTo>
                  <a:lnTo>
                    <a:pt x="1955941" y="3852129"/>
                  </a:lnTo>
                  <a:lnTo>
                    <a:pt x="1956221" y="3852129"/>
                  </a:lnTo>
                  <a:lnTo>
                    <a:pt x="1957060" y="3852129"/>
                  </a:lnTo>
                  <a:lnTo>
                    <a:pt x="1957246" y="3852129"/>
                  </a:lnTo>
                  <a:lnTo>
                    <a:pt x="1957806" y="3852129"/>
                  </a:lnTo>
                  <a:lnTo>
                    <a:pt x="1958459" y="3852129"/>
                  </a:lnTo>
                  <a:lnTo>
                    <a:pt x="1959111" y="3852129"/>
                  </a:lnTo>
                  <a:lnTo>
                    <a:pt x="1960976" y="3852129"/>
                  </a:lnTo>
                  <a:lnTo>
                    <a:pt x="1961256" y="3852129"/>
                  </a:lnTo>
                  <a:lnTo>
                    <a:pt x="1961722" y="3852129"/>
                  </a:lnTo>
                  <a:lnTo>
                    <a:pt x="1963028" y="3852129"/>
                  </a:lnTo>
                  <a:lnTo>
                    <a:pt x="1963121" y="3852129"/>
                  </a:lnTo>
                  <a:lnTo>
                    <a:pt x="1963867" y="3852129"/>
                  </a:lnTo>
                  <a:lnTo>
                    <a:pt x="1964053" y="3852129"/>
                  </a:lnTo>
                  <a:lnTo>
                    <a:pt x="1965825" y="3852129"/>
                  </a:lnTo>
                  <a:lnTo>
                    <a:pt x="1966105" y="3852129"/>
                  </a:lnTo>
                  <a:lnTo>
                    <a:pt x="1966291" y="3852129"/>
                  </a:lnTo>
                  <a:lnTo>
                    <a:pt x="1967597" y="3852129"/>
                  </a:lnTo>
                  <a:lnTo>
                    <a:pt x="1967877" y="3852129"/>
                  </a:lnTo>
                  <a:lnTo>
                    <a:pt x="1968716" y="3852129"/>
                  </a:lnTo>
                  <a:lnTo>
                    <a:pt x="1969742" y="3842175"/>
                  </a:lnTo>
                  <a:lnTo>
                    <a:pt x="1970954" y="3842175"/>
                  </a:lnTo>
                  <a:lnTo>
                    <a:pt x="1973005" y="3842175"/>
                  </a:lnTo>
                  <a:lnTo>
                    <a:pt x="1974031" y="3832221"/>
                  </a:lnTo>
                  <a:lnTo>
                    <a:pt x="1974497" y="3832221"/>
                  </a:lnTo>
                  <a:lnTo>
                    <a:pt x="1974590" y="3832221"/>
                  </a:lnTo>
                  <a:lnTo>
                    <a:pt x="1975709" y="3832221"/>
                  </a:lnTo>
                  <a:lnTo>
                    <a:pt x="1976269" y="3832221"/>
                  </a:lnTo>
                  <a:lnTo>
                    <a:pt x="1976735" y="3832221"/>
                  </a:lnTo>
                  <a:lnTo>
                    <a:pt x="1977108" y="3822267"/>
                  </a:lnTo>
                  <a:lnTo>
                    <a:pt x="1977761" y="3822267"/>
                  </a:lnTo>
                  <a:lnTo>
                    <a:pt x="1978320" y="3822267"/>
                  </a:lnTo>
                  <a:lnTo>
                    <a:pt x="1979253" y="3822267"/>
                  </a:lnTo>
                  <a:lnTo>
                    <a:pt x="1979905" y="3822267"/>
                  </a:lnTo>
                  <a:lnTo>
                    <a:pt x="1980372" y="3822267"/>
                  </a:lnTo>
                  <a:lnTo>
                    <a:pt x="1981770" y="3822267"/>
                  </a:lnTo>
                  <a:lnTo>
                    <a:pt x="1982143" y="3822267"/>
                  </a:lnTo>
                  <a:lnTo>
                    <a:pt x="1982516" y="3822267"/>
                  </a:lnTo>
                  <a:lnTo>
                    <a:pt x="1983262" y="3822267"/>
                  </a:lnTo>
                  <a:lnTo>
                    <a:pt x="1983729" y="3822267"/>
                  </a:lnTo>
                  <a:lnTo>
                    <a:pt x="1984474" y="3822267"/>
                  </a:lnTo>
                  <a:lnTo>
                    <a:pt x="1984754" y="3822267"/>
                  </a:lnTo>
                  <a:lnTo>
                    <a:pt x="1985687" y="3822267"/>
                  </a:lnTo>
                  <a:lnTo>
                    <a:pt x="1985873" y="3822267"/>
                  </a:lnTo>
                  <a:lnTo>
                    <a:pt x="1986526" y="3822267"/>
                  </a:lnTo>
                  <a:lnTo>
                    <a:pt x="1987085" y="3822267"/>
                  </a:lnTo>
                  <a:lnTo>
                    <a:pt x="1987365" y="3822267"/>
                  </a:lnTo>
                  <a:lnTo>
                    <a:pt x="1988204" y="3822267"/>
                  </a:lnTo>
                  <a:lnTo>
                    <a:pt x="1989603" y="3822267"/>
                  </a:lnTo>
                  <a:lnTo>
                    <a:pt x="1989883" y="3822267"/>
                  </a:lnTo>
                  <a:lnTo>
                    <a:pt x="1990069" y="3812314"/>
                  </a:lnTo>
                  <a:lnTo>
                    <a:pt x="1990349" y="3812314"/>
                  </a:lnTo>
                  <a:lnTo>
                    <a:pt x="1991654" y="3812314"/>
                  </a:lnTo>
                  <a:lnTo>
                    <a:pt x="1992494" y="3812314"/>
                  </a:lnTo>
                  <a:lnTo>
                    <a:pt x="1992587" y="3812314"/>
                  </a:lnTo>
                  <a:lnTo>
                    <a:pt x="1993519" y="3812314"/>
                  </a:lnTo>
                  <a:lnTo>
                    <a:pt x="1994079" y="3802360"/>
                  </a:lnTo>
                  <a:lnTo>
                    <a:pt x="1994545" y="3802360"/>
                  </a:lnTo>
                  <a:lnTo>
                    <a:pt x="1994638" y="3802360"/>
                  </a:lnTo>
                  <a:lnTo>
                    <a:pt x="1994732" y="3802360"/>
                  </a:lnTo>
                  <a:lnTo>
                    <a:pt x="1995851" y="3802360"/>
                  </a:lnTo>
                  <a:lnTo>
                    <a:pt x="1996970" y="3802360"/>
                  </a:lnTo>
                  <a:lnTo>
                    <a:pt x="1997902" y="3802360"/>
                  </a:lnTo>
                  <a:lnTo>
                    <a:pt x="1998088" y="3802360"/>
                  </a:lnTo>
                  <a:lnTo>
                    <a:pt x="1998928" y="3802360"/>
                  </a:lnTo>
                  <a:lnTo>
                    <a:pt x="1999114" y="3802360"/>
                  </a:lnTo>
                  <a:lnTo>
                    <a:pt x="2002285" y="3802360"/>
                  </a:lnTo>
                  <a:lnTo>
                    <a:pt x="2002564" y="3792406"/>
                  </a:lnTo>
                  <a:lnTo>
                    <a:pt x="2003124" y="3792406"/>
                  </a:lnTo>
                  <a:lnTo>
                    <a:pt x="2003777" y="3792406"/>
                  </a:lnTo>
                  <a:lnTo>
                    <a:pt x="2004429" y="3792406"/>
                  </a:lnTo>
                  <a:lnTo>
                    <a:pt x="2006201" y="3792406"/>
                  </a:lnTo>
                  <a:lnTo>
                    <a:pt x="2006574" y="3782452"/>
                  </a:lnTo>
                  <a:lnTo>
                    <a:pt x="2006760" y="3782452"/>
                  </a:lnTo>
                  <a:lnTo>
                    <a:pt x="2007227" y="3782452"/>
                  </a:lnTo>
                  <a:lnTo>
                    <a:pt x="2007320" y="3782452"/>
                  </a:lnTo>
                  <a:lnTo>
                    <a:pt x="2008252" y="3782452"/>
                  </a:lnTo>
                  <a:lnTo>
                    <a:pt x="2010024" y="3782452"/>
                  </a:lnTo>
                  <a:lnTo>
                    <a:pt x="2011143" y="3782452"/>
                  </a:lnTo>
                  <a:lnTo>
                    <a:pt x="2012635" y="3782452"/>
                  </a:lnTo>
                  <a:lnTo>
                    <a:pt x="2013288" y="3782452"/>
                  </a:lnTo>
                  <a:lnTo>
                    <a:pt x="2013847" y="3782452"/>
                  </a:lnTo>
                  <a:lnTo>
                    <a:pt x="2014873" y="3782452"/>
                  </a:lnTo>
                  <a:lnTo>
                    <a:pt x="2015059" y="3782452"/>
                  </a:lnTo>
                  <a:lnTo>
                    <a:pt x="2015805" y="3782452"/>
                  </a:lnTo>
                  <a:lnTo>
                    <a:pt x="2015899" y="3782452"/>
                  </a:lnTo>
                  <a:lnTo>
                    <a:pt x="2018510" y="3782452"/>
                  </a:lnTo>
                  <a:lnTo>
                    <a:pt x="2019069" y="3782452"/>
                  </a:lnTo>
                  <a:lnTo>
                    <a:pt x="2019255" y="3782452"/>
                  </a:lnTo>
                  <a:lnTo>
                    <a:pt x="2019442" y="3782452"/>
                  </a:lnTo>
                  <a:lnTo>
                    <a:pt x="2019628" y="3782452"/>
                  </a:lnTo>
                  <a:lnTo>
                    <a:pt x="2020095" y="3782452"/>
                  </a:lnTo>
                  <a:lnTo>
                    <a:pt x="2020281" y="3782452"/>
                  </a:lnTo>
                  <a:lnTo>
                    <a:pt x="2020654" y="3782452"/>
                  </a:lnTo>
                  <a:lnTo>
                    <a:pt x="2021120" y="3782452"/>
                  </a:lnTo>
                  <a:lnTo>
                    <a:pt x="2022239" y="3782452"/>
                  </a:lnTo>
                  <a:lnTo>
                    <a:pt x="2023545" y="3782452"/>
                  </a:lnTo>
                  <a:lnTo>
                    <a:pt x="2025876" y="3782452"/>
                  </a:lnTo>
                  <a:lnTo>
                    <a:pt x="2026062" y="3782452"/>
                  </a:lnTo>
                  <a:lnTo>
                    <a:pt x="2026529" y="3782452"/>
                  </a:lnTo>
                  <a:lnTo>
                    <a:pt x="2027181" y="3782452"/>
                  </a:lnTo>
                  <a:lnTo>
                    <a:pt x="2027741" y="3782452"/>
                  </a:lnTo>
                  <a:lnTo>
                    <a:pt x="2028394" y="3782452"/>
                  </a:lnTo>
                  <a:lnTo>
                    <a:pt x="2030259" y="3782452"/>
                  </a:lnTo>
                  <a:lnTo>
                    <a:pt x="2031005" y="3782452"/>
                  </a:lnTo>
                  <a:lnTo>
                    <a:pt x="2031284" y="3782452"/>
                  </a:lnTo>
                  <a:lnTo>
                    <a:pt x="2032124" y="3782452"/>
                  </a:lnTo>
                  <a:lnTo>
                    <a:pt x="2032217" y="3782452"/>
                  </a:lnTo>
                  <a:lnTo>
                    <a:pt x="2032963" y="3782452"/>
                  </a:lnTo>
                  <a:lnTo>
                    <a:pt x="2034455" y="3782452"/>
                  </a:lnTo>
                  <a:lnTo>
                    <a:pt x="2035014" y="3782452"/>
                  </a:lnTo>
                  <a:lnTo>
                    <a:pt x="2035760" y="3782452"/>
                  </a:lnTo>
                  <a:lnTo>
                    <a:pt x="2037532" y="3772498"/>
                  </a:lnTo>
                  <a:lnTo>
                    <a:pt x="2037625" y="3772498"/>
                  </a:lnTo>
                  <a:lnTo>
                    <a:pt x="2038558" y="3772498"/>
                  </a:lnTo>
                  <a:lnTo>
                    <a:pt x="2039490" y="3772498"/>
                  </a:lnTo>
                  <a:lnTo>
                    <a:pt x="2041914" y="3772498"/>
                  </a:lnTo>
                  <a:lnTo>
                    <a:pt x="2042754" y="3772498"/>
                  </a:lnTo>
                  <a:lnTo>
                    <a:pt x="2043593" y="3772498"/>
                  </a:lnTo>
                  <a:lnTo>
                    <a:pt x="2044059" y="3772498"/>
                  </a:lnTo>
                  <a:lnTo>
                    <a:pt x="2044525" y="3772498"/>
                  </a:lnTo>
                  <a:lnTo>
                    <a:pt x="2045924" y="3772498"/>
                  </a:lnTo>
                  <a:lnTo>
                    <a:pt x="2046017" y="3772498"/>
                  </a:lnTo>
                  <a:lnTo>
                    <a:pt x="2047509" y="3772498"/>
                  </a:lnTo>
                  <a:lnTo>
                    <a:pt x="2050027" y="3772498"/>
                  </a:lnTo>
                  <a:lnTo>
                    <a:pt x="2050680" y="3772498"/>
                  </a:lnTo>
                  <a:lnTo>
                    <a:pt x="2051053" y="3772498"/>
                  </a:lnTo>
                  <a:lnTo>
                    <a:pt x="2051799" y="3772498"/>
                  </a:lnTo>
                  <a:lnTo>
                    <a:pt x="2051985" y="3772498"/>
                  </a:lnTo>
                  <a:lnTo>
                    <a:pt x="2052451" y="3772498"/>
                  </a:lnTo>
                  <a:lnTo>
                    <a:pt x="2052824" y="3772498"/>
                  </a:lnTo>
                  <a:lnTo>
                    <a:pt x="2053757" y="3772498"/>
                  </a:lnTo>
                  <a:lnTo>
                    <a:pt x="2054409" y="3772498"/>
                  </a:lnTo>
                  <a:lnTo>
                    <a:pt x="2054596" y="3772498"/>
                  </a:lnTo>
                  <a:lnTo>
                    <a:pt x="2055715" y="3772498"/>
                  </a:lnTo>
                  <a:lnTo>
                    <a:pt x="2056368" y="3772498"/>
                  </a:lnTo>
                  <a:lnTo>
                    <a:pt x="2056647" y="3772498"/>
                  </a:lnTo>
                  <a:lnTo>
                    <a:pt x="2056834" y="3772498"/>
                  </a:lnTo>
                  <a:lnTo>
                    <a:pt x="2057207" y="3772498"/>
                  </a:lnTo>
                  <a:lnTo>
                    <a:pt x="2058139" y="3772498"/>
                  </a:lnTo>
                  <a:lnTo>
                    <a:pt x="2059445" y="3772498"/>
                  </a:lnTo>
                  <a:lnTo>
                    <a:pt x="2060471" y="3772498"/>
                  </a:lnTo>
                  <a:lnTo>
                    <a:pt x="2060564" y="3772498"/>
                  </a:lnTo>
                  <a:lnTo>
                    <a:pt x="2060843" y="3772498"/>
                  </a:lnTo>
                  <a:lnTo>
                    <a:pt x="2064853" y="3772498"/>
                  </a:lnTo>
                  <a:lnTo>
                    <a:pt x="2065413" y="3772498"/>
                  </a:lnTo>
                  <a:lnTo>
                    <a:pt x="2066532" y="3762544"/>
                  </a:lnTo>
                  <a:lnTo>
                    <a:pt x="2067184" y="3762544"/>
                  </a:lnTo>
                  <a:lnTo>
                    <a:pt x="2067464" y="3762544"/>
                  </a:lnTo>
                  <a:lnTo>
                    <a:pt x="2067744" y="3762544"/>
                  </a:lnTo>
                  <a:lnTo>
                    <a:pt x="2068117" y="3762544"/>
                  </a:lnTo>
                  <a:lnTo>
                    <a:pt x="2068396" y="3762544"/>
                  </a:lnTo>
                  <a:lnTo>
                    <a:pt x="2069236" y="3762544"/>
                  </a:lnTo>
                  <a:lnTo>
                    <a:pt x="2069515" y="3762544"/>
                  </a:lnTo>
                  <a:lnTo>
                    <a:pt x="2070821" y="3762544"/>
                  </a:lnTo>
                  <a:lnTo>
                    <a:pt x="2070914" y="3762544"/>
                  </a:lnTo>
                  <a:lnTo>
                    <a:pt x="2071007" y="3762544"/>
                  </a:lnTo>
                  <a:lnTo>
                    <a:pt x="2072593" y="3762544"/>
                  </a:lnTo>
                  <a:lnTo>
                    <a:pt x="2073991" y="3762544"/>
                  </a:lnTo>
                  <a:lnTo>
                    <a:pt x="2074924" y="3762544"/>
                  </a:lnTo>
                  <a:lnTo>
                    <a:pt x="2075483" y="3762544"/>
                  </a:lnTo>
                  <a:lnTo>
                    <a:pt x="2076322" y="3762544"/>
                  </a:lnTo>
                  <a:lnTo>
                    <a:pt x="2076695" y="3762544"/>
                  </a:lnTo>
                  <a:lnTo>
                    <a:pt x="2077068" y="3762544"/>
                  </a:lnTo>
                  <a:lnTo>
                    <a:pt x="2079120" y="3762544"/>
                  </a:lnTo>
                  <a:lnTo>
                    <a:pt x="2079679" y="3762544"/>
                  </a:lnTo>
                  <a:lnTo>
                    <a:pt x="2080239" y="3762544"/>
                  </a:lnTo>
                  <a:lnTo>
                    <a:pt x="2080612" y="3762544"/>
                  </a:lnTo>
                  <a:lnTo>
                    <a:pt x="2080985" y="3762544"/>
                  </a:lnTo>
                  <a:lnTo>
                    <a:pt x="2081171" y="3762544"/>
                  </a:lnTo>
                  <a:lnTo>
                    <a:pt x="2082756" y="3752591"/>
                  </a:lnTo>
                  <a:lnTo>
                    <a:pt x="2083875" y="3752591"/>
                  </a:lnTo>
                  <a:lnTo>
                    <a:pt x="2084715" y="3752591"/>
                  </a:lnTo>
                  <a:lnTo>
                    <a:pt x="2086486" y="3752591"/>
                  </a:lnTo>
                  <a:lnTo>
                    <a:pt x="2087792" y="3752591"/>
                  </a:lnTo>
                  <a:lnTo>
                    <a:pt x="2088165" y="3752591"/>
                  </a:lnTo>
                  <a:lnTo>
                    <a:pt x="2088631" y="3752591"/>
                  </a:lnTo>
                  <a:lnTo>
                    <a:pt x="2089190" y="3752591"/>
                  </a:lnTo>
                  <a:lnTo>
                    <a:pt x="2089377" y="3752591"/>
                  </a:lnTo>
                  <a:lnTo>
                    <a:pt x="2089843" y="3752591"/>
                  </a:lnTo>
                  <a:lnTo>
                    <a:pt x="2090869" y="3752591"/>
                  </a:lnTo>
                  <a:lnTo>
                    <a:pt x="2091801" y="3752591"/>
                  </a:lnTo>
                  <a:lnTo>
                    <a:pt x="2092081" y="3752591"/>
                  </a:lnTo>
                  <a:lnTo>
                    <a:pt x="2094599" y="3742637"/>
                  </a:lnTo>
                  <a:lnTo>
                    <a:pt x="2094692" y="3742637"/>
                  </a:lnTo>
                  <a:lnTo>
                    <a:pt x="2095904" y="3742637"/>
                  </a:lnTo>
                  <a:lnTo>
                    <a:pt x="2096557" y="3742637"/>
                  </a:lnTo>
                  <a:lnTo>
                    <a:pt x="2097676" y="3742637"/>
                  </a:lnTo>
                  <a:lnTo>
                    <a:pt x="2098702" y="3742637"/>
                  </a:lnTo>
                  <a:lnTo>
                    <a:pt x="2099821" y="3742637"/>
                  </a:lnTo>
                  <a:lnTo>
                    <a:pt x="2100753" y="3742637"/>
                  </a:lnTo>
                  <a:lnTo>
                    <a:pt x="2101033" y="3742637"/>
                  </a:lnTo>
                  <a:lnTo>
                    <a:pt x="2101686" y="3742637"/>
                  </a:lnTo>
                  <a:lnTo>
                    <a:pt x="2101779" y="3742637"/>
                  </a:lnTo>
                  <a:lnTo>
                    <a:pt x="2102059" y="3742637"/>
                  </a:lnTo>
                  <a:lnTo>
                    <a:pt x="2102991" y="3742637"/>
                  </a:lnTo>
                  <a:lnTo>
                    <a:pt x="2103177" y="3742637"/>
                  </a:lnTo>
                  <a:lnTo>
                    <a:pt x="2104017" y="3742637"/>
                  </a:lnTo>
                  <a:lnTo>
                    <a:pt x="2104763" y="3742637"/>
                  </a:lnTo>
                  <a:lnTo>
                    <a:pt x="2106721" y="3742637"/>
                  </a:lnTo>
                  <a:lnTo>
                    <a:pt x="2107280" y="3742637"/>
                  </a:lnTo>
                  <a:lnTo>
                    <a:pt x="2108586" y="3742637"/>
                  </a:lnTo>
                  <a:lnTo>
                    <a:pt x="2109145" y="3742637"/>
                  </a:lnTo>
                  <a:lnTo>
                    <a:pt x="2110264" y="3742637"/>
                  </a:lnTo>
                  <a:lnTo>
                    <a:pt x="2110730" y="3742637"/>
                  </a:lnTo>
                  <a:lnTo>
                    <a:pt x="2111197" y="3742637"/>
                  </a:lnTo>
                  <a:lnTo>
                    <a:pt x="2112036" y="3742637"/>
                  </a:lnTo>
                  <a:lnTo>
                    <a:pt x="2112409" y="3742637"/>
                  </a:lnTo>
                  <a:lnTo>
                    <a:pt x="2112782" y="3742637"/>
                  </a:lnTo>
                  <a:lnTo>
                    <a:pt x="2114181" y="3742637"/>
                  </a:lnTo>
                  <a:lnTo>
                    <a:pt x="2115766" y="3742637"/>
                  </a:lnTo>
                  <a:lnTo>
                    <a:pt x="2116605" y="3732683"/>
                  </a:lnTo>
                  <a:lnTo>
                    <a:pt x="2118190" y="3732683"/>
                  </a:lnTo>
                  <a:lnTo>
                    <a:pt x="2119029" y="3732683"/>
                  </a:lnTo>
                  <a:lnTo>
                    <a:pt x="2119216" y="3732683"/>
                  </a:lnTo>
                  <a:lnTo>
                    <a:pt x="2119682" y="3722729"/>
                  </a:lnTo>
                  <a:lnTo>
                    <a:pt x="2120801" y="3722729"/>
                  </a:lnTo>
                  <a:lnTo>
                    <a:pt x="2121734" y="3722729"/>
                  </a:lnTo>
                  <a:lnTo>
                    <a:pt x="2123692" y="3722729"/>
                  </a:lnTo>
                  <a:lnTo>
                    <a:pt x="2124065" y="3722729"/>
                  </a:lnTo>
                  <a:lnTo>
                    <a:pt x="2124997" y="3722729"/>
                  </a:lnTo>
                  <a:lnTo>
                    <a:pt x="2126209" y="3722729"/>
                  </a:lnTo>
                  <a:lnTo>
                    <a:pt x="2126489" y="3722729"/>
                  </a:lnTo>
                  <a:lnTo>
                    <a:pt x="2126955" y="3722729"/>
                  </a:lnTo>
                  <a:lnTo>
                    <a:pt x="2127515" y="3722729"/>
                  </a:lnTo>
                  <a:lnTo>
                    <a:pt x="2127981" y="3722729"/>
                  </a:lnTo>
                  <a:lnTo>
                    <a:pt x="2129007" y="3722729"/>
                  </a:lnTo>
                  <a:lnTo>
                    <a:pt x="2130126" y="3722729"/>
                  </a:lnTo>
                  <a:lnTo>
                    <a:pt x="2131524" y="3712775"/>
                  </a:lnTo>
                  <a:lnTo>
                    <a:pt x="2132177" y="3712775"/>
                  </a:lnTo>
                  <a:lnTo>
                    <a:pt x="2132364" y="3702822"/>
                  </a:lnTo>
                  <a:lnTo>
                    <a:pt x="2133110" y="3702822"/>
                  </a:lnTo>
                  <a:lnTo>
                    <a:pt x="2134322" y="3702822"/>
                  </a:lnTo>
                  <a:lnTo>
                    <a:pt x="2134975" y="3702822"/>
                  </a:lnTo>
                  <a:lnTo>
                    <a:pt x="2135068" y="3702822"/>
                  </a:lnTo>
                  <a:lnTo>
                    <a:pt x="2135907" y="3692868"/>
                  </a:lnTo>
                  <a:lnTo>
                    <a:pt x="2137026" y="3692868"/>
                  </a:lnTo>
                  <a:lnTo>
                    <a:pt x="2137399" y="3692868"/>
                  </a:lnTo>
                  <a:lnTo>
                    <a:pt x="2138425" y="3682914"/>
                  </a:lnTo>
                  <a:lnTo>
                    <a:pt x="2140569" y="3682914"/>
                  </a:lnTo>
                  <a:lnTo>
                    <a:pt x="2141222" y="3682914"/>
                  </a:lnTo>
                  <a:lnTo>
                    <a:pt x="2141315" y="3682914"/>
                  </a:lnTo>
                  <a:lnTo>
                    <a:pt x="2142341" y="3682914"/>
                  </a:lnTo>
                  <a:lnTo>
                    <a:pt x="2142714" y="3682914"/>
                  </a:lnTo>
                  <a:lnTo>
                    <a:pt x="2143553" y="3672960"/>
                  </a:lnTo>
                  <a:lnTo>
                    <a:pt x="2145978" y="3663006"/>
                  </a:lnTo>
                  <a:lnTo>
                    <a:pt x="2146724" y="3663006"/>
                  </a:lnTo>
                  <a:lnTo>
                    <a:pt x="2147097" y="3663006"/>
                  </a:lnTo>
                  <a:lnTo>
                    <a:pt x="2147283" y="3663006"/>
                  </a:lnTo>
                  <a:lnTo>
                    <a:pt x="2147376" y="3663006"/>
                  </a:lnTo>
                  <a:lnTo>
                    <a:pt x="2147470" y="3663006"/>
                  </a:lnTo>
                  <a:lnTo>
                    <a:pt x="2148029" y="3663006"/>
                  </a:lnTo>
                  <a:lnTo>
                    <a:pt x="2150826" y="3653052"/>
                  </a:lnTo>
                  <a:lnTo>
                    <a:pt x="2151013" y="3653052"/>
                  </a:lnTo>
                  <a:lnTo>
                    <a:pt x="2151666" y="3653052"/>
                  </a:lnTo>
                  <a:lnTo>
                    <a:pt x="2153344" y="3653052"/>
                  </a:lnTo>
                  <a:lnTo>
                    <a:pt x="2154836" y="3653052"/>
                  </a:lnTo>
                  <a:lnTo>
                    <a:pt x="2155955" y="3653052"/>
                  </a:lnTo>
                  <a:lnTo>
                    <a:pt x="2156701" y="3653052"/>
                  </a:lnTo>
                  <a:lnTo>
                    <a:pt x="2156888" y="3653052"/>
                  </a:lnTo>
                  <a:lnTo>
                    <a:pt x="2158100" y="3653052"/>
                  </a:lnTo>
                  <a:lnTo>
                    <a:pt x="2161270" y="3653052"/>
                  </a:lnTo>
                  <a:lnTo>
                    <a:pt x="2162016" y="3653052"/>
                  </a:lnTo>
                  <a:lnTo>
                    <a:pt x="2162296" y="3653052"/>
                  </a:lnTo>
                  <a:lnTo>
                    <a:pt x="2162762" y="3653052"/>
                  </a:lnTo>
                  <a:lnTo>
                    <a:pt x="2163042" y="3653052"/>
                  </a:lnTo>
                  <a:lnTo>
                    <a:pt x="2163135" y="3653052"/>
                  </a:lnTo>
                  <a:lnTo>
                    <a:pt x="2163601" y="3653052"/>
                  </a:lnTo>
                  <a:lnTo>
                    <a:pt x="2164068" y="3653052"/>
                  </a:lnTo>
                  <a:lnTo>
                    <a:pt x="2165746" y="3653052"/>
                  </a:lnTo>
                  <a:lnTo>
                    <a:pt x="2167891" y="3653052"/>
                  </a:lnTo>
                  <a:lnTo>
                    <a:pt x="2168543" y="3653052"/>
                  </a:lnTo>
                  <a:lnTo>
                    <a:pt x="2169289" y="3653052"/>
                  </a:lnTo>
                  <a:lnTo>
                    <a:pt x="2170222" y="3653052"/>
                  </a:lnTo>
                  <a:lnTo>
                    <a:pt x="2170502" y="3653052"/>
                  </a:lnTo>
                  <a:lnTo>
                    <a:pt x="2171061" y="3653052"/>
                  </a:lnTo>
                  <a:lnTo>
                    <a:pt x="2171527" y="3653052"/>
                  </a:lnTo>
                  <a:lnTo>
                    <a:pt x="2172087" y="3653052"/>
                  </a:lnTo>
                  <a:lnTo>
                    <a:pt x="2173112" y="3653052"/>
                  </a:lnTo>
                  <a:lnTo>
                    <a:pt x="2174231" y="3653052"/>
                  </a:lnTo>
                  <a:lnTo>
                    <a:pt x="2174604" y="3653052"/>
                  </a:lnTo>
                  <a:lnTo>
                    <a:pt x="2175350" y="3653052"/>
                  </a:lnTo>
                  <a:lnTo>
                    <a:pt x="2176376" y="3653052"/>
                  </a:lnTo>
                  <a:lnTo>
                    <a:pt x="2177122" y="3653052"/>
                  </a:lnTo>
                  <a:lnTo>
                    <a:pt x="2178707" y="3653052"/>
                  </a:lnTo>
                  <a:lnTo>
                    <a:pt x="2179546" y="3653052"/>
                  </a:lnTo>
                  <a:lnTo>
                    <a:pt x="2180945" y="3653052"/>
                  </a:lnTo>
                  <a:lnTo>
                    <a:pt x="2181411" y="3653052"/>
                  </a:lnTo>
                  <a:lnTo>
                    <a:pt x="2181784" y="3653052"/>
                  </a:lnTo>
                  <a:lnTo>
                    <a:pt x="2182064" y="3653052"/>
                  </a:lnTo>
                  <a:lnTo>
                    <a:pt x="2182251" y="3653052"/>
                  </a:lnTo>
                  <a:lnTo>
                    <a:pt x="2183743" y="3653052"/>
                  </a:lnTo>
                  <a:lnTo>
                    <a:pt x="2184116" y="3653052"/>
                  </a:lnTo>
                  <a:lnTo>
                    <a:pt x="2184955" y="3643099"/>
                  </a:lnTo>
                  <a:lnTo>
                    <a:pt x="2186260" y="3643099"/>
                  </a:lnTo>
                  <a:lnTo>
                    <a:pt x="2186447" y="3643099"/>
                  </a:lnTo>
                  <a:lnTo>
                    <a:pt x="2187193" y="3643099"/>
                  </a:lnTo>
                  <a:lnTo>
                    <a:pt x="2188498" y="3643099"/>
                  </a:lnTo>
                  <a:lnTo>
                    <a:pt x="2188591" y="3643099"/>
                  </a:lnTo>
                  <a:lnTo>
                    <a:pt x="2189151" y="3643099"/>
                  </a:lnTo>
                  <a:lnTo>
                    <a:pt x="2190177" y="3643099"/>
                  </a:lnTo>
                  <a:lnTo>
                    <a:pt x="2190456" y="3643099"/>
                  </a:lnTo>
                  <a:lnTo>
                    <a:pt x="2191389" y="3633145"/>
                  </a:lnTo>
                  <a:lnTo>
                    <a:pt x="2191762" y="3633145"/>
                  </a:lnTo>
                  <a:lnTo>
                    <a:pt x="2192508" y="3633145"/>
                  </a:lnTo>
                  <a:lnTo>
                    <a:pt x="2192694" y="3633145"/>
                  </a:lnTo>
                  <a:lnTo>
                    <a:pt x="2193906" y="3633145"/>
                  </a:lnTo>
                  <a:lnTo>
                    <a:pt x="2195492" y="3633145"/>
                  </a:lnTo>
                  <a:lnTo>
                    <a:pt x="2196424" y="3633145"/>
                  </a:lnTo>
                  <a:lnTo>
                    <a:pt x="2197077" y="3633145"/>
                  </a:lnTo>
                  <a:lnTo>
                    <a:pt x="2197263" y="3633145"/>
                  </a:lnTo>
                  <a:lnTo>
                    <a:pt x="2199688" y="3633145"/>
                  </a:lnTo>
                  <a:lnTo>
                    <a:pt x="2200713" y="3633145"/>
                  </a:lnTo>
                  <a:lnTo>
                    <a:pt x="2201366" y="3633145"/>
                  </a:lnTo>
                  <a:lnTo>
                    <a:pt x="2202858" y="3633145"/>
                  </a:lnTo>
                  <a:lnTo>
                    <a:pt x="2203604" y="3633145"/>
                  </a:lnTo>
                  <a:lnTo>
                    <a:pt x="2204164" y="3633145"/>
                  </a:lnTo>
                  <a:lnTo>
                    <a:pt x="2205096" y="3633145"/>
                  </a:lnTo>
                  <a:lnTo>
                    <a:pt x="2206215" y="3633145"/>
                  </a:lnTo>
                  <a:lnTo>
                    <a:pt x="2206308" y="3633145"/>
                  </a:lnTo>
                  <a:lnTo>
                    <a:pt x="2206681" y="3633145"/>
                  </a:lnTo>
                  <a:lnTo>
                    <a:pt x="2207707" y="3633145"/>
                  </a:lnTo>
                  <a:lnTo>
                    <a:pt x="2208826" y="3633145"/>
                  </a:lnTo>
                  <a:lnTo>
                    <a:pt x="2210038" y="3633145"/>
                  </a:lnTo>
                  <a:lnTo>
                    <a:pt x="2211623" y="3633145"/>
                  </a:lnTo>
                  <a:lnTo>
                    <a:pt x="2212369" y="3633145"/>
                  </a:lnTo>
                  <a:lnTo>
                    <a:pt x="2212836" y="3633145"/>
                  </a:lnTo>
                  <a:lnTo>
                    <a:pt x="2215726" y="3633145"/>
                  </a:lnTo>
                  <a:lnTo>
                    <a:pt x="2216192" y="3633145"/>
                  </a:lnTo>
                  <a:lnTo>
                    <a:pt x="2216845" y="3633145"/>
                  </a:lnTo>
                  <a:lnTo>
                    <a:pt x="2219456" y="3633145"/>
                  </a:lnTo>
                  <a:lnTo>
                    <a:pt x="2219829" y="3633145"/>
                  </a:lnTo>
                  <a:lnTo>
                    <a:pt x="2221041" y="3633145"/>
                  </a:lnTo>
                  <a:lnTo>
                    <a:pt x="2221694" y="3633145"/>
                  </a:lnTo>
                  <a:lnTo>
                    <a:pt x="2222347" y="3633145"/>
                  </a:lnTo>
                  <a:lnTo>
                    <a:pt x="2222999" y="3633145"/>
                  </a:lnTo>
                  <a:lnTo>
                    <a:pt x="2223372" y="3633145"/>
                  </a:lnTo>
                  <a:lnTo>
                    <a:pt x="2224771" y="3633145"/>
                  </a:lnTo>
                  <a:lnTo>
                    <a:pt x="2225517" y="3633145"/>
                  </a:lnTo>
                  <a:lnTo>
                    <a:pt x="2225610" y="3633145"/>
                  </a:lnTo>
                  <a:lnTo>
                    <a:pt x="2225704" y="3633145"/>
                  </a:lnTo>
                  <a:lnTo>
                    <a:pt x="2228128" y="3623191"/>
                  </a:lnTo>
                  <a:lnTo>
                    <a:pt x="2228221" y="3623191"/>
                  </a:lnTo>
                  <a:lnTo>
                    <a:pt x="2229247" y="3623191"/>
                  </a:lnTo>
                  <a:lnTo>
                    <a:pt x="2229340" y="3623191"/>
                  </a:lnTo>
                  <a:lnTo>
                    <a:pt x="2230179" y="3623191"/>
                  </a:lnTo>
                  <a:lnTo>
                    <a:pt x="2230646" y="3623191"/>
                  </a:lnTo>
                  <a:lnTo>
                    <a:pt x="2230925" y="3623191"/>
                  </a:lnTo>
                  <a:lnTo>
                    <a:pt x="2231485" y="3623191"/>
                  </a:lnTo>
                  <a:lnTo>
                    <a:pt x="2232324" y="3623191"/>
                  </a:lnTo>
                  <a:lnTo>
                    <a:pt x="2232790" y="3623191"/>
                  </a:lnTo>
                  <a:lnTo>
                    <a:pt x="2233536" y="3623191"/>
                  </a:lnTo>
                  <a:lnTo>
                    <a:pt x="2234935" y="3623191"/>
                  </a:lnTo>
                  <a:lnTo>
                    <a:pt x="2235588" y="3623191"/>
                  </a:lnTo>
                  <a:lnTo>
                    <a:pt x="2236893" y="3623191"/>
                  </a:lnTo>
                  <a:lnTo>
                    <a:pt x="2238385" y="3623191"/>
                  </a:lnTo>
                  <a:lnTo>
                    <a:pt x="2239131" y="3623191"/>
                  </a:lnTo>
                  <a:lnTo>
                    <a:pt x="2239877" y="3623191"/>
                  </a:lnTo>
                  <a:lnTo>
                    <a:pt x="2240064" y="3623191"/>
                  </a:lnTo>
                  <a:lnTo>
                    <a:pt x="2241089" y="3623191"/>
                  </a:lnTo>
                  <a:lnTo>
                    <a:pt x="2242022" y="3623191"/>
                  </a:lnTo>
                  <a:lnTo>
                    <a:pt x="2243234" y="3613237"/>
                  </a:lnTo>
                  <a:lnTo>
                    <a:pt x="2244633" y="3603283"/>
                  </a:lnTo>
                  <a:lnTo>
                    <a:pt x="2245472" y="3603283"/>
                  </a:lnTo>
                  <a:lnTo>
                    <a:pt x="2245565" y="3603283"/>
                  </a:lnTo>
                  <a:lnTo>
                    <a:pt x="2245752" y="3603283"/>
                  </a:lnTo>
                  <a:lnTo>
                    <a:pt x="2246031" y="3603283"/>
                  </a:lnTo>
                  <a:lnTo>
                    <a:pt x="2246125" y="3603283"/>
                  </a:lnTo>
                  <a:lnTo>
                    <a:pt x="2247244" y="3603283"/>
                  </a:lnTo>
                  <a:lnTo>
                    <a:pt x="2248176" y="3603283"/>
                  </a:lnTo>
                  <a:lnTo>
                    <a:pt x="2250041" y="3603283"/>
                  </a:lnTo>
                  <a:lnTo>
                    <a:pt x="2250787" y="3603283"/>
                  </a:lnTo>
                  <a:lnTo>
                    <a:pt x="2252932" y="3603283"/>
                  </a:lnTo>
                  <a:lnTo>
                    <a:pt x="2253864" y="3603283"/>
                  </a:lnTo>
                  <a:lnTo>
                    <a:pt x="2254703" y="3603283"/>
                  </a:lnTo>
                  <a:lnTo>
                    <a:pt x="2256195" y="3603283"/>
                  </a:lnTo>
                  <a:lnTo>
                    <a:pt x="2257221" y="3603283"/>
                  </a:lnTo>
                  <a:lnTo>
                    <a:pt x="2258060" y="3603283"/>
                  </a:lnTo>
                  <a:lnTo>
                    <a:pt x="2258713" y="3603283"/>
                  </a:lnTo>
                  <a:lnTo>
                    <a:pt x="2259086" y="3603283"/>
                  </a:lnTo>
                  <a:lnTo>
                    <a:pt x="2260018" y="3603283"/>
                  </a:lnTo>
                  <a:lnTo>
                    <a:pt x="2261231" y="3603283"/>
                  </a:lnTo>
                  <a:lnTo>
                    <a:pt x="2261324" y="3603283"/>
                  </a:lnTo>
                  <a:lnTo>
                    <a:pt x="2262443" y="3603283"/>
                  </a:lnTo>
                  <a:lnTo>
                    <a:pt x="2263468" y="3603283"/>
                  </a:lnTo>
                  <a:lnTo>
                    <a:pt x="2266173" y="3603283"/>
                  </a:lnTo>
                  <a:lnTo>
                    <a:pt x="2266452" y="3603283"/>
                  </a:lnTo>
                  <a:lnTo>
                    <a:pt x="2268317" y="3603283"/>
                  </a:lnTo>
                  <a:lnTo>
                    <a:pt x="2268504" y="3603283"/>
                  </a:lnTo>
                  <a:lnTo>
                    <a:pt x="2269716" y="3603283"/>
                  </a:lnTo>
                  <a:lnTo>
                    <a:pt x="2269809" y="3603283"/>
                  </a:lnTo>
                  <a:lnTo>
                    <a:pt x="2271021" y="3603283"/>
                  </a:lnTo>
                  <a:lnTo>
                    <a:pt x="2271674" y="3603283"/>
                  </a:lnTo>
                  <a:lnTo>
                    <a:pt x="2272140" y="3603283"/>
                  </a:lnTo>
                  <a:lnTo>
                    <a:pt x="2272234" y="3603283"/>
                  </a:lnTo>
                  <a:lnTo>
                    <a:pt x="2273259" y="3593329"/>
                  </a:lnTo>
                  <a:lnTo>
                    <a:pt x="2275963" y="3583376"/>
                  </a:lnTo>
                  <a:lnTo>
                    <a:pt x="2276336" y="3583376"/>
                  </a:lnTo>
                  <a:lnTo>
                    <a:pt x="2277549" y="3583376"/>
                  </a:lnTo>
                  <a:lnTo>
                    <a:pt x="2278388" y="3583376"/>
                  </a:lnTo>
                  <a:lnTo>
                    <a:pt x="2280346" y="3583376"/>
                  </a:lnTo>
                  <a:lnTo>
                    <a:pt x="2281558" y="3583376"/>
                  </a:lnTo>
                  <a:lnTo>
                    <a:pt x="2281931" y="3583376"/>
                  </a:lnTo>
                  <a:lnTo>
                    <a:pt x="2282584" y="3583376"/>
                  </a:lnTo>
                  <a:lnTo>
                    <a:pt x="2283237" y="3573422"/>
                  </a:lnTo>
                  <a:lnTo>
                    <a:pt x="2283330" y="3573422"/>
                  </a:lnTo>
                  <a:lnTo>
                    <a:pt x="2283610" y="3573422"/>
                  </a:lnTo>
                  <a:lnTo>
                    <a:pt x="2284262" y="3573422"/>
                  </a:lnTo>
                  <a:lnTo>
                    <a:pt x="2284542" y="3573422"/>
                  </a:lnTo>
                  <a:lnTo>
                    <a:pt x="2285848" y="3573422"/>
                  </a:lnTo>
                  <a:lnTo>
                    <a:pt x="2287246" y="3573422"/>
                  </a:lnTo>
                  <a:lnTo>
                    <a:pt x="2287899" y="3573422"/>
                  </a:lnTo>
                  <a:lnTo>
                    <a:pt x="2288925" y="3573422"/>
                  </a:lnTo>
                  <a:lnTo>
                    <a:pt x="2289671" y="3573422"/>
                  </a:lnTo>
                  <a:lnTo>
                    <a:pt x="2293587" y="3543560"/>
                  </a:lnTo>
                  <a:lnTo>
                    <a:pt x="2294147" y="3543560"/>
                  </a:lnTo>
                  <a:lnTo>
                    <a:pt x="2295079" y="3543560"/>
                  </a:lnTo>
                  <a:lnTo>
                    <a:pt x="2295172" y="3543560"/>
                  </a:lnTo>
                  <a:lnTo>
                    <a:pt x="2295359" y="3543560"/>
                  </a:lnTo>
                  <a:lnTo>
                    <a:pt x="2296198" y="3543560"/>
                  </a:lnTo>
                  <a:lnTo>
                    <a:pt x="2298622" y="3543560"/>
                  </a:lnTo>
                  <a:lnTo>
                    <a:pt x="2299648" y="3543560"/>
                  </a:lnTo>
                  <a:lnTo>
                    <a:pt x="2300394" y="3543560"/>
                  </a:lnTo>
                  <a:lnTo>
                    <a:pt x="2301327" y="3543560"/>
                  </a:lnTo>
                  <a:lnTo>
                    <a:pt x="2303471" y="3543560"/>
                  </a:lnTo>
                  <a:lnTo>
                    <a:pt x="2305429" y="3543560"/>
                  </a:lnTo>
                  <a:lnTo>
                    <a:pt x="2306175" y="3543560"/>
                  </a:lnTo>
                  <a:lnTo>
                    <a:pt x="2306455" y="3543560"/>
                  </a:lnTo>
                  <a:lnTo>
                    <a:pt x="2307667" y="3543560"/>
                  </a:lnTo>
                  <a:lnTo>
                    <a:pt x="2309719" y="3533607"/>
                  </a:lnTo>
                  <a:lnTo>
                    <a:pt x="2310092" y="3533607"/>
                  </a:lnTo>
                  <a:lnTo>
                    <a:pt x="2311024" y="3533607"/>
                  </a:lnTo>
                  <a:lnTo>
                    <a:pt x="2312703" y="3533607"/>
                  </a:lnTo>
                  <a:lnTo>
                    <a:pt x="2312796" y="3533607"/>
                  </a:lnTo>
                  <a:lnTo>
                    <a:pt x="2314568" y="3533607"/>
                  </a:lnTo>
                  <a:lnTo>
                    <a:pt x="2315407" y="3533607"/>
                  </a:lnTo>
                  <a:lnTo>
                    <a:pt x="2316619" y="3523653"/>
                  </a:lnTo>
                  <a:lnTo>
                    <a:pt x="2316899" y="3523653"/>
                  </a:lnTo>
                  <a:lnTo>
                    <a:pt x="2319603" y="3513699"/>
                  </a:lnTo>
                  <a:lnTo>
                    <a:pt x="2319976" y="3513699"/>
                  </a:lnTo>
                  <a:lnTo>
                    <a:pt x="2321468" y="3503745"/>
                  </a:lnTo>
                  <a:lnTo>
                    <a:pt x="2322214" y="3493791"/>
                  </a:lnTo>
                  <a:lnTo>
                    <a:pt x="2322307" y="3493791"/>
                  </a:lnTo>
                  <a:lnTo>
                    <a:pt x="2324358" y="3483837"/>
                  </a:lnTo>
                  <a:lnTo>
                    <a:pt x="2325291" y="3483837"/>
                  </a:lnTo>
                  <a:lnTo>
                    <a:pt x="2326130" y="3483837"/>
                  </a:lnTo>
                  <a:lnTo>
                    <a:pt x="2327156" y="3483837"/>
                  </a:lnTo>
                  <a:lnTo>
                    <a:pt x="2327902" y="3483837"/>
                  </a:lnTo>
                  <a:lnTo>
                    <a:pt x="2329301" y="3483837"/>
                  </a:lnTo>
                  <a:lnTo>
                    <a:pt x="2330047" y="3483837"/>
                  </a:lnTo>
                  <a:lnTo>
                    <a:pt x="2330793" y="3483837"/>
                  </a:lnTo>
                  <a:lnTo>
                    <a:pt x="2331632" y="3483837"/>
                  </a:lnTo>
                  <a:lnTo>
                    <a:pt x="2332751" y="3483837"/>
                  </a:lnTo>
                  <a:lnTo>
                    <a:pt x="2333870" y="3483837"/>
                  </a:lnTo>
                  <a:lnTo>
                    <a:pt x="2334989" y="3483837"/>
                  </a:lnTo>
                  <a:lnTo>
                    <a:pt x="2335362" y="3483837"/>
                  </a:lnTo>
                  <a:lnTo>
                    <a:pt x="2336481" y="3483837"/>
                  </a:lnTo>
                  <a:lnTo>
                    <a:pt x="2336574" y="3483837"/>
                  </a:lnTo>
                  <a:lnTo>
                    <a:pt x="2336760" y="3483837"/>
                  </a:lnTo>
                  <a:lnTo>
                    <a:pt x="2337320" y="3483837"/>
                  </a:lnTo>
                  <a:lnTo>
                    <a:pt x="2337506" y="3483837"/>
                  </a:lnTo>
                  <a:lnTo>
                    <a:pt x="2338345" y="3483837"/>
                  </a:lnTo>
                  <a:lnTo>
                    <a:pt x="2338998" y="3483837"/>
                  </a:lnTo>
                  <a:lnTo>
                    <a:pt x="2340117" y="3483837"/>
                  </a:lnTo>
                  <a:lnTo>
                    <a:pt x="2341143" y="3483837"/>
                  </a:lnTo>
                  <a:lnTo>
                    <a:pt x="2341236" y="3483837"/>
                  </a:lnTo>
                  <a:lnTo>
                    <a:pt x="2341796" y="3483837"/>
                  </a:lnTo>
                  <a:lnTo>
                    <a:pt x="2342355" y="3473884"/>
                  </a:lnTo>
                  <a:lnTo>
                    <a:pt x="2343008" y="3473884"/>
                  </a:lnTo>
                  <a:lnTo>
                    <a:pt x="2343101" y="3473884"/>
                  </a:lnTo>
                  <a:lnTo>
                    <a:pt x="2345339" y="3463930"/>
                  </a:lnTo>
                  <a:lnTo>
                    <a:pt x="2345898" y="3463930"/>
                  </a:lnTo>
                  <a:lnTo>
                    <a:pt x="2346738" y="3453976"/>
                  </a:lnTo>
                  <a:lnTo>
                    <a:pt x="2347670" y="3453976"/>
                  </a:lnTo>
                  <a:lnTo>
                    <a:pt x="2348509" y="3444022"/>
                  </a:lnTo>
                  <a:lnTo>
                    <a:pt x="2349349" y="3444022"/>
                  </a:lnTo>
                  <a:lnTo>
                    <a:pt x="2350281" y="3444022"/>
                  </a:lnTo>
                  <a:lnTo>
                    <a:pt x="2352146" y="3444022"/>
                  </a:lnTo>
                  <a:lnTo>
                    <a:pt x="2352239" y="3444022"/>
                  </a:lnTo>
                  <a:lnTo>
                    <a:pt x="2352705" y="3444022"/>
                  </a:lnTo>
                  <a:lnTo>
                    <a:pt x="2354011" y="3444022"/>
                  </a:lnTo>
                  <a:lnTo>
                    <a:pt x="2354757" y="3444022"/>
                  </a:lnTo>
                  <a:lnTo>
                    <a:pt x="2355223" y="3444022"/>
                  </a:lnTo>
                  <a:lnTo>
                    <a:pt x="2355876" y="3444022"/>
                  </a:lnTo>
                  <a:lnTo>
                    <a:pt x="2356622" y="3434068"/>
                  </a:lnTo>
                  <a:lnTo>
                    <a:pt x="2356808" y="3434068"/>
                  </a:lnTo>
                  <a:lnTo>
                    <a:pt x="2356902" y="3434068"/>
                  </a:lnTo>
                  <a:lnTo>
                    <a:pt x="2358487" y="3434068"/>
                  </a:lnTo>
                  <a:lnTo>
                    <a:pt x="2359419" y="3434068"/>
                  </a:lnTo>
                  <a:lnTo>
                    <a:pt x="2359979" y="3434068"/>
                  </a:lnTo>
                  <a:lnTo>
                    <a:pt x="2361284" y="3434068"/>
                  </a:lnTo>
                  <a:lnTo>
                    <a:pt x="2361377" y="3434068"/>
                  </a:lnTo>
                  <a:lnTo>
                    <a:pt x="2362590" y="3434068"/>
                  </a:lnTo>
                  <a:lnTo>
                    <a:pt x="2363429" y="3434068"/>
                  </a:lnTo>
                  <a:lnTo>
                    <a:pt x="2364734" y="3424114"/>
                  </a:lnTo>
                  <a:lnTo>
                    <a:pt x="2365014" y="3424114"/>
                  </a:lnTo>
                  <a:lnTo>
                    <a:pt x="2369117" y="3424114"/>
                  </a:lnTo>
                  <a:lnTo>
                    <a:pt x="2369210" y="3424114"/>
                  </a:lnTo>
                  <a:lnTo>
                    <a:pt x="2370236" y="3424114"/>
                  </a:lnTo>
                  <a:lnTo>
                    <a:pt x="2370609" y="3424114"/>
                  </a:lnTo>
                  <a:lnTo>
                    <a:pt x="2370795" y="3424114"/>
                  </a:lnTo>
                  <a:lnTo>
                    <a:pt x="2371355" y="3424114"/>
                  </a:lnTo>
                  <a:lnTo>
                    <a:pt x="2371821" y="3424114"/>
                  </a:lnTo>
                  <a:lnTo>
                    <a:pt x="2373126" y="3424114"/>
                  </a:lnTo>
                  <a:lnTo>
                    <a:pt x="2375458" y="3424114"/>
                  </a:lnTo>
                  <a:lnTo>
                    <a:pt x="2376204" y="3424114"/>
                  </a:lnTo>
                  <a:lnTo>
                    <a:pt x="2378255" y="3424114"/>
                  </a:lnTo>
                  <a:lnTo>
                    <a:pt x="2378535" y="3424114"/>
                  </a:lnTo>
                  <a:lnTo>
                    <a:pt x="2379374" y="3424114"/>
                  </a:lnTo>
                  <a:lnTo>
                    <a:pt x="2380213" y="3424114"/>
                  </a:lnTo>
                  <a:lnTo>
                    <a:pt x="2381146" y="3424114"/>
                  </a:lnTo>
                  <a:lnTo>
                    <a:pt x="2381425" y="3424114"/>
                  </a:lnTo>
                  <a:lnTo>
                    <a:pt x="2381519" y="3424114"/>
                  </a:lnTo>
                  <a:lnTo>
                    <a:pt x="2382638" y="3424114"/>
                  </a:lnTo>
                  <a:lnTo>
                    <a:pt x="2383384" y="3424114"/>
                  </a:lnTo>
                  <a:lnTo>
                    <a:pt x="2383757" y="3424114"/>
                  </a:lnTo>
                  <a:lnTo>
                    <a:pt x="2384689" y="3424114"/>
                  </a:lnTo>
                  <a:lnTo>
                    <a:pt x="2385062" y="3424114"/>
                  </a:lnTo>
                  <a:lnTo>
                    <a:pt x="2386461" y="3424114"/>
                  </a:lnTo>
                  <a:lnTo>
                    <a:pt x="2388139" y="3424114"/>
                  </a:lnTo>
                  <a:lnTo>
                    <a:pt x="2392149" y="3414161"/>
                  </a:lnTo>
                  <a:lnTo>
                    <a:pt x="2393547" y="3414161"/>
                  </a:lnTo>
                  <a:lnTo>
                    <a:pt x="2395506" y="3404207"/>
                  </a:lnTo>
                  <a:lnTo>
                    <a:pt x="2396345" y="3404207"/>
                  </a:lnTo>
                  <a:lnTo>
                    <a:pt x="2397277" y="3404207"/>
                  </a:lnTo>
                  <a:lnTo>
                    <a:pt x="2398210" y="3404207"/>
                  </a:lnTo>
                  <a:lnTo>
                    <a:pt x="2398863" y="3404207"/>
                  </a:lnTo>
                  <a:lnTo>
                    <a:pt x="2398956" y="3404207"/>
                  </a:lnTo>
                  <a:lnTo>
                    <a:pt x="2399049" y="3404207"/>
                  </a:lnTo>
                  <a:lnTo>
                    <a:pt x="2399888" y="3404207"/>
                  </a:lnTo>
                  <a:lnTo>
                    <a:pt x="2400541" y="3404207"/>
                  </a:lnTo>
                  <a:lnTo>
                    <a:pt x="2401660" y="3404207"/>
                  </a:lnTo>
                  <a:lnTo>
                    <a:pt x="2402872" y="3404207"/>
                  </a:lnTo>
                  <a:lnTo>
                    <a:pt x="2404644" y="3404207"/>
                  </a:lnTo>
                  <a:lnTo>
                    <a:pt x="2405763" y="3394253"/>
                  </a:lnTo>
                  <a:lnTo>
                    <a:pt x="2406136" y="3394253"/>
                  </a:lnTo>
                  <a:lnTo>
                    <a:pt x="2408094" y="3394253"/>
                  </a:lnTo>
                  <a:lnTo>
                    <a:pt x="2408747" y="3394253"/>
                  </a:lnTo>
                  <a:lnTo>
                    <a:pt x="2409306" y="3394253"/>
                  </a:lnTo>
                  <a:lnTo>
                    <a:pt x="2409399" y="3394253"/>
                  </a:lnTo>
                  <a:lnTo>
                    <a:pt x="2409493" y="3394253"/>
                  </a:lnTo>
                  <a:lnTo>
                    <a:pt x="2410425" y="3394253"/>
                  </a:lnTo>
                  <a:lnTo>
                    <a:pt x="2410518" y="3394253"/>
                  </a:lnTo>
                  <a:lnTo>
                    <a:pt x="2411544" y="3394253"/>
                  </a:lnTo>
                  <a:lnTo>
                    <a:pt x="2412104" y="3394253"/>
                  </a:lnTo>
                  <a:lnTo>
                    <a:pt x="2412663" y="3394253"/>
                  </a:lnTo>
                  <a:lnTo>
                    <a:pt x="2414435" y="3394253"/>
                  </a:lnTo>
                  <a:lnTo>
                    <a:pt x="2415274" y="3384299"/>
                  </a:lnTo>
                  <a:lnTo>
                    <a:pt x="2416486" y="3384299"/>
                  </a:lnTo>
                  <a:lnTo>
                    <a:pt x="2416952" y="3374345"/>
                  </a:lnTo>
                  <a:lnTo>
                    <a:pt x="2418351" y="3374345"/>
                  </a:lnTo>
                  <a:lnTo>
                    <a:pt x="2419657" y="3374345"/>
                  </a:lnTo>
                  <a:lnTo>
                    <a:pt x="2420682" y="3374345"/>
                  </a:lnTo>
                  <a:lnTo>
                    <a:pt x="2421428" y="3374345"/>
                  </a:lnTo>
                  <a:lnTo>
                    <a:pt x="2421521" y="3374345"/>
                  </a:lnTo>
                  <a:lnTo>
                    <a:pt x="2421708" y="3374345"/>
                  </a:lnTo>
                  <a:lnTo>
                    <a:pt x="2424505" y="3374345"/>
                  </a:lnTo>
                  <a:lnTo>
                    <a:pt x="2425624" y="3374345"/>
                  </a:lnTo>
                  <a:lnTo>
                    <a:pt x="2426370" y="3374345"/>
                  </a:lnTo>
                  <a:lnTo>
                    <a:pt x="2427676" y="3374345"/>
                  </a:lnTo>
                  <a:lnTo>
                    <a:pt x="2427862" y="3374345"/>
                  </a:lnTo>
                  <a:lnTo>
                    <a:pt x="2428888" y="3364392"/>
                  </a:lnTo>
                  <a:lnTo>
                    <a:pt x="2429914" y="3364392"/>
                  </a:lnTo>
                  <a:lnTo>
                    <a:pt x="2430846" y="3364392"/>
                  </a:lnTo>
                  <a:lnTo>
                    <a:pt x="2430939" y="3364392"/>
                  </a:lnTo>
                  <a:lnTo>
                    <a:pt x="2431499" y="3364392"/>
                  </a:lnTo>
                  <a:lnTo>
                    <a:pt x="2432711" y="3364392"/>
                  </a:lnTo>
                  <a:lnTo>
                    <a:pt x="2433923" y="3364392"/>
                  </a:lnTo>
                  <a:lnTo>
                    <a:pt x="2434763" y="3364392"/>
                  </a:lnTo>
                  <a:lnTo>
                    <a:pt x="2435136" y="3364392"/>
                  </a:lnTo>
                  <a:lnTo>
                    <a:pt x="2436161" y="3364392"/>
                  </a:lnTo>
                  <a:lnTo>
                    <a:pt x="2437094" y="3364392"/>
                  </a:lnTo>
                  <a:lnTo>
                    <a:pt x="2437653" y="3364392"/>
                  </a:lnTo>
                  <a:lnTo>
                    <a:pt x="2438492" y="3364392"/>
                  </a:lnTo>
                  <a:lnTo>
                    <a:pt x="2441663" y="3364392"/>
                  </a:lnTo>
                  <a:lnTo>
                    <a:pt x="2443434" y="3364392"/>
                  </a:lnTo>
                  <a:lnTo>
                    <a:pt x="2443901" y="3364392"/>
                  </a:lnTo>
                  <a:lnTo>
                    <a:pt x="2444180" y="3364392"/>
                  </a:lnTo>
                  <a:lnTo>
                    <a:pt x="2446605" y="3354438"/>
                  </a:lnTo>
                  <a:lnTo>
                    <a:pt x="2446698" y="3354438"/>
                  </a:lnTo>
                  <a:lnTo>
                    <a:pt x="2447444" y="3354438"/>
                  </a:lnTo>
                  <a:lnTo>
                    <a:pt x="2448470" y="3354438"/>
                  </a:lnTo>
                  <a:lnTo>
                    <a:pt x="2448563" y="3354438"/>
                  </a:lnTo>
                  <a:lnTo>
                    <a:pt x="2448750" y="3354438"/>
                  </a:lnTo>
                  <a:lnTo>
                    <a:pt x="2449962" y="3354438"/>
                  </a:lnTo>
                  <a:lnTo>
                    <a:pt x="2450055" y="3354438"/>
                  </a:lnTo>
                  <a:lnTo>
                    <a:pt x="2451640" y="3354438"/>
                  </a:lnTo>
                  <a:lnTo>
                    <a:pt x="2451827" y="3354438"/>
                  </a:lnTo>
                  <a:lnTo>
                    <a:pt x="2454438" y="3354438"/>
                  </a:lnTo>
                  <a:lnTo>
                    <a:pt x="2455557" y="3354438"/>
                  </a:lnTo>
                  <a:lnTo>
                    <a:pt x="2456489" y="3354438"/>
                  </a:lnTo>
                  <a:lnTo>
                    <a:pt x="2457888" y="3354438"/>
                  </a:lnTo>
                  <a:lnTo>
                    <a:pt x="2458167" y="3354438"/>
                  </a:lnTo>
                  <a:lnTo>
                    <a:pt x="2459007" y="3354438"/>
                  </a:lnTo>
                  <a:lnTo>
                    <a:pt x="2459939" y="3344484"/>
                  </a:lnTo>
                  <a:lnTo>
                    <a:pt x="2461711" y="3344484"/>
                  </a:lnTo>
                  <a:lnTo>
                    <a:pt x="2463762" y="3344484"/>
                  </a:lnTo>
                  <a:lnTo>
                    <a:pt x="2464508" y="3344484"/>
                  </a:lnTo>
                  <a:lnTo>
                    <a:pt x="2465254" y="3344484"/>
                  </a:lnTo>
                  <a:lnTo>
                    <a:pt x="2466653" y="3344484"/>
                  </a:lnTo>
                  <a:lnTo>
                    <a:pt x="2467026" y="3344484"/>
                  </a:lnTo>
                  <a:lnTo>
                    <a:pt x="2467399" y="3344484"/>
                  </a:lnTo>
                  <a:lnTo>
                    <a:pt x="2468145" y="3344484"/>
                  </a:lnTo>
                  <a:lnTo>
                    <a:pt x="2468984" y="3344484"/>
                  </a:lnTo>
                  <a:lnTo>
                    <a:pt x="2471315" y="3324576"/>
                  </a:lnTo>
                  <a:lnTo>
                    <a:pt x="2472621" y="3324576"/>
                  </a:lnTo>
                  <a:lnTo>
                    <a:pt x="2472807" y="3324576"/>
                  </a:lnTo>
                  <a:lnTo>
                    <a:pt x="2474113" y="3314622"/>
                  </a:lnTo>
                  <a:lnTo>
                    <a:pt x="2474765" y="3304669"/>
                  </a:lnTo>
                  <a:lnTo>
                    <a:pt x="2475045" y="3294715"/>
                  </a:lnTo>
                  <a:lnTo>
                    <a:pt x="2476444" y="3284761"/>
                  </a:lnTo>
                  <a:lnTo>
                    <a:pt x="2476910" y="3284761"/>
                  </a:lnTo>
                  <a:lnTo>
                    <a:pt x="2477749" y="3284761"/>
                  </a:lnTo>
                  <a:lnTo>
                    <a:pt x="2478495" y="3284761"/>
                  </a:lnTo>
                  <a:lnTo>
                    <a:pt x="2480547" y="3284761"/>
                  </a:lnTo>
                  <a:lnTo>
                    <a:pt x="2480920" y="3284761"/>
                  </a:lnTo>
                  <a:lnTo>
                    <a:pt x="2481945" y="3284761"/>
                  </a:lnTo>
                  <a:lnTo>
                    <a:pt x="2483903" y="3284761"/>
                  </a:lnTo>
                  <a:lnTo>
                    <a:pt x="2485022" y="3284761"/>
                  </a:lnTo>
                  <a:lnTo>
                    <a:pt x="2485489" y="3284761"/>
                  </a:lnTo>
                  <a:lnTo>
                    <a:pt x="2485955" y="3284761"/>
                  </a:lnTo>
                  <a:lnTo>
                    <a:pt x="2487354" y="3284761"/>
                  </a:lnTo>
                  <a:lnTo>
                    <a:pt x="2489219" y="3284761"/>
                  </a:lnTo>
                  <a:lnTo>
                    <a:pt x="2490431" y="3284761"/>
                  </a:lnTo>
                  <a:lnTo>
                    <a:pt x="2490617" y="3284761"/>
                  </a:lnTo>
                  <a:lnTo>
                    <a:pt x="2490710" y="3284761"/>
                  </a:lnTo>
                  <a:lnTo>
                    <a:pt x="2494067" y="3284761"/>
                  </a:lnTo>
                  <a:lnTo>
                    <a:pt x="2496119" y="3284761"/>
                  </a:lnTo>
                  <a:lnTo>
                    <a:pt x="2496585" y="3284761"/>
                  </a:lnTo>
                  <a:lnTo>
                    <a:pt x="2496865" y="3284761"/>
                  </a:lnTo>
                  <a:lnTo>
                    <a:pt x="2498077" y="3284761"/>
                  </a:lnTo>
                  <a:lnTo>
                    <a:pt x="2499009" y="3284761"/>
                  </a:lnTo>
                  <a:lnTo>
                    <a:pt x="2500688" y="3284761"/>
                  </a:lnTo>
                  <a:lnTo>
                    <a:pt x="2500968" y="3284761"/>
                  </a:lnTo>
                  <a:lnTo>
                    <a:pt x="2501807" y="3284761"/>
                  </a:lnTo>
                  <a:lnTo>
                    <a:pt x="2502833" y="3284761"/>
                  </a:lnTo>
                  <a:lnTo>
                    <a:pt x="2503392" y="3284761"/>
                  </a:lnTo>
                  <a:lnTo>
                    <a:pt x="2504604" y="3254900"/>
                  </a:lnTo>
                  <a:lnTo>
                    <a:pt x="2505350" y="3254900"/>
                  </a:lnTo>
                  <a:lnTo>
                    <a:pt x="2506935" y="3254900"/>
                  </a:lnTo>
                  <a:lnTo>
                    <a:pt x="2508148" y="3254900"/>
                  </a:lnTo>
                  <a:lnTo>
                    <a:pt x="2509733" y="3254900"/>
                  </a:lnTo>
                  <a:lnTo>
                    <a:pt x="2510665" y="3254900"/>
                  </a:lnTo>
                  <a:lnTo>
                    <a:pt x="2511225" y="3254900"/>
                  </a:lnTo>
                  <a:lnTo>
                    <a:pt x="2512064" y="3254900"/>
                  </a:lnTo>
                  <a:lnTo>
                    <a:pt x="2513649" y="3254900"/>
                  </a:lnTo>
                  <a:lnTo>
                    <a:pt x="2515514" y="3254900"/>
                  </a:lnTo>
                  <a:lnTo>
                    <a:pt x="2517379" y="3254900"/>
                  </a:lnTo>
                  <a:lnTo>
                    <a:pt x="2518218" y="3254900"/>
                  </a:lnTo>
                  <a:lnTo>
                    <a:pt x="2518591" y="3244946"/>
                  </a:lnTo>
                  <a:lnTo>
                    <a:pt x="2519990" y="3244946"/>
                  </a:lnTo>
                  <a:lnTo>
                    <a:pt x="2520549" y="3244946"/>
                  </a:lnTo>
                  <a:lnTo>
                    <a:pt x="2521482" y="3244946"/>
                  </a:lnTo>
                  <a:lnTo>
                    <a:pt x="2522508" y="3244946"/>
                  </a:lnTo>
                  <a:lnTo>
                    <a:pt x="2523813" y="3244946"/>
                  </a:lnTo>
                  <a:lnTo>
                    <a:pt x="2525771" y="3244946"/>
                  </a:lnTo>
                  <a:lnTo>
                    <a:pt x="2526424" y="3244946"/>
                  </a:lnTo>
                  <a:lnTo>
                    <a:pt x="2527077" y="3234992"/>
                  </a:lnTo>
                  <a:lnTo>
                    <a:pt x="2528942" y="3225038"/>
                  </a:lnTo>
                  <a:lnTo>
                    <a:pt x="2530154" y="3225038"/>
                  </a:lnTo>
                  <a:lnTo>
                    <a:pt x="2531180" y="3225038"/>
                  </a:lnTo>
                  <a:lnTo>
                    <a:pt x="2531459" y="3225038"/>
                  </a:lnTo>
                  <a:lnTo>
                    <a:pt x="2532485" y="3225038"/>
                  </a:lnTo>
                  <a:lnTo>
                    <a:pt x="2533138" y="3225038"/>
                  </a:lnTo>
                  <a:lnTo>
                    <a:pt x="2535003" y="3225038"/>
                  </a:lnTo>
                  <a:lnTo>
                    <a:pt x="2535469" y="3225038"/>
                  </a:lnTo>
                  <a:lnTo>
                    <a:pt x="2537800" y="3215084"/>
                  </a:lnTo>
                  <a:lnTo>
                    <a:pt x="2539106" y="3215084"/>
                  </a:lnTo>
                  <a:lnTo>
                    <a:pt x="2539665" y="3205130"/>
                  </a:lnTo>
                  <a:lnTo>
                    <a:pt x="2541623" y="3205130"/>
                  </a:lnTo>
                  <a:lnTo>
                    <a:pt x="2541716" y="3205130"/>
                  </a:lnTo>
                  <a:lnTo>
                    <a:pt x="2541810" y="3205130"/>
                  </a:lnTo>
                  <a:lnTo>
                    <a:pt x="2542742" y="3205130"/>
                  </a:lnTo>
                  <a:lnTo>
                    <a:pt x="2543675" y="3205130"/>
                  </a:lnTo>
                  <a:lnTo>
                    <a:pt x="2544980" y="3195177"/>
                  </a:lnTo>
                  <a:lnTo>
                    <a:pt x="2545353" y="3195177"/>
                  </a:lnTo>
                  <a:lnTo>
                    <a:pt x="2545446" y="3195177"/>
                  </a:lnTo>
                  <a:lnTo>
                    <a:pt x="2546752" y="3195177"/>
                  </a:lnTo>
                  <a:lnTo>
                    <a:pt x="2548244" y="3195177"/>
                  </a:lnTo>
                  <a:lnTo>
                    <a:pt x="2548803" y="3195177"/>
                  </a:lnTo>
                  <a:lnTo>
                    <a:pt x="2549922" y="3195177"/>
                  </a:lnTo>
                  <a:lnTo>
                    <a:pt x="2551601" y="3195177"/>
                  </a:lnTo>
                  <a:lnTo>
                    <a:pt x="2552626" y="3195177"/>
                  </a:lnTo>
                  <a:lnTo>
                    <a:pt x="2553559" y="3195177"/>
                  </a:lnTo>
                  <a:lnTo>
                    <a:pt x="2553652" y="3195177"/>
                  </a:lnTo>
                  <a:lnTo>
                    <a:pt x="2554025" y="3195177"/>
                  </a:lnTo>
                  <a:lnTo>
                    <a:pt x="2554584" y="3195177"/>
                  </a:lnTo>
                  <a:lnTo>
                    <a:pt x="2555051" y="3195177"/>
                  </a:lnTo>
                  <a:lnTo>
                    <a:pt x="2556729" y="3195177"/>
                  </a:lnTo>
                  <a:lnTo>
                    <a:pt x="2557848" y="3195177"/>
                  </a:lnTo>
                  <a:lnTo>
                    <a:pt x="2558781" y="3185223"/>
                  </a:lnTo>
                  <a:lnTo>
                    <a:pt x="2559806" y="3185223"/>
                  </a:lnTo>
                  <a:lnTo>
                    <a:pt x="2562044" y="3185223"/>
                  </a:lnTo>
                  <a:lnTo>
                    <a:pt x="2562324" y="3185223"/>
                  </a:lnTo>
                  <a:lnTo>
                    <a:pt x="2562883" y="3185223"/>
                  </a:lnTo>
                  <a:lnTo>
                    <a:pt x="2565121" y="3185223"/>
                  </a:lnTo>
                  <a:lnTo>
                    <a:pt x="2566147" y="3185223"/>
                  </a:lnTo>
                  <a:lnTo>
                    <a:pt x="2567639" y="3185223"/>
                  </a:lnTo>
                  <a:lnTo>
                    <a:pt x="2568571" y="3175269"/>
                  </a:lnTo>
                  <a:lnTo>
                    <a:pt x="2569224" y="3175269"/>
                  </a:lnTo>
                  <a:lnTo>
                    <a:pt x="2570343" y="3175269"/>
                  </a:lnTo>
                  <a:lnTo>
                    <a:pt x="2571649" y="3175269"/>
                  </a:lnTo>
                  <a:lnTo>
                    <a:pt x="2572581" y="3175269"/>
                  </a:lnTo>
                  <a:lnTo>
                    <a:pt x="2573047" y="3165315"/>
                  </a:lnTo>
                  <a:lnTo>
                    <a:pt x="2575845" y="3155361"/>
                  </a:lnTo>
                  <a:lnTo>
                    <a:pt x="2576777" y="3155361"/>
                  </a:lnTo>
                  <a:lnTo>
                    <a:pt x="2579388" y="3155361"/>
                  </a:lnTo>
                  <a:lnTo>
                    <a:pt x="2580787" y="3155361"/>
                  </a:lnTo>
                  <a:lnTo>
                    <a:pt x="2581346" y="3155361"/>
                  </a:lnTo>
                  <a:lnTo>
                    <a:pt x="2581626" y="3155361"/>
                  </a:lnTo>
                  <a:lnTo>
                    <a:pt x="2582465" y="3155361"/>
                  </a:lnTo>
                  <a:lnTo>
                    <a:pt x="2583677" y="3145407"/>
                  </a:lnTo>
                  <a:lnTo>
                    <a:pt x="2584610" y="3145407"/>
                  </a:lnTo>
                  <a:lnTo>
                    <a:pt x="2584703" y="3145407"/>
                  </a:lnTo>
                  <a:lnTo>
                    <a:pt x="2585915" y="3145407"/>
                  </a:lnTo>
                  <a:lnTo>
                    <a:pt x="2586009" y="3145407"/>
                  </a:lnTo>
                  <a:lnTo>
                    <a:pt x="2586475" y="3145407"/>
                  </a:lnTo>
                  <a:lnTo>
                    <a:pt x="2587314" y="3145407"/>
                  </a:lnTo>
                  <a:lnTo>
                    <a:pt x="2587407" y="3145407"/>
                  </a:lnTo>
                  <a:lnTo>
                    <a:pt x="2588806" y="3145407"/>
                  </a:lnTo>
                  <a:lnTo>
                    <a:pt x="2590205" y="3145407"/>
                  </a:lnTo>
                  <a:lnTo>
                    <a:pt x="2591603" y="3145407"/>
                  </a:lnTo>
                  <a:lnTo>
                    <a:pt x="2591790" y="3145407"/>
                  </a:lnTo>
                  <a:lnTo>
                    <a:pt x="2593841" y="3145407"/>
                  </a:lnTo>
                  <a:lnTo>
                    <a:pt x="2595893" y="3125500"/>
                  </a:lnTo>
                  <a:lnTo>
                    <a:pt x="2596172" y="3125500"/>
                  </a:lnTo>
                  <a:lnTo>
                    <a:pt x="2596452" y="3125500"/>
                  </a:lnTo>
                  <a:lnTo>
                    <a:pt x="2602140" y="3105592"/>
                  </a:lnTo>
                  <a:lnTo>
                    <a:pt x="2602700" y="3105592"/>
                  </a:lnTo>
                  <a:lnTo>
                    <a:pt x="2604378" y="3105592"/>
                  </a:lnTo>
                  <a:lnTo>
                    <a:pt x="2605217" y="3105592"/>
                  </a:lnTo>
                  <a:lnTo>
                    <a:pt x="2605311" y="3105592"/>
                  </a:lnTo>
                  <a:lnTo>
                    <a:pt x="2607176" y="3105592"/>
                  </a:lnTo>
                  <a:lnTo>
                    <a:pt x="2608481" y="3105592"/>
                  </a:lnTo>
                  <a:lnTo>
                    <a:pt x="2608574" y="3105592"/>
                  </a:lnTo>
                  <a:lnTo>
                    <a:pt x="2609880" y="3105592"/>
                  </a:lnTo>
                  <a:lnTo>
                    <a:pt x="2610812" y="3105592"/>
                  </a:lnTo>
                  <a:lnTo>
                    <a:pt x="2611092" y="3105592"/>
                  </a:lnTo>
                  <a:lnTo>
                    <a:pt x="2612118" y="3105592"/>
                  </a:lnTo>
                  <a:lnTo>
                    <a:pt x="2613423" y="3095638"/>
                  </a:lnTo>
                  <a:lnTo>
                    <a:pt x="2613796" y="3085685"/>
                  </a:lnTo>
                  <a:lnTo>
                    <a:pt x="2614729" y="3085685"/>
                  </a:lnTo>
                  <a:lnTo>
                    <a:pt x="2616407" y="3085685"/>
                  </a:lnTo>
                  <a:lnTo>
                    <a:pt x="2617899" y="3085685"/>
                  </a:lnTo>
                  <a:lnTo>
                    <a:pt x="2619204" y="3085685"/>
                  </a:lnTo>
                  <a:lnTo>
                    <a:pt x="2619484" y="3085685"/>
                  </a:lnTo>
                  <a:lnTo>
                    <a:pt x="2620417" y="3075731"/>
                  </a:lnTo>
                  <a:lnTo>
                    <a:pt x="2621069" y="3075731"/>
                  </a:lnTo>
                  <a:lnTo>
                    <a:pt x="2622934" y="3075731"/>
                  </a:lnTo>
                  <a:lnTo>
                    <a:pt x="2625452" y="3075731"/>
                  </a:lnTo>
                  <a:lnTo>
                    <a:pt x="2627317" y="3065777"/>
                  </a:lnTo>
                  <a:lnTo>
                    <a:pt x="2628156" y="3065777"/>
                  </a:lnTo>
                  <a:lnTo>
                    <a:pt x="2629461" y="3065777"/>
                  </a:lnTo>
                  <a:lnTo>
                    <a:pt x="2629741" y="3065777"/>
                  </a:lnTo>
                  <a:lnTo>
                    <a:pt x="2630674" y="3065777"/>
                  </a:lnTo>
                  <a:lnTo>
                    <a:pt x="2632818" y="3065777"/>
                  </a:lnTo>
                  <a:lnTo>
                    <a:pt x="2634217" y="3065777"/>
                  </a:lnTo>
                  <a:lnTo>
                    <a:pt x="2634310" y="3065777"/>
                  </a:lnTo>
                  <a:lnTo>
                    <a:pt x="2635523" y="3065777"/>
                  </a:lnTo>
                  <a:lnTo>
                    <a:pt x="2636175" y="3065777"/>
                  </a:lnTo>
                  <a:lnTo>
                    <a:pt x="2636641" y="3065777"/>
                  </a:lnTo>
                  <a:lnTo>
                    <a:pt x="2637574" y="3065777"/>
                  </a:lnTo>
                  <a:lnTo>
                    <a:pt x="2638413" y="3065777"/>
                  </a:lnTo>
                  <a:lnTo>
                    <a:pt x="2640744" y="3065777"/>
                  </a:lnTo>
                  <a:lnTo>
                    <a:pt x="2641863" y="3065777"/>
                  </a:lnTo>
                  <a:lnTo>
                    <a:pt x="2643076" y="3065777"/>
                  </a:lnTo>
                  <a:lnTo>
                    <a:pt x="2644381" y="3065777"/>
                  </a:lnTo>
                  <a:lnTo>
                    <a:pt x="2645686" y="3065777"/>
                  </a:lnTo>
                  <a:lnTo>
                    <a:pt x="2646712" y="3065777"/>
                  </a:lnTo>
                  <a:lnTo>
                    <a:pt x="2647272" y="3065777"/>
                  </a:lnTo>
                  <a:lnTo>
                    <a:pt x="2648764" y="3065777"/>
                  </a:lnTo>
                  <a:lnTo>
                    <a:pt x="2648857" y="3065777"/>
                  </a:lnTo>
                  <a:lnTo>
                    <a:pt x="2650815" y="3065777"/>
                  </a:lnTo>
                  <a:lnTo>
                    <a:pt x="2651374" y="3065777"/>
                  </a:lnTo>
                  <a:lnTo>
                    <a:pt x="2652773" y="3065777"/>
                  </a:lnTo>
                  <a:lnTo>
                    <a:pt x="2654825" y="3065777"/>
                  </a:lnTo>
                  <a:lnTo>
                    <a:pt x="2654825" y="3055823"/>
                  </a:lnTo>
                  <a:lnTo>
                    <a:pt x="2656223" y="3055823"/>
                  </a:lnTo>
                  <a:lnTo>
                    <a:pt x="2657342" y="3055823"/>
                  </a:lnTo>
                  <a:lnTo>
                    <a:pt x="2657808" y="3055823"/>
                  </a:lnTo>
                  <a:lnTo>
                    <a:pt x="2660606" y="3055823"/>
                  </a:lnTo>
                  <a:lnTo>
                    <a:pt x="2661445" y="3055823"/>
                  </a:lnTo>
                  <a:lnTo>
                    <a:pt x="2661818" y="3055823"/>
                  </a:lnTo>
                  <a:lnTo>
                    <a:pt x="2662844" y="3055823"/>
                  </a:lnTo>
                  <a:lnTo>
                    <a:pt x="2664429" y="3055823"/>
                  </a:lnTo>
                  <a:lnTo>
                    <a:pt x="2665548" y="3055823"/>
                  </a:lnTo>
                  <a:lnTo>
                    <a:pt x="2666014" y="3055823"/>
                  </a:lnTo>
                  <a:lnTo>
                    <a:pt x="2667040" y="3055823"/>
                  </a:lnTo>
                  <a:lnTo>
                    <a:pt x="2667599" y="3055823"/>
                  </a:lnTo>
                  <a:lnTo>
                    <a:pt x="2668812" y="3055823"/>
                  </a:lnTo>
                  <a:lnTo>
                    <a:pt x="2669837" y="3045869"/>
                  </a:lnTo>
                  <a:lnTo>
                    <a:pt x="2671143" y="3045869"/>
                  </a:lnTo>
                  <a:lnTo>
                    <a:pt x="2672168" y="3045869"/>
                  </a:lnTo>
                  <a:lnTo>
                    <a:pt x="2673754" y="3045869"/>
                  </a:lnTo>
                  <a:lnTo>
                    <a:pt x="2674966" y="3025962"/>
                  </a:lnTo>
                  <a:lnTo>
                    <a:pt x="2677390" y="3025962"/>
                  </a:lnTo>
                  <a:lnTo>
                    <a:pt x="2678043" y="3025962"/>
                  </a:lnTo>
                  <a:lnTo>
                    <a:pt x="2678789" y="3025962"/>
                  </a:lnTo>
                  <a:lnTo>
                    <a:pt x="2679628" y="3025962"/>
                  </a:lnTo>
                  <a:lnTo>
                    <a:pt x="2681027" y="3016008"/>
                  </a:lnTo>
                  <a:lnTo>
                    <a:pt x="2682146" y="3016008"/>
                  </a:lnTo>
                  <a:lnTo>
                    <a:pt x="2683358" y="3006054"/>
                  </a:lnTo>
                  <a:lnTo>
                    <a:pt x="2683918" y="3006054"/>
                  </a:lnTo>
                  <a:lnTo>
                    <a:pt x="2684011" y="3006054"/>
                  </a:lnTo>
                  <a:lnTo>
                    <a:pt x="2687181" y="3006054"/>
                  </a:lnTo>
                  <a:lnTo>
                    <a:pt x="2688300" y="3006054"/>
                  </a:lnTo>
                  <a:lnTo>
                    <a:pt x="2688393" y="3006054"/>
                  </a:lnTo>
                  <a:lnTo>
                    <a:pt x="2691191" y="3006054"/>
                  </a:lnTo>
                  <a:lnTo>
                    <a:pt x="2691284" y="3006054"/>
                  </a:lnTo>
                  <a:lnTo>
                    <a:pt x="2693149" y="3006054"/>
                  </a:lnTo>
                  <a:lnTo>
                    <a:pt x="2695014" y="3006054"/>
                  </a:lnTo>
                  <a:lnTo>
                    <a:pt x="2696133" y="3006054"/>
                  </a:lnTo>
                  <a:lnTo>
                    <a:pt x="2696226" y="3006054"/>
                  </a:lnTo>
                  <a:lnTo>
                    <a:pt x="2698371" y="3006054"/>
                  </a:lnTo>
                  <a:lnTo>
                    <a:pt x="2698464" y="3006054"/>
                  </a:lnTo>
                  <a:lnTo>
                    <a:pt x="2699210" y="3006054"/>
                  </a:lnTo>
                  <a:lnTo>
                    <a:pt x="2700795" y="3006054"/>
                  </a:lnTo>
                  <a:lnTo>
                    <a:pt x="2701728" y="3006054"/>
                  </a:lnTo>
                  <a:lnTo>
                    <a:pt x="2702847" y="3006054"/>
                  </a:lnTo>
                  <a:lnTo>
                    <a:pt x="2703686" y="3006054"/>
                  </a:lnTo>
                  <a:lnTo>
                    <a:pt x="2704991" y="2996100"/>
                  </a:lnTo>
                  <a:lnTo>
                    <a:pt x="2706297" y="2996100"/>
                  </a:lnTo>
                  <a:lnTo>
                    <a:pt x="2707509" y="2996100"/>
                  </a:lnTo>
                  <a:lnTo>
                    <a:pt x="2707695" y="2996100"/>
                  </a:lnTo>
                  <a:lnTo>
                    <a:pt x="2708535" y="2996100"/>
                  </a:lnTo>
                  <a:lnTo>
                    <a:pt x="2709654" y="2986146"/>
                  </a:lnTo>
                  <a:lnTo>
                    <a:pt x="2711146" y="2976192"/>
                  </a:lnTo>
                  <a:lnTo>
                    <a:pt x="2711892" y="2976192"/>
                  </a:lnTo>
                  <a:lnTo>
                    <a:pt x="2713290" y="2976192"/>
                  </a:lnTo>
                  <a:lnTo>
                    <a:pt x="2713570" y="2976192"/>
                  </a:lnTo>
                  <a:lnTo>
                    <a:pt x="2714689" y="2976192"/>
                  </a:lnTo>
                  <a:lnTo>
                    <a:pt x="2716740" y="2966239"/>
                  </a:lnTo>
                  <a:lnTo>
                    <a:pt x="2717766" y="2966239"/>
                  </a:lnTo>
                  <a:lnTo>
                    <a:pt x="2718512" y="2966239"/>
                  </a:lnTo>
                  <a:lnTo>
                    <a:pt x="2720750" y="2966239"/>
                  </a:lnTo>
                  <a:lnTo>
                    <a:pt x="2722335" y="2956285"/>
                  </a:lnTo>
                  <a:lnTo>
                    <a:pt x="2722801" y="2956285"/>
                  </a:lnTo>
                  <a:lnTo>
                    <a:pt x="2722895" y="2956285"/>
                  </a:lnTo>
                  <a:lnTo>
                    <a:pt x="2723268" y="2956285"/>
                  </a:lnTo>
                  <a:lnTo>
                    <a:pt x="2725785" y="2956285"/>
                  </a:lnTo>
                  <a:lnTo>
                    <a:pt x="2728210" y="2956285"/>
                  </a:lnTo>
                  <a:lnTo>
                    <a:pt x="2730448" y="2946331"/>
                  </a:lnTo>
                  <a:lnTo>
                    <a:pt x="2731940" y="2946331"/>
                  </a:lnTo>
                  <a:lnTo>
                    <a:pt x="2732499" y="2946331"/>
                  </a:lnTo>
                  <a:lnTo>
                    <a:pt x="2732965" y="2946331"/>
                  </a:lnTo>
                  <a:lnTo>
                    <a:pt x="2733059" y="2946331"/>
                  </a:lnTo>
                  <a:lnTo>
                    <a:pt x="2734737" y="2936377"/>
                  </a:lnTo>
                  <a:lnTo>
                    <a:pt x="2737441" y="2936377"/>
                  </a:lnTo>
                  <a:lnTo>
                    <a:pt x="2737534" y="2936377"/>
                  </a:lnTo>
                  <a:lnTo>
                    <a:pt x="2737814" y="2926423"/>
                  </a:lnTo>
                  <a:lnTo>
                    <a:pt x="2738001" y="2926423"/>
                  </a:lnTo>
                  <a:lnTo>
                    <a:pt x="2739493" y="2926423"/>
                  </a:lnTo>
                  <a:lnTo>
                    <a:pt x="2740239" y="2926423"/>
                  </a:lnTo>
                  <a:lnTo>
                    <a:pt x="2741264" y="2926423"/>
                  </a:lnTo>
                  <a:lnTo>
                    <a:pt x="2744435" y="2926423"/>
                  </a:lnTo>
                  <a:lnTo>
                    <a:pt x="2746393" y="2926423"/>
                  </a:lnTo>
                  <a:lnTo>
                    <a:pt x="2747046" y="2926423"/>
                  </a:lnTo>
                  <a:lnTo>
                    <a:pt x="2747978" y="2916470"/>
                  </a:lnTo>
                  <a:lnTo>
                    <a:pt x="2750216" y="2916470"/>
                  </a:lnTo>
                  <a:lnTo>
                    <a:pt x="2752640" y="2916470"/>
                  </a:lnTo>
                  <a:lnTo>
                    <a:pt x="2752920" y="2916470"/>
                  </a:lnTo>
                  <a:lnTo>
                    <a:pt x="2753386" y="2916470"/>
                  </a:lnTo>
                  <a:lnTo>
                    <a:pt x="2754692" y="2916470"/>
                  </a:lnTo>
                  <a:lnTo>
                    <a:pt x="2758049" y="2906516"/>
                  </a:lnTo>
                  <a:lnTo>
                    <a:pt x="2758235" y="2906516"/>
                  </a:lnTo>
                  <a:lnTo>
                    <a:pt x="2759447" y="2906516"/>
                  </a:lnTo>
                  <a:lnTo>
                    <a:pt x="2759727" y="2906516"/>
                  </a:lnTo>
                  <a:lnTo>
                    <a:pt x="2760473" y="2906516"/>
                  </a:lnTo>
                  <a:lnTo>
                    <a:pt x="2761312" y="2906516"/>
                  </a:lnTo>
                  <a:lnTo>
                    <a:pt x="2761499" y="2906516"/>
                  </a:lnTo>
                  <a:lnTo>
                    <a:pt x="2762804" y="2906516"/>
                  </a:lnTo>
                  <a:lnTo>
                    <a:pt x="2762897" y="2906516"/>
                  </a:lnTo>
                  <a:lnTo>
                    <a:pt x="2764856" y="2906516"/>
                  </a:lnTo>
                  <a:lnTo>
                    <a:pt x="2765975" y="2906516"/>
                  </a:lnTo>
                  <a:lnTo>
                    <a:pt x="2766441" y="2906516"/>
                  </a:lnTo>
                  <a:lnTo>
                    <a:pt x="2768585" y="2906516"/>
                  </a:lnTo>
                  <a:lnTo>
                    <a:pt x="2769052" y="2906516"/>
                  </a:lnTo>
                  <a:lnTo>
                    <a:pt x="2771196" y="2906516"/>
                  </a:lnTo>
                  <a:lnTo>
                    <a:pt x="2772688" y="2906516"/>
                  </a:lnTo>
                  <a:lnTo>
                    <a:pt x="2774460" y="2906516"/>
                  </a:lnTo>
                  <a:lnTo>
                    <a:pt x="2775486" y="2906516"/>
                  </a:lnTo>
                  <a:lnTo>
                    <a:pt x="2780987" y="2906516"/>
                  </a:lnTo>
                  <a:lnTo>
                    <a:pt x="2782199" y="2906516"/>
                  </a:lnTo>
                  <a:lnTo>
                    <a:pt x="2783412" y="2906516"/>
                  </a:lnTo>
                  <a:lnTo>
                    <a:pt x="2785463" y="2906516"/>
                  </a:lnTo>
                  <a:lnTo>
                    <a:pt x="2785556" y="2906516"/>
                  </a:lnTo>
                  <a:lnTo>
                    <a:pt x="2785743" y="2906516"/>
                  </a:lnTo>
                  <a:lnTo>
                    <a:pt x="2787608" y="2906516"/>
                  </a:lnTo>
                  <a:lnTo>
                    <a:pt x="2787701" y="2906516"/>
                  </a:lnTo>
                  <a:lnTo>
                    <a:pt x="2789473" y="2906516"/>
                  </a:lnTo>
                  <a:lnTo>
                    <a:pt x="2789659" y="2906516"/>
                  </a:lnTo>
                  <a:lnTo>
                    <a:pt x="2791151" y="2906516"/>
                  </a:lnTo>
                  <a:lnTo>
                    <a:pt x="2792270" y="2906516"/>
                  </a:lnTo>
                  <a:lnTo>
                    <a:pt x="2794695" y="2886608"/>
                  </a:lnTo>
                  <a:lnTo>
                    <a:pt x="2795720" y="2886608"/>
                  </a:lnTo>
                  <a:lnTo>
                    <a:pt x="2796932" y="2886608"/>
                  </a:lnTo>
                  <a:lnTo>
                    <a:pt x="2797212" y="2886608"/>
                  </a:lnTo>
                  <a:lnTo>
                    <a:pt x="2797678" y="2886608"/>
                  </a:lnTo>
                  <a:lnTo>
                    <a:pt x="2799916" y="2886608"/>
                  </a:lnTo>
                  <a:lnTo>
                    <a:pt x="2801315" y="2886608"/>
                  </a:lnTo>
                  <a:lnTo>
                    <a:pt x="2803180" y="2886608"/>
                  </a:lnTo>
                  <a:lnTo>
                    <a:pt x="2804485" y="2886608"/>
                  </a:lnTo>
                  <a:lnTo>
                    <a:pt x="2805511" y="2886608"/>
                  </a:lnTo>
                  <a:lnTo>
                    <a:pt x="2806910" y="2886608"/>
                  </a:lnTo>
                  <a:lnTo>
                    <a:pt x="2807283" y="2886608"/>
                  </a:lnTo>
                  <a:lnTo>
                    <a:pt x="2808029" y="2876654"/>
                  </a:lnTo>
                  <a:lnTo>
                    <a:pt x="2809801" y="2876654"/>
                  </a:lnTo>
                  <a:lnTo>
                    <a:pt x="2811479" y="2876654"/>
                  </a:lnTo>
                  <a:lnTo>
                    <a:pt x="2812878" y="2876654"/>
                  </a:lnTo>
                  <a:lnTo>
                    <a:pt x="2813064" y="2866700"/>
                  </a:lnTo>
                  <a:lnTo>
                    <a:pt x="2814556" y="2866700"/>
                  </a:lnTo>
                  <a:lnTo>
                    <a:pt x="2816048" y="2866700"/>
                  </a:lnTo>
                  <a:lnTo>
                    <a:pt x="2816514" y="2866700"/>
                  </a:lnTo>
                  <a:lnTo>
                    <a:pt x="2819312" y="2866700"/>
                  </a:lnTo>
                  <a:lnTo>
                    <a:pt x="2820524" y="2866700"/>
                  </a:lnTo>
                  <a:lnTo>
                    <a:pt x="2821829" y="2866700"/>
                  </a:lnTo>
                  <a:lnTo>
                    <a:pt x="2822669" y="2866700"/>
                  </a:lnTo>
                  <a:lnTo>
                    <a:pt x="2825093" y="2846793"/>
                  </a:lnTo>
                  <a:lnTo>
                    <a:pt x="2825279" y="2846793"/>
                  </a:lnTo>
                  <a:lnTo>
                    <a:pt x="2827797" y="2846793"/>
                  </a:lnTo>
                  <a:lnTo>
                    <a:pt x="2829662" y="2846793"/>
                  </a:lnTo>
                  <a:lnTo>
                    <a:pt x="2831154" y="2836839"/>
                  </a:lnTo>
                  <a:lnTo>
                    <a:pt x="2831527" y="2826885"/>
                  </a:lnTo>
                  <a:lnTo>
                    <a:pt x="2832832" y="2826885"/>
                  </a:lnTo>
                  <a:lnTo>
                    <a:pt x="2834045" y="2826885"/>
                  </a:lnTo>
                  <a:lnTo>
                    <a:pt x="2835164" y="2826885"/>
                  </a:lnTo>
                  <a:lnTo>
                    <a:pt x="2837495" y="2826885"/>
                  </a:lnTo>
                  <a:lnTo>
                    <a:pt x="2838614" y="2826885"/>
                  </a:lnTo>
                  <a:lnTo>
                    <a:pt x="2838800" y="2826885"/>
                  </a:lnTo>
                  <a:lnTo>
                    <a:pt x="2839453" y="2826885"/>
                  </a:lnTo>
                  <a:lnTo>
                    <a:pt x="2841318" y="2826885"/>
                  </a:lnTo>
                  <a:lnTo>
                    <a:pt x="2841411" y="2826885"/>
                  </a:lnTo>
                  <a:lnTo>
                    <a:pt x="2841504" y="2826885"/>
                  </a:lnTo>
                  <a:lnTo>
                    <a:pt x="2844209" y="2826885"/>
                  </a:lnTo>
                  <a:lnTo>
                    <a:pt x="2845980" y="2826885"/>
                  </a:lnTo>
                  <a:lnTo>
                    <a:pt x="2846167" y="2826885"/>
                  </a:lnTo>
                  <a:lnTo>
                    <a:pt x="2846446" y="2826885"/>
                  </a:lnTo>
                  <a:lnTo>
                    <a:pt x="2846633" y="2826885"/>
                  </a:lnTo>
                  <a:lnTo>
                    <a:pt x="2849151" y="2826885"/>
                  </a:lnTo>
                  <a:lnTo>
                    <a:pt x="2849710" y="2826885"/>
                  </a:lnTo>
                  <a:lnTo>
                    <a:pt x="2851109" y="2826885"/>
                  </a:lnTo>
                  <a:lnTo>
                    <a:pt x="2851855" y="2826885"/>
                  </a:lnTo>
                  <a:lnTo>
                    <a:pt x="2853347" y="2826885"/>
                  </a:lnTo>
                  <a:lnTo>
                    <a:pt x="2854186" y="2826885"/>
                  </a:lnTo>
                  <a:lnTo>
                    <a:pt x="2855305" y="2826885"/>
                  </a:lnTo>
                  <a:lnTo>
                    <a:pt x="2855864" y="2826885"/>
                  </a:lnTo>
                  <a:lnTo>
                    <a:pt x="2855958" y="2826885"/>
                  </a:lnTo>
                  <a:lnTo>
                    <a:pt x="2857450" y="2826885"/>
                  </a:lnTo>
                  <a:lnTo>
                    <a:pt x="2858941" y="2826885"/>
                  </a:lnTo>
                  <a:lnTo>
                    <a:pt x="2860433" y="2826885"/>
                  </a:lnTo>
                  <a:lnTo>
                    <a:pt x="2862578" y="2826885"/>
                  </a:lnTo>
                  <a:lnTo>
                    <a:pt x="2864350" y="2826885"/>
                  </a:lnTo>
                  <a:lnTo>
                    <a:pt x="2864723" y="2826885"/>
                  </a:lnTo>
                  <a:lnTo>
                    <a:pt x="2864816" y="2826885"/>
                  </a:lnTo>
                  <a:lnTo>
                    <a:pt x="2865375" y="2826885"/>
                  </a:lnTo>
                  <a:lnTo>
                    <a:pt x="2866867" y="2816931"/>
                  </a:lnTo>
                  <a:lnTo>
                    <a:pt x="2870318" y="2816931"/>
                  </a:lnTo>
                  <a:lnTo>
                    <a:pt x="2870597" y="2816931"/>
                  </a:lnTo>
                  <a:lnTo>
                    <a:pt x="2871903" y="2816931"/>
                  </a:lnTo>
                  <a:lnTo>
                    <a:pt x="2873674" y="2816931"/>
                  </a:lnTo>
                  <a:lnTo>
                    <a:pt x="2875166" y="2816931"/>
                  </a:lnTo>
                  <a:lnTo>
                    <a:pt x="2875446" y="2816931"/>
                  </a:lnTo>
                  <a:lnTo>
                    <a:pt x="2877218" y="2816931"/>
                  </a:lnTo>
                  <a:lnTo>
                    <a:pt x="2878150" y="2816931"/>
                  </a:lnTo>
                  <a:lnTo>
                    <a:pt x="2879549" y="2816931"/>
                  </a:lnTo>
                  <a:lnTo>
                    <a:pt x="2882813" y="2816931"/>
                  </a:lnTo>
                  <a:lnTo>
                    <a:pt x="2882906" y="2816931"/>
                  </a:lnTo>
                  <a:lnTo>
                    <a:pt x="2883652" y="2806977"/>
                  </a:lnTo>
                  <a:lnTo>
                    <a:pt x="2884584" y="2806977"/>
                  </a:lnTo>
                  <a:lnTo>
                    <a:pt x="2885983" y="2806977"/>
                  </a:lnTo>
                  <a:lnTo>
                    <a:pt x="2886822" y="2806977"/>
                  </a:lnTo>
                  <a:lnTo>
                    <a:pt x="2889153" y="2806977"/>
                  </a:lnTo>
                  <a:lnTo>
                    <a:pt x="2891205" y="2806977"/>
                  </a:lnTo>
                  <a:lnTo>
                    <a:pt x="2892883" y="2806977"/>
                  </a:lnTo>
                  <a:lnTo>
                    <a:pt x="2894468" y="2806977"/>
                  </a:lnTo>
                  <a:lnTo>
                    <a:pt x="2895121" y="2806977"/>
                  </a:lnTo>
                  <a:lnTo>
                    <a:pt x="2895867" y="2797024"/>
                  </a:lnTo>
                  <a:lnTo>
                    <a:pt x="2898012" y="2787070"/>
                  </a:lnTo>
                  <a:lnTo>
                    <a:pt x="2899877" y="2787070"/>
                  </a:lnTo>
                  <a:lnTo>
                    <a:pt x="2901275" y="2787070"/>
                  </a:lnTo>
                  <a:lnTo>
                    <a:pt x="2901742" y="2787070"/>
                  </a:lnTo>
                  <a:lnTo>
                    <a:pt x="2902021" y="2787070"/>
                  </a:lnTo>
                  <a:lnTo>
                    <a:pt x="2903513" y="2787070"/>
                  </a:lnTo>
                  <a:lnTo>
                    <a:pt x="2905845" y="2777116"/>
                  </a:lnTo>
                  <a:lnTo>
                    <a:pt x="2907057" y="2777116"/>
                  </a:lnTo>
                  <a:lnTo>
                    <a:pt x="2908176" y="2777116"/>
                  </a:lnTo>
                  <a:lnTo>
                    <a:pt x="2909668" y="2777116"/>
                  </a:lnTo>
                  <a:lnTo>
                    <a:pt x="2911253" y="2777116"/>
                  </a:lnTo>
                  <a:lnTo>
                    <a:pt x="2911439" y="2777116"/>
                  </a:lnTo>
                  <a:lnTo>
                    <a:pt x="2911906" y="2777116"/>
                  </a:lnTo>
                  <a:lnTo>
                    <a:pt x="2911999" y="2777116"/>
                  </a:lnTo>
                  <a:lnTo>
                    <a:pt x="2912092" y="2777116"/>
                  </a:lnTo>
                  <a:lnTo>
                    <a:pt x="2913771" y="2767162"/>
                  </a:lnTo>
                  <a:lnTo>
                    <a:pt x="2914796" y="2767162"/>
                  </a:lnTo>
                  <a:lnTo>
                    <a:pt x="2916195" y="2767162"/>
                  </a:lnTo>
                  <a:lnTo>
                    <a:pt x="2916288" y="2767162"/>
                  </a:lnTo>
                  <a:lnTo>
                    <a:pt x="2918246" y="2767162"/>
                  </a:lnTo>
                  <a:lnTo>
                    <a:pt x="2919179" y="2767162"/>
                  </a:lnTo>
                  <a:lnTo>
                    <a:pt x="2922815" y="2767162"/>
                  </a:lnTo>
                  <a:lnTo>
                    <a:pt x="2924028" y="2767162"/>
                  </a:lnTo>
                  <a:lnTo>
                    <a:pt x="2926172" y="2767162"/>
                  </a:lnTo>
                  <a:lnTo>
                    <a:pt x="2927012" y="2767162"/>
                  </a:lnTo>
                  <a:lnTo>
                    <a:pt x="2928317" y="2767162"/>
                  </a:lnTo>
                  <a:lnTo>
                    <a:pt x="2928690" y="2767162"/>
                  </a:lnTo>
                  <a:lnTo>
                    <a:pt x="2930928" y="2767162"/>
                  </a:lnTo>
                  <a:lnTo>
                    <a:pt x="2931021" y="2767162"/>
                  </a:lnTo>
                  <a:lnTo>
                    <a:pt x="2932420" y="2757208"/>
                  </a:lnTo>
                  <a:lnTo>
                    <a:pt x="2935683" y="2757208"/>
                  </a:lnTo>
                  <a:lnTo>
                    <a:pt x="2937362" y="2757208"/>
                  </a:lnTo>
                  <a:lnTo>
                    <a:pt x="2938481" y="2757208"/>
                  </a:lnTo>
                  <a:lnTo>
                    <a:pt x="2940253" y="2757208"/>
                  </a:lnTo>
                  <a:lnTo>
                    <a:pt x="2941465" y="2757208"/>
                  </a:lnTo>
                  <a:lnTo>
                    <a:pt x="2942117" y="2757208"/>
                  </a:lnTo>
                  <a:lnTo>
                    <a:pt x="2942397" y="2757208"/>
                  </a:lnTo>
                  <a:lnTo>
                    <a:pt x="2944635" y="2757208"/>
                  </a:lnTo>
                  <a:lnTo>
                    <a:pt x="2946873" y="2757208"/>
                  </a:lnTo>
                  <a:lnTo>
                    <a:pt x="2948552" y="2757208"/>
                  </a:lnTo>
                  <a:lnTo>
                    <a:pt x="2948924" y="2757208"/>
                  </a:lnTo>
                  <a:lnTo>
                    <a:pt x="2950510" y="2757208"/>
                  </a:lnTo>
                  <a:lnTo>
                    <a:pt x="2950789" y="2757208"/>
                  </a:lnTo>
                  <a:lnTo>
                    <a:pt x="2952654" y="2757208"/>
                  </a:lnTo>
                  <a:lnTo>
                    <a:pt x="2954519" y="2757208"/>
                  </a:lnTo>
                  <a:lnTo>
                    <a:pt x="2956757" y="2757208"/>
                  </a:lnTo>
                  <a:lnTo>
                    <a:pt x="2958622" y="2757208"/>
                  </a:lnTo>
                  <a:lnTo>
                    <a:pt x="2959555" y="2757208"/>
                  </a:lnTo>
                  <a:lnTo>
                    <a:pt x="2961047" y="2747255"/>
                  </a:lnTo>
                  <a:lnTo>
                    <a:pt x="2963005" y="2747255"/>
                  </a:lnTo>
                  <a:lnTo>
                    <a:pt x="2964776" y="2747255"/>
                  </a:lnTo>
                  <a:lnTo>
                    <a:pt x="2966548" y="2747255"/>
                  </a:lnTo>
                  <a:lnTo>
                    <a:pt x="2966735" y="2747255"/>
                  </a:lnTo>
                  <a:lnTo>
                    <a:pt x="2971304" y="2737301"/>
                  </a:lnTo>
                  <a:lnTo>
                    <a:pt x="2971863" y="2737301"/>
                  </a:lnTo>
                  <a:lnTo>
                    <a:pt x="2972050" y="2737301"/>
                  </a:lnTo>
                  <a:lnTo>
                    <a:pt x="2973635" y="2737301"/>
                  </a:lnTo>
                  <a:lnTo>
                    <a:pt x="2974381" y="2737301"/>
                  </a:lnTo>
                  <a:lnTo>
                    <a:pt x="2976712" y="2737301"/>
                  </a:lnTo>
                  <a:lnTo>
                    <a:pt x="2978577" y="2737301"/>
                  </a:lnTo>
                  <a:lnTo>
                    <a:pt x="2979323" y="2737301"/>
                  </a:lnTo>
                  <a:lnTo>
                    <a:pt x="2981001" y="2737301"/>
                  </a:lnTo>
                  <a:lnTo>
                    <a:pt x="2982773" y="2737301"/>
                  </a:lnTo>
                  <a:lnTo>
                    <a:pt x="2984451" y="2727347"/>
                  </a:lnTo>
                  <a:lnTo>
                    <a:pt x="2986969" y="2717393"/>
                  </a:lnTo>
                  <a:lnTo>
                    <a:pt x="2987342" y="2717393"/>
                  </a:lnTo>
                  <a:lnTo>
                    <a:pt x="2987715" y="2717393"/>
                  </a:lnTo>
                  <a:lnTo>
                    <a:pt x="2988088" y="2717393"/>
                  </a:lnTo>
                  <a:lnTo>
                    <a:pt x="2989394" y="2717393"/>
                  </a:lnTo>
                  <a:lnTo>
                    <a:pt x="2991165" y="2707439"/>
                  </a:lnTo>
                  <a:lnTo>
                    <a:pt x="2992377" y="2707439"/>
                  </a:lnTo>
                  <a:lnTo>
                    <a:pt x="2992471" y="2707439"/>
                  </a:lnTo>
                  <a:lnTo>
                    <a:pt x="2992750" y="2707439"/>
                  </a:lnTo>
                  <a:lnTo>
                    <a:pt x="2994615" y="2707439"/>
                  </a:lnTo>
                  <a:lnTo>
                    <a:pt x="2996201" y="2707439"/>
                  </a:lnTo>
                  <a:lnTo>
                    <a:pt x="2999930" y="2707439"/>
                  </a:lnTo>
                  <a:lnTo>
                    <a:pt x="3000397" y="2707439"/>
                  </a:lnTo>
                  <a:lnTo>
                    <a:pt x="3002448" y="2707439"/>
                  </a:lnTo>
                  <a:lnTo>
                    <a:pt x="3003660" y="2707439"/>
                  </a:lnTo>
                  <a:lnTo>
                    <a:pt x="3004686" y="2707439"/>
                  </a:lnTo>
                  <a:lnTo>
                    <a:pt x="3007390" y="2707439"/>
                  </a:lnTo>
                  <a:lnTo>
                    <a:pt x="3009721" y="2707439"/>
                  </a:lnTo>
                  <a:lnTo>
                    <a:pt x="3009908" y="2707439"/>
                  </a:lnTo>
                  <a:lnTo>
                    <a:pt x="3012146" y="2707439"/>
                  </a:lnTo>
                  <a:lnTo>
                    <a:pt x="3013358" y="2707439"/>
                  </a:lnTo>
                  <a:lnTo>
                    <a:pt x="3015503" y="2707439"/>
                  </a:lnTo>
                  <a:lnTo>
                    <a:pt x="3017647" y="2697485"/>
                  </a:lnTo>
                  <a:lnTo>
                    <a:pt x="3018020" y="2697485"/>
                  </a:lnTo>
                  <a:lnTo>
                    <a:pt x="3018300" y="2697485"/>
                  </a:lnTo>
                  <a:lnTo>
                    <a:pt x="3019046" y="2697485"/>
                  </a:lnTo>
                  <a:lnTo>
                    <a:pt x="3019605" y="2697485"/>
                  </a:lnTo>
                  <a:lnTo>
                    <a:pt x="3019699" y="2697485"/>
                  </a:lnTo>
                  <a:lnTo>
                    <a:pt x="3021191" y="2697485"/>
                  </a:lnTo>
                  <a:lnTo>
                    <a:pt x="3021284" y="2697485"/>
                  </a:lnTo>
                  <a:lnTo>
                    <a:pt x="3022683" y="2697485"/>
                  </a:lnTo>
                  <a:lnTo>
                    <a:pt x="3024081" y="2697485"/>
                  </a:lnTo>
                  <a:lnTo>
                    <a:pt x="3026412" y="2697485"/>
                  </a:lnTo>
                  <a:lnTo>
                    <a:pt x="3026506" y="2697485"/>
                  </a:lnTo>
                  <a:lnTo>
                    <a:pt x="3027531" y="2687532"/>
                  </a:lnTo>
                  <a:lnTo>
                    <a:pt x="3028184" y="2687532"/>
                  </a:lnTo>
                  <a:lnTo>
                    <a:pt x="3029583" y="2687532"/>
                  </a:lnTo>
                  <a:lnTo>
                    <a:pt x="3031821" y="2677578"/>
                  </a:lnTo>
                  <a:lnTo>
                    <a:pt x="3033313" y="2667624"/>
                  </a:lnTo>
                  <a:lnTo>
                    <a:pt x="3033686" y="2667624"/>
                  </a:lnTo>
                  <a:lnTo>
                    <a:pt x="3034525" y="2667624"/>
                  </a:lnTo>
                  <a:lnTo>
                    <a:pt x="3035924" y="2647716"/>
                  </a:lnTo>
                  <a:lnTo>
                    <a:pt x="3037602" y="2647716"/>
                  </a:lnTo>
                  <a:lnTo>
                    <a:pt x="3039653" y="2647716"/>
                  </a:lnTo>
                  <a:lnTo>
                    <a:pt x="3041518" y="2637762"/>
                  </a:lnTo>
                  <a:lnTo>
                    <a:pt x="3043383" y="2637762"/>
                  </a:lnTo>
                  <a:lnTo>
                    <a:pt x="3045342" y="2637762"/>
                  </a:lnTo>
                  <a:lnTo>
                    <a:pt x="3045528" y="2637762"/>
                  </a:lnTo>
                  <a:lnTo>
                    <a:pt x="3045621" y="2637762"/>
                  </a:lnTo>
                  <a:lnTo>
                    <a:pt x="3047766" y="2617855"/>
                  </a:lnTo>
                  <a:lnTo>
                    <a:pt x="3047859" y="2617855"/>
                  </a:lnTo>
                  <a:lnTo>
                    <a:pt x="3049071" y="2617855"/>
                  </a:lnTo>
                  <a:lnTo>
                    <a:pt x="3050377" y="2617855"/>
                  </a:lnTo>
                  <a:lnTo>
                    <a:pt x="3050657" y="2617855"/>
                  </a:lnTo>
                  <a:lnTo>
                    <a:pt x="3052242" y="2617855"/>
                  </a:lnTo>
                  <a:lnTo>
                    <a:pt x="3052428" y="2617855"/>
                  </a:lnTo>
                  <a:lnTo>
                    <a:pt x="3052522" y="2617855"/>
                  </a:lnTo>
                  <a:lnTo>
                    <a:pt x="3056531" y="2617855"/>
                  </a:lnTo>
                  <a:lnTo>
                    <a:pt x="3058583" y="2617855"/>
                  </a:lnTo>
                  <a:lnTo>
                    <a:pt x="3061100" y="2617855"/>
                  </a:lnTo>
                  <a:lnTo>
                    <a:pt x="3061753" y="2617855"/>
                  </a:lnTo>
                  <a:lnTo>
                    <a:pt x="3063058" y="2617855"/>
                  </a:lnTo>
                  <a:lnTo>
                    <a:pt x="3065296" y="2607901"/>
                  </a:lnTo>
                  <a:lnTo>
                    <a:pt x="3067721" y="2607901"/>
                  </a:lnTo>
                  <a:lnTo>
                    <a:pt x="3068467" y="2607901"/>
                  </a:lnTo>
                  <a:lnTo>
                    <a:pt x="3070984" y="2607901"/>
                  </a:lnTo>
                  <a:lnTo>
                    <a:pt x="3071264" y="2607901"/>
                  </a:lnTo>
                  <a:lnTo>
                    <a:pt x="3071544" y="2607901"/>
                  </a:lnTo>
                  <a:lnTo>
                    <a:pt x="3073316" y="2597947"/>
                  </a:lnTo>
                  <a:lnTo>
                    <a:pt x="3075180" y="2597947"/>
                  </a:lnTo>
                  <a:lnTo>
                    <a:pt x="3077232" y="2597947"/>
                  </a:lnTo>
                  <a:lnTo>
                    <a:pt x="3080123" y="2587993"/>
                  </a:lnTo>
                  <a:lnTo>
                    <a:pt x="3080589" y="2587993"/>
                  </a:lnTo>
                  <a:lnTo>
                    <a:pt x="3082640" y="2578040"/>
                  </a:lnTo>
                  <a:lnTo>
                    <a:pt x="3083573" y="2578040"/>
                  </a:lnTo>
                  <a:lnTo>
                    <a:pt x="3085344" y="2568086"/>
                  </a:lnTo>
                  <a:lnTo>
                    <a:pt x="3086743" y="2568086"/>
                  </a:lnTo>
                  <a:lnTo>
                    <a:pt x="3087209" y="2568086"/>
                  </a:lnTo>
                  <a:lnTo>
                    <a:pt x="3089261" y="2568086"/>
                  </a:lnTo>
                  <a:lnTo>
                    <a:pt x="3090380" y="2548178"/>
                  </a:lnTo>
                  <a:lnTo>
                    <a:pt x="3092524" y="2548178"/>
                  </a:lnTo>
                  <a:lnTo>
                    <a:pt x="3094016" y="2548178"/>
                  </a:lnTo>
                  <a:lnTo>
                    <a:pt x="3094296" y="2548178"/>
                  </a:lnTo>
                  <a:lnTo>
                    <a:pt x="3095042" y="2538224"/>
                  </a:lnTo>
                  <a:lnTo>
                    <a:pt x="3095135" y="2538224"/>
                  </a:lnTo>
                  <a:lnTo>
                    <a:pt x="3096441" y="2528270"/>
                  </a:lnTo>
                  <a:lnTo>
                    <a:pt x="3096627" y="2528270"/>
                  </a:lnTo>
                  <a:lnTo>
                    <a:pt x="3100077" y="2528270"/>
                  </a:lnTo>
                  <a:lnTo>
                    <a:pt x="3100171" y="2528270"/>
                  </a:lnTo>
                  <a:lnTo>
                    <a:pt x="3100264" y="2528270"/>
                  </a:lnTo>
                  <a:lnTo>
                    <a:pt x="3102315" y="2528270"/>
                  </a:lnTo>
                  <a:lnTo>
                    <a:pt x="3102408" y="2528270"/>
                  </a:lnTo>
                  <a:lnTo>
                    <a:pt x="3104740" y="2528270"/>
                  </a:lnTo>
                  <a:lnTo>
                    <a:pt x="3105579" y="2528270"/>
                  </a:lnTo>
                  <a:lnTo>
                    <a:pt x="3107164" y="2528270"/>
                  </a:lnTo>
                  <a:lnTo>
                    <a:pt x="3107257" y="2528270"/>
                  </a:lnTo>
                  <a:lnTo>
                    <a:pt x="3108190" y="2528270"/>
                  </a:lnTo>
                  <a:lnTo>
                    <a:pt x="3108936" y="2528270"/>
                  </a:lnTo>
                  <a:lnTo>
                    <a:pt x="3111360" y="2528270"/>
                  </a:lnTo>
                  <a:lnTo>
                    <a:pt x="3113878" y="2518317"/>
                  </a:lnTo>
                  <a:lnTo>
                    <a:pt x="3115743" y="2518317"/>
                  </a:lnTo>
                  <a:lnTo>
                    <a:pt x="3116955" y="2518317"/>
                  </a:lnTo>
                  <a:lnTo>
                    <a:pt x="3119379" y="2518317"/>
                  </a:lnTo>
                  <a:lnTo>
                    <a:pt x="3119473" y="2518317"/>
                  </a:lnTo>
                  <a:lnTo>
                    <a:pt x="3121151" y="2518317"/>
                  </a:lnTo>
                  <a:lnTo>
                    <a:pt x="3123016" y="2508363"/>
                  </a:lnTo>
                  <a:lnTo>
                    <a:pt x="3123762" y="2508363"/>
                  </a:lnTo>
                  <a:lnTo>
                    <a:pt x="3125907" y="2498409"/>
                  </a:lnTo>
                  <a:lnTo>
                    <a:pt x="3126746" y="2498409"/>
                  </a:lnTo>
                  <a:lnTo>
                    <a:pt x="3129823" y="2498409"/>
                  </a:lnTo>
                  <a:lnTo>
                    <a:pt x="3129916" y="2498409"/>
                  </a:lnTo>
                  <a:lnTo>
                    <a:pt x="3130103" y="2498409"/>
                  </a:lnTo>
                  <a:lnTo>
                    <a:pt x="3131688" y="2488455"/>
                  </a:lnTo>
                  <a:lnTo>
                    <a:pt x="3132620" y="2488455"/>
                  </a:lnTo>
                  <a:lnTo>
                    <a:pt x="3134392" y="2488455"/>
                  </a:lnTo>
                  <a:lnTo>
                    <a:pt x="3134485" y="2488455"/>
                  </a:lnTo>
                  <a:lnTo>
                    <a:pt x="3136537" y="2488455"/>
                  </a:lnTo>
                  <a:lnTo>
                    <a:pt x="3136723" y="2488455"/>
                  </a:lnTo>
                  <a:lnTo>
                    <a:pt x="3138402" y="2488455"/>
                  </a:lnTo>
                  <a:lnTo>
                    <a:pt x="3140640" y="2488455"/>
                  </a:lnTo>
                  <a:lnTo>
                    <a:pt x="3141665" y="2488455"/>
                  </a:lnTo>
                  <a:lnTo>
                    <a:pt x="3143157" y="2488455"/>
                  </a:lnTo>
                  <a:lnTo>
                    <a:pt x="3143344" y="2488455"/>
                  </a:lnTo>
                  <a:lnTo>
                    <a:pt x="3143437" y="2488455"/>
                  </a:lnTo>
                  <a:lnTo>
                    <a:pt x="3145115" y="2488455"/>
                  </a:lnTo>
                  <a:lnTo>
                    <a:pt x="3147074" y="2488455"/>
                  </a:lnTo>
                  <a:lnTo>
                    <a:pt x="3149405" y="2478501"/>
                  </a:lnTo>
                  <a:lnTo>
                    <a:pt x="3154160" y="2468548"/>
                  </a:lnTo>
                  <a:lnTo>
                    <a:pt x="3154254" y="2468548"/>
                  </a:lnTo>
                  <a:lnTo>
                    <a:pt x="3155373" y="2468548"/>
                  </a:lnTo>
                  <a:lnTo>
                    <a:pt x="3156771" y="2458594"/>
                  </a:lnTo>
                  <a:lnTo>
                    <a:pt x="3156864" y="2458594"/>
                  </a:lnTo>
                  <a:lnTo>
                    <a:pt x="3157051" y="2458594"/>
                  </a:lnTo>
                  <a:lnTo>
                    <a:pt x="3157983" y="2458594"/>
                  </a:lnTo>
                  <a:lnTo>
                    <a:pt x="3160128" y="2458594"/>
                  </a:lnTo>
                  <a:lnTo>
                    <a:pt x="3162739" y="2458594"/>
                  </a:lnTo>
                  <a:lnTo>
                    <a:pt x="3162832" y="2458594"/>
                  </a:lnTo>
                  <a:lnTo>
                    <a:pt x="3165443" y="2458594"/>
                  </a:lnTo>
                  <a:lnTo>
                    <a:pt x="3165816" y="2458594"/>
                  </a:lnTo>
                  <a:lnTo>
                    <a:pt x="3167681" y="2458594"/>
                  </a:lnTo>
                  <a:lnTo>
                    <a:pt x="3171597" y="2438686"/>
                  </a:lnTo>
                  <a:lnTo>
                    <a:pt x="3172250" y="2438686"/>
                  </a:lnTo>
                  <a:lnTo>
                    <a:pt x="3172810" y="2438686"/>
                  </a:lnTo>
                  <a:lnTo>
                    <a:pt x="3174022" y="2438686"/>
                  </a:lnTo>
                  <a:lnTo>
                    <a:pt x="3174208" y="2438686"/>
                  </a:lnTo>
                  <a:lnTo>
                    <a:pt x="3175887" y="2438686"/>
                  </a:lnTo>
                  <a:lnTo>
                    <a:pt x="3177099" y="2438686"/>
                  </a:lnTo>
                  <a:lnTo>
                    <a:pt x="3178871" y="2438686"/>
                  </a:lnTo>
                  <a:lnTo>
                    <a:pt x="3178964" y="2438686"/>
                  </a:lnTo>
                  <a:lnTo>
                    <a:pt x="3179244" y="2438686"/>
                  </a:lnTo>
                  <a:lnTo>
                    <a:pt x="3181761" y="2438686"/>
                  </a:lnTo>
                  <a:lnTo>
                    <a:pt x="3182601" y="2438686"/>
                  </a:lnTo>
                  <a:lnTo>
                    <a:pt x="3184372" y="2438686"/>
                  </a:lnTo>
                  <a:lnTo>
                    <a:pt x="3184652" y="2428732"/>
                  </a:lnTo>
                  <a:lnTo>
                    <a:pt x="3185305" y="2428732"/>
                  </a:lnTo>
                  <a:lnTo>
                    <a:pt x="3188568" y="2428732"/>
                  </a:lnTo>
                  <a:lnTo>
                    <a:pt x="3190433" y="2428732"/>
                  </a:lnTo>
                  <a:lnTo>
                    <a:pt x="3193790" y="2418778"/>
                  </a:lnTo>
                  <a:lnTo>
                    <a:pt x="3194070" y="2418778"/>
                  </a:lnTo>
                  <a:lnTo>
                    <a:pt x="3196588" y="2418778"/>
                  </a:lnTo>
                  <a:lnTo>
                    <a:pt x="3196774" y="2418778"/>
                  </a:lnTo>
                  <a:lnTo>
                    <a:pt x="3198546" y="2418778"/>
                  </a:lnTo>
                  <a:lnTo>
                    <a:pt x="3200690" y="2418778"/>
                  </a:lnTo>
                  <a:lnTo>
                    <a:pt x="3202369" y="2418778"/>
                  </a:lnTo>
                  <a:lnTo>
                    <a:pt x="3203022" y="2418778"/>
                  </a:lnTo>
                  <a:lnTo>
                    <a:pt x="3205353" y="2418778"/>
                  </a:lnTo>
                  <a:lnTo>
                    <a:pt x="3206472" y="2418778"/>
                  </a:lnTo>
                  <a:lnTo>
                    <a:pt x="3206938" y="2398871"/>
                  </a:lnTo>
                  <a:lnTo>
                    <a:pt x="3207124" y="2398871"/>
                  </a:lnTo>
                  <a:lnTo>
                    <a:pt x="3209362" y="2388917"/>
                  </a:lnTo>
                  <a:lnTo>
                    <a:pt x="3209456" y="2388917"/>
                  </a:lnTo>
                  <a:lnTo>
                    <a:pt x="3211041" y="2388917"/>
                  </a:lnTo>
                  <a:lnTo>
                    <a:pt x="3211134" y="2378963"/>
                  </a:lnTo>
                  <a:lnTo>
                    <a:pt x="3212533" y="2369009"/>
                  </a:lnTo>
                  <a:lnTo>
                    <a:pt x="3212626" y="2369009"/>
                  </a:lnTo>
                  <a:lnTo>
                    <a:pt x="3212999" y="2369009"/>
                  </a:lnTo>
                  <a:lnTo>
                    <a:pt x="3215517" y="2369009"/>
                  </a:lnTo>
                  <a:lnTo>
                    <a:pt x="3215796" y="2369009"/>
                  </a:lnTo>
                  <a:lnTo>
                    <a:pt x="3216263" y="2359055"/>
                  </a:lnTo>
                  <a:lnTo>
                    <a:pt x="3218874" y="2359055"/>
                  </a:lnTo>
                  <a:lnTo>
                    <a:pt x="3219992" y="2359055"/>
                  </a:lnTo>
                  <a:lnTo>
                    <a:pt x="3220179" y="2359055"/>
                  </a:lnTo>
                  <a:lnTo>
                    <a:pt x="3221764" y="2359055"/>
                  </a:lnTo>
                  <a:lnTo>
                    <a:pt x="3223349" y="2359055"/>
                  </a:lnTo>
                  <a:lnTo>
                    <a:pt x="3225494" y="2349102"/>
                  </a:lnTo>
                  <a:lnTo>
                    <a:pt x="3228478" y="2349102"/>
                  </a:lnTo>
                  <a:lnTo>
                    <a:pt x="3230156" y="2349102"/>
                  </a:lnTo>
                  <a:lnTo>
                    <a:pt x="3232208" y="2349102"/>
                  </a:lnTo>
                  <a:lnTo>
                    <a:pt x="3232488" y="2349102"/>
                  </a:lnTo>
                  <a:lnTo>
                    <a:pt x="3232861" y="2349102"/>
                  </a:lnTo>
                  <a:lnTo>
                    <a:pt x="3237336" y="2349102"/>
                  </a:lnTo>
                  <a:lnTo>
                    <a:pt x="3237430" y="2349102"/>
                  </a:lnTo>
                  <a:lnTo>
                    <a:pt x="3240320" y="2349102"/>
                  </a:lnTo>
                  <a:lnTo>
                    <a:pt x="3240600" y="2349102"/>
                  </a:lnTo>
                  <a:lnTo>
                    <a:pt x="3242278" y="2349102"/>
                  </a:lnTo>
                  <a:lnTo>
                    <a:pt x="3244143" y="2349102"/>
                  </a:lnTo>
                  <a:lnTo>
                    <a:pt x="3245729" y="2349102"/>
                  </a:lnTo>
                  <a:lnTo>
                    <a:pt x="3247966" y="2349102"/>
                  </a:lnTo>
                  <a:lnTo>
                    <a:pt x="3248712" y="2349102"/>
                  </a:lnTo>
                  <a:lnTo>
                    <a:pt x="3249085" y="2349102"/>
                  </a:lnTo>
                  <a:lnTo>
                    <a:pt x="3250391" y="2349102"/>
                  </a:lnTo>
                  <a:lnTo>
                    <a:pt x="3251603" y="2349102"/>
                  </a:lnTo>
                  <a:lnTo>
                    <a:pt x="3254214" y="2349102"/>
                  </a:lnTo>
                  <a:lnTo>
                    <a:pt x="3254307" y="2349102"/>
                  </a:lnTo>
                  <a:lnTo>
                    <a:pt x="3256638" y="2349102"/>
                  </a:lnTo>
                  <a:lnTo>
                    <a:pt x="3257944" y="2349102"/>
                  </a:lnTo>
                  <a:lnTo>
                    <a:pt x="3258690" y="2349102"/>
                  </a:lnTo>
                  <a:lnTo>
                    <a:pt x="3258876" y="2349102"/>
                  </a:lnTo>
                  <a:lnTo>
                    <a:pt x="3259902" y="2349102"/>
                  </a:lnTo>
                  <a:lnTo>
                    <a:pt x="3262606" y="2339148"/>
                  </a:lnTo>
                  <a:lnTo>
                    <a:pt x="3266150" y="2339148"/>
                  </a:lnTo>
                  <a:lnTo>
                    <a:pt x="3268201" y="2339148"/>
                  </a:lnTo>
                  <a:lnTo>
                    <a:pt x="3270066" y="2339148"/>
                  </a:lnTo>
                  <a:lnTo>
                    <a:pt x="3272863" y="2339148"/>
                  </a:lnTo>
                  <a:lnTo>
                    <a:pt x="3274169" y="2339148"/>
                  </a:lnTo>
                  <a:lnTo>
                    <a:pt x="3277059" y="2329194"/>
                  </a:lnTo>
                  <a:lnTo>
                    <a:pt x="3278551" y="2329194"/>
                  </a:lnTo>
                  <a:lnTo>
                    <a:pt x="3278645" y="2329194"/>
                  </a:lnTo>
                  <a:lnTo>
                    <a:pt x="3280323" y="2329194"/>
                  </a:lnTo>
                  <a:lnTo>
                    <a:pt x="3280696" y="2329194"/>
                  </a:lnTo>
                  <a:lnTo>
                    <a:pt x="3281535" y="2329194"/>
                  </a:lnTo>
                  <a:lnTo>
                    <a:pt x="3281722" y="2329194"/>
                  </a:lnTo>
                  <a:lnTo>
                    <a:pt x="3282001" y="2329194"/>
                  </a:lnTo>
                  <a:lnTo>
                    <a:pt x="3284239" y="2329194"/>
                  </a:lnTo>
                  <a:lnTo>
                    <a:pt x="3284892" y="2329194"/>
                  </a:lnTo>
                  <a:lnTo>
                    <a:pt x="3286384" y="2329194"/>
                  </a:lnTo>
                  <a:lnTo>
                    <a:pt x="3286477" y="2319240"/>
                  </a:lnTo>
                  <a:lnTo>
                    <a:pt x="3289088" y="2309286"/>
                  </a:lnTo>
                  <a:lnTo>
                    <a:pt x="3289275" y="2309286"/>
                  </a:lnTo>
                  <a:lnTo>
                    <a:pt x="3289834" y="2309286"/>
                  </a:lnTo>
                  <a:lnTo>
                    <a:pt x="3290207" y="2309286"/>
                  </a:lnTo>
                  <a:lnTo>
                    <a:pt x="3292445" y="2309286"/>
                  </a:lnTo>
                  <a:lnTo>
                    <a:pt x="3294310" y="2309286"/>
                  </a:lnTo>
                  <a:lnTo>
                    <a:pt x="3294497" y="2309286"/>
                  </a:lnTo>
                  <a:lnTo>
                    <a:pt x="3295056" y="2309286"/>
                  </a:lnTo>
                  <a:lnTo>
                    <a:pt x="3295429" y="2309286"/>
                  </a:lnTo>
                  <a:lnTo>
                    <a:pt x="3300744" y="2289379"/>
                  </a:lnTo>
                  <a:lnTo>
                    <a:pt x="3303448" y="2289379"/>
                  </a:lnTo>
                  <a:lnTo>
                    <a:pt x="3305873" y="2269471"/>
                  </a:lnTo>
                  <a:lnTo>
                    <a:pt x="3307644" y="2269471"/>
                  </a:lnTo>
                  <a:lnTo>
                    <a:pt x="3309975" y="2269471"/>
                  </a:lnTo>
                  <a:lnTo>
                    <a:pt x="3310628" y="2269471"/>
                  </a:lnTo>
                  <a:lnTo>
                    <a:pt x="3313146" y="2269471"/>
                  </a:lnTo>
                  <a:lnTo>
                    <a:pt x="3315104" y="2269471"/>
                  </a:lnTo>
                  <a:lnTo>
                    <a:pt x="3316689" y="2269471"/>
                  </a:lnTo>
                  <a:lnTo>
                    <a:pt x="3316969" y="2269471"/>
                  </a:lnTo>
                  <a:lnTo>
                    <a:pt x="3319487" y="2269471"/>
                  </a:lnTo>
                  <a:lnTo>
                    <a:pt x="3319673" y="2269471"/>
                  </a:lnTo>
                  <a:lnTo>
                    <a:pt x="3320606" y="2269471"/>
                  </a:lnTo>
                  <a:lnTo>
                    <a:pt x="3322937" y="2269471"/>
                  </a:lnTo>
                  <a:lnTo>
                    <a:pt x="3325081" y="2269471"/>
                  </a:lnTo>
                  <a:lnTo>
                    <a:pt x="3325175" y="2269471"/>
                  </a:lnTo>
                  <a:lnTo>
                    <a:pt x="3325268" y="2269471"/>
                  </a:lnTo>
                  <a:lnTo>
                    <a:pt x="3327786" y="2269471"/>
                  </a:lnTo>
                  <a:lnTo>
                    <a:pt x="3327879" y="2269471"/>
                  </a:lnTo>
                  <a:lnTo>
                    <a:pt x="3328718" y="2269471"/>
                  </a:lnTo>
                  <a:lnTo>
                    <a:pt x="3328811" y="2269471"/>
                  </a:lnTo>
                  <a:lnTo>
                    <a:pt x="3330303" y="2269471"/>
                  </a:lnTo>
                  <a:lnTo>
                    <a:pt x="3333101" y="2259517"/>
                  </a:lnTo>
                  <a:lnTo>
                    <a:pt x="3333287" y="2259517"/>
                  </a:lnTo>
                  <a:lnTo>
                    <a:pt x="3335805" y="2259517"/>
                  </a:lnTo>
                  <a:lnTo>
                    <a:pt x="3337297" y="2259517"/>
                  </a:lnTo>
                  <a:lnTo>
                    <a:pt x="3339441" y="2259517"/>
                  </a:lnTo>
                  <a:lnTo>
                    <a:pt x="3342052" y="2249563"/>
                  </a:lnTo>
                  <a:lnTo>
                    <a:pt x="3344197" y="2249563"/>
                  </a:lnTo>
                  <a:lnTo>
                    <a:pt x="3344570" y="2249563"/>
                  </a:lnTo>
                  <a:lnTo>
                    <a:pt x="3345502" y="2249563"/>
                  </a:lnTo>
                  <a:lnTo>
                    <a:pt x="3347740" y="2229656"/>
                  </a:lnTo>
                  <a:lnTo>
                    <a:pt x="3349326" y="2229656"/>
                  </a:lnTo>
                  <a:lnTo>
                    <a:pt x="3351843" y="2229656"/>
                  </a:lnTo>
                  <a:lnTo>
                    <a:pt x="3351936" y="2229656"/>
                  </a:lnTo>
                  <a:lnTo>
                    <a:pt x="3352030" y="2229656"/>
                  </a:lnTo>
                  <a:lnTo>
                    <a:pt x="3354361" y="2229656"/>
                  </a:lnTo>
                  <a:lnTo>
                    <a:pt x="3354920" y="2229656"/>
                  </a:lnTo>
                  <a:lnTo>
                    <a:pt x="3356879" y="2229656"/>
                  </a:lnTo>
                  <a:lnTo>
                    <a:pt x="3359676" y="2229656"/>
                  </a:lnTo>
                  <a:lnTo>
                    <a:pt x="3360049" y="2229656"/>
                  </a:lnTo>
                  <a:lnTo>
                    <a:pt x="3360888" y="2229656"/>
                  </a:lnTo>
                  <a:lnTo>
                    <a:pt x="3363126" y="2229656"/>
                  </a:lnTo>
                  <a:lnTo>
                    <a:pt x="3363406" y="2229656"/>
                  </a:lnTo>
                  <a:lnTo>
                    <a:pt x="3366483" y="2229656"/>
                  </a:lnTo>
                  <a:lnTo>
                    <a:pt x="3369094" y="2229656"/>
                  </a:lnTo>
                  <a:lnTo>
                    <a:pt x="3369187" y="2219702"/>
                  </a:lnTo>
                  <a:lnTo>
                    <a:pt x="3369280" y="2219702"/>
                  </a:lnTo>
                  <a:lnTo>
                    <a:pt x="3369840" y="2219702"/>
                  </a:lnTo>
                  <a:lnTo>
                    <a:pt x="3369933" y="2219702"/>
                  </a:lnTo>
                  <a:lnTo>
                    <a:pt x="3372917" y="2199794"/>
                  </a:lnTo>
                  <a:lnTo>
                    <a:pt x="3373570" y="2189840"/>
                  </a:lnTo>
                  <a:lnTo>
                    <a:pt x="3373943" y="2189840"/>
                  </a:lnTo>
                  <a:lnTo>
                    <a:pt x="3374782" y="2189840"/>
                  </a:lnTo>
                  <a:lnTo>
                    <a:pt x="3377952" y="2189840"/>
                  </a:lnTo>
                  <a:lnTo>
                    <a:pt x="3379351" y="2179887"/>
                  </a:lnTo>
                  <a:lnTo>
                    <a:pt x="3381869" y="2179887"/>
                  </a:lnTo>
                  <a:lnTo>
                    <a:pt x="3383920" y="2159979"/>
                  </a:lnTo>
                  <a:lnTo>
                    <a:pt x="3384200" y="2159979"/>
                  </a:lnTo>
                  <a:lnTo>
                    <a:pt x="3387650" y="2159979"/>
                  </a:lnTo>
                  <a:lnTo>
                    <a:pt x="3389328" y="2159979"/>
                  </a:lnTo>
                  <a:lnTo>
                    <a:pt x="3391660" y="2159979"/>
                  </a:lnTo>
                  <a:lnTo>
                    <a:pt x="3392219" y="2159979"/>
                  </a:lnTo>
                  <a:lnTo>
                    <a:pt x="3395576" y="2159979"/>
                  </a:lnTo>
                  <a:lnTo>
                    <a:pt x="3399399" y="2159979"/>
                  </a:lnTo>
                  <a:lnTo>
                    <a:pt x="3400331" y="2159979"/>
                  </a:lnTo>
                  <a:lnTo>
                    <a:pt x="3400518" y="2159979"/>
                  </a:lnTo>
                  <a:lnTo>
                    <a:pt x="3400611" y="2159979"/>
                  </a:lnTo>
                  <a:lnTo>
                    <a:pt x="3400798" y="2159979"/>
                  </a:lnTo>
                  <a:lnTo>
                    <a:pt x="3403409" y="2159979"/>
                  </a:lnTo>
                  <a:lnTo>
                    <a:pt x="3403782" y="2159979"/>
                  </a:lnTo>
                  <a:lnTo>
                    <a:pt x="3404155" y="2159979"/>
                  </a:lnTo>
                  <a:lnTo>
                    <a:pt x="3405460" y="2159979"/>
                  </a:lnTo>
                  <a:lnTo>
                    <a:pt x="3408071" y="2159979"/>
                  </a:lnTo>
                  <a:lnTo>
                    <a:pt x="3408724" y="2159979"/>
                  </a:lnTo>
                  <a:lnTo>
                    <a:pt x="3409003" y="2159979"/>
                  </a:lnTo>
                  <a:lnTo>
                    <a:pt x="3409190" y="2150025"/>
                  </a:lnTo>
                  <a:lnTo>
                    <a:pt x="3411614" y="2140071"/>
                  </a:lnTo>
                  <a:lnTo>
                    <a:pt x="3412454" y="2130118"/>
                  </a:lnTo>
                  <a:lnTo>
                    <a:pt x="3414039" y="2130118"/>
                  </a:lnTo>
                  <a:lnTo>
                    <a:pt x="3416836" y="2130118"/>
                  </a:lnTo>
                  <a:lnTo>
                    <a:pt x="3420566" y="2110210"/>
                  </a:lnTo>
                  <a:lnTo>
                    <a:pt x="3423270" y="2090302"/>
                  </a:lnTo>
                  <a:lnTo>
                    <a:pt x="3424016" y="2090302"/>
                  </a:lnTo>
                  <a:lnTo>
                    <a:pt x="3425974" y="2080348"/>
                  </a:lnTo>
                  <a:lnTo>
                    <a:pt x="3426068" y="2080348"/>
                  </a:lnTo>
                  <a:lnTo>
                    <a:pt x="3429424" y="2080348"/>
                  </a:lnTo>
                  <a:lnTo>
                    <a:pt x="3429518" y="2080348"/>
                  </a:lnTo>
                  <a:lnTo>
                    <a:pt x="3431756" y="2070395"/>
                  </a:lnTo>
                  <a:lnTo>
                    <a:pt x="3433154" y="2070395"/>
                  </a:lnTo>
                  <a:lnTo>
                    <a:pt x="3435019" y="2070395"/>
                  </a:lnTo>
                  <a:lnTo>
                    <a:pt x="3436698" y="2070395"/>
                  </a:lnTo>
                  <a:lnTo>
                    <a:pt x="3437164" y="2070395"/>
                  </a:lnTo>
                  <a:lnTo>
                    <a:pt x="3438096" y="2070395"/>
                  </a:lnTo>
                  <a:lnTo>
                    <a:pt x="3440055" y="2070395"/>
                  </a:lnTo>
                  <a:lnTo>
                    <a:pt x="3440148" y="2070395"/>
                  </a:lnTo>
                  <a:lnTo>
                    <a:pt x="3440987" y="2070395"/>
                  </a:lnTo>
                  <a:lnTo>
                    <a:pt x="3441826" y="2070395"/>
                  </a:lnTo>
                  <a:lnTo>
                    <a:pt x="3443878" y="2070395"/>
                  </a:lnTo>
                  <a:lnTo>
                    <a:pt x="3444157" y="2070395"/>
                  </a:lnTo>
                  <a:lnTo>
                    <a:pt x="3446209" y="2070395"/>
                  </a:lnTo>
                  <a:lnTo>
                    <a:pt x="3448820" y="2070395"/>
                  </a:lnTo>
                  <a:lnTo>
                    <a:pt x="3449566" y="2060441"/>
                  </a:lnTo>
                  <a:lnTo>
                    <a:pt x="3450218" y="2060441"/>
                  </a:lnTo>
                  <a:lnTo>
                    <a:pt x="3453948" y="2060441"/>
                  </a:lnTo>
                  <a:lnTo>
                    <a:pt x="3459077" y="2060441"/>
                  </a:lnTo>
                  <a:lnTo>
                    <a:pt x="3462340" y="2060441"/>
                  </a:lnTo>
                  <a:lnTo>
                    <a:pt x="3462434" y="2060441"/>
                  </a:lnTo>
                  <a:lnTo>
                    <a:pt x="3465511" y="2060441"/>
                  </a:lnTo>
                  <a:lnTo>
                    <a:pt x="3467189" y="2060441"/>
                  </a:lnTo>
                  <a:lnTo>
                    <a:pt x="3467283" y="2060441"/>
                  </a:lnTo>
                  <a:lnTo>
                    <a:pt x="3469147" y="2060441"/>
                  </a:lnTo>
                  <a:lnTo>
                    <a:pt x="3469893" y="2060441"/>
                  </a:lnTo>
                  <a:lnTo>
                    <a:pt x="3470360" y="2060441"/>
                  </a:lnTo>
                  <a:lnTo>
                    <a:pt x="3470639" y="2060441"/>
                  </a:lnTo>
                  <a:lnTo>
                    <a:pt x="3473157" y="2060441"/>
                  </a:lnTo>
                  <a:lnTo>
                    <a:pt x="3473344" y="2060441"/>
                  </a:lnTo>
                  <a:lnTo>
                    <a:pt x="3475209" y="2060441"/>
                  </a:lnTo>
                  <a:lnTo>
                    <a:pt x="3476048" y="2060441"/>
                  </a:lnTo>
                  <a:lnTo>
                    <a:pt x="3478006" y="2060441"/>
                  </a:lnTo>
                  <a:lnTo>
                    <a:pt x="3478099" y="2060441"/>
                  </a:lnTo>
                  <a:lnTo>
                    <a:pt x="3479778" y="2060441"/>
                  </a:lnTo>
                  <a:lnTo>
                    <a:pt x="3479871" y="2060441"/>
                  </a:lnTo>
                  <a:lnTo>
                    <a:pt x="3480057" y="2060441"/>
                  </a:lnTo>
                  <a:lnTo>
                    <a:pt x="3480337" y="2060441"/>
                  </a:lnTo>
                  <a:lnTo>
                    <a:pt x="3480617" y="2060441"/>
                  </a:lnTo>
                  <a:lnTo>
                    <a:pt x="3482016" y="2060441"/>
                  </a:lnTo>
                  <a:lnTo>
                    <a:pt x="3484999" y="2060441"/>
                  </a:lnTo>
                  <a:lnTo>
                    <a:pt x="3485093" y="2060441"/>
                  </a:lnTo>
                  <a:lnTo>
                    <a:pt x="3485652" y="2060441"/>
                  </a:lnTo>
                  <a:lnTo>
                    <a:pt x="3485839" y="2060441"/>
                  </a:lnTo>
                  <a:lnTo>
                    <a:pt x="3485932" y="2060441"/>
                  </a:lnTo>
                  <a:lnTo>
                    <a:pt x="3488356" y="2060441"/>
                  </a:lnTo>
                  <a:lnTo>
                    <a:pt x="3489941" y="2060441"/>
                  </a:lnTo>
                  <a:lnTo>
                    <a:pt x="3493112" y="2060441"/>
                  </a:lnTo>
                  <a:lnTo>
                    <a:pt x="3496189" y="2060441"/>
                  </a:lnTo>
                  <a:lnTo>
                    <a:pt x="3496842" y="2060441"/>
                  </a:lnTo>
                  <a:lnTo>
                    <a:pt x="3498986" y="2060441"/>
                  </a:lnTo>
                  <a:lnTo>
                    <a:pt x="3499080" y="2060441"/>
                  </a:lnTo>
                  <a:lnTo>
                    <a:pt x="3501597" y="2060441"/>
                  </a:lnTo>
                  <a:lnTo>
                    <a:pt x="3501877" y="2060441"/>
                  </a:lnTo>
                  <a:lnTo>
                    <a:pt x="3505514" y="2060441"/>
                  </a:lnTo>
                  <a:lnTo>
                    <a:pt x="3508404" y="2060441"/>
                  </a:lnTo>
                  <a:lnTo>
                    <a:pt x="3508404" y="2050487"/>
                  </a:lnTo>
                  <a:lnTo>
                    <a:pt x="3509617" y="2050487"/>
                  </a:lnTo>
                  <a:lnTo>
                    <a:pt x="3510922" y="2050487"/>
                  </a:lnTo>
                  <a:lnTo>
                    <a:pt x="3513067" y="2050487"/>
                  </a:lnTo>
                  <a:lnTo>
                    <a:pt x="3515864" y="2050487"/>
                  </a:lnTo>
                  <a:lnTo>
                    <a:pt x="3517449" y="2050487"/>
                  </a:lnTo>
                  <a:lnTo>
                    <a:pt x="3518661" y="2050487"/>
                  </a:lnTo>
                  <a:lnTo>
                    <a:pt x="3520247" y="2050487"/>
                  </a:lnTo>
                  <a:lnTo>
                    <a:pt x="3520340" y="2050487"/>
                  </a:lnTo>
                  <a:lnTo>
                    <a:pt x="3522671" y="2050487"/>
                  </a:lnTo>
                  <a:lnTo>
                    <a:pt x="3523790" y="2050487"/>
                  </a:lnTo>
                  <a:lnTo>
                    <a:pt x="3524536" y="2040533"/>
                  </a:lnTo>
                  <a:lnTo>
                    <a:pt x="3524722" y="2040533"/>
                  </a:lnTo>
                  <a:lnTo>
                    <a:pt x="3524816" y="2040533"/>
                  </a:lnTo>
                  <a:lnTo>
                    <a:pt x="3525282" y="2040533"/>
                  </a:lnTo>
                  <a:lnTo>
                    <a:pt x="3528452" y="2040533"/>
                  </a:lnTo>
                  <a:lnTo>
                    <a:pt x="3532462" y="2040533"/>
                  </a:lnTo>
                  <a:lnTo>
                    <a:pt x="3533674" y="2040533"/>
                  </a:lnTo>
                  <a:lnTo>
                    <a:pt x="3536658" y="2040533"/>
                  </a:lnTo>
                  <a:lnTo>
                    <a:pt x="3536751" y="2040533"/>
                  </a:lnTo>
                  <a:lnTo>
                    <a:pt x="3539735" y="2040533"/>
                  </a:lnTo>
                  <a:lnTo>
                    <a:pt x="3540201" y="2040533"/>
                  </a:lnTo>
                  <a:lnTo>
                    <a:pt x="3543185" y="2040533"/>
                  </a:lnTo>
                  <a:lnTo>
                    <a:pt x="3544677" y="2040533"/>
                  </a:lnTo>
                  <a:lnTo>
                    <a:pt x="3547661" y="2040533"/>
                  </a:lnTo>
                  <a:lnTo>
                    <a:pt x="3548034" y="2040533"/>
                  </a:lnTo>
                  <a:lnTo>
                    <a:pt x="3548500" y="2040533"/>
                  </a:lnTo>
                  <a:lnTo>
                    <a:pt x="3548594" y="2040533"/>
                  </a:lnTo>
                  <a:lnTo>
                    <a:pt x="3550925" y="2040533"/>
                  </a:lnTo>
                  <a:lnTo>
                    <a:pt x="3551578" y="2040533"/>
                  </a:lnTo>
                  <a:lnTo>
                    <a:pt x="3552510" y="2040533"/>
                  </a:lnTo>
                  <a:lnTo>
                    <a:pt x="3554841" y="2040533"/>
                  </a:lnTo>
                  <a:lnTo>
                    <a:pt x="3554934" y="2040533"/>
                  </a:lnTo>
                  <a:lnTo>
                    <a:pt x="3555028" y="2040533"/>
                  </a:lnTo>
                  <a:lnTo>
                    <a:pt x="3558851" y="2040533"/>
                  </a:lnTo>
                  <a:lnTo>
                    <a:pt x="3559503" y="2040533"/>
                  </a:lnTo>
                  <a:lnTo>
                    <a:pt x="3559783" y="2040533"/>
                  </a:lnTo>
                  <a:lnTo>
                    <a:pt x="3560249" y="2040533"/>
                  </a:lnTo>
                  <a:lnTo>
                    <a:pt x="3562954" y="2040533"/>
                  </a:lnTo>
                  <a:lnTo>
                    <a:pt x="3565378" y="2040533"/>
                  </a:lnTo>
                  <a:lnTo>
                    <a:pt x="3568362" y="2040533"/>
                  </a:lnTo>
                  <a:lnTo>
                    <a:pt x="3569201" y="2040533"/>
                  </a:lnTo>
                  <a:lnTo>
                    <a:pt x="3572465" y="2040533"/>
                  </a:lnTo>
                  <a:lnTo>
                    <a:pt x="3576568" y="2040533"/>
                  </a:lnTo>
                  <a:lnTo>
                    <a:pt x="3577127" y="2040533"/>
                  </a:lnTo>
                  <a:lnTo>
                    <a:pt x="3578899" y="2030579"/>
                  </a:lnTo>
                  <a:lnTo>
                    <a:pt x="3581603" y="2020625"/>
                  </a:lnTo>
                  <a:lnTo>
                    <a:pt x="3581789" y="2020625"/>
                  </a:lnTo>
                  <a:lnTo>
                    <a:pt x="3584960" y="2020625"/>
                  </a:lnTo>
                  <a:lnTo>
                    <a:pt x="3585892" y="2020625"/>
                  </a:lnTo>
                  <a:lnTo>
                    <a:pt x="3590928" y="2010672"/>
                  </a:lnTo>
                  <a:lnTo>
                    <a:pt x="3591021" y="2010672"/>
                  </a:lnTo>
                  <a:lnTo>
                    <a:pt x="3591207" y="2010672"/>
                  </a:lnTo>
                  <a:lnTo>
                    <a:pt x="3591487" y="2010672"/>
                  </a:lnTo>
                  <a:lnTo>
                    <a:pt x="3591674" y="2010672"/>
                  </a:lnTo>
                  <a:lnTo>
                    <a:pt x="3593632" y="2010672"/>
                  </a:lnTo>
                  <a:lnTo>
                    <a:pt x="3594005" y="2010672"/>
                  </a:lnTo>
                  <a:lnTo>
                    <a:pt x="3594284" y="2010672"/>
                  </a:lnTo>
                  <a:lnTo>
                    <a:pt x="3595776" y="2010672"/>
                  </a:lnTo>
                  <a:lnTo>
                    <a:pt x="3596522" y="2010672"/>
                  </a:lnTo>
                  <a:lnTo>
                    <a:pt x="3598760" y="2010672"/>
                  </a:lnTo>
                  <a:lnTo>
                    <a:pt x="3599040" y="2010672"/>
                  </a:lnTo>
                  <a:lnTo>
                    <a:pt x="3600625" y="2010672"/>
                  </a:lnTo>
                  <a:lnTo>
                    <a:pt x="3601931" y="2010672"/>
                  </a:lnTo>
                  <a:lnTo>
                    <a:pt x="3602490" y="2010672"/>
                  </a:lnTo>
                  <a:lnTo>
                    <a:pt x="3607712" y="1990764"/>
                  </a:lnTo>
                  <a:lnTo>
                    <a:pt x="3611255" y="1980810"/>
                  </a:lnTo>
                  <a:lnTo>
                    <a:pt x="3613587" y="1980810"/>
                  </a:lnTo>
                  <a:lnTo>
                    <a:pt x="3617223" y="1980810"/>
                  </a:lnTo>
                  <a:lnTo>
                    <a:pt x="3617316" y="1980810"/>
                  </a:lnTo>
                  <a:lnTo>
                    <a:pt x="3621792" y="1970856"/>
                  </a:lnTo>
                  <a:lnTo>
                    <a:pt x="3622818" y="1970856"/>
                  </a:lnTo>
                  <a:lnTo>
                    <a:pt x="3626548" y="1970856"/>
                  </a:lnTo>
                  <a:lnTo>
                    <a:pt x="3628879" y="1970856"/>
                  </a:lnTo>
                  <a:lnTo>
                    <a:pt x="3633075" y="1970856"/>
                  </a:lnTo>
                  <a:lnTo>
                    <a:pt x="3633168" y="1960903"/>
                  </a:lnTo>
                  <a:lnTo>
                    <a:pt x="3633448" y="1960903"/>
                  </a:lnTo>
                  <a:lnTo>
                    <a:pt x="3634101" y="1960903"/>
                  </a:lnTo>
                  <a:lnTo>
                    <a:pt x="3636152" y="1960903"/>
                  </a:lnTo>
                  <a:lnTo>
                    <a:pt x="3636245" y="1960903"/>
                  </a:lnTo>
                  <a:lnTo>
                    <a:pt x="3638110" y="1960903"/>
                  </a:lnTo>
                  <a:lnTo>
                    <a:pt x="3640442" y="1960903"/>
                  </a:lnTo>
                  <a:lnTo>
                    <a:pt x="3640628" y="1960903"/>
                  </a:lnTo>
                  <a:lnTo>
                    <a:pt x="3643425" y="1960903"/>
                  </a:lnTo>
                  <a:lnTo>
                    <a:pt x="3644544" y="1960903"/>
                  </a:lnTo>
                  <a:lnTo>
                    <a:pt x="3645104" y="1960903"/>
                  </a:lnTo>
                  <a:lnTo>
                    <a:pt x="3647435" y="1960903"/>
                  </a:lnTo>
                  <a:lnTo>
                    <a:pt x="3647528" y="1960903"/>
                  </a:lnTo>
                  <a:lnTo>
                    <a:pt x="3649486" y="1960903"/>
                  </a:lnTo>
                  <a:lnTo>
                    <a:pt x="3653683" y="1960903"/>
                  </a:lnTo>
                  <a:lnTo>
                    <a:pt x="3656666" y="1960903"/>
                  </a:lnTo>
                  <a:lnTo>
                    <a:pt x="3657972" y="1960903"/>
                  </a:lnTo>
                  <a:lnTo>
                    <a:pt x="3660676" y="1950949"/>
                  </a:lnTo>
                  <a:lnTo>
                    <a:pt x="3662728" y="1950949"/>
                  </a:lnTo>
                  <a:lnTo>
                    <a:pt x="3666830" y="1950949"/>
                  </a:lnTo>
                  <a:lnTo>
                    <a:pt x="3667203" y="1950949"/>
                  </a:lnTo>
                  <a:lnTo>
                    <a:pt x="3671120" y="1950949"/>
                  </a:lnTo>
                  <a:lnTo>
                    <a:pt x="3671493" y="1940995"/>
                  </a:lnTo>
                  <a:lnTo>
                    <a:pt x="3671586" y="1940995"/>
                  </a:lnTo>
                  <a:lnTo>
                    <a:pt x="3674850" y="1940995"/>
                  </a:lnTo>
                  <a:lnTo>
                    <a:pt x="3676715" y="1940995"/>
                  </a:lnTo>
                  <a:lnTo>
                    <a:pt x="3676808" y="1940995"/>
                  </a:lnTo>
                  <a:lnTo>
                    <a:pt x="3676901" y="1940995"/>
                  </a:lnTo>
                  <a:lnTo>
                    <a:pt x="3680817" y="1940995"/>
                  </a:lnTo>
                  <a:lnTo>
                    <a:pt x="3681190" y="1940995"/>
                  </a:lnTo>
                  <a:lnTo>
                    <a:pt x="3681470" y="1940995"/>
                  </a:lnTo>
                  <a:lnTo>
                    <a:pt x="3682309" y="1931041"/>
                  </a:lnTo>
                  <a:lnTo>
                    <a:pt x="3685759" y="1921087"/>
                  </a:lnTo>
                  <a:lnTo>
                    <a:pt x="3686692" y="1911133"/>
                  </a:lnTo>
                  <a:lnTo>
                    <a:pt x="3686878" y="1911133"/>
                  </a:lnTo>
                  <a:lnTo>
                    <a:pt x="3686972" y="1911133"/>
                  </a:lnTo>
                  <a:lnTo>
                    <a:pt x="3687065" y="1911133"/>
                  </a:lnTo>
                  <a:lnTo>
                    <a:pt x="3689583" y="1901180"/>
                  </a:lnTo>
                  <a:lnTo>
                    <a:pt x="3690422" y="1901180"/>
                  </a:lnTo>
                  <a:lnTo>
                    <a:pt x="3690888" y="1901180"/>
                  </a:lnTo>
                  <a:lnTo>
                    <a:pt x="3695084" y="1901180"/>
                  </a:lnTo>
                  <a:lnTo>
                    <a:pt x="3700959" y="1901180"/>
                  </a:lnTo>
                  <a:lnTo>
                    <a:pt x="3701145" y="1901180"/>
                  </a:lnTo>
                  <a:lnTo>
                    <a:pt x="3703290" y="1901180"/>
                  </a:lnTo>
                  <a:lnTo>
                    <a:pt x="3706087" y="1901180"/>
                  </a:lnTo>
                  <a:lnTo>
                    <a:pt x="3709537" y="1901180"/>
                  </a:lnTo>
                  <a:lnTo>
                    <a:pt x="3713827" y="1901180"/>
                  </a:lnTo>
                  <a:lnTo>
                    <a:pt x="3713920" y="1901180"/>
                  </a:lnTo>
                  <a:lnTo>
                    <a:pt x="3714013" y="1901180"/>
                  </a:lnTo>
                  <a:lnTo>
                    <a:pt x="3716158" y="1901180"/>
                  </a:lnTo>
                  <a:lnTo>
                    <a:pt x="3719142" y="1901180"/>
                  </a:lnTo>
                  <a:lnTo>
                    <a:pt x="3719421" y="1901180"/>
                  </a:lnTo>
                  <a:lnTo>
                    <a:pt x="3720167" y="1901180"/>
                  </a:lnTo>
                  <a:lnTo>
                    <a:pt x="3722405" y="1901180"/>
                  </a:lnTo>
                  <a:lnTo>
                    <a:pt x="3723711" y="1901180"/>
                  </a:lnTo>
                  <a:lnTo>
                    <a:pt x="3724923" y="1901180"/>
                  </a:lnTo>
                  <a:lnTo>
                    <a:pt x="3725110" y="1901180"/>
                  </a:lnTo>
                  <a:lnTo>
                    <a:pt x="3726695" y="1901180"/>
                  </a:lnTo>
                  <a:lnTo>
                    <a:pt x="3728653" y="1891226"/>
                  </a:lnTo>
                  <a:lnTo>
                    <a:pt x="3730518" y="1881272"/>
                  </a:lnTo>
                  <a:lnTo>
                    <a:pt x="3731171" y="1881272"/>
                  </a:lnTo>
                  <a:lnTo>
                    <a:pt x="3732103" y="1871318"/>
                  </a:lnTo>
                  <a:lnTo>
                    <a:pt x="3732756" y="1871318"/>
                  </a:lnTo>
                  <a:lnTo>
                    <a:pt x="3732942" y="1871318"/>
                  </a:lnTo>
                  <a:lnTo>
                    <a:pt x="3735646" y="1871318"/>
                  </a:lnTo>
                  <a:lnTo>
                    <a:pt x="3737605" y="1871318"/>
                  </a:lnTo>
                  <a:lnTo>
                    <a:pt x="3741801" y="1861364"/>
                  </a:lnTo>
                  <a:lnTo>
                    <a:pt x="3741894" y="1861364"/>
                  </a:lnTo>
                  <a:lnTo>
                    <a:pt x="3746836" y="1851411"/>
                  </a:lnTo>
                  <a:lnTo>
                    <a:pt x="3747395" y="1841457"/>
                  </a:lnTo>
                  <a:lnTo>
                    <a:pt x="3750659" y="1821549"/>
                  </a:lnTo>
                  <a:lnTo>
                    <a:pt x="3755415" y="1821549"/>
                  </a:lnTo>
                  <a:lnTo>
                    <a:pt x="3755601" y="1821549"/>
                  </a:lnTo>
                  <a:lnTo>
                    <a:pt x="3756161" y="1821549"/>
                  </a:lnTo>
                  <a:lnTo>
                    <a:pt x="3759518" y="1811595"/>
                  </a:lnTo>
                  <a:lnTo>
                    <a:pt x="3759611" y="1811595"/>
                  </a:lnTo>
                  <a:lnTo>
                    <a:pt x="3759797" y="1811595"/>
                  </a:lnTo>
                  <a:lnTo>
                    <a:pt x="3763620" y="1801641"/>
                  </a:lnTo>
                  <a:lnTo>
                    <a:pt x="3764460" y="1801641"/>
                  </a:lnTo>
                  <a:lnTo>
                    <a:pt x="3766884" y="1801641"/>
                  </a:lnTo>
                  <a:lnTo>
                    <a:pt x="3766977" y="1801641"/>
                  </a:lnTo>
                  <a:lnTo>
                    <a:pt x="3767164" y="1791688"/>
                  </a:lnTo>
                  <a:lnTo>
                    <a:pt x="3767630" y="1791688"/>
                  </a:lnTo>
                  <a:lnTo>
                    <a:pt x="3768003" y="1791688"/>
                  </a:lnTo>
                  <a:lnTo>
                    <a:pt x="3769308" y="1791688"/>
                  </a:lnTo>
                  <a:lnTo>
                    <a:pt x="3772292" y="1781734"/>
                  </a:lnTo>
                  <a:lnTo>
                    <a:pt x="3772665" y="1781734"/>
                  </a:lnTo>
                  <a:lnTo>
                    <a:pt x="3772759" y="1781734"/>
                  </a:lnTo>
                  <a:lnTo>
                    <a:pt x="3772945" y="1781734"/>
                  </a:lnTo>
                  <a:lnTo>
                    <a:pt x="3774996" y="1781734"/>
                  </a:lnTo>
                  <a:lnTo>
                    <a:pt x="3775090" y="1781734"/>
                  </a:lnTo>
                  <a:lnTo>
                    <a:pt x="3776302" y="1781734"/>
                  </a:lnTo>
                  <a:lnTo>
                    <a:pt x="3780312" y="1781734"/>
                  </a:lnTo>
                  <a:lnTo>
                    <a:pt x="3783948" y="1771780"/>
                  </a:lnTo>
                  <a:lnTo>
                    <a:pt x="3790382" y="1771780"/>
                  </a:lnTo>
                  <a:lnTo>
                    <a:pt x="3790475" y="1771780"/>
                  </a:lnTo>
                  <a:lnTo>
                    <a:pt x="3793553" y="1771780"/>
                  </a:lnTo>
                  <a:lnTo>
                    <a:pt x="3793646" y="1771780"/>
                  </a:lnTo>
                  <a:lnTo>
                    <a:pt x="3796909" y="1771780"/>
                  </a:lnTo>
                  <a:lnTo>
                    <a:pt x="3797282" y="1771780"/>
                  </a:lnTo>
                  <a:lnTo>
                    <a:pt x="3798122" y="1771780"/>
                  </a:lnTo>
                  <a:lnTo>
                    <a:pt x="3801199" y="1771780"/>
                  </a:lnTo>
                  <a:lnTo>
                    <a:pt x="3801479" y="1771780"/>
                  </a:lnTo>
                  <a:lnTo>
                    <a:pt x="3801665" y="1771780"/>
                  </a:lnTo>
                  <a:lnTo>
                    <a:pt x="3801945" y="1771780"/>
                  </a:lnTo>
                  <a:lnTo>
                    <a:pt x="3804649" y="1771780"/>
                  </a:lnTo>
                  <a:lnTo>
                    <a:pt x="3804929" y="1761826"/>
                  </a:lnTo>
                  <a:lnTo>
                    <a:pt x="3805768" y="1761826"/>
                  </a:lnTo>
                  <a:lnTo>
                    <a:pt x="3806514" y="1761826"/>
                  </a:lnTo>
                  <a:lnTo>
                    <a:pt x="3808659" y="1761826"/>
                  </a:lnTo>
                  <a:lnTo>
                    <a:pt x="3808938" y="1761826"/>
                  </a:lnTo>
                  <a:lnTo>
                    <a:pt x="3809031" y="1761826"/>
                  </a:lnTo>
                  <a:lnTo>
                    <a:pt x="3811736" y="1761826"/>
                  </a:lnTo>
                  <a:lnTo>
                    <a:pt x="3812668" y="1761826"/>
                  </a:lnTo>
                  <a:lnTo>
                    <a:pt x="3812948" y="1761826"/>
                  </a:lnTo>
                  <a:lnTo>
                    <a:pt x="3813134" y="1761826"/>
                  </a:lnTo>
                  <a:lnTo>
                    <a:pt x="3813694" y="1751872"/>
                  </a:lnTo>
                  <a:lnTo>
                    <a:pt x="3815932" y="1751872"/>
                  </a:lnTo>
                  <a:lnTo>
                    <a:pt x="3817703" y="1751872"/>
                  </a:lnTo>
                  <a:lnTo>
                    <a:pt x="3822179" y="1751872"/>
                  </a:lnTo>
                  <a:lnTo>
                    <a:pt x="3822273" y="1751872"/>
                  </a:lnTo>
                  <a:lnTo>
                    <a:pt x="3826562" y="1751872"/>
                  </a:lnTo>
                  <a:lnTo>
                    <a:pt x="3831597" y="1741918"/>
                  </a:lnTo>
                  <a:lnTo>
                    <a:pt x="3831690" y="1741918"/>
                  </a:lnTo>
                  <a:lnTo>
                    <a:pt x="3831784" y="1741918"/>
                  </a:lnTo>
                  <a:lnTo>
                    <a:pt x="3834208" y="1741918"/>
                  </a:lnTo>
                  <a:lnTo>
                    <a:pt x="3836166" y="1741918"/>
                  </a:lnTo>
                  <a:lnTo>
                    <a:pt x="3836260" y="1741918"/>
                  </a:lnTo>
                  <a:lnTo>
                    <a:pt x="3836819" y="1731965"/>
                  </a:lnTo>
                  <a:lnTo>
                    <a:pt x="3840456" y="1731965"/>
                  </a:lnTo>
                  <a:lnTo>
                    <a:pt x="3840829" y="1731965"/>
                  </a:lnTo>
                  <a:lnTo>
                    <a:pt x="3843626" y="1722011"/>
                  </a:lnTo>
                  <a:lnTo>
                    <a:pt x="3844279" y="1722011"/>
                  </a:lnTo>
                  <a:lnTo>
                    <a:pt x="3846144" y="1722011"/>
                  </a:lnTo>
                  <a:lnTo>
                    <a:pt x="3846330" y="1722011"/>
                  </a:lnTo>
                  <a:lnTo>
                    <a:pt x="3848848" y="1722011"/>
                  </a:lnTo>
                  <a:lnTo>
                    <a:pt x="3849034" y="1722011"/>
                  </a:lnTo>
                  <a:lnTo>
                    <a:pt x="3849128" y="1722011"/>
                  </a:lnTo>
                  <a:lnTo>
                    <a:pt x="3850153" y="1722011"/>
                  </a:lnTo>
                  <a:lnTo>
                    <a:pt x="3853044" y="1722011"/>
                  </a:lnTo>
                  <a:lnTo>
                    <a:pt x="3853137" y="1722011"/>
                  </a:lnTo>
                  <a:lnTo>
                    <a:pt x="3854070" y="1722011"/>
                  </a:lnTo>
                  <a:lnTo>
                    <a:pt x="3854163" y="1722011"/>
                  </a:lnTo>
                  <a:lnTo>
                    <a:pt x="3855655" y="1712057"/>
                  </a:lnTo>
                  <a:lnTo>
                    <a:pt x="3856308" y="1712057"/>
                  </a:lnTo>
                  <a:lnTo>
                    <a:pt x="3860877" y="1712057"/>
                  </a:lnTo>
                  <a:lnTo>
                    <a:pt x="3860970" y="1712057"/>
                  </a:lnTo>
                  <a:lnTo>
                    <a:pt x="3864606" y="1682196"/>
                  </a:lnTo>
                  <a:lnTo>
                    <a:pt x="3869549" y="1682196"/>
                  </a:lnTo>
                  <a:lnTo>
                    <a:pt x="3871973" y="1682196"/>
                  </a:lnTo>
                  <a:lnTo>
                    <a:pt x="3872532" y="1682196"/>
                  </a:lnTo>
                  <a:lnTo>
                    <a:pt x="3875889" y="1682196"/>
                  </a:lnTo>
                  <a:lnTo>
                    <a:pt x="3876542" y="1682196"/>
                  </a:lnTo>
                  <a:lnTo>
                    <a:pt x="3876635" y="1682196"/>
                  </a:lnTo>
                  <a:lnTo>
                    <a:pt x="3879246" y="1682196"/>
                  </a:lnTo>
                  <a:lnTo>
                    <a:pt x="3880272" y="1682196"/>
                  </a:lnTo>
                  <a:lnTo>
                    <a:pt x="3881857" y="1682196"/>
                  </a:lnTo>
                  <a:lnTo>
                    <a:pt x="3885214" y="1672242"/>
                  </a:lnTo>
                  <a:lnTo>
                    <a:pt x="3885307" y="1672242"/>
                  </a:lnTo>
                  <a:lnTo>
                    <a:pt x="3888011" y="1672242"/>
                  </a:lnTo>
                  <a:lnTo>
                    <a:pt x="3888478" y="1672242"/>
                  </a:lnTo>
                  <a:lnTo>
                    <a:pt x="3888571" y="1672242"/>
                  </a:lnTo>
                  <a:lnTo>
                    <a:pt x="3888664" y="1672242"/>
                  </a:lnTo>
                  <a:lnTo>
                    <a:pt x="3890809" y="1662288"/>
                  </a:lnTo>
                  <a:lnTo>
                    <a:pt x="3891182" y="1662288"/>
                  </a:lnTo>
                  <a:lnTo>
                    <a:pt x="3893979" y="1662288"/>
                  </a:lnTo>
                  <a:lnTo>
                    <a:pt x="3894166" y="1662288"/>
                  </a:lnTo>
                  <a:lnTo>
                    <a:pt x="3894352" y="1662288"/>
                  </a:lnTo>
                  <a:lnTo>
                    <a:pt x="3896683" y="1662288"/>
                  </a:lnTo>
                  <a:lnTo>
                    <a:pt x="3897523" y="1662288"/>
                  </a:lnTo>
                  <a:lnTo>
                    <a:pt x="3897989" y="1662288"/>
                  </a:lnTo>
                  <a:lnTo>
                    <a:pt x="3898828" y="1662288"/>
                  </a:lnTo>
                  <a:lnTo>
                    <a:pt x="3898921" y="1652334"/>
                  </a:lnTo>
                  <a:lnTo>
                    <a:pt x="3900413" y="1652334"/>
                  </a:lnTo>
                  <a:lnTo>
                    <a:pt x="3902371" y="1652334"/>
                  </a:lnTo>
                  <a:lnTo>
                    <a:pt x="3906194" y="1652334"/>
                  </a:lnTo>
                  <a:lnTo>
                    <a:pt x="3909924" y="1642380"/>
                  </a:lnTo>
                  <a:lnTo>
                    <a:pt x="3914773" y="1622473"/>
                  </a:lnTo>
                  <a:lnTo>
                    <a:pt x="3915612" y="1622473"/>
                  </a:lnTo>
                  <a:lnTo>
                    <a:pt x="3915612" y="1612519"/>
                  </a:lnTo>
                  <a:lnTo>
                    <a:pt x="3915799" y="1612519"/>
                  </a:lnTo>
                  <a:lnTo>
                    <a:pt x="3919063" y="1612519"/>
                  </a:lnTo>
                  <a:lnTo>
                    <a:pt x="3920741" y="1612519"/>
                  </a:lnTo>
                  <a:lnTo>
                    <a:pt x="3921021" y="1612519"/>
                  </a:lnTo>
                  <a:lnTo>
                    <a:pt x="3924098" y="1602565"/>
                  </a:lnTo>
                  <a:lnTo>
                    <a:pt x="3924191" y="1602565"/>
                  </a:lnTo>
                  <a:lnTo>
                    <a:pt x="3925217" y="1592611"/>
                  </a:lnTo>
                  <a:lnTo>
                    <a:pt x="3925310" y="1592611"/>
                  </a:lnTo>
                  <a:lnTo>
                    <a:pt x="3927734" y="1592611"/>
                  </a:lnTo>
                  <a:lnTo>
                    <a:pt x="3929413" y="1592611"/>
                  </a:lnTo>
                  <a:lnTo>
                    <a:pt x="3929506" y="1592611"/>
                  </a:lnTo>
                  <a:lnTo>
                    <a:pt x="3932583" y="1592611"/>
                  </a:lnTo>
                  <a:lnTo>
                    <a:pt x="3936220" y="1592611"/>
                  </a:lnTo>
                  <a:lnTo>
                    <a:pt x="3936593" y="1582657"/>
                  </a:lnTo>
                  <a:lnTo>
                    <a:pt x="3937059" y="1582657"/>
                  </a:lnTo>
                  <a:lnTo>
                    <a:pt x="3939670" y="1572703"/>
                  </a:lnTo>
                  <a:lnTo>
                    <a:pt x="3939857" y="1572703"/>
                  </a:lnTo>
                  <a:lnTo>
                    <a:pt x="3939950" y="1572703"/>
                  </a:lnTo>
                  <a:lnTo>
                    <a:pt x="3940323" y="1572703"/>
                  </a:lnTo>
                  <a:lnTo>
                    <a:pt x="3940789" y="1572703"/>
                  </a:lnTo>
                  <a:lnTo>
                    <a:pt x="3944892" y="1562750"/>
                  </a:lnTo>
                  <a:lnTo>
                    <a:pt x="3948901" y="1552796"/>
                  </a:lnTo>
                  <a:lnTo>
                    <a:pt x="3953937" y="1542842"/>
                  </a:lnTo>
                  <a:lnTo>
                    <a:pt x="3955895" y="1542842"/>
                  </a:lnTo>
                  <a:lnTo>
                    <a:pt x="3956268" y="1542842"/>
                  </a:lnTo>
                  <a:lnTo>
                    <a:pt x="3961210" y="1542842"/>
                  </a:lnTo>
                  <a:lnTo>
                    <a:pt x="3964847" y="1542842"/>
                  </a:lnTo>
                  <a:lnTo>
                    <a:pt x="3965033" y="1542842"/>
                  </a:lnTo>
                  <a:lnTo>
                    <a:pt x="3966245" y="1542842"/>
                  </a:lnTo>
                  <a:lnTo>
                    <a:pt x="3967737" y="1542842"/>
                  </a:lnTo>
                  <a:lnTo>
                    <a:pt x="3971187" y="1542842"/>
                  </a:lnTo>
                  <a:lnTo>
                    <a:pt x="3971281" y="1542842"/>
                  </a:lnTo>
                  <a:lnTo>
                    <a:pt x="3973892" y="1542842"/>
                  </a:lnTo>
                  <a:lnTo>
                    <a:pt x="3974451" y="1542842"/>
                  </a:lnTo>
                  <a:lnTo>
                    <a:pt x="3975197" y="1542842"/>
                  </a:lnTo>
                  <a:lnTo>
                    <a:pt x="3976782" y="1542842"/>
                  </a:lnTo>
                  <a:lnTo>
                    <a:pt x="3976875" y="1542842"/>
                  </a:lnTo>
                  <a:lnTo>
                    <a:pt x="3978834" y="1542842"/>
                  </a:lnTo>
                  <a:lnTo>
                    <a:pt x="3979020" y="1542842"/>
                  </a:lnTo>
                  <a:lnTo>
                    <a:pt x="3979113" y="1542842"/>
                  </a:lnTo>
                  <a:lnTo>
                    <a:pt x="3980512" y="1532888"/>
                  </a:lnTo>
                  <a:lnTo>
                    <a:pt x="3980605" y="1532888"/>
                  </a:lnTo>
                  <a:lnTo>
                    <a:pt x="3981445" y="1532888"/>
                  </a:lnTo>
                  <a:lnTo>
                    <a:pt x="3981631" y="1532888"/>
                  </a:lnTo>
                  <a:lnTo>
                    <a:pt x="3981911" y="1532888"/>
                  </a:lnTo>
                  <a:lnTo>
                    <a:pt x="3983869" y="1522934"/>
                  </a:lnTo>
                  <a:lnTo>
                    <a:pt x="3984801" y="1522934"/>
                  </a:lnTo>
                  <a:lnTo>
                    <a:pt x="3989650" y="1503027"/>
                  </a:lnTo>
                  <a:lnTo>
                    <a:pt x="3993007" y="1503027"/>
                  </a:lnTo>
                  <a:lnTo>
                    <a:pt x="3996830" y="1493073"/>
                  </a:lnTo>
                  <a:lnTo>
                    <a:pt x="3997203" y="1493073"/>
                  </a:lnTo>
                  <a:lnTo>
                    <a:pt x="4000001" y="1493073"/>
                  </a:lnTo>
                  <a:lnTo>
                    <a:pt x="4001959" y="1493073"/>
                  </a:lnTo>
                  <a:lnTo>
                    <a:pt x="4002145" y="1493073"/>
                  </a:lnTo>
                  <a:lnTo>
                    <a:pt x="4005689" y="1493073"/>
                  </a:lnTo>
                  <a:lnTo>
                    <a:pt x="4005782" y="1493073"/>
                  </a:lnTo>
                  <a:lnTo>
                    <a:pt x="4006248" y="1493073"/>
                  </a:lnTo>
                  <a:lnTo>
                    <a:pt x="4006528" y="1493073"/>
                  </a:lnTo>
                  <a:lnTo>
                    <a:pt x="4006621" y="1493073"/>
                  </a:lnTo>
                  <a:lnTo>
                    <a:pt x="4009419" y="1483119"/>
                  </a:lnTo>
                  <a:lnTo>
                    <a:pt x="4010910" y="1483119"/>
                  </a:lnTo>
                  <a:lnTo>
                    <a:pt x="4011750" y="1483119"/>
                  </a:lnTo>
                  <a:lnTo>
                    <a:pt x="4011843" y="1483119"/>
                  </a:lnTo>
                  <a:lnTo>
                    <a:pt x="4011936" y="1483119"/>
                  </a:lnTo>
                  <a:lnTo>
                    <a:pt x="4014174" y="1473165"/>
                  </a:lnTo>
                  <a:lnTo>
                    <a:pt x="4014267" y="1473165"/>
                  </a:lnTo>
                  <a:lnTo>
                    <a:pt x="4016692" y="1463211"/>
                  </a:lnTo>
                  <a:lnTo>
                    <a:pt x="4017438" y="1463211"/>
                  </a:lnTo>
                  <a:lnTo>
                    <a:pt x="4017904" y="1463211"/>
                  </a:lnTo>
                  <a:lnTo>
                    <a:pt x="4018836" y="1463211"/>
                  </a:lnTo>
                  <a:lnTo>
                    <a:pt x="4021541" y="1463211"/>
                  </a:lnTo>
                  <a:lnTo>
                    <a:pt x="4027042" y="1443304"/>
                  </a:lnTo>
                  <a:lnTo>
                    <a:pt x="4030958" y="1443304"/>
                  </a:lnTo>
                  <a:lnTo>
                    <a:pt x="4034968" y="1443304"/>
                  </a:lnTo>
                  <a:lnTo>
                    <a:pt x="4036274" y="1443304"/>
                  </a:lnTo>
                  <a:lnTo>
                    <a:pt x="4041122" y="1433350"/>
                  </a:lnTo>
                  <a:lnTo>
                    <a:pt x="4041216" y="1433350"/>
                  </a:lnTo>
                  <a:lnTo>
                    <a:pt x="4041775" y="1433350"/>
                  </a:lnTo>
                  <a:lnTo>
                    <a:pt x="4042055" y="1433350"/>
                  </a:lnTo>
                  <a:lnTo>
                    <a:pt x="4044945" y="1433350"/>
                  </a:lnTo>
                  <a:lnTo>
                    <a:pt x="4045318" y="1433350"/>
                  </a:lnTo>
                  <a:lnTo>
                    <a:pt x="4045971" y="1433350"/>
                  </a:lnTo>
                  <a:lnTo>
                    <a:pt x="4051286" y="1413442"/>
                  </a:lnTo>
                  <a:lnTo>
                    <a:pt x="4051473" y="1413442"/>
                  </a:lnTo>
                  <a:lnTo>
                    <a:pt x="4054830" y="1413442"/>
                  </a:lnTo>
                  <a:lnTo>
                    <a:pt x="4055016" y="1413442"/>
                  </a:lnTo>
                  <a:lnTo>
                    <a:pt x="4055296" y="1413442"/>
                  </a:lnTo>
                  <a:lnTo>
                    <a:pt x="4056135" y="1413442"/>
                  </a:lnTo>
                  <a:lnTo>
                    <a:pt x="4056228" y="1413442"/>
                  </a:lnTo>
                  <a:lnTo>
                    <a:pt x="4058560" y="1403488"/>
                  </a:lnTo>
                  <a:lnTo>
                    <a:pt x="4059305" y="1403488"/>
                  </a:lnTo>
                  <a:lnTo>
                    <a:pt x="4059399" y="1403488"/>
                  </a:lnTo>
                  <a:lnTo>
                    <a:pt x="4059585" y="1403488"/>
                  </a:lnTo>
                  <a:lnTo>
                    <a:pt x="4061357" y="1403488"/>
                  </a:lnTo>
                  <a:lnTo>
                    <a:pt x="4062383" y="1403488"/>
                  </a:lnTo>
                  <a:lnTo>
                    <a:pt x="4062569" y="1403488"/>
                  </a:lnTo>
                  <a:lnTo>
                    <a:pt x="4062942" y="1393535"/>
                  </a:lnTo>
                  <a:lnTo>
                    <a:pt x="4067977" y="1393535"/>
                  </a:lnTo>
                  <a:lnTo>
                    <a:pt x="4071987" y="1393535"/>
                  </a:lnTo>
                  <a:lnTo>
                    <a:pt x="4076183" y="1393535"/>
                  </a:lnTo>
                  <a:lnTo>
                    <a:pt x="4076276" y="1393535"/>
                  </a:lnTo>
                  <a:lnTo>
                    <a:pt x="4076463" y="1393535"/>
                  </a:lnTo>
                  <a:lnTo>
                    <a:pt x="4079913" y="1393535"/>
                  </a:lnTo>
                  <a:lnTo>
                    <a:pt x="4080845" y="1393535"/>
                  </a:lnTo>
                  <a:lnTo>
                    <a:pt x="4084202" y="1393535"/>
                  </a:lnTo>
                  <a:lnTo>
                    <a:pt x="4084389" y="1393535"/>
                  </a:lnTo>
                  <a:lnTo>
                    <a:pt x="4085508" y="1383581"/>
                  </a:lnTo>
                  <a:lnTo>
                    <a:pt x="4088119" y="1383581"/>
                  </a:lnTo>
                  <a:lnTo>
                    <a:pt x="4088678" y="1383581"/>
                  </a:lnTo>
                  <a:lnTo>
                    <a:pt x="4092128" y="1383581"/>
                  </a:lnTo>
                  <a:lnTo>
                    <a:pt x="4092315" y="1383581"/>
                  </a:lnTo>
                  <a:lnTo>
                    <a:pt x="4093434" y="1383581"/>
                  </a:lnTo>
                  <a:lnTo>
                    <a:pt x="4094086" y="1383581"/>
                  </a:lnTo>
                  <a:lnTo>
                    <a:pt x="4094180" y="1383581"/>
                  </a:lnTo>
                  <a:lnTo>
                    <a:pt x="4096231" y="1383581"/>
                  </a:lnTo>
                  <a:lnTo>
                    <a:pt x="4096324" y="1383581"/>
                  </a:lnTo>
                  <a:lnTo>
                    <a:pt x="4096418" y="1383581"/>
                  </a:lnTo>
                  <a:lnTo>
                    <a:pt x="4096511" y="1383581"/>
                  </a:lnTo>
                  <a:lnTo>
                    <a:pt x="4096604" y="1383581"/>
                  </a:lnTo>
                  <a:lnTo>
                    <a:pt x="4099495" y="1383581"/>
                  </a:lnTo>
                  <a:lnTo>
                    <a:pt x="4100893" y="1383581"/>
                  </a:lnTo>
                  <a:lnTo>
                    <a:pt x="4101080" y="1383581"/>
                  </a:lnTo>
                  <a:lnTo>
                    <a:pt x="4101639" y="1383581"/>
                  </a:lnTo>
                  <a:lnTo>
                    <a:pt x="4101733" y="1383581"/>
                  </a:lnTo>
                  <a:lnTo>
                    <a:pt x="4102012" y="1383581"/>
                  </a:lnTo>
                  <a:lnTo>
                    <a:pt x="4104810" y="1383581"/>
                  </a:lnTo>
                  <a:lnTo>
                    <a:pt x="4109565" y="1373627"/>
                  </a:lnTo>
                  <a:lnTo>
                    <a:pt x="4114601" y="1373627"/>
                  </a:lnTo>
                  <a:lnTo>
                    <a:pt x="4119356" y="1373627"/>
                  </a:lnTo>
                  <a:lnTo>
                    <a:pt x="4119450" y="1373627"/>
                  </a:lnTo>
                  <a:lnTo>
                    <a:pt x="4121501" y="1373627"/>
                  </a:lnTo>
                  <a:lnTo>
                    <a:pt x="4125417" y="1373627"/>
                  </a:lnTo>
                  <a:lnTo>
                    <a:pt x="4125511" y="1373627"/>
                  </a:lnTo>
                  <a:lnTo>
                    <a:pt x="4126163" y="1373627"/>
                  </a:lnTo>
                  <a:lnTo>
                    <a:pt x="4126257" y="1373627"/>
                  </a:lnTo>
                  <a:lnTo>
                    <a:pt x="4129800" y="1373627"/>
                  </a:lnTo>
                  <a:lnTo>
                    <a:pt x="4133250" y="1363673"/>
                  </a:lnTo>
                  <a:lnTo>
                    <a:pt x="4134089" y="1363673"/>
                  </a:lnTo>
                  <a:lnTo>
                    <a:pt x="4136793" y="1363673"/>
                  </a:lnTo>
                  <a:lnTo>
                    <a:pt x="4137260" y="1363673"/>
                  </a:lnTo>
                  <a:lnTo>
                    <a:pt x="4139498" y="1363673"/>
                  </a:lnTo>
                  <a:lnTo>
                    <a:pt x="4141456" y="1363673"/>
                  </a:lnTo>
                  <a:lnTo>
                    <a:pt x="4141642" y="1363673"/>
                  </a:lnTo>
                  <a:lnTo>
                    <a:pt x="4141922" y="1363673"/>
                  </a:lnTo>
                  <a:lnTo>
                    <a:pt x="4142015" y="1363673"/>
                  </a:lnTo>
                  <a:lnTo>
                    <a:pt x="4143880" y="1353719"/>
                  </a:lnTo>
                  <a:lnTo>
                    <a:pt x="4144067" y="1353719"/>
                  </a:lnTo>
                  <a:lnTo>
                    <a:pt x="4144626" y="1353719"/>
                  </a:lnTo>
                  <a:lnTo>
                    <a:pt x="4145465" y="1353719"/>
                  </a:lnTo>
                  <a:lnTo>
                    <a:pt x="4145745" y="1353719"/>
                  </a:lnTo>
                  <a:lnTo>
                    <a:pt x="4148356" y="1343766"/>
                  </a:lnTo>
                  <a:lnTo>
                    <a:pt x="4156189" y="1333812"/>
                  </a:lnTo>
                  <a:lnTo>
                    <a:pt x="4156841" y="1333812"/>
                  </a:lnTo>
                  <a:lnTo>
                    <a:pt x="4160385" y="1333812"/>
                  </a:lnTo>
                  <a:lnTo>
                    <a:pt x="4164115" y="1333812"/>
                  </a:lnTo>
                  <a:lnTo>
                    <a:pt x="4164394" y="1333812"/>
                  </a:lnTo>
                  <a:lnTo>
                    <a:pt x="4164488" y="1333812"/>
                  </a:lnTo>
                  <a:lnTo>
                    <a:pt x="4168404" y="1333812"/>
                  </a:lnTo>
                  <a:lnTo>
                    <a:pt x="4169150" y="1333812"/>
                  </a:lnTo>
                  <a:lnTo>
                    <a:pt x="4170269" y="1333812"/>
                  </a:lnTo>
                  <a:lnTo>
                    <a:pt x="4170362" y="1333812"/>
                  </a:lnTo>
                  <a:lnTo>
                    <a:pt x="4174279" y="1333812"/>
                  </a:lnTo>
                  <a:lnTo>
                    <a:pt x="4178008" y="1313904"/>
                  </a:lnTo>
                  <a:lnTo>
                    <a:pt x="4178381" y="1313904"/>
                  </a:lnTo>
                  <a:lnTo>
                    <a:pt x="4178848" y="1313904"/>
                  </a:lnTo>
                  <a:lnTo>
                    <a:pt x="4179873" y="1313904"/>
                  </a:lnTo>
                  <a:lnTo>
                    <a:pt x="4180806" y="1313904"/>
                  </a:lnTo>
                  <a:lnTo>
                    <a:pt x="4182764" y="1313904"/>
                  </a:lnTo>
                  <a:lnTo>
                    <a:pt x="4183137" y="1313904"/>
                  </a:lnTo>
                  <a:lnTo>
                    <a:pt x="4183324" y="1313904"/>
                  </a:lnTo>
                  <a:lnTo>
                    <a:pt x="4185934" y="1303950"/>
                  </a:lnTo>
                  <a:lnTo>
                    <a:pt x="4187053" y="1303950"/>
                  </a:lnTo>
                  <a:lnTo>
                    <a:pt x="4187426" y="1303950"/>
                  </a:lnTo>
                  <a:lnTo>
                    <a:pt x="4187613" y="1303950"/>
                  </a:lnTo>
                  <a:lnTo>
                    <a:pt x="4188545" y="1303950"/>
                  </a:lnTo>
                  <a:lnTo>
                    <a:pt x="4191063" y="1303950"/>
                  </a:lnTo>
                  <a:lnTo>
                    <a:pt x="4191249" y="1303950"/>
                  </a:lnTo>
                  <a:lnTo>
                    <a:pt x="4195539" y="1303950"/>
                  </a:lnTo>
                  <a:lnTo>
                    <a:pt x="4199735" y="1303950"/>
                  </a:lnTo>
                  <a:lnTo>
                    <a:pt x="4200481" y="1303950"/>
                  </a:lnTo>
                  <a:lnTo>
                    <a:pt x="4204211" y="1303950"/>
                  </a:lnTo>
                  <a:lnTo>
                    <a:pt x="4206449" y="1303950"/>
                  </a:lnTo>
                  <a:lnTo>
                    <a:pt x="4209806" y="1293996"/>
                  </a:lnTo>
                  <a:lnTo>
                    <a:pt x="4213815" y="1293996"/>
                  </a:lnTo>
                  <a:lnTo>
                    <a:pt x="4214188" y="1293996"/>
                  </a:lnTo>
                  <a:lnTo>
                    <a:pt x="4214468" y="1293996"/>
                  </a:lnTo>
                  <a:lnTo>
                    <a:pt x="4214561" y="1293996"/>
                  </a:lnTo>
                  <a:lnTo>
                    <a:pt x="4214654" y="1293996"/>
                  </a:lnTo>
                  <a:lnTo>
                    <a:pt x="4217452" y="1293996"/>
                  </a:lnTo>
                  <a:lnTo>
                    <a:pt x="4220156" y="1293996"/>
                  </a:lnTo>
                  <a:lnTo>
                    <a:pt x="4220249" y="1293996"/>
                  </a:lnTo>
                  <a:lnTo>
                    <a:pt x="4220529" y="1293996"/>
                  </a:lnTo>
                  <a:lnTo>
                    <a:pt x="4222580" y="1293996"/>
                  </a:lnTo>
                  <a:lnTo>
                    <a:pt x="4222767" y="1293996"/>
                  </a:lnTo>
                  <a:lnTo>
                    <a:pt x="4224445" y="1293996"/>
                  </a:lnTo>
                  <a:lnTo>
                    <a:pt x="4226870" y="1293996"/>
                  </a:lnTo>
                  <a:lnTo>
                    <a:pt x="4227056" y="1293996"/>
                  </a:lnTo>
                  <a:lnTo>
                    <a:pt x="4227989" y="1293996"/>
                  </a:lnTo>
                  <a:lnTo>
                    <a:pt x="4230879" y="1293996"/>
                  </a:lnTo>
                  <a:lnTo>
                    <a:pt x="4232464" y="1293996"/>
                  </a:lnTo>
                  <a:lnTo>
                    <a:pt x="4232558" y="1293996"/>
                  </a:lnTo>
                  <a:lnTo>
                    <a:pt x="4232651" y="1293996"/>
                  </a:lnTo>
                  <a:lnTo>
                    <a:pt x="4234516" y="1293996"/>
                  </a:lnTo>
                  <a:lnTo>
                    <a:pt x="4238526" y="1284043"/>
                  </a:lnTo>
                  <a:lnTo>
                    <a:pt x="4240577" y="1284043"/>
                  </a:lnTo>
                  <a:lnTo>
                    <a:pt x="4244866" y="1274089"/>
                  </a:lnTo>
                  <a:lnTo>
                    <a:pt x="4245426" y="1274089"/>
                  </a:lnTo>
                  <a:lnTo>
                    <a:pt x="4245985" y="1274089"/>
                  </a:lnTo>
                  <a:lnTo>
                    <a:pt x="4249715" y="1264135"/>
                  </a:lnTo>
                  <a:lnTo>
                    <a:pt x="4249808" y="1264135"/>
                  </a:lnTo>
                  <a:lnTo>
                    <a:pt x="4252419" y="1254181"/>
                  </a:lnTo>
                  <a:lnTo>
                    <a:pt x="4253818" y="1244227"/>
                  </a:lnTo>
                  <a:lnTo>
                    <a:pt x="4255776" y="1244227"/>
                  </a:lnTo>
                  <a:lnTo>
                    <a:pt x="4258014" y="1244227"/>
                  </a:lnTo>
                  <a:lnTo>
                    <a:pt x="4260625" y="1244227"/>
                  </a:lnTo>
                  <a:lnTo>
                    <a:pt x="4260905" y="1244227"/>
                  </a:lnTo>
                  <a:lnTo>
                    <a:pt x="4261278" y="1244227"/>
                  </a:lnTo>
                  <a:lnTo>
                    <a:pt x="4262956" y="1234274"/>
                  </a:lnTo>
                  <a:lnTo>
                    <a:pt x="4263795" y="1234274"/>
                  </a:lnTo>
                  <a:lnTo>
                    <a:pt x="4266593" y="1234274"/>
                  </a:lnTo>
                  <a:lnTo>
                    <a:pt x="4266872" y="1234274"/>
                  </a:lnTo>
                  <a:lnTo>
                    <a:pt x="4266966" y="1224320"/>
                  </a:lnTo>
                  <a:lnTo>
                    <a:pt x="4268831" y="1224320"/>
                  </a:lnTo>
                  <a:lnTo>
                    <a:pt x="4269577" y="1224320"/>
                  </a:lnTo>
                  <a:lnTo>
                    <a:pt x="4269763" y="1224320"/>
                  </a:lnTo>
                  <a:lnTo>
                    <a:pt x="4270602" y="1224320"/>
                  </a:lnTo>
                  <a:lnTo>
                    <a:pt x="4271255" y="1224320"/>
                  </a:lnTo>
                  <a:lnTo>
                    <a:pt x="4272934" y="1224320"/>
                  </a:lnTo>
                  <a:lnTo>
                    <a:pt x="4273400" y="1224320"/>
                  </a:lnTo>
                  <a:lnTo>
                    <a:pt x="4277782" y="1224320"/>
                  </a:lnTo>
                  <a:lnTo>
                    <a:pt x="4281605" y="1224320"/>
                  </a:lnTo>
                  <a:lnTo>
                    <a:pt x="4286175" y="1224320"/>
                  </a:lnTo>
                  <a:lnTo>
                    <a:pt x="4291490" y="1224320"/>
                  </a:lnTo>
                  <a:lnTo>
                    <a:pt x="4291863" y="1224320"/>
                  </a:lnTo>
                  <a:lnTo>
                    <a:pt x="4294567" y="1224320"/>
                  </a:lnTo>
                  <a:lnTo>
                    <a:pt x="4295406" y="1224320"/>
                  </a:lnTo>
                  <a:lnTo>
                    <a:pt x="4295592" y="1224320"/>
                  </a:lnTo>
                  <a:lnTo>
                    <a:pt x="4298203" y="1214366"/>
                  </a:lnTo>
                  <a:lnTo>
                    <a:pt x="4300162" y="1214366"/>
                  </a:lnTo>
                  <a:lnTo>
                    <a:pt x="4300908" y="1204412"/>
                  </a:lnTo>
                  <a:lnTo>
                    <a:pt x="4301001" y="1204412"/>
                  </a:lnTo>
                  <a:lnTo>
                    <a:pt x="4301747" y="1204412"/>
                  </a:lnTo>
                  <a:lnTo>
                    <a:pt x="4304264" y="1204412"/>
                  </a:lnTo>
                  <a:lnTo>
                    <a:pt x="4304358" y="1204412"/>
                  </a:lnTo>
                  <a:lnTo>
                    <a:pt x="4309486" y="1204412"/>
                  </a:lnTo>
                  <a:lnTo>
                    <a:pt x="4309579" y="1204412"/>
                  </a:lnTo>
                  <a:lnTo>
                    <a:pt x="4309766" y="1204412"/>
                  </a:lnTo>
                  <a:lnTo>
                    <a:pt x="4310698" y="1204412"/>
                  </a:lnTo>
                  <a:lnTo>
                    <a:pt x="4311258" y="1204412"/>
                  </a:lnTo>
                  <a:lnTo>
                    <a:pt x="4313869" y="1204412"/>
                  </a:lnTo>
                  <a:lnTo>
                    <a:pt x="4314988" y="1204412"/>
                  </a:lnTo>
                  <a:lnTo>
                    <a:pt x="4315081" y="1204412"/>
                  </a:lnTo>
                  <a:lnTo>
                    <a:pt x="4317226" y="1204412"/>
                  </a:lnTo>
                  <a:lnTo>
                    <a:pt x="4320956" y="1194458"/>
                  </a:lnTo>
                  <a:lnTo>
                    <a:pt x="4322727" y="1194458"/>
                  </a:lnTo>
                  <a:lnTo>
                    <a:pt x="4325431" y="1194458"/>
                  </a:lnTo>
                  <a:lnTo>
                    <a:pt x="4325525" y="1194458"/>
                  </a:lnTo>
                  <a:lnTo>
                    <a:pt x="4328975" y="1174551"/>
                  </a:lnTo>
                  <a:lnTo>
                    <a:pt x="4333078" y="1174551"/>
                  </a:lnTo>
                  <a:lnTo>
                    <a:pt x="4333544" y="1174551"/>
                  </a:lnTo>
                  <a:lnTo>
                    <a:pt x="4333637" y="1174551"/>
                  </a:lnTo>
                  <a:lnTo>
                    <a:pt x="4335222" y="1164597"/>
                  </a:lnTo>
                  <a:lnTo>
                    <a:pt x="4337274" y="1164597"/>
                  </a:lnTo>
                  <a:lnTo>
                    <a:pt x="4340631" y="1164597"/>
                  </a:lnTo>
                  <a:lnTo>
                    <a:pt x="4340817" y="1164597"/>
                  </a:lnTo>
                  <a:lnTo>
                    <a:pt x="4343614" y="1164597"/>
                  </a:lnTo>
                  <a:lnTo>
                    <a:pt x="4343894" y="1164597"/>
                  </a:lnTo>
                  <a:lnTo>
                    <a:pt x="4345759" y="1164597"/>
                  </a:lnTo>
                  <a:lnTo>
                    <a:pt x="4345946" y="1164597"/>
                  </a:lnTo>
                  <a:lnTo>
                    <a:pt x="4349303" y="1164597"/>
                  </a:lnTo>
                  <a:lnTo>
                    <a:pt x="4349862" y="1164597"/>
                  </a:lnTo>
                  <a:lnTo>
                    <a:pt x="4349955" y="1164597"/>
                  </a:lnTo>
                  <a:lnTo>
                    <a:pt x="4352286" y="1164597"/>
                  </a:lnTo>
                  <a:lnTo>
                    <a:pt x="4352753" y="1164597"/>
                  </a:lnTo>
                  <a:lnTo>
                    <a:pt x="4353032" y="1154643"/>
                  </a:lnTo>
                  <a:lnTo>
                    <a:pt x="4353126" y="1154643"/>
                  </a:lnTo>
                  <a:lnTo>
                    <a:pt x="4354058" y="1154643"/>
                  </a:lnTo>
                  <a:lnTo>
                    <a:pt x="4354431" y="1154643"/>
                  </a:lnTo>
                  <a:lnTo>
                    <a:pt x="4354711" y="1154643"/>
                  </a:lnTo>
                  <a:lnTo>
                    <a:pt x="4358068" y="1134735"/>
                  </a:lnTo>
                  <a:lnTo>
                    <a:pt x="4360865" y="1134735"/>
                  </a:lnTo>
                  <a:lnTo>
                    <a:pt x="4364781" y="1134735"/>
                  </a:lnTo>
                  <a:lnTo>
                    <a:pt x="4367859" y="1134735"/>
                  </a:lnTo>
                  <a:lnTo>
                    <a:pt x="4368045" y="1134735"/>
                  </a:lnTo>
                  <a:lnTo>
                    <a:pt x="4369630" y="1124781"/>
                  </a:lnTo>
                  <a:lnTo>
                    <a:pt x="4373453" y="1124781"/>
                  </a:lnTo>
                  <a:lnTo>
                    <a:pt x="4376158" y="1124781"/>
                  </a:lnTo>
                  <a:lnTo>
                    <a:pt x="4376158" y="1114828"/>
                  </a:lnTo>
                  <a:lnTo>
                    <a:pt x="4379141" y="1114828"/>
                  </a:lnTo>
                  <a:lnTo>
                    <a:pt x="4379514" y="1114828"/>
                  </a:lnTo>
                  <a:lnTo>
                    <a:pt x="4380354" y="1114828"/>
                  </a:lnTo>
                  <a:lnTo>
                    <a:pt x="4384457" y="1114828"/>
                  </a:lnTo>
                  <a:lnTo>
                    <a:pt x="4387067" y="1114828"/>
                  </a:lnTo>
                  <a:lnTo>
                    <a:pt x="4388280" y="1114828"/>
                  </a:lnTo>
                  <a:lnTo>
                    <a:pt x="4390984" y="1114828"/>
                  </a:lnTo>
                  <a:lnTo>
                    <a:pt x="4391170" y="1114828"/>
                  </a:lnTo>
                  <a:lnTo>
                    <a:pt x="4391264" y="1114828"/>
                  </a:lnTo>
                  <a:lnTo>
                    <a:pt x="4391357" y="1114828"/>
                  </a:lnTo>
                  <a:lnTo>
                    <a:pt x="4393408" y="1114828"/>
                  </a:lnTo>
                  <a:lnTo>
                    <a:pt x="4394527" y="1114828"/>
                  </a:lnTo>
                  <a:lnTo>
                    <a:pt x="4395087" y="1114828"/>
                  </a:lnTo>
                  <a:lnTo>
                    <a:pt x="4395460" y="1114828"/>
                  </a:lnTo>
                  <a:lnTo>
                    <a:pt x="4396579" y="1114828"/>
                  </a:lnTo>
                  <a:lnTo>
                    <a:pt x="4396952" y="1104874"/>
                  </a:lnTo>
                  <a:lnTo>
                    <a:pt x="4400588" y="1104874"/>
                  </a:lnTo>
                  <a:lnTo>
                    <a:pt x="4401894" y="1104874"/>
                  </a:lnTo>
                  <a:lnTo>
                    <a:pt x="4401987" y="1104874"/>
                  </a:lnTo>
                  <a:lnTo>
                    <a:pt x="4403852" y="1104874"/>
                  </a:lnTo>
                  <a:lnTo>
                    <a:pt x="4407209" y="1104874"/>
                  </a:lnTo>
                  <a:lnTo>
                    <a:pt x="4412710" y="1104874"/>
                  </a:lnTo>
                  <a:lnTo>
                    <a:pt x="4416347" y="1104874"/>
                  </a:lnTo>
                  <a:lnTo>
                    <a:pt x="4417279" y="1104874"/>
                  </a:lnTo>
                  <a:lnTo>
                    <a:pt x="4417746" y="1104874"/>
                  </a:lnTo>
                  <a:lnTo>
                    <a:pt x="4420356" y="1094920"/>
                  </a:lnTo>
                  <a:lnTo>
                    <a:pt x="4420543" y="1094920"/>
                  </a:lnTo>
                  <a:lnTo>
                    <a:pt x="4422408" y="1094920"/>
                  </a:lnTo>
                  <a:lnTo>
                    <a:pt x="4424180" y="1094920"/>
                  </a:lnTo>
                  <a:lnTo>
                    <a:pt x="4428096" y="1094920"/>
                  </a:lnTo>
                  <a:lnTo>
                    <a:pt x="4428562" y="1094920"/>
                  </a:lnTo>
                  <a:lnTo>
                    <a:pt x="4428655" y="1094920"/>
                  </a:lnTo>
                  <a:lnTo>
                    <a:pt x="4432106" y="1094920"/>
                  </a:lnTo>
                  <a:lnTo>
                    <a:pt x="4434157" y="1094920"/>
                  </a:lnTo>
                  <a:lnTo>
                    <a:pt x="4436581" y="1094920"/>
                  </a:lnTo>
                  <a:lnTo>
                    <a:pt x="4436768" y="1094920"/>
                  </a:lnTo>
                  <a:lnTo>
                    <a:pt x="4438260" y="1094920"/>
                  </a:lnTo>
                  <a:lnTo>
                    <a:pt x="4438540" y="1094920"/>
                  </a:lnTo>
                  <a:lnTo>
                    <a:pt x="4441057" y="1094920"/>
                  </a:lnTo>
                  <a:lnTo>
                    <a:pt x="4443015" y="1094920"/>
                  </a:lnTo>
                  <a:lnTo>
                    <a:pt x="4443295" y="1094920"/>
                  </a:lnTo>
                  <a:lnTo>
                    <a:pt x="4443668" y="1094920"/>
                  </a:lnTo>
                  <a:lnTo>
                    <a:pt x="4445720" y="1094920"/>
                  </a:lnTo>
                  <a:lnTo>
                    <a:pt x="4446466" y="1094920"/>
                  </a:lnTo>
                  <a:lnTo>
                    <a:pt x="4447398" y="1094920"/>
                  </a:lnTo>
                  <a:lnTo>
                    <a:pt x="4449916" y="1094920"/>
                  </a:lnTo>
                  <a:lnTo>
                    <a:pt x="4452527" y="1084966"/>
                  </a:lnTo>
                  <a:lnTo>
                    <a:pt x="4455417" y="1084966"/>
                  </a:lnTo>
                  <a:lnTo>
                    <a:pt x="4455697" y="1084966"/>
                  </a:lnTo>
                  <a:lnTo>
                    <a:pt x="4456909" y="1084966"/>
                  </a:lnTo>
                  <a:lnTo>
                    <a:pt x="4459613" y="1075012"/>
                  </a:lnTo>
                  <a:lnTo>
                    <a:pt x="4461105" y="1075012"/>
                  </a:lnTo>
                  <a:lnTo>
                    <a:pt x="4464649" y="1075012"/>
                  </a:lnTo>
                  <a:lnTo>
                    <a:pt x="4468099" y="1075012"/>
                  </a:lnTo>
                  <a:lnTo>
                    <a:pt x="4468378" y="1075012"/>
                  </a:lnTo>
                  <a:lnTo>
                    <a:pt x="4470243" y="1075012"/>
                  </a:lnTo>
                  <a:lnTo>
                    <a:pt x="4471083" y="1075012"/>
                  </a:lnTo>
                  <a:lnTo>
                    <a:pt x="4474253" y="1075012"/>
                  </a:lnTo>
                  <a:lnTo>
                    <a:pt x="4474533" y="1075012"/>
                  </a:lnTo>
                  <a:lnTo>
                    <a:pt x="4474719" y="1075012"/>
                  </a:lnTo>
                  <a:lnTo>
                    <a:pt x="4474906" y="1075012"/>
                  </a:lnTo>
                  <a:lnTo>
                    <a:pt x="4476864" y="1075012"/>
                  </a:lnTo>
                  <a:lnTo>
                    <a:pt x="4478542" y="1065059"/>
                  </a:lnTo>
                  <a:lnTo>
                    <a:pt x="4478636" y="1065059"/>
                  </a:lnTo>
                  <a:lnTo>
                    <a:pt x="4479195" y="1065059"/>
                  </a:lnTo>
                  <a:lnTo>
                    <a:pt x="4479941" y="1065059"/>
                  </a:lnTo>
                  <a:lnTo>
                    <a:pt x="4483111" y="1065059"/>
                  </a:lnTo>
                  <a:lnTo>
                    <a:pt x="4483484" y="1065059"/>
                  </a:lnTo>
                  <a:lnTo>
                    <a:pt x="4483671" y="1065059"/>
                  </a:lnTo>
                  <a:lnTo>
                    <a:pt x="4484790" y="1065059"/>
                  </a:lnTo>
                  <a:lnTo>
                    <a:pt x="4487214" y="1065059"/>
                  </a:lnTo>
                  <a:lnTo>
                    <a:pt x="4491131" y="1065059"/>
                  </a:lnTo>
                  <a:lnTo>
                    <a:pt x="4493648" y="1065059"/>
                  </a:lnTo>
                  <a:lnTo>
                    <a:pt x="4496819" y="1065059"/>
                  </a:lnTo>
                  <a:lnTo>
                    <a:pt x="4500176" y="1065059"/>
                  </a:lnTo>
                  <a:lnTo>
                    <a:pt x="4500455" y="1065059"/>
                  </a:lnTo>
                  <a:lnTo>
                    <a:pt x="4501388" y="1065059"/>
                  </a:lnTo>
                  <a:lnTo>
                    <a:pt x="4505024" y="1065059"/>
                  </a:lnTo>
                  <a:lnTo>
                    <a:pt x="4505491" y="1055105"/>
                  </a:lnTo>
                  <a:lnTo>
                    <a:pt x="4510712" y="1055105"/>
                  </a:lnTo>
                  <a:lnTo>
                    <a:pt x="4510899" y="1055105"/>
                  </a:lnTo>
                  <a:lnTo>
                    <a:pt x="4511272" y="1055105"/>
                  </a:lnTo>
                  <a:lnTo>
                    <a:pt x="4511458" y="1055105"/>
                  </a:lnTo>
                  <a:lnTo>
                    <a:pt x="4515188" y="1055105"/>
                  </a:lnTo>
                  <a:lnTo>
                    <a:pt x="4515468" y="1055105"/>
                  </a:lnTo>
                  <a:lnTo>
                    <a:pt x="4517426" y="1055105"/>
                  </a:lnTo>
                  <a:lnTo>
                    <a:pt x="4520876" y="1055105"/>
                  </a:lnTo>
                  <a:lnTo>
                    <a:pt x="4521529" y="1055105"/>
                  </a:lnTo>
                  <a:lnTo>
                    <a:pt x="4521716" y="1055105"/>
                  </a:lnTo>
                  <a:lnTo>
                    <a:pt x="4522089" y="1055105"/>
                  </a:lnTo>
                  <a:lnTo>
                    <a:pt x="4525539" y="1055105"/>
                  </a:lnTo>
                  <a:lnTo>
                    <a:pt x="4526937" y="1055105"/>
                  </a:lnTo>
                  <a:lnTo>
                    <a:pt x="4527497" y="1055105"/>
                  </a:lnTo>
                  <a:lnTo>
                    <a:pt x="4529548" y="1055105"/>
                  </a:lnTo>
                  <a:lnTo>
                    <a:pt x="4534211" y="1055105"/>
                  </a:lnTo>
                  <a:lnTo>
                    <a:pt x="4534304" y="1055105"/>
                  </a:lnTo>
                  <a:lnTo>
                    <a:pt x="4537474" y="1055105"/>
                  </a:lnTo>
                  <a:lnTo>
                    <a:pt x="4537567" y="1055105"/>
                  </a:lnTo>
                  <a:lnTo>
                    <a:pt x="4541018" y="1055105"/>
                  </a:lnTo>
                  <a:lnTo>
                    <a:pt x="4545400" y="1055105"/>
                  </a:lnTo>
                  <a:lnTo>
                    <a:pt x="4547731" y="1055105"/>
                  </a:lnTo>
                  <a:lnTo>
                    <a:pt x="4547918" y="1055105"/>
                  </a:lnTo>
                  <a:lnTo>
                    <a:pt x="4550995" y="1055105"/>
                  </a:lnTo>
                  <a:lnTo>
                    <a:pt x="4553699" y="1055105"/>
                  </a:lnTo>
                  <a:lnTo>
                    <a:pt x="4554352" y="1055105"/>
                  </a:lnTo>
                  <a:lnTo>
                    <a:pt x="4557056" y="1045151"/>
                  </a:lnTo>
                  <a:lnTo>
                    <a:pt x="4557802" y="1045151"/>
                  </a:lnTo>
                  <a:lnTo>
                    <a:pt x="4559201" y="1045151"/>
                  </a:lnTo>
                  <a:lnTo>
                    <a:pt x="4561345" y="1035197"/>
                  </a:lnTo>
                  <a:lnTo>
                    <a:pt x="4561439" y="1035197"/>
                  </a:lnTo>
                  <a:lnTo>
                    <a:pt x="4561905" y="1035197"/>
                  </a:lnTo>
                  <a:lnTo>
                    <a:pt x="4565168" y="1035197"/>
                  </a:lnTo>
                  <a:lnTo>
                    <a:pt x="4567406" y="1025243"/>
                  </a:lnTo>
                  <a:lnTo>
                    <a:pt x="4567779" y="1025243"/>
                  </a:lnTo>
                  <a:lnTo>
                    <a:pt x="4568805" y="1025243"/>
                  </a:lnTo>
                  <a:lnTo>
                    <a:pt x="4569738" y="1025243"/>
                  </a:lnTo>
                  <a:lnTo>
                    <a:pt x="4572815" y="1025243"/>
                  </a:lnTo>
                  <a:lnTo>
                    <a:pt x="4573094" y="1025243"/>
                  </a:lnTo>
                  <a:lnTo>
                    <a:pt x="4576638" y="1015289"/>
                  </a:lnTo>
                  <a:lnTo>
                    <a:pt x="4580461" y="1015289"/>
                  </a:lnTo>
                  <a:lnTo>
                    <a:pt x="4582979" y="1015289"/>
                  </a:lnTo>
                  <a:lnTo>
                    <a:pt x="4584937" y="1015289"/>
                  </a:lnTo>
                  <a:lnTo>
                    <a:pt x="4587361" y="1015289"/>
                  </a:lnTo>
                  <a:lnTo>
                    <a:pt x="4590345" y="1015289"/>
                  </a:lnTo>
                  <a:lnTo>
                    <a:pt x="4591371" y="1015289"/>
                  </a:lnTo>
                  <a:lnTo>
                    <a:pt x="4591837" y="1015289"/>
                  </a:lnTo>
                  <a:lnTo>
                    <a:pt x="4594541" y="1005336"/>
                  </a:lnTo>
                  <a:lnTo>
                    <a:pt x="4596499" y="1005336"/>
                  </a:lnTo>
                  <a:lnTo>
                    <a:pt x="4598178" y="1005336"/>
                  </a:lnTo>
                  <a:lnTo>
                    <a:pt x="4598271" y="1005336"/>
                  </a:lnTo>
                  <a:lnTo>
                    <a:pt x="4602001" y="1005336"/>
                  </a:lnTo>
                  <a:lnTo>
                    <a:pt x="4602094" y="1005336"/>
                  </a:lnTo>
                  <a:lnTo>
                    <a:pt x="4602187" y="1005336"/>
                  </a:lnTo>
                  <a:lnTo>
                    <a:pt x="4604052" y="995382"/>
                  </a:lnTo>
                  <a:lnTo>
                    <a:pt x="4606663" y="995382"/>
                  </a:lnTo>
                  <a:lnTo>
                    <a:pt x="4606756" y="995382"/>
                  </a:lnTo>
                  <a:lnTo>
                    <a:pt x="4607502" y="995382"/>
                  </a:lnTo>
                  <a:lnTo>
                    <a:pt x="4609181" y="995382"/>
                  </a:lnTo>
                  <a:lnTo>
                    <a:pt x="4609740" y="995382"/>
                  </a:lnTo>
                  <a:lnTo>
                    <a:pt x="4610020" y="995382"/>
                  </a:lnTo>
                  <a:lnTo>
                    <a:pt x="4612818" y="995382"/>
                  </a:lnTo>
                  <a:lnTo>
                    <a:pt x="4612911" y="995382"/>
                  </a:lnTo>
                  <a:lnTo>
                    <a:pt x="4615055" y="995382"/>
                  </a:lnTo>
                  <a:lnTo>
                    <a:pt x="4615335" y="995382"/>
                  </a:lnTo>
                  <a:lnTo>
                    <a:pt x="4617946" y="995382"/>
                  </a:lnTo>
                  <a:lnTo>
                    <a:pt x="4620930" y="995382"/>
                  </a:lnTo>
                  <a:lnTo>
                    <a:pt x="4624567" y="995382"/>
                  </a:lnTo>
                  <a:lnTo>
                    <a:pt x="4625219" y="995382"/>
                  </a:lnTo>
                  <a:lnTo>
                    <a:pt x="4626059" y="995382"/>
                  </a:lnTo>
                  <a:lnTo>
                    <a:pt x="4628949" y="995382"/>
                  </a:lnTo>
                  <a:lnTo>
                    <a:pt x="4631001" y="995382"/>
                  </a:lnTo>
                  <a:lnTo>
                    <a:pt x="4631933" y="995382"/>
                  </a:lnTo>
                  <a:lnTo>
                    <a:pt x="4634358" y="995382"/>
                  </a:lnTo>
                  <a:lnTo>
                    <a:pt x="4634917" y="995382"/>
                  </a:lnTo>
                  <a:lnTo>
                    <a:pt x="4635476" y="995382"/>
                  </a:lnTo>
                  <a:lnTo>
                    <a:pt x="4637435" y="995382"/>
                  </a:lnTo>
                  <a:lnTo>
                    <a:pt x="4637528" y="995382"/>
                  </a:lnTo>
                  <a:lnTo>
                    <a:pt x="4637621" y="995382"/>
                  </a:lnTo>
                  <a:lnTo>
                    <a:pt x="4640232" y="995382"/>
                  </a:lnTo>
                  <a:lnTo>
                    <a:pt x="4641165" y="985428"/>
                  </a:lnTo>
                  <a:lnTo>
                    <a:pt x="4643216" y="985428"/>
                  </a:lnTo>
                  <a:lnTo>
                    <a:pt x="4647692" y="975474"/>
                  </a:lnTo>
                  <a:lnTo>
                    <a:pt x="4650116" y="975474"/>
                  </a:lnTo>
                  <a:lnTo>
                    <a:pt x="4652447" y="975474"/>
                  </a:lnTo>
                  <a:lnTo>
                    <a:pt x="4652634" y="975474"/>
                  </a:lnTo>
                  <a:lnTo>
                    <a:pt x="4653287" y="975474"/>
                  </a:lnTo>
                  <a:lnTo>
                    <a:pt x="4657203" y="975474"/>
                  </a:lnTo>
                  <a:lnTo>
                    <a:pt x="4657483" y="965520"/>
                  </a:lnTo>
                  <a:lnTo>
                    <a:pt x="4658229" y="965520"/>
                  </a:lnTo>
                  <a:lnTo>
                    <a:pt x="4659068" y="965520"/>
                  </a:lnTo>
                  <a:lnTo>
                    <a:pt x="4660933" y="965520"/>
                  </a:lnTo>
                  <a:lnTo>
                    <a:pt x="4663730" y="965520"/>
                  </a:lnTo>
                  <a:lnTo>
                    <a:pt x="4666248" y="965520"/>
                  </a:lnTo>
                  <a:lnTo>
                    <a:pt x="4668952" y="955566"/>
                  </a:lnTo>
                  <a:lnTo>
                    <a:pt x="4671097" y="955566"/>
                  </a:lnTo>
                  <a:lnTo>
                    <a:pt x="4671190" y="955566"/>
                  </a:lnTo>
                  <a:lnTo>
                    <a:pt x="4672962" y="955566"/>
                  </a:lnTo>
                  <a:lnTo>
                    <a:pt x="4673614" y="955566"/>
                  </a:lnTo>
                  <a:lnTo>
                    <a:pt x="4673894" y="955566"/>
                  </a:lnTo>
                  <a:lnTo>
                    <a:pt x="4676691" y="955566"/>
                  </a:lnTo>
                  <a:lnTo>
                    <a:pt x="4678463" y="955566"/>
                  </a:lnTo>
                  <a:lnTo>
                    <a:pt x="4680235" y="955566"/>
                  </a:lnTo>
                  <a:lnTo>
                    <a:pt x="4682659" y="955566"/>
                  </a:lnTo>
                  <a:lnTo>
                    <a:pt x="4682753" y="955566"/>
                  </a:lnTo>
                  <a:lnTo>
                    <a:pt x="4683125" y="955566"/>
                  </a:lnTo>
                  <a:lnTo>
                    <a:pt x="4683312" y="955566"/>
                  </a:lnTo>
                  <a:lnTo>
                    <a:pt x="4688720" y="955566"/>
                  </a:lnTo>
                  <a:lnTo>
                    <a:pt x="4689466" y="955566"/>
                  </a:lnTo>
                  <a:lnTo>
                    <a:pt x="4689653" y="955566"/>
                  </a:lnTo>
                  <a:lnTo>
                    <a:pt x="4690865" y="955566"/>
                  </a:lnTo>
                  <a:lnTo>
                    <a:pt x="4694595" y="945613"/>
                  </a:lnTo>
                  <a:lnTo>
                    <a:pt x="4694968" y="945613"/>
                  </a:lnTo>
                  <a:lnTo>
                    <a:pt x="4696367" y="935659"/>
                  </a:lnTo>
                  <a:lnTo>
                    <a:pt x="4699164" y="935659"/>
                  </a:lnTo>
                  <a:lnTo>
                    <a:pt x="4702055" y="935659"/>
                  </a:lnTo>
                  <a:lnTo>
                    <a:pt x="4704759" y="935659"/>
                  </a:lnTo>
                  <a:lnTo>
                    <a:pt x="4708582" y="935659"/>
                  </a:lnTo>
                  <a:lnTo>
                    <a:pt x="4708768" y="935659"/>
                  </a:lnTo>
                  <a:lnTo>
                    <a:pt x="4710913" y="935659"/>
                  </a:lnTo>
                  <a:lnTo>
                    <a:pt x="4712871" y="925705"/>
                  </a:lnTo>
                  <a:lnTo>
                    <a:pt x="4715669" y="925705"/>
                  </a:lnTo>
                  <a:lnTo>
                    <a:pt x="4718186" y="915751"/>
                  </a:lnTo>
                  <a:lnTo>
                    <a:pt x="4718373" y="915751"/>
                  </a:lnTo>
                  <a:lnTo>
                    <a:pt x="4718839" y="915751"/>
                  </a:lnTo>
                  <a:lnTo>
                    <a:pt x="4719119" y="915751"/>
                  </a:lnTo>
                  <a:lnTo>
                    <a:pt x="4719492" y="915751"/>
                  </a:lnTo>
                  <a:lnTo>
                    <a:pt x="4723222" y="915751"/>
                  </a:lnTo>
                  <a:lnTo>
                    <a:pt x="4723595" y="915751"/>
                  </a:lnTo>
                  <a:lnTo>
                    <a:pt x="4724900" y="915751"/>
                  </a:lnTo>
                  <a:lnTo>
                    <a:pt x="4726299" y="915751"/>
                  </a:lnTo>
                  <a:lnTo>
                    <a:pt x="4730029" y="915751"/>
                  </a:lnTo>
                  <a:lnTo>
                    <a:pt x="4731427" y="915751"/>
                  </a:lnTo>
                  <a:lnTo>
                    <a:pt x="4732173" y="915751"/>
                  </a:lnTo>
                  <a:lnTo>
                    <a:pt x="4732826" y="915751"/>
                  </a:lnTo>
                  <a:lnTo>
                    <a:pt x="4734877" y="915751"/>
                  </a:lnTo>
                  <a:lnTo>
                    <a:pt x="4737022" y="915751"/>
                  </a:lnTo>
                  <a:lnTo>
                    <a:pt x="4737115" y="915751"/>
                  </a:lnTo>
                  <a:lnTo>
                    <a:pt x="4739633" y="915751"/>
                  </a:lnTo>
                  <a:lnTo>
                    <a:pt x="4741125" y="915751"/>
                  </a:lnTo>
                  <a:lnTo>
                    <a:pt x="4741218" y="915751"/>
                  </a:lnTo>
                  <a:lnTo>
                    <a:pt x="4741218" y="905797"/>
                  </a:lnTo>
                  <a:lnTo>
                    <a:pt x="4741498" y="905797"/>
                  </a:lnTo>
                  <a:lnTo>
                    <a:pt x="4742337" y="905797"/>
                  </a:lnTo>
                  <a:lnTo>
                    <a:pt x="4745321" y="905797"/>
                  </a:lnTo>
                  <a:lnTo>
                    <a:pt x="4750170" y="905797"/>
                  </a:lnTo>
                  <a:lnTo>
                    <a:pt x="4752874" y="905797"/>
                  </a:lnTo>
                  <a:lnTo>
                    <a:pt x="4755298" y="905797"/>
                  </a:lnTo>
                  <a:lnTo>
                    <a:pt x="4755392" y="905797"/>
                  </a:lnTo>
                  <a:lnTo>
                    <a:pt x="4755485" y="905797"/>
                  </a:lnTo>
                  <a:lnTo>
                    <a:pt x="4758189" y="905797"/>
                  </a:lnTo>
                  <a:lnTo>
                    <a:pt x="4759494" y="895844"/>
                  </a:lnTo>
                  <a:lnTo>
                    <a:pt x="4762665" y="895844"/>
                  </a:lnTo>
                  <a:lnTo>
                    <a:pt x="4765462" y="885890"/>
                  </a:lnTo>
                  <a:lnTo>
                    <a:pt x="4766581" y="885890"/>
                  </a:lnTo>
                  <a:lnTo>
                    <a:pt x="4769006" y="885890"/>
                  </a:lnTo>
                  <a:lnTo>
                    <a:pt x="4771430" y="875936"/>
                  </a:lnTo>
                  <a:lnTo>
                    <a:pt x="4771990" y="875936"/>
                  </a:lnTo>
                  <a:lnTo>
                    <a:pt x="4773668" y="875936"/>
                  </a:lnTo>
                  <a:lnTo>
                    <a:pt x="4775533" y="875936"/>
                  </a:lnTo>
                  <a:lnTo>
                    <a:pt x="4775626" y="875936"/>
                  </a:lnTo>
                  <a:lnTo>
                    <a:pt x="4775906" y="875936"/>
                  </a:lnTo>
                  <a:lnTo>
                    <a:pt x="4775999" y="875936"/>
                  </a:lnTo>
                  <a:lnTo>
                    <a:pt x="4776092" y="875936"/>
                  </a:lnTo>
                  <a:lnTo>
                    <a:pt x="4777305" y="875936"/>
                  </a:lnTo>
                  <a:lnTo>
                    <a:pt x="4778610" y="875936"/>
                  </a:lnTo>
                  <a:lnTo>
                    <a:pt x="4782620" y="865982"/>
                  </a:lnTo>
                  <a:lnTo>
                    <a:pt x="4783086" y="865982"/>
                  </a:lnTo>
                  <a:lnTo>
                    <a:pt x="4785417" y="865982"/>
                  </a:lnTo>
                  <a:lnTo>
                    <a:pt x="4785510" y="865982"/>
                  </a:lnTo>
                  <a:lnTo>
                    <a:pt x="4787935" y="865982"/>
                  </a:lnTo>
                  <a:lnTo>
                    <a:pt x="4789427" y="865982"/>
                  </a:lnTo>
                  <a:lnTo>
                    <a:pt x="4791478" y="865982"/>
                  </a:lnTo>
                  <a:lnTo>
                    <a:pt x="4793436" y="865982"/>
                  </a:lnTo>
                  <a:lnTo>
                    <a:pt x="4793996" y="865982"/>
                  </a:lnTo>
                  <a:lnTo>
                    <a:pt x="4794742" y="846074"/>
                  </a:lnTo>
                  <a:lnTo>
                    <a:pt x="4797073" y="846074"/>
                  </a:lnTo>
                  <a:lnTo>
                    <a:pt x="4797166" y="846074"/>
                  </a:lnTo>
                  <a:lnTo>
                    <a:pt x="4797259" y="846074"/>
                  </a:lnTo>
                  <a:lnTo>
                    <a:pt x="4801828" y="846074"/>
                  </a:lnTo>
                  <a:lnTo>
                    <a:pt x="4803600" y="846074"/>
                  </a:lnTo>
                  <a:lnTo>
                    <a:pt x="4803880" y="846074"/>
                  </a:lnTo>
                  <a:lnTo>
                    <a:pt x="4806864" y="846074"/>
                  </a:lnTo>
                  <a:lnTo>
                    <a:pt x="4806957" y="846074"/>
                  </a:lnTo>
                  <a:lnTo>
                    <a:pt x="4809568" y="836121"/>
                  </a:lnTo>
                  <a:lnTo>
                    <a:pt x="4814324" y="836121"/>
                  </a:lnTo>
                  <a:lnTo>
                    <a:pt x="4815815" y="836121"/>
                  </a:lnTo>
                  <a:lnTo>
                    <a:pt x="4816841" y="836121"/>
                  </a:lnTo>
                  <a:lnTo>
                    <a:pt x="4817307" y="836121"/>
                  </a:lnTo>
                  <a:lnTo>
                    <a:pt x="4819452" y="836121"/>
                  </a:lnTo>
                  <a:lnTo>
                    <a:pt x="4820944" y="836121"/>
                  </a:lnTo>
                  <a:lnTo>
                    <a:pt x="4821037" y="836121"/>
                  </a:lnTo>
                  <a:lnTo>
                    <a:pt x="4821597" y="836121"/>
                  </a:lnTo>
                  <a:lnTo>
                    <a:pt x="4825140" y="836121"/>
                  </a:lnTo>
                  <a:lnTo>
                    <a:pt x="4827005" y="836121"/>
                  </a:lnTo>
                  <a:lnTo>
                    <a:pt x="4827565" y="836121"/>
                  </a:lnTo>
                  <a:lnTo>
                    <a:pt x="4828777" y="836121"/>
                  </a:lnTo>
                  <a:lnTo>
                    <a:pt x="4830269" y="836121"/>
                  </a:lnTo>
                  <a:lnTo>
                    <a:pt x="4831388" y="836121"/>
                  </a:lnTo>
                  <a:lnTo>
                    <a:pt x="4833626" y="836121"/>
                  </a:lnTo>
                  <a:lnTo>
                    <a:pt x="4833719" y="836121"/>
                  </a:lnTo>
                  <a:lnTo>
                    <a:pt x="4839780" y="836121"/>
                  </a:lnTo>
                  <a:lnTo>
                    <a:pt x="4839873" y="836121"/>
                  </a:lnTo>
                  <a:lnTo>
                    <a:pt x="4839966" y="836121"/>
                  </a:lnTo>
                  <a:lnTo>
                    <a:pt x="4841738" y="826167"/>
                  </a:lnTo>
                  <a:lnTo>
                    <a:pt x="4842018" y="826167"/>
                  </a:lnTo>
                  <a:lnTo>
                    <a:pt x="4844162" y="826167"/>
                  </a:lnTo>
                  <a:lnTo>
                    <a:pt x="4845468" y="826167"/>
                  </a:lnTo>
                  <a:lnTo>
                    <a:pt x="4848359" y="826167"/>
                  </a:lnTo>
                  <a:lnTo>
                    <a:pt x="4851622" y="826167"/>
                  </a:lnTo>
                  <a:lnTo>
                    <a:pt x="4852088" y="826167"/>
                  </a:lnTo>
                  <a:lnTo>
                    <a:pt x="4854140" y="816213"/>
                  </a:lnTo>
                  <a:lnTo>
                    <a:pt x="4854233" y="816213"/>
                  </a:lnTo>
                  <a:lnTo>
                    <a:pt x="4857124" y="816213"/>
                  </a:lnTo>
                  <a:lnTo>
                    <a:pt x="4860667" y="816213"/>
                  </a:lnTo>
                  <a:lnTo>
                    <a:pt x="4861973" y="816213"/>
                  </a:lnTo>
                  <a:lnTo>
                    <a:pt x="4863185" y="816213"/>
                  </a:lnTo>
                  <a:lnTo>
                    <a:pt x="4863371" y="816213"/>
                  </a:lnTo>
                  <a:lnTo>
                    <a:pt x="4865609" y="816213"/>
                  </a:lnTo>
                  <a:lnTo>
                    <a:pt x="4865889" y="816213"/>
                  </a:lnTo>
                  <a:lnTo>
                    <a:pt x="4866075" y="806259"/>
                  </a:lnTo>
                  <a:lnTo>
                    <a:pt x="4866728" y="806259"/>
                  </a:lnTo>
                  <a:lnTo>
                    <a:pt x="4868593" y="806259"/>
                  </a:lnTo>
                  <a:lnTo>
                    <a:pt x="4873908" y="796305"/>
                  </a:lnTo>
                  <a:lnTo>
                    <a:pt x="4876892" y="796305"/>
                  </a:lnTo>
                  <a:lnTo>
                    <a:pt x="4878664" y="796305"/>
                  </a:lnTo>
                  <a:lnTo>
                    <a:pt x="4880715" y="796305"/>
                  </a:lnTo>
                  <a:lnTo>
                    <a:pt x="4881088" y="786351"/>
                  </a:lnTo>
                  <a:lnTo>
                    <a:pt x="4881648" y="776398"/>
                  </a:lnTo>
                  <a:lnTo>
                    <a:pt x="4883979" y="776398"/>
                  </a:lnTo>
                  <a:lnTo>
                    <a:pt x="4887988" y="776398"/>
                  </a:lnTo>
                  <a:lnTo>
                    <a:pt x="4890413" y="776398"/>
                  </a:lnTo>
                  <a:lnTo>
                    <a:pt x="4890599" y="776398"/>
                  </a:lnTo>
                  <a:lnTo>
                    <a:pt x="4893210" y="776398"/>
                  </a:lnTo>
                  <a:lnTo>
                    <a:pt x="4894889" y="766444"/>
                  </a:lnTo>
                  <a:lnTo>
                    <a:pt x="4895914" y="766444"/>
                  </a:lnTo>
                  <a:lnTo>
                    <a:pt x="4897779" y="766444"/>
                  </a:lnTo>
                  <a:lnTo>
                    <a:pt x="4898432" y="766444"/>
                  </a:lnTo>
                  <a:lnTo>
                    <a:pt x="4899271" y="756490"/>
                  </a:lnTo>
                  <a:lnTo>
                    <a:pt x="4902721" y="756490"/>
                  </a:lnTo>
                  <a:lnTo>
                    <a:pt x="4902815" y="756490"/>
                  </a:lnTo>
                  <a:lnTo>
                    <a:pt x="4903281" y="756490"/>
                  </a:lnTo>
                  <a:lnTo>
                    <a:pt x="4906731" y="756490"/>
                  </a:lnTo>
                  <a:lnTo>
                    <a:pt x="4908409" y="756490"/>
                  </a:lnTo>
                  <a:lnTo>
                    <a:pt x="4908876" y="756490"/>
                  </a:lnTo>
                  <a:lnTo>
                    <a:pt x="4910741" y="756490"/>
                  </a:lnTo>
                  <a:lnTo>
                    <a:pt x="4912512" y="756490"/>
                  </a:lnTo>
                  <a:lnTo>
                    <a:pt x="4913911" y="756490"/>
                  </a:lnTo>
                  <a:lnTo>
                    <a:pt x="4915403" y="756490"/>
                  </a:lnTo>
                  <a:lnTo>
                    <a:pt x="4917081" y="756490"/>
                  </a:lnTo>
                  <a:lnTo>
                    <a:pt x="4918760" y="756490"/>
                  </a:lnTo>
                  <a:lnTo>
                    <a:pt x="4922303" y="756490"/>
                  </a:lnTo>
                  <a:lnTo>
                    <a:pt x="4922583" y="756490"/>
                  </a:lnTo>
                  <a:lnTo>
                    <a:pt x="4924261" y="756490"/>
                  </a:lnTo>
                  <a:lnTo>
                    <a:pt x="4924634" y="756490"/>
                  </a:lnTo>
                  <a:lnTo>
                    <a:pt x="4927152" y="756490"/>
                  </a:lnTo>
                  <a:lnTo>
                    <a:pt x="4927618" y="756490"/>
                  </a:lnTo>
                  <a:lnTo>
                    <a:pt x="4931255" y="746536"/>
                  </a:lnTo>
                  <a:lnTo>
                    <a:pt x="4933586" y="736582"/>
                  </a:lnTo>
                  <a:lnTo>
                    <a:pt x="4935917" y="736582"/>
                  </a:lnTo>
                  <a:lnTo>
                    <a:pt x="4936943" y="736582"/>
                  </a:lnTo>
                  <a:lnTo>
                    <a:pt x="4937689" y="726629"/>
                  </a:lnTo>
                  <a:lnTo>
                    <a:pt x="4940300" y="726629"/>
                  </a:lnTo>
                  <a:lnTo>
                    <a:pt x="4943470" y="726629"/>
                  </a:lnTo>
                  <a:lnTo>
                    <a:pt x="4943470" y="716675"/>
                  </a:lnTo>
                  <a:lnTo>
                    <a:pt x="4943843" y="716675"/>
                  </a:lnTo>
                  <a:lnTo>
                    <a:pt x="4949251" y="696767"/>
                  </a:lnTo>
                  <a:lnTo>
                    <a:pt x="4949345" y="696767"/>
                  </a:lnTo>
                  <a:lnTo>
                    <a:pt x="4949531" y="696767"/>
                  </a:lnTo>
                  <a:lnTo>
                    <a:pt x="4949811" y="696767"/>
                  </a:lnTo>
                  <a:lnTo>
                    <a:pt x="4952795" y="696767"/>
                  </a:lnTo>
                  <a:lnTo>
                    <a:pt x="4952888" y="696767"/>
                  </a:lnTo>
                  <a:lnTo>
                    <a:pt x="4953914" y="696767"/>
                  </a:lnTo>
                  <a:lnTo>
                    <a:pt x="4955406" y="696767"/>
                  </a:lnTo>
                  <a:lnTo>
                    <a:pt x="4956711" y="696767"/>
                  </a:lnTo>
                  <a:lnTo>
                    <a:pt x="4958110" y="696767"/>
                  </a:lnTo>
                  <a:lnTo>
                    <a:pt x="4958483" y="686813"/>
                  </a:lnTo>
                  <a:lnTo>
                    <a:pt x="4959602" y="686813"/>
                  </a:lnTo>
                  <a:lnTo>
                    <a:pt x="4959788" y="686813"/>
                  </a:lnTo>
                  <a:lnTo>
                    <a:pt x="4961653" y="686813"/>
                  </a:lnTo>
                  <a:lnTo>
                    <a:pt x="4967807" y="686813"/>
                  </a:lnTo>
                  <a:lnTo>
                    <a:pt x="4969952" y="686813"/>
                  </a:lnTo>
                  <a:lnTo>
                    <a:pt x="4970139" y="686813"/>
                  </a:lnTo>
                  <a:lnTo>
                    <a:pt x="4972097" y="686813"/>
                  </a:lnTo>
                  <a:lnTo>
                    <a:pt x="4972656" y="686813"/>
                  </a:lnTo>
                  <a:lnTo>
                    <a:pt x="4976200" y="686813"/>
                  </a:lnTo>
                  <a:lnTo>
                    <a:pt x="4977785" y="686813"/>
                  </a:lnTo>
                  <a:lnTo>
                    <a:pt x="4977878" y="686813"/>
                  </a:lnTo>
                  <a:lnTo>
                    <a:pt x="4979184" y="686813"/>
                  </a:lnTo>
                  <a:lnTo>
                    <a:pt x="4981142" y="686813"/>
                  </a:lnTo>
                  <a:lnTo>
                    <a:pt x="4983380" y="676859"/>
                  </a:lnTo>
                  <a:lnTo>
                    <a:pt x="4984312" y="676859"/>
                  </a:lnTo>
                  <a:lnTo>
                    <a:pt x="4987016" y="656952"/>
                  </a:lnTo>
                  <a:lnTo>
                    <a:pt x="4987296" y="656952"/>
                  </a:lnTo>
                  <a:lnTo>
                    <a:pt x="4990560" y="656952"/>
                  </a:lnTo>
                  <a:lnTo>
                    <a:pt x="4990933" y="656952"/>
                  </a:lnTo>
                  <a:lnTo>
                    <a:pt x="4995408" y="637044"/>
                  </a:lnTo>
                  <a:lnTo>
                    <a:pt x="4997087" y="637044"/>
                  </a:lnTo>
                  <a:lnTo>
                    <a:pt x="4999045" y="637044"/>
                  </a:lnTo>
                  <a:lnTo>
                    <a:pt x="5001843" y="637044"/>
                  </a:lnTo>
                  <a:lnTo>
                    <a:pt x="5004640" y="637044"/>
                  </a:lnTo>
                  <a:lnTo>
                    <a:pt x="5005666" y="637044"/>
                  </a:lnTo>
                  <a:lnTo>
                    <a:pt x="5006785" y="637044"/>
                  </a:lnTo>
                  <a:lnTo>
                    <a:pt x="5008090" y="637044"/>
                  </a:lnTo>
                  <a:lnTo>
                    <a:pt x="5008183" y="637044"/>
                  </a:lnTo>
                  <a:lnTo>
                    <a:pt x="5008370" y="637044"/>
                  </a:lnTo>
                  <a:lnTo>
                    <a:pt x="5010887" y="637044"/>
                  </a:lnTo>
                  <a:lnTo>
                    <a:pt x="5012379" y="637044"/>
                  </a:lnTo>
                  <a:lnTo>
                    <a:pt x="5012939" y="637044"/>
                  </a:lnTo>
                  <a:lnTo>
                    <a:pt x="5015550" y="637044"/>
                  </a:lnTo>
                  <a:lnTo>
                    <a:pt x="5018254" y="627090"/>
                  </a:lnTo>
                  <a:lnTo>
                    <a:pt x="5019559" y="627090"/>
                  </a:lnTo>
                  <a:lnTo>
                    <a:pt x="5020026" y="627090"/>
                  </a:lnTo>
                  <a:lnTo>
                    <a:pt x="5021797" y="627090"/>
                  </a:lnTo>
                  <a:lnTo>
                    <a:pt x="5024781" y="627090"/>
                  </a:lnTo>
                  <a:lnTo>
                    <a:pt x="5025247" y="627090"/>
                  </a:lnTo>
                  <a:lnTo>
                    <a:pt x="5027765" y="627090"/>
                  </a:lnTo>
                  <a:lnTo>
                    <a:pt x="5029817" y="627090"/>
                  </a:lnTo>
                  <a:lnTo>
                    <a:pt x="5031215" y="627090"/>
                  </a:lnTo>
                  <a:lnTo>
                    <a:pt x="5031308" y="627090"/>
                  </a:lnTo>
                  <a:lnTo>
                    <a:pt x="5033360" y="617137"/>
                  </a:lnTo>
                  <a:lnTo>
                    <a:pt x="5033919" y="617137"/>
                  </a:lnTo>
                  <a:lnTo>
                    <a:pt x="5034945" y="617137"/>
                  </a:lnTo>
                  <a:lnTo>
                    <a:pt x="5039607" y="617137"/>
                  </a:lnTo>
                  <a:lnTo>
                    <a:pt x="5041286" y="617137"/>
                  </a:lnTo>
                  <a:lnTo>
                    <a:pt x="5042964" y="617137"/>
                  </a:lnTo>
                  <a:lnTo>
                    <a:pt x="5043990" y="617137"/>
                  </a:lnTo>
                  <a:lnTo>
                    <a:pt x="5046041" y="617137"/>
                  </a:lnTo>
                  <a:lnTo>
                    <a:pt x="5047440" y="617137"/>
                  </a:lnTo>
                  <a:lnTo>
                    <a:pt x="5049958" y="617137"/>
                  </a:lnTo>
                  <a:lnTo>
                    <a:pt x="5053035" y="617137"/>
                  </a:lnTo>
                  <a:lnTo>
                    <a:pt x="5053408" y="617137"/>
                  </a:lnTo>
                  <a:lnTo>
                    <a:pt x="5055366" y="617137"/>
                  </a:lnTo>
                  <a:lnTo>
                    <a:pt x="5062360" y="617137"/>
                  </a:lnTo>
                  <a:lnTo>
                    <a:pt x="5062453" y="617137"/>
                  </a:lnTo>
                  <a:lnTo>
                    <a:pt x="5064038" y="617137"/>
                  </a:lnTo>
                  <a:lnTo>
                    <a:pt x="5066462" y="617137"/>
                  </a:lnTo>
                  <a:lnTo>
                    <a:pt x="5068980" y="617137"/>
                  </a:lnTo>
                  <a:lnTo>
                    <a:pt x="5069260" y="617137"/>
                  </a:lnTo>
                  <a:lnTo>
                    <a:pt x="5069540" y="617137"/>
                  </a:lnTo>
                  <a:lnTo>
                    <a:pt x="5069913" y="617137"/>
                  </a:lnTo>
                  <a:lnTo>
                    <a:pt x="5071498" y="617137"/>
                  </a:lnTo>
                  <a:lnTo>
                    <a:pt x="5071964" y="617137"/>
                  </a:lnTo>
                  <a:lnTo>
                    <a:pt x="5074575" y="617137"/>
                  </a:lnTo>
                  <a:lnTo>
                    <a:pt x="5074668" y="617137"/>
                  </a:lnTo>
                  <a:lnTo>
                    <a:pt x="5074855" y="617137"/>
                  </a:lnTo>
                  <a:lnTo>
                    <a:pt x="5078305" y="617137"/>
                  </a:lnTo>
                  <a:lnTo>
                    <a:pt x="5078398" y="617137"/>
                  </a:lnTo>
                  <a:lnTo>
                    <a:pt x="5079051" y="617137"/>
                  </a:lnTo>
                  <a:lnTo>
                    <a:pt x="5082501" y="617137"/>
                  </a:lnTo>
                  <a:lnTo>
                    <a:pt x="5082687" y="617137"/>
                  </a:lnTo>
                  <a:lnTo>
                    <a:pt x="5084086" y="617137"/>
                  </a:lnTo>
                  <a:lnTo>
                    <a:pt x="5085671" y="617137"/>
                  </a:lnTo>
                  <a:lnTo>
                    <a:pt x="5089401" y="617137"/>
                  </a:lnTo>
                  <a:lnTo>
                    <a:pt x="5090707" y="617137"/>
                  </a:lnTo>
                  <a:lnTo>
                    <a:pt x="5091639" y="617137"/>
                  </a:lnTo>
                  <a:lnTo>
                    <a:pt x="5092571" y="617137"/>
                  </a:lnTo>
                  <a:lnTo>
                    <a:pt x="5095182" y="617137"/>
                  </a:lnTo>
                  <a:lnTo>
                    <a:pt x="5095649" y="617137"/>
                  </a:lnTo>
                  <a:lnTo>
                    <a:pt x="5100031" y="607183"/>
                  </a:lnTo>
                  <a:lnTo>
                    <a:pt x="5101896" y="607183"/>
                  </a:lnTo>
                  <a:lnTo>
                    <a:pt x="5102549" y="607183"/>
                  </a:lnTo>
                  <a:lnTo>
                    <a:pt x="5103854" y="607183"/>
                  </a:lnTo>
                  <a:lnTo>
                    <a:pt x="5106372" y="607183"/>
                  </a:lnTo>
                  <a:lnTo>
                    <a:pt x="5106931" y="607183"/>
                  </a:lnTo>
                  <a:lnTo>
                    <a:pt x="5109542" y="607183"/>
                  </a:lnTo>
                  <a:lnTo>
                    <a:pt x="5109636" y="607183"/>
                  </a:lnTo>
                  <a:lnTo>
                    <a:pt x="5111501" y="607183"/>
                  </a:lnTo>
                  <a:lnTo>
                    <a:pt x="5112153" y="607183"/>
                  </a:lnTo>
                  <a:lnTo>
                    <a:pt x="5114018" y="607183"/>
                  </a:lnTo>
                  <a:lnTo>
                    <a:pt x="5115044" y="607183"/>
                  </a:lnTo>
                  <a:lnTo>
                    <a:pt x="5118960" y="607183"/>
                  </a:lnTo>
                  <a:lnTo>
                    <a:pt x="5119613" y="607183"/>
                  </a:lnTo>
                  <a:lnTo>
                    <a:pt x="5122131" y="607183"/>
                  </a:lnTo>
                  <a:lnTo>
                    <a:pt x="5124462" y="607183"/>
                  </a:lnTo>
                  <a:lnTo>
                    <a:pt x="5124555" y="607183"/>
                  </a:lnTo>
                  <a:lnTo>
                    <a:pt x="5125767" y="607183"/>
                  </a:lnTo>
                  <a:lnTo>
                    <a:pt x="5126047" y="607183"/>
                  </a:lnTo>
                  <a:lnTo>
                    <a:pt x="5126980" y="607183"/>
                  </a:lnTo>
                  <a:lnTo>
                    <a:pt x="5129497" y="607183"/>
                  </a:lnTo>
                  <a:lnTo>
                    <a:pt x="5132481" y="607183"/>
                  </a:lnTo>
                  <a:lnTo>
                    <a:pt x="5134905" y="607183"/>
                  </a:lnTo>
                  <a:lnTo>
                    <a:pt x="5136024" y="607183"/>
                  </a:lnTo>
                  <a:lnTo>
                    <a:pt x="5137703" y="607183"/>
                  </a:lnTo>
                  <a:lnTo>
                    <a:pt x="5138356" y="607183"/>
                  </a:lnTo>
                  <a:lnTo>
                    <a:pt x="5138449" y="607183"/>
                  </a:lnTo>
                  <a:lnTo>
                    <a:pt x="5140127" y="607183"/>
                  </a:lnTo>
                  <a:lnTo>
                    <a:pt x="5142645" y="607183"/>
                  </a:lnTo>
                  <a:lnTo>
                    <a:pt x="5143577" y="607183"/>
                  </a:lnTo>
                  <a:lnTo>
                    <a:pt x="5147587" y="607183"/>
                  </a:lnTo>
                  <a:lnTo>
                    <a:pt x="5149638" y="607183"/>
                  </a:lnTo>
                  <a:lnTo>
                    <a:pt x="5154487" y="607183"/>
                  </a:lnTo>
                  <a:lnTo>
                    <a:pt x="5154674" y="607183"/>
                  </a:lnTo>
                  <a:lnTo>
                    <a:pt x="5157191" y="607183"/>
                  </a:lnTo>
                  <a:lnTo>
                    <a:pt x="5157658" y="607183"/>
                  </a:lnTo>
                  <a:lnTo>
                    <a:pt x="5158497" y="607183"/>
                  </a:lnTo>
                  <a:lnTo>
                    <a:pt x="5159336" y="607183"/>
                  </a:lnTo>
                  <a:lnTo>
                    <a:pt x="5161201" y="607183"/>
                  </a:lnTo>
                  <a:lnTo>
                    <a:pt x="5162040" y="607183"/>
                  </a:lnTo>
                  <a:lnTo>
                    <a:pt x="5163998" y="607183"/>
                  </a:lnTo>
                  <a:lnTo>
                    <a:pt x="5167449" y="607183"/>
                  </a:lnTo>
                  <a:lnTo>
                    <a:pt x="5169780" y="607183"/>
                  </a:lnTo>
                  <a:lnTo>
                    <a:pt x="5171272" y="607183"/>
                  </a:lnTo>
                  <a:lnTo>
                    <a:pt x="5171365" y="607183"/>
                  </a:lnTo>
                  <a:lnTo>
                    <a:pt x="5172484" y="607183"/>
                  </a:lnTo>
                  <a:lnTo>
                    <a:pt x="5173883" y="607183"/>
                  </a:lnTo>
                  <a:lnTo>
                    <a:pt x="5176120" y="607183"/>
                  </a:lnTo>
                  <a:lnTo>
                    <a:pt x="5177519" y="607183"/>
                  </a:lnTo>
                  <a:lnTo>
                    <a:pt x="5179477" y="607183"/>
                  </a:lnTo>
                  <a:lnTo>
                    <a:pt x="5179571" y="607183"/>
                  </a:lnTo>
                  <a:lnTo>
                    <a:pt x="5181436" y="597229"/>
                  </a:lnTo>
                  <a:lnTo>
                    <a:pt x="5181902" y="597229"/>
                  </a:lnTo>
                  <a:lnTo>
                    <a:pt x="5182182" y="597229"/>
                  </a:lnTo>
                  <a:lnTo>
                    <a:pt x="5182275" y="587275"/>
                  </a:lnTo>
                  <a:lnTo>
                    <a:pt x="5185632" y="587275"/>
                  </a:lnTo>
                  <a:lnTo>
                    <a:pt x="5185725" y="587275"/>
                  </a:lnTo>
                  <a:lnTo>
                    <a:pt x="5188895" y="587275"/>
                  </a:lnTo>
                  <a:lnTo>
                    <a:pt x="5189175" y="577321"/>
                  </a:lnTo>
                  <a:lnTo>
                    <a:pt x="5191040" y="577321"/>
                  </a:lnTo>
                  <a:lnTo>
                    <a:pt x="5192905" y="577321"/>
                  </a:lnTo>
                  <a:lnTo>
                    <a:pt x="5193744" y="577321"/>
                  </a:lnTo>
                  <a:lnTo>
                    <a:pt x="5195143" y="577321"/>
                  </a:lnTo>
                  <a:lnTo>
                    <a:pt x="5195609" y="577321"/>
                  </a:lnTo>
                  <a:lnTo>
                    <a:pt x="5198500" y="577321"/>
                  </a:lnTo>
                  <a:lnTo>
                    <a:pt x="5200085" y="577321"/>
                  </a:lnTo>
                  <a:lnTo>
                    <a:pt x="5200738" y="577321"/>
                  </a:lnTo>
                  <a:lnTo>
                    <a:pt x="5202043" y="567367"/>
                  </a:lnTo>
                  <a:lnTo>
                    <a:pt x="5202696" y="567367"/>
                  </a:lnTo>
                  <a:lnTo>
                    <a:pt x="5204281" y="567367"/>
                  </a:lnTo>
                  <a:lnTo>
                    <a:pt x="5204934" y="567367"/>
                  </a:lnTo>
                  <a:lnTo>
                    <a:pt x="5206519" y="567367"/>
                  </a:lnTo>
                  <a:lnTo>
                    <a:pt x="5208850" y="567367"/>
                  </a:lnTo>
                  <a:lnTo>
                    <a:pt x="5212207" y="567367"/>
                  </a:lnTo>
                  <a:lnTo>
                    <a:pt x="5214165" y="567367"/>
                  </a:lnTo>
                  <a:lnTo>
                    <a:pt x="5215471" y="567367"/>
                  </a:lnTo>
                  <a:lnTo>
                    <a:pt x="5216217" y="567367"/>
                  </a:lnTo>
                  <a:lnTo>
                    <a:pt x="5217429" y="567367"/>
                  </a:lnTo>
                  <a:lnTo>
                    <a:pt x="5220506" y="567367"/>
                  </a:lnTo>
                  <a:lnTo>
                    <a:pt x="5221532" y="567367"/>
                  </a:lnTo>
                  <a:lnTo>
                    <a:pt x="5224982" y="567367"/>
                  </a:lnTo>
                  <a:lnTo>
                    <a:pt x="5226567" y="567367"/>
                  </a:lnTo>
                  <a:lnTo>
                    <a:pt x="5228525" y="567367"/>
                  </a:lnTo>
                  <a:lnTo>
                    <a:pt x="5230204" y="567367"/>
                  </a:lnTo>
                  <a:lnTo>
                    <a:pt x="5232441" y="567367"/>
                  </a:lnTo>
                  <a:lnTo>
                    <a:pt x="5232814" y="567367"/>
                  </a:lnTo>
                  <a:lnTo>
                    <a:pt x="5233281" y="557414"/>
                  </a:lnTo>
                  <a:lnTo>
                    <a:pt x="5233560" y="557414"/>
                  </a:lnTo>
                  <a:lnTo>
                    <a:pt x="5234213" y="557414"/>
                  </a:lnTo>
                  <a:lnTo>
                    <a:pt x="5235052" y="547460"/>
                  </a:lnTo>
                  <a:lnTo>
                    <a:pt x="5235519" y="547460"/>
                  </a:lnTo>
                  <a:lnTo>
                    <a:pt x="5235612" y="547460"/>
                  </a:lnTo>
                  <a:lnTo>
                    <a:pt x="5238502" y="547460"/>
                  </a:lnTo>
                  <a:lnTo>
                    <a:pt x="5240367" y="547460"/>
                  </a:lnTo>
                  <a:lnTo>
                    <a:pt x="5245589" y="547460"/>
                  </a:lnTo>
                  <a:lnTo>
                    <a:pt x="5246335" y="537506"/>
                  </a:lnTo>
                  <a:lnTo>
                    <a:pt x="5247547" y="537506"/>
                  </a:lnTo>
                  <a:lnTo>
                    <a:pt x="5250625" y="527552"/>
                  </a:lnTo>
                  <a:lnTo>
                    <a:pt x="5251371" y="527552"/>
                  </a:lnTo>
                  <a:lnTo>
                    <a:pt x="5254075" y="527552"/>
                  </a:lnTo>
                  <a:lnTo>
                    <a:pt x="5256033" y="527552"/>
                  </a:lnTo>
                  <a:lnTo>
                    <a:pt x="5257805" y="517598"/>
                  </a:lnTo>
                  <a:lnTo>
                    <a:pt x="5258457" y="517598"/>
                  </a:lnTo>
                  <a:lnTo>
                    <a:pt x="5259669" y="517598"/>
                  </a:lnTo>
                  <a:lnTo>
                    <a:pt x="5262747" y="517598"/>
                  </a:lnTo>
                  <a:lnTo>
                    <a:pt x="5266290" y="507644"/>
                  </a:lnTo>
                  <a:lnTo>
                    <a:pt x="5268435" y="507644"/>
                  </a:lnTo>
                  <a:lnTo>
                    <a:pt x="5271232" y="507644"/>
                  </a:lnTo>
                  <a:lnTo>
                    <a:pt x="5271325" y="507644"/>
                  </a:lnTo>
                  <a:lnTo>
                    <a:pt x="5272071" y="507644"/>
                  </a:lnTo>
                  <a:lnTo>
                    <a:pt x="5274216" y="507644"/>
                  </a:lnTo>
                  <a:lnTo>
                    <a:pt x="5276081" y="507644"/>
                  </a:lnTo>
                  <a:lnTo>
                    <a:pt x="5276827" y="507644"/>
                  </a:lnTo>
                  <a:lnTo>
                    <a:pt x="5277573" y="497691"/>
                  </a:lnTo>
                  <a:lnTo>
                    <a:pt x="5279251" y="497691"/>
                  </a:lnTo>
                  <a:lnTo>
                    <a:pt x="5279997" y="497691"/>
                  </a:lnTo>
                  <a:lnTo>
                    <a:pt x="5282888" y="497691"/>
                  </a:lnTo>
                  <a:lnTo>
                    <a:pt x="5285126" y="487737"/>
                  </a:lnTo>
                  <a:lnTo>
                    <a:pt x="5285406" y="487737"/>
                  </a:lnTo>
                  <a:lnTo>
                    <a:pt x="5289322" y="487737"/>
                  </a:lnTo>
                  <a:lnTo>
                    <a:pt x="5289508" y="487737"/>
                  </a:lnTo>
                  <a:lnTo>
                    <a:pt x="5289695" y="487737"/>
                  </a:lnTo>
                  <a:lnTo>
                    <a:pt x="5290627" y="487737"/>
                  </a:lnTo>
                  <a:lnTo>
                    <a:pt x="5290721" y="487737"/>
                  </a:lnTo>
                  <a:lnTo>
                    <a:pt x="5291746" y="487737"/>
                  </a:lnTo>
                  <a:lnTo>
                    <a:pt x="5292772" y="487737"/>
                  </a:lnTo>
                  <a:lnTo>
                    <a:pt x="5295196" y="487737"/>
                  </a:lnTo>
                  <a:lnTo>
                    <a:pt x="5296595" y="487737"/>
                  </a:lnTo>
                  <a:lnTo>
                    <a:pt x="5297621" y="487737"/>
                  </a:lnTo>
                  <a:lnTo>
                    <a:pt x="5299859" y="487737"/>
                  </a:lnTo>
                  <a:lnTo>
                    <a:pt x="5302376" y="487737"/>
                  </a:lnTo>
                  <a:lnTo>
                    <a:pt x="5304614" y="487737"/>
                  </a:lnTo>
                  <a:lnTo>
                    <a:pt x="5306013" y="487737"/>
                  </a:lnTo>
                  <a:lnTo>
                    <a:pt x="5307785" y="487737"/>
                  </a:lnTo>
                  <a:lnTo>
                    <a:pt x="5308064" y="487737"/>
                  </a:lnTo>
                  <a:lnTo>
                    <a:pt x="5308158" y="487737"/>
                  </a:lnTo>
                  <a:lnTo>
                    <a:pt x="5308531" y="487737"/>
                  </a:lnTo>
                  <a:lnTo>
                    <a:pt x="5308624" y="487737"/>
                  </a:lnTo>
                  <a:lnTo>
                    <a:pt x="5309929" y="467829"/>
                  </a:lnTo>
                  <a:lnTo>
                    <a:pt x="5311794" y="467829"/>
                  </a:lnTo>
                  <a:lnTo>
                    <a:pt x="5313659" y="467829"/>
                  </a:lnTo>
                  <a:lnTo>
                    <a:pt x="5313939" y="467829"/>
                  </a:lnTo>
                  <a:lnTo>
                    <a:pt x="5316923" y="467829"/>
                  </a:lnTo>
                  <a:lnTo>
                    <a:pt x="5319441" y="467829"/>
                  </a:lnTo>
                  <a:lnTo>
                    <a:pt x="5321399" y="467829"/>
                  </a:lnTo>
                  <a:lnTo>
                    <a:pt x="5323264" y="457875"/>
                  </a:lnTo>
                  <a:lnTo>
                    <a:pt x="5324383" y="457875"/>
                  </a:lnTo>
                  <a:lnTo>
                    <a:pt x="5325502" y="457875"/>
                  </a:lnTo>
                  <a:lnTo>
                    <a:pt x="5330630" y="457875"/>
                  </a:lnTo>
                  <a:lnTo>
                    <a:pt x="5332309" y="457875"/>
                  </a:lnTo>
                  <a:lnTo>
                    <a:pt x="5336971" y="447922"/>
                  </a:lnTo>
                  <a:lnTo>
                    <a:pt x="5337157" y="447922"/>
                  </a:lnTo>
                  <a:lnTo>
                    <a:pt x="5337530" y="447922"/>
                  </a:lnTo>
                  <a:lnTo>
                    <a:pt x="5337997" y="447922"/>
                  </a:lnTo>
                  <a:lnTo>
                    <a:pt x="5339862" y="447922"/>
                  </a:lnTo>
                  <a:lnTo>
                    <a:pt x="5340141" y="447922"/>
                  </a:lnTo>
                  <a:lnTo>
                    <a:pt x="5341260" y="447922"/>
                  </a:lnTo>
                  <a:lnTo>
                    <a:pt x="5344151" y="447922"/>
                  </a:lnTo>
                  <a:lnTo>
                    <a:pt x="5344431" y="447922"/>
                  </a:lnTo>
                  <a:lnTo>
                    <a:pt x="5344990" y="447922"/>
                  </a:lnTo>
                  <a:lnTo>
                    <a:pt x="5347321" y="437968"/>
                  </a:lnTo>
                  <a:lnTo>
                    <a:pt x="5353289" y="437968"/>
                  </a:lnTo>
                  <a:lnTo>
                    <a:pt x="5353755" y="437968"/>
                  </a:lnTo>
                  <a:lnTo>
                    <a:pt x="5353849" y="437968"/>
                  </a:lnTo>
                  <a:lnTo>
                    <a:pt x="5354501" y="437968"/>
                  </a:lnTo>
                  <a:lnTo>
                    <a:pt x="5356273" y="437968"/>
                  </a:lnTo>
                  <a:lnTo>
                    <a:pt x="5358418" y="437968"/>
                  </a:lnTo>
                  <a:lnTo>
                    <a:pt x="5362054" y="437968"/>
                  </a:lnTo>
                  <a:lnTo>
                    <a:pt x="5364479" y="437968"/>
                  </a:lnTo>
                  <a:lnTo>
                    <a:pt x="5365411" y="437968"/>
                  </a:lnTo>
                  <a:lnTo>
                    <a:pt x="5367183" y="437968"/>
                  </a:lnTo>
                  <a:lnTo>
                    <a:pt x="5369234" y="437968"/>
                  </a:lnTo>
                  <a:lnTo>
                    <a:pt x="5371845" y="437968"/>
                  </a:lnTo>
                  <a:lnTo>
                    <a:pt x="5372964" y="437968"/>
                  </a:lnTo>
                  <a:lnTo>
                    <a:pt x="5373057" y="437968"/>
                  </a:lnTo>
                  <a:lnTo>
                    <a:pt x="5373990" y="437968"/>
                  </a:lnTo>
                  <a:lnTo>
                    <a:pt x="5377160" y="437968"/>
                  </a:lnTo>
                  <a:lnTo>
                    <a:pt x="5378652" y="437968"/>
                  </a:lnTo>
                  <a:lnTo>
                    <a:pt x="5380331" y="437968"/>
                  </a:lnTo>
                  <a:lnTo>
                    <a:pt x="5382848" y="437968"/>
                  </a:lnTo>
                  <a:lnTo>
                    <a:pt x="5384713" y="437968"/>
                  </a:lnTo>
                  <a:lnTo>
                    <a:pt x="5384806" y="428014"/>
                  </a:lnTo>
                  <a:lnTo>
                    <a:pt x="5386485" y="418060"/>
                  </a:lnTo>
                  <a:lnTo>
                    <a:pt x="5386765" y="418060"/>
                  </a:lnTo>
                  <a:lnTo>
                    <a:pt x="5392453" y="418060"/>
                  </a:lnTo>
                  <a:lnTo>
                    <a:pt x="5393199" y="418060"/>
                  </a:lnTo>
                  <a:lnTo>
                    <a:pt x="5393478" y="418060"/>
                  </a:lnTo>
                  <a:lnTo>
                    <a:pt x="5396556" y="418060"/>
                  </a:lnTo>
                  <a:lnTo>
                    <a:pt x="5397302" y="418060"/>
                  </a:lnTo>
                  <a:lnTo>
                    <a:pt x="5399353" y="418060"/>
                  </a:lnTo>
                  <a:lnTo>
                    <a:pt x="5399633" y="418060"/>
                  </a:lnTo>
                  <a:lnTo>
                    <a:pt x="5399912" y="418060"/>
                  </a:lnTo>
                  <a:lnTo>
                    <a:pt x="5401125" y="398152"/>
                  </a:lnTo>
                  <a:lnTo>
                    <a:pt x="5404482" y="398152"/>
                  </a:lnTo>
                  <a:lnTo>
                    <a:pt x="5404668" y="398152"/>
                  </a:lnTo>
                  <a:lnTo>
                    <a:pt x="5406719" y="398152"/>
                  </a:lnTo>
                  <a:lnTo>
                    <a:pt x="5408957" y="398152"/>
                  </a:lnTo>
                  <a:lnTo>
                    <a:pt x="5411382" y="398152"/>
                  </a:lnTo>
                  <a:lnTo>
                    <a:pt x="5412687" y="398152"/>
                  </a:lnTo>
                  <a:lnTo>
                    <a:pt x="5412780" y="388199"/>
                  </a:lnTo>
                  <a:lnTo>
                    <a:pt x="5415018" y="388199"/>
                  </a:lnTo>
                  <a:lnTo>
                    <a:pt x="5416977" y="388199"/>
                  </a:lnTo>
                  <a:lnTo>
                    <a:pt x="5418748" y="388199"/>
                  </a:lnTo>
                  <a:lnTo>
                    <a:pt x="5419028" y="388199"/>
                  </a:lnTo>
                  <a:lnTo>
                    <a:pt x="5419681" y="388199"/>
                  </a:lnTo>
                  <a:lnTo>
                    <a:pt x="5419774" y="388199"/>
                  </a:lnTo>
                  <a:lnTo>
                    <a:pt x="5420240" y="388199"/>
                  </a:lnTo>
                  <a:lnTo>
                    <a:pt x="5424530" y="388199"/>
                  </a:lnTo>
                  <a:lnTo>
                    <a:pt x="5424623" y="388199"/>
                  </a:lnTo>
                  <a:lnTo>
                    <a:pt x="5425928" y="388199"/>
                  </a:lnTo>
                  <a:lnTo>
                    <a:pt x="5431057" y="388199"/>
                  </a:lnTo>
                  <a:lnTo>
                    <a:pt x="5433854" y="388199"/>
                  </a:lnTo>
                  <a:lnTo>
                    <a:pt x="5434320" y="388199"/>
                  </a:lnTo>
                  <a:lnTo>
                    <a:pt x="5438237" y="378245"/>
                  </a:lnTo>
                  <a:lnTo>
                    <a:pt x="5438330" y="378245"/>
                  </a:lnTo>
                  <a:lnTo>
                    <a:pt x="5438703" y="378245"/>
                  </a:lnTo>
                  <a:lnTo>
                    <a:pt x="5440288" y="378245"/>
                  </a:lnTo>
                  <a:lnTo>
                    <a:pt x="5443365" y="378245"/>
                  </a:lnTo>
                  <a:lnTo>
                    <a:pt x="5443925" y="378245"/>
                  </a:lnTo>
                  <a:lnTo>
                    <a:pt x="5446163" y="378245"/>
                  </a:lnTo>
                  <a:lnTo>
                    <a:pt x="5446722" y="378245"/>
                  </a:lnTo>
                  <a:lnTo>
                    <a:pt x="5448774" y="378245"/>
                  </a:lnTo>
                  <a:lnTo>
                    <a:pt x="5448960" y="378245"/>
                  </a:lnTo>
                  <a:lnTo>
                    <a:pt x="5449426" y="378245"/>
                  </a:lnTo>
                  <a:lnTo>
                    <a:pt x="5449520" y="378245"/>
                  </a:lnTo>
                  <a:lnTo>
                    <a:pt x="5451012" y="378245"/>
                  </a:lnTo>
                  <a:lnTo>
                    <a:pt x="5453249" y="378245"/>
                  </a:lnTo>
                  <a:lnTo>
                    <a:pt x="5456140" y="378245"/>
                  </a:lnTo>
                  <a:lnTo>
                    <a:pt x="5457539" y="378245"/>
                  </a:lnTo>
                  <a:lnTo>
                    <a:pt x="5459590" y="378245"/>
                  </a:lnTo>
                  <a:lnTo>
                    <a:pt x="5460709" y="378245"/>
                  </a:lnTo>
                  <a:lnTo>
                    <a:pt x="5460802" y="378245"/>
                  </a:lnTo>
                  <a:lnTo>
                    <a:pt x="5461269" y="378245"/>
                  </a:lnTo>
                  <a:lnTo>
                    <a:pt x="5461455" y="378245"/>
                  </a:lnTo>
                  <a:lnTo>
                    <a:pt x="5463320" y="378245"/>
                  </a:lnTo>
                  <a:lnTo>
                    <a:pt x="5463413" y="378245"/>
                  </a:lnTo>
                  <a:lnTo>
                    <a:pt x="5465558" y="378245"/>
                  </a:lnTo>
                  <a:lnTo>
                    <a:pt x="5465651" y="378245"/>
                  </a:lnTo>
                  <a:lnTo>
                    <a:pt x="5468635" y="378245"/>
                  </a:lnTo>
                  <a:lnTo>
                    <a:pt x="5470593" y="378245"/>
                  </a:lnTo>
                  <a:lnTo>
                    <a:pt x="5472458" y="378245"/>
                  </a:lnTo>
                  <a:lnTo>
                    <a:pt x="5474603" y="378245"/>
                  </a:lnTo>
                  <a:lnTo>
                    <a:pt x="5475535" y="378245"/>
                  </a:lnTo>
                  <a:lnTo>
                    <a:pt x="5476188" y="378245"/>
                  </a:lnTo>
                  <a:lnTo>
                    <a:pt x="5479825" y="378245"/>
                  </a:lnTo>
                  <a:lnTo>
                    <a:pt x="5479918" y="378245"/>
                  </a:lnTo>
                  <a:lnTo>
                    <a:pt x="5480011" y="378245"/>
                  </a:lnTo>
                  <a:lnTo>
                    <a:pt x="5485513" y="358337"/>
                  </a:lnTo>
                  <a:lnTo>
                    <a:pt x="5487658" y="358337"/>
                  </a:lnTo>
                  <a:lnTo>
                    <a:pt x="5489522" y="358337"/>
                  </a:lnTo>
                  <a:lnTo>
                    <a:pt x="5490362" y="358337"/>
                  </a:lnTo>
                  <a:lnTo>
                    <a:pt x="5492320" y="348383"/>
                  </a:lnTo>
                  <a:lnTo>
                    <a:pt x="5492413" y="348383"/>
                  </a:lnTo>
                  <a:lnTo>
                    <a:pt x="5492693" y="348383"/>
                  </a:lnTo>
                  <a:lnTo>
                    <a:pt x="5493346" y="348383"/>
                  </a:lnTo>
                  <a:lnTo>
                    <a:pt x="5493905" y="348383"/>
                  </a:lnTo>
                  <a:lnTo>
                    <a:pt x="5495956" y="348383"/>
                  </a:lnTo>
                  <a:lnTo>
                    <a:pt x="5496143" y="338429"/>
                  </a:lnTo>
                  <a:lnTo>
                    <a:pt x="5498008" y="338429"/>
                  </a:lnTo>
                  <a:lnTo>
                    <a:pt x="5498567" y="338429"/>
                  </a:lnTo>
                  <a:lnTo>
                    <a:pt x="5500899" y="338429"/>
                  </a:lnTo>
                  <a:lnTo>
                    <a:pt x="5503789" y="338429"/>
                  </a:lnTo>
                  <a:lnTo>
                    <a:pt x="5503976" y="338429"/>
                  </a:lnTo>
                  <a:lnTo>
                    <a:pt x="5504722" y="338429"/>
                  </a:lnTo>
                  <a:lnTo>
                    <a:pt x="5505281" y="338429"/>
                  </a:lnTo>
                  <a:lnTo>
                    <a:pt x="5505654" y="338429"/>
                  </a:lnTo>
                  <a:lnTo>
                    <a:pt x="5507333" y="338429"/>
                  </a:lnTo>
                  <a:lnTo>
                    <a:pt x="5507985" y="338429"/>
                  </a:lnTo>
                  <a:lnTo>
                    <a:pt x="5509104" y="338429"/>
                  </a:lnTo>
                  <a:lnTo>
                    <a:pt x="5513207" y="338429"/>
                  </a:lnTo>
                  <a:lnTo>
                    <a:pt x="5513394" y="328476"/>
                  </a:lnTo>
                  <a:lnTo>
                    <a:pt x="5513860" y="328476"/>
                  </a:lnTo>
                  <a:lnTo>
                    <a:pt x="5518149" y="328476"/>
                  </a:lnTo>
                  <a:lnTo>
                    <a:pt x="5518709" y="328476"/>
                  </a:lnTo>
                  <a:lnTo>
                    <a:pt x="5520387" y="328476"/>
                  </a:lnTo>
                  <a:lnTo>
                    <a:pt x="5520480" y="328476"/>
                  </a:lnTo>
                  <a:lnTo>
                    <a:pt x="5522159" y="328476"/>
                  </a:lnTo>
                  <a:lnTo>
                    <a:pt x="5524303" y="318522"/>
                  </a:lnTo>
                  <a:lnTo>
                    <a:pt x="5527008" y="318522"/>
                  </a:lnTo>
                  <a:lnTo>
                    <a:pt x="5528873" y="318522"/>
                  </a:lnTo>
                  <a:lnTo>
                    <a:pt x="5532323" y="298614"/>
                  </a:lnTo>
                  <a:lnTo>
                    <a:pt x="5532509" y="298614"/>
                  </a:lnTo>
                  <a:lnTo>
                    <a:pt x="5532696" y="298614"/>
                  </a:lnTo>
                  <a:lnTo>
                    <a:pt x="5534934" y="298614"/>
                  </a:lnTo>
                  <a:lnTo>
                    <a:pt x="5535213" y="298614"/>
                  </a:lnTo>
                  <a:lnTo>
                    <a:pt x="5535959" y="298614"/>
                  </a:lnTo>
                  <a:lnTo>
                    <a:pt x="5538757" y="288660"/>
                  </a:lnTo>
                  <a:lnTo>
                    <a:pt x="5540808" y="288660"/>
                  </a:lnTo>
                  <a:lnTo>
                    <a:pt x="5541181" y="288660"/>
                  </a:lnTo>
                  <a:lnTo>
                    <a:pt x="5543699" y="288660"/>
                  </a:lnTo>
                  <a:lnTo>
                    <a:pt x="5544445" y="288660"/>
                  </a:lnTo>
                  <a:lnTo>
                    <a:pt x="5545097" y="288660"/>
                  </a:lnTo>
                  <a:lnTo>
                    <a:pt x="5546589" y="288660"/>
                  </a:lnTo>
                  <a:lnTo>
                    <a:pt x="5547708" y="288660"/>
                  </a:lnTo>
                  <a:lnTo>
                    <a:pt x="5548081" y="288660"/>
                  </a:lnTo>
                  <a:lnTo>
                    <a:pt x="5549107" y="288660"/>
                  </a:lnTo>
                  <a:lnTo>
                    <a:pt x="5549480" y="288660"/>
                  </a:lnTo>
                  <a:lnTo>
                    <a:pt x="5550506" y="278707"/>
                  </a:lnTo>
                  <a:lnTo>
                    <a:pt x="5553396" y="278707"/>
                  </a:lnTo>
                  <a:lnTo>
                    <a:pt x="5557219" y="278707"/>
                  </a:lnTo>
                  <a:lnTo>
                    <a:pt x="5559364" y="278707"/>
                  </a:lnTo>
                  <a:lnTo>
                    <a:pt x="5559737" y="278707"/>
                  </a:lnTo>
                  <a:lnTo>
                    <a:pt x="5560670" y="278707"/>
                  </a:lnTo>
                  <a:lnTo>
                    <a:pt x="5562535" y="268753"/>
                  </a:lnTo>
                  <a:lnTo>
                    <a:pt x="5562721" y="268753"/>
                  </a:lnTo>
                  <a:lnTo>
                    <a:pt x="5562814" y="268753"/>
                  </a:lnTo>
                  <a:lnTo>
                    <a:pt x="5563094" y="268753"/>
                  </a:lnTo>
                  <a:lnTo>
                    <a:pt x="5564679" y="268753"/>
                  </a:lnTo>
                  <a:lnTo>
                    <a:pt x="5565705" y="268753"/>
                  </a:lnTo>
                  <a:lnTo>
                    <a:pt x="5570367" y="268753"/>
                  </a:lnTo>
                  <a:lnTo>
                    <a:pt x="5573724" y="268753"/>
                  </a:lnTo>
                  <a:lnTo>
                    <a:pt x="5574097" y="268753"/>
                  </a:lnTo>
                  <a:lnTo>
                    <a:pt x="5575682" y="268753"/>
                  </a:lnTo>
                  <a:lnTo>
                    <a:pt x="5577268" y="268753"/>
                  </a:lnTo>
                  <a:lnTo>
                    <a:pt x="5577641" y="268753"/>
                  </a:lnTo>
                  <a:lnTo>
                    <a:pt x="5577734" y="268753"/>
                  </a:lnTo>
                  <a:lnTo>
                    <a:pt x="5578666" y="268753"/>
                  </a:lnTo>
                  <a:lnTo>
                    <a:pt x="5580438" y="268753"/>
                  </a:lnTo>
                  <a:lnTo>
                    <a:pt x="5583888" y="268753"/>
                  </a:lnTo>
                  <a:lnTo>
                    <a:pt x="5585007" y="268753"/>
                  </a:lnTo>
                  <a:lnTo>
                    <a:pt x="5586592" y="268753"/>
                  </a:lnTo>
                  <a:lnTo>
                    <a:pt x="5588084" y="268753"/>
                  </a:lnTo>
                  <a:lnTo>
                    <a:pt x="5588457" y="268753"/>
                  </a:lnTo>
                  <a:lnTo>
                    <a:pt x="5589390" y="268753"/>
                  </a:lnTo>
                  <a:lnTo>
                    <a:pt x="5590229" y="268753"/>
                  </a:lnTo>
                  <a:lnTo>
                    <a:pt x="5590882" y="268753"/>
                  </a:lnTo>
                  <a:lnTo>
                    <a:pt x="5593213" y="268753"/>
                  </a:lnTo>
                  <a:lnTo>
                    <a:pt x="5594238" y="268753"/>
                  </a:lnTo>
                  <a:lnTo>
                    <a:pt x="5594425" y="268753"/>
                  </a:lnTo>
                  <a:lnTo>
                    <a:pt x="5600579" y="268753"/>
                  </a:lnTo>
                  <a:lnTo>
                    <a:pt x="5600859" y="268753"/>
                  </a:lnTo>
                  <a:lnTo>
                    <a:pt x="5601605" y="268753"/>
                  </a:lnTo>
                  <a:lnTo>
                    <a:pt x="5601698" y="268753"/>
                  </a:lnTo>
                  <a:lnTo>
                    <a:pt x="5601885" y="268753"/>
                  </a:lnTo>
                  <a:lnTo>
                    <a:pt x="5602164" y="268753"/>
                  </a:lnTo>
                  <a:lnTo>
                    <a:pt x="5602351" y="268753"/>
                  </a:lnTo>
                  <a:lnTo>
                    <a:pt x="5605148" y="258799"/>
                  </a:lnTo>
                  <a:lnTo>
                    <a:pt x="5607759" y="258799"/>
                  </a:lnTo>
                  <a:lnTo>
                    <a:pt x="5609438" y="258799"/>
                  </a:lnTo>
                  <a:lnTo>
                    <a:pt x="5609717" y="258799"/>
                  </a:lnTo>
                  <a:lnTo>
                    <a:pt x="5612049" y="258799"/>
                  </a:lnTo>
                  <a:lnTo>
                    <a:pt x="5613261" y="258799"/>
                  </a:lnTo>
                  <a:lnTo>
                    <a:pt x="5613727" y="258799"/>
                  </a:lnTo>
                  <a:lnTo>
                    <a:pt x="5615032" y="248845"/>
                  </a:lnTo>
                  <a:lnTo>
                    <a:pt x="5615312" y="248845"/>
                  </a:lnTo>
                  <a:lnTo>
                    <a:pt x="5617830" y="248845"/>
                  </a:lnTo>
                  <a:lnTo>
                    <a:pt x="5620441" y="248845"/>
                  </a:lnTo>
                  <a:lnTo>
                    <a:pt x="5622492" y="248845"/>
                  </a:lnTo>
                  <a:lnTo>
                    <a:pt x="5623518" y="248845"/>
                  </a:lnTo>
                  <a:lnTo>
                    <a:pt x="5625476" y="248845"/>
                  </a:lnTo>
                  <a:lnTo>
                    <a:pt x="5625942" y="248845"/>
                  </a:lnTo>
                  <a:lnTo>
                    <a:pt x="5626036" y="248845"/>
                  </a:lnTo>
                  <a:lnTo>
                    <a:pt x="5626129" y="248845"/>
                  </a:lnTo>
                  <a:lnTo>
                    <a:pt x="5628553" y="238891"/>
                  </a:lnTo>
                  <a:lnTo>
                    <a:pt x="5628740" y="238891"/>
                  </a:lnTo>
                  <a:lnTo>
                    <a:pt x="5630045" y="238891"/>
                  </a:lnTo>
                  <a:lnTo>
                    <a:pt x="5632749" y="238891"/>
                  </a:lnTo>
                  <a:lnTo>
                    <a:pt x="5632936" y="238891"/>
                  </a:lnTo>
                  <a:lnTo>
                    <a:pt x="5635547" y="228937"/>
                  </a:lnTo>
                  <a:lnTo>
                    <a:pt x="5638531" y="228937"/>
                  </a:lnTo>
                  <a:lnTo>
                    <a:pt x="5639277" y="228937"/>
                  </a:lnTo>
                  <a:lnTo>
                    <a:pt x="5639929" y="228937"/>
                  </a:lnTo>
                  <a:lnTo>
                    <a:pt x="5640023" y="228937"/>
                  </a:lnTo>
                  <a:lnTo>
                    <a:pt x="5640582" y="228937"/>
                  </a:lnTo>
                  <a:lnTo>
                    <a:pt x="5641235" y="228937"/>
                  </a:lnTo>
                  <a:lnTo>
                    <a:pt x="5643659" y="218984"/>
                  </a:lnTo>
                  <a:lnTo>
                    <a:pt x="5643846" y="218984"/>
                  </a:lnTo>
                  <a:lnTo>
                    <a:pt x="5644965" y="218984"/>
                  </a:lnTo>
                  <a:lnTo>
                    <a:pt x="5647016" y="218984"/>
                  </a:lnTo>
                  <a:lnTo>
                    <a:pt x="5649161" y="218984"/>
                  </a:lnTo>
                  <a:lnTo>
                    <a:pt x="5649347" y="218984"/>
                  </a:lnTo>
                  <a:lnTo>
                    <a:pt x="5650559" y="218984"/>
                  </a:lnTo>
                  <a:lnTo>
                    <a:pt x="5653450" y="218984"/>
                  </a:lnTo>
                  <a:lnTo>
                    <a:pt x="5653637" y="218984"/>
                  </a:lnTo>
                  <a:lnTo>
                    <a:pt x="5655968" y="218984"/>
                  </a:lnTo>
                  <a:lnTo>
                    <a:pt x="5657273" y="218984"/>
                  </a:lnTo>
                  <a:lnTo>
                    <a:pt x="5658206" y="218984"/>
                  </a:lnTo>
                  <a:lnTo>
                    <a:pt x="5659791" y="218984"/>
                  </a:lnTo>
                  <a:lnTo>
                    <a:pt x="5660910" y="218984"/>
                  </a:lnTo>
                  <a:lnTo>
                    <a:pt x="5662868" y="218984"/>
                  </a:lnTo>
                  <a:lnTo>
                    <a:pt x="5662961" y="218984"/>
                  </a:lnTo>
                  <a:lnTo>
                    <a:pt x="5664453" y="218984"/>
                  </a:lnTo>
                  <a:lnTo>
                    <a:pt x="5664733" y="218984"/>
                  </a:lnTo>
                  <a:lnTo>
                    <a:pt x="5666038" y="218984"/>
                  </a:lnTo>
                  <a:lnTo>
                    <a:pt x="5666132" y="218984"/>
                  </a:lnTo>
                  <a:lnTo>
                    <a:pt x="5668649" y="218984"/>
                  </a:lnTo>
                  <a:lnTo>
                    <a:pt x="5668742" y="218984"/>
                  </a:lnTo>
                  <a:lnTo>
                    <a:pt x="5672099" y="218984"/>
                  </a:lnTo>
                  <a:lnTo>
                    <a:pt x="5672286" y="218984"/>
                  </a:lnTo>
                  <a:lnTo>
                    <a:pt x="5675736" y="218984"/>
                  </a:lnTo>
                  <a:lnTo>
                    <a:pt x="5675829" y="218984"/>
                  </a:lnTo>
                  <a:lnTo>
                    <a:pt x="5677135" y="209030"/>
                  </a:lnTo>
                  <a:lnTo>
                    <a:pt x="5678533" y="209030"/>
                  </a:lnTo>
                  <a:lnTo>
                    <a:pt x="5679373" y="209030"/>
                  </a:lnTo>
                  <a:lnTo>
                    <a:pt x="5682636" y="209030"/>
                  </a:lnTo>
                  <a:lnTo>
                    <a:pt x="5682823" y="209030"/>
                  </a:lnTo>
                  <a:lnTo>
                    <a:pt x="5685340" y="209030"/>
                  </a:lnTo>
                  <a:lnTo>
                    <a:pt x="5687205" y="209030"/>
                  </a:lnTo>
                  <a:lnTo>
                    <a:pt x="5689909" y="209030"/>
                  </a:lnTo>
                  <a:lnTo>
                    <a:pt x="5690189" y="209030"/>
                  </a:lnTo>
                  <a:lnTo>
                    <a:pt x="5690282" y="209030"/>
                  </a:lnTo>
                  <a:lnTo>
                    <a:pt x="5692427" y="209030"/>
                  </a:lnTo>
                  <a:lnTo>
                    <a:pt x="5692707" y="209030"/>
                  </a:lnTo>
                  <a:lnTo>
                    <a:pt x="5692893" y="209030"/>
                  </a:lnTo>
                  <a:lnTo>
                    <a:pt x="5694852" y="209030"/>
                  </a:lnTo>
                  <a:lnTo>
                    <a:pt x="5695038" y="209030"/>
                  </a:lnTo>
                  <a:lnTo>
                    <a:pt x="5696530" y="209030"/>
                  </a:lnTo>
                  <a:lnTo>
                    <a:pt x="5696716" y="209030"/>
                  </a:lnTo>
                  <a:lnTo>
                    <a:pt x="5698954" y="209030"/>
                  </a:lnTo>
                  <a:lnTo>
                    <a:pt x="5700260" y="209030"/>
                  </a:lnTo>
                  <a:lnTo>
                    <a:pt x="5703430" y="209030"/>
                  </a:lnTo>
                  <a:lnTo>
                    <a:pt x="5705948" y="209030"/>
                  </a:lnTo>
                  <a:lnTo>
                    <a:pt x="5708652" y="209030"/>
                  </a:lnTo>
                  <a:lnTo>
                    <a:pt x="5710703" y="209030"/>
                  </a:lnTo>
                  <a:lnTo>
                    <a:pt x="5713687" y="209030"/>
                  </a:lnTo>
                  <a:lnTo>
                    <a:pt x="5715459" y="209030"/>
                  </a:lnTo>
                  <a:lnTo>
                    <a:pt x="5715832" y="209030"/>
                  </a:lnTo>
                  <a:lnTo>
                    <a:pt x="5715925" y="209030"/>
                  </a:lnTo>
                  <a:lnTo>
                    <a:pt x="5718163" y="209030"/>
                  </a:lnTo>
                  <a:lnTo>
                    <a:pt x="5720121" y="209030"/>
                  </a:lnTo>
                  <a:lnTo>
                    <a:pt x="5720308" y="209030"/>
                  </a:lnTo>
                  <a:lnTo>
                    <a:pt x="5720588" y="209030"/>
                  </a:lnTo>
                  <a:lnTo>
                    <a:pt x="5722453" y="209030"/>
                  </a:lnTo>
                  <a:lnTo>
                    <a:pt x="5723292" y="199076"/>
                  </a:lnTo>
                  <a:lnTo>
                    <a:pt x="5726555" y="189122"/>
                  </a:lnTo>
                  <a:lnTo>
                    <a:pt x="5728047" y="179168"/>
                  </a:lnTo>
                  <a:lnTo>
                    <a:pt x="5728514" y="179168"/>
                  </a:lnTo>
                  <a:lnTo>
                    <a:pt x="5728700" y="179168"/>
                  </a:lnTo>
                  <a:lnTo>
                    <a:pt x="5730565" y="179168"/>
                  </a:lnTo>
                  <a:lnTo>
                    <a:pt x="5731404" y="179168"/>
                  </a:lnTo>
                  <a:lnTo>
                    <a:pt x="5731591" y="179168"/>
                  </a:lnTo>
                  <a:lnTo>
                    <a:pt x="5733642" y="179168"/>
                  </a:lnTo>
                  <a:lnTo>
                    <a:pt x="5734295" y="179168"/>
                  </a:lnTo>
                  <a:lnTo>
                    <a:pt x="5736533" y="179168"/>
                  </a:lnTo>
                  <a:lnTo>
                    <a:pt x="5737465" y="179168"/>
                  </a:lnTo>
                  <a:lnTo>
                    <a:pt x="5738864" y="179168"/>
                  </a:lnTo>
                  <a:lnTo>
                    <a:pt x="5740915" y="179168"/>
                  </a:lnTo>
                  <a:lnTo>
                    <a:pt x="5741475" y="179168"/>
                  </a:lnTo>
                  <a:lnTo>
                    <a:pt x="5741661" y="179168"/>
                  </a:lnTo>
                  <a:lnTo>
                    <a:pt x="5745951" y="179168"/>
                  </a:lnTo>
                  <a:lnTo>
                    <a:pt x="5747816" y="179168"/>
                  </a:lnTo>
                  <a:lnTo>
                    <a:pt x="5750706" y="179168"/>
                  </a:lnTo>
                  <a:lnTo>
                    <a:pt x="5750800" y="179168"/>
                  </a:lnTo>
                  <a:lnTo>
                    <a:pt x="5753410" y="179168"/>
                  </a:lnTo>
                  <a:lnTo>
                    <a:pt x="5753504" y="179168"/>
                  </a:lnTo>
                  <a:lnTo>
                    <a:pt x="5753597" y="179168"/>
                  </a:lnTo>
                  <a:lnTo>
                    <a:pt x="5753690" y="179168"/>
                  </a:lnTo>
                  <a:lnTo>
                    <a:pt x="5757513" y="179168"/>
                  </a:lnTo>
                  <a:lnTo>
                    <a:pt x="5760124" y="179168"/>
                  </a:lnTo>
                  <a:lnTo>
                    <a:pt x="5761616" y="179168"/>
                  </a:lnTo>
                  <a:lnTo>
                    <a:pt x="5764227" y="179168"/>
                  </a:lnTo>
                  <a:lnTo>
                    <a:pt x="5764414" y="179168"/>
                  </a:lnTo>
                  <a:lnTo>
                    <a:pt x="5764973" y="179168"/>
                  </a:lnTo>
                  <a:lnTo>
                    <a:pt x="5765999" y="179168"/>
                  </a:lnTo>
                  <a:lnTo>
                    <a:pt x="5766558" y="179168"/>
                  </a:lnTo>
                  <a:lnTo>
                    <a:pt x="5767024" y="179168"/>
                  </a:lnTo>
                  <a:lnTo>
                    <a:pt x="5769076" y="179168"/>
                  </a:lnTo>
                  <a:lnTo>
                    <a:pt x="5770941" y="179168"/>
                  </a:lnTo>
                  <a:lnTo>
                    <a:pt x="5771314" y="179168"/>
                  </a:lnTo>
                  <a:lnTo>
                    <a:pt x="5773365" y="179168"/>
                  </a:lnTo>
                  <a:lnTo>
                    <a:pt x="5774671" y="179168"/>
                  </a:lnTo>
                  <a:lnTo>
                    <a:pt x="5775417" y="179168"/>
                  </a:lnTo>
                  <a:lnTo>
                    <a:pt x="5775883" y="179168"/>
                  </a:lnTo>
                  <a:lnTo>
                    <a:pt x="5776256" y="179168"/>
                  </a:lnTo>
                  <a:lnTo>
                    <a:pt x="5776349" y="179168"/>
                  </a:lnTo>
                  <a:lnTo>
                    <a:pt x="5779426" y="179168"/>
                  </a:lnTo>
                  <a:lnTo>
                    <a:pt x="5782783" y="179168"/>
                  </a:lnTo>
                  <a:lnTo>
                    <a:pt x="5783529" y="179168"/>
                  </a:lnTo>
                  <a:lnTo>
                    <a:pt x="5785394" y="179168"/>
                  </a:lnTo>
                  <a:lnTo>
                    <a:pt x="5786886" y="179168"/>
                  </a:lnTo>
                  <a:lnTo>
                    <a:pt x="5789683" y="179168"/>
                  </a:lnTo>
                  <a:lnTo>
                    <a:pt x="5790336" y="179168"/>
                  </a:lnTo>
                  <a:lnTo>
                    <a:pt x="5790429" y="179168"/>
                  </a:lnTo>
                  <a:lnTo>
                    <a:pt x="5793413" y="179168"/>
                  </a:lnTo>
                  <a:lnTo>
                    <a:pt x="5793506" y="179168"/>
                  </a:lnTo>
                  <a:lnTo>
                    <a:pt x="5793693" y="179168"/>
                  </a:lnTo>
                  <a:lnTo>
                    <a:pt x="5795744" y="179168"/>
                  </a:lnTo>
                  <a:lnTo>
                    <a:pt x="5800500" y="179168"/>
                  </a:lnTo>
                  <a:lnTo>
                    <a:pt x="5801432" y="179168"/>
                  </a:lnTo>
                  <a:lnTo>
                    <a:pt x="5801526" y="179168"/>
                  </a:lnTo>
                  <a:lnTo>
                    <a:pt x="5803670" y="179168"/>
                  </a:lnTo>
                  <a:lnTo>
                    <a:pt x="5804883" y="179168"/>
                  </a:lnTo>
                  <a:lnTo>
                    <a:pt x="5806934" y="179168"/>
                  </a:lnTo>
                  <a:lnTo>
                    <a:pt x="5807866" y="179168"/>
                  </a:lnTo>
                  <a:lnTo>
                    <a:pt x="5810011" y="179168"/>
                  </a:lnTo>
                  <a:lnTo>
                    <a:pt x="5812156" y="179168"/>
                  </a:lnTo>
                  <a:lnTo>
                    <a:pt x="5812249" y="179168"/>
                  </a:lnTo>
                  <a:lnTo>
                    <a:pt x="5812715" y="179168"/>
                  </a:lnTo>
                  <a:lnTo>
                    <a:pt x="5812809" y="179168"/>
                  </a:lnTo>
                  <a:lnTo>
                    <a:pt x="5815419" y="179168"/>
                  </a:lnTo>
                  <a:lnTo>
                    <a:pt x="5815699" y="179168"/>
                  </a:lnTo>
                  <a:lnTo>
                    <a:pt x="5815886" y="179168"/>
                  </a:lnTo>
                  <a:lnTo>
                    <a:pt x="5816259" y="179168"/>
                  </a:lnTo>
                  <a:lnTo>
                    <a:pt x="5818963" y="179168"/>
                  </a:lnTo>
                  <a:lnTo>
                    <a:pt x="5822320" y="179168"/>
                  </a:lnTo>
                  <a:lnTo>
                    <a:pt x="5822599" y="179168"/>
                  </a:lnTo>
                  <a:lnTo>
                    <a:pt x="5825583" y="179168"/>
                  </a:lnTo>
                  <a:lnTo>
                    <a:pt x="5825770" y="179168"/>
                  </a:lnTo>
                  <a:lnTo>
                    <a:pt x="5826143" y="179168"/>
                  </a:lnTo>
                  <a:lnTo>
                    <a:pt x="5826329" y="179168"/>
                  </a:lnTo>
                  <a:lnTo>
                    <a:pt x="5828847" y="179168"/>
                  </a:lnTo>
                  <a:lnTo>
                    <a:pt x="5830152" y="179168"/>
                  </a:lnTo>
                  <a:lnTo>
                    <a:pt x="5831738" y="179168"/>
                  </a:lnTo>
                  <a:lnTo>
                    <a:pt x="5834069" y="179168"/>
                  </a:lnTo>
                  <a:lnTo>
                    <a:pt x="5834628" y="179168"/>
                  </a:lnTo>
                  <a:lnTo>
                    <a:pt x="5837426" y="179168"/>
                  </a:lnTo>
                  <a:lnTo>
                    <a:pt x="5839664" y="179168"/>
                  </a:lnTo>
                  <a:lnTo>
                    <a:pt x="5840130" y="179168"/>
                  </a:lnTo>
                  <a:lnTo>
                    <a:pt x="5841249" y="179168"/>
                  </a:lnTo>
                  <a:lnTo>
                    <a:pt x="5842834" y="179168"/>
                  </a:lnTo>
                  <a:lnTo>
                    <a:pt x="5846098" y="179168"/>
                  </a:lnTo>
                  <a:lnTo>
                    <a:pt x="5846191" y="179168"/>
                  </a:lnTo>
                  <a:lnTo>
                    <a:pt x="5846471" y="179168"/>
                  </a:lnTo>
                  <a:lnTo>
                    <a:pt x="5847403" y="179168"/>
                  </a:lnTo>
                  <a:lnTo>
                    <a:pt x="5848708" y="179168"/>
                  </a:lnTo>
                  <a:lnTo>
                    <a:pt x="5849734" y="179168"/>
                  </a:lnTo>
                  <a:lnTo>
                    <a:pt x="5851413" y="179168"/>
                  </a:lnTo>
                  <a:lnTo>
                    <a:pt x="5853371" y="179168"/>
                  </a:lnTo>
                  <a:lnTo>
                    <a:pt x="5853557" y="179168"/>
                  </a:lnTo>
                  <a:lnTo>
                    <a:pt x="5855515" y="179168"/>
                  </a:lnTo>
                  <a:lnTo>
                    <a:pt x="5857753" y="179168"/>
                  </a:lnTo>
                  <a:lnTo>
                    <a:pt x="5858033" y="179168"/>
                  </a:lnTo>
                  <a:lnTo>
                    <a:pt x="5859245" y="179168"/>
                  </a:lnTo>
                  <a:lnTo>
                    <a:pt x="5859618" y="179168"/>
                  </a:lnTo>
                  <a:lnTo>
                    <a:pt x="5861856" y="179168"/>
                  </a:lnTo>
                  <a:lnTo>
                    <a:pt x="5861950" y="179168"/>
                  </a:lnTo>
                  <a:lnTo>
                    <a:pt x="5863721" y="179168"/>
                  </a:lnTo>
                  <a:lnTo>
                    <a:pt x="5864187" y="179168"/>
                  </a:lnTo>
                  <a:lnTo>
                    <a:pt x="5865027" y="179168"/>
                  </a:lnTo>
                  <a:lnTo>
                    <a:pt x="5867544" y="179168"/>
                  </a:lnTo>
                  <a:lnTo>
                    <a:pt x="5868943" y="179168"/>
                  </a:lnTo>
                  <a:lnTo>
                    <a:pt x="5871367" y="179168"/>
                  </a:lnTo>
                  <a:lnTo>
                    <a:pt x="5873605" y="169214"/>
                  </a:lnTo>
                  <a:lnTo>
                    <a:pt x="5873885" y="169214"/>
                  </a:lnTo>
                  <a:lnTo>
                    <a:pt x="5873978" y="169214"/>
                  </a:lnTo>
                  <a:lnTo>
                    <a:pt x="5877895" y="169214"/>
                  </a:lnTo>
                  <a:lnTo>
                    <a:pt x="5879107" y="169214"/>
                  </a:lnTo>
                  <a:lnTo>
                    <a:pt x="5879387" y="169214"/>
                  </a:lnTo>
                  <a:lnTo>
                    <a:pt x="5879853" y="169214"/>
                  </a:lnTo>
                  <a:lnTo>
                    <a:pt x="5881625" y="169214"/>
                  </a:lnTo>
                  <a:lnTo>
                    <a:pt x="5881718" y="169214"/>
                  </a:lnTo>
                  <a:lnTo>
                    <a:pt x="5882837" y="159261"/>
                  </a:lnTo>
                  <a:lnTo>
                    <a:pt x="5884235" y="159261"/>
                  </a:lnTo>
                  <a:lnTo>
                    <a:pt x="5885727" y="159261"/>
                  </a:lnTo>
                  <a:lnTo>
                    <a:pt x="5889737" y="159261"/>
                  </a:lnTo>
                  <a:lnTo>
                    <a:pt x="5889924" y="159261"/>
                  </a:lnTo>
                  <a:lnTo>
                    <a:pt x="5890763" y="159261"/>
                  </a:lnTo>
                  <a:lnTo>
                    <a:pt x="5892721" y="159261"/>
                  </a:lnTo>
                  <a:lnTo>
                    <a:pt x="5892814" y="159261"/>
                  </a:lnTo>
                  <a:lnTo>
                    <a:pt x="5893187" y="159261"/>
                  </a:lnTo>
                  <a:lnTo>
                    <a:pt x="5893280" y="159261"/>
                  </a:lnTo>
                  <a:lnTo>
                    <a:pt x="5895612" y="159261"/>
                  </a:lnTo>
                  <a:lnTo>
                    <a:pt x="5896917" y="159261"/>
                  </a:lnTo>
                  <a:lnTo>
                    <a:pt x="5897570" y="159261"/>
                  </a:lnTo>
                  <a:lnTo>
                    <a:pt x="5898129" y="159261"/>
                  </a:lnTo>
                  <a:lnTo>
                    <a:pt x="5898222" y="159261"/>
                  </a:lnTo>
                  <a:lnTo>
                    <a:pt x="5899994" y="159261"/>
                  </a:lnTo>
                  <a:lnTo>
                    <a:pt x="5900181" y="159261"/>
                  </a:lnTo>
                  <a:lnTo>
                    <a:pt x="5900274" y="159261"/>
                  </a:lnTo>
                  <a:lnTo>
                    <a:pt x="5900647" y="159261"/>
                  </a:lnTo>
                  <a:lnTo>
                    <a:pt x="5903538" y="149307"/>
                  </a:lnTo>
                  <a:lnTo>
                    <a:pt x="5907267" y="149307"/>
                  </a:lnTo>
                  <a:lnTo>
                    <a:pt x="5908200" y="149307"/>
                  </a:lnTo>
                  <a:lnTo>
                    <a:pt x="5911650" y="139353"/>
                  </a:lnTo>
                  <a:lnTo>
                    <a:pt x="5912023" y="139353"/>
                  </a:lnTo>
                  <a:lnTo>
                    <a:pt x="5912303" y="139353"/>
                  </a:lnTo>
                  <a:lnTo>
                    <a:pt x="5914354" y="139353"/>
                  </a:lnTo>
                  <a:lnTo>
                    <a:pt x="5914447" y="139353"/>
                  </a:lnTo>
                  <a:lnTo>
                    <a:pt x="5916219" y="139353"/>
                  </a:lnTo>
                  <a:lnTo>
                    <a:pt x="5916406" y="139353"/>
                  </a:lnTo>
                  <a:lnTo>
                    <a:pt x="5917058" y="139353"/>
                  </a:lnTo>
                  <a:lnTo>
                    <a:pt x="5918643" y="139353"/>
                  </a:lnTo>
                  <a:lnTo>
                    <a:pt x="5918737" y="139353"/>
                  </a:lnTo>
                  <a:lnTo>
                    <a:pt x="5919949" y="139353"/>
                  </a:lnTo>
                  <a:lnTo>
                    <a:pt x="5921068" y="139353"/>
                  </a:lnTo>
                  <a:lnTo>
                    <a:pt x="5922094" y="139353"/>
                  </a:lnTo>
                  <a:lnTo>
                    <a:pt x="5924518" y="139353"/>
                  </a:lnTo>
                  <a:lnTo>
                    <a:pt x="5925077" y="139353"/>
                  </a:lnTo>
                  <a:lnTo>
                    <a:pt x="5925637" y="139353"/>
                  </a:lnTo>
                  <a:lnTo>
                    <a:pt x="5926756" y="139353"/>
                  </a:lnTo>
                  <a:lnTo>
                    <a:pt x="5928528" y="139353"/>
                  </a:lnTo>
                  <a:lnTo>
                    <a:pt x="5928807" y="139353"/>
                  </a:lnTo>
                  <a:lnTo>
                    <a:pt x="5929553" y="139353"/>
                  </a:lnTo>
                  <a:lnTo>
                    <a:pt x="5929647" y="139353"/>
                  </a:lnTo>
                  <a:lnTo>
                    <a:pt x="5931698" y="139353"/>
                  </a:lnTo>
                  <a:lnTo>
                    <a:pt x="5931884" y="139353"/>
                  </a:lnTo>
                  <a:lnTo>
                    <a:pt x="5933470" y="139353"/>
                  </a:lnTo>
                  <a:lnTo>
                    <a:pt x="5933843" y="139353"/>
                  </a:lnTo>
                  <a:lnTo>
                    <a:pt x="5934122" y="139353"/>
                  </a:lnTo>
                  <a:lnTo>
                    <a:pt x="5935148" y="139353"/>
                  </a:lnTo>
                  <a:lnTo>
                    <a:pt x="5936827" y="139353"/>
                  </a:lnTo>
                  <a:lnTo>
                    <a:pt x="5940277" y="139353"/>
                  </a:lnTo>
                  <a:lnTo>
                    <a:pt x="5943074" y="139353"/>
                  </a:lnTo>
                  <a:lnTo>
                    <a:pt x="5943167" y="139353"/>
                  </a:lnTo>
                  <a:lnTo>
                    <a:pt x="5943261" y="139353"/>
                  </a:lnTo>
                  <a:lnTo>
                    <a:pt x="5945871" y="139353"/>
                  </a:lnTo>
                  <a:lnTo>
                    <a:pt x="5947177" y="139353"/>
                  </a:lnTo>
                  <a:lnTo>
                    <a:pt x="5950161" y="139353"/>
                  </a:lnTo>
                  <a:lnTo>
                    <a:pt x="5951000" y="139353"/>
                  </a:lnTo>
                  <a:lnTo>
                    <a:pt x="5953238" y="139353"/>
                  </a:lnTo>
                  <a:lnTo>
                    <a:pt x="5954543" y="139353"/>
                  </a:lnTo>
                  <a:lnTo>
                    <a:pt x="5956595" y="139353"/>
                  </a:lnTo>
                  <a:lnTo>
                    <a:pt x="5957900" y="139353"/>
                  </a:lnTo>
                  <a:lnTo>
                    <a:pt x="5958646" y="139353"/>
                  </a:lnTo>
                  <a:lnTo>
                    <a:pt x="5961444" y="139353"/>
                  </a:lnTo>
                  <a:lnTo>
                    <a:pt x="5961723" y="139353"/>
                  </a:lnTo>
                  <a:lnTo>
                    <a:pt x="5963495" y="139353"/>
                  </a:lnTo>
                  <a:lnTo>
                    <a:pt x="5963682" y="139353"/>
                  </a:lnTo>
                  <a:lnTo>
                    <a:pt x="5964894" y="139353"/>
                  </a:lnTo>
                  <a:lnTo>
                    <a:pt x="5965733" y="139353"/>
                  </a:lnTo>
                  <a:lnTo>
                    <a:pt x="5967038" y="139353"/>
                  </a:lnTo>
                  <a:lnTo>
                    <a:pt x="5967132" y="139353"/>
                  </a:lnTo>
                  <a:lnTo>
                    <a:pt x="5967318" y="139353"/>
                  </a:lnTo>
                  <a:lnTo>
                    <a:pt x="5971421" y="139353"/>
                  </a:lnTo>
                  <a:lnTo>
                    <a:pt x="5974685" y="139353"/>
                  </a:lnTo>
                  <a:lnTo>
                    <a:pt x="5975337" y="139353"/>
                  </a:lnTo>
                  <a:lnTo>
                    <a:pt x="5976550" y="139353"/>
                  </a:lnTo>
                  <a:lnTo>
                    <a:pt x="5976643" y="139353"/>
                  </a:lnTo>
                  <a:lnTo>
                    <a:pt x="5979627" y="139353"/>
                  </a:lnTo>
                  <a:lnTo>
                    <a:pt x="5979720" y="139353"/>
                  </a:lnTo>
                  <a:lnTo>
                    <a:pt x="5979907" y="139353"/>
                  </a:lnTo>
                  <a:lnTo>
                    <a:pt x="5980093" y="139353"/>
                  </a:lnTo>
                  <a:lnTo>
                    <a:pt x="5982144" y="139353"/>
                  </a:lnTo>
                  <a:lnTo>
                    <a:pt x="5982611" y="139353"/>
                  </a:lnTo>
                  <a:lnTo>
                    <a:pt x="5983263" y="139353"/>
                  </a:lnTo>
                  <a:lnTo>
                    <a:pt x="5984196" y="139353"/>
                  </a:lnTo>
                  <a:lnTo>
                    <a:pt x="5986993" y="139353"/>
                  </a:lnTo>
                  <a:lnTo>
                    <a:pt x="5989045" y="139353"/>
                  </a:lnTo>
                  <a:lnTo>
                    <a:pt x="5990537" y="139353"/>
                  </a:lnTo>
                  <a:lnTo>
                    <a:pt x="5992215" y="139353"/>
                  </a:lnTo>
                  <a:lnTo>
                    <a:pt x="5992308" y="139353"/>
                  </a:lnTo>
                  <a:lnTo>
                    <a:pt x="5992402" y="139353"/>
                  </a:lnTo>
                  <a:lnTo>
                    <a:pt x="5993054" y="139353"/>
                  </a:lnTo>
                  <a:lnTo>
                    <a:pt x="5993521" y="139353"/>
                  </a:lnTo>
                  <a:lnTo>
                    <a:pt x="5997623" y="139353"/>
                  </a:lnTo>
                  <a:lnTo>
                    <a:pt x="5998649" y="139353"/>
                  </a:lnTo>
                  <a:lnTo>
                    <a:pt x="5998742" y="139353"/>
                  </a:lnTo>
                  <a:lnTo>
                    <a:pt x="6000141" y="139353"/>
                  </a:lnTo>
                  <a:lnTo>
                    <a:pt x="6000234" y="139353"/>
                  </a:lnTo>
                  <a:lnTo>
                    <a:pt x="6000328" y="139353"/>
                  </a:lnTo>
                  <a:lnTo>
                    <a:pt x="6001446" y="139353"/>
                  </a:lnTo>
                  <a:lnTo>
                    <a:pt x="6005176" y="139353"/>
                  </a:lnTo>
                  <a:lnTo>
                    <a:pt x="6008160" y="139353"/>
                  </a:lnTo>
                  <a:lnTo>
                    <a:pt x="6008347" y="139353"/>
                  </a:lnTo>
                  <a:lnTo>
                    <a:pt x="6011144" y="139353"/>
                  </a:lnTo>
                  <a:lnTo>
                    <a:pt x="6011424" y="139353"/>
                  </a:lnTo>
                  <a:lnTo>
                    <a:pt x="6014408" y="139353"/>
                  </a:lnTo>
                  <a:lnTo>
                    <a:pt x="6015154" y="139353"/>
                  </a:lnTo>
                  <a:lnTo>
                    <a:pt x="6015620" y="139353"/>
                  </a:lnTo>
                  <a:lnTo>
                    <a:pt x="6015806" y="139353"/>
                  </a:lnTo>
                  <a:lnTo>
                    <a:pt x="6015900" y="139353"/>
                  </a:lnTo>
                  <a:lnTo>
                    <a:pt x="6017578" y="139353"/>
                  </a:lnTo>
                  <a:lnTo>
                    <a:pt x="6017671" y="139353"/>
                  </a:lnTo>
                  <a:lnTo>
                    <a:pt x="6019070" y="139353"/>
                  </a:lnTo>
                  <a:lnTo>
                    <a:pt x="6020469" y="139353"/>
                  </a:lnTo>
                  <a:lnTo>
                    <a:pt x="6022334" y="139353"/>
                  </a:lnTo>
                  <a:lnTo>
                    <a:pt x="6024199" y="139353"/>
                  </a:lnTo>
                  <a:lnTo>
                    <a:pt x="6025038" y="139353"/>
                  </a:lnTo>
                  <a:lnTo>
                    <a:pt x="6025411" y="139353"/>
                  </a:lnTo>
                  <a:lnTo>
                    <a:pt x="6028115" y="139353"/>
                  </a:lnTo>
                  <a:lnTo>
                    <a:pt x="6029047" y="139353"/>
                  </a:lnTo>
                  <a:lnTo>
                    <a:pt x="6030726" y="139353"/>
                  </a:lnTo>
                  <a:lnTo>
                    <a:pt x="6031379" y="139353"/>
                  </a:lnTo>
                  <a:lnTo>
                    <a:pt x="6031658" y="139353"/>
                  </a:lnTo>
                  <a:lnTo>
                    <a:pt x="6031752" y="139353"/>
                  </a:lnTo>
                  <a:lnTo>
                    <a:pt x="6031938" y="139353"/>
                  </a:lnTo>
                  <a:lnTo>
                    <a:pt x="6032777" y="139353"/>
                  </a:lnTo>
                  <a:lnTo>
                    <a:pt x="6036787" y="119445"/>
                  </a:lnTo>
                  <a:lnTo>
                    <a:pt x="6036880" y="119445"/>
                  </a:lnTo>
                  <a:lnTo>
                    <a:pt x="6039305" y="119445"/>
                  </a:lnTo>
                  <a:lnTo>
                    <a:pt x="6039678" y="119445"/>
                  </a:lnTo>
                  <a:lnTo>
                    <a:pt x="6040330" y="119445"/>
                  </a:lnTo>
                  <a:lnTo>
                    <a:pt x="6043128" y="119445"/>
                  </a:lnTo>
                  <a:lnTo>
                    <a:pt x="6043221" y="119445"/>
                  </a:lnTo>
                  <a:lnTo>
                    <a:pt x="6043407" y="119445"/>
                  </a:lnTo>
                  <a:lnTo>
                    <a:pt x="6045459" y="119445"/>
                  </a:lnTo>
                  <a:lnTo>
                    <a:pt x="6046018" y="119445"/>
                  </a:lnTo>
                  <a:lnTo>
                    <a:pt x="6046112" y="119445"/>
                  </a:lnTo>
                  <a:lnTo>
                    <a:pt x="6046391" y="119445"/>
                  </a:lnTo>
                  <a:lnTo>
                    <a:pt x="6047790" y="119445"/>
                  </a:lnTo>
                  <a:lnTo>
                    <a:pt x="6049375" y="119445"/>
                  </a:lnTo>
                  <a:lnTo>
                    <a:pt x="6051427" y="119445"/>
                  </a:lnTo>
                  <a:lnTo>
                    <a:pt x="6052266" y="119445"/>
                  </a:lnTo>
                  <a:lnTo>
                    <a:pt x="6054131" y="119445"/>
                  </a:lnTo>
                  <a:lnTo>
                    <a:pt x="6055157" y="119445"/>
                  </a:lnTo>
                  <a:lnTo>
                    <a:pt x="6056649" y="119445"/>
                  </a:lnTo>
                  <a:lnTo>
                    <a:pt x="6057674" y="119445"/>
                  </a:lnTo>
                  <a:lnTo>
                    <a:pt x="6058234" y="119445"/>
                  </a:lnTo>
                  <a:lnTo>
                    <a:pt x="6059912" y="119445"/>
                  </a:lnTo>
                  <a:lnTo>
                    <a:pt x="6060005" y="119445"/>
                  </a:lnTo>
                  <a:lnTo>
                    <a:pt x="6060285" y="119445"/>
                  </a:lnTo>
                  <a:lnTo>
                    <a:pt x="6061311" y="119445"/>
                  </a:lnTo>
                  <a:lnTo>
                    <a:pt x="6061404" y="119445"/>
                  </a:lnTo>
                  <a:lnTo>
                    <a:pt x="6062803" y="119445"/>
                  </a:lnTo>
                  <a:lnTo>
                    <a:pt x="6063456" y="119445"/>
                  </a:lnTo>
                  <a:lnTo>
                    <a:pt x="6066066" y="119445"/>
                  </a:lnTo>
                  <a:lnTo>
                    <a:pt x="6066346" y="119445"/>
                  </a:lnTo>
                  <a:lnTo>
                    <a:pt x="6068771" y="119445"/>
                  </a:lnTo>
                  <a:lnTo>
                    <a:pt x="6069050" y="119445"/>
                  </a:lnTo>
                  <a:lnTo>
                    <a:pt x="6071475" y="119445"/>
                  </a:lnTo>
                  <a:lnTo>
                    <a:pt x="6071568" y="119445"/>
                  </a:lnTo>
                  <a:lnTo>
                    <a:pt x="6071754" y="119445"/>
                  </a:lnTo>
                  <a:lnTo>
                    <a:pt x="6072407" y="119445"/>
                  </a:lnTo>
                  <a:lnTo>
                    <a:pt x="6074086" y="119445"/>
                  </a:lnTo>
                  <a:lnTo>
                    <a:pt x="6074272" y="119445"/>
                  </a:lnTo>
                  <a:lnTo>
                    <a:pt x="6075951" y="119445"/>
                  </a:lnTo>
                  <a:lnTo>
                    <a:pt x="6076697" y="119445"/>
                  </a:lnTo>
                  <a:lnTo>
                    <a:pt x="6078841" y="119445"/>
                  </a:lnTo>
                  <a:lnTo>
                    <a:pt x="6080613" y="119445"/>
                  </a:lnTo>
                  <a:lnTo>
                    <a:pt x="6082105" y="119445"/>
                  </a:lnTo>
                  <a:lnTo>
                    <a:pt x="6082198" y="119445"/>
                  </a:lnTo>
                  <a:lnTo>
                    <a:pt x="6082291" y="119445"/>
                  </a:lnTo>
                  <a:lnTo>
                    <a:pt x="6082851" y="119445"/>
                  </a:lnTo>
                  <a:lnTo>
                    <a:pt x="6083131" y="119445"/>
                  </a:lnTo>
                  <a:lnTo>
                    <a:pt x="6084250" y="119445"/>
                  </a:lnTo>
                  <a:lnTo>
                    <a:pt x="6085555" y="119445"/>
                  </a:lnTo>
                  <a:lnTo>
                    <a:pt x="6086301" y="119445"/>
                  </a:lnTo>
                  <a:lnTo>
                    <a:pt x="6089378" y="119445"/>
                  </a:lnTo>
                  <a:lnTo>
                    <a:pt x="6090031" y="119445"/>
                  </a:lnTo>
                  <a:lnTo>
                    <a:pt x="6092269" y="109492"/>
                  </a:lnTo>
                  <a:lnTo>
                    <a:pt x="6093015" y="109492"/>
                  </a:lnTo>
                  <a:lnTo>
                    <a:pt x="6093574" y="109492"/>
                  </a:lnTo>
                  <a:lnTo>
                    <a:pt x="6095905" y="99538"/>
                  </a:lnTo>
                  <a:lnTo>
                    <a:pt x="6096185" y="99538"/>
                  </a:lnTo>
                  <a:lnTo>
                    <a:pt x="6097677" y="99538"/>
                  </a:lnTo>
                  <a:lnTo>
                    <a:pt x="6097957" y="99538"/>
                  </a:lnTo>
                  <a:lnTo>
                    <a:pt x="6098982" y="99538"/>
                  </a:lnTo>
                  <a:lnTo>
                    <a:pt x="6100101" y="99538"/>
                  </a:lnTo>
                  <a:lnTo>
                    <a:pt x="6101034" y="99538"/>
                  </a:lnTo>
                  <a:lnTo>
                    <a:pt x="6102339" y="99538"/>
                  </a:lnTo>
                  <a:lnTo>
                    <a:pt x="6102433" y="99538"/>
                  </a:lnTo>
                  <a:lnTo>
                    <a:pt x="6103085" y="99538"/>
                  </a:lnTo>
                  <a:lnTo>
                    <a:pt x="6104111" y="99538"/>
                  </a:lnTo>
                  <a:lnTo>
                    <a:pt x="6104857" y="99538"/>
                  </a:lnTo>
                  <a:lnTo>
                    <a:pt x="6105696" y="99538"/>
                  </a:lnTo>
                  <a:lnTo>
                    <a:pt x="6105789" y="99538"/>
                  </a:lnTo>
                  <a:lnTo>
                    <a:pt x="6107654" y="99538"/>
                  </a:lnTo>
                  <a:lnTo>
                    <a:pt x="6108307" y="99538"/>
                  </a:lnTo>
                  <a:lnTo>
                    <a:pt x="6108494" y="99538"/>
                  </a:lnTo>
                  <a:lnTo>
                    <a:pt x="6108494" y="89584"/>
                  </a:lnTo>
                  <a:lnTo>
                    <a:pt x="6108960" y="89584"/>
                  </a:lnTo>
                  <a:lnTo>
                    <a:pt x="6109426" y="89584"/>
                  </a:lnTo>
                  <a:lnTo>
                    <a:pt x="6111105" y="89584"/>
                  </a:lnTo>
                  <a:lnTo>
                    <a:pt x="6113809" y="89584"/>
                  </a:lnTo>
                  <a:lnTo>
                    <a:pt x="6116420" y="89584"/>
                  </a:lnTo>
                  <a:lnTo>
                    <a:pt x="6116699" y="79630"/>
                  </a:lnTo>
                  <a:lnTo>
                    <a:pt x="6118191" y="79630"/>
                  </a:lnTo>
                  <a:lnTo>
                    <a:pt x="6118658" y="79630"/>
                  </a:lnTo>
                  <a:lnTo>
                    <a:pt x="6118751" y="79630"/>
                  </a:lnTo>
                  <a:lnTo>
                    <a:pt x="6119590" y="79630"/>
                  </a:lnTo>
                  <a:lnTo>
                    <a:pt x="6119963" y="79630"/>
                  </a:lnTo>
                  <a:lnTo>
                    <a:pt x="6120056" y="79630"/>
                  </a:lnTo>
                  <a:lnTo>
                    <a:pt x="6121082" y="79630"/>
                  </a:lnTo>
                  <a:lnTo>
                    <a:pt x="6122481" y="79630"/>
                  </a:lnTo>
                  <a:lnTo>
                    <a:pt x="6123786" y="79630"/>
                  </a:lnTo>
                  <a:lnTo>
                    <a:pt x="6124066" y="79630"/>
                  </a:lnTo>
                  <a:lnTo>
                    <a:pt x="6125558" y="79630"/>
                  </a:lnTo>
                  <a:lnTo>
                    <a:pt x="6125931" y="79630"/>
                  </a:lnTo>
                  <a:lnTo>
                    <a:pt x="6126956" y="79630"/>
                  </a:lnTo>
                  <a:lnTo>
                    <a:pt x="6127889" y="79630"/>
                  </a:lnTo>
                  <a:lnTo>
                    <a:pt x="6127982" y="79630"/>
                  </a:lnTo>
                  <a:lnTo>
                    <a:pt x="6128075" y="79630"/>
                  </a:lnTo>
                  <a:lnTo>
                    <a:pt x="6129101" y="79630"/>
                  </a:lnTo>
                  <a:lnTo>
                    <a:pt x="6129754" y="79630"/>
                  </a:lnTo>
                  <a:lnTo>
                    <a:pt x="6130313" y="79630"/>
                  </a:lnTo>
                  <a:lnTo>
                    <a:pt x="6130686" y="79630"/>
                  </a:lnTo>
                  <a:lnTo>
                    <a:pt x="6133111" y="79630"/>
                  </a:lnTo>
                  <a:lnTo>
                    <a:pt x="6133390" y="79630"/>
                  </a:lnTo>
                  <a:lnTo>
                    <a:pt x="6135908" y="79630"/>
                  </a:lnTo>
                  <a:lnTo>
                    <a:pt x="6136095" y="79630"/>
                  </a:lnTo>
                  <a:lnTo>
                    <a:pt x="6138799" y="69676"/>
                  </a:lnTo>
                  <a:lnTo>
                    <a:pt x="6138892" y="69676"/>
                  </a:lnTo>
                  <a:lnTo>
                    <a:pt x="6139079" y="69676"/>
                  </a:lnTo>
                  <a:lnTo>
                    <a:pt x="6140757" y="69676"/>
                  </a:lnTo>
                  <a:lnTo>
                    <a:pt x="6140850" y="69676"/>
                  </a:lnTo>
                  <a:lnTo>
                    <a:pt x="6140943" y="69676"/>
                  </a:lnTo>
                  <a:lnTo>
                    <a:pt x="6141969" y="69676"/>
                  </a:lnTo>
                  <a:lnTo>
                    <a:pt x="6142995" y="69676"/>
                  </a:lnTo>
                  <a:lnTo>
                    <a:pt x="6144300" y="69676"/>
                  </a:lnTo>
                  <a:lnTo>
                    <a:pt x="6145419" y="69676"/>
                  </a:lnTo>
                  <a:lnTo>
                    <a:pt x="6147284" y="69676"/>
                  </a:lnTo>
                  <a:lnTo>
                    <a:pt x="6148963" y="69676"/>
                  </a:lnTo>
                  <a:lnTo>
                    <a:pt x="6149802" y="69676"/>
                  </a:lnTo>
                  <a:lnTo>
                    <a:pt x="6150361" y="69676"/>
                  </a:lnTo>
                  <a:lnTo>
                    <a:pt x="6150641" y="69676"/>
                  </a:lnTo>
                  <a:lnTo>
                    <a:pt x="6151853" y="69676"/>
                  </a:lnTo>
                  <a:lnTo>
                    <a:pt x="6152879" y="69676"/>
                  </a:lnTo>
                  <a:lnTo>
                    <a:pt x="6153252" y="69676"/>
                  </a:lnTo>
                  <a:lnTo>
                    <a:pt x="6153345" y="59722"/>
                  </a:lnTo>
                  <a:lnTo>
                    <a:pt x="6153812" y="59722"/>
                  </a:lnTo>
                  <a:lnTo>
                    <a:pt x="6155117" y="59722"/>
                  </a:lnTo>
                  <a:lnTo>
                    <a:pt x="6157635" y="59722"/>
                  </a:lnTo>
                  <a:lnTo>
                    <a:pt x="6157821" y="59722"/>
                  </a:lnTo>
                  <a:lnTo>
                    <a:pt x="6159593" y="59722"/>
                  </a:lnTo>
                  <a:lnTo>
                    <a:pt x="6160152" y="59722"/>
                  </a:lnTo>
                  <a:lnTo>
                    <a:pt x="6161551" y="59722"/>
                  </a:lnTo>
                  <a:lnTo>
                    <a:pt x="6161644" y="59722"/>
                  </a:lnTo>
                  <a:lnTo>
                    <a:pt x="6162110" y="59722"/>
                  </a:lnTo>
                  <a:lnTo>
                    <a:pt x="6162204" y="59722"/>
                  </a:lnTo>
                  <a:lnTo>
                    <a:pt x="6163229" y="59722"/>
                  </a:lnTo>
                  <a:lnTo>
                    <a:pt x="6163602" y="59722"/>
                  </a:lnTo>
                  <a:lnTo>
                    <a:pt x="6165281" y="49769"/>
                  </a:lnTo>
                  <a:lnTo>
                    <a:pt x="6167053" y="49769"/>
                  </a:lnTo>
                  <a:lnTo>
                    <a:pt x="6167798" y="49769"/>
                  </a:lnTo>
                  <a:lnTo>
                    <a:pt x="6168731" y="49769"/>
                  </a:lnTo>
                  <a:lnTo>
                    <a:pt x="6169663" y="49769"/>
                  </a:lnTo>
                  <a:lnTo>
                    <a:pt x="6170316" y="49769"/>
                  </a:lnTo>
                  <a:lnTo>
                    <a:pt x="6171995" y="49769"/>
                  </a:lnTo>
                  <a:lnTo>
                    <a:pt x="6172274" y="49769"/>
                  </a:lnTo>
                  <a:lnTo>
                    <a:pt x="6173020" y="49769"/>
                  </a:lnTo>
                  <a:lnTo>
                    <a:pt x="6174046" y="49769"/>
                  </a:lnTo>
                  <a:lnTo>
                    <a:pt x="6174699" y="49769"/>
                  </a:lnTo>
                  <a:lnTo>
                    <a:pt x="6174792" y="49769"/>
                  </a:lnTo>
                  <a:lnTo>
                    <a:pt x="6177776" y="49769"/>
                  </a:lnTo>
                  <a:lnTo>
                    <a:pt x="6178895" y="49769"/>
                  </a:lnTo>
                  <a:lnTo>
                    <a:pt x="6181599" y="49769"/>
                  </a:lnTo>
                  <a:lnTo>
                    <a:pt x="6183371" y="49769"/>
                  </a:lnTo>
                  <a:lnTo>
                    <a:pt x="6183464" y="49769"/>
                  </a:lnTo>
                  <a:lnTo>
                    <a:pt x="6183650" y="49769"/>
                  </a:lnTo>
                  <a:lnTo>
                    <a:pt x="6185609" y="49769"/>
                  </a:lnTo>
                  <a:lnTo>
                    <a:pt x="6186728" y="49769"/>
                  </a:lnTo>
                  <a:lnTo>
                    <a:pt x="6187567" y="49769"/>
                  </a:lnTo>
                  <a:lnTo>
                    <a:pt x="6188033" y="49769"/>
                  </a:lnTo>
                  <a:lnTo>
                    <a:pt x="6189618" y="49769"/>
                  </a:lnTo>
                  <a:lnTo>
                    <a:pt x="6190084" y="49769"/>
                  </a:lnTo>
                  <a:lnTo>
                    <a:pt x="6190457" y="49769"/>
                  </a:lnTo>
                  <a:lnTo>
                    <a:pt x="6191110" y="49769"/>
                  </a:lnTo>
                  <a:lnTo>
                    <a:pt x="6192416" y="49769"/>
                  </a:lnTo>
                  <a:lnTo>
                    <a:pt x="6193162" y="49769"/>
                  </a:lnTo>
                  <a:lnTo>
                    <a:pt x="6194281" y="49769"/>
                  </a:lnTo>
                  <a:lnTo>
                    <a:pt x="6194374" y="49769"/>
                  </a:lnTo>
                  <a:lnTo>
                    <a:pt x="6194654" y="49769"/>
                  </a:lnTo>
                  <a:lnTo>
                    <a:pt x="6196145" y="49769"/>
                  </a:lnTo>
                  <a:lnTo>
                    <a:pt x="6196425" y="49769"/>
                  </a:lnTo>
                  <a:lnTo>
                    <a:pt x="6197078" y="49769"/>
                  </a:lnTo>
                  <a:lnTo>
                    <a:pt x="6198570" y="49769"/>
                  </a:lnTo>
                  <a:lnTo>
                    <a:pt x="6199875" y="49769"/>
                  </a:lnTo>
                  <a:lnTo>
                    <a:pt x="6200435" y="49769"/>
                  </a:lnTo>
                  <a:lnTo>
                    <a:pt x="6201927" y="49769"/>
                  </a:lnTo>
                  <a:lnTo>
                    <a:pt x="6202020" y="49769"/>
                  </a:lnTo>
                  <a:lnTo>
                    <a:pt x="6202579" y="49769"/>
                  </a:lnTo>
                  <a:lnTo>
                    <a:pt x="6203512" y="49769"/>
                  </a:lnTo>
                  <a:lnTo>
                    <a:pt x="6203698" y="49769"/>
                  </a:lnTo>
                  <a:lnTo>
                    <a:pt x="6204724" y="49769"/>
                  </a:lnTo>
                  <a:lnTo>
                    <a:pt x="6205377" y="49769"/>
                  </a:lnTo>
                  <a:lnTo>
                    <a:pt x="6205470" y="49769"/>
                  </a:lnTo>
                  <a:lnTo>
                    <a:pt x="6206496" y="49769"/>
                  </a:lnTo>
                  <a:lnTo>
                    <a:pt x="6206776" y="49769"/>
                  </a:lnTo>
                  <a:lnTo>
                    <a:pt x="6206962" y="49769"/>
                  </a:lnTo>
                  <a:lnTo>
                    <a:pt x="6208174" y="49769"/>
                  </a:lnTo>
                  <a:lnTo>
                    <a:pt x="6208454" y="49769"/>
                  </a:lnTo>
                  <a:lnTo>
                    <a:pt x="6208547" y="49769"/>
                  </a:lnTo>
                  <a:lnTo>
                    <a:pt x="6209293" y="49769"/>
                  </a:lnTo>
                  <a:lnTo>
                    <a:pt x="6209759" y="49769"/>
                  </a:lnTo>
                  <a:lnTo>
                    <a:pt x="6209853" y="49769"/>
                  </a:lnTo>
                  <a:lnTo>
                    <a:pt x="6209946" y="49769"/>
                  </a:lnTo>
                  <a:lnTo>
                    <a:pt x="6211718" y="49769"/>
                  </a:lnTo>
                  <a:lnTo>
                    <a:pt x="6214235" y="39815"/>
                  </a:lnTo>
                  <a:lnTo>
                    <a:pt x="6215168" y="39815"/>
                  </a:lnTo>
                  <a:lnTo>
                    <a:pt x="6215168" y="29861"/>
                  </a:lnTo>
                  <a:lnTo>
                    <a:pt x="6215261" y="29861"/>
                  </a:lnTo>
                  <a:lnTo>
                    <a:pt x="6215727" y="29861"/>
                  </a:lnTo>
                  <a:lnTo>
                    <a:pt x="6216473" y="29861"/>
                  </a:lnTo>
                  <a:lnTo>
                    <a:pt x="6216939" y="29861"/>
                  </a:lnTo>
                  <a:lnTo>
                    <a:pt x="6217033" y="29861"/>
                  </a:lnTo>
                  <a:lnTo>
                    <a:pt x="6218898" y="29861"/>
                  </a:lnTo>
                  <a:lnTo>
                    <a:pt x="6219550" y="29861"/>
                  </a:lnTo>
                  <a:lnTo>
                    <a:pt x="6220390" y="29861"/>
                  </a:lnTo>
                  <a:lnTo>
                    <a:pt x="6220949" y="29861"/>
                  </a:lnTo>
                  <a:lnTo>
                    <a:pt x="6221042" y="29861"/>
                  </a:lnTo>
                  <a:lnTo>
                    <a:pt x="6222441" y="29861"/>
                  </a:lnTo>
                  <a:lnTo>
                    <a:pt x="6222534" y="29861"/>
                  </a:lnTo>
                  <a:lnTo>
                    <a:pt x="6222628" y="29861"/>
                  </a:lnTo>
                  <a:lnTo>
                    <a:pt x="6223280" y="29861"/>
                  </a:lnTo>
                  <a:lnTo>
                    <a:pt x="6223933" y="29861"/>
                  </a:lnTo>
                  <a:lnTo>
                    <a:pt x="6224026" y="29861"/>
                  </a:lnTo>
                  <a:lnTo>
                    <a:pt x="6224119" y="29861"/>
                  </a:lnTo>
                  <a:lnTo>
                    <a:pt x="6225238" y="29861"/>
                  </a:lnTo>
                  <a:lnTo>
                    <a:pt x="6225425" y="29861"/>
                  </a:lnTo>
                  <a:lnTo>
                    <a:pt x="6226171" y="29861"/>
                  </a:lnTo>
                  <a:lnTo>
                    <a:pt x="6227476" y="29861"/>
                  </a:lnTo>
                  <a:lnTo>
                    <a:pt x="6227570" y="29861"/>
                  </a:lnTo>
                  <a:lnTo>
                    <a:pt x="6228595" y="29861"/>
                  </a:lnTo>
                  <a:lnTo>
                    <a:pt x="6229155" y="29861"/>
                  </a:lnTo>
                  <a:lnTo>
                    <a:pt x="6230647" y="29861"/>
                  </a:lnTo>
                  <a:lnTo>
                    <a:pt x="6232232" y="29861"/>
                  </a:lnTo>
                  <a:lnTo>
                    <a:pt x="6232791" y="29861"/>
                  </a:lnTo>
                  <a:lnTo>
                    <a:pt x="6233444" y="29861"/>
                  </a:lnTo>
                  <a:lnTo>
                    <a:pt x="6234004" y="29861"/>
                  </a:lnTo>
                  <a:lnTo>
                    <a:pt x="6234283" y="29861"/>
                  </a:lnTo>
                  <a:lnTo>
                    <a:pt x="6235216" y="29861"/>
                  </a:lnTo>
                  <a:lnTo>
                    <a:pt x="6235869" y="29861"/>
                  </a:lnTo>
                  <a:lnTo>
                    <a:pt x="6236615" y="29861"/>
                  </a:lnTo>
                  <a:lnTo>
                    <a:pt x="6236801" y="29861"/>
                  </a:lnTo>
                  <a:lnTo>
                    <a:pt x="6237081" y="29861"/>
                  </a:lnTo>
                  <a:lnTo>
                    <a:pt x="6237174" y="29861"/>
                  </a:lnTo>
                  <a:lnTo>
                    <a:pt x="6238573" y="29861"/>
                  </a:lnTo>
                  <a:lnTo>
                    <a:pt x="6238666" y="29861"/>
                  </a:lnTo>
                  <a:lnTo>
                    <a:pt x="6238759" y="29861"/>
                  </a:lnTo>
                  <a:lnTo>
                    <a:pt x="6239505" y="29861"/>
                  </a:lnTo>
                  <a:lnTo>
                    <a:pt x="6240251" y="29861"/>
                  </a:lnTo>
                  <a:lnTo>
                    <a:pt x="6240997" y="29861"/>
                  </a:lnTo>
                  <a:lnTo>
                    <a:pt x="6242209" y="29861"/>
                  </a:lnTo>
                  <a:lnTo>
                    <a:pt x="6242582" y="29861"/>
                  </a:lnTo>
                  <a:lnTo>
                    <a:pt x="6243142" y="29861"/>
                  </a:lnTo>
                  <a:lnTo>
                    <a:pt x="6243235" y="29861"/>
                  </a:lnTo>
                  <a:lnTo>
                    <a:pt x="6244354" y="29861"/>
                  </a:lnTo>
                  <a:lnTo>
                    <a:pt x="6244913" y="29861"/>
                  </a:lnTo>
                  <a:lnTo>
                    <a:pt x="6245753" y="29861"/>
                  </a:lnTo>
                  <a:lnTo>
                    <a:pt x="6247245" y="29861"/>
                  </a:lnTo>
                  <a:lnTo>
                    <a:pt x="6248177" y="29861"/>
                  </a:lnTo>
                  <a:lnTo>
                    <a:pt x="6248270" y="29861"/>
                  </a:lnTo>
                  <a:lnTo>
                    <a:pt x="6248364" y="29861"/>
                  </a:lnTo>
                  <a:lnTo>
                    <a:pt x="6248643" y="29861"/>
                  </a:lnTo>
                  <a:lnTo>
                    <a:pt x="6248830" y="29861"/>
                  </a:lnTo>
                  <a:lnTo>
                    <a:pt x="6249762" y="29861"/>
                  </a:lnTo>
                  <a:lnTo>
                    <a:pt x="6251068" y="29861"/>
                  </a:lnTo>
                  <a:lnTo>
                    <a:pt x="6251161" y="29861"/>
                  </a:lnTo>
                  <a:lnTo>
                    <a:pt x="6252373" y="29861"/>
                  </a:lnTo>
                  <a:lnTo>
                    <a:pt x="6252933" y="29861"/>
                  </a:lnTo>
                  <a:lnTo>
                    <a:pt x="6253399" y="29861"/>
                  </a:lnTo>
                  <a:lnTo>
                    <a:pt x="6253679" y="29861"/>
                  </a:lnTo>
                  <a:lnTo>
                    <a:pt x="6254145" y="29861"/>
                  </a:lnTo>
                  <a:lnTo>
                    <a:pt x="6254891" y="29861"/>
                  </a:lnTo>
                  <a:lnTo>
                    <a:pt x="6254984" y="29861"/>
                  </a:lnTo>
                  <a:lnTo>
                    <a:pt x="6256103" y="29861"/>
                  </a:lnTo>
                  <a:lnTo>
                    <a:pt x="6256849" y="29861"/>
                  </a:lnTo>
                  <a:lnTo>
                    <a:pt x="6257502" y="19907"/>
                  </a:lnTo>
                  <a:lnTo>
                    <a:pt x="6257688" y="19907"/>
                  </a:lnTo>
                  <a:lnTo>
                    <a:pt x="6257782" y="19907"/>
                  </a:lnTo>
                  <a:lnTo>
                    <a:pt x="6258154" y="19907"/>
                  </a:lnTo>
                  <a:lnTo>
                    <a:pt x="6258434" y="19907"/>
                  </a:lnTo>
                  <a:lnTo>
                    <a:pt x="6258714" y="19907"/>
                  </a:lnTo>
                  <a:lnTo>
                    <a:pt x="6258900" y="19907"/>
                  </a:lnTo>
                  <a:lnTo>
                    <a:pt x="6259646" y="19907"/>
                  </a:lnTo>
                  <a:lnTo>
                    <a:pt x="6260206" y="19907"/>
                  </a:lnTo>
                  <a:lnTo>
                    <a:pt x="6260299" y="19907"/>
                  </a:lnTo>
                  <a:lnTo>
                    <a:pt x="6260672" y="19907"/>
                  </a:lnTo>
                  <a:lnTo>
                    <a:pt x="6261511" y="19907"/>
                  </a:lnTo>
                  <a:lnTo>
                    <a:pt x="6262537" y="19907"/>
                  </a:lnTo>
                  <a:lnTo>
                    <a:pt x="6263376" y="19907"/>
                  </a:lnTo>
                  <a:lnTo>
                    <a:pt x="6264029" y="19907"/>
                  </a:lnTo>
                  <a:lnTo>
                    <a:pt x="6264682" y="19907"/>
                  </a:lnTo>
                  <a:lnTo>
                    <a:pt x="6265148" y="19907"/>
                  </a:lnTo>
                  <a:lnTo>
                    <a:pt x="6265428" y="19907"/>
                  </a:lnTo>
                  <a:lnTo>
                    <a:pt x="6266080" y="19907"/>
                  </a:lnTo>
                  <a:lnTo>
                    <a:pt x="6267013" y="19907"/>
                  </a:lnTo>
                  <a:lnTo>
                    <a:pt x="6267386" y="19907"/>
                  </a:lnTo>
                  <a:lnTo>
                    <a:pt x="6267479" y="19907"/>
                  </a:lnTo>
                  <a:lnTo>
                    <a:pt x="6267945" y="19907"/>
                  </a:lnTo>
                  <a:lnTo>
                    <a:pt x="6268132" y="19907"/>
                  </a:lnTo>
                  <a:lnTo>
                    <a:pt x="6269251" y="19907"/>
                  </a:lnTo>
                  <a:lnTo>
                    <a:pt x="6269717" y="19907"/>
                  </a:lnTo>
                  <a:lnTo>
                    <a:pt x="6270370" y="19907"/>
                  </a:lnTo>
                  <a:lnTo>
                    <a:pt x="6270650" y="19907"/>
                  </a:lnTo>
                  <a:lnTo>
                    <a:pt x="6271116" y="19907"/>
                  </a:lnTo>
                  <a:lnTo>
                    <a:pt x="6271302" y="19907"/>
                  </a:lnTo>
                  <a:lnTo>
                    <a:pt x="6271675" y="19907"/>
                  </a:lnTo>
                  <a:lnTo>
                    <a:pt x="6272048" y="19907"/>
                  </a:lnTo>
                  <a:lnTo>
                    <a:pt x="6272328" y="19907"/>
                  </a:lnTo>
                  <a:lnTo>
                    <a:pt x="6272887" y="19907"/>
                  </a:lnTo>
                  <a:lnTo>
                    <a:pt x="6273167" y="19907"/>
                  </a:lnTo>
                  <a:lnTo>
                    <a:pt x="6273727" y="19907"/>
                  </a:lnTo>
                  <a:lnTo>
                    <a:pt x="6274286" y="9953"/>
                  </a:lnTo>
                  <a:lnTo>
                    <a:pt x="6275125" y="9953"/>
                  </a:lnTo>
                  <a:lnTo>
                    <a:pt x="6276151" y="9953"/>
                  </a:lnTo>
                  <a:lnTo>
                    <a:pt x="6276990" y="9953"/>
                  </a:lnTo>
                  <a:lnTo>
                    <a:pt x="6277084" y="9953"/>
                  </a:lnTo>
                  <a:lnTo>
                    <a:pt x="6277830" y="9953"/>
                  </a:lnTo>
                  <a:lnTo>
                    <a:pt x="6278109" y="9953"/>
                  </a:lnTo>
                  <a:lnTo>
                    <a:pt x="6278482" y="9953"/>
                  </a:lnTo>
                  <a:lnTo>
                    <a:pt x="6279042" y="9953"/>
                  </a:lnTo>
                  <a:lnTo>
                    <a:pt x="6279601" y="9953"/>
                  </a:lnTo>
                  <a:lnTo>
                    <a:pt x="6279694" y="9953"/>
                  </a:lnTo>
                  <a:lnTo>
                    <a:pt x="6280254" y="9953"/>
                  </a:lnTo>
                  <a:lnTo>
                    <a:pt x="6280347" y="9953"/>
                  </a:lnTo>
                  <a:lnTo>
                    <a:pt x="6281000" y="9953"/>
                  </a:lnTo>
                  <a:lnTo>
                    <a:pt x="6281559" y="9953"/>
                  </a:lnTo>
                  <a:lnTo>
                    <a:pt x="6282119" y="9953"/>
                  </a:lnTo>
                  <a:lnTo>
                    <a:pt x="6282492" y="9953"/>
                  </a:lnTo>
                  <a:lnTo>
                    <a:pt x="6282678" y="9953"/>
                  </a:lnTo>
                  <a:lnTo>
                    <a:pt x="6283051" y="9953"/>
                  </a:lnTo>
                  <a:lnTo>
                    <a:pt x="6283145" y="9953"/>
                  </a:lnTo>
                  <a:lnTo>
                    <a:pt x="6283704" y="9953"/>
                  </a:lnTo>
                  <a:lnTo>
                    <a:pt x="6284077" y="9953"/>
                  </a:lnTo>
                  <a:lnTo>
                    <a:pt x="6284543" y="9953"/>
                  </a:lnTo>
                  <a:lnTo>
                    <a:pt x="6285289" y="9953"/>
                  </a:lnTo>
                  <a:lnTo>
                    <a:pt x="6285662" y="9953"/>
                  </a:lnTo>
                  <a:lnTo>
                    <a:pt x="6286222" y="9953"/>
                  </a:lnTo>
                  <a:lnTo>
                    <a:pt x="6286968" y="9953"/>
                  </a:lnTo>
                  <a:lnTo>
                    <a:pt x="6287154" y="9953"/>
                  </a:lnTo>
                  <a:lnTo>
                    <a:pt x="6287434" y="9953"/>
                  </a:lnTo>
                  <a:lnTo>
                    <a:pt x="6288646" y="9953"/>
                  </a:lnTo>
                  <a:lnTo>
                    <a:pt x="6288739" y="9953"/>
                  </a:lnTo>
                  <a:lnTo>
                    <a:pt x="6289299" y="9953"/>
                  </a:lnTo>
                  <a:lnTo>
                    <a:pt x="6289952" y="9953"/>
                  </a:lnTo>
                  <a:lnTo>
                    <a:pt x="6290418" y="9953"/>
                  </a:lnTo>
                  <a:lnTo>
                    <a:pt x="6290791" y="9953"/>
                  </a:lnTo>
                  <a:lnTo>
                    <a:pt x="6291444" y="9953"/>
                  </a:lnTo>
                  <a:lnTo>
                    <a:pt x="6292003" y="9953"/>
                  </a:lnTo>
                  <a:lnTo>
                    <a:pt x="6292096" y="9953"/>
                  </a:lnTo>
                  <a:lnTo>
                    <a:pt x="6292283" y="9953"/>
                  </a:lnTo>
                  <a:lnTo>
                    <a:pt x="6292842" y="9953"/>
                  </a:lnTo>
                  <a:lnTo>
                    <a:pt x="6293029" y="9953"/>
                  </a:lnTo>
                  <a:lnTo>
                    <a:pt x="6293495" y="9953"/>
                  </a:lnTo>
                  <a:lnTo>
                    <a:pt x="6294148" y="9953"/>
                  </a:lnTo>
                  <a:lnTo>
                    <a:pt x="6294614" y="9953"/>
                  </a:lnTo>
                  <a:lnTo>
                    <a:pt x="6295919" y="9953"/>
                  </a:lnTo>
                  <a:lnTo>
                    <a:pt x="6296013" y="9953"/>
                  </a:lnTo>
                  <a:lnTo>
                    <a:pt x="6296665" y="9953"/>
                  </a:lnTo>
                  <a:lnTo>
                    <a:pt x="6297598" y="9953"/>
                  </a:lnTo>
                  <a:lnTo>
                    <a:pt x="6298064" y="9953"/>
                  </a:lnTo>
                  <a:lnTo>
                    <a:pt x="6299090" y="9953"/>
                  </a:lnTo>
                  <a:lnTo>
                    <a:pt x="6299276" y="9953"/>
                  </a:lnTo>
                  <a:lnTo>
                    <a:pt x="6300115" y="9953"/>
                  </a:lnTo>
                  <a:lnTo>
                    <a:pt x="6300209" y="9953"/>
                  </a:lnTo>
                  <a:lnTo>
                    <a:pt x="6300582" y="9953"/>
                  </a:lnTo>
                  <a:lnTo>
                    <a:pt x="6301048" y="9953"/>
                  </a:lnTo>
                  <a:lnTo>
                    <a:pt x="6301328" y="9953"/>
                  </a:lnTo>
                  <a:lnTo>
                    <a:pt x="6301887" y="9953"/>
                  </a:lnTo>
                  <a:lnTo>
                    <a:pt x="6302633" y="9953"/>
                  </a:lnTo>
                  <a:lnTo>
                    <a:pt x="6302913" y="9953"/>
                  </a:lnTo>
                  <a:lnTo>
                    <a:pt x="6303379" y="9953"/>
                  </a:lnTo>
                  <a:lnTo>
                    <a:pt x="6303939" y="9953"/>
                  </a:lnTo>
                  <a:lnTo>
                    <a:pt x="6304032" y="9953"/>
                  </a:lnTo>
                  <a:lnTo>
                    <a:pt x="6304405" y="9953"/>
                  </a:lnTo>
                  <a:lnTo>
                    <a:pt x="6304871" y="9953"/>
                  </a:lnTo>
                  <a:lnTo>
                    <a:pt x="6304964" y="9953"/>
                  </a:lnTo>
                  <a:lnTo>
                    <a:pt x="6305244" y="9953"/>
                  </a:lnTo>
                  <a:lnTo>
                    <a:pt x="6305710" y="9953"/>
                  </a:lnTo>
                  <a:lnTo>
                    <a:pt x="6305990" y="9953"/>
                  </a:lnTo>
                  <a:lnTo>
                    <a:pt x="6306736" y="9953"/>
                  </a:lnTo>
                  <a:lnTo>
                    <a:pt x="6306829" y="9953"/>
                  </a:lnTo>
                  <a:lnTo>
                    <a:pt x="6307202" y="9953"/>
                  </a:lnTo>
                  <a:lnTo>
                    <a:pt x="6307389" y="9953"/>
                  </a:lnTo>
                  <a:lnTo>
                    <a:pt x="6307668" y="9953"/>
                  </a:lnTo>
                  <a:lnTo>
                    <a:pt x="6307762" y="9953"/>
                  </a:lnTo>
                  <a:lnTo>
                    <a:pt x="6307948" y="9953"/>
                  </a:lnTo>
                  <a:lnTo>
                    <a:pt x="6308321" y="9953"/>
                  </a:lnTo>
                  <a:lnTo>
                    <a:pt x="6308508" y="9953"/>
                  </a:lnTo>
                  <a:lnTo>
                    <a:pt x="6308601" y="9953"/>
                  </a:lnTo>
                  <a:lnTo>
                    <a:pt x="6308787" y="9953"/>
                  </a:lnTo>
                  <a:lnTo>
                    <a:pt x="6308881" y="9953"/>
                  </a:lnTo>
                  <a:lnTo>
                    <a:pt x="6308974" y="9953"/>
                  </a:lnTo>
                  <a:lnTo>
                    <a:pt x="6309440" y="9953"/>
                  </a:lnTo>
                  <a:lnTo>
                    <a:pt x="6310279" y="9953"/>
                  </a:lnTo>
                  <a:lnTo>
                    <a:pt x="6310373" y="9953"/>
                  </a:lnTo>
                  <a:lnTo>
                    <a:pt x="6310559" y="9953"/>
                  </a:lnTo>
                  <a:lnTo>
                    <a:pt x="6310746" y="9953"/>
                  </a:lnTo>
                  <a:lnTo>
                    <a:pt x="6310839" y="9953"/>
                  </a:lnTo>
                  <a:lnTo>
                    <a:pt x="6311305" y="9953"/>
                  </a:lnTo>
                  <a:lnTo>
                    <a:pt x="6311958" y="9953"/>
                  </a:lnTo>
                  <a:lnTo>
                    <a:pt x="6312704" y="9953"/>
                  </a:lnTo>
                  <a:lnTo>
                    <a:pt x="6312797" y="9953"/>
                  </a:lnTo>
                  <a:lnTo>
                    <a:pt x="6312984" y="9953"/>
                  </a:lnTo>
                  <a:lnTo>
                    <a:pt x="6313077" y="9953"/>
                  </a:lnTo>
                  <a:lnTo>
                    <a:pt x="6313450" y="9953"/>
                  </a:lnTo>
                  <a:lnTo>
                    <a:pt x="6313729" y="9953"/>
                  </a:lnTo>
                  <a:lnTo>
                    <a:pt x="6314289" y="9953"/>
                  </a:lnTo>
                  <a:lnTo>
                    <a:pt x="6314569" y="9953"/>
                  </a:lnTo>
                  <a:lnTo>
                    <a:pt x="6314662" y="9953"/>
                  </a:lnTo>
                  <a:lnTo>
                    <a:pt x="6314755" y="9953"/>
                  </a:lnTo>
                  <a:lnTo>
                    <a:pt x="6315221" y="9953"/>
                  </a:lnTo>
                  <a:lnTo>
                    <a:pt x="6315781" y="9953"/>
                  </a:lnTo>
                  <a:lnTo>
                    <a:pt x="6315874" y="9953"/>
                  </a:lnTo>
                  <a:lnTo>
                    <a:pt x="6315967" y="9953"/>
                  </a:lnTo>
                  <a:lnTo>
                    <a:pt x="6316340" y="9953"/>
                  </a:lnTo>
                  <a:lnTo>
                    <a:pt x="6316434" y="9953"/>
                  </a:lnTo>
                  <a:lnTo>
                    <a:pt x="6316620" y="9953"/>
                  </a:lnTo>
                  <a:lnTo>
                    <a:pt x="6317553" y="9953"/>
                  </a:lnTo>
                  <a:lnTo>
                    <a:pt x="6318392" y="9953"/>
                  </a:lnTo>
                  <a:lnTo>
                    <a:pt x="6318578" y="9953"/>
                  </a:lnTo>
                  <a:lnTo>
                    <a:pt x="6318672" y="9953"/>
                  </a:lnTo>
                  <a:lnTo>
                    <a:pt x="6318765" y="9953"/>
                  </a:lnTo>
                  <a:lnTo>
                    <a:pt x="6318858" y="9953"/>
                  </a:lnTo>
                  <a:lnTo>
                    <a:pt x="6319231" y="9953"/>
                  </a:lnTo>
                  <a:lnTo>
                    <a:pt x="6319884" y="9953"/>
                  </a:lnTo>
                  <a:lnTo>
                    <a:pt x="6319977" y="9953"/>
                  </a:lnTo>
                  <a:lnTo>
                    <a:pt x="6320257" y="9953"/>
                  </a:lnTo>
                  <a:lnTo>
                    <a:pt x="6320536" y="9953"/>
                  </a:lnTo>
                  <a:lnTo>
                    <a:pt x="6320816" y="9953"/>
                  </a:lnTo>
                  <a:lnTo>
                    <a:pt x="6321003" y="9953"/>
                  </a:lnTo>
                  <a:lnTo>
                    <a:pt x="6321096" y="9953"/>
                  </a:lnTo>
                  <a:lnTo>
                    <a:pt x="6321562" y="0"/>
                  </a:lnTo>
                  <a:lnTo>
                    <a:pt x="6321562" y="0"/>
                  </a:lnTo>
                  <a:lnTo>
                    <a:pt x="6321655" y="0"/>
                  </a:lnTo>
                  <a:lnTo>
                    <a:pt x="6321935" y="0"/>
                  </a:lnTo>
                  <a:lnTo>
                    <a:pt x="6322028" y="0"/>
                  </a:lnTo>
                  <a:lnTo>
                    <a:pt x="6322122" y="0"/>
                  </a:lnTo>
                  <a:lnTo>
                    <a:pt x="6322495" y="0"/>
                  </a:lnTo>
                  <a:lnTo>
                    <a:pt x="6322774" y="0"/>
                  </a:lnTo>
                  <a:lnTo>
                    <a:pt x="6323054" y="0"/>
                  </a:lnTo>
                  <a:lnTo>
                    <a:pt x="6323147" y="0"/>
                  </a:lnTo>
                  <a:lnTo>
                    <a:pt x="6323427" y="0"/>
                  </a:lnTo>
                  <a:lnTo>
                    <a:pt x="6323520" y="0"/>
                  </a:lnTo>
                  <a:lnTo>
                    <a:pt x="6323614" y="0"/>
                  </a:lnTo>
                  <a:lnTo>
                    <a:pt x="6324173" y="0"/>
                  </a:lnTo>
                  <a:lnTo>
                    <a:pt x="6324266" y="0"/>
                  </a:lnTo>
                  <a:lnTo>
                    <a:pt x="6324453" y="0"/>
                  </a:lnTo>
                  <a:lnTo>
                    <a:pt x="6324919" y="0"/>
                  </a:lnTo>
                  <a:lnTo>
                    <a:pt x="6325199" y="0"/>
                  </a:lnTo>
                  <a:lnTo>
                    <a:pt x="6325572" y="0"/>
                  </a:lnTo>
                  <a:lnTo>
                    <a:pt x="6325665" y="0"/>
                  </a:lnTo>
                  <a:lnTo>
                    <a:pt x="6325758" y="0"/>
                  </a:lnTo>
                  <a:lnTo>
                    <a:pt x="6325852" y="0"/>
                  </a:lnTo>
                  <a:lnTo>
                    <a:pt x="6326131" y="0"/>
                  </a:lnTo>
                  <a:lnTo>
                    <a:pt x="6326225" y="0"/>
                  </a:lnTo>
                  <a:lnTo>
                    <a:pt x="6326784" y="0"/>
                  </a:lnTo>
                  <a:lnTo>
                    <a:pt x="6326877" y="0"/>
                  </a:lnTo>
                  <a:lnTo>
                    <a:pt x="6327250" y="0"/>
                  </a:lnTo>
                  <a:lnTo>
                    <a:pt x="6327437" y="0"/>
                  </a:lnTo>
                  <a:lnTo>
                    <a:pt x="6327623" y="0"/>
                  </a:lnTo>
                  <a:lnTo>
                    <a:pt x="6327810" y="0"/>
                  </a:lnTo>
                  <a:lnTo>
                    <a:pt x="6327903" y="0"/>
                  </a:lnTo>
                  <a:lnTo>
                    <a:pt x="6327996" y="0"/>
                  </a:lnTo>
                  <a:lnTo>
                    <a:pt x="6328183" y="0"/>
                  </a:lnTo>
                  <a:lnTo>
                    <a:pt x="6328742" y="0"/>
                  </a:lnTo>
                  <a:lnTo>
                    <a:pt x="6328835" y="0"/>
                  </a:lnTo>
                  <a:lnTo>
                    <a:pt x="6328929" y="0"/>
                  </a:lnTo>
                  <a:lnTo>
                    <a:pt x="6329022" y="0"/>
                  </a:lnTo>
                  <a:lnTo>
                    <a:pt x="6329115" y="0"/>
                  </a:lnTo>
                  <a:lnTo>
                    <a:pt x="6329208" y="0"/>
                  </a:lnTo>
                  <a:lnTo>
                    <a:pt x="6329488" y="0"/>
                  </a:lnTo>
                  <a:lnTo>
                    <a:pt x="6329768" y="0"/>
                  </a:lnTo>
                  <a:lnTo>
                    <a:pt x="6329861" y="0"/>
                  </a:lnTo>
                  <a:lnTo>
                    <a:pt x="6330048" y="0"/>
                  </a:lnTo>
                  <a:lnTo>
                    <a:pt x="6330234" y="0"/>
                  </a:lnTo>
                  <a:lnTo>
                    <a:pt x="6330700" y="0"/>
                  </a:lnTo>
                  <a:lnTo>
                    <a:pt x="6330794" y="0"/>
                  </a:lnTo>
                  <a:lnTo>
                    <a:pt x="6331073" y="0"/>
                  </a:lnTo>
                  <a:lnTo>
                    <a:pt x="6331167" y="0"/>
                  </a:lnTo>
                  <a:lnTo>
                    <a:pt x="6331260" y="0"/>
                  </a:lnTo>
                  <a:lnTo>
                    <a:pt x="6331353" y="0"/>
                  </a:lnTo>
                  <a:lnTo>
                    <a:pt x="6331540" y="0"/>
                  </a:lnTo>
                  <a:lnTo>
                    <a:pt x="6331633" y="0"/>
                  </a:lnTo>
                  <a:lnTo>
                    <a:pt x="6331726" y="0"/>
                  </a:lnTo>
                  <a:lnTo>
                    <a:pt x="6331819" y="0"/>
                  </a:lnTo>
                  <a:lnTo>
                    <a:pt x="6332006" y="0"/>
                  </a:lnTo>
                  <a:lnTo>
                    <a:pt x="6332099" y="0"/>
                  </a:lnTo>
                  <a:lnTo>
                    <a:pt x="6332286" y="0"/>
                  </a:lnTo>
                  <a:lnTo>
                    <a:pt x="6332472" y="0"/>
                  </a:lnTo>
                  <a:lnTo>
                    <a:pt x="6333032" y="0"/>
                  </a:lnTo>
                  <a:lnTo>
                    <a:pt x="6333125" y="0"/>
                  </a:lnTo>
                  <a:lnTo>
                    <a:pt x="6333405" y="0"/>
                  </a:lnTo>
                  <a:lnTo>
                    <a:pt x="6333684" y="0"/>
                  </a:lnTo>
                  <a:lnTo>
                    <a:pt x="6333778" y="0"/>
                  </a:lnTo>
                  <a:lnTo>
                    <a:pt x="6333871" y="0"/>
                  </a:lnTo>
                  <a:lnTo>
                    <a:pt x="6333964" y="0"/>
                  </a:lnTo>
                  <a:lnTo>
                    <a:pt x="6334337" y="0"/>
                  </a:lnTo>
                  <a:lnTo>
                    <a:pt x="6334617" y="0"/>
                  </a:lnTo>
                  <a:lnTo>
                    <a:pt x="6334710" y="0"/>
                  </a:lnTo>
                  <a:lnTo>
                    <a:pt x="6334803" y="0"/>
                  </a:lnTo>
                  <a:lnTo>
                    <a:pt x="6334990" y="0"/>
                  </a:lnTo>
                  <a:lnTo>
                    <a:pt x="6335456" y="0"/>
                  </a:lnTo>
                  <a:lnTo>
                    <a:pt x="6335549" y="0"/>
                  </a:lnTo>
                  <a:lnTo>
                    <a:pt x="6335736" y="0"/>
                  </a:lnTo>
                  <a:lnTo>
                    <a:pt x="6335829" y="0"/>
                  </a:lnTo>
                  <a:lnTo>
                    <a:pt x="6336015" y="0"/>
                  </a:lnTo>
                  <a:lnTo>
                    <a:pt x="6336109" y="0"/>
                  </a:lnTo>
                  <a:lnTo>
                    <a:pt x="6336482" y="0"/>
                  </a:lnTo>
                  <a:lnTo>
                    <a:pt x="6336575" y="0"/>
                  </a:lnTo>
                  <a:lnTo>
                    <a:pt x="6336668" y="0"/>
                  </a:lnTo>
                  <a:lnTo>
                    <a:pt x="6336761" y="0"/>
                  </a:lnTo>
                  <a:lnTo>
                    <a:pt x="6337041" y="0"/>
                  </a:lnTo>
                  <a:lnTo>
                    <a:pt x="6337134" y="0"/>
                  </a:lnTo>
                  <a:lnTo>
                    <a:pt x="6337228" y="0"/>
                  </a:lnTo>
                  <a:lnTo>
                    <a:pt x="6337321" y="0"/>
                  </a:lnTo>
                  <a:lnTo>
                    <a:pt x="6337414" y="0"/>
                  </a:lnTo>
                  <a:lnTo>
                    <a:pt x="6337507" y="0"/>
                  </a:lnTo>
                  <a:lnTo>
                    <a:pt x="6337601" y="0"/>
                  </a:lnTo>
                  <a:lnTo>
                    <a:pt x="6337787" y="0"/>
                  </a:lnTo>
                  <a:lnTo>
                    <a:pt x="6337880" y="0"/>
                  </a:lnTo>
                  <a:lnTo>
                    <a:pt x="6337974" y="0"/>
                  </a:lnTo>
                  <a:lnTo>
                    <a:pt x="6338067" y="0"/>
                  </a:lnTo>
                  <a:lnTo>
                    <a:pt x="6338160" y="0"/>
                  </a:lnTo>
                  <a:lnTo>
                    <a:pt x="6338253" y="0"/>
                  </a:lnTo>
                  <a:lnTo>
                    <a:pt x="6338440" y="0"/>
                  </a:lnTo>
                  <a:lnTo>
                    <a:pt x="6338533" y="0"/>
                  </a:lnTo>
                  <a:lnTo>
                    <a:pt x="6338720" y="0"/>
                  </a:lnTo>
                  <a:lnTo>
                    <a:pt x="6338813" y="0"/>
                  </a:lnTo>
                  <a:lnTo>
                    <a:pt x="6338906" y="0"/>
                  </a:lnTo>
                  <a:lnTo>
                    <a:pt x="6338999" y="0"/>
                  </a:lnTo>
                  <a:lnTo>
                    <a:pt x="6339186" y="0"/>
                  </a:lnTo>
                  <a:lnTo>
                    <a:pt x="6339279" y="0"/>
                  </a:lnTo>
                  <a:lnTo>
                    <a:pt x="6339372" y="0"/>
                  </a:lnTo>
                  <a:lnTo>
                    <a:pt x="6339466" y="0"/>
                  </a:lnTo>
                  <a:lnTo>
                    <a:pt x="6339559" y="0"/>
                  </a:lnTo>
                  <a:lnTo>
                    <a:pt x="6339652" y="0"/>
                  </a:lnTo>
                  <a:lnTo>
                    <a:pt x="6339745" y="0"/>
                  </a:lnTo>
                  <a:lnTo>
                    <a:pt x="6339839" y="0"/>
                  </a:lnTo>
                  <a:lnTo>
                    <a:pt x="6339932" y="0"/>
                  </a:lnTo>
                  <a:lnTo>
                    <a:pt x="6340025" y="0"/>
                  </a:lnTo>
                  <a:lnTo>
                    <a:pt x="6340118" y="0"/>
                  </a:lnTo>
                  <a:lnTo>
                    <a:pt x="6340212" y="0"/>
                  </a:lnTo>
                  <a:lnTo>
                    <a:pt x="6340305" y="0"/>
                  </a:lnTo>
                  <a:lnTo>
                    <a:pt x="6340398" y="0"/>
                  </a:lnTo>
                  <a:lnTo>
                    <a:pt x="6340491" y="0"/>
                  </a:lnTo>
                  <a:lnTo>
                    <a:pt x="6340585" y="0"/>
                  </a:lnTo>
                  <a:lnTo>
                    <a:pt x="6340585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652822" y="69589"/>
              <a:ext cx="6340585" cy="6340585"/>
            </a:xfrm>
            <a:custGeom>
              <a:avLst/>
              <a:pathLst>
                <a:path w="6340585" h="6340585">
                  <a:moveTo>
                    <a:pt x="0" y="6340585"/>
                  </a:moveTo>
                  <a:lnTo>
                    <a:pt x="93" y="6340585"/>
                  </a:lnTo>
                  <a:lnTo>
                    <a:pt x="186" y="6340585"/>
                  </a:lnTo>
                  <a:lnTo>
                    <a:pt x="279" y="6340585"/>
                  </a:lnTo>
                  <a:lnTo>
                    <a:pt x="372" y="6340585"/>
                  </a:lnTo>
                  <a:lnTo>
                    <a:pt x="466" y="6340585"/>
                  </a:lnTo>
                  <a:lnTo>
                    <a:pt x="559" y="6340585"/>
                  </a:lnTo>
                  <a:lnTo>
                    <a:pt x="652" y="6340585"/>
                  </a:lnTo>
                  <a:lnTo>
                    <a:pt x="745" y="6340585"/>
                  </a:lnTo>
                  <a:lnTo>
                    <a:pt x="839" y="6340585"/>
                  </a:lnTo>
                  <a:lnTo>
                    <a:pt x="932" y="6340585"/>
                  </a:lnTo>
                  <a:lnTo>
                    <a:pt x="1025" y="6340585"/>
                  </a:lnTo>
                  <a:lnTo>
                    <a:pt x="1118" y="6340585"/>
                  </a:lnTo>
                  <a:lnTo>
                    <a:pt x="1118" y="6330631"/>
                  </a:lnTo>
                  <a:lnTo>
                    <a:pt x="1212" y="6330631"/>
                  </a:lnTo>
                  <a:lnTo>
                    <a:pt x="1305" y="6330631"/>
                  </a:lnTo>
                  <a:lnTo>
                    <a:pt x="1398" y="6330631"/>
                  </a:lnTo>
                  <a:lnTo>
                    <a:pt x="1491" y="6330631"/>
                  </a:lnTo>
                  <a:lnTo>
                    <a:pt x="1585" y="6330631"/>
                  </a:lnTo>
                  <a:lnTo>
                    <a:pt x="1678" y="6330631"/>
                  </a:lnTo>
                  <a:lnTo>
                    <a:pt x="1678" y="6320677"/>
                  </a:lnTo>
                  <a:lnTo>
                    <a:pt x="1771" y="6320677"/>
                  </a:lnTo>
                  <a:lnTo>
                    <a:pt x="1864" y="6320677"/>
                  </a:lnTo>
                  <a:lnTo>
                    <a:pt x="1958" y="6320677"/>
                  </a:lnTo>
                  <a:lnTo>
                    <a:pt x="2051" y="6320677"/>
                  </a:lnTo>
                  <a:lnTo>
                    <a:pt x="2144" y="6320677"/>
                  </a:lnTo>
                  <a:lnTo>
                    <a:pt x="2237" y="6320677"/>
                  </a:lnTo>
                  <a:lnTo>
                    <a:pt x="2331" y="6320677"/>
                  </a:lnTo>
                  <a:lnTo>
                    <a:pt x="2424" y="6320677"/>
                  </a:lnTo>
                  <a:lnTo>
                    <a:pt x="2517" y="6320677"/>
                  </a:lnTo>
                  <a:lnTo>
                    <a:pt x="2610" y="6320677"/>
                  </a:lnTo>
                  <a:lnTo>
                    <a:pt x="2704" y="6320677"/>
                  </a:lnTo>
                  <a:lnTo>
                    <a:pt x="2797" y="6320677"/>
                  </a:lnTo>
                  <a:lnTo>
                    <a:pt x="2890" y="6320677"/>
                  </a:lnTo>
                  <a:lnTo>
                    <a:pt x="2983" y="6320677"/>
                  </a:lnTo>
                  <a:lnTo>
                    <a:pt x="3077" y="6320677"/>
                  </a:lnTo>
                  <a:lnTo>
                    <a:pt x="3170" y="6320677"/>
                  </a:lnTo>
                  <a:lnTo>
                    <a:pt x="3263" y="6320677"/>
                  </a:lnTo>
                  <a:lnTo>
                    <a:pt x="3356" y="6320677"/>
                  </a:lnTo>
                  <a:lnTo>
                    <a:pt x="3450" y="6320677"/>
                  </a:lnTo>
                  <a:lnTo>
                    <a:pt x="3543" y="6320677"/>
                  </a:lnTo>
                  <a:lnTo>
                    <a:pt x="3636" y="6320677"/>
                  </a:lnTo>
                  <a:lnTo>
                    <a:pt x="3729" y="6320677"/>
                  </a:lnTo>
                  <a:lnTo>
                    <a:pt x="3729" y="6310723"/>
                  </a:lnTo>
                  <a:lnTo>
                    <a:pt x="3823" y="6310723"/>
                  </a:lnTo>
                  <a:lnTo>
                    <a:pt x="3916" y="6310723"/>
                  </a:lnTo>
                  <a:lnTo>
                    <a:pt x="4009" y="6310723"/>
                  </a:lnTo>
                  <a:lnTo>
                    <a:pt x="4102" y="6310723"/>
                  </a:lnTo>
                  <a:lnTo>
                    <a:pt x="4196" y="6310723"/>
                  </a:lnTo>
                  <a:lnTo>
                    <a:pt x="4289" y="6310723"/>
                  </a:lnTo>
                  <a:lnTo>
                    <a:pt x="4382" y="6310723"/>
                  </a:lnTo>
                  <a:lnTo>
                    <a:pt x="4475" y="6310723"/>
                  </a:lnTo>
                  <a:lnTo>
                    <a:pt x="4569" y="6310723"/>
                  </a:lnTo>
                  <a:lnTo>
                    <a:pt x="4662" y="6310723"/>
                  </a:lnTo>
                  <a:lnTo>
                    <a:pt x="4755" y="6310723"/>
                  </a:lnTo>
                  <a:lnTo>
                    <a:pt x="4848" y="6310723"/>
                  </a:lnTo>
                  <a:lnTo>
                    <a:pt x="4942" y="6310723"/>
                  </a:lnTo>
                  <a:lnTo>
                    <a:pt x="5035" y="6310723"/>
                  </a:lnTo>
                  <a:lnTo>
                    <a:pt x="5128" y="6310723"/>
                  </a:lnTo>
                  <a:lnTo>
                    <a:pt x="5221" y="6310723"/>
                  </a:lnTo>
                  <a:lnTo>
                    <a:pt x="5315" y="6310723"/>
                  </a:lnTo>
                  <a:lnTo>
                    <a:pt x="5408" y="6310723"/>
                  </a:lnTo>
                  <a:lnTo>
                    <a:pt x="5501" y="6310723"/>
                  </a:lnTo>
                  <a:lnTo>
                    <a:pt x="5594" y="6310723"/>
                  </a:lnTo>
                  <a:lnTo>
                    <a:pt x="5688" y="6310723"/>
                  </a:lnTo>
                  <a:lnTo>
                    <a:pt x="5781" y="6310723"/>
                  </a:lnTo>
                  <a:lnTo>
                    <a:pt x="5874" y="6310723"/>
                  </a:lnTo>
                  <a:lnTo>
                    <a:pt x="5967" y="6310723"/>
                  </a:lnTo>
                  <a:lnTo>
                    <a:pt x="6061" y="6310723"/>
                  </a:lnTo>
                  <a:lnTo>
                    <a:pt x="6154" y="6310723"/>
                  </a:lnTo>
                  <a:lnTo>
                    <a:pt x="6247" y="6310723"/>
                  </a:lnTo>
                  <a:lnTo>
                    <a:pt x="6247" y="6300769"/>
                  </a:lnTo>
                  <a:lnTo>
                    <a:pt x="6340" y="6300769"/>
                  </a:lnTo>
                  <a:lnTo>
                    <a:pt x="6434" y="6300769"/>
                  </a:lnTo>
                  <a:lnTo>
                    <a:pt x="6527" y="6300769"/>
                  </a:lnTo>
                  <a:lnTo>
                    <a:pt x="6620" y="6300769"/>
                  </a:lnTo>
                  <a:lnTo>
                    <a:pt x="6713" y="6300769"/>
                  </a:lnTo>
                  <a:lnTo>
                    <a:pt x="6807" y="6300769"/>
                  </a:lnTo>
                  <a:lnTo>
                    <a:pt x="6900" y="6300769"/>
                  </a:lnTo>
                  <a:lnTo>
                    <a:pt x="6993" y="6300769"/>
                  </a:lnTo>
                  <a:lnTo>
                    <a:pt x="7086" y="6300769"/>
                  </a:lnTo>
                  <a:lnTo>
                    <a:pt x="7179" y="6300769"/>
                  </a:lnTo>
                  <a:lnTo>
                    <a:pt x="7273" y="6300769"/>
                  </a:lnTo>
                  <a:lnTo>
                    <a:pt x="7366" y="6300769"/>
                  </a:lnTo>
                  <a:lnTo>
                    <a:pt x="7459" y="6300769"/>
                  </a:lnTo>
                  <a:lnTo>
                    <a:pt x="7552" y="6300769"/>
                  </a:lnTo>
                  <a:lnTo>
                    <a:pt x="7646" y="6300769"/>
                  </a:lnTo>
                  <a:lnTo>
                    <a:pt x="7739" y="6300769"/>
                  </a:lnTo>
                  <a:lnTo>
                    <a:pt x="7832" y="6300769"/>
                  </a:lnTo>
                  <a:lnTo>
                    <a:pt x="7925" y="6300769"/>
                  </a:lnTo>
                  <a:lnTo>
                    <a:pt x="8019" y="6300769"/>
                  </a:lnTo>
                  <a:lnTo>
                    <a:pt x="8112" y="6300769"/>
                  </a:lnTo>
                  <a:lnTo>
                    <a:pt x="8205" y="6300769"/>
                  </a:lnTo>
                  <a:lnTo>
                    <a:pt x="8298" y="6300769"/>
                  </a:lnTo>
                  <a:lnTo>
                    <a:pt x="8392" y="6300769"/>
                  </a:lnTo>
                  <a:lnTo>
                    <a:pt x="8485" y="6300769"/>
                  </a:lnTo>
                  <a:lnTo>
                    <a:pt x="8578" y="6300769"/>
                  </a:lnTo>
                  <a:lnTo>
                    <a:pt x="8671" y="6300769"/>
                  </a:lnTo>
                  <a:lnTo>
                    <a:pt x="8765" y="6300769"/>
                  </a:lnTo>
                  <a:lnTo>
                    <a:pt x="8858" y="6300769"/>
                  </a:lnTo>
                  <a:lnTo>
                    <a:pt x="8951" y="6300769"/>
                  </a:lnTo>
                  <a:lnTo>
                    <a:pt x="9044" y="6300769"/>
                  </a:lnTo>
                  <a:lnTo>
                    <a:pt x="9138" y="6300769"/>
                  </a:lnTo>
                  <a:lnTo>
                    <a:pt x="9231" y="6300769"/>
                  </a:lnTo>
                  <a:lnTo>
                    <a:pt x="9324" y="6300769"/>
                  </a:lnTo>
                  <a:lnTo>
                    <a:pt x="9417" y="6300769"/>
                  </a:lnTo>
                  <a:lnTo>
                    <a:pt x="9511" y="6300769"/>
                  </a:lnTo>
                  <a:lnTo>
                    <a:pt x="9604" y="6300769"/>
                  </a:lnTo>
                  <a:lnTo>
                    <a:pt x="9697" y="6300769"/>
                  </a:lnTo>
                  <a:lnTo>
                    <a:pt x="9790" y="6300769"/>
                  </a:lnTo>
                  <a:lnTo>
                    <a:pt x="9884" y="6300769"/>
                  </a:lnTo>
                  <a:lnTo>
                    <a:pt x="9977" y="6300769"/>
                  </a:lnTo>
                  <a:lnTo>
                    <a:pt x="10070" y="6300769"/>
                  </a:lnTo>
                  <a:lnTo>
                    <a:pt x="10163" y="6300769"/>
                  </a:lnTo>
                  <a:lnTo>
                    <a:pt x="10257" y="6300769"/>
                  </a:lnTo>
                  <a:lnTo>
                    <a:pt x="10350" y="6300769"/>
                  </a:lnTo>
                  <a:lnTo>
                    <a:pt x="10443" y="6300769"/>
                  </a:lnTo>
                  <a:lnTo>
                    <a:pt x="10536" y="6300769"/>
                  </a:lnTo>
                  <a:lnTo>
                    <a:pt x="10630" y="6300769"/>
                  </a:lnTo>
                  <a:lnTo>
                    <a:pt x="10723" y="6300769"/>
                  </a:lnTo>
                  <a:lnTo>
                    <a:pt x="10816" y="6300769"/>
                  </a:lnTo>
                  <a:lnTo>
                    <a:pt x="10909" y="6300769"/>
                  </a:lnTo>
                  <a:lnTo>
                    <a:pt x="11003" y="6300769"/>
                  </a:lnTo>
                  <a:lnTo>
                    <a:pt x="11096" y="6300769"/>
                  </a:lnTo>
                  <a:lnTo>
                    <a:pt x="11189" y="6300769"/>
                  </a:lnTo>
                  <a:lnTo>
                    <a:pt x="11282" y="6300769"/>
                  </a:lnTo>
                  <a:lnTo>
                    <a:pt x="11376" y="6300769"/>
                  </a:lnTo>
                  <a:lnTo>
                    <a:pt x="11469" y="6300769"/>
                  </a:lnTo>
                  <a:lnTo>
                    <a:pt x="11562" y="6300769"/>
                  </a:lnTo>
                  <a:lnTo>
                    <a:pt x="11655" y="6300769"/>
                  </a:lnTo>
                  <a:lnTo>
                    <a:pt x="11749" y="6300769"/>
                  </a:lnTo>
                  <a:lnTo>
                    <a:pt x="11749" y="6290815"/>
                  </a:lnTo>
                  <a:lnTo>
                    <a:pt x="11842" y="6290815"/>
                  </a:lnTo>
                  <a:lnTo>
                    <a:pt x="11935" y="6290815"/>
                  </a:lnTo>
                  <a:lnTo>
                    <a:pt x="12028" y="6290815"/>
                  </a:lnTo>
                  <a:lnTo>
                    <a:pt x="12122" y="6290815"/>
                  </a:lnTo>
                  <a:lnTo>
                    <a:pt x="12215" y="6290815"/>
                  </a:lnTo>
                  <a:lnTo>
                    <a:pt x="12308" y="6290815"/>
                  </a:lnTo>
                  <a:lnTo>
                    <a:pt x="12401" y="6290815"/>
                  </a:lnTo>
                  <a:lnTo>
                    <a:pt x="12495" y="6290815"/>
                  </a:lnTo>
                  <a:lnTo>
                    <a:pt x="12588" y="6290815"/>
                  </a:lnTo>
                  <a:lnTo>
                    <a:pt x="12681" y="6290815"/>
                  </a:lnTo>
                  <a:lnTo>
                    <a:pt x="12774" y="6290815"/>
                  </a:lnTo>
                  <a:lnTo>
                    <a:pt x="12868" y="6290815"/>
                  </a:lnTo>
                  <a:lnTo>
                    <a:pt x="12961" y="6290815"/>
                  </a:lnTo>
                  <a:lnTo>
                    <a:pt x="13054" y="6290815"/>
                  </a:lnTo>
                  <a:lnTo>
                    <a:pt x="13147" y="6290815"/>
                  </a:lnTo>
                  <a:lnTo>
                    <a:pt x="13241" y="6290815"/>
                  </a:lnTo>
                  <a:lnTo>
                    <a:pt x="13334" y="6290815"/>
                  </a:lnTo>
                  <a:lnTo>
                    <a:pt x="13427" y="6290815"/>
                  </a:lnTo>
                  <a:lnTo>
                    <a:pt x="13520" y="6290815"/>
                  </a:lnTo>
                  <a:lnTo>
                    <a:pt x="13614" y="6290815"/>
                  </a:lnTo>
                  <a:lnTo>
                    <a:pt x="13707" y="6290815"/>
                  </a:lnTo>
                  <a:lnTo>
                    <a:pt x="13800" y="6290815"/>
                  </a:lnTo>
                  <a:lnTo>
                    <a:pt x="13893" y="6290815"/>
                  </a:lnTo>
                  <a:lnTo>
                    <a:pt x="13986" y="6290815"/>
                  </a:lnTo>
                  <a:lnTo>
                    <a:pt x="14080" y="6290815"/>
                  </a:lnTo>
                  <a:lnTo>
                    <a:pt x="14173" y="6290815"/>
                  </a:lnTo>
                  <a:lnTo>
                    <a:pt x="14266" y="6290815"/>
                  </a:lnTo>
                  <a:lnTo>
                    <a:pt x="14359" y="6290815"/>
                  </a:lnTo>
                  <a:lnTo>
                    <a:pt x="14453" y="6290815"/>
                  </a:lnTo>
                  <a:lnTo>
                    <a:pt x="14546" y="6290815"/>
                  </a:lnTo>
                  <a:lnTo>
                    <a:pt x="14639" y="6290815"/>
                  </a:lnTo>
                  <a:lnTo>
                    <a:pt x="14732" y="6290815"/>
                  </a:lnTo>
                  <a:lnTo>
                    <a:pt x="14826" y="6290815"/>
                  </a:lnTo>
                  <a:lnTo>
                    <a:pt x="14919" y="6290815"/>
                  </a:lnTo>
                  <a:lnTo>
                    <a:pt x="15012" y="6290815"/>
                  </a:lnTo>
                  <a:lnTo>
                    <a:pt x="15105" y="6290815"/>
                  </a:lnTo>
                  <a:lnTo>
                    <a:pt x="15199" y="6290815"/>
                  </a:lnTo>
                  <a:lnTo>
                    <a:pt x="15292" y="6290815"/>
                  </a:lnTo>
                  <a:lnTo>
                    <a:pt x="15385" y="6290815"/>
                  </a:lnTo>
                  <a:lnTo>
                    <a:pt x="15478" y="6290815"/>
                  </a:lnTo>
                  <a:lnTo>
                    <a:pt x="15572" y="6290815"/>
                  </a:lnTo>
                  <a:lnTo>
                    <a:pt x="15665" y="6290815"/>
                  </a:lnTo>
                  <a:lnTo>
                    <a:pt x="15758" y="6290815"/>
                  </a:lnTo>
                  <a:lnTo>
                    <a:pt x="15851" y="6290815"/>
                  </a:lnTo>
                  <a:lnTo>
                    <a:pt x="15945" y="6290815"/>
                  </a:lnTo>
                  <a:lnTo>
                    <a:pt x="16038" y="6290815"/>
                  </a:lnTo>
                  <a:lnTo>
                    <a:pt x="16131" y="6290815"/>
                  </a:lnTo>
                  <a:lnTo>
                    <a:pt x="16224" y="6290815"/>
                  </a:lnTo>
                  <a:lnTo>
                    <a:pt x="16318" y="6290815"/>
                  </a:lnTo>
                  <a:lnTo>
                    <a:pt x="16411" y="6290815"/>
                  </a:lnTo>
                  <a:lnTo>
                    <a:pt x="16504" y="6290815"/>
                  </a:lnTo>
                  <a:lnTo>
                    <a:pt x="16597" y="6290815"/>
                  </a:lnTo>
                  <a:lnTo>
                    <a:pt x="16691" y="6290815"/>
                  </a:lnTo>
                  <a:lnTo>
                    <a:pt x="16784" y="6290815"/>
                  </a:lnTo>
                  <a:lnTo>
                    <a:pt x="16877" y="6290815"/>
                  </a:lnTo>
                  <a:lnTo>
                    <a:pt x="16970" y="6290815"/>
                  </a:lnTo>
                  <a:lnTo>
                    <a:pt x="17064" y="6290815"/>
                  </a:lnTo>
                  <a:lnTo>
                    <a:pt x="17157" y="6290815"/>
                  </a:lnTo>
                  <a:lnTo>
                    <a:pt x="17250" y="6290815"/>
                  </a:lnTo>
                  <a:lnTo>
                    <a:pt x="17343" y="6290815"/>
                  </a:lnTo>
                  <a:lnTo>
                    <a:pt x="17437" y="6290815"/>
                  </a:lnTo>
                  <a:lnTo>
                    <a:pt x="17530" y="6290815"/>
                  </a:lnTo>
                  <a:lnTo>
                    <a:pt x="17623" y="6290815"/>
                  </a:lnTo>
                  <a:lnTo>
                    <a:pt x="17716" y="6290815"/>
                  </a:lnTo>
                  <a:lnTo>
                    <a:pt x="17810" y="6290815"/>
                  </a:lnTo>
                  <a:lnTo>
                    <a:pt x="17903" y="6290815"/>
                  </a:lnTo>
                  <a:lnTo>
                    <a:pt x="17996" y="6290815"/>
                  </a:lnTo>
                  <a:lnTo>
                    <a:pt x="18089" y="6290815"/>
                  </a:lnTo>
                  <a:lnTo>
                    <a:pt x="18183" y="6290815"/>
                  </a:lnTo>
                  <a:lnTo>
                    <a:pt x="18183" y="6280862"/>
                  </a:lnTo>
                  <a:lnTo>
                    <a:pt x="18276" y="6280862"/>
                  </a:lnTo>
                  <a:lnTo>
                    <a:pt x="18369" y="6280862"/>
                  </a:lnTo>
                  <a:lnTo>
                    <a:pt x="18462" y="6280862"/>
                  </a:lnTo>
                  <a:lnTo>
                    <a:pt x="18556" y="6280862"/>
                  </a:lnTo>
                  <a:lnTo>
                    <a:pt x="18649" y="6280862"/>
                  </a:lnTo>
                  <a:lnTo>
                    <a:pt x="18742" y="6280862"/>
                  </a:lnTo>
                  <a:lnTo>
                    <a:pt x="18835" y="6280862"/>
                  </a:lnTo>
                  <a:lnTo>
                    <a:pt x="18929" y="6280862"/>
                  </a:lnTo>
                  <a:lnTo>
                    <a:pt x="19022" y="6280862"/>
                  </a:lnTo>
                  <a:lnTo>
                    <a:pt x="19115" y="6280862"/>
                  </a:lnTo>
                  <a:lnTo>
                    <a:pt x="19208" y="6280862"/>
                  </a:lnTo>
                  <a:lnTo>
                    <a:pt x="19302" y="6280862"/>
                  </a:lnTo>
                  <a:lnTo>
                    <a:pt x="19395" y="6280862"/>
                  </a:lnTo>
                  <a:lnTo>
                    <a:pt x="19488" y="6280862"/>
                  </a:lnTo>
                  <a:lnTo>
                    <a:pt x="19581" y="6280862"/>
                  </a:lnTo>
                  <a:lnTo>
                    <a:pt x="19675" y="6280862"/>
                  </a:lnTo>
                  <a:lnTo>
                    <a:pt x="19768" y="6280862"/>
                  </a:lnTo>
                  <a:lnTo>
                    <a:pt x="19861" y="6280862"/>
                  </a:lnTo>
                  <a:lnTo>
                    <a:pt x="19954" y="6280862"/>
                  </a:lnTo>
                  <a:lnTo>
                    <a:pt x="20048" y="6280862"/>
                  </a:lnTo>
                  <a:lnTo>
                    <a:pt x="20141" y="6280862"/>
                  </a:lnTo>
                  <a:lnTo>
                    <a:pt x="20234" y="6280862"/>
                  </a:lnTo>
                  <a:lnTo>
                    <a:pt x="20327" y="6280862"/>
                  </a:lnTo>
                  <a:lnTo>
                    <a:pt x="20421" y="6280862"/>
                  </a:lnTo>
                  <a:lnTo>
                    <a:pt x="20514" y="6280862"/>
                  </a:lnTo>
                  <a:lnTo>
                    <a:pt x="20607" y="6280862"/>
                  </a:lnTo>
                  <a:lnTo>
                    <a:pt x="20700" y="6280862"/>
                  </a:lnTo>
                  <a:lnTo>
                    <a:pt x="20794" y="6280862"/>
                  </a:lnTo>
                  <a:lnTo>
                    <a:pt x="20887" y="6280862"/>
                  </a:lnTo>
                  <a:lnTo>
                    <a:pt x="20980" y="6280862"/>
                  </a:lnTo>
                  <a:lnTo>
                    <a:pt x="21073" y="6280862"/>
                  </a:lnTo>
                  <a:lnTo>
                    <a:pt x="21166" y="6280862"/>
                  </a:lnTo>
                  <a:lnTo>
                    <a:pt x="21260" y="6280862"/>
                  </a:lnTo>
                  <a:lnTo>
                    <a:pt x="21353" y="6280862"/>
                  </a:lnTo>
                  <a:lnTo>
                    <a:pt x="21446" y="6280862"/>
                  </a:lnTo>
                  <a:lnTo>
                    <a:pt x="21539" y="6280862"/>
                  </a:lnTo>
                  <a:lnTo>
                    <a:pt x="21633" y="6280862"/>
                  </a:lnTo>
                  <a:lnTo>
                    <a:pt x="21726" y="6280862"/>
                  </a:lnTo>
                  <a:lnTo>
                    <a:pt x="21819" y="6280862"/>
                  </a:lnTo>
                  <a:lnTo>
                    <a:pt x="21912" y="6280862"/>
                  </a:lnTo>
                  <a:lnTo>
                    <a:pt x="22006" y="6280862"/>
                  </a:lnTo>
                  <a:lnTo>
                    <a:pt x="22099" y="6280862"/>
                  </a:lnTo>
                  <a:lnTo>
                    <a:pt x="22192" y="6280862"/>
                  </a:lnTo>
                  <a:lnTo>
                    <a:pt x="22285" y="6280862"/>
                  </a:lnTo>
                  <a:lnTo>
                    <a:pt x="22379" y="6280862"/>
                  </a:lnTo>
                  <a:lnTo>
                    <a:pt x="22472" y="6280862"/>
                  </a:lnTo>
                  <a:lnTo>
                    <a:pt x="22565" y="6280862"/>
                  </a:lnTo>
                  <a:lnTo>
                    <a:pt x="22658" y="6280862"/>
                  </a:lnTo>
                  <a:lnTo>
                    <a:pt x="22752" y="6280862"/>
                  </a:lnTo>
                  <a:lnTo>
                    <a:pt x="22845" y="6280862"/>
                  </a:lnTo>
                  <a:lnTo>
                    <a:pt x="22938" y="6280862"/>
                  </a:lnTo>
                  <a:lnTo>
                    <a:pt x="23031" y="6280862"/>
                  </a:lnTo>
                  <a:lnTo>
                    <a:pt x="23125" y="6280862"/>
                  </a:lnTo>
                  <a:lnTo>
                    <a:pt x="23218" y="6280862"/>
                  </a:lnTo>
                  <a:lnTo>
                    <a:pt x="23311" y="6280862"/>
                  </a:lnTo>
                  <a:lnTo>
                    <a:pt x="23404" y="6280862"/>
                  </a:lnTo>
                  <a:lnTo>
                    <a:pt x="23498" y="6280862"/>
                  </a:lnTo>
                  <a:lnTo>
                    <a:pt x="23591" y="6280862"/>
                  </a:lnTo>
                  <a:lnTo>
                    <a:pt x="23684" y="6280862"/>
                  </a:lnTo>
                  <a:lnTo>
                    <a:pt x="23777" y="6280862"/>
                  </a:lnTo>
                  <a:lnTo>
                    <a:pt x="23871" y="6280862"/>
                  </a:lnTo>
                  <a:lnTo>
                    <a:pt x="23964" y="6280862"/>
                  </a:lnTo>
                  <a:lnTo>
                    <a:pt x="24057" y="6280862"/>
                  </a:lnTo>
                  <a:lnTo>
                    <a:pt x="24150" y="6280862"/>
                  </a:lnTo>
                  <a:lnTo>
                    <a:pt x="24244" y="6280862"/>
                  </a:lnTo>
                  <a:lnTo>
                    <a:pt x="24337" y="6280862"/>
                  </a:lnTo>
                  <a:lnTo>
                    <a:pt x="24430" y="6280862"/>
                  </a:lnTo>
                  <a:lnTo>
                    <a:pt x="24523" y="6280862"/>
                  </a:lnTo>
                  <a:lnTo>
                    <a:pt x="24617" y="6280862"/>
                  </a:lnTo>
                  <a:lnTo>
                    <a:pt x="24710" y="6280862"/>
                  </a:lnTo>
                  <a:lnTo>
                    <a:pt x="24710" y="6270908"/>
                  </a:lnTo>
                  <a:lnTo>
                    <a:pt x="24803" y="6270908"/>
                  </a:lnTo>
                  <a:lnTo>
                    <a:pt x="24896" y="6270908"/>
                  </a:lnTo>
                  <a:lnTo>
                    <a:pt x="24990" y="6270908"/>
                  </a:lnTo>
                  <a:lnTo>
                    <a:pt x="25083" y="6270908"/>
                  </a:lnTo>
                  <a:lnTo>
                    <a:pt x="25176" y="6270908"/>
                  </a:lnTo>
                  <a:lnTo>
                    <a:pt x="25269" y="6270908"/>
                  </a:lnTo>
                  <a:lnTo>
                    <a:pt x="25363" y="6270908"/>
                  </a:lnTo>
                  <a:lnTo>
                    <a:pt x="25456" y="6270908"/>
                  </a:lnTo>
                  <a:lnTo>
                    <a:pt x="25549" y="6270908"/>
                  </a:lnTo>
                  <a:lnTo>
                    <a:pt x="25642" y="6270908"/>
                  </a:lnTo>
                  <a:lnTo>
                    <a:pt x="25736" y="6270908"/>
                  </a:lnTo>
                  <a:lnTo>
                    <a:pt x="25829" y="6270908"/>
                  </a:lnTo>
                  <a:lnTo>
                    <a:pt x="25922" y="6270908"/>
                  </a:lnTo>
                  <a:lnTo>
                    <a:pt x="26015" y="6270908"/>
                  </a:lnTo>
                  <a:lnTo>
                    <a:pt x="26109" y="6270908"/>
                  </a:lnTo>
                  <a:lnTo>
                    <a:pt x="26202" y="6270908"/>
                  </a:lnTo>
                  <a:lnTo>
                    <a:pt x="26295" y="6270908"/>
                  </a:lnTo>
                  <a:lnTo>
                    <a:pt x="26388" y="6270908"/>
                  </a:lnTo>
                  <a:lnTo>
                    <a:pt x="26482" y="6270908"/>
                  </a:lnTo>
                  <a:lnTo>
                    <a:pt x="26575" y="6270908"/>
                  </a:lnTo>
                  <a:lnTo>
                    <a:pt x="26668" y="6270908"/>
                  </a:lnTo>
                  <a:lnTo>
                    <a:pt x="26761" y="6270908"/>
                  </a:lnTo>
                  <a:lnTo>
                    <a:pt x="26855" y="6270908"/>
                  </a:lnTo>
                  <a:lnTo>
                    <a:pt x="26948" y="6270908"/>
                  </a:lnTo>
                  <a:lnTo>
                    <a:pt x="27041" y="6270908"/>
                  </a:lnTo>
                  <a:lnTo>
                    <a:pt x="27134" y="6270908"/>
                  </a:lnTo>
                  <a:lnTo>
                    <a:pt x="27228" y="6270908"/>
                  </a:lnTo>
                  <a:lnTo>
                    <a:pt x="27321" y="6270908"/>
                  </a:lnTo>
                  <a:lnTo>
                    <a:pt x="27414" y="6270908"/>
                  </a:lnTo>
                  <a:lnTo>
                    <a:pt x="27507" y="6270908"/>
                  </a:lnTo>
                  <a:lnTo>
                    <a:pt x="27601" y="6270908"/>
                  </a:lnTo>
                  <a:lnTo>
                    <a:pt x="27694" y="6270908"/>
                  </a:lnTo>
                  <a:lnTo>
                    <a:pt x="27787" y="6270908"/>
                  </a:lnTo>
                  <a:lnTo>
                    <a:pt x="27880" y="6270908"/>
                  </a:lnTo>
                  <a:lnTo>
                    <a:pt x="27973" y="6270908"/>
                  </a:lnTo>
                  <a:lnTo>
                    <a:pt x="28067" y="6270908"/>
                  </a:lnTo>
                  <a:lnTo>
                    <a:pt x="28160" y="6270908"/>
                  </a:lnTo>
                  <a:lnTo>
                    <a:pt x="28253" y="6270908"/>
                  </a:lnTo>
                  <a:lnTo>
                    <a:pt x="28346" y="6270908"/>
                  </a:lnTo>
                  <a:lnTo>
                    <a:pt x="28440" y="6270908"/>
                  </a:lnTo>
                  <a:lnTo>
                    <a:pt x="28533" y="6270908"/>
                  </a:lnTo>
                  <a:lnTo>
                    <a:pt x="28626" y="6270908"/>
                  </a:lnTo>
                  <a:lnTo>
                    <a:pt x="28719" y="6270908"/>
                  </a:lnTo>
                  <a:lnTo>
                    <a:pt x="28813" y="6270908"/>
                  </a:lnTo>
                  <a:lnTo>
                    <a:pt x="28906" y="6270908"/>
                  </a:lnTo>
                  <a:lnTo>
                    <a:pt x="28999" y="6270908"/>
                  </a:lnTo>
                  <a:lnTo>
                    <a:pt x="29092" y="6270908"/>
                  </a:lnTo>
                  <a:lnTo>
                    <a:pt x="29186" y="6270908"/>
                  </a:lnTo>
                  <a:lnTo>
                    <a:pt x="29279" y="6270908"/>
                  </a:lnTo>
                  <a:lnTo>
                    <a:pt x="29372" y="6270908"/>
                  </a:lnTo>
                  <a:lnTo>
                    <a:pt x="29465" y="6270908"/>
                  </a:lnTo>
                  <a:lnTo>
                    <a:pt x="29559" y="6270908"/>
                  </a:lnTo>
                  <a:lnTo>
                    <a:pt x="29652" y="6270908"/>
                  </a:lnTo>
                  <a:lnTo>
                    <a:pt x="29745" y="6270908"/>
                  </a:lnTo>
                  <a:lnTo>
                    <a:pt x="29838" y="6270908"/>
                  </a:lnTo>
                  <a:lnTo>
                    <a:pt x="29932" y="6270908"/>
                  </a:lnTo>
                  <a:lnTo>
                    <a:pt x="30025" y="6270908"/>
                  </a:lnTo>
                  <a:lnTo>
                    <a:pt x="30118" y="6270908"/>
                  </a:lnTo>
                  <a:lnTo>
                    <a:pt x="30211" y="6270908"/>
                  </a:lnTo>
                  <a:lnTo>
                    <a:pt x="30305" y="6270908"/>
                  </a:lnTo>
                  <a:lnTo>
                    <a:pt x="30398" y="6270908"/>
                  </a:lnTo>
                  <a:lnTo>
                    <a:pt x="30491" y="6270908"/>
                  </a:lnTo>
                  <a:lnTo>
                    <a:pt x="30584" y="6270908"/>
                  </a:lnTo>
                  <a:lnTo>
                    <a:pt x="30678" y="6270908"/>
                  </a:lnTo>
                  <a:lnTo>
                    <a:pt x="30771" y="6270908"/>
                  </a:lnTo>
                  <a:lnTo>
                    <a:pt x="30864" y="6270908"/>
                  </a:lnTo>
                  <a:lnTo>
                    <a:pt x="30957" y="6270908"/>
                  </a:lnTo>
                  <a:lnTo>
                    <a:pt x="31051" y="6270908"/>
                  </a:lnTo>
                  <a:lnTo>
                    <a:pt x="31144" y="6270908"/>
                  </a:lnTo>
                  <a:lnTo>
                    <a:pt x="31237" y="6270908"/>
                  </a:lnTo>
                  <a:lnTo>
                    <a:pt x="31330" y="6270908"/>
                  </a:lnTo>
                  <a:lnTo>
                    <a:pt x="31424" y="6270908"/>
                  </a:lnTo>
                  <a:lnTo>
                    <a:pt x="31517" y="6270908"/>
                  </a:lnTo>
                  <a:lnTo>
                    <a:pt x="31610" y="6270908"/>
                  </a:lnTo>
                  <a:lnTo>
                    <a:pt x="31703" y="6270908"/>
                  </a:lnTo>
                  <a:lnTo>
                    <a:pt x="31797" y="6270908"/>
                  </a:lnTo>
                  <a:lnTo>
                    <a:pt x="31890" y="6270908"/>
                  </a:lnTo>
                  <a:lnTo>
                    <a:pt x="31983" y="6270908"/>
                  </a:lnTo>
                  <a:lnTo>
                    <a:pt x="32076" y="6270908"/>
                  </a:lnTo>
                  <a:lnTo>
                    <a:pt x="32170" y="6270908"/>
                  </a:lnTo>
                  <a:lnTo>
                    <a:pt x="32263" y="6270908"/>
                  </a:lnTo>
                  <a:lnTo>
                    <a:pt x="32356" y="6270908"/>
                  </a:lnTo>
                  <a:lnTo>
                    <a:pt x="32449" y="6270908"/>
                  </a:lnTo>
                  <a:lnTo>
                    <a:pt x="32543" y="6270908"/>
                  </a:lnTo>
                  <a:lnTo>
                    <a:pt x="32636" y="6270908"/>
                  </a:lnTo>
                  <a:lnTo>
                    <a:pt x="32729" y="6270908"/>
                  </a:lnTo>
                  <a:lnTo>
                    <a:pt x="32822" y="6270908"/>
                  </a:lnTo>
                  <a:lnTo>
                    <a:pt x="32916" y="6270908"/>
                  </a:lnTo>
                  <a:lnTo>
                    <a:pt x="33009" y="6270908"/>
                  </a:lnTo>
                  <a:lnTo>
                    <a:pt x="33102" y="6270908"/>
                  </a:lnTo>
                  <a:lnTo>
                    <a:pt x="33195" y="6270908"/>
                  </a:lnTo>
                  <a:lnTo>
                    <a:pt x="33289" y="6270908"/>
                  </a:lnTo>
                  <a:lnTo>
                    <a:pt x="33289" y="6260954"/>
                  </a:lnTo>
                  <a:lnTo>
                    <a:pt x="33382" y="6260954"/>
                  </a:lnTo>
                  <a:lnTo>
                    <a:pt x="33475" y="6260954"/>
                  </a:lnTo>
                  <a:lnTo>
                    <a:pt x="33568" y="6260954"/>
                  </a:lnTo>
                  <a:lnTo>
                    <a:pt x="33662" y="6260954"/>
                  </a:lnTo>
                  <a:lnTo>
                    <a:pt x="33755" y="6260954"/>
                  </a:lnTo>
                  <a:lnTo>
                    <a:pt x="33848" y="6260954"/>
                  </a:lnTo>
                  <a:lnTo>
                    <a:pt x="33941" y="6260954"/>
                  </a:lnTo>
                  <a:lnTo>
                    <a:pt x="34035" y="6260954"/>
                  </a:lnTo>
                  <a:lnTo>
                    <a:pt x="34128" y="6260954"/>
                  </a:lnTo>
                  <a:lnTo>
                    <a:pt x="34221" y="6260954"/>
                  </a:lnTo>
                  <a:lnTo>
                    <a:pt x="34314" y="6260954"/>
                  </a:lnTo>
                  <a:lnTo>
                    <a:pt x="34408" y="6260954"/>
                  </a:lnTo>
                  <a:lnTo>
                    <a:pt x="34501" y="6260954"/>
                  </a:lnTo>
                  <a:lnTo>
                    <a:pt x="34594" y="6260954"/>
                  </a:lnTo>
                  <a:lnTo>
                    <a:pt x="34687" y="6260954"/>
                  </a:lnTo>
                  <a:lnTo>
                    <a:pt x="34780" y="6260954"/>
                  </a:lnTo>
                  <a:lnTo>
                    <a:pt x="34874" y="6260954"/>
                  </a:lnTo>
                  <a:lnTo>
                    <a:pt x="34967" y="6260954"/>
                  </a:lnTo>
                  <a:lnTo>
                    <a:pt x="35060" y="6260954"/>
                  </a:lnTo>
                  <a:lnTo>
                    <a:pt x="35153" y="6260954"/>
                  </a:lnTo>
                  <a:lnTo>
                    <a:pt x="35247" y="6260954"/>
                  </a:lnTo>
                  <a:lnTo>
                    <a:pt x="35340" y="6260954"/>
                  </a:lnTo>
                  <a:lnTo>
                    <a:pt x="35433" y="6260954"/>
                  </a:lnTo>
                  <a:lnTo>
                    <a:pt x="35526" y="6260954"/>
                  </a:lnTo>
                  <a:lnTo>
                    <a:pt x="35620" y="6260954"/>
                  </a:lnTo>
                  <a:lnTo>
                    <a:pt x="35713" y="6260954"/>
                  </a:lnTo>
                  <a:lnTo>
                    <a:pt x="35806" y="6260954"/>
                  </a:lnTo>
                  <a:lnTo>
                    <a:pt x="35899" y="6260954"/>
                  </a:lnTo>
                  <a:lnTo>
                    <a:pt x="35993" y="6260954"/>
                  </a:lnTo>
                  <a:lnTo>
                    <a:pt x="36086" y="6260954"/>
                  </a:lnTo>
                  <a:lnTo>
                    <a:pt x="36179" y="6260954"/>
                  </a:lnTo>
                  <a:lnTo>
                    <a:pt x="36272" y="6260954"/>
                  </a:lnTo>
                  <a:lnTo>
                    <a:pt x="36366" y="6260954"/>
                  </a:lnTo>
                  <a:lnTo>
                    <a:pt x="36459" y="6260954"/>
                  </a:lnTo>
                  <a:lnTo>
                    <a:pt x="36552" y="6260954"/>
                  </a:lnTo>
                  <a:lnTo>
                    <a:pt x="36645" y="6260954"/>
                  </a:lnTo>
                  <a:lnTo>
                    <a:pt x="36739" y="6260954"/>
                  </a:lnTo>
                  <a:lnTo>
                    <a:pt x="36832" y="6260954"/>
                  </a:lnTo>
                  <a:lnTo>
                    <a:pt x="36925" y="6260954"/>
                  </a:lnTo>
                  <a:lnTo>
                    <a:pt x="37018" y="6260954"/>
                  </a:lnTo>
                  <a:lnTo>
                    <a:pt x="37112" y="6260954"/>
                  </a:lnTo>
                  <a:lnTo>
                    <a:pt x="37205" y="6260954"/>
                  </a:lnTo>
                  <a:lnTo>
                    <a:pt x="37298" y="6260954"/>
                  </a:lnTo>
                  <a:lnTo>
                    <a:pt x="37391" y="6260954"/>
                  </a:lnTo>
                  <a:lnTo>
                    <a:pt x="37485" y="6260954"/>
                  </a:lnTo>
                  <a:lnTo>
                    <a:pt x="37578" y="6260954"/>
                  </a:lnTo>
                  <a:lnTo>
                    <a:pt x="37671" y="6260954"/>
                  </a:lnTo>
                  <a:lnTo>
                    <a:pt x="37764" y="6260954"/>
                  </a:lnTo>
                  <a:lnTo>
                    <a:pt x="37858" y="6260954"/>
                  </a:lnTo>
                  <a:lnTo>
                    <a:pt x="37951" y="6260954"/>
                  </a:lnTo>
                  <a:lnTo>
                    <a:pt x="38044" y="6260954"/>
                  </a:lnTo>
                  <a:lnTo>
                    <a:pt x="38137" y="6260954"/>
                  </a:lnTo>
                  <a:lnTo>
                    <a:pt x="38231" y="6260954"/>
                  </a:lnTo>
                  <a:lnTo>
                    <a:pt x="38324" y="6260954"/>
                  </a:lnTo>
                  <a:lnTo>
                    <a:pt x="38417" y="6260954"/>
                  </a:lnTo>
                  <a:lnTo>
                    <a:pt x="38510" y="6260954"/>
                  </a:lnTo>
                  <a:lnTo>
                    <a:pt x="38604" y="6260954"/>
                  </a:lnTo>
                  <a:lnTo>
                    <a:pt x="38697" y="6260954"/>
                  </a:lnTo>
                  <a:lnTo>
                    <a:pt x="38790" y="6260954"/>
                  </a:lnTo>
                  <a:lnTo>
                    <a:pt x="38883" y="6260954"/>
                  </a:lnTo>
                  <a:lnTo>
                    <a:pt x="38977" y="6260954"/>
                  </a:lnTo>
                  <a:lnTo>
                    <a:pt x="39070" y="6260954"/>
                  </a:lnTo>
                  <a:lnTo>
                    <a:pt x="39163" y="6260954"/>
                  </a:lnTo>
                  <a:lnTo>
                    <a:pt x="39163" y="6251000"/>
                  </a:lnTo>
                  <a:lnTo>
                    <a:pt x="39256" y="6251000"/>
                  </a:lnTo>
                  <a:lnTo>
                    <a:pt x="39350" y="6251000"/>
                  </a:lnTo>
                  <a:lnTo>
                    <a:pt x="39443" y="6251000"/>
                  </a:lnTo>
                  <a:lnTo>
                    <a:pt x="39536" y="6251000"/>
                  </a:lnTo>
                  <a:lnTo>
                    <a:pt x="39629" y="6251000"/>
                  </a:lnTo>
                  <a:lnTo>
                    <a:pt x="39723" y="6251000"/>
                  </a:lnTo>
                  <a:lnTo>
                    <a:pt x="39816" y="6251000"/>
                  </a:lnTo>
                  <a:lnTo>
                    <a:pt x="39909" y="6251000"/>
                  </a:lnTo>
                  <a:lnTo>
                    <a:pt x="40002" y="6251000"/>
                  </a:lnTo>
                  <a:lnTo>
                    <a:pt x="40096" y="6251000"/>
                  </a:lnTo>
                  <a:lnTo>
                    <a:pt x="40189" y="6251000"/>
                  </a:lnTo>
                  <a:lnTo>
                    <a:pt x="40282" y="6251000"/>
                  </a:lnTo>
                  <a:lnTo>
                    <a:pt x="40375" y="6251000"/>
                  </a:lnTo>
                  <a:lnTo>
                    <a:pt x="40469" y="6251000"/>
                  </a:lnTo>
                  <a:lnTo>
                    <a:pt x="40469" y="6241046"/>
                  </a:lnTo>
                  <a:lnTo>
                    <a:pt x="40562" y="6241046"/>
                  </a:lnTo>
                  <a:lnTo>
                    <a:pt x="40655" y="6241046"/>
                  </a:lnTo>
                  <a:lnTo>
                    <a:pt x="40748" y="6241046"/>
                  </a:lnTo>
                  <a:lnTo>
                    <a:pt x="40842" y="6241046"/>
                  </a:lnTo>
                  <a:lnTo>
                    <a:pt x="40935" y="6241046"/>
                  </a:lnTo>
                  <a:lnTo>
                    <a:pt x="41028" y="6241046"/>
                  </a:lnTo>
                  <a:lnTo>
                    <a:pt x="41121" y="6241046"/>
                  </a:lnTo>
                  <a:lnTo>
                    <a:pt x="41215" y="6241046"/>
                  </a:lnTo>
                  <a:lnTo>
                    <a:pt x="41308" y="6241046"/>
                  </a:lnTo>
                  <a:lnTo>
                    <a:pt x="41401" y="6241046"/>
                  </a:lnTo>
                  <a:lnTo>
                    <a:pt x="41494" y="6241046"/>
                  </a:lnTo>
                  <a:lnTo>
                    <a:pt x="41588" y="6241046"/>
                  </a:lnTo>
                  <a:lnTo>
                    <a:pt x="41681" y="6241046"/>
                  </a:lnTo>
                  <a:lnTo>
                    <a:pt x="41774" y="6241046"/>
                  </a:lnTo>
                  <a:lnTo>
                    <a:pt x="41867" y="6241046"/>
                  </a:lnTo>
                  <a:lnTo>
                    <a:pt x="41960" y="6241046"/>
                  </a:lnTo>
                  <a:lnTo>
                    <a:pt x="42054" y="6241046"/>
                  </a:lnTo>
                  <a:lnTo>
                    <a:pt x="42147" y="6241046"/>
                  </a:lnTo>
                  <a:lnTo>
                    <a:pt x="42240" y="6241046"/>
                  </a:lnTo>
                  <a:lnTo>
                    <a:pt x="42333" y="6241046"/>
                  </a:lnTo>
                  <a:lnTo>
                    <a:pt x="42427" y="6241046"/>
                  </a:lnTo>
                  <a:lnTo>
                    <a:pt x="42520" y="6241046"/>
                  </a:lnTo>
                  <a:lnTo>
                    <a:pt x="42613" y="6241046"/>
                  </a:lnTo>
                  <a:lnTo>
                    <a:pt x="42706" y="6241046"/>
                  </a:lnTo>
                  <a:lnTo>
                    <a:pt x="42800" y="6241046"/>
                  </a:lnTo>
                  <a:lnTo>
                    <a:pt x="42893" y="6241046"/>
                  </a:lnTo>
                  <a:lnTo>
                    <a:pt x="42986" y="6241046"/>
                  </a:lnTo>
                  <a:lnTo>
                    <a:pt x="43079" y="6241046"/>
                  </a:lnTo>
                  <a:lnTo>
                    <a:pt x="43173" y="6241046"/>
                  </a:lnTo>
                  <a:lnTo>
                    <a:pt x="43266" y="6241046"/>
                  </a:lnTo>
                  <a:lnTo>
                    <a:pt x="43359" y="6241046"/>
                  </a:lnTo>
                  <a:lnTo>
                    <a:pt x="43452" y="6241046"/>
                  </a:lnTo>
                  <a:lnTo>
                    <a:pt x="43546" y="6241046"/>
                  </a:lnTo>
                  <a:lnTo>
                    <a:pt x="43639" y="6241046"/>
                  </a:lnTo>
                  <a:lnTo>
                    <a:pt x="43732" y="6241046"/>
                  </a:lnTo>
                  <a:lnTo>
                    <a:pt x="43825" y="6241046"/>
                  </a:lnTo>
                  <a:lnTo>
                    <a:pt x="43919" y="6241046"/>
                  </a:lnTo>
                  <a:lnTo>
                    <a:pt x="44012" y="6241046"/>
                  </a:lnTo>
                  <a:lnTo>
                    <a:pt x="44105" y="6241046"/>
                  </a:lnTo>
                  <a:lnTo>
                    <a:pt x="44198" y="6241046"/>
                  </a:lnTo>
                  <a:lnTo>
                    <a:pt x="44292" y="6241046"/>
                  </a:lnTo>
                  <a:lnTo>
                    <a:pt x="44385" y="6241046"/>
                  </a:lnTo>
                  <a:lnTo>
                    <a:pt x="44478" y="6241046"/>
                  </a:lnTo>
                  <a:lnTo>
                    <a:pt x="44571" y="6241046"/>
                  </a:lnTo>
                  <a:lnTo>
                    <a:pt x="44665" y="6241046"/>
                  </a:lnTo>
                  <a:lnTo>
                    <a:pt x="44758" y="6241046"/>
                  </a:lnTo>
                  <a:lnTo>
                    <a:pt x="44851" y="6241046"/>
                  </a:lnTo>
                  <a:lnTo>
                    <a:pt x="44944" y="6241046"/>
                  </a:lnTo>
                  <a:lnTo>
                    <a:pt x="45038" y="6241046"/>
                  </a:lnTo>
                  <a:lnTo>
                    <a:pt x="45131" y="6241046"/>
                  </a:lnTo>
                  <a:lnTo>
                    <a:pt x="45224" y="6241046"/>
                  </a:lnTo>
                  <a:lnTo>
                    <a:pt x="45317" y="6241046"/>
                  </a:lnTo>
                  <a:lnTo>
                    <a:pt x="45411" y="6241046"/>
                  </a:lnTo>
                  <a:lnTo>
                    <a:pt x="45504" y="6241046"/>
                  </a:lnTo>
                  <a:lnTo>
                    <a:pt x="45597" y="6241046"/>
                  </a:lnTo>
                  <a:lnTo>
                    <a:pt x="45690" y="6241046"/>
                  </a:lnTo>
                  <a:lnTo>
                    <a:pt x="45784" y="6241046"/>
                  </a:lnTo>
                  <a:lnTo>
                    <a:pt x="45877" y="6241046"/>
                  </a:lnTo>
                  <a:lnTo>
                    <a:pt x="45970" y="6241046"/>
                  </a:lnTo>
                  <a:lnTo>
                    <a:pt x="46063" y="6241046"/>
                  </a:lnTo>
                  <a:lnTo>
                    <a:pt x="46157" y="6241046"/>
                  </a:lnTo>
                  <a:lnTo>
                    <a:pt x="46250" y="6241046"/>
                  </a:lnTo>
                  <a:lnTo>
                    <a:pt x="46343" y="6241046"/>
                  </a:lnTo>
                  <a:lnTo>
                    <a:pt x="46436" y="6241046"/>
                  </a:lnTo>
                  <a:lnTo>
                    <a:pt x="46530" y="6241046"/>
                  </a:lnTo>
                  <a:lnTo>
                    <a:pt x="46623" y="6241046"/>
                  </a:lnTo>
                  <a:lnTo>
                    <a:pt x="46716" y="6241046"/>
                  </a:lnTo>
                  <a:lnTo>
                    <a:pt x="46809" y="6241046"/>
                  </a:lnTo>
                  <a:lnTo>
                    <a:pt x="46903" y="6241046"/>
                  </a:lnTo>
                  <a:lnTo>
                    <a:pt x="46996" y="6241046"/>
                  </a:lnTo>
                  <a:lnTo>
                    <a:pt x="47089" y="6241046"/>
                  </a:lnTo>
                  <a:lnTo>
                    <a:pt x="47182" y="6241046"/>
                  </a:lnTo>
                  <a:lnTo>
                    <a:pt x="47276" y="6241046"/>
                  </a:lnTo>
                  <a:lnTo>
                    <a:pt x="47369" y="6241046"/>
                  </a:lnTo>
                  <a:lnTo>
                    <a:pt x="47462" y="6241046"/>
                  </a:lnTo>
                  <a:lnTo>
                    <a:pt x="47555" y="6241046"/>
                  </a:lnTo>
                  <a:lnTo>
                    <a:pt x="47649" y="6241046"/>
                  </a:lnTo>
                  <a:lnTo>
                    <a:pt x="47742" y="6241046"/>
                  </a:lnTo>
                  <a:lnTo>
                    <a:pt x="47835" y="6241046"/>
                  </a:lnTo>
                  <a:lnTo>
                    <a:pt x="47928" y="6241046"/>
                  </a:lnTo>
                  <a:lnTo>
                    <a:pt x="48022" y="6241046"/>
                  </a:lnTo>
                  <a:lnTo>
                    <a:pt x="48115" y="6241046"/>
                  </a:lnTo>
                  <a:lnTo>
                    <a:pt x="48208" y="6241046"/>
                  </a:lnTo>
                  <a:lnTo>
                    <a:pt x="48301" y="6241046"/>
                  </a:lnTo>
                  <a:lnTo>
                    <a:pt x="48395" y="6241046"/>
                  </a:lnTo>
                  <a:lnTo>
                    <a:pt x="48488" y="6241046"/>
                  </a:lnTo>
                  <a:lnTo>
                    <a:pt x="48581" y="6241046"/>
                  </a:lnTo>
                  <a:lnTo>
                    <a:pt x="48674" y="6241046"/>
                  </a:lnTo>
                  <a:lnTo>
                    <a:pt x="48767" y="6241046"/>
                  </a:lnTo>
                  <a:lnTo>
                    <a:pt x="48861" y="6241046"/>
                  </a:lnTo>
                  <a:lnTo>
                    <a:pt x="48954" y="6241046"/>
                  </a:lnTo>
                  <a:lnTo>
                    <a:pt x="49047" y="6241046"/>
                  </a:lnTo>
                  <a:lnTo>
                    <a:pt x="49140" y="6241046"/>
                  </a:lnTo>
                  <a:lnTo>
                    <a:pt x="49234" y="6241046"/>
                  </a:lnTo>
                  <a:lnTo>
                    <a:pt x="49327" y="6241046"/>
                  </a:lnTo>
                  <a:lnTo>
                    <a:pt x="49420" y="6241046"/>
                  </a:lnTo>
                  <a:lnTo>
                    <a:pt x="49513" y="6241046"/>
                  </a:lnTo>
                  <a:lnTo>
                    <a:pt x="49607" y="6241046"/>
                  </a:lnTo>
                  <a:lnTo>
                    <a:pt x="49700" y="6241046"/>
                  </a:lnTo>
                  <a:lnTo>
                    <a:pt x="49793" y="6241046"/>
                  </a:lnTo>
                  <a:lnTo>
                    <a:pt x="49886" y="6241046"/>
                  </a:lnTo>
                  <a:lnTo>
                    <a:pt x="49980" y="6241046"/>
                  </a:lnTo>
                  <a:lnTo>
                    <a:pt x="50073" y="6241046"/>
                  </a:lnTo>
                  <a:lnTo>
                    <a:pt x="50166" y="6241046"/>
                  </a:lnTo>
                  <a:lnTo>
                    <a:pt x="50259" y="6241046"/>
                  </a:lnTo>
                  <a:lnTo>
                    <a:pt x="50353" y="6241046"/>
                  </a:lnTo>
                  <a:lnTo>
                    <a:pt x="50446" y="6241046"/>
                  </a:lnTo>
                  <a:lnTo>
                    <a:pt x="50539" y="6241046"/>
                  </a:lnTo>
                  <a:lnTo>
                    <a:pt x="50632" y="6241046"/>
                  </a:lnTo>
                  <a:lnTo>
                    <a:pt x="50726" y="6241046"/>
                  </a:lnTo>
                  <a:lnTo>
                    <a:pt x="50819" y="6241046"/>
                  </a:lnTo>
                  <a:lnTo>
                    <a:pt x="50912" y="6241046"/>
                  </a:lnTo>
                  <a:lnTo>
                    <a:pt x="51005" y="6241046"/>
                  </a:lnTo>
                  <a:lnTo>
                    <a:pt x="51099" y="6241046"/>
                  </a:lnTo>
                  <a:lnTo>
                    <a:pt x="51192" y="6241046"/>
                  </a:lnTo>
                  <a:lnTo>
                    <a:pt x="51285" y="6241046"/>
                  </a:lnTo>
                  <a:lnTo>
                    <a:pt x="51378" y="6241046"/>
                  </a:lnTo>
                  <a:lnTo>
                    <a:pt x="51472" y="6241046"/>
                  </a:lnTo>
                  <a:lnTo>
                    <a:pt x="51565" y="6241046"/>
                  </a:lnTo>
                  <a:lnTo>
                    <a:pt x="51658" y="6241046"/>
                  </a:lnTo>
                  <a:lnTo>
                    <a:pt x="51751" y="6241046"/>
                  </a:lnTo>
                  <a:lnTo>
                    <a:pt x="51845" y="6241046"/>
                  </a:lnTo>
                  <a:lnTo>
                    <a:pt x="51938" y="6241046"/>
                  </a:lnTo>
                  <a:lnTo>
                    <a:pt x="52031" y="6241046"/>
                  </a:lnTo>
                  <a:lnTo>
                    <a:pt x="52124" y="6241046"/>
                  </a:lnTo>
                  <a:lnTo>
                    <a:pt x="52218" y="6241046"/>
                  </a:lnTo>
                  <a:lnTo>
                    <a:pt x="52311" y="6241046"/>
                  </a:lnTo>
                  <a:lnTo>
                    <a:pt x="52404" y="6241046"/>
                  </a:lnTo>
                  <a:lnTo>
                    <a:pt x="52497" y="6241046"/>
                  </a:lnTo>
                  <a:lnTo>
                    <a:pt x="52591" y="6241046"/>
                  </a:lnTo>
                  <a:lnTo>
                    <a:pt x="52684" y="6241046"/>
                  </a:lnTo>
                  <a:lnTo>
                    <a:pt x="52777" y="6241046"/>
                  </a:lnTo>
                  <a:lnTo>
                    <a:pt x="52870" y="6241046"/>
                  </a:lnTo>
                  <a:lnTo>
                    <a:pt x="52964" y="6241046"/>
                  </a:lnTo>
                  <a:lnTo>
                    <a:pt x="53057" y="6241046"/>
                  </a:lnTo>
                  <a:lnTo>
                    <a:pt x="53150" y="6241046"/>
                  </a:lnTo>
                  <a:lnTo>
                    <a:pt x="53243" y="6241046"/>
                  </a:lnTo>
                  <a:lnTo>
                    <a:pt x="53337" y="6241046"/>
                  </a:lnTo>
                  <a:lnTo>
                    <a:pt x="53430" y="6241046"/>
                  </a:lnTo>
                  <a:lnTo>
                    <a:pt x="53523" y="6241046"/>
                  </a:lnTo>
                  <a:lnTo>
                    <a:pt x="53616" y="6241046"/>
                  </a:lnTo>
                  <a:lnTo>
                    <a:pt x="53710" y="6241046"/>
                  </a:lnTo>
                  <a:lnTo>
                    <a:pt x="53803" y="6241046"/>
                  </a:lnTo>
                  <a:lnTo>
                    <a:pt x="53896" y="6241046"/>
                  </a:lnTo>
                  <a:lnTo>
                    <a:pt x="53989" y="6241046"/>
                  </a:lnTo>
                  <a:lnTo>
                    <a:pt x="53989" y="6231092"/>
                  </a:lnTo>
                  <a:lnTo>
                    <a:pt x="54083" y="6231092"/>
                  </a:lnTo>
                  <a:lnTo>
                    <a:pt x="54176" y="6231092"/>
                  </a:lnTo>
                  <a:lnTo>
                    <a:pt x="54269" y="6231092"/>
                  </a:lnTo>
                  <a:lnTo>
                    <a:pt x="54362" y="6231092"/>
                  </a:lnTo>
                  <a:lnTo>
                    <a:pt x="54456" y="6231092"/>
                  </a:lnTo>
                  <a:lnTo>
                    <a:pt x="54549" y="6231092"/>
                  </a:lnTo>
                  <a:lnTo>
                    <a:pt x="54642" y="6231092"/>
                  </a:lnTo>
                  <a:lnTo>
                    <a:pt x="54735" y="6231092"/>
                  </a:lnTo>
                  <a:lnTo>
                    <a:pt x="54829" y="6231092"/>
                  </a:lnTo>
                  <a:lnTo>
                    <a:pt x="54922" y="6231092"/>
                  </a:lnTo>
                  <a:lnTo>
                    <a:pt x="55015" y="6231092"/>
                  </a:lnTo>
                  <a:lnTo>
                    <a:pt x="55108" y="6231092"/>
                  </a:lnTo>
                  <a:lnTo>
                    <a:pt x="55202" y="6231092"/>
                  </a:lnTo>
                  <a:lnTo>
                    <a:pt x="55295" y="6231092"/>
                  </a:lnTo>
                  <a:lnTo>
                    <a:pt x="55388" y="6231092"/>
                  </a:lnTo>
                  <a:lnTo>
                    <a:pt x="55481" y="6231092"/>
                  </a:lnTo>
                  <a:lnTo>
                    <a:pt x="55574" y="6231092"/>
                  </a:lnTo>
                  <a:lnTo>
                    <a:pt x="55668" y="6231092"/>
                  </a:lnTo>
                  <a:lnTo>
                    <a:pt x="55761" y="6231092"/>
                  </a:lnTo>
                  <a:lnTo>
                    <a:pt x="55854" y="6231092"/>
                  </a:lnTo>
                  <a:lnTo>
                    <a:pt x="55947" y="6231092"/>
                  </a:lnTo>
                  <a:lnTo>
                    <a:pt x="56041" y="6231092"/>
                  </a:lnTo>
                  <a:lnTo>
                    <a:pt x="56134" y="6231092"/>
                  </a:lnTo>
                  <a:lnTo>
                    <a:pt x="56227" y="6231092"/>
                  </a:lnTo>
                  <a:lnTo>
                    <a:pt x="56320" y="6231092"/>
                  </a:lnTo>
                  <a:lnTo>
                    <a:pt x="56320" y="6221139"/>
                  </a:lnTo>
                  <a:lnTo>
                    <a:pt x="56414" y="6221139"/>
                  </a:lnTo>
                  <a:lnTo>
                    <a:pt x="56507" y="6221139"/>
                  </a:lnTo>
                  <a:lnTo>
                    <a:pt x="56600" y="6221139"/>
                  </a:lnTo>
                  <a:lnTo>
                    <a:pt x="56693" y="6221139"/>
                  </a:lnTo>
                  <a:lnTo>
                    <a:pt x="56787" y="6221139"/>
                  </a:lnTo>
                  <a:lnTo>
                    <a:pt x="56880" y="6221139"/>
                  </a:lnTo>
                  <a:lnTo>
                    <a:pt x="56973" y="6221139"/>
                  </a:lnTo>
                  <a:lnTo>
                    <a:pt x="56973" y="6211185"/>
                  </a:lnTo>
                  <a:lnTo>
                    <a:pt x="57066" y="6211185"/>
                  </a:lnTo>
                  <a:lnTo>
                    <a:pt x="57160" y="6211185"/>
                  </a:lnTo>
                  <a:lnTo>
                    <a:pt x="57253" y="6211185"/>
                  </a:lnTo>
                  <a:lnTo>
                    <a:pt x="57346" y="6211185"/>
                  </a:lnTo>
                  <a:lnTo>
                    <a:pt x="57439" y="6211185"/>
                  </a:lnTo>
                  <a:lnTo>
                    <a:pt x="57533" y="6211185"/>
                  </a:lnTo>
                  <a:lnTo>
                    <a:pt x="57626" y="6211185"/>
                  </a:lnTo>
                  <a:lnTo>
                    <a:pt x="57719" y="6211185"/>
                  </a:lnTo>
                  <a:lnTo>
                    <a:pt x="57812" y="6211185"/>
                  </a:lnTo>
                  <a:lnTo>
                    <a:pt x="57906" y="6211185"/>
                  </a:lnTo>
                  <a:lnTo>
                    <a:pt x="57999" y="6211185"/>
                  </a:lnTo>
                  <a:lnTo>
                    <a:pt x="58092" y="6211185"/>
                  </a:lnTo>
                  <a:lnTo>
                    <a:pt x="58185" y="6211185"/>
                  </a:lnTo>
                  <a:lnTo>
                    <a:pt x="58279" y="6211185"/>
                  </a:lnTo>
                  <a:lnTo>
                    <a:pt x="58372" y="6211185"/>
                  </a:lnTo>
                  <a:lnTo>
                    <a:pt x="58465" y="6211185"/>
                  </a:lnTo>
                  <a:lnTo>
                    <a:pt x="58558" y="6211185"/>
                  </a:lnTo>
                  <a:lnTo>
                    <a:pt x="58652" y="6211185"/>
                  </a:lnTo>
                  <a:lnTo>
                    <a:pt x="58745" y="6211185"/>
                  </a:lnTo>
                  <a:lnTo>
                    <a:pt x="58838" y="6211185"/>
                  </a:lnTo>
                  <a:lnTo>
                    <a:pt x="58931" y="6211185"/>
                  </a:lnTo>
                  <a:lnTo>
                    <a:pt x="59025" y="6211185"/>
                  </a:lnTo>
                  <a:lnTo>
                    <a:pt x="59118" y="6211185"/>
                  </a:lnTo>
                  <a:lnTo>
                    <a:pt x="59211" y="6211185"/>
                  </a:lnTo>
                  <a:lnTo>
                    <a:pt x="59304" y="6211185"/>
                  </a:lnTo>
                  <a:lnTo>
                    <a:pt x="59398" y="6211185"/>
                  </a:lnTo>
                  <a:lnTo>
                    <a:pt x="59491" y="6211185"/>
                  </a:lnTo>
                  <a:lnTo>
                    <a:pt x="59584" y="6211185"/>
                  </a:lnTo>
                  <a:lnTo>
                    <a:pt x="59677" y="6211185"/>
                  </a:lnTo>
                  <a:lnTo>
                    <a:pt x="59771" y="6211185"/>
                  </a:lnTo>
                  <a:lnTo>
                    <a:pt x="59864" y="6211185"/>
                  </a:lnTo>
                  <a:lnTo>
                    <a:pt x="59957" y="6211185"/>
                  </a:lnTo>
                  <a:lnTo>
                    <a:pt x="60050" y="6211185"/>
                  </a:lnTo>
                  <a:lnTo>
                    <a:pt x="60144" y="6211185"/>
                  </a:lnTo>
                  <a:lnTo>
                    <a:pt x="60144" y="6201231"/>
                  </a:lnTo>
                  <a:lnTo>
                    <a:pt x="60237" y="6201231"/>
                  </a:lnTo>
                  <a:lnTo>
                    <a:pt x="60330" y="6201231"/>
                  </a:lnTo>
                  <a:lnTo>
                    <a:pt x="60423" y="6201231"/>
                  </a:lnTo>
                  <a:lnTo>
                    <a:pt x="60517" y="6201231"/>
                  </a:lnTo>
                  <a:lnTo>
                    <a:pt x="60610" y="6201231"/>
                  </a:lnTo>
                  <a:lnTo>
                    <a:pt x="60703" y="6201231"/>
                  </a:lnTo>
                  <a:lnTo>
                    <a:pt x="60796" y="6201231"/>
                  </a:lnTo>
                  <a:lnTo>
                    <a:pt x="60890" y="6201231"/>
                  </a:lnTo>
                  <a:lnTo>
                    <a:pt x="60983" y="6201231"/>
                  </a:lnTo>
                  <a:lnTo>
                    <a:pt x="61076" y="6201231"/>
                  </a:lnTo>
                  <a:lnTo>
                    <a:pt x="61169" y="6201231"/>
                  </a:lnTo>
                  <a:lnTo>
                    <a:pt x="61263" y="6201231"/>
                  </a:lnTo>
                  <a:lnTo>
                    <a:pt x="61356" y="6201231"/>
                  </a:lnTo>
                  <a:lnTo>
                    <a:pt x="61449" y="6201231"/>
                  </a:lnTo>
                  <a:lnTo>
                    <a:pt x="61542" y="6201231"/>
                  </a:lnTo>
                  <a:lnTo>
                    <a:pt x="61636" y="6201231"/>
                  </a:lnTo>
                  <a:lnTo>
                    <a:pt x="61729" y="6201231"/>
                  </a:lnTo>
                  <a:lnTo>
                    <a:pt x="61822" y="6201231"/>
                  </a:lnTo>
                  <a:lnTo>
                    <a:pt x="61915" y="6201231"/>
                  </a:lnTo>
                  <a:lnTo>
                    <a:pt x="62009" y="6201231"/>
                  </a:lnTo>
                  <a:lnTo>
                    <a:pt x="62102" y="6201231"/>
                  </a:lnTo>
                  <a:lnTo>
                    <a:pt x="62195" y="6201231"/>
                  </a:lnTo>
                  <a:lnTo>
                    <a:pt x="62288" y="6201231"/>
                  </a:lnTo>
                  <a:lnTo>
                    <a:pt x="62382" y="6201231"/>
                  </a:lnTo>
                  <a:lnTo>
                    <a:pt x="62475" y="6201231"/>
                  </a:lnTo>
                  <a:lnTo>
                    <a:pt x="62568" y="6201231"/>
                  </a:lnTo>
                  <a:lnTo>
                    <a:pt x="62661" y="6201231"/>
                  </a:lnTo>
                  <a:lnTo>
                    <a:pt x="62754" y="6201231"/>
                  </a:lnTo>
                  <a:lnTo>
                    <a:pt x="62848" y="6201231"/>
                  </a:lnTo>
                  <a:lnTo>
                    <a:pt x="62941" y="6201231"/>
                  </a:lnTo>
                  <a:lnTo>
                    <a:pt x="63034" y="6201231"/>
                  </a:lnTo>
                  <a:lnTo>
                    <a:pt x="63127" y="6201231"/>
                  </a:lnTo>
                  <a:lnTo>
                    <a:pt x="63221" y="6201231"/>
                  </a:lnTo>
                  <a:lnTo>
                    <a:pt x="63314" y="6201231"/>
                  </a:lnTo>
                  <a:lnTo>
                    <a:pt x="63407" y="6201231"/>
                  </a:lnTo>
                  <a:lnTo>
                    <a:pt x="63500" y="6201231"/>
                  </a:lnTo>
                  <a:lnTo>
                    <a:pt x="63594" y="6201231"/>
                  </a:lnTo>
                  <a:lnTo>
                    <a:pt x="63687" y="6201231"/>
                  </a:lnTo>
                  <a:lnTo>
                    <a:pt x="63780" y="6201231"/>
                  </a:lnTo>
                  <a:lnTo>
                    <a:pt x="63873" y="6201231"/>
                  </a:lnTo>
                  <a:lnTo>
                    <a:pt x="63967" y="6201231"/>
                  </a:lnTo>
                  <a:lnTo>
                    <a:pt x="64060" y="6201231"/>
                  </a:lnTo>
                  <a:lnTo>
                    <a:pt x="64153" y="6201231"/>
                  </a:lnTo>
                  <a:lnTo>
                    <a:pt x="64246" y="6201231"/>
                  </a:lnTo>
                  <a:lnTo>
                    <a:pt x="64340" y="6201231"/>
                  </a:lnTo>
                  <a:lnTo>
                    <a:pt x="64433" y="6201231"/>
                  </a:lnTo>
                  <a:lnTo>
                    <a:pt x="64526" y="6201231"/>
                  </a:lnTo>
                  <a:lnTo>
                    <a:pt x="64619" y="6201231"/>
                  </a:lnTo>
                  <a:lnTo>
                    <a:pt x="64713" y="6201231"/>
                  </a:lnTo>
                  <a:lnTo>
                    <a:pt x="64806" y="6201231"/>
                  </a:lnTo>
                  <a:lnTo>
                    <a:pt x="64806" y="6191277"/>
                  </a:lnTo>
                  <a:lnTo>
                    <a:pt x="64899" y="6191277"/>
                  </a:lnTo>
                  <a:lnTo>
                    <a:pt x="64992" y="6191277"/>
                  </a:lnTo>
                  <a:lnTo>
                    <a:pt x="65086" y="6191277"/>
                  </a:lnTo>
                  <a:lnTo>
                    <a:pt x="65179" y="6191277"/>
                  </a:lnTo>
                  <a:lnTo>
                    <a:pt x="65272" y="6191277"/>
                  </a:lnTo>
                  <a:lnTo>
                    <a:pt x="65365" y="6191277"/>
                  </a:lnTo>
                  <a:lnTo>
                    <a:pt x="65459" y="6191277"/>
                  </a:lnTo>
                  <a:lnTo>
                    <a:pt x="65552" y="6191277"/>
                  </a:lnTo>
                  <a:lnTo>
                    <a:pt x="65645" y="6191277"/>
                  </a:lnTo>
                  <a:lnTo>
                    <a:pt x="65738" y="6191277"/>
                  </a:lnTo>
                  <a:lnTo>
                    <a:pt x="65832" y="6191277"/>
                  </a:lnTo>
                  <a:lnTo>
                    <a:pt x="65925" y="6191277"/>
                  </a:lnTo>
                  <a:lnTo>
                    <a:pt x="66018" y="6191277"/>
                  </a:lnTo>
                  <a:lnTo>
                    <a:pt x="66111" y="6191277"/>
                  </a:lnTo>
                  <a:lnTo>
                    <a:pt x="66205" y="6191277"/>
                  </a:lnTo>
                  <a:lnTo>
                    <a:pt x="66298" y="6191277"/>
                  </a:lnTo>
                  <a:lnTo>
                    <a:pt x="66391" y="6191277"/>
                  </a:lnTo>
                  <a:lnTo>
                    <a:pt x="66484" y="6191277"/>
                  </a:lnTo>
                  <a:lnTo>
                    <a:pt x="66484" y="6181323"/>
                  </a:lnTo>
                  <a:lnTo>
                    <a:pt x="66578" y="6181323"/>
                  </a:lnTo>
                  <a:lnTo>
                    <a:pt x="66671" y="6181323"/>
                  </a:lnTo>
                  <a:lnTo>
                    <a:pt x="66764" y="6181323"/>
                  </a:lnTo>
                  <a:lnTo>
                    <a:pt x="66857" y="6181323"/>
                  </a:lnTo>
                  <a:lnTo>
                    <a:pt x="66951" y="6181323"/>
                  </a:lnTo>
                  <a:lnTo>
                    <a:pt x="67044" y="6181323"/>
                  </a:lnTo>
                  <a:lnTo>
                    <a:pt x="67137" y="6181323"/>
                  </a:lnTo>
                  <a:lnTo>
                    <a:pt x="67230" y="6181323"/>
                  </a:lnTo>
                  <a:lnTo>
                    <a:pt x="67324" y="6181323"/>
                  </a:lnTo>
                  <a:lnTo>
                    <a:pt x="67417" y="6181323"/>
                  </a:lnTo>
                  <a:lnTo>
                    <a:pt x="67510" y="6181323"/>
                  </a:lnTo>
                  <a:lnTo>
                    <a:pt x="67603" y="6181323"/>
                  </a:lnTo>
                  <a:lnTo>
                    <a:pt x="67697" y="6181323"/>
                  </a:lnTo>
                  <a:lnTo>
                    <a:pt x="67790" y="6181323"/>
                  </a:lnTo>
                  <a:lnTo>
                    <a:pt x="67883" y="6181323"/>
                  </a:lnTo>
                  <a:lnTo>
                    <a:pt x="67976" y="6181323"/>
                  </a:lnTo>
                  <a:lnTo>
                    <a:pt x="68070" y="6181323"/>
                  </a:lnTo>
                  <a:lnTo>
                    <a:pt x="68163" y="6181323"/>
                  </a:lnTo>
                  <a:lnTo>
                    <a:pt x="68256" y="6181323"/>
                  </a:lnTo>
                  <a:lnTo>
                    <a:pt x="68349" y="6181323"/>
                  </a:lnTo>
                  <a:lnTo>
                    <a:pt x="68443" y="6181323"/>
                  </a:lnTo>
                  <a:lnTo>
                    <a:pt x="68536" y="6181323"/>
                  </a:lnTo>
                  <a:lnTo>
                    <a:pt x="68629" y="6181323"/>
                  </a:lnTo>
                  <a:lnTo>
                    <a:pt x="68722" y="6181323"/>
                  </a:lnTo>
                  <a:lnTo>
                    <a:pt x="68816" y="6181323"/>
                  </a:lnTo>
                  <a:lnTo>
                    <a:pt x="68909" y="6181323"/>
                  </a:lnTo>
                  <a:lnTo>
                    <a:pt x="69002" y="6181323"/>
                  </a:lnTo>
                  <a:lnTo>
                    <a:pt x="69095" y="6181323"/>
                  </a:lnTo>
                  <a:lnTo>
                    <a:pt x="69189" y="6181323"/>
                  </a:lnTo>
                  <a:lnTo>
                    <a:pt x="69282" y="6181323"/>
                  </a:lnTo>
                  <a:lnTo>
                    <a:pt x="69375" y="6181323"/>
                  </a:lnTo>
                  <a:lnTo>
                    <a:pt x="69468" y="6181323"/>
                  </a:lnTo>
                  <a:lnTo>
                    <a:pt x="69561" y="6181323"/>
                  </a:lnTo>
                  <a:lnTo>
                    <a:pt x="69655" y="6181323"/>
                  </a:lnTo>
                  <a:lnTo>
                    <a:pt x="69748" y="6181323"/>
                  </a:lnTo>
                  <a:lnTo>
                    <a:pt x="69841" y="6181323"/>
                  </a:lnTo>
                  <a:lnTo>
                    <a:pt x="69934" y="6181323"/>
                  </a:lnTo>
                  <a:lnTo>
                    <a:pt x="70028" y="6181323"/>
                  </a:lnTo>
                  <a:lnTo>
                    <a:pt x="70121" y="6181323"/>
                  </a:lnTo>
                  <a:lnTo>
                    <a:pt x="70214" y="6181323"/>
                  </a:lnTo>
                  <a:lnTo>
                    <a:pt x="70307" y="6181323"/>
                  </a:lnTo>
                  <a:lnTo>
                    <a:pt x="70401" y="6181323"/>
                  </a:lnTo>
                  <a:lnTo>
                    <a:pt x="70494" y="6181323"/>
                  </a:lnTo>
                  <a:lnTo>
                    <a:pt x="70587" y="6181323"/>
                  </a:lnTo>
                  <a:lnTo>
                    <a:pt x="70680" y="6181323"/>
                  </a:lnTo>
                  <a:lnTo>
                    <a:pt x="70774" y="6181323"/>
                  </a:lnTo>
                  <a:lnTo>
                    <a:pt x="70867" y="6181323"/>
                  </a:lnTo>
                  <a:lnTo>
                    <a:pt x="70960" y="6181323"/>
                  </a:lnTo>
                  <a:lnTo>
                    <a:pt x="71053" y="6181323"/>
                  </a:lnTo>
                  <a:lnTo>
                    <a:pt x="71147" y="6181323"/>
                  </a:lnTo>
                  <a:lnTo>
                    <a:pt x="71240" y="6181323"/>
                  </a:lnTo>
                  <a:lnTo>
                    <a:pt x="71333" y="6181323"/>
                  </a:lnTo>
                  <a:lnTo>
                    <a:pt x="71426" y="6181323"/>
                  </a:lnTo>
                  <a:lnTo>
                    <a:pt x="71520" y="6181323"/>
                  </a:lnTo>
                  <a:lnTo>
                    <a:pt x="71613" y="6181323"/>
                  </a:lnTo>
                  <a:lnTo>
                    <a:pt x="71706" y="6181323"/>
                  </a:lnTo>
                  <a:lnTo>
                    <a:pt x="71799" y="6181323"/>
                  </a:lnTo>
                  <a:lnTo>
                    <a:pt x="71893" y="6181323"/>
                  </a:lnTo>
                  <a:lnTo>
                    <a:pt x="71986" y="6181323"/>
                  </a:lnTo>
                  <a:lnTo>
                    <a:pt x="72079" y="6181323"/>
                  </a:lnTo>
                  <a:lnTo>
                    <a:pt x="72172" y="6181323"/>
                  </a:lnTo>
                  <a:lnTo>
                    <a:pt x="72266" y="6181323"/>
                  </a:lnTo>
                  <a:lnTo>
                    <a:pt x="72359" y="6181323"/>
                  </a:lnTo>
                  <a:lnTo>
                    <a:pt x="72452" y="6181323"/>
                  </a:lnTo>
                  <a:lnTo>
                    <a:pt x="72545" y="6181323"/>
                  </a:lnTo>
                  <a:lnTo>
                    <a:pt x="72639" y="6181323"/>
                  </a:lnTo>
                  <a:lnTo>
                    <a:pt x="72732" y="6181323"/>
                  </a:lnTo>
                  <a:lnTo>
                    <a:pt x="72825" y="6181323"/>
                  </a:lnTo>
                  <a:lnTo>
                    <a:pt x="72918" y="6181323"/>
                  </a:lnTo>
                  <a:lnTo>
                    <a:pt x="73012" y="6181323"/>
                  </a:lnTo>
                  <a:lnTo>
                    <a:pt x="73105" y="6181323"/>
                  </a:lnTo>
                  <a:lnTo>
                    <a:pt x="73198" y="6181323"/>
                  </a:lnTo>
                  <a:lnTo>
                    <a:pt x="73291" y="6181323"/>
                  </a:lnTo>
                  <a:lnTo>
                    <a:pt x="73385" y="6181323"/>
                  </a:lnTo>
                  <a:lnTo>
                    <a:pt x="73478" y="6181323"/>
                  </a:lnTo>
                  <a:lnTo>
                    <a:pt x="73571" y="6181323"/>
                  </a:lnTo>
                  <a:lnTo>
                    <a:pt x="73664" y="6181323"/>
                  </a:lnTo>
                  <a:lnTo>
                    <a:pt x="73758" y="6181323"/>
                  </a:lnTo>
                  <a:lnTo>
                    <a:pt x="73851" y="6181323"/>
                  </a:lnTo>
                  <a:lnTo>
                    <a:pt x="73944" y="6181323"/>
                  </a:lnTo>
                  <a:lnTo>
                    <a:pt x="74037" y="6181323"/>
                  </a:lnTo>
                  <a:lnTo>
                    <a:pt x="74131" y="6181323"/>
                  </a:lnTo>
                  <a:lnTo>
                    <a:pt x="74224" y="6181323"/>
                  </a:lnTo>
                  <a:lnTo>
                    <a:pt x="74317" y="6181323"/>
                  </a:lnTo>
                  <a:lnTo>
                    <a:pt x="74410" y="6181323"/>
                  </a:lnTo>
                  <a:lnTo>
                    <a:pt x="74504" y="6181323"/>
                  </a:lnTo>
                  <a:lnTo>
                    <a:pt x="74597" y="6181323"/>
                  </a:lnTo>
                  <a:lnTo>
                    <a:pt x="74690" y="6181323"/>
                  </a:lnTo>
                  <a:lnTo>
                    <a:pt x="74783" y="6181323"/>
                  </a:lnTo>
                  <a:lnTo>
                    <a:pt x="74877" y="6181323"/>
                  </a:lnTo>
                  <a:lnTo>
                    <a:pt x="74970" y="6181323"/>
                  </a:lnTo>
                  <a:lnTo>
                    <a:pt x="75063" y="6181323"/>
                  </a:lnTo>
                  <a:lnTo>
                    <a:pt x="75156" y="6181323"/>
                  </a:lnTo>
                  <a:lnTo>
                    <a:pt x="75250" y="6181323"/>
                  </a:lnTo>
                  <a:lnTo>
                    <a:pt x="75343" y="6181323"/>
                  </a:lnTo>
                  <a:lnTo>
                    <a:pt x="75436" y="6181323"/>
                  </a:lnTo>
                  <a:lnTo>
                    <a:pt x="75529" y="6181323"/>
                  </a:lnTo>
                  <a:lnTo>
                    <a:pt x="75623" y="6181323"/>
                  </a:lnTo>
                  <a:lnTo>
                    <a:pt x="75716" y="6181323"/>
                  </a:lnTo>
                  <a:lnTo>
                    <a:pt x="75809" y="6181323"/>
                  </a:lnTo>
                  <a:lnTo>
                    <a:pt x="75902" y="6181323"/>
                  </a:lnTo>
                  <a:lnTo>
                    <a:pt x="75996" y="6181323"/>
                  </a:lnTo>
                  <a:lnTo>
                    <a:pt x="76089" y="6181323"/>
                  </a:lnTo>
                  <a:lnTo>
                    <a:pt x="76182" y="6181323"/>
                  </a:lnTo>
                  <a:lnTo>
                    <a:pt x="76275" y="6181323"/>
                  </a:lnTo>
                  <a:lnTo>
                    <a:pt x="76368" y="6181323"/>
                  </a:lnTo>
                  <a:lnTo>
                    <a:pt x="76462" y="6181323"/>
                  </a:lnTo>
                  <a:lnTo>
                    <a:pt x="76555" y="6181323"/>
                  </a:lnTo>
                  <a:lnTo>
                    <a:pt x="76648" y="6181323"/>
                  </a:lnTo>
                  <a:lnTo>
                    <a:pt x="76741" y="6181323"/>
                  </a:lnTo>
                  <a:lnTo>
                    <a:pt x="76835" y="6181323"/>
                  </a:lnTo>
                  <a:lnTo>
                    <a:pt x="76928" y="6181323"/>
                  </a:lnTo>
                  <a:lnTo>
                    <a:pt x="77021" y="6181323"/>
                  </a:lnTo>
                  <a:lnTo>
                    <a:pt x="77114" y="6181323"/>
                  </a:lnTo>
                  <a:lnTo>
                    <a:pt x="77208" y="6181323"/>
                  </a:lnTo>
                  <a:lnTo>
                    <a:pt x="77301" y="6181323"/>
                  </a:lnTo>
                  <a:lnTo>
                    <a:pt x="77394" y="6181323"/>
                  </a:lnTo>
                  <a:lnTo>
                    <a:pt x="77487" y="6181323"/>
                  </a:lnTo>
                  <a:lnTo>
                    <a:pt x="77581" y="6181323"/>
                  </a:lnTo>
                  <a:lnTo>
                    <a:pt x="77674" y="6181323"/>
                  </a:lnTo>
                  <a:lnTo>
                    <a:pt x="77767" y="6181323"/>
                  </a:lnTo>
                  <a:lnTo>
                    <a:pt x="77860" y="6181323"/>
                  </a:lnTo>
                  <a:lnTo>
                    <a:pt x="77954" y="6181323"/>
                  </a:lnTo>
                  <a:lnTo>
                    <a:pt x="78047" y="6181323"/>
                  </a:lnTo>
                  <a:lnTo>
                    <a:pt x="78140" y="6181323"/>
                  </a:lnTo>
                  <a:lnTo>
                    <a:pt x="78233" y="6181323"/>
                  </a:lnTo>
                  <a:lnTo>
                    <a:pt x="78327" y="6181323"/>
                  </a:lnTo>
                  <a:lnTo>
                    <a:pt x="78420" y="6181323"/>
                  </a:lnTo>
                  <a:lnTo>
                    <a:pt x="78513" y="6181323"/>
                  </a:lnTo>
                  <a:lnTo>
                    <a:pt x="78606" y="6181323"/>
                  </a:lnTo>
                  <a:lnTo>
                    <a:pt x="78700" y="6181323"/>
                  </a:lnTo>
                  <a:lnTo>
                    <a:pt x="78793" y="6181323"/>
                  </a:lnTo>
                  <a:lnTo>
                    <a:pt x="78886" y="6181323"/>
                  </a:lnTo>
                  <a:lnTo>
                    <a:pt x="78979" y="6181323"/>
                  </a:lnTo>
                  <a:lnTo>
                    <a:pt x="79073" y="6181323"/>
                  </a:lnTo>
                  <a:lnTo>
                    <a:pt x="79166" y="6181323"/>
                  </a:lnTo>
                  <a:lnTo>
                    <a:pt x="79259" y="6181323"/>
                  </a:lnTo>
                  <a:lnTo>
                    <a:pt x="79352" y="6181323"/>
                  </a:lnTo>
                  <a:lnTo>
                    <a:pt x="79446" y="6181323"/>
                  </a:lnTo>
                  <a:lnTo>
                    <a:pt x="79539" y="6181323"/>
                  </a:lnTo>
                  <a:lnTo>
                    <a:pt x="79632" y="6181323"/>
                  </a:lnTo>
                  <a:lnTo>
                    <a:pt x="79725" y="6181323"/>
                  </a:lnTo>
                  <a:lnTo>
                    <a:pt x="79725" y="6171370"/>
                  </a:lnTo>
                  <a:lnTo>
                    <a:pt x="79819" y="6171370"/>
                  </a:lnTo>
                  <a:lnTo>
                    <a:pt x="79912" y="6171370"/>
                  </a:lnTo>
                  <a:lnTo>
                    <a:pt x="80005" y="6171370"/>
                  </a:lnTo>
                  <a:lnTo>
                    <a:pt x="80098" y="6171370"/>
                  </a:lnTo>
                  <a:lnTo>
                    <a:pt x="80192" y="6171370"/>
                  </a:lnTo>
                  <a:lnTo>
                    <a:pt x="80285" y="6171370"/>
                  </a:lnTo>
                  <a:lnTo>
                    <a:pt x="80378" y="6171370"/>
                  </a:lnTo>
                  <a:lnTo>
                    <a:pt x="80471" y="6171370"/>
                  </a:lnTo>
                  <a:lnTo>
                    <a:pt x="80565" y="6171370"/>
                  </a:lnTo>
                  <a:lnTo>
                    <a:pt x="80658" y="6171370"/>
                  </a:lnTo>
                  <a:lnTo>
                    <a:pt x="80751" y="6171370"/>
                  </a:lnTo>
                  <a:lnTo>
                    <a:pt x="80844" y="6171370"/>
                  </a:lnTo>
                  <a:lnTo>
                    <a:pt x="80938" y="6171370"/>
                  </a:lnTo>
                  <a:lnTo>
                    <a:pt x="81031" y="6171370"/>
                  </a:lnTo>
                  <a:lnTo>
                    <a:pt x="81124" y="6171370"/>
                  </a:lnTo>
                  <a:lnTo>
                    <a:pt x="81217" y="6171370"/>
                  </a:lnTo>
                  <a:lnTo>
                    <a:pt x="81311" y="6171370"/>
                  </a:lnTo>
                  <a:lnTo>
                    <a:pt x="81404" y="6171370"/>
                  </a:lnTo>
                  <a:lnTo>
                    <a:pt x="81497" y="6171370"/>
                  </a:lnTo>
                  <a:lnTo>
                    <a:pt x="81590" y="6171370"/>
                  </a:lnTo>
                  <a:lnTo>
                    <a:pt x="81684" y="6171370"/>
                  </a:lnTo>
                  <a:lnTo>
                    <a:pt x="81777" y="6171370"/>
                  </a:lnTo>
                  <a:lnTo>
                    <a:pt x="81870" y="6171370"/>
                  </a:lnTo>
                  <a:lnTo>
                    <a:pt x="81963" y="6171370"/>
                  </a:lnTo>
                  <a:lnTo>
                    <a:pt x="82057" y="6171370"/>
                  </a:lnTo>
                  <a:lnTo>
                    <a:pt x="82150" y="6171370"/>
                  </a:lnTo>
                  <a:lnTo>
                    <a:pt x="82243" y="6171370"/>
                  </a:lnTo>
                  <a:lnTo>
                    <a:pt x="82336" y="6171370"/>
                  </a:lnTo>
                  <a:lnTo>
                    <a:pt x="82430" y="6171370"/>
                  </a:lnTo>
                  <a:lnTo>
                    <a:pt x="82523" y="6171370"/>
                  </a:lnTo>
                  <a:lnTo>
                    <a:pt x="82616" y="6171370"/>
                  </a:lnTo>
                  <a:lnTo>
                    <a:pt x="82709" y="6171370"/>
                  </a:lnTo>
                  <a:lnTo>
                    <a:pt x="82803" y="6171370"/>
                  </a:lnTo>
                  <a:lnTo>
                    <a:pt x="82896" y="6171370"/>
                  </a:lnTo>
                  <a:lnTo>
                    <a:pt x="82989" y="6171370"/>
                  </a:lnTo>
                  <a:lnTo>
                    <a:pt x="83082" y="6171370"/>
                  </a:lnTo>
                  <a:lnTo>
                    <a:pt x="83176" y="6171370"/>
                  </a:lnTo>
                  <a:lnTo>
                    <a:pt x="83269" y="6171370"/>
                  </a:lnTo>
                  <a:lnTo>
                    <a:pt x="83362" y="6171370"/>
                  </a:lnTo>
                  <a:lnTo>
                    <a:pt x="83455" y="6171370"/>
                  </a:lnTo>
                  <a:lnTo>
                    <a:pt x="83548" y="6171370"/>
                  </a:lnTo>
                  <a:lnTo>
                    <a:pt x="83642" y="6171370"/>
                  </a:lnTo>
                  <a:lnTo>
                    <a:pt x="83735" y="6171370"/>
                  </a:lnTo>
                  <a:lnTo>
                    <a:pt x="83828" y="6171370"/>
                  </a:lnTo>
                  <a:lnTo>
                    <a:pt x="83921" y="6171370"/>
                  </a:lnTo>
                  <a:lnTo>
                    <a:pt x="84015" y="6171370"/>
                  </a:lnTo>
                  <a:lnTo>
                    <a:pt x="84108" y="6171370"/>
                  </a:lnTo>
                  <a:lnTo>
                    <a:pt x="84201" y="6171370"/>
                  </a:lnTo>
                  <a:lnTo>
                    <a:pt x="84294" y="6171370"/>
                  </a:lnTo>
                  <a:lnTo>
                    <a:pt x="84388" y="6171370"/>
                  </a:lnTo>
                  <a:lnTo>
                    <a:pt x="84481" y="6171370"/>
                  </a:lnTo>
                  <a:lnTo>
                    <a:pt x="84574" y="6171370"/>
                  </a:lnTo>
                  <a:lnTo>
                    <a:pt x="84667" y="6171370"/>
                  </a:lnTo>
                  <a:lnTo>
                    <a:pt x="84761" y="6171370"/>
                  </a:lnTo>
                  <a:lnTo>
                    <a:pt x="84854" y="6171370"/>
                  </a:lnTo>
                  <a:lnTo>
                    <a:pt x="84947" y="6171370"/>
                  </a:lnTo>
                  <a:lnTo>
                    <a:pt x="85040" y="6171370"/>
                  </a:lnTo>
                  <a:lnTo>
                    <a:pt x="85134" y="6171370"/>
                  </a:lnTo>
                  <a:lnTo>
                    <a:pt x="85227" y="6171370"/>
                  </a:lnTo>
                  <a:lnTo>
                    <a:pt x="85320" y="6171370"/>
                  </a:lnTo>
                  <a:lnTo>
                    <a:pt x="85413" y="6171370"/>
                  </a:lnTo>
                  <a:lnTo>
                    <a:pt x="85507" y="6171370"/>
                  </a:lnTo>
                  <a:lnTo>
                    <a:pt x="85600" y="6171370"/>
                  </a:lnTo>
                  <a:lnTo>
                    <a:pt x="85693" y="6171370"/>
                  </a:lnTo>
                  <a:lnTo>
                    <a:pt x="85786" y="6171370"/>
                  </a:lnTo>
                  <a:lnTo>
                    <a:pt x="85880" y="6171370"/>
                  </a:lnTo>
                  <a:lnTo>
                    <a:pt x="85973" y="6171370"/>
                  </a:lnTo>
                  <a:lnTo>
                    <a:pt x="86066" y="6171370"/>
                  </a:lnTo>
                  <a:lnTo>
                    <a:pt x="86159" y="6171370"/>
                  </a:lnTo>
                  <a:lnTo>
                    <a:pt x="86159" y="6161416"/>
                  </a:lnTo>
                  <a:lnTo>
                    <a:pt x="86253" y="6161416"/>
                  </a:lnTo>
                  <a:lnTo>
                    <a:pt x="86346" y="6161416"/>
                  </a:lnTo>
                  <a:lnTo>
                    <a:pt x="86439" y="6161416"/>
                  </a:lnTo>
                  <a:lnTo>
                    <a:pt x="86532" y="6161416"/>
                  </a:lnTo>
                  <a:lnTo>
                    <a:pt x="86626" y="6161416"/>
                  </a:lnTo>
                  <a:lnTo>
                    <a:pt x="86719" y="6161416"/>
                  </a:lnTo>
                  <a:lnTo>
                    <a:pt x="86812" y="6161416"/>
                  </a:lnTo>
                  <a:lnTo>
                    <a:pt x="86905" y="6161416"/>
                  </a:lnTo>
                  <a:lnTo>
                    <a:pt x="86999" y="6161416"/>
                  </a:lnTo>
                  <a:lnTo>
                    <a:pt x="87092" y="6161416"/>
                  </a:lnTo>
                  <a:lnTo>
                    <a:pt x="87185" y="6161416"/>
                  </a:lnTo>
                  <a:lnTo>
                    <a:pt x="87278" y="6161416"/>
                  </a:lnTo>
                  <a:lnTo>
                    <a:pt x="87372" y="6161416"/>
                  </a:lnTo>
                  <a:lnTo>
                    <a:pt x="87465" y="6161416"/>
                  </a:lnTo>
                  <a:lnTo>
                    <a:pt x="87558" y="6161416"/>
                  </a:lnTo>
                  <a:lnTo>
                    <a:pt x="87651" y="6161416"/>
                  </a:lnTo>
                  <a:lnTo>
                    <a:pt x="87745" y="6161416"/>
                  </a:lnTo>
                  <a:lnTo>
                    <a:pt x="87838" y="6161416"/>
                  </a:lnTo>
                  <a:lnTo>
                    <a:pt x="87931" y="6161416"/>
                  </a:lnTo>
                  <a:lnTo>
                    <a:pt x="88024" y="6161416"/>
                  </a:lnTo>
                  <a:lnTo>
                    <a:pt x="88118" y="6161416"/>
                  </a:lnTo>
                  <a:lnTo>
                    <a:pt x="88211" y="6161416"/>
                  </a:lnTo>
                  <a:lnTo>
                    <a:pt x="88304" y="6161416"/>
                  </a:lnTo>
                  <a:lnTo>
                    <a:pt x="88397" y="6161416"/>
                  </a:lnTo>
                  <a:lnTo>
                    <a:pt x="88491" y="6161416"/>
                  </a:lnTo>
                  <a:lnTo>
                    <a:pt x="88584" y="6161416"/>
                  </a:lnTo>
                  <a:lnTo>
                    <a:pt x="88677" y="6161416"/>
                  </a:lnTo>
                  <a:lnTo>
                    <a:pt x="88770" y="6161416"/>
                  </a:lnTo>
                  <a:lnTo>
                    <a:pt x="88864" y="6161416"/>
                  </a:lnTo>
                  <a:lnTo>
                    <a:pt x="88957" y="6161416"/>
                  </a:lnTo>
                  <a:lnTo>
                    <a:pt x="89050" y="6161416"/>
                  </a:lnTo>
                  <a:lnTo>
                    <a:pt x="89143" y="6161416"/>
                  </a:lnTo>
                  <a:lnTo>
                    <a:pt x="89237" y="6161416"/>
                  </a:lnTo>
                  <a:lnTo>
                    <a:pt x="89330" y="6161416"/>
                  </a:lnTo>
                  <a:lnTo>
                    <a:pt x="89423" y="6161416"/>
                  </a:lnTo>
                  <a:lnTo>
                    <a:pt x="89516" y="6161416"/>
                  </a:lnTo>
                  <a:lnTo>
                    <a:pt x="89610" y="6161416"/>
                  </a:lnTo>
                  <a:lnTo>
                    <a:pt x="89703" y="6161416"/>
                  </a:lnTo>
                  <a:lnTo>
                    <a:pt x="89796" y="6161416"/>
                  </a:lnTo>
                  <a:lnTo>
                    <a:pt x="89889" y="6161416"/>
                  </a:lnTo>
                  <a:lnTo>
                    <a:pt x="89983" y="6161416"/>
                  </a:lnTo>
                  <a:lnTo>
                    <a:pt x="89983" y="6151462"/>
                  </a:lnTo>
                  <a:lnTo>
                    <a:pt x="90076" y="6151462"/>
                  </a:lnTo>
                  <a:lnTo>
                    <a:pt x="90169" y="6151462"/>
                  </a:lnTo>
                  <a:lnTo>
                    <a:pt x="90262" y="6151462"/>
                  </a:lnTo>
                  <a:lnTo>
                    <a:pt x="90355" y="6151462"/>
                  </a:lnTo>
                  <a:lnTo>
                    <a:pt x="90449" y="6151462"/>
                  </a:lnTo>
                  <a:lnTo>
                    <a:pt x="90542" y="6151462"/>
                  </a:lnTo>
                  <a:lnTo>
                    <a:pt x="90635" y="6151462"/>
                  </a:lnTo>
                  <a:lnTo>
                    <a:pt x="90728" y="6151462"/>
                  </a:lnTo>
                  <a:lnTo>
                    <a:pt x="90822" y="6151462"/>
                  </a:lnTo>
                  <a:lnTo>
                    <a:pt x="90915" y="6151462"/>
                  </a:lnTo>
                  <a:lnTo>
                    <a:pt x="91008" y="6151462"/>
                  </a:lnTo>
                  <a:lnTo>
                    <a:pt x="91101" y="6151462"/>
                  </a:lnTo>
                  <a:lnTo>
                    <a:pt x="91195" y="6151462"/>
                  </a:lnTo>
                  <a:lnTo>
                    <a:pt x="91288" y="6151462"/>
                  </a:lnTo>
                  <a:lnTo>
                    <a:pt x="91381" y="6151462"/>
                  </a:lnTo>
                  <a:lnTo>
                    <a:pt x="91474" y="6151462"/>
                  </a:lnTo>
                  <a:lnTo>
                    <a:pt x="91568" y="6151462"/>
                  </a:lnTo>
                  <a:lnTo>
                    <a:pt x="91661" y="6151462"/>
                  </a:lnTo>
                  <a:lnTo>
                    <a:pt x="91754" y="6151462"/>
                  </a:lnTo>
                  <a:lnTo>
                    <a:pt x="91847" y="6151462"/>
                  </a:lnTo>
                  <a:lnTo>
                    <a:pt x="91941" y="6151462"/>
                  </a:lnTo>
                  <a:lnTo>
                    <a:pt x="92034" y="6151462"/>
                  </a:lnTo>
                  <a:lnTo>
                    <a:pt x="92127" y="6151462"/>
                  </a:lnTo>
                  <a:lnTo>
                    <a:pt x="92220" y="6151462"/>
                  </a:lnTo>
                  <a:lnTo>
                    <a:pt x="92314" y="6151462"/>
                  </a:lnTo>
                  <a:lnTo>
                    <a:pt x="92407" y="6151462"/>
                  </a:lnTo>
                  <a:lnTo>
                    <a:pt x="92500" y="6151462"/>
                  </a:lnTo>
                  <a:lnTo>
                    <a:pt x="92593" y="6151462"/>
                  </a:lnTo>
                  <a:lnTo>
                    <a:pt x="92687" y="6151462"/>
                  </a:lnTo>
                  <a:lnTo>
                    <a:pt x="92780" y="6151462"/>
                  </a:lnTo>
                  <a:lnTo>
                    <a:pt x="92873" y="6151462"/>
                  </a:lnTo>
                  <a:lnTo>
                    <a:pt x="92966" y="6151462"/>
                  </a:lnTo>
                  <a:lnTo>
                    <a:pt x="93060" y="6151462"/>
                  </a:lnTo>
                  <a:lnTo>
                    <a:pt x="93153" y="6151462"/>
                  </a:lnTo>
                  <a:lnTo>
                    <a:pt x="93246" y="6151462"/>
                  </a:lnTo>
                  <a:lnTo>
                    <a:pt x="93339" y="6151462"/>
                  </a:lnTo>
                  <a:lnTo>
                    <a:pt x="93433" y="6151462"/>
                  </a:lnTo>
                  <a:lnTo>
                    <a:pt x="93526" y="6151462"/>
                  </a:lnTo>
                  <a:lnTo>
                    <a:pt x="93619" y="6151462"/>
                  </a:lnTo>
                  <a:lnTo>
                    <a:pt x="93712" y="6151462"/>
                  </a:lnTo>
                  <a:lnTo>
                    <a:pt x="93806" y="6151462"/>
                  </a:lnTo>
                  <a:lnTo>
                    <a:pt x="93899" y="6151462"/>
                  </a:lnTo>
                  <a:lnTo>
                    <a:pt x="93992" y="6151462"/>
                  </a:lnTo>
                  <a:lnTo>
                    <a:pt x="94085" y="6151462"/>
                  </a:lnTo>
                  <a:lnTo>
                    <a:pt x="94179" y="6151462"/>
                  </a:lnTo>
                  <a:lnTo>
                    <a:pt x="94272" y="6151462"/>
                  </a:lnTo>
                  <a:lnTo>
                    <a:pt x="94365" y="6151462"/>
                  </a:lnTo>
                  <a:lnTo>
                    <a:pt x="94458" y="6151462"/>
                  </a:lnTo>
                  <a:lnTo>
                    <a:pt x="94552" y="6151462"/>
                  </a:lnTo>
                  <a:lnTo>
                    <a:pt x="94645" y="6151462"/>
                  </a:lnTo>
                  <a:lnTo>
                    <a:pt x="94738" y="6151462"/>
                  </a:lnTo>
                  <a:lnTo>
                    <a:pt x="94831" y="6151462"/>
                  </a:lnTo>
                  <a:lnTo>
                    <a:pt x="94925" y="6151462"/>
                  </a:lnTo>
                  <a:lnTo>
                    <a:pt x="95018" y="6151462"/>
                  </a:lnTo>
                  <a:lnTo>
                    <a:pt x="95018" y="6141508"/>
                  </a:lnTo>
                  <a:lnTo>
                    <a:pt x="95111" y="6141508"/>
                  </a:lnTo>
                  <a:lnTo>
                    <a:pt x="95204" y="6141508"/>
                  </a:lnTo>
                  <a:lnTo>
                    <a:pt x="95298" y="6141508"/>
                  </a:lnTo>
                  <a:lnTo>
                    <a:pt x="95391" y="6141508"/>
                  </a:lnTo>
                  <a:lnTo>
                    <a:pt x="95484" y="6141508"/>
                  </a:lnTo>
                  <a:lnTo>
                    <a:pt x="95577" y="6141508"/>
                  </a:lnTo>
                  <a:lnTo>
                    <a:pt x="95577" y="6131554"/>
                  </a:lnTo>
                  <a:lnTo>
                    <a:pt x="95671" y="6131554"/>
                  </a:lnTo>
                  <a:lnTo>
                    <a:pt x="95764" y="6131554"/>
                  </a:lnTo>
                  <a:lnTo>
                    <a:pt x="95857" y="6131554"/>
                  </a:lnTo>
                  <a:lnTo>
                    <a:pt x="95950" y="6131554"/>
                  </a:lnTo>
                  <a:lnTo>
                    <a:pt x="96044" y="6131554"/>
                  </a:lnTo>
                  <a:lnTo>
                    <a:pt x="96137" y="6131554"/>
                  </a:lnTo>
                  <a:lnTo>
                    <a:pt x="96230" y="6131554"/>
                  </a:lnTo>
                  <a:lnTo>
                    <a:pt x="96323" y="6131554"/>
                  </a:lnTo>
                  <a:lnTo>
                    <a:pt x="96417" y="6131554"/>
                  </a:lnTo>
                  <a:lnTo>
                    <a:pt x="96510" y="6131554"/>
                  </a:lnTo>
                  <a:lnTo>
                    <a:pt x="96603" y="6131554"/>
                  </a:lnTo>
                  <a:lnTo>
                    <a:pt x="96696" y="6131554"/>
                  </a:lnTo>
                  <a:lnTo>
                    <a:pt x="96790" y="6131554"/>
                  </a:lnTo>
                  <a:lnTo>
                    <a:pt x="96883" y="6131554"/>
                  </a:lnTo>
                  <a:lnTo>
                    <a:pt x="96976" y="6131554"/>
                  </a:lnTo>
                  <a:lnTo>
                    <a:pt x="97069" y="6131554"/>
                  </a:lnTo>
                  <a:lnTo>
                    <a:pt x="97162" y="6131554"/>
                  </a:lnTo>
                  <a:lnTo>
                    <a:pt x="97256" y="6131554"/>
                  </a:lnTo>
                  <a:lnTo>
                    <a:pt x="97349" y="6131554"/>
                  </a:lnTo>
                  <a:lnTo>
                    <a:pt x="97442" y="6131554"/>
                  </a:lnTo>
                  <a:lnTo>
                    <a:pt x="97535" y="6131554"/>
                  </a:lnTo>
                  <a:lnTo>
                    <a:pt x="97629" y="6131554"/>
                  </a:lnTo>
                  <a:lnTo>
                    <a:pt x="97722" y="6131554"/>
                  </a:lnTo>
                  <a:lnTo>
                    <a:pt x="97815" y="6131554"/>
                  </a:lnTo>
                  <a:lnTo>
                    <a:pt x="97908" y="6131554"/>
                  </a:lnTo>
                  <a:lnTo>
                    <a:pt x="98002" y="6131554"/>
                  </a:lnTo>
                  <a:lnTo>
                    <a:pt x="98095" y="6131554"/>
                  </a:lnTo>
                  <a:lnTo>
                    <a:pt x="98188" y="6131554"/>
                  </a:lnTo>
                  <a:lnTo>
                    <a:pt x="98281" y="6131554"/>
                  </a:lnTo>
                  <a:lnTo>
                    <a:pt x="98281" y="6121600"/>
                  </a:lnTo>
                  <a:lnTo>
                    <a:pt x="98375" y="6121600"/>
                  </a:lnTo>
                  <a:lnTo>
                    <a:pt x="98468" y="6121600"/>
                  </a:lnTo>
                  <a:lnTo>
                    <a:pt x="98561" y="6121600"/>
                  </a:lnTo>
                  <a:lnTo>
                    <a:pt x="98654" y="6121600"/>
                  </a:lnTo>
                  <a:lnTo>
                    <a:pt x="98748" y="6121600"/>
                  </a:lnTo>
                  <a:lnTo>
                    <a:pt x="98841" y="6121600"/>
                  </a:lnTo>
                  <a:lnTo>
                    <a:pt x="98934" y="6121600"/>
                  </a:lnTo>
                  <a:lnTo>
                    <a:pt x="99027" y="6121600"/>
                  </a:lnTo>
                  <a:lnTo>
                    <a:pt x="99121" y="6121600"/>
                  </a:lnTo>
                  <a:lnTo>
                    <a:pt x="99214" y="6121600"/>
                  </a:lnTo>
                  <a:lnTo>
                    <a:pt x="99307" y="6121600"/>
                  </a:lnTo>
                  <a:lnTo>
                    <a:pt x="99400" y="6121600"/>
                  </a:lnTo>
                  <a:lnTo>
                    <a:pt x="99494" y="6121600"/>
                  </a:lnTo>
                  <a:lnTo>
                    <a:pt x="99587" y="6121600"/>
                  </a:lnTo>
                  <a:lnTo>
                    <a:pt x="99680" y="6121600"/>
                  </a:lnTo>
                  <a:lnTo>
                    <a:pt x="99773" y="6121600"/>
                  </a:lnTo>
                  <a:lnTo>
                    <a:pt x="99867" y="6121600"/>
                  </a:lnTo>
                  <a:lnTo>
                    <a:pt x="99960" y="6121600"/>
                  </a:lnTo>
                  <a:lnTo>
                    <a:pt x="100053" y="6121600"/>
                  </a:lnTo>
                  <a:lnTo>
                    <a:pt x="100146" y="6121600"/>
                  </a:lnTo>
                  <a:lnTo>
                    <a:pt x="100240" y="6121600"/>
                  </a:lnTo>
                  <a:lnTo>
                    <a:pt x="100333" y="6121600"/>
                  </a:lnTo>
                  <a:lnTo>
                    <a:pt x="100426" y="6121600"/>
                  </a:lnTo>
                  <a:lnTo>
                    <a:pt x="100519" y="6121600"/>
                  </a:lnTo>
                  <a:lnTo>
                    <a:pt x="100613" y="6121600"/>
                  </a:lnTo>
                  <a:lnTo>
                    <a:pt x="100706" y="6121600"/>
                  </a:lnTo>
                  <a:lnTo>
                    <a:pt x="100799" y="6121600"/>
                  </a:lnTo>
                  <a:lnTo>
                    <a:pt x="100892" y="6121600"/>
                  </a:lnTo>
                  <a:lnTo>
                    <a:pt x="100986" y="6121600"/>
                  </a:lnTo>
                  <a:lnTo>
                    <a:pt x="101079" y="6121600"/>
                  </a:lnTo>
                  <a:lnTo>
                    <a:pt x="101172" y="6121600"/>
                  </a:lnTo>
                  <a:lnTo>
                    <a:pt x="101265" y="6121600"/>
                  </a:lnTo>
                  <a:lnTo>
                    <a:pt x="101359" y="6121600"/>
                  </a:lnTo>
                  <a:lnTo>
                    <a:pt x="101452" y="6121600"/>
                  </a:lnTo>
                  <a:lnTo>
                    <a:pt x="101545" y="6121600"/>
                  </a:lnTo>
                  <a:lnTo>
                    <a:pt x="101638" y="6121600"/>
                  </a:lnTo>
                  <a:lnTo>
                    <a:pt x="101732" y="6121600"/>
                  </a:lnTo>
                  <a:lnTo>
                    <a:pt x="101825" y="6121600"/>
                  </a:lnTo>
                  <a:lnTo>
                    <a:pt x="101918" y="6121600"/>
                  </a:lnTo>
                  <a:lnTo>
                    <a:pt x="101918" y="6111647"/>
                  </a:lnTo>
                  <a:lnTo>
                    <a:pt x="102011" y="6111647"/>
                  </a:lnTo>
                  <a:lnTo>
                    <a:pt x="102105" y="6111647"/>
                  </a:lnTo>
                  <a:lnTo>
                    <a:pt x="102198" y="6111647"/>
                  </a:lnTo>
                  <a:lnTo>
                    <a:pt x="102291" y="6111647"/>
                  </a:lnTo>
                  <a:lnTo>
                    <a:pt x="102384" y="6111647"/>
                  </a:lnTo>
                  <a:lnTo>
                    <a:pt x="102478" y="6111647"/>
                  </a:lnTo>
                  <a:lnTo>
                    <a:pt x="102571" y="6111647"/>
                  </a:lnTo>
                  <a:lnTo>
                    <a:pt x="102664" y="6111647"/>
                  </a:lnTo>
                  <a:lnTo>
                    <a:pt x="102757" y="6111647"/>
                  </a:lnTo>
                  <a:lnTo>
                    <a:pt x="102851" y="6111647"/>
                  </a:lnTo>
                  <a:lnTo>
                    <a:pt x="102944" y="6111647"/>
                  </a:lnTo>
                  <a:lnTo>
                    <a:pt x="103037" y="6111647"/>
                  </a:lnTo>
                  <a:lnTo>
                    <a:pt x="103130" y="6111647"/>
                  </a:lnTo>
                  <a:lnTo>
                    <a:pt x="103224" y="6111647"/>
                  </a:lnTo>
                  <a:lnTo>
                    <a:pt x="103317" y="6111647"/>
                  </a:lnTo>
                  <a:lnTo>
                    <a:pt x="103410" y="6111647"/>
                  </a:lnTo>
                  <a:lnTo>
                    <a:pt x="103503" y="6111647"/>
                  </a:lnTo>
                  <a:lnTo>
                    <a:pt x="103597" y="6111647"/>
                  </a:lnTo>
                  <a:lnTo>
                    <a:pt x="103690" y="6111647"/>
                  </a:lnTo>
                  <a:lnTo>
                    <a:pt x="103783" y="6111647"/>
                  </a:lnTo>
                  <a:lnTo>
                    <a:pt x="103876" y="6111647"/>
                  </a:lnTo>
                  <a:lnTo>
                    <a:pt x="103970" y="6111647"/>
                  </a:lnTo>
                  <a:lnTo>
                    <a:pt x="104063" y="6111647"/>
                  </a:lnTo>
                  <a:lnTo>
                    <a:pt x="104156" y="6111647"/>
                  </a:lnTo>
                  <a:lnTo>
                    <a:pt x="104249" y="6111647"/>
                  </a:lnTo>
                  <a:lnTo>
                    <a:pt x="104342" y="6111647"/>
                  </a:lnTo>
                  <a:lnTo>
                    <a:pt x="104436" y="6111647"/>
                  </a:lnTo>
                  <a:lnTo>
                    <a:pt x="104529" y="6111647"/>
                  </a:lnTo>
                  <a:lnTo>
                    <a:pt x="104622" y="6111647"/>
                  </a:lnTo>
                  <a:lnTo>
                    <a:pt x="104715" y="6111647"/>
                  </a:lnTo>
                  <a:lnTo>
                    <a:pt x="104809" y="6111647"/>
                  </a:lnTo>
                  <a:lnTo>
                    <a:pt x="104902" y="6111647"/>
                  </a:lnTo>
                  <a:lnTo>
                    <a:pt x="104995" y="6111647"/>
                  </a:lnTo>
                  <a:lnTo>
                    <a:pt x="105088" y="6111647"/>
                  </a:lnTo>
                  <a:lnTo>
                    <a:pt x="105182" y="6111647"/>
                  </a:lnTo>
                  <a:lnTo>
                    <a:pt x="105275" y="6111647"/>
                  </a:lnTo>
                  <a:lnTo>
                    <a:pt x="105368" y="6111647"/>
                  </a:lnTo>
                  <a:lnTo>
                    <a:pt x="105461" y="6111647"/>
                  </a:lnTo>
                  <a:lnTo>
                    <a:pt x="105555" y="6111647"/>
                  </a:lnTo>
                  <a:lnTo>
                    <a:pt x="105648" y="6111647"/>
                  </a:lnTo>
                  <a:lnTo>
                    <a:pt x="105741" y="6111647"/>
                  </a:lnTo>
                  <a:lnTo>
                    <a:pt x="105834" y="6111647"/>
                  </a:lnTo>
                  <a:lnTo>
                    <a:pt x="105928" y="6111647"/>
                  </a:lnTo>
                  <a:lnTo>
                    <a:pt x="106021" y="6111647"/>
                  </a:lnTo>
                  <a:lnTo>
                    <a:pt x="106114" y="6111647"/>
                  </a:lnTo>
                  <a:lnTo>
                    <a:pt x="106207" y="6111647"/>
                  </a:lnTo>
                  <a:lnTo>
                    <a:pt x="106301" y="6111647"/>
                  </a:lnTo>
                  <a:lnTo>
                    <a:pt x="106394" y="6111647"/>
                  </a:lnTo>
                  <a:lnTo>
                    <a:pt x="106487" y="6111647"/>
                  </a:lnTo>
                  <a:lnTo>
                    <a:pt x="106580" y="6111647"/>
                  </a:lnTo>
                  <a:lnTo>
                    <a:pt x="106674" y="6111647"/>
                  </a:lnTo>
                  <a:lnTo>
                    <a:pt x="106767" y="6111647"/>
                  </a:lnTo>
                  <a:lnTo>
                    <a:pt x="106860" y="6111647"/>
                  </a:lnTo>
                  <a:lnTo>
                    <a:pt x="106953" y="6111647"/>
                  </a:lnTo>
                  <a:lnTo>
                    <a:pt x="107047" y="6111647"/>
                  </a:lnTo>
                  <a:lnTo>
                    <a:pt x="107140" y="6111647"/>
                  </a:lnTo>
                  <a:lnTo>
                    <a:pt x="107233" y="6111647"/>
                  </a:lnTo>
                  <a:lnTo>
                    <a:pt x="107233" y="6101693"/>
                  </a:lnTo>
                  <a:lnTo>
                    <a:pt x="107233" y="6091739"/>
                  </a:lnTo>
                  <a:lnTo>
                    <a:pt x="107326" y="6091739"/>
                  </a:lnTo>
                  <a:lnTo>
                    <a:pt x="107420" y="6091739"/>
                  </a:lnTo>
                  <a:lnTo>
                    <a:pt x="107513" y="6091739"/>
                  </a:lnTo>
                  <a:lnTo>
                    <a:pt x="107606" y="6091739"/>
                  </a:lnTo>
                  <a:lnTo>
                    <a:pt x="107699" y="6091739"/>
                  </a:lnTo>
                  <a:lnTo>
                    <a:pt x="107793" y="6091739"/>
                  </a:lnTo>
                  <a:lnTo>
                    <a:pt x="107886" y="6091739"/>
                  </a:lnTo>
                  <a:lnTo>
                    <a:pt x="107979" y="6091739"/>
                  </a:lnTo>
                  <a:lnTo>
                    <a:pt x="108072" y="6091739"/>
                  </a:lnTo>
                  <a:lnTo>
                    <a:pt x="108166" y="6091739"/>
                  </a:lnTo>
                  <a:lnTo>
                    <a:pt x="108259" y="6091739"/>
                  </a:lnTo>
                  <a:lnTo>
                    <a:pt x="108352" y="6091739"/>
                  </a:lnTo>
                  <a:lnTo>
                    <a:pt x="108445" y="6091739"/>
                  </a:lnTo>
                  <a:lnTo>
                    <a:pt x="108539" y="6091739"/>
                  </a:lnTo>
                  <a:lnTo>
                    <a:pt x="108632" y="6091739"/>
                  </a:lnTo>
                  <a:lnTo>
                    <a:pt x="108725" y="6091739"/>
                  </a:lnTo>
                  <a:lnTo>
                    <a:pt x="108818" y="6091739"/>
                  </a:lnTo>
                  <a:lnTo>
                    <a:pt x="108912" y="6091739"/>
                  </a:lnTo>
                  <a:lnTo>
                    <a:pt x="109005" y="6091739"/>
                  </a:lnTo>
                  <a:lnTo>
                    <a:pt x="109098" y="6091739"/>
                  </a:lnTo>
                  <a:lnTo>
                    <a:pt x="109191" y="6091739"/>
                  </a:lnTo>
                  <a:lnTo>
                    <a:pt x="109285" y="6091739"/>
                  </a:lnTo>
                  <a:lnTo>
                    <a:pt x="109378" y="6091739"/>
                  </a:lnTo>
                  <a:lnTo>
                    <a:pt x="109471" y="6091739"/>
                  </a:lnTo>
                  <a:lnTo>
                    <a:pt x="109564" y="6091739"/>
                  </a:lnTo>
                  <a:lnTo>
                    <a:pt x="109564" y="6081785"/>
                  </a:lnTo>
                  <a:lnTo>
                    <a:pt x="109658" y="6081785"/>
                  </a:lnTo>
                  <a:lnTo>
                    <a:pt x="109751" y="6081785"/>
                  </a:lnTo>
                  <a:lnTo>
                    <a:pt x="109751" y="6071831"/>
                  </a:lnTo>
                  <a:lnTo>
                    <a:pt x="109844" y="6071831"/>
                  </a:lnTo>
                  <a:lnTo>
                    <a:pt x="109937" y="6071831"/>
                  </a:lnTo>
                  <a:lnTo>
                    <a:pt x="110031" y="6071831"/>
                  </a:lnTo>
                  <a:lnTo>
                    <a:pt x="110124" y="6071831"/>
                  </a:lnTo>
                  <a:lnTo>
                    <a:pt x="110217" y="6071831"/>
                  </a:lnTo>
                  <a:lnTo>
                    <a:pt x="110310" y="6071831"/>
                  </a:lnTo>
                  <a:lnTo>
                    <a:pt x="110404" y="6071831"/>
                  </a:lnTo>
                  <a:lnTo>
                    <a:pt x="110497" y="6071831"/>
                  </a:lnTo>
                  <a:lnTo>
                    <a:pt x="110590" y="6071831"/>
                  </a:lnTo>
                  <a:lnTo>
                    <a:pt x="110683" y="6071831"/>
                  </a:lnTo>
                  <a:lnTo>
                    <a:pt x="110777" y="6071831"/>
                  </a:lnTo>
                  <a:lnTo>
                    <a:pt x="110870" y="6071831"/>
                  </a:lnTo>
                  <a:lnTo>
                    <a:pt x="110963" y="6071831"/>
                  </a:lnTo>
                  <a:lnTo>
                    <a:pt x="111056" y="6071831"/>
                  </a:lnTo>
                  <a:lnTo>
                    <a:pt x="111149" y="6071831"/>
                  </a:lnTo>
                  <a:lnTo>
                    <a:pt x="111243" y="6071831"/>
                  </a:lnTo>
                  <a:lnTo>
                    <a:pt x="111336" y="6071831"/>
                  </a:lnTo>
                  <a:lnTo>
                    <a:pt x="111429" y="6071831"/>
                  </a:lnTo>
                  <a:lnTo>
                    <a:pt x="111522" y="6071831"/>
                  </a:lnTo>
                  <a:lnTo>
                    <a:pt x="111616" y="6071831"/>
                  </a:lnTo>
                  <a:lnTo>
                    <a:pt x="111709" y="6071831"/>
                  </a:lnTo>
                  <a:lnTo>
                    <a:pt x="111802" y="6071831"/>
                  </a:lnTo>
                  <a:lnTo>
                    <a:pt x="111895" y="6071831"/>
                  </a:lnTo>
                  <a:lnTo>
                    <a:pt x="111989" y="6071831"/>
                  </a:lnTo>
                  <a:lnTo>
                    <a:pt x="112082" y="6071831"/>
                  </a:lnTo>
                  <a:lnTo>
                    <a:pt x="112175" y="6071831"/>
                  </a:lnTo>
                  <a:lnTo>
                    <a:pt x="112268" y="6071831"/>
                  </a:lnTo>
                  <a:lnTo>
                    <a:pt x="112362" y="6071831"/>
                  </a:lnTo>
                  <a:lnTo>
                    <a:pt x="112455" y="6071831"/>
                  </a:lnTo>
                  <a:lnTo>
                    <a:pt x="112548" y="6071831"/>
                  </a:lnTo>
                  <a:lnTo>
                    <a:pt x="112641" y="6071831"/>
                  </a:lnTo>
                  <a:lnTo>
                    <a:pt x="112735" y="6071831"/>
                  </a:lnTo>
                  <a:lnTo>
                    <a:pt x="112828" y="6071831"/>
                  </a:lnTo>
                  <a:lnTo>
                    <a:pt x="112921" y="6071831"/>
                  </a:lnTo>
                  <a:lnTo>
                    <a:pt x="113014" y="6071831"/>
                  </a:lnTo>
                  <a:lnTo>
                    <a:pt x="113108" y="6071831"/>
                  </a:lnTo>
                  <a:lnTo>
                    <a:pt x="113201" y="6071831"/>
                  </a:lnTo>
                  <a:lnTo>
                    <a:pt x="113294" y="6071831"/>
                  </a:lnTo>
                  <a:lnTo>
                    <a:pt x="113387" y="6071831"/>
                  </a:lnTo>
                  <a:lnTo>
                    <a:pt x="113481" y="6071831"/>
                  </a:lnTo>
                  <a:lnTo>
                    <a:pt x="113481" y="6061877"/>
                  </a:lnTo>
                  <a:lnTo>
                    <a:pt x="113574" y="6061877"/>
                  </a:lnTo>
                  <a:lnTo>
                    <a:pt x="113667" y="6061877"/>
                  </a:lnTo>
                  <a:lnTo>
                    <a:pt x="113760" y="6061877"/>
                  </a:lnTo>
                  <a:lnTo>
                    <a:pt x="113854" y="6061877"/>
                  </a:lnTo>
                  <a:lnTo>
                    <a:pt x="113947" y="6061877"/>
                  </a:lnTo>
                  <a:lnTo>
                    <a:pt x="114040" y="6061877"/>
                  </a:lnTo>
                  <a:lnTo>
                    <a:pt x="114133" y="6061877"/>
                  </a:lnTo>
                  <a:lnTo>
                    <a:pt x="114227" y="6061877"/>
                  </a:lnTo>
                  <a:lnTo>
                    <a:pt x="114320" y="6061877"/>
                  </a:lnTo>
                  <a:lnTo>
                    <a:pt x="114413" y="6061877"/>
                  </a:lnTo>
                  <a:lnTo>
                    <a:pt x="114506" y="6061877"/>
                  </a:lnTo>
                  <a:lnTo>
                    <a:pt x="114600" y="6061877"/>
                  </a:lnTo>
                  <a:lnTo>
                    <a:pt x="114693" y="6061877"/>
                  </a:lnTo>
                  <a:lnTo>
                    <a:pt x="114786" y="6061877"/>
                  </a:lnTo>
                  <a:lnTo>
                    <a:pt x="114879" y="6061877"/>
                  </a:lnTo>
                  <a:lnTo>
                    <a:pt x="114973" y="6061877"/>
                  </a:lnTo>
                  <a:lnTo>
                    <a:pt x="115066" y="6061877"/>
                  </a:lnTo>
                  <a:lnTo>
                    <a:pt x="115159" y="6061877"/>
                  </a:lnTo>
                  <a:lnTo>
                    <a:pt x="115252" y="6061877"/>
                  </a:lnTo>
                  <a:lnTo>
                    <a:pt x="115346" y="6061877"/>
                  </a:lnTo>
                  <a:lnTo>
                    <a:pt x="115439" y="6061877"/>
                  </a:lnTo>
                  <a:lnTo>
                    <a:pt x="115532" y="6061877"/>
                  </a:lnTo>
                  <a:lnTo>
                    <a:pt x="115625" y="6061877"/>
                  </a:lnTo>
                  <a:lnTo>
                    <a:pt x="115719" y="6061877"/>
                  </a:lnTo>
                  <a:lnTo>
                    <a:pt x="115812" y="6061877"/>
                  </a:lnTo>
                  <a:lnTo>
                    <a:pt x="115905" y="6061877"/>
                  </a:lnTo>
                  <a:lnTo>
                    <a:pt x="115998" y="6061877"/>
                  </a:lnTo>
                  <a:lnTo>
                    <a:pt x="116092" y="6061877"/>
                  </a:lnTo>
                  <a:lnTo>
                    <a:pt x="116185" y="6061877"/>
                  </a:lnTo>
                  <a:lnTo>
                    <a:pt x="116278" y="6061877"/>
                  </a:lnTo>
                  <a:lnTo>
                    <a:pt x="116371" y="6061877"/>
                  </a:lnTo>
                  <a:lnTo>
                    <a:pt x="116465" y="6061877"/>
                  </a:lnTo>
                  <a:lnTo>
                    <a:pt x="116558" y="6061877"/>
                  </a:lnTo>
                  <a:lnTo>
                    <a:pt x="116651" y="6061877"/>
                  </a:lnTo>
                  <a:lnTo>
                    <a:pt x="116744" y="6061877"/>
                  </a:lnTo>
                  <a:lnTo>
                    <a:pt x="116838" y="6061877"/>
                  </a:lnTo>
                  <a:lnTo>
                    <a:pt x="116931" y="6061877"/>
                  </a:lnTo>
                  <a:lnTo>
                    <a:pt x="117024" y="6061877"/>
                  </a:lnTo>
                  <a:lnTo>
                    <a:pt x="117117" y="6061877"/>
                  </a:lnTo>
                  <a:lnTo>
                    <a:pt x="117211" y="6061877"/>
                  </a:lnTo>
                  <a:lnTo>
                    <a:pt x="117304" y="6061877"/>
                  </a:lnTo>
                  <a:lnTo>
                    <a:pt x="117397" y="6061877"/>
                  </a:lnTo>
                  <a:lnTo>
                    <a:pt x="117490" y="6061877"/>
                  </a:lnTo>
                  <a:lnTo>
                    <a:pt x="117584" y="6061877"/>
                  </a:lnTo>
                  <a:lnTo>
                    <a:pt x="117677" y="6061877"/>
                  </a:lnTo>
                  <a:lnTo>
                    <a:pt x="117770" y="6061877"/>
                  </a:lnTo>
                  <a:lnTo>
                    <a:pt x="117863" y="6061877"/>
                  </a:lnTo>
                  <a:lnTo>
                    <a:pt x="117956" y="6061877"/>
                  </a:lnTo>
                  <a:lnTo>
                    <a:pt x="118050" y="6061877"/>
                  </a:lnTo>
                  <a:lnTo>
                    <a:pt x="118143" y="6061877"/>
                  </a:lnTo>
                  <a:lnTo>
                    <a:pt x="118236" y="6061877"/>
                  </a:lnTo>
                  <a:lnTo>
                    <a:pt x="118329" y="6061877"/>
                  </a:lnTo>
                  <a:lnTo>
                    <a:pt x="118423" y="6061877"/>
                  </a:lnTo>
                  <a:lnTo>
                    <a:pt x="118516" y="6061877"/>
                  </a:lnTo>
                  <a:lnTo>
                    <a:pt x="118609" y="6061877"/>
                  </a:lnTo>
                  <a:lnTo>
                    <a:pt x="118702" y="6061877"/>
                  </a:lnTo>
                  <a:lnTo>
                    <a:pt x="118796" y="6061877"/>
                  </a:lnTo>
                  <a:lnTo>
                    <a:pt x="118889" y="6061877"/>
                  </a:lnTo>
                  <a:lnTo>
                    <a:pt x="118982" y="6061877"/>
                  </a:lnTo>
                  <a:lnTo>
                    <a:pt x="119075" y="6061877"/>
                  </a:lnTo>
                  <a:lnTo>
                    <a:pt x="119169" y="6061877"/>
                  </a:lnTo>
                  <a:lnTo>
                    <a:pt x="119262" y="6061877"/>
                  </a:lnTo>
                  <a:lnTo>
                    <a:pt x="119355" y="6061877"/>
                  </a:lnTo>
                  <a:lnTo>
                    <a:pt x="119448" y="6061877"/>
                  </a:lnTo>
                  <a:lnTo>
                    <a:pt x="119542" y="6061877"/>
                  </a:lnTo>
                  <a:lnTo>
                    <a:pt x="119635" y="6061877"/>
                  </a:lnTo>
                  <a:lnTo>
                    <a:pt x="119728" y="6061877"/>
                  </a:lnTo>
                  <a:lnTo>
                    <a:pt x="119821" y="6061877"/>
                  </a:lnTo>
                  <a:lnTo>
                    <a:pt x="119915" y="6061877"/>
                  </a:lnTo>
                  <a:lnTo>
                    <a:pt x="120008" y="6061877"/>
                  </a:lnTo>
                  <a:lnTo>
                    <a:pt x="120101" y="6061877"/>
                  </a:lnTo>
                  <a:lnTo>
                    <a:pt x="120194" y="6061877"/>
                  </a:lnTo>
                  <a:lnTo>
                    <a:pt x="120288" y="6061877"/>
                  </a:lnTo>
                  <a:lnTo>
                    <a:pt x="120381" y="6061877"/>
                  </a:lnTo>
                  <a:lnTo>
                    <a:pt x="120474" y="6061877"/>
                  </a:lnTo>
                  <a:lnTo>
                    <a:pt x="120567" y="6061877"/>
                  </a:lnTo>
                  <a:lnTo>
                    <a:pt x="120661" y="6061877"/>
                  </a:lnTo>
                  <a:lnTo>
                    <a:pt x="120754" y="6061877"/>
                  </a:lnTo>
                  <a:lnTo>
                    <a:pt x="120847" y="6061877"/>
                  </a:lnTo>
                  <a:lnTo>
                    <a:pt x="120940" y="6061877"/>
                  </a:lnTo>
                  <a:lnTo>
                    <a:pt x="121034" y="6061877"/>
                  </a:lnTo>
                  <a:lnTo>
                    <a:pt x="121127" y="6061877"/>
                  </a:lnTo>
                  <a:lnTo>
                    <a:pt x="121220" y="6061877"/>
                  </a:lnTo>
                  <a:lnTo>
                    <a:pt x="121313" y="6061877"/>
                  </a:lnTo>
                  <a:lnTo>
                    <a:pt x="121407" y="6061877"/>
                  </a:lnTo>
                  <a:lnTo>
                    <a:pt x="121500" y="6061877"/>
                  </a:lnTo>
                  <a:lnTo>
                    <a:pt x="121593" y="6061877"/>
                  </a:lnTo>
                  <a:lnTo>
                    <a:pt x="121686" y="6061877"/>
                  </a:lnTo>
                  <a:lnTo>
                    <a:pt x="121780" y="6061877"/>
                  </a:lnTo>
                  <a:lnTo>
                    <a:pt x="121873" y="6061877"/>
                  </a:lnTo>
                  <a:lnTo>
                    <a:pt x="121966" y="6061877"/>
                  </a:lnTo>
                  <a:lnTo>
                    <a:pt x="122059" y="6061877"/>
                  </a:lnTo>
                  <a:lnTo>
                    <a:pt x="122153" y="6061877"/>
                  </a:lnTo>
                  <a:lnTo>
                    <a:pt x="122246" y="6061877"/>
                  </a:lnTo>
                  <a:lnTo>
                    <a:pt x="122339" y="6061877"/>
                  </a:lnTo>
                  <a:lnTo>
                    <a:pt x="122432" y="6061877"/>
                  </a:lnTo>
                  <a:lnTo>
                    <a:pt x="122526" y="6061877"/>
                  </a:lnTo>
                  <a:lnTo>
                    <a:pt x="122619" y="6061877"/>
                  </a:lnTo>
                  <a:lnTo>
                    <a:pt x="122712" y="6061877"/>
                  </a:lnTo>
                  <a:lnTo>
                    <a:pt x="122805" y="6061877"/>
                  </a:lnTo>
                  <a:lnTo>
                    <a:pt x="122899" y="6061877"/>
                  </a:lnTo>
                  <a:lnTo>
                    <a:pt x="122992" y="6061877"/>
                  </a:lnTo>
                  <a:lnTo>
                    <a:pt x="123085" y="6061877"/>
                  </a:lnTo>
                  <a:lnTo>
                    <a:pt x="123178" y="6061877"/>
                  </a:lnTo>
                  <a:lnTo>
                    <a:pt x="123272" y="6061877"/>
                  </a:lnTo>
                  <a:lnTo>
                    <a:pt x="123365" y="6061877"/>
                  </a:lnTo>
                  <a:lnTo>
                    <a:pt x="123458" y="6061877"/>
                  </a:lnTo>
                  <a:lnTo>
                    <a:pt x="123551" y="6061877"/>
                  </a:lnTo>
                  <a:lnTo>
                    <a:pt x="123645" y="6061877"/>
                  </a:lnTo>
                  <a:lnTo>
                    <a:pt x="123738" y="6061877"/>
                  </a:lnTo>
                  <a:lnTo>
                    <a:pt x="123831" y="6061877"/>
                  </a:lnTo>
                  <a:lnTo>
                    <a:pt x="123924" y="6061877"/>
                  </a:lnTo>
                  <a:lnTo>
                    <a:pt x="124018" y="6061877"/>
                  </a:lnTo>
                  <a:lnTo>
                    <a:pt x="124111" y="6061877"/>
                  </a:lnTo>
                  <a:lnTo>
                    <a:pt x="124204" y="6061877"/>
                  </a:lnTo>
                  <a:lnTo>
                    <a:pt x="124297" y="6061877"/>
                  </a:lnTo>
                  <a:lnTo>
                    <a:pt x="124391" y="6061877"/>
                  </a:lnTo>
                  <a:lnTo>
                    <a:pt x="124391" y="6051924"/>
                  </a:lnTo>
                  <a:lnTo>
                    <a:pt x="124484" y="6051924"/>
                  </a:lnTo>
                  <a:lnTo>
                    <a:pt x="124577" y="6051924"/>
                  </a:lnTo>
                  <a:lnTo>
                    <a:pt x="124670" y="6051924"/>
                  </a:lnTo>
                  <a:lnTo>
                    <a:pt x="124764" y="6051924"/>
                  </a:lnTo>
                  <a:lnTo>
                    <a:pt x="124857" y="6051924"/>
                  </a:lnTo>
                  <a:lnTo>
                    <a:pt x="124950" y="6051924"/>
                  </a:lnTo>
                  <a:lnTo>
                    <a:pt x="125043" y="6051924"/>
                  </a:lnTo>
                  <a:lnTo>
                    <a:pt x="125136" y="6051924"/>
                  </a:lnTo>
                  <a:lnTo>
                    <a:pt x="125230" y="6051924"/>
                  </a:lnTo>
                  <a:lnTo>
                    <a:pt x="125323" y="6051924"/>
                  </a:lnTo>
                  <a:lnTo>
                    <a:pt x="125416" y="6051924"/>
                  </a:lnTo>
                  <a:lnTo>
                    <a:pt x="125509" y="6051924"/>
                  </a:lnTo>
                  <a:lnTo>
                    <a:pt x="125603" y="6051924"/>
                  </a:lnTo>
                  <a:lnTo>
                    <a:pt x="125696" y="6051924"/>
                  </a:lnTo>
                  <a:lnTo>
                    <a:pt x="125789" y="6051924"/>
                  </a:lnTo>
                  <a:lnTo>
                    <a:pt x="125882" y="6051924"/>
                  </a:lnTo>
                  <a:lnTo>
                    <a:pt x="125976" y="6051924"/>
                  </a:lnTo>
                  <a:lnTo>
                    <a:pt x="126069" y="6051924"/>
                  </a:lnTo>
                  <a:lnTo>
                    <a:pt x="126162" y="6051924"/>
                  </a:lnTo>
                  <a:lnTo>
                    <a:pt x="126255" y="6051924"/>
                  </a:lnTo>
                  <a:lnTo>
                    <a:pt x="126349" y="6051924"/>
                  </a:lnTo>
                  <a:lnTo>
                    <a:pt x="126442" y="6051924"/>
                  </a:lnTo>
                  <a:lnTo>
                    <a:pt x="126535" y="6051924"/>
                  </a:lnTo>
                  <a:lnTo>
                    <a:pt x="126628" y="6051924"/>
                  </a:lnTo>
                  <a:lnTo>
                    <a:pt x="126722" y="6051924"/>
                  </a:lnTo>
                  <a:lnTo>
                    <a:pt x="126815" y="6051924"/>
                  </a:lnTo>
                  <a:lnTo>
                    <a:pt x="126908" y="6051924"/>
                  </a:lnTo>
                  <a:lnTo>
                    <a:pt x="127001" y="6051924"/>
                  </a:lnTo>
                  <a:lnTo>
                    <a:pt x="127095" y="6051924"/>
                  </a:lnTo>
                  <a:lnTo>
                    <a:pt x="127188" y="6051924"/>
                  </a:lnTo>
                  <a:lnTo>
                    <a:pt x="127281" y="6051924"/>
                  </a:lnTo>
                  <a:lnTo>
                    <a:pt x="127374" y="6051924"/>
                  </a:lnTo>
                  <a:lnTo>
                    <a:pt x="127468" y="6051924"/>
                  </a:lnTo>
                  <a:lnTo>
                    <a:pt x="127561" y="6051924"/>
                  </a:lnTo>
                  <a:lnTo>
                    <a:pt x="127654" y="6051924"/>
                  </a:lnTo>
                  <a:lnTo>
                    <a:pt x="127747" y="6051924"/>
                  </a:lnTo>
                  <a:lnTo>
                    <a:pt x="127841" y="6051924"/>
                  </a:lnTo>
                  <a:lnTo>
                    <a:pt x="127934" y="6051924"/>
                  </a:lnTo>
                  <a:lnTo>
                    <a:pt x="128027" y="6051924"/>
                  </a:lnTo>
                  <a:lnTo>
                    <a:pt x="128120" y="6051924"/>
                  </a:lnTo>
                  <a:lnTo>
                    <a:pt x="128214" y="6051924"/>
                  </a:lnTo>
                  <a:lnTo>
                    <a:pt x="128307" y="6051924"/>
                  </a:lnTo>
                  <a:lnTo>
                    <a:pt x="128307" y="6041970"/>
                  </a:lnTo>
                  <a:lnTo>
                    <a:pt x="128400" y="6041970"/>
                  </a:lnTo>
                  <a:lnTo>
                    <a:pt x="128493" y="6041970"/>
                  </a:lnTo>
                  <a:lnTo>
                    <a:pt x="128587" y="6041970"/>
                  </a:lnTo>
                  <a:lnTo>
                    <a:pt x="128680" y="6041970"/>
                  </a:lnTo>
                  <a:lnTo>
                    <a:pt x="128773" y="6041970"/>
                  </a:lnTo>
                  <a:lnTo>
                    <a:pt x="128866" y="6041970"/>
                  </a:lnTo>
                  <a:lnTo>
                    <a:pt x="128866" y="6032016"/>
                  </a:lnTo>
                  <a:lnTo>
                    <a:pt x="128960" y="6032016"/>
                  </a:lnTo>
                  <a:lnTo>
                    <a:pt x="129053" y="6032016"/>
                  </a:lnTo>
                  <a:lnTo>
                    <a:pt x="129146" y="6032016"/>
                  </a:lnTo>
                  <a:lnTo>
                    <a:pt x="129239" y="6032016"/>
                  </a:lnTo>
                  <a:lnTo>
                    <a:pt x="129333" y="6032016"/>
                  </a:lnTo>
                  <a:lnTo>
                    <a:pt x="129426" y="6032016"/>
                  </a:lnTo>
                  <a:lnTo>
                    <a:pt x="129519" y="6032016"/>
                  </a:lnTo>
                  <a:lnTo>
                    <a:pt x="129612" y="6032016"/>
                  </a:lnTo>
                  <a:lnTo>
                    <a:pt x="129706" y="6032016"/>
                  </a:lnTo>
                  <a:lnTo>
                    <a:pt x="129799" y="6032016"/>
                  </a:lnTo>
                  <a:lnTo>
                    <a:pt x="129892" y="6032016"/>
                  </a:lnTo>
                  <a:lnTo>
                    <a:pt x="129985" y="6032016"/>
                  </a:lnTo>
                  <a:lnTo>
                    <a:pt x="130079" y="6032016"/>
                  </a:lnTo>
                  <a:lnTo>
                    <a:pt x="130172" y="6032016"/>
                  </a:lnTo>
                  <a:lnTo>
                    <a:pt x="130265" y="6032016"/>
                  </a:lnTo>
                  <a:lnTo>
                    <a:pt x="130358" y="6032016"/>
                  </a:lnTo>
                  <a:lnTo>
                    <a:pt x="130452" y="6032016"/>
                  </a:lnTo>
                  <a:lnTo>
                    <a:pt x="130545" y="6032016"/>
                  </a:lnTo>
                  <a:lnTo>
                    <a:pt x="130638" y="6032016"/>
                  </a:lnTo>
                  <a:lnTo>
                    <a:pt x="130731" y="6032016"/>
                  </a:lnTo>
                  <a:lnTo>
                    <a:pt x="130825" y="6032016"/>
                  </a:lnTo>
                  <a:lnTo>
                    <a:pt x="130918" y="6032016"/>
                  </a:lnTo>
                  <a:lnTo>
                    <a:pt x="131011" y="6032016"/>
                  </a:lnTo>
                  <a:lnTo>
                    <a:pt x="131104" y="6032016"/>
                  </a:lnTo>
                  <a:lnTo>
                    <a:pt x="131198" y="6032016"/>
                  </a:lnTo>
                  <a:lnTo>
                    <a:pt x="131291" y="6032016"/>
                  </a:lnTo>
                  <a:lnTo>
                    <a:pt x="131384" y="6032016"/>
                  </a:lnTo>
                  <a:lnTo>
                    <a:pt x="131477" y="6032016"/>
                  </a:lnTo>
                  <a:lnTo>
                    <a:pt x="131571" y="6032016"/>
                  </a:lnTo>
                  <a:lnTo>
                    <a:pt x="131664" y="6032016"/>
                  </a:lnTo>
                  <a:lnTo>
                    <a:pt x="131757" y="6032016"/>
                  </a:lnTo>
                  <a:lnTo>
                    <a:pt x="131850" y="6032016"/>
                  </a:lnTo>
                  <a:lnTo>
                    <a:pt x="131943" y="6032016"/>
                  </a:lnTo>
                  <a:lnTo>
                    <a:pt x="132037" y="6032016"/>
                  </a:lnTo>
                  <a:lnTo>
                    <a:pt x="132130" y="6032016"/>
                  </a:lnTo>
                  <a:lnTo>
                    <a:pt x="132223" y="6032016"/>
                  </a:lnTo>
                  <a:lnTo>
                    <a:pt x="132316" y="6032016"/>
                  </a:lnTo>
                  <a:lnTo>
                    <a:pt x="132410" y="6032016"/>
                  </a:lnTo>
                  <a:lnTo>
                    <a:pt x="132503" y="6032016"/>
                  </a:lnTo>
                  <a:lnTo>
                    <a:pt x="132596" y="6032016"/>
                  </a:lnTo>
                  <a:lnTo>
                    <a:pt x="132689" y="6032016"/>
                  </a:lnTo>
                  <a:lnTo>
                    <a:pt x="132783" y="6032016"/>
                  </a:lnTo>
                  <a:lnTo>
                    <a:pt x="132876" y="6032016"/>
                  </a:lnTo>
                  <a:lnTo>
                    <a:pt x="132969" y="6032016"/>
                  </a:lnTo>
                  <a:lnTo>
                    <a:pt x="133062" y="6032016"/>
                  </a:lnTo>
                  <a:lnTo>
                    <a:pt x="133156" y="6032016"/>
                  </a:lnTo>
                  <a:lnTo>
                    <a:pt x="133249" y="6032016"/>
                  </a:lnTo>
                  <a:lnTo>
                    <a:pt x="133342" y="6032016"/>
                  </a:lnTo>
                  <a:lnTo>
                    <a:pt x="133435" y="6032016"/>
                  </a:lnTo>
                  <a:lnTo>
                    <a:pt x="133529" y="6032016"/>
                  </a:lnTo>
                  <a:lnTo>
                    <a:pt x="133622" y="6032016"/>
                  </a:lnTo>
                  <a:lnTo>
                    <a:pt x="133715" y="6032016"/>
                  </a:lnTo>
                  <a:lnTo>
                    <a:pt x="133808" y="6032016"/>
                  </a:lnTo>
                  <a:lnTo>
                    <a:pt x="133902" y="6032016"/>
                  </a:lnTo>
                  <a:lnTo>
                    <a:pt x="133995" y="6032016"/>
                  </a:lnTo>
                  <a:lnTo>
                    <a:pt x="134088" y="6032016"/>
                  </a:lnTo>
                  <a:lnTo>
                    <a:pt x="134181" y="6032016"/>
                  </a:lnTo>
                  <a:lnTo>
                    <a:pt x="134275" y="6032016"/>
                  </a:lnTo>
                  <a:lnTo>
                    <a:pt x="134368" y="6032016"/>
                  </a:lnTo>
                  <a:lnTo>
                    <a:pt x="134461" y="6032016"/>
                  </a:lnTo>
                  <a:lnTo>
                    <a:pt x="134554" y="6032016"/>
                  </a:lnTo>
                  <a:lnTo>
                    <a:pt x="134648" y="6032016"/>
                  </a:lnTo>
                  <a:lnTo>
                    <a:pt x="134741" y="6032016"/>
                  </a:lnTo>
                  <a:lnTo>
                    <a:pt x="134834" y="6032016"/>
                  </a:lnTo>
                  <a:lnTo>
                    <a:pt x="134927" y="6032016"/>
                  </a:lnTo>
                  <a:lnTo>
                    <a:pt x="135021" y="6032016"/>
                  </a:lnTo>
                  <a:lnTo>
                    <a:pt x="135114" y="6032016"/>
                  </a:lnTo>
                  <a:lnTo>
                    <a:pt x="135207" y="6032016"/>
                  </a:lnTo>
                  <a:lnTo>
                    <a:pt x="135300" y="6032016"/>
                  </a:lnTo>
                  <a:lnTo>
                    <a:pt x="135394" y="6032016"/>
                  </a:lnTo>
                  <a:lnTo>
                    <a:pt x="135487" y="6032016"/>
                  </a:lnTo>
                  <a:lnTo>
                    <a:pt x="135580" y="6032016"/>
                  </a:lnTo>
                  <a:lnTo>
                    <a:pt x="135673" y="6032016"/>
                  </a:lnTo>
                  <a:lnTo>
                    <a:pt x="135767" y="6032016"/>
                  </a:lnTo>
                  <a:lnTo>
                    <a:pt x="135860" y="6032016"/>
                  </a:lnTo>
                  <a:lnTo>
                    <a:pt x="135953" y="6032016"/>
                  </a:lnTo>
                  <a:lnTo>
                    <a:pt x="136046" y="6032016"/>
                  </a:lnTo>
                  <a:lnTo>
                    <a:pt x="136140" y="6032016"/>
                  </a:lnTo>
                  <a:lnTo>
                    <a:pt x="136233" y="6032016"/>
                  </a:lnTo>
                  <a:lnTo>
                    <a:pt x="136326" y="6032016"/>
                  </a:lnTo>
                  <a:lnTo>
                    <a:pt x="136419" y="6032016"/>
                  </a:lnTo>
                  <a:lnTo>
                    <a:pt x="136513" y="6032016"/>
                  </a:lnTo>
                  <a:lnTo>
                    <a:pt x="136606" y="6032016"/>
                  </a:lnTo>
                  <a:lnTo>
                    <a:pt x="136699" y="6032016"/>
                  </a:lnTo>
                  <a:lnTo>
                    <a:pt x="136792" y="6032016"/>
                  </a:lnTo>
                  <a:lnTo>
                    <a:pt x="136886" y="6032016"/>
                  </a:lnTo>
                  <a:lnTo>
                    <a:pt x="136979" y="6032016"/>
                  </a:lnTo>
                  <a:lnTo>
                    <a:pt x="137072" y="6032016"/>
                  </a:lnTo>
                  <a:lnTo>
                    <a:pt x="137165" y="6032016"/>
                  </a:lnTo>
                  <a:lnTo>
                    <a:pt x="137259" y="6032016"/>
                  </a:lnTo>
                  <a:lnTo>
                    <a:pt x="137352" y="6032016"/>
                  </a:lnTo>
                  <a:lnTo>
                    <a:pt x="137445" y="6032016"/>
                  </a:lnTo>
                  <a:lnTo>
                    <a:pt x="137538" y="6032016"/>
                  </a:lnTo>
                  <a:lnTo>
                    <a:pt x="137632" y="6032016"/>
                  </a:lnTo>
                  <a:lnTo>
                    <a:pt x="137725" y="6032016"/>
                  </a:lnTo>
                  <a:lnTo>
                    <a:pt x="137818" y="6032016"/>
                  </a:lnTo>
                  <a:lnTo>
                    <a:pt x="137911" y="6032016"/>
                  </a:lnTo>
                  <a:lnTo>
                    <a:pt x="138005" y="6032016"/>
                  </a:lnTo>
                  <a:lnTo>
                    <a:pt x="138098" y="6032016"/>
                  </a:lnTo>
                  <a:lnTo>
                    <a:pt x="138191" y="6032016"/>
                  </a:lnTo>
                  <a:lnTo>
                    <a:pt x="138284" y="6032016"/>
                  </a:lnTo>
                  <a:lnTo>
                    <a:pt x="138378" y="6032016"/>
                  </a:lnTo>
                  <a:lnTo>
                    <a:pt x="138471" y="6032016"/>
                  </a:lnTo>
                  <a:lnTo>
                    <a:pt x="138564" y="6032016"/>
                  </a:lnTo>
                  <a:lnTo>
                    <a:pt x="138657" y="6032016"/>
                  </a:lnTo>
                  <a:lnTo>
                    <a:pt x="138751" y="6032016"/>
                  </a:lnTo>
                  <a:lnTo>
                    <a:pt x="138844" y="6032016"/>
                  </a:lnTo>
                  <a:lnTo>
                    <a:pt x="138937" y="6032016"/>
                  </a:lnTo>
                  <a:lnTo>
                    <a:pt x="139030" y="6032016"/>
                  </a:lnTo>
                  <a:lnTo>
                    <a:pt x="139123" y="6032016"/>
                  </a:lnTo>
                  <a:lnTo>
                    <a:pt x="139217" y="6032016"/>
                  </a:lnTo>
                  <a:lnTo>
                    <a:pt x="139310" y="6032016"/>
                  </a:lnTo>
                  <a:lnTo>
                    <a:pt x="139403" y="6032016"/>
                  </a:lnTo>
                  <a:lnTo>
                    <a:pt x="139496" y="6032016"/>
                  </a:lnTo>
                  <a:lnTo>
                    <a:pt x="139590" y="6032016"/>
                  </a:lnTo>
                  <a:lnTo>
                    <a:pt x="139683" y="6032016"/>
                  </a:lnTo>
                  <a:lnTo>
                    <a:pt x="139776" y="6032016"/>
                  </a:lnTo>
                  <a:lnTo>
                    <a:pt x="139869" y="6032016"/>
                  </a:lnTo>
                  <a:lnTo>
                    <a:pt x="139963" y="6032016"/>
                  </a:lnTo>
                  <a:lnTo>
                    <a:pt x="140056" y="6032016"/>
                  </a:lnTo>
                  <a:lnTo>
                    <a:pt x="140149" y="6032016"/>
                  </a:lnTo>
                  <a:lnTo>
                    <a:pt x="140242" y="6032016"/>
                  </a:lnTo>
                  <a:lnTo>
                    <a:pt x="140336" y="6032016"/>
                  </a:lnTo>
                  <a:lnTo>
                    <a:pt x="140429" y="6032016"/>
                  </a:lnTo>
                  <a:lnTo>
                    <a:pt x="140522" y="6032016"/>
                  </a:lnTo>
                  <a:lnTo>
                    <a:pt x="140615" y="6032016"/>
                  </a:lnTo>
                  <a:lnTo>
                    <a:pt x="140709" y="6032016"/>
                  </a:lnTo>
                  <a:lnTo>
                    <a:pt x="140802" y="6032016"/>
                  </a:lnTo>
                  <a:lnTo>
                    <a:pt x="140895" y="6032016"/>
                  </a:lnTo>
                  <a:lnTo>
                    <a:pt x="140988" y="6032016"/>
                  </a:lnTo>
                  <a:lnTo>
                    <a:pt x="141082" y="6032016"/>
                  </a:lnTo>
                  <a:lnTo>
                    <a:pt x="141175" y="6032016"/>
                  </a:lnTo>
                  <a:lnTo>
                    <a:pt x="141268" y="6032016"/>
                  </a:lnTo>
                  <a:lnTo>
                    <a:pt x="141361" y="6032016"/>
                  </a:lnTo>
                  <a:lnTo>
                    <a:pt x="141455" y="6032016"/>
                  </a:lnTo>
                  <a:lnTo>
                    <a:pt x="141548" y="6032016"/>
                  </a:lnTo>
                  <a:lnTo>
                    <a:pt x="141641" y="6032016"/>
                  </a:lnTo>
                  <a:lnTo>
                    <a:pt x="141734" y="6032016"/>
                  </a:lnTo>
                  <a:lnTo>
                    <a:pt x="141828" y="6032016"/>
                  </a:lnTo>
                  <a:lnTo>
                    <a:pt x="141921" y="6032016"/>
                  </a:lnTo>
                  <a:lnTo>
                    <a:pt x="142014" y="6032016"/>
                  </a:lnTo>
                  <a:lnTo>
                    <a:pt x="142107" y="6032016"/>
                  </a:lnTo>
                  <a:lnTo>
                    <a:pt x="142201" y="6032016"/>
                  </a:lnTo>
                  <a:lnTo>
                    <a:pt x="142294" y="6032016"/>
                  </a:lnTo>
                  <a:lnTo>
                    <a:pt x="142387" y="6032016"/>
                  </a:lnTo>
                  <a:lnTo>
                    <a:pt x="142480" y="6032016"/>
                  </a:lnTo>
                  <a:lnTo>
                    <a:pt x="142574" y="6032016"/>
                  </a:lnTo>
                  <a:lnTo>
                    <a:pt x="142667" y="6032016"/>
                  </a:lnTo>
                  <a:lnTo>
                    <a:pt x="142760" y="6032016"/>
                  </a:lnTo>
                  <a:lnTo>
                    <a:pt x="142853" y="6032016"/>
                  </a:lnTo>
                  <a:lnTo>
                    <a:pt x="142947" y="6032016"/>
                  </a:lnTo>
                  <a:lnTo>
                    <a:pt x="143040" y="6032016"/>
                  </a:lnTo>
                  <a:lnTo>
                    <a:pt x="143133" y="6032016"/>
                  </a:lnTo>
                  <a:lnTo>
                    <a:pt x="143226" y="6032016"/>
                  </a:lnTo>
                  <a:lnTo>
                    <a:pt x="143320" y="6032016"/>
                  </a:lnTo>
                  <a:lnTo>
                    <a:pt x="143413" y="6032016"/>
                  </a:lnTo>
                  <a:lnTo>
                    <a:pt x="143506" y="6032016"/>
                  </a:lnTo>
                  <a:lnTo>
                    <a:pt x="143599" y="6032016"/>
                  </a:lnTo>
                  <a:lnTo>
                    <a:pt x="143693" y="6032016"/>
                  </a:lnTo>
                  <a:lnTo>
                    <a:pt x="143786" y="6032016"/>
                  </a:lnTo>
                  <a:lnTo>
                    <a:pt x="143786" y="6022062"/>
                  </a:lnTo>
                  <a:lnTo>
                    <a:pt x="143879" y="6022062"/>
                  </a:lnTo>
                  <a:lnTo>
                    <a:pt x="143972" y="6022062"/>
                  </a:lnTo>
                  <a:lnTo>
                    <a:pt x="144066" y="6022062"/>
                  </a:lnTo>
                  <a:lnTo>
                    <a:pt x="144159" y="6022062"/>
                  </a:lnTo>
                  <a:lnTo>
                    <a:pt x="144252" y="6022062"/>
                  </a:lnTo>
                  <a:lnTo>
                    <a:pt x="144345" y="6022062"/>
                  </a:lnTo>
                  <a:lnTo>
                    <a:pt x="144439" y="6022062"/>
                  </a:lnTo>
                  <a:lnTo>
                    <a:pt x="144532" y="6022062"/>
                  </a:lnTo>
                  <a:lnTo>
                    <a:pt x="144625" y="6022062"/>
                  </a:lnTo>
                  <a:lnTo>
                    <a:pt x="144718" y="6022062"/>
                  </a:lnTo>
                  <a:lnTo>
                    <a:pt x="144812" y="6022062"/>
                  </a:lnTo>
                  <a:lnTo>
                    <a:pt x="144905" y="6022062"/>
                  </a:lnTo>
                  <a:lnTo>
                    <a:pt x="144998" y="6022062"/>
                  </a:lnTo>
                  <a:lnTo>
                    <a:pt x="145091" y="6022062"/>
                  </a:lnTo>
                  <a:lnTo>
                    <a:pt x="145185" y="6022062"/>
                  </a:lnTo>
                  <a:lnTo>
                    <a:pt x="145278" y="6022062"/>
                  </a:lnTo>
                  <a:lnTo>
                    <a:pt x="145371" y="6022062"/>
                  </a:lnTo>
                  <a:lnTo>
                    <a:pt x="145371" y="6012108"/>
                  </a:lnTo>
                  <a:lnTo>
                    <a:pt x="145464" y="6012108"/>
                  </a:lnTo>
                  <a:lnTo>
                    <a:pt x="145558" y="6012108"/>
                  </a:lnTo>
                  <a:lnTo>
                    <a:pt x="145651" y="6012108"/>
                  </a:lnTo>
                  <a:lnTo>
                    <a:pt x="145744" y="6012108"/>
                  </a:lnTo>
                  <a:lnTo>
                    <a:pt x="145837" y="6012108"/>
                  </a:lnTo>
                  <a:lnTo>
                    <a:pt x="145930" y="6012108"/>
                  </a:lnTo>
                  <a:lnTo>
                    <a:pt x="146024" y="6012108"/>
                  </a:lnTo>
                  <a:lnTo>
                    <a:pt x="146117" y="6012108"/>
                  </a:lnTo>
                  <a:lnTo>
                    <a:pt x="146210" y="6012108"/>
                  </a:lnTo>
                  <a:lnTo>
                    <a:pt x="146303" y="6012108"/>
                  </a:lnTo>
                  <a:lnTo>
                    <a:pt x="146397" y="6012108"/>
                  </a:lnTo>
                  <a:lnTo>
                    <a:pt x="146490" y="6012108"/>
                  </a:lnTo>
                  <a:lnTo>
                    <a:pt x="146583" y="6012108"/>
                  </a:lnTo>
                  <a:lnTo>
                    <a:pt x="146676" y="6012108"/>
                  </a:lnTo>
                  <a:lnTo>
                    <a:pt x="146770" y="6012108"/>
                  </a:lnTo>
                  <a:lnTo>
                    <a:pt x="146863" y="6012108"/>
                  </a:lnTo>
                  <a:lnTo>
                    <a:pt x="146956" y="6012108"/>
                  </a:lnTo>
                  <a:lnTo>
                    <a:pt x="147049" y="6012108"/>
                  </a:lnTo>
                  <a:lnTo>
                    <a:pt x="147143" y="6012108"/>
                  </a:lnTo>
                  <a:lnTo>
                    <a:pt x="147236" y="6012108"/>
                  </a:lnTo>
                  <a:lnTo>
                    <a:pt x="147329" y="6012108"/>
                  </a:lnTo>
                  <a:lnTo>
                    <a:pt x="147422" y="6012108"/>
                  </a:lnTo>
                  <a:lnTo>
                    <a:pt x="147516" y="6012108"/>
                  </a:lnTo>
                  <a:lnTo>
                    <a:pt x="147609" y="6012108"/>
                  </a:lnTo>
                  <a:lnTo>
                    <a:pt x="147702" y="6012108"/>
                  </a:lnTo>
                  <a:lnTo>
                    <a:pt x="147795" y="6012108"/>
                  </a:lnTo>
                  <a:lnTo>
                    <a:pt x="147889" y="6012108"/>
                  </a:lnTo>
                  <a:lnTo>
                    <a:pt x="147889" y="6002155"/>
                  </a:lnTo>
                  <a:lnTo>
                    <a:pt x="147982" y="6002155"/>
                  </a:lnTo>
                  <a:lnTo>
                    <a:pt x="148075" y="6002155"/>
                  </a:lnTo>
                  <a:lnTo>
                    <a:pt x="148168" y="6002155"/>
                  </a:lnTo>
                  <a:lnTo>
                    <a:pt x="148262" y="6002155"/>
                  </a:lnTo>
                  <a:lnTo>
                    <a:pt x="148355" y="6002155"/>
                  </a:lnTo>
                  <a:lnTo>
                    <a:pt x="148448" y="6002155"/>
                  </a:lnTo>
                  <a:lnTo>
                    <a:pt x="148541" y="6002155"/>
                  </a:lnTo>
                  <a:lnTo>
                    <a:pt x="148635" y="6002155"/>
                  </a:lnTo>
                  <a:lnTo>
                    <a:pt x="148728" y="6002155"/>
                  </a:lnTo>
                  <a:lnTo>
                    <a:pt x="148821" y="6002155"/>
                  </a:lnTo>
                  <a:lnTo>
                    <a:pt x="148914" y="6002155"/>
                  </a:lnTo>
                  <a:lnTo>
                    <a:pt x="149008" y="6002155"/>
                  </a:lnTo>
                  <a:lnTo>
                    <a:pt x="149101" y="6002155"/>
                  </a:lnTo>
                  <a:lnTo>
                    <a:pt x="149194" y="6002155"/>
                  </a:lnTo>
                  <a:lnTo>
                    <a:pt x="149287" y="6002155"/>
                  </a:lnTo>
                  <a:lnTo>
                    <a:pt x="149381" y="6002155"/>
                  </a:lnTo>
                  <a:lnTo>
                    <a:pt x="149474" y="6002155"/>
                  </a:lnTo>
                  <a:lnTo>
                    <a:pt x="149567" y="6002155"/>
                  </a:lnTo>
                  <a:lnTo>
                    <a:pt x="149660" y="6002155"/>
                  </a:lnTo>
                  <a:lnTo>
                    <a:pt x="149754" y="6002155"/>
                  </a:lnTo>
                  <a:lnTo>
                    <a:pt x="149847" y="6002155"/>
                  </a:lnTo>
                  <a:lnTo>
                    <a:pt x="149940" y="6002155"/>
                  </a:lnTo>
                  <a:lnTo>
                    <a:pt x="150033" y="6002155"/>
                  </a:lnTo>
                  <a:lnTo>
                    <a:pt x="150127" y="6002155"/>
                  </a:lnTo>
                  <a:lnTo>
                    <a:pt x="150220" y="6002155"/>
                  </a:lnTo>
                  <a:lnTo>
                    <a:pt x="150313" y="6002155"/>
                  </a:lnTo>
                  <a:lnTo>
                    <a:pt x="150406" y="6002155"/>
                  </a:lnTo>
                  <a:lnTo>
                    <a:pt x="150500" y="6002155"/>
                  </a:lnTo>
                  <a:lnTo>
                    <a:pt x="150593" y="6002155"/>
                  </a:lnTo>
                  <a:lnTo>
                    <a:pt x="150686" y="6002155"/>
                  </a:lnTo>
                  <a:lnTo>
                    <a:pt x="150779" y="6002155"/>
                  </a:lnTo>
                  <a:lnTo>
                    <a:pt x="150873" y="6002155"/>
                  </a:lnTo>
                  <a:lnTo>
                    <a:pt x="150966" y="6002155"/>
                  </a:lnTo>
                  <a:lnTo>
                    <a:pt x="151059" y="6002155"/>
                  </a:lnTo>
                  <a:lnTo>
                    <a:pt x="151152" y="6002155"/>
                  </a:lnTo>
                  <a:lnTo>
                    <a:pt x="151246" y="6002155"/>
                  </a:lnTo>
                  <a:lnTo>
                    <a:pt x="151339" y="6002155"/>
                  </a:lnTo>
                  <a:lnTo>
                    <a:pt x="151432" y="6002155"/>
                  </a:lnTo>
                  <a:lnTo>
                    <a:pt x="151525" y="6002155"/>
                  </a:lnTo>
                  <a:lnTo>
                    <a:pt x="151619" y="6002155"/>
                  </a:lnTo>
                  <a:lnTo>
                    <a:pt x="151712" y="6002155"/>
                  </a:lnTo>
                  <a:lnTo>
                    <a:pt x="151805" y="6002155"/>
                  </a:lnTo>
                  <a:lnTo>
                    <a:pt x="151898" y="6002155"/>
                  </a:lnTo>
                  <a:lnTo>
                    <a:pt x="151992" y="6002155"/>
                  </a:lnTo>
                  <a:lnTo>
                    <a:pt x="152085" y="6002155"/>
                  </a:lnTo>
                  <a:lnTo>
                    <a:pt x="152178" y="6002155"/>
                  </a:lnTo>
                  <a:lnTo>
                    <a:pt x="152271" y="6002155"/>
                  </a:lnTo>
                  <a:lnTo>
                    <a:pt x="152365" y="6002155"/>
                  </a:lnTo>
                  <a:lnTo>
                    <a:pt x="152458" y="6002155"/>
                  </a:lnTo>
                  <a:lnTo>
                    <a:pt x="152551" y="6002155"/>
                  </a:lnTo>
                  <a:lnTo>
                    <a:pt x="152644" y="6002155"/>
                  </a:lnTo>
                  <a:lnTo>
                    <a:pt x="152737" y="6002155"/>
                  </a:lnTo>
                  <a:lnTo>
                    <a:pt x="152831" y="6002155"/>
                  </a:lnTo>
                  <a:lnTo>
                    <a:pt x="152924" y="6002155"/>
                  </a:lnTo>
                  <a:lnTo>
                    <a:pt x="153017" y="6002155"/>
                  </a:lnTo>
                  <a:lnTo>
                    <a:pt x="153110" y="6002155"/>
                  </a:lnTo>
                  <a:lnTo>
                    <a:pt x="153204" y="6002155"/>
                  </a:lnTo>
                  <a:lnTo>
                    <a:pt x="153297" y="6002155"/>
                  </a:lnTo>
                  <a:lnTo>
                    <a:pt x="153390" y="6002155"/>
                  </a:lnTo>
                  <a:lnTo>
                    <a:pt x="153483" y="6002155"/>
                  </a:lnTo>
                  <a:lnTo>
                    <a:pt x="153577" y="6002155"/>
                  </a:lnTo>
                  <a:lnTo>
                    <a:pt x="153670" y="6002155"/>
                  </a:lnTo>
                  <a:lnTo>
                    <a:pt x="153763" y="6002155"/>
                  </a:lnTo>
                  <a:lnTo>
                    <a:pt x="153856" y="6002155"/>
                  </a:lnTo>
                  <a:lnTo>
                    <a:pt x="153950" y="6002155"/>
                  </a:lnTo>
                  <a:lnTo>
                    <a:pt x="154043" y="6002155"/>
                  </a:lnTo>
                  <a:lnTo>
                    <a:pt x="154136" y="6002155"/>
                  </a:lnTo>
                  <a:lnTo>
                    <a:pt x="154229" y="6002155"/>
                  </a:lnTo>
                  <a:lnTo>
                    <a:pt x="154323" y="6002155"/>
                  </a:lnTo>
                  <a:lnTo>
                    <a:pt x="154416" y="6002155"/>
                  </a:lnTo>
                  <a:lnTo>
                    <a:pt x="154509" y="6002155"/>
                  </a:lnTo>
                  <a:lnTo>
                    <a:pt x="154602" y="6002155"/>
                  </a:lnTo>
                  <a:lnTo>
                    <a:pt x="154696" y="6002155"/>
                  </a:lnTo>
                  <a:lnTo>
                    <a:pt x="154789" y="6002155"/>
                  </a:lnTo>
                  <a:lnTo>
                    <a:pt x="154882" y="6002155"/>
                  </a:lnTo>
                  <a:lnTo>
                    <a:pt x="154975" y="6002155"/>
                  </a:lnTo>
                  <a:lnTo>
                    <a:pt x="155069" y="6002155"/>
                  </a:lnTo>
                  <a:lnTo>
                    <a:pt x="155162" y="6002155"/>
                  </a:lnTo>
                  <a:lnTo>
                    <a:pt x="155255" y="6002155"/>
                  </a:lnTo>
                  <a:lnTo>
                    <a:pt x="155348" y="6002155"/>
                  </a:lnTo>
                  <a:lnTo>
                    <a:pt x="155442" y="6002155"/>
                  </a:lnTo>
                  <a:lnTo>
                    <a:pt x="155535" y="6002155"/>
                  </a:lnTo>
                  <a:lnTo>
                    <a:pt x="155628" y="6002155"/>
                  </a:lnTo>
                  <a:lnTo>
                    <a:pt x="155721" y="6002155"/>
                  </a:lnTo>
                  <a:lnTo>
                    <a:pt x="155815" y="6002155"/>
                  </a:lnTo>
                  <a:lnTo>
                    <a:pt x="155908" y="6002155"/>
                  </a:lnTo>
                  <a:lnTo>
                    <a:pt x="156001" y="6002155"/>
                  </a:lnTo>
                  <a:lnTo>
                    <a:pt x="156094" y="6002155"/>
                  </a:lnTo>
                  <a:lnTo>
                    <a:pt x="156188" y="6002155"/>
                  </a:lnTo>
                  <a:lnTo>
                    <a:pt x="156281" y="6002155"/>
                  </a:lnTo>
                  <a:lnTo>
                    <a:pt x="156374" y="6002155"/>
                  </a:lnTo>
                  <a:lnTo>
                    <a:pt x="156467" y="6002155"/>
                  </a:lnTo>
                  <a:lnTo>
                    <a:pt x="156561" y="6002155"/>
                  </a:lnTo>
                  <a:lnTo>
                    <a:pt x="156654" y="6002155"/>
                  </a:lnTo>
                  <a:lnTo>
                    <a:pt x="156747" y="6002155"/>
                  </a:lnTo>
                  <a:lnTo>
                    <a:pt x="156840" y="6002155"/>
                  </a:lnTo>
                  <a:lnTo>
                    <a:pt x="156934" y="6002155"/>
                  </a:lnTo>
                  <a:lnTo>
                    <a:pt x="157027" y="6002155"/>
                  </a:lnTo>
                  <a:lnTo>
                    <a:pt x="157120" y="6002155"/>
                  </a:lnTo>
                  <a:lnTo>
                    <a:pt x="157120" y="5992201"/>
                  </a:lnTo>
                  <a:lnTo>
                    <a:pt x="157213" y="5992201"/>
                  </a:lnTo>
                  <a:lnTo>
                    <a:pt x="157307" y="5992201"/>
                  </a:lnTo>
                  <a:lnTo>
                    <a:pt x="157400" y="5992201"/>
                  </a:lnTo>
                  <a:lnTo>
                    <a:pt x="157493" y="5992201"/>
                  </a:lnTo>
                  <a:lnTo>
                    <a:pt x="157586" y="5992201"/>
                  </a:lnTo>
                  <a:lnTo>
                    <a:pt x="157680" y="5992201"/>
                  </a:lnTo>
                  <a:lnTo>
                    <a:pt x="157773" y="5992201"/>
                  </a:lnTo>
                  <a:lnTo>
                    <a:pt x="157866" y="5992201"/>
                  </a:lnTo>
                  <a:lnTo>
                    <a:pt x="157959" y="5992201"/>
                  </a:lnTo>
                  <a:lnTo>
                    <a:pt x="158053" y="5992201"/>
                  </a:lnTo>
                  <a:lnTo>
                    <a:pt x="158146" y="5992201"/>
                  </a:lnTo>
                  <a:lnTo>
                    <a:pt x="158239" y="5992201"/>
                  </a:lnTo>
                  <a:lnTo>
                    <a:pt x="158332" y="5992201"/>
                  </a:lnTo>
                  <a:lnTo>
                    <a:pt x="158426" y="5992201"/>
                  </a:lnTo>
                  <a:lnTo>
                    <a:pt x="158519" y="5992201"/>
                  </a:lnTo>
                  <a:lnTo>
                    <a:pt x="158612" y="5992201"/>
                  </a:lnTo>
                  <a:lnTo>
                    <a:pt x="158705" y="5992201"/>
                  </a:lnTo>
                  <a:lnTo>
                    <a:pt x="158799" y="5992201"/>
                  </a:lnTo>
                  <a:lnTo>
                    <a:pt x="158892" y="5992201"/>
                  </a:lnTo>
                  <a:lnTo>
                    <a:pt x="158985" y="5992201"/>
                  </a:lnTo>
                  <a:lnTo>
                    <a:pt x="159078" y="5992201"/>
                  </a:lnTo>
                  <a:lnTo>
                    <a:pt x="159172" y="5992201"/>
                  </a:lnTo>
                  <a:lnTo>
                    <a:pt x="159265" y="5992201"/>
                  </a:lnTo>
                  <a:lnTo>
                    <a:pt x="159358" y="5992201"/>
                  </a:lnTo>
                  <a:lnTo>
                    <a:pt x="159451" y="5992201"/>
                  </a:lnTo>
                  <a:lnTo>
                    <a:pt x="159545" y="5992201"/>
                  </a:lnTo>
                  <a:lnTo>
                    <a:pt x="159638" y="5992201"/>
                  </a:lnTo>
                  <a:lnTo>
                    <a:pt x="159638" y="5982247"/>
                  </a:lnTo>
                  <a:lnTo>
                    <a:pt x="159731" y="5982247"/>
                  </a:lnTo>
                  <a:lnTo>
                    <a:pt x="159824" y="5982247"/>
                  </a:lnTo>
                  <a:lnTo>
                    <a:pt x="159917" y="5982247"/>
                  </a:lnTo>
                  <a:lnTo>
                    <a:pt x="160011" y="5982247"/>
                  </a:lnTo>
                  <a:lnTo>
                    <a:pt x="160104" y="5982247"/>
                  </a:lnTo>
                  <a:lnTo>
                    <a:pt x="160197" y="5982247"/>
                  </a:lnTo>
                  <a:lnTo>
                    <a:pt x="160290" y="5982247"/>
                  </a:lnTo>
                  <a:lnTo>
                    <a:pt x="160384" y="5982247"/>
                  </a:lnTo>
                  <a:lnTo>
                    <a:pt x="160477" y="5982247"/>
                  </a:lnTo>
                  <a:lnTo>
                    <a:pt x="160570" y="5982247"/>
                  </a:lnTo>
                  <a:lnTo>
                    <a:pt x="160663" y="5982247"/>
                  </a:lnTo>
                  <a:lnTo>
                    <a:pt x="160757" y="5982247"/>
                  </a:lnTo>
                  <a:lnTo>
                    <a:pt x="160850" y="5982247"/>
                  </a:lnTo>
                  <a:lnTo>
                    <a:pt x="160943" y="5982247"/>
                  </a:lnTo>
                  <a:lnTo>
                    <a:pt x="161036" y="5982247"/>
                  </a:lnTo>
                  <a:lnTo>
                    <a:pt x="161130" y="5982247"/>
                  </a:lnTo>
                  <a:lnTo>
                    <a:pt x="161223" y="5982247"/>
                  </a:lnTo>
                  <a:lnTo>
                    <a:pt x="161316" y="5982247"/>
                  </a:lnTo>
                  <a:lnTo>
                    <a:pt x="161409" y="5982247"/>
                  </a:lnTo>
                  <a:lnTo>
                    <a:pt x="161503" y="5982247"/>
                  </a:lnTo>
                  <a:lnTo>
                    <a:pt x="161596" y="5982247"/>
                  </a:lnTo>
                  <a:lnTo>
                    <a:pt x="161689" y="5982247"/>
                  </a:lnTo>
                  <a:lnTo>
                    <a:pt x="161782" y="5982247"/>
                  </a:lnTo>
                  <a:lnTo>
                    <a:pt x="161876" y="5982247"/>
                  </a:lnTo>
                  <a:lnTo>
                    <a:pt x="161969" y="5982247"/>
                  </a:lnTo>
                  <a:lnTo>
                    <a:pt x="162062" y="5982247"/>
                  </a:lnTo>
                  <a:lnTo>
                    <a:pt x="162155" y="5982247"/>
                  </a:lnTo>
                  <a:lnTo>
                    <a:pt x="162249" y="5982247"/>
                  </a:lnTo>
                  <a:lnTo>
                    <a:pt x="162342" y="5982247"/>
                  </a:lnTo>
                  <a:lnTo>
                    <a:pt x="162435" y="5982247"/>
                  </a:lnTo>
                  <a:lnTo>
                    <a:pt x="162528" y="5982247"/>
                  </a:lnTo>
                  <a:lnTo>
                    <a:pt x="162622" y="5982247"/>
                  </a:lnTo>
                  <a:lnTo>
                    <a:pt x="162715" y="5982247"/>
                  </a:lnTo>
                  <a:lnTo>
                    <a:pt x="162808" y="5982247"/>
                  </a:lnTo>
                  <a:lnTo>
                    <a:pt x="162901" y="5982247"/>
                  </a:lnTo>
                  <a:lnTo>
                    <a:pt x="162995" y="5982247"/>
                  </a:lnTo>
                  <a:lnTo>
                    <a:pt x="163088" y="5982247"/>
                  </a:lnTo>
                  <a:lnTo>
                    <a:pt x="163181" y="5982247"/>
                  </a:lnTo>
                  <a:lnTo>
                    <a:pt x="163274" y="5982247"/>
                  </a:lnTo>
                  <a:lnTo>
                    <a:pt x="163368" y="5982247"/>
                  </a:lnTo>
                  <a:lnTo>
                    <a:pt x="163461" y="5982247"/>
                  </a:lnTo>
                  <a:lnTo>
                    <a:pt x="163554" y="5982247"/>
                  </a:lnTo>
                  <a:lnTo>
                    <a:pt x="163647" y="5982247"/>
                  </a:lnTo>
                  <a:lnTo>
                    <a:pt x="163741" y="5982247"/>
                  </a:lnTo>
                  <a:lnTo>
                    <a:pt x="163834" y="5982247"/>
                  </a:lnTo>
                  <a:lnTo>
                    <a:pt x="163927" y="5982247"/>
                  </a:lnTo>
                  <a:lnTo>
                    <a:pt x="164020" y="5982247"/>
                  </a:lnTo>
                  <a:lnTo>
                    <a:pt x="164114" y="5982247"/>
                  </a:lnTo>
                  <a:lnTo>
                    <a:pt x="164207" y="5982247"/>
                  </a:lnTo>
                  <a:lnTo>
                    <a:pt x="164300" y="5982247"/>
                  </a:lnTo>
                  <a:lnTo>
                    <a:pt x="164393" y="5982247"/>
                  </a:lnTo>
                  <a:lnTo>
                    <a:pt x="164487" y="5982247"/>
                  </a:lnTo>
                  <a:lnTo>
                    <a:pt x="164580" y="5982247"/>
                  </a:lnTo>
                  <a:lnTo>
                    <a:pt x="164673" y="5982247"/>
                  </a:lnTo>
                  <a:lnTo>
                    <a:pt x="164766" y="5982247"/>
                  </a:lnTo>
                  <a:lnTo>
                    <a:pt x="164860" y="5982247"/>
                  </a:lnTo>
                  <a:lnTo>
                    <a:pt x="164953" y="5982247"/>
                  </a:lnTo>
                  <a:lnTo>
                    <a:pt x="165046" y="5982247"/>
                  </a:lnTo>
                  <a:lnTo>
                    <a:pt x="165139" y="5982247"/>
                  </a:lnTo>
                  <a:lnTo>
                    <a:pt x="165233" y="5982247"/>
                  </a:lnTo>
                  <a:lnTo>
                    <a:pt x="165326" y="5982247"/>
                  </a:lnTo>
                  <a:lnTo>
                    <a:pt x="165419" y="5982247"/>
                  </a:lnTo>
                  <a:lnTo>
                    <a:pt x="165512" y="5982247"/>
                  </a:lnTo>
                  <a:lnTo>
                    <a:pt x="165606" y="5982247"/>
                  </a:lnTo>
                  <a:lnTo>
                    <a:pt x="165699" y="5982247"/>
                  </a:lnTo>
                  <a:lnTo>
                    <a:pt x="165792" y="5982247"/>
                  </a:lnTo>
                  <a:lnTo>
                    <a:pt x="165885" y="5982247"/>
                  </a:lnTo>
                  <a:lnTo>
                    <a:pt x="165979" y="5982247"/>
                  </a:lnTo>
                  <a:lnTo>
                    <a:pt x="166072" y="5982247"/>
                  </a:lnTo>
                  <a:lnTo>
                    <a:pt x="166165" y="5982247"/>
                  </a:lnTo>
                  <a:lnTo>
                    <a:pt x="166258" y="5982247"/>
                  </a:lnTo>
                  <a:lnTo>
                    <a:pt x="166352" y="5982247"/>
                  </a:lnTo>
                  <a:lnTo>
                    <a:pt x="166445" y="5982247"/>
                  </a:lnTo>
                  <a:lnTo>
                    <a:pt x="166538" y="5982247"/>
                  </a:lnTo>
                  <a:lnTo>
                    <a:pt x="166631" y="5982247"/>
                  </a:lnTo>
                  <a:lnTo>
                    <a:pt x="166724" y="5982247"/>
                  </a:lnTo>
                  <a:lnTo>
                    <a:pt x="166818" y="5982247"/>
                  </a:lnTo>
                  <a:lnTo>
                    <a:pt x="166911" y="5982247"/>
                  </a:lnTo>
                  <a:lnTo>
                    <a:pt x="167004" y="5982247"/>
                  </a:lnTo>
                  <a:lnTo>
                    <a:pt x="167097" y="5982247"/>
                  </a:lnTo>
                  <a:lnTo>
                    <a:pt x="167097" y="5972293"/>
                  </a:lnTo>
                  <a:lnTo>
                    <a:pt x="167191" y="5972293"/>
                  </a:lnTo>
                  <a:lnTo>
                    <a:pt x="167284" y="5972293"/>
                  </a:lnTo>
                  <a:lnTo>
                    <a:pt x="167377" y="5972293"/>
                  </a:lnTo>
                  <a:lnTo>
                    <a:pt x="167470" y="5972293"/>
                  </a:lnTo>
                  <a:lnTo>
                    <a:pt x="167564" y="5972293"/>
                  </a:lnTo>
                  <a:lnTo>
                    <a:pt x="167657" y="5972293"/>
                  </a:lnTo>
                  <a:lnTo>
                    <a:pt x="167750" y="5972293"/>
                  </a:lnTo>
                  <a:lnTo>
                    <a:pt x="167843" y="5972293"/>
                  </a:lnTo>
                  <a:lnTo>
                    <a:pt x="167937" y="5972293"/>
                  </a:lnTo>
                  <a:lnTo>
                    <a:pt x="168030" y="5972293"/>
                  </a:lnTo>
                  <a:lnTo>
                    <a:pt x="168123" y="5972293"/>
                  </a:lnTo>
                  <a:lnTo>
                    <a:pt x="168216" y="5972293"/>
                  </a:lnTo>
                  <a:lnTo>
                    <a:pt x="168310" y="5972293"/>
                  </a:lnTo>
                  <a:lnTo>
                    <a:pt x="168403" y="5972293"/>
                  </a:lnTo>
                  <a:lnTo>
                    <a:pt x="168496" y="5972293"/>
                  </a:lnTo>
                  <a:lnTo>
                    <a:pt x="168589" y="5972293"/>
                  </a:lnTo>
                  <a:lnTo>
                    <a:pt x="168683" y="5972293"/>
                  </a:lnTo>
                  <a:lnTo>
                    <a:pt x="168776" y="5972293"/>
                  </a:lnTo>
                  <a:lnTo>
                    <a:pt x="168869" y="5972293"/>
                  </a:lnTo>
                  <a:lnTo>
                    <a:pt x="168962" y="5972293"/>
                  </a:lnTo>
                  <a:lnTo>
                    <a:pt x="169056" y="5972293"/>
                  </a:lnTo>
                  <a:lnTo>
                    <a:pt x="169149" y="5972293"/>
                  </a:lnTo>
                  <a:lnTo>
                    <a:pt x="169242" y="5972293"/>
                  </a:lnTo>
                  <a:lnTo>
                    <a:pt x="169335" y="5972293"/>
                  </a:lnTo>
                  <a:lnTo>
                    <a:pt x="169429" y="5972293"/>
                  </a:lnTo>
                  <a:lnTo>
                    <a:pt x="169522" y="5972293"/>
                  </a:lnTo>
                  <a:lnTo>
                    <a:pt x="169615" y="5972293"/>
                  </a:lnTo>
                  <a:lnTo>
                    <a:pt x="169708" y="5972293"/>
                  </a:lnTo>
                  <a:lnTo>
                    <a:pt x="169802" y="5972293"/>
                  </a:lnTo>
                  <a:lnTo>
                    <a:pt x="169895" y="5972293"/>
                  </a:lnTo>
                  <a:lnTo>
                    <a:pt x="169988" y="5972293"/>
                  </a:lnTo>
                  <a:lnTo>
                    <a:pt x="170081" y="5972293"/>
                  </a:lnTo>
                  <a:lnTo>
                    <a:pt x="170175" y="5972293"/>
                  </a:lnTo>
                  <a:lnTo>
                    <a:pt x="170268" y="5972293"/>
                  </a:lnTo>
                  <a:lnTo>
                    <a:pt x="170361" y="5972293"/>
                  </a:lnTo>
                  <a:lnTo>
                    <a:pt x="170454" y="5972293"/>
                  </a:lnTo>
                  <a:lnTo>
                    <a:pt x="170548" y="5972293"/>
                  </a:lnTo>
                  <a:lnTo>
                    <a:pt x="170641" y="5972293"/>
                  </a:lnTo>
                  <a:lnTo>
                    <a:pt x="170734" y="5972293"/>
                  </a:lnTo>
                  <a:lnTo>
                    <a:pt x="170827" y="5972293"/>
                  </a:lnTo>
                  <a:lnTo>
                    <a:pt x="170921" y="5972293"/>
                  </a:lnTo>
                  <a:lnTo>
                    <a:pt x="171014" y="5972293"/>
                  </a:lnTo>
                  <a:lnTo>
                    <a:pt x="171107" y="5972293"/>
                  </a:lnTo>
                  <a:lnTo>
                    <a:pt x="171200" y="5972293"/>
                  </a:lnTo>
                  <a:lnTo>
                    <a:pt x="171294" y="5972293"/>
                  </a:lnTo>
                  <a:lnTo>
                    <a:pt x="171387" y="5972293"/>
                  </a:lnTo>
                  <a:lnTo>
                    <a:pt x="171480" y="5972293"/>
                  </a:lnTo>
                  <a:lnTo>
                    <a:pt x="171573" y="5972293"/>
                  </a:lnTo>
                  <a:lnTo>
                    <a:pt x="171667" y="5972293"/>
                  </a:lnTo>
                  <a:lnTo>
                    <a:pt x="171760" y="5972293"/>
                  </a:lnTo>
                  <a:lnTo>
                    <a:pt x="171853" y="5972293"/>
                  </a:lnTo>
                  <a:lnTo>
                    <a:pt x="171946" y="5972293"/>
                  </a:lnTo>
                  <a:lnTo>
                    <a:pt x="172040" y="5972293"/>
                  </a:lnTo>
                  <a:lnTo>
                    <a:pt x="172133" y="5972293"/>
                  </a:lnTo>
                  <a:lnTo>
                    <a:pt x="172226" y="5972293"/>
                  </a:lnTo>
                  <a:lnTo>
                    <a:pt x="172319" y="5972293"/>
                  </a:lnTo>
                  <a:lnTo>
                    <a:pt x="172413" y="5972293"/>
                  </a:lnTo>
                  <a:lnTo>
                    <a:pt x="172506" y="5972293"/>
                  </a:lnTo>
                  <a:lnTo>
                    <a:pt x="172599" y="5972293"/>
                  </a:lnTo>
                  <a:lnTo>
                    <a:pt x="172692" y="5972293"/>
                  </a:lnTo>
                  <a:lnTo>
                    <a:pt x="172786" y="5972293"/>
                  </a:lnTo>
                  <a:lnTo>
                    <a:pt x="172879" y="5972293"/>
                  </a:lnTo>
                  <a:lnTo>
                    <a:pt x="172972" y="5972293"/>
                  </a:lnTo>
                  <a:lnTo>
                    <a:pt x="173065" y="5972293"/>
                  </a:lnTo>
                  <a:lnTo>
                    <a:pt x="173159" y="5972293"/>
                  </a:lnTo>
                  <a:lnTo>
                    <a:pt x="173252" y="5972293"/>
                  </a:lnTo>
                  <a:lnTo>
                    <a:pt x="173345" y="5972293"/>
                  </a:lnTo>
                  <a:lnTo>
                    <a:pt x="173438" y="5972293"/>
                  </a:lnTo>
                  <a:lnTo>
                    <a:pt x="173531" y="5972293"/>
                  </a:lnTo>
                  <a:lnTo>
                    <a:pt x="173625" y="5972293"/>
                  </a:lnTo>
                  <a:lnTo>
                    <a:pt x="173718" y="5972293"/>
                  </a:lnTo>
                  <a:lnTo>
                    <a:pt x="173811" y="5972293"/>
                  </a:lnTo>
                  <a:lnTo>
                    <a:pt x="173904" y="5972293"/>
                  </a:lnTo>
                  <a:lnTo>
                    <a:pt x="173998" y="5972293"/>
                  </a:lnTo>
                  <a:lnTo>
                    <a:pt x="174091" y="5972293"/>
                  </a:lnTo>
                  <a:lnTo>
                    <a:pt x="174184" y="5972293"/>
                  </a:lnTo>
                  <a:lnTo>
                    <a:pt x="174277" y="5972293"/>
                  </a:lnTo>
                  <a:lnTo>
                    <a:pt x="174371" y="5972293"/>
                  </a:lnTo>
                  <a:lnTo>
                    <a:pt x="174464" y="5972293"/>
                  </a:lnTo>
                  <a:lnTo>
                    <a:pt x="174557" y="5972293"/>
                  </a:lnTo>
                  <a:lnTo>
                    <a:pt x="174650" y="5972293"/>
                  </a:lnTo>
                  <a:lnTo>
                    <a:pt x="174744" y="5972293"/>
                  </a:lnTo>
                  <a:lnTo>
                    <a:pt x="174837" y="5972293"/>
                  </a:lnTo>
                  <a:lnTo>
                    <a:pt x="174930" y="5972293"/>
                  </a:lnTo>
                  <a:lnTo>
                    <a:pt x="175023" y="5972293"/>
                  </a:lnTo>
                  <a:lnTo>
                    <a:pt x="175117" y="5972293"/>
                  </a:lnTo>
                  <a:lnTo>
                    <a:pt x="175210" y="5972293"/>
                  </a:lnTo>
                  <a:lnTo>
                    <a:pt x="175303" y="5972293"/>
                  </a:lnTo>
                  <a:lnTo>
                    <a:pt x="175396" y="5972293"/>
                  </a:lnTo>
                  <a:lnTo>
                    <a:pt x="175490" y="5972293"/>
                  </a:lnTo>
                  <a:lnTo>
                    <a:pt x="175583" y="5972293"/>
                  </a:lnTo>
                  <a:lnTo>
                    <a:pt x="175676" y="5972293"/>
                  </a:lnTo>
                  <a:lnTo>
                    <a:pt x="175769" y="5972293"/>
                  </a:lnTo>
                  <a:lnTo>
                    <a:pt x="175863" y="5972293"/>
                  </a:lnTo>
                  <a:lnTo>
                    <a:pt x="175956" y="5972293"/>
                  </a:lnTo>
                  <a:lnTo>
                    <a:pt x="176049" y="5972293"/>
                  </a:lnTo>
                  <a:lnTo>
                    <a:pt x="176142" y="5972293"/>
                  </a:lnTo>
                  <a:lnTo>
                    <a:pt x="176236" y="5972293"/>
                  </a:lnTo>
                  <a:lnTo>
                    <a:pt x="176329" y="5972293"/>
                  </a:lnTo>
                  <a:lnTo>
                    <a:pt x="176422" y="5972293"/>
                  </a:lnTo>
                  <a:lnTo>
                    <a:pt x="176515" y="5972293"/>
                  </a:lnTo>
                  <a:lnTo>
                    <a:pt x="176609" y="5972293"/>
                  </a:lnTo>
                  <a:lnTo>
                    <a:pt x="176609" y="5962339"/>
                  </a:lnTo>
                  <a:lnTo>
                    <a:pt x="176702" y="5962339"/>
                  </a:lnTo>
                  <a:lnTo>
                    <a:pt x="176795" y="5962339"/>
                  </a:lnTo>
                  <a:lnTo>
                    <a:pt x="176888" y="5962339"/>
                  </a:lnTo>
                  <a:lnTo>
                    <a:pt x="176982" y="5962339"/>
                  </a:lnTo>
                  <a:lnTo>
                    <a:pt x="177075" y="5962339"/>
                  </a:lnTo>
                  <a:lnTo>
                    <a:pt x="177168" y="5962339"/>
                  </a:lnTo>
                  <a:lnTo>
                    <a:pt x="177261" y="5962339"/>
                  </a:lnTo>
                  <a:lnTo>
                    <a:pt x="177261" y="5952385"/>
                  </a:lnTo>
                  <a:lnTo>
                    <a:pt x="177355" y="5952385"/>
                  </a:lnTo>
                  <a:lnTo>
                    <a:pt x="177448" y="5952385"/>
                  </a:lnTo>
                  <a:lnTo>
                    <a:pt x="177541" y="5952385"/>
                  </a:lnTo>
                  <a:lnTo>
                    <a:pt x="177634" y="5952385"/>
                  </a:lnTo>
                  <a:lnTo>
                    <a:pt x="177728" y="5952385"/>
                  </a:lnTo>
                  <a:lnTo>
                    <a:pt x="177821" y="5952385"/>
                  </a:lnTo>
                  <a:lnTo>
                    <a:pt x="177914" y="5952385"/>
                  </a:lnTo>
                  <a:lnTo>
                    <a:pt x="178007" y="5952385"/>
                  </a:lnTo>
                  <a:lnTo>
                    <a:pt x="178101" y="5952385"/>
                  </a:lnTo>
                  <a:lnTo>
                    <a:pt x="178194" y="5952385"/>
                  </a:lnTo>
                  <a:lnTo>
                    <a:pt x="178287" y="5952385"/>
                  </a:lnTo>
                  <a:lnTo>
                    <a:pt x="178380" y="5952385"/>
                  </a:lnTo>
                  <a:lnTo>
                    <a:pt x="178474" y="5952385"/>
                  </a:lnTo>
                  <a:lnTo>
                    <a:pt x="178567" y="5952385"/>
                  </a:lnTo>
                  <a:lnTo>
                    <a:pt x="178660" y="5952385"/>
                  </a:lnTo>
                  <a:lnTo>
                    <a:pt x="178660" y="5942432"/>
                  </a:lnTo>
                  <a:lnTo>
                    <a:pt x="178753" y="5942432"/>
                  </a:lnTo>
                  <a:lnTo>
                    <a:pt x="178847" y="5942432"/>
                  </a:lnTo>
                  <a:lnTo>
                    <a:pt x="178940" y="5942432"/>
                  </a:lnTo>
                  <a:lnTo>
                    <a:pt x="179033" y="5942432"/>
                  </a:lnTo>
                  <a:lnTo>
                    <a:pt x="179126" y="5942432"/>
                  </a:lnTo>
                  <a:lnTo>
                    <a:pt x="179220" y="5942432"/>
                  </a:lnTo>
                  <a:lnTo>
                    <a:pt x="179313" y="5942432"/>
                  </a:lnTo>
                  <a:lnTo>
                    <a:pt x="179406" y="5942432"/>
                  </a:lnTo>
                  <a:lnTo>
                    <a:pt x="179499" y="5942432"/>
                  </a:lnTo>
                  <a:lnTo>
                    <a:pt x="179593" y="5942432"/>
                  </a:lnTo>
                  <a:lnTo>
                    <a:pt x="179686" y="5942432"/>
                  </a:lnTo>
                  <a:lnTo>
                    <a:pt x="179779" y="5942432"/>
                  </a:lnTo>
                  <a:lnTo>
                    <a:pt x="179872" y="5942432"/>
                  </a:lnTo>
                  <a:lnTo>
                    <a:pt x="179966" y="5942432"/>
                  </a:lnTo>
                  <a:lnTo>
                    <a:pt x="180059" y="5942432"/>
                  </a:lnTo>
                  <a:lnTo>
                    <a:pt x="180152" y="5942432"/>
                  </a:lnTo>
                  <a:lnTo>
                    <a:pt x="180245" y="5942432"/>
                  </a:lnTo>
                  <a:lnTo>
                    <a:pt x="180339" y="5942432"/>
                  </a:lnTo>
                  <a:lnTo>
                    <a:pt x="180432" y="5942432"/>
                  </a:lnTo>
                  <a:lnTo>
                    <a:pt x="180432" y="5932478"/>
                  </a:lnTo>
                  <a:lnTo>
                    <a:pt x="180525" y="5932478"/>
                  </a:lnTo>
                  <a:lnTo>
                    <a:pt x="180618" y="5932478"/>
                  </a:lnTo>
                  <a:lnTo>
                    <a:pt x="180711" y="5932478"/>
                  </a:lnTo>
                  <a:lnTo>
                    <a:pt x="180805" y="5932478"/>
                  </a:lnTo>
                  <a:lnTo>
                    <a:pt x="180898" y="5932478"/>
                  </a:lnTo>
                  <a:lnTo>
                    <a:pt x="180991" y="5932478"/>
                  </a:lnTo>
                  <a:lnTo>
                    <a:pt x="181084" y="5932478"/>
                  </a:lnTo>
                  <a:lnTo>
                    <a:pt x="181178" y="5932478"/>
                  </a:lnTo>
                  <a:lnTo>
                    <a:pt x="181271" y="5932478"/>
                  </a:lnTo>
                  <a:lnTo>
                    <a:pt x="181364" y="5932478"/>
                  </a:lnTo>
                  <a:lnTo>
                    <a:pt x="181457" y="5932478"/>
                  </a:lnTo>
                  <a:lnTo>
                    <a:pt x="181551" y="5932478"/>
                  </a:lnTo>
                  <a:lnTo>
                    <a:pt x="181644" y="5932478"/>
                  </a:lnTo>
                  <a:lnTo>
                    <a:pt x="181737" y="5932478"/>
                  </a:lnTo>
                  <a:lnTo>
                    <a:pt x="181830" y="5932478"/>
                  </a:lnTo>
                  <a:lnTo>
                    <a:pt x="181924" y="5932478"/>
                  </a:lnTo>
                  <a:lnTo>
                    <a:pt x="182017" y="5932478"/>
                  </a:lnTo>
                  <a:lnTo>
                    <a:pt x="182110" y="5932478"/>
                  </a:lnTo>
                  <a:lnTo>
                    <a:pt x="182203" y="5932478"/>
                  </a:lnTo>
                  <a:lnTo>
                    <a:pt x="182297" y="5932478"/>
                  </a:lnTo>
                  <a:lnTo>
                    <a:pt x="182390" y="5932478"/>
                  </a:lnTo>
                  <a:lnTo>
                    <a:pt x="182483" y="5932478"/>
                  </a:lnTo>
                  <a:lnTo>
                    <a:pt x="182576" y="5932478"/>
                  </a:lnTo>
                  <a:lnTo>
                    <a:pt x="182670" y="5932478"/>
                  </a:lnTo>
                  <a:lnTo>
                    <a:pt x="182763" y="5932478"/>
                  </a:lnTo>
                  <a:lnTo>
                    <a:pt x="182856" y="5932478"/>
                  </a:lnTo>
                  <a:lnTo>
                    <a:pt x="182949" y="5932478"/>
                  </a:lnTo>
                  <a:lnTo>
                    <a:pt x="183043" y="5932478"/>
                  </a:lnTo>
                  <a:lnTo>
                    <a:pt x="183136" y="5932478"/>
                  </a:lnTo>
                  <a:lnTo>
                    <a:pt x="183229" y="5932478"/>
                  </a:lnTo>
                  <a:lnTo>
                    <a:pt x="183322" y="5932478"/>
                  </a:lnTo>
                  <a:lnTo>
                    <a:pt x="183416" y="5932478"/>
                  </a:lnTo>
                  <a:lnTo>
                    <a:pt x="183509" y="5932478"/>
                  </a:lnTo>
                  <a:lnTo>
                    <a:pt x="183602" y="5932478"/>
                  </a:lnTo>
                  <a:lnTo>
                    <a:pt x="183695" y="5932478"/>
                  </a:lnTo>
                  <a:lnTo>
                    <a:pt x="183789" y="5932478"/>
                  </a:lnTo>
                  <a:lnTo>
                    <a:pt x="183882" y="5932478"/>
                  </a:lnTo>
                  <a:lnTo>
                    <a:pt x="183975" y="5932478"/>
                  </a:lnTo>
                  <a:lnTo>
                    <a:pt x="184068" y="5932478"/>
                  </a:lnTo>
                  <a:lnTo>
                    <a:pt x="184162" y="5932478"/>
                  </a:lnTo>
                  <a:lnTo>
                    <a:pt x="184255" y="5932478"/>
                  </a:lnTo>
                  <a:lnTo>
                    <a:pt x="184348" y="5932478"/>
                  </a:lnTo>
                  <a:lnTo>
                    <a:pt x="184441" y="5932478"/>
                  </a:lnTo>
                  <a:lnTo>
                    <a:pt x="184535" y="5932478"/>
                  </a:lnTo>
                  <a:lnTo>
                    <a:pt x="184628" y="5932478"/>
                  </a:lnTo>
                  <a:lnTo>
                    <a:pt x="184721" y="5932478"/>
                  </a:lnTo>
                  <a:lnTo>
                    <a:pt x="184814" y="5932478"/>
                  </a:lnTo>
                  <a:lnTo>
                    <a:pt x="184908" y="5932478"/>
                  </a:lnTo>
                  <a:lnTo>
                    <a:pt x="185001" y="5932478"/>
                  </a:lnTo>
                  <a:lnTo>
                    <a:pt x="185094" y="5932478"/>
                  </a:lnTo>
                  <a:lnTo>
                    <a:pt x="185187" y="5932478"/>
                  </a:lnTo>
                  <a:lnTo>
                    <a:pt x="185281" y="5932478"/>
                  </a:lnTo>
                  <a:lnTo>
                    <a:pt x="185374" y="5932478"/>
                  </a:lnTo>
                  <a:lnTo>
                    <a:pt x="185467" y="5932478"/>
                  </a:lnTo>
                  <a:lnTo>
                    <a:pt x="185560" y="5932478"/>
                  </a:lnTo>
                  <a:lnTo>
                    <a:pt x="185654" y="5932478"/>
                  </a:lnTo>
                  <a:lnTo>
                    <a:pt x="185747" y="5932478"/>
                  </a:lnTo>
                  <a:lnTo>
                    <a:pt x="185840" y="5932478"/>
                  </a:lnTo>
                  <a:lnTo>
                    <a:pt x="185840" y="5922524"/>
                  </a:lnTo>
                  <a:lnTo>
                    <a:pt x="185933" y="5922524"/>
                  </a:lnTo>
                  <a:lnTo>
                    <a:pt x="186027" y="5922524"/>
                  </a:lnTo>
                  <a:lnTo>
                    <a:pt x="186120" y="5922524"/>
                  </a:lnTo>
                  <a:lnTo>
                    <a:pt x="186213" y="5922524"/>
                  </a:lnTo>
                  <a:lnTo>
                    <a:pt x="186306" y="5922524"/>
                  </a:lnTo>
                  <a:lnTo>
                    <a:pt x="186400" y="5922524"/>
                  </a:lnTo>
                  <a:lnTo>
                    <a:pt x="186493" y="5922524"/>
                  </a:lnTo>
                  <a:lnTo>
                    <a:pt x="186586" y="5922524"/>
                  </a:lnTo>
                  <a:lnTo>
                    <a:pt x="186679" y="5922524"/>
                  </a:lnTo>
                  <a:lnTo>
                    <a:pt x="186773" y="5922524"/>
                  </a:lnTo>
                  <a:lnTo>
                    <a:pt x="186866" y="5922524"/>
                  </a:lnTo>
                  <a:lnTo>
                    <a:pt x="186959" y="5922524"/>
                  </a:lnTo>
                  <a:lnTo>
                    <a:pt x="187052" y="5922524"/>
                  </a:lnTo>
                  <a:lnTo>
                    <a:pt x="187146" y="5922524"/>
                  </a:lnTo>
                  <a:lnTo>
                    <a:pt x="187239" y="5922524"/>
                  </a:lnTo>
                  <a:lnTo>
                    <a:pt x="187332" y="5922524"/>
                  </a:lnTo>
                  <a:lnTo>
                    <a:pt x="187425" y="5922524"/>
                  </a:lnTo>
                  <a:lnTo>
                    <a:pt x="187518" y="5922524"/>
                  </a:lnTo>
                  <a:lnTo>
                    <a:pt x="187612" y="5922524"/>
                  </a:lnTo>
                  <a:lnTo>
                    <a:pt x="187705" y="5922524"/>
                  </a:lnTo>
                  <a:lnTo>
                    <a:pt x="187798" y="5922524"/>
                  </a:lnTo>
                  <a:lnTo>
                    <a:pt x="187891" y="5922524"/>
                  </a:lnTo>
                  <a:lnTo>
                    <a:pt x="187985" y="5922524"/>
                  </a:lnTo>
                  <a:lnTo>
                    <a:pt x="188078" y="5922524"/>
                  </a:lnTo>
                  <a:lnTo>
                    <a:pt x="188171" y="5922524"/>
                  </a:lnTo>
                  <a:lnTo>
                    <a:pt x="188264" y="5922524"/>
                  </a:lnTo>
                  <a:lnTo>
                    <a:pt x="188358" y="5922524"/>
                  </a:lnTo>
                  <a:lnTo>
                    <a:pt x="188451" y="5922524"/>
                  </a:lnTo>
                  <a:lnTo>
                    <a:pt x="188544" y="5922524"/>
                  </a:lnTo>
                  <a:lnTo>
                    <a:pt x="188637" y="5922524"/>
                  </a:lnTo>
                  <a:lnTo>
                    <a:pt x="188637" y="5912570"/>
                  </a:lnTo>
                  <a:lnTo>
                    <a:pt x="188731" y="5912570"/>
                  </a:lnTo>
                  <a:lnTo>
                    <a:pt x="188824" y="5912570"/>
                  </a:lnTo>
                  <a:lnTo>
                    <a:pt x="188917" y="5912570"/>
                  </a:lnTo>
                  <a:lnTo>
                    <a:pt x="189010" y="5912570"/>
                  </a:lnTo>
                  <a:lnTo>
                    <a:pt x="189104" y="5912570"/>
                  </a:lnTo>
                  <a:lnTo>
                    <a:pt x="189197" y="5912570"/>
                  </a:lnTo>
                  <a:lnTo>
                    <a:pt x="189290" y="5912570"/>
                  </a:lnTo>
                  <a:lnTo>
                    <a:pt x="189383" y="5912570"/>
                  </a:lnTo>
                  <a:lnTo>
                    <a:pt x="189477" y="5912570"/>
                  </a:lnTo>
                  <a:lnTo>
                    <a:pt x="189570" y="5912570"/>
                  </a:lnTo>
                  <a:lnTo>
                    <a:pt x="189663" y="5912570"/>
                  </a:lnTo>
                  <a:lnTo>
                    <a:pt x="189756" y="5912570"/>
                  </a:lnTo>
                  <a:lnTo>
                    <a:pt x="189850" y="5912570"/>
                  </a:lnTo>
                  <a:lnTo>
                    <a:pt x="189943" y="5912570"/>
                  </a:lnTo>
                  <a:lnTo>
                    <a:pt x="190036" y="5912570"/>
                  </a:lnTo>
                  <a:lnTo>
                    <a:pt x="190129" y="5912570"/>
                  </a:lnTo>
                  <a:lnTo>
                    <a:pt x="190223" y="5912570"/>
                  </a:lnTo>
                  <a:lnTo>
                    <a:pt x="190316" y="5912570"/>
                  </a:lnTo>
                  <a:lnTo>
                    <a:pt x="190409" y="5912570"/>
                  </a:lnTo>
                  <a:lnTo>
                    <a:pt x="190502" y="5912570"/>
                  </a:lnTo>
                  <a:lnTo>
                    <a:pt x="190596" y="5912570"/>
                  </a:lnTo>
                  <a:lnTo>
                    <a:pt x="190689" y="5912570"/>
                  </a:lnTo>
                  <a:lnTo>
                    <a:pt x="190782" y="5912570"/>
                  </a:lnTo>
                  <a:lnTo>
                    <a:pt x="190875" y="5912570"/>
                  </a:lnTo>
                  <a:lnTo>
                    <a:pt x="190969" y="5912570"/>
                  </a:lnTo>
                  <a:lnTo>
                    <a:pt x="191062" y="5912570"/>
                  </a:lnTo>
                  <a:lnTo>
                    <a:pt x="191155" y="5912570"/>
                  </a:lnTo>
                  <a:lnTo>
                    <a:pt x="191248" y="5912570"/>
                  </a:lnTo>
                  <a:lnTo>
                    <a:pt x="191342" y="5912570"/>
                  </a:lnTo>
                  <a:lnTo>
                    <a:pt x="191435" y="5912570"/>
                  </a:lnTo>
                  <a:lnTo>
                    <a:pt x="191528" y="5912570"/>
                  </a:lnTo>
                  <a:lnTo>
                    <a:pt x="191621" y="5912570"/>
                  </a:lnTo>
                  <a:lnTo>
                    <a:pt x="191715" y="5912570"/>
                  </a:lnTo>
                  <a:lnTo>
                    <a:pt x="191808" y="5912570"/>
                  </a:lnTo>
                  <a:lnTo>
                    <a:pt x="191901" y="5912570"/>
                  </a:lnTo>
                  <a:lnTo>
                    <a:pt x="191994" y="5912570"/>
                  </a:lnTo>
                  <a:lnTo>
                    <a:pt x="192088" y="5912570"/>
                  </a:lnTo>
                  <a:lnTo>
                    <a:pt x="192181" y="5912570"/>
                  </a:lnTo>
                  <a:lnTo>
                    <a:pt x="192274" y="5912570"/>
                  </a:lnTo>
                  <a:lnTo>
                    <a:pt x="192367" y="5912570"/>
                  </a:lnTo>
                  <a:lnTo>
                    <a:pt x="192461" y="5912570"/>
                  </a:lnTo>
                  <a:lnTo>
                    <a:pt x="192554" y="5912570"/>
                  </a:lnTo>
                  <a:lnTo>
                    <a:pt x="192647" y="5912570"/>
                  </a:lnTo>
                  <a:lnTo>
                    <a:pt x="192740" y="5912570"/>
                  </a:lnTo>
                  <a:lnTo>
                    <a:pt x="192834" y="5912570"/>
                  </a:lnTo>
                  <a:lnTo>
                    <a:pt x="192927" y="5912570"/>
                  </a:lnTo>
                  <a:lnTo>
                    <a:pt x="193020" y="5912570"/>
                  </a:lnTo>
                  <a:lnTo>
                    <a:pt x="193113" y="5912570"/>
                  </a:lnTo>
                  <a:lnTo>
                    <a:pt x="193207" y="5912570"/>
                  </a:lnTo>
                  <a:lnTo>
                    <a:pt x="193300" y="5912570"/>
                  </a:lnTo>
                  <a:lnTo>
                    <a:pt x="193393" y="5912570"/>
                  </a:lnTo>
                  <a:lnTo>
                    <a:pt x="193486" y="5912570"/>
                  </a:lnTo>
                  <a:lnTo>
                    <a:pt x="193580" y="5912570"/>
                  </a:lnTo>
                  <a:lnTo>
                    <a:pt x="193673" y="5912570"/>
                  </a:lnTo>
                  <a:lnTo>
                    <a:pt x="193766" y="5912570"/>
                  </a:lnTo>
                  <a:lnTo>
                    <a:pt x="193859" y="5912570"/>
                  </a:lnTo>
                  <a:lnTo>
                    <a:pt x="193953" y="5912570"/>
                  </a:lnTo>
                  <a:lnTo>
                    <a:pt x="194046" y="5912570"/>
                  </a:lnTo>
                  <a:lnTo>
                    <a:pt x="194139" y="5912570"/>
                  </a:lnTo>
                  <a:lnTo>
                    <a:pt x="194232" y="5912570"/>
                  </a:lnTo>
                  <a:lnTo>
                    <a:pt x="194232" y="5902616"/>
                  </a:lnTo>
                  <a:lnTo>
                    <a:pt x="194325" y="5902616"/>
                  </a:lnTo>
                  <a:lnTo>
                    <a:pt x="194419" y="5902616"/>
                  </a:lnTo>
                  <a:lnTo>
                    <a:pt x="194512" y="5902616"/>
                  </a:lnTo>
                  <a:lnTo>
                    <a:pt x="194605" y="5902616"/>
                  </a:lnTo>
                  <a:lnTo>
                    <a:pt x="194698" y="5902616"/>
                  </a:lnTo>
                  <a:lnTo>
                    <a:pt x="194792" y="5902616"/>
                  </a:lnTo>
                  <a:lnTo>
                    <a:pt x="194885" y="5902616"/>
                  </a:lnTo>
                  <a:lnTo>
                    <a:pt x="194978" y="5902616"/>
                  </a:lnTo>
                  <a:lnTo>
                    <a:pt x="195071" y="5902616"/>
                  </a:lnTo>
                  <a:lnTo>
                    <a:pt x="195165" y="5902616"/>
                  </a:lnTo>
                  <a:lnTo>
                    <a:pt x="195258" y="5902616"/>
                  </a:lnTo>
                  <a:lnTo>
                    <a:pt x="195258" y="5892663"/>
                  </a:lnTo>
                  <a:lnTo>
                    <a:pt x="195351" y="5892663"/>
                  </a:lnTo>
                  <a:lnTo>
                    <a:pt x="195444" y="5892663"/>
                  </a:lnTo>
                  <a:lnTo>
                    <a:pt x="195538" y="5892663"/>
                  </a:lnTo>
                  <a:lnTo>
                    <a:pt x="195631" y="5892663"/>
                  </a:lnTo>
                  <a:lnTo>
                    <a:pt x="195724" y="5892663"/>
                  </a:lnTo>
                  <a:lnTo>
                    <a:pt x="195817" y="5892663"/>
                  </a:lnTo>
                  <a:lnTo>
                    <a:pt x="195911" y="5892663"/>
                  </a:lnTo>
                  <a:lnTo>
                    <a:pt x="196004" y="5892663"/>
                  </a:lnTo>
                  <a:lnTo>
                    <a:pt x="196097" y="5892663"/>
                  </a:lnTo>
                  <a:lnTo>
                    <a:pt x="196190" y="5892663"/>
                  </a:lnTo>
                  <a:lnTo>
                    <a:pt x="196284" y="5892663"/>
                  </a:lnTo>
                  <a:lnTo>
                    <a:pt x="196377" y="5892663"/>
                  </a:lnTo>
                  <a:lnTo>
                    <a:pt x="196470" y="5892663"/>
                  </a:lnTo>
                  <a:lnTo>
                    <a:pt x="196563" y="5892663"/>
                  </a:lnTo>
                  <a:lnTo>
                    <a:pt x="196657" y="5892663"/>
                  </a:lnTo>
                  <a:lnTo>
                    <a:pt x="196750" y="5892663"/>
                  </a:lnTo>
                  <a:lnTo>
                    <a:pt x="196843" y="5892663"/>
                  </a:lnTo>
                  <a:lnTo>
                    <a:pt x="196936" y="5892663"/>
                  </a:lnTo>
                  <a:lnTo>
                    <a:pt x="197030" y="5892663"/>
                  </a:lnTo>
                  <a:lnTo>
                    <a:pt x="197123" y="5892663"/>
                  </a:lnTo>
                  <a:lnTo>
                    <a:pt x="197216" y="5892663"/>
                  </a:lnTo>
                  <a:lnTo>
                    <a:pt x="197309" y="5892663"/>
                  </a:lnTo>
                  <a:lnTo>
                    <a:pt x="197403" y="5892663"/>
                  </a:lnTo>
                  <a:lnTo>
                    <a:pt x="197496" y="5892663"/>
                  </a:lnTo>
                  <a:lnTo>
                    <a:pt x="197589" y="5892663"/>
                  </a:lnTo>
                  <a:lnTo>
                    <a:pt x="197682" y="5892663"/>
                  </a:lnTo>
                  <a:lnTo>
                    <a:pt x="197776" y="5892663"/>
                  </a:lnTo>
                  <a:lnTo>
                    <a:pt x="197869" y="5892663"/>
                  </a:lnTo>
                  <a:lnTo>
                    <a:pt x="197962" y="5892663"/>
                  </a:lnTo>
                  <a:lnTo>
                    <a:pt x="198055" y="5892663"/>
                  </a:lnTo>
                  <a:lnTo>
                    <a:pt x="198149" y="5892663"/>
                  </a:lnTo>
                  <a:lnTo>
                    <a:pt x="198242" y="5892663"/>
                  </a:lnTo>
                  <a:lnTo>
                    <a:pt x="198335" y="5892663"/>
                  </a:lnTo>
                  <a:lnTo>
                    <a:pt x="198428" y="5892663"/>
                  </a:lnTo>
                  <a:lnTo>
                    <a:pt x="198522" y="5892663"/>
                  </a:lnTo>
                  <a:lnTo>
                    <a:pt x="198615" y="5892663"/>
                  </a:lnTo>
                  <a:lnTo>
                    <a:pt x="198708" y="5892663"/>
                  </a:lnTo>
                  <a:lnTo>
                    <a:pt x="198801" y="5892663"/>
                  </a:lnTo>
                  <a:lnTo>
                    <a:pt x="198895" y="5892663"/>
                  </a:lnTo>
                  <a:lnTo>
                    <a:pt x="198988" y="5892663"/>
                  </a:lnTo>
                  <a:lnTo>
                    <a:pt x="199081" y="5892663"/>
                  </a:lnTo>
                  <a:lnTo>
                    <a:pt x="199174" y="5892663"/>
                  </a:lnTo>
                  <a:lnTo>
                    <a:pt x="199268" y="5892663"/>
                  </a:lnTo>
                  <a:lnTo>
                    <a:pt x="199361" y="5892663"/>
                  </a:lnTo>
                  <a:lnTo>
                    <a:pt x="199454" y="5892663"/>
                  </a:lnTo>
                  <a:lnTo>
                    <a:pt x="199547" y="5892663"/>
                  </a:lnTo>
                  <a:lnTo>
                    <a:pt x="199641" y="5892663"/>
                  </a:lnTo>
                  <a:lnTo>
                    <a:pt x="199734" y="5892663"/>
                  </a:lnTo>
                  <a:lnTo>
                    <a:pt x="199827" y="5892663"/>
                  </a:lnTo>
                  <a:lnTo>
                    <a:pt x="199920" y="5892663"/>
                  </a:lnTo>
                  <a:lnTo>
                    <a:pt x="200014" y="5892663"/>
                  </a:lnTo>
                  <a:lnTo>
                    <a:pt x="200107" y="5892663"/>
                  </a:lnTo>
                  <a:lnTo>
                    <a:pt x="200200" y="5892663"/>
                  </a:lnTo>
                  <a:lnTo>
                    <a:pt x="200293" y="5892663"/>
                  </a:lnTo>
                  <a:lnTo>
                    <a:pt x="200387" y="5892663"/>
                  </a:lnTo>
                  <a:lnTo>
                    <a:pt x="200480" y="5892663"/>
                  </a:lnTo>
                  <a:lnTo>
                    <a:pt x="200573" y="5892663"/>
                  </a:lnTo>
                  <a:lnTo>
                    <a:pt x="200666" y="5892663"/>
                  </a:lnTo>
                  <a:lnTo>
                    <a:pt x="200760" y="5892663"/>
                  </a:lnTo>
                  <a:lnTo>
                    <a:pt x="200853" y="5892663"/>
                  </a:lnTo>
                  <a:lnTo>
                    <a:pt x="200946" y="5892663"/>
                  </a:lnTo>
                  <a:lnTo>
                    <a:pt x="201039" y="5892663"/>
                  </a:lnTo>
                  <a:lnTo>
                    <a:pt x="201133" y="5892663"/>
                  </a:lnTo>
                  <a:lnTo>
                    <a:pt x="201226" y="5892663"/>
                  </a:lnTo>
                  <a:lnTo>
                    <a:pt x="201319" y="5892663"/>
                  </a:lnTo>
                  <a:lnTo>
                    <a:pt x="201412" y="5892663"/>
                  </a:lnTo>
                  <a:lnTo>
                    <a:pt x="201505" y="5892663"/>
                  </a:lnTo>
                  <a:lnTo>
                    <a:pt x="201599" y="5892663"/>
                  </a:lnTo>
                  <a:lnTo>
                    <a:pt x="201692" y="5892663"/>
                  </a:lnTo>
                  <a:lnTo>
                    <a:pt x="201785" y="5892663"/>
                  </a:lnTo>
                  <a:lnTo>
                    <a:pt x="201878" y="5892663"/>
                  </a:lnTo>
                  <a:lnTo>
                    <a:pt x="201972" y="5892663"/>
                  </a:lnTo>
                  <a:lnTo>
                    <a:pt x="202065" y="5892663"/>
                  </a:lnTo>
                  <a:lnTo>
                    <a:pt x="202158" y="5892663"/>
                  </a:lnTo>
                  <a:lnTo>
                    <a:pt x="202251" y="5892663"/>
                  </a:lnTo>
                  <a:lnTo>
                    <a:pt x="202345" y="5892663"/>
                  </a:lnTo>
                  <a:lnTo>
                    <a:pt x="202438" y="5892663"/>
                  </a:lnTo>
                  <a:lnTo>
                    <a:pt x="202531" y="5892663"/>
                  </a:lnTo>
                  <a:lnTo>
                    <a:pt x="202624" y="5892663"/>
                  </a:lnTo>
                  <a:lnTo>
                    <a:pt x="202718" y="5892663"/>
                  </a:lnTo>
                  <a:lnTo>
                    <a:pt x="202811" y="5892663"/>
                  </a:lnTo>
                  <a:lnTo>
                    <a:pt x="202904" y="5892663"/>
                  </a:lnTo>
                  <a:lnTo>
                    <a:pt x="202997" y="5892663"/>
                  </a:lnTo>
                  <a:lnTo>
                    <a:pt x="203091" y="5892663"/>
                  </a:lnTo>
                  <a:lnTo>
                    <a:pt x="203184" y="5892663"/>
                  </a:lnTo>
                  <a:lnTo>
                    <a:pt x="203277" y="5892663"/>
                  </a:lnTo>
                  <a:lnTo>
                    <a:pt x="203370" y="5892663"/>
                  </a:lnTo>
                  <a:lnTo>
                    <a:pt x="203464" y="5892663"/>
                  </a:lnTo>
                  <a:lnTo>
                    <a:pt x="203557" y="5892663"/>
                  </a:lnTo>
                  <a:lnTo>
                    <a:pt x="203650" y="5892663"/>
                  </a:lnTo>
                  <a:lnTo>
                    <a:pt x="203743" y="5892663"/>
                  </a:lnTo>
                  <a:lnTo>
                    <a:pt x="203837" y="5892663"/>
                  </a:lnTo>
                  <a:lnTo>
                    <a:pt x="203930" y="5892663"/>
                  </a:lnTo>
                  <a:lnTo>
                    <a:pt x="204023" y="5892663"/>
                  </a:lnTo>
                  <a:lnTo>
                    <a:pt x="204116" y="5892663"/>
                  </a:lnTo>
                  <a:lnTo>
                    <a:pt x="204210" y="5892663"/>
                  </a:lnTo>
                  <a:lnTo>
                    <a:pt x="204303" y="5892663"/>
                  </a:lnTo>
                  <a:lnTo>
                    <a:pt x="204396" y="5892663"/>
                  </a:lnTo>
                  <a:lnTo>
                    <a:pt x="204489" y="5892663"/>
                  </a:lnTo>
                  <a:lnTo>
                    <a:pt x="204583" y="5892663"/>
                  </a:lnTo>
                  <a:lnTo>
                    <a:pt x="204676" y="5892663"/>
                  </a:lnTo>
                  <a:lnTo>
                    <a:pt x="204769" y="5892663"/>
                  </a:lnTo>
                  <a:lnTo>
                    <a:pt x="204862" y="5892663"/>
                  </a:lnTo>
                  <a:lnTo>
                    <a:pt x="204956" y="5892663"/>
                  </a:lnTo>
                  <a:lnTo>
                    <a:pt x="205049" y="5892663"/>
                  </a:lnTo>
                  <a:lnTo>
                    <a:pt x="205142" y="5892663"/>
                  </a:lnTo>
                  <a:lnTo>
                    <a:pt x="205235" y="5892663"/>
                  </a:lnTo>
                  <a:lnTo>
                    <a:pt x="205329" y="5892663"/>
                  </a:lnTo>
                  <a:lnTo>
                    <a:pt x="205422" y="5892663"/>
                  </a:lnTo>
                  <a:lnTo>
                    <a:pt x="205515" y="5892663"/>
                  </a:lnTo>
                  <a:lnTo>
                    <a:pt x="205608" y="5892663"/>
                  </a:lnTo>
                  <a:lnTo>
                    <a:pt x="205702" y="5892663"/>
                  </a:lnTo>
                  <a:lnTo>
                    <a:pt x="205795" y="5892663"/>
                  </a:lnTo>
                  <a:lnTo>
                    <a:pt x="205888" y="5892663"/>
                  </a:lnTo>
                  <a:lnTo>
                    <a:pt x="205981" y="5892663"/>
                  </a:lnTo>
                  <a:lnTo>
                    <a:pt x="206075" y="5892663"/>
                  </a:lnTo>
                  <a:lnTo>
                    <a:pt x="206168" y="5892663"/>
                  </a:lnTo>
                  <a:lnTo>
                    <a:pt x="206261" y="5892663"/>
                  </a:lnTo>
                  <a:lnTo>
                    <a:pt x="206354" y="5892663"/>
                  </a:lnTo>
                  <a:lnTo>
                    <a:pt x="206448" y="5892663"/>
                  </a:lnTo>
                  <a:lnTo>
                    <a:pt x="206448" y="5882709"/>
                  </a:lnTo>
                  <a:lnTo>
                    <a:pt x="206541" y="5882709"/>
                  </a:lnTo>
                  <a:lnTo>
                    <a:pt x="206634" y="5882709"/>
                  </a:lnTo>
                  <a:lnTo>
                    <a:pt x="206727" y="5882709"/>
                  </a:lnTo>
                  <a:lnTo>
                    <a:pt x="206821" y="5882709"/>
                  </a:lnTo>
                  <a:lnTo>
                    <a:pt x="206914" y="5882709"/>
                  </a:lnTo>
                  <a:lnTo>
                    <a:pt x="207007" y="5882709"/>
                  </a:lnTo>
                  <a:lnTo>
                    <a:pt x="207100" y="5882709"/>
                  </a:lnTo>
                  <a:lnTo>
                    <a:pt x="207194" y="5882709"/>
                  </a:lnTo>
                  <a:lnTo>
                    <a:pt x="207287" y="5882709"/>
                  </a:lnTo>
                  <a:lnTo>
                    <a:pt x="207380" y="5882709"/>
                  </a:lnTo>
                  <a:lnTo>
                    <a:pt x="207473" y="5882709"/>
                  </a:lnTo>
                  <a:lnTo>
                    <a:pt x="207567" y="5882709"/>
                  </a:lnTo>
                  <a:lnTo>
                    <a:pt x="207660" y="5882709"/>
                  </a:lnTo>
                  <a:lnTo>
                    <a:pt x="207753" y="5882709"/>
                  </a:lnTo>
                  <a:lnTo>
                    <a:pt x="207846" y="5882709"/>
                  </a:lnTo>
                  <a:lnTo>
                    <a:pt x="207940" y="5882709"/>
                  </a:lnTo>
                  <a:lnTo>
                    <a:pt x="208033" y="5882709"/>
                  </a:lnTo>
                  <a:lnTo>
                    <a:pt x="208126" y="5882709"/>
                  </a:lnTo>
                  <a:lnTo>
                    <a:pt x="208219" y="5882709"/>
                  </a:lnTo>
                  <a:lnTo>
                    <a:pt x="208312" y="5882709"/>
                  </a:lnTo>
                  <a:lnTo>
                    <a:pt x="208406" y="5882709"/>
                  </a:lnTo>
                  <a:lnTo>
                    <a:pt x="208499" y="5882709"/>
                  </a:lnTo>
                  <a:lnTo>
                    <a:pt x="208592" y="5882709"/>
                  </a:lnTo>
                  <a:lnTo>
                    <a:pt x="208592" y="5872755"/>
                  </a:lnTo>
                  <a:lnTo>
                    <a:pt x="208685" y="5872755"/>
                  </a:lnTo>
                  <a:lnTo>
                    <a:pt x="208779" y="5872755"/>
                  </a:lnTo>
                  <a:lnTo>
                    <a:pt x="208872" y="5872755"/>
                  </a:lnTo>
                  <a:lnTo>
                    <a:pt x="208965" y="5872755"/>
                  </a:lnTo>
                  <a:lnTo>
                    <a:pt x="209058" y="5872755"/>
                  </a:lnTo>
                  <a:lnTo>
                    <a:pt x="209152" y="5872755"/>
                  </a:lnTo>
                  <a:lnTo>
                    <a:pt x="209245" y="5872755"/>
                  </a:lnTo>
                  <a:lnTo>
                    <a:pt x="209338" y="5872755"/>
                  </a:lnTo>
                  <a:lnTo>
                    <a:pt x="209431" y="5872755"/>
                  </a:lnTo>
                  <a:lnTo>
                    <a:pt x="209525" y="5872755"/>
                  </a:lnTo>
                  <a:lnTo>
                    <a:pt x="209618" y="5872755"/>
                  </a:lnTo>
                  <a:lnTo>
                    <a:pt x="209711" y="5872755"/>
                  </a:lnTo>
                  <a:lnTo>
                    <a:pt x="209804" y="5872755"/>
                  </a:lnTo>
                  <a:lnTo>
                    <a:pt x="209898" y="5872755"/>
                  </a:lnTo>
                  <a:lnTo>
                    <a:pt x="209991" y="5872755"/>
                  </a:lnTo>
                  <a:lnTo>
                    <a:pt x="210084" y="5872755"/>
                  </a:lnTo>
                  <a:lnTo>
                    <a:pt x="210177" y="5872755"/>
                  </a:lnTo>
                  <a:lnTo>
                    <a:pt x="210271" y="5872755"/>
                  </a:lnTo>
                  <a:lnTo>
                    <a:pt x="210364" y="5872755"/>
                  </a:lnTo>
                  <a:lnTo>
                    <a:pt x="210457" y="5872755"/>
                  </a:lnTo>
                  <a:lnTo>
                    <a:pt x="210550" y="5872755"/>
                  </a:lnTo>
                  <a:lnTo>
                    <a:pt x="210644" y="5872755"/>
                  </a:lnTo>
                  <a:lnTo>
                    <a:pt x="210737" y="5872755"/>
                  </a:lnTo>
                  <a:lnTo>
                    <a:pt x="210830" y="5872755"/>
                  </a:lnTo>
                  <a:lnTo>
                    <a:pt x="210923" y="5872755"/>
                  </a:lnTo>
                  <a:lnTo>
                    <a:pt x="211017" y="5872755"/>
                  </a:lnTo>
                  <a:lnTo>
                    <a:pt x="211110" y="5872755"/>
                  </a:lnTo>
                  <a:lnTo>
                    <a:pt x="211203" y="5872755"/>
                  </a:lnTo>
                  <a:lnTo>
                    <a:pt x="211296" y="5872755"/>
                  </a:lnTo>
                  <a:lnTo>
                    <a:pt x="211390" y="5872755"/>
                  </a:lnTo>
                  <a:lnTo>
                    <a:pt x="211483" y="5872755"/>
                  </a:lnTo>
                  <a:lnTo>
                    <a:pt x="211576" y="5872755"/>
                  </a:lnTo>
                  <a:lnTo>
                    <a:pt x="211669" y="5872755"/>
                  </a:lnTo>
                  <a:lnTo>
                    <a:pt x="211763" y="5872755"/>
                  </a:lnTo>
                  <a:lnTo>
                    <a:pt x="211856" y="5872755"/>
                  </a:lnTo>
                  <a:lnTo>
                    <a:pt x="211949" y="5872755"/>
                  </a:lnTo>
                  <a:lnTo>
                    <a:pt x="212042" y="5872755"/>
                  </a:lnTo>
                  <a:lnTo>
                    <a:pt x="212136" y="5872755"/>
                  </a:lnTo>
                  <a:lnTo>
                    <a:pt x="212229" y="5872755"/>
                  </a:lnTo>
                  <a:lnTo>
                    <a:pt x="212322" y="5872755"/>
                  </a:lnTo>
                  <a:lnTo>
                    <a:pt x="212415" y="5872755"/>
                  </a:lnTo>
                  <a:lnTo>
                    <a:pt x="212509" y="5872755"/>
                  </a:lnTo>
                  <a:lnTo>
                    <a:pt x="212602" y="5872755"/>
                  </a:lnTo>
                  <a:lnTo>
                    <a:pt x="212695" y="5872755"/>
                  </a:lnTo>
                  <a:lnTo>
                    <a:pt x="212788" y="5872755"/>
                  </a:lnTo>
                  <a:lnTo>
                    <a:pt x="212882" y="5872755"/>
                  </a:lnTo>
                  <a:lnTo>
                    <a:pt x="212975" y="5872755"/>
                  </a:lnTo>
                  <a:lnTo>
                    <a:pt x="213068" y="5872755"/>
                  </a:lnTo>
                  <a:lnTo>
                    <a:pt x="213161" y="5872755"/>
                  </a:lnTo>
                  <a:lnTo>
                    <a:pt x="213255" y="5872755"/>
                  </a:lnTo>
                  <a:lnTo>
                    <a:pt x="213348" y="5872755"/>
                  </a:lnTo>
                  <a:lnTo>
                    <a:pt x="213441" y="5872755"/>
                  </a:lnTo>
                  <a:lnTo>
                    <a:pt x="213534" y="5872755"/>
                  </a:lnTo>
                  <a:lnTo>
                    <a:pt x="213628" y="5872755"/>
                  </a:lnTo>
                  <a:lnTo>
                    <a:pt x="213721" y="5872755"/>
                  </a:lnTo>
                  <a:lnTo>
                    <a:pt x="213814" y="5872755"/>
                  </a:lnTo>
                  <a:lnTo>
                    <a:pt x="213907" y="5872755"/>
                  </a:lnTo>
                  <a:lnTo>
                    <a:pt x="214001" y="5872755"/>
                  </a:lnTo>
                  <a:lnTo>
                    <a:pt x="214094" y="5872755"/>
                  </a:lnTo>
                  <a:lnTo>
                    <a:pt x="214187" y="5872755"/>
                  </a:lnTo>
                  <a:lnTo>
                    <a:pt x="214280" y="5872755"/>
                  </a:lnTo>
                  <a:lnTo>
                    <a:pt x="214374" y="5872755"/>
                  </a:lnTo>
                  <a:lnTo>
                    <a:pt x="214467" y="5872755"/>
                  </a:lnTo>
                  <a:lnTo>
                    <a:pt x="214560" y="5872755"/>
                  </a:lnTo>
                  <a:lnTo>
                    <a:pt x="214653" y="5872755"/>
                  </a:lnTo>
                  <a:lnTo>
                    <a:pt x="214747" y="5872755"/>
                  </a:lnTo>
                  <a:lnTo>
                    <a:pt x="214840" y="5872755"/>
                  </a:lnTo>
                  <a:lnTo>
                    <a:pt x="214933" y="5872755"/>
                  </a:lnTo>
                  <a:lnTo>
                    <a:pt x="215026" y="5872755"/>
                  </a:lnTo>
                  <a:lnTo>
                    <a:pt x="215119" y="5872755"/>
                  </a:lnTo>
                  <a:lnTo>
                    <a:pt x="215213" y="5872755"/>
                  </a:lnTo>
                  <a:lnTo>
                    <a:pt x="215306" y="5872755"/>
                  </a:lnTo>
                  <a:lnTo>
                    <a:pt x="215399" y="5872755"/>
                  </a:lnTo>
                  <a:lnTo>
                    <a:pt x="215492" y="5872755"/>
                  </a:lnTo>
                  <a:lnTo>
                    <a:pt x="215586" y="5872755"/>
                  </a:lnTo>
                  <a:lnTo>
                    <a:pt x="215679" y="5872755"/>
                  </a:lnTo>
                  <a:lnTo>
                    <a:pt x="215772" y="5872755"/>
                  </a:lnTo>
                  <a:lnTo>
                    <a:pt x="215865" y="5872755"/>
                  </a:lnTo>
                  <a:lnTo>
                    <a:pt x="215959" y="5872755"/>
                  </a:lnTo>
                  <a:lnTo>
                    <a:pt x="216052" y="5872755"/>
                  </a:lnTo>
                  <a:lnTo>
                    <a:pt x="216145" y="5872755"/>
                  </a:lnTo>
                  <a:lnTo>
                    <a:pt x="216238" y="5872755"/>
                  </a:lnTo>
                  <a:lnTo>
                    <a:pt x="216332" y="5872755"/>
                  </a:lnTo>
                  <a:lnTo>
                    <a:pt x="216425" y="5872755"/>
                  </a:lnTo>
                  <a:lnTo>
                    <a:pt x="216518" y="5872755"/>
                  </a:lnTo>
                  <a:lnTo>
                    <a:pt x="216611" y="5872755"/>
                  </a:lnTo>
                  <a:lnTo>
                    <a:pt x="216705" y="5872755"/>
                  </a:lnTo>
                  <a:lnTo>
                    <a:pt x="216798" y="5872755"/>
                  </a:lnTo>
                  <a:lnTo>
                    <a:pt x="216891" y="5872755"/>
                  </a:lnTo>
                  <a:lnTo>
                    <a:pt x="216984" y="5872755"/>
                  </a:lnTo>
                  <a:lnTo>
                    <a:pt x="217078" y="5872755"/>
                  </a:lnTo>
                  <a:lnTo>
                    <a:pt x="217171" y="5872755"/>
                  </a:lnTo>
                  <a:lnTo>
                    <a:pt x="217264" y="5872755"/>
                  </a:lnTo>
                  <a:lnTo>
                    <a:pt x="217357" y="5872755"/>
                  </a:lnTo>
                  <a:lnTo>
                    <a:pt x="217451" y="5872755"/>
                  </a:lnTo>
                  <a:lnTo>
                    <a:pt x="217544" y="5872755"/>
                  </a:lnTo>
                  <a:lnTo>
                    <a:pt x="217637" y="5872755"/>
                  </a:lnTo>
                  <a:lnTo>
                    <a:pt x="217730" y="5872755"/>
                  </a:lnTo>
                  <a:lnTo>
                    <a:pt x="217824" y="5872755"/>
                  </a:lnTo>
                  <a:lnTo>
                    <a:pt x="217917" y="5872755"/>
                  </a:lnTo>
                  <a:lnTo>
                    <a:pt x="218010" y="5872755"/>
                  </a:lnTo>
                  <a:lnTo>
                    <a:pt x="218103" y="5872755"/>
                  </a:lnTo>
                  <a:lnTo>
                    <a:pt x="218197" y="5872755"/>
                  </a:lnTo>
                  <a:lnTo>
                    <a:pt x="218290" y="5872755"/>
                  </a:lnTo>
                  <a:lnTo>
                    <a:pt x="218383" y="5872755"/>
                  </a:lnTo>
                  <a:lnTo>
                    <a:pt x="218476" y="5872755"/>
                  </a:lnTo>
                  <a:lnTo>
                    <a:pt x="218570" y="5872755"/>
                  </a:lnTo>
                  <a:lnTo>
                    <a:pt x="218663" y="5872755"/>
                  </a:lnTo>
                  <a:lnTo>
                    <a:pt x="218756" y="5872755"/>
                  </a:lnTo>
                  <a:lnTo>
                    <a:pt x="218849" y="5872755"/>
                  </a:lnTo>
                  <a:lnTo>
                    <a:pt x="218943" y="5872755"/>
                  </a:lnTo>
                  <a:lnTo>
                    <a:pt x="219036" y="5872755"/>
                  </a:lnTo>
                  <a:lnTo>
                    <a:pt x="219129" y="5872755"/>
                  </a:lnTo>
                  <a:lnTo>
                    <a:pt x="219222" y="5872755"/>
                  </a:lnTo>
                  <a:lnTo>
                    <a:pt x="219316" y="5872755"/>
                  </a:lnTo>
                  <a:lnTo>
                    <a:pt x="219409" y="5872755"/>
                  </a:lnTo>
                  <a:lnTo>
                    <a:pt x="219502" y="5872755"/>
                  </a:lnTo>
                  <a:lnTo>
                    <a:pt x="219595" y="5872755"/>
                  </a:lnTo>
                  <a:lnTo>
                    <a:pt x="219689" y="5872755"/>
                  </a:lnTo>
                  <a:lnTo>
                    <a:pt x="219782" y="5872755"/>
                  </a:lnTo>
                  <a:lnTo>
                    <a:pt x="219875" y="5872755"/>
                  </a:lnTo>
                  <a:lnTo>
                    <a:pt x="219968" y="5872755"/>
                  </a:lnTo>
                  <a:lnTo>
                    <a:pt x="220062" y="5872755"/>
                  </a:lnTo>
                  <a:lnTo>
                    <a:pt x="220155" y="5872755"/>
                  </a:lnTo>
                  <a:lnTo>
                    <a:pt x="220248" y="5872755"/>
                  </a:lnTo>
                  <a:lnTo>
                    <a:pt x="220341" y="5872755"/>
                  </a:lnTo>
                  <a:lnTo>
                    <a:pt x="220435" y="5872755"/>
                  </a:lnTo>
                  <a:lnTo>
                    <a:pt x="220528" y="5872755"/>
                  </a:lnTo>
                  <a:lnTo>
                    <a:pt x="220621" y="5872755"/>
                  </a:lnTo>
                  <a:lnTo>
                    <a:pt x="220714" y="5872755"/>
                  </a:lnTo>
                  <a:lnTo>
                    <a:pt x="220808" y="5872755"/>
                  </a:lnTo>
                  <a:lnTo>
                    <a:pt x="220901" y="5872755"/>
                  </a:lnTo>
                  <a:lnTo>
                    <a:pt x="220994" y="5872755"/>
                  </a:lnTo>
                  <a:lnTo>
                    <a:pt x="221087" y="5872755"/>
                  </a:lnTo>
                  <a:lnTo>
                    <a:pt x="221181" y="5872755"/>
                  </a:lnTo>
                  <a:lnTo>
                    <a:pt x="221274" y="5872755"/>
                  </a:lnTo>
                  <a:lnTo>
                    <a:pt x="221367" y="5872755"/>
                  </a:lnTo>
                  <a:lnTo>
                    <a:pt x="221460" y="5872755"/>
                  </a:lnTo>
                  <a:lnTo>
                    <a:pt x="221554" y="5872755"/>
                  </a:lnTo>
                  <a:lnTo>
                    <a:pt x="221647" y="5872755"/>
                  </a:lnTo>
                  <a:lnTo>
                    <a:pt x="221740" y="5872755"/>
                  </a:lnTo>
                  <a:lnTo>
                    <a:pt x="221833" y="5872755"/>
                  </a:lnTo>
                  <a:lnTo>
                    <a:pt x="221927" y="5872755"/>
                  </a:lnTo>
                  <a:lnTo>
                    <a:pt x="222020" y="5872755"/>
                  </a:lnTo>
                  <a:lnTo>
                    <a:pt x="222113" y="5872755"/>
                  </a:lnTo>
                  <a:lnTo>
                    <a:pt x="222206" y="5872755"/>
                  </a:lnTo>
                  <a:lnTo>
                    <a:pt x="222299" y="5872755"/>
                  </a:lnTo>
                  <a:lnTo>
                    <a:pt x="222393" y="5872755"/>
                  </a:lnTo>
                  <a:lnTo>
                    <a:pt x="222486" y="5872755"/>
                  </a:lnTo>
                  <a:lnTo>
                    <a:pt x="222579" y="5872755"/>
                  </a:lnTo>
                  <a:lnTo>
                    <a:pt x="222672" y="5872755"/>
                  </a:lnTo>
                  <a:lnTo>
                    <a:pt x="222766" y="5872755"/>
                  </a:lnTo>
                  <a:lnTo>
                    <a:pt x="222859" y="5872755"/>
                  </a:lnTo>
                  <a:lnTo>
                    <a:pt x="222952" y="5872755"/>
                  </a:lnTo>
                  <a:lnTo>
                    <a:pt x="223045" y="5872755"/>
                  </a:lnTo>
                  <a:lnTo>
                    <a:pt x="223139" y="5872755"/>
                  </a:lnTo>
                  <a:lnTo>
                    <a:pt x="223232" y="5872755"/>
                  </a:lnTo>
                  <a:lnTo>
                    <a:pt x="223325" y="5872755"/>
                  </a:lnTo>
                  <a:lnTo>
                    <a:pt x="223418" y="5872755"/>
                  </a:lnTo>
                  <a:lnTo>
                    <a:pt x="223512" y="5872755"/>
                  </a:lnTo>
                  <a:lnTo>
                    <a:pt x="223605" y="5872755"/>
                  </a:lnTo>
                  <a:lnTo>
                    <a:pt x="223698" y="5872755"/>
                  </a:lnTo>
                  <a:lnTo>
                    <a:pt x="223791" y="5872755"/>
                  </a:lnTo>
                  <a:lnTo>
                    <a:pt x="223885" y="5872755"/>
                  </a:lnTo>
                  <a:lnTo>
                    <a:pt x="223978" y="5872755"/>
                  </a:lnTo>
                  <a:lnTo>
                    <a:pt x="224071" y="5872755"/>
                  </a:lnTo>
                  <a:lnTo>
                    <a:pt x="224164" y="5872755"/>
                  </a:lnTo>
                  <a:lnTo>
                    <a:pt x="224258" y="5872755"/>
                  </a:lnTo>
                  <a:lnTo>
                    <a:pt x="224351" y="5872755"/>
                  </a:lnTo>
                  <a:lnTo>
                    <a:pt x="224444" y="5872755"/>
                  </a:lnTo>
                  <a:lnTo>
                    <a:pt x="224537" y="5872755"/>
                  </a:lnTo>
                  <a:lnTo>
                    <a:pt x="224631" y="5872755"/>
                  </a:lnTo>
                  <a:lnTo>
                    <a:pt x="224724" y="5872755"/>
                  </a:lnTo>
                  <a:lnTo>
                    <a:pt x="224817" y="5872755"/>
                  </a:lnTo>
                  <a:lnTo>
                    <a:pt x="224910" y="5872755"/>
                  </a:lnTo>
                  <a:lnTo>
                    <a:pt x="225004" y="5872755"/>
                  </a:lnTo>
                  <a:lnTo>
                    <a:pt x="225097" y="5872755"/>
                  </a:lnTo>
                  <a:lnTo>
                    <a:pt x="225190" y="5872755"/>
                  </a:lnTo>
                  <a:lnTo>
                    <a:pt x="225283" y="5872755"/>
                  </a:lnTo>
                  <a:lnTo>
                    <a:pt x="225377" y="5872755"/>
                  </a:lnTo>
                  <a:lnTo>
                    <a:pt x="225470" y="5872755"/>
                  </a:lnTo>
                  <a:lnTo>
                    <a:pt x="225563" y="5872755"/>
                  </a:lnTo>
                  <a:lnTo>
                    <a:pt x="225656" y="5872755"/>
                  </a:lnTo>
                  <a:lnTo>
                    <a:pt x="225750" y="5872755"/>
                  </a:lnTo>
                  <a:lnTo>
                    <a:pt x="225843" y="5872755"/>
                  </a:lnTo>
                  <a:lnTo>
                    <a:pt x="225936" y="5872755"/>
                  </a:lnTo>
                  <a:lnTo>
                    <a:pt x="226029" y="5872755"/>
                  </a:lnTo>
                  <a:lnTo>
                    <a:pt x="226123" y="5872755"/>
                  </a:lnTo>
                  <a:lnTo>
                    <a:pt x="226216" y="5872755"/>
                  </a:lnTo>
                  <a:lnTo>
                    <a:pt x="226309" y="5872755"/>
                  </a:lnTo>
                  <a:lnTo>
                    <a:pt x="226402" y="5872755"/>
                  </a:lnTo>
                  <a:lnTo>
                    <a:pt x="226496" y="5872755"/>
                  </a:lnTo>
                  <a:lnTo>
                    <a:pt x="226496" y="5862801"/>
                  </a:lnTo>
                  <a:lnTo>
                    <a:pt x="226589" y="5862801"/>
                  </a:lnTo>
                  <a:lnTo>
                    <a:pt x="226682" y="5862801"/>
                  </a:lnTo>
                  <a:lnTo>
                    <a:pt x="226775" y="5862801"/>
                  </a:lnTo>
                  <a:lnTo>
                    <a:pt x="226869" y="5862801"/>
                  </a:lnTo>
                  <a:lnTo>
                    <a:pt x="226962" y="5862801"/>
                  </a:lnTo>
                  <a:lnTo>
                    <a:pt x="227055" y="5862801"/>
                  </a:lnTo>
                  <a:lnTo>
                    <a:pt x="227148" y="5862801"/>
                  </a:lnTo>
                  <a:lnTo>
                    <a:pt x="227242" y="5862801"/>
                  </a:lnTo>
                  <a:lnTo>
                    <a:pt x="227335" y="5862801"/>
                  </a:lnTo>
                  <a:lnTo>
                    <a:pt x="227428" y="5862801"/>
                  </a:lnTo>
                  <a:lnTo>
                    <a:pt x="227521" y="5862801"/>
                  </a:lnTo>
                  <a:lnTo>
                    <a:pt x="227615" y="5862801"/>
                  </a:lnTo>
                  <a:lnTo>
                    <a:pt x="227708" y="5862801"/>
                  </a:lnTo>
                  <a:lnTo>
                    <a:pt x="227801" y="5862801"/>
                  </a:lnTo>
                  <a:lnTo>
                    <a:pt x="227894" y="5862801"/>
                  </a:lnTo>
                  <a:lnTo>
                    <a:pt x="227988" y="5862801"/>
                  </a:lnTo>
                  <a:lnTo>
                    <a:pt x="228081" y="5862801"/>
                  </a:lnTo>
                  <a:lnTo>
                    <a:pt x="228174" y="5862801"/>
                  </a:lnTo>
                  <a:lnTo>
                    <a:pt x="228267" y="5862801"/>
                  </a:lnTo>
                  <a:lnTo>
                    <a:pt x="228361" y="5862801"/>
                  </a:lnTo>
                  <a:lnTo>
                    <a:pt x="228454" y="5862801"/>
                  </a:lnTo>
                  <a:lnTo>
                    <a:pt x="228547" y="5862801"/>
                  </a:lnTo>
                  <a:lnTo>
                    <a:pt x="228640" y="5862801"/>
                  </a:lnTo>
                  <a:lnTo>
                    <a:pt x="228734" y="5862801"/>
                  </a:lnTo>
                  <a:lnTo>
                    <a:pt x="228827" y="5862801"/>
                  </a:lnTo>
                  <a:lnTo>
                    <a:pt x="228920" y="5862801"/>
                  </a:lnTo>
                  <a:lnTo>
                    <a:pt x="229013" y="5862801"/>
                  </a:lnTo>
                  <a:lnTo>
                    <a:pt x="229106" y="5862801"/>
                  </a:lnTo>
                  <a:lnTo>
                    <a:pt x="229200" y="5862801"/>
                  </a:lnTo>
                  <a:lnTo>
                    <a:pt x="229293" y="5862801"/>
                  </a:lnTo>
                  <a:lnTo>
                    <a:pt x="229386" y="5862801"/>
                  </a:lnTo>
                  <a:lnTo>
                    <a:pt x="229479" y="5862801"/>
                  </a:lnTo>
                  <a:lnTo>
                    <a:pt x="229573" y="5862801"/>
                  </a:lnTo>
                  <a:lnTo>
                    <a:pt x="229666" y="5862801"/>
                  </a:lnTo>
                  <a:lnTo>
                    <a:pt x="229759" y="5862801"/>
                  </a:lnTo>
                  <a:lnTo>
                    <a:pt x="229852" y="5862801"/>
                  </a:lnTo>
                  <a:lnTo>
                    <a:pt x="229946" y="5862801"/>
                  </a:lnTo>
                  <a:lnTo>
                    <a:pt x="230039" y="5862801"/>
                  </a:lnTo>
                  <a:lnTo>
                    <a:pt x="230132" y="5862801"/>
                  </a:lnTo>
                  <a:lnTo>
                    <a:pt x="230225" y="5862801"/>
                  </a:lnTo>
                  <a:lnTo>
                    <a:pt x="230319" y="5862801"/>
                  </a:lnTo>
                  <a:lnTo>
                    <a:pt x="230412" y="5862801"/>
                  </a:lnTo>
                  <a:lnTo>
                    <a:pt x="230505" y="5862801"/>
                  </a:lnTo>
                  <a:lnTo>
                    <a:pt x="230598" y="5862801"/>
                  </a:lnTo>
                  <a:lnTo>
                    <a:pt x="230692" y="5862801"/>
                  </a:lnTo>
                  <a:lnTo>
                    <a:pt x="230785" y="5862801"/>
                  </a:lnTo>
                  <a:lnTo>
                    <a:pt x="230878" y="5862801"/>
                  </a:lnTo>
                  <a:lnTo>
                    <a:pt x="230971" y="5862801"/>
                  </a:lnTo>
                  <a:lnTo>
                    <a:pt x="231065" y="5862801"/>
                  </a:lnTo>
                  <a:lnTo>
                    <a:pt x="231158" y="5862801"/>
                  </a:lnTo>
                  <a:lnTo>
                    <a:pt x="231158" y="5852847"/>
                  </a:lnTo>
                  <a:lnTo>
                    <a:pt x="231251" y="5852847"/>
                  </a:lnTo>
                  <a:lnTo>
                    <a:pt x="231344" y="5852847"/>
                  </a:lnTo>
                  <a:lnTo>
                    <a:pt x="231438" y="5852847"/>
                  </a:lnTo>
                  <a:lnTo>
                    <a:pt x="231531" y="5852847"/>
                  </a:lnTo>
                  <a:lnTo>
                    <a:pt x="231624" y="5852847"/>
                  </a:lnTo>
                  <a:lnTo>
                    <a:pt x="231717" y="5852847"/>
                  </a:lnTo>
                  <a:lnTo>
                    <a:pt x="231717" y="5842893"/>
                  </a:lnTo>
                  <a:lnTo>
                    <a:pt x="231811" y="5842893"/>
                  </a:lnTo>
                  <a:lnTo>
                    <a:pt x="231904" y="5842893"/>
                  </a:lnTo>
                  <a:lnTo>
                    <a:pt x="231997" y="5842893"/>
                  </a:lnTo>
                  <a:lnTo>
                    <a:pt x="232090" y="5842893"/>
                  </a:lnTo>
                  <a:lnTo>
                    <a:pt x="232184" y="5842893"/>
                  </a:lnTo>
                  <a:lnTo>
                    <a:pt x="232277" y="5842893"/>
                  </a:lnTo>
                  <a:lnTo>
                    <a:pt x="232370" y="5842893"/>
                  </a:lnTo>
                  <a:lnTo>
                    <a:pt x="232463" y="5842893"/>
                  </a:lnTo>
                  <a:lnTo>
                    <a:pt x="232557" y="5842893"/>
                  </a:lnTo>
                  <a:lnTo>
                    <a:pt x="232650" y="5842893"/>
                  </a:lnTo>
                  <a:lnTo>
                    <a:pt x="232743" y="5842893"/>
                  </a:lnTo>
                  <a:lnTo>
                    <a:pt x="232836" y="5842893"/>
                  </a:lnTo>
                  <a:lnTo>
                    <a:pt x="232930" y="5842893"/>
                  </a:lnTo>
                  <a:lnTo>
                    <a:pt x="233023" y="5842893"/>
                  </a:lnTo>
                  <a:lnTo>
                    <a:pt x="233116" y="5842893"/>
                  </a:lnTo>
                  <a:lnTo>
                    <a:pt x="233209" y="5842893"/>
                  </a:lnTo>
                  <a:lnTo>
                    <a:pt x="233303" y="5842893"/>
                  </a:lnTo>
                  <a:lnTo>
                    <a:pt x="233396" y="5842893"/>
                  </a:lnTo>
                  <a:lnTo>
                    <a:pt x="233489" y="5842893"/>
                  </a:lnTo>
                  <a:lnTo>
                    <a:pt x="233582" y="5842893"/>
                  </a:lnTo>
                  <a:lnTo>
                    <a:pt x="233676" y="5842893"/>
                  </a:lnTo>
                  <a:lnTo>
                    <a:pt x="233769" y="5842893"/>
                  </a:lnTo>
                  <a:lnTo>
                    <a:pt x="233862" y="5842893"/>
                  </a:lnTo>
                  <a:lnTo>
                    <a:pt x="233955" y="5842893"/>
                  </a:lnTo>
                  <a:lnTo>
                    <a:pt x="234049" y="5842893"/>
                  </a:lnTo>
                  <a:lnTo>
                    <a:pt x="234142" y="5842893"/>
                  </a:lnTo>
                  <a:lnTo>
                    <a:pt x="234235" y="5842893"/>
                  </a:lnTo>
                  <a:lnTo>
                    <a:pt x="234328" y="5842893"/>
                  </a:lnTo>
                  <a:lnTo>
                    <a:pt x="234328" y="5832940"/>
                  </a:lnTo>
                  <a:lnTo>
                    <a:pt x="234422" y="5832940"/>
                  </a:lnTo>
                  <a:lnTo>
                    <a:pt x="234515" y="5832940"/>
                  </a:lnTo>
                  <a:lnTo>
                    <a:pt x="234608" y="5832940"/>
                  </a:lnTo>
                  <a:lnTo>
                    <a:pt x="234701" y="5832940"/>
                  </a:lnTo>
                  <a:lnTo>
                    <a:pt x="234795" y="5832940"/>
                  </a:lnTo>
                  <a:lnTo>
                    <a:pt x="234888" y="5832940"/>
                  </a:lnTo>
                  <a:lnTo>
                    <a:pt x="234981" y="5832940"/>
                  </a:lnTo>
                  <a:lnTo>
                    <a:pt x="235074" y="5832940"/>
                  </a:lnTo>
                  <a:lnTo>
                    <a:pt x="235168" y="5832940"/>
                  </a:lnTo>
                  <a:lnTo>
                    <a:pt x="235261" y="5832940"/>
                  </a:lnTo>
                  <a:lnTo>
                    <a:pt x="235354" y="5832940"/>
                  </a:lnTo>
                  <a:lnTo>
                    <a:pt x="235447" y="5832940"/>
                  </a:lnTo>
                  <a:lnTo>
                    <a:pt x="235541" y="5832940"/>
                  </a:lnTo>
                  <a:lnTo>
                    <a:pt x="235634" y="5832940"/>
                  </a:lnTo>
                  <a:lnTo>
                    <a:pt x="235727" y="5832940"/>
                  </a:lnTo>
                  <a:lnTo>
                    <a:pt x="235820" y="5832940"/>
                  </a:lnTo>
                  <a:lnTo>
                    <a:pt x="235913" y="5832940"/>
                  </a:lnTo>
                  <a:lnTo>
                    <a:pt x="236007" y="5832940"/>
                  </a:lnTo>
                  <a:lnTo>
                    <a:pt x="236100" y="5832940"/>
                  </a:lnTo>
                  <a:lnTo>
                    <a:pt x="236193" y="5832940"/>
                  </a:lnTo>
                  <a:lnTo>
                    <a:pt x="236286" y="5832940"/>
                  </a:lnTo>
                  <a:lnTo>
                    <a:pt x="236380" y="5832940"/>
                  </a:lnTo>
                  <a:lnTo>
                    <a:pt x="236473" y="5832940"/>
                  </a:lnTo>
                  <a:lnTo>
                    <a:pt x="236566" y="5832940"/>
                  </a:lnTo>
                  <a:lnTo>
                    <a:pt x="236659" y="5832940"/>
                  </a:lnTo>
                  <a:lnTo>
                    <a:pt x="236753" y="5832940"/>
                  </a:lnTo>
                  <a:lnTo>
                    <a:pt x="236846" y="5832940"/>
                  </a:lnTo>
                  <a:lnTo>
                    <a:pt x="236939" y="5832940"/>
                  </a:lnTo>
                  <a:lnTo>
                    <a:pt x="237032" y="5832940"/>
                  </a:lnTo>
                  <a:lnTo>
                    <a:pt x="237126" y="5832940"/>
                  </a:lnTo>
                  <a:lnTo>
                    <a:pt x="237219" y="5832940"/>
                  </a:lnTo>
                  <a:lnTo>
                    <a:pt x="237312" y="5832940"/>
                  </a:lnTo>
                  <a:lnTo>
                    <a:pt x="237405" y="5832940"/>
                  </a:lnTo>
                  <a:lnTo>
                    <a:pt x="237499" y="5832940"/>
                  </a:lnTo>
                  <a:lnTo>
                    <a:pt x="237592" y="5832940"/>
                  </a:lnTo>
                  <a:lnTo>
                    <a:pt x="237685" y="5832940"/>
                  </a:lnTo>
                  <a:lnTo>
                    <a:pt x="237685" y="5822986"/>
                  </a:lnTo>
                  <a:lnTo>
                    <a:pt x="237778" y="5822986"/>
                  </a:lnTo>
                  <a:lnTo>
                    <a:pt x="237872" y="5822986"/>
                  </a:lnTo>
                  <a:lnTo>
                    <a:pt x="237965" y="5822986"/>
                  </a:lnTo>
                  <a:lnTo>
                    <a:pt x="238058" y="5822986"/>
                  </a:lnTo>
                  <a:lnTo>
                    <a:pt x="238151" y="5822986"/>
                  </a:lnTo>
                  <a:lnTo>
                    <a:pt x="238245" y="5822986"/>
                  </a:lnTo>
                  <a:lnTo>
                    <a:pt x="238338" y="5822986"/>
                  </a:lnTo>
                  <a:lnTo>
                    <a:pt x="238431" y="5822986"/>
                  </a:lnTo>
                  <a:lnTo>
                    <a:pt x="238524" y="5822986"/>
                  </a:lnTo>
                  <a:lnTo>
                    <a:pt x="238618" y="5822986"/>
                  </a:lnTo>
                  <a:lnTo>
                    <a:pt x="238711" y="5822986"/>
                  </a:lnTo>
                  <a:lnTo>
                    <a:pt x="238804" y="5822986"/>
                  </a:lnTo>
                  <a:lnTo>
                    <a:pt x="238897" y="5822986"/>
                  </a:lnTo>
                  <a:lnTo>
                    <a:pt x="238991" y="5822986"/>
                  </a:lnTo>
                  <a:lnTo>
                    <a:pt x="239084" y="5822986"/>
                  </a:lnTo>
                  <a:lnTo>
                    <a:pt x="239177" y="5822986"/>
                  </a:lnTo>
                  <a:lnTo>
                    <a:pt x="239270" y="5822986"/>
                  </a:lnTo>
                  <a:lnTo>
                    <a:pt x="239364" y="5822986"/>
                  </a:lnTo>
                  <a:lnTo>
                    <a:pt x="239457" y="5822986"/>
                  </a:lnTo>
                  <a:lnTo>
                    <a:pt x="239550" y="5822986"/>
                  </a:lnTo>
                  <a:lnTo>
                    <a:pt x="239643" y="5822986"/>
                  </a:lnTo>
                  <a:lnTo>
                    <a:pt x="239643" y="5813032"/>
                  </a:lnTo>
                  <a:lnTo>
                    <a:pt x="239737" y="5813032"/>
                  </a:lnTo>
                  <a:lnTo>
                    <a:pt x="239830" y="5813032"/>
                  </a:lnTo>
                  <a:lnTo>
                    <a:pt x="239923" y="5813032"/>
                  </a:lnTo>
                  <a:lnTo>
                    <a:pt x="240016" y="5813032"/>
                  </a:lnTo>
                  <a:lnTo>
                    <a:pt x="240110" y="5813032"/>
                  </a:lnTo>
                  <a:lnTo>
                    <a:pt x="240203" y="5813032"/>
                  </a:lnTo>
                  <a:lnTo>
                    <a:pt x="240296" y="5813032"/>
                  </a:lnTo>
                  <a:lnTo>
                    <a:pt x="240389" y="5813032"/>
                  </a:lnTo>
                  <a:lnTo>
                    <a:pt x="240389" y="5803078"/>
                  </a:lnTo>
                  <a:lnTo>
                    <a:pt x="240483" y="5803078"/>
                  </a:lnTo>
                  <a:lnTo>
                    <a:pt x="240576" y="5803078"/>
                  </a:lnTo>
                  <a:lnTo>
                    <a:pt x="240669" y="5803078"/>
                  </a:lnTo>
                  <a:lnTo>
                    <a:pt x="240762" y="5803078"/>
                  </a:lnTo>
                  <a:lnTo>
                    <a:pt x="240856" y="5803078"/>
                  </a:lnTo>
                  <a:lnTo>
                    <a:pt x="240949" y="5803078"/>
                  </a:lnTo>
                  <a:lnTo>
                    <a:pt x="241042" y="5803078"/>
                  </a:lnTo>
                  <a:lnTo>
                    <a:pt x="241135" y="5803078"/>
                  </a:lnTo>
                  <a:lnTo>
                    <a:pt x="241229" y="5803078"/>
                  </a:lnTo>
                  <a:lnTo>
                    <a:pt x="241322" y="5803078"/>
                  </a:lnTo>
                  <a:lnTo>
                    <a:pt x="241415" y="5803078"/>
                  </a:lnTo>
                  <a:lnTo>
                    <a:pt x="241508" y="5803078"/>
                  </a:lnTo>
                  <a:lnTo>
                    <a:pt x="241602" y="5803078"/>
                  </a:lnTo>
                  <a:lnTo>
                    <a:pt x="241695" y="5803078"/>
                  </a:lnTo>
                  <a:lnTo>
                    <a:pt x="241788" y="5803078"/>
                  </a:lnTo>
                  <a:lnTo>
                    <a:pt x="241881" y="5803078"/>
                  </a:lnTo>
                  <a:lnTo>
                    <a:pt x="241975" y="5803078"/>
                  </a:lnTo>
                  <a:lnTo>
                    <a:pt x="242068" y="5803078"/>
                  </a:lnTo>
                  <a:lnTo>
                    <a:pt x="242161" y="5803078"/>
                  </a:lnTo>
                  <a:lnTo>
                    <a:pt x="242254" y="5803078"/>
                  </a:lnTo>
                  <a:lnTo>
                    <a:pt x="242348" y="5803078"/>
                  </a:lnTo>
                  <a:lnTo>
                    <a:pt x="242441" y="5803078"/>
                  </a:lnTo>
                  <a:lnTo>
                    <a:pt x="242534" y="5803078"/>
                  </a:lnTo>
                  <a:lnTo>
                    <a:pt x="242627" y="5803078"/>
                  </a:lnTo>
                  <a:lnTo>
                    <a:pt x="242721" y="5803078"/>
                  </a:lnTo>
                  <a:lnTo>
                    <a:pt x="242814" y="5803078"/>
                  </a:lnTo>
                  <a:lnTo>
                    <a:pt x="242907" y="5803078"/>
                  </a:lnTo>
                  <a:lnTo>
                    <a:pt x="243000" y="5803078"/>
                  </a:lnTo>
                  <a:lnTo>
                    <a:pt x="243093" y="5803078"/>
                  </a:lnTo>
                  <a:lnTo>
                    <a:pt x="243187" y="5803078"/>
                  </a:lnTo>
                  <a:lnTo>
                    <a:pt x="243280" y="5803078"/>
                  </a:lnTo>
                  <a:lnTo>
                    <a:pt x="243373" y="5803078"/>
                  </a:lnTo>
                  <a:lnTo>
                    <a:pt x="243466" y="5803078"/>
                  </a:lnTo>
                  <a:lnTo>
                    <a:pt x="243560" y="5803078"/>
                  </a:lnTo>
                  <a:lnTo>
                    <a:pt x="243653" y="5803078"/>
                  </a:lnTo>
                  <a:lnTo>
                    <a:pt x="243746" y="5803078"/>
                  </a:lnTo>
                  <a:lnTo>
                    <a:pt x="243839" y="5803078"/>
                  </a:lnTo>
                  <a:lnTo>
                    <a:pt x="243933" y="5803078"/>
                  </a:lnTo>
                  <a:lnTo>
                    <a:pt x="244026" y="5803078"/>
                  </a:lnTo>
                  <a:lnTo>
                    <a:pt x="244119" y="5803078"/>
                  </a:lnTo>
                  <a:lnTo>
                    <a:pt x="244212" y="5803078"/>
                  </a:lnTo>
                  <a:lnTo>
                    <a:pt x="244306" y="5803078"/>
                  </a:lnTo>
                  <a:lnTo>
                    <a:pt x="244399" y="5803078"/>
                  </a:lnTo>
                  <a:lnTo>
                    <a:pt x="244492" y="5803078"/>
                  </a:lnTo>
                  <a:lnTo>
                    <a:pt x="244585" y="5803078"/>
                  </a:lnTo>
                  <a:lnTo>
                    <a:pt x="244679" y="5803078"/>
                  </a:lnTo>
                  <a:lnTo>
                    <a:pt x="244772" y="5803078"/>
                  </a:lnTo>
                  <a:lnTo>
                    <a:pt x="244865" y="5803078"/>
                  </a:lnTo>
                  <a:lnTo>
                    <a:pt x="244865" y="5793124"/>
                  </a:lnTo>
                  <a:lnTo>
                    <a:pt x="244958" y="5793124"/>
                  </a:lnTo>
                  <a:lnTo>
                    <a:pt x="245052" y="5793124"/>
                  </a:lnTo>
                  <a:lnTo>
                    <a:pt x="245145" y="5793124"/>
                  </a:lnTo>
                  <a:lnTo>
                    <a:pt x="245238" y="5793124"/>
                  </a:lnTo>
                  <a:lnTo>
                    <a:pt x="245331" y="5793124"/>
                  </a:lnTo>
                  <a:lnTo>
                    <a:pt x="245425" y="5793124"/>
                  </a:lnTo>
                  <a:lnTo>
                    <a:pt x="245518" y="5793124"/>
                  </a:lnTo>
                  <a:lnTo>
                    <a:pt x="245611" y="5793124"/>
                  </a:lnTo>
                  <a:lnTo>
                    <a:pt x="245704" y="5793124"/>
                  </a:lnTo>
                  <a:lnTo>
                    <a:pt x="245798" y="5793124"/>
                  </a:lnTo>
                  <a:lnTo>
                    <a:pt x="245891" y="5793124"/>
                  </a:lnTo>
                  <a:lnTo>
                    <a:pt x="245984" y="5793124"/>
                  </a:lnTo>
                  <a:lnTo>
                    <a:pt x="246077" y="5793124"/>
                  </a:lnTo>
                  <a:lnTo>
                    <a:pt x="246171" y="5793124"/>
                  </a:lnTo>
                  <a:lnTo>
                    <a:pt x="246264" y="5793124"/>
                  </a:lnTo>
                  <a:lnTo>
                    <a:pt x="246357" y="5793124"/>
                  </a:lnTo>
                  <a:lnTo>
                    <a:pt x="246450" y="5793124"/>
                  </a:lnTo>
                  <a:lnTo>
                    <a:pt x="246544" y="5793124"/>
                  </a:lnTo>
                  <a:lnTo>
                    <a:pt x="246637" y="5793124"/>
                  </a:lnTo>
                  <a:lnTo>
                    <a:pt x="246730" y="5793124"/>
                  </a:lnTo>
                  <a:lnTo>
                    <a:pt x="246823" y="5793124"/>
                  </a:lnTo>
                  <a:lnTo>
                    <a:pt x="246917" y="5793124"/>
                  </a:lnTo>
                  <a:lnTo>
                    <a:pt x="247010" y="5793124"/>
                  </a:lnTo>
                  <a:lnTo>
                    <a:pt x="247103" y="5793124"/>
                  </a:lnTo>
                  <a:lnTo>
                    <a:pt x="247196" y="5793124"/>
                  </a:lnTo>
                  <a:lnTo>
                    <a:pt x="247290" y="5793124"/>
                  </a:lnTo>
                  <a:lnTo>
                    <a:pt x="247383" y="5793124"/>
                  </a:lnTo>
                  <a:lnTo>
                    <a:pt x="247476" y="5793124"/>
                  </a:lnTo>
                  <a:lnTo>
                    <a:pt x="247569" y="5793124"/>
                  </a:lnTo>
                  <a:lnTo>
                    <a:pt x="247663" y="5793124"/>
                  </a:lnTo>
                  <a:lnTo>
                    <a:pt x="247756" y="5793124"/>
                  </a:lnTo>
                  <a:lnTo>
                    <a:pt x="247849" y="5793124"/>
                  </a:lnTo>
                  <a:lnTo>
                    <a:pt x="247942" y="5793124"/>
                  </a:lnTo>
                  <a:lnTo>
                    <a:pt x="248036" y="5793124"/>
                  </a:lnTo>
                  <a:lnTo>
                    <a:pt x="248129" y="5793124"/>
                  </a:lnTo>
                  <a:lnTo>
                    <a:pt x="248222" y="5793124"/>
                  </a:lnTo>
                  <a:lnTo>
                    <a:pt x="248315" y="5793124"/>
                  </a:lnTo>
                  <a:lnTo>
                    <a:pt x="248409" y="5793124"/>
                  </a:lnTo>
                  <a:lnTo>
                    <a:pt x="248502" y="5793124"/>
                  </a:lnTo>
                  <a:lnTo>
                    <a:pt x="248595" y="5793124"/>
                  </a:lnTo>
                  <a:lnTo>
                    <a:pt x="248688" y="5793124"/>
                  </a:lnTo>
                  <a:lnTo>
                    <a:pt x="248782" y="5793124"/>
                  </a:lnTo>
                  <a:lnTo>
                    <a:pt x="248875" y="5793124"/>
                  </a:lnTo>
                  <a:lnTo>
                    <a:pt x="248968" y="5793124"/>
                  </a:lnTo>
                  <a:lnTo>
                    <a:pt x="249061" y="5793124"/>
                  </a:lnTo>
                  <a:lnTo>
                    <a:pt x="249155" y="5793124"/>
                  </a:lnTo>
                  <a:lnTo>
                    <a:pt x="249248" y="5793124"/>
                  </a:lnTo>
                  <a:lnTo>
                    <a:pt x="249341" y="5793124"/>
                  </a:lnTo>
                  <a:lnTo>
                    <a:pt x="249434" y="5793124"/>
                  </a:lnTo>
                  <a:lnTo>
                    <a:pt x="249528" y="5793124"/>
                  </a:lnTo>
                  <a:lnTo>
                    <a:pt x="249621" y="5793124"/>
                  </a:lnTo>
                  <a:lnTo>
                    <a:pt x="249714" y="5793124"/>
                  </a:lnTo>
                  <a:lnTo>
                    <a:pt x="249807" y="5793124"/>
                  </a:lnTo>
                  <a:lnTo>
                    <a:pt x="249900" y="5793124"/>
                  </a:lnTo>
                  <a:lnTo>
                    <a:pt x="249994" y="5793124"/>
                  </a:lnTo>
                  <a:lnTo>
                    <a:pt x="250087" y="5793124"/>
                  </a:lnTo>
                  <a:lnTo>
                    <a:pt x="250180" y="5793124"/>
                  </a:lnTo>
                  <a:lnTo>
                    <a:pt x="250273" y="5793124"/>
                  </a:lnTo>
                  <a:lnTo>
                    <a:pt x="250367" y="5793124"/>
                  </a:lnTo>
                  <a:lnTo>
                    <a:pt x="250460" y="5793124"/>
                  </a:lnTo>
                  <a:lnTo>
                    <a:pt x="250553" y="5793124"/>
                  </a:lnTo>
                  <a:lnTo>
                    <a:pt x="250646" y="5793124"/>
                  </a:lnTo>
                  <a:lnTo>
                    <a:pt x="250740" y="5793124"/>
                  </a:lnTo>
                  <a:lnTo>
                    <a:pt x="250833" y="5793124"/>
                  </a:lnTo>
                  <a:lnTo>
                    <a:pt x="250926" y="5793124"/>
                  </a:lnTo>
                  <a:lnTo>
                    <a:pt x="251019" y="5793124"/>
                  </a:lnTo>
                  <a:lnTo>
                    <a:pt x="251113" y="5793124"/>
                  </a:lnTo>
                  <a:lnTo>
                    <a:pt x="251206" y="5793124"/>
                  </a:lnTo>
                  <a:lnTo>
                    <a:pt x="251299" y="5793124"/>
                  </a:lnTo>
                  <a:lnTo>
                    <a:pt x="251392" y="5793124"/>
                  </a:lnTo>
                  <a:lnTo>
                    <a:pt x="251486" y="5793124"/>
                  </a:lnTo>
                  <a:lnTo>
                    <a:pt x="251579" y="5793124"/>
                  </a:lnTo>
                  <a:lnTo>
                    <a:pt x="251672" y="5793124"/>
                  </a:lnTo>
                  <a:lnTo>
                    <a:pt x="251765" y="5793124"/>
                  </a:lnTo>
                  <a:lnTo>
                    <a:pt x="251859" y="5793124"/>
                  </a:lnTo>
                  <a:lnTo>
                    <a:pt x="251952" y="5793124"/>
                  </a:lnTo>
                  <a:lnTo>
                    <a:pt x="252045" y="5793124"/>
                  </a:lnTo>
                  <a:lnTo>
                    <a:pt x="252045" y="5783170"/>
                  </a:lnTo>
                  <a:lnTo>
                    <a:pt x="252138" y="5783170"/>
                  </a:lnTo>
                  <a:lnTo>
                    <a:pt x="252232" y="5783170"/>
                  </a:lnTo>
                  <a:lnTo>
                    <a:pt x="252325" y="5783170"/>
                  </a:lnTo>
                  <a:lnTo>
                    <a:pt x="252418" y="5783170"/>
                  </a:lnTo>
                  <a:lnTo>
                    <a:pt x="252511" y="5783170"/>
                  </a:lnTo>
                  <a:lnTo>
                    <a:pt x="252605" y="5783170"/>
                  </a:lnTo>
                  <a:lnTo>
                    <a:pt x="252698" y="5783170"/>
                  </a:lnTo>
                  <a:lnTo>
                    <a:pt x="252791" y="5783170"/>
                  </a:lnTo>
                  <a:lnTo>
                    <a:pt x="252884" y="5783170"/>
                  </a:lnTo>
                  <a:lnTo>
                    <a:pt x="252978" y="5783170"/>
                  </a:lnTo>
                  <a:lnTo>
                    <a:pt x="253071" y="5783170"/>
                  </a:lnTo>
                  <a:lnTo>
                    <a:pt x="253164" y="5783170"/>
                  </a:lnTo>
                  <a:lnTo>
                    <a:pt x="253257" y="5783170"/>
                  </a:lnTo>
                  <a:lnTo>
                    <a:pt x="253351" y="5783170"/>
                  </a:lnTo>
                  <a:lnTo>
                    <a:pt x="253444" y="5783170"/>
                  </a:lnTo>
                  <a:lnTo>
                    <a:pt x="253537" y="5783170"/>
                  </a:lnTo>
                  <a:lnTo>
                    <a:pt x="253630" y="5783170"/>
                  </a:lnTo>
                  <a:lnTo>
                    <a:pt x="253724" y="5783170"/>
                  </a:lnTo>
                  <a:lnTo>
                    <a:pt x="253817" y="5783170"/>
                  </a:lnTo>
                  <a:lnTo>
                    <a:pt x="253910" y="5783170"/>
                  </a:lnTo>
                  <a:lnTo>
                    <a:pt x="254003" y="5783170"/>
                  </a:lnTo>
                  <a:lnTo>
                    <a:pt x="254097" y="5783170"/>
                  </a:lnTo>
                  <a:lnTo>
                    <a:pt x="254190" y="5783170"/>
                  </a:lnTo>
                  <a:lnTo>
                    <a:pt x="254283" y="5783170"/>
                  </a:lnTo>
                  <a:lnTo>
                    <a:pt x="254376" y="5783170"/>
                  </a:lnTo>
                  <a:lnTo>
                    <a:pt x="254470" y="5783170"/>
                  </a:lnTo>
                  <a:lnTo>
                    <a:pt x="254563" y="5783170"/>
                  </a:lnTo>
                  <a:lnTo>
                    <a:pt x="254656" y="5783170"/>
                  </a:lnTo>
                  <a:lnTo>
                    <a:pt x="254749" y="5783170"/>
                  </a:lnTo>
                  <a:lnTo>
                    <a:pt x="254843" y="5783170"/>
                  </a:lnTo>
                  <a:lnTo>
                    <a:pt x="254936" y="5783170"/>
                  </a:lnTo>
                  <a:lnTo>
                    <a:pt x="255029" y="5783170"/>
                  </a:lnTo>
                  <a:lnTo>
                    <a:pt x="255122" y="5783170"/>
                  </a:lnTo>
                  <a:lnTo>
                    <a:pt x="255216" y="5783170"/>
                  </a:lnTo>
                  <a:lnTo>
                    <a:pt x="255309" y="5783170"/>
                  </a:lnTo>
                  <a:lnTo>
                    <a:pt x="255402" y="5783170"/>
                  </a:lnTo>
                  <a:lnTo>
                    <a:pt x="255495" y="5783170"/>
                  </a:lnTo>
                  <a:lnTo>
                    <a:pt x="255589" y="5783170"/>
                  </a:lnTo>
                  <a:lnTo>
                    <a:pt x="255682" y="5783170"/>
                  </a:lnTo>
                  <a:lnTo>
                    <a:pt x="255775" y="5783170"/>
                  </a:lnTo>
                  <a:lnTo>
                    <a:pt x="255868" y="5783170"/>
                  </a:lnTo>
                  <a:lnTo>
                    <a:pt x="255962" y="5783170"/>
                  </a:lnTo>
                  <a:lnTo>
                    <a:pt x="256055" y="5783170"/>
                  </a:lnTo>
                  <a:lnTo>
                    <a:pt x="256148" y="5783170"/>
                  </a:lnTo>
                  <a:lnTo>
                    <a:pt x="256241" y="5783170"/>
                  </a:lnTo>
                  <a:lnTo>
                    <a:pt x="256335" y="5783170"/>
                  </a:lnTo>
                  <a:lnTo>
                    <a:pt x="256428" y="5783170"/>
                  </a:lnTo>
                  <a:lnTo>
                    <a:pt x="256521" y="5783170"/>
                  </a:lnTo>
                  <a:lnTo>
                    <a:pt x="256614" y="5783170"/>
                  </a:lnTo>
                  <a:lnTo>
                    <a:pt x="256707" y="5783170"/>
                  </a:lnTo>
                  <a:lnTo>
                    <a:pt x="256801" y="5783170"/>
                  </a:lnTo>
                  <a:lnTo>
                    <a:pt x="256894" y="5783170"/>
                  </a:lnTo>
                  <a:lnTo>
                    <a:pt x="256987" y="5783170"/>
                  </a:lnTo>
                  <a:lnTo>
                    <a:pt x="257080" y="5783170"/>
                  </a:lnTo>
                  <a:lnTo>
                    <a:pt x="257174" y="5783170"/>
                  </a:lnTo>
                  <a:lnTo>
                    <a:pt x="257267" y="5783170"/>
                  </a:lnTo>
                  <a:lnTo>
                    <a:pt x="257360" y="5783170"/>
                  </a:lnTo>
                  <a:lnTo>
                    <a:pt x="257453" y="5783170"/>
                  </a:lnTo>
                  <a:lnTo>
                    <a:pt x="257547" y="5783170"/>
                  </a:lnTo>
                  <a:lnTo>
                    <a:pt x="257640" y="5783170"/>
                  </a:lnTo>
                  <a:lnTo>
                    <a:pt x="257733" y="5783170"/>
                  </a:lnTo>
                  <a:lnTo>
                    <a:pt x="257826" y="5783170"/>
                  </a:lnTo>
                  <a:lnTo>
                    <a:pt x="257920" y="5783170"/>
                  </a:lnTo>
                  <a:lnTo>
                    <a:pt x="258013" y="5783170"/>
                  </a:lnTo>
                  <a:lnTo>
                    <a:pt x="258106" y="5783170"/>
                  </a:lnTo>
                  <a:lnTo>
                    <a:pt x="258199" y="5783170"/>
                  </a:lnTo>
                  <a:lnTo>
                    <a:pt x="258293" y="5783170"/>
                  </a:lnTo>
                  <a:lnTo>
                    <a:pt x="258386" y="5783170"/>
                  </a:lnTo>
                  <a:lnTo>
                    <a:pt x="258479" y="5783170"/>
                  </a:lnTo>
                  <a:lnTo>
                    <a:pt x="258572" y="5783170"/>
                  </a:lnTo>
                  <a:lnTo>
                    <a:pt x="258666" y="5783170"/>
                  </a:lnTo>
                  <a:lnTo>
                    <a:pt x="258759" y="5783170"/>
                  </a:lnTo>
                  <a:lnTo>
                    <a:pt x="258852" y="5783170"/>
                  </a:lnTo>
                  <a:lnTo>
                    <a:pt x="258945" y="5783170"/>
                  </a:lnTo>
                  <a:lnTo>
                    <a:pt x="259039" y="5783170"/>
                  </a:lnTo>
                  <a:lnTo>
                    <a:pt x="259132" y="5783170"/>
                  </a:lnTo>
                  <a:lnTo>
                    <a:pt x="259225" y="5783170"/>
                  </a:lnTo>
                  <a:lnTo>
                    <a:pt x="259318" y="5783170"/>
                  </a:lnTo>
                  <a:lnTo>
                    <a:pt x="259412" y="5783170"/>
                  </a:lnTo>
                  <a:lnTo>
                    <a:pt x="259505" y="5783170"/>
                  </a:lnTo>
                  <a:lnTo>
                    <a:pt x="259598" y="5783170"/>
                  </a:lnTo>
                  <a:lnTo>
                    <a:pt x="259691" y="5783170"/>
                  </a:lnTo>
                  <a:lnTo>
                    <a:pt x="259785" y="5783170"/>
                  </a:lnTo>
                  <a:lnTo>
                    <a:pt x="259878" y="5783170"/>
                  </a:lnTo>
                  <a:lnTo>
                    <a:pt x="259971" y="5783170"/>
                  </a:lnTo>
                  <a:lnTo>
                    <a:pt x="260064" y="5783170"/>
                  </a:lnTo>
                  <a:lnTo>
                    <a:pt x="260158" y="5783170"/>
                  </a:lnTo>
                  <a:lnTo>
                    <a:pt x="260251" y="5783170"/>
                  </a:lnTo>
                  <a:lnTo>
                    <a:pt x="260344" y="5783170"/>
                  </a:lnTo>
                  <a:lnTo>
                    <a:pt x="260437" y="5783170"/>
                  </a:lnTo>
                  <a:lnTo>
                    <a:pt x="260531" y="5783170"/>
                  </a:lnTo>
                  <a:lnTo>
                    <a:pt x="260624" y="5783170"/>
                  </a:lnTo>
                  <a:lnTo>
                    <a:pt x="260717" y="5783170"/>
                  </a:lnTo>
                  <a:lnTo>
                    <a:pt x="260810" y="5783170"/>
                  </a:lnTo>
                  <a:lnTo>
                    <a:pt x="260904" y="5783170"/>
                  </a:lnTo>
                  <a:lnTo>
                    <a:pt x="260997" y="5783170"/>
                  </a:lnTo>
                  <a:lnTo>
                    <a:pt x="261090" y="5783170"/>
                  </a:lnTo>
                  <a:lnTo>
                    <a:pt x="261183" y="5783170"/>
                  </a:lnTo>
                  <a:lnTo>
                    <a:pt x="261277" y="5783170"/>
                  </a:lnTo>
                  <a:lnTo>
                    <a:pt x="261370" y="5783170"/>
                  </a:lnTo>
                  <a:lnTo>
                    <a:pt x="261463" y="5783170"/>
                  </a:lnTo>
                  <a:lnTo>
                    <a:pt x="261556" y="5783170"/>
                  </a:lnTo>
                  <a:lnTo>
                    <a:pt x="261650" y="5783170"/>
                  </a:lnTo>
                  <a:lnTo>
                    <a:pt x="261743" y="5783170"/>
                  </a:lnTo>
                  <a:lnTo>
                    <a:pt x="261836" y="5783170"/>
                  </a:lnTo>
                  <a:lnTo>
                    <a:pt x="261929" y="5783170"/>
                  </a:lnTo>
                  <a:lnTo>
                    <a:pt x="262023" y="5783170"/>
                  </a:lnTo>
                  <a:lnTo>
                    <a:pt x="262116" y="5783170"/>
                  </a:lnTo>
                  <a:lnTo>
                    <a:pt x="262209" y="5783170"/>
                  </a:lnTo>
                  <a:lnTo>
                    <a:pt x="262302" y="5783170"/>
                  </a:lnTo>
                  <a:lnTo>
                    <a:pt x="262396" y="5783170"/>
                  </a:lnTo>
                  <a:lnTo>
                    <a:pt x="262489" y="5783170"/>
                  </a:lnTo>
                  <a:lnTo>
                    <a:pt x="262582" y="5783170"/>
                  </a:lnTo>
                  <a:lnTo>
                    <a:pt x="262675" y="5783170"/>
                  </a:lnTo>
                  <a:lnTo>
                    <a:pt x="262769" y="5783170"/>
                  </a:lnTo>
                  <a:lnTo>
                    <a:pt x="262862" y="5783170"/>
                  </a:lnTo>
                  <a:lnTo>
                    <a:pt x="262955" y="5783170"/>
                  </a:lnTo>
                  <a:lnTo>
                    <a:pt x="263048" y="5783170"/>
                  </a:lnTo>
                  <a:lnTo>
                    <a:pt x="263142" y="5783170"/>
                  </a:lnTo>
                  <a:lnTo>
                    <a:pt x="263235" y="5783170"/>
                  </a:lnTo>
                  <a:lnTo>
                    <a:pt x="263328" y="5783170"/>
                  </a:lnTo>
                  <a:lnTo>
                    <a:pt x="263421" y="5783170"/>
                  </a:lnTo>
                  <a:lnTo>
                    <a:pt x="263515" y="5783170"/>
                  </a:lnTo>
                  <a:lnTo>
                    <a:pt x="263608" y="5783170"/>
                  </a:lnTo>
                  <a:lnTo>
                    <a:pt x="263701" y="5783170"/>
                  </a:lnTo>
                  <a:lnTo>
                    <a:pt x="263794" y="5783170"/>
                  </a:lnTo>
                  <a:lnTo>
                    <a:pt x="263887" y="5783170"/>
                  </a:lnTo>
                  <a:lnTo>
                    <a:pt x="263981" y="5783170"/>
                  </a:lnTo>
                  <a:lnTo>
                    <a:pt x="264074" y="5783170"/>
                  </a:lnTo>
                  <a:lnTo>
                    <a:pt x="264167" y="5783170"/>
                  </a:lnTo>
                  <a:lnTo>
                    <a:pt x="264260" y="5783170"/>
                  </a:lnTo>
                  <a:lnTo>
                    <a:pt x="264354" y="5783170"/>
                  </a:lnTo>
                  <a:lnTo>
                    <a:pt x="264447" y="5783170"/>
                  </a:lnTo>
                  <a:lnTo>
                    <a:pt x="264540" y="5783170"/>
                  </a:lnTo>
                  <a:lnTo>
                    <a:pt x="264633" y="5783170"/>
                  </a:lnTo>
                  <a:lnTo>
                    <a:pt x="264727" y="5783170"/>
                  </a:lnTo>
                  <a:lnTo>
                    <a:pt x="264820" y="5783170"/>
                  </a:lnTo>
                  <a:lnTo>
                    <a:pt x="264913" y="5783170"/>
                  </a:lnTo>
                  <a:lnTo>
                    <a:pt x="265006" y="5783170"/>
                  </a:lnTo>
                  <a:lnTo>
                    <a:pt x="265100" y="5783170"/>
                  </a:lnTo>
                  <a:lnTo>
                    <a:pt x="265100" y="5773217"/>
                  </a:lnTo>
                  <a:lnTo>
                    <a:pt x="265193" y="5773217"/>
                  </a:lnTo>
                  <a:lnTo>
                    <a:pt x="265286" y="5773217"/>
                  </a:lnTo>
                  <a:lnTo>
                    <a:pt x="265379" y="5773217"/>
                  </a:lnTo>
                  <a:lnTo>
                    <a:pt x="265473" y="5773217"/>
                  </a:lnTo>
                  <a:lnTo>
                    <a:pt x="265566" y="5773217"/>
                  </a:lnTo>
                  <a:lnTo>
                    <a:pt x="265659" y="5773217"/>
                  </a:lnTo>
                  <a:lnTo>
                    <a:pt x="265752" y="5773217"/>
                  </a:lnTo>
                  <a:lnTo>
                    <a:pt x="265846" y="5773217"/>
                  </a:lnTo>
                  <a:lnTo>
                    <a:pt x="265939" y="5773217"/>
                  </a:lnTo>
                  <a:lnTo>
                    <a:pt x="266032" y="5773217"/>
                  </a:lnTo>
                  <a:lnTo>
                    <a:pt x="266125" y="5773217"/>
                  </a:lnTo>
                  <a:lnTo>
                    <a:pt x="266219" y="5773217"/>
                  </a:lnTo>
                  <a:lnTo>
                    <a:pt x="266312" y="5773217"/>
                  </a:lnTo>
                  <a:lnTo>
                    <a:pt x="266405" y="5773217"/>
                  </a:lnTo>
                  <a:lnTo>
                    <a:pt x="266498" y="5773217"/>
                  </a:lnTo>
                  <a:lnTo>
                    <a:pt x="266592" y="5773217"/>
                  </a:lnTo>
                  <a:lnTo>
                    <a:pt x="266685" y="5773217"/>
                  </a:lnTo>
                  <a:lnTo>
                    <a:pt x="266778" y="5773217"/>
                  </a:lnTo>
                  <a:lnTo>
                    <a:pt x="266871" y="5773217"/>
                  </a:lnTo>
                  <a:lnTo>
                    <a:pt x="266965" y="5773217"/>
                  </a:lnTo>
                  <a:lnTo>
                    <a:pt x="267058" y="5773217"/>
                  </a:lnTo>
                  <a:lnTo>
                    <a:pt x="267151" y="5773217"/>
                  </a:lnTo>
                  <a:lnTo>
                    <a:pt x="267244" y="5773217"/>
                  </a:lnTo>
                  <a:lnTo>
                    <a:pt x="267338" y="5773217"/>
                  </a:lnTo>
                  <a:lnTo>
                    <a:pt x="267431" y="5773217"/>
                  </a:lnTo>
                  <a:lnTo>
                    <a:pt x="267524" y="5773217"/>
                  </a:lnTo>
                  <a:lnTo>
                    <a:pt x="267617" y="5773217"/>
                  </a:lnTo>
                  <a:lnTo>
                    <a:pt x="267711" y="5773217"/>
                  </a:lnTo>
                  <a:lnTo>
                    <a:pt x="267804" y="5773217"/>
                  </a:lnTo>
                  <a:lnTo>
                    <a:pt x="267897" y="5773217"/>
                  </a:lnTo>
                  <a:lnTo>
                    <a:pt x="267990" y="5773217"/>
                  </a:lnTo>
                  <a:lnTo>
                    <a:pt x="268084" y="5773217"/>
                  </a:lnTo>
                  <a:lnTo>
                    <a:pt x="268177" y="5773217"/>
                  </a:lnTo>
                  <a:lnTo>
                    <a:pt x="268270" y="5773217"/>
                  </a:lnTo>
                  <a:lnTo>
                    <a:pt x="268363" y="5773217"/>
                  </a:lnTo>
                  <a:lnTo>
                    <a:pt x="268457" y="5773217"/>
                  </a:lnTo>
                  <a:lnTo>
                    <a:pt x="268550" y="5773217"/>
                  </a:lnTo>
                  <a:lnTo>
                    <a:pt x="268643" y="5773217"/>
                  </a:lnTo>
                  <a:lnTo>
                    <a:pt x="268736" y="5773217"/>
                  </a:lnTo>
                  <a:lnTo>
                    <a:pt x="268830" y="5773217"/>
                  </a:lnTo>
                  <a:lnTo>
                    <a:pt x="268923" y="5773217"/>
                  </a:lnTo>
                  <a:lnTo>
                    <a:pt x="269016" y="5773217"/>
                  </a:lnTo>
                  <a:lnTo>
                    <a:pt x="269109" y="5773217"/>
                  </a:lnTo>
                  <a:lnTo>
                    <a:pt x="269203" y="5773217"/>
                  </a:lnTo>
                  <a:lnTo>
                    <a:pt x="269296" y="5773217"/>
                  </a:lnTo>
                  <a:lnTo>
                    <a:pt x="269389" y="5773217"/>
                  </a:lnTo>
                  <a:lnTo>
                    <a:pt x="269482" y="5773217"/>
                  </a:lnTo>
                  <a:lnTo>
                    <a:pt x="269482" y="5763263"/>
                  </a:lnTo>
                  <a:lnTo>
                    <a:pt x="269576" y="5763263"/>
                  </a:lnTo>
                  <a:lnTo>
                    <a:pt x="269669" y="5763263"/>
                  </a:lnTo>
                  <a:lnTo>
                    <a:pt x="269762" y="5763263"/>
                  </a:lnTo>
                  <a:lnTo>
                    <a:pt x="269855" y="5763263"/>
                  </a:lnTo>
                  <a:lnTo>
                    <a:pt x="269949" y="5763263"/>
                  </a:lnTo>
                  <a:lnTo>
                    <a:pt x="270042" y="5763263"/>
                  </a:lnTo>
                  <a:lnTo>
                    <a:pt x="270135" y="5763263"/>
                  </a:lnTo>
                  <a:lnTo>
                    <a:pt x="270228" y="5763263"/>
                  </a:lnTo>
                  <a:lnTo>
                    <a:pt x="270322" y="5763263"/>
                  </a:lnTo>
                  <a:lnTo>
                    <a:pt x="270415" y="5763263"/>
                  </a:lnTo>
                  <a:lnTo>
                    <a:pt x="270508" y="5763263"/>
                  </a:lnTo>
                  <a:lnTo>
                    <a:pt x="270601" y="5763263"/>
                  </a:lnTo>
                  <a:lnTo>
                    <a:pt x="270694" y="5763263"/>
                  </a:lnTo>
                  <a:lnTo>
                    <a:pt x="270788" y="5763263"/>
                  </a:lnTo>
                  <a:lnTo>
                    <a:pt x="270788" y="5753309"/>
                  </a:lnTo>
                  <a:lnTo>
                    <a:pt x="270881" y="5753309"/>
                  </a:lnTo>
                  <a:lnTo>
                    <a:pt x="270974" y="5753309"/>
                  </a:lnTo>
                  <a:lnTo>
                    <a:pt x="271067" y="5753309"/>
                  </a:lnTo>
                  <a:lnTo>
                    <a:pt x="271161" y="5753309"/>
                  </a:lnTo>
                  <a:lnTo>
                    <a:pt x="271254" y="5753309"/>
                  </a:lnTo>
                  <a:lnTo>
                    <a:pt x="271347" y="5753309"/>
                  </a:lnTo>
                  <a:lnTo>
                    <a:pt x="271440" y="5753309"/>
                  </a:lnTo>
                  <a:lnTo>
                    <a:pt x="271534" y="5753309"/>
                  </a:lnTo>
                  <a:lnTo>
                    <a:pt x="271627" y="5753309"/>
                  </a:lnTo>
                  <a:lnTo>
                    <a:pt x="271720" y="5753309"/>
                  </a:lnTo>
                  <a:lnTo>
                    <a:pt x="271813" y="5753309"/>
                  </a:lnTo>
                  <a:lnTo>
                    <a:pt x="271907" y="5753309"/>
                  </a:lnTo>
                  <a:lnTo>
                    <a:pt x="272000" y="5753309"/>
                  </a:lnTo>
                  <a:lnTo>
                    <a:pt x="272093" y="5753309"/>
                  </a:lnTo>
                  <a:lnTo>
                    <a:pt x="272186" y="5753309"/>
                  </a:lnTo>
                  <a:lnTo>
                    <a:pt x="272280" y="5753309"/>
                  </a:lnTo>
                  <a:lnTo>
                    <a:pt x="272373" y="5753309"/>
                  </a:lnTo>
                  <a:lnTo>
                    <a:pt x="272466" y="5753309"/>
                  </a:lnTo>
                  <a:lnTo>
                    <a:pt x="272559" y="5753309"/>
                  </a:lnTo>
                  <a:lnTo>
                    <a:pt x="272653" y="5753309"/>
                  </a:lnTo>
                  <a:lnTo>
                    <a:pt x="272746" y="5753309"/>
                  </a:lnTo>
                  <a:lnTo>
                    <a:pt x="272839" y="5753309"/>
                  </a:lnTo>
                  <a:lnTo>
                    <a:pt x="272932" y="5753309"/>
                  </a:lnTo>
                  <a:lnTo>
                    <a:pt x="273026" y="5753309"/>
                  </a:lnTo>
                  <a:lnTo>
                    <a:pt x="273119" y="5753309"/>
                  </a:lnTo>
                  <a:lnTo>
                    <a:pt x="273212" y="5753309"/>
                  </a:lnTo>
                  <a:lnTo>
                    <a:pt x="273305" y="5753309"/>
                  </a:lnTo>
                  <a:lnTo>
                    <a:pt x="273399" y="5753309"/>
                  </a:lnTo>
                  <a:lnTo>
                    <a:pt x="273492" y="5753309"/>
                  </a:lnTo>
                  <a:lnTo>
                    <a:pt x="273585" y="5753309"/>
                  </a:lnTo>
                  <a:lnTo>
                    <a:pt x="273585" y="5743355"/>
                  </a:lnTo>
                  <a:lnTo>
                    <a:pt x="273678" y="5743355"/>
                  </a:lnTo>
                  <a:lnTo>
                    <a:pt x="273772" y="5743355"/>
                  </a:lnTo>
                  <a:lnTo>
                    <a:pt x="273865" y="5743355"/>
                  </a:lnTo>
                  <a:lnTo>
                    <a:pt x="273958" y="5743355"/>
                  </a:lnTo>
                  <a:lnTo>
                    <a:pt x="274051" y="5743355"/>
                  </a:lnTo>
                  <a:lnTo>
                    <a:pt x="274145" y="5743355"/>
                  </a:lnTo>
                  <a:lnTo>
                    <a:pt x="274238" y="5743355"/>
                  </a:lnTo>
                  <a:lnTo>
                    <a:pt x="274331" y="5743355"/>
                  </a:lnTo>
                  <a:lnTo>
                    <a:pt x="274424" y="5743355"/>
                  </a:lnTo>
                  <a:lnTo>
                    <a:pt x="274518" y="5743355"/>
                  </a:lnTo>
                  <a:lnTo>
                    <a:pt x="274611" y="5743355"/>
                  </a:lnTo>
                  <a:lnTo>
                    <a:pt x="274704" y="5743355"/>
                  </a:lnTo>
                  <a:lnTo>
                    <a:pt x="274797" y="5743355"/>
                  </a:lnTo>
                  <a:lnTo>
                    <a:pt x="274891" y="5743355"/>
                  </a:lnTo>
                  <a:lnTo>
                    <a:pt x="274984" y="5743355"/>
                  </a:lnTo>
                  <a:lnTo>
                    <a:pt x="275077" y="5743355"/>
                  </a:lnTo>
                  <a:lnTo>
                    <a:pt x="275170" y="5743355"/>
                  </a:lnTo>
                  <a:lnTo>
                    <a:pt x="275264" y="5743355"/>
                  </a:lnTo>
                  <a:lnTo>
                    <a:pt x="275357" y="5743355"/>
                  </a:lnTo>
                  <a:lnTo>
                    <a:pt x="275450" y="5743355"/>
                  </a:lnTo>
                  <a:lnTo>
                    <a:pt x="275543" y="5743355"/>
                  </a:lnTo>
                  <a:lnTo>
                    <a:pt x="275637" y="5743355"/>
                  </a:lnTo>
                  <a:lnTo>
                    <a:pt x="275730" y="5743355"/>
                  </a:lnTo>
                  <a:lnTo>
                    <a:pt x="275823" y="5743355"/>
                  </a:lnTo>
                  <a:lnTo>
                    <a:pt x="275916" y="5743355"/>
                  </a:lnTo>
                  <a:lnTo>
                    <a:pt x="276010" y="5743355"/>
                  </a:lnTo>
                  <a:lnTo>
                    <a:pt x="276103" y="5743355"/>
                  </a:lnTo>
                  <a:lnTo>
                    <a:pt x="276196" y="5743355"/>
                  </a:lnTo>
                  <a:lnTo>
                    <a:pt x="276289" y="5743355"/>
                  </a:lnTo>
                  <a:lnTo>
                    <a:pt x="276383" y="5743355"/>
                  </a:lnTo>
                  <a:lnTo>
                    <a:pt x="276476" y="5743355"/>
                  </a:lnTo>
                  <a:lnTo>
                    <a:pt x="276569" y="5743355"/>
                  </a:lnTo>
                  <a:lnTo>
                    <a:pt x="276662" y="5743355"/>
                  </a:lnTo>
                  <a:lnTo>
                    <a:pt x="276756" y="5743355"/>
                  </a:lnTo>
                  <a:lnTo>
                    <a:pt x="276849" y="5743355"/>
                  </a:lnTo>
                  <a:lnTo>
                    <a:pt x="276942" y="5743355"/>
                  </a:lnTo>
                  <a:lnTo>
                    <a:pt x="277035" y="5743355"/>
                  </a:lnTo>
                  <a:lnTo>
                    <a:pt x="277129" y="5743355"/>
                  </a:lnTo>
                  <a:lnTo>
                    <a:pt x="277222" y="5743355"/>
                  </a:lnTo>
                  <a:lnTo>
                    <a:pt x="277315" y="5743355"/>
                  </a:lnTo>
                  <a:lnTo>
                    <a:pt x="277408" y="5743355"/>
                  </a:lnTo>
                  <a:lnTo>
                    <a:pt x="277408" y="5733401"/>
                  </a:lnTo>
                  <a:lnTo>
                    <a:pt x="277502" y="5733401"/>
                  </a:lnTo>
                  <a:lnTo>
                    <a:pt x="277595" y="5733401"/>
                  </a:lnTo>
                  <a:lnTo>
                    <a:pt x="277688" y="5733401"/>
                  </a:lnTo>
                  <a:lnTo>
                    <a:pt x="277781" y="5733401"/>
                  </a:lnTo>
                  <a:lnTo>
                    <a:pt x="277874" y="5733401"/>
                  </a:lnTo>
                  <a:lnTo>
                    <a:pt x="277968" y="5733401"/>
                  </a:lnTo>
                  <a:lnTo>
                    <a:pt x="278061" y="5733401"/>
                  </a:lnTo>
                  <a:lnTo>
                    <a:pt x="278154" y="5733401"/>
                  </a:lnTo>
                  <a:lnTo>
                    <a:pt x="278247" y="5733401"/>
                  </a:lnTo>
                  <a:lnTo>
                    <a:pt x="278341" y="5733401"/>
                  </a:lnTo>
                  <a:lnTo>
                    <a:pt x="278434" y="5733401"/>
                  </a:lnTo>
                  <a:lnTo>
                    <a:pt x="278527" y="5733401"/>
                  </a:lnTo>
                  <a:lnTo>
                    <a:pt x="278620" y="5733401"/>
                  </a:lnTo>
                  <a:lnTo>
                    <a:pt x="278714" y="5733401"/>
                  </a:lnTo>
                  <a:lnTo>
                    <a:pt x="278807" y="5733401"/>
                  </a:lnTo>
                  <a:lnTo>
                    <a:pt x="278900" y="5733401"/>
                  </a:lnTo>
                  <a:lnTo>
                    <a:pt x="278993" y="5733401"/>
                  </a:lnTo>
                  <a:lnTo>
                    <a:pt x="279087" y="5733401"/>
                  </a:lnTo>
                  <a:lnTo>
                    <a:pt x="279180" y="5733401"/>
                  </a:lnTo>
                  <a:lnTo>
                    <a:pt x="279273" y="5733401"/>
                  </a:lnTo>
                  <a:lnTo>
                    <a:pt x="279366" y="5733401"/>
                  </a:lnTo>
                  <a:lnTo>
                    <a:pt x="279460" y="5733401"/>
                  </a:lnTo>
                  <a:lnTo>
                    <a:pt x="279553" y="5733401"/>
                  </a:lnTo>
                  <a:lnTo>
                    <a:pt x="279646" y="5733401"/>
                  </a:lnTo>
                  <a:lnTo>
                    <a:pt x="279739" y="5733401"/>
                  </a:lnTo>
                  <a:lnTo>
                    <a:pt x="279833" y="5733401"/>
                  </a:lnTo>
                  <a:lnTo>
                    <a:pt x="279926" y="5733401"/>
                  </a:lnTo>
                  <a:lnTo>
                    <a:pt x="280019" y="5733401"/>
                  </a:lnTo>
                  <a:lnTo>
                    <a:pt x="280112" y="5733401"/>
                  </a:lnTo>
                  <a:lnTo>
                    <a:pt x="280206" y="5733401"/>
                  </a:lnTo>
                  <a:lnTo>
                    <a:pt x="280299" y="5733401"/>
                  </a:lnTo>
                  <a:lnTo>
                    <a:pt x="280392" y="5733401"/>
                  </a:lnTo>
                  <a:lnTo>
                    <a:pt x="280485" y="5733401"/>
                  </a:lnTo>
                  <a:lnTo>
                    <a:pt x="280579" y="5733401"/>
                  </a:lnTo>
                  <a:lnTo>
                    <a:pt x="280672" y="5733401"/>
                  </a:lnTo>
                  <a:lnTo>
                    <a:pt x="280765" y="5733401"/>
                  </a:lnTo>
                  <a:lnTo>
                    <a:pt x="280858" y="5733401"/>
                  </a:lnTo>
                  <a:lnTo>
                    <a:pt x="280952" y="5733401"/>
                  </a:lnTo>
                  <a:lnTo>
                    <a:pt x="281045" y="5733401"/>
                  </a:lnTo>
                  <a:lnTo>
                    <a:pt x="281138" y="5733401"/>
                  </a:lnTo>
                  <a:lnTo>
                    <a:pt x="281231" y="5733401"/>
                  </a:lnTo>
                  <a:lnTo>
                    <a:pt x="281325" y="5733401"/>
                  </a:lnTo>
                  <a:lnTo>
                    <a:pt x="281418" y="5733401"/>
                  </a:lnTo>
                  <a:lnTo>
                    <a:pt x="281511" y="5733401"/>
                  </a:lnTo>
                  <a:lnTo>
                    <a:pt x="281604" y="5733401"/>
                  </a:lnTo>
                  <a:lnTo>
                    <a:pt x="281698" y="5733401"/>
                  </a:lnTo>
                  <a:lnTo>
                    <a:pt x="281791" y="5733401"/>
                  </a:lnTo>
                  <a:lnTo>
                    <a:pt x="281884" y="5733401"/>
                  </a:lnTo>
                  <a:lnTo>
                    <a:pt x="281977" y="5733401"/>
                  </a:lnTo>
                  <a:lnTo>
                    <a:pt x="282071" y="5733401"/>
                  </a:lnTo>
                  <a:lnTo>
                    <a:pt x="282164" y="5733401"/>
                  </a:lnTo>
                  <a:lnTo>
                    <a:pt x="282257" y="5733401"/>
                  </a:lnTo>
                  <a:lnTo>
                    <a:pt x="282350" y="5733401"/>
                  </a:lnTo>
                  <a:lnTo>
                    <a:pt x="282444" y="5733401"/>
                  </a:lnTo>
                  <a:lnTo>
                    <a:pt x="282537" y="5733401"/>
                  </a:lnTo>
                  <a:lnTo>
                    <a:pt x="282630" y="5733401"/>
                  </a:lnTo>
                  <a:lnTo>
                    <a:pt x="282723" y="5733401"/>
                  </a:lnTo>
                  <a:lnTo>
                    <a:pt x="282817" y="5733401"/>
                  </a:lnTo>
                  <a:lnTo>
                    <a:pt x="282910" y="5733401"/>
                  </a:lnTo>
                  <a:lnTo>
                    <a:pt x="283003" y="5733401"/>
                  </a:lnTo>
                  <a:lnTo>
                    <a:pt x="283096" y="5733401"/>
                  </a:lnTo>
                  <a:lnTo>
                    <a:pt x="283190" y="5733401"/>
                  </a:lnTo>
                  <a:lnTo>
                    <a:pt x="283283" y="5733401"/>
                  </a:lnTo>
                  <a:lnTo>
                    <a:pt x="283376" y="5733401"/>
                  </a:lnTo>
                  <a:lnTo>
                    <a:pt x="283469" y="5733401"/>
                  </a:lnTo>
                  <a:lnTo>
                    <a:pt x="283563" y="5733401"/>
                  </a:lnTo>
                  <a:lnTo>
                    <a:pt x="283656" y="5733401"/>
                  </a:lnTo>
                  <a:lnTo>
                    <a:pt x="283749" y="5733401"/>
                  </a:lnTo>
                  <a:lnTo>
                    <a:pt x="283842" y="5733401"/>
                  </a:lnTo>
                  <a:lnTo>
                    <a:pt x="283936" y="5733401"/>
                  </a:lnTo>
                  <a:lnTo>
                    <a:pt x="284029" y="5733401"/>
                  </a:lnTo>
                  <a:lnTo>
                    <a:pt x="284122" y="5733401"/>
                  </a:lnTo>
                  <a:lnTo>
                    <a:pt x="284215" y="5733401"/>
                  </a:lnTo>
                  <a:lnTo>
                    <a:pt x="284309" y="5733401"/>
                  </a:lnTo>
                  <a:lnTo>
                    <a:pt x="284309" y="5723448"/>
                  </a:lnTo>
                  <a:lnTo>
                    <a:pt x="284402" y="5723448"/>
                  </a:lnTo>
                  <a:lnTo>
                    <a:pt x="284495" y="5723448"/>
                  </a:lnTo>
                  <a:lnTo>
                    <a:pt x="284588" y="5723448"/>
                  </a:lnTo>
                  <a:lnTo>
                    <a:pt x="284681" y="5723448"/>
                  </a:lnTo>
                  <a:lnTo>
                    <a:pt x="284775" y="5723448"/>
                  </a:lnTo>
                  <a:lnTo>
                    <a:pt x="284868" y="5723448"/>
                  </a:lnTo>
                  <a:lnTo>
                    <a:pt x="284961" y="5723448"/>
                  </a:lnTo>
                  <a:lnTo>
                    <a:pt x="285054" y="5723448"/>
                  </a:lnTo>
                  <a:lnTo>
                    <a:pt x="285148" y="5723448"/>
                  </a:lnTo>
                  <a:lnTo>
                    <a:pt x="285241" y="5723448"/>
                  </a:lnTo>
                  <a:lnTo>
                    <a:pt x="285334" y="5723448"/>
                  </a:lnTo>
                  <a:lnTo>
                    <a:pt x="285427" y="5723448"/>
                  </a:lnTo>
                  <a:lnTo>
                    <a:pt x="285521" y="5723448"/>
                  </a:lnTo>
                  <a:lnTo>
                    <a:pt x="285614" y="5723448"/>
                  </a:lnTo>
                  <a:lnTo>
                    <a:pt x="285707" y="5723448"/>
                  </a:lnTo>
                  <a:lnTo>
                    <a:pt x="285800" y="5723448"/>
                  </a:lnTo>
                  <a:lnTo>
                    <a:pt x="285894" y="5723448"/>
                  </a:lnTo>
                  <a:lnTo>
                    <a:pt x="285987" y="5723448"/>
                  </a:lnTo>
                  <a:lnTo>
                    <a:pt x="286080" y="5723448"/>
                  </a:lnTo>
                  <a:lnTo>
                    <a:pt x="286173" y="5723448"/>
                  </a:lnTo>
                  <a:lnTo>
                    <a:pt x="286267" y="5723448"/>
                  </a:lnTo>
                  <a:lnTo>
                    <a:pt x="286360" y="5723448"/>
                  </a:lnTo>
                  <a:lnTo>
                    <a:pt x="286453" y="5723448"/>
                  </a:lnTo>
                  <a:lnTo>
                    <a:pt x="286546" y="5723448"/>
                  </a:lnTo>
                  <a:lnTo>
                    <a:pt x="286640" y="5723448"/>
                  </a:lnTo>
                  <a:lnTo>
                    <a:pt x="286733" y="5723448"/>
                  </a:lnTo>
                  <a:lnTo>
                    <a:pt x="286826" y="5723448"/>
                  </a:lnTo>
                  <a:lnTo>
                    <a:pt x="286919" y="5723448"/>
                  </a:lnTo>
                  <a:lnTo>
                    <a:pt x="287013" y="5723448"/>
                  </a:lnTo>
                  <a:lnTo>
                    <a:pt x="287106" y="5723448"/>
                  </a:lnTo>
                  <a:lnTo>
                    <a:pt x="287199" y="5723448"/>
                  </a:lnTo>
                  <a:lnTo>
                    <a:pt x="287292" y="5723448"/>
                  </a:lnTo>
                  <a:lnTo>
                    <a:pt x="287386" y="5723448"/>
                  </a:lnTo>
                  <a:lnTo>
                    <a:pt x="287479" y="5723448"/>
                  </a:lnTo>
                  <a:lnTo>
                    <a:pt x="287572" y="5723448"/>
                  </a:lnTo>
                  <a:lnTo>
                    <a:pt x="287665" y="5723448"/>
                  </a:lnTo>
                  <a:lnTo>
                    <a:pt x="287759" y="5723448"/>
                  </a:lnTo>
                  <a:lnTo>
                    <a:pt x="287852" y="5723448"/>
                  </a:lnTo>
                  <a:lnTo>
                    <a:pt x="287945" y="5723448"/>
                  </a:lnTo>
                  <a:lnTo>
                    <a:pt x="288038" y="5723448"/>
                  </a:lnTo>
                  <a:lnTo>
                    <a:pt x="288132" y="5723448"/>
                  </a:lnTo>
                  <a:lnTo>
                    <a:pt x="288225" y="5723448"/>
                  </a:lnTo>
                  <a:lnTo>
                    <a:pt x="288318" y="5723448"/>
                  </a:lnTo>
                  <a:lnTo>
                    <a:pt x="288411" y="5723448"/>
                  </a:lnTo>
                  <a:lnTo>
                    <a:pt x="288505" y="5723448"/>
                  </a:lnTo>
                  <a:lnTo>
                    <a:pt x="288598" y="5723448"/>
                  </a:lnTo>
                  <a:lnTo>
                    <a:pt x="288691" y="5723448"/>
                  </a:lnTo>
                  <a:lnTo>
                    <a:pt x="288784" y="5723448"/>
                  </a:lnTo>
                  <a:lnTo>
                    <a:pt x="288878" y="5723448"/>
                  </a:lnTo>
                  <a:lnTo>
                    <a:pt x="288971" y="5723448"/>
                  </a:lnTo>
                  <a:lnTo>
                    <a:pt x="289064" y="5723448"/>
                  </a:lnTo>
                  <a:lnTo>
                    <a:pt x="289157" y="5723448"/>
                  </a:lnTo>
                  <a:lnTo>
                    <a:pt x="289157" y="5713494"/>
                  </a:lnTo>
                  <a:lnTo>
                    <a:pt x="289251" y="5713494"/>
                  </a:lnTo>
                  <a:lnTo>
                    <a:pt x="289344" y="5713494"/>
                  </a:lnTo>
                  <a:lnTo>
                    <a:pt x="289437" y="5713494"/>
                  </a:lnTo>
                  <a:lnTo>
                    <a:pt x="289530" y="5713494"/>
                  </a:lnTo>
                  <a:lnTo>
                    <a:pt x="289530" y="5703540"/>
                  </a:lnTo>
                  <a:lnTo>
                    <a:pt x="289624" y="5703540"/>
                  </a:lnTo>
                  <a:lnTo>
                    <a:pt x="289717" y="5703540"/>
                  </a:lnTo>
                  <a:lnTo>
                    <a:pt x="289810" y="5703540"/>
                  </a:lnTo>
                  <a:lnTo>
                    <a:pt x="289903" y="5703540"/>
                  </a:lnTo>
                  <a:lnTo>
                    <a:pt x="289997" y="5703540"/>
                  </a:lnTo>
                  <a:lnTo>
                    <a:pt x="290090" y="5703540"/>
                  </a:lnTo>
                  <a:lnTo>
                    <a:pt x="290183" y="5703540"/>
                  </a:lnTo>
                  <a:lnTo>
                    <a:pt x="290276" y="5703540"/>
                  </a:lnTo>
                  <a:lnTo>
                    <a:pt x="290370" y="5703540"/>
                  </a:lnTo>
                  <a:lnTo>
                    <a:pt x="290463" y="5703540"/>
                  </a:lnTo>
                  <a:lnTo>
                    <a:pt x="290556" y="5703540"/>
                  </a:lnTo>
                  <a:lnTo>
                    <a:pt x="290649" y="5703540"/>
                  </a:lnTo>
                  <a:lnTo>
                    <a:pt x="290649" y="5693586"/>
                  </a:lnTo>
                  <a:lnTo>
                    <a:pt x="290743" y="5693586"/>
                  </a:lnTo>
                  <a:lnTo>
                    <a:pt x="290836" y="5693586"/>
                  </a:lnTo>
                  <a:lnTo>
                    <a:pt x="290929" y="5693586"/>
                  </a:lnTo>
                  <a:lnTo>
                    <a:pt x="291022" y="5693586"/>
                  </a:lnTo>
                  <a:lnTo>
                    <a:pt x="291116" y="5693586"/>
                  </a:lnTo>
                  <a:lnTo>
                    <a:pt x="291209" y="5693586"/>
                  </a:lnTo>
                  <a:lnTo>
                    <a:pt x="291302" y="5693586"/>
                  </a:lnTo>
                  <a:lnTo>
                    <a:pt x="291395" y="5693586"/>
                  </a:lnTo>
                  <a:lnTo>
                    <a:pt x="291488" y="5693586"/>
                  </a:lnTo>
                  <a:lnTo>
                    <a:pt x="291582" y="5693586"/>
                  </a:lnTo>
                  <a:lnTo>
                    <a:pt x="291675" y="5693586"/>
                  </a:lnTo>
                  <a:lnTo>
                    <a:pt x="291768" y="5693586"/>
                  </a:lnTo>
                  <a:lnTo>
                    <a:pt x="291861" y="5693586"/>
                  </a:lnTo>
                  <a:lnTo>
                    <a:pt x="291955" y="5693586"/>
                  </a:lnTo>
                  <a:lnTo>
                    <a:pt x="292048" y="5693586"/>
                  </a:lnTo>
                  <a:lnTo>
                    <a:pt x="292141" y="5693586"/>
                  </a:lnTo>
                  <a:lnTo>
                    <a:pt x="292234" y="5693586"/>
                  </a:lnTo>
                  <a:lnTo>
                    <a:pt x="292328" y="5693586"/>
                  </a:lnTo>
                  <a:lnTo>
                    <a:pt x="292421" y="5693586"/>
                  </a:lnTo>
                  <a:lnTo>
                    <a:pt x="292514" y="5693586"/>
                  </a:lnTo>
                  <a:lnTo>
                    <a:pt x="292607" y="5693586"/>
                  </a:lnTo>
                  <a:lnTo>
                    <a:pt x="292701" y="5693586"/>
                  </a:lnTo>
                  <a:lnTo>
                    <a:pt x="292794" y="5693586"/>
                  </a:lnTo>
                  <a:lnTo>
                    <a:pt x="292887" y="5693586"/>
                  </a:lnTo>
                  <a:lnTo>
                    <a:pt x="292980" y="5693586"/>
                  </a:lnTo>
                  <a:lnTo>
                    <a:pt x="293074" y="5693586"/>
                  </a:lnTo>
                  <a:lnTo>
                    <a:pt x="293167" y="5693586"/>
                  </a:lnTo>
                  <a:lnTo>
                    <a:pt x="293260" y="5693586"/>
                  </a:lnTo>
                  <a:lnTo>
                    <a:pt x="293353" y="5693586"/>
                  </a:lnTo>
                  <a:lnTo>
                    <a:pt x="293447" y="5693586"/>
                  </a:lnTo>
                  <a:lnTo>
                    <a:pt x="293540" y="5693586"/>
                  </a:lnTo>
                  <a:lnTo>
                    <a:pt x="293633" y="5693586"/>
                  </a:lnTo>
                  <a:lnTo>
                    <a:pt x="293726" y="5693586"/>
                  </a:lnTo>
                  <a:lnTo>
                    <a:pt x="293820" y="5693586"/>
                  </a:lnTo>
                  <a:lnTo>
                    <a:pt x="293913" y="5693586"/>
                  </a:lnTo>
                  <a:lnTo>
                    <a:pt x="294006" y="5693586"/>
                  </a:lnTo>
                  <a:lnTo>
                    <a:pt x="294099" y="5693586"/>
                  </a:lnTo>
                  <a:lnTo>
                    <a:pt x="294193" y="5693586"/>
                  </a:lnTo>
                  <a:lnTo>
                    <a:pt x="294286" y="5693586"/>
                  </a:lnTo>
                  <a:lnTo>
                    <a:pt x="294379" y="5693586"/>
                  </a:lnTo>
                  <a:lnTo>
                    <a:pt x="294472" y="5693586"/>
                  </a:lnTo>
                  <a:lnTo>
                    <a:pt x="294566" y="5693586"/>
                  </a:lnTo>
                  <a:lnTo>
                    <a:pt x="294659" y="5693586"/>
                  </a:lnTo>
                  <a:lnTo>
                    <a:pt x="294752" y="5693586"/>
                  </a:lnTo>
                  <a:lnTo>
                    <a:pt x="294845" y="5693586"/>
                  </a:lnTo>
                  <a:lnTo>
                    <a:pt x="294939" y="5693586"/>
                  </a:lnTo>
                  <a:lnTo>
                    <a:pt x="295032" y="5693586"/>
                  </a:lnTo>
                  <a:lnTo>
                    <a:pt x="295125" y="5693586"/>
                  </a:lnTo>
                  <a:lnTo>
                    <a:pt x="295218" y="5693586"/>
                  </a:lnTo>
                  <a:lnTo>
                    <a:pt x="295312" y="5693586"/>
                  </a:lnTo>
                  <a:lnTo>
                    <a:pt x="295405" y="5693586"/>
                  </a:lnTo>
                  <a:lnTo>
                    <a:pt x="295498" y="5693586"/>
                  </a:lnTo>
                  <a:lnTo>
                    <a:pt x="295591" y="5693586"/>
                  </a:lnTo>
                  <a:lnTo>
                    <a:pt x="295685" y="5693586"/>
                  </a:lnTo>
                  <a:lnTo>
                    <a:pt x="295778" y="5693586"/>
                  </a:lnTo>
                  <a:lnTo>
                    <a:pt x="295871" y="5693586"/>
                  </a:lnTo>
                  <a:lnTo>
                    <a:pt x="295964" y="5693586"/>
                  </a:lnTo>
                  <a:lnTo>
                    <a:pt x="296058" y="5693586"/>
                  </a:lnTo>
                  <a:lnTo>
                    <a:pt x="296151" y="5693586"/>
                  </a:lnTo>
                  <a:lnTo>
                    <a:pt x="296244" y="5693586"/>
                  </a:lnTo>
                  <a:lnTo>
                    <a:pt x="296337" y="5693586"/>
                  </a:lnTo>
                  <a:lnTo>
                    <a:pt x="296431" y="5693586"/>
                  </a:lnTo>
                  <a:lnTo>
                    <a:pt x="296524" y="5693586"/>
                  </a:lnTo>
                  <a:lnTo>
                    <a:pt x="296617" y="5693586"/>
                  </a:lnTo>
                  <a:lnTo>
                    <a:pt x="296710" y="5693586"/>
                  </a:lnTo>
                  <a:lnTo>
                    <a:pt x="296804" y="5693586"/>
                  </a:lnTo>
                  <a:lnTo>
                    <a:pt x="296897" y="5693586"/>
                  </a:lnTo>
                  <a:lnTo>
                    <a:pt x="296990" y="5693586"/>
                  </a:lnTo>
                  <a:lnTo>
                    <a:pt x="297083" y="5693586"/>
                  </a:lnTo>
                  <a:lnTo>
                    <a:pt x="297177" y="5693586"/>
                  </a:lnTo>
                  <a:lnTo>
                    <a:pt x="297270" y="5693586"/>
                  </a:lnTo>
                  <a:lnTo>
                    <a:pt x="297363" y="5693586"/>
                  </a:lnTo>
                  <a:lnTo>
                    <a:pt x="297456" y="5693586"/>
                  </a:lnTo>
                  <a:lnTo>
                    <a:pt x="297550" y="5693586"/>
                  </a:lnTo>
                  <a:lnTo>
                    <a:pt x="297643" y="5693586"/>
                  </a:lnTo>
                  <a:lnTo>
                    <a:pt x="297736" y="5693586"/>
                  </a:lnTo>
                  <a:lnTo>
                    <a:pt x="297829" y="5693586"/>
                  </a:lnTo>
                  <a:lnTo>
                    <a:pt x="297923" y="5693586"/>
                  </a:lnTo>
                  <a:lnTo>
                    <a:pt x="298016" y="5693586"/>
                  </a:lnTo>
                  <a:lnTo>
                    <a:pt x="298109" y="5693586"/>
                  </a:lnTo>
                  <a:lnTo>
                    <a:pt x="298202" y="5693586"/>
                  </a:lnTo>
                  <a:lnTo>
                    <a:pt x="298296" y="5693586"/>
                  </a:lnTo>
                  <a:lnTo>
                    <a:pt x="298389" y="5693586"/>
                  </a:lnTo>
                  <a:lnTo>
                    <a:pt x="298482" y="5693586"/>
                  </a:lnTo>
                  <a:lnTo>
                    <a:pt x="298575" y="5693586"/>
                  </a:lnTo>
                  <a:lnTo>
                    <a:pt x="298668" y="5693586"/>
                  </a:lnTo>
                  <a:lnTo>
                    <a:pt x="298762" y="5693586"/>
                  </a:lnTo>
                  <a:lnTo>
                    <a:pt x="298855" y="5693586"/>
                  </a:lnTo>
                  <a:lnTo>
                    <a:pt x="298948" y="5693586"/>
                  </a:lnTo>
                  <a:lnTo>
                    <a:pt x="299041" y="5693586"/>
                  </a:lnTo>
                  <a:lnTo>
                    <a:pt x="299135" y="5693586"/>
                  </a:lnTo>
                  <a:lnTo>
                    <a:pt x="299228" y="5693586"/>
                  </a:lnTo>
                  <a:lnTo>
                    <a:pt x="299321" y="5693586"/>
                  </a:lnTo>
                  <a:lnTo>
                    <a:pt x="299414" y="5693586"/>
                  </a:lnTo>
                  <a:lnTo>
                    <a:pt x="299508" y="5693586"/>
                  </a:lnTo>
                  <a:lnTo>
                    <a:pt x="299601" y="5693586"/>
                  </a:lnTo>
                  <a:lnTo>
                    <a:pt x="299694" y="5693586"/>
                  </a:lnTo>
                  <a:lnTo>
                    <a:pt x="299787" y="5693586"/>
                  </a:lnTo>
                  <a:lnTo>
                    <a:pt x="299881" y="5693586"/>
                  </a:lnTo>
                  <a:lnTo>
                    <a:pt x="299881" y="5683632"/>
                  </a:lnTo>
                  <a:lnTo>
                    <a:pt x="299974" y="5683632"/>
                  </a:lnTo>
                  <a:lnTo>
                    <a:pt x="300067" y="5683632"/>
                  </a:lnTo>
                  <a:lnTo>
                    <a:pt x="300160" y="5683632"/>
                  </a:lnTo>
                  <a:lnTo>
                    <a:pt x="300254" y="5683632"/>
                  </a:lnTo>
                  <a:lnTo>
                    <a:pt x="300347" y="5683632"/>
                  </a:lnTo>
                  <a:lnTo>
                    <a:pt x="300440" y="5683632"/>
                  </a:lnTo>
                  <a:lnTo>
                    <a:pt x="300533" y="5683632"/>
                  </a:lnTo>
                  <a:lnTo>
                    <a:pt x="300627" y="5683632"/>
                  </a:lnTo>
                  <a:lnTo>
                    <a:pt x="300720" y="5683632"/>
                  </a:lnTo>
                  <a:lnTo>
                    <a:pt x="300813" y="5683632"/>
                  </a:lnTo>
                  <a:lnTo>
                    <a:pt x="300906" y="5683632"/>
                  </a:lnTo>
                  <a:lnTo>
                    <a:pt x="301000" y="5683632"/>
                  </a:lnTo>
                  <a:lnTo>
                    <a:pt x="301093" y="5683632"/>
                  </a:lnTo>
                  <a:lnTo>
                    <a:pt x="301186" y="5683632"/>
                  </a:lnTo>
                  <a:lnTo>
                    <a:pt x="301279" y="5683632"/>
                  </a:lnTo>
                  <a:lnTo>
                    <a:pt x="301373" y="5683632"/>
                  </a:lnTo>
                  <a:lnTo>
                    <a:pt x="301466" y="5683632"/>
                  </a:lnTo>
                  <a:lnTo>
                    <a:pt x="301559" y="5683632"/>
                  </a:lnTo>
                  <a:lnTo>
                    <a:pt x="301652" y="5683632"/>
                  </a:lnTo>
                  <a:lnTo>
                    <a:pt x="301746" y="5683632"/>
                  </a:lnTo>
                  <a:lnTo>
                    <a:pt x="301839" y="5683632"/>
                  </a:lnTo>
                  <a:lnTo>
                    <a:pt x="301932" y="5683632"/>
                  </a:lnTo>
                  <a:lnTo>
                    <a:pt x="302025" y="5683632"/>
                  </a:lnTo>
                  <a:lnTo>
                    <a:pt x="302119" y="5683632"/>
                  </a:lnTo>
                  <a:lnTo>
                    <a:pt x="302212" y="5683632"/>
                  </a:lnTo>
                  <a:lnTo>
                    <a:pt x="302305" y="5683632"/>
                  </a:lnTo>
                  <a:lnTo>
                    <a:pt x="302398" y="5683632"/>
                  </a:lnTo>
                  <a:lnTo>
                    <a:pt x="302492" y="5683632"/>
                  </a:lnTo>
                  <a:lnTo>
                    <a:pt x="302585" y="5683632"/>
                  </a:lnTo>
                  <a:lnTo>
                    <a:pt x="302678" y="5683632"/>
                  </a:lnTo>
                  <a:lnTo>
                    <a:pt x="302771" y="5683632"/>
                  </a:lnTo>
                  <a:lnTo>
                    <a:pt x="302865" y="5683632"/>
                  </a:lnTo>
                  <a:lnTo>
                    <a:pt x="302958" y="5683632"/>
                  </a:lnTo>
                  <a:lnTo>
                    <a:pt x="303051" y="5683632"/>
                  </a:lnTo>
                  <a:lnTo>
                    <a:pt x="303144" y="5683632"/>
                  </a:lnTo>
                  <a:lnTo>
                    <a:pt x="303238" y="5683632"/>
                  </a:lnTo>
                  <a:lnTo>
                    <a:pt x="303331" y="5683632"/>
                  </a:lnTo>
                  <a:lnTo>
                    <a:pt x="303424" y="5683632"/>
                  </a:lnTo>
                  <a:lnTo>
                    <a:pt x="303517" y="5683632"/>
                  </a:lnTo>
                  <a:lnTo>
                    <a:pt x="303611" y="5683632"/>
                  </a:lnTo>
                  <a:lnTo>
                    <a:pt x="303704" y="5683632"/>
                  </a:lnTo>
                  <a:lnTo>
                    <a:pt x="303797" y="5683632"/>
                  </a:lnTo>
                  <a:lnTo>
                    <a:pt x="303890" y="5683632"/>
                  </a:lnTo>
                  <a:lnTo>
                    <a:pt x="303984" y="5683632"/>
                  </a:lnTo>
                  <a:lnTo>
                    <a:pt x="304077" y="5683632"/>
                  </a:lnTo>
                  <a:lnTo>
                    <a:pt x="304170" y="5683632"/>
                  </a:lnTo>
                  <a:lnTo>
                    <a:pt x="304263" y="5683632"/>
                  </a:lnTo>
                  <a:lnTo>
                    <a:pt x="304357" y="5683632"/>
                  </a:lnTo>
                  <a:lnTo>
                    <a:pt x="304450" y="5683632"/>
                  </a:lnTo>
                  <a:lnTo>
                    <a:pt x="304543" y="5683632"/>
                  </a:lnTo>
                  <a:lnTo>
                    <a:pt x="304636" y="5683632"/>
                  </a:lnTo>
                  <a:lnTo>
                    <a:pt x="304730" y="5683632"/>
                  </a:lnTo>
                  <a:lnTo>
                    <a:pt x="304823" y="5683632"/>
                  </a:lnTo>
                  <a:lnTo>
                    <a:pt x="304916" y="5683632"/>
                  </a:lnTo>
                  <a:lnTo>
                    <a:pt x="305009" y="5683632"/>
                  </a:lnTo>
                  <a:lnTo>
                    <a:pt x="305103" y="5683632"/>
                  </a:lnTo>
                  <a:lnTo>
                    <a:pt x="305196" y="5683632"/>
                  </a:lnTo>
                  <a:lnTo>
                    <a:pt x="305289" y="5683632"/>
                  </a:lnTo>
                  <a:lnTo>
                    <a:pt x="305382" y="5683632"/>
                  </a:lnTo>
                  <a:lnTo>
                    <a:pt x="305475" y="5683632"/>
                  </a:lnTo>
                  <a:lnTo>
                    <a:pt x="305569" y="5683632"/>
                  </a:lnTo>
                  <a:lnTo>
                    <a:pt x="305662" y="5683632"/>
                  </a:lnTo>
                  <a:lnTo>
                    <a:pt x="305755" y="5683632"/>
                  </a:lnTo>
                  <a:lnTo>
                    <a:pt x="305848" y="5683632"/>
                  </a:lnTo>
                  <a:lnTo>
                    <a:pt x="305942" y="5683632"/>
                  </a:lnTo>
                  <a:lnTo>
                    <a:pt x="306035" y="5683632"/>
                  </a:lnTo>
                  <a:lnTo>
                    <a:pt x="306128" y="5683632"/>
                  </a:lnTo>
                  <a:lnTo>
                    <a:pt x="306221" y="5683632"/>
                  </a:lnTo>
                  <a:lnTo>
                    <a:pt x="306315" y="5683632"/>
                  </a:lnTo>
                  <a:lnTo>
                    <a:pt x="306408" y="5683632"/>
                  </a:lnTo>
                  <a:lnTo>
                    <a:pt x="306501" y="5683632"/>
                  </a:lnTo>
                  <a:lnTo>
                    <a:pt x="306594" y="5683632"/>
                  </a:lnTo>
                  <a:lnTo>
                    <a:pt x="306688" y="5683632"/>
                  </a:lnTo>
                  <a:lnTo>
                    <a:pt x="306781" y="5683632"/>
                  </a:lnTo>
                  <a:lnTo>
                    <a:pt x="306874" y="5683632"/>
                  </a:lnTo>
                  <a:lnTo>
                    <a:pt x="306967" y="5683632"/>
                  </a:lnTo>
                  <a:lnTo>
                    <a:pt x="307061" y="5683632"/>
                  </a:lnTo>
                  <a:lnTo>
                    <a:pt x="307154" y="5683632"/>
                  </a:lnTo>
                  <a:lnTo>
                    <a:pt x="307247" y="5683632"/>
                  </a:lnTo>
                  <a:lnTo>
                    <a:pt x="307340" y="5683632"/>
                  </a:lnTo>
                  <a:lnTo>
                    <a:pt x="307434" y="5683632"/>
                  </a:lnTo>
                  <a:lnTo>
                    <a:pt x="307527" y="5683632"/>
                  </a:lnTo>
                  <a:lnTo>
                    <a:pt x="307620" y="5683632"/>
                  </a:lnTo>
                  <a:lnTo>
                    <a:pt x="307713" y="5683632"/>
                  </a:lnTo>
                  <a:lnTo>
                    <a:pt x="307807" y="5683632"/>
                  </a:lnTo>
                  <a:lnTo>
                    <a:pt x="307900" y="5683632"/>
                  </a:lnTo>
                  <a:lnTo>
                    <a:pt x="307993" y="5683632"/>
                  </a:lnTo>
                  <a:lnTo>
                    <a:pt x="308086" y="5683632"/>
                  </a:lnTo>
                  <a:lnTo>
                    <a:pt x="308180" y="5683632"/>
                  </a:lnTo>
                  <a:lnTo>
                    <a:pt x="308273" y="5683632"/>
                  </a:lnTo>
                  <a:lnTo>
                    <a:pt x="308366" y="5683632"/>
                  </a:lnTo>
                  <a:lnTo>
                    <a:pt x="308459" y="5683632"/>
                  </a:lnTo>
                  <a:lnTo>
                    <a:pt x="308553" y="5683632"/>
                  </a:lnTo>
                  <a:lnTo>
                    <a:pt x="308646" y="5683632"/>
                  </a:lnTo>
                  <a:lnTo>
                    <a:pt x="308739" y="5683632"/>
                  </a:lnTo>
                  <a:lnTo>
                    <a:pt x="308832" y="5683632"/>
                  </a:lnTo>
                  <a:lnTo>
                    <a:pt x="308926" y="5683632"/>
                  </a:lnTo>
                  <a:lnTo>
                    <a:pt x="309019" y="5683632"/>
                  </a:lnTo>
                  <a:lnTo>
                    <a:pt x="309112" y="5683632"/>
                  </a:lnTo>
                  <a:lnTo>
                    <a:pt x="309205" y="5683632"/>
                  </a:lnTo>
                  <a:lnTo>
                    <a:pt x="309299" y="5683632"/>
                  </a:lnTo>
                  <a:lnTo>
                    <a:pt x="309392" y="5683632"/>
                  </a:lnTo>
                  <a:lnTo>
                    <a:pt x="309485" y="5683632"/>
                  </a:lnTo>
                  <a:lnTo>
                    <a:pt x="309578" y="5683632"/>
                  </a:lnTo>
                  <a:lnTo>
                    <a:pt x="309672" y="5683632"/>
                  </a:lnTo>
                  <a:lnTo>
                    <a:pt x="309765" y="5683632"/>
                  </a:lnTo>
                  <a:lnTo>
                    <a:pt x="309858" y="5683632"/>
                  </a:lnTo>
                  <a:lnTo>
                    <a:pt x="309951" y="5683632"/>
                  </a:lnTo>
                  <a:lnTo>
                    <a:pt x="310045" y="5683632"/>
                  </a:lnTo>
                  <a:lnTo>
                    <a:pt x="310138" y="5683632"/>
                  </a:lnTo>
                  <a:lnTo>
                    <a:pt x="310231" y="5683632"/>
                  </a:lnTo>
                  <a:lnTo>
                    <a:pt x="310324" y="5683632"/>
                  </a:lnTo>
                  <a:lnTo>
                    <a:pt x="310418" y="5683632"/>
                  </a:lnTo>
                  <a:lnTo>
                    <a:pt x="310511" y="5683632"/>
                  </a:lnTo>
                  <a:lnTo>
                    <a:pt x="310604" y="5683632"/>
                  </a:lnTo>
                  <a:lnTo>
                    <a:pt x="310697" y="5683632"/>
                  </a:lnTo>
                  <a:lnTo>
                    <a:pt x="310791" y="5683632"/>
                  </a:lnTo>
                  <a:lnTo>
                    <a:pt x="310884" y="5683632"/>
                  </a:lnTo>
                  <a:lnTo>
                    <a:pt x="310977" y="5683632"/>
                  </a:lnTo>
                  <a:lnTo>
                    <a:pt x="311070" y="5683632"/>
                  </a:lnTo>
                  <a:lnTo>
                    <a:pt x="311164" y="5683632"/>
                  </a:lnTo>
                  <a:lnTo>
                    <a:pt x="311257" y="5683632"/>
                  </a:lnTo>
                  <a:lnTo>
                    <a:pt x="311350" y="5683632"/>
                  </a:lnTo>
                  <a:lnTo>
                    <a:pt x="311443" y="5683632"/>
                  </a:lnTo>
                  <a:lnTo>
                    <a:pt x="311537" y="5683632"/>
                  </a:lnTo>
                  <a:lnTo>
                    <a:pt x="311630" y="5683632"/>
                  </a:lnTo>
                  <a:lnTo>
                    <a:pt x="311723" y="5683632"/>
                  </a:lnTo>
                  <a:lnTo>
                    <a:pt x="311816" y="5683632"/>
                  </a:lnTo>
                  <a:lnTo>
                    <a:pt x="311910" y="5683632"/>
                  </a:lnTo>
                  <a:lnTo>
                    <a:pt x="312003" y="5683632"/>
                  </a:lnTo>
                  <a:lnTo>
                    <a:pt x="312096" y="5683632"/>
                  </a:lnTo>
                  <a:lnTo>
                    <a:pt x="312189" y="5683632"/>
                  </a:lnTo>
                  <a:lnTo>
                    <a:pt x="312282" y="5683632"/>
                  </a:lnTo>
                  <a:lnTo>
                    <a:pt x="312376" y="5683632"/>
                  </a:lnTo>
                  <a:lnTo>
                    <a:pt x="312469" y="5683632"/>
                  </a:lnTo>
                  <a:lnTo>
                    <a:pt x="312562" y="5683632"/>
                  </a:lnTo>
                  <a:lnTo>
                    <a:pt x="312655" y="5683632"/>
                  </a:lnTo>
                  <a:lnTo>
                    <a:pt x="312749" y="5683632"/>
                  </a:lnTo>
                  <a:lnTo>
                    <a:pt x="312842" y="5683632"/>
                  </a:lnTo>
                  <a:lnTo>
                    <a:pt x="312935" y="5683632"/>
                  </a:lnTo>
                  <a:lnTo>
                    <a:pt x="313028" y="5683632"/>
                  </a:lnTo>
                  <a:lnTo>
                    <a:pt x="313122" y="5683632"/>
                  </a:lnTo>
                  <a:lnTo>
                    <a:pt x="313215" y="5683632"/>
                  </a:lnTo>
                  <a:lnTo>
                    <a:pt x="313308" y="5683632"/>
                  </a:lnTo>
                  <a:lnTo>
                    <a:pt x="313401" y="5683632"/>
                  </a:lnTo>
                  <a:lnTo>
                    <a:pt x="313495" y="5683632"/>
                  </a:lnTo>
                  <a:lnTo>
                    <a:pt x="313588" y="5683632"/>
                  </a:lnTo>
                  <a:lnTo>
                    <a:pt x="313681" y="5683632"/>
                  </a:lnTo>
                  <a:lnTo>
                    <a:pt x="313774" y="5683632"/>
                  </a:lnTo>
                  <a:lnTo>
                    <a:pt x="313868" y="5683632"/>
                  </a:lnTo>
                  <a:lnTo>
                    <a:pt x="313961" y="5683632"/>
                  </a:lnTo>
                  <a:lnTo>
                    <a:pt x="314054" y="5683632"/>
                  </a:lnTo>
                  <a:lnTo>
                    <a:pt x="314147" y="5683632"/>
                  </a:lnTo>
                  <a:lnTo>
                    <a:pt x="314241" y="5683632"/>
                  </a:lnTo>
                  <a:lnTo>
                    <a:pt x="314334" y="5683632"/>
                  </a:lnTo>
                  <a:lnTo>
                    <a:pt x="314427" y="5683632"/>
                  </a:lnTo>
                  <a:lnTo>
                    <a:pt x="314520" y="5683632"/>
                  </a:lnTo>
                  <a:lnTo>
                    <a:pt x="314614" y="5683632"/>
                  </a:lnTo>
                  <a:lnTo>
                    <a:pt x="314707" y="5683632"/>
                  </a:lnTo>
                  <a:lnTo>
                    <a:pt x="314800" y="5683632"/>
                  </a:lnTo>
                  <a:lnTo>
                    <a:pt x="314893" y="5683632"/>
                  </a:lnTo>
                  <a:lnTo>
                    <a:pt x="314987" y="5683632"/>
                  </a:lnTo>
                  <a:lnTo>
                    <a:pt x="315080" y="5683632"/>
                  </a:lnTo>
                  <a:lnTo>
                    <a:pt x="315173" y="5683632"/>
                  </a:lnTo>
                  <a:lnTo>
                    <a:pt x="315266" y="5683632"/>
                  </a:lnTo>
                  <a:lnTo>
                    <a:pt x="315360" y="5683632"/>
                  </a:lnTo>
                  <a:lnTo>
                    <a:pt x="315453" y="5683632"/>
                  </a:lnTo>
                  <a:lnTo>
                    <a:pt x="315546" y="5683632"/>
                  </a:lnTo>
                  <a:lnTo>
                    <a:pt x="315639" y="5683632"/>
                  </a:lnTo>
                  <a:lnTo>
                    <a:pt x="315733" y="5683632"/>
                  </a:lnTo>
                  <a:lnTo>
                    <a:pt x="315826" y="5683632"/>
                  </a:lnTo>
                  <a:lnTo>
                    <a:pt x="315919" y="5683632"/>
                  </a:lnTo>
                  <a:lnTo>
                    <a:pt x="316012" y="5683632"/>
                  </a:lnTo>
                  <a:lnTo>
                    <a:pt x="316106" y="5683632"/>
                  </a:lnTo>
                  <a:lnTo>
                    <a:pt x="316199" y="5683632"/>
                  </a:lnTo>
                  <a:lnTo>
                    <a:pt x="316292" y="5683632"/>
                  </a:lnTo>
                  <a:lnTo>
                    <a:pt x="316385" y="5683632"/>
                  </a:lnTo>
                  <a:lnTo>
                    <a:pt x="316479" y="5683632"/>
                  </a:lnTo>
                  <a:lnTo>
                    <a:pt x="316572" y="5683632"/>
                  </a:lnTo>
                  <a:lnTo>
                    <a:pt x="316665" y="5683632"/>
                  </a:lnTo>
                  <a:lnTo>
                    <a:pt x="316758" y="5683632"/>
                  </a:lnTo>
                  <a:lnTo>
                    <a:pt x="316852" y="5683632"/>
                  </a:lnTo>
                  <a:lnTo>
                    <a:pt x="316945" y="5683632"/>
                  </a:lnTo>
                  <a:lnTo>
                    <a:pt x="317038" y="5683632"/>
                  </a:lnTo>
                  <a:lnTo>
                    <a:pt x="317131" y="5683632"/>
                  </a:lnTo>
                  <a:lnTo>
                    <a:pt x="317225" y="5683632"/>
                  </a:lnTo>
                  <a:lnTo>
                    <a:pt x="317318" y="5683632"/>
                  </a:lnTo>
                  <a:lnTo>
                    <a:pt x="317411" y="5683632"/>
                  </a:lnTo>
                  <a:lnTo>
                    <a:pt x="317504" y="5683632"/>
                  </a:lnTo>
                  <a:lnTo>
                    <a:pt x="317598" y="5683632"/>
                  </a:lnTo>
                  <a:lnTo>
                    <a:pt x="317691" y="5683632"/>
                  </a:lnTo>
                  <a:lnTo>
                    <a:pt x="317784" y="5683632"/>
                  </a:lnTo>
                  <a:lnTo>
                    <a:pt x="317877" y="5683632"/>
                  </a:lnTo>
                  <a:lnTo>
                    <a:pt x="317971" y="5683632"/>
                  </a:lnTo>
                  <a:lnTo>
                    <a:pt x="318064" y="5683632"/>
                  </a:lnTo>
                  <a:lnTo>
                    <a:pt x="318157" y="5683632"/>
                  </a:lnTo>
                  <a:lnTo>
                    <a:pt x="318250" y="5683632"/>
                  </a:lnTo>
                  <a:lnTo>
                    <a:pt x="318344" y="5683632"/>
                  </a:lnTo>
                  <a:lnTo>
                    <a:pt x="318437" y="5683632"/>
                  </a:lnTo>
                  <a:lnTo>
                    <a:pt x="318530" y="5683632"/>
                  </a:lnTo>
                  <a:lnTo>
                    <a:pt x="318623" y="5683632"/>
                  </a:lnTo>
                  <a:lnTo>
                    <a:pt x="318717" y="5683632"/>
                  </a:lnTo>
                  <a:lnTo>
                    <a:pt x="318810" y="5683632"/>
                  </a:lnTo>
                  <a:lnTo>
                    <a:pt x="318903" y="5683632"/>
                  </a:lnTo>
                  <a:lnTo>
                    <a:pt x="318996" y="5683632"/>
                  </a:lnTo>
                  <a:lnTo>
                    <a:pt x="319090" y="5683632"/>
                  </a:lnTo>
                  <a:lnTo>
                    <a:pt x="319183" y="5683632"/>
                  </a:lnTo>
                  <a:lnTo>
                    <a:pt x="319276" y="5683632"/>
                  </a:lnTo>
                  <a:lnTo>
                    <a:pt x="319369" y="5683632"/>
                  </a:lnTo>
                  <a:lnTo>
                    <a:pt x="319462" y="5683632"/>
                  </a:lnTo>
                  <a:lnTo>
                    <a:pt x="319556" y="5683632"/>
                  </a:lnTo>
                  <a:lnTo>
                    <a:pt x="319649" y="5683632"/>
                  </a:lnTo>
                  <a:lnTo>
                    <a:pt x="319742" y="5683632"/>
                  </a:lnTo>
                  <a:lnTo>
                    <a:pt x="319835" y="5683632"/>
                  </a:lnTo>
                  <a:lnTo>
                    <a:pt x="319929" y="5683632"/>
                  </a:lnTo>
                  <a:lnTo>
                    <a:pt x="320022" y="5683632"/>
                  </a:lnTo>
                  <a:lnTo>
                    <a:pt x="320115" y="5683632"/>
                  </a:lnTo>
                  <a:lnTo>
                    <a:pt x="320208" y="5683632"/>
                  </a:lnTo>
                  <a:lnTo>
                    <a:pt x="320302" y="5683632"/>
                  </a:lnTo>
                  <a:lnTo>
                    <a:pt x="320395" y="5683632"/>
                  </a:lnTo>
                  <a:lnTo>
                    <a:pt x="320488" y="5683632"/>
                  </a:lnTo>
                  <a:lnTo>
                    <a:pt x="320581" y="5683632"/>
                  </a:lnTo>
                  <a:lnTo>
                    <a:pt x="320675" y="5683632"/>
                  </a:lnTo>
                  <a:lnTo>
                    <a:pt x="320768" y="5683632"/>
                  </a:lnTo>
                  <a:lnTo>
                    <a:pt x="320861" y="5683632"/>
                  </a:lnTo>
                  <a:lnTo>
                    <a:pt x="320954" y="5683632"/>
                  </a:lnTo>
                  <a:lnTo>
                    <a:pt x="320954" y="5673678"/>
                  </a:lnTo>
                  <a:lnTo>
                    <a:pt x="321048" y="5673678"/>
                  </a:lnTo>
                  <a:lnTo>
                    <a:pt x="321141" y="5673678"/>
                  </a:lnTo>
                  <a:lnTo>
                    <a:pt x="321234" y="5673678"/>
                  </a:lnTo>
                  <a:lnTo>
                    <a:pt x="321327" y="5673678"/>
                  </a:lnTo>
                  <a:lnTo>
                    <a:pt x="321421" y="5673678"/>
                  </a:lnTo>
                  <a:lnTo>
                    <a:pt x="321514" y="5673678"/>
                  </a:lnTo>
                  <a:lnTo>
                    <a:pt x="321607" y="5673678"/>
                  </a:lnTo>
                  <a:lnTo>
                    <a:pt x="321700" y="5673678"/>
                  </a:lnTo>
                  <a:lnTo>
                    <a:pt x="321794" y="5673678"/>
                  </a:lnTo>
                  <a:lnTo>
                    <a:pt x="321887" y="5673678"/>
                  </a:lnTo>
                  <a:lnTo>
                    <a:pt x="321980" y="5673678"/>
                  </a:lnTo>
                  <a:lnTo>
                    <a:pt x="321980" y="5663725"/>
                  </a:lnTo>
                  <a:lnTo>
                    <a:pt x="322073" y="5663725"/>
                  </a:lnTo>
                  <a:lnTo>
                    <a:pt x="322167" y="5663725"/>
                  </a:lnTo>
                  <a:lnTo>
                    <a:pt x="322260" y="5663725"/>
                  </a:lnTo>
                  <a:lnTo>
                    <a:pt x="322353" y="5663725"/>
                  </a:lnTo>
                  <a:lnTo>
                    <a:pt x="322446" y="5663725"/>
                  </a:lnTo>
                  <a:lnTo>
                    <a:pt x="322540" y="5663725"/>
                  </a:lnTo>
                  <a:lnTo>
                    <a:pt x="322633" y="5663725"/>
                  </a:lnTo>
                  <a:lnTo>
                    <a:pt x="322726" y="5663725"/>
                  </a:lnTo>
                  <a:lnTo>
                    <a:pt x="322819" y="5663725"/>
                  </a:lnTo>
                  <a:lnTo>
                    <a:pt x="322913" y="5663725"/>
                  </a:lnTo>
                  <a:lnTo>
                    <a:pt x="323006" y="5663725"/>
                  </a:lnTo>
                  <a:lnTo>
                    <a:pt x="323099" y="5663725"/>
                  </a:lnTo>
                  <a:lnTo>
                    <a:pt x="323192" y="5663725"/>
                  </a:lnTo>
                  <a:lnTo>
                    <a:pt x="323286" y="5663725"/>
                  </a:lnTo>
                  <a:lnTo>
                    <a:pt x="323379" y="5663725"/>
                  </a:lnTo>
                  <a:lnTo>
                    <a:pt x="323472" y="5663725"/>
                  </a:lnTo>
                  <a:lnTo>
                    <a:pt x="323565" y="5663725"/>
                  </a:lnTo>
                  <a:lnTo>
                    <a:pt x="323659" y="5663725"/>
                  </a:lnTo>
                  <a:lnTo>
                    <a:pt x="323752" y="5663725"/>
                  </a:lnTo>
                  <a:lnTo>
                    <a:pt x="323845" y="5663725"/>
                  </a:lnTo>
                  <a:lnTo>
                    <a:pt x="323938" y="5663725"/>
                  </a:lnTo>
                  <a:lnTo>
                    <a:pt x="324032" y="5663725"/>
                  </a:lnTo>
                  <a:lnTo>
                    <a:pt x="324125" y="5663725"/>
                  </a:lnTo>
                  <a:lnTo>
                    <a:pt x="324218" y="5663725"/>
                  </a:lnTo>
                  <a:lnTo>
                    <a:pt x="324311" y="5663725"/>
                  </a:lnTo>
                  <a:lnTo>
                    <a:pt x="324405" y="5663725"/>
                  </a:lnTo>
                  <a:lnTo>
                    <a:pt x="324498" y="5663725"/>
                  </a:lnTo>
                  <a:lnTo>
                    <a:pt x="324591" y="5663725"/>
                  </a:lnTo>
                  <a:lnTo>
                    <a:pt x="324684" y="5663725"/>
                  </a:lnTo>
                  <a:lnTo>
                    <a:pt x="324778" y="5663725"/>
                  </a:lnTo>
                  <a:lnTo>
                    <a:pt x="324871" y="5663725"/>
                  </a:lnTo>
                  <a:lnTo>
                    <a:pt x="324964" y="5663725"/>
                  </a:lnTo>
                  <a:lnTo>
                    <a:pt x="325057" y="5663725"/>
                  </a:lnTo>
                  <a:lnTo>
                    <a:pt x="325151" y="5663725"/>
                  </a:lnTo>
                  <a:lnTo>
                    <a:pt x="325244" y="5663725"/>
                  </a:lnTo>
                  <a:lnTo>
                    <a:pt x="325337" y="5663725"/>
                  </a:lnTo>
                  <a:lnTo>
                    <a:pt x="325430" y="5663725"/>
                  </a:lnTo>
                  <a:lnTo>
                    <a:pt x="325430" y="5653771"/>
                  </a:lnTo>
                  <a:lnTo>
                    <a:pt x="325524" y="5653771"/>
                  </a:lnTo>
                  <a:lnTo>
                    <a:pt x="325617" y="5653771"/>
                  </a:lnTo>
                  <a:lnTo>
                    <a:pt x="325710" y="5653771"/>
                  </a:lnTo>
                  <a:lnTo>
                    <a:pt x="325803" y="5653771"/>
                  </a:lnTo>
                  <a:lnTo>
                    <a:pt x="325897" y="5653771"/>
                  </a:lnTo>
                  <a:lnTo>
                    <a:pt x="325990" y="5653771"/>
                  </a:lnTo>
                  <a:lnTo>
                    <a:pt x="326083" y="5653771"/>
                  </a:lnTo>
                  <a:lnTo>
                    <a:pt x="326176" y="5653771"/>
                  </a:lnTo>
                  <a:lnTo>
                    <a:pt x="326269" y="5653771"/>
                  </a:lnTo>
                  <a:lnTo>
                    <a:pt x="326363" y="5653771"/>
                  </a:lnTo>
                  <a:lnTo>
                    <a:pt x="326363" y="5643817"/>
                  </a:lnTo>
                  <a:lnTo>
                    <a:pt x="326456" y="5643817"/>
                  </a:lnTo>
                  <a:lnTo>
                    <a:pt x="326549" y="5643817"/>
                  </a:lnTo>
                  <a:lnTo>
                    <a:pt x="326642" y="5643817"/>
                  </a:lnTo>
                  <a:lnTo>
                    <a:pt x="326736" y="5643817"/>
                  </a:lnTo>
                  <a:lnTo>
                    <a:pt x="326829" y="5643817"/>
                  </a:lnTo>
                  <a:lnTo>
                    <a:pt x="326922" y="5643817"/>
                  </a:lnTo>
                  <a:lnTo>
                    <a:pt x="327015" y="5643817"/>
                  </a:lnTo>
                  <a:lnTo>
                    <a:pt x="327109" y="5643817"/>
                  </a:lnTo>
                  <a:lnTo>
                    <a:pt x="327202" y="5643817"/>
                  </a:lnTo>
                  <a:lnTo>
                    <a:pt x="327202" y="5633863"/>
                  </a:lnTo>
                  <a:lnTo>
                    <a:pt x="327295" y="5633863"/>
                  </a:lnTo>
                  <a:lnTo>
                    <a:pt x="327388" y="5633863"/>
                  </a:lnTo>
                  <a:lnTo>
                    <a:pt x="327482" y="5633863"/>
                  </a:lnTo>
                  <a:lnTo>
                    <a:pt x="327575" y="5633863"/>
                  </a:lnTo>
                  <a:lnTo>
                    <a:pt x="327668" y="5633863"/>
                  </a:lnTo>
                  <a:lnTo>
                    <a:pt x="327761" y="5633863"/>
                  </a:lnTo>
                  <a:lnTo>
                    <a:pt x="327855" y="5633863"/>
                  </a:lnTo>
                  <a:lnTo>
                    <a:pt x="327948" y="5633863"/>
                  </a:lnTo>
                  <a:lnTo>
                    <a:pt x="328041" y="5633863"/>
                  </a:lnTo>
                  <a:lnTo>
                    <a:pt x="328134" y="5633863"/>
                  </a:lnTo>
                  <a:lnTo>
                    <a:pt x="328228" y="5633863"/>
                  </a:lnTo>
                  <a:lnTo>
                    <a:pt x="328321" y="5633863"/>
                  </a:lnTo>
                  <a:lnTo>
                    <a:pt x="328414" y="5633863"/>
                  </a:lnTo>
                  <a:lnTo>
                    <a:pt x="328507" y="5633863"/>
                  </a:lnTo>
                  <a:lnTo>
                    <a:pt x="328601" y="5633863"/>
                  </a:lnTo>
                  <a:lnTo>
                    <a:pt x="328694" y="5633863"/>
                  </a:lnTo>
                  <a:lnTo>
                    <a:pt x="328787" y="5633863"/>
                  </a:lnTo>
                  <a:lnTo>
                    <a:pt x="328880" y="5633863"/>
                  </a:lnTo>
                  <a:lnTo>
                    <a:pt x="328974" y="5633863"/>
                  </a:lnTo>
                  <a:lnTo>
                    <a:pt x="329067" y="5633863"/>
                  </a:lnTo>
                  <a:lnTo>
                    <a:pt x="329160" y="5633863"/>
                  </a:lnTo>
                  <a:lnTo>
                    <a:pt x="329253" y="5633863"/>
                  </a:lnTo>
                  <a:lnTo>
                    <a:pt x="329253" y="5623909"/>
                  </a:lnTo>
                  <a:lnTo>
                    <a:pt x="329347" y="5623909"/>
                  </a:lnTo>
                  <a:lnTo>
                    <a:pt x="329440" y="5623909"/>
                  </a:lnTo>
                  <a:lnTo>
                    <a:pt x="329533" y="5623909"/>
                  </a:lnTo>
                  <a:lnTo>
                    <a:pt x="329626" y="5623909"/>
                  </a:lnTo>
                  <a:lnTo>
                    <a:pt x="329720" y="5623909"/>
                  </a:lnTo>
                  <a:lnTo>
                    <a:pt x="329813" y="5623909"/>
                  </a:lnTo>
                  <a:lnTo>
                    <a:pt x="329906" y="5623909"/>
                  </a:lnTo>
                  <a:lnTo>
                    <a:pt x="329999" y="5623909"/>
                  </a:lnTo>
                  <a:lnTo>
                    <a:pt x="330093" y="5623909"/>
                  </a:lnTo>
                  <a:lnTo>
                    <a:pt x="330186" y="5623909"/>
                  </a:lnTo>
                  <a:lnTo>
                    <a:pt x="330279" y="5623909"/>
                  </a:lnTo>
                  <a:lnTo>
                    <a:pt x="330372" y="5623909"/>
                  </a:lnTo>
                  <a:lnTo>
                    <a:pt x="330466" y="5623909"/>
                  </a:lnTo>
                  <a:lnTo>
                    <a:pt x="330559" y="5623909"/>
                  </a:lnTo>
                  <a:lnTo>
                    <a:pt x="330652" y="5623909"/>
                  </a:lnTo>
                  <a:lnTo>
                    <a:pt x="330745" y="5623909"/>
                  </a:lnTo>
                  <a:lnTo>
                    <a:pt x="330839" y="5623909"/>
                  </a:lnTo>
                  <a:lnTo>
                    <a:pt x="330839" y="5613955"/>
                  </a:lnTo>
                  <a:lnTo>
                    <a:pt x="330932" y="5613955"/>
                  </a:lnTo>
                  <a:lnTo>
                    <a:pt x="331025" y="5613955"/>
                  </a:lnTo>
                  <a:lnTo>
                    <a:pt x="331118" y="5613955"/>
                  </a:lnTo>
                  <a:lnTo>
                    <a:pt x="331212" y="5613955"/>
                  </a:lnTo>
                  <a:lnTo>
                    <a:pt x="331305" y="5613955"/>
                  </a:lnTo>
                  <a:lnTo>
                    <a:pt x="331398" y="5613955"/>
                  </a:lnTo>
                  <a:lnTo>
                    <a:pt x="331491" y="5613955"/>
                  </a:lnTo>
                  <a:lnTo>
                    <a:pt x="331585" y="5613955"/>
                  </a:lnTo>
                  <a:lnTo>
                    <a:pt x="331678" y="5613955"/>
                  </a:lnTo>
                  <a:lnTo>
                    <a:pt x="331771" y="5613955"/>
                  </a:lnTo>
                  <a:lnTo>
                    <a:pt x="331864" y="5613955"/>
                  </a:lnTo>
                  <a:lnTo>
                    <a:pt x="331958" y="5613955"/>
                  </a:lnTo>
                  <a:lnTo>
                    <a:pt x="332051" y="5613955"/>
                  </a:lnTo>
                  <a:lnTo>
                    <a:pt x="332144" y="5613955"/>
                  </a:lnTo>
                  <a:lnTo>
                    <a:pt x="332237" y="5613955"/>
                  </a:lnTo>
                  <a:lnTo>
                    <a:pt x="332331" y="5613955"/>
                  </a:lnTo>
                  <a:lnTo>
                    <a:pt x="332424" y="5613955"/>
                  </a:lnTo>
                  <a:lnTo>
                    <a:pt x="332517" y="5613955"/>
                  </a:lnTo>
                  <a:lnTo>
                    <a:pt x="332610" y="5613955"/>
                  </a:lnTo>
                  <a:lnTo>
                    <a:pt x="332704" y="5613955"/>
                  </a:lnTo>
                  <a:lnTo>
                    <a:pt x="332797" y="5613955"/>
                  </a:lnTo>
                  <a:lnTo>
                    <a:pt x="332890" y="5613955"/>
                  </a:lnTo>
                  <a:lnTo>
                    <a:pt x="332983" y="5613955"/>
                  </a:lnTo>
                  <a:lnTo>
                    <a:pt x="333076" y="5613955"/>
                  </a:lnTo>
                  <a:lnTo>
                    <a:pt x="333170" y="5613955"/>
                  </a:lnTo>
                  <a:lnTo>
                    <a:pt x="333263" y="5613955"/>
                  </a:lnTo>
                  <a:lnTo>
                    <a:pt x="333356" y="5613955"/>
                  </a:lnTo>
                  <a:lnTo>
                    <a:pt x="333449" y="5613955"/>
                  </a:lnTo>
                  <a:lnTo>
                    <a:pt x="333543" y="5613955"/>
                  </a:lnTo>
                  <a:lnTo>
                    <a:pt x="333636" y="5613955"/>
                  </a:lnTo>
                  <a:lnTo>
                    <a:pt x="333729" y="5613955"/>
                  </a:lnTo>
                  <a:lnTo>
                    <a:pt x="333822" y="5613955"/>
                  </a:lnTo>
                  <a:lnTo>
                    <a:pt x="333916" y="5613955"/>
                  </a:lnTo>
                  <a:lnTo>
                    <a:pt x="334009" y="5613955"/>
                  </a:lnTo>
                  <a:lnTo>
                    <a:pt x="334102" y="5613955"/>
                  </a:lnTo>
                  <a:lnTo>
                    <a:pt x="334195" y="5613955"/>
                  </a:lnTo>
                  <a:lnTo>
                    <a:pt x="334289" y="5613955"/>
                  </a:lnTo>
                  <a:lnTo>
                    <a:pt x="334382" y="5613955"/>
                  </a:lnTo>
                  <a:lnTo>
                    <a:pt x="334475" y="5613955"/>
                  </a:lnTo>
                  <a:lnTo>
                    <a:pt x="334475" y="5604002"/>
                  </a:lnTo>
                  <a:lnTo>
                    <a:pt x="334568" y="5604002"/>
                  </a:lnTo>
                  <a:lnTo>
                    <a:pt x="334662" y="5604002"/>
                  </a:lnTo>
                  <a:lnTo>
                    <a:pt x="334755" y="5604002"/>
                  </a:lnTo>
                  <a:lnTo>
                    <a:pt x="334848" y="5604002"/>
                  </a:lnTo>
                  <a:lnTo>
                    <a:pt x="334941" y="5604002"/>
                  </a:lnTo>
                  <a:lnTo>
                    <a:pt x="335035" y="5604002"/>
                  </a:lnTo>
                  <a:lnTo>
                    <a:pt x="335128" y="5604002"/>
                  </a:lnTo>
                  <a:lnTo>
                    <a:pt x="335221" y="5604002"/>
                  </a:lnTo>
                  <a:lnTo>
                    <a:pt x="335314" y="5604002"/>
                  </a:lnTo>
                  <a:lnTo>
                    <a:pt x="335314" y="5594048"/>
                  </a:lnTo>
                  <a:lnTo>
                    <a:pt x="335408" y="5594048"/>
                  </a:lnTo>
                  <a:lnTo>
                    <a:pt x="335501" y="5594048"/>
                  </a:lnTo>
                  <a:lnTo>
                    <a:pt x="335594" y="5594048"/>
                  </a:lnTo>
                  <a:lnTo>
                    <a:pt x="335687" y="5594048"/>
                  </a:lnTo>
                  <a:lnTo>
                    <a:pt x="335781" y="5594048"/>
                  </a:lnTo>
                  <a:lnTo>
                    <a:pt x="335874" y="5594048"/>
                  </a:lnTo>
                  <a:lnTo>
                    <a:pt x="335967" y="5594048"/>
                  </a:lnTo>
                  <a:lnTo>
                    <a:pt x="336060" y="5594048"/>
                  </a:lnTo>
                  <a:lnTo>
                    <a:pt x="336154" y="5594048"/>
                  </a:lnTo>
                  <a:lnTo>
                    <a:pt x="336247" y="5594048"/>
                  </a:lnTo>
                  <a:lnTo>
                    <a:pt x="336340" y="5594048"/>
                  </a:lnTo>
                  <a:lnTo>
                    <a:pt x="336433" y="5594048"/>
                  </a:lnTo>
                  <a:lnTo>
                    <a:pt x="336527" y="5594048"/>
                  </a:lnTo>
                  <a:lnTo>
                    <a:pt x="336620" y="5594048"/>
                  </a:lnTo>
                  <a:lnTo>
                    <a:pt x="336713" y="5594048"/>
                  </a:lnTo>
                  <a:lnTo>
                    <a:pt x="336806" y="5594048"/>
                  </a:lnTo>
                  <a:lnTo>
                    <a:pt x="336900" y="5594048"/>
                  </a:lnTo>
                  <a:lnTo>
                    <a:pt x="336993" y="5594048"/>
                  </a:lnTo>
                  <a:lnTo>
                    <a:pt x="337086" y="5594048"/>
                  </a:lnTo>
                  <a:lnTo>
                    <a:pt x="337179" y="5594048"/>
                  </a:lnTo>
                  <a:lnTo>
                    <a:pt x="337273" y="5594048"/>
                  </a:lnTo>
                  <a:lnTo>
                    <a:pt x="337366" y="5594048"/>
                  </a:lnTo>
                  <a:lnTo>
                    <a:pt x="337459" y="5594048"/>
                  </a:lnTo>
                  <a:lnTo>
                    <a:pt x="337552" y="5594048"/>
                  </a:lnTo>
                  <a:lnTo>
                    <a:pt x="337646" y="5594048"/>
                  </a:lnTo>
                  <a:lnTo>
                    <a:pt x="337739" y="5594048"/>
                  </a:lnTo>
                  <a:lnTo>
                    <a:pt x="337832" y="5594048"/>
                  </a:lnTo>
                  <a:lnTo>
                    <a:pt x="337925" y="5594048"/>
                  </a:lnTo>
                  <a:lnTo>
                    <a:pt x="338019" y="5594048"/>
                  </a:lnTo>
                  <a:lnTo>
                    <a:pt x="338112" y="5594048"/>
                  </a:lnTo>
                  <a:lnTo>
                    <a:pt x="338205" y="5594048"/>
                  </a:lnTo>
                  <a:lnTo>
                    <a:pt x="338298" y="5594048"/>
                  </a:lnTo>
                  <a:lnTo>
                    <a:pt x="338392" y="5594048"/>
                  </a:lnTo>
                  <a:lnTo>
                    <a:pt x="338485" y="5594048"/>
                  </a:lnTo>
                  <a:lnTo>
                    <a:pt x="338578" y="5594048"/>
                  </a:lnTo>
                  <a:lnTo>
                    <a:pt x="338671" y="5594048"/>
                  </a:lnTo>
                  <a:lnTo>
                    <a:pt x="338765" y="5594048"/>
                  </a:lnTo>
                  <a:lnTo>
                    <a:pt x="338858" y="5594048"/>
                  </a:lnTo>
                  <a:lnTo>
                    <a:pt x="338951" y="5594048"/>
                  </a:lnTo>
                  <a:lnTo>
                    <a:pt x="339044" y="5594048"/>
                  </a:lnTo>
                  <a:lnTo>
                    <a:pt x="339138" y="5594048"/>
                  </a:lnTo>
                  <a:lnTo>
                    <a:pt x="339231" y="5594048"/>
                  </a:lnTo>
                  <a:lnTo>
                    <a:pt x="339324" y="5594048"/>
                  </a:lnTo>
                  <a:lnTo>
                    <a:pt x="339417" y="5594048"/>
                  </a:lnTo>
                  <a:lnTo>
                    <a:pt x="339511" y="5594048"/>
                  </a:lnTo>
                  <a:lnTo>
                    <a:pt x="339604" y="5594048"/>
                  </a:lnTo>
                  <a:lnTo>
                    <a:pt x="339697" y="5594048"/>
                  </a:lnTo>
                  <a:lnTo>
                    <a:pt x="339790" y="5594048"/>
                  </a:lnTo>
                  <a:lnTo>
                    <a:pt x="339884" y="5594048"/>
                  </a:lnTo>
                  <a:lnTo>
                    <a:pt x="339977" y="5594048"/>
                  </a:lnTo>
                  <a:lnTo>
                    <a:pt x="340070" y="5594048"/>
                  </a:lnTo>
                  <a:lnTo>
                    <a:pt x="340163" y="5594048"/>
                  </a:lnTo>
                  <a:lnTo>
                    <a:pt x="340256" y="5594048"/>
                  </a:lnTo>
                  <a:lnTo>
                    <a:pt x="340350" y="5594048"/>
                  </a:lnTo>
                  <a:lnTo>
                    <a:pt x="340443" y="5594048"/>
                  </a:lnTo>
                  <a:lnTo>
                    <a:pt x="340536" y="5594048"/>
                  </a:lnTo>
                  <a:lnTo>
                    <a:pt x="340629" y="5594048"/>
                  </a:lnTo>
                  <a:lnTo>
                    <a:pt x="340723" y="5594048"/>
                  </a:lnTo>
                  <a:lnTo>
                    <a:pt x="340816" y="5594048"/>
                  </a:lnTo>
                  <a:lnTo>
                    <a:pt x="340816" y="5584094"/>
                  </a:lnTo>
                  <a:lnTo>
                    <a:pt x="340909" y="5584094"/>
                  </a:lnTo>
                  <a:lnTo>
                    <a:pt x="341002" y="5584094"/>
                  </a:lnTo>
                  <a:lnTo>
                    <a:pt x="341096" y="5584094"/>
                  </a:lnTo>
                  <a:lnTo>
                    <a:pt x="341189" y="5584094"/>
                  </a:lnTo>
                  <a:lnTo>
                    <a:pt x="341282" y="5584094"/>
                  </a:lnTo>
                  <a:lnTo>
                    <a:pt x="341375" y="5584094"/>
                  </a:lnTo>
                  <a:lnTo>
                    <a:pt x="341469" y="5584094"/>
                  </a:lnTo>
                  <a:lnTo>
                    <a:pt x="341562" y="5584094"/>
                  </a:lnTo>
                  <a:lnTo>
                    <a:pt x="341655" y="5584094"/>
                  </a:lnTo>
                  <a:lnTo>
                    <a:pt x="341748" y="5584094"/>
                  </a:lnTo>
                  <a:lnTo>
                    <a:pt x="341842" y="5584094"/>
                  </a:lnTo>
                  <a:lnTo>
                    <a:pt x="341935" y="5584094"/>
                  </a:lnTo>
                  <a:lnTo>
                    <a:pt x="342028" y="5584094"/>
                  </a:lnTo>
                  <a:lnTo>
                    <a:pt x="342121" y="5584094"/>
                  </a:lnTo>
                  <a:lnTo>
                    <a:pt x="342215" y="5584094"/>
                  </a:lnTo>
                  <a:lnTo>
                    <a:pt x="342308" y="5584094"/>
                  </a:lnTo>
                  <a:lnTo>
                    <a:pt x="342401" y="5584094"/>
                  </a:lnTo>
                  <a:lnTo>
                    <a:pt x="342494" y="5584094"/>
                  </a:lnTo>
                  <a:lnTo>
                    <a:pt x="342588" y="5584094"/>
                  </a:lnTo>
                  <a:lnTo>
                    <a:pt x="342681" y="5584094"/>
                  </a:lnTo>
                  <a:lnTo>
                    <a:pt x="342774" y="5584094"/>
                  </a:lnTo>
                  <a:lnTo>
                    <a:pt x="342867" y="5584094"/>
                  </a:lnTo>
                  <a:lnTo>
                    <a:pt x="342961" y="5584094"/>
                  </a:lnTo>
                  <a:lnTo>
                    <a:pt x="343054" y="5584094"/>
                  </a:lnTo>
                  <a:lnTo>
                    <a:pt x="343147" y="5584094"/>
                  </a:lnTo>
                  <a:lnTo>
                    <a:pt x="343240" y="5584094"/>
                  </a:lnTo>
                  <a:lnTo>
                    <a:pt x="343334" y="5584094"/>
                  </a:lnTo>
                  <a:lnTo>
                    <a:pt x="343427" y="5584094"/>
                  </a:lnTo>
                  <a:lnTo>
                    <a:pt x="343520" y="5584094"/>
                  </a:lnTo>
                  <a:lnTo>
                    <a:pt x="343613" y="5584094"/>
                  </a:lnTo>
                  <a:lnTo>
                    <a:pt x="343707" y="5584094"/>
                  </a:lnTo>
                  <a:lnTo>
                    <a:pt x="343800" y="5584094"/>
                  </a:lnTo>
                  <a:lnTo>
                    <a:pt x="343893" y="5584094"/>
                  </a:lnTo>
                  <a:lnTo>
                    <a:pt x="343986" y="5584094"/>
                  </a:lnTo>
                  <a:lnTo>
                    <a:pt x="344080" y="5584094"/>
                  </a:lnTo>
                  <a:lnTo>
                    <a:pt x="344173" y="5584094"/>
                  </a:lnTo>
                  <a:lnTo>
                    <a:pt x="344266" y="5584094"/>
                  </a:lnTo>
                  <a:lnTo>
                    <a:pt x="344359" y="5584094"/>
                  </a:lnTo>
                  <a:lnTo>
                    <a:pt x="344453" y="5584094"/>
                  </a:lnTo>
                  <a:lnTo>
                    <a:pt x="344546" y="5584094"/>
                  </a:lnTo>
                  <a:lnTo>
                    <a:pt x="344639" y="5584094"/>
                  </a:lnTo>
                  <a:lnTo>
                    <a:pt x="344732" y="5584094"/>
                  </a:lnTo>
                  <a:lnTo>
                    <a:pt x="344826" y="5584094"/>
                  </a:lnTo>
                  <a:lnTo>
                    <a:pt x="344919" y="5584094"/>
                  </a:lnTo>
                  <a:lnTo>
                    <a:pt x="345012" y="5584094"/>
                  </a:lnTo>
                  <a:lnTo>
                    <a:pt x="345105" y="5584094"/>
                  </a:lnTo>
                  <a:lnTo>
                    <a:pt x="345199" y="5584094"/>
                  </a:lnTo>
                  <a:lnTo>
                    <a:pt x="345292" y="5584094"/>
                  </a:lnTo>
                  <a:lnTo>
                    <a:pt x="345385" y="5584094"/>
                  </a:lnTo>
                  <a:lnTo>
                    <a:pt x="345478" y="5584094"/>
                  </a:lnTo>
                  <a:lnTo>
                    <a:pt x="345572" y="5584094"/>
                  </a:lnTo>
                  <a:lnTo>
                    <a:pt x="345665" y="5584094"/>
                  </a:lnTo>
                  <a:lnTo>
                    <a:pt x="345758" y="5584094"/>
                  </a:lnTo>
                  <a:lnTo>
                    <a:pt x="345851" y="5584094"/>
                  </a:lnTo>
                  <a:lnTo>
                    <a:pt x="345945" y="5584094"/>
                  </a:lnTo>
                  <a:lnTo>
                    <a:pt x="346038" y="5584094"/>
                  </a:lnTo>
                  <a:lnTo>
                    <a:pt x="346131" y="5584094"/>
                  </a:lnTo>
                  <a:lnTo>
                    <a:pt x="346224" y="5584094"/>
                  </a:lnTo>
                  <a:lnTo>
                    <a:pt x="346318" y="5584094"/>
                  </a:lnTo>
                  <a:lnTo>
                    <a:pt x="346411" y="5584094"/>
                  </a:lnTo>
                  <a:lnTo>
                    <a:pt x="346504" y="5584094"/>
                  </a:lnTo>
                  <a:lnTo>
                    <a:pt x="346597" y="5584094"/>
                  </a:lnTo>
                  <a:lnTo>
                    <a:pt x="346691" y="5584094"/>
                  </a:lnTo>
                  <a:lnTo>
                    <a:pt x="346784" y="5584094"/>
                  </a:lnTo>
                  <a:lnTo>
                    <a:pt x="346877" y="5584094"/>
                  </a:lnTo>
                  <a:lnTo>
                    <a:pt x="346970" y="5584094"/>
                  </a:lnTo>
                  <a:lnTo>
                    <a:pt x="347063" y="5584094"/>
                  </a:lnTo>
                  <a:lnTo>
                    <a:pt x="347157" y="5584094"/>
                  </a:lnTo>
                  <a:lnTo>
                    <a:pt x="347250" y="5584094"/>
                  </a:lnTo>
                  <a:lnTo>
                    <a:pt x="347343" y="5584094"/>
                  </a:lnTo>
                  <a:lnTo>
                    <a:pt x="347436" y="5584094"/>
                  </a:lnTo>
                  <a:lnTo>
                    <a:pt x="347530" y="5584094"/>
                  </a:lnTo>
                  <a:lnTo>
                    <a:pt x="347623" y="5584094"/>
                  </a:lnTo>
                  <a:lnTo>
                    <a:pt x="347716" y="5584094"/>
                  </a:lnTo>
                  <a:lnTo>
                    <a:pt x="347809" y="5584094"/>
                  </a:lnTo>
                  <a:lnTo>
                    <a:pt x="347903" y="5584094"/>
                  </a:lnTo>
                  <a:lnTo>
                    <a:pt x="347996" y="5584094"/>
                  </a:lnTo>
                  <a:lnTo>
                    <a:pt x="348089" y="5584094"/>
                  </a:lnTo>
                  <a:lnTo>
                    <a:pt x="348182" y="5584094"/>
                  </a:lnTo>
                  <a:lnTo>
                    <a:pt x="348276" y="5584094"/>
                  </a:lnTo>
                  <a:lnTo>
                    <a:pt x="348369" y="5584094"/>
                  </a:lnTo>
                  <a:lnTo>
                    <a:pt x="348462" y="5584094"/>
                  </a:lnTo>
                  <a:lnTo>
                    <a:pt x="348555" y="5584094"/>
                  </a:lnTo>
                  <a:lnTo>
                    <a:pt x="348649" y="5584094"/>
                  </a:lnTo>
                  <a:lnTo>
                    <a:pt x="348742" y="5584094"/>
                  </a:lnTo>
                  <a:lnTo>
                    <a:pt x="348835" y="5584094"/>
                  </a:lnTo>
                  <a:lnTo>
                    <a:pt x="348928" y="5584094"/>
                  </a:lnTo>
                  <a:lnTo>
                    <a:pt x="349022" y="5584094"/>
                  </a:lnTo>
                  <a:lnTo>
                    <a:pt x="349115" y="5584094"/>
                  </a:lnTo>
                  <a:lnTo>
                    <a:pt x="349208" y="5584094"/>
                  </a:lnTo>
                  <a:lnTo>
                    <a:pt x="349301" y="5584094"/>
                  </a:lnTo>
                  <a:lnTo>
                    <a:pt x="349395" y="5584094"/>
                  </a:lnTo>
                  <a:lnTo>
                    <a:pt x="349488" y="5584094"/>
                  </a:lnTo>
                  <a:lnTo>
                    <a:pt x="349581" y="5584094"/>
                  </a:lnTo>
                  <a:lnTo>
                    <a:pt x="349674" y="5584094"/>
                  </a:lnTo>
                  <a:lnTo>
                    <a:pt x="349768" y="5584094"/>
                  </a:lnTo>
                  <a:lnTo>
                    <a:pt x="349861" y="5584094"/>
                  </a:lnTo>
                  <a:lnTo>
                    <a:pt x="349954" y="5584094"/>
                  </a:lnTo>
                  <a:lnTo>
                    <a:pt x="350047" y="5584094"/>
                  </a:lnTo>
                  <a:lnTo>
                    <a:pt x="350141" y="5584094"/>
                  </a:lnTo>
                  <a:lnTo>
                    <a:pt x="350234" y="5584094"/>
                  </a:lnTo>
                  <a:lnTo>
                    <a:pt x="350327" y="5584094"/>
                  </a:lnTo>
                  <a:lnTo>
                    <a:pt x="350420" y="5584094"/>
                  </a:lnTo>
                  <a:lnTo>
                    <a:pt x="350514" y="5584094"/>
                  </a:lnTo>
                  <a:lnTo>
                    <a:pt x="350607" y="5584094"/>
                  </a:lnTo>
                  <a:lnTo>
                    <a:pt x="350700" y="5584094"/>
                  </a:lnTo>
                  <a:lnTo>
                    <a:pt x="350793" y="5584094"/>
                  </a:lnTo>
                  <a:lnTo>
                    <a:pt x="350887" y="5584094"/>
                  </a:lnTo>
                  <a:lnTo>
                    <a:pt x="350980" y="5584094"/>
                  </a:lnTo>
                  <a:lnTo>
                    <a:pt x="351073" y="5584094"/>
                  </a:lnTo>
                  <a:lnTo>
                    <a:pt x="351166" y="5584094"/>
                  </a:lnTo>
                  <a:lnTo>
                    <a:pt x="351260" y="5584094"/>
                  </a:lnTo>
                  <a:lnTo>
                    <a:pt x="351353" y="5584094"/>
                  </a:lnTo>
                  <a:lnTo>
                    <a:pt x="351446" y="5584094"/>
                  </a:lnTo>
                  <a:lnTo>
                    <a:pt x="351446" y="5574140"/>
                  </a:lnTo>
                  <a:lnTo>
                    <a:pt x="351539" y="5574140"/>
                  </a:lnTo>
                  <a:lnTo>
                    <a:pt x="351633" y="5574140"/>
                  </a:lnTo>
                  <a:lnTo>
                    <a:pt x="351726" y="5574140"/>
                  </a:lnTo>
                  <a:lnTo>
                    <a:pt x="351819" y="5574140"/>
                  </a:lnTo>
                  <a:lnTo>
                    <a:pt x="351912" y="5574140"/>
                  </a:lnTo>
                  <a:lnTo>
                    <a:pt x="352006" y="5574140"/>
                  </a:lnTo>
                  <a:lnTo>
                    <a:pt x="352099" y="5574140"/>
                  </a:lnTo>
                  <a:lnTo>
                    <a:pt x="352192" y="5574140"/>
                  </a:lnTo>
                  <a:lnTo>
                    <a:pt x="352285" y="5574140"/>
                  </a:lnTo>
                  <a:lnTo>
                    <a:pt x="352379" y="5574140"/>
                  </a:lnTo>
                  <a:lnTo>
                    <a:pt x="352472" y="5574140"/>
                  </a:lnTo>
                  <a:lnTo>
                    <a:pt x="352565" y="5574140"/>
                  </a:lnTo>
                  <a:lnTo>
                    <a:pt x="352658" y="5574140"/>
                  </a:lnTo>
                  <a:lnTo>
                    <a:pt x="352752" y="5574140"/>
                  </a:lnTo>
                  <a:lnTo>
                    <a:pt x="352845" y="5574140"/>
                  </a:lnTo>
                  <a:lnTo>
                    <a:pt x="352938" y="5574140"/>
                  </a:lnTo>
                  <a:lnTo>
                    <a:pt x="353031" y="5574140"/>
                  </a:lnTo>
                  <a:lnTo>
                    <a:pt x="353125" y="5574140"/>
                  </a:lnTo>
                  <a:lnTo>
                    <a:pt x="353218" y="5574140"/>
                  </a:lnTo>
                  <a:lnTo>
                    <a:pt x="353311" y="5574140"/>
                  </a:lnTo>
                  <a:lnTo>
                    <a:pt x="353404" y="5574140"/>
                  </a:lnTo>
                  <a:lnTo>
                    <a:pt x="353498" y="5574140"/>
                  </a:lnTo>
                  <a:lnTo>
                    <a:pt x="353591" y="5574140"/>
                  </a:lnTo>
                  <a:lnTo>
                    <a:pt x="353684" y="5574140"/>
                  </a:lnTo>
                  <a:lnTo>
                    <a:pt x="353777" y="5574140"/>
                  </a:lnTo>
                  <a:lnTo>
                    <a:pt x="353870" y="5574140"/>
                  </a:lnTo>
                  <a:lnTo>
                    <a:pt x="353964" y="5574140"/>
                  </a:lnTo>
                  <a:lnTo>
                    <a:pt x="354057" y="5574140"/>
                  </a:lnTo>
                  <a:lnTo>
                    <a:pt x="354150" y="5574140"/>
                  </a:lnTo>
                  <a:lnTo>
                    <a:pt x="354243" y="5574140"/>
                  </a:lnTo>
                  <a:lnTo>
                    <a:pt x="354337" y="5574140"/>
                  </a:lnTo>
                  <a:lnTo>
                    <a:pt x="354430" y="5574140"/>
                  </a:lnTo>
                  <a:lnTo>
                    <a:pt x="354523" y="5574140"/>
                  </a:lnTo>
                  <a:lnTo>
                    <a:pt x="354616" y="5574140"/>
                  </a:lnTo>
                  <a:lnTo>
                    <a:pt x="354710" y="5574140"/>
                  </a:lnTo>
                  <a:lnTo>
                    <a:pt x="354803" y="5574140"/>
                  </a:lnTo>
                  <a:lnTo>
                    <a:pt x="354896" y="5574140"/>
                  </a:lnTo>
                  <a:lnTo>
                    <a:pt x="354896" y="5564186"/>
                  </a:lnTo>
                  <a:lnTo>
                    <a:pt x="354989" y="5564186"/>
                  </a:lnTo>
                  <a:lnTo>
                    <a:pt x="355083" y="5564186"/>
                  </a:lnTo>
                  <a:lnTo>
                    <a:pt x="355176" y="5564186"/>
                  </a:lnTo>
                  <a:lnTo>
                    <a:pt x="355269" y="5564186"/>
                  </a:lnTo>
                  <a:lnTo>
                    <a:pt x="355362" y="5564186"/>
                  </a:lnTo>
                  <a:lnTo>
                    <a:pt x="355456" y="5564186"/>
                  </a:lnTo>
                  <a:lnTo>
                    <a:pt x="355549" y="5564186"/>
                  </a:lnTo>
                  <a:lnTo>
                    <a:pt x="355642" y="5564186"/>
                  </a:lnTo>
                  <a:lnTo>
                    <a:pt x="355735" y="5564186"/>
                  </a:lnTo>
                  <a:lnTo>
                    <a:pt x="355829" y="5564186"/>
                  </a:lnTo>
                  <a:lnTo>
                    <a:pt x="355922" y="5564186"/>
                  </a:lnTo>
                  <a:lnTo>
                    <a:pt x="356015" y="5564186"/>
                  </a:lnTo>
                  <a:lnTo>
                    <a:pt x="356108" y="5564186"/>
                  </a:lnTo>
                  <a:lnTo>
                    <a:pt x="356202" y="5564186"/>
                  </a:lnTo>
                  <a:lnTo>
                    <a:pt x="356295" y="5564186"/>
                  </a:lnTo>
                  <a:lnTo>
                    <a:pt x="356388" y="5564186"/>
                  </a:lnTo>
                  <a:lnTo>
                    <a:pt x="356481" y="5564186"/>
                  </a:lnTo>
                  <a:lnTo>
                    <a:pt x="356575" y="5564186"/>
                  </a:lnTo>
                  <a:lnTo>
                    <a:pt x="356668" y="5564186"/>
                  </a:lnTo>
                  <a:lnTo>
                    <a:pt x="356761" y="5564186"/>
                  </a:lnTo>
                  <a:lnTo>
                    <a:pt x="356854" y="5564186"/>
                  </a:lnTo>
                  <a:lnTo>
                    <a:pt x="356948" y="5564186"/>
                  </a:lnTo>
                  <a:lnTo>
                    <a:pt x="357041" y="5564186"/>
                  </a:lnTo>
                  <a:lnTo>
                    <a:pt x="357134" y="5564186"/>
                  </a:lnTo>
                  <a:lnTo>
                    <a:pt x="357227" y="5564186"/>
                  </a:lnTo>
                  <a:lnTo>
                    <a:pt x="357321" y="5564186"/>
                  </a:lnTo>
                  <a:lnTo>
                    <a:pt x="357414" y="5564186"/>
                  </a:lnTo>
                  <a:lnTo>
                    <a:pt x="357507" y="5564186"/>
                  </a:lnTo>
                  <a:lnTo>
                    <a:pt x="357600" y="5564186"/>
                  </a:lnTo>
                  <a:lnTo>
                    <a:pt x="357694" y="5564186"/>
                  </a:lnTo>
                  <a:lnTo>
                    <a:pt x="357787" y="5564186"/>
                  </a:lnTo>
                  <a:lnTo>
                    <a:pt x="357880" y="5564186"/>
                  </a:lnTo>
                  <a:lnTo>
                    <a:pt x="357973" y="5564186"/>
                  </a:lnTo>
                  <a:lnTo>
                    <a:pt x="358067" y="5564186"/>
                  </a:lnTo>
                  <a:lnTo>
                    <a:pt x="358160" y="5564186"/>
                  </a:lnTo>
                  <a:lnTo>
                    <a:pt x="358253" y="5564186"/>
                  </a:lnTo>
                  <a:lnTo>
                    <a:pt x="358346" y="5564186"/>
                  </a:lnTo>
                  <a:lnTo>
                    <a:pt x="358440" y="5564186"/>
                  </a:lnTo>
                  <a:lnTo>
                    <a:pt x="358533" y="5564186"/>
                  </a:lnTo>
                  <a:lnTo>
                    <a:pt x="358626" y="5564186"/>
                  </a:lnTo>
                  <a:lnTo>
                    <a:pt x="358719" y="5564186"/>
                  </a:lnTo>
                  <a:lnTo>
                    <a:pt x="358813" y="5564186"/>
                  </a:lnTo>
                  <a:lnTo>
                    <a:pt x="358906" y="5564186"/>
                  </a:lnTo>
                  <a:lnTo>
                    <a:pt x="358999" y="5564186"/>
                  </a:lnTo>
                  <a:lnTo>
                    <a:pt x="359092" y="5564186"/>
                  </a:lnTo>
                  <a:lnTo>
                    <a:pt x="359186" y="5564186"/>
                  </a:lnTo>
                  <a:lnTo>
                    <a:pt x="359186" y="5554233"/>
                  </a:lnTo>
                  <a:lnTo>
                    <a:pt x="359279" y="5554233"/>
                  </a:lnTo>
                  <a:lnTo>
                    <a:pt x="359372" y="5554233"/>
                  </a:lnTo>
                  <a:lnTo>
                    <a:pt x="359465" y="5554233"/>
                  </a:lnTo>
                  <a:lnTo>
                    <a:pt x="359559" y="5554233"/>
                  </a:lnTo>
                  <a:lnTo>
                    <a:pt x="359652" y="5554233"/>
                  </a:lnTo>
                  <a:lnTo>
                    <a:pt x="359745" y="5554233"/>
                  </a:lnTo>
                  <a:lnTo>
                    <a:pt x="359838" y="5554233"/>
                  </a:lnTo>
                  <a:lnTo>
                    <a:pt x="359932" y="5554233"/>
                  </a:lnTo>
                  <a:lnTo>
                    <a:pt x="360025" y="5554233"/>
                  </a:lnTo>
                  <a:lnTo>
                    <a:pt x="360118" y="5554233"/>
                  </a:lnTo>
                  <a:lnTo>
                    <a:pt x="360211" y="5554233"/>
                  </a:lnTo>
                  <a:lnTo>
                    <a:pt x="360305" y="5554233"/>
                  </a:lnTo>
                  <a:lnTo>
                    <a:pt x="360398" y="5554233"/>
                  </a:lnTo>
                  <a:lnTo>
                    <a:pt x="360491" y="5554233"/>
                  </a:lnTo>
                  <a:lnTo>
                    <a:pt x="360584" y="5554233"/>
                  </a:lnTo>
                  <a:lnTo>
                    <a:pt x="360678" y="5554233"/>
                  </a:lnTo>
                  <a:lnTo>
                    <a:pt x="360771" y="5554233"/>
                  </a:lnTo>
                  <a:lnTo>
                    <a:pt x="360864" y="5554233"/>
                  </a:lnTo>
                  <a:lnTo>
                    <a:pt x="360957" y="5554233"/>
                  </a:lnTo>
                  <a:lnTo>
                    <a:pt x="361050" y="5554233"/>
                  </a:lnTo>
                  <a:lnTo>
                    <a:pt x="361144" y="5554233"/>
                  </a:lnTo>
                  <a:lnTo>
                    <a:pt x="361237" y="5554233"/>
                  </a:lnTo>
                  <a:lnTo>
                    <a:pt x="361330" y="5554233"/>
                  </a:lnTo>
                  <a:lnTo>
                    <a:pt x="361423" y="5554233"/>
                  </a:lnTo>
                  <a:lnTo>
                    <a:pt x="361517" y="5554233"/>
                  </a:lnTo>
                  <a:lnTo>
                    <a:pt x="361610" y="5554233"/>
                  </a:lnTo>
                  <a:lnTo>
                    <a:pt x="361703" y="5554233"/>
                  </a:lnTo>
                  <a:lnTo>
                    <a:pt x="361796" y="5554233"/>
                  </a:lnTo>
                  <a:lnTo>
                    <a:pt x="361890" y="5554233"/>
                  </a:lnTo>
                  <a:lnTo>
                    <a:pt x="361983" y="5554233"/>
                  </a:lnTo>
                  <a:lnTo>
                    <a:pt x="362076" y="5554233"/>
                  </a:lnTo>
                  <a:lnTo>
                    <a:pt x="362169" y="5554233"/>
                  </a:lnTo>
                  <a:lnTo>
                    <a:pt x="362263" y="5554233"/>
                  </a:lnTo>
                  <a:lnTo>
                    <a:pt x="362356" y="5554233"/>
                  </a:lnTo>
                  <a:lnTo>
                    <a:pt x="362449" y="5554233"/>
                  </a:lnTo>
                  <a:lnTo>
                    <a:pt x="362542" y="5554233"/>
                  </a:lnTo>
                  <a:lnTo>
                    <a:pt x="362636" y="5554233"/>
                  </a:lnTo>
                  <a:lnTo>
                    <a:pt x="362729" y="5554233"/>
                  </a:lnTo>
                  <a:lnTo>
                    <a:pt x="362822" y="5554233"/>
                  </a:lnTo>
                  <a:lnTo>
                    <a:pt x="362915" y="5554233"/>
                  </a:lnTo>
                  <a:lnTo>
                    <a:pt x="363009" y="5554233"/>
                  </a:lnTo>
                  <a:lnTo>
                    <a:pt x="363102" y="5554233"/>
                  </a:lnTo>
                  <a:lnTo>
                    <a:pt x="363195" y="5554233"/>
                  </a:lnTo>
                  <a:lnTo>
                    <a:pt x="363288" y="5554233"/>
                  </a:lnTo>
                  <a:lnTo>
                    <a:pt x="363382" y="5554233"/>
                  </a:lnTo>
                  <a:lnTo>
                    <a:pt x="363475" y="5554233"/>
                  </a:lnTo>
                  <a:lnTo>
                    <a:pt x="363568" y="5554233"/>
                  </a:lnTo>
                  <a:lnTo>
                    <a:pt x="363661" y="5554233"/>
                  </a:lnTo>
                  <a:lnTo>
                    <a:pt x="363755" y="5554233"/>
                  </a:lnTo>
                  <a:lnTo>
                    <a:pt x="363848" y="5554233"/>
                  </a:lnTo>
                  <a:lnTo>
                    <a:pt x="363941" y="5554233"/>
                  </a:lnTo>
                  <a:lnTo>
                    <a:pt x="364034" y="5554233"/>
                  </a:lnTo>
                  <a:lnTo>
                    <a:pt x="364128" y="5554233"/>
                  </a:lnTo>
                  <a:lnTo>
                    <a:pt x="364221" y="5554233"/>
                  </a:lnTo>
                  <a:lnTo>
                    <a:pt x="364314" y="5554233"/>
                  </a:lnTo>
                  <a:lnTo>
                    <a:pt x="364407" y="5554233"/>
                  </a:lnTo>
                  <a:lnTo>
                    <a:pt x="364501" y="5554233"/>
                  </a:lnTo>
                  <a:lnTo>
                    <a:pt x="364594" y="5554233"/>
                  </a:lnTo>
                  <a:lnTo>
                    <a:pt x="364687" y="5554233"/>
                  </a:lnTo>
                  <a:lnTo>
                    <a:pt x="364780" y="5554233"/>
                  </a:lnTo>
                  <a:lnTo>
                    <a:pt x="364874" y="5554233"/>
                  </a:lnTo>
                  <a:lnTo>
                    <a:pt x="364967" y="5554233"/>
                  </a:lnTo>
                  <a:lnTo>
                    <a:pt x="365060" y="5554233"/>
                  </a:lnTo>
                  <a:lnTo>
                    <a:pt x="365153" y="5554233"/>
                  </a:lnTo>
                  <a:lnTo>
                    <a:pt x="365247" y="5554233"/>
                  </a:lnTo>
                  <a:lnTo>
                    <a:pt x="365340" y="5554233"/>
                  </a:lnTo>
                  <a:lnTo>
                    <a:pt x="365433" y="5554233"/>
                  </a:lnTo>
                  <a:lnTo>
                    <a:pt x="365526" y="5554233"/>
                  </a:lnTo>
                  <a:lnTo>
                    <a:pt x="365620" y="5554233"/>
                  </a:lnTo>
                  <a:lnTo>
                    <a:pt x="365713" y="5554233"/>
                  </a:lnTo>
                  <a:lnTo>
                    <a:pt x="365806" y="5554233"/>
                  </a:lnTo>
                  <a:lnTo>
                    <a:pt x="365899" y="5554233"/>
                  </a:lnTo>
                  <a:lnTo>
                    <a:pt x="365993" y="5554233"/>
                  </a:lnTo>
                  <a:lnTo>
                    <a:pt x="366086" y="5554233"/>
                  </a:lnTo>
                  <a:lnTo>
                    <a:pt x="366179" y="5554233"/>
                  </a:lnTo>
                  <a:lnTo>
                    <a:pt x="366272" y="5554233"/>
                  </a:lnTo>
                  <a:lnTo>
                    <a:pt x="366366" y="5554233"/>
                  </a:lnTo>
                  <a:lnTo>
                    <a:pt x="366459" y="5554233"/>
                  </a:lnTo>
                  <a:lnTo>
                    <a:pt x="366552" y="5554233"/>
                  </a:lnTo>
                  <a:lnTo>
                    <a:pt x="366645" y="5554233"/>
                  </a:lnTo>
                  <a:lnTo>
                    <a:pt x="366739" y="5554233"/>
                  </a:lnTo>
                  <a:lnTo>
                    <a:pt x="366832" y="5554233"/>
                  </a:lnTo>
                  <a:lnTo>
                    <a:pt x="366925" y="5554233"/>
                  </a:lnTo>
                  <a:lnTo>
                    <a:pt x="367018" y="5554233"/>
                  </a:lnTo>
                  <a:lnTo>
                    <a:pt x="367112" y="5554233"/>
                  </a:lnTo>
                  <a:lnTo>
                    <a:pt x="367205" y="5554233"/>
                  </a:lnTo>
                  <a:lnTo>
                    <a:pt x="367298" y="5554233"/>
                  </a:lnTo>
                  <a:lnTo>
                    <a:pt x="367391" y="5554233"/>
                  </a:lnTo>
                  <a:lnTo>
                    <a:pt x="367485" y="5554233"/>
                  </a:lnTo>
                  <a:lnTo>
                    <a:pt x="367578" y="5554233"/>
                  </a:lnTo>
                  <a:lnTo>
                    <a:pt x="367671" y="5554233"/>
                  </a:lnTo>
                  <a:lnTo>
                    <a:pt x="367764" y="5554233"/>
                  </a:lnTo>
                  <a:lnTo>
                    <a:pt x="367857" y="5554233"/>
                  </a:lnTo>
                  <a:lnTo>
                    <a:pt x="367951" y="5554233"/>
                  </a:lnTo>
                  <a:lnTo>
                    <a:pt x="368044" y="5554233"/>
                  </a:lnTo>
                  <a:lnTo>
                    <a:pt x="368137" y="5554233"/>
                  </a:lnTo>
                  <a:lnTo>
                    <a:pt x="368230" y="5554233"/>
                  </a:lnTo>
                  <a:lnTo>
                    <a:pt x="368324" y="5554233"/>
                  </a:lnTo>
                  <a:lnTo>
                    <a:pt x="368417" y="5554233"/>
                  </a:lnTo>
                  <a:lnTo>
                    <a:pt x="368510" y="5554233"/>
                  </a:lnTo>
                  <a:lnTo>
                    <a:pt x="368603" y="5554233"/>
                  </a:lnTo>
                  <a:lnTo>
                    <a:pt x="368697" y="5554233"/>
                  </a:lnTo>
                  <a:lnTo>
                    <a:pt x="368790" y="5554233"/>
                  </a:lnTo>
                  <a:lnTo>
                    <a:pt x="368883" y="5554233"/>
                  </a:lnTo>
                  <a:lnTo>
                    <a:pt x="368976" y="5554233"/>
                  </a:lnTo>
                  <a:lnTo>
                    <a:pt x="369070" y="5554233"/>
                  </a:lnTo>
                  <a:lnTo>
                    <a:pt x="369163" y="5554233"/>
                  </a:lnTo>
                  <a:lnTo>
                    <a:pt x="369256" y="5554233"/>
                  </a:lnTo>
                  <a:lnTo>
                    <a:pt x="369349" y="5554233"/>
                  </a:lnTo>
                  <a:lnTo>
                    <a:pt x="369443" y="5554233"/>
                  </a:lnTo>
                  <a:lnTo>
                    <a:pt x="369536" y="5554233"/>
                  </a:lnTo>
                  <a:lnTo>
                    <a:pt x="369629" y="5554233"/>
                  </a:lnTo>
                  <a:lnTo>
                    <a:pt x="369722" y="5554233"/>
                  </a:lnTo>
                  <a:lnTo>
                    <a:pt x="369816" y="5554233"/>
                  </a:lnTo>
                  <a:lnTo>
                    <a:pt x="369909" y="5554233"/>
                  </a:lnTo>
                  <a:lnTo>
                    <a:pt x="370002" y="5554233"/>
                  </a:lnTo>
                  <a:lnTo>
                    <a:pt x="370095" y="5554233"/>
                  </a:lnTo>
                  <a:lnTo>
                    <a:pt x="370189" y="5554233"/>
                  </a:lnTo>
                  <a:lnTo>
                    <a:pt x="370282" y="5554233"/>
                  </a:lnTo>
                  <a:lnTo>
                    <a:pt x="370375" y="5554233"/>
                  </a:lnTo>
                  <a:lnTo>
                    <a:pt x="370468" y="5554233"/>
                  </a:lnTo>
                  <a:lnTo>
                    <a:pt x="370562" y="5554233"/>
                  </a:lnTo>
                  <a:lnTo>
                    <a:pt x="370655" y="5554233"/>
                  </a:lnTo>
                  <a:lnTo>
                    <a:pt x="370748" y="5554233"/>
                  </a:lnTo>
                  <a:lnTo>
                    <a:pt x="370841" y="5554233"/>
                  </a:lnTo>
                  <a:lnTo>
                    <a:pt x="370935" y="5554233"/>
                  </a:lnTo>
                  <a:lnTo>
                    <a:pt x="371028" y="5554233"/>
                  </a:lnTo>
                  <a:lnTo>
                    <a:pt x="371121" y="5554233"/>
                  </a:lnTo>
                  <a:lnTo>
                    <a:pt x="371214" y="5554233"/>
                  </a:lnTo>
                  <a:lnTo>
                    <a:pt x="371308" y="5554233"/>
                  </a:lnTo>
                  <a:lnTo>
                    <a:pt x="371401" y="5554233"/>
                  </a:lnTo>
                  <a:lnTo>
                    <a:pt x="371494" y="5554233"/>
                  </a:lnTo>
                  <a:lnTo>
                    <a:pt x="371587" y="5554233"/>
                  </a:lnTo>
                  <a:lnTo>
                    <a:pt x="371681" y="5554233"/>
                  </a:lnTo>
                  <a:lnTo>
                    <a:pt x="371774" y="5554233"/>
                  </a:lnTo>
                  <a:lnTo>
                    <a:pt x="371867" y="5554233"/>
                  </a:lnTo>
                  <a:lnTo>
                    <a:pt x="371960" y="5554233"/>
                  </a:lnTo>
                  <a:lnTo>
                    <a:pt x="372054" y="5554233"/>
                  </a:lnTo>
                  <a:lnTo>
                    <a:pt x="372147" y="5554233"/>
                  </a:lnTo>
                  <a:lnTo>
                    <a:pt x="372240" y="5554233"/>
                  </a:lnTo>
                  <a:lnTo>
                    <a:pt x="372333" y="5554233"/>
                  </a:lnTo>
                  <a:lnTo>
                    <a:pt x="372427" y="5554233"/>
                  </a:lnTo>
                  <a:lnTo>
                    <a:pt x="372520" y="5554233"/>
                  </a:lnTo>
                  <a:lnTo>
                    <a:pt x="372613" y="5554233"/>
                  </a:lnTo>
                  <a:lnTo>
                    <a:pt x="372706" y="5554233"/>
                  </a:lnTo>
                  <a:lnTo>
                    <a:pt x="372800" y="5554233"/>
                  </a:lnTo>
                  <a:lnTo>
                    <a:pt x="372893" y="5554233"/>
                  </a:lnTo>
                  <a:lnTo>
                    <a:pt x="372986" y="5554233"/>
                  </a:lnTo>
                  <a:lnTo>
                    <a:pt x="373079" y="5554233"/>
                  </a:lnTo>
                  <a:lnTo>
                    <a:pt x="373173" y="5554233"/>
                  </a:lnTo>
                  <a:lnTo>
                    <a:pt x="373266" y="5554233"/>
                  </a:lnTo>
                  <a:lnTo>
                    <a:pt x="373359" y="5554233"/>
                  </a:lnTo>
                  <a:lnTo>
                    <a:pt x="373452" y="5554233"/>
                  </a:lnTo>
                  <a:lnTo>
                    <a:pt x="373546" y="5554233"/>
                  </a:lnTo>
                  <a:lnTo>
                    <a:pt x="373546" y="5544279"/>
                  </a:lnTo>
                  <a:lnTo>
                    <a:pt x="373639" y="5544279"/>
                  </a:lnTo>
                  <a:lnTo>
                    <a:pt x="373732" y="5544279"/>
                  </a:lnTo>
                  <a:lnTo>
                    <a:pt x="373825" y="5544279"/>
                  </a:lnTo>
                  <a:lnTo>
                    <a:pt x="373919" y="5544279"/>
                  </a:lnTo>
                  <a:lnTo>
                    <a:pt x="374012" y="5544279"/>
                  </a:lnTo>
                  <a:lnTo>
                    <a:pt x="374105" y="5544279"/>
                  </a:lnTo>
                  <a:lnTo>
                    <a:pt x="374198" y="5544279"/>
                  </a:lnTo>
                  <a:lnTo>
                    <a:pt x="374292" y="5544279"/>
                  </a:lnTo>
                  <a:lnTo>
                    <a:pt x="374385" y="5544279"/>
                  </a:lnTo>
                  <a:lnTo>
                    <a:pt x="374478" y="5544279"/>
                  </a:lnTo>
                  <a:lnTo>
                    <a:pt x="374571" y="5544279"/>
                  </a:lnTo>
                  <a:lnTo>
                    <a:pt x="374664" y="5544279"/>
                  </a:lnTo>
                  <a:lnTo>
                    <a:pt x="374758" y="5544279"/>
                  </a:lnTo>
                  <a:lnTo>
                    <a:pt x="374851" y="5544279"/>
                  </a:lnTo>
                  <a:lnTo>
                    <a:pt x="374944" y="5544279"/>
                  </a:lnTo>
                  <a:lnTo>
                    <a:pt x="375037" y="5544279"/>
                  </a:lnTo>
                  <a:lnTo>
                    <a:pt x="375131" y="5544279"/>
                  </a:lnTo>
                  <a:lnTo>
                    <a:pt x="375224" y="5544279"/>
                  </a:lnTo>
                  <a:lnTo>
                    <a:pt x="375317" y="5544279"/>
                  </a:lnTo>
                  <a:lnTo>
                    <a:pt x="375410" y="5544279"/>
                  </a:lnTo>
                  <a:lnTo>
                    <a:pt x="375504" y="5544279"/>
                  </a:lnTo>
                  <a:lnTo>
                    <a:pt x="375597" y="5544279"/>
                  </a:lnTo>
                  <a:lnTo>
                    <a:pt x="375690" y="5544279"/>
                  </a:lnTo>
                  <a:lnTo>
                    <a:pt x="375783" y="5544279"/>
                  </a:lnTo>
                  <a:lnTo>
                    <a:pt x="375877" y="5544279"/>
                  </a:lnTo>
                  <a:lnTo>
                    <a:pt x="375970" y="5544279"/>
                  </a:lnTo>
                  <a:lnTo>
                    <a:pt x="376063" y="5544279"/>
                  </a:lnTo>
                  <a:lnTo>
                    <a:pt x="376156" y="5544279"/>
                  </a:lnTo>
                  <a:lnTo>
                    <a:pt x="376250" y="5544279"/>
                  </a:lnTo>
                  <a:lnTo>
                    <a:pt x="376343" y="5544279"/>
                  </a:lnTo>
                  <a:lnTo>
                    <a:pt x="376436" y="5544279"/>
                  </a:lnTo>
                  <a:lnTo>
                    <a:pt x="376529" y="5544279"/>
                  </a:lnTo>
                  <a:lnTo>
                    <a:pt x="376623" y="5544279"/>
                  </a:lnTo>
                  <a:lnTo>
                    <a:pt x="376716" y="5544279"/>
                  </a:lnTo>
                  <a:lnTo>
                    <a:pt x="376809" y="5544279"/>
                  </a:lnTo>
                  <a:lnTo>
                    <a:pt x="376902" y="5544279"/>
                  </a:lnTo>
                  <a:lnTo>
                    <a:pt x="376996" y="5544279"/>
                  </a:lnTo>
                  <a:lnTo>
                    <a:pt x="377089" y="5544279"/>
                  </a:lnTo>
                  <a:lnTo>
                    <a:pt x="377182" y="5544279"/>
                  </a:lnTo>
                  <a:lnTo>
                    <a:pt x="377275" y="5544279"/>
                  </a:lnTo>
                  <a:lnTo>
                    <a:pt x="377369" y="5544279"/>
                  </a:lnTo>
                  <a:lnTo>
                    <a:pt x="377462" y="5544279"/>
                  </a:lnTo>
                  <a:lnTo>
                    <a:pt x="377555" y="5544279"/>
                  </a:lnTo>
                  <a:lnTo>
                    <a:pt x="377648" y="5544279"/>
                  </a:lnTo>
                  <a:lnTo>
                    <a:pt x="377742" y="5544279"/>
                  </a:lnTo>
                  <a:lnTo>
                    <a:pt x="377835" y="5544279"/>
                  </a:lnTo>
                  <a:lnTo>
                    <a:pt x="377928" y="5544279"/>
                  </a:lnTo>
                  <a:lnTo>
                    <a:pt x="378021" y="5544279"/>
                  </a:lnTo>
                  <a:lnTo>
                    <a:pt x="378115" y="5544279"/>
                  </a:lnTo>
                  <a:lnTo>
                    <a:pt x="378208" y="5544279"/>
                  </a:lnTo>
                  <a:lnTo>
                    <a:pt x="378301" y="5544279"/>
                  </a:lnTo>
                  <a:lnTo>
                    <a:pt x="378394" y="5544279"/>
                  </a:lnTo>
                  <a:lnTo>
                    <a:pt x="378488" y="5544279"/>
                  </a:lnTo>
                  <a:lnTo>
                    <a:pt x="378581" y="5544279"/>
                  </a:lnTo>
                  <a:lnTo>
                    <a:pt x="378674" y="5544279"/>
                  </a:lnTo>
                  <a:lnTo>
                    <a:pt x="378767" y="5544279"/>
                  </a:lnTo>
                  <a:lnTo>
                    <a:pt x="378861" y="5544279"/>
                  </a:lnTo>
                  <a:lnTo>
                    <a:pt x="378954" y="5544279"/>
                  </a:lnTo>
                  <a:lnTo>
                    <a:pt x="379047" y="5544279"/>
                  </a:lnTo>
                  <a:lnTo>
                    <a:pt x="379140" y="5544279"/>
                  </a:lnTo>
                  <a:lnTo>
                    <a:pt x="379234" y="5544279"/>
                  </a:lnTo>
                  <a:lnTo>
                    <a:pt x="379327" y="5544279"/>
                  </a:lnTo>
                  <a:lnTo>
                    <a:pt x="379420" y="5544279"/>
                  </a:lnTo>
                  <a:lnTo>
                    <a:pt x="379513" y="5544279"/>
                  </a:lnTo>
                  <a:lnTo>
                    <a:pt x="379607" y="5544279"/>
                  </a:lnTo>
                  <a:lnTo>
                    <a:pt x="379700" y="5544279"/>
                  </a:lnTo>
                  <a:lnTo>
                    <a:pt x="379793" y="5544279"/>
                  </a:lnTo>
                  <a:lnTo>
                    <a:pt x="379886" y="5544279"/>
                  </a:lnTo>
                  <a:lnTo>
                    <a:pt x="379980" y="5544279"/>
                  </a:lnTo>
                  <a:lnTo>
                    <a:pt x="380073" y="5544279"/>
                  </a:lnTo>
                  <a:lnTo>
                    <a:pt x="380166" y="5544279"/>
                  </a:lnTo>
                  <a:lnTo>
                    <a:pt x="380259" y="5544279"/>
                  </a:lnTo>
                  <a:lnTo>
                    <a:pt x="380353" y="5544279"/>
                  </a:lnTo>
                  <a:lnTo>
                    <a:pt x="380446" y="5544279"/>
                  </a:lnTo>
                  <a:lnTo>
                    <a:pt x="380539" y="5544279"/>
                  </a:lnTo>
                  <a:lnTo>
                    <a:pt x="380632" y="5544279"/>
                  </a:lnTo>
                  <a:lnTo>
                    <a:pt x="380726" y="5544279"/>
                  </a:lnTo>
                  <a:lnTo>
                    <a:pt x="380819" y="5544279"/>
                  </a:lnTo>
                  <a:lnTo>
                    <a:pt x="380912" y="5544279"/>
                  </a:lnTo>
                  <a:lnTo>
                    <a:pt x="381005" y="5544279"/>
                  </a:lnTo>
                  <a:lnTo>
                    <a:pt x="381099" y="5544279"/>
                  </a:lnTo>
                  <a:lnTo>
                    <a:pt x="381192" y="5544279"/>
                  </a:lnTo>
                  <a:lnTo>
                    <a:pt x="381285" y="5544279"/>
                  </a:lnTo>
                  <a:lnTo>
                    <a:pt x="381378" y="5544279"/>
                  </a:lnTo>
                  <a:lnTo>
                    <a:pt x="381472" y="5544279"/>
                  </a:lnTo>
                  <a:lnTo>
                    <a:pt x="381565" y="5544279"/>
                  </a:lnTo>
                  <a:lnTo>
                    <a:pt x="381565" y="5534325"/>
                  </a:lnTo>
                  <a:lnTo>
                    <a:pt x="381658" y="5534325"/>
                  </a:lnTo>
                  <a:lnTo>
                    <a:pt x="381751" y="5534325"/>
                  </a:lnTo>
                  <a:lnTo>
                    <a:pt x="381844" y="5534325"/>
                  </a:lnTo>
                  <a:lnTo>
                    <a:pt x="381938" y="5534325"/>
                  </a:lnTo>
                  <a:lnTo>
                    <a:pt x="382031" y="5534325"/>
                  </a:lnTo>
                  <a:lnTo>
                    <a:pt x="382124" y="5534325"/>
                  </a:lnTo>
                  <a:lnTo>
                    <a:pt x="382217" y="5534325"/>
                  </a:lnTo>
                  <a:lnTo>
                    <a:pt x="382311" y="5534325"/>
                  </a:lnTo>
                  <a:lnTo>
                    <a:pt x="382404" y="5534325"/>
                  </a:lnTo>
                  <a:lnTo>
                    <a:pt x="382497" y="5534325"/>
                  </a:lnTo>
                  <a:lnTo>
                    <a:pt x="382590" y="5534325"/>
                  </a:lnTo>
                  <a:lnTo>
                    <a:pt x="382684" y="5534325"/>
                  </a:lnTo>
                  <a:lnTo>
                    <a:pt x="382777" y="5534325"/>
                  </a:lnTo>
                  <a:lnTo>
                    <a:pt x="382870" y="5534325"/>
                  </a:lnTo>
                  <a:lnTo>
                    <a:pt x="382963" y="5534325"/>
                  </a:lnTo>
                  <a:lnTo>
                    <a:pt x="383057" y="5534325"/>
                  </a:lnTo>
                  <a:lnTo>
                    <a:pt x="383150" y="5534325"/>
                  </a:lnTo>
                  <a:lnTo>
                    <a:pt x="383243" y="5534325"/>
                  </a:lnTo>
                  <a:lnTo>
                    <a:pt x="383336" y="5534325"/>
                  </a:lnTo>
                  <a:lnTo>
                    <a:pt x="383430" y="5534325"/>
                  </a:lnTo>
                  <a:lnTo>
                    <a:pt x="383523" y="5534325"/>
                  </a:lnTo>
                  <a:lnTo>
                    <a:pt x="383616" y="5534325"/>
                  </a:lnTo>
                  <a:lnTo>
                    <a:pt x="383709" y="5534325"/>
                  </a:lnTo>
                  <a:lnTo>
                    <a:pt x="383803" y="5534325"/>
                  </a:lnTo>
                  <a:lnTo>
                    <a:pt x="383896" y="5534325"/>
                  </a:lnTo>
                  <a:lnTo>
                    <a:pt x="383989" y="5534325"/>
                  </a:lnTo>
                  <a:lnTo>
                    <a:pt x="384082" y="5534325"/>
                  </a:lnTo>
                  <a:lnTo>
                    <a:pt x="384176" y="5534325"/>
                  </a:lnTo>
                  <a:lnTo>
                    <a:pt x="384269" y="5534325"/>
                  </a:lnTo>
                  <a:lnTo>
                    <a:pt x="384362" y="5534325"/>
                  </a:lnTo>
                  <a:lnTo>
                    <a:pt x="384455" y="5534325"/>
                  </a:lnTo>
                  <a:lnTo>
                    <a:pt x="384549" y="5534325"/>
                  </a:lnTo>
                  <a:lnTo>
                    <a:pt x="384642" y="5534325"/>
                  </a:lnTo>
                  <a:lnTo>
                    <a:pt x="384735" y="5534325"/>
                  </a:lnTo>
                  <a:lnTo>
                    <a:pt x="384828" y="5534325"/>
                  </a:lnTo>
                  <a:lnTo>
                    <a:pt x="384922" y="5534325"/>
                  </a:lnTo>
                  <a:lnTo>
                    <a:pt x="385015" y="5534325"/>
                  </a:lnTo>
                  <a:lnTo>
                    <a:pt x="385108" y="5534325"/>
                  </a:lnTo>
                  <a:lnTo>
                    <a:pt x="385201" y="5534325"/>
                  </a:lnTo>
                  <a:lnTo>
                    <a:pt x="385295" y="5534325"/>
                  </a:lnTo>
                  <a:lnTo>
                    <a:pt x="385388" y="5534325"/>
                  </a:lnTo>
                  <a:lnTo>
                    <a:pt x="385481" y="5534325"/>
                  </a:lnTo>
                  <a:lnTo>
                    <a:pt x="385574" y="5534325"/>
                  </a:lnTo>
                  <a:lnTo>
                    <a:pt x="385668" y="5534325"/>
                  </a:lnTo>
                  <a:lnTo>
                    <a:pt x="385761" y="5534325"/>
                  </a:lnTo>
                  <a:lnTo>
                    <a:pt x="385854" y="5534325"/>
                  </a:lnTo>
                  <a:lnTo>
                    <a:pt x="385947" y="5534325"/>
                  </a:lnTo>
                  <a:lnTo>
                    <a:pt x="386041" y="5534325"/>
                  </a:lnTo>
                  <a:lnTo>
                    <a:pt x="386134" y="5534325"/>
                  </a:lnTo>
                  <a:lnTo>
                    <a:pt x="386227" y="5534325"/>
                  </a:lnTo>
                  <a:lnTo>
                    <a:pt x="386320" y="5534325"/>
                  </a:lnTo>
                  <a:lnTo>
                    <a:pt x="386414" y="5534325"/>
                  </a:lnTo>
                  <a:lnTo>
                    <a:pt x="386507" y="5534325"/>
                  </a:lnTo>
                  <a:lnTo>
                    <a:pt x="386600" y="5534325"/>
                  </a:lnTo>
                  <a:lnTo>
                    <a:pt x="386693" y="5534325"/>
                  </a:lnTo>
                  <a:lnTo>
                    <a:pt x="386787" y="5534325"/>
                  </a:lnTo>
                  <a:lnTo>
                    <a:pt x="386880" y="5534325"/>
                  </a:lnTo>
                  <a:lnTo>
                    <a:pt x="386973" y="5534325"/>
                  </a:lnTo>
                  <a:lnTo>
                    <a:pt x="387066" y="5534325"/>
                  </a:lnTo>
                  <a:lnTo>
                    <a:pt x="387066" y="5524371"/>
                  </a:lnTo>
                  <a:lnTo>
                    <a:pt x="387160" y="5524371"/>
                  </a:lnTo>
                  <a:lnTo>
                    <a:pt x="387253" y="5524371"/>
                  </a:lnTo>
                  <a:lnTo>
                    <a:pt x="387346" y="5524371"/>
                  </a:lnTo>
                  <a:lnTo>
                    <a:pt x="387439" y="5524371"/>
                  </a:lnTo>
                  <a:lnTo>
                    <a:pt x="387533" y="5524371"/>
                  </a:lnTo>
                  <a:lnTo>
                    <a:pt x="387626" y="5524371"/>
                  </a:lnTo>
                  <a:lnTo>
                    <a:pt x="387719" y="5524371"/>
                  </a:lnTo>
                  <a:lnTo>
                    <a:pt x="387812" y="5524371"/>
                  </a:lnTo>
                  <a:lnTo>
                    <a:pt x="387906" y="5524371"/>
                  </a:lnTo>
                  <a:lnTo>
                    <a:pt x="387999" y="5524371"/>
                  </a:lnTo>
                  <a:lnTo>
                    <a:pt x="388092" y="5524371"/>
                  </a:lnTo>
                  <a:lnTo>
                    <a:pt x="388185" y="5524371"/>
                  </a:lnTo>
                  <a:lnTo>
                    <a:pt x="388279" y="5524371"/>
                  </a:lnTo>
                  <a:lnTo>
                    <a:pt x="388372" y="5524371"/>
                  </a:lnTo>
                  <a:lnTo>
                    <a:pt x="388465" y="5524371"/>
                  </a:lnTo>
                  <a:lnTo>
                    <a:pt x="388558" y="5524371"/>
                  </a:lnTo>
                  <a:lnTo>
                    <a:pt x="388651" y="5524371"/>
                  </a:lnTo>
                  <a:lnTo>
                    <a:pt x="388745" y="5524371"/>
                  </a:lnTo>
                  <a:lnTo>
                    <a:pt x="388838" y="5524371"/>
                  </a:lnTo>
                  <a:lnTo>
                    <a:pt x="388931" y="5524371"/>
                  </a:lnTo>
                  <a:lnTo>
                    <a:pt x="389024" y="5524371"/>
                  </a:lnTo>
                  <a:lnTo>
                    <a:pt x="389118" y="5524371"/>
                  </a:lnTo>
                  <a:lnTo>
                    <a:pt x="389211" y="5524371"/>
                  </a:lnTo>
                  <a:lnTo>
                    <a:pt x="389304" y="5524371"/>
                  </a:lnTo>
                  <a:lnTo>
                    <a:pt x="389397" y="5524371"/>
                  </a:lnTo>
                  <a:lnTo>
                    <a:pt x="389491" y="5524371"/>
                  </a:lnTo>
                  <a:lnTo>
                    <a:pt x="389584" y="5524371"/>
                  </a:lnTo>
                  <a:lnTo>
                    <a:pt x="389677" y="5524371"/>
                  </a:lnTo>
                  <a:lnTo>
                    <a:pt x="389770" y="5524371"/>
                  </a:lnTo>
                  <a:lnTo>
                    <a:pt x="389864" y="5524371"/>
                  </a:lnTo>
                  <a:lnTo>
                    <a:pt x="389957" y="5524371"/>
                  </a:lnTo>
                  <a:lnTo>
                    <a:pt x="390050" y="5524371"/>
                  </a:lnTo>
                  <a:lnTo>
                    <a:pt x="390143" y="5524371"/>
                  </a:lnTo>
                  <a:lnTo>
                    <a:pt x="390237" y="5524371"/>
                  </a:lnTo>
                  <a:lnTo>
                    <a:pt x="390330" y="5524371"/>
                  </a:lnTo>
                  <a:lnTo>
                    <a:pt x="390423" y="5524371"/>
                  </a:lnTo>
                  <a:lnTo>
                    <a:pt x="390516" y="5524371"/>
                  </a:lnTo>
                  <a:lnTo>
                    <a:pt x="390610" y="5524371"/>
                  </a:lnTo>
                  <a:lnTo>
                    <a:pt x="390703" y="5524371"/>
                  </a:lnTo>
                  <a:lnTo>
                    <a:pt x="390796" y="5524371"/>
                  </a:lnTo>
                  <a:lnTo>
                    <a:pt x="390889" y="5524371"/>
                  </a:lnTo>
                  <a:lnTo>
                    <a:pt x="390983" y="5524371"/>
                  </a:lnTo>
                  <a:lnTo>
                    <a:pt x="391076" y="5524371"/>
                  </a:lnTo>
                  <a:lnTo>
                    <a:pt x="391169" y="5524371"/>
                  </a:lnTo>
                  <a:lnTo>
                    <a:pt x="391262" y="5524371"/>
                  </a:lnTo>
                  <a:lnTo>
                    <a:pt x="391356" y="5524371"/>
                  </a:lnTo>
                  <a:lnTo>
                    <a:pt x="391449" y="5524371"/>
                  </a:lnTo>
                  <a:lnTo>
                    <a:pt x="391542" y="5524371"/>
                  </a:lnTo>
                  <a:lnTo>
                    <a:pt x="391635" y="5524371"/>
                  </a:lnTo>
                  <a:lnTo>
                    <a:pt x="391729" y="5524371"/>
                  </a:lnTo>
                  <a:lnTo>
                    <a:pt x="391822" y="5524371"/>
                  </a:lnTo>
                  <a:lnTo>
                    <a:pt x="391915" y="5524371"/>
                  </a:lnTo>
                  <a:lnTo>
                    <a:pt x="392008" y="5524371"/>
                  </a:lnTo>
                  <a:lnTo>
                    <a:pt x="392102" y="5524371"/>
                  </a:lnTo>
                  <a:lnTo>
                    <a:pt x="392195" y="5524371"/>
                  </a:lnTo>
                  <a:lnTo>
                    <a:pt x="392288" y="5524371"/>
                  </a:lnTo>
                  <a:lnTo>
                    <a:pt x="392381" y="5524371"/>
                  </a:lnTo>
                  <a:lnTo>
                    <a:pt x="392475" y="5524371"/>
                  </a:lnTo>
                  <a:lnTo>
                    <a:pt x="392568" y="5524371"/>
                  </a:lnTo>
                  <a:lnTo>
                    <a:pt x="392661" y="5524371"/>
                  </a:lnTo>
                  <a:lnTo>
                    <a:pt x="392754" y="5524371"/>
                  </a:lnTo>
                  <a:lnTo>
                    <a:pt x="392848" y="5524371"/>
                  </a:lnTo>
                  <a:lnTo>
                    <a:pt x="392941" y="5524371"/>
                  </a:lnTo>
                  <a:lnTo>
                    <a:pt x="393034" y="5524371"/>
                  </a:lnTo>
                  <a:lnTo>
                    <a:pt x="393127" y="5524371"/>
                  </a:lnTo>
                  <a:lnTo>
                    <a:pt x="393221" y="5524371"/>
                  </a:lnTo>
                  <a:lnTo>
                    <a:pt x="393314" y="5524371"/>
                  </a:lnTo>
                  <a:lnTo>
                    <a:pt x="393407" y="5524371"/>
                  </a:lnTo>
                  <a:lnTo>
                    <a:pt x="393500" y="5524371"/>
                  </a:lnTo>
                  <a:lnTo>
                    <a:pt x="393594" y="5524371"/>
                  </a:lnTo>
                  <a:lnTo>
                    <a:pt x="393687" y="5524371"/>
                  </a:lnTo>
                  <a:lnTo>
                    <a:pt x="393687" y="5514417"/>
                  </a:lnTo>
                  <a:lnTo>
                    <a:pt x="393780" y="5514417"/>
                  </a:lnTo>
                  <a:lnTo>
                    <a:pt x="393873" y="5514417"/>
                  </a:lnTo>
                  <a:lnTo>
                    <a:pt x="393967" y="5514417"/>
                  </a:lnTo>
                  <a:lnTo>
                    <a:pt x="394060" y="5514417"/>
                  </a:lnTo>
                  <a:lnTo>
                    <a:pt x="394153" y="5514417"/>
                  </a:lnTo>
                  <a:lnTo>
                    <a:pt x="394246" y="5514417"/>
                  </a:lnTo>
                  <a:lnTo>
                    <a:pt x="394340" y="5514417"/>
                  </a:lnTo>
                  <a:lnTo>
                    <a:pt x="394433" y="5514417"/>
                  </a:lnTo>
                  <a:lnTo>
                    <a:pt x="394526" y="5514417"/>
                  </a:lnTo>
                  <a:lnTo>
                    <a:pt x="394619" y="5514417"/>
                  </a:lnTo>
                  <a:lnTo>
                    <a:pt x="394713" y="5514417"/>
                  </a:lnTo>
                  <a:lnTo>
                    <a:pt x="394806" y="5514417"/>
                  </a:lnTo>
                  <a:lnTo>
                    <a:pt x="394899" y="5514417"/>
                  </a:lnTo>
                  <a:lnTo>
                    <a:pt x="394992" y="5514417"/>
                  </a:lnTo>
                  <a:lnTo>
                    <a:pt x="395086" y="5514417"/>
                  </a:lnTo>
                  <a:lnTo>
                    <a:pt x="395179" y="5514417"/>
                  </a:lnTo>
                  <a:lnTo>
                    <a:pt x="395272" y="5514417"/>
                  </a:lnTo>
                  <a:lnTo>
                    <a:pt x="395365" y="5514417"/>
                  </a:lnTo>
                  <a:lnTo>
                    <a:pt x="395458" y="5514417"/>
                  </a:lnTo>
                  <a:lnTo>
                    <a:pt x="395552" y="5514417"/>
                  </a:lnTo>
                  <a:lnTo>
                    <a:pt x="395645" y="5514417"/>
                  </a:lnTo>
                  <a:lnTo>
                    <a:pt x="395645" y="5504463"/>
                  </a:lnTo>
                  <a:lnTo>
                    <a:pt x="395738" y="5504463"/>
                  </a:lnTo>
                  <a:lnTo>
                    <a:pt x="395831" y="5504463"/>
                  </a:lnTo>
                  <a:lnTo>
                    <a:pt x="395925" y="5504463"/>
                  </a:lnTo>
                  <a:lnTo>
                    <a:pt x="396018" y="5504463"/>
                  </a:lnTo>
                  <a:lnTo>
                    <a:pt x="396111" y="5504463"/>
                  </a:lnTo>
                  <a:lnTo>
                    <a:pt x="396204" y="5504463"/>
                  </a:lnTo>
                  <a:lnTo>
                    <a:pt x="396298" y="5504463"/>
                  </a:lnTo>
                  <a:lnTo>
                    <a:pt x="396391" y="5504463"/>
                  </a:lnTo>
                  <a:lnTo>
                    <a:pt x="396484" y="5504463"/>
                  </a:lnTo>
                  <a:lnTo>
                    <a:pt x="396577" y="5504463"/>
                  </a:lnTo>
                  <a:lnTo>
                    <a:pt x="396671" y="5504463"/>
                  </a:lnTo>
                  <a:lnTo>
                    <a:pt x="396764" y="5504463"/>
                  </a:lnTo>
                  <a:lnTo>
                    <a:pt x="396857" y="5504463"/>
                  </a:lnTo>
                  <a:lnTo>
                    <a:pt x="396950" y="5504463"/>
                  </a:lnTo>
                  <a:lnTo>
                    <a:pt x="397044" y="5504463"/>
                  </a:lnTo>
                  <a:lnTo>
                    <a:pt x="397137" y="5504463"/>
                  </a:lnTo>
                  <a:lnTo>
                    <a:pt x="397230" y="5504463"/>
                  </a:lnTo>
                  <a:lnTo>
                    <a:pt x="397323" y="5504463"/>
                  </a:lnTo>
                  <a:lnTo>
                    <a:pt x="397417" y="5504463"/>
                  </a:lnTo>
                  <a:lnTo>
                    <a:pt x="397510" y="5504463"/>
                  </a:lnTo>
                  <a:lnTo>
                    <a:pt x="397603" y="5504463"/>
                  </a:lnTo>
                  <a:lnTo>
                    <a:pt x="397696" y="5504463"/>
                  </a:lnTo>
                  <a:lnTo>
                    <a:pt x="397790" y="5504463"/>
                  </a:lnTo>
                  <a:lnTo>
                    <a:pt x="397883" y="5504463"/>
                  </a:lnTo>
                  <a:lnTo>
                    <a:pt x="397976" y="5504463"/>
                  </a:lnTo>
                  <a:lnTo>
                    <a:pt x="398069" y="5504463"/>
                  </a:lnTo>
                  <a:lnTo>
                    <a:pt x="398163" y="5504463"/>
                  </a:lnTo>
                  <a:lnTo>
                    <a:pt x="398256" y="5504463"/>
                  </a:lnTo>
                  <a:lnTo>
                    <a:pt x="398349" y="5504463"/>
                  </a:lnTo>
                  <a:lnTo>
                    <a:pt x="398442" y="5504463"/>
                  </a:lnTo>
                  <a:lnTo>
                    <a:pt x="398536" y="5504463"/>
                  </a:lnTo>
                  <a:lnTo>
                    <a:pt x="398629" y="5504463"/>
                  </a:lnTo>
                  <a:lnTo>
                    <a:pt x="398722" y="5504463"/>
                  </a:lnTo>
                  <a:lnTo>
                    <a:pt x="398815" y="5504463"/>
                  </a:lnTo>
                  <a:lnTo>
                    <a:pt x="398909" y="5504463"/>
                  </a:lnTo>
                  <a:lnTo>
                    <a:pt x="399002" y="5504463"/>
                  </a:lnTo>
                  <a:lnTo>
                    <a:pt x="399095" y="5504463"/>
                  </a:lnTo>
                  <a:lnTo>
                    <a:pt x="399188" y="5504463"/>
                  </a:lnTo>
                  <a:lnTo>
                    <a:pt x="399282" y="5504463"/>
                  </a:lnTo>
                  <a:lnTo>
                    <a:pt x="399375" y="5504463"/>
                  </a:lnTo>
                  <a:lnTo>
                    <a:pt x="399468" y="5504463"/>
                  </a:lnTo>
                  <a:lnTo>
                    <a:pt x="399561" y="5504463"/>
                  </a:lnTo>
                  <a:lnTo>
                    <a:pt x="399655" y="5504463"/>
                  </a:lnTo>
                  <a:lnTo>
                    <a:pt x="399748" y="5504463"/>
                  </a:lnTo>
                  <a:lnTo>
                    <a:pt x="399841" y="5504463"/>
                  </a:lnTo>
                  <a:lnTo>
                    <a:pt x="399934" y="5504463"/>
                  </a:lnTo>
                  <a:lnTo>
                    <a:pt x="400028" y="5504463"/>
                  </a:lnTo>
                  <a:lnTo>
                    <a:pt x="400121" y="5504463"/>
                  </a:lnTo>
                  <a:lnTo>
                    <a:pt x="400214" y="5504463"/>
                  </a:lnTo>
                  <a:lnTo>
                    <a:pt x="400307" y="5504463"/>
                  </a:lnTo>
                  <a:lnTo>
                    <a:pt x="400401" y="5504463"/>
                  </a:lnTo>
                  <a:lnTo>
                    <a:pt x="400494" y="5504463"/>
                  </a:lnTo>
                  <a:lnTo>
                    <a:pt x="400587" y="5504463"/>
                  </a:lnTo>
                  <a:lnTo>
                    <a:pt x="400680" y="5504463"/>
                  </a:lnTo>
                  <a:lnTo>
                    <a:pt x="400680" y="5494510"/>
                  </a:lnTo>
                  <a:lnTo>
                    <a:pt x="400774" y="5494510"/>
                  </a:lnTo>
                  <a:lnTo>
                    <a:pt x="400867" y="5494510"/>
                  </a:lnTo>
                  <a:lnTo>
                    <a:pt x="400960" y="5494510"/>
                  </a:lnTo>
                  <a:lnTo>
                    <a:pt x="401053" y="5494510"/>
                  </a:lnTo>
                  <a:lnTo>
                    <a:pt x="401053" y="5484556"/>
                  </a:lnTo>
                  <a:lnTo>
                    <a:pt x="401147" y="5484556"/>
                  </a:lnTo>
                  <a:lnTo>
                    <a:pt x="401240" y="5484556"/>
                  </a:lnTo>
                  <a:lnTo>
                    <a:pt x="401333" y="5484556"/>
                  </a:lnTo>
                  <a:lnTo>
                    <a:pt x="401426" y="5484556"/>
                  </a:lnTo>
                  <a:lnTo>
                    <a:pt x="401520" y="5484556"/>
                  </a:lnTo>
                  <a:lnTo>
                    <a:pt x="401613" y="5484556"/>
                  </a:lnTo>
                  <a:lnTo>
                    <a:pt x="401706" y="5484556"/>
                  </a:lnTo>
                  <a:lnTo>
                    <a:pt x="401799" y="5484556"/>
                  </a:lnTo>
                  <a:lnTo>
                    <a:pt x="401893" y="5484556"/>
                  </a:lnTo>
                  <a:lnTo>
                    <a:pt x="401986" y="5484556"/>
                  </a:lnTo>
                  <a:lnTo>
                    <a:pt x="402079" y="5484556"/>
                  </a:lnTo>
                  <a:lnTo>
                    <a:pt x="402172" y="5484556"/>
                  </a:lnTo>
                  <a:lnTo>
                    <a:pt x="402266" y="5484556"/>
                  </a:lnTo>
                  <a:lnTo>
                    <a:pt x="402359" y="5484556"/>
                  </a:lnTo>
                  <a:lnTo>
                    <a:pt x="402452" y="5484556"/>
                  </a:lnTo>
                  <a:lnTo>
                    <a:pt x="402545" y="5484556"/>
                  </a:lnTo>
                  <a:lnTo>
                    <a:pt x="402638" y="5484556"/>
                  </a:lnTo>
                  <a:lnTo>
                    <a:pt x="402732" y="5484556"/>
                  </a:lnTo>
                  <a:lnTo>
                    <a:pt x="402825" y="5484556"/>
                  </a:lnTo>
                  <a:lnTo>
                    <a:pt x="402918" y="5484556"/>
                  </a:lnTo>
                  <a:lnTo>
                    <a:pt x="403011" y="5484556"/>
                  </a:lnTo>
                  <a:lnTo>
                    <a:pt x="403105" y="5484556"/>
                  </a:lnTo>
                  <a:lnTo>
                    <a:pt x="403198" y="5484556"/>
                  </a:lnTo>
                  <a:lnTo>
                    <a:pt x="403291" y="5484556"/>
                  </a:lnTo>
                  <a:lnTo>
                    <a:pt x="403384" y="5484556"/>
                  </a:lnTo>
                  <a:lnTo>
                    <a:pt x="403478" y="5484556"/>
                  </a:lnTo>
                  <a:lnTo>
                    <a:pt x="403571" y="5484556"/>
                  </a:lnTo>
                  <a:lnTo>
                    <a:pt x="403664" y="5484556"/>
                  </a:lnTo>
                  <a:lnTo>
                    <a:pt x="403664" y="5474602"/>
                  </a:lnTo>
                  <a:lnTo>
                    <a:pt x="403757" y="5474602"/>
                  </a:lnTo>
                  <a:lnTo>
                    <a:pt x="403851" y="5474602"/>
                  </a:lnTo>
                  <a:lnTo>
                    <a:pt x="403944" y="5474602"/>
                  </a:lnTo>
                  <a:lnTo>
                    <a:pt x="404037" y="5474602"/>
                  </a:lnTo>
                  <a:lnTo>
                    <a:pt x="404130" y="5474602"/>
                  </a:lnTo>
                  <a:lnTo>
                    <a:pt x="404224" y="5474602"/>
                  </a:lnTo>
                  <a:lnTo>
                    <a:pt x="404317" y="5474602"/>
                  </a:lnTo>
                  <a:lnTo>
                    <a:pt x="404410" y="5474602"/>
                  </a:lnTo>
                  <a:lnTo>
                    <a:pt x="404503" y="5474602"/>
                  </a:lnTo>
                  <a:lnTo>
                    <a:pt x="404597" y="5474602"/>
                  </a:lnTo>
                  <a:lnTo>
                    <a:pt x="404690" y="5474602"/>
                  </a:lnTo>
                  <a:lnTo>
                    <a:pt x="404783" y="5474602"/>
                  </a:lnTo>
                  <a:lnTo>
                    <a:pt x="404876" y="5474602"/>
                  </a:lnTo>
                  <a:lnTo>
                    <a:pt x="404970" y="5474602"/>
                  </a:lnTo>
                  <a:lnTo>
                    <a:pt x="405063" y="5474602"/>
                  </a:lnTo>
                  <a:lnTo>
                    <a:pt x="405156" y="5474602"/>
                  </a:lnTo>
                  <a:lnTo>
                    <a:pt x="405249" y="5474602"/>
                  </a:lnTo>
                  <a:lnTo>
                    <a:pt x="405343" y="5474602"/>
                  </a:lnTo>
                  <a:lnTo>
                    <a:pt x="405436" y="5474602"/>
                  </a:lnTo>
                  <a:lnTo>
                    <a:pt x="405529" y="5474602"/>
                  </a:lnTo>
                  <a:lnTo>
                    <a:pt x="405622" y="5474602"/>
                  </a:lnTo>
                  <a:lnTo>
                    <a:pt x="405716" y="5474602"/>
                  </a:lnTo>
                  <a:lnTo>
                    <a:pt x="405809" y="5474602"/>
                  </a:lnTo>
                  <a:lnTo>
                    <a:pt x="405902" y="5474602"/>
                  </a:lnTo>
                  <a:lnTo>
                    <a:pt x="405995" y="5474602"/>
                  </a:lnTo>
                  <a:lnTo>
                    <a:pt x="406089" y="5474602"/>
                  </a:lnTo>
                  <a:lnTo>
                    <a:pt x="406182" y="5474602"/>
                  </a:lnTo>
                  <a:lnTo>
                    <a:pt x="406275" y="5474602"/>
                  </a:lnTo>
                  <a:lnTo>
                    <a:pt x="406368" y="5474602"/>
                  </a:lnTo>
                  <a:lnTo>
                    <a:pt x="406462" y="5474602"/>
                  </a:lnTo>
                  <a:lnTo>
                    <a:pt x="406555" y="5474602"/>
                  </a:lnTo>
                  <a:lnTo>
                    <a:pt x="406648" y="5474602"/>
                  </a:lnTo>
                  <a:lnTo>
                    <a:pt x="406741" y="5474602"/>
                  </a:lnTo>
                  <a:lnTo>
                    <a:pt x="406835" y="5474602"/>
                  </a:lnTo>
                  <a:lnTo>
                    <a:pt x="406928" y="5474602"/>
                  </a:lnTo>
                  <a:lnTo>
                    <a:pt x="407021" y="5474602"/>
                  </a:lnTo>
                  <a:lnTo>
                    <a:pt x="407114" y="5474602"/>
                  </a:lnTo>
                  <a:lnTo>
                    <a:pt x="407208" y="5474602"/>
                  </a:lnTo>
                  <a:lnTo>
                    <a:pt x="407301" y="5474602"/>
                  </a:lnTo>
                  <a:lnTo>
                    <a:pt x="407394" y="5474602"/>
                  </a:lnTo>
                  <a:lnTo>
                    <a:pt x="407487" y="5474602"/>
                  </a:lnTo>
                  <a:lnTo>
                    <a:pt x="407581" y="5474602"/>
                  </a:lnTo>
                  <a:lnTo>
                    <a:pt x="407674" y="5474602"/>
                  </a:lnTo>
                  <a:lnTo>
                    <a:pt x="407767" y="5474602"/>
                  </a:lnTo>
                  <a:lnTo>
                    <a:pt x="407860" y="5474602"/>
                  </a:lnTo>
                  <a:lnTo>
                    <a:pt x="407954" y="5474602"/>
                  </a:lnTo>
                  <a:lnTo>
                    <a:pt x="408047" y="5474602"/>
                  </a:lnTo>
                  <a:lnTo>
                    <a:pt x="408140" y="5474602"/>
                  </a:lnTo>
                  <a:lnTo>
                    <a:pt x="408233" y="5474602"/>
                  </a:lnTo>
                  <a:lnTo>
                    <a:pt x="408327" y="5474602"/>
                  </a:lnTo>
                  <a:lnTo>
                    <a:pt x="408420" y="5474602"/>
                  </a:lnTo>
                  <a:lnTo>
                    <a:pt x="408513" y="5474602"/>
                  </a:lnTo>
                  <a:lnTo>
                    <a:pt x="408606" y="5474602"/>
                  </a:lnTo>
                  <a:lnTo>
                    <a:pt x="408700" y="5474602"/>
                  </a:lnTo>
                  <a:lnTo>
                    <a:pt x="408793" y="5474602"/>
                  </a:lnTo>
                  <a:lnTo>
                    <a:pt x="408886" y="5474602"/>
                  </a:lnTo>
                  <a:lnTo>
                    <a:pt x="408979" y="5474602"/>
                  </a:lnTo>
                  <a:lnTo>
                    <a:pt x="409073" y="5474602"/>
                  </a:lnTo>
                  <a:lnTo>
                    <a:pt x="409166" y="5474602"/>
                  </a:lnTo>
                  <a:lnTo>
                    <a:pt x="409259" y="5474602"/>
                  </a:lnTo>
                  <a:lnTo>
                    <a:pt x="409352" y="5474602"/>
                  </a:lnTo>
                  <a:lnTo>
                    <a:pt x="409445" y="5474602"/>
                  </a:lnTo>
                  <a:lnTo>
                    <a:pt x="409539" y="5474602"/>
                  </a:lnTo>
                  <a:lnTo>
                    <a:pt x="409632" y="5474602"/>
                  </a:lnTo>
                  <a:lnTo>
                    <a:pt x="409725" y="5474602"/>
                  </a:lnTo>
                  <a:lnTo>
                    <a:pt x="409818" y="5474602"/>
                  </a:lnTo>
                  <a:lnTo>
                    <a:pt x="409912" y="5474602"/>
                  </a:lnTo>
                  <a:lnTo>
                    <a:pt x="410005" y="5474602"/>
                  </a:lnTo>
                  <a:lnTo>
                    <a:pt x="410098" y="5474602"/>
                  </a:lnTo>
                  <a:lnTo>
                    <a:pt x="410191" y="5474602"/>
                  </a:lnTo>
                  <a:lnTo>
                    <a:pt x="410285" y="5474602"/>
                  </a:lnTo>
                  <a:lnTo>
                    <a:pt x="410378" y="5474602"/>
                  </a:lnTo>
                  <a:lnTo>
                    <a:pt x="410471" y="5474602"/>
                  </a:lnTo>
                  <a:lnTo>
                    <a:pt x="410564" y="5474602"/>
                  </a:lnTo>
                  <a:lnTo>
                    <a:pt x="410658" y="5474602"/>
                  </a:lnTo>
                  <a:lnTo>
                    <a:pt x="410751" y="5474602"/>
                  </a:lnTo>
                  <a:lnTo>
                    <a:pt x="410844" y="5474602"/>
                  </a:lnTo>
                  <a:lnTo>
                    <a:pt x="410937" y="5474602"/>
                  </a:lnTo>
                  <a:lnTo>
                    <a:pt x="411031" y="5474602"/>
                  </a:lnTo>
                  <a:lnTo>
                    <a:pt x="411124" y="5474602"/>
                  </a:lnTo>
                  <a:lnTo>
                    <a:pt x="411217" y="5474602"/>
                  </a:lnTo>
                  <a:lnTo>
                    <a:pt x="411310" y="5474602"/>
                  </a:lnTo>
                  <a:lnTo>
                    <a:pt x="411404" y="5474602"/>
                  </a:lnTo>
                  <a:lnTo>
                    <a:pt x="411497" y="5474602"/>
                  </a:lnTo>
                  <a:lnTo>
                    <a:pt x="411590" y="5474602"/>
                  </a:lnTo>
                  <a:lnTo>
                    <a:pt x="411683" y="5474602"/>
                  </a:lnTo>
                  <a:lnTo>
                    <a:pt x="411777" y="5474602"/>
                  </a:lnTo>
                  <a:lnTo>
                    <a:pt x="411870" y="5474602"/>
                  </a:lnTo>
                  <a:lnTo>
                    <a:pt x="411963" y="5474602"/>
                  </a:lnTo>
                  <a:lnTo>
                    <a:pt x="412056" y="5474602"/>
                  </a:lnTo>
                  <a:lnTo>
                    <a:pt x="412150" y="5474602"/>
                  </a:lnTo>
                  <a:lnTo>
                    <a:pt x="412243" y="5474602"/>
                  </a:lnTo>
                  <a:lnTo>
                    <a:pt x="412336" y="5474602"/>
                  </a:lnTo>
                  <a:lnTo>
                    <a:pt x="412429" y="5474602"/>
                  </a:lnTo>
                  <a:lnTo>
                    <a:pt x="412523" y="5474602"/>
                  </a:lnTo>
                  <a:lnTo>
                    <a:pt x="412616" y="5474602"/>
                  </a:lnTo>
                  <a:lnTo>
                    <a:pt x="412709" y="5474602"/>
                  </a:lnTo>
                  <a:lnTo>
                    <a:pt x="412802" y="5474602"/>
                  </a:lnTo>
                  <a:lnTo>
                    <a:pt x="412896" y="5474602"/>
                  </a:lnTo>
                  <a:lnTo>
                    <a:pt x="412989" y="5474602"/>
                  </a:lnTo>
                  <a:lnTo>
                    <a:pt x="413082" y="5474602"/>
                  </a:lnTo>
                  <a:lnTo>
                    <a:pt x="413175" y="5474602"/>
                  </a:lnTo>
                  <a:lnTo>
                    <a:pt x="413269" y="5474602"/>
                  </a:lnTo>
                  <a:lnTo>
                    <a:pt x="413362" y="5474602"/>
                  </a:lnTo>
                  <a:lnTo>
                    <a:pt x="413455" y="5474602"/>
                  </a:lnTo>
                  <a:lnTo>
                    <a:pt x="413548" y="5474602"/>
                  </a:lnTo>
                  <a:lnTo>
                    <a:pt x="413642" y="5474602"/>
                  </a:lnTo>
                  <a:lnTo>
                    <a:pt x="413735" y="5474602"/>
                  </a:lnTo>
                  <a:lnTo>
                    <a:pt x="413828" y="5474602"/>
                  </a:lnTo>
                  <a:lnTo>
                    <a:pt x="413921" y="5474602"/>
                  </a:lnTo>
                  <a:lnTo>
                    <a:pt x="414015" y="5474602"/>
                  </a:lnTo>
                  <a:lnTo>
                    <a:pt x="414108" y="5474602"/>
                  </a:lnTo>
                  <a:lnTo>
                    <a:pt x="414201" y="5474602"/>
                  </a:lnTo>
                  <a:lnTo>
                    <a:pt x="414294" y="5474602"/>
                  </a:lnTo>
                  <a:lnTo>
                    <a:pt x="414388" y="5474602"/>
                  </a:lnTo>
                  <a:lnTo>
                    <a:pt x="414481" y="5474602"/>
                  </a:lnTo>
                  <a:lnTo>
                    <a:pt x="414574" y="5474602"/>
                  </a:lnTo>
                  <a:lnTo>
                    <a:pt x="414667" y="5474602"/>
                  </a:lnTo>
                  <a:lnTo>
                    <a:pt x="414761" y="5474602"/>
                  </a:lnTo>
                  <a:lnTo>
                    <a:pt x="414854" y="5474602"/>
                  </a:lnTo>
                  <a:lnTo>
                    <a:pt x="414947" y="5474602"/>
                  </a:lnTo>
                  <a:lnTo>
                    <a:pt x="415040" y="5474602"/>
                  </a:lnTo>
                  <a:lnTo>
                    <a:pt x="415134" y="5474602"/>
                  </a:lnTo>
                  <a:lnTo>
                    <a:pt x="415227" y="5474602"/>
                  </a:lnTo>
                  <a:lnTo>
                    <a:pt x="415320" y="5474602"/>
                  </a:lnTo>
                  <a:lnTo>
                    <a:pt x="415413" y="5474602"/>
                  </a:lnTo>
                  <a:lnTo>
                    <a:pt x="415507" y="5474602"/>
                  </a:lnTo>
                  <a:lnTo>
                    <a:pt x="415600" y="5474602"/>
                  </a:lnTo>
                  <a:lnTo>
                    <a:pt x="415600" y="5464648"/>
                  </a:lnTo>
                  <a:lnTo>
                    <a:pt x="415693" y="5464648"/>
                  </a:lnTo>
                  <a:lnTo>
                    <a:pt x="415786" y="5464648"/>
                  </a:lnTo>
                  <a:lnTo>
                    <a:pt x="415880" y="5464648"/>
                  </a:lnTo>
                  <a:lnTo>
                    <a:pt x="415973" y="5464648"/>
                  </a:lnTo>
                  <a:lnTo>
                    <a:pt x="416066" y="5464648"/>
                  </a:lnTo>
                  <a:lnTo>
                    <a:pt x="416159" y="5464648"/>
                  </a:lnTo>
                  <a:lnTo>
                    <a:pt x="416253" y="5464648"/>
                  </a:lnTo>
                  <a:lnTo>
                    <a:pt x="416346" y="5464648"/>
                  </a:lnTo>
                  <a:lnTo>
                    <a:pt x="416439" y="5464648"/>
                  </a:lnTo>
                  <a:lnTo>
                    <a:pt x="416532" y="5464648"/>
                  </a:lnTo>
                  <a:lnTo>
                    <a:pt x="416625" y="5464648"/>
                  </a:lnTo>
                  <a:lnTo>
                    <a:pt x="416719" y="5464648"/>
                  </a:lnTo>
                  <a:lnTo>
                    <a:pt x="416812" y="5464648"/>
                  </a:lnTo>
                  <a:lnTo>
                    <a:pt x="416905" y="5464648"/>
                  </a:lnTo>
                  <a:lnTo>
                    <a:pt x="416998" y="5464648"/>
                  </a:lnTo>
                  <a:lnTo>
                    <a:pt x="417092" y="5464648"/>
                  </a:lnTo>
                  <a:lnTo>
                    <a:pt x="417185" y="5464648"/>
                  </a:lnTo>
                  <a:lnTo>
                    <a:pt x="417278" y="5464648"/>
                  </a:lnTo>
                  <a:lnTo>
                    <a:pt x="417371" y="5464648"/>
                  </a:lnTo>
                  <a:lnTo>
                    <a:pt x="417465" y="5464648"/>
                  </a:lnTo>
                  <a:lnTo>
                    <a:pt x="417558" y="5464648"/>
                  </a:lnTo>
                  <a:lnTo>
                    <a:pt x="417651" y="5464648"/>
                  </a:lnTo>
                  <a:lnTo>
                    <a:pt x="417651" y="5454694"/>
                  </a:lnTo>
                  <a:lnTo>
                    <a:pt x="417744" y="5454694"/>
                  </a:lnTo>
                  <a:lnTo>
                    <a:pt x="417838" y="5454694"/>
                  </a:lnTo>
                  <a:lnTo>
                    <a:pt x="417931" y="5454694"/>
                  </a:lnTo>
                  <a:lnTo>
                    <a:pt x="418024" y="5454694"/>
                  </a:lnTo>
                  <a:lnTo>
                    <a:pt x="418117" y="5454694"/>
                  </a:lnTo>
                  <a:lnTo>
                    <a:pt x="418211" y="5454694"/>
                  </a:lnTo>
                  <a:lnTo>
                    <a:pt x="418304" y="5454694"/>
                  </a:lnTo>
                  <a:lnTo>
                    <a:pt x="418397" y="5454694"/>
                  </a:lnTo>
                  <a:lnTo>
                    <a:pt x="418490" y="5454694"/>
                  </a:lnTo>
                  <a:lnTo>
                    <a:pt x="418584" y="5454694"/>
                  </a:lnTo>
                  <a:lnTo>
                    <a:pt x="418677" y="5454694"/>
                  </a:lnTo>
                  <a:lnTo>
                    <a:pt x="418770" y="5454694"/>
                  </a:lnTo>
                  <a:lnTo>
                    <a:pt x="418863" y="5454694"/>
                  </a:lnTo>
                  <a:lnTo>
                    <a:pt x="418957" y="5454694"/>
                  </a:lnTo>
                  <a:lnTo>
                    <a:pt x="419050" y="5454694"/>
                  </a:lnTo>
                  <a:lnTo>
                    <a:pt x="419143" y="5454694"/>
                  </a:lnTo>
                  <a:lnTo>
                    <a:pt x="419236" y="5454694"/>
                  </a:lnTo>
                  <a:lnTo>
                    <a:pt x="419330" y="5454694"/>
                  </a:lnTo>
                  <a:lnTo>
                    <a:pt x="419423" y="5454694"/>
                  </a:lnTo>
                  <a:lnTo>
                    <a:pt x="419516" y="5454694"/>
                  </a:lnTo>
                  <a:lnTo>
                    <a:pt x="419609" y="5454694"/>
                  </a:lnTo>
                  <a:lnTo>
                    <a:pt x="419703" y="5454694"/>
                  </a:lnTo>
                  <a:lnTo>
                    <a:pt x="419796" y="5454694"/>
                  </a:lnTo>
                  <a:lnTo>
                    <a:pt x="419889" y="5454694"/>
                  </a:lnTo>
                  <a:lnTo>
                    <a:pt x="419982" y="5454694"/>
                  </a:lnTo>
                  <a:lnTo>
                    <a:pt x="420076" y="5454694"/>
                  </a:lnTo>
                  <a:lnTo>
                    <a:pt x="420169" y="5454694"/>
                  </a:lnTo>
                  <a:lnTo>
                    <a:pt x="420262" y="5454694"/>
                  </a:lnTo>
                  <a:lnTo>
                    <a:pt x="420355" y="5454694"/>
                  </a:lnTo>
                  <a:lnTo>
                    <a:pt x="420449" y="5454694"/>
                  </a:lnTo>
                  <a:lnTo>
                    <a:pt x="420542" y="5454694"/>
                  </a:lnTo>
                  <a:lnTo>
                    <a:pt x="420635" y="5454694"/>
                  </a:lnTo>
                  <a:lnTo>
                    <a:pt x="420728" y="5454694"/>
                  </a:lnTo>
                  <a:lnTo>
                    <a:pt x="420822" y="5454694"/>
                  </a:lnTo>
                  <a:lnTo>
                    <a:pt x="420915" y="5454694"/>
                  </a:lnTo>
                  <a:lnTo>
                    <a:pt x="421008" y="5454694"/>
                  </a:lnTo>
                  <a:lnTo>
                    <a:pt x="421101" y="5454694"/>
                  </a:lnTo>
                  <a:lnTo>
                    <a:pt x="421195" y="5454694"/>
                  </a:lnTo>
                  <a:lnTo>
                    <a:pt x="421288" y="5454694"/>
                  </a:lnTo>
                  <a:lnTo>
                    <a:pt x="421288" y="5444740"/>
                  </a:lnTo>
                  <a:lnTo>
                    <a:pt x="421381" y="5444740"/>
                  </a:lnTo>
                  <a:lnTo>
                    <a:pt x="421474" y="5444740"/>
                  </a:lnTo>
                  <a:lnTo>
                    <a:pt x="421568" y="5444740"/>
                  </a:lnTo>
                  <a:lnTo>
                    <a:pt x="421661" y="5444740"/>
                  </a:lnTo>
                  <a:lnTo>
                    <a:pt x="421754" y="5444740"/>
                  </a:lnTo>
                  <a:lnTo>
                    <a:pt x="421847" y="5444740"/>
                  </a:lnTo>
                  <a:lnTo>
                    <a:pt x="421941" y="5444740"/>
                  </a:lnTo>
                  <a:lnTo>
                    <a:pt x="422034" y="5444740"/>
                  </a:lnTo>
                  <a:lnTo>
                    <a:pt x="422127" y="5444740"/>
                  </a:lnTo>
                  <a:lnTo>
                    <a:pt x="422220" y="5444740"/>
                  </a:lnTo>
                  <a:lnTo>
                    <a:pt x="422314" y="5444740"/>
                  </a:lnTo>
                  <a:lnTo>
                    <a:pt x="422407" y="5444740"/>
                  </a:lnTo>
                  <a:lnTo>
                    <a:pt x="422500" y="5444740"/>
                  </a:lnTo>
                  <a:lnTo>
                    <a:pt x="422593" y="5444740"/>
                  </a:lnTo>
                  <a:lnTo>
                    <a:pt x="422687" y="5444740"/>
                  </a:lnTo>
                  <a:lnTo>
                    <a:pt x="422780" y="5444740"/>
                  </a:lnTo>
                  <a:lnTo>
                    <a:pt x="422873" y="5444740"/>
                  </a:lnTo>
                  <a:lnTo>
                    <a:pt x="422966" y="5444740"/>
                  </a:lnTo>
                  <a:lnTo>
                    <a:pt x="423060" y="5444740"/>
                  </a:lnTo>
                  <a:lnTo>
                    <a:pt x="423153" y="5444740"/>
                  </a:lnTo>
                  <a:lnTo>
                    <a:pt x="423246" y="5444740"/>
                  </a:lnTo>
                  <a:lnTo>
                    <a:pt x="423339" y="5444740"/>
                  </a:lnTo>
                  <a:lnTo>
                    <a:pt x="423432" y="5444740"/>
                  </a:lnTo>
                  <a:lnTo>
                    <a:pt x="423526" y="5444740"/>
                  </a:lnTo>
                  <a:lnTo>
                    <a:pt x="423619" y="5444740"/>
                  </a:lnTo>
                  <a:lnTo>
                    <a:pt x="423712" y="5444740"/>
                  </a:lnTo>
                  <a:lnTo>
                    <a:pt x="423805" y="5444740"/>
                  </a:lnTo>
                  <a:lnTo>
                    <a:pt x="423899" y="5444740"/>
                  </a:lnTo>
                  <a:lnTo>
                    <a:pt x="423992" y="5444740"/>
                  </a:lnTo>
                  <a:lnTo>
                    <a:pt x="424085" y="5444740"/>
                  </a:lnTo>
                  <a:lnTo>
                    <a:pt x="424178" y="5444740"/>
                  </a:lnTo>
                  <a:lnTo>
                    <a:pt x="424272" y="5444740"/>
                  </a:lnTo>
                  <a:lnTo>
                    <a:pt x="424365" y="5444740"/>
                  </a:lnTo>
                  <a:lnTo>
                    <a:pt x="424458" y="5444740"/>
                  </a:lnTo>
                  <a:lnTo>
                    <a:pt x="424551" y="5444740"/>
                  </a:lnTo>
                  <a:lnTo>
                    <a:pt x="424645" y="5444740"/>
                  </a:lnTo>
                  <a:lnTo>
                    <a:pt x="424738" y="5444740"/>
                  </a:lnTo>
                  <a:lnTo>
                    <a:pt x="424831" y="5444740"/>
                  </a:lnTo>
                  <a:lnTo>
                    <a:pt x="424831" y="5434787"/>
                  </a:lnTo>
                  <a:lnTo>
                    <a:pt x="424924" y="5434787"/>
                  </a:lnTo>
                  <a:lnTo>
                    <a:pt x="425018" y="5434787"/>
                  </a:lnTo>
                  <a:lnTo>
                    <a:pt x="425111" y="5434787"/>
                  </a:lnTo>
                  <a:lnTo>
                    <a:pt x="425204" y="5434787"/>
                  </a:lnTo>
                  <a:lnTo>
                    <a:pt x="425297" y="5434787"/>
                  </a:lnTo>
                  <a:lnTo>
                    <a:pt x="425391" y="5434787"/>
                  </a:lnTo>
                  <a:lnTo>
                    <a:pt x="425484" y="5434787"/>
                  </a:lnTo>
                  <a:lnTo>
                    <a:pt x="425577" y="5434787"/>
                  </a:lnTo>
                  <a:lnTo>
                    <a:pt x="425670" y="5434787"/>
                  </a:lnTo>
                  <a:lnTo>
                    <a:pt x="425764" y="5434787"/>
                  </a:lnTo>
                  <a:lnTo>
                    <a:pt x="425857" y="5434787"/>
                  </a:lnTo>
                  <a:lnTo>
                    <a:pt x="425950" y="5434787"/>
                  </a:lnTo>
                  <a:lnTo>
                    <a:pt x="426043" y="5434787"/>
                  </a:lnTo>
                  <a:lnTo>
                    <a:pt x="426137" y="5434787"/>
                  </a:lnTo>
                  <a:lnTo>
                    <a:pt x="426230" y="5434787"/>
                  </a:lnTo>
                  <a:lnTo>
                    <a:pt x="426323" y="5434787"/>
                  </a:lnTo>
                  <a:lnTo>
                    <a:pt x="426416" y="5434787"/>
                  </a:lnTo>
                  <a:lnTo>
                    <a:pt x="426510" y="5434787"/>
                  </a:lnTo>
                  <a:lnTo>
                    <a:pt x="426603" y="5434787"/>
                  </a:lnTo>
                  <a:lnTo>
                    <a:pt x="426696" y="5434787"/>
                  </a:lnTo>
                  <a:lnTo>
                    <a:pt x="426789" y="5434787"/>
                  </a:lnTo>
                  <a:lnTo>
                    <a:pt x="426883" y="5434787"/>
                  </a:lnTo>
                  <a:lnTo>
                    <a:pt x="426976" y="5434787"/>
                  </a:lnTo>
                  <a:lnTo>
                    <a:pt x="427069" y="5434787"/>
                  </a:lnTo>
                  <a:lnTo>
                    <a:pt x="427162" y="5434787"/>
                  </a:lnTo>
                  <a:lnTo>
                    <a:pt x="427256" y="5434787"/>
                  </a:lnTo>
                  <a:lnTo>
                    <a:pt x="427349" y="5434787"/>
                  </a:lnTo>
                  <a:lnTo>
                    <a:pt x="427442" y="5434787"/>
                  </a:lnTo>
                  <a:lnTo>
                    <a:pt x="427535" y="5434787"/>
                  </a:lnTo>
                  <a:lnTo>
                    <a:pt x="427629" y="5434787"/>
                  </a:lnTo>
                  <a:lnTo>
                    <a:pt x="427722" y="5434787"/>
                  </a:lnTo>
                  <a:lnTo>
                    <a:pt x="427815" y="5434787"/>
                  </a:lnTo>
                  <a:lnTo>
                    <a:pt x="427815" y="5424833"/>
                  </a:lnTo>
                  <a:lnTo>
                    <a:pt x="427908" y="5424833"/>
                  </a:lnTo>
                  <a:lnTo>
                    <a:pt x="428002" y="5424833"/>
                  </a:lnTo>
                  <a:lnTo>
                    <a:pt x="428095" y="5424833"/>
                  </a:lnTo>
                  <a:lnTo>
                    <a:pt x="428188" y="5424833"/>
                  </a:lnTo>
                  <a:lnTo>
                    <a:pt x="428281" y="5424833"/>
                  </a:lnTo>
                  <a:lnTo>
                    <a:pt x="428375" y="5424833"/>
                  </a:lnTo>
                  <a:lnTo>
                    <a:pt x="428468" y="5424833"/>
                  </a:lnTo>
                  <a:lnTo>
                    <a:pt x="428561" y="5424833"/>
                  </a:lnTo>
                  <a:lnTo>
                    <a:pt x="428654" y="5424833"/>
                  </a:lnTo>
                  <a:lnTo>
                    <a:pt x="428748" y="5424833"/>
                  </a:lnTo>
                  <a:lnTo>
                    <a:pt x="428841" y="5424833"/>
                  </a:lnTo>
                  <a:lnTo>
                    <a:pt x="428934" y="5424833"/>
                  </a:lnTo>
                  <a:lnTo>
                    <a:pt x="429027" y="5424833"/>
                  </a:lnTo>
                  <a:lnTo>
                    <a:pt x="429121" y="5424833"/>
                  </a:lnTo>
                  <a:lnTo>
                    <a:pt x="429214" y="5424833"/>
                  </a:lnTo>
                  <a:lnTo>
                    <a:pt x="429307" y="5424833"/>
                  </a:lnTo>
                  <a:lnTo>
                    <a:pt x="429400" y="5424833"/>
                  </a:lnTo>
                  <a:lnTo>
                    <a:pt x="429494" y="5424833"/>
                  </a:lnTo>
                  <a:lnTo>
                    <a:pt x="429587" y="5424833"/>
                  </a:lnTo>
                  <a:lnTo>
                    <a:pt x="429680" y="5424833"/>
                  </a:lnTo>
                  <a:lnTo>
                    <a:pt x="429773" y="5424833"/>
                  </a:lnTo>
                  <a:lnTo>
                    <a:pt x="429867" y="5424833"/>
                  </a:lnTo>
                  <a:lnTo>
                    <a:pt x="429960" y="5424833"/>
                  </a:lnTo>
                  <a:lnTo>
                    <a:pt x="430053" y="5424833"/>
                  </a:lnTo>
                  <a:lnTo>
                    <a:pt x="430146" y="5424833"/>
                  </a:lnTo>
                  <a:lnTo>
                    <a:pt x="430239" y="5424833"/>
                  </a:lnTo>
                  <a:lnTo>
                    <a:pt x="430333" y="5424833"/>
                  </a:lnTo>
                  <a:lnTo>
                    <a:pt x="430426" y="5424833"/>
                  </a:lnTo>
                  <a:lnTo>
                    <a:pt x="430519" y="5424833"/>
                  </a:lnTo>
                  <a:lnTo>
                    <a:pt x="430612" y="5424833"/>
                  </a:lnTo>
                  <a:lnTo>
                    <a:pt x="430706" y="5424833"/>
                  </a:lnTo>
                  <a:lnTo>
                    <a:pt x="430799" y="5424833"/>
                  </a:lnTo>
                  <a:lnTo>
                    <a:pt x="430892" y="5424833"/>
                  </a:lnTo>
                  <a:lnTo>
                    <a:pt x="430985" y="5424833"/>
                  </a:lnTo>
                  <a:lnTo>
                    <a:pt x="431079" y="5424833"/>
                  </a:lnTo>
                  <a:lnTo>
                    <a:pt x="431172" y="5424833"/>
                  </a:lnTo>
                  <a:lnTo>
                    <a:pt x="431265" y="5424833"/>
                  </a:lnTo>
                  <a:lnTo>
                    <a:pt x="431358" y="5424833"/>
                  </a:lnTo>
                  <a:lnTo>
                    <a:pt x="431452" y="5424833"/>
                  </a:lnTo>
                  <a:lnTo>
                    <a:pt x="431545" y="5424833"/>
                  </a:lnTo>
                  <a:lnTo>
                    <a:pt x="431638" y="5424833"/>
                  </a:lnTo>
                  <a:lnTo>
                    <a:pt x="431731" y="5424833"/>
                  </a:lnTo>
                  <a:lnTo>
                    <a:pt x="431825" y="5424833"/>
                  </a:lnTo>
                  <a:lnTo>
                    <a:pt x="431918" y="5424833"/>
                  </a:lnTo>
                  <a:lnTo>
                    <a:pt x="432011" y="5424833"/>
                  </a:lnTo>
                  <a:lnTo>
                    <a:pt x="432104" y="5424833"/>
                  </a:lnTo>
                  <a:lnTo>
                    <a:pt x="432198" y="5424833"/>
                  </a:lnTo>
                  <a:lnTo>
                    <a:pt x="432291" y="5424833"/>
                  </a:lnTo>
                  <a:lnTo>
                    <a:pt x="432384" y="5424833"/>
                  </a:lnTo>
                  <a:lnTo>
                    <a:pt x="432477" y="5424833"/>
                  </a:lnTo>
                  <a:lnTo>
                    <a:pt x="432571" y="5424833"/>
                  </a:lnTo>
                  <a:lnTo>
                    <a:pt x="432664" y="5424833"/>
                  </a:lnTo>
                  <a:lnTo>
                    <a:pt x="432757" y="5424833"/>
                  </a:lnTo>
                  <a:lnTo>
                    <a:pt x="432850" y="5424833"/>
                  </a:lnTo>
                  <a:lnTo>
                    <a:pt x="432850" y="5414879"/>
                  </a:lnTo>
                  <a:lnTo>
                    <a:pt x="432944" y="5414879"/>
                  </a:lnTo>
                  <a:lnTo>
                    <a:pt x="433037" y="5414879"/>
                  </a:lnTo>
                  <a:lnTo>
                    <a:pt x="433130" y="5414879"/>
                  </a:lnTo>
                  <a:lnTo>
                    <a:pt x="433223" y="5414879"/>
                  </a:lnTo>
                  <a:lnTo>
                    <a:pt x="433317" y="5414879"/>
                  </a:lnTo>
                  <a:lnTo>
                    <a:pt x="433410" y="5414879"/>
                  </a:lnTo>
                  <a:lnTo>
                    <a:pt x="433503" y="5414879"/>
                  </a:lnTo>
                  <a:lnTo>
                    <a:pt x="433596" y="5414879"/>
                  </a:lnTo>
                  <a:lnTo>
                    <a:pt x="433690" y="5414879"/>
                  </a:lnTo>
                  <a:lnTo>
                    <a:pt x="433783" y="5414879"/>
                  </a:lnTo>
                  <a:lnTo>
                    <a:pt x="433876" y="5414879"/>
                  </a:lnTo>
                  <a:lnTo>
                    <a:pt x="433969" y="5414879"/>
                  </a:lnTo>
                  <a:lnTo>
                    <a:pt x="434063" y="5414879"/>
                  </a:lnTo>
                  <a:lnTo>
                    <a:pt x="434156" y="5414879"/>
                  </a:lnTo>
                  <a:lnTo>
                    <a:pt x="434249" y="5414879"/>
                  </a:lnTo>
                  <a:lnTo>
                    <a:pt x="434342" y="5414879"/>
                  </a:lnTo>
                  <a:lnTo>
                    <a:pt x="434436" y="5414879"/>
                  </a:lnTo>
                  <a:lnTo>
                    <a:pt x="434529" y="5414879"/>
                  </a:lnTo>
                  <a:lnTo>
                    <a:pt x="434622" y="5414879"/>
                  </a:lnTo>
                  <a:lnTo>
                    <a:pt x="434715" y="5414879"/>
                  </a:lnTo>
                  <a:lnTo>
                    <a:pt x="434809" y="5414879"/>
                  </a:lnTo>
                  <a:lnTo>
                    <a:pt x="434902" y="5414879"/>
                  </a:lnTo>
                  <a:lnTo>
                    <a:pt x="434995" y="5414879"/>
                  </a:lnTo>
                  <a:lnTo>
                    <a:pt x="435088" y="5414879"/>
                  </a:lnTo>
                  <a:lnTo>
                    <a:pt x="435182" y="5414879"/>
                  </a:lnTo>
                  <a:lnTo>
                    <a:pt x="435275" y="5414879"/>
                  </a:lnTo>
                  <a:lnTo>
                    <a:pt x="435368" y="5414879"/>
                  </a:lnTo>
                  <a:lnTo>
                    <a:pt x="435461" y="5414879"/>
                  </a:lnTo>
                  <a:lnTo>
                    <a:pt x="435555" y="5414879"/>
                  </a:lnTo>
                  <a:lnTo>
                    <a:pt x="435648" y="5414879"/>
                  </a:lnTo>
                  <a:lnTo>
                    <a:pt x="435741" y="5414879"/>
                  </a:lnTo>
                  <a:lnTo>
                    <a:pt x="435834" y="5414879"/>
                  </a:lnTo>
                  <a:lnTo>
                    <a:pt x="435928" y="5414879"/>
                  </a:lnTo>
                  <a:lnTo>
                    <a:pt x="436021" y="5414879"/>
                  </a:lnTo>
                  <a:lnTo>
                    <a:pt x="436114" y="5414879"/>
                  </a:lnTo>
                  <a:lnTo>
                    <a:pt x="436207" y="5414879"/>
                  </a:lnTo>
                  <a:lnTo>
                    <a:pt x="436301" y="5414879"/>
                  </a:lnTo>
                  <a:lnTo>
                    <a:pt x="436394" y="5414879"/>
                  </a:lnTo>
                  <a:lnTo>
                    <a:pt x="436487" y="5414879"/>
                  </a:lnTo>
                  <a:lnTo>
                    <a:pt x="436580" y="5414879"/>
                  </a:lnTo>
                  <a:lnTo>
                    <a:pt x="436674" y="5414879"/>
                  </a:lnTo>
                  <a:lnTo>
                    <a:pt x="436767" y="5414879"/>
                  </a:lnTo>
                  <a:lnTo>
                    <a:pt x="436860" y="5414879"/>
                  </a:lnTo>
                  <a:lnTo>
                    <a:pt x="436953" y="5414879"/>
                  </a:lnTo>
                  <a:lnTo>
                    <a:pt x="437047" y="5414879"/>
                  </a:lnTo>
                  <a:lnTo>
                    <a:pt x="437140" y="5414879"/>
                  </a:lnTo>
                  <a:lnTo>
                    <a:pt x="437233" y="5414879"/>
                  </a:lnTo>
                  <a:lnTo>
                    <a:pt x="437326" y="5414879"/>
                  </a:lnTo>
                  <a:lnTo>
                    <a:pt x="437419" y="5414879"/>
                  </a:lnTo>
                  <a:lnTo>
                    <a:pt x="437513" y="5414879"/>
                  </a:lnTo>
                  <a:lnTo>
                    <a:pt x="437606" y="5414879"/>
                  </a:lnTo>
                  <a:lnTo>
                    <a:pt x="437699" y="5414879"/>
                  </a:lnTo>
                  <a:lnTo>
                    <a:pt x="437792" y="5414879"/>
                  </a:lnTo>
                  <a:lnTo>
                    <a:pt x="437886" y="5414879"/>
                  </a:lnTo>
                  <a:lnTo>
                    <a:pt x="437979" y="5414879"/>
                  </a:lnTo>
                  <a:lnTo>
                    <a:pt x="438072" y="5414879"/>
                  </a:lnTo>
                  <a:lnTo>
                    <a:pt x="438165" y="5414879"/>
                  </a:lnTo>
                  <a:lnTo>
                    <a:pt x="438259" y="5414879"/>
                  </a:lnTo>
                  <a:lnTo>
                    <a:pt x="438352" y="5414879"/>
                  </a:lnTo>
                  <a:lnTo>
                    <a:pt x="438445" y="5414879"/>
                  </a:lnTo>
                  <a:lnTo>
                    <a:pt x="438538" y="5414879"/>
                  </a:lnTo>
                  <a:lnTo>
                    <a:pt x="438632" y="5414879"/>
                  </a:lnTo>
                  <a:lnTo>
                    <a:pt x="438632" y="5404925"/>
                  </a:lnTo>
                  <a:lnTo>
                    <a:pt x="438725" y="5404925"/>
                  </a:lnTo>
                  <a:lnTo>
                    <a:pt x="438818" y="5404925"/>
                  </a:lnTo>
                  <a:lnTo>
                    <a:pt x="438911" y="5404925"/>
                  </a:lnTo>
                  <a:lnTo>
                    <a:pt x="439005" y="5404925"/>
                  </a:lnTo>
                  <a:lnTo>
                    <a:pt x="439098" y="5404925"/>
                  </a:lnTo>
                  <a:lnTo>
                    <a:pt x="439191" y="5404925"/>
                  </a:lnTo>
                  <a:lnTo>
                    <a:pt x="439284" y="5404925"/>
                  </a:lnTo>
                  <a:lnTo>
                    <a:pt x="439378" y="5404925"/>
                  </a:lnTo>
                  <a:lnTo>
                    <a:pt x="439471" y="5404925"/>
                  </a:lnTo>
                  <a:lnTo>
                    <a:pt x="439471" y="5394971"/>
                  </a:lnTo>
                  <a:lnTo>
                    <a:pt x="439564" y="5394971"/>
                  </a:lnTo>
                  <a:lnTo>
                    <a:pt x="439657" y="5394971"/>
                  </a:lnTo>
                  <a:lnTo>
                    <a:pt x="439751" y="5394971"/>
                  </a:lnTo>
                  <a:lnTo>
                    <a:pt x="439844" y="5394971"/>
                  </a:lnTo>
                  <a:lnTo>
                    <a:pt x="439937" y="5394971"/>
                  </a:lnTo>
                  <a:lnTo>
                    <a:pt x="440030" y="5394971"/>
                  </a:lnTo>
                  <a:lnTo>
                    <a:pt x="440124" y="5394971"/>
                  </a:lnTo>
                  <a:lnTo>
                    <a:pt x="440217" y="5394971"/>
                  </a:lnTo>
                  <a:lnTo>
                    <a:pt x="440310" y="5394971"/>
                  </a:lnTo>
                  <a:lnTo>
                    <a:pt x="440403" y="5394971"/>
                  </a:lnTo>
                  <a:lnTo>
                    <a:pt x="440497" y="5394971"/>
                  </a:lnTo>
                  <a:lnTo>
                    <a:pt x="440590" y="5394971"/>
                  </a:lnTo>
                  <a:lnTo>
                    <a:pt x="440683" y="5394971"/>
                  </a:lnTo>
                  <a:lnTo>
                    <a:pt x="440776" y="5394971"/>
                  </a:lnTo>
                  <a:lnTo>
                    <a:pt x="440776" y="5385018"/>
                  </a:lnTo>
                  <a:lnTo>
                    <a:pt x="440870" y="5385018"/>
                  </a:lnTo>
                  <a:lnTo>
                    <a:pt x="440963" y="5385018"/>
                  </a:lnTo>
                  <a:lnTo>
                    <a:pt x="441056" y="5385018"/>
                  </a:lnTo>
                  <a:lnTo>
                    <a:pt x="441149" y="5385018"/>
                  </a:lnTo>
                  <a:lnTo>
                    <a:pt x="441243" y="5385018"/>
                  </a:lnTo>
                  <a:lnTo>
                    <a:pt x="441336" y="5385018"/>
                  </a:lnTo>
                  <a:lnTo>
                    <a:pt x="441429" y="5385018"/>
                  </a:lnTo>
                  <a:lnTo>
                    <a:pt x="441522" y="5385018"/>
                  </a:lnTo>
                  <a:lnTo>
                    <a:pt x="441616" y="5385018"/>
                  </a:lnTo>
                  <a:lnTo>
                    <a:pt x="441709" y="5385018"/>
                  </a:lnTo>
                  <a:lnTo>
                    <a:pt x="441802" y="5385018"/>
                  </a:lnTo>
                  <a:lnTo>
                    <a:pt x="441895" y="5385018"/>
                  </a:lnTo>
                  <a:lnTo>
                    <a:pt x="441989" y="5385018"/>
                  </a:lnTo>
                  <a:lnTo>
                    <a:pt x="442082" y="5385018"/>
                  </a:lnTo>
                  <a:lnTo>
                    <a:pt x="442175" y="5385018"/>
                  </a:lnTo>
                  <a:lnTo>
                    <a:pt x="442268" y="5385018"/>
                  </a:lnTo>
                  <a:lnTo>
                    <a:pt x="442362" y="5385018"/>
                  </a:lnTo>
                  <a:lnTo>
                    <a:pt x="442455" y="5385018"/>
                  </a:lnTo>
                  <a:lnTo>
                    <a:pt x="442548" y="5385018"/>
                  </a:lnTo>
                  <a:lnTo>
                    <a:pt x="442641" y="5385018"/>
                  </a:lnTo>
                  <a:lnTo>
                    <a:pt x="442735" y="5385018"/>
                  </a:lnTo>
                  <a:lnTo>
                    <a:pt x="442828" y="5385018"/>
                  </a:lnTo>
                  <a:lnTo>
                    <a:pt x="442921" y="5385018"/>
                  </a:lnTo>
                  <a:lnTo>
                    <a:pt x="443014" y="5385018"/>
                  </a:lnTo>
                  <a:lnTo>
                    <a:pt x="443108" y="5385018"/>
                  </a:lnTo>
                  <a:lnTo>
                    <a:pt x="443201" y="5385018"/>
                  </a:lnTo>
                  <a:lnTo>
                    <a:pt x="443294" y="5385018"/>
                  </a:lnTo>
                  <a:lnTo>
                    <a:pt x="443387" y="5385018"/>
                  </a:lnTo>
                  <a:lnTo>
                    <a:pt x="443387" y="5375064"/>
                  </a:lnTo>
                  <a:lnTo>
                    <a:pt x="443481" y="5375064"/>
                  </a:lnTo>
                  <a:lnTo>
                    <a:pt x="443574" y="5375064"/>
                  </a:lnTo>
                  <a:lnTo>
                    <a:pt x="443667" y="5375064"/>
                  </a:lnTo>
                  <a:lnTo>
                    <a:pt x="443760" y="5375064"/>
                  </a:lnTo>
                  <a:lnTo>
                    <a:pt x="443854" y="5375064"/>
                  </a:lnTo>
                  <a:lnTo>
                    <a:pt x="443947" y="5375064"/>
                  </a:lnTo>
                  <a:lnTo>
                    <a:pt x="444040" y="5375064"/>
                  </a:lnTo>
                  <a:lnTo>
                    <a:pt x="444133" y="5375064"/>
                  </a:lnTo>
                  <a:lnTo>
                    <a:pt x="444226" y="5375064"/>
                  </a:lnTo>
                  <a:lnTo>
                    <a:pt x="444320" y="5375064"/>
                  </a:lnTo>
                  <a:lnTo>
                    <a:pt x="444413" y="5375064"/>
                  </a:lnTo>
                  <a:lnTo>
                    <a:pt x="444506" y="5375064"/>
                  </a:lnTo>
                  <a:lnTo>
                    <a:pt x="444599" y="5375064"/>
                  </a:lnTo>
                  <a:lnTo>
                    <a:pt x="444693" y="5375064"/>
                  </a:lnTo>
                  <a:lnTo>
                    <a:pt x="444786" y="5375064"/>
                  </a:lnTo>
                  <a:lnTo>
                    <a:pt x="444879" y="5375064"/>
                  </a:lnTo>
                  <a:lnTo>
                    <a:pt x="444972" y="5375064"/>
                  </a:lnTo>
                  <a:lnTo>
                    <a:pt x="445066" y="5375064"/>
                  </a:lnTo>
                  <a:lnTo>
                    <a:pt x="445159" y="5375064"/>
                  </a:lnTo>
                  <a:lnTo>
                    <a:pt x="445252" y="5375064"/>
                  </a:lnTo>
                  <a:lnTo>
                    <a:pt x="445345" y="5375064"/>
                  </a:lnTo>
                  <a:lnTo>
                    <a:pt x="445439" y="5375064"/>
                  </a:lnTo>
                  <a:lnTo>
                    <a:pt x="445532" y="5375064"/>
                  </a:lnTo>
                  <a:lnTo>
                    <a:pt x="445625" y="5375064"/>
                  </a:lnTo>
                  <a:lnTo>
                    <a:pt x="445718" y="5375064"/>
                  </a:lnTo>
                  <a:lnTo>
                    <a:pt x="445812" y="5375064"/>
                  </a:lnTo>
                  <a:lnTo>
                    <a:pt x="445812" y="5365110"/>
                  </a:lnTo>
                  <a:lnTo>
                    <a:pt x="445905" y="5365110"/>
                  </a:lnTo>
                  <a:lnTo>
                    <a:pt x="445998" y="5365110"/>
                  </a:lnTo>
                  <a:lnTo>
                    <a:pt x="446091" y="5365110"/>
                  </a:lnTo>
                  <a:lnTo>
                    <a:pt x="446091" y="5355156"/>
                  </a:lnTo>
                  <a:lnTo>
                    <a:pt x="446185" y="5355156"/>
                  </a:lnTo>
                  <a:lnTo>
                    <a:pt x="446278" y="5355156"/>
                  </a:lnTo>
                  <a:lnTo>
                    <a:pt x="446371" y="5355156"/>
                  </a:lnTo>
                  <a:lnTo>
                    <a:pt x="446464" y="5355156"/>
                  </a:lnTo>
                  <a:lnTo>
                    <a:pt x="446558" y="5355156"/>
                  </a:lnTo>
                  <a:lnTo>
                    <a:pt x="446651" y="5355156"/>
                  </a:lnTo>
                  <a:lnTo>
                    <a:pt x="446744" y="5355156"/>
                  </a:lnTo>
                  <a:lnTo>
                    <a:pt x="446837" y="5355156"/>
                  </a:lnTo>
                  <a:lnTo>
                    <a:pt x="446931" y="5355156"/>
                  </a:lnTo>
                  <a:lnTo>
                    <a:pt x="447024" y="5355156"/>
                  </a:lnTo>
                  <a:lnTo>
                    <a:pt x="447117" y="5355156"/>
                  </a:lnTo>
                  <a:lnTo>
                    <a:pt x="447210" y="5355156"/>
                  </a:lnTo>
                  <a:lnTo>
                    <a:pt x="447304" y="5355156"/>
                  </a:lnTo>
                  <a:lnTo>
                    <a:pt x="447397" y="5355156"/>
                  </a:lnTo>
                  <a:lnTo>
                    <a:pt x="447490" y="5355156"/>
                  </a:lnTo>
                  <a:lnTo>
                    <a:pt x="447583" y="5355156"/>
                  </a:lnTo>
                  <a:lnTo>
                    <a:pt x="447677" y="5355156"/>
                  </a:lnTo>
                  <a:lnTo>
                    <a:pt x="447770" y="5355156"/>
                  </a:lnTo>
                  <a:lnTo>
                    <a:pt x="447863" y="5355156"/>
                  </a:lnTo>
                  <a:lnTo>
                    <a:pt x="447956" y="5355156"/>
                  </a:lnTo>
                  <a:lnTo>
                    <a:pt x="448050" y="5355156"/>
                  </a:lnTo>
                  <a:lnTo>
                    <a:pt x="448143" y="5355156"/>
                  </a:lnTo>
                  <a:lnTo>
                    <a:pt x="448236" y="5355156"/>
                  </a:lnTo>
                  <a:lnTo>
                    <a:pt x="448329" y="5355156"/>
                  </a:lnTo>
                  <a:lnTo>
                    <a:pt x="448423" y="5355156"/>
                  </a:lnTo>
                  <a:lnTo>
                    <a:pt x="448516" y="5355156"/>
                  </a:lnTo>
                  <a:lnTo>
                    <a:pt x="448609" y="5355156"/>
                  </a:lnTo>
                  <a:lnTo>
                    <a:pt x="448702" y="5355156"/>
                  </a:lnTo>
                  <a:lnTo>
                    <a:pt x="448796" y="5355156"/>
                  </a:lnTo>
                  <a:lnTo>
                    <a:pt x="448889" y="5355156"/>
                  </a:lnTo>
                  <a:lnTo>
                    <a:pt x="448982" y="5355156"/>
                  </a:lnTo>
                  <a:lnTo>
                    <a:pt x="449075" y="5355156"/>
                  </a:lnTo>
                  <a:lnTo>
                    <a:pt x="449169" y="5355156"/>
                  </a:lnTo>
                  <a:lnTo>
                    <a:pt x="449262" y="5355156"/>
                  </a:lnTo>
                  <a:lnTo>
                    <a:pt x="449355" y="5355156"/>
                  </a:lnTo>
                  <a:lnTo>
                    <a:pt x="449448" y="5355156"/>
                  </a:lnTo>
                  <a:lnTo>
                    <a:pt x="449542" y="5355156"/>
                  </a:lnTo>
                  <a:lnTo>
                    <a:pt x="449635" y="5355156"/>
                  </a:lnTo>
                  <a:lnTo>
                    <a:pt x="449728" y="5355156"/>
                  </a:lnTo>
                  <a:lnTo>
                    <a:pt x="449821" y="5355156"/>
                  </a:lnTo>
                  <a:lnTo>
                    <a:pt x="449915" y="5355156"/>
                  </a:lnTo>
                  <a:lnTo>
                    <a:pt x="450008" y="5355156"/>
                  </a:lnTo>
                  <a:lnTo>
                    <a:pt x="450101" y="5355156"/>
                  </a:lnTo>
                  <a:lnTo>
                    <a:pt x="450194" y="5355156"/>
                  </a:lnTo>
                  <a:lnTo>
                    <a:pt x="450288" y="5355156"/>
                  </a:lnTo>
                  <a:lnTo>
                    <a:pt x="450381" y="5355156"/>
                  </a:lnTo>
                  <a:lnTo>
                    <a:pt x="450474" y="5355156"/>
                  </a:lnTo>
                  <a:lnTo>
                    <a:pt x="450567" y="5355156"/>
                  </a:lnTo>
                  <a:lnTo>
                    <a:pt x="450661" y="5355156"/>
                  </a:lnTo>
                  <a:lnTo>
                    <a:pt x="450754" y="5355156"/>
                  </a:lnTo>
                  <a:lnTo>
                    <a:pt x="450847" y="5355156"/>
                  </a:lnTo>
                  <a:lnTo>
                    <a:pt x="450940" y="5355156"/>
                  </a:lnTo>
                  <a:lnTo>
                    <a:pt x="451033" y="5355156"/>
                  </a:lnTo>
                  <a:lnTo>
                    <a:pt x="451127" y="5355156"/>
                  </a:lnTo>
                  <a:lnTo>
                    <a:pt x="451220" y="5355156"/>
                  </a:lnTo>
                  <a:lnTo>
                    <a:pt x="451313" y="5355156"/>
                  </a:lnTo>
                  <a:lnTo>
                    <a:pt x="451406" y="5355156"/>
                  </a:lnTo>
                  <a:lnTo>
                    <a:pt x="451500" y="5355156"/>
                  </a:lnTo>
                  <a:lnTo>
                    <a:pt x="451593" y="5355156"/>
                  </a:lnTo>
                  <a:lnTo>
                    <a:pt x="451686" y="5355156"/>
                  </a:lnTo>
                  <a:lnTo>
                    <a:pt x="451779" y="5355156"/>
                  </a:lnTo>
                  <a:lnTo>
                    <a:pt x="451873" y="5355156"/>
                  </a:lnTo>
                  <a:lnTo>
                    <a:pt x="451966" y="5355156"/>
                  </a:lnTo>
                  <a:lnTo>
                    <a:pt x="452059" y="5355156"/>
                  </a:lnTo>
                  <a:lnTo>
                    <a:pt x="452152" y="5355156"/>
                  </a:lnTo>
                  <a:lnTo>
                    <a:pt x="452246" y="5355156"/>
                  </a:lnTo>
                  <a:lnTo>
                    <a:pt x="452339" y="5355156"/>
                  </a:lnTo>
                  <a:lnTo>
                    <a:pt x="452432" y="5355156"/>
                  </a:lnTo>
                  <a:lnTo>
                    <a:pt x="452525" y="5355156"/>
                  </a:lnTo>
                  <a:lnTo>
                    <a:pt x="452619" y="5355156"/>
                  </a:lnTo>
                  <a:lnTo>
                    <a:pt x="452712" y="5355156"/>
                  </a:lnTo>
                  <a:lnTo>
                    <a:pt x="452805" y="5355156"/>
                  </a:lnTo>
                  <a:lnTo>
                    <a:pt x="452898" y="5355156"/>
                  </a:lnTo>
                  <a:lnTo>
                    <a:pt x="452992" y="5355156"/>
                  </a:lnTo>
                  <a:lnTo>
                    <a:pt x="452992" y="5345202"/>
                  </a:lnTo>
                  <a:lnTo>
                    <a:pt x="453085" y="5345202"/>
                  </a:lnTo>
                  <a:lnTo>
                    <a:pt x="453178" y="5345202"/>
                  </a:lnTo>
                  <a:lnTo>
                    <a:pt x="453271" y="5345202"/>
                  </a:lnTo>
                  <a:lnTo>
                    <a:pt x="453365" y="5345202"/>
                  </a:lnTo>
                  <a:lnTo>
                    <a:pt x="453458" y="5345202"/>
                  </a:lnTo>
                  <a:lnTo>
                    <a:pt x="453551" y="5345202"/>
                  </a:lnTo>
                  <a:lnTo>
                    <a:pt x="453644" y="5345202"/>
                  </a:lnTo>
                  <a:lnTo>
                    <a:pt x="453738" y="5345202"/>
                  </a:lnTo>
                  <a:lnTo>
                    <a:pt x="453831" y="5345202"/>
                  </a:lnTo>
                  <a:lnTo>
                    <a:pt x="453924" y="5345202"/>
                  </a:lnTo>
                  <a:lnTo>
                    <a:pt x="454017" y="5345202"/>
                  </a:lnTo>
                  <a:lnTo>
                    <a:pt x="454111" y="5345202"/>
                  </a:lnTo>
                  <a:lnTo>
                    <a:pt x="454204" y="5345202"/>
                  </a:lnTo>
                  <a:lnTo>
                    <a:pt x="454297" y="5345202"/>
                  </a:lnTo>
                  <a:lnTo>
                    <a:pt x="454390" y="5345202"/>
                  </a:lnTo>
                  <a:lnTo>
                    <a:pt x="454484" y="5345202"/>
                  </a:lnTo>
                  <a:lnTo>
                    <a:pt x="454577" y="5345202"/>
                  </a:lnTo>
                  <a:lnTo>
                    <a:pt x="454670" y="5345202"/>
                  </a:lnTo>
                  <a:lnTo>
                    <a:pt x="454763" y="5345202"/>
                  </a:lnTo>
                  <a:lnTo>
                    <a:pt x="454857" y="5345202"/>
                  </a:lnTo>
                  <a:lnTo>
                    <a:pt x="454950" y="5345202"/>
                  </a:lnTo>
                  <a:lnTo>
                    <a:pt x="455043" y="5345202"/>
                  </a:lnTo>
                  <a:lnTo>
                    <a:pt x="455136" y="5345202"/>
                  </a:lnTo>
                  <a:lnTo>
                    <a:pt x="455230" y="5345202"/>
                  </a:lnTo>
                  <a:lnTo>
                    <a:pt x="455323" y="5345202"/>
                  </a:lnTo>
                  <a:lnTo>
                    <a:pt x="455416" y="5345202"/>
                  </a:lnTo>
                  <a:lnTo>
                    <a:pt x="455509" y="5345202"/>
                  </a:lnTo>
                  <a:lnTo>
                    <a:pt x="455603" y="5345202"/>
                  </a:lnTo>
                  <a:lnTo>
                    <a:pt x="455696" y="5345202"/>
                  </a:lnTo>
                  <a:lnTo>
                    <a:pt x="455789" y="5345202"/>
                  </a:lnTo>
                  <a:lnTo>
                    <a:pt x="455882" y="5345202"/>
                  </a:lnTo>
                  <a:lnTo>
                    <a:pt x="455976" y="5345202"/>
                  </a:lnTo>
                  <a:lnTo>
                    <a:pt x="456069" y="5345202"/>
                  </a:lnTo>
                  <a:lnTo>
                    <a:pt x="456162" y="5345202"/>
                  </a:lnTo>
                  <a:lnTo>
                    <a:pt x="456255" y="5345202"/>
                  </a:lnTo>
                  <a:lnTo>
                    <a:pt x="456349" y="5345202"/>
                  </a:lnTo>
                  <a:lnTo>
                    <a:pt x="456442" y="5345202"/>
                  </a:lnTo>
                  <a:lnTo>
                    <a:pt x="456535" y="5345202"/>
                  </a:lnTo>
                  <a:lnTo>
                    <a:pt x="456628" y="5345202"/>
                  </a:lnTo>
                  <a:lnTo>
                    <a:pt x="456722" y="5345202"/>
                  </a:lnTo>
                  <a:lnTo>
                    <a:pt x="456815" y="5345202"/>
                  </a:lnTo>
                  <a:lnTo>
                    <a:pt x="456908" y="5345202"/>
                  </a:lnTo>
                  <a:lnTo>
                    <a:pt x="457001" y="5345202"/>
                  </a:lnTo>
                  <a:lnTo>
                    <a:pt x="457095" y="5345202"/>
                  </a:lnTo>
                  <a:lnTo>
                    <a:pt x="457188" y="5345202"/>
                  </a:lnTo>
                  <a:lnTo>
                    <a:pt x="457281" y="5345202"/>
                  </a:lnTo>
                  <a:lnTo>
                    <a:pt x="457374" y="5345202"/>
                  </a:lnTo>
                  <a:lnTo>
                    <a:pt x="457468" y="5345202"/>
                  </a:lnTo>
                  <a:lnTo>
                    <a:pt x="457561" y="5345202"/>
                  </a:lnTo>
                  <a:lnTo>
                    <a:pt x="457654" y="5345202"/>
                  </a:lnTo>
                  <a:lnTo>
                    <a:pt x="457747" y="5345202"/>
                  </a:lnTo>
                  <a:lnTo>
                    <a:pt x="457841" y="5345202"/>
                  </a:lnTo>
                  <a:lnTo>
                    <a:pt x="457934" y="5345202"/>
                  </a:lnTo>
                  <a:lnTo>
                    <a:pt x="458027" y="5345202"/>
                  </a:lnTo>
                  <a:lnTo>
                    <a:pt x="458120" y="5345202"/>
                  </a:lnTo>
                  <a:lnTo>
                    <a:pt x="458213" y="5345202"/>
                  </a:lnTo>
                  <a:lnTo>
                    <a:pt x="458307" y="5345202"/>
                  </a:lnTo>
                  <a:lnTo>
                    <a:pt x="458400" y="5345202"/>
                  </a:lnTo>
                  <a:lnTo>
                    <a:pt x="458493" y="5345202"/>
                  </a:lnTo>
                  <a:lnTo>
                    <a:pt x="458586" y="5345202"/>
                  </a:lnTo>
                  <a:lnTo>
                    <a:pt x="458680" y="5345202"/>
                  </a:lnTo>
                  <a:lnTo>
                    <a:pt x="458773" y="5345202"/>
                  </a:lnTo>
                  <a:lnTo>
                    <a:pt x="458866" y="5345202"/>
                  </a:lnTo>
                  <a:lnTo>
                    <a:pt x="458959" y="5345202"/>
                  </a:lnTo>
                  <a:lnTo>
                    <a:pt x="459053" y="5345202"/>
                  </a:lnTo>
                  <a:lnTo>
                    <a:pt x="459146" y="5345202"/>
                  </a:lnTo>
                  <a:lnTo>
                    <a:pt x="459239" y="5345202"/>
                  </a:lnTo>
                  <a:lnTo>
                    <a:pt x="459332" y="5345202"/>
                  </a:lnTo>
                  <a:lnTo>
                    <a:pt x="459426" y="5345202"/>
                  </a:lnTo>
                  <a:lnTo>
                    <a:pt x="459519" y="5345202"/>
                  </a:lnTo>
                  <a:lnTo>
                    <a:pt x="459612" y="5345202"/>
                  </a:lnTo>
                  <a:lnTo>
                    <a:pt x="459705" y="5345202"/>
                  </a:lnTo>
                  <a:lnTo>
                    <a:pt x="459799" y="5345202"/>
                  </a:lnTo>
                  <a:lnTo>
                    <a:pt x="459892" y="5345202"/>
                  </a:lnTo>
                  <a:lnTo>
                    <a:pt x="459985" y="5345202"/>
                  </a:lnTo>
                  <a:lnTo>
                    <a:pt x="460078" y="5345202"/>
                  </a:lnTo>
                  <a:lnTo>
                    <a:pt x="460172" y="5345202"/>
                  </a:lnTo>
                  <a:lnTo>
                    <a:pt x="460265" y="5345202"/>
                  </a:lnTo>
                  <a:lnTo>
                    <a:pt x="460358" y="5345202"/>
                  </a:lnTo>
                  <a:lnTo>
                    <a:pt x="460451" y="5345202"/>
                  </a:lnTo>
                  <a:lnTo>
                    <a:pt x="460451" y="5335248"/>
                  </a:lnTo>
                  <a:lnTo>
                    <a:pt x="460545" y="5335248"/>
                  </a:lnTo>
                  <a:lnTo>
                    <a:pt x="460638" y="5335248"/>
                  </a:lnTo>
                  <a:lnTo>
                    <a:pt x="460731" y="5335248"/>
                  </a:lnTo>
                  <a:lnTo>
                    <a:pt x="460824" y="5335248"/>
                  </a:lnTo>
                  <a:lnTo>
                    <a:pt x="460918" y="5335248"/>
                  </a:lnTo>
                  <a:lnTo>
                    <a:pt x="461011" y="5335248"/>
                  </a:lnTo>
                  <a:lnTo>
                    <a:pt x="461104" y="5335248"/>
                  </a:lnTo>
                  <a:lnTo>
                    <a:pt x="461197" y="5335248"/>
                  </a:lnTo>
                  <a:lnTo>
                    <a:pt x="461291" y="5335248"/>
                  </a:lnTo>
                  <a:lnTo>
                    <a:pt x="461384" y="5335248"/>
                  </a:lnTo>
                  <a:lnTo>
                    <a:pt x="461477" y="5335248"/>
                  </a:lnTo>
                  <a:lnTo>
                    <a:pt x="461570" y="5335248"/>
                  </a:lnTo>
                  <a:lnTo>
                    <a:pt x="461664" y="5335248"/>
                  </a:lnTo>
                  <a:lnTo>
                    <a:pt x="461757" y="5335248"/>
                  </a:lnTo>
                  <a:lnTo>
                    <a:pt x="461850" y="5335248"/>
                  </a:lnTo>
                  <a:lnTo>
                    <a:pt x="461943" y="5335248"/>
                  </a:lnTo>
                  <a:lnTo>
                    <a:pt x="462037" y="5335248"/>
                  </a:lnTo>
                  <a:lnTo>
                    <a:pt x="462130" y="5335248"/>
                  </a:lnTo>
                  <a:lnTo>
                    <a:pt x="462223" y="5335248"/>
                  </a:lnTo>
                  <a:lnTo>
                    <a:pt x="462316" y="5335248"/>
                  </a:lnTo>
                  <a:lnTo>
                    <a:pt x="462410" y="5335248"/>
                  </a:lnTo>
                  <a:lnTo>
                    <a:pt x="462503" y="5335248"/>
                  </a:lnTo>
                  <a:lnTo>
                    <a:pt x="462596" y="5335248"/>
                  </a:lnTo>
                  <a:lnTo>
                    <a:pt x="462689" y="5335248"/>
                  </a:lnTo>
                  <a:lnTo>
                    <a:pt x="462783" y="5335248"/>
                  </a:lnTo>
                  <a:lnTo>
                    <a:pt x="462876" y="5335248"/>
                  </a:lnTo>
                  <a:lnTo>
                    <a:pt x="462969" y="5335248"/>
                  </a:lnTo>
                  <a:lnTo>
                    <a:pt x="463062" y="5335248"/>
                  </a:lnTo>
                  <a:lnTo>
                    <a:pt x="463156" y="5335248"/>
                  </a:lnTo>
                  <a:lnTo>
                    <a:pt x="463249" y="5335248"/>
                  </a:lnTo>
                  <a:lnTo>
                    <a:pt x="463342" y="5335248"/>
                  </a:lnTo>
                  <a:lnTo>
                    <a:pt x="463435" y="5335248"/>
                  </a:lnTo>
                  <a:lnTo>
                    <a:pt x="463529" y="5335248"/>
                  </a:lnTo>
                  <a:lnTo>
                    <a:pt x="463622" y="5335248"/>
                  </a:lnTo>
                  <a:lnTo>
                    <a:pt x="463715" y="5335248"/>
                  </a:lnTo>
                  <a:lnTo>
                    <a:pt x="463808" y="5335248"/>
                  </a:lnTo>
                  <a:lnTo>
                    <a:pt x="463902" y="5335248"/>
                  </a:lnTo>
                  <a:lnTo>
                    <a:pt x="463995" y="5335248"/>
                  </a:lnTo>
                  <a:lnTo>
                    <a:pt x="464088" y="5335248"/>
                  </a:lnTo>
                  <a:lnTo>
                    <a:pt x="464181" y="5335248"/>
                  </a:lnTo>
                  <a:lnTo>
                    <a:pt x="464275" y="5335248"/>
                  </a:lnTo>
                  <a:lnTo>
                    <a:pt x="464368" y="5335248"/>
                  </a:lnTo>
                  <a:lnTo>
                    <a:pt x="464461" y="5335248"/>
                  </a:lnTo>
                  <a:lnTo>
                    <a:pt x="464554" y="5335248"/>
                  </a:lnTo>
                  <a:lnTo>
                    <a:pt x="464648" y="5335248"/>
                  </a:lnTo>
                  <a:lnTo>
                    <a:pt x="464741" y="5335248"/>
                  </a:lnTo>
                  <a:lnTo>
                    <a:pt x="464834" y="5335248"/>
                  </a:lnTo>
                  <a:lnTo>
                    <a:pt x="464927" y="5335248"/>
                  </a:lnTo>
                  <a:lnTo>
                    <a:pt x="465020" y="5335248"/>
                  </a:lnTo>
                  <a:lnTo>
                    <a:pt x="465114" y="5335248"/>
                  </a:lnTo>
                  <a:lnTo>
                    <a:pt x="465207" y="5335248"/>
                  </a:lnTo>
                  <a:lnTo>
                    <a:pt x="465300" y="5335248"/>
                  </a:lnTo>
                  <a:lnTo>
                    <a:pt x="465300" y="5325295"/>
                  </a:lnTo>
                  <a:lnTo>
                    <a:pt x="465393" y="5325295"/>
                  </a:lnTo>
                  <a:lnTo>
                    <a:pt x="465487" y="5325295"/>
                  </a:lnTo>
                  <a:lnTo>
                    <a:pt x="465580" y="5325295"/>
                  </a:lnTo>
                  <a:lnTo>
                    <a:pt x="465673" y="5325295"/>
                  </a:lnTo>
                  <a:lnTo>
                    <a:pt x="465766" y="5325295"/>
                  </a:lnTo>
                  <a:lnTo>
                    <a:pt x="465860" y="5325295"/>
                  </a:lnTo>
                  <a:lnTo>
                    <a:pt x="465953" y="5325295"/>
                  </a:lnTo>
                  <a:lnTo>
                    <a:pt x="466046" y="5325295"/>
                  </a:lnTo>
                  <a:lnTo>
                    <a:pt x="466139" y="5325295"/>
                  </a:lnTo>
                  <a:lnTo>
                    <a:pt x="466233" y="5325295"/>
                  </a:lnTo>
                  <a:lnTo>
                    <a:pt x="466326" y="5325295"/>
                  </a:lnTo>
                  <a:lnTo>
                    <a:pt x="466419" y="5325295"/>
                  </a:lnTo>
                  <a:lnTo>
                    <a:pt x="466512" y="5325295"/>
                  </a:lnTo>
                  <a:lnTo>
                    <a:pt x="466606" y="5325295"/>
                  </a:lnTo>
                  <a:lnTo>
                    <a:pt x="466699" y="5325295"/>
                  </a:lnTo>
                  <a:lnTo>
                    <a:pt x="466792" y="5325295"/>
                  </a:lnTo>
                  <a:lnTo>
                    <a:pt x="466885" y="5325295"/>
                  </a:lnTo>
                  <a:lnTo>
                    <a:pt x="466979" y="5325295"/>
                  </a:lnTo>
                  <a:lnTo>
                    <a:pt x="467072" y="5325295"/>
                  </a:lnTo>
                  <a:lnTo>
                    <a:pt x="467165" y="5325295"/>
                  </a:lnTo>
                  <a:lnTo>
                    <a:pt x="467258" y="5325295"/>
                  </a:lnTo>
                  <a:lnTo>
                    <a:pt x="467352" y="5325295"/>
                  </a:lnTo>
                  <a:lnTo>
                    <a:pt x="467445" y="5325295"/>
                  </a:lnTo>
                  <a:lnTo>
                    <a:pt x="467538" y="5325295"/>
                  </a:lnTo>
                  <a:lnTo>
                    <a:pt x="467631" y="5325295"/>
                  </a:lnTo>
                  <a:lnTo>
                    <a:pt x="467725" y="5325295"/>
                  </a:lnTo>
                  <a:lnTo>
                    <a:pt x="467818" y="5325295"/>
                  </a:lnTo>
                  <a:lnTo>
                    <a:pt x="467911" y="5325295"/>
                  </a:lnTo>
                  <a:lnTo>
                    <a:pt x="468004" y="5325295"/>
                  </a:lnTo>
                  <a:lnTo>
                    <a:pt x="468098" y="5325295"/>
                  </a:lnTo>
                  <a:lnTo>
                    <a:pt x="468191" y="5325295"/>
                  </a:lnTo>
                  <a:lnTo>
                    <a:pt x="468284" y="5325295"/>
                  </a:lnTo>
                  <a:lnTo>
                    <a:pt x="468377" y="5325295"/>
                  </a:lnTo>
                  <a:lnTo>
                    <a:pt x="468471" y="5325295"/>
                  </a:lnTo>
                  <a:lnTo>
                    <a:pt x="468564" y="5325295"/>
                  </a:lnTo>
                  <a:lnTo>
                    <a:pt x="468657" y="5325295"/>
                  </a:lnTo>
                  <a:lnTo>
                    <a:pt x="468750" y="5325295"/>
                  </a:lnTo>
                  <a:lnTo>
                    <a:pt x="468844" y="5325295"/>
                  </a:lnTo>
                  <a:lnTo>
                    <a:pt x="468937" y="5325295"/>
                  </a:lnTo>
                  <a:lnTo>
                    <a:pt x="469030" y="5325295"/>
                  </a:lnTo>
                  <a:lnTo>
                    <a:pt x="469123" y="5325295"/>
                  </a:lnTo>
                  <a:lnTo>
                    <a:pt x="469123" y="5315341"/>
                  </a:lnTo>
                  <a:lnTo>
                    <a:pt x="469217" y="5315341"/>
                  </a:lnTo>
                  <a:lnTo>
                    <a:pt x="469310" y="5315341"/>
                  </a:lnTo>
                  <a:lnTo>
                    <a:pt x="469403" y="5315341"/>
                  </a:lnTo>
                  <a:lnTo>
                    <a:pt x="469496" y="5315341"/>
                  </a:lnTo>
                  <a:lnTo>
                    <a:pt x="469590" y="5315341"/>
                  </a:lnTo>
                  <a:lnTo>
                    <a:pt x="469683" y="5315341"/>
                  </a:lnTo>
                  <a:lnTo>
                    <a:pt x="469776" y="5315341"/>
                  </a:lnTo>
                  <a:lnTo>
                    <a:pt x="469869" y="5315341"/>
                  </a:lnTo>
                  <a:lnTo>
                    <a:pt x="469963" y="5315341"/>
                  </a:lnTo>
                  <a:lnTo>
                    <a:pt x="470056" y="5315341"/>
                  </a:lnTo>
                  <a:lnTo>
                    <a:pt x="470149" y="5315341"/>
                  </a:lnTo>
                  <a:lnTo>
                    <a:pt x="470242" y="5315341"/>
                  </a:lnTo>
                  <a:lnTo>
                    <a:pt x="470336" y="5315341"/>
                  </a:lnTo>
                  <a:lnTo>
                    <a:pt x="470429" y="5315341"/>
                  </a:lnTo>
                  <a:lnTo>
                    <a:pt x="470522" y="5315341"/>
                  </a:lnTo>
                  <a:lnTo>
                    <a:pt x="470615" y="5315341"/>
                  </a:lnTo>
                  <a:lnTo>
                    <a:pt x="470709" y="5315341"/>
                  </a:lnTo>
                  <a:lnTo>
                    <a:pt x="470802" y="5315341"/>
                  </a:lnTo>
                  <a:lnTo>
                    <a:pt x="470895" y="5315341"/>
                  </a:lnTo>
                  <a:lnTo>
                    <a:pt x="470988" y="5315341"/>
                  </a:lnTo>
                  <a:lnTo>
                    <a:pt x="471082" y="5315341"/>
                  </a:lnTo>
                  <a:lnTo>
                    <a:pt x="471175" y="5315341"/>
                  </a:lnTo>
                  <a:lnTo>
                    <a:pt x="471268" y="5315341"/>
                  </a:lnTo>
                  <a:lnTo>
                    <a:pt x="471361" y="5315341"/>
                  </a:lnTo>
                  <a:lnTo>
                    <a:pt x="471455" y="5315341"/>
                  </a:lnTo>
                  <a:lnTo>
                    <a:pt x="471548" y="5315341"/>
                  </a:lnTo>
                  <a:lnTo>
                    <a:pt x="471641" y="5315341"/>
                  </a:lnTo>
                  <a:lnTo>
                    <a:pt x="471734" y="5315341"/>
                  </a:lnTo>
                  <a:lnTo>
                    <a:pt x="471827" y="5315341"/>
                  </a:lnTo>
                  <a:lnTo>
                    <a:pt x="471921" y="5315341"/>
                  </a:lnTo>
                  <a:lnTo>
                    <a:pt x="472014" y="5315341"/>
                  </a:lnTo>
                  <a:lnTo>
                    <a:pt x="472107" y="5315341"/>
                  </a:lnTo>
                  <a:lnTo>
                    <a:pt x="472200" y="5315341"/>
                  </a:lnTo>
                  <a:lnTo>
                    <a:pt x="472294" y="5315341"/>
                  </a:lnTo>
                  <a:lnTo>
                    <a:pt x="472387" y="5315341"/>
                  </a:lnTo>
                  <a:lnTo>
                    <a:pt x="472480" y="5315341"/>
                  </a:lnTo>
                  <a:lnTo>
                    <a:pt x="472573" y="5315341"/>
                  </a:lnTo>
                  <a:lnTo>
                    <a:pt x="472667" y="5315341"/>
                  </a:lnTo>
                  <a:lnTo>
                    <a:pt x="472760" y="5315341"/>
                  </a:lnTo>
                  <a:lnTo>
                    <a:pt x="472853" y="5315341"/>
                  </a:lnTo>
                  <a:lnTo>
                    <a:pt x="472946" y="5315341"/>
                  </a:lnTo>
                  <a:lnTo>
                    <a:pt x="473040" y="5315341"/>
                  </a:lnTo>
                  <a:lnTo>
                    <a:pt x="473133" y="5315341"/>
                  </a:lnTo>
                  <a:lnTo>
                    <a:pt x="473226" y="5315341"/>
                  </a:lnTo>
                  <a:lnTo>
                    <a:pt x="473319" y="5315341"/>
                  </a:lnTo>
                  <a:lnTo>
                    <a:pt x="473413" y="5315341"/>
                  </a:lnTo>
                  <a:lnTo>
                    <a:pt x="473506" y="5315341"/>
                  </a:lnTo>
                  <a:lnTo>
                    <a:pt x="473599" y="5315341"/>
                  </a:lnTo>
                  <a:lnTo>
                    <a:pt x="473692" y="5315341"/>
                  </a:lnTo>
                  <a:lnTo>
                    <a:pt x="473786" y="5315341"/>
                  </a:lnTo>
                  <a:lnTo>
                    <a:pt x="473879" y="5315341"/>
                  </a:lnTo>
                  <a:lnTo>
                    <a:pt x="473972" y="5315341"/>
                  </a:lnTo>
                  <a:lnTo>
                    <a:pt x="474065" y="5315341"/>
                  </a:lnTo>
                  <a:lnTo>
                    <a:pt x="474159" y="5315341"/>
                  </a:lnTo>
                  <a:lnTo>
                    <a:pt x="474252" y="5315341"/>
                  </a:lnTo>
                  <a:lnTo>
                    <a:pt x="474252" y="5305387"/>
                  </a:lnTo>
                  <a:lnTo>
                    <a:pt x="474345" y="5305387"/>
                  </a:lnTo>
                  <a:lnTo>
                    <a:pt x="474345" y="5295433"/>
                  </a:lnTo>
                  <a:lnTo>
                    <a:pt x="474438" y="5295433"/>
                  </a:lnTo>
                  <a:lnTo>
                    <a:pt x="474532" y="5295433"/>
                  </a:lnTo>
                  <a:lnTo>
                    <a:pt x="474625" y="5295433"/>
                  </a:lnTo>
                  <a:lnTo>
                    <a:pt x="474718" y="5295433"/>
                  </a:lnTo>
                  <a:lnTo>
                    <a:pt x="474811" y="5295433"/>
                  </a:lnTo>
                  <a:lnTo>
                    <a:pt x="474905" y="5295433"/>
                  </a:lnTo>
                  <a:lnTo>
                    <a:pt x="474998" y="5295433"/>
                  </a:lnTo>
                  <a:lnTo>
                    <a:pt x="475091" y="5295433"/>
                  </a:lnTo>
                  <a:lnTo>
                    <a:pt x="475184" y="5295433"/>
                  </a:lnTo>
                  <a:lnTo>
                    <a:pt x="475278" y="5295433"/>
                  </a:lnTo>
                  <a:lnTo>
                    <a:pt x="475371" y="5295433"/>
                  </a:lnTo>
                  <a:lnTo>
                    <a:pt x="475464" y="5295433"/>
                  </a:lnTo>
                  <a:lnTo>
                    <a:pt x="475557" y="5295433"/>
                  </a:lnTo>
                  <a:lnTo>
                    <a:pt x="475651" y="5295433"/>
                  </a:lnTo>
                  <a:lnTo>
                    <a:pt x="475744" y="5295433"/>
                  </a:lnTo>
                  <a:lnTo>
                    <a:pt x="475837" y="5295433"/>
                  </a:lnTo>
                  <a:lnTo>
                    <a:pt x="475930" y="5295433"/>
                  </a:lnTo>
                  <a:lnTo>
                    <a:pt x="476024" y="5295433"/>
                  </a:lnTo>
                  <a:lnTo>
                    <a:pt x="476117" y="5295433"/>
                  </a:lnTo>
                  <a:lnTo>
                    <a:pt x="476210" y="5295433"/>
                  </a:lnTo>
                  <a:lnTo>
                    <a:pt x="476303" y="5295433"/>
                  </a:lnTo>
                  <a:lnTo>
                    <a:pt x="476397" y="5295433"/>
                  </a:lnTo>
                  <a:lnTo>
                    <a:pt x="476490" y="5295433"/>
                  </a:lnTo>
                  <a:lnTo>
                    <a:pt x="476583" y="5295433"/>
                  </a:lnTo>
                  <a:lnTo>
                    <a:pt x="476676" y="5295433"/>
                  </a:lnTo>
                  <a:lnTo>
                    <a:pt x="476770" y="5295433"/>
                  </a:lnTo>
                  <a:lnTo>
                    <a:pt x="476863" y="5295433"/>
                  </a:lnTo>
                  <a:lnTo>
                    <a:pt x="476956" y="5295433"/>
                  </a:lnTo>
                  <a:lnTo>
                    <a:pt x="477049" y="5295433"/>
                  </a:lnTo>
                  <a:lnTo>
                    <a:pt x="477143" y="5295433"/>
                  </a:lnTo>
                  <a:lnTo>
                    <a:pt x="477236" y="5295433"/>
                  </a:lnTo>
                  <a:lnTo>
                    <a:pt x="477329" y="5295433"/>
                  </a:lnTo>
                  <a:lnTo>
                    <a:pt x="477422" y="5295433"/>
                  </a:lnTo>
                  <a:lnTo>
                    <a:pt x="477516" y="5295433"/>
                  </a:lnTo>
                  <a:lnTo>
                    <a:pt x="477609" y="5295433"/>
                  </a:lnTo>
                  <a:lnTo>
                    <a:pt x="477702" y="5295433"/>
                  </a:lnTo>
                  <a:lnTo>
                    <a:pt x="477795" y="5295433"/>
                  </a:lnTo>
                  <a:lnTo>
                    <a:pt x="477889" y="5295433"/>
                  </a:lnTo>
                  <a:lnTo>
                    <a:pt x="477982" y="5295433"/>
                  </a:lnTo>
                  <a:lnTo>
                    <a:pt x="478075" y="5295433"/>
                  </a:lnTo>
                  <a:lnTo>
                    <a:pt x="478168" y="5295433"/>
                  </a:lnTo>
                  <a:lnTo>
                    <a:pt x="478262" y="5295433"/>
                  </a:lnTo>
                  <a:lnTo>
                    <a:pt x="478355" y="5295433"/>
                  </a:lnTo>
                  <a:lnTo>
                    <a:pt x="478448" y="5295433"/>
                  </a:lnTo>
                  <a:lnTo>
                    <a:pt x="478541" y="5295433"/>
                  </a:lnTo>
                  <a:lnTo>
                    <a:pt x="478635" y="5295433"/>
                  </a:lnTo>
                  <a:lnTo>
                    <a:pt x="478728" y="5295433"/>
                  </a:lnTo>
                  <a:lnTo>
                    <a:pt x="478821" y="5295433"/>
                  </a:lnTo>
                  <a:lnTo>
                    <a:pt x="478914" y="5295433"/>
                  </a:lnTo>
                  <a:lnTo>
                    <a:pt x="479007" y="5295433"/>
                  </a:lnTo>
                  <a:lnTo>
                    <a:pt x="479101" y="5295433"/>
                  </a:lnTo>
                  <a:lnTo>
                    <a:pt x="479194" y="5295433"/>
                  </a:lnTo>
                  <a:lnTo>
                    <a:pt x="479287" y="5295433"/>
                  </a:lnTo>
                  <a:lnTo>
                    <a:pt x="479380" y="5295433"/>
                  </a:lnTo>
                  <a:lnTo>
                    <a:pt x="479474" y="5295433"/>
                  </a:lnTo>
                  <a:lnTo>
                    <a:pt x="479567" y="5295433"/>
                  </a:lnTo>
                  <a:lnTo>
                    <a:pt x="479660" y="5295433"/>
                  </a:lnTo>
                  <a:lnTo>
                    <a:pt x="479753" y="5295433"/>
                  </a:lnTo>
                  <a:lnTo>
                    <a:pt x="479847" y="5295433"/>
                  </a:lnTo>
                  <a:lnTo>
                    <a:pt x="479940" y="5295433"/>
                  </a:lnTo>
                  <a:lnTo>
                    <a:pt x="480033" y="5295433"/>
                  </a:lnTo>
                  <a:lnTo>
                    <a:pt x="480126" y="5295433"/>
                  </a:lnTo>
                  <a:lnTo>
                    <a:pt x="480220" y="5295433"/>
                  </a:lnTo>
                  <a:lnTo>
                    <a:pt x="480313" y="5295433"/>
                  </a:lnTo>
                  <a:lnTo>
                    <a:pt x="480406" y="5295433"/>
                  </a:lnTo>
                  <a:lnTo>
                    <a:pt x="480499" y="5295433"/>
                  </a:lnTo>
                  <a:lnTo>
                    <a:pt x="480593" y="5295433"/>
                  </a:lnTo>
                  <a:lnTo>
                    <a:pt x="480686" y="5295433"/>
                  </a:lnTo>
                  <a:lnTo>
                    <a:pt x="480779" y="5295433"/>
                  </a:lnTo>
                  <a:lnTo>
                    <a:pt x="480872" y="5295433"/>
                  </a:lnTo>
                  <a:lnTo>
                    <a:pt x="480966" y="5295433"/>
                  </a:lnTo>
                  <a:lnTo>
                    <a:pt x="481059" y="5295433"/>
                  </a:lnTo>
                  <a:lnTo>
                    <a:pt x="481152" y="5295433"/>
                  </a:lnTo>
                  <a:lnTo>
                    <a:pt x="481245" y="5295433"/>
                  </a:lnTo>
                  <a:lnTo>
                    <a:pt x="481339" y="5295433"/>
                  </a:lnTo>
                  <a:lnTo>
                    <a:pt x="481432" y="5295433"/>
                  </a:lnTo>
                  <a:lnTo>
                    <a:pt x="481525" y="5295433"/>
                  </a:lnTo>
                  <a:lnTo>
                    <a:pt x="481618" y="5295433"/>
                  </a:lnTo>
                  <a:lnTo>
                    <a:pt x="481712" y="5295433"/>
                  </a:lnTo>
                  <a:lnTo>
                    <a:pt x="481805" y="5295433"/>
                  </a:lnTo>
                  <a:lnTo>
                    <a:pt x="481898" y="5295433"/>
                  </a:lnTo>
                  <a:lnTo>
                    <a:pt x="481991" y="5295433"/>
                  </a:lnTo>
                  <a:lnTo>
                    <a:pt x="482085" y="5295433"/>
                  </a:lnTo>
                  <a:lnTo>
                    <a:pt x="482178" y="5295433"/>
                  </a:lnTo>
                  <a:lnTo>
                    <a:pt x="482271" y="5295433"/>
                  </a:lnTo>
                  <a:lnTo>
                    <a:pt x="482364" y="5295433"/>
                  </a:lnTo>
                  <a:lnTo>
                    <a:pt x="482458" y="5295433"/>
                  </a:lnTo>
                  <a:lnTo>
                    <a:pt x="482551" y="5295433"/>
                  </a:lnTo>
                  <a:lnTo>
                    <a:pt x="482644" y="5295433"/>
                  </a:lnTo>
                  <a:lnTo>
                    <a:pt x="482737" y="5295433"/>
                  </a:lnTo>
                  <a:lnTo>
                    <a:pt x="482831" y="5295433"/>
                  </a:lnTo>
                  <a:lnTo>
                    <a:pt x="482924" y="5295433"/>
                  </a:lnTo>
                  <a:lnTo>
                    <a:pt x="483017" y="5295433"/>
                  </a:lnTo>
                  <a:lnTo>
                    <a:pt x="483110" y="5295433"/>
                  </a:lnTo>
                  <a:lnTo>
                    <a:pt x="483204" y="5295433"/>
                  </a:lnTo>
                  <a:lnTo>
                    <a:pt x="483297" y="5295433"/>
                  </a:lnTo>
                  <a:lnTo>
                    <a:pt x="483390" y="5295433"/>
                  </a:lnTo>
                  <a:lnTo>
                    <a:pt x="483483" y="5295433"/>
                  </a:lnTo>
                  <a:lnTo>
                    <a:pt x="483577" y="5295433"/>
                  </a:lnTo>
                  <a:lnTo>
                    <a:pt x="483670" y="5295433"/>
                  </a:lnTo>
                  <a:lnTo>
                    <a:pt x="483763" y="5295433"/>
                  </a:lnTo>
                  <a:lnTo>
                    <a:pt x="483856" y="5295433"/>
                  </a:lnTo>
                  <a:lnTo>
                    <a:pt x="483950" y="5295433"/>
                  </a:lnTo>
                  <a:lnTo>
                    <a:pt x="484043" y="5295433"/>
                  </a:lnTo>
                  <a:lnTo>
                    <a:pt x="484136" y="5295433"/>
                  </a:lnTo>
                  <a:lnTo>
                    <a:pt x="484229" y="5295433"/>
                  </a:lnTo>
                  <a:lnTo>
                    <a:pt x="484323" y="5295433"/>
                  </a:lnTo>
                  <a:lnTo>
                    <a:pt x="484416" y="5295433"/>
                  </a:lnTo>
                  <a:lnTo>
                    <a:pt x="484509" y="5295433"/>
                  </a:lnTo>
                  <a:lnTo>
                    <a:pt x="484602" y="5295433"/>
                  </a:lnTo>
                  <a:lnTo>
                    <a:pt x="484696" y="5295433"/>
                  </a:lnTo>
                  <a:lnTo>
                    <a:pt x="484789" y="5295433"/>
                  </a:lnTo>
                  <a:lnTo>
                    <a:pt x="484882" y="5295433"/>
                  </a:lnTo>
                  <a:lnTo>
                    <a:pt x="484975" y="5295433"/>
                  </a:lnTo>
                  <a:lnTo>
                    <a:pt x="485069" y="5295433"/>
                  </a:lnTo>
                  <a:lnTo>
                    <a:pt x="485162" y="5295433"/>
                  </a:lnTo>
                  <a:lnTo>
                    <a:pt x="485255" y="5295433"/>
                  </a:lnTo>
                  <a:lnTo>
                    <a:pt x="485348" y="5295433"/>
                  </a:lnTo>
                  <a:lnTo>
                    <a:pt x="485442" y="5295433"/>
                  </a:lnTo>
                  <a:lnTo>
                    <a:pt x="485535" y="5295433"/>
                  </a:lnTo>
                  <a:lnTo>
                    <a:pt x="485628" y="5295433"/>
                  </a:lnTo>
                  <a:lnTo>
                    <a:pt x="485721" y="5295433"/>
                  </a:lnTo>
                  <a:lnTo>
                    <a:pt x="485814" y="5295433"/>
                  </a:lnTo>
                  <a:lnTo>
                    <a:pt x="485908" y="5295433"/>
                  </a:lnTo>
                  <a:lnTo>
                    <a:pt x="486001" y="5295433"/>
                  </a:lnTo>
                  <a:lnTo>
                    <a:pt x="486094" y="5295433"/>
                  </a:lnTo>
                  <a:lnTo>
                    <a:pt x="486187" y="5295433"/>
                  </a:lnTo>
                  <a:lnTo>
                    <a:pt x="486281" y="5295433"/>
                  </a:lnTo>
                  <a:lnTo>
                    <a:pt x="486374" y="5295433"/>
                  </a:lnTo>
                  <a:lnTo>
                    <a:pt x="486467" y="5295433"/>
                  </a:lnTo>
                  <a:lnTo>
                    <a:pt x="486560" y="5295433"/>
                  </a:lnTo>
                  <a:lnTo>
                    <a:pt x="486654" y="5295433"/>
                  </a:lnTo>
                  <a:lnTo>
                    <a:pt x="486747" y="5295433"/>
                  </a:lnTo>
                  <a:lnTo>
                    <a:pt x="486840" y="5295433"/>
                  </a:lnTo>
                  <a:lnTo>
                    <a:pt x="486933" y="5295433"/>
                  </a:lnTo>
                  <a:lnTo>
                    <a:pt x="487027" y="5295433"/>
                  </a:lnTo>
                  <a:lnTo>
                    <a:pt x="487120" y="5295433"/>
                  </a:lnTo>
                  <a:lnTo>
                    <a:pt x="487213" y="5295433"/>
                  </a:lnTo>
                  <a:lnTo>
                    <a:pt x="487306" y="5295433"/>
                  </a:lnTo>
                  <a:lnTo>
                    <a:pt x="487400" y="5295433"/>
                  </a:lnTo>
                  <a:lnTo>
                    <a:pt x="487493" y="5295433"/>
                  </a:lnTo>
                  <a:lnTo>
                    <a:pt x="487586" y="5295433"/>
                  </a:lnTo>
                  <a:lnTo>
                    <a:pt x="487679" y="5295433"/>
                  </a:lnTo>
                  <a:lnTo>
                    <a:pt x="487773" y="5295433"/>
                  </a:lnTo>
                  <a:lnTo>
                    <a:pt x="487866" y="5295433"/>
                  </a:lnTo>
                  <a:lnTo>
                    <a:pt x="487959" y="5295433"/>
                  </a:lnTo>
                  <a:lnTo>
                    <a:pt x="488052" y="5295433"/>
                  </a:lnTo>
                  <a:lnTo>
                    <a:pt x="488146" y="5295433"/>
                  </a:lnTo>
                  <a:lnTo>
                    <a:pt x="488239" y="5295433"/>
                  </a:lnTo>
                  <a:lnTo>
                    <a:pt x="488332" y="5295433"/>
                  </a:lnTo>
                  <a:lnTo>
                    <a:pt x="488425" y="5295433"/>
                  </a:lnTo>
                  <a:lnTo>
                    <a:pt x="488519" y="5295433"/>
                  </a:lnTo>
                  <a:lnTo>
                    <a:pt x="488612" y="5295433"/>
                  </a:lnTo>
                  <a:lnTo>
                    <a:pt x="488705" y="5295433"/>
                  </a:lnTo>
                  <a:lnTo>
                    <a:pt x="488798" y="5295433"/>
                  </a:lnTo>
                  <a:lnTo>
                    <a:pt x="488892" y="5295433"/>
                  </a:lnTo>
                  <a:lnTo>
                    <a:pt x="488985" y="5295433"/>
                  </a:lnTo>
                  <a:lnTo>
                    <a:pt x="489078" y="5295433"/>
                  </a:lnTo>
                  <a:lnTo>
                    <a:pt x="489171" y="5295433"/>
                  </a:lnTo>
                  <a:lnTo>
                    <a:pt x="489265" y="5295433"/>
                  </a:lnTo>
                  <a:lnTo>
                    <a:pt x="489358" y="5295433"/>
                  </a:lnTo>
                  <a:lnTo>
                    <a:pt x="489451" y="5295433"/>
                  </a:lnTo>
                  <a:lnTo>
                    <a:pt x="489544" y="5295433"/>
                  </a:lnTo>
                  <a:lnTo>
                    <a:pt x="489638" y="5295433"/>
                  </a:lnTo>
                  <a:lnTo>
                    <a:pt x="489731" y="5295433"/>
                  </a:lnTo>
                  <a:lnTo>
                    <a:pt x="489824" y="5295433"/>
                  </a:lnTo>
                  <a:lnTo>
                    <a:pt x="489917" y="5295433"/>
                  </a:lnTo>
                  <a:lnTo>
                    <a:pt x="490011" y="5295433"/>
                  </a:lnTo>
                  <a:lnTo>
                    <a:pt x="490104" y="5295433"/>
                  </a:lnTo>
                  <a:lnTo>
                    <a:pt x="490104" y="5285479"/>
                  </a:lnTo>
                  <a:lnTo>
                    <a:pt x="490197" y="5285479"/>
                  </a:lnTo>
                  <a:lnTo>
                    <a:pt x="490290" y="5285479"/>
                  </a:lnTo>
                  <a:lnTo>
                    <a:pt x="490384" y="5285479"/>
                  </a:lnTo>
                  <a:lnTo>
                    <a:pt x="490477" y="5285479"/>
                  </a:lnTo>
                  <a:lnTo>
                    <a:pt x="490570" y="5285479"/>
                  </a:lnTo>
                  <a:lnTo>
                    <a:pt x="490663" y="5285479"/>
                  </a:lnTo>
                  <a:lnTo>
                    <a:pt x="490757" y="5285479"/>
                  </a:lnTo>
                  <a:lnTo>
                    <a:pt x="490850" y="5285479"/>
                  </a:lnTo>
                  <a:lnTo>
                    <a:pt x="490943" y="5285479"/>
                  </a:lnTo>
                  <a:lnTo>
                    <a:pt x="491036" y="5285479"/>
                  </a:lnTo>
                  <a:lnTo>
                    <a:pt x="491130" y="5285479"/>
                  </a:lnTo>
                  <a:lnTo>
                    <a:pt x="491223" y="5285479"/>
                  </a:lnTo>
                  <a:lnTo>
                    <a:pt x="491316" y="5285479"/>
                  </a:lnTo>
                  <a:lnTo>
                    <a:pt x="491409" y="5285479"/>
                  </a:lnTo>
                  <a:lnTo>
                    <a:pt x="491503" y="5285479"/>
                  </a:lnTo>
                  <a:lnTo>
                    <a:pt x="491596" y="5285479"/>
                  </a:lnTo>
                  <a:lnTo>
                    <a:pt x="491689" y="5285479"/>
                  </a:lnTo>
                  <a:lnTo>
                    <a:pt x="491782" y="5285479"/>
                  </a:lnTo>
                  <a:lnTo>
                    <a:pt x="491876" y="5285479"/>
                  </a:lnTo>
                  <a:lnTo>
                    <a:pt x="491969" y="5285479"/>
                  </a:lnTo>
                  <a:lnTo>
                    <a:pt x="492062" y="5285479"/>
                  </a:lnTo>
                  <a:lnTo>
                    <a:pt x="492155" y="5285479"/>
                  </a:lnTo>
                  <a:lnTo>
                    <a:pt x="492249" y="5285479"/>
                  </a:lnTo>
                  <a:lnTo>
                    <a:pt x="492342" y="5285479"/>
                  </a:lnTo>
                  <a:lnTo>
                    <a:pt x="492435" y="5285479"/>
                  </a:lnTo>
                  <a:lnTo>
                    <a:pt x="492528" y="5285479"/>
                  </a:lnTo>
                  <a:lnTo>
                    <a:pt x="492621" y="5285479"/>
                  </a:lnTo>
                  <a:lnTo>
                    <a:pt x="492715" y="5285479"/>
                  </a:lnTo>
                  <a:lnTo>
                    <a:pt x="492808" y="5285479"/>
                  </a:lnTo>
                  <a:lnTo>
                    <a:pt x="492901" y="5285479"/>
                  </a:lnTo>
                  <a:lnTo>
                    <a:pt x="492994" y="5285479"/>
                  </a:lnTo>
                  <a:lnTo>
                    <a:pt x="493088" y="5285479"/>
                  </a:lnTo>
                  <a:lnTo>
                    <a:pt x="493181" y="5285479"/>
                  </a:lnTo>
                  <a:lnTo>
                    <a:pt x="493274" y="5285479"/>
                  </a:lnTo>
                  <a:lnTo>
                    <a:pt x="493367" y="5285479"/>
                  </a:lnTo>
                  <a:lnTo>
                    <a:pt x="493461" y="5285479"/>
                  </a:lnTo>
                  <a:lnTo>
                    <a:pt x="493554" y="5285479"/>
                  </a:lnTo>
                  <a:lnTo>
                    <a:pt x="493647" y="5285479"/>
                  </a:lnTo>
                  <a:lnTo>
                    <a:pt x="493740" y="5285479"/>
                  </a:lnTo>
                  <a:lnTo>
                    <a:pt x="493834" y="5285479"/>
                  </a:lnTo>
                  <a:lnTo>
                    <a:pt x="493927" y="5285479"/>
                  </a:lnTo>
                  <a:lnTo>
                    <a:pt x="493927" y="5275525"/>
                  </a:lnTo>
                  <a:lnTo>
                    <a:pt x="494020" y="5275525"/>
                  </a:lnTo>
                  <a:lnTo>
                    <a:pt x="494113" y="5275525"/>
                  </a:lnTo>
                  <a:lnTo>
                    <a:pt x="494207" y="5275525"/>
                  </a:lnTo>
                  <a:lnTo>
                    <a:pt x="494300" y="5275525"/>
                  </a:lnTo>
                  <a:lnTo>
                    <a:pt x="494393" y="5275525"/>
                  </a:lnTo>
                  <a:lnTo>
                    <a:pt x="494393" y="5265572"/>
                  </a:lnTo>
                  <a:lnTo>
                    <a:pt x="494486" y="5265572"/>
                  </a:lnTo>
                  <a:lnTo>
                    <a:pt x="494580" y="5265572"/>
                  </a:lnTo>
                  <a:lnTo>
                    <a:pt x="494673" y="5265572"/>
                  </a:lnTo>
                  <a:lnTo>
                    <a:pt x="494766" y="5265572"/>
                  </a:lnTo>
                  <a:lnTo>
                    <a:pt x="494859" y="5265572"/>
                  </a:lnTo>
                  <a:lnTo>
                    <a:pt x="494953" y="5265572"/>
                  </a:lnTo>
                  <a:lnTo>
                    <a:pt x="495046" y="5265572"/>
                  </a:lnTo>
                  <a:lnTo>
                    <a:pt x="495139" y="5265572"/>
                  </a:lnTo>
                  <a:lnTo>
                    <a:pt x="495232" y="5265572"/>
                  </a:lnTo>
                  <a:lnTo>
                    <a:pt x="495326" y="5265572"/>
                  </a:lnTo>
                  <a:lnTo>
                    <a:pt x="495419" y="5265572"/>
                  </a:lnTo>
                  <a:lnTo>
                    <a:pt x="495512" y="5265572"/>
                  </a:lnTo>
                  <a:lnTo>
                    <a:pt x="495605" y="5265572"/>
                  </a:lnTo>
                  <a:lnTo>
                    <a:pt x="495699" y="5265572"/>
                  </a:lnTo>
                  <a:lnTo>
                    <a:pt x="495792" y="5265572"/>
                  </a:lnTo>
                  <a:lnTo>
                    <a:pt x="495885" y="5265572"/>
                  </a:lnTo>
                  <a:lnTo>
                    <a:pt x="495978" y="5265572"/>
                  </a:lnTo>
                  <a:lnTo>
                    <a:pt x="496072" y="5265572"/>
                  </a:lnTo>
                  <a:lnTo>
                    <a:pt x="496165" y="5265572"/>
                  </a:lnTo>
                  <a:lnTo>
                    <a:pt x="496258" y="5265572"/>
                  </a:lnTo>
                  <a:lnTo>
                    <a:pt x="496351" y="5265572"/>
                  </a:lnTo>
                  <a:lnTo>
                    <a:pt x="496445" y="5265572"/>
                  </a:lnTo>
                  <a:lnTo>
                    <a:pt x="496538" y="5265572"/>
                  </a:lnTo>
                  <a:lnTo>
                    <a:pt x="496631" y="5265572"/>
                  </a:lnTo>
                  <a:lnTo>
                    <a:pt x="496724" y="5265572"/>
                  </a:lnTo>
                  <a:lnTo>
                    <a:pt x="496818" y="5265572"/>
                  </a:lnTo>
                  <a:lnTo>
                    <a:pt x="496911" y="5265572"/>
                  </a:lnTo>
                  <a:lnTo>
                    <a:pt x="497004" y="5265572"/>
                  </a:lnTo>
                  <a:lnTo>
                    <a:pt x="497097" y="5265572"/>
                  </a:lnTo>
                  <a:lnTo>
                    <a:pt x="497191" y="5265572"/>
                  </a:lnTo>
                  <a:lnTo>
                    <a:pt x="497284" y="5265572"/>
                  </a:lnTo>
                  <a:lnTo>
                    <a:pt x="497377" y="5265572"/>
                  </a:lnTo>
                  <a:lnTo>
                    <a:pt x="497470" y="5265572"/>
                  </a:lnTo>
                  <a:lnTo>
                    <a:pt x="497564" y="5265572"/>
                  </a:lnTo>
                  <a:lnTo>
                    <a:pt x="497657" y="5265572"/>
                  </a:lnTo>
                  <a:lnTo>
                    <a:pt x="497750" y="5265572"/>
                  </a:lnTo>
                  <a:lnTo>
                    <a:pt x="497843" y="5265572"/>
                  </a:lnTo>
                  <a:lnTo>
                    <a:pt x="497937" y="5265572"/>
                  </a:lnTo>
                  <a:lnTo>
                    <a:pt x="498030" y="5265572"/>
                  </a:lnTo>
                  <a:lnTo>
                    <a:pt x="498123" y="5265572"/>
                  </a:lnTo>
                  <a:lnTo>
                    <a:pt x="498216" y="5265572"/>
                  </a:lnTo>
                  <a:lnTo>
                    <a:pt x="498310" y="5265572"/>
                  </a:lnTo>
                  <a:lnTo>
                    <a:pt x="498403" y="5265572"/>
                  </a:lnTo>
                  <a:lnTo>
                    <a:pt x="498496" y="5265572"/>
                  </a:lnTo>
                  <a:lnTo>
                    <a:pt x="498589" y="5265572"/>
                  </a:lnTo>
                  <a:lnTo>
                    <a:pt x="498683" y="5265572"/>
                  </a:lnTo>
                  <a:lnTo>
                    <a:pt x="498776" y="5265572"/>
                  </a:lnTo>
                  <a:lnTo>
                    <a:pt x="498869" y="5265572"/>
                  </a:lnTo>
                  <a:lnTo>
                    <a:pt x="498962" y="5265572"/>
                  </a:lnTo>
                  <a:lnTo>
                    <a:pt x="499056" y="5265572"/>
                  </a:lnTo>
                  <a:lnTo>
                    <a:pt x="499149" y="5265572"/>
                  </a:lnTo>
                  <a:lnTo>
                    <a:pt x="499242" y="5265572"/>
                  </a:lnTo>
                  <a:lnTo>
                    <a:pt x="499335" y="5265572"/>
                  </a:lnTo>
                  <a:lnTo>
                    <a:pt x="499429" y="5265572"/>
                  </a:lnTo>
                  <a:lnTo>
                    <a:pt x="499522" y="5265572"/>
                  </a:lnTo>
                  <a:lnTo>
                    <a:pt x="499615" y="5265572"/>
                  </a:lnTo>
                  <a:lnTo>
                    <a:pt x="499708" y="5265572"/>
                  </a:lnTo>
                  <a:lnTo>
                    <a:pt x="499801" y="5265572"/>
                  </a:lnTo>
                  <a:lnTo>
                    <a:pt x="499895" y="5265572"/>
                  </a:lnTo>
                  <a:lnTo>
                    <a:pt x="499988" y="5265572"/>
                  </a:lnTo>
                  <a:lnTo>
                    <a:pt x="500081" y="5265572"/>
                  </a:lnTo>
                  <a:lnTo>
                    <a:pt x="500174" y="5265572"/>
                  </a:lnTo>
                  <a:lnTo>
                    <a:pt x="500268" y="5265572"/>
                  </a:lnTo>
                  <a:lnTo>
                    <a:pt x="500361" y="5265572"/>
                  </a:lnTo>
                  <a:lnTo>
                    <a:pt x="500454" y="5265572"/>
                  </a:lnTo>
                  <a:lnTo>
                    <a:pt x="500547" y="5265572"/>
                  </a:lnTo>
                  <a:lnTo>
                    <a:pt x="500641" y="5265572"/>
                  </a:lnTo>
                  <a:lnTo>
                    <a:pt x="500734" y="5265572"/>
                  </a:lnTo>
                  <a:lnTo>
                    <a:pt x="500827" y="5265572"/>
                  </a:lnTo>
                  <a:lnTo>
                    <a:pt x="500920" y="5265572"/>
                  </a:lnTo>
                  <a:lnTo>
                    <a:pt x="501014" y="5265572"/>
                  </a:lnTo>
                  <a:lnTo>
                    <a:pt x="501107" y="5265572"/>
                  </a:lnTo>
                  <a:lnTo>
                    <a:pt x="501200" y="5265572"/>
                  </a:lnTo>
                  <a:lnTo>
                    <a:pt x="501293" y="5265572"/>
                  </a:lnTo>
                  <a:lnTo>
                    <a:pt x="501387" y="5265572"/>
                  </a:lnTo>
                  <a:lnTo>
                    <a:pt x="501480" y="5265572"/>
                  </a:lnTo>
                  <a:lnTo>
                    <a:pt x="501573" y="5265572"/>
                  </a:lnTo>
                  <a:lnTo>
                    <a:pt x="501666" y="5265572"/>
                  </a:lnTo>
                  <a:lnTo>
                    <a:pt x="501760" y="5265572"/>
                  </a:lnTo>
                  <a:lnTo>
                    <a:pt x="501853" y="5265572"/>
                  </a:lnTo>
                  <a:lnTo>
                    <a:pt x="501946" y="5265572"/>
                  </a:lnTo>
                  <a:lnTo>
                    <a:pt x="502039" y="5265572"/>
                  </a:lnTo>
                  <a:lnTo>
                    <a:pt x="502133" y="5265572"/>
                  </a:lnTo>
                  <a:lnTo>
                    <a:pt x="502226" y="5265572"/>
                  </a:lnTo>
                  <a:lnTo>
                    <a:pt x="502319" y="5265572"/>
                  </a:lnTo>
                  <a:lnTo>
                    <a:pt x="502412" y="5265572"/>
                  </a:lnTo>
                  <a:lnTo>
                    <a:pt x="502506" y="5265572"/>
                  </a:lnTo>
                  <a:lnTo>
                    <a:pt x="502599" y="5265572"/>
                  </a:lnTo>
                  <a:lnTo>
                    <a:pt x="502692" y="5265572"/>
                  </a:lnTo>
                  <a:lnTo>
                    <a:pt x="502785" y="5265572"/>
                  </a:lnTo>
                  <a:lnTo>
                    <a:pt x="502879" y="5265572"/>
                  </a:lnTo>
                  <a:lnTo>
                    <a:pt x="502972" y="5265572"/>
                  </a:lnTo>
                  <a:lnTo>
                    <a:pt x="503065" y="5265572"/>
                  </a:lnTo>
                  <a:lnTo>
                    <a:pt x="503158" y="5265572"/>
                  </a:lnTo>
                  <a:lnTo>
                    <a:pt x="503252" y="5265572"/>
                  </a:lnTo>
                  <a:lnTo>
                    <a:pt x="503345" y="5265572"/>
                  </a:lnTo>
                  <a:lnTo>
                    <a:pt x="503438" y="5265572"/>
                  </a:lnTo>
                  <a:lnTo>
                    <a:pt x="503531" y="5265572"/>
                  </a:lnTo>
                  <a:lnTo>
                    <a:pt x="503625" y="5265572"/>
                  </a:lnTo>
                  <a:lnTo>
                    <a:pt x="503718" y="5265572"/>
                  </a:lnTo>
                  <a:lnTo>
                    <a:pt x="503811" y="5265572"/>
                  </a:lnTo>
                  <a:lnTo>
                    <a:pt x="503904" y="5265572"/>
                  </a:lnTo>
                  <a:lnTo>
                    <a:pt x="503998" y="5265572"/>
                  </a:lnTo>
                  <a:lnTo>
                    <a:pt x="504091" y="5265572"/>
                  </a:lnTo>
                  <a:lnTo>
                    <a:pt x="504184" y="5265572"/>
                  </a:lnTo>
                  <a:lnTo>
                    <a:pt x="504277" y="5265572"/>
                  </a:lnTo>
                  <a:lnTo>
                    <a:pt x="504371" y="5265572"/>
                  </a:lnTo>
                  <a:lnTo>
                    <a:pt x="504464" y="5265572"/>
                  </a:lnTo>
                  <a:lnTo>
                    <a:pt x="504557" y="5265572"/>
                  </a:lnTo>
                  <a:lnTo>
                    <a:pt x="504650" y="5265572"/>
                  </a:lnTo>
                  <a:lnTo>
                    <a:pt x="504744" y="5265572"/>
                  </a:lnTo>
                  <a:lnTo>
                    <a:pt x="504837" y="5265572"/>
                  </a:lnTo>
                  <a:lnTo>
                    <a:pt x="504930" y="5265572"/>
                  </a:lnTo>
                  <a:lnTo>
                    <a:pt x="505023" y="5265572"/>
                  </a:lnTo>
                  <a:lnTo>
                    <a:pt x="505117" y="5265572"/>
                  </a:lnTo>
                  <a:lnTo>
                    <a:pt x="505210" y="5265572"/>
                  </a:lnTo>
                  <a:lnTo>
                    <a:pt x="505303" y="5265572"/>
                  </a:lnTo>
                  <a:lnTo>
                    <a:pt x="505396" y="5265572"/>
                  </a:lnTo>
                  <a:lnTo>
                    <a:pt x="505490" y="5265572"/>
                  </a:lnTo>
                  <a:lnTo>
                    <a:pt x="505583" y="5265572"/>
                  </a:lnTo>
                  <a:lnTo>
                    <a:pt x="505676" y="5265572"/>
                  </a:lnTo>
                  <a:lnTo>
                    <a:pt x="505769" y="5265572"/>
                  </a:lnTo>
                  <a:lnTo>
                    <a:pt x="505863" y="5265572"/>
                  </a:lnTo>
                  <a:lnTo>
                    <a:pt x="505956" y="5265572"/>
                  </a:lnTo>
                  <a:lnTo>
                    <a:pt x="506049" y="5265572"/>
                  </a:lnTo>
                  <a:lnTo>
                    <a:pt x="506049" y="5255618"/>
                  </a:lnTo>
                  <a:lnTo>
                    <a:pt x="506142" y="5255618"/>
                  </a:lnTo>
                  <a:lnTo>
                    <a:pt x="506236" y="5255618"/>
                  </a:lnTo>
                  <a:lnTo>
                    <a:pt x="506329" y="5255618"/>
                  </a:lnTo>
                  <a:lnTo>
                    <a:pt x="506422" y="5255618"/>
                  </a:lnTo>
                  <a:lnTo>
                    <a:pt x="506515" y="5255618"/>
                  </a:lnTo>
                  <a:lnTo>
                    <a:pt x="506608" y="5255618"/>
                  </a:lnTo>
                  <a:lnTo>
                    <a:pt x="506702" y="5255618"/>
                  </a:lnTo>
                  <a:lnTo>
                    <a:pt x="506795" y="5255618"/>
                  </a:lnTo>
                  <a:lnTo>
                    <a:pt x="506888" y="5255618"/>
                  </a:lnTo>
                  <a:lnTo>
                    <a:pt x="506981" y="5255618"/>
                  </a:lnTo>
                  <a:lnTo>
                    <a:pt x="506981" y="5245664"/>
                  </a:lnTo>
                  <a:lnTo>
                    <a:pt x="507075" y="5245664"/>
                  </a:lnTo>
                  <a:lnTo>
                    <a:pt x="507168" y="5245664"/>
                  </a:lnTo>
                  <a:lnTo>
                    <a:pt x="507261" y="5245664"/>
                  </a:lnTo>
                  <a:lnTo>
                    <a:pt x="507354" y="5245664"/>
                  </a:lnTo>
                  <a:lnTo>
                    <a:pt x="507448" y="5245664"/>
                  </a:lnTo>
                  <a:lnTo>
                    <a:pt x="507541" y="5245664"/>
                  </a:lnTo>
                  <a:lnTo>
                    <a:pt x="507634" y="5245664"/>
                  </a:lnTo>
                  <a:lnTo>
                    <a:pt x="507727" y="5245664"/>
                  </a:lnTo>
                  <a:lnTo>
                    <a:pt x="507821" y="5245664"/>
                  </a:lnTo>
                  <a:lnTo>
                    <a:pt x="507914" y="5245664"/>
                  </a:lnTo>
                  <a:lnTo>
                    <a:pt x="508007" y="5245664"/>
                  </a:lnTo>
                  <a:lnTo>
                    <a:pt x="508100" y="5245664"/>
                  </a:lnTo>
                  <a:lnTo>
                    <a:pt x="508194" y="5245664"/>
                  </a:lnTo>
                  <a:lnTo>
                    <a:pt x="508287" y="5245664"/>
                  </a:lnTo>
                  <a:lnTo>
                    <a:pt x="508380" y="5245664"/>
                  </a:lnTo>
                  <a:lnTo>
                    <a:pt x="508473" y="5245664"/>
                  </a:lnTo>
                  <a:lnTo>
                    <a:pt x="508567" y="5245664"/>
                  </a:lnTo>
                  <a:lnTo>
                    <a:pt x="508660" y="5245664"/>
                  </a:lnTo>
                  <a:lnTo>
                    <a:pt x="508753" y="5245664"/>
                  </a:lnTo>
                  <a:lnTo>
                    <a:pt x="508846" y="5245664"/>
                  </a:lnTo>
                  <a:lnTo>
                    <a:pt x="508940" y="5245664"/>
                  </a:lnTo>
                  <a:lnTo>
                    <a:pt x="509033" y="5245664"/>
                  </a:lnTo>
                  <a:lnTo>
                    <a:pt x="509126" y="5245664"/>
                  </a:lnTo>
                  <a:lnTo>
                    <a:pt x="509219" y="5245664"/>
                  </a:lnTo>
                  <a:lnTo>
                    <a:pt x="509313" y="5245664"/>
                  </a:lnTo>
                  <a:lnTo>
                    <a:pt x="509406" y="5245664"/>
                  </a:lnTo>
                  <a:lnTo>
                    <a:pt x="509499" y="5245664"/>
                  </a:lnTo>
                  <a:lnTo>
                    <a:pt x="509592" y="5245664"/>
                  </a:lnTo>
                  <a:lnTo>
                    <a:pt x="509686" y="5245664"/>
                  </a:lnTo>
                  <a:lnTo>
                    <a:pt x="509779" y="5245664"/>
                  </a:lnTo>
                  <a:lnTo>
                    <a:pt x="509872" y="5245664"/>
                  </a:lnTo>
                  <a:lnTo>
                    <a:pt x="509965" y="5245664"/>
                  </a:lnTo>
                  <a:lnTo>
                    <a:pt x="510059" y="5245664"/>
                  </a:lnTo>
                  <a:lnTo>
                    <a:pt x="510152" y="5245664"/>
                  </a:lnTo>
                  <a:lnTo>
                    <a:pt x="510245" y="5245664"/>
                  </a:lnTo>
                  <a:lnTo>
                    <a:pt x="510338" y="5245664"/>
                  </a:lnTo>
                  <a:lnTo>
                    <a:pt x="510432" y="5245664"/>
                  </a:lnTo>
                  <a:lnTo>
                    <a:pt x="510525" y="5245664"/>
                  </a:lnTo>
                  <a:lnTo>
                    <a:pt x="510618" y="5245664"/>
                  </a:lnTo>
                  <a:lnTo>
                    <a:pt x="510711" y="5245664"/>
                  </a:lnTo>
                  <a:lnTo>
                    <a:pt x="510805" y="5245664"/>
                  </a:lnTo>
                  <a:lnTo>
                    <a:pt x="510898" y="5245664"/>
                  </a:lnTo>
                  <a:lnTo>
                    <a:pt x="510991" y="5245664"/>
                  </a:lnTo>
                  <a:lnTo>
                    <a:pt x="511084" y="5245664"/>
                  </a:lnTo>
                  <a:lnTo>
                    <a:pt x="511178" y="5245664"/>
                  </a:lnTo>
                  <a:lnTo>
                    <a:pt x="511271" y="5245664"/>
                  </a:lnTo>
                  <a:lnTo>
                    <a:pt x="511364" y="5245664"/>
                  </a:lnTo>
                  <a:lnTo>
                    <a:pt x="511457" y="5245664"/>
                  </a:lnTo>
                  <a:lnTo>
                    <a:pt x="511551" y="5245664"/>
                  </a:lnTo>
                  <a:lnTo>
                    <a:pt x="511644" y="5245664"/>
                  </a:lnTo>
                  <a:lnTo>
                    <a:pt x="511737" y="5245664"/>
                  </a:lnTo>
                  <a:lnTo>
                    <a:pt x="511830" y="5245664"/>
                  </a:lnTo>
                  <a:lnTo>
                    <a:pt x="511924" y="5245664"/>
                  </a:lnTo>
                  <a:lnTo>
                    <a:pt x="512017" y="5245664"/>
                  </a:lnTo>
                  <a:lnTo>
                    <a:pt x="512110" y="5245664"/>
                  </a:lnTo>
                  <a:lnTo>
                    <a:pt x="512203" y="5245664"/>
                  </a:lnTo>
                  <a:lnTo>
                    <a:pt x="512297" y="5245664"/>
                  </a:lnTo>
                  <a:lnTo>
                    <a:pt x="512390" y="5245664"/>
                  </a:lnTo>
                  <a:lnTo>
                    <a:pt x="512483" y="5245664"/>
                  </a:lnTo>
                  <a:lnTo>
                    <a:pt x="512576" y="5245664"/>
                  </a:lnTo>
                  <a:lnTo>
                    <a:pt x="512670" y="5245664"/>
                  </a:lnTo>
                  <a:lnTo>
                    <a:pt x="512763" y="5245664"/>
                  </a:lnTo>
                  <a:lnTo>
                    <a:pt x="512856" y="5245664"/>
                  </a:lnTo>
                  <a:lnTo>
                    <a:pt x="512949" y="5245664"/>
                  </a:lnTo>
                  <a:lnTo>
                    <a:pt x="513043" y="5245664"/>
                  </a:lnTo>
                  <a:lnTo>
                    <a:pt x="513136" y="5245664"/>
                  </a:lnTo>
                  <a:lnTo>
                    <a:pt x="513229" y="5245664"/>
                  </a:lnTo>
                  <a:lnTo>
                    <a:pt x="513322" y="5245664"/>
                  </a:lnTo>
                  <a:lnTo>
                    <a:pt x="513415" y="5245664"/>
                  </a:lnTo>
                  <a:lnTo>
                    <a:pt x="513509" y="5245664"/>
                  </a:lnTo>
                  <a:lnTo>
                    <a:pt x="513602" y="5245664"/>
                  </a:lnTo>
                  <a:lnTo>
                    <a:pt x="513695" y="5245664"/>
                  </a:lnTo>
                  <a:lnTo>
                    <a:pt x="513788" y="5245664"/>
                  </a:lnTo>
                  <a:lnTo>
                    <a:pt x="513882" y="5245664"/>
                  </a:lnTo>
                  <a:lnTo>
                    <a:pt x="513975" y="5245664"/>
                  </a:lnTo>
                  <a:lnTo>
                    <a:pt x="514068" y="5245664"/>
                  </a:lnTo>
                  <a:lnTo>
                    <a:pt x="514161" y="5245664"/>
                  </a:lnTo>
                  <a:lnTo>
                    <a:pt x="514255" y="5245664"/>
                  </a:lnTo>
                  <a:lnTo>
                    <a:pt x="514348" y="5245664"/>
                  </a:lnTo>
                  <a:lnTo>
                    <a:pt x="514441" y="5245664"/>
                  </a:lnTo>
                  <a:lnTo>
                    <a:pt x="514534" y="5245664"/>
                  </a:lnTo>
                  <a:lnTo>
                    <a:pt x="514628" y="5245664"/>
                  </a:lnTo>
                  <a:lnTo>
                    <a:pt x="514721" y="5245664"/>
                  </a:lnTo>
                  <a:lnTo>
                    <a:pt x="514814" y="5245664"/>
                  </a:lnTo>
                  <a:lnTo>
                    <a:pt x="514907" y="5245664"/>
                  </a:lnTo>
                  <a:lnTo>
                    <a:pt x="515001" y="5245664"/>
                  </a:lnTo>
                  <a:lnTo>
                    <a:pt x="515094" y="5245664"/>
                  </a:lnTo>
                  <a:lnTo>
                    <a:pt x="515187" y="5245664"/>
                  </a:lnTo>
                  <a:lnTo>
                    <a:pt x="515280" y="5245664"/>
                  </a:lnTo>
                  <a:lnTo>
                    <a:pt x="515374" y="5245664"/>
                  </a:lnTo>
                  <a:lnTo>
                    <a:pt x="515467" y="5245664"/>
                  </a:lnTo>
                  <a:lnTo>
                    <a:pt x="515560" y="5245664"/>
                  </a:lnTo>
                  <a:lnTo>
                    <a:pt x="515653" y="5245664"/>
                  </a:lnTo>
                  <a:lnTo>
                    <a:pt x="515747" y="5245664"/>
                  </a:lnTo>
                  <a:lnTo>
                    <a:pt x="515840" y="5245664"/>
                  </a:lnTo>
                  <a:lnTo>
                    <a:pt x="515933" y="5245664"/>
                  </a:lnTo>
                  <a:lnTo>
                    <a:pt x="516026" y="5245664"/>
                  </a:lnTo>
                  <a:lnTo>
                    <a:pt x="516120" y="5245664"/>
                  </a:lnTo>
                  <a:lnTo>
                    <a:pt x="516213" y="5245664"/>
                  </a:lnTo>
                  <a:lnTo>
                    <a:pt x="516306" y="5245664"/>
                  </a:lnTo>
                  <a:lnTo>
                    <a:pt x="516399" y="5245664"/>
                  </a:lnTo>
                  <a:lnTo>
                    <a:pt x="516493" y="5245664"/>
                  </a:lnTo>
                  <a:lnTo>
                    <a:pt x="516586" y="5245664"/>
                  </a:lnTo>
                  <a:lnTo>
                    <a:pt x="516679" y="5245664"/>
                  </a:lnTo>
                  <a:lnTo>
                    <a:pt x="516772" y="5245664"/>
                  </a:lnTo>
                  <a:lnTo>
                    <a:pt x="516866" y="5245664"/>
                  </a:lnTo>
                  <a:lnTo>
                    <a:pt x="516959" y="5245664"/>
                  </a:lnTo>
                  <a:lnTo>
                    <a:pt x="517052" y="5245664"/>
                  </a:lnTo>
                  <a:lnTo>
                    <a:pt x="517145" y="5245664"/>
                  </a:lnTo>
                  <a:lnTo>
                    <a:pt x="517239" y="5245664"/>
                  </a:lnTo>
                  <a:lnTo>
                    <a:pt x="517332" y="5245664"/>
                  </a:lnTo>
                  <a:lnTo>
                    <a:pt x="517425" y="5245664"/>
                  </a:lnTo>
                  <a:lnTo>
                    <a:pt x="517518" y="5245664"/>
                  </a:lnTo>
                  <a:lnTo>
                    <a:pt x="517612" y="5245664"/>
                  </a:lnTo>
                  <a:lnTo>
                    <a:pt x="517705" y="5245664"/>
                  </a:lnTo>
                  <a:lnTo>
                    <a:pt x="517798" y="5245664"/>
                  </a:lnTo>
                  <a:lnTo>
                    <a:pt x="517891" y="5245664"/>
                  </a:lnTo>
                  <a:lnTo>
                    <a:pt x="517985" y="5245664"/>
                  </a:lnTo>
                  <a:lnTo>
                    <a:pt x="518078" y="5245664"/>
                  </a:lnTo>
                  <a:lnTo>
                    <a:pt x="518171" y="5245664"/>
                  </a:lnTo>
                  <a:lnTo>
                    <a:pt x="518264" y="5245664"/>
                  </a:lnTo>
                  <a:lnTo>
                    <a:pt x="518358" y="5245664"/>
                  </a:lnTo>
                  <a:lnTo>
                    <a:pt x="518451" y="5245664"/>
                  </a:lnTo>
                  <a:lnTo>
                    <a:pt x="518451" y="5235710"/>
                  </a:lnTo>
                  <a:lnTo>
                    <a:pt x="518544" y="5235710"/>
                  </a:lnTo>
                  <a:lnTo>
                    <a:pt x="518637" y="5235710"/>
                  </a:lnTo>
                  <a:lnTo>
                    <a:pt x="518731" y="5235710"/>
                  </a:lnTo>
                  <a:lnTo>
                    <a:pt x="518824" y="5235710"/>
                  </a:lnTo>
                  <a:lnTo>
                    <a:pt x="518917" y="5235710"/>
                  </a:lnTo>
                  <a:lnTo>
                    <a:pt x="519010" y="5235710"/>
                  </a:lnTo>
                  <a:lnTo>
                    <a:pt x="519104" y="5235710"/>
                  </a:lnTo>
                  <a:lnTo>
                    <a:pt x="519197" y="5235710"/>
                  </a:lnTo>
                  <a:lnTo>
                    <a:pt x="519290" y="5235710"/>
                  </a:lnTo>
                  <a:lnTo>
                    <a:pt x="519383" y="5235710"/>
                  </a:lnTo>
                  <a:lnTo>
                    <a:pt x="519477" y="5235710"/>
                  </a:lnTo>
                  <a:lnTo>
                    <a:pt x="519570" y="5235710"/>
                  </a:lnTo>
                  <a:lnTo>
                    <a:pt x="519663" y="5235710"/>
                  </a:lnTo>
                  <a:lnTo>
                    <a:pt x="519756" y="5235710"/>
                  </a:lnTo>
                  <a:lnTo>
                    <a:pt x="519850" y="5235710"/>
                  </a:lnTo>
                  <a:lnTo>
                    <a:pt x="519943" y="5235710"/>
                  </a:lnTo>
                  <a:lnTo>
                    <a:pt x="520036" y="5235710"/>
                  </a:lnTo>
                  <a:lnTo>
                    <a:pt x="520129" y="5235710"/>
                  </a:lnTo>
                  <a:lnTo>
                    <a:pt x="520223" y="5235710"/>
                  </a:lnTo>
                  <a:lnTo>
                    <a:pt x="520316" y="5235710"/>
                  </a:lnTo>
                  <a:lnTo>
                    <a:pt x="520409" y="5235710"/>
                  </a:lnTo>
                  <a:lnTo>
                    <a:pt x="520502" y="5235710"/>
                  </a:lnTo>
                  <a:lnTo>
                    <a:pt x="520595" y="5235710"/>
                  </a:lnTo>
                  <a:lnTo>
                    <a:pt x="520689" y="5235710"/>
                  </a:lnTo>
                  <a:lnTo>
                    <a:pt x="520782" y="5235710"/>
                  </a:lnTo>
                  <a:lnTo>
                    <a:pt x="520875" y="5235710"/>
                  </a:lnTo>
                  <a:lnTo>
                    <a:pt x="520968" y="5235710"/>
                  </a:lnTo>
                  <a:lnTo>
                    <a:pt x="521062" y="5235710"/>
                  </a:lnTo>
                  <a:lnTo>
                    <a:pt x="521155" y="5235710"/>
                  </a:lnTo>
                  <a:lnTo>
                    <a:pt x="521248" y="5235710"/>
                  </a:lnTo>
                  <a:lnTo>
                    <a:pt x="521341" y="5235710"/>
                  </a:lnTo>
                  <a:lnTo>
                    <a:pt x="521435" y="5235710"/>
                  </a:lnTo>
                  <a:lnTo>
                    <a:pt x="521528" y="5235710"/>
                  </a:lnTo>
                  <a:lnTo>
                    <a:pt x="521621" y="5235710"/>
                  </a:lnTo>
                  <a:lnTo>
                    <a:pt x="521714" y="5235710"/>
                  </a:lnTo>
                  <a:lnTo>
                    <a:pt x="521808" y="5235710"/>
                  </a:lnTo>
                  <a:lnTo>
                    <a:pt x="521901" y="5235710"/>
                  </a:lnTo>
                  <a:lnTo>
                    <a:pt x="521994" y="5235710"/>
                  </a:lnTo>
                  <a:lnTo>
                    <a:pt x="522087" y="5235710"/>
                  </a:lnTo>
                  <a:lnTo>
                    <a:pt x="522181" y="5235710"/>
                  </a:lnTo>
                  <a:lnTo>
                    <a:pt x="522274" y="5235710"/>
                  </a:lnTo>
                  <a:lnTo>
                    <a:pt x="522367" y="5235710"/>
                  </a:lnTo>
                  <a:lnTo>
                    <a:pt x="522460" y="5235710"/>
                  </a:lnTo>
                  <a:lnTo>
                    <a:pt x="522554" y="5235710"/>
                  </a:lnTo>
                  <a:lnTo>
                    <a:pt x="522647" y="5235710"/>
                  </a:lnTo>
                  <a:lnTo>
                    <a:pt x="522740" y="5235710"/>
                  </a:lnTo>
                  <a:lnTo>
                    <a:pt x="522833" y="5235710"/>
                  </a:lnTo>
                  <a:lnTo>
                    <a:pt x="522927" y="5235710"/>
                  </a:lnTo>
                  <a:lnTo>
                    <a:pt x="523020" y="5235710"/>
                  </a:lnTo>
                  <a:lnTo>
                    <a:pt x="523113" y="5235710"/>
                  </a:lnTo>
                  <a:lnTo>
                    <a:pt x="523206" y="5235710"/>
                  </a:lnTo>
                  <a:lnTo>
                    <a:pt x="523300" y="5235710"/>
                  </a:lnTo>
                  <a:lnTo>
                    <a:pt x="523393" y="5235710"/>
                  </a:lnTo>
                  <a:lnTo>
                    <a:pt x="523486" y="5235710"/>
                  </a:lnTo>
                  <a:lnTo>
                    <a:pt x="523579" y="5235710"/>
                  </a:lnTo>
                  <a:lnTo>
                    <a:pt x="523673" y="5235710"/>
                  </a:lnTo>
                  <a:lnTo>
                    <a:pt x="523766" y="5235710"/>
                  </a:lnTo>
                  <a:lnTo>
                    <a:pt x="523859" y="5235710"/>
                  </a:lnTo>
                  <a:lnTo>
                    <a:pt x="523952" y="5235710"/>
                  </a:lnTo>
                  <a:lnTo>
                    <a:pt x="524046" y="5235710"/>
                  </a:lnTo>
                  <a:lnTo>
                    <a:pt x="524139" y="5235710"/>
                  </a:lnTo>
                  <a:lnTo>
                    <a:pt x="524232" y="5235710"/>
                  </a:lnTo>
                  <a:lnTo>
                    <a:pt x="524325" y="5235710"/>
                  </a:lnTo>
                  <a:lnTo>
                    <a:pt x="524419" y="5235710"/>
                  </a:lnTo>
                  <a:lnTo>
                    <a:pt x="524512" y="5235710"/>
                  </a:lnTo>
                  <a:lnTo>
                    <a:pt x="524605" y="5235710"/>
                  </a:lnTo>
                  <a:lnTo>
                    <a:pt x="524698" y="5235710"/>
                  </a:lnTo>
                  <a:lnTo>
                    <a:pt x="524792" y="5235710"/>
                  </a:lnTo>
                  <a:lnTo>
                    <a:pt x="524885" y="5235710"/>
                  </a:lnTo>
                  <a:lnTo>
                    <a:pt x="524978" y="5235710"/>
                  </a:lnTo>
                  <a:lnTo>
                    <a:pt x="525071" y="5235710"/>
                  </a:lnTo>
                  <a:lnTo>
                    <a:pt x="525165" y="5235710"/>
                  </a:lnTo>
                  <a:lnTo>
                    <a:pt x="525258" y="5235710"/>
                  </a:lnTo>
                  <a:lnTo>
                    <a:pt x="525351" y="5235710"/>
                  </a:lnTo>
                  <a:lnTo>
                    <a:pt x="525444" y="5235710"/>
                  </a:lnTo>
                  <a:lnTo>
                    <a:pt x="525538" y="5235710"/>
                  </a:lnTo>
                  <a:lnTo>
                    <a:pt x="525631" y="5235710"/>
                  </a:lnTo>
                  <a:lnTo>
                    <a:pt x="525724" y="5235710"/>
                  </a:lnTo>
                  <a:lnTo>
                    <a:pt x="525817" y="5235710"/>
                  </a:lnTo>
                  <a:lnTo>
                    <a:pt x="525911" y="5235710"/>
                  </a:lnTo>
                  <a:lnTo>
                    <a:pt x="526004" y="5235710"/>
                  </a:lnTo>
                  <a:lnTo>
                    <a:pt x="526097" y="5235710"/>
                  </a:lnTo>
                  <a:lnTo>
                    <a:pt x="526190" y="5235710"/>
                  </a:lnTo>
                  <a:lnTo>
                    <a:pt x="526284" y="5235710"/>
                  </a:lnTo>
                  <a:lnTo>
                    <a:pt x="526377" y="5235710"/>
                  </a:lnTo>
                  <a:lnTo>
                    <a:pt x="526470" y="5235710"/>
                  </a:lnTo>
                  <a:lnTo>
                    <a:pt x="526563" y="5235710"/>
                  </a:lnTo>
                  <a:lnTo>
                    <a:pt x="526657" y="5235710"/>
                  </a:lnTo>
                  <a:lnTo>
                    <a:pt x="526750" y="5235710"/>
                  </a:lnTo>
                  <a:lnTo>
                    <a:pt x="526843" y="5235710"/>
                  </a:lnTo>
                  <a:lnTo>
                    <a:pt x="526936" y="5235710"/>
                  </a:lnTo>
                  <a:lnTo>
                    <a:pt x="527030" y="5235710"/>
                  </a:lnTo>
                  <a:lnTo>
                    <a:pt x="527123" y="5235710"/>
                  </a:lnTo>
                  <a:lnTo>
                    <a:pt x="527216" y="5235710"/>
                  </a:lnTo>
                  <a:lnTo>
                    <a:pt x="527309" y="5235710"/>
                  </a:lnTo>
                  <a:lnTo>
                    <a:pt x="527402" y="5235710"/>
                  </a:lnTo>
                  <a:lnTo>
                    <a:pt x="527496" y="5235710"/>
                  </a:lnTo>
                  <a:lnTo>
                    <a:pt x="527496" y="5225756"/>
                  </a:lnTo>
                  <a:lnTo>
                    <a:pt x="527589" y="5225756"/>
                  </a:lnTo>
                  <a:lnTo>
                    <a:pt x="527682" y="5225756"/>
                  </a:lnTo>
                  <a:lnTo>
                    <a:pt x="527775" y="5225756"/>
                  </a:lnTo>
                  <a:lnTo>
                    <a:pt x="527869" y="5225756"/>
                  </a:lnTo>
                  <a:lnTo>
                    <a:pt x="527962" y="5225756"/>
                  </a:lnTo>
                  <a:lnTo>
                    <a:pt x="528055" y="5225756"/>
                  </a:lnTo>
                  <a:lnTo>
                    <a:pt x="528148" y="5225756"/>
                  </a:lnTo>
                  <a:lnTo>
                    <a:pt x="528242" y="5225756"/>
                  </a:lnTo>
                  <a:lnTo>
                    <a:pt x="528335" y="5225756"/>
                  </a:lnTo>
                  <a:lnTo>
                    <a:pt x="528428" y="5225756"/>
                  </a:lnTo>
                  <a:lnTo>
                    <a:pt x="528521" y="5225756"/>
                  </a:lnTo>
                  <a:lnTo>
                    <a:pt x="528615" y="5225756"/>
                  </a:lnTo>
                  <a:lnTo>
                    <a:pt x="528708" y="5225756"/>
                  </a:lnTo>
                  <a:lnTo>
                    <a:pt x="528801" y="5225756"/>
                  </a:lnTo>
                  <a:lnTo>
                    <a:pt x="528894" y="5225756"/>
                  </a:lnTo>
                  <a:lnTo>
                    <a:pt x="528988" y="5225756"/>
                  </a:lnTo>
                  <a:lnTo>
                    <a:pt x="529081" y="5225756"/>
                  </a:lnTo>
                  <a:lnTo>
                    <a:pt x="529174" y="5225756"/>
                  </a:lnTo>
                  <a:lnTo>
                    <a:pt x="529267" y="5225756"/>
                  </a:lnTo>
                  <a:lnTo>
                    <a:pt x="529361" y="5225756"/>
                  </a:lnTo>
                  <a:lnTo>
                    <a:pt x="529454" y="5225756"/>
                  </a:lnTo>
                  <a:lnTo>
                    <a:pt x="529547" y="5225756"/>
                  </a:lnTo>
                  <a:lnTo>
                    <a:pt x="529640" y="5225756"/>
                  </a:lnTo>
                  <a:lnTo>
                    <a:pt x="529734" y="5225756"/>
                  </a:lnTo>
                  <a:lnTo>
                    <a:pt x="529827" y="5225756"/>
                  </a:lnTo>
                  <a:lnTo>
                    <a:pt x="529920" y="5225756"/>
                  </a:lnTo>
                  <a:lnTo>
                    <a:pt x="530013" y="5225756"/>
                  </a:lnTo>
                  <a:lnTo>
                    <a:pt x="530107" y="5225756"/>
                  </a:lnTo>
                  <a:lnTo>
                    <a:pt x="530200" y="5225756"/>
                  </a:lnTo>
                  <a:lnTo>
                    <a:pt x="530293" y="5225756"/>
                  </a:lnTo>
                  <a:lnTo>
                    <a:pt x="530386" y="5225756"/>
                  </a:lnTo>
                  <a:lnTo>
                    <a:pt x="530480" y="5225756"/>
                  </a:lnTo>
                  <a:lnTo>
                    <a:pt x="530573" y="5225756"/>
                  </a:lnTo>
                  <a:lnTo>
                    <a:pt x="530666" y="5225756"/>
                  </a:lnTo>
                  <a:lnTo>
                    <a:pt x="530759" y="5225756"/>
                  </a:lnTo>
                  <a:lnTo>
                    <a:pt x="530853" y="5225756"/>
                  </a:lnTo>
                  <a:lnTo>
                    <a:pt x="530946" y="5225756"/>
                  </a:lnTo>
                  <a:lnTo>
                    <a:pt x="531039" y="5225756"/>
                  </a:lnTo>
                  <a:lnTo>
                    <a:pt x="531132" y="5225756"/>
                  </a:lnTo>
                  <a:lnTo>
                    <a:pt x="531226" y="5225756"/>
                  </a:lnTo>
                  <a:lnTo>
                    <a:pt x="531319" y="5225756"/>
                  </a:lnTo>
                  <a:lnTo>
                    <a:pt x="531412" y="5225756"/>
                  </a:lnTo>
                  <a:lnTo>
                    <a:pt x="531505" y="5225756"/>
                  </a:lnTo>
                  <a:lnTo>
                    <a:pt x="531599" y="5225756"/>
                  </a:lnTo>
                  <a:lnTo>
                    <a:pt x="531692" y="5225756"/>
                  </a:lnTo>
                  <a:lnTo>
                    <a:pt x="531785" y="5225756"/>
                  </a:lnTo>
                  <a:lnTo>
                    <a:pt x="531878" y="5225756"/>
                  </a:lnTo>
                  <a:lnTo>
                    <a:pt x="531972" y="5225756"/>
                  </a:lnTo>
                  <a:lnTo>
                    <a:pt x="532065" y="5225756"/>
                  </a:lnTo>
                  <a:lnTo>
                    <a:pt x="532158" y="5225756"/>
                  </a:lnTo>
                  <a:lnTo>
                    <a:pt x="532251" y="5225756"/>
                  </a:lnTo>
                  <a:lnTo>
                    <a:pt x="532345" y="5225756"/>
                  </a:lnTo>
                  <a:lnTo>
                    <a:pt x="532438" y="5225756"/>
                  </a:lnTo>
                  <a:lnTo>
                    <a:pt x="532531" y="5225756"/>
                  </a:lnTo>
                  <a:lnTo>
                    <a:pt x="532531" y="5215803"/>
                  </a:lnTo>
                  <a:lnTo>
                    <a:pt x="532624" y="5215803"/>
                  </a:lnTo>
                  <a:lnTo>
                    <a:pt x="532718" y="5215803"/>
                  </a:lnTo>
                  <a:lnTo>
                    <a:pt x="532811" y="5215803"/>
                  </a:lnTo>
                  <a:lnTo>
                    <a:pt x="532904" y="5215803"/>
                  </a:lnTo>
                  <a:lnTo>
                    <a:pt x="532997" y="5215803"/>
                  </a:lnTo>
                  <a:lnTo>
                    <a:pt x="533091" y="5215803"/>
                  </a:lnTo>
                  <a:lnTo>
                    <a:pt x="533184" y="5215803"/>
                  </a:lnTo>
                  <a:lnTo>
                    <a:pt x="533277" y="5215803"/>
                  </a:lnTo>
                  <a:lnTo>
                    <a:pt x="533370" y="5215803"/>
                  </a:lnTo>
                  <a:lnTo>
                    <a:pt x="533464" y="5215803"/>
                  </a:lnTo>
                  <a:lnTo>
                    <a:pt x="533557" y="5215803"/>
                  </a:lnTo>
                  <a:lnTo>
                    <a:pt x="533650" y="5215803"/>
                  </a:lnTo>
                  <a:lnTo>
                    <a:pt x="533743" y="5215803"/>
                  </a:lnTo>
                  <a:lnTo>
                    <a:pt x="533837" y="5215803"/>
                  </a:lnTo>
                  <a:lnTo>
                    <a:pt x="533930" y="5215803"/>
                  </a:lnTo>
                  <a:lnTo>
                    <a:pt x="534023" y="5215803"/>
                  </a:lnTo>
                  <a:lnTo>
                    <a:pt x="534116" y="5215803"/>
                  </a:lnTo>
                  <a:lnTo>
                    <a:pt x="534210" y="5215803"/>
                  </a:lnTo>
                  <a:lnTo>
                    <a:pt x="534303" y="5215803"/>
                  </a:lnTo>
                  <a:lnTo>
                    <a:pt x="534396" y="5215803"/>
                  </a:lnTo>
                  <a:lnTo>
                    <a:pt x="534489" y="5215803"/>
                  </a:lnTo>
                  <a:lnTo>
                    <a:pt x="534582" y="5215803"/>
                  </a:lnTo>
                  <a:lnTo>
                    <a:pt x="534582" y="5205849"/>
                  </a:lnTo>
                  <a:lnTo>
                    <a:pt x="534676" y="5205849"/>
                  </a:lnTo>
                  <a:lnTo>
                    <a:pt x="534769" y="5205849"/>
                  </a:lnTo>
                  <a:lnTo>
                    <a:pt x="534862" y="5205849"/>
                  </a:lnTo>
                  <a:lnTo>
                    <a:pt x="534955" y="5205849"/>
                  </a:lnTo>
                  <a:lnTo>
                    <a:pt x="535049" y="5205849"/>
                  </a:lnTo>
                  <a:lnTo>
                    <a:pt x="535142" y="5205849"/>
                  </a:lnTo>
                  <a:lnTo>
                    <a:pt x="535235" y="5205849"/>
                  </a:lnTo>
                  <a:lnTo>
                    <a:pt x="535328" y="5205849"/>
                  </a:lnTo>
                  <a:lnTo>
                    <a:pt x="535422" y="5205849"/>
                  </a:lnTo>
                  <a:lnTo>
                    <a:pt x="535515" y="5205849"/>
                  </a:lnTo>
                  <a:lnTo>
                    <a:pt x="535608" y="5205849"/>
                  </a:lnTo>
                  <a:lnTo>
                    <a:pt x="535701" y="5205849"/>
                  </a:lnTo>
                  <a:lnTo>
                    <a:pt x="535795" y="5205849"/>
                  </a:lnTo>
                  <a:lnTo>
                    <a:pt x="535888" y="5205849"/>
                  </a:lnTo>
                  <a:lnTo>
                    <a:pt x="535981" y="5205849"/>
                  </a:lnTo>
                  <a:lnTo>
                    <a:pt x="536074" y="5205849"/>
                  </a:lnTo>
                  <a:lnTo>
                    <a:pt x="536168" y="5205849"/>
                  </a:lnTo>
                  <a:lnTo>
                    <a:pt x="536261" y="5205849"/>
                  </a:lnTo>
                  <a:lnTo>
                    <a:pt x="536354" y="5205849"/>
                  </a:lnTo>
                  <a:lnTo>
                    <a:pt x="536447" y="5205849"/>
                  </a:lnTo>
                  <a:lnTo>
                    <a:pt x="536541" y="5205849"/>
                  </a:lnTo>
                  <a:lnTo>
                    <a:pt x="536634" y="5205849"/>
                  </a:lnTo>
                  <a:lnTo>
                    <a:pt x="536727" y="5205849"/>
                  </a:lnTo>
                  <a:lnTo>
                    <a:pt x="536820" y="5205849"/>
                  </a:lnTo>
                  <a:lnTo>
                    <a:pt x="536914" y="5205849"/>
                  </a:lnTo>
                  <a:lnTo>
                    <a:pt x="537007" y="5205849"/>
                  </a:lnTo>
                  <a:lnTo>
                    <a:pt x="537100" y="5205849"/>
                  </a:lnTo>
                  <a:lnTo>
                    <a:pt x="537193" y="5205849"/>
                  </a:lnTo>
                  <a:lnTo>
                    <a:pt x="537287" y="5205849"/>
                  </a:lnTo>
                  <a:lnTo>
                    <a:pt x="537380" y="5205849"/>
                  </a:lnTo>
                  <a:lnTo>
                    <a:pt x="537473" y="5205849"/>
                  </a:lnTo>
                  <a:lnTo>
                    <a:pt x="537566" y="5205849"/>
                  </a:lnTo>
                  <a:lnTo>
                    <a:pt x="537660" y="5205849"/>
                  </a:lnTo>
                  <a:lnTo>
                    <a:pt x="537753" y="5205849"/>
                  </a:lnTo>
                  <a:lnTo>
                    <a:pt x="537846" y="5205849"/>
                  </a:lnTo>
                  <a:lnTo>
                    <a:pt x="537939" y="5205849"/>
                  </a:lnTo>
                  <a:lnTo>
                    <a:pt x="538033" y="5205849"/>
                  </a:lnTo>
                  <a:lnTo>
                    <a:pt x="538126" y="5205849"/>
                  </a:lnTo>
                  <a:lnTo>
                    <a:pt x="538219" y="5205849"/>
                  </a:lnTo>
                  <a:lnTo>
                    <a:pt x="538312" y="5205849"/>
                  </a:lnTo>
                  <a:lnTo>
                    <a:pt x="538406" y="5205849"/>
                  </a:lnTo>
                  <a:lnTo>
                    <a:pt x="538499" y="5205849"/>
                  </a:lnTo>
                  <a:lnTo>
                    <a:pt x="538592" y="5205849"/>
                  </a:lnTo>
                  <a:lnTo>
                    <a:pt x="538685" y="5205849"/>
                  </a:lnTo>
                  <a:lnTo>
                    <a:pt x="538779" y="5205849"/>
                  </a:lnTo>
                  <a:lnTo>
                    <a:pt x="538872" y="5205849"/>
                  </a:lnTo>
                  <a:lnTo>
                    <a:pt x="538965" y="5205849"/>
                  </a:lnTo>
                  <a:lnTo>
                    <a:pt x="539058" y="5205849"/>
                  </a:lnTo>
                  <a:lnTo>
                    <a:pt x="539152" y="5205849"/>
                  </a:lnTo>
                  <a:lnTo>
                    <a:pt x="539245" y="5205849"/>
                  </a:lnTo>
                  <a:lnTo>
                    <a:pt x="539338" y="5205849"/>
                  </a:lnTo>
                  <a:lnTo>
                    <a:pt x="539431" y="5205849"/>
                  </a:lnTo>
                  <a:lnTo>
                    <a:pt x="539525" y="5205849"/>
                  </a:lnTo>
                  <a:lnTo>
                    <a:pt x="539618" y="5205849"/>
                  </a:lnTo>
                  <a:lnTo>
                    <a:pt x="539711" y="5205849"/>
                  </a:lnTo>
                  <a:lnTo>
                    <a:pt x="539804" y="5205849"/>
                  </a:lnTo>
                  <a:lnTo>
                    <a:pt x="539898" y="5205849"/>
                  </a:lnTo>
                  <a:lnTo>
                    <a:pt x="539991" y="5205849"/>
                  </a:lnTo>
                  <a:lnTo>
                    <a:pt x="540084" y="5205849"/>
                  </a:lnTo>
                  <a:lnTo>
                    <a:pt x="540177" y="5205849"/>
                  </a:lnTo>
                  <a:lnTo>
                    <a:pt x="540271" y="5205849"/>
                  </a:lnTo>
                  <a:lnTo>
                    <a:pt x="540364" y="5205849"/>
                  </a:lnTo>
                  <a:lnTo>
                    <a:pt x="540457" y="5205849"/>
                  </a:lnTo>
                  <a:lnTo>
                    <a:pt x="540550" y="5205849"/>
                  </a:lnTo>
                  <a:lnTo>
                    <a:pt x="540644" y="5205849"/>
                  </a:lnTo>
                  <a:lnTo>
                    <a:pt x="540737" y="5205849"/>
                  </a:lnTo>
                  <a:lnTo>
                    <a:pt x="540830" y="5205849"/>
                  </a:lnTo>
                  <a:lnTo>
                    <a:pt x="540923" y="5205849"/>
                  </a:lnTo>
                  <a:lnTo>
                    <a:pt x="541017" y="5205849"/>
                  </a:lnTo>
                  <a:lnTo>
                    <a:pt x="541110" y="5205849"/>
                  </a:lnTo>
                  <a:lnTo>
                    <a:pt x="541203" y="5205849"/>
                  </a:lnTo>
                  <a:lnTo>
                    <a:pt x="541296" y="5205849"/>
                  </a:lnTo>
                  <a:lnTo>
                    <a:pt x="541389" y="5205849"/>
                  </a:lnTo>
                  <a:lnTo>
                    <a:pt x="541483" y="5205849"/>
                  </a:lnTo>
                  <a:lnTo>
                    <a:pt x="541576" y="5205849"/>
                  </a:lnTo>
                  <a:lnTo>
                    <a:pt x="541669" y="5205849"/>
                  </a:lnTo>
                  <a:lnTo>
                    <a:pt x="541762" y="5205849"/>
                  </a:lnTo>
                  <a:lnTo>
                    <a:pt x="541856" y="5205849"/>
                  </a:lnTo>
                  <a:lnTo>
                    <a:pt x="541949" y="5205849"/>
                  </a:lnTo>
                  <a:lnTo>
                    <a:pt x="542042" y="5205849"/>
                  </a:lnTo>
                  <a:lnTo>
                    <a:pt x="542135" y="5205849"/>
                  </a:lnTo>
                  <a:lnTo>
                    <a:pt x="542229" y="5205849"/>
                  </a:lnTo>
                  <a:lnTo>
                    <a:pt x="542322" y="5205849"/>
                  </a:lnTo>
                  <a:lnTo>
                    <a:pt x="542415" y="5205849"/>
                  </a:lnTo>
                  <a:lnTo>
                    <a:pt x="542508" y="5205849"/>
                  </a:lnTo>
                  <a:lnTo>
                    <a:pt x="542602" y="5205849"/>
                  </a:lnTo>
                  <a:lnTo>
                    <a:pt x="542695" y="5205849"/>
                  </a:lnTo>
                  <a:lnTo>
                    <a:pt x="542788" y="5205849"/>
                  </a:lnTo>
                  <a:lnTo>
                    <a:pt x="542881" y="5205849"/>
                  </a:lnTo>
                  <a:lnTo>
                    <a:pt x="542975" y="5205849"/>
                  </a:lnTo>
                  <a:lnTo>
                    <a:pt x="543068" y="5205849"/>
                  </a:lnTo>
                  <a:lnTo>
                    <a:pt x="543161" y="5205849"/>
                  </a:lnTo>
                  <a:lnTo>
                    <a:pt x="543254" y="5205849"/>
                  </a:lnTo>
                  <a:lnTo>
                    <a:pt x="543348" y="5205849"/>
                  </a:lnTo>
                  <a:lnTo>
                    <a:pt x="543441" y="5205849"/>
                  </a:lnTo>
                  <a:lnTo>
                    <a:pt x="543534" y="5205849"/>
                  </a:lnTo>
                  <a:lnTo>
                    <a:pt x="543627" y="5205849"/>
                  </a:lnTo>
                  <a:lnTo>
                    <a:pt x="543721" y="5205849"/>
                  </a:lnTo>
                  <a:lnTo>
                    <a:pt x="543814" y="5205849"/>
                  </a:lnTo>
                  <a:lnTo>
                    <a:pt x="543907" y="5205849"/>
                  </a:lnTo>
                  <a:lnTo>
                    <a:pt x="544000" y="5205849"/>
                  </a:lnTo>
                  <a:lnTo>
                    <a:pt x="544094" y="5205849"/>
                  </a:lnTo>
                  <a:lnTo>
                    <a:pt x="544187" y="5205849"/>
                  </a:lnTo>
                  <a:lnTo>
                    <a:pt x="544280" y="5205849"/>
                  </a:lnTo>
                  <a:lnTo>
                    <a:pt x="544373" y="5205849"/>
                  </a:lnTo>
                  <a:lnTo>
                    <a:pt x="544467" y="5205849"/>
                  </a:lnTo>
                  <a:lnTo>
                    <a:pt x="544560" y="5205849"/>
                  </a:lnTo>
                  <a:lnTo>
                    <a:pt x="544653" y="5205849"/>
                  </a:lnTo>
                  <a:lnTo>
                    <a:pt x="544746" y="5205849"/>
                  </a:lnTo>
                  <a:lnTo>
                    <a:pt x="544840" y="5205849"/>
                  </a:lnTo>
                  <a:lnTo>
                    <a:pt x="544933" y="5205849"/>
                  </a:lnTo>
                  <a:lnTo>
                    <a:pt x="545026" y="5205849"/>
                  </a:lnTo>
                  <a:lnTo>
                    <a:pt x="545119" y="5205849"/>
                  </a:lnTo>
                  <a:lnTo>
                    <a:pt x="545213" y="5205849"/>
                  </a:lnTo>
                  <a:lnTo>
                    <a:pt x="545306" y="5205849"/>
                  </a:lnTo>
                  <a:lnTo>
                    <a:pt x="545306" y="5195895"/>
                  </a:lnTo>
                  <a:lnTo>
                    <a:pt x="545399" y="5195895"/>
                  </a:lnTo>
                  <a:lnTo>
                    <a:pt x="545492" y="5195895"/>
                  </a:lnTo>
                  <a:lnTo>
                    <a:pt x="545586" y="5195895"/>
                  </a:lnTo>
                  <a:lnTo>
                    <a:pt x="545679" y="5195895"/>
                  </a:lnTo>
                  <a:lnTo>
                    <a:pt x="545772" y="5195895"/>
                  </a:lnTo>
                  <a:lnTo>
                    <a:pt x="545772" y="5185941"/>
                  </a:lnTo>
                  <a:lnTo>
                    <a:pt x="545865" y="5185941"/>
                  </a:lnTo>
                  <a:lnTo>
                    <a:pt x="545959" y="5185941"/>
                  </a:lnTo>
                  <a:lnTo>
                    <a:pt x="546052" y="5185941"/>
                  </a:lnTo>
                  <a:lnTo>
                    <a:pt x="546145" y="5185941"/>
                  </a:lnTo>
                  <a:lnTo>
                    <a:pt x="546238" y="5185941"/>
                  </a:lnTo>
                  <a:lnTo>
                    <a:pt x="546332" y="5185941"/>
                  </a:lnTo>
                  <a:lnTo>
                    <a:pt x="546425" y="5185941"/>
                  </a:lnTo>
                  <a:lnTo>
                    <a:pt x="546518" y="5185941"/>
                  </a:lnTo>
                  <a:lnTo>
                    <a:pt x="546611" y="5185941"/>
                  </a:lnTo>
                  <a:lnTo>
                    <a:pt x="546705" y="5185941"/>
                  </a:lnTo>
                  <a:lnTo>
                    <a:pt x="546798" y="5185941"/>
                  </a:lnTo>
                  <a:lnTo>
                    <a:pt x="546891" y="5185941"/>
                  </a:lnTo>
                  <a:lnTo>
                    <a:pt x="546984" y="5185941"/>
                  </a:lnTo>
                  <a:lnTo>
                    <a:pt x="547078" y="5185941"/>
                  </a:lnTo>
                  <a:lnTo>
                    <a:pt x="547171" y="5185941"/>
                  </a:lnTo>
                  <a:lnTo>
                    <a:pt x="547264" y="5185941"/>
                  </a:lnTo>
                  <a:lnTo>
                    <a:pt x="547357" y="5185941"/>
                  </a:lnTo>
                  <a:lnTo>
                    <a:pt x="547451" y="5185941"/>
                  </a:lnTo>
                  <a:lnTo>
                    <a:pt x="547544" y="5185941"/>
                  </a:lnTo>
                  <a:lnTo>
                    <a:pt x="547637" y="5185941"/>
                  </a:lnTo>
                  <a:lnTo>
                    <a:pt x="547730" y="5185941"/>
                  </a:lnTo>
                  <a:lnTo>
                    <a:pt x="547824" y="5185941"/>
                  </a:lnTo>
                  <a:lnTo>
                    <a:pt x="547917" y="5185941"/>
                  </a:lnTo>
                  <a:lnTo>
                    <a:pt x="548010" y="5185941"/>
                  </a:lnTo>
                  <a:lnTo>
                    <a:pt x="548103" y="5185941"/>
                  </a:lnTo>
                  <a:lnTo>
                    <a:pt x="548196" y="5185941"/>
                  </a:lnTo>
                  <a:lnTo>
                    <a:pt x="548290" y="5185941"/>
                  </a:lnTo>
                  <a:lnTo>
                    <a:pt x="548383" y="5185941"/>
                  </a:lnTo>
                  <a:lnTo>
                    <a:pt x="548476" y="5185941"/>
                  </a:lnTo>
                  <a:lnTo>
                    <a:pt x="548569" y="5185941"/>
                  </a:lnTo>
                  <a:lnTo>
                    <a:pt x="548663" y="5185941"/>
                  </a:lnTo>
                  <a:lnTo>
                    <a:pt x="548756" y="5185941"/>
                  </a:lnTo>
                  <a:lnTo>
                    <a:pt x="548849" y="5185941"/>
                  </a:lnTo>
                  <a:lnTo>
                    <a:pt x="548942" y="5185941"/>
                  </a:lnTo>
                  <a:lnTo>
                    <a:pt x="549036" y="5185941"/>
                  </a:lnTo>
                  <a:lnTo>
                    <a:pt x="549129" y="5185941"/>
                  </a:lnTo>
                  <a:lnTo>
                    <a:pt x="549222" y="5185941"/>
                  </a:lnTo>
                  <a:lnTo>
                    <a:pt x="549315" y="5185941"/>
                  </a:lnTo>
                  <a:lnTo>
                    <a:pt x="549409" y="5185941"/>
                  </a:lnTo>
                  <a:lnTo>
                    <a:pt x="549502" y="5185941"/>
                  </a:lnTo>
                  <a:lnTo>
                    <a:pt x="549595" y="5185941"/>
                  </a:lnTo>
                  <a:lnTo>
                    <a:pt x="549688" y="5185941"/>
                  </a:lnTo>
                  <a:lnTo>
                    <a:pt x="549782" y="5185941"/>
                  </a:lnTo>
                  <a:lnTo>
                    <a:pt x="549875" y="5185941"/>
                  </a:lnTo>
                  <a:lnTo>
                    <a:pt x="549968" y="5185941"/>
                  </a:lnTo>
                  <a:lnTo>
                    <a:pt x="550061" y="5185941"/>
                  </a:lnTo>
                  <a:lnTo>
                    <a:pt x="550155" y="5185941"/>
                  </a:lnTo>
                  <a:lnTo>
                    <a:pt x="550248" y="5185941"/>
                  </a:lnTo>
                  <a:lnTo>
                    <a:pt x="550341" y="5185941"/>
                  </a:lnTo>
                  <a:lnTo>
                    <a:pt x="550434" y="5185941"/>
                  </a:lnTo>
                  <a:lnTo>
                    <a:pt x="550528" y="5185941"/>
                  </a:lnTo>
                  <a:lnTo>
                    <a:pt x="550621" y="5185941"/>
                  </a:lnTo>
                  <a:lnTo>
                    <a:pt x="550714" y="5185941"/>
                  </a:lnTo>
                  <a:lnTo>
                    <a:pt x="550807" y="5185941"/>
                  </a:lnTo>
                  <a:lnTo>
                    <a:pt x="550901" y="5185941"/>
                  </a:lnTo>
                  <a:lnTo>
                    <a:pt x="550994" y="5185941"/>
                  </a:lnTo>
                  <a:lnTo>
                    <a:pt x="551087" y="5185941"/>
                  </a:lnTo>
                  <a:lnTo>
                    <a:pt x="551180" y="5185941"/>
                  </a:lnTo>
                  <a:lnTo>
                    <a:pt x="551274" y="5185941"/>
                  </a:lnTo>
                  <a:lnTo>
                    <a:pt x="551367" y="5185941"/>
                  </a:lnTo>
                  <a:lnTo>
                    <a:pt x="551460" y="5185941"/>
                  </a:lnTo>
                  <a:lnTo>
                    <a:pt x="551553" y="5185941"/>
                  </a:lnTo>
                  <a:lnTo>
                    <a:pt x="551647" y="5185941"/>
                  </a:lnTo>
                  <a:lnTo>
                    <a:pt x="551740" y="5185941"/>
                  </a:lnTo>
                  <a:lnTo>
                    <a:pt x="551833" y="5185941"/>
                  </a:lnTo>
                  <a:lnTo>
                    <a:pt x="551926" y="5185941"/>
                  </a:lnTo>
                  <a:lnTo>
                    <a:pt x="552020" y="5185941"/>
                  </a:lnTo>
                  <a:lnTo>
                    <a:pt x="552113" y="5185941"/>
                  </a:lnTo>
                  <a:lnTo>
                    <a:pt x="552206" y="5185941"/>
                  </a:lnTo>
                  <a:lnTo>
                    <a:pt x="552299" y="5185941"/>
                  </a:lnTo>
                  <a:lnTo>
                    <a:pt x="552299" y="5175987"/>
                  </a:lnTo>
                  <a:lnTo>
                    <a:pt x="552393" y="5175987"/>
                  </a:lnTo>
                  <a:lnTo>
                    <a:pt x="552486" y="5175987"/>
                  </a:lnTo>
                  <a:lnTo>
                    <a:pt x="552579" y="5175987"/>
                  </a:lnTo>
                  <a:lnTo>
                    <a:pt x="552672" y="5175987"/>
                  </a:lnTo>
                  <a:lnTo>
                    <a:pt x="552766" y="5175987"/>
                  </a:lnTo>
                  <a:lnTo>
                    <a:pt x="552859" y="5175987"/>
                  </a:lnTo>
                  <a:lnTo>
                    <a:pt x="552952" y="5175987"/>
                  </a:lnTo>
                  <a:lnTo>
                    <a:pt x="553045" y="5175987"/>
                  </a:lnTo>
                  <a:lnTo>
                    <a:pt x="553139" y="5175987"/>
                  </a:lnTo>
                  <a:lnTo>
                    <a:pt x="553232" y="5175987"/>
                  </a:lnTo>
                  <a:lnTo>
                    <a:pt x="553325" y="5175987"/>
                  </a:lnTo>
                  <a:lnTo>
                    <a:pt x="553418" y="5175987"/>
                  </a:lnTo>
                  <a:lnTo>
                    <a:pt x="553512" y="5175987"/>
                  </a:lnTo>
                  <a:lnTo>
                    <a:pt x="553605" y="5175987"/>
                  </a:lnTo>
                  <a:lnTo>
                    <a:pt x="553698" y="5175987"/>
                  </a:lnTo>
                  <a:lnTo>
                    <a:pt x="553791" y="5175987"/>
                  </a:lnTo>
                  <a:lnTo>
                    <a:pt x="553885" y="5175987"/>
                  </a:lnTo>
                  <a:lnTo>
                    <a:pt x="553978" y="5175987"/>
                  </a:lnTo>
                  <a:lnTo>
                    <a:pt x="554071" y="5175987"/>
                  </a:lnTo>
                  <a:lnTo>
                    <a:pt x="554164" y="5175987"/>
                  </a:lnTo>
                  <a:lnTo>
                    <a:pt x="554258" y="5175987"/>
                  </a:lnTo>
                  <a:lnTo>
                    <a:pt x="554351" y="5175987"/>
                  </a:lnTo>
                  <a:lnTo>
                    <a:pt x="554444" y="5175987"/>
                  </a:lnTo>
                  <a:lnTo>
                    <a:pt x="554537" y="5175987"/>
                  </a:lnTo>
                  <a:lnTo>
                    <a:pt x="554631" y="5175987"/>
                  </a:lnTo>
                  <a:lnTo>
                    <a:pt x="554724" y="5175987"/>
                  </a:lnTo>
                  <a:lnTo>
                    <a:pt x="554817" y="5175987"/>
                  </a:lnTo>
                  <a:lnTo>
                    <a:pt x="554910" y="5175987"/>
                  </a:lnTo>
                  <a:lnTo>
                    <a:pt x="555004" y="5175987"/>
                  </a:lnTo>
                  <a:lnTo>
                    <a:pt x="555097" y="5175987"/>
                  </a:lnTo>
                  <a:lnTo>
                    <a:pt x="555190" y="5175987"/>
                  </a:lnTo>
                  <a:lnTo>
                    <a:pt x="555283" y="5175987"/>
                  </a:lnTo>
                  <a:lnTo>
                    <a:pt x="555376" y="5175987"/>
                  </a:lnTo>
                  <a:lnTo>
                    <a:pt x="555470" y="5175987"/>
                  </a:lnTo>
                  <a:lnTo>
                    <a:pt x="555563" y="5175987"/>
                  </a:lnTo>
                  <a:lnTo>
                    <a:pt x="555656" y="5175987"/>
                  </a:lnTo>
                  <a:lnTo>
                    <a:pt x="555749" y="5175987"/>
                  </a:lnTo>
                  <a:lnTo>
                    <a:pt x="555843" y="5175987"/>
                  </a:lnTo>
                  <a:lnTo>
                    <a:pt x="555936" y="5175987"/>
                  </a:lnTo>
                  <a:lnTo>
                    <a:pt x="556029" y="5175987"/>
                  </a:lnTo>
                  <a:lnTo>
                    <a:pt x="556122" y="5175987"/>
                  </a:lnTo>
                  <a:lnTo>
                    <a:pt x="556122" y="5166033"/>
                  </a:lnTo>
                  <a:lnTo>
                    <a:pt x="556216" y="5166033"/>
                  </a:lnTo>
                  <a:lnTo>
                    <a:pt x="556309" y="5166033"/>
                  </a:lnTo>
                  <a:lnTo>
                    <a:pt x="556402" y="5166033"/>
                  </a:lnTo>
                  <a:lnTo>
                    <a:pt x="556495" y="5166033"/>
                  </a:lnTo>
                  <a:lnTo>
                    <a:pt x="556589" y="5166033"/>
                  </a:lnTo>
                  <a:lnTo>
                    <a:pt x="556682" y="5166033"/>
                  </a:lnTo>
                  <a:lnTo>
                    <a:pt x="556775" y="5166033"/>
                  </a:lnTo>
                  <a:lnTo>
                    <a:pt x="556868" y="5166033"/>
                  </a:lnTo>
                  <a:lnTo>
                    <a:pt x="556962" y="5166033"/>
                  </a:lnTo>
                  <a:lnTo>
                    <a:pt x="557055" y="5166033"/>
                  </a:lnTo>
                  <a:lnTo>
                    <a:pt x="557148" y="5166033"/>
                  </a:lnTo>
                  <a:lnTo>
                    <a:pt x="557241" y="5166033"/>
                  </a:lnTo>
                  <a:lnTo>
                    <a:pt x="557335" y="5166033"/>
                  </a:lnTo>
                  <a:lnTo>
                    <a:pt x="557428" y="5166033"/>
                  </a:lnTo>
                  <a:lnTo>
                    <a:pt x="557521" y="5166033"/>
                  </a:lnTo>
                  <a:lnTo>
                    <a:pt x="557614" y="5166033"/>
                  </a:lnTo>
                  <a:lnTo>
                    <a:pt x="557708" y="5166033"/>
                  </a:lnTo>
                  <a:lnTo>
                    <a:pt x="557801" y="5166033"/>
                  </a:lnTo>
                  <a:lnTo>
                    <a:pt x="557894" y="5166033"/>
                  </a:lnTo>
                  <a:lnTo>
                    <a:pt x="557987" y="5166033"/>
                  </a:lnTo>
                  <a:lnTo>
                    <a:pt x="558081" y="5166033"/>
                  </a:lnTo>
                  <a:lnTo>
                    <a:pt x="558174" y="5166033"/>
                  </a:lnTo>
                  <a:lnTo>
                    <a:pt x="558267" y="5166033"/>
                  </a:lnTo>
                  <a:lnTo>
                    <a:pt x="558360" y="5166033"/>
                  </a:lnTo>
                  <a:lnTo>
                    <a:pt x="558454" y="5166033"/>
                  </a:lnTo>
                  <a:lnTo>
                    <a:pt x="558547" y="5166033"/>
                  </a:lnTo>
                  <a:lnTo>
                    <a:pt x="558640" y="5166033"/>
                  </a:lnTo>
                  <a:lnTo>
                    <a:pt x="558733" y="5166033"/>
                  </a:lnTo>
                  <a:lnTo>
                    <a:pt x="558827" y="5166033"/>
                  </a:lnTo>
                  <a:lnTo>
                    <a:pt x="558920" y="5166033"/>
                  </a:lnTo>
                  <a:lnTo>
                    <a:pt x="559013" y="5166033"/>
                  </a:lnTo>
                  <a:lnTo>
                    <a:pt x="559106" y="5166033"/>
                  </a:lnTo>
                  <a:lnTo>
                    <a:pt x="559200" y="5166033"/>
                  </a:lnTo>
                  <a:lnTo>
                    <a:pt x="559293" y="5166033"/>
                  </a:lnTo>
                  <a:lnTo>
                    <a:pt x="559386" y="5166033"/>
                  </a:lnTo>
                  <a:lnTo>
                    <a:pt x="559479" y="5166033"/>
                  </a:lnTo>
                  <a:lnTo>
                    <a:pt x="559573" y="5166033"/>
                  </a:lnTo>
                  <a:lnTo>
                    <a:pt x="559666" y="5166033"/>
                  </a:lnTo>
                  <a:lnTo>
                    <a:pt x="559759" y="5166033"/>
                  </a:lnTo>
                  <a:lnTo>
                    <a:pt x="559852" y="5166033"/>
                  </a:lnTo>
                  <a:lnTo>
                    <a:pt x="559946" y="5166033"/>
                  </a:lnTo>
                  <a:lnTo>
                    <a:pt x="560039" y="5166033"/>
                  </a:lnTo>
                  <a:lnTo>
                    <a:pt x="560132" y="5166033"/>
                  </a:lnTo>
                  <a:lnTo>
                    <a:pt x="560225" y="5166033"/>
                  </a:lnTo>
                  <a:lnTo>
                    <a:pt x="560319" y="5166033"/>
                  </a:lnTo>
                  <a:lnTo>
                    <a:pt x="560412" y="5166033"/>
                  </a:lnTo>
                  <a:lnTo>
                    <a:pt x="560505" y="5166033"/>
                  </a:lnTo>
                  <a:lnTo>
                    <a:pt x="560598" y="5166033"/>
                  </a:lnTo>
                  <a:lnTo>
                    <a:pt x="560692" y="5166033"/>
                  </a:lnTo>
                  <a:lnTo>
                    <a:pt x="560785" y="5166033"/>
                  </a:lnTo>
                  <a:lnTo>
                    <a:pt x="560878" y="5166033"/>
                  </a:lnTo>
                  <a:lnTo>
                    <a:pt x="560971" y="5166033"/>
                  </a:lnTo>
                  <a:lnTo>
                    <a:pt x="561065" y="5166033"/>
                  </a:lnTo>
                  <a:lnTo>
                    <a:pt x="561158" y="5166033"/>
                  </a:lnTo>
                  <a:lnTo>
                    <a:pt x="561251" y="5166033"/>
                  </a:lnTo>
                  <a:lnTo>
                    <a:pt x="561344" y="5166033"/>
                  </a:lnTo>
                  <a:lnTo>
                    <a:pt x="561438" y="5166033"/>
                  </a:lnTo>
                  <a:lnTo>
                    <a:pt x="561531" y="5166033"/>
                  </a:lnTo>
                  <a:lnTo>
                    <a:pt x="561624" y="5166033"/>
                  </a:lnTo>
                  <a:lnTo>
                    <a:pt x="561717" y="5166033"/>
                  </a:lnTo>
                  <a:lnTo>
                    <a:pt x="561811" y="5166033"/>
                  </a:lnTo>
                  <a:lnTo>
                    <a:pt x="561904" y="5166033"/>
                  </a:lnTo>
                  <a:lnTo>
                    <a:pt x="561997" y="5166033"/>
                  </a:lnTo>
                  <a:lnTo>
                    <a:pt x="562090" y="5166033"/>
                  </a:lnTo>
                  <a:lnTo>
                    <a:pt x="562183" y="5166033"/>
                  </a:lnTo>
                  <a:lnTo>
                    <a:pt x="562277" y="5166033"/>
                  </a:lnTo>
                  <a:lnTo>
                    <a:pt x="562370" y="5166033"/>
                  </a:lnTo>
                  <a:lnTo>
                    <a:pt x="562463" y="5166033"/>
                  </a:lnTo>
                  <a:lnTo>
                    <a:pt x="562556" y="5166033"/>
                  </a:lnTo>
                  <a:lnTo>
                    <a:pt x="562650" y="5166033"/>
                  </a:lnTo>
                  <a:lnTo>
                    <a:pt x="562743" y="5166033"/>
                  </a:lnTo>
                  <a:lnTo>
                    <a:pt x="562836" y="5166033"/>
                  </a:lnTo>
                  <a:lnTo>
                    <a:pt x="562929" y="5166033"/>
                  </a:lnTo>
                  <a:lnTo>
                    <a:pt x="563023" y="5166033"/>
                  </a:lnTo>
                  <a:lnTo>
                    <a:pt x="563116" y="5166033"/>
                  </a:lnTo>
                  <a:lnTo>
                    <a:pt x="563209" y="5166033"/>
                  </a:lnTo>
                  <a:lnTo>
                    <a:pt x="563302" y="5166033"/>
                  </a:lnTo>
                  <a:lnTo>
                    <a:pt x="563396" y="5166033"/>
                  </a:lnTo>
                  <a:lnTo>
                    <a:pt x="563489" y="5166033"/>
                  </a:lnTo>
                  <a:lnTo>
                    <a:pt x="563582" y="5166033"/>
                  </a:lnTo>
                  <a:lnTo>
                    <a:pt x="563675" y="5166033"/>
                  </a:lnTo>
                  <a:lnTo>
                    <a:pt x="563769" y="5166033"/>
                  </a:lnTo>
                  <a:lnTo>
                    <a:pt x="563862" y="5166033"/>
                  </a:lnTo>
                  <a:lnTo>
                    <a:pt x="563955" y="5166033"/>
                  </a:lnTo>
                  <a:lnTo>
                    <a:pt x="564048" y="5166033"/>
                  </a:lnTo>
                  <a:lnTo>
                    <a:pt x="564142" y="5166033"/>
                  </a:lnTo>
                  <a:lnTo>
                    <a:pt x="564235" y="5166033"/>
                  </a:lnTo>
                  <a:lnTo>
                    <a:pt x="564328" y="5166033"/>
                  </a:lnTo>
                  <a:lnTo>
                    <a:pt x="564421" y="5166033"/>
                  </a:lnTo>
                  <a:lnTo>
                    <a:pt x="564515" y="5166033"/>
                  </a:lnTo>
                  <a:lnTo>
                    <a:pt x="564608" y="5166033"/>
                  </a:lnTo>
                  <a:lnTo>
                    <a:pt x="564701" y="5166033"/>
                  </a:lnTo>
                  <a:lnTo>
                    <a:pt x="564794" y="5166033"/>
                  </a:lnTo>
                  <a:lnTo>
                    <a:pt x="564888" y="5166033"/>
                  </a:lnTo>
                  <a:lnTo>
                    <a:pt x="564981" y="5166033"/>
                  </a:lnTo>
                  <a:lnTo>
                    <a:pt x="565074" y="5166033"/>
                  </a:lnTo>
                  <a:lnTo>
                    <a:pt x="565167" y="5166033"/>
                  </a:lnTo>
                  <a:lnTo>
                    <a:pt x="565261" y="5166033"/>
                  </a:lnTo>
                  <a:lnTo>
                    <a:pt x="565354" y="5166033"/>
                  </a:lnTo>
                  <a:lnTo>
                    <a:pt x="565354" y="5156080"/>
                  </a:lnTo>
                  <a:lnTo>
                    <a:pt x="565447" y="5156080"/>
                  </a:lnTo>
                  <a:lnTo>
                    <a:pt x="565540" y="5156080"/>
                  </a:lnTo>
                  <a:lnTo>
                    <a:pt x="565634" y="5156080"/>
                  </a:lnTo>
                  <a:lnTo>
                    <a:pt x="565727" y="5156080"/>
                  </a:lnTo>
                  <a:lnTo>
                    <a:pt x="565820" y="5156080"/>
                  </a:lnTo>
                  <a:lnTo>
                    <a:pt x="565913" y="5156080"/>
                  </a:lnTo>
                  <a:lnTo>
                    <a:pt x="566007" y="5156080"/>
                  </a:lnTo>
                  <a:lnTo>
                    <a:pt x="566100" y="5156080"/>
                  </a:lnTo>
                  <a:lnTo>
                    <a:pt x="566193" y="5156080"/>
                  </a:lnTo>
                  <a:lnTo>
                    <a:pt x="566286" y="5156080"/>
                  </a:lnTo>
                  <a:lnTo>
                    <a:pt x="566380" y="5156080"/>
                  </a:lnTo>
                  <a:lnTo>
                    <a:pt x="566473" y="5156080"/>
                  </a:lnTo>
                  <a:lnTo>
                    <a:pt x="566566" y="5156080"/>
                  </a:lnTo>
                  <a:lnTo>
                    <a:pt x="566659" y="5156080"/>
                  </a:lnTo>
                  <a:lnTo>
                    <a:pt x="566753" y="5156080"/>
                  </a:lnTo>
                  <a:lnTo>
                    <a:pt x="566846" y="5156080"/>
                  </a:lnTo>
                  <a:lnTo>
                    <a:pt x="566939" y="5156080"/>
                  </a:lnTo>
                  <a:lnTo>
                    <a:pt x="567032" y="5156080"/>
                  </a:lnTo>
                  <a:lnTo>
                    <a:pt x="567126" y="5156080"/>
                  </a:lnTo>
                  <a:lnTo>
                    <a:pt x="567219" y="5156080"/>
                  </a:lnTo>
                  <a:lnTo>
                    <a:pt x="567312" y="5156080"/>
                  </a:lnTo>
                  <a:lnTo>
                    <a:pt x="567405" y="5156080"/>
                  </a:lnTo>
                  <a:lnTo>
                    <a:pt x="567499" y="5156080"/>
                  </a:lnTo>
                  <a:lnTo>
                    <a:pt x="567592" y="5156080"/>
                  </a:lnTo>
                  <a:lnTo>
                    <a:pt x="567685" y="5156080"/>
                  </a:lnTo>
                  <a:lnTo>
                    <a:pt x="567778" y="5156080"/>
                  </a:lnTo>
                  <a:lnTo>
                    <a:pt x="567872" y="5156080"/>
                  </a:lnTo>
                  <a:lnTo>
                    <a:pt x="567965" y="5156080"/>
                  </a:lnTo>
                  <a:lnTo>
                    <a:pt x="568058" y="5156080"/>
                  </a:lnTo>
                  <a:lnTo>
                    <a:pt x="568151" y="5156080"/>
                  </a:lnTo>
                  <a:lnTo>
                    <a:pt x="568245" y="5156080"/>
                  </a:lnTo>
                  <a:lnTo>
                    <a:pt x="568338" y="5156080"/>
                  </a:lnTo>
                  <a:lnTo>
                    <a:pt x="568431" y="5156080"/>
                  </a:lnTo>
                  <a:lnTo>
                    <a:pt x="568524" y="5156080"/>
                  </a:lnTo>
                  <a:lnTo>
                    <a:pt x="568618" y="5156080"/>
                  </a:lnTo>
                  <a:lnTo>
                    <a:pt x="568711" y="5156080"/>
                  </a:lnTo>
                  <a:lnTo>
                    <a:pt x="568804" y="5156080"/>
                  </a:lnTo>
                  <a:lnTo>
                    <a:pt x="568897" y="5156080"/>
                  </a:lnTo>
                  <a:lnTo>
                    <a:pt x="568990" y="5156080"/>
                  </a:lnTo>
                  <a:lnTo>
                    <a:pt x="569084" y="5156080"/>
                  </a:lnTo>
                  <a:lnTo>
                    <a:pt x="569177" y="5156080"/>
                  </a:lnTo>
                  <a:lnTo>
                    <a:pt x="569270" y="5156080"/>
                  </a:lnTo>
                  <a:lnTo>
                    <a:pt x="569363" y="5156080"/>
                  </a:lnTo>
                  <a:lnTo>
                    <a:pt x="569457" y="5156080"/>
                  </a:lnTo>
                  <a:lnTo>
                    <a:pt x="569550" y="5156080"/>
                  </a:lnTo>
                  <a:lnTo>
                    <a:pt x="569643" y="5156080"/>
                  </a:lnTo>
                  <a:lnTo>
                    <a:pt x="569736" y="5156080"/>
                  </a:lnTo>
                  <a:lnTo>
                    <a:pt x="569830" y="5156080"/>
                  </a:lnTo>
                  <a:lnTo>
                    <a:pt x="569923" y="5156080"/>
                  </a:lnTo>
                  <a:lnTo>
                    <a:pt x="570016" y="5156080"/>
                  </a:lnTo>
                  <a:lnTo>
                    <a:pt x="570109" y="5156080"/>
                  </a:lnTo>
                  <a:lnTo>
                    <a:pt x="570203" y="5156080"/>
                  </a:lnTo>
                  <a:lnTo>
                    <a:pt x="570296" y="5156080"/>
                  </a:lnTo>
                  <a:lnTo>
                    <a:pt x="570389" y="5156080"/>
                  </a:lnTo>
                  <a:lnTo>
                    <a:pt x="570482" y="5156080"/>
                  </a:lnTo>
                  <a:lnTo>
                    <a:pt x="570576" y="5156080"/>
                  </a:lnTo>
                  <a:lnTo>
                    <a:pt x="570669" y="5156080"/>
                  </a:lnTo>
                  <a:lnTo>
                    <a:pt x="570762" y="5156080"/>
                  </a:lnTo>
                  <a:lnTo>
                    <a:pt x="570855" y="5156080"/>
                  </a:lnTo>
                  <a:lnTo>
                    <a:pt x="570949" y="5156080"/>
                  </a:lnTo>
                  <a:lnTo>
                    <a:pt x="571042" y="5156080"/>
                  </a:lnTo>
                  <a:lnTo>
                    <a:pt x="571135" y="5156080"/>
                  </a:lnTo>
                  <a:lnTo>
                    <a:pt x="571228" y="5156080"/>
                  </a:lnTo>
                  <a:lnTo>
                    <a:pt x="571322" y="5156080"/>
                  </a:lnTo>
                  <a:lnTo>
                    <a:pt x="571415" y="5156080"/>
                  </a:lnTo>
                  <a:lnTo>
                    <a:pt x="571508" y="5156080"/>
                  </a:lnTo>
                  <a:lnTo>
                    <a:pt x="571601" y="5156080"/>
                  </a:lnTo>
                  <a:lnTo>
                    <a:pt x="571695" y="5156080"/>
                  </a:lnTo>
                  <a:lnTo>
                    <a:pt x="571788" y="5156080"/>
                  </a:lnTo>
                  <a:lnTo>
                    <a:pt x="571881" y="5156080"/>
                  </a:lnTo>
                  <a:lnTo>
                    <a:pt x="571974" y="5156080"/>
                  </a:lnTo>
                  <a:lnTo>
                    <a:pt x="572068" y="5156080"/>
                  </a:lnTo>
                  <a:lnTo>
                    <a:pt x="572161" y="5156080"/>
                  </a:lnTo>
                  <a:lnTo>
                    <a:pt x="572254" y="5156080"/>
                  </a:lnTo>
                  <a:lnTo>
                    <a:pt x="572347" y="5156080"/>
                  </a:lnTo>
                  <a:lnTo>
                    <a:pt x="572441" y="5156080"/>
                  </a:lnTo>
                  <a:lnTo>
                    <a:pt x="572534" y="5156080"/>
                  </a:lnTo>
                  <a:lnTo>
                    <a:pt x="572534" y="5146126"/>
                  </a:lnTo>
                  <a:lnTo>
                    <a:pt x="572627" y="5146126"/>
                  </a:lnTo>
                  <a:lnTo>
                    <a:pt x="572720" y="5146126"/>
                  </a:lnTo>
                  <a:lnTo>
                    <a:pt x="572814" y="5146126"/>
                  </a:lnTo>
                  <a:lnTo>
                    <a:pt x="572907" y="5146126"/>
                  </a:lnTo>
                  <a:lnTo>
                    <a:pt x="573000" y="5146126"/>
                  </a:lnTo>
                  <a:lnTo>
                    <a:pt x="573000" y="5136172"/>
                  </a:lnTo>
                  <a:lnTo>
                    <a:pt x="573093" y="5136172"/>
                  </a:lnTo>
                  <a:lnTo>
                    <a:pt x="573093" y="5126218"/>
                  </a:lnTo>
                  <a:lnTo>
                    <a:pt x="573187" y="5126218"/>
                  </a:lnTo>
                  <a:lnTo>
                    <a:pt x="573280" y="5126218"/>
                  </a:lnTo>
                  <a:lnTo>
                    <a:pt x="573373" y="5126218"/>
                  </a:lnTo>
                  <a:lnTo>
                    <a:pt x="573466" y="5126218"/>
                  </a:lnTo>
                  <a:lnTo>
                    <a:pt x="573466" y="5116264"/>
                  </a:lnTo>
                  <a:lnTo>
                    <a:pt x="573560" y="5116264"/>
                  </a:lnTo>
                  <a:lnTo>
                    <a:pt x="573560" y="5106311"/>
                  </a:lnTo>
                  <a:lnTo>
                    <a:pt x="573653" y="5106311"/>
                  </a:lnTo>
                  <a:lnTo>
                    <a:pt x="573746" y="5106311"/>
                  </a:lnTo>
                  <a:lnTo>
                    <a:pt x="573839" y="5106311"/>
                  </a:lnTo>
                  <a:lnTo>
                    <a:pt x="573839" y="5096357"/>
                  </a:lnTo>
                  <a:lnTo>
                    <a:pt x="573933" y="5096357"/>
                  </a:lnTo>
                  <a:lnTo>
                    <a:pt x="574026" y="5096357"/>
                  </a:lnTo>
                  <a:lnTo>
                    <a:pt x="574119" y="5096357"/>
                  </a:lnTo>
                  <a:lnTo>
                    <a:pt x="574212" y="5096357"/>
                  </a:lnTo>
                  <a:lnTo>
                    <a:pt x="574306" y="5096357"/>
                  </a:lnTo>
                  <a:lnTo>
                    <a:pt x="574399" y="5096357"/>
                  </a:lnTo>
                  <a:lnTo>
                    <a:pt x="574492" y="5096357"/>
                  </a:lnTo>
                  <a:lnTo>
                    <a:pt x="574585" y="5096357"/>
                  </a:lnTo>
                  <a:lnTo>
                    <a:pt x="574679" y="5096357"/>
                  </a:lnTo>
                  <a:lnTo>
                    <a:pt x="574772" y="5096357"/>
                  </a:lnTo>
                  <a:lnTo>
                    <a:pt x="574865" y="5096357"/>
                  </a:lnTo>
                  <a:lnTo>
                    <a:pt x="574958" y="5096357"/>
                  </a:lnTo>
                  <a:lnTo>
                    <a:pt x="575052" y="5096357"/>
                  </a:lnTo>
                  <a:lnTo>
                    <a:pt x="575145" y="5096357"/>
                  </a:lnTo>
                  <a:lnTo>
                    <a:pt x="575238" y="5096357"/>
                  </a:lnTo>
                  <a:lnTo>
                    <a:pt x="575331" y="5096357"/>
                  </a:lnTo>
                  <a:lnTo>
                    <a:pt x="575425" y="5096357"/>
                  </a:lnTo>
                  <a:lnTo>
                    <a:pt x="575518" y="5096357"/>
                  </a:lnTo>
                  <a:lnTo>
                    <a:pt x="575611" y="5096357"/>
                  </a:lnTo>
                  <a:lnTo>
                    <a:pt x="575704" y="5096357"/>
                  </a:lnTo>
                  <a:lnTo>
                    <a:pt x="575798" y="5096357"/>
                  </a:lnTo>
                  <a:lnTo>
                    <a:pt x="575891" y="5096357"/>
                  </a:lnTo>
                  <a:lnTo>
                    <a:pt x="575984" y="5096357"/>
                  </a:lnTo>
                  <a:lnTo>
                    <a:pt x="576077" y="5096357"/>
                  </a:lnTo>
                  <a:lnTo>
                    <a:pt x="576170" y="5096357"/>
                  </a:lnTo>
                  <a:lnTo>
                    <a:pt x="576264" y="5096357"/>
                  </a:lnTo>
                  <a:lnTo>
                    <a:pt x="576357" y="5096357"/>
                  </a:lnTo>
                  <a:lnTo>
                    <a:pt x="576450" y="5096357"/>
                  </a:lnTo>
                  <a:lnTo>
                    <a:pt x="576543" y="5096357"/>
                  </a:lnTo>
                  <a:lnTo>
                    <a:pt x="576637" y="5096357"/>
                  </a:lnTo>
                  <a:lnTo>
                    <a:pt x="576730" y="5096357"/>
                  </a:lnTo>
                  <a:lnTo>
                    <a:pt x="576823" y="5096357"/>
                  </a:lnTo>
                  <a:lnTo>
                    <a:pt x="576916" y="5096357"/>
                  </a:lnTo>
                  <a:lnTo>
                    <a:pt x="577010" y="5096357"/>
                  </a:lnTo>
                  <a:lnTo>
                    <a:pt x="577103" y="5096357"/>
                  </a:lnTo>
                  <a:lnTo>
                    <a:pt x="577196" y="5096357"/>
                  </a:lnTo>
                  <a:lnTo>
                    <a:pt x="577289" y="5096357"/>
                  </a:lnTo>
                  <a:lnTo>
                    <a:pt x="577383" y="5096357"/>
                  </a:lnTo>
                  <a:lnTo>
                    <a:pt x="577476" y="5096357"/>
                  </a:lnTo>
                  <a:lnTo>
                    <a:pt x="577569" y="5096357"/>
                  </a:lnTo>
                  <a:lnTo>
                    <a:pt x="577662" y="5096357"/>
                  </a:lnTo>
                  <a:lnTo>
                    <a:pt x="577756" y="5096357"/>
                  </a:lnTo>
                  <a:lnTo>
                    <a:pt x="577849" y="5096357"/>
                  </a:lnTo>
                  <a:lnTo>
                    <a:pt x="577942" y="5096357"/>
                  </a:lnTo>
                  <a:lnTo>
                    <a:pt x="578035" y="5096357"/>
                  </a:lnTo>
                  <a:lnTo>
                    <a:pt x="578129" y="5096357"/>
                  </a:lnTo>
                  <a:lnTo>
                    <a:pt x="578222" y="5096357"/>
                  </a:lnTo>
                  <a:lnTo>
                    <a:pt x="578315" y="5096357"/>
                  </a:lnTo>
                  <a:lnTo>
                    <a:pt x="578408" y="5096357"/>
                  </a:lnTo>
                  <a:lnTo>
                    <a:pt x="578502" y="5096357"/>
                  </a:lnTo>
                  <a:lnTo>
                    <a:pt x="578595" y="5096357"/>
                  </a:lnTo>
                  <a:lnTo>
                    <a:pt x="578688" y="5096357"/>
                  </a:lnTo>
                  <a:lnTo>
                    <a:pt x="578781" y="5096357"/>
                  </a:lnTo>
                  <a:lnTo>
                    <a:pt x="578875" y="5096357"/>
                  </a:lnTo>
                  <a:lnTo>
                    <a:pt x="578968" y="5096357"/>
                  </a:lnTo>
                  <a:lnTo>
                    <a:pt x="579061" y="5096357"/>
                  </a:lnTo>
                  <a:lnTo>
                    <a:pt x="579154" y="5096357"/>
                  </a:lnTo>
                  <a:lnTo>
                    <a:pt x="579248" y="5096357"/>
                  </a:lnTo>
                  <a:lnTo>
                    <a:pt x="579341" y="5096357"/>
                  </a:lnTo>
                  <a:lnTo>
                    <a:pt x="579434" y="5096357"/>
                  </a:lnTo>
                  <a:lnTo>
                    <a:pt x="579527" y="5096357"/>
                  </a:lnTo>
                  <a:lnTo>
                    <a:pt x="579621" y="5096357"/>
                  </a:lnTo>
                  <a:lnTo>
                    <a:pt x="579714" y="5096357"/>
                  </a:lnTo>
                  <a:lnTo>
                    <a:pt x="579807" y="5096357"/>
                  </a:lnTo>
                  <a:lnTo>
                    <a:pt x="579900" y="5096357"/>
                  </a:lnTo>
                  <a:lnTo>
                    <a:pt x="579994" y="5096357"/>
                  </a:lnTo>
                  <a:lnTo>
                    <a:pt x="580087" y="5096357"/>
                  </a:lnTo>
                  <a:lnTo>
                    <a:pt x="580180" y="5096357"/>
                  </a:lnTo>
                  <a:lnTo>
                    <a:pt x="580273" y="5096357"/>
                  </a:lnTo>
                  <a:lnTo>
                    <a:pt x="580367" y="5096357"/>
                  </a:lnTo>
                  <a:lnTo>
                    <a:pt x="580460" y="5096357"/>
                  </a:lnTo>
                  <a:lnTo>
                    <a:pt x="580553" y="5096357"/>
                  </a:lnTo>
                  <a:lnTo>
                    <a:pt x="580646" y="5096357"/>
                  </a:lnTo>
                  <a:lnTo>
                    <a:pt x="580740" y="5096357"/>
                  </a:lnTo>
                  <a:lnTo>
                    <a:pt x="580833" y="5096357"/>
                  </a:lnTo>
                  <a:lnTo>
                    <a:pt x="580926" y="5096357"/>
                  </a:lnTo>
                  <a:lnTo>
                    <a:pt x="581019" y="5096357"/>
                  </a:lnTo>
                  <a:lnTo>
                    <a:pt x="581113" y="5096357"/>
                  </a:lnTo>
                  <a:lnTo>
                    <a:pt x="581206" y="5096357"/>
                  </a:lnTo>
                  <a:lnTo>
                    <a:pt x="581299" y="5096357"/>
                  </a:lnTo>
                  <a:lnTo>
                    <a:pt x="581392" y="5096357"/>
                  </a:lnTo>
                  <a:lnTo>
                    <a:pt x="581486" y="5096357"/>
                  </a:lnTo>
                  <a:lnTo>
                    <a:pt x="581579" y="5096357"/>
                  </a:lnTo>
                  <a:lnTo>
                    <a:pt x="581672" y="5096357"/>
                  </a:lnTo>
                  <a:lnTo>
                    <a:pt x="581765" y="5096357"/>
                  </a:lnTo>
                  <a:lnTo>
                    <a:pt x="581859" y="5096357"/>
                  </a:lnTo>
                  <a:lnTo>
                    <a:pt x="581952" y="5096357"/>
                  </a:lnTo>
                  <a:lnTo>
                    <a:pt x="582045" y="5096357"/>
                  </a:lnTo>
                  <a:lnTo>
                    <a:pt x="582138" y="5096357"/>
                  </a:lnTo>
                  <a:lnTo>
                    <a:pt x="582232" y="5096357"/>
                  </a:lnTo>
                  <a:lnTo>
                    <a:pt x="582325" y="5096357"/>
                  </a:lnTo>
                  <a:lnTo>
                    <a:pt x="582418" y="5096357"/>
                  </a:lnTo>
                  <a:lnTo>
                    <a:pt x="582511" y="5096357"/>
                  </a:lnTo>
                  <a:lnTo>
                    <a:pt x="582605" y="5096357"/>
                  </a:lnTo>
                  <a:lnTo>
                    <a:pt x="582698" y="5096357"/>
                  </a:lnTo>
                  <a:lnTo>
                    <a:pt x="582791" y="5096357"/>
                  </a:lnTo>
                  <a:lnTo>
                    <a:pt x="582884" y="5096357"/>
                  </a:lnTo>
                  <a:lnTo>
                    <a:pt x="582977" y="5096357"/>
                  </a:lnTo>
                  <a:lnTo>
                    <a:pt x="583071" y="5096357"/>
                  </a:lnTo>
                  <a:lnTo>
                    <a:pt x="583164" y="5096357"/>
                  </a:lnTo>
                  <a:lnTo>
                    <a:pt x="583257" y="5096357"/>
                  </a:lnTo>
                  <a:lnTo>
                    <a:pt x="583350" y="5096357"/>
                  </a:lnTo>
                  <a:lnTo>
                    <a:pt x="583444" y="5096357"/>
                  </a:lnTo>
                  <a:lnTo>
                    <a:pt x="583537" y="5096357"/>
                  </a:lnTo>
                  <a:lnTo>
                    <a:pt x="583630" y="5096357"/>
                  </a:lnTo>
                  <a:lnTo>
                    <a:pt x="583723" y="5096357"/>
                  </a:lnTo>
                  <a:lnTo>
                    <a:pt x="583817" y="5096357"/>
                  </a:lnTo>
                  <a:lnTo>
                    <a:pt x="583910" y="5096357"/>
                  </a:lnTo>
                  <a:lnTo>
                    <a:pt x="584003" y="5096357"/>
                  </a:lnTo>
                  <a:lnTo>
                    <a:pt x="584096" y="5096357"/>
                  </a:lnTo>
                  <a:lnTo>
                    <a:pt x="584190" y="5096357"/>
                  </a:lnTo>
                  <a:lnTo>
                    <a:pt x="584283" y="5096357"/>
                  </a:lnTo>
                  <a:lnTo>
                    <a:pt x="584376" y="5096357"/>
                  </a:lnTo>
                  <a:lnTo>
                    <a:pt x="584469" y="5096357"/>
                  </a:lnTo>
                  <a:lnTo>
                    <a:pt x="584563" y="5096357"/>
                  </a:lnTo>
                  <a:lnTo>
                    <a:pt x="584656" y="5096357"/>
                  </a:lnTo>
                  <a:lnTo>
                    <a:pt x="584749" y="5096357"/>
                  </a:lnTo>
                  <a:lnTo>
                    <a:pt x="584842" y="5096357"/>
                  </a:lnTo>
                  <a:lnTo>
                    <a:pt x="584936" y="5096357"/>
                  </a:lnTo>
                  <a:lnTo>
                    <a:pt x="585029" y="5096357"/>
                  </a:lnTo>
                  <a:lnTo>
                    <a:pt x="585122" y="5096357"/>
                  </a:lnTo>
                  <a:lnTo>
                    <a:pt x="585215" y="5096357"/>
                  </a:lnTo>
                  <a:lnTo>
                    <a:pt x="585309" y="5096357"/>
                  </a:lnTo>
                  <a:lnTo>
                    <a:pt x="585402" y="5096357"/>
                  </a:lnTo>
                  <a:lnTo>
                    <a:pt x="585495" y="5096357"/>
                  </a:lnTo>
                  <a:lnTo>
                    <a:pt x="585588" y="5096357"/>
                  </a:lnTo>
                  <a:lnTo>
                    <a:pt x="585682" y="5096357"/>
                  </a:lnTo>
                  <a:lnTo>
                    <a:pt x="585775" y="5096357"/>
                  </a:lnTo>
                  <a:lnTo>
                    <a:pt x="585868" y="5096357"/>
                  </a:lnTo>
                  <a:lnTo>
                    <a:pt x="585961" y="5096357"/>
                  </a:lnTo>
                  <a:lnTo>
                    <a:pt x="586055" y="5096357"/>
                  </a:lnTo>
                  <a:lnTo>
                    <a:pt x="586148" y="5096357"/>
                  </a:lnTo>
                  <a:lnTo>
                    <a:pt x="586241" y="5096357"/>
                  </a:lnTo>
                  <a:lnTo>
                    <a:pt x="586334" y="5096357"/>
                  </a:lnTo>
                  <a:lnTo>
                    <a:pt x="586428" y="5096357"/>
                  </a:lnTo>
                  <a:lnTo>
                    <a:pt x="586521" y="5096357"/>
                  </a:lnTo>
                  <a:lnTo>
                    <a:pt x="586614" y="5096357"/>
                  </a:lnTo>
                  <a:lnTo>
                    <a:pt x="586707" y="5096357"/>
                  </a:lnTo>
                  <a:lnTo>
                    <a:pt x="586801" y="5096357"/>
                  </a:lnTo>
                  <a:lnTo>
                    <a:pt x="586894" y="5096357"/>
                  </a:lnTo>
                  <a:lnTo>
                    <a:pt x="586987" y="5096357"/>
                  </a:lnTo>
                  <a:lnTo>
                    <a:pt x="587080" y="5096357"/>
                  </a:lnTo>
                  <a:lnTo>
                    <a:pt x="587174" y="5096357"/>
                  </a:lnTo>
                  <a:lnTo>
                    <a:pt x="587267" y="5096357"/>
                  </a:lnTo>
                  <a:lnTo>
                    <a:pt x="587360" y="5096357"/>
                  </a:lnTo>
                  <a:lnTo>
                    <a:pt x="587453" y="5096357"/>
                  </a:lnTo>
                  <a:lnTo>
                    <a:pt x="587547" y="5096357"/>
                  </a:lnTo>
                  <a:lnTo>
                    <a:pt x="587640" y="5096357"/>
                  </a:lnTo>
                  <a:lnTo>
                    <a:pt x="587733" y="5096357"/>
                  </a:lnTo>
                  <a:lnTo>
                    <a:pt x="587826" y="5096357"/>
                  </a:lnTo>
                  <a:lnTo>
                    <a:pt x="587920" y="5096357"/>
                  </a:lnTo>
                  <a:lnTo>
                    <a:pt x="588013" y="5096357"/>
                  </a:lnTo>
                  <a:lnTo>
                    <a:pt x="588106" y="5096357"/>
                  </a:lnTo>
                  <a:lnTo>
                    <a:pt x="588199" y="5096357"/>
                  </a:lnTo>
                  <a:lnTo>
                    <a:pt x="588293" y="5096357"/>
                  </a:lnTo>
                  <a:lnTo>
                    <a:pt x="588386" y="5096357"/>
                  </a:lnTo>
                  <a:lnTo>
                    <a:pt x="588479" y="5096357"/>
                  </a:lnTo>
                  <a:lnTo>
                    <a:pt x="588572" y="5096357"/>
                  </a:lnTo>
                  <a:lnTo>
                    <a:pt x="588666" y="5096357"/>
                  </a:lnTo>
                  <a:lnTo>
                    <a:pt x="588759" y="5096357"/>
                  </a:lnTo>
                  <a:lnTo>
                    <a:pt x="588852" y="5096357"/>
                  </a:lnTo>
                  <a:lnTo>
                    <a:pt x="588945" y="5096357"/>
                  </a:lnTo>
                  <a:lnTo>
                    <a:pt x="589039" y="5096357"/>
                  </a:lnTo>
                  <a:lnTo>
                    <a:pt x="589132" y="5096357"/>
                  </a:lnTo>
                  <a:lnTo>
                    <a:pt x="589225" y="5096357"/>
                  </a:lnTo>
                  <a:lnTo>
                    <a:pt x="589318" y="5096357"/>
                  </a:lnTo>
                  <a:lnTo>
                    <a:pt x="589412" y="5096357"/>
                  </a:lnTo>
                  <a:lnTo>
                    <a:pt x="589505" y="5096357"/>
                  </a:lnTo>
                  <a:lnTo>
                    <a:pt x="589598" y="5096357"/>
                  </a:lnTo>
                  <a:lnTo>
                    <a:pt x="589691" y="5096357"/>
                  </a:lnTo>
                  <a:lnTo>
                    <a:pt x="589691" y="5086403"/>
                  </a:lnTo>
                  <a:lnTo>
                    <a:pt x="589784" y="5086403"/>
                  </a:lnTo>
                  <a:lnTo>
                    <a:pt x="589878" y="5086403"/>
                  </a:lnTo>
                  <a:lnTo>
                    <a:pt x="589971" y="5086403"/>
                  </a:lnTo>
                  <a:lnTo>
                    <a:pt x="590064" y="5086403"/>
                  </a:lnTo>
                  <a:lnTo>
                    <a:pt x="590157" y="5086403"/>
                  </a:lnTo>
                  <a:lnTo>
                    <a:pt x="590251" y="5086403"/>
                  </a:lnTo>
                  <a:lnTo>
                    <a:pt x="590344" y="5086403"/>
                  </a:lnTo>
                  <a:lnTo>
                    <a:pt x="590437" y="5086403"/>
                  </a:lnTo>
                  <a:lnTo>
                    <a:pt x="590530" y="5086403"/>
                  </a:lnTo>
                  <a:lnTo>
                    <a:pt x="590624" y="5086403"/>
                  </a:lnTo>
                  <a:lnTo>
                    <a:pt x="590717" y="5086403"/>
                  </a:lnTo>
                  <a:lnTo>
                    <a:pt x="590810" y="5086403"/>
                  </a:lnTo>
                  <a:lnTo>
                    <a:pt x="590903" y="5086403"/>
                  </a:lnTo>
                  <a:lnTo>
                    <a:pt x="590997" y="5086403"/>
                  </a:lnTo>
                  <a:lnTo>
                    <a:pt x="591090" y="5086403"/>
                  </a:lnTo>
                  <a:lnTo>
                    <a:pt x="591183" y="5086403"/>
                  </a:lnTo>
                  <a:lnTo>
                    <a:pt x="591276" y="5086403"/>
                  </a:lnTo>
                  <a:lnTo>
                    <a:pt x="591370" y="5086403"/>
                  </a:lnTo>
                  <a:lnTo>
                    <a:pt x="591463" y="5086403"/>
                  </a:lnTo>
                  <a:lnTo>
                    <a:pt x="591556" y="5086403"/>
                  </a:lnTo>
                  <a:lnTo>
                    <a:pt x="591649" y="5086403"/>
                  </a:lnTo>
                  <a:lnTo>
                    <a:pt x="591743" y="5086403"/>
                  </a:lnTo>
                  <a:lnTo>
                    <a:pt x="591836" y="5086403"/>
                  </a:lnTo>
                  <a:lnTo>
                    <a:pt x="591929" y="5086403"/>
                  </a:lnTo>
                  <a:lnTo>
                    <a:pt x="592022" y="5086403"/>
                  </a:lnTo>
                  <a:lnTo>
                    <a:pt x="592116" y="5086403"/>
                  </a:lnTo>
                  <a:lnTo>
                    <a:pt x="592209" y="5086403"/>
                  </a:lnTo>
                  <a:lnTo>
                    <a:pt x="592302" y="5086403"/>
                  </a:lnTo>
                  <a:lnTo>
                    <a:pt x="592395" y="5086403"/>
                  </a:lnTo>
                  <a:lnTo>
                    <a:pt x="592489" y="5086403"/>
                  </a:lnTo>
                  <a:lnTo>
                    <a:pt x="592582" y="5086403"/>
                  </a:lnTo>
                  <a:lnTo>
                    <a:pt x="592675" y="5086403"/>
                  </a:lnTo>
                  <a:lnTo>
                    <a:pt x="592768" y="5086403"/>
                  </a:lnTo>
                  <a:lnTo>
                    <a:pt x="592862" y="5086403"/>
                  </a:lnTo>
                  <a:lnTo>
                    <a:pt x="592955" y="5086403"/>
                  </a:lnTo>
                  <a:lnTo>
                    <a:pt x="593048" y="5086403"/>
                  </a:lnTo>
                  <a:lnTo>
                    <a:pt x="593141" y="5086403"/>
                  </a:lnTo>
                  <a:lnTo>
                    <a:pt x="593235" y="5086403"/>
                  </a:lnTo>
                  <a:lnTo>
                    <a:pt x="593328" y="5086403"/>
                  </a:lnTo>
                  <a:lnTo>
                    <a:pt x="593421" y="5086403"/>
                  </a:lnTo>
                  <a:lnTo>
                    <a:pt x="593514" y="5086403"/>
                  </a:lnTo>
                  <a:lnTo>
                    <a:pt x="593608" y="5086403"/>
                  </a:lnTo>
                  <a:lnTo>
                    <a:pt x="593701" y="5086403"/>
                  </a:lnTo>
                  <a:lnTo>
                    <a:pt x="593794" y="5086403"/>
                  </a:lnTo>
                  <a:lnTo>
                    <a:pt x="593887" y="5086403"/>
                  </a:lnTo>
                  <a:lnTo>
                    <a:pt x="593981" y="5086403"/>
                  </a:lnTo>
                  <a:lnTo>
                    <a:pt x="594074" y="5086403"/>
                  </a:lnTo>
                  <a:lnTo>
                    <a:pt x="594167" y="5086403"/>
                  </a:lnTo>
                  <a:lnTo>
                    <a:pt x="594260" y="5086403"/>
                  </a:lnTo>
                  <a:lnTo>
                    <a:pt x="594354" y="5086403"/>
                  </a:lnTo>
                  <a:lnTo>
                    <a:pt x="594447" y="5086403"/>
                  </a:lnTo>
                  <a:lnTo>
                    <a:pt x="594540" y="5086403"/>
                  </a:lnTo>
                  <a:lnTo>
                    <a:pt x="594633" y="5086403"/>
                  </a:lnTo>
                  <a:lnTo>
                    <a:pt x="594727" y="5086403"/>
                  </a:lnTo>
                  <a:lnTo>
                    <a:pt x="594820" y="5086403"/>
                  </a:lnTo>
                  <a:lnTo>
                    <a:pt x="594913" y="5086403"/>
                  </a:lnTo>
                  <a:lnTo>
                    <a:pt x="595006" y="5086403"/>
                  </a:lnTo>
                  <a:lnTo>
                    <a:pt x="595100" y="5086403"/>
                  </a:lnTo>
                  <a:lnTo>
                    <a:pt x="595193" y="5086403"/>
                  </a:lnTo>
                  <a:lnTo>
                    <a:pt x="595286" y="5086403"/>
                  </a:lnTo>
                  <a:lnTo>
                    <a:pt x="595379" y="5086403"/>
                  </a:lnTo>
                  <a:lnTo>
                    <a:pt x="595473" y="5086403"/>
                  </a:lnTo>
                  <a:lnTo>
                    <a:pt x="595566" y="5086403"/>
                  </a:lnTo>
                  <a:lnTo>
                    <a:pt x="595659" y="5086403"/>
                  </a:lnTo>
                  <a:lnTo>
                    <a:pt x="595752" y="5086403"/>
                  </a:lnTo>
                  <a:lnTo>
                    <a:pt x="595846" y="5086403"/>
                  </a:lnTo>
                  <a:lnTo>
                    <a:pt x="595939" y="5086403"/>
                  </a:lnTo>
                  <a:lnTo>
                    <a:pt x="596032" y="5086403"/>
                  </a:lnTo>
                  <a:lnTo>
                    <a:pt x="596125" y="5086403"/>
                  </a:lnTo>
                  <a:lnTo>
                    <a:pt x="596219" y="5086403"/>
                  </a:lnTo>
                  <a:lnTo>
                    <a:pt x="596312" y="5086403"/>
                  </a:lnTo>
                  <a:lnTo>
                    <a:pt x="596405" y="5086403"/>
                  </a:lnTo>
                  <a:lnTo>
                    <a:pt x="596498" y="5086403"/>
                  </a:lnTo>
                  <a:lnTo>
                    <a:pt x="596592" y="5086403"/>
                  </a:lnTo>
                  <a:lnTo>
                    <a:pt x="596592" y="5076449"/>
                  </a:lnTo>
                  <a:lnTo>
                    <a:pt x="596685" y="5076449"/>
                  </a:lnTo>
                  <a:lnTo>
                    <a:pt x="596778" y="5076449"/>
                  </a:lnTo>
                  <a:lnTo>
                    <a:pt x="596871" y="5076449"/>
                  </a:lnTo>
                  <a:lnTo>
                    <a:pt x="596964" y="5076449"/>
                  </a:lnTo>
                  <a:lnTo>
                    <a:pt x="597058" y="5076449"/>
                  </a:lnTo>
                  <a:lnTo>
                    <a:pt x="597151" y="5076449"/>
                  </a:lnTo>
                  <a:lnTo>
                    <a:pt x="597244" y="5076449"/>
                  </a:lnTo>
                  <a:lnTo>
                    <a:pt x="597337" y="5076449"/>
                  </a:lnTo>
                  <a:lnTo>
                    <a:pt x="597431" y="5076449"/>
                  </a:lnTo>
                  <a:lnTo>
                    <a:pt x="597524" y="5076449"/>
                  </a:lnTo>
                  <a:lnTo>
                    <a:pt x="597617" y="5076449"/>
                  </a:lnTo>
                  <a:lnTo>
                    <a:pt x="597710" y="5076449"/>
                  </a:lnTo>
                  <a:lnTo>
                    <a:pt x="597804" y="5076449"/>
                  </a:lnTo>
                  <a:lnTo>
                    <a:pt x="597897" y="5076449"/>
                  </a:lnTo>
                  <a:lnTo>
                    <a:pt x="597990" y="5076449"/>
                  </a:lnTo>
                  <a:lnTo>
                    <a:pt x="598083" y="5076449"/>
                  </a:lnTo>
                  <a:lnTo>
                    <a:pt x="598177" y="5076449"/>
                  </a:lnTo>
                  <a:lnTo>
                    <a:pt x="598270" y="5076449"/>
                  </a:lnTo>
                  <a:lnTo>
                    <a:pt x="598363" y="5076449"/>
                  </a:lnTo>
                  <a:lnTo>
                    <a:pt x="598456" y="5076449"/>
                  </a:lnTo>
                  <a:lnTo>
                    <a:pt x="598550" y="5076449"/>
                  </a:lnTo>
                  <a:lnTo>
                    <a:pt x="598643" y="5076449"/>
                  </a:lnTo>
                  <a:lnTo>
                    <a:pt x="598736" y="5076449"/>
                  </a:lnTo>
                  <a:lnTo>
                    <a:pt x="598829" y="5076449"/>
                  </a:lnTo>
                  <a:lnTo>
                    <a:pt x="598923" y="5076449"/>
                  </a:lnTo>
                  <a:lnTo>
                    <a:pt x="599016" y="5076449"/>
                  </a:lnTo>
                  <a:lnTo>
                    <a:pt x="599109" y="5076449"/>
                  </a:lnTo>
                  <a:lnTo>
                    <a:pt x="599202" y="5076449"/>
                  </a:lnTo>
                  <a:lnTo>
                    <a:pt x="599296" y="5076449"/>
                  </a:lnTo>
                  <a:lnTo>
                    <a:pt x="599389" y="5076449"/>
                  </a:lnTo>
                  <a:lnTo>
                    <a:pt x="599482" y="5076449"/>
                  </a:lnTo>
                  <a:lnTo>
                    <a:pt x="599575" y="5076449"/>
                  </a:lnTo>
                  <a:lnTo>
                    <a:pt x="599669" y="5076449"/>
                  </a:lnTo>
                  <a:lnTo>
                    <a:pt x="599762" y="5076449"/>
                  </a:lnTo>
                  <a:lnTo>
                    <a:pt x="599855" y="5076449"/>
                  </a:lnTo>
                  <a:lnTo>
                    <a:pt x="599948" y="5076449"/>
                  </a:lnTo>
                  <a:lnTo>
                    <a:pt x="600042" y="5076449"/>
                  </a:lnTo>
                  <a:lnTo>
                    <a:pt x="600135" y="5076449"/>
                  </a:lnTo>
                  <a:lnTo>
                    <a:pt x="600228" y="5076449"/>
                  </a:lnTo>
                  <a:lnTo>
                    <a:pt x="600321" y="5076449"/>
                  </a:lnTo>
                  <a:lnTo>
                    <a:pt x="600415" y="5076449"/>
                  </a:lnTo>
                  <a:lnTo>
                    <a:pt x="600508" y="5076449"/>
                  </a:lnTo>
                  <a:lnTo>
                    <a:pt x="600601" y="5076449"/>
                  </a:lnTo>
                  <a:lnTo>
                    <a:pt x="600694" y="5076449"/>
                  </a:lnTo>
                  <a:lnTo>
                    <a:pt x="600788" y="5076449"/>
                  </a:lnTo>
                  <a:lnTo>
                    <a:pt x="600881" y="5076449"/>
                  </a:lnTo>
                  <a:lnTo>
                    <a:pt x="600974" y="5076449"/>
                  </a:lnTo>
                  <a:lnTo>
                    <a:pt x="601067" y="5076449"/>
                  </a:lnTo>
                  <a:lnTo>
                    <a:pt x="601161" y="5076449"/>
                  </a:lnTo>
                  <a:lnTo>
                    <a:pt x="601254" y="5076449"/>
                  </a:lnTo>
                  <a:lnTo>
                    <a:pt x="601347" y="5076449"/>
                  </a:lnTo>
                  <a:lnTo>
                    <a:pt x="601440" y="5076449"/>
                  </a:lnTo>
                  <a:lnTo>
                    <a:pt x="601534" y="5076449"/>
                  </a:lnTo>
                  <a:lnTo>
                    <a:pt x="601627" y="5076449"/>
                  </a:lnTo>
                  <a:lnTo>
                    <a:pt x="601720" y="5076449"/>
                  </a:lnTo>
                  <a:lnTo>
                    <a:pt x="601813" y="5076449"/>
                  </a:lnTo>
                  <a:lnTo>
                    <a:pt x="601907" y="5076449"/>
                  </a:lnTo>
                  <a:lnTo>
                    <a:pt x="602000" y="5076449"/>
                  </a:lnTo>
                  <a:lnTo>
                    <a:pt x="602093" y="5076449"/>
                  </a:lnTo>
                  <a:lnTo>
                    <a:pt x="602186" y="5076449"/>
                  </a:lnTo>
                  <a:lnTo>
                    <a:pt x="602280" y="5076449"/>
                  </a:lnTo>
                  <a:lnTo>
                    <a:pt x="602373" y="5076449"/>
                  </a:lnTo>
                  <a:lnTo>
                    <a:pt x="602466" y="5076449"/>
                  </a:lnTo>
                  <a:lnTo>
                    <a:pt x="602559" y="5076449"/>
                  </a:lnTo>
                  <a:lnTo>
                    <a:pt x="602653" y="5076449"/>
                  </a:lnTo>
                  <a:lnTo>
                    <a:pt x="602746" y="5076449"/>
                  </a:lnTo>
                  <a:lnTo>
                    <a:pt x="602839" y="5076449"/>
                  </a:lnTo>
                  <a:lnTo>
                    <a:pt x="602932" y="5076449"/>
                  </a:lnTo>
                  <a:lnTo>
                    <a:pt x="603026" y="5076449"/>
                  </a:lnTo>
                  <a:lnTo>
                    <a:pt x="603119" y="5076449"/>
                  </a:lnTo>
                  <a:lnTo>
                    <a:pt x="603212" y="5076449"/>
                  </a:lnTo>
                  <a:lnTo>
                    <a:pt x="603305" y="5076449"/>
                  </a:lnTo>
                  <a:lnTo>
                    <a:pt x="603399" y="5076449"/>
                  </a:lnTo>
                  <a:lnTo>
                    <a:pt x="603492" y="5076449"/>
                  </a:lnTo>
                  <a:lnTo>
                    <a:pt x="603585" y="5076449"/>
                  </a:lnTo>
                  <a:lnTo>
                    <a:pt x="603678" y="5076449"/>
                  </a:lnTo>
                  <a:lnTo>
                    <a:pt x="603771" y="5076449"/>
                  </a:lnTo>
                  <a:lnTo>
                    <a:pt x="603865" y="5076449"/>
                  </a:lnTo>
                  <a:lnTo>
                    <a:pt x="603958" y="5076449"/>
                  </a:lnTo>
                  <a:lnTo>
                    <a:pt x="604051" y="5076449"/>
                  </a:lnTo>
                  <a:lnTo>
                    <a:pt x="604144" y="5076449"/>
                  </a:lnTo>
                  <a:lnTo>
                    <a:pt x="604144" y="5066495"/>
                  </a:lnTo>
                  <a:lnTo>
                    <a:pt x="604238" y="5066495"/>
                  </a:lnTo>
                  <a:lnTo>
                    <a:pt x="604331" y="5066495"/>
                  </a:lnTo>
                  <a:lnTo>
                    <a:pt x="604331" y="5056541"/>
                  </a:lnTo>
                  <a:lnTo>
                    <a:pt x="604424" y="5056541"/>
                  </a:lnTo>
                  <a:lnTo>
                    <a:pt x="604517" y="5056541"/>
                  </a:lnTo>
                  <a:lnTo>
                    <a:pt x="604611" y="5056541"/>
                  </a:lnTo>
                  <a:lnTo>
                    <a:pt x="604704" y="5056541"/>
                  </a:lnTo>
                  <a:lnTo>
                    <a:pt x="604797" y="5056541"/>
                  </a:lnTo>
                  <a:lnTo>
                    <a:pt x="604890" y="5056541"/>
                  </a:lnTo>
                  <a:lnTo>
                    <a:pt x="604984" y="5056541"/>
                  </a:lnTo>
                  <a:lnTo>
                    <a:pt x="605077" y="5056541"/>
                  </a:lnTo>
                  <a:lnTo>
                    <a:pt x="605170" y="5056541"/>
                  </a:lnTo>
                  <a:lnTo>
                    <a:pt x="605263" y="5056541"/>
                  </a:lnTo>
                  <a:lnTo>
                    <a:pt x="605357" y="5056541"/>
                  </a:lnTo>
                  <a:lnTo>
                    <a:pt x="605450" y="5056541"/>
                  </a:lnTo>
                  <a:lnTo>
                    <a:pt x="605543" y="5056541"/>
                  </a:lnTo>
                  <a:lnTo>
                    <a:pt x="605636" y="5056541"/>
                  </a:lnTo>
                  <a:lnTo>
                    <a:pt x="605730" y="5056541"/>
                  </a:lnTo>
                  <a:lnTo>
                    <a:pt x="605823" y="5056541"/>
                  </a:lnTo>
                  <a:lnTo>
                    <a:pt x="605916" y="5056541"/>
                  </a:lnTo>
                  <a:lnTo>
                    <a:pt x="606009" y="5056541"/>
                  </a:lnTo>
                  <a:lnTo>
                    <a:pt x="606103" y="5056541"/>
                  </a:lnTo>
                  <a:lnTo>
                    <a:pt x="606196" y="5056541"/>
                  </a:lnTo>
                  <a:lnTo>
                    <a:pt x="606289" y="5056541"/>
                  </a:lnTo>
                  <a:lnTo>
                    <a:pt x="606382" y="5056541"/>
                  </a:lnTo>
                  <a:lnTo>
                    <a:pt x="606476" y="5056541"/>
                  </a:lnTo>
                  <a:lnTo>
                    <a:pt x="606569" y="5056541"/>
                  </a:lnTo>
                  <a:lnTo>
                    <a:pt x="606662" y="5056541"/>
                  </a:lnTo>
                  <a:lnTo>
                    <a:pt x="606755" y="5056541"/>
                  </a:lnTo>
                  <a:lnTo>
                    <a:pt x="606849" y="5056541"/>
                  </a:lnTo>
                  <a:lnTo>
                    <a:pt x="606942" y="5056541"/>
                  </a:lnTo>
                  <a:lnTo>
                    <a:pt x="607035" y="5056541"/>
                  </a:lnTo>
                  <a:lnTo>
                    <a:pt x="607128" y="5056541"/>
                  </a:lnTo>
                  <a:lnTo>
                    <a:pt x="607222" y="5056541"/>
                  </a:lnTo>
                  <a:lnTo>
                    <a:pt x="607315" y="5056541"/>
                  </a:lnTo>
                  <a:lnTo>
                    <a:pt x="607408" y="5056541"/>
                  </a:lnTo>
                  <a:lnTo>
                    <a:pt x="607501" y="5056541"/>
                  </a:lnTo>
                  <a:lnTo>
                    <a:pt x="607595" y="5056541"/>
                  </a:lnTo>
                  <a:lnTo>
                    <a:pt x="607688" y="5056541"/>
                  </a:lnTo>
                  <a:lnTo>
                    <a:pt x="607781" y="5056541"/>
                  </a:lnTo>
                  <a:lnTo>
                    <a:pt x="607874" y="5056541"/>
                  </a:lnTo>
                  <a:lnTo>
                    <a:pt x="607968" y="5056541"/>
                  </a:lnTo>
                  <a:lnTo>
                    <a:pt x="608061" y="5056541"/>
                  </a:lnTo>
                  <a:lnTo>
                    <a:pt x="608154" y="5056541"/>
                  </a:lnTo>
                  <a:lnTo>
                    <a:pt x="608247" y="5056541"/>
                  </a:lnTo>
                  <a:lnTo>
                    <a:pt x="608341" y="5056541"/>
                  </a:lnTo>
                  <a:lnTo>
                    <a:pt x="608434" y="5056541"/>
                  </a:lnTo>
                  <a:lnTo>
                    <a:pt x="608527" y="5056541"/>
                  </a:lnTo>
                  <a:lnTo>
                    <a:pt x="608527" y="5046588"/>
                  </a:lnTo>
                  <a:lnTo>
                    <a:pt x="608620" y="5046588"/>
                  </a:lnTo>
                  <a:lnTo>
                    <a:pt x="608714" y="5046588"/>
                  </a:lnTo>
                  <a:lnTo>
                    <a:pt x="608807" y="5046588"/>
                  </a:lnTo>
                  <a:lnTo>
                    <a:pt x="608900" y="5046588"/>
                  </a:lnTo>
                  <a:lnTo>
                    <a:pt x="608993" y="5046588"/>
                  </a:lnTo>
                  <a:lnTo>
                    <a:pt x="609087" y="5046588"/>
                  </a:lnTo>
                  <a:lnTo>
                    <a:pt x="609180" y="5046588"/>
                  </a:lnTo>
                  <a:lnTo>
                    <a:pt x="609273" y="5046588"/>
                  </a:lnTo>
                  <a:lnTo>
                    <a:pt x="609366" y="5046588"/>
                  </a:lnTo>
                  <a:lnTo>
                    <a:pt x="609460" y="5046588"/>
                  </a:lnTo>
                  <a:lnTo>
                    <a:pt x="609553" y="5046588"/>
                  </a:lnTo>
                  <a:lnTo>
                    <a:pt x="609646" y="5046588"/>
                  </a:lnTo>
                  <a:lnTo>
                    <a:pt x="609739" y="5046588"/>
                  </a:lnTo>
                  <a:lnTo>
                    <a:pt x="609833" y="5046588"/>
                  </a:lnTo>
                  <a:lnTo>
                    <a:pt x="609926" y="5046588"/>
                  </a:lnTo>
                  <a:lnTo>
                    <a:pt x="610019" y="5046588"/>
                  </a:lnTo>
                  <a:lnTo>
                    <a:pt x="610112" y="5046588"/>
                  </a:lnTo>
                  <a:lnTo>
                    <a:pt x="610206" y="5046588"/>
                  </a:lnTo>
                  <a:lnTo>
                    <a:pt x="610299" y="5046588"/>
                  </a:lnTo>
                  <a:lnTo>
                    <a:pt x="610392" y="5046588"/>
                  </a:lnTo>
                  <a:lnTo>
                    <a:pt x="610485" y="5046588"/>
                  </a:lnTo>
                  <a:lnTo>
                    <a:pt x="610578" y="5046588"/>
                  </a:lnTo>
                  <a:lnTo>
                    <a:pt x="610672" y="5046588"/>
                  </a:lnTo>
                  <a:lnTo>
                    <a:pt x="610765" y="5046588"/>
                  </a:lnTo>
                  <a:lnTo>
                    <a:pt x="610858" y="5046588"/>
                  </a:lnTo>
                  <a:lnTo>
                    <a:pt x="610951" y="5046588"/>
                  </a:lnTo>
                  <a:lnTo>
                    <a:pt x="611045" y="5046588"/>
                  </a:lnTo>
                  <a:lnTo>
                    <a:pt x="611138" y="5046588"/>
                  </a:lnTo>
                  <a:lnTo>
                    <a:pt x="611231" y="5046588"/>
                  </a:lnTo>
                  <a:lnTo>
                    <a:pt x="611324" y="5046588"/>
                  </a:lnTo>
                  <a:lnTo>
                    <a:pt x="611418" y="5046588"/>
                  </a:lnTo>
                  <a:lnTo>
                    <a:pt x="611511" y="5046588"/>
                  </a:lnTo>
                  <a:lnTo>
                    <a:pt x="611604" y="5046588"/>
                  </a:lnTo>
                  <a:lnTo>
                    <a:pt x="611697" y="5046588"/>
                  </a:lnTo>
                  <a:lnTo>
                    <a:pt x="611791" y="5046588"/>
                  </a:lnTo>
                  <a:lnTo>
                    <a:pt x="611884" y="5046588"/>
                  </a:lnTo>
                  <a:lnTo>
                    <a:pt x="611977" y="5046588"/>
                  </a:lnTo>
                  <a:lnTo>
                    <a:pt x="612070" y="5046588"/>
                  </a:lnTo>
                  <a:lnTo>
                    <a:pt x="612164" y="5046588"/>
                  </a:lnTo>
                  <a:lnTo>
                    <a:pt x="612164" y="5036634"/>
                  </a:lnTo>
                  <a:lnTo>
                    <a:pt x="612257" y="5036634"/>
                  </a:lnTo>
                  <a:lnTo>
                    <a:pt x="612350" y="5036634"/>
                  </a:lnTo>
                  <a:lnTo>
                    <a:pt x="612443" y="5036634"/>
                  </a:lnTo>
                  <a:lnTo>
                    <a:pt x="612537" y="5036634"/>
                  </a:lnTo>
                  <a:lnTo>
                    <a:pt x="612630" y="5036634"/>
                  </a:lnTo>
                  <a:lnTo>
                    <a:pt x="612723" y="5036634"/>
                  </a:lnTo>
                  <a:lnTo>
                    <a:pt x="612816" y="5036634"/>
                  </a:lnTo>
                  <a:lnTo>
                    <a:pt x="612910" y="5036634"/>
                  </a:lnTo>
                  <a:lnTo>
                    <a:pt x="613003" y="5036634"/>
                  </a:lnTo>
                  <a:lnTo>
                    <a:pt x="613096" y="5036634"/>
                  </a:lnTo>
                  <a:lnTo>
                    <a:pt x="613189" y="5036634"/>
                  </a:lnTo>
                  <a:lnTo>
                    <a:pt x="613283" y="5036634"/>
                  </a:lnTo>
                  <a:lnTo>
                    <a:pt x="613376" y="5036634"/>
                  </a:lnTo>
                  <a:lnTo>
                    <a:pt x="613469" y="5036634"/>
                  </a:lnTo>
                  <a:lnTo>
                    <a:pt x="613562" y="5036634"/>
                  </a:lnTo>
                  <a:lnTo>
                    <a:pt x="613656" y="5036634"/>
                  </a:lnTo>
                  <a:lnTo>
                    <a:pt x="613749" y="5036634"/>
                  </a:lnTo>
                  <a:lnTo>
                    <a:pt x="613842" y="5036634"/>
                  </a:lnTo>
                  <a:lnTo>
                    <a:pt x="613935" y="5036634"/>
                  </a:lnTo>
                  <a:lnTo>
                    <a:pt x="614029" y="5036634"/>
                  </a:lnTo>
                  <a:lnTo>
                    <a:pt x="614122" y="5036634"/>
                  </a:lnTo>
                  <a:lnTo>
                    <a:pt x="614215" y="5036634"/>
                  </a:lnTo>
                  <a:lnTo>
                    <a:pt x="614308" y="5036634"/>
                  </a:lnTo>
                  <a:lnTo>
                    <a:pt x="614402" y="5036634"/>
                  </a:lnTo>
                  <a:lnTo>
                    <a:pt x="614495" y="5036634"/>
                  </a:lnTo>
                  <a:lnTo>
                    <a:pt x="614588" y="5036634"/>
                  </a:lnTo>
                  <a:lnTo>
                    <a:pt x="614681" y="5036634"/>
                  </a:lnTo>
                  <a:lnTo>
                    <a:pt x="614775" y="5036634"/>
                  </a:lnTo>
                  <a:lnTo>
                    <a:pt x="614868" y="5036634"/>
                  </a:lnTo>
                  <a:lnTo>
                    <a:pt x="614961" y="5036634"/>
                  </a:lnTo>
                  <a:lnTo>
                    <a:pt x="615054" y="5036634"/>
                  </a:lnTo>
                  <a:lnTo>
                    <a:pt x="615148" y="5036634"/>
                  </a:lnTo>
                  <a:lnTo>
                    <a:pt x="615241" y="5036634"/>
                  </a:lnTo>
                  <a:lnTo>
                    <a:pt x="615334" y="5036634"/>
                  </a:lnTo>
                  <a:lnTo>
                    <a:pt x="615427" y="5036634"/>
                  </a:lnTo>
                  <a:lnTo>
                    <a:pt x="615521" y="5036634"/>
                  </a:lnTo>
                  <a:lnTo>
                    <a:pt x="615614" y="5036634"/>
                  </a:lnTo>
                  <a:lnTo>
                    <a:pt x="615707" y="5036634"/>
                  </a:lnTo>
                  <a:lnTo>
                    <a:pt x="615800" y="5036634"/>
                  </a:lnTo>
                  <a:lnTo>
                    <a:pt x="615894" y="5036634"/>
                  </a:lnTo>
                  <a:lnTo>
                    <a:pt x="615987" y="5036634"/>
                  </a:lnTo>
                  <a:lnTo>
                    <a:pt x="616080" y="5036634"/>
                  </a:lnTo>
                  <a:lnTo>
                    <a:pt x="616173" y="5036634"/>
                  </a:lnTo>
                  <a:lnTo>
                    <a:pt x="616267" y="5036634"/>
                  </a:lnTo>
                  <a:lnTo>
                    <a:pt x="616360" y="5036634"/>
                  </a:lnTo>
                  <a:lnTo>
                    <a:pt x="616453" y="5036634"/>
                  </a:lnTo>
                  <a:lnTo>
                    <a:pt x="616546" y="5036634"/>
                  </a:lnTo>
                  <a:lnTo>
                    <a:pt x="616640" y="5036634"/>
                  </a:lnTo>
                  <a:lnTo>
                    <a:pt x="616733" y="5036634"/>
                  </a:lnTo>
                  <a:lnTo>
                    <a:pt x="616826" y="5036634"/>
                  </a:lnTo>
                  <a:lnTo>
                    <a:pt x="616919" y="5036634"/>
                  </a:lnTo>
                  <a:lnTo>
                    <a:pt x="617013" y="5036634"/>
                  </a:lnTo>
                  <a:lnTo>
                    <a:pt x="617106" y="5036634"/>
                  </a:lnTo>
                  <a:lnTo>
                    <a:pt x="617199" y="5036634"/>
                  </a:lnTo>
                  <a:lnTo>
                    <a:pt x="617292" y="5036634"/>
                  </a:lnTo>
                  <a:lnTo>
                    <a:pt x="617386" y="5036634"/>
                  </a:lnTo>
                  <a:lnTo>
                    <a:pt x="617479" y="5036634"/>
                  </a:lnTo>
                  <a:lnTo>
                    <a:pt x="617572" y="5036634"/>
                  </a:lnTo>
                  <a:lnTo>
                    <a:pt x="617665" y="5036634"/>
                  </a:lnTo>
                  <a:lnTo>
                    <a:pt x="617758" y="5036634"/>
                  </a:lnTo>
                  <a:lnTo>
                    <a:pt x="617852" y="5036634"/>
                  </a:lnTo>
                  <a:lnTo>
                    <a:pt x="617945" y="5036634"/>
                  </a:lnTo>
                  <a:lnTo>
                    <a:pt x="618038" y="5036634"/>
                  </a:lnTo>
                  <a:lnTo>
                    <a:pt x="618131" y="5036634"/>
                  </a:lnTo>
                  <a:lnTo>
                    <a:pt x="618225" y="5036634"/>
                  </a:lnTo>
                  <a:lnTo>
                    <a:pt x="618318" y="5036634"/>
                  </a:lnTo>
                  <a:lnTo>
                    <a:pt x="618411" y="5036634"/>
                  </a:lnTo>
                  <a:lnTo>
                    <a:pt x="618504" y="5036634"/>
                  </a:lnTo>
                  <a:lnTo>
                    <a:pt x="618598" y="5036634"/>
                  </a:lnTo>
                  <a:lnTo>
                    <a:pt x="618691" y="5036634"/>
                  </a:lnTo>
                  <a:lnTo>
                    <a:pt x="618784" y="5036634"/>
                  </a:lnTo>
                  <a:lnTo>
                    <a:pt x="618877" y="5036634"/>
                  </a:lnTo>
                  <a:lnTo>
                    <a:pt x="618971" y="5036634"/>
                  </a:lnTo>
                  <a:lnTo>
                    <a:pt x="619064" y="5036634"/>
                  </a:lnTo>
                  <a:lnTo>
                    <a:pt x="619157" y="5036634"/>
                  </a:lnTo>
                  <a:lnTo>
                    <a:pt x="619250" y="5036634"/>
                  </a:lnTo>
                  <a:lnTo>
                    <a:pt x="619344" y="5036634"/>
                  </a:lnTo>
                  <a:lnTo>
                    <a:pt x="619437" y="5036634"/>
                  </a:lnTo>
                  <a:lnTo>
                    <a:pt x="619530" y="5036634"/>
                  </a:lnTo>
                  <a:lnTo>
                    <a:pt x="619623" y="5036634"/>
                  </a:lnTo>
                  <a:lnTo>
                    <a:pt x="619717" y="5036634"/>
                  </a:lnTo>
                  <a:lnTo>
                    <a:pt x="619810" y="5036634"/>
                  </a:lnTo>
                  <a:lnTo>
                    <a:pt x="619903" y="5036634"/>
                  </a:lnTo>
                  <a:lnTo>
                    <a:pt x="619996" y="5036634"/>
                  </a:lnTo>
                  <a:lnTo>
                    <a:pt x="620090" y="5036634"/>
                  </a:lnTo>
                  <a:lnTo>
                    <a:pt x="620183" y="5036634"/>
                  </a:lnTo>
                  <a:lnTo>
                    <a:pt x="620276" y="5036634"/>
                  </a:lnTo>
                  <a:lnTo>
                    <a:pt x="620369" y="5036634"/>
                  </a:lnTo>
                  <a:lnTo>
                    <a:pt x="620463" y="5036634"/>
                  </a:lnTo>
                  <a:lnTo>
                    <a:pt x="620556" y="5036634"/>
                  </a:lnTo>
                  <a:lnTo>
                    <a:pt x="620649" y="5036634"/>
                  </a:lnTo>
                  <a:lnTo>
                    <a:pt x="620742" y="5036634"/>
                  </a:lnTo>
                  <a:lnTo>
                    <a:pt x="620836" y="5036634"/>
                  </a:lnTo>
                  <a:lnTo>
                    <a:pt x="620929" y="5036634"/>
                  </a:lnTo>
                  <a:lnTo>
                    <a:pt x="621022" y="5036634"/>
                  </a:lnTo>
                  <a:lnTo>
                    <a:pt x="621115" y="5036634"/>
                  </a:lnTo>
                  <a:lnTo>
                    <a:pt x="621209" y="5036634"/>
                  </a:lnTo>
                  <a:lnTo>
                    <a:pt x="621302" y="5036634"/>
                  </a:lnTo>
                  <a:lnTo>
                    <a:pt x="621302" y="5026680"/>
                  </a:lnTo>
                  <a:lnTo>
                    <a:pt x="621395" y="5026680"/>
                  </a:lnTo>
                  <a:lnTo>
                    <a:pt x="621488" y="5026680"/>
                  </a:lnTo>
                  <a:lnTo>
                    <a:pt x="621582" y="5026680"/>
                  </a:lnTo>
                  <a:lnTo>
                    <a:pt x="621675" y="5026680"/>
                  </a:lnTo>
                  <a:lnTo>
                    <a:pt x="621768" y="5026680"/>
                  </a:lnTo>
                  <a:lnTo>
                    <a:pt x="621861" y="5026680"/>
                  </a:lnTo>
                  <a:lnTo>
                    <a:pt x="621955" y="5026680"/>
                  </a:lnTo>
                  <a:lnTo>
                    <a:pt x="622048" y="5026680"/>
                  </a:lnTo>
                  <a:lnTo>
                    <a:pt x="622141" y="5026680"/>
                  </a:lnTo>
                  <a:lnTo>
                    <a:pt x="622234" y="5026680"/>
                  </a:lnTo>
                  <a:lnTo>
                    <a:pt x="622328" y="5026680"/>
                  </a:lnTo>
                  <a:lnTo>
                    <a:pt x="622421" y="5026680"/>
                  </a:lnTo>
                  <a:lnTo>
                    <a:pt x="622514" y="5026680"/>
                  </a:lnTo>
                  <a:lnTo>
                    <a:pt x="622607" y="5026680"/>
                  </a:lnTo>
                  <a:lnTo>
                    <a:pt x="622701" y="5026680"/>
                  </a:lnTo>
                  <a:lnTo>
                    <a:pt x="622794" y="5026680"/>
                  </a:lnTo>
                  <a:lnTo>
                    <a:pt x="622887" y="5026680"/>
                  </a:lnTo>
                  <a:lnTo>
                    <a:pt x="622980" y="5026680"/>
                  </a:lnTo>
                  <a:lnTo>
                    <a:pt x="623074" y="5026680"/>
                  </a:lnTo>
                  <a:lnTo>
                    <a:pt x="623167" y="5026680"/>
                  </a:lnTo>
                  <a:lnTo>
                    <a:pt x="623260" y="5026680"/>
                  </a:lnTo>
                  <a:lnTo>
                    <a:pt x="623353" y="5026680"/>
                  </a:lnTo>
                  <a:lnTo>
                    <a:pt x="623447" y="5026680"/>
                  </a:lnTo>
                  <a:lnTo>
                    <a:pt x="623540" y="5026680"/>
                  </a:lnTo>
                  <a:lnTo>
                    <a:pt x="623633" y="5026680"/>
                  </a:lnTo>
                  <a:lnTo>
                    <a:pt x="623726" y="5026680"/>
                  </a:lnTo>
                  <a:lnTo>
                    <a:pt x="623820" y="5026680"/>
                  </a:lnTo>
                  <a:lnTo>
                    <a:pt x="623913" y="5026680"/>
                  </a:lnTo>
                  <a:lnTo>
                    <a:pt x="624006" y="5026680"/>
                  </a:lnTo>
                  <a:lnTo>
                    <a:pt x="624099" y="5026680"/>
                  </a:lnTo>
                  <a:lnTo>
                    <a:pt x="624193" y="5026680"/>
                  </a:lnTo>
                  <a:lnTo>
                    <a:pt x="624286" y="5026680"/>
                  </a:lnTo>
                  <a:lnTo>
                    <a:pt x="624379" y="5026680"/>
                  </a:lnTo>
                  <a:lnTo>
                    <a:pt x="624472" y="5026680"/>
                  </a:lnTo>
                  <a:lnTo>
                    <a:pt x="624565" y="5026680"/>
                  </a:lnTo>
                  <a:lnTo>
                    <a:pt x="624659" y="5026680"/>
                  </a:lnTo>
                  <a:lnTo>
                    <a:pt x="624752" y="5026680"/>
                  </a:lnTo>
                  <a:lnTo>
                    <a:pt x="624845" y="5026680"/>
                  </a:lnTo>
                  <a:lnTo>
                    <a:pt x="624938" y="5026680"/>
                  </a:lnTo>
                  <a:lnTo>
                    <a:pt x="625032" y="5026680"/>
                  </a:lnTo>
                  <a:lnTo>
                    <a:pt x="625125" y="5026680"/>
                  </a:lnTo>
                  <a:lnTo>
                    <a:pt x="625125" y="5016726"/>
                  </a:lnTo>
                  <a:lnTo>
                    <a:pt x="625218" y="5016726"/>
                  </a:lnTo>
                  <a:lnTo>
                    <a:pt x="625311" y="5016726"/>
                  </a:lnTo>
                  <a:lnTo>
                    <a:pt x="625405" y="5016726"/>
                  </a:lnTo>
                  <a:lnTo>
                    <a:pt x="625498" y="5016726"/>
                  </a:lnTo>
                  <a:lnTo>
                    <a:pt x="625591" y="5016726"/>
                  </a:lnTo>
                  <a:lnTo>
                    <a:pt x="625684" y="5016726"/>
                  </a:lnTo>
                  <a:lnTo>
                    <a:pt x="625778" y="5016726"/>
                  </a:lnTo>
                  <a:lnTo>
                    <a:pt x="625871" y="5016726"/>
                  </a:lnTo>
                  <a:lnTo>
                    <a:pt x="625964" y="5016726"/>
                  </a:lnTo>
                  <a:lnTo>
                    <a:pt x="626057" y="5016726"/>
                  </a:lnTo>
                  <a:lnTo>
                    <a:pt x="626151" y="5016726"/>
                  </a:lnTo>
                  <a:lnTo>
                    <a:pt x="626244" y="5016726"/>
                  </a:lnTo>
                  <a:lnTo>
                    <a:pt x="626337" y="5016726"/>
                  </a:lnTo>
                  <a:lnTo>
                    <a:pt x="626430" y="5016726"/>
                  </a:lnTo>
                  <a:lnTo>
                    <a:pt x="626524" y="5016726"/>
                  </a:lnTo>
                  <a:lnTo>
                    <a:pt x="626617" y="5016726"/>
                  </a:lnTo>
                  <a:lnTo>
                    <a:pt x="626710" y="5016726"/>
                  </a:lnTo>
                  <a:lnTo>
                    <a:pt x="626803" y="5016726"/>
                  </a:lnTo>
                  <a:lnTo>
                    <a:pt x="626897" y="5016726"/>
                  </a:lnTo>
                  <a:lnTo>
                    <a:pt x="626990" y="5016726"/>
                  </a:lnTo>
                  <a:lnTo>
                    <a:pt x="627083" y="5016726"/>
                  </a:lnTo>
                  <a:lnTo>
                    <a:pt x="627176" y="5016726"/>
                  </a:lnTo>
                  <a:lnTo>
                    <a:pt x="627270" y="5016726"/>
                  </a:lnTo>
                  <a:lnTo>
                    <a:pt x="627363" y="5016726"/>
                  </a:lnTo>
                  <a:lnTo>
                    <a:pt x="627456" y="5016726"/>
                  </a:lnTo>
                  <a:lnTo>
                    <a:pt x="627549" y="5016726"/>
                  </a:lnTo>
                  <a:lnTo>
                    <a:pt x="627643" y="5016726"/>
                  </a:lnTo>
                  <a:lnTo>
                    <a:pt x="627736" y="5016726"/>
                  </a:lnTo>
                  <a:lnTo>
                    <a:pt x="627829" y="5016726"/>
                  </a:lnTo>
                  <a:lnTo>
                    <a:pt x="627922" y="5016726"/>
                  </a:lnTo>
                  <a:lnTo>
                    <a:pt x="628016" y="5016726"/>
                  </a:lnTo>
                  <a:lnTo>
                    <a:pt x="628109" y="5016726"/>
                  </a:lnTo>
                  <a:lnTo>
                    <a:pt x="628202" y="5016726"/>
                  </a:lnTo>
                  <a:lnTo>
                    <a:pt x="628295" y="5016726"/>
                  </a:lnTo>
                  <a:lnTo>
                    <a:pt x="628389" y="5016726"/>
                  </a:lnTo>
                  <a:lnTo>
                    <a:pt x="628482" y="5016726"/>
                  </a:lnTo>
                  <a:lnTo>
                    <a:pt x="628575" y="5016726"/>
                  </a:lnTo>
                  <a:lnTo>
                    <a:pt x="628668" y="5016726"/>
                  </a:lnTo>
                  <a:lnTo>
                    <a:pt x="628762" y="5016726"/>
                  </a:lnTo>
                  <a:lnTo>
                    <a:pt x="628855" y="5016726"/>
                  </a:lnTo>
                  <a:lnTo>
                    <a:pt x="628948" y="5016726"/>
                  </a:lnTo>
                  <a:lnTo>
                    <a:pt x="629041" y="5016726"/>
                  </a:lnTo>
                  <a:lnTo>
                    <a:pt x="629135" y="5016726"/>
                  </a:lnTo>
                  <a:lnTo>
                    <a:pt x="629228" y="5016726"/>
                  </a:lnTo>
                  <a:lnTo>
                    <a:pt x="629321" y="5016726"/>
                  </a:lnTo>
                  <a:lnTo>
                    <a:pt x="629414" y="5016726"/>
                  </a:lnTo>
                  <a:lnTo>
                    <a:pt x="629508" y="5016726"/>
                  </a:lnTo>
                  <a:lnTo>
                    <a:pt x="629601" y="5016726"/>
                  </a:lnTo>
                  <a:lnTo>
                    <a:pt x="629694" y="5016726"/>
                  </a:lnTo>
                  <a:lnTo>
                    <a:pt x="629787" y="5016726"/>
                  </a:lnTo>
                  <a:lnTo>
                    <a:pt x="629881" y="5016726"/>
                  </a:lnTo>
                  <a:lnTo>
                    <a:pt x="629974" y="5016726"/>
                  </a:lnTo>
                  <a:lnTo>
                    <a:pt x="630067" y="5016726"/>
                  </a:lnTo>
                  <a:lnTo>
                    <a:pt x="630160" y="5016726"/>
                  </a:lnTo>
                  <a:lnTo>
                    <a:pt x="630254" y="5016726"/>
                  </a:lnTo>
                  <a:lnTo>
                    <a:pt x="630347" y="5016726"/>
                  </a:lnTo>
                  <a:lnTo>
                    <a:pt x="630440" y="5016726"/>
                  </a:lnTo>
                  <a:lnTo>
                    <a:pt x="630533" y="5016726"/>
                  </a:lnTo>
                  <a:lnTo>
                    <a:pt x="630627" y="5016726"/>
                  </a:lnTo>
                  <a:lnTo>
                    <a:pt x="630720" y="5016726"/>
                  </a:lnTo>
                  <a:lnTo>
                    <a:pt x="630813" y="5016726"/>
                  </a:lnTo>
                  <a:lnTo>
                    <a:pt x="630906" y="5016726"/>
                  </a:lnTo>
                  <a:lnTo>
                    <a:pt x="631000" y="5016726"/>
                  </a:lnTo>
                  <a:lnTo>
                    <a:pt x="631093" y="5016726"/>
                  </a:lnTo>
                  <a:lnTo>
                    <a:pt x="631186" y="5016726"/>
                  </a:lnTo>
                  <a:lnTo>
                    <a:pt x="631279" y="5016726"/>
                  </a:lnTo>
                  <a:lnTo>
                    <a:pt x="631372" y="5016726"/>
                  </a:lnTo>
                  <a:lnTo>
                    <a:pt x="631466" y="5016726"/>
                  </a:lnTo>
                  <a:lnTo>
                    <a:pt x="631559" y="5016726"/>
                  </a:lnTo>
                  <a:lnTo>
                    <a:pt x="631652" y="5016726"/>
                  </a:lnTo>
                  <a:lnTo>
                    <a:pt x="631745" y="5016726"/>
                  </a:lnTo>
                  <a:lnTo>
                    <a:pt x="631839" y="5016726"/>
                  </a:lnTo>
                  <a:lnTo>
                    <a:pt x="631932" y="5016726"/>
                  </a:lnTo>
                  <a:lnTo>
                    <a:pt x="632025" y="5016726"/>
                  </a:lnTo>
                  <a:lnTo>
                    <a:pt x="632118" y="5016726"/>
                  </a:lnTo>
                  <a:lnTo>
                    <a:pt x="632212" y="5016726"/>
                  </a:lnTo>
                  <a:lnTo>
                    <a:pt x="632305" y="5016726"/>
                  </a:lnTo>
                  <a:lnTo>
                    <a:pt x="632398" y="5016726"/>
                  </a:lnTo>
                  <a:lnTo>
                    <a:pt x="632491" y="5016726"/>
                  </a:lnTo>
                  <a:lnTo>
                    <a:pt x="632585" y="5016726"/>
                  </a:lnTo>
                  <a:lnTo>
                    <a:pt x="632678" y="5016726"/>
                  </a:lnTo>
                  <a:lnTo>
                    <a:pt x="632771" y="5016726"/>
                  </a:lnTo>
                  <a:lnTo>
                    <a:pt x="632864" y="5016726"/>
                  </a:lnTo>
                  <a:lnTo>
                    <a:pt x="632958" y="5016726"/>
                  </a:lnTo>
                  <a:lnTo>
                    <a:pt x="633051" y="5016726"/>
                  </a:lnTo>
                  <a:lnTo>
                    <a:pt x="633051" y="5006772"/>
                  </a:lnTo>
                  <a:lnTo>
                    <a:pt x="633144" y="5006772"/>
                  </a:lnTo>
                  <a:lnTo>
                    <a:pt x="633237" y="5006772"/>
                  </a:lnTo>
                  <a:lnTo>
                    <a:pt x="633331" y="5006772"/>
                  </a:lnTo>
                  <a:lnTo>
                    <a:pt x="633424" y="5006772"/>
                  </a:lnTo>
                  <a:lnTo>
                    <a:pt x="633517" y="5006772"/>
                  </a:lnTo>
                  <a:lnTo>
                    <a:pt x="633610" y="5006772"/>
                  </a:lnTo>
                  <a:lnTo>
                    <a:pt x="633704" y="5006772"/>
                  </a:lnTo>
                  <a:lnTo>
                    <a:pt x="633797" y="5006772"/>
                  </a:lnTo>
                  <a:lnTo>
                    <a:pt x="633890" y="5006772"/>
                  </a:lnTo>
                  <a:lnTo>
                    <a:pt x="633983" y="5006772"/>
                  </a:lnTo>
                  <a:lnTo>
                    <a:pt x="634077" y="5006772"/>
                  </a:lnTo>
                  <a:lnTo>
                    <a:pt x="634170" y="5006772"/>
                  </a:lnTo>
                  <a:lnTo>
                    <a:pt x="634263" y="5006772"/>
                  </a:lnTo>
                  <a:lnTo>
                    <a:pt x="634263" y="4996818"/>
                  </a:lnTo>
                  <a:lnTo>
                    <a:pt x="634356" y="4996818"/>
                  </a:lnTo>
                  <a:lnTo>
                    <a:pt x="634450" y="4996818"/>
                  </a:lnTo>
                  <a:lnTo>
                    <a:pt x="634543" y="4996818"/>
                  </a:lnTo>
                  <a:lnTo>
                    <a:pt x="634636" y="4996818"/>
                  </a:lnTo>
                  <a:lnTo>
                    <a:pt x="634729" y="4996818"/>
                  </a:lnTo>
                  <a:lnTo>
                    <a:pt x="634823" y="4996818"/>
                  </a:lnTo>
                  <a:lnTo>
                    <a:pt x="634916" y="4996818"/>
                  </a:lnTo>
                  <a:lnTo>
                    <a:pt x="635009" y="4996818"/>
                  </a:lnTo>
                  <a:lnTo>
                    <a:pt x="635102" y="4996818"/>
                  </a:lnTo>
                  <a:lnTo>
                    <a:pt x="635196" y="4996818"/>
                  </a:lnTo>
                  <a:lnTo>
                    <a:pt x="635289" y="4996818"/>
                  </a:lnTo>
                  <a:lnTo>
                    <a:pt x="635382" y="4996818"/>
                  </a:lnTo>
                  <a:lnTo>
                    <a:pt x="635475" y="4996818"/>
                  </a:lnTo>
                  <a:lnTo>
                    <a:pt x="635569" y="4996818"/>
                  </a:lnTo>
                  <a:lnTo>
                    <a:pt x="635662" y="4996818"/>
                  </a:lnTo>
                  <a:lnTo>
                    <a:pt x="635755" y="4996818"/>
                  </a:lnTo>
                  <a:lnTo>
                    <a:pt x="635848" y="4996818"/>
                  </a:lnTo>
                  <a:lnTo>
                    <a:pt x="635942" y="4996818"/>
                  </a:lnTo>
                  <a:lnTo>
                    <a:pt x="636035" y="4996818"/>
                  </a:lnTo>
                  <a:lnTo>
                    <a:pt x="636128" y="4996818"/>
                  </a:lnTo>
                  <a:lnTo>
                    <a:pt x="636221" y="4996818"/>
                  </a:lnTo>
                  <a:lnTo>
                    <a:pt x="636315" y="4996818"/>
                  </a:lnTo>
                  <a:lnTo>
                    <a:pt x="636408" y="4996818"/>
                  </a:lnTo>
                  <a:lnTo>
                    <a:pt x="636501" y="4996818"/>
                  </a:lnTo>
                  <a:lnTo>
                    <a:pt x="636594" y="4996818"/>
                  </a:lnTo>
                  <a:lnTo>
                    <a:pt x="636688" y="4996818"/>
                  </a:lnTo>
                  <a:lnTo>
                    <a:pt x="636781" y="4996818"/>
                  </a:lnTo>
                  <a:lnTo>
                    <a:pt x="636874" y="4996818"/>
                  </a:lnTo>
                  <a:lnTo>
                    <a:pt x="636967" y="4996818"/>
                  </a:lnTo>
                  <a:lnTo>
                    <a:pt x="637061" y="4996818"/>
                  </a:lnTo>
                  <a:lnTo>
                    <a:pt x="637154" y="4996818"/>
                  </a:lnTo>
                  <a:lnTo>
                    <a:pt x="637247" y="4996818"/>
                  </a:lnTo>
                  <a:lnTo>
                    <a:pt x="637340" y="4996818"/>
                  </a:lnTo>
                  <a:lnTo>
                    <a:pt x="637434" y="4996818"/>
                  </a:lnTo>
                  <a:lnTo>
                    <a:pt x="637527" y="4996818"/>
                  </a:lnTo>
                  <a:lnTo>
                    <a:pt x="637620" y="4996818"/>
                  </a:lnTo>
                  <a:lnTo>
                    <a:pt x="637713" y="4996818"/>
                  </a:lnTo>
                  <a:lnTo>
                    <a:pt x="637807" y="4996818"/>
                  </a:lnTo>
                  <a:lnTo>
                    <a:pt x="637900" y="4996818"/>
                  </a:lnTo>
                  <a:lnTo>
                    <a:pt x="637993" y="4996818"/>
                  </a:lnTo>
                  <a:lnTo>
                    <a:pt x="638086" y="4996818"/>
                  </a:lnTo>
                  <a:lnTo>
                    <a:pt x="638180" y="4996818"/>
                  </a:lnTo>
                  <a:lnTo>
                    <a:pt x="638273" y="4996818"/>
                  </a:lnTo>
                  <a:lnTo>
                    <a:pt x="638366" y="4996818"/>
                  </a:lnTo>
                  <a:lnTo>
                    <a:pt x="638459" y="4996818"/>
                  </a:lnTo>
                  <a:lnTo>
                    <a:pt x="638552" y="4996818"/>
                  </a:lnTo>
                  <a:lnTo>
                    <a:pt x="638646" y="4996818"/>
                  </a:lnTo>
                  <a:lnTo>
                    <a:pt x="638739" y="4996818"/>
                  </a:lnTo>
                  <a:lnTo>
                    <a:pt x="638832" y="4996818"/>
                  </a:lnTo>
                  <a:lnTo>
                    <a:pt x="638925" y="4996818"/>
                  </a:lnTo>
                  <a:lnTo>
                    <a:pt x="639019" y="4996818"/>
                  </a:lnTo>
                  <a:lnTo>
                    <a:pt x="639112" y="4996818"/>
                  </a:lnTo>
                  <a:lnTo>
                    <a:pt x="639205" y="4996818"/>
                  </a:lnTo>
                  <a:lnTo>
                    <a:pt x="639298" y="4996818"/>
                  </a:lnTo>
                  <a:lnTo>
                    <a:pt x="639392" y="4996818"/>
                  </a:lnTo>
                  <a:lnTo>
                    <a:pt x="639485" y="4996818"/>
                  </a:lnTo>
                  <a:lnTo>
                    <a:pt x="639578" y="4996818"/>
                  </a:lnTo>
                  <a:lnTo>
                    <a:pt x="639671" y="4996818"/>
                  </a:lnTo>
                  <a:lnTo>
                    <a:pt x="639765" y="4996818"/>
                  </a:lnTo>
                  <a:lnTo>
                    <a:pt x="639858" y="4996818"/>
                  </a:lnTo>
                  <a:lnTo>
                    <a:pt x="639951" y="4996818"/>
                  </a:lnTo>
                  <a:lnTo>
                    <a:pt x="640044" y="4996818"/>
                  </a:lnTo>
                  <a:lnTo>
                    <a:pt x="640138" y="4996818"/>
                  </a:lnTo>
                  <a:lnTo>
                    <a:pt x="640231" y="4996818"/>
                  </a:lnTo>
                  <a:lnTo>
                    <a:pt x="640324" y="4996818"/>
                  </a:lnTo>
                  <a:lnTo>
                    <a:pt x="640417" y="4996818"/>
                  </a:lnTo>
                  <a:lnTo>
                    <a:pt x="640511" y="4996818"/>
                  </a:lnTo>
                  <a:lnTo>
                    <a:pt x="640604" y="4996818"/>
                  </a:lnTo>
                  <a:lnTo>
                    <a:pt x="640697" y="4996818"/>
                  </a:lnTo>
                  <a:lnTo>
                    <a:pt x="640790" y="4996818"/>
                  </a:lnTo>
                  <a:lnTo>
                    <a:pt x="640884" y="4996818"/>
                  </a:lnTo>
                  <a:lnTo>
                    <a:pt x="640977" y="4996818"/>
                  </a:lnTo>
                  <a:lnTo>
                    <a:pt x="641070" y="4996818"/>
                  </a:lnTo>
                  <a:lnTo>
                    <a:pt x="641163" y="4996818"/>
                  </a:lnTo>
                  <a:lnTo>
                    <a:pt x="641257" y="4996818"/>
                  </a:lnTo>
                  <a:lnTo>
                    <a:pt x="641350" y="4996818"/>
                  </a:lnTo>
                  <a:lnTo>
                    <a:pt x="641443" y="4996818"/>
                  </a:lnTo>
                  <a:lnTo>
                    <a:pt x="641536" y="4996818"/>
                  </a:lnTo>
                  <a:lnTo>
                    <a:pt x="641630" y="4996818"/>
                  </a:lnTo>
                  <a:lnTo>
                    <a:pt x="641723" y="4996818"/>
                  </a:lnTo>
                  <a:lnTo>
                    <a:pt x="641816" y="4996818"/>
                  </a:lnTo>
                  <a:lnTo>
                    <a:pt x="641909" y="4996818"/>
                  </a:lnTo>
                  <a:lnTo>
                    <a:pt x="642003" y="4996818"/>
                  </a:lnTo>
                  <a:lnTo>
                    <a:pt x="642096" y="4996818"/>
                  </a:lnTo>
                  <a:lnTo>
                    <a:pt x="642189" y="4996818"/>
                  </a:lnTo>
                  <a:lnTo>
                    <a:pt x="642282" y="4996818"/>
                  </a:lnTo>
                  <a:lnTo>
                    <a:pt x="642376" y="4996818"/>
                  </a:lnTo>
                  <a:lnTo>
                    <a:pt x="642469" y="4996818"/>
                  </a:lnTo>
                  <a:lnTo>
                    <a:pt x="642562" y="4996818"/>
                  </a:lnTo>
                  <a:lnTo>
                    <a:pt x="642655" y="4996818"/>
                  </a:lnTo>
                  <a:lnTo>
                    <a:pt x="642655" y="4986865"/>
                  </a:lnTo>
                  <a:lnTo>
                    <a:pt x="642749" y="4986865"/>
                  </a:lnTo>
                  <a:lnTo>
                    <a:pt x="642842" y="4986865"/>
                  </a:lnTo>
                  <a:lnTo>
                    <a:pt x="642935" y="4986865"/>
                  </a:lnTo>
                  <a:lnTo>
                    <a:pt x="643028" y="4986865"/>
                  </a:lnTo>
                  <a:lnTo>
                    <a:pt x="643122" y="4986865"/>
                  </a:lnTo>
                  <a:lnTo>
                    <a:pt x="643215" y="4986865"/>
                  </a:lnTo>
                  <a:lnTo>
                    <a:pt x="643308" y="4986865"/>
                  </a:lnTo>
                  <a:lnTo>
                    <a:pt x="643401" y="4986865"/>
                  </a:lnTo>
                  <a:lnTo>
                    <a:pt x="643495" y="4986865"/>
                  </a:lnTo>
                  <a:lnTo>
                    <a:pt x="643588" y="4986865"/>
                  </a:lnTo>
                  <a:lnTo>
                    <a:pt x="643681" y="4986865"/>
                  </a:lnTo>
                  <a:lnTo>
                    <a:pt x="643774" y="4986865"/>
                  </a:lnTo>
                  <a:lnTo>
                    <a:pt x="643868" y="4986865"/>
                  </a:lnTo>
                  <a:lnTo>
                    <a:pt x="643961" y="4986865"/>
                  </a:lnTo>
                  <a:lnTo>
                    <a:pt x="644054" y="4986865"/>
                  </a:lnTo>
                  <a:lnTo>
                    <a:pt x="644147" y="4986865"/>
                  </a:lnTo>
                  <a:lnTo>
                    <a:pt x="644241" y="4986865"/>
                  </a:lnTo>
                  <a:lnTo>
                    <a:pt x="644334" y="4986865"/>
                  </a:lnTo>
                  <a:lnTo>
                    <a:pt x="644427" y="4986865"/>
                  </a:lnTo>
                  <a:lnTo>
                    <a:pt x="644520" y="4986865"/>
                  </a:lnTo>
                  <a:lnTo>
                    <a:pt x="644614" y="4986865"/>
                  </a:lnTo>
                  <a:lnTo>
                    <a:pt x="644707" y="4986865"/>
                  </a:lnTo>
                  <a:lnTo>
                    <a:pt x="644800" y="4986865"/>
                  </a:lnTo>
                  <a:lnTo>
                    <a:pt x="644893" y="4986865"/>
                  </a:lnTo>
                  <a:lnTo>
                    <a:pt x="644987" y="4986865"/>
                  </a:lnTo>
                  <a:lnTo>
                    <a:pt x="645080" y="4986865"/>
                  </a:lnTo>
                  <a:lnTo>
                    <a:pt x="645173" y="4986865"/>
                  </a:lnTo>
                  <a:lnTo>
                    <a:pt x="645266" y="4986865"/>
                  </a:lnTo>
                  <a:lnTo>
                    <a:pt x="645359" y="4986865"/>
                  </a:lnTo>
                  <a:lnTo>
                    <a:pt x="645453" y="4986865"/>
                  </a:lnTo>
                  <a:lnTo>
                    <a:pt x="645546" y="4986865"/>
                  </a:lnTo>
                  <a:lnTo>
                    <a:pt x="645639" y="4986865"/>
                  </a:lnTo>
                  <a:lnTo>
                    <a:pt x="645639" y="4976911"/>
                  </a:lnTo>
                  <a:lnTo>
                    <a:pt x="645732" y="4976911"/>
                  </a:lnTo>
                  <a:lnTo>
                    <a:pt x="645826" y="4976911"/>
                  </a:lnTo>
                  <a:lnTo>
                    <a:pt x="645919" y="4976911"/>
                  </a:lnTo>
                  <a:lnTo>
                    <a:pt x="646012" y="4976911"/>
                  </a:lnTo>
                  <a:lnTo>
                    <a:pt x="646105" y="4976911"/>
                  </a:lnTo>
                  <a:lnTo>
                    <a:pt x="646199" y="4976911"/>
                  </a:lnTo>
                  <a:lnTo>
                    <a:pt x="646292" y="4976911"/>
                  </a:lnTo>
                  <a:lnTo>
                    <a:pt x="646385" y="4976911"/>
                  </a:lnTo>
                  <a:lnTo>
                    <a:pt x="646478" y="4976911"/>
                  </a:lnTo>
                  <a:lnTo>
                    <a:pt x="646572" y="4976911"/>
                  </a:lnTo>
                  <a:lnTo>
                    <a:pt x="646665" y="4976911"/>
                  </a:lnTo>
                  <a:lnTo>
                    <a:pt x="646758" y="4976911"/>
                  </a:lnTo>
                  <a:lnTo>
                    <a:pt x="646851" y="4976911"/>
                  </a:lnTo>
                  <a:lnTo>
                    <a:pt x="646945" y="4976911"/>
                  </a:lnTo>
                  <a:lnTo>
                    <a:pt x="647038" y="4976911"/>
                  </a:lnTo>
                  <a:lnTo>
                    <a:pt x="647131" y="4976911"/>
                  </a:lnTo>
                  <a:lnTo>
                    <a:pt x="647224" y="4976911"/>
                  </a:lnTo>
                  <a:lnTo>
                    <a:pt x="647318" y="4976911"/>
                  </a:lnTo>
                  <a:lnTo>
                    <a:pt x="647411" y="4976911"/>
                  </a:lnTo>
                  <a:lnTo>
                    <a:pt x="647504" y="4976911"/>
                  </a:lnTo>
                  <a:lnTo>
                    <a:pt x="647597" y="4976911"/>
                  </a:lnTo>
                  <a:lnTo>
                    <a:pt x="647691" y="4976911"/>
                  </a:lnTo>
                  <a:lnTo>
                    <a:pt x="647784" y="4976911"/>
                  </a:lnTo>
                  <a:lnTo>
                    <a:pt x="647877" y="4976911"/>
                  </a:lnTo>
                  <a:lnTo>
                    <a:pt x="647970" y="4976911"/>
                  </a:lnTo>
                  <a:lnTo>
                    <a:pt x="648064" y="4976911"/>
                  </a:lnTo>
                  <a:lnTo>
                    <a:pt x="648157" y="4976911"/>
                  </a:lnTo>
                  <a:lnTo>
                    <a:pt x="648250" y="4976911"/>
                  </a:lnTo>
                  <a:lnTo>
                    <a:pt x="648343" y="4976911"/>
                  </a:lnTo>
                  <a:lnTo>
                    <a:pt x="648437" y="4976911"/>
                  </a:lnTo>
                  <a:lnTo>
                    <a:pt x="648530" y="4976911"/>
                  </a:lnTo>
                  <a:lnTo>
                    <a:pt x="648623" y="4976911"/>
                  </a:lnTo>
                  <a:lnTo>
                    <a:pt x="648716" y="4976911"/>
                  </a:lnTo>
                  <a:lnTo>
                    <a:pt x="648810" y="4976911"/>
                  </a:lnTo>
                  <a:lnTo>
                    <a:pt x="648903" y="4976911"/>
                  </a:lnTo>
                  <a:lnTo>
                    <a:pt x="648996" y="4976911"/>
                  </a:lnTo>
                  <a:lnTo>
                    <a:pt x="649089" y="4976911"/>
                  </a:lnTo>
                  <a:lnTo>
                    <a:pt x="649183" y="4976911"/>
                  </a:lnTo>
                  <a:lnTo>
                    <a:pt x="649276" y="4976911"/>
                  </a:lnTo>
                  <a:lnTo>
                    <a:pt x="649369" y="4976911"/>
                  </a:lnTo>
                  <a:lnTo>
                    <a:pt x="649462" y="4976911"/>
                  </a:lnTo>
                  <a:lnTo>
                    <a:pt x="649556" y="4976911"/>
                  </a:lnTo>
                  <a:lnTo>
                    <a:pt x="649649" y="4976911"/>
                  </a:lnTo>
                  <a:lnTo>
                    <a:pt x="649742" y="4976911"/>
                  </a:lnTo>
                  <a:lnTo>
                    <a:pt x="649835" y="4976911"/>
                  </a:lnTo>
                  <a:lnTo>
                    <a:pt x="649929" y="4976911"/>
                  </a:lnTo>
                  <a:lnTo>
                    <a:pt x="650022" y="4976911"/>
                  </a:lnTo>
                  <a:lnTo>
                    <a:pt x="650115" y="4976911"/>
                  </a:lnTo>
                  <a:lnTo>
                    <a:pt x="650208" y="4976911"/>
                  </a:lnTo>
                  <a:lnTo>
                    <a:pt x="650302" y="4976911"/>
                  </a:lnTo>
                  <a:lnTo>
                    <a:pt x="650395" y="4976911"/>
                  </a:lnTo>
                  <a:lnTo>
                    <a:pt x="650395" y="4966957"/>
                  </a:lnTo>
                  <a:lnTo>
                    <a:pt x="650488" y="4966957"/>
                  </a:lnTo>
                  <a:lnTo>
                    <a:pt x="650581" y="4966957"/>
                  </a:lnTo>
                  <a:lnTo>
                    <a:pt x="650675" y="4966957"/>
                  </a:lnTo>
                  <a:lnTo>
                    <a:pt x="650768" y="4966957"/>
                  </a:lnTo>
                  <a:lnTo>
                    <a:pt x="650861" y="4966957"/>
                  </a:lnTo>
                  <a:lnTo>
                    <a:pt x="650954" y="4966957"/>
                  </a:lnTo>
                  <a:lnTo>
                    <a:pt x="651048" y="4966957"/>
                  </a:lnTo>
                  <a:lnTo>
                    <a:pt x="651141" y="4966957"/>
                  </a:lnTo>
                  <a:lnTo>
                    <a:pt x="651234" y="4966957"/>
                  </a:lnTo>
                  <a:lnTo>
                    <a:pt x="651327" y="4966957"/>
                  </a:lnTo>
                  <a:lnTo>
                    <a:pt x="651421" y="4966957"/>
                  </a:lnTo>
                  <a:lnTo>
                    <a:pt x="651514" y="4966957"/>
                  </a:lnTo>
                  <a:lnTo>
                    <a:pt x="651607" y="4966957"/>
                  </a:lnTo>
                  <a:lnTo>
                    <a:pt x="651700" y="4966957"/>
                  </a:lnTo>
                  <a:lnTo>
                    <a:pt x="651794" y="4966957"/>
                  </a:lnTo>
                  <a:lnTo>
                    <a:pt x="651887" y="4966957"/>
                  </a:lnTo>
                  <a:lnTo>
                    <a:pt x="651980" y="4966957"/>
                  </a:lnTo>
                  <a:lnTo>
                    <a:pt x="652073" y="4966957"/>
                  </a:lnTo>
                  <a:lnTo>
                    <a:pt x="652166" y="4966957"/>
                  </a:lnTo>
                  <a:lnTo>
                    <a:pt x="652260" y="4966957"/>
                  </a:lnTo>
                  <a:lnTo>
                    <a:pt x="652353" y="4966957"/>
                  </a:lnTo>
                  <a:lnTo>
                    <a:pt x="652446" y="4966957"/>
                  </a:lnTo>
                  <a:lnTo>
                    <a:pt x="652539" y="4966957"/>
                  </a:lnTo>
                  <a:lnTo>
                    <a:pt x="652539" y="4957003"/>
                  </a:lnTo>
                  <a:lnTo>
                    <a:pt x="652633" y="4957003"/>
                  </a:lnTo>
                  <a:lnTo>
                    <a:pt x="652726" y="4957003"/>
                  </a:lnTo>
                  <a:lnTo>
                    <a:pt x="652819" y="4957003"/>
                  </a:lnTo>
                  <a:lnTo>
                    <a:pt x="652912" y="4957003"/>
                  </a:lnTo>
                  <a:lnTo>
                    <a:pt x="653006" y="4957003"/>
                  </a:lnTo>
                  <a:lnTo>
                    <a:pt x="653099" y="4957003"/>
                  </a:lnTo>
                  <a:lnTo>
                    <a:pt x="653192" y="4957003"/>
                  </a:lnTo>
                  <a:lnTo>
                    <a:pt x="653285" y="4957003"/>
                  </a:lnTo>
                  <a:lnTo>
                    <a:pt x="653379" y="4957003"/>
                  </a:lnTo>
                  <a:lnTo>
                    <a:pt x="653472" y="4957003"/>
                  </a:lnTo>
                  <a:lnTo>
                    <a:pt x="653565" y="4957003"/>
                  </a:lnTo>
                  <a:lnTo>
                    <a:pt x="653658" y="4957003"/>
                  </a:lnTo>
                  <a:lnTo>
                    <a:pt x="653752" y="4957003"/>
                  </a:lnTo>
                  <a:lnTo>
                    <a:pt x="653845" y="4957003"/>
                  </a:lnTo>
                  <a:lnTo>
                    <a:pt x="653938" y="4957003"/>
                  </a:lnTo>
                  <a:lnTo>
                    <a:pt x="654031" y="4957003"/>
                  </a:lnTo>
                  <a:lnTo>
                    <a:pt x="654125" y="4957003"/>
                  </a:lnTo>
                  <a:lnTo>
                    <a:pt x="654218" y="4957003"/>
                  </a:lnTo>
                  <a:lnTo>
                    <a:pt x="654311" y="4957003"/>
                  </a:lnTo>
                  <a:lnTo>
                    <a:pt x="654404" y="4957003"/>
                  </a:lnTo>
                  <a:lnTo>
                    <a:pt x="654498" y="4957003"/>
                  </a:lnTo>
                  <a:lnTo>
                    <a:pt x="654591" y="4957003"/>
                  </a:lnTo>
                  <a:lnTo>
                    <a:pt x="654684" y="4957003"/>
                  </a:lnTo>
                  <a:lnTo>
                    <a:pt x="654777" y="4957003"/>
                  </a:lnTo>
                  <a:lnTo>
                    <a:pt x="654871" y="4957003"/>
                  </a:lnTo>
                  <a:lnTo>
                    <a:pt x="654964" y="4957003"/>
                  </a:lnTo>
                  <a:lnTo>
                    <a:pt x="655057" y="4957003"/>
                  </a:lnTo>
                  <a:lnTo>
                    <a:pt x="655150" y="4957003"/>
                  </a:lnTo>
                  <a:lnTo>
                    <a:pt x="655244" y="4957003"/>
                  </a:lnTo>
                  <a:lnTo>
                    <a:pt x="655337" y="4957003"/>
                  </a:lnTo>
                  <a:lnTo>
                    <a:pt x="655430" y="4957003"/>
                  </a:lnTo>
                  <a:lnTo>
                    <a:pt x="655523" y="4957003"/>
                  </a:lnTo>
                  <a:lnTo>
                    <a:pt x="655617" y="4957003"/>
                  </a:lnTo>
                  <a:lnTo>
                    <a:pt x="655710" y="4957003"/>
                  </a:lnTo>
                  <a:lnTo>
                    <a:pt x="655803" y="4957003"/>
                  </a:lnTo>
                  <a:lnTo>
                    <a:pt x="655896" y="4957003"/>
                  </a:lnTo>
                  <a:lnTo>
                    <a:pt x="655990" y="4957003"/>
                  </a:lnTo>
                  <a:lnTo>
                    <a:pt x="656083" y="4957003"/>
                  </a:lnTo>
                  <a:lnTo>
                    <a:pt x="656176" y="4957003"/>
                  </a:lnTo>
                  <a:lnTo>
                    <a:pt x="656269" y="4957003"/>
                  </a:lnTo>
                  <a:lnTo>
                    <a:pt x="656363" y="4957003"/>
                  </a:lnTo>
                  <a:lnTo>
                    <a:pt x="656456" y="4957003"/>
                  </a:lnTo>
                  <a:lnTo>
                    <a:pt x="656549" y="4957003"/>
                  </a:lnTo>
                  <a:lnTo>
                    <a:pt x="656642" y="4957003"/>
                  </a:lnTo>
                  <a:lnTo>
                    <a:pt x="656736" y="4957003"/>
                  </a:lnTo>
                  <a:lnTo>
                    <a:pt x="656829" y="4957003"/>
                  </a:lnTo>
                  <a:lnTo>
                    <a:pt x="656922" y="4957003"/>
                  </a:lnTo>
                  <a:lnTo>
                    <a:pt x="657015" y="4957003"/>
                  </a:lnTo>
                  <a:lnTo>
                    <a:pt x="657109" y="4957003"/>
                  </a:lnTo>
                  <a:lnTo>
                    <a:pt x="657202" y="4957003"/>
                  </a:lnTo>
                  <a:lnTo>
                    <a:pt x="657295" y="4957003"/>
                  </a:lnTo>
                  <a:lnTo>
                    <a:pt x="657388" y="4957003"/>
                  </a:lnTo>
                  <a:lnTo>
                    <a:pt x="657482" y="4957003"/>
                  </a:lnTo>
                  <a:lnTo>
                    <a:pt x="657575" y="4957003"/>
                  </a:lnTo>
                  <a:lnTo>
                    <a:pt x="657668" y="4957003"/>
                  </a:lnTo>
                  <a:lnTo>
                    <a:pt x="657761" y="4957003"/>
                  </a:lnTo>
                  <a:lnTo>
                    <a:pt x="657855" y="4957003"/>
                  </a:lnTo>
                  <a:lnTo>
                    <a:pt x="657948" y="4957003"/>
                  </a:lnTo>
                  <a:lnTo>
                    <a:pt x="658041" y="4957003"/>
                  </a:lnTo>
                  <a:lnTo>
                    <a:pt x="658134" y="4957003"/>
                  </a:lnTo>
                  <a:lnTo>
                    <a:pt x="658228" y="4957003"/>
                  </a:lnTo>
                  <a:lnTo>
                    <a:pt x="658321" y="4957003"/>
                  </a:lnTo>
                  <a:lnTo>
                    <a:pt x="658414" y="4957003"/>
                  </a:lnTo>
                  <a:lnTo>
                    <a:pt x="658507" y="4957003"/>
                  </a:lnTo>
                  <a:lnTo>
                    <a:pt x="658601" y="4957003"/>
                  </a:lnTo>
                  <a:lnTo>
                    <a:pt x="658694" y="4957003"/>
                  </a:lnTo>
                  <a:lnTo>
                    <a:pt x="658787" y="4957003"/>
                  </a:lnTo>
                  <a:lnTo>
                    <a:pt x="658880" y="4957003"/>
                  </a:lnTo>
                  <a:lnTo>
                    <a:pt x="658974" y="4957003"/>
                  </a:lnTo>
                  <a:lnTo>
                    <a:pt x="659067" y="4957003"/>
                  </a:lnTo>
                  <a:lnTo>
                    <a:pt x="659160" y="4957003"/>
                  </a:lnTo>
                  <a:lnTo>
                    <a:pt x="659253" y="4957003"/>
                  </a:lnTo>
                  <a:lnTo>
                    <a:pt x="659346" y="4957003"/>
                  </a:lnTo>
                  <a:lnTo>
                    <a:pt x="659440" y="4957003"/>
                  </a:lnTo>
                  <a:lnTo>
                    <a:pt x="659533" y="4957003"/>
                  </a:lnTo>
                  <a:lnTo>
                    <a:pt x="659626" y="4957003"/>
                  </a:lnTo>
                  <a:lnTo>
                    <a:pt x="659719" y="4957003"/>
                  </a:lnTo>
                  <a:lnTo>
                    <a:pt x="659813" y="4957003"/>
                  </a:lnTo>
                  <a:lnTo>
                    <a:pt x="659813" y="4947049"/>
                  </a:lnTo>
                  <a:lnTo>
                    <a:pt x="659906" y="4947049"/>
                  </a:lnTo>
                  <a:lnTo>
                    <a:pt x="659999" y="4947049"/>
                  </a:lnTo>
                  <a:lnTo>
                    <a:pt x="660092" y="4947049"/>
                  </a:lnTo>
                  <a:lnTo>
                    <a:pt x="660186" y="4947049"/>
                  </a:lnTo>
                  <a:lnTo>
                    <a:pt x="660279" y="4947049"/>
                  </a:lnTo>
                  <a:lnTo>
                    <a:pt x="660372" y="4947049"/>
                  </a:lnTo>
                  <a:lnTo>
                    <a:pt x="660465" y="4947049"/>
                  </a:lnTo>
                  <a:lnTo>
                    <a:pt x="660559" y="4947049"/>
                  </a:lnTo>
                  <a:lnTo>
                    <a:pt x="660652" y="4947049"/>
                  </a:lnTo>
                  <a:lnTo>
                    <a:pt x="660745" y="4947049"/>
                  </a:lnTo>
                  <a:lnTo>
                    <a:pt x="660838" y="4947049"/>
                  </a:lnTo>
                  <a:lnTo>
                    <a:pt x="660932" y="4947049"/>
                  </a:lnTo>
                  <a:lnTo>
                    <a:pt x="661025" y="4947049"/>
                  </a:lnTo>
                  <a:lnTo>
                    <a:pt x="661118" y="4947049"/>
                  </a:lnTo>
                  <a:lnTo>
                    <a:pt x="661211" y="4947049"/>
                  </a:lnTo>
                  <a:lnTo>
                    <a:pt x="661305" y="4947049"/>
                  </a:lnTo>
                  <a:lnTo>
                    <a:pt x="661398" y="4947049"/>
                  </a:lnTo>
                  <a:lnTo>
                    <a:pt x="661491" y="4947049"/>
                  </a:lnTo>
                  <a:lnTo>
                    <a:pt x="661584" y="4947049"/>
                  </a:lnTo>
                  <a:lnTo>
                    <a:pt x="661678" y="4947049"/>
                  </a:lnTo>
                  <a:lnTo>
                    <a:pt x="661771" y="4947049"/>
                  </a:lnTo>
                  <a:lnTo>
                    <a:pt x="661864" y="4947049"/>
                  </a:lnTo>
                  <a:lnTo>
                    <a:pt x="661957" y="4947049"/>
                  </a:lnTo>
                  <a:lnTo>
                    <a:pt x="662051" y="4947049"/>
                  </a:lnTo>
                  <a:lnTo>
                    <a:pt x="662144" y="4947049"/>
                  </a:lnTo>
                  <a:lnTo>
                    <a:pt x="662237" y="4947049"/>
                  </a:lnTo>
                  <a:lnTo>
                    <a:pt x="662330" y="4947049"/>
                  </a:lnTo>
                  <a:lnTo>
                    <a:pt x="662424" y="4947049"/>
                  </a:lnTo>
                  <a:lnTo>
                    <a:pt x="662424" y="4937096"/>
                  </a:lnTo>
                  <a:lnTo>
                    <a:pt x="662517" y="4937096"/>
                  </a:lnTo>
                  <a:lnTo>
                    <a:pt x="662610" y="4937096"/>
                  </a:lnTo>
                  <a:lnTo>
                    <a:pt x="662703" y="4937096"/>
                  </a:lnTo>
                  <a:lnTo>
                    <a:pt x="662797" y="4937096"/>
                  </a:lnTo>
                  <a:lnTo>
                    <a:pt x="662890" y="4937096"/>
                  </a:lnTo>
                  <a:lnTo>
                    <a:pt x="662983" y="4937096"/>
                  </a:lnTo>
                  <a:lnTo>
                    <a:pt x="663076" y="4937096"/>
                  </a:lnTo>
                  <a:lnTo>
                    <a:pt x="663170" y="4937096"/>
                  </a:lnTo>
                  <a:lnTo>
                    <a:pt x="663263" y="4937096"/>
                  </a:lnTo>
                  <a:lnTo>
                    <a:pt x="663356" y="4937096"/>
                  </a:lnTo>
                  <a:lnTo>
                    <a:pt x="663449" y="4937096"/>
                  </a:lnTo>
                  <a:lnTo>
                    <a:pt x="663543" y="4937096"/>
                  </a:lnTo>
                  <a:lnTo>
                    <a:pt x="663636" y="4937096"/>
                  </a:lnTo>
                  <a:lnTo>
                    <a:pt x="663729" y="4937096"/>
                  </a:lnTo>
                  <a:lnTo>
                    <a:pt x="663822" y="4937096"/>
                  </a:lnTo>
                  <a:lnTo>
                    <a:pt x="663916" y="4937096"/>
                  </a:lnTo>
                  <a:lnTo>
                    <a:pt x="664009" y="4937096"/>
                  </a:lnTo>
                  <a:lnTo>
                    <a:pt x="664102" y="4937096"/>
                  </a:lnTo>
                  <a:lnTo>
                    <a:pt x="664195" y="4937096"/>
                  </a:lnTo>
                  <a:lnTo>
                    <a:pt x="664289" y="4937096"/>
                  </a:lnTo>
                  <a:lnTo>
                    <a:pt x="664382" y="4937096"/>
                  </a:lnTo>
                  <a:lnTo>
                    <a:pt x="664475" y="4937096"/>
                  </a:lnTo>
                  <a:lnTo>
                    <a:pt x="664568" y="4937096"/>
                  </a:lnTo>
                  <a:lnTo>
                    <a:pt x="664662" y="4937096"/>
                  </a:lnTo>
                  <a:lnTo>
                    <a:pt x="664755" y="4937096"/>
                  </a:lnTo>
                  <a:lnTo>
                    <a:pt x="664848" y="4937096"/>
                  </a:lnTo>
                  <a:lnTo>
                    <a:pt x="664941" y="4937096"/>
                  </a:lnTo>
                  <a:lnTo>
                    <a:pt x="665035" y="4937096"/>
                  </a:lnTo>
                  <a:lnTo>
                    <a:pt x="665128" y="4937096"/>
                  </a:lnTo>
                  <a:lnTo>
                    <a:pt x="665221" y="4937096"/>
                  </a:lnTo>
                  <a:lnTo>
                    <a:pt x="665314" y="4937096"/>
                  </a:lnTo>
                  <a:lnTo>
                    <a:pt x="665408" y="4937096"/>
                  </a:lnTo>
                  <a:lnTo>
                    <a:pt x="665501" y="4937096"/>
                  </a:lnTo>
                  <a:lnTo>
                    <a:pt x="665594" y="4937096"/>
                  </a:lnTo>
                  <a:lnTo>
                    <a:pt x="665687" y="4937096"/>
                  </a:lnTo>
                  <a:lnTo>
                    <a:pt x="665781" y="4937096"/>
                  </a:lnTo>
                  <a:lnTo>
                    <a:pt x="665874" y="4937096"/>
                  </a:lnTo>
                  <a:lnTo>
                    <a:pt x="665967" y="4937096"/>
                  </a:lnTo>
                  <a:lnTo>
                    <a:pt x="666060" y="4937096"/>
                  </a:lnTo>
                  <a:lnTo>
                    <a:pt x="666153" y="4937096"/>
                  </a:lnTo>
                  <a:lnTo>
                    <a:pt x="666247" y="4937096"/>
                  </a:lnTo>
                  <a:lnTo>
                    <a:pt x="666340" y="4937096"/>
                  </a:lnTo>
                  <a:lnTo>
                    <a:pt x="666433" y="4937096"/>
                  </a:lnTo>
                  <a:lnTo>
                    <a:pt x="666526" y="4937096"/>
                  </a:lnTo>
                  <a:lnTo>
                    <a:pt x="666620" y="4937096"/>
                  </a:lnTo>
                  <a:lnTo>
                    <a:pt x="666713" y="4937096"/>
                  </a:lnTo>
                  <a:lnTo>
                    <a:pt x="666806" y="4937096"/>
                  </a:lnTo>
                  <a:lnTo>
                    <a:pt x="666899" y="4937096"/>
                  </a:lnTo>
                  <a:lnTo>
                    <a:pt x="666993" y="4937096"/>
                  </a:lnTo>
                  <a:lnTo>
                    <a:pt x="667086" y="4937096"/>
                  </a:lnTo>
                  <a:lnTo>
                    <a:pt x="667179" y="4937096"/>
                  </a:lnTo>
                  <a:lnTo>
                    <a:pt x="667272" y="4937096"/>
                  </a:lnTo>
                  <a:lnTo>
                    <a:pt x="667366" y="4937096"/>
                  </a:lnTo>
                  <a:lnTo>
                    <a:pt x="667459" y="4937096"/>
                  </a:lnTo>
                  <a:lnTo>
                    <a:pt x="667552" y="4937096"/>
                  </a:lnTo>
                  <a:lnTo>
                    <a:pt x="667645" y="4937096"/>
                  </a:lnTo>
                  <a:lnTo>
                    <a:pt x="667739" y="4937096"/>
                  </a:lnTo>
                  <a:lnTo>
                    <a:pt x="667832" y="4937096"/>
                  </a:lnTo>
                  <a:lnTo>
                    <a:pt x="667925" y="4937096"/>
                  </a:lnTo>
                  <a:lnTo>
                    <a:pt x="668018" y="4937096"/>
                  </a:lnTo>
                  <a:lnTo>
                    <a:pt x="668112" y="4937096"/>
                  </a:lnTo>
                  <a:lnTo>
                    <a:pt x="668205" y="4937096"/>
                  </a:lnTo>
                  <a:lnTo>
                    <a:pt x="668298" y="4937096"/>
                  </a:lnTo>
                  <a:lnTo>
                    <a:pt x="668391" y="4937096"/>
                  </a:lnTo>
                  <a:lnTo>
                    <a:pt x="668485" y="4937096"/>
                  </a:lnTo>
                  <a:lnTo>
                    <a:pt x="668578" y="4937096"/>
                  </a:lnTo>
                  <a:lnTo>
                    <a:pt x="668671" y="4937096"/>
                  </a:lnTo>
                  <a:lnTo>
                    <a:pt x="668764" y="4937096"/>
                  </a:lnTo>
                  <a:lnTo>
                    <a:pt x="668858" y="4937096"/>
                  </a:lnTo>
                  <a:lnTo>
                    <a:pt x="668951" y="4937096"/>
                  </a:lnTo>
                  <a:lnTo>
                    <a:pt x="669044" y="4937096"/>
                  </a:lnTo>
                  <a:lnTo>
                    <a:pt x="669137" y="4937096"/>
                  </a:lnTo>
                  <a:lnTo>
                    <a:pt x="669231" y="4937096"/>
                  </a:lnTo>
                  <a:lnTo>
                    <a:pt x="669324" y="4937096"/>
                  </a:lnTo>
                  <a:lnTo>
                    <a:pt x="669417" y="4937096"/>
                  </a:lnTo>
                  <a:lnTo>
                    <a:pt x="669510" y="4937096"/>
                  </a:lnTo>
                  <a:lnTo>
                    <a:pt x="669604" y="4937096"/>
                  </a:lnTo>
                  <a:lnTo>
                    <a:pt x="669697" y="4937096"/>
                  </a:lnTo>
                  <a:lnTo>
                    <a:pt x="669790" y="4937096"/>
                  </a:lnTo>
                  <a:lnTo>
                    <a:pt x="669883" y="4937096"/>
                  </a:lnTo>
                  <a:lnTo>
                    <a:pt x="669977" y="4937096"/>
                  </a:lnTo>
                  <a:lnTo>
                    <a:pt x="670070" y="4937096"/>
                  </a:lnTo>
                  <a:lnTo>
                    <a:pt x="670163" y="4937096"/>
                  </a:lnTo>
                  <a:lnTo>
                    <a:pt x="670256" y="4937096"/>
                  </a:lnTo>
                  <a:lnTo>
                    <a:pt x="670350" y="4937096"/>
                  </a:lnTo>
                  <a:lnTo>
                    <a:pt x="670443" y="4937096"/>
                  </a:lnTo>
                  <a:lnTo>
                    <a:pt x="670536" y="4937096"/>
                  </a:lnTo>
                  <a:lnTo>
                    <a:pt x="670629" y="4937096"/>
                  </a:lnTo>
                  <a:lnTo>
                    <a:pt x="670723" y="4937096"/>
                  </a:lnTo>
                  <a:lnTo>
                    <a:pt x="670816" y="4937096"/>
                  </a:lnTo>
                  <a:lnTo>
                    <a:pt x="670909" y="4937096"/>
                  </a:lnTo>
                  <a:lnTo>
                    <a:pt x="671002" y="4937096"/>
                  </a:lnTo>
                  <a:lnTo>
                    <a:pt x="671096" y="4937096"/>
                  </a:lnTo>
                  <a:lnTo>
                    <a:pt x="671189" y="4937096"/>
                  </a:lnTo>
                  <a:lnTo>
                    <a:pt x="671282" y="4937096"/>
                  </a:lnTo>
                  <a:lnTo>
                    <a:pt x="671375" y="4937096"/>
                  </a:lnTo>
                  <a:lnTo>
                    <a:pt x="671469" y="4937096"/>
                  </a:lnTo>
                  <a:lnTo>
                    <a:pt x="671562" y="4937096"/>
                  </a:lnTo>
                  <a:lnTo>
                    <a:pt x="671655" y="4937096"/>
                  </a:lnTo>
                  <a:lnTo>
                    <a:pt x="671748" y="4937096"/>
                  </a:lnTo>
                  <a:lnTo>
                    <a:pt x="671842" y="4937096"/>
                  </a:lnTo>
                  <a:lnTo>
                    <a:pt x="671935" y="4937096"/>
                  </a:lnTo>
                  <a:lnTo>
                    <a:pt x="672028" y="4937096"/>
                  </a:lnTo>
                  <a:lnTo>
                    <a:pt x="672121" y="4937096"/>
                  </a:lnTo>
                  <a:lnTo>
                    <a:pt x="672215" y="4937096"/>
                  </a:lnTo>
                  <a:lnTo>
                    <a:pt x="672308" y="4937096"/>
                  </a:lnTo>
                  <a:lnTo>
                    <a:pt x="672401" y="4937096"/>
                  </a:lnTo>
                  <a:lnTo>
                    <a:pt x="672494" y="4937096"/>
                  </a:lnTo>
                  <a:lnTo>
                    <a:pt x="672588" y="4937096"/>
                  </a:lnTo>
                  <a:lnTo>
                    <a:pt x="672681" y="4937096"/>
                  </a:lnTo>
                  <a:lnTo>
                    <a:pt x="672774" y="4937096"/>
                  </a:lnTo>
                  <a:lnTo>
                    <a:pt x="672867" y="4937096"/>
                  </a:lnTo>
                  <a:lnTo>
                    <a:pt x="672961" y="4937096"/>
                  </a:lnTo>
                  <a:lnTo>
                    <a:pt x="673054" y="4937096"/>
                  </a:lnTo>
                  <a:lnTo>
                    <a:pt x="673147" y="4937096"/>
                  </a:lnTo>
                  <a:lnTo>
                    <a:pt x="673240" y="4937096"/>
                  </a:lnTo>
                  <a:lnTo>
                    <a:pt x="673333" y="4937096"/>
                  </a:lnTo>
                  <a:lnTo>
                    <a:pt x="673427" y="4937096"/>
                  </a:lnTo>
                  <a:lnTo>
                    <a:pt x="673520" y="4937096"/>
                  </a:lnTo>
                  <a:lnTo>
                    <a:pt x="673613" y="4937096"/>
                  </a:lnTo>
                  <a:lnTo>
                    <a:pt x="673706" y="4937096"/>
                  </a:lnTo>
                  <a:lnTo>
                    <a:pt x="673800" y="4937096"/>
                  </a:lnTo>
                  <a:lnTo>
                    <a:pt x="673893" y="4937096"/>
                  </a:lnTo>
                  <a:lnTo>
                    <a:pt x="673986" y="4937096"/>
                  </a:lnTo>
                  <a:lnTo>
                    <a:pt x="674079" y="4937096"/>
                  </a:lnTo>
                  <a:lnTo>
                    <a:pt x="674173" y="4937096"/>
                  </a:lnTo>
                  <a:lnTo>
                    <a:pt x="674266" y="4937096"/>
                  </a:lnTo>
                  <a:lnTo>
                    <a:pt x="674359" y="4937096"/>
                  </a:lnTo>
                  <a:lnTo>
                    <a:pt x="674452" y="4937096"/>
                  </a:lnTo>
                  <a:lnTo>
                    <a:pt x="674546" y="4937096"/>
                  </a:lnTo>
                  <a:lnTo>
                    <a:pt x="674639" y="4937096"/>
                  </a:lnTo>
                  <a:lnTo>
                    <a:pt x="674732" y="4937096"/>
                  </a:lnTo>
                  <a:lnTo>
                    <a:pt x="674825" y="4937096"/>
                  </a:lnTo>
                  <a:lnTo>
                    <a:pt x="674919" y="4937096"/>
                  </a:lnTo>
                  <a:lnTo>
                    <a:pt x="675012" y="4937096"/>
                  </a:lnTo>
                  <a:lnTo>
                    <a:pt x="675105" y="4937096"/>
                  </a:lnTo>
                  <a:lnTo>
                    <a:pt x="675198" y="4937096"/>
                  </a:lnTo>
                  <a:lnTo>
                    <a:pt x="675292" y="4937096"/>
                  </a:lnTo>
                  <a:lnTo>
                    <a:pt x="675385" y="4937096"/>
                  </a:lnTo>
                  <a:lnTo>
                    <a:pt x="675478" y="4937096"/>
                  </a:lnTo>
                  <a:lnTo>
                    <a:pt x="675571" y="4937096"/>
                  </a:lnTo>
                  <a:lnTo>
                    <a:pt x="675665" y="4937096"/>
                  </a:lnTo>
                  <a:lnTo>
                    <a:pt x="675758" y="4937096"/>
                  </a:lnTo>
                  <a:lnTo>
                    <a:pt x="675851" y="4937096"/>
                  </a:lnTo>
                  <a:lnTo>
                    <a:pt x="675944" y="4937096"/>
                  </a:lnTo>
                  <a:lnTo>
                    <a:pt x="676038" y="4937096"/>
                  </a:lnTo>
                  <a:lnTo>
                    <a:pt x="676131" y="4937096"/>
                  </a:lnTo>
                  <a:lnTo>
                    <a:pt x="676224" y="4937096"/>
                  </a:lnTo>
                  <a:lnTo>
                    <a:pt x="676317" y="4937096"/>
                  </a:lnTo>
                  <a:lnTo>
                    <a:pt x="676411" y="4937096"/>
                  </a:lnTo>
                  <a:lnTo>
                    <a:pt x="676504" y="4937096"/>
                  </a:lnTo>
                  <a:lnTo>
                    <a:pt x="676597" y="4937096"/>
                  </a:lnTo>
                  <a:lnTo>
                    <a:pt x="676690" y="4937096"/>
                  </a:lnTo>
                  <a:lnTo>
                    <a:pt x="676784" y="4937096"/>
                  </a:lnTo>
                  <a:lnTo>
                    <a:pt x="676877" y="4937096"/>
                  </a:lnTo>
                  <a:lnTo>
                    <a:pt x="676970" y="4937096"/>
                  </a:lnTo>
                  <a:lnTo>
                    <a:pt x="677063" y="4937096"/>
                  </a:lnTo>
                  <a:lnTo>
                    <a:pt x="677157" y="4937096"/>
                  </a:lnTo>
                  <a:lnTo>
                    <a:pt x="677250" y="4937096"/>
                  </a:lnTo>
                  <a:lnTo>
                    <a:pt x="677343" y="4937096"/>
                  </a:lnTo>
                  <a:lnTo>
                    <a:pt x="677436" y="4937096"/>
                  </a:lnTo>
                  <a:lnTo>
                    <a:pt x="677530" y="4937096"/>
                  </a:lnTo>
                  <a:lnTo>
                    <a:pt x="677623" y="4937096"/>
                  </a:lnTo>
                  <a:lnTo>
                    <a:pt x="677716" y="4937096"/>
                  </a:lnTo>
                  <a:lnTo>
                    <a:pt x="677809" y="4937096"/>
                  </a:lnTo>
                  <a:lnTo>
                    <a:pt x="677903" y="4937096"/>
                  </a:lnTo>
                  <a:lnTo>
                    <a:pt x="677996" y="4937096"/>
                  </a:lnTo>
                  <a:lnTo>
                    <a:pt x="678089" y="4937096"/>
                  </a:lnTo>
                  <a:lnTo>
                    <a:pt x="678182" y="4937096"/>
                  </a:lnTo>
                  <a:lnTo>
                    <a:pt x="678276" y="4937096"/>
                  </a:lnTo>
                  <a:lnTo>
                    <a:pt x="678369" y="4937096"/>
                  </a:lnTo>
                  <a:lnTo>
                    <a:pt x="678369" y="4927142"/>
                  </a:lnTo>
                  <a:lnTo>
                    <a:pt x="678462" y="4927142"/>
                  </a:lnTo>
                  <a:lnTo>
                    <a:pt x="678555" y="4927142"/>
                  </a:lnTo>
                  <a:lnTo>
                    <a:pt x="678555" y="4917188"/>
                  </a:lnTo>
                  <a:lnTo>
                    <a:pt x="678649" y="4917188"/>
                  </a:lnTo>
                  <a:lnTo>
                    <a:pt x="678742" y="4917188"/>
                  </a:lnTo>
                  <a:lnTo>
                    <a:pt x="678835" y="4917188"/>
                  </a:lnTo>
                  <a:lnTo>
                    <a:pt x="678928" y="4917188"/>
                  </a:lnTo>
                  <a:lnTo>
                    <a:pt x="679022" y="4917188"/>
                  </a:lnTo>
                  <a:lnTo>
                    <a:pt x="679115" y="4917188"/>
                  </a:lnTo>
                  <a:lnTo>
                    <a:pt x="679208" y="4917188"/>
                  </a:lnTo>
                  <a:lnTo>
                    <a:pt x="679301" y="4917188"/>
                  </a:lnTo>
                  <a:lnTo>
                    <a:pt x="679395" y="4917188"/>
                  </a:lnTo>
                  <a:lnTo>
                    <a:pt x="679488" y="4917188"/>
                  </a:lnTo>
                  <a:lnTo>
                    <a:pt x="679581" y="4917188"/>
                  </a:lnTo>
                  <a:lnTo>
                    <a:pt x="679674" y="4917188"/>
                  </a:lnTo>
                  <a:lnTo>
                    <a:pt x="679768" y="4917188"/>
                  </a:lnTo>
                  <a:lnTo>
                    <a:pt x="679861" y="4917188"/>
                  </a:lnTo>
                  <a:lnTo>
                    <a:pt x="679954" y="4917188"/>
                  </a:lnTo>
                  <a:lnTo>
                    <a:pt x="680047" y="4917188"/>
                  </a:lnTo>
                  <a:lnTo>
                    <a:pt x="680140" y="4917188"/>
                  </a:lnTo>
                  <a:lnTo>
                    <a:pt x="680234" y="4917188"/>
                  </a:lnTo>
                  <a:lnTo>
                    <a:pt x="680327" y="4917188"/>
                  </a:lnTo>
                  <a:lnTo>
                    <a:pt x="680420" y="4917188"/>
                  </a:lnTo>
                  <a:lnTo>
                    <a:pt x="680513" y="4917188"/>
                  </a:lnTo>
                  <a:lnTo>
                    <a:pt x="680607" y="4917188"/>
                  </a:lnTo>
                  <a:lnTo>
                    <a:pt x="680607" y="4907234"/>
                  </a:lnTo>
                  <a:lnTo>
                    <a:pt x="680700" y="4907234"/>
                  </a:lnTo>
                  <a:lnTo>
                    <a:pt x="680793" y="4907234"/>
                  </a:lnTo>
                  <a:lnTo>
                    <a:pt x="680886" y="4907234"/>
                  </a:lnTo>
                  <a:lnTo>
                    <a:pt x="680980" y="4907234"/>
                  </a:lnTo>
                  <a:lnTo>
                    <a:pt x="681073" y="4907234"/>
                  </a:lnTo>
                  <a:lnTo>
                    <a:pt x="681166" y="4907234"/>
                  </a:lnTo>
                  <a:lnTo>
                    <a:pt x="681259" y="4907234"/>
                  </a:lnTo>
                  <a:lnTo>
                    <a:pt x="681353" y="4907234"/>
                  </a:lnTo>
                  <a:lnTo>
                    <a:pt x="681446" y="4907234"/>
                  </a:lnTo>
                  <a:lnTo>
                    <a:pt x="681539" y="4907234"/>
                  </a:lnTo>
                  <a:lnTo>
                    <a:pt x="681632" y="4907234"/>
                  </a:lnTo>
                  <a:lnTo>
                    <a:pt x="681726" y="4907234"/>
                  </a:lnTo>
                  <a:lnTo>
                    <a:pt x="681819" y="4907234"/>
                  </a:lnTo>
                  <a:lnTo>
                    <a:pt x="681912" y="4907234"/>
                  </a:lnTo>
                  <a:lnTo>
                    <a:pt x="682005" y="4907234"/>
                  </a:lnTo>
                  <a:lnTo>
                    <a:pt x="682099" y="4907234"/>
                  </a:lnTo>
                  <a:lnTo>
                    <a:pt x="682192" y="4907234"/>
                  </a:lnTo>
                  <a:lnTo>
                    <a:pt x="682285" y="4907234"/>
                  </a:lnTo>
                  <a:lnTo>
                    <a:pt x="682378" y="4907234"/>
                  </a:lnTo>
                  <a:lnTo>
                    <a:pt x="682472" y="4907234"/>
                  </a:lnTo>
                  <a:lnTo>
                    <a:pt x="682565" y="4907234"/>
                  </a:lnTo>
                  <a:lnTo>
                    <a:pt x="682658" y="4907234"/>
                  </a:lnTo>
                  <a:lnTo>
                    <a:pt x="682751" y="4907234"/>
                  </a:lnTo>
                  <a:lnTo>
                    <a:pt x="682845" y="4907234"/>
                  </a:lnTo>
                  <a:lnTo>
                    <a:pt x="682938" y="4907234"/>
                  </a:lnTo>
                  <a:lnTo>
                    <a:pt x="683031" y="4907234"/>
                  </a:lnTo>
                  <a:lnTo>
                    <a:pt x="683124" y="4907234"/>
                  </a:lnTo>
                  <a:lnTo>
                    <a:pt x="683218" y="4907234"/>
                  </a:lnTo>
                  <a:lnTo>
                    <a:pt x="683311" y="4907234"/>
                  </a:lnTo>
                  <a:lnTo>
                    <a:pt x="683404" y="4907234"/>
                  </a:lnTo>
                  <a:lnTo>
                    <a:pt x="683497" y="4907234"/>
                  </a:lnTo>
                  <a:lnTo>
                    <a:pt x="683591" y="4907234"/>
                  </a:lnTo>
                  <a:lnTo>
                    <a:pt x="683684" y="4907234"/>
                  </a:lnTo>
                  <a:lnTo>
                    <a:pt x="683777" y="4907234"/>
                  </a:lnTo>
                  <a:lnTo>
                    <a:pt x="683870" y="4907234"/>
                  </a:lnTo>
                  <a:lnTo>
                    <a:pt x="683964" y="4907234"/>
                  </a:lnTo>
                  <a:lnTo>
                    <a:pt x="684057" y="4907234"/>
                  </a:lnTo>
                  <a:lnTo>
                    <a:pt x="684150" y="4907234"/>
                  </a:lnTo>
                  <a:lnTo>
                    <a:pt x="684243" y="4907234"/>
                  </a:lnTo>
                  <a:lnTo>
                    <a:pt x="684337" y="4907234"/>
                  </a:lnTo>
                  <a:lnTo>
                    <a:pt x="684430" y="4907234"/>
                  </a:lnTo>
                  <a:lnTo>
                    <a:pt x="684523" y="4907234"/>
                  </a:lnTo>
                  <a:lnTo>
                    <a:pt x="684616" y="4907234"/>
                  </a:lnTo>
                  <a:lnTo>
                    <a:pt x="684710" y="4907234"/>
                  </a:lnTo>
                  <a:lnTo>
                    <a:pt x="684710" y="4897280"/>
                  </a:lnTo>
                  <a:lnTo>
                    <a:pt x="684803" y="4897280"/>
                  </a:lnTo>
                  <a:lnTo>
                    <a:pt x="684896" y="4897280"/>
                  </a:lnTo>
                  <a:lnTo>
                    <a:pt x="684989" y="4897280"/>
                  </a:lnTo>
                  <a:lnTo>
                    <a:pt x="685083" y="4897280"/>
                  </a:lnTo>
                  <a:lnTo>
                    <a:pt x="685176" y="4897280"/>
                  </a:lnTo>
                  <a:lnTo>
                    <a:pt x="685269" y="4897280"/>
                  </a:lnTo>
                  <a:lnTo>
                    <a:pt x="685362" y="4897280"/>
                  </a:lnTo>
                  <a:lnTo>
                    <a:pt x="685456" y="4897280"/>
                  </a:lnTo>
                  <a:lnTo>
                    <a:pt x="685549" y="4897280"/>
                  </a:lnTo>
                  <a:lnTo>
                    <a:pt x="685642" y="4897280"/>
                  </a:lnTo>
                  <a:lnTo>
                    <a:pt x="685735" y="4897280"/>
                  </a:lnTo>
                  <a:lnTo>
                    <a:pt x="685829" y="4897280"/>
                  </a:lnTo>
                  <a:lnTo>
                    <a:pt x="685922" y="4897280"/>
                  </a:lnTo>
                  <a:lnTo>
                    <a:pt x="686015" y="4897280"/>
                  </a:lnTo>
                  <a:lnTo>
                    <a:pt x="686108" y="4897280"/>
                  </a:lnTo>
                  <a:lnTo>
                    <a:pt x="686202" y="4897280"/>
                  </a:lnTo>
                  <a:lnTo>
                    <a:pt x="686295" y="4897280"/>
                  </a:lnTo>
                  <a:lnTo>
                    <a:pt x="686388" y="4897280"/>
                  </a:lnTo>
                  <a:lnTo>
                    <a:pt x="686481" y="4897280"/>
                  </a:lnTo>
                  <a:lnTo>
                    <a:pt x="686575" y="4897280"/>
                  </a:lnTo>
                  <a:lnTo>
                    <a:pt x="686668" y="4897280"/>
                  </a:lnTo>
                  <a:lnTo>
                    <a:pt x="686761" y="4897280"/>
                  </a:lnTo>
                  <a:lnTo>
                    <a:pt x="686854" y="4897280"/>
                  </a:lnTo>
                  <a:lnTo>
                    <a:pt x="686947" y="4897280"/>
                  </a:lnTo>
                  <a:lnTo>
                    <a:pt x="687041" y="4897280"/>
                  </a:lnTo>
                  <a:lnTo>
                    <a:pt x="687134" y="4897280"/>
                  </a:lnTo>
                  <a:lnTo>
                    <a:pt x="687227" y="4897280"/>
                  </a:lnTo>
                  <a:lnTo>
                    <a:pt x="687320" y="4897280"/>
                  </a:lnTo>
                  <a:lnTo>
                    <a:pt x="687414" y="4897280"/>
                  </a:lnTo>
                  <a:lnTo>
                    <a:pt x="687507" y="4897280"/>
                  </a:lnTo>
                  <a:lnTo>
                    <a:pt x="687600" y="4897280"/>
                  </a:lnTo>
                  <a:lnTo>
                    <a:pt x="687693" y="4897280"/>
                  </a:lnTo>
                  <a:lnTo>
                    <a:pt x="687787" y="4897280"/>
                  </a:lnTo>
                  <a:lnTo>
                    <a:pt x="687880" y="4897280"/>
                  </a:lnTo>
                  <a:lnTo>
                    <a:pt x="687973" y="4897280"/>
                  </a:lnTo>
                  <a:lnTo>
                    <a:pt x="688066" y="4897280"/>
                  </a:lnTo>
                  <a:lnTo>
                    <a:pt x="688160" y="4897280"/>
                  </a:lnTo>
                  <a:lnTo>
                    <a:pt x="688253" y="4897280"/>
                  </a:lnTo>
                  <a:lnTo>
                    <a:pt x="688346" y="4897280"/>
                  </a:lnTo>
                  <a:lnTo>
                    <a:pt x="688439" y="4897280"/>
                  </a:lnTo>
                  <a:lnTo>
                    <a:pt x="688533" y="4897280"/>
                  </a:lnTo>
                  <a:lnTo>
                    <a:pt x="688626" y="4897280"/>
                  </a:lnTo>
                  <a:lnTo>
                    <a:pt x="688719" y="4897280"/>
                  </a:lnTo>
                  <a:lnTo>
                    <a:pt x="688812" y="4897280"/>
                  </a:lnTo>
                  <a:lnTo>
                    <a:pt x="688906" y="4897280"/>
                  </a:lnTo>
                  <a:lnTo>
                    <a:pt x="688999" y="4897280"/>
                  </a:lnTo>
                  <a:lnTo>
                    <a:pt x="689092" y="4897280"/>
                  </a:lnTo>
                  <a:lnTo>
                    <a:pt x="689185" y="4897280"/>
                  </a:lnTo>
                  <a:lnTo>
                    <a:pt x="689279" y="4897280"/>
                  </a:lnTo>
                  <a:lnTo>
                    <a:pt x="689372" y="4897280"/>
                  </a:lnTo>
                  <a:lnTo>
                    <a:pt x="689465" y="4897280"/>
                  </a:lnTo>
                  <a:lnTo>
                    <a:pt x="689558" y="4897280"/>
                  </a:lnTo>
                  <a:lnTo>
                    <a:pt x="689652" y="4897280"/>
                  </a:lnTo>
                  <a:lnTo>
                    <a:pt x="689745" y="4897280"/>
                  </a:lnTo>
                  <a:lnTo>
                    <a:pt x="689838" y="4897280"/>
                  </a:lnTo>
                  <a:lnTo>
                    <a:pt x="689931" y="4897280"/>
                  </a:lnTo>
                  <a:lnTo>
                    <a:pt x="690025" y="4897280"/>
                  </a:lnTo>
                  <a:lnTo>
                    <a:pt x="690118" y="4897280"/>
                  </a:lnTo>
                  <a:lnTo>
                    <a:pt x="690211" y="4897280"/>
                  </a:lnTo>
                  <a:lnTo>
                    <a:pt x="690304" y="4897280"/>
                  </a:lnTo>
                  <a:lnTo>
                    <a:pt x="690398" y="4897280"/>
                  </a:lnTo>
                  <a:lnTo>
                    <a:pt x="690491" y="4897280"/>
                  </a:lnTo>
                  <a:lnTo>
                    <a:pt x="690491" y="4887326"/>
                  </a:lnTo>
                  <a:lnTo>
                    <a:pt x="690584" y="4887326"/>
                  </a:lnTo>
                  <a:lnTo>
                    <a:pt x="690677" y="4887326"/>
                  </a:lnTo>
                  <a:lnTo>
                    <a:pt x="690771" y="4887326"/>
                  </a:lnTo>
                  <a:lnTo>
                    <a:pt x="690864" y="4887326"/>
                  </a:lnTo>
                  <a:lnTo>
                    <a:pt x="690957" y="4887326"/>
                  </a:lnTo>
                  <a:lnTo>
                    <a:pt x="691050" y="4887326"/>
                  </a:lnTo>
                  <a:lnTo>
                    <a:pt x="691144" y="4887326"/>
                  </a:lnTo>
                  <a:lnTo>
                    <a:pt x="691237" y="4887326"/>
                  </a:lnTo>
                  <a:lnTo>
                    <a:pt x="691330" y="4887326"/>
                  </a:lnTo>
                  <a:lnTo>
                    <a:pt x="691423" y="4887326"/>
                  </a:lnTo>
                  <a:lnTo>
                    <a:pt x="691517" y="4887326"/>
                  </a:lnTo>
                  <a:lnTo>
                    <a:pt x="691610" y="4887326"/>
                  </a:lnTo>
                  <a:lnTo>
                    <a:pt x="691703" y="4887326"/>
                  </a:lnTo>
                  <a:lnTo>
                    <a:pt x="691796" y="4887326"/>
                  </a:lnTo>
                  <a:lnTo>
                    <a:pt x="691890" y="4887326"/>
                  </a:lnTo>
                  <a:lnTo>
                    <a:pt x="691983" y="4887326"/>
                  </a:lnTo>
                  <a:lnTo>
                    <a:pt x="692076" y="4887326"/>
                  </a:lnTo>
                  <a:lnTo>
                    <a:pt x="692169" y="4887326"/>
                  </a:lnTo>
                  <a:lnTo>
                    <a:pt x="692263" y="4887326"/>
                  </a:lnTo>
                  <a:lnTo>
                    <a:pt x="692356" y="4887326"/>
                  </a:lnTo>
                  <a:lnTo>
                    <a:pt x="692449" y="4887326"/>
                  </a:lnTo>
                  <a:lnTo>
                    <a:pt x="692542" y="4887326"/>
                  </a:lnTo>
                  <a:lnTo>
                    <a:pt x="692636" y="4887326"/>
                  </a:lnTo>
                  <a:lnTo>
                    <a:pt x="692636" y="4877373"/>
                  </a:lnTo>
                  <a:lnTo>
                    <a:pt x="692729" y="4877373"/>
                  </a:lnTo>
                  <a:lnTo>
                    <a:pt x="692822" y="4877373"/>
                  </a:lnTo>
                  <a:lnTo>
                    <a:pt x="692915" y="4877373"/>
                  </a:lnTo>
                  <a:lnTo>
                    <a:pt x="693009" y="4877373"/>
                  </a:lnTo>
                  <a:lnTo>
                    <a:pt x="693102" y="4877373"/>
                  </a:lnTo>
                  <a:lnTo>
                    <a:pt x="693195" y="4877373"/>
                  </a:lnTo>
                  <a:lnTo>
                    <a:pt x="693288" y="4877373"/>
                  </a:lnTo>
                  <a:lnTo>
                    <a:pt x="693382" y="4877373"/>
                  </a:lnTo>
                  <a:lnTo>
                    <a:pt x="693475" y="4877373"/>
                  </a:lnTo>
                  <a:lnTo>
                    <a:pt x="693568" y="4877373"/>
                  </a:lnTo>
                  <a:lnTo>
                    <a:pt x="693661" y="4877373"/>
                  </a:lnTo>
                  <a:lnTo>
                    <a:pt x="693755" y="4877373"/>
                  </a:lnTo>
                  <a:lnTo>
                    <a:pt x="693848" y="4877373"/>
                  </a:lnTo>
                  <a:lnTo>
                    <a:pt x="693941" y="4877373"/>
                  </a:lnTo>
                  <a:lnTo>
                    <a:pt x="694034" y="4877373"/>
                  </a:lnTo>
                  <a:lnTo>
                    <a:pt x="694127" y="4877373"/>
                  </a:lnTo>
                  <a:lnTo>
                    <a:pt x="694221" y="4877373"/>
                  </a:lnTo>
                  <a:lnTo>
                    <a:pt x="694314" y="4877373"/>
                  </a:lnTo>
                  <a:lnTo>
                    <a:pt x="694407" y="4877373"/>
                  </a:lnTo>
                  <a:lnTo>
                    <a:pt x="694500" y="4877373"/>
                  </a:lnTo>
                  <a:lnTo>
                    <a:pt x="694594" y="4877373"/>
                  </a:lnTo>
                  <a:lnTo>
                    <a:pt x="694687" y="4877373"/>
                  </a:lnTo>
                  <a:lnTo>
                    <a:pt x="694780" y="4877373"/>
                  </a:lnTo>
                  <a:lnTo>
                    <a:pt x="694873" y="4877373"/>
                  </a:lnTo>
                  <a:lnTo>
                    <a:pt x="694967" y="4877373"/>
                  </a:lnTo>
                  <a:lnTo>
                    <a:pt x="695060" y="4877373"/>
                  </a:lnTo>
                  <a:lnTo>
                    <a:pt x="695153" y="4877373"/>
                  </a:lnTo>
                  <a:lnTo>
                    <a:pt x="695246" y="4877373"/>
                  </a:lnTo>
                  <a:lnTo>
                    <a:pt x="695340" y="4877373"/>
                  </a:lnTo>
                  <a:lnTo>
                    <a:pt x="695433" y="4877373"/>
                  </a:lnTo>
                  <a:lnTo>
                    <a:pt x="695526" y="4877373"/>
                  </a:lnTo>
                  <a:lnTo>
                    <a:pt x="695619" y="4877373"/>
                  </a:lnTo>
                  <a:lnTo>
                    <a:pt x="695713" y="4877373"/>
                  </a:lnTo>
                  <a:lnTo>
                    <a:pt x="695806" y="4877373"/>
                  </a:lnTo>
                  <a:lnTo>
                    <a:pt x="695899" y="4877373"/>
                  </a:lnTo>
                  <a:lnTo>
                    <a:pt x="695992" y="4877373"/>
                  </a:lnTo>
                  <a:lnTo>
                    <a:pt x="696086" y="4877373"/>
                  </a:lnTo>
                  <a:lnTo>
                    <a:pt x="696179" y="4877373"/>
                  </a:lnTo>
                  <a:lnTo>
                    <a:pt x="696272" y="4877373"/>
                  </a:lnTo>
                  <a:lnTo>
                    <a:pt x="696365" y="4877373"/>
                  </a:lnTo>
                  <a:lnTo>
                    <a:pt x="696459" y="4877373"/>
                  </a:lnTo>
                  <a:lnTo>
                    <a:pt x="696552" y="4877373"/>
                  </a:lnTo>
                  <a:lnTo>
                    <a:pt x="696645" y="4877373"/>
                  </a:lnTo>
                  <a:lnTo>
                    <a:pt x="696738" y="4877373"/>
                  </a:lnTo>
                  <a:lnTo>
                    <a:pt x="696832" y="4877373"/>
                  </a:lnTo>
                  <a:lnTo>
                    <a:pt x="696925" y="4877373"/>
                  </a:lnTo>
                  <a:lnTo>
                    <a:pt x="697018" y="4877373"/>
                  </a:lnTo>
                  <a:lnTo>
                    <a:pt x="697111" y="4877373"/>
                  </a:lnTo>
                  <a:lnTo>
                    <a:pt x="697205" y="4877373"/>
                  </a:lnTo>
                  <a:lnTo>
                    <a:pt x="697298" y="4877373"/>
                  </a:lnTo>
                  <a:lnTo>
                    <a:pt x="697391" y="4877373"/>
                  </a:lnTo>
                  <a:lnTo>
                    <a:pt x="697484" y="4877373"/>
                  </a:lnTo>
                  <a:lnTo>
                    <a:pt x="697578" y="4877373"/>
                  </a:lnTo>
                  <a:lnTo>
                    <a:pt x="697671" y="4877373"/>
                  </a:lnTo>
                  <a:lnTo>
                    <a:pt x="697764" y="4877373"/>
                  </a:lnTo>
                  <a:lnTo>
                    <a:pt x="697857" y="4877373"/>
                  </a:lnTo>
                  <a:lnTo>
                    <a:pt x="697951" y="4877373"/>
                  </a:lnTo>
                  <a:lnTo>
                    <a:pt x="698044" y="4877373"/>
                  </a:lnTo>
                  <a:lnTo>
                    <a:pt x="698137" y="4877373"/>
                  </a:lnTo>
                  <a:lnTo>
                    <a:pt x="698230" y="4877373"/>
                  </a:lnTo>
                  <a:lnTo>
                    <a:pt x="698324" y="4877373"/>
                  </a:lnTo>
                  <a:lnTo>
                    <a:pt x="698417" y="4877373"/>
                  </a:lnTo>
                  <a:lnTo>
                    <a:pt x="698510" y="4877373"/>
                  </a:lnTo>
                  <a:lnTo>
                    <a:pt x="698603" y="4877373"/>
                  </a:lnTo>
                  <a:lnTo>
                    <a:pt x="698697" y="4877373"/>
                  </a:lnTo>
                  <a:lnTo>
                    <a:pt x="698790" y="4877373"/>
                  </a:lnTo>
                  <a:lnTo>
                    <a:pt x="698883" y="4877373"/>
                  </a:lnTo>
                  <a:lnTo>
                    <a:pt x="698976" y="4877373"/>
                  </a:lnTo>
                  <a:lnTo>
                    <a:pt x="699070" y="4877373"/>
                  </a:lnTo>
                  <a:lnTo>
                    <a:pt x="699163" y="4877373"/>
                  </a:lnTo>
                  <a:lnTo>
                    <a:pt x="699256" y="4877373"/>
                  </a:lnTo>
                  <a:lnTo>
                    <a:pt x="699349" y="4877373"/>
                  </a:lnTo>
                  <a:lnTo>
                    <a:pt x="699443" y="4877373"/>
                  </a:lnTo>
                  <a:lnTo>
                    <a:pt x="699536" y="4877373"/>
                  </a:lnTo>
                  <a:lnTo>
                    <a:pt x="699629" y="4877373"/>
                  </a:lnTo>
                  <a:lnTo>
                    <a:pt x="699722" y="4877373"/>
                  </a:lnTo>
                  <a:lnTo>
                    <a:pt x="699816" y="4877373"/>
                  </a:lnTo>
                  <a:lnTo>
                    <a:pt x="699909" y="4877373"/>
                  </a:lnTo>
                  <a:lnTo>
                    <a:pt x="700002" y="4877373"/>
                  </a:lnTo>
                  <a:lnTo>
                    <a:pt x="700095" y="4877373"/>
                  </a:lnTo>
                  <a:lnTo>
                    <a:pt x="700189" y="4877373"/>
                  </a:lnTo>
                  <a:lnTo>
                    <a:pt x="700282" y="4877373"/>
                  </a:lnTo>
                  <a:lnTo>
                    <a:pt x="700375" y="4877373"/>
                  </a:lnTo>
                  <a:lnTo>
                    <a:pt x="700468" y="4877373"/>
                  </a:lnTo>
                  <a:lnTo>
                    <a:pt x="700562" y="4877373"/>
                  </a:lnTo>
                  <a:lnTo>
                    <a:pt x="700655" y="4877373"/>
                  </a:lnTo>
                  <a:lnTo>
                    <a:pt x="700748" y="4877373"/>
                  </a:lnTo>
                  <a:lnTo>
                    <a:pt x="700841" y="4877373"/>
                  </a:lnTo>
                  <a:lnTo>
                    <a:pt x="700934" y="4877373"/>
                  </a:lnTo>
                  <a:lnTo>
                    <a:pt x="701028" y="4877373"/>
                  </a:lnTo>
                  <a:lnTo>
                    <a:pt x="701121" y="4877373"/>
                  </a:lnTo>
                  <a:lnTo>
                    <a:pt x="701214" y="4877373"/>
                  </a:lnTo>
                  <a:lnTo>
                    <a:pt x="701307" y="4877373"/>
                  </a:lnTo>
                  <a:lnTo>
                    <a:pt x="701401" y="4877373"/>
                  </a:lnTo>
                  <a:lnTo>
                    <a:pt x="701494" y="4877373"/>
                  </a:lnTo>
                  <a:lnTo>
                    <a:pt x="701587" y="4877373"/>
                  </a:lnTo>
                  <a:lnTo>
                    <a:pt x="701680" y="4877373"/>
                  </a:lnTo>
                  <a:lnTo>
                    <a:pt x="701774" y="4877373"/>
                  </a:lnTo>
                  <a:lnTo>
                    <a:pt x="701867" y="4877373"/>
                  </a:lnTo>
                  <a:lnTo>
                    <a:pt x="701960" y="4877373"/>
                  </a:lnTo>
                  <a:lnTo>
                    <a:pt x="702053" y="4877373"/>
                  </a:lnTo>
                  <a:lnTo>
                    <a:pt x="702147" y="4877373"/>
                  </a:lnTo>
                  <a:lnTo>
                    <a:pt x="702240" y="4877373"/>
                  </a:lnTo>
                  <a:lnTo>
                    <a:pt x="702333" y="4877373"/>
                  </a:lnTo>
                  <a:lnTo>
                    <a:pt x="702426" y="4877373"/>
                  </a:lnTo>
                  <a:lnTo>
                    <a:pt x="702520" y="4877373"/>
                  </a:lnTo>
                  <a:lnTo>
                    <a:pt x="702613" y="4877373"/>
                  </a:lnTo>
                  <a:lnTo>
                    <a:pt x="702706" y="4877373"/>
                  </a:lnTo>
                  <a:lnTo>
                    <a:pt x="702799" y="4877373"/>
                  </a:lnTo>
                  <a:lnTo>
                    <a:pt x="702893" y="4877373"/>
                  </a:lnTo>
                  <a:lnTo>
                    <a:pt x="702986" y="4877373"/>
                  </a:lnTo>
                  <a:lnTo>
                    <a:pt x="703079" y="4877373"/>
                  </a:lnTo>
                  <a:lnTo>
                    <a:pt x="703172" y="4877373"/>
                  </a:lnTo>
                  <a:lnTo>
                    <a:pt x="703266" y="4877373"/>
                  </a:lnTo>
                  <a:lnTo>
                    <a:pt x="703359" y="4877373"/>
                  </a:lnTo>
                  <a:lnTo>
                    <a:pt x="703452" y="4877373"/>
                  </a:lnTo>
                  <a:lnTo>
                    <a:pt x="703545" y="4877373"/>
                  </a:lnTo>
                  <a:lnTo>
                    <a:pt x="703639" y="4877373"/>
                  </a:lnTo>
                  <a:lnTo>
                    <a:pt x="703732" y="4877373"/>
                  </a:lnTo>
                  <a:lnTo>
                    <a:pt x="703825" y="4877373"/>
                  </a:lnTo>
                  <a:lnTo>
                    <a:pt x="703918" y="4877373"/>
                  </a:lnTo>
                  <a:lnTo>
                    <a:pt x="704012" y="4877373"/>
                  </a:lnTo>
                  <a:lnTo>
                    <a:pt x="704105" y="4877373"/>
                  </a:lnTo>
                  <a:lnTo>
                    <a:pt x="704198" y="4877373"/>
                  </a:lnTo>
                  <a:lnTo>
                    <a:pt x="704291" y="4877373"/>
                  </a:lnTo>
                  <a:lnTo>
                    <a:pt x="704385" y="4877373"/>
                  </a:lnTo>
                  <a:lnTo>
                    <a:pt x="704478" y="4877373"/>
                  </a:lnTo>
                  <a:lnTo>
                    <a:pt x="704571" y="4877373"/>
                  </a:lnTo>
                  <a:lnTo>
                    <a:pt x="704571" y="4867419"/>
                  </a:lnTo>
                  <a:lnTo>
                    <a:pt x="704664" y="4867419"/>
                  </a:lnTo>
                  <a:lnTo>
                    <a:pt x="704758" y="4867419"/>
                  </a:lnTo>
                  <a:lnTo>
                    <a:pt x="704851" y="4867419"/>
                  </a:lnTo>
                  <a:lnTo>
                    <a:pt x="704944" y="4867419"/>
                  </a:lnTo>
                  <a:lnTo>
                    <a:pt x="705037" y="4867419"/>
                  </a:lnTo>
                  <a:lnTo>
                    <a:pt x="705131" y="4867419"/>
                  </a:lnTo>
                  <a:lnTo>
                    <a:pt x="705224" y="4867419"/>
                  </a:lnTo>
                  <a:lnTo>
                    <a:pt x="705317" y="4867419"/>
                  </a:lnTo>
                  <a:lnTo>
                    <a:pt x="705410" y="4867419"/>
                  </a:lnTo>
                  <a:lnTo>
                    <a:pt x="705504" y="4867419"/>
                  </a:lnTo>
                  <a:lnTo>
                    <a:pt x="705597" y="4867419"/>
                  </a:lnTo>
                  <a:lnTo>
                    <a:pt x="705690" y="4867419"/>
                  </a:lnTo>
                  <a:lnTo>
                    <a:pt x="705783" y="4867419"/>
                  </a:lnTo>
                  <a:lnTo>
                    <a:pt x="705877" y="4867419"/>
                  </a:lnTo>
                  <a:lnTo>
                    <a:pt x="705970" y="4867419"/>
                  </a:lnTo>
                  <a:lnTo>
                    <a:pt x="706063" y="4867419"/>
                  </a:lnTo>
                  <a:lnTo>
                    <a:pt x="706156" y="4867419"/>
                  </a:lnTo>
                  <a:lnTo>
                    <a:pt x="706250" y="4867419"/>
                  </a:lnTo>
                  <a:lnTo>
                    <a:pt x="706343" y="4867419"/>
                  </a:lnTo>
                  <a:lnTo>
                    <a:pt x="706436" y="4867419"/>
                  </a:lnTo>
                  <a:lnTo>
                    <a:pt x="706529" y="4867419"/>
                  </a:lnTo>
                  <a:lnTo>
                    <a:pt x="706623" y="4867419"/>
                  </a:lnTo>
                  <a:lnTo>
                    <a:pt x="706716" y="4867419"/>
                  </a:lnTo>
                  <a:lnTo>
                    <a:pt x="706809" y="4867419"/>
                  </a:lnTo>
                  <a:lnTo>
                    <a:pt x="706902" y="4867419"/>
                  </a:lnTo>
                  <a:lnTo>
                    <a:pt x="706996" y="4867419"/>
                  </a:lnTo>
                  <a:lnTo>
                    <a:pt x="707089" y="4867419"/>
                  </a:lnTo>
                  <a:lnTo>
                    <a:pt x="707182" y="4867419"/>
                  </a:lnTo>
                  <a:lnTo>
                    <a:pt x="707275" y="4867419"/>
                  </a:lnTo>
                  <a:lnTo>
                    <a:pt x="707369" y="4867419"/>
                  </a:lnTo>
                  <a:lnTo>
                    <a:pt x="707462" y="4867419"/>
                  </a:lnTo>
                  <a:lnTo>
                    <a:pt x="707555" y="4867419"/>
                  </a:lnTo>
                  <a:lnTo>
                    <a:pt x="707648" y="4867419"/>
                  </a:lnTo>
                  <a:lnTo>
                    <a:pt x="707741" y="4867419"/>
                  </a:lnTo>
                  <a:lnTo>
                    <a:pt x="707835" y="4867419"/>
                  </a:lnTo>
                  <a:lnTo>
                    <a:pt x="707928" y="4867419"/>
                  </a:lnTo>
                  <a:lnTo>
                    <a:pt x="708021" y="4867419"/>
                  </a:lnTo>
                  <a:lnTo>
                    <a:pt x="708114" y="4867419"/>
                  </a:lnTo>
                  <a:lnTo>
                    <a:pt x="708208" y="4867419"/>
                  </a:lnTo>
                  <a:lnTo>
                    <a:pt x="708301" y="4867419"/>
                  </a:lnTo>
                  <a:lnTo>
                    <a:pt x="708394" y="4867419"/>
                  </a:lnTo>
                  <a:lnTo>
                    <a:pt x="708487" y="4867419"/>
                  </a:lnTo>
                  <a:lnTo>
                    <a:pt x="708581" y="4867419"/>
                  </a:lnTo>
                  <a:lnTo>
                    <a:pt x="708674" y="4867419"/>
                  </a:lnTo>
                  <a:lnTo>
                    <a:pt x="708767" y="4867419"/>
                  </a:lnTo>
                  <a:lnTo>
                    <a:pt x="708860" y="4867419"/>
                  </a:lnTo>
                  <a:lnTo>
                    <a:pt x="708954" y="4867419"/>
                  </a:lnTo>
                  <a:lnTo>
                    <a:pt x="709047" y="4867419"/>
                  </a:lnTo>
                  <a:lnTo>
                    <a:pt x="709140" y="4867419"/>
                  </a:lnTo>
                  <a:lnTo>
                    <a:pt x="709233" y="4867419"/>
                  </a:lnTo>
                  <a:lnTo>
                    <a:pt x="709327" y="4867419"/>
                  </a:lnTo>
                  <a:lnTo>
                    <a:pt x="709420" y="4867419"/>
                  </a:lnTo>
                  <a:lnTo>
                    <a:pt x="709513" y="4867419"/>
                  </a:lnTo>
                  <a:lnTo>
                    <a:pt x="709606" y="4867419"/>
                  </a:lnTo>
                  <a:lnTo>
                    <a:pt x="709700" y="4867419"/>
                  </a:lnTo>
                  <a:lnTo>
                    <a:pt x="709793" y="4867419"/>
                  </a:lnTo>
                  <a:lnTo>
                    <a:pt x="709886" y="4867419"/>
                  </a:lnTo>
                  <a:lnTo>
                    <a:pt x="709979" y="4867419"/>
                  </a:lnTo>
                  <a:lnTo>
                    <a:pt x="710073" y="4867419"/>
                  </a:lnTo>
                  <a:lnTo>
                    <a:pt x="710166" y="4867419"/>
                  </a:lnTo>
                  <a:lnTo>
                    <a:pt x="710259" y="4867419"/>
                  </a:lnTo>
                  <a:lnTo>
                    <a:pt x="710352" y="4867419"/>
                  </a:lnTo>
                  <a:lnTo>
                    <a:pt x="710446" y="4867419"/>
                  </a:lnTo>
                  <a:lnTo>
                    <a:pt x="710539" y="4867419"/>
                  </a:lnTo>
                  <a:lnTo>
                    <a:pt x="710632" y="4867419"/>
                  </a:lnTo>
                  <a:lnTo>
                    <a:pt x="710725" y="4867419"/>
                  </a:lnTo>
                  <a:lnTo>
                    <a:pt x="710819" y="4867419"/>
                  </a:lnTo>
                  <a:lnTo>
                    <a:pt x="710912" y="4867419"/>
                  </a:lnTo>
                  <a:lnTo>
                    <a:pt x="711005" y="4867419"/>
                  </a:lnTo>
                  <a:lnTo>
                    <a:pt x="711098" y="4867419"/>
                  </a:lnTo>
                  <a:lnTo>
                    <a:pt x="711192" y="4867419"/>
                  </a:lnTo>
                  <a:lnTo>
                    <a:pt x="711285" y="4867419"/>
                  </a:lnTo>
                  <a:lnTo>
                    <a:pt x="711378" y="4867419"/>
                  </a:lnTo>
                  <a:lnTo>
                    <a:pt x="711471" y="4867419"/>
                  </a:lnTo>
                  <a:lnTo>
                    <a:pt x="711565" y="4867419"/>
                  </a:lnTo>
                  <a:lnTo>
                    <a:pt x="711658" y="4867419"/>
                  </a:lnTo>
                  <a:lnTo>
                    <a:pt x="711751" y="4867419"/>
                  </a:lnTo>
                  <a:lnTo>
                    <a:pt x="711844" y="4867419"/>
                  </a:lnTo>
                  <a:lnTo>
                    <a:pt x="711938" y="4867419"/>
                  </a:lnTo>
                  <a:lnTo>
                    <a:pt x="712031" y="4867419"/>
                  </a:lnTo>
                  <a:lnTo>
                    <a:pt x="712124" y="4867419"/>
                  </a:lnTo>
                  <a:lnTo>
                    <a:pt x="712217" y="4867419"/>
                  </a:lnTo>
                  <a:lnTo>
                    <a:pt x="712311" y="4867419"/>
                  </a:lnTo>
                  <a:lnTo>
                    <a:pt x="712404" y="4867419"/>
                  </a:lnTo>
                  <a:lnTo>
                    <a:pt x="712497" y="4867419"/>
                  </a:lnTo>
                  <a:lnTo>
                    <a:pt x="712590" y="4867419"/>
                  </a:lnTo>
                  <a:lnTo>
                    <a:pt x="712684" y="4867419"/>
                  </a:lnTo>
                  <a:lnTo>
                    <a:pt x="712777" y="4867419"/>
                  </a:lnTo>
                  <a:lnTo>
                    <a:pt x="712870" y="4867419"/>
                  </a:lnTo>
                  <a:lnTo>
                    <a:pt x="712963" y="4867419"/>
                  </a:lnTo>
                  <a:lnTo>
                    <a:pt x="713057" y="4867419"/>
                  </a:lnTo>
                  <a:lnTo>
                    <a:pt x="713150" y="4867419"/>
                  </a:lnTo>
                  <a:lnTo>
                    <a:pt x="713243" y="4867419"/>
                  </a:lnTo>
                  <a:lnTo>
                    <a:pt x="713336" y="4867419"/>
                  </a:lnTo>
                  <a:lnTo>
                    <a:pt x="713430" y="4867419"/>
                  </a:lnTo>
                  <a:lnTo>
                    <a:pt x="713523" y="4867419"/>
                  </a:lnTo>
                  <a:lnTo>
                    <a:pt x="713616" y="4867419"/>
                  </a:lnTo>
                  <a:lnTo>
                    <a:pt x="713709" y="4867419"/>
                  </a:lnTo>
                  <a:lnTo>
                    <a:pt x="713803" y="4867419"/>
                  </a:lnTo>
                  <a:lnTo>
                    <a:pt x="713896" y="4867419"/>
                  </a:lnTo>
                  <a:lnTo>
                    <a:pt x="713989" y="4867419"/>
                  </a:lnTo>
                  <a:lnTo>
                    <a:pt x="713989" y="4857465"/>
                  </a:lnTo>
                  <a:lnTo>
                    <a:pt x="714082" y="4857465"/>
                  </a:lnTo>
                  <a:lnTo>
                    <a:pt x="714176" y="4857465"/>
                  </a:lnTo>
                  <a:lnTo>
                    <a:pt x="714269" y="4857465"/>
                  </a:lnTo>
                  <a:lnTo>
                    <a:pt x="714362" y="4857465"/>
                  </a:lnTo>
                  <a:lnTo>
                    <a:pt x="714455" y="4857465"/>
                  </a:lnTo>
                  <a:lnTo>
                    <a:pt x="714549" y="4857465"/>
                  </a:lnTo>
                  <a:lnTo>
                    <a:pt x="714642" y="4857465"/>
                  </a:lnTo>
                  <a:lnTo>
                    <a:pt x="714735" y="4857465"/>
                  </a:lnTo>
                  <a:lnTo>
                    <a:pt x="714828" y="4857465"/>
                  </a:lnTo>
                  <a:lnTo>
                    <a:pt x="714921" y="4857465"/>
                  </a:lnTo>
                  <a:lnTo>
                    <a:pt x="715015" y="4857465"/>
                  </a:lnTo>
                  <a:lnTo>
                    <a:pt x="715108" y="4857465"/>
                  </a:lnTo>
                  <a:lnTo>
                    <a:pt x="715201" y="4857465"/>
                  </a:lnTo>
                  <a:lnTo>
                    <a:pt x="715294" y="4857465"/>
                  </a:lnTo>
                  <a:lnTo>
                    <a:pt x="715388" y="4857465"/>
                  </a:lnTo>
                  <a:lnTo>
                    <a:pt x="715481" y="4857465"/>
                  </a:lnTo>
                  <a:lnTo>
                    <a:pt x="715574" y="4857465"/>
                  </a:lnTo>
                  <a:lnTo>
                    <a:pt x="715667" y="4857465"/>
                  </a:lnTo>
                  <a:lnTo>
                    <a:pt x="715761" y="4857465"/>
                  </a:lnTo>
                  <a:lnTo>
                    <a:pt x="715854" y="4857465"/>
                  </a:lnTo>
                  <a:lnTo>
                    <a:pt x="715947" y="4857465"/>
                  </a:lnTo>
                  <a:lnTo>
                    <a:pt x="716040" y="4857465"/>
                  </a:lnTo>
                  <a:lnTo>
                    <a:pt x="716134" y="4857465"/>
                  </a:lnTo>
                  <a:lnTo>
                    <a:pt x="716227" y="4857465"/>
                  </a:lnTo>
                  <a:lnTo>
                    <a:pt x="716320" y="4857465"/>
                  </a:lnTo>
                  <a:lnTo>
                    <a:pt x="716413" y="4857465"/>
                  </a:lnTo>
                  <a:lnTo>
                    <a:pt x="716507" y="4857465"/>
                  </a:lnTo>
                  <a:lnTo>
                    <a:pt x="716600" y="4857465"/>
                  </a:lnTo>
                  <a:lnTo>
                    <a:pt x="716693" y="4857465"/>
                  </a:lnTo>
                  <a:lnTo>
                    <a:pt x="716786" y="4857465"/>
                  </a:lnTo>
                  <a:lnTo>
                    <a:pt x="716880" y="4857465"/>
                  </a:lnTo>
                  <a:lnTo>
                    <a:pt x="716973" y="4857465"/>
                  </a:lnTo>
                  <a:lnTo>
                    <a:pt x="717066" y="4857465"/>
                  </a:lnTo>
                  <a:lnTo>
                    <a:pt x="717159" y="4857465"/>
                  </a:lnTo>
                  <a:lnTo>
                    <a:pt x="717253" y="4857465"/>
                  </a:lnTo>
                  <a:lnTo>
                    <a:pt x="717346" y="4857465"/>
                  </a:lnTo>
                  <a:lnTo>
                    <a:pt x="717439" y="4857465"/>
                  </a:lnTo>
                  <a:lnTo>
                    <a:pt x="717439" y="4847511"/>
                  </a:lnTo>
                  <a:lnTo>
                    <a:pt x="717532" y="4847511"/>
                  </a:lnTo>
                  <a:lnTo>
                    <a:pt x="717626" y="4847511"/>
                  </a:lnTo>
                  <a:lnTo>
                    <a:pt x="717719" y="4847511"/>
                  </a:lnTo>
                  <a:lnTo>
                    <a:pt x="717812" y="4847511"/>
                  </a:lnTo>
                  <a:lnTo>
                    <a:pt x="717905" y="4847511"/>
                  </a:lnTo>
                  <a:lnTo>
                    <a:pt x="717999" y="4847511"/>
                  </a:lnTo>
                  <a:lnTo>
                    <a:pt x="718092" y="4847511"/>
                  </a:lnTo>
                  <a:lnTo>
                    <a:pt x="718185" y="4847511"/>
                  </a:lnTo>
                  <a:lnTo>
                    <a:pt x="718278" y="4847511"/>
                  </a:lnTo>
                  <a:lnTo>
                    <a:pt x="718372" y="4847511"/>
                  </a:lnTo>
                  <a:lnTo>
                    <a:pt x="718465" y="4847511"/>
                  </a:lnTo>
                  <a:lnTo>
                    <a:pt x="718558" y="4847511"/>
                  </a:lnTo>
                  <a:lnTo>
                    <a:pt x="718651" y="4847511"/>
                  </a:lnTo>
                  <a:lnTo>
                    <a:pt x="718745" y="4847511"/>
                  </a:lnTo>
                  <a:lnTo>
                    <a:pt x="718838" y="4847511"/>
                  </a:lnTo>
                  <a:lnTo>
                    <a:pt x="718931" y="4847511"/>
                  </a:lnTo>
                  <a:lnTo>
                    <a:pt x="719024" y="4847511"/>
                  </a:lnTo>
                  <a:lnTo>
                    <a:pt x="719118" y="4847511"/>
                  </a:lnTo>
                  <a:lnTo>
                    <a:pt x="719211" y="4847511"/>
                  </a:lnTo>
                  <a:lnTo>
                    <a:pt x="719304" y="4847511"/>
                  </a:lnTo>
                  <a:lnTo>
                    <a:pt x="719397" y="4847511"/>
                  </a:lnTo>
                  <a:lnTo>
                    <a:pt x="719491" y="4847511"/>
                  </a:lnTo>
                  <a:lnTo>
                    <a:pt x="719584" y="4847511"/>
                  </a:lnTo>
                  <a:lnTo>
                    <a:pt x="719677" y="4847511"/>
                  </a:lnTo>
                  <a:lnTo>
                    <a:pt x="719770" y="4847511"/>
                  </a:lnTo>
                  <a:lnTo>
                    <a:pt x="719864" y="4847511"/>
                  </a:lnTo>
                  <a:lnTo>
                    <a:pt x="719957" y="4847511"/>
                  </a:lnTo>
                  <a:lnTo>
                    <a:pt x="720050" y="4847511"/>
                  </a:lnTo>
                  <a:lnTo>
                    <a:pt x="720143" y="4847511"/>
                  </a:lnTo>
                  <a:lnTo>
                    <a:pt x="720237" y="4847511"/>
                  </a:lnTo>
                  <a:lnTo>
                    <a:pt x="720330" y="4847511"/>
                  </a:lnTo>
                  <a:lnTo>
                    <a:pt x="720423" y="4847511"/>
                  </a:lnTo>
                  <a:lnTo>
                    <a:pt x="720516" y="4847511"/>
                  </a:lnTo>
                  <a:lnTo>
                    <a:pt x="720610" y="4847511"/>
                  </a:lnTo>
                  <a:lnTo>
                    <a:pt x="720703" y="4847511"/>
                  </a:lnTo>
                  <a:lnTo>
                    <a:pt x="720796" y="4847511"/>
                  </a:lnTo>
                  <a:lnTo>
                    <a:pt x="720889" y="4847511"/>
                  </a:lnTo>
                  <a:lnTo>
                    <a:pt x="720983" y="4847511"/>
                  </a:lnTo>
                  <a:lnTo>
                    <a:pt x="721076" y="4847511"/>
                  </a:lnTo>
                  <a:lnTo>
                    <a:pt x="721169" y="4847511"/>
                  </a:lnTo>
                  <a:lnTo>
                    <a:pt x="721262" y="4847511"/>
                  </a:lnTo>
                  <a:lnTo>
                    <a:pt x="721356" y="4847511"/>
                  </a:lnTo>
                  <a:lnTo>
                    <a:pt x="721449" y="4847511"/>
                  </a:lnTo>
                  <a:lnTo>
                    <a:pt x="721542" y="4847511"/>
                  </a:lnTo>
                  <a:lnTo>
                    <a:pt x="721635" y="4847511"/>
                  </a:lnTo>
                  <a:lnTo>
                    <a:pt x="721728" y="4847511"/>
                  </a:lnTo>
                  <a:lnTo>
                    <a:pt x="721822" y="4847511"/>
                  </a:lnTo>
                  <a:lnTo>
                    <a:pt x="721915" y="4847511"/>
                  </a:lnTo>
                  <a:lnTo>
                    <a:pt x="722008" y="4847511"/>
                  </a:lnTo>
                  <a:lnTo>
                    <a:pt x="722101" y="4847511"/>
                  </a:lnTo>
                  <a:lnTo>
                    <a:pt x="722195" y="4847511"/>
                  </a:lnTo>
                  <a:lnTo>
                    <a:pt x="722288" y="4847511"/>
                  </a:lnTo>
                  <a:lnTo>
                    <a:pt x="722381" y="4847511"/>
                  </a:lnTo>
                  <a:lnTo>
                    <a:pt x="722474" y="4847511"/>
                  </a:lnTo>
                  <a:lnTo>
                    <a:pt x="722568" y="4847511"/>
                  </a:lnTo>
                  <a:lnTo>
                    <a:pt x="722661" y="4847511"/>
                  </a:lnTo>
                  <a:lnTo>
                    <a:pt x="722754" y="4847511"/>
                  </a:lnTo>
                  <a:lnTo>
                    <a:pt x="722847" y="4847511"/>
                  </a:lnTo>
                  <a:lnTo>
                    <a:pt x="722941" y="4847511"/>
                  </a:lnTo>
                  <a:lnTo>
                    <a:pt x="723034" y="4847511"/>
                  </a:lnTo>
                  <a:lnTo>
                    <a:pt x="723127" y="4847511"/>
                  </a:lnTo>
                  <a:lnTo>
                    <a:pt x="723220" y="4847511"/>
                  </a:lnTo>
                  <a:lnTo>
                    <a:pt x="723314" y="4847511"/>
                  </a:lnTo>
                  <a:lnTo>
                    <a:pt x="723407" y="4847511"/>
                  </a:lnTo>
                  <a:lnTo>
                    <a:pt x="723500" y="4847511"/>
                  </a:lnTo>
                  <a:lnTo>
                    <a:pt x="723500" y="4837557"/>
                  </a:lnTo>
                  <a:lnTo>
                    <a:pt x="723593" y="4837557"/>
                  </a:lnTo>
                  <a:lnTo>
                    <a:pt x="723687" y="4837557"/>
                  </a:lnTo>
                  <a:lnTo>
                    <a:pt x="723780" y="4837557"/>
                  </a:lnTo>
                  <a:lnTo>
                    <a:pt x="723873" y="4837557"/>
                  </a:lnTo>
                  <a:lnTo>
                    <a:pt x="723966" y="4837557"/>
                  </a:lnTo>
                  <a:lnTo>
                    <a:pt x="724060" y="4837557"/>
                  </a:lnTo>
                  <a:lnTo>
                    <a:pt x="724153" y="4837557"/>
                  </a:lnTo>
                  <a:lnTo>
                    <a:pt x="724246" y="4837557"/>
                  </a:lnTo>
                  <a:lnTo>
                    <a:pt x="724339" y="4837557"/>
                  </a:lnTo>
                  <a:lnTo>
                    <a:pt x="724433" y="4837557"/>
                  </a:lnTo>
                  <a:lnTo>
                    <a:pt x="724526" y="4837557"/>
                  </a:lnTo>
                  <a:lnTo>
                    <a:pt x="724526" y="4827603"/>
                  </a:lnTo>
                  <a:lnTo>
                    <a:pt x="724619" y="4827603"/>
                  </a:lnTo>
                  <a:lnTo>
                    <a:pt x="724712" y="4827603"/>
                  </a:lnTo>
                  <a:lnTo>
                    <a:pt x="724806" y="4827603"/>
                  </a:lnTo>
                  <a:lnTo>
                    <a:pt x="724899" y="4827603"/>
                  </a:lnTo>
                  <a:lnTo>
                    <a:pt x="724992" y="4827603"/>
                  </a:lnTo>
                  <a:lnTo>
                    <a:pt x="725085" y="4827603"/>
                  </a:lnTo>
                  <a:lnTo>
                    <a:pt x="725179" y="4827603"/>
                  </a:lnTo>
                  <a:lnTo>
                    <a:pt x="725272" y="4827603"/>
                  </a:lnTo>
                  <a:lnTo>
                    <a:pt x="725365" y="4827603"/>
                  </a:lnTo>
                  <a:lnTo>
                    <a:pt x="725458" y="4827603"/>
                  </a:lnTo>
                  <a:lnTo>
                    <a:pt x="725552" y="4827603"/>
                  </a:lnTo>
                  <a:lnTo>
                    <a:pt x="725645" y="4827603"/>
                  </a:lnTo>
                  <a:lnTo>
                    <a:pt x="725738" y="4827603"/>
                  </a:lnTo>
                  <a:lnTo>
                    <a:pt x="725831" y="4827603"/>
                  </a:lnTo>
                  <a:lnTo>
                    <a:pt x="725925" y="4827603"/>
                  </a:lnTo>
                  <a:lnTo>
                    <a:pt x="726018" y="4827603"/>
                  </a:lnTo>
                  <a:lnTo>
                    <a:pt x="726111" y="4827603"/>
                  </a:lnTo>
                  <a:lnTo>
                    <a:pt x="726204" y="4827603"/>
                  </a:lnTo>
                  <a:lnTo>
                    <a:pt x="726298" y="4827603"/>
                  </a:lnTo>
                  <a:lnTo>
                    <a:pt x="726391" y="4827603"/>
                  </a:lnTo>
                  <a:lnTo>
                    <a:pt x="726484" y="4827603"/>
                  </a:lnTo>
                  <a:lnTo>
                    <a:pt x="726577" y="4827603"/>
                  </a:lnTo>
                  <a:lnTo>
                    <a:pt x="726671" y="4827603"/>
                  </a:lnTo>
                  <a:lnTo>
                    <a:pt x="726764" y="4827603"/>
                  </a:lnTo>
                  <a:lnTo>
                    <a:pt x="726857" y="4827603"/>
                  </a:lnTo>
                  <a:lnTo>
                    <a:pt x="726950" y="4827603"/>
                  </a:lnTo>
                  <a:lnTo>
                    <a:pt x="727044" y="4827603"/>
                  </a:lnTo>
                  <a:lnTo>
                    <a:pt x="727137" y="4827603"/>
                  </a:lnTo>
                  <a:lnTo>
                    <a:pt x="727230" y="4827603"/>
                  </a:lnTo>
                  <a:lnTo>
                    <a:pt x="727323" y="4827603"/>
                  </a:lnTo>
                  <a:lnTo>
                    <a:pt x="727417" y="4827603"/>
                  </a:lnTo>
                  <a:lnTo>
                    <a:pt x="727510" y="4827603"/>
                  </a:lnTo>
                  <a:lnTo>
                    <a:pt x="727603" y="4827603"/>
                  </a:lnTo>
                  <a:lnTo>
                    <a:pt x="727696" y="4827603"/>
                  </a:lnTo>
                  <a:lnTo>
                    <a:pt x="727790" y="4827603"/>
                  </a:lnTo>
                  <a:lnTo>
                    <a:pt x="727883" y="4827603"/>
                  </a:lnTo>
                  <a:lnTo>
                    <a:pt x="727976" y="4827603"/>
                  </a:lnTo>
                  <a:lnTo>
                    <a:pt x="728069" y="4827603"/>
                  </a:lnTo>
                  <a:lnTo>
                    <a:pt x="728163" y="4827603"/>
                  </a:lnTo>
                  <a:lnTo>
                    <a:pt x="728256" y="4827603"/>
                  </a:lnTo>
                  <a:lnTo>
                    <a:pt x="728349" y="4827603"/>
                  </a:lnTo>
                  <a:lnTo>
                    <a:pt x="728442" y="4827603"/>
                  </a:lnTo>
                  <a:lnTo>
                    <a:pt x="728535" y="4827603"/>
                  </a:lnTo>
                  <a:lnTo>
                    <a:pt x="728629" y="4827603"/>
                  </a:lnTo>
                  <a:lnTo>
                    <a:pt x="728722" y="4827603"/>
                  </a:lnTo>
                  <a:lnTo>
                    <a:pt x="728815" y="4827603"/>
                  </a:lnTo>
                  <a:lnTo>
                    <a:pt x="728908" y="4827603"/>
                  </a:lnTo>
                  <a:lnTo>
                    <a:pt x="729002" y="4827603"/>
                  </a:lnTo>
                  <a:lnTo>
                    <a:pt x="729095" y="4827603"/>
                  </a:lnTo>
                  <a:lnTo>
                    <a:pt x="729188" y="4827603"/>
                  </a:lnTo>
                  <a:lnTo>
                    <a:pt x="729281" y="4827603"/>
                  </a:lnTo>
                  <a:lnTo>
                    <a:pt x="729375" y="4827603"/>
                  </a:lnTo>
                  <a:lnTo>
                    <a:pt x="729468" y="4827603"/>
                  </a:lnTo>
                  <a:lnTo>
                    <a:pt x="729561" y="4827603"/>
                  </a:lnTo>
                  <a:lnTo>
                    <a:pt x="729654" y="4827603"/>
                  </a:lnTo>
                  <a:lnTo>
                    <a:pt x="729748" y="4827603"/>
                  </a:lnTo>
                  <a:lnTo>
                    <a:pt x="729841" y="4827603"/>
                  </a:lnTo>
                  <a:lnTo>
                    <a:pt x="729934" y="4827603"/>
                  </a:lnTo>
                  <a:lnTo>
                    <a:pt x="730027" y="4827603"/>
                  </a:lnTo>
                  <a:lnTo>
                    <a:pt x="730121" y="4827603"/>
                  </a:lnTo>
                  <a:lnTo>
                    <a:pt x="730214" y="4827603"/>
                  </a:lnTo>
                  <a:lnTo>
                    <a:pt x="730307" y="4827603"/>
                  </a:lnTo>
                  <a:lnTo>
                    <a:pt x="730400" y="4827603"/>
                  </a:lnTo>
                  <a:lnTo>
                    <a:pt x="730494" y="4827603"/>
                  </a:lnTo>
                  <a:lnTo>
                    <a:pt x="730587" y="4827603"/>
                  </a:lnTo>
                  <a:lnTo>
                    <a:pt x="730680" y="4827603"/>
                  </a:lnTo>
                  <a:lnTo>
                    <a:pt x="730773" y="4827603"/>
                  </a:lnTo>
                  <a:lnTo>
                    <a:pt x="730867" y="4827603"/>
                  </a:lnTo>
                  <a:lnTo>
                    <a:pt x="730960" y="4827603"/>
                  </a:lnTo>
                  <a:lnTo>
                    <a:pt x="731053" y="4827603"/>
                  </a:lnTo>
                  <a:lnTo>
                    <a:pt x="731146" y="4827603"/>
                  </a:lnTo>
                  <a:lnTo>
                    <a:pt x="731240" y="4827603"/>
                  </a:lnTo>
                  <a:lnTo>
                    <a:pt x="731333" y="4827603"/>
                  </a:lnTo>
                  <a:lnTo>
                    <a:pt x="731426" y="4827603"/>
                  </a:lnTo>
                  <a:lnTo>
                    <a:pt x="731519" y="4827603"/>
                  </a:lnTo>
                  <a:lnTo>
                    <a:pt x="731613" y="4827603"/>
                  </a:lnTo>
                  <a:lnTo>
                    <a:pt x="731706" y="4827603"/>
                  </a:lnTo>
                  <a:lnTo>
                    <a:pt x="731799" y="4827603"/>
                  </a:lnTo>
                  <a:lnTo>
                    <a:pt x="731892" y="4827603"/>
                  </a:lnTo>
                  <a:lnTo>
                    <a:pt x="731986" y="4827603"/>
                  </a:lnTo>
                  <a:lnTo>
                    <a:pt x="732079" y="4827603"/>
                  </a:lnTo>
                  <a:lnTo>
                    <a:pt x="732172" y="4827603"/>
                  </a:lnTo>
                  <a:lnTo>
                    <a:pt x="732265" y="4827603"/>
                  </a:lnTo>
                  <a:lnTo>
                    <a:pt x="732359" y="4827603"/>
                  </a:lnTo>
                  <a:lnTo>
                    <a:pt x="732452" y="4827603"/>
                  </a:lnTo>
                  <a:lnTo>
                    <a:pt x="732545" y="4827603"/>
                  </a:lnTo>
                  <a:lnTo>
                    <a:pt x="732638" y="4827603"/>
                  </a:lnTo>
                  <a:lnTo>
                    <a:pt x="732732" y="4827603"/>
                  </a:lnTo>
                  <a:lnTo>
                    <a:pt x="732825" y="4827603"/>
                  </a:lnTo>
                  <a:lnTo>
                    <a:pt x="732918" y="4827603"/>
                  </a:lnTo>
                  <a:lnTo>
                    <a:pt x="733011" y="4827603"/>
                  </a:lnTo>
                  <a:lnTo>
                    <a:pt x="733105" y="4827603"/>
                  </a:lnTo>
                  <a:lnTo>
                    <a:pt x="733198" y="4827603"/>
                  </a:lnTo>
                  <a:lnTo>
                    <a:pt x="733291" y="4827603"/>
                  </a:lnTo>
                  <a:lnTo>
                    <a:pt x="733384" y="4827603"/>
                  </a:lnTo>
                  <a:lnTo>
                    <a:pt x="733478" y="4827603"/>
                  </a:lnTo>
                  <a:lnTo>
                    <a:pt x="733571" y="4827603"/>
                  </a:lnTo>
                  <a:lnTo>
                    <a:pt x="733664" y="4827603"/>
                  </a:lnTo>
                  <a:lnTo>
                    <a:pt x="733757" y="4827603"/>
                  </a:lnTo>
                  <a:lnTo>
                    <a:pt x="733851" y="4827603"/>
                  </a:lnTo>
                  <a:lnTo>
                    <a:pt x="733944" y="4827603"/>
                  </a:lnTo>
                  <a:lnTo>
                    <a:pt x="734037" y="4827603"/>
                  </a:lnTo>
                  <a:lnTo>
                    <a:pt x="734037" y="4817650"/>
                  </a:lnTo>
                  <a:lnTo>
                    <a:pt x="734130" y="4817650"/>
                  </a:lnTo>
                  <a:lnTo>
                    <a:pt x="734224" y="4817650"/>
                  </a:lnTo>
                  <a:lnTo>
                    <a:pt x="734317" y="4817650"/>
                  </a:lnTo>
                  <a:lnTo>
                    <a:pt x="734410" y="4817650"/>
                  </a:lnTo>
                  <a:lnTo>
                    <a:pt x="734503" y="4817650"/>
                  </a:lnTo>
                  <a:lnTo>
                    <a:pt x="734597" y="4817650"/>
                  </a:lnTo>
                  <a:lnTo>
                    <a:pt x="734690" y="4817650"/>
                  </a:lnTo>
                  <a:lnTo>
                    <a:pt x="734783" y="4817650"/>
                  </a:lnTo>
                  <a:lnTo>
                    <a:pt x="734876" y="4817650"/>
                  </a:lnTo>
                  <a:lnTo>
                    <a:pt x="734970" y="4817650"/>
                  </a:lnTo>
                  <a:lnTo>
                    <a:pt x="735063" y="4817650"/>
                  </a:lnTo>
                  <a:lnTo>
                    <a:pt x="735156" y="4817650"/>
                  </a:lnTo>
                  <a:lnTo>
                    <a:pt x="735249" y="4817650"/>
                  </a:lnTo>
                  <a:lnTo>
                    <a:pt x="735343" y="4817650"/>
                  </a:lnTo>
                  <a:lnTo>
                    <a:pt x="735436" y="4817650"/>
                  </a:lnTo>
                  <a:lnTo>
                    <a:pt x="735529" y="4817650"/>
                  </a:lnTo>
                  <a:lnTo>
                    <a:pt x="735622" y="4817650"/>
                  </a:lnTo>
                  <a:lnTo>
                    <a:pt x="735715" y="4817650"/>
                  </a:lnTo>
                  <a:lnTo>
                    <a:pt x="735809" y="4817650"/>
                  </a:lnTo>
                  <a:lnTo>
                    <a:pt x="735902" y="4817650"/>
                  </a:lnTo>
                  <a:lnTo>
                    <a:pt x="735995" y="4817650"/>
                  </a:lnTo>
                  <a:lnTo>
                    <a:pt x="736088" y="4817650"/>
                  </a:lnTo>
                  <a:lnTo>
                    <a:pt x="736182" y="4817650"/>
                  </a:lnTo>
                  <a:lnTo>
                    <a:pt x="736275" y="4817650"/>
                  </a:lnTo>
                  <a:lnTo>
                    <a:pt x="736368" y="4817650"/>
                  </a:lnTo>
                  <a:lnTo>
                    <a:pt x="736461" y="4817650"/>
                  </a:lnTo>
                  <a:lnTo>
                    <a:pt x="736555" y="4817650"/>
                  </a:lnTo>
                  <a:lnTo>
                    <a:pt x="736648" y="4817650"/>
                  </a:lnTo>
                  <a:lnTo>
                    <a:pt x="736741" y="4817650"/>
                  </a:lnTo>
                  <a:lnTo>
                    <a:pt x="736834" y="4817650"/>
                  </a:lnTo>
                  <a:lnTo>
                    <a:pt x="736928" y="4817650"/>
                  </a:lnTo>
                  <a:lnTo>
                    <a:pt x="737021" y="4817650"/>
                  </a:lnTo>
                  <a:lnTo>
                    <a:pt x="737114" y="4817650"/>
                  </a:lnTo>
                  <a:lnTo>
                    <a:pt x="737207" y="4817650"/>
                  </a:lnTo>
                  <a:lnTo>
                    <a:pt x="737301" y="4817650"/>
                  </a:lnTo>
                  <a:lnTo>
                    <a:pt x="737394" y="4817650"/>
                  </a:lnTo>
                  <a:lnTo>
                    <a:pt x="737487" y="4817650"/>
                  </a:lnTo>
                  <a:lnTo>
                    <a:pt x="737580" y="4817650"/>
                  </a:lnTo>
                  <a:lnTo>
                    <a:pt x="737674" y="4817650"/>
                  </a:lnTo>
                  <a:lnTo>
                    <a:pt x="737767" y="4817650"/>
                  </a:lnTo>
                  <a:lnTo>
                    <a:pt x="737860" y="4817650"/>
                  </a:lnTo>
                  <a:lnTo>
                    <a:pt x="737953" y="4817650"/>
                  </a:lnTo>
                  <a:lnTo>
                    <a:pt x="738047" y="4817650"/>
                  </a:lnTo>
                  <a:lnTo>
                    <a:pt x="738140" y="4817650"/>
                  </a:lnTo>
                  <a:lnTo>
                    <a:pt x="738233" y="4817650"/>
                  </a:lnTo>
                  <a:lnTo>
                    <a:pt x="738326" y="4817650"/>
                  </a:lnTo>
                  <a:lnTo>
                    <a:pt x="738420" y="4817650"/>
                  </a:lnTo>
                  <a:lnTo>
                    <a:pt x="738513" y="4817650"/>
                  </a:lnTo>
                  <a:lnTo>
                    <a:pt x="738606" y="4817650"/>
                  </a:lnTo>
                  <a:lnTo>
                    <a:pt x="738699" y="4817650"/>
                  </a:lnTo>
                  <a:lnTo>
                    <a:pt x="738793" y="4817650"/>
                  </a:lnTo>
                  <a:lnTo>
                    <a:pt x="738886" y="4817650"/>
                  </a:lnTo>
                  <a:lnTo>
                    <a:pt x="738979" y="4817650"/>
                  </a:lnTo>
                  <a:lnTo>
                    <a:pt x="739072" y="4817650"/>
                  </a:lnTo>
                  <a:lnTo>
                    <a:pt x="739166" y="4817650"/>
                  </a:lnTo>
                  <a:lnTo>
                    <a:pt x="739259" y="4817650"/>
                  </a:lnTo>
                  <a:lnTo>
                    <a:pt x="739352" y="4817650"/>
                  </a:lnTo>
                  <a:lnTo>
                    <a:pt x="739445" y="4817650"/>
                  </a:lnTo>
                  <a:lnTo>
                    <a:pt x="739539" y="4817650"/>
                  </a:lnTo>
                  <a:lnTo>
                    <a:pt x="739632" y="4817650"/>
                  </a:lnTo>
                  <a:lnTo>
                    <a:pt x="739725" y="4817650"/>
                  </a:lnTo>
                  <a:lnTo>
                    <a:pt x="739818" y="4817650"/>
                  </a:lnTo>
                  <a:lnTo>
                    <a:pt x="739912" y="4817650"/>
                  </a:lnTo>
                  <a:lnTo>
                    <a:pt x="740005" y="4817650"/>
                  </a:lnTo>
                  <a:lnTo>
                    <a:pt x="740098" y="4817650"/>
                  </a:lnTo>
                  <a:lnTo>
                    <a:pt x="740191" y="4817650"/>
                  </a:lnTo>
                  <a:lnTo>
                    <a:pt x="740285" y="4817650"/>
                  </a:lnTo>
                  <a:lnTo>
                    <a:pt x="740378" y="4817650"/>
                  </a:lnTo>
                  <a:lnTo>
                    <a:pt x="740471" y="4817650"/>
                  </a:lnTo>
                  <a:lnTo>
                    <a:pt x="740564" y="4817650"/>
                  </a:lnTo>
                  <a:lnTo>
                    <a:pt x="740658" y="4817650"/>
                  </a:lnTo>
                  <a:lnTo>
                    <a:pt x="740751" y="4817650"/>
                  </a:lnTo>
                  <a:lnTo>
                    <a:pt x="740844" y="4817650"/>
                  </a:lnTo>
                  <a:lnTo>
                    <a:pt x="740937" y="4817650"/>
                  </a:lnTo>
                  <a:lnTo>
                    <a:pt x="741031" y="4817650"/>
                  </a:lnTo>
                  <a:lnTo>
                    <a:pt x="741124" y="4817650"/>
                  </a:lnTo>
                  <a:lnTo>
                    <a:pt x="741217" y="4817650"/>
                  </a:lnTo>
                  <a:lnTo>
                    <a:pt x="741310" y="4817650"/>
                  </a:lnTo>
                  <a:lnTo>
                    <a:pt x="741404" y="4817650"/>
                  </a:lnTo>
                  <a:lnTo>
                    <a:pt x="741497" y="4817650"/>
                  </a:lnTo>
                  <a:lnTo>
                    <a:pt x="741590" y="4817650"/>
                  </a:lnTo>
                  <a:lnTo>
                    <a:pt x="741683" y="4817650"/>
                  </a:lnTo>
                  <a:lnTo>
                    <a:pt x="741777" y="4817650"/>
                  </a:lnTo>
                  <a:lnTo>
                    <a:pt x="741870" y="4817650"/>
                  </a:lnTo>
                  <a:lnTo>
                    <a:pt x="741963" y="4817650"/>
                  </a:lnTo>
                  <a:lnTo>
                    <a:pt x="742056" y="4817650"/>
                  </a:lnTo>
                  <a:lnTo>
                    <a:pt x="742150" y="4817650"/>
                  </a:lnTo>
                  <a:lnTo>
                    <a:pt x="742243" y="4817650"/>
                  </a:lnTo>
                  <a:lnTo>
                    <a:pt x="742336" y="4817650"/>
                  </a:lnTo>
                  <a:lnTo>
                    <a:pt x="742429" y="4817650"/>
                  </a:lnTo>
                  <a:lnTo>
                    <a:pt x="742522" y="4817650"/>
                  </a:lnTo>
                  <a:lnTo>
                    <a:pt x="742616" y="4817650"/>
                  </a:lnTo>
                  <a:lnTo>
                    <a:pt x="742709" y="4817650"/>
                  </a:lnTo>
                  <a:lnTo>
                    <a:pt x="742802" y="4817650"/>
                  </a:lnTo>
                  <a:lnTo>
                    <a:pt x="742895" y="4817650"/>
                  </a:lnTo>
                  <a:lnTo>
                    <a:pt x="742989" y="4817650"/>
                  </a:lnTo>
                  <a:lnTo>
                    <a:pt x="743082" y="4817650"/>
                  </a:lnTo>
                  <a:lnTo>
                    <a:pt x="743175" y="4817650"/>
                  </a:lnTo>
                  <a:lnTo>
                    <a:pt x="743268" y="4817650"/>
                  </a:lnTo>
                  <a:lnTo>
                    <a:pt x="743362" y="4817650"/>
                  </a:lnTo>
                  <a:lnTo>
                    <a:pt x="743455" y="4817650"/>
                  </a:lnTo>
                  <a:lnTo>
                    <a:pt x="743548" y="4817650"/>
                  </a:lnTo>
                  <a:lnTo>
                    <a:pt x="743641" y="4817650"/>
                  </a:lnTo>
                  <a:lnTo>
                    <a:pt x="743735" y="4817650"/>
                  </a:lnTo>
                  <a:lnTo>
                    <a:pt x="743828" y="4817650"/>
                  </a:lnTo>
                  <a:lnTo>
                    <a:pt x="743921" y="4817650"/>
                  </a:lnTo>
                  <a:lnTo>
                    <a:pt x="744014" y="4817650"/>
                  </a:lnTo>
                  <a:lnTo>
                    <a:pt x="744108" y="4817650"/>
                  </a:lnTo>
                  <a:lnTo>
                    <a:pt x="744201" y="4817650"/>
                  </a:lnTo>
                  <a:lnTo>
                    <a:pt x="744294" y="4817650"/>
                  </a:lnTo>
                  <a:lnTo>
                    <a:pt x="744387" y="4817650"/>
                  </a:lnTo>
                  <a:lnTo>
                    <a:pt x="744481" y="4817650"/>
                  </a:lnTo>
                  <a:lnTo>
                    <a:pt x="744574" y="4817650"/>
                  </a:lnTo>
                  <a:lnTo>
                    <a:pt x="744667" y="4817650"/>
                  </a:lnTo>
                  <a:lnTo>
                    <a:pt x="744667" y="4807696"/>
                  </a:lnTo>
                  <a:lnTo>
                    <a:pt x="744760" y="4807696"/>
                  </a:lnTo>
                  <a:lnTo>
                    <a:pt x="744854" y="4807696"/>
                  </a:lnTo>
                  <a:lnTo>
                    <a:pt x="744947" y="4807696"/>
                  </a:lnTo>
                  <a:lnTo>
                    <a:pt x="745040" y="4807696"/>
                  </a:lnTo>
                  <a:lnTo>
                    <a:pt x="745133" y="4807696"/>
                  </a:lnTo>
                  <a:lnTo>
                    <a:pt x="745227" y="4807696"/>
                  </a:lnTo>
                  <a:lnTo>
                    <a:pt x="745320" y="4807696"/>
                  </a:lnTo>
                  <a:lnTo>
                    <a:pt x="745413" y="4807696"/>
                  </a:lnTo>
                  <a:lnTo>
                    <a:pt x="745506" y="4807696"/>
                  </a:lnTo>
                  <a:lnTo>
                    <a:pt x="745600" y="4807696"/>
                  </a:lnTo>
                  <a:lnTo>
                    <a:pt x="745693" y="4807696"/>
                  </a:lnTo>
                  <a:lnTo>
                    <a:pt x="745786" y="4807696"/>
                  </a:lnTo>
                  <a:lnTo>
                    <a:pt x="745879" y="4807696"/>
                  </a:lnTo>
                  <a:lnTo>
                    <a:pt x="745973" y="4807696"/>
                  </a:lnTo>
                  <a:lnTo>
                    <a:pt x="746066" y="4807696"/>
                  </a:lnTo>
                  <a:lnTo>
                    <a:pt x="746159" y="4807696"/>
                  </a:lnTo>
                  <a:lnTo>
                    <a:pt x="746252" y="4807696"/>
                  </a:lnTo>
                  <a:lnTo>
                    <a:pt x="746346" y="4807696"/>
                  </a:lnTo>
                  <a:lnTo>
                    <a:pt x="746439" y="4807696"/>
                  </a:lnTo>
                  <a:lnTo>
                    <a:pt x="746532" y="4807696"/>
                  </a:lnTo>
                  <a:lnTo>
                    <a:pt x="746625" y="4807696"/>
                  </a:lnTo>
                  <a:lnTo>
                    <a:pt x="746719" y="4807696"/>
                  </a:lnTo>
                  <a:lnTo>
                    <a:pt x="746812" y="4807696"/>
                  </a:lnTo>
                  <a:lnTo>
                    <a:pt x="746905" y="4807696"/>
                  </a:lnTo>
                  <a:lnTo>
                    <a:pt x="746998" y="4807696"/>
                  </a:lnTo>
                  <a:lnTo>
                    <a:pt x="747092" y="4807696"/>
                  </a:lnTo>
                  <a:lnTo>
                    <a:pt x="747185" y="4807696"/>
                  </a:lnTo>
                  <a:lnTo>
                    <a:pt x="747278" y="4807696"/>
                  </a:lnTo>
                  <a:lnTo>
                    <a:pt x="747371" y="4807696"/>
                  </a:lnTo>
                  <a:lnTo>
                    <a:pt x="747465" y="4807696"/>
                  </a:lnTo>
                  <a:lnTo>
                    <a:pt x="747558" y="4807696"/>
                  </a:lnTo>
                  <a:lnTo>
                    <a:pt x="747651" y="4807696"/>
                  </a:lnTo>
                  <a:lnTo>
                    <a:pt x="747744" y="4807696"/>
                  </a:lnTo>
                  <a:lnTo>
                    <a:pt x="747838" y="4807696"/>
                  </a:lnTo>
                  <a:lnTo>
                    <a:pt x="747931" y="4807696"/>
                  </a:lnTo>
                  <a:lnTo>
                    <a:pt x="748024" y="4807696"/>
                  </a:lnTo>
                  <a:lnTo>
                    <a:pt x="748117" y="4807696"/>
                  </a:lnTo>
                  <a:lnTo>
                    <a:pt x="748211" y="4807696"/>
                  </a:lnTo>
                  <a:lnTo>
                    <a:pt x="748304" y="4807696"/>
                  </a:lnTo>
                  <a:lnTo>
                    <a:pt x="748397" y="4807696"/>
                  </a:lnTo>
                  <a:lnTo>
                    <a:pt x="748490" y="4807696"/>
                  </a:lnTo>
                  <a:lnTo>
                    <a:pt x="748584" y="4807696"/>
                  </a:lnTo>
                  <a:lnTo>
                    <a:pt x="748677" y="4807696"/>
                  </a:lnTo>
                  <a:lnTo>
                    <a:pt x="748770" y="4807696"/>
                  </a:lnTo>
                  <a:lnTo>
                    <a:pt x="748863" y="4807696"/>
                  </a:lnTo>
                  <a:lnTo>
                    <a:pt x="748957" y="4807696"/>
                  </a:lnTo>
                  <a:lnTo>
                    <a:pt x="749050" y="4807696"/>
                  </a:lnTo>
                  <a:lnTo>
                    <a:pt x="749143" y="4807696"/>
                  </a:lnTo>
                  <a:lnTo>
                    <a:pt x="749236" y="4807696"/>
                  </a:lnTo>
                  <a:lnTo>
                    <a:pt x="749329" y="4807696"/>
                  </a:lnTo>
                  <a:lnTo>
                    <a:pt x="749423" y="4807696"/>
                  </a:lnTo>
                  <a:lnTo>
                    <a:pt x="749516" y="4807696"/>
                  </a:lnTo>
                  <a:lnTo>
                    <a:pt x="749609" y="4807696"/>
                  </a:lnTo>
                  <a:lnTo>
                    <a:pt x="749702" y="4807696"/>
                  </a:lnTo>
                  <a:lnTo>
                    <a:pt x="749796" y="4807696"/>
                  </a:lnTo>
                  <a:lnTo>
                    <a:pt x="749889" y="4807696"/>
                  </a:lnTo>
                  <a:lnTo>
                    <a:pt x="749982" y="4807696"/>
                  </a:lnTo>
                  <a:lnTo>
                    <a:pt x="750075" y="4807696"/>
                  </a:lnTo>
                  <a:lnTo>
                    <a:pt x="750169" y="4807696"/>
                  </a:lnTo>
                  <a:lnTo>
                    <a:pt x="750262" y="4807696"/>
                  </a:lnTo>
                  <a:lnTo>
                    <a:pt x="750355" y="4807696"/>
                  </a:lnTo>
                  <a:lnTo>
                    <a:pt x="750448" y="4807696"/>
                  </a:lnTo>
                  <a:lnTo>
                    <a:pt x="750542" y="4807696"/>
                  </a:lnTo>
                  <a:lnTo>
                    <a:pt x="750635" y="4807696"/>
                  </a:lnTo>
                  <a:lnTo>
                    <a:pt x="750728" y="4807696"/>
                  </a:lnTo>
                  <a:lnTo>
                    <a:pt x="750821" y="4807696"/>
                  </a:lnTo>
                  <a:lnTo>
                    <a:pt x="750915" y="4807696"/>
                  </a:lnTo>
                  <a:lnTo>
                    <a:pt x="751008" y="4807696"/>
                  </a:lnTo>
                  <a:lnTo>
                    <a:pt x="751101" y="4807696"/>
                  </a:lnTo>
                  <a:lnTo>
                    <a:pt x="751194" y="4807696"/>
                  </a:lnTo>
                  <a:lnTo>
                    <a:pt x="751288" y="4807696"/>
                  </a:lnTo>
                  <a:lnTo>
                    <a:pt x="751381" y="4807696"/>
                  </a:lnTo>
                  <a:lnTo>
                    <a:pt x="751474" y="4807696"/>
                  </a:lnTo>
                  <a:lnTo>
                    <a:pt x="751567" y="4807696"/>
                  </a:lnTo>
                  <a:lnTo>
                    <a:pt x="751661" y="4807696"/>
                  </a:lnTo>
                  <a:lnTo>
                    <a:pt x="751754" y="4807696"/>
                  </a:lnTo>
                  <a:lnTo>
                    <a:pt x="751847" y="4807696"/>
                  </a:lnTo>
                  <a:lnTo>
                    <a:pt x="751940" y="4807696"/>
                  </a:lnTo>
                  <a:lnTo>
                    <a:pt x="752034" y="4807696"/>
                  </a:lnTo>
                  <a:lnTo>
                    <a:pt x="752127" y="4807696"/>
                  </a:lnTo>
                  <a:lnTo>
                    <a:pt x="752220" y="4807696"/>
                  </a:lnTo>
                  <a:lnTo>
                    <a:pt x="752313" y="4807696"/>
                  </a:lnTo>
                  <a:lnTo>
                    <a:pt x="752407" y="4807696"/>
                  </a:lnTo>
                  <a:lnTo>
                    <a:pt x="752500" y="4807696"/>
                  </a:lnTo>
                  <a:lnTo>
                    <a:pt x="752593" y="4807696"/>
                  </a:lnTo>
                  <a:lnTo>
                    <a:pt x="752686" y="4807696"/>
                  </a:lnTo>
                  <a:lnTo>
                    <a:pt x="752780" y="4807696"/>
                  </a:lnTo>
                  <a:lnTo>
                    <a:pt x="752873" y="4807696"/>
                  </a:lnTo>
                  <a:lnTo>
                    <a:pt x="752966" y="4807696"/>
                  </a:lnTo>
                  <a:lnTo>
                    <a:pt x="753059" y="4807696"/>
                  </a:lnTo>
                  <a:lnTo>
                    <a:pt x="753153" y="4807696"/>
                  </a:lnTo>
                  <a:lnTo>
                    <a:pt x="753246" y="4807696"/>
                  </a:lnTo>
                  <a:lnTo>
                    <a:pt x="753339" y="4807696"/>
                  </a:lnTo>
                  <a:lnTo>
                    <a:pt x="753432" y="4807696"/>
                  </a:lnTo>
                  <a:lnTo>
                    <a:pt x="753526" y="4807696"/>
                  </a:lnTo>
                  <a:lnTo>
                    <a:pt x="753619" y="4807696"/>
                  </a:lnTo>
                  <a:lnTo>
                    <a:pt x="753712" y="4807696"/>
                  </a:lnTo>
                  <a:lnTo>
                    <a:pt x="753805" y="4807696"/>
                  </a:lnTo>
                  <a:lnTo>
                    <a:pt x="753899" y="4807696"/>
                  </a:lnTo>
                  <a:lnTo>
                    <a:pt x="753992" y="4807696"/>
                  </a:lnTo>
                  <a:lnTo>
                    <a:pt x="754085" y="4807696"/>
                  </a:lnTo>
                  <a:lnTo>
                    <a:pt x="754178" y="4807696"/>
                  </a:lnTo>
                  <a:lnTo>
                    <a:pt x="754272" y="4807696"/>
                  </a:lnTo>
                  <a:lnTo>
                    <a:pt x="754365" y="4807696"/>
                  </a:lnTo>
                  <a:lnTo>
                    <a:pt x="754458" y="4807696"/>
                  </a:lnTo>
                  <a:lnTo>
                    <a:pt x="754551" y="4807696"/>
                  </a:lnTo>
                  <a:lnTo>
                    <a:pt x="754645" y="4807696"/>
                  </a:lnTo>
                  <a:lnTo>
                    <a:pt x="754738" y="4807696"/>
                  </a:lnTo>
                  <a:lnTo>
                    <a:pt x="754831" y="4807696"/>
                  </a:lnTo>
                  <a:lnTo>
                    <a:pt x="754924" y="4807696"/>
                  </a:lnTo>
                  <a:lnTo>
                    <a:pt x="755018" y="4807696"/>
                  </a:lnTo>
                  <a:lnTo>
                    <a:pt x="755111" y="4807696"/>
                  </a:lnTo>
                  <a:lnTo>
                    <a:pt x="755204" y="4807696"/>
                  </a:lnTo>
                  <a:lnTo>
                    <a:pt x="755297" y="4807696"/>
                  </a:lnTo>
                  <a:lnTo>
                    <a:pt x="755391" y="4807696"/>
                  </a:lnTo>
                  <a:lnTo>
                    <a:pt x="755484" y="4807696"/>
                  </a:lnTo>
                  <a:lnTo>
                    <a:pt x="755577" y="4807696"/>
                  </a:lnTo>
                  <a:lnTo>
                    <a:pt x="755670" y="4807696"/>
                  </a:lnTo>
                  <a:lnTo>
                    <a:pt x="755764" y="4807696"/>
                  </a:lnTo>
                  <a:lnTo>
                    <a:pt x="755857" y="4807696"/>
                  </a:lnTo>
                  <a:lnTo>
                    <a:pt x="755950" y="4807696"/>
                  </a:lnTo>
                  <a:lnTo>
                    <a:pt x="756043" y="4807696"/>
                  </a:lnTo>
                  <a:lnTo>
                    <a:pt x="756137" y="4807696"/>
                  </a:lnTo>
                  <a:lnTo>
                    <a:pt x="756230" y="4807696"/>
                  </a:lnTo>
                  <a:lnTo>
                    <a:pt x="756323" y="4807696"/>
                  </a:lnTo>
                  <a:lnTo>
                    <a:pt x="756416" y="4807696"/>
                  </a:lnTo>
                  <a:lnTo>
                    <a:pt x="756509" y="4807696"/>
                  </a:lnTo>
                  <a:lnTo>
                    <a:pt x="756603" y="4807696"/>
                  </a:lnTo>
                  <a:lnTo>
                    <a:pt x="756696" y="4807696"/>
                  </a:lnTo>
                  <a:lnTo>
                    <a:pt x="756789" y="4807696"/>
                  </a:lnTo>
                  <a:lnTo>
                    <a:pt x="756882" y="4807696"/>
                  </a:lnTo>
                  <a:lnTo>
                    <a:pt x="756976" y="4807696"/>
                  </a:lnTo>
                  <a:lnTo>
                    <a:pt x="757069" y="4807696"/>
                  </a:lnTo>
                  <a:lnTo>
                    <a:pt x="757162" y="4807696"/>
                  </a:lnTo>
                  <a:lnTo>
                    <a:pt x="757255" y="4807696"/>
                  </a:lnTo>
                  <a:lnTo>
                    <a:pt x="757349" y="4807696"/>
                  </a:lnTo>
                  <a:lnTo>
                    <a:pt x="757442" y="4807696"/>
                  </a:lnTo>
                  <a:lnTo>
                    <a:pt x="757535" y="4807696"/>
                  </a:lnTo>
                  <a:lnTo>
                    <a:pt x="757628" y="4807696"/>
                  </a:lnTo>
                  <a:lnTo>
                    <a:pt x="757722" y="4807696"/>
                  </a:lnTo>
                  <a:lnTo>
                    <a:pt x="757815" y="4807696"/>
                  </a:lnTo>
                  <a:lnTo>
                    <a:pt x="757908" y="4807696"/>
                  </a:lnTo>
                  <a:lnTo>
                    <a:pt x="758001" y="4807696"/>
                  </a:lnTo>
                  <a:lnTo>
                    <a:pt x="758095" y="4807696"/>
                  </a:lnTo>
                  <a:lnTo>
                    <a:pt x="758188" y="4807696"/>
                  </a:lnTo>
                  <a:lnTo>
                    <a:pt x="758188" y="4797742"/>
                  </a:lnTo>
                  <a:lnTo>
                    <a:pt x="758281" y="4797742"/>
                  </a:lnTo>
                  <a:lnTo>
                    <a:pt x="758374" y="4797742"/>
                  </a:lnTo>
                  <a:lnTo>
                    <a:pt x="758468" y="4797742"/>
                  </a:lnTo>
                  <a:lnTo>
                    <a:pt x="758561" y="4797742"/>
                  </a:lnTo>
                  <a:lnTo>
                    <a:pt x="758654" y="4797742"/>
                  </a:lnTo>
                  <a:lnTo>
                    <a:pt x="758747" y="4797742"/>
                  </a:lnTo>
                  <a:lnTo>
                    <a:pt x="758841" y="4797742"/>
                  </a:lnTo>
                  <a:lnTo>
                    <a:pt x="758934" y="4797742"/>
                  </a:lnTo>
                  <a:lnTo>
                    <a:pt x="759027" y="4797742"/>
                  </a:lnTo>
                  <a:lnTo>
                    <a:pt x="759120" y="4797742"/>
                  </a:lnTo>
                  <a:lnTo>
                    <a:pt x="759214" y="4797742"/>
                  </a:lnTo>
                  <a:lnTo>
                    <a:pt x="759307" y="4797742"/>
                  </a:lnTo>
                  <a:lnTo>
                    <a:pt x="759400" y="4797742"/>
                  </a:lnTo>
                  <a:lnTo>
                    <a:pt x="759493" y="4797742"/>
                  </a:lnTo>
                  <a:lnTo>
                    <a:pt x="759587" y="4797742"/>
                  </a:lnTo>
                  <a:lnTo>
                    <a:pt x="759587" y="4787788"/>
                  </a:lnTo>
                  <a:lnTo>
                    <a:pt x="759680" y="4787788"/>
                  </a:lnTo>
                  <a:lnTo>
                    <a:pt x="759773" y="4787788"/>
                  </a:lnTo>
                  <a:lnTo>
                    <a:pt x="759866" y="4787788"/>
                  </a:lnTo>
                  <a:lnTo>
                    <a:pt x="759960" y="4787788"/>
                  </a:lnTo>
                  <a:lnTo>
                    <a:pt x="760053" y="4787788"/>
                  </a:lnTo>
                  <a:lnTo>
                    <a:pt x="760146" y="4787788"/>
                  </a:lnTo>
                  <a:lnTo>
                    <a:pt x="760239" y="4787788"/>
                  </a:lnTo>
                  <a:lnTo>
                    <a:pt x="760333" y="4787788"/>
                  </a:lnTo>
                  <a:lnTo>
                    <a:pt x="760426" y="4787788"/>
                  </a:lnTo>
                  <a:lnTo>
                    <a:pt x="760519" y="4787788"/>
                  </a:lnTo>
                  <a:lnTo>
                    <a:pt x="760612" y="4787788"/>
                  </a:lnTo>
                  <a:lnTo>
                    <a:pt x="760706" y="4787788"/>
                  </a:lnTo>
                  <a:lnTo>
                    <a:pt x="760799" y="4787788"/>
                  </a:lnTo>
                  <a:lnTo>
                    <a:pt x="760892" y="4787788"/>
                  </a:lnTo>
                  <a:lnTo>
                    <a:pt x="760985" y="4787788"/>
                  </a:lnTo>
                  <a:lnTo>
                    <a:pt x="761079" y="4787788"/>
                  </a:lnTo>
                  <a:lnTo>
                    <a:pt x="761172" y="4787788"/>
                  </a:lnTo>
                  <a:lnTo>
                    <a:pt x="761265" y="4787788"/>
                  </a:lnTo>
                  <a:lnTo>
                    <a:pt x="761358" y="4787788"/>
                  </a:lnTo>
                  <a:lnTo>
                    <a:pt x="761358" y="4777834"/>
                  </a:lnTo>
                  <a:lnTo>
                    <a:pt x="761452" y="4777834"/>
                  </a:lnTo>
                  <a:lnTo>
                    <a:pt x="761545" y="4777834"/>
                  </a:lnTo>
                  <a:lnTo>
                    <a:pt x="761638" y="4777834"/>
                  </a:lnTo>
                  <a:lnTo>
                    <a:pt x="761731" y="4777834"/>
                  </a:lnTo>
                  <a:lnTo>
                    <a:pt x="761825" y="4777834"/>
                  </a:lnTo>
                  <a:lnTo>
                    <a:pt x="761918" y="4777834"/>
                  </a:lnTo>
                  <a:lnTo>
                    <a:pt x="762011" y="4777834"/>
                  </a:lnTo>
                  <a:lnTo>
                    <a:pt x="762104" y="4777834"/>
                  </a:lnTo>
                  <a:lnTo>
                    <a:pt x="762198" y="4777834"/>
                  </a:lnTo>
                  <a:lnTo>
                    <a:pt x="762291" y="4777834"/>
                  </a:lnTo>
                  <a:lnTo>
                    <a:pt x="762384" y="4777834"/>
                  </a:lnTo>
                  <a:lnTo>
                    <a:pt x="762477" y="4777834"/>
                  </a:lnTo>
                  <a:lnTo>
                    <a:pt x="762571" y="4777834"/>
                  </a:lnTo>
                  <a:lnTo>
                    <a:pt x="762664" y="4777834"/>
                  </a:lnTo>
                  <a:lnTo>
                    <a:pt x="762757" y="4777834"/>
                  </a:lnTo>
                  <a:lnTo>
                    <a:pt x="762850" y="4777834"/>
                  </a:lnTo>
                  <a:lnTo>
                    <a:pt x="762944" y="4777834"/>
                  </a:lnTo>
                  <a:lnTo>
                    <a:pt x="763037" y="4777834"/>
                  </a:lnTo>
                  <a:lnTo>
                    <a:pt x="763130" y="4777834"/>
                  </a:lnTo>
                  <a:lnTo>
                    <a:pt x="763223" y="4777834"/>
                  </a:lnTo>
                  <a:lnTo>
                    <a:pt x="763316" y="4777834"/>
                  </a:lnTo>
                  <a:lnTo>
                    <a:pt x="763410" y="4777834"/>
                  </a:lnTo>
                  <a:lnTo>
                    <a:pt x="763503" y="4777834"/>
                  </a:lnTo>
                  <a:lnTo>
                    <a:pt x="763596" y="4777834"/>
                  </a:lnTo>
                  <a:lnTo>
                    <a:pt x="763689" y="4777834"/>
                  </a:lnTo>
                  <a:lnTo>
                    <a:pt x="763783" y="4777834"/>
                  </a:lnTo>
                  <a:lnTo>
                    <a:pt x="763876" y="4777834"/>
                  </a:lnTo>
                  <a:lnTo>
                    <a:pt x="763969" y="4777834"/>
                  </a:lnTo>
                  <a:lnTo>
                    <a:pt x="764062" y="4777834"/>
                  </a:lnTo>
                  <a:lnTo>
                    <a:pt x="764156" y="4777834"/>
                  </a:lnTo>
                  <a:lnTo>
                    <a:pt x="764249" y="4777834"/>
                  </a:lnTo>
                  <a:lnTo>
                    <a:pt x="764342" y="4777834"/>
                  </a:lnTo>
                  <a:lnTo>
                    <a:pt x="764435" y="4777834"/>
                  </a:lnTo>
                  <a:lnTo>
                    <a:pt x="764529" y="4777834"/>
                  </a:lnTo>
                  <a:lnTo>
                    <a:pt x="764622" y="4777834"/>
                  </a:lnTo>
                  <a:lnTo>
                    <a:pt x="764715" y="4777834"/>
                  </a:lnTo>
                  <a:lnTo>
                    <a:pt x="764808" y="4777834"/>
                  </a:lnTo>
                  <a:lnTo>
                    <a:pt x="764902" y="4777834"/>
                  </a:lnTo>
                  <a:lnTo>
                    <a:pt x="764995" y="4777834"/>
                  </a:lnTo>
                  <a:lnTo>
                    <a:pt x="765088" y="4777834"/>
                  </a:lnTo>
                  <a:lnTo>
                    <a:pt x="765181" y="4777834"/>
                  </a:lnTo>
                  <a:lnTo>
                    <a:pt x="765275" y="4777834"/>
                  </a:lnTo>
                  <a:lnTo>
                    <a:pt x="765275" y="4767881"/>
                  </a:lnTo>
                  <a:lnTo>
                    <a:pt x="765368" y="4767881"/>
                  </a:lnTo>
                  <a:lnTo>
                    <a:pt x="765461" y="4767881"/>
                  </a:lnTo>
                  <a:lnTo>
                    <a:pt x="765554" y="4767881"/>
                  </a:lnTo>
                  <a:lnTo>
                    <a:pt x="765648" y="4767881"/>
                  </a:lnTo>
                  <a:lnTo>
                    <a:pt x="765741" y="4767881"/>
                  </a:lnTo>
                  <a:lnTo>
                    <a:pt x="765834" y="4767881"/>
                  </a:lnTo>
                  <a:lnTo>
                    <a:pt x="765927" y="4767881"/>
                  </a:lnTo>
                  <a:lnTo>
                    <a:pt x="766021" y="4767881"/>
                  </a:lnTo>
                  <a:lnTo>
                    <a:pt x="766114" y="4767881"/>
                  </a:lnTo>
                  <a:lnTo>
                    <a:pt x="766207" y="4767881"/>
                  </a:lnTo>
                  <a:lnTo>
                    <a:pt x="766300" y="4767881"/>
                  </a:lnTo>
                  <a:lnTo>
                    <a:pt x="766394" y="4767881"/>
                  </a:lnTo>
                  <a:lnTo>
                    <a:pt x="766487" y="4767881"/>
                  </a:lnTo>
                  <a:lnTo>
                    <a:pt x="766580" y="4767881"/>
                  </a:lnTo>
                  <a:lnTo>
                    <a:pt x="766673" y="4767881"/>
                  </a:lnTo>
                  <a:lnTo>
                    <a:pt x="766767" y="4767881"/>
                  </a:lnTo>
                  <a:lnTo>
                    <a:pt x="766860" y="4767881"/>
                  </a:lnTo>
                  <a:lnTo>
                    <a:pt x="766953" y="4767881"/>
                  </a:lnTo>
                  <a:lnTo>
                    <a:pt x="767046" y="4767881"/>
                  </a:lnTo>
                  <a:lnTo>
                    <a:pt x="767140" y="4767881"/>
                  </a:lnTo>
                  <a:lnTo>
                    <a:pt x="767233" y="4767881"/>
                  </a:lnTo>
                  <a:lnTo>
                    <a:pt x="767326" y="4767881"/>
                  </a:lnTo>
                  <a:lnTo>
                    <a:pt x="767419" y="4767881"/>
                  </a:lnTo>
                  <a:lnTo>
                    <a:pt x="767513" y="4767881"/>
                  </a:lnTo>
                  <a:lnTo>
                    <a:pt x="767606" y="4767881"/>
                  </a:lnTo>
                  <a:lnTo>
                    <a:pt x="767699" y="4767881"/>
                  </a:lnTo>
                  <a:lnTo>
                    <a:pt x="767792" y="4767881"/>
                  </a:lnTo>
                  <a:lnTo>
                    <a:pt x="767886" y="4767881"/>
                  </a:lnTo>
                  <a:lnTo>
                    <a:pt x="767979" y="4767881"/>
                  </a:lnTo>
                  <a:lnTo>
                    <a:pt x="768072" y="4767881"/>
                  </a:lnTo>
                  <a:lnTo>
                    <a:pt x="768072" y="4757927"/>
                  </a:lnTo>
                  <a:lnTo>
                    <a:pt x="768165" y="4757927"/>
                  </a:lnTo>
                  <a:lnTo>
                    <a:pt x="768259" y="4757927"/>
                  </a:lnTo>
                  <a:lnTo>
                    <a:pt x="768352" y="4757927"/>
                  </a:lnTo>
                  <a:lnTo>
                    <a:pt x="768445" y="4757927"/>
                  </a:lnTo>
                  <a:lnTo>
                    <a:pt x="768538" y="4757927"/>
                  </a:lnTo>
                  <a:lnTo>
                    <a:pt x="768632" y="4757927"/>
                  </a:lnTo>
                  <a:lnTo>
                    <a:pt x="768725" y="4757927"/>
                  </a:lnTo>
                  <a:lnTo>
                    <a:pt x="768818" y="4757927"/>
                  </a:lnTo>
                  <a:lnTo>
                    <a:pt x="768911" y="4757927"/>
                  </a:lnTo>
                  <a:lnTo>
                    <a:pt x="769005" y="4757927"/>
                  </a:lnTo>
                  <a:lnTo>
                    <a:pt x="769098" y="4757927"/>
                  </a:lnTo>
                  <a:lnTo>
                    <a:pt x="769191" y="4757927"/>
                  </a:lnTo>
                  <a:lnTo>
                    <a:pt x="769284" y="4757927"/>
                  </a:lnTo>
                  <a:lnTo>
                    <a:pt x="769378" y="4757927"/>
                  </a:lnTo>
                  <a:lnTo>
                    <a:pt x="769471" y="4757927"/>
                  </a:lnTo>
                  <a:lnTo>
                    <a:pt x="769564" y="4757927"/>
                  </a:lnTo>
                  <a:lnTo>
                    <a:pt x="769657" y="4757927"/>
                  </a:lnTo>
                  <a:lnTo>
                    <a:pt x="769751" y="4757927"/>
                  </a:lnTo>
                  <a:lnTo>
                    <a:pt x="769844" y="4757927"/>
                  </a:lnTo>
                  <a:lnTo>
                    <a:pt x="769937" y="4757927"/>
                  </a:lnTo>
                  <a:lnTo>
                    <a:pt x="770030" y="4757927"/>
                  </a:lnTo>
                  <a:lnTo>
                    <a:pt x="770123" y="4757927"/>
                  </a:lnTo>
                  <a:lnTo>
                    <a:pt x="770217" y="4757927"/>
                  </a:lnTo>
                  <a:lnTo>
                    <a:pt x="770310" y="4757927"/>
                  </a:lnTo>
                  <a:lnTo>
                    <a:pt x="770403" y="4757927"/>
                  </a:lnTo>
                  <a:lnTo>
                    <a:pt x="770496" y="4757927"/>
                  </a:lnTo>
                  <a:lnTo>
                    <a:pt x="770590" y="4757927"/>
                  </a:lnTo>
                  <a:lnTo>
                    <a:pt x="770683" y="4757927"/>
                  </a:lnTo>
                  <a:lnTo>
                    <a:pt x="770776" y="4757927"/>
                  </a:lnTo>
                  <a:lnTo>
                    <a:pt x="770869" y="4757927"/>
                  </a:lnTo>
                  <a:lnTo>
                    <a:pt x="770963" y="4757927"/>
                  </a:lnTo>
                  <a:lnTo>
                    <a:pt x="771056" y="4757927"/>
                  </a:lnTo>
                  <a:lnTo>
                    <a:pt x="771149" y="4757927"/>
                  </a:lnTo>
                  <a:lnTo>
                    <a:pt x="771242" y="4757927"/>
                  </a:lnTo>
                  <a:lnTo>
                    <a:pt x="771336" y="4757927"/>
                  </a:lnTo>
                  <a:lnTo>
                    <a:pt x="771429" y="4757927"/>
                  </a:lnTo>
                  <a:lnTo>
                    <a:pt x="771522" y="4757927"/>
                  </a:lnTo>
                  <a:lnTo>
                    <a:pt x="771615" y="4757927"/>
                  </a:lnTo>
                  <a:lnTo>
                    <a:pt x="771709" y="4757927"/>
                  </a:lnTo>
                  <a:lnTo>
                    <a:pt x="771802" y="4757927"/>
                  </a:lnTo>
                  <a:lnTo>
                    <a:pt x="771895" y="4757927"/>
                  </a:lnTo>
                  <a:lnTo>
                    <a:pt x="771988" y="4757927"/>
                  </a:lnTo>
                  <a:lnTo>
                    <a:pt x="772082" y="4757927"/>
                  </a:lnTo>
                  <a:lnTo>
                    <a:pt x="772175" y="4757927"/>
                  </a:lnTo>
                  <a:lnTo>
                    <a:pt x="772268" y="4757927"/>
                  </a:lnTo>
                  <a:lnTo>
                    <a:pt x="772361" y="4757927"/>
                  </a:lnTo>
                  <a:lnTo>
                    <a:pt x="772455" y="4757927"/>
                  </a:lnTo>
                  <a:lnTo>
                    <a:pt x="772548" y="4757927"/>
                  </a:lnTo>
                  <a:lnTo>
                    <a:pt x="772641" y="4757927"/>
                  </a:lnTo>
                  <a:lnTo>
                    <a:pt x="772734" y="4757927"/>
                  </a:lnTo>
                  <a:lnTo>
                    <a:pt x="772828" y="4757927"/>
                  </a:lnTo>
                  <a:lnTo>
                    <a:pt x="772921" y="4757927"/>
                  </a:lnTo>
                  <a:lnTo>
                    <a:pt x="773014" y="4757927"/>
                  </a:lnTo>
                  <a:lnTo>
                    <a:pt x="773107" y="4757927"/>
                  </a:lnTo>
                  <a:lnTo>
                    <a:pt x="773201" y="4757927"/>
                  </a:lnTo>
                  <a:lnTo>
                    <a:pt x="773294" y="4757927"/>
                  </a:lnTo>
                  <a:lnTo>
                    <a:pt x="773387" y="4757927"/>
                  </a:lnTo>
                  <a:lnTo>
                    <a:pt x="773480" y="4757927"/>
                  </a:lnTo>
                  <a:lnTo>
                    <a:pt x="773574" y="4757927"/>
                  </a:lnTo>
                  <a:lnTo>
                    <a:pt x="773667" y="4757927"/>
                  </a:lnTo>
                  <a:lnTo>
                    <a:pt x="773760" y="4757927"/>
                  </a:lnTo>
                  <a:lnTo>
                    <a:pt x="773760" y="4747973"/>
                  </a:lnTo>
                  <a:lnTo>
                    <a:pt x="773853" y="4747973"/>
                  </a:lnTo>
                  <a:lnTo>
                    <a:pt x="773947" y="4747973"/>
                  </a:lnTo>
                  <a:lnTo>
                    <a:pt x="774040" y="4747973"/>
                  </a:lnTo>
                  <a:lnTo>
                    <a:pt x="774133" y="4747973"/>
                  </a:lnTo>
                  <a:lnTo>
                    <a:pt x="774226" y="4747973"/>
                  </a:lnTo>
                  <a:lnTo>
                    <a:pt x="774320" y="4747973"/>
                  </a:lnTo>
                  <a:lnTo>
                    <a:pt x="774413" y="4747973"/>
                  </a:lnTo>
                  <a:lnTo>
                    <a:pt x="774506" y="4747973"/>
                  </a:lnTo>
                  <a:lnTo>
                    <a:pt x="774599" y="4747973"/>
                  </a:lnTo>
                  <a:lnTo>
                    <a:pt x="774693" y="4747973"/>
                  </a:lnTo>
                  <a:lnTo>
                    <a:pt x="774786" y="4747973"/>
                  </a:lnTo>
                  <a:lnTo>
                    <a:pt x="774879" y="4747973"/>
                  </a:lnTo>
                  <a:lnTo>
                    <a:pt x="774972" y="4747973"/>
                  </a:lnTo>
                  <a:lnTo>
                    <a:pt x="775066" y="4747973"/>
                  </a:lnTo>
                  <a:lnTo>
                    <a:pt x="775159" y="4747973"/>
                  </a:lnTo>
                  <a:lnTo>
                    <a:pt x="775252" y="4747973"/>
                  </a:lnTo>
                  <a:lnTo>
                    <a:pt x="775345" y="4747973"/>
                  </a:lnTo>
                  <a:lnTo>
                    <a:pt x="775439" y="4747973"/>
                  </a:lnTo>
                  <a:lnTo>
                    <a:pt x="775532" y="4747973"/>
                  </a:lnTo>
                  <a:lnTo>
                    <a:pt x="775625" y="4747973"/>
                  </a:lnTo>
                  <a:lnTo>
                    <a:pt x="775718" y="4747973"/>
                  </a:lnTo>
                  <a:lnTo>
                    <a:pt x="775812" y="4747973"/>
                  </a:lnTo>
                  <a:lnTo>
                    <a:pt x="775905" y="4747973"/>
                  </a:lnTo>
                  <a:lnTo>
                    <a:pt x="775998" y="4747973"/>
                  </a:lnTo>
                  <a:lnTo>
                    <a:pt x="776091" y="4747973"/>
                  </a:lnTo>
                  <a:lnTo>
                    <a:pt x="776185" y="4747973"/>
                  </a:lnTo>
                  <a:lnTo>
                    <a:pt x="776278" y="4747973"/>
                  </a:lnTo>
                  <a:lnTo>
                    <a:pt x="776371" y="4747973"/>
                  </a:lnTo>
                  <a:lnTo>
                    <a:pt x="776464" y="4747973"/>
                  </a:lnTo>
                  <a:lnTo>
                    <a:pt x="776558" y="4747973"/>
                  </a:lnTo>
                  <a:lnTo>
                    <a:pt x="776651" y="4747973"/>
                  </a:lnTo>
                  <a:lnTo>
                    <a:pt x="776744" y="4747973"/>
                  </a:lnTo>
                  <a:lnTo>
                    <a:pt x="776837" y="4747973"/>
                  </a:lnTo>
                  <a:lnTo>
                    <a:pt x="776931" y="4747973"/>
                  </a:lnTo>
                  <a:lnTo>
                    <a:pt x="777024" y="4747973"/>
                  </a:lnTo>
                  <a:lnTo>
                    <a:pt x="777117" y="4747973"/>
                  </a:lnTo>
                  <a:lnTo>
                    <a:pt x="777210" y="4747973"/>
                  </a:lnTo>
                  <a:lnTo>
                    <a:pt x="777303" y="4747973"/>
                  </a:lnTo>
                  <a:lnTo>
                    <a:pt x="777397" y="4747973"/>
                  </a:lnTo>
                  <a:lnTo>
                    <a:pt x="777490" y="4747973"/>
                  </a:lnTo>
                  <a:lnTo>
                    <a:pt x="777583" y="4747973"/>
                  </a:lnTo>
                  <a:lnTo>
                    <a:pt x="777676" y="4747973"/>
                  </a:lnTo>
                  <a:lnTo>
                    <a:pt x="777770" y="4747973"/>
                  </a:lnTo>
                  <a:lnTo>
                    <a:pt x="777863" y="4747973"/>
                  </a:lnTo>
                  <a:lnTo>
                    <a:pt x="777956" y="4747973"/>
                  </a:lnTo>
                  <a:lnTo>
                    <a:pt x="778049" y="4747973"/>
                  </a:lnTo>
                  <a:lnTo>
                    <a:pt x="778143" y="4747973"/>
                  </a:lnTo>
                  <a:lnTo>
                    <a:pt x="778236" y="4747973"/>
                  </a:lnTo>
                  <a:lnTo>
                    <a:pt x="778236" y="4738019"/>
                  </a:lnTo>
                  <a:lnTo>
                    <a:pt x="778329" y="4738019"/>
                  </a:lnTo>
                  <a:lnTo>
                    <a:pt x="778422" y="4738019"/>
                  </a:lnTo>
                  <a:lnTo>
                    <a:pt x="778516" y="4738019"/>
                  </a:lnTo>
                  <a:lnTo>
                    <a:pt x="778609" y="4738019"/>
                  </a:lnTo>
                  <a:lnTo>
                    <a:pt x="778702" y="4738019"/>
                  </a:lnTo>
                  <a:lnTo>
                    <a:pt x="778795" y="4738019"/>
                  </a:lnTo>
                  <a:lnTo>
                    <a:pt x="778889" y="4738019"/>
                  </a:lnTo>
                  <a:lnTo>
                    <a:pt x="778982" y="4738019"/>
                  </a:lnTo>
                  <a:lnTo>
                    <a:pt x="779075" y="4738019"/>
                  </a:lnTo>
                  <a:lnTo>
                    <a:pt x="779168" y="4738019"/>
                  </a:lnTo>
                  <a:lnTo>
                    <a:pt x="779262" y="4738019"/>
                  </a:lnTo>
                  <a:lnTo>
                    <a:pt x="779355" y="4738019"/>
                  </a:lnTo>
                  <a:lnTo>
                    <a:pt x="779448" y="4738019"/>
                  </a:lnTo>
                  <a:lnTo>
                    <a:pt x="779541" y="4738019"/>
                  </a:lnTo>
                  <a:lnTo>
                    <a:pt x="779635" y="4738019"/>
                  </a:lnTo>
                  <a:lnTo>
                    <a:pt x="779728" y="4738019"/>
                  </a:lnTo>
                  <a:lnTo>
                    <a:pt x="779821" y="4738019"/>
                  </a:lnTo>
                  <a:lnTo>
                    <a:pt x="779914" y="4738019"/>
                  </a:lnTo>
                  <a:lnTo>
                    <a:pt x="780008" y="4738019"/>
                  </a:lnTo>
                  <a:lnTo>
                    <a:pt x="780101" y="4738019"/>
                  </a:lnTo>
                  <a:lnTo>
                    <a:pt x="780194" y="4738019"/>
                  </a:lnTo>
                  <a:lnTo>
                    <a:pt x="780287" y="4738019"/>
                  </a:lnTo>
                  <a:lnTo>
                    <a:pt x="780381" y="4738019"/>
                  </a:lnTo>
                  <a:lnTo>
                    <a:pt x="780474" y="4738019"/>
                  </a:lnTo>
                  <a:lnTo>
                    <a:pt x="780567" y="4738019"/>
                  </a:lnTo>
                  <a:lnTo>
                    <a:pt x="780660" y="4738019"/>
                  </a:lnTo>
                  <a:lnTo>
                    <a:pt x="780754" y="4738019"/>
                  </a:lnTo>
                  <a:lnTo>
                    <a:pt x="780847" y="4738019"/>
                  </a:lnTo>
                  <a:lnTo>
                    <a:pt x="780940" y="4738019"/>
                  </a:lnTo>
                  <a:lnTo>
                    <a:pt x="780940" y="4728065"/>
                  </a:lnTo>
                  <a:lnTo>
                    <a:pt x="781033" y="4728065"/>
                  </a:lnTo>
                  <a:lnTo>
                    <a:pt x="781127" y="4728065"/>
                  </a:lnTo>
                  <a:lnTo>
                    <a:pt x="781220" y="4728065"/>
                  </a:lnTo>
                  <a:lnTo>
                    <a:pt x="781313" y="4728065"/>
                  </a:lnTo>
                  <a:lnTo>
                    <a:pt x="781406" y="4728065"/>
                  </a:lnTo>
                  <a:lnTo>
                    <a:pt x="781500" y="4728065"/>
                  </a:lnTo>
                  <a:lnTo>
                    <a:pt x="781593" y="4728065"/>
                  </a:lnTo>
                  <a:lnTo>
                    <a:pt x="781686" y="4728065"/>
                  </a:lnTo>
                  <a:lnTo>
                    <a:pt x="781779" y="4728065"/>
                  </a:lnTo>
                  <a:lnTo>
                    <a:pt x="781873" y="4728065"/>
                  </a:lnTo>
                  <a:lnTo>
                    <a:pt x="781966" y="4728065"/>
                  </a:lnTo>
                  <a:lnTo>
                    <a:pt x="782059" y="4728065"/>
                  </a:lnTo>
                  <a:lnTo>
                    <a:pt x="782152" y="4728065"/>
                  </a:lnTo>
                  <a:lnTo>
                    <a:pt x="782246" y="4728065"/>
                  </a:lnTo>
                  <a:lnTo>
                    <a:pt x="782339" y="4728065"/>
                  </a:lnTo>
                  <a:lnTo>
                    <a:pt x="782432" y="4728065"/>
                  </a:lnTo>
                  <a:lnTo>
                    <a:pt x="782525" y="4728065"/>
                  </a:lnTo>
                  <a:lnTo>
                    <a:pt x="782619" y="4728065"/>
                  </a:lnTo>
                  <a:lnTo>
                    <a:pt x="782712" y="4728065"/>
                  </a:lnTo>
                  <a:lnTo>
                    <a:pt x="782805" y="4728065"/>
                  </a:lnTo>
                  <a:lnTo>
                    <a:pt x="782898" y="4728065"/>
                  </a:lnTo>
                  <a:lnTo>
                    <a:pt x="782992" y="4728065"/>
                  </a:lnTo>
                  <a:lnTo>
                    <a:pt x="783085" y="4728065"/>
                  </a:lnTo>
                  <a:lnTo>
                    <a:pt x="783178" y="4728065"/>
                  </a:lnTo>
                  <a:lnTo>
                    <a:pt x="783271" y="4728065"/>
                  </a:lnTo>
                  <a:lnTo>
                    <a:pt x="783365" y="4728065"/>
                  </a:lnTo>
                  <a:lnTo>
                    <a:pt x="783458" y="4728065"/>
                  </a:lnTo>
                  <a:lnTo>
                    <a:pt x="783551" y="4728065"/>
                  </a:lnTo>
                  <a:lnTo>
                    <a:pt x="783644" y="4728065"/>
                  </a:lnTo>
                  <a:lnTo>
                    <a:pt x="783738" y="4728065"/>
                  </a:lnTo>
                  <a:lnTo>
                    <a:pt x="783831" y="4728065"/>
                  </a:lnTo>
                  <a:lnTo>
                    <a:pt x="783924" y="4728065"/>
                  </a:lnTo>
                  <a:lnTo>
                    <a:pt x="784017" y="4728065"/>
                  </a:lnTo>
                  <a:lnTo>
                    <a:pt x="784110" y="4728065"/>
                  </a:lnTo>
                  <a:lnTo>
                    <a:pt x="784204" y="4728065"/>
                  </a:lnTo>
                  <a:lnTo>
                    <a:pt x="784297" y="4728065"/>
                  </a:lnTo>
                  <a:lnTo>
                    <a:pt x="784390" y="4728065"/>
                  </a:lnTo>
                  <a:lnTo>
                    <a:pt x="784483" y="4728065"/>
                  </a:lnTo>
                  <a:lnTo>
                    <a:pt x="784577" y="4728065"/>
                  </a:lnTo>
                  <a:lnTo>
                    <a:pt x="784670" y="4728065"/>
                  </a:lnTo>
                  <a:lnTo>
                    <a:pt x="784763" y="4728065"/>
                  </a:lnTo>
                  <a:lnTo>
                    <a:pt x="784856" y="4728065"/>
                  </a:lnTo>
                  <a:lnTo>
                    <a:pt x="784950" y="4728065"/>
                  </a:lnTo>
                  <a:lnTo>
                    <a:pt x="785043" y="4728065"/>
                  </a:lnTo>
                  <a:lnTo>
                    <a:pt x="785136" y="4728065"/>
                  </a:lnTo>
                  <a:lnTo>
                    <a:pt x="785229" y="4728065"/>
                  </a:lnTo>
                  <a:lnTo>
                    <a:pt x="785323" y="4728065"/>
                  </a:lnTo>
                  <a:lnTo>
                    <a:pt x="785416" y="4728065"/>
                  </a:lnTo>
                  <a:lnTo>
                    <a:pt x="785509" y="4728065"/>
                  </a:lnTo>
                  <a:lnTo>
                    <a:pt x="785602" y="4728065"/>
                  </a:lnTo>
                  <a:lnTo>
                    <a:pt x="785696" y="4728065"/>
                  </a:lnTo>
                  <a:lnTo>
                    <a:pt x="785789" y="4728065"/>
                  </a:lnTo>
                  <a:lnTo>
                    <a:pt x="785882" y="4728065"/>
                  </a:lnTo>
                  <a:lnTo>
                    <a:pt x="785975" y="4728065"/>
                  </a:lnTo>
                  <a:lnTo>
                    <a:pt x="786069" y="4728065"/>
                  </a:lnTo>
                  <a:lnTo>
                    <a:pt x="786162" y="4728065"/>
                  </a:lnTo>
                  <a:lnTo>
                    <a:pt x="786255" y="4728065"/>
                  </a:lnTo>
                  <a:lnTo>
                    <a:pt x="786348" y="4728065"/>
                  </a:lnTo>
                  <a:lnTo>
                    <a:pt x="786442" y="4728065"/>
                  </a:lnTo>
                  <a:lnTo>
                    <a:pt x="786535" y="4728065"/>
                  </a:lnTo>
                  <a:lnTo>
                    <a:pt x="786628" y="4728065"/>
                  </a:lnTo>
                  <a:lnTo>
                    <a:pt x="786721" y="4728065"/>
                  </a:lnTo>
                  <a:lnTo>
                    <a:pt x="786815" y="4728065"/>
                  </a:lnTo>
                  <a:lnTo>
                    <a:pt x="786908" y="4728065"/>
                  </a:lnTo>
                  <a:lnTo>
                    <a:pt x="787001" y="4728065"/>
                  </a:lnTo>
                  <a:lnTo>
                    <a:pt x="787094" y="4728065"/>
                  </a:lnTo>
                  <a:lnTo>
                    <a:pt x="787188" y="4728065"/>
                  </a:lnTo>
                  <a:lnTo>
                    <a:pt x="787281" y="4728065"/>
                  </a:lnTo>
                  <a:lnTo>
                    <a:pt x="787374" y="4728065"/>
                  </a:lnTo>
                  <a:lnTo>
                    <a:pt x="787467" y="4728065"/>
                  </a:lnTo>
                  <a:lnTo>
                    <a:pt x="787561" y="4728065"/>
                  </a:lnTo>
                  <a:lnTo>
                    <a:pt x="787654" y="4728065"/>
                  </a:lnTo>
                  <a:lnTo>
                    <a:pt x="787747" y="4728065"/>
                  </a:lnTo>
                  <a:lnTo>
                    <a:pt x="787840" y="4728065"/>
                  </a:lnTo>
                  <a:lnTo>
                    <a:pt x="787934" y="4728065"/>
                  </a:lnTo>
                  <a:lnTo>
                    <a:pt x="788027" y="4728065"/>
                  </a:lnTo>
                  <a:lnTo>
                    <a:pt x="788120" y="4728065"/>
                  </a:lnTo>
                  <a:lnTo>
                    <a:pt x="788213" y="4728065"/>
                  </a:lnTo>
                  <a:lnTo>
                    <a:pt x="788307" y="4728065"/>
                  </a:lnTo>
                  <a:lnTo>
                    <a:pt x="788400" y="4728065"/>
                  </a:lnTo>
                  <a:lnTo>
                    <a:pt x="788493" y="4728065"/>
                  </a:lnTo>
                  <a:lnTo>
                    <a:pt x="788586" y="4728065"/>
                  </a:lnTo>
                  <a:lnTo>
                    <a:pt x="788680" y="4728065"/>
                  </a:lnTo>
                  <a:lnTo>
                    <a:pt x="788773" y="4728065"/>
                  </a:lnTo>
                  <a:lnTo>
                    <a:pt x="788866" y="4728065"/>
                  </a:lnTo>
                  <a:lnTo>
                    <a:pt x="788959" y="4728065"/>
                  </a:lnTo>
                  <a:lnTo>
                    <a:pt x="789053" y="4728065"/>
                  </a:lnTo>
                  <a:lnTo>
                    <a:pt x="789146" y="4728065"/>
                  </a:lnTo>
                  <a:lnTo>
                    <a:pt x="789239" y="4728065"/>
                  </a:lnTo>
                  <a:lnTo>
                    <a:pt x="789332" y="4728065"/>
                  </a:lnTo>
                  <a:lnTo>
                    <a:pt x="789426" y="4728065"/>
                  </a:lnTo>
                  <a:lnTo>
                    <a:pt x="789519" y="4728065"/>
                  </a:lnTo>
                  <a:lnTo>
                    <a:pt x="789612" y="4728065"/>
                  </a:lnTo>
                  <a:lnTo>
                    <a:pt x="789705" y="4728065"/>
                  </a:lnTo>
                  <a:lnTo>
                    <a:pt x="789799" y="4728065"/>
                  </a:lnTo>
                  <a:lnTo>
                    <a:pt x="789892" y="4728065"/>
                  </a:lnTo>
                  <a:lnTo>
                    <a:pt x="789985" y="4728065"/>
                  </a:lnTo>
                  <a:lnTo>
                    <a:pt x="790078" y="4728065"/>
                  </a:lnTo>
                  <a:lnTo>
                    <a:pt x="790172" y="4728065"/>
                  </a:lnTo>
                  <a:lnTo>
                    <a:pt x="790265" y="4728065"/>
                  </a:lnTo>
                  <a:lnTo>
                    <a:pt x="790358" y="4728065"/>
                  </a:lnTo>
                  <a:lnTo>
                    <a:pt x="790451" y="4728065"/>
                  </a:lnTo>
                  <a:lnTo>
                    <a:pt x="790545" y="4728065"/>
                  </a:lnTo>
                  <a:lnTo>
                    <a:pt x="790638" y="4728065"/>
                  </a:lnTo>
                  <a:lnTo>
                    <a:pt x="790731" y="4728065"/>
                  </a:lnTo>
                  <a:lnTo>
                    <a:pt x="790824" y="4728065"/>
                  </a:lnTo>
                  <a:lnTo>
                    <a:pt x="790917" y="4728065"/>
                  </a:lnTo>
                  <a:lnTo>
                    <a:pt x="791011" y="4728065"/>
                  </a:lnTo>
                  <a:lnTo>
                    <a:pt x="791104" y="4728065"/>
                  </a:lnTo>
                  <a:lnTo>
                    <a:pt x="791197" y="4728065"/>
                  </a:lnTo>
                  <a:lnTo>
                    <a:pt x="791290" y="4728065"/>
                  </a:lnTo>
                  <a:lnTo>
                    <a:pt x="791384" y="4728065"/>
                  </a:lnTo>
                  <a:lnTo>
                    <a:pt x="791477" y="4728065"/>
                  </a:lnTo>
                  <a:lnTo>
                    <a:pt x="791570" y="4728065"/>
                  </a:lnTo>
                  <a:lnTo>
                    <a:pt x="791663" y="4728065"/>
                  </a:lnTo>
                  <a:lnTo>
                    <a:pt x="791757" y="4728065"/>
                  </a:lnTo>
                  <a:lnTo>
                    <a:pt x="791850" y="4728065"/>
                  </a:lnTo>
                  <a:lnTo>
                    <a:pt x="791943" y="4728065"/>
                  </a:lnTo>
                  <a:lnTo>
                    <a:pt x="792036" y="4728065"/>
                  </a:lnTo>
                  <a:lnTo>
                    <a:pt x="792130" y="4728065"/>
                  </a:lnTo>
                  <a:lnTo>
                    <a:pt x="792223" y="4728065"/>
                  </a:lnTo>
                  <a:lnTo>
                    <a:pt x="792316" y="4728065"/>
                  </a:lnTo>
                  <a:lnTo>
                    <a:pt x="792409" y="4728065"/>
                  </a:lnTo>
                  <a:lnTo>
                    <a:pt x="792503" y="4728065"/>
                  </a:lnTo>
                  <a:lnTo>
                    <a:pt x="792596" y="4728065"/>
                  </a:lnTo>
                  <a:lnTo>
                    <a:pt x="792689" y="4728065"/>
                  </a:lnTo>
                  <a:lnTo>
                    <a:pt x="792782" y="4728065"/>
                  </a:lnTo>
                  <a:lnTo>
                    <a:pt x="792876" y="4728065"/>
                  </a:lnTo>
                  <a:lnTo>
                    <a:pt x="792969" y="4728065"/>
                  </a:lnTo>
                  <a:lnTo>
                    <a:pt x="793062" y="4728065"/>
                  </a:lnTo>
                  <a:lnTo>
                    <a:pt x="793155" y="4728065"/>
                  </a:lnTo>
                  <a:lnTo>
                    <a:pt x="793249" y="4728065"/>
                  </a:lnTo>
                  <a:lnTo>
                    <a:pt x="793342" y="4728065"/>
                  </a:lnTo>
                  <a:lnTo>
                    <a:pt x="793435" y="4728065"/>
                  </a:lnTo>
                  <a:lnTo>
                    <a:pt x="793528" y="4728065"/>
                  </a:lnTo>
                  <a:lnTo>
                    <a:pt x="793622" y="4728065"/>
                  </a:lnTo>
                  <a:lnTo>
                    <a:pt x="793715" y="4728065"/>
                  </a:lnTo>
                  <a:lnTo>
                    <a:pt x="793808" y="4728065"/>
                  </a:lnTo>
                  <a:lnTo>
                    <a:pt x="793901" y="4728065"/>
                  </a:lnTo>
                  <a:lnTo>
                    <a:pt x="793995" y="4728065"/>
                  </a:lnTo>
                  <a:lnTo>
                    <a:pt x="794088" y="4728065"/>
                  </a:lnTo>
                  <a:lnTo>
                    <a:pt x="794181" y="4728065"/>
                  </a:lnTo>
                  <a:lnTo>
                    <a:pt x="794274" y="4728065"/>
                  </a:lnTo>
                  <a:lnTo>
                    <a:pt x="794368" y="4728065"/>
                  </a:lnTo>
                  <a:lnTo>
                    <a:pt x="794461" y="4728065"/>
                  </a:lnTo>
                  <a:lnTo>
                    <a:pt x="794554" y="4728065"/>
                  </a:lnTo>
                  <a:lnTo>
                    <a:pt x="794647" y="4728065"/>
                  </a:lnTo>
                  <a:lnTo>
                    <a:pt x="794741" y="4728065"/>
                  </a:lnTo>
                  <a:lnTo>
                    <a:pt x="794834" y="4728065"/>
                  </a:lnTo>
                  <a:lnTo>
                    <a:pt x="794927" y="4728065"/>
                  </a:lnTo>
                  <a:lnTo>
                    <a:pt x="795020" y="4728065"/>
                  </a:lnTo>
                  <a:lnTo>
                    <a:pt x="795114" y="4728065"/>
                  </a:lnTo>
                  <a:lnTo>
                    <a:pt x="795207" y="4728065"/>
                  </a:lnTo>
                  <a:lnTo>
                    <a:pt x="795300" y="4728065"/>
                  </a:lnTo>
                  <a:lnTo>
                    <a:pt x="795393" y="4728065"/>
                  </a:lnTo>
                  <a:lnTo>
                    <a:pt x="795487" y="4728065"/>
                  </a:lnTo>
                  <a:lnTo>
                    <a:pt x="795580" y="4728065"/>
                  </a:lnTo>
                  <a:lnTo>
                    <a:pt x="795673" y="4728065"/>
                  </a:lnTo>
                  <a:lnTo>
                    <a:pt x="795766" y="4728065"/>
                  </a:lnTo>
                  <a:lnTo>
                    <a:pt x="795860" y="4728065"/>
                  </a:lnTo>
                  <a:lnTo>
                    <a:pt x="795953" y="4728065"/>
                  </a:lnTo>
                  <a:lnTo>
                    <a:pt x="796046" y="4728065"/>
                  </a:lnTo>
                  <a:lnTo>
                    <a:pt x="796139" y="4728065"/>
                  </a:lnTo>
                  <a:lnTo>
                    <a:pt x="796233" y="4728065"/>
                  </a:lnTo>
                  <a:lnTo>
                    <a:pt x="796233" y="4718111"/>
                  </a:lnTo>
                  <a:lnTo>
                    <a:pt x="796326" y="4718111"/>
                  </a:lnTo>
                  <a:lnTo>
                    <a:pt x="796419" y="4718111"/>
                  </a:lnTo>
                  <a:lnTo>
                    <a:pt x="796512" y="4718111"/>
                  </a:lnTo>
                  <a:lnTo>
                    <a:pt x="796606" y="4718111"/>
                  </a:lnTo>
                  <a:lnTo>
                    <a:pt x="796699" y="4718111"/>
                  </a:lnTo>
                  <a:lnTo>
                    <a:pt x="796792" y="4718111"/>
                  </a:lnTo>
                  <a:lnTo>
                    <a:pt x="796885" y="4718111"/>
                  </a:lnTo>
                  <a:lnTo>
                    <a:pt x="796979" y="4718111"/>
                  </a:lnTo>
                  <a:lnTo>
                    <a:pt x="797072" y="4718111"/>
                  </a:lnTo>
                  <a:lnTo>
                    <a:pt x="797165" y="4718111"/>
                  </a:lnTo>
                  <a:lnTo>
                    <a:pt x="797258" y="4718111"/>
                  </a:lnTo>
                  <a:lnTo>
                    <a:pt x="797352" y="4718111"/>
                  </a:lnTo>
                  <a:lnTo>
                    <a:pt x="797445" y="4718111"/>
                  </a:lnTo>
                  <a:lnTo>
                    <a:pt x="797538" y="4718111"/>
                  </a:lnTo>
                  <a:lnTo>
                    <a:pt x="797631" y="4718111"/>
                  </a:lnTo>
                  <a:lnTo>
                    <a:pt x="797725" y="4718111"/>
                  </a:lnTo>
                  <a:lnTo>
                    <a:pt x="797818" y="4718111"/>
                  </a:lnTo>
                  <a:lnTo>
                    <a:pt x="797911" y="4718111"/>
                  </a:lnTo>
                  <a:lnTo>
                    <a:pt x="798004" y="4718111"/>
                  </a:lnTo>
                  <a:lnTo>
                    <a:pt x="798097" y="4718111"/>
                  </a:lnTo>
                  <a:lnTo>
                    <a:pt x="798191" y="4718111"/>
                  </a:lnTo>
                  <a:lnTo>
                    <a:pt x="798284" y="4718111"/>
                  </a:lnTo>
                  <a:lnTo>
                    <a:pt x="798377" y="4718111"/>
                  </a:lnTo>
                  <a:lnTo>
                    <a:pt x="798470" y="4718111"/>
                  </a:lnTo>
                  <a:lnTo>
                    <a:pt x="798564" y="4718111"/>
                  </a:lnTo>
                  <a:lnTo>
                    <a:pt x="798657" y="4718111"/>
                  </a:lnTo>
                  <a:lnTo>
                    <a:pt x="798750" y="4718111"/>
                  </a:lnTo>
                  <a:lnTo>
                    <a:pt x="798843" y="4718111"/>
                  </a:lnTo>
                  <a:lnTo>
                    <a:pt x="798937" y="4718111"/>
                  </a:lnTo>
                  <a:lnTo>
                    <a:pt x="799030" y="4718111"/>
                  </a:lnTo>
                  <a:lnTo>
                    <a:pt x="799123" y="4718111"/>
                  </a:lnTo>
                  <a:lnTo>
                    <a:pt x="799216" y="4718111"/>
                  </a:lnTo>
                  <a:lnTo>
                    <a:pt x="799310" y="4718111"/>
                  </a:lnTo>
                  <a:lnTo>
                    <a:pt x="799403" y="4718111"/>
                  </a:lnTo>
                  <a:lnTo>
                    <a:pt x="799496" y="4718111"/>
                  </a:lnTo>
                  <a:lnTo>
                    <a:pt x="799589" y="4718111"/>
                  </a:lnTo>
                  <a:lnTo>
                    <a:pt x="799683" y="4718111"/>
                  </a:lnTo>
                  <a:lnTo>
                    <a:pt x="799776" y="4718111"/>
                  </a:lnTo>
                  <a:lnTo>
                    <a:pt x="799869" y="4718111"/>
                  </a:lnTo>
                  <a:lnTo>
                    <a:pt x="799962" y="4718111"/>
                  </a:lnTo>
                  <a:lnTo>
                    <a:pt x="800056" y="4718111"/>
                  </a:lnTo>
                  <a:lnTo>
                    <a:pt x="800149" y="4718111"/>
                  </a:lnTo>
                  <a:lnTo>
                    <a:pt x="800242" y="4718111"/>
                  </a:lnTo>
                  <a:lnTo>
                    <a:pt x="800335" y="4718111"/>
                  </a:lnTo>
                  <a:lnTo>
                    <a:pt x="800429" y="4718111"/>
                  </a:lnTo>
                  <a:lnTo>
                    <a:pt x="800522" y="4718111"/>
                  </a:lnTo>
                  <a:lnTo>
                    <a:pt x="800615" y="4718111"/>
                  </a:lnTo>
                  <a:lnTo>
                    <a:pt x="800708" y="4718111"/>
                  </a:lnTo>
                  <a:lnTo>
                    <a:pt x="800802" y="4718111"/>
                  </a:lnTo>
                  <a:lnTo>
                    <a:pt x="800895" y="4718111"/>
                  </a:lnTo>
                  <a:lnTo>
                    <a:pt x="800988" y="4718111"/>
                  </a:lnTo>
                  <a:lnTo>
                    <a:pt x="801081" y="4718111"/>
                  </a:lnTo>
                  <a:lnTo>
                    <a:pt x="801175" y="4718111"/>
                  </a:lnTo>
                  <a:lnTo>
                    <a:pt x="801268" y="4718111"/>
                  </a:lnTo>
                  <a:lnTo>
                    <a:pt x="801361" y="4718111"/>
                  </a:lnTo>
                  <a:lnTo>
                    <a:pt x="801454" y="4718111"/>
                  </a:lnTo>
                  <a:lnTo>
                    <a:pt x="801548" y="4718111"/>
                  </a:lnTo>
                  <a:lnTo>
                    <a:pt x="801641" y="4718111"/>
                  </a:lnTo>
                  <a:lnTo>
                    <a:pt x="801734" y="4718111"/>
                  </a:lnTo>
                  <a:lnTo>
                    <a:pt x="801827" y="4718111"/>
                  </a:lnTo>
                  <a:lnTo>
                    <a:pt x="801921" y="4718111"/>
                  </a:lnTo>
                  <a:lnTo>
                    <a:pt x="802014" y="4718111"/>
                  </a:lnTo>
                  <a:lnTo>
                    <a:pt x="802107" y="4718111"/>
                  </a:lnTo>
                  <a:lnTo>
                    <a:pt x="802200" y="4718111"/>
                  </a:lnTo>
                  <a:lnTo>
                    <a:pt x="802294" y="4718111"/>
                  </a:lnTo>
                  <a:lnTo>
                    <a:pt x="802294" y="4708158"/>
                  </a:lnTo>
                  <a:lnTo>
                    <a:pt x="802387" y="4708158"/>
                  </a:lnTo>
                  <a:lnTo>
                    <a:pt x="802480" y="4708158"/>
                  </a:lnTo>
                  <a:lnTo>
                    <a:pt x="802573" y="4708158"/>
                  </a:lnTo>
                  <a:lnTo>
                    <a:pt x="802667" y="4708158"/>
                  </a:lnTo>
                  <a:lnTo>
                    <a:pt x="802760" y="4708158"/>
                  </a:lnTo>
                  <a:lnTo>
                    <a:pt x="802853" y="4708158"/>
                  </a:lnTo>
                  <a:lnTo>
                    <a:pt x="802946" y="4708158"/>
                  </a:lnTo>
                  <a:lnTo>
                    <a:pt x="803040" y="4708158"/>
                  </a:lnTo>
                  <a:lnTo>
                    <a:pt x="803133" y="4708158"/>
                  </a:lnTo>
                  <a:lnTo>
                    <a:pt x="803226" y="4708158"/>
                  </a:lnTo>
                  <a:lnTo>
                    <a:pt x="803319" y="4708158"/>
                  </a:lnTo>
                  <a:lnTo>
                    <a:pt x="803413" y="4708158"/>
                  </a:lnTo>
                  <a:lnTo>
                    <a:pt x="803506" y="4708158"/>
                  </a:lnTo>
                  <a:lnTo>
                    <a:pt x="803599" y="4708158"/>
                  </a:lnTo>
                  <a:lnTo>
                    <a:pt x="803692" y="4708158"/>
                  </a:lnTo>
                  <a:lnTo>
                    <a:pt x="803786" y="4708158"/>
                  </a:lnTo>
                  <a:lnTo>
                    <a:pt x="803879" y="4708158"/>
                  </a:lnTo>
                  <a:lnTo>
                    <a:pt x="803972" y="4708158"/>
                  </a:lnTo>
                  <a:lnTo>
                    <a:pt x="804065" y="4708158"/>
                  </a:lnTo>
                  <a:lnTo>
                    <a:pt x="804159" y="4708158"/>
                  </a:lnTo>
                  <a:lnTo>
                    <a:pt x="804252" y="4708158"/>
                  </a:lnTo>
                  <a:lnTo>
                    <a:pt x="804345" y="4708158"/>
                  </a:lnTo>
                  <a:lnTo>
                    <a:pt x="804438" y="4708158"/>
                  </a:lnTo>
                  <a:lnTo>
                    <a:pt x="804532" y="4708158"/>
                  </a:lnTo>
                  <a:lnTo>
                    <a:pt x="804625" y="4708158"/>
                  </a:lnTo>
                  <a:lnTo>
                    <a:pt x="804718" y="4708158"/>
                  </a:lnTo>
                  <a:lnTo>
                    <a:pt x="804811" y="4708158"/>
                  </a:lnTo>
                  <a:lnTo>
                    <a:pt x="804904" y="4708158"/>
                  </a:lnTo>
                  <a:lnTo>
                    <a:pt x="804904" y="4698204"/>
                  </a:lnTo>
                  <a:lnTo>
                    <a:pt x="804998" y="4698204"/>
                  </a:lnTo>
                  <a:lnTo>
                    <a:pt x="805091" y="4698204"/>
                  </a:lnTo>
                  <a:lnTo>
                    <a:pt x="805091" y="4688250"/>
                  </a:lnTo>
                  <a:lnTo>
                    <a:pt x="805184" y="4688250"/>
                  </a:lnTo>
                  <a:lnTo>
                    <a:pt x="805277" y="4688250"/>
                  </a:lnTo>
                  <a:lnTo>
                    <a:pt x="805371" y="4688250"/>
                  </a:lnTo>
                  <a:lnTo>
                    <a:pt x="805464" y="4688250"/>
                  </a:lnTo>
                  <a:lnTo>
                    <a:pt x="805557" y="4688250"/>
                  </a:lnTo>
                  <a:lnTo>
                    <a:pt x="805650" y="4688250"/>
                  </a:lnTo>
                  <a:lnTo>
                    <a:pt x="805744" y="4688250"/>
                  </a:lnTo>
                  <a:lnTo>
                    <a:pt x="805837" y="4688250"/>
                  </a:lnTo>
                  <a:lnTo>
                    <a:pt x="805930" y="4688250"/>
                  </a:lnTo>
                  <a:lnTo>
                    <a:pt x="806023" y="4688250"/>
                  </a:lnTo>
                  <a:lnTo>
                    <a:pt x="806117" y="4688250"/>
                  </a:lnTo>
                  <a:lnTo>
                    <a:pt x="806210" y="4688250"/>
                  </a:lnTo>
                  <a:lnTo>
                    <a:pt x="806303" y="4688250"/>
                  </a:lnTo>
                  <a:lnTo>
                    <a:pt x="806396" y="4688250"/>
                  </a:lnTo>
                  <a:lnTo>
                    <a:pt x="806490" y="4688250"/>
                  </a:lnTo>
                  <a:lnTo>
                    <a:pt x="806583" y="4688250"/>
                  </a:lnTo>
                  <a:lnTo>
                    <a:pt x="806676" y="4688250"/>
                  </a:lnTo>
                  <a:lnTo>
                    <a:pt x="806769" y="4688250"/>
                  </a:lnTo>
                  <a:lnTo>
                    <a:pt x="806863" y="4688250"/>
                  </a:lnTo>
                  <a:lnTo>
                    <a:pt x="806956" y="4688250"/>
                  </a:lnTo>
                  <a:lnTo>
                    <a:pt x="807049" y="4688250"/>
                  </a:lnTo>
                  <a:lnTo>
                    <a:pt x="807142" y="4688250"/>
                  </a:lnTo>
                  <a:lnTo>
                    <a:pt x="807236" y="4688250"/>
                  </a:lnTo>
                  <a:lnTo>
                    <a:pt x="807329" y="4688250"/>
                  </a:lnTo>
                  <a:lnTo>
                    <a:pt x="807422" y="4688250"/>
                  </a:lnTo>
                  <a:lnTo>
                    <a:pt x="807515" y="4688250"/>
                  </a:lnTo>
                  <a:lnTo>
                    <a:pt x="807609" y="4688250"/>
                  </a:lnTo>
                  <a:lnTo>
                    <a:pt x="807702" y="4688250"/>
                  </a:lnTo>
                  <a:lnTo>
                    <a:pt x="807795" y="4688250"/>
                  </a:lnTo>
                  <a:lnTo>
                    <a:pt x="807888" y="4688250"/>
                  </a:lnTo>
                  <a:lnTo>
                    <a:pt x="807982" y="4688250"/>
                  </a:lnTo>
                  <a:lnTo>
                    <a:pt x="808075" y="4688250"/>
                  </a:lnTo>
                  <a:lnTo>
                    <a:pt x="808168" y="4688250"/>
                  </a:lnTo>
                  <a:lnTo>
                    <a:pt x="808261" y="4688250"/>
                  </a:lnTo>
                  <a:lnTo>
                    <a:pt x="808355" y="4688250"/>
                  </a:lnTo>
                  <a:lnTo>
                    <a:pt x="808448" y="4688250"/>
                  </a:lnTo>
                  <a:lnTo>
                    <a:pt x="808541" y="4688250"/>
                  </a:lnTo>
                  <a:lnTo>
                    <a:pt x="808634" y="4688250"/>
                  </a:lnTo>
                  <a:lnTo>
                    <a:pt x="808728" y="4688250"/>
                  </a:lnTo>
                  <a:lnTo>
                    <a:pt x="808821" y="4688250"/>
                  </a:lnTo>
                  <a:lnTo>
                    <a:pt x="808914" y="4688250"/>
                  </a:lnTo>
                  <a:lnTo>
                    <a:pt x="809007" y="4688250"/>
                  </a:lnTo>
                  <a:lnTo>
                    <a:pt x="809101" y="4688250"/>
                  </a:lnTo>
                  <a:lnTo>
                    <a:pt x="809194" y="4688250"/>
                  </a:lnTo>
                  <a:lnTo>
                    <a:pt x="809287" y="4688250"/>
                  </a:lnTo>
                  <a:lnTo>
                    <a:pt x="809380" y="4688250"/>
                  </a:lnTo>
                  <a:lnTo>
                    <a:pt x="809474" y="4688250"/>
                  </a:lnTo>
                  <a:lnTo>
                    <a:pt x="809567" y="4688250"/>
                  </a:lnTo>
                  <a:lnTo>
                    <a:pt x="809660" y="4688250"/>
                  </a:lnTo>
                  <a:lnTo>
                    <a:pt x="809753" y="4688250"/>
                  </a:lnTo>
                  <a:lnTo>
                    <a:pt x="809847" y="4688250"/>
                  </a:lnTo>
                  <a:lnTo>
                    <a:pt x="809940" y="4688250"/>
                  </a:lnTo>
                  <a:lnTo>
                    <a:pt x="810033" y="4688250"/>
                  </a:lnTo>
                  <a:lnTo>
                    <a:pt x="810126" y="4688250"/>
                  </a:lnTo>
                  <a:lnTo>
                    <a:pt x="810220" y="4688250"/>
                  </a:lnTo>
                  <a:lnTo>
                    <a:pt x="810313" y="4688250"/>
                  </a:lnTo>
                  <a:lnTo>
                    <a:pt x="810406" y="4688250"/>
                  </a:lnTo>
                  <a:lnTo>
                    <a:pt x="810499" y="4688250"/>
                  </a:lnTo>
                  <a:lnTo>
                    <a:pt x="810593" y="4688250"/>
                  </a:lnTo>
                  <a:lnTo>
                    <a:pt x="810686" y="4688250"/>
                  </a:lnTo>
                  <a:lnTo>
                    <a:pt x="810779" y="4688250"/>
                  </a:lnTo>
                  <a:lnTo>
                    <a:pt x="810872" y="4688250"/>
                  </a:lnTo>
                  <a:lnTo>
                    <a:pt x="810966" y="4688250"/>
                  </a:lnTo>
                  <a:lnTo>
                    <a:pt x="811059" y="4688250"/>
                  </a:lnTo>
                  <a:lnTo>
                    <a:pt x="811152" y="4688250"/>
                  </a:lnTo>
                  <a:lnTo>
                    <a:pt x="811245" y="4688250"/>
                  </a:lnTo>
                  <a:lnTo>
                    <a:pt x="811339" y="4688250"/>
                  </a:lnTo>
                  <a:lnTo>
                    <a:pt x="811432" y="4688250"/>
                  </a:lnTo>
                  <a:lnTo>
                    <a:pt x="811525" y="4688250"/>
                  </a:lnTo>
                  <a:lnTo>
                    <a:pt x="811618" y="4688250"/>
                  </a:lnTo>
                  <a:lnTo>
                    <a:pt x="811712" y="4688250"/>
                  </a:lnTo>
                  <a:lnTo>
                    <a:pt x="811805" y="4688250"/>
                  </a:lnTo>
                  <a:lnTo>
                    <a:pt x="811898" y="4688250"/>
                  </a:lnTo>
                  <a:lnTo>
                    <a:pt x="811991" y="4688250"/>
                  </a:lnTo>
                  <a:lnTo>
                    <a:pt x="812084" y="4688250"/>
                  </a:lnTo>
                  <a:lnTo>
                    <a:pt x="812178" y="4688250"/>
                  </a:lnTo>
                  <a:lnTo>
                    <a:pt x="812271" y="4688250"/>
                  </a:lnTo>
                  <a:lnTo>
                    <a:pt x="812364" y="4688250"/>
                  </a:lnTo>
                  <a:lnTo>
                    <a:pt x="812457" y="4688250"/>
                  </a:lnTo>
                  <a:lnTo>
                    <a:pt x="812551" y="4688250"/>
                  </a:lnTo>
                  <a:lnTo>
                    <a:pt x="812551" y="4678296"/>
                  </a:lnTo>
                  <a:lnTo>
                    <a:pt x="812644" y="4678296"/>
                  </a:lnTo>
                  <a:lnTo>
                    <a:pt x="812737" y="4678296"/>
                  </a:lnTo>
                  <a:lnTo>
                    <a:pt x="812830" y="4678296"/>
                  </a:lnTo>
                  <a:lnTo>
                    <a:pt x="812924" y="4678296"/>
                  </a:lnTo>
                  <a:lnTo>
                    <a:pt x="813017" y="4678296"/>
                  </a:lnTo>
                  <a:lnTo>
                    <a:pt x="813110" y="4678296"/>
                  </a:lnTo>
                  <a:lnTo>
                    <a:pt x="813203" y="4678296"/>
                  </a:lnTo>
                  <a:lnTo>
                    <a:pt x="813297" y="4678296"/>
                  </a:lnTo>
                  <a:lnTo>
                    <a:pt x="813390" y="4678296"/>
                  </a:lnTo>
                  <a:lnTo>
                    <a:pt x="813483" y="4678296"/>
                  </a:lnTo>
                  <a:lnTo>
                    <a:pt x="813576" y="4678296"/>
                  </a:lnTo>
                  <a:lnTo>
                    <a:pt x="813670" y="4678296"/>
                  </a:lnTo>
                  <a:lnTo>
                    <a:pt x="813763" y="4678296"/>
                  </a:lnTo>
                  <a:lnTo>
                    <a:pt x="813856" y="4678296"/>
                  </a:lnTo>
                  <a:lnTo>
                    <a:pt x="813949" y="4678296"/>
                  </a:lnTo>
                  <a:lnTo>
                    <a:pt x="814043" y="4678296"/>
                  </a:lnTo>
                  <a:lnTo>
                    <a:pt x="814136" y="4678296"/>
                  </a:lnTo>
                  <a:lnTo>
                    <a:pt x="814229" y="4678296"/>
                  </a:lnTo>
                  <a:lnTo>
                    <a:pt x="814322" y="4678296"/>
                  </a:lnTo>
                  <a:lnTo>
                    <a:pt x="814416" y="4678296"/>
                  </a:lnTo>
                  <a:lnTo>
                    <a:pt x="814509" y="4678296"/>
                  </a:lnTo>
                  <a:lnTo>
                    <a:pt x="814602" y="4678296"/>
                  </a:lnTo>
                  <a:lnTo>
                    <a:pt x="814695" y="4678296"/>
                  </a:lnTo>
                  <a:lnTo>
                    <a:pt x="814789" y="4678296"/>
                  </a:lnTo>
                  <a:lnTo>
                    <a:pt x="814882" y="4678296"/>
                  </a:lnTo>
                  <a:lnTo>
                    <a:pt x="814975" y="4678296"/>
                  </a:lnTo>
                  <a:lnTo>
                    <a:pt x="815068" y="4678296"/>
                  </a:lnTo>
                  <a:lnTo>
                    <a:pt x="815162" y="4678296"/>
                  </a:lnTo>
                  <a:lnTo>
                    <a:pt x="815255" y="4678296"/>
                  </a:lnTo>
                  <a:lnTo>
                    <a:pt x="815348" y="4678296"/>
                  </a:lnTo>
                  <a:lnTo>
                    <a:pt x="815441" y="4678296"/>
                  </a:lnTo>
                  <a:lnTo>
                    <a:pt x="815535" y="4678296"/>
                  </a:lnTo>
                  <a:lnTo>
                    <a:pt x="815628" y="4678296"/>
                  </a:lnTo>
                  <a:lnTo>
                    <a:pt x="815721" y="4678296"/>
                  </a:lnTo>
                  <a:lnTo>
                    <a:pt x="815814" y="4678296"/>
                  </a:lnTo>
                  <a:lnTo>
                    <a:pt x="815908" y="4678296"/>
                  </a:lnTo>
                  <a:lnTo>
                    <a:pt x="816001" y="4678296"/>
                  </a:lnTo>
                  <a:lnTo>
                    <a:pt x="816094" y="4678296"/>
                  </a:lnTo>
                  <a:lnTo>
                    <a:pt x="816187" y="4678296"/>
                  </a:lnTo>
                  <a:lnTo>
                    <a:pt x="816281" y="4678296"/>
                  </a:lnTo>
                  <a:lnTo>
                    <a:pt x="816374" y="4678296"/>
                  </a:lnTo>
                  <a:lnTo>
                    <a:pt x="816467" y="4678296"/>
                  </a:lnTo>
                  <a:lnTo>
                    <a:pt x="816560" y="4678296"/>
                  </a:lnTo>
                  <a:lnTo>
                    <a:pt x="816654" y="4678296"/>
                  </a:lnTo>
                  <a:lnTo>
                    <a:pt x="816747" y="4678296"/>
                  </a:lnTo>
                  <a:lnTo>
                    <a:pt x="816840" y="4678296"/>
                  </a:lnTo>
                  <a:lnTo>
                    <a:pt x="816933" y="4678296"/>
                  </a:lnTo>
                  <a:lnTo>
                    <a:pt x="817027" y="4678296"/>
                  </a:lnTo>
                  <a:lnTo>
                    <a:pt x="817120" y="4678296"/>
                  </a:lnTo>
                  <a:lnTo>
                    <a:pt x="817213" y="4678296"/>
                  </a:lnTo>
                  <a:lnTo>
                    <a:pt x="817306" y="4678296"/>
                  </a:lnTo>
                  <a:lnTo>
                    <a:pt x="817400" y="4678296"/>
                  </a:lnTo>
                  <a:lnTo>
                    <a:pt x="817493" y="4678296"/>
                  </a:lnTo>
                  <a:lnTo>
                    <a:pt x="817586" y="4678296"/>
                  </a:lnTo>
                  <a:lnTo>
                    <a:pt x="817679" y="4678296"/>
                  </a:lnTo>
                  <a:lnTo>
                    <a:pt x="817773" y="4678296"/>
                  </a:lnTo>
                  <a:lnTo>
                    <a:pt x="817866" y="4678296"/>
                  </a:lnTo>
                  <a:lnTo>
                    <a:pt x="817959" y="4678296"/>
                  </a:lnTo>
                  <a:lnTo>
                    <a:pt x="818052" y="4678296"/>
                  </a:lnTo>
                  <a:lnTo>
                    <a:pt x="818146" y="4678296"/>
                  </a:lnTo>
                  <a:lnTo>
                    <a:pt x="818239" y="4678296"/>
                  </a:lnTo>
                  <a:lnTo>
                    <a:pt x="818332" y="4678296"/>
                  </a:lnTo>
                  <a:lnTo>
                    <a:pt x="818425" y="4678296"/>
                  </a:lnTo>
                  <a:lnTo>
                    <a:pt x="818519" y="4678296"/>
                  </a:lnTo>
                  <a:lnTo>
                    <a:pt x="818612" y="4678296"/>
                  </a:lnTo>
                  <a:lnTo>
                    <a:pt x="818705" y="4678296"/>
                  </a:lnTo>
                  <a:lnTo>
                    <a:pt x="818798" y="4678296"/>
                  </a:lnTo>
                  <a:lnTo>
                    <a:pt x="818891" y="4678296"/>
                  </a:lnTo>
                  <a:lnTo>
                    <a:pt x="818985" y="4678296"/>
                  </a:lnTo>
                  <a:lnTo>
                    <a:pt x="819078" y="4678296"/>
                  </a:lnTo>
                  <a:lnTo>
                    <a:pt x="819171" y="4678296"/>
                  </a:lnTo>
                  <a:lnTo>
                    <a:pt x="819264" y="4678296"/>
                  </a:lnTo>
                  <a:lnTo>
                    <a:pt x="819358" y="4678296"/>
                  </a:lnTo>
                  <a:lnTo>
                    <a:pt x="819451" y="4678296"/>
                  </a:lnTo>
                  <a:lnTo>
                    <a:pt x="819544" y="4678296"/>
                  </a:lnTo>
                  <a:lnTo>
                    <a:pt x="819637" y="4678296"/>
                  </a:lnTo>
                  <a:lnTo>
                    <a:pt x="819731" y="4678296"/>
                  </a:lnTo>
                  <a:lnTo>
                    <a:pt x="819824" y="4678296"/>
                  </a:lnTo>
                  <a:lnTo>
                    <a:pt x="819917" y="4678296"/>
                  </a:lnTo>
                  <a:lnTo>
                    <a:pt x="820010" y="4678296"/>
                  </a:lnTo>
                  <a:lnTo>
                    <a:pt x="820010" y="4668342"/>
                  </a:lnTo>
                  <a:lnTo>
                    <a:pt x="820104" y="4668342"/>
                  </a:lnTo>
                  <a:lnTo>
                    <a:pt x="820197" y="4668342"/>
                  </a:lnTo>
                  <a:lnTo>
                    <a:pt x="820290" y="4668342"/>
                  </a:lnTo>
                  <a:lnTo>
                    <a:pt x="820383" y="4668342"/>
                  </a:lnTo>
                  <a:lnTo>
                    <a:pt x="820477" y="4668342"/>
                  </a:lnTo>
                  <a:lnTo>
                    <a:pt x="820570" y="4668342"/>
                  </a:lnTo>
                  <a:lnTo>
                    <a:pt x="820663" y="4668342"/>
                  </a:lnTo>
                  <a:lnTo>
                    <a:pt x="820756" y="4668342"/>
                  </a:lnTo>
                  <a:lnTo>
                    <a:pt x="820850" y="4668342"/>
                  </a:lnTo>
                  <a:lnTo>
                    <a:pt x="820943" y="4668342"/>
                  </a:lnTo>
                  <a:lnTo>
                    <a:pt x="820943" y="4658388"/>
                  </a:lnTo>
                  <a:lnTo>
                    <a:pt x="821036" y="4658388"/>
                  </a:lnTo>
                  <a:lnTo>
                    <a:pt x="821129" y="4658388"/>
                  </a:lnTo>
                  <a:lnTo>
                    <a:pt x="821223" y="4658388"/>
                  </a:lnTo>
                  <a:lnTo>
                    <a:pt x="821316" y="4658388"/>
                  </a:lnTo>
                  <a:lnTo>
                    <a:pt x="821409" y="4658388"/>
                  </a:lnTo>
                  <a:lnTo>
                    <a:pt x="821502" y="4658388"/>
                  </a:lnTo>
                  <a:lnTo>
                    <a:pt x="821596" y="4658388"/>
                  </a:lnTo>
                  <a:lnTo>
                    <a:pt x="821689" y="4658388"/>
                  </a:lnTo>
                  <a:lnTo>
                    <a:pt x="821782" y="4658388"/>
                  </a:lnTo>
                  <a:lnTo>
                    <a:pt x="821875" y="4658388"/>
                  </a:lnTo>
                  <a:lnTo>
                    <a:pt x="821969" y="4658388"/>
                  </a:lnTo>
                  <a:lnTo>
                    <a:pt x="822062" y="4658388"/>
                  </a:lnTo>
                  <a:lnTo>
                    <a:pt x="822155" y="4658388"/>
                  </a:lnTo>
                  <a:lnTo>
                    <a:pt x="822248" y="4658388"/>
                  </a:lnTo>
                  <a:lnTo>
                    <a:pt x="822342" y="4658388"/>
                  </a:lnTo>
                  <a:lnTo>
                    <a:pt x="822435" y="4658388"/>
                  </a:lnTo>
                  <a:lnTo>
                    <a:pt x="822528" y="4658388"/>
                  </a:lnTo>
                  <a:lnTo>
                    <a:pt x="822621" y="4658388"/>
                  </a:lnTo>
                  <a:lnTo>
                    <a:pt x="822715" y="4658388"/>
                  </a:lnTo>
                  <a:lnTo>
                    <a:pt x="822808" y="4658388"/>
                  </a:lnTo>
                  <a:lnTo>
                    <a:pt x="822901" y="4658388"/>
                  </a:lnTo>
                  <a:lnTo>
                    <a:pt x="822994" y="4658388"/>
                  </a:lnTo>
                  <a:lnTo>
                    <a:pt x="823088" y="4658388"/>
                  </a:lnTo>
                  <a:lnTo>
                    <a:pt x="823181" y="4658388"/>
                  </a:lnTo>
                  <a:lnTo>
                    <a:pt x="823274" y="4658388"/>
                  </a:lnTo>
                  <a:lnTo>
                    <a:pt x="823367" y="4658388"/>
                  </a:lnTo>
                  <a:lnTo>
                    <a:pt x="823461" y="4658388"/>
                  </a:lnTo>
                  <a:lnTo>
                    <a:pt x="823554" y="4658388"/>
                  </a:lnTo>
                  <a:lnTo>
                    <a:pt x="823647" y="4658388"/>
                  </a:lnTo>
                  <a:lnTo>
                    <a:pt x="823740" y="4658388"/>
                  </a:lnTo>
                  <a:lnTo>
                    <a:pt x="823834" y="4658388"/>
                  </a:lnTo>
                  <a:lnTo>
                    <a:pt x="823927" y="4658388"/>
                  </a:lnTo>
                  <a:lnTo>
                    <a:pt x="824020" y="4658388"/>
                  </a:lnTo>
                  <a:lnTo>
                    <a:pt x="824113" y="4658388"/>
                  </a:lnTo>
                  <a:lnTo>
                    <a:pt x="824207" y="4658388"/>
                  </a:lnTo>
                  <a:lnTo>
                    <a:pt x="824207" y="4648435"/>
                  </a:lnTo>
                  <a:lnTo>
                    <a:pt x="824300" y="4648435"/>
                  </a:lnTo>
                  <a:lnTo>
                    <a:pt x="824393" y="4648435"/>
                  </a:lnTo>
                  <a:lnTo>
                    <a:pt x="824486" y="4648435"/>
                  </a:lnTo>
                  <a:lnTo>
                    <a:pt x="824580" y="4648435"/>
                  </a:lnTo>
                  <a:lnTo>
                    <a:pt x="824673" y="4648435"/>
                  </a:lnTo>
                  <a:lnTo>
                    <a:pt x="824766" y="4648435"/>
                  </a:lnTo>
                  <a:lnTo>
                    <a:pt x="824859" y="4648435"/>
                  </a:lnTo>
                  <a:lnTo>
                    <a:pt x="824953" y="4648435"/>
                  </a:lnTo>
                  <a:lnTo>
                    <a:pt x="825046" y="4648435"/>
                  </a:lnTo>
                  <a:lnTo>
                    <a:pt x="825139" y="4648435"/>
                  </a:lnTo>
                  <a:lnTo>
                    <a:pt x="825232" y="4648435"/>
                  </a:lnTo>
                  <a:lnTo>
                    <a:pt x="825326" y="4648435"/>
                  </a:lnTo>
                  <a:lnTo>
                    <a:pt x="825419" y="4648435"/>
                  </a:lnTo>
                  <a:lnTo>
                    <a:pt x="825512" y="4648435"/>
                  </a:lnTo>
                  <a:lnTo>
                    <a:pt x="825605" y="4648435"/>
                  </a:lnTo>
                  <a:lnTo>
                    <a:pt x="825698" y="4648435"/>
                  </a:lnTo>
                  <a:lnTo>
                    <a:pt x="825792" y="4648435"/>
                  </a:lnTo>
                  <a:lnTo>
                    <a:pt x="825885" y="4648435"/>
                  </a:lnTo>
                  <a:lnTo>
                    <a:pt x="825978" y="4648435"/>
                  </a:lnTo>
                  <a:lnTo>
                    <a:pt x="826071" y="4648435"/>
                  </a:lnTo>
                  <a:lnTo>
                    <a:pt x="826165" y="4648435"/>
                  </a:lnTo>
                  <a:lnTo>
                    <a:pt x="826258" y="4648435"/>
                  </a:lnTo>
                  <a:lnTo>
                    <a:pt x="826351" y="4648435"/>
                  </a:lnTo>
                  <a:lnTo>
                    <a:pt x="826444" y="4648435"/>
                  </a:lnTo>
                  <a:lnTo>
                    <a:pt x="826538" y="4648435"/>
                  </a:lnTo>
                  <a:lnTo>
                    <a:pt x="826631" y="4648435"/>
                  </a:lnTo>
                  <a:lnTo>
                    <a:pt x="826724" y="4648435"/>
                  </a:lnTo>
                  <a:lnTo>
                    <a:pt x="826817" y="4648435"/>
                  </a:lnTo>
                  <a:lnTo>
                    <a:pt x="826911" y="4648435"/>
                  </a:lnTo>
                  <a:lnTo>
                    <a:pt x="827004" y="4648435"/>
                  </a:lnTo>
                  <a:lnTo>
                    <a:pt x="827097" y="4648435"/>
                  </a:lnTo>
                  <a:lnTo>
                    <a:pt x="827190" y="4648435"/>
                  </a:lnTo>
                  <a:lnTo>
                    <a:pt x="827284" y="4648435"/>
                  </a:lnTo>
                  <a:lnTo>
                    <a:pt x="827377" y="4648435"/>
                  </a:lnTo>
                  <a:lnTo>
                    <a:pt x="827470" y="4648435"/>
                  </a:lnTo>
                  <a:lnTo>
                    <a:pt x="827563" y="4648435"/>
                  </a:lnTo>
                  <a:lnTo>
                    <a:pt x="827657" y="4648435"/>
                  </a:lnTo>
                  <a:lnTo>
                    <a:pt x="827750" y="4648435"/>
                  </a:lnTo>
                  <a:lnTo>
                    <a:pt x="827843" y="4648435"/>
                  </a:lnTo>
                  <a:lnTo>
                    <a:pt x="827936" y="4648435"/>
                  </a:lnTo>
                  <a:lnTo>
                    <a:pt x="828030" y="4648435"/>
                  </a:lnTo>
                  <a:lnTo>
                    <a:pt x="828123" y="4648435"/>
                  </a:lnTo>
                  <a:lnTo>
                    <a:pt x="828216" y="4648435"/>
                  </a:lnTo>
                  <a:lnTo>
                    <a:pt x="828309" y="4648435"/>
                  </a:lnTo>
                  <a:lnTo>
                    <a:pt x="828403" y="4648435"/>
                  </a:lnTo>
                  <a:lnTo>
                    <a:pt x="828496" y="4648435"/>
                  </a:lnTo>
                  <a:lnTo>
                    <a:pt x="828589" y="4648435"/>
                  </a:lnTo>
                  <a:lnTo>
                    <a:pt x="828682" y="4648435"/>
                  </a:lnTo>
                  <a:lnTo>
                    <a:pt x="828776" y="4648435"/>
                  </a:lnTo>
                  <a:lnTo>
                    <a:pt x="828869" y="4648435"/>
                  </a:lnTo>
                  <a:lnTo>
                    <a:pt x="828962" y="4648435"/>
                  </a:lnTo>
                  <a:lnTo>
                    <a:pt x="829055" y="4648435"/>
                  </a:lnTo>
                  <a:lnTo>
                    <a:pt x="829149" y="4648435"/>
                  </a:lnTo>
                  <a:lnTo>
                    <a:pt x="829242" y="4648435"/>
                  </a:lnTo>
                  <a:lnTo>
                    <a:pt x="829335" y="4648435"/>
                  </a:lnTo>
                  <a:lnTo>
                    <a:pt x="829428" y="4648435"/>
                  </a:lnTo>
                  <a:lnTo>
                    <a:pt x="829522" y="4648435"/>
                  </a:lnTo>
                  <a:lnTo>
                    <a:pt x="829615" y="4648435"/>
                  </a:lnTo>
                  <a:lnTo>
                    <a:pt x="829708" y="4648435"/>
                  </a:lnTo>
                  <a:lnTo>
                    <a:pt x="829801" y="4648435"/>
                  </a:lnTo>
                  <a:lnTo>
                    <a:pt x="829895" y="4648435"/>
                  </a:lnTo>
                  <a:lnTo>
                    <a:pt x="829988" y="4648435"/>
                  </a:lnTo>
                  <a:lnTo>
                    <a:pt x="830081" y="4648435"/>
                  </a:lnTo>
                  <a:lnTo>
                    <a:pt x="830174" y="4648435"/>
                  </a:lnTo>
                  <a:lnTo>
                    <a:pt x="830268" y="4648435"/>
                  </a:lnTo>
                  <a:lnTo>
                    <a:pt x="830361" y="4648435"/>
                  </a:lnTo>
                  <a:lnTo>
                    <a:pt x="830454" y="4648435"/>
                  </a:lnTo>
                  <a:lnTo>
                    <a:pt x="830547" y="4648435"/>
                  </a:lnTo>
                  <a:lnTo>
                    <a:pt x="830641" y="4648435"/>
                  </a:lnTo>
                  <a:lnTo>
                    <a:pt x="830734" y="4648435"/>
                  </a:lnTo>
                  <a:lnTo>
                    <a:pt x="830827" y="4648435"/>
                  </a:lnTo>
                  <a:lnTo>
                    <a:pt x="830920" y="4648435"/>
                  </a:lnTo>
                  <a:lnTo>
                    <a:pt x="831014" y="4648435"/>
                  </a:lnTo>
                  <a:lnTo>
                    <a:pt x="831107" y="4648435"/>
                  </a:lnTo>
                  <a:lnTo>
                    <a:pt x="831200" y="4648435"/>
                  </a:lnTo>
                  <a:lnTo>
                    <a:pt x="831293" y="4648435"/>
                  </a:lnTo>
                  <a:lnTo>
                    <a:pt x="831387" y="4648435"/>
                  </a:lnTo>
                  <a:lnTo>
                    <a:pt x="831480" y="4648435"/>
                  </a:lnTo>
                  <a:lnTo>
                    <a:pt x="831573" y="4648435"/>
                  </a:lnTo>
                  <a:lnTo>
                    <a:pt x="831666" y="4648435"/>
                  </a:lnTo>
                  <a:lnTo>
                    <a:pt x="831760" y="4648435"/>
                  </a:lnTo>
                  <a:lnTo>
                    <a:pt x="831853" y="4648435"/>
                  </a:lnTo>
                  <a:lnTo>
                    <a:pt x="831946" y="4648435"/>
                  </a:lnTo>
                  <a:lnTo>
                    <a:pt x="832039" y="4648435"/>
                  </a:lnTo>
                  <a:lnTo>
                    <a:pt x="832133" y="4648435"/>
                  </a:lnTo>
                  <a:lnTo>
                    <a:pt x="832226" y="4648435"/>
                  </a:lnTo>
                  <a:lnTo>
                    <a:pt x="832319" y="4648435"/>
                  </a:lnTo>
                  <a:lnTo>
                    <a:pt x="832412" y="4648435"/>
                  </a:lnTo>
                  <a:lnTo>
                    <a:pt x="832506" y="4648435"/>
                  </a:lnTo>
                  <a:lnTo>
                    <a:pt x="832599" y="4648435"/>
                  </a:lnTo>
                  <a:lnTo>
                    <a:pt x="832692" y="4648435"/>
                  </a:lnTo>
                  <a:lnTo>
                    <a:pt x="832785" y="4648435"/>
                  </a:lnTo>
                  <a:lnTo>
                    <a:pt x="832878" y="4648435"/>
                  </a:lnTo>
                  <a:lnTo>
                    <a:pt x="832972" y="4648435"/>
                  </a:lnTo>
                  <a:lnTo>
                    <a:pt x="833065" y="4648435"/>
                  </a:lnTo>
                  <a:lnTo>
                    <a:pt x="833158" y="4648435"/>
                  </a:lnTo>
                  <a:lnTo>
                    <a:pt x="833251" y="4648435"/>
                  </a:lnTo>
                  <a:lnTo>
                    <a:pt x="833345" y="4648435"/>
                  </a:lnTo>
                  <a:lnTo>
                    <a:pt x="833438" y="4648435"/>
                  </a:lnTo>
                  <a:lnTo>
                    <a:pt x="833531" y="4648435"/>
                  </a:lnTo>
                  <a:lnTo>
                    <a:pt x="833624" y="4648435"/>
                  </a:lnTo>
                  <a:lnTo>
                    <a:pt x="833624" y="4638481"/>
                  </a:lnTo>
                  <a:lnTo>
                    <a:pt x="833718" y="4638481"/>
                  </a:lnTo>
                  <a:lnTo>
                    <a:pt x="833811" y="4638481"/>
                  </a:lnTo>
                  <a:lnTo>
                    <a:pt x="833904" y="4638481"/>
                  </a:lnTo>
                  <a:lnTo>
                    <a:pt x="833997" y="4638481"/>
                  </a:lnTo>
                  <a:lnTo>
                    <a:pt x="834091" y="4638481"/>
                  </a:lnTo>
                  <a:lnTo>
                    <a:pt x="834184" y="4638481"/>
                  </a:lnTo>
                  <a:lnTo>
                    <a:pt x="834277" y="4638481"/>
                  </a:lnTo>
                  <a:lnTo>
                    <a:pt x="834370" y="4638481"/>
                  </a:lnTo>
                  <a:lnTo>
                    <a:pt x="834464" y="4638481"/>
                  </a:lnTo>
                  <a:lnTo>
                    <a:pt x="834557" y="4638481"/>
                  </a:lnTo>
                  <a:lnTo>
                    <a:pt x="834650" y="4638481"/>
                  </a:lnTo>
                  <a:lnTo>
                    <a:pt x="834743" y="4638481"/>
                  </a:lnTo>
                  <a:lnTo>
                    <a:pt x="834837" y="4638481"/>
                  </a:lnTo>
                  <a:lnTo>
                    <a:pt x="834930" y="4638481"/>
                  </a:lnTo>
                  <a:lnTo>
                    <a:pt x="835023" y="4638481"/>
                  </a:lnTo>
                  <a:lnTo>
                    <a:pt x="835116" y="4638481"/>
                  </a:lnTo>
                  <a:lnTo>
                    <a:pt x="835210" y="4638481"/>
                  </a:lnTo>
                  <a:lnTo>
                    <a:pt x="835303" y="4638481"/>
                  </a:lnTo>
                  <a:lnTo>
                    <a:pt x="835396" y="4638481"/>
                  </a:lnTo>
                  <a:lnTo>
                    <a:pt x="835489" y="4638481"/>
                  </a:lnTo>
                  <a:lnTo>
                    <a:pt x="835583" y="4638481"/>
                  </a:lnTo>
                  <a:lnTo>
                    <a:pt x="835676" y="4638481"/>
                  </a:lnTo>
                  <a:lnTo>
                    <a:pt x="835769" y="4638481"/>
                  </a:lnTo>
                  <a:lnTo>
                    <a:pt x="835862" y="4638481"/>
                  </a:lnTo>
                  <a:lnTo>
                    <a:pt x="835956" y="4638481"/>
                  </a:lnTo>
                  <a:lnTo>
                    <a:pt x="836049" y="4638481"/>
                  </a:lnTo>
                  <a:lnTo>
                    <a:pt x="836142" y="4638481"/>
                  </a:lnTo>
                  <a:lnTo>
                    <a:pt x="836235" y="4638481"/>
                  </a:lnTo>
                  <a:lnTo>
                    <a:pt x="836329" y="4638481"/>
                  </a:lnTo>
                  <a:lnTo>
                    <a:pt x="836422" y="4638481"/>
                  </a:lnTo>
                  <a:lnTo>
                    <a:pt x="836515" y="4638481"/>
                  </a:lnTo>
                  <a:lnTo>
                    <a:pt x="836608" y="4638481"/>
                  </a:lnTo>
                  <a:lnTo>
                    <a:pt x="836702" y="4638481"/>
                  </a:lnTo>
                  <a:lnTo>
                    <a:pt x="836795" y="4638481"/>
                  </a:lnTo>
                  <a:lnTo>
                    <a:pt x="836888" y="4638481"/>
                  </a:lnTo>
                  <a:lnTo>
                    <a:pt x="836981" y="4638481"/>
                  </a:lnTo>
                  <a:lnTo>
                    <a:pt x="837075" y="4638481"/>
                  </a:lnTo>
                  <a:lnTo>
                    <a:pt x="837168" y="4638481"/>
                  </a:lnTo>
                  <a:lnTo>
                    <a:pt x="837261" y="4638481"/>
                  </a:lnTo>
                  <a:lnTo>
                    <a:pt x="837354" y="4638481"/>
                  </a:lnTo>
                  <a:lnTo>
                    <a:pt x="837448" y="4638481"/>
                  </a:lnTo>
                  <a:lnTo>
                    <a:pt x="837541" y="4638481"/>
                  </a:lnTo>
                  <a:lnTo>
                    <a:pt x="837634" y="4638481"/>
                  </a:lnTo>
                  <a:lnTo>
                    <a:pt x="837727" y="4638481"/>
                  </a:lnTo>
                  <a:lnTo>
                    <a:pt x="837821" y="4638481"/>
                  </a:lnTo>
                  <a:lnTo>
                    <a:pt x="837914" y="4638481"/>
                  </a:lnTo>
                  <a:lnTo>
                    <a:pt x="838007" y="4638481"/>
                  </a:lnTo>
                  <a:lnTo>
                    <a:pt x="838100" y="4638481"/>
                  </a:lnTo>
                  <a:lnTo>
                    <a:pt x="838194" y="4638481"/>
                  </a:lnTo>
                  <a:lnTo>
                    <a:pt x="838287" y="4638481"/>
                  </a:lnTo>
                  <a:lnTo>
                    <a:pt x="838380" y="4638481"/>
                  </a:lnTo>
                  <a:lnTo>
                    <a:pt x="838473" y="4638481"/>
                  </a:lnTo>
                  <a:lnTo>
                    <a:pt x="838567" y="4638481"/>
                  </a:lnTo>
                  <a:lnTo>
                    <a:pt x="838660" y="4638481"/>
                  </a:lnTo>
                  <a:lnTo>
                    <a:pt x="838753" y="4638481"/>
                  </a:lnTo>
                  <a:lnTo>
                    <a:pt x="838846" y="4638481"/>
                  </a:lnTo>
                  <a:lnTo>
                    <a:pt x="838940" y="4638481"/>
                  </a:lnTo>
                  <a:lnTo>
                    <a:pt x="839033" y="4638481"/>
                  </a:lnTo>
                  <a:lnTo>
                    <a:pt x="839126" y="4638481"/>
                  </a:lnTo>
                  <a:lnTo>
                    <a:pt x="839219" y="4638481"/>
                  </a:lnTo>
                  <a:lnTo>
                    <a:pt x="839313" y="4638481"/>
                  </a:lnTo>
                  <a:lnTo>
                    <a:pt x="839406" y="4638481"/>
                  </a:lnTo>
                  <a:lnTo>
                    <a:pt x="839499" y="4638481"/>
                  </a:lnTo>
                  <a:lnTo>
                    <a:pt x="839592" y="4638481"/>
                  </a:lnTo>
                  <a:lnTo>
                    <a:pt x="839685" y="4638481"/>
                  </a:lnTo>
                  <a:lnTo>
                    <a:pt x="839779" y="4638481"/>
                  </a:lnTo>
                  <a:lnTo>
                    <a:pt x="839872" y="4638481"/>
                  </a:lnTo>
                  <a:lnTo>
                    <a:pt x="839965" y="4638481"/>
                  </a:lnTo>
                  <a:lnTo>
                    <a:pt x="840058" y="4638481"/>
                  </a:lnTo>
                  <a:lnTo>
                    <a:pt x="840152" y="4638481"/>
                  </a:lnTo>
                  <a:lnTo>
                    <a:pt x="840245" y="4638481"/>
                  </a:lnTo>
                  <a:lnTo>
                    <a:pt x="840338" y="4638481"/>
                  </a:lnTo>
                  <a:lnTo>
                    <a:pt x="840431" y="4638481"/>
                  </a:lnTo>
                  <a:lnTo>
                    <a:pt x="840431" y="4628527"/>
                  </a:lnTo>
                  <a:lnTo>
                    <a:pt x="840525" y="4628527"/>
                  </a:lnTo>
                  <a:lnTo>
                    <a:pt x="840618" y="4628527"/>
                  </a:lnTo>
                  <a:lnTo>
                    <a:pt x="840711" y="4628527"/>
                  </a:lnTo>
                  <a:lnTo>
                    <a:pt x="840804" y="4628527"/>
                  </a:lnTo>
                  <a:lnTo>
                    <a:pt x="840898" y="4628527"/>
                  </a:lnTo>
                  <a:lnTo>
                    <a:pt x="840991" y="4628527"/>
                  </a:lnTo>
                  <a:lnTo>
                    <a:pt x="841084" y="4628527"/>
                  </a:lnTo>
                  <a:lnTo>
                    <a:pt x="841177" y="4628527"/>
                  </a:lnTo>
                  <a:lnTo>
                    <a:pt x="841271" y="4628527"/>
                  </a:lnTo>
                  <a:lnTo>
                    <a:pt x="841364" y="4628527"/>
                  </a:lnTo>
                  <a:lnTo>
                    <a:pt x="841457" y="4628527"/>
                  </a:lnTo>
                  <a:lnTo>
                    <a:pt x="841550" y="4628527"/>
                  </a:lnTo>
                  <a:lnTo>
                    <a:pt x="841644" y="4628527"/>
                  </a:lnTo>
                  <a:lnTo>
                    <a:pt x="841737" y="4628527"/>
                  </a:lnTo>
                  <a:lnTo>
                    <a:pt x="841830" y="4628527"/>
                  </a:lnTo>
                  <a:lnTo>
                    <a:pt x="841923" y="4628527"/>
                  </a:lnTo>
                  <a:lnTo>
                    <a:pt x="841923" y="4618573"/>
                  </a:lnTo>
                  <a:lnTo>
                    <a:pt x="842017" y="4618573"/>
                  </a:lnTo>
                  <a:lnTo>
                    <a:pt x="842110" y="4618573"/>
                  </a:lnTo>
                  <a:lnTo>
                    <a:pt x="842203" y="4618573"/>
                  </a:lnTo>
                  <a:lnTo>
                    <a:pt x="842296" y="4618573"/>
                  </a:lnTo>
                  <a:lnTo>
                    <a:pt x="842390" y="4618573"/>
                  </a:lnTo>
                  <a:lnTo>
                    <a:pt x="842483" y="4618573"/>
                  </a:lnTo>
                  <a:lnTo>
                    <a:pt x="842576" y="4618573"/>
                  </a:lnTo>
                  <a:lnTo>
                    <a:pt x="842669" y="4618573"/>
                  </a:lnTo>
                  <a:lnTo>
                    <a:pt x="842763" y="4618573"/>
                  </a:lnTo>
                  <a:lnTo>
                    <a:pt x="842856" y="4618573"/>
                  </a:lnTo>
                  <a:lnTo>
                    <a:pt x="842949" y="4618573"/>
                  </a:lnTo>
                  <a:lnTo>
                    <a:pt x="843042" y="4618573"/>
                  </a:lnTo>
                  <a:lnTo>
                    <a:pt x="843136" y="4618573"/>
                  </a:lnTo>
                  <a:lnTo>
                    <a:pt x="843229" y="4618573"/>
                  </a:lnTo>
                  <a:lnTo>
                    <a:pt x="843322" y="4618573"/>
                  </a:lnTo>
                  <a:lnTo>
                    <a:pt x="843415" y="4618573"/>
                  </a:lnTo>
                  <a:lnTo>
                    <a:pt x="843509" y="4618573"/>
                  </a:lnTo>
                  <a:lnTo>
                    <a:pt x="843602" y="4618573"/>
                  </a:lnTo>
                  <a:lnTo>
                    <a:pt x="843695" y="4618573"/>
                  </a:lnTo>
                  <a:lnTo>
                    <a:pt x="843788" y="4618573"/>
                  </a:lnTo>
                  <a:lnTo>
                    <a:pt x="843882" y="4618573"/>
                  </a:lnTo>
                  <a:lnTo>
                    <a:pt x="843975" y="4618573"/>
                  </a:lnTo>
                  <a:lnTo>
                    <a:pt x="844068" y="4618573"/>
                  </a:lnTo>
                  <a:lnTo>
                    <a:pt x="844161" y="4618573"/>
                  </a:lnTo>
                  <a:lnTo>
                    <a:pt x="844255" y="4618573"/>
                  </a:lnTo>
                  <a:lnTo>
                    <a:pt x="844348" y="4618573"/>
                  </a:lnTo>
                  <a:lnTo>
                    <a:pt x="844441" y="4618573"/>
                  </a:lnTo>
                  <a:lnTo>
                    <a:pt x="844534" y="4618573"/>
                  </a:lnTo>
                  <a:lnTo>
                    <a:pt x="844628" y="4618573"/>
                  </a:lnTo>
                  <a:lnTo>
                    <a:pt x="844721" y="4618573"/>
                  </a:lnTo>
                  <a:lnTo>
                    <a:pt x="844814" y="4618573"/>
                  </a:lnTo>
                  <a:lnTo>
                    <a:pt x="844907" y="4618573"/>
                  </a:lnTo>
                  <a:lnTo>
                    <a:pt x="845001" y="4618573"/>
                  </a:lnTo>
                  <a:lnTo>
                    <a:pt x="845094" y="4618573"/>
                  </a:lnTo>
                  <a:lnTo>
                    <a:pt x="845187" y="4618573"/>
                  </a:lnTo>
                  <a:lnTo>
                    <a:pt x="845280" y="4618573"/>
                  </a:lnTo>
                  <a:lnTo>
                    <a:pt x="845374" y="4618573"/>
                  </a:lnTo>
                  <a:lnTo>
                    <a:pt x="845467" y="4618573"/>
                  </a:lnTo>
                  <a:lnTo>
                    <a:pt x="845560" y="4618573"/>
                  </a:lnTo>
                  <a:lnTo>
                    <a:pt x="845653" y="4618573"/>
                  </a:lnTo>
                  <a:lnTo>
                    <a:pt x="845747" y="4618573"/>
                  </a:lnTo>
                  <a:lnTo>
                    <a:pt x="845840" y="4618573"/>
                  </a:lnTo>
                  <a:lnTo>
                    <a:pt x="845933" y="4618573"/>
                  </a:lnTo>
                  <a:lnTo>
                    <a:pt x="846026" y="4618573"/>
                  </a:lnTo>
                  <a:lnTo>
                    <a:pt x="846120" y="4618573"/>
                  </a:lnTo>
                  <a:lnTo>
                    <a:pt x="846213" y="4618573"/>
                  </a:lnTo>
                  <a:lnTo>
                    <a:pt x="846306" y="4618573"/>
                  </a:lnTo>
                  <a:lnTo>
                    <a:pt x="846399" y="4618573"/>
                  </a:lnTo>
                  <a:lnTo>
                    <a:pt x="846492" y="4618573"/>
                  </a:lnTo>
                  <a:lnTo>
                    <a:pt x="846586" y="4618573"/>
                  </a:lnTo>
                  <a:lnTo>
                    <a:pt x="846679" y="4618573"/>
                  </a:lnTo>
                  <a:lnTo>
                    <a:pt x="846772" y="4618573"/>
                  </a:lnTo>
                  <a:lnTo>
                    <a:pt x="846865" y="4618573"/>
                  </a:lnTo>
                  <a:lnTo>
                    <a:pt x="846959" y="4618573"/>
                  </a:lnTo>
                  <a:lnTo>
                    <a:pt x="847052" y="4618573"/>
                  </a:lnTo>
                  <a:lnTo>
                    <a:pt x="847145" y="4618573"/>
                  </a:lnTo>
                  <a:lnTo>
                    <a:pt x="847238" y="4618573"/>
                  </a:lnTo>
                  <a:lnTo>
                    <a:pt x="847332" y="4618573"/>
                  </a:lnTo>
                  <a:lnTo>
                    <a:pt x="847425" y="4618573"/>
                  </a:lnTo>
                  <a:lnTo>
                    <a:pt x="847518" y="4618573"/>
                  </a:lnTo>
                  <a:lnTo>
                    <a:pt x="847611" y="4618573"/>
                  </a:lnTo>
                  <a:lnTo>
                    <a:pt x="847705" y="4618573"/>
                  </a:lnTo>
                  <a:lnTo>
                    <a:pt x="847798" y="4618573"/>
                  </a:lnTo>
                  <a:lnTo>
                    <a:pt x="847891" y="4618573"/>
                  </a:lnTo>
                  <a:lnTo>
                    <a:pt x="847984" y="4618573"/>
                  </a:lnTo>
                  <a:lnTo>
                    <a:pt x="848078" y="4618573"/>
                  </a:lnTo>
                  <a:lnTo>
                    <a:pt x="848171" y="4618573"/>
                  </a:lnTo>
                  <a:lnTo>
                    <a:pt x="848264" y="4618573"/>
                  </a:lnTo>
                  <a:lnTo>
                    <a:pt x="848357" y="4618573"/>
                  </a:lnTo>
                  <a:lnTo>
                    <a:pt x="848451" y="4618573"/>
                  </a:lnTo>
                  <a:lnTo>
                    <a:pt x="848544" y="4618573"/>
                  </a:lnTo>
                  <a:lnTo>
                    <a:pt x="848637" y="4618573"/>
                  </a:lnTo>
                  <a:lnTo>
                    <a:pt x="848730" y="4618573"/>
                  </a:lnTo>
                  <a:lnTo>
                    <a:pt x="848824" y="4618573"/>
                  </a:lnTo>
                  <a:lnTo>
                    <a:pt x="848917" y="4618573"/>
                  </a:lnTo>
                  <a:lnTo>
                    <a:pt x="849010" y="4618573"/>
                  </a:lnTo>
                  <a:lnTo>
                    <a:pt x="849103" y="4618573"/>
                  </a:lnTo>
                  <a:lnTo>
                    <a:pt x="849197" y="4618573"/>
                  </a:lnTo>
                  <a:lnTo>
                    <a:pt x="849290" y="4618573"/>
                  </a:lnTo>
                  <a:lnTo>
                    <a:pt x="849383" y="4618573"/>
                  </a:lnTo>
                  <a:lnTo>
                    <a:pt x="849476" y="4618573"/>
                  </a:lnTo>
                  <a:lnTo>
                    <a:pt x="849570" y="4618573"/>
                  </a:lnTo>
                  <a:lnTo>
                    <a:pt x="849663" y="4618573"/>
                  </a:lnTo>
                  <a:lnTo>
                    <a:pt x="849756" y="4618573"/>
                  </a:lnTo>
                  <a:lnTo>
                    <a:pt x="849849" y="4618573"/>
                  </a:lnTo>
                  <a:lnTo>
                    <a:pt x="849943" y="4618573"/>
                  </a:lnTo>
                  <a:lnTo>
                    <a:pt x="850036" y="4618573"/>
                  </a:lnTo>
                  <a:lnTo>
                    <a:pt x="850129" y="4618573"/>
                  </a:lnTo>
                  <a:lnTo>
                    <a:pt x="850222" y="4618573"/>
                  </a:lnTo>
                  <a:lnTo>
                    <a:pt x="850316" y="4618573"/>
                  </a:lnTo>
                  <a:lnTo>
                    <a:pt x="850409" y="4618573"/>
                  </a:lnTo>
                  <a:lnTo>
                    <a:pt x="850502" y="4618573"/>
                  </a:lnTo>
                  <a:lnTo>
                    <a:pt x="850595" y="4618573"/>
                  </a:lnTo>
                  <a:lnTo>
                    <a:pt x="850689" y="4618573"/>
                  </a:lnTo>
                  <a:lnTo>
                    <a:pt x="850782" y="4618573"/>
                  </a:lnTo>
                  <a:lnTo>
                    <a:pt x="850875" y="4618573"/>
                  </a:lnTo>
                  <a:lnTo>
                    <a:pt x="850875" y="4608619"/>
                  </a:lnTo>
                  <a:lnTo>
                    <a:pt x="850968" y="4608619"/>
                  </a:lnTo>
                  <a:lnTo>
                    <a:pt x="851062" y="4608619"/>
                  </a:lnTo>
                  <a:lnTo>
                    <a:pt x="851155" y="4608619"/>
                  </a:lnTo>
                  <a:lnTo>
                    <a:pt x="851248" y="4608619"/>
                  </a:lnTo>
                  <a:lnTo>
                    <a:pt x="851341" y="4608619"/>
                  </a:lnTo>
                  <a:lnTo>
                    <a:pt x="851435" y="4608619"/>
                  </a:lnTo>
                  <a:lnTo>
                    <a:pt x="851528" y="4608619"/>
                  </a:lnTo>
                  <a:lnTo>
                    <a:pt x="851621" y="4608619"/>
                  </a:lnTo>
                  <a:lnTo>
                    <a:pt x="851714" y="4608619"/>
                  </a:lnTo>
                  <a:lnTo>
                    <a:pt x="851808" y="4608619"/>
                  </a:lnTo>
                  <a:lnTo>
                    <a:pt x="851901" y="4608619"/>
                  </a:lnTo>
                  <a:lnTo>
                    <a:pt x="851994" y="4608619"/>
                  </a:lnTo>
                  <a:lnTo>
                    <a:pt x="851994" y="4598666"/>
                  </a:lnTo>
                  <a:lnTo>
                    <a:pt x="852087" y="4598666"/>
                  </a:lnTo>
                  <a:lnTo>
                    <a:pt x="852181" y="4598666"/>
                  </a:lnTo>
                  <a:lnTo>
                    <a:pt x="852274" y="4598666"/>
                  </a:lnTo>
                  <a:lnTo>
                    <a:pt x="852367" y="4598666"/>
                  </a:lnTo>
                  <a:lnTo>
                    <a:pt x="852460" y="4598666"/>
                  </a:lnTo>
                  <a:lnTo>
                    <a:pt x="852554" y="4598666"/>
                  </a:lnTo>
                  <a:lnTo>
                    <a:pt x="852647" y="4598666"/>
                  </a:lnTo>
                  <a:lnTo>
                    <a:pt x="852740" y="4598666"/>
                  </a:lnTo>
                  <a:lnTo>
                    <a:pt x="852833" y="4598666"/>
                  </a:lnTo>
                  <a:lnTo>
                    <a:pt x="852927" y="4598666"/>
                  </a:lnTo>
                  <a:lnTo>
                    <a:pt x="853020" y="4598666"/>
                  </a:lnTo>
                  <a:lnTo>
                    <a:pt x="853113" y="4598666"/>
                  </a:lnTo>
                  <a:lnTo>
                    <a:pt x="853206" y="4598666"/>
                  </a:lnTo>
                  <a:lnTo>
                    <a:pt x="853300" y="4598666"/>
                  </a:lnTo>
                  <a:lnTo>
                    <a:pt x="853393" y="4598666"/>
                  </a:lnTo>
                  <a:lnTo>
                    <a:pt x="853486" y="4598666"/>
                  </a:lnTo>
                  <a:lnTo>
                    <a:pt x="853579" y="4598666"/>
                  </a:lnTo>
                  <a:lnTo>
                    <a:pt x="853672" y="4598666"/>
                  </a:lnTo>
                  <a:lnTo>
                    <a:pt x="853766" y="4598666"/>
                  </a:lnTo>
                  <a:lnTo>
                    <a:pt x="853859" y="4598666"/>
                  </a:lnTo>
                  <a:lnTo>
                    <a:pt x="853952" y="4598666"/>
                  </a:lnTo>
                  <a:lnTo>
                    <a:pt x="854045" y="4598666"/>
                  </a:lnTo>
                  <a:lnTo>
                    <a:pt x="854139" y="4598666"/>
                  </a:lnTo>
                  <a:lnTo>
                    <a:pt x="854232" y="4598666"/>
                  </a:lnTo>
                  <a:lnTo>
                    <a:pt x="854325" y="4598666"/>
                  </a:lnTo>
                  <a:lnTo>
                    <a:pt x="854418" y="4598666"/>
                  </a:lnTo>
                  <a:lnTo>
                    <a:pt x="854512" y="4598666"/>
                  </a:lnTo>
                  <a:lnTo>
                    <a:pt x="854605" y="4598666"/>
                  </a:lnTo>
                  <a:lnTo>
                    <a:pt x="854698" y="4598666"/>
                  </a:lnTo>
                  <a:lnTo>
                    <a:pt x="854791" y="4598666"/>
                  </a:lnTo>
                  <a:lnTo>
                    <a:pt x="854885" y="4598666"/>
                  </a:lnTo>
                  <a:lnTo>
                    <a:pt x="854978" y="4598666"/>
                  </a:lnTo>
                  <a:lnTo>
                    <a:pt x="855071" y="4598666"/>
                  </a:lnTo>
                  <a:lnTo>
                    <a:pt x="855164" y="4598666"/>
                  </a:lnTo>
                  <a:lnTo>
                    <a:pt x="855258" y="4598666"/>
                  </a:lnTo>
                  <a:lnTo>
                    <a:pt x="855351" y="4598666"/>
                  </a:lnTo>
                  <a:lnTo>
                    <a:pt x="855444" y="4598666"/>
                  </a:lnTo>
                  <a:lnTo>
                    <a:pt x="855537" y="4598666"/>
                  </a:lnTo>
                  <a:lnTo>
                    <a:pt x="855631" y="4598666"/>
                  </a:lnTo>
                  <a:lnTo>
                    <a:pt x="855724" y="4598666"/>
                  </a:lnTo>
                  <a:lnTo>
                    <a:pt x="855817" y="4598666"/>
                  </a:lnTo>
                  <a:lnTo>
                    <a:pt x="855910" y="4598666"/>
                  </a:lnTo>
                  <a:lnTo>
                    <a:pt x="856004" y="4598666"/>
                  </a:lnTo>
                  <a:lnTo>
                    <a:pt x="856097" y="4598666"/>
                  </a:lnTo>
                  <a:lnTo>
                    <a:pt x="856190" y="4598666"/>
                  </a:lnTo>
                  <a:lnTo>
                    <a:pt x="856283" y="4598666"/>
                  </a:lnTo>
                  <a:lnTo>
                    <a:pt x="856377" y="4598666"/>
                  </a:lnTo>
                  <a:lnTo>
                    <a:pt x="856470" y="4598666"/>
                  </a:lnTo>
                  <a:lnTo>
                    <a:pt x="856563" y="4598666"/>
                  </a:lnTo>
                  <a:lnTo>
                    <a:pt x="856656" y="4598666"/>
                  </a:lnTo>
                  <a:lnTo>
                    <a:pt x="856750" y="4598666"/>
                  </a:lnTo>
                  <a:lnTo>
                    <a:pt x="856843" y="4598666"/>
                  </a:lnTo>
                  <a:lnTo>
                    <a:pt x="856936" y="4598666"/>
                  </a:lnTo>
                  <a:lnTo>
                    <a:pt x="857029" y="4598666"/>
                  </a:lnTo>
                  <a:lnTo>
                    <a:pt x="857123" y="4598666"/>
                  </a:lnTo>
                  <a:lnTo>
                    <a:pt x="857216" y="4598666"/>
                  </a:lnTo>
                  <a:lnTo>
                    <a:pt x="857309" y="4598666"/>
                  </a:lnTo>
                  <a:lnTo>
                    <a:pt x="857402" y="4598666"/>
                  </a:lnTo>
                  <a:lnTo>
                    <a:pt x="857496" y="4598666"/>
                  </a:lnTo>
                  <a:lnTo>
                    <a:pt x="857589" y="4598666"/>
                  </a:lnTo>
                  <a:lnTo>
                    <a:pt x="857682" y="4598666"/>
                  </a:lnTo>
                  <a:lnTo>
                    <a:pt x="857775" y="4598666"/>
                  </a:lnTo>
                  <a:lnTo>
                    <a:pt x="857869" y="4598666"/>
                  </a:lnTo>
                  <a:lnTo>
                    <a:pt x="857962" y="4598666"/>
                  </a:lnTo>
                  <a:lnTo>
                    <a:pt x="858055" y="4598666"/>
                  </a:lnTo>
                  <a:lnTo>
                    <a:pt x="858148" y="4598666"/>
                  </a:lnTo>
                  <a:lnTo>
                    <a:pt x="858242" y="4598666"/>
                  </a:lnTo>
                  <a:lnTo>
                    <a:pt x="858335" y="4598666"/>
                  </a:lnTo>
                  <a:lnTo>
                    <a:pt x="858428" y="4598666"/>
                  </a:lnTo>
                  <a:lnTo>
                    <a:pt x="858428" y="4588712"/>
                  </a:lnTo>
                  <a:lnTo>
                    <a:pt x="858521" y="4588712"/>
                  </a:lnTo>
                  <a:lnTo>
                    <a:pt x="858615" y="4588712"/>
                  </a:lnTo>
                  <a:lnTo>
                    <a:pt x="858708" y="4588712"/>
                  </a:lnTo>
                  <a:lnTo>
                    <a:pt x="858801" y="4588712"/>
                  </a:lnTo>
                  <a:lnTo>
                    <a:pt x="858894" y="4588712"/>
                  </a:lnTo>
                  <a:lnTo>
                    <a:pt x="858988" y="4588712"/>
                  </a:lnTo>
                  <a:lnTo>
                    <a:pt x="859081" y="4588712"/>
                  </a:lnTo>
                  <a:lnTo>
                    <a:pt x="859174" y="4588712"/>
                  </a:lnTo>
                  <a:lnTo>
                    <a:pt x="859267" y="4588712"/>
                  </a:lnTo>
                  <a:lnTo>
                    <a:pt x="859361" y="4588712"/>
                  </a:lnTo>
                  <a:lnTo>
                    <a:pt x="859454" y="4588712"/>
                  </a:lnTo>
                  <a:lnTo>
                    <a:pt x="859547" y="4588712"/>
                  </a:lnTo>
                  <a:lnTo>
                    <a:pt x="859640" y="4588712"/>
                  </a:lnTo>
                  <a:lnTo>
                    <a:pt x="859734" y="4588712"/>
                  </a:lnTo>
                  <a:lnTo>
                    <a:pt x="859827" y="4588712"/>
                  </a:lnTo>
                  <a:lnTo>
                    <a:pt x="859920" y="4588712"/>
                  </a:lnTo>
                  <a:lnTo>
                    <a:pt x="860013" y="4588712"/>
                  </a:lnTo>
                  <a:lnTo>
                    <a:pt x="860107" y="4588712"/>
                  </a:lnTo>
                  <a:lnTo>
                    <a:pt x="860200" y="4588712"/>
                  </a:lnTo>
                  <a:lnTo>
                    <a:pt x="860293" y="4588712"/>
                  </a:lnTo>
                  <a:lnTo>
                    <a:pt x="860293" y="4578758"/>
                  </a:lnTo>
                  <a:lnTo>
                    <a:pt x="860386" y="4578758"/>
                  </a:lnTo>
                  <a:lnTo>
                    <a:pt x="860479" y="4578758"/>
                  </a:lnTo>
                  <a:lnTo>
                    <a:pt x="860573" y="4578758"/>
                  </a:lnTo>
                  <a:lnTo>
                    <a:pt x="860666" y="4578758"/>
                  </a:lnTo>
                  <a:lnTo>
                    <a:pt x="860759" y="4578758"/>
                  </a:lnTo>
                  <a:lnTo>
                    <a:pt x="860852" y="4578758"/>
                  </a:lnTo>
                  <a:lnTo>
                    <a:pt x="860946" y="4578758"/>
                  </a:lnTo>
                  <a:lnTo>
                    <a:pt x="861039" y="4578758"/>
                  </a:lnTo>
                  <a:lnTo>
                    <a:pt x="861132" y="4578758"/>
                  </a:lnTo>
                  <a:lnTo>
                    <a:pt x="861225" y="4578758"/>
                  </a:lnTo>
                  <a:lnTo>
                    <a:pt x="861319" y="4578758"/>
                  </a:lnTo>
                  <a:lnTo>
                    <a:pt x="861412" y="4578758"/>
                  </a:lnTo>
                  <a:lnTo>
                    <a:pt x="861505" y="4578758"/>
                  </a:lnTo>
                  <a:lnTo>
                    <a:pt x="861598" y="4578758"/>
                  </a:lnTo>
                  <a:lnTo>
                    <a:pt x="861692" y="4578758"/>
                  </a:lnTo>
                  <a:lnTo>
                    <a:pt x="861785" y="4578758"/>
                  </a:lnTo>
                  <a:lnTo>
                    <a:pt x="861878" y="4578758"/>
                  </a:lnTo>
                  <a:lnTo>
                    <a:pt x="861971" y="4578758"/>
                  </a:lnTo>
                  <a:lnTo>
                    <a:pt x="862065" y="4578758"/>
                  </a:lnTo>
                  <a:lnTo>
                    <a:pt x="862158" y="4578758"/>
                  </a:lnTo>
                  <a:lnTo>
                    <a:pt x="862251" y="4578758"/>
                  </a:lnTo>
                  <a:lnTo>
                    <a:pt x="862344" y="4578758"/>
                  </a:lnTo>
                  <a:lnTo>
                    <a:pt x="862438" y="4578758"/>
                  </a:lnTo>
                  <a:lnTo>
                    <a:pt x="862531" y="4578758"/>
                  </a:lnTo>
                  <a:lnTo>
                    <a:pt x="862624" y="4578758"/>
                  </a:lnTo>
                  <a:lnTo>
                    <a:pt x="862717" y="4578758"/>
                  </a:lnTo>
                  <a:lnTo>
                    <a:pt x="862811" y="4578758"/>
                  </a:lnTo>
                  <a:lnTo>
                    <a:pt x="862904" y="4578758"/>
                  </a:lnTo>
                  <a:lnTo>
                    <a:pt x="862997" y="4578758"/>
                  </a:lnTo>
                  <a:lnTo>
                    <a:pt x="863090" y="4578758"/>
                  </a:lnTo>
                  <a:lnTo>
                    <a:pt x="863184" y="4578758"/>
                  </a:lnTo>
                  <a:lnTo>
                    <a:pt x="863277" y="4578758"/>
                  </a:lnTo>
                  <a:lnTo>
                    <a:pt x="863370" y="4578758"/>
                  </a:lnTo>
                  <a:lnTo>
                    <a:pt x="863463" y="4578758"/>
                  </a:lnTo>
                  <a:lnTo>
                    <a:pt x="863557" y="4578758"/>
                  </a:lnTo>
                  <a:lnTo>
                    <a:pt x="863650" y="4578758"/>
                  </a:lnTo>
                  <a:lnTo>
                    <a:pt x="863743" y="4578758"/>
                  </a:lnTo>
                  <a:lnTo>
                    <a:pt x="863836" y="4578758"/>
                  </a:lnTo>
                  <a:lnTo>
                    <a:pt x="863930" y="4578758"/>
                  </a:lnTo>
                  <a:lnTo>
                    <a:pt x="864023" y="4578758"/>
                  </a:lnTo>
                  <a:lnTo>
                    <a:pt x="864116" y="4578758"/>
                  </a:lnTo>
                  <a:lnTo>
                    <a:pt x="864209" y="4578758"/>
                  </a:lnTo>
                  <a:lnTo>
                    <a:pt x="864303" y="4578758"/>
                  </a:lnTo>
                  <a:lnTo>
                    <a:pt x="864396" y="4578758"/>
                  </a:lnTo>
                  <a:lnTo>
                    <a:pt x="864489" y="4578758"/>
                  </a:lnTo>
                  <a:lnTo>
                    <a:pt x="864582" y="4578758"/>
                  </a:lnTo>
                  <a:lnTo>
                    <a:pt x="864676" y="4578758"/>
                  </a:lnTo>
                  <a:lnTo>
                    <a:pt x="864769" y="4578758"/>
                  </a:lnTo>
                  <a:lnTo>
                    <a:pt x="864862" y="4578758"/>
                  </a:lnTo>
                  <a:lnTo>
                    <a:pt x="864955" y="4578758"/>
                  </a:lnTo>
                  <a:lnTo>
                    <a:pt x="865049" y="4578758"/>
                  </a:lnTo>
                  <a:lnTo>
                    <a:pt x="865142" y="4578758"/>
                  </a:lnTo>
                  <a:lnTo>
                    <a:pt x="865235" y="4578758"/>
                  </a:lnTo>
                  <a:lnTo>
                    <a:pt x="865328" y="4578758"/>
                  </a:lnTo>
                  <a:lnTo>
                    <a:pt x="865422" y="4578758"/>
                  </a:lnTo>
                  <a:lnTo>
                    <a:pt x="865515" y="4578758"/>
                  </a:lnTo>
                  <a:lnTo>
                    <a:pt x="865608" y="4578758"/>
                  </a:lnTo>
                  <a:lnTo>
                    <a:pt x="865701" y="4578758"/>
                  </a:lnTo>
                  <a:lnTo>
                    <a:pt x="865795" y="4578758"/>
                  </a:lnTo>
                  <a:lnTo>
                    <a:pt x="865888" y="4578758"/>
                  </a:lnTo>
                  <a:lnTo>
                    <a:pt x="865981" y="4578758"/>
                  </a:lnTo>
                  <a:lnTo>
                    <a:pt x="866074" y="4578758"/>
                  </a:lnTo>
                  <a:lnTo>
                    <a:pt x="866168" y="4578758"/>
                  </a:lnTo>
                  <a:lnTo>
                    <a:pt x="866261" y="4578758"/>
                  </a:lnTo>
                  <a:lnTo>
                    <a:pt x="866354" y="4578758"/>
                  </a:lnTo>
                  <a:lnTo>
                    <a:pt x="866447" y="4578758"/>
                  </a:lnTo>
                  <a:lnTo>
                    <a:pt x="866541" y="4578758"/>
                  </a:lnTo>
                  <a:lnTo>
                    <a:pt x="866634" y="4578758"/>
                  </a:lnTo>
                  <a:lnTo>
                    <a:pt x="866727" y="4578758"/>
                  </a:lnTo>
                  <a:lnTo>
                    <a:pt x="866820" y="4578758"/>
                  </a:lnTo>
                  <a:lnTo>
                    <a:pt x="866914" y="4578758"/>
                  </a:lnTo>
                  <a:lnTo>
                    <a:pt x="867007" y="4578758"/>
                  </a:lnTo>
                  <a:lnTo>
                    <a:pt x="867100" y="4578758"/>
                  </a:lnTo>
                  <a:lnTo>
                    <a:pt x="867193" y="4578758"/>
                  </a:lnTo>
                  <a:lnTo>
                    <a:pt x="867286" y="4578758"/>
                  </a:lnTo>
                  <a:lnTo>
                    <a:pt x="867380" y="4578758"/>
                  </a:lnTo>
                  <a:lnTo>
                    <a:pt x="867473" y="4578758"/>
                  </a:lnTo>
                  <a:lnTo>
                    <a:pt x="867473" y="4568804"/>
                  </a:lnTo>
                  <a:lnTo>
                    <a:pt x="867566" y="4568804"/>
                  </a:lnTo>
                  <a:lnTo>
                    <a:pt x="867659" y="4568804"/>
                  </a:lnTo>
                  <a:lnTo>
                    <a:pt x="867753" y="4568804"/>
                  </a:lnTo>
                  <a:lnTo>
                    <a:pt x="867846" y="4568804"/>
                  </a:lnTo>
                  <a:lnTo>
                    <a:pt x="867939" y="4568804"/>
                  </a:lnTo>
                  <a:lnTo>
                    <a:pt x="868032" y="4568804"/>
                  </a:lnTo>
                  <a:lnTo>
                    <a:pt x="868126" y="4568804"/>
                  </a:lnTo>
                  <a:lnTo>
                    <a:pt x="868219" y="4568804"/>
                  </a:lnTo>
                  <a:lnTo>
                    <a:pt x="868312" y="4568804"/>
                  </a:lnTo>
                  <a:lnTo>
                    <a:pt x="868405" y="4568804"/>
                  </a:lnTo>
                  <a:lnTo>
                    <a:pt x="868499" y="4568804"/>
                  </a:lnTo>
                  <a:lnTo>
                    <a:pt x="868592" y="4568804"/>
                  </a:lnTo>
                  <a:lnTo>
                    <a:pt x="868685" y="4568804"/>
                  </a:lnTo>
                  <a:lnTo>
                    <a:pt x="868778" y="4568804"/>
                  </a:lnTo>
                  <a:lnTo>
                    <a:pt x="868872" y="4568804"/>
                  </a:lnTo>
                  <a:lnTo>
                    <a:pt x="868965" y="4568804"/>
                  </a:lnTo>
                  <a:lnTo>
                    <a:pt x="869058" y="4568804"/>
                  </a:lnTo>
                  <a:lnTo>
                    <a:pt x="869151" y="4568804"/>
                  </a:lnTo>
                  <a:lnTo>
                    <a:pt x="869245" y="4568804"/>
                  </a:lnTo>
                  <a:lnTo>
                    <a:pt x="869338" y="4568804"/>
                  </a:lnTo>
                  <a:lnTo>
                    <a:pt x="869431" y="4568804"/>
                  </a:lnTo>
                  <a:lnTo>
                    <a:pt x="869524" y="4568804"/>
                  </a:lnTo>
                  <a:lnTo>
                    <a:pt x="869618" y="4568804"/>
                  </a:lnTo>
                  <a:lnTo>
                    <a:pt x="869711" y="4568804"/>
                  </a:lnTo>
                  <a:lnTo>
                    <a:pt x="869804" y="4568804"/>
                  </a:lnTo>
                  <a:lnTo>
                    <a:pt x="869804" y="4558850"/>
                  </a:lnTo>
                  <a:lnTo>
                    <a:pt x="869897" y="4558850"/>
                  </a:lnTo>
                  <a:lnTo>
                    <a:pt x="869991" y="4558850"/>
                  </a:lnTo>
                  <a:lnTo>
                    <a:pt x="870084" y="4558850"/>
                  </a:lnTo>
                  <a:lnTo>
                    <a:pt x="870177" y="4558850"/>
                  </a:lnTo>
                  <a:lnTo>
                    <a:pt x="870270" y="4558850"/>
                  </a:lnTo>
                  <a:lnTo>
                    <a:pt x="870364" y="4558850"/>
                  </a:lnTo>
                  <a:lnTo>
                    <a:pt x="870457" y="4558850"/>
                  </a:lnTo>
                  <a:lnTo>
                    <a:pt x="870550" y="4558850"/>
                  </a:lnTo>
                  <a:lnTo>
                    <a:pt x="870643" y="4558850"/>
                  </a:lnTo>
                  <a:lnTo>
                    <a:pt x="870737" y="4558850"/>
                  </a:lnTo>
                  <a:lnTo>
                    <a:pt x="870830" y="4558850"/>
                  </a:lnTo>
                  <a:lnTo>
                    <a:pt x="870923" y="4558850"/>
                  </a:lnTo>
                  <a:lnTo>
                    <a:pt x="871016" y="4558850"/>
                  </a:lnTo>
                  <a:lnTo>
                    <a:pt x="871110" y="4558850"/>
                  </a:lnTo>
                  <a:lnTo>
                    <a:pt x="871203" y="4558850"/>
                  </a:lnTo>
                  <a:lnTo>
                    <a:pt x="871296" y="4558850"/>
                  </a:lnTo>
                  <a:lnTo>
                    <a:pt x="871389" y="4558850"/>
                  </a:lnTo>
                  <a:lnTo>
                    <a:pt x="871483" y="4558850"/>
                  </a:lnTo>
                  <a:lnTo>
                    <a:pt x="871576" y="4558850"/>
                  </a:lnTo>
                  <a:lnTo>
                    <a:pt x="871669" y="4558850"/>
                  </a:lnTo>
                  <a:lnTo>
                    <a:pt x="871762" y="4558850"/>
                  </a:lnTo>
                  <a:lnTo>
                    <a:pt x="871856" y="4558850"/>
                  </a:lnTo>
                  <a:lnTo>
                    <a:pt x="871949" y="4558850"/>
                  </a:lnTo>
                  <a:lnTo>
                    <a:pt x="872042" y="4558850"/>
                  </a:lnTo>
                  <a:lnTo>
                    <a:pt x="872135" y="4558850"/>
                  </a:lnTo>
                  <a:lnTo>
                    <a:pt x="872229" y="4558850"/>
                  </a:lnTo>
                  <a:lnTo>
                    <a:pt x="872322" y="4558850"/>
                  </a:lnTo>
                  <a:lnTo>
                    <a:pt x="872415" y="4558850"/>
                  </a:lnTo>
                  <a:lnTo>
                    <a:pt x="872508" y="4558850"/>
                  </a:lnTo>
                  <a:lnTo>
                    <a:pt x="872602" y="4558850"/>
                  </a:lnTo>
                  <a:lnTo>
                    <a:pt x="872695" y="4558850"/>
                  </a:lnTo>
                  <a:lnTo>
                    <a:pt x="872788" y="4558850"/>
                  </a:lnTo>
                  <a:lnTo>
                    <a:pt x="872881" y="4558850"/>
                  </a:lnTo>
                  <a:lnTo>
                    <a:pt x="872975" y="4558850"/>
                  </a:lnTo>
                  <a:lnTo>
                    <a:pt x="873068" y="4558850"/>
                  </a:lnTo>
                  <a:lnTo>
                    <a:pt x="873161" y="4558850"/>
                  </a:lnTo>
                  <a:lnTo>
                    <a:pt x="873254" y="4558850"/>
                  </a:lnTo>
                  <a:lnTo>
                    <a:pt x="873348" y="4558850"/>
                  </a:lnTo>
                  <a:lnTo>
                    <a:pt x="873441" y="4558850"/>
                  </a:lnTo>
                  <a:lnTo>
                    <a:pt x="873534" y="4558850"/>
                  </a:lnTo>
                  <a:lnTo>
                    <a:pt x="873627" y="4558850"/>
                  </a:lnTo>
                  <a:lnTo>
                    <a:pt x="873721" y="4558850"/>
                  </a:lnTo>
                  <a:lnTo>
                    <a:pt x="873814" y="4558850"/>
                  </a:lnTo>
                  <a:lnTo>
                    <a:pt x="873907" y="4558850"/>
                  </a:lnTo>
                  <a:lnTo>
                    <a:pt x="874000" y="4558850"/>
                  </a:lnTo>
                  <a:lnTo>
                    <a:pt x="874094" y="4558850"/>
                  </a:lnTo>
                  <a:lnTo>
                    <a:pt x="874187" y="4558850"/>
                  </a:lnTo>
                  <a:lnTo>
                    <a:pt x="874280" y="4558850"/>
                  </a:lnTo>
                  <a:lnTo>
                    <a:pt x="874373" y="4558850"/>
                  </a:lnTo>
                  <a:lnTo>
                    <a:pt x="874466" y="4558850"/>
                  </a:lnTo>
                  <a:lnTo>
                    <a:pt x="874560" y="4558850"/>
                  </a:lnTo>
                  <a:lnTo>
                    <a:pt x="874653" y="4558850"/>
                  </a:lnTo>
                  <a:lnTo>
                    <a:pt x="874746" y="4558850"/>
                  </a:lnTo>
                  <a:lnTo>
                    <a:pt x="874839" y="4558850"/>
                  </a:lnTo>
                  <a:lnTo>
                    <a:pt x="874933" y="4558850"/>
                  </a:lnTo>
                  <a:lnTo>
                    <a:pt x="875026" y="4558850"/>
                  </a:lnTo>
                  <a:lnTo>
                    <a:pt x="875119" y="4558850"/>
                  </a:lnTo>
                  <a:lnTo>
                    <a:pt x="875212" y="4558850"/>
                  </a:lnTo>
                  <a:lnTo>
                    <a:pt x="875306" y="4558850"/>
                  </a:lnTo>
                  <a:lnTo>
                    <a:pt x="875399" y="4558850"/>
                  </a:lnTo>
                  <a:lnTo>
                    <a:pt x="875492" y="4558850"/>
                  </a:lnTo>
                  <a:lnTo>
                    <a:pt x="875585" y="4558850"/>
                  </a:lnTo>
                  <a:lnTo>
                    <a:pt x="875585" y="4548896"/>
                  </a:lnTo>
                  <a:lnTo>
                    <a:pt x="875679" y="4548896"/>
                  </a:lnTo>
                  <a:lnTo>
                    <a:pt x="875772" y="4548896"/>
                  </a:lnTo>
                  <a:lnTo>
                    <a:pt x="875865" y="4548896"/>
                  </a:lnTo>
                  <a:lnTo>
                    <a:pt x="875958" y="4548896"/>
                  </a:lnTo>
                  <a:lnTo>
                    <a:pt x="876052" y="4548896"/>
                  </a:lnTo>
                  <a:lnTo>
                    <a:pt x="876145" y="4548896"/>
                  </a:lnTo>
                  <a:lnTo>
                    <a:pt x="876238" y="4548896"/>
                  </a:lnTo>
                  <a:lnTo>
                    <a:pt x="876331" y="4548896"/>
                  </a:lnTo>
                  <a:lnTo>
                    <a:pt x="876425" y="4548896"/>
                  </a:lnTo>
                  <a:lnTo>
                    <a:pt x="876518" y="4548896"/>
                  </a:lnTo>
                  <a:lnTo>
                    <a:pt x="876611" y="4548896"/>
                  </a:lnTo>
                  <a:lnTo>
                    <a:pt x="876704" y="4548896"/>
                  </a:lnTo>
                  <a:lnTo>
                    <a:pt x="876798" y="4548896"/>
                  </a:lnTo>
                  <a:lnTo>
                    <a:pt x="876891" y="4548896"/>
                  </a:lnTo>
                  <a:lnTo>
                    <a:pt x="876984" y="4548896"/>
                  </a:lnTo>
                  <a:lnTo>
                    <a:pt x="877077" y="4548896"/>
                  </a:lnTo>
                  <a:lnTo>
                    <a:pt x="877171" y="4548896"/>
                  </a:lnTo>
                  <a:lnTo>
                    <a:pt x="877264" y="4548896"/>
                  </a:lnTo>
                  <a:lnTo>
                    <a:pt x="877357" y="4548896"/>
                  </a:lnTo>
                  <a:lnTo>
                    <a:pt x="877450" y="4548896"/>
                  </a:lnTo>
                  <a:lnTo>
                    <a:pt x="877544" y="4548896"/>
                  </a:lnTo>
                  <a:lnTo>
                    <a:pt x="877637" y="4548896"/>
                  </a:lnTo>
                  <a:lnTo>
                    <a:pt x="877730" y="4548896"/>
                  </a:lnTo>
                  <a:lnTo>
                    <a:pt x="877823" y="4548896"/>
                  </a:lnTo>
                  <a:lnTo>
                    <a:pt x="877917" y="4548896"/>
                  </a:lnTo>
                  <a:lnTo>
                    <a:pt x="878010" y="4548896"/>
                  </a:lnTo>
                  <a:lnTo>
                    <a:pt x="878103" y="4548896"/>
                  </a:lnTo>
                  <a:lnTo>
                    <a:pt x="878196" y="4548896"/>
                  </a:lnTo>
                  <a:lnTo>
                    <a:pt x="878290" y="4548896"/>
                  </a:lnTo>
                  <a:lnTo>
                    <a:pt x="878383" y="4548896"/>
                  </a:lnTo>
                  <a:lnTo>
                    <a:pt x="878476" y="4548896"/>
                  </a:lnTo>
                  <a:lnTo>
                    <a:pt x="878569" y="4548896"/>
                  </a:lnTo>
                  <a:lnTo>
                    <a:pt x="878663" y="4548896"/>
                  </a:lnTo>
                  <a:lnTo>
                    <a:pt x="878756" y="4548896"/>
                  </a:lnTo>
                  <a:lnTo>
                    <a:pt x="878849" y="4548896"/>
                  </a:lnTo>
                  <a:lnTo>
                    <a:pt x="878942" y="4548896"/>
                  </a:lnTo>
                  <a:lnTo>
                    <a:pt x="879036" y="4548896"/>
                  </a:lnTo>
                  <a:lnTo>
                    <a:pt x="879129" y="4548896"/>
                  </a:lnTo>
                  <a:lnTo>
                    <a:pt x="879222" y="4548896"/>
                  </a:lnTo>
                  <a:lnTo>
                    <a:pt x="879315" y="4548896"/>
                  </a:lnTo>
                  <a:lnTo>
                    <a:pt x="879409" y="4548896"/>
                  </a:lnTo>
                  <a:lnTo>
                    <a:pt x="879502" y="4548896"/>
                  </a:lnTo>
                  <a:lnTo>
                    <a:pt x="879595" y="4548896"/>
                  </a:lnTo>
                  <a:lnTo>
                    <a:pt x="879688" y="4548896"/>
                  </a:lnTo>
                  <a:lnTo>
                    <a:pt x="879782" y="4548896"/>
                  </a:lnTo>
                  <a:lnTo>
                    <a:pt x="879875" y="4548896"/>
                  </a:lnTo>
                  <a:lnTo>
                    <a:pt x="879968" y="4548896"/>
                  </a:lnTo>
                  <a:lnTo>
                    <a:pt x="880061" y="4548896"/>
                  </a:lnTo>
                  <a:lnTo>
                    <a:pt x="880155" y="4548896"/>
                  </a:lnTo>
                  <a:lnTo>
                    <a:pt x="880248" y="4548896"/>
                  </a:lnTo>
                  <a:lnTo>
                    <a:pt x="880341" y="4548896"/>
                  </a:lnTo>
                  <a:lnTo>
                    <a:pt x="880434" y="4548896"/>
                  </a:lnTo>
                  <a:lnTo>
                    <a:pt x="880528" y="4548896"/>
                  </a:lnTo>
                  <a:lnTo>
                    <a:pt x="880621" y="4548896"/>
                  </a:lnTo>
                  <a:lnTo>
                    <a:pt x="880714" y="4548896"/>
                  </a:lnTo>
                  <a:lnTo>
                    <a:pt x="880807" y="4548896"/>
                  </a:lnTo>
                  <a:lnTo>
                    <a:pt x="880901" y="4548896"/>
                  </a:lnTo>
                  <a:lnTo>
                    <a:pt x="880994" y="4548896"/>
                  </a:lnTo>
                  <a:lnTo>
                    <a:pt x="881087" y="4548896"/>
                  </a:lnTo>
                  <a:lnTo>
                    <a:pt x="881180" y="4548896"/>
                  </a:lnTo>
                  <a:lnTo>
                    <a:pt x="881273" y="4548896"/>
                  </a:lnTo>
                  <a:lnTo>
                    <a:pt x="881367" y="4548896"/>
                  </a:lnTo>
                  <a:lnTo>
                    <a:pt x="881460" y="4548896"/>
                  </a:lnTo>
                  <a:lnTo>
                    <a:pt x="881553" y="4548896"/>
                  </a:lnTo>
                  <a:lnTo>
                    <a:pt x="881646" y="4548896"/>
                  </a:lnTo>
                  <a:lnTo>
                    <a:pt x="881740" y="4548896"/>
                  </a:lnTo>
                  <a:lnTo>
                    <a:pt x="881833" y="4548896"/>
                  </a:lnTo>
                  <a:lnTo>
                    <a:pt x="881926" y="4548896"/>
                  </a:lnTo>
                  <a:lnTo>
                    <a:pt x="882019" y="4548896"/>
                  </a:lnTo>
                  <a:lnTo>
                    <a:pt x="882113" y="4548896"/>
                  </a:lnTo>
                  <a:lnTo>
                    <a:pt x="882206" y="4548896"/>
                  </a:lnTo>
                  <a:lnTo>
                    <a:pt x="882299" y="4548896"/>
                  </a:lnTo>
                  <a:lnTo>
                    <a:pt x="882392" y="4548896"/>
                  </a:lnTo>
                  <a:lnTo>
                    <a:pt x="882486" y="4548896"/>
                  </a:lnTo>
                  <a:lnTo>
                    <a:pt x="882579" y="4548896"/>
                  </a:lnTo>
                  <a:lnTo>
                    <a:pt x="882672" y="4548896"/>
                  </a:lnTo>
                  <a:lnTo>
                    <a:pt x="882765" y="4548896"/>
                  </a:lnTo>
                  <a:lnTo>
                    <a:pt x="882859" y="4548896"/>
                  </a:lnTo>
                  <a:lnTo>
                    <a:pt x="882952" y="4548896"/>
                  </a:lnTo>
                  <a:lnTo>
                    <a:pt x="883045" y="4548896"/>
                  </a:lnTo>
                  <a:lnTo>
                    <a:pt x="883138" y="4548896"/>
                  </a:lnTo>
                  <a:lnTo>
                    <a:pt x="883232" y="4548896"/>
                  </a:lnTo>
                  <a:lnTo>
                    <a:pt x="883325" y="4548896"/>
                  </a:lnTo>
                  <a:lnTo>
                    <a:pt x="883418" y="4548896"/>
                  </a:lnTo>
                  <a:lnTo>
                    <a:pt x="883511" y="4548896"/>
                  </a:lnTo>
                  <a:lnTo>
                    <a:pt x="883605" y="4548896"/>
                  </a:lnTo>
                  <a:lnTo>
                    <a:pt x="883698" y="4548896"/>
                  </a:lnTo>
                  <a:lnTo>
                    <a:pt x="883791" y="4548896"/>
                  </a:lnTo>
                  <a:lnTo>
                    <a:pt x="883884" y="4548896"/>
                  </a:lnTo>
                  <a:lnTo>
                    <a:pt x="883978" y="4548896"/>
                  </a:lnTo>
                  <a:lnTo>
                    <a:pt x="884071" y="4548896"/>
                  </a:lnTo>
                  <a:lnTo>
                    <a:pt x="884164" y="4548896"/>
                  </a:lnTo>
                  <a:lnTo>
                    <a:pt x="884257" y="4548896"/>
                  </a:lnTo>
                  <a:lnTo>
                    <a:pt x="884351" y="4548896"/>
                  </a:lnTo>
                  <a:lnTo>
                    <a:pt x="884444" y="4548896"/>
                  </a:lnTo>
                  <a:lnTo>
                    <a:pt x="884537" y="4548896"/>
                  </a:lnTo>
                  <a:lnTo>
                    <a:pt x="884630" y="4548896"/>
                  </a:lnTo>
                  <a:lnTo>
                    <a:pt x="884724" y="4548896"/>
                  </a:lnTo>
                  <a:lnTo>
                    <a:pt x="884817" y="4548896"/>
                  </a:lnTo>
                  <a:lnTo>
                    <a:pt x="884910" y="4548896"/>
                  </a:lnTo>
                  <a:lnTo>
                    <a:pt x="885003" y="4548896"/>
                  </a:lnTo>
                  <a:lnTo>
                    <a:pt x="885097" y="4548896"/>
                  </a:lnTo>
                  <a:lnTo>
                    <a:pt x="885190" y="4548896"/>
                  </a:lnTo>
                  <a:lnTo>
                    <a:pt x="885283" y="4548896"/>
                  </a:lnTo>
                  <a:lnTo>
                    <a:pt x="885376" y="4548896"/>
                  </a:lnTo>
                  <a:lnTo>
                    <a:pt x="885470" y="4548896"/>
                  </a:lnTo>
                  <a:lnTo>
                    <a:pt x="885563" y="4548896"/>
                  </a:lnTo>
                  <a:lnTo>
                    <a:pt x="885656" y="4548896"/>
                  </a:lnTo>
                  <a:lnTo>
                    <a:pt x="885749" y="4548896"/>
                  </a:lnTo>
                  <a:lnTo>
                    <a:pt x="885843" y="4548896"/>
                  </a:lnTo>
                  <a:lnTo>
                    <a:pt x="885936" y="4548896"/>
                  </a:lnTo>
                  <a:lnTo>
                    <a:pt x="886029" y="4548896"/>
                  </a:lnTo>
                  <a:lnTo>
                    <a:pt x="886122" y="4548896"/>
                  </a:lnTo>
                  <a:lnTo>
                    <a:pt x="886216" y="4548896"/>
                  </a:lnTo>
                  <a:lnTo>
                    <a:pt x="886309" y="4548896"/>
                  </a:lnTo>
                  <a:lnTo>
                    <a:pt x="886402" y="4548896"/>
                  </a:lnTo>
                  <a:lnTo>
                    <a:pt x="886495" y="4548896"/>
                  </a:lnTo>
                  <a:lnTo>
                    <a:pt x="886589" y="4548896"/>
                  </a:lnTo>
                  <a:lnTo>
                    <a:pt x="886682" y="4548896"/>
                  </a:lnTo>
                  <a:lnTo>
                    <a:pt x="886775" y="4548896"/>
                  </a:lnTo>
                  <a:lnTo>
                    <a:pt x="886868" y="4548896"/>
                  </a:lnTo>
                  <a:lnTo>
                    <a:pt x="886962" y="4548896"/>
                  </a:lnTo>
                  <a:lnTo>
                    <a:pt x="887055" y="4548896"/>
                  </a:lnTo>
                  <a:lnTo>
                    <a:pt x="887148" y="4548896"/>
                  </a:lnTo>
                  <a:lnTo>
                    <a:pt x="887241" y="4548896"/>
                  </a:lnTo>
                  <a:lnTo>
                    <a:pt x="887335" y="4548896"/>
                  </a:lnTo>
                  <a:lnTo>
                    <a:pt x="887428" y="4548896"/>
                  </a:lnTo>
                  <a:lnTo>
                    <a:pt x="887521" y="4548896"/>
                  </a:lnTo>
                  <a:lnTo>
                    <a:pt x="887614" y="4548896"/>
                  </a:lnTo>
                  <a:lnTo>
                    <a:pt x="887708" y="4548896"/>
                  </a:lnTo>
                  <a:lnTo>
                    <a:pt x="887801" y="4548896"/>
                  </a:lnTo>
                  <a:lnTo>
                    <a:pt x="887894" y="4548896"/>
                  </a:lnTo>
                  <a:lnTo>
                    <a:pt x="887987" y="4548896"/>
                  </a:lnTo>
                  <a:lnTo>
                    <a:pt x="887987" y="4538943"/>
                  </a:lnTo>
                  <a:lnTo>
                    <a:pt x="888080" y="4538943"/>
                  </a:lnTo>
                  <a:lnTo>
                    <a:pt x="888174" y="4538943"/>
                  </a:lnTo>
                  <a:lnTo>
                    <a:pt x="888267" y="4538943"/>
                  </a:lnTo>
                  <a:lnTo>
                    <a:pt x="888360" y="4538943"/>
                  </a:lnTo>
                  <a:lnTo>
                    <a:pt x="888453" y="4538943"/>
                  </a:lnTo>
                  <a:lnTo>
                    <a:pt x="888547" y="4538943"/>
                  </a:lnTo>
                  <a:lnTo>
                    <a:pt x="888640" y="4538943"/>
                  </a:lnTo>
                  <a:lnTo>
                    <a:pt x="888733" y="4538943"/>
                  </a:lnTo>
                  <a:lnTo>
                    <a:pt x="888826" y="4538943"/>
                  </a:lnTo>
                  <a:lnTo>
                    <a:pt x="888920" y="4538943"/>
                  </a:lnTo>
                  <a:lnTo>
                    <a:pt x="889013" y="4538943"/>
                  </a:lnTo>
                  <a:lnTo>
                    <a:pt x="889106" y="4538943"/>
                  </a:lnTo>
                  <a:lnTo>
                    <a:pt x="889199" y="4538943"/>
                  </a:lnTo>
                  <a:lnTo>
                    <a:pt x="889293" y="4538943"/>
                  </a:lnTo>
                  <a:lnTo>
                    <a:pt x="889386" y="4538943"/>
                  </a:lnTo>
                  <a:lnTo>
                    <a:pt x="889479" y="4538943"/>
                  </a:lnTo>
                  <a:lnTo>
                    <a:pt x="889572" y="4538943"/>
                  </a:lnTo>
                  <a:lnTo>
                    <a:pt x="889666" y="4538943"/>
                  </a:lnTo>
                  <a:lnTo>
                    <a:pt x="889759" y="4538943"/>
                  </a:lnTo>
                  <a:lnTo>
                    <a:pt x="889759" y="4528989"/>
                  </a:lnTo>
                  <a:lnTo>
                    <a:pt x="889852" y="4528989"/>
                  </a:lnTo>
                  <a:lnTo>
                    <a:pt x="889945" y="4528989"/>
                  </a:lnTo>
                  <a:lnTo>
                    <a:pt x="890039" y="4528989"/>
                  </a:lnTo>
                  <a:lnTo>
                    <a:pt x="890132" y="4528989"/>
                  </a:lnTo>
                  <a:lnTo>
                    <a:pt x="890225" y="4528989"/>
                  </a:lnTo>
                  <a:lnTo>
                    <a:pt x="890318" y="4528989"/>
                  </a:lnTo>
                  <a:lnTo>
                    <a:pt x="890412" y="4528989"/>
                  </a:lnTo>
                  <a:lnTo>
                    <a:pt x="890505" y="4528989"/>
                  </a:lnTo>
                  <a:lnTo>
                    <a:pt x="890598" y="4528989"/>
                  </a:lnTo>
                  <a:lnTo>
                    <a:pt x="890691" y="4528989"/>
                  </a:lnTo>
                  <a:lnTo>
                    <a:pt x="890785" y="4528989"/>
                  </a:lnTo>
                  <a:lnTo>
                    <a:pt x="890878" y="4528989"/>
                  </a:lnTo>
                  <a:lnTo>
                    <a:pt x="890971" y="4528989"/>
                  </a:lnTo>
                  <a:lnTo>
                    <a:pt x="891064" y="4528989"/>
                  </a:lnTo>
                  <a:lnTo>
                    <a:pt x="891158" y="4528989"/>
                  </a:lnTo>
                  <a:lnTo>
                    <a:pt x="891251" y="4528989"/>
                  </a:lnTo>
                  <a:lnTo>
                    <a:pt x="891344" y="4528989"/>
                  </a:lnTo>
                  <a:lnTo>
                    <a:pt x="891437" y="4528989"/>
                  </a:lnTo>
                  <a:lnTo>
                    <a:pt x="891531" y="4528989"/>
                  </a:lnTo>
                  <a:lnTo>
                    <a:pt x="891624" y="4528989"/>
                  </a:lnTo>
                  <a:lnTo>
                    <a:pt x="891717" y="4528989"/>
                  </a:lnTo>
                  <a:lnTo>
                    <a:pt x="891810" y="4528989"/>
                  </a:lnTo>
                  <a:lnTo>
                    <a:pt x="891904" y="4528989"/>
                  </a:lnTo>
                  <a:lnTo>
                    <a:pt x="891997" y="4528989"/>
                  </a:lnTo>
                  <a:lnTo>
                    <a:pt x="892090" y="4528989"/>
                  </a:lnTo>
                  <a:lnTo>
                    <a:pt x="892183" y="4528989"/>
                  </a:lnTo>
                  <a:lnTo>
                    <a:pt x="892277" y="4528989"/>
                  </a:lnTo>
                  <a:lnTo>
                    <a:pt x="892370" y="4528989"/>
                  </a:lnTo>
                  <a:lnTo>
                    <a:pt x="892463" y="4528989"/>
                  </a:lnTo>
                  <a:lnTo>
                    <a:pt x="892556" y="4528989"/>
                  </a:lnTo>
                  <a:lnTo>
                    <a:pt x="892650" y="4528989"/>
                  </a:lnTo>
                  <a:lnTo>
                    <a:pt x="892743" y="4528989"/>
                  </a:lnTo>
                  <a:lnTo>
                    <a:pt x="892836" y="4528989"/>
                  </a:lnTo>
                  <a:lnTo>
                    <a:pt x="892929" y="4528989"/>
                  </a:lnTo>
                  <a:lnTo>
                    <a:pt x="893023" y="4528989"/>
                  </a:lnTo>
                  <a:lnTo>
                    <a:pt x="893116" y="4528989"/>
                  </a:lnTo>
                  <a:lnTo>
                    <a:pt x="893209" y="4528989"/>
                  </a:lnTo>
                  <a:lnTo>
                    <a:pt x="893302" y="4528989"/>
                  </a:lnTo>
                  <a:lnTo>
                    <a:pt x="893302" y="4519035"/>
                  </a:lnTo>
                  <a:lnTo>
                    <a:pt x="893396" y="4519035"/>
                  </a:lnTo>
                  <a:lnTo>
                    <a:pt x="893489" y="4519035"/>
                  </a:lnTo>
                  <a:lnTo>
                    <a:pt x="893582" y="4519035"/>
                  </a:lnTo>
                  <a:lnTo>
                    <a:pt x="893675" y="4519035"/>
                  </a:lnTo>
                  <a:lnTo>
                    <a:pt x="893769" y="4519035"/>
                  </a:lnTo>
                  <a:lnTo>
                    <a:pt x="893862" y="4519035"/>
                  </a:lnTo>
                  <a:lnTo>
                    <a:pt x="893955" y="4519035"/>
                  </a:lnTo>
                  <a:lnTo>
                    <a:pt x="894048" y="4519035"/>
                  </a:lnTo>
                  <a:lnTo>
                    <a:pt x="894142" y="4519035"/>
                  </a:lnTo>
                  <a:lnTo>
                    <a:pt x="894235" y="4519035"/>
                  </a:lnTo>
                  <a:lnTo>
                    <a:pt x="894328" y="4519035"/>
                  </a:lnTo>
                  <a:lnTo>
                    <a:pt x="894328" y="4509081"/>
                  </a:lnTo>
                  <a:lnTo>
                    <a:pt x="894421" y="4509081"/>
                  </a:lnTo>
                  <a:lnTo>
                    <a:pt x="894515" y="4509081"/>
                  </a:lnTo>
                  <a:lnTo>
                    <a:pt x="894608" y="4509081"/>
                  </a:lnTo>
                  <a:lnTo>
                    <a:pt x="894701" y="4509081"/>
                  </a:lnTo>
                  <a:lnTo>
                    <a:pt x="894794" y="4509081"/>
                  </a:lnTo>
                  <a:lnTo>
                    <a:pt x="894888" y="4509081"/>
                  </a:lnTo>
                  <a:lnTo>
                    <a:pt x="894981" y="4509081"/>
                  </a:lnTo>
                  <a:lnTo>
                    <a:pt x="895074" y="4509081"/>
                  </a:lnTo>
                  <a:lnTo>
                    <a:pt x="895167" y="4509081"/>
                  </a:lnTo>
                  <a:lnTo>
                    <a:pt x="895260" y="4509081"/>
                  </a:lnTo>
                  <a:lnTo>
                    <a:pt x="895354" y="4509081"/>
                  </a:lnTo>
                  <a:lnTo>
                    <a:pt x="895447" y="4509081"/>
                  </a:lnTo>
                  <a:lnTo>
                    <a:pt x="895540" y="4509081"/>
                  </a:lnTo>
                  <a:lnTo>
                    <a:pt x="895540" y="4499127"/>
                  </a:lnTo>
                  <a:lnTo>
                    <a:pt x="895633" y="4499127"/>
                  </a:lnTo>
                  <a:lnTo>
                    <a:pt x="895727" y="4499127"/>
                  </a:lnTo>
                  <a:lnTo>
                    <a:pt x="895820" y="4499127"/>
                  </a:lnTo>
                  <a:lnTo>
                    <a:pt x="895913" y="4499127"/>
                  </a:lnTo>
                  <a:lnTo>
                    <a:pt x="896006" y="4499127"/>
                  </a:lnTo>
                  <a:lnTo>
                    <a:pt x="896100" y="4499127"/>
                  </a:lnTo>
                  <a:lnTo>
                    <a:pt x="896193" y="4499127"/>
                  </a:lnTo>
                  <a:lnTo>
                    <a:pt x="896286" y="4499127"/>
                  </a:lnTo>
                  <a:lnTo>
                    <a:pt x="896379" y="4499127"/>
                  </a:lnTo>
                  <a:lnTo>
                    <a:pt x="896473" y="4499127"/>
                  </a:lnTo>
                  <a:lnTo>
                    <a:pt x="896566" y="4499127"/>
                  </a:lnTo>
                  <a:lnTo>
                    <a:pt x="896659" y="4499127"/>
                  </a:lnTo>
                  <a:lnTo>
                    <a:pt x="896752" y="4499127"/>
                  </a:lnTo>
                  <a:lnTo>
                    <a:pt x="896846" y="4499127"/>
                  </a:lnTo>
                  <a:lnTo>
                    <a:pt x="896939" y="4499127"/>
                  </a:lnTo>
                  <a:lnTo>
                    <a:pt x="897032" y="4499127"/>
                  </a:lnTo>
                  <a:lnTo>
                    <a:pt x="897125" y="4499127"/>
                  </a:lnTo>
                  <a:lnTo>
                    <a:pt x="897219" y="4499127"/>
                  </a:lnTo>
                  <a:lnTo>
                    <a:pt x="897312" y="4499127"/>
                  </a:lnTo>
                  <a:lnTo>
                    <a:pt x="897405" y="4499127"/>
                  </a:lnTo>
                  <a:lnTo>
                    <a:pt x="897498" y="4499127"/>
                  </a:lnTo>
                  <a:lnTo>
                    <a:pt x="897592" y="4499127"/>
                  </a:lnTo>
                  <a:lnTo>
                    <a:pt x="897685" y="4499127"/>
                  </a:lnTo>
                  <a:lnTo>
                    <a:pt x="897778" y="4499127"/>
                  </a:lnTo>
                  <a:lnTo>
                    <a:pt x="897871" y="4499127"/>
                  </a:lnTo>
                  <a:lnTo>
                    <a:pt x="897965" y="4499127"/>
                  </a:lnTo>
                  <a:lnTo>
                    <a:pt x="898058" y="4499127"/>
                  </a:lnTo>
                  <a:lnTo>
                    <a:pt x="898151" y="4499127"/>
                  </a:lnTo>
                  <a:lnTo>
                    <a:pt x="898244" y="4499127"/>
                  </a:lnTo>
                  <a:lnTo>
                    <a:pt x="898338" y="4499127"/>
                  </a:lnTo>
                  <a:lnTo>
                    <a:pt x="898431" y="4499127"/>
                  </a:lnTo>
                  <a:lnTo>
                    <a:pt x="898524" y="4499127"/>
                  </a:lnTo>
                  <a:lnTo>
                    <a:pt x="898617" y="4499127"/>
                  </a:lnTo>
                  <a:lnTo>
                    <a:pt x="898711" y="4499127"/>
                  </a:lnTo>
                  <a:lnTo>
                    <a:pt x="898804" y="4499127"/>
                  </a:lnTo>
                  <a:lnTo>
                    <a:pt x="898897" y="4499127"/>
                  </a:lnTo>
                  <a:lnTo>
                    <a:pt x="898990" y="4499127"/>
                  </a:lnTo>
                  <a:lnTo>
                    <a:pt x="899084" y="4499127"/>
                  </a:lnTo>
                  <a:lnTo>
                    <a:pt x="899177" y="4499127"/>
                  </a:lnTo>
                  <a:lnTo>
                    <a:pt x="899270" y="4499127"/>
                  </a:lnTo>
                  <a:lnTo>
                    <a:pt x="899363" y="4499127"/>
                  </a:lnTo>
                  <a:lnTo>
                    <a:pt x="899457" y="4499127"/>
                  </a:lnTo>
                  <a:lnTo>
                    <a:pt x="899550" y="4499127"/>
                  </a:lnTo>
                  <a:lnTo>
                    <a:pt x="899643" y="4499127"/>
                  </a:lnTo>
                  <a:lnTo>
                    <a:pt x="899736" y="4499127"/>
                  </a:lnTo>
                  <a:lnTo>
                    <a:pt x="899830" y="4499127"/>
                  </a:lnTo>
                  <a:lnTo>
                    <a:pt x="899923" y="4499127"/>
                  </a:lnTo>
                  <a:lnTo>
                    <a:pt x="900016" y="4499127"/>
                  </a:lnTo>
                  <a:lnTo>
                    <a:pt x="900109" y="4499127"/>
                  </a:lnTo>
                  <a:lnTo>
                    <a:pt x="900203" y="4499127"/>
                  </a:lnTo>
                  <a:lnTo>
                    <a:pt x="900296" y="4499127"/>
                  </a:lnTo>
                  <a:lnTo>
                    <a:pt x="900389" y="4499127"/>
                  </a:lnTo>
                  <a:lnTo>
                    <a:pt x="900482" y="4499127"/>
                  </a:lnTo>
                  <a:lnTo>
                    <a:pt x="900576" y="4499127"/>
                  </a:lnTo>
                  <a:lnTo>
                    <a:pt x="900669" y="4499127"/>
                  </a:lnTo>
                  <a:lnTo>
                    <a:pt x="900762" y="4499127"/>
                  </a:lnTo>
                  <a:lnTo>
                    <a:pt x="900855" y="4499127"/>
                  </a:lnTo>
                  <a:lnTo>
                    <a:pt x="900949" y="4499127"/>
                  </a:lnTo>
                  <a:lnTo>
                    <a:pt x="901042" y="4499127"/>
                  </a:lnTo>
                  <a:lnTo>
                    <a:pt x="901135" y="4499127"/>
                  </a:lnTo>
                  <a:lnTo>
                    <a:pt x="901228" y="4499127"/>
                  </a:lnTo>
                  <a:lnTo>
                    <a:pt x="901322" y="4499127"/>
                  </a:lnTo>
                  <a:lnTo>
                    <a:pt x="901415" y="4499127"/>
                  </a:lnTo>
                  <a:lnTo>
                    <a:pt x="901508" y="4499127"/>
                  </a:lnTo>
                  <a:lnTo>
                    <a:pt x="901601" y="4499127"/>
                  </a:lnTo>
                  <a:lnTo>
                    <a:pt x="901695" y="4499127"/>
                  </a:lnTo>
                  <a:lnTo>
                    <a:pt x="901788" y="4499127"/>
                  </a:lnTo>
                  <a:lnTo>
                    <a:pt x="901881" y="4499127"/>
                  </a:lnTo>
                  <a:lnTo>
                    <a:pt x="901974" y="4499127"/>
                  </a:lnTo>
                  <a:lnTo>
                    <a:pt x="902067" y="4499127"/>
                  </a:lnTo>
                  <a:lnTo>
                    <a:pt x="902161" y="4499127"/>
                  </a:lnTo>
                  <a:lnTo>
                    <a:pt x="902254" y="4499127"/>
                  </a:lnTo>
                  <a:lnTo>
                    <a:pt x="902347" y="4499127"/>
                  </a:lnTo>
                  <a:lnTo>
                    <a:pt x="902440" y="4499127"/>
                  </a:lnTo>
                  <a:lnTo>
                    <a:pt x="902534" y="4499127"/>
                  </a:lnTo>
                  <a:lnTo>
                    <a:pt x="902627" y="4499127"/>
                  </a:lnTo>
                  <a:lnTo>
                    <a:pt x="902720" y="4499127"/>
                  </a:lnTo>
                  <a:lnTo>
                    <a:pt x="902813" y="4499127"/>
                  </a:lnTo>
                  <a:lnTo>
                    <a:pt x="902907" y="4499127"/>
                  </a:lnTo>
                  <a:lnTo>
                    <a:pt x="903000" y="4499127"/>
                  </a:lnTo>
                  <a:lnTo>
                    <a:pt x="903093" y="4499127"/>
                  </a:lnTo>
                  <a:lnTo>
                    <a:pt x="903186" y="4499127"/>
                  </a:lnTo>
                  <a:lnTo>
                    <a:pt x="903280" y="4499127"/>
                  </a:lnTo>
                  <a:lnTo>
                    <a:pt x="903373" y="4499127"/>
                  </a:lnTo>
                  <a:lnTo>
                    <a:pt x="903466" y="4499127"/>
                  </a:lnTo>
                  <a:lnTo>
                    <a:pt x="903559" y="4499127"/>
                  </a:lnTo>
                  <a:lnTo>
                    <a:pt x="903559" y="4489174"/>
                  </a:lnTo>
                  <a:lnTo>
                    <a:pt x="903653" y="4489174"/>
                  </a:lnTo>
                  <a:lnTo>
                    <a:pt x="903746" y="4489174"/>
                  </a:lnTo>
                  <a:lnTo>
                    <a:pt x="903839" y="4489174"/>
                  </a:lnTo>
                  <a:lnTo>
                    <a:pt x="903932" y="4489174"/>
                  </a:lnTo>
                  <a:lnTo>
                    <a:pt x="904026" y="4489174"/>
                  </a:lnTo>
                  <a:lnTo>
                    <a:pt x="904119" y="4489174"/>
                  </a:lnTo>
                  <a:lnTo>
                    <a:pt x="904212" y="4489174"/>
                  </a:lnTo>
                  <a:lnTo>
                    <a:pt x="904305" y="4489174"/>
                  </a:lnTo>
                  <a:lnTo>
                    <a:pt x="904399" y="4489174"/>
                  </a:lnTo>
                  <a:lnTo>
                    <a:pt x="904492" y="4489174"/>
                  </a:lnTo>
                  <a:lnTo>
                    <a:pt x="904585" y="4489174"/>
                  </a:lnTo>
                  <a:lnTo>
                    <a:pt x="904585" y="4479220"/>
                  </a:lnTo>
                  <a:lnTo>
                    <a:pt x="904678" y="4479220"/>
                  </a:lnTo>
                  <a:lnTo>
                    <a:pt x="904772" y="4479220"/>
                  </a:lnTo>
                  <a:lnTo>
                    <a:pt x="904865" y="4479220"/>
                  </a:lnTo>
                  <a:lnTo>
                    <a:pt x="904958" y="4479220"/>
                  </a:lnTo>
                  <a:lnTo>
                    <a:pt x="905051" y="4479220"/>
                  </a:lnTo>
                  <a:lnTo>
                    <a:pt x="905145" y="4479220"/>
                  </a:lnTo>
                  <a:lnTo>
                    <a:pt x="905238" y="4479220"/>
                  </a:lnTo>
                  <a:lnTo>
                    <a:pt x="905331" y="4479220"/>
                  </a:lnTo>
                  <a:lnTo>
                    <a:pt x="905424" y="4479220"/>
                  </a:lnTo>
                  <a:lnTo>
                    <a:pt x="905518" y="4479220"/>
                  </a:lnTo>
                  <a:lnTo>
                    <a:pt x="905611" y="4479220"/>
                  </a:lnTo>
                  <a:lnTo>
                    <a:pt x="905704" y="4479220"/>
                  </a:lnTo>
                  <a:lnTo>
                    <a:pt x="905797" y="4479220"/>
                  </a:lnTo>
                  <a:lnTo>
                    <a:pt x="905891" y="4479220"/>
                  </a:lnTo>
                  <a:lnTo>
                    <a:pt x="905984" y="4479220"/>
                  </a:lnTo>
                  <a:lnTo>
                    <a:pt x="906077" y="4479220"/>
                  </a:lnTo>
                  <a:lnTo>
                    <a:pt x="906170" y="4479220"/>
                  </a:lnTo>
                  <a:lnTo>
                    <a:pt x="906264" y="4479220"/>
                  </a:lnTo>
                  <a:lnTo>
                    <a:pt x="906357" y="4479220"/>
                  </a:lnTo>
                  <a:lnTo>
                    <a:pt x="906450" y="4479220"/>
                  </a:lnTo>
                  <a:lnTo>
                    <a:pt x="906543" y="4479220"/>
                  </a:lnTo>
                  <a:lnTo>
                    <a:pt x="906637" y="4479220"/>
                  </a:lnTo>
                  <a:lnTo>
                    <a:pt x="906730" y="4479220"/>
                  </a:lnTo>
                  <a:lnTo>
                    <a:pt x="906823" y="4479220"/>
                  </a:lnTo>
                  <a:lnTo>
                    <a:pt x="906916" y="4479220"/>
                  </a:lnTo>
                  <a:lnTo>
                    <a:pt x="907010" y="4479220"/>
                  </a:lnTo>
                  <a:lnTo>
                    <a:pt x="907103" y="4479220"/>
                  </a:lnTo>
                  <a:lnTo>
                    <a:pt x="907196" y="4479220"/>
                  </a:lnTo>
                  <a:lnTo>
                    <a:pt x="907289" y="4479220"/>
                  </a:lnTo>
                  <a:lnTo>
                    <a:pt x="907289" y="4469266"/>
                  </a:lnTo>
                  <a:lnTo>
                    <a:pt x="907383" y="4469266"/>
                  </a:lnTo>
                  <a:lnTo>
                    <a:pt x="907476" y="4469266"/>
                  </a:lnTo>
                  <a:lnTo>
                    <a:pt x="907569" y="4469266"/>
                  </a:lnTo>
                  <a:lnTo>
                    <a:pt x="907662" y="4469266"/>
                  </a:lnTo>
                  <a:lnTo>
                    <a:pt x="907756" y="4469266"/>
                  </a:lnTo>
                  <a:lnTo>
                    <a:pt x="907849" y="4469266"/>
                  </a:lnTo>
                  <a:lnTo>
                    <a:pt x="907942" y="4469266"/>
                  </a:lnTo>
                  <a:lnTo>
                    <a:pt x="908035" y="4469266"/>
                  </a:lnTo>
                  <a:lnTo>
                    <a:pt x="908129" y="4469266"/>
                  </a:lnTo>
                  <a:lnTo>
                    <a:pt x="908222" y="4469266"/>
                  </a:lnTo>
                  <a:lnTo>
                    <a:pt x="908315" y="4469266"/>
                  </a:lnTo>
                  <a:lnTo>
                    <a:pt x="908408" y="4469266"/>
                  </a:lnTo>
                  <a:lnTo>
                    <a:pt x="908502" y="4469266"/>
                  </a:lnTo>
                  <a:lnTo>
                    <a:pt x="908595" y="4469266"/>
                  </a:lnTo>
                  <a:lnTo>
                    <a:pt x="908688" y="4469266"/>
                  </a:lnTo>
                  <a:lnTo>
                    <a:pt x="908781" y="4469266"/>
                  </a:lnTo>
                  <a:lnTo>
                    <a:pt x="908874" y="4469266"/>
                  </a:lnTo>
                  <a:lnTo>
                    <a:pt x="908968" y="4469266"/>
                  </a:lnTo>
                  <a:lnTo>
                    <a:pt x="909061" y="4469266"/>
                  </a:lnTo>
                  <a:lnTo>
                    <a:pt x="909154" y="4469266"/>
                  </a:lnTo>
                  <a:lnTo>
                    <a:pt x="909247" y="4469266"/>
                  </a:lnTo>
                  <a:lnTo>
                    <a:pt x="909341" y="4469266"/>
                  </a:lnTo>
                  <a:lnTo>
                    <a:pt x="909434" y="4469266"/>
                  </a:lnTo>
                  <a:lnTo>
                    <a:pt x="909527" y="4469266"/>
                  </a:lnTo>
                  <a:lnTo>
                    <a:pt x="909620" y="4469266"/>
                  </a:lnTo>
                  <a:lnTo>
                    <a:pt x="909714" y="4469266"/>
                  </a:lnTo>
                  <a:lnTo>
                    <a:pt x="909807" y="4469266"/>
                  </a:lnTo>
                  <a:lnTo>
                    <a:pt x="909900" y="4469266"/>
                  </a:lnTo>
                  <a:lnTo>
                    <a:pt x="909993" y="4469266"/>
                  </a:lnTo>
                  <a:lnTo>
                    <a:pt x="910087" y="4469266"/>
                  </a:lnTo>
                  <a:lnTo>
                    <a:pt x="910180" y="4469266"/>
                  </a:lnTo>
                  <a:lnTo>
                    <a:pt x="910273" y="4469266"/>
                  </a:lnTo>
                  <a:lnTo>
                    <a:pt x="910366" y="4469266"/>
                  </a:lnTo>
                  <a:lnTo>
                    <a:pt x="910460" y="4469266"/>
                  </a:lnTo>
                  <a:lnTo>
                    <a:pt x="910553" y="4469266"/>
                  </a:lnTo>
                  <a:lnTo>
                    <a:pt x="910646" y="4469266"/>
                  </a:lnTo>
                  <a:lnTo>
                    <a:pt x="910739" y="4469266"/>
                  </a:lnTo>
                  <a:lnTo>
                    <a:pt x="910833" y="4469266"/>
                  </a:lnTo>
                  <a:lnTo>
                    <a:pt x="910926" y="4469266"/>
                  </a:lnTo>
                  <a:lnTo>
                    <a:pt x="911019" y="4469266"/>
                  </a:lnTo>
                  <a:lnTo>
                    <a:pt x="911112" y="4469266"/>
                  </a:lnTo>
                  <a:lnTo>
                    <a:pt x="911206" y="4469266"/>
                  </a:lnTo>
                  <a:lnTo>
                    <a:pt x="911299" y="4469266"/>
                  </a:lnTo>
                  <a:lnTo>
                    <a:pt x="911392" y="4469266"/>
                  </a:lnTo>
                  <a:lnTo>
                    <a:pt x="911485" y="4469266"/>
                  </a:lnTo>
                  <a:lnTo>
                    <a:pt x="911579" y="4469266"/>
                  </a:lnTo>
                  <a:lnTo>
                    <a:pt x="911672" y="4469266"/>
                  </a:lnTo>
                  <a:lnTo>
                    <a:pt x="911765" y="4469266"/>
                  </a:lnTo>
                  <a:lnTo>
                    <a:pt x="911858" y="4469266"/>
                  </a:lnTo>
                  <a:lnTo>
                    <a:pt x="911952" y="4469266"/>
                  </a:lnTo>
                  <a:lnTo>
                    <a:pt x="912045" y="4469266"/>
                  </a:lnTo>
                  <a:lnTo>
                    <a:pt x="912138" y="4469266"/>
                  </a:lnTo>
                  <a:lnTo>
                    <a:pt x="912231" y="4469266"/>
                  </a:lnTo>
                  <a:lnTo>
                    <a:pt x="912325" y="4469266"/>
                  </a:lnTo>
                  <a:lnTo>
                    <a:pt x="912418" y="4469266"/>
                  </a:lnTo>
                  <a:lnTo>
                    <a:pt x="912511" y="4469266"/>
                  </a:lnTo>
                  <a:lnTo>
                    <a:pt x="912604" y="4469266"/>
                  </a:lnTo>
                  <a:lnTo>
                    <a:pt x="912698" y="4469266"/>
                  </a:lnTo>
                  <a:lnTo>
                    <a:pt x="912791" y="4469266"/>
                  </a:lnTo>
                  <a:lnTo>
                    <a:pt x="912884" y="4469266"/>
                  </a:lnTo>
                  <a:lnTo>
                    <a:pt x="912977" y="4469266"/>
                  </a:lnTo>
                  <a:lnTo>
                    <a:pt x="913071" y="4469266"/>
                  </a:lnTo>
                  <a:lnTo>
                    <a:pt x="913164" y="4469266"/>
                  </a:lnTo>
                  <a:lnTo>
                    <a:pt x="913257" y="4469266"/>
                  </a:lnTo>
                  <a:lnTo>
                    <a:pt x="913350" y="4469266"/>
                  </a:lnTo>
                  <a:lnTo>
                    <a:pt x="913444" y="4469266"/>
                  </a:lnTo>
                  <a:lnTo>
                    <a:pt x="913537" y="4469266"/>
                  </a:lnTo>
                  <a:lnTo>
                    <a:pt x="913630" y="4469266"/>
                  </a:lnTo>
                  <a:lnTo>
                    <a:pt x="913723" y="4469266"/>
                  </a:lnTo>
                  <a:lnTo>
                    <a:pt x="913817" y="4469266"/>
                  </a:lnTo>
                  <a:lnTo>
                    <a:pt x="913910" y="4469266"/>
                  </a:lnTo>
                  <a:lnTo>
                    <a:pt x="914003" y="4469266"/>
                  </a:lnTo>
                  <a:lnTo>
                    <a:pt x="914096" y="4469266"/>
                  </a:lnTo>
                  <a:lnTo>
                    <a:pt x="914190" y="4469266"/>
                  </a:lnTo>
                  <a:lnTo>
                    <a:pt x="914283" y="4469266"/>
                  </a:lnTo>
                  <a:lnTo>
                    <a:pt x="914376" y="4469266"/>
                  </a:lnTo>
                  <a:lnTo>
                    <a:pt x="914469" y="4469266"/>
                  </a:lnTo>
                  <a:lnTo>
                    <a:pt x="914563" y="4469266"/>
                  </a:lnTo>
                  <a:lnTo>
                    <a:pt x="914656" y="4469266"/>
                  </a:lnTo>
                  <a:lnTo>
                    <a:pt x="914749" y="4469266"/>
                  </a:lnTo>
                  <a:lnTo>
                    <a:pt x="914842" y="4469266"/>
                  </a:lnTo>
                  <a:lnTo>
                    <a:pt x="914936" y="4469266"/>
                  </a:lnTo>
                  <a:lnTo>
                    <a:pt x="915029" y="4469266"/>
                  </a:lnTo>
                  <a:lnTo>
                    <a:pt x="915122" y="4469266"/>
                  </a:lnTo>
                  <a:lnTo>
                    <a:pt x="915215" y="4469266"/>
                  </a:lnTo>
                  <a:lnTo>
                    <a:pt x="915309" y="4469266"/>
                  </a:lnTo>
                  <a:lnTo>
                    <a:pt x="915402" y="4469266"/>
                  </a:lnTo>
                  <a:lnTo>
                    <a:pt x="915495" y="4469266"/>
                  </a:lnTo>
                  <a:lnTo>
                    <a:pt x="915588" y="4469266"/>
                  </a:lnTo>
                  <a:lnTo>
                    <a:pt x="915682" y="4469266"/>
                  </a:lnTo>
                  <a:lnTo>
                    <a:pt x="915775" y="4469266"/>
                  </a:lnTo>
                  <a:lnTo>
                    <a:pt x="915868" y="4469266"/>
                  </a:lnTo>
                  <a:lnTo>
                    <a:pt x="915961" y="4469266"/>
                  </a:lnTo>
                  <a:lnTo>
                    <a:pt x="916054" y="4469266"/>
                  </a:lnTo>
                  <a:lnTo>
                    <a:pt x="916148" y="4469266"/>
                  </a:lnTo>
                  <a:lnTo>
                    <a:pt x="916241" y="4469266"/>
                  </a:lnTo>
                  <a:lnTo>
                    <a:pt x="916334" y="4469266"/>
                  </a:lnTo>
                  <a:lnTo>
                    <a:pt x="916427" y="4469266"/>
                  </a:lnTo>
                  <a:lnTo>
                    <a:pt x="916521" y="4469266"/>
                  </a:lnTo>
                  <a:lnTo>
                    <a:pt x="916614" y="4469266"/>
                  </a:lnTo>
                  <a:lnTo>
                    <a:pt x="916707" y="4469266"/>
                  </a:lnTo>
                  <a:lnTo>
                    <a:pt x="916800" y="4469266"/>
                  </a:lnTo>
                  <a:lnTo>
                    <a:pt x="916894" y="4469266"/>
                  </a:lnTo>
                  <a:lnTo>
                    <a:pt x="916987" y="4469266"/>
                  </a:lnTo>
                  <a:lnTo>
                    <a:pt x="917080" y="4469266"/>
                  </a:lnTo>
                  <a:lnTo>
                    <a:pt x="917173" y="4469266"/>
                  </a:lnTo>
                  <a:lnTo>
                    <a:pt x="917267" y="4469266"/>
                  </a:lnTo>
                  <a:lnTo>
                    <a:pt x="917360" y="4469266"/>
                  </a:lnTo>
                  <a:lnTo>
                    <a:pt x="917453" y="4469266"/>
                  </a:lnTo>
                  <a:lnTo>
                    <a:pt x="917546" y="4469266"/>
                  </a:lnTo>
                  <a:lnTo>
                    <a:pt x="917640" y="4469266"/>
                  </a:lnTo>
                  <a:lnTo>
                    <a:pt x="917640" y="4459312"/>
                  </a:lnTo>
                  <a:lnTo>
                    <a:pt x="917733" y="4459312"/>
                  </a:lnTo>
                  <a:lnTo>
                    <a:pt x="917826" y="4459312"/>
                  </a:lnTo>
                  <a:lnTo>
                    <a:pt x="917919" y="4459312"/>
                  </a:lnTo>
                  <a:lnTo>
                    <a:pt x="918013" y="4459312"/>
                  </a:lnTo>
                  <a:lnTo>
                    <a:pt x="918106" y="4459312"/>
                  </a:lnTo>
                  <a:lnTo>
                    <a:pt x="918199" y="4459312"/>
                  </a:lnTo>
                  <a:lnTo>
                    <a:pt x="918292" y="4459312"/>
                  </a:lnTo>
                  <a:lnTo>
                    <a:pt x="918386" y="4459312"/>
                  </a:lnTo>
                  <a:lnTo>
                    <a:pt x="918479" y="4459312"/>
                  </a:lnTo>
                  <a:lnTo>
                    <a:pt x="918572" y="4459312"/>
                  </a:lnTo>
                  <a:lnTo>
                    <a:pt x="918665" y="4459312"/>
                  </a:lnTo>
                  <a:lnTo>
                    <a:pt x="918759" y="4459312"/>
                  </a:lnTo>
                  <a:lnTo>
                    <a:pt x="918852" y="4459312"/>
                  </a:lnTo>
                  <a:lnTo>
                    <a:pt x="918945" y="4459312"/>
                  </a:lnTo>
                  <a:lnTo>
                    <a:pt x="919038" y="4459312"/>
                  </a:lnTo>
                  <a:lnTo>
                    <a:pt x="919132" y="4459312"/>
                  </a:lnTo>
                  <a:lnTo>
                    <a:pt x="919225" y="4459312"/>
                  </a:lnTo>
                  <a:lnTo>
                    <a:pt x="919318" y="4459312"/>
                  </a:lnTo>
                  <a:lnTo>
                    <a:pt x="919411" y="4459312"/>
                  </a:lnTo>
                  <a:lnTo>
                    <a:pt x="919505" y="4459312"/>
                  </a:lnTo>
                  <a:lnTo>
                    <a:pt x="919505" y="4449358"/>
                  </a:lnTo>
                  <a:lnTo>
                    <a:pt x="919598" y="4449358"/>
                  </a:lnTo>
                  <a:lnTo>
                    <a:pt x="919691" y="4449358"/>
                  </a:lnTo>
                  <a:lnTo>
                    <a:pt x="919784" y="4449358"/>
                  </a:lnTo>
                  <a:lnTo>
                    <a:pt x="919878" y="4449358"/>
                  </a:lnTo>
                  <a:lnTo>
                    <a:pt x="919971" y="4449358"/>
                  </a:lnTo>
                  <a:lnTo>
                    <a:pt x="920064" y="4449358"/>
                  </a:lnTo>
                  <a:lnTo>
                    <a:pt x="920157" y="4449358"/>
                  </a:lnTo>
                  <a:lnTo>
                    <a:pt x="920251" y="4449358"/>
                  </a:lnTo>
                  <a:lnTo>
                    <a:pt x="920344" y="4449358"/>
                  </a:lnTo>
                  <a:lnTo>
                    <a:pt x="920437" y="4449358"/>
                  </a:lnTo>
                  <a:lnTo>
                    <a:pt x="920530" y="4449358"/>
                  </a:lnTo>
                  <a:lnTo>
                    <a:pt x="920530" y="4439404"/>
                  </a:lnTo>
                  <a:lnTo>
                    <a:pt x="920624" y="4439404"/>
                  </a:lnTo>
                  <a:lnTo>
                    <a:pt x="920717" y="4439404"/>
                  </a:lnTo>
                  <a:lnTo>
                    <a:pt x="920810" y="4439404"/>
                  </a:lnTo>
                  <a:lnTo>
                    <a:pt x="920903" y="4439404"/>
                  </a:lnTo>
                  <a:lnTo>
                    <a:pt x="920997" y="4439404"/>
                  </a:lnTo>
                  <a:lnTo>
                    <a:pt x="921090" y="4439404"/>
                  </a:lnTo>
                  <a:lnTo>
                    <a:pt x="921183" y="4439404"/>
                  </a:lnTo>
                  <a:lnTo>
                    <a:pt x="921276" y="4439404"/>
                  </a:lnTo>
                  <a:lnTo>
                    <a:pt x="921370" y="4439404"/>
                  </a:lnTo>
                  <a:lnTo>
                    <a:pt x="921463" y="4439404"/>
                  </a:lnTo>
                  <a:lnTo>
                    <a:pt x="921556" y="4439404"/>
                  </a:lnTo>
                  <a:lnTo>
                    <a:pt x="921649" y="4439404"/>
                  </a:lnTo>
                  <a:lnTo>
                    <a:pt x="921743" y="4439404"/>
                  </a:lnTo>
                  <a:lnTo>
                    <a:pt x="921836" y="4439404"/>
                  </a:lnTo>
                  <a:lnTo>
                    <a:pt x="921929" y="4439404"/>
                  </a:lnTo>
                  <a:lnTo>
                    <a:pt x="922022" y="4439404"/>
                  </a:lnTo>
                  <a:lnTo>
                    <a:pt x="922116" y="4439404"/>
                  </a:lnTo>
                  <a:lnTo>
                    <a:pt x="922209" y="4439404"/>
                  </a:lnTo>
                  <a:lnTo>
                    <a:pt x="922302" y="4439404"/>
                  </a:lnTo>
                  <a:lnTo>
                    <a:pt x="922395" y="4439404"/>
                  </a:lnTo>
                  <a:lnTo>
                    <a:pt x="922489" y="4439404"/>
                  </a:lnTo>
                  <a:lnTo>
                    <a:pt x="922582" y="4439404"/>
                  </a:lnTo>
                  <a:lnTo>
                    <a:pt x="922675" y="4439404"/>
                  </a:lnTo>
                  <a:lnTo>
                    <a:pt x="922768" y="4439404"/>
                  </a:lnTo>
                  <a:lnTo>
                    <a:pt x="922861" y="4439404"/>
                  </a:lnTo>
                  <a:lnTo>
                    <a:pt x="922955" y="4439404"/>
                  </a:lnTo>
                  <a:lnTo>
                    <a:pt x="923048" y="4439404"/>
                  </a:lnTo>
                  <a:lnTo>
                    <a:pt x="923141" y="4439404"/>
                  </a:lnTo>
                  <a:lnTo>
                    <a:pt x="923234" y="4439404"/>
                  </a:lnTo>
                  <a:lnTo>
                    <a:pt x="923328" y="4439404"/>
                  </a:lnTo>
                  <a:lnTo>
                    <a:pt x="923421" y="4439404"/>
                  </a:lnTo>
                  <a:lnTo>
                    <a:pt x="923514" y="4439404"/>
                  </a:lnTo>
                  <a:lnTo>
                    <a:pt x="923607" y="4439404"/>
                  </a:lnTo>
                  <a:lnTo>
                    <a:pt x="923701" y="4439404"/>
                  </a:lnTo>
                  <a:lnTo>
                    <a:pt x="923794" y="4439404"/>
                  </a:lnTo>
                  <a:lnTo>
                    <a:pt x="923887" y="4439404"/>
                  </a:lnTo>
                  <a:lnTo>
                    <a:pt x="923980" y="4439404"/>
                  </a:lnTo>
                  <a:lnTo>
                    <a:pt x="924074" y="4439404"/>
                  </a:lnTo>
                  <a:lnTo>
                    <a:pt x="924167" y="4439404"/>
                  </a:lnTo>
                  <a:lnTo>
                    <a:pt x="924260" y="4439404"/>
                  </a:lnTo>
                  <a:lnTo>
                    <a:pt x="924353" y="4439404"/>
                  </a:lnTo>
                  <a:lnTo>
                    <a:pt x="924447" y="4439404"/>
                  </a:lnTo>
                  <a:lnTo>
                    <a:pt x="924540" y="4439404"/>
                  </a:lnTo>
                  <a:lnTo>
                    <a:pt x="924633" y="4439404"/>
                  </a:lnTo>
                  <a:lnTo>
                    <a:pt x="924726" y="4439404"/>
                  </a:lnTo>
                  <a:lnTo>
                    <a:pt x="924820" y="4439404"/>
                  </a:lnTo>
                  <a:lnTo>
                    <a:pt x="924913" y="4439404"/>
                  </a:lnTo>
                  <a:lnTo>
                    <a:pt x="925006" y="4439404"/>
                  </a:lnTo>
                  <a:lnTo>
                    <a:pt x="925099" y="4439404"/>
                  </a:lnTo>
                  <a:lnTo>
                    <a:pt x="925193" y="4439404"/>
                  </a:lnTo>
                  <a:lnTo>
                    <a:pt x="925286" y="4439404"/>
                  </a:lnTo>
                  <a:lnTo>
                    <a:pt x="925379" y="4439404"/>
                  </a:lnTo>
                  <a:lnTo>
                    <a:pt x="925472" y="4439404"/>
                  </a:lnTo>
                  <a:lnTo>
                    <a:pt x="925566" y="4439404"/>
                  </a:lnTo>
                  <a:lnTo>
                    <a:pt x="925659" y="4439404"/>
                  </a:lnTo>
                  <a:lnTo>
                    <a:pt x="925752" y="4439404"/>
                  </a:lnTo>
                  <a:lnTo>
                    <a:pt x="925845" y="4439404"/>
                  </a:lnTo>
                  <a:lnTo>
                    <a:pt x="925939" y="4439404"/>
                  </a:lnTo>
                  <a:lnTo>
                    <a:pt x="926032" y="4439404"/>
                  </a:lnTo>
                  <a:lnTo>
                    <a:pt x="926125" y="4439404"/>
                  </a:lnTo>
                  <a:lnTo>
                    <a:pt x="926218" y="4439404"/>
                  </a:lnTo>
                  <a:lnTo>
                    <a:pt x="926312" y="4439404"/>
                  </a:lnTo>
                  <a:lnTo>
                    <a:pt x="926405" y="4439404"/>
                  </a:lnTo>
                  <a:lnTo>
                    <a:pt x="926498" y="4439404"/>
                  </a:lnTo>
                  <a:lnTo>
                    <a:pt x="926591" y="4439404"/>
                  </a:lnTo>
                  <a:lnTo>
                    <a:pt x="926685" y="4439404"/>
                  </a:lnTo>
                  <a:lnTo>
                    <a:pt x="926778" y="4439404"/>
                  </a:lnTo>
                  <a:lnTo>
                    <a:pt x="926871" y="4439404"/>
                  </a:lnTo>
                  <a:lnTo>
                    <a:pt x="926964" y="4439404"/>
                  </a:lnTo>
                  <a:lnTo>
                    <a:pt x="927058" y="4439404"/>
                  </a:lnTo>
                  <a:lnTo>
                    <a:pt x="927151" y="4439404"/>
                  </a:lnTo>
                  <a:lnTo>
                    <a:pt x="927244" y="4439404"/>
                  </a:lnTo>
                  <a:lnTo>
                    <a:pt x="927244" y="4429451"/>
                  </a:lnTo>
                  <a:lnTo>
                    <a:pt x="927337" y="4429451"/>
                  </a:lnTo>
                  <a:lnTo>
                    <a:pt x="927431" y="4429451"/>
                  </a:lnTo>
                  <a:lnTo>
                    <a:pt x="927524" y="4429451"/>
                  </a:lnTo>
                  <a:lnTo>
                    <a:pt x="927617" y="4429451"/>
                  </a:lnTo>
                  <a:lnTo>
                    <a:pt x="927710" y="4429451"/>
                  </a:lnTo>
                  <a:lnTo>
                    <a:pt x="927804" y="4429451"/>
                  </a:lnTo>
                  <a:lnTo>
                    <a:pt x="927897" y="4429451"/>
                  </a:lnTo>
                  <a:lnTo>
                    <a:pt x="927990" y="4429451"/>
                  </a:lnTo>
                  <a:lnTo>
                    <a:pt x="928083" y="4429451"/>
                  </a:lnTo>
                  <a:lnTo>
                    <a:pt x="928177" y="4429451"/>
                  </a:lnTo>
                  <a:lnTo>
                    <a:pt x="928270" y="4429451"/>
                  </a:lnTo>
                  <a:lnTo>
                    <a:pt x="928363" y="4429451"/>
                  </a:lnTo>
                  <a:lnTo>
                    <a:pt x="928456" y="4429451"/>
                  </a:lnTo>
                  <a:lnTo>
                    <a:pt x="928550" y="4429451"/>
                  </a:lnTo>
                  <a:lnTo>
                    <a:pt x="928643" y="4429451"/>
                  </a:lnTo>
                  <a:lnTo>
                    <a:pt x="928736" y="4429451"/>
                  </a:lnTo>
                  <a:lnTo>
                    <a:pt x="928829" y="4429451"/>
                  </a:lnTo>
                  <a:lnTo>
                    <a:pt x="928923" y="4429451"/>
                  </a:lnTo>
                  <a:lnTo>
                    <a:pt x="929016" y="4429451"/>
                  </a:lnTo>
                  <a:lnTo>
                    <a:pt x="929109" y="4429451"/>
                  </a:lnTo>
                  <a:lnTo>
                    <a:pt x="929202" y="4429451"/>
                  </a:lnTo>
                  <a:lnTo>
                    <a:pt x="929296" y="4429451"/>
                  </a:lnTo>
                  <a:lnTo>
                    <a:pt x="929389" y="4429451"/>
                  </a:lnTo>
                  <a:lnTo>
                    <a:pt x="929482" y="4429451"/>
                  </a:lnTo>
                  <a:lnTo>
                    <a:pt x="929575" y="4429451"/>
                  </a:lnTo>
                  <a:lnTo>
                    <a:pt x="929668" y="4429451"/>
                  </a:lnTo>
                  <a:lnTo>
                    <a:pt x="929762" y="4429451"/>
                  </a:lnTo>
                  <a:lnTo>
                    <a:pt x="929855" y="4429451"/>
                  </a:lnTo>
                  <a:lnTo>
                    <a:pt x="929948" y="4429451"/>
                  </a:lnTo>
                  <a:lnTo>
                    <a:pt x="930041" y="4429451"/>
                  </a:lnTo>
                  <a:lnTo>
                    <a:pt x="930041" y="4419497"/>
                  </a:lnTo>
                  <a:lnTo>
                    <a:pt x="930135" y="4419497"/>
                  </a:lnTo>
                  <a:lnTo>
                    <a:pt x="930228" y="4419497"/>
                  </a:lnTo>
                  <a:lnTo>
                    <a:pt x="930321" y="4419497"/>
                  </a:lnTo>
                  <a:lnTo>
                    <a:pt x="930321" y="4409543"/>
                  </a:lnTo>
                  <a:lnTo>
                    <a:pt x="930414" y="4409543"/>
                  </a:lnTo>
                  <a:lnTo>
                    <a:pt x="930508" y="4409543"/>
                  </a:lnTo>
                  <a:lnTo>
                    <a:pt x="930601" y="4409543"/>
                  </a:lnTo>
                  <a:lnTo>
                    <a:pt x="930694" y="4409543"/>
                  </a:lnTo>
                  <a:lnTo>
                    <a:pt x="930787" y="4409543"/>
                  </a:lnTo>
                  <a:lnTo>
                    <a:pt x="930881" y="4409543"/>
                  </a:lnTo>
                  <a:lnTo>
                    <a:pt x="930974" y="4409543"/>
                  </a:lnTo>
                  <a:lnTo>
                    <a:pt x="931067" y="4409543"/>
                  </a:lnTo>
                  <a:lnTo>
                    <a:pt x="931160" y="4409543"/>
                  </a:lnTo>
                  <a:lnTo>
                    <a:pt x="931254" y="4409543"/>
                  </a:lnTo>
                  <a:lnTo>
                    <a:pt x="931347" y="4409543"/>
                  </a:lnTo>
                  <a:lnTo>
                    <a:pt x="931440" y="4409543"/>
                  </a:lnTo>
                  <a:lnTo>
                    <a:pt x="931533" y="4409543"/>
                  </a:lnTo>
                  <a:lnTo>
                    <a:pt x="931627" y="4409543"/>
                  </a:lnTo>
                  <a:lnTo>
                    <a:pt x="931720" y="4409543"/>
                  </a:lnTo>
                  <a:lnTo>
                    <a:pt x="931813" y="4409543"/>
                  </a:lnTo>
                  <a:lnTo>
                    <a:pt x="931906" y="4409543"/>
                  </a:lnTo>
                  <a:lnTo>
                    <a:pt x="932000" y="4409543"/>
                  </a:lnTo>
                  <a:lnTo>
                    <a:pt x="932093" y="4409543"/>
                  </a:lnTo>
                  <a:lnTo>
                    <a:pt x="932186" y="4409543"/>
                  </a:lnTo>
                  <a:lnTo>
                    <a:pt x="932279" y="4409543"/>
                  </a:lnTo>
                  <a:lnTo>
                    <a:pt x="932373" y="4409543"/>
                  </a:lnTo>
                  <a:lnTo>
                    <a:pt x="932466" y="4409543"/>
                  </a:lnTo>
                  <a:lnTo>
                    <a:pt x="932559" y="4409543"/>
                  </a:lnTo>
                  <a:lnTo>
                    <a:pt x="932652" y="4409543"/>
                  </a:lnTo>
                  <a:lnTo>
                    <a:pt x="932746" y="4409543"/>
                  </a:lnTo>
                  <a:lnTo>
                    <a:pt x="932746" y="4399589"/>
                  </a:lnTo>
                  <a:lnTo>
                    <a:pt x="932839" y="4399589"/>
                  </a:lnTo>
                  <a:lnTo>
                    <a:pt x="932932" y="4399589"/>
                  </a:lnTo>
                  <a:lnTo>
                    <a:pt x="933025" y="4399589"/>
                  </a:lnTo>
                  <a:lnTo>
                    <a:pt x="933119" y="4399589"/>
                  </a:lnTo>
                  <a:lnTo>
                    <a:pt x="933212" y="4399589"/>
                  </a:lnTo>
                  <a:lnTo>
                    <a:pt x="933305" y="4399589"/>
                  </a:lnTo>
                  <a:lnTo>
                    <a:pt x="933398" y="4399589"/>
                  </a:lnTo>
                  <a:lnTo>
                    <a:pt x="933492" y="4399589"/>
                  </a:lnTo>
                  <a:lnTo>
                    <a:pt x="933585" y="4399589"/>
                  </a:lnTo>
                  <a:lnTo>
                    <a:pt x="933678" y="4399589"/>
                  </a:lnTo>
                  <a:lnTo>
                    <a:pt x="933771" y="4399589"/>
                  </a:lnTo>
                  <a:lnTo>
                    <a:pt x="933865" y="4399589"/>
                  </a:lnTo>
                  <a:lnTo>
                    <a:pt x="933958" y="4399589"/>
                  </a:lnTo>
                  <a:lnTo>
                    <a:pt x="934051" y="4399589"/>
                  </a:lnTo>
                  <a:lnTo>
                    <a:pt x="934144" y="4399589"/>
                  </a:lnTo>
                  <a:lnTo>
                    <a:pt x="934238" y="4399589"/>
                  </a:lnTo>
                  <a:lnTo>
                    <a:pt x="934331" y="4399589"/>
                  </a:lnTo>
                  <a:lnTo>
                    <a:pt x="934424" y="4399589"/>
                  </a:lnTo>
                  <a:lnTo>
                    <a:pt x="934517" y="4399589"/>
                  </a:lnTo>
                  <a:lnTo>
                    <a:pt x="934611" y="4399589"/>
                  </a:lnTo>
                  <a:lnTo>
                    <a:pt x="934704" y="4399589"/>
                  </a:lnTo>
                  <a:lnTo>
                    <a:pt x="934797" y="4399589"/>
                  </a:lnTo>
                  <a:lnTo>
                    <a:pt x="934890" y="4399589"/>
                  </a:lnTo>
                  <a:lnTo>
                    <a:pt x="934984" y="4399589"/>
                  </a:lnTo>
                  <a:lnTo>
                    <a:pt x="935077" y="4399589"/>
                  </a:lnTo>
                  <a:lnTo>
                    <a:pt x="935170" y="4399589"/>
                  </a:lnTo>
                  <a:lnTo>
                    <a:pt x="935263" y="4399589"/>
                  </a:lnTo>
                  <a:lnTo>
                    <a:pt x="935357" y="4399589"/>
                  </a:lnTo>
                  <a:lnTo>
                    <a:pt x="935450" y="4399589"/>
                  </a:lnTo>
                  <a:lnTo>
                    <a:pt x="935543" y="4399589"/>
                  </a:lnTo>
                  <a:lnTo>
                    <a:pt x="935636" y="4399589"/>
                  </a:lnTo>
                  <a:lnTo>
                    <a:pt x="935636" y="4389635"/>
                  </a:lnTo>
                  <a:lnTo>
                    <a:pt x="935730" y="4389635"/>
                  </a:lnTo>
                  <a:lnTo>
                    <a:pt x="935823" y="4389635"/>
                  </a:lnTo>
                  <a:lnTo>
                    <a:pt x="935916" y="4389635"/>
                  </a:lnTo>
                  <a:lnTo>
                    <a:pt x="936009" y="4389635"/>
                  </a:lnTo>
                  <a:lnTo>
                    <a:pt x="936103" y="4389635"/>
                  </a:lnTo>
                  <a:lnTo>
                    <a:pt x="936196" y="4389635"/>
                  </a:lnTo>
                  <a:lnTo>
                    <a:pt x="936289" y="4389635"/>
                  </a:lnTo>
                  <a:lnTo>
                    <a:pt x="936382" y="4389635"/>
                  </a:lnTo>
                  <a:lnTo>
                    <a:pt x="936476" y="4389635"/>
                  </a:lnTo>
                  <a:lnTo>
                    <a:pt x="936569" y="4389635"/>
                  </a:lnTo>
                  <a:lnTo>
                    <a:pt x="936662" y="4389635"/>
                  </a:lnTo>
                  <a:lnTo>
                    <a:pt x="936755" y="4389635"/>
                  </a:lnTo>
                  <a:lnTo>
                    <a:pt x="936848" y="4389635"/>
                  </a:lnTo>
                  <a:lnTo>
                    <a:pt x="936942" y="4389635"/>
                  </a:lnTo>
                  <a:lnTo>
                    <a:pt x="937035" y="4389635"/>
                  </a:lnTo>
                  <a:lnTo>
                    <a:pt x="937128" y="4389635"/>
                  </a:lnTo>
                  <a:lnTo>
                    <a:pt x="937221" y="4389635"/>
                  </a:lnTo>
                  <a:lnTo>
                    <a:pt x="937315" y="4389635"/>
                  </a:lnTo>
                  <a:lnTo>
                    <a:pt x="937408" y="4389635"/>
                  </a:lnTo>
                  <a:lnTo>
                    <a:pt x="937501" y="4389635"/>
                  </a:lnTo>
                  <a:lnTo>
                    <a:pt x="937594" y="4389635"/>
                  </a:lnTo>
                  <a:lnTo>
                    <a:pt x="937688" y="4389635"/>
                  </a:lnTo>
                  <a:lnTo>
                    <a:pt x="937781" y="4389635"/>
                  </a:lnTo>
                  <a:lnTo>
                    <a:pt x="937874" y="4389635"/>
                  </a:lnTo>
                  <a:lnTo>
                    <a:pt x="937967" y="4389635"/>
                  </a:lnTo>
                  <a:lnTo>
                    <a:pt x="938061" y="4389635"/>
                  </a:lnTo>
                  <a:lnTo>
                    <a:pt x="938154" y="4389635"/>
                  </a:lnTo>
                  <a:lnTo>
                    <a:pt x="938247" y="4389635"/>
                  </a:lnTo>
                  <a:lnTo>
                    <a:pt x="938340" y="4389635"/>
                  </a:lnTo>
                  <a:lnTo>
                    <a:pt x="938434" y="4389635"/>
                  </a:lnTo>
                  <a:lnTo>
                    <a:pt x="938527" y="4389635"/>
                  </a:lnTo>
                  <a:lnTo>
                    <a:pt x="938620" y="4389635"/>
                  </a:lnTo>
                  <a:lnTo>
                    <a:pt x="938713" y="4389635"/>
                  </a:lnTo>
                  <a:lnTo>
                    <a:pt x="938807" y="4389635"/>
                  </a:lnTo>
                  <a:lnTo>
                    <a:pt x="938900" y="4389635"/>
                  </a:lnTo>
                  <a:lnTo>
                    <a:pt x="938993" y="4389635"/>
                  </a:lnTo>
                  <a:lnTo>
                    <a:pt x="939086" y="4389635"/>
                  </a:lnTo>
                  <a:lnTo>
                    <a:pt x="939180" y="4389635"/>
                  </a:lnTo>
                  <a:lnTo>
                    <a:pt x="939273" y="4389635"/>
                  </a:lnTo>
                  <a:lnTo>
                    <a:pt x="939366" y="4389635"/>
                  </a:lnTo>
                  <a:lnTo>
                    <a:pt x="939459" y="4389635"/>
                  </a:lnTo>
                  <a:lnTo>
                    <a:pt x="939553" y="4389635"/>
                  </a:lnTo>
                  <a:lnTo>
                    <a:pt x="939646" y="4389635"/>
                  </a:lnTo>
                  <a:lnTo>
                    <a:pt x="939739" y="4389635"/>
                  </a:lnTo>
                  <a:lnTo>
                    <a:pt x="939832" y="4389635"/>
                  </a:lnTo>
                  <a:lnTo>
                    <a:pt x="939926" y="4389635"/>
                  </a:lnTo>
                  <a:lnTo>
                    <a:pt x="940019" y="4389635"/>
                  </a:lnTo>
                  <a:lnTo>
                    <a:pt x="940112" y="4389635"/>
                  </a:lnTo>
                  <a:lnTo>
                    <a:pt x="940205" y="4389635"/>
                  </a:lnTo>
                  <a:lnTo>
                    <a:pt x="940299" y="4389635"/>
                  </a:lnTo>
                  <a:lnTo>
                    <a:pt x="940392" y="4389635"/>
                  </a:lnTo>
                  <a:lnTo>
                    <a:pt x="940485" y="4389635"/>
                  </a:lnTo>
                  <a:lnTo>
                    <a:pt x="940578" y="4389635"/>
                  </a:lnTo>
                  <a:lnTo>
                    <a:pt x="940672" y="4389635"/>
                  </a:lnTo>
                  <a:lnTo>
                    <a:pt x="940765" y="4389635"/>
                  </a:lnTo>
                  <a:lnTo>
                    <a:pt x="940858" y="4389635"/>
                  </a:lnTo>
                  <a:lnTo>
                    <a:pt x="940951" y="4389635"/>
                  </a:lnTo>
                  <a:lnTo>
                    <a:pt x="941045" y="4389635"/>
                  </a:lnTo>
                  <a:lnTo>
                    <a:pt x="941138" y="4389635"/>
                  </a:lnTo>
                  <a:lnTo>
                    <a:pt x="941231" y="4389635"/>
                  </a:lnTo>
                  <a:lnTo>
                    <a:pt x="941324" y="4389635"/>
                  </a:lnTo>
                  <a:lnTo>
                    <a:pt x="941418" y="4389635"/>
                  </a:lnTo>
                  <a:lnTo>
                    <a:pt x="941511" y="4389635"/>
                  </a:lnTo>
                  <a:lnTo>
                    <a:pt x="941604" y="4389635"/>
                  </a:lnTo>
                  <a:lnTo>
                    <a:pt x="941697" y="4389635"/>
                  </a:lnTo>
                  <a:lnTo>
                    <a:pt x="941791" y="4389635"/>
                  </a:lnTo>
                  <a:lnTo>
                    <a:pt x="941884" y="4389635"/>
                  </a:lnTo>
                  <a:lnTo>
                    <a:pt x="941977" y="4389635"/>
                  </a:lnTo>
                  <a:lnTo>
                    <a:pt x="942070" y="4389635"/>
                  </a:lnTo>
                  <a:lnTo>
                    <a:pt x="942164" y="4389635"/>
                  </a:lnTo>
                  <a:lnTo>
                    <a:pt x="942257" y="4389635"/>
                  </a:lnTo>
                  <a:lnTo>
                    <a:pt x="942350" y="4389635"/>
                  </a:lnTo>
                  <a:lnTo>
                    <a:pt x="942443" y="4389635"/>
                  </a:lnTo>
                  <a:lnTo>
                    <a:pt x="942537" y="4389635"/>
                  </a:lnTo>
                  <a:lnTo>
                    <a:pt x="942630" y="4389635"/>
                  </a:lnTo>
                  <a:lnTo>
                    <a:pt x="942723" y="4389635"/>
                  </a:lnTo>
                  <a:lnTo>
                    <a:pt x="942816" y="4389635"/>
                  </a:lnTo>
                  <a:lnTo>
                    <a:pt x="942910" y="4389635"/>
                  </a:lnTo>
                  <a:lnTo>
                    <a:pt x="943003" y="4389635"/>
                  </a:lnTo>
                  <a:lnTo>
                    <a:pt x="943096" y="4389635"/>
                  </a:lnTo>
                  <a:lnTo>
                    <a:pt x="943189" y="4389635"/>
                  </a:lnTo>
                  <a:lnTo>
                    <a:pt x="943283" y="4389635"/>
                  </a:lnTo>
                  <a:lnTo>
                    <a:pt x="943376" y="4389635"/>
                  </a:lnTo>
                  <a:lnTo>
                    <a:pt x="943469" y="4389635"/>
                  </a:lnTo>
                  <a:lnTo>
                    <a:pt x="943562" y="4389635"/>
                  </a:lnTo>
                  <a:lnTo>
                    <a:pt x="943655" y="4389635"/>
                  </a:lnTo>
                  <a:lnTo>
                    <a:pt x="943749" y="4389635"/>
                  </a:lnTo>
                  <a:lnTo>
                    <a:pt x="943842" y="4389635"/>
                  </a:lnTo>
                  <a:lnTo>
                    <a:pt x="943935" y="4389635"/>
                  </a:lnTo>
                  <a:lnTo>
                    <a:pt x="944028" y="4389635"/>
                  </a:lnTo>
                  <a:lnTo>
                    <a:pt x="944122" y="4389635"/>
                  </a:lnTo>
                  <a:lnTo>
                    <a:pt x="944215" y="4389635"/>
                  </a:lnTo>
                  <a:lnTo>
                    <a:pt x="944308" y="4389635"/>
                  </a:lnTo>
                  <a:lnTo>
                    <a:pt x="944401" y="4389635"/>
                  </a:lnTo>
                  <a:lnTo>
                    <a:pt x="944495" y="4389635"/>
                  </a:lnTo>
                  <a:lnTo>
                    <a:pt x="944588" y="4389635"/>
                  </a:lnTo>
                  <a:lnTo>
                    <a:pt x="944681" y="4389635"/>
                  </a:lnTo>
                  <a:lnTo>
                    <a:pt x="944774" y="4389635"/>
                  </a:lnTo>
                  <a:lnTo>
                    <a:pt x="944868" y="4389635"/>
                  </a:lnTo>
                  <a:lnTo>
                    <a:pt x="944961" y="4389635"/>
                  </a:lnTo>
                  <a:lnTo>
                    <a:pt x="945054" y="4389635"/>
                  </a:lnTo>
                  <a:lnTo>
                    <a:pt x="945147" y="4389635"/>
                  </a:lnTo>
                  <a:lnTo>
                    <a:pt x="945241" y="4389635"/>
                  </a:lnTo>
                  <a:lnTo>
                    <a:pt x="945334" y="4389635"/>
                  </a:lnTo>
                  <a:lnTo>
                    <a:pt x="945427" y="4389635"/>
                  </a:lnTo>
                  <a:lnTo>
                    <a:pt x="945520" y="4389635"/>
                  </a:lnTo>
                  <a:lnTo>
                    <a:pt x="945614" y="4389635"/>
                  </a:lnTo>
                  <a:lnTo>
                    <a:pt x="945707" y="4389635"/>
                  </a:lnTo>
                  <a:lnTo>
                    <a:pt x="945800" y="4389635"/>
                  </a:lnTo>
                  <a:lnTo>
                    <a:pt x="945893" y="4389635"/>
                  </a:lnTo>
                  <a:lnTo>
                    <a:pt x="945987" y="4389635"/>
                  </a:lnTo>
                  <a:lnTo>
                    <a:pt x="946080" y="4389635"/>
                  </a:lnTo>
                  <a:lnTo>
                    <a:pt x="946173" y="4389635"/>
                  </a:lnTo>
                  <a:lnTo>
                    <a:pt x="946266" y="4389635"/>
                  </a:lnTo>
                  <a:lnTo>
                    <a:pt x="946360" y="4389635"/>
                  </a:lnTo>
                  <a:lnTo>
                    <a:pt x="946453" y="4389635"/>
                  </a:lnTo>
                  <a:lnTo>
                    <a:pt x="946546" y="4389635"/>
                  </a:lnTo>
                  <a:lnTo>
                    <a:pt x="946639" y="4389635"/>
                  </a:lnTo>
                  <a:lnTo>
                    <a:pt x="946733" y="4389635"/>
                  </a:lnTo>
                  <a:lnTo>
                    <a:pt x="946826" y="4389635"/>
                  </a:lnTo>
                  <a:lnTo>
                    <a:pt x="946919" y="4389635"/>
                  </a:lnTo>
                  <a:lnTo>
                    <a:pt x="947012" y="4389635"/>
                  </a:lnTo>
                  <a:lnTo>
                    <a:pt x="947106" y="4389635"/>
                  </a:lnTo>
                  <a:lnTo>
                    <a:pt x="947199" y="4389635"/>
                  </a:lnTo>
                  <a:lnTo>
                    <a:pt x="947292" y="4389635"/>
                  </a:lnTo>
                  <a:lnTo>
                    <a:pt x="947385" y="4389635"/>
                  </a:lnTo>
                  <a:lnTo>
                    <a:pt x="947479" y="4389635"/>
                  </a:lnTo>
                  <a:lnTo>
                    <a:pt x="947572" y="4389635"/>
                  </a:lnTo>
                  <a:lnTo>
                    <a:pt x="947665" y="4389635"/>
                  </a:lnTo>
                  <a:lnTo>
                    <a:pt x="947758" y="4389635"/>
                  </a:lnTo>
                  <a:lnTo>
                    <a:pt x="947852" y="4389635"/>
                  </a:lnTo>
                  <a:lnTo>
                    <a:pt x="947945" y="4389635"/>
                  </a:lnTo>
                  <a:lnTo>
                    <a:pt x="948038" y="4389635"/>
                  </a:lnTo>
                  <a:lnTo>
                    <a:pt x="948131" y="4389635"/>
                  </a:lnTo>
                  <a:lnTo>
                    <a:pt x="948225" y="4389635"/>
                  </a:lnTo>
                  <a:lnTo>
                    <a:pt x="948318" y="4389635"/>
                  </a:lnTo>
                  <a:lnTo>
                    <a:pt x="948411" y="4389635"/>
                  </a:lnTo>
                  <a:lnTo>
                    <a:pt x="948504" y="4389635"/>
                  </a:lnTo>
                  <a:lnTo>
                    <a:pt x="948598" y="4389635"/>
                  </a:lnTo>
                  <a:lnTo>
                    <a:pt x="948691" y="4389635"/>
                  </a:lnTo>
                  <a:lnTo>
                    <a:pt x="948784" y="4389635"/>
                  </a:lnTo>
                  <a:lnTo>
                    <a:pt x="948877" y="4389635"/>
                  </a:lnTo>
                  <a:lnTo>
                    <a:pt x="948971" y="4389635"/>
                  </a:lnTo>
                  <a:lnTo>
                    <a:pt x="949064" y="4389635"/>
                  </a:lnTo>
                  <a:lnTo>
                    <a:pt x="949157" y="4389635"/>
                  </a:lnTo>
                  <a:lnTo>
                    <a:pt x="949250" y="4389635"/>
                  </a:lnTo>
                  <a:lnTo>
                    <a:pt x="949344" y="4389635"/>
                  </a:lnTo>
                  <a:lnTo>
                    <a:pt x="949437" y="4389635"/>
                  </a:lnTo>
                  <a:lnTo>
                    <a:pt x="949530" y="4389635"/>
                  </a:lnTo>
                  <a:lnTo>
                    <a:pt x="949623" y="4389635"/>
                  </a:lnTo>
                  <a:lnTo>
                    <a:pt x="949717" y="4389635"/>
                  </a:lnTo>
                  <a:lnTo>
                    <a:pt x="949810" y="4389635"/>
                  </a:lnTo>
                  <a:lnTo>
                    <a:pt x="949903" y="4389635"/>
                  </a:lnTo>
                  <a:lnTo>
                    <a:pt x="949996" y="4389635"/>
                  </a:lnTo>
                  <a:lnTo>
                    <a:pt x="950090" y="4389635"/>
                  </a:lnTo>
                  <a:lnTo>
                    <a:pt x="950183" y="4389635"/>
                  </a:lnTo>
                  <a:lnTo>
                    <a:pt x="950276" y="4389635"/>
                  </a:lnTo>
                  <a:lnTo>
                    <a:pt x="950369" y="4389635"/>
                  </a:lnTo>
                  <a:lnTo>
                    <a:pt x="950463" y="4389635"/>
                  </a:lnTo>
                  <a:lnTo>
                    <a:pt x="950556" y="4389635"/>
                  </a:lnTo>
                  <a:lnTo>
                    <a:pt x="950649" y="4389635"/>
                  </a:lnTo>
                  <a:lnTo>
                    <a:pt x="950742" y="4389635"/>
                  </a:lnTo>
                  <a:lnTo>
                    <a:pt x="950835" y="4389635"/>
                  </a:lnTo>
                  <a:lnTo>
                    <a:pt x="950929" y="4389635"/>
                  </a:lnTo>
                  <a:lnTo>
                    <a:pt x="951022" y="4389635"/>
                  </a:lnTo>
                  <a:lnTo>
                    <a:pt x="951115" y="4389635"/>
                  </a:lnTo>
                  <a:lnTo>
                    <a:pt x="951208" y="4389635"/>
                  </a:lnTo>
                  <a:lnTo>
                    <a:pt x="951302" y="4389635"/>
                  </a:lnTo>
                  <a:lnTo>
                    <a:pt x="951395" y="4389635"/>
                  </a:lnTo>
                  <a:lnTo>
                    <a:pt x="951488" y="4389635"/>
                  </a:lnTo>
                  <a:lnTo>
                    <a:pt x="951581" y="4389635"/>
                  </a:lnTo>
                  <a:lnTo>
                    <a:pt x="951675" y="4389635"/>
                  </a:lnTo>
                  <a:lnTo>
                    <a:pt x="951768" y="4389635"/>
                  </a:lnTo>
                  <a:lnTo>
                    <a:pt x="951861" y="4389635"/>
                  </a:lnTo>
                  <a:lnTo>
                    <a:pt x="951954" y="4389635"/>
                  </a:lnTo>
                  <a:lnTo>
                    <a:pt x="952048" y="4389635"/>
                  </a:lnTo>
                  <a:lnTo>
                    <a:pt x="952141" y="4389635"/>
                  </a:lnTo>
                  <a:lnTo>
                    <a:pt x="952234" y="4389635"/>
                  </a:lnTo>
                  <a:lnTo>
                    <a:pt x="952327" y="4389635"/>
                  </a:lnTo>
                  <a:lnTo>
                    <a:pt x="952421" y="4389635"/>
                  </a:lnTo>
                  <a:lnTo>
                    <a:pt x="952514" y="4389635"/>
                  </a:lnTo>
                  <a:lnTo>
                    <a:pt x="952607" y="4389635"/>
                  </a:lnTo>
                  <a:lnTo>
                    <a:pt x="952700" y="4389635"/>
                  </a:lnTo>
                  <a:lnTo>
                    <a:pt x="952794" y="4389635"/>
                  </a:lnTo>
                  <a:lnTo>
                    <a:pt x="952887" y="4389635"/>
                  </a:lnTo>
                  <a:lnTo>
                    <a:pt x="952980" y="4389635"/>
                  </a:lnTo>
                  <a:lnTo>
                    <a:pt x="953073" y="4389635"/>
                  </a:lnTo>
                  <a:lnTo>
                    <a:pt x="953167" y="4389635"/>
                  </a:lnTo>
                  <a:lnTo>
                    <a:pt x="953260" y="4389635"/>
                  </a:lnTo>
                  <a:lnTo>
                    <a:pt x="953353" y="4389635"/>
                  </a:lnTo>
                  <a:lnTo>
                    <a:pt x="953446" y="4389635"/>
                  </a:lnTo>
                  <a:lnTo>
                    <a:pt x="953540" y="4389635"/>
                  </a:lnTo>
                  <a:lnTo>
                    <a:pt x="953633" y="4389635"/>
                  </a:lnTo>
                  <a:lnTo>
                    <a:pt x="953726" y="4389635"/>
                  </a:lnTo>
                  <a:lnTo>
                    <a:pt x="953819" y="4389635"/>
                  </a:lnTo>
                  <a:lnTo>
                    <a:pt x="953913" y="4389635"/>
                  </a:lnTo>
                  <a:lnTo>
                    <a:pt x="954006" y="4389635"/>
                  </a:lnTo>
                  <a:lnTo>
                    <a:pt x="954099" y="4389635"/>
                  </a:lnTo>
                  <a:lnTo>
                    <a:pt x="954192" y="4389635"/>
                  </a:lnTo>
                  <a:lnTo>
                    <a:pt x="954286" y="4389635"/>
                  </a:lnTo>
                  <a:lnTo>
                    <a:pt x="954379" y="4389635"/>
                  </a:lnTo>
                  <a:lnTo>
                    <a:pt x="954472" y="4389635"/>
                  </a:lnTo>
                  <a:lnTo>
                    <a:pt x="954565" y="4389635"/>
                  </a:lnTo>
                  <a:lnTo>
                    <a:pt x="954659" y="4389635"/>
                  </a:lnTo>
                  <a:lnTo>
                    <a:pt x="954752" y="4389635"/>
                  </a:lnTo>
                  <a:lnTo>
                    <a:pt x="954845" y="4389635"/>
                  </a:lnTo>
                  <a:lnTo>
                    <a:pt x="954938" y="4389635"/>
                  </a:lnTo>
                  <a:lnTo>
                    <a:pt x="955032" y="4389635"/>
                  </a:lnTo>
                  <a:lnTo>
                    <a:pt x="955125" y="4389635"/>
                  </a:lnTo>
                  <a:lnTo>
                    <a:pt x="955218" y="4389635"/>
                  </a:lnTo>
                  <a:lnTo>
                    <a:pt x="955218" y="4379681"/>
                  </a:lnTo>
                  <a:lnTo>
                    <a:pt x="955311" y="4379681"/>
                  </a:lnTo>
                  <a:lnTo>
                    <a:pt x="955405" y="4379681"/>
                  </a:lnTo>
                  <a:lnTo>
                    <a:pt x="955498" y="4379681"/>
                  </a:lnTo>
                  <a:lnTo>
                    <a:pt x="955591" y="4379681"/>
                  </a:lnTo>
                  <a:lnTo>
                    <a:pt x="955684" y="4379681"/>
                  </a:lnTo>
                  <a:lnTo>
                    <a:pt x="955778" y="4379681"/>
                  </a:lnTo>
                  <a:lnTo>
                    <a:pt x="955871" y="4379681"/>
                  </a:lnTo>
                  <a:lnTo>
                    <a:pt x="955964" y="4379681"/>
                  </a:lnTo>
                  <a:lnTo>
                    <a:pt x="956057" y="4379681"/>
                  </a:lnTo>
                  <a:lnTo>
                    <a:pt x="956151" y="4379681"/>
                  </a:lnTo>
                  <a:lnTo>
                    <a:pt x="956244" y="4379681"/>
                  </a:lnTo>
                  <a:lnTo>
                    <a:pt x="956337" y="4379681"/>
                  </a:lnTo>
                  <a:lnTo>
                    <a:pt x="956430" y="4379681"/>
                  </a:lnTo>
                  <a:lnTo>
                    <a:pt x="956524" y="4379681"/>
                  </a:lnTo>
                  <a:lnTo>
                    <a:pt x="956617" y="4379681"/>
                  </a:lnTo>
                  <a:lnTo>
                    <a:pt x="956710" y="4379681"/>
                  </a:lnTo>
                  <a:lnTo>
                    <a:pt x="956803" y="4379681"/>
                  </a:lnTo>
                  <a:lnTo>
                    <a:pt x="956897" y="4379681"/>
                  </a:lnTo>
                  <a:lnTo>
                    <a:pt x="956990" y="4379681"/>
                  </a:lnTo>
                  <a:lnTo>
                    <a:pt x="957083" y="4379681"/>
                  </a:lnTo>
                  <a:lnTo>
                    <a:pt x="957176" y="4379681"/>
                  </a:lnTo>
                  <a:lnTo>
                    <a:pt x="957270" y="4379681"/>
                  </a:lnTo>
                  <a:lnTo>
                    <a:pt x="957363" y="4379681"/>
                  </a:lnTo>
                  <a:lnTo>
                    <a:pt x="957456" y="4379681"/>
                  </a:lnTo>
                  <a:lnTo>
                    <a:pt x="957549" y="4379681"/>
                  </a:lnTo>
                  <a:lnTo>
                    <a:pt x="957642" y="4379681"/>
                  </a:lnTo>
                  <a:lnTo>
                    <a:pt x="957736" y="4379681"/>
                  </a:lnTo>
                  <a:lnTo>
                    <a:pt x="957829" y="4379681"/>
                  </a:lnTo>
                  <a:lnTo>
                    <a:pt x="957922" y="4379681"/>
                  </a:lnTo>
                  <a:lnTo>
                    <a:pt x="958015" y="4379681"/>
                  </a:lnTo>
                  <a:lnTo>
                    <a:pt x="958109" y="4379681"/>
                  </a:lnTo>
                  <a:lnTo>
                    <a:pt x="958202" y="4379681"/>
                  </a:lnTo>
                  <a:lnTo>
                    <a:pt x="958295" y="4379681"/>
                  </a:lnTo>
                  <a:lnTo>
                    <a:pt x="958388" y="4379681"/>
                  </a:lnTo>
                  <a:lnTo>
                    <a:pt x="958388" y="4369728"/>
                  </a:lnTo>
                  <a:lnTo>
                    <a:pt x="958482" y="4369728"/>
                  </a:lnTo>
                  <a:lnTo>
                    <a:pt x="958575" y="4369728"/>
                  </a:lnTo>
                  <a:lnTo>
                    <a:pt x="958668" y="4369728"/>
                  </a:lnTo>
                  <a:lnTo>
                    <a:pt x="958761" y="4369728"/>
                  </a:lnTo>
                  <a:lnTo>
                    <a:pt x="958855" y="4369728"/>
                  </a:lnTo>
                  <a:lnTo>
                    <a:pt x="958948" y="4369728"/>
                  </a:lnTo>
                  <a:lnTo>
                    <a:pt x="959041" y="4369728"/>
                  </a:lnTo>
                  <a:lnTo>
                    <a:pt x="959134" y="4369728"/>
                  </a:lnTo>
                  <a:lnTo>
                    <a:pt x="959228" y="4369728"/>
                  </a:lnTo>
                  <a:lnTo>
                    <a:pt x="959321" y="4369728"/>
                  </a:lnTo>
                  <a:lnTo>
                    <a:pt x="959414" y="4369728"/>
                  </a:lnTo>
                  <a:lnTo>
                    <a:pt x="959507" y="4369728"/>
                  </a:lnTo>
                  <a:lnTo>
                    <a:pt x="959601" y="4369728"/>
                  </a:lnTo>
                  <a:lnTo>
                    <a:pt x="959694" y="4369728"/>
                  </a:lnTo>
                  <a:lnTo>
                    <a:pt x="959787" y="4369728"/>
                  </a:lnTo>
                  <a:lnTo>
                    <a:pt x="959880" y="4369728"/>
                  </a:lnTo>
                  <a:lnTo>
                    <a:pt x="959974" y="4369728"/>
                  </a:lnTo>
                  <a:lnTo>
                    <a:pt x="960067" y="4369728"/>
                  </a:lnTo>
                  <a:lnTo>
                    <a:pt x="960160" y="4369728"/>
                  </a:lnTo>
                  <a:lnTo>
                    <a:pt x="960253" y="4369728"/>
                  </a:lnTo>
                  <a:lnTo>
                    <a:pt x="960347" y="4369728"/>
                  </a:lnTo>
                  <a:lnTo>
                    <a:pt x="960440" y="4369728"/>
                  </a:lnTo>
                  <a:lnTo>
                    <a:pt x="960533" y="4369728"/>
                  </a:lnTo>
                  <a:lnTo>
                    <a:pt x="960626" y="4369728"/>
                  </a:lnTo>
                  <a:lnTo>
                    <a:pt x="960720" y="4369728"/>
                  </a:lnTo>
                  <a:lnTo>
                    <a:pt x="960813" y="4369728"/>
                  </a:lnTo>
                  <a:lnTo>
                    <a:pt x="960906" y="4369728"/>
                  </a:lnTo>
                  <a:lnTo>
                    <a:pt x="960999" y="4369728"/>
                  </a:lnTo>
                  <a:lnTo>
                    <a:pt x="961093" y="4369728"/>
                  </a:lnTo>
                  <a:lnTo>
                    <a:pt x="961186" y="4369728"/>
                  </a:lnTo>
                  <a:lnTo>
                    <a:pt x="961279" y="4369728"/>
                  </a:lnTo>
                  <a:lnTo>
                    <a:pt x="961372" y="4369728"/>
                  </a:lnTo>
                  <a:lnTo>
                    <a:pt x="961466" y="4369728"/>
                  </a:lnTo>
                  <a:lnTo>
                    <a:pt x="961559" y="4369728"/>
                  </a:lnTo>
                  <a:lnTo>
                    <a:pt x="961652" y="4369728"/>
                  </a:lnTo>
                  <a:lnTo>
                    <a:pt x="961745" y="4369728"/>
                  </a:lnTo>
                  <a:lnTo>
                    <a:pt x="961839" y="4369728"/>
                  </a:lnTo>
                  <a:lnTo>
                    <a:pt x="961932" y="4369728"/>
                  </a:lnTo>
                  <a:lnTo>
                    <a:pt x="962025" y="4369728"/>
                  </a:lnTo>
                  <a:lnTo>
                    <a:pt x="962118" y="4369728"/>
                  </a:lnTo>
                  <a:lnTo>
                    <a:pt x="962212" y="4369728"/>
                  </a:lnTo>
                  <a:lnTo>
                    <a:pt x="962305" y="4369728"/>
                  </a:lnTo>
                  <a:lnTo>
                    <a:pt x="962398" y="4369728"/>
                  </a:lnTo>
                  <a:lnTo>
                    <a:pt x="962491" y="4369728"/>
                  </a:lnTo>
                  <a:lnTo>
                    <a:pt x="962585" y="4369728"/>
                  </a:lnTo>
                  <a:lnTo>
                    <a:pt x="962678" y="4369728"/>
                  </a:lnTo>
                  <a:lnTo>
                    <a:pt x="962771" y="4369728"/>
                  </a:lnTo>
                  <a:lnTo>
                    <a:pt x="962864" y="4369728"/>
                  </a:lnTo>
                  <a:lnTo>
                    <a:pt x="962958" y="4369728"/>
                  </a:lnTo>
                  <a:lnTo>
                    <a:pt x="963051" y="4369728"/>
                  </a:lnTo>
                  <a:lnTo>
                    <a:pt x="963144" y="4369728"/>
                  </a:lnTo>
                  <a:lnTo>
                    <a:pt x="963237" y="4369728"/>
                  </a:lnTo>
                  <a:lnTo>
                    <a:pt x="963331" y="4369728"/>
                  </a:lnTo>
                  <a:lnTo>
                    <a:pt x="963424" y="4369728"/>
                  </a:lnTo>
                  <a:lnTo>
                    <a:pt x="963517" y="4369728"/>
                  </a:lnTo>
                  <a:lnTo>
                    <a:pt x="963610" y="4369728"/>
                  </a:lnTo>
                  <a:lnTo>
                    <a:pt x="963704" y="4369728"/>
                  </a:lnTo>
                  <a:lnTo>
                    <a:pt x="963797" y="4369728"/>
                  </a:lnTo>
                  <a:lnTo>
                    <a:pt x="963890" y="4369728"/>
                  </a:lnTo>
                  <a:lnTo>
                    <a:pt x="963983" y="4369728"/>
                  </a:lnTo>
                  <a:lnTo>
                    <a:pt x="964077" y="4369728"/>
                  </a:lnTo>
                  <a:lnTo>
                    <a:pt x="964170" y="4369728"/>
                  </a:lnTo>
                  <a:lnTo>
                    <a:pt x="964263" y="4369728"/>
                  </a:lnTo>
                  <a:lnTo>
                    <a:pt x="964356" y="4369728"/>
                  </a:lnTo>
                  <a:lnTo>
                    <a:pt x="964449" y="4369728"/>
                  </a:lnTo>
                  <a:lnTo>
                    <a:pt x="964543" y="4369728"/>
                  </a:lnTo>
                  <a:lnTo>
                    <a:pt x="964636" y="4369728"/>
                  </a:lnTo>
                  <a:lnTo>
                    <a:pt x="964729" y="4369728"/>
                  </a:lnTo>
                  <a:lnTo>
                    <a:pt x="964822" y="4369728"/>
                  </a:lnTo>
                  <a:lnTo>
                    <a:pt x="964916" y="4369728"/>
                  </a:lnTo>
                  <a:lnTo>
                    <a:pt x="965009" y="4369728"/>
                  </a:lnTo>
                  <a:lnTo>
                    <a:pt x="965102" y="4369728"/>
                  </a:lnTo>
                  <a:lnTo>
                    <a:pt x="965195" y="4369728"/>
                  </a:lnTo>
                  <a:lnTo>
                    <a:pt x="965289" y="4369728"/>
                  </a:lnTo>
                  <a:lnTo>
                    <a:pt x="965382" y="4369728"/>
                  </a:lnTo>
                  <a:lnTo>
                    <a:pt x="965475" y="4369728"/>
                  </a:lnTo>
                  <a:lnTo>
                    <a:pt x="965568" y="4369728"/>
                  </a:lnTo>
                  <a:lnTo>
                    <a:pt x="965662" y="4369728"/>
                  </a:lnTo>
                  <a:lnTo>
                    <a:pt x="965755" y="4369728"/>
                  </a:lnTo>
                  <a:lnTo>
                    <a:pt x="965848" y="4369728"/>
                  </a:lnTo>
                  <a:lnTo>
                    <a:pt x="965941" y="4369728"/>
                  </a:lnTo>
                  <a:lnTo>
                    <a:pt x="966035" y="4369728"/>
                  </a:lnTo>
                  <a:lnTo>
                    <a:pt x="966128" y="4369728"/>
                  </a:lnTo>
                  <a:lnTo>
                    <a:pt x="966221" y="4369728"/>
                  </a:lnTo>
                  <a:lnTo>
                    <a:pt x="966314" y="4369728"/>
                  </a:lnTo>
                  <a:lnTo>
                    <a:pt x="966408" y="4369728"/>
                  </a:lnTo>
                  <a:lnTo>
                    <a:pt x="966501" y="4369728"/>
                  </a:lnTo>
                  <a:lnTo>
                    <a:pt x="966594" y="4369728"/>
                  </a:lnTo>
                  <a:lnTo>
                    <a:pt x="966687" y="4369728"/>
                  </a:lnTo>
                  <a:lnTo>
                    <a:pt x="966781" y="4369728"/>
                  </a:lnTo>
                  <a:lnTo>
                    <a:pt x="966874" y="4369728"/>
                  </a:lnTo>
                  <a:lnTo>
                    <a:pt x="966967" y="4369728"/>
                  </a:lnTo>
                  <a:lnTo>
                    <a:pt x="967060" y="4369728"/>
                  </a:lnTo>
                  <a:lnTo>
                    <a:pt x="967154" y="4369728"/>
                  </a:lnTo>
                  <a:lnTo>
                    <a:pt x="967247" y="4369728"/>
                  </a:lnTo>
                  <a:lnTo>
                    <a:pt x="967340" y="4369728"/>
                  </a:lnTo>
                  <a:lnTo>
                    <a:pt x="967433" y="4369728"/>
                  </a:lnTo>
                  <a:lnTo>
                    <a:pt x="967527" y="4369728"/>
                  </a:lnTo>
                  <a:lnTo>
                    <a:pt x="967620" y="4369728"/>
                  </a:lnTo>
                  <a:lnTo>
                    <a:pt x="967713" y="4369728"/>
                  </a:lnTo>
                  <a:lnTo>
                    <a:pt x="967806" y="4369728"/>
                  </a:lnTo>
                  <a:lnTo>
                    <a:pt x="967900" y="4369728"/>
                  </a:lnTo>
                  <a:lnTo>
                    <a:pt x="967993" y="4369728"/>
                  </a:lnTo>
                  <a:lnTo>
                    <a:pt x="968086" y="4369728"/>
                  </a:lnTo>
                  <a:lnTo>
                    <a:pt x="968179" y="4369728"/>
                  </a:lnTo>
                  <a:lnTo>
                    <a:pt x="968273" y="4369728"/>
                  </a:lnTo>
                  <a:lnTo>
                    <a:pt x="968366" y="4369728"/>
                  </a:lnTo>
                  <a:lnTo>
                    <a:pt x="968459" y="4369728"/>
                  </a:lnTo>
                  <a:lnTo>
                    <a:pt x="968552" y="4369728"/>
                  </a:lnTo>
                  <a:lnTo>
                    <a:pt x="968646" y="4369728"/>
                  </a:lnTo>
                  <a:lnTo>
                    <a:pt x="968739" y="4369728"/>
                  </a:lnTo>
                  <a:lnTo>
                    <a:pt x="968739" y="4359774"/>
                  </a:lnTo>
                  <a:lnTo>
                    <a:pt x="968832" y="4359774"/>
                  </a:lnTo>
                  <a:lnTo>
                    <a:pt x="968925" y="4359774"/>
                  </a:lnTo>
                  <a:lnTo>
                    <a:pt x="969019" y="4359774"/>
                  </a:lnTo>
                  <a:lnTo>
                    <a:pt x="969112" y="4359774"/>
                  </a:lnTo>
                  <a:lnTo>
                    <a:pt x="969205" y="4359774"/>
                  </a:lnTo>
                  <a:lnTo>
                    <a:pt x="969298" y="4359774"/>
                  </a:lnTo>
                  <a:lnTo>
                    <a:pt x="969392" y="4359774"/>
                  </a:lnTo>
                  <a:lnTo>
                    <a:pt x="969485" y="4359774"/>
                  </a:lnTo>
                  <a:lnTo>
                    <a:pt x="969578" y="4359774"/>
                  </a:lnTo>
                  <a:lnTo>
                    <a:pt x="969671" y="4359774"/>
                  </a:lnTo>
                  <a:lnTo>
                    <a:pt x="969765" y="4359774"/>
                  </a:lnTo>
                  <a:lnTo>
                    <a:pt x="969858" y="4359774"/>
                  </a:lnTo>
                  <a:lnTo>
                    <a:pt x="969951" y="4359774"/>
                  </a:lnTo>
                  <a:lnTo>
                    <a:pt x="970044" y="4359774"/>
                  </a:lnTo>
                  <a:lnTo>
                    <a:pt x="970138" y="4359774"/>
                  </a:lnTo>
                  <a:lnTo>
                    <a:pt x="970231" y="4359774"/>
                  </a:lnTo>
                  <a:lnTo>
                    <a:pt x="970324" y="4359774"/>
                  </a:lnTo>
                  <a:lnTo>
                    <a:pt x="970417" y="4359774"/>
                  </a:lnTo>
                  <a:lnTo>
                    <a:pt x="970511" y="4359774"/>
                  </a:lnTo>
                  <a:lnTo>
                    <a:pt x="970511" y="4349820"/>
                  </a:lnTo>
                  <a:lnTo>
                    <a:pt x="970604" y="4349820"/>
                  </a:lnTo>
                  <a:lnTo>
                    <a:pt x="970697" y="4349820"/>
                  </a:lnTo>
                  <a:lnTo>
                    <a:pt x="970790" y="4349820"/>
                  </a:lnTo>
                  <a:lnTo>
                    <a:pt x="970884" y="4349820"/>
                  </a:lnTo>
                  <a:lnTo>
                    <a:pt x="970977" y="4349820"/>
                  </a:lnTo>
                  <a:lnTo>
                    <a:pt x="971070" y="4349820"/>
                  </a:lnTo>
                  <a:lnTo>
                    <a:pt x="971163" y="4349820"/>
                  </a:lnTo>
                  <a:lnTo>
                    <a:pt x="971257" y="4349820"/>
                  </a:lnTo>
                  <a:lnTo>
                    <a:pt x="971350" y="4349820"/>
                  </a:lnTo>
                  <a:lnTo>
                    <a:pt x="971443" y="4349820"/>
                  </a:lnTo>
                  <a:lnTo>
                    <a:pt x="971536" y="4349820"/>
                  </a:lnTo>
                  <a:lnTo>
                    <a:pt x="971629" y="4349820"/>
                  </a:lnTo>
                  <a:lnTo>
                    <a:pt x="971723" y="4349820"/>
                  </a:lnTo>
                  <a:lnTo>
                    <a:pt x="971816" y="4349820"/>
                  </a:lnTo>
                  <a:lnTo>
                    <a:pt x="971909" y="4349820"/>
                  </a:lnTo>
                  <a:lnTo>
                    <a:pt x="972002" y="4349820"/>
                  </a:lnTo>
                  <a:lnTo>
                    <a:pt x="972096" y="4349820"/>
                  </a:lnTo>
                  <a:lnTo>
                    <a:pt x="972189" y="4349820"/>
                  </a:lnTo>
                  <a:lnTo>
                    <a:pt x="972282" y="4349820"/>
                  </a:lnTo>
                  <a:lnTo>
                    <a:pt x="972375" y="4349820"/>
                  </a:lnTo>
                  <a:lnTo>
                    <a:pt x="972469" y="4349820"/>
                  </a:lnTo>
                  <a:lnTo>
                    <a:pt x="972562" y="4349820"/>
                  </a:lnTo>
                  <a:lnTo>
                    <a:pt x="972655" y="4349820"/>
                  </a:lnTo>
                  <a:lnTo>
                    <a:pt x="972748" y="4349820"/>
                  </a:lnTo>
                  <a:lnTo>
                    <a:pt x="972842" y="4349820"/>
                  </a:lnTo>
                  <a:lnTo>
                    <a:pt x="972935" y="4349820"/>
                  </a:lnTo>
                  <a:lnTo>
                    <a:pt x="973028" y="4349820"/>
                  </a:lnTo>
                  <a:lnTo>
                    <a:pt x="973121" y="4349820"/>
                  </a:lnTo>
                  <a:lnTo>
                    <a:pt x="973215" y="4349820"/>
                  </a:lnTo>
                  <a:lnTo>
                    <a:pt x="973308" y="4349820"/>
                  </a:lnTo>
                  <a:lnTo>
                    <a:pt x="973401" y="4349820"/>
                  </a:lnTo>
                  <a:lnTo>
                    <a:pt x="973494" y="4349820"/>
                  </a:lnTo>
                  <a:lnTo>
                    <a:pt x="973588" y="4349820"/>
                  </a:lnTo>
                  <a:lnTo>
                    <a:pt x="973681" y="4349820"/>
                  </a:lnTo>
                  <a:lnTo>
                    <a:pt x="973774" y="4349820"/>
                  </a:lnTo>
                  <a:lnTo>
                    <a:pt x="973867" y="4349820"/>
                  </a:lnTo>
                  <a:lnTo>
                    <a:pt x="973961" y="4349820"/>
                  </a:lnTo>
                  <a:lnTo>
                    <a:pt x="974054" y="4349820"/>
                  </a:lnTo>
                  <a:lnTo>
                    <a:pt x="974147" y="4349820"/>
                  </a:lnTo>
                  <a:lnTo>
                    <a:pt x="974240" y="4349820"/>
                  </a:lnTo>
                  <a:lnTo>
                    <a:pt x="974334" y="4349820"/>
                  </a:lnTo>
                  <a:lnTo>
                    <a:pt x="974427" y="4349820"/>
                  </a:lnTo>
                  <a:lnTo>
                    <a:pt x="974520" y="4349820"/>
                  </a:lnTo>
                  <a:lnTo>
                    <a:pt x="974613" y="4349820"/>
                  </a:lnTo>
                  <a:lnTo>
                    <a:pt x="974707" y="4349820"/>
                  </a:lnTo>
                  <a:lnTo>
                    <a:pt x="974800" y="4349820"/>
                  </a:lnTo>
                  <a:lnTo>
                    <a:pt x="974893" y="4349820"/>
                  </a:lnTo>
                  <a:lnTo>
                    <a:pt x="974986" y="4349820"/>
                  </a:lnTo>
                  <a:lnTo>
                    <a:pt x="975080" y="4349820"/>
                  </a:lnTo>
                  <a:lnTo>
                    <a:pt x="975173" y="4349820"/>
                  </a:lnTo>
                  <a:lnTo>
                    <a:pt x="975266" y="4349820"/>
                  </a:lnTo>
                  <a:lnTo>
                    <a:pt x="975266" y="4339866"/>
                  </a:lnTo>
                  <a:lnTo>
                    <a:pt x="975359" y="4339866"/>
                  </a:lnTo>
                  <a:lnTo>
                    <a:pt x="975359" y="4329912"/>
                  </a:lnTo>
                  <a:lnTo>
                    <a:pt x="975453" y="4329912"/>
                  </a:lnTo>
                  <a:lnTo>
                    <a:pt x="975546" y="4329912"/>
                  </a:lnTo>
                  <a:lnTo>
                    <a:pt x="975639" y="4329912"/>
                  </a:lnTo>
                  <a:lnTo>
                    <a:pt x="975732" y="4329912"/>
                  </a:lnTo>
                  <a:lnTo>
                    <a:pt x="975826" y="4329912"/>
                  </a:lnTo>
                  <a:lnTo>
                    <a:pt x="975919" y="4329912"/>
                  </a:lnTo>
                  <a:lnTo>
                    <a:pt x="976012" y="4329912"/>
                  </a:lnTo>
                  <a:lnTo>
                    <a:pt x="976105" y="4329912"/>
                  </a:lnTo>
                  <a:lnTo>
                    <a:pt x="976199" y="4329912"/>
                  </a:lnTo>
                  <a:lnTo>
                    <a:pt x="976292" y="4329912"/>
                  </a:lnTo>
                  <a:lnTo>
                    <a:pt x="976385" y="4329912"/>
                  </a:lnTo>
                  <a:lnTo>
                    <a:pt x="976385" y="4319959"/>
                  </a:lnTo>
                  <a:lnTo>
                    <a:pt x="976478" y="4319959"/>
                  </a:lnTo>
                  <a:lnTo>
                    <a:pt x="976572" y="4319959"/>
                  </a:lnTo>
                  <a:lnTo>
                    <a:pt x="976665" y="4319959"/>
                  </a:lnTo>
                  <a:lnTo>
                    <a:pt x="976758" y="4319959"/>
                  </a:lnTo>
                  <a:lnTo>
                    <a:pt x="976851" y="4319959"/>
                  </a:lnTo>
                  <a:lnTo>
                    <a:pt x="976945" y="4319959"/>
                  </a:lnTo>
                  <a:lnTo>
                    <a:pt x="977038" y="4319959"/>
                  </a:lnTo>
                  <a:lnTo>
                    <a:pt x="977131" y="4319959"/>
                  </a:lnTo>
                  <a:lnTo>
                    <a:pt x="977224" y="4319959"/>
                  </a:lnTo>
                  <a:lnTo>
                    <a:pt x="977318" y="4319959"/>
                  </a:lnTo>
                  <a:lnTo>
                    <a:pt x="977411" y="4319959"/>
                  </a:lnTo>
                  <a:lnTo>
                    <a:pt x="977504" y="4319959"/>
                  </a:lnTo>
                  <a:lnTo>
                    <a:pt x="977597" y="4319959"/>
                  </a:lnTo>
                  <a:lnTo>
                    <a:pt x="977597" y="4310005"/>
                  </a:lnTo>
                  <a:lnTo>
                    <a:pt x="977691" y="4310005"/>
                  </a:lnTo>
                  <a:lnTo>
                    <a:pt x="977784" y="4310005"/>
                  </a:lnTo>
                  <a:lnTo>
                    <a:pt x="977877" y="4310005"/>
                  </a:lnTo>
                  <a:lnTo>
                    <a:pt x="977970" y="4310005"/>
                  </a:lnTo>
                  <a:lnTo>
                    <a:pt x="978064" y="4310005"/>
                  </a:lnTo>
                  <a:lnTo>
                    <a:pt x="978157" y="4310005"/>
                  </a:lnTo>
                  <a:lnTo>
                    <a:pt x="978250" y="4310005"/>
                  </a:lnTo>
                  <a:lnTo>
                    <a:pt x="978343" y="4310005"/>
                  </a:lnTo>
                  <a:lnTo>
                    <a:pt x="978436" y="4310005"/>
                  </a:lnTo>
                  <a:lnTo>
                    <a:pt x="978530" y="4310005"/>
                  </a:lnTo>
                  <a:lnTo>
                    <a:pt x="978623" y="4310005"/>
                  </a:lnTo>
                  <a:lnTo>
                    <a:pt x="978716" y="4310005"/>
                  </a:lnTo>
                  <a:lnTo>
                    <a:pt x="978809" y="4310005"/>
                  </a:lnTo>
                  <a:lnTo>
                    <a:pt x="978903" y="4310005"/>
                  </a:lnTo>
                  <a:lnTo>
                    <a:pt x="978996" y="4310005"/>
                  </a:lnTo>
                  <a:lnTo>
                    <a:pt x="979089" y="4310005"/>
                  </a:lnTo>
                  <a:lnTo>
                    <a:pt x="979182" y="4310005"/>
                  </a:lnTo>
                  <a:lnTo>
                    <a:pt x="979276" y="4310005"/>
                  </a:lnTo>
                  <a:lnTo>
                    <a:pt x="979369" y="4310005"/>
                  </a:lnTo>
                  <a:lnTo>
                    <a:pt x="979462" y="4310005"/>
                  </a:lnTo>
                  <a:lnTo>
                    <a:pt x="979555" y="4310005"/>
                  </a:lnTo>
                  <a:lnTo>
                    <a:pt x="979649" y="4310005"/>
                  </a:lnTo>
                  <a:lnTo>
                    <a:pt x="979742" y="4310005"/>
                  </a:lnTo>
                  <a:lnTo>
                    <a:pt x="979835" y="4310005"/>
                  </a:lnTo>
                  <a:lnTo>
                    <a:pt x="979928" y="4310005"/>
                  </a:lnTo>
                  <a:lnTo>
                    <a:pt x="980022" y="4310005"/>
                  </a:lnTo>
                  <a:lnTo>
                    <a:pt x="980115" y="4310005"/>
                  </a:lnTo>
                  <a:lnTo>
                    <a:pt x="980208" y="4310005"/>
                  </a:lnTo>
                  <a:lnTo>
                    <a:pt x="980301" y="4310005"/>
                  </a:lnTo>
                  <a:lnTo>
                    <a:pt x="980395" y="4310005"/>
                  </a:lnTo>
                  <a:lnTo>
                    <a:pt x="980488" y="4310005"/>
                  </a:lnTo>
                  <a:lnTo>
                    <a:pt x="980581" y="4310005"/>
                  </a:lnTo>
                  <a:lnTo>
                    <a:pt x="980674" y="4310005"/>
                  </a:lnTo>
                  <a:lnTo>
                    <a:pt x="980768" y="4310005"/>
                  </a:lnTo>
                  <a:lnTo>
                    <a:pt x="980861" y="4310005"/>
                  </a:lnTo>
                  <a:lnTo>
                    <a:pt x="980954" y="4310005"/>
                  </a:lnTo>
                  <a:lnTo>
                    <a:pt x="981047" y="4310005"/>
                  </a:lnTo>
                  <a:lnTo>
                    <a:pt x="981141" y="4310005"/>
                  </a:lnTo>
                  <a:lnTo>
                    <a:pt x="981234" y="4310005"/>
                  </a:lnTo>
                  <a:lnTo>
                    <a:pt x="981327" y="4310005"/>
                  </a:lnTo>
                  <a:lnTo>
                    <a:pt x="981420" y="4310005"/>
                  </a:lnTo>
                  <a:lnTo>
                    <a:pt x="981514" y="4310005"/>
                  </a:lnTo>
                  <a:lnTo>
                    <a:pt x="981607" y="4310005"/>
                  </a:lnTo>
                  <a:lnTo>
                    <a:pt x="981700" y="4310005"/>
                  </a:lnTo>
                  <a:lnTo>
                    <a:pt x="981793" y="4310005"/>
                  </a:lnTo>
                  <a:lnTo>
                    <a:pt x="981887" y="4310005"/>
                  </a:lnTo>
                  <a:lnTo>
                    <a:pt x="981980" y="4310005"/>
                  </a:lnTo>
                  <a:lnTo>
                    <a:pt x="982073" y="4310005"/>
                  </a:lnTo>
                  <a:lnTo>
                    <a:pt x="982166" y="4310005"/>
                  </a:lnTo>
                  <a:lnTo>
                    <a:pt x="982260" y="4310005"/>
                  </a:lnTo>
                  <a:lnTo>
                    <a:pt x="982353" y="4310005"/>
                  </a:lnTo>
                  <a:lnTo>
                    <a:pt x="982446" y="4310005"/>
                  </a:lnTo>
                  <a:lnTo>
                    <a:pt x="982539" y="4310005"/>
                  </a:lnTo>
                  <a:lnTo>
                    <a:pt x="982633" y="4310005"/>
                  </a:lnTo>
                  <a:lnTo>
                    <a:pt x="982726" y="4310005"/>
                  </a:lnTo>
                  <a:lnTo>
                    <a:pt x="982819" y="4310005"/>
                  </a:lnTo>
                  <a:lnTo>
                    <a:pt x="982912" y="4310005"/>
                  </a:lnTo>
                  <a:lnTo>
                    <a:pt x="983006" y="4310005"/>
                  </a:lnTo>
                  <a:lnTo>
                    <a:pt x="983099" y="4310005"/>
                  </a:lnTo>
                  <a:lnTo>
                    <a:pt x="983192" y="4310005"/>
                  </a:lnTo>
                  <a:lnTo>
                    <a:pt x="983285" y="4310005"/>
                  </a:lnTo>
                  <a:lnTo>
                    <a:pt x="983379" y="4310005"/>
                  </a:lnTo>
                  <a:lnTo>
                    <a:pt x="983472" y="4310005"/>
                  </a:lnTo>
                  <a:lnTo>
                    <a:pt x="983565" y="4310005"/>
                  </a:lnTo>
                  <a:lnTo>
                    <a:pt x="983658" y="4310005"/>
                  </a:lnTo>
                  <a:lnTo>
                    <a:pt x="983752" y="4310005"/>
                  </a:lnTo>
                  <a:lnTo>
                    <a:pt x="983845" y="4310005"/>
                  </a:lnTo>
                  <a:lnTo>
                    <a:pt x="983938" y="4310005"/>
                  </a:lnTo>
                  <a:lnTo>
                    <a:pt x="984031" y="4310005"/>
                  </a:lnTo>
                  <a:lnTo>
                    <a:pt x="984125" y="4310005"/>
                  </a:lnTo>
                  <a:lnTo>
                    <a:pt x="984218" y="4310005"/>
                  </a:lnTo>
                  <a:lnTo>
                    <a:pt x="984311" y="4310005"/>
                  </a:lnTo>
                  <a:lnTo>
                    <a:pt x="984311" y="4300051"/>
                  </a:lnTo>
                  <a:lnTo>
                    <a:pt x="984404" y="4300051"/>
                  </a:lnTo>
                  <a:lnTo>
                    <a:pt x="984498" y="4300051"/>
                  </a:lnTo>
                  <a:lnTo>
                    <a:pt x="984591" y="4300051"/>
                  </a:lnTo>
                  <a:lnTo>
                    <a:pt x="984684" y="4300051"/>
                  </a:lnTo>
                  <a:lnTo>
                    <a:pt x="984777" y="4300051"/>
                  </a:lnTo>
                  <a:lnTo>
                    <a:pt x="984871" y="4300051"/>
                  </a:lnTo>
                  <a:lnTo>
                    <a:pt x="984964" y="4300051"/>
                  </a:lnTo>
                  <a:lnTo>
                    <a:pt x="985057" y="4300051"/>
                  </a:lnTo>
                  <a:lnTo>
                    <a:pt x="985150" y="4300051"/>
                  </a:lnTo>
                  <a:lnTo>
                    <a:pt x="985243" y="4300051"/>
                  </a:lnTo>
                  <a:lnTo>
                    <a:pt x="985337" y="4300051"/>
                  </a:lnTo>
                  <a:lnTo>
                    <a:pt x="985430" y="4300051"/>
                  </a:lnTo>
                  <a:lnTo>
                    <a:pt x="985523" y="4300051"/>
                  </a:lnTo>
                  <a:lnTo>
                    <a:pt x="985616" y="4300051"/>
                  </a:lnTo>
                  <a:lnTo>
                    <a:pt x="985710" y="4300051"/>
                  </a:lnTo>
                  <a:lnTo>
                    <a:pt x="985803" y="4300051"/>
                  </a:lnTo>
                  <a:lnTo>
                    <a:pt x="985896" y="4300051"/>
                  </a:lnTo>
                  <a:lnTo>
                    <a:pt x="985989" y="4300051"/>
                  </a:lnTo>
                  <a:lnTo>
                    <a:pt x="986083" y="4300051"/>
                  </a:lnTo>
                  <a:lnTo>
                    <a:pt x="986176" y="4300051"/>
                  </a:lnTo>
                  <a:lnTo>
                    <a:pt x="986269" y="4300051"/>
                  </a:lnTo>
                  <a:lnTo>
                    <a:pt x="986362" y="4300051"/>
                  </a:lnTo>
                  <a:lnTo>
                    <a:pt x="986456" y="4300051"/>
                  </a:lnTo>
                  <a:lnTo>
                    <a:pt x="986549" y="4300051"/>
                  </a:lnTo>
                  <a:lnTo>
                    <a:pt x="986642" y="4300051"/>
                  </a:lnTo>
                  <a:lnTo>
                    <a:pt x="986735" y="4300051"/>
                  </a:lnTo>
                  <a:lnTo>
                    <a:pt x="986829" y="4300051"/>
                  </a:lnTo>
                  <a:lnTo>
                    <a:pt x="986922" y="4300051"/>
                  </a:lnTo>
                  <a:lnTo>
                    <a:pt x="987015" y="4300051"/>
                  </a:lnTo>
                  <a:lnTo>
                    <a:pt x="987015" y="4290097"/>
                  </a:lnTo>
                  <a:lnTo>
                    <a:pt x="987108" y="4290097"/>
                  </a:lnTo>
                  <a:lnTo>
                    <a:pt x="987202" y="4290097"/>
                  </a:lnTo>
                  <a:lnTo>
                    <a:pt x="987295" y="4290097"/>
                  </a:lnTo>
                  <a:lnTo>
                    <a:pt x="987388" y="4290097"/>
                  </a:lnTo>
                  <a:lnTo>
                    <a:pt x="987481" y="4290097"/>
                  </a:lnTo>
                  <a:lnTo>
                    <a:pt x="987575" y="4290097"/>
                  </a:lnTo>
                  <a:lnTo>
                    <a:pt x="987668" y="4290097"/>
                  </a:lnTo>
                  <a:lnTo>
                    <a:pt x="987761" y="4290097"/>
                  </a:lnTo>
                  <a:lnTo>
                    <a:pt x="987854" y="4290097"/>
                  </a:lnTo>
                  <a:lnTo>
                    <a:pt x="987948" y="4290097"/>
                  </a:lnTo>
                  <a:lnTo>
                    <a:pt x="988041" y="4290097"/>
                  </a:lnTo>
                  <a:lnTo>
                    <a:pt x="988134" y="4290097"/>
                  </a:lnTo>
                  <a:lnTo>
                    <a:pt x="988227" y="4290097"/>
                  </a:lnTo>
                  <a:lnTo>
                    <a:pt x="988321" y="4290097"/>
                  </a:lnTo>
                  <a:lnTo>
                    <a:pt x="988414" y="4290097"/>
                  </a:lnTo>
                  <a:lnTo>
                    <a:pt x="988507" y="4290097"/>
                  </a:lnTo>
                  <a:lnTo>
                    <a:pt x="988600" y="4290097"/>
                  </a:lnTo>
                  <a:lnTo>
                    <a:pt x="988694" y="4290097"/>
                  </a:lnTo>
                  <a:lnTo>
                    <a:pt x="988787" y="4290097"/>
                  </a:lnTo>
                  <a:lnTo>
                    <a:pt x="988880" y="4290097"/>
                  </a:lnTo>
                  <a:lnTo>
                    <a:pt x="988973" y="4290097"/>
                  </a:lnTo>
                  <a:lnTo>
                    <a:pt x="989067" y="4290097"/>
                  </a:lnTo>
                  <a:lnTo>
                    <a:pt x="989160" y="4290097"/>
                  </a:lnTo>
                  <a:lnTo>
                    <a:pt x="989253" y="4290097"/>
                  </a:lnTo>
                  <a:lnTo>
                    <a:pt x="989346" y="4290097"/>
                  </a:lnTo>
                  <a:lnTo>
                    <a:pt x="989440" y="4290097"/>
                  </a:lnTo>
                  <a:lnTo>
                    <a:pt x="989533" y="4290097"/>
                  </a:lnTo>
                  <a:lnTo>
                    <a:pt x="989626" y="4290097"/>
                  </a:lnTo>
                  <a:lnTo>
                    <a:pt x="989719" y="4290097"/>
                  </a:lnTo>
                  <a:lnTo>
                    <a:pt x="989813" y="4290097"/>
                  </a:lnTo>
                  <a:lnTo>
                    <a:pt x="989906" y="4290097"/>
                  </a:lnTo>
                  <a:lnTo>
                    <a:pt x="989999" y="4290097"/>
                  </a:lnTo>
                  <a:lnTo>
                    <a:pt x="990092" y="4290097"/>
                  </a:lnTo>
                  <a:lnTo>
                    <a:pt x="990186" y="4290097"/>
                  </a:lnTo>
                  <a:lnTo>
                    <a:pt x="990186" y="4280143"/>
                  </a:lnTo>
                  <a:lnTo>
                    <a:pt x="990279" y="4280143"/>
                  </a:lnTo>
                  <a:lnTo>
                    <a:pt x="990372" y="4280143"/>
                  </a:lnTo>
                  <a:lnTo>
                    <a:pt x="990465" y="4280143"/>
                  </a:lnTo>
                  <a:lnTo>
                    <a:pt x="990559" y="4280143"/>
                  </a:lnTo>
                  <a:lnTo>
                    <a:pt x="990652" y="4280143"/>
                  </a:lnTo>
                  <a:lnTo>
                    <a:pt x="990745" y="4280143"/>
                  </a:lnTo>
                  <a:lnTo>
                    <a:pt x="990838" y="4280143"/>
                  </a:lnTo>
                  <a:lnTo>
                    <a:pt x="990932" y="4280143"/>
                  </a:lnTo>
                  <a:lnTo>
                    <a:pt x="991025" y="4280143"/>
                  </a:lnTo>
                  <a:lnTo>
                    <a:pt x="991118" y="4280143"/>
                  </a:lnTo>
                  <a:lnTo>
                    <a:pt x="991211" y="4280143"/>
                  </a:lnTo>
                  <a:lnTo>
                    <a:pt x="991305" y="4280143"/>
                  </a:lnTo>
                  <a:lnTo>
                    <a:pt x="991398" y="4280143"/>
                  </a:lnTo>
                  <a:lnTo>
                    <a:pt x="991491" y="4280143"/>
                  </a:lnTo>
                  <a:lnTo>
                    <a:pt x="991584" y="4280143"/>
                  </a:lnTo>
                  <a:lnTo>
                    <a:pt x="991678" y="4280143"/>
                  </a:lnTo>
                  <a:lnTo>
                    <a:pt x="991771" y="4280143"/>
                  </a:lnTo>
                  <a:lnTo>
                    <a:pt x="991864" y="4280143"/>
                  </a:lnTo>
                  <a:lnTo>
                    <a:pt x="991957" y="4280143"/>
                  </a:lnTo>
                  <a:lnTo>
                    <a:pt x="992051" y="4280143"/>
                  </a:lnTo>
                  <a:lnTo>
                    <a:pt x="992144" y="4280143"/>
                  </a:lnTo>
                  <a:lnTo>
                    <a:pt x="992237" y="4280143"/>
                  </a:lnTo>
                  <a:lnTo>
                    <a:pt x="992330" y="4280143"/>
                  </a:lnTo>
                  <a:lnTo>
                    <a:pt x="992423" y="4280143"/>
                  </a:lnTo>
                  <a:lnTo>
                    <a:pt x="992517" y="4280143"/>
                  </a:lnTo>
                  <a:lnTo>
                    <a:pt x="992610" y="4280143"/>
                  </a:lnTo>
                  <a:lnTo>
                    <a:pt x="992703" y="4280143"/>
                  </a:lnTo>
                  <a:lnTo>
                    <a:pt x="992796" y="4280143"/>
                  </a:lnTo>
                  <a:lnTo>
                    <a:pt x="992890" y="4280143"/>
                  </a:lnTo>
                  <a:lnTo>
                    <a:pt x="992983" y="4280143"/>
                  </a:lnTo>
                  <a:lnTo>
                    <a:pt x="993076" y="4280143"/>
                  </a:lnTo>
                  <a:lnTo>
                    <a:pt x="993076" y="4270189"/>
                  </a:lnTo>
                  <a:lnTo>
                    <a:pt x="993169" y="4270189"/>
                  </a:lnTo>
                  <a:lnTo>
                    <a:pt x="993263" y="4270189"/>
                  </a:lnTo>
                  <a:lnTo>
                    <a:pt x="993356" y="4270189"/>
                  </a:lnTo>
                  <a:lnTo>
                    <a:pt x="993449" y="4270189"/>
                  </a:lnTo>
                  <a:lnTo>
                    <a:pt x="993542" y="4270189"/>
                  </a:lnTo>
                  <a:lnTo>
                    <a:pt x="993636" y="4270189"/>
                  </a:lnTo>
                  <a:lnTo>
                    <a:pt x="993729" y="4270189"/>
                  </a:lnTo>
                  <a:lnTo>
                    <a:pt x="993822" y="4270189"/>
                  </a:lnTo>
                  <a:lnTo>
                    <a:pt x="993915" y="4270189"/>
                  </a:lnTo>
                  <a:lnTo>
                    <a:pt x="994009" y="4270189"/>
                  </a:lnTo>
                  <a:lnTo>
                    <a:pt x="994102" y="4270189"/>
                  </a:lnTo>
                  <a:lnTo>
                    <a:pt x="994195" y="4270189"/>
                  </a:lnTo>
                  <a:lnTo>
                    <a:pt x="994288" y="4270189"/>
                  </a:lnTo>
                  <a:lnTo>
                    <a:pt x="994382" y="4270189"/>
                  </a:lnTo>
                  <a:lnTo>
                    <a:pt x="994475" y="4270189"/>
                  </a:lnTo>
                  <a:lnTo>
                    <a:pt x="994568" y="4270189"/>
                  </a:lnTo>
                  <a:lnTo>
                    <a:pt x="994661" y="4270189"/>
                  </a:lnTo>
                  <a:lnTo>
                    <a:pt x="994755" y="4270189"/>
                  </a:lnTo>
                  <a:lnTo>
                    <a:pt x="994848" y="4270189"/>
                  </a:lnTo>
                  <a:lnTo>
                    <a:pt x="994941" y="4270189"/>
                  </a:lnTo>
                  <a:lnTo>
                    <a:pt x="995034" y="4270189"/>
                  </a:lnTo>
                  <a:lnTo>
                    <a:pt x="995128" y="4270189"/>
                  </a:lnTo>
                  <a:lnTo>
                    <a:pt x="995221" y="4270189"/>
                  </a:lnTo>
                  <a:lnTo>
                    <a:pt x="995314" y="4270189"/>
                  </a:lnTo>
                  <a:lnTo>
                    <a:pt x="995407" y="4270189"/>
                  </a:lnTo>
                  <a:lnTo>
                    <a:pt x="995501" y="4270189"/>
                  </a:lnTo>
                  <a:lnTo>
                    <a:pt x="995594" y="4270189"/>
                  </a:lnTo>
                  <a:lnTo>
                    <a:pt x="995687" y="4270189"/>
                  </a:lnTo>
                  <a:lnTo>
                    <a:pt x="995780" y="4270189"/>
                  </a:lnTo>
                  <a:lnTo>
                    <a:pt x="995874" y="4270189"/>
                  </a:lnTo>
                  <a:lnTo>
                    <a:pt x="995967" y="4270189"/>
                  </a:lnTo>
                  <a:lnTo>
                    <a:pt x="996060" y="4270189"/>
                  </a:lnTo>
                  <a:lnTo>
                    <a:pt x="996153" y="4270189"/>
                  </a:lnTo>
                  <a:lnTo>
                    <a:pt x="996247" y="4270189"/>
                  </a:lnTo>
                  <a:lnTo>
                    <a:pt x="996340" y="4270189"/>
                  </a:lnTo>
                  <a:lnTo>
                    <a:pt x="996433" y="4270189"/>
                  </a:lnTo>
                  <a:lnTo>
                    <a:pt x="996526" y="4270189"/>
                  </a:lnTo>
                  <a:lnTo>
                    <a:pt x="996620" y="4270189"/>
                  </a:lnTo>
                  <a:lnTo>
                    <a:pt x="996713" y="4270189"/>
                  </a:lnTo>
                  <a:lnTo>
                    <a:pt x="996806" y="4270189"/>
                  </a:lnTo>
                  <a:lnTo>
                    <a:pt x="996899" y="4270189"/>
                  </a:lnTo>
                  <a:lnTo>
                    <a:pt x="996993" y="4270189"/>
                  </a:lnTo>
                  <a:lnTo>
                    <a:pt x="997086" y="4270189"/>
                  </a:lnTo>
                  <a:lnTo>
                    <a:pt x="997179" y="4270189"/>
                  </a:lnTo>
                  <a:lnTo>
                    <a:pt x="997272" y="4270189"/>
                  </a:lnTo>
                  <a:lnTo>
                    <a:pt x="997366" y="4270189"/>
                  </a:lnTo>
                  <a:lnTo>
                    <a:pt x="997459" y="4270189"/>
                  </a:lnTo>
                  <a:lnTo>
                    <a:pt x="997552" y="4270189"/>
                  </a:lnTo>
                  <a:lnTo>
                    <a:pt x="997645" y="4270189"/>
                  </a:lnTo>
                  <a:lnTo>
                    <a:pt x="997739" y="4270189"/>
                  </a:lnTo>
                  <a:lnTo>
                    <a:pt x="997832" y="4270189"/>
                  </a:lnTo>
                  <a:lnTo>
                    <a:pt x="997925" y="4270189"/>
                  </a:lnTo>
                  <a:lnTo>
                    <a:pt x="998018" y="4270189"/>
                  </a:lnTo>
                  <a:lnTo>
                    <a:pt x="998112" y="4270189"/>
                  </a:lnTo>
                  <a:lnTo>
                    <a:pt x="998205" y="4270189"/>
                  </a:lnTo>
                  <a:lnTo>
                    <a:pt x="998298" y="4270189"/>
                  </a:lnTo>
                  <a:lnTo>
                    <a:pt x="998391" y="4270189"/>
                  </a:lnTo>
                  <a:lnTo>
                    <a:pt x="998485" y="4270189"/>
                  </a:lnTo>
                  <a:lnTo>
                    <a:pt x="998578" y="4270189"/>
                  </a:lnTo>
                  <a:lnTo>
                    <a:pt x="998671" y="4270189"/>
                  </a:lnTo>
                  <a:lnTo>
                    <a:pt x="998764" y="4270189"/>
                  </a:lnTo>
                  <a:lnTo>
                    <a:pt x="998858" y="4270189"/>
                  </a:lnTo>
                  <a:lnTo>
                    <a:pt x="998951" y="4270189"/>
                  </a:lnTo>
                  <a:lnTo>
                    <a:pt x="999044" y="4270189"/>
                  </a:lnTo>
                  <a:lnTo>
                    <a:pt x="999137" y="4270189"/>
                  </a:lnTo>
                  <a:lnTo>
                    <a:pt x="999230" y="4270189"/>
                  </a:lnTo>
                  <a:lnTo>
                    <a:pt x="999324" y="4270189"/>
                  </a:lnTo>
                  <a:lnTo>
                    <a:pt x="999417" y="4270189"/>
                  </a:lnTo>
                  <a:lnTo>
                    <a:pt x="999510" y="4270189"/>
                  </a:lnTo>
                  <a:lnTo>
                    <a:pt x="999603" y="4270189"/>
                  </a:lnTo>
                  <a:lnTo>
                    <a:pt x="999697" y="4270189"/>
                  </a:lnTo>
                  <a:lnTo>
                    <a:pt x="999790" y="4270189"/>
                  </a:lnTo>
                  <a:lnTo>
                    <a:pt x="999883" y="4270189"/>
                  </a:lnTo>
                  <a:lnTo>
                    <a:pt x="999976" y="4270189"/>
                  </a:lnTo>
                  <a:lnTo>
                    <a:pt x="1000070" y="4270189"/>
                  </a:lnTo>
                  <a:lnTo>
                    <a:pt x="1000163" y="4270189"/>
                  </a:lnTo>
                  <a:lnTo>
                    <a:pt x="1000256" y="4270189"/>
                  </a:lnTo>
                  <a:lnTo>
                    <a:pt x="1000349" y="4270189"/>
                  </a:lnTo>
                  <a:lnTo>
                    <a:pt x="1000443" y="4270189"/>
                  </a:lnTo>
                  <a:lnTo>
                    <a:pt x="1000536" y="4270189"/>
                  </a:lnTo>
                  <a:lnTo>
                    <a:pt x="1000629" y="4270189"/>
                  </a:lnTo>
                  <a:lnTo>
                    <a:pt x="1000722" y="4270189"/>
                  </a:lnTo>
                  <a:lnTo>
                    <a:pt x="1000816" y="4270189"/>
                  </a:lnTo>
                  <a:lnTo>
                    <a:pt x="1000909" y="4270189"/>
                  </a:lnTo>
                  <a:lnTo>
                    <a:pt x="1001002" y="4270189"/>
                  </a:lnTo>
                  <a:lnTo>
                    <a:pt x="1001095" y="4270189"/>
                  </a:lnTo>
                  <a:lnTo>
                    <a:pt x="1001189" y="4270189"/>
                  </a:lnTo>
                  <a:lnTo>
                    <a:pt x="1001282" y="4270189"/>
                  </a:lnTo>
                  <a:lnTo>
                    <a:pt x="1001375" y="4270189"/>
                  </a:lnTo>
                  <a:lnTo>
                    <a:pt x="1001468" y="4270189"/>
                  </a:lnTo>
                  <a:lnTo>
                    <a:pt x="1001562" y="4270189"/>
                  </a:lnTo>
                  <a:lnTo>
                    <a:pt x="1001655" y="4270189"/>
                  </a:lnTo>
                  <a:lnTo>
                    <a:pt x="1001748" y="4270189"/>
                  </a:lnTo>
                  <a:lnTo>
                    <a:pt x="1001841" y="4270189"/>
                  </a:lnTo>
                  <a:lnTo>
                    <a:pt x="1001935" y="4270189"/>
                  </a:lnTo>
                  <a:lnTo>
                    <a:pt x="1002028" y="4270189"/>
                  </a:lnTo>
                  <a:lnTo>
                    <a:pt x="1002121" y="4270189"/>
                  </a:lnTo>
                  <a:lnTo>
                    <a:pt x="1002214" y="4270189"/>
                  </a:lnTo>
                  <a:lnTo>
                    <a:pt x="1002308" y="4270189"/>
                  </a:lnTo>
                  <a:lnTo>
                    <a:pt x="1002401" y="4270189"/>
                  </a:lnTo>
                  <a:lnTo>
                    <a:pt x="1002494" y="4270189"/>
                  </a:lnTo>
                  <a:lnTo>
                    <a:pt x="1002587" y="4270189"/>
                  </a:lnTo>
                  <a:lnTo>
                    <a:pt x="1002681" y="4270189"/>
                  </a:lnTo>
                  <a:lnTo>
                    <a:pt x="1002774" y="4270189"/>
                  </a:lnTo>
                  <a:lnTo>
                    <a:pt x="1002867" y="4270189"/>
                  </a:lnTo>
                  <a:lnTo>
                    <a:pt x="1002960" y="4270189"/>
                  </a:lnTo>
                  <a:lnTo>
                    <a:pt x="1003054" y="4270189"/>
                  </a:lnTo>
                  <a:lnTo>
                    <a:pt x="1003147" y="4270189"/>
                  </a:lnTo>
                  <a:lnTo>
                    <a:pt x="1003240" y="4270189"/>
                  </a:lnTo>
                  <a:lnTo>
                    <a:pt x="1003333" y="4270189"/>
                  </a:lnTo>
                  <a:lnTo>
                    <a:pt x="1003427" y="4270189"/>
                  </a:lnTo>
                  <a:lnTo>
                    <a:pt x="1003520" y="4270189"/>
                  </a:lnTo>
                  <a:lnTo>
                    <a:pt x="1003613" y="4270189"/>
                  </a:lnTo>
                  <a:lnTo>
                    <a:pt x="1003706" y="4270189"/>
                  </a:lnTo>
                  <a:lnTo>
                    <a:pt x="1003800" y="4270189"/>
                  </a:lnTo>
                  <a:lnTo>
                    <a:pt x="1003893" y="4270189"/>
                  </a:lnTo>
                  <a:lnTo>
                    <a:pt x="1003986" y="4270189"/>
                  </a:lnTo>
                  <a:lnTo>
                    <a:pt x="1004079" y="4270189"/>
                  </a:lnTo>
                  <a:lnTo>
                    <a:pt x="1004173" y="4270189"/>
                  </a:lnTo>
                  <a:lnTo>
                    <a:pt x="1004266" y="4270189"/>
                  </a:lnTo>
                  <a:lnTo>
                    <a:pt x="1004359" y="4270189"/>
                  </a:lnTo>
                  <a:lnTo>
                    <a:pt x="1004452" y="4270189"/>
                  </a:lnTo>
                  <a:lnTo>
                    <a:pt x="1004546" y="4270189"/>
                  </a:lnTo>
                  <a:lnTo>
                    <a:pt x="1004639" y="4270189"/>
                  </a:lnTo>
                  <a:lnTo>
                    <a:pt x="1004732" y="4270189"/>
                  </a:lnTo>
                  <a:lnTo>
                    <a:pt x="1004825" y="4270189"/>
                  </a:lnTo>
                  <a:lnTo>
                    <a:pt x="1004919" y="4270189"/>
                  </a:lnTo>
                  <a:lnTo>
                    <a:pt x="1005012" y="4270189"/>
                  </a:lnTo>
                  <a:lnTo>
                    <a:pt x="1005105" y="4270189"/>
                  </a:lnTo>
                  <a:lnTo>
                    <a:pt x="1005198" y="4270189"/>
                  </a:lnTo>
                  <a:lnTo>
                    <a:pt x="1005292" y="4270189"/>
                  </a:lnTo>
                  <a:lnTo>
                    <a:pt x="1005385" y="4270189"/>
                  </a:lnTo>
                  <a:lnTo>
                    <a:pt x="1005478" y="4270189"/>
                  </a:lnTo>
                  <a:lnTo>
                    <a:pt x="1005571" y="4270189"/>
                  </a:lnTo>
                  <a:lnTo>
                    <a:pt x="1005665" y="4270189"/>
                  </a:lnTo>
                  <a:lnTo>
                    <a:pt x="1005758" y="4270189"/>
                  </a:lnTo>
                  <a:lnTo>
                    <a:pt x="1005851" y="4270189"/>
                  </a:lnTo>
                  <a:lnTo>
                    <a:pt x="1005944" y="4270189"/>
                  </a:lnTo>
                  <a:lnTo>
                    <a:pt x="1006037" y="4270189"/>
                  </a:lnTo>
                  <a:lnTo>
                    <a:pt x="1006131" y="4270189"/>
                  </a:lnTo>
                  <a:lnTo>
                    <a:pt x="1006224" y="4270189"/>
                  </a:lnTo>
                  <a:lnTo>
                    <a:pt x="1006317" y="4270189"/>
                  </a:lnTo>
                  <a:lnTo>
                    <a:pt x="1006410" y="4270189"/>
                  </a:lnTo>
                  <a:lnTo>
                    <a:pt x="1006504" y="4270189"/>
                  </a:lnTo>
                  <a:lnTo>
                    <a:pt x="1006597" y="4270189"/>
                  </a:lnTo>
                  <a:lnTo>
                    <a:pt x="1006690" y="4270189"/>
                  </a:lnTo>
                  <a:lnTo>
                    <a:pt x="1006783" y="4270189"/>
                  </a:lnTo>
                  <a:lnTo>
                    <a:pt x="1006877" y="4270189"/>
                  </a:lnTo>
                  <a:lnTo>
                    <a:pt x="1006970" y="4270189"/>
                  </a:lnTo>
                  <a:lnTo>
                    <a:pt x="1007063" y="4270189"/>
                  </a:lnTo>
                  <a:lnTo>
                    <a:pt x="1007156" y="4270189"/>
                  </a:lnTo>
                  <a:lnTo>
                    <a:pt x="1007250" y="4270189"/>
                  </a:lnTo>
                  <a:lnTo>
                    <a:pt x="1007343" y="4270189"/>
                  </a:lnTo>
                  <a:lnTo>
                    <a:pt x="1007436" y="4270189"/>
                  </a:lnTo>
                  <a:lnTo>
                    <a:pt x="1007529" y="4270189"/>
                  </a:lnTo>
                  <a:lnTo>
                    <a:pt x="1007623" y="4270189"/>
                  </a:lnTo>
                  <a:lnTo>
                    <a:pt x="1007716" y="4270189"/>
                  </a:lnTo>
                  <a:lnTo>
                    <a:pt x="1007809" y="4270189"/>
                  </a:lnTo>
                  <a:lnTo>
                    <a:pt x="1007902" y="4270189"/>
                  </a:lnTo>
                  <a:lnTo>
                    <a:pt x="1007996" y="4270189"/>
                  </a:lnTo>
                  <a:lnTo>
                    <a:pt x="1008089" y="4270189"/>
                  </a:lnTo>
                  <a:lnTo>
                    <a:pt x="1008182" y="4270189"/>
                  </a:lnTo>
                  <a:lnTo>
                    <a:pt x="1008275" y="4270189"/>
                  </a:lnTo>
                  <a:lnTo>
                    <a:pt x="1008369" y="4270189"/>
                  </a:lnTo>
                  <a:lnTo>
                    <a:pt x="1008462" y="4270189"/>
                  </a:lnTo>
                  <a:lnTo>
                    <a:pt x="1008555" y="4270189"/>
                  </a:lnTo>
                  <a:lnTo>
                    <a:pt x="1008648" y="4270189"/>
                  </a:lnTo>
                  <a:lnTo>
                    <a:pt x="1008742" y="4270189"/>
                  </a:lnTo>
                  <a:lnTo>
                    <a:pt x="1008835" y="4270189"/>
                  </a:lnTo>
                  <a:lnTo>
                    <a:pt x="1008928" y="4270189"/>
                  </a:lnTo>
                  <a:lnTo>
                    <a:pt x="1009021" y="4270189"/>
                  </a:lnTo>
                  <a:lnTo>
                    <a:pt x="1009115" y="4270189"/>
                  </a:lnTo>
                  <a:lnTo>
                    <a:pt x="1009208" y="4270189"/>
                  </a:lnTo>
                  <a:lnTo>
                    <a:pt x="1009301" y="4270189"/>
                  </a:lnTo>
                  <a:lnTo>
                    <a:pt x="1009394" y="4270189"/>
                  </a:lnTo>
                  <a:lnTo>
                    <a:pt x="1009488" y="4270189"/>
                  </a:lnTo>
                  <a:lnTo>
                    <a:pt x="1009581" y="4270189"/>
                  </a:lnTo>
                  <a:lnTo>
                    <a:pt x="1009674" y="4270189"/>
                  </a:lnTo>
                  <a:lnTo>
                    <a:pt x="1009767" y="4270189"/>
                  </a:lnTo>
                  <a:lnTo>
                    <a:pt x="1009861" y="4270189"/>
                  </a:lnTo>
                  <a:lnTo>
                    <a:pt x="1009954" y="4270189"/>
                  </a:lnTo>
                  <a:lnTo>
                    <a:pt x="1010047" y="4270189"/>
                  </a:lnTo>
                  <a:lnTo>
                    <a:pt x="1010140" y="4270189"/>
                  </a:lnTo>
                  <a:lnTo>
                    <a:pt x="1010234" y="4270189"/>
                  </a:lnTo>
                  <a:lnTo>
                    <a:pt x="1010327" y="4270189"/>
                  </a:lnTo>
                  <a:lnTo>
                    <a:pt x="1010420" y="4270189"/>
                  </a:lnTo>
                  <a:lnTo>
                    <a:pt x="1010513" y="4270189"/>
                  </a:lnTo>
                  <a:lnTo>
                    <a:pt x="1010607" y="4270189"/>
                  </a:lnTo>
                  <a:lnTo>
                    <a:pt x="1010700" y="4270189"/>
                  </a:lnTo>
                  <a:lnTo>
                    <a:pt x="1010793" y="4270189"/>
                  </a:lnTo>
                  <a:lnTo>
                    <a:pt x="1010886" y="4270189"/>
                  </a:lnTo>
                  <a:lnTo>
                    <a:pt x="1010980" y="4270189"/>
                  </a:lnTo>
                  <a:lnTo>
                    <a:pt x="1011073" y="4270189"/>
                  </a:lnTo>
                  <a:lnTo>
                    <a:pt x="1011166" y="4270189"/>
                  </a:lnTo>
                  <a:lnTo>
                    <a:pt x="1011259" y="4270189"/>
                  </a:lnTo>
                  <a:lnTo>
                    <a:pt x="1011353" y="4270189"/>
                  </a:lnTo>
                  <a:lnTo>
                    <a:pt x="1011446" y="4270189"/>
                  </a:lnTo>
                  <a:lnTo>
                    <a:pt x="1011539" y="4270189"/>
                  </a:lnTo>
                  <a:lnTo>
                    <a:pt x="1011632" y="4270189"/>
                  </a:lnTo>
                  <a:lnTo>
                    <a:pt x="1011726" y="4270189"/>
                  </a:lnTo>
                  <a:lnTo>
                    <a:pt x="1011819" y="4270189"/>
                  </a:lnTo>
                  <a:lnTo>
                    <a:pt x="1011912" y="4270189"/>
                  </a:lnTo>
                  <a:lnTo>
                    <a:pt x="1012005" y="4270189"/>
                  </a:lnTo>
                  <a:lnTo>
                    <a:pt x="1012005" y="4260236"/>
                  </a:lnTo>
                  <a:lnTo>
                    <a:pt x="1012099" y="4260236"/>
                  </a:lnTo>
                  <a:lnTo>
                    <a:pt x="1012192" y="4260236"/>
                  </a:lnTo>
                  <a:lnTo>
                    <a:pt x="1012285" y="4260236"/>
                  </a:lnTo>
                  <a:lnTo>
                    <a:pt x="1012378" y="4260236"/>
                  </a:lnTo>
                  <a:lnTo>
                    <a:pt x="1012472" y="4260236"/>
                  </a:lnTo>
                  <a:lnTo>
                    <a:pt x="1012565" y="4260236"/>
                  </a:lnTo>
                  <a:lnTo>
                    <a:pt x="1012658" y="4260236"/>
                  </a:lnTo>
                  <a:lnTo>
                    <a:pt x="1012751" y="4260236"/>
                  </a:lnTo>
                  <a:lnTo>
                    <a:pt x="1012845" y="4260236"/>
                  </a:lnTo>
                  <a:lnTo>
                    <a:pt x="1012938" y="4260236"/>
                  </a:lnTo>
                  <a:lnTo>
                    <a:pt x="1013031" y="4260236"/>
                  </a:lnTo>
                  <a:lnTo>
                    <a:pt x="1013124" y="4260236"/>
                  </a:lnTo>
                  <a:lnTo>
                    <a:pt x="1013217" y="4260236"/>
                  </a:lnTo>
                  <a:lnTo>
                    <a:pt x="1013311" y="4260236"/>
                  </a:lnTo>
                  <a:lnTo>
                    <a:pt x="1013404" y="4260236"/>
                  </a:lnTo>
                  <a:lnTo>
                    <a:pt x="1013497" y="4260236"/>
                  </a:lnTo>
                  <a:lnTo>
                    <a:pt x="1013590" y="4260236"/>
                  </a:lnTo>
                  <a:lnTo>
                    <a:pt x="1013684" y="4260236"/>
                  </a:lnTo>
                  <a:lnTo>
                    <a:pt x="1013777" y="4260236"/>
                  </a:lnTo>
                  <a:lnTo>
                    <a:pt x="1013870" y="4260236"/>
                  </a:lnTo>
                  <a:lnTo>
                    <a:pt x="1013963" y="4260236"/>
                  </a:lnTo>
                  <a:lnTo>
                    <a:pt x="1014057" y="4260236"/>
                  </a:lnTo>
                  <a:lnTo>
                    <a:pt x="1014150" y="4260236"/>
                  </a:lnTo>
                  <a:lnTo>
                    <a:pt x="1014243" y="4260236"/>
                  </a:lnTo>
                  <a:lnTo>
                    <a:pt x="1014336" y="4260236"/>
                  </a:lnTo>
                  <a:lnTo>
                    <a:pt x="1014430" y="4260236"/>
                  </a:lnTo>
                  <a:lnTo>
                    <a:pt x="1014523" y="4260236"/>
                  </a:lnTo>
                  <a:lnTo>
                    <a:pt x="1014616" y="4260236"/>
                  </a:lnTo>
                  <a:lnTo>
                    <a:pt x="1014709" y="4260236"/>
                  </a:lnTo>
                  <a:lnTo>
                    <a:pt x="1014803" y="4260236"/>
                  </a:lnTo>
                  <a:lnTo>
                    <a:pt x="1014896" y="4260236"/>
                  </a:lnTo>
                  <a:lnTo>
                    <a:pt x="1014989" y="4260236"/>
                  </a:lnTo>
                  <a:lnTo>
                    <a:pt x="1015082" y="4260236"/>
                  </a:lnTo>
                  <a:lnTo>
                    <a:pt x="1015176" y="4260236"/>
                  </a:lnTo>
                  <a:lnTo>
                    <a:pt x="1015269" y="4260236"/>
                  </a:lnTo>
                  <a:lnTo>
                    <a:pt x="1015362" y="4260236"/>
                  </a:lnTo>
                  <a:lnTo>
                    <a:pt x="1015455" y="4260236"/>
                  </a:lnTo>
                  <a:lnTo>
                    <a:pt x="1015549" y="4260236"/>
                  </a:lnTo>
                  <a:lnTo>
                    <a:pt x="1015642" y="4260236"/>
                  </a:lnTo>
                  <a:lnTo>
                    <a:pt x="1015735" y="4260236"/>
                  </a:lnTo>
                  <a:lnTo>
                    <a:pt x="1015828" y="4260236"/>
                  </a:lnTo>
                  <a:lnTo>
                    <a:pt x="1015922" y="4260236"/>
                  </a:lnTo>
                  <a:lnTo>
                    <a:pt x="1016015" y="4260236"/>
                  </a:lnTo>
                  <a:lnTo>
                    <a:pt x="1016108" y="4260236"/>
                  </a:lnTo>
                  <a:lnTo>
                    <a:pt x="1016201" y="4260236"/>
                  </a:lnTo>
                  <a:lnTo>
                    <a:pt x="1016295" y="4260236"/>
                  </a:lnTo>
                  <a:lnTo>
                    <a:pt x="1016388" y="4260236"/>
                  </a:lnTo>
                  <a:lnTo>
                    <a:pt x="1016481" y="4260236"/>
                  </a:lnTo>
                  <a:lnTo>
                    <a:pt x="1016574" y="4260236"/>
                  </a:lnTo>
                  <a:lnTo>
                    <a:pt x="1016668" y="4260236"/>
                  </a:lnTo>
                  <a:lnTo>
                    <a:pt x="1016761" y="4260236"/>
                  </a:lnTo>
                  <a:lnTo>
                    <a:pt x="1016854" y="4260236"/>
                  </a:lnTo>
                  <a:lnTo>
                    <a:pt x="1016947" y="4260236"/>
                  </a:lnTo>
                  <a:lnTo>
                    <a:pt x="1017041" y="4260236"/>
                  </a:lnTo>
                  <a:lnTo>
                    <a:pt x="1017134" y="4260236"/>
                  </a:lnTo>
                  <a:lnTo>
                    <a:pt x="1017227" y="4260236"/>
                  </a:lnTo>
                  <a:lnTo>
                    <a:pt x="1017320" y="4260236"/>
                  </a:lnTo>
                  <a:lnTo>
                    <a:pt x="1017414" y="4260236"/>
                  </a:lnTo>
                  <a:lnTo>
                    <a:pt x="1017507" y="4260236"/>
                  </a:lnTo>
                  <a:lnTo>
                    <a:pt x="1017600" y="4260236"/>
                  </a:lnTo>
                  <a:lnTo>
                    <a:pt x="1017693" y="4260236"/>
                  </a:lnTo>
                  <a:lnTo>
                    <a:pt x="1017787" y="4260236"/>
                  </a:lnTo>
                  <a:lnTo>
                    <a:pt x="1017880" y="4260236"/>
                  </a:lnTo>
                  <a:lnTo>
                    <a:pt x="1017973" y="4260236"/>
                  </a:lnTo>
                  <a:lnTo>
                    <a:pt x="1018066" y="4260236"/>
                  </a:lnTo>
                  <a:lnTo>
                    <a:pt x="1018160" y="4260236"/>
                  </a:lnTo>
                  <a:lnTo>
                    <a:pt x="1018253" y="4260236"/>
                  </a:lnTo>
                  <a:lnTo>
                    <a:pt x="1018346" y="4260236"/>
                  </a:lnTo>
                  <a:lnTo>
                    <a:pt x="1018439" y="4260236"/>
                  </a:lnTo>
                  <a:lnTo>
                    <a:pt x="1018533" y="4260236"/>
                  </a:lnTo>
                  <a:lnTo>
                    <a:pt x="1018626" y="4260236"/>
                  </a:lnTo>
                  <a:lnTo>
                    <a:pt x="1018719" y="4260236"/>
                  </a:lnTo>
                  <a:lnTo>
                    <a:pt x="1018812" y="4260236"/>
                  </a:lnTo>
                  <a:lnTo>
                    <a:pt x="1018906" y="4260236"/>
                  </a:lnTo>
                  <a:lnTo>
                    <a:pt x="1018999" y="4260236"/>
                  </a:lnTo>
                  <a:lnTo>
                    <a:pt x="1019092" y="4260236"/>
                  </a:lnTo>
                  <a:lnTo>
                    <a:pt x="1019185" y="4260236"/>
                  </a:lnTo>
                  <a:lnTo>
                    <a:pt x="1019279" y="4260236"/>
                  </a:lnTo>
                  <a:lnTo>
                    <a:pt x="1019372" y="4260236"/>
                  </a:lnTo>
                  <a:lnTo>
                    <a:pt x="1019465" y="4260236"/>
                  </a:lnTo>
                  <a:lnTo>
                    <a:pt x="1019558" y="4260236"/>
                  </a:lnTo>
                  <a:lnTo>
                    <a:pt x="1019652" y="4260236"/>
                  </a:lnTo>
                  <a:lnTo>
                    <a:pt x="1019745" y="4260236"/>
                  </a:lnTo>
                  <a:lnTo>
                    <a:pt x="1019838" y="4260236"/>
                  </a:lnTo>
                  <a:lnTo>
                    <a:pt x="1019931" y="4260236"/>
                  </a:lnTo>
                  <a:lnTo>
                    <a:pt x="1020024" y="4260236"/>
                  </a:lnTo>
                  <a:lnTo>
                    <a:pt x="1020118" y="4260236"/>
                  </a:lnTo>
                  <a:lnTo>
                    <a:pt x="1020211" y="4260236"/>
                  </a:lnTo>
                  <a:lnTo>
                    <a:pt x="1020304" y="4260236"/>
                  </a:lnTo>
                  <a:lnTo>
                    <a:pt x="1020397" y="4260236"/>
                  </a:lnTo>
                  <a:lnTo>
                    <a:pt x="1020491" y="4260236"/>
                  </a:lnTo>
                  <a:lnTo>
                    <a:pt x="1020584" y="4260236"/>
                  </a:lnTo>
                  <a:lnTo>
                    <a:pt x="1020677" y="4260236"/>
                  </a:lnTo>
                  <a:lnTo>
                    <a:pt x="1020770" y="4260236"/>
                  </a:lnTo>
                  <a:lnTo>
                    <a:pt x="1020864" y="4260236"/>
                  </a:lnTo>
                  <a:lnTo>
                    <a:pt x="1020957" y="4260236"/>
                  </a:lnTo>
                  <a:lnTo>
                    <a:pt x="1021050" y="4260236"/>
                  </a:lnTo>
                  <a:lnTo>
                    <a:pt x="1021143" y="4260236"/>
                  </a:lnTo>
                  <a:lnTo>
                    <a:pt x="1021237" y="4260236"/>
                  </a:lnTo>
                  <a:lnTo>
                    <a:pt x="1021330" y="4260236"/>
                  </a:lnTo>
                  <a:lnTo>
                    <a:pt x="1021423" y="4260236"/>
                  </a:lnTo>
                  <a:lnTo>
                    <a:pt x="1021516" y="4260236"/>
                  </a:lnTo>
                  <a:lnTo>
                    <a:pt x="1021610" y="4260236"/>
                  </a:lnTo>
                  <a:lnTo>
                    <a:pt x="1021703" y="4260236"/>
                  </a:lnTo>
                  <a:lnTo>
                    <a:pt x="1021796" y="4260236"/>
                  </a:lnTo>
                  <a:lnTo>
                    <a:pt x="1021889" y="4260236"/>
                  </a:lnTo>
                  <a:lnTo>
                    <a:pt x="1021983" y="4260236"/>
                  </a:lnTo>
                  <a:lnTo>
                    <a:pt x="1022076" y="4260236"/>
                  </a:lnTo>
                  <a:lnTo>
                    <a:pt x="1022169" y="4260236"/>
                  </a:lnTo>
                  <a:lnTo>
                    <a:pt x="1022169" y="4250282"/>
                  </a:lnTo>
                  <a:lnTo>
                    <a:pt x="1022262" y="4250282"/>
                  </a:lnTo>
                  <a:lnTo>
                    <a:pt x="1022356" y="4250282"/>
                  </a:lnTo>
                  <a:lnTo>
                    <a:pt x="1022449" y="4250282"/>
                  </a:lnTo>
                  <a:lnTo>
                    <a:pt x="1022542" y="4250282"/>
                  </a:lnTo>
                  <a:lnTo>
                    <a:pt x="1022635" y="4250282"/>
                  </a:lnTo>
                  <a:lnTo>
                    <a:pt x="1022729" y="4250282"/>
                  </a:lnTo>
                  <a:lnTo>
                    <a:pt x="1022822" y="4250282"/>
                  </a:lnTo>
                  <a:lnTo>
                    <a:pt x="1022915" y="4250282"/>
                  </a:lnTo>
                  <a:lnTo>
                    <a:pt x="1023008" y="4250282"/>
                  </a:lnTo>
                  <a:lnTo>
                    <a:pt x="1023102" y="4250282"/>
                  </a:lnTo>
                  <a:lnTo>
                    <a:pt x="1023195" y="4250282"/>
                  </a:lnTo>
                  <a:lnTo>
                    <a:pt x="1023288" y="4250282"/>
                  </a:lnTo>
                  <a:lnTo>
                    <a:pt x="1023381" y="4250282"/>
                  </a:lnTo>
                  <a:lnTo>
                    <a:pt x="1023475" y="4250282"/>
                  </a:lnTo>
                  <a:lnTo>
                    <a:pt x="1023568" y="4250282"/>
                  </a:lnTo>
                  <a:lnTo>
                    <a:pt x="1023661" y="4250282"/>
                  </a:lnTo>
                  <a:lnTo>
                    <a:pt x="1023754" y="4250282"/>
                  </a:lnTo>
                  <a:lnTo>
                    <a:pt x="1023848" y="4250282"/>
                  </a:lnTo>
                  <a:lnTo>
                    <a:pt x="1023941" y="4250282"/>
                  </a:lnTo>
                  <a:lnTo>
                    <a:pt x="1024034" y="4250282"/>
                  </a:lnTo>
                  <a:lnTo>
                    <a:pt x="1024127" y="4250282"/>
                  </a:lnTo>
                  <a:lnTo>
                    <a:pt x="1024221" y="4250282"/>
                  </a:lnTo>
                  <a:lnTo>
                    <a:pt x="1024314" y="4250282"/>
                  </a:lnTo>
                  <a:lnTo>
                    <a:pt x="1024407" y="4250282"/>
                  </a:lnTo>
                  <a:lnTo>
                    <a:pt x="1024500" y="4250282"/>
                  </a:lnTo>
                  <a:lnTo>
                    <a:pt x="1024594" y="4250282"/>
                  </a:lnTo>
                  <a:lnTo>
                    <a:pt x="1024687" y="4250282"/>
                  </a:lnTo>
                  <a:lnTo>
                    <a:pt x="1024780" y="4250282"/>
                  </a:lnTo>
                  <a:lnTo>
                    <a:pt x="1024780" y="4240328"/>
                  </a:lnTo>
                  <a:lnTo>
                    <a:pt x="1024873" y="4240328"/>
                  </a:lnTo>
                  <a:lnTo>
                    <a:pt x="1024967" y="4240328"/>
                  </a:lnTo>
                  <a:lnTo>
                    <a:pt x="1025060" y="4240328"/>
                  </a:lnTo>
                  <a:lnTo>
                    <a:pt x="1025153" y="4240328"/>
                  </a:lnTo>
                  <a:lnTo>
                    <a:pt x="1025246" y="4240328"/>
                  </a:lnTo>
                  <a:lnTo>
                    <a:pt x="1025340" y="4240328"/>
                  </a:lnTo>
                  <a:lnTo>
                    <a:pt x="1025433" y="4240328"/>
                  </a:lnTo>
                  <a:lnTo>
                    <a:pt x="1025526" y="4240328"/>
                  </a:lnTo>
                  <a:lnTo>
                    <a:pt x="1025619" y="4240328"/>
                  </a:lnTo>
                  <a:lnTo>
                    <a:pt x="1025713" y="4240328"/>
                  </a:lnTo>
                  <a:lnTo>
                    <a:pt x="1025806" y="4240328"/>
                  </a:lnTo>
                  <a:lnTo>
                    <a:pt x="1025899" y="4240328"/>
                  </a:lnTo>
                  <a:lnTo>
                    <a:pt x="1025992" y="4240328"/>
                  </a:lnTo>
                  <a:lnTo>
                    <a:pt x="1026086" y="4240328"/>
                  </a:lnTo>
                  <a:lnTo>
                    <a:pt x="1026179" y="4240328"/>
                  </a:lnTo>
                  <a:lnTo>
                    <a:pt x="1026272" y="4240328"/>
                  </a:lnTo>
                  <a:lnTo>
                    <a:pt x="1026365" y="4240328"/>
                  </a:lnTo>
                  <a:lnTo>
                    <a:pt x="1026459" y="4240328"/>
                  </a:lnTo>
                  <a:lnTo>
                    <a:pt x="1026552" y="4240328"/>
                  </a:lnTo>
                  <a:lnTo>
                    <a:pt x="1026645" y="4240328"/>
                  </a:lnTo>
                  <a:lnTo>
                    <a:pt x="1026738" y="4240328"/>
                  </a:lnTo>
                  <a:lnTo>
                    <a:pt x="1026831" y="4240328"/>
                  </a:lnTo>
                  <a:lnTo>
                    <a:pt x="1026925" y="4240328"/>
                  </a:lnTo>
                  <a:lnTo>
                    <a:pt x="1027018" y="4240328"/>
                  </a:lnTo>
                  <a:lnTo>
                    <a:pt x="1027111" y="4240328"/>
                  </a:lnTo>
                  <a:lnTo>
                    <a:pt x="1027204" y="4240328"/>
                  </a:lnTo>
                  <a:lnTo>
                    <a:pt x="1027298" y="4240328"/>
                  </a:lnTo>
                  <a:lnTo>
                    <a:pt x="1027391" y="4240328"/>
                  </a:lnTo>
                  <a:lnTo>
                    <a:pt x="1027484" y="4240328"/>
                  </a:lnTo>
                  <a:lnTo>
                    <a:pt x="1027577" y="4240328"/>
                  </a:lnTo>
                  <a:lnTo>
                    <a:pt x="1027671" y="4240328"/>
                  </a:lnTo>
                  <a:lnTo>
                    <a:pt x="1027764" y="4240328"/>
                  </a:lnTo>
                  <a:lnTo>
                    <a:pt x="1027857" y="4240328"/>
                  </a:lnTo>
                  <a:lnTo>
                    <a:pt x="1027950" y="4240328"/>
                  </a:lnTo>
                  <a:lnTo>
                    <a:pt x="1028044" y="4240328"/>
                  </a:lnTo>
                  <a:lnTo>
                    <a:pt x="1028137" y="4240328"/>
                  </a:lnTo>
                  <a:lnTo>
                    <a:pt x="1028230" y="4240328"/>
                  </a:lnTo>
                  <a:lnTo>
                    <a:pt x="1028323" y="4240328"/>
                  </a:lnTo>
                  <a:lnTo>
                    <a:pt x="1028417" y="4240328"/>
                  </a:lnTo>
                  <a:lnTo>
                    <a:pt x="1028510" y="4240328"/>
                  </a:lnTo>
                  <a:lnTo>
                    <a:pt x="1028603" y="4240328"/>
                  </a:lnTo>
                  <a:lnTo>
                    <a:pt x="1028696" y="4240328"/>
                  </a:lnTo>
                  <a:lnTo>
                    <a:pt x="1028790" y="4240328"/>
                  </a:lnTo>
                  <a:lnTo>
                    <a:pt x="1028883" y="4240328"/>
                  </a:lnTo>
                  <a:lnTo>
                    <a:pt x="1028976" y="4240328"/>
                  </a:lnTo>
                  <a:lnTo>
                    <a:pt x="1029069" y="4240328"/>
                  </a:lnTo>
                  <a:lnTo>
                    <a:pt x="1029163" y="4240328"/>
                  </a:lnTo>
                  <a:lnTo>
                    <a:pt x="1029256" y="4240328"/>
                  </a:lnTo>
                  <a:lnTo>
                    <a:pt x="1029349" y="4240328"/>
                  </a:lnTo>
                  <a:lnTo>
                    <a:pt x="1029442" y="4240328"/>
                  </a:lnTo>
                  <a:lnTo>
                    <a:pt x="1029536" y="4240328"/>
                  </a:lnTo>
                  <a:lnTo>
                    <a:pt x="1029629" y="4240328"/>
                  </a:lnTo>
                  <a:lnTo>
                    <a:pt x="1029722" y="4240328"/>
                  </a:lnTo>
                  <a:lnTo>
                    <a:pt x="1029815" y="4240328"/>
                  </a:lnTo>
                  <a:lnTo>
                    <a:pt x="1029909" y="4240328"/>
                  </a:lnTo>
                  <a:lnTo>
                    <a:pt x="1030002" y="4240328"/>
                  </a:lnTo>
                  <a:lnTo>
                    <a:pt x="1030095" y="4240328"/>
                  </a:lnTo>
                  <a:lnTo>
                    <a:pt x="1030188" y="4240328"/>
                  </a:lnTo>
                  <a:lnTo>
                    <a:pt x="1030282" y="4240328"/>
                  </a:lnTo>
                  <a:lnTo>
                    <a:pt x="1030375" y="4240328"/>
                  </a:lnTo>
                  <a:lnTo>
                    <a:pt x="1030468" y="4240328"/>
                  </a:lnTo>
                  <a:lnTo>
                    <a:pt x="1030561" y="4240328"/>
                  </a:lnTo>
                  <a:lnTo>
                    <a:pt x="1030655" y="4240328"/>
                  </a:lnTo>
                  <a:lnTo>
                    <a:pt x="1030748" y="4240328"/>
                  </a:lnTo>
                  <a:lnTo>
                    <a:pt x="1030841" y="4240328"/>
                  </a:lnTo>
                  <a:lnTo>
                    <a:pt x="1030934" y="4240328"/>
                  </a:lnTo>
                  <a:lnTo>
                    <a:pt x="1031028" y="4240328"/>
                  </a:lnTo>
                  <a:lnTo>
                    <a:pt x="1031121" y="4240328"/>
                  </a:lnTo>
                  <a:lnTo>
                    <a:pt x="1031214" y="4240328"/>
                  </a:lnTo>
                  <a:lnTo>
                    <a:pt x="1031307" y="4240328"/>
                  </a:lnTo>
                  <a:lnTo>
                    <a:pt x="1031401" y="4240328"/>
                  </a:lnTo>
                  <a:lnTo>
                    <a:pt x="1031494" y="4240328"/>
                  </a:lnTo>
                  <a:lnTo>
                    <a:pt x="1031587" y="4240328"/>
                  </a:lnTo>
                  <a:lnTo>
                    <a:pt x="1031680" y="4240328"/>
                  </a:lnTo>
                  <a:lnTo>
                    <a:pt x="1031774" y="4240328"/>
                  </a:lnTo>
                  <a:lnTo>
                    <a:pt x="1031867" y="4240328"/>
                  </a:lnTo>
                  <a:lnTo>
                    <a:pt x="1031960" y="4240328"/>
                  </a:lnTo>
                  <a:lnTo>
                    <a:pt x="1032053" y="4240328"/>
                  </a:lnTo>
                  <a:lnTo>
                    <a:pt x="1032147" y="4240328"/>
                  </a:lnTo>
                  <a:lnTo>
                    <a:pt x="1032240" y="4240328"/>
                  </a:lnTo>
                  <a:lnTo>
                    <a:pt x="1032333" y="4240328"/>
                  </a:lnTo>
                  <a:lnTo>
                    <a:pt x="1032426" y="4240328"/>
                  </a:lnTo>
                  <a:lnTo>
                    <a:pt x="1032520" y="4240328"/>
                  </a:lnTo>
                  <a:lnTo>
                    <a:pt x="1032613" y="4240328"/>
                  </a:lnTo>
                  <a:lnTo>
                    <a:pt x="1032706" y="4240328"/>
                  </a:lnTo>
                  <a:lnTo>
                    <a:pt x="1032799" y="4240328"/>
                  </a:lnTo>
                  <a:lnTo>
                    <a:pt x="1032893" y="4240328"/>
                  </a:lnTo>
                  <a:lnTo>
                    <a:pt x="1032986" y="4240328"/>
                  </a:lnTo>
                  <a:lnTo>
                    <a:pt x="1033079" y="4240328"/>
                  </a:lnTo>
                  <a:lnTo>
                    <a:pt x="1033172" y="4240328"/>
                  </a:lnTo>
                  <a:lnTo>
                    <a:pt x="1033266" y="4240328"/>
                  </a:lnTo>
                  <a:lnTo>
                    <a:pt x="1033359" y="4240328"/>
                  </a:lnTo>
                  <a:lnTo>
                    <a:pt x="1033452" y="4240328"/>
                  </a:lnTo>
                  <a:lnTo>
                    <a:pt x="1033545" y="4240328"/>
                  </a:lnTo>
                  <a:lnTo>
                    <a:pt x="1033639" y="4240328"/>
                  </a:lnTo>
                  <a:lnTo>
                    <a:pt x="1033732" y="4240328"/>
                  </a:lnTo>
                  <a:lnTo>
                    <a:pt x="1033825" y="4240328"/>
                  </a:lnTo>
                  <a:lnTo>
                    <a:pt x="1033918" y="4240328"/>
                  </a:lnTo>
                  <a:lnTo>
                    <a:pt x="1034011" y="4240328"/>
                  </a:lnTo>
                  <a:lnTo>
                    <a:pt x="1034105" y="4240328"/>
                  </a:lnTo>
                  <a:lnTo>
                    <a:pt x="1034198" y="4240328"/>
                  </a:lnTo>
                  <a:lnTo>
                    <a:pt x="1034291" y="4240328"/>
                  </a:lnTo>
                  <a:lnTo>
                    <a:pt x="1034384" y="4240328"/>
                  </a:lnTo>
                  <a:lnTo>
                    <a:pt x="1034478" y="4240328"/>
                  </a:lnTo>
                  <a:lnTo>
                    <a:pt x="1034571" y="4240328"/>
                  </a:lnTo>
                  <a:lnTo>
                    <a:pt x="1034664" y="4240328"/>
                  </a:lnTo>
                  <a:lnTo>
                    <a:pt x="1034757" y="4240328"/>
                  </a:lnTo>
                  <a:lnTo>
                    <a:pt x="1034851" y="4240328"/>
                  </a:lnTo>
                  <a:lnTo>
                    <a:pt x="1034944" y="4240328"/>
                  </a:lnTo>
                  <a:lnTo>
                    <a:pt x="1035037" y="4240328"/>
                  </a:lnTo>
                  <a:lnTo>
                    <a:pt x="1035130" y="4240328"/>
                  </a:lnTo>
                  <a:lnTo>
                    <a:pt x="1035224" y="4240328"/>
                  </a:lnTo>
                  <a:lnTo>
                    <a:pt x="1035317" y="4240328"/>
                  </a:lnTo>
                  <a:lnTo>
                    <a:pt x="1035317" y="4230374"/>
                  </a:lnTo>
                  <a:lnTo>
                    <a:pt x="1035410" y="4230374"/>
                  </a:lnTo>
                  <a:lnTo>
                    <a:pt x="1035503" y="4230374"/>
                  </a:lnTo>
                  <a:lnTo>
                    <a:pt x="1035597" y="4230374"/>
                  </a:lnTo>
                  <a:lnTo>
                    <a:pt x="1035690" y="4230374"/>
                  </a:lnTo>
                  <a:lnTo>
                    <a:pt x="1035783" y="4230374"/>
                  </a:lnTo>
                  <a:lnTo>
                    <a:pt x="1035876" y="4230374"/>
                  </a:lnTo>
                  <a:lnTo>
                    <a:pt x="1035970" y="4230374"/>
                  </a:lnTo>
                  <a:lnTo>
                    <a:pt x="1036063" y="4230374"/>
                  </a:lnTo>
                  <a:lnTo>
                    <a:pt x="1036156" y="4230374"/>
                  </a:lnTo>
                  <a:lnTo>
                    <a:pt x="1036249" y="4230374"/>
                  </a:lnTo>
                  <a:lnTo>
                    <a:pt x="1036343" y="4230374"/>
                  </a:lnTo>
                  <a:lnTo>
                    <a:pt x="1036436" y="4230374"/>
                  </a:lnTo>
                  <a:lnTo>
                    <a:pt x="1036529" y="4230374"/>
                  </a:lnTo>
                  <a:lnTo>
                    <a:pt x="1036622" y="4230374"/>
                  </a:lnTo>
                  <a:lnTo>
                    <a:pt x="1036716" y="4230374"/>
                  </a:lnTo>
                  <a:lnTo>
                    <a:pt x="1036809" y="4230374"/>
                  </a:lnTo>
                  <a:lnTo>
                    <a:pt x="1036902" y="4230374"/>
                  </a:lnTo>
                  <a:lnTo>
                    <a:pt x="1036995" y="4230374"/>
                  </a:lnTo>
                  <a:lnTo>
                    <a:pt x="1037089" y="4230374"/>
                  </a:lnTo>
                  <a:lnTo>
                    <a:pt x="1037182" y="4230374"/>
                  </a:lnTo>
                  <a:lnTo>
                    <a:pt x="1037275" y="4230374"/>
                  </a:lnTo>
                  <a:lnTo>
                    <a:pt x="1037368" y="4230374"/>
                  </a:lnTo>
                  <a:lnTo>
                    <a:pt x="1037462" y="4230374"/>
                  </a:lnTo>
                  <a:lnTo>
                    <a:pt x="1037555" y="4230374"/>
                  </a:lnTo>
                  <a:lnTo>
                    <a:pt x="1037648" y="4230374"/>
                  </a:lnTo>
                  <a:lnTo>
                    <a:pt x="1037741" y="4230374"/>
                  </a:lnTo>
                  <a:lnTo>
                    <a:pt x="1037835" y="4230374"/>
                  </a:lnTo>
                  <a:lnTo>
                    <a:pt x="1037928" y="4230374"/>
                  </a:lnTo>
                  <a:lnTo>
                    <a:pt x="1038021" y="4230374"/>
                  </a:lnTo>
                  <a:lnTo>
                    <a:pt x="1038114" y="4230374"/>
                  </a:lnTo>
                  <a:lnTo>
                    <a:pt x="1038208" y="4230374"/>
                  </a:lnTo>
                  <a:lnTo>
                    <a:pt x="1038301" y="4230374"/>
                  </a:lnTo>
                  <a:lnTo>
                    <a:pt x="1038394" y="4230374"/>
                  </a:lnTo>
                  <a:lnTo>
                    <a:pt x="1038487" y="4230374"/>
                  </a:lnTo>
                  <a:lnTo>
                    <a:pt x="1038581" y="4230374"/>
                  </a:lnTo>
                  <a:lnTo>
                    <a:pt x="1038674" y="4230374"/>
                  </a:lnTo>
                  <a:lnTo>
                    <a:pt x="1038767" y="4230374"/>
                  </a:lnTo>
                  <a:lnTo>
                    <a:pt x="1038860" y="4230374"/>
                  </a:lnTo>
                  <a:lnTo>
                    <a:pt x="1038860" y="4220420"/>
                  </a:lnTo>
                  <a:lnTo>
                    <a:pt x="1038954" y="4220420"/>
                  </a:lnTo>
                  <a:lnTo>
                    <a:pt x="1039047" y="4220420"/>
                  </a:lnTo>
                  <a:lnTo>
                    <a:pt x="1039140" y="4220420"/>
                  </a:lnTo>
                  <a:lnTo>
                    <a:pt x="1039233" y="4220420"/>
                  </a:lnTo>
                  <a:lnTo>
                    <a:pt x="1039327" y="4220420"/>
                  </a:lnTo>
                  <a:lnTo>
                    <a:pt x="1039420" y="4220420"/>
                  </a:lnTo>
                  <a:lnTo>
                    <a:pt x="1039513" y="4220420"/>
                  </a:lnTo>
                  <a:lnTo>
                    <a:pt x="1039606" y="4220420"/>
                  </a:lnTo>
                  <a:lnTo>
                    <a:pt x="1039700" y="4220420"/>
                  </a:lnTo>
                  <a:lnTo>
                    <a:pt x="1039793" y="4220420"/>
                  </a:lnTo>
                  <a:lnTo>
                    <a:pt x="1039886" y="4220420"/>
                  </a:lnTo>
                  <a:lnTo>
                    <a:pt x="1039979" y="4220420"/>
                  </a:lnTo>
                  <a:lnTo>
                    <a:pt x="1040073" y="4220420"/>
                  </a:lnTo>
                  <a:lnTo>
                    <a:pt x="1040073" y="4210466"/>
                  </a:lnTo>
                  <a:lnTo>
                    <a:pt x="1040166" y="4210466"/>
                  </a:lnTo>
                  <a:lnTo>
                    <a:pt x="1040259" y="4210466"/>
                  </a:lnTo>
                  <a:lnTo>
                    <a:pt x="1040259" y="4200513"/>
                  </a:lnTo>
                  <a:lnTo>
                    <a:pt x="1040352" y="4200513"/>
                  </a:lnTo>
                  <a:lnTo>
                    <a:pt x="1040446" y="4200513"/>
                  </a:lnTo>
                  <a:lnTo>
                    <a:pt x="1040539" y="4200513"/>
                  </a:lnTo>
                  <a:lnTo>
                    <a:pt x="1040632" y="4200513"/>
                  </a:lnTo>
                  <a:lnTo>
                    <a:pt x="1040725" y="4200513"/>
                  </a:lnTo>
                  <a:lnTo>
                    <a:pt x="1040818" y="4200513"/>
                  </a:lnTo>
                  <a:lnTo>
                    <a:pt x="1040912" y="4200513"/>
                  </a:lnTo>
                  <a:lnTo>
                    <a:pt x="1041005" y="4200513"/>
                  </a:lnTo>
                  <a:lnTo>
                    <a:pt x="1041098" y="4200513"/>
                  </a:lnTo>
                  <a:lnTo>
                    <a:pt x="1041191" y="4200513"/>
                  </a:lnTo>
                  <a:lnTo>
                    <a:pt x="1041285" y="4200513"/>
                  </a:lnTo>
                  <a:lnTo>
                    <a:pt x="1041378" y="4200513"/>
                  </a:lnTo>
                  <a:lnTo>
                    <a:pt x="1041471" y="4200513"/>
                  </a:lnTo>
                  <a:lnTo>
                    <a:pt x="1041564" y="4200513"/>
                  </a:lnTo>
                  <a:lnTo>
                    <a:pt x="1041564" y="4190559"/>
                  </a:lnTo>
                  <a:lnTo>
                    <a:pt x="1041658" y="4190559"/>
                  </a:lnTo>
                  <a:lnTo>
                    <a:pt x="1041751" y="4190559"/>
                  </a:lnTo>
                  <a:lnTo>
                    <a:pt x="1041844" y="4190559"/>
                  </a:lnTo>
                  <a:lnTo>
                    <a:pt x="1041937" y="4190559"/>
                  </a:lnTo>
                  <a:lnTo>
                    <a:pt x="1042031" y="4190559"/>
                  </a:lnTo>
                  <a:lnTo>
                    <a:pt x="1042124" y="4190559"/>
                  </a:lnTo>
                  <a:lnTo>
                    <a:pt x="1042217" y="4190559"/>
                  </a:lnTo>
                  <a:lnTo>
                    <a:pt x="1042310" y="4190559"/>
                  </a:lnTo>
                  <a:lnTo>
                    <a:pt x="1042404" y="4190559"/>
                  </a:lnTo>
                  <a:lnTo>
                    <a:pt x="1042497" y="4190559"/>
                  </a:lnTo>
                  <a:lnTo>
                    <a:pt x="1042590" y="4190559"/>
                  </a:lnTo>
                  <a:lnTo>
                    <a:pt x="1042683" y="4190559"/>
                  </a:lnTo>
                  <a:lnTo>
                    <a:pt x="1042777" y="4190559"/>
                  </a:lnTo>
                  <a:lnTo>
                    <a:pt x="1042870" y="4190559"/>
                  </a:lnTo>
                  <a:lnTo>
                    <a:pt x="1042963" y="4190559"/>
                  </a:lnTo>
                  <a:lnTo>
                    <a:pt x="1043056" y="4190559"/>
                  </a:lnTo>
                  <a:lnTo>
                    <a:pt x="1043150" y="4190559"/>
                  </a:lnTo>
                  <a:lnTo>
                    <a:pt x="1043243" y="4190559"/>
                  </a:lnTo>
                  <a:lnTo>
                    <a:pt x="1043336" y="4190559"/>
                  </a:lnTo>
                  <a:lnTo>
                    <a:pt x="1043429" y="4190559"/>
                  </a:lnTo>
                  <a:lnTo>
                    <a:pt x="1043523" y="4190559"/>
                  </a:lnTo>
                  <a:lnTo>
                    <a:pt x="1043616" y="4190559"/>
                  </a:lnTo>
                  <a:lnTo>
                    <a:pt x="1043709" y="4190559"/>
                  </a:lnTo>
                  <a:lnTo>
                    <a:pt x="1043802" y="4190559"/>
                  </a:lnTo>
                  <a:lnTo>
                    <a:pt x="1043896" y="4190559"/>
                  </a:lnTo>
                  <a:lnTo>
                    <a:pt x="1043989" y="4190559"/>
                  </a:lnTo>
                  <a:lnTo>
                    <a:pt x="1044082" y="4190559"/>
                  </a:lnTo>
                  <a:lnTo>
                    <a:pt x="1044175" y="4190559"/>
                  </a:lnTo>
                  <a:lnTo>
                    <a:pt x="1044269" y="4190559"/>
                  </a:lnTo>
                  <a:lnTo>
                    <a:pt x="1044362" y="4190559"/>
                  </a:lnTo>
                  <a:lnTo>
                    <a:pt x="1044455" y="4190559"/>
                  </a:lnTo>
                  <a:lnTo>
                    <a:pt x="1044548" y="4190559"/>
                  </a:lnTo>
                  <a:lnTo>
                    <a:pt x="1044642" y="4190559"/>
                  </a:lnTo>
                  <a:lnTo>
                    <a:pt x="1044735" y="4190559"/>
                  </a:lnTo>
                  <a:lnTo>
                    <a:pt x="1044828" y="4190559"/>
                  </a:lnTo>
                  <a:lnTo>
                    <a:pt x="1044921" y="4190559"/>
                  </a:lnTo>
                  <a:lnTo>
                    <a:pt x="1045015" y="4190559"/>
                  </a:lnTo>
                  <a:lnTo>
                    <a:pt x="1045108" y="4190559"/>
                  </a:lnTo>
                  <a:lnTo>
                    <a:pt x="1045201" y="4190559"/>
                  </a:lnTo>
                  <a:lnTo>
                    <a:pt x="1045294" y="4190559"/>
                  </a:lnTo>
                  <a:lnTo>
                    <a:pt x="1045388" y="4190559"/>
                  </a:lnTo>
                  <a:lnTo>
                    <a:pt x="1045481" y="4190559"/>
                  </a:lnTo>
                  <a:lnTo>
                    <a:pt x="1045574" y="4190559"/>
                  </a:lnTo>
                  <a:lnTo>
                    <a:pt x="1045667" y="4190559"/>
                  </a:lnTo>
                  <a:lnTo>
                    <a:pt x="1045761" y="4190559"/>
                  </a:lnTo>
                  <a:lnTo>
                    <a:pt x="1045854" y="4190559"/>
                  </a:lnTo>
                  <a:lnTo>
                    <a:pt x="1045947" y="4190559"/>
                  </a:lnTo>
                  <a:lnTo>
                    <a:pt x="1046040" y="4190559"/>
                  </a:lnTo>
                  <a:lnTo>
                    <a:pt x="1046134" y="4190559"/>
                  </a:lnTo>
                  <a:lnTo>
                    <a:pt x="1046227" y="4190559"/>
                  </a:lnTo>
                  <a:lnTo>
                    <a:pt x="1046320" y="4190559"/>
                  </a:lnTo>
                  <a:lnTo>
                    <a:pt x="1046413" y="4190559"/>
                  </a:lnTo>
                  <a:lnTo>
                    <a:pt x="1046507" y="4190559"/>
                  </a:lnTo>
                  <a:lnTo>
                    <a:pt x="1046600" y="4190559"/>
                  </a:lnTo>
                  <a:lnTo>
                    <a:pt x="1046693" y="4190559"/>
                  </a:lnTo>
                  <a:lnTo>
                    <a:pt x="1046786" y="4190559"/>
                  </a:lnTo>
                  <a:lnTo>
                    <a:pt x="1046880" y="4190559"/>
                  </a:lnTo>
                  <a:lnTo>
                    <a:pt x="1046973" y="4190559"/>
                  </a:lnTo>
                  <a:lnTo>
                    <a:pt x="1047066" y="4190559"/>
                  </a:lnTo>
                  <a:lnTo>
                    <a:pt x="1047159" y="4190559"/>
                  </a:lnTo>
                  <a:lnTo>
                    <a:pt x="1047253" y="4190559"/>
                  </a:lnTo>
                  <a:lnTo>
                    <a:pt x="1047346" y="4190559"/>
                  </a:lnTo>
                  <a:lnTo>
                    <a:pt x="1047439" y="4190559"/>
                  </a:lnTo>
                  <a:lnTo>
                    <a:pt x="1047532" y="4190559"/>
                  </a:lnTo>
                  <a:lnTo>
                    <a:pt x="1047625" y="4190559"/>
                  </a:lnTo>
                  <a:lnTo>
                    <a:pt x="1047625" y="4180605"/>
                  </a:lnTo>
                  <a:lnTo>
                    <a:pt x="1047719" y="4180605"/>
                  </a:lnTo>
                  <a:lnTo>
                    <a:pt x="1047812" y="4180605"/>
                  </a:lnTo>
                  <a:lnTo>
                    <a:pt x="1047905" y="4180605"/>
                  </a:lnTo>
                  <a:lnTo>
                    <a:pt x="1047998" y="4180605"/>
                  </a:lnTo>
                  <a:lnTo>
                    <a:pt x="1048092" y="4180605"/>
                  </a:lnTo>
                  <a:lnTo>
                    <a:pt x="1048185" y="4180605"/>
                  </a:lnTo>
                  <a:lnTo>
                    <a:pt x="1048278" y="4180605"/>
                  </a:lnTo>
                  <a:lnTo>
                    <a:pt x="1048371" y="4180605"/>
                  </a:lnTo>
                  <a:lnTo>
                    <a:pt x="1048465" y="4180605"/>
                  </a:lnTo>
                  <a:lnTo>
                    <a:pt x="1048558" y="4180605"/>
                  </a:lnTo>
                  <a:lnTo>
                    <a:pt x="1048651" y="4180605"/>
                  </a:lnTo>
                  <a:lnTo>
                    <a:pt x="1048744" y="4180605"/>
                  </a:lnTo>
                  <a:lnTo>
                    <a:pt x="1048838" y="4180605"/>
                  </a:lnTo>
                  <a:lnTo>
                    <a:pt x="1048931" y="4180605"/>
                  </a:lnTo>
                  <a:lnTo>
                    <a:pt x="1049024" y="4180605"/>
                  </a:lnTo>
                  <a:lnTo>
                    <a:pt x="1049117" y="4180605"/>
                  </a:lnTo>
                  <a:lnTo>
                    <a:pt x="1049211" y="4180605"/>
                  </a:lnTo>
                  <a:lnTo>
                    <a:pt x="1049304" y="4180605"/>
                  </a:lnTo>
                  <a:lnTo>
                    <a:pt x="1049397" y="4180605"/>
                  </a:lnTo>
                  <a:lnTo>
                    <a:pt x="1049490" y="4180605"/>
                  </a:lnTo>
                  <a:lnTo>
                    <a:pt x="1049584" y="4180605"/>
                  </a:lnTo>
                  <a:lnTo>
                    <a:pt x="1049677" y="4180605"/>
                  </a:lnTo>
                  <a:lnTo>
                    <a:pt x="1049770" y="4180605"/>
                  </a:lnTo>
                  <a:lnTo>
                    <a:pt x="1049863" y="4180605"/>
                  </a:lnTo>
                  <a:lnTo>
                    <a:pt x="1049957" y="4180605"/>
                  </a:lnTo>
                  <a:lnTo>
                    <a:pt x="1050050" y="4180605"/>
                  </a:lnTo>
                  <a:lnTo>
                    <a:pt x="1050143" y="4180605"/>
                  </a:lnTo>
                  <a:lnTo>
                    <a:pt x="1050236" y="4180605"/>
                  </a:lnTo>
                  <a:lnTo>
                    <a:pt x="1050330" y="4180605"/>
                  </a:lnTo>
                  <a:lnTo>
                    <a:pt x="1050423" y="4180605"/>
                  </a:lnTo>
                  <a:lnTo>
                    <a:pt x="1050516" y="4180605"/>
                  </a:lnTo>
                  <a:lnTo>
                    <a:pt x="1050609" y="4180605"/>
                  </a:lnTo>
                  <a:lnTo>
                    <a:pt x="1050703" y="4180605"/>
                  </a:lnTo>
                  <a:lnTo>
                    <a:pt x="1050796" y="4180605"/>
                  </a:lnTo>
                  <a:lnTo>
                    <a:pt x="1050889" y="4180605"/>
                  </a:lnTo>
                  <a:lnTo>
                    <a:pt x="1050982" y="4180605"/>
                  </a:lnTo>
                  <a:lnTo>
                    <a:pt x="1051076" y="4180605"/>
                  </a:lnTo>
                  <a:lnTo>
                    <a:pt x="1051169" y="4180605"/>
                  </a:lnTo>
                  <a:lnTo>
                    <a:pt x="1051262" y="4180605"/>
                  </a:lnTo>
                  <a:lnTo>
                    <a:pt x="1051355" y="4180605"/>
                  </a:lnTo>
                  <a:lnTo>
                    <a:pt x="1051449" y="4180605"/>
                  </a:lnTo>
                  <a:lnTo>
                    <a:pt x="1051542" y="4180605"/>
                  </a:lnTo>
                  <a:lnTo>
                    <a:pt x="1051635" y="4180605"/>
                  </a:lnTo>
                  <a:lnTo>
                    <a:pt x="1051728" y="4180605"/>
                  </a:lnTo>
                  <a:lnTo>
                    <a:pt x="1051822" y="4180605"/>
                  </a:lnTo>
                  <a:lnTo>
                    <a:pt x="1051915" y="4180605"/>
                  </a:lnTo>
                  <a:lnTo>
                    <a:pt x="1052008" y="4180605"/>
                  </a:lnTo>
                  <a:lnTo>
                    <a:pt x="1052101" y="4180605"/>
                  </a:lnTo>
                  <a:lnTo>
                    <a:pt x="1052195" y="4180605"/>
                  </a:lnTo>
                  <a:lnTo>
                    <a:pt x="1052288" y="4180605"/>
                  </a:lnTo>
                  <a:lnTo>
                    <a:pt x="1052381" y="4180605"/>
                  </a:lnTo>
                  <a:lnTo>
                    <a:pt x="1052474" y="4180605"/>
                  </a:lnTo>
                  <a:lnTo>
                    <a:pt x="1052568" y="4180605"/>
                  </a:lnTo>
                  <a:lnTo>
                    <a:pt x="1052661" y="4180605"/>
                  </a:lnTo>
                  <a:lnTo>
                    <a:pt x="1052754" y="4180605"/>
                  </a:lnTo>
                  <a:lnTo>
                    <a:pt x="1052847" y="4180605"/>
                  </a:lnTo>
                  <a:lnTo>
                    <a:pt x="1052941" y="4180605"/>
                  </a:lnTo>
                  <a:lnTo>
                    <a:pt x="1053034" y="4180605"/>
                  </a:lnTo>
                  <a:lnTo>
                    <a:pt x="1053127" y="4180605"/>
                  </a:lnTo>
                  <a:lnTo>
                    <a:pt x="1053220" y="4180605"/>
                  </a:lnTo>
                  <a:lnTo>
                    <a:pt x="1053314" y="4180605"/>
                  </a:lnTo>
                  <a:lnTo>
                    <a:pt x="1053407" y="4180605"/>
                  </a:lnTo>
                  <a:lnTo>
                    <a:pt x="1053500" y="4180605"/>
                  </a:lnTo>
                  <a:lnTo>
                    <a:pt x="1053593" y="4180605"/>
                  </a:lnTo>
                  <a:lnTo>
                    <a:pt x="1053687" y="4180605"/>
                  </a:lnTo>
                  <a:lnTo>
                    <a:pt x="1053780" y="4180605"/>
                  </a:lnTo>
                  <a:lnTo>
                    <a:pt x="1053873" y="4180605"/>
                  </a:lnTo>
                  <a:lnTo>
                    <a:pt x="1053966" y="4180605"/>
                  </a:lnTo>
                  <a:lnTo>
                    <a:pt x="1054060" y="4180605"/>
                  </a:lnTo>
                  <a:lnTo>
                    <a:pt x="1054153" y="4180605"/>
                  </a:lnTo>
                  <a:lnTo>
                    <a:pt x="1054246" y="4180605"/>
                  </a:lnTo>
                  <a:lnTo>
                    <a:pt x="1054339" y="4180605"/>
                  </a:lnTo>
                  <a:lnTo>
                    <a:pt x="1054433" y="4180605"/>
                  </a:lnTo>
                  <a:lnTo>
                    <a:pt x="1054526" y="4180605"/>
                  </a:lnTo>
                  <a:lnTo>
                    <a:pt x="1054619" y="4180605"/>
                  </a:lnTo>
                  <a:lnTo>
                    <a:pt x="1054712" y="4180605"/>
                  </a:lnTo>
                  <a:lnTo>
                    <a:pt x="1054805" y="4180605"/>
                  </a:lnTo>
                  <a:lnTo>
                    <a:pt x="1054899" y="4180605"/>
                  </a:lnTo>
                  <a:lnTo>
                    <a:pt x="1054992" y="4180605"/>
                  </a:lnTo>
                  <a:lnTo>
                    <a:pt x="1055085" y="4180605"/>
                  </a:lnTo>
                  <a:lnTo>
                    <a:pt x="1055178" y="4180605"/>
                  </a:lnTo>
                  <a:lnTo>
                    <a:pt x="1055272" y="4180605"/>
                  </a:lnTo>
                  <a:lnTo>
                    <a:pt x="1055365" y="4180605"/>
                  </a:lnTo>
                  <a:lnTo>
                    <a:pt x="1055458" y="4180605"/>
                  </a:lnTo>
                  <a:lnTo>
                    <a:pt x="1055551" y="4180605"/>
                  </a:lnTo>
                  <a:lnTo>
                    <a:pt x="1055645" y="4180605"/>
                  </a:lnTo>
                  <a:lnTo>
                    <a:pt x="1055738" y="4180605"/>
                  </a:lnTo>
                  <a:lnTo>
                    <a:pt x="1055831" y="4180605"/>
                  </a:lnTo>
                  <a:lnTo>
                    <a:pt x="1055924" y="4180605"/>
                  </a:lnTo>
                  <a:lnTo>
                    <a:pt x="1056018" y="4180605"/>
                  </a:lnTo>
                  <a:lnTo>
                    <a:pt x="1056111" y="4180605"/>
                  </a:lnTo>
                  <a:lnTo>
                    <a:pt x="1056204" y="4180605"/>
                  </a:lnTo>
                  <a:lnTo>
                    <a:pt x="1056204" y="4170651"/>
                  </a:lnTo>
                  <a:lnTo>
                    <a:pt x="1056297" y="4170651"/>
                  </a:lnTo>
                  <a:lnTo>
                    <a:pt x="1056391" y="4170651"/>
                  </a:lnTo>
                  <a:lnTo>
                    <a:pt x="1056484" y="4170651"/>
                  </a:lnTo>
                  <a:lnTo>
                    <a:pt x="1056577" y="4170651"/>
                  </a:lnTo>
                  <a:lnTo>
                    <a:pt x="1056670" y="4170651"/>
                  </a:lnTo>
                  <a:lnTo>
                    <a:pt x="1056764" y="4170651"/>
                  </a:lnTo>
                  <a:lnTo>
                    <a:pt x="1056857" y="4170651"/>
                  </a:lnTo>
                  <a:lnTo>
                    <a:pt x="1056950" y="4170651"/>
                  </a:lnTo>
                  <a:lnTo>
                    <a:pt x="1057043" y="4170651"/>
                  </a:lnTo>
                  <a:lnTo>
                    <a:pt x="1057137" y="4170651"/>
                  </a:lnTo>
                  <a:lnTo>
                    <a:pt x="1057230" y="4170651"/>
                  </a:lnTo>
                  <a:lnTo>
                    <a:pt x="1057323" y="4170651"/>
                  </a:lnTo>
                  <a:lnTo>
                    <a:pt x="1057416" y="4170651"/>
                  </a:lnTo>
                  <a:lnTo>
                    <a:pt x="1057510" y="4170651"/>
                  </a:lnTo>
                  <a:lnTo>
                    <a:pt x="1057603" y="4170651"/>
                  </a:lnTo>
                  <a:lnTo>
                    <a:pt x="1057696" y="4170651"/>
                  </a:lnTo>
                  <a:lnTo>
                    <a:pt x="1057789" y="4170651"/>
                  </a:lnTo>
                  <a:lnTo>
                    <a:pt x="1057883" y="4170651"/>
                  </a:lnTo>
                  <a:lnTo>
                    <a:pt x="1057976" y="4170651"/>
                  </a:lnTo>
                  <a:lnTo>
                    <a:pt x="1058069" y="4170651"/>
                  </a:lnTo>
                  <a:lnTo>
                    <a:pt x="1058162" y="4170651"/>
                  </a:lnTo>
                  <a:lnTo>
                    <a:pt x="1058256" y="4170651"/>
                  </a:lnTo>
                  <a:lnTo>
                    <a:pt x="1058349" y="4170651"/>
                  </a:lnTo>
                  <a:lnTo>
                    <a:pt x="1058442" y="4170651"/>
                  </a:lnTo>
                  <a:lnTo>
                    <a:pt x="1058535" y="4170651"/>
                  </a:lnTo>
                  <a:lnTo>
                    <a:pt x="1058629" y="4170651"/>
                  </a:lnTo>
                  <a:lnTo>
                    <a:pt x="1058722" y="4170651"/>
                  </a:lnTo>
                  <a:lnTo>
                    <a:pt x="1058815" y="4170651"/>
                  </a:lnTo>
                  <a:lnTo>
                    <a:pt x="1058908" y="4170651"/>
                  </a:lnTo>
                  <a:lnTo>
                    <a:pt x="1059002" y="4170651"/>
                  </a:lnTo>
                  <a:lnTo>
                    <a:pt x="1059095" y="4170651"/>
                  </a:lnTo>
                  <a:lnTo>
                    <a:pt x="1059188" y="4170651"/>
                  </a:lnTo>
                  <a:lnTo>
                    <a:pt x="1059281" y="4170651"/>
                  </a:lnTo>
                  <a:lnTo>
                    <a:pt x="1059375" y="4170651"/>
                  </a:lnTo>
                  <a:lnTo>
                    <a:pt x="1059468" y="4170651"/>
                  </a:lnTo>
                  <a:lnTo>
                    <a:pt x="1059561" y="4170651"/>
                  </a:lnTo>
                  <a:lnTo>
                    <a:pt x="1059654" y="4170651"/>
                  </a:lnTo>
                  <a:lnTo>
                    <a:pt x="1059748" y="4170651"/>
                  </a:lnTo>
                  <a:lnTo>
                    <a:pt x="1059841" y="4170651"/>
                  </a:lnTo>
                  <a:lnTo>
                    <a:pt x="1059934" y="4170651"/>
                  </a:lnTo>
                  <a:lnTo>
                    <a:pt x="1060027" y="4170651"/>
                  </a:lnTo>
                  <a:lnTo>
                    <a:pt x="1060121" y="4170651"/>
                  </a:lnTo>
                  <a:lnTo>
                    <a:pt x="1060214" y="4170651"/>
                  </a:lnTo>
                  <a:lnTo>
                    <a:pt x="1060307" y="4170651"/>
                  </a:lnTo>
                  <a:lnTo>
                    <a:pt x="1060400" y="4170651"/>
                  </a:lnTo>
                  <a:lnTo>
                    <a:pt x="1060494" y="4170651"/>
                  </a:lnTo>
                  <a:lnTo>
                    <a:pt x="1060587" y="4170651"/>
                  </a:lnTo>
                  <a:lnTo>
                    <a:pt x="1060680" y="4170651"/>
                  </a:lnTo>
                  <a:lnTo>
                    <a:pt x="1060773" y="4170651"/>
                  </a:lnTo>
                  <a:lnTo>
                    <a:pt x="1060867" y="4170651"/>
                  </a:lnTo>
                  <a:lnTo>
                    <a:pt x="1060960" y="4170651"/>
                  </a:lnTo>
                  <a:lnTo>
                    <a:pt x="1061053" y="4170651"/>
                  </a:lnTo>
                  <a:lnTo>
                    <a:pt x="1061146" y="4170651"/>
                  </a:lnTo>
                  <a:lnTo>
                    <a:pt x="1061240" y="4170651"/>
                  </a:lnTo>
                  <a:lnTo>
                    <a:pt x="1061333" y="4170651"/>
                  </a:lnTo>
                  <a:lnTo>
                    <a:pt x="1061426" y="4170651"/>
                  </a:lnTo>
                  <a:lnTo>
                    <a:pt x="1061519" y="4170651"/>
                  </a:lnTo>
                  <a:lnTo>
                    <a:pt x="1061612" y="4170651"/>
                  </a:lnTo>
                  <a:lnTo>
                    <a:pt x="1061706" y="4170651"/>
                  </a:lnTo>
                  <a:lnTo>
                    <a:pt x="1061799" y="4170651"/>
                  </a:lnTo>
                  <a:lnTo>
                    <a:pt x="1061892" y="4170651"/>
                  </a:lnTo>
                  <a:lnTo>
                    <a:pt x="1061985" y="4170651"/>
                  </a:lnTo>
                  <a:lnTo>
                    <a:pt x="1062079" y="4170651"/>
                  </a:lnTo>
                  <a:lnTo>
                    <a:pt x="1062172" y="4170651"/>
                  </a:lnTo>
                  <a:lnTo>
                    <a:pt x="1062265" y="4170651"/>
                  </a:lnTo>
                  <a:lnTo>
                    <a:pt x="1062358" y="4170651"/>
                  </a:lnTo>
                  <a:lnTo>
                    <a:pt x="1062452" y="4170651"/>
                  </a:lnTo>
                  <a:lnTo>
                    <a:pt x="1062545" y="4170651"/>
                  </a:lnTo>
                  <a:lnTo>
                    <a:pt x="1062638" y="4170651"/>
                  </a:lnTo>
                  <a:lnTo>
                    <a:pt x="1062731" y="4170651"/>
                  </a:lnTo>
                  <a:lnTo>
                    <a:pt x="1062825" y="4170651"/>
                  </a:lnTo>
                  <a:lnTo>
                    <a:pt x="1062918" y="4170651"/>
                  </a:lnTo>
                  <a:lnTo>
                    <a:pt x="1063011" y="4170651"/>
                  </a:lnTo>
                  <a:lnTo>
                    <a:pt x="1063104" y="4170651"/>
                  </a:lnTo>
                  <a:lnTo>
                    <a:pt x="1063198" y="4170651"/>
                  </a:lnTo>
                  <a:lnTo>
                    <a:pt x="1063291" y="4170651"/>
                  </a:lnTo>
                  <a:lnTo>
                    <a:pt x="1063384" y="4170651"/>
                  </a:lnTo>
                  <a:lnTo>
                    <a:pt x="1063477" y="4170651"/>
                  </a:lnTo>
                  <a:lnTo>
                    <a:pt x="1063571" y="4170651"/>
                  </a:lnTo>
                  <a:lnTo>
                    <a:pt x="1063571" y="4160697"/>
                  </a:lnTo>
                  <a:lnTo>
                    <a:pt x="1063664" y="4160697"/>
                  </a:lnTo>
                  <a:lnTo>
                    <a:pt x="1063757" y="4160697"/>
                  </a:lnTo>
                  <a:lnTo>
                    <a:pt x="1063850" y="4160697"/>
                  </a:lnTo>
                  <a:lnTo>
                    <a:pt x="1063944" y="4160697"/>
                  </a:lnTo>
                  <a:lnTo>
                    <a:pt x="1064037" y="4160697"/>
                  </a:lnTo>
                  <a:lnTo>
                    <a:pt x="1064130" y="4160697"/>
                  </a:lnTo>
                  <a:lnTo>
                    <a:pt x="1064223" y="4160697"/>
                  </a:lnTo>
                  <a:lnTo>
                    <a:pt x="1064317" y="4160697"/>
                  </a:lnTo>
                  <a:lnTo>
                    <a:pt x="1064410" y="4160697"/>
                  </a:lnTo>
                  <a:lnTo>
                    <a:pt x="1064503" y="4160697"/>
                  </a:lnTo>
                  <a:lnTo>
                    <a:pt x="1064596" y="4160697"/>
                  </a:lnTo>
                  <a:lnTo>
                    <a:pt x="1064690" y="4160697"/>
                  </a:lnTo>
                  <a:lnTo>
                    <a:pt x="1064783" y="4160697"/>
                  </a:lnTo>
                  <a:lnTo>
                    <a:pt x="1064876" y="4160697"/>
                  </a:lnTo>
                  <a:lnTo>
                    <a:pt x="1064969" y="4160697"/>
                  </a:lnTo>
                  <a:lnTo>
                    <a:pt x="1065063" y="4160697"/>
                  </a:lnTo>
                  <a:lnTo>
                    <a:pt x="1065156" y="4160697"/>
                  </a:lnTo>
                  <a:lnTo>
                    <a:pt x="1065249" y="4160697"/>
                  </a:lnTo>
                  <a:lnTo>
                    <a:pt x="1065342" y="4160697"/>
                  </a:lnTo>
                  <a:lnTo>
                    <a:pt x="1065436" y="4160697"/>
                  </a:lnTo>
                  <a:lnTo>
                    <a:pt x="1065529" y="4160697"/>
                  </a:lnTo>
                  <a:lnTo>
                    <a:pt x="1065622" y="4160697"/>
                  </a:lnTo>
                  <a:lnTo>
                    <a:pt x="1065715" y="4160697"/>
                  </a:lnTo>
                  <a:lnTo>
                    <a:pt x="1065809" y="4160697"/>
                  </a:lnTo>
                  <a:lnTo>
                    <a:pt x="1065902" y="4160697"/>
                  </a:lnTo>
                  <a:lnTo>
                    <a:pt x="1065995" y="4160697"/>
                  </a:lnTo>
                  <a:lnTo>
                    <a:pt x="1066088" y="4160697"/>
                  </a:lnTo>
                  <a:lnTo>
                    <a:pt x="1066182" y="4160697"/>
                  </a:lnTo>
                  <a:lnTo>
                    <a:pt x="1066275" y="4160697"/>
                  </a:lnTo>
                  <a:lnTo>
                    <a:pt x="1066368" y="4160697"/>
                  </a:lnTo>
                  <a:lnTo>
                    <a:pt x="1066461" y="4160697"/>
                  </a:lnTo>
                  <a:lnTo>
                    <a:pt x="1066555" y="4160697"/>
                  </a:lnTo>
                  <a:lnTo>
                    <a:pt x="1066648" y="4160697"/>
                  </a:lnTo>
                  <a:lnTo>
                    <a:pt x="1066741" y="4160697"/>
                  </a:lnTo>
                  <a:lnTo>
                    <a:pt x="1066834" y="4160697"/>
                  </a:lnTo>
                  <a:lnTo>
                    <a:pt x="1066928" y="4160697"/>
                  </a:lnTo>
                  <a:lnTo>
                    <a:pt x="1067021" y="4160697"/>
                  </a:lnTo>
                  <a:lnTo>
                    <a:pt x="1067114" y="4160697"/>
                  </a:lnTo>
                  <a:lnTo>
                    <a:pt x="1067207" y="4160697"/>
                  </a:lnTo>
                  <a:lnTo>
                    <a:pt x="1067301" y="4160697"/>
                  </a:lnTo>
                  <a:lnTo>
                    <a:pt x="1067394" y="4160697"/>
                  </a:lnTo>
                  <a:lnTo>
                    <a:pt x="1067487" y="4160697"/>
                  </a:lnTo>
                  <a:lnTo>
                    <a:pt x="1067580" y="4160697"/>
                  </a:lnTo>
                  <a:lnTo>
                    <a:pt x="1067674" y="4160697"/>
                  </a:lnTo>
                  <a:lnTo>
                    <a:pt x="1067767" y="4160697"/>
                  </a:lnTo>
                  <a:lnTo>
                    <a:pt x="1067860" y="4160697"/>
                  </a:lnTo>
                  <a:lnTo>
                    <a:pt x="1067953" y="4160697"/>
                  </a:lnTo>
                  <a:lnTo>
                    <a:pt x="1068047" y="4160697"/>
                  </a:lnTo>
                  <a:lnTo>
                    <a:pt x="1068140" y="4160697"/>
                  </a:lnTo>
                  <a:lnTo>
                    <a:pt x="1068233" y="4160697"/>
                  </a:lnTo>
                  <a:lnTo>
                    <a:pt x="1068326" y="4160697"/>
                  </a:lnTo>
                  <a:lnTo>
                    <a:pt x="1068420" y="4160697"/>
                  </a:lnTo>
                  <a:lnTo>
                    <a:pt x="1068513" y="4160697"/>
                  </a:lnTo>
                  <a:lnTo>
                    <a:pt x="1068606" y="4160697"/>
                  </a:lnTo>
                  <a:lnTo>
                    <a:pt x="1068699" y="4160697"/>
                  </a:lnTo>
                  <a:lnTo>
                    <a:pt x="1068792" y="4160697"/>
                  </a:lnTo>
                  <a:lnTo>
                    <a:pt x="1068886" y="4160697"/>
                  </a:lnTo>
                  <a:lnTo>
                    <a:pt x="1068979" y="4160697"/>
                  </a:lnTo>
                  <a:lnTo>
                    <a:pt x="1068979" y="4150744"/>
                  </a:lnTo>
                  <a:lnTo>
                    <a:pt x="1069072" y="4150744"/>
                  </a:lnTo>
                  <a:lnTo>
                    <a:pt x="1069165" y="4150744"/>
                  </a:lnTo>
                  <a:lnTo>
                    <a:pt x="1069259" y="4150744"/>
                  </a:lnTo>
                  <a:lnTo>
                    <a:pt x="1069352" y="4150744"/>
                  </a:lnTo>
                  <a:lnTo>
                    <a:pt x="1069445" y="4150744"/>
                  </a:lnTo>
                  <a:lnTo>
                    <a:pt x="1069538" y="4150744"/>
                  </a:lnTo>
                  <a:lnTo>
                    <a:pt x="1069632" y="4150744"/>
                  </a:lnTo>
                  <a:lnTo>
                    <a:pt x="1069725" y="4150744"/>
                  </a:lnTo>
                  <a:lnTo>
                    <a:pt x="1069818" y="4150744"/>
                  </a:lnTo>
                  <a:lnTo>
                    <a:pt x="1069911" y="4150744"/>
                  </a:lnTo>
                  <a:lnTo>
                    <a:pt x="1070005" y="4150744"/>
                  </a:lnTo>
                  <a:lnTo>
                    <a:pt x="1070098" y="4150744"/>
                  </a:lnTo>
                  <a:lnTo>
                    <a:pt x="1070191" y="4150744"/>
                  </a:lnTo>
                  <a:lnTo>
                    <a:pt x="1070284" y="4150744"/>
                  </a:lnTo>
                  <a:lnTo>
                    <a:pt x="1070378" y="4150744"/>
                  </a:lnTo>
                  <a:lnTo>
                    <a:pt x="1070471" y="4150744"/>
                  </a:lnTo>
                  <a:lnTo>
                    <a:pt x="1070564" y="4150744"/>
                  </a:lnTo>
                  <a:lnTo>
                    <a:pt x="1070657" y="4150744"/>
                  </a:lnTo>
                  <a:lnTo>
                    <a:pt x="1070751" y="4150744"/>
                  </a:lnTo>
                  <a:lnTo>
                    <a:pt x="1070844" y="4150744"/>
                  </a:lnTo>
                  <a:lnTo>
                    <a:pt x="1070937" y="4150744"/>
                  </a:lnTo>
                  <a:lnTo>
                    <a:pt x="1071030" y="4150744"/>
                  </a:lnTo>
                  <a:lnTo>
                    <a:pt x="1071124" y="4150744"/>
                  </a:lnTo>
                  <a:lnTo>
                    <a:pt x="1071217" y="4150744"/>
                  </a:lnTo>
                  <a:lnTo>
                    <a:pt x="1071310" y="4150744"/>
                  </a:lnTo>
                  <a:lnTo>
                    <a:pt x="1071403" y="4150744"/>
                  </a:lnTo>
                  <a:lnTo>
                    <a:pt x="1071497" y="4150744"/>
                  </a:lnTo>
                  <a:lnTo>
                    <a:pt x="1071590" y="4150744"/>
                  </a:lnTo>
                  <a:lnTo>
                    <a:pt x="1071683" y="4150744"/>
                  </a:lnTo>
                  <a:lnTo>
                    <a:pt x="1071776" y="4150744"/>
                  </a:lnTo>
                  <a:lnTo>
                    <a:pt x="1071870" y="4150744"/>
                  </a:lnTo>
                  <a:lnTo>
                    <a:pt x="1071963" y="4150744"/>
                  </a:lnTo>
                  <a:lnTo>
                    <a:pt x="1072056" y="4150744"/>
                  </a:lnTo>
                  <a:lnTo>
                    <a:pt x="1072149" y="4150744"/>
                  </a:lnTo>
                  <a:lnTo>
                    <a:pt x="1072243" y="4150744"/>
                  </a:lnTo>
                  <a:lnTo>
                    <a:pt x="1072336" y="4150744"/>
                  </a:lnTo>
                  <a:lnTo>
                    <a:pt x="1072429" y="4150744"/>
                  </a:lnTo>
                  <a:lnTo>
                    <a:pt x="1072522" y="4150744"/>
                  </a:lnTo>
                  <a:lnTo>
                    <a:pt x="1072616" y="4150744"/>
                  </a:lnTo>
                  <a:lnTo>
                    <a:pt x="1072709" y="4150744"/>
                  </a:lnTo>
                  <a:lnTo>
                    <a:pt x="1072802" y="4150744"/>
                  </a:lnTo>
                  <a:lnTo>
                    <a:pt x="1072895" y="4150744"/>
                  </a:lnTo>
                  <a:lnTo>
                    <a:pt x="1072989" y="4150744"/>
                  </a:lnTo>
                  <a:lnTo>
                    <a:pt x="1073082" y="4150744"/>
                  </a:lnTo>
                  <a:lnTo>
                    <a:pt x="1073175" y="4150744"/>
                  </a:lnTo>
                  <a:lnTo>
                    <a:pt x="1073268" y="4150744"/>
                  </a:lnTo>
                  <a:lnTo>
                    <a:pt x="1073362" y="4150744"/>
                  </a:lnTo>
                  <a:lnTo>
                    <a:pt x="1073455" y="4150744"/>
                  </a:lnTo>
                  <a:lnTo>
                    <a:pt x="1073548" y="4150744"/>
                  </a:lnTo>
                  <a:lnTo>
                    <a:pt x="1073641" y="4150744"/>
                  </a:lnTo>
                  <a:lnTo>
                    <a:pt x="1073735" y="4150744"/>
                  </a:lnTo>
                  <a:lnTo>
                    <a:pt x="1073828" y="4150744"/>
                  </a:lnTo>
                  <a:lnTo>
                    <a:pt x="1073921" y="4150744"/>
                  </a:lnTo>
                  <a:lnTo>
                    <a:pt x="1074014" y="4150744"/>
                  </a:lnTo>
                  <a:lnTo>
                    <a:pt x="1074108" y="4150744"/>
                  </a:lnTo>
                  <a:lnTo>
                    <a:pt x="1074201" y="4150744"/>
                  </a:lnTo>
                  <a:lnTo>
                    <a:pt x="1074294" y="4150744"/>
                  </a:lnTo>
                  <a:lnTo>
                    <a:pt x="1074387" y="4150744"/>
                  </a:lnTo>
                  <a:lnTo>
                    <a:pt x="1074481" y="4150744"/>
                  </a:lnTo>
                  <a:lnTo>
                    <a:pt x="1074574" y="4150744"/>
                  </a:lnTo>
                  <a:lnTo>
                    <a:pt x="1074667" y="4150744"/>
                  </a:lnTo>
                  <a:lnTo>
                    <a:pt x="1074760" y="4150744"/>
                  </a:lnTo>
                  <a:lnTo>
                    <a:pt x="1074854" y="4150744"/>
                  </a:lnTo>
                  <a:lnTo>
                    <a:pt x="1074947" y="4150744"/>
                  </a:lnTo>
                  <a:lnTo>
                    <a:pt x="1075040" y="4150744"/>
                  </a:lnTo>
                  <a:lnTo>
                    <a:pt x="1075133" y="4150744"/>
                  </a:lnTo>
                  <a:lnTo>
                    <a:pt x="1075227" y="4150744"/>
                  </a:lnTo>
                  <a:lnTo>
                    <a:pt x="1075320" y="4150744"/>
                  </a:lnTo>
                  <a:lnTo>
                    <a:pt x="1075413" y="4150744"/>
                  </a:lnTo>
                  <a:lnTo>
                    <a:pt x="1075506" y="4150744"/>
                  </a:lnTo>
                  <a:lnTo>
                    <a:pt x="1075599" y="4150744"/>
                  </a:lnTo>
                  <a:lnTo>
                    <a:pt x="1075693" y="4150744"/>
                  </a:lnTo>
                  <a:lnTo>
                    <a:pt x="1075786" y="4150744"/>
                  </a:lnTo>
                  <a:lnTo>
                    <a:pt x="1075879" y="4150744"/>
                  </a:lnTo>
                  <a:lnTo>
                    <a:pt x="1075972" y="4150744"/>
                  </a:lnTo>
                  <a:lnTo>
                    <a:pt x="1076066" y="4150744"/>
                  </a:lnTo>
                  <a:lnTo>
                    <a:pt x="1076159" y="4150744"/>
                  </a:lnTo>
                  <a:lnTo>
                    <a:pt x="1076252" y="4150744"/>
                  </a:lnTo>
                  <a:lnTo>
                    <a:pt x="1076345" y="4150744"/>
                  </a:lnTo>
                  <a:lnTo>
                    <a:pt x="1076439" y="4150744"/>
                  </a:lnTo>
                  <a:lnTo>
                    <a:pt x="1076532" y="4150744"/>
                  </a:lnTo>
                  <a:lnTo>
                    <a:pt x="1076625" y="4150744"/>
                  </a:lnTo>
                  <a:lnTo>
                    <a:pt x="1076718" y="4150744"/>
                  </a:lnTo>
                  <a:lnTo>
                    <a:pt x="1076812" y="4150744"/>
                  </a:lnTo>
                  <a:lnTo>
                    <a:pt x="1076905" y="4150744"/>
                  </a:lnTo>
                  <a:lnTo>
                    <a:pt x="1076998" y="4150744"/>
                  </a:lnTo>
                  <a:lnTo>
                    <a:pt x="1077091" y="4150744"/>
                  </a:lnTo>
                  <a:lnTo>
                    <a:pt x="1077185" y="4150744"/>
                  </a:lnTo>
                  <a:lnTo>
                    <a:pt x="1077278" y="4150744"/>
                  </a:lnTo>
                  <a:lnTo>
                    <a:pt x="1077371" y="4150744"/>
                  </a:lnTo>
                  <a:lnTo>
                    <a:pt x="1077464" y="4150744"/>
                  </a:lnTo>
                  <a:lnTo>
                    <a:pt x="1077558" y="4150744"/>
                  </a:lnTo>
                  <a:lnTo>
                    <a:pt x="1077651" y="4150744"/>
                  </a:lnTo>
                  <a:lnTo>
                    <a:pt x="1077744" y="4150744"/>
                  </a:lnTo>
                  <a:lnTo>
                    <a:pt x="1077837" y="4150744"/>
                  </a:lnTo>
                  <a:lnTo>
                    <a:pt x="1077931" y="4150744"/>
                  </a:lnTo>
                  <a:lnTo>
                    <a:pt x="1078024" y="4150744"/>
                  </a:lnTo>
                  <a:lnTo>
                    <a:pt x="1078117" y="4150744"/>
                  </a:lnTo>
                  <a:lnTo>
                    <a:pt x="1078210" y="4150744"/>
                  </a:lnTo>
                  <a:lnTo>
                    <a:pt x="1078304" y="4150744"/>
                  </a:lnTo>
                  <a:lnTo>
                    <a:pt x="1078397" y="4150744"/>
                  </a:lnTo>
                  <a:lnTo>
                    <a:pt x="1078490" y="4150744"/>
                  </a:lnTo>
                  <a:lnTo>
                    <a:pt x="1078583" y="4150744"/>
                  </a:lnTo>
                  <a:lnTo>
                    <a:pt x="1078677" y="4150744"/>
                  </a:lnTo>
                  <a:lnTo>
                    <a:pt x="1078770" y="4150744"/>
                  </a:lnTo>
                  <a:lnTo>
                    <a:pt x="1078863" y="4150744"/>
                  </a:lnTo>
                  <a:lnTo>
                    <a:pt x="1078956" y="4150744"/>
                  </a:lnTo>
                  <a:lnTo>
                    <a:pt x="1079050" y="4150744"/>
                  </a:lnTo>
                  <a:lnTo>
                    <a:pt x="1079143" y="4150744"/>
                  </a:lnTo>
                  <a:lnTo>
                    <a:pt x="1079143" y="4140790"/>
                  </a:lnTo>
                  <a:lnTo>
                    <a:pt x="1079236" y="4140790"/>
                  </a:lnTo>
                  <a:lnTo>
                    <a:pt x="1079329" y="4140790"/>
                  </a:lnTo>
                  <a:lnTo>
                    <a:pt x="1079423" y="4140790"/>
                  </a:lnTo>
                  <a:lnTo>
                    <a:pt x="1079516" y="4140790"/>
                  </a:lnTo>
                  <a:lnTo>
                    <a:pt x="1079516" y="4130836"/>
                  </a:lnTo>
                  <a:lnTo>
                    <a:pt x="1079609" y="4130836"/>
                  </a:lnTo>
                  <a:lnTo>
                    <a:pt x="1079702" y="4130836"/>
                  </a:lnTo>
                  <a:lnTo>
                    <a:pt x="1079796" y="4130836"/>
                  </a:lnTo>
                  <a:lnTo>
                    <a:pt x="1079889" y="4130836"/>
                  </a:lnTo>
                  <a:lnTo>
                    <a:pt x="1079982" y="4130836"/>
                  </a:lnTo>
                  <a:lnTo>
                    <a:pt x="1080075" y="4130836"/>
                  </a:lnTo>
                  <a:lnTo>
                    <a:pt x="1080169" y="4130836"/>
                  </a:lnTo>
                  <a:lnTo>
                    <a:pt x="1080262" y="4130836"/>
                  </a:lnTo>
                  <a:lnTo>
                    <a:pt x="1080355" y="4130836"/>
                  </a:lnTo>
                  <a:lnTo>
                    <a:pt x="1080448" y="4130836"/>
                  </a:lnTo>
                  <a:lnTo>
                    <a:pt x="1080542" y="4130836"/>
                  </a:lnTo>
                  <a:lnTo>
                    <a:pt x="1080635" y="4130836"/>
                  </a:lnTo>
                  <a:lnTo>
                    <a:pt x="1080728" y="4130836"/>
                  </a:lnTo>
                  <a:lnTo>
                    <a:pt x="1080821" y="4130836"/>
                  </a:lnTo>
                  <a:lnTo>
                    <a:pt x="1080915" y="4130836"/>
                  </a:lnTo>
                  <a:lnTo>
                    <a:pt x="1081008" y="4130836"/>
                  </a:lnTo>
                  <a:lnTo>
                    <a:pt x="1081101" y="4130836"/>
                  </a:lnTo>
                  <a:lnTo>
                    <a:pt x="1081194" y="4130836"/>
                  </a:lnTo>
                  <a:lnTo>
                    <a:pt x="1081288" y="4130836"/>
                  </a:lnTo>
                  <a:lnTo>
                    <a:pt x="1081381" y="4130836"/>
                  </a:lnTo>
                  <a:lnTo>
                    <a:pt x="1081474" y="4130836"/>
                  </a:lnTo>
                  <a:lnTo>
                    <a:pt x="1081567" y="4130836"/>
                  </a:lnTo>
                  <a:lnTo>
                    <a:pt x="1081661" y="4130836"/>
                  </a:lnTo>
                  <a:lnTo>
                    <a:pt x="1081754" y="4130836"/>
                  </a:lnTo>
                  <a:lnTo>
                    <a:pt x="1081847" y="4130836"/>
                  </a:lnTo>
                  <a:lnTo>
                    <a:pt x="1081940" y="4130836"/>
                  </a:lnTo>
                  <a:lnTo>
                    <a:pt x="1082034" y="4130836"/>
                  </a:lnTo>
                  <a:lnTo>
                    <a:pt x="1082127" y="4130836"/>
                  </a:lnTo>
                  <a:lnTo>
                    <a:pt x="1082220" y="4130836"/>
                  </a:lnTo>
                  <a:lnTo>
                    <a:pt x="1082313" y="4130836"/>
                  </a:lnTo>
                  <a:lnTo>
                    <a:pt x="1082406" y="4130836"/>
                  </a:lnTo>
                  <a:lnTo>
                    <a:pt x="1082500" y="4130836"/>
                  </a:lnTo>
                  <a:lnTo>
                    <a:pt x="1082593" y="4130836"/>
                  </a:lnTo>
                  <a:lnTo>
                    <a:pt x="1082686" y="4130836"/>
                  </a:lnTo>
                  <a:lnTo>
                    <a:pt x="1082779" y="4130836"/>
                  </a:lnTo>
                  <a:lnTo>
                    <a:pt x="1082873" y="4130836"/>
                  </a:lnTo>
                  <a:lnTo>
                    <a:pt x="1082966" y="4130836"/>
                  </a:lnTo>
                  <a:lnTo>
                    <a:pt x="1083059" y="4130836"/>
                  </a:lnTo>
                  <a:lnTo>
                    <a:pt x="1083152" y="4130836"/>
                  </a:lnTo>
                  <a:lnTo>
                    <a:pt x="1083246" y="4130836"/>
                  </a:lnTo>
                  <a:lnTo>
                    <a:pt x="1083339" y="4130836"/>
                  </a:lnTo>
                  <a:lnTo>
                    <a:pt x="1083432" y="4130836"/>
                  </a:lnTo>
                  <a:lnTo>
                    <a:pt x="1083525" y="4130836"/>
                  </a:lnTo>
                  <a:lnTo>
                    <a:pt x="1083619" y="4130836"/>
                  </a:lnTo>
                  <a:lnTo>
                    <a:pt x="1083712" y="4130836"/>
                  </a:lnTo>
                  <a:lnTo>
                    <a:pt x="1083805" y="4130836"/>
                  </a:lnTo>
                  <a:lnTo>
                    <a:pt x="1083898" y="4130836"/>
                  </a:lnTo>
                  <a:lnTo>
                    <a:pt x="1083992" y="4130836"/>
                  </a:lnTo>
                  <a:lnTo>
                    <a:pt x="1084085" y="4130836"/>
                  </a:lnTo>
                  <a:lnTo>
                    <a:pt x="1084178" y="4130836"/>
                  </a:lnTo>
                  <a:lnTo>
                    <a:pt x="1084271" y="4130836"/>
                  </a:lnTo>
                  <a:lnTo>
                    <a:pt x="1084365" y="4130836"/>
                  </a:lnTo>
                  <a:lnTo>
                    <a:pt x="1084458" y="4130836"/>
                  </a:lnTo>
                  <a:lnTo>
                    <a:pt x="1084551" y="4130836"/>
                  </a:lnTo>
                  <a:lnTo>
                    <a:pt x="1084644" y="4130836"/>
                  </a:lnTo>
                  <a:lnTo>
                    <a:pt x="1084738" y="4130836"/>
                  </a:lnTo>
                  <a:lnTo>
                    <a:pt x="1084831" y="4130836"/>
                  </a:lnTo>
                  <a:lnTo>
                    <a:pt x="1084924" y="4130836"/>
                  </a:lnTo>
                  <a:lnTo>
                    <a:pt x="1085017" y="4130836"/>
                  </a:lnTo>
                  <a:lnTo>
                    <a:pt x="1085111" y="4130836"/>
                  </a:lnTo>
                  <a:lnTo>
                    <a:pt x="1085111" y="4120882"/>
                  </a:lnTo>
                  <a:lnTo>
                    <a:pt x="1085204" y="4120882"/>
                  </a:lnTo>
                  <a:lnTo>
                    <a:pt x="1085297" y="4120882"/>
                  </a:lnTo>
                  <a:lnTo>
                    <a:pt x="1085390" y="4120882"/>
                  </a:lnTo>
                  <a:lnTo>
                    <a:pt x="1085484" y="4120882"/>
                  </a:lnTo>
                  <a:lnTo>
                    <a:pt x="1085577" y="4120882"/>
                  </a:lnTo>
                  <a:lnTo>
                    <a:pt x="1085670" y="4120882"/>
                  </a:lnTo>
                  <a:lnTo>
                    <a:pt x="1085763" y="4120882"/>
                  </a:lnTo>
                  <a:lnTo>
                    <a:pt x="1085857" y="4120882"/>
                  </a:lnTo>
                  <a:lnTo>
                    <a:pt x="1085950" y="4120882"/>
                  </a:lnTo>
                  <a:lnTo>
                    <a:pt x="1086043" y="4120882"/>
                  </a:lnTo>
                  <a:lnTo>
                    <a:pt x="1086136" y="4120882"/>
                  </a:lnTo>
                  <a:lnTo>
                    <a:pt x="1086230" y="4120882"/>
                  </a:lnTo>
                  <a:lnTo>
                    <a:pt x="1086323" y="4120882"/>
                  </a:lnTo>
                  <a:lnTo>
                    <a:pt x="1086416" y="4120882"/>
                  </a:lnTo>
                  <a:lnTo>
                    <a:pt x="1086509" y="4120882"/>
                  </a:lnTo>
                  <a:lnTo>
                    <a:pt x="1086603" y="4120882"/>
                  </a:lnTo>
                  <a:lnTo>
                    <a:pt x="1086696" y="4120882"/>
                  </a:lnTo>
                  <a:lnTo>
                    <a:pt x="1086789" y="4120882"/>
                  </a:lnTo>
                  <a:lnTo>
                    <a:pt x="1086882" y="4120882"/>
                  </a:lnTo>
                  <a:lnTo>
                    <a:pt x="1086976" y="4120882"/>
                  </a:lnTo>
                  <a:lnTo>
                    <a:pt x="1087069" y="4120882"/>
                  </a:lnTo>
                  <a:lnTo>
                    <a:pt x="1087162" y="4120882"/>
                  </a:lnTo>
                  <a:lnTo>
                    <a:pt x="1087255" y="4120882"/>
                  </a:lnTo>
                  <a:lnTo>
                    <a:pt x="1087349" y="4120882"/>
                  </a:lnTo>
                  <a:lnTo>
                    <a:pt x="1087442" y="4120882"/>
                  </a:lnTo>
                  <a:lnTo>
                    <a:pt x="1087535" y="4120882"/>
                  </a:lnTo>
                  <a:lnTo>
                    <a:pt x="1087628" y="4120882"/>
                  </a:lnTo>
                  <a:lnTo>
                    <a:pt x="1087722" y="4120882"/>
                  </a:lnTo>
                  <a:lnTo>
                    <a:pt x="1087815" y="4120882"/>
                  </a:lnTo>
                  <a:lnTo>
                    <a:pt x="1087908" y="4120882"/>
                  </a:lnTo>
                  <a:lnTo>
                    <a:pt x="1088001" y="4120882"/>
                  </a:lnTo>
                  <a:lnTo>
                    <a:pt x="1088095" y="4120882"/>
                  </a:lnTo>
                  <a:lnTo>
                    <a:pt x="1088188" y="4120882"/>
                  </a:lnTo>
                  <a:lnTo>
                    <a:pt x="1088281" y="4120882"/>
                  </a:lnTo>
                  <a:lnTo>
                    <a:pt x="1088374" y="4120882"/>
                  </a:lnTo>
                  <a:lnTo>
                    <a:pt x="1088468" y="4120882"/>
                  </a:lnTo>
                  <a:lnTo>
                    <a:pt x="1088561" y="4120882"/>
                  </a:lnTo>
                  <a:lnTo>
                    <a:pt x="1088654" y="4120882"/>
                  </a:lnTo>
                  <a:lnTo>
                    <a:pt x="1088747" y="4120882"/>
                  </a:lnTo>
                  <a:lnTo>
                    <a:pt x="1088841" y="4120882"/>
                  </a:lnTo>
                  <a:lnTo>
                    <a:pt x="1088934" y="4120882"/>
                  </a:lnTo>
                  <a:lnTo>
                    <a:pt x="1089027" y="4120882"/>
                  </a:lnTo>
                  <a:lnTo>
                    <a:pt x="1089120" y="4120882"/>
                  </a:lnTo>
                  <a:lnTo>
                    <a:pt x="1089214" y="4120882"/>
                  </a:lnTo>
                  <a:lnTo>
                    <a:pt x="1089307" y="4120882"/>
                  </a:lnTo>
                  <a:lnTo>
                    <a:pt x="1089400" y="4120882"/>
                  </a:lnTo>
                  <a:lnTo>
                    <a:pt x="1089493" y="4120882"/>
                  </a:lnTo>
                  <a:lnTo>
                    <a:pt x="1089586" y="4120882"/>
                  </a:lnTo>
                  <a:lnTo>
                    <a:pt x="1089680" y="4120882"/>
                  </a:lnTo>
                  <a:lnTo>
                    <a:pt x="1089773" y="4120882"/>
                  </a:lnTo>
                  <a:lnTo>
                    <a:pt x="1089866" y="4120882"/>
                  </a:lnTo>
                  <a:lnTo>
                    <a:pt x="1089959" y="4120882"/>
                  </a:lnTo>
                  <a:lnTo>
                    <a:pt x="1090053" y="4120882"/>
                  </a:lnTo>
                  <a:lnTo>
                    <a:pt x="1090146" y="4120882"/>
                  </a:lnTo>
                  <a:lnTo>
                    <a:pt x="1090239" y="4120882"/>
                  </a:lnTo>
                  <a:lnTo>
                    <a:pt x="1090332" y="4120882"/>
                  </a:lnTo>
                  <a:lnTo>
                    <a:pt x="1090426" y="4120882"/>
                  </a:lnTo>
                  <a:lnTo>
                    <a:pt x="1090519" y="4120882"/>
                  </a:lnTo>
                  <a:lnTo>
                    <a:pt x="1090612" y="4120882"/>
                  </a:lnTo>
                  <a:lnTo>
                    <a:pt x="1090705" y="4120882"/>
                  </a:lnTo>
                  <a:lnTo>
                    <a:pt x="1090799" y="4120882"/>
                  </a:lnTo>
                  <a:lnTo>
                    <a:pt x="1090892" y="4120882"/>
                  </a:lnTo>
                  <a:lnTo>
                    <a:pt x="1090985" y="4120882"/>
                  </a:lnTo>
                  <a:lnTo>
                    <a:pt x="1091078" y="4120882"/>
                  </a:lnTo>
                  <a:lnTo>
                    <a:pt x="1091172" y="4120882"/>
                  </a:lnTo>
                  <a:lnTo>
                    <a:pt x="1091265" y="4120882"/>
                  </a:lnTo>
                  <a:lnTo>
                    <a:pt x="1091358" y="4120882"/>
                  </a:lnTo>
                  <a:lnTo>
                    <a:pt x="1091451" y="4120882"/>
                  </a:lnTo>
                  <a:lnTo>
                    <a:pt x="1091545" y="4120882"/>
                  </a:lnTo>
                  <a:lnTo>
                    <a:pt x="1091638" y="4120882"/>
                  </a:lnTo>
                  <a:lnTo>
                    <a:pt x="1091731" y="4120882"/>
                  </a:lnTo>
                  <a:lnTo>
                    <a:pt x="1091824" y="4120882"/>
                  </a:lnTo>
                  <a:lnTo>
                    <a:pt x="1091918" y="4120882"/>
                  </a:lnTo>
                  <a:lnTo>
                    <a:pt x="1092011" y="4120882"/>
                  </a:lnTo>
                  <a:lnTo>
                    <a:pt x="1092104" y="4120882"/>
                  </a:lnTo>
                  <a:lnTo>
                    <a:pt x="1092197" y="4120882"/>
                  </a:lnTo>
                  <a:lnTo>
                    <a:pt x="1092291" y="4120882"/>
                  </a:lnTo>
                  <a:lnTo>
                    <a:pt x="1092384" y="4120882"/>
                  </a:lnTo>
                  <a:lnTo>
                    <a:pt x="1092477" y="4120882"/>
                  </a:lnTo>
                  <a:lnTo>
                    <a:pt x="1092570" y="4120882"/>
                  </a:lnTo>
                  <a:lnTo>
                    <a:pt x="1092664" y="4120882"/>
                  </a:lnTo>
                  <a:lnTo>
                    <a:pt x="1092757" y="4120882"/>
                  </a:lnTo>
                  <a:lnTo>
                    <a:pt x="1092850" y="4120882"/>
                  </a:lnTo>
                  <a:lnTo>
                    <a:pt x="1092943" y="4120882"/>
                  </a:lnTo>
                  <a:lnTo>
                    <a:pt x="1093037" y="4120882"/>
                  </a:lnTo>
                  <a:lnTo>
                    <a:pt x="1093130" y="4120882"/>
                  </a:lnTo>
                  <a:lnTo>
                    <a:pt x="1093223" y="4120882"/>
                  </a:lnTo>
                  <a:lnTo>
                    <a:pt x="1093316" y="4120882"/>
                  </a:lnTo>
                  <a:lnTo>
                    <a:pt x="1093410" y="4120882"/>
                  </a:lnTo>
                  <a:lnTo>
                    <a:pt x="1093503" y="4120882"/>
                  </a:lnTo>
                  <a:lnTo>
                    <a:pt x="1093596" y="4120882"/>
                  </a:lnTo>
                  <a:lnTo>
                    <a:pt x="1093689" y="4120882"/>
                  </a:lnTo>
                  <a:lnTo>
                    <a:pt x="1093783" y="4120882"/>
                  </a:lnTo>
                  <a:lnTo>
                    <a:pt x="1093876" y="4120882"/>
                  </a:lnTo>
                  <a:lnTo>
                    <a:pt x="1093969" y="4120882"/>
                  </a:lnTo>
                  <a:lnTo>
                    <a:pt x="1094062" y="4120882"/>
                  </a:lnTo>
                  <a:lnTo>
                    <a:pt x="1094156" y="4120882"/>
                  </a:lnTo>
                  <a:lnTo>
                    <a:pt x="1094249" y="4120882"/>
                  </a:lnTo>
                  <a:lnTo>
                    <a:pt x="1094342" y="4120882"/>
                  </a:lnTo>
                  <a:lnTo>
                    <a:pt x="1094435" y="4120882"/>
                  </a:lnTo>
                  <a:lnTo>
                    <a:pt x="1094529" y="4120882"/>
                  </a:lnTo>
                  <a:lnTo>
                    <a:pt x="1094622" y="4120882"/>
                  </a:lnTo>
                  <a:lnTo>
                    <a:pt x="1094715" y="4120882"/>
                  </a:lnTo>
                  <a:lnTo>
                    <a:pt x="1094808" y="4120882"/>
                  </a:lnTo>
                  <a:lnTo>
                    <a:pt x="1094902" y="4120882"/>
                  </a:lnTo>
                  <a:lnTo>
                    <a:pt x="1094995" y="4120882"/>
                  </a:lnTo>
                  <a:lnTo>
                    <a:pt x="1095088" y="4120882"/>
                  </a:lnTo>
                  <a:lnTo>
                    <a:pt x="1095181" y="4120882"/>
                  </a:lnTo>
                  <a:lnTo>
                    <a:pt x="1095275" y="4120882"/>
                  </a:lnTo>
                  <a:lnTo>
                    <a:pt x="1095368" y="4120882"/>
                  </a:lnTo>
                  <a:lnTo>
                    <a:pt x="1095461" y="4120882"/>
                  </a:lnTo>
                  <a:lnTo>
                    <a:pt x="1095461" y="4110928"/>
                  </a:lnTo>
                  <a:lnTo>
                    <a:pt x="1095554" y="4110928"/>
                  </a:lnTo>
                  <a:lnTo>
                    <a:pt x="1095648" y="4110928"/>
                  </a:lnTo>
                  <a:lnTo>
                    <a:pt x="1095741" y="4110928"/>
                  </a:lnTo>
                  <a:lnTo>
                    <a:pt x="1095834" y="4110928"/>
                  </a:lnTo>
                  <a:lnTo>
                    <a:pt x="1095927" y="4110928"/>
                  </a:lnTo>
                  <a:lnTo>
                    <a:pt x="1096021" y="4110928"/>
                  </a:lnTo>
                  <a:lnTo>
                    <a:pt x="1096114" y="4110928"/>
                  </a:lnTo>
                  <a:lnTo>
                    <a:pt x="1096207" y="4110928"/>
                  </a:lnTo>
                  <a:lnTo>
                    <a:pt x="1096300" y="4110928"/>
                  </a:lnTo>
                  <a:lnTo>
                    <a:pt x="1096393" y="4110928"/>
                  </a:lnTo>
                  <a:lnTo>
                    <a:pt x="1096487" y="4110928"/>
                  </a:lnTo>
                  <a:lnTo>
                    <a:pt x="1096580" y="4110928"/>
                  </a:lnTo>
                  <a:lnTo>
                    <a:pt x="1096673" y="4110928"/>
                  </a:lnTo>
                  <a:lnTo>
                    <a:pt x="1096766" y="4110928"/>
                  </a:lnTo>
                  <a:lnTo>
                    <a:pt x="1096860" y="4110928"/>
                  </a:lnTo>
                  <a:lnTo>
                    <a:pt x="1096953" y="4110928"/>
                  </a:lnTo>
                  <a:lnTo>
                    <a:pt x="1097046" y="4110928"/>
                  </a:lnTo>
                  <a:lnTo>
                    <a:pt x="1097139" y="4110928"/>
                  </a:lnTo>
                  <a:lnTo>
                    <a:pt x="1097233" y="4110928"/>
                  </a:lnTo>
                  <a:lnTo>
                    <a:pt x="1097326" y="4110928"/>
                  </a:lnTo>
                  <a:lnTo>
                    <a:pt x="1097419" y="4110928"/>
                  </a:lnTo>
                  <a:lnTo>
                    <a:pt x="1097512" y="4110928"/>
                  </a:lnTo>
                  <a:lnTo>
                    <a:pt x="1097606" y="4110928"/>
                  </a:lnTo>
                  <a:lnTo>
                    <a:pt x="1097699" y="4110928"/>
                  </a:lnTo>
                  <a:lnTo>
                    <a:pt x="1097792" y="4110928"/>
                  </a:lnTo>
                  <a:lnTo>
                    <a:pt x="1097885" y="4110928"/>
                  </a:lnTo>
                  <a:lnTo>
                    <a:pt x="1097979" y="4110928"/>
                  </a:lnTo>
                  <a:lnTo>
                    <a:pt x="1098072" y="4110928"/>
                  </a:lnTo>
                  <a:lnTo>
                    <a:pt x="1098165" y="4110928"/>
                  </a:lnTo>
                  <a:lnTo>
                    <a:pt x="1098258" y="4110928"/>
                  </a:lnTo>
                  <a:lnTo>
                    <a:pt x="1098352" y="4110928"/>
                  </a:lnTo>
                  <a:lnTo>
                    <a:pt x="1098445" y="4110928"/>
                  </a:lnTo>
                  <a:lnTo>
                    <a:pt x="1098538" y="4110928"/>
                  </a:lnTo>
                  <a:lnTo>
                    <a:pt x="1098631" y="4110928"/>
                  </a:lnTo>
                  <a:lnTo>
                    <a:pt x="1098725" y="4110928"/>
                  </a:lnTo>
                  <a:lnTo>
                    <a:pt x="1098818" y="4110928"/>
                  </a:lnTo>
                  <a:lnTo>
                    <a:pt x="1098911" y="4110928"/>
                  </a:lnTo>
                  <a:lnTo>
                    <a:pt x="1099004" y="4110928"/>
                  </a:lnTo>
                  <a:lnTo>
                    <a:pt x="1099098" y="4110928"/>
                  </a:lnTo>
                  <a:lnTo>
                    <a:pt x="1099191" y="4110928"/>
                  </a:lnTo>
                  <a:lnTo>
                    <a:pt x="1099284" y="4110928"/>
                  </a:lnTo>
                  <a:lnTo>
                    <a:pt x="1099377" y="4110928"/>
                  </a:lnTo>
                  <a:lnTo>
                    <a:pt x="1099471" y="4110928"/>
                  </a:lnTo>
                  <a:lnTo>
                    <a:pt x="1099564" y="4110928"/>
                  </a:lnTo>
                  <a:lnTo>
                    <a:pt x="1099657" y="4110928"/>
                  </a:lnTo>
                  <a:lnTo>
                    <a:pt x="1099750" y="4110928"/>
                  </a:lnTo>
                  <a:lnTo>
                    <a:pt x="1099844" y="4110928"/>
                  </a:lnTo>
                  <a:lnTo>
                    <a:pt x="1099937" y="4110928"/>
                  </a:lnTo>
                  <a:lnTo>
                    <a:pt x="1100030" y="4110928"/>
                  </a:lnTo>
                  <a:lnTo>
                    <a:pt x="1100123" y="4110928"/>
                  </a:lnTo>
                  <a:lnTo>
                    <a:pt x="1100217" y="4110928"/>
                  </a:lnTo>
                  <a:lnTo>
                    <a:pt x="1100310" y="4110928"/>
                  </a:lnTo>
                  <a:lnTo>
                    <a:pt x="1100403" y="4110928"/>
                  </a:lnTo>
                  <a:lnTo>
                    <a:pt x="1100496" y="4110928"/>
                  </a:lnTo>
                  <a:lnTo>
                    <a:pt x="1100590" y="4110928"/>
                  </a:lnTo>
                  <a:lnTo>
                    <a:pt x="1100683" y="4110928"/>
                  </a:lnTo>
                  <a:lnTo>
                    <a:pt x="1100776" y="4110928"/>
                  </a:lnTo>
                  <a:lnTo>
                    <a:pt x="1100869" y="4110928"/>
                  </a:lnTo>
                  <a:lnTo>
                    <a:pt x="1100963" y="4110928"/>
                  </a:lnTo>
                  <a:lnTo>
                    <a:pt x="1100963" y="4100974"/>
                  </a:lnTo>
                  <a:lnTo>
                    <a:pt x="1101056" y="4100974"/>
                  </a:lnTo>
                  <a:lnTo>
                    <a:pt x="1101149" y="4100974"/>
                  </a:lnTo>
                  <a:lnTo>
                    <a:pt x="1101242" y="4100974"/>
                  </a:lnTo>
                  <a:lnTo>
                    <a:pt x="1101336" y="4100974"/>
                  </a:lnTo>
                  <a:lnTo>
                    <a:pt x="1101429" y="4100974"/>
                  </a:lnTo>
                  <a:lnTo>
                    <a:pt x="1101429" y="4091021"/>
                  </a:lnTo>
                  <a:lnTo>
                    <a:pt x="1101522" y="4091021"/>
                  </a:lnTo>
                  <a:lnTo>
                    <a:pt x="1101615" y="4091021"/>
                  </a:lnTo>
                  <a:lnTo>
                    <a:pt x="1101709" y="4091021"/>
                  </a:lnTo>
                  <a:lnTo>
                    <a:pt x="1101802" y="4091021"/>
                  </a:lnTo>
                  <a:lnTo>
                    <a:pt x="1101895" y="4091021"/>
                  </a:lnTo>
                  <a:lnTo>
                    <a:pt x="1101988" y="4091021"/>
                  </a:lnTo>
                  <a:lnTo>
                    <a:pt x="1102082" y="4091021"/>
                  </a:lnTo>
                  <a:lnTo>
                    <a:pt x="1102175" y="4091021"/>
                  </a:lnTo>
                  <a:lnTo>
                    <a:pt x="1102268" y="4091021"/>
                  </a:lnTo>
                  <a:lnTo>
                    <a:pt x="1102361" y="4091021"/>
                  </a:lnTo>
                  <a:lnTo>
                    <a:pt x="1102455" y="4091021"/>
                  </a:lnTo>
                  <a:lnTo>
                    <a:pt x="1102548" y="4091021"/>
                  </a:lnTo>
                  <a:lnTo>
                    <a:pt x="1102641" y="4091021"/>
                  </a:lnTo>
                  <a:lnTo>
                    <a:pt x="1102734" y="4091021"/>
                  </a:lnTo>
                  <a:lnTo>
                    <a:pt x="1102828" y="4091021"/>
                  </a:lnTo>
                  <a:lnTo>
                    <a:pt x="1102921" y="4091021"/>
                  </a:lnTo>
                  <a:lnTo>
                    <a:pt x="1103014" y="4091021"/>
                  </a:lnTo>
                  <a:lnTo>
                    <a:pt x="1103107" y="4091021"/>
                  </a:lnTo>
                  <a:lnTo>
                    <a:pt x="1103200" y="4091021"/>
                  </a:lnTo>
                  <a:lnTo>
                    <a:pt x="1103294" y="4091021"/>
                  </a:lnTo>
                  <a:lnTo>
                    <a:pt x="1103387" y="4091021"/>
                  </a:lnTo>
                  <a:lnTo>
                    <a:pt x="1103480" y="4091021"/>
                  </a:lnTo>
                  <a:lnTo>
                    <a:pt x="1103573" y="4091021"/>
                  </a:lnTo>
                  <a:lnTo>
                    <a:pt x="1103667" y="4091021"/>
                  </a:lnTo>
                  <a:lnTo>
                    <a:pt x="1103760" y="4091021"/>
                  </a:lnTo>
                  <a:lnTo>
                    <a:pt x="1103853" y="4091021"/>
                  </a:lnTo>
                  <a:lnTo>
                    <a:pt x="1103946" y="4091021"/>
                  </a:lnTo>
                  <a:lnTo>
                    <a:pt x="1104040" y="4091021"/>
                  </a:lnTo>
                  <a:lnTo>
                    <a:pt x="1104133" y="4091021"/>
                  </a:lnTo>
                  <a:lnTo>
                    <a:pt x="1104226" y="4091021"/>
                  </a:lnTo>
                  <a:lnTo>
                    <a:pt x="1104319" y="4091021"/>
                  </a:lnTo>
                  <a:lnTo>
                    <a:pt x="1104413" y="4091021"/>
                  </a:lnTo>
                  <a:lnTo>
                    <a:pt x="1104506" y="4091021"/>
                  </a:lnTo>
                  <a:lnTo>
                    <a:pt x="1104599" y="4091021"/>
                  </a:lnTo>
                  <a:lnTo>
                    <a:pt x="1104692" y="4091021"/>
                  </a:lnTo>
                  <a:lnTo>
                    <a:pt x="1104786" y="4091021"/>
                  </a:lnTo>
                  <a:lnTo>
                    <a:pt x="1104879" y="4091021"/>
                  </a:lnTo>
                  <a:lnTo>
                    <a:pt x="1104972" y="4091021"/>
                  </a:lnTo>
                  <a:lnTo>
                    <a:pt x="1105065" y="4091021"/>
                  </a:lnTo>
                  <a:lnTo>
                    <a:pt x="1105159" y="4091021"/>
                  </a:lnTo>
                  <a:lnTo>
                    <a:pt x="1105252" y="4091021"/>
                  </a:lnTo>
                  <a:lnTo>
                    <a:pt x="1105345" y="4091021"/>
                  </a:lnTo>
                  <a:lnTo>
                    <a:pt x="1105438" y="4091021"/>
                  </a:lnTo>
                  <a:lnTo>
                    <a:pt x="1105532" y="4091021"/>
                  </a:lnTo>
                  <a:lnTo>
                    <a:pt x="1105625" y="4091021"/>
                  </a:lnTo>
                  <a:lnTo>
                    <a:pt x="1105718" y="4091021"/>
                  </a:lnTo>
                  <a:lnTo>
                    <a:pt x="1105811" y="4091021"/>
                  </a:lnTo>
                  <a:lnTo>
                    <a:pt x="1105905" y="4091021"/>
                  </a:lnTo>
                  <a:lnTo>
                    <a:pt x="1105998" y="4091021"/>
                  </a:lnTo>
                  <a:lnTo>
                    <a:pt x="1106091" y="4091021"/>
                  </a:lnTo>
                  <a:lnTo>
                    <a:pt x="1106184" y="4091021"/>
                  </a:lnTo>
                  <a:lnTo>
                    <a:pt x="1106278" y="4091021"/>
                  </a:lnTo>
                  <a:lnTo>
                    <a:pt x="1106371" y="4091021"/>
                  </a:lnTo>
                  <a:lnTo>
                    <a:pt x="1106464" y="4091021"/>
                  </a:lnTo>
                  <a:lnTo>
                    <a:pt x="1106557" y="4091021"/>
                  </a:lnTo>
                  <a:lnTo>
                    <a:pt x="1106651" y="4091021"/>
                  </a:lnTo>
                  <a:lnTo>
                    <a:pt x="1106744" y="4091021"/>
                  </a:lnTo>
                  <a:lnTo>
                    <a:pt x="1106837" y="4091021"/>
                  </a:lnTo>
                  <a:lnTo>
                    <a:pt x="1106930" y="4091021"/>
                  </a:lnTo>
                  <a:lnTo>
                    <a:pt x="1107024" y="4091021"/>
                  </a:lnTo>
                  <a:lnTo>
                    <a:pt x="1107117" y="4091021"/>
                  </a:lnTo>
                  <a:lnTo>
                    <a:pt x="1107210" y="4091021"/>
                  </a:lnTo>
                  <a:lnTo>
                    <a:pt x="1107303" y="4091021"/>
                  </a:lnTo>
                  <a:lnTo>
                    <a:pt x="1107397" y="4091021"/>
                  </a:lnTo>
                  <a:lnTo>
                    <a:pt x="1107490" y="4091021"/>
                  </a:lnTo>
                  <a:lnTo>
                    <a:pt x="1107583" y="4091021"/>
                  </a:lnTo>
                  <a:lnTo>
                    <a:pt x="1107676" y="4091021"/>
                  </a:lnTo>
                  <a:lnTo>
                    <a:pt x="1107770" y="4091021"/>
                  </a:lnTo>
                  <a:lnTo>
                    <a:pt x="1107863" y="4091021"/>
                  </a:lnTo>
                  <a:lnTo>
                    <a:pt x="1107956" y="4091021"/>
                  </a:lnTo>
                  <a:lnTo>
                    <a:pt x="1108049" y="4091021"/>
                  </a:lnTo>
                  <a:lnTo>
                    <a:pt x="1108143" y="4091021"/>
                  </a:lnTo>
                  <a:lnTo>
                    <a:pt x="1108236" y="4091021"/>
                  </a:lnTo>
                  <a:lnTo>
                    <a:pt x="1108329" y="4091021"/>
                  </a:lnTo>
                  <a:lnTo>
                    <a:pt x="1108422" y="4091021"/>
                  </a:lnTo>
                  <a:lnTo>
                    <a:pt x="1108516" y="4091021"/>
                  </a:lnTo>
                  <a:lnTo>
                    <a:pt x="1108609" y="4091021"/>
                  </a:lnTo>
                  <a:lnTo>
                    <a:pt x="1108702" y="4091021"/>
                  </a:lnTo>
                  <a:lnTo>
                    <a:pt x="1108795" y="4091021"/>
                  </a:lnTo>
                  <a:lnTo>
                    <a:pt x="1108889" y="4091021"/>
                  </a:lnTo>
                  <a:lnTo>
                    <a:pt x="1108982" y="4091021"/>
                  </a:lnTo>
                  <a:lnTo>
                    <a:pt x="1109075" y="4091021"/>
                  </a:lnTo>
                  <a:lnTo>
                    <a:pt x="1109168" y="4091021"/>
                  </a:lnTo>
                  <a:lnTo>
                    <a:pt x="1109262" y="4091021"/>
                  </a:lnTo>
                  <a:lnTo>
                    <a:pt x="1109355" y="4091021"/>
                  </a:lnTo>
                  <a:lnTo>
                    <a:pt x="1109448" y="4091021"/>
                  </a:lnTo>
                  <a:lnTo>
                    <a:pt x="1109541" y="4091021"/>
                  </a:lnTo>
                  <a:lnTo>
                    <a:pt x="1109635" y="4091021"/>
                  </a:lnTo>
                  <a:lnTo>
                    <a:pt x="1109728" y="4091021"/>
                  </a:lnTo>
                  <a:lnTo>
                    <a:pt x="1109821" y="4091021"/>
                  </a:lnTo>
                  <a:lnTo>
                    <a:pt x="1109914" y="4091021"/>
                  </a:lnTo>
                  <a:lnTo>
                    <a:pt x="1110008" y="4091021"/>
                  </a:lnTo>
                  <a:lnTo>
                    <a:pt x="1110101" y="4091021"/>
                  </a:lnTo>
                  <a:lnTo>
                    <a:pt x="1110194" y="4091021"/>
                  </a:lnTo>
                  <a:lnTo>
                    <a:pt x="1110287" y="4091021"/>
                  </a:lnTo>
                  <a:lnTo>
                    <a:pt x="1110380" y="4091021"/>
                  </a:lnTo>
                  <a:lnTo>
                    <a:pt x="1110474" y="4091021"/>
                  </a:lnTo>
                  <a:lnTo>
                    <a:pt x="1110474" y="4081067"/>
                  </a:lnTo>
                  <a:lnTo>
                    <a:pt x="1110567" y="4081067"/>
                  </a:lnTo>
                  <a:lnTo>
                    <a:pt x="1110660" y="4081067"/>
                  </a:lnTo>
                  <a:lnTo>
                    <a:pt x="1110753" y="4081067"/>
                  </a:lnTo>
                  <a:lnTo>
                    <a:pt x="1110847" y="4081067"/>
                  </a:lnTo>
                  <a:lnTo>
                    <a:pt x="1110940" y="4081067"/>
                  </a:lnTo>
                  <a:lnTo>
                    <a:pt x="1111033" y="4081067"/>
                  </a:lnTo>
                  <a:lnTo>
                    <a:pt x="1111126" y="4081067"/>
                  </a:lnTo>
                  <a:lnTo>
                    <a:pt x="1111220" y="4081067"/>
                  </a:lnTo>
                  <a:lnTo>
                    <a:pt x="1111313" y="4081067"/>
                  </a:lnTo>
                  <a:lnTo>
                    <a:pt x="1111406" y="4081067"/>
                  </a:lnTo>
                  <a:lnTo>
                    <a:pt x="1111499" y="4081067"/>
                  </a:lnTo>
                  <a:lnTo>
                    <a:pt x="1111593" y="4081067"/>
                  </a:lnTo>
                  <a:lnTo>
                    <a:pt x="1111686" y="4081067"/>
                  </a:lnTo>
                  <a:lnTo>
                    <a:pt x="1111779" y="4081067"/>
                  </a:lnTo>
                  <a:lnTo>
                    <a:pt x="1111872" y="4081067"/>
                  </a:lnTo>
                  <a:lnTo>
                    <a:pt x="1111966" y="4081067"/>
                  </a:lnTo>
                  <a:lnTo>
                    <a:pt x="1112059" y="4081067"/>
                  </a:lnTo>
                  <a:lnTo>
                    <a:pt x="1112152" y="4081067"/>
                  </a:lnTo>
                  <a:lnTo>
                    <a:pt x="1112245" y="4081067"/>
                  </a:lnTo>
                  <a:lnTo>
                    <a:pt x="1112339" y="4081067"/>
                  </a:lnTo>
                  <a:lnTo>
                    <a:pt x="1112432" y="4081067"/>
                  </a:lnTo>
                  <a:lnTo>
                    <a:pt x="1112525" y="4081067"/>
                  </a:lnTo>
                  <a:lnTo>
                    <a:pt x="1112618" y="4081067"/>
                  </a:lnTo>
                  <a:lnTo>
                    <a:pt x="1112712" y="4081067"/>
                  </a:lnTo>
                  <a:lnTo>
                    <a:pt x="1112805" y="4081067"/>
                  </a:lnTo>
                  <a:lnTo>
                    <a:pt x="1112898" y="4081067"/>
                  </a:lnTo>
                  <a:lnTo>
                    <a:pt x="1112991" y="4081067"/>
                  </a:lnTo>
                  <a:lnTo>
                    <a:pt x="1113085" y="4081067"/>
                  </a:lnTo>
                  <a:lnTo>
                    <a:pt x="1113178" y="4081067"/>
                  </a:lnTo>
                  <a:lnTo>
                    <a:pt x="1113271" y="4081067"/>
                  </a:lnTo>
                  <a:lnTo>
                    <a:pt x="1113364" y="4081067"/>
                  </a:lnTo>
                  <a:lnTo>
                    <a:pt x="1113458" y="4081067"/>
                  </a:lnTo>
                  <a:lnTo>
                    <a:pt x="1113551" y="4081067"/>
                  </a:lnTo>
                  <a:lnTo>
                    <a:pt x="1113644" y="4081067"/>
                  </a:lnTo>
                  <a:lnTo>
                    <a:pt x="1113737" y="4081067"/>
                  </a:lnTo>
                  <a:lnTo>
                    <a:pt x="1113831" y="4081067"/>
                  </a:lnTo>
                  <a:lnTo>
                    <a:pt x="1113924" y="4081067"/>
                  </a:lnTo>
                  <a:lnTo>
                    <a:pt x="1114017" y="4081067"/>
                  </a:lnTo>
                  <a:lnTo>
                    <a:pt x="1114110" y="4081067"/>
                  </a:lnTo>
                  <a:lnTo>
                    <a:pt x="1114204" y="4081067"/>
                  </a:lnTo>
                  <a:lnTo>
                    <a:pt x="1114297" y="4081067"/>
                  </a:lnTo>
                  <a:lnTo>
                    <a:pt x="1114390" y="4081067"/>
                  </a:lnTo>
                  <a:lnTo>
                    <a:pt x="1114483" y="4081067"/>
                  </a:lnTo>
                  <a:lnTo>
                    <a:pt x="1114577" y="4081067"/>
                  </a:lnTo>
                  <a:lnTo>
                    <a:pt x="1114670" y="4081067"/>
                  </a:lnTo>
                  <a:lnTo>
                    <a:pt x="1114763" y="4081067"/>
                  </a:lnTo>
                  <a:lnTo>
                    <a:pt x="1114856" y="4081067"/>
                  </a:lnTo>
                  <a:lnTo>
                    <a:pt x="1114950" y="4081067"/>
                  </a:lnTo>
                  <a:lnTo>
                    <a:pt x="1115043" y="4081067"/>
                  </a:lnTo>
                  <a:lnTo>
                    <a:pt x="1115136" y="4081067"/>
                  </a:lnTo>
                  <a:lnTo>
                    <a:pt x="1115229" y="4081067"/>
                  </a:lnTo>
                  <a:lnTo>
                    <a:pt x="1115323" y="4081067"/>
                  </a:lnTo>
                  <a:lnTo>
                    <a:pt x="1115416" y="4081067"/>
                  </a:lnTo>
                  <a:lnTo>
                    <a:pt x="1115509" y="4081067"/>
                  </a:lnTo>
                  <a:lnTo>
                    <a:pt x="1115602" y="4081067"/>
                  </a:lnTo>
                  <a:lnTo>
                    <a:pt x="1115696" y="4081067"/>
                  </a:lnTo>
                  <a:lnTo>
                    <a:pt x="1115789" y="4081067"/>
                  </a:lnTo>
                  <a:lnTo>
                    <a:pt x="1115882" y="4081067"/>
                  </a:lnTo>
                  <a:lnTo>
                    <a:pt x="1115975" y="4081067"/>
                  </a:lnTo>
                  <a:lnTo>
                    <a:pt x="1116069" y="4081067"/>
                  </a:lnTo>
                  <a:lnTo>
                    <a:pt x="1116162" y="4081067"/>
                  </a:lnTo>
                  <a:lnTo>
                    <a:pt x="1116255" y="4081067"/>
                  </a:lnTo>
                  <a:lnTo>
                    <a:pt x="1116348" y="4081067"/>
                  </a:lnTo>
                  <a:lnTo>
                    <a:pt x="1116442" y="4081067"/>
                  </a:lnTo>
                  <a:lnTo>
                    <a:pt x="1116535" y="4081067"/>
                  </a:lnTo>
                  <a:lnTo>
                    <a:pt x="1116628" y="4081067"/>
                  </a:lnTo>
                  <a:lnTo>
                    <a:pt x="1116721" y="4081067"/>
                  </a:lnTo>
                  <a:lnTo>
                    <a:pt x="1116815" y="4081067"/>
                  </a:lnTo>
                  <a:lnTo>
                    <a:pt x="1116908" y="4081067"/>
                  </a:lnTo>
                  <a:lnTo>
                    <a:pt x="1117001" y="4081067"/>
                  </a:lnTo>
                  <a:lnTo>
                    <a:pt x="1117094" y="4081067"/>
                  </a:lnTo>
                  <a:lnTo>
                    <a:pt x="1117094" y="4071113"/>
                  </a:lnTo>
                  <a:lnTo>
                    <a:pt x="1117187" y="4071113"/>
                  </a:lnTo>
                  <a:lnTo>
                    <a:pt x="1117281" y="4071113"/>
                  </a:lnTo>
                  <a:lnTo>
                    <a:pt x="1117374" y="4071113"/>
                  </a:lnTo>
                  <a:lnTo>
                    <a:pt x="1117467" y="4071113"/>
                  </a:lnTo>
                  <a:lnTo>
                    <a:pt x="1117560" y="4071113"/>
                  </a:lnTo>
                  <a:lnTo>
                    <a:pt x="1117654" y="4071113"/>
                  </a:lnTo>
                  <a:lnTo>
                    <a:pt x="1117747" y="4071113"/>
                  </a:lnTo>
                  <a:lnTo>
                    <a:pt x="1117840" y="4071113"/>
                  </a:lnTo>
                  <a:lnTo>
                    <a:pt x="1117933" y="4071113"/>
                  </a:lnTo>
                  <a:lnTo>
                    <a:pt x="1118027" y="4071113"/>
                  </a:lnTo>
                  <a:lnTo>
                    <a:pt x="1118120" y="4071113"/>
                  </a:lnTo>
                  <a:lnTo>
                    <a:pt x="1118213" y="4071113"/>
                  </a:lnTo>
                  <a:lnTo>
                    <a:pt x="1118306" y="4071113"/>
                  </a:lnTo>
                  <a:lnTo>
                    <a:pt x="1118400" y="4071113"/>
                  </a:lnTo>
                  <a:lnTo>
                    <a:pt x="1118493" y="4071113"/>
                  </a:lnTo>
                  <a:lnTo>
                    <a:pt x="1118586" y="4071113"/>
                  </a:lnTo>
                  <a:lnTo>
                    <a:pt x="1118679" y="4071113"/>
                  </a:lnTo>
                  <a:lnTo>
                    <a:pt x="1118773" y="4071113"/>
                  </a:lnTo>
                  <a:lnTo>
                    <a:pt x="1118866" y="4071113"/>
                  </a:lnTo>
                  <a:lnTo>
                    <a:pt x="1118959" y="4071113"/>
                  </a:lnTo>
                  <a:lnTo>
                    <a:pt x="1119052" y="4071113"/>
                  </a:lnTo>
                  <a:lnTo>
                    <a:pt x="1119146" y="4071113"/>
                  </a:lnTo>
                  <a:lnTo>
                    <a:pt x="1119239" y="4071113"/>
                  </a:lnTo>
                  <a:lnTo>
                    <a:pt x="1119332" y="4071113"/>
                  </a:lnTo>
                  <a:lnTo>
                    <a:pt x="1119425" y="4071113"/>
                  </a:lnTo>
                  <a:lnTo>
                    <a:pt x="1119519" y="4071113"/>
                  </a:lnTo>
                  <a:lnTo>
                    <a:pt x="1119612" y="4071113"/>
                  </a:lnTo>
                  <a:lnTo>
                    <a:pt x="1119705" y="4071113"/>
                  </a:lnTo>
                  <a:lnTo>
                    <a:pt x="1119798" y="4071113"/>
                  </a:lnTo>
                  <a:lnTo>
                    <a:pt x="1119892" y="4071113"/>
                  </a:lnTo>
                  <a:lnTo>
                    <a:pt x="1119985" y="4071113"/>
                  </a:lnTo>
                  <a:lnTo>
                    <a:pt x="1120078" y="4071113"/>
                  </a:lnTo>
                  <a:lnTo>
                    <a:pt x="1120171" y="4071113"/>
                  </a:lnTo>
                  <a:lnTo>
                    <a:pt x="1120265" y="4071113"/>
                  </a:lnTo>
                  <a:lnTo>
                    <a:pt x="1120358" y="4071113"/>
                  </a:lnTo>
                  <a:lnTo>
                    <a:pt x="1120451" y="4071113"/>
                  </a:lnTo>
                  <a:lnTo>
                    <a:pt x="1120544" y="4071113"/>
                  </a:lnTo>
                  <a:lnTo>
                    <a:pt x="1120638" y="4071113"/>
                  </a:lnTo>
                  <a:lnTo>
                    <a:pt x="1120731" y="4071113"/>
                  </a:lnTo>
                  <a:lnTo>
                    <a:pt x="1120824" y="4071113"/>
                  </a:lnTo>
                  <a:lnTo>
                    <a:pt x="1120917" y="4071113"/>
                  </a:lnTo>
                  <a:lnTo>
                    <a:pt x="1121011" y="4071113"/>
                  </a:lnTo>
                  <a:lnTo>
                    <a:pt x="1121104" y="4071113"/>
                  </a:lnTo>
                  <a:lnTo>
                    <a:pt x="1121197" y="4071113"/>
                  </a:lnTo>
                  <a:lnTo>
                    <a:pt x="1121290" y="4071113"/>
                  </a:lnTo>
                  <a:lnTo>
                    <a:pt x="1121384" y="4071113"/>
                  </a:lnTo>
                  <a:lnTo>
                    <a:pt x="1121477" y="4071113"/>
                  </a:lnTo>
                  <a:lnTo>
                    <a:pt x="1121570" y="4071113"/>
                  </a:lnTo>
                  <a:lnTo>
                    <a:pt x="1121663" y="4071113"/>
                  </a:lnTo>
                  <a:lnTo>
                    <a:pt x="1121757" y="4071113"/>
                  </a:lnTo>
                  <a:lnTo>
                    <a:pt x="1121850" y="4071113"/>
                  </a:lnTo>
                  <a:lnTo>
                    <a:pt x="1121943" y="4071113"/>
                  </a:lnTo>
                  <a:lnTo>
                    <a:pt x="1122036" y="4071113"/>
                  </a:lnTo>
                  <a:lnTo>
                    <a:pt x="1122130" y="4071113"/>
                  </a:lnTo>
                  <a:lnTo>
                    <a:pt x="1122223" y="4071113"/>
                  </a:lnTo>
                  <a:lnTo>
                    <a:pt x="1122316" y="4071113"/>
                  </a:lnTo>
                  <a:lnTo>
                    <a:pt x="1122409" y="4071113"/>
                  </a:lnTo>
                  <a:lnTo>
                    <a:pt x="1122503" y="4071113"/>
                  </a:lnTo>
                  <a:lnTo>
                    <a:pt x="1122596" y="4071113"/>
                  </a:lnTo>
                  <a:lnTo>
                    <a:pt x="1122689" y="4071113"/>
                  </a:lnTo>
                  <a:lnTo>
                    <a:pt x="1122782" y="4071113"/>
                  </a:lnTo>
                  <a:lnTo>
                    <a:pt x="1122876" y="4071113"/>
                  </a:lnTo>
                  <a:lnTo>
                    <a:pt x="1122969" y="4071113"/>
                  </a:lnTo>
                  <a:lnTo>
                    <a:pt x="1123062" y="4071113"/>
                  </a:lnTo>
                  <a:lnTo>
                    <a:pt x="1123155" y="4071113"/>
                  </a:lnTo>
                  <a:lnTo>
                    <a:pt x="1123249" y="4071113"/>
                  </a:lnTo>
                  <a:lnTo>
                    <a:pt x="1123342" y="4071113"/>
                  </a:lnTo>
                  <a:lnTo>
                    <a:pt x="1123435" y="4071113"/>
                  </a:lnTo>
                  <a:lnTo>
                    <a:pt x="1123528" y="4071113"/>
                  </a:lnTo>
                  <a:lnTo>
                    <a:pt x="1123622" y="4071113"/>
                  </a:lnTo>
                  <a:lnTo>
                    <a:pt x="1123715" y="4071113"/>
                  </a:lnTo>
                  <a:lnTo>
                    <a:pt x="1123808" y="4071113"/>
                  </a:lnTo>
                  <a:lnTo>
                    <a:pt x="1123901" y="4071113"/>
                  </a:lnTo>
                  <a:lnTo>
                    <a:pt x="1123994" y="4071113"/>
                  </a:lnTo>
                  <a:lnTo>
                    <a:pt x="1124088" y="4071113"/>
                  </a:lnTo>
                  <a:lnTo>
                    <a:pt x="1124181" y="4071113"/>
                  </a:lnTo>
                  <a:lnTo>
                    <a:pt x="1124181" y="4061159"/>
                  </a:lnTo>
                  <a:lnTo>
                    <a:pt x="1124274" y="4061159"/>
                  </a:lnTo>
                  <a:lnTo>
                    <a:pt x="1124367" y="4061159"/>
                  </a:lnTo>
                  <a:lnTo>
                    <a:pt x="1124461" y="4061159"/>
                  </a:lnTo>
                  <a:lnTo>
                    <a:pt x="1124554" y="4061159"/>
                  </a:lnTo>
                  <a:lnTo>
                    <a:pt x="1124647" y="4061159"/>
                  </a:lnTo>
                  <a:lnTo>
                    <a:pt x="1124740" y="4061159"/>
                  </a:lnTo>
                  <a:lnTo>
                    <a:pt x="1124834" y="4061159"/>
                  </a:lnTo>
                  <a:lnTo>
                    <a:pt x="1124927" y="4061159"/>
                  </a:lnTo>
                  <a:lnTo>
                    <a:pt x="1125020" y="4061159"/>
                  </a:lnTo>
                  <a:lnTo>
                    <a:pt x="1125113" y="4061159"/>
                  </a:lnTo>
                  <a:lnTo>
                    <a:pt x="1125207" y="4061159"/>
                  </a:lnTo>
                  <a:lnTo>
                    <a:pt x="1125300" y="4061159"/>
                  </a:lnTo>
                  <a:lnTo>
                    <a:pt x="1125393" y="4061159"/>
                  </a:lnTo>
                  <a:lnTo>
                    <a:pt x="1125486" y="4061159"/>
                  </a:lnTo>
                  <a:lnTo>
                    <a:pt x="1125580" y="4061159"/>
                  </a:lnTo>
                  <a:lnTo>
                    <a:pt x="1125673" y="4061159"/>
                  </a:lnTo>
                  <a:lnTo>
                    <a:pt x="1125766" y="4061159"/>
                  </a:lnTo>
                  <a:lnTo>
                    <a:pt x="1125859" y="4061159"/>
                  </a:lnTo>
                  <a:lnTo>
                    <a:pt x="1125953" y="4061159"/>
                  </a:lnTo>
                  <a:lnTo>
                    <a:pt x="1126046" y="4061159"/>
                  </a:lnTo>
                  <a:lnTo>
                    <a:pt x="1126139" y="4061159"/>
                  </a:lnTo>
                  <a:lnTo>
                    <a:pt x="1126232" y="4061159"/>
                  </a:lnTo>
                  <a:lnTo>
                    <a:pt x="1126326" y="4061159"/>
                  </a:lnTo>
                  <a:lnTo>
                    <a:pt x="1126419" y="4061159"/>
                  </a:lnTo>
                  <a:lnTo>
                    <a:pt x="1126512" y="4061159"/>
                  </a:lnTo>
                  <a:lnTo>
                    <a:pt x="1126605" y="4061159"/>
                  </a:lnTo>
                  <a:lnTo>
                    <a:pt x="1126699" y="4061159"/>
                  </a:lnTo>
                  <a:lnTo>
                    <a:pt x="1126792" y="4061159"/>
                  </a:lnTo>
                  <a:lnTo>
                    <a:pt x="1126885" y="4061159"/>
                  </a:lnTo>
                  <a:lnTo>
                    <a:pt x="1126978" y="4061159"/>
                  </a:lnTo>
                  <a:lnTo>
                    <a:pt x="1127072" y="4061159"/>
                  </a:lnTo>
                  <a:lnTo>
                    <a:pt x="1127165" y="4061159"/>
                  </a:lnTo>
                  <a:lnTo>
                    <a:pt x="1127258" y="4061159"/>
                  </a:lnTo>
                  <a:lnTo>
                    <a:pt x="1127351" y="4061159"/>
                  </a:lnTo>
                  <a:lnTo>
                    <a:pt x="1127445" y="4061159"/>
                  </a:lnTo>
                  <a:lnTo>
                    <a:pt x="1127538" y="4061159"/>
                  </a:lnTo>
                  <a:lnTo>
                    <a:pt x="1127631" y="4061159"/>
                  </a:lnTo>
                  <a:lnTo>
                    <a:pt x="1127724" y="4061159"/>
                  </a:lnTo>
                  <a:lnTo>
                    <a:pt x="1127818" y="4061159"/>
                  </a:lnTo>
                  <a:lnTo>
                    <a:pt x="1127911" y="4061159"/>
                  </a:lnTo>
                  <a:lnTo>
                    <a:pt x="1128004" y="4061159"/>
                  </a:lnTo>
                  <a:lnTo>
                    <a:pt x="1128097" y="4061159"/>
                  </a:lnTo>
                  <a:lnTo>
                    <a:pt x="1128191" y="4061159"/>
                  </a:lnTo>
                  <a:lnTo>
                    <a:pt x="1128284" y="4061159"/>
                  </a:lnTo>
                  <a:lnTo>
                    <a:pt x="1128377" y="4061159"/>
                  </a:lnTo>
                  <a:lnTo>
                    <a:pt x="1128470" y="4061159"/>
                  </a:lnTo>
                  <a:lnTo>
                    <a:pt x="1128564" y="4061159"/>
                  </a:lnTo>
                  <a:lnTo>
                    <a:pt x="1128657" y="4061159"/>
                  </a:lnTo>
                  <a:lnTo>
                    <a:pt x="1128750" y="4061159"/>
                  </a:lnTo>
                  <a:lnTo>
                    <a:pt x="1128843" y="4061159"/>
                  </a:lnTo>
                  <a:lnTo>
                    <a:pt x="1128937" y="4061159"/>
                  </a:lnTo>
                  <a:lnTo>
                    <a:pt x="1129030" y="4061159"/>
                  </a:lnTo>
                  <a:lnTo>
                    <a:pt x="1129123" y="4061159"/>
                  </a:lnTo>
                  <a:lnTo>
                    <a:pt x="1129216" y="4061159"/>
                  </a:lnTo>
                  <a:lnTo>
                    <a:pt x="1129310" y="4061159"/>
                  </a:lnTo>
                  <a:lnTo>
                    <a:pt x="1129403" y="4061159"/>
                  </a:lnTo>
                  <a:lnTo>
                    <a:pt x="1129496" y="4061159"/>
                  </a:lnTo>
                  <a:lnTo>
                    <a:pt x="1129589" y="4061159"/>
                  </a:lnTo>
                  <a:lnTo>
                    <a:pt x="1129683" y="4061159"/>
                  </a:lnTo>
                  <a:lnTo>
                    <a:pt x="1129776" y="4061159"/>
                  </a:lnTo>
                  <a:lnTo>
                    <a:pt x="1129869" y="4061159"/>
                  </a:lnTo>
                  <a:lnTo>
                    <a:pt x="1129962" y="4061159"/>
                  </a:lnTo>
                  <a:lnTo>
                    <a:pt x="1130056" y="4061159"/>
                  </a:lnTo>
                  <a:lnTo>
                    <a:pt x="1130149" y="4061159"/>
                  </a:lnTo>
                  <a:lnTo>
                    <a:pt x="1130242" y="4061159"/>
                  </a:lnTo>
                  <a:lnTo>
                    <a:pt x="1130335" y="4061159"/>
                  </a:lnTo>
                  <a:lnTo>
                    <a:pt x="1130429" y="4061159"/>
                  </a:lnTo>
                  <a:lnTo>
                    <a:pt x="1130522" y="4061159"/>
                  </a:lnTo>
                  <a:lnTo>
                    <a:pt x="1130615" y="4061159"/>
                  </a:lnTo>
                  <a:lnTo>
                    <a:pt x="1130708" y="4061159"/>
                  </a:lnTo>
                  <a:lnTo>
                    <a:pt x="1130802" y="4061159"/>
                  </a:lnTo>
                  <a:lnTo>
                    <a:pt x="1130802" y="4051205"/>
                  </a:lnTo>
                  <a:lnTo>
                    <a:pt x="1130895" y="4051205"/>
                  </a:lnTo>
                  <a:lnTo>
                    <a:pt x="1130988" y="4051205"/>
                  </a:lnTo>
                  <a:lnTo>
                    <a:pt x="1131081" y="4051205"/>
                  </a:lnTo>
                  <a:lnTo>
                    <a:pt x="1131174" y="4051205"/>
                  </a:lnTo>
                  <a:lnTo>
                    <a:pt x="1131268" y="4051205"/>
                  </a:lnTo>
                  <a:lnTo>
                    <a:pt x="1131361" y="4051205"/>
                  </a:lnTo>
                  <a:lnTo>
                    <a:pt x="1131454" y="4051205"/>
                  </a:lnTo>
                  <a:lnTo>
                    <a:pt x="1131547" y="4051205"/>
                  </a:lnTo>
                  <a:lnTo>
                    <a:pt x="1131641" y="4051205"/>
                  </a:lnTo>
                  <a:lnTo>
                    <a:pt x="1131734" y="4051205"/>
                  </a:lnTo>
                  <a:lnTo>
                    <a:pt x="1131827" y="4051205"/>
                  </a:lnTo>
                  <a:lnTo>
                    <a:pt x="1131920" y="4051205"/>
                  </a:lnTo>
                  <a:lnTo>
                    <a:pt x="1132014" y="4051205"/>
                  </a:lnTo>
                  <a:lnTo>
                    <a:pt x="1132107" y="4051205"/>
                  </a:lnTo>
                  <a:lnTo>
                    <a:pt x="1132200" y="4051205"/>
                  </a:lnTo>
                  <a:lnTo>
                    <a:pt x="1132293" y="4051205"/>
                  </a:lnTo>
                  <a:lnTo>
                    <a:pt x="1132387" y="4051205"/>
                  </a:lnTo>
                  <a:lnTo>
                    <a:pt x="1132480" y="4051205"/>
                  </a:lnTo>
                  <a:lnTo>
                    <a:pt x="1132573" y="4051205"/>
                  </a:lnTo>
                  <a:lnTo>
                    <a:pt x="1132666" y="4051205"/>
                  </a:lnTo>
                  <a:lnTo>
                    <a:pt x="1132760" y="4051205"/>
                  </a:lnTo>
                  <a:lnTo>
                    <a:pt x="1132853" y="4051205"/>
                  </a:lnTo>
                  <a:lnTo>
                    <a:pt x="1132946" y="4051205"/>
                  </a:lnTo>
                  <a:lnTo>
                    <a:pt x="1133039" y="4051205"/>
                  </a:lnTo>
                  <a:lnTo>
                    <a:pt x="1133133" y="4051205"/>
                  </a:lnTo>
                  <a:lnTo>
                    <a:pt x="1133226" y="4051205"/>
                  </a:lnTo>
                  <a:lnTo>
                    <a:pt x="1133319" y="4051205"/>
                  </a:lnTo>
                  <a:lnTo>
                    <a:pt x="1133412" y="4051205"/>
                  </a:lnTo>
                  <a:lnTo>
                    <a:pt x="1133506" y="4051205"/>
                  </a:lnTo>
                  <a:lnTo>
                    <a:pt x="1133599" y="4051205"/>
                  </a:lnTo>
                  <a:lnTo>
                    <a:pt x="1133692" y="4051205"/>
                  </a:lnTo>
                  <a:lnTo>
                    <a:pt x="1133785" y="4051205"/>
                  </a:lnTo>
                  <a:lnTo>
                    <a:pt x="1133879" y="4051205"/>
                  </a:lnTo>
                  <a:lnTo>
                    <a:pt x="1133972" y="4051205"/>
                  </a:lnTo>
                  <a:lnTo>
                    <a:pt x="1134065" y="4051205"/>
                  </a:lnTo>
                  <a:lnTo>
                    <a:pt x="1134158" y="4051205"/>
                  </a:lnTo>
                  <a:lnTo>
                    <a:pt x="1134252" y="4051205"/>
                  </a:lnTo>
                  <a:lnTo>
                    <a:pt x="1134345" y="4051205"/>
                  </a:lnTo>
                  <a:lnTo>
                    <a:pt x="1134438" y="4051205"/>
                  </a:lnTo>
                  <a:lnTo>
                    <a:pt x="1134531" y="4051205"/>
                  </a:lnTo>
                  <a:lnTo>
                    <a:pt x="1134625" y="4051205"/>
                  </a:lnTo>
                  <a:lnTo>
                    <a:pt x="1134718" y="4051205"/>
                  </a:lnTo>
                  <a:lnTo>
                    <a:pt x="1134811" y="4051205"/>
                  </a:lnTo>
                  <a:lnTo>
                    <a:pt x="1134904" y="4051205"/>
                  </a:lnTo>
                  <a:lnTo>
                    <a:pt x="1134998" y="4051205"/>
                  </a:lnTo>
                  <a:lnTo>
                    <a:pt x="1135091" y="4051205"/>
                  </a:lnTo>
                  <a:lnTo>
                    <a:pt x="1135184" y="4051205"/>
                  </a:lnTo>
                  <a:lnTo>
                    <a:pt x="1135277" y="4051205"/>
                  </a:lnTo>
                  <a:lnTo>
                    <a:pt x="1135371" y="4051205"/>
                  </a:lnTo>
                  <a:lnTo>
                    <a:pt x="1135464" y="4051205"/>
                  </a:lnTo>
                  <a:lnTo>
                    <a:pt x="1135557" y="4051205"/>
                  </a:lnTo>
                  <a:lnTo>
                    <a:pt x="1135650" y="4051205"/>
                  </a:lnTo>
                  <a:lnTo>
                    <a:pt x="1135744" y="4051205"/>
                  </a:lnTo>
                  <a:lnTo>
                    <a:pt x="1135837" y="4051205"/>
                  </a:lnTo>
                  <a:lnTo>
                    <a:pt x="1135930" y="4051205"/>
                  </a:lnTo>
                  <a:lnTo>
                    <a:pt x="1136023" y="4051205"/>
                  </a:lnTo>
                  <a:lnTo>
                    <a:pt x="1136117" y="4051205"/>
                  </a:lnTo>
                  <a:lnTo>
                    <a:pt x="1136210" y="4051205"/>
                  </a:lnTo>
                  <a:lnTo>
                    <a:pt x="1136303" y="4051205"/>
                  </a:lnTo>
                  <a:lnTo>
                    <a:pt x="1136396" y="4051205"/>
                  </a:lnTo>
                  <a:lnTo>
                    <a:pt x="1136490" y="4051205"/>
                  </a:lnTo>
                  <a:lnTo>
                    <a:pt x="1136583" y="4051205"/>
                  </a:lnTo>
                  <a:lnTo>
                    <a:pt x="1136676" y="4051205"/>
                  </a:lnTo>
                  <a:lnTo>
                    <a:pt x="1136769" y="4051205"/>
                  </a:lnTo>
                  <a:lnTo>
                    <a:pt x="1136863" y="4051205"/>
                  </a:lnTo>
                  <a:lnTo>
                    <a:pt x="1136956" y="4051205"/>
                  </a:lnTo>
                  <a:lnTo>
                    <a:pt x="1137049" y="4051205"/>
                  </a:lnTo>
                  <a:lnTo>
                    <a:pt x="1137142" y="4051205"/>
                  </a:lnTo>
                  <a:lnTo>
                    <a:pt x="1137236" y="4051205"/>
                  </a:lnTo>
                  <a:lnTo>
                    <a:pt x="1137329" y="4051205"/>
                  </a:lnTo>
                  <a:lnTo>
                    <a:pt x="1137422" y="4051205"/>
                  </a:lnTo>
                  <a:lnTo>
                    <a:pt x="1137515" y="4051205"/>
                  </a:lnTo>
                  <a:lnTo>
                    <a:pt x="1137609" y="4051205"/>
                  </a:lnTo>
                  <a:lnTo>
                    <a:pt x="1137702" y="4051205"/>
                  </a:lnTo>
                  <a:lnTo>
                    <a:pt x="1137795" y="4051205"/>
                  </a:lnTo>
                  <a:lnTo>
                    <a:pt x="1137888" y="4051205"/>
                  </a:lnTo>
                  <a:lnTo>
                    <a:pt x="1137981" y="4051205"/>
                  </a:lnTo>
                  <a:lnTo>
                    <a:pt x="1138075" y="4051205"/>
                  </a:lnTo>
                  <a:lnTo>
                    <a:pt x="1138168" y="4051205"/>
                  </a:lnTo>
                  <a:lnTo>
                    <a:pt x="1138261" y="4051205"/>
                  </a:lnTo>
                  <a:lnTo>
                    <a:pt x="1138261" y="4041251"/>
                  </a:lnTo>
                  <a:lnTo>
                    <a:pt x="1138354" y="4041251"/>
                  </a:lnTo>
                  <a:lnTo>
                    <a:pt x="1138448" y="4041251"/>
                  </a:lnTo>
                  <a:lnTo>
                    <a:pt x="1138541" y="4041251"/>
                  </a:lnTo>
                  <a:lnTo>
                    <a:pt x="1138634" y="4041251"/>
                  </a:lnTo>
                  <a:lnTo>
                    <a:pt x="1138727" y="4041251"/>
                  </a:lnTo>
                  <a:lnTo>
                    <a:pt x="1138821" y="4041251"/>
                  </a:lnTo>
                  <a:lnTo>
                    <a:pt x="1138914" y="4041251"/>
                  </a:lnTo>
                  <a:lnTo>
                    <a:pt x="1139007" y="4041251"/>
                  </a:lnTo>
                  <a:lnTo>
                    <a:pt x="1139100" y="4041251"/>
                  </a:lnTo>
                  <a:lnTo>
                    <a:pt x="1139194" y="4041251"/>
                  </a:lnTo>
                  <a:lnTo>
                    <a:pt x="1139287" y="4041251"/>
                  </a:lnTo>
                  <a:lnTo>
                    <a:pt x="1139380" y="4041251"/>
                  </a:lnTo>
                  <a:lnTo>
                    <a:pt x="1139473" y="4041251"/>
                  </a:lnTo>
                  <a:lnTo>
                    <a:pt x="1139567" y="4041251"/>
                  </a:lnTo>
                  <a:lnTo>
                    <a:pt x="1139660" y="4041251"/>
                  </a:lnTo>
                  <a:lnTo>
                    <a:pt x="1139753" y="4041251"/>
                  </a:lnTo>
                  <a:lnTo>
                    <a:pt x="1139846" y="4041251"/>
                  </a:lnTo>
                  <a:lnTo>
                    <a:pt x="1139940" y="4041251"/>
                  </a:lnTo>
                  <a:lnTo>
                    <a:pt x="1140033" y="4041251"/>
                  </a:lnTo>
                  <a:lnTo>
                    <a:pt x="1140126" y="4041251"/>
                  </a:lnTo>
                  <a:lnTo>
                    <a:pt x="1140219" y="4041251"/>
                  </a:lnTo>
                  <a:lnTo>
                    <a:pt x="1140313" y="4041251"/>
                  </a:lnTo>
                  <a:lnTo>
                    <a:pt x="1140406" y="4041251"/>
                  </a:lnTo>
                  <a:lnTo>
                    <a:pt x="1140499" y="4041251"/>
                  </a:lnTo>
                  <a:lnTo>
                    <a:pt x="1140592" y="4041251"/>
                  </a:lnTo>
                  <a:lnTo>
                    <a:pt x="1140686" y="4041251"/>
                  </a:lnTo>
                  <a:lnTo>
                    <a:pt x="1140779" y="4041251"/>
                  </a:lnTo>
                  <a:lnTo>
                    <a:pt x="1140779" y="4031298"/>
                  </a:lnTo>
                  <a:lnTo>
                    <a:pt x="1140872" y="4031298"/>
                  </a:lnTo>
                  <a:lnTo>
                    <a:pt x="1140965" y="4031298"/>
                  </a:lnTo>
                  <a:lnTo>
                    <a:pt x="1141059" y="4031298"/>
                  </a:lnTo>
                  <a:lnTo>
                    <a:pt x="1141152" y="4031298"/>
                  </a:lnTo>
                  <a:lnTo>
                    <a:pt x="1141245" y="4031298"/>
                  </a:lnTo>
                  <a:lnTo>
                    <a:pt x="1141338" y="4031298"/>
                  </a:lnTo>
                  <a:lnTo>
                    <a:pt x="1141432" y="4031298"/>
                  </a:lnTo>
                  <a:lnTo>
                    <a:pt x="1141525" y="4031298"/>
                  </a:lnTo>
                  <a:lnTo>
                    <a:pt x="1141618" y="4031298"/>
                  </a:lnTo>
                  <a:lnTo>
                    <a:pt x="1141711" y="4031298"/>
                  </a:lnTo>
                  <a:lnTo>
                    <a:pt x="1141805" y="4031298"/>
                  </a:lnTo>
                  <a:lnTo>
                    <a:pt x="1141898" y="4031298"/>
                  </a:lnTo>
                  <a:lnTo>
                    <a:pt x="1141991" y="4031298"/>
                  </a:lnTo>
                  <a:lnTo>
                    <a:pt x="1142084" y="4031298"/>
                  </a:lnTo>
                  <a:lnTo>
                    <a:pt x="1142178" y="4031298"/>
                  </a:lnTo>
                  <a:lnTo>
                    <a:pt x="1142271" y="4031298"/>
                  </a:lnTo>
                  <a:lnTo>
                    <a:pt x="1142364" y="4031298"/>
                  </a:lnTo>
                  <a:lnTo>
                    <a:pt x="1142457" y="4031298"/>
                  </a:lnTo>
                  <a:lnTo>
                    <a:pt x="1142551" y="4031298"/>
                  </a:lnTo>
                  <a:lnTo>
                    <a:pt x="1142644" y="4031298"/>
                  </a:lnTo>
                  <a:lnTo>
                    <a:pt x="1142737" y="4031298"/>
                  </a:lnTo>
                  <a:lnTo>
                    <a:pt x="1142830" y="4031298"/>
                  </a:lnTo>
                  <a:lnTo>
                    <a:pt x="1142924" y="4031298"/>
                  </a:lnTo>
                  <a:lnTo>
                    <a:pt x="1143017" y="4031298"/>
                  </a:lnTo>
                  <a:lnTo>
                    <a:pt x="1143110" y="4031298"/>
                  </a:lnTo>
                  <a:lnTo>
                    <a:pt x="1143203" y="4031298"/>
                  </a:lnTo>
                  <a:lnTo>
                    <a:pt x="1143297" y="4031298"/>
                  </a:lnTo>
                  <a:lnTo>
                    <a:pt x="1143390" y="4031298"/>
                  </a:lnTo>
                  <a:lnTo>
                    <a:pt x="1143483" y="4031298"/>
                  </a:lnTo>
                  <a:lnTo>
                    <a:pt x="1143576" y="4031298"/>
                  </a:lnTo>
                  <a:lnTo>
                    <a:pt x="1143670" y="4031298"/>
                  </a:lnTo>
                  <a:lnTo>
                    <a:pt x="1143763" y="4031298"/>
                  </a:lnTo>
                  <a:lnTo>
                    <a:pt x="1143856" y="4031298"/>
                  </a:lnTo>
                  <a:lnTo>
                    <a:pt x="1143949" y="4031298"/>
                  </a:lnTo>
                  <a:lnTo>
                    <a:pt x="1144043" y="4031298"/>
                  </a:lnTo>
                  <a:lnTo>
                    <a:pt x="1144136" y="4031298"/>
                  </a:lnTo>
                  <a:lnTo>
                    <a:pt x="1144229" y="4031298"/>
                  </a:lnTo>
                  <a:lnTo>
                    <a:pt x="1144322" y="4031298"/>
                  </a:lnTo>
                  <a:lnTo>
                    <a:pt x="1144416" y="4031298"/>
                  </a:lnTo>
                  <a:lnTo>
                    <a:pt x="1144509" y="4031298"/>
                  </a:lnTo>
                  <a:lnTo>
                    <a:pt x="1144602" y="4031298"/>
                  </a:lnTo>
                  <a:lnTo>
                    <a:pt x="1144695" y="4031298"/>
                  </a:lnTo>
                  <a:lnTo>
                    <a:pt x="1144788" y="4031298"/>
                  </a:lnTo>
                  <a:lnTo>
                    <a:pt x="1144882" y="4031298"/>
                  </a:lnTo>
                  <a:lnTo>
                    <a:pt x="1144975" y="4031298"/>
                  </a:lnTo>
                  <a:lnTo>
                    <a:pt x="1145068" y="4031298"/>
                  </a:lnTo>
                  <a:lnTo>
                    <a:pt x="1145161" y="4031298"/>
                  </a:lnTo>
                  <a:lnTo>
                    <a:pt x="1145255" y="4031298"/>
                  </a:lnTo>
                  <a:lnTo>
                    <a:pt x="1145348" y="4031298"/>
                  </a:lnTo>
                  <a:lnTo>
                    <a:pt x="1145441" y="4031298"/>
                  </a:lnTo>
                  <a:lnTo>
                    <a:pt x="1145534" y="4031298"/>
                  </a:lnTo>
                  <a:lnTo>
                    <a:pt x="1145628" y="4031298"/>
                  </a:lnTo>
                  <a:lnTo>
                    <a:pt x="1145721" y="4031298"/>
                  </a:lnTo>
                  <a:lnTo>
                    <a:pt x="1145814" y="4031298"/>
                  </a:lnTo>
                  <a:lnTo>
                    <a:pt x="1145907" y="4031298"/>
                  </a:lnTo>
                  <a:lnTo>
                    <a:pt x="1145907" y="4021344"/>
                  </a:lnTo>
                  <a:lnTo>
                    <a:pt x="1146001" y="4021344"/>
                  </a:lnTo>
                  <a:lnTo>
                    <a:pt x="1146094" y="4021344"/>
                  </a:lnTo>
                  <a:lnTo>
                    <a:pt x="1146187" y="4021344"/>
                  </a:lnTo>
                  <a:lnTo>
                    <a:pt x="1146280" y="4021344"/>
                  </a:lnTo>
                  <a:lnTo>
                    <a:pt x="1146374" y="4021344"/>
                  </a:lnTo>
                  <a:lnTo>
                    <a:pt x="1146467" y="4021344"/>
                  </a:lnTo>
                  <a:lnTo>
                    <a:pt x="1146560" y="4021344"/>
                  </a:lnTo>
                  <a:lnTo>
                    <a:pt x="1146653" y="4021344"/>
                  </a:lnTo>
                  <a:lnTo>
                    <a:pt x="1146747" y="4021344"/>
                  </a:lnTo>
                  <a:lnTo>
                    <a:pt x="1146840" y="4021344"/>
                  </a:lnTo>
                  <a:lnTo>
                    <a:pt x="1146933" y="4021344"/>
                  </a:lnTo>
                  <a:lnTo>
                    <a:pt x="1147026" y="4021344"/>
                  </a:lnTo>
                  <a:lnTo>
                    <a:pt x="1147120" y="4021344"/>
                  </a:lnTo>
                  <a:lnTo>
                    <a:pt x="1147213" y="4021344"/>
                  </a:lnTo>
                  <a:lnTo>
                    <a:pt x="1147306" y="4021344"/>
                  </a:lnTo>
                  <a:lnTo>
                    <a:pt x="1147399" y="4021344"/>
                  </a:lnTo>
                  <a:lnTo>
                    <a:pt x="1147493" y="4021344"/>
                  </a:lnTo>
                  <a:lnTo>
                    <a:pt x="1147586" y="4021344"/>
                  </a:lnTo>
                  <a:lnTo>
                    <a:pt x="1147679" y="4021344"/>
                  </a:lnTo>
                  <a:lnTo>
                    <a:pt x="1147772" y="4021344"/>
                  </a:lnTo>
                  <a:lnTo>
                    <a:pt x="1147866" y="4021344"/>
                  </a:lnTo>
                  <a:lnTo>
                    <a:pt x="1147959" y="4021344"/>
                  </a:lnTo>
                  <a:lnTo>
                    <a:pt x="1148052" y="4021344"/>
                  </a:lnTo>
                  <a:lnTo>
                    <a:pt x="1148145" y="4021344"/>
                  </a:lnTo>
                  <a:lnTo>
                    <a:pt x="1148239" y="4021344"/>
                  </a:lnTo>
                  <a:lnTo>
                    <a:pt x="1148332" y="4021344"/>
                  </a:lnTo>
                  <a:lnTo>
                    <a:pt x="1148425" y="4021344"/>
                  </a:lnTo>
                  <a:lnTo>
                    <a:pt x="1148518" y="4021344"/>
                  </a:lnTo>
                  <a:lnTo>
                    <a:pt x="1148612" y="4021344"/>
                  </a:lnTo>
                  <a:lnTo>
                    <a:pt x="1148705" y="4021344"/>
                  </a:lnTo>
                  <a:lnTo>
                    <a:pt x="1148798" y="4021344"/>
                  </a:lnTo>
                  <a:lnTo>
                    <a:pt x="1148891" y="4021344"/>
                  </a:lnTo>
                  <a:lnTo>
                    <a:pt x="1148985" y="4021344"/>
                  </a:lnTo>
                  <a:lnTo>
                    <a:pt x="1149078" y="4021344"/>
                  </a:lnTo>
                  <a:lnTo>
                    <a:pt x="1149171" y="4021344"/>
                  </a:lnTo>
                  <a:lnTo>
                    <a:pt x="1149264" y="4021344"/>
                  </a:lnTo>
                  <a:lnTo>
                    <a:pt x="1149358" y="4021344"/>
                  </a:lnTo>
                  <a:lnTo>
                    <a:pt x="1149451" y="4021344"/>
                  </a:lnTo>
                  <a:lnTo>
                    <a:pt x="1149544" y="4021344"/>
                  </a:lnTo>
                  <a:lnTo>
                    <a:pt x="1149637" y="4021344"/>
                  </a:lnTo>
                  <a:lnTo>
                    <a:pt x="1149731" y="4021344"/>
                  </a:lnTo>
                  <a:lnTo>
                    <a:pt x="1149824" y="4021344"/>
                  </a:lnTo>
                  <a:lnTo>
                    <a:pt x="1149917" y="4021344"/>
                  </a:lnTo>
                  <a:lnTo>
                    <a:pt x="1150010" y="4021344"/>
                  </a:lnTo>
                  <a:lnTo>
                    <a:pt x="1150104" y="4021344"/>
                  </a:lnTo>
                  <a:lnTo>
                    <a:pt x="1150197" y="4021344"/>
                  </a:lnTo>
                  <a:lnTo>
                    <a:pt x="1150290" y="4021344"/>
                  </a:lnTo>
                  <a:lnTo>
                    <a:pt x="1150383" y="4021344"/>
                  </a:lnTo>
                  <a:lnTo>
                    <a:pt x="1150477" y="4021344"/>
                  </a:lnTo>
                  <a:lnTo>
                    <a:pt x="1150570" y="4021344"/>
                  </a:lnTo>
                  <a:lnTo>
                    <a:pt x="1150663" y="4021344"/>
                  </a:lnTo>
                  <a:lnTo>
                    <a:pt x="1150756" y="4021344"/>
                  </a:lnTo>
                  <a:lnTo>
                    <a:pt x="1150850" y="4021344"/>
                  </a:lnTo>
                  <a:lnTo>
                    <a:pt x="1150943" y="4021344"/>
                  </a:lnTo>
                  <a:lnTo>
                    <a:pt x="1151036" y="4021344"/>
                  </a:lnTo>
                  <a:lnTo>
                    <a:pt x="1151129" y="4021344"/>
                  </a:lnTo>
                  <a:lnTo>
                    <a:pt x="1151223" y="4021344"/>
                  </a:lnTo>
                  <a:lnTo>
                    <a:pt x="1151316" y="4021344"/>
                  </a:lnTo>
                  <a:lnTo>
                    <a:pt x="1151409" y="4021344"/>
                  </a:lnTo>
                  <a:lnTo>
                    <a:pt x="1151502" y="4021344"/>
                  </a:lnTo>
                  <a:lnTo>
                    <a:pt x="1151596" y="4021344"/>
                  </a:lnTo>
                  <a:lnTo>
                    <a:pt x="1151689" y="4021344"/>
                  </a:lnTo>
                  <a:lnTo>
                    <a:pt x="1151782" y="4021344"/>
                  </a:lnTo>
                  <a:lnTo>
                    <a:pt x="1151875" y="4021344"/>
                  </a:lnTo>
                  <a:lnTo>
                    <a:pt x="1151875" y="4011390"/>
                  </a:lnTo>
                  <a:lnTo>
                    <a:pt x="1151968" y="4011390"/>
                  </a:lnTo>
                  <a:lnTo>
                    <a:pt x="1152062" y="4011390"/>
                  </a:lnTo>
                  <a:lnTo>
                    <a:pt x="1152155" y="4011390"/>
                  </a:lnTo>
                  <a:lnTo>
                    <a:pt x="1152248" y="4011390"/>
                  </a:lnTo>
                  <a:lnTo>
                    <a:pt x="1152341" y="4011390"/>
                  </a:lnTo>
                  <a:lnTo>
                    <a:pt x="1152435" y="4011390"/>
                  </a:lnTo>
                  <a:lnTo>
                    <a:pt x="1152528" y="4011390"/>
                  </a:lnTo>
                  <a:lnTo>
                    <a:pt x="1152621" y="4011390"/>
                  </a:lnTo>
                  <a:lnTo>
                    <a:pt x="1152714" y="4011390"/>
                  </a:lnTo>
                  <a:lnTo>
                    <a:pt x="1152808" y="4011390"/>
                  </a:lnTo>
                  <a:lnTo>
                    <a:pt x="1152901" y="4011390"/>
                  </a:lnTo>
                  <a:lnTo>
                    <a:pt x="1152994" y="4011390"/>
                  </a:lnTo>
                  <a:lnTo>
                    <a:pt x="1153087" y="4011390"/>
                  </a:lnTo>
                  <a:lnTo>
                    <a:pt x="1153181" y="4011390"/>
                  </a:lnTo>
                  <a:lnTo>
                    <a:pt x="1153274" y="4011390"/>
                  </a:lnTo>
                  <a:lnTo>
                    <a:pt x="1153367" y="4011390"/>
                  </a:lnTo>
                  <a:lnTo>
                    <a:pt x="1153460" y="4011390"/>
                  </a:lnTo>
                  <a:lnTo>
                    <a:pt x="1153554" y="4011390"/>
                  </a:lnTo>
                  <a:lnTo>
                    <a:pt x="1153647" y="4011390"/>
                  </a:lnTo>
                  <a:lnTo>
                    <a:pt x="1153740" y="4011390"/>
                  </a:lnTo>
                  <a:lnTo>
                    <a:pt x="1153833" y="4011390"/>
                  </a:lnTo>
                  <a:lnTo>
                    <a:pt x="1153927" y="4011390"/>
                  </a:lnTo>
                  <a:lnTo>
                    <a:pt x="1154020" y="4011390"/>
                  </a:lnTo>
                  <a:lnTo>
                    <a:pt x="1154113" y="4011390"/>
                  </a:lnTo>
                  <a:lnTo>
                    <a:pt x="1154206" y="4011390"/>
                  </a:lnTo>
                  <a:lnTo>
                    <a:pt x="1154300" y="4011390"/>
                  </a:lnTo>
                  <a:lnTo>
                    <a:pt x="1154393" y="4011390"/>
                  </a:lnTo>
                  <a:lnTo>
                    <a:pt x="1154486" y="4011390"/>
                  </a:lnTo>
                  <a:lnTo>
                    <a:pt x="1154579" y="4011390"/>
                  </a:lnTo>
                  <a:lnTo>
                    <a:pt x="1154673" y="4011390"/>
                  </a:lnTo>
                  <a:lnTo>
                    <a:pt x="1154766" y="4011390"/>
                  </a:lnTo>
                  <a:lnTo>
                    <a:pt x="1154859" y="4011390"/>
                  </a:lnTo>
                  <a:lnTo>
                    <a:pt x="1154952" y="4011390"/>
                  </a:lnTo>
                  <a:lnTo>
                    <a:pt x="1155046" y="4011390"/>
                  </a:lnTo>
                  <a:lnTo>
                    <a:pt x="1155139" y="4011390"/>
                  </a:lnTo>
                  <a:lnTo>
                    <a:pt x="1155232" y="4011390"/>
                  </a:lnTo>
                  <a:lnTo>
                    <a:pt x="1155325" y="4011390"/>
                  </a:lnTo>
                  <a:lnTo>
                    <a:pt x="1155419" y="4011390"/>
                  </a:lnTo>
                  <a:lnTo>
                    <a:pt x="1155512" y="4011390"/>
                  </a:lnTo>
                  <a:lnTo>
                    <a:pt x="1155605" y="4011390"/>
                  </a:lnTo>
                  <a:lnTo>
                    <a:pt x="1155698" y="4011390"/>
                  </a:lnTo>
                  <a:lnTo>
                    <a:pt x="1155792" y="4011390"/>
                  </a:lnTo>
                  <a:lnTo>
                    <a:pt x="1155885" y="4011390"/>
                  </a:lnTo>
                  <a:lnTo>
                    <a:pt x="1155978" y="4011390"/>
                  </a:lnTo>
                  <a:lnTo>
                    <a:pt x="1156071" y="4011390"/>
                  </a:lnTo>
                  <a:lnTo>
                    <a:pt x="1156165" y="4011390"/>
                  </a:lnTo>
                  <a:lnTo>
                    <a:pt x="1156258" y="4011390"/>
                  </a:lnTo>
                  <a:lnTo>
                    <a:pt x="1156351" y="4011390"/>
                  </a:lnTo>
                  <a:lnTo>
                    <a:pt x="1156444" y="4011390"/>
                  </a:lnTo>
                  <a:lnTo>
                    <a:pt x="1156538" y="4011390"/>
                  </a:lnTo>
                  <a:lnTo>
                    <a:pt x="1156631" y="4011390"/>
                  </a:lnTo>
                  <a:lnTo>
                    <a:pt x="1156724" y="4011390"/>
                  </a:lnTo>
                  <a:lnTo>
                    <a:pt x="1156817" y="4011390"/>
                  </a:lnTo>
                  <a:lnTo>
                    <a:pt x="1156911" y="4011390"/>
                  </a:lnTo>
                  <a:lnTo>
                    <a:pt x="1156911" y="4001436"/>
                  </a:lnTo>
                  <a:lnTo>
                    <a:pt x="1157004" y="4001436"/>
                  </a:lnTo>
                  <a:lnTo>
                    <a:pt x="1157097" y="4001436"/>
                  </a:lnTo>
                  <a:lnTo>
                    <a:pt x="1157190" y="4001436"/>
                  </a:lnTo>
                  <a:lnTo>
                    <a:pt x="1157284" y="4001436"/>
                  </a:lnTo>
                  <a:lnTo>
                    <a:pt x="1157377" y="4001436"/>
                  </a:lnTo>
                  <a:lnTo>
                    <a:pt x="1157470" y="4001436"/>
                  </a:lnTo>
                  <a:lnTo>
                    <a:pt x="1157563" y="4001436"/>
                  </a:lnTo>
                  <a:lnTo>
                    <a:pt x="1157657" y="4001436"/>
                  </a:lnTo>
                  <a:lnTo>
                    <a:pt x="1157750" y="4001436"/>
                  </a:lnTo>
                  <a:lnTo>
                    <a:pt x="1157843" y="4001436"/>
                  </a:lnTo>
                  <a:lnTo>
                    <a:pt x="1157936" y="4001436"/>
                  </a:lnTo>
                  <a:lnTo>
                    <a:pt x="1158030" y="4001436"/>
                  </a:lnTo>
                  <a:lnTo>
                    <a:pt x="1158123" y="4001436"/>
                  </a:lnTo>
                  <a:lnTo>
                    <a:pt x="1158216" y="4001436"/>
                  </a:lnTo>
                  <a:lnTo>
                    <a:pt x="1158309" y="4001436"/>
                  </a:lnTo>
                  <a:lnTo>
                    <a:pt x="1158403" y="4001436"/>
                  </a:lnTo>
                  <a:lnTo>
                    <a:pt x="1158496" y="4001436"/>
                  </a:lnTo>
                  <a:lnTo>
                    <a:pt x="1158589" y="4001436"/>
                  </a:lnTo>
                  <a:lnTo>
                    <a:pt x="1158682" y="4001436"/>
                  </a:lnTo>
                  <a:lnTo>
                    <a:pt x="1158775" y="4001436"/>
                  </a:lnTo>
                  <a:lnTo>
                    <a:pt x="1158869" y="4001436"/>
                  </a:lnTo>
                  <a:lnTo>
                    <a:pt x="1158962" y="4001436"/>
                  </a:lnTo>
                  <a:lnTo>
                    <a:pt x="1159055" y="4001436"/>
                  </a:lnTo>
                  <a:lnTo>
                    <a:pt x="1159148" y="4001436"/>
                  </a:lnTo>
                  <a:lnTo>
                    <a:pt x="1159242" y="4001436"/>
                  </a:lnTo>
                  <a:lnTo>
                    <a:pt x="1159335" y="4001436"/>
                  </a:lnTo>
                  <a:lnTo>
                    <a:pt x="1159428" y="4001436"/>
                  </a:lnTo>
                  <a:lnTo>
                    <a:pt x="1159521" y="4001436"/>
                  </a:lnTo>
                  <a:lnTo>
                    <a:pt x="1159615" y="4001436"/>
                  </a:lnTo>
                  <a:lnTo>
                    <a:pt x="1159708" y="4001436"/>
                  </a:lnTo>
                  <a:lnTo>
                    <a:pt x="1159708" y="3991482"/>
                  </a:lnTo>
                  <a:lnTo>
                    <a:pt x="1159801" y="3991482"/>
                  </a:lnTo>
                  <a:lnTo>
                    <a:pt x="1159894" y="3991482"/>
                  </a:lnTo>
                  <a:lnTo>
                    <a:pt x="1159988" y="3991482"/>
                  </a:lnTo>
                  <a:lnTo>
                    <a:pt x="1160081" y="3991482"/>
                  </a:lnTo>
                  <a:lnTo>
                    <a:pt x="1160174" y="3991482"/>
                  </a:lnTo>
                  <a:lnTo>
                    <a:pt x="1160267" y="3991482"/>
                  </a:lnTo>
                  <a:lnTo>
                    <a:pt x="1160361" y="3991482"/>
                  </a:lnTo>
                  <a:lnTo>
                    <a:pt x="1160454" y="3991482"/>
                  </a:lnTo>
                  <a:lnTo>
                    <a:pt x="1160547" y="3991482"/>
                  </a:lnTo>
                  <a:lnTo>
                    <a:pt x="1160640" y="3991482"/>
                  </a:lnTo>
                  <a:lnTo>
                    <a:pt x="1160734" y="3991482"/>
                  </a:lnTo>
                  <a:lnTo>
                    <a:pt x="1160827" y="3991482"/>
                  </a:lnTo>
                  <a:lnTo>
                    <a:pt x="1160920" y="3991482"/>
                  </a:lnTo>
                  <a:lnTo>
                    <a:pt x="1161013" y="3991482"/>
                  </a:lnTo>
                  <a:lnTo>
                    <a:pt x="1161107" y="3991482"/>
                  </a:lnTo>
                  <a:lnTo>
                    <a:pt x="1161200" y="3991482"/>
                  </a:lnTo>
                  <a:lnTo>
                    <a:pt x="1161293" y="3991482"/>
                  </a:lnTo>
                  <a:lnTo>
                    <a:pt x="1161386" y="3991482"/>
                  </a:lnTo>
                  <a:lnTo>
                    <a:pt x="1161480" y="3991482"/>
                  </a:lnTo>
                  <a:lnTo>
                    <a:pt x="1161573" y="3991482"/>
                  </a:lnTo>
                  <a:lnTo>
                    <a:pt x="1161666" y="3991482"/>
                  </a:lnTo>
                  <a:lnTo>
                    <a:pt x="1161666" y="3981529"/>
                  </a:lnTo>
                  <a:lnTo>
                    <a:pt x="1161759" y="3981529"/>
                  </a:lnTo>
                  <a:lnTo>
                    <a:pt x="1161853" y="3981529"/>
                  </a:lnTo>
                  <a:lnTo>
                    <a:pt x="1161946" y="3981529"/>
                  </a:lnTo>
                  <a:lnTo>
                    <a:pt x="1162039" y="3981529"/>
                  </a:lnTo>
                  <a:lnTo>
                    <a:pt x="1162132" y="3981529"/>
                  </a:lnTo>
                  <a:lnTo>
                    <a:pt x="1162226" y="3981529"/>
                  </a:lnTo>
                  <a:lnTo>
                    <a:pt x="1162319" y="3981529"/>
                  </a:lnTo>
                  <a:lnTo>
                    <a:pt x="1162412" y="3981529"/>
                  </a:lnTo>
                  <a:lnTo>
                    <a:pt x="1162505" y="3981529"/>
                  </a:lnTo>
                  <a:lnTo>
                    <a:pt x="1162599" y="3981529"/>
                  </a:lnTo>
                  <a:lnTo>
                    <a:pt x="1162692" y="3981529"/>
                  </a:lnTo>
                  <a:lnTo>
                    <a:pt x="1162785" y="3981529"/>
                  </a:lnTo>
                  <a:lnTo>
                    <a:pt x="1162878" y="3981529"/>
                  </a:lnTo>
                  <a:lnTo>
                    <a:pt x="1162972" y="3981529"/>
                  </a:lnTo>
                  <a:lnTo>
                    <a:pt x="1163065" y="3981529"/>
                  </a:lnTo>
                  <a:lnTo>
                    <a:pt x="1163158" y="3981529"/>
                  </a:lnTo>
                  <a:lnTo>
                    <a:pt x="1163251" y="3981529"/>
                  </a:lnTo>
                  <a:lnTo>
                    <a:pt x="1163345" y="3981529"/>
                  </a:lnTo>
                  <a:lnTo>
                    <a:pt x="1163438" y="3981529"/>
                  </a:lnTo>
                  <a:lnTo>
                    <a:pt x="1163531" y="3981529"/>
                  </a:lnTo>
                  <a:lnTo>
                    <a:pt x="1163624" y="3981529"/>
                  </a:lnTo>
                  <a:lnTo>
                    <a:pt x="1163718" y="3981529"/>
                  </a:lnTo>
                  <a:lnTo>
                    <a:pt x="1163811" y="3981529"/>
                  </a:lnTo>
                  <a:lnTo>
                    <a:pt x="1163904" y="3981529"/>
                  </a:lnTo>
                  <a:lnTo>
                    <a:pt x="1163997" y="3981529"/>
                  </a:lnTo>
                  <a:lnTo>
                    <a:pt x="1164091" y="3981529"/>
                  </a:lnTo>
                  <a:lnTo>
                    <a:pt x="1164184" y="3981529"/>
                  </a:lnTo>
                  <a:lnTo>
                    <a:pt x="1164277" y="3981529"/>
                  </a:lnTo>
                  <a:lnTo>
                    <a:pt x="1164370" y="3981529"/>
                  </a:lnTo>
                  <a:lnTo>
                    <a:pt x="1164464" y="3981529"/>
                  </a:lnTo>
                  <a:lnTo>
                    <a:pt x="1164557" y="3981529"/>
                  </a:lnTo>
                  <a:lnTo>
                    <a:pt x="1164650" y="3981529"/>
                  </a:lnTo>
                  <a:lnTo>
                    <a:pt x="1164743" y="3981529"/>
                  </a:lnTo>
                  <a:lnTo>
                    <a:pt x="1164837" y="3981529"/>
                  </a:lnTo>
                  <a:lnTo>
                    <a:pt x="1164930" y="3981529"/>
                  </a:lnTo>
                  <a:lnTo>
                    <a:pt x="1165023" y="3981529"/>
                  </a:lnTo>
                  <a:lnTo>
                    <a:pt x="1165116" y="3981529"/>
                  </a:lnTo>
                  <a:lnTo>
                    <a:pt x="1165210" y="3981529"/>
                  </a:lnTo>
                  <a:lnTo>
                    <a:pt x="1165303" y="3981529"/>
                  </a:lnTo>
                  <a:lnTo>
                    <a:pt x="1165396" y="3981529"/>
                  </a:lnTo>
                  <a:lnTo>
                    <a:pt x="1165489" y="3981529"/>
                  </a:lnTo>
                  <a:lnTo>
                    <a:pt x="1165582" y="3981529"/>
                  </a:lnTo>
                  <a:lnTo>
                    <a:pt x="1165676" y="3981529"/>
                  </a:lnTo>
                  <a:lnTo>
                    <a:pt x="1165769" y="3981529"/>
                  </a:lnTo>
                  <a:lnTo>
                    <a:pt x="1165862" y="3981529"/>
                  </a:lnTo>
                  <a:lnTo>
                    <a:pt x="1165955" y="3981529"/>
                  </a:lnTo>
                  <a:lnTo>
                    <a:pt x="1166049" y="3981529"/>
                  </a:lnTo>
                  <a:lnTo>
                    <a:pt x="1166142" y="3981529"/>
                  </a:lnTo>
                  <a:lnTo>
                    <a:pt x="1166235" y="3981529"/>
                  </a:lnTo>
                  <a:lnTo>
                    <a:pt x="1166328" y="3981529"/>
                  </a:lnTo>
                  <a:lnTo>
                    <a:pt x="1166422" y="3981529"/>
                  </a:lnTo>
                  <a:lnTo>
                    <a:pt x="1166422" y="3971575"/>
                  </a:lnTo>
                  <a:lnTo>
                    <a:pt x="1166515" y="3971575"/>
                  </a:lnTo>
                  <a:lnTo>
                    <a:pt x="1166608" y="3971575"/>
                  </a:lnTo>
                  <a:lnTo>
                    <a:pt x="1166701" y="3971575"/>
                  </a:lnTo>
                  <a:lnTo>
                    <a:pt x="1166795" y="3971575"/>
                  </a:lnTo>
                  <a:lnTo>
                    <a:pt x="1166888" y="3971575"/>
                  </a:lnTo>
                  <a:lnTo>
                    <a:pt x="1166981" y="3971575"/>
                  </a:lnTo>
                  <a:lnTo>
                    <a:pt x="1167074" y="3971575"/>
                  </a:lnTo>
                  <a:lnTo>
                    <a:pt x="1167168" y="3971575"/>
                  </a:lnTo>
                  <a:lnTo>
                    <a:pt x="1167261" y="3971575"/>
                  </a:lnTo>
                  <a:lnTo>
                    <a:pt x="1167354" y="3971575"/>
                  </a:lnTo>
                  <a:lnTo>
                    <a:pt x="1167447" y="3971575"/>
                  </a:lnTo>
                  <a:lnTo>
                    <a:pt x="1167541" y="3971575"/>
                  </a:lnTo>
                  <a:lnTo>
                    <a:pt x="1167634" y="3971575"/>
                  </a:lnTo>
                  <a:lnTo>
                    <a:pt x="1167727" y="3971575"/>
                  </a:lnTo>
                  <a:lnTo>
                    <a:pt x="1167820" y="3971575"/>
                  </a:lnTo>
                  <a:lnTo>
                    <a:pt x="1167914" y="3971575"/>
                  </a:lnTo>
                  <a:lnTo>
                    <a:pt x="1168007" y="3971575"/>
                  </a:lnTo>
                  <a:lnTo>
                    <a:pt x="1168100" y="3971575"/>
                  </a:lnTo>
                  <a:lnTo>
                    <a:pt x="1168193" y="3971575"/>
                  </a:lnTo>
                  <a:lnTo>
                    <a:pt x="1168287" y="3971575"/>
                  </a:lnTo>
                  <a:lnTo>
                    <a:pt x="1168380" y="3971575"/>
                  </a:lnTo>
                  <a:lnTo>
                    <a:pt x="1168473" y="3971575"/>
                  </a:lnTo>
                  <a:lnTo>
                    <a:pt x="1168566" y="3971575"/>
                  </a:lnTo>
                  <a:lnTo>
                    <a:pt x="1168660" y="3971575"/>
                  </a:lnTo>
                  <a:lnTo>
                    <a:pt x="1168753" y="3971575"/>
                  </a:lnTo>
                  <a:lnTo>
                    <a:pt x="1168846" y="3971575"/>
                  </a:lnTo>
                  <a:lnTo>
                    <a:pt x="1168939" y="3971575"/>
                  </a:lnTo>
                  <a:lnTo>
                    <a:pt x="1169033" y="3971575"/>
                  </a:lnTo>
                  <a:lnTo>
                    <a:pt x="1169126" y="3971575"/>
                  </a:lnTo>
                  <a:lnTo>
                    <a:pt x="1169219" y="3971575"/>
                  </a:lnTo>
                  <a:lnTo>
                    <a:pt x="1169312" y="3971575"/>
                  </a:lnTo>
                  <a:lnTo>
                    <a:pt x="1169406" y="3971575"/>
                  </a:lnTo>
                  <a:lnTo>
                    <a:pt x="1169499" y="3971575"/>
                  </a:lnTo>
                  <a:lnTo>
                    <a:pt x="1169592" y="3971575"/>
                  </a:lnTo>
                  <a:lnTo>
                    <a:pt x="1169685" y="3971575"/>
                  </a:lnTo>
                  <a:lnTo>
                    <a:pt x="1169779" y="3971575"/>
                  </a:lnTo>
                  <a:lnTo>
                    <a:pt x="1169872" y="3971575"/>
                  </a:lnTo>
                  <a:lnTo>
                    <a:pt x="1169965" y="3971575"/>
                  </a:lnTo>
                  <a:lnTo>
                    <a:pt x="1170058" y="3971575"/>
                  </a:lnTo>
                  <a:lnTo>
                    <a:pt x="1170152" y="3971575"/>
                  </a:lnTo>
                  <a:lnTo>
                    <a:pt x="1170152" y="3961621"/>
                  </a:lnTo>
                  <a:lnTo>
                    <a:pt x="1170245" y="3961621"/>
                  </a:lnTo>
                  <a:lnTo>
                    <a:pt x="1170338" y="3961621"/>
                  </a:lnTo>
                  <a:lnTo>
                    <a:pt x="1170431" y="3961621"/>
                  </a:lnTo>
                  <a:lnTo>
                    <a:pt x="1170525" y="3961621"/>
                  </a:lnTo>
                  <a:lnTo>
                    <a:pt x="1170618" y="3961621"/>
                  </a:lnTo>
                  <a:lnTo>
                    <a:pt x="1170711" y="3961621"/>
                  </a:lnTo>
                  <a:lnTo>
                    <a:pt x="1170804" y="3961621"/>
                  </a:lnTo>
                  <a:lnTo>
                    <a:pt x="1170898" y="3961621"/>
                  </a:lnTo>
                  <a:lnTo>
                    <a:pt x="1170991" y="3961621"/>
                  </a:lnTo>
                  <a:lnTo>
                    <a:pt x="1171084" y="3961621"/>
                  </a:lnTo>
                  <a:lnTo>
                    <a:pt x="1171177" y="3961621"/>
                  </a:lnTo>
                  <a:lnTo>
                    <a:pt x="1171271" y="3961621"/>
                  </a:lnTo>
                  <a:lnTo>
                    <a:pt x="1171364" y="3961621"/>
                  </a:lnTo>
                  <a:lnTo>
                    <a:pt x="1171457" y="3961621"/>
                  </a:lnTo>
                  <a:lnTo>
                    <a:pt x="1171550" y="3961621"/>
                  </a:lnTo>
                  <a:lnTo>
                    <a:pt x="1171644" y="3961621"/>
                  </a:lnTo>
                  <a:lnTo>
                    <a:pt x="1171737" y="3961621"/>
                  </a:lnTo>
                  <a:lnTo>
                    <a:pt x="1171830" y="3961621"/>
                  </a:lnTo>
                  <a:lnTo>
                    <a:pt x="1171923" y="3961621"/>
                  </a:lnTo>
                  <a:lnTo>
                    <a:pt x="1172017" y="3961621"/>
                  </a:lnTo>
                  <a:lnTo>
                    <a:pt x="1172110" y="3961621"/>
                  </a:lnTo>
                  <a:lnTo>
                    <a:pt x="1172203" y="3961621"/>
                  </a:lnTo>
                  <a:lnTo>
                    <a:pt x="1172296" y="3961621"/>
                  </a:lnTo>
                  <a:lnTo>
                    <a:pt x="1172390" y="3961621"/>
                  </a:lnTo>
                  <a:lnTo>
                    <a:pt x="1172483" y="3961621"/>
                  </a:lnTo>
                  <a:lnTo>
                    <a:pt x="1172576" y="3961621"/>
                  </a:lnTo>
                  <a:lnTo>
                    <a:pt x="1172669" y="3961621"/>
                  </a:lnTo>
                  <a:lnTo>
                    <a:pt x="1172762" y="3961621"/>
                  </a:lnTo>
                  <a:lnTo>
                    <a:pt x="1172856" y="3961621"/>
                  </a:lnTo>
                  <a:lnTo>
                    <a:pt x="1172949" y="3961621"/>
                  </a:lnTo>
                  <a:lnTo>
                    <a:pt x="1173042" y="3961621"/>
                  </a:lnTo>
                  <a:lnTo>
                    <a:pt x="1173135" y="3961621"/>
                  </a:lnTo>
                  <a:lnTo>
                    <a:pt x="1173229" y="3961621"/>
                  </a:lnTo>
                  <a:lnTo>
                    <a:pt x="1173322" y="3961621"/>
                  </a:lnTo>
                  <a:lnTo>
                    <a:pt x="1173415" y="3961621"/>
                  </a:lnTo>
                  <a:lnTo>
                    <a:pt x="1173508" y="3961621"/>
                  </a:lnTo>
                  <a:lnTo>
                    <a:pt x="1173602" y="3961621"/>
                  </a:lnTo>
                  <a:lnTo>
                    <a:pt x="1173695" y="3961621"/>
                  </a:lnTo>
                  <a:lnTo>
                    <a:pt x="1173788" y="3961621"/>
                  </a:lnTo>
                  <a:lnTo>
                    <a:pt x="1173881" y="3961621"/>
                  </a:lnTo>
                  <a:lnTo>
                    <a:pt x="1173975" y="3961621"/>
                  </a:lnTo>
                  <a:lnTo>
                    <a:pt x="1174068" y="3961621"/>
                  </a:lnTo>
                  <a:lnTo>
                    <a:pt x="1174161" y="3961621"/>
                  </a:lnTo>
                  <a:lnTo>
                    <a:pt x="1174254" y="3961621"/>
                  </a:lnTo>
                  <a:lnTo>
                    <a:pt x="1174348" y="3961621"/>
                  </a:lnTo>
                  <a:lnTo>
                    <a:pt x="1174441" y="3961621"/>
                  </a:lnTo>
                  <a:lnTo>
                    <a:pt x="1174441" y="3951667"/>
                  </a:lnTo>
                  <a:lnTo>
                    <a:pt x="1174534" y="3951667"/>
                  </a:lnTo>
                  <a:lnTo>
                    <a:pt x="1174627" y="3951667"/>
                  </a:lnTo>
                  <a:lnTo>
                    <a:pt x="1174721" y="3951667"/>
                  </a:lnTo>
                  <a:lnTo>
                    <a:pt x="1174814" y="3951667"/>
                  </a:lnTo>
                  <a:lnTo>
                    <a:pt x="1174907" y="3951667"/>
                  </a:lnTo>
                  <a:lnTo>
                    <a:pt x="1175000" y="3951667"/>
                  </a:lnTo>
                  <a:lnTo>
                    <a:pt x="1175094" y="3951667"/>
                  </a:lnTo>
                  <a:lnTo>
                    <a:pt x="1175187" y="3951667"/>
                  </a:lnTo>
                  <a:lnTo>
                    <a:pt x="1175280" y="3951667"/>
                  </a:lnTo>
                  <a:lnTo>
                    <a:pt x="1175373" y="3951667"/>
                  </a:lnTo>
                  <a:lnTo>
                    <a:pt x="1175467" y="3951667"/>
                  </a:lnTo>
                  <a:lnTo>
                    <a:pt x="1175560" y="3951667"/>
                  </a:lnTo>
                  <a:lnTo>
                    <a:pt x="1175653" y="3951667"/>
                  </a:lnTo>
                  <a:lnTo>
                    <a:pt x="1175746" y="3951667"/>
                  </a:lnTo>
                  <a:lnTo>
                    <a:pt x="1175840" y="3951667"/>
                  </a:lnTo>
                  <a:lnTo>
                    <a:pt x="1175933" y="3951667"/>
                  </a:lnTo>
                  <a:lnTo>
                    <a:pt x="1176026" y="3951667"/>
                  </a:lnTo>
                  <a:lnTo>
                    <a:pt x="1176119" y="3951667"/>
                  </a:lnTo>
                  <a:lnTo>
                    <a:pt x="1176213" y="3951667"/>
                  </a:lnTo>
                  <a:lnTo>
                    <a:pt x="1176306" y="3951667"/>
                  </a:lnTo>
                  <a:lnTo>
                    <a:pt x="1176399" y="3951667"/>
                  </a:lnTo>
                  <a:lnTo>
                    <a:pt x="1176492" y="3951667"/>
                  </a:lnTo>
                  <a:lnTo>
                    <a:pt x="1176586" y="3951667"/>
                  </a:lnTo>
                  <a:lnTo>
                    <a:pt x="1176679" y="3951667"/>
                  </a:lnTo>
                  <a:lnTo>
                    <a:pt x="1176772" y="3951667"/>
                  </a:lnTo>
                  <a:lnTo>
                    <a:pt x="1176865" y="3951667"/>
                  </a:lnTo>
                  <a:lnTo>
                    <a:pt x="1176959" y="3951667"/>
                  </a:lnTo>
                  <a:lnTo>
                    <a:pt x="1177052" y="3951667"/>
                  </a:lnTo>
                  <a:lnTo>
                    <a:pt x="1177145" y="3951667"/>
                  </a:lnTo>
                  <a:lnTo>
                    <a:pt x="1177238" y="3951667"/>
                  </a:lnTo>
                  <a:lnTo>
                    <a:pt x="1177332" y="3951667"/>
                  </a:lnTo>
                  <a:lnTo>
                    <a:pt x="1177425" y="3951667"/>
                  </a:lnTo>
                  <a:lnTo>
                    <a:pt x="1177518" y="3951667"/>
                  </a:lnTo>
                  <a:lnTo>
                    <a:pt x="1177611" y="3951667"/>
                  </a:lnTo>
                  <a:lnTo>
                    <a:pt x="1177705" y="3951667"/>
                  </a:lnTo>
                  <a:lnTo>
                    <a:pt x="1177798" y="3951667"/>
                  </a:lnTo>
                  <a:lnTo>
                    <a:pt x="1177891" y="3951667"/>
                  </a:lnTo>
                  <a:lnTo>
                    <a:pt x="1177984" y="3951667"/>
                  </a:lnTo>
                  <a:lnTo>
                    <a:pt x="1178078" y="3951667"/>
                  </a:lnTo>
                  <a:lnTo>
                    <a:pt x="1178171" y="3951667"/>
                  </a:lnTo>
                  <a:lnTo>
                    <a:pt x="1178264" y="3951667"/>
                  </a:lnTo>
                  <a:lnTo>
                    <a:pt x="1178357" y="3951667"/>
                  </a:lnTo>
                  <a:lnTo>
                    <a:pt x="1178451" y="3951667"/>
                  </a:lnTo>
                  <a:lnTo>
                    <a:pt x="1178544" y="3951667"/>
                  </a:lnTo>
                  <a:lnTo>
                    <a:pt x="1178637" y="3951667"/>
                  </a:lnTo>
                  <a:lnTo>
                    <a:pt x="1178730" y="3951667"/>
                  </a:lnTo>
                  <a:lnTo>
                    <a:pt x="1178824" y="3951667"/>
                  </a:lnTo>
                  <a:lnTo>
                    <a:pt x="1178917" y="3951667"/>
                  </a:lnTo>
                  <a:lnTo>
                    <a:pt x="1179010" y="3951667"/>
                  </a:lnTo>
                  <a:lnTo>
                    <a:pt x="1179103" y="3951667"/>
                  </a:lnTo>
                  <a:lnTo>
                    <a:pt x="1179197" y="3951667"/>
                  </a:lnTo>
                  <a:lnTo>
                    <a:pt x="1179290" y="3951667"/>
                  </a:lnTo>
                  <a:lnTo>
                    <a:pt x="1179383" y="3951667"/>
                  </a:lnTo>
                  <a:lnTo>
                    <a:pt x="1179476" y="3951667"/>
                  </a:lnTo>
                  <a:lnTo>
                    <a:pt x="1179569" y="3951667"/>
                  </a:lnTo>
                  <a:lnTo>
                    <a:pt x="1179663" y="3951667"/>
                  </a:lnTo>
                  <a:lnTo>
                    <a:pt x="1179756" y="3951667"/>
                  </a:lnTo>
                  <a:lnTo>
                    <a:pt x="1179849" y="3951667"/>
                  </a:lnTo>
                  <a:lnTo>
                    <a:pt x="1179942" y="3951667"/>
                  </a:lnTo>
                  <a:lnTo>
                    <a:pt x="1180036" y="3951667"/>
                  </a:lnTo>
                  <a:lnTo>
                    <a:pt x="1180129" y="3951667"/>
                  </a:lnTo>
                  <a:lnTo>
                    <a:pt x="1180222" y="3951667"/>
                  </a:lnTo>
                  <a:lnTo>
                    <a:pt x="1180315" y="3951667"/>
                  </a:lnTo>
                  <a:lnTo>
                    <a:pt x="1180409" y="3951667"/>
                  </a:lnTo>
                  <a:lnTo>
                    <a:pt x="1180502" y="3951667"/>
                  </a:lnTo>
                  <a:lnTo>
                    <a:pt x="1180595" y="3951667"/>
                  </a:lnTo>
                  <a:lnTo>
                    <a:pt x="1180688" y="3951667"/>
                  </a:lnTo>
                  <a:lnTo>
                    <a:pt x="1180782" y="3951667"/>
                  </a:lnTo>
                  <a:lnTo>
                    <a:pt x="1180875" y="3951667"/>
                  </a:lnTo>
                  <a:lnTo>
                    <a:pt x="1180968" y="3951667"/>
                  </a:lnTo>
                  <a:lnTo>
                    <a:pt x="1181061" y="3951667"/>
                  </a:lnTo>
                  <a:lnTo>
                    <a:pt x="1181155" y="3951667"/>
                  </a:lnTo>
                  <a:lnTo>
                    <a:pt x="1181248" y="3951667"/>
                  </a:lnTo>
                  <a:lnTo>
                    <a:pt x="1181341" y="3951667"/>
                  </a:lnTo>
                  <a:lnTo>
                    <a:pt x="1181434" y="3951667"/>
                  </a:lnTo>
                  <a:lnTo>
                    <a:pt x="1181434" y="3941713"/>
                  </a:lnTo>
                  <a:lnTo>
                    <a:pt x="1181528" y="3941713"/>
                  </a:lnTo>
                  <a:lnTo>
                    <a:pt x="1181621" y="3941713"/>
                  </a:lnTo>
                  <a:lnTo>
                    <a:pt x="1181714" y="3941713"/>
                  </a:lnTo>
                  <a:lnTo>
                    <a:pt x="1181807" y="3941713"/>
                  </a:lnTo>
                  <a:lnTo>
                    <a:pt x="1181901" y="3941713"/>
                  </a:lnTo>
                  <a:lnTo>
                    <a:pt x="1181994" y="3941713"/>
                  </a:lnTo>
                  <a:lnTo>
                    <a:pt x="1182087" y="3941713"/>
                  </a:lnTo>
                  <a:lnTo>
                    <a:pt x="1182180" y="3941713"/>
                  </a:lnTo>
                  <a:lnTo>
                    <a:pt x="1182274" y="3941713"/>
                  </a:lnTo>
                  <a:lnTo>
                    <a:pt x="1182367" y="3941713"/>
                  </a:lnTo>
                  <a:lnTo>
                    <a:pt x="1182460" y="3941713"/>
                  </a:lnTo>
                  <a:lnTo>
                    <a:pt x="1182553" y="3941713"/>
                  </a:lnTo>
                  <a:lnTo>
                    <a:pt x="1182647" y="3941713"/>
                  </a:lnTo>
                  <a:lnTo>
                    <a:pt x="1182740" y="3941713"/>
                  </a:lnTo>
                  <a:lnTo>
                    <a:pt x="1182833" y="3941713"/>
                  </a:lnTo>
                  <a:lnTo>
                    <a:pt x="1182926" y="3941713"/>
                  </a:lnTo>
                  <a:lnTo>
                    <a:pt x="1183020" y="3941713"/>
                  </a:lnTo>
                  <a:lnTo>
                    <a:pt x="1183113" y="3941713"/>
                  </a:lnTo>
                  <a:lnTo>
                    <a:pt x="1183206" y="3941713"/>
                  </a:lnTo>
                  <a:lnTo>
                    <a:pt x="1183299" y="3941713"/>
                  </a:lnTo>
                  <a:lnTo>
                    <a:pt x="1183393" y="3941713"/>
                  </a:lnTo>
                  <a:lnTo>
                    <a:pt x="1183486" y="3941713"/>
                  </a:lnTo>
                  <a:lnTo>
                    <a:pt x="1183579" y="3941713"/>
                  </a:lnTo>
                  <a:lnTo>
                    <a:pt x="1183672" y="3941713"/>
                  </a:lnTo>
                  <a:lnTo>
                    <a:pt x="1183766" y="3941713"/>
                  </a:lnTo>
                  <a:lnTo>
                    <a:pt x="1183859" y="3941713"/>
                  </a:lnTo>
                  <a:lnTo>
                    <a:pt x="1183952" y="3941713"/>
                  </a:lnTo>
                  <a:lnTo>
                    <a:pt x="1184045" y="3941713"/>
                  </a:lnTo>
                  <a:lnTo>
                    <a:pt x="1184139" y="3941713"/>
                  </a:lnTo>
                  <a:lnTo>
                    <a:pt x="1184232" y="3941713"/>
                  </a:lnTo>
                  <a:lnTo>
                    <a:pt x="1184325" y="3941713"/>
                  </a:lnTo>
                  <a:lnTo>
                    <a:pt x="1184418" y="3941713"/>
                  </a:lnTo>
                  <a:lnTo>
                    <a:pt x="1184512" y="3941713"/>
                  </a:lnTo>
                  <a:lnTo>
                    <a:pt x="1184605" y="3941713"/>
                  </a:lnTo>
                  <a:lnTo>
                    <a:pt x="1184698" y="3941713"/>
                  </a:lnTo>
                  <a:lnTo>
                    <a:pt x="1184791" y="3941713"/>
                  </a:lnTo>
                  <a:lnTo>
                    <a:pt x="1184791" y="3931759"/>
                  </a:lnTo>
                  <a:lnTo>
                    <a:pt x="1184885" y="3931759"/>
                  </a:lnTo>
                  <a:lnTo>
                    <a:pt x="1184978" y="3931759"/>
                  </a:lnTo>
                  <a:lnTo>
                    <a:pt x="1185071" y="3931759"/>
                  </a:lnTo>
                  <a:lnTo>
                    <a:pt x="1185164" y="3931759"/>
                  </a:lnTo>
                  <a:lnTo>
                    <a:pt x="1185258" y="3931759"/>
                  </a:lnTo>
                  <a:lnTo>
                    <a:pt x="1185351" y="3931759"/>
                  </a:lnTo>
                  <a:lnTo>
                    <a:pt x="1185444" y="3931759"/>
                  </a:lnTo>
                  <a:lnTo>
                    <a:pt x="1185537" y="3931759"/>
                  </a:lnTo>
                  <a:lnTo>
                    <a:pt x="1185631" y="3931759"/>
                  </a:lnTo>
                  <a:lnTo>
                    <a:pt x="1185724" y="3931759"/>
                  </a:lnTo>
                  <a:lnTo>
                    <a:pt x="1185817" y="3931759"/>
                  </a:lnTo>
                  <a:lnTo>
                    <a:pt x="1185910" y="3931759"/>
                  </a:lnTo>
                  <a:lnTo>
                    <a:pt x="1186004" y="3931759"/>
                  </a:lnTo>
                  <a:lnTo>
                    <a:pt x="1186097" y="3931759"/>
                  </a:lnTo>
                  <a:lnTo>
                    <a:pt x="1186190" y="3931759"/>
                  </a:lnTo>
                  <a:lnTo>
                    <a:pt x="1186283" y="3931759"/>
                  </a:lnTo>
                  <a:lnTo>
                    <a:pt x="1186376" y="3931759"/>
                  </a:lnTo>
                  <a:lnTo>
                    <a:pt x="1186470" y="3931759"/>
                  </a:lnTo>
                  <a:lnTo>
                    <a:pt x="1186563" y="3931759"/>
                  </a:lnTo>
                  <a:lnTo>
                    <a:pt x="1186656" y="3931759"/>
                  </a:lnTo>
                  <a:lnTo>
                    <a:pt x="1186749" y="3931759"/>
                  </a:lnTo>
                  <a:lnTo>
                    <a:pt x="1186843" y="3931759"/>
                  </a:lnTo>
                  <a:lnTo>
                    <a:pt x="1186936" y="3931759"/>
                  </a:lnTo>
                  <a:lnTo>
                    <a:pt x="1187029" y="3931759"/>
                  </a:lnTo>
                  <a:lnTo>
                    <a:pt x="1187122" y="3931759"/>
                  </a:lnTo>
                  <a:lnTo>
                    <a:pt x="1187216" y="3931759"/>
                  </a:lnTo>
                  <a:lnTo>
                    <a:pt x="1187309" y="3931759"/>
                  </a:lnTo>
                  <a:lnTo>
                    <a:pt x="1187402" y="3931759"/>
                  </a:lnTo>
                  <a:lnTo>
                    <a:pt x="1187495" y="3931759"/>
                  </a:lnTo>
                  <a:lnTo>
                    <a:pt x="1187589" y="3931759"/>
                  </a:lnTo>
                  <a:lnTo>
                    <a:pt x="1187682" y="3931759"/>
                  </a:lnTo>
                  <a:lnTo>
                    <a:pt x="1187775" y="3931759"/>
                  </a:lnTo>
                  <a:lnTo>
                    <a:pt x="1187868" y="3931759"/>
                  </a:lnTo>
                  <a:lnTo>
                    <a:pt x="1187962" y="3931759"/>
                  </a:lnTo>
                  <a:lnTo>
                    <a:pt x="1188055" y="3931759"/>
                  </a:lnTo>
                  <a:lnTo>
                    <a:pt x="1188148" y="3931759"/>
                  </a:lnTo>
                  <a:lnTo>
                    <a:pt x="1188241" y="3931759"/>
                  </a:lnTo>
                  <a:lnTo>
                    <a:pt x="1188335" y="3931759"/>
                  </a:lnTo>
                  <a:lnTo>
                    <a:pt x="1188428" y="3931759"/>
                  </a:lnTo>
                  <a:lnTo>
                    <a:pt x="1188521" y="3931759"/>
                  </a:lnTo>
                  <a:lnTo>
                    <a:pt x="1188614" y="3931759"/>
                  </a:lnTo>
                  <a:lnTo>
                    <a:pt x="1188708" y="3931759"/>
                  </a:lnTo>
                  <a:lnTo>
                    <a:pt x="1188801" y="3931759"/>
                  </a:lnTo>
                  <a:lnTo>
                    <a:pt x="1188894" y="3931759"/>
                  </a:lnTo>
                  <a:lnTo>
                    <a:pt x="1188987" y="3931759"/>
                  </a:lnTo>
                  <a:lnTo>
                    <a:pt x="1189081" y="3931759"/>
                  </a:lnTo>
                  <a:lnTo>
                    <a:pt x="1189174" y="3931759"/>
                  </a:lnTo>
                  <a:lnTo>
                    <a:pt x="1189267" y="3931759"/>
                  </a:lnTo>
                  <a:lnTo>
                    <a:pt x="1189360" y="3931759"/>
                  </a:lnTo>
                  <a:lnTo>
                    <a:pt x="1189454" y="3931759"/>
                  </a:lnTo>
                  <a:lnTo>
                    <a:pt x="1189547" y="3931759"/>
                  </a:lnTo>
                  <a:lnTo>
                    <a:pt x="1189640" y="3931759"/>
                  </a:lnTo>
                  <a:lnTo>
                    <a:pt x="1189733" y="3931759"/>
                  </a:lnTo>
                  <a:lnTo>
                    <a:pt x="1189827" y="3931759"/>
                  </a:lnTo>
                  <a:lnTo>
                    <a:pt x="1189920" y="3931759"/>
                  </a:lnTo>
                  <a:lnTo>
                    <a:pt x="1190013" y="3931759"/>
                  </a:lnTo>
                  <a:lnTo>
                    <a:pt x="1190106" y="3931759"/>
                  </a:lnTo>
                  <a:lnTo>
                    <a:pt x="1190200" y="3931759"/>
                  </a:lnTo>
                  <a:lnTo>
                    <a:pt x="1190293" y="3931759"/>
                  </a:lnTo>
                  <a:lnTo>
                    <a:pt x="1190386" y="3931759"/>
                  </a:lnTo>
                  <a:lnTo>
                    <a:pt x="1190479" y="3931759"/>
                  </a:lnTo>
                  <a:lnTo>
                    <a:pt x="1190573" y="3931759"/>
                  </a:lnTo>
                  <a:lnTo>
                    <a:pt x="1190666" y="3931759"/>
                  </a:lnTo>
                  <a:lnTo>
                    <a:pt x="1190759" y="3931759"/>
                  </a:lnTo>
                  <a:lnTo>
                    <a:pt x="1190852" y="3931759"/>
                  </a:lnTo>
                  <a:lnTo>
                    <a:pt x="1190946" y="3931759"/>
                  </a:lnTo>
                  <a:lnTo>
                    <a:pt x="1191039" y="3931759"/>
                  </a:lnTo>
                  <a:lnTo>
                    <a:pt x="1191132" y="3931759"/>
                  </a:lnTo>
                  <a:lnTo>
                    <a:pt x="1191225" y="3931759"/>
                  </a:lnTo>
                  <a:lnTo>
                    <a:pt x="1191319" y="3931759"/>
                  </a:lnTo>
                  <a:lnTo>
                    <a:pt x="1191412" y="3931759"/>
                  </a:lnTo>
                  <a:lnTo>
                    <a:pt x="1191505" y="3931759"/>
                  </a:lnTo>
                  <a:lnTo>
                    <a:pt x="1191598" y="3931759"/>
                  </a:lnTo>
                  <a:lnTo>
                    <a:pt x="1191692" y="3931759"/>
                  </a:lnTo>
                  <a:lnTo>
                    <a:pt x="1191785" y="3931759"/>
                  </a:lnTo>
                  <a:lnTo>
                    <a:pt x="1191878" y="3931759"/>
                  </a:lnTo>
                  <a:lnTo>
                    <a:pt x="1191971" y="3931759"/>
                  </a:lnTo>
                  <a:lnTo>
                    <a:pt x="1192065" y="3931759"/>
                  </a:lnTo>
                  <a:lnTo>
                    <a:pt x="1192158" y="3931759"/>
                  </a:lnTo>
                  <a:lnTo>
                    <a:pt x="1192251" y="3931759"/>
                  </a:lnTo>
                  <a:lnTo>
                    <a:pt x="1192344" y="3931759"/>
                  </a:lnTo>
                  <a:lnTo>
                    <a:pt x="1192438" y="3931759"/>
                  </a:lnTo>
                  <a:lnTo>
                    <a:pt x="1192531" y="3931759"/>
                  </a:lnTo>
                  <a:lnTo>
                    <a:pt x="1192624" y="3931759"/>
                  </a:lnTo>
                  <a:lnTo>
                    <a:pt x="1192717" y="3931759"/>
                  </a:lnTo>
                  <a:lnTo>
                    <a:pt x="1192811" y="3931759"/>
                  </a:lnTo>
                  <a:lnTo>
                    <a:pt x="1192904" y="3931759"/>
                  </a:lnTo>
                  <a:lnTo>
                    <a:pt x="1192997" y="3931759"/>
                  </a:lnTo>
                  <a:lnTo>
                    <a:pt x="1193090" y="3931759"/>
                  </a:lnTo>
                  <a:lnTo>
                    <a:pt x="1193184" y="3931759"/>
                  </a:lnTo>
                  <a:lnTo>
                    <a:pt x="1193277" y="3931759"/>
                  </a:lnTo>
                  <a:lnTo>
                    <a:pt x="1193370" y="3931759"/>
                  </a:lnTo>
                  <a:lnTo>
                    <a:pt x="1193463" y="3931759"/>
                  </a:lnTo>
                  <a:lnTo>
                    <a:pt x="1193556" y="3931759"/>
                  </a:lnTo>
                  <a:lnTo>
                    <a:pt x="1193650" y="3931759"/>
                  </a:lnTo>
                  <a:lnTo>
                    <a:pt x="1193743" y="3931759"/>
                  </a:lnTo>
                  <a:lnTo>
                    <a:pt x="1193836" y="3931759"/>
                  </a:lnTo>
                  <a:lnTo>
                    <a:pt x="1193929" y="3931759"/>
                  </a:lnTo>
                  <a:lnTo>
                    <a:pt x="1194023" y="3931759"/>
                  </a:lnTo>
                  <a:lnTo>
                    <a:pt x="1194116" y="3931759"/>
                  </a:lnTo>
                  <a:lnTo>
                    <a:pt x="1194209" y="3931759"/>
                  </a:lnTo>
                  <a:lnTo>
                    <a:pt x="1194302" y="3931759"/>
                  </a:lnTo>
                  <a:lnTo>
                    <a:pt x="1194396" y="3931759"/>
                  </a:lnTo>
                  <a:lnTo>
                    <a:pt x="1194489" y="3931759"/>
                  </a:lnTo>
                  <a:lnTo>
                    <a:pt x="1194582" y="3931759"/>
                  </a:lnTo>
                  <a:lnTo>
                    <a:pt x="1194675" y="3931759"/>
                  </a:lnTo>
                  <a:lnTo>
                    <a:pt x="1194769" y="3931759"/>
                  </a:lnTo>
                  <a:lnTo>
                    <a:pt x="1194862" y="3931759"/>
                  </a:lnTo>
                  <a:lnTo>
                    <a:pt x="1194955" y="3931759"/>
                  </a:lnTo>
                  <a:lnTo>
                    <a:pt x="1194955" y="3921806"/>
                  </a:lnTo>
                  <a:lnTo>
                    <a:pt x="1195048" y="3921806"/>
                  </a:lnTo>
                  <a:lnTo>
                    <a:pt x="1195142" y="3921806"/>
                  </a:lnTo>
                  <a:lnTo>
                    <a:pt x="1195235" y="3921806"/>
                  </a:lnTo>
                  <a:lnTo>
                    <a:pt x="1195328" y="3921806"/>
                  </a:lnTo>
                  <a:lnTo>
                    <a:pt x="1195421" y="3921806"/>
                  </a:lnTo>
                  <a:lnTo>
                    <a:pt x="1195515" y="3921806"/>
                  </a:lnTo>
                  <a:lnTo>
                    <a:pt x="1195608" y="3921806"/>
                  </a:lnTo>
                  <a:lnTo>
                    <a:pt x="1195701" y="3921806"/>
                  </a:lnTo>
                  <a:lnTo>
                    <a:pt x="1195794" y="3921806"/>
                  </a:lnTo>
                  <a:lnTo>
                    <a:pt x="1195888" y="3921806"/>
                  </a:lnTo>
                  <a:lnTo>
                    <a:pt x="1195981" y="3921806"/>
                  </a:lnTo>
                  <a:lnTo>
                    <a:pt x="1196074" y="3921806"/>
                  </a:lnTo>
                  <a:lnTo>
                    <a:pt x="1196167" y="3921806"/>
                  </a:lnTo>
                  <a:lnTo>
                    <a:pt x="1196261" y="3921806"/>
                  </a:lnTo>
                  <a:lnTo>
                    <a:pt x="1196354" y="3921806"/>
                  </a:lnTo>
                  <a:lnTo>
                    <a:pt x="1196447" y="3921806"/>
                  </a:lnTo>
                  <a:lnTo>
                    <a:pt x="1196540" y="3921806"/>
                  </a:lnTo>
                  <a:lnTo>
                    <a:pt x="1196634" y="3921806"/>
                  </a:lnTo>
                  <a:lnTo>
                    <a:pt x="1196727" y="3921806"/>
                  </a:lnTo>
                  <a:lnTo>
                    <a:pt x="1196820" y="3921806"/>
                  </a:lnTo>
                  <a:lnTo>
                    <a:pt x="1196913" y="3921806"/>
                  </a:lnTo>
                  <a:lnTo>
                    <a:pt x="1197007" y="3921806"/>
                  </a:lnTo>
                  <a:lnTo>
                    <a:pt x="1197100" y="3921806"/>
                  </a:lnTo>
                  <a:lnTo>
                    <a:pt x="1197193" y="3921806"/>
                  </a:lnTo>
                  <a:lnTo>
                    <a:pt x="1197286" y="3921806"/>
                  </a:lnTo>
                  <a:lnTo>
                    <a:pt x="1197380" y="3921806"/>
                  </a:lnTo>
                  <a:lnTo>
                    <a:pt x="1197473" y="3921806"/>
                  </a:lnTo>
                  <a:lnTo>
                    <a:pt x="1197566" y="3921806"/>
                  </a:lnTo>
                  <a:lnTo>
                    <a:pt x="1197659" y="3921806"/>
                  </a:lnTo>
                  <a:lnTo>
                    <a:pt x="1197753" y="3921806"/>
                  </a:lnTo>
                  <a:lnTo>
                    <a:pt x="1197846" y="3921806"/>
                  </a:lnTo>
                  <a:lnTo>
                    <a:pt x="1197939" y="3921806"/>
                  </a:lnTo>
                  <a:lnTo>
                    <a:pt x="1198032" y="3921806"/>
                  </a:lnTo>
                  <a:lnTo>
                    <a:pt x="1198126" y="3921806"/>
                  </a:lnTo>
                  <a:lnTo>
                    <a:pt x="1198219" y="3921806"/>
                  </a:lnTo>
                  <a:lnTo>
                    <a:pt x="1198312" y="3921806"/>
                  </a:lnTo>
                  <a:lnTo>
                    <a:pt x="1198405" y="3921806"/>
                  </a:lnTo>
                  <a:lnTo>
                    <a:pt x="1198499" y="3921806"/>
                  </a:lnTo>
                  <a:lnTo>
                    <a:pt x="1198592" y="3921806"/>
                  </a:lnTo>
                  <a:lnTo>
                    <a:pt x="1198685" y="3921806"/>
                  </a:lnTo>
                  <a:lnTo>
                    <a:pt x="1198778" y="3921806"/>
                  </a:lnTo>
                  <a:lnTo>
                    <a:pt x="1198872" y="3921806"/>
                  </a:lnTo>
                  <a:lnTo>
                    <a:pt x="1198965" y="3921806"/>
                  </a:lnTo>
                  <a:lnTo>
                    <a:pt x="1199058" y="3921806"/>
                  </a:lnTo>
                  <a:lnTo>
                    <a:pt x="1199151" y="3921806"/>
                  </a:lnTo>
                  <a:lnTo>
                    <a:pt x="1199245" y="3921806"/>
                  </a:lnTo>
                  <a:lnTo>
                    <a:pt x="1199338" y="3921806"/>
                  </a:lnTo>
                  <a:lnTo>
                    <a:pt x="1199431" y="3921806"/>
                  </a:lnTo>
                  <a:lnTo>
                    <a:pt x="1199524" y="3921806"/>
                  </a:lnTo>
                  <a:lnTo>
                    <a:pt x="1199618" y="3921806"/>
                  </a:lnTo>
                  <a:lnTo>
                    <a:pt x="1199711" y="3921806"/>
                  </a:lnTo>
                  <a:lnTo>
                    <a:pt x="1199804" y="3921806"/>
                  </a:lnTo>
                  <a:lnTo>
                    <a:pt x="1199897" y="3921806"/>
                  </a:lnTo>
                  <a:lnTo>
                    <a:pt x="1199991" y="3921806"/>
                  </a:lnTo>
                  <a:lnTo>
                    <a:pt x="1200084" y="3921806"/>
                  </a:lnTo>
                  <a:lnTo>
                    <a:pt x="1200177" y="3921806"/>
                  </a:lnTo>
                  <a:lnTo>
                    <a:pt x="1200270" y="3921806"/>
                  </a:lnTo>
                  <a:lnTo>
                    <a:pt x="1200363" y="3921806"/>
                  </a:lnTo>
                  <a:lnTo>
                    <a:pt x="1200457" y="3921806"/>
                  </a:lnTo>
                  <a:lnTo>
                    <a:pt x="1200550" y="3921806"/>
                  </a:lnTo>
                  <a:lnTo>
                    <a:pt x="1200643" y="3921806"/>
                  </a:lnTo>
                  <a:lnTo>
                    <a:pt x="1200736" y="3921806"/>
                  </a:lnTo>
                  <a:lnTo>
                    <a:pt x="1200830" y="3921806"/>
                  </a:lnTo>
                  <a:lnTo>
                    <a:pt x="1200923" y="3921806"/>
                  </a:lnTo>
                  <a:lnTo>
                    <a:pt x="1201016" y="3921806"/>
                  </a:lnTo>
                  <a:lnTo>
                    <a:pt x="1201109" y="3921806"/>
                  </a:lnTo>
                  <a:lnTo>
                    <a:pt x="1201203" y="3921806"/>
                  </a:lnTo>
                  <a:lnTo>
                    <a:pt x="1201296" y="3921806"/>
                  </a:lnTo>
                  <a:lnTo>
                    <a:pt x="1201389" y="3921806"/>
                  </a:lnTo>
                  <a:lnTo>
                    <a:pt x="1201482" y="3921806"/>
                  </a:lnTo>
                  <a:lnTo>
                    <a:pt x="1201576" y="3921806"/>
                  </a:lnTo>
                  <a:lnTo>
                    <a:pt x="1201669" y="3921806"/>
                  </a:lnTo>
                  <a:lnTo>
                    <a:pt x="1201762" y="3921806"/>
                  </a:lnTo>
                  <a:lnTo>
                    <a:pt x="1201855" y="3921806"/>
                  </a:lnTo>
                  <a:lnTo>
                    <a:pt x="1201949" y="3921806"/>
                  </a:lnTo>
                  <a:lnTo>
                    <a:pt x="1202042" y="3921806"/>
                  </a:lnTo>
                  <a:lnTo>
                    <a:pt x="1202135" y="3921806"/>
                  </a:lnTo>
                  <a:lnTo>
                    <a:pt x="1202228" y="3921806"/>
                  </a:lnTo>
                  <a:lnTo>
                    <a:pt x="1202322" y="3921806"/>
                  </a:lnTo>
                  <a:lnTo>
                    <a:pt x="1202415" y="3921806"/>
                  </a:lnTo>
                  <a:lnTo>
                    <a:pt x="1202508" y="3921806"/>
                  </a:lnTo>
                  <a:lnTo>
                    <a:pt x="1202601" y="3921806"/>
                  </a:lnTo>
                  <a:lnTo>
                    <a:pt x="1202695" y="3921806"/>
                  </a:lnTo>
                  <a:lnTo>
                    <a:pt x="1202788" y="3921806"/>
                  </a:lnTo>
                  <a:lnTo>
                    <a:pt x="1202881" y="3921806"/>
                  </a:lnTo>
                  <a:lnTo>
                    <a:pt x="1202974" y="3921806"/>
                  </a:lnTo>
                  <a:lnTo>
                    <a:pt x="1203068" y="3921806"/>
                  </a:lnTo>
                  <a:lnTo>
                    <a:pt x="1203161" y="3921806"/>
                  </a:lnTo>
                  <a:lnTo>
                    <a:pt x="1203254" y="3921806"/>
                  </a:lnTo>
                  <a:lnTo>
                    <a:pt x="1203347" y="3921806"/>
                  </a:lnTo>
                  <a:lnTo>
                    <a:pt x="1203441" y="3921806"/>
                  </a:lnTo>
                  <a:lnTo>
                    <a:pt x="1203534" y="3921806"/>
                  </a:lnTo>
                  <a:lnTo>
                    <a:pt x="1203627" y="3921806"/>
                  </a:lnTo>
                  <a:lnTo>
                    <a:pt x="1203720" y="3921806"/>
                  </a:lnTo>
                  <a:lnTo>
                    <a:pt x="1203814" y="3921806"/>
                  </a:lnTo>
                  <a:lnTo>
                    <a:pt x="1203907" y="3921806"/>
                  </a:lnTo>
                  <a:lnTo>
                    <a:pt x="1204000" y="3921806"/>
                  </a:lnTo>
                  <a:lnTo>
                    <a:pt x="1204093" y="3921806"/>
                  </a:lnTo>
                  <a:lnTo>
                    <a:pt x="1204187" y="3921806"/>
                  </a:lnTo>
                  <a:lnTo>
                    <a:pt x="1204280" y="3921806"/>
                  </a:lnTo>
                  <a:lnTo>
                    <a:pt x="1204373" y="3921806"/>
                  </a:lnTo>
                  <a:lnTo>
                    <a:pt x="1204466" y="3921806"/>
                  </a:lnTo>
                  <a:lnTo>
                    <a:pt x="1204560" y="3921806"/>
                  </a:lnTo>
                  <a:lnTo>
                    <a:pt x="1204653" y="3921806"/>
                  </a:lnTo>
                  <a:lnTo>
                    <a:pt x="1204746" y="3921806"/>
                  </a:lnTo>
                  <a:lnTo>
                    <a:pt x="1204839" y="3921806"/>
                  </a:lnTo>
                  <a:lnTo>
                    <a:pt x="1204933" y="3921806"/>
                  </a:lnTo>
                  <a:lnTo>
                    <a:pt x="1205026" y="3921806"/>
                  </a:lnTo>
                  <a:lnTo>
                    <a:pt x="1205119" y="3921806"/>
                  </a:lnTo>
                  <a:lnTo>
                    <a:pt x="1205212" y="3921806"/>
                  </a:lnTo>
                  <a:lnTo>
                    <a:pt x="1205306" y="3921806"/>
                  </a:lnTo>
                  <a:lnTo>
                    <a:pt x="1205399" y="3921806"/>
                  </a:lnTo>
                  <a:lnTo>
                    <a:pt x="1205492" y="3921806"/>
                  </a:lnTo>
                  <a:lnTo>
                    <a:pt x="1205585" y="3921806"/>
                  </a:lnTo>
                  <a:lnTo>
                    <a:pt x="1205679" y="3921806"/>
                  </a:lnTo>
                  <a:lnTo>
                    <a:pt x="1205772" y="3921806"/>
                  </a:lnTo>
                  <a:lnTo>
                    <a:pt x="1205865" y="3921806"/>
                  </a:lnTo>
                  <a:lnTo>
                    <a:pt x="1205958" y="3921806"/>
                  </a:lnTo>
                  <a:lnTo>
                    <a:pt x="1206052" y="3921806"/>
                  </a:lnTo>
                  <a:lnTo>
                    <a:pt x="1206145" y="3921806"/>
                  </a:lnTo>
                  <a:lnTo>
                    <a:pt x="1206238" y="3921806"/>
                  </a:lnTo>
                  <a:lnTo>
                    <a:pt x="1206331" y="3921806"/>
                  </a:lnTo>
                  <a:lnTo>
                    <a:pt x="1206425" y="3921806"/>
                  </a:lnTo>
                  <a:lnTo>
                    <a:pt x="1206518" y="3921806"/>
                  </a:lnTo>
                  <a:lnTo>
                    <a:pt x="1206611" y="3921806"/>
                  </a:lnTo>
                  <a:lnTo>
                    <a:pt x="1206704" y="3921806"/>
                  </a:lnTo>
                  <a:lnTo>
                    <a:pt x="1206704" y="3911852"/>
                  </a:lnTo>
                  <a:lnTo>
                    <a:pt x="1206798" y="3911852"/>
                  </a:lnTo>
                  <a:lnTo>
                    <a:pt x="1206891" y="3911852"/>
                  </a:lnTo>
                  <a:lnTo>
                    <a:pt x="1206984" y="3911852"/>
                  </a:lnTo>
                  <a:lnTo>
                    <a:pt x="1207077" y="3911852"/>
                  </a:lnTo>
                  <a:lnTo>
                    <a:pt x="1207171" y="3911852"/>
                  </a:lnTo>
                  <a:lnTo>
                    <a:pt x="1207264" y="3911852"/>
                  </a:lnTo>
                  <a:lnTo>
                    <a:pt x="1207357" y="3911852"/>
                  </a:lnTo>
                  <a:lnTo>
                    <a:pt x="1207450" y="3911852"/>
                  </a:lnTo>
                  <a:lnTo>
                    <a:pt x="1207543" y="3911852"/>
                  </a:lnTo>
                  <a:lnTo>
                    <a:pt x="1207637" y="3911852"/>
                  </a:lnTo>
                  <a:lnTo>
                    <a:pt x="1207730" y="3911852"/>
                  </a:lnTo>
                  <a:lnTo>
                    <a:pt x="1207823" y="3911852"/>
                  </a:lnTo>
                  <a:lnTo>
                    <a:pt x="1207916" y="3911852"/>
                  </a:lnTo>
                  <a:lnTo>
                    <a:pt x="1208010" y="3911852"/>
                  </a:lnTo>
                  <a:lnTo>
                    <a:pt x="1208103" y="3911852"/>
                  </a:lnTo>
                  <a:lnTo>
                    <a:pt x="1208196" y="3911852"/>
                  </a:lnTo>
                  <a:lnTo>
                    <a:pt x="1208289" y="3911852"/>
                  </a:lnTo>
                  <a:lnTo>
                    <a:pt x="1208383" y="3911852"/>
                  </a:lnTo>
                  <a:lnTo>
                    <a:pt x="1208476" y="3911852"/>
                  </a:lnTo>
                  <a:lnTo>
                    <a:pt x="1208569" y="3911852"/>
                  </a:lnTo>
                  <a:lnTo>
                    <a:pt x="1208662" y="3911852"/>
                  </a:lnTo>
                  <a:lnTo>
                    <a:pt x="1208756" y="3911852"/>
                  </a:lnTo>
                  <a:lnTo>
                    <a:pt x="1208849" y="3911852"/>
                  </a:lnTo>
                  <a:lnTo>
                    <a:pt x="1208942" y="3911852"/>
                  </a:lnTo>
                  <a:lnTo>
                    <a:pt x="1209035" y="3911852"/>
                  </a:lnTo>
                  <a:lnTo>
                    <a:pt x="1209129" y="3911852"/>
                  </a:lnTo>
                  <a:lnTo>
                    <a:pt x="1209222" y="3911852"/>
                  </a:lnTo>
                  <a:lnTo>
                    <a:pt x="1209315" y="3911852"/>
                  </a:lnTo>
                  <a:lnTo>
                    <a:pt x="1209408" y="3911852"/>
                  </a:lnTo>
                  <a:lnTo>
                    <a:pt x="1209502" y="3911852"/>
                  </a:lnTo>
                  <a:lnTo>
                    <a:pt x="1209595" y="3911852"/>
                  </a:lnTo>
                  <a:lnTo>
                    <a:pt x="1209688" y="3911852"/>
                  </a:lnTo>
                  <a:lnTo>
                    <a:pt x="1209781" y="3911852"/>
                  </a:lnTo>
                  <a:lnTo>
                    <a:pt x="1209875" y="3911852"/>
                  </a:lnTo>
                  <a:lnTo>
                    <a:pt x="1209968" y="3911852"/>
                  </a:lnTo>
                  <a:lnTo>
                    <a:pt x="1210061" y="3911852"/>
                  </a:lnTo>
                  <a:lnTo>
                    <a:pt x="1210154" y="3911852"/>
                  </a:lnTo>
                  <a:lnTo>
                    <a:pt x="1210248" y="3911852"/>
                  </a:lnTo>
                  <a:lnTo>
                    <a:pt x="1210341" y="3911852"/>
                  </a:lnTo>
                  <a:lnTo>
                    <a:pt x="1210434" y="3911852"/>
                  </a:lnTo>
                  <a:lnTo>
                    <a:pt x="1210527" y="3911852"/>
                  </a:lnTo>
                  <a:lnTo>
                    <a:pt x="1210621" y="3911852"/>
                  </a:lnTo>
                  <a:lnTo>
                    <a:pt x="1210714" y="3911852"/>
                  </a:lnTo>
                  <a:lnTo>
                    <a:pt x="1210807" y="3911852"/>
                  </a:lnTo>
                  <a:lnTo>
                    <a:pt x="1210900" y="3911852"/>
                  </a:lnTo>
                  <a:lnTo>
                    <a:pt x="1210994" y="3911852"/>
                  </a:lnTo>
                  <a:lnTo>
                    <a:pt x="1211087" y="3911852"/>
                  </a:lnTo>
                  <a:lnTo>
                    <a:pt x="1211180" y="3911852"/>
                  </a:lnTo>
                  <a:lnTo>
                    <a:pt x="1211273" y="3911852"/>
                  </a:lnTo>
                  <a:lnTo>
                    <a:pt x="1211367" y="3911852"/>
                  </a:lnTo>
                  <a:lnTo>
                    <a:pt x="1211460" y="3911852"/>
                  </a:lnTo>
                  <a:lnTo>
                    <a:pt x="1211553" y="3911852"/>
                  </a:lnTo>
                  <a:lnTo>
                    <a:pt x="1211646" y="3911852"/>
                  </a:lnTo>
                  <a:lnTo>
                    <a:pt x="1211740" y="3911852"/>
                  </a:lnTo>
                  <a:lnTo>
                    <a:pt x="1211833" y="3911852"/>
                  </a:lnTo>
                  <a:lnTo>
                    <a:pt x="1211833" y="3901898"/>
                  </a:lnTo>
                  <a:lnTo>
                    <a:pt x="1211926" y="3901898"/>
                  </a:lnTo>
                  <a:lnTo>
                    <a:pt x="1212019" y="3901898"/>
                  </a:lnTo>
                  <a:lnTo>
                    <a:pt x="1212113" y="3901898"/>
                  </a:lnTo>
                  <a:lnTo>
                    <a:pt x="1212206" y="3901898"/>
                  </a:lnTo>
                  <a:lnTo>
                    <a:pt x="1212299" y="3901898"/>
                  </a:lnTo>
                  <a:lnTo>
                    <a:pt x="1212392" y="3901898"/>
                  </a:lnTo>
                  <a:lnTo>
                    <a:pt x="1212486" y="3901898"/>
                  </a:lnTo>
                  <a:lnTo>
                    <a:pt x="1212579" y="3901898"/>
                  </a:lnTo>
                  <a:lnTo>
                    <a:pt x="1212672" y="3901898"/>
                  </a:lnTo>
                  <a:lnTo>
                    <a:pt x="1212765" y="3901898"/>
                  </a:lnTo>
                  <a:lnTo>
                    <a:pt x="1212859" y="3901898"/>
                  </a:lnTo>
                  <a:lnTo>
                    <a:pt x="1212952" y="3901898"/>
                  </a:lnTo>
                  <a:lnTo>
                    <a:pt x="1213045" y="3901898"/>
                  </a:lnTo>
                  <a:lnTo>
                    <a:pt x="1213138" y="3901898"/>
                  </a:lnTo>
                  <a:lnTo>
                    <a:pt x="1213232" y="3901898"/>
                  </a:lnTo>
                  <a:lnTo>
                    <a:pt x="1213325" y="3901898"/>
                  </a:lnTo>
                  <a:lnTo>
                    <a:pt x="1213418" y="3901898"/>
                  </a:lnTo>
                  <a:lnTo>
                    <a:pt x="1213511" y="3901898"/>
                  </a:lnTo>
                  <a:lnTo>
                    <a:pt x="1213605" y="3901898"/>
                  </a:lnTo>
                  <a:lnTo>
                    <a:pt x="1213698" y="3901898"/>
                  </a:lnTo>
                  <a:lnTo>
                    <a:pt x="1213791" y="3901898"/>
                  </a:lnTo>
                  <a:lnTo>
                    <a:pt x="1213884" y="3901898"/>
                  </a:lnTo>
                  <a:lnTo>
                    <a:pt x="1213884" y="3891944"/>
                  </a:lnTo>
                  <a:lnTo>
                    <a:pt x="1213978" y="3891944"/>
                  </a:lnTo>
                  <a:lnTo>
                    <a:pt x="1214071" y="3891944"/>
                  </a:lnTo>
                  <a:lnTo>
                    <a:pt x="1214164" y="3891944"/>
                  </a:lnTo>
                  <a:lnTo>
                    <a:pt x="1214257" y="3891944"/>
                  </a:lnTo>
                  <a:lnTo>
                    <a:pt x="1214350" y="3891944"/>
                  </a:lnTo>
                  <a:lnTo>
                    <a:pt x="1214444" y="3891944"/>
                  </a:lnTo>
                  <a:lnTo>
                    <a:pt x="1214537" y="3891944"/>
                  </a:lnTo>
                  <a:lnTo>
                    <a:pt x="1214630" y="3891944"/>
                  </a:lnTo>
                  <a:lnTo>
                    <a:pt x="1214723" y="3891944"/>
                  </a:lnTo>
                  <a:lnTo>
                    <a:pt x="1214817" y="3891944"/>
                  </a:lnTo>
                  <a:lnTo>
                    <a:pt x="1214910" y="3891944"/>
                  </a:lnTo>
                  <a:lnTo>
                    <a:pt x="1214910" y="3881990"/>
                  </a:lnTo>
                  <a:lnTo>
                    <a:pt x="1215003" y="3881990"/>
                  </a:lnTo>
                  <a:lnTo>
                    <a:pt x="1215096" y="3881990"/>
                  </a:lnTo>
                  <a:lnTo>
                    <a:pt x="1215190" y="3881990"/>
                  </a:lnTo>
                  <a:lnTo>
                    <a:pt x="1215283" y="3881990"/>
                  </a:lnTo>
                  <a:lnTo>
                    <a:pt x="1215376" y="3881990"/>
                  </a:lnTo>
                  <a:lnTo>
                    <a:pt x="1215469" y="3881990"/>
                  </a:lnTo>
                  <a:lnTo>
                    <a:pt x="1215563" y="3881990"/>
                  </a:lnTo>
                  <a:lnTo>
                    <a:pt x="1215656" y="3881990"/>
                  </a:lnTo>
                  <a:lnTo>
                    <a:pt x="1215749" y="3881990"/>
                  </a:lnTo>
                  <a:lnTo>
                    <a:pt x="1215842" y="3881990"/>
                  </a:lnTo>
                  <a:lnTo>
                    <a:pt x="1215936" y="3881990"/>
                  </a:lnTo>
                  <a:lnTo>
                    <a:pt x="1216029" y="3881990"/>
                  </a:lnTo>
                  <a:lnTo>
                    <a:pt x="1216122" y="3881990"/>
                  </a:lnTo>
                  <a:lnTo>
                    <a:pt x="1216215" y="3881990"/>
                  </a:lnTo>
                  <a:lnTo>
                    <a:pt x="1216309" y="3881990"/>
                  </a:lnTo>
                  <a:lnTo>
                    <a:pt x="1216402" y="3881990"/>
                  </a:lnTo>
                  <a:lnTo>
                    <a:pt x="1216495" y="3881990"/>
                  </a:lnTo>
                  <a:lnTo>
                    <a:pt x="1216588" y="3881990"/>
                  </a:lnTo>
                  <a:lnTo>
                    <a:pt x="1216682" y="3881990"/>
                  </a:lnTo>
                  <a:lnTo>
                    <a:pt x="1216775" y="3881990"/>
                  </a:lnTo>
                  <a:lnTo>
                    <a:pt x="1216868" y="3881990"/>
                  </a:lnTo>
                  <a:lnTo>
                    <a:pt x="1216961" y="3881990"/>
                  </a:lnTo>
                  <a:lnTo>
                    <a:pt x="1217055" y="3881990"/>
                  </a:lnTo>
                  <a:lnTo>
                    <a:pt x="1217148" y="3881990"/>
                  </a:lnTo>
                  <a:lnTo>
                    <a:pt x="1217241" y="3881990"/>
                  </a:lnTo>
                  <a:lnTo>
                    <a:pt x="1217334" y="3881990"/>
                  </a:lnTo>
                  <a:lnTo>
                    <a:pt x="1217334" y="3872037"/>
                  </a:lnTo>
                  <a:lnTo>
                    <a:pt x="1217428" y="3872037"/>
                  </a:lnTo>
                  <a:lnTo>
                    <a:pt x="1217521" y="3872037"/>
                  </a:lnTo>
                  <a:lnTo>
                    <a:pt x="1217614" y="3872037"/>
                  </a:lnTo>
                  <a:lnTo>
                    <a:pt x="1217707" y="3872037"/>
                  </a:lnTo>
                  <a:lnTo>
                    <a:pt x="1217801" y="3872037"/>
                  </a:lnTo>
                  <a:lnTo>
                    <a:pt x="1217894" y="3872037"/>
                  </a:lnTo>
                  <a:lnTo>
                    <a:pt x="1217987" y="3872037"/>
                  </a:lnTo>
                  <a:lnTo>
                    <a:pt x="1218080" y="3872037"/>
                  </a:lnTo>
                  <a:lnTo>
                    <a:pt x="1218174" y="3872037"/>
                  </a:lnTo>
                  <a:lnTo>
                    <a:pt x="1218267" y="3872037"/>
                  </a:lnTo>
                  <a:lnTo>
                    <a:pt x="1218360" y="3872037"/>
                  </a:lnTo>
                  <a:lnTo>
                    <a:pt x="1218453" y="3872037"/>
                  </a:lnTo>
                  <a:lnTo>
                    <a:pt x="1218547" y="3872037"/>
                  </a:lnTo>
                  <a:lnTo>
                    <a:pt x="1218640" y="3872037"/>
                  </a:lnTo>
                  <a:lnTo>
                    <a:pt x="1218640" y="3862083"/>
                  </a:lnTo>
                  <a:lnTo>
                    <a:pt x="1218733" y="3862083"/>
                  </a:lnTo>
                  <a:lnTo>
                    <a:pt x="1218826" y="3862083"/>
                  </a:lnTo>
                  <a:lnTo>
                    <a:pt x="1218920" y="3862083"/>
                  </a:lnTo>
                  <a:lnTo>
                    <a:pt x="1219013" y="3862083"/>
                  </a:lnTo>
                  <a:lnTo>
                    <a:pt x="1219106" y="3862083"/>
                  </a:lnTo>
                  <a:lnTo>
                    <a:pt x="1219199" y="3862083"/>
                  </a:lnTo>
                  <a:lnTo>
                    <a:pt x="1219293" y="3862083"/>
                  </a:lnTo>
                  <a:lnTo>
                    <a:pt x="1219386" y="3862083"/>
                  </a:lnTo>
                  <a:lnTo>
                    <a:pt x="1219479" y="3862083"/>
                  </a:lnTo>
                  <a:lnTo>
                    <a:pt x="1219572" y="3862083"/>
                  </a:lnTo>
                  <a:lnTo>
                    <a:pt x="1219666" y="3862083"/>
                  </a:lnTo>
                  <a:lnTo>
                    <a:pt x="1219759" y="3862083"/>
                  </a:lnTo>
                  <a:lnTo>
                    <a:pt x="1219852" y="3862083"/>
                  </a:lnTo>
                  <a:lnTo>
                    <a:pt x="1219945" y="3862083"/>
                  </a:lnTo>
                  <a:lnTo>
                    <a:pt x="1220039" y="3862083"/>
                  </a:lnTo>
                  <a:lnTo>
                    <a:pt x="1220132" y="3862083"/>
                  </a:lnTo>
                  <a:lnTo>
                    <a:pt x="1220225" y="3862083"/>
                  </a:lnTo>
                  <a:lnTo>
                    <a:pt x="1220318" y="3862083"/>
                  </a:lnTo>
                  <a:lnTo>
                    <a:pt x="1220412" y="3862083"/>
                  </a:lnTo>
                  <a:lnTo>
                    <a:pt x="1220505" y="3862083"/>
                  </a:lnTo>
                  <a:lnTo>
                    <a:pt x="1220598" y="3862083"/>
                  </a:lnTo>
                  <a:lnTo>
                    <a:pt x="1220691" y="3862083"/>
                  </a:lnTo>
                  <a:lnTo>
                    <a:pt x="1220785" y="3862083"/>
                  </a:lnTo>
                  <a:lnTo>
                    <a:pt x="1220878" y="3862083"/>
                  </a:lnTo>
                  <a:lnTo>
                    <a:pt x="1220971" y="3862083"/>
                  </a:lnTo>
                  <a:lnTo>
                    <a:pt x="1221064" y="3862083"/>
                  </a:lnTo>
                  <a:lnTo>
                    <a:pt x="1221157" y="3862083"/>
                  </a:lnTo>
                  <a:lnTo>
                    <a:pt x="1221251" y="3862083"/>
                  </a:lnTo>
                  <a:lnTo>
                    <a:pt x="1221344" y="3862083"/>
                  </a:lnTo>
                  <a:lnTo>
                    <a:pt x="1221437" y="3862083"/>
                  </a:lnTo>
                  <a:lnTo>
                    <a:pt x="1221530" y="3862083"/>
                  </a:lnTo>
                  <a:lnTo>
                    <a:pt x="1221624" y="3862083"/>
                  </a:lnTo>
                  <a:lnTo>
                    <a:pt x="1221717" y="3862083"/>
                  </a:lnTo>
                  <a:lnTo>
                    <a:pt x="1221810" y="3862083"/>
                  </a:lnTo>
                  <a:lnTo>
                    <a:pt x="1221903" y="3862083"/>
                  </a:lnTo>
                  <a:lnTo>
                    <a:pt x="1221997" y="3862083"/>
                  </a:lnTo>
                  <a:lnTo>
                    <a:pt x="1222090" y="3862083"/>
                  </a:lnTo>
                  <a:lnTo>
                    <a:pt x="1222183" y="3862083"/>
                  </a:lnTo>
                  <a:lnTo>
                    <a:pt x="1222276" y="3862083"/>
                  </a:lnTo>
                  <a:lnTo>
                    <a:pt x="1222370" y="3862083"/>
                  </a:lnTo>
                  <a:lnTo>
                    <a:pt x="1222463" y="3862083"/>
                  </a:lnTo>
                  <a:lnTo>
                    <a:pt x="1222556" y="3862083"/>
                  </a:lnTo>
                  <a:lnTo>
                    <a:pt x="1222649" y="3862083"/>
                  </a:lnTo>
                  <a:lnTo>
                    <a:pt x="1222743" y="3862083"/>
                  </a:lnTo>
                  <a:lnTo>
                    <a:pt x="1222836" y="3862083"/>
                  </a:lnTo>
                  <a:lnTo>
                    <a:pt x="1222929" y="3862083"/>
                  </a:lnTo>
                  <a:lnTo>
                    <a:pt x="1223022" y="3862083"/>
                  </a:lnTo>
                  <a:lnTo>
                    <a:pt x="1223116" y="3862083"/>
                  </a:lnTo>
                  <a:lnTo>
                    <a:pt x="1223209" y="3862083"/>
                  </a:lnTo>
                  <a:lnTo>
                    <a:pt x="1223302" y="3862083"/>
                  </a:lnTo>
                  <a:lnTo>
                    <a:pt x="1223395" y="3862083"/>
                  </a:lnTo>
                  <a:lnTo>
                    <a:pt x="1223489" y="3862083"/>
                  </a:lnTo>
                  <a:lnTo>
                    <a:pt x="1223582" y="3862083"/>
                  </a:lnTo>
                  <a:lnTo>
                    <a:pt x="1223675" y="3862083"/>
                  </a:lnTo>
                  <a:lnTo>
                    <a:pt x="1223768" y="3862083"/>
                  </a:lnTo>
                  <a:lnTo>
                    <a:pt x="1223862" y="3862083"/>
                  </a:lnTo>
                  <a:lnTo>
                    <a:pt x="1223955" y="3862083"/>
                  </a:lnTo>
                  <a:lnTo>
                    <a:pt x="1224048" y="3862083"/>
                  </a:lnTo>
                  <a:lnTo>
                    <a:pt x="1224141" y="3862083"/>
                  </a:lnTo>
                  <a:lnTo>
                    <a:pt x="1224235" y="3862083"/>
                  </a:lnTo>
                  <a:lnTo>
                    <a:pt x="1224328" y="3862083"/>
                  </a:lnTo>
                  <a:lnTo>
                    <a:pt x="1224421" y="3862083"/>
                  </a:lnTo>
                  <a:lnTo>
                    <a:pt x="1224514" y="3862083"/>
                  </a:lnTo>
                  <a:lnTo>
                    <a:pt x="1224608" y="3862083"/>
                  </a:lnTo>
                  <a:lnTo>
                    <a:pt x="1224701" y="3862083"/>
                  </a:lnTo>
                  <a:lnTo>
                    <a:pt x="1224794" y="3862083"/>
                  </a:lnTo>
                  <a:lnTo>
                    <a:pt x="1224887" y="3862083"/>
                  </a:lnTo>
                  <a:lnTo>
                    <a:pt x="1224981" y="3862083"/>
                  </a:lnTo>
                  <a:lnTo>
                    <a:pt x="1225074" y="3862083"/>
                  </a:lnTo>
                  <a:lnTo>
                    <a:pt x="1225167" y="3862083"/>
                  </a:lnTo>
                  <a:lnTo>
                    <a:pt x="1225260" y="3862083"/>
                  </a:lnTo>
                  <a:lnTo>
                    <a:pt x="1225354" y="3862083"/>
                  </a:lnTo>
                  <a:lnTo>
                    <a:pt x="1225447" y="3862083"/>
                  </a:lnTo>
                  <a:lnTo>
                    <a:pt x="1225540" y="3862083"/>
                  </a:lnTo>
                  <a:lnTo>
                    <a:pt x="1225540" y="3852129"/>
                  </a:lnTo>
                  <a:lnTo>
                    <a:pt x="1225633" y="3852129"/>
                  </a:lnTo>
                  <a:lnTo>
                    <a:pt x="1225727" y="3852129"/>
                  </a:lnTo>
                  <a:lnTo>
                    <a:pt x="1225820" y="3852129"/>
                  </a:lnTo>
                  <a:lnTo>
                    <a:pt x="1225913" y="3852129"/>
                  </a:lnTo>
                  <a:lnTo>
                    <a:pt x="1226006" y="3852129"/>
                  </a:lnTo>
                  <a:lnTo>
                    <a:pt x="1226100" y="3852129"/>
                  </a:lnTo>
                  <a:lnTo>
                    <a:pt x="1226193" y="3852129"/>
                  </a:lnTo>
                  <a:lnTo>
                    <a:pt x="1226286" y="3852129"/>
                  </a:lnTo>
                  <a:lnTo>
                    <a:pt x="1226379" y="3852129"/>
                  </a:lnTo>
                  <a:lnTo>
                    <a:pt x="1226473" y="3852129"/>
                  </a:lnTo>
                  <a:lnTo>
                    <a:pt x="1226566" y="3852129"/>
                  </a:lnTo>
                  <a:lnTo>
                    <a:pt x="1226659" y="3852129"/>
                  </a:lnTo>
                  <a:lnTo>
                    <a:pt x="1226752" y="3852129"/>
                  </a:lnTo>
                  <a:lnTo>
                    <a:pt x="1226846" y="3852129"/>
                  </a:lnTo>
                  <a:lnTo>
                    <a:pt x="1226939" y="3852129"/>
                  </a:lnTo>
                  <a:lnTo>
                    <a:pt x="1227032" y="3852129"/>
                  </a:lnTo>
                  <a:lnTo>
                    <a:pt x="1227125" y="3852129"/>
                  </a:lnTo>
                  <a:lnTo>
                    <a:pt x="1227219" y="3852129"/>
                  </a:lnTo>
                  <a:lnTo>
                    <a:pt x="1227312" y="3852129"/>
                  </a:lnTo>
                  <a:lnTo>
                    <a:pt x="1227405" y="3852129"/>
                  </a:lnTo>
                  <a:lnTo>
                    <a:pt x="1227498" y="3852129"/>
                  </a:lnTo>
                  <a:lnTo>
                    <a:pt x="1227592" y="3852129"/>
                  </a:lnTo>
                  <a:lnTo>
                    <a:pt x="1227685" y="3852129"/>
                  </a:lnTo>
                  <a:lnTo>
                    <a:pt x="1227778" y="3852129"/>
                  </a:lnTo>
                  <a:lnTo>
                    <a:pt x="1227871" y="3852129"/>
                  </a:lnTo>
                  <a:lnTo>
                    <a:pt x="1227965" y="3852129"/>
                  </a:lnTo>
                  <a:lnTo>
                    <a:pt x="1228058" y="3852129"/>
                  </a:lnTo>
                  <a:lnTo>
                    <a:pt x="1228151" y="3852129"/>
                  </a:lnTo>
                  <a:lnTo>
                    <a:pt x="1228244" y="3852129"/>
                  </a:lnTo>
                  <a:lnTo>
                    <a:pt x="1228337" y="3852129"/>
                  </a:lnTo>
                  <a:lnTo>
                    <a:pt x="1228431" y="3852129"/>
                  </a:lnTo>
                  <a:lnTo>
                    <a:pt x="1228524" y="3852129"/>
                  </a:lnTo>
                  <a:lnTo>
                    <a:pt x="1228617" y="3852129"/>
                  </a:lnTo>
                  <a:lnTo>
                    <a:pt x="1228710" y="3852129"/>
                  </a:lnTo>
                  <a:lnTo>
                    <a:pt x="1228804" y="3852129"/>
                  </a:lnTo>
                  <a:lnTo>
                    <a:pt x="1228897" y="3852129"/>
                  </a:lnTo>
                  <a:lnTo>
                    <a:pt x="1228990" y="3852129"/>
                  </a:lnTo>
                  <a:lnTo>
                    <a:pt x="1229083" y="3852129"/>
                  </a:lnTo>
                  <a:lnTo>
                    <a:pt x="1229177" y="3852129"/>
                  </a:lnTo>
                  <a:lnTo>
                    <a:pt x="1229270" y="3852129"/>
                  </a:lnTo>
                  <a:lnTo>
                    <a:pt x="1229363" y="3852129"/>
                  </a:lnTo>
                  <a:lnTo>
                    <a:pt x="1229456" y="3852129"/>
                  </a:lnTo>
                  <a:lnTo>
                    <a:pt x="1229550" y="3852129"/>
                  </a:lnTo>
                  <a:lnTo>
                    <a:pt x="1229643" y="3852129"/>
                  </a:lnTo>
                  <a:lnTo>
                    <a:pt x="1229736" y="3852129"/>
                  </a:lnTo>
                  <a:lnTo>
                    <a:pt x="1229829" y="3852129"/>
                  </a:lnTo>
                  <a:lnTo>
                    <a:pt x="1229923" y="3852129"/>
                  </a:lnTo>
                  <a:lnTo>
                    <a:pt x="1230016" y="3852129"/>
                  </a:lnTo>
                  <a:lnTo>
                    <a:pt x="1230109" y="3852129"/>
                  </a:lnTo>
                  <a:lnTo>
                    <a:pt x="1230202" y="3852129"/>
                  </a:lnTo>
                  <a:lnTo>
                    <a:pt x="1230296" y="3852129"/>
                  </a:lnTo>
                  <a:lnTo>
                    <a:pt x="1230389" y="3852129"/>
                  </a:lnTo>
                  <a:lnTo>
                    <a:pt x="1230482" y="3852129"/>
                  </a:lnTo>
                  <a:lnTo>
                    <a:pt x="1230575" y="3852129"/>
                  </a:lnTo>
                  <a:lnTo>
                    <a:pt x="1230669" y="3852129"/>
                  </a:lnTo>
                  <a:lnTo>
                    <a:pt x="1230762" y="3852129"/>
                  </a:lnTo>
                  <a:lnTo>
                    <a:pt x="1230855" y="3852129"/>
                  </a:lnTo>
                  <a:lnTo>
                    <a:pt x="1230948" y="3852129"/>
                  </a:lnTo>
                  <a:lnTo>
                    <a:pt x="1231042" y="3852129"/>
                  </a:lnTo>
                  <a:lnTo>
                    <a:pt x="1231135" y="3852129"/>
                  </a:lnTo>
                  <a:lnTo>
                    <a:pt x="1231228" y="3852129"/>
                  </a:lnTo>
                  <a:lnTo>
                    <a:pt x="1231321" y="3852129"/>
                  </a:lnTo>
                  <a:lnTo>
                    <a:pt x="1231415" y="3852129"/>
                  </a:lnTo>
                  <a:lnTo>
                    <a:pt x="1231508" y="3852129"/>
                  </a:lnTo>
                  <a:lnTo>
                    <a:pt x="1231601" y="3852129"/>
                  </a:lnTo>
                  <a:lnTo>
                    <a:pt x="1231694" y="3852129"/>
                  </a:lnTo>
                  <a:lnTo>
                    <a:pt x="1231788" y="3852129"/>
                  </a:lnTo>
                  <a:lnTo>
                    <a:pt x="1231881" y="3852129"/>
                  </a:lnTo>
                  <a:lnTo>
                    <a:pt x="1231974" y="3852129"/>
                  </a:lnTo>
                  <a:lnTo>
                    <a:pt x="1232067" y="3852129"/>
                  </a:lnTo>
                  <a:lnTo>
                    <a:pt x="1232161" y="3852129"/>
                  </a:lnTo>
                  <a:lnTo>
                    <a:pt x="1232254" y="3852129"/>
                  </a:lnTo>
                  <a:lnTo>
                    <a:pt x="1232347" y="3852129"/>
                  </a:lnTo>
                  <a:lnTo>
                    <a:pt x="1232440" y="3852129"/>
                  </a:lnTo>
                  <a:lnTo>
                    <a:pt x="1232534" y="3852129"/>
                  </a:lnTo>
                  <a:lnTo>
                    <a:pt x="1232627" y="3852129"/>
                  </a:lnTo>
                  <a:lnTo>
                    <a:pt x="1232720" y="3852129"/>
                  </a:lnTo>
                  <a:lnTo>
                    <a:pt x="1232813" y="3852129"/>
                  </a:lnTo>
                  <a:lnTo>
                    <a:pt x="1232907" y="3852129"/>
                  </a:lnTo>
                  <a:lnTo>
                    <a:pt x="1233000" y="3852129"/>
                  </a:lnTo>
                  <a:lnTo>
                    <a:pt x="1233093" y="3852129"/>
                  </a:lnTo>
                  <a:lnTo>
                    <a:pt x="1233186" y="3852129"/>
                  </a:lnTo>
                  <a:lnTo>
                    <a:pt x="1233280" y="3852129"/>
                  </a:lnTo>
                  <a:lnTo>
                    <a:pt x="1233373" y="3852129"/>
                  </a:lnTo>
                  <a:lnTo>
                    <a:pt x="1233466" y="3852129"/>
                  </a:lnTo>
                  <a:lnTo>
                    <a:pt x="1233559" y="3852129"/>
                  </a:lnTo>
                  <a:lnTo>
                    <a:pt x="1233653" y="3852129"/>
                  </a:lnTo>
                  <a:lnTo>
                    <a:pt x="1233746" y="3852129"/>
                  </a:lnTo>
                  <a:lnTo>
                    <a:pt x="1233839" y="3852129"/>
                  </a:lnTo>
                  <a:lnTo>
                    <a:pt x="1233932" y="3852129"/>
                  </a:lnTo>
                  <a:lnTo>
                    <a:pt x="1234026" y="3852129"/>
                  </a:lnTo>
                  <a:lnTo>
                    <a:pt x="1234119" y="3852129"/>
                  </a:lnTo>
                  <a:lnTo>
                    <a:pt x="1234212" y="3852129"/>
                  </a:lnTo>
                  <a:lnTo>
                    <a:pt x="1234305" y="3852129"/>
                  </a:lnTo>
                  <a:lnTo>
                    <a:pt x="1234399" y="3852129"/>
                  </a:lnTo>
                  <a:lnTo>
                    <a:pt x="1234492" y="3852129"/>
                  </a:lnTo>
                  <a:lnTo>
                    <a:pt x="1234585" y="3852129"/>
                  </a:lnTo>
                  <a:lnTo>
                    <a:pt x="1234678" y="3852129"/>
                  </a:lnTo>
                  <a:lnTo>
                    <a:pt x="1234772" y="3852129"/>
                  </a:lnTo>
                  <a:lnTo>
                    <a:pt x="1234865" y="3852129"/>
                  </a:lnTo>
                  <a:lnTo>
                    <a:pt x="1234958" y="3852129"/>
                  </a:lnTo>
                  <a:lnTo>
                    <a:pt x="1235051" y="3852129"/>
                  </a:lnTo>
                  <a:lnTo>
                    <a:pt x="1235144" y="3852129"/>
                  </a:lnTo>
                  <a:lnTo>
                    <a:pt x="1235238" y="3852129"/>
                  </a:lnTo>
                  <a:lnTo>
                    <a:pt x="1235331" y="3852129"/>
                  </a:lnTo>
                  <a:lnTo>
                    <a:pt x="1235424" y="3852129"/>
                  </a:lnTo>
                  <a:lnTo>
                    <a:pt x="1235517" y="3852129"/>
                  </a:lnTo>
                  <a:lnTo>
                    <a:pt x="1235611" y="3852129"/>
                  </a:lnTo>
                  <a:lnTo>
                    <a:pt x="1235704" y="3852129"/>
                  </a:lnTo>
                  <a:lnTo>
                    <a:pt x="1235797" y="3852129"/>
                  </a:lnTo>
                  <a:lnTo>
                    <a:pt x="1235890" y="3852129"/>
                  </a:lnTo>
                  <a:lnTo>
                    <a:pt x="1235984" y="3852129"/>
                  </a:lnTo>
                  <a:lnTo>
                    <a:pt x="1236077" y="3852129"/>
                  </a:lnTo>
                  <a:lnTo>
                    <a:pt x="1236170" y="3852129"/>
                  </a:lnTo>
                  <a:lnTo>
                    <a:pt x="1236263" y="3852129"/>
                  </a:lnTo>
                  <a:lnTo>
                    <a:pt x="1236357" y="3852129"/>
                  </a:lnTo>
                  <a:lnTo>
                    <a:pt x="1236450" y="3852129"/>
                  </a:lnTo>
                  <a:lnTo>
                    <a:pt x="1236543" y="3852129"/>
                  </a:lnTo>
                  <a:lnTo>
                    <a:pt x="1236636" y="3852129"/>
                  </a:lnTo>
                  <a:lnTo>
                    <a:pt x="1236730" y="3852129"/>
                  </a:lnTo>
                  <a:lnTo>
                    <a:pt x="1236823" y="3852129"/>
                  </a:lnTo>
                  <a:lnTo>
                    <a:pt x="1236916" y="3852129"/>
                  </a:lnTo>
                  <a:lnTo>
                    <a:pt x="1237009" y="3852129"/>
                  </a:lnTo>
                  <a:lnTo>
                    <a:pt x="1237103" y="3852129"/>
                  </a:lnTo>
                  <a:lnTo>
                    <a:pt x="1237196" y="3852129"/>
                  </a:lnTo>
                  <a:lnTo>
                    <a:pt x="1237289" y="3852129"/>
                  </a:lnTo>
                  <a:lnTo>
                    <a:pt x="1237382" y="3852129"/>
                  </a:lnTo>
                  <a:lnTo>
                    <a:pt x="1237476" y="3852129"/>
                  </a:lnTo>
                  <a:lnTo>
                    <a:pt x="1237569" y="3852129"/>
                  </a:lnTo>
                  <a:lnTo>
                    <a:pt x="1237662" y="3852129"/>
                  </a:lnTo>
                  <a:lnTo>
                    <a:pt x="1237755" y="3852129"/>
                  </a:lnTo>
                  <a:lnTo>
                    <a:pt x="1237849" y="3852129"/>
                  </a:lnTo>
                  <a:lnTo>
                    <a:pt x="1237942" y="3852129"/>
                  </a:lnTo>
                  <a:lnTo>
                    <a:pt x="1238035" y="3852129"/>
                  </a:lnTo>
                  <a:lnTo>
                    <a:pt x="1238128" y="3852129"/>
                  </a:lnTo>
                  <a:lnTo>
                    <a:pt x="1238222" y="3852129"/>
                  </a:lnTo>
                  <a:lnTo>
                    <a:pt x="1238315" y="3852129"/>
                  </a:lnTo>
                  <a:lnTo>
                    <a:pt x="1238408" y="3852129"/>
                  </a:lnTo>
                  <a:lnTo>
                    <a:pt x="1238501" y="3852129"/>
                  </a:lnTo>
                  <a:lnTo>
                    <a:pt x="1238595" y="3852129"/>
                  </a:lnTo>
                  <a:lnTo>
                    <a:pt x="1238688" y="3852129"/>
                  </a:lnTo>
                  <a:lnTo>
                    <a:pt x="1238781" y="3852129"/>
                  </a:lnTo>
                  <a:lnTo>
                    <a:pt x="1238874" y="3852129"/>
                  </a:lnTo>
                  <a:lnTo>
                    <a:pt x="1238968" y="3852129"/>
                  </a:lnTo>
                  <a:lnTo>
                    <a:pt x="1239061" y="3852129"/>
                  </a:lnTo>
                  <a:lnTo>
                    <a:pt x="1239154" y="3852129"/>
                  </a:lnTo>
                  <a:lnTo>
                    <a:pt x="1239247" y="3852129"/>
                  </a:lnTo>
                  <a:lnTo>
                    <a:pt x="1239341" y="3852129"/>
                  </a:lnTo>
                  <a:lnTo>
                    <a:pt x="1239434" y="3852129"/>
                  </a:lnTo>
                  <a:lnTo>
                    <a:pt x="1239527" y="3852129"/>
                  </a:lnTo>
                  <a:lnTo>
                    <a:pt x="1239620" y="3852129"/>
                  </a:lnTo>
                  <a:lnTo>
                    <a:pt x="1239714" y="3852129"/>
                  </a:lnTo>
                  <a:lnTo>
                    <a:pt x="1239807" y="3852129"/>
                  </a:lnTo>
                  <a:lnTo>
                    <a:pt x="1239900" y="3852129"/>
                  </a:lnTo>
                  <a:lnTo>
                    <a:pt x="1239993" y="3852129"/>
                  </a:lnTo>
                  <a:lnTo>
                    <a:pt x="1240087" y="3852129"/>
                  </a:lnTo>
                  <a:lnTo>
                    <a:pt x="1240180" y="3852129"/>
                  </a:lnTo>
                  <a:lnTo>
                    <a:pt x="1240273" y="3852129"/>
                  </a:lnTo>
                  <a:lnTo>
                    <a:pt x="1240366" y="3852129"/>
                  </a:lnTo>
                  <a:lnTo>
                    <a:pt x="1240460" y="3852129"/>
                  </a:lnTo>
                  <a:lnTo>
                    <a:pt x="1240553" y="3852129"/>
                  </a:lnTo>
                  <a:lnTo>
                    <a:pt x="1240646" y="3852129"/>
                  </a:lnTo>
                  <a:lnTo>
                    <a:pt x="1240739" y="3852129"/>
                  </a:lnTo>
                  <a:lnTo>
                    <a:pt x="1240833" y="3852129"/>
                  </a:lnTo>
                  <a:lnTo>
                    <a:pt x="1240926" y="3852129"/>
                  </a:lnTo>
                  <a:lnTo>
                    <a:pt x="1241019" y="3852129"/>
                  </a:lnTo>
                  <a:lnTo>
                    <a:pt x="1241112" y="3852129"/>
                  </a:lnTo>
                  <a:lnTo>
                    <a:pt x="1241206" y="3852129"/>
                  </a:lnTo>
                  <a:lnTo>
                    <a:pt x="1241299" y="3852129"/>
                  </a:lnTo>
                  <a:lnTo>
                    <a:pt x="1241392" y="3852129"/>
                  </a:lnTo>
                  <a:lnTo>
                    <a:pt x="1241485" y="3852129"/>
                  </a:lnTo>
                  <a:lnTo>
                    <a:pt x="1241579" y="3852129"/>
                  </a:lnTo>
                  <a:lnTo>
                    <a:pt x="1241672" y="3852129"/>
                  </a:lnTo>
                  <a:lnTo>
                    <a:pt x="1241765" y="3852129"/>
                  </a:lnTo>
                  <a:lnTo>
                    <a:pt x="1241858" y="3852129"/>
                  </a:lnTo>
                  <a:lnTo>
                    <a:pt x="1241951" y="3852129"/>
                  </a:lnTo>
                  <a:lnTo>
                    <a:pt x="1242045" y="3852129"/>
                  </a:lnTo>
                  <a:lnTo>
                    <a:pt x="1242138" y="3852129"/>
                  </a:lnTo>
                  <a:lnTo>
                    <a:pt x="1242231" y="3852129"/>
                  </a:lnTo>
                  <a:lnTo>
                    <a:pt x="1242324" y="3852129"/>
                  </a:lnTo>
                  <a:lnTo>
                    <a:pt x="1242418" y="3852129"/>
                  </a:lnTo>
                  <a:lnTo>
                    <a:pt x="1242511" y="3852129"/>
                  </a:lnTo>
                  <a:lnTo>
                    <a:pt x="1242604" y="3852129"/>
                  </a:lnTo>
                  <a:lnTo>
                    <a:pt x="1242697" y="3852129"/>
                  </a:lnTo>
                  <a:lnTo>
                    <a:pt x="1242791" y="3852129"/>
                  </a:lnTo>
                  <a:lnTo>
                    <a:pt x="1242884" y="3852129"/>
                  </a:lnTo>
                  <a:lnTo>
                    <a:pt x="1242977" y="3852129"/>
                  </a:lnTo>
                  <a:lnTo>
                    <a:pt x="1243070" y="3852129"/>
                  </a:lnTo>
                  <a:lnTo>
                    <a:pt x="1243164" y="3852129"/>
                  </a:lnTo>
                  <a:lnTo>
                    <a:pt x="1243257" y="3852129"/>
                  </a:lnTo>
                  <a:lnTo>
                    <a:pt x="1243350" y="3852129"/>
                  </a:lnTo>
                  <a:lnTo>
                    <a:pt x="1243443" y="3852129"/>
                  </a:lnTo>
                  <a:lnTo>
                    <a:pt x="1243537" y="3852129"/>
                  </a:lnTo>
                  <a:lnTo>
                    <a:pt x="1243630" y="3852129"/>
                  </a:lnTo>
                  <a:lnTo>
                    <a:pt x="1243723" y="3852129"/>
                  </a:lnTo>
                  <a:lnTo>
                    <a:pt x="1243816" y="3852129"/>
                  </a:lnTo>
                  <a:lnTo>
                    <a:pt x="1243910" y="3852129"/>
                  </a:lnTo>
                  <a:lnTo>
                    <a:pt x="1244003" y="3852129"/>
                  </a:lnTo>
                  <a:lnTo>
                    <a:pt x="1244096" y="3852129"/>
                  </a:lnTo>
                  <a:lnTo>
                    <a:pt x="1244189" y="3852129"/>
                  </a:lnTo>
                  <a:lnTo>
                    <a:pt x="1244283" y="3852129"/>
                  </a:lnTo>
                  <a:lnTo>
                    <a:pt x="1244376" y="3852129"/>
                  </a:lnTo>
                  <a:lnTo>
                    <a:pt x="1244469" y="3852129"/>
                  </a:lnTo>
                  <a:lnTo>
                    <a:pt x="1244562" y="3852129"/>
                  </a:lnTo>
                  <a:lnTo>
                    <a:pt x="1244656" y="3852129"/>
                  </a:lnTo>
                  <a:lnTo>
                    <a:pt x="1244749" y="3852129"/>
                  </a:lnTo>
                  <a:lnTo>
                    <a:pt x="1244842" y="3852129"/>
                  </a:lnTo>
                  <a:lnTo>
                    <a:pt x="1244935" y="3852129"/>
                  </a:lnTo>
                  <a:lnTo>
                    <a:pt x="1245029" y="3852129"/>
                  </a:lnTo>
                  <a:lnTo>
                    <a:pt x="1245122" y="3852129"/>
                  </a:lnTo>
                  <a:lnTo>
                    <a:pt x="1245215" y="3852129"/>
                  </a:lnTo>
                  <a:lnTo>
                    <a:pt x="1245308" y="3852129"/>
                  </a:lnTo>
                  <a:lnTo>
                    <a:pt x="1245402" y="3852129"/>
                  </a:lnTo>
                  <a:lnTo>
                    <a:pt x="1245495" y="3852129"/>
                  </a:lnTo>
                  <a:lnTo>
                    <a:pt x="1245588" y="3852129"/>
                  </a:lnTo>
                  <a:lnTo>
                    <a:pt x="1245681" y="3852129"/>
                  </a:lnTo>
                  <a:lnTo>
                    <a:pt x="1245775" y="3852129"/>
                  </a:lnTo>
                  <a:lnTo>
                    <a:pt x="1245868" y="3852129"/>
                  </a:lnTo>
                  <a:lnTo>
                    <a:pt x="1245961" y="3852129"/>
                  </a:lnTo>
                  <a:lnTo>
                    <a:pt x="1246054" y="3852129"/>
                  </a:lnTo>
                  <a:lnTo>
                    <a:pt x="1246148" y="3852129"/>
                  </a:lnTo>
                  <a:lnTo>
                    <a:pt x="1246241" y="3852129"/>
                  </a:lnTo>
                  <a:lnTo>
                    <a:pt x="1246334" y="3852129"/>
                  </a:lnTo>
                  <a:lnTo>
                    <a:pt x="1246427" y="3852129"/>
                  </a:lnTo>
                  <a:lnTo>
                    <a:pt x="1246521" y="3852129"/>
                  </a:lnTo>
                  <a:lnTo>
                    <a:pt x="1246614" y="3852129"/>
                  </a:lnTo>
                  <a:lnTo>
                    <a:pt x="1246707" y="3852129"/>
                  </a:lnTo>
                  <a:lnTo>
                    <a:pt x="1246800" y="3852129"/>
                  </a:lnTo>
                  <a:lnTo>
                    <a:pt x="1246894" y="3852129"/>
                  </a:lnTo>
                  <a:lnTo>
                    <a:pt x="1246987" y="3852129"/>
                  </a:lnTo>
                  <a:lnTo>
                    <a:pt x="1247080" y="3852129"/>
                  </a:lnTo>
                  <a:lnTo>
                    <a:pt x="1247173" y="3852129"/>
                  </a:lnTo>
                  <a:lnTo>
                    <a:pt x="1247267" y="3852129"/>
                  </a:lnTo>
                  <a:lnTo>
                    <a:pt x="1247360" y="3852129"/>
                  </a:lnTo>
                  <a:lnTo>
                    <a:pt x="1247453" y="3852129"/>
                  </a:lnTo>
                  <a:lnTo>
                    <a:pt x="1247546" y="3852129"/>
                  </a:lnTo>
                  <a:lnTo>
                    <a:pt x="1247640" y="3852129"/>
                  </a:lnTo>
                  <a:lnTo>
                    <a:pt x="1247733" y="3852129"/>
                  </a:lnTo>
                  <a:lnTo>
                    <a:pt x="1247826" y="3852129"/>
                  </a:lnTo>
                  <a:lnTo>
                    <a:pt x="1247919" y="3852129"/>
                  </a:lnTo>
                  <a:lnTo>
                    <a:pt x="1248013" y="3852129"/>
                  </a:lnTo>
                  <a:lnTo>
                    <a:pt x="1248106" y="3852129"/>
                  </a:lnTo>
                  <a:lnTo>
                    <a:pt x="1248199" y="3852129"/>
                  </a:lnTo>
                  <a:lnTo>
                    <a:pt x="1248292" y="3852129"/>
                  </a:lnTo>
                  <a:lnTo>
                    <a:pt x="1248386" y="3852129"/>
                  </a:lnTo>
                  <a:lnTo>
                    <a:pt x="1248479" y="3852129"/>
                  </a:lnTo>
                  <a:lnTo>
                    <a:pt x="1248572" y="3852129"/>
                  </a:lnTo>
                  <a:lnTo>
                    <a:pt x="1248665" y="3852129"/>
                  </a:lnTo>
                  <a:lnTo>
                    <a:pt x="1248759" y="3852129"/>
                  </a:lnTo>
                  <a:lnTo>
                    <a:pt x="1248852" y="3852129"/>
                  </a:lnTo>
                  <a:lnTo>
                    <a:pt x="1248945" y="3852129"/>
                  </a:lnTo>
                  <a:lnTo>
                    <a:pt x="1249038" y="3852129"/>
                  </a:lnTo>
                  <a:lnTo>
                    <a:pt x="1249131" y="3852129"/>
                  </a:lnTo>
                  <a:lnTo>
                    <a:pt x="1249225" y="3852129"/>
                  </a:lnTo>
                  <a:lnTo>
                    <a:pt x="1249318" y="3852129"/>
                  </a:lnTo>
                  <a:lnTo>
                    <a:pt x="1249411" y="3852129"/>
                  </a:lnTo>
                  <a:lnTo>
                    <a:pt x="1249504" y="3852129"/>
                  </a:lnTo>
                  <a:lnTo>
                    <a:pt x="1249598" y="3852129"/>
                  </a:lnTo>
                  <a:lnTo>
                    <a:pt x="1249691" y="3852129"/>
                  </a:lnTo>
                  <a:lnTo>
                    <a:pt x="1249784" y="3852129"/>
                  </a:lnTo>
                  <a:lnTo>
                    <a:pt x="1249877" y="3852129"/>
                  </a:lnTo>
                  <a:lnTo>
                    <a:pt x="1249971" y="3852129"/>
                  </a:lnTo>
                  <a:lnTo>
                    <a:pt x="1250064" y="3852129"/>
                  </a:lnTo>
                  <a:lnTo>
                    <a:pt x="1250157" y="3852129"/>
                  </a:lnTo>
                  <a:lnTo>
                    <a:pt x="1250250" y="3852129"/>
                  </a:lnTo>
                  <a:lnTo>
                    <a:pt x="1250344" y="3852129"/>
                  </a:lnTo>
                  <a:lnTo>
                    <a:pt x="1250437" y="3852129"/>
                  </a:lnTo>
                  <a:lnTo>
                    <a:pt x="1250530" y="3852129"/>
                  </a:lnTo>
                  <a:lnTo>
                    <a:pt x="1250623" y="3852129"/>
                  </a:lnTo>
                  <a:lnTo>
                    <a:pt x="1250717" y="3852129"/>
                  </a:lnTo>
                  <a:lnTo>
                    <a:pt x="1250810" y="3852129"/>
                  </a:lnTo>
                  <a:lnTo>
                    <a:pt x="1250903" y="3852129"/>
                  </a:lnTo>
                  <a:lnTo>
                    <a:pt x="1250996" y="3852129"/>
                  </a:lnTo>
                  <a:lnTo>
                    <a:pt x="1251090" y="3852129"/>
                  </a:lnTo>
                  <a:lnTo>
                    <a:pt x="1251183" y="3852129"/>
                  </a:lnTo>
                  <a:lnTo>
                    <a:pt x="1251276" y="3852129"/>
                  </a:lnTo>
                  <a:lnTo>
                    <a:pt x="1251369" y="3852129"/>
                  </a:lnTo>
                  <a:lnTo>
                    <a:pt x="1251463" y="3852129"/>
                  </a:lnTo>
                  <a:lnTo>
                    <a:pt x="1251556" y="3852129"/>
                  </a:lnTo>
                  <a:lnTo>
                    <a:pt x="1251649" y="3852129"/>
                  </a:lnTo>
                  <a:lnTo>
                    <a:pt x="1251742" y="3852129"/>
                  </a:lnTo>
                  <a:lnTo>
                    <a:pt x="1251836" y="3852129"/>
                  </a:lnTo>
                  <a:lnTo>
                    <a:pt x="1251929" y="3852129"/>
                  </a:lnTo>
                  <a:lnTo>
                    <a:pt x="1252022" y="3852129"/>
                  </a:lnTo>
                  <a:lnTo>
                    <a:pt x="1252115" y="3852129"/>
                  </a:lnTo>
                  <a:lnTo>
                    <a:pt x="1252209" y="3852129"/>
                  </a:lnTo>
                  <a:lnTo>
                    <a:pt x="1252302" y="3852129"/>
                  </a:lnTo>
                  <a:lnTo>
                    <a:pt x="1252395" y="3852129"/>
                  </a:lnTo>
                  <a:lnTo>
                    <a:pt x="1252488" y="3852129"/>
                  </a:lnTo>
                  <a:lnTo>
                    <a:pt x="1252582" y="3852129"/>
                  </a:lnTo>
                  <a:lnTo>
                    <a:pt x="1252675" y="3852129"/>
                  </a:lnTo>
                  <a:lnTo>
                    <a:pt x="1252768" y="3852129"/>
                  </a:lnTo>
                  <a:lnTo>
                    <a:pt x="1252861" y="3852129"/>
                  </a:lnTo>
                  <a:lnTo>
                    <a:pt x="1252955" y="3852129"/>
                  </a:lnTo>
                  <a:lnTo>
                    <a:pt x="1253048" y="3852129"/>
                  </a:lnTo>
                  <a:lnTo>
                    <a:pt x="1253141" y="3852129"/>
                  </a:lnTo>
                  <a:lnTo>
                    <a:pt x="1253234" y="3852129"/>
                  </a:lnTo>
                  <a:lnTo>
                    <a:pt x="1253234" y="3842175"/>
                  </a:lnTo>
                  <a:lnTo>
                    <a:pt x="1253328" y="3842175"/>
                  </a:lnTo>
                  <a:lnTo>
                    <a:pt x="1253421" y="3842175"/>
                  </a:lnTo>
                  <a:lnTo>
                    <a:pt x="1253514" y="3842175"/>
                  </a:lnTo>
                  <a:lnTo>
                    <a:pt x="1253607" y="3842175"/>
                  </a:lnTo>
                  <a:lnTo>
                    <a:pt x="1253701" y="3842175"/>
                  </a:lnTo>
                  <a:lnTo>
                    <a:pt x="1253794" y="3842175"/>
                  </a:lnTo>
                  <a:lnTo>
                    <a:pt x="1253887" y="3842175"/>
                  </a:lnTo>
                  <a:lnTo>
                    <a:pt x="1253980" y="3842175"/>
                  </a:lnTo>
                  <a:lnTo>
                    <a:pt x="1254074" y="3842175"/>
                  </a:lnTo>
                  <a:lnTo>
                    <a:pt x="1254167" y="3842175"/>
                  </a:lnTo>
                  <a:lnTo>
                    <a:pt x="1254260" y="3842175"/>
                  </a:lnTo>
                  <a:lnTo>
                    <a:pt x="1254353" y="3842175"/>
                  </a:lnTo>
                  <a:lnTo>
                    <a:pt x="1254447" y="3842175"/>
                  </a:lnTo>
                  <a:lnTo>
                    <a:pt x="1254540" y="3842175"/>
                  </a:lnTo>
                  <a:lnTo>
                    <a:pt x="1254633" y="3842175"/>
                  </a:lnTo>
                  <a:lnTo>
                    <a:pt x="1254726" y="3842175"/>
                  </a:lnTo>
                  <a:lnTo>
                    <a:pt x="1254820" y="3842175"/>
                  </a:lnTo>
                  <a:lnTo>
                    <a:pt x="1254913" y="3842175"/>
                  </a:lnTo>
                  <a:lnTo>
                    <a:pt x="1255006" y="3842175"/>
                  </a:lnTo>
                  <a:lnTo>
                    <a:pt x="1255099" y="3842175"/>
                  </a:lnTo>
                  <a:lnTo>
                    <a:pt x="1255193" y="3842175"/>
                  </a:lnTo>
                  <a:lnTo>
                    <a:pt x="1255286" y="3842175"/>
                  </a:lnTo>
                  <a:lnTo>
                    <a:pt x="1255379" y="3842175"/>
                  </a:lnTo>
                  <a:lnTo>
                    <a:pt x="1255472" y="3842175"/>
                  </a:lnTo>
                  <a:lnTo>
                    <a:pt x="1255566" y="3842175"/>
                  </a:lnTo>
                  <a:lnTo>
                    <a:pt x="1255659" y="3842175"/>
                  </a:lnTo>
                  <a:lnTo>
                    <a:pt x="1255752" y="3842175"/>
                  </a:lnTo>
                  <a:lnTo>
                    <a:pt x="1255845" y="3842175"/>
                  </a:lnTo>
                  <a:lnTo>
                    <a:pt x="1255938" y="3842175"/>
                  </a:lnTo>
                  <a:lnTo>
                    <a:pt x="1256032" y="3842175"/>
                  </a:lnTo>
                  <a:lnTo>
                    <a:pt x="1256125" y="3842175"/>
                  </a:lnTo>
                  <a:lnTo>
                    <a:pt x="1256218" y="3842175"/>
                  </a:lnTo>
                  <a:lnTo>
                    <a:pt x="1256311" y="3842175"/>
                  </a:lnTo>
                  <a:lnTo>
                    <a:pt x="1256405" y="3842175"/>
                  </a:lnTo>
                  <a:lnTo>
                    <a:pt x="1256498" y="3842175"/>
                  </a:lnTo>
                  <a:lnTo>
                    <a:pt x="1256591" y="3842175"/>
                  </a:lnTo>
                  <a:lnTo>
                    <a:pt x="1256684" y="3842175"/>
                  </a:lnTo>
                  <a:lnTo>
                    <a:pt x="1256778" y="3842175"/>
                  </a:lnTo>
                  <a:lnTo>
                    <a:pt x="1256871" y="3842175"/>
                  </a:lnTo>
                  <a:lnTo>
                    <a:pt x="1256964" y="3842175"/>
                  </a:lnTo>
                  <a:lnTo>
                    <a:pt x="1257057" y="3842175"/>
                  </a:lnTo>
                  <a:lnTo>
                    <a:pt x="1257151" y="3842175"/>
                  </a:lnTo>
                  <a:lnTo>
                    <a:pt x="1257244" y="3842175"/>
                  </a:lnTo>
                  <a:lnTo>
                    <a:pt x="1257337" y="3842175"/>
                  </a:lnTo>
                  <a:lnTo>
                    <a:pt x="1257430" y="3842175"/>
                  </a:lnTo>
                  <a:lnTo>
                    <a:pt x="1257524" y="3842175"/>
                  </a:lnTo>
                  <a:lnTo>
                    <a:pt x="1257617" y="3842175"/>
                  </a:lnTo>
                  <a:lnTo>
                    <a:pt x="1257710" y="3842175"/>
                  </a:lnTo>
                  <a:lnTo>
                    <a:pt x="1257803" y="3842175"/>
                  </a:lnTo>
                  <a:lnTo>
                    <a:pt x="1257897" y="3842175"/>
                  </a:lnTo>
                  <a:lnTo>
                    <a:pt x="1257990" y="3842175"/>
                  </a:lnTo>
                  <a:lnTo>
                    <a:pt x="1258083" y="3842175"/>
                  </a:lnTo>
                  <a:lnTo>
                    <a:pt x="1258176" y="3842175"/>
                  </a:lnTo>
                  <a:lnTo>
                    <a:pt x="1258270" y="3842175"/>
                  </a:lnTo>
                  <a:lnTo>
                    <a:pt x="1258363" y="3842175"/>
                  </a:lnTo>
                  <a:lnTo>
                    <a:pt x="1258456" y="3842175"/>
                  </a:lnTo>
                  <a:lnTo>
                    <a:pt x="1258549" y="3842175"/>
                  </a:lnTo>
                  <a:lnTo>
                    <a:pt x="1258643" y="3842175"/>
                  </a:lnTo>
                  <a:lnTo>
                    <a:pt x="1258736" y="3842175"/>
                  </a:lnTo>
                  <a:lnTo>
                    <a:pt x="1258829" y="3842175"/>
                  </a:lnTo>
                  <a:lnTo>
                    <a:pt x="1258922" y="3842175"/>
                  </a:lnTo>
                  <a:lnTo>
                    <a:pt x="1259016" y="3842175"/>
                  </a:lnTo>
                  <a:lnTo>
                    <a:pt x="1259109" y="3842175"/>
                  </a:lnTo>
                  <a:lnTo>
                    <a:pt x="1259202" y="3842175"/>
                  </a:lnTo>
                  <a:lnTo>
                    <a:pt x="1259295" y="3842175"/>
                  </a:lnTo>
                  <a:lnTo>
                    <a:pt x="1259389" y="3842175"/>
                  </a:lnTo>
                  <a:lnTo>
                    <a:pt x="1259482" y="3842175"/>
                  </a:lnTo>
                  <a:lnTo>
                    <a:pt x="1259575" y="3842175"/>
                  </a:lnTo>
                  <a:lnTo>
                    <a:pt x="1259668" y="3842175"/>
                  </a:lnTo>
                  <a:lnTo>
                    <a:pt x="1259762" y="3842175"/>
                  </a:lnTo>
                  <a:lnTo>
                    <a:pt x="1259855" y="3842175"/>
                  </a:lnTo>
                  <a:lnTo>
                    <a:pt x="1259948" y="3842175"/>
                  </a:lnTo>
                  <a:lnTo>
                    <a:pt x="1260041" y="3842175"/>
                  </a:lnTo>
                  <a:lnTo>
                    <a:pt x="1260135" y="3842175"/>
                  </a:lnTo>
                  <a:lnTo>
                    <a:pt x="1260228" y="3842175"/>
                  </a:lnTo>
                  <a:lnTo>
                    <a:pt x="1260321" y="3842175"/>
                  </a:lnTo>
                  <a:lnTo>
                    <a:pt x="1260414" y="3842175"/>
                  </a:lnTo>
                  <a:lnTo>
                    <a:pt x="1260508" y="3842175"/>
                  </a:lnTo>
                  <a:lnTo>
                    <a:pt x="1260601" y="3842175"/>
                  </a:lnTo>
                  <a:lnTo>
                    <a:pt x="1260694" y="3842175"/>
                  </a:lnTo>
                  <a:lnTo>
                    <a:pt x="1260787" y="3842175"/>
                  </a:lnTo>
                  <a:lnTo>
                    <a:pt x="1260881" y="3842175"/>
                  </a:lnTo>
                  <a:lnTo>
                    <a:pt x="1260974" y="3842175"/>
                  </a:lnTo>
                  <a:lnTo>
                    <a:pt x="1261067" y="3842175"/>
                  </a:lnTo>
                  <a:lnTo>
                    <a:pt x="1261160" y="3842175"/>
                  </a:lnTo>
                  <a:lnTo>
                    <a:pt x="1261254" y="3842175"/>
                  </a:lnTo>
                  <a:lnTo>
                    <a:pt x="1261347" y="3842175"/>
                  </a:lnTo>
                  <a:lnTo>
                    <a:pt x="1261440" y="3842175"/>
                  </a:lnTo>
                  <a:lnTo>
                    <a:pt x="1261533" y="3842175"/>
                  </a:lnTo>
                  <a:lnTo>
                    <a:pt x="1261627" y="3842175"/>
                  </a:lnTo>
                  <a:lnTo>
                    <a:pt x="1261720" y="3842175"/>
                  </a:lnTo>
                  <a:lnTo>
                    <a:pt x="1261813" y="3842175"/>
                  </a:lnTo>
                  <a:lnTo>
                    <a:pt x="1261906" y="3842175"/>
                  </a:lnTo>
                  <a:lnTo>
                    <a:pt x="1262000" y="3842175"/>
                  </a:lnTo>
                  <a:lnTo>
                    <a:pt x="1262093" y="3842175"/>
                  </a:lnTo>
                  <a:lnTo>
                    <a:pt x="1262186" y="3842175"/>
                  </a:lnTo>
                  <a:lnTo>
                    <a:pt x="1262279" y="3842175"/>
                  </a:lnTo>
                  <a:lnTo>
                    <a:pt x="1262373" y="3842175"/>
                  </a:lnTo>
                  <a:lnTo>
                    <a:pt x="1262466" y="3842175"/>
                  </a:lnTo>
                  <a:lnTo>
                    <a:pt x="1262559" y="3842175"/>
                  </a:lnTo>
                  <a:lnTo>
                    <a:pt x="1262652" y="3842175"/>
                  </a:lnTo>
                  <a:lnTo>
                    <a:pt x="1262745" y="3842175"/>
                  </a:lnTo>
                  <a:lnTo>
                    <a:pt x="1262839" y="3842175"/>
                  </a:lnTo>
                  <a:lnTo>
                    <a:pt x="1262932" y="3842175"/>
                  </a:lnTo>
                  <a:lnTo>
                    <a:pt x="1263025" y="3842175"/>
                  </a:lnTo>
                  <a:lnTo>
                    <a:pt x="1263118" y="3842175"/>
                  </a:lnTo>
                  <a:lnTo>
                    <a:pt x="1263212" y="3842175"/>
                  </a:lnTo>
                  <a:lnTo>
                    <a:pt x="1263305" y="3842175"/>
                  </a:lnTo>
                  <a:lnTo>
                    <a:pt x="1263398" y="3842175"/>
                  </a:lnTo>
                  <a:lnTo>
                    <a:pt x="1263491" y="3842175"/>
                  </a:lnTo>
                  <a:lnTo>
                    <a:pt x="1263585" y="3842175"/>
                  </a:lnTo>
                  <a:lnTo>
                    <a:pt x="1263678" y="3842175"/>
                  </a:lnTo>
                  <a:lnTo>
                    <a:pt x="1263771" y="3842175"/>
                  </a:lnTo>
                  <a:lnTo>
                    <a:pt x="1263864" y="3842175"/>
                  </a:lnTo>
                  <a:lnTo>
                    <a:pt x="1263958" y="3842175"/>
                  </a:lnTo>
                  <a:lnTo>
                    <a:pt x="1264051" y="3842175"/>
                  </a:lnTo>
                  <a:lnTo>
                    <a:pt x="1264144" y="3842175"/>
                  </a:lnTo>
                  <a:lnTo>
                    <a:pt x="1264237" y="3842175"/>
                  </a:lnTo>
                  <a:lnTo>
                    <a:pt x="1264331" y="3842175"/>
                  </a:lnTo>
                  <a:lnTo>
                    <a:pt x="1264424" y="3842175"/>
                  </a:lnTo>
                  <a:lnTo>
                    <a:pt x="1264517" y="3842175"/>
                  </a:lnTo>
                  <a:lnTo>
                    <a:pt x="1264610" y="3842175"/>
                  </a:lnTo>
                  <a:lnTo>
                    <a:pt x="1264704" y="3842175"/>
                  </a:lnTo>
                  <a:lnTo>
                    <a:pt x="1264797" y="3842175"/>
                  </a:lnTo>
                  <a:lnTo>
                    <a:pt x="1264890" y="3842175"/>
                  </a:lnTo>
                  <a:lnTo>
                    <a:pt x="1264983" y="3842175"/>
                  </a:lnTo>
                  <a:lnTo>
                    <a:pt x="1265077" y="3842175"/>
                  </a:lnTo>
                  <a:lnTo>
                    <a:pt x="1265170" y="3842175"/>
                  </a:lnTo>
                  <a:lnTo>
                    <a:pt x="1265263" y="3842175"/>
                  </a:lnTo>
                  <a:lnTo>
                    <a:pt x="1265356" y="3842175"/>
                  </a:lnTo>
                  <a:lnTo>
                    <a:pt x="1265450" y="3842175"/>
                  </a:lnTo>
                  <a:lnTo>
                    <a:pt x="1265543" y="3842175"/>
                  </a:lnTo>
                  <a:lnTo>
                    <a:pt x="1265636" y="3842175"/>
                  </a:lnTo>
                  <a:lnTo>
                    <a:pt x="1265729" y="3842175"/>
                  </a:lnTo>
                  <a:lnTo>
                    <a:pt x="1265823" y="3842175"/>
                  </a:lnTo>
                  <a:lnTo>
                    <a:pt x="1265916" y="3842175"/>
                  </a:lnTo>
                  <a:lnTo>
                    <a:pt x="1266009" y="3842175"/>
                  </a:lnTo>
                  <a:lnTo>
                    <a:pt x="1266102" y="3842175"/>
                  </a:lnTo>
                  <a:lnTo>
                    <a:pt x="1266196" y="3842175"/>
                  </a:lnTo>
                  <a:lnTo>
                    <a:pt x="1266289" y="3842175"/>
                  </a:lnTo>
                  <a:lnTo>
                    <a:pt x="1266382" y="3842175"/>
                  </a:lnTo>
                  <a:lnTo>
                    <a:pt x="1266475" y="3842175"/>
                  </a:lnTo>
                  <a:lnTo>
                    <a:pt x="1266569" y="3842175"/>
                  </a:lnTo>
                  <a:lnTo>
                    <a:pt x="1266662" y="3842175"/>
                  </a:lnTo>
                  <a:lnTo>
                    <a:pt x="1266755" y="3842175"/>
                  </a:lnTo>
                  <a:lnTo>
                    <a:pt x="1266848" y="3842175"/>
                  </a:lnTo>
                  <a:lnTo>
                    <a:pt x="1266942" y="3842175"/>
                  </a:lnTo>
                  <a:lnTo>
                    <a:pt x="1267035" y="3842175"/>
                  </a:lnTo>
                  <a:lnTo>
                    <a:pt x="1267128" y="3842175"/>
                  </a:lnTo>
                  <a:lnTo>
                    <a:pt x="1267221" y="3842175"/>
                  </a:lnTo>
                  <a:lnTo>
                    <a:pt x="1267315" y="3842175"/>
                  </a:lnTo>
                  <a:lnTo>
                    <a:pt x="1267408" y="3842175"/>
                  </a:lnTo>
                  <a:lnTo>
                    <a:pt x="1267501" y="3842175"/>
                  </a:lnTo>
                  <a:lnTo>
                    <a:pt x="1267594" y="3842175"/>
                  </a:lnTo>
                  <a:lnTo>
                    <a:pt x="1267688" y="3842175"/>
                  </a:lnTo>
                  <a:lnTo>
                    <a:pt x="1267781" y="3842175"/>
                  </a:lnTo>
                  <a:lnTo>
                    <a:pt x="1267874" y="3842175"/>
                  </a:lnTo>
                  <a:lnTo>
                    <a:pt x="1267967" y="3842175"/>
                  </a:lnTo>
                  <a:lnTo>
                    <a:pt x="1268061" y="3842175"/>
                  </a:lnTo>
                  <a:lnTo>
                    <a:pt x="1268154" y="3842175"/>
                  </a:lnTo>
                  <a:lnTo>
                    <a:pt x="1268247" y="3842175"/>
                  </a:lnTo>
                  <a:lnTo>
                    <a:pt x="1268340" y="3842175"/>
                  </a:lnTo>
                  <a:lnTo>
                    <a:pt x="1268434" y="3842175"/>
                  </a:lnTo>
                  <a:lnTo>
                    <a:pt x="1268527" y="3842175"/>
                  </a:lnTo>
                  <a:lnTo>
                    <a:pt x="1268620" y="3842175"/>
                  </a:lnTo>
                  <a:lnTo>
                    <a:pt x="1268713" y="3842175"/>
                  </a:lnTo>
                  <a:lnTo>
                    <a:pt x="1268807" y="3842175"/>
                  </a:lnTo>
                  <a:lnTo>
                    <a:pt x="1268900" y="3842175"/>
                  </a:lnTo>
                  <a:lnTo>
                    <a:pt x="1268993" y="3842175"/>
                  </a:lnTo>
                  <a:lnTo>
                    <a:pt x="1269086" y="3842175"/>
                  </a:lnTo>
                  <a:lnTo>
                    <a:pt x="1269180" y="3842175"/>
                  </a:lnTo>
                  <a:lnTo>
                    <a:pt x="1269273" y="3842175"/>
                  </a:lnTo>
                  <a:lnTo>
                    <a:pt x="1269366" y="3842175"/>
                  </a:lnTo>
                  <a:lnTo>
                    <a:pt x="1269459" y="3842175"/>
                  </a:lnTo>
                  <a:lnTo>
                    <a:pt x="1269553" y="3842175"/>
                  </a:lnTo>
                  <a:lnTo>
                    <a:pt x="1269646" y="3842175"/>
                  </a:lnTo>
                  <a:lnTo>
                    <a:pt x="1269739" y="3842175"/>
                  </a:lnTo>
                  <a:lnTo>
                    <a:pt x="1269832" y="3842175"/>
                  </a:lnTo>
                  <a:lnTo>
                    <a:pt x="1269925" y="3842175"/>
                  </a:lnTo>
                  <a:lnTo>
                    <a:pt x="1270019" y="3842175"/>
                  </a:lnTo>
                  <a:lnTo>
                    <a:pt x="1270112" y="3842175"/>
                  </a:lnTo>
                  <a:lnTo>
                    <a:pt x="1270205" y="3842175"/>
                  </a:lnTo>
                  <a:lnTo>
                    <a:pt x="1270298" y="3842175"/>
                  </a:lnTo>
                  <a:lnTo>
                    <a:pt x="1270392" y="3842175"/>
                  </a:lnTo>
                  <a:lnTo>
                    <a:pt x="1270485" y="3842175"/>
                  </a:lnTo>
                  <a:lnTo>
                    <a:pt x="1270578" y="3842175"/>
                  </a:lnTo>
                  <a:lnTo>
                    <a:pt x="1270671" y="3842175"/>
                  </a:lnTo>
                  <a:lnTo>
                    <a:pt x="1270765" y="3842175"/>
                  </a:lnTo>
                  <a:lnTo>
                    <a:pt x="1270858" y="3842175"/>
                  </a:lnTo>
                  <a:lnTo>
                    <a:pt x="1270951" y="3842175"/>
                  </a:lnTo>
                  <a:lnTo>
                    <a:pt x="1271044" y="3842175"/>
                  </a:lnTo>
                  <a:lnTo>
                    <a:pt x="1271138" y="3842175"/>
                  </a:lnTo>
                  <a:lnTo>
                    <a:pt x="1271231" y="3842175"/>
                  </a:lnTo>
                  <a:lnTo>
                    <a:pt x="1271324" y="3842175"/>
                  </a:lnTo>
                  <a:lnTo>
                    <a:pt x="1271417" y="3842175"/>
                  </a:lnTo>
                  <a:lnTo>
                    <a:pt x="1271417" y="3832221"/>
                  </a:lnTo>
                  <a:lnTo>
                    <a:pt x="1271511" y="3832221"/>
                  </a:lnTo>
                  <a:lnTo>
                    <a:pt x="1271604" y="3832221"/>
                  </a:lnTo>
                  <a:lnTo>
                    <a:pt x="1271697" y="3832221"/>
                  </a:lnTo>
                  <a:lnTo>
                    <a:pt x="1271790" y="3832221"/>
                  </a:lnTo>
                  <a:lnTo>
                    <a:pt x="1271884" y="3832221"/>
                  </a:lnTo>
                  <a:lnTo>
                    <a:pt x="1271977" y="3832221"/>
                  </a:lnTo>
                  <a:lnTo>
                    <a:pt x="1272070" y="3832221"/>
                  </a:lnTo>
                  <a:lnTo>
                    <a:pt x="1272163" y="3832221"/>
                  </a:lnTo>
                  <a:lnTo>
                    <a:pt x="1272257" y="3832221"/>
                  </a:lnTo>
                  <a:lnTo>
                    <a:pt x="1272350" y="3832221"/>
                  </a:lnTo>
                  <a:lnTo>
                    <a:pt x="1272443" y="3832221"/>
                  </a:lnTo>
                  <a:lnTo>
                    <a:pt x="1272536" y="3832221"/>
                  </a:lnTo>
                  <a:lnTo>
                    <a:pt x="1272630" y="3832221"/>
                  </a:lnTo>
                  <a:lnTo>
                    <a:pt x="1272723" y="3832221"/>
                  </a:lnTo>
                  <a:lnTo>
                    <a:pt x="1272816" y="3832221"/>
                  </a:lnTo>
                  <a:lnTo>
                    <a:pt x="1272909" y="3832221"/>
                  </a:lnTo>
                  <a:lnTo>
                    <a:pt x="1273003" y="3832221"/>
                  </a:lnTo>
                  <a:lnTo>
                    <a:pt x="1273096" y="3832221"/>
                  </a:lnTo>
                  <a:lnTo>
                    <a:pt x="1273189" y="3832221"/>
                  </a:lnTo>
                  <a:lnTo>
                    <a:pt x="1273282" y="3832221"/>
                  </a:lnTo>
                  <a:lnTo>
                    <a:pt x="1273376" y="3832221"/>
                  </a:lnTo>
                  <a:lnTo>
                    <a:pt x="1273469" y="3832221"/>
                  </a:lnTo>
                  <a:lnTo>
                    <a:pt x="1273562" y="3832221"/>
                  </a:lnTo>
                  <a:lnTo>
                    <a:pt x="1273655" y="3832221"/>
                  </a:lnTo>
                  <a:lnTo>
                    <a:pt x="1273749" y="3832221"/>
                  </a:lnTo>
                  <a:lnTo>
                    <a:pt x="1273842" y="3832221"/>
                  </a:lnTo>
                  <a:lnTo>
                    <a:pt x="1273935" y="3832221"/>
                  </a:lnTo>
                  <a:lnTo>
                    <a:pt x="1274028" y="3832221"/>
                  </a:lnTo>
                  <a:lnTo>
                    <a:pt x="1274122" y="3832221"/>
                  </a:lnTo>
                  <a:lnTo>
                    <a:pt x="1274215" y="3832221"/>
                  </a:lnTo>
                  <a:lnTo>
                    <a:pt x="1274308" y="3832221"/>
                  </a:lnTo>
                  <a:lnTo>
                    <a:pt x="1274401" y="3832221"/>
                  </a:lnTo>
                  <a:lnTo>
                    <a:pt x="1274495" y="3832221"/>
                  </a:lnTo>
                  <a:lnTo>
                    <a:pt x="1274588" y="3832221"/>
                  </a:lnTo>
                  <a:lnTo>
                    <a:pt x="1274681" y="3832221"/>
                  </a:lnTo>
                  <a:lnTo>
                    <a:pt x="1274774" y="3832221"/>
                  </a:lnTo>
                  <a:lnTo>
                    <a:pt x="1274868" y="3832221"/>
                  </a:lnTo>
                  <a:lnTo>
                    <a:pt x="1274961" y="3832221"/>
                  </a:lnTo>
                  <a:lnTo>
                    <a:pt x="1275054" y="3832221"/>
                  </a:lnTo>
                  <a:lnTo>
                    <a:pt x="1275147" y="3832221"/>
                  </a:lnTo>
                  <a:lnTo>
                    <a:pt x="1275241" y="3832221"/>
                  </a:lnTo>
                  <a:lnTo>
                    <a:pt x="1275334" y="3832221"/>
                  </a:lnTo>
                  <a:lnTo>
                    <a:pt x="1275427" y="3832221"/>
                  </a:lnTo>
                  <a:lnTo>
                    <a:pt x="1275520" y="3832221"/>
                  </a:lnTo>
                  <a:lnTo>
                    <a:pt x="1275614" y="3832221"/>
                  </a:lnTo>
                  <a:lnTo>
                    <a:pt x="1275707" y="3832221"/>
                  </a:lnTo>
                  <a:lnTo>
                    <a:pt x="1275800" y="3832221"/>
                  </a:lnTo>
                  <a:lnTo>
                    <a:pt x="1275893" y="3832221"/>
                  </a:lnTo>
                  <a:lnTo>
                    <a:pt x="1275987" y="3832221"/>
                  </a:lnTo>
                  <a:lnTo>
                    <a:pt x="1276080" y="3832221"/>
                  </a:lnTo>
                  <a:lnTo>
                    <a:pt x="1276173" y="3832221"/>
                  </a:lnTo>
                  <a:lnTo>
                    <a:pt x="1276266" y="3832221"/>
                  </a:lnTo>
                  <a:lnTo>
                    <a:pt x="1276360" y="3832221"/>
                  </a:lnTo>
                  <a:lnTo>
                    <a:pt x="1276453" y="3832221"/>
                  </a:lnTo>
                  <a:lnTo>
                    <a:pt x="1276453" y="3822267"/>
                  </a:lnTo>
                  <a:lnTo>
                    <a:pt x="1276546" y="3822267"/>
                  </a:lnTo>
                  <a:lnTo>
                    <a:pt x="1276639" y="3822267"/>
                  </a:lnTo>
                  <a:lnTo>
                    <a:pt x="1276732" y="3822267"/>
                  </a:lnTo>
                  <a:lnTo>
                    <a:pt x="1276826" y="3822267"/>
                  </a:lnTo>
                  <a:lnTo>
                    <a:pt x="1276919" y="3822267"/>
                  </a:lnTo>
                  <a:lnTo>
                    <a:pt x="1277012" y="3822267"/>
                  </a:lnTo>
                  <a:lnTo>
                    <a:pt x="1277105" y="3822267"/>
                  </a:lnTo>
                  <a:lnTo>
                    <a:pt x="1277199" y="3822267"/>
                  </a:lnTo>
                  <a:lnTo>
                    <a:pt x="1277292" y="3822267"/>
                  </a:lnTo>
                  <a:lnTo>
                    <a:pt x="1277385" y="3822267"/>
                  </a:lnTo>
                  <a:lnTo>
                    <a:pt x="1277478" y="3822267"/>
                  </a:lnTo>
                  <a:lnTo>
                    <a:pt x="1277572" y="3822267"/>
                  </a:lnTo>
                  <a:lnTo>
                    <a:pt x="1277665" y="3822267"/>
                  </a:lnTo>
                  <a:lnTo>
                    <a:pt x="1277758" y="3822267"/>
                  </a:lnTo>
                  <a:lnTo>
                    <a:pt x="1277851" y="3822267"/>
                  </a:lnTo>
                  <a:lnTo>
                    <a:pt x="1277945" y="3822267"/>
                  </a:lnTo>
                  <a:lnTo>
                    <a:pt x="1278038" y="3822267"/>
                  </a:lnTo>
                  <a:lnTo>
                    <a:pt x="1278131" y="3822267"/>
                  </a:lnTo>
                  <a:lnTo>
                    <a:pt x="1278224" y="3822267"/>
                  </a:lnTo>
                  <a:lnTo>
                    <a:pt x="1278318" y="3822267"/>
                  </a:lnTo>
                  <a:lnTo>
                    <a:pt x="1278411" y="3822267"/>
                  </a:lnTo>
                  <a:lnTo>
                    <a:pt x="1278504" y="3822267"/>
                  </a:lnTo>
                  <a:lnTo>
                    <a:pt x="1278597" y="3822267"/>
                  </a:lnTo>
                  <a:lnTo>
                    <a:pt x="1278691" y="3822267"/>
                  </a:lnTo>
                  <a:lnTo>
                    <a:pt x="1278784" y="3822267"/>
                  </a:lnTo>
                  <a:lnTo>
                    <a:pt x="1278877" y="3822267"/>
                  </a:lnTo>
                  <a:lnTo>
                    <a:pt x="1278970" y="3822267"/>
                  </a:lnTo>
                  <a:lnTo>
                    <a:pt x="1279064" y="3822267"/>
                  </a:lnTo>
                  <a:lnTo>
                    <a:pt x="1279157" y="3822267"/>
                  </a:lnTo>
                  <a:lnTo>
                    <a:pt x="1279250" y="3822267"/>
                  </a:lnTo>
                  <a:lnTo>
                    <a:pt x="1279343" y="3822267"/>
                  </a:lnTo>
                  <a:lnTo>
                    <a:pt x="1279437" y="3822267"/>
                  </a:lnTo>
                  <a:lnTo>
                    <a:pt x="1279530" y="3822267"/>
                  </a:lnTo>
                  <a:lnTo>
                    <a:pt x="1279623" y="3822267"/>
                  </a:lnTo>
                  <a:lnTo>
                    <a:pt x="1279716" y="3822267"/>
                  </a:lnTo>
                  <a:lnTo>
                    <a:pt x="1279810" y="3822267"/>
                  </a:lnTo>
                  <a:lnTo>
                    <a:pt x="1279903" y="3822267"/>
                  </a:lnTo>
                  <a:lnTo>
                    <a:pt x="1279996" y="3822267"/>
                  </a:lnTo>
                  <a:lnTo>
                    <a:pt x="1280089" y="3822267"/>
                  </a:lnTo>
                  <a:lnTo>
                    <a:pt x="1280183" y="3822267"/>
                  </a:lnTo>
                  <a:lnTo>
                    <a:pt x="1280276" y="3822267"/>
                  </a:lnTo>
                  <a:lnTo>
                    <a:pt x="1280369" y="3822267"/>
                  </a:lnTo>
                  <a:lnTo>
                    <a:pt x="1280462" y="3822267"/>
                  </a:lnTo>
                  <a:lnTo>
                    <a:pt x="1280556" y="3822267"/>
                  </a:lnTo>
                  <a:lnTo>
                    <a:pt x="1280649" y="3822267"/>
                  </a:lnTo>
                  <a:lnTo>
                    <a:pt x="1280742" y="3822267"/>
                  </a:lnTo>
                  <a:lnTo>
                    <a:pt x="1280835" y="3822267"/>
                  </a:lnTo>
                  <a:lnTo>
                    <a:pt x="1280929" y="3822267"/>
                  </a:lnTo>
                  <a:lnTo>
                    <a:pt x="1281022" y="3822267"/>
                  </a:lnTo>
                  <a:lnTo>
                    <a:pt x="1281115" y="3822267"/>
                  </a:lnTo>
                  <a:lnTo>
                    <a:pt x="1281208" y="3822267"/>
                  </a:lnTo>
                  <a:lnTo>
                    <a:pt x="1281302" y="3822267"/>
                  </a:lnTo>
                  <a:lnTo>
                    <a:pt x="1281395" y="3822267"/>
                  </a:lnTo>
                  <a:lnTo>
                    <a:pt x="1281488" y="3822267"/>
                  </a:lnTo>
                  <a:lnTo>
                    <a:pt x="1281581" y="3822267"/>
                  </a:lnTo>
                  <a:lnTo>
                    <a:pt x="1281675" y="3822267"/>
                  </a:lnTo>
                  <a:lnTo>
                    <a:pt x="1281768" y="3822267"/>
                  </a:lnTo>
                  <a:lnTo>
                    <a:pt x="1281861" y="3822267"/>
                  </a:lnTo>
                  <a:lnTo>
                    <a:pt x="1281954" y="3822267"/>
                  </a:lnTo>
                  <a:lnTo>
                    <a:pt x="1282048" y="3822267"/>
                  </a:lnTo>
                  <a:lnTo>
                    <a:pt x="1282141" y="3822267"/>
                  </a:lnTo>
                  <a:lnTo>
                    <a:pt x="1282234" y="3822267"/>
                  </a:lnTo>
                  <a:lnTo>
                    <a:pt x="1282327" y="3822267"/>
                  </a:lnTo>
                  <a:lnTo>
                    <a:pt x="1282421" y="3822267"/>
                  </a:lnTo>
                  <a:lnTo>
                    <a:pt x="1282514" y="3822267"/>
                  </a:lnTo>
                  <a:lnTo>
                    <a:pt x="1282607" y="3822267"/>
                  </a:lnTo>
                  <a:lnTo>
                    <a:pt x="1282700" y="3822267"/>
                  </a:lnTo>
                  <a:lnTo>
                    <a:pt x="1282794" y="3822267"/>
                  </a:lnTo>
                  <a:lnTo>
                    <a:pt x="1282887" y="3822267"/>
                  </a:lnTo>
                  <a:lnTo>
                    <a:pt x="1282980" y="3822267"/>
                  </a:lnTo>
                  <a:lnTo>
                    <a:pt x="1283073" y="3822267"/>
                  </a:lnTo>
                  <a:lnTo>
                    <a:pt x="1283167" y="3822267"/>
                  </a:lnTo>
                  <a:lnTo>
                    <a:pt x="1283260" y="3822267"/>
                  </a:lnTo>
                  <a:lnTo>
                    <a:pt x="1283353" y="3822267"/>
                  </a:lnTo>
                  <a:lnTo>
                    <a:pt x="1283446" y="3822267"/>
                  </a:lnTo>
                  <a:lnTo>
                    <a:pt x="1283539" y="3822267"/>
                  </a:lnTo>
                  <a:lnTo>
                    <a:pt x="1283633" y="3822267"/>
                  </a:lnTo>
                  <a:lnTo>
                    <a:pt x="1283726" y="3822267"/>
                  </a:lnTo>
                  <a:lnTo>
                    <a:pt x="1283819" y="3822267"/>
                  </a:lnTo>
                  <a:lnTo>
                    <a:pt x="1283912" y="3822267"/>
                  </a:lnTo>
                  <a:lnTo>
                    <a:pt x="1284006" y="3822267"/>
                  </a:lnTo>
                  <a:lnTo>
                    <a:pt x="1284099" y="3822267"/>
                  </a:lnTo>
                  <a:lnTo>
                    <a:pt x="1284192" y="3822267"/>
                  </a:lnTo>
                  <a:lnTo>
                    <a:pt x="1284285" y="3822267"/>
                  </a:lnTo>
                  <a:lnTo>
                    <a:pt x="1284379" y="3822267"/>
                  </a:lnTo>
                  <a:lnTo>
                    <a:pt x="1284472" y="3822267"/>
                  </a:lnTo>
                  <a:lnTo>
                    <a:pt x="1284565" y="3822267"/>
                  </a:lnTo>
                  <a:lnTo>
                    <a:pt x="1284658" y="3822267"/>
                  </a:lnTo>
                  <a:lnTo>
                    <a:pt x="1284752" y="3822267"/>
                  </a:lnTo>
                  <a:lnTo>
                    <a:pt x="1284845" y="3822267"/>
                  </a:lnTo>
                  <a:lnTo>
                    <a:pt x="1284938" y="3822267"/>
                  </a:lnTo>
                  <a:lnTo>
                    <a:pt x="1285031" y="3822267"/>
                  </a:lnTo>
                  <a:lnTo>
                    <a:pt x="1285125" y="3822267"/>
                  </a:lnTo>
                  <a:lnTo>
                    <a:pt x="1285218" y="3822267"/>
                  </a:lnTo>
                  <a:lnTo>
                    <a:pt x="1285311" y="3822267"/>
                  </a:lnTo>
                  <a:lnTo>
                    <a:pt x="1285404" y="3822267"/>
                  </a:lnTo>
                  <a:lnTo>
                    <a:pt x="1285498" y="3822267"/>
                  </a:lnTo>
                  <a:lnTo>
                    <a:pt x="1285591" y="3822267"/>
                  </a:lnTo>
                  <a:lnTo>
                    <a:pt x="1285684" y="3822267"/>
                  </a:lnTo>
                  <a:lnTo>
                    <a:pt x="1285777" y="3822267"/>
                  </a:lnTo>
                  <a:lnTo>
                    <a:pt x="1285871" y="3822267"/>
                  </a:lnTo>
                  <a:lnTo>
                    <a:pt x="1285964" y="3822267"/>
                  </a:lnTo>
                  <a:lnTo>
                    <a:pt x="1286057" y="3822267"/>
                  </a:lnTo>
                  <a:lnTo>
                    <a:pt x="1286150" y="3822267"/>
                  </a:lnTo>
                  <a:lnTo>
                    <a:pt x="1286244" y="3822267"/>
                  </a:lnTo>
                  <a:lnTo>
                    <a:pt x="1286337" y="3822267"/>
                  </a:lnTo>
                  <a:lnTo>
                    <a:pt x="1286430" y="3822267"/>
                  </a:lnTo>
                  <a:lnTo>
                    <a:pt x="1286523" y="3822267"/>
                  </a:lnTo>
                  <a:lnTo>
                    <a:pt x="1286617" y="3822267"/>
                  </a:lnTo>
                  <a:lnTo>
                    <a:pt x="1286710" y="3822267"/>
                  </a:lnTo>
                  <a:lnTo>
                    <a:pt x="1286803" y="3822267"/>
                  </a:lnTo>
                  <a:lnTo>
                    <a:pt x="1286896" y="3822267"/>
                  </a:lnTo>
                  <a:lnTo>
                    <a:pt x="1286990" y="3822267"/>
                  </a:lnTo>
                  <a:lnTo>
                    <a:pt x="1287083" y="3822267"/>
                  </a:lnTo>
                  <a:lnTo>
                    <a:pt x="1287176" y="3822267"/>
                  </a:lnTo>
                  <a:lnTo>
                    <a:pt x="1287176" y="3812314"/>
                  </a:lnTo>
                  <a:lnTo>
                    <a:pt x="1287269" y="3812314"/>
                  </a:lnTo>
                  <a:lnTo>
                    <a:pt x="1287363" y="3812314"/>
                  </a:lnTo>
                  <a:lnTo>
                    <a:pt x="1287456" y="3812314"/>
                  </a:lnTo>
                  <a:lnTo>
                    <a:pt x="1287549" y="3812314"/>
                  </a:lnTo>
                  <a:lnTo>
                    <a:pt x="1287642" y="3812314"/>
                  </a:lnTo>
                  <a:lnTo>
                    <a:pt x="1287736" y="3812314"/>
                  </a:lnTo>
                  <a:lnTo>
                    <a:pt x="1287829" y="3812314"/>
                  </a:lnTo>
                  <a:lnTo>
                    <a:pt x="1287922" y="3812314"/>
                  </a:lnTo>
                  <a:lnTo>
                    <a:pt x="1288015" y="3812314"/>
                  </a:lnTo>
                  <a:lnTo>
                    <a:pt x="1288109" y="3812314"/>
                  </a:lnTo>
                  <a:lnTo>
                    <a:pt x="1288202" y="3812314"/>
                  </a:lnTo>
                  <a:lnTo>
                    <a:pt x="1288295" y="3812314"/>
                  </a:lnTo>
                  <a:lnTo>
                    <a:pt x="1288388" y="3812314"/>
                  </a:lnTo>
                  <a:lnTo>
                    <a:pt x="1288482" y="3812314"/>
                  </a:lnTo>
                  <a:lnTo>
                    <a:pt x="1288575" y="3812314"/>
                  </a:lnTo>
                  <a:lnTo>
                    <a:pt x="1288668" y="3812314"/>
                  </a:lnTo>
                  <a:lnTo>
                    <a:pt x="1288761" y="3812314"/>
                  </a:lnTo>
                  <a:lnTo>
                    <a:pt x="1288855" y="3812314"/>
                  </a:lnTo>
                  <a:lnTo>
                    <a:pt x="1288948" y="3812314"/>
                  </a:lnTo>
                  <a:lnTo>
                    <a:pt x="1289041" y="3812314"/>
                  </a:lnTo>
                  <a:lnTo>
                    <a:pt x="1289134" y="3812314"/>
                  </a:lnTo>
                  <a:lnTo>
                    <a:pt x="1289228" y="3812314"/>
                  </a:lnTo>
                  <a:lnTo>
                    <a:pt x="1289321" y="3812314"/>
                  </a:lnTo>
                  <a:lnTo>
                    <a:pt x="1289414" y="3812314"/>
                  </a:lnTo>
                  <a:lnTo>
                    <a:pt x="1289507" y="3812314"/>
                  </a:lnTo>
                  <a:lnTo>
                    <a:pt x="1289601" y="3812314"/>
                  </a:lnTo>
                  <a:lnTo>
                    <a:pt x="1289694" y="3812314"/>
                  </a:lnTo>
                  <a:lnTo>
                    <a:pt x="1289787" y="3812314"/>
                  </a:lnTo>
                  <a:lnTo>
                    <a:pt x="1289880" y="3812314"/>
                  </a:lnTo>
                  <a:lnTo>
                    <a:pt x="1289974" y="3812314"/>
                  </a:lnTo>
                  <a:lnTo>
                    <a:pt x="1290067" y="3812314"/>
                  </a:lnTo>
                  <a:lnTo>
                    <a:pt x="1290160" y="3812314"/>
                  </a:lnTo>
                  <a:lnTo>
                    <a:pt x="1290253" y="3812314"/>
                  </a:lnTo>
                  <a:lnTo>
                    <a:pt x="1290347" y="3812314"/>
                  </a:lnTo>
                  <a:lnTo>
                    <a:pt x="1290440" y="3812314"/>
                  </a:lnTo>
                  <a:lnTo>
                    <a:pt x="1290533" y="3812314"/>
                  </a:lnTo>
                  <a:lnTo>
                    <a:pt x="1290626" y="3812314"/>
                  </a:lnTo>
                  <a:lnTo>
                    <a:pt x="1290719" y="3812314"/>
                  </a:lnTo>
                  <a:lnTo>
                    <a:pt x="1290813" y="3812314"/>
                  </a:lnTo>
                  <a:lnTo>
                    <a:pt x="1290906" y="3812314"/>
                  </a:lnTo>
                  <a:lnTo>
                    <a:pt x="1290999" y="3812314"/>
                  </a:lnTo>
                  <a:lnTo>
                    <a:pt x="1291092" y="3812314"/>
                  </a:lnTo>
                  <a:lnTo>
                    <a:pt x="1291186" y="3812314"/>
                  </a:lnTo>
                  <a:lnTo>
                    <a:pt x="1291279" y="3812314"/>
                  </a:lnTo>
                  <a:lnTo>
                    <a:pt x="1291372" y="3812314"/>
                  </a:lnTo>
                  <a:lnTo>
                    <a:pt x="1291465" y="3812314"/>
                  </a:lnTo>
                  <a:lnTo>
                    <a:pt x="1291559" y="3812314"/>
                  </a:lnTo>
                  <a:lnTo>
                    <a:pt x="1291652" y="3812314"/>
                  </a:lnTo>
                  <a:lnTo>
                    <a:pt x="1291745" y="3812314"/>
                  </a:lnTo>
                  <a:lnTo>
                    <a:pt x="1291838" y="3812314"/>
                  </a:lnTo>
                  <a:lnTo>
                    <a:pt x="1291932" y="3812314"/>
                  </a:lnTo>
                  <a:lnTo>
                    <a:pt x="1292025" y="3812314"/>
                  </a:lnTo>
                  <a:lnTo>
                    <a:pt x="1292118" y="3812314"/>
                  </a:lnTo>
                  <a:lnTo>
                    <a:pt x="1292211" y="3812314"/>
                  </a:lnTo>
                  <a:lnTo>
                    <a:pt x="1292305" y="3812314"/>
                  </a:lnTo>
                  <a:lnTo>
                    <a:pt x="1292398" y="3812314"/>
                  </a:lnTo>
                  <a:lnTo>
                    <a:pt x="1292491" y="3812314"/>
                  </a:lnTo>
                  <a:lnTo>
                    <a:pt x="1292584" y="3812314"/>
                  </a:lnTo>
                  <a:lnTo>
                    <a:pt x="1292584" y="3802360"/>
                  </a:lnTo>
                  <a:lnTo>
                    <a:pt x="1292678" y="3802360"/>
                  </a:lnTo>
                  <a:lnTo>
                    <a:pt x="1292771" y="3802360"/>
                  </a:lnTo>
                  <a:lnTo>
                    <a:pt x="1292864" y="3802360"/>
                  </a:lnTo>
                  <a:lnTo>
                    <a:pt x="1292957" y="3802360"/>
                  </a:lnTo>
                  <a:lnTo>
                    <a:pt x="1293051" y="3802360"/>
                  </a:lnTo>
                  <a:lnTo>
                    <a:pt x="1293144" y="3802360"/>
                  </a:lnTo>
                  <a:lnTo>
                    <a:pt x="1293237" y="3802360"/>
                  </a:lnTo>
                  <a:lnTo>
                    <a:pt x="1293330" y="3802360"/>
                  </a:lnTo>
                  <a:lnTo>
                    <a:pt x="1293424" y="3802360"/>
                  </a:lnTo>
                  <a:lnTo>
                    <a:pt x="1293517" y="3802360"/>
                  </a:lnTo>
                  <a:lnTo>
                    <a:pt x="1293610" y="3802360"/>
                  </a:lnTo>
                  <a:lnTo>
                    <a:pt x="1293703" y="3802360"/>
                  </a:lnTo>
                  <a:lnTo>
                    <a:pt x="1293797" y="3802360"/>
                  </a:lnTo>
                  <a:lnTo>
                    <a:pt x="1293890" y="3802360"/>
                  </a:lnTo>
                  <a:lnTo>
                    <a:pt x="1293983" y="3802360"/>
                  </a:lnTo>
                  <a:lnTo>
                    <a:pt x="1294076" y="3802360"/>
                  </a:lnTo>
                  <a:lnTo>
                    <a:pt x="1294170" y="3802360"/>
                  </a:lnTo>
                  <a:lnTo>
                    <a:pt x="1294263" y="3802360"/>
                  </a:lnTo>
                  <a:lnTo>
                    <a:pt x="1294356" y="3802360"/>
                  </a:lnTo>
                  <a:lnTo>
                    <a:pt x="1294449" y="3802360"/>
                  </a:lnTo>
                  <a:lnTo>
                    <a:pt x="1294543" y="3802360"/>
                  </a:lnTo>
                  <a:lnTo>
                    <a:pt x="1294636" y="3802360"/>
                  </a:lnTo>
                  <a:lnTo>
                    <a:pt x="1294729" y="3802360"/>
                  </a:lnTo>
                  <a:lnTo>
                    <a:pt x="1294822" y="3802360"/>
                  </a:lnTo>
                  <a:lnTo>
                    <a:pt x="1294916" y="3802360"/>
                  </a:lnTo>
                  <a:lnTo>
                    <a:pt x="1295009" y="3802360"/>
                  </a:lnTo>
                  <a:lnTo>
                    <a:pt x="1295102" y="3802360"/>
                  </a:lnTo>
                  <a:lnTo>
                    <a:pt x="1295195" y="3802360"/>
                  </a:lnTo>
                  <a:lnTo>
                    <a:pt x="1295289" y="3802360"/>
                  </a:lnTo>
                  <a:lnTo>
                    <a:pt x="1295382" y="3802360"/>
                  </a:lnTo>
                  <a:lnTo>
                    <a:pt x="1295475" y="3802360"/>
                  </a:lnTo>
                  <a:lnTo>
                    <a:pt x="1295568" y="3802360"/>
                  </a:lnTo>
                  <a:lnTo>
                    <a:pt x="1295662" y="3802360"/>
                  </a:lnTo>
                  <a:lnTo>
                    <a:pt x="1295755" y="3802360"/>
                  </a:lnTo>
                  <a:lnTo>
                    <a:pt x="1295848" y="3802360"/>
                  </a:lnTo>
                  <a:lnTo>
                    <a:pt x="1295941" y="3802360"/>
                  </a:lnTo>
                  <a:lnTo>
                    <a:pt x="1296035" y="3802360"/>
                  </a:lnTo>
                  <a:lnTo>
                    <a:pt x="1296128" y="3802360"/>
                  </a:lnTo>
                  <a:lnTo>
                    <a:pt x="1296221" y="3802360"/>
                  </a:lnTo>
                  <a:lnTo>
                    <a:pt x="1296314" y="3802360"/>
                  </a:lnTo>
                  <a:lnTo>
                    <a:pt x="1296408" y="3802360"/>
                  </a:lnTo>
                  <a:lnTo>
                    <a:pt x="1296501" y="3802360"/>
                  </a:lnTo>
                  <a:lnTo>
                    <a:pt x="1296594" y="3802360"/>
                  </a:lnTo>
                  <a:lnTo>
                    <a:pt x="1296687" y="3802360"/>
                  </a:lnTo>
                  <a:lnTo>
                    <a:pt x="1296781" y="3802360"/>
                  </a:lnTo>
                  <a:lnTo>
                    <a:pt x="1296874" y="3802360"/>
                  </a:lnTo>
                  <a:lnTo>
                    <a:pt x="1296967" y="3802360"/>
                  </a:lnTo>
                  <a:lnTo>
                    <a:pt x="1297060" y="3802360"/>
                  </a:lnTo>
                  <a:lnTo>
                    <a:pt x="1297154" y="3802360"/>
                  </a:lnTo>
                  <a:lnTo>
                    <a:pt x="1297247" y="3802360"/>
                  </a:lnTo>
                  <a:lnTo>
                    <a:pt x="1297340" y="3802360"/>
                  </a:lnTo>
                  <a:lnTo>
                    <a:pt x="1297433" y="3802360"/>
                  </a:lnTo>
                  <a:lnTo>
                    <a:pt x="1297526" y="3802360"/>
                  </a:lnTo>
                  <a:lnTo>
                    <a:pt x="1297620" y="3802360"/>
                  </a:lnTo>
                  <a:lnTo>
                    <a:pt x="1297713" y="3802360"/>
                  </a:lnTo>
                  <a:lnTo>
                    <a:pt x="1297806" y="3802360"/>
                  </a:lnTo>
                  <a:lnTo>
                    <a:pt x="1297899" y="3802360"/>
                  </a:lnTo>
                  <a:lnTo>
                    <a:pt x="1297993" y="3802360"/>
                  </a:lnTo>
                  <a:lnTo>
                    <a:pt x="1298086" y="3802360"/>
                  </a:lnTo>
                  <a:lnTo>
                    <a:pt x="1298179" y="3802360"/>
                  </a:lnTo>
                  <a:lnTo>
                    <a:pt x="1298272" y="3802360"/>
                  </a:lnTo>
                  <a:lnTo>
                    <a:pt x="1298366" y="3802360"/>
                  </a:lnTo>
                  <a:lnTo>
                    <a:pt x="1298366" y="3792406"/>
                  </a:lnTo>
                  <a:lnTo>
                    <a:pt x="1298459" y="3792406"/>
                  </a:lnTo>
                  <a:lnTo>
                    <a:pt x="1298552" y="3792406"/>
                  </a:lnTo>
                  <a:lnTo>
                    <a:pt x="1298645" y="3792406"/>
                  </a:lnTo>
                  <a:lnTo>
                    <a:pt x="1298739" y="3792406"/>
                  </a:lnTo>
                  <a:lnTo>
                    <a:pt x="1298832" y="3792406"/>
                  </a:lnTo>
                  <a:lnTo>
                    <a:pt x="1298925" y="3792406"/>
                  </a:lnTo>
                  <a:lnTo>
                    <a:pt x="1299018" y="3792406"/>
                  </a:lnTo>
                  <a:lnTo>
                    <a:pt x="1299112" y="3792406"/>
                  </a:lnTo>
                  <a:lnTo>
                    <a:pt x="1299205" y="3792406"/>
                  </a:lnTo>
                  <a:lnTo>
                    <a:pt x="1299298" y="3792406"/>
                  </a:lnTo>
                  <a:lnTo>
                    <a:pt x="1299391" y="3792406"/>
                  </a:lnTo>
                  <a:lnTo>
                    <a:pt x="1299485" y="3792406"/>
                  </a:lnTo>
                  <a:lnTo>
                    <a:pt x="1299578" y="3792406"/>
                  </a:lnTo>
                  <a:lnTo>
                    <a:pt x="1299671" y="3792406"/>
                  </a:lnTo>
                  <a:lnTo>
                    <a:pt x="1299764" y="3792406"/>
                  </a:lnTo>
                  <a:lnTo>
                    <a:pt x="1299858" y="3792406"/>
                  </a:lnTo>
                  <a:lnTo>
                    <a:pt x="1299951" y="3792406"/>
                  </a:lnTo>
                  <a:lnTo>
                    <a:pt x="1300044" y="3792406"/>
                  </a:lnTo>
                  <a:lnTo>
                    <a:pt x="1300137" y="3792406"/>
                  </a:lnTo>
                  <a:lnTo>
                    <a:pt x="1300231" y="3792406"/>
                  </a:lnTo>
                  <a:lnTo>
                    <a:pt x="1300324" y="3792406"/>
                  </a:lnTo>
                  <a:lnTo>
                    <a:pt x="1300417" y="3792406"/>
                  </a:lnTo>
                  <a:lnTo>
                    <a:pt x="1300510" y="3792406"/>
                  </a:lnTo>
                  <a:lnTo>
                    <a:pt x="1300604" y="3792406"/>
                  </a:lnTo>
                  <a:lnTo>
                    <a:pt x="1300697" y="3792406"/>
                  </a:lnTo>
                  <a:lnTo>
                    <a:pt x="1300790" y="3792406"/>
                  </a:lnTo>
                  <a:lnTo>
                    <a:pt x="1300883" y="3792406"/>
                  </a:lnTo>
                  <a:lnTo>
                    <a:pt x="1300977" y="3792406"/>
                  </a:lnTo>
                  <a:lnTo>
                    <a:pt x="1301070" y="3792406"/>
                  </a:lnTo>
                  <a:lnTo>
                    <a:pt x="1301163" y="3792406"/>
                  </a:lnTo>
                  <a:lnTo>
                    <a:pt x="1301256" y="3792406"/>
                  </a:lnTo>
                  <a:lnTo>
                    <a:pt x="1301350" y="3792406"/>
                  </a:lnTo>
                  <a:lnTo>
                    <a:pt x="1301443" y="3792406"/>
                  </a:lnTo>
                  <a:lnTo>
                    <a:pt x="1301536" y="3792406"/>
                  </a:lnTo>
                  <a:lnTo>
                    <a:pt x="1301536" y="3782452"/>
                  </a:lnTo>
                  <a:lnTo>
                    <a:pt x="1301629" y="3782452"/>
                  </a:lnTo>
                  <a:lnTo>
                    <a:pt x="1301723" y="3782452"/>
                  </a:lnTo>
                  <a:lnTo>
                    <a:pt x="1301816" y="3782452"/>
                  </a:lnTo>
                  <a:lnTo>
                    <a:pt x="1301909" y="3782452"/>
                  </a:lnTo>
                  <a:lnTo>
                    <a:pt x="1302002" y="3782452"/>
                  </a:lnTo>
                  <a:lnTo>
                    <a:pt x="1302096" y="3782452"/>
                  </a:lnTo>
                  <a:lnTo>
                    <a:pt x="1302189" y="3782452"/>
                  </a:lnTo>
                  <a:lnTo>
                    <a:pt x="1302282" y="3782452"/>
                  </a:lnTo>
                  <a:lnTo>
                    <a:pt x="1302375" y="3782452"/>
                  </a:lnTo>
                  <a:lnTo>
                    <a:pt x="1302469" y="3782452"/>
                  </a:lnTo>
                  <a:lnTo>
                    <a:pt x="1302562" y="3782452"/>
                  </a:lnTo>
                  <a:lnTo>
                    <a:pt x="1302655" y="3782452"/>
                  </a:lnTo>
                  <a:lnTo>
                    <a:pt x="1302748" y="3782452"/>
                  </a:lnTo>
                  <a:lnTo>
                    <a:pt x="1302842" y="3782452"/>
                  </a:lnTo>
                  <a:lnTo>
                    <a:pt x="1302935" y="3782452"/>
                  </a:lnTo>
                  <a:lnTo>
                    <a:pt x="1303028" y="3782452"/>
                  </a:lnTo>
                  <a:lnTo>
                    <a:pt x="1303121" y="3782452"/>
                  </a:lnTo>
                  <a:lnTo>
                    <a:pt x="1303215" y="3782452"/>
                  </a:lnTo>
                  <a:lnTo>
                    <a:pt x="1303308" y="3782452"/>
                  </a:lnTo>
                  <a:lnTo>
                    <a:pt x="1303401" y="3782452"/>
                  </a:lnTo>
                  <a:lnTo>
                    <a:pt x="1303494" y="3782452"/>
                  </a:lnTo>
                  <a:lnTo>
                    <a:pt x="1303588" y="3782452"/>
                  </a:lnTo>
                  <a:lnTo>
                    <a:pt x="1303681" y="3782452"/>
                  </a:lnTo>
                  <a:lnTo>
                    <a:pt x="1303774" y="3782452"/>
                  </a:lnTo>
                  <a:lnTo>
                    <a:pt x="1303867" y="3782452"/>
                  </a:lnTo>
                  <a:lnTo>
                    <a:pt x="1303961" y="3782452"/>
                  </a:lnTo>
                  <a:lnTo>
                    <a:pt x="1304054" y="3782452"/>
                  </a:lnTo>
                  <a:lnTo>
                    <a:pt x="1304147" y="3782452"/>
                  </a:lnTo>
                  <a:lnTo>
                    <a:pt x="1304240" y="3782452"/>
                  </a:lnTo>
                  <a:lnTo>
                    <a:pt x="1304333" y="3782452"/>
                  </a:lnTo>
                  <a:lnTo>
                    <a:pt x="1304427" y="3782452"/>
                  </a:lnTo>
                  <a:lnTo>
                    <a:pt x="1304520" y="3782452"/>
                  </a:lnTo>
                  <a:lnTo>
                    <a:pt x="1304613" y="3782452"/>
                  </a:lnTo>
                  <a:lnTo>
                    <a:pt x="1304706" y="3782452"/>
                  </a:lnTo>
                  <a:lnTo>
                    <a:pt x="1304800" y="3782452"/>
                  </a:lnTo>
                  <a:lnTo>
                    <a:pt x="1304893" y="3782452"/>
                  </a:lnTo>
                  <a:lnTo>
                    <a:pt x="1304986" y="3782452"/>
                  </a:lnTo>
                  <a:lnTo>
                    <a:pt x="1305079" y="3782452"/>
                  </a:lnTo>
                  <a:lnTo>
                    <a:pt x="1305173" y="3782452"/>
                  </a:lnTo>
                  <a:lnTo>
                    <a:pt x="1305266" y="3782452"/>
                  </a:lnTo>
                  <a:lnTo>
                    <a:pt x="1305359" y="3782452"/>
                  </a:lnTo>
                  <a:lnTo>
                    <a:pt x="1305452" y="3782452"/>
                  </a:lnTo>
                  <a:lnTo>
                    <a:pt x="1305546" y="3782452"/>
                  </a:lnTo>
                  <a:lnTo>
                    <a:pt x="1305639" y="3782452"/>
                  </a:lnTo>
                  <a:lnTo>
                    <a:pt x="1305732" y="3782452"/>
                  </a:lnTo>
                  <a:lnTo>
                    <a:pt x="1305732" y="3772498"/>
                  </a:lnTo>
                  <a:lnTo>
                    <a:pt x="1305825" y="3772498"/>
                  </a:lnTo>
                  <a:lnTo>
                    <a:pt x="1305919" y="3772498"/>
                  </a:lnTo>
                  <a:lnTo>
                    <a:pt x="1306012" y="3772498"/>
                  </a:lnTo>
                  <a:lnTo>
                    <a:pt x="1306105" y="3772498"/>
                  </a:lnTo>
                  <a:lnTo>
                    <a:pt x="1306198" y="3772498"/>
                  </a:lnTo>
                  <a:lnTo>
                    <a:pt x="1306292" y="3772498"/>
                  </a:lnTo>
                  <a:lnTo>
                    <a:pt x="1306385" y="3772498"/>
                  </a:lnTo>
                  <a:lnTo>
                    <a:pt x="1306478" y="3772498"/>
                  </a:lnTo>
                  <a:lnTo>
                    <a:pt x="1306571" y="3772498"/>
                  </a:lnTo>
                  <a:lnTo>
                    <a:pt x="1306665" y="3772498"/>
                  </a:lnTo>
                  <a:lnTo>
                    <a:pt x="1306758" y="3772498"/>
                  </a:lnTo>
                  <a:lnTo>
                    <a:pt x="1306851" y="3772498"/>
                  </a:lnTo>
                  <a:lnTo>
                    <a:pt x="1306944" y="3772498"/>
                  </a:lnTo>
                  <a:lnTo>
                    <a:pt x="1307038" y="3772498"/>
                  </a:lnTo>
                  <a:lnTo>
                    <a:pt x="1307131" y="3772498"/>
                  </a:lnTo>
                  <a:lnTo>
                    <a:pt x="1307224" y="3772498"/>
                  </a:lnTo>
                  <a:lnTo>
                    <a:pt x="1307317" y="3772498"/>
                  </a:lnTo>
                  <a:lnTo>
                    <a:pt x="1307411" y="3772498"/>
                  </a:lnTo>
                  <a:lnTo>
                    <a:pt x="1307504" y="3772498"/>
                  </a:lnTo>
                  <a:lnTo>
                    <a:pt x="1307597" y="3772498"/>
                  </a:lnTo>
                  <a:lnTo>
                    <a:pt x="1307690" y="3772498"/>
                  </a:lnTo>
                  <a:lnTo>
                    <a:pt x="1307784" y="3772498"/>
                  </a:lnTo>
                  <a:lnTo>
                    <a:pt x="1307877" y="3772498"/>
                  </a:lnTo>
                  <a:lnTo>
                    <a:pt x="1307970" y="3772498"/>
                  </a:lnTo>
                  <a:lnTo>
                    <a:pt x="1308063" y="3772498"/>
                  </a:lnTo>
                  <a:lnTo>
                    <a:pt x="1308157" y="3772498"/>
                  </a:lnTo>
                  <a:lnTo>
                    <a:pt x="1308250" y="3772498"/>
                  </a:lnTo>
                  <a:lnTo>
                    <a:pt x="1308343" y="3772498"/>
                  </a:lnTo>
                  <a:lnTo>
                    <a:pt x="1308436" y="3772498"/>
                  </a:lnTo>
                  <a:lnTo>
                    <a:pt x="1308530" y="3772498"/>
                  </a:lnTo>
                  <a:lnTo>
                    <a:pt x="1308623" y="3772498"/>
                  </a:lnTo>
                  <a:lnTo>
                    <a:pt x="1308716" y="3772498"/>
                  </a:lnTo>
                  <a:lnTo>
                    <a:pt x="1308809" y="3772498"/>
                  </a:lnTo>
                  <a:lnTo>
                    <a:pt x="1308903" y="3772498"/>
                  </a:lnTo>
                  <a:lnTo>
                    <a:pt x="1308996" y="3772498"/>
                  </a:lnTo>
                  <a:lnTo>
                    <a:pt x="1309089" y="3772498"/>
                  </a:lnTo>
                  <a:lnTo>
                    <a:pt x="1309182" y="3772498"/>
                  </a:lnTo>
                  <a:lnTo>
                    <a:pt x="1309276" y="3772498"/>
                  </a:lnTo>
                  <a:lnTo>
                    <a:pt x="1309369" y="3772498"/>
                  </a:lnTo>
                  <a:lnTo>
                    <a:pt x="1309462" y="3772498"/>
                  </a:lnTo>
                  <a:lnTo>
                    <a:pt x="1309555" y="3772498"/>
                  </a:lnTo>
                  <a:lnTo>
                    <a:pt x="1309649" y="3772498"/>
                  </a:lnTo>
                  <a:lnTo>
                    <a:pt x="1309742" y="3772498"/>
                  </a:lnTo>
                  <a:lnTo>
                    <a:pt x="1309835" y="3772498"/>
                  </a:lnTo>
                  <a:lnTo>
                    <a:pt x="1309928" y="3772498"/>
                  </a:lnTo>
                  <a:lnTo>
                    <a:pt x="1310022" y="3772498"/>
                  </a:lnTo>
                  <a:lnTo>
                    <a:pt x="1310115" y="3772498"/>
                  </a:lnTo>
                  <a:lnTo>
                    <a:pt x="1310208" y="3772498"/>
                  </a:lnTo>
                  <a:lnTo>
                    <a:pt x="1310301" y="3772498"/>
                  </a:lnTo>
                  <a:lnTo>
                    <a:pt x="1310395" y="3772498"/>
                  </a:lnTo>
                  <a:lnTo>
                    <a:pt x="1310488" y="3772498"/>
                  </a:lnTo>
                  <a:lnTo>
                    <a:pt x="1310581" y="3772498"/>
                  </a:lnTo>
                  <a:lnTo>
                    <a:pt x="1310674" y="3772498"/>
                  </a:lnTo>
                  <a:lnTo>
                    <a:pt x="1310768" y="3772498"/>
                  </a:lnTo>
                  <a:lnTo>
                    <a:pt x="1310861" y="3772498"/>
                  </a:lnTo>
                  <a:lnTo>
                    <a:pt x="1310954" y="3772498"/>
                  </a:lnTo>
                  <a:lnTo>
                    <a:pt x="1311047" y="3772498"/>
                  </a:lnTo>
                  <a:lnTo>
                    <a:pt x="1311141" y="3772498"/>
                  </a:lnTo>
                  <a:lnTo>
                    <a:pt x="1311234" y="3772498"/>
                  </a:lnTo>
                  <a:lnTo>
                    <a:pt x="1311327" y="3772498"/>
                  </a:lnTo>
                  <a:lnTo>
                    <a:pt x="1311420" y="3772498"/>
                  </a:lnTo>
                  <a:lnTo>
                    <a:pt x="1311513" y="3772498"/>
                  </a:lnTo>
                  <a:lnTo>
                    <a:pt x="1311607" y="3772498"/>
                  </a:lnTo>
                  <a:lnTo>
                    <a:pt x="1311700" y="3772498"/>
                  </a:lnTo>
                  <a:lnTo>
                    <a:pt x="1311793" y="3772498"/>
                  </a:lnTo>
                  <a:lnTo>
                    <a:pt x="1311886" y="3772498"/>
                  </a:lnTo>
                  <a:lnTo>
                    <a:pt x="1311980" y="3772498"/>
                  </a:lnTo>
                  <a:lnTo>
                    <a:pt x="1312073" y="3772498"/>
                  </a:lnTo>
                  <a:lnTo>
                    <a:pt x="1312166" y="3772498"/>
                  </a:lnTo>
                  <a:lnTo>
                    <a:pt x="1312259" y="3772498"/>
                  </a:lnTo>
                  <a:lnTo>
                    <a:pt x="1312353" y="3772498"/>
                  </a:lnTo>
                  <a:lnTo>
                    <a:pt x="1312446" y="3772498"/>
                  </a:lnTo>
                  <a:lnTo>
                    <a:pt x="1312539" y="3772498"/>
                  </a:lnTo>
                  <a:lnTo>
                    <a:pt x="1312632" y="3772498"/>
                  </a:lnTo>
                  <a:lnTo>
                    <a:pt x="1312726" y="3772498"/>
                  </a:lnTo>
                  <a:lnTo>
                    <a:pt x="1312819" y="3772498"/>
                  </a:lnTo>
                  <a:lnTo>
                    <a:pt x="1312912" y="3772498"/>
                  </a:lnTo>
                  <a:lnTo>
                    <a:pt x="1313005" y="3772498"/>
                  </a:lnTo>
                  <a:lnTo>
                    <a:pt x="1313099" y="3772498"/>
                  </a:lnTo>
                  <a:lnTo>
                    <a:pt x="1313192" y="3772498"/>
                  </a:lnTo>
                  <a:lnTo>
                    <a:pt x="1313285" y="3772498"/>
                  </a:lnTo>
                  <a:lnTo>
                    <a:pt x="1313378" y="3772498"/>
                  </a:lnTo>
                  <a:lnTo>
                    <a:pt x="1313472" y="3772498"/>
                  </a:lnTo>
                  <a:lnTo>
                    <a:pt x="1313565" y="3772498"/>
                  </a:lnTo>
                  <a:lnTo>
                    <a:pt x="1313658" y="3772498"/>
                  </a:lnTo>
                  <a:lnTo>
                    <a:pt x="1313751" y="3772498"/>
                  </a:lnTo>
                  <a:lnTo>
                    <a:pt x="1313845" y="3772498"/>
                  </a:lnTo>
                  <a:lnTo>
                    <a:pt x="1313938" y="3772498"/>
                  </a:lnTo>
                  <a:lnTo>
                    <a:pt x="1314031" y="3772498"/>
                  </a:lnTo>
                  <a:lnTo>
                    <a:pt x="1314124" y="3772498"/>
                  </a:lnTo>
                  <a:lnTo>
                    <a:pt x="1314218" y="3772498"/>
                  </a:lnTo>
                  <a:lnTo>
                    <a:pt x="1314311" y="3772498"/>
                  </a:lnTo>
                  <a:lnTo>
                    <a:pt x="1314404" y="3772498"/>
                  </a:lnTo>
                  <a:lnTo>
                    <a:pt x="1314497" y="3772498"/>
                  </a:lnTo>
                  <a:lnTo>
                    <a:pt x="1314591" y="3772498"/>
                  </a:lnTo>
                  <a:lnTo>
                    <a:pt x="1314684" y="3772498"/>
                  </a:lnTo>
                  <a:lnTo>
                    <a:pt x="1314777" y="3772498"/>
                  </a:lnTo>
                  <a:lnTo>
                    <a:pt x="1314870" y="3772498"/>
                  </a:lnTo>
                  <a:lnTo>
                    <a:pt x="1314964" y="3772498"/>
                  </a:lnTo>
                  <a:lnTo>
                    <a:pt x="1315057" y="3772498"/>
                  </a:lnTo>
                  <a:lnTo>
                    <a:pt x="1315150" y="3772498"/>
                  </a:lnTo>
                  <a:lnTo>
                    <a:pt x="1315243" y="3772498"/>
                  </a:lnTo>
                  <a:lnTo>
                    <a:pt x="1315337" y="3772498"/>
                  </a:lnTo>
                  <a:lnTo>
                    <a:pt x="1315430" y="3772498"/>
                  </a:lnTo>
                  <a:lnTo>
                    <a:pt x="1315523" y="3772498"/>
                  </a:lnTo>
                  <a:lnTo>
                    <a:pt x="1315616" y="3772498"/>
                  </a:lnTo>
                  <a:lnTo>
                    <a:pt x="1315710" y="3772498"/>
                  </a:lnTo>
                  <a:lnTo>
                    <a:pt x="1315803" y="3772498"/>
                  </a:lnTo>
                  <a:lnTo>
                    <a:pt x="1315896" y="3772498"/>
                  </a:lnTo>
                  <a:lnTo>
                    <a:pt x="1315989" y="3772498"/>
                  </a:lnTo>
                  <a:lnTo>
                    <a:pt x="1316083" y="3772498"/>
                  </a:lnTo>
                  <a:lnTo>
                    <a:pt x="1316176" y="3772498"/>
                  </a:lnTo>
                  <a:lnTo>
                    <a:pt x="1316269" y="3772498"/>
                  </a:lnTo>
                  <a:lnTo>
                    <a:pt x="1316362" y="3772498"/>
                  </a:lnTo>
                  <a:lnTo>
                    <a:pt x="1316456" y="3772498"/>
                  </a:lnTo>
                  <a:lnTo>
                    <a:pt x="1316549" y="3772498"/>
                  </a:lnTo>
                  <a:lnTo>
                    <a:pt x="1316642" y="3772498"/>
                  </a:lnTo>
                  <a:lnTo>
                    <a:pt x="1316735" y="3772498"/>
                  </a:lnTo>
                  <a:lnTo>
                    <a:pt x="1316829" y="3772498"/>
                  </a:lnTo>
                  <a:lnTo>
                    <a:pt x="1316922" y="3772498"/>
                  </a:lnTo>
                  <a:lnTo>
                    <a:pt x="1317015" y="3772498"/>
                  </a:lnTo>
                  <a:lnTo>
                    <a:pt x="1317108" y="3772498"/>
                  </a:lnTo>
                  <a:lnTo>
                    <a:pt x="1317202" y="3772498"/>
                  </a:lnTo>
                  <a:lnTo>
                    <a:pt x="1317295" y="3772498"/>
                  </a:lnTo>
                  <a:lnTo>
                    <a:pt x="1317388" y="3772498"/>
                  </a:lnTo>
                  <a:lnTo>
                    <a:pt x="1317481" y="3772498"/>
                  </a:lnTo>
                  <a:lnTo>
                    <a:pt x="1317575" y="3772498"/>
                  </a:lnTo>
                  <a:lnTo>
                    <a:pt x="1317668" y="3772498"/>
                  </a:lnTo>
                  <a:lnTo>
                    <a:pt x="1317761" y="3772498"/>
                  </a:lnTo>
                  <a:lnTo>
                    <a:pt x="1317854" y="3772498"/>
                  </a:lnTo>
                  <a:lnTo>
                    <a:pt x="1317948" y="3772498"/>
                  </a:lnTo>
                  <a:lnTo>
                    <a:pt x="1318041" y="3772498"/>
                  </a:lnTo>
                  <a:lnTo>
                    <a:pt x="1318134" y="3772498"/>
                  </a:lnTo>
                  <a:lnTo>
                    <a:pt x="1318227" y="3772498"/>
                  </a:lnTo>
                  <a:lnTo>
                    <a:pt x="1318320" y="3772498"/>
                  </a:lnTo>
                  <a:lnTo>
                    <a:pt x="1318414" y="3772498"/>
                  </a:lnTo>
                  <a:lnTo>
                    <a:pt x="1318507" y="3772498"/>
                  </a:lnTo>
                  <a:lnTo>
                    <a:pt x="1318600" y="3772498"/>
                  </a:lnTo>
                  <a:lnTo>
                    <a:pt x="1318693" y="3772498"/>
                  </a:lnTo>
                  <a:lnTo>
                    <a:pt x="1318787" y="3772498"/>
                  </a:lnTo>
                  <a:lnTo>
                    <a:pt x="1318880" y="3772498"/>
                  </a:lnTo>
                  <a:lnTo>
                    <a:pt x="1318880" y="3762544"/>
                  </a:lnTo>
                  <a:lnTo>
                    <a:pt x="1318973" y="3762544"/>
                  </a:lnTo>
                  <a:lnTo>
                    <a:pt x="1319066" y="3762544"/>
                  </a:lnTo>
                  <a:lnTo>
                    <a:pt x="1319160" y="3762544"/>
                  </a:lnTo>
                  <a:lnTo>
                    <a:pt x="1319253" y="3762544"/>
                  </a:lnTo>
                  <a:lnTo>
                    <a:pt x="1319346" y="3762544"/>
                  </a:lnTo>
                  <a:lnTo>
                    <a:pt x="1319439" y="3762544"/>
                  </a:lnTo>
                  <a:lnTo>
                    <a:pt x="1319533" y="3762544"/>
                  </a:lnTo>
                  <a:lnTo>
                    <a:pt x="1319626" y="3762544"/>
                  </a:lnTo>
                  <a:lnTo>
                    <a:pt x="1319719" y="3762544"/>
                  </a:lnTo>
                  <a:lnTo>
                    <a:pt x="1319812" y="3762544"/>
                  </a:lnTo>
                  <a:lnTo>
                    <a:pt x="1319906" y="3762544"/>
                  </a:lnTo>
                  <a:lnTo>
                    <a:pt x="1319999" y="3762544"/>
                  </a:lnTo>
                  <a:lnTo>
                    <a:pt x="1320092" y="3762544"/>
                  </a:lnTo>
                  <a:lnTo>
                    <a:pt x="1320185" y="3762544"/>
                  </a:lnTo>
                  <a:lnTo>
                    <a:pt x="1320279" y="3762544"/>
                  </a:lnTo>
                  <a:lnTo>
                    <a:pt x="1320372" y="3762544"/>
                  </a:lnTo>
                  <a:lnTo>
                    <a:pt x="1320465" y="3762544"/>
                  </a:lnTo>
                  <a:lnTo>
                    <a:pt x="1320558" y="3762544"/>
                  </a:lnTo>
                  <a:lnTo>
                    <a:pt x="1320652" y="3762544"/>
                  </a:lnTo>
                  <a:lnTo>
                    <a:pt x="1320745" y="3762544"/>
                  </a:lnTo>
                  <a:lnTo>
                    <a:pt x="1320838" y="3762544"/>
                  </a:lnTo>
                  <a:lnTo>
                    <a:pt x="1320931" y="3762544"/>
                  </a:lnTo>
                  <a:lnTo>
                    <a:pt x="1321025" y="3762544"/>
                  </a:lnTo>
                  <a:lnTo>
                    <a:pt x="1321118" y="3762544"/>
                  </a:lnTo>
                  <a:lnTo>
                    <a:pt x="1321211" y="3762544"/>
                  </a:lnTo>
                  <a:lnTo>
                    <a:pt x="1321304" y="3762544"/>
                  </a:lnTo>
                  <a:lnTo>
                    <a:pt x="1321398" y="3762544"/>
                  </a:lnTo>
                  <a:lnTo>
                    <a:pt x="1321491" y="3762544"/>
                  </a:lnTo>
                  <a:lnTo>
                    <a:pt x="1321584" y="3762544"/>
                  </a:lnTo>
                  <a:lnTo>
                    <a:pt x="1321677" y="3762544"/>
                  </a:lnTo>
                  <a:lnTo>
                    <a:pt x="1321771" y="3762544"/>
                  </a:lnTo>
                  <a:lnTo>
                    <a:pt x="1321864" y="3762544"/>
                  </a:lnTo>
                  <a:lnTo>
                    <a:pt x="1321957" y="3762544"/>
                  </a:lnTo>
                  <a:lnTo>
                    <a:pt x="1322050" y="3762544"/>
                  </a:lnTo>
                  <a:lnTo>
                    <a:pt x="1322144" y="3762544"/>
                  </a:lnTo>
                  <a:lnTo>
                    <a:pt x="1322237" y="3762544"/>
                  </a:lnTo>
                  <a:lnTo>
                    <a:pt x="1322330" y="3762544"/>
                  </a:lnTo>
                  <a:lnTo>
                    <a:pt x="1322423" y="3762544"/>
                  </a:lnTo>
                  <a:lnTo>
                    <a:pt x="1322517" y="3762544"/>
                  </a:lnTo>
                  <a:lnTo>
                    <a:pt x="1322610" y="3762544"/>
                  </a:lnTo>
                  <a:lnTo>
                    <a:pt x="1322703" y="3762544"/>
                  </a:lnTo>
                  <a:lnTo>
                    <a:pt x="1322796" y="3762544"/>
                  </a:lnTo>
                  <a:lnTo>
                    <a:pt x="1322890" y="3762544"/>
                  </a:lnTo>
                  <a:lnTo>
                    <a:pt x="1322983" y="3762544"/>
                  </a:lnTo>
                  <a:lnTo>
                    <a:pt x="1323076" y="3762544"/>
                  </a:lnTo>
                  <a:lnTo>
                    <a:pt x="1323169" y="3762544"/>
                  </a:lnTo>
                  <a:lnTo>
                    <a:pt x="1323263" y="3762544"/>
                  </a:lnTo>
                  <a:lnTo>
                    <a:pt x="1323356" y="3762544"/>
                  </a:lnTo>
                  <a:lnTo>
                    <a:pt x="1323449" y="3762544"/>
                  </a:lnTo>
                  <a:lnTo>
                    <a:pt x="1323542" y="3762544"/>
                  </a:lnTo>
                  <a:lnTo>
                    <a:pt x="1323636" y="3762544"/>
                  </a:lnTo>
                  <a:lnTo>
                    <a:pt x="1323729" y="3762544"/>
                  </a:lnTo>
                  <a:lnTo>
                    <a:pt x="1323822" y="3762544"/>
                  </a:lnTo>
                  <a:lnTo>
                    <a:pt x="1323915" y="3762544"/>
                  </a:lnTo>
                  <a:lnTo>
                    <a:pt x="1324009" y="3762544"/>
                  </a:lnTo>
                  <a:lnTo>
                    <a:pt x="1324102" y="3762544"/>
                  </a:lnTo>
                  <a:lnTo>
                    <a:pt x="1324195" y="3762544"/>
                  </a:lnTo>
                  <a:lnTo>
                    <a:pt x="1324288" y="3762544"/>
                  </a:lnTo>
                  <a:lnTo>
                    <a:pt x="1324382" y="3762544"/>
                  </a:lnTo>
                  <a:lnTo>
                    <a:pt x="1324475" y="3762544"/>
                  </a:lnTo>
                  <a:lnTo>
                    <a:pt x="1324568" y="3762544"/>
                  </a:lnTo>
                  <a:lnTo>
                    <a:pt x="1324661" y="3762544"/>
                  </a:lnTo>
                  <a:lnTo>
                    <a:pt x="1324755" y="3762544"/>
                  </a:lnTo>
                  <a:lnTo>
                    <a:pt x="1324848" y="3762544"/>
                  </a:lnTo>
                  <a:lnTo>
                    <a:pt x="1324941" y="3762544"/>
                  </a:lnTo>
                  <a:lnTo>
                    <a:pt x="1325034" y="3762544"/>
                  </a:lnTo>
                  <a:lnTo>
                    <a:pt x="1325127" y="3762544"/>
                  </a:lnTo>
                  <a:lnTo>
                    <a:pt x="1325221" y="3762544"/>
                  </a:lnTo>
                  <a:lnTo>
                    <a:pt x="1325314" y="3762544"/>
                  </a:lnTo>
                  <a:lnTo>
                    <a:pt x="1325407" y="3762544"/>
                  </a:lnTo>
                  <a:lnTo>
                    <a:pt x="1325500" y="3762544"/>
                  </a:lnTo>
                  <a:lnTo>
                    <a:pt x="1325594" y="3762544"/>
                  </a:lnTo>
                  <a:lnTo>
                    <a:pt x="1325687" y="3762544"/>
                  </a:lnTo>
                  <a:lnTo>
                    <a:pt x="1325780" y="3762544"/>
                  </a:lnTo>
                  <a:lnTo>
                    <a:pt x="1325873" y="3762544"/>
                  </a:lnTo>
                  <a:lnTo>
                    <a:pt x="1325967" y="3762544"/>
                  </a:lnTo>
                  <a:lnTo>
                    <a:pt x="1326060" y="3762544"/>
                  </a:lnTo>
                  <a:lnTo>
                    <a:pt x="1326153" y="3762544"/>
                  </a:lnTo>
                  <a:lnTo>
                    <a:pt x="1326246" y="3762544"/>
                  </a:lnTo>
                  <a:lnTo>
                    <a:pt x="1326340" y="3762544"/>
                  </a:lnTo>
                  <a:lnTo>
                    <a:pt x="1326433" y="3762544"/>
                  </a:lnTo>
                  <a:lnTo>
                    <a:pt x="1326526" y="3762544"/>
                  </a:lnTo>
                  <a:lnTo>
                    <a:pt x="1326619" y="3762544"/>
                  </a:lnTo>
                  <a:lnTo>
                    <a:pt x="1326713" y="3762544"/>
                  </a:lnTo>
                  <a:lnTo>
                    <a:pt x="1326806" y="3762544"/>
                  </a:lnTo>
                  <a:lnTo>
                    <a:pt x="1326899" y="3762544"/>
                  </a:lnTo>
                  <a:lnTo>
                    <a:pt x="1326992" y="3762544"/>
                  </a:lnTo>
                  <a:lnTo>
                    <a:pt x="1327086" y="3762544"/>
                  </a:lnTo>
                  <a:lnTo>
                    <a:pt x="1327179" y="3762544"/>
                  </a:lnTo>
                  <a:lnTo>
                    <a:pt x="1327272" y="3762544"/>
                  </a:lnTo>
                  <a:lnTo>
                    <a:pt x="1327365" y="3762544"/>
                  </a:lnTo>
                  <a:lnTo>
                    <a:pt x="1327459" y="3762544"/>
                  </a:lnTo>
                  <a:lnTo>
                    <a:pt x="1327552" y="3762544"/>
                  </a:lnTo>
                  <a:lnTo>
                    <a:pt x="1327645" y="3762544"/>
                  </a:lnTo>
                  <a:lnTo>
                    <a:pt x="1327738" y="3762544"/>
                  </a:lnTo>
                  <a:lnTo>
                    <a:pt x="1327832" y="3762544"/>
                  </a:lnTo>
                  <a:lnTo>
                    <a:pt x="1327925" y="3762544"/>
                  </a:lnTo>
                  <a:lnTo>
                    <a:pt x="1328018" y="3762544"/>
                  </a:lnTo>
                  <a:lnTo>
                    <a:pt x="1328111" y="3762544"/>
                  </a:lnTo>
                  <a:lnTo>
                    <a:pt x="1328205" y="3762544"/>
                  </a:lnTo>
                  <a:lnTo>
                    <a:pt x="1328298" y="3762544"/>
                  </a:lnTo>
                  <a:lnTo>
                    <a:pt x="1328391" y="3762544"/>
                  </a:lnTo>
                  <a:lnTo>
                    <a:pt x="1328484" y="3762544"/>
                  </a:lnTo>
                  <a:lnTo>
                    <a:pt x="1328578" y="3762544"/>
                  </a:lnTo>
                  <a:lnTo>
                    <a:pt x="1328671" y="3762544"/>
                  </a:lnTo>
                  <a:lnTo>
                    <a:pt x="1328764" y="3762544"/>
                  </a:lnTo>
                  <a:lnTo>
                    <a:pt x="1328857" y="3762544"/>
                  </a:lnTo>
                  <a:lnTo>
                    <a:pt x="1328951" y="3762544"/>
                  </a:lnTo>
                  <a:lnTo>
                    <a:pt x="1329044" y="3762544"/>
                  </a:lnTo>
                  <a:lnTo>
                    <a:pt x="1329137" y="3762544"/>
                  </a:lnTo>
                  <a:lnTo>
                    <a:pt x="1329230" y="3762544"/>
                  </a:lnTo>
                  <a:lnTo>
                    <a:pt x="1329324" y="3762544"/>
                  </a:lnTo>
                  <a:lnTo>
                    <a:pt x="1329417" y="3762544"/>
                  </a:lnTo>
                  <a:lnTo>
                    <a:pt x="1329510" y="3762544"/>
                  </a:lnTo>
                  <a:lnTo>
                    <a:pt x="1329603" y="3762544"/>
                  </a:lnTo>
                  <a:lnTo>
                    <a:pt x="1329697" y="3762544"/>
                  </a:lnTo>
                  <a:lnTo>
                    <a:pt x="1329790" y="3762544"/>
                  </a:lnTo>
                  <a:lnTo>
                    <a:pt x="1329883" y="3762544"/>
                  </a:lnTo>
                  <a:lnTo>
                    <a:pt x="1329976" y="3762544"/>
                  </a:lnTo>
                  <a:lnTo>
                    <a:pt x="1330070" y="3762544"/>
                  </a:lnTo>
                  <a:lnTo>
                    <a:pt x="1330163" y="3762544"/>
                  </a:lnTo>
                  <a:lnTo>
                    <a:pt x="1330256" y="3762544"/>
                  </a:lnTo>
                  <a:lnTo>
                    <a:pt x="1330349" y="3762544"/>
                  </a:lnTo>
                  <a:lnTo>
                    <a:pt x="1330443" y="3762544"/>
                  </a:lnTo>
                  <a:lnTo>
                    <a:pt x="1330536" y="3762544"/>
                  </a:lnTo>
                  <a:lnTo>
                    <a:pt x="1330629" y="3762544"/>
                  </a:lnTo>
                  <a:lnTo>
                    <a:pt x="1330722" y="3762544"/>
                  </a:lnTo>
                  <a:lnTo>
                    <a:pt x="1330816" y="3762544"/>
                  </a:lnTo>
                  <a:lnTo>
                    <a:pt x="1330909" y="3762544"/>
                  </a:lnTo>
                  <a:lnTo>
                    <a:pt x="1331002" y="3762544"/>
                  </a:lnTo>
                  <a:lnTo>
                    <a:pt x="1331095" y="3762544"/>
                  </a:lnTo>
                  <a:lnTo>
                    <a:pt x="1331189" y="3762544"/>
                  </a:lnTo>
                  <a:lnTo>
                    <a:pt x="1331282" y="3762544"/>
                  </a:lnTo>
                  <a:lnTo>
                    <a:pt x="1331375" y="3762544"/>
                  </a:lnTo>
                  <a:lnTo>
                    <a:pt x="1331468" y="3762544"/>
                  </a:lnTo>
                  <a:lnTo>
                    <a:pt x="1331562" y="3762544"/>
                  </a:lnTo>
                  <a:lnTo>
                    <a:pt x="1331655" y="3762544"/>
                  </a:lnTo>
                  <a:lnTo>
                    <a:pt x="1331748" y="3762544"/>
                  </a:lnTo>
                  <a:lnTo>
                    <a:pt x="1331841" y="3762544"/>
                  </a:lnTo>
                  <a:lnTo>
                    <a:pt x="1331935" y="3762544"/>
                  </a:lnTo>
                  <a:lnTo>
                    <a:pt x="1332028" y="3762544"/>
                  </a:lnTo>
                  <a:lnTo>
                    <a:pt x="1332121" y="3762544"/>
                  </a:lnTo>
                  <a:lnTo>
                    <a:pt x="1332214" y="3762544"/>
                  </a:lnTo>
                  <a:lnTo>
                    <a:pt x="1332307" y="3762544"/>
                  </a:lnTo>
                  <a:lnTo>
                    <a:pt x="1332401" y="3762544"/>
                  </a:lnTo>
                  <a:lnTo>
                    <a:pt x="1332494" y="3762544"/>
                  </a:lnTo>
                  <a:lnTo>
                    <a:pt x="1332587" y="3762544"/>
                  </a:lnTo>
                  <a:lnTo>
                    <a:pt x="1332680" y="3762544"/>
                  </a:lnTo>
                  <a:lnTo>
                    <a:pt x="1332774" y="3762544"/>
                  </a:lnTo>
                  <a:lnTo>
                    <a:pt x="1332867" y="3762544"/>
                  </a:lnTo>
                  <a:lnTo>
                    <a:pt x="1332960" y="3762544"/>
                  </a:lnTo>
                  <a:lnTo>
                    <a:pt x="1333053" y="3762544"/>
                  </a:lnTo>
                  <a:lnTo>
                    <a:pt x="1333147" y="3762544"/>
                  </a:lnTo>
                  <a:lnTo>
                    <a:pt x="1333240" y="3762544"/>
                  </a:lnTo>
                  <a:lnTo>
                    <a:pt x="1333333" y="3762544"/>
                  </a:lnTo>
                  <a:lnTo>
                    <a:pt x="1333426" y="3762544"/>
                  </a:lnTo>
                  <a:lnTo>
                    <a:pt x="1333520" y="3762544"/>
                  </a:lnTo>
                  <a:lnTo>
                    <a:pt x="1333613" y="3762544"/>
                  </a:lnTo>
                  <a:lnTo>
                    <a:pt x="1333706" y="3762544"/>
                  </a:lnTo>
                  <a:lnTo>
                    <a:pt x="1333799" y="3762544"/>
                  </a:lnTo>
                  <a:lnTo>
                    <a:pt x="1333893" y="3762544"/>
                  </a:lnTo>
                  <a:lnTo>
                    <a:pt x="1333986" y="3762544"/>
                  </a:lnTo>
                  <a:lnTo>
                    <a:pt x="1334079" y="3762544"/>
                  </a:lnTo>
                  <a:lnTo>
                    <a:pt x="1334172" y="3762544"/>
                  </a:lnTo>
                  <a:lnTo>
                    <a:pt x="1334266" y="3762544"/>
                  </a:lnTo>
                  <a:lnTo>
                    <a:pt x="1334359" y="3762544"/>
                  </a:lnTo>
                  <a:lnTo>
                    <a:pt x="1334452" y="3762544"/>
                  </a:lnTo>
                  <a:lnTo>
                    <a:pt x="1334545" y="3762544"/>
                  </a:lnTo>
                  <a:lnTo>
                    <a:pt x="1334639" y="3762544"/>
                  </a:lnTo>
                  <a:lnTo>
                    <a:pt x="1334732" y="3762544"/>
                  </a:lnTo>
                  <a:lnTo>
                    <a:pt x="1334825" y="3762544"/>
                  </a:lnTo>
                  <a:lnTo>
                    <a:pt x="1334918" y="3762544"/>
                  </a:lnTo>
                  <a:lnTo>
                    <a:pt x="1335012" y="3762544"/>
                  </a:lnTo>
                  <a:lnTo>
                    <a:pt x="1335105" y="3762544"/>
                  </a:lnTo>
                  <a:lnTo>
                    <a:pt x="1335198" y="3762544"/>
                  </a:lnTo>
                  <a:lnTo>
                    <a:pt x="1335291" y="3762544"/>
                  </a:lnTo>
                  <a:lnTo>
                    <a:pt x="1335385" y="3762544"/>
                  </a:lnTo>
                  <a:lnTo>
                    <a:pt x="1335478" y="3762544"/>
                  </a:lnTo>
                  <a:lnTo>
                    <a:pt x="1335571" y="3762544"/>
                  </a:lnTo>
                  <a:lnTo>
                    <a:pt x="1335664" y="3762544"/>
                  </a:lnTo>
                  <a:lnTo>
                    <a:pt x="1335758" y="3762544"/>
                  </a:lnTo>
                  <a:lnTo>
                    <a:pt x="1335851" y="3762544"/>
                  </a:lnTo>
                  <a:lnTo>
                    <a:pt x="1335944" y="3762544"/>
                  </a:lnTo>
                  <a:lnTo>
                    <a:pt x="1336037" y="3762544"/>
                  </a:lnTo>
                  <a:lnTo>
                    <a:pt x="1336131" y="3762544"/>
                  </a:lnTo>
                  <a:lnTo>
                    <a:pt x="1336224" y="3762544"/>
                  </a:lnTo>
                  <a:lnTo>
                    <a:pt x="1336317" y="3762544"/>
                  </a:lnTo>
                  <a:lnTo>
                    <a:pt x="1336410" y="3762544"/>
                  </a:lnTo>
                  <a:lnTo>
                    <a:pt x="1336504" y="3762544"/>
                  </a:lnTo>
                  <a:lnTo>
                    <a:pt x="1336597" y="3762544"/>
                  </a:lnTo>
                  <a:lnTo>
                    <a:pt x="1336690" y="3762544"/>
                  </a:lnTo>
                  <a:lnTo>
                    <a:pt x="1336783" y="3762544"/>
                  </a:lnTo>
                  <a:lnTo>
                    <a:pt x="1336877" y="3762544"/>
                  </a:lnTo>
                  <a:lnTo>
                    <a:pt x="1336970" y="3762544"/>
                  </a:lnTo>
                  <a:lnTo>
                    <a:pt x="1337063" y="3762544"/>
                  </a:lnTo>
                  <a:lnTo>
                    <a:pt x="1337156" y="3762544"/>
                  </a:lnTo>
                  <a:lnTo>
                    <a:pt x="1337250" y="3762544"/>
                  </a:lnTo>
                  <a:lnTo>
                    <a:pt x="1337343" y="3762544"/>
                  </a:lnTo>
                  <a:lnTo>
                    <a:pt x="1337436" y="3762544"/>
                  </a:lnTo>
                  <a:lnTo>
                    <a:pt x="1337529" y="3762544"/>
                  </a:lnTo>
                  <a:lnTo>
                    <a:pt x="1337623" y="3762544"/>
                  </a:lnTo>
                  <a:lnTo>
                    <a:pt x="1337716" y="3762544"/>
                  </a:lnTo>
                  <a:lnTo>
                    <a:pt x="1337809" y="3762544"/>
                  </a:lnTo>
                  <a:lnTo>
                    <a:pt x="1337902" y="3762544"/>
                  </a:lnTo>
                  <a:lnTo>
                    <a:pt x="1337996" y="3762544"/>
                  </a:lnTo>
                  <a:lnTo>
                    <a:pt x="1338089" y="3762544"/>
                  </a:lnTo>
                  <a:lnTo>
                    <a:pt x="1338182" y="3762544"/>
                  </a:lnTo>
                  <a:lnTo>
                    <a:pt x="1338275" y="3762544"/>
                  </a:lnTo>
                  <a:lnTo>
                    <a:pt x="1338369" y="3762544"/>
                  </a:lnTo>
                  <a:lnTo>
                    <a:pt x="1338462" y="3762544"/>
                  </a:lnTo>
                  <a:lnTo>
                    <a:pt x="1338555" y="3762544"/>
                  </a:lnTo>
                  <a:lnTo>
                    <a:pt x="1338648" y="3762544"/>
                  </a:lnTo>
                  <a:lnTo>
                    <a:pt x="1338742" y="3762544"/>
                  </a:lnTo>
                  <a:lnTo>
                    <a:pt x="1338835" y="3762544"/>
                  </a:lnTo>
                  <a:lnTo>
                    <a:pt x="1338928" y="3762544"/>
                  </a:lnTo>
                  <a:lnTo>
                    <a:pt x="1339021" y="3762544"/>
                  </a:lnTo>
                  <a:lnTo>
                    <a:pt x="1339114" y="3762544"/>
                  </a:lnTo>
                  <a:lnTo>
                    <a:pt x="1339208" y="3762544"/>
                  </a:lnTo>
                  <a:lnTo>
                    <a:pt x="1339301" y="3762544"/>
                  </a:lnTo>
                  <a:lnTo>
                    <a:pt x="1339394" y="3762544"/>
                  </a:lnTo>
                  <a:lnTo>
                    <a:pt x="1339487" y="3762544"/>
                  </a:lnTo>
                  <a:lnTo>
                    <a:pt x="1339581" y="3762544"/>
                  </a:lnTo>
                  <a:lnTo>
                    <a:pt x="1339674" y="3762544"/>
                  </a:lnTo>
                  <a:lnTo>
                    <a:pt x="1339767" y="3762544"/>
                  </a:lnTo>
                  <a:lnTo>
                    <a:pt x="1339860" y="3762544"/>
                  </a:lnTo>
                  <a:lnTo>
                    <a:pt x="1339860" y="3752591"/>
                  </a:lnTo>
                  <a:lnTo>
                    <a:pt x="1339954" y="3752591"/>
                  </a:lnTo>
                  <a:lnTo>
                    <a:pt x="1340047" y="3752591"/>
                  </a:lnTo>
                  <a:lnTo>
                    <a:pt x="1340140" y="3752591"/>
                  </a:lnTo>
                  <a:lnTo>
                    <a:pt x="1340233" y="3752591"/>
                  </a:lnTo>
                  <a:lnTo>
                    <a:pt x="1340327" y="3752591"/>
                  </a:lnTo>
                  <a:lnTo>
                    <a:pt x="1340420" y="3752591"/>
                  </a:lnTo>
                  <a:lnTo>
                    <a:pt x="1340513" y="3752591"/>
                  </a:lnTo>
                  <a:lnTo>
                    <a:pt x="1340606" y="3752591"/>
                  </a:lnTo>
                  <a:lnTo>
                    <a:pt x="1340700" y="3752591"/>
                  </a:lnTo>
                  <a:lnTo>
                    <a:pt x="1340793" y="3752591"/>
                  </a:lnTo>
                  <a:lnTo>
                    <a:pt x="1340886" y="3752591"/>
                  </a:lnTo>
                  <a:lnTo>
                    <a:pt x="1340979" y="3752591"/>
                  </a:lnTo>
                  <a:lnTo>
                    <a:pt x="1341073" y="3752591"/>
                  </a:lnTo>
                  <a:lnTo>
                    <a:pt x="1341166" y="3752591"/>
                  </a:lnTo>
                  <a:lnTo>
                    <a:pt x="1341259" y="3752591"/>
                  </a:lnTo>
                  <a:lnTo>
                    <a:pt x="1341352" y="3752591"/>
                  </a:lnTo>
                  <a:lnTo>
                    <a:pt x="1341446" y="3752591"/>
                  </a:lnTo>
                  <a:lnTo>
                    <a:pt x="1341539" y="3752591"/>
                  </a:lnTo>
                  <a:lnTo>
                    <a:pt x="1341632" y="3752591"/>
                  </a:lnTo>
                  <a:lnTo>
                    <a:pt x="1341725" y="3752591"/>
                  </a:lnTo>
                  <a:lnTo>
                    <a:pt x="1341819" y="3752591"/>
                  </a:lnTo>
                  <a:lnTo>
                    <a:pt x="1341912" y="3752591"/>
                  </a:lnTo>
                  <a:lnTo>
                    <a:pt x="1342005" y="3752591"/>
                  </a:lnTo>
                  <a:lnTo>
                    <a:pt x="1342098" y="3752591"/>
                  </a:lnTo>
                  <a:lnTo>
                    <a:pt x="1342192" y="3752591"/>
                  </a:lnTo>
                  <a:lnTo>
                    <a:pt x="1342285" y="3752591"/>
                  </a:lnTo>
                  <a:lnTo>
                    <a:pt x="1342378" y="3752591"/>
                  </a:lnTo>
                  <a:lnTo>
                    <a:pt x="1342471" y="3752591"/>
                  </a:lnTo>
                  <a:lnTo>
                    <a:pt x="1342565" y="3752591"/>
                  </a:lnTo>
                  <a:lnTo>
                    <a:pt x="1342658" y="3752591"/>
                  </a:lnTo>
                  <a:lnTo>
                    <a:pt x="1342751" y="3752591"/>
                  </a:lnTo>
                  <a:lnTo>
                    <a:pt x="1342844" y="3752591"/>
                  </a:lnTo>
                  <a:lnTo>
                    <a:pt x="1342938" y="3752591"/>
                  </a:lnTo>
                  <a:lnTo>
                    <a:pt x="1343031" y="3752591"/>
                  </a:lnTo>
                  <a:lnTo>
                    <a:pt x="1343124" y="3752591"/>
                  </a:lnTo>
                  <a:lnTo>
                    <a:pt x="1343217" y="3752591"/>
                  </a:lnTo>
                  <a:lnTo>
                    <a:pt x="1343311" y="3752591"/>
                  </a:lnTo>
                  <a:lnTo>
                    <a:pt x="1343404" y="3752591"/>
                  </a:lnTo>
                  <a:lnTo>
                    <a:pt x="1343497" y="3752591"/>
                  </a:lnTo>
                  <a:lnTo>
                    <a:pt x="1343590" y="3752591"/>
                  </a:lnTo>
                  <a:lnTo>
                    <a:pt x="1343684" y="3752591"/>
                  </a:lnTo>
                  <a:lnTo>
                    <a:pt x="1343777" y="3752591"/>
                  </a:lnTo>
                  <a:lnTo>
                    <a:pt x="1343870" y="3752591"/>
                  </a:lnTo>
                  <a:lnTo>
                    <a:pt x="1343963" y="3752591"/>
                  </a:lnTo>
                  <a:lnTo>
                    <a:pt x="1344057" y="3752591"/>
                  </a:lnTo>
                  <a:lnTo>
                    <a:pt x="1344150" y="3752591"/>
                  </a:lnTo>
                  <a:lnTo>
                    <a:pt x="1344243" y="3752591"/>
                  </a:lnTo>
                  <a:lnTo>
                    <a:pt x="1344336" y="3752591"/>
                  </a:lnTo>
                  <a:lnTo>
                    <a:pt x="1344430" y="3752591"/>
                  </a:lnTo>
                  <a:lnTo>
                    <a:pt x="1344523" y="3752591"/>
                  </a:lnTo>
                  <a:lnTo>
                    <a:pt x="1344616" y="3752591"/>
                  </a:lnTo>
                  <a:lnTo>
                    <a:pt x="1344709" y="3752591"/>
                  </a:lnTo>
                  <a:lnTo>
                    <a:pt x="1344803" y="3752591"/>
                  </a:lnTo>
                  <a:lnTo>
                    <a:pt x="1344896" y="3752591"/>
                  </a:lnTo>
                  <a:lnTo>
                    <a:pt x="1344989" y="3752591"/>
                  </a:lnTo>
                  <a:lnTo>
                    <a:pt x="1345082" y="3752591"/>
                  </a:lnTo>
                  <a:lnTo>
                    <a:pt x="1345176" y="3752591"/>
                  </a:lnTo>
                  <a:lnTo>
                    <a:pt x="1345176" y="3742637"/>
                  </a:lnTo>
                  <a:lnTo>
                    <a:pt x="1345269" y="3742637"/>
                  </a:lnTo>
                  <a:lnTo>
                    <a:pt x="1345362" y="3742637"/>
                  </a:lnTo>
                  <a:lnTo>
                    <a:pt x="1345455" y="3742637"/>
                  </a:lnTo>
                  <a:lnTo>
                    <a:pt x="1345549" y="3742637"/>
                  </a:lnTo>
                  <a:lnTo>
                    <a:pt x="1345642" y="3742637"/>
                  </a:lnTo>
                  <a:lnTo>
                    <a:pt x="1345735" y="3742637"/>
                  </a:lnTo>
                  <a:lnTo>
                    <a:pt x="1345828" y="3742637"/>
                  </a:lnTo>
                  <a:lnTo>
                    <a:pt x="1345922" y="3742637"/>
                  </a:lnTo>
                  <a:lnTo>
                    <a:pt x="1346015" y="3742637"/>
                  </a:lnTo>
                  <a:lnTo>
                    <a:pt x="1346015" y="3732683"/>
                  </a:lnTo>
                  <a:lnTo>
                    <a:pt x="1346108" y="3732683"/>
                  </a:lnTo>
                  <a:lnTo>
                    <a:pt x="1346201" y="3732683"/>
                  </a:lnTo>
                  <a:lnTo>
                    <a:pt x="1346294" y="3732683"/>
                  </a:lnTo>
                  <a:lnTo>
                    <a:pt x="1346388" y="3732683"/>
                  </a:lnTo>
                  <a:lnTo>
                    <a:pt x="1346481" y="3732683"/>
                  </a:lnTo>
                  <a:lnTo>
                    <a:pt x="1346574" y="3732683"/>
                  </a:lnTo>
                  <a:lnTo>
                    <a:pt x="1346667" y="3732683"/>
                  </a:lnTo>
                  <a:lnTo>
                    <a:pt x="1346761" y="3732683"/>
                  </a:lnTo>
                  <a:lnTo>
                    <a:pt x="1346854" y="3732683"/>
                  </a:lnTo>
                  <a:lnTo>
                    <a:pt x="1346947" y="3732683"/>
                  </a:lnTo>
                  <a:lnTo>
                    <a:pt x="1347040" y="3732683"/>
                  </a:lnTo>
                  <a:lnTo>
                    <a:pt x="1347134" y="3732683"/>
                  </a:lnTo>
                  <a:lnTo>
                    <a:pt x="1347227" y="3732683"/>
                  </a:lnTo>
                  <a:lnTo>
                    <a:pt x="1347320" y="3732683"/>
                  </a:lnTo>
                  <a:lnTo>
                    <a:pt x="1347413" y="3732683"/>
                  </a:lnTo>
                  <a:lnTo>
                    <a:pt x="1347507" y="3732683"/>
                  </a:lnTo>
                  <a:lnTo>
                    <a:pt x="1347600" y="3732683"/>
                  </a:lnTo>
                  <a:lnTo>
                    <a:pt x="1347693" y="3732683"/>
                  </a:lnTo>
                  <a:lnTo>
                    <a:pt x="1347786" y="3732683"/>
                  </a:lnTo>
                  <a:lnTo>
                    <a:pt x="1347880" y="3732683"/>
                  </a:lnTo>
                  <a:lnTo>
                    <a:pt x="1347973" y="3732683"/>
                  </a:lnTo>
                  <a:lnTo>
                    <a:pt x="1348066" y="3732683"/>
                  </a:lnTo>
                  <a:lnTo>
                    <a:pt x="1348159" y="3732683"/>
                  </a:lnTo>
                  <a:lnTo>
                    <a:pt x="1348253" y="3732683"/>
                  </a:lnTo>
                  <a:lnTo>
                    <a:pt x="1348346" y="3732683"/>
                  </a:lnTo>
                  <a:lnTo>
                    <a:pt x="1348439" y="3732683"/>
                  </a:lnTo>
                  <a:lnTo>
                    <a:pt x="1348532" y="3732683"/>
                  </a:lnTo>
                  <a:lnTo>
                    <a:pt x="1348626" y="3732683"/>
                  </a:lnTo>
                  <a:lnTo>
                    <a:pt x="1348719" y="3732683"/>
                  </a:lnTo>
                  <a:lnTo>
                    <a:pt x="1348812" y="3732683"/>
                  </a:lnTo>
                  <a:lnTo>
                    <a:pt x="1348905" y="3732683"/>
                  </a:lnTo>
                  <a:lnTo>
                    <a:pt x="1348999" y="3732683"/>
                  </a:lnTo>
                  <a:lnTo>
                    <a:pt x="1349092" y="3732683"/>
                  </a:lnTo>
                  <a:lnTo>
                    <a:pt x="1349185" y="3732683"/>
                  </a:lnTo>
                  <a:lnTo>
                    <a:pt x="1349185" y="3722729"/>
                  </a:lnTo>
                  <a:lnTo>
                    <a:pt x="1349278" y="3722729"/>
                  </a:lnTo>
                  <a:lnTo>
                    <a:pt x="1349372" y="3722729"/>
                  </a:lnTo>
                  <a:lnTo>
                    <a:pt x="1349465" y="3722729"/>
                  </a:lnTo>
                  <a:lnTo>
                    <a:pt x="1349558" y="3722729"/>
                  </a:lnTo>
                  <a:lnTo>
                    <a:pt x="1349651" y="3722729"/>
                  </a:lnTo>
                  <a:lnTo>
                    <a:pt x="1349745" y="3722729"/>
                  </a:lnTo>
                  <a:lnTo>
                    <a:pt x="1349838" y="3722729"/>
                  </a:lnTo>
                  <a:lnTo>
                    <a:pt x="1349931" y="3722729"/>
                  </a:lnTo>
                  <a:lnTo>
                    <a:pt x="1350024" y="3722729"/>
                  </a:lnTo>
                  <a:lnTo>
                    <a:pt x="1350118" y="3722729"/>
                  </a:lnTo>
                  <a:lnTo>
                    <a:pt x="1350211" y="3722729"/>
                  </a:lnTo>
                  <a:lnTo>
                    <a:pt x="1350304" y="3722729"/>
                  </a:lnTo>
                  <a:lnTo>
                    <a:pt x="1350397" y="3722729"/>
                  </a:lnTo>
                  <a:lnTo>
                    <a:pt x="1350491" y="3722729"/>
                  </a:lnTo>
                  <a:lnTo>
                    <a:pt x="1350584" y="3722729"/>
                  </a:lnTo>
                  <a:lnTo>
                    <a:pt x="1350677" y="3722729"/>
                  </a:lnTo>
                  <a:lnTo>
                    <a:pt x="1350770" y="3722729"/>
                  </a:lnTo>
                  <a:lnTo>
                    <a:pt x="1350864" y="3722729"/>
                  </a:lnTo>
                  <a:lnTo>
                    <a:pt x="1350957" y="3722729"/>
                  </a:lnTo>
                  <a:lnTo>
                    <a:pt x="1350957" y="3712775"/>
                  </a:lnTo>
                  <a:lnTo>
                    <a:pt x="1351050" y="3712775"/>
                  </a:lnTo>
                  <a:lnTo>
                    <a:pt x="1351143" y="3712775"/>
                  </a:lnTo>
                  <a:lnTo>
                    <a:pt x="1351237" y="3712775"/>
                  </a:lnTo>
                  <a:lnTo>
                    <a:pt x="1351330" y="3712775"/>
                  </a:lnTo>
                  <a:lnTo>
                    <a:pt x="1351423" y="3712775"/>
                  </a:lnTo>
                  <a:lnTo>
                    <a:pt x="1351516" y="3712775"/>
                  </a:lnTo>
                  <a:lnTo>
                    <a:pt x="1351610" y="3712775"/>
                  </a:lnTo>
                  <a:lnTo>
                    <a:pt x="1351703" y="3712775"/>
                  </a:lnTo>
                  <a:lnTo>
                    <a:pt x="1351796" y="3712775"/>
                  </a:lnTo>
                  <a:lnTo>
                    <a:pt x="1351889" y="3712775"/>
                  </a:lnTo>
                  <a:lnTo>
                    <a:pt x="1351983" y="3712775"/>
                  </a:lnTo>
                  <a:lnTo>
                    <a:pt x="1352076" y="3712775"/>
                  </a:lnTo>
                  <a:lnTo>
                    <a:pt x="1352169" y="3712775"/>
                  </a:lnTo>
                  <a:lnTo>
                    <a:pt x="1352262" y="3712775"/>
                  </a:lnTo>
                  <a:lnTo>
                    <a:pt x="1352356" y="3712775"/>
                  </a:lnTo>
                  <a:lnTo>
                    <a:pt x="1352449" y="3712775"/>
                  </a:lnTo>
                  <a:lnTo>
                    <a:pt x="1352542" y="3712775"/>
                  </a:lnTo>
                  <a:lnTo>
                    <a:pt x="1352635" y="3712775"/>
                  </a:lnTo>
                  <a:lnTo>
                    <a:pt x="1352729" y="3712775"/>
                  </a:lnTo>
                  <a:lnTo>
                    <a:pt x="1352822" y="3712775"/>
                  </a:lnTo>
                  <a:lnTo>
                    <a:pt x="1352915" y="3712775"/>
                  </a:lnTo>
                  <a:lnTo>
                    <a:pt x="1353008" y="3712775"/>
                  </a:lnTo>
                  <a:lnTo>
                    <a:pt x="1353101" y="3712775"/>
                  </a:lnTo>
                  <a:lnTo>
                    <a:pt x="1353195" y="3712775"/>
                  </a:lnTo>
                  <a:lnTo>
                    <a:pt x="1353288" y="3712775"/>
                  </a:lnTo>
                  <a:lnTo>
                    <a:pt x="1353381" y="3712775"/>
                  </a:lnTo>
                  <a:lnTo>
                    <a:pt x="1353474" y="3712775"/>
                  </a:lnTo>
                  <a:lnTo>
                    <a:pt x="1353568" y="3712775"/>
                  </a:lnTo>
                  <a:lnTo>
                    <a:pt x="1353661" y="3712775"/>
                  </a:lnTo>
                  <a:lnTo>
                    <a:pt x="1353754" y="3712775"/>
                  </a:lnTo>
                  <a:lnTo>
                    <a:pt x="1353847" y="3712775"/>
                  </a:lnTo>
                  <a:lnTo>
                    <a:pt x="1353941" y="3712775"/>
                  </a:lnTo>
                  <a:lnTo>
                    <a:pt x="1354034" y="3712775"/>
                  </a:lnTo>
                  <a:lnTo>
                    <a:pt x="1354127" y="3712775"/>
                  </a:lnTo>
                  <a:lnTo>
                    <a:pt x="1354220" y="3712775"/>
                  </a:lnTo>
                  <a:lnTo>
                    <a:pt x="1354314" y="3712775"/>
                  </a:lnTo>
                  <a:lnTo>
                    <a:pt x="1354407" y="3712775"/>
                  </a:lnTo>
                  <a:lnTo>
                    <a:pt x="1354500" y="3712775"/>
                  </a:lnTo>
                  <a:lnTo>
                    <a:pt x="1354593" y="3712775"/>
                  </a:lnTo>
                  <a:lnTo>
                    <a:pt x="1354687" y="3712775"/>
                  </a:lnTo>
                  <a:lnTo>
                    <a:pt x="1354780" y="3712775"/>
                  </a:lnTo>
                  <a:lnTo>
                    <a:pt x="1354873" y="3712775"/>
                  </a:lnTo>
                  <a:lnTo>
                    <a:pt x="1354966" y="3712775"/>
                  </a:lnTo>
                  <a:lnTo>
                    <a:pt x="1355060" y="3712775"/>
                  </a:lnTo>
                  <a:lnTo>
                    <a:pt x="1355153" y="3712775"/>
                  </a:lnTo>
                  <a:lnTo>
                    <a:pt x="1355246" y="3712775"/>
                  </a:lnTo>
                  <a:lnTo>
                    <a:pt x="1355339" y="3712775"/>
                  </a:lnTo>
                  <a:lnTo>
                    <a:pt x="1355433" y="3712775"/>
                  </a:lnTo>
                  <a:lnTo>
                    <a:pt x="1355526" y="3712775"/>
                  </a:lnTo>
                  <a:lnTo>
                    <a:pt x="1355619" y="3712775"/>
                  </a:lnTo>
                  <a:lnTo>
                    <a:pt x="1355712" y="3712775"/>
                  </a:lnTo>
                  <a:lnTo>
                    <a:pt x="1355806" y="3712775"/>
                  </a:lnTo>
                  <a:lnTo>
                    <a:pt x="1355899" y="3712775"/>
                  </a:lnTo>
                  <a:lnTo>
                    <a:pt x="1355992" y="3712775"/>
                  </a:lnTo>
                  <a:lnTo>
                    <a:pt x="1356085" y="3712775"/>
                  </a:lnTo>
                  <a:lnTo>
                    <a:pt x="1356179" y="3712775"/>
                  </a:lnTo>
                  <a:lnTo>
                    <a:pt x="1356272" y="3712775"/>
                  </a:lnTo>
                  <a:lnTo>
                    <a:pt x="1356365" y="3712775"/>
                  </a:lnTo>
                  <a:lnTo>
                    <a:pt x="1356458" y="3712775"/>
                  </a:lnTo>
                  <a:lnTo>
                    <a:pt x="1356552" y="3712775"/>
                  </a:lnTo>
                  <a:lnTo>
                    <a:pt x="1356645" y="3712775"/>
                  </a:lnTo>
                  <a:lnTo>
                    <a:pt x="1356738" y="3712775"/>
                  </a:lnTo>
                  <a:lnTo>
                    <a:pt x="1356831" y="3712775"/>
                  </a:lnTo>
                  <a:lnTo>
                    <a:pt x="1356925" y="3712775"/>
                  </a:lnTo>
                  <a:lnTo>
                    <a:pt x="1357018" y="3712775"/>
                  </a:lnTo>
                  <a:lnTo>
                    <a:pt x="1357111" y="3712775"/>
                  </a:lnTo>
                  <a:lnTo>
                    <a:pt x="1357204" y="3712775"/>
                  </a:lnTo>
                  <a:lnTo>
                    <a:pt x="1357298" y="3712775"/>
                  </a:lnTo>
                  <a:lnTo>
                    <a:pt x="1357391" y="3712775"/>
                  </a:lnTo>
                  <a:lnTo>
                    <a:pt x="1357484" y="3712775"/>
                  </a:lnTo>
                  <a:lnTo>
                    <a:pt x="1357577" y="3712775"/>
                  </a:lnTo>
                  <a:lnTo>
                    <a:pt x="1357671" y="3712775"/>
                  </a:lnTo>
                  <a:lnTo>
                    <a:pt x="1357764" y="3712775"/>
                  </a:lnTo>
                  <a:lnTo>
                    <a:pt x="1357857" y="3712775"/>
                  </a:lnTo>
                  <a:lnTo>
                    <a:pt x="1357950" y="3712775"/>
                  </a:lnTo>
                  <a:lnTo>
                    <a:pt x="1358044" y="3712775"/>
                  </a:lnTo>
                  <a:lnTo>
                    <a:pt x="1358137" y="3712775"/>
                  </a:lnTo>
                  <a:lnTo>
                    <a:pt x="1358230" y="3712775"/>
                  </a:lnTo>
                  <a:lnTo>
                    <a:pt x="1358323" y="3712775"/>
                  </a:lnTo>
                  <a:lnTo>
                    <a:pt x="1358417" y="3712775"/>
                  </a:lnTo>
                  <a:lnTo>
                    <a:pt x="1358510" y="3712775"/>
                  </a:lnTo>
                  <a:lnTo>
                    <a:pt x="1358603" y="3712775"/>
                  </a:lnTo>
                  <a:lnTo>
                    <a:pt x="1358696" y="3712775"/>
                  </a:lnTo>
                  <a:lnTo>
                    <a:pt x="1358790" y="3712775"/>
                  </a:lnTo>
                  <a:lnTo>
                    <a:pt x="1358883" y="3712775"/>
                  </a:lnTo>
                  <a:lnTo>
                    <a:pt x="1358976" y="3712775"/>
                  </a:lnTo>
                  <a:lnTo>
                    <a:pt x="1359069" y="3712775"/>
                  </a:lnTo>
                  <a:lnTo>
                    <a:pt x="1359163" y="3712775"/>
                  </a:lnTo>
                  <a:lnTo>
                    <a:pt x="1359256" y="3712775"/>
                  </a:lnTo>
                  <a:lnTo>
                    <a:pt x="1359349" y="3712775"/>
                  </a:lnTo>
                  <a:lnTo>
                    <a:pt x="1359442" y="3712775"/>
                  </a:lnTo>
                  <a:lnTo>
                    <a:pt x="1359536" y="3712775"/>
                  </a:lnTo>
                  <a:lnTo>
                    <a:pt x="1359629" y="3712775"/>
                  </a:lnTo>
                  <a:lnTo>
                    <a:pt x="1359722" y="3712775"/>
                  </a:lnTo>
                  <a:lnTo>
                    <a:pt x="1359815" y="3712775"/>
                  </a:lnTo>
                  <a:lnTo>
                    <a:pt x="1359908" y="3712775"/>
                  </a:lnTo>
                  <a:lnTo>
                    <a:pt x="1360002" y="3712775"/>
                  </a:lnTo>
                  <a:lnTo>
                    <a:pt x="1360095" y="3712775"/>
                  </a:lnTo>
                  <a:lnTo>
                    <a:pt x="1360188" y="3712775"/>
                  </a:lnTo>
                  <a:lnTo>
                    <a:pt x="1360281" y="3712775"/>
                  </a:lnTo>
                  <a:lnTo>
                    <a:pt x="1360375" y="3712775"/>
                  </a:lnTo>
                  <a:lnTo>
                    <a:pt x="1360468" y="3712775"/>
                  </a:lnTo>
                  <a:lnTo>
                    <a:pt x="1360561" y="3712775"/>
                  </a:lnTo>
                  <a:lnTo>
                    <a:pt x="1360654" y="3712775"/>
                  </a:lnTo>
                  <a:lnTo>
                    <a:pt x="1360748" y="3712775"/>
                  </a:lnTo>
                  <a:lnTo>
                    <a:pt x="1360841" y="3712775"/>
                  </a:lnTo>
                  <a:lnTo>
                    <a:pt x="1360934" y="3712775"/>
                  </a:lnTo>
                  <a:lnTo>
                    <a:pt x="1361027" y="3712775"/>
                  </a:lnTo>
                  <a:lnTo>
                    <a:pt x="1361121" y="3712775"/>
                  </a:lnTo>
                  <a:lnTo>
                    <a:pt x="1361214" y="3712775"/>
                  </a:lnTo>
                  <a:lnTo>
                    <a:pt x="1361307" y="3712775"/>
                  </a:lnTo>
                  <a:lnTo>
                    <a:pt x="1361400" y="3712775"/>
                  </a:lnTo>
                  <a:lnTo>
                    <a:pt x="1361494" y="3712775"/>
                  </a:lnTo>
                  <a:lnTo>
                    <a:pt x="1361587" y="3712775"/>
                  </a:lnTo>
                  <a:lnTo>
                    <a:pt x="1361680" y="3712775"/>
                  </a:lnTo>
                  <a:lnTo>
                    <a:pt x="1361773" y="3712775"/>
                  </a:lnTo>
                  <a:lnTo>
                    <a:pt x="1361867" y="3712775"/>
                  </a:lnTo>
                  <a:lnTo>
                    <a:pt x="1361960" y="3712775"/>
                  </a:lnTo>
                  <a:lnTo>
                    <a:pt x="1362053" y="3712775"/>
                  </a:lnTo>
                  <a:lnTo>
                    <a:pt x="1362146" y="3712775"/>
                  </a:lnTo>
                  <a:lnTo>
                    <a:pt x="1362240" y="3712775"/>
                  </a:lnTo>
                  <a:lnTo>
                    <a:pt x="1362333" y="3712775"/>
                  </a:lnTo>
                  <a:lnTo>
                    <a:pt x="1362426" y="3712775"/>
                  </a:lnTo>
                  <a:lnTo>
                    <a:pt x="1362519" y="3712775"/>
                  </a:lnTo>
                  <a:lnTo>
                    <a:pt x="1362613" y="3712775"/>
                  </a:lnTo>
                  <a:lnTo>
                    <a:pt x="1362706" y="3712775"/>
                  </a:lnTo>
                  <a:lnTo>
                    <a:pt x="1362799" y="3712775"/>
                  </a:lnTo>
                  <a:lnTo>
                    <a:pt x="1362892" y="3712775"/>
                  </a:lnTo>
                  <a:lnTo>
                    <a:pt x="1362986" y="3712775"/>
                  </a:lnTo>
                  <a:lnTo>
                    <a:pt x="1363079" y="3712775"/>
                  </a:lnTo>
                  <a:lnTo>
                    <a:pt x="1363172" y="3712775"/>
                  </a:lnTo>
                  <a:lnTo>
                    <a:pt x="1363265" y="3712775"/>
                  </a:lnTo>
                  <a:lnTo>
                    <a:pt x="1363359" y="3712775"/>
                  </a:lnTo>
                  <a:lnTo>
                    <a:pt x="1363452" y="3712775"/>
                  </a:lnTo>
                  <a:lnTo>
                    <a:pt x="1363545" y="3712775"/>
                  </a:lnTo>
                  <a:lnTo>
                    <a:pt x="1363638" y="3712775"/>
                  </a:lnTo>
                  <a:lnTo>
                    <a:pt x="1363732" y="3712775"/>
                  </a:lnTo>
                  <a:lnTo>
                    <a:pt x="1363825" y="3712775"/>
                  </a:lnTo>
                  <a:lnTo>
                    <a:pt x="1363918" y="3712775"/>
                  </a:lnTo>
                  <a:lnTo>
                    <a:pt x="1364011" y="3712775"/>
                  </a:lnTo>
                  <a:lnTo>
                    <a:pt x="1364105" y="3712775"/>
                  </a:lnTo>
                  <a:lnTo>
                    <a:pt x="1364198" y="3712775"/>
                  </a:lnTo>
                  <a:lnTo>
                    <a:pt x="1364291" y="3712775"/>
                  </a:lnTo>
                  <a:lnTo>
                    <a:pt x="1364384" y="3712775"/>
                  </a:lnTo>
                  <a:lnTo>
                    <a:pt x="1364478" y="3712775"/>
                  </a:lnTo>
                  <a:lnTo>
                    <a:pt x="1364571" y="3712775"/>
                  </a:lnTo>
                  <a:lnTo>
                    <a:pt x="1364664" y="3712775"/>
                  </a:lnTo>
                  <a:lnTo>
                    <a:pt x="1364757" y="3712775"/>
                  </a:lnTo>
                  <a:lnTo>
                    <a:pt x="1364851" y="3712775"/>
                  </a:lnTo>
                  <a:lnTo>
                    <a:pt x="1364944" y="3712775"/>
                  </a:lnTo>
                  <a:lnTo>
                    <a:pt x="1365037" y="3712775"/>
                  </a:lnTo>
                  <a:lnTo>
                    <a:pt x="1365130" y="3712775"/>
                  </a:lnTo>
                  <a:lnTo>
                    <a:pt x="1365224" y="3712775"/>
                  </a:lnTo>
                  <a:lnTo>
                    <a:pt x="1365317" y="3712775"/>
                  </a:lnTo>
                  <a:lnTo>
                    <a:pt x="1365410" y="3712775"/>
                  </a:lnTo>
                  <a:lnTo>
                    <a:pt x="1365503" y="3712775"/>
                  </a:lnTo>
                  <a:lnTo>
                    <a:pt x="1365597" y="3712775"/>
                  </a:lnTo>
                  <a:lnTo>
                    <a:pt x="1365690" y="3712775"/>
                  </a:lnTo>
                  <a:lnTo>
                    <a:pt x="1365783" y="3712775"/>
                  </a:lnTo>
                  <a:lnTo>
                    <a:pt x="1365876" y="3712775"/>
                  </a:lnTo>
                  <a:lnTo>
                    <a:pt x="1365970" y="3712775"/>
                  </a:lnTo>
                  <a:lnTo>
                    <a:pt x="1366063" y="3712775"/>
                  </a:lnTo>
                  <a:lnTo>
                    <a:pt x="1366156" y="3712775"/>
                  </a:lnTo>
                  <a:lnTo>
                    <a:pt x="1366249" y="3712775"/>
                  </a:lnTo>
                  <a:lnTo>
                    <a:pt x="1366343" y="3712775"/>
                  </a:lnTo>
                  <a:lnTo>
                    <a:pt x="1366436" y="3712775"/>
                  </a:lnTo>
                  <a:lnTo>
                    <a:pt x="1366529" y="3712775"/>
                  </a:lnTo>
                  <a:lnTo>
                    <a:pt x="1366622" y="3712775"/>
                  </a:lnTo>
                  <a:lnTo>
                    <a:pt x="1366716" y="3712775"/>
                  </a:lnTo>
                  <a:lnTo>
                    <a:pt x="1366809" y="3712775"/>
                  </a:lnTo>
                  <a:lnTo>
                    <a:pt x="1366902" y="3712775"/>
                  </a:lnTo>
                  <a:lnTo>
                    <a:pt x="1366995" y="3712775"/>
                  </a:lnTo>
                  <a:lnTo>
                    <a:pt x="1367088" y="3712775"/>
                  </a:lnTo>
                  <a:lnTo>
                    <a:pt x="1367182" y="3712775"/>
                  </a:lnTo>
                  <a:lnTo>
                    <a:pt x="1367275" y="3712775"/>
                  </a:lnTo>
                  <a:lnTo>
                    <a:pt x="1367368" y="3712775"/>
                  </a:lnTo>
                  <a:lnTo>
                    <a:pt x="1367461" y="3712775"/>
                  </a:lnTo>
                  <a:lnTo>
                    <a:pt x="1367461" y="3702822"/>
                  </a:lnTo>
                  <a:lnTo>
                    <a:pt x="1367555" y="3702822"/>
                  </a:lnTo>
                  <a:lnTo>
                    <a:pt x="1367648" y="3702822"/>
                  </a:lnTo>
                  <a:lnTo>
                    <a:pt x="1367741" y="3702822"/>
                  </a:lnTo>
                  <a:lnTo>
                    <a:pt x="1367834" y="3702822"/>
                  </a:lnTo>
                  <a:lnTo>
                    <a:pt x="1367928" y="3702822"/>
                  </a:lnTo>
                  <a:lnTo>
                    <a:pt x="1368021" y="3702822"/>
                  </a:lnTo>
                  <a:lnTo>
                    <a:pt x="1368114" y="3702822"/>
                  </a:lnTo>
                  <a:lnTo>
                    <a:pt x="1368207" y="3702822"/>
                  </a:lnTo>
                  <a:lnTo>
                    <a:pt x="1368301" y="3702822"/>
                  </a:lnTo>
                  <a:lnTo>
                    <a:pt x="1368394" y="3702822"/>
                  </a:lnTo>
                  <a:lnTo>
                    <a:pt x="1368487" y="3702822"/>
                  </a:lnTo>
                  <a:lnTo>
                    <a:pt x="1368580" y="3702822"/>
                  </a:lnTo>
                  <a:lnTo>
                    <a:pt x="1368674" y="3702822"/>
                  </a:lnTo>
                  <a:lnTo>
                    <a:pt x="1368767" y="3702822"/>
                  </a:lnTo>
                  <a:lnTo>
                    <a:pt x="1368860" y="3702822"/>
                  </a:lnTo>
                  <a:lnTo>
                    <a:pt x="1368953" y="3702822"/>
                  </a:lnTo>
                  <a:lnTo>
                    <a:pt x="1368953" y="3692868"/>
                  </a:lnTo>
                  <a:lnTo>
                    <a:pt x="1369047" y="3692868"/>
                  </a:lnTo>
                  <a:lnTo>
                    <a:pt x="1369140" y="3692868"/>
                  </a:lnTo>
                  <a:lnTo>
                    <a:pt x="1369233" y="3692868"/>
                  </a:lnTo>
                  <a:lnTo>
                    <a:pt x="1369326" y="3692868"/>
                  </a:lnTo>
                  <a:lnTo>
                    <a:pt x="1369326" y="3682914"/>
                  </a:lnTo>
                  <a:lnTo>
                    <a:pt x="1369420" y="3682914"/>
                  </a:lnTo>
                  <a:lnTo>
                    <a:pt x="1369513" y="3682914"/>
                  </a:lnTo>
                  <a:lnTo>
                    <a:pt x="1369606" y="3682914"/>
                  </a:lnTo>
                  <a:lnTo>
                    <a:pt x="1369699" y="3682914"/>
                  </a:lnTo>
                  <a:lnTo>
                    <a:pt x="1369793" y="3682914"/>
                  </a:lnTo>
                  <a:lnTo>
                    <a:pt x="1369886" y="3682914"/>
                  </a:lnTo>
                  <a:lnTo>
                    <a:pt x="1369979" y="3682914"/>
                  </a:lnTo>
                  <a:lnTo>
                    <a:pt x="1370072" y="3682914"/>
                  </a:lnTo>
                  <a:lnTo>
                    <a:pt x="1370166" y="3682914"/>
                  </a:lnTo>
                  <a:lnTo>
                    <a:pt x="1370259" y="3682914"/>
                  </a:lnTo>
                  <a:lnTo>
                    <a:pt x="1370352" y="3682914"/>
                  </a:lnTo>
                  <a:lnTo>
                    <a:pt x="1370445" y="3682914"/>
                  </a:lnTo>
                  <a:lnTo>
                    <a:pt x="1370539" y="3682914"/>
                  </a:lnTo>
                  <a:lnTo>
                    <a:pt x="1370632" y="3682914"/>
                  </a:lnTo>
                  <a:lnTo>
                    <a:pt x="1370725" y="3682914"/>
                  </a:lnTo>
                  <a:lnTo>
                    <a:pt x="1370818" y="3682914"/>
                  </a:lnTo>
                  <a:lnTo>
                    <a:pt x="1370912" y="3682914"/>
                  </a:lnTo>
                  <a:lnTo>
                    <a:pt x="1371005" y="3682914"/>
                  </a:lnTo>
                  <a:lnTo>
                    <a:pt x="1371098" y="3682914"/>
                  </a:lnTo>
                  <a:lnTo>
                    <a:pt x="1371191" y="3682914"/>
                  </a:lnTo>
                  <a:lnTo>
                    <a:pt x="1371285" y="3682914"/>
                  </a:lnTo>
                  <a:lnTo>
                    <a:pt x="1371378" y="3682914"/>
                  </a:lnTo>
                  <a:lnTo>
                    <a:pt x="1371471" y="3682914"/>
                  </a:lnTo>
                  <a:lnTo>
                    <a:pt x="1371564" y="3682914"/>
                  </a:lnTo>
                  <a:lnTo>
                    <a:pt x="1371658" y="3682914"/>
                  </a:lnTo>
                  <a:lnTo>
                    <a:pt x="1371751" y="3682914"/>
                  </a:lnTo>
                  <a:lnTo>
                    <a:pt x="1371844" y="3682914"/>
                  </a:lnTo>
                  <a:lnTo>
                    <a:pt x="1371937" y="3682914"/>
                  </a:lnTo>
                  <a:lnTo>
                    <a:pt x="1372031" y="3682914"/>
                  </a:lnTo>
                  <a:lnTo>
                    <a:pt x="1372124" y="3682914"/>
                  </a:lnTo>
                  <a:lnTo>
                    <a:pt x="1372217" y="3682914"/>
                  </a:lnTo>
                  <a:lnTo>
                    <a:pt x="1372310" y="3682914"/>
                  </a:lnTo>
                  <a:lnTo>
                    <a:pt x="1372404" y="3682914"/>
                  </a:lnTo>
                  <a:lnTo>
                    <a:pt x="1372497" y="3682914"/>
                  </a:lnTo>
                  <a:lnTo>
                    <a:pt x="1372590" y="3682914"/>
                  </a:lnTo>
                  <a:lnTo>
                    <a:pt x="1372590" y="3672960"/>
                  </a:lnTo>
                  <a:lnTo>
                    <a:pt x="1372683" y="3672960"/>
                  </a:lnTo>
                  <a:lnTo>
                    <a:pt x="1372777" y="3672960"/>
                  </a:lnTo>
                  <a:lnTo>
                    <a:pt x="1372870" y="3672960"/>
                  </a:lnTo>
                  <a:lnTo>
                    <a:pt x="1372963" y="3672960"/>
                  </a:lnTo>
                  <a:lnTo>
                    <a:pt x="1373056" y="3672960"/>
                  </a:lnTo>
                  <a:lnTo>
                    <a:pt x="1373150" y="3672960"/>
                  </a:lnTo>
                  <a:lnTo>
                    <a:pt x="1373243" y="3672960"/>
                  </a:lnTo>
                  <a:lnTo>
                    <a:pt x="1373336" y="3672960"/>
                  </a:lnTo>
                  <a:lnTo>
                    <a:pt x="1373429" y="3672960"/>
                  </a:lnTo>
                  <a:lnTo>
                    <a:pt x="1373523" y="3672960"/>
                  </a:lnTo>
                  <a:lnTo>
                    <a:pt x="1373616" y="3672960"/>
                  </a:lnTo>
                  <a:lnTo>
                    <a:pt x="1373709" y="3672960"/>
                  </a:lnTo>
                  <a:lnTo>
                    <a:pt x="1373802" y="3672960"/>
                  </a:lnTo>
                  <a:lnTo>
                    <a:pt x="1373895" y="3672960"/>
                  </a:lnTo>
                  <a:lnTo>
                    <a:pt x="1373989" y="3672960"/>
                  </a:lnTo>
                  <a:lnTo>
                    <a:pt x="1374082" y="3672960"/>
                  </a:lnTo>
                  <a:lnTo>
                    <a:pt x="1374175" y="3672960"/>
                  </a:lnTo>
                  <a:lnTo>
                    <a:pt x="1374268" y="3672960"/>
                  </a:lnTo>
                  <a:lnTo>
                    <a:pt x="1374362" y="3672960"/>
                  </a:lnTo>
                  <a:lnTo>
                    <a:pt x="1374455" y="3672960"/>
                  </a:lnTo>
                  <a:lnTo>
                    <a:pt x="1374548" y="3672960"/>
                  </a:lnTo>
                  <a:lnTo>
                    <a:pt x="1374641" y="3672960"/>
                  </a:lnTo>
                  <a:lnTo>
                    <a:pt x="1374735" y="3672960"/>
                  </a:lnTo>
                  <a:lnTo>
                    <a:pt x="1374828" y="3672960"/>
                  </a:lnTo>
                  <a:lnTo>
                    <a:pt x="1374921" y="3672960"/>
                  </a:lnTo>
                  <a:lnTo>
                    <a:pt x="1375014" y="3672960"/>
                  </a:lnTo>
                  <a:lnTo>
                    <a:pt x="1375108" y="3672960"/>
                  </a:lnTo>
                  <a:lnTo>
                    <a:pt x="1375201" y="3672960"/>
                  </a:lnTo>
                  <a:lnTo>
                    <a:pt x="1375294" y="3672960"/>
                  </a:lnTo>
                  <a:lnTo>
                    <a:pt x="1375387" y="3672960"/>
                  </a:lnTo>
                  <a:lnTo>
                    <a:pt x="1375481" y="3672960"/>
                  </a:lnTo>
                  <a:lnTo>
                    <a:pt x="1375574" y="3672960"/>
                  </a:lnTo>
                  <a:lnTo>
                    <a:pt x="1375667" y="3672960"/>
                  </a:lnTo>
                  <a:lnTo>
                    <a:pt x="1375760" y="3672960"/>
                  </a:lnTo>
                  <a:lnTo>
                    <a:pt x="1375854" y="3672960"/>
                  </a:lnTo>
                  <a:lnTo>
                    <a:pt x="1375947" y="3672960"/>
                  </a:lnTo>
                  <a:lnTo>
                    <a:pt x="1376040" y="3672960"/>
                  </a:lnTo>
                  <a:lnTo>
                    <a:pt x="1376133" y="3672960"/>
                  </a:lnTo>
                  <a:lnTo>
                    <a:pt x="1376227" y="3672960"/>
                  </a:lnTo>
                  <a:lnTo>
                    <a:pt x="1376320" y="3672960"/>
                  </a:lnTo>
                  <a:lnTo>
                    <a:pt x="1376413" y="3672960"/>
                  </a:lnTo>
                  <a:lnTo>
                    <a:pt x="1376506" y="3672960"/>
                  </a:lnTo>
                  <a:lnTo>
                    <a:pt x="1376600" y="3672960"/>
                  </a:lnTo>
                  <a:lnTo>
                    <a:pt x="1376693" y="3672960"/>
                  </a:lnTo>
                  <a:lnTo>
                    <a:pt x="1376786" y="3672960"/>
                  </a:lnTo>
                  <a:lnTo>
                    <a:pt x="1376879" y="3672960"/>
                  </a:lnTo>
                  <a:lnTo>
                    <a:pt x="1376973" y="3672960"/>
                  </a:lnTo>
                  <a:lnTo>
                    <a:pt x="1377066" y="3672960"/>
                  </a:lnTo>
                  <a:lnTo>
                    <a:pt x="1377159" y="3672960"/>
                  </a:lnTo>
                  <a:lnTo>
                    <a:pt x="1377252" y="3672960"/>
                  </a:lnTo>
                  <a:lnTo>
                    <a:pt x="1377346" y="3672960"/>
                  </a:lnTo>
                  <a:lnTo>
                    <a:pt x="1377439" y="3672960"/>
                  </a:lnTo>
                  <a:lnTo>
                    <a:pt x="1377532" y="3672960"/>
                  </a:lnTo>
                  <a:lnTo>
                    <a:pt x="1377625" y="3672960"/>
                  </a:lnTo>
                  <a:lnTo>
                    <a:pt x="1377719" y="3672960"/>
                  </a:lnTo>
                  <a:lnTo>
                    <a:pt x="1377812" y="3672960"/>
                  </a:lnTo>
                  <a:lnTo>
                    <a:pt x="1377905" y="3672960"/>
                  </a:lnTo>
                  <a:lnTo>
                    <a:pt x="1377998" y="3672960"/>
                  </a:lnTo>
                  <a:lnTo>
                    <a:pt x="1378092" y="3672960"/>
                  </a:lnTo>
                  <a:lnTo>
                    <a:pt x="1378185" y="3672960"/>
                  </a:lnTo>
                  <a:lnTo>
                    <a:pt x="1378278" y="3672960"/>
                  </a:lnTo>
                  <a:lnTo>
                    <a:pt x="1378371" y="3672960"/>
                  </a:lnTo>
                  <a:lnTo>
                    <a:pt x="1378465" y="3672960"/>
                  </a:lnTo>
                  <a:lnTo>
                    <a:pt x="1378558" y="3672960"/>
                  </a:lnTo>
                  <a:lnTo>
                    <a:pt x="1378651" y="3672960"/>
                  </a:lnTo>
                  <a:lnTo>
                    <a:pt x="1378744" y="3672960"/>
                  </a:lnTo>
                  <a:lnTo>
                    <a:pt x="1378838" y="3672960"/>
                  </a:lnTo>
                  <a:lnTo>
                    <a:pt x="1378931" y="3672960"/>
                  </a:lnTo>
                  <a:lnTo>
                    <a:pt x="1379024" y="3672960"/>
                  </a:lnTo>
                  <a:lnTo>
                    <a:pt x="1379117" y="3672960"/>
                  </a:lnTo>
                  <a:lnTo>
                    <a:pt x="1379211" y="3672960"/>
                  </a:lnTo>
                  <a:lnTo>
                    <a:pt x="1379304" y="3672960"/>
                  </a:lnTo>
                  <a:lnTo>
                    <a:pt x="1379397" y="3672960"/>
                  </a:lnTo>
                  <a:lnTo>
                    <a:pt x="1379490" y="3672960"/>
                  </a:lnTo>
                  <a:lnTo>
                    <a:pt x="1379584" y="3672960"/>
                  </a:lnTo>
                  <a:lnTo>
                    <a:pt x="1379677" y="3672960"/>
                  </a:lnTo>
                  <a:lnTo>
                    <a:pt x="1379770" y="3672960"/>
                  </a:lnTo>
                  <a:lnTo>
                    <a:pt x="1379863" y="3672960"/>
                  </a:lnTo>
                  <a:lnTo>
                    <a:pt x="1379957" y="3672960"/>
                  </a:lnTo>
                  <a:lnTo>
                    <a:pt x="1380050" y="3672960"/>
                  </a:lnTo>
                  <a:lnTo>
                    <a:pt x="1380143" y="3672960"/>
                  </a:lnTo>
                  <a:lnTo>
                    <a:pt x="1380236" y="3672960"/>
                  </a:lnTo>
                  <a:lnTo>
                    <a:pt x="1380330" y="3672960"/>
                  </a:lnTo>
                  <a:lnTo>
                    <a:pt x="1380423" y="3672960"/>
                  </a:lnTo>
                  <a:lnTo>
                    <a:pt x="1380516" y="3672960"/>
                  </a:lnTo>
                  <a:lnTo>
                    <a:pt x="1380609" y="3672960"/>
                  </a:lnTo>
                  <a:lnTo>
                    <a:pt x="1380702" y="3672960"/>
                  </a:lnTo>
                  <a:lnTo>
                    <a:pt x="1380796" y="3672960"/>
                  </a:lnTo>
                  <a:lnTo>
                    <a:pt x="1380889" y="3672960"/>
                  </a:lnTo>
                  <a:lnTo>
                    <a:pt x="1380982" y="3672960"/>
                  </a:lnTo>
                  <a:lnTo>
                    <a:pt x="1381075" y="3672960"/>
                  </a:lnTo>
                  <a:lnTo>
                    <a:pt x="1381169" y="3672960"/>
                  </a:lnTo>
                  <a:lnTo>
                    <a:pt x="1381262" y="3672960"/>
                  </a:lnTo>
                  <a:lnTo>
                    <a:pt x="1381355" y="3672960"/>
                  </a:lnTo>
                  <a:lnTo>
                    <a:pt x="1381448" y="3672960"/>
                  </a:lnTo>
                  <a:lnTo>
                    <a:pt x="1381542" y="3672960"/>
                  </a:lnTo>
                  <a:lnTo>
                    <a:pt x="1381635" y="3672960"/>
                  </a:lnTo>
                  <a:lnTo>
                    <a:pt x="1381728" y="3672960"/>
                  </a:lnTo>
                  <a:lnTo>
                    <a:pt x="1381821" y="3672960"/>
                  </a:lnTo>
                  <a:lnTo>
                    <a:pt x="1381915" y="3672960"/>
                  </a:lnTo>
                  <a:lnTo>
                    <a:pt x="1382008" y="3672960"/>
                  </a:lnTo>
                  <a:lnTo>
                    <a:pt x="1382101" y="3672960"/>
                  </a:lnTo>
                  <a:lnTo>
                    <a:pt x="1382194" y="3672960"/>
                  </a:lnTo>
                  <a:lnTo>
                    <a:pt x="1382288" y="3672960"/>
                  </a:lnTo>
                  <a:lnTo>
                    <a:pt x="1382381" y="3672960"/>
                  </a:lnTo>
                  <a:lnTo>
                    <a:pt x="1382474" y="3672960"/>
                  </a:lnTo>
                  <a:lnTo>
                    <a:pt x="1382567" y="3672960"/>
                  </a:lnTo>
                  <a:lnTo>
                    <a:pt x="1382661" y="3672960"/>
                  </a:lnTo>
                  <a:lnTo>
                    <a:pt x="1382754" y="3672960"/>
                  </a:lnTo>
                  <a:lnTo>
                    <a:pt x="1382847" y="3672960"/>
                  </a:lnTo>
                  <a:lnTo>
                    <a:pt x="1382940" y="3672960"/>
                  </a:lnTo>
                  <a:lnTo>
                    <a:pt x="1383034" y="3672960"/>
                  </a:lnTo>
                  <a:lnTo>
                    <a:pt x="1383127" y="3672960"/>
                  </a:lnTo>
                  <a:lnTo>
                    <a:pt x="1383220" y="3672960"/>
                  </a:lnTo>
                  <a:lnTo>
                    <a:pt x="1383313" y="3672960"/>
                  </a:lnTo>
                  <a:lnTo>
                    <a:pt x="1383407" y="3672960"/>
                  </a:lnTo>
                  <a:lnTo>
                    <a:pt x="1383500" y="3672960"/>
                  </a:lnTo>
                  <a:lnTo>
                    <a:pt x="1383593" y="3672960"/>
                  </a:lnTo>
                  <a:lnTo>
                    <a:pt x="1383686" y="3672960"/>
                  </a:lnTo>
                  <a:lnTo>
                    <a:pt x="1383780" y="3672960"/>
                  </a:lnTo>
                  <a:lnTo>
                    <a:pt x="1383873" y="3672960"/>
                  </a:lnTo>
                  <a:lnTo>
                    <a:pt x="1383966" y="3672960"/>
                  </a:lnTo>
                  <a:lnTo>
                    <a:pt x="1384059" y="3672960"/>
                  </a:lnTo>
                  <a:lnTo>
                    <a:pt x="1384153" y="3672960"/>
                  </a:lnTo>
                  <a:lnTo>
                    <a:pt x="1384246" y="3672960"/>
                  </a:lnTo>
                  <a:lnTo>
                    <a:pt x="1384339" y="3672960"/>
                  </a:lnTo>
                  <a:lnTo>
                    <a:pt x="1384432" y="3672960"/>
                  </a:lnTo>
                  <a:lnTo>
                    <a:pt x="1384526" y="3672960"/>
                  </a:lnTo>
                  <a:lnTo>
                    <a:pt x="1384619" y="3672960"/>
                  </a:lnTo>
                  <a:lnTo>
                    <a:pt x="1384712" y="3672960"/>
                  </a:lnTo>
                  <a:lnTo>
                    <a:pt x="1384805" y="3672960"/>
                  </a:lnTo>
                  <a:lnTo>
                    <a:pt x="1384899" y="3672960"/>
                  </a:lnTo>
                  <a:lnTo>
                    <a:pt x="1384992" y="3672960"/>
                  </a:lnTo>
                  <a:lnTo>
                    <a:pt x="1385085" y="3672960"/>
                  </a:lnTo>
                  <a:lnTo>
                    <a:pt x="1385178" y="3672960"/>
                  </a:lnTo>
                  <a:lnTo>
                    <a:pt x="1385272" y="3672960"/>
                  </a:lnTo>
                  <a:lnTo>
                    <a:pt x="1385365" y="3672960"/>
                  </a:lnTo>
                  <a:lnTo>
                    <a:pt x="1385458" y="3672960"/>
                  </a:lnTo>
                  <a:lnTo>
                    <a:pt x="1385551" y="3672960"/>
                  </a:lnTo>
                  <a:lnTo>
                    <a:pt x="1385645" y="3672960"/>
                  </a:lnTo>
                  <a:lnTo>
                    <a:pt x="1385738" y="3672960"/>
                  </a:lnTo>
                  <a:lnTo>
                    <a:pt x="1385831" y="3672960"/>
                  </a:lnTo>
                  <a:lnTo>
                    <a:pt x="1385924" y="3672960"/>
                  </a:lnTo>
                  <a:lnTo>
                    <a:pt x="1386018" y="3672960"/>
                  </a:lnTo>
                  <a:lnTo>
                    <a:pt x="1386111" y="3672960"/>
                  </a:lnTo>
                  <a:lnTo>
                    <a:pt x="1386204" y="3672960"/>
                  </a:lnTo>
                  <a:lnTo>
                    <a:pt x="1386297" y="3672960"/>
                  </a:lnTo>
                  <a:lnTo>
                    <a:pt x="1386391" y="3672960"/>
                  </a:lnTo>
                  <a:lnTo>
                    <a:pt x="1386484" y="3672960"/>
                  </a:lnTo>
                  <a:lnTo>
                    <a:pt x="1386577" y="3672960"/>
                  </a:lnTo>
                  <a:lnTo>
                    <a:pt x="1386670" y="3672960"/>
                  </a:lnTo>
                  <a:lnTo>
                    <a:pt x="1386764" y="3672960"/>
                  </a:lnTo>
                  <a:lnTo>
                    <a:pt x="1386857" y="3672960"/>
                  </a:lnTo>
                  <a:lnTo>
                    <a:pt x="1386950" y="3672960"/>
                  </a:lnTo>
                  <a:lnTo>
                    <a:pt x="1386950" y="3663006"/>
                  </a:lnTo>
                  <a:lnTo>
                    <a:pt x="1387043" y="3663006"/>
                  </a:lnTo>
                  <a:lnTo>
                    <a:pt x="1387137" y="3663006"/>
                  </a:lnTo>
                  <a:lnTo>
                    <a:pt x="1387230" y="3663006"/>
                  </a:lnTo>
                  <a:lnTo>
                    <a:pt x="1387323" y="3663006"/>
                  </a:lnTo>
                  <a:lnTo>
                    <a:pt x="1387416" y="3663006"/>
                  </a:lnTo>
                  <a:lnTo>
                    <a:pt x="1387510" y="3663006"/>
                  </a:lnTo>
                  <a:lnTo>
                    <a:pt x="1387603" y="3663006"/>
                  </a:lnTo>
                  <a:lnTo>
                    <a:pt x="1387696" y="3663006"/>
                  </a:lnTo>
                  <a:lnTo>
                    <a:pt x="1387789" y="3663006"/>
                  </a:lnTo>
                  <a:lnTo>
                    <a:pt x="1387882" y="3663006"/>
                  </a:lnTo>
                  <a:lnTo>
                    <a:pt x="1387976" y="3663006"/>
                  </a:lnTo>
                  <a:lnTo>
                    <a:pt x="1388069" y="3663006"/>
                  </a:lnTo>
                  <a:lnTo>
                    <a:pt x="1388162" y="3663006"/>
                  </a:lnTo>
                  <a:lnTo>
                    <a:pt x="1388255" y="3663006"/>
                  </a:lnTo>
                  <a:lnTo>
                    <a:pt x="1388349" y="3663006"/>
                  </a:lnTo>
                  <a:lnTo>
                    <a:pt x="1388442" y="3663006"/>
                  </a:lnTo>
                  <a:lnTo>
                    <a:pt x="1388535" y="3663006"/>
                  </a:lnTo>
                  <a:lnTo>
                    <a:pt x="1388628" y="3663006"/>
                  </a:lnTo>
                  <a:lnTo>
                    <a:pt x="1388722" y="3663006"/>
                  </a:lnTo>
                  <a:lnTo>
                    <a:pt x="1388815" y="3663006"/>
                  </a:lnTo>
                  <a:lnTo>
                    <a:pt x="1388908" y="3663006"/>
                  </a:lnTo>
                  <a:lnTo>
                    <a:pt x="1389001" y="3663006"/>
                  </a:lnTo>
                  <a:lnTo>
                    <a:pt x="1389095" y="3663006"/>
                  </a:lnTo>
                  <a:lnTo>
                    <a:pt x="1389188" y="3663006"/>
                  </a:lnTo>
                  <a:lnTo>
                    <a:pt x="1389281" y="3663006"/>
                  </a:lnTo>
                  <a:lnTo>
                    <a:pt x="1389374" y="3663006"/>
                  </a:lnTo>
                  <a:lnTo>
                    <a:pt x="1389468" y="3663006"/>
                  </a:lnTo>
                  <a:lnTo>
                    <a:pt x="1389561" y="3663006"/>
                  </a:lnTo>
                  <a:lnTo>
                    <a:pt x="1389654" y="3663006"/>
                  </a:lnTo>
                  <a:lnTo>
                    <a:pt x="1389747" y="3663006"/>
                  </a:lnTo>
                  <a:lnTo>
                    <a:pt x="1389841" y="3663006"/>
                  </a:lnTo>
                  <a:lnTo>
                    <a:pt x="1389934" y="3663006"/>
                  </a:lnTo>
                  <a:lnTo>
                    <a:pt x="1390027" y="3663006"/>
                  </a:lnTo>
                  <a:lnTo>
                    <a:pt x="1390120" y="3663006"/>
                  </a:lnTo>
                  <a:lnTo>
                    <a:pt x="1390214" y="3663006"/>
                  </a:lnTo>
                  <a:lnTo>
                    <a:pt x="1390307" y="3663006"/>
                  </a:lnTo>
                  <a:lnTo>
                    <a:pt x="1390400" y="3663006"/>
                  </a:lnTo>
                  <a:lnTo>
                    <a:pt x="1390493" y="3663006"/>
                  </a:lnTo>
                  <a:lnTo>
                    <a:pt x="1390587" y="3663006"/>
                  </a:lnTo>
                  <a:lnTo>
                    <a:pt x="1390680" y="3663006"/>
                  </a:lnTo>
                  <a:lnTo>
                    <a:pt x="1390773" y="3663006"/>
                  </a:lnTo>
                  <a:lnTo>
                    <a:pt x="1390866" y="3663006"/>
                  </a:lnTo>
                  <a:lnTo>
                    <a:pt x="1390960" y="3663006"/>
                  </a:lnTo>
                  <a:lnTo>
                    <a:pt x="1391053" y="3663006"/>
                  </a:lnTo>
                  <a:lnTo>
                    <a:pt x="1391146" y="3663006"/>
                  </a:lnTo>
                  <a:lnTo>
                    <a:pt x="1391239" y="3663006"/>
                  </a:lnTo>
                  <a:lnTo>
                    <a:pt x="1391333" y="3663006"/>
                  </a:lnTo>
                  <a:lnTo>
                    <a:pt x="1391426" y="3663006"/>
                  </a:lnTo>
                  <a:lnTo>
                    <a:pt x="1391519" y="3663006"/>
                  </a:lnTo>
                  <a:lnTo>
                    <a:pt x="1391612" y="3663006"/>
                  </a:lnTo>
                  <a:lnTo>
                    <a:pt x="1391706" y="3663006"/>
                  </a:lnTo>
                  <a:lnTo>
                    <a:pt x="1391799" y="3663006"/>
                  </a:lnTo>
                  <a:lnTo>
                    <a:pt x="1391892" y="3663006"/>
                  </a:lnTo>
                  <a:lnTo>
                    <a:pt x="1391985" y="3663006"/>
                  </a:lnTo>
                  <a:lnTo>
                    <a:pt x="1392079" y="3663006"/>
                  </a:lnTo>
                  <a:lnTo>
                    <a:pt x="1392172" y="3663006"/>
                  </a:lnTo>
                  <a:lnTo>
                    <a:pt x="1392265" y="3663006"/>
                  </a:lnTo>
                  <a:lnTo>
                    <a:pt x="1392358" y="3663006"/>
                  </a:lnTo>
                  <a:lnTo>
                    <a:pt x="1392452" y="3663006"/>
                  </a:lnTo>
                  <a:lnTo>
                    <a:pt x="1392545" y="3663006"/>
                  </a:lnTo>
                  <a:lnTo>
                    <a:pt x="1392638" y="3663006"/>
                  </a:lnTo>
                  <a:lnTo>
                    <a:pt x="1392731" y="3663006"/>
                  </a:lnTo>
                  <a:lnTo>
                    <a:pt x="1392825" y="3663006"/>
                  </a:lnTo>
                  <a:lnTo>
                    <a:pt x="1392918" y="3663006"/>
                  </a:lnTo>
                  <a:lnTo>
                    <a:pt x="1393011" y="3663006"/>
                  </a:lnTo>
                  <a:lnTo>
                    <a:pt x="1393104" y="3663006"/>
                  </a:lnTo>
                  <a:lnTo>
                    <a:pt x="1393198" y="3663006"/>
                  </a:lnTo>
                  <a:lnTo>
                    <a:pt x="1393291" y="3663006"/>
                  </a:lnTo>
                  <a:lnTo>
                    <a:pt x="1393384" y="3663006"/>
                  </a:lnTo>
                  <a:lnTo>
                    <a:pt x="1393477" y="3663006"/>
                  </a:lnTo>
                  <a:lnTo>
                    <a:pt x="1393571" y="3663006"/>
                  </a:lnTo>
                  <a:lnTo>
                    <a:pt x="1393664" y="3663006"/>
                  </a:lnTo>
                  <a:lnTo>
                    <a:pt x="1393757" y="3663006"/>
                  </a:lnTo>
                  <a:lnTo>
                    <a:pt x="1393850" y="3663006"/>
                  </a:lnTo>
                  <a:lnTo>
                    <a:pt x="1393944" y="3663006"/>
                  </a:lnTo>
                  <a:lnTo>
                    <a:pt x="1394037" y="3663006"/>
                  </a:lnTo>
                  <a:lnTo>
                    <a:pt x="1394130" y="3663006"/>
                  </a:lnTo>
                  <a:lnTo>
                    <a:pt x="1394223" y="3663006"/>
                  </a:lnTo>
                  <a:lnTo>
                    <a:pt x="1394317" y="3663006"/>
                  </a:lnTo>
                  <a:lnTo>
                    <a:pt x="1394410" y="3663006"/>
                  </a:lnTo>
                  <a:lnTo>
                    <a:pt x="1394503" y="3663006"/>
                  </a:lnTo>
                  <a:lnTo>
                    <a:pt x="1394596" y="3663006"/>
                  </a:lnTo>
                  <a:lnTo>
                    <a:pt x="1394689" y="3663006"/>
                  </a:lnTo>
                  <a:lnTo>
                    <a:pt x="1394783" y="3663006"/>
                  </a:lnTo>
                  <a:lnTo>
                    <a:pt x="1394876" y="3663006"/>
                  </a:lnTo>
                  <a:lnTo>
                    <a:pt x="1394969" y="3663006"/>
                  </a:lnTo>
                  <a:lnTo>
                    <a:pt x="1395062" y="3663006"/>
                  </a:lnTo>
                  <a:lnTo>
                    <a:pt x="1395156" y="3663006"/>
                  </a:lnTo>
                  <a:lnTo>
                    <a:pt x="1395249" y="3663006"/>
                  </a:lnTo>
                  <a:lnTo>
                    <a:pt x="1395342" y="3663006"/>
                  </a:lnTo>
                  <a:lnTo>
                    <a:pt x="1395435" y="3663006"/>
                  </a:lnTo>
                  <a:lnTo>
                    <a:pt x="1395529" y="3663006"/>
                  </a:lnTo>
                  <a:lnTo>
                    <a:pt x="1395622" y="3663006"/>
                  </a:lnTo>
                  <a:lnTo>
                    <a:pt x="1395715" y="3663006"/>
                  </a:lnTo>
                  <a:lnTo>
                    <a:pt x="1395808" y="3663006"/>
                  </a:lnTo>
                  <a:lnTo>
                    <a:pt x="1395902" y="3663006"/>
                  </a:lnTo>
                  <a:lnTo>
                    <a:pt x="1395995" y="3663006"/>
                  </a:lnTo>
                  <a:lnTo>
                    <a:pt x="1396088" y="3663006"/>
                  </a:lnTo>
                  <a:lnTo>
                    <a:pt x="1396181" y="3663006"/>
                  </a:lnTo>
                  <a:lnTo>
                    <a:pt x="1396275" y="3663006"/>
                  </a:lnTo>
                  <a:lnTo>
                    <a:pt x="1396368" y="3663006"/>
                  </a:lnTo>
                  <a:lnTo>
                    <a:pt x="1396461" y="3663006"/>
                  </a:lnTo>
                  <a:lnTo>
                    <a:pt x="1396554" y="3663006"/>
                  </a:lnTo>
                  <a:lnTo>
                    <a:pt x="1396648" y="3663006"/>
                  </a:lnTo>
                  <a:lnTo>
                    <a:pt x="1396741" y="3663006"/>
                  </a:lnTo>
                  <a:lnTo>
                    <a:pt x="1396834" y="3663006"/>
                  </a:lnTo>
                  <a:lnTo>
                    <a:pt x="1396927" y="3663006"/>
                  </a:lnTo>
                  <a:lnTo>
                    <a:pt x="1397021" y="3663006"/>
                  </a:lnTo>
                  <a:lnTo>
                    <a:pt x="1397114" y="3663006"/>
                  </a:lnTo>
                  <a:lnTo>
                    <a:pt x="1397207" y="3663006"/>
                  </a:lnTo>
                  <a:lnTo>
                    <a:pt x="1397300" y="3663006"/>
                  </a:lnTo>
                  <a:lnTo>
                    <a:pt x="1397394" y="3663006"/>
                  </a:lnTo>
                  <a:lnTo>
                    <a:pt x="1397487" y="3663006"/>
                  </a:lnTo>
                  <a:lnTo>
                    <a:pt x="1397580" y="3663006"/>
                  </a:lnTo>
                  <a:lnTo>
                    <a:pt x="1397673" y="3663006"/>
                  </a:lnTo>
                  <a:lnTo>
                    <a:pt x="1397767" y="3663006"/>
                  </a:lnTo>
                  <a:lnTo>
                    <a:pt x="1397860" y="3663006"/>
                  </a:lnTo>
                  <a:lnTo>
                    <a:pt x="1397953" y="3663006"/>
                  </a:lnTo>
                  <a:lnTo>
                    <a:pt x="1398046" y="3663006"/>
                  </a:lnTo>
                  <a:lnTo>
                    <a:pt x="1398140" y="3663006"/>
                  </a:lnTo>
                  <a:lnTo>
                    <a:pt x="1398233" y="3663006"/>
                  </a:lnTo>
                  <a:lnTo>
                    <a:pt x="1398326" y="3663006"/>
                  </a:lnTo>
                  <a:lnTo>
                    <a:pt x="1398419" y="3663006"/>
                  </a:lnTo>
                  <a:lnTo>
                    <a:pt x="1398513" y="3663006"/>
                  </a:lnTo>
                  <a:lnTo>
                    <a:pt x="1398606" y="3663006"/>
                  </a:lnTo>
                  <a:lnTo>
                    <a:pt x="1398699" y="3663006"/>
                  </a:lnTo>
                  <a:lnTo>
                    <a:pt x="1398792" y="3663006"/>
                  </a:lnTo>
                  <a:lnTo>
                    <a:pt x="1398886" y="3663006"/>
                  </a:lnTo>
                  <a:lnTo>
                    <a:pt x="1398979" y="3663006"/>
                  </a:lnTo>
                  <a:lnTo>
                    <a:pt x="1399072" y="3663006"/>
                  </a:lnTo>
                  <a:lnTo>
                    <a:pt x="1399165" y="3663006"/>
                  </a:lnTo>
                  <a:lnTo>
                    <a:pt x="1399259" y="3663006"/>
                  </a:lnTo>
                  <a:lnTo>
                    <a:pt x="1399352" y="3663006"/>
                  </a:lnTo>
                  <a:lnTo>
                    <a:pt x="1399445" y="3663006"/>
                  </a:lnTo>
                  <a:lnTo>
                    <a:pt x="1399538" y="3663006"/>
                  </a:lnTo>
                  <a:lnTo>
                    <a:pt x="1399632" y="3663006"/>
                  </a:lnTo>
                  <a:lnTo>
                    <a:pt x="1399725" y="3663006"/>
                  </a:lnTo>
                  <a:lnTo>
                    <a:pt x="1399818" y="3663006"/>
                  </a:lnTo>
                  <a:lnTo>
                    <a:pt x="1399911" y="3663006"/>
                  </a:lnTo>
                  <a:lnTo>
                    <a:pt x="1400005" y="3663006"/>
                  </a:lnTo>
                  <a:lnTo>
                    <a:pt x="1400098" y="3663006"/>
                  </a:lnTo>
                  <a:lnTo>
                    <a:pt x="1400191" y="3663006"/>
                  </a:lnTo>
                  <a:lnTo>
                    <a:pt x="1400284" y="3663006"/>
                  </a:lnTo>
                  <a:lnTo>
                    <a:pt x="1400378" y="3663006"/>
                  </a:lnTo>
                  <a:lnTo>
                    <a:pt x="1400471" y="3663006"/>
                  </a:lnTo>
                  <a:lnTo>
                    <a:pt x="1400564" y="3663006"/>
                  </a:lnTo>
                  <a:lnTo>
                    <a:pt x="1400657" y="3663006"/>
                  </a:lnTo>
                  <a:lnTo>
                    <a:pt x="1400751" y="3663006"/>
                  </a:lnTo>
                  <a:lnTo>
                    <a:pt x="1400844" y="3663006"/>
                  </a:lnTo>
                  <a:lnTo>
                    <a:pt x="1400937" y="3663006"/>
                  </a:lnTo>
                  <a:lnTo>
                    <a:pt x="1401030" y="3663006"/>
                  </a:lnTo>
                  <a:lnTo>
                    <a:pt x="1401124" y="3663006"/>
                  </a:lnTo>
                  <a:lnTo>
                    <a:pt x="1401217" y="3663006"/>
                  </a:lnTo>
                  <a:lnTo>
                    <a:pt x="1401310" y="3663006"/>
                  </a:lnTo>
                  <a:lnTo>
                    <a:pt x="1401403" y="3663006"/>
                  </a:lnTo>
                  <a:lnTo>
                    <a:pt x="1401496" y="3663006"/>
                  </a:lnTo>
                  <a:lnTo>
                    <a:pt x="1401590" y="3663006"/>
                  </a:lnTo>
                  <a:lnTo>
                    <a:pt x="1401683" y="3663006"/>
                  </a:lnTo>
                  <a:lnTo>
                    <a:pt x="1401776" y="3663006"/>
                  </a:lnTo>
                  <a:lnTo>
                    <a:pt x="1401869" y="3663006"/>
                  </a:lnTo>
                  <a:lnTo>
                    <a:pt x="1401963" y="3663006"/>
                  </a:lnTo>
                  <a:lnTo>
                    <a:pt x="1402056" y="3663006"/>
                  </a:lnTo>
                  <a:lnTo>
                    <a:pt x="1402149" y="3663006"/>
                  </a:lnTo>
                  <a:lnTo>
                    <a:pt x="1402242" y="3663006"/>
                  </a:lnTo>
                  <a:lnTo>
                    <a:pt x="1402336" y="3663006"/>
                  </a:lnTo>
                  <a:lnTo>
                    <a:pt x="1402429" y="3663006"/>
                  </a:lnTo>
                  <a:lnTo>
                    <a:pt x="1402522" y="3663006"/>
                  </a:lnTo>
                  <a:lnTo>
                    <a:pt x="1402615" y="3663006"/>
                  </a:lnTo>
                  <a:lnTo>
                    <a:pt x="1402709" y="3663006"/>
                  </a:lnTo>
                  <a:lnTo>
                    <a:pt x="1402802" y="3663006"/>
                  </a:lnTo>
                  <a:lnTo>
                    <a:pt x="1402895" y="3663006"/>
                  </a:lnTo>
                  <a:lnTo>
                    <a:pt x="1402988" y="3663006"/>
                  </a:lnTo>
                  <a:lnTo>
                    <a:pt x="1403082" y="3663006"/>
                  </a:lnTo>
                  <a:lnTo>
                    <a:pt x="1403175" y="3663006"/>
                  </a:lnTo>
                  <a:lnTo>
                    <a:pt x="1403268" y="3663006"/>
                  </a:lnTo>
                  <a:lnTo>
                    <a:pt x="1403361" y="3663006"/>
                  </a:lnTo>
                  <a:lnTo>
                    <a:pt x="1403455" y="3663006"/>
                  </a:lnTo>
                  <a:lnTo>
                    <a:pt x="1403548" y="3663006"/>
                  </a:lnTo>
                  <a:lnTo>
                    <a:pt x="1403641" y="3663006"/>
                  </a:lnTo>
                  <a:lnTo>
                    <a:pt x="1403734" y="3663006"/>
                  </a:lnTo>
                  <a:lnTo>
                    <a:pt x="1403828" y="3663006"/>
                  </a:lnTo>
                  <a:lnTo>
                    <a:pt x="1403921" y="3663006"/>
                  </a:lnTo>
                  <a:lnTo>
                    <a:pt x="1404014" y="3663006"/>
                  </a:lnTo>
                  <a:lnTo>
                    <a:pt x="1404107" y="3663006"/>
                  </a:lnTo>
                  <a:lnTo>
                    <a:pt x="1404201" y="3663006"/>
                  </a:lnTo>
                  <a:lnTo>
                    <a:pt x="1404294" y="3663006"/>
                  </a:lnTo>
                  <a:lnTo>
                    <a:pt x="1404387" y="3663006"/>
                  </a:lnTo>
                  <a:lnTo>
                    <a:pt x="1404480" y="3663006"/>
                  </a:lnTo>
                  <a:lnTo>
                    <a:pt x="1404574" y="3663006"/>
                  </a:lnTo>
                  <a:lnTo>
                    <a:pt x="1404667" y="3663006"/>
                  </a:lnTo>
                  <a:lnTo>
                    <a:pt x="1404760" y="3663006"/>
                  </a:lnTo>
                  <a:lnTo>
                    <a:pt x="1404853" y="3663006"/>
                  </a:lnTo>
                  <a:lnTo>
                    <a:pt x="1404947" y="3663006"/>
                  </a:lnTo>
                  <a:lnTo>
                    <a:pt x="1405040" y="3663006"/>
                  </a:lnTo>
                  <a:lnTo>
                    <a:pt x="1405133" y="3663006"/>
                  </a:lnTo>
                  <a:lnTo>
                    <a:pt x="1405226" y="3663006"/>
                  </a:lnTo>
                  <a:lnTo>
                    <a:pt x="1405320" y="3663006"/>
                  </a:lnTo>
                  <a:lnTo>
                    <a:pt x="1405413" y="3663006"/>
                  </a:lnTo>
                  <a:lnTo>
                    <a:pt x="1405506" y="3663006"/>
                  </a:lnTo>
                  <a:lnTo>
                    <a:pt x="1405599" y="3663006"/>
                  </a:lnTo>
                  <a:lnTo>
                    <a:pt x="1405693" y="3663006"/>
                  </a:lnTo>
                  <a:lnTo>
                    <a:pt x="1405786" y="3663006"/>
                  </a:lnTo>
                  <a:lnTo>
                    <a:pt x="1405879" y="3663006"/>
                  </a:lnTo>
                  <a:lnTo>
                    <a:pt x="1405972" y="3663006"/>
                  </a:lnTo>
                  <a:lnTo>
                    <a:pt x="1406066" y="3663006"/>
                  </a:lnTo>
                  <a:lnTo>
                    <a:pt x="1406159" y="3663006"/>
                  </a:lnTo>
                  <a:lnTo>
                    <a:pt x="1406252" y="3663006"/>
                  </a:lnTo>
                  <a:lnTo>
                    <a:pt x="1406345" y="3663006"/>
                  </a:lnTo>
                  <a:lnTo>
                    <a:pt x="1406439" y="3663006"/>
                  </a:lnTo>
                  <a:lnTo>
                    <a:pt x="1406532" y="3663006"/>
                  </a:lnTo>
                  <a:lnTo>
                    <a:pt x="1406625" y="3663006"/>
                  </a:lnTo>
                  <a:lnTo>
                    <a:pt x="1406718" y="3663006"/>
                  </a:lnTo>
                  <a:lnTo>
                    <a:pt x="1406812" y="3663006"/>
                  </a:lnTo>
                  <a:lnTo>
                    <a:pt x="1406905" y="3663006"/>
                  </a:lnTo>
                  <a:lnTo>
                    <a:pt x="1406998" y="3663006"/>
                  </a:lnTo>
                  <a:lnTo>
                    <a:pt x="1407091" y="3663006"/>
                  </a:lnTo>
                  <a:lnTo>
                    <a:pt x="1407185" y="3663006"/>
                  </a:lnTo>
                  <a:lnTo>
                    <a:pt x="1407278" y="3663006"/>
                  </a:lnTo>
                  <a:lnTo>
                    <a:pt x="1407371" y="3663006"/>
                  </a:lnTo>
                  <a:lnTo>
                    <a:pt x="1407464" y="3663006"/>
                  </a:lnTo>
                  <a:lnTo>
                    <a:pt x="1407558" y="3663006"/>
                  </a:lnTo>
                  <a:lnTo>
                    <a:pt x="1407651" y="3663006"/>
                  </a:lnTo>
                  <a:lnTo>
                    <a:pt x="1407744" y="3663006"/>
                  </a:lnTo>
                  <a:lnTo>
                    <a:pt x="1407837" y="3663006"/>
                  </a:lnTo>
                  <a:lnTo>
                    <a:pt x="1407931" y="3663006"/>
                  </a:lnTo>
                  <a:lnTo>
                    <a:pt x="1408024" y="3663006"/>
                  </a:lnTo>
                  <a:lnTo>
                    <a:pt x="1408117" y="3663006"/>
                  </a:lnTo>
                  <a:lnTo>
                    <a:pt x="1408210" y="3663006"/>
                  </a:lnTo>
                  <a:lnTo>
                    <a:pt x="1408304" y="3663006"/>
                  </a:lnTo>
                  <a:lnTo>
                    <a:pt x="1408397" y="3663006"/>
                  </a:lnTo>
                  <a:lnTo>
                    <a:pt x="1408490" y="3663006"/>
                  </a:lnTo>
                  <a:lnTo>
                    <a:pt x="1408583" y="3663006"/>
                  </a:lnTo>
                  <a:lnTo>
                    <a:pt x="1408676" y="3663006"/>
                  </a:lnTo>
                  <a:lnTo>
                    <a:pt x="1408770" y="3663006"/>
                  </a:lnTo>
                  <a:lnTo>
                    <a:pt x="1408863" y="3663006"/>
                  </a:lnTo>
                  <a:lnTo>
                    <a:pt x="1408956" y="3663006"/>
                  </a:lnTo>
                  <a:lnTo>
                    <a:pt x="1409049" y="3663006"/>
                  </a:lnTo>
                  <a:lnTo>
                    <a:pt x="1409143" y="3663006"/>
                  </a:lnTo>
                  <a:lnTo>
                    <a:pt x="1409236" y="3663006"/>
                  </a:lnTo>
                  <a:lnTo>
                    <a:pt x="1409329" y="3663006"/>
                  </a:lnTo>
                  <a:lnTo>
                    <a:pt x="1409422" y="3663006"/>
                  </a:lnTo>
                  <a:lnTo>
                    <a:pt x="1409516" y="3663006"/>
                  </a:lnTo>
                  <a:lnTo>
                    <a:pt x="1409609" y="3663006"/>
                  </a:lnTo>
                  <a:lnTo>
                    <a:pt x="1409702" y="3663006"/>
                  </a:lnTo>
                  <a:lnTo>
                    <a:pt x="1409795" y="3663006"/>
                  </a:lnTo>
                  <a:lnTo>
                    <a:pt x="1409889" y="3663006"/>
                  </a:lnTo>
                  <a:lnTo>
                    <a:pt x="1409982" y="3663006"/>
                  </a:lnTo>
                  <a:lnTo>
                    <a:pt x="1410075" y="3663006"/>
                  </a:lnTo>
                  <a:lnTo>
                    <a:pt x="1410168" y="3663006"/>
                  </a:lnTo>
                  <a:lnTo>
                    <a:pt x="1410262" y="3663006"/>
                  </a:lnTo>
                  <a:lnTo>
                    <a:pt x="1410355" y="3663006"/>
                  </a:lnTo>
                  <a:lnTo>
                    <a:pt x="1410448" y="3663006"/>
                  </a:lnTo>
                  <a:lnTo>
                    <a:pt x="1410541" y="3663006"/>
                  </a:lnTo>
                  <a:lnTo>
                    <a:pt x="1410635" y="3663006"/>
                  </a:lnTo>
                  <a:lnTo>
                    <a:pt x="1410728" y="3663006"/>
                  </a:lnTo>
                  <a:lnTo>
                    <a:pt x="1410821" y="3663006"/>
                  </a:lnTo>
                  <a:lnTo>
                    <a:pt x="1410914" y="3663006"/>
                  </a:lnTo>
                  <a:lnTo>
                    <a:pt x="1411008" y="3663006"/>
                  </a:lnTo>
                  <a:lnTo>
                    <a:pt x="1411101" y="3663006"/>
                  </a:lnTo>
                  <a:lnTo>
                    <a:pt x="1411194" y="3663006"/>
                  </a:lnTo>
                  <a:lnTo>
                    <a:pt x="1411287" y="3663006"/>
                  </a:lnTo>
                  <a:lnTo>
                    <a:pt x="1411381" y="3663006"/>
                  </a:lnTo>
                  <a:lnTo>
                    <a:pt x="1411381" y="3653052"/>
                  </a:lnTo>
                  <a:lnTo>
                    <a:pt x="1411474" y="3653052"/>
                  </a:lnTo>
                  <a:lnTo>
                    <a:pt x="1411567" y="3653052"/>
                  </a:lnTo>
                  <a:lnTo>
                    <a:pt x="1411660" y="3653052"/>
                  </a:lnTo>
                  <a:lnTo>
                    <a:pt x="1411754" y="3653052"/>
                  </a:lnTo>
                  <a:lnTo>
                    <a:pt x="1411847" y="3653052"/>
                  </a:lnTo>
                  <a:lnTo>
                    <a:pt x="1411940" y="3653052"/>
                  </a:lnTo>
                  <a:lnTo>
                    <a:pt x="1412033" y="3653052"/>
                  </a:lnTo>
                  <a:lnTo>
                    <a:pt x="1412127" y="3653052"/>
                  </a:lnTo>
                  <a:lnTo>
                    <a:pt x="1412220" y="3653052"/>
                  </a:lnTo>
                  <a:lnTo>
                    <a:pt x="1412313" y="3653052"/>
                  </a:lnTo>
                  <a:lnTo>
                    <a:pt x="1412406" y="3653052"/>
                  </a:lnTo>
                  <a:lnTo>
                    <a:pt x="1412500" y="3653052"/>
                  </a:lnTo>
                  <a:lnTo>
                    <a:pt x="1412593" y="3653052"/>
                  </a:lnTo>
                  <a:lnTo>
                    <a:pt x="1412686" y="3653052"/>
                  </a:lnTo>
                  <a:lnTo>
                    <a:pt x="1412779" y="3653052"/>
                  </a:lnTo>
                  <a:lnTo>
                    <a:pt x="1412873" y="3653052"/>
                  </a:lnTo>
                  <a:lnTo>
                    <a:pt x="1412966" y="3653052"/>
                  </a:lnTo>
                  <a:lnTo>
                    <a:pt x="1413059" y="3653052"/>
                  </a:lnTo>
                  <a:lnTo>
                    <a:pt x="1413152" y="3653052"/>
                  </a:lnTo>
                  <a:lnTo>
                    <a:pt x="1413246" y="3653052"/>
                  </a:lnTo>
                  <a:lnTo>
                    <a:pt x="1413339" y="3653052"/>
                  </a:lnTo>
                  <a:lnTo>
                    <a:pt x="1413432" y="3653052"/>
                  </a:lnTo>
                  <a:lnTo>
                    <a:pt x="1413525" y="3653052"/>
                  </a:lnTo>
                  <a:lnTo>
                    <a:pt x="1413619" y="3653052"/>
                  </a:lnTo>
                  <a:lnTo>
                    <a:pt x="1413712" y="3653052"/>
                  </a:lnTo>
                  <a:lnTo>
                    <a:pt x="1413805" y="3653052"/>
                  </a:lnTo>
                  <a:lnTo>
                    <a:pt x="1413898" y="3653052"/>
                  </a:lnTo>
                  <a:lnTo>
                    <a:pt x="1413992" y="3653052"/>
                  </a:lnTo>
                  <a:lnTo>
                    <a:pt x="1414085" y="3653052"/>
                  </a:lnTo>
                  <a:lnTo>
                    <a:pt x="1414178" y="3653052"/>
                  </a:lnTo>
                  <a:lnTo>
                    <a:pt x="1414271" y="3653052"/>
                  </a:lnTo>
                  <a:lnTo>
                    <a:pt x="1414365" y="3653052"/>
                  </a:lnTo>
                  <a:lnTo>
                    <a:pt x="1414458" y="3653052"/>
                  </a:lnTo>
                  <a:lnTo>
                    <a:pt x="1414551" y="3653052"/>
                  </a:lnTo>
                  <a:lnTo>
                    <a:pt x="1414644" y="3653052"/>
                  </a:lnTo>
                  <a:lnTo>
                    <a:pt x="1414738" y="3653052"/>
                  </a:lnTo>
                  <a:lnTo>
                    <a:pt x="1414831" y="3653052"/>
                  </a:lnTo>
                  <a:lnTo>
                    <a:pt x="1414924" y="3653052"/>
                  </a:lnTo>
                  <a:lnTo>
                    <a:pt x="1415017" y="3653052"/>
                  </a:lnTo>
                  <a:lnTo>
                    <a:pt x="1415111" y="3653052"/>
                  </a:lnTo>
                  <a:lnTo>
                    <a:pt x="1415204" y="3653052"/>
                  </a:lnTo>
                  <a:lnTo>
                    <a:pt x="1415297" y="3653052"/>
                  </a:lnTo>
                  <a:lnTo>
                    <a:pt x="1415390" y="3653052"/>
                  </a:lnTo>
                  <a:lnTo>
                    <a:pt x="1415483" y="3653052"/>
                  </a:lnTo>
                  <a:lnTo>
                    <a:pt x="1415577" y="3653052"/>
                  </a:lnTo>
                  <a:lnTo>
                    <a:pt x="1415670" y="3653052"/>
                  </a:lnTo>
                  <a:lnTo>
                    <a:pt x="1415763" y="3653052"/>
                  </a:lnTo>
                  <a:lnTo>
                    <a:pt x="1415856" y="3653052"/>
                  </a:lnTo>
                  <a:lnTo>
                    <a:pt x="1415950" y="3653052"/>
                  </a:lnTo>
                  <a:lnTo>
                    <a:pt x="1416043" y="3653052"/>
                  </a:lnTo>
                  <a:lnTo>
                    <a:pt x="1416136" y="3653052"/>
                  </a:lnTo>
                  <a:lnTo>
                    <a:pt x="1416229" y="3653052"/>
                  </a:lnTo>
                  <a:lnTo>
                    <a:pt x="1416323" y="3653052"/>
                  </a:lnTo>
                  <a:lnTo>
                    <a:pt x="1416416" y="3653052"/>
                  </a:lnTo>
                  <a:lnTo>
                    <a:pt x="1416509" y="3653052"/>
                  </a:lnTo>
                  <a:lnTo>
                    <a:pt x="1416602" y="3653052"/>
                  </a:lnTo>
                  <a:lnTo>
                    <a:pt x="1416696" y="3653052"/>
                  </a:lnTo>
                  <a:lnTo>
                    <a:pt x="1416789" y="3653052"/>
                  </a:lnTo>
                  <a:lnTo>
                    <a:pt x="1416882" y="3653052"/>
                  </a:lnTo>
                  <a:lnTo>
                    <a:pt x="1416975" y="3653052"/>
                  </a:lnTo>
                  <a:lnTo>
                    <a:pt x="1417069" y="3653052"/>
                  </a:lnTo>
                  <a:lnTo>
                    <a:pt x="1417162" y="3653052"/>
                  </a:lnTo>
                  <a:lnTo>
                    <a:pt x="1417255" y="3653052"/>
                  </a:lnTo>
                  <a:lnTo>
                    <a:pt x="1417348" y="3653052"/>
                  </a:lnTo>
                  <a:lnTo>
                    <a:pt x="1417442" y="3653052"/>
                  </a:lnTo>
                  <a:lnTo>
                    <a:pt x="1417535" y="3653052"/>
                  </a:lnTo>
                  <a:lnTo>
                    <a:pt x="1417628" y="3653052"/>
                  </a:lnTo>
                  <a:lnTo>
                    <a:pt x="1417721" y="3653052"/>
                  </a:lnTo>
                  <a:lnTo>
                    <a:pt x="1417815" y="3653052"/>
                  </a:lnTo>
                  <a:lnTo>
                    <a:pt x="1417908" y="3653052"/>
                  </a:lnTo>
                  <a:lnTo>
                    <a:pt x="1418001" y="3653052"/>
                  </a:lnTo>
                  <a:lnTo>
                    <a:pt x="1418094" y="3653052"/>
                  </a:lnTo>
                  <a:lnTo>
                    <a:pt x="1418188" y="3653052"/>
                  </a:lnTo>
                  <a:lnTo>
                    <a:pt x="1418281" y="3653052"/>
                  </a:lnTo>
                  <a:lnTo>
                    <a:pt x="1418374" y="3653052"/>
                  </a:lnTo>
                  <a:lnTo>
                    <a:pt x="1418467" y="3653052"/>
                  </a:lnTo>
                  <a:lnTo>
                    <a:pt x="1418561" y="3653052"/>
                  </a:lnTo>
                  <a:lnTo>
                    <a:pt x="1418654" y="3653052"/>
                  </a:lnTo>
                  <a:lnTo>
                    <a:pt x="1418747" y="3653052"/>
                  </a:lnTo>
                  <a:lnTo>
                    <a:pt x="1418840" y="3653052"/>
                  </a:lnTo>
                  <a:lnTo>
                    <a:pt x="1418934" y="3653052"/>
                  </a:lnTo>
                  <a:lnTo>
                    <a:pt x="1419027" y="3653052"/>
                  </a:lnTo>
                  <a:lnTo>
                    <a:pt x="1419027" y="3643099"/>
                  </a:lnTo>
                  <a:lnTo>
                    <a:pt x="1419120" y="3643099"/>
                  </a:lnTo>
                  <a:lnTo>
                    <a:pt x="1419213" y="3643099"/>
                  </a:lnTo>
                  <a:lnTo>
                    <a:pt x="1419307" y="3643099"/>
                  </a:lnTo>
                  <a:lnTo>
                    <a:pt x="1419400" y="3643099"/>
                  </a:lnTo>
                  <a:lnTo>
                    <a:pt x="1419493" y="3643099"/>
                  </a:lnTo>
                  <a:lnTo>
                    <a:pt x="1419586" y="3643099"/>
                  </a:lnTo>
                  <a:lnTo>
                    <a:pt x="1419680" y="3643099"/>
                  </a:lnTo>
                  <a:lnTo>
                    <a:pt x="1419773" y="3643099"/>
                  </a:lnTo>
                  <a:lnTo>
                    <a:pt x="1419866" y="3643099"/>
                  </a:lnTo>
                  <a:lnTo>
                    <a:pt x="1419959" y="3643099"/>
                  </a:lnTo>
                  <a:lnTo>
                    <a:pt x="1420053" y="3643099"/>
                  </a:lnTo>
                  <a:lnTo>
                    <a:pt x="1420146" y="3643099"/>
                  </a:lnTo>
                  <a:lnTo>
                    <a:pt x="1420239" y="3643099"/>
                  </a:lnTo>
                  <a:lnTo>
                    <a:pt x="1420332" y="3643099"/>
                  </a:lnTo>
                  <a:lnTo>
                    <a:pt x="1420426" y="3643099"/>
                  </a:lnTo>
                  <a:lnTo>
                    <a:pt x="1420519" y="3643099"/>
                  </a:lnTo>
                  <a:lnTo>
                    <a:pt x="1420612" y="3643099"/>
                  </a:lnTo>
                  <a:lnTo>
                    <a:pt x="1420705" y="3643099"/>
                  </a:lnTo>
                  <a:lnTo>
                    <a:pt x="1420799" y="3643099"/>
                  </a:lnTo>
                  <a:lnTo>
                    <a:pt x="1420892" y="3643099"/>
                  </a:lnTo>
                  <a:lnTo>
                    <a:pt x="1420985" y="3643099"/>
                  </a:lnTo>
                  <a:lnTo>
                    <a:pt x="1421078" y="3643099"/>
                  </a:lnTo>
                  <a:lnTo>
                    <a:pt x="1421172" y="3643099"/>
                  </a:lnTo>
                  <a:lnTo>
                    <a:pt x="1421265" y="3643099"/>
                  </a:lnTo>
                  <a:lnTo>
                    <a:pt x="1421358" y="3643099"/>
                  </a:lnTo>
                  <a:lnTo>
                    <a:pt x="1421451" y="3643099"/>
                  </a:lnTo>
                  <a:lnTo>
                    <a:pt x="1421545" y="3643099"/>
                  </a:lnTo>
                  <a:lnTo>
                    <a:pt x="1421638" y="3643099"/>
                  </a:lnTo>
                  <a:lnTo>
                    <a:pt x="1421731" y="3643099"/>
                  </a:lnTo>
                  <a:lnTo>
                    <a:pt x="1421824" y="3643099"/>
                  </a:lnTo>
                  <a:lnTo>
                    <a:pt x="1421918" y="3643099"/>
                  </a:lnTo>
                  <a:lnTo>
                    <a:pt x="1422011" y="3643099"/>
                  </a:lnTo>
                  <a:lnTo>
                    <a:pt x="1422104" y="3643099"/>
                  </a:lnTo>
                  <a:lnTo>
                    <a:pt x="1422197" y="3643099"/>
                  </a:lnTo>
                  <a:lnTo>
                    <a:pt x="1422290" y="3643099"/>
                  </a:lnTo>
                  <a:lnTo>
                    <a:pt x="1422384" y="3643099"/>
                  </a:lnTo>
                  <a:lnTo>
                    <a:pt x="1422477" y="3643099"/>
                  </a:lnTo>
                  <a:lnTo>
                    <a:pt x="1422570" y="3643099"/>
                  </a:lnTo>
                  <a:lnTo>
                    <a:pt x="1422663" y="3643099"/>
                  </a:lnTo>
                  <a:lnTo>
                    <a:pt x="1422757" y="3643099"/>
                  </a:lnTo>
                  <a:lnTo>
                    <a:pt x="1422850" y="3643099"/>
                  </a:lnTo>
                  <a:lnTo>
                    <a:pt x="1422943" y="3643099"/>
                  </a:lnTo>
                  <a:lnTo>
                    <a:pt x="1423036" y="3643099"/>
                  </a:lnTo>
                  <a:lnTo>
                    <a:pt x="1423130" y="3643099"/>
                  </a:lnTo>
                  <a:lnTo>
                    <a:pt x="1423223" y="3643099"/>
                  </a:lnTo>
                  <a:lnTo>
                    <a:pt x="1423316" y="3643099"/>
                  </a:lnTo>
                  <a:lnTo>
                    <a:pt x="1423409" y="3643099"/>
                  </a:lnTo>
                  <a:lnTo>
                    <a:pt x="1423409" y="3633145"/>
                  </a:lnTo>
                  <a:lnTo>
                    <a:pt x="1423503" y="3633145"/>
                  </a:lnTo>
                  <a:lnTo>
                    <a:pt x="1423596" y="3633145"/>
                  </a:lnTo>
                  <a:lnTo>
                    <a:pt x="1423689" y="3633145"/>
                  </a:lnTo>
                  <a:lnTo>
                    <a:pt x="1423782" y="3633145"/>
                  </a:lnTo>
                  <a:lnTo>
                    <a:pt x="1423876" y="3633145"/>
                  </a:lnTo>
                  <a:lnTo>
                    <a:pt x="1423969" y="3633145"/>
                  </a:lnTo>
                  <a:lnTo>
                    <a:pt x="1424062" y="3633145"/>
                  </a:lnTo>
                  <a:lnTo>
                    <a:pt x="1424155" y="3633145"/>
                  </a:lnTo>
                  <a:lnTo>
                    <a:pt x="1424249" y="3633145"/>
                  </a:lnTo>
                  <a:lnTo>
                    <a:pt x="1424342" y="3633145"/>
                  </a:lnTo>
                  <a:lnTo>
                    <a:pt x="1424435" y="3633145"/>
                  </a:lnTo>
                  <a:lnTo>
                    <a:pt x="1424528" y="3633145"/>
                  </a:lnTo>
                  <a:lnTo>
                    <a:pt x="1424622" y="3633145"/>
                  </a:lnTo>
                  <a:lnTo>
                    <a:pt x="1424715" y="3633145"/>
                  </a:lnTo>
                  <a:lnTo>
                    <a:pt x="1424808" y="3633145"/>
                  </a:lnTo>
                  <a:lnTo>
                    <a:pt x="1424901" y="3633145"/>
                  </a:lnTo>
                  <a:lnTo>
                    <a:pt x="1424995" y="3633145"/>
                  </a:lnTo>
                  <a:lnTo>
                    <a:pt x="1425088" y="3633145"/>
                  </a:lnTo>
                  <a:lnTo>
                    <a:pt x="1425181" y="3633145"/>
                  </a:lnTo>
                  <a:lnTo>
                    <a:pt x="1425274" y="3633145"/>
                  </a:lnTo>
                  <a:lnTo>
                    <a:pt x="1425368" y="3633145"/>
                  </a:lnTo>
                  <a:lnTo>
                    <a:pt x="1425461" y="3633145"/>
                  </a:lnTo>
                  <a:lnTo>
                    <a:pt x="1425554" y="3633145"/>
                  </a:lnTo>
                  <a:lnTo>
                    <a:pt x="1425647" y="3633145"/>
                  </a:lnTo>
                  <a:lnTo>
                    <a:pt x="1425741" y="3633145"/>
                  </a:lnTo>
                  <a:lnTo>
                    <a:pt x="1425834" y="3633145"/>
                  </a:lnTo>
                  <a:lnTo>
                    <a:pt x="1425927" y="3633145"/>
                  </a:lnTo>
                  <a:lnTo>
                    <a:pt x="1426020" y="3633145"/>
                  </a:lnTo>
                  <a:lnTo>
                    <a:pt x="1426114" y="3633145"/>
                  </a:lnTo>
                  <a:lnTo>
                    <a:pt x="1426207" y="3633145"/>
                  </a:lnTo>
                  <a:lnTo>
                    <a:pt x="1426300" y="3633145"/>
                  </a:lnTo>
                  <a:lnTo>
                    <a:pt x="1426393" y="3633145"/>
                  </a:lnTo>
                  <a:lnTo>
                    <a:pt x="1426487" y="3633145"/>
                  </a:lnTo>
                  <a:lnTo>
                    <a:pt x="1426580" y="3633145"/>
                  </a:lnTo>
                  <a:lnTo>
                    <a:pt x="1426673" y="3633145"/>
                  </a:lnTo>
                  <a:lnTo>
                    <a:pt x="1426766" y="3633145"/>
                  </a:lnTo>
                  <a:lnTo>
                    <a:pt x="1426766" y="3623191"/>
                  </a:lnTo>
                  <a:lnTo>
                    <a:pt x="1426860" y="3623191"/>
                  </a:lnTo>
                  <a:lnTo>
                    <a:pt x="1426953" y="3623191"/>
                  </a:lnTo>
                  <a:lnTo>
                    <a:pt x="1427046" y="3623191"/>
                  </a:lnTo>
                  <a:lnTo>
                    <a:pt x="1427139" y="3623191"/>
                  </a:lnTo>
                  <a:lnTo>
                    <a:pt x="1427233" y="3623191"/>
                  </a:lnTo>
                  <a:lnTo>
                    <a:pt x="1427326" y="3623191"/>
                  </a:lnTo>
                  <a:lnTo>
                    <a:pt x="1427419" y="3623191"/>
                  </a:lnTo>
                  <a:lnTo>
                    <a:pt x="1427512" y="3623191"/>
                  </a:lnTo>
                  <a:lnTo>
                    <a:pt x="1427606" y="3623191"/>
                  </a:lnTo>
                  <a:lnTo>
                    <a:pt x="1427699" y="3623191"/>
                  </a:lnTo>
                  <a:lnTo>
                    <a:pt x="1427792" y="3623191"/>
                  </a:lnTo>
                  <a:lnTo>
                    <a:pt x="1427885" y="3623191"/>
                  </a:lnTo>
                  <a:lnTo>
                    <a:pt x="1427979" y="3623191"/>
                  </a:lnTo>
                  <a:lnTo>
                    <a:pt x="1428072" y="3623191"/>
                  </a:lnTo>
                  <a:lnTo>
                    <a:pt x="1428165" y="3623191"/>
                  </a:lnTo>
                  <a:lnTo>
                    <a:pt x="1428258" y="3623191"/>
                  </a:lnTo>
                  <a:lnTo>
                    <a:pt x="1428352" y="3623191"/>
                  </a:lnTo>
                  <a:lnTo>
                    <a:pt x="1428445" y="3623191"/>
                  </a:lnTo>
                  <a:lnTo>
                    <a:pt x="1428538" y="3623191"/>
                  </a:lnTo>
                  <a:lnTo>
                    <a:pt x="1428631" y="3623191"/>
                  </a:lnTo>
                  <a:lnTo>
                    <a:pt x="1428725" y="3623191"/>
                  </a:lnTo>
                  <a:lnTo>
                    <a:pt x="1428818" y="3623191"/>
                  </a:lnTo>
                  <a:lnTo>
                    <a:pt x="1428911" y="3623191"/>
                  </a:lnTo>
                  <a:lnTo>
                    <a:pt x="1429004" y="3623191"/>
                  </a:lnTo>
                  <a:lnTo>
                    <a:pt x="1429098" y="3623191"/>
                  </a:lnTo>
                  <a:lnTo>
                    <a:pt x="1429191" y="3623191"/>
                  </a:lnTo>
                  <a:lnTo>
                    <a:pt x="1429284" y="3623191"/>
                  </a:lnTo>
                  <a:lnTo>
                    <a:pt x="1429377" y="3623191"/>
                  </a:lnTo>
                  <a:lnTo>
                    <a:pt x="1429470" y="3623191"/>
                  </a:lnTo>
                  <a:lnTo>
                    <a:pt x="1429564" y="3623191"/>
                  </a:lnTo>
                  <a:lnTo>
                    <a:pt x="1429657" y="3623191"/>
                  </a:lnTo>
                  <a:lnTo>
                    <a:pt x="1429750" y="3623191"/>
                  </a:lnTo>
                  <a:lnTo>
                    <a:pt x="1429843" y="3623191"/>
                  </a:lnTo>
                  <a:lnTo>
                    <a:pt x="1429937" y="3623191"/>
                  </a:lnTo>
                  <a:lnTo>
                    <a:pt x="1430030" y="3623191"/>
                  </a:lnTo>
                  <a:lnTo>
                    <a:pt x="1430123" y="3623191"/>
                  </a:lnTo>
                  <a:lnTo>
                    <a:pt x="1430216" y="3623191"/>
                  </a:lnTo>
                  <a:lnTo>
                    <a:pt x="1430310" y="3623191"/>
                  </a:lnTo>
                  <a:lnTo>
                    <a:pt x="1430403" y="3623191"/>
                  </a:lnTo>
                  <a:lnTo>
                    <a:pt x="1430496" y="3623191"/>
                  </a:lnTo>
                  <a:lnTo>
                    <a:pt x="1430589" y="3623191"/>
                  </a:lnTo>
                  <a:lnTo>
                    <a:pt x="1430683" y="3623191"/>
                  </a:lnTo>
                  <a:lnTo>
                    <a:pt x="1430776" y="3623191"/>
                  </a:lnTo>
                  <a:lnTo>
                    <a:pt x="1430869" y="3623191"/>
                  </a:lnTo>
                  <a:lnTo>
                    <a:pt x="1430962" y="3623191"/>
                  </a:lnTo>
                  <a:lnTo>
                    <a:pt x="1431056" y="3623191"/>
                  </a:lnTo>
                  <a:lnTo>
                    <a:pt x="1431149" y="3623191"/>
                  </a:lnTo>
                  <a:lnTo>
                    <a:pt x="1431242" y="3623191"/>
                  </a:lnTo>
                  <a:lnTo>
                    <a:pt x="1431335" y="3623191"/>
                  </a:lnTo>
                  <a:lnTo>
                    <a:pt x="1431429" y="3623191"/>
                  </a:lnTo>
                  <a:lnTo>
                    <a:pt x="1431522" y="3623191"/>
                  </a:lnTo>
                  <a:lnTo>
                    <a:pt x="1431615" y="3623191"/>
                  </a:lnTo>
                  <a:lnTo>
                    <a:pt x="1431708" y="3623191"/>
                  </a:lnTo>
                  <a:lnTo>
                    <a:pt x="1431802" y="3623191"/>
                  </a:lnTo>
                  <a:lnTo>
                    <a:pt x="1431895" y="3623191"/>
                  </a:lnTo>
                  <a:lnTo>
                    <a:pt x="1431988" y="3623191"/>
                  </a:lnTo>
                  <a:lnTo>
                    <a:pt x="1432081" y="3623191"/>
                  </a:lnTo>
                  <a:lnTo>
                    <a:pt x="1432175" y="3623191"/>
                  </a:lnTo>
                  <a:lnTo>
                    <a:pt x="1432268" y="3623191"/>
                  </a:lnTo>
                  <a:lnTo>
                    <a:pt x="1432361" y="3623191"/>
                  </a:lnTo>
                  <a:lnTo>
                    <a:pt x="1432454" y="3623191"/>
                  </a:lnTo>
                  <a:lnTo>
                    <a:pt x="1432548" y="3623191"/>
                  </a:lnTo>
                  <a:lnTo>
                    <a:pt x="1432641" y="3623191"/>
                  </a:lnTo>
                  <a:lnTo>
                    <a:pt x="1432734" y="3623191"/>
                  </a:lnTo>
                  <a:lnTo>
                    <a:pt x="1432827" y="3623191"/>
                  </a:lnTo>
                  <a:lnTo>
                    <a:pt x="1432921" y="3623191"/>
                  </a:lnTo>
                  <a:lnTo>
                    <a:pt x="1433014" y="3623191"/>
                  </a:lnTo>
                  <a:lnTo>
                    <a:pt x="1433107" y="3623191"/>
                  </a:lnTo>
                  <a:lnTo>
                    <a:pt x="1433200" y="3623191"/>
                  </a:lnTo>
                  <a:lnTo>
                    <a:pt x="1433294" y="3623191"/>
                  </a:lnTo>
                  <a:lnTo>
                    <a:pt x="1433294" y="3613237"/>
                  </a:lnTo>
                  <a:lnTo>
                    <a:pt x="1433387" y="3613237"/>
                  </a:lnTo>
                  <a:lnTo>
                    <a:pt x="1433480" y="3613237"/>
                  </a:lnTo>
                  <a:lnTo>
                    <a:pt x="1433573" y="3613237"/>
                  </a:lnTo>
                  <a:lnTo>
                    <a:pt x="1433667" y="3613237"/>
                  </a:lnTo>
                  <a:lnTo>
                    <a:pt x="1433760" y="3613237"/>
                  </a:lnTo>
                  <a:lnTo>
                    <a:pt x="1433853" y="3613237"/>
                  </a:lnTo>
                  <a:lnTo>
                    <a:pt x="1433946" y="3613237"/>
                  </a:lnTo>
                  <a:lnTo>
                    <a:pt x="1434040" y="3613237"/>
                  </a:lnTo>
                  <a:lnTo>
                    <a:pt x="1434133" y="3613237"/>
                  </a:lnTo>
                  <a:lnTo>
                    <a:pt x="1434226" y="3613237"/>
                  </a:lnTo>
                  <a:lnTo>
                    <a:pt x="1434319" y="3613237"/>
                  </a:lnTo>
                  <a:lnTo>
                    <a:pt x="1434413" y="3613237"/>
                  </a:lnTo>
                  <a:lnTo>
                    <a:pt x="1434506" y="3613237"/>
                  </a:lnTo>
                  <a:lnTo>
                    <a:pt x="1434599" y="3613237"/>
                  </a:lnTo>
                  <a:lnTo>
                    <a:pt x="1434692" y="3613237"/>
                  </a:lnTo>
                  <a:lnTo>
                    <a:pt x="1434786" y="3613237"/>
                  </a:lnTo>
                  <a:lnTo>
                    <a:pt x="1434879" y="3613237"/>
                  </a:lnTo>
                  <a:lnTo>
                    <a:pt x="1434972" y="3613237"/>
                  </a:lnTo>
                  <a:lnTo>
                    <a:pt x="1435065" y="3613237"/>
                  </a:lnTo>
                  <a:lnTo>
                    <a:pt x="1435159" y="3613237"/>
                  </a:lnTo>
                  <a:lnTo>
                    <a:pt x="1435252" y="3613237"/>
                  </a:lnTo>
                  <a:lnTo>
                    <a:pt x="1435345" y="3613237"/>
                  </a:lnTo>
                  <a:lnTo>
                    <a:pt x="1435438" y="3613237"/>
                  </a:lnTo>
                  <a:lnTo>
                    <a:pt x="1435532" y="3613237"/>
                  </a:lnTo>
                  <a:lnTo>
                    <a:pt x="1435625" y="3613237"/>
                  </a:lnTo>
                  <a:lnTo>
                    <a:pt x="1435718" y="3613237"/>
                  </a:lnTo>
                  <a:lnTo>
                    <a:pt x="1435811" y="3613237"/>
                  </a:lnTo>
                  <a:lnTo>
                    <a:pt x="1435905" y="3613237"/>
                  </a:lnTo>
                  <a:lnTo>
                    <a:pt x="1435998" y="3613237"/>
                  </a:lnTo>
                  <a:lnTo>
                    <a:pt x="1436091" y="3613237"/>
                  </a:lnTo>
                  <a:lnTo>
                    <a:pt x="1436184" y="3613237"/>
                  </a:lnTo>
                  <a:lnTo>
                    <a:pt x="1436277" y="3613237"/>
                  </a:lnTo>
                  <a:lnTo>
                    <a:pt x="1436371" y="3613237"/>
                  </a:lnTo>
                  <a:lnTo>
                    <a:pt x="1436464" y="3613237"/>
                  </a:lnTo>
                  <a:lnTo>
                    <a:pt x="1436557" y="3613237"/>
                  </a:lnTo>
                  <a:lnTo>
                    <a:pt x="1436650" y="3613237"/>
                  </a:lnTo>
                  <a:lnTo>
                    <a:pt x="1436744" y="3613237"/>
                  </a:lnTo>
                  <a:lnTo>
                    <a:pt x="1436837" y="3613237"/>
                  </a:lnTo>
                  <a:lnTo>
                    <a:pt x="1436930" y="3613237"/>
                  </a:lnTo>
                  <a:lnTo>
                    <a:pt x="1437023" y="3613237"/>
                  </a:lnTo>
                  <a:lnTo>
                    <a:pt x="1437117" y="3613237"/>
                  </a:lnTo>
                  <a:lnTo>
                    <a:pt x="1437210" y="3613237"/>
                  </a:lnTo>
                  <a:lnTo>
                    <a:pt x="1437303" y="3613237"/>
                  </a:lnTo>
                  <a:lnTo>
                    <a:pt x="1437396" y="3613237"/>
                  </a:lnTo>
                  <a:lnTo>
                    <a:pt x="1437490" y="3613237"/>
                  </a:lnTo>
                  <a:lnTo>
                    <a:pt x="1437583" y="3613237"/>
                  </a:lnTo>
                  <a:lnTo>
                    <a:pt x="1437676" y="3613237"/>
                  </a:lnTo>
                  <a:lnTo>
                    <a:pt x="1437769" y="3613237"/>
                  </a:lnTo>
                  <a:lnTo>
                    <a:pt x="1437863" y="3613237"/>
                  </a:lnTo>
                  <a:lnTo>
                    <a:pt x="1437956" y="3613237"/>
                  </a:lnTo>
                  <a:lnTo>
                    <a:pt x="1438049" y="3613237"/>
                  </a:lnTo>
                  <a:lnTo>
                    <a:pt x="1438142" y="3613237"/>
                  </a:lnTo>
                  <a:lnTo>
                    <a:pt x="1438236" y="3613237"/>
                  </a:lnTo>
                  <a:lnTo>
                    <a:pt x="1438329" y="3613237"/>
                  </a:lnTo>
                  <a:lnTo>
                    <a:pt x="1438422" y="3613237"/>
                  </a:lnTo>
                  <a:lnTo>
                    <a:pt x="1438515" y="3613237"/>
                  </a:lnTo>
                  <a:lnTo>
                    <a:pt x="1438609" y="3613237"/>
                  </a:lnTo>
                  <a:lnTo>
                    <a:pt x="1438702" y="3613237"/>
                  </a:lnTo>
                  <a:lnTo>
                    <a:pt x="1438795" y="3613237"/>
                  </a:lnTo>
                  <a:lnTo>
                    <a:pt x="1438795" y="3603283"/>
                  </a:lnTo>
                  <a:lnTo>
                    <a:pt x="1438888" y="3603283"/>
                  </a:lnTo>
                  <a:lnTo>
                    <a:pt x="1438982" y="3603283"/>
                  </a:lnTo>
                  <a:lnTo>
                    <a:pt x="1439075" y="3603283"/>
                  </a:lnTo>
                  <a:lnTo>
                    <a:pt x="1439168" y="3603283"/>
                  </a:lnTo>
                  <a:lnTo>
                    <a:pt x="1439261" y="3603283"/>
                  </a:lnTo>
                  <a:lnTo>
                    <a:pt x="1439355" y="3603283"/>
                  </a:lnTo>
                  <a:lnTo>
                    <a:pt x="1439448" y="3603283"/>
                  </a:lnTo>
                  <a:lnTo>
                    <a:pt x="1439541" y="3603283"/>
                  </a:lnTo>
                  <a:lnTo>
                    <a:pt x="1439634" y="3603283"/>
                  </a:lnTo>
                  <a:lnTo>
                    <a:pt x="1439728" y="3603283"/>
                  </a:lnTo>
                  <a:lnTo>
                    <a:pt x="1439821" y="3603283"/>
                  </a:lnTo>
                  <a:lnTo>
                    <a:pt x="1439914" y="3603283"/>
                  </a:lnTo>
                  <a:lnTo>
                    <a:pt x="1440007" y="3603283"/>
                  </a:lnTo>
                  <a:lnTo>
                    <a:pt x="1440101" y="3603283"/>
                  </a:lnTo>
                  <a:lnTo>
                    <a:pt x="1440194" y="3603283"/>
                  </a:lnTo>
                  <a:lnTo>
                    <a:pt x="1440287" y="3603283"/>
                  </a:lnTo>
                  <a:lnTo>
                    <a:pt x="1440380" y="3603283"/>
                  </a:lnTo>
                  <a:lnTo>
                    <a:pt x="1440474" y="3603283"/>
                  </a:lnTo>
                  <a:lnTo>
                    <a:pt x="1440567" y="3603283"/>
                  </a:lnTo>
                  <a:lnTo>
                    <a:pt x="1440660" y="3603283"/>
                  </a:lnTo>
                  <a:lnTo>
                    <a:pt x="1440753" y="3603283"/>
                  </a:lnTo>
                  <a:lnTo>
                    <a:pt x="1440847" y="3603283"/>
                  </a:lnTo>
                  <a:lnTo>
                    <a:pt x="1440940" y="3603283"/>
                  </a:lnTo>
                  <a:lnTo>
                    <a:pt x="1441033" y="3603283"/>
                  </a:lnTo>
                  <a:lnTo>
                    <a:pt x="1441126" y="3603283"/>
                  </a:lnTo>
                  <a:lnTo>
                    <a:pt x="1441220" y="3603283"/>
                  </a:lnTo>
                  <a:lnTo>
                    <a:pt x="1441313" y="3603283"/>
                  </a:lnTo>
                  <a:lnTo>
                    <a:pt x="1441406" y="3603283"/>
                  </a:lnTo>
                  <a:lnTo>
                    <a:pt x="1441499" y="3603283"/>
                  </a:lnTo>
                  <a:lnTo>
                    <a:pt x="1441593" y="3603283"/>
                  </a:lnTo>
                  <a:lnTo>
                    <a:pt x="1441686" y="3603283"/>
                  </a:lnTo>
                  <a:lnTo>
                    <a:pt x="1441779" y="3603283"/>
                  </a:lnTo>
                  <a:lnTo>
                    <a:pt x="1441872" y="3603283"/>
                  </a:lnTo>
                  <a:lnTo>
                    <a:pt x="1441966" y="3603283"/>
                  </a:lnTo>
                  <a:lnTo>
                    <a:pt x="1442059" y="3603283"/>
                  </a:lnTo>
                  <a:lnTo>
                    <a:pt x="1442152" y="3603283"/>
                  </a:lnTo>
                  <a:lnTo>
                    <a:pt x="1442245" y="3603283"/>
                  </a:lnTo>
                  <a:lnTo>
                    <a:pt x="1442339" y="3603283"/>
                  </a:lnTo>
                  <a:lnTo>
                    <a:pt x="1442432" y="3603283"/>
                  </a:lnTo>
                  <a:lnTo>
                    <a:pt x="1442525" y="3603283"/>
                  </a:lnTo>
                  <a:lnTo>
                    <a:pt x="1442618" y="3603283"/>
                  </a:lnTo>
                  <a:lnTo>
                    <a:pt x="1442712" y="3603283"/>
                  </a:lnTo>
                  <a:lnTo>
                    <a:pt x="1442805" y="3603283"/>
                  </a:lnTo>
                  <a:lnTo>
                    <a:pt x="1442898" y="3603283"/>
                  </a:lnTo>
                  <a:lnTo>
                    <a:pt x="1442991" y="3603283"/>
                  </a:lnTo>
                  <a:lnTo>
                    <a:pt x="1443084" y="3603283"/>
                  </a:lnTo>
                  <a:lnTo>
                    <a:pt x="1443178" y="3603283"/>
                  </a:lnTo>
                  <a:lnTo>
                    <a:pt x="1443271" y="3603283"/>
                  </a:lnTo>
                  <a:lnTo>
                    <a:pt x="1443364" y="3603283"/>
                  </a:lnTo>
                  <a:lnTo>
                    <a:pt x="1443457" y="3603283"/>
                  </a:lnTo>
                  <a:lnTo>
                    <a:pt x="1443551" y="3603283"/>
                  </a:lnTo>
                  <a:lnTo>
                    <a:pt x="1443644" y="3603283"/>
                  </a:lnTo>
                  <a:lnTo>
                    <a:pt x="1443737" y="3603283"/>
                  </a:lnTo>
                  <a:lnTo>
                    <a:pt x="1443830" y="3603283"/>
                  </a:lnTo>
                  <a:lnTo>
                    <a:pt x="1443924" y="3603283"/>
                  </a:lnTo>
                  <a:lnTo>
                    <a:pt x="1444017" y="3603283"/>
                  </a:lnTo>
                  <a:lnTo>
                    <a:pt x="1444110" y="3603283"/>
                  </a:lnTo>
                  <a:lnTo>
                    <a:pt x="1444203" y="3603283"/>
                  </a:lnTo>
                  <a:lnTo>
                    <a:pt x="1444297" y="3603283"/>
                  </a:lnTo>
                  <a:lnTo>
                    <a:pt x="1444390" y="3603283"/>
                  </a:lnTo>
                  <a:lnTo>
                    <a:pt x="1444483" y="3603283"/>
                  </a:lnTo>
                  <a:lnTo>
                    <a:pt x="1444576" y="3603283"/>
                  </a:lnTo>
                  <a:lnTo>
                    <a:pt x="1444670" y="3603283"/>
                  </a:lnTo>
                  <a:lnTo>
                    <a:pt x="1444763" y="3603283"/>
                  </a:lnTo>
                  <a:lnTo>
                    <a:pt x="1444856" y="3603283"/>
                  </a:lnTo>
                  <a:lnTo>
                    <a:pt x="1444949" y="3603283"/>
                  </a:lnTo>
                  <a:lnTo>
                    <a:pt x="1444949" y="3593329"/>
                  </a:lnTo>
                  <a:lnTo>
                    <a:pt x="1445043" y="3593329"/>
                  </a:lnTo>
                  <a:lnTo>
                    <a:pt x="1445136" y="3593329"/>
                  </a:lnTo>
                  <a:lnTo>
                    <a:pt x="1445229" y="3593329"/>
                  </a:lnTo>
                  <a:lnTo>
                    <a:pt x="1445322" y="3593329"/>
                  </a:lnTo>
                  <a:lnTo>
                    <a:pt x="1445416" y="3593329"/>
                  </a:lnTo>
                  <a:lnTo>
                    <a:pt x="1445509" y="3593329"/>
                  </a:lnTo>
                  <a:lnTo>
                    <a:pt x="1445602" y="3593329"/>
                  </a:lnTo>
                  <a:lnTo>
                    <a:pt x="1445695" y="3593329"/>
                  </a:lnTo>
                  <a:lnTo>
                    <a:pt x="1445789" y="3593329"/>
                  </a:lnTo>
                  <a:lnTo>
                    <a:pt x="1445882" y="3593329"/>
                  </a:lnTo>
                  <a:lnTo>
                    <a:pt x="1445975" y="3593329"/>
                  </a:lnTo>
                  <a:lnTo>
                    <a:pt x="1446068" y="3593329"/>
                  </a:lnTo>
                  <a:lnTo>
                    <a:pt x="1446162" y="3593329"/>
                  </a:lnTo>
                  <a:lnTo>
                    <a:pt x="1446255" y="3593329"/>
                  </a:lnTo>
                  <a:lnTo>
                    <a:pt x="1446348" y="3593329"/>
                  </a:lnTo>
                  <a:lnTo>
                    <a:pt x="1446441" y="3593329"/>
                  </a:lnTo>
                  <a:lnTo>
                    <a:pt x="1446535" y="3593329"/>
                  </a:lnTo>
                  <a:lnTo>
                    <a:pt x="1446628" y="3593329"/>
                  </a:lnTo>
                  <a:lnTo>
                    <a:pt x="1446721" y="3593329"/>
                  </a:lnTo>
                  <a:lnTo>
                    <a:pt x="1446814" y="3593329"/>
                  </a:lnTo>
                  <a:lnTo>
                    <a:pt x="1446908" y="3593329"/>
                  </a:lnTo>
                  <a:lnTo>
                    <a:pt x="1447001" y="3593329"/>
                  </a:lnTo>
                  <a:lnTo>
                    <a:pt x="1447094" y="3593329"/>
                  </a:lnTo>
                  <a:lnTo>
                    <a:pt x="1447187" y="3593329"/>
                  </a:lnTo>
                  <a:lnTo>
                    <a:pt x="1447187" y="3583376"/>
                  </a:lnTo>
                  <a:lnTo>
                    <a:pt x="1447281" y="3583376"/>
                  </a:lnTo>
                  <a:lnTo>
                    <a:pt x="1447374" y="3583376"/>
                  </a:lnTo>
                  <a:lnTo>
                    <a:pt x="1447467" y="3583376"/>
                  </a:lnTo>
                  <a:lnTo>
                    <a:pt x="1447560" y="3583376"/>
                  </a:lnTo>
                  <a:lnTo>
                    <a:pt x="1447654" y="3583376"/>
                  </a:lnTo>
                  <a:lnTo>
                    <a:pt x="1447747" y="3583376"/>
                  </a:lnTo>
                  <a:lnTo>
                    <a:pt x="1447840" y="3583376"/>
                  </a:lnTo>
                  <a:lnTo>
                    <a:pt x="1447933" y="3583376"/>
                  </a:lnTo>
                  <a:lnTo>
                    <a:pt x="1448027" y="3583376"/>
                  </a:lnTo>
                  <a:lnTo>
                    <a:pt x="1448120" y="3583376"/>
                  </a:lnTo>
                  <a:lnTo>
                    <a:pt x="1448213" y="3583376"/>
                  </a:lnTo>
                  <a:lnTo>
                    <a:pt x="1448306" y="3583376"/>
                  </a:lnTo>
                  <a:lnTo>
                    <a:pt x="1448400" y="3583376"/>
                  </a:lnTo>
                  <a:lnTo>
                    <a:pt x="1448493" y="3583376"/>
                  </a:lnTo>
                  <a:lnTo>
                    <a:pt x="1448586" y="3583376"/>
                  </a:lnTo>
                  <a:lnTo>
                    <a:pt x="1448679" y="3583376"/>
                  </a:lnTo>
                  <a:lnTo>
                    <a:pt x="1448773" y="3583376"/>
                  </a:lnTo>
                  <a:lnTo>
                    <a:pt x="1448866" y="3583376"/>
                  </a:lnTo>
                  <a:lnTo>
                    <a:pt x="1448959" y="3583376"/>
                  </a:lnTo>
                  <a:lnTo>
                    <a:pt x="1449052" y="3583376"/>
                  </a:lnTo>
                  <a:lnTo>
                    <a:pt x="1449146" y="3583376"/>
                  </a:lnTo>
                  <a:lnTo>
                    <a:pt x="1449239" y="3583376"/>
                  </a:lnTo>
                  <a:lnTo>
                    <a:pt x="1449332" y="3583376"/>
                  </a:lnTo>
                  <a:lnTo>
                    <a:pt x="1449425" y="3583376"/>
                  </a:lnTo>
                  <a:lnTo>
                    <a:pt x="1449519" y="3583376"/>
                  </a:lnTo>
                  <a:lnTo>
                    <a:pt x="1449612" y="3583376"/>
                  </a:lnTo>
                  <a:lnTo>
                    <a:pt x="1449705" y="3583376"/>
                  </a:lnTo>
                  <a:lnTo>
                    <a:pt x="1449798" y="3583376"/>
                  </a:lnTo>
                  <a:lnTo>
                    <a:pt x="1449892" y="3583376"/>
                  </a:lnTo>
                  <a:lnTo>
                    <a:pt x="1449892" y="3573422"/>
                  </a:lnTo>
                  <a:lnTo>
                    <a:pt x="1449985" y="3573422"/>
                  </a:lnTo>
                  <a:lnTo>
                    <a:pt x="1450078" y="3573422"/>
                  </a:lnTo>
                  <a:lnTo>
                    <a:pt x="1450171" y="3573422"/>
                  </a:lnTo>
                  <a:lnTo>
                    <a:pt x="1450264" y="3573422"/>
                  </a:lnTo>
                  <a:lnTo>
                    <a:pt x="1450358" y="3573422"/>
                  </a:lnTo>
                  <a:lnTo>
                    <a:pt x="1450451" y="3573422"/>
                  </a:lnTo>
                  <a:lnTo>
                    <a:pt x="1450544" y="3573422"/>
                  </a:lnTo>
                  <a:lnTo>
                    <a:pt x="1450637" y="3573422"/>
                  </a:lnTo>
                  <a:lnTo>
                    <a:pt x="1450731" y="3573422"/>
                  </a:lnTo>
                  <a:lnTo>
                    <a:pt x="1450824" y="3573422"/>
                  </a:lnTo>
                  <a:lnTo>
                    <a:pt x="1450917" y="3573422"/>
                  </a:lnTo>
                  <a:lnTo>
                    <a:pt x="1451010" y="3573422"/>
                  </a:lnTo>
                  <a:lnTo>
                    <a:pt x="1451104" y="3573422"/>
                  </a:lnTo>
                  <a:lnTo>
                    <a:pt x="1451197" y="3573422"/>
                  </a:lnTo>
                  <a:lnTo>
                    <a:pt x="1451290" y="3573422"/>
                  </a:lnTo>
                  <a:lnTo>
                    <a:pt x="1451383" y="3573422"/>
                  </a:lnTo>
                  <a:lnTo>
                    <a:pt x="1451383" y="3563468"/>
                  </a:lnTo>
                  <a:lnTo>
                    <a:pt x="1451477" y="3563468"/>
                  </a:lnTo>
                  <a:lnTo>
                    <a:pt x="1451570" y="3563468"/>
                  </a:lnTo>
                  <a:lnTo>
                    <a:pt x="1451663" y="3563468"/>
                  </a:lnTo>
                  <a:lnTo>
                    <a:pt x="1451756" y="3563468"/>
                  </a:lnTo>
                  <a:lnTo>
                    <a:pt x="1451850" y="3563468"/>
                  </a:lnTo>
                  <a:lnTo>
                    <a:pt x="1451943" y="3563468"/>
                  </a:lnTo>
                  <a:lnTo>
                    <a:pt x="1452036" y="3563468"/>
                  </a:lnTo>
                  <a:lnTo>
                    <a:pt x="1452129" y="3563468"/>
                  </a:lnTo>
                  <a:lnTo>
                    <a:pt x="1452223" y="3563468"/>
                  </a:lnTo>
                  <a:lnTo>
                    <a:pt x="1452316" y="3563468"/>
                  </a:lnTo>
                  <a:lnTo>
                    <a:pt x="1452409" y="3563468"/>
                  </a:lnTo>
                  <a:lnTo>
                    <a:pt x="1452502" y="3563468"/>
                  </a:lnTo>
                  <a:lnTo>
                    <a:pt x="1452596" y="3563468"/>
                  </a:lnTo>
                  <a:lnTo>
                    <a:pt x="1452689" y="3563468"/>
                  </a:lnTo>
                  <a:lnTo>
                    <a:pt x="1452782" y="3563468"/>
                  </a:lnTo>
                  <a:lnTo>
                    <a:pt x="1452875" y="3563468"/>
                  </a:lnTo>
                  <a:lnTo>
                    <a:pt x="1452969" y="3563468"/>
                  </a:lnTo>
                  <a:lnTo>
                    <a:pt x="1453062" y="3563468"/>
                  </a:lnTo>
                  <a:lnTo>
                    <a:pt x="1453155" y="3563468"/>
                  </a:lnTo>
                  <a:lnTo>
                    <a:pt x="1453155" y="3553514"/>
                  </a:lnTo>
                  <a:lnTo>
                    <a:pt x="1453248" y="3553514"/>
                  </a:lnTo>
                  <a:lnTo>
                    <a:pt x="1453342" y="3553514"/>
                  </a:lnTo>
                  <a:lnTo>
                    <a:pt x="1453435" y="3553514"/>
                  </a:lnTo>
                  <a:lnTo>
                    <a:pt x="1453528" y="3553514"/>
                  </a:lnTo>
                  <a:lnTo>
                    <a:pt x="1453621" y="3553514"/>
                  </a:lnTo>
                  <a:lnTo>
                    <a:pt x="1453715" y="3553514"/>
                  </a:lnTo>
                  <a:lnTo>
                    <a:pt x="1453808" y="3553514"/>
                  </a:lnTo>
                  <a:lnTo>
                    <a:pt x="1453901" y="3553514"/>
                  </a:lnTo>
                  <a:lnTo>
                    <a:pt x="1453994" y="3553514"/>
                  </a:lnTo>
                  <a:lnTo>
                    <a:pt x="1454088" y="3553514"/>
                  </a:lnTo>
                  <a:lnTo>
                    <a:pt x="1454181" y="3553514"/>
                  </a:lnTo>
                  <a:lnTo>
                    <a:pt x="1454274" y="3553514"/>
                  </a:lnTo>
                  <a:lnTo>
                    <a:pt x="1454367" y="3553514"/>
                  </a:lnTo>
                  <a:lnTo>
                    <a:pt x="1454461" y="3553514"/>
                  </a:lnTo>
                  <a:lnTo>
                    <a:pt x="1454554" y="3553514"/>
                  </a:lnTo>
                  <a:lnTo>
                    <a:pt x="1454647" y="3553514"/>
                  </a:lnTo>
                  <a:lnTo>
                    <a:pt x="1454740" y="3553514"/>
                  </a:lnTo>
                  <a:lnTo>
                    <a:pt x="1454834" y="3553514"/>
                  </a:lnTo>
                  <a:lnTo>
                    <a:pt x="1454927" y="3553514"/>
                  </a:lnTo>
                  <a:lnTo>
                    <a:pt x="1455020" y="3553514"/>
                  </a:lnTo>
                  <a:lnTo>
                    <a:pt x="1455113" y="3553514"/>
                  </a:lnTo>
                  <a:lnTo>
                    <a:pt x="1455207" y="3553514"/>
                  </a:lnTo>
                  <a:lnTo>
                    <a:pt x="1455300" y="3553514"/>
                  </a:lnTo>
                  <a:lnTo>
                    <a:pt x="1455393" y="3553514"/>
                  </a:lnTo>
                  <a:lnTo>
                    <a:pt x="1455486" y="3553514"/>
                  </a:lnTo>
                  <a:lnTo>
                    <a:pt x="1455580" y="3553514"/>
                  </a:lnTo>
                  <a:lnTo>
                    <a:pt x="1455673" y="3553514"/>
                  </a:lnTo>
                  <a:lnTo>
                    <a:pt x="1455766" y="3553514"/>
                  </a:lnTo>
                  <a:lnTo>
                    <a:pt x="1455859" y="3553514"/>
                  </a:lnTo>
                  <a:lnTo>
                    <a:pt x="1455953" y="3553514"/>
                  </a:lnTo>
                  <a:lnTo>
                    <a:pt x="1456046" y="3553514"/>
                  </a:lnTo>
                  <a:lnTo>
                    <a:pt x="1456139" y="3553514"/>
                  </a:lnTo>
                  <a:lnTo>
                    <a:pt x="1456232" y="3553514"/>
                  </a:lnTo>
                  <a:lnTo>
                    <a:pt x="1456326" y="3553514"/>
                  </a:lnTo>
                  <a:lnTo>
                    <a:pt x="1456419" y="3553514"/>
                  </a:lnTo>
                  <a:lnTo>
                    <a:pt x="1456512" y="3553514"/>
                  </a:lnTo>
                  <a:lnTo>
                    <a:pt x="1456605" y="3553514"/>
                  </a:lnTo>
                  <a:lnTo>
                    <a:pt x="1456699" y="3553514"/>
                  </a:lnTo>
                  <a:lnTo>
                    <a:pt x="1456792" y="3553514"/>
                  </a:lnTo>
                  <a:lnTo>
                    <a:pt x="1456885" y="3553514"/>
                  </a:lnTo>
                  <a:lnTo>
                    <a:pt x="1456978" y="3553514"/>
                  </a:lnTo>
                  <a:lnTo>
                    <a:pt x="1457071" y="3553514"/>
                  </a:lnTo>
                  <a:lnTo>
                    <a:pt x="1457165" y="3553514"/>
                  </a:lnTo>
                  <a:lnTo>
                    <a:pt x="1457258" y="3553514"/>
                  </a:lnTo>
                  <a:lnTo>
                    <a:pt x="1457351" y="3553514"/>
                  </a:lnTo>
                  <a:lnTo>
                    <a:pt x="1457444" y="3553514"/>
                  </a:lnTo>
                  <a:lnTo>
                    <a:pt x="1457538" y="3553514"/>
                  </a:lnTo>
                  <a:lnTo>
                    <a:pt x="1457631" y="3553514"/>
                  </a:lnTo>
                  <a:lnTo>
                    <a:pt x="1457724" y="3553514"/>
                  </a:lnTo>
                  <a:lnTo>
                    <a:pt x="1457817" y="3553514"/>
                  </a:lnTo>
                  <a:lnTo>
                    <a:pt x="1457911" y="3553514"/>
                  </a:lnTo>
                  <a:lnTo>
                    <a:pt x="1458004" y="3553514"/>
                  </a:lnTo>
                  <a:lnTo>
                    <a:pt x="1458097" y="3553514"/>
                  </a:lnTo>
                  <a:lnTo>
                    <a:pt x="1458190" y="3553514"/>
                  </a:lnTo>
                  <a:lnTo>
                    <a:pt x="1458284" y="3553514"/>
                  </a:lnTo>
                  <a:lnTo>
                    <a:pt x="1458377" y="3553514"/>
                  </a:lnTo>
                  <a:lnTo>
                    <a:pt x="1458470" y="3553514"/>
                  </a:lnTo>
                  <a:lnTo>
                    <a:pt x="1458563" y="3553514"/>
                  </a:lnTo>
                  <a:lnTo>
                    <a:pt x="1458657" y="3553514"/>
                  </a:lnTo>
                  <a:lnTo>
                    <a:pt x="1458750" y="3553514"/>
                  </a:lnTo>
                  <a:lnTo>
                    <a:pt x="1458843" y="3553514"/>
                  </a:lnTo>
                  <a:lnTo>
                    <a:pt x="1458936" y="3553514"/>
                  </a:lnTo>
                  <a:lnTo>
                    <a:pt x="1459030" y="3553514"/>
                  </a:lnTo>
                  <a:lnTo>
                    <a:pt x="1459123" y="3553514"/>
                  </a:lnTo>
                  <a:lnTo>
                    <a:pt x="1459216" y="3553514"/>
                  </a:lnTo>
                  <a:lnTo>
                    <a:pt x="1459309" y="3553514"/>
                  </a:lnTo>
                  <a:lnTo>
                    <a:pt x="1459403" y="3553514"/>
                  </a:lnTo>
                  <a:lnTo>
                    <a:pt x="1459403" y="3543560"/>
                  </a:lnTo>
                  <a:lnTo>
                    <a:pt x="1459496" y="3543560"/>
                  </a:lnTo>
                  <a:lnTo>
                    <a:pt x="1459589" y="3543560"/>
                  </a:lnTo>
                  <a:lnTo>
                    <a:pt x="1459682" y="3543560"/>
                  </a:lnTo>
                  <a:lnTo>
                    <a:pt x="1459776" y="3543560"/>
                  </a:lnTo>
                  <a:lnTo>
                    <a:pt x="1459869" y="3543560"/>
                  </a:lnTo>
                  <a:lnTo>
                    <a:pt x="1459962" y="3543560"/>
                  </a:lnTo>
                  <a:lnTo>
                    <a:pt x="1460055" y="3543560"/>
                  </a:lnTo>
                  <a:lnTo>
                    <a:pt x="1460149" y="3543560"/>
                  </a:lnTo>
                  <a:lnTo>
                    <a:pt x="1460242" y="3543560"/>
                  </a:lnTo>
                  <a:lnTo>
                    <a:pt x="1460335" y="3543560"/>
                  </a:lnTo>
                  <a:lnTo>
                    <a:pt x="1460428" y="3543560"/>
                  </a:lnTo>
                  <a:lnTo>
                    <a:pt x="1460522" y="3543560"/>
                  </a:lnTo>
                  <a:lnTo>
                    <a:pt x="1460615" y="3543560"/>
                  </a:lnTo>
                  <a:lnTo>
                    <a:pt x="1460708" y="3543560"/>
                  </a:lnTo>
                  <a:lnTo>
                    <a:pt x="1460801" y="3543560"/>
                  </a:lnTo>
                  <a:lnTo>
                    <a:pt x="1460895" y="3543560"/>
                  </a:lnTo>
                  <a:lnTo>
                    <a:pt x="1460988" y="3543560"/>
                  </a:lnTo>
                  <a:lnTo>
                    <a:pt x="1461081" y="3543560"/>
                  </a:lnTo>
                  <a:lnTo>
                    <a:pt x="1461174" y="3543560"/>
                  </a:lnTo>
                  <a:lnTo>
                    <a:pt x="1461268" y="3543560"/>
                  </a:lnTo>
                  <a:lnTo>
                    <a:pt x="1461361" y="3543560"/>
                  </a:lnTo>
                  <a:lnTo>
                    <a:pt x="1461454" y="3543560"/>
                  </a:lnTo>
                  <a:lnTo>
                    <a:pt x="1461547" y="3543560"/>
                  </a:lnTo>
                  <a:lnTo>
                    <a:pt x="1461641" y="3543560"/>
                  </a:lnTo>
                  <a:lnTo>
                    <a:pt x="1461734" y="3543560"/>
                  </a:lnTo>
                  <a:lnTo>
                    <a:pt x="1461827" y="3543560"/>
                  </a:lnTo>
                  <a:lnTo>
                    <a:pt x="1461920" y="3543560"/>
                  </a:lnTo>
                  <a:lnTo>
                    <a:pt x="1462014" y="3543560"/>
                  </a:lnTo>
                  <a:lnTo>
                    <a:pt x="1462107" y="3543560"/>
                  </a:lnTo>
                  <a:lnTo>
                    <a:pt x="1462200" y="3543560"/>
                  </a:lnTo>
                  <a:lnTo>
                    <a:pt x="1462293" y="3543560"/>
                  </a:lnTo>
                  <a:lnTo>
                    <a:pt x="1462387" y="3543560"/>
                  </a:lnTo>
                  <a:lnTo>
                    <a:pt x="1462480" y="3543560"/>
                  </a:lnTo>
                  <a:lnTo>
                    <a:pt x="1462573" y="3543560"/>
                  </a:lnTo>
                  <a:lnTo>
                    <a:pt x="1462666" y="3543560"/>
                  </a:lnTo>
                  <a:lnTo>
                    <a:pt x="1462760" y="3543560"/>
                  </a:lnTo>
                  <a:lnTo>
                    <a:pt x="1462853" y="3543560"/>
                  </a:lnTo>
                  <a:lnTo>
                    <a:pt x="1462946" y="3543560"/>
                  </a:lnTo>
                  <a:lnTo>
                    <a:pt x="1463039" y="3543560"/>
                  </a:lnTo>
                  <a:lnTo>
                    <a:pt x="1463133" y="3543560"/>
                  </a:lnTo>
                  <a:lnTo>
                    <a:pt x="1463226" y="3543560"/>
                  </a:lnTo>
                  <a:lnTo>
                    <a:pt x="1463319" y="3543560"/>
                  </a:lnTo>
                  <a:lnTo>
                    <a:pt x="1463412" y="3543560"/>
                  </a:lnTo>
                  <a:lnTo>
                    <a:pt x="1463506" y="3543560"/>
                  </a:lnTo>
                  <a:lnTo>
                    <a:pt x="1463599" y="3543560"/>
                  </a:lnTo>
                  <a:lnTo>
                    <a:pt x="1463692" y="3543560"/>
                  </a:lnTo>
                  <a:lnTo>
                    <a:pt x="1463785" y="3543560"/>
                  </a:lnTo>
                  <a:lnTo>
                    <a:pt x="1463878" y="3543560"/>
                  </a:lnTo>
                  <a:lnTo>
                    <a:pt x="1463972" y="3543560"/>
                  </a:lnTo>
                  <a:lnTo>
                    <a:pt x="1464065" y="3543560"/>
                  </a:lnTo>
                  <a:lnTo>
                    <a:pt x="1464158" y="3543560"/>
                  </a:lnTo>
                  <a:lnTo>
                    <a:pt x="1464251" y="3543560"/>
                  </a:lnTo>
                  <a:lnTo>
                    <a:pt x="1464345" y="3543560"/>
                  </a:lnTo>
                  <a:lnTo>
                    <a:pt x="1464438" y="3543560"/>
                  </a:lnTo>
                  <a:lnTo>
                    <a:pt x="1464531" y="3543560"/>
                  </a:lnTo>
                  <a:lnTo>
                    <a:pt x="1464624" y="3543560"/>
                  </a:lnTo>
                  <a:lnTo>
                    <a:pt x="1464718" y="3543560"/>
                  </a:lnTo>
                  <a:lnTo>
                    <a:pt x="1464811" y="3543560"/>
                  </a:lnTo>
                  <a:lnTo>
                    <a:pt x="1464904" y="3543560"/>
                  </a:lnTo>
                  <a:lnTo>
                    <a:pt x="1464997" y="3543560"/>
                  </a:lnTo>
                  <a:lnTo>
                    <a:pt x="1465091" y="3543560"/>
                  </a:lnTo>
                  <a:lnTo>
                    <a:pt x="1465184" y="3543560"/>
                  </a:lnTo>
                  <a:lnTo>
                    <a:pt x="1465277" y="3543560"/>
                  </a:lnTo>
                  <a:lnTo>
                    <a:pt x="1465370" y="3543560"/>
                  </a:lnTo>
                  <a:lnTo>
                    <a:pt x="1465464" y="3543560"/>
                  </a:lnTo>
                  <a:lnTo>
                    <a:pt x="1465557" y="3543560"/>
                  </a:lnTo>
                  <a:lnTo>
                    <a:pt x="1465650" y="3543560"/>
                  </a:lnTo>
                  <a:lnTo>
                    <a:pt x="1465743" y="3543560"/>
                  </a:lnTo>
                  <a:lnTo>
                    <a:pt x="1465837" y="3543560"/>
                  </a:lnTo>
                  <a:lnTo>
                    <a:pt x="1465930" y="3543560"/>
                  </a:lnTo>
                  <a:lnTo>
                    <a:pt x="1466023" y="3543560"/>
                  </a:lnTo>
                  <a:lnTo>
                    <a:pt x="1466116" y="3543560"/>
                  </a:lnTo>
                  <a:lnTo>
                    <a:pt x="1466210" y="3543560"/>
                  </a:lnTo>
                  <a:lnTo>
                    <a:pt x="1466303" y="3543560"/>
                  </a:lnTo>
                  <a:lnTo>
                    <a:pt x="1466396" y="3543560"/>
                  </a:lnTo>
                  <a:lnTo>
                    <a:pt x="1466489" y="3543560"/>
                  </a:lnTo>
                  <a:lnTo>
                    <a:pt x="1466583" y="3543560"/>
                  </a:lnTo>
                  <a:lnTo>
                    <a:pt x="1466676" y="3543560"/>
                  </a:lnTo>
                  <a:lnTo>
                    <a:pt x="1466769" y="3543560"/>
                  </a:lnTo>
                  <a:lnTo>
                    <a:pt x="1466862" y="3543560"/>
                  </a:lnTo>
                  <a:lnTo>
                    <a:pt x="1466956" y="3543560"/>
                  </a:lnTo>
                  <a:lnTo>
                    <a:pt x="1467049" y="3543560"/>
                  </a:lnTo>
                  <a:lnTo>
                    <a:pt x="1467142" y="3543560"/>
                  </a:lnTo>
                  <a:lnTo>
                    <a:pt x="1467235" y="3543560"/>
                  </a:lnTo>
                  <a:lnTo>
                    <a:pt x="1467329" y="3543560"/>
                  </a:lnTo>
                  <a:lnTo>
                    <a:pt x="1467422" y="3543560"/>
                  </a:lnTo>
                  <a:lnTo>
                    <a:pt x="1467515" y="3543560"/>
                  </a:lnTo>
                  <a:lnTo>
                    <a:pt x="1467608" y="3543560"/>
                  </a:lnTo>
                  <a:lnTo>
                    <a:pt x="1467702" y="3543560"/>
                  </a:lnTo>
                  <a:lnTo>
                    <a:pt x="1467795" y="3543560"/>
                  </a:lnTo>
                  <a:lnTo>
                    <a:pt x="1467888" y="3543560"/>
                  </a:lnTo>
                  <a:lnTo>
                    <a:pt x="1467981" y="3543560"/>
                  </a:lnTo>
                  <a:lnTo>
                    <a:pt x="1468075" y="3543560"/>
                  </a:lnTo>
                  <a:lnTo>
                    <a:pt x="1468168" y="3543560"/>
                  </a:lnTo>
                  <a:lnTo>
                    <a:pt x="1468261" y="3543560"/>
                  </a:lnTo>
                  <a:lnTo>
                    <a:pt x="1468354" y="3543560"/>
                  </a:lnTo>
                  <a:lnTo>
                    <a:pt x="1468448" y="3543560"/>
                  </a:lnTo>
                  <a:lnTo>
                    <a:pt x="1468541" y="3543560"/>
                  </a:lnTo>
                  <a:lnTo>
                    <a:pt x="1468634" y="3543560"/>
                  </a:lnTo>
                  <a:lnTo>
                    <a:pt x="1468727" y="3543560"/>
                  </a:lnTo>
                  <a:lnTo>
                    <a:pt x="1468821" y="3543560"/>
                  </a:lnTo>
                  <a:lnTo>
                    <a:pt x="1468914" y="3543560"/>
                  </a:lnTo>
                  <a:lnTo>
                    <a:pt x="1469007" y="3543560"/>
                  </a:lnTo>
                  <a:lnTo>
                    <a:pt x="1469100" y="3543560"/>
                  </a:lnTo>
                  <a:lnTo>
                    <a:pt x="1469194" y="3543560"/>
                  </a:lnTo>
                  <a:lnTo>
                    <a:pt x="1469287" y="3543560"/>
                  </a:lnTo>
                  <a:lnTo>
                    <a:pt x="1469380" y="3543560"/>
                  </a:lnTo>
                  <a:lnTo>
                    <a:pt x="1469473" y="3543560"/>
                  </a:lnTo>
                  <a:lnTo>
                    <a:pt x="1469567" y="3543560"/>
                  </a:lnTo>
                  <a:lnTo>
                    <a:pt x="1469660" y="3543560"/>
                  </a:lnTo>
                  <a:lnTo>
                    <a:pt x="1469753" y="3543560"/>
                  </a:lnTo>
                  <a:lnTo>
                    <a:pt x="1469846" y="3543560"/>
                  </a:lnTo>
                  <a:lnTo>
                    <a:pt x="1469940" y="3543560"/>
                  </a:lnTo>
                  <a:lnTo>
                    <a:pt x="1470033" y="3543560"/>
                  </a:lnTo>
                  <a:lnTo>
                    <a:pt x="1470126" y="3543560"/>
                  </a:lnTo>
                  <a:lnTo>
                    <a:pt x="1470219" y="3543560"/>
                  </a:lnTo>
                  <a:lnTo>
                    <a:pt x="1470313" y="3543560"/>
                  </a:lnTo>
                  <a:lnTo>
                    <a:pt x="1470406" y="3543560"/>
                  </a:lnTo>
                  <a:lnTo>
                    <a:pt x="1470499" y="3543560"/>
                  </a:lnTo>
                  <a:lnTo>
                    <a:pt x="1470592" y="3543560"/>
                  </a:lnTo>
                  <a:lnTo>
                    <a:pt x="1470686" y="3543560"/>
                  </a:lnTo>
                  <a:lnTo>
                    <a:pt x="1470779" y="3543560"/>
                  </a:lnTo>
                  <a:lnTo>
                    <a:pt x="1470872" y="3543560"/>
                  </a:lnTo>
                  <a:lnTo>
                    <a:pt x="1470965" y="3543560"/>
                  </a:lnTo>
                  <a:lnTo>
                    <a:pt x="1471058" y="3543560"/>
                  </a:lnTo>
                  <a:lnTo>
                    <a:pt x="1471152" y="3543560"/>
                  </a:lnTo>
                  <a:lnTo>
                    <a:pt x="1471245" y="3543560"/>
                  </a:lnTo>
                  <a:lnTo>
                    <a:pt x="1471338" y="3543560"/>
                  </a:lnTo>
                  <a:lnTo>
                    <a:pt x="1471431" y="3543560"/>
                  </a:lnTo>
                  <a:lnTo>
                    <a:pt x="1471525" y="3543560"/>
                  </a:lnTo>
                  <a:lnTo>
                    <a:pt x="1471618" y="3543560"/>
                  </a:lnTo>
                  <a:lnTo>
                    <a:pt x="1471711" y="3543560"/>
                  </a:lnTo>
                  <a:lnTo>
                    <a:pt x="1471804" y="3543560"/>
                  </a:lnTo>
                  <a:lnTo>
                    <a:pt x="1471898" y="3543560"/>
                  </a:lnTo>
                  <a:lnTo>
                    <a:pt x="1471991" y="3543560"/>
                  </a:lnTo>
                  <a:lnTo>
                    <a:pt x="1472084" y="3543560"/>
                  </a:lnTo>
                  <a:lnTo>
                    <a:pt x="1472177" y="3543560"/>
                  </a:lnTo>
                  <a:lnTo>
                    <a:pt x="1472271" y="3543560"/>
                  </a:lnTo>
                  <a:lnTo>
                    <a:pt x="1472364" y="3543560"/>
                  </a:lnTo>
                  <a:lnTo>
                    <a:pt x="1472457" y="3543560"/>
                  </a:lnTo>
                  <a:lnTo>
                    <a:pt x="1472550" y="3543560"/>
                  </a:lnTo>
                  <a:lnTo>
                    <a:pt x="1472644" y="3543560"/>
                  </a:lnTo>
                  <a:lnTo>
                    <a:pt x="1472737" y="3543560"/>
                  </a:lnTo>
                  <a:lnTo>
                    <a:pt x="1472830" y="3543560"/>
                  </a:lnTo>
                  <a:lnTo>
                    <a:pt x="1472923" y="3543560"/>
                  </a:lnTo>
                  <a:lnTo>
                    <a:pt x="1473017" y="3543560"/>
                  </a:lnTo>
                  <a:lnTo>
                    <a:pt x="1473110" y="3543560"/>
                  </a:lnTo>
                  <a:lnTo>
                    <a:pt x="1473203" y="3543560"/>
                  </a:lnTo>
                  <a:lnTo>
                    <a:pt x="1473296" y="3543560"/>
                  </a:lnTo>
                  <a:lnTo>
                    <a:pt x="1473390" y="3543560"/>
                  </a:lnTo>
                  <a:lnTo>
                    <a:pt x="1473483" y="3543560"/>
                  </a:lnTo>
                  <a:lnTo>
                    <a:pt x="1473576" y="3543560"/>
                  </a:lnTo>
                  <a:lnTo>
                    <a:pt x="1473669" y="3543560"/>
                  </a:lnTo>
                  <a:lnTo>
                    <a:pt x="1473763" y="3543560"/>
                  </a:lnTo>
                  <a:lnTo>
                    <a:pt x="1473856" y="3543560"/>
                  </a:lnTo>
                  <a:lnTo>
                    <a:pt x="1473949" y="3543560"/>
                  </a:lnTo>
                  <a:lnTo>
                    <a:pt x="1473949" y="3533607"/>
                  </a:lnTo>
                  <a:lnTo>
                    <a:pt x="1474042" y="3533607"/>
                  </a:lnTo>
                  <a:lnTo>
                    <a:pt x="1474136" y="3533607"/>
                  </a:lnTo>
                  <a:lnTo>
                    <a:pt x="1474229" y="3533607"/>
                  </a:lnTo>
                  <a:lnTo>
                    <a:pt x="1474322" y="3533607"/>
                  </a:lnTo>
                  <a:lnTo>
                    <a:pt x="1474415" y="3533607"/>
                  </a:lnTo>
                  <a:lnTo>
                    <a:pt x="1474509" y="3533607"/>
                  </a:lnTo>
                  <a:lnTo>
                    <a:pt x="1474602" y="3533607"/>
                  </a:lnTo>
                  <a:lnTo>
                    <a:pt x="1474695" y="3533607"/>
                  </a:lnTo>
                  <a:lnTo>
                    <a:pt x="1474788" y="3533607"/>
                  </a:lnTo>
                  <a:lnTo>
                    <a:pt x="1474882" y="3533607"/>
                  </a:lnTo>
                  <a:lnTo>
                    <a:pt x="1474975" y="3533607"/>
                  </a:lnTo>
                  <a:lnTo>
                    <a:pt x="1475068" y="3533607"/>
                  </a:lnTo>
                  <a:lnTo>
                    <a:pt x="1475161" y="3533607"/>
                  </a:lnTo>
                  <a:lnTo>
                    <a:pt x="1475255" y="3533607"/>
                  </a:lnTo>
                  <a:lnTo>
                    <a:pt x="1475348" y="3533607"/>
                  </a:lnTo>
                  <a:lnTo>
                    <a:pt x="1475441" y="3533607"/>
                  </a:lnTo>
                  <a:lnTo>
                    <a:pt x="1475534" y="3533607"/>
                  </a:lnTo>
                  <a:lnTo>
                    <a:pt x="1475628" y="3533607"/>
                  </a:lnTo>
                  <a:lnTo>
                    <a:pt x="1475721" y="3533607"/>
                  </a:lnTo>
                  <a:lnTo>
                    <a:pt x="1475814" y="3533607"/>
                  </a:lnTo>
                  <a:lnTo>
                    <a:pt x="1475907" y="3533607"/>
                  </a:lnTo>
                  <a:lnTo>
                    <a:pt x="1476001" y="3533607"/>
                  </a:lnTo>
                  <a:lnTo>
                    <a:pt x="1476094" y="3533607"/>
                  </a:lnTo>
                  <a:lnTo>
                    <a:pt x="1476187" y="3533607"/>
                  </a:lnTo>
                  <a:lnTo>
                    <a:pt x="1476280" y="3533607"/>
                  </a:lnTo>
                  <a:lnTo>
                    <a:pt x="1476374" y="3533607"/>
                  </a:lnTo>
                  <a:lnTo>
                    <a:pt x="1476467" y="3533607"/>
                  </a:lnTo>
                  <a:lnTo>
                    <a:pt x="1476560" y="3533607"/>
                  </a:lnTo>
                  <a:lnTo>
                    <a:pt x="1476653" y="3533607"/>
                  </a:lnTo>
                  <a:lnTo>
                    <a:pt x="1476747" y="3533607"/>
                  </a:lnTo>
                  <a:lnTo>
                    <a:pt x="1476840" y="3533607"/>
                  </a:lnTo>
                  <a:lnTo>
                    <a:pt x="1476933" y="3533607"/>
                  </a:lnTo>
                  <a:lnTo>
                    <a:pt x="1477026" y="3533607"/>
                  </a:lnTo>
                  <a:lnTo>
                    <a:pt x="1477120" y="3533607"/>
                  </a:lnTo>
                  <a:lnTo>
                    <a:pt x="1477213" y="3533607"/>
                  </a:lnTo>
                  <a:lnTo>
                    <a:pt x="1477306" y="3533607"/>
                  </a:lnTo>
                  <a:lnTo>
                    <a:pt x="1477399" y="3533607"/>
                  </a:lnTo>
                  <a:lnTo>
                    <a:pt x="1477493" y="3533607"/>
                  </a:lnTo>
                  <a:lnTo>
                    <a:pt x="1477586" y="3533607"/>
                  </a:lnTo>
                  <a:lnTo>
                    <a:pt x="1477679" y="3533607"/>
                  </a:lnTo>
                  <a:lnTo>
                    <a:pt x="1477772" y="3533607"/>
                  </a:lnTo>
                  <a:lnTo>
                    <a:pt x="1477865" y="3533607"/>
                  </a:lnTo>
                  <a:lnTo>
                    <a:pt x="1477959" y="3533607"/>
                  </a:lnTo>
                  <a:lnTo>
                    <a:pt x="1478052" y="3533607"/>
                  </a:lnTo>
                  <a:lnTo>
                    <a:pt x="1478145" y="3533607"/>
                  </a:lnTo>
                  <a:lnTo>
                    <a:pt x="1478238" y="3533607"/>
                  </a:lnTo>
                  <a:lnTo>
                    <a:pt x="1478332" y="3533607"/>
                  </a:lnTo>
                  <a:lnTo>
                    <a:pt x="1478425" y="3533607"/>
                  </a:lnTo>
                  <a:lnTo>
                    <a:pt x="1478518" y="3533607"/>
                  </a:lnTo>
                  <a:lnTo>
                    <a:pt x="1478611" y="3533607"/>
                  </a:lnTo>
                  <a:lnTo>
                    <a:pt x="1478705" y="3533607"/>
                  </a:lnTo>
                  <a:lnTo>
                    <a:pt x="1478798" y="3533607"/>
                  </a:lnTo>
                  <a:lnTo>
                    <a:pt x="1478891" y="3533607"/>
                  </a:lnTo>
                  <a:lnTo>
                    <a:pt x="1478984" y="3533607"/>
                  </a:lnTo>
                  <a:lnTo>
                    <a:pt x="1479078" y="3533607"/>
                  </a:lnTo>
                  <a:lnTo>
                    <a:pt x="1479171" y="3533607"/>
                  </a:lnTo>
                  <a:lnTo>
                    <a:pt x="1479264" y="3533607"/>
                  </a:lnTo>
                  <a:lnTo>
                    <a:pt x="1479357" y="3533607"/>
                  </a:lnTo>
                  <a:lnTo>
                    <a:pt x="1479451" y="3533607"/>
                  </a:lnTo>
                  <a:lnTo>
                    <a:pt x="1479544" y="3533607"/>
                  </a:lnTo>
                  <a:lnTo>
                    <a:pt x="1479637" y="3533607"/>
                  </a:lnTo>
                  <a:lnTo>
                    <a:pt x="1479730" y="3533607"/>
                  </a:lnTo>
                  <a:lnTo>
                    <a:pt x="1479824" y="3533607"/>
                  </a:lnTo>
                  <a:lnTo>
                    <a:pt x="1479917" y="3533607"/>
                  </a:lnTo>
                  <a:lnTo>
                    <a:pt x="1480010" y="3533607"/>
                  </a:lnTo>
                  <a:lnTo>
                    <a:pt x="1480103" y="3533607"/>
                  </a:lnTo>
                  <a:lnTo>
                    <a:pt x="1480197" y="3533607"/>
                  </a:lnTo>
                  <a:lnTo>
                    <a:pt x="1480290" y="3533607"/>
                  </a:lnTo>
                  <a:lnTo>
                    <a:pt x="1480383" y="3533607"/>
                  </a:lnTo>
                  <a:lnTo>
                    <a:pt x="1480383" y="3523653"/>
                  </a:lnTo>
                  <a:lnTo>
                    <a:pt x="1480476" y="3523653"/>
                  </a:lnTo>
                  <a:lnTo>
                    <a:pt x="1480570" y="3523653"/>
                  </a:lnTo>
                  <a:lnTo>
                    <a:pt x="1480663" y="3523653"/>
                  </a:lnTo>
                  <a:lnTo>
                    <a:pt x="1480756" y="3523653"/>
                  </a:lnTo>
                  <a:lnTo>
                    <a:pt x="1480849" y="3523653"/>
                  </a:lnTo>
                  <a:lnTo>
                    <a:pt x="1480943" y="3523653"/>
                  </a:lnTo>
                  <a:lnTo>
                    <a:pt x="1481036" y="3523653"/>
                  </a:lnTo>
                  <a:lnTo>
                    <a:pt x="1481129" y="3523653"/>
                  </a:lnTo>
                  <a:lnTo>
                    <a:pt x="1481222" y="3523653"/>
                  </a:lnTo>
                  <a:lnTo>
                    <a:pt x="1481316" y="3523653"/>
                  </a:lnTo>
                  <a:lnTo>
                    <a:pt x="1481409" y="3523653"/>
                  </a:lnTo>
                  <a:lnTo>
                    <a:pt x="1481502" y="3523653"/>
                  </a:lnTo>
                  <a:lnTo>
                    <a:pt x="1481595" y="3523653"/>
                  </a:lnTo>
                  <a:lnTo>
                    <a:pt x="1481689" y="3523653"/>
                  </a:lnTo>
                  <a:lnTo>
                    <a:pt x="1481782" y="3523653"/>
                  </a:lnTo>
                  <a:lnTo>
                    <a:pt x="1481875" y="3523653"/>
                  </a:lnTo>
                  <a:lnTo>
                    <a:pt x="1481968" y="3523653"/>
                  </a:lnTo>
                  <a:lnTo>
                    <a:pt x="1482062" y="3523653"/>
                  </a:lnTo>
                  <a:lnTo>
                    <a:pt x="1482155" y="3523653"/>
                  </a:lnTo>
                  <a:lnTo>
                    <a:pt x="1482248" y="3523653"/>
                  </a:lnTo>
                  <a:lnTo>
                    <a:pt x="1482341" y="3523653"/>
                  </a:lnTo>
                  <a:lnTo>
                    <a:pt x="1482435" y="3523653"/>
                  </a:lnTo>
                  <a:lnTo>
                    <a:pt x="1482528" y="3523653"/>
                  </a:lnTo>
                  <a:lnTo>
                    <a:pt x="1482621" y="3523653"/>
                  </a:lnTo>
                  <a:lnTo>
                    <a:pt x="1482714" y="3523653"/>
                  </a:lnTo>
                  <a:lnTo>
                    <a:pt x="1482808" y="3523653"/>
                  </a:lnTo>
                  <a:lnTo>
                    <a:pt x="1482901" y="3523653"/>
                  </a:lnTo>
                  <a:lnTo>
                    <a:pt x="1482994" y="3523653"/>
                  </a:lnTo>
                  <a:lnTo>
                    <a:pt x="1483087" y="3523653"/>
                  </a:lnTo>
                  <a:lnTo>
                    <a:pt x="1483181" y="3523653"/>
                  </a:lnTo>
                  <a:lnTo>
                    <a:pt x="1483274" y="3523653"/>
                  </a:lnTo>
                  <a:lnTo>
                    <a:pt x="1483367" y="3523653"/>
                  </a:lnTo>
                  <a:lnTo>
                    <a:pt x="1483460" y="3523653"/>
                  </a:lnTo>
                  <a:lnTo>
                    <a:pt x="1483554" y="3523653"/>
                  </a:lnTo>
                  <a:lnTo>
                    <a:pt x="1483647" y="3523653"/>
                  </a:lnTo>
                  <a:lnTo>
                    <a:pt x="1483740" y="3523653"/>
                  </a:lnTo>
                  <a:lnTo>
                    <a:pt x="1483833" y="3523653"/>
                  </a:lnTo>
                  <a:lnTo>
                    <a:pt x="1483927" y="3523653"/>
                  </a:lnTo>
                  <a:lnTo>
                    <a:pt x="1484020" y="3523653"/>
                  </a:lnTo>
                  <a:lnTo>
                    <a:pt x="1484113" y="3523653"/>
                  </a:lnTo>
                  <a:lnTo>
                    <a:pt x="1484206" y="3523653"/>
                  </a:lnTo>
                  <a:lnTo>
                    <a:pt x="1484300" y="3523653"/>
                  </a:lnTo>
                  <a:lnTo>
                    <a:pt x="1484393" y="3523653"/>
                  </a:lnTo>
                  <a:lnTo>
                    <a:pt x="1484486" y="3523653"/>
                  </a:lnTo>
                  <a:lnTo>
                    <a:pt x="1484579" y="3523653"/>
                  </a:lnTo>
                  <a:lnTo>
                    <a:pt x="1484673" y="3523653"/>
                  </a:lnTo>
                  <a:lnTo>
                    <a:pt x="1484766" y="3523653"/>
                  </a:lnTo>
                  <a:lnTo>
                    <a:pt x="1484859" y="3523653"/>
                  </a:lnTo>
                  <a:lnTo>
                    <a:pt x="1484952" y="3523653"/>
                  </a:lnTo>
                  <a:lnTo>
                    <a:pt x="1485045" y="3523653"/>
                  </a:lnTo>
                  <a:lnTo>
                    <a:pt x="1485139" y="3523653"/>
                  </a:lnTo>
                  <a:lnTo>
                    <a:pt x="1485232" y="3523653"/>
                  </a:lnTo>
                  <a:lnTo>
                    <a:pt x="1485325" y="3523653"/>
                  </a:lnTo>
                  <a:lnTo>
                    <a:pt x="1485418" y="3523653"/>
                  </a:lnTo>
                  <a:lnTo>
                    <a:pt x="1485512" y="3523653"/>
                  </a:lnTo>
                  <a:lnTo>
                    <a:pt x="1485605" y="3523653"/>
                  </a:lnTo>
                  <a:lnTo>
                    <a:pt x="1485698" y="3523653"/>
                  </a:lnTo>
                  <a:lnTo>
                    <a:pt x="1485791" y="3523653"/>
                  </a:lnTo>
                  <a:lnTo>
                    <a:pt x="1485885" y="3523653"/>
                  </a:lnTo>
                  <a:lnTo>
                    <a:pt x="1485978" y="3523653"/>
                  </a:lnTo>
                  <a:lnTo>
                    <a:pt x="1486071" y="3523653"/>
                  </a:lnTo>
                  <a:lnTo>
                    <a:pt x="1486164" y="3523653"/>
                  </a:lnTo>
                  <a:lnTo>
                    <a:pt x="1486258" y="3523653"/>
                  </a:lnTo>
                  <a:lnTo>
                    <a:pt x="1486351" y="3523653"/>
                  </a:lnTo>
                  <a:lnTo>
                    <a:pt x="1486444" y="3523653"/>
                  </a:lnTo>
                  <a:lnTo>
                    <a:pt x="1486537" y="3523653"/>
                  </a:lnTo>
                  <a:lnTo>
                    <a:pt x="1486631" y="3523653"/>
                  </a:lnTo>
                  <a:lnTo>
                    <a:pt x="1486724" y="3523653"/>
                  </a:lnTo>
                  <a:lnTo>
                    <a:pt x="1486817" y="3523653"/>
                  </a:lnTo>
                  <a:lnTo>
                    <a:pt x="1486910" y="3523653"/>
                  </a:lnTo>
                  <a:lnTo>
                    <a:pt x="1487004" y="3523653"/>
                  </a:lnTo>
                  <a:lnTo>
                    <a:pt x="1487097" y="3523653"/>
                  </a:lnTo>
                  <a:lnTo>
                    <a:pt x="1487190" y="3523653"/>
                  </a:lnTo>
                  <a:lnTo>
                    <a:pt x="1487283" y="3523653"/>
                  </a:lnTo>
                  <a:lnTo>
                    <a:pt x="1487377" y="3523653"/>
                  </a:lnTo>
                  <a:lnTo>
                    <a:pt x="1487470" y="3523653"/>
                  </a:lnTo>
                  <a:lnTo>
                    <a:pt x="1487563" y="3523653"/>
                  </a:lnTo>
                  <a:lnTo>
                    <a:pt x="1487656" y="3523653"/>
                  </a:lnTo>
                  <a:lnTo>
                    <a:pt x="1487750" y="3523653"/>
                  </a:lnTo>
                  <a:lnTo>
                    <a:pt x="1487843" y="3523653"/>
                  </a:lnTo>
                  <a:lnTo>
                    <a:pt x="1487936" y="3523653"/>
                  </a:lnTo>
                  <a:lnTo>
                    <a:pt x="1488029" y="3523653"/>
                  </a:lnTo>
                  <a:lnTo>
                    <a:pt x="1488123" y="3523653"/>
                  </a:lnTo>
                  <a:lnTo>
                    <a:pt x="1488216" y="3523653"/>
                  </a:lnTo>
                  <a:lnTo>
                    <a:pt x="1488309" y="3523653"/>
                  </a:lnTo>
                  <a:lnTo>
                    <a:pt x="1488402" y="3523653"/>
                  </a:lnTo>
                  <a:lnTo>
                    <a:pt x="1488496" y="3523653"/>
                  </a:lnTo>
                  <a:lnTo>
                    <a:pt x="1488589" y="3523653"/>
                  </a:lnTo>
                  <a:lnTo>
                    <a:pt x="1488682" y="3523653"/>
                  </a:lnTo>
                  <a:lnTo>
                    <a:pt x="1488775" y="3523653"/>
                  </a:lnTo>
                  <a:lnTo>
                    <a:pt x="1488869" y="3523653"/>
                  </a:lnTo>
                  <a:lnTo>
                    <a:pt x="1488962" y="3523653"/>
                  </a:lnTo>
                  <a:lnTo>
                    <a:pt x="1489055" y="3523653"/>
                  </a:lnTo>
                  <a:lnTo>
                    <a:pt x="1489148" y="3523653"/>
                  </a:lnTo>
                  <a:lnTo>
                    <a:pt x="1489242" y="3523653"/>
                  </a:lnTo>
                  <a:lnTo>
                    <a:pt x="1489335" y="3523653"/>
                  </a:lnTo>
                  <a:lnTo>
                    <a:pt x="1489428" y="3523653"/>
                  </a:lnTo>
                  <a:lnTo>
                    <a:pt x="1489521" y="3523653"/>
                  </a:lnTo>
                  <a:lnTo>
                    <a:pt x="1489615" y="3523653"/>
                  </a:lnTo>
                  <a:lnTo>
                    <a:pt x="1489708" y="3523653"/>
                  </a:lnTo>
                  <a:lnTo>
                    <a:pt x="1489801" y="3523653"/>
                  </a:lnTo>
                  <a:lnTo>
                    <a:pt x="1489894" y="3523653"/>
                  </a:lnTo>
                  <a:lnTo>
                    <a:pt x="1489988" y="3523653"/>
                  </a:lnTo>
                  <a:lnTo>
                    <a:pt x="1490081" y="3523653"/>
                  </a:lnTo>
                  <a:lnTo>
                    <a:pt x="1490174" y="3523653"/>
                  </a:lnTo>
                  <a:lnTo>
                    <a:pt x="1490267" y="3523653"/>
                  </a:lnTo>
                  <a:lnTo>
                    <a:pt x="1490361" y="3523653"/>
                  </a:lnTo>
                  <a:lnTo>
                    <a:pt x="1490454" y="3523653"/>
                  </a:lnTo>
                  <a:lnTo>
                    <a:pt x="1490547" y="3523653"/>
                  </a:lnTo>
                  <a:lnTo>
                    <a:pt x="1490640" y="3523653"/>
                  </a:lnTo>
                  <a:lnTo>
                    <a:pt x="1490734" y="3523653"/>
                  </a:lnTo>
                  <a:lnTo>
                    <a:pt x="1490827" y="3523653"/>
                  </a:lnTo>
                  <a:lnTo>
                    <a:pt x="1490920" y="3523653"/>
                  </a:lnTo>
                  <a:lnTo>
                    <a:pt x="1491013" y="3523653"/>
                  </a:lnTo>
                  <a:lnTo>
                    <a:pt x="1491107" y="3523653"/>
                  </a:lnTo>
                  <a:lnTo>
                    <a:pt x="1491200" y="3523653"/>
                  </a:lnTo>
                  <a:lnTo>
                    <a:pt x="1491293" y="3523653"/>
                  </a:lnTo>
                  <a:lnTo>
                    <a:pt x="1491386" y="3523653"/>
                  </a:lnTo>
                  <a:lnTo>
                    <a:pt x="1491480" y="3523653"/>
                  </a:lnTo>
                  <a:lnTo>
                    <a:pt x="1491573" y="3523653"/>
                  </a:lnTo>
                  <a:lnTo>
                    <a:pt x="1491666" y="3523653"/>
                  </a:lnTo>
                  <a:lnTo>
                    <a:pt x="1491759" y="3523653"/>
                  </a:lnTo>
                  <a:lnTo>
                    <a:pt x="1491852" y="3523653"/>
                  </a:lnTo>
                  <a:lnTo>
                    <a:pt x="1491946" y="3523653"/>
                  </a:lnTo>
                  <a:lnTo>
                    <a:pt x="1492039" y="3523653"/>
                  </a:lnTo>
                  <a:lnTo>
                    <a:pt x="1492132" y="3523653"/>
                  </a:lnTo>
                  <a:lnTo>
                    <a:pt x="1492225" y="3523653"/>
                  </a:lnTo>
                  <a:lnTo>
                    <a:pt x="1492319" y="3523653"/>
                  </a:lnTo>
                  <a:lnTo>
                    <a:pt x="1492412" y="3523653"/>
                  </a:lnTo>
                  <a:lnTo>
                    <a:pt x="1492505" y="3523653"/>
                  </a:lnTo>
                  <a:lnTo>
                    <a:pt x="1492598" y="3523653"/>
                  </a:lnTo>
                  <a:lnTo>
                    <a:pt x="1492692" y="3523653"/>
                  </a:lnTo>
                  <a:lnTo>
                    <a:pt x="1492785" y="3523653"/>
                  </a:lnTo>
                  <a:lnTo>
                    <a:pt x="1492878" y="3523653"/>
                  </a:lnTo>
                  <a:lnTo>
                    <a:pt x="1492971" y="3523653"/>
                  </a:lnTo>
                  <a:lnTo>
                    <a:pt x="1493065" y="3523653"/>
                  </a:lnTo>
                  <a:lnTo>
                    <a:pt x="1493158" y="3523653"/>
                  </a:lnTo>
                  <a:lnTo>
                    <a:pt x="1493251" y="3523653"/>
                  </a:lnTo>
                  <a:lnTo>
                    <a:pt x="1493344" y="3523653"/>
                  </a:lnTo>
                  <a:lnTo>
                    <a:pt x="1493438" y="3523653"/>
                  </a:lnTo>
                  <a:lnTo>
                    <a:pt x="1493531" y="3523653"/>
                  </a:lnTo>
                  <a:lnTo>
                    <a:pt x="1493624" y="3523653"/>
                  </a:lnTo>
                  <a:lnTo>
                    <a:pt x="1493717" y="3523653"/>
                  </a:lnTo>
                  <a:lnTo>
                    <a:pt x="1493811" y="3523653"/>
                  </a:lnTo>
                  <a:lnTo>
                    <a:pt x="1493904" y="3523653"/>
                  </a:lnTo>
                  <a:lnTo>
                    <a:pt x="1493997" y="3523653"/>
                  </a:lnTo>
                  <a:lnTo>
                    <a:pt x="1494090" y="3523653"/>
                  </a:lnTo>
                  <a:lnTo>
                    <a:pt x="1494184" y="3523653"/>
                  </a:lnTo>
                  <a:lnTo>
                    <a:pt x="1494277" y="3523653"/>
                  </a:lnTo>
                  <a:lnTo>
                    <a:pt x="1494370" y="3523653"/>
                  </a:lnTo>
                  <a:lnTo>
                    <a:pt x="1494463" y="3523653"/>
                  </a:lnTo>
                  <a:lnTo>
                    <a:pt x="1494557" y="3523653"/>
                  </a:lnTo>
                  <a:lnTo>
                    <a:pt x="1494650" y="3523653"/>
                  </a:lnTo>
                  <a:lnTo>
                    <a:pt x="1494743" y="3523653"/>
                  </a:lnTo>
                  <a:lnTo>
                    <a:pt x="1494836" y="3523653"/>
                  </a:lnTo>
                  <a:lnTo>
                    <a:pt x="1494930" y="3523653"/>
                  </a:lnTo>
                  <a:lnTo>
                    <a:pt x="1495023" y="3523653"/>
                  </a:lnTo>
                  <a:lnTo>
                    <a:pt x="1495116" y="3523653"/>
                  </a:lnTo>
                  <a:lnTo>
                    <a:pt x="1495116" y="3513699"/>
                  </a:lnTo>
                  <a:lnTo>
                    <a:pt x="1495209" y="3513699"/>
                  </a:lnTo>
                  <a:lnTo>
                    <a:pt x="1495303" y="3513699"/>
                  </a:lnTo>
                  <a:lnTo>
                    <a:pt x="1495396" y="3513699"/>
                  </a:lnTo>
                  <a:lnTo>
                    <a:pt x="1495489" y="3513699"/>
                  </a:lnTo>
                  <a:lnTo>
                    <a:pt x="1495582" y="3513699"/>
                  </a:lnTo>
                  <a:lnTo>
                    <a:pt x="1495676" y="3513699"/>
                  </a:lnTo>
                  <a:lnTo>
                    <a:pt x="1495769" y="3513699"/>
                  </a:lnTo>
                  <a:lnTo>
                    <a:pt x="1495862" y="3513699"/>
                  </a:lnTo>
                  <a:lnTo>
                    <a:pt x="1495955" y="3513699"/>
                  </a:lnTo>
                  <a:lnTo>
                    <a:pt x="1496049" y="3513699"/>
                  </a:lnTo>
                  <a:lnTo>
                    <a:pt x="1496142" y="3513699"/>
                  </a:lnTo>
                  <a:lnTo>
                    <a:pt x="1496235" y="3513699"/>
                  </a:lnTo>
                  <a:lnTo>
                    <a:pt x="1496328" y="3513699"/>
                  </a:lnTo>
                  <a:lnTo>
                    <a:pt x="1496422" y="3513699"/>
                  </a:lnTo>
                  <a:lnTo>
                    <a:pt x="1496515" y="3513699"/>
                  </a:lnTo>
                  <a:lnTo>
                    <a:pt x="1496608" y="3513699"/>
                  </a:lnTo>
                  <a:lnTo>
                    <a:pt x="1496701" y="3513699"/>
                  </a:lnTo>
                  <a:lnTo>
                    <a:pt x="1496795" y="3513699"/>
                  </a:lnTo>
                  <a:lnTo>
                    <a:pt x="1496888" y="3513699"/>
                  </a:lnTo>
                  <a:lnTo>
                    <a:pt x="1496981" y="3513699"/>
                  </a:lnTo>
                  <a:lnTo>
                    <a:pt x="1497074" y="3513699"/>
                  </a:lnTo>
                  <a:lnTo>
                    <a:pt x="1497168" y="3513699"/>
                  </a:lnTo>
                  <a:lnTo>
                    <a:pt x="1497261" y="3513699"/>
                  </a:lnTo>
                  <a:lnTo>
                    <a:pt x="1497354" y="3513699"/>
                  </a:lnTo>
                  <a:lnTo>
                    <a:pt x="1497447" y="3513699"/>
                  </a:lnTo>
                  <a:lnTo>
                    <a:pt x="1497541" y="3513699"/>
                  </a:lnTo>
                  <a:lnTo>
                    <a:pt x="1497634" y="3513699"/>
                  </a:lnTo>
                  <a:lnTo>
                    <a:pt x="1497727" y="3513699"/>
                  </a:lnTo>
                  <a:lnTo>
                    <a:pt x="1497820" y="3513699"/>
                  </a:lnTo>
                  <a:lnTo>
                    <a:pt x="1497914" y="3513699"/>
                  </a:lnTo>
                  <a:lnTo>
                    <a:pt x="1498007" y="3513699"/>
                  </a:lnTo>
                  <a:lnTo>
                    <a:pt x="1498100" y="3513699"/>
                  </a:lnTo>
                  <a:lnTo>
                    <a:pt x="1498193" y="3513699"/>
                  </a:lnTo>
                  <a:lnTo>
                    <a:pt x="1498287" y="3513699"/>
                  </a:lnTo>
                  <a:lnTo>
                    <a:pt x="1498380" y="3513699"/>
                  </a:lnTo>
                  <a:lnTo>
                    <a:pt x="1498473" y="3513699"/>
                  </a:lnTo>
                  <a:lnTo>
                    <a:pt x="1498566" y="3513699"/>
                  </a:lnTo>
                  <a:lnTo>
                    <a:pt x="1498659" y="3513699"/>
                  </a:lnTo>
                  <a:lnTo>
                    <a:pt x="1498753" y="3513699"/>
                  </a:lnTo>
                  <a:lnTo>
                    <a:pt x="1498846" y="3513699"/>
                  </a:lnTo>
                  <a:lnTo>
                    <a:pt x="1498939" y="3513699"/>
                  </a:lnTo>
                  <a:lnTo>
                    <a:pt x="1499032" y="3513699"/>
                  </a:lnTo>
                  <a:lnTo>
                    <a:pt x="1499126" y="3513699"/>
                  </a:lnTo>
                  <a:lnTo>
                    <a:pt x="1499219" y="3513699"/>
                  </a:lnTo>
                  <a:lnTo>
                    <a:pt x="1499312" y="3513699"/>
                  </a:lnTo>
                  <a:lnTo>
                    <a:pt x="1499405" y="3513699"/>
                  </a:lnTo>
                  <a:lnTo>
                    <a:pt x="1499499" y="3513699"/>
                  </a:lnTo>
                  <a:lnTo>
                    <a:pt x="1499592" y="3513699"/>
                  </a:lnTo>
                  <a:lnTo>
                    <a:pt x="1499685" y="3513699"/>
                  </a:lnTo>
                  <a:lnTo>
                    <a:pt x="1499778" y="3513699"/>
                  </a:lnTo>
                  <a:lnTo>
                    <a:pt x="1499872" y="3513699"/>
                  </a:lnTo>
                  <a:lnTo>
                    <a:pt x="1499965" y="3513699"/>
                  </a:lnTo>
                  <a:lnTo>
                    <a:pt x="1500058" y="3513699"/>
                  </a:lnTo>
                  <a:lnTo>
                    <a:pt x="1500151" y="3513699"/>
                  </a:lnTo>
                  <a:lnTo>
                    <a:pt x="1500245" y="3513699"/>
                  </a:lnTo>
                  <a:lnTo>
                    <a:pt x="1500338" y="3513699"/>
                  </a:lnTo>
                  <a:lnTo>
                    <a:pt x="1500431" y="3513699"/>
                  </a:lnTo>
                  <a:lnTo>
                    <a:pt x="1500524" y="3513699"/>
                  </a:lnTo>
                  <a:lnTo>
                    <a:pt x="1500618" y="3513699"/>
                  </a:lnTo>
                  <a:lnTo>
                    <a:pt x="1500711" y="3513699"/>
                  </a:lnTo>
                  <a:lnTo>
                    <a:pt x="1500804" y="3513699"/>
                  </a:lnTo>
                  <a:lnTo>
                    <a:pt x="1500897" y="3513699"/>
                  </a:lnTo>
                  <a:lnTo>
                    <a:pt x="1500897" y="3503745"/>
                  </a:lnTo>
                  <a:lnTo>
                    <a:pt x="1500991" y="3503745"/>
                  </a:lnTo>
                  <a:lnTo>
                    <a:pt x="1501084" y="3503745"/>
                  </a:lnTo>
                  <a:lnTo>
                    <a:pt x="1501177" y="3503745"/>
                  </a:lnTo>
                  <a:lnTo>
                    <a:pt x="1501270" y="3503745"/>
                  </a:lnTo>
                  <a:lnTo>
                    <a:pt x="1501364" y="3503745"/>
                  </a:lnTo>
                  <a:lnTo>
                    <a:pt x="1501457" y="3503745"/>
                  </a:lnTo>
                  <a:lnTo>
                    <a:pt x="1501457" y="3493791"/>
                  </a:lnTo>
                  <a:lnTo>
                    <a:pt x="1501550" y="3493791"/>
                  </a:lnTo>
                  <a:lnTo>
                    <a:pt x="1501643" y="3493791"/>
                  </a:lnTo>
                  <a:lnTo>
                    <a:pt x="1501737" y="3493791"/>
                  </a:lnTo>
                  <a:lnTo>
                    <a:pt x="1501830" y="3493791"/>
                  </a:lnTo>
                  <a:lnTo>
                    <a:pt x="1501923" y="3493791"/>
                  </a:lnTo>
                  <a:lnTo>
                    <a:pt x="1502016" y="3493791"/>
                  </a:lnTo>
                  <a:lnTo>
                    <a:pt x="1502110" y="3493791"/>
                  </a:lnTo>
                  <a:lnTo>
                    <a:pt x="1502203" y="3493791"/>
                  </a:lnTo>
                  <a:lnTo>
                    <a:pt x="1502296" y="3493791"/>
                  </a:lnTo>
                  <a:lnTo>
                    <a:pt x="1502389" y="3493791"/>
                  </a:lnTo>
                  <a:lnTo>
                    <a:pt x="1502483" y="3493791"/>
                  </a:lnTo>
                  <a:lnTo>
                    <a:pt x="1502576" y="3493791"/>
                  </a:lnTo>
                  <a:lnTo>
                    <a:pt x="1502669" y="3493791"/>
                  </a:lnTo>
                  <a:lnTo>
                    <a:pt x="1502762" y="3493791"/>
                  </a:lnTo>
                  <a:lnTo>
                    <a:pt x="1502856" y="3493791"/>
                  </a:lnTo>
                  <a:lnTo>
                    <a:pt x="1502949" y="3493791"/>
                  </a:lnTo>
                  <a:lnTo>
                    <a:pt x="1503042" y="3493791"/>
                  </a:lnTo>
                  <a:lnTo>
                    <a:pt x="1503135" y="3493791"/>
                  </a:lnTo>
                  <a:lnTo>
                    <a:pt x="1503229" y="3493791"/>
                  </a:lnTo>
                  <a:lnTo>
                    <a:pt x="1503322" y="3493791"/>
                  </a:lnTo>
                  <a:lnTo>
                    <a:pt x="1503415" y="3493791"/>
                  </a:lnTo>
                  <a:lnTo>
                    <a:pt x="1503508" y="3493791"/>
                  </a:lnTo>
                  <a:lnTo>
                    <a:pt x="1503602" y="3493791"/>
                  </a:lnTo>
                  <a:lnTo>
                    <a:pt x="1503695" y="3493791"/>
                  </a:lnTo>
                  <a:lnTo>
                    <a:pt x="1503788" y="3493791"/>
                  </a:lnTo>
                  <a:lnTo>
                    <a:pt x="1503881" y="3493791"/>
                  </a:lnTo>
                  <a:lnTo>
                    <a:pt x="1503975" y="3493791"/>
                  </a:lnTo>
                  <a:lnTo>
                    <a:pt x="1504068" y="3493791"/>
                  </a:lnTo>
                  <a:lnTo>
                    <a:pt x="1504161" y="3493791"/>
                  </a:lnTo>
                  <a:lnTo>
                    <a:pt x="1504254" y="3493791"/>
                  </a:lnTo>
                  <a:lnTo>
                    <a:pt x="1504254" y="3483837"/>
                  </a:lnTo>
                  <a:lnTo>
                    <a:pt x="1504348" y="3483837"/>
                  </a:lnTo>
                  <a:lnTo>
                    <a:pt x="1504441" y="3483837"/>
                  </a:lnTo>
                  <a:lnTo>
                    <a:pt x="1504534" y="3483837"/>
                  </a:lnTo>
                  <a:lnTo>
                    <a:pt x="1504627" y="3483837"/>
                  </a:lnTo>
                  <a:lnTo>
                    <a:pt x="1504721" y="3483837"/>
                  </a:lnTo>
                  <a:lnTo>
                    <a:pt x="1504814" y="3483837"/>
                  </a:lnTo>
                  <a:lnTo>
                    <a:pt x="1504907" y="3483837"/>
                  </a:lnTo>
                  <a:lnTo>
                    <a:pt x="1505000" y="3483837"/>
                  </a:lnTo>
                  <a:lnTo>
                    <a:pt x="1505094" y="3483837"/>
                  </a:lnTo>
                  <a:lnTo>
                    <a:pt x="1505187" y="3483837"/>
                  </a:lnTo>
                  <a:lnTo>
                    <a:pt x="1505280" y="3483837"/>
                  </a:lnTo>
                  <a:lnTo>
                    <a:pt x="1505373" y="3483837"/>
                  </a:lnTo>
                  <a:lnTo>
                    <a:pt x="1505467" y="3483837"/>
                  </a:lnTo>
                  <a:lnTo>
                    <a:pt x="1505560" y="3483837"/>
                  </a:lnTo>
                  <a:lnTo>
                    <a:pt x="1505653" y="3483837"/>
                  </a:lnTo>
                  <a:lnTo>
                    <a:pt x="1505746" y="3483837"/>
                  </a:lnTo>
                  <a:lnTo>
                    <a:pt x="1505839" y="3483837"/>
                  </a:lnTo>
                  <a:lnTo>
                    <a:pt x="1505933" y="3483837"/>
                  </a:lnTo>
                  <a:lnTo>
                    <a:pt x="1506026" y="3483837"/>
                  </a:lnTo>
                  <a:lnTo>
                    <a:pt x="1506119" y="3483837"/>
                  </a:lnTo>
                  <a:lnTo>
                    <a:pt x="1506212" y="3483837"/>
                  </a:lnTo>
                  <a:lnTo>
                    <a:pt x="1506306" y="3483837"/>
                  </a:lnTo>
                  <a:lnTo>
                    <a:pt x="1506399" y="3483837"/>
                  </a:lnTo>
                  <a:lnTo>
                    <a:pt x="1506492" y="3483837"/>
                  </a:lnTo>
                  <a:lnTo>
                    <a:pt x="1506585" y="3483837"/>
                  </a:lnTo>
                  <a:lnTo>
                    <a:pt x="1506679" y="3483837"/>
                  </a:lnTo>
                  <a:lnTo>
                    <a:pt x="1506772" y="3483837"/>
                  </a:lnTo>
                  <a:lnTo>
                    <a:pt x="1506865" y="3483837"/>
                  </a:lnTo>
                  <a:lnTo>
                    <a:pt x="1506958" y="3483837"/>
                  </a:lnTo>
                  <a:lnTo>
                    <a:pt x="1507052" y="3483837"/>
                  </a:lnTo>
                  <a:lnTo>
                    <a:pt x="1507145" y="3483837"/>
                  </a:lnTo>
                  <a:lnTo>
                    <a:pt x="1507238" y="3483837"/>
                  </a:lnTo>
                  <a:lnTo>
                    <a:pt x="1507331" y="3483837"/>
                  </a:lnTo>
                  <a:lnTo>
                    <a:pt x="1507425" y="3483837"/>
                  </a:lnTo>
                  <a:lnTo>
                    <a:pt x="1507518" y="3483837"/>
                  </a:lnTo>
                  <a:lnTo>
                    <a:pt x="1507611" y="3483837"/>
                  </a:lnTo>
                  <a:lnTo>
                    <a:pt x="1507704" y="3483837"/>
                  </a:lnTo>
                  <a:lnTo>
                    <a:pt x="1507798" y="3483837"/>
                  </a:lnTo>
                  <a:lnTo>
                    <a:pt x="1507891" y="3483837"/>
                  </a:lnTo>
                  <a:lnTo>
                    <a:pt x="1507984" y="3483837"/>
                  </a:lnTo>
                  <a:lnTo>
                    <a:pt x="1508077" y="3483837"/>
                  </a:lnTo>
                  <a:lnTo>
                    <a:pt x="1508171" y="3483837"/>
                  </a:lnTo>
                  <a:lnTo>
                    <a:pt x="1508264" y="3483837"/>
                  </a:lnTo>
                  <a:lnTo>
                    <a:pt x="1508357" y="3483837"/>
                  </a:lnTo>
                  <a:lnTo>
                    <a:pt x="1508450" y="3483837"/>
                  </a:lnTo>
                  <a:lnTo>
                    <a:pt x="1508544" y="3483837"/>
                  </a:lnTo>
                  <a:lnTo>
                    <a:pt x="1508637" y="3483837"/>
                  </a:lnTo>
                  <a:lnTo>
                    <a:pt x="1508730" y="3483837"/>
                  </a:lnTo>
                  <a:lnTo>
                    <a:pt x="1508823" y="3483837"/>
                  </a:lnTo>
                  <a:lnTo>
                    <a:pt x="1508917" y="3483837"/>
                  </a:lnTo>
                  <a:lnTo>
                    <a:pt x="1509010" y="3483837"/>
                  </a:lnTo>
                  <a:lnTo>
                    <a:pt x="1509103" y="3483837"/>
                  </a:lnTo>
                  <a:lnTo>
                    <a:pt x="1509196" y="3483837"/>
                  </a:lnTo>
                  <a:lnTo>
                    <a:pt x="1509290" y="3483837"/>
                  </a:lnTo>
                  <a:lnTo>
                    <a:pt x="1509383" y="3483837"/>
                  </a:lnTo>
                  <a:lnTo>
                    <a:pt x="1509476" y="3483837"/>
                  </a:lnTo>
                  <a:lnTo>
                    <a:pt x="1509569" y="3483837"/>
                  </a:lnTo>
                  <a:lnTo>
                    <a:pt x="1509663" y="3483837"/>
                  </a:lnTo>
                  <a:lnTo>
                    <a:pt x="1509756" y="3483837"/>
                  </a:lnTo>
                  <a:lnTo>
                    <a:pt x="1509849" y="3483837"/>
                  </a:lnTo>
                  <a:lnTo>
                    <a:pt x="1509942" y="3483837"/>
                  </a:lnTo>
                  <a:lnTo>
                    <a:pt x="1510036" y="3483837"/>
                  </a:lnTo>
                  <a:lnTo>
                    <a:pt x="1510129" y="3483837"/>
                  </a:lnTo>
                  <a:lnTo>
                    <a:pt x="1510222" y="3483837"/>
                  </a:lnTo>
                  <a:lnTo>
                    <a:pt x="1510222" y="3473884"/>
                  </a:lnTo>
                  <a:lnTo>
                    <a:pt x="1510315" y="3473884"/>
                  </a:lnTo>
                  <a:lnTo>
                    <a:pt x="1510409" y="3473884"/>
                  </a:lnTo>
                  <a:lnTo>
                    <a:pt x="1510502" y="3473884"/>
                  </a:lnTo>
                  <a:lnTo>
                    <a:pt x="1510595" y="3473884"/>
                  </a:lnTo>
                  <a:lnTo>
                    <a:pt x="1510688" y="3473884"/>
                  </a:lnTo>
                  <a:lnTo>
                    <a:pt x="1510782" y="3473884"/>
                  </a:lnTo>
                  <a:lnTo>
                    <a:pt x="1510875" y="3473884"/>
                  </a:lnTo>
                  <a:lnTo>
                    <a:pt x="1510968" y="3473884"/>
                  </a:lnTo>
                  <a:lnTo>
                    <a:pt x="1511061" y="3473884"/>
                  </a:lnTo>
                  <a:lnTo>
                    <a:pt x="1511155" y="3473884"/>
                  </a:lnTo>
                  <a:lnTo>
                    <a:pt x="1511248" y="3473884"/>
                  </a:lnTo>
                  <a:lnTo>
                    <a:pt x="1511341" y="3473884"/>
                  </a:lnTo>
                  <a:lnTo>
                    <a:pt x="1511434" y="3473884"/>
                  </a:lnTo>
                  <a:lnTo>
                    <a:pt x="1511528" y="3473884"/>
                  </a:lnTo>
                  <a:lnTo>
                    <a:pt x="1511621" y="3473884"/>
                  </a:lnTo>
                  <a:lnTo>
                    <a:pt x="1511714" y="3473884"/>
                  </a:lnTo>
                  <a:lnTo>
                    <a:pt x="1511807" y="3473884"/>
                  </a:lnTo>
                  <a:lnTo>
                    <a:pt x="1511901" y="3473884"/>
                  </a:lnTo>
                  <a:lnTo>
                    <a:pt x="1511994" y="3473884"/>
                  </a:lnTo>
                  <a:lnTo>
                    <a:pt x="1511994" y="3463930"/>
                  </a:lnTo>
                  <a:lnTo>
                    <a:pt x="1512087" y="3463930"/>
                  </a:lnTo>
                  <a:lnTo>
                    <a:pt x="1512180" y="3463930"/>
                  </a:lnTo>
                  <a:lnTo>
                    <a:pt x="1512274" y="3463930"/>
                  </a:lnTo>
                  <a:lnTo>
                    <a:pt x="1512367" y="3463930"/>
                  </a:lnTo>
                  <a:lnTo>
                    <a:pt x="1512460" y="3463930"/>
                  </a:lnTo>
                  <a:lnTo>
                    <a:pt x="1512553" y="3463930"/>
                  </a:lnTo>
                  <a:lnTo>
                    <a:pt x="1512646" y="3463930"/>
                  </a:lnTo>
                  <a:lnTo>
                    <a:pt x="1512740" y="3463930"/>
                  </a:lnTo>
                  <a:lnTo>
                    <a:pt x="1512833" y="3463930"/>
                  </a:lnTo>
                  <a:lnTo>
                    <a:pt x="1512926" y="3463930"/>
                  </a:lnTo>
                  <a:lnTo>
                    <a:pt x="1513019" y="3463930"/>
                  </a:lnTo>
                  <a:lnTo>
                    <a:pt x="1513113" y="3463930"/>
                  </a:lnTo>
                  <a:lnTo>
                    <a:pt x="1513206" y="3463930"/>
                  </a:lnTo>
                  <a:lnTo>
                    <a:pt x="1513299" y="3463930"/>
                  </a:lnTo>
                  <a:lnTo>
                    <a:pt x="1513392" y="3463930"/>
                  </a:lnTo>
                  <a:lnTo>
                    <a:pt x="1513486" y="3463930"/>
                  </a:lnTo>
                  <a:lnTo>
                    <a:pt x="1513579" y="3463930"/>
                  </a:lnTo>
                  <a:lnTo>
                    <a:pt x="1513672" y="3463930"/>
                  </a:lnTo>
                  <a:lnTo>
                    <a:pt x="1513765" y="3463930"/>
                  </a:lnTo>
                  <a:lnTo>
                    <a:pt x="1513859" y="3463930"/>
                  </a:lnTo>
                  <a:lnTo>
                    <a:pt x="1513952" y="3463930"/>
                  </a:lnTo>
                  <a:lnTo>
                    <a:pt x="1514045" y="3463930"/>
                  </a:lnTo>
                  <a:lnTo>
                    <a:pt x="1514045" y="3453976"/>
                  </a:lnTo>
                  <a:lnTo>
                    <a:pt x="1514138" y="3453976"/>
                  </a:lnTo>
                  <a:lnTo>
                    <a:pt x="1514232" y="3453976"/>
                  </a:lnTo>
                  <a:lnTo>
                    <a:pt x="1514325" y="3453976"/>
                  </a:lnTo>
                  <a:lnTo>
                    <a:pt x="1514325" y="3444022"/>
                  </a:lnTo>
                  <a:lnTo>
                    <a:pt x="1514418" y="3444022"/>
                  </a:lnTo>
                  <a:lnTo>
                    <a:pt x="1514511" y="3444022"/>
                  </a:lnTo>
                  <a:lnTo>
                    <a:pt x="1514605" y="3444022"/>
                  </a:lnTo>
                  <a:lnTo>
                    <a:pt x="1514698" y="3444022"/>
                  </a:lnTo>
                  <a:lnTo>
                    <a:pt x="1514791" y="3444022"/>
                  </a:lnTo>
                  <a:lnTo>
                    <a:pt x="1514884" y="3444022"/>
                  </a:lnTo>
                  <a:lnTo>
                    <a:pt x="1514978" y="3444022"/>
                  </a:lnTo>
                  <a:lnTo>
                    <a:pt x="1515071" y="3444022"/>
                  </a:lnTo>
                  <a:lnTo>
                    <a:pt x="1515164" y="3444022"/>
                  </a:lnTo>
                  <a:lnTo>
                    <a:pt x="1515257" y="3444022"/>
                  </a:lnTo>
                  <a:lnTo>
                    <a:pt x="1515351" y="3444022"/>
                  </a:lnTo>
                  <a:lnTo>
                    <a:pt x="1515444" y="3444022"/>
                  </a:lnTo>
                  <a:lnTo>
                    <a:pt x="1515537" y="3444022"/>
                  </a:lnTo>
                  <a:lnTo>
                    <a:pt x="1515630" y="3444022"/>
                  </a:lnTo>
                  <a:lnTo>
                    <a:pt x="1515724" y="3444022"/>
                  </a:lnTo>
                  <a:lnTo>
                    <a:pt x="1515817" y="3444022"/>
                  </a:lnTo>
                  <a:lnTo>
                    <a:pt x="1515910" y="3444022"/>
                  </a:lnTo>
                  <a:lnTo>
                    <a:pt x="1516003" y="3444022"/>
                  </a:lnTo>
                  <a:lnTo>
                    <a:pt x="1516097" y="3444022"/>
                  </a:lnTo>
                  <a:lnTo>
                    <a:pt x="1516190" y="3444022"/>
                  </a:lnTo>
                  <a:lnTo>
                    <a:pt x="1516283" y="3444022"/>
                  </a:lnTo>
                  <a:lnTo>
                    <a:pt x="1516376" y="3444022"/>
                  </a:lnTo>
                  <a:lnTo>
                    <a:pt x="1516470" y="3444022"/>
                  </a:lnTo>
                  <a:lnTo>
                    <a:pt x="1516563" y="3444022"/>
                  </a:lnTo>
                  <a:lnTo>
                    <a:pt x="1516656" y="3444022"/>
                  </a:lnTo>
                  <a:lnTo>
                    <a:pt x="1516749" y="3444022"/>
                  </a:lnTo>
                  <a:lnTo>
                    <a:pt x="1516843" y="3444022"/>
                  </a:lnTo>
                  <a:lnTo>
                    <a:pt x="1516936" y="3444022"/>
                  </a:lnTo>
                  <a:lnTo>
                    <a:pt x="1517029" y="3444022"/>
                  </a:lnTo>
                  <a:lnTo>
                    <a:pt x="1517122" y="3444022"/>
                  </a:lnTo>
                  <a:lnTo>
                    <a:pt x="1517216" y="3444022"/>
                  </a:lnTo>
                  <a:lnTo>
                    <a:pt x="1517309" y="3444022"/>
                  </a:lnTo>
                  <a:lnTo>
                    <a:pt x="1517402" y="3444022"/>
                  </a:lnTo>
                  <a:lnTo>
                    <a:pt x="1517495" y="3444022"/>
                  </a:lnTo>
                  <a:lnTo>
                    <a:pt x="1517589" y="3444022"/>
                  </a:lnTo>
                  <a:lnTo>
                    <a:pt x="1517682" y="3444022"/>
                  </a:lnTo>
                  <a:lnTo>
                    <a:pt x="1517775" y="3444022"/>
                  </a:lnTo>
                  <a:lnTo>
                    <a:pt x="1517868" y="3444022"/>
                  </a:lnTo>
                  <a:lnTo>
                    <a:pt x="1517962" y="3444022"/>
                  </a:lnTo>
                  <a:lnTo>
                    <a:pt x="1518055" y="3444022"/>
                  </a:lnTo>
                  <a:lnTo>
                    <a:pt x="1518148" y="3444022"/>
                  </a:lnTo>
                  <a:lnTo>
                    <a:pt x="1518241" y="3444022"/>
                  </a:lnTo>
                  <a:lnTo>
                    <a:pt x="1518335" y="3444022"/>
                  </a:lnTo>
                  <a:lnTo>
                    <a:pt x="1518428" y="3444022"/>
                  </a:lnTo>
                  <a:lnTo>
                    <a:pt x="1518521" y="3444022"/>
                  </a:lnTo>
                  <a:lnTo>
                    <a:pt x="1518614" y="3444022"/>
                  </a:lnTo>
                  <a:lnTo>
                    <a:pt x="1518708" y="3444022"/>
                  </a:lnTo>
                  <a:lnTo>
                    <a:pt x="1518801" y="3444022"/>
                  </a:lnTo>
                  <a:lnTo>
                    <a:pt x="1518894" y="3444022"/>
                  </a:lnTo>
                  <a:lnTo>
                    <a:pt x="1518987" y="3444022"/>
                  </a:lnTo>
                  <a:lnTo>
                    <a:pt x="1519081" y="3444022"/>
                  </a:lnTo>
                  <a:lnTo>
                    <a:pt x="1519174" y="3444022"/>
                  </a:lnTo>
                  <a:lnTo>
                    <a:pt x="1519267" y="3444022"/>
                  </a:lnTo>
                  <a:lnTo>
                    <a:pt x="1519267" y="3434068"/>
                  </a:lnTo>
                  <a:lnTo>
                    <a:pt x="1519360" y="3434068"/>
                  </a:lnTo>
                  <a:lnTo>
                    <a:pt x="1519453" y="3434068"/>
                  </a:lnTo>
                  <a:lnTo>
                    <a:pt x="1519547" y="3434068"/>
                  </a:lnTo>
                  <a:lnTo>
                    <a:pt x="1519640" y="3434068"/>
                  </a:lnTo>
                  <a:lnTo>
                    <a:pt x="1519733" y="3434068"/>
                  </a:lnTo>
                  <a:lnTo>
                    <a:pt x="1519826" y="3434068"/>
                  </a:lnTo>
                  <a:lnTo>
                    <a:pt x="1519920" y="3434068"/>
                  </a:lnTo>
                  <a:lnTo>
                    <a:pt x="1520013" y="3434068"/>
                  </a:lnTo>
                  <a:lnTo>
                    <a:pt x="1520106" y="3434068"/>
                  </a:lnTo>
                  <a:lnTo>
                    <a:pt x="1520199" y="3434068"/>
                  </a:lnTo>
                  <a:lnTo>
                    <a:pt x="1520293" y="3434068"/>
                  </a:lnTo>
                  <a:lnTo>
                    <a:pt x="1520386" y="3434068"/>
                  </a:lnTo>
                  <a:lnTo>
                    <a:pt x="1520479" y="3434068"/>
                  </a:lnTo>
                  <a:lnTo>
                    <a:pt x="1520572" y="3434068"/>
                  </a:lnTo>
                  <a:lnTo>
                    <a:pt x="1520666" y="3434068"/>
                  </a:lnTo>
                  <a:lnTo>
                    <a:pt x="1520759" y="3434068"/>
                  </a:lnTo>
                  <a:lnTo>
                    <a:pt x="1520852" y="3434068"/>
                  </a:lnTo>
                  <a:lnTo>
                    <a:pt x="1520945" y="3434068"/>
                  </a:lnTo>
                  <a:lnTo>
                    <a:pt x="1521039" y="3434068"/>
                  </a:lnTo>
                  <a:lnTo>
                    <a:pt x="1521132" y="3434068"/>
                  </a:lnTo>
                  <a:lnTo>
                    <a:pt x="1521225" y="3434068"/>
                  </a:lnTo>
                  <a:lnTo>
                    <a:pt x="1521318" y="3434068"/>
                  </a:lnTo>
                  <a:lnTo>
                    <a:pt x="1521412" y="3434068"/>
                  </a:lnTo>
                  <a:lnTo>
                    <a:pt x="1521505" y="3434068"/>
                  </a:lnTo>
                  <a:lnTo>
                    <a:pt x="1521598" y="3434068"/>
                  </a:lnTo>
                  <a:lnTo>
                    <a:pt x="1521691" y="3434068"/>
                  </a:lnTo>
                  <a:lnTo>
                    <a:pt x="1521785" y="3434068"/>
                  </a:lnTo>
                  <a:lnTo>
                    <a:pt x="1521878" y="3434068"/>
                  </a:lnTo>
                  <a:lnTo>
                    <a:pt x="1521971" y="3434068"/>
                  </a:lnTo>
                  <a:lnTo>
                    <a:pt x="1522064" y="3434068"/>
                  </a:lnTo>
                  <a:lnTo>
                    <a:pt x="1522158" y="3434068"/>
                  </a:lnTo>
                  <a:lnTo>
                    <a:pt x="1522251" y="3434068"/>
                  </a:lnTo>
                  <a:lnTo>
                    <a:pt x="1522344" y="3434068"/>
                  </a:lnTo>
                  <a:lnTo>
                    <a:pt x="1522437" y="3434068"/>
                  </a:lnTo>
                  <a:lnTo>
                    <a:pt x="1522531" y="3434068"/>
                  </a:lnTo>
                  <a:lnTo>
                    <a:pt x="1522624" y="3434068"/>
                  </a:lnTo>
                  <a:lnTo>
                    <a:pt x="1522717" y="3434068"/>
                  </a:lnTo>
                  <a:lnTo>
                    <a:pt x="1522810" y="3434068"/>
                  </a:lnTo>
                  <a:lnTo>
                    <a:pt x="1522904" y="3434068"/>
                  </a:lnTo>
                  <a:lnTo>
                    <a:pt x="1522997" y="3434068"/>
                  </a:lnTo>
                  <a:lnTo>
                    <a:pt x="1523090" y="3434068"/>
                  </a:lnTo>
                  <a:lnTo>
                    <a:pt x="1523183" y="3434068"/>
                  </a:lnTo>
                  <a:lnTo>
                    <a:pt x="1523277" y="3434068"/>
                  </a:lnTo>
                  <a:lnTo>
                    <a:pt x="1523370" y="3434068"/>
                  </a:lnTo>
                  <a:lnTo>
                    <a:pt x="1523463" y="3434068"/>
                  </a:lnTo>
                  <a:lnTo>
                    <a:pt x="1523556" y="3434068"/>
                  </a:lnTo>
                  <a:lnTo>
                    <a:pt x="1523650" y="3434068"/>
                  </a:lnTo>
                  <a:lnTo>
                    <a:pt x="1523743" y="3434068"/>
                  </a:lnTo>
                  <a:lnTo>
                    <a:pt x="1523836" y="3434068"/>
                  </a:lnTo>
                  <a:lnTo>
                    <a:pt x="1523929" y="3434068"/>
                  </a:lnTo>
                  <a:lnTo>
                    <a:pt x="1524023" y="3434068"/>
                  </a:lnTo>
                  <a:lnTo>
                    <a:pt x="1524116" y="3434068"/>
                  </a:lnTo>
                  <a:lnTo>
                    <a:pt x="1524209" y="3434068"/>
                  </a:lnTo>
                  <a:lnTo>
                    <a:pt x="1524302" y="3434068"/>
                  </a:lnTo>
                  <a:lnTo>
                    <a:pt x="1524396" y="3434068"/>
                  </a:lnTo>
                  <a:lnTo>
                    <a:pt x="1524489" y="3434068"/>
                  </a:lnTo>
                  <a:lnTo>
                    <a:pt x="1524582" y="3434068"/>
                  </a:lnTo>
                  <a:lnTo>
                    <a:pt x="1524675" y="3434068"/>
                  </a:lnTo>
                  <a:lnTo>
                    <a:pt x="1524769" y="3434068"/>
                  </a:lnTo>
                  <a:lnTo>
                    <a:pt x="1524862" y="3434068"/>
                  </a:lnTo>
                  <a:lnTo>
                    <a:pt x="1524955" y="3434068"/>
                  </a:lnTo>
                  <a:lnTo>
                    <a:pt x="1525048" y="3434068"/>
                  </a:lnTo>
                  <a:lnTo>
                    <a:pt x="1525142" y="3434068"/>
                  </a:lnTo>
                  <a:lnTo>
                    <a:pt x="1525235" y="3434068"/>
                  </a:lnTo>
                  <a:lnTo>
                    <a:pt x="1525328" y="3434068"/>
                  </a:lnTo>
                  <a:lnTo>
                    <a:pt x="1525421" y="3434068"/>
                  </a:lnTo>
                  <a:lnTo>
                    <a:pt x="1525515" y="3434068"/>
                  </a:lnTo>
                  <a:lnTo>
                    <a:pt x="1525608" y="3434068"/>
                  </a:lnTo>
                  <a:lnTo>
                    <a:pt x="1525701" y="3434068"/>
                  </a:lnTo>
                  <a:lnTo>
                    <a:pt x="1525794" y="3434068"/>
                  </a:lnTo>
                  <a:lnTo>
                    <a:pt x="1525888" y="3434068"/>
                  </a:lnTo>
                  <a:lnTo>
                    <a:pt x="1525981" y="3434068"/>
                  </a:lnTo>
                  <a:lnTo>
                    <a:pt x="1526074" y="3434068"/>
                  </a:lnTo>
                  <a:lnTo>
                    <a:pt x="1526167" y="3434068"/>
                  </a:lnTo>
                  <a:lnTo>
                    <a:pt x="1526261" y="3434068"/>
                  </a:lnTo>
                  <a:lnTo>
                    <a:pt x="1526354" y="3434068"/>
                  </a:lnTo>
                  <a:lnTo>
                    <a:pt x="1526447" y="3434068"/>
                  </a:lnTo>
                  <a:lnTo>
                    <a:pt x="1526540" y="3434068"/>
                  </a:lnTo>
                  <a:lnTo>
                    <a:pt x="1526633" y="3434068"/>
                  </a:lnTo>
                  <a:lnTo>
                    <a:pt x="1526727" y="3434068"/>
                  </a:lnTo>
                  <a:lnTo>
                    <a:pt x="1526820" y="3434068"/>
                  </a:lnTo>
                  <a:lnTo>
                    <a:pt x="1526913" y="3434068"/>
                  </a:lnTo>
                  <a:lnTo>
                    <a:pt x="1527006" y="3434068"/>
                  </a:lnTo>
                  <a:lnTo>
                    <a:pt x="1527100" y="3434068"/>
                  </a:lnTo>
                  <a:lnTo>
                    <a:pt x="1527193" y="3434068"/>
                  </a:lnTo>
                  <a:lnTo>
                    <a:pt x="1527286" y="3434068"/>
                  </a:lnTo>
                  <a:lnTo>
                    <a:pt x="1527379" y="3434068"/>
                  </a:lnTo>
                  <a:lnTo>
                    <a:pt x="1527473" y="3434068"/>
                  </a:lnTo>
                  <a:lnTo>
                    <a:pt x="1527566" y="3434068"/>
                  </a:lnTo>
                  <a:lnTo>
                    <a:pt x="1527659" y="3434068"/>
                  </a:lnTo>
                  <a:lnTo>
                    <a:pt x="1527752" y="3434068"/>
                  </a:lnTo>
                  <a:lnTo>
                    <a:pt x="1527846" y="3434068"/>
                  </a:lnTo>
                  <a:lnTo>
                    <a:pt x="1527939" y="3434068"/>
                  </a:lnTo>
                  <a:lnTo>
                    <a:pt x="1528032" y="3434068"/>
                  </a:lnTo>
                  <a:lnTo>
                    <a:pt x="1528125" y="3434068"/>
                  </a:lnTo>
                  <a:lnTo>
                    <a:pt x="1528219" y="3434068"/>
                  </a:lnTo>
                  <a:lnTo>
                    <a:pt x="1528312" y="3434068"/>
                  </a:lnTo>
                  <a:lnTo>
                    <a:pt x="1528405" y="3434068"/>
                  </a:lnTo>
                  <a:lnTo>
                    <a:pt x="1528498" y="3434068"/>
                  </a:lnTo>
                  <a:lnTo>
                    <a:pt x="1528592" y="3434068"/>
                  </a:lnTo>
                  <a:lnTo>
                    <a:pt x="1528685" y="3434068"/>
                  </a:lnTo>
                  <a:lnTo>
                    <a:pt x="1528778" y="3434068"/>
                  </a:lnTo>
                  <a:lnTo>
                    <a:pt x="1528871" y="3434068"/>
                  </a:lnTo>
                  <a:lnTo>
                    <a:pt x="1528965" y="3434068"/>
                  </a:lnTo>
                  <a:lnTo>
                    <a:pt x="1529058" y="3434068"/>
                  </a:lnTo>
                  <a:lnTo>
                    <a:pt x="1529151" y="3434068"/>
                  </a:lnTo>
                  <a:lnTo>
                    <a:pt x="1529244" y="3434068"/>
                  </a:lnTo>
                  <a:lnTo>
                    <a:pt x="1529338" y="3434068"/>
                  </a:lnTo>
                  <a:lnTo>
                    <a:pt x="1529431" y="3434068"/>
                  </a:lnTo>
                  <a:lnTo>
                    <a:pt x="1529524" y="3434068"/>
                  </a:lnTo>
                  <a:lnTo>
                    <a:pt x="1529617" y="3434068"/>
                  </a:lnTo>
                  <a:lnTo>
                    <a:pt x="1529711" y="3434068"/>
                  </a:lnTo>
                  <a:lnTo>
                    <a:pt x="1529804" y="3434068"/>
                  </a:lnTo>
                  <a:lnTo>
                    <a:pt x="1529897" y="3434068"/>
                  </a:lnTo>
                  <a:lnTo>
                    <a:pt x="1529990" y="3434068"/>
                  </a:lnTo>
                  <a:lnTo>
                    <a:pt x="1530084" y="3434068"/>
                  </a:lnTo>
                  <a:lnTo>
                    <a:pt x="1530177" y="3434068"/>
                  </a:lnTo>
                  <a:lnTo>
                    <a:pt x="1530270" y="3434068"/>
                  </a:lnTo>
                  <a:lnTo>
                    <a:pt x="1530363" y="3434068"/>
                  </a:lnTo>
                  <a:lnTo>
                    <a:pt x="1530457" y="3434068"/>
                  </a:lnTo>
                  <a:lnTo>
                    <a:pt x="1530550" y="3434068"/>
                  </a:lnTo>
                  <a:lnTo>
                    <a:pt x="1530643" y="3434068"/>
                  </a:lnTo>
                  <a:lnTo>
                    <a:pt x="1530736" y="3434068"/>
                  </a:lnTo>
                  <a:lnTo>
                    <a:pt x="1530830" y="3434068"/>
                  </a:lnTo>
                  <a:lnTo>
                    <a:pt x="1530923" y="3434068"/>
                  </a:lnTo>
                  <a:lnTo>
                    <a:pt x="1531016" y="3434068"/>
                  </a:lnTo>
                  <a:lnTo>
                    <a:pt x="1531109" y="3434068"/>
                  </a:lnTo>
                  <a:lnTo>
                    <a:pt x="1531203" y="3434068"/>
                  </a:lnTo>
                  <a:lnTo>
                    <a:pt x="1531296" y="3434068"/>
                  </a:lnTo>
                  <a:lnTo>
                    <a:pt x="1531389" y="3434068"/>
                  </a:lnTo>
                  <a:lnTo>
                    <a:pt x="1531482" y="3434068"/>
                  </a:lnTo>
                  <a:lnTo>
                    <a:pt x="1531576" y="3434068"/>
                  </a:lnTo>
                  <a:lnTo>
                    <a:pt x="1531669" y="3434068"/>
                  </a:lnTo>
                  <a:lnTo>
                    <a:pt x="1531762" y="3434068"/>
                  </a:lnTo>
                  <a:lnTo>
                    <a:pt x="1531855" y="3434068"/>
                  </a:lnTo>
                  <a:lnTo>
                    <a:pt x="1531949" y="3434068"/>
                  </a:lnTo>
                  <a:lnTo>
                    <a:pt x="1532042" y="3434068"/>
                  </a:lnTo>
                  <a:lnTo>
                    <a:pt x="1532135" y="3434068"/>
                  </a:lnTo>
                  <a:lnTo>
                    <a:pt x="1532228" y="3434068"/>
                  </a:lnTo>
                  <a:lnTo>
                    <a:pt x="1532322" y="3434068"/>
                  </a:lnTo>
                  <a:lnTo>
                    <a:pt x="1532415" y="3434068"/>
                  </a:lnTo>
                  <a:lnTo>
                    <a:pt x="1532508" y="3434068"/>
                  </a:lnTo>
                  <a:lnTo>
                    <a:pt x="1532601" y="3434068"/>
                  </a:lnTo>
                  <a:lnTo>
                    <a:pt x="1532695" y="3434068"/>
                  </a:lnTo>
                  <a:lnTo>
                    <a:pt x="1532788" y="3434068"/>
                  </a:lnTo>
                  <a:lnTo>
                    <a:pt x="1532881" y="3434068"/>
                  </a:lnTo>
                  <a:lnTo>
                    <a:pt x="1532974" y="3434068"/>
                  </a:lnTo>
                  <a:lnTo>
                    <a:pt x="1533068" y="3434068"/>
                  </a:lnTo>
                  <a:lnTo>
                    <a:pt x="1533161" y="3434068"/>
                  </a:lnTo>
                  <a:lnTo>
                    <a:pt x="1533254" y="3434068"/>
                  </a:lnTo>
                  <a:lnTo>
                    <a:pt x="1533347" y="3434068"/>
                  </a:lnTo>
                  <a:lnTo>
                    <a:pt x="1533440" y="3434068"/>
                  </a:lnTo>
                  <a:lnTo>
                    <a:pt x="1533534" y="3434068"/>
                  </a:lnTo>
                  <a:lnTo>
                    <a:pt x="1533627" y="3434068"/>
                  </a:lnTo>
                  <a:lnTo>
                    <a:pt x="1533720" y="3434068"/>
                  </a:lnTo>
                  <a:lnTo>
                    <a:pt x="1533813" y="3434068"/>
                  </a:lnTo>
                  <a:lnTo>
                    <a:pt x="1533907" y="3434068"/>
                  </a:lnTo>
                  <a:lnTo>
                    <a:pt x="1534000" y="3434068"/>
                  </a:lnTo>
                  <a:lnTo>
                    <a:pt x="1534093" y="3434068"/>
                  </a:lnTo>
                  <a:lnTo>
                    <a:pt x="1534186" y="3434068"/>
                  </a:lnTo>
                  <a:lnTo>
                    <a:pt x="1534280" y="3434068"/>
                  </a:lnTo>
                  <a:lnTo>
                    <a:pt x="1534373" y="3434068"/>
                  </a:lnTo>
                  <a:lnTo>
                    <a:pt x="1534466" y="3434068"/>
                  </a:lnTo>
                  <a:lnTo>
                    <a:pt x="1534559" y="3434068"/>
                  </a:lnTo>
                  <a:lnTo>
                    <a:pt x="1534653" y="3434068"/>
                  </a:lnTo>
                  <a:lnTo>
                    <a:pt x="1534746" y="3434068"/>
                  </a:lnTo>
                  <a:lnTo>
                    <a:pt x="1534839" y="3434068"/>
                  </a:lnTo>
                  <a:lnTo>
                    <a:pt x="1534932" y="3434068"/>
                  </a:lnTo>
                  <a:lnTo>
                    <a:pt x="1535026" y="3434068"/>
                  </a:lnTo>
                  <a:lnTo>
                    <a:pt x="1535119" y="3434068"/>
                  </a:lnTo>
                  <a:lnTo>
                    <a:pt x="1535212" y="3434068"/>
                  </a:lnTo>
                  <a:lnTo>
                    <a:pt x="1535305" y="3434068"/>
                  </a:lnTo>
                  <a:lnTo>
                    <a:pt x="1535399" y="3434068"/>
                  </a:lnTo>
                  <a:lnTo>
                    <a:pt x="1535492" y="3434068"/>
                  </a:lnTo>
                  <a:lnTo>
                    <a:pt x="1535585" y="3434068"/>
                  </a:lnTo>
                  <a:lnTo>
                    <a:pt x="1535678" y="3434068"/>
                  </a:lnTo>
                  <a:lnTo>
                    <a:pt x="1535772" y="3434068"/>
                  </a:lnTo>
                  <a:lnTo>
                    <a:pt x="1535865" y="3434068"/>
                  </a:lnTo>
                  <a:lnTo>
                    <a:pt x="1535958" y="3434068"/>
                  </a:lnTo>
                  <a:lnTo>
                    <a:pt x="1536051" y="3434068"/>
                  </a:lnTo>
                  <a:lnTo>
                    <a:pt x="1536145" y="3434068"/>
                  </a:lnTo>
                  <a:lnTo>
                    <a:pt x="1536238" y="3434068"/>
                  </a:lnTo>
                  <a:lnTo>
                    <a:pt x="1536331" y="3434068"/>
                  </a:lnTo>
                  <a:lnTo>
                    <a:pt x="1536424" y="3434068"/>
                  </a:lnTo>
                  <a:lnTo>
                    <a:pt x="1536518" y="3434068"/>
                  </a:lnTo>
                  <a:lnTo>
                    <a:pt x="1536611" y="3434068"/>
                  </a:lnTo>
                  <a:lnTo>
                    <a:pt x="1536704" y="3434068"/>
                  </a:lnTo>
                  <a:lnTo>
                    <a:pt x="1536797" y="3434068"/>
                  </a:lnTo>
                  <a:lnTo>
                    <a:pt x="1536891" y="3434068"/>
                  </a:lnTo>
                  <a:lnTo>
                    <a:pt x="1536984" y="3434068"/>
                  </a:lnTo>
                  <a:lnTo>
                    <a:pt x="1537077" y="3434068"/>
                  </a:lnTo>
                  <a:lnTo>
                    <a:pt x="1537170" y="3434068"/>
                  </a:lnTo>
                  <a:lnTo>
                    <a:pt x="1537264" y="3434068"/>
                  </a:lnTo>
                  <a:lnTo>
                    <a:pt x="1537357" y="3434068"/>
                  </a:lnTo>
                  <a:lnTo>
                    <a:pt x="1537450" y="3434068"/>
                  </a:lnTo>
                  <a:lnTo>
                    <a:pt x="1537543" y="3434068"/>
                  </a:lnTo>
                  <a:lnTo>
                    <a:pt x="1537637" y="3434068"/>
                  </a:lnTo>
                  <a:lnTo>
                    <a:pt x="1537730" y="3434068"/>
                  </a:lnTo>
                  <a:lnTo>
                    <a:pt x="1537823" y="3434068"/>
                  </a:lnTo>
                  <a:lnTo>
                    <a:pt x="1537916" y="3434068"/>
                  </a:lnTo>
                  <a:lnTo>
                    <a:pt x="1538010" y="3434068"/>
                  </a:lnTo>
                  <a:lnTo>
                    <a:pt x="1538103" y="3434068"/>
                  </a:lnTo>
                  <a:lnTo>
                    <a:pt x="1538196" y="3434068"/>
                  </a:lnTo>
                  <a:lnTo>
                    <a:pt x="1538289" y="3434068"/>
                  </a:lnTo>
                  <a:lnTo>
                    <a:pt x="1538383" y="3434068"/>
                  </a:lnTo>
                  <a:lnTo>
                    <a:pt x="1538476" y="3434068"/>
                  </a:lnTo>
                  <a:lnTo>
                    <a:pt x="1538569" y="3434068"/>
                  </a:lnTo>
                  <a:lnTo>
                    <a:pt x="1538662" y="3434068"/>
                  </a:lnTo>
                  <a:lnTo>
                    <a:pt x="1538756" y="3434068"/>
                  </a:lnTo>
                  <a:lnTo>
                    <a:pt x="1538849" y="3434068"/>
                  </a:lnTo>
                  <a:lnTo>
                    <a:pt x="1538942" y="3434068"/>
                  </a:lnTo>
                  <a:lnTo>
                    <a:pt x="1539035" y="3434068"/>
                  </a:lnTo>
                  <a:lnTo>
                    <a:pt x="1539129" y="3434068"/>
                  </a:lnTo>
                  <a:lnTo>
                    <a:pt x="1539222" y="3434068"/>
                  </a:lnTo>
                  <a:lnTo>
                    <a:pt x="1539315" y="3434068"/>
                  </a:lnTo>
                  <a:lnTo>
                    <a:pt x="1539408" y="3434068"/>
                  </a:lnTo>
                  <a:lnTo>
                    <a:pt x="1539502" y="3434068"/>
                  </a:lnTo>
                  <a:lnTo>
                    <a:pt x="1539595" y="3434068"/>
                  </a:lnTo>
                  <a:lnTo>
                    <a:pt x="1539688" y="3434068"/>
                  </a:lnTo>
                  <a:lnTo>
                    <a:pt x="1539781" y="3434068"/>
                  </a:lnTo>
                  <a:lnTo>
                    <a:pt x="1539875" y="3434068"/>
                  </a:lnTo>
                  <a:lnTo>
                    <a:pt x="1539968" y="3434068"/>
                  </a:lnTo>
                  <a:lnTo>
                    <a:pt x="1540061" y="3434068"/>
                  </a:lnTo>
                  <a:lnTo>
                    <a:pt x="1540154" y="3434068"/>
                  </a:lnTo>
                  <a:lnTo>
                    <a:pt x="1540247" y="3434068"/>
                  </a:lnTo>
                  <a:lnTo>
                    <a:pt x="1540341" y="3434068"/>
                  </a:lnTo>
                  <a:lnTo>
                    <a:pt x="1540434" y="3434068"/>
                  </a:lnTo>
                  <a:lnTo>
                    <a:pt x="1540527" y="3434068"/>
                  </a:lnTo>
                  <a:lnTo>
                    <a:pt x="1540620" y="3434068"/>
                  </a:lnTo>
                  <a:lnTo>
                    <a:pt x="1540714" y="3434068"/>
                  </a:lnTo>
                  <a:lnTo>
                    <a:pt x="1540807" y="3434068"/>
                  </a:lnTo>
                  <a:lnTo>
                    <a:pt x="1540900" y="3434068"/>
                  </a:lnTo>
                  <a:lnTo>
                    <a:pt x="1540993" y="3434068"/>
                  </a:lnTo>
                  <a:lnTo>
                    <a:pt x="1541087" y="3434068"/>
                  </a:lnTo>
                  <a:lnTo>
                    <a:pt x="1541180" y="3434068"/>
                  </a:lnTo>
                  <a:lnTo>
                    <a:pt x="1541273" y="3434068"/>
                  </a:lnTo>
                  <a:lnTo>
                    <a:pt x="1541366" y="3434068"/>
                  </a:lnTo>
                  <a:lnTo>
                    <a:pt x="1541460" y="3434068"/>
                  </a:lnTo>
                  <a:lnTo>
                    <a:pt x="1541553" y="3434068"/>
                  </a:lnTo>
                  <a:lnTo>
                    <a:pt x="1541646" y="3434068"/>
                  </a:lnTo>
                  <a:lnTo>
                    <a:pt x="1541739" y="3434068"/>
                  </a:lnTo>
                  <a:lnTo>
                    <a:pt x="1541833" y="3434068"/>
                  </a:lnTo>
                  <a:lnTo>
                    <a:pt x="1541926" y="3434068"/>
                  </a:lnTo>
                  <a:lnTo>
                    <a:pt x="1542019" y="3434068"/>
                  </a:lnTo>
                  <a:lnTo>
                    <a:pt x="1542112" y="3434068"/>
                  </a:lnTo>
                  <a:lnTo>
                    <a:pt x="1542206" y="3434068"/>
                  </a:lnTo>
                  <a:lnTo>
                    <a:pt x="1542299" y="3434068"/>
                  </a:lnTo>
                  <a:lnTo>
                    <a:pt x="1542299" y="3424114"/>
                  </a:lnTo>
                  <a:lnTo>
                    <a:pt x="1542392" y="3424114"/>
                  </a:lnTo>
                  <a:lnTo>
                    <a:pt x="1542485" y="3424114"/>
                  </a:lnTo>
                  <a:lnTo>
                    <a:pt x="1542579" y="3424114"/>
                  </a:lnTo>
                  <a:lnTo>
                    <a:pt x="1542672" y="3424114"/>
                  </a:lnTo>
                  <a:lnTo>
                    <a:pt x="1542765" y="3424114"/>
                  </a:lnTo>
                  <a:lnTo>
                    <a:pt x="1542858" y="3424114"/>
                  </a:lnTo>
                  <a:lnTo>
                    <a:pt x="1542952" y="3424114"/>
                  </a:lnTo>
                  <a:lnTo>
                    <a:pt x="1543045" y="3424114"/>
                  </a:lnTo>
                  <a:lnTo>
                    <a:pt x="1543138" y="3424114"/>
                  </a:lnTo>
                  <a:lnTo>
                    <a:pt x="1543231" y="3424114"/>
                  </a:lnTo>
                  <a:lnTo>
                    <a:pt x="1543325" y="3424114"/>
                  </a:lnTo>
                  <a:lnTo>
                    <a:pt x="1543418" y="3424114"/>
                  </a:lnTo>
                  <a:lnTo>
                    <a:pt x="1543511" y="3424114"/>
                  </a:lnTo>
                  <a:lnTo>
                    <a:pt x="1543604" y="3424114"/>
                  </a:lnTo>
                  <a:lnTo>
                    <a:pt x="1543698" y="3424114"/>
                  </a:lnTo>
                  <a:lnTo>
                    <a:pt x="1543791" y="3424114"/>
                  </a:lnTo>
                  <a:lnTo>
                    <a:pt x="1543884" y="3424114"/>
                  </a:lnTo>
                  <a:lnTo>
                    <a:pt x="1543977" y="3424114"/>
                  </a:lnTo>
                  <a:lnTo>
                    <a:pt x="1544071" y="3424114"/>
                  </a:lnTo>
                  <a:lnTo>
                    <a:pt x="1544164" y="3424114"/>
                  </a:lnTo>
                  <a:lnTo>
                    <a:pt x="1544257" y="3424114"/>
                  </a:lnTo>
                  <a:lnTo>
                    <a:pt x="1544350" y="3424114"/>
                  </a:lnTo>
                  <a:lnTo>
                    <a:pt x="1544444" y="3424114"/>
                  </a:lnTo>
                  <a:lnTo>
                    <a:pt x="1544537" y="3424114"/>
                  </a:lnTo>
                  <a:lnTo>
                    <a:pt x="1544630" y="3424114"/>
                  </a:lnTo>
                  <a:lnTo>
                    <a:pt x="1544630" y="3414161"/>
                  </a:lnTo>
                  <a:lnTo>
                    <a:pt x="1544723" y="3414161"/>
                  </a:lnTo>
                  <a:lnTo>
                    <a:pt x="1544817" y="3414161"/>
                  </a:lnTo>
                  <a:lnTo>
                    <a:pt x="1544910" y="3414161"/>
                  </a:lnTo>
                  <a:lnTo>
                    <a:pt x="1545003" y="3414161"/>
                  </a:lnTo>
                  <a:lnTo>
                    <a:pt x="1545096" y="3414161"/>
                  </a:lnTo>
                  <a:lnTo>
                    <a:pt x="1545190" y="3414161"/>
                  </a:lnTo>
                  <a:lnTo>
                    <a:pt x="1545283" y="3414161"/>
                  </a:lnTo>
                  <a:lnTo>
                    <a:pt x="1545376" y="3414161"/>
                  </a:lnTo>
                  <a:lnTo>
                    <a:pt x="1545376" y="3404207"/>
                  </a:lnTo>
                  <a:lnTo>
                    <a:pt x="1545469" y="3404207"/>
                  </a:lnTo>
                  <a:lnTo>
                    <a:pt x="1545563" y="3404207"/>
                  </a:lnTo>
                  <a:lnTo>
                    <a:pt x="1545656" y="3404207"/>
                  </a:lnTo>
                  <a:lnTo>
                    <a:pt x="1545749" y="3404207"/>
                  </a:lnTo>
                  <a:lnTo>
                    <a:pt x="1545842" y="3404207"/>
                  </a:lnTo>
                  <a:lnTo>
                    <a:pt x="1545936" y="3404207"/>
                  </a:lnTo>
                  <a:lnTo>
                    <a:pt x="1546029" y="3404207"/>
                  </a:lnTo>
                  <a:lnTo>
                    <a:pt x="1546122" y="3404207"/>
                  </a:lnTo>
                  <a:lnTo>
                    <a:pt x="1546215" y="3404207"/>
                  </a:lnTo>
                  <a:lnTo>
                    <a:pt x="1546309" y="3404207"/>
                  </a:lnTo>
                  <a:lnTo>
                    <a:pt x="1546402" y="3404207"/>
                  </a:lnTo>
                  <a:lnTo>
                    <a:pt x="1546495" y="3404207"/>
                  </a:lnTo>
                  <a:lnTo>
                    <a:pt x="1546588" y="3404207"/>
                  </a:lnTo>
                  <a:lnTo>
                    <a:pt x="1546682" y="3404207"/>
                  </a:lnTo>
                  <a:lnTo>
                    <a:pt x="1546775" y="3404207"/>
                  </a:lnTo>
                  <a:lnTo>
                    <a:pt x="1546868" y="3404207"/>
                  </a:lnTo>
                  <a:lnTo>
                    <a:pt x="1546961" y="3404207"/>
                  </a:lnTo>
                  <a:lnTo>
                    <a:pt x="1547055" y="3404207"/>
                  </a:lnTo>
                  <a:lnTo>
                    <a:pt x="1547148" y="3404207"/>
                  </a:lnTo>
                  <a:lnTo>
                    <a:pt x="1547241" y="3404207"/>
                  </a:lnTo>
                  <a:lnTo>
                    <a:pt x="1547334" y="3404207"/>
                  </a:lnTo>
                  <a:lnTo>
                    <a:pt x="1547427" y="3404207"/>
                  </a:lnTo>
                  <a:lnTo>
                    <a:pt x="1547521" y="3404207"/>
                  </a:lnTo>
                  <a:lnTo>
                    <a:pt x="1547614" y="3404207"/>
                  </a:lnTo>
                  <a:lnTo>
                    <a:pt x="1547707" y="3404207"/>
                  </a:lnTo>
                  <a:lnTo>
                    <a:pt x="1547800" y="3404207"/>
                  </a:lnTo>
                  <a:lnTo>
                    <a:pt x="1547894" y="3404207"/>
                  </a:lnTo>
                  <a:lnTo>
                    <a:pt x="1547987" y="3404207"/>
                  </a:lnTo>
                  <a:lnTo>
                    <a:pt x="1548080" y="3404207"/>
                  </a:lnTo>
                  <a:lnTo>
                    <a:pt x="1548173" y="3404207"/>
                  </a:lnTo>
                  <a:lnTo>
                    <a:pt x="1548267" y="3404207"/>
                  </a:lnTo>
                  <a:lnTo>
                    <a:pt x="1548360" y="3404207"/>
                  </a:lnTo>
                  <a:lnTo>
                    <a:pt x="1548453" y="3404207"/>
                  </a:lnTo>
                  <a:lnTo>
                    <a:pt x="1548546" y="3404207"/>
                  </a:lnTo>
                  <a:lnTo>
                    <a:pt x="1548640" y="3404207"/>
                  </a:lnTo>
                  <a:lnTo>
                    <a:pt x="1548733" y="3404207"/>
                  </a:lnTo>
                  <a:lnTo>
                    <a:pt x="1548826" y="3404207"/>
                  </a:lnTo>
                  <a:lnTo>
                    <a:pt x="1548919" y="3404207"/>
                  </a:lnTo>
                  <a:lnTo>
                    <a:pt x="1549013" y="3404207"/>
                  </a:lnTo>
                  <a:lnTo>
                    <a:pt x="1549106" y="3404207"/>
                  </a:lnTo>
                  <a:lnTo>
                    <a:pt x="1549199" y="3404207"/>
                  </a:lnTo>
                  <a:lnTo>
                    <a:pt x="1549292" y="3404207"/>
                  </a:lnTo>
                  <a:lnTo>
                    <a:pt x="1549386" y="3404207"/>
                  </a:lnTo>
                  <a:lnTo>
                    <a:pt x="1549479" y="3404207"/>
                  </a:lnTo>
                  <a:lnTo>
                    <a:pt x="1549572" y="3404207"/>
                  </a:lnTo>
                  <a:lnTo>
                    <a:pt x="1549665" y="3404207"/>
                  </a:lnTo>
                  <a:lnTo>
                    <a:pt x="1549759" y="3404207"/>
                  </a:lnTo>
                  <a:lnTo>
                    <a:pt x="1549852" y="3404207"/>
                  </a:lnTo>
                  <a:lnTo>
                    <a:pt x="1549945" y="3404207"/>
                  </a:lnTo>
                  <a:lnTo>
                    <a:pt x="1550038" y="3404207"/>
                  </a:lnTo>
                  <a:lnTo>
                    <a:pt x="1550132" y="3404207"/>
                  </a:lnTo>
                  <a:lnTo>
                    <a:pt x="1550225" y="3404207"/>
                  </a:lnTo>
                  <a:lnTo>
                    <a:pt x="1550318" y="3404207"/>
                  </a:lnTo>
                  <a:lnTo>
                    <a:pt x="1550411" y="3404207"/>
                  </a:lnTo>
                  <a:lnTo>
                    <a:pt x="1550505" y="3404207"/>
                  </a:lnTo>
                  <a:lnTo>
                    <a:pt x="1550598" y="3404207"/>
                  </a:lnTo>
                  <a:lnTo>
                    <a:pt x="1550691" y="3404207"/>
                  </a:lnTo>
                  <a:lnTo>
                    <a:pt x="1550784" y="3404207"/>
                  </a:lnTo>
                  <a:lnTo>
                    <a:pt x="1550878" y="3404207"/>
                  </a:lnTo>
                  <a:lnTo>
                    <a:pt x="1550878" y="3394253"/>
                  </a:lnTo>
                  <a:lnTo>
                    <a:pt x="1550971" y="3394253"/>
                  </a:lnTo>
                  <a:lnTo>
                    <a:pt x="1551064" y="3394253"/>
                  </a:lnTo>
                  <a:lnTo>
                    <a:pt x="1551157" y="3394253"/>
                  </a:lnTo>
                  <a:lnTo>
                    <a:pt x="1551251" y="3394253"/>
                  </a:lnTo>
                  <a:lnTo>
                    <a:pt x="1551344" y="3394253"/>
                  </a:lnTo>
                  <a:lnTo>
                    <a:pt x="1551437" y="3394253"/>
                  </a:lnTo>
                  <a:lnTo>
                    <a:pt x="1551530" y="3394253"/>
                  </a:lnTo>
                  <a:lnTo>
                    <a:pt x="1551624" y="3394253"/>
                  </a:lnTo>
                  <a:lnTo>
                    <a:pt x="1551717" y="3394253"/>
                  </a:lnTo>
                  <a:lnTo>
                    <a:pt x="1551810" y="3394253"/>
                  </a:lnTo>
                  <a:lnTo>
                    <a:pt x="1551903" y="3394253"/>
                  </a:lnTo>
                  <a:lnTo>
                    <a:pt x="1551997" y="3394253"/>
                  </a:lnTo>
                  <a:lnTo>
                    <a:pt x="1552090" y="3394253"/>
                  </a:lnTo>
                  <a:lnTo>
                    <a:pt x="1552183" y="3394253"/>
                  </a:lnTo>
                  <a:lnTo>
                    <a:pt x="1552276" y="3394253"/>
                  </a:lnTo>
                  <a:lnTo>
                    <a:pt x="1552370" y="3394253"/>
                  </a:lnTo>
                  <a:lnTo>
                    <a:pt x="1552463" y="3394253"/>
                  </a:lnTo>
                  <a:lnTo>
                    <a:pt x="1552556" y="3394253"/>
                  </a:lnTo>
                  <a:lnTo>
                    <a:pt x="1552649" y="3394253"/>
                  </a:lnTo>
                  <a:lnTo>
                    <a:pt x="1552743" y="3394253"/>
                  </a:lnTo>
                  <a:lnTo>
                    <a:pt x="1552836" y="3394253"/>
                  </a:lnTo>
                  <a:lnTo>
                    <a:pt x="1552929" y="3394253"/>
                  </a:lnTo>
                  <a:lnTo>
                    <a:pt x="1553022" y="3394253"/>
                  </a:lnTo>
                  <a:lnTo>
                    <a:pt x="1553116" y="3394253"/>
                  </a:lnTo>
                  <a:lnTo>
                    <a:pt x="1553209" y="3394253"/>
                  </a:lnTo>
                  <a:lnTo>
                    <a:pt x="1553302" y="3394253"/>
                  </a:lnTo>
                  <a:lnTo>
                    <a:pt x="1553395" y="3394253"/>
                  </a:lnTo>
                  <a:lnTo>
                    <a:pt x="1553489" y="3394253"/>
                  </a:lnTo>
                  <a:lnTo>
                    <a:pt x="1553582" y="3394253"/>
                  </a:lnTo>
                  <a:lnTo>
                    <a:pt x="1553675" y="3394253"/>
                  </a:lnTo>
                  <a:lnTo>
                    <a:pt x="1553768" y="3394253"/>
                  </a:lnTo>
                  <a:lnTo>
                    <a:pt x="1553862" y="3394253"/>
                  </a:lnTo>
                  <a:lnTo>
                    <a:pt x="1553955" y="3394253"/>
                  </a:lnTo>
                  <a:lnTo>
                    <a:pt x="1554048" y="3394253"/>
                  </a:lnTo>
                  <a:lnTo>
                    <a:pt x="1554141" y="3394253"/>
                  </a:lnTo>
                  <a:lnTo>
                    <a:pt x="1554234" y="3394253"/>
                  </a:lnTo>
                  <a:lnTo>
                    <a:pt x="1554328" y="3394253"/>
                  </a:lnTo>
                  <a:lnTo>
                    <a:pt x="1554421" y="3394253"/>
                  </a:lnTo>
                  <a:lnTo>
                    <a:pt x="1554514" y="3394253"/>
                  </a:lnTo>
                  <a:lnTo>
                    <a:pt x="1554607" y="3394253"/>
                  </a:lnTo>
                  <a:lnTo>
                    <a:pt x="1554701" y="3394253"/>
                  </a:lnTo>
                  <a:lnTo>
                    <a:pt x="1554794" y="3394253"/>
                  </a:lnTo>
                  <a:lnTo>
                    <a:pt x="1554887" y="3394253"/>
                  </a:lnTo>
                  <a:lnTo>
                    <a:pt x="1554980" y="3394253"/>
                  </a:lnTo>
                  <a:lnTo>
                    <a:pt x="1555074" y="3394253"/>
                  </a:lnTo>
                  <a:lnTo>
                    <a:pt x="1555167" y="3394253"/>
                  </a:lnTo>
                  <a:lnTo>
                    <a:pt x="1555260" y="3394253"/>
                  </a:lnTo>
                  <a:lnTo>
                    <a:pt x="1555353" y="3394253"/>
                  </a:lnTo>
                  <a:lnTo>
                    <a:pt x="1555447" y="3394253"/>
                  </a:lnTo>
                  <a:lnTo>
                    <a:pt x="1555540" y="3394253"/>
                  </a:lnTo>
                  <a:lnTo>
                    <a:pt x="1555633" y="3394253"/>
                  </a:lnTo>
                  <a:lnTo>
                    <a:pt x="1555726" y="3394253"/>
                  </a:lnTo>
                  <a:lnTo>
                    <a:pt x="1555820" y="3394253"/>
                  </a:lnTo>
                  <a:lnTo>
                    <a:pt x="1555913" y="3394253"/>
                  </a:lnTo>
                  <a:lnTo>
                    <a:pt x="1556006" y="3394253"/>
                  </a:lnTo>
                  <a:lnTo>
                    <a:pt x="1556099" y="3394253"/>
                  </a:lnTo>
                  <a:lnTo>
                    <a:pt x="1556193" y="3394253"/>
                  </a:lnTo>
                  <a:lnTo>
                    <a:pt x="1556286" y="3394253"/>
                  </a:lnTo>
                  <a:lnTo>
                    <a:pt x="1556379" y="3394253"/>
                  </a:lnTo>
                  <a:lnTo>
                    <a:pt x="1556472" y="3394253"/>
                  </a:lnTo>
                  <a:lnTo>
                    <a:pt x="1556566" y="3394253"/>
                  </a:lnTo>
                  <a:lnTo>
                    <a:pt x="1556659" y="3394253"/>
                  </a:lnTo>
                  <a:lnTo>
                    <a:pt x="1556752" y="3394253"/>
                  </a:lnTo>
                  <a:lnTo>
                    <a:pt x="1556845" y="3394253"/>
                  </a:lnTo>
                  <a:lnTo>
                    <a:pt x="1556939" y="3394253"/>
                  </a:lnTo>
                  <a:lnTo>
                    <a:pt x="1557032" y="3394253"/>
                  </a:lnTo>
                  <a:lnTo>
                    <a:pt x="1557125" y="3394253"/>
                  </a:lnTo>
                  <a:lnTo>
                    <a:pt x="1557218" y="3394253"/>
                  </a:lnTo>
                  <a:lnTo>
                    <a:pt x="1557312" y="3394253"/>
                  </a:lnTo>
                  <a:lnTo>
                    <a:pt x="1557405" y="3394253"/>
                  </a:lnTo>
                  <a:lnTo>
                    <a:pt x="1557498" y="3394253"/>
                  </a:lnTo>
                  <a:lnTo>
                    <a:pt x="1557591" y="3394253"/>
                  </a:lnTo>
                  <a:lnTo>
                    <a:pt x="1557685" y="3394253"/>
                  </a:lnTo>
                  <a:lnTo>
                    <a:pt x="1557778" y="3394253"/>
                  </a:lnTo>
                  <a:lnTo>
                    <a:pt x="1557871" y="3394253"/>
                  </a:lnTo>
                  <a:lnTo>
                    <a:pt x="1557964" y="3394253"/>
                  </a:lnTo>
                  <a:lnTo>
                    <a:pt x="1558058" y="3394253"/>
                  </a:lnTo>
                  <a:lnTo>
                    <a:pt x="1558151" y="3394253"/>
                  </a:lnTo>
                  <a:lnTo>
                    <a:pt x="1558244" y="3394253"/>
                  </a:lnTo>
                  <a:lnTo>
                    <a:pt x="1558337" y="3394253"/>
                  </a:lnTo>
                  <a:lnTo>
                    <a:pt x="1558431" y="3394253"/>
                  </a:lnTo>
                  <a:lnTo>
                    <a:pt x="1558524" y="3394253"/>
                  </a:lnTo>
                  <a:lnTo>
                    <a:pt x="1558617" y="3394253"/>
                  </a:lnTo>
                  <a:lnTo>
                    <a:pt x="1558710" y="3394253"/>
                  </a:lnTo>
                  <a:lnTo>
                    <a:pt x="1558804" y="3394253"/>
                  </a:lnTo>
                  <a:lnTo>
                    <a:pt x="1558897" y="3394253"/>
                  </a:lnTo>
                  <a:lnTo>
                    <a:pt x="1558990" y="3394253"/>
                  </a:lnTo>
                  <a:lnTo>
                    <a:pt x="1559083" y="3394253"/>
                  </a:lnTo>
                  <a:lnTo>
                    <a:pt x="1559177" y="3394253"/>
                  </a:lnTo>
                  <a:lnTo>
                    <a:pt x="1559270" y="3394253"/>
                  </a:lnTo>
                  <a:lnTo>
                    <a:pt x="1559363" y="3394253"/>
                  </a:lnTo>
                  <a:lnTo>
                    <a:pt x="1559456" y="3394253"/>
                  </a:lnTo>
                  <a:lnTo>
                    <a:pt x="1559550" y="3394253"/>
                  </a:lnTo>
                  <a:lnTo>
                    <a:pt x="1559643" y="3394253"/>
                  </a:lnTo>
                  <a:lnTo>
                    <a:pt x="1559736" y="3394253"/>
                  </a:lnTo>
                  <a:lnTo>
                    <a:pt x="1559829" y="3394253"/>
                  </a:lnTo>
                  <a:lnTo>
                    <a:pt x="1559923" y="3394253"/>
                  </a:lnTo>
                  <a:lnTo>
                    <a:pt x="1560016" y="3394253"/>
                  </a:lnTo>
                  <a:lnTo>
                    <a:pt x="1560109" y="3394253"/>
                  </a:lnTo>
                  <a:lnTo>
                    <a:pt x="1560202" y="3394253"/>
                  </a:lnTo>
                  <a:lnTo>
                    <a:pt x="1560296" y="3394253"/>
                  </a:lnTo>
                  <a:lnTo>
                    <a:pt x="1560389" y="3394253"/>
                  </a:lnTo>
                  <a:lnTo>
                    <a:pt x="1560482" y="3394253"/>
                  </a:lnTo>
                  <a:lnTo>
                    <a:pt x="1560575" y="3394253"/>
                  </a:lnTo>
                  <a:lnTo>
                    <a:pt x="1560669" y="3394253"/>
                  </a:lnTo>
                  <a:lnTo>
                    <a:pt x="1560762" y="3394253"/>
                  </a:lnTo>
                  <a:lnTo>
                    <a:pt x="1560855" y="3394253"/>
                  </a:lnTo>
                  <a:lnTo>
                    <a:pt x="1560948" y="3394253"/>
                  </a:lnTo>
                  <a:lnTo>
                    <a:pt x="1561041" y="3394253"/>
                  </a:lnTo>
                  <a:lnTo>
                    <a:pt x="1561135" y="3394253"/>
                  </a:lnTo>
                  <a:lnTo>
                    <a:pt x="1561228" y="3394253"/>
                  </a:lnTo>
                  <a:lnTo>
                    <a:pt x="1561321" y="3394253"/>
                  </a:lnTo>
                  <a:lnTo>
                    <a:pt x="1561414" y="3394253"/>
                  </a:lnTo>
                  <a:lnTo>
                    <a:pt x="1561508" y="3394253"/>
                  </a:lnTo>
                  <a:lnTo>
                    <a:pt x="1561601" y="3394253"/>
                  </a:lnTo>
                  <a:lnTo>
                    <a:pt x="1561694" y="3394253"/>
                  </a:lnTo>
                  <a:lnTo>
                    <a:pt x="1561787" y="3394253"/>
                  </a:lnTo>
                  <a:lnTo>
                    <a:pt x="1561881" y="3394253"/>
                  </a:lnTo>
                  <a:lnTo>
                    <a:pt x="1561974" y="3394253"/>
                  </a:lnTo>
                  <a:lnTo>
                    <a:pt x="1562067" y="3394253"/>
                  </a:lnTo>
                  <a:lnTo>
                    <a:pt x="1562160" y="3394253"/>
                  </a:lnTo>
                  <a:lnTo>
                    <a:pt x="1562254" y="3394253"/>
                  </a:lnTo>
                  <a:lnTo>
                    <a:pt x="1562347" y="3394253"/>
                  </a:lnTo>
                  <a:lnTo>
                    <a:pt x="1562440" y="3394253"/>
                  </a:lnTo>
                  <a:lnTo>
                    <a:pt x="1562533" y="3394253"/>
                  </a:lnTo>
                  <a:lnTo>
                    <a:pt x="1562627" y="3394253"/>
                  </a:lnTo>
                  <a:lnTo>
                    <a:pt x="1562720" y="3394253"/>
                  </a:lnTo>
                  <a:lnTo>
                    <a:pt x="1562813" y="3394253"/>
                  </a:lnTo>
                  <a:lnTo>
                    <a:pt x="1562906" y="3394253"/>
                  </a:lnTo>
                  <a:lnTo>
                    <a:pt x="1563000" y="3394253"/>
                  </a:lnTo>
                  <a:lnTo>
                    <a:pt x="1563093" y="3394253"/>
                  </a:lnTo>
                  <a:lnTo>
                    <a:pt x="1563186" y="3394253"/>
                  </a:lnTo>
                  <a:lnTo>
                    <a:pt x="1563279" y="3394253"/>
                  </a:lnTo>
                  <a:lnTo>
                    <a:pt x="1563373" y="3394253"/>
                  </a:lnTo>
                  <a:lnTo>
                    <a:pt x="1563466" y="3394253"/>
                  </a:lnTo>
                  <a:lnTo>
                    <a:pt x="1563559" y="3394253"/>
                  </a:lnTo>
                  <a:lnTo>
                    <a:pt x="1563652" y="3394253"/>
                  </a:lnTo>
                  <a:lnTo>
                    <a:pt x="1563746" y="3394253"/>
                  </a:lnTo>
                  <a:lnTo>
                    <a:pt x="1563839" y="3394253"/>
                  </a:lnTo>
                  <a:lnTo>
                    <a:pt x="1563932" y="3394253"/>
                  </a:lnTo>
                  <a:lnTo>
                    <a:pt x="1564025" y="3394253"/>
                  </a:lnTo>
                  <a:lnTo>
                    <a:pt x="1564119" y="3394253"/>
                  </a:lnTo>
                  <a:lnTo>
                    <a:pt x="1564212" y="3394253"/>
                  </a:lnTo>
                  <a:lnTo>
                    <a:pt x="1564305" y="3394253"/>
                  </a:lnTo>
                  <a:lnTo>
                    <a:pt x="1564398" y="3394253"/>
                  </a:lnTo>
                  <a:lnTo>
                    <a:pt x="1564492" y="3394253"/>
                  </a:lnTo>
                  <a:lnTo>
                    <a:pt x="1564585" y="3394253"/>
                  </a:lnTo>
                  <a:lnTo>
                    <a:pt x="1564678" y="3394253"/>
                  </a:lnTo>
                  <a:lnTo>
                    <a:pt x="1564771" y="3394253"/>
                  </a:lnTo>
                  <a:lnTo>
                    <a:pt x="1564865" y="3394253"/>
                  </a:lnTo>
                  <a:lnTo>
                    <a:pt x="1564958" y="3394253"/>
                  </a:lnTo>
                  <a:lnTo>
                    <a:pt x="1565051" y="3394253"/>
                  </a:lnTo>
                  <a:lnTo>
                    <a:pt x="1565144" y="3394253"/>
                  </a:lnTo>
                  <a:lnTo>
                    <a:pt x="1565238" y="3394253"/>
                  </a:lnTo>
                  <a:lnTo>
                    <a:pt x="1565331" y="3394253"/>
                  </a:lnTo>
                  <a:lnTo>
                    <a:pt x="1565424" y="3394253"/>
                  </a:lnTo>
                  <a:lnTo>
                    <a:pt x="1565517" y="3394253"/>
                  </a:lnTo>
                  <a:lnTo>
                    <a:pt x="1565611" y="3394253"/>
                  </a:lnTo>
                  <a:lnTo>
                    <a:pt x="1565704" y="3394253"/>
                  </a:lnTo>
                  <a:lnTo>
                    <a:pt x="1565797" y="3394253"/>
                  </a:lnTo>
                  <a:lnTo>
                    <a:pt x="1565890" y="3394253"/>
                  </a:lnTo>
                  <a:lnTo>
                    <a:pt x="1565984" y="3394253"/>
                  </a:lnTo>
                  <a:lnTo>
                    <a:pt x="1566077" y="3394253"/>
                  </a:lnTo>
                  <a:lnTo>
                    <a:pt x="1566170" y="3394253"/>
                  </a:lnTo>
                  <a:lnTo>
                    <a:pt x="1566263" y="3394253"/>
                  </a:lnTo>
                  <a:lnTo>
                    <a:pt x="1566357" y="3394253"/>
                  </a:lnTo>
                  <a:lnTo>
                    <a:pt x="1566450" y="3394253"/>
                  </a:lnTo>
                  <a:lnTo>
                    <a:pt x="1566543" y="3394253"/>
                  </a:lnTo>
                  <a:lnTo>
                    <a:pt x="1566636" y="3394253"/>
                  </a:lnTo>
                  <a:lnTo>
                    <a:pt x="1566730" y="3394253"/>
                  </a:lnTo>
                  <a:lnTo>
                    <a:pt x="1566823" y="3394253"/>
                  </a:lnTo>
                  <a:lnTo>
                    <a:pt x="1566916" y="3394253"/>
                  </a:lnTo>
                  <a:lnTo>
                    <a:pt x="1567009" y="3394253"/>
                  </a:lnTo>
                  <a:lnTo>
                    <a:pt x="1567103" y="3394253"/>
                  </a:lnTo>
                  <a:lnTo>
                    <a:pt x="1567196" y="3394253"/>
                  </a:lnTo>
                  <a:lnTo>
                    <a:pt x="1567289" y="3394253"/>
                  </a:lnTo>
                  <a:lnTo>
                    <a:pt x="1567289" y="3384299"/>
                  </a:lnTo>
                  <a:lnTo>
                    <a:pt x="1567382" y="3384299"/>
                  </a:lnTo>
                  <a:lnTo>
                    <a:pt x="1567476" y="3384299"/>
                  </a:lnTo>
                  <a:lnTo>
                    <a:pt x="1567569" y="3384299"/>
                  </a:lnTo>
                  <a:lnTo>
                    <a:pt x="1567662" y="3384299"/>
                  </a:lnTo>
                  <a:lnTo>
                    <a:pt x="1567755" y="3384299"/>
                  </a:lnTo>
                  <a:lnTo>
                    <a:pt x="1567849" y="3384299"/>
                  </a:lnTo>
                  <a:lnTo>
                    <a:pt x="1567942" y="3384299"/>
                  </a:lnTo>
                  <a:lnTo>
                    <a:pt x="1568035" y="3384299"/>
                  </a:lnTo>
                  <a:lnTo>
                    <a:pt x="1568128" y="3384299"/>
                  </a:lnTo>
                  <a:lnTo>
                    <a:pt x="1568221" y="3384299"/>
                  </a:lnTo>
                  <a:lnTo>
                    <a:pt x="1568315" y="3384299"/>
                  </a:lnTo>
                  <a:lnTo>
                    <a:pt x="1568408" y="3384299"/>
                  </a:lnTo>
                  <a:lnTo>
                    <a:pt x="1568501" y="3384299"/>
                  </a:lnTo>
                  <a:lnTo>
                    <a:pt x="1568594" y="3384299"/>
                  </a:lnTo>
                  <a:lnTo>
                    <a:pt x="1568688" y="3384299"/>
                  </a:lnTo>
                  <a:lnTo>
                    <a:pt x="1568781" y="3384299"/>
                  </a:lnTo>
                  <a:lnTo>
                    <a:pt x="1568874" y="3384299"/>
                  </a:lnTo>
                  <a:lnTo>
                    <a:pt x="1568967" y="3384299"/>
                  </a:lnTo>
                  <a:lnTo>
                    <a:pt x="1569061" y="3384299"/>
                  </a:lnTo>
                  <a:lnTo>
                    <a:pt x="1569154" y="3384299"/>
                  </a:lnTo>
                  <a:lnTo>
                    <a:pt x="1569247" y="3384299"/>
                  </a:lnTo>
                  <a:lnTo>
                    <a:pt x="1569340" y="3384299"/>
                  </a:lnTo>
                  <a:lnTo>
                    <a:pt x="1569434" y="3384299"/>
                  </a:lnTo>
                  <a:lnTo>
                    <a:pt x="1569527" y="3384299"/>
                  </a:lnTo>
                  <a:lnTo>
                    <a:pt x="1569620" y="3384299"/>
                  </a:lnTo>
                  <a:lnTo>
                    <a:pt x="1569713" y="3384299"/>
                  </a:lnTo>
                  <a:lnTo>
                    <a:pt x="1569807" y="3384299"/>
                  </a:lnTo>
                  <a:lnTo>
                    <a:pt x="1569900" y="3384299"/>
                  </a:lnTo>
                  <a:lnTo>
                    <a:pt x="1569993" y="3384299"/>
                  </a:lnTo>
                  <a:lnTo>
                    <a:pt x="1570086" y="3384299"/>
                  </a:lnTo>
                  <a:lnTo>
                    <a:pt x="1570180" y="3384299"/>
                  </a:lnTo>
                  <a:lnTo>
                    <a:pt x="1570273" y="3384299"/>
                  </a:lnTo>
                  <a:lnTo>
                    <a:pt x="1570366" y="3384299"/>
                  </a:lnTo>
                  <a:lnTo>
                    <a:pt x="1570459" y="3384299"/>
                  </a:lnTo>
                  <a:lnTo>
                    <a:pt x="1570553" y="3384299"/>
                  </a:lnTo>
                  <a:lnTo>
                    <a:pt x="1570646" y="3384299"/>
                  </a:lnTo>
                  <a:lnTo>
                    <a:pt x="1570739" y="3384299"/>
                  </a:lnTo>
                  <a:lnTo>
                    <a:pt x="1570832" y="3384299"/>
                  </a:lnTo>
                  <a:lnTo>
                    <a:pt x="1570926" y="3384299"/>
                  </a:lnTo>
                  <a:lnTo>
                    <a:pt x="1571019" y="3384299"/>
                  </a:lnTo>
                  <a:lnTo>
                    <a:pt x="1571112" y="3384299"/>
                  </a:lnTo>
                  <a:lnTo>
                    <a:pt x="1571205" y="3384299"/>
                  </a:lnTo>
                  <a:lnTo>
                    <a:pt x="1571299" y="3384299"/>
                  </a:lnTo>
                  <a:lnTo>
                    <a:pt x="1571392" y="3384299"/>
                  </a:lnTo>
                  <a:lnTo>
                    <a:pt x="1571485" y="3384299"/>
                  </a:lnTo>
                  <a:lnTo>
                    <a:pt x="1571578" y="3384299"/>
                  </a:lnTo>
                  <a:lnTo>
                    <a:pt x="1571672" y="3384299"/>
                  </a:lnTo>
                  <a:lnTo>
                    <a:pt x="1571765" y="3384299"/>
                  </a:lnTo>
                  <a:lnTo>
                    <a:pt x="1571858" y="3384299"/>
                  </a:lnTo>
                  <a:lnTo>
                    <a:pt x="1571951" y="3384299"/>
                  </a:lnTo>
                  <a:lnTo>
                    <a:pt x="1572045" y="3384299"/>
                  </a:lnTo>
                  <a:lnTo>
                    <a:pt x="1572138" y="3384299"/>
                  </a:lnTo>
                  <a:lnTo>
                    <a:pt x="1572231" y="3384299"/>
                  </a:lnTo>
                  <a:lnTo>
                    <a:pt x="1572324" y="3384299"/>
                  </a:lnTo>
                  <a:lnTo>
                    <a:pt x="1572418" y="3384299"/>
                  </a:lnTo>
                  <a:lnTo>
                    <a:pt x="1572511" y="3384299"/>
                  </a:lnTo>
                  <a:lnTo>
                    <a:pt x="1572604" y="3384299"/>
                  </a:lnTo>
                  <a:lnTo>
                    <a:pt x="1572697" y="3384299"/>
                  </a:lnTo>
                  <a:lnTo>
                    <a:pt x="1572791" y="3384299"/>
                  </a:lnTo>
                  <a:lnTo>
                    <a:pt x="1572884" y="3384299"/>
                  </a:lnTo>
                  <a:lnTo>
                    <a:pt x="1572977" y="3384299"/>
                  </a:lnTo>
                  <a:lnTo>
                    <a:pt x="1573070" y="3384299"/>
                  </a:lnTo>
                  <a:lnTo>
                    <a:pt x="1573164" y="3384299"/>
                  </a:lnTo>
                  <a:lnTo>
                    <a:pt x="1573257" y="3384299"/>
                  </a:lnTo>
                  <a:lnTo>
                    <a:pt x="1573257" y="3374345"/>
                  </a:lnTo>
                  <a:lnTo>
                    <a:pt x="1573350" y="3374345"/>
                  </a:lnTo>
                  <a:lnTo>
                    <a:pt x="1573443" y="3374345"/>
                  </a:lnTo>
                  <a:lnTo>
                    <a:pt x="1573537" y="3374345"/>
                  </a:lnTo>
                  <a:lnTo>
                    <a:pt x="1573630" y="3374345"/>
                  </a:lnTo>
                  <a:lnTo>
                    <a:pt x="1573723" y="3374345"/>
                  </a:lnTo>
                  <a:lnTo>
                    <a:pt x="1573816" y="3374345"/>
                  </a:lnTo>
                  <a:lnTo>
                    <a:pt x="1573910" y="3374345"/>
                  </a:lnTo>
                  <a:lnTo>
                    <a:pt x="1574003" y="3374345"/>
                  </a:lnTo>
                  <a:lnTo>
                    <a:pt x="1574096" y="3374345"/>
                  </a:lnTo>
                  <a:lnTo>
                    <a:pt x="1574189" y="3374345"/>
                  </a:lnTo>
                  <a:lnTo>
                    <a:pt x="1574283" y="3374345"/>
                  </a:lnTo>
                  <a:lnTo>
                    <a:pt x="1574376" y="3374345"/>
                  </a:lnTo>
                  <a:lnTo>
                    <a:pt x="1574469" y="3374345"/>
                  </a:lnTo>
                  <a:lnTo>
                    <a:pt x="1574562" y="3374345"/>
                  </a:lnTo>
                  <a:lnTo>
                    <a:pt x="1574656" y="3374345"/>
                  </a:lnTo>
                  <a:lnTo>
                    <a:pt x="1574749" y="3374345"/>
                  </a:lnTo>
                  <a:lnTo>
                    <a:pt x="1574842" y="3374345"/>
                  </a:lnTo>
                  <a:lnTo>
                    <a:pt x="1574935" y="3374345"/>
                  </a:lnTo>
                  <a:lnTo>
                    <a:pt x="1575028" y="3374345"/>
                  </a:lnTo>
                  <a:lnTo>
                    <a:pt x="1575122" y="3374345"/>
                  </a:lnTo>
                  <a:lnTo>
                    <a:pt x="1575215" y="3374345"/>
                  </a:lnTo>
                  <a:lnTo>
                    <a:pt x="1575308" y="3374345"/>
                  </a:lnTo>
                  <a:lnTo>
                    <a:pt x="1575401" y="3374345"/>
                  </a:lnTo>
                  <a:lnTo>
                    <a:pt x="1575495" y="3374345"/>
                  </a:lnTo>
                  <a:lnTo>
                    <a:pt x="1575588" y="3374345"/>
                  </a:lnTo>
                  <a:lnTo>
                    <a:pt x="1575681" y="3374345"/>
                  </a:lnTo>
                  <a:lnTo>
                    <a:pt x="1575774" y="3374345"/>
                  </a:lnTo>
                  <a:lnTo>
                    <a:pt x="1575868" y="3374345"/>
                  </a:lnTo>
                  <a:lnTo>
                    <a:pt x="1575961" y="3374345"/>
                  </a:lnTo>
                  <a:lnTo>
                    <a:pt x="1576054" y="3374345"/>
                  </a:lnTo>
                  <a:lnTo>
                    <a:pt x="1576147" y="3374345"/>
                  </a:lnTo>
                  <a:lnTo>
                    <a:pt x="1576241" y="3374345"/>
                  </a:lnTo>
                  <a:lnTo>
                    <a:pt x="1576334" y="3374345"/>
                  </a:lnTo>
                  <a:lnTo>
                    <a:pt x="1576427" y="3374345"/>
                  </a:lnTo>
                  <a:lnTo>
                    <a:pt x="1576520" y="3374345"/>
                  </a:lnTo>
                  <a:lnTo>
                    <a:pt x="1576614" y="3374345"/>
                  </a:lnTo>
                  <a:lnTo>
                    <a:pt x="1576707" y="3374345"/>
                  </a:lnTo>
                  <a:lnTo>
                    <a:pt x="1576800" y="3374345"/>
                  </a:lnTo>
                  <a:lnTo>
                    <a:pt x="1576893" y="3374345"/>
                  </a:lnTo>
                  <a:lnTo>
                    <a:pt x="1576987" y="3374345"/>
                  </a:lnTo>
                  <a:lnTo>
                    <a:pt x="1577080" y="3374345"/>
                  </a:lnTo>
                  <a:lnTo>
                    <a:pt x="1577173" y="3374345"/>
                  </a:lnTo>
                  <a:lnTo>
                    <a:pt x="1577266" y="3374345"/>
                  </a:lnTo>
                  <a:lnTo>
                    <a:pt x="1577360" y="3374345"/>
                  </a:lnTo>
                  <a:lnTo>
                    <a:pt x="1577453" y="3374345"/>
                  </a:lnTo>
                  <a:lnTo>
                    <a:pt x="1577546" y="3374345"/>
                  </a:lnTo>
                  <a:lnTo>
                    <a:pt x="1577639" y="3374345"/>
                  </a:lnTo>
                  <a:lnTo>
                    <a:pt x="1577733" y="3374345"/>
                  </a:lnTo>
                  <a:lnTo>
                    <a:pt x="1577826" y="3374345"/>
                  </a:lnTo>
                  <a:lnTo>
                    <a:pt x="1577919" y="3374345"/>
                  </a:lnTo>
                  <a:lnTo>
                    <a:pt x="1578012" y="3374345"/>
                  </a:lnTo>
                  <a:lnTo>
                    <a:pt x="1578106" y="3374345"/>
                  </a:lnTo>
                  <a:lnTo>
                    <a:pt x="1578199" y="3374345"/>
                  </a:lnTo>
                  <a:lnTo>
                    <a:pt x="1578292" y="3374345"/>
                  </a:lnTo>
                  <a:lnTo>
                    <a:pt x="1578385" y="3374345"/>
                  </a:lnTo>
                  <a:lnTo>
                    <a:pt x="1578479" y="3374345"/>
                  </a:lnTo>
                  <a:lnTo>
                    <a:pt x="1578572" y="3374345"/>
                  </a:lnTo>
                  <a:lnTo>
                    <a:pt x="1578665" y="3374345"/>
                  </a:lnTo>
                  <a:lnTo>
                    <a:pt x="1578758" y="3374345"/>
                  </a:lnTo>
                  <a:lnTo>
                    <a:pt x="1578852" y="3374345"/>
                  </a:lnTo>
                  <a:lnTo>
                    <a:pt x="1578945" y="3374345"/>
                  </a:lnTo>
                  <a:lnTo>
                    <a:pt x="1579038" y="3374345"/>
                  </a:lnTo>
                  <a:lnTo>
                    <a:pt x="1579131" y="3374345"/>
                  </a:lnTo>
                  <a:lnTo>
                    <a:pt x="1579225" y="3374345"/>
                  </a:lnTo>
                  <a:lnTo>
                    <a:pt x="1579318" y="3374345"/>
                  </a:lnTo>
                  <a:lnTo>
                    <a:pt x="1579411" y="3374345"/>
                  </a:lnTo>
                  <a:lnTo>
                    <a:pt x="1579504" y="3374345"/>
                  </a:lnTo>
                  <a:lnTo>
                    <a:pt x="1579598" y="3374345"/>
                  </a:lnTo>
                  <a:lnTo>
                    <a:pt x="1579691" y="3374345"/>
                  </a:lnTo>
                  <a:lnTo>
                    <a:pt x="1579784" y="3374345"/>
                  </a:lnTo>
                  <a:lnTo>
                    <a:pt x="1579877" y="3374345"/>
                  </a:lnTo>
                  <a:lnTo>
                    <a:pt x="1579971" y="3374345"/>
                  </a:lnTo>
                  <a:lnTo>
                    <a:pt x="1580064" y="3374345"/>
                  </a:lnTo>
                  <a:lnTo>
                    <a:pt x="1580157" y="3374345"/>
                  </a:lnTo>
                  <a:lnTo>
                    <a:pt x="1580250" y="3374345"/>
                  </a:lnTo>
                  <a:lnTo>
                    <a:pt x="1580344" y="3374345"/>
                  </a:lnTo>
                  <a:lnTo>
                    <a:pt x="1580437" y="3374345"/>
                  </a:lnTo>
                  <a:lnTo>
                    <a:pt x="1580530" y="3374345"/>
                  </a:lnTo>
                  <a:lnTo>
                    <a:pt x="1580623" y="3374345"/>
                  </a:lnTo>
                  <a:lnTo>
                    <a:pt x="1580717" y="3374345"/>
                  </a:lnTo>
                  <a:lnTo>
                    <a:pt x="1580810" y="3374345"/>
                  </a:lnTo>
                  <a:lnTo>
                    <a:pt x="1580903" y="3374345"/>
                  </a:lnTo>
                  <a:lnTo>
                    <a:pt x="1580996" y="3374345"/>
                  </a:lnTo>
                  <a:lnTo>
                    <a:pt x="1581090" y="3374345"/>
                  </a:lnTo>
                  <a:lnTo>
                    <a:pt x="1581183" y="3374345"/>
                  </a:lnTo>
                  <a:lnTo>
                    <a:pt x="1581276" y="3374345"/>
                  </a:lnTo>
                  <a:lnTo>
                    <a:pt x="1581369" y="3374345"/>
                  </a:lnTo>
                  <a:lnTo>
                    <a:pt x="1581463" y="3374345"/>
                  </a:lnTo>
                  <a:lnTo>
                    <a:pt x="1581556" y="3374345"/>
                  </a:lnTo>
                  <a:lnTo>
                    <a:pt x="1581649" y="3374345"/>
                  </a:lnTo>
                  <a:lnTo>
                    <a:pt x="1581742" y="3374345"/>
                  </a:lnTo>
                  <a:lnTo>
                    <a:pt x="1581835" y="3374345"/>
                  </a:lnTo>
                  <a:lnTo>
                    <a:pt x="1581929" y="3374345"/>
                  </a:lnTo>
                  <a:lnTo>
                    <a:pt x="1582022" y="3374345"/>
                  </a:lnTo>
                  <a:lnTo>
                    <a:pt x="1582115" y="3374345"/>
                  </a:lnTo>
                  <a:lnTo>
                    <a:pt x="1582208" y="3374345"/>
                  </a:lnTo>
                  <a:lnTo>
                    <a:pt x="1582302" y="3374345"/>
                  </a:lnTo>
                  <a:lnTo>
                    <a:pt x="1582395" y="3374345"/>
                  </a:lnTo>
                  <a:lnTo>
                    <a:pt x="1582488" y="3374345"/>
                  </a:lnTo>
                  <a:lnTo>
                    <a:pt x="1582581" y="3374345"/>
                  </a:lnTo>
                  <a:lnTo>
                    <a:pt x="1582675" y="3374345"/>
                  </a:lnTo>
                  <a:lnTo>
                    <a:pt x="1582768" y="3374345"/>
                  </a:lnTo>
                  <a:lnTo>
                    <a:pt x="1582768" y="3364392"/>
                  </a:lnTo>
                  <a:lnTo>
                    <a:pt x="1582861" y="3364392"/>
                  </a:lnTo>
                  <a:lnTo>
                    <a:pt x="1582954" y="3364392"/>
                  </a:lnTo>
                  <a:lnTo>
                    <a:pt x="1583048" y="3364392"/>
                  </a:lnTo>
                  <a:lnTo>
                    <a:pt x="1583141" y="3364392"/>
                  </a:lnTo>
                  <a:lnTo>
                    <a:pt x="1583234" y="3364392"/>
                  </a:lnTo>
                  <a:lnTo>
                    <a:pt x="1583327" y="3364392"/>
                  </a:lnTo>
                  <a:lnTo>
                    <a:pt x="1583421" y="3364392"/>
                  </a:lnTo>
                  <a:lnTo>
                    <a:pt x="1583514" y="3364392"/>
                  </a:lnTo>
                  <a:lnTo>
                    <a:pt x="1583607" y="3364392"/>
                  </a:lnTo>
                  <a:lnTo>
                    <a:pt x="1583607" y="3354438"/>
                  </a:lnTo>
                  <a:lnTo>
                    <a:pt x="1583700" y="3354438"/>
                  </a:lnTo>
                  <a:lnTo>
                    <a:pt x="1583794" y="3354438"/>
                  </a:lnTo>
                  <a:lnTo>
                    <a:pt x="1583887" y="3354438"/>
                  </a:lnTo>
                  <a:lnTo>
                    <a:pt x="1583980" y="3354438"/>
                  </a:lnTo>
                  <a:lnTo>
                    <a:pt x="1584073" y="3354438"/>
                  </a:lnTo>
                  <a:lnTo>
                    <a:pt x="1584167" y="3354438"/>
                  </a:lnTo>
                  <a:lnTo>
                    <a:pt x="1584260" y="3354438"/>
                  </a:lnTo>
                  <a:lnTo>
                    <a:pt x="1584353" y="3354438"/>
                  </a:lnTo>
                  <a:lnTo>
                    <a:pt x="1584446" y="3354438"/>
                  </a:lnTo>
                  <a:lnTo>
                    <a:pt x="1584540" y="3354438"/>
                  </a:lnTo>
                  <a:lnTo>
                    <a:pt x="1584633" y="3354438"/>
                  </a:lnTo>
                  <a:lnTo>
                    <a:pt x="1584726" y="3354438"/>
                  </a:lnTo>
                  <a:lnTo>
                    <a:pt x="1584819" y="3354438"/>
                  </a:lnTo>
                  <a:lnTo>
                    <a:pt x="1584913" y="3354438"/>
                  </a:lnTo>
                  <a:lnTo>
                    <a:pt x="1585006" y="3354438"/>
                  </a:lnTo>
                  <a:lnTo>
                    <a:pt x="1585099" y="3354438"/>
                  </a:lnTo>
                  <a:lnTo>
                    <a:pt x="1585192" y="3354438"/>
                  </a:lnTo>
                  <a:lnTo>
                    <a:pt x="1585286" y="3354438"/>
                  </a:lnTo>
                  <a:lnTo>
                    <a:pt x="1585379" y="3354438"/>
                  </a:lnTo>
                  <a:lnTo>
                    <a:pt x="1585472" y="3354438"/>
                  </a:lnTo>
                  <a:lnTo>
                    <a:pt x="1585565" y="3354438"/>
                  </a:lnTo>
                  <a:lnTo>
                    <a:pt x="1585659" y="3354438"/>
                  </a:lnTo>
                  <a:lnTo>
                    <a:pt x="1585752" y="3354438"/>
                  </a:lnTo>
                  <a:lnTo>
                    <a:pt x="1585845" y="3354438"/>
                  </a:lnTo>
                  <a:lnTo>
                    <a:pt x="1585938" y="3354438"/>
                  </a:lnTo>
                  <a:lnTo>
                    <a:pt x="1586032" y="3354438"/>
                  </a:lnTo>
                  <a:lnTo>
                    <a:pt x="1586125" y="3354438"/>
                  </a:lnTo>
                  <a:lnTo>
                    <a:pt x="1586218" y="3354438"/>
                  </a:lnTo>
                  <a:lnTo>
                    <a:pt x="1586311" y="3354438"/>
                  </a:lnTo>
                  <a:lnTo>
                    <a:pt x="1586405" y="3354438"/>
                  </a:lnTo>
                  <a:lnTo>
                    <a:pt x="1586498" y="3354438"/>
                  </a:lnTo>
                  <a:lnTo>
                    <a:pt x="1586498" y="3344484"/>
                  </a:lnTo>
                  <a:lnTo>
                    <a:pt x="1586591" y="3344484"/>
                  </a:lnTo>
                  <a:lnTo>
                    <a:pt x="1586684" y="3344484"/>
                  </a:lnTo>
                  <a:lnTo>
                    <a:pt x="1586778" y="3344484"/>
                  </a:lnTo>
                  <a:lnTo>
                    <a:pt x="1586871" y="3344484"/>
                  </a:lnTo>
                  <a:lnTo>
                    <a:pt x="1586964" y="3344484"/>
                  </a:lnTo>
                  <a:lnTo>
                    <a:pt x="1587057" y="3344484"/>
                  </a:lnTo>
                  <a:lnTo>
                    <a:pt x="1587151" y="3344484"/>
                  </a:lnTo>
                  <a:lnTo>
                    <a:pt x="1587244" y="3344484"/>
                  </a:lnTo>
                  <a:lnTo>
                    <a:pt x="1587337" y="3344484"/>
                  </a:lnTo>
                  <a:lnTo>
                    <a:pt x="1587430" y="3344484"/>
                  </a:lnTo>
                  <a:lnTo>
                    <a:pt x="1587524" y="3344484"/>
                  </a:lnTo>
                  <a:lnTo>
                    <a:pt x="1587617" y="3344484"/>
                  </a:lnTo>
                  <a:lnTo>
                    <a:pt x="1587710" y="3344484"/>
                  </a:lnTo>
                  <a:lnTo>
                    <a:pt x="1587803" y="3344484"/>
                  </a:lnTo>
                  <a:lnTo>
                    <a:pt x="1587897" y="3344484"/>
                  </a:lnTo>
                  <a:lnTo>
                    <a:pt x="1587990" y="3344484"/>
                  </a:lnTo>
                  <a:lnTo>
                    <a:pt x="1588083" y="3344484"/>
                  </a:lnTo>
                  <a:lnTo>
                    <a:pt x="1588176" y="3344484"/>
                  </a:lnTo>
                  <a:lnTo>
                    <a:pt x="1588270" y="3344484"/>
                  </a:lnTo>
                  <a:lnTo>
                    <a:pt x="1588363" y="3344484"/>
                  </a:lnTo>
                  <a:lnTo>
                    <a:pt x="1588456" y="3344484"/>
                  </a:lnTo>
                  <a:lnTo>
                    <a:pt x="1588549" y="3344484"/>
                  </a:lnTo>
                  <a:lnTo>
                    <a:pt x="1588643" y="3344484"/>
                  </a:lnTo>
                  <a:lnTo>
                    <a:pt x="1588736" y="3344484"/>
                  </a:lnTo>
                  <a:lnTo>
                    <a:pt x="1588829" y="3344484"/>
                  </a:lnTo>
                  <a:lnTo>
                    <a:pt x="1588922" y="3344484"/>
                  </a:lnTo>
                  <a:lnTo>
                    <a:pt x="1589015" y="3344484"/>
                  </a:lnTo>
                  <a:lnTo>
                    <a:pt x="1589109" y="3344484"/>
                  </a:lnTo>
                  <a:lnTo>
                    <a:pt x="1589202" y="3344484"/>
                  </a:lnTo>
                  <a:lnTo>
                    <a:pt x="1589295" y="3344484"/>
                  </a:lnTo>
                  <a:lnTo>
                    <a:pt x="1589388" y="3344484"/>
                  </a:lnTo>
                  <a:lnTo>
                    <a:pt x="1589482" y="3344484"/>
                  </a:lnTo>
                  <a:lnTo>
                    <a:pt x="1589575" y="3344484"/>
                  </a:lnTo>
                  <a:lnTo>
                    <a:pt x="1589668" y="3344484"/>
                  </a:lnTo>
                  <a:lnTo>
                    <a:pt x="1589761" y="3344484"/>
                  </a:lnTo>
                  <a:lnTo>
                    <a:pt x="1589855" y="3344484"/>
                  </a:lnTo>
                  <a:lnTo>
                    <a:pt x="1589948" y="3344484"/>
                  </a:lnTo>
                  <a:lnTo>
                    <a:pt x="1590041" y="3344484"/>
                  </a:lnTo>
                  <a:lnTo>
                    <a:pt x="1590134" y="3344484"/>
                  </a:lnTo>
                  <a:lnTo>
                    <a:pt x="1590228" y="3344484"/>
                  </a:lnTo>
                  <a:lnTo>
                    <a:pt x="1590321" y="3344484"/>
                  </a:lnTo>
                  <a:lnTo>
                    <a:pt x="1590414" y="3344484"/>
                  </a:lnTo>
                  <a:lnTo>
                    <a:pt x="1590414" y="3334530"/>
                  </a:lnTo>
                  <a:lnTo>
                    <a:pt x="1590507" y="3334530"/>
                  </a:lnTo>
                  <a:lnTo>
                    <a:pt x="1590601" y="3334530"/>
                  </a:lnTo>
                  <a:lnTo>
                    <a:pt x="1590694" y="3334530"/>
                  </a:lnTo>
                  <a:lnTo>
                    <a:pt x="1590787" y="3334530"/>
                  </a:lnTo>
                  <a:lnTo>
                    <a:pt x="1590880" y="3334530"/>
                  </a:lnTo>
                  <a:lnTo>
                    <a:pt x="1590974" y="3334530"/>
                  </a:lnTo>
                  <a:lnTo>
                    <a:pt x="1591067" y="3334530"/>
                  </a:lnTo>
                  <a:lnTo>
                    <a:pt x="1591160" y="3334530"/>
                  </a:lnTo>
                  <a:lnTo>
                    <a:pt x="1591253" y="3334530"/>
                  </a:lnTo>
                  <a:lnTo>
                    <a:pt x="1591347" y="3334530"/>
                  </a:lnTo>
                  <a:lnTo>
                    <a:pt x="1591440" y="3334530"/>
                  </a:lnTo>
                  <a:lnTo>
                    <a:pt x="1591533" y="3334530"/>
                  </a:lnTo>
                  <a:lnTo>
                    <a:pt x="1591626" y="3334530"/>
                  </a:lnTo>
                  <a:lnTo>
                    <a:pt x="1591720" y="3334530"/>
                  </a:lnTo>
                  <a:lnTo>
                    <a:pt x="1591813" y="3334530"/>
                  </a:lnTo>
                  <a:lnTo>
                    <a:pt x="1591906" y="3334530"/>
                  </a:lnTo>
                  <a:lnTo>
                    <a:pt x="1591999" y="3334530"/>
                  </a:lnTo>
                  <a:lnTo>
                    <a:pt x="1592093" y="3334530"/>
                  </a:lnTo>
                  <a:lnTo>
                    <a:pt x="1592186" y="3334530"/>
                  </a:lnTo>
                  <a:lnTo>
                    <a:pt x="1592279" y="3334530"/>
                  </a:lnTo>
                  <a:lnTo>
                    <a:pt x="1592372" y="3334530"/>
                  </a:lnTo>
                  <a:lnTo>
                    <a:pt x="1592466" y="3334530"/>
                  </a:lnTo>
                  <a:lnTo>
                    <a:pt x="1592559" y="3334530"/>
                  </a:lnTo>
                  <a:lnTo>
                    <a:pt x="1592652" y="3334530"/>
                  </a:lnTo>
                  <a:lnTo>
                    <a:pt x="1592745" y="3334530"/>
                  </a:lnTo>
                  <a:lnTo>
                    <a:pt x="1592839" y="3334530"/>
                  </a:lnTo>
                  <a:lnTo>
                    <a:pt x="1592932" y="3334530"/>
                  </a:lnTo>
                  <a:lnTo>
                    <a:pt x="1593025" y="3334530"/>
                  </a:lnTo>
                  <a:lnTo>
                    <a:pt x="1593118" y="3334530"/>
                  </a:lnTo>
                  <a:lnTo>
                    <a:pt x="1593118" y="3324576"/>
                  </a:lnTo>
                  <a:lnTo>
                    <a:pt x="1593212" y="3324576"/>
                  </a:lnTo>
                  <a:lnTo>
                    <a:pt x="1593305" y="3324576"/>
                  </a:lnTo>
                  <a:lnTo>
                    <a:pt x="1593398" y="3324576"/>
                  </a:lnTo>
                  <a:lnTo>
                    <a:pt x="1593491" y="3324576"/>
                  </a:lnTo>
                  <a:lnTo>
                    <a:pt x="1593585" y="3324576"/>
                  </a:lnTo>
                  <a:lnTo>
                    <a:pt x="1593678" y="3324576"/>
                  </a:lnTo>
                  <a:lnTo>
                    <a:pt x="1593771" y="3324576"/>
                  </a:lnTo>
                  <a:lnTo>
                    <a:pt x="1593864" y="3324576"/>
                  </a:lnTo>
                  <a:lnTo>
                    <a:pt x="1593958" y="3324576"/>
                  </a:lnTo>
                  <a:lnTo>
                    <a:pt x="1594051" y="3324576"/>
                  </a:lnTo>
                  <a:lnTo>
                    <a:pt x="1594144" y="3324576"/>
                  </a:lnTo>
                  <a:lnTo>
                    <a:pt x="1594237" y="3324576"/>
                  </a:lnTo>
                  <a:lnTo>
                    <a:pt x="1594331" y="3324576"/>
                  </a:lnTo>
                  <a:lnTo>
                    <a:pt x="1594424" y="3324576"/>
                  </a:lnTo>
                  <a:lnTo>
                    <a:pt x="1594517" y="3324576"/>
                  </a:lnTo>
                  <a:lnTo>
                    <a:pt x="1594610" y="3324576"/>
                  </a:lnTo>
                  <a:lnTo>
                    <a:pt x="1594704" y="3324576"/>
                  </a:lnTo>
                  <a:lnTo>
                    <a:pt x="1594797" y="3324576"/>
                  </a:lnTo>
                  <a:lnTo>
                    <a:pt x="1594890" y="3324576"/>
                  </a:lnTo>
                  <a:lnTo>
                    <a:pt x="1594983" y="3324576"/>
                  </a:lnTo>
                  <a:lnTo>
                    <a:pt x="1595077" y="3324576"/>
                  </a:lnTo>
                  <a:lnTo>
                    <a:pt x="1595170" y="3324576"/>
                  </a:lnTo>
                  <a:lnTo>
                    <a:pt x="1595263" y="3324576"/>
                  </a:lnTo>
                  <a:lnTo>
                    <a:pt x="1595356" y="3324576"/>
                  </a:lnTo>
                  <a:lnTo>
                    <a:pt x="1595450" y="3324576"/>
                  </a:lnTo>
                  <a:lnTo>
                    <a:pt x="1595543" y="3324576"/>
                  </a:lnTo>
                  <a:lnTo>
                    <a:pt x="1595636" y="3324576"/>
                  </a:lnTo>
                  <a:lnTo>
                    <a:pt x="1595729" y="3324576"/>
                  </a:lnTo>
                  <a:lnTo>
                    <a:pt x="1595822" y="3324576"/>
                  </a:lnTo>
                  <a:lnTo>
                    <a:pt x="1595916" y="3324576"/>
                  </a:lnTo>
                  <a:lnTo>
                    <a:pt x="1596009" y="3324576"/>
                  </a:lnTo>
                  <a:lnTo>
                    <a:pt x="1596102" y="3324576"/>
                  </a:lnTo>
                  <a:lnTo>
                    <a:pt x="1596195" y="3324576"/>
                  </a:lnTo>
                  <a:lnTo>
                    <a:pt x="1596289" y="3324576"/>
                  </a:lnTo>
                  <a:lnTo>
                    <a:pt x="1596382" y="3324576"/>
                  </a:lnTo>
                  <a:lnTo>
                    <a:pt x="1596475" y="3324576"/>
                  </a:lnTo>
                  <a:lnTo>
                    <a:pt x="1596568" y="3324576"/>
                  </a:lnTo>
                  <a:lnTo>
                    <a:pt x="1596662" y="3324576"/>
                  </a:lnTo>
                  <a:lnTo>
                    <a:pt x="1596755" y="3324576"/>
                  </a:lnTo>
                  <a:lnTo>
                    <a:pt x="1596848" y="3324576"/>
                  </a:lnTo>
                  <a:lnTo>
                    <a:pt x="1596941" y="3324576"/>
                  </a:lnTo>
                  <a:lnTo>
                    <a:pt x="1597035" y="3324576"/>
                  </a:lnTo>
                  <a:lnTo>
                    <a:pt x="1597128" y="3324576"/>
                  </a:lnTo>
                  <a:lnTo>
                    <a:pt x="1597221" y="3324576"/>
                  </a:lnTo>
                  <a:lnTo>
                    <a:pt x="1597314" y="3324576"/>
                  </a:lnTo>
                  <a:lnTo>
                    <a:pt x="1597408" y="3324576"/>
                  </a:lnTo>
                  <a:lnTo>
                    <a:pt x="1597501" y="3324576"/>
                  </a:lnTo>
                  <a:lnTo>
                    <a:pt x="1597594" y="3324576"/>
                  </a:lnTo>
                  <a:lnTo>
                    <a:pt x="1597687" y="3324576"/>
                  </a:lnTo>
                  <a:lnTo>
                    <a:pt x="1597781" y="3324576"/>
                  </a:lnTo>
                  <a:lnTo>
                    <a:pt x="1597874" y="3324576"/>
                  </a:lnTo>
                  <a:lnTo>
                    <a:pt x="1597967" y="3324576"/>
                  </a:lnTo>
                  <a:lnTo>
                    <a:pt x="1598060" y="3324576"/>
                  </a:lnTo>
                  <a:lnTo>
                    <a:pt x="1598154" y="3324576"/>
                  </a:lnTo>
                  <a:lnTo>
                    <a:pt x="1598247" y="3324576"/>
                  </a:lnTo>
                  <a:lnTo>
                    <a:pt x="1598340" y="3324576"/>
                  </a:lnTo>
                  <a:lnTo>
                    <a:pt x="1598433" y="3324576"/>
                  </a:lnTo>
                  <a:lnTo>
                    <a:pt x="1598527" y="3324576"/>
                  </a:lnTo>
                  <a:lnTo>
                    <a:pt x="1598620" y="3324576"/>
                  </a:lnTo>
                  <a:lnTo>
                    <a:pt x="1598713" y="3324576"/>
                  </a:lnTo>
                  <a:lnTo>
                    <a:pt x="1598806" y="3324576"/>
                  </a:lnTo>
                  <a:lnTo>
                    <a:pt x="1598900" y="3324576"/>
                  </a:lnTo>
                  <a:lnTo>
                    <a:pt x="1598993" y="3324576"/>
                  </a:lnTo>
                  <a:lnTo>
                    <a:pt x="1599086" y="3324576"/>
                  </a:lnTo>
                  <a:lnTo>
                    <a:pt x="1599179" y="3324576"/>
                  </a:lnTo>
                  <a:lnTo>
                    <a:pt x="1599273" y="3324576"/>
                  </a:lnTo>
                  <a:lnTo>
                    <a:pt x="1599366" y="3324576"/>
                  </a:lnTo>
                  <a:lnTo>
                    <a:pt x="1599459" y="3324576"/>
                  </a:lnTo>
                  <a:lnTo>
                    <a:pt x="1599552" y="3324576"/>
                  </a:lnTo>
                  <a:lnTo>
                    <a:pt x="1599646" y="3324576"/>
                  </a:lnTo>
                  <a:lnTo>
                    <a:pt x="1599739" y="3324576"/>
                  </a:lnTo>
                  <a:lnTo>
                    <a:pt x="1599832" y="3324576"/>
                  </a:lnTo>
                  <a:lnTo>
                    <a:pt x="1599925" y="3324576"/>
                  </a:lnTo>
                  <a:lnTo>
                    <a:pt x="1600019" y="3324576"/>
                  </a:lnTo>
                  <a:lnTo>
                    <a:pt x="1600112" y="3324576"/>
                  </a:lnTo>
                  <a:lnTo>
                    <a:pt x="1600112" y="3314622"/>
                  </a:lnTo>
                  <a:lnTo>
                    <a:pt x="1600205" y="3314622"/>
                  </a:lnTo>
                  <a:lnTo>
                    <a:pt x="1600298" y="3314622"/>
                  </a:lnTo>
                  <a:lnTo>
                    <a:pt x="1600392" y="3314622"/>
                  </a:lnTo>
                  <a:lnTo>
                    <a:pt x="1600485" y="3314622"/>
                  </a:lnTo>
                  <a:lnTo>
                    <a:pt x="1600578" y="3314622"/>
                  </a:lnTo>
                  <a:lnTo>
                    <a:pt x="1600671" y="3314622"/>
                  </a:lnTo>
                  <a:lnTo>
                    <a:pt x="1600765" y="3314622"/>
                  </a:lnTo>
                  <a:lnTo>
                    <a:pt x="1600858" y="3314622"/>
                  </a:lnTo>
                  <a:lnTo>
                    <a:pt x="1600951" y="3314622"/>
                  </a:lnTo>
                  <a:lnTo>
                    <a:pt x="1601044" y="3314622"/>
                  </a:lnTo>
                  <a:lnTo>
                    <a:pt x="1601138" y="3314622"/>
                  </a:lnTo>
                  <a:lnTo>
                    <a:pt x="1601231" y="3314622"/>
                  </a:lnTo>
                  <a:lnTo>
                    <a:pt x="1601324" y="3314622"/>
                  </a:lnTo>
                  <a:lnTo>
                    <a:pt x="1601417" y="3314622"/>
                  </a:lnTo>
                  <a:lnTo>
                    <a:pt x="1601511" y="3314622"/>
                  </a:lnTo>
                  <a:lnTo>
                    <a:pt x="1601511" y="3304669"/>
                  </a:lnTo>
                  <a:lnTo>
                    <a:pt x="1601604" y="3304669"/>
                  </a:lnTo>
                  <a:lnTo>
                    <a:pt x="1601697" y="3304669"/>
                  </a:lnTo>
                  <a:lnTo>
                    <a:pt x="1601790" y="3304669"/>
                  </a:lnTo>
                  <a:lnTo>
                    <a:pt x="1601884" y="3304669"/>
                  </a:lnTo>
                  <a:lnTo>
                    <a:pt x="1601977" y="3304669"/>
                  </a:lnTo>
                  <a:lnTo>
                    <a:pt x="1602070" y="3304669"/>
                  </a:lnTo>
                  <a:lnTo>
                    <a:pt x="1602163" y="3304669"/>
                  </a:lnTo>
                  <a:lnTo>
                    <a:pt x="1602257" y="3304669"/>
                  </a:lnTo>
                  <a:lnTo>
                    <a:pt x="1602350" y="3304669"/>
                  </a:lnTo>
                  <a:lnTo>
                    <a:pt x="1602443" y="3304669"/>
                  </a:lnTo>
                  <a:lnTo>
                    <a:pt x="1602536" y="3304669"/>
                  </a:lnTo>
                  <a:lnTo>
                    <a:pt x="1602630" y="3304669"/>
                  </a:lnTo>
                  <a:lnTo>
                    <a:pt x="1602723" y="3304669"/>
                  </a:lnTo>
                  <a:lnTo>
                    <a:pt x="1602816" y="3304669"/>
                  </a:lnTo>
                  <a:lnTo>
                    <a:pt x="1602909" y="3304669"/>
                  </a:lnTo>
                  <a:lnTo>
                    <a:pt x="1603002" y="3304669"/>
                  </a:lnTo>
                  <a:lnTo>
                    <a:pt x="1603096" y="3304669"/>
                  </a:lnTo>
                  <a:lnTo>
                    <a:pt x="1603189" y="3304669"/>
                  </a:lnTo>
                  <a:lnTo>
                    <a:pt x="1603282" y="3304669"/>
                  </a:lnTo>
                  <a:lnTo>
                    <a:pt x="1603375" y="3304669"/>
                  </a:lnTo>
                  <a:lnTo>
                    <a:pt x="1603469" y="3304669"/>
                  </a:lnTo>
                  <a:lnTo>
                    <a:pt x="1603562" y="3304669"/>
                  </a:lnTo>
                  <a:lnTo>
                    <a:pt x="1603655" y="3304669"/>
                  </a:lnTo>
                  <a:lnTo>
                    <a:pt x="1603748" y="3304669"/>
                  </a:lnTo>
                  <a:lnTo>
                    <a:pt x="1603842" y="3304669"/>
                  </a:lnTo>
                  <a:lnTo>
                    <a:pt x="1603935" y="3304669"/>
                  </a:lnTo>
                  <a:lnTo>
                    <a:pt x="1604028" y="3304669"/>
                  </a:lnTo>
                  <a:lnTo>
                    <a:pt x="1604121" y="3304669"/>
                  </a:lnTo>
                  <a:lnTo>
                    <a:pt x="1604215" y="3304669"/>
                  </a:lnTo>
                  <a:lnTo>
                    <a:pt x="1604308" y="3304669"/>
                  </a:lnTo>
                  <a:lnTo>
                    <a:pt x="1604401" y="3304669"/>
                  </a:lnTo>
                  <a:lnTo>
                    <a:pt x="1604494" y="3304669"/>
                  </a:lnTo>
                  <a:lnTo>
                    <a:pt x="1604588" y="3304669"/>
                  </a:lnTo>
                  <a:lnTo>
                    <a:pt x="1604681" y="3304669"/>
                  </a:lnTo>
                  <a:lnTo>
                    <a:pt x="1604774" y="3304669"/>
                  </a:lnTo>
                  <a:lnTo>
                    <a:pt x="1604867" y="3304669"/>
                  </a:lnTo>
                  <a:lnTo>
                    <a:pt x="1604961" y="3304669"/>
                  </a:lnTo>
                  <a:lnTo>
                    <a:pt x="1605054" y="3304669"/>
                  </a:lnTo>
                  <a:lnTo>
                    <a:pt x="1605147" y="3304669"/>
                  </a:lnTo>
                  <a:lnTo>
                    <a:pt x="1605240" y="3304669"/>
                  </a:lnTo>
                  <a:lnTo>
                    <a:pt x="1605334" y="3304669"/>
                  </a:lnTo>
                  <a:lnTo>
                    <a:pt x="1605427" y="3304669"/>
                  </a:lnTo>
                  <a:lnTo>
                    <a:pt x="1605520" y="3304669"/>
                  </a:lnTo>
                  <a:lnTo>
                    <a:pt x="1605613" y="3304669"/>
                  </a:lnTo>
                  <a:lnTo>
                    <a:pt x="1605707" y="3304669"/>
                  </a:lnTo>
                  <a:lnTo>
                    <a:pt x="1605800" y="3304669"/>
                  </a:lnTo>
                  <a:lnTo>
                    <a:pt x="1605893" y="3304669"/>
                  </a:lnTo>
                  <a:lnTo>
                    <a:pt x="1605986" y="3304669"/>
                  </a:lnTo>
                  <a:lnTo>
                    <a:pt x="1606080" y="3304669"/>
                  </a:lnTo>
                  <a:lnTo>
                    <a:pt x="1606173" y="3304669"/>
                  </a:lnTo>
                  <a:lnTo>
                    <a:pt x="1606266" y="3304669"/>
                  </a:lnTo>
                  <a:lnTo>
                    <a:pt x="1606359" y="3304669"/>
                  </a:lnTo>
                  <a:lnTo>
                    <a:pt x="1606453" y="3304669"/>
                  </a:lnTo>
                  <a:lnTo>
                    <a:pt x="1606546" y="3304669"/>
                  </a:lnTo>
                  <a:lnTo>
                    <a:pt x="1606639" y="3304669"/>
                  </a:lnTo>
                  <a:lnTo>
                    <a:pt x="1606732" y="3304669"/>
                  </a:lnTo>
                  <a:lnTo>
                    <a:pt x="1606826" y="3304669"/>
                  </a:lnTo>
                  <a:lnTo>
                    <a:pt x="1606919" y="3304669"/>
                  </a:lnTo>
                  <a:lnTo>
                    <a:pt x="1607012" y="3304669"/>
                  </a:lnTo>
                  <a:lnTo>
                    <a:pt x="1607105" y="3304669"/>
                  </a:lnTo>
                  <a:lnTo>
                    <a:pt x="1607199" y="3304669"/>
                  </a:lnTo>
                  <a:lnTo>
                    <a:pt x="1607292" y="3304669"/>
                  </a:lnTo>
                  <a:lnTo>
                    <a:pt x="1607385" y="3304669"/>
                  </a:lnTo>
                  <a:lnTo>
                    <a:pt x="1607478" y="3304669"/>
                  </a:lnTo>
                  <a:lnTo>
                    <a:pt x="1607572" y="3304669"/>
                  </a:lnTo>
                  <a:lnTo>
                    <a:pt x="1607665" y="3304669"/>
                  </a:lnTo>
                  <a:lnTo>
                    <a:pt x="1607758" y="3304669"/>
                  </a:lnTo>
                  <a:lnTo>
                    <a:pt x="1607851" y="3304669"/>
                  </a:lnTo>
                  <a:lnTo>
                    <a:pt x="1607945" y="3304669"/>
                  </a:lnTo>
                  <a:lnTo>
                    <a:pt x="1608038" y="3304669"/>
                  </a:lnTo>
                  <a:lnTo>
                    <a:pt x="1608131" y="3304669"/>
                  </a:lnTo>
                  <a:lnTo>
                    <a:pt x="1608224" y="3304669"/>
                  </a:lnTo>
                  <a:lnTo>
                    <a:pt x="1608318" y="3304669"/>
                  </a:lnTo>
                  <a:lnTo>
                    <a:pt x="1608411" y="3304669"/>
                  </a:lnTo>
                  <a:lnTo>
                    <a:pt x="1608504" y="3304669"/>
                  </a:lnTo>
                  <a:lnTo>
                    <a:pt x="1608597" y="3304669"/>
                  </a:lnTo>
                  <a:lnTo>
                    <a:pt x="1608691" y="3304669"/>
                  </a:lnTo>
                  <a:lnTo>
                    <a:pt x="1608784" y="3304669"/>
                  </a:lnTo>
                  <a:lnTo>
                    <a:pt x="1608877" y="3304669"/>
                  </a:lnTo>
                  <a:lnTo>
                    <a:pt x="1608970" y="3304669"/>
                  </a:lnTo>
                  <a:lnTo>
                    <a:pt x="1609064" y="3304669"/>
                  </a:lnTo>
                  <a:lnTo>
                    <a:pt x="1609157" y="3304669"/>
                  </a:lnTo>
                  <a:lnTo>
                    <a:pt x="1609250" y="3304669"/>
                  </a:lnTo>
                  <a:lnTo>
                    <a:pt x="1609343" y="3304669"/>
                  </a:lnTo>
                  <a:lnTo>
                    <a:pt x="1609437" y="3304669"/>
                  </a:lnTo>
                  <a:lnTo>
                    <a:pt x="1609530" y="3304669"/>
                  </a:lnTo>
                  <a:lnTo>
                    <a:pt x="1609623" y="3304669"/>
                  </a:lnTo>
                  <a:lnTo>
                    <a:pt x="1609716" y="3304669"/>
                  </a:lnTo>
                  <a:lnTo>
                    <a:pt x="1609809" y="3304669"/>
                  </a:lnTo>
                  <a:lnTo>
                    <a:pt x="1609903" y="3304669"/>
                  </a:lnTo>
                  <a:lnTo>
                    <a:pt x="1609996" y="3304669"/>
                  </a:lnTo>
                  <a:lnTo>
                    <a:pt x="1610089" y="3304669"/>
                  </a:lnTo>
                  <a:lnTo>
                    <a:pt x="1610182" y="3304669"/>
                  </a:lnTo>
                  <a:lnTo>
                    <a:pt x="1610276" y="3304669"/>
                  </a:lnTo>
                  <a:lnTo>
                    <a:pt x="1610369" y="3304669"/>
                  </a:lnTo>
                  <a:lnTo>
                    <a:pt x="1610462" y="3304669"/>
                  </a:lnTo>
                  <a:lnTo>
                    <a:pt x="1610555" y="3304669"/>
                  </a:lnTo>
                  <a:lnTo>
                    <a:pt x="1610649" y="3304669"/>
                  </a:lnTo>
                  <a:lnTo>
                    <a:pt x="1610742" y="3304669"/>
                  </a:lnTo>
                  <a:lnTo>
                    <a:pt x="1610835" y="3304669"/>
                  </a:lnTo>
                  <a:lnTo>
                    <a:pt x="1610928" y="3304669"/>
                  </a:lnTo>
                  <a:lnTo>
                    <a:pt x="1611022" y="3304669"/>
                  </a:lnTo>
                  <a:lnTo>
                    <a:pt x="1611115" y="3304669"/>
                  </a:lnTo>
                  <a:lnTo>
                    <a:pt x="1611208" y="3304669"/>
                  </a:lnTo>
                  <a:lnTo>
                    <a:pt x="1611301" y="3304669"/>
                  </a:lnTo>
                  <a:lnTo>
                    <a:pt x="1611395" y="3304669"/>
                  </a:lnTo>
                  <a:lnTo>
                    <a:pt x="1611488" y="3304669"/>
                  </a:lnTo>
                  <a:lnTo>
                    <a:pt x="1611581" y="3304669"/>
                  </a:lnTo>
                  <a:lnTo>
                    <a:pt x="1611674" y="3304669"/>
                  </a:lnTo>
                  <a:lnTo>
                    <a:pt x="1611768" y="3304669"/>
                  </a:lnTo>
                  <a:lnTo>
                    <a:pt x="1611861" y="3304669"/>
                  </a:lnTo>
                  <a:lnTo>
                    <a:pt x="1611954" y="3304669"/>
                  </a:lnTo>
                  <a:lnTo>
                    <a:pt x="1612047" y="3304669"/>
                  </a:lnTo>
                  <a:lnTo>
                    <a:pt x="1612141" y="3304669"/>
                  </a:lnTo>
                  <a:lnTo>
                    <a:pt x="1612234" y="3304669"/>
                  </a:lnTo>
                  <a:lnTo>
                    <a:pt x="1612327" y="3304669"/>
                  </a:lnTo>
                  <a:lnTo>
                    <a:pt x="1612420" y="3304669"/>
                  </a:lnTo>
                  <a:lnTo>
                    <a:pt x="1612514" y="3304669"/>
                  </a:lnTo>
                  <a:lnTo>
                    <a:pt x="1612607" y="3304669"/>
                  </a:lnTo>
                  <a:lnTo>
                    <a:pt x="1612700" y="3304669"/>
                  </a:lnTo>
                  <a:lnTo>
                    <a:pt x="1612793" y="3304669"/>
                  </a:lnTo>
                  <a:lnTo>
                    <a:pt x="1612887" y="3304669"/>
                  </a:lnTo>
                  <a:lnTo>
                    <a:pt x="1612980" y="3304669"/>
                  </a:lnTo>
                  <a:lnTo>
                    <a:pt x="1613073" y="3304669"/>
                  </a:lnTo>
                  <a:lnTo>
                    <a:pt x="1613166" y="3304669"/>
                  </a:lnTo>
                  <a:lnTo>
                    <a:pt x="1613260" y="3304669"/>
                  </a:lnTo>
                  <a:lnTo>
                    <a:pt x="1613353" y="3304669"/>
                  </a:lnTo>
                  <a:lnTo>
                    <a:pt x="1613446" y="3304669"/>
                  </a:lnTo>
                  <a:lnTo>
                    <a:pt x="1613539" y="3304669"/>
                  </a:lnTo>
                  <a:lnTo>
                    <a:pt x="1613633" y="3304669"/>
                  </a:lnTo>
                  <a:lnTo>
                    <a:pt x="1613726" y="3304669"/>
                  </a:lnTo>
                  <a:lnTo>
                    <a:pt x="1613819" y="3304669"/>
                  </a:lnTo>
                  <a:lnTo>
                    <a:pt x="1613912" y="3304669"/>
                  </a:lnTo>
                  <a:lnTo>
                    <a:pt x="1614006" y="3304669"/>
                  </a:lnTo>
                  <a:lnTo>
                    <a:pt x="1614099" y="3304669"/>
                  </a:lnTo>
                  <a:lnTo>
                    <a:pt x="1614192" y="3304669"/>
                  </a:lnTo>
                  <a:lnTo>
                    <a:pt x="1614285" y="3304669"/>
                  </a:lnTo>
                  <a:lnTo>
                    <a:pt x="1614379" y="3304669"/>
                  </a:lnTo>
                  <a:lnTo>
                    <a:pt x="1614472" y="3304669"/>
                  </a:lnTo>
                  <a:lnTo>
                    <a:pt x="1614565" y="3304669"/>
                  </a:lnTo>
                  <a:lnTo>
                    <a:pt x="1614658" y="3304669"/>
                  </a:lnTo>
                  <a:lnTo>
                    <a:pt x="1614752" y="3304669"/>
                  </a:lnTo>
                  <a:lnTo>
                    <a:pt x="1614845" y="3304669"/>
                  </a:lnTo>
                  <a:lnTo>
                    <a:pt x="1614938" y="3304669"/>
                  </a:lnTo>
                  <a:lnTo>
                    <a:pt x="1615031" y="3304669"/>
                  </a:lnTo>
                  <a:lnTo>
                    <a:pt x="1615125" y="3304669"/>
                  </a:lnTo>
                  <a:lnTo>
                    <a:pt x="1615218" y="3304669"/>
                  </a:lnTo>
                  <a:lnTo>
                    <a:pt x="1615311" y="3304669"/>
                  </a:lnTo>
                  <a:lnTo>
                    <a:pt x="1615404" y="3304669"/>
                  </a:lnTo>
                  <a:lnTo>
                    <a:pt x="1615498" y="3304669"/>
                  </a:lnTo>
                  <a:lnTo>
                    <a:pt x="1615591" y="3304669"/>
                  </a:lnTo>
                  <a:lnTo>
                    <a:pt x="1615684" y="3304669"/>
                  </a:lnTo>
                  <a:lnTo>
                    <a:pt x="1615777" y="3304669"/>
                  </a:lnTo>
                  <a:lnTo>
                    <a:pt x="1615871" y="3304669"/>
                  </a:lnTo>
                  <a:lnTo>
                    <a:pt x="1615964" y="3304669"/>
                  </a:lnTo>
                  <a:lnTo>
                    <a:pt x="1616057" y="3304669"/>
                  </a:lnTo>
                  <a:lnTo>
                    <a:pt x="1616150" y="3304669"/>
                  </a:lnTo>
                  <a:lnTo>
                    <a:pt x="1616244" y="3304669"/>
                  </a:lnTo>
                  <a:lnTo>
                    <a:pt x="1616337" y="3304669"/>
                  </a:lnTo>
                  <a:lnTo>
                    <a:pt x="1616430" y="3304669"/>
                  </a:lnTo>
                  <a:lnTo>
                    <a:pt x="1616523" y="3304669"/>
                  </a:lnTo>
                  <a:lnTo>
                    <a:pt x="1616616" y="3304669"/>
                  </a:lnTo>
                  <a:lnTo>
                    <a:pt x="1616710" y="3304669"/>
                  </a:lnTo>
                  <a:lnTo>
                    <a:pt x="1616803" y="3304669"/>
                  </a:lnTo>
                  <a:lnTo>
                    <a:pt x="1616896" y="3304669"/>
                  </a:lnTo>
                  <a:lnTo>
                    <a:pt x="1616896" y="3294715"/>
                  </a:lnTo>
                  <a:lnTo>
                    <a:pt x="1616989" y="3294715"/>
                  </a:lnTo>
                  <a:lnTo>
                    <a:pt x="1617083" y="3294715"/>
                  </a:lnTo>
                  <a:lnTo>
                    <a:pt x="1617176" y="3294715"/>
                  </a:lnTo>
                  <a:lnTo>
                    <a:pt x="1617269" y="3294715"/>
                  </a:lnTo>
                  <a:lnTo>
                    <a:pt x="1617362" y="3294715"/>
                  </a:lnTo>
                  <a:lnTo>
                    <a:pt x="1617456" y="3294715"/>
                  </a:lnTo>
                  <a:lnTo>
                    <a:pt x="1617549" y="3294715"/>
                  </a:lnTo>
                  <a:lnTo>
                    <a:pt x="1617642" y="3294715"/>
                  </a:lnTo>
                  <a:lnTo>
                    <a:pt x="1617735" y="3294715"/>
                  </a:lnTo>
                  <a:lnTo>
                    <a:pt x="1617829" y="3294715"/>
                  </a:lnTo>
                  <a:lnTo>
                    <a:pt x="1617922" y="3294715"/>
                  </a:lnTo>
                  <a:lnTo>
                    <a:pt x="1618015" y="3294715"/>
                  </a:lnTo>
                  <a:lnTo>
                    <a:pt x="1618108" y="3294715"/>
                  </a:lnTo>
                  <a:lnTo>
                    <a:pt x="1618202" y="3294715"/>
                  </a:lnTo>
                  <a:lnTo>
                    <a:pt x="1618295" y="3294715"/>
                  </a:lnTo>
                  <a:lnTo>
                    <a:pt x="1618388" y="3294715"/>
                  </a:lnTo>
                  <a:lnTo>
                    <a:pt x="1618481" y="3294715"/>
                  </a:lnTo>
                  <a:lnTo>
                    <a:pt x="1618575" y="3294715"/>
                  </a:lnTo>
                  <a:lnTo>
                    <a:pt x="1618668" y="3294715"/>
                  </a:lnTo>
                  <a:lnTo>
                    <a:pt x="1618761" y="3294715"/>
                  </a:lnTo>
                  <a:lnTo>
                    <a:pt x="1618854" y="3294715"/>
                  </a:lnTo>
                  <a:lnTo>
                    <a:pt x="1618948" y="3294715"/>
                  </a:lnTo>
                  <a:lnTo>
                    <a:pt x="1619041" y="3294715"/>
                  </a:lnTo>
                  <a:lnTo>
                    <a:pt x="1619134" y="3294715"/>
                  </a:lnTo>
                  <a:lnTo>
                    <a:pt x="1619227" y="3294715"/>
                  </a:lnTo>
                  <a:lnTo>
                    <a:pt x="1619321" y="3294715"/>
                  </a:lnTo>
                  <a:lnTo>
                    <a:pt x="1619414" y="3294715"/>
                  </a:lnTo>
                  <a:lnTo>
                    <a:pt x="1619507" y="3294715"/>
                  </a:lnTo>
                  <a:lnTo>
                    <a:pt x="1619600" y="3294715"/>
                  </a:lnTo>
                  <a:lnTo>
                    <a:pt x="1619694" y="3294715"/>
                  </a:lnTo>
                  <a:lnTo>
                    <a:pt x="1619787" y="3294715"/>
                  </a:lnTo>
                  <a:lnTo>
                    <a:pt x="1619880" y="3294715"/>
                  </a:lnTo>
                  <a:lnTo>
                    <a:pt x="1619973" y="3294715"/>
                  </a:lnTo>
                  <a:lnTo>
                    <a:pt x="1620067" y="3294715"/>
                  </a:lnTo>
                  <a:lnTo>
                    <a:pt x="1620160" y="3294715"/>
                  </a:lnTo>
                  <a:lnTo>
                    <a:pt x="1620253" y="3294715"/>
                  </a:lnTo>
                  <a:lnTo>
                    <a:pt x="1620346" y="3294715"/>
                  </a:lnTo>
                  <a:lnTo>
                    <a:pt x="1620440" y="3294715"/>
                  </a:lnTo>
                  <a:lnTo>
                    <a:pt x="1620533" y="3294715"/>
                  </a:lnTo>
                  <a:lnTo>
                    <a:pt x="1620626" y="3294715"/>
                  </a:lnTo>
                  <a:lnTo>
                    <a:pt x="1620719" y="3294715"/>
                  </a:lnTo>
                  <a:lnTo>
                    <a:pt x="1620813" y="3294715"/>
                  </a:lnTo>
                  <a:lnTo>
                    <a:pt x="1620906" y="3294715"/>
                  </a:lnTo>
                  <a:lnTo>
                    <a:pt x="1620999" y="3294715"/>
                  </a:lnTo>
                  <a:lnTo>
                    <a:pt x="1621092" y="3294715"/>
                  </a:lnTo>
                  <a:lnTo>
                    <a:pt x="1621186" y="3294715"/>
                  </a:lnTo>
                  <a:lnTo>
                    <a:pt x="1621279" y="3294715"/>
                  </a:lnTo>
                  <a:lnTo>
                    <a:pt x="1621372" y="3294715"/>
                  </a:lnTo>
                  <a:lnTo>
                    <a:pt x="1621465" y="3294715"/>
                  </a:lnTo>
                  <a:lnTo>
                    <a:pt x="1621559" y="3294715"/>
                  </a:lnTo>
                  <a:lnTo>
                    <a:pt x="1621652" y="3294715"/>
                  </a:lnTo>
                  <a:lnTo>
                    <a:pt x="1621745" y="3294715"/>
                  </a:lnTo>
                  <a:lnTo>
                    <a:pt x="1621838" y="3294715"/>
                  </a:lnTo>
                  <a:lnTo>
                    <a:pt x="1621932" y="3294715"/>
                  </a:lnTo>
                  <a:lnTo>
                    <a:pt x="1622025" y="3294715"/>
                  </a:lnTo>
                  <a:lnTo>
                    <a:pt x="1622118" y="3294715"/>
                  </a:lnTo>
                  <a:lnTo>
                    <a:pt x="1622211" y="3294715"/>
                  </a:lnTo>
                  <a:lnTo>
                    <a:pt x="1622305" y="3294715"/>
                  </a:lnTo>
                  <a:lnTo>
                    <a:pt x="1622398" y="3294715"/>
                  </a:lnTo>
                  <a:lnTo>
                    <a:pt x="1622491" y="3294715"/>
                  </a:lnTo>
                  <a:lnTo>
                    <a:pt x="1622584" y="3294715"/>
                  </a:lnTo>
                  <a:lnTo>
                    <a:pt x="1622678" y="3294715"/>
                  </a:lnTo>
                  <a:lnTo>
                    <a:pt x="1622771" y="3294715"/>
                  </a:lnTo>
                  <a:lnTo>
                    <a:pt x="1622864" y="3294715"/>
                  </a:lnTo>
                  <a:lnTo>
                    <a:pt x="1622957" y="3294715"/>
                  </a:lnTo>
                  <a:lnTo>
                    <a:pt x="1623051" y="3294715"/>
                  </a:lnTo>
                  <a:lnTo>
                    <a:pt x="1623144" y="3294715"/>
                  </a:lnTo>
                  <a:lnTo>
                    <a:pt x="1623237" y="3294715"/>
                  </a:lnTo>
                  <a:lnTo>
                    <a:pt x="1623330" y="3294715"/>
                  </a:lnTo>
                  <a:lnTo>
                    <a:pt x="1623424" y="3294715"/>
                  </a:lnTo>
                  <a:lnTo>
                    <a:pt x="1623517" y="3294715"/>
                  </a:lnTo>
                  <a:lnTo>
                    <a:pt x="1623610" y="3294715"/>
                  </a:lnTo>
                  <a:lnTo>
                    <a:pt x="1623703" y="3294715"/>
                  </a:lnTo>
                  <a:lnTo>
                    <a:pt x="1623796" y="3294715"/>
                  </a:lnTo>
                  <a:lnTo>
                    <a:pt x="1623890" y="3294715"/>
                  </a:lnTo>
                  <a:lnTo>
                    <a:pt x="1623983" y="3294715"/>
                  </a:lnTo>
                  <a:lnTo>
                    <a:pt x="1624076" y="3294715"/>
                  </a:lnTo>
                  <a:lnTo>
                    <a:pt x="1624169" y="3294715"/>
                  </a:lnTo>
                  <a:lnTo>
                    <a:pt x="1624263" y="3294715"/>
                  </a:lnTo>
                  <a:lnTo>
                    <a:pt x="1624356" y="3294715"/>
                  </a:lnTo>
                  <a:lnTo>
                    <a:pt x="1624449" y="3294715"/>
                  </a:lnTo>
                  <a:lnTo>
                    <a:pt x="1624542" y="3294715"/>
                  </a:lnTo>
                  <a:lnTo>
                    <a:pt x="1624636" y="3294715"/>
                  </a:lnTo>
                  <a:lnTo>
                    <a:pt x="1624729" y="3294715"/>
                  </a:lnTo>
                  <a:lnTo>
                    <a:pt x="1624822" y="3294715"/>
                  </a:lnTo>
                  <a:lnTo>
                    <a:pt x="1624915" y="3294715"/>
                  </a:lnTo>
                  <a:lnTo>
                    <a:pt x="1625009" y="3294715"/>
                  </a:lnTo>
                  <a:lnTo>
                    <a:pt x="1625102" y="3294715"/>
                  </a:lnTo>
                  <a:lnTo>
                    <a:pt x="1625195" y="3294715"/>
                  </a:lnTo>
                  <a:lnTo>
                    <a:pt x="1625288" y="3294715"/>
                  </a:lnTo>
                  <a:lnTo>
                    <a:pt x="1625382" y="3294715"/>
                  </a:lnTo>
                  <a:lnTo>
                    <a:pt x="1625475" y="3294715"/>
                  </a:lnTo>
                  <a:lnTo>
                    <a:pt x="1625568" y="3294715"/>
                  </a:lnTo>
                  <a:lnTo>
                    <a:pt x="1625661" y="3294715"/>
                  </a:lnTo>
                  <a:lnTo>
                    <a:pt x="1625755" y="3294715"/>
                  </a:lnTo>
                  <a:lnTo>
                    <a:pt x="1625848" y="3294715"/>
                  </a:lnTo>
                  <a:lnTo>
                    <a:pt x="1625941" y="3294715"/>
                  </a:lnTo>
                  <a:lnTo>
                    <a:pt x="1626034" y="3294715"/>
                  </a:lnTo>
                  <a:lnTo>
                    <a:pt x="1626128" y="3294715"/>
                  </a:lnTo>
                  <a:lnTo>
                    <a:pt x="1626221" y="3294715"/>
                  </a:lnTo>
                  <a:lnTo>
                    <a:pt x="1626314" y="3294715"/>
                  </a:lnTo>
                  <a:lnTo>
                    <a:pt x="1626407" y="3294715"/>
                  </a:lnTo>
                  <a:lnTo>
                    <a:pt x="1626501" y="3294715"/>
                  </a:lnTo>
                  <a:lnTo>
                    <a:pt x="1626594" y="3294715"/>
                  </a:lnTo>
                  <a:lnTo>
                    <a:pt x="1626687" y="3294715"/>
                  </a:lnTo>
                  <a:lnTo>
                    <a:pt x="1626780" y="3294715"/>
                  </a:lnTo>
                  <a:lnTo>
                    <a:pt x="1626874" y="3294715"/>
                  </a:lnTo>
                  <a:lnTo>
                    <a:pt x="1626967" y="3294715"/>
                  </a:lnTo>
                  <a:lnTo>
                    <a:pt x="1627060" y="3294715"/>
                  </a:lnTo>
                  <a:lnTo>
                    <a:pt x="1627153" y="3294715"/>
                  </a:lnTo>
                  <a:lnTo>
                    <a:pt x="1627247" y="3294715"/>
                  </a:lnTo>
                  <a:lnTo>
                    <a:pt x="1627340" y="3294715"/>
                  </a:lnTo>
                  <a:lnTo>
                    <a:pt x="1627433" y="3294715"/>
                  </a:lnTo>
                  <a:lnTo>
                    <a:pt x="1627526" y="3294715"/>
                  </a:lnTo>
                  <a:lnTo>
                    <a:pt x="1627620" y="3294715"/>
                  </a:lnTo>
                  <a:lnTo>
                    <a:pt x="1627713" y="3294715"/>
                  </a:lnTo>
                  <a:lnTo>
                    <a:pt x="1627806" y="3294715"/>
                  </a:lnTo>
                  <a:lnTo>
                    <a:pt x="1627899" y="3294715"/>
                  </a:lnTo>
                  <a:lnTo>
                    <a:pt x="1627993" y="3294715"/>
                  </a:lnTo>
                  <a:lnTo>
                    <a:pt x="1628086" y="3294715"/>
                  </a:lnTo>
                  <a:lnTo>
                    <a:pt x="1628179" y="3294715"/>
                  </a:lnTo>
                  <a:lnTo>
                    <a:pt x="1628272" y="3294715"/>
                  </a:lnTo>
                  <a:lnTo>
                    <a:pt x="1628366" y="3294715"/>
                  </a:lnTo>
                  <a:lnTo>
                    <a:pt x="1628459" y="3294715"/>
                  </a:lnTo>
                  <a:lnTo>
                    <a:pt x="1628552" y="3294715"/>
                  </a:lnTo>
                  <a:lnTo>
                    <a:pt x="1628645" y="3294715"/>
                  </a:lnTo>
                  <a:lnTo>
                    <a:pt x="1628739" y="3294715"/>
                  </a:lnTo>
                  <a:lnTo>
                    <a:pt x="1628832" y="3294715"/>
                  </a:lnTo>
                  <a:lnTo>
                    <a:pt x="1628925" y="3294715"/>
                  </a:lnTo>
                  <a:lnTo>
                    <a:pt x="1629018" y="3294715"/>
                  </a:lnTo>
                  <a:lnTo>
                    <a:pt x="1629112" y="3294715"/>
                  </a:lnTo>
                  <a:lnTo>
                    <a:pt x="1629205" y="3294715"/>
                  </a:lnTo>
                  <a:lnTo>
                    <a:pt x="1629298" y="3294715"/>
                  </a:lnTo>
                  <a:lnTo>
                    <a:pt x="1629391" y="3294715"/>
                  </a:lnTo>
                  <a:lnTo>
                    <a:pt x="1629485" y="3294715"/>
                  </a:lnTo>
                  <a:lnTo>
                    <a:pt x="1629578" y="3294715"/>
                  </a:lnTo>
                  <a:lnTo>
                    <a:pt x="1629671" y="3294715"/>
                  </a:lnTo>
                  <a:lnTo>
                    <a:pt x="1629764" y="3294715"/>
                  </a:lnTo>
                  <a:lnTo>
                    <a:pt x="1629858" y="3294715"/>
                  </a:lnTo>
                  <a:lnTo>
                    <a:pt x="1629951" y="3294715"/>
                  </a:lnTo>
                  <a:lnTo>
                    <a:pt x="1630044" y="3294715"/>
                  </a:lnTo>
                  <a:lnTo>
                    <a:pt x="1630137" y="3294715"/>
                  </a:lnTo>
                  <a:lnTo>
                    <a:pt x="1630231" y="3294715"/>
                  </a:lnTo>
                  <a:lnTo>
                    <a:pt x="1630324" y="3294715"/>
                  </a:lnTo>
                  <a:lnTo>
                    <a:pt x="1630417" y="3294715"/>
                  </a:lnTo>
                  <a:lnTo>
                    <a:pt x="1630510" y="3294715"/>
                  </a:lnTo>
                  <a:lnTo>
                    <a:pt x="1630603" y="3294715"/>
                  </a:lnTo>
                  <a:lnTo>
                    <a:pt x="1630697" y="3294715"/>
                  </a:lnTo>
                  <a:lnTo>
                    <a:pt x="1630790" y="3294715"/>
                  </a:lnTo>
                  <a:lnTo>
                    <a:pt x="1630883" y="3294715"/>
                  </a:lnTo>
                  <a:lnTo>
                    <a:pt x="1630976" y="3294715"/>
                  </a:lnTo>
                  <a:lnTo>
                    <a:pt x="1631070" y="3294715"/>
                  </a:lnTo>
                  <a:lnTo>
                    <a:pt x="1631163" y="3294715"/>
                  </a:lnTo>
                  <a:lnTo>
                    <a:pt x="1631256" y="3294715"/>
                  </a:lnTo>
                  <a:lnTo>
                    <a:pt x="1631349" y="3294715"/>
                  </a:lnTo>
                  <a:lnTo>
                    <a:pt x="1631443" y="3294715"/>
                  </a:lnTo>
                  <a:lnTo>
                    <a:pt x="1631536" y="3294715"/>
                  </a:lnTo>
                  <a:lnTo>
                    <a:pt x="1631536" y="3284761"/>
                  </a:lnTo>
                  <a:lnTo>
                    <a:pt x="1631629" y="3284761"/>
                  </a:lnTo>
                  <a:lnTo>
                    <a:pt x="1631722" y="3284761"/>
                  </a:lnTo>
                  <a:lnTo>
                    <a:pt x="1631816" y="3284761"/>
                  </a:lnTo>
                  <a:lnTo>
                    <a:pt x="1631909" y="3284761"/>
                  </a:lnTo>
                  <a:lnTo>
                    <a:pt x="1632002" y="3284761"/>
                  </a:lnTo>
                  <a:lnTo>
                    <a:pt x="1632095" y="3284761"/>
                  </a:lnTo>
                  <a:lnTo>
                    <a:pt x="1632189" y="3284761"/>
                  </a:lnTo>
                  <a:lnTo>
                    <a:pt x="1632282" y="3284761"/>
                  </a:lnTo>
                  <a:lnTo>
                    <a:pt x="1632375" y="3284761"/>
                  </a:lnTo>
                  <a:lnTo>
                    <a:pt x="1632468" y="3284761"/>
                  </a:lnTo>
                  <a:lnTo>
                    <a:pt x="1632562" y="3284761"/>
                  </a:lnTo>
                  <a:lnTo>
                    <a:pt x="1632655" y="3284761"/>
                  </a:lnTo>
                  <a:lnTo>
                    <a:pt x="1632748" y="3284761"/>
                  </a:lnTo>
                  <a:lnTo>
                    <a:pt x="1632748" y="3274807"/>
                  </a:lnTo>
                  <a:lnTo>
                    <a:pt x="1632841" y="3274807"/>
                  </a:lnTo>
                  <a:lnTo>
                    <a:pt x="1632935" y="3274807"/>
                  </a:lnTo>
                  <a:lnTo>
                    <a:pt x="1633028" y="3274807"/>
                  </a:lnTo>
                  <a:lnTo>
                    <a:pt x="1633121" y="3274807"/>
                  </a:lnTo>
                  <a:lnTo>
                    <a:pt x="1633214" y="3274807"/>
                  </a:lnTo>
                  <a:lnTo>
                    <a:pt x="1633308" y="3274807"/>
                  </a:lnTo>
                  <a:lnTo>
                    <a:pt x="1633401" y="3274807"/>
                  </a:lnTo>
                  <a:lnTo>
                    <a:pt x="1633494" y="3274807"/>
                  </a:lnTo>
                  <a:lnTo>
                    <a:pt x="1633587" y="3274807"/>
                  </a:lnTo>
                  <a:lnTo>
                    <a:pt x="1633681" y="3274807"/>
                  </a:lnTo>
                  <a:lnTo>
                    <a:pt x="1633774" y="3274807"/>
                  </a:lnTo>
                  <a:lnTo>
                    <a:pt x="1633867" y="3274807"/>
                  </a:lnTo>
                  <a:lnTo>
                    <a:pt x="1633960" y="3274807"/>
                  </a:lnTo>
                  <a:lnTo>
                    <a:pt x="1634054" y="3274807"/>
                  </a:lnTo>
                  <a:lnTo>
                    <a:pt x="1634147" y="3274807"/>
                  </a:lnTo>
                  <a:lnTo>
                    <a:pt x="1634240" y="3274807"/>
                  </a:lnTo>
                  <a:lnTo>
                    <a:pt x="1634333" y="3274807"/>
                  </a:lnTo>
                  <a:lnTo>
                    <a:pt x="1634427" y="3274807"/>
                  </a:lnTo>
                  <a:lnTo>
                    <a:pt x="1634520" y="3274807"/>
                  </a:lnTo>
                  <a:lnTo>
                    <a:pt x="1634613" y="3274807"/>
                  </a:lnTo>
                  <a:lnTo>
                    <a:pt x="1634706" y="3274807"/>
                  </a:lnTo>
                  <a:lnTo>
                    <a:pt x="1634800" y="3274807"/>
                  </a:lnTo>
                  <a:lnTo>
                    <a:pt x="1634893" y="3274807"/>
                  </a:lnTo>
                  <a:lnTo>
                    <a:pt x="1634986" y="3274807"/>
                  </a:lnTo>
                  <a:lnTo>
                    <a:pt x="1635079" y="3274807"/>
                  </a:lnTo>
                  <a:lnTo>
                    <a:pt x="1635173" y="3274807"/>
                  </a:lnTo>
                  <a:lnTo>
                    <a:pt x="1635173" y="3264853"/>
                  </a:lnTo>
                  <a:lnTo>
                    <a:pt x="1635266" y="3264853"/>
                  </a:lnTo>
                  <a:lnTo>
                    <a:pt x="1635359" y="3264853"/>
                  </a:lnTo>
                  <a:lnTo>
                    <a:pt x="1635452" y="3264853"/>
                  </a:lnTo>
                  <a:lnTo>
                    <a:pt x="1635546" y="3264853"/>
                  </a:lnTo>
                  <a:lnTo>
                    <a:pt x="1635639" y="3264853"/>
                  </a:lnTo>
                  <a:lnTo>
                    <a:pt x="1635732" y="3264853"/>
                  </a:lnTo>
                  <a:lnTo>
                    <a:pt x="1635825" y="3264853"/>
                  </a:lnTo>
                  <a:lnTo>
                    <a:pt x="1635919" y="3264853"/>
                  </a:lnTo>
                  <a:lnTo>
                    <a:pt x="1636012" y="3264853"/>
                  </a:lnTo>
                  <a:lnTo>
                    <a:pt x="1636105" y="3264853"/>
                  </a:lnTo>
                  <a:lnTo>
                    <a:pt x="1636198" y="3264853"/>
                  </a:lnTo>
                  <a:lnTo>
                    <a:pt x="1636292" y="3264853"/>
                  </a:lnTo>
                  <a:lnTo>
                    <a:pt x="1636385" y="3264853"/>
                  </a:lnTo>
                  <a:lnTo>
                    <a:pt x="1636478" y="3264853"/>
                  </a:lnTo>
                  <a:lnTo>
                    <a:pt x="1636571" y="3264853"/>
                  </a:lnTo>
                  <a:lnTo>
                    <a:pt x="1636665" y="3264853"/>
                  </a:lnTo>
                  <a:lnTo>
                    <a:pt x="1636758" y="3264853"/>
                  </a:lnTo>
                  <a:lnTo>
                    <a:pt x="1636851" y="3264853"/>
                  </a:lnTo>
                  <a:lnTo>
                    <a:pt x="1636944" y="3264853"/>
                  </a:lnTo>
                  <a:lnTo>
                    <a:pt x="1637038" y="3264853"/>
                  </a:lnTo>
                  <a:lnTo>
                    <a:pt x="1637131" y="3264853"/>
                  </a:lnTo>
                  <a:lnTo>
                    <a:pt x="1637224" y="3264853"/>
                  </a:lnTo>
                  <a:lnTo>
                    <a:pt x="1637317" y="3264853"/>
                  </a:lnTo>
                  <a:lnTo>
                    <a:pt x="1637410" y="3264853"/>
                  </a:lnTo>
                  <a:lnTo>
                    <a:pt x="1637504" y="3264853"/>
                  </a:lnTo>
                  <a:lnTo>
                    <a:pt x="1637597" y="3264853"/>
                  </a:lnTo>
                  <a:lnTo>
                    <a:pt x="1637690" y="3264853"/>
                  </a:lnTo>
                  <a:lnTo>
                    <a:pt x="1637783" y="3264853"/>
                  </a:lnTo>
                  <a:lnTo>
                    <a:pt x="1637877" y="3264853"/>
                  </a:lnTo>
                  <a:lnTo>
                    <a:pt x="1637970" y="3264853"/>
                  </a:lnTo>
                  <a:lnTo>
                    <a:pt x="1638063" y="3264853"/>
                  </a:lnTo>
                  <a:lnTo>
                    <a:pt x="1638156" y="3264853"/>
                  </a:lnTo>
                  <a:lnTo>
                    <a:pt x="1638250" y="3264853"/>
                  </a:lnTo>
                  <a:lnTo>
                    <a:pt x="1638343" y="3264853"/>
                  </a:lnTo>
                  <a:lnTo>
                    <a:pt x="1638436" y="3264853"/>
                  </a:lnTo>
                  <a:lnTo>
                    <a:pt x="1638529" y="3264853"/>
                  </a:lnTo>
                  <a:lnTo>
                    <a:pt x="1638623" y="3264853"/>
                  </a:lnTo>
                  <a:lnTo>
                    <a:pt x="1638716" y="3264853"/>
                  </a:lnTo>
                  <a:lnTo>
                    <a:pt x="1638809" y="3264853"/>
                  </a:lnTo>
                  <a:lnTo>
                    <a:pt x="1638902" y="3264853"/>
                  </a:lnTo>
                  <a:lnTo>
                    <a:pt x="1638996" y="3264853"/>
                  </a:lnTo>
                  <a:lnTo>
                    <a:pt x="1639089" y="3264853"/>
                  </a:lnTo>
                  <a:lnTo>
                    <a:pt x="1639182" y="3264853"/>
                  </a:lnTo>
                  <a:lnTo>
                    <a:pt x="1639275" y="3264853"/>
                  </a:lnTo>
                  <a:lnTo>
                    <a:pt x="1639369" y="3264853"/>
                  </a:lnTo>
                  <a:lnTo>
                    <a:pt x="1639462" y="3264853"/>
                  </a:lnTo>
                  <a:lnTo>
                    <a:pt x="1639555" y="3264853"/>
                  </a:lnTo>
                  <a:lnTo>
                    <a:pt x="1639648" y="3264853"/>
                  </a:lnTo>
                  <a:lnTo>
                    <a:pt x="1639742" y="3264853"/>
                  </a:lnTo>
                  <a:lnTo>
                    <a:pt x="1639835" y="3264853"/>
                  </a:lnTo>
                  <a:lnTo>
                    <a:pt x="1639928" y="3264853"/>
                  </a:lnTo>
                  <a:lnTo>
                    <a:pt x="1640021" y="3264853"/>
                  </a:lnTo>
                  <a:lnTo>
                    <a:pt x="1640115" y="3264853"/>
                  </a:lnTo>
                  <a:lnTo>
                    <a:pt x="1640208" y="3264853"/>
                  </a:lnTo>
                  <a:lnTo>
                    <a:pt x="1640301" y="3264853"/>
                  </a:lnTo>
                  <a:lnTo>
                    <a:pt x="1640394" y="3264853"/>
                  </a:lnTo>
                  <a:lnTo>
                    <a:pt x="1640488" y="3264853"/>
                  </a:lnTo>
                  <a:lnTo>
                    <a:pt x="1640581" y="3264853"/>
                  </a:lnTo>
                  <a:lnTo>
                    <a:pt x="1640674" y="3264853"/>
                  </a:lnTo>
                  <a:lnTo>
                    <a:pt x="1640767" y="3264853"/>
                  </a:lnTo>
                  <a:lnTo>
                    <a:pt x="1640767" y="3254900"/>
                  </a:lnTo>
                  <a:lnTo>
                    <a:pt x="1640861" y="3254900"/>
                  </a:lnTo>
                  <a:lnTo>
                    <a:pt x="1640954" y="3254900"/>
                  </a:lnTo>
                  <a:lnTo>
                    <a:pt x="1641047" y="3254900"/>
                  </a:lnTo>
                  <a:lnTo>
                    <a:pt x="1641140" y="3254900"/>
                  </a:lnTo>
                  <a:lnTo>
                    <a:pt x="1641234" y="3254900"/>
                  </a:lnTo>
                  <a:lnTo>
                    <a:pt x="1641327" y="3254900"/>
                  </a:lnTo>
                  <a:lnTo>
                    <a:pt x="1641420" y="3254900"/>
                  </a:lnTo>
                  <a:lnTo>
                    <a:pt x="1641513" y="3254900"/>
                  </a:lnTo>
                  <a:lnTo>
                    <a:pt x="1641513" y="3244946"/>
                  </a:lnTo>
                  <a:lnTo>
                    <a:pt x="1641607" y="3244946"/>
                  </a:lnTo>
                  <a:lnTo>
                    <a:pt x="1641700" y="3244946"/>
                  </a:lnTo>
                  <a:lnTo>
                    <a:pt x="1641793" y="3244946"/>
                  </a:lnTo>
                  <a:lnTo>
                    <a:pt x="1641886" y="3244946"/>
                  </a:lnTo>
                  <a:lnTo>
                    <a:pt x="1641980" y="3244946"/>
                  </a:lnTo>
                  <a:lnTo>
                    <a:pt x="1642073" y="3244946"/>
                  </a:lnTo>
                  <a:lnTo>
                    <a:pt x="1642166" y="3244946"/>
                  </a:lnTo>
                  <a:lnTo>
                    <a:pt x="1642259" y="3244946"/>
                  </a:lnTo>
                  <a:lnTo>
                    <a:pt x="1642353" y="3244946"/>
                  </a:lnTo>
                  <a:lnTo>
                    <a:pt x="1642446" y="3244946"/>
                  </a:lnTo>
                  <a:lnTo>
                    <a:pt x="1642539" y="3244946"/>
                  </a:lnTo>
                  <a:lnTo>
                    <a:pt x="1642632" y="3244946"/>
                  </a:lnTo>
                  <a:lnTo>
                    <a:pt x="1642726" y="3244946"/>
                  </a:lnTo>
                  <a:lnTo>
                    <a:pt x="1642819" y="3244946"/>
                  </a:lnTo>
                  <a:lnTo>
                    <a:pt x="1642912" y="3244946"/>
                  </a:lnTo>
                  <a:lnTo>
                    <a:pt x="1643005" y="3244946"/>
                  </a:lnTo>
                  <a:lnTo>
                    <a:pt x="1643099" y="3244946"/>
                  </a:lnTo>
                  <a:lnTo>
                    <a:pt x="1643192" y="3244946"/>
                  </a:lnTo>
                  <a:lnTo>
                    <a:pt x="1643285" y="3244946"/>
                  </a:lnTo>
                  <a:lnTo>
                    <a:pt x="1643378" y="3244946"/>
                  </a:lnTo>
                  <a:lnTo>
                    <a:pt x="1643472" y="3244946"/>
                  </a:lnTo>
                  <a:lnTo>
                    <a:pt x="1643565" y="3244946"/>
                  </a:lnTo>
                  <a:lnTo>
                    <a:pt x="1643658" y="3244946"/>
                  </a:lnTo>
                  <a:lnTo>
                    <a:pt x="1643751" y="3244946"/>
                  </a:lnTo>
                  <a:lnTo>
                    <a:pt x="1643845" y="3244946"/>
                  </a:lnTo>
                  <a:lnTo>
                    <a:pt x="1643938" y="3244946"/>
                  </a:lnTo>
                  <a:lnTo>
                    <a:pt x="1644031" y="3244946"/>
                  </a:lnTo>
                  <a:lnTo>
                    <a:pt x="1644124" y="3244946"/>
                  </a:lnTo>
                  <a:lnTo>
                    <a:pt x="1644218" y="3244946"/>
                  </a:lnTo>
                  <a:lnTo>
                    <a:pt x="1644311" y="3244946"/>
                  </a:lnTo>
                  <a:lnTo>
                    <a:pt x="1644404" y="3244946"/>
                  </a:lnTo>
                  <a:lnTo>
                    <a:pt x="1644497" y="3244946"/>
                  </a:lnTo>
                  <a:lnTo>
                    <a:pt x="1644590" y="3244946"/>
                  </a:lnTo>
                  <a:lnTo>
                    <a:pt x="1644684" y="3244946"/>
                  </a:lnTo>
                  <a:lnTo>
                    <a:pt x="1644777" y="3244946"/>
                  </a:lnTo>
                  <a:lnTo>
                    <a:pt x="1644777" y="3234992"/>
                  </a:lnTo>
                  <a:lnTo>
                    <a:pt x="1644870" y="3234992"/>
                  </a:lnTo>
                  <a:lnTo>
                    <a:pt x="1644963" y="3234992"/>
                  </a:lnTo>
                  <a:lnTo>
                    <a:pt x="1645057" y="3234992"/>
                  </a:lnTo>
                  <a:lnTo>
                    <a:pt x="1645150" y="3234992"/>
                  </a:lnTo>
                  <a:lnTo>
                    <a:pt x="1645243" y="3234992"/>
                  </a:lnTo>
                  <a:lnTo>
                    <a:pt x="1645336" y="3234992"/>
                  </a:lnTo>
                  <a:lnTo>
                    <a:pt x="1645430" y="3234992"/>
                  </a:lnTo>
                  <a:lnTo>
                    <a:pt x="1645523" y="3234992"/>
                  </a:lnTo>
                  <a:lnTo>
                    <a:pt x="1645616" y="3234992"/>
                  </a:lnTo>
                  <a:lnTo>
                    <a:pt x="1645709" y="3234992"/>
                  </a:lnTo>
                  <a:lnTo>
                    <a:pt x="1645803" y="3234992"/>
                  </a:lnTo>
                  <a:lnTo>
                    <a:pt x="1645896" y="3234992"/>
                  </a:lnTo>
                  <a:lnTo>
                    <a:pt x="1645989" y="3234992"/>
                  </a:lnTo>
                  <a:lnTo>
                    <a:pt x="1646082" y="3234992"/>
                  </a:lnTo>
                  <a:lnTo>
                    <a:pt x="1646176" y="3234992"/>
                  </a:lnTo>
                  <a:lnTo>
                    <a:pt x="1646269" y="3234992"/>
                  </a:lnTo>
                  <a:lnTo>
                    <a:pt x="1646362" y="3234992"/>
                  </a:lnTo>
                  <a:lnTo>
                    <a:pt x="1646455" y="3234992"/>
                  </a:lnTo>
                  <a:lnTo>
                    <a:pt x="1646549" y="3234992"/>
                  </a:lnTo>
                  <a:lnTo>
                    <a:pt x="1646642" y="3234992"/>
                  </a:lnTo>
                  <a:lnTo>
                    <a:pt x="1646735" y="3234992"/>
                  </a:lnTo>
                  <a:lnTo>
                    <a:pt x="1646828" y="3234992"/>
                  </a:lnTo>
                  <a:lnTo>
                    <a:pt x="1646922" y="3234992"/>
                  </a:lnTo>
                  <a:lnTo>
                    <a:pt x="1647015" y="3234992"/>
                  </a:lnTo>
                  <a:lnTo>
                    <a:pt x="1647108" y="3234992"/>
                  </a:lnTo>
                  <a:lnTo>
                    <a:pt x="1647108" y="3225038"/>
                  </a:lnTo>
                  <a:lnTo>
                    <a:pt x="1647201" y="3225038"/>
                  </a:lnTo>
                  <a:lnTo>
                    <a:pt x="1647295" y="3225038"/>
                  </a:lnTo>
                  <a:lnTo>
                    <a:pt x="1647388" y="3225038"/>
                  </a:lnTo>
                  <a:lnTo>
                    <a:pt x="1647481" y="3225038"/>
                  </a:lnTo>
                  <a:lnTo>
                    <a:pt x="1647574" y="3225038"/>
                  </a:lnTo>
                  <a:lnTo>
                    <a:pt x="1647668" y="3225038"/>
                  </a:lnTo>
                  <a:lnTo>
                    <a:pt x="1647761" y="3225038"/>
                  </a:lnTo>
                  <a:lnTo>
                    <a:pt x="1647854" y="3225038"/>
                  </a:lnTo>
                  <a:lnTo>
                    <a:pt x="1647947" y="3225038"/>
                  </a:lnTo>
                  <a:lnTo>
                    <a:pt x="1648041" y="3225038"/>
                  </a:lnTo>
                  <a:lnTo>
                    <a:pt x="1648134" y="3225038"/>
                  </a:lnTo>
                  <a:lnTo>
                    <a:pt x="1648227" y="3225038"/>
                  </a:lnTo>
                  <a:lnTo>
                    <a:pt x="1648320" y="3225038"/>
                  </a:lnTo>
                  <a:lnTo>
                    <a:pt x="1648414" y="3225038"/>
                  </a:lnTo>
                  <a:lnTo>
                    <a:pt x="1648507" y="3225038"/>
                  </a:lnTo>
                  <a:lnTo>
                    <a:pt x="1648600" y="3225038"/>
                  </a:lnTo>
                  <a:lnTo>
                    <a:pt x="1648693" y="3225038"/>
                  </a:lnTo>
                  <a:lnTo>
                    <a:pt x="1648787" y="3225038"/>
                  </a:lnTo>
                  <a:lnTo>
                    <a:pt x="1648880" y="3225038"/>
                  </a:lnTo>
                  <a:lnTo>
                    <a:pt x="1648973" y="3225038"/>
                  </a:lnTo>
                  <a:lnTo>
                    <a:pt x="1649066" y="3225038"/>
                  </a:lnTo>
                  <a:lnTo>
                    <a:pt x="1649160" y="3225038"/>
                  </a:lnTo>
                  <a:lnTo>
                    <a:pt x="1649253" y="3225038"/>
                  </a:lnTo>
                  <a:lnTo>
                    <a:pt x="1649346" y="3225038"/>
                  </a:lnTo>
                  <a:lnTo>
                    <a:pt x="1649439" y="3225038"/>
                  </a:lnTo>
                  <a:lnTo>
                    <a:pt x="1649533" y="3225038"/>
                  </a:lnTo>
                  <a:lnTo>
                    <a:pt x="1649626" y="3225038"/>
                  </a:lnTo>
                  <a:lnTo>
                    <a:pt x="1649719" y="3225038"/>
                  </a:lnTo>
                  <a:lnTo>
                    <a:pt x="1649812" y="3225038"/>
                  </a:lnTo>
                  <a:lnTo>
                    <a:pt x="1649906" y="3225038"/>
                  </a:lnTo>
                  <a:lnTo>
                    <a:pt x="1649999" y="3225038"/>
                  </a:lnTo>
                  <a:lnTo>
                    <a:pt x="1650092" y="3225038"/>
                  </a:lnTo>
                  <a:lnTo>
                    <a:pt x="1650185" y="3225038"/>
                  </a:lnTo>
                  <a:lnTo>
                    <a:pt x="1650279" y="3225038"/>
                  </a:lnTo>
                  <a:lnTo>
                    <a:pt x="1650372" y="3225038"/>
                  </a:lnTo>
                  <a:lnTo>
                    <a:pt x="1650465" y="3225038"/>
                  </a:lnTo>
                  <a:lnTo>
                    <a:pt x="1650558" y="3225038"/>
                  </a:lnTo>
                  <a:lnTo>
                    <a:pt x="1650652" y="3225038"/>
                  </a:lnTo>
                  <a:lnTo>
                    <a:pt x="1650745" y="3225038"/>
                  </a:lnTo>
                  <a:lnTo>
                    <a:pt x="1650838" y="3225038"/>
                  </a:lnTo>
                  <a:lnTo>
                    <a:pt x="1650931" y="3225038"/>
                  </a:lnTo>
                  <a:lnTo>
                    <a:pt x="1651025" y="3225038"/>
                  </a:lnTo>
                  <a:lnTo>
                    <a:pt x="1651118" y="3225038"/>
                  </a:lnTo>
                  <a:lnTo>
                    <a:pt x="1651211" y="3225038"/>
                  </a:lnTo>
                  <a:lnTo>
                    <a:pt x="1651304" y="3225038"/>
                  </a:lnTo>
                  <a:lnTo>
                    <a:pt x="1651397" y="3225038"/>
                  </a:lnTo>
                  <a:lnTo>
                    <a:pt x="1651491" y="3225038"/>
                  </a:lnTo>
                  <a:lnTo>
                    <a:pt x="1651584" y="3225038"/>
                  </a:lnTo>
                  <a:lnTo>
                    <a:pt x="1651677" y="3225038"/>
                  </a:lnTo>
                  <a:lnTo>
                    <a:pt x="1651770" y="3225038"/>
                  </a:lnTo>
                  <a:lnTo>
                    <a:pt x="1651864" y="3225038"/>
                  </a:lnTo>
                  <a:lnTo>
                    <a:pt x="1651957" y="3225038"/>
                  </a:lnTo>
                  <a:lnTo>
                    <a:pt x="1652050" y="3225038"/>
                  </a:lnTo>
                  <a:lnTo>
                    <a:pt x="1652143" y="3225038"/>
                  </a:lnTo>
                  <a:lnTo>
                    <a:pt x="1652237" y="3225038"/>
                  </a:lnTo>
                  <a:lnTo>
                    <a:pt x="1652330" y="3225038"/>
                  </a:lnTo>
                  <a:lnTo>
                    <a:pt x="1652423" y="3225038"/>
                  </a:lnTo>
                  <a:lnTo>
                    <a:pt x="1652516" y="3225038"/>
                  </a:lnTo>
                  <a:lnTo>
                    <a:pt x="1652610" y="3225038"/>
                  </a:lnTo>
                  <a:lnTo>
                    <a:pt x="1652703" y="3225038"/>
                  </a:lnTo>
                  <a:lnTo>
                    <a:pt x="1652796" y="3225038"/>
                  </a:lnTo>
                  <a:lnTo>
                    <a:pt x="1652889" y="3225038"/>
                  </a:lnTo>
                  <a:lnTo>
                    <a:pt x="1652983" y="3225038"/>
                  </a:lnTo>
                  <a:lnTo>
                    <a:pt x="1653076" y="3225038"/>
                  </a:lnTo>
                  <a:lnTo>
                    <a:pt x="1653169" y="3225038"/>
                  </a:lnTo>
                  <a:lnTo>
                    <a:pt x="1653262" y="3225038"/>
                  </a:lnTo>
                  <a:lnTo>
                    <a:pt x="1653356" y="3225038"/>
                  </a:lnTo>
                  <a:lnTo>
                    <a:pt x="1653449" y="3225038"/>
                  </a:lnTo>
                  <a:lnTo>
                    <a:pt x="1653542" y="3225038"/>
                  </a:lnTo>
                  <a:lnTo>
                    <a:pt x="1653635" y="3225038"/>
                  </a:lnTo>
                  <a:lnTo>
                    <a:pt x="1653729" y="3225038"/>
                  </a:lnTo>
                  <a:lnTo>
                    <a:pt x="1653822" y="3225038"/>
                  </a:lnTo>
                  <a:lnTo>
                    <a:pt x="1653915" y="3225038"/>
                  </a:lnTo>
                  <a:lnTo>
                    <a:pt x="1654008" y="3225038"/>
                  </a:lnTo>
                  <a:lnTo>
                    <a:pt x="1654102" y="3225038"/>
                  </a:lnTo>
                  <a:lnTo>
                    <a:pt x="1654195" y="3225038"/>
                  </a:lnTo>
                  <a:lnTo>
                    <a:pt x="1654288" y="3225038"/>
                  </a:lnTo>
                  <a:lnTo>
                    <a:pt x="1654381" y="3225038"/>
                  </a:lnTo>
                  <a:lnTo>
                    <a:pt x="1654475" y="3225038"/>
                  </a:lnTo>
                  <a:lnTo>
                    <a:pt x="1654568" y="3225038"/>
                  </a:lnTo>
                  <a:lnTo>
                    <a:pt x="1654661" y="3225038"/>
                  </a:lnTo>
                  <a:lnTo>
                    <a:pt x="1654754" y="3225038"/>
                  </a:lnTo>
                  <a:lnTo>
                    <a:pt x="1654848" y="3225038"/>
                  </a:lnTo>
                  <a:lnTo>
                    <a:pt x="1654941" y="3225038"/>
                  </a:lnTo>
                  <a:lnTo>
                    <a:pt x="1655034" y="3225038"/>
                  </a:lnTo>
                  <a:lnTo>
                    <a:pt x="1655127" y="3225038"/>
                  </a:lnTo>
                  <a:lnTo>
                    <a:pt x="1655221" y="3225038"/>
                  </a:lnTo>
                  <a:lnTo>
                    <a:pt x="1655314" y="3225038"/>
                  </a:lnTo>
                  <a:lnTo>
                    <a:pt x="1655407" y="3225038"/>
                  </a:lnTo>
                  <a:lnTo>
                    <a:pt x="1655500" y="3225038"/>
                  </a:lnTo>
                  <a:lnTo>
                    <a:pt x="1655594" y="3225038"/>
                  </a:lnTo>
                  <a:lnTo>
                    <a:pt x="1655687" y="3225038"/>
                  </a:lnTo>
                  <a:lnTo>
                    <a:pt x="1655780" y="3225038"/>
                  </a:lnTo>
                  <a:lnTo>
                    <a:pt x="1655873" y="3225038"/>
                  </a:lnTo>
                  <a:lnTo>
                    <a:pt x="1655967" y="3225038"/>
                  </a:lnTo>
                  <a:lnTo>
                    <a:pt x="1656060" y="3225038"/>
                  </a:lnTo>
                  <a:lnTo>
                    <a:pt x="1656153" y="3225038"/>
                  </a:lnTo>
                  <a:lnTo>
                    <a:pt x="1656246" y="3225038"/>
                  </a:lnTo>
                  <a:lnTo>
                    <a:pt x="1656340" y="3225038"/>
                  </a:lnTo>
                  <a:lnTo>
                    <a:pt x="1656433" y="3225038"/>
                  </a:lnTo>
                  <a:lnTo>
                    <a:pt x="1656526" y="3225038"/>
                  </a:lnTo>
                  <a:lnTo>
                    <a:pt x="1656619" y="3225038"/>
                  </a:lnTo>
                  <a:lnTo>
                    <a:pt x="1656713" y="3225038"/>
                  </a:lnTo>
                  <a:lnTo>
                    <a:pt x="1656806" y="3225038"/>
                  </a:lnTo>
                  <a:lnTo>
                    <a:pt x="1656899" y="3225038"/>
                  </a:lnTo>
                  <a:lnTo>
                    <a:pt x="1656992" y="3225038"/>
                  </a:lnTo>
                  <a:lnTo>
                    <a:pt x="1657086" y="3225038"/>
                  </a:lnTo>
                  <a:lnTo>
                    <a:pt x="1657179" y="3225038"/>
                  </a:lnTo>
                  <a:lnTo>
                    <a:pt x="1657272" y="3225038"/>
                  </a:lnTo>
                  <a:lnTo>
                    <a:pt x="1657365" y="3225038"/>
                  </a:lnTo>
                  <a:lnTo>
                    <a:pt x="1657459" y="3225038"/>
                  </a:lnTo>
                  <a:lnTo>
                    <a:pt x="1657552" y="3225038"/>
                  </a:lnTo>
                  <a:lnTo>
                    <a:pt x="1657645" y="3225038"/>
                  </a:lnTo>
                  <a:lnTo>
                    <a:pt x="1657738" y="3225038"/>
                  </a:lnTo>
                  <a:lnTo>
                    <a:pt x="1657832" y="3225038"/>
                  </a:lnTo>
                  <a:lnTo>
                    <a:pt x="1657925" y="3225038"/>
                  </a:lnTo>
                  <a:lnTo>
                    <a:pt x="1657925" y="3215084"/>
                  </a:lnTo>
                  <a:lnTo>
                    <a:pt x="1658018" y="3215084"/>
                  </a:lnTo>
                  <a:lnTo>
                    <a:pt x="1658111" y="3215084"/>
                  </a:lnTo>
                  <a:lnTo>
                    <a:pt x="1658204" y="3215084"/>
                  </a:lnTo>
                  <a:lnTo>
                    <a:pt x="1658298" y="3215084"/>
                  </a:lnTo>
                  <a:lnTo>
                    <a:pt x="1658391" y="3215084"/>
                  </a:lnTo>
                  <a:lnTo>
                    <a:pt x="1658484" y="3215084"/>
                  </a:lnTo>
                  <a:lnTo>
                    <a:pt x="1658577" y="3215084"/>
                  </a:lnTo>
                  <a:lnTo>
                    <a:pt x="1658671" y="3215084"/>
                  </a:lnTo>
                  <a:lnTo>
                    <a:pt x="1658764" y="3215084"/>
                  </a:lnTo>
                  <a:lnTo>
                    <a:pt x="1658857" y="3215084"/>
                  </a:lnTo>
                  <a:lnTo>
                    <a:pt x="1658950" y="3215084"/>
                  </a:lnTo>
                  <a:lnTo>
                    <a:pt x="1659044" y="3215084"/>
                  </a:lnTo>
                  <a:lnTo>
                    <a:pt x="1659137" y="3215084"/>
                  </a:lnTo>
                  <a:lnTo>
                    <a:pt x="1659230" y="3215084"/>
                  </a:lnTo>
                  <a:lnTo>
                    <a:pt x="1659323" y="3215084"/>
                  </a:lnTo>
                  <a:lnTo>
                    <a:pt x="1659417" y="3215084"/>
                  </a:lnTo>
                  <a:lnTo>
                    <a:pt x="1659510" y="3215084"/>
                  </a:lnTo>
                  <a:lnTo>
                    <a:pt x="1659603" y="3215084"/>
                  </a:lnTo>
                  <a:lnTo>
                    <a:pt x="1659696" y="3215084"/>
                  </a:lnTo>
                  <a:lnTo>
                    <a:pt x="1659790" y="3215084"/>
                  </a:lnTo>
                  <a:lnTo>
                    <a:pt x="1659883" y="3215084"/>
                  </a:lnTo>
                  <a:lnTo>
                    <a:pt x="1659976" y="3215084"/>
                  </a:lnTo>
                  <a:lnTo>
                    <a:pt x="1660069" y="3215084"/>
                  </a:lnTo>
                  <a:lnTo>
                    <a:pt x="1660163" y="3215084"/>
                  </a:lnTo>
                  <a:lnTo>
                    <a:pt x="1660256" y="3215084"/>
                  </a:lnTo>
                  <a:lnTo>
                    <a:pt x="1660349" y="3215084"/>
                  </a:lnTo>
                  <a:lnTo>
                    <a:pt x="1660442" y="3215084"/>
                  </a:lnTo>
                  <a:lnTo>
                    <a:pt x="1660536" y="3215084"/>
                  </a:lnTo>
                  <a:lnTo>
                    <a:pt x="1660629" y="3215084"/>
                  </a:lnTo>
                  <a:lnTo>
                    <a:pt x="1660722" y="3215084"/>
                  </a:lnTo>
                  <a:lnTo>
                    <a:pt x="1660815" y="3215084"/>
                  </a:lnTo>
                  <a:lnTo>
                    <a:pt x="1660909" y="3215084"/>
                  </a:lnTo>
                  <a:lnTo>
                    <a:pt x="1661002" y="3215084"/>
                  </a:lnTo>
                  <a:lnTo>
                    <a:pt x="1661095" y="3215084"/>
                  </a:lnTo>
                  <a:lnTo>
                    <a:pt x="1661188" y="3215084"/>
                  </a:lnTo>
                  <a:lnTo>
                    <a:pt x="1661282" y="3215084"/>
                  </a:lnTo>
                  <a:lnTo>
                    <a:pt x="1661375" y="3215084"/>
                  </a:lnTo>
                  <a:lnTo>
                    <a:pt x="1661468" y="3215084"/>
                  </a:lnTo>
                  <a:lnTo>
                    <a:pt x="1661561" y="3215084"/>
                  </a:lnTo>
                  <a:lnTo>
                    <a:pt x="1661655" y="3215084"/>
                  </a:lnTo>
                  <a:lnTo>
                    <a:pt x="1661748" y="3215084"/>
                  </a:lnTo>
                  <a:lnTo>
                    <a:pt x="1661841" y="3215084"/>
                  </a:lnTo>
                  <a:lnTo>
                    <a:pt x="1661934" y="3215084"/>
                  </a:lnTo>
                  <a:lnTo>
                    <a:pt x="1662028" y="3215084"/>
                  </a:lnTo>
                  <a:lnTo>
                    <a:pt x="1662121" y="3215084"/>
                  </a:lnTo>
                  <a:lnTo>
                    <a:pt x="1662214" y="3215084"/>
                  </a:lnTo>
                  <a:lnTo>
                    <a:pt x="1662307" y="3215084"/>
                  </a:lnTo>
                  <a:lnTo>
                    <a:pt x="1662401" y="3215084"/>
                  </a:lnTo>
                  <a:lnTo>
                    <a:pt x="1662494" y="3215084"/>
                  </a:lnTo>
                  <a:lnTo>
                    <a:pt x="1662587" y="3215084"/>
                  </a:lnTo>
                  <a:lnTo>
                    <a:pt x="1662680" y="3215084"/>
                  </a:lnTo>
                  <a:lnTo>
                    <a:pt x="1662774" y="3215084"/>
                  </a:lnTo>
                  <a:lnTo>
                    <a:pt x="1662867" y="3215084"/>
                  </a:lnTo>
                  <a:lnTo>
                    <a:pt x="1662960" y="3215084"/>
                  </a:lnTo>
                  <a:lnTo>
                    <a:pt x="1663053" y="3215084"/>
                  </a:lnTo>
                  <a:lnTo>
                    <a:pt x="1663147" y="3215084"/>
                  </a:lnTo>
                  <a:lnTo>
                    <a:pt x="1663240" y="3215084"/>
                  </a:lnTo>
                  <a:lnTo>
                    <a:pt x="1663333" y="3215084"/>
                  </a:lnTo>
                  <a:lnTo>
                    <a:pt x="1663426" y="3215084"/>
                  </a:lnTo>
                  <a:lnTo>
                    <a:pt x="1663520" y="3215084"/>
                  </a:lnTo>
                  <a:lnTo>
                    <a:pt x="1663613" y="3215084"/>
                  </a:lnTo>
                  <a:lnTo>
                    <a:pt x="1663706" y="3215084"/>
                  </a:lnTo>
                  <a:lnTo>
                    <a:pt x="1663799" y="3215084"/>
                  </a:lnTo>
                  <a:lnTo>
                    <a:pt x="1663893" y="3215084"/>
                  </a:lnTo>
                  <a:lnTo>
                    <a:pt x="1663986" y="3215084"/>
                  </a:lnTo>
                  <a:lnTo>
                    <a:pt x="1664079" y="3215084"/>
                  </a:lnTo>
                  <a:lnTo>
                    <a:pt x="1664172" y="3215084"/>
                  </a:lnTo>
                  <a:lnTo>
                    <a:pt x="1664266" y="3215084"/>
                  </a:lnTo>
                  <a:lnTo>
                    <a:pt x="1664359" y="3215084"/>
                  </a:lnTo>
                  <a:lnTo>
                    <a:pt x="1664452" y="3215084"/>
                  </a:lnTo>
                  <a:lnTo>
                    <a:pt x="1664545" y="3215084"/>
                  </a:lnTo>
                  <a:lnTo>
                    <a:pt x="1664639" y="3215084"/>
                  </a:lnTo>
                  <a:lnTo>
                    <a:pt x="1664732" y="3215084"/>
                  </a:lnTo>
                  <a:lnTo>
                    <a:pt x="1664825" y="3215084"/>
                  </a:lnTo>
                  <a:lnTo>
                    <a:pt x="1664918" y="3215084"/>
                  </a:lnTo>
                  <a:lnTo>
                    <a:pt x="1665012" y="3215084"/>
                  </a:lnTo>
                  <a:lnTo>
                    <a:pt x="1665105" y="3215084"/>
                  </a:lnTo>
                  <a:lnTo>
                    <a:pt x="1665198" y="3215084"/>
                  </a:lnTo>
                  <a:lnTo>
                    <a:pt x="1665291" y="3215084"/>
                  </a:lnTo>
                  <a:lnTo>
                    <a:pt x="1665384" y="3215084"/>
                  </a:lnTo>
                  <a:lnTo>
                    <a:pt x="1665478" y="3215084"/>
                  </a:lnTo>
                  <a:lnTo>
                    <a:pt x="1665571" y="3215084"/>
                  </a:lnTo>
                  <a:lnTo>
                    <a:pt x="1665664" y="3215084"/>
                  </a:lnTo>
                  <a:lnTo>
                    <a:pt x="1665757" y="3215084"/>
                  </a:lnTo>
                  <a:lnTo>
                    <a:pt x="1665851" y="3215084"/>
                  </a:lnTo>
                  <a:lnTo>
                    <a:pt x="1665944" y="3215084"/>
                  </a:lnTo>
                  <a:lnTo>
                    <a:pt x="1666037" y="3215084"/>
                  </a:lnTo>
                  <a:lnTo>
                    <a:pt x="1666130" y="3215084"/>
                  </a:lnTo>
                  <a:lnTo>
                    <a:pt x="1666224" y="3215084"/>
                  </a:lnTo>
                  <a:lnTo>
                    <a:pt x="1666317" y="3215084"/>
                  </a:lnTo>
                  <a:lnTo>
                    <a:pt x="1666410" y="3215084"/>
                  </a:lnTo>
                  <a:lnTo>
                    <a:pt x="1666503" y="3215084"/>
                  </a:lnTo>
                  <a:lnTo>
                    <a:pt x="1666597" y="3215084"/>
                  </a:lnTo>
                  <a:lnTo>
                    <a:pt x="1666690" y="3215084"/>
                  </a:lnTo>
                  <a:lnTo>
                    <a:pt x="1666783" y="3215084"/>
                  </a:lnTo>
                  <a:lnTo>
                    <a:pt x="1666876" y="3215084"/>
                  </a:lnTo>
                  <a:lnTo>
                    <a:pt x="1666970" y="3215084"/>
                  </a:lnTo>
                  <a:lnTo>
                    <a:pt x="1667063" y="3215084"/>
                  </a:lnTo>
                  <a:lnTo>
                    <a:pt x="1667156" y="3215084"/>
                  </a:lnTo>
                  <a:lnTo>
                    <a:pt x="1667249" y="3215084"/>
                  </a:lnTo>
                  <a:lnTo>
                    <a:pt x="1667343" y="3215084"/>
                  </a:lnTo>
                  <a:lnTo>
                    <a:pt x="1667436" y="3215084"/>
                  </a:lnTo>
                  <a:lnTo>
                    <a:pt x="1667529" y="3215084"/>
                  </a:lnTo>
                  <a:lnTo>
                    <a:pt x="1667622" y="3215084"/>
                  </a:lnTo>
                  <a:lnTo>
                    <a:pt x="1667716" y="3215084"/>
                  </a:lnTo>
                  <a:lnTo>
                    <a:pt x="1667809" y="3215084"/>
                  </a:lnTo>
                  <a:lnTo>
                    <a:pt x="1667902" y="3215084"/>
                  </a:lnTo>
                  <a:lnTo>
                    <a:pt x="1667995" y="3215084"/>
                  </a:lnTo>
                  <a:lnTo>
                    <a:pt x="1668089" y="3215084"/>
                  </a:lnTo>
                  <a:lnTo>
                    <a:pt x="1668182" y="3215084"/>
                  </a:lnTo>
                  <a:lnTo>
                    <a:pt x="1668275" y="3215084"/>
                  </a:lnTo>
                  <a:lnTo>
                    <a:pt x="1668368" y="3215084"/>
                  </a:lnTo>
                  <a:lnTo>
                    <a:pt x="1668462" y="3215084"/>
                  </a:lnTo>
                  <a:lnTo>
                    <a:pt x="1668555" y="3215084"/>
                  </a:lnTo>
                  <a:lnTo>
                    <a:pt x="1668648" y="3215084"/>
                  </a:lnTo>
                  <a:lnTo>
                    <a:pt x="1668741" y="3215084"/>
                  </a:lnTo>
                  <a:lnTo>
                    <a:pt x="1668835" y="3215084"/>
                  </a:lnTo>
                  <a:lnTo>
                    <a:pt x="1668928" y="3215084"/>
                  </a:lnTo>
                  <a:lnTo>
                    <a:pt x="1669021" y="3215084"/>
                  </a:lnTo>
                  <a:lnTo>
                    <a:pt x="1669114" y="3215084"/>
                  </a:lnTo>
                  <a:lnTo>
                    <a:pt x="1669208" y="3215084"/>
                  </a:lnTo>
                  <a:lnTo>
                    <a:pt x="1669301" y="3215084"/>
                  </a:lnTo>
                  <a:lnTo>
                    <a:pt x="1669394" y="3215084"/>
                  </a:lnTo>
                  <a:lnTo>
                    <a:pt x="1669487" y="3215084"/>
                  </a:lnTo>
                  <a:lnTo>
                    <a:pt x="1669581" y="3215084"/>
                  </a:lnTo>
                  <a:lnTo>
                    <a:pt x="1669674" y="3215084"/>
                  </a:lnTo>
                  <a:lnTo>
                    <a:pt x="1669767" y="3215084"/>
                  </a:lnTo>
                  <a:lnTo>
                    <a:pt x="1669860" y="3215084"/>
                  </a:lnTo>
                  <a:lnTo>
                    <a:pt x="1669954" y="3215084"/>
                  </a:lnTo>
                  <a:lnTo>
                    <a:pt x="1670047" y="3215084"/>
                  </a:lnTo>
                  <a:lnTo>
                    <a:pt x="1670140" y="3215084"/>
                  </a:lnTo>
                  <a:lnTo>
                    <a:pt x="1670233" y="3215084"/>
                  </a:lnTo>
                  <a:lnTo>
                    <a:pt x="1670327" y="3215084"/>
                  </a:lnTo>
                  <a:lnTo>
                    <a:pt x="1670420" y="3215084"/>
                  </a:lnTo>
                  <a:lnTo>
                    <a:pt x="1670513" y="3215084"/>
                  </a:lnTo>
                  <a:lnTo>
                    <a:pt x="1670606" y="3215084"/>
                  </a:lnTo>
                  <a:lnTo>
                    <a:pt x="1670700" y="3215084"/>
                  </a:lnTo>
                  <a:lnTo>
                    <a:pt x="1670793" y="3215084"/>
                  </a:lnTo>
                  <a:lnTo>
                    <a:pt x="1670886" y="3215084"/>
                  </a:lnTo>
                  <a:lnTo>
                    <a:pt x="1670979" y="3215084"/>
                  </a:lnTo>
                  <a:lnTo>
                    <a:pt x="1671073" y="3215084"/>
                  </a:lnTo>
                  <a:lnTo>
                    <a:pt x="1671166" y="3215084"/>
                  </a:lnTo>
                  <a:lnTo>
                    <a:pt x="1671259" y="3215084"/>
                  </a:lnTo>
                  <a:lnTo>
                    <a:pt x="1671352" y="3215084"/>
                  </a:lnTo>
                  <a:lnTo>
                    <a:pt x="1671446" y="3215084"/>
                  </a:lnTo>
                  <a:lnTo>
                    <a:pt x="1671539" y="3215084"/>
                  </a:lnTo>
                  <a:lnTo>
                    <a:pt x="1671632" y="3215084"/>
                  </a:lnTo>
                  <a:lnTo>
                    <a:pt x="1671725" y="3215084"/>
                  </a:lnTo>
                  <a:lnTo>
                    <a:pt x="1671819" y="3215084"/>
                  </a:lnTo>
                  <a:lnTo>
                    <a:pt x="1671912" y="3215084"/>
                  </a:lnTo>
                  <a:lnTo>
                    <a:pt x="1672005" y="3215084"/>
                  </a:lnTo>
                  <a:lnTo>
                    <a:pt x="1672098" y="3215084"/>
                  </a:lnTo>
                  <a:lnTo>
                    <a:pt x="1672191" y="3215084"/>
                  </a:lnTo>
                  <a:lnTo>
                    <a:pt x="1672285" y="3215084"/>
                  </a:lnTo>
                  <a:lnTo>
                    <a:pt x="1672378" y="3215084"/>
                  </a:lnTo>
                  <a:lnTo>
                    <a:pt x="1672471" y="3215084"/>
                  </a:lnTo>
                  <a:lnTo>
                    <a:pt x="1672564" y="3215084"/>
                  </a:lnTo>
                  <a:lnTo>
                    <a:pt x="1672658" y="3215084"/>
                  </a:lnTo>
                  <a:lnTo>
                    <a:pt x="1672751" y="3215084"/>
                  </a:lnTo>
                  <a:lnTo>
                    <a:pt x="1672844" y="3215084"/>
                  </a:lnTo>
                  <a:lnTo>
                    <a:pt x="1672937" y="3215084"/>
                  </a:lnTo>
                  <a:lnTo>
                    <a:pt x="1673031" y="3215084"/>
                  </a:lnTo>
                  <a:lnTo>
                    <a:pt x="1673124" y="3215084"/>
                  </a:lnTo>
                  <a:lnTo>
                    <a:pt x="1673217" y="3215084"/>
                  </a:lnTo>
                  <a:lnTo>
                    <a:pt x="1673310" y="3215084"/>
                  </a:lnTo>
                  <a:lnTo>
                    <a:pt x="1673404" y="3215084"/>
                  </a:lnTo>
                  <a:lnTo>
                    <a:pt x="1673497" y="3215084"/>
                  </a:lnTo>
                  <a:lnTo>
                    <a:pt x="1673590" y="3215084"/>
                  </a:lnTo>
                  <a:lnTo>
                    <a:pt x="1673683" y="3215084"/>
                  </a:lnTo>
                  <a:lnTo>
                    <a:pt x="1673777" y="3215084"/>
                  </a:lnTo>
                  <a:lnTo>
                    <a:pt x="1673870" y="3215084"/>
                  </a:lnTo>
                  <a:lnTo>
                    <a:pt x="1673963" y="3215084"/>
                  </a:lnTo>
                  <a:lnTo>
                    <a:pt x="1674056" y="3215084"/>
                  </a:lnTo>
                  <a:lnTo>
                    <a:pt x="1674150" y="3215084"/>
                  </a:lnTo>
                  <a:lnTo>
                    <a:pt x="1674243" y="3215084"/>
                  </a:lnTo>
                  <a:lnTo>
                    <a:pt x="1674336" y="3215084"/>
                  </a:lnTo>
                  <a:lnTo>
                    <a:pt x="1674429" y="3215084"/>
                  </a:lnTo>
                  <a:lnTo>
                    <a:pt x="1674523" y="3215084"/>
                  </a:lnTo>
                  <a:lnTo>
                    <a:pt x="1674616" y="3215084"/>
                  </a:lnTo>
                  <a:lnTo>
                    <a:pt x="1674709" y="3215084"/>
                  </a:lnTo>
                  <a:lnTo>
                    <a:pt x="1674802" y="3215084"/>
                  </a:lnTo>
                  <a:lnTo>
                    <a:pt x="1674896" y="3215084"/>
                  </a:lnTo>
                  <a:lnTo>
                    <a:pt x="1674989" y="3215084"/>
                  </a:lnTo>
                  <a:lnTo>
                    <a:pt x="1675082" y="3215084"/>
                  </a:lnTo>
                  <a:lnTo>
                    <a:pt x="1675175" y="3215084"/>
                  </a:lnTo>
                  <a:lnTo>
                    <a:pt x="1675269" y="3215084"/>
                  </a:lnTo>
                  <a:lnTo>
                    <a:pt x="1675362" y="3215084"/>
                  </a:lnTo>
                  <a:lnTo>
                    <a:pt x="1675455" y="3215084"/>
                  </a:lnTo>
                  <a:lnTo>
                    <a:pt x="1675548" y="3215084"/>
                  </a:lnTo>
                  <a:lnTo>
                    <a:pt x="1675642" y="3215084"/>
                  </a:lnTo>
                  <a:lnTo>
                    <a:pt x="1675735" y="3215084"/>
                  </a:lnTo>
                  <a:lnTo>
                    <a:pt x="1675828" y="3215084"/>
                  </a:lnTo>
                  <a:lnTo>
                    <a:pt x="1675921" y="3215084"/>
                  </a:lnTo>
                  <a:lnTo>
                    <a:pt x="1676015" y="3215084"/>
                  </a:lnTo>
                  <a:lnTo>
                    <a:pt x="1676108" y="3215084"/>
                  </a:lnTo>
                  <a:lnTo>
                    <a:pt x="1676201" y="3215084"/>
                  </a:lnTo>
                  <a:lnTo>
                    <a:pt x="1676294" y="3215084"/>
                  </a:lnTo>
                  <a:lnTo>
                    <a:pt x="1676388" y="3215084"/>
                  </a:lnTo>
                  <a:lnTo>
                    <a:pt x="1676481" y="3215084"/>
                  </a:lnTo>
                  <a:lnTo>
                    <a:pt x="1676574" y="3215084"/>
                  </a:lnTo>
                  <a:lnTo>
                    <a:pt x="1676667" y="3215084"/>
                  </a:lnTo>
                  <a:lnTo>
                    <a:pt x="1676761" y="3215084"/>
                  </a:lnTo>
                  <a:lnTo>
                    <a:pt x="1676854" y="3215084"/>
                  </a:lnTo>
                  <a:lnTo>
                    <a:pt x="1676947" y="3215084"/>
                  </a:lnTo>
                  <a:lnTo>
                    <a:pt x="1677040" y="3215084"/>
                  </a:lnTo>
                  <a:lnTo>
                    <a:pt x="1677134" y="3215084"/>
                  </a:lnTo>
                  <a:lnTo>
                    <a:pt x="1677227" y="3215084"/>
                  </a:lnTo>
                  <a:lnTo>
                    <a:pt x="1677320" y="3215084"/>
                  </a:lnTo>
                  <a:lnTo>
                    <a:pt x="1677413" y="3215084"/>
                  </a:lnTo>
                  <a:lnTo>
                    <a:pt x="1677507" y="3215084"/>
                  </a:lnTo>
                  <a:lnTo>
                    <a:pt x="1677600" y="3215084"/>
                  </a:lnTo>
                  <a:lnTo>
                    <a:pt x="1677693" y="3215084"/>
                  </a:lnTo>
                  <a:lnTo>
                    <a:pt x="1677786" y="3215084"/>
                  </a:lnTo>
                  <a:lnTo>
                    <a:pt x="1677880" y="3215084"/>
                  </a:lnTo>
                  <a:lnTo>
                    <a:pt x="1677973" y="3215084"/>
                  </a:lnTo>
                  <a:lnTo>
                    <a:pt x="1678066" y="3215084"/>
                  </a:lnTo>
                  <a:lnTo>
                    <a:pt x="1678159" y="3215084"/>
                  </a:lnTo>
                  <a:lnTo>
                    <a:pt x="1678253" y="3215084"/>
                  </a:lnTo>
                  <a:lnTo>
                    <a:pt x="1678346" y="3215084"/>
                  </a:lnTo>
                  <a:lnTo>
                    <a:pt x="1678439" y="3215084"/>
                  </a:lnTo>
                  <a:lnTo>
                    <a:pt x="1678532" y="3215084"/>
                  </a:lnTo>
                  <a:lnTo>
                    <a:pt x="1678626" y="3215084"/>
                  </a:lnTo>
                  <a:lnTo>
                    <a:pt x="1678719" y="3215084"/>
                  </a:lnTo>
                  <a:lnTo>
                    <a:pt x="1678812" y="3215084"/>
                  </a:lnTo>
                  <a:lnTo>
                    <a:pt x="1678905" y="3215084"/>
                  </a:lnTo>
                  <a:lnTo>
                    <a:pt x="1678998" y="3215084"/>
                  </a:lnTo>
                  <a:lnTo>
                    <a:pt x="1679092" y="3215084"/>
                  </a:lnTo>
                  <a:lnTo>
                    <a:pt x="1679185" y="3215084"/>
                  </a:lnTo>
                  <a:lnTo>
                    <a:pt x="1679278" y="3215084"/>
                  </a:lnTo>
                  <a:lnTo>
                    <a:pt x="1679371" y="3215084"/>
                  </a:lnTo>
                  <a:lnTo>
                    <a:pt x="1679465" y="3215084"/>
                  </a:lnTo>
                  <a:lnTo>
                    <a:pt x="1679558" y="3215084"/>
                  </a:lnTo>
                  <a:lnTo>
                    <a:pt x="1679651" y="3215084"/>
                  </a:lnTo>
                  <a:lnTo>
                    <a:pt x="1679744" y="3215084"/>
                  </a:lnTo>
                  <a:lnTo>
                    <a:pt x="1679838" y="3215084"/>
                  </a:lnTo>
                  <a:lnTo>
                    <a:pt x="1679931" y="3215084"/>
                  </a:lnTo>
                  <a:lnTo>
                    <a:pt x="1680024" y="3215084"/>
                  </a:lnTo>
                  <a:lnTo>
                    <a:pt x="1680117" y="3215084"/>
                  </a:lnTo>
                  <a:lnTo>
                    <a:pt x="1680211" y="3215084"/>
                  </a:lnTo>
                  <a:lnTo>
                    <a:pt x="1680304" y="3215084"/>
                  </a:lnTo>
                  <a:lnTo>
                    <a:pt x="1680397" y="3215084"/>
                  </a:lnTo>
                  <a:lnTo>
                    <a:pt x="1680490" y="3215084"/>
                  </a:lnTo>
                  <a:lnTo>
                    <a:pt x="1680584" y="3215084"/>
                  </a:lnTo>
                  <a:lnTo>
                    <a:pt x="1680677" y="3215084"/>
                  </a:lnTo>
                  <a:lnTo>
                    <a:pt x="1680770" y="3215084"/>
                  </a:lnTo>
                  <a:lnTo>
                    <a:pt x="1680863" y="3215084"/>
                  </a:lnTo>
                  <a:lnTo>
                    <a:pt x="1680957" y="3215084"/>
                  </a:lnTo>
                  <a:lnTo>
                    <a:pt x="1681050" y="3215084"/>
                  </a:lnTo>
                  <a:lnTo>
                    <a:pt x="1681143" y="3215084"/>
                  </a:lnTo>
                  <a:lnTo>
                    <a:pt x="1681236" y="3215084"/>
                  </a:lnTo>
                  <a:lnTo>
                    <a:pt x="1681330" y="3215084"/>
                  </a:lnTo>
                  <a:lnTo>
                    <a:pt x="1681423" y="3215084"/>
                  </a:lnTo>
                  <a:lnTo>
                    <a:pt x="1681516" y="3215084"/>
                  </a:lnTo>
                  <a:lnTo>
                    <a:pt x="1681609" y="3215084"/>
                  </a:lnTo>
                  <a:lnTo>
                    <a:pt x="1681703" y="3215084"/>
                  </a:lnTo>
                  <a:lnTo>
                    <a:pt x="1681796" y="3215084"/>
                  </a:lnTo>
                  <a:lnTo>
                    <a:pt x="1681889" y="3215084"/>
                  </a:lnTo>
                  <a:lnTo>
                    <a:pt x="1681982" y="3215084"/>
                  </a:lnTo>
                  <a:lnTo>
                    <a:pt x="1682076" y="3215084"/>
                  </a:lnTo>
                  <a:lnTo>
                    <a:pt x="1682169" y="3215084"/>
                  </a:lnTo>
                  <a:lnTo>
                    <a:pt x="1682262" y="3215084"/>
                  </a:lnTo>
                  <a:lnTo>
                    <a:pt x="1682355" y="3215084"/>
                  </a:lnTo>
                  <a:lnTo>
                    <a:pt x="1682449" y="3215084"/>
                  </a:lnTo>
                  <a:lnTo>
                    <a:pt x="1682542" y="3215084"/>
                  </a:lnTo>
                  <a:lnTo>
                    <a:pt x="1682635" y="3215084"/>
                  </a:lnTo>
                  <a:lnTo>
                    <a:pt x="1682728" y="3215084"/>
                  </a:lnTo>
                  <a:lnTo>
                    <a:pt x="1682822" y="3215084"/>
                  </a:lnTo>
                  <a:lnTo>
                    <a:pt x="1682915" y="3215084"/>
                  </a:lnTo>
                  <a:lnTo>
                    <a:pt x="1683008" y="3215084"/>
                  </a:lnTo>
                  <a:lnTo>
                    <a:pt x="1683101" y="3215084"/>
                  </a:lnTo>
                  <a:lnTo>
                    <a:pt x="1683195" y="3215084"/>
                  </a:lnTo>
                  <a:lnTo>
                    <a:pt x="1683288" y="3215084"/>
                  </a:lnTo>
                  <a:lnTo>
                    <a:pt x="1683381" y="3215084"/>
                  </a:lnTo>
                  <a:lnTo>
                    <a:pt x="1683474" y="3215084"/>
                  </a:lnTo>
                  <a:lnTo>
                    <a:pt x="1683568" y="3215084"/>
                  </a:lnTo>
                  <a:lnTo>
                    <a:pt x="1683661" y="3215084"/>
                  </a:lnTo>
                  <a:lnTo>
                    <a:pt x="1683754" y="3215084"/>
                  </a:lnTo>
                  <a:lnTo>
                    <a:pt x="1683847" y="3215084"/>
                  </a:lnTo>
                  <a:lnTo>
                    <a:pt x="1683941" y="3215084"/>
                  </a:lnTo>
                  <a:lnTo>
                    <a:pt x="1684034" y="3215084"/>
                  </a:lnTo>
                  <a:lnTo>
                    <a:pt x="1684127" y="3215084"/>
                  </a:lnTo>
                  <a:lnTo>
                    <a:pt x="1684220" y="3215084"/>
                  </a:lnTo>
                  <a:lnTo>
                    <a:pt x="1684314" y="3215084"/>
                  </a:lnTo>
                  <a:lnTo>
                    <a:pt x="1684407" y="3215084"/>
                  </a:lnTo>
                  <a:lnTo>
                    <a:pt x="1684500" y="3215084"/>
                  </a:lnTo>
                  <a:lnTo>
                    <a:pt x="1684593" y="3215084"/>
                  </a:lnTo>
                  <a:lnTo>
                    <a:pt x="1684687" y="3215084"/>
                  </a:lnTo>
                  <a:lnTo>
                    <a:pt x="1684780" y="3215084"/>
                  </a:lnTo>
                  <a:lnTo>
                    <a:pt x="1684873" y="3215084"/>
                  </a:lnTo>
                  <a:lnTo>
                    <a:pt x="1684966" y="3215084"/>
                  </a:lnTo>
                  <a:lnTo>
                    <a:pt x="1685060" y="3215084"/>
                  </a:lnTo>
                  <a:lnTo>
                    <a:pt x="1685153" y="3215084"/>
                  </a:lnTo>
                  <a:lnTo>
                    <a:pt x="1685246" y="3215084"/>
                  </a:lnTo>
                  <a:lnTo>
                    <a:pt x="1685339" y="3215084"/>
                  </a:lnTo>
                  <a:lnTo>
                    <a:pt x="1685433" y="3215084"/>
                  </a:lnTo>
                  <a:lnTo>
                    <a:pt x="1685526" y="3215084"/>
                  </a:lnTo>
                  <a:lnTo>
                    <a:pt x="1685619" y="3215084"/>
                  </a:lnTo>
                  <a:lnTo>
                    <a:pt x="1685712" y="3215084"/>
                  </a:lnTo>
                  <a:lnTo>
                    <a:pt x="1685806" y="3215084"/>
                  </a:lnTo>
                  <a:lnTo>
                    <a:pt x="1685899" y="3215084"/>
                  </a:lnTo>
                  <a:lnTo>
                    <a:pt x="1685992" y="3215084"/>
                  </a:lnTo>
                  <a:lnTo>
                    <a:pt x="1686085" y="3215084"/>
                  </a:lnTo>
                  <a:lnTo>
                    <a:pt x="1686178" y="3215084"/>
                  </a:lnTo>
                  <a:lnTo>
                    <a:pt x="1686272" y="3215084"/>
                  </a:lnTo>
                  <a:lnTo>
                    <a:pt x="1686365" y="3215084"/>
                  </a:lnTo>
                  <a:lnTo>
                    <a:pt x="1686458" y="3215084"/>
                  </a:lnTo>
                  <a:lnTo>
                    <a:pt x="1686551" y="3215084"/>
                  </a:lnTo>
                  <a:lnTo>
                    <a:pt x="1686645" y="3215084"/>
                  </a:lnTo>
                  <a:lnTo>
                    <a:pt x="1686738" y="3215084"/>
                  </a:lnTo>
                  <a:lnTo>
                    <a:pt x="1686831" y="3215084"/>
                  </a:lnTo>
                  <a:lnTo>
                    <a:pt x="1686924" y="3215084"/>
                  </a:lnTo>
                  <a:lnTo>
                    <a:pt x="1687018" y="3215084"/>
                  </a:lnTo>
                  <a:lnTo>
                    <a:pt x="1687111" y="3215084"/>
                  </a:lnTo>
                  <a:lnTo>
                    <a:pt x="1687204" y="3215084"/>
                  </a:lnTo>
                  <a:lnTo>
                    <a:pt x="1687297" y="3215084"/>
                  </a:lnTo>
                  <a:lnTo>
                    <a:pt x="1687391" y="3215084"/>
                  </a:lnTo>
                  <a:lnTo>
                    <a:pt x="1687484" y="3215084"/>
                  </a:lnTo>
                  <a:lnTo>
                    <a:pt x="1687577" y="3215084"/>
                  </a:lnTo>
                  <a:lnTo>
                    <a:pt x="1687670" y="3215084"/>
                  </a:lnTo>
                  <a:lnTo>
                    <a:pt x="1687764" y="3215084"/>
                  </a:lnTo>
                  <a:lnTo>
                    <a:pt x="1687857" y="3215084"/>
                  </a:lnTo>
                  <a:lnTo>
                    <a:pt x="1687950" y="3215084"/>
                  </a:lnTo>
                  <a:lnTo>
                    <a:pt x="1688043" y="3215084"/>
                  </a:lnTo>
                  <a:lnTo>
                    <a:pt x="1688137" y="3215084"/>
                  </a:lnTo>
                  <a:lnTo>
                    <a:pt x="1688230" y="3215084"/>
                  </a:lnTo>
                  <a:lnTo>
                    <a:pt x="1688323" y="3215084"/>
                  </a:lnTo>
                  <a:lnTo>
                    <a:pt x="1688416" y="3215084"/>
                  </a:lnTo>
                  <a:lnTo>
                    <a:pt x="1688510" y="3215084"/>
                  </a:lnTo>
                  <a:lnTo>
                    <a:pt x="1688603" y="3215084"/>
                  </a:lnTo>
                  <a:lnTo>
                    <a:pt x="1688696" y="3215084"/>
                  </a:lnTo>
                  <a:lnTo>
                    <a:pt x="1688789" y="3215084"/>
                  </a:lnTo>
                  <a:lnTo>
                    <a:pt x="1688883" y="3215084"/>
                  </a:lnTo>
                  <a:lnTo>
                    <a:pt x="1688976" y="3215084"/>
                  </a:lnTo>
                  <a:lnTo>
                    <a:pt x="1689069" y="3215084"/>
                  </a:lnTo>
                  <a:lnTo>
                    <a:pt x="1689162" y="3215084"/>
                  </a:lnTo>
                  <a:lnTo>
                    <a:pt x="1689256" y="3215084"/>
                  </a:lnTo>
                  <a:lnTo>
                    <a:pt x="1689349" y="3215084"/>
                  </a:lnTo>
                  <a:lnTo>
                    <a:pt x="1689442" y="3215084"/>
                  </a:lnTo>
                  <a:lnTo>
                    <a:pt x="1689535" y="3215084"/>
                  </a:lnTo>
                  <a:lnTo>
                    <a:pt x="1689629" y="3215084"/>
                  </a:lnTo>
                  <a:lnTo>
                    <a:pt x="1689722" y="3215084"/>
                  </a:lnTo>
                  <a:lnTo>
                    <a:pt x="1689815" y="3215084"/>
                  </a:lnTo>
                  <a:lnTo>
                    <a:pt x="1689908" y="3215084"/>
                  </a:lnTo>
                  <a:lnTo>
                    <a:pt x="1690002" y="3215084"/>
                  </a:lnTo>
                  <a:lnTo>
                    <a:pt x="1690095" y="3215084"/>
                  </a:lnTo>
                  <a:lnTo>
                    <a:pt x="1690188" y="3215084"/>
                  </a:lnTo>
                  <a:lnTo>
                    <a:pt x="1690281" y="3215084"/>
                  </a:lnTo>
                  <a:lnTo>
                    <a:pt x="1690375" y="3215084"/>
                  </a:lnTo>
                  <a:lnTo>
                    <a:pt x="1690468" y="3215084"/>
                  </a:lnTo>
                  <a:lnTo>
                    <a:pt x="1690561" y="3215084"/>
                  </a:lnTo>
                  <a:lnTo>
                    <a:pt x="1690654" y="3215084"/>
                  </a:lnTo>
                  <a:lnTo>
                    <a:pt x="1690748" y="3215084"/>
                  </a:lnTo>
                  <a:lnTo>
                    <a:pt x="1690841" y="3215084"/>
                  </a:lnTo>
                  <a:lnTo>
                    <a:pt x="1690934" y="3215084"/>
                  </a:lnTo>
                  <a:lnTo>
                    <a:pt x="1691027" y="3215084"/>
                  </a:lnTo>
                  <a:lnTo>
                    <a:pt x="1691121" y="3215084"/>
                  </a:lnTo>
                  <a:lnTo>
                    <a:pt x="1691214" y="3215084"/>
                  </a:lnTo>
                  <a:lnTo>
                    <a:pt x="1691307" y="3215084"/>
                  </a:lnTo>
                  <a:lnTo>
                    <a:pt x="1691400" y="3215084"/>
                  </a:lnTo>
                  <a:lnTo>
                    <a:pt x="1691494" y="3215084"/>
                  </a:lnTo>
                  <a:lnTo>
                    <a:pt x="1691587" y="3215084"/>
                  </a:lnTo>
                  <a:lnTo>
                    <a:pt x="1691680" y="3215084"/>
                  </a:lnTo>
                  <a:lnTo>
                    <a:pt x="1691773" y="3215084"/>
                  </a:lnTo>
                  <a:lnTo>
                    <a:pt x="1691773" y="3205130"/>
                  </a:lnTo>
                  <a:lnTo>
                    <a:pt x="1691867" y="3205130"/>
                  </a:lnTo>
                  <a:lnTo>
                    <a:pt x="1691960" y="3205130"/>
                  </a:lnTo>
                  <a:lnTo>
                    <a:pt x="1692053" y="3205130"/>
                  </a:lnTo>
                  <a:lnTo>
                    <a:pt x="1692146" y="3205130"/>
                  </a:lnTo>
                  <a:lnTo>
                    <a:pt x="1692146" y="3195177"/>
                  </a:lnTo>
                  <a:lnTo>
                    <a:pt x="1692240" y="3195177"/>
                  </a:lnTo>
                  <a:lnTo>
                    <a:pt x="1692333" y="3195177"/>
                  </a:lnTo>
                  <a:lnTo>
                    <a:pt x="1692426" y="3195177"/>
                  </a:lnTo>
                  <a:lnTo>
                    <a:pt x="1692519" y="3195177"/>
                  </a:lnTo>
                  <a:lnTo>
                    <a:pt x="1692613" y="3195177"/>
                  </a:lnTo>
                  <a:lnTo>
                    <a:pt x="1692706" y="3195177"/>
                  </a:lnTo>
                  <a:lnTo>
                    <a:pt x="1692799" y="3195177"/>
                  </a:lnTo>
                  <a:lnTo>
                    <a:pt x="1692892" y="3195177"/>
                  </a:lnTo>
                  <a:lnTo>
                    <a:pt x="1692985" y="3195177"/>
                  </a:lnTo>
                  <a:lnTo>
                    <a:pt x="1693079" y="3195177"/>
                  </a:lnTo>
                  <a:lnTo>
                    <a:pt x="1693079" y="3185223"/>
                  </a:lnTo>
                  <a:lnTo>
                    <a:pt x="1693172" y="3185223"/>
                  </a:lnTo>
                  <a:lnTo>
                    <a:pt x="1693265" y="3185223"/>
                  </a:lnTo>
                  <a:lnTo>
                    <a:pt x="1693358" y="3185223"/>
                  </a:lnTo>
                  <a:lnTo>
                    <a:pt x="1693452" y="3185223"/>
                  </a:lnTo>
                  <a:lnTo>
                    <a:pt x="1693545" y="3185223"/>
                  </a:lnTo>
                  <a:lnTo>
                    <a:pt x="1693638" y="3185223"/>
                  </a:lnTo>
                  <a:lnTo>
                    <a:pt x="1693731" y="3185223"/>
                  </a:lnTo>
                  <a:lnTo>
                    <a:pt x="1693825" y="3185223"/>
                  </a:lnTo>
                  <a:lnTo>
                    <a:pt x="1693918" y="3185223"/>
                  </a:lnTo>
                  <a:lnTo>
                    <a:pt x="1694011" y="3185223"/>
                  </a:lnTo>
                  <a:lnTo>
                    <a:pt x="1694104" y="3185223"/>
                  </a:lnTo>
                  <a:lnTo>
                    <a:pt x="1694198" y="3185223"/>
                  </a:lnTo>
                  <a:lnTo>
                    <a:pt x="1694291" y="3185223"/>
                  </a:lnTo>
                  <a:lnTo>
                    <a:pt x="1694384" y="3185223"/>
                  </a:lnTo>
                  <a:lnTo>
                    <a:pt x="1694477" y="3185223"/>
                  </a:lnTo>
                  <a:lnTo>
                    <a:pt x="1694571" y="3185223"/>
                  </a:lnTo>
                  <a:lnTo>
                    <a:pt x="1694664" y="3185223"/>
                  </a:lnTo>
                  <a:lnTo>
                    <a:pt x="1694757" y="3185223"/>
                  </a:lnTo>
                  <a:lnTo>
                    <a:pt x="1694850" y="3185223"/>
                  </a:lnTo>
                  <a:lnTo>
                    <a:pt x="1694944" y="3185223"/>
                  </a:lnTo>
                  <a:lnTo>
                    <a:pt x="1695037" y="3185223"/>
                  </a:lnTo>
                  <a:lnTo>
                    <a:pt x="1695130" y="3185223"/>
                  </a:lnTo>
                  <a:lnTo>
                    <a:pt x="1695223" y="3185223"/>
                  </a:lnTo>
                  <a:lnTo>
                    <a:pt x="1695317" y="3185223"/>
                  </a:lnTo>
                  <a:lnTo>
                    <a:pt x="1695410" y="3185223"/>
                  </a:lnTo>
                  <a:lnTo>
                    <a:pt x="1695503" y="3185223"/>
                  </a:lnTo>
                  <a:lnTo>
                    <a:pt x="1695596" y="3185223"/>
                  </a:lnTo>
                  <a:lnTo>
                    <a:pt x="1695690" y="3185223"/>
                  </a:lnTo>
                  <a:lnTo>
                    <a:pt x="1695783" y="3185223"/>
                  </a:lnTo>
                  <a:lnTo>
                    <a:pt x="1695876" y="3185223"/>
                  </a:lnTo>
                  <a:lnTo>
                    <a:pt x="1695969" y="3185223"/>
                  </a:lnTo>
                  <a:lnTo>
                    <a:pt x="1696063" y="3185223"/>
                  </a:lnTo>
                  <a:lnTo>
                    <a:pt x="1696156" y="3185223"/>
                  </a:lnTo>
                  <a:lnTo>
                    <a:pt x="1696249" y="3185223"/>
                  </a:lnTo>
                  <a:lnTo>
                    <a:pt x="1696342" y="3185223"/>
                  </a:lnTo>
                  <a:lnTo>
                    <a:pt x="1696436" y="3185223"/>
                  </a:lnTo>
                  <a:lnTo>
                    <a:pt x="1696529" y="3185223"/>
                  </a:lnTo>
                  <a:lnTo>
                    <a:pt x="1696622" y="3185223"/>
                  </a:lnTo>
                  <a:lnTo>
                    <a:pt x="1696715" y="3185223"/>
                  </a:lnTo>
                  <a:lnTo>
                    <a:pt x="1696809" y="3185223"/>
                  </a:lnTo>
                  <a:lnTo>
                    <a:pt x="1696902" y="3185223"/>
                  </a:lnTo>
                  <a:lnTo>
                    <a:pt x="1696995" y="3185223"/>
                  </a:lnTo>
                  <a:lnTo>
                    <a:pt x="1697088" y="3185223"/>
                  </a:lnTo>
                  <a:lnTo>
                    <a:pt x="1697182" y="3185223"/>
                  </a:lnTo>
                  <a:lnTo>
                    <a:pt x="1697275" y="3185223"/>
                  </a:lnTo>
                  <a:lnTo>
                    <a:pt x="1697368" y="3185223"/>
                  </a:lnTo>
                  <a:lnTo>
                    <a:pt x="1697461" y="3185223"/>
                  </a:lnTo>
                  <a:lnTo>
                    <a:pt x="1697555" y="3185223"/>
                  </a:lnTo>
                  <a:lnTo>
                    <a:pt x="1697648" y="3185223"/>
                  </a:lnTo>
                  <a:lnTo>
                    <a:pt x="1697741" y="3185223"/>
                  </a:lnTo>
                  <a:lnTo>
                    <a:pt x="1697834" y="3185223"/>
                  </a:lnTo>
                  <a:lnTo>
                    <a:pt x="1697928" y="3185223"/>
                  </a:lnTo>
                  <a:lnTo>
                    <a:pt x="1698021" y="3185223"/>
                  </a:lnTo>
                  <a:lnTo>
                    <a:pt x="1698114" y="3185223"/>
                  </a:lnTo>
                  <a:lnTo>
                    <a:pt x="1698207" y="3185223"/>
                  </a:lnTo>
                  <a:lnTo>
                    <a:pt x="1698301" y="3185223"/>
                  </a:lnTo>
                  <a:lnTo>
                    <a:pt x="1698394" y="3185223"/>
                  </a:lnTo>
                  <a:lnTo>
                    <a:pt x="1698487" y="3185223"/>
                  </a:lnTo>
                  <a:lnTo>
                    <a:pt x="1698580" y="3185223"/>
                  </a:lnTo>
                  <a:lnTo>
                    <a:pt x="1698674" y="3185223"/>
                  </a:lnTo>
                  <a:lnTo>
                    <a:pt x="1698767" y="3185223"/>
                  </a:lnTo>
                  <a:lnTo>
                    <a:pt x="1698860" y="3185223"/>
                  </a:lnTo>
                  <a:lnTo>
                    <a:pt x="1698953" y="3185223"/>
                  </a:lnTo>
                  <a:lnTo>
                    <a:pt x="1699047" y="3185223"/>
                  </a:lnTo>
                  <a:lnTo>
                    <a:pt x="1699140" y="3185223"/>
                  </a:lnTo>
                  <a:lnTo>
                    <a:pt x="1699233" y="3185223"/>
                  </a:lnTo>
                  <a:lnTo>
                    <a:pt x="1699326" y="3185223"/>
                  </a:lnTo>
                  <a:lnTo>
                    <a:pt x="1699420" y="3185223"/>
                  </a:lnTo>
                  <a:lnTo>
                    <a:pt x="1699513" y="3185223"/>
                  </a:lnTo>
                  <a:lnTo>
                    <a:pt x="1699606" y="3185223"/>
                  </a:lnTo>
                  <a:lnTo>
                    <a:pt x="1699699" y="3185223"/>
                  </a:lnTo>
                  <a:lnTo>
                    <a:pt x="1699792" y="3185223"/>
                  </a:lnTo>
                  <a:lnTo>
                    <a:pt x="1699886" y="3185223"/>
                  </a:lnTo>
                  <a:lnTo>
                    <a:pt x="1699979" y="3185223"/>
                  </a:lnTo>
                  <a:lnTo>
                    <a:pt x="1700072" y="3185223"/>
                  </a:lnTo>
                  <a:lnTo>
                    <a:pt x="1700165" y="3185223"/>
                  </a:lnTo>
                  <a:lnTo>
                    <a:pt x="1700259" y="3185223"/>
                  </a:lnTo>
                  <a:lnTo>
                    <a:pt x="1700352" y="3185223"/>
                  </a:lnTo>
                  <a:lnTo>
                    <a:pt x="1700445" y="3185223"/>
                  </a:lnTo>
                  <a:lnTo>
                    <a:pt x="1700538" y="3185223"/>
                  </a:lnTo>
                  <a:lnTo>
                    <a:pt x="1700632" y="3185223"/>
                  </a:lnTo>
                  <a:lnTo>
                    <a:pt x="1700725" y="3185223"/>
                  </a:lnTo>
                  <a:lnTo>
                    <a:pt x="1700818" y="3185223"/>
                  </a:lnTo>
                  <a:lnTo>
                    <a:pt x="1700911" y="3185223"/>
                  </a:lnTo>
                  <a:lnTo>
                    <a:pt x="1701005" y="3185223"/>
                  </a:lnTo>
                  <a:lnTo>
                    <a:pt x="1701098" y="3185223"/>
                  </a:lnTo>
                  <a:lnTo>
                    <a:pt x="1701191" y="3185223"/>
                  </a:lnTo>
                  <a:lnTo>
                    <a:pt x="1701284" y="3185223"/>
                  </a:lnTo>
                  <a:lnTo>
                    <a:pt x="1701378" y="3185223"/>
                  </a:lnTo>
                  <a:lnTo>
                    <a:pt x="1701471" y="3185223"/>
                  </a:lnTo>
                  <a:lnTo>
                    <a:pt x="1701564" y="3185223"/>
                  </a:lnTo>
                  <a:lnTo>
                    <a:pt x="1701657" y="3185223"/>
                  </a:lnTo>
                  <a:lnTo>
                    <a:pt x="1701751" y="3185223"/>
                  </a:lnTo>
                  <a:lnTo>
                    <a:pt x="1701844" y="3185223"/>
                  </a:lnTo>
                  <a:lnTo>
                    <a:pt x="1701937" y="3185223"/>
                  </a:lnTo>
                  <a:lnTo>
                    <a:pt x="1702030" y="3185223"/>
                  </a:lnTo>
                  <a:lnTo>
                    <a:pt x="1702124" y="3185223"/>
                  </a:lnTo>
                  <a:lnTo>
                    <a:pt x="1702217" y="3185223"/>
                  </a:lnTo>
                  <a:lnTo>
                    <a:pt x="1702310" y="3185223"/>
                  </a:lnTo>
                  <a:lnTo>
                    <a:pt x="1702403" y="3185223"/>
                  </a:lnTo>
                  <a:lnTo>
                    <a:pt x="1702497" y="3185223"/>
                  </a:lnTo>
                  <a:lnTo>
                    <a:pt x="1702590" y="3185223"/>
                  </a:lnTo>
                  <a:lnTo>
                    <a:pt x="1702683" y="3185223"/>
                  </a:lnTo>
                  <a:lnTo>
                    <a:pt x="1702776" y="3185223"/>
                  </a:lnTo>
                  <a:lnTo>
                    <a:pt x="1702870" y="3185223"/>
                  </a:lnTo>
                  <a:lnTo>
                    <a:pt x="1702963" y="3185223"/>
                  </a:lnTo>
                  <a:lnTo>
                    <a:pt x="1703056" y="3185223"/>
                  </a:lnTo>
                  <a:lnTo>
                    <a:pt x="1703149" y="3185223"/>
                  </a:lnTo>
                  <a:lnTo>
                    <a:pt x="1703243" y="3185223"/>
                  </a:lnTo>
                  <a:lnTo>
                    <a:pt x="1703336" y="3185223"/>
                  </a:lnTo>
                  <a:lnTo>
                    <a:pt x="1703429" y="3185223"/>
                  </a:lnTo>
                  <a:lnTo>
                    <a:pt x="1703522" y="3185223"/>
                  </a:lnTo>
                  <a:lnTo>
                    <a:pt x="1703616" y="3185223"/>
                  </a:lnTo>
                  <a:lnTo>
                    <a:pt x="1703709" y="3185223"/>
                  </a:lnTo>
                  <a:lnTo>
                    <a:pt x="1703802" y="3185223"/>
                  </a:lnTo>
                  <a:lnTo>
                    <a:pt x="1703895" y="3185223"/>
                  </a:lnTo>
                  <a:lnTo>
                    <a:pt x="1703989" y="3185223"/>
                  </a:lnTo>
                  <a:lnTo>
                    <a:pt x="1704082" y="3185223"/>
                  </a:lnTo>
                  <a:lnTo>
                    <a:pt x="1704175" y="3185223"/>
                  </a:lnTo>
                  <a:lnTo>
                    <a:pt x="1704268" y="3185223"/>
                  </a:lnTo>
                  <a:lnTo>
                    <a:pt x="1704362" y="3185223"/>
                  </a:lnTo>
                  <a:lnTo>
                    <a:pt x="1704455" y="3185223"/>
                  </a:lnTo>
                  <a:lnTo>
                    <a:pt x="1704548" y="3185223"/>
                  </a:lnTo>
                  <a:lnTo>
                    <a:pt x="1704641" y="3185223"/>
                  </a:lnTo>
                  <a:lnTo>
                    <a:pt x="1704735" y="3185223"/>
                  </a:lnTo>
                  <a:lnTo>
                    <a:pt x="1704828" y="3185223"/>
                  </a:lnTo>
                  <a:lnTo>
                    <a:pt x="1704921" y="3185223"/>
                  </a:lnTo>
                  <a:lnTo>
                    <a:pt x="1705014" y="3185223"/>
                  </a:lnTo>
                  <a:lnTo>
                    <a:pt x="1705108" y="3185223"/>
                  </a:lnTo>
                  <a:lnTo>
                    <a:pt x="1705201" y="3185223"/>
                  </a:lnTo>
                  <a:lnTo>
                    <a:pt x="1705294" y="3185223"/>
                  </a:lnTo>
                  <a:lnTo>
                    <a:pt x="1705387" y="3185223"/>
                  </a:lnTo>
                  <a:lnTo>
                    <a:pt x="1705481" y="3185223"/>
                  </a:lnTo>
                  <a:lnTo>
                    <a:pt x="1705574" y="3185223"/>
                  </a:lnTo>
                  <a:lnTo>
                    <a:pt x="1705667" y="3185223"/>
                  </a:lnTo>
                  <a:lnTo>
                    <a:pt x="1705760" y="3185223"/>
                  </a:lnTo>
                  <a:lnTo>
                    <a:pt x="1705854" y="3185223"/>
                  </a:lnTo>
                  <a:lnTo>
                    <a:pt x="1705947" y="3185223"/>
                  </a:lnTo>
                  <a:lnTo>
                    <a:pt x="1706040" y="3185223"/>
                  </a:lnTo>
                  <a:lnTo>
                    <a:pt x="1706133" y="3185223"/>
                  </a:lnTo>
                  <a:lnTo>
                    <a:pt x="1706227" y="3185223"/>
                  </a:lnTo>
                  <a:lnTo>
                    <a:pt x="1706320" y="3185223"/>
                  </a:lnTo>
                  <a:lnTo>
                    <a:pt x="1706413" y="3185223"/>
                  </a:lnTo>
                  <a:lnTo>
                    <a:pt x="1706506" y="3185223"/>
                  </a:lnTo>
                  <a:lnTo>
                    <a:pt x="1706600" y="3185223"/>
                  </a:lnTo>
                  <a:lnTo>
                    <a:pt x="1706693" y="3185223"/>
                  </a:lnTo>
                  <a:lnTo>
                    <a:pt x="1706786" y="3185223"/>
                  </a:lnTo>
                  <a:lnTo>
                    <a:pt x="1706879" y="3185223"/>
                  </a:lnTo>
                  <a:lnTo>
                    <a:pt x="1706972" y="3185223"/>
                  </a:lnTo>
                  <a:lnTo>
                    <a:pt x="1707066" y="3185223"/>
                  </a:lnTo>
                  <a:lnTo>
                    <a:pt x="1707159" y="3185223"/>
                  </a:lnTo>
                  <a:lnTo>
                    <a:pt x="1707252" y="3185223"/>
                  </a:lnTo>
                  <a:lnTo>
                    <a:pt x="1707345" y="3185223"/>
                  </a:lnTo>
                  <a:lnTo>
                    <a:pt x="1707439" y="3185223"/>
                  </a:lnTo>
                  <a:lnTo>
                    <a:pt x="1707439" y="3175269"/>
                  </a:lnTo>
                  <a:lnTo>
                    <a:pt x="1707532" y="3175269"/>
                  </a:lnTo>
                  <a:lnTo>
                    <a:pt x="1707625" y="3175269"/>
                  </a:lnTo>
                  <a:lnTo>
                    <a:pt x="1707718" y="3175269"/>
                  </a:lnTo>
                  <a:lnTo>
                    <a:pt x="1707812" y="3175269"/>
                  </a:lnTo>
                  <a:lnTo>
                    <a:pt x="1707905" y="3175269"/>
                  </a:lnTo>
                  <a:lnTo>
                    <a:pt x="1707998" y="3175269"/>
                  </a:lnTo>
                  <a:lnTo>
                    <a:pt x="1708091" y="3175269"/>
                  </a:lnTo>
                  <a:lnTo>
                    <a:pt x="1708185" y="3175269"/>
                  </a:lnTo>
                  <a:lnTo>
                    <a:pt x="1708278" y="3175269"/>
                  </a:lnTo>
                  <a:lnTo>
                    <a:pt x="1708371" y="3175269"/>
                  </a:lnTo>
                  <a:lnTo>
                    <a:pt x="1708464" y="3175269"/>
                  </a:lnTo>
                  <a:lnTo>
                    <a:pt x="1708558" y="3175269"/>
                  </a:lnTo>
                  <a:lnTo>
                    <a:pt x="1708651" y="3175269"/>
                  </a:lnTo>
                  <a:lnTo>
                    <a:pt x="1708744" y="3175269"/>
                  </a:lnTo>
                  <a:lnTo>
                    <a:pt x="1708837" y="3175269"/>
                  </a:lnTo>
                  <a:lnTo>
                    <a:pt x="1708931" y="3175269"/>
                  </a:lnTo>
                  <a:lnTo>
                    <a:pt x="1709024" y="3175269"/>
                  </a:lnTo>
                  <a:lnTo>
                    <a:pt x="1709117" y="3175269"/>
                  </a:lnTo>
                  <a:lnTo>
                    <a:pt x="1709210" y="3175269"/>
                  </a:lnTo>
                  <a:lnTo>
                    <a:pt x="1709304" y="3175269"/>
                  </a:lnTo>
                  <a:lnTo>
                    <a:pt x="1709397" y="3175269"/>
                  </a:lnTo>
                  <a:lnTo>
                    <a:pt x="1709490" y="3175269"/>
                  </a:lnTo>
                  <a:lnTo>
                    <a:pt x="1709583" y="3175269"/>
                  </a:lnTo>
                  <a:lnTo>
                    <a:pt x="1709677" y="3175269"/>
                  </a:lnTo>
                  <a:lnTo>
                    <a:pt x="1709770" y="3175269"/>
                  </a:lnTo>
                  <a:lnTo>
                    <a:pt x="1709863" y="3175269"/>
                  </a:lnTo>
                  <a:lnTo>
                    <a:pt x="1709956" y="3175269"/>
                  </a:lnTo>
                  <a:lnTo>
                    <a:pt x="1710050" y="3175269"/>
                  </a:lnTo>
                  <a:lnTo>
                    <a:pt x="1710143" y="3175269"/>
                  </a:lnTo>
                  <a:lnTo>
                    <a:pt x="1710236" y="3175269"/>
                  </a:lnTo>
                  <a:lnTo>
                    <a:pt x="1710329" y="3175269"/>
                  </a:lnTo>
                  <a:lnTo>
                    <a:pt x="1710423" y="3175269"/>
                  </a:lnTo>
                  <a:lnTo>
                    <a:pt x="1710516" y="3175269"/>
                  </a:lnTo>
                  <a:lnTo>
                    <a:pt x="1710609" y="3175269"/>
                  </a:lnTo>
                  <a:lnTo>
                    <a:pt x="1710702" y="3175269"/>
                  </a:lnTo>
                  <a:lnTo>
                    <a:pt x="1710796" y="3175269"/>
                  </a:lnTo>
                  <a:lnTo>
                    <a:pt x="1710889" y="3175269"/>
                  </a:lnTo>
                  <a:lnTo>
                    <a:pt x="1710982" y="3175269"/>
                  </a:lnTo>
                  <a:lnTo>
                    <a:pt x="1711075" y="3175269"/>
                  </a:lnTo>
                  <a:lnTo>
                    <a:pt x="1711169" y="3175269"/>
                  </a:lnTo>
                  <a:lnTo>
                    <a:pt x="1711262" y="3175269"/>
                  </a:lnTo>
                  <a:lnTo>
                    <a:pt x="1711355" y="3175269"/>
                  </a:lnTo>
                  <a:lnTo>
                    <a:pt x="1711448" y="3175269"/>
                  </a:lnTo>
                  <a:lnTo>
                    <a:pt x="1711542" y="3175269"/>
                  </a:lnTo>
                  <a:lnTo>
                    <a:pt x="1711635" y="3175269"/>
                  </a:lnTo>
                  <a:lnTo>
                    <a:pt x="1711728" y="3175269"/>
                  </a:lnTo>
                  <a:lnTo>
                    <a:pt x="1711821" y="3175269"/>
                  </a:lnTo>
                  <a:lnTo>
                    <a:pt x="1711915" y="3175269"/>
                  </a:lnTo>
                  <a:lnTo>
                    <a:pt x="1712008" y="3175269"/>
                  </a:lnTo>
                  <a:lnTo>
                    <a:pt x="1712101" y="3175269"/>
                  </a:lnTo>
                  <a:lnTo>
                    <a:pt x="1712194" y="3175269"/>
                  </a:lnTo>
                  <a:lnTo>
                    <a:pt x="1712288" y="3175269"/>
                  </a:lnTo>
                  <a:lnTo>
                    <a:pt x="1712381" y="3175269"/>
                  </a:lnTo>
                  <a:lnTo>
                    <a:pt x="1712474" y="3175269"/>
                  </a:lnTo>
                  <a:lnTo>
                    <a:pt x="1712567" y="3175269"/>
                  </a:lnTo>
                  <a:lnTo>
                    <a:pt x="1712661" y="3175269"/>
                  </a:lnTo>
                  <a:lnTo>
                    <a:pt x="1712754" y="3175269"/>
                  </a:lnTo>
                  <a:lnTo>
                    <a:pt x="1712847" y="3175269"/>
                  </a:lnTo>
                  <a:lnTo>
                    <a:pt x="1712940" y="3175269"/>
                  </a:lnTo>
                  <a:lnTo>
                    <a:pt x="1713034" y="3175269"/>
                  </a:lnTo>
                  <a:lnTo>
                    <a:pt x="1713127" y="3175269"/>
                  </a:lnTo>
                  <a:lnTo>
                    <a:pt x="1713220" y="3175269"/>
                  </a:lnTo>
                  <a:lnTo>
                    <a:pt x="1713313" y="3175269"/>
                  </a:lnTo>
                  <a:lnTo>
                    <a:pt x="1713313" y="3165315"/>
                  </a:lnTo>
                  <a:lnTo>
                    <a:pt x="1713407" y="3165315"/>
                  </a:lnTo>
                  <a:lnTo>
                    <a:pt x="1713500" y="3165315"/>
                  </a:lnTo>
                  <a:lnTo>
                    <a:pt x="1713593" y="3165315"/>
                  </a:lnTo>
                  <a:lnTo>
                    <a:pt x="1713686" y="3165315"/>
                  </a:lnTo>
                  <a:lnTo>
                    <a:pt x="1713779" y="3165315"/>
                  </a:lnTo>
                  <a:lnTo>
                    <a:pt x="1713873" y="3165315"/>
                  </a:lnTo>
                  <a:lnTo>
                    <a:pt x="1713966" y="3165315"/>
                  </a:lnTo>
                  <a:lnTo>
                    <a:pt x="1714059" y="3165315"/>
                  </a:lnTo>
                  <a:lnTo>
                    <a:pt x="1714152" y="3165315"/>
                  </a:lnTo>
                  <a:lnTo>
                    <a:pt x="1714246" y="3165315"/>
                  </a:lnTo>
                  <a:lnTo>
                    <a:pt x="1714339" y="3165315"/>
                  </a:lnTo>
                  <a:lnTo>
                    <a:pt x="1714432" y="3165315"/>
                  </a:lnTo>
                  <a:lnTo>
                    <a:pt x="1714525" y="3165315"/>
                  </a:lnTo>
                  <a:lnTo>
                    <a:pt x="1714619" y="3165315"/>
                  </a:lnTo>
                  <a:lnTo>
                    <a:pt x="1714712" y="3165315"/>
                  </a:lnTo>
                  <a:lnTo>
                    <a:pt x="1714805" y="3165315"/>
                  </a:lnTo>
                  <a:lnTo>
                    <a:pt x="1714898" y="3165315"/>
                  </a:lnTo>
                  <a:lnTo>
                    <a:pt x="1714992" y="3165315"/>
                  </a:lnTo>
                  <a:lnTo>
                    <a:pt x="1715085" y="3165315"/>
                  </a:lnTo>
                  <a:lnTo>
                    <a:pt x="1715178" y="3165315"/>
                  </a:lnTo>
                  <a:lnTo>
                    <a:pt x="1715271" y="3165315"/>
                  </a:lnTo>
                  <a:lnTo>
                    <a:pt x="1715365" y="3165315"/>
                  </a:lnTo>
                  <a:lnTo>
                    <a:pt x="1715458" y="3165315"/>
                  </a:lnTo>
                  <a:lnTo>
                    <a:pt x="1715551" y="3165315"/>
                  </a:lnTo>
                  <a:lnTo>
                    <a:pt x="1715644" y="3165315"/>
                  </a:lnTo>
                  <a:lnTo>
                    <a:pt x="1715738" y="3165315"/>
                  </a:lnTo>
                  <a:lnTo>
                    <a:pt x="1715831" y="3165315"/>
                  </a:lnTo>
                  <a:lnTo>
                    <a:pt x="1715924" y="3165315"/>
                  </a:lnTo>
                  <a:lnTo>
                    <a:pt x="1716017" y="3165315"/>
                  </a:lnTo>
                  <a:lnTo>
                    <a:pt x="1716111" y="3165315"/>
                  </a:lnTo>
                  <a:lnTo>
                    <a:pt x="1716204" y="3165315"/>
                  </a:lnTo>
                  <a:lnTo>
                    <a:pt x="1716297" y="3165315"/>
                  </a:lnTo>
                  <a:lnTo>
                    <a:pt x="1716390" y="3165315"/>
                  </a:lnTo>
                  <a:lnTo>
                    <a:pt x="1716484" y="3165315"/>
                  </a:lnTo>
                  <a:lnTo>
                    <a:pt x="1716577" y="3165315"/>
                  </a:lnTo>
                  <a:lnTo>
                    <a:pt x="1716670" y="3165315"/>
                  </a:lnTo>
                  <a:lnTo>
                    <a:pt x="1716763" y="3165315"/>
                  </a:lnTo>
                  <a:lnTo>
                    <a:pt x="1716857" y="3165315"/>
                  </a:lnTo>
                  <a:lnTo>
                    <a:pt x="1716950" y="3165315"/>
                  </a:lnTo>
                  <a:lnTo>
                    <a:pt x="1717043" y="3165315"/>
                  </a:lnTo>
                  <a:lnTo>
                    <a:pt x="1717136" y="3165315"/>
                  </a:lnTo>
                  <a:lnTo>
                    <a:pt x="1717230" y="3165315"/>
                  </a:lnTo>
                  <a:lnTo>
                    <a:pt x="1717323" y="3165315"/>
                  </a:lnTo>
                  <a:lnTo>
                    <a:pt x="1717416" y="3165315"/>
                  </a:lnTo>
                  <a:lnTo>
                    <a:pt x="1717509" y="3165315"/>
                  </a:lnTo>
                  <a:lnTo>
                    <a:pt x="1717603" y="3165315"/>
                  </a:lnTo>
                  <a:lnTo>
                    <a:pt x="1717696" y="3165315"/>
                  </a:lnTo>
                  <a:lnTo>
                    <a:pt x="1717789" y="3165315"/>
                  </a:lnTo>
                  <a:lnTo>
                    <a:pt x="1717882" y="3165315"/>
                  </a:lnTo>
                  <a:lnTo>
                    <a:pt x="1717976" y="3165315"/>
                  </a:lnTo>
                  <a:lnTo>
                    <a:pt x="1718069" y="3165315"/>
                  </a:lnTo>
                  <a:lnTo>
                    <a:pt x="1718162" y="3165315"/>
                  </a:lnTo>
                  <a:lnTo>
                    <a:pt x="1718255" y="3165315"/>
                  </a:lnTo>
                  <a:lnTo>
                    <a:pt x="1718349" y="3165315"/>
                  </a:lnTo>
                  <a:lnTo>
                    <a:pt x="1718442" y="3165315"/>
                  </a:lnTo>
                  <a:lnTo>
                    <a:pt x="1718535" y="3165315"/>
                  </a:lnTo>
                  <a:lnTo>
                    <a:pt x="1718628" y="3165315"/>
                  </a:lnTo>
                  <a:lnTo>
                    <a:pt x="1718722" y="3165315"/>
                  </a:lnTo>
                  <a:lnTo>
                    <a:pt x="1718815" y="3165315"/>
                  </a:lnTo>
                  <a:lnTo>
                    <a:pt x="1718908" y="3165315"/>
                  </a:lnTo>
                  <a:lnTo>
                    <a:pt x="1719001" y="3165315"/>
                  </a:lnTo>
                  <a:lnTo>
                    <a:pt x="1719095" y="3165315"/>
                  </a:lnTo>
                  <a:lnTo>
                    <a:pt x="1719188" y="3165315"/>
                  </a:lnTo>
                  <a:lnTo>
                    <a:pt x="1719281" y="3165315"/>
                  </a:lnTo>
                  <a:lnTo>
                    <a:pt x="1719374" y="3165315"/>
                  </a:lnTo>
                  <a:lnTo>
                    <a:pt x="1719468" y="3165315"/>
                  </a:lnTo>
                  <a:lnTo>
                    <a:pt x="1719561" y="3165315"/>
                  </a:lnTo>
                  <a:lnTo>
                    <a:pt x="1719654" y="3165315"/>
                  </a:lnTo>
                  <a:lnTo>
                    <a:pt x="1719747" y="3165315"/>
                  </a:lnTo>
                  <a:lnTo>
                    <a:pt x="1719841" y="3165315"/>
                  </a:lnTo>
                  <a:lnTo>
                    <a:pt x="1719934" y="3165315"/>
                  </a:lnTo>
                  <a:lnTo>
                    <a:pt x="1720027" y="3165315"/>
                  </a:lnTo>
                  <a:lnTo>
                    <a:pt x="1720120" y="3165315"/>
                  </a:lnTo>
                  <a:lnTo>
                    <a:pt x="1720214" y="3165315"/>
                  </a:lnTo>
                  <a:lnTo>
                    <a:pt x="1720307" y="3165315"/>
                  </a:lnTo>
                  <a:lnTo>
                    <a:pt x="1720400" y="3165315"/>
                  </a:lnTo>
                  <a:lnTo>
                    <a:pt x="1720493" y="3165315"/>
                  </a:lnTo>
                  <a:lnTo>
                    <a:pt x="1720586" y="3165315"/>
                  </a:lnTo>
                  <a:lnTo>
                    <a:pt x="1720680" y="3165315"/>
                  </a:lnTo>
                  <a:lnTo>
                    <a:pt x="1720773" y="3165315"/>
                  </a:lnTo>
                  <a:lnTo>
                    <a:pt x="1720866" y="3165315"/>
                  </a:lnTo>
                  <a:lnTo>
                    <a:pt x="1720959" y="3165315"/>
                  </a:lnTo>
                  <a:lnTo>
                    <a:pt x="1721053" y="3165315"/>
                  </a:lnTo>
                  <a:lnTo>
                    <a:pt x="1721146" y="3165315"/>
                  </a:lnTo>
                  <a:lnTo>
                    <a:pt x="1721239" y="3165315"/>
                  </a:lnTo>
                  <a:lnTo>
                    <a:pt x="1721332" y="3165315"/>
                  </a:lnTo>
                  <a:lnTo>
                    <a:pt x="1721426" y="3165315"/>
                  </a:lnTo>
                  <a:lnTo>
                    <a:pt x="1721519" y="3165315"/>
                  </a:lnTo>
                  <a:lnTo>
                    <a:pt x="1721612" y="3165315"/>
                  </a:lnTo>
                  <a:lnTo>
                    <a:pt x="1721705" y="3165315"/>
                  </a:lnTo>
                  <a:lnTo>
                    <a:pt x="1721799" y="3165315"/>
                  </a:lnTo>
                  <a:lnTo>
                    <a:pt x="1721892" y="3165315"/>
                  </a:lnTo>
                  <a:lnTo>
                    <a:pt x="1721985" y="3165315"/>
                  </a:lnTo>
                  <a:lnTo>
                    <a:pt x="1722078" y="3165315"/>
                  </a:lnTo>
                  <a:lnTo>
                    <a:pt x="1722172" y="3165315"/>
                  </a:lnTo>
                  <a:lnTo>
                    <a:pt x="1722265" y="3165315"/>
                  </a:lnTo>
                  <a:lnTo>
                    <a:pt x="1722358" y="3165315"/>
                  </a:lnTo>
                  <a:lnTo>
                    <a:pt x="1722451" y="3165315"/>
                  </a:lnTo>
                  <a:lnTo>
                    <a:pt x="1722545" y="3165315"/>
                  </a:lnTo>
                  <a:lnTo>
                    <a:pt x="1722638" y="3165315"/>
                  </a:lnTo>
                  <a:lnTo>
                    <a:pt x="1722731" y="3165315"/>
                  </a:lnTo>
                  <a:lnTo>
                    <a:pt x="1722824" y="3165315"/>
                  </a:lnTo>
                  <a:lnTo>
                    <a:pt x="1722918" y="3165315"/>
                  </a:lnTo>
                  <a:lnTo>
                    <a:pt x="1723011" y="3165315"/>
                  </a:lnTo>
                  <a:lnTo>
                    <a:pt x="1723104" y="3165315"/>
                  </a:lnTo>
                  <a:lnTo>
                    <a:pt x="1723197" y="3165315"/>
                  </a:lnTo>
                  <a:lnTo>
                    <a:pt x="1723291" y="3165315"/>
                  </a:lnTo>
                  <a:lnTo>
                    <a:pt x="1723384" y="3165315"/>
                  </a:lnTo>
                  <a:lnTo>
                    <a:pt x="1723477" y="3165315"/>
                  </a:lnTo>
                  <a:lnTo>
                    <a:pt x="1723570" y="3165315"/>
                  </a:lnTo>
                  <a:lnTo>
                    <a:pt x="1723664" y="3165315"/>
                  </a:lnTo>
                  <a:lnTo>
                    <a:pt x="1723757" y="3165315"/>
                  </a:lnTo>
                  <a:lnTo>
                    <a:pt x="1723850" y="3165315"/>
                  </a:lnTo>
                  <a:lnTo>
                    <a:pt x="1723943" y="3165315"/>
                  </a:lnTo>
                  <a:lnTo>
                    <a:pt x="1724037" y="3165315"/>
                  </a:lnTo>
                  <a:lnTo>
                    <a:pt x="1724130" y="3165315"/>
                  </a:lnTo>
                  <a:lnTo>
                    <a:pt x="1724223" y="3165315"/>
                  </a:lnTo>
                  <a:lnTo>
                    <a:pt x="1724316" y="3165315"/>
                  </a:lnTo>
                  <a:lnTo>
                    <a:pt x="1724410" y="3165315"/>
                  </a:lnTo>
                  <a:lnTo>
                    <a:pt x="1724503" y="3165315"/>
                  </a:lnTo>
                  <a:lnTo>
                    <a:pt x="1724596" y="3165315"/>
                  </a:lnTo>
                  <a:lnTo>
                    <a:pt x="1724689" y="3165315"/>
                  </a:lnTo>
                  <a:lnTo>
                    <a:pt x="1724783" y="3165315"/>
                  </a:lnTo>
                  <a:lnTo>
                    <a:pt x="1724876" y="3165315"/>
                  </a:lnTo>
                  <a:lnTo>
                    <a:pt x="1724969" y="3165315"/>
                  </a:lnTo>
                  <a:lnTo>
                    <a:pt x="1725062" y="3165315"/>
                  </a:lnTo>
                  <a:lnTo>
                    <a:pt x="1725156" y="3165315"/>
                  </a:lnTo>
                  <a:lnTo>
                    <a:pt x="1725249" y="3165315"/>
                  </a:lnTo>
                  <a:lnTo>
                    <a:pt x="1725342" y="3165315"/>
                  </a:lnTo>
                  <a:lnTo>
                    <a:pt x="1725435" y="3165315"/>
                  </a:lnTo>
                  <a:lnTo>
                    <a:pt x="1725529" y="3165315"/>
                  </a:lnTo>
                  <a:lnTo>
                    <a:pt x="1725622" y="3165315"/>
                  </a:lnTo>
                  <a:lnTo>
                    <a:pt x="1725715" y="3165315"/>
                  </a:lnTo>
                  <a:lnTo>
                    <a:pt x="1725808" y="3165315"/>
                  </a:lnTo>
                  <a:lnTo>
                    <a:pt x="1725902" y="3165315"/>
                  </a:lnTo>
                  <a:lnTo>
                    <a:pt x="1725995" y="3165315"/>
                  </a:lnTo>
                  <a:lnTo>
                    <a:pt x="1726088" y="3165315"/>
                  </a:lnTo>
                  <a:lnTo>
                    <a:pt x="1726181" y="3165315"/>
                  </a:lnTo>
                  <a:lnTo>
                    <a:pt x="1726275" y="3165315"/>
                  </a:lnTo>
                  <a:lnTo>
                    <a:pt x="1726368" y="3165315"/>
                  </a:lnTo>
                  <a:lnTo>
                    <a:pt x="1726461" y="3165315"/>
                  </a:lnTo>
                  <a:lnTo>
                    <a:pt x="1726554" y="3165315"/>
                  </a:lnTo>
                  <a:lnTo>
                    <a:pt x="1726648" y="3165315"/>
                  </a:lnTo>
                  <a:lnTo>
                    <a:pt x="1726741" y="3165315"/>
                  </a:lnTo>
                  <a:lnTo>
                    <a:pt x="1726834" y="3165315"/>
                  </a:lnTo>
                  <a:lnTo>
                    <a:pt x="1726927" y="3165315"/>
                  </a:lnTo>
                  <a:lnTo>
                    <a:pt x="1726927" y="3155361"/>
                  </a:lnTo>
                  <a:lnTo>
                    <a:pt x="1727021" y="3155361"/>
                  </a:lnTo>
                  <a:lnTo>
                    <a:pt x="1727114" y="3155361"/>
                  </a:lnTo>
                  <a:lnTo>
                    <a:pt x="1727207" y="3155361"/>
                  </a:lnTo>
                  <a:lnTo>
                    <a:pt x="1727300" y="3155361"/>
                  </a:lnTo>
                  <a:lnTo>
                    <a:pt x="1727394" y="3155361"/>
                  </a:lnTo>
                  <a:lnTo>
                    <a:pt x="1727487" y="3155361"/>
                  </a:lnTo>
                  <a:lnTo>
                    <a:pt x="1727487" y="3145407"/>
                  </a:lnTo>
                  <a:lnTo>
                    <a:pt x="1727580" y="3145407"/>
                  </a:lnTo>
                  <a:lnTo>
                    <a:pt x="1727673" y="3145407"/>
                  </a:lnTo>
                  <a:lnTo>
                    <a:pt x="1727766" y="3145407"/>
                  </a:lnTo>
                  <a:lnTo>
                    <a:pt x="1727860" y="3145407"/>
                  </a:lnTo>
                  <a:lnTo>
                    <a:pt x="1727953" y="3145407"/>
                  </a:lnTo>
                  <a:lnTo>
                    <a:pt x="1728046" y="3145407"/>
                  </a:lnTo>
                  <a:lnTo>
                    <a:pt x="1728139" y="3145407"/>
                  </a:lnTo>
                  <a:lnTo>
                    <a:pt x="1728233" y="3145407"/>
                  </a:lnTo>
                  <a:lnTo>
                    <a:pt x="1728326" y="3145407"/>
                  </a:lnTo>
                  <a:lnTo>
                    <a:pt x="1728419" y="3145407"/>
                  </a:lnTo>
                  <a:lnTo>
                    <a:pt x="1728512" y="3145407"/>
                  </a:lnTo>
                  <a:lnTo>
                    <a:pt x="1728606" y="3145407"/>
                  </a:lnTo>
                  <a:lnTo>
                    <a:pt x="1728699" y="3145407"/>
                  </a:lnTo>
                  <a:lnTo>
                    <a:pt x="1728792" y="3145407"/>
                  </a:lnTo>
                  <a:lnTo>
                    <a:pt x="1728885" y="3145407"/>
                  </a:lnTo>
                  <a:lnTo>
                    <a:pt x="1728979" y="3145407"/>
                  </a:lnTo>
                  <a:lnTo>
                    <a:pt x="1729072" y="3145407"/>
                  </a:lnTo>
                  <a:lnTo>
                    <a:pt x="1729165" y="3145407"/>
                  </a:lnTo>
                  <a:lnTo>
                    <a:pt x="1729258" y="3145407"/>
                  </a:lnTo>
                  <a:lnTo>
                    <a:pt x="1729352" y="3145407"/>
                  </a:lnTo>
                  <a:lnTo>
                    <a:pt x="1729445" y="3145407"/>
                  </a:lnTo>
                  <a:lnTo>
                    <a:pt x="1729538" y="3145407"/>
                  </a:lnTo>
                  <a:lnTo>
                    <a:pt x="1729631" y="3145407"/>
                  </a:lnTo>
                  <a:lnTo>
                    <a:pt x="1729725" y="3145407"/>
                  </a:lnTo>
                  <a:lnTo>
                    <a:pt x="1729818" y="3145407"/>
                  </a:lnTo>
                  <a:lnTo>
                    <a:pt x="1729911" y="3145407"/>
                  </a:lnTo>
                  <a:lnTo>
                    <a:pt x="1730004" y="3145407"/>
                  </a:lnTo>
                  <a:lnTo>
                    <a:pt x="1730004" y="3135454"/>
                  </a:lnTo>
                  <a:lnTo>
                    <a:pt x="1730098" y="3135454"/>
                  </a:lnTo>
                  <a:lnTo>
                    <a:pt x="1730191" y="3135454"/>
                  </a:lnTo>
                  <a:lnTo>
                    <a:pt x="1730284" y="3135454"/>
                  </a:lnTo>
                  <a:lnTo>
                    <a:pt x="1730377" y="3135454"/>
                  </a:lnTo>
                  <a:lnTo>
                    <a:pt x="1730471" y="3135454"/>
                  </a:lnTo>
                  <a:lnTo>
                    <a:pt x="1730564" y="3135454"/>
                  </a:lnTo>
                  <a:lnTo>
                    <a:pt x="1730657" y="3135454"/>
                  </a:lnTo>
                  <a:lnTo>
                    <a:pt x="1730750" y="3135454"/>
                  </a:lnTo>
                  <a:lnTo>
                    <a:pt x="1730844" y="3135454"/>
                  </a:lnTo>
                  <a:lnTo>
                    <a:pt x="1730937" y="3135454"/>
                  </a:lnTo>
                  <a:lnTo>
                    <a:pt x="1731030" y="3135454"/>
                  </a:lnTo>
                  <a:lnTo>
                    <a:pt x="1731123" y="3135454"/>
                  </a:lnTo>
                  <a:lnTo>
                    <a:pt x="1731123" y="3125500"/>
                  </a:lnTo>
                  <a:lnTo>
                    <a:pt x="1731217" y="3125500"/>
                  </a:lnTo>
                  <a:lnTo>
                    <a:pt x="1731310" y="3125500"/>
                  </a:lnTo>
                  <a:lnTo>
                    <a:pt x="1731403" y="3125500"/>
                  </a:lnTo>
                  <a:lnTo>
                    <a:pt x="1731496" y="3125500"/>
                  </a:lnTo>
                  <a:lnTo>
                    <a:pt x="1731590" y="3125500"/>
                  </a:lnTo>
                  <a:lnTo>
                    <a:pt x="1731683" y="3125500"/>
                  </a:lnTo>
                  <a:lnTo>
                    <a:pt x="1731776" y="3125500"/>
                  </a:lnTo>
                  <a:lnTo>
                    <a:pt x="1731869" y="3125500"/>
                  </a:lnTo>
                  <a:lnTo>
                    <a:pt x="1731963" y="3125500"/>
                  </a:lnTo>
                  <a:lnTo>
                    <a:pt x="1732056" y="3125500"/>
                  </a:lnTo>
                  <a:lnTo>
                    <a:pt x="1732149" y="3125500"/>
                  </a:lnTo>
                  <a:lnTo>
                    <a:pt x="1732242" y="3125500"/>
                  </a:lnTo>
                  <a:lnTo>
                    <a:pt x="1732336" y="3125500"/>
                  </a:lnTo>
                  <a:lnTo>
                    <a:pt x="1732429" y="3125500"/>
                  </a:lnTo>
                  <a:lnTo>
                    <a:pt x="1732522" y="3125500"/>
                  </a:lnTo>
                  <a:lnTo>
                    <a:pt x="1732615" y="3125500"/>
                  </a:lnTo>
                  <a:lnTo>
                    <a:pt x="1732709" y="3125500"/>
                  </a:lnTo>
                  <a:lnTo>
                    <a:pt x="1732802" y="3125500"/>
                  </a:lnTo>
                  <a:lnTo>
                    <a:pt x="1732895" y="3125500"/>
                  </a:lnTo>
                  <a:lnTo>
                    <a:pt x="1732988" y="3125500"/>
                  </a:lnTo>
                  <a:lnTo>
                    <a:pt x="1733082" y="3125500"/>
                  </a:lnTo>
                  <a:lnTo>
                    <a:pt x="1733175" y="3125500"/>
                  </a:lnTo>
                  <a:lnTo>
                    <a:pt x="1733268" y="3125500"/>
                  </a:lnTo>
                  <a:lnTo>
                    <a:pt x="1733361" y="3125500"/>
                  </a:lnTo>
                  <a:lnTo>
                    <a:pt x="1733455" y="3125500"/>
                  </a:lnTo>
                  <a:lnTo>
                    <a:pt x="1733548" y="3125500"/>
                  </a:lnTo>
                  <a:lnTo>
                    <a:pt x="1733641" y="3125500"/>
                  </a:lnTo>
                  <a:lnTo>
                    <a:pt x="1733734" y="3125500"/>
                  </a:lnTo>
                  <a:lnTo>
                    <a:pt x="1733828" y="3125500"/>
                  </a:lnTo>
                  <a:lnTo>
                    <a:pt x="1733921" y="3125500"/>
                  </a:lnTo>
                  <a:lnTo>
                    <a:pt x="1734014" y="3125500"/>
                  </a:lnTo>
                  <a:lnTo>
                    <a:pt x="1734107" y="3125500"/>
                  </a:lnTo>
                  <a:lnTo>
                    <a:pt x="1734201" y="3125500"/>
                  </a:lnTo>
                  <a:lnTo>
                    <a:pt x="1734294" y="3125500"/>
                  </a:lnTo>
                  <a:lnTo>
                    <a:pt x="1734387" y="3125500"/>
                  </a:lnTo>
                  <a:lnTo>
                    <a:pt x="1734480" y="3125500"/>
                  </a:lnTo>
                  <a:lnTo>
                    <a:pt x="1734573" y="3125500"/>
                  </a:lnTo>
                  <a:lnTo>
                    <a:pt x="1734667" y="3125500"/>
                  </a:lnTo>
                  <a:lnTo>
                    <a:pt x="1734760" y="3125500"/>
                  </a:lnTo>
                  <a:lnTo>
                    <a:pt x="1734853" y="3125500"/>
                  </a:lnTo>
                  <a:lnTo>
                    <a:pt x="1734946" y="3125500"/>
                  </a:lnTo>
                  <a:lnTo>
                    <a:pt x="1735040" y="3125500"/>
                  </a:lnTo>
                  <a:lnTo>
                    <a:pt x="1735133" y="3125500"/>
                  </a:lnTo>
                  <a:lnTo>
                    <a:pt x="1735226" y="3125500"/>
                  </a:lnTo>
                  <a:lnTo>
                    <a:pt x="1735319" y="3125500"/>
                  </a:lnTo>
                  <a:lnTo>
                    <a:pt x="1735413" y="3125500"/>
                  </a:lnTo>
                  <a:lnTo>
                    <a:pt x="1735506" y="3125500"/>
                  </a:lnTo>
                  <a:lnTo>
                    <a:pt x="1735599" y="3125500"/>
                  </a:lnTo>
                  <a:lnTo>
                    <a:pt x="1735692" y="3125500"/>
                  </a:lnTo>
                  <a:lnTo>
                    <a:pt x="1735786" y="3125500"/>
                  </a:lnTo>
                  <a:lnTo>
                    <a:pt x="1735879" y="3125500"/>
                  </a:lnTo>
                  <a:lnTo>
                    <a:pt x="1735972" y="3125500"/>
                  </a:lnTo>
                  <a:lnTo>
                    <a:pt x="1736065" y="3125500"/>
                  </a:lnTo>
                  <a:lnTo>
                    <a:pt x="1736159" y="3125500"/>
                  </a:lnTo>
                  <a:lnTo>
                    <a:pt x="1736252" y="3125500"/>
                  </a:lnTo>
                  <a:lnTo>
                    <a:pt x="1736345" y="3125500"/>
                  </a:lnTo>
                  <a:lnTo>
                    <a:pt x="1736438" y="3125500"/>
                  </a:lnTo>
                  <a:lnTo>
                    <a:pt x="1736532" y="3125500"/>
                  </a:lnTo>
                  <a:lnTo>
                    <a:pt x="1736625" y="3125500"/>
                  </a:lnTo>
                  <a:lnTo>
                    <a:pt x="1736718" y="3125500"/>
                  </a:lnTo>
                  <a:lnTo>
                    <a:pt x="1736811" y="3125500"/>
                  </a:lnTo>
                  <a:lnTo>
                    <a:pt x="1736905" y="3125500"/>
                  </a:lnTo>
                  <a:lnTo>
                    <a:pt x="1736998" y="3125500"/>
                  </a:lnTo>
                  <a:lnTo>
                    <a:pt x="1737091" y="3125500"/>
                  </a:lnTo>
                  <a:lnTo>
                    <a:pt x="1737184" y="3125500"/>
                  </a:lnTo>
                  <a:lnTo>
                    <a:pt x="1737278" y="3125500"/>
                  </a:lnTo>
                  <a:lnTo>
                    <a:pt x="1737371" y="3125500"/>
                  </a:lnTo>
                  <a:lnTo>
                    <a:pt x="1737464" y="3125500"/>
                  </a:lnTo>
                  <a:lnTo>
                    <a:pt x="1737557" y="3125500"/>
                  </a:lnTo>
                  <a:lnTo>
                    <a:pt x="1737651" y="3125500"/>
                  </a:lnTo>
                  <a:lnTo>
                    <a:pt x="1737744" y="3125500"/>
                  </a:lnTo>
                  <a:lnTo>
                    <a:pt x="1737837" y="3125500"/>
                  </a:lnTo>
                  <a:lnTo>
                    <a:pt x="1737930" y="3125500"/>
                  </a:lnTo>
                  <a:lnTo>
                    <a:pt x="1738024" y="3125500"/>
                  </a:lnTo>
                  <a:lnTo>
                    <a:pt x="1738117" y="3125500"/>
                  </a:lnTo>
                  <a:lnTo>
                    <a:pt x="1738210" y="3125500"/>
                  </a:lnTo>
                  <a:lnTo>
                    <a:pt x="1738303" y="3125500"/>
                  </a:lnTo>
                  <a:lnTo>
                    <a:pt x="1738397" y="3125500"/>
                  </a:lnTo>
                  <a:lnTo>
                    <a:pt x="1738490" y="3125500"/>
                  </a:lnTo>
                  <a:lnTo>
                    <a:pt x="1738583" y="3125500"/>
                  </a:lnTo>
                  <a:lnTo>
                    <a:pt x="1738676" y="3125500"/>
                  </a:lnTo>
                  <a:lnTo>
                    <a:pt x="1738770" y="3125500"/>
                  </a:lnTo>
                  <a:lnTo>
                    <a:pt x="1738863" y="3125500"/>
                  </a:lnTo>
                  <a:lnTo>
                    <a:pt x="1738956" y="3125500"/>
                  </a:lnTo>
                  <a:lnTo>
                    <a:pt x="1739049" y="3125500"/>
                  </a:lnTo>
                  <a:lnTo>
                    <a:pt x="1739143" y="3125500"/>
                  </a:lnTo>
                  <a:lnTo>
                    <a:pt x="1739236" y="3125500"/>
                  </a:lnTo>
                  <a:lnTo>
                    <a:pt x="1739329" y="3125500"/>
                  </a:lnTo>
                  <a:lnTo>
                    <a:pt x="1739422" y="3125500"/>
                  </a:lnTo>
                  <a:lnTo>
                    <a:pt x="1739516" y="3125500"/>
                  </a:lnTo>
                  <a:lnTo>
                    <a:pt x="1739609" y="3125500"/>
                  </a:lnTo>
                  <a:lnTo>
                    <a:pt x="1739702" y="3125500"/>
                  </a:lnTo>
                  <a:lnTo>
                    <a:pt x="1739795" y="3125500"/>
                  </a:lnTo>
                  <a:lnTo>
                    <a:pt x="1739889" y="3125500"/>
                  </a:lnTo>
                  <a:lnTo>
                    <a:pt x="1739982" y="3125500"/>
                  </a:lnTo>
                  <a:lnTo>
                    <a:pt x="1740075" y="3125500"/>
                  </a:lnTo>
                  <a:lnTo>
                    <a:pt x="1740168" y="3125500"/>
                  </a:lnTo>
                  <a:lnTo>
                    <a:pt x="1740262" y="3125500"/>
                  </a:lnTo>
                  <a:lnTo>
                    <a:pt x="1740355" y="3125500"/>
                  </a:lnTo>
                  <a:lnTo>
                    <a:pt x="1740355" y="3115546"/>
                  </a:lnTo>
                  <a:lnTo>
                    <a:pt x="1740448" y="3115546"/>
                  </a:lnTo>
                  <a:lnTo>
                    <a:pt x="1740541" y="3115546"/>
                  </a:lnTo>
                  <a:lnTo>
                    <a:pt x="1740635" y="3115546"/>
                  </a:lnTo>
                  <a:lnTo>
                    <a:pt x="1740728" y="3115546"/>
                  </a:lnTo>
                  <a:lnTo>
                    <a:pt x="1740821" y="3115546"/>
                  </a:lnTo>
                  <a:lnTo>
                    <a:pt x="1740914" y="3115546"/>
                  </a:lnTo>
                  <a:lnTo>
                    <a:pt x="1741008" y="3115546"/>
                  </a:lnTo>
                  <a:lnTo>
                    <a:pt x="1741101" y="3115546"/>
                  </a:lnTo>
                  <a:lnTo>
                    <a:pt x="1741194" y="3115546"/>
                  </a:lnTo>
                  <a:lnTo>
                    <a:pt x="1741287" y="3115546"/>
                  </a:lnTo>
                  <a:lnTo>
                    <a:pt x="1741381" y="3115546"/>
                  </a:lnTo>
                  <a:lnTo>
                    <a:pt x="1741474" y="3115546"/>
                  </a:lnTo>
                  <a:lnTo>
                    <a:pt x="1741567" y="3115546"/>
                  </a:lnTo>
                  <a:lnTo>
                    <a:pt x="1741660" y="3115546"/>
                  </a:lnTo>
                  <a:lnTo>
                    <a:pt x="1741753" y="3115546"/>
                  </a:lnTo>
                  <a:lnTo>
                    <a:pt x="1741847" y="3115546"/>
                  </a:lnTo>
                  <a:lnTo>
                    <a:pt x="1741940" y="3115546"/>
                  </a:lnTo>
                  <a:lnTo>
                    <a:pt x="1742033" y="3115546"/>
                  </a:lnTo>
                  <a:lnTo>
                    <a:pt x="1742126" y="3115546"/>
                  </a:lnTo>
                  <a:lnTo>
                    <a:pt x="1742220" y="3115546"/>
                  </a:lnTo>
                  <a:lnTo>
                    <a:pt x="1742313" y="3115546"/>
                  </a:lnTo>
                  <a:lnTo>
                    <a:pt x="1742406" y="3115546"/>
                  </a:lnTo>
                  <a:lnTo>
                    <a:pt x="1742499" y="3115546"/>
                  </a:lnTo>
                  <a:lnTo>
                    <a:pt x="1742593" y="3115546"/>
                  </a:lnTo>
                  <a:lnTo>
                    <a:pt x="1742686" y="3115546"/>
                  </a:lnTo>
                  <a:lnTo>
                    <a:pt x="1742779" y="3115546"/>
                  </a:lnTo>
                  <a:lnTo>
                    <a:pt x="1742872" y="3115546"/>
                  </a:lnTo>
                  <a:lnTo>
                    <a:pt x="1742966" y="3115546"/>
                  </a:lnTo>
                  <a:lnTo>
                    <a:pt x="1743059" y="3115546"/>
                  </a:lnTo>
                  <a:lnTo>
                    <a:pt x="1743152" y="3115546"/>
                  </a:lnTo>
                  <a:lnTo>
                    <a:pt x="1743245" y="3115546"/>
                  </a:lnTo>
                  <a:lnTo>
                    <a:pt x="1743339" y="3115546"/>
                  </a:lnTo>
                  <a:lnTo>
                    <a:pt x="1743432" y="3115546"/>
                  </a:lnTo>
                  <a:lnTo>
                    <a:pt x="1743525" y="3115546"/>
                  </a:lnTo>
                  <a:lnTo>
                    <a:pt x="1743618" y="3115546"/>
                  </a:lnTo>
                  <a:lnTo>
                    <a:pt x="1743712" y="3115546"/>
                  </a:lnTo>
                  <a:lnTo>
                    <a:pt x="1743805" y="3115546"/>
                  </a:lnTo>
                  <a:lnTo>
                    <a:pt x="1743898" y="3115546"/>
                  </a:lnTo>
                  <a:lnTo>
                    <a:pt x="1743991" y="3115546"/>
                  </a:lnTo>
                  <a:lnTo>
                    <a:pt x="1744085" y="3115546"/>
                  </a:lnTo>
                  <a:lnTo>
                    <a:pt x="1744178" y="3115546"/>
                  </a:lnTo>
                  <a:lnTo>
                    <a:pt x="1744271" y="3115546"/>
                  </a:lnTo>
                  <a:lnTo>
                    <a:pt x="1744364" y="3115546"/>
                  </a:lnTo>
                  <a:lnTo>
                    <a:pt x="1744458" y="3115546"/>
                  </a:lnTo>
                  <a:lnTo>
                    <a:pt x="1744551" y="3115546"/>
                  </a:lnTo>
                  <a:lnTo>
                    <a:pt x="1744644" y="3115546"/>
                  </a:lnTo>
                  <a:lnTo>
                    <a:pt x="1744737" y="3115546"/>
                  </a:lnTo>
                  <a:lnTo>
                    <a:pt x="1744831" y="3115546"/>
                  </a:lnTo>
                  <a:lnTo>
                    <a:pt x="1744924" y="3115546"/>
                  </a:lnTo>
                  <a:lnTo>
                    <a:pt x="1745017" y="3115546"/>
                  </a:lnTo>
                  <a:lnTo>
                    <a:pt x="1745110" y="3115546"/>
                  </a:lnTo>
                  <a:lnTo>
                    <a:pt x="1745204" y="3115546"/>
                  </a:lnTo>
                  <a:lnTo>
                    <a:pt x="1745297" y="3115546"/>
                  </a:lnTo>
                  <a:lnTo>
                    <a:pt x="1745390" y="3115546"/>
                  </a:lnTo>
                  <a:lnTo>
                    <a:pt x="1745483" y="3115546"/>
                  </a:lnTo>
                  <a:lnTo>
                    <a:pt x="1745577" y="3115546"/>
                  </a:lnTo>
                  <a:lnTo>
                    <a:pt x="1745670" y="3115546"/>
                  </a:lnTo>
                  <a:lnTo>
                    <a:pt x="1745763" y="3115546"/>
                  </a:lnTo>
                  <a:lnTo>
                    <a:pt x="1745856" y="3115546"/>
                  </a:lnTo>
                  <a:lnTo>
                    <a:pt x="1745950" y="3115546"/>
                  </a:lnTo>
                  <a:lnTo>
                    <a:pt x="1746043" y="3115546"/>
                  </a:lnTo>
                  <a:lnTo>
                    <a:pt x="1746136" y="3115546"/>
                  </a:lnTo>
                  <a:lnTo>
                    <a:pt x="1746229" y="3115546"/>
                  </a:lnTo>
                  <a:lnTo>
                    <a:pt x="1746323" y="3115546"/>
                  </a:lnTo>
                  <a:lnTo>
                    <a:pt x="1746416" y="3115546"/>
                  </a:lnTo>
                  <a:lnTo>
                    <a:pt x="1746509" y="3115546"/>
                  </a:lnTo>
                  <a:lnTo>
                    <a:pt x="1746602" y="3115546"/>
                  </a:lnTo>
                  <a:lnTo>
                    <a:pt x="1746696" y="3115546"/>
                  </a:lnTo>
                  <a:lnTo>
                    <a:pt x="1746789" y="3115546"/>
                  </a:lnTo>
                  <a:lnTo>
                    <a:pt x="1746882" y="3115546"/>
                  </a:lnTo>
                  <a:lnTo>
                    <a:pt x="1746975" y="3115546"/>
                  </a:lnTo>
                  <a:lnTo>
                    <a:pt x="1747069" y="3115546"/>
                  </a:lnTo>
                  <a:lnTo>
                    <a:pt x="1747162" y="3115546"/>
                  </a:lnTo>
                  <a:lnTo>
                    <a:pt x="1747255" y="3115546"/>
                  </a:lnTo>
                  <a:lnTo>
                    <a:pt x="1747348" y="3115546"/>
                  </a:lnTo>
                  <a:lnTo>
                    <a:pt x="1747442" y="3115546"/>
                  </a:lnTo>
                  <a:lnTo>
                    <a:pt x="1747535" y="3115546"/>
                  </a:lnTo>
                  <a:lnTo>
                    <a:pt x="1747628" y="3115546"/>
                  </a:lnTo>
                  <a:lnTo>
                    <a:pt x="1747721" y="3115546"/>
                  </a:lnTo>
                  <a:lnTo>
                    <a:pt x="1747815" y="3115546"/>
                  </a:lnTo>
                  <a:lnTo>
                    <a:pt x="1747908" y="3115546"/>
                  </a:lnTo>
                  <a:lnTo>
                    <a:pt x="1748001" y="3115546"/>
                  </a:lnTo>
                  <a:lnTo>
                    <a:pt x="1748094" y="3115546"/>
                  </a:lnTo>
                  <a:lnTo>
                    <a:pt x="1748188" y="3115546"/>
                  </a:lnTo>
                  <a:lnTo>
                    <a:pt x="1748281" y="3115546"/>
                  </a:lnTo>
                  <a:lnTo>
                    <a:pt x="1748374" y="3115546"/>
                  </a:lnTo>
                  <a:lnTo>
                    <a:pt x="1748467" y="3115546"/>
                  </a:lnTo>
                  <a:lnTo>
                    <a:pt x="1748560" y="3115546"/>
                  </a:lnTo>
                  <a:lnTo>
                    <a:pt x="1748654" y="3115546"/>
                  </a:lnTo>
                  <a:lnTo>
                    <a:pt x="1748747" y="3115546"/>
                  </a:lnTo>
                  <a:lnTo>
                    <a:pt x="1748840" y="3115546"/>
                  </a:lnTo>
                  <a:lnTo>
                    <a:pt x="1748933" y="3115546"/>
                  </a:lnTo>
                  <a:lnTo>
                    <a:pt x="1749027" y="3115546"/>
                  </a:lnTo>
                  <a:lnTo>
                    <a:pt x="1749120" y="3115546"/>
                  </a:lnTo>
                  <a:lnTo>
                    <a:pt x="1749213" y="3115546"/>
                  </a:lnTo>
                  <a:lnTo>
                    <a:pt x="1749306" y="3115546"/>
                  </a:lnTo>
                  <a:lnTo>
                    <a:pt x="1749400" y="3115546"/>
                  </a:lnTo>
                  <a:lnTo>
                    <a:pt x="1749493" y="3115546"/>
                  </a:lnTo>
                  <a:lnTo>
                    <a:pt x="1749586" y="3115546"/>
                  </a:lnTo>
                  <a:lnTo>
                    <a:pt x="1749679" y="3115546"/>
                  </a:lnTo>
                  <a:lnTo>
                    <a:pt x="1749773" y="3115546"/>
                  </a:lnTo>
                  <a:lnTo>
                    <a:pt x="1749866" y="3115546"/>
                  </a:lnTo>
                  <a:lnTo>
                    <a:pt x="1749959" y="3115546"/>
                  </a:lnTo>
                  <a:lnTo>
                    <a:pt x="1750052" y="3115546"/>
                  </a:lnTo>
                  <a:lnTo>
                    <a:pt x="1750146" y="3115546"/>
                  </a:lnTo>
                  <a:lnTo>
                    <a:pt x="1750239" y="3115546"/>
                  </a:lnTo>
                  <a:lnTo>
                    <a:pt x="1750332" y="3115546"/>
                  </a:lnTo>
                  <a:lnTo>
                    <a:pt x="1750425" y="3115546"/>
                  </a:lnTo>
                  <a:lnTo>
                    <a:pt x="1750519" y="3115546"/>
                  </a:lnTo>
                  <a:lnTo>
                    <a:pt x="1750612" y="3115546"/>
                  </a:lnTo>
                  <a:lnTo>
                    <a:pt x="1750705" y="3115546"/>
                  </a:lnTo>
                  <a:lnTo>
                    <a:pt x="1750798" y="3115546"/>
                  </a:lnTo>
                  <a:lnTo>
                    <a:pt x="1750892" y="3115546"/>
                  </a:lnTo>
                  <a:lnTo>
                    <a:pt x="1750985" y="3115546"/>
                  </a:lnTo>
                  <a:lnTo>
                    <a:pt x="1751078" y="3115546"/>
                  </a:lnTo>
                  <a:lnTo>
                    <a:pt x="1751171" y="3115546"/>
                  </a:lnTo>
                  <a:lnTo>
                    <a:pt x="1751265" y="3115546"/>
                  </a:lnTo>
                  <a:lnTo>
                    <a:pt x="1751358" y="3115546"/>
                  </a:lnTo>
                  <a:lnTo>
                    <a:pt x="1751451" y="3115546"/>
                  </a:lnTo>
                  <a:lnTo>
                    <a:pt x="1751544" y="3115546"/>
                  </a:lnTo>
                  <a:lnTo>
                    <a:pt x="1751638" y="3115546"/>
                  </a:lnTo>
                  <a:lnTo>
                    <a:pt x="1751731" y="3115546"/>
                  </a:lnTo>
                  <a:lnTo>
                    <a:pt x="1751824" y="3115546"/>
                  </a:lnTo>
                  <a:lnTo>
                    <a:pt x="1751917" y="3115546"/>
                  </a:lnTo>
                  <a:lnTo>
                    <a:pt x="1752011" y="3115546"/>
                  </a:lnTo>
                  <a:lnTo>
                    <a:pt x="1752104" y="3115546"/>
                  </a:lnTo>
                  <a:lnTo>
                    <a:pt x="1752197" y="3115546"/>
                  </a:lnTo>
                  <a:lnTo>
                    <a:pt x="1752290" y="3115546"/>
                  </a:lnTo>
                  <a:lnTo>
                    <a:pt x="1752384" y="3115546"/>
                  </a:lnTo>
                  <a:lnTo>
                    <a:pt x="1752477" y="3115546"/>
                  </a:lnTo>
                  <a:lnTo>
                    <a:pt x="1752570" y="3115546"/>
                  </a:lnTo>
                  <a:lnTo>
                    <a:pt x="1752663" y="3115546"/>
                  </a:lnTo>
                  <a:lnTo>
                    <a:pt x="1752757" y="3115546"/>
                  </a:lnTo>
                  <a:lnTo>
                    <a:pt x="1752850" y="3115546"/>
                  </a:lnTo>
                  <a:lnTo>
                    <a:pt x="1752943" y="3115546"/>
                  </a:lnTo>
                  <a:lnTo>
                    <a:pt x="1753036" y="3115546"/>
                  </a:lnTo>
                  <a:lnTo>
                    <a:pt x="1753130" y="3115546"/>
                  </a:lnTo>
                  <a:lnTo>
                    <a:pt x="1753223" y="3115546"/>
                  </a:lnTo>
                  <a:lnTo>
                    <a:pt x="1753316" y="3115546"/>
                  </a:lnTo>
                  <a:lnTo>
                    <a:pt x="1753409" y="3115546"/>
                  </a:lnTo>
                  <a:lnTo>
                    <a:pt x="1753503" y="3115546"/>
                  </a:lnTo>
                  <a:lnTo>
                    <a:pt x="1753596" y="3115546"/>
                  </a:lnTo>
                  <a:lnTo>
                    <a:pt x="1753689" y="3115546"/>
                  </a:lnTo>
                  <a:lnTo>
                    <a:pt x="1753782" y="3115546"/>
                  </a:lnTo>
                  <a:lnTo>
                    <a:pt x="1753876" y="3115546"/>
                  </a:lnTo>
                  <a:lnTo>
                    <a:pt x="1753969" y="3115546"/>
                  </a:lnTo>
                  <a:lnTo>
                    <a:pt x="1754062" y="3115546"/>
                  </a:lnTo>
                  <a:lnTo>
                    <a:pt x="1754155" y="3115546"/>
                  </a:lnTo>
                  <a:lnTo>
                    <a:pt x="1754249" y="3115546"/>
                  </a:lnTo>
                  <a:lnTo>
                    <a:pt x="1754342" y="3115546"/>
                  </a:lnTo>
                  <a:lnTo>
                    <a:pt x="1754435" y="3115546"/>
                  </a:lnTo>
                  <a:lnTo>
                    <a:pt x="1754528" y="3115546"/>
                  </a:lnTo>
                  <a:lnTo>
                    <a:pt x="1754622" y="3115546"/>
                  </a:lnTo>
                  <a:lnTo>
                    <a:pt x="1754715" y="3115546"/>
                  </a:lnTo>
                  <a:lnTo>
                    <a:pt x="1754808" y="3115546"/>
                  </a:lnTo>
                  <a:lnTo>
                    <a:pt x="1754901" y="3115546"/>
                  </a:lnTo>
                  <a:lnTo>
                    <a:pt x="1754995" y="3115546"/>
                  </a:lnTo>
                  <a:lnTo>
                    <a:pt x="1755088" y="3115546"/>
                  </a:lnTo>
                  <a:lnTo>
                    <a:pt x="1755181" y="3115546"/>
                  </a:lnTo>
                  <a:lnTo>
                    <a:pt x="1755274" y="3115546"/>
                  </a:lnTo>
                  <a:lnTo>
                    <a:pt x="1755367" y="3115546"/>
                  </a:lnTo>
                  <a:lnTo>
                    <a:pt x="1755461" y="3115546"/>
                  </a:lnTo>
                  <a:lnTo>
                    <a:pt x="1755554" y="3115546"/>
                  </a:lnTo>
                  <a:lnTo>
                    <a:pt x="1755647" y="3115546"/>
                  </a:lnTo>
                  <a:lnTo>
                    <a:pt x="1755740" y="3115546"/>
                  </a:lnTo>
                  <a:lnTo>
                    <a:pt x="1755834" y="3115546"/>
                  </a:lnTo>
                  <a:lnTo>
                    <a:pt x="1755927" y="3115546"/>
                  </a:lnTo>
                  <a:lnTo>
                    <a:pt x="1756020" y="3115546"/>
                  </a:lnTo>
                  <a:lnTo>
                    <a:pt x="1756113" y="3115546"/>
                  </a:lnTo>
                  <a:lnTo>
                    <a:pt x="1756207" y="3115546"/>
                  </a:lnTo>
                  <a:lnTo>
                    <a:pt x="1756300" y="3115546"/>
                  </a:lnTo>
                  <a:lnTo>
                    <a:pt x="1756393" y="3115546"/>
                  </a:lnTo>
                  <a:lnTo>
                    <a:pt x="1756486" y="3115546"/>
                  </a:lnTo>
                  <a:lnTo>
                    <a:pt x="1756580" y="3115546"/>
                  </a:lnTo>
                  <a:lnTo>
                    <a:pt x="1756673" y="3115546"/>
                  </a:lnTo>
                  <a:lnTo>
                    <a:pt x="1756766" y="3115546"/>
                  </a:lnTo>
                  <a:lnTo>
                    <a:pt x="1756859" y="3115546"/>
                  </a:lnTo>
                  <a:lnTo>
                    <a:pt x="1756953" y="3115546"/>
                  </a:lnTo>
                  <a:lnTo>
                    <a:pt x="1757046" y="3115546"/>
                  </a:lnTo>
                  <a:lnTo>
                    <a:pt x="1757139" y="3115546"/>
                  </a:lnTo>
                  <a:lnTo>
                    <a:pt x="1757232" y="3115546"/>
                  </a:lnTo>
                  <a:lnTo>
                    <a:pt x="1757326" y="3115546"/>
                  </a:lnTo>
                  <a:lnTo>
                    <a:pt x="1757419" y="3115546"/>
                  </a:lnTo>
                  <a:lnTo>
                    <a:pt x="1757512" y="3115546"/>
                  </a:lnTo>
                  <a:lnTo>
                    <a:pt x="1757605" y="3115546"/>
                  </a:lnTo>
                  <a:lnTo>
                    <a:pt x="1757699" y="3115546"/>
                  </a:lnTo>
                  <a:lnTo>
                    <a:pt x="1757792" y="3115546"/>
                  </a:lnTo>
                  <a:lnTo>
                    <a:pt x="1757885" y="3115546"/>
                  </a:lnTo>
                  <a:lnTo>
                    <a:pt x="1757978" y="3115546"/>
                  </a:lnTo>
                  <a:lnTo>
                    <a:pt x="1758072" y="3115546"/>
                  </a:lnTo>
                  <a:lnTo>
                    <a:pt x="1758165" y="3115546"/>
                  </a:lnTo>
                  <a:lnTo>
                    <a:pt x="1758258" y="3115546"/>
                  </a:lnTo>
                  <a:lnTo>
                    <a:pt x="1758351" y="3115546"/>
                  </a:lnTo>
                  <a:lnTo>
                    <a:pt x="1758445" y="3115546"/>
                  </a:lnTo>
                  <a:lnTo>
                    <a:pt x="1758538" y="3115546"/>
                  </a:lnTo>
                  <a:lnTo>
                    <a:pt x="1758631" y="3115546"/>
                  </a:lnTo>
                  <a:lnTo>
                    <a:pt x="1758724" y="3115546"/>
                  </a:lnTo>
                  <a:lnTo>
                    <a:pt x="1758818" y="3115546"/>
                  </a:lnTo>
                  <a:lnTo>
                    <a:pt x="1758911" y="3115546"/>
                  </a:lnTo>
                  <a:lnTo>
                    <a:pt x="1759004" y="3115546"/>
                  </a:lnTo>
                  <a:lnTo>
                    <a:pt x="1759097" y="3115546"/>
                  </a:lnTo>
                  <a:lnTo>
                    <a:pt x="1759191" y="3115546"/>
                  </a:lnTo>
                  <a:lnTo>
                    <a:pt x="1759284" y="3115546"/>
                  </a:lnTo>
                  <a:lnTo>
                    <a:pt x="1759377" y="3115546"/>
                  </a:lnTo>
                  <a:lnTo>
                    <a:pt x="1759470" y="3115546"/>
                  </a:lnTo>
                  <a:lnTo>
                    <a:pt x="1759564" y="3115546"/>
                  </a:lnTo>
                  <a:lnTo>
                    <a:pt x="1759657" y="3115546"/>
                  </a:lnTo>
                  <a:lnTo>
                    <a:pt x="1759750" y="3115546"/>
                  </a:lnTo>
                  <a:lnTo>
                    <a:pt x="1759843" y="3115546"/>
                  </a:lnTo>
                  <a:lnTo>
                    <a:pt x="1759937" y="3115546"/>
                  </a:lnTo>
                  <a:lnTo>
                    <a:pt x="1760030" y="3115546"/>
                  </a:lnTo>
                  <a:lnTo>
                    <a:pt x="1760123" y="3115546"/>
                  </a:lnTo>
                  <a:lnTo>
                    <a:pt x="1760216" y="3115546"/>
                  </a:lnTo>
                  <a:lnTo>
                    <a:pt x="1760310" y="3115546"/>
                  </a:lnTo>
                  <a:lnTo>
                    <a:pt x="1760403" y="3115546"/>
                  </a:lnTo>
                  <a:lnTo>
                    <a:pt x="1760496" y="3115546"/>
                  </a:lnTo>
                  <a:lnTo>
                    <a:pt x="1760589" y="3115546"/>
                  </a:lnTo>
                  <a:lnTo>
                    <a:pt x="1760683" y="3115546"/>
                  </a:lnTo>
                  <a:lnTo>
                    <a:pt x="1760776" y="3115546"/>
                  </a:lnTo>
                  <a:lnTo>
                    <a:pt x="1760869" y="3115546"/>
                  </a:lnTo>
                  <a:lnTo>
                    <a:pt x="1760962" y="3115546"/>
                  </a:lnTo>
                  <a:lnTo>
                    <a:pt x="1761056" y="3115546"/>
                  </a:lnTo>
                  <a:lnTo>
                    <a:pt x="1761149" y="3115546"/>
                  </a:lnTo>
                  <a:lnTo>
                    <a:pt x="1761242" y="3115546"/>
                  </a:lnTo>
                  <a:lnTo>
                    <a:pt x="1761335" y="3115546"/>
                  </a:lnTo>
                  <a:lnTo>
                    <a:pt x="1761429" y="3115546"/>
                  </a:lnTo>
                  <a:lnTo>
                    <a:pt x="1761522" y="3115546"/>
                  </a:lnTo>
                  <a:lnTo>
                    <a:pt x="1761615" y="3115546"/>
                  </a:lnTo>
                  <a:lnTo>
                    <a:pt x="1761708" y="3115546"/>
                  </a:lnTo>
                  <a:lnTo>
                    <a:pt x="1761802" y="3115546"/>
                  </a:lnTo>
                  <a:lnTo>
                    <a:pt x="1761895" y="3115546"/>
                  </a:lnTo>
                  <a:lnTo>
                    <a:pt x="1761988" y="3115546"/>
                  </a:lnTo>
                  <a:lnTo>
                    <a:pt x="1762081" y="3115546"/>
                  </a:lnTo>
                  <a:lnTo>
                    <a:pt x="1762175" y="3115546"/>
                  </a:lnTo>
                  <a:lnTo>
                    <a:pt x="1762268" y="3115546"/>
                  </a:lnTo>
                  <a:lnTo>
                    <a:pt x="1762361" y="3115546"/>
                  </a:lnTo>
                  <a:lnTo>
                    <a:pt x="1762454" y="3115546"/>
                  </a:lnTo>
                  <a:lnTo>
                    <a:pt x="1762547" y="3115546"/>
                  </a:lnTo>
                  <a:lnTo>
                    <a:pt x="1762641" y="3115546"/>
                  </a:lnTo>
                  <a:lnTo>
                    <a:pt x="1762734" y="3115546"/>
                  </a:lnTo>
                  <a:lnTo>
                    <a:pt x="1762827" y="3115546"/>
                  </a:lnTo>
                  <a:lnTo>
                    <a:pt x="1762920" y="3115546"/>
                  </a:lnTo>
                  <a:lnTo>
                    <a:pt x="1763014" y="3115546"/>
                  </a:lnTo>
                  <a:lnTo>
                    <a:pt x="1763107" y="3115546"/>
                  </a:lnTo>
                  <a:lnTo>
                    <a:pt x="1763200" y="3115546"/>
                  </a:lnTo>
                  <a:lnTo>
                    <a:pt x="1763293" y="3115546"/>
                  </a:lnTo>
                  <a:lnTo>
                    <a:pt x="1763387" y="3115546"/>
                  </a:lnTo>
                  <a:lnTo>
                    <a:pt x="1763480" y="3115546"/>
                  </a:lnTo>
                  <a:lnTo>
                    <a:pt x="1763573" y="3115546"/>
                  </a:lnTo>
                  <a:lnTo>
                    <a:pt x="1763666" y="3115546"/>
                  </a:lnTo>
                  <a:lnTo>
                    <a:pt x="1763760" y="3115546"/>
                  </a:lnTo>
                  <a:lnTo>
                    <a:pt x="1763853" y="3115546"/>
                  </a:lnTo>
                  <a:lnTo>
                    <a:pt x="1763853" y="3105592"/>
                  </a:lnTo>
                  <a:lnTo>
                    <a:pt x="1763946" y="3105592"/>
                  </a:lnTo>
                  <a:lnTo>
                    <a:pt x="1764039" y="3105592"/>
                  </a:lnTo>
                  <a:lnTo>
                    <a:pt x="1764133" y="3105592"/>
                  </a:lnTo>
                  <a:lnTo>
                    <a:pt x="1764226" y="3105592"/>
                  </a:lnTo>
                  <a:lnTo>
                    <a:pt x="1764319" y="3105592"/>
                  </a:lnTo>
                  <a:lnTo>
                    <a:pt x="1764412" y="3105592"/>
                  </a:lnTo>
                  <a:lnTo>
                    <a:pt x="1764506" y="3105592"/>
                  </a:lnTo>
                  <a:lnTo>
                    <a:pt x="1764599" y="3105592"/>
                  </a:lnTo>
                  <a:lnTo>
                    <a:pt x="1764692" y="3105592"/>
                  </a:lnTo>
                  <a:lnTo>
                    <a:pt x="1764785" y="3105592"/>
                  </a:lnTo>
                  <a:lnTo>
                    <a:pt x="1764879" y="3105592"/>
                  </a:lnTo>
                  <a:lnTo>
                    <a:pt x="1764972" y="3105592"/>
                  </a:lnTo>
                  <a:lnTo>
                    <a:pt x="1765065" y="3105592"/>
                  </a:lnTo>
                  <a:lnTo>
                    <a:pt x="1765158" y="3105592"/>
                  </a:lnTo>
                  <a:lnTo>
                    <a:pt x="1765252" y="3105592"/>
                  </a:lnTo>
                  <a:lnTo>
                    <a:pt x="1765345" y="3105592"/>
                  </a:lnTo>
                  <a:lnTo>
                    <a:pt x="1765438" y="3105592"/>
                  </a:lnTo>
                  <a:lnTo>
                    <a:pt x="1765531" y="3105592"/>
                  </a:lnTo>
                  <a:lnTo>
                    <a:pt x="1765625" y="3105592"/>
                  </a:lnTo>
                  <a:lnTo>
                    <a:pt x="1765718" y="3105592"/>
                  </a:lnTo>
                  <a:lnTo>
                    <a:pt x="1765811" y="3105592"/>
                  </a:lnTo>
                  <a:lnTo>
                    <a:pt x="1765904" y="3105592"/>
                  </a:lnTo>
                  <a:lnTo>
                    <a:pt x="1765998" y="3105592"/>
                  </a:lnTo>
                  <a:lnTo>
                    <a:pt x="1766091" y="3105592"/>
                  </a:lnTo>
                  <a:lnTo>
                    <a:pt x="1766184" y="3105592"/>
                  </a:lnTo>
                  <a:lnTo>
                    <a:pt x="1766277" y="3105592"/>
                  </a:lnTo>
                  <a:lnTo>
                    <a:pt x="1766371" y="3105592"/>
                  </a:lnTo>
                  <a:lnTo>
                    <a:pt x="1766464" y="3105592"/>
                  </a:lnTo>
                  <a:lnTo>
                    <a:pt x="1766557" y="3105592"/>
                  </a:lnTo>
                  <a:lnTo>
                    <a:pt x="1766650" y="3105592"/>
                  </a:lnTo>
                  <a:lnTo>
                    <a:pt x="1766744" y="3105592"/>
                  </a:lnTo>
                  <a:lnTo>
                    <a:pt x="1766837" y="3105592"/>
                  </a:lnTo>
                  <a:lnTo>
                    <a:pt x="1766930" y="3105592"/>
                  </a:lnTo>
                  <a:lnTo>
                    <a:pt x="1767023" y="3105592"/>
                  </a:lnTo>
                  <a:lnTo>
                    <a:pt x="1767117" y="3105592"/>
                  </a:lnTo>
                  <a:lnTo>
                    <a:pt x="1767210" y="3105592"/>
                  </a:lnTo>
                  <a:lnTo>
                    <a:pt x="1767303" y="3105592"/>
                  </a:lnTo>
                  <a:lnTo>
                    <a:pt x="1767396" y="3105592"/>
                  </a:lnTo>
                  <a:lnTo>
                    <a:pt x="1767490" y="3105592"/>
                  </a:lnTo>
                  <a:lnTo>
                    <a:pt x="1767583" y="3105592"/>
                  </a:lnTo>
                  <a:lnTo>
                    <a:pt x="1767676" y="3105592"/>
                  </a:lnTo>
                  <a:lnTo>
                    <a:pt x="1767769" y="3105592"/>
                  </a:lnTo>
                  <a:lnTo>
                    <a:pt x="1767863" y="3105592"/>
                  </a:lnTo>
                  <a:lnTo>
                    <a:pt x="1767956" y="3105592"/>
                  </a:lnTo>
                  <a:lnTo>
                    <a:pt x="1768049" y="3105592"/>
                  </a:lnTo>
                  <a:lnTo>
                    <a:pt x="1768142" y="3105592"/>
                  </a:lnTo>
                  <a:lnTo>
                    <a:pt x="1768236" y="3105592"/>
                  </a:lnTo>
                  <a:lnTo>
                    <a:pt x="1768329" y="3105592"/>
                  </a:lnTo>
                  <a:lnTo>
                    <a:pt x="1768329" y="3095638"/>
                  </a:lnTo>
                  <a:lnTo>
                    <a:pt x="1768422" y="3095638"/>
                  </a:lnTo>
                  <a:lnTo>
                    <a:pt x="1768515" y="3095638"/>
                  </a:lnTo>
                  <a:lnTo>
                    <a:pt x="1768609" y="3095638"/>
                  </a:lnTo>
                  <a:lnTo>
                    <a:pt x="1768702" y="3095638"/>
                  </a:lnTo>
                  <a:lnTo>
                    <a:pt x="1768795" y="3095638"/>
                  </a:lnTo>
                  <a:lnTo>
                    <a:pt x="1768888" y="3095638"/>
                  </a:lnTo>
                  <a:lnTo>
                    <a:pt x="1768982" y="3095638"/>
                  </a:lnTo>
                  <a:lnTo>
                    <a:pt x="1769075" y="3095638"/>
                  </a:lnTo>
                  <a:lnTo>
                    <a:pt x="1769168" y="3095638"/>
                  </a:lnTo>
                  <a:lnTo>
                    <a:pt x="1769261" y="3095638"/>
                  </a:lnTo>
                  <a:lnTo>
                    <a:pt x="1769354" y="3095638"/>
                  </a:lnTo>
                  <a:lnTo>
                    <a:pt x="1769448" y="3095638"/>
                  </a:lnTo>
                  <a:lnTo>
                    <a:pt x="1769541" y="3095638"/>
                  </a:lnTo>
                  <a:lnTo>
                    <a:pt x="1769634" y="3095638"/>
                  </a:lnTo>
                  <a:lnTo>
                    <a:pt x="1769727" y="3095638"/>
                  </a:lnTo>
                  <a:lnTo>
                    <a:pt x="1769821" y="3095638"/>
                  </a:lnTo>
                  <a:lnTo>
                    <a:pt x="1769914" y="3095638"/>
                  </a:lnTo>
                  <a:lnTo>
                    <a:pt x="1770007" y="3095638"/>
                  </a:lnTo>
                  <a:lnTo>
                    <a:pt x="1770100" y="3095638"/>
                  </a:lnTo>
                  <a:lnTo>
                    <a:pt x="1770194" y="3095638"/>
                  </a:lnTo>
                  <a:lnTo>
                    <a:pt x="1770287" y="3095638"/>
                  </a:lnTo>
                  <a:lnTo>
                    <a:pt x="1770380" y="3095638"/>
                  </a:lnTo>
                  <a:lnTo>
                    <a:pt x="1770473" y="3095638"/>
                  </a:lnTo>
                  <a:lnTo>
                    <a:pt x="1770567" y="3095638"/>
                  </a:lnTo>
                  <a:lnTo>
                    <a:pt x="1770660" y="3095638"/>
                  </a:lnTo>
                  <a:lnTo>
                    <a:pt x="1770753" y="3095638"/>
                  </a:lnTo>
                  <a:lnTo>
                    <a:pt x="1770846" y="3095638"/>
                  </a:lnTo>
                  <a:lnTo>
                    <a:pt x="1770940" y="3095638"/>
                  </a:lnTo>
                  <a:lnTo>
                    <a:pt x="1771033" y="3095638"/>
                  </a:lnTo>
                  <a:lnTo>
                    <a:pt x="1771126" y="3095638"/>
                  </a:lnTo>
                  <a:lnTo>
                    <a:pt x="1771219" y="3095638"/>
                  </a:lnTo>
                  <a:lnTo>
                    <a:pt x="1771313" y="3095638"/>
                  </a:lnTo>
                  <a:lnTo>
                    <a:pt x="1771406" y="3095638"/>
                  </a:lnTo>
                  <a:lnTo>
                    <a:pt x="1771499" y="3095638"/>
                  </a:lnTo>
                  <a:lnTo>
                    <a:pt x="1771592" y="3095638"/>
                  </a:lnTo>
                  <a:lnTo>
                    <a:pt x="1771686" y="3095638"/>
                  </a:lnTo>
                  <a:lnTo>
                    <a:pt x="1771779" y="3095638"/>
                  </a:lnTo>
                  <a:lnTo>
                    <a:pt x="1771872" y="3095638"/>
                  </a:lnTo>
                  <a:lnTo>
                    <a:pt x="1771965" y="3095638"/>
                  </a:lnTo>
                  <a:lnTo>
                    <a:pt x="1771965" y="3085685"/>
                  </a:lnTo>
                  <a:lnTo>
                    <a:pt x="1772059" y="3085685"/>
                  </a:lnTo>
                  <a:lnTo>
                    <a:pt x="1772152" y="3085685"/>
                  </a:lnTo>
                  <a:lnTo>
                    <a:pt x="1772245" y="3085685"/>
                  </a:lnTo>
                  <a:lnTo>
                    <a:pt x="1772338" y="3085685"/>
                  </a:lnTo>
                  <a:lnTo>
                    <a:pt x="1772432" y="3085685"/>
                  </a:lnTo>
                  <a:lnTo>
                    <a:pt x="1772525" y="3085685"/>
                  </a:lnTo>
                  <a:lnTo>
                    <a:pt x="1772618" y="3085685"/>
                  </a:lnTo>
                  <a:lnTo>
                    <a:pt x="1772711" y="3085685"/>
                  </a:lnTo>
                  <a:lnTo>
                    <a:pt x="1772805" y="3085685"/>
                  </a:lnTo>
                  <a:lnTo>
                    <a:pt x="1772898" y="3085685"/>
                  </a:lnTo>
                  <a:lnTo>
                    <a:pt x="1772991" y="3085685"/>
                  </a:lnTo>
                  <a:lnTo>
                    <a:pt x="1773084" y="3085685"/>
                  </a:lnTo>
                  <a:lnTo>
                    <a:pt x="1773178" y="3085685"/>
                  </a:lnTo>
                  <a:lnTo>
                    <a:pt x="1773271" y="3085685"/>
                  </a:lnTo>
                  <a:lnTo>
                    <a:pt x="1773364" y="3085685"/>
                  </a:lnTo>
                  <a:lnTo>
                    <a:pt x="1773457" y="3085685"/>
                  </a:lnTo>
                  <a:lnTo>
                    <a:pt x="1773551" y="3085685"/>
                  </a:lnTo>
                  <a:lnTo>
                    <a:pt x="1773644" y="3085685"/>
                  </a:lnTo>
                  <a:lnTo>
                    <a:pt x="1773737" y="3085685"/>
                  </a:lnTo>
                  <a:lnTo>
                    <a:pt x="1773830" y="3085685"/>
                  </a:lnTo>
                  <a:lnTo>
                    <a:pt x="1773924" y="3085685"/>
                  </a:lnTo>
                  <a:lnTo>
                    <a:pt x="1774017" y="3085685"/>
                  </a:lnTo>
                  <a:lnTo>
                    <a:pt x="1774110" y="3085685"/>
                  </a:lnTo>
                  <a:lnTo>
                    <a:pt x="1774203" y="3085685"/>
                  </a:lnTo>
                  <a:lnTo>
                    <a:pt x="1774297" y="3085685"/>
                  </a:lnTo>
                  <a:lnTo>
                    <a:pt x="1774390" y="3085685"/>
                  </a:lnTo>
                  <a:lnTo>
                    <a:pt x="1774483" y="3085685"/>
                  </a:lnTo>
                  <a:lnTo>
                    <a:pt x="1774576" y="3085685"/>
                  </a:lnTo>
                  <a:lnTo>
                    <a:pt x="1774670" y="3085685"/>
                  </a:lnTo>
                  <a:lnTo>
                    <a:pt x="1774763" y="3085685"/>
                  </a:lnTo>
                  <a:lnTo>
                    <a:pt x="1774856" y="3085685"/>
                  </a:lnTo>
                  <a:lnTo>
                    <a:pt x="1774949" y="3085685"/>
                  </a:lnTo>
                  <a:lnTo>
                    <a:pt x="1775043" y="3085685"/>
                  </a:lnTo>
                  <a:lnTo>
                    <a:pt x="1775136" y="3085685"/>
                  </a:lnTo>
                  <a:lnTo>
                    <a:pt x="1775229" y="3085685"/>
                  </a:lnTo>
                  <a:lnTo>
                    <a:pt x="1775322" y="3085685"/>
                  </a:lnTo>
                  <a:lnTo>
                    <a:pt x="1775416" y="3085685"/>
                  </a:lnTo>
                  <a:lnTo>
                    <a:pt x="1775509" y="3085685"/>
                  </a:lnTo>
                  <a:lnTo>
                    <a:pt x="1775602" y="3085685"/>
                  </a:lnTo>
                  <a:lnTo>
                    <a:pt x="1775695" y="3085685"/>
                  </a:lnTo>
                  <a:lnTo>
                    <a:pt x="1775789" y="3085685"/>
                  </a:lnTo>
                  <a:lnTo>
                    <a:pt x="1775882" y="3085685"/>
                  </a:lnTo>
                  <a:lnTo>
                    <a:pt x="1775975" y="3085685"/>
                  </a:lnTo>
                  <a:lnTo>
                    <a:pt x="1776068" y="3085685"/>
                  </a:lnTo>
                  <a:lnTo>
                    <a:pt x="1776161" y="3085685"/>
                  </a:lnTo>
                  <a:lnTo>
                    <a:pt x="1776255" y="3085685"/>
                  </a:lnTo>
                  <a:lnTo>
                    <a:pt x="1776348" y="3085685"/>
                  </a:lnTo>
                  <a:lnTo>
                    <a:pt x="1776441" y="3085685"/>
                  </a:lnTo>
                  <a:lnTo>
                    <a:pt x="1776534" y="3085685"/>
                  </a:lnTo>
                  <a:lnTo>
                    <a:pt x="1776628" y="3085685"/>
                  </a:lnTo>
                  <a:lnTo>
                    <a:pt x="1776721" y="3085685"/>
                  </a:lnTo>
                  <a:lnTo>
                    <a:pt x="1776814" y="3085685"/>
                  </a:lnTo>
                  <a:lnTo>
                    <a:pt x="1776907" y="3085685"/>
                  </a:lnTo>
                  <a:lnTo>
                    <a:pt x="1777001" y="3085685"/>
                  </a:lnTo>
                  <a:lnTo>
                    <a:pt x="1777094" y="3085685"/>
                  </a:lnTo>
                  <a:lnTo>
                    <a:pt x="1777187" y="3085685"/>
                  </a:lnTo>
                  <a:lnTo>
                    <a:pt x="1777280" y="3085685"/>
                  </a:lnTo>
                  <a:lnTo>
                    <a:pt x="1777374" y="3085685"/>
                  </a:lnTo>
                  <a:lnTo>
                    <a:pt x="1777467" y="3085685"/>
                  </a:lnTo>
                  <a:lnTo>
                    <a:pt x="1777560" y="3085685"/>
                  </a:lnTo>
                  <a:lnTo>
                    <a:pt x="1777653" y="3085685"/>
                  </a:lnTo>
                  <a:lnTo>
                    <a:pt x="1777747" y="3085685"/>
                  </a:lnTo>
                  <a:lnTo>
                    <a:pt x="1777840" y="3085685"/>
                  </a:lnTo>
                  <a:lnTo>
                    <a:pt x="1777933" y="3085685"/>
                  </a:lnTo>
                  <a:lnTo>
                    <a:pt x="1778026" y="3085685"/>
                  </a:lnTo>
                  <a:lnTo>
                    <a:pt x="1778120" y="3085685"/>
                  </a:lnTo>
                  <a:lnTo>
                    <a:pt x="1778213" y="3085685"/>
                  </a:lnTo>
                  <a:lnTo>
                    <a:pt x="1778306" y="3085685"/>
                  </a:lnTo>
                  <a:lnTo>
                    <a:pt x="1778399" y="3085685"/>
                  </a:lnTo>
                  <a:lnTo>
                    <a:pt x="1778493" y="3085685"/>
                  </a:lnTo>
                  <a:lnTo>
                    <a:pt x="1778586" y="3085685"/>
                  </a:lnTo>
                  <a:lnTo>
                    <a:pt x="1778679" y="3085685"/>
                  </a:lnTo>
                  <a:lnTo>
                    <a:pt x="1778772" y="3085685"/>
                  </a:lnTo>
                  <a:lnTo>
                    <a:pt x="1778866" y="3085685"/>
                  </a:lnTo>
                  <a:lnTo>
                    <a:pt x="1778959" y="3085685"/>
                  </a:lnTo>
                  <a:lnTo>
                    <a:pt x="1779052" y="3085685"/>
                  </a:lnTo>
                  <a:lnTo>
                    <a:pt x="1779145" y="3085685"/>
                  </a:lnTo>
                  <a:lnTo>
                    <a:pt x="1779239" y="3085685"/>
                  </a:lnTo>
                  <a:lnTo>
                    <a:pt x="1779332" y="3085685"/>
                  </a:lnTo>
                  <a:lnTo>
                    <a:pt x="1779425" y="3085685"/>
                  </a:lnTo>
                  <a:lnTo>
                    <a:pt x="1779518" y="3085685"/>
                  </a:lnTo>
                  <a:lnTo>
                    <a:pt x="1779612" y="3085685"/>
                  </a:lnTo>
                  <a:lnTo>
                    <a:pt x="1779705" y="3085685"/>
                  </a:lnTo>
                  <a:lnTo>
                    <a:pt x="1779798" y="3085685"/>
                  </a:lnTo>
                  <a:lnTo>
                    <a:pt x="1779891" y="3085685"/>
                  </a:lnTo>
                  <a:lnTo>
                    <a:pt x="1779985" y="3085685"/>
                  </a:lnTo>
                  <a:lnTo>
                    <a:pt x="1780078" y="3085685"/>
                  </a:lnTo>
                  <a:lnTo>
                    <a:pt x="1780171" y="3085685"/>
                  </a:lnTo>
                  <a:lnTo>
                    <a:pt x="1780264" y="3085685"/>
                  </a:lnTo>
                  <a:lnTo>
                    <a:pt x="1780358" y="3085685"/>
                  </a:lnTo>
                  <a:lnTo>
                    <a:pt x="1780451" y="3085685"/>
                  </a:lnTo>
                  <a:lnTo>
                    <a:pt x="1780544" y="3085685"/>
                  </a:lnTo>
                  <a:lnTo>
                    <a:pt x="1780637" y="3085685"/>
                  </a:lnTo>
                  <a:lnTo>
                    <a:pt x="1780637" y="3075731"/>
                  </a:lnTo>
                  <a:lnTo>
                    <a:pt x="1780731" y="3075731"/>
                  </a:lnTo>
                  <a:lnTo>
                    <a:pt x="1780824" y="3075731"/>
                  </a:lnTo>
                  <a:lnTo>
                    <a:pt x="1780917" y="3075731"/>
                  </a:lnTo>
                  <a:lnTo>
                    <a:pt x="1781010" y="3075731"/>
                  </a:lnTo>
                  <a:lnTo>
                    <a:pt x="1781104" y="3075731"/>
                  </a:lnTo>
                  <a:lnTo>
                    <a:pt x="1781197" y="3075731"/>
                  </a:lnTo>
                  <a:lnTo>
                    <a:pt x="1781290" y="3075731"/>
                  </a:lnTo>
                  <a:lnTo>
                    <a:pt x="1781383" y="3075731"/>
                  </a:lnTo>
                  <a:lnTo>
                    <a:pt x="1781477" y="3075731"/>
                  </a:lnTo>
                  <a:lnTo>
                    <a:pt x="1781570" y="3075731"/>
                  </a:lnTo>
                  <a:lnTo>
                    <a:pt x="1781663" y="3075731"/>
                  </a:lnTo>
                  <a:lnTo>
                    <a:pt x="1781756" y="3075731"/>
                  </a:lnTo>
                  <a:lnTo>
                    <a:pt x="1781850" y="3075731"/>
                  </a:lnTo>
                  <a:lnTo>
                    <a:pt x="1781943" y="3075731"/>
                  </a:lnTo>
                  <a:lnTo>
                    <a:pt x="1782036" y="3075731"/>
                  </a:lnTo>
                  <a:lnTo>
                    <a:pt x="1782129" y="3075731"/>
                  </a:lnTo>
                  <a:lnTo>
                    <a:pt x="1782223" y="3075731"/>
                  </a:lnTo>
                  <a:lnTo>
                    <a:pt x="1782316" y="3075731"/>
                  </a:lnTo>
                  <a:lnTo>
                    <a:pt x="1782409" y="3075731"/>
                  </a:lnTo>
                  <a:lnTo>
                    <a:pt x="1782502" y="3075731"/>
                  </a:lnTo>
                  <a:lnTo>
                    <a:pt x="1782596" y="3075731"/>
                  </a:lnTo>
                  <a:lnTo>
                    <a:pt x="1782689" y="3075731"/>
                  </a:lnTo>
                  <a:lnTo>
                    <a:pt x="1782782" y="3075731"/>
                  </a:lnTo>
                  <a:lnTo>
                    <a:pt x="1782782" y="3065777"/>
                  </a:lnTo>
                  <a:lnTo>
                    <a:pt x="1782875" y="3065777"/>
                  </a:lnTo>
                  <a:lnTo>
                    <a:pt x="1782969" y="3065777"/>
                  </a:lnTo>
                  <a:lnTo>
                    <a:pt x="1783062" y="3065777"/>
                  </a:lnTo>
                  <a:lnTo>
                    <a:pt x="1783155" y="3065777"/>
                  </a:lnTo>
                  <a:lnTo>
                    <a:pt x="1783248" y="3065777"/>
                  </a:lnTo>
                  <a:lnTo>
                    <a:pt x="1783341" y="3065777"/>
                  </a:lnTo>
                  <a:lnTo>
                    <a:pt x="1783435" y="3065777"/>
                  </a:lnTo>
                  <a:lnTo>
                    <a:pt x="1783528" y="3065777"/>
                  </a:lnTo>
                  <a:lnTo>
                    <a:pt x="1783621" y="3065777"/>
                  </a:lnTo>
                  <a:lnTo>
                    <a:pt x="1783714" y="3065777"/>
                  </a:lnTo>
                  <a:lnTo>
                    <a:pt x="1783808" y="3065777"/>
                  </a:lnTo>
                  <a:lnTo>
                    <a:pt x="1783901" y="3065777"/>
                  </a:lnTo>
                  <a:lnTo>
                    <a:pt x="1783994" y="3065777"/>
                  </a:lnTo>
                  <a:lnTo>
                    <a:pt x="1784087" y="3065777"/>
                  </a:lnTo>
                  <a:lnTo>
                    <a:pt x="1784181" y="3065777"/>
                  </a:lnTo>
                  <a:lnTo>
                    <a:pt x="1784274" y="3065777"/>
                  </a:lnTo>
                  <a:lnTo>
                    <a:pt x="1784367" y="3065777"/>
                  </a:lnTo>
                  <a:lnTo>
                    <a:pt x="1784460" y="3065777"/>
                  </a:lnTo>
                  <a:lnTo>
                    <a:pt x="1784554" y="3065777"/>
                  </a:lnTo>
                  <a:lnTo>
                    <a:pt x="1784647" y="3065777"/>
                  </a:lnTo>
                  <a:lnTo>
                    <a:pt x="1784740" y="3065777"/>
                  </a:lnTo>
                  <a:lnTo>
                    <a:pt x="1784833" y="3065777"/>
                  </a:lnTo>
                  <a:lnTo>
                    <a:pt x="1784927" y="3065777"/>
                  </a:lnTo>
                  <a:lnTo>
                    <a:pt x="1785020" y="3065777"/>
                  </a:lnTo>
                  <a:lnTo>
                    <a:pt x="1785113" y="3065777"/>
                  </a:lnTo>
                  <a:lnTo>
                    <a:pt x="1785206" y="3065777"/>
                  </a:lnTo>
                  <a:lnTo>
                    <a:pt x="1785300" y="3065777"/>
                  </a:lnTo>
                  <a:lnTo>
                    <a:pt x="1785393" y="3065777"/>
                  </a:lnTo>
                  <a:lnTo>
                    <a:pt x="1785486" y="3065777"/>
                  </a:lnTo>
                  <a:lnTo>
                    <a:pt x="1785579" y="3065777"/>
                  </a:lnTo>
                  <a:lnTo>
                    <a:pt x="1785673" y="3065777"/>
                  </a:lnTo>
                  <a:lnTo>
                    <a:pt x="1785766" y="3065777"/>
                  </a:lnTo>
                  <a:lnTo>
                    <a:pt x="1785859" y="3065777"/>
                  </a:lnTo>
                  <a:lnTo>
                    <a:pt x="1785952" y="3065777"/>
                  </a:lnTo>
                  <a:lnTo>
                    <a:pt x="1786046" y="3065777"/>
                  </a:lnTo>
                  <a:lnTo>
                    <a:pt x="1786139" y="3065777"/>
                  </a:lnTo>
                  <a:lnTo>
                    <a:pt x="1786232" y="3065777"/>
                  </a:lnTo>
                  <a:lnTo>
                    <a:pt x="1786325" y="3065777"/>
                  </a:lnTo>
                  <a:lnTo>
                    <a:pt x="1786419" y="3065777"/>
                  </a:lnTo>
                  <a:lnTo>
                    <a:pt x="1786512" y="3065777"/>
                  </a:lnTo>
                  <a:lnTo>
                    <a:pt x="1786605" y="3065777"/>
                  </a:lnTo>
                  <a:lnTo>
                    <a:pt x="1786698" y="3065777"/>
                  </a:lnTo>
                  <a:lnTo>
                    <a:pt x="1786792" y="3065777"/>
                  </a:lnTo>
                  <a:lnTo>
                    <a:pt x="1786885" y="3065777"/>
                  </a:lnTo>
                  <a:lnTo>
                    <a:pt x="1786978" y="3065777"/>
                  </a:lnTo>
                  <a:lnTo>
                    <a:pt x="1787071" y="3065777"/>
                  </a:lnTo>
                  <a:lnTo>
                    <a:pt x="1787165" y="3065777"/>
                  </a:lnTo>
                  <a:lnTo>
                    <a:pt x="1787258" y="3065777"/>
                  </a:lnTo>
                  <a:lnTo>
                    <a:pt x="1787351" y="3065777"/>
                  </a:lnTo>
                  <a:lnTo>
                    <a:pt x="1787444" y="3065777"/>
                  </a:lnTo>
                  <a:lnTo>
                    <a:pt x="1787538" y="3065777"/>
                  </a:lnTo>
                  <a:lnTo>
                    <a:pt x="1787631" y="3065777"/>
                  </a:lnTo>
                  <a:lnTo>
                    <a:pt x="1787724" y="3065777"/>
                  </a:lnTo>
                  <a:lnTo>
                    <a:pt x="1787817" y="3065777"/>
                  </a:lnTo>
                  <a:lnTo>
                    <a:pt x="1787911" y="3065777"/>
                  </a:lnTo>
                  <a:lnTo>
                    <a:pt x="1788004" y="3065777"/>
                  </a:lnTo>
                  <a:lnTo>
                    <a:pt x="1788097" y="3065777"/>
                  </a:lnTo>
                  <a:lnTo>
                    <a:pt x="1788190" y="3065777"/>
                  </a:lnTo>
                  <a:lnTo>
                    <a:pt x="1788284" y="3065777"/>
                  </a:lnTo>
                  <a:lnTo>
                    <a:pt x="1788377" y="3065777"/>
                  </a:lnTo>
                  <a:lnTo>
                    <a:pt x="1788470" y="3065777"/>
                  </a:lnTo>
                  <a:lnTo>
                    <a:pt x="1788563" y="3065777"/>
                  </a:lnTo>
                  <a:lnTo>
                    <a:pt x="1788657" y="3065777"/>
                  </a:lnTo>
                  <a:lnTo>
                    <a:pt x="1788750" y="3065777"/>
                  </a:lnTo>
                  <a:lnTo>
                    <a:pt x="1788843" y="3065777"/>
                  </a:lnTo>
                  <a:lnTo>
                    <a:pt x="1788936" y="3065777"/>
                  </a:lnTo>
                  <a:lnTo>
                    <a:pt x="1789030" y="3065777"/>
                  </a:lnTo>
                  <a:lnTo>
                    <a:pt x="1789030" y="3055823"/>
                  </a:lnTo>
                  <a:lnTo>
                    <a:pt x="1789123" y="3055823"/>
                  </a:lnTo>
                  <a:lnTo>
                    <a:pt x="1789216" y="3055823"/>
                  </a:lnTo>
                  <a:lnTo>
                    <a:pt x="1789309" y="3055823"/>
                  </a:lnTo>
                  <a:lnTo>
                    <a:pt x="1789403" y="3055823"/>
                  </a:lnTo>
                  <a:lnTo>
                    <a:pt x="1789496" y="3055823"/>
                  </a:lnTo>
                  <a:lnTo>
                    <a:pt x="1789589" y="3055823"/>
                  </a:lnTo>
                  <a:lnTo>
                    <a:pt x="1789682" y="3055823"/>
                  </a:lnTo>
                  <a:lnTo>
                    <a:pt x="1789776" y="3055823"/>
                  </a:lnTo>
                  <a:lnTo>
                    <a:pt x="1789869" y="3055823"/>
                  </a:lnTo>
                  <a:lnTo>
                    <a:pt x="1789962" y="3055823"/>
                  </a:lnTo>
                  <a:lnTo>
                    <a:pt x="1790055" y="3055823"/>
                  </a:lnTo>
                  <a:lnTo>
                    <a:pt x="1790148" y="3055823"/>
                  </a:lnTo>
                  <a:lnTo>
                    <a:pt x="1790242" y="3055823"/>
                  </a:lnTo>
                  <a:lnTo>
                    <a:pt x="1790335" y="3055823"/>
                  </a:lnTo>
                  <a:lnTo>
                    <a:pt x="1790428" y="3055823"/>
                  </a:lnTo>
                  <a:lnTo>
                    <a:pt x="1790521" y="3055823"/>
                  </a:lnTo>
                  <a:lnTo>
                    <a:pt x="1790615" y="3055823"/>
                  </a:lnTo>
                  <a:lnTo>
                    <a:pt x="1790708" y="3055823"/>
                  </a:lnTo>
                  <a:lnTo>
                    <a:pt x="1790801" y="3055823"/>
                  </a:lnTo>
                  <a:lnTo>
                    <a:pt x="1790894" y="3055823"/>
                  </a:lnTo>
                  <a:lnTo>
                    <a:pt x="1790988" y="3055823"/>
                  </a:lnTo>
                  <a:lnTo>
                    <a:pt x="1791081" y="3055823"/>
                  </a:lnTo>
                  <a:lnTo>
                    <a:pt x="1791174" y="3055823"/>
                  </a:lnTo>
                  <a:lnTo>
                    <a:pt x="1791267" y="3055823"/>
                  </a:lnTo>
                  <a:lnTo>
                    <a:pt x="1791361" y="3055823"/>
                  </a:lnTo>
                  <a:lnTo>
                    <a:pt x="1791454" y="3055823"/>
                  </a:lnTo>
                  <a:lnTo>
                    <a:pt x="1791547" y="3055823"/>
                  </a:lnTo>
                  <a:lnTo>
                    <a:pt x="1791640" y="3055823"/>
                  </a:lnTo>
                  <a:lnTo>
                    <a:pt x="1791734" y="3055823"/>
                  </a:lnTo>
                  <a:lnTo>
                    <a:pt x="1791827" y="3055823"/>
                  </a:lnTo>
                  <a:lnTo>
                    <a:pt x="1791920" y="3055823"/>
                  </a:lnTo>
                  <a:lnTo>
                    <a:pt x="1792013" y="3055823"/>
                  </a:lnTo>
                  <a:lnTo>
                    <a:pt x="1792107" y="3055823"/>
                  </a:lnTo>
                  <a:lnTo>
                    <a:pt x="1792200" y="3055823"/>
                  </a:lnTo>
                  <a:lnTo>
                    <a:pt x="1792293" y="3055823"/>
                  </a:lnTo>
                  <a:lnTo>
                    <a:pt x="1792386" y="3055823"/>
                  </a:lnTo>
                  <a:lnTo>
                    <a:pt x="1792480" y="3055823"/>
                  </a:lnTo>
                  <a:lnTo>
                    <a:pt x="1792573" y="3055823"/>
                  </a:lnTo>
                  <a:lnTo>
                    <a:pt x="1792666" y="3055823"/>
                  </a:lnTo>
                  <a:lnTo>
                    <a:pt x="1792759" y="3055823"/>
                  </a:lnTo>
                  <a:lnTo>
                    <a:pt x="1792853" y="3055823"/>
                  </a:lnTo>
                  <a:lnTo>
                    <a:pt x="1792946" y="3055823"/>
                  </a:lnTo>
                  <a:lnTo>
                    <a:pt x="1793039" y="3055823"/>
                  </a:lnTo>
                  <a:lnTo>
                    <a:pt x="1793132" y="3055823"/>
                  </a:lnTo>
                  <a:lnTo>
                    <a:pt x="1793226" y="3055823"/>
                  </a:lnTo>
                  <a:lnTo>
                    <a:pt x="1793319" y="3055823"/>
                  </a:lnTo>
                  <a:lnTo>
                    <a:pt x="1793412" y="3055823"/>
                  </a:lnTo>
                  <a:lnTo>
                    <a:pt x="1793505" y="3055823"/>
                  </a:lnTo>
                  <a:lnTo>
                    <a:pt x="1793599" y="3055823"/>
                  </a:lnTo>
                  <a:lnTo>
                    <a:pt x="1793692" y="3055823"/>
                  </a:lnTo>
                  <a:lnTo>
                    <a:pt x="1793785" y="3055823"/>
                  </a:lnTo>
                  <a:lnTo>
                    <a:pt x="1793878" y="3055823"/>
                  </a:lnTo>
                  <a:lnTo>
                    <a:pt x="1793972" y="3055823"/>
                  </a:lnTo>
                  <a:lnTo>
                    <a:pt x="1794065" y="3055823"/>
                  </a:lnTo>
                  <a:lnTo>
                    <a:pt x="1794158" y="3055823"/>
                  </a:lnTo>
                  <a:lnTo>
                    <a:pt x="1794251" y="3055823"/>
                  </a:lnTo>
                  <a:lnTo>
                    <a:pt x="1794345" y="3055823"/>
                  </a:lnTo>
                  <a:lnTo>
                    <a:pt x="1794438" y="3055823"/>
                  </a:lnTo>
                  <a:lnTo>
                    <a:pt x="1794531" y="3055823"/>
                  </a:lnTo>
                  <a:lnTo>
                    <a:pt x="1794624" y="3055823"/>
                  </a:lnTo>
                  <a:lnTo>
                    <a:pt x="1794718" y="3055823"/>
                  </a:lnTo>
                  <a:lnTo>
                    <a:pt x="1794811" y="3055823"/>
                  </a:lnTo>
                  <a:lnTo>
                    <a:pt x="1794904" y="3055823"/>
                  </a:lnTo>
                  <a:lnTo>
                    <a:pt x="1794997" y="3055823"/>
                  </a:lnTo>
                  <a:lnTo>
                    <a:pt x="1795091" y="3055823"/>
                  </a:lnTo>
                  <a:lnTo>
                    <a:pt x="1795184" y="3055823"/>
                  </a:lnTo>
                  <a:lnTo>
                    <a:pt x="1795277" y="3055823"/>
                  </a:lnTo>
                  <a:lnTo>
                    <a:pt x="1795370" y="3055823"/>
                  </a:lnTo>
                  <a:lnTo>
                    <a:pt x="1795464" y="3055823"/>
                  </a:lnTo>
                  <a:lnTo>
                    <a:pt x="1795557" y="3055823"/>
                  </a:lnTo>
                  <a:lnTo>
                    <a:pt x="1795650" y="3055823"/>
                  </a:lnTo>
                  <a:lnTo>
                    <a:pt x="1795743" y="3055823"/>
                  </a:lnTo>
                  <a:lnTo>
                    <a:pt x="1795837" y="3055823"/>
                  </a:lnTo>
                  <a:lnTo>
                    <a:pt x="1795930" y="3055823"/>
                  </a:lnTo>
                  <a:lnTo>
                    <a:pt x="1796023" y="3055823"/>
                  </a:lnTo>
                  <a:lnTo>
                    <a:pt x="1796116" y="3055823"/>
                  </a:lnTo>
                  <a:lnTo>
                    <a:pt x="1796210" y="3055823"/>
                  </a:lnTo>
                  <a:lnTo>
                    <a:pt x="1796303" y="3055823"/>
                  </a:lnTo>
                  <a:lnTo>
                    <a:pt x="1796396" y="3055823"/>
                  </a:lnTo>
                  <a:lnTo>
                    <a:pt x="1796489" y="3055823"/>
                  </a:lnTo>
                  <a:lnTo>
                    <a:pt x="1796583" y="3055823"/>
                  </a:lnTo>
                  <a:lnTo>
                    <a:pt x="1796676" y="3055823"/>
                  </a:lnTo>
                  <a:lnTo>
                    <a:pt x="1796769" y="3055823"/>
                  </a:lnTo>
                  <a:lnTo>
                    <a:pt x="1796862" y="3055823"/>
                  </a:lnTo>
                  <a:lnTo>
                    <a:pt x="1796955" y="3055823"/>
                  </a:lnTo>
                  <a:lnTo>
                    <a:pt x="1797049" y="3055823"/>
                  </a:lnTo>
                  <a:lnTo>
                    <a:pt x="1797142" y="3055823"/>
                  </a:lnTo>
                  <a:lnTo>
                    <a:pt x="1797235" y="3055823"/>
                  </a:lnTo>
                  <a:lnTo>
                    <a:pt x="1797328" y="3055823"/>
                  </a:lnTo>
                  <a:lnTo>
                    <a:pt x="1797422" y="3055823"/>
                  </a:lnTo>
                  <a:lnTo>
                    <a:pt x="1797515" y="3055823"/>
                  </a:lnTo>
                  <a:lnTo>
                    <a:pt x="1797608" y="3055823"/>
                  </a:lnTo>
                  <a:lnTo>
                    <a:pt x="1797701" y="3055823"/>
                  </a:lnTo>
                  <a:lnTo>
                    <a:pt x="1797795" y="3055823"/>
                  </a:lnTo>
                  <a:lnTo>
                    <a:pt x="1797888" y="3055823"/>
                  </a:lnTo>
                  <a:lnTo>
                    <a:pt x="1797981" y="3055823"/>
                  </a:lnTo>
                  <a:lnTo>
                    <a:pt x="1798074" y="3055823"/>
                  </a:lnTo>
                  <a:lnTo>
                    <a:pt x="1798168" y="3055823"/>
                  </a:lnTo>
                  <a:lnTo>
                    <a:pt x="1798261" y="3055823"/>
                  </a:lnTo>
                  <a:lnTo>
                    <a:pt x="1798354" y="3055823"/>
                  </a:lnTo>
                  <a:lnTo>
                    <a:pt x="1798447" y="3055823"/>
                  </a:lnTo>
                  <a:lnTo>
                    <a:pt x="1798541" y="3055823"/>
                  </a:lnTo>
                  <a:lnTo>
                    <a:pt x="1798634" y="3055823"/>
                  </a:lnTo>
                  <a:lnTo>
                    <a:pt x="1798727" y="3055823"/>
                  </a:lnTo>
                  <a:lnTo>
                    <a:pt x="1798820" y="3055823"/>
                  </a:lnTo>
                  <a:lnTo>
                    <a:pt x="1798914" y="3055823"/>
                  </a:lnTo>
                  <a:lnTo>
                    <a:pt x="1799007" y="3055823"/>
                  </a:lnTo>
                  <a:lnTo>
                    <a:pt x="1799007" y="3045869"/>
                  </a:lnTo>
                  <a:lnTo>
                    <a:pt x="1799100" y="3045869"/>
                  </a:lnTo>
                  <a:lnTo>
                    <a:pt x="1799193" y="3045869"/>
                  </a:lnTo>
                  <a:lnTo>
                    <a:pt x="1799287" y="3045869"/>
                  </a:lnTo>
                  <a:lnTo>
                    <a:pt x="1799380" y="3045869"/>
                  </a:lnTo>
                  <a:lnTo>
                    <a:pt x="1799473" y="3045869"/>
                  </a:lnTo>
                  <a:lnTo>
                    <a:pt x="1799566" y="3045869"/>
                  </a:lnTo>
                  <a:lnTo>
                    <a:pt x="1799660" y="3045869"/>
                  </a:lnTo>
                  <a:lnTo>
                    <a:pt x="1799753" y="3045869"/>
                  </a:lnTo>
                  <a:lnTo>
                    <a:pt x="1799846" y="3045869"/>
                  </a:lnTo>
                  <a:lnTo>
                    <a:pt x="1799939" y="3045869"/>
                  </a:lnTo>
                  <a:lnTo>
                    <a:pt x="1800033" y="3045869"/>
                  </a:lnTo>
                  <a:lnTo>
                    <a:pt x="1800126" y="3045869"/>
                  </a:lnTo>
                  <a:lnTo>
                    <a:pt x="1800219" y="3045869"/>
                  </a:lnTo>
                  <a:lnTo>
                    <a:pt x="1800312" y="3045869"/>
                  </a:lnTo>
                  <a:lnTo>
                    <a:pt x="1800406" y="3045869"/>
                  </a:lnTo>
                  <a:lnTo>
                    <a:pt x="1800499" y="3045869"/>
                  </a:lnTo>
                  <a:lnTo>
                    <a:pt x="1800592" y="3045869"/>
                  </a:lnTo>
                  <a:lnTo>
                    <a:pt x="1800685" y="3045869"/>
                  </a:lnTo>
                  <a:lnTo>
                    <a:pt x="1800779" y="3045869"/>
                  </a:lnTo>
                  <a:lnTo>
                    <a:pt x="1800872" y="3045869"/>
                  </a:lnTo>
                  <a:lnTo>
                    <a:pt x="1800965" y="3045869"/>
                  </a:lnTo>
                  <a:lnTo>
                    <a:pt x="1801058" y="3045869"/>
                  </a:lnTo>
                  <a:lnTo>
                    <a:pt x="1801152" y="3045869"/>
                  </a:lnTo>
                  <a:lnTo>
                    <a:pt x="1801245" y="3045869"/>
                  </a:lnTo>
                  <a:lnTo>
                    <a:pt x="1801338" y="3045869"/>
                  </a:lnTo>
                  <a:lnTo>
                    <a:pt x="1801431" y="3045869"/>
                  </a:lnTo>
                  <a:lnTo>
                    <a:pt x="1801525" y="3045869"/>
                  </a:lnTo>
                  <a:lnTo>
                    <a:pt x="1801618" y="3045869"/>
                  </a:lnTo>
                  <a:lnTo>
                    <a:pt x="1801711" y="3045869"/>
                  </a:lnTo>
                  <a:lnTo>
                    <a:pt x="1801804" y="3045869"/>
                  </a:lnTo>
                  <a:lnTo>
                    <a:pt x="1801898" y="3045869"/>
                  </a:lnTo>
                  <a:lnTo>
                    <a:pt x="1801991" y="3045869"/>
                  </a:lnTo>
                  <a:lnTo>
                    <a:pt x="1802084" y="3045869"/>
                  </a:lnTo>
                  <a:lnTo>
                    <a:pt x="1802177" y="3045869"/>
                  </a:lnTo>
                  <a:lnTo>
                    <a:pt x="1802271" y="3045869"/>
                  </a:lnTo>
                  <a:lnTo>
                    <a:pt x="1802364" y="3045869"/>
                  </a:lnTo>
                  <a:lnTo>
                    <a:pt x="1802457" y="3045869"/>
                  </a:lnTo>
                  <a:lnTo>
                    <a:pt x="1802550" y="3045869"/>
                  </a:lnTo>
                  <a:lnTo>
                    <a:pt x="1802644" y="3045869"/>
                  </a:lnTo>
                  <a:lnTo>
                    <a:pt x="1802737" y="3045869"/>
                  </a:lnTo>
                  <a:lnTo>
                    <a:pt x="1802830" y="3045869"/>
                  </a:lnTo>
                  <a:lnTo>
                    <a:pt x="1802923" y="3045869"/>
                  </a:lnTo>
                  <a:lnTo>
                    <a:pt x="1803017" y="3045869"/>
                  </a:lnTo>
                  <a:lnTo>
                    <a:pt x="1803110" y="3045869"/>
                  </a:lnTo>
                  <a:lnTo>
                    <a:pt x="1803203" y="3045869"/>
                  </a:lnTo>
                  <a:lnTo>
                    <a:pt x="1803296" y="3045869"/>
                  </a:lnTo>
                  <a:lnTo>
                    <a:pt x="1803390" y="3045869"/>
                  </a:lnTo>
                  <a:lnTo>
                    <a:pt x="1803483" y="3045869"/>
                  </a:lnTo>
                  <a:lnTo>
                    <a:pt x="1803576" y="3045869"/>
                  </a:lnTo>
                  <a:lnTo>
                    <a:pt x="1803669" y="3045869"/>
                  </a:lnTo>
                  <a:lnTo>
                    <a:pt x="1803763" y="3045869"/>
                  </a:lnTo>
                  <a:lnTo>
                    <a:pt x="1803856" y="3045869"/>
                  </a:lnTo>
                  <a:lnTo>
                    <a:pt x="1803949" y="3045869"/>
                  </a:lnTo>
                  <a:lnTo>
                    <a:pt x="1804042" y="3045869"/>
                  </a:lnTo>
                  <a:lnTo>
                    <a:pt x="1804135" y="3045869"/>
                  </a:lnTo>
                  <a:lnTo>
                    <a:pt x="1804229" y="3045869"/>
                  </a:lnTo>
                  <a:lnTo>
                    <a:pt x="1804322" y="3045869"/>
                  </a:lnTo>
                  <a:lnTo>
                    <a:pt x="1804415" y="3045869"/>
                  </a:lnTo>
                  <a:lnTo>
                    <a:pt x="1804508" y="3045869"/>
                  </a:lnTo>
                  <a:lnTo>
                    <a:pt x="1804602" y="3045869"/>
                  </a:lnTo>
                  <a:lnTo>
                    <a:pt x="1804695" y="3045869"/>
                  </a:lnTo>
                  <a:lnTo>
                    <a:pt x="1804788" y="3045869"/>
                  </a:lnTo>
                  <a:lnTo>
                    <a:pt x="1804881" y="3045869"/>
                  </a:lnTo>
                  <a:lnTo>
                    <a:pt x="1804975" y="3045869"/>
                  </a:lnTo>
                  <a:lnTo>
                    <a:pt x="1805068" y="3045869"/>
                  </a:lnTo>
                  <a:lnTo>
                    <a:pt x="1805161" y="3045869"/>
                  </a:lnTo>
                  <a:lnTo>
                    <a:pt x="1805254" y="3045869"/>
                  </a:lnTo>
                  <a:lnTo>
                    <a:pt x="1805348" y="3045869"/>
                  </a:lnTo>
                  <a:lnTo>
                    <a:pt x="1805441" y="3045869"/>
                  </a:lnTo>
                  <a:lnTo>
                    <a:pt x="1805441" y="3035915"/>
                  </a:lnTo>
                  <a:lnTo>
                    <a:pt x="1805534" y="3035915"/>
                  </a:lnTo>
                  <a:lnTo>
                    <a:pt x="1805627" y="3035915"/>
                  </a:lnTo>
                  <a:lnTo>
                    <a:pt x="1805721" y="3035915"/>
                  </a:lnTo>
                  <a:lnTo>
                    <a:pt x="1805814" y="3035915"/>
                  </a:lnTo>
                  <a:lnTo>
                    <a:pt x="1805907" y="3035915"/>
                  </a:lnTo>
                  <a:lnTo>
                    <a:pt x="1806000" y="3035915"/>
                  </a:lnTo>
                  <a:lnTo>
                    <a:pt x="1806094" y="3035915"/>
                  </a:lnTo>
                  <a:lnTo>
                    <a:pt x="1806187" y="3035915"/>
                  </a:lnTo>
                  <a:lnTo>
                    <a:pt x="1806280" y="3035915"/>
                  </a:lnTo>
                  <a:lnTo>
                    <a:pt x="1806373" y="3035915"/>
                  </a:lnTo>
                  <a:lnTo>
                    <a:pt x="1806467" y="3035915"/>
                  </a:lnTo>
                  <a:lnTo>
                    <a:pt x="1806560" y="3035915"/>
                  </a:lnTo>
                  <a:lnTo>
                    <a:pt x="1806653" y="3035915"/>
                  </a:lnTo>
                  <a:lnTo>
                    <a:pt x="1806746" y="3035915"/>
                  </a:lnTo>
                  <a:lnTo>
                    <a:pt x="1806840" y="3035915"/>
                  </a:lnTo>
                  <a:lnTo>
                    <a:pt x="1806933" y="3035915"/>
                  </a:lnTo>
                  <a:lnTo>
                    <a:pt x="1807026" y="3035915"/>
                  </a:lnTo>
                  <a:lnTo>
                    <a:pt x="1807119" y="3035915"/>
                  </a:lnTo>
                  <a:lnTo>
                    <a:pt x="1807213" y="3035915"/>
                  </a:lnTo>
                  <a:lnTo>
                    <a:pt x="1807306" y="3035915"/>
                  </a:lnTo>
                  <a:lnTo>
                    <a:pt x="1807399" y="3035915"/>
                  </a:lnTo>
                  <a:lnTo>
                    <a:pt x="1807492" y="3035915"/>
                  </a:lnTo>
                  <a:lnTo>
                    <a:pt x="1807586" y="3035915"/>
                  </a:lnTo>
                  <a:lnTo>
                    <a:pt x="1807679" y="3035915"/>
                  </a:lnTo>
                  <a:lnTo>
                    <a:pt x="1807772" y="3035915"/>
                  </a:lnTo>
                  <a:lnTo>
                    <a:pt x="1807865" y="3035915"/>
                  </a:lnTo>
                  <a:lnTo>
                    <a:pt x="1807959" y="3035915"/>
                  </a:lnTo>
                  <a:lnTo>
                    <a:pt x="1808052" y="3035915"/>
                  </a:lnTo>
                  <a:lnTo>
                    <a:pt x="1808145" y="3035915"/>
                  </a:lnTo>
                  <a:lnTo>
                    <a:pt x="1808238" y="3035915"/>
                  </a:lnTo>
                  <a:lnTo>
                    <a:pt x="1808332" y="3035915"/>
                  </a:lnTo>
                  <a:lnTo>
                    <a:pt x="1808425" y="3035915"/>
                  </a:lnTo>
                  <a:lnTo>
                    <a:pt x="1808518" y="3035915"/>
                  </a:lnTo>
                  <a:lnTo>
                    <a:pt x="1808611" y="3035915"/>
                  </a:lnTo>
                  <a:lnTo>
                    <a:pt x="1808705" y="3035915"/>
                  </a:lnTo>
                  <a:lnTo>
                    <a:pt x="1808798" y="3035915"/>
                  </a:lnTo>
                  <a:lnTo>
                    <a:pt x="1808891" y="3035915"/>
                  </a:lnTo>
                  <a:lnTo>
                    <a:pt x="1808984" y="3035915"/>
                  </a:lnTo>
                  <a:lnTo>
                    <a:pt x="1809078" y="3035915"/>
                  </a:lnTo>
                  <a:lnTo>
                    <a:pt x="1809171" y="3035915"/>
                  </a:lnTo>
                  <a:lnTo>
                    <a:pt x="1809264" y="3035915"/>
                  </a:lnTo>
                  <a:lnTo>
                    <a:pt x="1809357" y="3035915"/>
                  </a:lnTo>
                  <a:lnTo>
                    <a:pt x="1809451" y="3035915"/>
                  </a:lnTo>
                  <a:lnTo>
                    <a:pt x="1809544" y="3035915"/>
                  </a:lnTo>
                  <a:lnTo>
                    <a:pt x="1809637" y="3035915"/>
                  </a:lnTo>
                  <a:lnTo>
                    <a:pt x="1809730" y="3035915"/>
                  </a:lnTo>
                  <a:lnTo>
                    <a:pt x="1809824" y="3035915"/>
                  </a:lnTo>
                  <a:lnTo>
                    <a:pt x="1809917" y="3035915"/>
                  </a:lnTo>
                  <a:lnTo>
                    <a:pt x="1810010" y="3035915"/>
                  </a:lnTo>
                  <a:lnTo>
                    <a:pt x="1810103" y="3035915"/>
                  </a:lnTo>
                  <a:lnTo>
                    <a:pt x="1810197" y="3035915"/>
                  </a:lnTo>
                  <a:lnTo>
                    <a:pt x="1810290" y="3035915"/>
                  </a:lnTo>
                  <a:lnTo>
                    <a:pt x="1810383" y="3035915"/>
                  </a:lnTo>
                  <a:lnTo>
                    <a:pt x="1810476" y="3035915"/>
                  </a:lnTo>
                  <a:lnTo>
                    <a:pt x="1810570" y="3035915"/>
                  </a:lnTo>
                  <a:lnTo>
                    <a:pt x="1810663" y="3035915"/>
                  </a:lnTo>
                  <a:lnTo>
                    <a:pt x="1810756" y="3035915"/>
                  </a:lnTo>
                  <a:lnTo>
                    <a:pt x="1810849" y="3035915"/>
                  </a:lnTo>
                  <a:lnTo>
                    <a:pt x="1810942" y="3035915"/>
                  </a:lnTo>
                  <a:lnTo>
                    <a:pt x="1811036" y="3035915"/>
                  </a:lnTo>
                  <a:lnTo>
                    <a:pt x="1811129" y="3035915"/>
                  </a:lnTo>
                  <a:lnTo>
                    <a:pt x="1811222" y="3035915"/>
                  </a:lnTo>
                  <a:lnTo>
                    <a:pt x="1811315" y="3035915"/>
                  </a:lnTo>
                  <a:lnTo>
                    <a:pt x="1811409" y="3035915"/>
                  </a:lnTo>
                  <a:lnTo>
                    <a:pt x="1811502" y="3035915"/>
                  </a:lnTo>
                  <a:lnTo>
                    <a:pt x="1811595" y="3035915"/>
                  </a:lnTo>
                  <a:lnTo>
                    <a:pt x="1811688" y="3035915"/>
                  </a:lnTo>
                  <a:lnTo>
                    <a:pt x="1811782" y="3035915"/>
                  </a:lnTo>
                  <a:lnTo>
                    <a:pt x="1811875" y="3035915"/>
                  </a:lnTo>
                  <a:lnTo>
                    <a:pt x="1811968" y="3035915"/>
                  </a:lnTo>
                  <a:lnTo>
                    <a:pt x="1812061" y="3035915"/>
                  </a:lnTo>
                  <a:lnTo>
                    <a:pt x="1812155" y="3035915"/>
                  </a:lnTo>
                  <a:lnTo>
                    <a:pt x="1812248" y="3035915"/>
                  </a:lnTo>
                  <a:lnTo>
                    <a:pt x="1812341" y="3035915"/>
                  </a:lnTo>
                  <a:lnTo>
                    <a:pt x="1812434" y="3035915"/>
                  </a:lnTo>
                  <a:lnTo>
                    <a:pt x="1812528" y="3035915"/>
                  </a:lnTo>
                  <a:lnTo>
                    <a:pt x="1812621" y="3035915"/>
                  </a:lnTo>
                  <a:lnTo>
                    <a:pt x="1812714" y="3035915"/>
                  </a:lnTo>
                  <a:lnTo>
                    <a:pt x="1812807" y="3035915"/>
                  </a:lnTo>
                  <a:lnTo>
                    <a:pt x="1812901" y="3035915"/>
                  </a:lnTo>
                  <a:lnTo>
                    <a:pt x="1812994" y="3035915"/>
                  </a:lnTo>
                  <a:lnTo>
                    <a:pt x="1813087" y="3035915"/>
                  </a:lnTo>
                  <a:lnTo>
                    <a:pt x="1813180" y="3035915"/>
                  </a:lnTo>
                  <a:lnTo>
                    <a:pt x="1813274" y="3035915"/>
                  </a:lnTo>
                  <a:lnTo>
                    <a:pt x="1813367" y="3035915"/>
                  </a:lnTo>
                  <a:lnTo>
                    <a:pt x="1813460" y="3035915"/>
                  </a:lnTo>
                  <a:lnTo>
                    <a:pt x="1813553" y="3035915"/>
                  </a:lnTo>
                  <a:lnTo>
                    <a:pt x="1813647" y="3035915"/>
                  </a:lnTo>
                  <a:lnTo>
                    <a:pt x="1813740" y="3035915"/>
                  </a:lnTo>
                  <a:lnTo>
                    <a:pt x="1813833" y="3035915"/>
                  </a:lnTo>
                  <a:lnTo>
                    <a:pt x="1813926" y="3035915"/>
                  </a:lnTo>
                  <a:lnTo>
                    <a:pt x="1814020" y="3035915"/>
                  </a:lnTo>
                  <a:lnTo>
                    <a:pt x="1814113" y="3035915"/>
                  </a:lnTo>
                  <a:lnTo>
                    <a:pt x="1814206" y="3035915"/>
                  </a:lnTo>
                  <a:lnTo>
                    <a:pt x="1814299" y="3035915"/>
                  </a:lnTo>
                  <a:lnTo>
                    <a:pt x="1814393" y="3035915"/>
                  </a:lnTo>
                  <a:lnTo>
                    <a:pt x="1814486" y="3035915"/>
                  </a:lnTo>
                  <a:lnTo>
                    <a:pt x="1814579" y="3035915"/>
                  </a:lnTo>
                  <a:lnTo>
                    <a:pt x="1814672" y="3035915"/>
                  </a:lnTo>
                  <a:lnTo>
                    <a:pt x="1814766" y="3035915"/>
                  </a:lnTo>
                  <a:lnTo>
                    <a:pt x="1814859" y="3035915"/>
                  </a:lnTo>
                  <a:lnTo>
                    <a:pt x="1814952" y="3035915"/>
                  </a:lnTo>
                  <a:lnTo>
                    <a:pt x="1815045" y="3035915"/>
                  </a:lnTo>
                  <a:lnTo>
                    <a:pt x="1815139" y="3035915"/>
                  </a:lnTo>
                  <a:lnTo>
                    <a:pt x="1815232" y="3035915"/>
                  </a:lnTo>
                  <a:lnTo>
                    <a:pt x="1815325" y="3035915"/>
                  </a:lnTo>
                  <a:lnTo>
                    <a:pt x="1815418" y="3035915"/>
                  </a:lnTo>
                  <a:lnTo>
                    <a:pt x="1815512" y="3035915"/>
                  </a:lnTo>
                  <a:lnTo>
                    <a:pt x="1815605" y="3035915"/>
                  </a:lnTo>
                  <a:lnTo>
                    <a:pt x="1815698" y="3035915"/>
                  </a:lnTo>
                  <a:lnTo>
                    <a:pt x="1815791" y="3035915"/>
                  </a:lnTo>
                  <a:lnTo>
                    <a:pt x="1815885" y="3035915"/>
                  </a:lnTo>
                  <a:lnTo>
                    <a:pt x="1815978" y="3035915"/>
                  </a:lnTo>
                  <a:lnTo>
                    <a:pt x="1816071" y="3035915"/>
                  </a:lnTo>
                  <a:lnTo>
                    <a:pt x="1816164" y="3035915"/>
                  </a:lnTo>
                  <a:lnTo>
                    <a:pt x="1816258" y="3035915"/>
                  </a:lnTo>
                  <a:lnTo>
                    <a:pt x="1816351" y="3035915"/>
                  </a:lnTo>
                  <a:lnTo>
                    <a:pt x="1816444" y="3035915"/>
                  </a:lnTo>
                  <a:lnTo>
                    <a:pt x="1816537" y="3035915"/>
                  </a:lnTo>
                  <a:lnTo>
                    <a:pt x="1816631" y="3035915"/>
                  </a:lnTo>
                  <a:lnTo>
                    <a:pt x="1816724" y="3035915"/>
                  </a:lnTo>
                  <a:lnTo>
                    <a:pt x="1816817" y="3035915"/>
                  </a:lnTo>
                  <a:lnTo>
                    <a:pt x="1816910" y="3035915"/>
                  </a:lnTo>
                  <a:lnTo>
                    <a:pt x="1817004" y="3035915"/>
                  </a:lnTo>
                  <a:lnTo>
                    <a:pt x="1817097" y="3035915"/>
                  </a:lnTo>
                  <a:lnTo>
                    <a:pt x="1817190" y="3035915"/>
                  </a:lnTo>
                  <a:lnTo>
                    <a:pt x="1817283" y="3035915"/>
                  </a:lnTo>
                  <a:lnTo>
                    <a:pt x="1817377" y="3035915"/>
                  </a:lnTo>
                  <a:lnTo>
                    <a:pt x="1817470" y="3035915"/>
                  </a:lnTo>
                  <a:lnTo>
                    <a:pt x="1817563" y="3035915"/>
                  </a:lnTo>
                  <a:lnTo>
                    <a:pt x="1817656" y="3035915"/>
                  </a:lnTo>
                  <a:lnTo>
                    <a:pt x="1817749" y="3035915"/>
                  </a:lnTo>
                  <a:lnTo>
                    <a:pt x="1817843" y="3035915"/>
                  </a:lnTo>
                  <a:lnTo>
                    <a:pt x="1817936" y="3035915"/>
                  </a:lnTo>
                  <a:lnTo>
                    <a:pt x="1818029" y="3035915"/>
                  </a:lnTo>
                  <a:lnTo>
                    <a:pt x="1818122" y="3035915"/>
                  </a:lnTo>
                  <a:lnTo>
                    <a:pt x="1818216" y="3035915"/>
                  </a:lnTo>
                  <a:lnTo>
                    <a:pt x="1818309" y="3035915"/>
                  </a:lnTo>
                  <a:lnTo>
                    <a:pt x="1818402" y="3035915"/>
                  </a:lnTo>
                  <a:lnTo>
                    <a:pt x="1818495" y="3035915"/>
                  </a:lnTo>
                  <a:lnTo>
                    <a:pt x="1818589" y="3035915"/>
                  </a:lnTo>
                  <a:lnTo>
                    <a:pt x="1818682" y="3035915"/>
                  </a:lnTo>
                  <a:lnTo>
                    <a:pt x="1818775" y="3035915"/>
                  </a:lnTo>
                  <a:lnTo>
                    <a:pt x="1818868" y="3035915"/>
                  </a:lnTo>
                  <a:lnTo>
                    <a:pt x="1818962" y="3035915"/>
                  </a:lnTo>
                  <a:lnTo>
                    <a:pt x="1819055" y="3035915"/>
                  </a:lnTo>
                  <a:lnTo>
                    <a:pt x="1819148" y="3035915"/>
                  </a:lnTo>
                  <a:lnTo>
                    <a:pt x="1819241" y="3035915"/>
                  </a:lnTo>
                  <a:lnTo>
                    <a:pt x="1819335" y="3035915"/>
                  </a:lnTo>
                  <a:lnTo>
                    <a:pt x="1819428" y="3035915"/>
                  </a:lnTo>
                  <a:lnTo>
                    <a:pt x="1819521" y="3035915"/>
                  </a:lnTo>
                  <a:lnTo>
                    <a:pt x="1819614" y="3035915"/>
                  </a:lnTo>
                  <a:lnTo>
                    <a:pt x="1819708" y="3035915"/>
                  </a:lnTo>
                  <a:lnTo>
                    <a:pt x="1819801" y="3035915"/>
                  </a:lnTo>
                  <a:lnTo>
                    <a:pt x="1819894" y="3035915"/>
                  </a:lnTo>
                  <a:lnTo>
                    <a:pt x="1819987" y="3035915"/>
                  </a:lnTo>
                  <a:lnTo>
                    <a:pt x="1820081" y="3035915"/>
                  </a:lnTo>
                  <a:lnTo>
                    <a:pt x="1820174" y="3035915"/>
                  </a:lnTo>
                  <a:lnTo>
                    <a:pt x="1820267" y="3035915"/>
                  </a:lnTo>
                  <a:lnTo>
                    <a:pt x="1820360" y="3035915"/>
                  </a:lnTo>
                  <a:lnTo>
                    <a:pt x="1820454" y="3035915"/>
                  </a:lnTo>
                  <a:lnTo>
                    <a:pt x="1820547" y="3035915"/>
                  </a:lnTo>
                  <a:lnTo>
                    <a:pt x="1820640" y="3035915"/>
                  </a:lnTo>
                  <a:lnTo>
                    <a:pt x="1820733" y="3035915"/>
                  </a:lnTo>
                  <a:lnTo>
                    <a:pt x="1820827" y="3035915"/>
                  </a:lnTo>
                  <a:lnTo>
                    <a:pt x="1820920" y="3035915"/>
                  </a:lnTo>
                  <a:lnTo>
                    <a:pt x="1821013" y="3035915"/>
                  </a:lnTo>
                  <a:lnTo>
                    <a:pt x="1821106" y="3035915"/>
                  </a:lnTo>
                  <a:lnTo>
                    <a:pt x="1821200" y="3035915"/>
                  </a:lnTo>
                  <a:lnTo>
                    <a:pt x="1821293" y="3035915"/>
                  </a:lnTo>
                  <a:lnTo>
                    <a:pt x="1821386" y="3035915"/>
                  </a:lnTo>
                  <a:lnTo>
                    <a:pt x="1821479" y="3035915"/>
                  </a:lnTo>
                  <a:lnTo>
                    <a:pt x="1821573" y="3035915"/>
                  </a:lnTo>
                  <a:lnTo>
                    <a:pt x="1821666" y="3035915"/>
                  </a:lnTo>
                  <a:lnTo>
                    <a:pt x="1821759" y="3035915"/>
                  </a:lnTo>
                  <a:lnTo>
                    <a:pt x="1821852" y="3035915"/>
                  </a:lnTo>
                  <a:lnTo>
                    <a:pt x="1821946" y="3035915"/>
                  </a:lnTo>
                  <a:lnTo>
                    <a:pt x="1822039" y="3035915"/>
                  </a:lnTo>
                  <a:lnTo>
                    <a:pt x="1822132" y="3035915"/>
                  </a:lnTo>
                  <a:lnTo>
                    <a:pt x="1822225" y="3035915"/>
                  </a:lnTo>
                  <a:lnTo>
                    <a:pt x="1822319" y="3035915"/>
                  </a:lnTo>
                  <a:lnTo>
                    <a:pt x="1822412" y="3035915"/>
                  </a:lnTo>
                  <a:lnTo>
                    <a:pt x="1822505" y="3035915"/>
                  </a:lnTo>
                  <a:lnTo>
                    <a:pt x="1822598" y="3035915"/>
                  </a:lnTo>
                  <a:lnTo>
                    <a:pt x="1822692" y="3035915"/>
                  </a:lnTo>
                  <a:lnTo>
                    <a:pt x="1822785" y="3035915"/>
                  </a:lnTo>
                  <a:lnTo>
                    <a:pt x="1822878" y="3035915"/>
                  </a:lnTo>
                  <a:lnTo>
                    <a:pt x="1822971" y="3035915"/>
                  </a:lnTo>
                  <a:lnTo>
                    <a:pt x="1823065" y="3035915"/>
                  </a:lnTo>
                  <a:lnTo>
                    <a:pt x="1823158" y="3035915"/>
                  </a:lnTo>
                  <a:lnTo>
                    <a:pt x="1823251" y="3035915"/>
                  </a:lnTo>
                  <a:lnTo>
                    <a:pt x="1823344" y="3035915"/>
                  </a:lnTo>
                  <a:lnTo>
                    <a:pt x="1823438" y="3035915"/>
                  </a:lnTo>
                  <a:lnTo>
                    <a:pt x="1823531" y="3035915"/>
                  </a:lnTo>
                  <a:lnTo>
                    <a:pt x="1823624" y="3035915"/>
                  </a:lnTo>
                  <a:lnTo>
                    <a:pt x="1823717" y="3035915"/>
                  </a:lnTo>
                  <a:lnTo>
                    <a:pt x="1823811" y="3035915"/>
                  </a:lnTo>
                  <a:lnTo>
                    <a:pt x="1823904" y="3035915"/>
                  </a:lnTo>
                  <a:lnTo>
                    <a:pt x="1823997" y="3035915"/>
                  </a:lnTo>
                  <a:lnTo>
                    <a:pt x="1824090" y="3035915"/>
                  </a:lnTo>
                  <a:lnTo>
                    <a:pt x="1824184" y="3035915"/>
                  </a:lnTo>
                  <a:lnTo>
                    <a:pt x="1824277" y="3035915"/>
                  </a:lnTo>
                  <a:lnTo>
                    <a:pt x="1824370" y="3035915"/>
                  </a:lnTo>
                  <a:lnTo>
                    <a:pt x="1824463" y="3035915"/>
                  </a:lnTo>
                  <a:lnTo>
                    <a:pt x="1824557" y="3035915"/>
                  </a:lnTo>
                  <a:lnTo>
                    <a:pt x="1824650" y="3035915"/>
                  </a:lnTo>
                  <a:lnTo>
                    <a:pt x="1824743" y="3035915"/>
                  </a:lnTo>
                  <a:lnTo>
                    <a:pt x="1824836" y="3035915"/>
                  </a:lnTo>
                  <a:lnTo>
                    <a:pt x="1824929" y="3035915"/>
                  </a:lnTo>
                  <a:lnTo>
                    <a:pt x="1825023" y="3035915"/>
                  </a:lnTo>
                  <a:lnTo>
                    <a:pt x="1825116" y="3035915"/>
                  </a:lnTo>
                  <a:lnTo>
                    <a:pt x="1825209" y="3035915"/>
                  </a:lnTo>
                  <a:lnTo>
                    <a:pt x="1825302" y="3035915"/>
                  </a:lnTo>
                  <a:lnTo>
                    <a:pt x="1825396" y="3035915"/>
                  </a:lnTo>
                  <a:lnTo>
                    <a:pt x="1825489" y="3035915"/>
                  </a:lnTo>
                  <a:lnTo>
                    <a:pt x="1825582" y="3035915"/>
                  </a:lnTo>
                  <a:lnTo>
                    <a:pt x="1825675" y="3035915"/>
                  </a:lnTo>
                  <a:lnTo>
                    <a:pt x="1825769" y="3035915"/>
                  </a:lnTo>
                  <a:lnTo>
                    <a:pt x="1825862" y="3035915"/>
                  </a:lnTo>
                  <a:lnTo>
                    <a:pt x="1825955" y="3035915"/>
                  </a:lnTo>
                  <a:lnTo>
                    <a:pt x="1826048" y="3035915"/>
                  </a:lnTo>
                  <a:lnTo>
                    <a:pt x="1826142" y="3035915"/>
                  </a:lnTo>
                  <a:lnTo>
                    <a:pt x="1826235" y="3035915"/>
                  </a:lnTo>
                  <a:lnTo>
                    <a:pt x="1826328" y="3035915"/>
                  </a:lnTo>
                  <a:lnTo>
                    <a:pt x="1826421" y="3035915"/>
                  </a:lnTo>
                  <a:lnTo>
                    <a:pt x="1826515" y="3035915"/>
                  </a:lnTo>
                  <a:lnTo>
                    <a:pt x="1826608" y="3035915"/>
                  </a:lnTo>
                  <a:lnTo>
                    <a:pt x="1826701" y="3035915"/>
                  </a:lnTo>
                  <a:lnTo>
                    <a:pt x="1826794" y="3035915"/>
                  </a:lnTo>
                  <a:lnTo>
                    <a:pt x="1826888" y="3035915"/>
                  </a:lnTo>
                  <a:lnTo>
                    <a:pt x="1826981" y="3035915"/>
                  </a:lnTo>
                  <a:lnTo>
                    <a:pt x="1827074" y="3035915"/>
                  </a:lnTo>
                  <a:lnTo>
                    <a:pt x="1827167" y="3035915"/>
                  </a:lnTo>
                  <a:lnTo>
                    <a:pt x="1827261" y="3035915"/>
                  </a:lnTo>
                  <a:lnTo>
                    <a:pt x="1827354" y="3035915"/>
                  </a:lnTo>
                  <a:lnTo>
                    <a:pt x="1827447" y="3035915"/>
                  </a:lnTo>
                  <a:lnTo>
                    <a:pt x="1827540" y="3035915"/>
                  </a:lnTo>
                  <a:lnTo>
                    <a:pt x="1827634" y="3035915"/>
                  </a:lnTo>
                  <a:lnTo>
                    <a:pt x="1827727" y="3035915"/>
                  </a:lnTo>
                  <a:lnTo>
                    <a:pt x="1827820" y="3035915"/>
                  </a:lnTo>
                  <a:lnTo>
                    <a:pt x="1827913" y="3035915"/>
                  </a:lnTo>
                  <a:lnTo>
                    <a:pt x="1828007" y="3035915"/>
                  </a:lnTo>
                  <a:lnTo>
                    <a:pt x="1828100" y="3035915"/>
                  </a:lnTo>
                  <a:lnTo>
                    <a:pt x="1828193" y="3035915"/>
                  </a:lnTo>
                  <a:lnTo>
                    <a:pt x="1828286" y="3035915"/>
                  </a:lnTo>
                  <a:lnTo>
                    <a:pt x="1828380" y="3035915"/>
                  </a:lnTo>
                  <a:lnTo>
                    <a:pt x="1828473" y="3035915"/>
                  </a:lnTo>
                  <a:lnTo>
                    <a:pt x="1828566" y="3035915"/>
                  </a:lnTo>
                  <a:lnTo>
                    <a:pt x="1828659" y="3035915"/>
                  </a:lnTo>
                  <a:lnTo>
                    <a:pt x="1828753" y="3035915"/>
                  </a:lnTo>
                  <a:lnTo>
                    <a:pt x="1828846" y="3035915"/>
                  </a:lnTo>
                  <a:lnTo>
                    <a:pt x="1828939" y="3035915"/>
                  </a:lnTo>
                  <a:lnTo>
                    <a:pt x="1829032" y="3035915"/>
                  </a:lnTo>
                  <a:lnTo>
                    <a:pt x="1829126" y="3035915"/>
                  </a:lnTo>
                  <a:lnTo>
                    <a:pt x="1829219" y="3035915"/>
                  </a:lnTo>
                  <a:lnTo>
                    <a:pt x="1829312" y="3035915"/>
                  </a:lnTo>
                  <a:lnTo>
                    <a:pt x="1829405" y="3035915"/>
                  </a:lnTo>
                  <a:lnTo>
                    <a:pt x="1829499" y="3035915"/>
                  </a:lnTo>
                  <a:lnTo>
                    <a:pt x="1829592" y="3035915"/>
                  </a:lnTo>
                  <a:lnTo>
                    <a:pt x="1829685" y="3035915"/>
                  </a:lnTo>
                  <a:lnTo>
                    <a:pt x="1829778" y="3035915"/>
                  </a:lnTo>
                  <a:lnTo>
                    <a:pt x="1829872" y="3035915"/>
                  </a:lnTo>
                  <a:lnTo>
                    <a:pt x="1829965" y="3035915"/>
                  </a:lnTo>
                  <a:lnTo>
                    <a:pt x="1830058" y="3035915"/>
                  </a:lnTo>
                  <a:lnTo>
                    <a:pt x="1830151" y="3035915"/>
                  </a:lnTo>
                  <a:lnTo>
                    <a:pt x="1830245" y="3035915"/>
                  </a:lnTo>
                  <a:lnTo>
                    <a:pt x="1830338" y="3035915"/>
                  </a:lnTo>
                  <a:lnTo>
                    <a:pt x="1830431" y="3035915"/>
                  </a:lnTo>
                  <a:lnTo>
                    <a:pt x="1830524" y="3035915"/>
                  </a:lnTo>
                  <a:lnTo>
                    <a:pt x="1830618" y="3035915"/>
                  </a:lnTo>
                  <a:lnTo>
                    <a:pt x="1830711" y="3035915"/>
                  </a:lnTo>
                  <a:lnTo>
                    <a:pt x="1830804" y="3035915"/>
                  </a:lnTo>
                  <a:lnTo>
                    <a:pt x="1830897" y="3035915"/>
                  </a:lnTo>
                  <a:lnTo>
                    <a:pt x="1830991" y="3035915"/>
                  </a:lnTo>
                  <a:lnTo>
                    <a:pt x="1831084" y="3035915"/>
                  </a:lnTo>
                  <a:lnTo>
                    <a:pt x="1831177" y="3035915"/>
                  </a:lnTo>
                  <a:lnTo>
                    <a:pt x="1831270" y="3035915"/>
                  </a:lnTo>
                  <a:lnTo>
                    <a:pt x="1831364" y="3035915"/>
                  </a:lnTo>
                  <a:lnTo>
                    <a:pt x="1831457" y="3035915"/>
                  </a:lnTo>
                  <a:lnTo>
                    <a:pt x="1831550" y="3035915"/>
                  </a:lnTo>
                  <a:lnTo>
                    <a:pt x="1831643" y="3035915"/>
                  </a:lnTo>
                  <a:lnTo>
                    <a:pt x="1831736" y="3035915"/>
                  </a:lnTo>
                  <a:lnTo>
                    <a:pt x="1831830" y="3035915"/>
                  </a:lnTo>
                  <a:lnTo>
                    <a:pt x="1831923" y="3035915"/>
                  </a:lnTo>
                  <a:lnTo>
                    <a:pt x="1832016" y="3035915"/>
                  </a:lnTo>
                  <a:lnTo>
                    <a:pt x="1832016" y="3025962"/>
                  </a:lnTo>
                  <a:lnTo>
                    <a:pt x="1832109" y="3025962"/>
                  </a:lnTo>
                  <a:lnTo>
                    <a:pt x="1832203" y="3025962"/>
                  </a:lnTo>
                  <a:lnTo>
                    <a:pt x="1832296" y="3025962"/>
                  </a:lnTo>
                  <a:lnTo>
                    <a:pt x="1832389" y="3025962"/>
                  </a:lnTo>
                  <a:lnTo>
                    <a:pt x="1832482" y="3025962"/>
                  </a:lnTo>
                  <a:lnTo>
                    <a:pt x="1832576" y="3025962"/>
                  </a:lnTo>
                  <a:lnTo>
                    <a:pt x="1832669" y="3025962"/>
                  </a:lnTo>
                  <a:lnTo>
                    <a:pt x="1832762" y="3025962"/>
                  </a:lnTo>
                  <a:lnTo>
                    <a:pt x="1832855" y="3025962"/>
                  </a:lnTo>
                  <a:lnTo>
                    <a:pt x="1832949" y="3025962"/>
                  </a:lnTo>
                  <a:lnTo>
                    <a:pt x="1833042" y="3025962"/>
                  </a:lnTo>
                  <a:lnTo>
                    <a:pt x="1833135" y="3025962"/>
                  </a:lnTo>
                  <a:lnTo>
                    <a:pt x="1833228" y="3025962"/>
                  </a:lnTo>
                  <a:lnTo>
                    <a:pt x="1833322" y="3025962"/>
                  </a:lnTo>
                  <a:lnTo>
                    <a:pt x="1833415" y="3025962"/>
                  </a:lnTo>
                  <a:lnTo>
                    <a:pt x="1833508" y="3025962"/>
                  </a:lnTo>
                  <a:lnTo>
                    <a:pt x="1833601" y="3025962"/>
                  </a:lnTo>
                  <a:lnTo>
                    <a:pt x="1833695" y="3025962"/>
                  </a:lnTo>
                  <a:lnTo>
                    <a:pt x="1833788" y="3025962"/>
                  </a:lnTo>
                  <a:lnTo>
                    <a:pt x="1833881" y="3025962"/>
                  </a:lnTo>
                  <a:lnTo>
                    <a:pt x="1833974" y="3025962"/>
                  </a:lnTo>
                  <a:lnTo>
                    <a:pt x="1834068" y="3025962"/>
                  </a:lnTo>
                  <a:lnTo>
                    <a:pt x="1834161" y="3025962"/>
                  </a:lnTo>
                  <a:lnTo>
                    <a:pt x="1834254" y="3025962"/>
                  </a:lnTo>
                  <a:lnTo>
                    <a:pt x="1834347" y="3025962"/>
                  </a:lnTo>
                  <a:lnTo>
                    <a:pt x="1834441" y="3025962"/>
                  </a:lnTo>
                  <a:lnTo>
                    <a:pt x="1834534" y="3025962"/>
                  </a:lnTo>
                  <a:lnTo>
                    <a:pt x="1834627" y="3025962"/>
                  </a:lnTo>
                  <a:lnTo>
                    <a:pt x="1834720" y="3025962"/>
                  </a:lnTo>
                  <a:lnTo>
                    <a:pt x="1834814" y="3025962"/>
                  </a:lnTo>
                  <a:lnTo>
                    <a:pt x="1834907" y="3025962"/>
                  </a:lnTo>
                  <a:lnTo>
                    <a:pt x="1835000" y="3025962"/>
                  </a:lnTo>
                  <a:lnTo>
                    <a:pt x="1835093" y="3025962"/>
                  </a:lnTo>
                  <a:lnTo>
                    <a:pt x="1835187" y="3025962"/>
                  </a:lnTo>
                  <a:lnTo>
                    <a:pt x="1835280" y="3025962"/>
                  </a:lnTo>
                  <a:lnTo>
                    <a:pt x="1835373" y="3025962"/>
                  </a:lnTo>
                  <a:lnTo>
                    <a:pt x="1835466" y="3025962"/>
                  </a:lnTo>
                  <a:lnTo>
                    <a:pt x="1835560" y="3025962"/>
                  </a:lnTo>
                  <a:lnTo>
                    <a:pt x="1835653" y="3025962"/>
                  </a:lnTo>
                  <a:lnTo>
                    <a:pt x="1835746" y="3025962"/>
                  </a:lnTo>
                  <a:lnTo>
                    <a:pt x="1835839" y="3025962"/>
                  </a:lnTo>
                  <a:lnTo>
                    <a:pt x="1835933" y="3025962"/>
                  </a:lnTo>
                  <a:lnTo>
                    <a:pt x="1836026" y="3025962"/>
                  </a:lnTo>
                  <a:lnTo>
                    <a:pt x="1836119" y="3025962"/>
                  </a:lnTo>
                  <a:lnTo>
                    <a:pt x="1836212" y="3025962"/>
                  </a:lnTo>
                  <a:lnTo>
                    <a:pt x="1836306" y="3025962"/>
                  </a:lnTo>
                  <a:lnTo>
                    <a:pt x="1836399" y="3025962"/>
                  </a:lnTo>
                  <a:lnTo>
                    <a:pt x="1836492" y="3025962"/>
                  </a:lnTo>
                  <a:lnTo>
                    <a:pt x="1836585" y="3025962"/>
                  </a:lnTo>
                  <a:lnTo>
                    <a:pt x="1836679" y="3025962"/>
                  </a:lnTo>
                  <a:lnTo>
                    <a:pt x="1836772" y="3025962"/>
                  </a:lnTo>
                  <a:lnTo>
                    <a:pt x="1836865" y="3025962"/>
                  </a:lnTo>
                  <a:lnTo>
                    <a:pt x="1836958" y="3025962"/>
                  </a:lnTo>
                  <a:lnTo>
                    <a:pt x="1837052" y="3025962"/>
                  </a:lnTo>
                  <a:lnTo>
                    <a:pt x="1837145" y="3025962"/>
                  </a:lnTo>
                  <a:lnTo>
                    <a:pt x="1837238" y="3025962"/>
                  </a:lnTo>
                  <a:lnTo>
                    <a:pt x="1837331" y="3025962"/>
                  </a:lnTo>
                  <a:lnTo>
                    <a:pt x="1837425" y="3025962"/>
                  </a:lnTo>
                  <a:lnTo>
                    <a:pt x="1837518" y="3025962"/>
                  </a:lnTo>
                  <a:lnTo>
                    <a:pt x="1837611" y="3025962"/>
                  </a:lnTo>
                  <a:lnTo>
                    <a:pt x="1837704" y="3025962"/>
                  </a:lnTo>
                  <a:lnTo>
                    <a:pt x="1837798" y="3025962"/>
                  </a:lnTo>
                  <a:lnTo>
                    <a:pt x="1837891" y="3025962"/>
                  </a:lnTo>
                  <a:lnTo>
                    <a:pt x="1837984" y="3025962"/>
                  </a:lnTo>
                  <a:lnTo>
                    <a:pt x="1838077" y="3025962"/>
                  </a:lnTo>
                  <a:lnTo>
                    <a:pt x="1838171" y="3025962"/>
                  </a:lnTo>
                  <a:lnTo>
                    <a:pt x="1838264" y="3025962"/>
                  </a:lnTo>
                  <a:lnTo>
                    <a:pt x="1838357" y="3025962"/>
                  </a:lnTo>
                  <a:lnTo>
                    <a:pt x="1838450" y="3025962"/>
                  </a:lnTo>
                  <a:lnTo>
                    <a:pt x="1838543" y="3025962"/>
                  </a:lnTo>
                  <a:lnTo>
                    <a:pt x="1838637" y="3025962"/>
                  </a:lnTo>
                  <a:lnTo>
                    <a:pt x="1838730" y="3025962"/>
                  </a:lnTo>
                  <a:lnTo>
                    <a:pt x="1838730" y="3016008"/>
                  </a:lnTo>
                  <a:lnTo>
                    <a:pt x="1838823" y="3016008"/>
                  </a:lnTo>
                  <a:lnTo>
                    <a:pt x="1838916" y="3016008"/>
                  </a:lnTo>
                  <a:lnTo>
                    <a:pt x="1839010" y="3016008"/>
                  </a:lnTo>
                  <a:lnTo>
                    <a:pt x="1839103" y="3016008"/>
                  </a:lnTo>
                  <a:lnTo>
                    <a:pt x="1839196" y="3016008"/>
                  </a:lnTo>
                  <a:lnTo>
                    <a:pt x="1839289" y="3016008"/>
                  </a:lnTo>
                  <a:lnTo>
                    <a:pt x="1839383" y="3016008"/>
                  </a:lnTo>
                  <a:lnTo>
                    <a:pt x="1839383" y="3006054"/>
                  </a:lnTo>
                  <a:lnTo>
                    <a:pt x="1839476" y="3006054"/>
                  </a:lnTo>
                  <a:lnTo>
                    <a:pt x="1839569" y="3006054"/>
                  </a:lnTo>
                  <a:lnTo>
                    <a:pt x="1839662" y="3006054"/>
                  </a:lnTo>
                  <a:lnTo>
                    <a:pt x="1839756" y="3006054"/>
                  </a:lnTo>
                  <a:lnTo>
                    <a:pt x="1839849" y="3006054"/>
                  </a:lnTo>
                  <a:lnTo>
                    <a:pt x="1839942" y="3006054"/>
                  </a:lnTo>
                  <a:lnTo>
                    <a:pt x="1840035" y="3006054"/>
                  </a:lnTo>
                  <a:lnTo>
                    <a:pt x="1840129" y="3006054"/>
                  </a:lnTo>
                  <a:lnTo>
                    <a:pt x="1840222" y="3006054"/>
                  </a:lnTo>
                  <a:lnTo>
                    <a:pt x="1840315" y="3006054"/>
                  </a:lnTo>
                  <a:lnTo>
                    <a:pt x="1840408" y="3006054"/>
                  </a:lnTo>
                  <a:lnTo>
                    <a:pt x="1840502" y="3006054"/>
                  </a:lnTo>
                  <a:lnTo>
                    <a:pt x="1840595" y="3006054"/>
                  </a:lnTo>
                  <a:lnTo>
                    <a:pt x="1840688" y="3006054"/>
                  </a:lnTo>
                  <a:lnTo>
                    <a:pt x="1840781" y="3006054"/>
                  </a:lnTo>
                  <a:lnTo>
                    <a:pt x="1840875" y="3006054"/>
                  </a:lnTo>
                  <a:lnTo>
                    <a:pt x="1840968" y="3006054"/>
                  </a:lnTo>
                  <a:lnTo>
                    <a:pt x="1841061" y="3006054"/>
                  </a:lnTo>
                  <a:lnTo>
                    <a:pt x="1841154" y="3006054"/>
                  </a:lnTo>
                  <a:lnTo>
                    <a:pt x="1841248" y="3006054"/>
                  </a:lnTo>
                  <a:lnTo>
                    <a:pt x="1841341" y="3006054"/>
                  </a:lnTo>
                  <a:lnTo>
                    <a:pt x="1841434" y="3006054"/>
                  </a:lnTo>
                  <a:lnTo>
                    <a:pt x="1841527" y="3006054"/>
                  </a:lnTo>
                  <a:lnTo>
                    <a:pt x="1841621" y="3006054"/>
                  </a:lnTo>
                  <a:lnTo>
                    <a:pt x="1841714" y="3006054"/>
                  </a:lnTo>
                  <a:lnTo>
                    <a:pt x="1841807" y="3006054"/>
                  </a:lnTo>
                  <a:lnTo>
                    <a:pt x="1841900" y="3006054"/>
                  </a:lnTo>
                  <a:lnTo>
                    <a:pt x="1841994" y="3006054"/>
                  </a:lnTo>
                  <a:lnTo>
                    <a:pt x="1842087" y="3006054"/>
                  </a:lnTo>
                  <a:lnTo>
                    <a:pt x="1842180" y="3006054"/>
                  </a:lnTo>
                  <a:lnTo>
                    <a:pt x="1842273" y="3006054"/>
                  </a:lnTo>
                  <a:lnTo>
                    <a:pt x="1842367" y="3006054"/>
                  </a:lnTo>
                  <a:lnTo>
                    <a:pt x="1842460" y="3006054"/>
                  </a:lnTo>
                  <a:lnTo>
                    <a:pt x="1842553" y="3006054"/>
                  </a:lnTo>
                  <a:lnTo>
                    <a:pt x="1842646" y="3006054"/>
                  </a:lnTo>
                  <a:lnTo>
                    <a:pt x="1842740" y="3006054"/>
                  </a:lnTo>
                  <a:lnTo>
                    <a:pt x="1842833" y="3006054"/>
                  </a:lnTo>
                  <a:lnTo>
                    <a:pt x="1842926" y="3006054"/>
                  </a:lnTo>
                  <a:lnTo>
                    <a:pt x="1843019" y="3006054"/>
                  </a:lnTo>
                  <a:lnTo>
                    <a:pt x="1843113" y="3006054"/>
                  </a:lnTo>
                  <a:lnTo>
                    <a:pt x="1843206" y="3006054"/>
                  </a:lnTo>
                  <a:lnTo>
                    <a:pt x="1843299" y="3006054"/>
                  </a:lnTo>
                  <a:lnTo>
                    <a:pt x="1843392" y="3006054"/>
                  </a:lnTo>
                  <a:lnTo>
                    <a:pt x="1843486" y="3006054"/>
                  </a:lnTo>
                  <a:lnTo>
                    <a:pt x="1843579" y="3006054"/>
                  </a:lnTo>
                  <a:lnTo>
                    <a:pt x="1843672" y="3006054"/>
                  </a:lnTo>
                  <a:lnTo>
                    <a:pt x="1843765" y="3006054"/>
                  </a:lnTo>
                  <a:lnTo>
                    <a:pt x="1843859" y="3006054"/>
                  </a:lnTo>
                  <a:lnTo>
                    <a:pt x="1843952" y="3006054"/>
                  </a:lnTo>
                  <a:lnTo>
                    <a:pt x="1844045" y="3006054"/>
                  </a:lnTo>
                  <a:lnTo>
                    <a:pt x="1844138" y="3006054"/>
                  </a:lnTo>
                  <a:lnTo>
                    <a:pt x="1844232" y="3006054"/>
                  </a:lnTo>
                  <a:lnTo>
                    <a:pt x="1844325" y="3006054"/>
                  </a:lnTo>
                  <a:lnTo>
                    <a:pt x="1844418" y="3006054"/>
                  </a:lnTo>
                  <a:lnTo>
                    <a:pt x="1844511" y="3006054"/>
                  </a:lnTo>
                  <a:lnTo>
                    <a:pt x="1844605" y="3006054"/>
                  </a:lnTo>
                  <a:lnTo>
                    <a:pt x="1844698" y="3006054"/>
                  </a:lnTo>
                  <a:lnTo>
                    <a:pt x="1844791" y="3006054"/>
                  </a:lnTo>
                  <a:lnTo>
                    <a:pt x="1844884" y="3006054"/>
                  </a:lnTo>
                  <a:lnTo>
                    <a:pt x="1844978" y="3006054"/>
                  </a:lnTo>
                  <a:lnTo>
                    <a:pt x="1845071" y="3006054"/>
                  </a:lnTo>
                  <a:lnTo>
                    <a:pt x="1845164" y="3006054"/>
                  </a:lnTo>
                  <a:lnTo>
                    <a:pt x="1845257" y="3006054"/>
                  </a:lnTo>
                  <a:lnTo>
                    <a:pt x="1845351" y="3006054"/>
                  </a:lnTo>
                  <a:lnTo>
                    <a:pt x="1845444" y="3006054"/>
                  </a:lnTo>
                  <a:lnTo>
                    <a:pt x="1845537" y="3006054"/>
                  </a:lnTo>
                  <a:lnTo>
                    <a:pt x="1845630" y="3006054"/>
                  </a:lnTo>
                  <a:lnTo>
                    <a:pt x="1845723" y="3006054"/>
                  </a:lnTo>
                  <a:lnTo>
                    <a:pt x="1845817" y="3006054"/>
                  </a:lnTo>
                  <a:lnTo>
                    <a:pt x="1845910" y="3006054"/>
                  </a:lnTo>
                  <a:lnTo>
                    <a:pt x="1846003" y="3006054"/>
                  </a:lnTo>
                  <a:lnTo>
                    <a:pt x="1846096" y="3006054"/>
                  </a:lnTo>
                  <a:lnTo>
                    <a:pt x="1846190" y="3006054"/>
                  </a:lnTo>
                  <a:lnTo>
                    <a:pt x="1846283" y="3006054"/>
                  </a:lnTo>
                  <a:lnTo>
                    <a:pt x="1846376" y="3006054"/>
                  </a:lnTo>
                  <a:lnTo>
                    <a:pt x="1846469" y="3006054"/>
                  </a:lnTo>
                  <a:lnTo>
                    <a:pt x="1846563" y="3006054"/>
                  </a:lnTo>
                  <a:lnTo>
                    <a:pt x="1846656" y="3006054"/>
                  </a:lnTo>
                  <a:lnTo>
                    <a:pt x="1846749" y="3006054"/>
                  </a:lnTo>
                  <a:lnTo>
                    <a:pt x="1846842" y="3006054"/>
                  </a:lnTo>
                  <a:lnTo>
                    <a:pt x="1846936" y="3006054"/>
                  </a:lnTo>
                  <a:lnTo>
                    <a:pt x="1847029" y="3006054"/>
                  </a:lnTo>
                  <a:lnTo>
                    <a:pt x="1847122" y="3006054"/>
                  </a:lnTo>
                  <a:lnTo>
                    <a:pt x="1847215" y="3006054"/>
                  </a:lnTo>
                  <a:lnTo>
                    <a:pt x="1847309" y="3006054"/>
                  </a:lnTo>
                  <a:lnTo>
                    <a:pt x="1847402" y="3006054"/>
                  </a:lnTo>
                  <a:lnTo>
                    <a:pt x="1847495" y="3006054"/>
                  </a:lnTo>
                  <a:lnTo>
                    <a:pt x="1847588" y="3006054"/>
                  </a:lnTo>
                  <a:lnTo>
                    <a:pt x="1847682" y="3006054"/>
                  </a:lnTo>
                  <a:lnTo>
                    <a:pt x="1847775" y="3006054"/>
                  </a:lnTo>
                  <a:lnTo>
                    <a:pt x="1847868" y="3006054"/>
                  </a:lnTo>
                  <a:lnTo>
                    <a:pt x="1847961" y="3006054"/>
                  </a:lnTo>
                  <a:lnTo>
                    <a:pt x="1848055" y="3006054"/>
                  </a:lnTo>
                  <a:lnTo>
                    <a:pt x="1848148" y="3006054"/>
                  </a:lnTo>
                  <a:lnTo>
                    <a:pt x="1848241" y="3006054"/>
                  </a:lnTo>
                  <a:lnTo>
                    <a:pt x="1848334" y="3006054"/>
                  </a:lnTo>
                  <a:lnTo>
                    <a:pt x="1848428" y="3006054"/>
                  </a:lnTo>
                  <a:lnTo>
                    <a:pt x="1848521" y="3006054"/>
                  </a:lnTo>
                  <a:lnTo>
                    <a:pt x="1848614" y="3006054"/>
                  </a:lnTo>
                  <a:lnTo>
                    <a:pt x="1848707" y="3006054"/>
                  </a:lnTo>
                  <a:lnTo>
                    <a:pt x="1848801" y="3006054"/>
                  </a:lnTo>
                  <a:lnTo>
                    <a:pt x="1848894" y="3006054"/>
                  </a:lnTo>
                  <a:lnTo>
                    <a:pt x="1848987" y="3006054"/>
                  </a:lnTo>
                  <a:lnTo>
                    <a:pt x="1849080" y="3006054"/>
                  </a:lnTo>
                  <a:lnTo>
                    <a:pt x="1849174" y="3006054"/>
                  </a:lnTo>
                  <a:lnTo>
                    <a:pt x="1849267" y="3006054"/>
                  </a:lnTo>
                  <a:lnTo>
                    <a:pt x="1849360" y="3006054"/>
                  </a:lnTo>
                  <a:lnTo>
                    <a:pt x="1849453" y="3006054"/>
                  </a:lnTo>
                  <a:lnTo>
                    <a:pt x="1849547" y="3006054"/>
                  </a:lnTo>
                  <a:lnTo>
                    <a:pt x="1849640" y="3006054"/>
                  </a:lnTo>
                  <a:lnTo>
                    <a:pt x="1849733" y="3006054"/>
                  </a:lnTo>
                  <a:lnTo>
                    <a:pt x="1849826" y="3006054"/>
                  </a:lnTo>
                  <a:lnTo>
                    <a:pt x="1849920" y="3006054"/>
                  </a:lnTo>
                  <a:lnTo>
                    <a:pt x="1850013" y="3006054"/>
                  </a:lnTo>
                  <a:lnTo>
                    <a:pt x="1850106" y="3006054"/>
                  </a:lnTo>
                  <a:lnTo>
                    <a:pt x="1850199" y="3006054"/>
                  </a:lnTo>
                  <a:lnTo>
                    <a:pt x="1850293" y="3006054"/>
                  </a:lnTo>
                  <a:lnTo>
                    <a:pt x="1850386" y="3006054"/>
                  </a:lnTo>
                  <a:lnTo>
                    <a:pt x="1850386" y="2996100"/>
                  </a:lnTo>
                  <a:lnTo>
                    <a:pt x="1850479" y="2996100"/>
                  </a:lnTo>
                  <a:lnTo>
                    <a:pt x="1850572" y="2996100"/>
                  </a:lnTo>
                  <a:lnTo>
                    <a:pt x="1850666" y="2996100"/>
                  </a:lnTo>
                  <a:lnTo>
                    <a:pt x="1850759" y="2996100"/>
                  </a:lnTo>
                  <a:lnTo>
                    <a:pt x="1850852" y="2996100"/>
                  </a:lnTo>
                  <a:lnTo>
                    <a:pt x="1850945" y="2996100"/>
                  </a:lnTo>
                  <a:lnTo>
                    <a:pt x="1851039" y="2996100"/>
                  </a:lnTo>
                  <a:lnTo>
                    <a:pt x="1851132" y="2996100"/>
                  </a:lnTo>
                  <a:lnTo>
                    <a:pt x="1851225" y="2996100"/>
                  </a:lnTo>
                  <a:lnTo>
                    <a:pt x="1851318" y="2996100"/>
                  </a:lnTo>
                  <a:lnTo>
                    <a:pt x="1851412" y="2996100"/>
                  </a:lnTo>
                  <a:lnTo>
                    <a:pt x="1851505" y="2996100"/>
                  </a:lnTo>
                  <a:lnTo>
                    <a:pt x="1851598" y="2996100"/>
                  </a:lnTo>
                  <a:lnTo>
                    <a:pt x="1851691" y="2996100"/>
                  </a:lnTo>
                  <a:lnTo>
                    <a:pt x="1851785" y="2996100"/>
                  </a:lnTo>
                  <a:lnTo>
                    <a:pt x="1851878" y="2996100"/>
                  </a:lnTo>
                  <a:lnTo>
                    <a:pt x="1851971" y="2996100"/>
                  </a:lnTo>
                  <a:lnTo>
                    <a:pt x="1852064" y="2996100"/>
                  </a:lnTo>
                  <a:lnTo>
                    <a:pt x="1852158" y="2996100"/>
                  </a:lnTo>
                  <a:lnTo>
                    <a:pt x="1852251" y="2996100"/>
                  </a:lnTo>
                  <a:lnTo>
                    <a:pt x="1852344" y="2996100"/>
                  </a:lnTo>
                  <a:lnTo>
                    <a:pt x="1852437" y="2996100"/>
                  </a:lnTo>
                  <a:lnTo>
                    <a:pt x="1852530" y="2996100"/>
                  </a:lnTo>
                  <a:lnTo>
                    <a:pt x="1852624" y="2996100"/>
                  </a:lnTo>
                  <a:lnTo>
                    <a:pt x="1852717" y="2996100"/>
                  </a:lnTo>
                  <a:lnTo>
                    <a:pt x="1852810" y="2996100"/>
                  </a:lnTo>
                  <a:lnTo>
                    <a:pt x="1852903" y="2996100"/>
                  </a:lnTo>
                  <a:lnTo>
                    <a:pt x="1852997" y="2996100"/>
                  </a:lnTo>
                  <a:lnTo>
                    <a:pt x="1852997" y="2986146"/>
                  </a:lnTo>
                  <a:lnTo>
                    <a:pt x="1853090" y="2986146"/>
                  </a:lnTo>
                  <a:lnTo>
                    <a:pt x="1853183" y="2986146"/>
                  </a:lnTo>
                  <a:lnTo>
                    <a:pt x="1853183" y="2976192"/>
                  </a:lnTo>
                  <a:lnTo>
                    <a:pt x="1853276" y="2976192"/>
                  </a:lnTo>
                  <a:lnTo>
                    <a:pt x="1853370" y="2976192"/>
                  </a:lnTo>
                  <a:lnTo>
                    <a:pt x="1853463" y="2976192"/>
                  </a:lnTo>
                  <a:lnTo>
                    <a:pt x="1853556" y="2976192"/>
                  </a:lnTo>
                  <a:lnTo>
                    <a:pt x="1853649" y="2976192"/>
                  </a:lnTo>
                  <a:lnTo>
                    <a:pt x="1853743" y="2976192"/>
                  </a:lnTo>
                  <a:lnTo>
                    <a:pt x="1853836" y="2976192"/>
                  </a:lnTo>
                  <a:lnTo>
                    <a:pt x="1853929" y="2976192"/>
                  </a:lnTo>
                  <a:lnTo>
                    <a:pt x="1854022" y="2976192"/>
                  </a:lnTo>
                  <a:lnTo>
                    <a:pt x="1854116" y="2976192"/>
                  </a:lnTo>
                  <a:lnTo>
                    <a:pt x="1854209" y="2976192"/>
                  </a:lnTo>
                  <a:lnTo>
                    <a:pt x="1854302" y="2976192"/>
                  </a:lnTo>
                  <a:lnTo>
                    <a:pt x="1854395" y="2976192"/>
                  </a:lnTo>
                  <a:lnTo>
                    <a:pt x="1854489" y="2976192"/>
                  </a:lnTo>
                  <a:lnTo>
                    <a:pt x="1854582" y="2976192"/>
                  </a:lnTo>
                  <a:lnTo>
                    <a:pt x="1854675" y="2976192"/>
                  </a:lnTo>
                  <a:lnTo>
                    <a:pt x="1854768" y="2976192"/>
                  </a:lnTo>
                  <a:lnTo>
                    <a:pt x="1854862" y="2976192"/>
                  </a:lnTo>
                  <a:lnTo>
                    <a:pt x="1854955" y="2976192"/>
                  </a:lnTo>
                  <a:lnTo>
                    <a:pt x="1855048" y="2976192"/>
                  </a:lnTo>
                  <a:lnTo>
                    <a:pt x="1855141" y="2976192"/>
                  </a:lnTo>
                  <a:lnTo>
                    <a:pt x="1855235" y="2976192"/>
                  </a:lnTo>
                  <a:lnTo>
                    <a:pt x="1855328" y="2976192"/>
                  </a:lnTo>
                  <a:lnTo>
                    <a:pt x="1855421" y="2976192"/>
                  </a:lnTo>
                  <a:lnTo>
                    <a:pt x="1855514" y="2976192"/>
                  </a:lnTo>
                  <a:lnTo>
                    <a:pt x="1855608" y="2976192"/>
                  </a:lnTo>
                  <a:lnTo>
                    <a:pt x="1855701" y="2976192"/>
                  </a:lnTo>
                  <a:lnTo>
                    <a:pt x="1855794" y="2976192"/>
                  </a:lnTo>
                  <a:lnTo>
                    <a:pt x="1855887" y="2976192"/>
                  </a:lnTo>
                  <a:lnTo>
                    <a:pt x="1855981" y="2976192"/>
                  </a:lnTo>
                  <a:lnTo>
                    <a:pt x="1856074" y="2976192"/>
                  </a:lnTo>
                  <a:lnTo>
                    <a:pt x="1856167" y="2976192"/>
                  </a:lnTo>
                  <a:lnTo>
                    <a:pt x="1856260" y="2976192"/>
                  </a:lnTo>
                  <a:lnTo>
                    <a:pt x="1856354" y="2976192"/>
                  </a:lnTo>
                  <a:lnTo>
                    <a:pt x="1856447" y="2976192"/>
                  </a:lnTo>
                  <a:lnTo>
                    <a:pt x="1856540" y="2976192"/>
                  </a:lnTo>
                  <a:lnTo>
                    <a:pt x="1856633" y="2976192"/>
                  </a:lnTo>
                  <a:lnTo>
                    <a:pt x="1856727" y="2976192"/>
                  </a:lnTo>
                  <a:lnTo>
                    <a:pt x="1856820" y="2976192"/>
                  </a:lnTo>
                  <a:lnTo>
                    <a:pt x="1856913" y="2976192"/>
                  </a:lnTo>
                  <a:lnTo>
                    <a:pt x="1857006" y="2976192"/>
                  </a:lnTo>
                  <a:lnTo>
                    <a:pt x="1857100" y="2976192"/>
                  </a:lnTo>
                  <a:lnTo>
                    <a:pt x="1857193" y="2976192"/>
                  </a:lnTo>
                  <a:lnTo>
                    <a:pt x="1857286" y="2976192"/>
                  </a:lnTo>
                  <a:lnTo>
                    <a:pt x="1857379" y="2976192"/>
                  </a:lnTo>
                  <a:lnTo>
                    <a:pt x="1857473" y="2976192"/>
                  </a:lnTo>
                  <a:lnTo>
                    <a:pt x="1857566" y="2976192"/>
                  </a:lnTo>
                  <a:lnTo>
                    <a:pt x="1857659" y="2976192"/>
                  </a:lnTo>
                  <a:lnTo>
                    <a:pt x="1857752" y="2976192"/>
                  </a:lnTo>
                  <a:lnTo>
                    <a:pt x="1857846" y="2976192"/>
                  </a:lnTo>
                  <a:lnTo>
                    <a:pt x="1857939" y="2976192"/>
                  </a:lnTo>
                  <a:lnTo>
                    <a:pt x="1858032" y="2976192"/>
                  </a:lnTo>
                  <a:lnTo>
                    <a:pt x="1858125" y="2976192"/>
                  </a:lnTo>
                  <a:lnTo>
                    <a:pt x="1858219" y="2976192"/>
                  </a:lnTo>
                  <a:lnTo>
                    <a:pt x="1858312" y="2976192"/>
                  </a:lnTo>
                  <a:lnTo>
                    <a:pt x="1858405" y="2976192"/>
                  </a:lnTo>
                  <a:lnTo>
                    <a:pt x="1858498" y="2976192"/>
                  </a:lnTo>
                  <a:lnTo>
                    <a:pt x="1858592" y="2976192"/>
                  </a:lnTo>
                  <a:lnTo>
                    <a:pt x="1858685" y="2976192"/>
                  </a:lnTo>
                  <a:lnTo>
                    <a:pt x="1858778" y="2976192"/>
                  </a:lnTo>
                  <a:lnTo>
                    <a:pt x="1858871" y="2976192"/>
                  </a:lnTo>
                  <a:lnTo>
                    <a:pt x="1858965" y="2976192"/>
                  </a:lnTo>
                  <a:lnTo>
                    <a:pt x="1859058" y="2976192"/>
                  </a:lnTo>
                  <a:lnTo>
                    <a:pt x="1859151" y="2976192"/>
                  </a:lnTo>
                  <a:lnTo>
                    <a:pt x="1859244" y="2976192"/>
                  </a:lnTo>
                  <a:lnTo>
                    <a:pt x="1859337" y="2976192"/>
                  </a:lnTo>
                  <a:lnTo>
                    <a:pt x="1859431" y="2976192"/>
                  </a:lnTo>
                  <a:lnTo>
                    <a:pt x="1859524" y="2976192"/>
                  </a:lnTo>
                  <a:lnTo>
                    <a:pt x="1859617" y="2976192"/>
                  </a:lnTo>
                  <a:lnTo>
                    <a:pt x="1859710" y="2976192"/>
                  </a:lnTo>
                  <a:lnTo>
                    <a:pt x="1859804" y="2976192"/>
                  </a:lnTo>
                  <a:lnTo>
                    <a:pt x="1859897" y="2976192"/>
                  </a:lnTo>
                  <a:lnTo>
                    <a:pt x="1859990" y="2976192"/>
                  </a:lnTo>
                  <a:lnTo>
                    <a:pt x="1860083" y="2976192"/>
                  </a:lnTo>
                  <a:lnTo>
                    <a:pt x="1860177" y="2976192"/>
                  </a:lnTo>
                  <a:lnTo>
                    <a:pt x="1860270" y="2976192"/>
                  </a:lnTo>
                  <a:lnTo>
                    <a:pt x="1860363" y="2976192"/>
                  </a:lnTo>
                  <a:lnTo>
                    <a:pt x="1860456" y="2976192"/>
                  </a:lnTo>
                  <a:lnTo>
                    <a:pt x="1860550" y="2976192"/>
                  </a:lnTo>
                  <a:lnTo>
                    <a:pt x="1860643" y="2976192"/>
                  </a:lnTo>
                  <a:lnTo>
                    <a:pt x="1860736" y="2976192"/>
                  </a:lnTo>
                  <a:lnTo>
                    <a:pt x="1860829" y="2976192"/>
                  </a:lnTo>
                  <a:lnTo>
                    <a:pt x="1860923" y="2976192"/>
                  </a:lnTo>
                  <a:lnTo>
                    <a:pt x="1861016" y="2976192"/>
                  </a:lnTo>
                  <a:lnTo>
                    <a:pt x="1861109" y="2976192"/>
                  </a:lnTo>
                  <a:lnTo>
                    <a:pt x="1861202" y="2976192"/>
                  </a:lnTo>
                  <a:lnTo>
                    <a:pt x="1861296" y="2976192"/>
                  </a:lnTo>
                  <a:lnTo>
                    <a:pt x="1861389" y="2976192"/>
                  </a:lnTo>
                  <a:lnTo>
                    <a:pt x="1861482" y="2976192"/>
                  </a:lnTo>
                  <a:lnTo>
                    <a:pt x="1861575" y="2976192"/>
                  </a:lnTo>
                  <a:lnTo>
                    <a:pt x="1861669" y="2976192"/>
                  </a:lnTo>
                  <a:lnTo>
                    <a:pt x="1861762" y="2976192"/>
                  </a:lnTo>
                  <a:lnTo>
                    <a:pt x="1861855" y="2976192"/>
                  </a:lnTo>
                  <a:lnTo>
                    <a:pt x="1861948" y="2976192"/>
                  </a:lnTo>
                  <a:lnTo>
                    <a:pt x="1862042" y="2976192"/>
                  </a:lnTo>
                  <a:lnTo>
                    <a:pt x="1862135" y="2976192"/>
                  </a:lnTo>
                  <a:lnTo>
                    <a:pt x="1862228" y="2976192"/>
                  </a:lnTo>
                  <a:lnTo>
                    <a:pt x="1862321" y="2976192"/>
                  </a:lnTo>
                  <a:lnTo>
                    <a:pt x="1862415" y="2976192"/>
                  </a:lnTo>
                  <a:lnTo>
                    <a:pt x="1862508" y="2976192"/>
                  </a:lnTo>
                  <a:lnTo>
                    <a:pt x="1862601" y="2976192"/>
                  </a:lnTo>
                  <a:lnTo>
                    <a:pt x="1862694" y="2976192"/>
                  </a:lnTo>
                  <a:lnTo>
                    <a:pt x="1862788" y="2976192"/>
                  </a:lnTo>
                  <a:lnTo>
                    <a:pt x="1862881" y="2976192"/>
                  </a:lnTo>
                  <a:lnTo>
                    <a:pt x="1862881" y="2966239"/>
                  </a:lnTo>
                  <a:lnTo>
                    <a:pt x="1862974" y="2966239"/>
                  </a:lnTo>
                  <a:lnTo>
                    <a:pt x="1863067" y="2966239"/>
                  </a:lnTo>
                  <a:lnTo>
                    <a:pt x="1863161" y="2966239"/>
                  </a:lnTo>
                  <a:lnTo>
                    <a:pt x="1863254" y="2966239"/>
                  </a:lnTo>
                  <a:lnTo>
                    <a:pt x="1863347" y="2966239"/>
                  </a:lnTo>
                  <a:lnTo>
                    <a:pt x="1863440" y="2966239"/>
                  </a:lnTo>
                  <a:lnTo>
                    <a:pt x="1863534" y="2966239"/>
                  </a:lnTo>
                  <a:lnTo>
                    <a:pt x="1863627" y="2966239"/>
                  </a:lnTo>
                  <a:lnTo>
                    <a:pt x="1863720" y="2966239"/>
                  </a:lnTo>
                  <a:lnTo>
                    <a:pt x="1863813" y="2966239"/>
                  </a:lnTo>
                  <a:lnTo>
                    <a:pt x="1863907" y="2966239"/>
                  </a:lnTo>
                  <a:lnTo>
                    <a:pt x="1864000" y="2966239"/>
                  </a:lnTo>
                  <a:lnTo>
                    <a:pt x="1864093" y="2966239"/>
                  </a:lnTo>
                  <a:lnTo>
                    <a:pt x="1864186" y="2966239"/>
                  </a:lnTo>
                  <a:lnTo>
                    <a:pt x="1864280" y="2966239"/>
                  </a:lnTo>
                  <a:lnTo>
                    <a:pt x="1864373" y="2966239"/>
                  </a:lnTo>
                  <a:lnTo>
                    <a:pt x="1864466" y="2966239"/>
                  </a:lnTo>
                  <a:lnTo>
                    <a:pt x="1864559" y="2966239"/>
                  </a:lnTo>
                  <a:lnTo>
                    <a:pt x="1864653" y="2966239"/>
                  </a:lnTo>
                  <a:lnTo>
                    <a:pt x="1864746" y="2966239"/>
                  </a:lnTo>
                  <a:lnTo>
                    <a:pt x="1864839" y="2966239"/>
                  </a:lnTo>
                  <a:lnTo>
                    <a:pt x="1864932" y="2966239"/>
                  </a:lnTo>
                  <a:lnTo>
                    <a:pt x="1865026" y="2966239"/>
                  </a:lnTo>
                  <a:lnTo>
                    <a:pt x="1865119" y="2966239"/>
                  </a:lnTo>
                  <a:lnTo>
                    <a:pt x="1865212" y="2966239"/>
                  </a:lnTo>
                  <a:lnTo>
                    <a:pt x="1865305" y="2966239"/>
                  </a:lnTo>
                  <a:lnTo>
                    <a:pt x="1865399" y="2966239"/>
                  </a:lnTo>
                  <a:lnTo>
                    <a:pt x="1865492" y="2966239"/>
                  </a:lnTo>
                  <a:lnTo>
                    <a:pt x="1865585" y="2966239"/>
                  </a:lnTo>
                  <a:lnTo>
                    <a:pt x="1865678" y="2966239"/>
                  </a:lnTo>
                  <a:lnTo>
                    <a:pt x="1865772" y="2966239"/>
                  </a:lnTo>
                  <a:lnTo>
                    <a:pt x="1865865" y="2966239"/>
                  </a:lnTo>
                  <a:lnTo>
                    <a:pt x="1865958" y="2966239"/>
                  </a:lnTo>
                  <a:lnTo>
                    <a:pt x="1866051" y="2966239"/>
                  </a:lnTo>
                  <a:lnTo>
                    <a:pt x="1866145" y="2966239"/>
                  </a:lnTo>
                  <a:lnTo>
                    <a:pt x="1866238" y="2966239"/>
                  </a:lnTo>
                  <a:lnTo>
                    <a:pt x="1866331" y="2966239"/>
                  </a:lnTo>
                  <a:lnTo>
                    <a:pt x="1866424" y="2966239"/>
                  </a:lnTo>
                  <a:lnTo>
                    <a:pt x="1866517" y="2966239"/>
                  </a:lnTo>
                  <a:lnTo>
                    <a:pt x="1866611" y="2966239"/>
                  </a:lnTo>
                  <a:lnTo>
                    <a:pt x="1866704" y="2966239"/>
                  </a:lnTo>
                  <a:lnTo>
                    <a:pt x="1866797" y="2966239"/>
                  </a:lnTo>
                  <a:lnTo>
                    <a:pt x="1866890" y="2966239"/>
                  </a:lnTo>
                  <a:lnTo>
                    <a:pt x="1866984" y="2966239"/>
                  </a:lnTo>
                  <a:lnTo>
                    <a:pt x="1867077" y="2966239"/>
                  </a:lnTo>
                  <a:lnTo>
                    <a:pt x="1867170" y="2966239"/>
                  </a:lnTo>
                  <a:lnTo>
                    <a:pt x="1867263" y="2966239"/>
                  </a:lnTo>
                  <a:lnTo>
                    <a:pt x="1867357" y="2966239"/>
                  </a:lnTo>
                  <a:lnTo>
                    <a:pt x="1867450" y="2966239"/>
                  </a:lnTo>
                  <a:lnTo>
                    <a:pt x="1867543" y="2966239"/>
                  </a:lnTo>
                  <a:lnTo>
                    <a:pt x="1867636" y="2966239"/>
                  </a:lnTo>
                  <a:lnTo>
                    <a:pt x="1867730" y="2966239"/>
                  </a:lnTo>
                  <a:lnTo>
                    <a:pt x="1867823" y="2966239"/>
                  </a:lnTo>
                  <a:lnTo>
                    <a:pt x="1867916" y="2966239"/>
                  </a:lnTo>
                  <a:lnTo>
                    <a:pt x="1868009" y="2966239"/>
                  </a:lnTo>
                  <a:lnTo>
                    <a:pt x="1868103" y="2966239"/>
                  </a:lnTo>
                  <a:lnTo>
                    <a:pt x="1868196" y="2966239"/>
                  </a:lnTo>
                  <a:lnTo>
                    <a:pt x="1868289" y="2966239"/>
                  </a:lnTo>
                  <a:lnTo>
                    <a:pt x="1868382" y="2966239"/>
                  </a:lnTo>
                  <a:lnTo>
                    <a:pt x="1868476" y="2966239"/>
                  </a:lnTo>
                  <a:lnTo>
                    <a:pt x="1868569" y="2966239"/>
                  </a:lnTo>
                  <a:lnTo>
                    <a:pt x="1868662" y="2966239"/>
                  </a:lnTo>
                  <a:lnTo>
                    <a:pt x="1868755" y="2966239"/>
                  </a:lnTo>
                  <a:lnTo>
                    <a:pt x="1868849" y="2966239"/>
                  </a:lnTo>
                  <a:lnTo>
                    <a:pt x="1868942" y="2966239"/>
                  </a:lnTo>
                  <a:lnTo>
                    <a:pt x="1869035" y="2966239"/>
                  </a:lnTo>
                  <a:lnTo>
                    <a:pt x="1869128" y="2966239"/>
                  </a:lnTo>
                  <a:lnTo>
                    <a:pt x="1869222" y="2966239"/>
                  </a:lnTo>
                  <a:lnTo>
                    <a:pt x="1869315" y="2966239"/>
                  </a:lnTo>
                  <a:lnTo>
                    <a:pt x="1869408" y="2966239"/>
                  </a:lnTo>
                  <a:lnTo>
                    <a:pt x="1869501" y="2966239"/>
                  </a:lnTo>
                  <a:lnTo>
                    <a:pt x="1869595" y="2966239"/>
                  </a:lnTo>
                  <a:lnTo>
                    <a:pt x="1869688" y="2966239"/>
                  </a:lnTo>
                  <a:lnTo>
                    <a:pt x="1869781" y="2966239"/>
                  </a:lnTo>
                  <a:lnTo>
                    <a:pt x="1869874" y="2966239"/>
                  </a:lnTo>
                  <a:lnTo>
                    <a:pt x="1869968" y="2966239"/>
                  </a:lnTo>
                  <a:lnTo>
                    <a:pt x="1870061" y="2966239"/>
                  </a:lnTo>
                  <a:lnTo>
                    <a:pt x="1870154" y="2966239"/>
                  </a:lnTo>
                  <a:lnTo>
                    <a:pt x="1870154" y="2956285"/>
                  </a:lnTo>
                  <a:lnTo>
                    <a:pt x="1870247" y="2956285"/>
                  </a:lnTo>
                  <a:lnTo>
                    <a:pt x="1870341" y="2956285"/>
                  </a:lnTo>
                  <a:lnTo>
                    <a:pt x="1870434" y="2956285"/>
                  </a:lnTo>
                  <a:lnTo>
                    <a:pt x="1870527" y="2956285"/>
                  </a:lnTo>
                  <a:lnTo>
                    <a:pt x="1870620" y="2956285"/>
                  </a:lnTo>
                  <a:lnTo>
                    <a:pt x="1870714" y="2956285"/>
                  </a:lnTo>
                  <a:lnTo>
                    <a:pt x="1870714" y="2946331"/>
                  </a:lnTo>
                  <a:lnTo>
                    <a:pt x="1870807" y="2946331"/>
                  </a:lnTo>
                  <a:lnTo>
                    <a:pt x="1870900" y="2946331"/>
                  </a:lnTo>
                  <a:lnTo>
                    <a:pt x="1870993" y="2946331"/>
                  </a:lnTo>
                  <a:lnTo>
                    <a:pt x="1871087" y="2946331"/>
                  </a:lnTo>
                  <a:lnTo>
                    <a:pt x="1871180" y="2946331"/>
                  </a:lnTo>
                  <a:lnTo>
                    <a:pt x="1871273" y="2946331"/>
                  </a:lnTo>
                  <a:lnTo>
                    <a:pt x="1871366" y="2946331"/>
                  </a:lnTo>
                  <a:lnTo>
                    <a:pt x="1871460" y="2946331"/>
                  </a:lnTo>
                  <a:lnTo>
                    <a:pt x="1871553" y="2946331"/>
                  </a:lnTo>
                  <a:lnTo>
                    <a:pt x="1871646" y="2946331"/>
                  </a:lnTo>
                  <a:lnTo>
                    <a:pt x="1871739" y="2946331"/>
                  </a:lnTo>
                  <a:lnTo>
                    <a:pt x="1871833" y="2946331"/>
                  </a:lnTo>
                  <a:lnTo>
                    <a:pt x="1871926" y="2946331"/>
                  </a:lnTo>
                  <a:lnTo>
                    <a:pt x="1872019" y="2946331"/>
                  </a:lnTo>
                  <a:lnTo>
                    <a:pt x="1872112" y="2946331"/>
                  </a:lnTo>
                  <a:lnTo>
                    <a:pt x="1872206" y="2946331"/>
                  </a:lnTo>
                  <a:lnTo>
                    <a:pt x="1872299" y="2946331"/>
                  </a:lnTo>
                  <a:lnTo>
                    <a:pt x="1872392" y="2946331"/>
                  </a:lnTo>
                  <a:lnTo>
                    <a:pt x="1872485" y="2946331"/>
                  </a:lnTo>
                  <a:lnTo>
                    <a:pt x="1872579" y="2946331"/>
                  </a:lnTo>
                  <a:lnTo>
                    <a:pt x="1872672" y="2946331"/>
                  </a:lnTo>
                  <a:lnTo>
                    <a:pt x="1872765" y="2946331"/>
                  </a:lnTo>
                  <a:lnTo>
                    <a:pt x="1872858" y="2946331"/>
                  </a:lnTo>
                  <a:lnTo>
                    <a:pt x="1872952" y="2946331"/>
                  </a:lnTo>
                  <a:lnTo>
                    <a:pt x="1873045" y="2946331"/>
                  </a:lnTo>
                  <a:lnTo>
                    <a:pt x="1873138" y="2946331"/>
                  </a:lnTo>
                  <a:lnTo>
                    <a:pt x="1873231" y="2946331"/>
                  </a:lnTo>
                  <a:lnTo>
                    <a:pt x="1873324" y="2946331"/>
                  </a:lnTo>
                  <a:lnTo>
                    <a:pt x="1873418" y="2946331"/>
                  </a:lnTo>
                  <a:lnTo>
                    <a:pt x="1873511" y="2946331"/>
                  </a:lnTo>
                  <a:lnTo>
                    <a:pt x="1873604" y="2946331"/>
                  </a:lnTo>
                  <a:lnTo>
                    <a:pt x="1873697" y="2946331"/>
                  </a:lnTo>
                  <a:lnTo>
                    <a:pt x="1873791" y="2946331"/>
                  </a:lnTo>
                  <a:lnTo>
                    <a:pt x="1873884" y="2946331"/>
                  </a:lnTo>
                  <a:lnTo>
                    <a:pt x="1873977" y="2946331"/>
                  </a:lnTo>
                  <a:lnTo>
                    <a:pt x="1874070" y="2946331"/>
                  </a:lnTo>
                  <a:lnTo>
                    <a:pt x="1874164" y="2946331"/>
                  </a:lnTo>
                  <a:lnTo>
                    <a:pt x="1874257" y="2946331"/>
                  </a:lnTo>
                  <a:lnTo>
                    <a:pt x="1874350" y="2946331"/>
                  </a:lnTo>
                  <a:lnTo>
                    <a:pt x="1874443" y="2946331"/>
                  </a:lnTo>
                  <a:lnTo>
                    <a:pt x="1874537" y="2946331"/>
                  </a:lnTo>
                  <a:lnTo>
                    <a:pt x="1874630" y="2946331"/>
                  </a:lnTo>
                  <a:lnTo>
                    <a:pt x="1874723" y="2946331"/>
                  </a:lnTo>
                  <a:lnTo>
                    <a:pt x="1874816" y="2946331"/>
                  </a:lnTo>
                  <a:lnTo>
                    <a:pt x="1874910" y="2946331"/>
                  </a:lnTo>
                  <a:lnTo>
                    <a:pt x="1875003" y="2946331"/>
                  </a:lnTo>
                  <a:lnTo>
                    <a:pt x="1875096" y="2946331"/>
                  </a:lnTo>
                  <a:lnTo>
                    <a:pt x="1875189" y="2946331"/>
                  </a:lnTo>
                  <a:lnTo>
                    <a:pt x="1875283" y="2946331"/>
                  </a:lnTo>
                  <a:lnTo>
                    <a:pt x="1875376" y="2946331"/>
                  </a:lnTo>
                  <a:lnTo>
                    <a:pt x="1875469" y="2946331"/>
                  </a:lnTo>
                  <a:lnTo>
                    <a:pt x="1875562" y="2946331"/>
                  </a:lnTo>
                  <a:lnTo>
                    <a:pt x="1875656" y="2946331"/>
                  </a:lnTo>
                  <a:lnTo>
                    <a:pt x="1875749" y="2946331"/>
                  </a:lnTo>
                  <a:lnTo>
                    <a:pt x="1875842" y="2946331"/>
                  </a:lnTo>
                  <a:lnTo>
                    <a:pt x="1875935" y="2946331"/>
                  </a:lnTo>
                  <a:lnTo>
                    <a:pt x="1876029" y="2946331"/>
                  </a:lnTo>
                  <a:lnTo>
                    <a:pt x="1876122" y="2946331"/>
                  </a:lnTo>
                  <a:lnTo>
                    <a:pt x="1876215" y="2946331"/>
                  </a:lnTo>
                  <a:lnTo>
                    <a:pt x="1876308" y="2946331"/>
                  </a:lnTo>
                  <a:lnTo>
                    <a:pt x="1876402" y="2946331"/>
                  </a:lnTo>
                  <a:lnTo>
                    <a:pt x="1876495" y="2946331"/>
                  </a:lnTo>
                  <a:lnTo>
                    <a:pt x="1876588" y="2946331"/>
                  </a:lnTo>
                  <a:lnTo>
                    <a:pt x="1876681" y="2946331"/>
                  </a:lnTo>
                  <a:lnTo>
                    <a:pt x="1876775" y="2946331"/>
                  </a:lnTo>
                  <a:lnTo>
                    <a:pt x="1876868" y="2946331"/>
                  </a:lnTo>
                  <a:lnTo>
                    <a:pt x="1876961" y="2946331"/>
                  </a:lnTo>
                  <a:lnTo>
                    <a:pt x="1877054" y="2946331"/>
                  </a:lnTo>
                  <a:lnTo>
                    <a:pt x="1877148" y="2946331"/>
                  </a:lnTo>
                  <a:lnTo>
                    <a:pt x="1877241" y="2946331"/>
                  </a:lnTo>
                  <a:lnTo>
                    <a:pt x="1877334" y="2946331"/>
                  </a:lnTo>
                  <a:lnTo>
                    <a:pt x="1877427" y="2946331"/>
                  </a:lnTo>
                  <a:lnTo>
                    <a:pt x="1877521" y="2946331"/>
                  </a:lnTo>
                  <a:lnTo>
                    <a:pt x="1877614" y="2946331"/>
                  </a:lnTo>
                  <a:lnTo>
                    <a:pt x="1877707" y="2946331"/>
                  </a:lnTo>
                  <a:lnTo>
                    <a:pt x="1877800" y="2946331"/>
                  </a:lnTo>
                  <a:lnTo>
                    <a:pt x="1877894" y="2946331"/>
                  </a:lnTo>
                  <a:lnTo>
                    <a:pt x="1877987" y="2946331"/>
                  </a:lnTo>
                  <a:lnTo>
                    <a:pt x="1878080" y="2946331"/>
                  </a:lnTo>
                  <a:lnTo>
                    <a:pt x="1878173" y="2946331"/>
                  </a:lnTo>
                  <a:lnTo>
                    <a:pt x="1878267" y="2946331"/>
                  </a:lnTo>
                  <a:lnTo>
                    <a:pt x="1878360" y="2946331"/>
                  </a:lnTo>
                  <a:lnTo>
                    <a:pt x="1878453" y="2946331"/>
                  </a:lnTo>
                  <a:lnTo>
                    <a:pt x="1878546" y="2946331"/>
                  </a:lnTo>
                  <a:lnTo>
                    <a:pt x="1878640" y="2946331"/>
                  </a:lnTo>
                  <a:lnTo>
                    <a:pt x="1878733" y="2946331"/>
                  </a:lnTo>
                  <a:lnTo>
                    <a:pt x="1878826" y="2946331"/>
                  </a:lnTo>
                  <a:lnTo>
                    <a:pt x="1878919" y="2946331"/>
                  </a:lnTo>
                  <a:lnTo>
                    <a:pt x="1879013" y="2946331"/>
                  </a:lnTo>
                  <a:lnTo>
                    <a:pt x="1879106" y="2946331"/>
                  </a:lnTo>
                  <a:lnTo>
                    <a:pt x="1879199" y="2946331"/>
                  </a:lnTo>
                  <a:lnTo>
                    <a:pt x="1879292" y="2946331"/>
                  </a:lnTo>
                  <a:lnTo>
                    <a:pt x="1879386" y="2946331"/>
                  </a:lnTo>
                  <a:lnTo>
                    <a:pt x="1879479" y="2946331"/>
                  </a:lnTo>
                  <a:lnTo>
                    <a:pt x="1879572" y="2946331"/>
                  </a:lnTo>
                  <a:lnTo>
                    <a:pt x="1879665" y="2946331"/>
                  </a:lnTo>
                  <a:lnTo>
                    <a:pt x="1879759" y="2946331"/>
                  </a:lnTo>
                  <a:lnTo>
                    <a:pt x="1879852" y="2946331"/>
                  </a:lnTo>
                  <a:lnTo>
                    <a:pt x="1879945" y="2946331"/>
                  </a:lnTo>
                  <a:lnTo>
                    <a:pt x="1880038" y="2946331"/>
                  </a:lnTo>
                  <a:lnTo>
                    <a:pt x="1880132" y="2946331"/>
                  </a:lnTo>
                  <a:lnTo>
                    <a:pt x="1880225" y="2946331"/>
                  </a:lnTo>
                  <a:lnTo>
                    <a:pt x="1880318" y="2946331"/>
                  </a:lnTo>
                  <a:lnTo>
                    <a:pt x="1880411" y="2946331"/>
                  </a:lnTo>
                  <a:lnTo>
                    <a:pt x="1880504" y="2946331"/>
                  </a:lnTo>
                  <a:lnTo>
                    <a:pt x="1880598" y="2946331"/>
                  </a:lnTo>
                  <a:lnTo>
                    <a:pt x="1880691" y="2946331"/>
                  </a:lnTo>
                  <a:lnTo>
                    <a:pt x="1880784" y="2946331"/>
                  </a:lnTo>
                  <a:lnTo>
                    <a:pt x="1880877" y="2946331"/>
                  </a:lnTo>
                  <a:lnTo>
                    <a:pt x="1880971" y="2946331"/>
                  </a:lnTo>
                  <a:lnTo>
                    <a:pt x="1881064" y="2946331"/>
                  </a:lnTo>
                  <a:lnTo>
                    <a:pt x="1881157" y="2946331"/>
                  </a:lnTo>
                  <a:lnTo>
                    <a:pt x="1881250" y="2946331"/>
                  </a:lnTo>
                  <a:lnTo>
                    <a:pt x="1881344" y="2946331"/>
                  </a:lnTo>
                  <a:lnTo>
                    <a:pt x="1881437" y="2946331"/>
                  </a:lnTo>
                  <a:lnTo>
                    <a:pt x="1881530" y="2946331"/>
                  </a:lnTo>
                  <a:lnTo>
                    <a:pt x="1881623" y="2946331"/>
                  </a:lnTo>
                  <a:lnTo>
                    <a:pt x="1881717" y="2946331"/>
                  </a:lnTo>
                  <a:lnTo>
                    <a:pt x="1881810" y="2946331"/>
                  </a:lnTo>
                  <a:lnTo>
                    <a:pt x="1881903" y="2946331"/>
                  </a:lnTo>
                  <a:lnTo>
                    <a:pt x="1881996" y="2946331"/>
                  </a:lnTo>
                  <a:lnTo>
                    <a:pt x="1882090" y="2946331"/>
                  </a:lnTo>
                  <a:lnTo>
                    <a:pt x="1882183" y="2946331"/>
                  </a:lnTo>
                  <a:lnTo>
                    <a:pt x="1882276" y="2946331"/>
                  </a:lnTo>
                  <a:lnTo>
                    <a:pt x="1882369" y="2946331"/>
                  </a:lnTo>
                  <a:lnTo>
                    <a:pt x="1882463" y="2946331"/>
                  </a:lnTo>
                  <a:lnTo>
                    <a:pt x="1882556" y="2946331"/>
                  </a:lnTo>
                  <a:lnTo>
                    <a:pt x="1882649" y="2946331"/>
                  </a:lnTo>
                  <a:lnTo>
                    <a:pt x="1882742" y="2946331"/>
                  </a:lnTo>
                  <a:lnTo>
                    <a:pt x="1882836" y="2946331"/>
                  </a:lnTo>
                  <a:lnTo>
                    <a:pt x="1882929" y="2946331"/>
                  </a:lnTo>
                  <a:lnTo>
                    <a:pt x="1883022" y="2946331"/>
                  </a:lnTo>
                  <a:lnTo>
                    <a:pt x="1883115" y="2946331"/>
                  </a:lnTo>
                  <a:lnTo>
                    <a:pt x="1883209" y="2946331"/>
                  </a:lnTo>
                  <a:lnTo>
                    <a:pt x="1883302" y="2946331"/>
                  </a:lnTo>
                  <a:lnTo>
                    <a:pt x="1883395" y="2946331"/>
                  </a:lnTo>
                  <a:lnTo>
                    <a:pt x="1883488" y="2946331"/>
                  </a:lnTo>
                  <a:lnTo>
                    <a:pt x="1883582" y="2946331"/>
                  </a:lnTo>
                  <a:lnTo>
                    <a:pt x="1883675" y="2946331"/>
                  </a:lnTo>
                  <a:lnTo>
                    <a:pt x="1883768" y="2946331"/>
                  </a:lnTo>
                  <a:lnTo>
                    <a:pt x="1883861" y="2946331"/>
                  </a:lnTo>
                  <a:lnTo>
                    <a:pt x="1883955" y="2946331"/>
                  </a:lnTo>
                  <a:lnTo>
                    <a:pt x="1884048" y="2946331"/>
                  </a:lnTo>
                  <a:lnTo>
                    <a:pt x="1884141" y="2946331"/>
                  </a:lnTo>
                  <a:lnTo>
                    <a:pt x="1884234" y="2946331"/>
                  </a:lnTo>
                  <a:lnTo>
                    <a:pt x="1884328" y="2946331"/>
                  </a:lnTo>
                  <a:lnTo>
                    <a:pt x="1884421" y="2946331"/>
                  </a:lnTo>
                  <a:lnTo>
                    <a:pt x="1884514" y="2946331"/>
                  </a:lnTo>
                  <a:lnTo>
                    <a:pt x="1884607" y="2946331"/>
                  </a:lnTo>
                  <a:lnTo>
                    <a:pt x="1884701" y="2946331"/>
                  </a:lnTo>
                  <a:lnTo>
                    <a:pt x="1884701" y="2936377"/>
                  </a:lnTo>
                  <a:lnTo>
                    <a:pt x="1884794" y="2936377"/>
                  </a:lnTo>
                  <a:lnTo>
                    <a:pt x="1884887" y="2936377"/>
                  </a:lnTo>
                  <a:lnTo>
                    <a:pt x="1884980" y="2936377"/>
                  </a:lnTo>
                  <a:lnTo>
                    <a:pt x="1885074" y="2936377"/>
                  </a:lnTo>
                  <a:lnTo>
                    <a:pt x="1885167" y="2936377"/>
                  </a:lnTo>
                  <a:lnTo>
                    <a:pt x="1885260" y="2936377"/>
                  </a:lnTo>
                  <a:lnTo>
                    <a:pt x="1885353" y="2936377"/>
                  </a:lnTo>
                  <a:lnTo>
                    <a:pt x="1885447" y="2936377"/>
                  </a:lnTo>
                  <a:lnTo>
                    <a:pt x="1885540" y="2936377"/>
                  </a:lnTo>
                  <a:lnTo>
                    <a:pt x="1885633" y="2936377"/>
                  </a:lnTo>
                  <a:lnTo>
                    <a:pt x="1885726" y="2936377"/>
                  </a:lnTo>
                  <a:lnTo>
                    <a:pt x="1885820" y="2936377"/>
                  </a:lnTo>
                  <a:lnTo>
                    <a:pt x="1885913" y="2936377"/>
                  </a:lnTo>
                  <a:lnTo>
                    <a:pt x="1886006" y="2936377"/>
                  </a:lnTo>
                  <a:lnTo>
                    <a:pt x="1886099" y="2936377"/>
                  </a:lnTo>
                  <a:lnTo>
                    <a:pt x="1886193" y="2936377"/>
                  </a:lnTo>
                  <a:lnTo>
                    <a:pt x="1886286" y="2936377"/>
                  </a:lnTo>
                  <a:lnTo>
                    <a:pt x="1886379" y="2936377"/>
                  </a:lnTo>
                  <a:lnTo>
                    <a:pt x="1886472" y="2936377"/>
                  </a:lnTo>
                  <a:lnTo>
                    <a:pt x="1886566" y="2936377"/>
                  </a:lnTo>
                  <a:lnTo>
                    <a:pt x="1886659" y="2936377"/>
                  </a:lnTo>
                  <a:lnTo>
                    <a:pt x="1886752" y="2936377"/>
                  </a:lnTo>
                  <a:lnTo>
                    <a:pt x="1886845" y="2936377"/>
                  </a:lnTo>
                  <a:lnTo>
                    <a:pt x="1886939" y="2936377"/>
                  </a:lnTo>
                  <a:lnTo>
                    <a:pt x="1887032" y="2936377"/>
                  </a:lnTo>
                  <a:lnTo>
                    <a:pt x="1887125" y="2936377"/>
                  </a:lnTo>
                  <a:lnTo>
                    <a:pt x="1887218" y="2936377"/>
                  </a:lnTo>
                  <a:lnTo>
                    <a:pt x="1887311" y="2936377"/>
                  </a:lnTo>
                  <a:lnTo>
                    <a:pt x="1887405" y="2936377"/>
                  </a:lnTo>
                  <a:lnTo>
                    <a:pt x="1887498" y="2936377"/>
                  </a:lnTo>
                  <a:lnTo>
                    <a:pt x="1887591" y="2936377"/>
                  </a:lnTo>
                  <a:lnTo>
                    <a:pt x="1887684" y="2936377"/>
                  </a:lnTo>
                  <a:lnTo>
                    <a:pt x="1887778" y="2936377"/>
                  </a:lnTo>
                  <a:lnTo>
                    <a:pt x="1887871" y="2936377"/>
                  </a:lnTo>
                  <a:lnTo>
                    <a:pt x="1887964" y="2936377"/>
                  </a:lnTo>
                  <a:lnTo>
                    <a:pt x="1888057" y="2936377"/>
                  </a:lnTo>
                  <a:lnTo>
                    <a:pt x="1888151" y="2936377"/>
                  </a:lnTo>
                  <a:lnTo>
                    <a:pt x="1888244" y="2936377"/>
                  </a:lnTo>
                  <a:lnTo>
                    <a:pt x="1888337" y="2936377"/>
                  </a:lnTo>
                  <a:lnTo>
                    <a:pt x="1888430" y="2936377"/>
                  </a:lnTo>
                  <a:lnTo>
                    <a:pt x="1888524" y="2936377"/>
                  </a:lnTo>
                  <a:lnTo>
                    <a:pt x="1888617" y="2936377"/>
                  </a:lnTo>
                  <a:lnTo>
                    <a:pt x="1888710" y="2936377"/>
                  </a:lnTo>
                  <a:lnTo>
                    <a:pt x="1888803" y="2936377"/>
                  </a:lnTo>
                  <a:lnTo>
                    <a:pt x="1888897" y="2936377"/>
                  </a:lnTo>
                  <a:lnTo>
                    <a:pt x="1888990" y="2936377"/>
                  </a:lnTo>
                  <a:lnTo>
                    <a:pt x="1889083" y="2936377"/>
                  </a:lnTo>
                  <a:lnTo>
                    <a:pt x="1889176" y="2936377"/>
                  </a:lnTo>
                  <a:lnTo>
                    <a:pt x="1889270" y="2936377"/>
                  </a:lnTo>
                  <a:lnTo>
                    <a:pt x="1889363" y="2936377"/>
                  </a:lnTo>
                  <a:lnTo>
                    <a:pt x="1889456" y="2936377"/>
                  </a:lnTo>
                  <a:lnTo>
                    <a:pt x="1889549" y="2936377"/>
                  </a:lnTo>
                  <a:lnTo>
                    <a:pt x="1889643" y="2936377"/>
                  </a:lnTo>
                  <a:lnTo>
                    <a:pt x="1889736" y="2936377"/>
                  </a:lnTo>
                  <a:lnTo>
                    <a:pt x="1889829" y="2936377"/>
                  </a:lnTo>
                  <a:lnTo>
                    <a:pt x="1889922" y="2936377"/>
                  </a:lnTo>
                  <a:lnTo>
                    <a:pt x="1890016" y="2936377"/>
                  </a:lnTo>
                  <a:lnTo>
                    <a:pt x="1890109" y="2936377"/>
                  </a:lnTo>
                  <a:lnTo>
                    <a:pt x="1890202" y="2936377"/>
                  </a:lnTo>
                  <a:lnTo>
                    <a:pt x="1890295" y="2936377"/>
                  </a:lnTo>
                  <a:lnTo>
                    <a:pt x="1890389" y="2936377"/>
                  </a:lnTo>
                  <a:lnTo>
                    <a:pt x="1890482" y="2936377"/>
                  </a:lnTo>
                  <a:lnTo>
                    <a:pt x="1890575" y="2936377"/>
                  </a:lnTo>
                  <a:lnTo>
                    <a:pt x="1890668" y="2936377"/>
                  </a:lnTo>
                  <a:lnTo>
                    <a:pt x="1890762" y="2936377"/>
                  </a:lnTo>
                  <a:lnTo>
                    <a:pt x="1890855" y="2936377"/>
                  </a:lnTo>
                  <a:lnTo>
                    <a:pt x="1890948" y="2936377"/>
                  </a:lnTo>
                  <a:lnTo>
                    <a:pt x="1891041" y="2936377"/>
                  </a:lnTo>
                  <a:lnTo>
                    <a:pt x="1891135" y="2936377"/>
                  </a:lnTo>
                  <a:lnTo>
                    <a:pt x="1891228" y="2936377"/>
                  </a:lnTo>
                  <a:lnTo>
                    <a:pt x="1891321" y="2936377"/>
                  </a:lnTo>
                  <a:lnTo>
                    <a:pt x="1891414" y="2936377"/>
                  </a:lnTo>
                  <a:lnTo>
                    <a:pt x="1891508" y="2936377"/>
                  </a:lnTo>
                  <a:lnTo>
                    <a:pt x="1891601" y="2936377"/>
                  </a:lnTo>
                  <a:lnTo>
                    <a:pt x="1891694" y="2936377"/>
                  </a:lnTo>
                  <a:lnTo>
                    <a:pt x="1891787" y="2936377"/>
                  </a:lnTo>
                  <a:lnTo>
                    <a:pt x="1891881" y="2936377"/>
                  </a:lnTo>
                  <a:lnTo>
                    <a:pt x="1891974" y="2936377"/>
                  </a:lnTo>
                  <a:lnTo>
                    <a:pt x="1892067" y="2936377"/>
                  </a:lnTo>
                  <a:lnTo>
                    <a:pt x="1892067" y="2926423"/>
                  </a:lnTo>
                  <a:lnTo>
                    <a:pt x="1892160" y="2926423"/>
                  </a:lnTo>
                  <a:lnTo>
                    <a:pt x="1892254" y="2926423"/>
                  </a:lnTo>
                  <a:lnTo>
                    <a:pt x="1892347" y="2926423"/>
                  </a:lnTo>
                  <a:lnTo>
                    <a:pt x="1892440" y="2926423"/>
                  </a:lnTo>
                  <a:lnTo>
                    <a:pt x="1892533" y="2926423"/>
                  </a:lnTo>
                  <a:lnTo>
                    <a:pt x="1892627" y="2926423"/>
                  </a:lnTo>
                  <a:lnTo>
                    <a:pt x="1892720" y="2926423"/>
                  </a:lnTo>
                  <a:lnTo>
                    <a:pt x="1892813" y="2926423"/>
                  </a:lnTo>
                  <a:lnTo>
                    <a:pt x="1892906" y="2926423"/>
                  </a:lnTo>
                  <a:lnTo>
                    <a:pt x="1893000" y="2926423"/>
                  </a:lnTo>
                  <a:lnTo>
                    <a:pt x="1893093" y="2926423"/>
                  </a:lnTo>
                  <a:lnTo>
                    <a:pt x="1893186" y="2926423"/>
                  </a:lnTo>
                  <a:lnTo>
                    <a:pt x="1893279" y="2926423"/>
                  </a:lnTo>
                  <a:lnTo>
                    <a:pt x="1893373" y="2926423"/>
                  </a:lnTo>
                  <a:lnTo>
                    <a:pt x="1893466" y="2926423"/>
                  </a:lnTo>
                  <a:lnTo>
                    <a:pt x="1893559" y="2926423"/>
                  </a:lnTo>
                  <a:lnTo>
                    <a:pt x="1893652" y="2926423"/>
                  </a:lnTo>
                  <a:lnTo>
                    <a:pt x="1893746" y="2926423"/>
                  </a:lnTo>
                  <a:lnTo>
                    <a:pt x="1893839" y="2926423"/>
                  </a:lnTo>
                  <a:lnTo>
                    <a:pt x="1893932" y="2926423"/>
                  </a:lnTo>
                  <a:lnTo>
                    <a:pt x="1894025" y="2926423"/>
                  </a:lnTo>
                  <a:lnTo>
                    <a:pt x="1894118" y="2926423"/>
                  </a:lnTo>
                  <a:lnTo>
                    <a:pt x="1894212" y="2926423"/>
                  </a:lnTo>
                  <a:lnTo>
                    <a:pt x="1894305" y="2926423"/>
                  </a:lnTo>
                  <a:lnTo>
                    <a:pt x="1894398" y="2926423"/>
                  </a:lnTo>
                  <a:lnTo>
                    <a:pt x="1894491" y="2926423"/>
                  </a:lnTo>
                  <a:lnTo>
                    <a:pt x="1894585" y="2926423"/>
                  </a:lnTo>
                  <a:lnTo>
                    <a:pt x="1894678" y="2926423"/>
                  </a:lnTo>
                  <a:lnTo>
                    <a:pt x="1894771" y="2926423"/>
                  </a:lnTo>
                  <a:lnTo>
                    <a:pt x="1894864" y="2926423"/>
                  </a:lnTo>
                  <a:lnTo>
                    <a:pt x="1894958" y="2926423"/>
                  </a:lnTo>
                  <a:lnTo>
                    <a:pt x="1895051" y="2926423"/>
                  </a:lnTo>
                  <a:lnTo>
                    <a:pt x="1895144" y="2926423"/>
                  </a:lnTo>
                  <a:lnTo>
                    <a:pt x="1895237" y="2926423"/>
                  </a:lnTo>
                  <a:lnTo>
                    <a:pt x="1895331" y="2926423"/>
                  </a:lnTo>
                  <a:lnTo>
                    <a:pt x="1895424" y="2926423"/>
                  </a:lnTo>
                  <a:lnTo>
                    <a:pt x="1895517" y="2926423"/>
                  </a:lnTo>
                  <a:lnTo>
                    <a:pt x="1895610" y="2926423"/>
                  </a:lnTo>
                  <a:lnTo>
                    <a:pt x="1895704" y="2926423"/>
                  </a:lnTo>
                  <a:lnTo>
                    <a:pt x="1895797" y="2926423"/>
                  </a:lnTo>
                  <a:lnTo>
                    <a:pt x="1895890" y="2926423"/>
                  </a:lnTo>
                  <a:lnTo>
                    <a:pt x="1895983" y="2926423"/>
                  </a:lnTo>
                  <a:lnTo>
                    <a:pt x="1896077" y="2926423"/>
                  </a:lnTo>
                  <a:lnTo>
                    <a:pt x="1896170" y="2926423"/>
                  </a:lnTo>
                  <a:lnTo>
                    <a:pt x="1896263" y="2926423"/>
                  </a:lnTo>
                  <a:lnTo>
                    <a:pt x="1896356" y="2926423"/>
                  </a:lnTo>
                  <a:lnTo>
                    <a:pt x="1896450" y="2926423"/>
                  </a:lnTo>
                  <a:lnTo>
                    <a:pt x="1896543" y="2926423"/>
                  </a:lnTo>
                  <a:lnTo>
                    <a:pt x="1896636" y="2926423"/>
                  </a:lnTo>
                  <a:lnTo>
                    <a:pt x="1896729" y="2926423"/>
                  </a:lnTo>
                  <a:lnTo>
                    <a:pt x="1896823" y="2926423"/>
                  </a:lnTo>
                  <a:lnTo>
                    <a:pt x="1896916" y="2926423"/>
                  </a:lnTo>
                  <a:lnTo>
                    <a:pt x="1897009" y="2926423"/>
                  </a:lnTo>
                  <a:lnTo>
                    <a:pt x="1897102" y="2926423"/>
                  </a:lnTo>
                  <a:lnTo>
                    <a:pt x="1897196" y="2926423"/>
                  </a:lnTo>
                  <a:lnTo>
                    <a:pt x="1897289" y="2926423"/>
                  </a:lnTo>
                  <a:lnTo>
                    <a:pt x="1897382" y="2926423"/>
                  </a:lnTo>
                  <a:lnTo>
                    <a:pt x="1897475" y="2926423"/>
                  </a:lnTo>
                  <a:lnTo>
                    <a:pt x="1897475" y="2916470"/>
                  </a:lnTo>
                  <a:lnTo>
                    <a:pt x="1897569" y="2916470"/>
                  </a:lnTo>
                  <a:lnTo>
                    <a:pt x="1897662" y="2916470"/>
                  </a:lnTo>
                  <a:lnTo>
                    <a:pt x="1897755" y="2916470"/>
                  </a:lnTo>
                  <a:lnTo>
                    <a:pt x="1897848" y="2916470"/>
                  </a:lnTo>
                  <a:lnTo>
                    <a:pt x="1897942" y="2916470"/>
                  </a:lnTo>
                  <a:lnTo>
                    <a:pt x="1898035" y="2916470"/>
                  </a:lnTo>
                  <a:lnTo>
                    <a:pt x="1898128" y="2916470"/>
                  </a:lnTo>
                  <a:lnTo>
                    <a:pt x="1898221" y="2916470"/>
                  </a:lnTo>
                  <a:lnTo>
                    <a:pt x="1898315" y="2916470"/>
                  </a:lnTo>
                  <a:lnTo>
                    <a:pt x="1898408" y="2916470"/>
                  </a:lnTo>
                  <a:lnTo>
                    <a:pt x="1898501" y="2916470"/>
                  </a:lnTo>
                  <a:lnTo>
                    <a:pt x="1898594" y="2916470"/>
                  </a:lnTo>
                  <a:lnTo>
                    <a:pt x="1898688" y="2916470"/>
                  </a:lnTo>
                  <a:lnTo>
                    <a:pt x="1898781" y="2916470"/>
                  </a:lnTo>
                  <a:lnTo>
                    <a:pt x="1898874" y="2916470"/>
                  </a:lnTo>
                  <a:lnTo>
                    <a:pt x="1898967" y="2916470"/>
                  </a:lnTo>
                  <a:lnTo>
                    <a:pt x="1899061" y="2916470"/>
                  </a:lnTo>
                  <a:lnTo>
                    <a:pt x="1899154" y="2916470"/>
                  </a:lnTo>
                  <a:lnTo>
                    <a:pt x="1899247" y="2916470"/>
                  </a:lnTo>
                  <a:lnTo>
                    <a:pt x="1899340" y="2916470"/>
                  </a:lnTo>
                  <a:lnTo>
                    <a:pt x="1899434" y="2916470"/>
                  </a:lnTo>
                  <a:lnTo>
                    <a:pt x="1899527" y="2916470"/>
                  </a:lnTo>
                  <a:lnTo>
                    <a:pt x="1899620" y="2916470"/>
                  </a:lnTo>
                  <a:lnTo>
                    <a:pt x="1899713" y="2916470"/>
                  </a:lnTo>
                  <a:lnTo>
                    <a:pt x="1899807" y="2916470"/>
                  </a:lnTo>
                  <a:lnTo>
                    <a:pt x="1899900" y="2916470"/>
                  </a:lnTo>
                  <a:lnTo>
                    <a:pt x="1899993" y="2916470"/>
                  </a:lnTo>
                  <a:lnTo>
                    <a:pt x="1900086" y="2916470"/>
                  </a:lnTo>
                  <a:lnTo>
                    <a:pt x="1900180" y="2916470"/>
                  </a:lnTo>
                  <a:lnTo>
                    <a:pt x="1900273" y="2916470"/>
                  </a:lnTo>
                  <a:lnTo>
                    <a:pt x="1900366" y="2916470"/>
                  </a:lnTo>
                  <a:lnTo>
                    <a:pt x="1900459" y="2916470"/>
                  </a:lnTo>
                  <a:lnTo>
                    <a:pt x="1900553" y="2916470"/>
                  </a:lnTo>
                  <a:lnTo>
                    <a:pt x="1900646" y="2916470"/>
                  </a:lnTo>
                  <a:lnTo>
                    <a:pt x="1900739" y="2916470"/>
                  </a:lnTo>
                  <a:lnTo>
                    <a:pt x="1900832" y="2916470"/>
                  </a:lnTo>
                  <a:lnTo>
                    <a:pt x="1900926" y="2916470"/>
                  </a:lnTo>
                  <a:lnTo>
                    <a:pt x="1901019" y="2916470"/>
                  </a:lnTo>
                  <a:lnTo>
                    <a:pt x="1901112" y="2916470"/>
                  </a:lnTo>
                  <a:lnTo>
                    <a:pt x="1901205" y="2916470"/>
                  </a:lnTo>
                  <a:lnTo>
                    <a:pt x="1901298" y="2916470"/>
                  </a:lnTo>
                  <a:lnTo>
                    <a:pt x="1901392" y="2916470"/>
                  </a:lnTo>
                  <a:lnTo>
                    <a:pt x="1901485" y="2916470"/>
                  </a:lnTo>
                  <a:lnTo>
                    <a:pt x="1901578" y="2916470"/>
                  </a:lnTo>
                  <a:lnTo>
                    <a:pt x="1901671" y="2916470"/>
                  </a:lnTo>
                  <a:lnTo>
                    <a:pt x="1901765" y="2916470"/>
                  </a:lnTo>
                  <a:lnTo>
                    <a:pt x="1901858" y="2916470"/>
                  </a:lnTo>
                  <a:lnTo>
                    <a:pt x="1901951" y="2916470"/>
                  </a:lnTo>
                  <a:lnTo>
                    <a:pt x="1902044" y="2916470"/>
                  </a:lnTo>
                  <a:lnTo>
                    <a:pt x="1902138" y="2916470"/>
                  </a:lnTo>
                  <a:lnTo>
                    <a:pt x="1902231" y="2916470"/>
                  </a:lnTo>
                  <a:lnTo>
                    <a:pt x="1902324" y="2916470"/>
                  </a:lnTo>
                  <a:lnTo>
                    <a:pt x="1902417" y="2916470"/>
                  </a:lnTo>
                  <a:lnTo>
                    <a:pt x="1902511" y="2916470"/>
                  </a:lnTo>
                  <a:lnTo>
                    <a:pt x="1902604" y="2916470"/>
                  </a:lnTo>
                  <a:lnTo>
                    <a:pt x="1902697" y="2916470"/>
                  </a:lnTo>
                  <a:lnTo>
                    <a:pt x="1902790" y="2916470"/>
                  </a:lnTo>
                  <a:lnTo>
                    <a:pt x="1902884" y="2916470"/>
                  </a:lnTo>
                  <a:lnTo>
                    <a:pt x="1902977" y="2916470"/>
                  </a:lnTo>
                  <a:lnTo>
                    <a:pt x="1903070" y="2916470"/>
                  </a:lnTo>
                  <a:lnTo>
                    <a:pt x="1903163" y="2916470"/>
                  </a:lnTo>
                  <a:lnTo>
                    <a:pt x="1903257" y="2916470"/>
                  </a:lnTo>
                  <a:lnTo>
                    <a:pt x="1903350" y="2916470"/>
                  </a:lnTo>
                  <a:lnTo>
                    <a:pt x="1903443" y="2916470"/>
                  </a:lnTo>
                  <a:lnTo>
                    <a:pt x="1903536" y="2916470"/>
                  </a:lnTo>
                  <a:lnTo>
                    <a:pt x="1903630" y="2916470"/>
                  </a:lnTo>
                  <a:lnTo>
                    <a:pt x="1903723" y="2916470"/>
                  </a:lnTo>
                  <a:lnTo>
                    <a:pt x="1903816" y="2916470"/>
                  </a:lnTo>
                  <a:lnTo>
                    <a:pt x="1903909" y="2916470"/>
                  </a:lnTo>
                  <a:lnTo>
                    <a:pt x="1904003" y="2916470"/>
                  </a:lnTo>
                  <a:lnTo>
                    <a:pt x="1904096" y="2916470"/>
                  </a:lnTo>
                  <a:lnTo>
                    <a:pt x="1904189" y="2916470"/>
                  </a:lnTo>
                  <a:lnTo>
                    <a:pt x="1904282" y="2916470"/>
                  </a:lnTo>
                  <a:lnTo>
                    <a:pt x="1904376" y="2916470"/>
                  </a:lnTo>
                  <a:lnTo>
                    <a:pt x="1904469" y="2916470"/>
                  </a:lnTo>
                  <a:lnTo>
                    <a:pt x="1904562" y="2916470"/>
                  </a:lnTo>
                  <a:lnTo>
                    <a:pt x="1904655" y="2916470"/>
                  </a:lnTo>
                  <a:lnTo>
                    <a:pt x="1904749" y="2916470"/>
                  </a:lnTo>
                  <a:lnTo>
                    <a:pt x="1904842" y="2916470"/>
                  </a:lnTo>
                  <a:lnTo>
                    <a:pt x="1904935" y="2916470"/>
                  </a:lnTo>
                  <a:lnTo>
                    <a:pt x="1905028" y="2916470"/>
                  </a:lnTo>
                  <a:lnTo>
                    <a:pt x="1905122" y="2916470"/>
                  </a:lnTo>
                  <a:lnTo>
                    <a:pt x="1905215" y="2916470"/>
                  </a:lnTo>
                  <a:lnTo>
                    <a:pt x="1905308" y="2916470"/>
                  </a:lnTo>
                  <a:lnTo>
                    <a:pt x="1905401" y="2916470"/>
                  </a:lnTo>
                  <a:lnTo>
                    <a:pt x="1905495" y="2916470"/>
                  </a:lnTo>
                  <a:lnTo>
                    <a:pt x="1905588" y="2916470"/>
                  </a:lnTo>
                  <a:lnTo>
                    <a:pt x="1905681" y="2916470"/>
                  </a:lnTo>
                  <a:lnTo>
                    <a:pt x="1905774" y="2916470"/>
                  </a:lnTo>
                  <a:lnTo>
                    <a:pt x="1905868" y="2916470"/>
                  </a:lnTo>
                  <a:lnTo>
                    <a:pt x="1905961" y="2916470"/>
                  </a:lnTo>
                  <a:lnTo>
                    <a:pt x="1906054" y="2916470"/>
                  </a:lnTo>
                  <a:lnTo>
                    <a:pt x="1906147" y="2916470"/>
                  </a:lnTo>
                  <a:lnTo>
                    <a:pt x="1906241" y="2916470"/>
                  </a:lnTo>
                  <a:lnTo>
                    <a:pt x="1906334" y="2916470"/>
                  </a:lnTo>
                  <a:lnTo>
                    <a:pt x="1906427" y="2916470"/>
                  </a:lnTo>
                  <a:lnTo>
                    <a:pt x="1906520" y="2916470"/>
                  </a:lnTo>
                  <a:lnTo>
                    <a:pt x="1906614" y="2916470"/>
                  </a:lnTo>
                  <a:lnTo>
                    <a:pt x="1906707" y="2916470"/>
                  </a:lnTo>
                  <a:lnTo>
                    <a:pt x="1906800" y="2916470"/>
                  </a:lnTo>
                  <a:lnTo>
                    <a:pt x="1906893" y="2916470"/>
                  </a:lnTo>
                  <a:lnTo>
                    <a:pt x="1906987" y="2916470"/>
                  </a:lnTo>
                  <a:lnTo>
                    <a:pt x="1907080" y="2916470"/>
                  </a:lnTo>
                  <a:lnTo>
                    <a:pt x="1907173" y="2916470"/>
                  </a:lnTo>
                  <a:lnTo>
                    <a:pt x="1907266" y="2916470"/>
                  </a:lnTo>
                  <a:lnTo>
                    <a:pt x="1907360" y="2916470"/>
                  </a:lnTo>
                  <a:lnTo>
                    <a:pt x="1907453" y="2916470"/>
                  </a:lnTo>
                  <a:lnTo>
                    <a:pt x="1907546" y="2916470"/>
                  </a:lnTo>
                  <a:lnTo>
                    <a:pt x="1907639" y="2916470"/>
                  </a:lnTo>
                  <a:lnTo>
                    <a:pt x="1907733" y="2916470"/>
                  </a:lnTo>
                  <a:lnTo>
                    <a:pt x="1907826" y="2916470"/>
                  </a:lnTo>
                  <a:lnTo>
                    <a:pt x="1907919" y="2916470"/>
                  </a:lnTo>
                  <a:lnTo>
                    <a:pt x="1908012" y="2916470"/>
                  </a:lnTo>
                  <a:lnTo>
                    <a:pt x="1908105" y="2916470"/>
                  </a:lnTo>
                  <a:lnTo>
                    <a:pt x="1908199" y="2916470"/>
                  </a:lnTo>
                  <a:lnTo>
                    <a:pt x="1908292" y="2916470"/>
                  </a:lnTo>
                  <a:lnTo>
                    <a:pt x="1908385" y="2916470"/>
                  </a:lnTo>
                  <a:lnTo>
                    <a:pt x="1908478" y="2916470"/>
                  </a:lnTo>
                  <a:lnTo>
                    <a:pt x="1908572" y="2916470"/>
                  </a:lnTo>
                  <a:lnTo>
                    <a:pt x="1908665" y="2916470"/>
                  </a:lnTo>
                  <a:lnTo>
                    <a:pt x="1908758" y="2916470"/>
                  </a:lnTo>
                  <a:lnTo>
                    <a:pt x="1908851" y="2916470"/>
                  </a:lnTo>
                  <a:lnTo>
                    <a:pt x="1908945" y="2916470"/>
                  </a:lnTo>
                  <a:lnTo>
                    <a:pt x="1909038" y="2916470"/>
                  </a:lnTo>
                  <a:lnTo>
                    <a:pt x="1909131" y="2916470"/>
                  </a:lnTo>
                  <a:lnTo>
                    <a:pt x="1909224" y="2916470"/>
                  </a:lnTo>
                  <a:lnTo>
                    <a:pt x="1909318" y="2916470"/>
                  </a:lnTo>
                  <a:lnTo>
                    <a:pt x="1909411" y="2916470"/>
                  </a:lnTo>
                  <a:lnTo>
                    <a:pt x="1909504" y="2916470"/>
                  </a:lnTo>
                  <a:lnTo>
                    <a:pt x="1909597" y="2916470"/>
                  </a:lnTo>
                  <a:lnTo>
                    <a:pt x="1909691" y="2916470"/>
                  </a:lnTo>
                  <a:lnTo>
                    <a:pt x="1909784" y="2916470"/>
                  </a:lnTo>
                  <a:lnTo>
                    <a:pt x="1909877" y="2916470"/>
                  </a:lnTo>
                  <a:lnTo>
                    <a:pt x="1909970" y="2916470"/>
                  </a:lnTo>
                  <a:lnTo>
                    <a:pt x="1910064" y="2916470"/>
                  </a:lnTo>
                  <a:lnTo>
                    <a:pt x="1910157" y="2916470"/>
                  </a:lnTo>
                  <a:lnTo>
                    <a:pt x="1910250" y="2916470"/>
                  </a:lnTo>
                  <a:lnTo>
                    <a:pt x="1910343" y="2916470"/>
                  </a:lnTo>
                  <a:lnTo>
                    <a:pt x="1910437" y="2916470"/>
                  </a:lnTo>
                  <a:lnTo>
                    <a:pt x="1910530" y="2916470"/>
                  </a:lnTo>
                  <a:lnTo>
                    <a:pt x="1910623" y="2916470"/>
                  </a:lnTo>
                  <a:lnTo>
                    <a:pt x="1910716" y="2916470"/>
                  </a:lnTo>
                  <a:lnTo>
                    <a:pt x="1910810" y="2916470"/>
                  </a:lnTo>
                  <a:lnTo>
                    <a:pt x="1910903" y="2916470"/>
                  </a:lnTo>
                  <a:lnTo>
                    <a:pt x="1910996" y="2916470"/>
                  </a:lnTo>
                  <a:lnTo>
                    <a:pt x="1911089" y="2916470"/>
                  </a:lnTo>
                  <a:lnTo>
                    <a:pt x="1911183" y="2916470"/>
                  </a:lnTo>
                  <a:lnTo>
                    <a:pt x="1911276" y="2916470"/>
                  </a:lnTo>
                  <a:lnTo>
                    <a:pt x="1911369" y="2916470"/>
                  </a:lnTo>
                  <a:lnTo>
                    <a:pt x="1911462" y="2916470"/>
                  </a:lnTo>
                  <a:lnTo>
                    <a:pt x="1911556" y="2916470"/>
                  </a:lnTo>
                  <a:lnTo>
                    <a:pt x="1911649" y="2916470"/>
                  </a:lnTo>
                  <a:lnTo>
                    <a:pt x="1911742" y="2916470"/>
                  </a:lnTo>
                  <a:lnTo>
                    <a:pt x="1911835" y="2916470"/>
                  </a:lnTo>
                  <a:lnTo>
                    <a:pt x="1911929" y="2916470"/>
                  </a:lnTo>
                  <a:lnTo>
                    <a:pt x="1912022" y="2916470"/>
                  </a:lnTo>
                  <a:lnTo>
                    <a:pt x="1912115" y="2916470"/>
                  </a:lnTo>
                  <a:lnTo>
                    <a:pt x="1912208" y="2916470"/>
                  </a:lnTo>
                  <a:lnTo>
                    <a:pt x="1912302" y="2916470"/>
                  </a:lnTo>
                  <a:lnTo>
                    <a:pt x="1912395" y="2916470"/>
                  </a:lnTo>
                  <a:lnTo>
                    <a:pt x="1912488" y="2916470"/>
                  </a:lnTo>
                  <a:lnTo>
                    <a:pt x="1912581" y="2916470"/>
                  </a:lnTo>
                  <a:lnTo>
                    <a:pt x="1912675" y="2916470"/>
                  </a:lnTo>
                  <a:lnTo>
                    <a:pt x="1912768" y="2916470"/>
                  </a:lnTo>
                  <a:lnTo>
                    <a:pt x="1912861" y="2916470"/>
                  </a:lnTo>
                  <a:lnTo>
                    <a:pt x="1912954" y="2916470"/>
                  </a:lnTo>
                  <a:lnTo>
                    <a:pt x="1913048" y="2916470"/>
                  </a:lnTo>
                  <a:lnTo>
                    <a:pt x="1913141" y="2916470"/>
                  </a:lnTo>
                  <a:lnTo>
                    <a:pt x="1913234" y="2916470"/>
                  </a:lnTo>
                  <a:lnTo>
                    <a:pt x="1913327" y="2916470"/>
                  </a:lnTo>
                  <a:lnTo>
                    <a:pt x="1913421" y="2916470"/>
                  </a:lnTo>
                  <a:lnTo>
                    <a:pt x="1913514" y="2916470"/>
                  </a:lnTo>
                  <a:lnTo>
                    <a:pt x="1913607" y="2916470"/>
                  </a:lnTo>
                  <a:lnTo>
                    <a:pt x="1913700" y="2916470"/>
                  </a:lnTo>
                  <a:lnTo>
                    <a:pt x="1913794" y="2916470"/>
                  </a:lnTo>
                  <a:lnTo>
                    <a:pt x="1913887" y="2916470"/>
                  </a:lnTo>
                  <a:lnTo>
                    <a:pt x="1913980" y="2916470"/>
                  </a:lnTo>
                  <a:lnTo>
                    <a:pt x="1914073" y="2916470"/>
                  </a:lnTo>
                  <a:lnTo>
                    <a:pt x="1914167" y="2916470"/>
                  </a:lnTo>
                  <a:lnTo>
                    <a:pt x="1914167" y="2906516"/>
                  </a:lnTo>
                  <a:lnTo>
                    <a:pt x="1914260" y="2906516"/>
                  </a:lnTo>
                  <a:lnTo>
                    <a:pt x="1914353" y="2906516"/>
                  </a:lnTo>
                  <a:lnTo>
                    <a:pt x="1914446" y="2906516"/>
                  </a:lnTo>
                  <a:lnTo>
                    <a:pt x="1914540" y="2906516"/>
                  </a:lnTo>
                  <a:lnTo>
                    <a:pt x="1914633" y="2906516"/>
                  </a:lnTo>
                  <a:lnTo>
                    <a:pt x="1914726" y="2906516"/>
                  </a:lnTo>
                  <a:lnTo>
                    <a:pt x="1914819" y="2906516"/>
                  </a:lnTo>
                  <a:lnTo>
                    <a:pt x="1914912" y="2906516"/>
                  </a:lnTo>
                  <a:lnTo>
                    <a:pt x="1915006" y="2906516"/>
                  </a:lnTo>
                  <a:lnTo>
                    <a:pt x="1915099" y="2906516"/>
                  </a:lnTo>
                  <a:lnTo>
                    <a:pt x="1915192" y="2906516"/>
                  </a:lnTo>
                  <a:lnTo>
                    <a:pt x="1915285" y="2906516"/>
                  </a:lnTo>
                  <a:lnTo>
                    <a:pt x="1915379" y="2906516"/>
                  </a:lnTo>
                  <a:lnTo>
                    <a:pt x="1915472" y="2906516"/>
                  </a:lnTo>
                  <a:lnTo>
                    <a:pt x="1915565" y="2906516"/>
                  </a:lnTo>
                  <a:lnTo>
                    <a:pt x="1915658" y="2906516"/>
                  </a:lnTo>
                  <a:lnTo>
                    <a:pt x="1915752" y="2906516"/>
                  </a:lnTo>
                  <a:lnTo>
                    <a:pt x="1915845" y="2906516"/>
                  </a:lnTo>
                  <a:lnTo>
                    <a:pt x="1915938" y="2906516"/>
                  </a:lnTo>
                  <a:lnTo>
                    <a:pt x="1916031" y="2906516"/>
                  </a:lnTo>
                  <a:lnTo>
                    <a:pt x="1916125" y="2906516"/>
                  </a:lnTo>
                  <a:lnTo>
                    <a:pt x="1916218" y="2906516"/>
                  </a:lnTo>
                  <a:lnTo>
                    <a:pt x="1916311" y="2906516"/>
                  </a:lnTo>
                  <a:lnTo>
                    <a:pt x="1916404" y="2906516"/>
                  </a:lnTo>
                  <a:lnTo>
                    <a:pt x="1916498" y="2906516"/>
                  </a:lnTo>
                  <a:lnTo>
                    <a:pt x="1916591" y="2906516"/>
                  </a:lnTo>
                  <a:lnTo>
                    <a:pt x="1916684" y="2906516"/>
                  </a:lnTo>
                  <a:lnTo>
                    <a:pt x="1916777" y="2906516"/>
                  </a:lnTo>
                  <a:lnTo>
                    <a:pt x="1916871" y="2906516"/>
                  </a:lnTo>
                  <a:lnTo>
                    <a:pt x="1916964" y="2906516"/>
                  </a:lnTo>
                  <a:lnTo>
                    <a:pt x="1917057" y="2906516"/>
                  </a:lnTo>
                  <a:lnTo>
                    <a:pt x="1917150" y="2906516"/>
                  </a:lnTo>
                  <a:lnTo>
                    <a:pt x="1917244" y="2906516"/>
                  </a:lnTo>
                  <a:lnTo>
                    <a:pt x="1917337" y="2906516"/>
                  </a:lnTo>
                  <a:lnTo>
                    <a:pt x="1917430" y="2906516"/>
                  </a:lnTo>
                  <a:lnTo>
                    <a:pt x="1917523" y="2906516"/>
                  </a:lnTo>
                  <a:lnTo>
                    <a:pt x="1917617" y="2906516"/>
                  </a:lnTo>
                  <a:lnTo>
                    <a:pt x="1917710" y="2906516"/>
                  </a:lnTo>
                  <a:lnTo>
                    <a:pt x="1917803" y="2906516"/>
                  </a:lnTo>
                  <a:lnTo>
                    <a:pt x="1917896" y="2906516"/>
                  </a:lnTo>
                  <a:lnTo>
                    <a:pt x="1917990" y="2906516"/>
                  </a:lnTo>
                  <a:lnTo>
                    <a:pt x="1918083" y="2906516"/>
                  </a:lnTo>
                  <a:lnTo>
                    <a:pt x="1918176" y="2906516"/>
                  </a:lnTo>
                  <a:lnTo>
                    <a:pt x="1918269" y="2906516"/>
                  </a:lnTo>
                  <a:lnTo>
                    <a:pt x="1918363" y="2906516"/>
                  </a:lnTo>
                  <a:lnTo>
                    <a:pt x="1918456" y="2906516"/>
                  </a:lnTo>
                  <a:lnTo>
                    <a:pt x="1918549" y="2906516"/>
                  </a:lnTo>
                  <a:lnTo>
                    <a:pt x="1918642" y="2906516"/>
                  </a:lnTo>
                  <a:lnTo>
                    <a:pt x="1918736" y="2906516"/>
                  </a:lnTo>
                  <a:lnTo>
                    <a:pt x="1918829" y="2906516"/>
                  </a:lnTo>
                  <a:lnTo>
                    <a:pt x="1918922" y="2906516"/>
                  </a:lnTo>
                  <a:lnTo>
                    <a:pt x="1919015" y="2906516"/>
                  </a:lnTo>
                  <a:lnTo>
                    <a:pt x="1919109" y="2906516"/>
                  </a:lnTo>
                  <a:lnTo>
                    <a:pt x="1919202" y="2906516"/>
                  </a:lnTo>
                  <a:lnTo>
                    <a:pt x="1919295" y="2906516"/>
                  </a:lnTo>
                  <a:lnTo>
                    <a:pt x="1919388" y="2906516"/>
                  </a:lnTo>
                  <a:lnTo>
                    <a:pt x="1919482" y="2906516"/>
                  </a:lnTo>
                  <a:lnTo>
                    <a:pt x="1919575" y="2906516"/>
                  </a:lnTo>
                  <a:lnTo>
                    <a:pt x="1919668" y="2906516"/>
                  </a:lnTo>
                  <a:lnTo>
                    <a:pt x="1919761" y="2906516"/>
                  </a:lnTo>
                  <a:lnTo>
                    <a:pt x="1919855" y="2906516"/>
                  </a:lnTo>
                  <a:lnTo>
                    <a:pt x="1919948" y="2906516"/>
                  </a:lnTo>
                  <a:lnTo>
                    <a:pt x="1920041" y="2906516"/>
                  </a:lnTo>
                  <a:lnTo>
                    <a:pt x="1920134" y="2906516"/>
                  </a:lnTo>
                  <a:lnTo>
                    <a:pt x="1920228" y="2906516"/>
                  </a:lnTo>
                  <a:lnTo>
                    <a:pt x="1920321" y="2906516"/>
                  </a:lnTo>
                  <a:lnTo>
                    <a:pt x="1920414" y="2906516"/>
                  </a:lnTo>
                  <a:lnTo>
                    <a:pt x="1920414" y="2896562"/>
                  </a:lnTo>
                  <a:lnTo>
                    <a:pt x="1920507" y="2896562"/>
                  </a:lnTo>
                  <a:lnTo>
                    <a:pt x="1920601" y="2896562"/>
                  </a:lnTo>
                  <a:lnTo>
                    <a:pt x="1920694" y="2896562"/>
                  </a:lnTo>
                  <a:lnTo>
                    <a:pt x="1920787" y="2896562"/>
                  </a:lnTo>
                  <a:lnTo>
                    <a:pt x="1920880" y="2896562"/>
                  </a:lnTo>
                  <a:lnTo>
                    <a:pt x="1920974" y="2896562"/>
                  </a:lnTo>
                  <a:lnTo>
                    <a:pt x="1921067" y="2896562"/>
                  </a:lnTo>
                  <a:lnTo>
                    <a:pt x="1921160" y="2896562"/>
                  </a:lnTo>
                  <a:lnTo>
                    <a:pt x="1921253" y="2896562"/>
                  </a:lnTo>
                  <a:lnTo>
                    <a:pt x="1921347" y="2896562"/>
                  </a:lnTo>
                  <a:lnTo>
                    <a:pt x="1921440" y="2896562"/>
                  </a:lnTo>
                  <a:lnTo>
                    <a:pt x="1921533" y="2896562"/>
                  </a:lnTo>
                  <a:lnTo>
                    <a:pt x="1921626" y="2896562"/>
                  </a:lnTo>
                  <a:lnTo>
                    <a:pt x="1921720" y="2896562"/>
                  </a:lnTo>
                  <a:lnTo>
                    <a:pt x="1921813" y="2896562"/>
                  </a:lnTo>
                  <a:lnTo>
                    <a:pt x="1921906" y="2896562"/>
                  </a:lnTo>
                  <a:lnTo>
                    <a:pt x="1921999" y="2896562"/>
                  </a:lnTo>
                  <a:lnTo>
                    <a:pt x="1922092" y="2896562"/>
                  </a:lnTo>
                  <a:lnTo>
                    <a:pt x="1922186" y="2896562"/>
                  </a:lnTo>
                  <a:lnTo>
                    <a:pt x="1922279" y="2896562"/>
                  </a:lnTo>
                  <a:lnTo>
                    <a:pt x="1922372" y="2896562"/>
                  </a:lnTo>
                  <a:lnTo>
                    <a:pt x="1922372" y="2886608"/>
                  </a:lnTo>
                  <a:lnTo>
                    <a:pt x="1922465" y="2886608"/>
                  </a:lnTo>
                  <a:lnTo>
                    <a:pt x="1922559" y="2886608"/>
                  </a:lnTo>
                  <a:lnTo>
                    <a:pt x="1922652" y="2886608"/>
                  </a:lnTo>
                  <a:lnTo>
                    <a:pt x="1922745" y="2886608"/>
                  </a:lnTo>
                  <a:lnTo>
                    <a:pt x="1922838" y="2886608"/>
                  </a:lnTo>
                  <a:lnTo>
                    <a:pt x="1922932" y="2886608"/>
                  </a:lnTo>
                  <a:lnTo>
                    <a:pt x="1923025" y="2886608"/>
                  </a:lnTo>
                  <a:lnTo>
                    <a:pt x="1923118" y="2886608"/>
                  </a:lnTo>
                  <a:lnTo>
                    <a:pt x="1923211" y="2886608"/>
                  </a:lnTo>
                  <a:lnTo>
                    <a:pt x="1923305" y="2886608"/>
                  </a:lnTo>
                  <a:lnTo>
                    <a:pt x="1923398" y="2886608"/>
                  </a:lnTo>
                  <a:lnTo>
                    <a:pt x="1923491" y="2886608"/>
                  </a:lnTo>
                  <a:lnTo>
                    <a:pt x="1923584" y="2886608"/>
                  </a:lnTo>
                  <a:lnTo>
                    <a:pt x="1923678" y="2886608"/>
                  </a:lnTo>
                  <a:lnTo>
                    <a:pt x="1923771" y="2886608"/>
                  </a:lnTo>
                  <a:lnTo>
                    <a:pt x="1923864" y="2886608"/>
                  </a:lnTo>
                  <a:lnTo>
                    <a:pt x="1923957" y="2886608"/>
                  </a:lnTo>
                  <a:lnTo>
                    <a:pt x="1924051" y="2886608"/>
                  </a:lnTo>
                  <a:lnTo>
                    <a:pt x="1924144" y="2886608"/>
                  </a:lnTo>
                  <a:lnTo>
                    <a:pt x="1924237" y="2886608"/>
                  </a:lnTo>
                  <a:lnTo>
                    <a:pt x="1924330" y="2886608"/>
                  </a:lnTo>
                  <a:lnTo>
                    <a:pt x="1924424" y="2886608"/>
                  </a:lnTo>
                  <a:lnTo>
                    <a:pt x="1924517" y="2886608"/>
                  </a:lnTo>
                  <a:lnTo>
                    <a:pt x="1924610" y="2886608"/>
                  </a:lnTo>
                  <a:lnTo>
                    <a:pt x="1924703" y="2886608"/>
                  </a:lnTo>
                  <a:lnTo>
                    <a:pt x="1924797" y="2886608"/>
                  </a:lnTo>
                  <a:lnTo>
                    <a:pt x="1924890" y="2886608"/>
                  </a:lnTo>
                  <a:lnTo>
                    <a:pt x="1924983" y="2886608"/>
                  </a:lnTo>
                  <a:lnTo>
                    <a:pt x="1925076" y="2886608"/>
                  </a:lnTo>
                  <a:lnTo>
                    <a:pt x="1925170" y="2886608"/>
                  </a:lnTo>
                  <a:lnTo>
                    <a:pt x="1925170" y="2876654"/>
                  </a:lnTo>
                  <a:lnTo>
                    <a:pt x="1925263" y="2876654"/>
                  </a:lnTo>
                  <a:lnTo>
                    <a:pt x="1925356" y="2876654"/>
                  </a:lnTo>
                  <a:lnTo>
                    <a:pt x="1925449" y="2876654"/>
                  </a:lnTo>
                  <a:lnTo>
                    <a:pt x="1925543" y="2876654"/>
                  </a:lnTo>
                  <a:lnTo>
                    <a:pt x="1925636" y="2876654"/>
                  </a:lnTo>
                  <a:lnTo>
                    <a:pt x="1925729" y="2876654"/>
                  </a:lnTo>
                  <a:lnTo>
                    <a:pt x="1925822" y="2876654"/>
                  </a:lnTo>
                  <a:lnTo>
                    <a:pt x="1925916" y="2876654"/>
                  </a:lnTo>
                  <a:lnTo>
                    <a:pt x="1926009" y="2876654"/>
                  </a:lnTo>
                  <a:lnTo>
                    <a:pt x="1926102" y="2876654"/>
                  </a:lnTo>
                  <a:lnTo>
                    <a:pt x="1926195" y="2876654"/>
                  </a:lnTo>
                  <a:lnTo>
                    <a:pt x="1926289" y="2876654"/>
                  </a:lnTo>
                  <a:lnTo>
                    <a:pt x="1926382" y="2876654"/>
                  </a:lnTo>
                  <a:lnTo>
                    <a:pt x="1926475" y="2876654"/>
                  </a:lnTo>
                  <a:lnTo>
                    <a:pt x="1926568" y="2876654"/>
                  </a:lnTo>
                  <a:lnTo>
                    <a:pt x="1926662" y="2876654"/>
                  </a:lnTo>
                  <a:lnTo>
                    <a:pt x="1926755" y="2876654"/>
                  </a:lnTo>
                  <a:lnTo>
                    <a:pt x="1926848" y="2876654"/>
                  </a:lnTo>
                  <a:lnTo>
                    <a:pt x="1926941" y="2876654"/>
                  </a:lnTo>
                  <a:lnTo>
                    <a:pt x="1927035" y="2876654"/>
                  </a:lnTo>
                  <a:lnTo>
                    <a:pt x="1927128" y="2876654"/>
                  </a:lnTo>
                  <a:lnTo>
                    <a:pt x="1927221" y="2876654"/>
                  </a:lnTo>
                  <a:lnTo>
                    <a:pt x="1927314" y="2876654"/>
                  </a:lnTo>
                  <a:lnTo>
                    <a:pt x="1927408" y="2876654"/>
                  </a:lnTo>
                  <a:lnTo>
                    <a:pt x="1927501" y="2876654"/>
                  </a:lnTo>
                  <a:lnTo>
                    <a:pt x="1927594" y="2876654"/>
                  </a:lnTo>
                  <a:lnTo>
                    <a:pt x="1927687" y="2876654"/>
                  </a:lnTo>
                  <a:lnTo>
                    <a:pt x="1927781" y="2876654"/>
                  </a:lnTo>
                  <a:lnTo>
                    <a:pt x="1927874" y="2876654"/>
                  </a:lnTo>
                  <a:lnTo>
                    <a:pt x="1927967" y="2876654"/>
                  </a:lnTo>
                  <a:lnTo>
                    <a:pt x="1928060" y="2876654"/>
                  </a:lnTo>
                  <a:lnTo>
                    <a:pt x="1928154" y="2876654"/>
                  </a:lnTo>
                  <a:lnTo>
                    <a:pt x="1928247" y="2876654"/>
                  </a:lnTo>
                  <a:lnTo>
                    <a:pt x="1928340" y="2876654"/>
                  </a:lnTo>
                  <a:lnTo>
                    <a:pt x="1928433" y="2876654"/>
                  </a:lnTo>
                  <a:lnTo>
                    <a:pt x="1928527" y="2876654"/>
                  </a:lnTo>
                  <a:lnTo>
                    <a:pt x="1928620" y="2876654"/>
                  </a:lnTo>
                  <a:lnTo>
                    <a:pt x="1928713" y="2876654"/>
                  </a:lnTo>
                  <a:lnTo>
                    <a:pt x="1928806" y="2876654"/>
                  </a:lnTo>
                  <a:lnTo>
                    <a:pt x="1928899" y="2876654"/>
                  </a:lnTo>
                  <a:lnTo>
                    <a:pt x="1928993" y="2876654"/>
                  </a:lnTo>
                  <a:lnTo>
                    <a:pt x="1929086" y="2876654"/>
                  </a:lnTo>
                  <a:lnTo>
                    <a:pt x="1929179" y="2876654"/>
                  </a:lnTo>
                  <a:lnTo>
                    <a:pt x="1929272" y="2876654"/>
                  </a:lnTo>
                  <a:lnTo>
                    <a:pt x="1929366" y="2876654"/>
                  </a:lnTo>
                  <a:lnTo>
                    <a:pt x="1929459" y="2876654"/>
                  </a:lnTo>
                  <a:lnTo>
                    <a:pt x="1929552" y="2876654"/>
                  </a:lnTo>
                  <a:lnTo>
                    <a:pt x="1929645" y="2876654"/>
                  </a:lnTo>
                  <a:lnTo>
                    <a:pt x="1929739" y="2876654"/>
                  </a:lnTo>
                  <a:lnTo>
                    <a:pt x="1929832" y="2876654"/>
                  </a:lnTo>
                  <a:lnTo>
                    <a:pt x="1929925" y="2876654"/>
                  </a:lnTo>
                  <a:lnTo>
                    <a:pt x="1930018" y="2876654"/>
                  </a:lnTo>
                  <a:lnTo>
                    <a:pt x="1930112" y="2876654"/>
                  </a:lnTo>
                  <a:lnTo>
                    <a:pt x="1930205" y="2876654"/>
                  </a:lnTo>
                  <a:lnTo>
                    <a:pt x="1930298" y="2876654"/>
                  </a:lnTo>
                  <a:lnTo>
                    <a:pt x="1930391" y="2876654"/>
                  </a:lnTo>
                  <a:lnTo>
                    <a:pt x="1930485" y="2876654"/>
                  </a:lnTo>
                  <a:lnTo>
                    <a:pt x="1930578" y="2876654"/>
                  </a:lnTo>
                  <a:lnTo>
                    <a:pt x="1930671" y="2876654"/>
                  </a:lnTo>
                  <a:lnTo>
                    <a:pt x="1930764" y="2876654"/>
                  </a:lnTo>
                  <a:lnTo>
                    <a:pt x="1930858" y="2876654"/>
                  </a:lnTo>
                  <a:lnTo>
                    <a:pt x="1930951" y="2876654"/>
                  </a:lnTo>
                  <a:lnTo>
                    <a:pt x="1931044" y="2876654"/>
                  </a:lnTo>
                  <a:lnTo>
                    <a:pt x="1931137" y="2876654"/>
                  </a:lnTo>
                  <a:lnTo>
                    <a:pt x="1931231" y="2876654"/>
                  </a:lnTo>
                  <a:lnTo>
                    <a:pt x="1931324" y="2876654"/>
                  </a:lnTo>
                  <a:lnTo>
                    <a:pt x="1931417" y="2876654"/>
                  </a:lnTo>
                  <a:lnTo>
                    <a:pt x="1931510" y="2876654"/>
                  </a:lnTo>
                  <a:lnTo>
                    <a:pt x="1931604" y="2876654"/>
                  </a:lnTo>
                  <a:lnTo>
                    <a:pt x="1931697" y="2876654"/>
                  </a:lnTo>
                  <a:lnTo>
                    <a:pt x="1931790" y="2876654"/>
                  </a:lnTo>
                  <a:lnTo>
                    <a:pt x="1931883" y="2876654"/>
                  </a:lnTo>
                  <a:lnTo>
                    <a:pt x="1931977" y="2876654"/>
                  </a:lnTo>
                  <a:lnTo>
                    <a:pt x="1932070" y="2876654"/>
                  </a:lnTo>
                  <a:lnTo>
                    <a:pt x="1932163" y="2876654"/>
                  </a:lnTo>
                  <a:lnTo>
                    <a:pt x="1932256" y="2876654"/>
                  </a:lnTo>
                  <a:lnTo>
                    <a:pt x="1932350" y="2876654"/>
                  </a:lnTo>
                  <a:lnTo>
                    <a:pt x="1932443" y="2876654"/>
                  </a:lnTo>
                  <a:lnTo>
                    <a:pt x="1932536" y="2876654"/>
                  </a:lnTo>
                  <a:lnTo>
                    <a:pt x="1932629" y="2876654"/>
                  </a:lnTo>
                  <a:lnTo>
                    <a:pt x="1932723" y="2876654"/>
                  </a:lnTo>
                  <a:lnTo>
                    <a:pt x="1932816" y="2876654"/>
                  </a:lnTo>
                  <a:lnTo>
                    <a:pt x="1932909" y="2876654"/>
                  </a:lnTo>
                  <a:lnTo>
                    <a:pt x="1933002" y="2876654"/>
                  </a:lnTo>
                  <a:lnTo>
                    <a:pt x="1933096" y="2876654"/>
                  </a:lnTo>
                  <a:lnTo>
                    <a:pt x="1933189" y="2876654"/>
                  </a:lnTo>
                  <a:lnTo>
                    <a:pt x="1933282" y="2876654"/>
                  </a:lnTo>
                  <a:lnTo>
                    <a:pt x="1933375" y="2876654"/>
                  </a:lnTo>
                  <a:lnTo>
                    <a:pt x="1933469" y="2876654"/>
                  </a:lnTo>
                  <a:lnTo>
                    <a:pt x="1933562" y="2876654"/>
                  </a:lnTo>
                  <a:lnTo>
                    <a:pt x="1933655" y="2876654"/>
                  </a:lnTo>
                  <a:lnTo>
                    <a:pt x="1933748" y="2876654"/>
                  </a:lnTo>
                  <a:lnTo>
                    <a:pt x="1933842" y="2876654"/>
                  </a:lnTo>
                  <a:lnTo>
                    <a:pt x="1933935" y="2876654"/>
                  </a:lnTo>
                  <a:lnTo>
                    <a:pt x="1934028" y="2876654"/>
                  </a:lnTo>
                  <a:lnTo>
                    <a:pt x="1934121" y="2876654"/>
                  </a:lnTo>
                  <a:lnTo>
                    <a:pt x="1934215" y="2876654"/>
                  </a:lnTo>
                  <a:lnTo>
                    <a:pt x="1934308" y="2876654"/>
                  </a:lnTo>
                  <a:lnTo>
                    <a:pt x="1934401" y="2876654"/>
                  </a:lnTo>
                  <a:lnTo>
                    <a:pt x="1934494" y="2876654"/>
                  </a:lnTo>
                  <a:lnTo>
                    <a:pt x="1934588" y="2876654"/>
                  </a:lnTo>
                  <a:lnTo>
                    <a:pt x="1934681" y="2876654"/>
                  </a:lnTo>
                  <a:lnTo>
                    <a:pt x="1934774" y="2876654"/>
                  </a:lnTo>
                  <a:lnTo>
                    <a:pt x="1934867" y="2876654"/>
                  </a:lnTo>
                  <a:lnTo>
                    <a:pt x="1934961" y="2876654"/>
                  </a:lnTo>
                  <a:lnTo>
                    <a:pt x="1935054" y="2876654"/>
                  </a:lnTo>
                  <a:lnTo>
                    <a:pt x="1935147" y="2876654"/>
                  </a:lnTo>
                  <a:lnTo>
                    <a:pt x="1935240" y="2876654"/>
                  </a:lnTo>
                  <a:lnTo>
                    <a:pt x="1935334" y="2876654"/>
                  </a:lnTo>
                  <a:lnTo>
                    <a:pt x="1935427" y="2876654"/>
                  </a:lnTo>
                  <a:lnTo>
                    <a:pt x="1935520" y="2876654"/>
                  </a:lnTo>
                  <a:lnTo>
                    <a:pt x="1935613" y="2876654"/>
                  </a:lnTo>
                  <a:lnTo>
                    <a:pt x="1935706" y="2876654"/>
                  </a:lnTo>
                  <a:lnTo>
                    <a:pt x="1935800" y="2876654"/>
                  </a:lnTo>
                  <a:lnTo>
                    <a:pt x="1935893" y="2876654"/>
                  </a:lnTo>
                  <a:lnTo>
                    <a:pt x="1935986" y="2876654"/>
                  </a:lnTo>
                  <a:lnTo>
                    <a:pt x="1936079" y="2876654"/>
                  </a:lnTo>
                  <a:lnTo>
                    <a:pt x="1936173" y="2876654"/>
                  </a:lnTo>
                  <a:lnTo>
                    <a:pt x="1936266" y="2876654"/>
                  </a:lnTo>
                  <a:lnTo>
                    <a:pt x="1936359" y="2876654"/>
                  </a:lnTo>
                  <a:lnTo>
                    <a:pt x="1936452" y="2876654"/>
                  </a:lnTo>
                  <a:lnTo>
                    <a:pt x="1936546" y="2876654"/>
                  </a:lnTo>
                  <a:lnTo>
                    <a:pt x="1936639" y="2876654"/>
                  </a:lnTo>
                  <a:lnTo>
                    <a:pt x="1936732" y="2876654"/>
                  </a:lnTo>
                  <a:lnTo>
                    <a:pt x="1936825" y="2876654"/>
                  </a:lnTo>
                  <a:lnTo>
                    <a:pt x="1936919" y="2876654"/>
                  </a:lnTo>
                  <a:lnTo>
                    <a:pt x="1937012" y="2876654"/>
                  </a:lnTo>
                  <a:lnTo>
                    <a:pt x="1937105" y="2876654"/>
                  </a:lnTo>
                  <a:lnTo>
                    <a:pt x="1937198" y="2876654"/>
                  </a:lnTo>
                  <a:lnTo>
                    <a:pt x="1937292" y="2876654"/>
                  </a:lnTo>
                  <a:lnTo>
                    <a:pt x="1937385" y="2876654"/>
                  </a:lnTo>
                  <a:lnTo>
                    <a:pt x="1937478" y="2876654"/>
                  </a:lnTo>
                  <a:lnTo>
                    <a:pt x="1937571" y="2876654"/>
                  </a:lnTo>
                  <a:lnTo>
                    <a:pt x="1937665" y="2876654"/>
                  </a:lnTo>
                  <a:lnTo>
                    <a:pt x="1937758" y="2876654"/>
                  </a:lnTo>
                  <a:lnTo>
                    <a:pt x="1937851" y="2876654"/>
                  </a:lnTo>
                  <a:lnTo>
                    <a:pt x="1937944" y="2876654"/>
                  </a:lnTo>
                  <a:lnTo>
                    <a:pt x="1938038" y="2876654"/>
                  </a:lnTo>
                  <a:lnTo>
                    <a:pt x="1938131" y="2876654"/>
                  </a:lnTo>
                  <a:lnTo>
                    <a:pt x="1938224" y="2876654"/>
                  </a:lnTo>
                  <a:lnTo>
                    <a:pt x="1938317" y="2876654"/>
                  </a:lnTo>
                  <a:lnTo>
                    <a:pt x="1938411" y="2876654"/>
                  </a:lnTo>
                  <a:lnTo>
                    <a:pt x="1938411" y="2866700"/>
                  </a:lnTo>
                  <a:lnTo>
                    <a:pt x="1938504" y="2866700"/>
                  </a:lnTo>
                  <a:lnTo>
                    <a:pt x="1938597" y="2866700"/>
                  </a:lnTo>
                  <a:lnTo>
                    <a:pt x="1938690" y="2866700"/>
                  </a:lnTo>
                  <a:lnTo>
                    <a:pt x="1938784" y="2866700"/>
                  </a:lnTo>
                  <a:lnTo>
                    <a:pt x="1938877" y="2866700"/>
                  </a:lnTo>
                  <a:lnTo>
                    <a:pt x="1938970" y="2866700"/>
                  </a:lnTo>
                  <a:lnTo>
                    <a:pt x="1939063" y="2866700"/>
                  </a:lnTo>
                  <a:lnTo>
                    <a:pt x="1939157" y="2866700"/>
                  </a:lnTo>
                  <a:lnTo>
                    <a:pt x="1939250" y="2866700"/>
                  </a:lnTo>
                  <a:lnTo>
                    <a:pt x="1939343" y="2866700"/>
                  </a:lnTo>
                  <a:lnTo>
                    <a:pt x="1939436" y="2866700"/>
                  </a:lnTo>
                  <a:lnTo>
                    <a:pt x="1939530" y="2866700"/>
                  </a:lnTo>
                  <a:lnTo>
                    <a:pt x="1939623" y="2866700"/>
                  </a:lnTo>
                  <a:lnTo>
                    <a:pt x="1939716" y="2866700"/>
                  </a:lnTo>
                  <a:lnTo>
                    <a:pt x="1939809" y="2866700"/>
                  </a:lnTo>
                  <a:lnTo>
                    <a:pt x="1939903" y="2866700"/>
                  </a:lnTo>
                  <a:lnTo>
                    <a:pt x="1939996" y="2866700"/>
                  </a:lnTo>
                  <a:lnTo>
                    <a:pt x="1940089" y="2866700"/>
                  </a:lnTo>
                  <a:lnTo>
                    <a:pt x="1940182" y="2866700"/>
                  </a:lnTo>
                  <a:lnTo>
                    <a:pt x="1940276" y="2866700"/>
                  </a:lnTo>
                  <a:lnTo>
                    <a:pt x="1940369" y="2866700"/>
                  </a:lnTo>
                  <a:lnTo>
                    <a:pt x="1940462" y="2866700"/>
                  </a:lnTo>
                  <a:lnTo>
                    <a:pt x="1940555" y="2866700"/>
                  </a:lnTo>
                  <a:lnTo>
                    <a:pt x="1940649" y="2866700"/>
                  </a:lnTo>
                  <a:lnTo>
                    <a:pt x="1940742" y="2866700"/>
                  </a:lnTo>
                  <a:lnTo>
                    <a:pt x="1940835" y="2866700"/>
                  </a:lnTo>
                  <a:lnTo>
                    <a:pt x="1940928" y="2866700"/>
                  </a:lnTo>
                  <a:lnTo>
                    <a:pt x="1941022" y="2866700"/>
                  </a:lnTo>
                  <a:lnTo>
                    <a:pt x="1941115" y="2866700"/>
                  </a:lnTo>
                  <a:lnTo>
                    <a:pt x="1941208" y="2866700"/>
                  </a:lnTo>
                  <a:lnTo>
                    <a:pt x="1941301" y="2866700"/>
                  </a:lnTo>
                  <a:lnTo>
                    <a:pt x="1941395" y="2866700"/>
                  </a:lnTo>
                  <a:lnTo>
                    <a:pt x="1941488" y="2866700"/>
                  </a:lnTo>
                  <a:lnTo>
                    <a:pt x="1941581" y="2866700"/>
                  </a:lnTo>
                  <a:lnTo>
                    <a:pt x="1941674" y="2866700"/>
                  </a:lnTo>
                  <a:lnTo>
                    <a:pt x="1941768" y="2866700"/>
                  </a:lnTo>
                  <a:lnTo>
                    <a:pt x="1941861" y="2866700"/>
                  </a:lnTo>
                  <a:lnTo>
                    <a:pt x="1941954" y="2866700"/>
                  </a:lnTo>
                  <a:lnTo>
                    <a:pt x="1942047" y="2866700"/>
                  </a:lnTo>
                  <a:lnTo>
                    <a:pt x="1942141" y="2866700"/>
                  </a:lnTo>
                  <a:lnTo>
                    <a:pt x="1942234" y="2866700"/>
                  </a:lnTo>
                  <a:lnTo>
                    <a:pt x="1942327" y="2866700"/>
                  </a:lnTo>
                  <a:lnTo>
                    <a:pt x="1942420" y="2866700"/>
                  </a:lnTo>
                  <a:lnTo>
                    <a:pt x="1942514" y="2866700"/>
                  </a:lnTo>
                  <a:lnTo>
                    <a:pt x="1942607" y="2866700"/>
                  </a:lnTo>
                  <a:lnTo>
                    <a:pt x="1942700" y="2866700"/>
                  </a:lnTo>
                  <a:lnTo>
                    <a:pt x="1942793" y="2866700"/>
                  </a:lnTo>
                  <a:lnTo>
                    <a:pt x="1942886" y="2866700"/>
                  </a:lnTo>
                  <a:lnTo>
                    <a:pt x="1942980" y="2866700"/>
                  </a:lnTo>
                  <a:lnTo>
                    <a:pt x="1943073" y="2866700"/>
                  </a:lnTo>
                  <a:lnTo>
                    <a:pt x="1943166" y="2866700"/>
                  </a:lnTo>
                  <a:lnTo>
                    <a:pt x="1943259" y="2866700"/>
                  </a:lnTo>
                  <a:lnTo>
                    <a:pt x="1943353" y="2866700"/>
                  </a:lnTo>
                  <a:lnTo>
                    <a:pt x="1943446" y="2866700"/>
                  </a:lnTo>
                  <a:lnTo>
                    <a:pt x="1943539" y="2866700"/>
                  </a:lnTo>
                  <a:lnTo>
                    <a:pt x="1943632" y="2866700"/>
                  </a:lnTo>
                  <a:lnTo>
                    <a:pt x="1943726" y="2866700"/>
                  </a:lnTo>
                  <a:lnTo>
                    <a:pt x="1943819" y="2866700"/>
                  </a:lnTo>
                  <a:lnTo>
                    <a:pt x="1943912" y="2866700"/>
                  </a:lnTo>
                  <a:lnTo>
                    <a:pt x="1944005" y="2866700"/>
                  </a:lnTo>
                  <a:lnTo>
                    <a:pt x="1944099" y="2866700"/>
                  </a:lnTo>
                  <a:lnTo>
                    <a:pt x="1944192" y="2866700"/>
                  </a:lnTo>
                  <a:lnTo>
                    <a:pt x="1944285" y="2866700"/>
                  </a:lnTo>
                  <a:lnTo>
                    <a:pt x="1944378" y="2866700"/>
                  </a:lnTo>
                  <a:lnTo>
                    <a:pt x="1944472" y="2866700"/>
                  </a:lnTo>
                  <a:lnTo>
                    <a:pt x="1944565" y="2866700"/>
                  </a:lnTo>
                  <a:lnTo>
                    <a:pt x="1944658" y="2866700"/>
                  </a:lnTo>
                  <a:lnTo>
                    <a:pt x="1944751" y="2866700"/>
                  </a:lnTo>
                  <a:lnTo>
                    <a:pt x="1944845" y="2866700"/>
                  </a:lnTo>
                  <a:lnTo>
                    <a:pt x="1944938" y="2866700"/>
                  </a:lnTo>
                  <a:lnTo>
                    <a:pt x="1945031" y="2866700"/>
                  </a:lnTo>
                  <a:lnTo>
                    <a:pt x="1945124" y="2866700"/>
                  </a:lnTo>
                  <a:lnTo>
                    <a:pt x="1945218" y="2866700"/>
                  </a:lnTo>
                  <a:lnTo>
                    <a:pt x="1945311" y="2866700"/>
                  </a:lnTo>
                  <a:lnTo>
                    <a:pt x="1945404" y="2866700"/>
                  </a:lnTo>
                  <a:lnTo>
                    <a:pt x="1945497" y="2866700"/>
                  </a:lnTo>
                  <a:lnTo>
                    <a:pt x="1945591" y="2866700"/>
                  </a:lnTo>
                  <a:lnTo>
                    <a:pt x="1945684" y="2866700"/>
                  </a:lnTo>
                  <a:lnTo>
                    <a:pt x="1945777" y="2866700"/>
                  </a:lnTo>
                  <a:lnTo>
                    <a:pt x="1945870" y="2866700"/>
                  </a:lnTo>
                  <a:lnTo>
                    <a:pt x="1945964" y="2866700"/>
                  </a:lnTo>
                  <a:lnTo>
                    <a:pt x="1946057" y="2866700"/>
                  </a:lnTo>
                  <a:lnTo>
                    <a:pt x="1946150" y="2866700"/>
                  </a:lnTo>
                  <a:lnTo>
                    <a:pt x="1946243" y="2866700"/>
                  </a:lnTo>
                  <a:lnTo>
                    <a:pt x="1946337" y="2866700"/>
                  </a:lnTo>
                  <a:lnTo>
                    <a:pt x="1946430" y="2866700"/>
                  </a:lnTo>
                  <a:lnTo>
                    <a:pt x="1946523" y="2866700"/>
                  </a:lnTo>
                  <a:lnTo>
                    <a:pt x="1946616" y="2866700"/>
                  </a:lnTo>
                  <a:lnTo>
                    <a:pt x="1946710" y="2866700"/>
                  </a:lnTo>
                  <a:lnTo>
                    <a:pt x="1946803" y="2866700"/>
                  </a:lnTo>
                  <a:lnTo>
                    <a:pt x="1946896" y="2866700"/>
                  </a:lnTo>
                  <a:lnTo>
                    <a:pt x="1946989" y="2866700"/>
                  </a:lnTo>
                  <a:lnTo>
                    <a:pt x="1947083" y="2866700"/>
                  </a:lnTo>
                  <a:lnTo>
                    <a:pt x="1947176" y="2866700"/>
                  </a:lnTo>
                  <a:lnTo>
                    <a:pt x="1947269" y="2866700"/>
                  </a:lnTo>
                  <a:lnTo>
                    <a:pt x="1947362" y="2866700"/>
                  </a:lnTo>
                  <a:lnTo>
                    <a:pt x="1947456" y="2866700"/>
                  </a:lnTo>
                  <a:lnTo>
                    <a:pt x="1947549" y="2866700"/>
                  </a:lnTo>
                  <a:lnTo>
                    <a:pt x="1947642" y="2866700"/>
                  </a:lnTo>
                  <a:lnTo>
                    <a:pt x="1947735" y="2866700"/>
                  </a:lnTo>
                  <a:lnTo>
                    <a:pt x="1947829" y="2866700"/>
                  </a:lnTo>
                  <a:lnTo>
                    <a:pt x="1947922" y="2866700"/>
                  </a:lnTo>
                  <a:lnTo>
                    <a:pt x="1948015" y="2866700"/>
                  </a:lnTo>
                  <a:lnTo>
                    <a:pt x="1948108" y="2866700"/>
                  </a:lnTo>
                  <a:lnTo>
                    <a:pt x="1948202" y="2866700"/>
                  </a:lnTo>
                  <a:lnTo>
                    <a:pt x="1948295" y="2866700"/>
                  </a:lnTo>
                  <a:lnTo>
                    <a:pt x="1948388" y="2866700"/>
                  </a:lnTo>
                  <a:lnTo>
                    <a:pt x="1948481" y="2866700"/>
                  </a:lnTo>
                  <a:lnTo>
                    <a:pt x="1948575" y="2866700"/>
                  </a:lnTo>
                  <a:lnTo>
                    <a:pt x="1948668" y="2866700"/>
                  </a:lnTo>
                  <a:lnTo>
                    <a:pt x="1948761" y="2866700"/>
                  </a:lnTo>
                  <a:lnTo>
                    <a:pt x="1948854" y="2866700"/>
                  </a:lnTo>
                  <a:lnTo>
                    <a:pt x="1948948" y="2866700"/>
                  </a:lnTo>
                  <a:lnTo>
                    <a:pt x="1949041" y="2866700"/>
                  </a:lnTo>
                  <a:lnTo>
                    <a:pt x="1949134" y="2866700"/>
                  </a:lnTo>
                  <a:lnTo>
                    <a:pt x="1949227" y="2866700"/>
                  </a:lnTo>
                  <a:lnTo>
                    <a:pt x="1949321" y="2866700"/>
                  </a:lnTo>
                  <a:lnTo>
                    <a:pt x="1949414" y="2866700"/>
                  </a:lnTo>
                  <a:lnTo>
                    <a:pt x="1949507" y="2866700"/>
                  </a:lnTo>
                  <a:lnTo>
                    <a:pt x="1949600" y="2866700"/>
                  </a:lnTo>
                  <a:lnTo>
                    <a:pt x="1949693" y="2866700"/>
                  </a:lnTo>
                  <a:lnTo>
                    <a:pt x="1949787" y="2866700"/>
                  </a:lnTo>
                  <a:lnTo>
                    <a:pt x="1949880" y="2866700"/>
                  </a:lnTo>
                  <a:lnTo>
                    <a:pt x="1949973" y="2866700"/>
                  </a:lnTo>
                  <a:lnTo>
                    <a:pt x="1950066" y="2866700"/>
                  </a:lnTo>
                  <a:lnTo>
                    <a:pt x="1950160" y="2866700"/>
                  </a:lnTo>
                  <a:lnTo>
                    <a:pt x="1950253" y="2866700"/>
                  </a:lnTo>
                  <a:lnTo>
                    <a:pt x="1950346" y="2866700"/>
                  </a:lnTo>
                  <a:lnTo>
                    <a:pt x="1950439" y="2866700"/>
                  </a:lnTo>
                  <a:lnTo>
                    <a:pt x="1950533" y="2866700"/>
                  </a:lnTo>
                  <a:lnTo>
                    <a:pt x="1950626" y="2866700"/>
                  </a:lnTo>
                  <a:lnTo>
                    <a:pt x="1950719" y="2866700"/>
                  </a:lnTo>
                  <a:lnTo>
                    <a:pt x="1950812" y="2866700"/>
                  </a:lnTo>
                  <a:lnTo>
                    <a:pt x="1950906" y="2866700"/>
                  </a:lnTo>
                  <a:lnTo>
                    <a:pt x="1950999" y="2866700"/>
                  </a:lnTo>
                  <a:lnTo>
                    <a:pt x="1951092" y="2866700"/>
                  </a:lnTo>
                  <a:lnTo>
                    <a:pt x="1951185" y="2866700"/>
                  </a:lnTo>
                  <a:lnTo>
                    <a:pt x="1951279" y="2866700"/>
                  </a:lnTo>
                  <a:lnTo>
                    <a:pt x="1951372" y="2866700"/>
                  </a:lnTo>
                  <a:lnTo>
                    <a:pt x="1951465" y="2866700"/>
                  </a:lnTo>
                  <a:lnTo>
                    <a:pt x="1951558" y="2866700"/>
                  </a:lnTo>
                  <a:lnTo>
                    <a:pt x="1951652" y="2866700"/>
                  </a:lnTo>
                  <a:lnTo>
                    <a:pt x="1951745" y="2866700"/>
                  </a:lnTo>
                  <a:lnTo>
                    <a:pt x="1951838" y="2866700"/>
                  </a:lnTo>
                  <a:lnTo>
                    <a:pt x="1951931" y="2866700"/>
                  </a:lnTo>
                  <a:lnTo>
                    <a:pt x="1952025" y="2866700"/>
                  </a:lnTo>
                  <a:lnTo>
                    <a:pt x="1952025" y="2856747"/>
                  </a:lnTo>
                  <a:lnTo>
                    <a:pt x="1952118" y="2856747"/>
                  </a:lnTo>
                  <a:lnTo>
                    <a:pt x="1952211" y="2856747"/>
                  </a:lnTo>
                  <a:lnTo>
                    <a:pt x="1952304" y="2856747"/>
                  </a:lnTo>
                  <a:lnTo>
                    <a:pt x="1952398" y="2856747"/>
                  </a:lnTo>
                  <a:lnTo>
                    <a:pt x="1952491" y="2856747"/>
                  </a:lnTo>
                  <a:lnTo>
                    <a:pt x="1952584" y="2856747"/>
                  </a:lnTo>
                  <a:lnTo>
                    <a:pt x="1952677" y="2856747"/>
                  </a:lnTo>
                  <a:lnTo>
                    <a:pt x="1952771" y="2856747"/>
                  </a:lnTo>
                  <a:lnTo>
                    <a:pt x="1952864" y="2856747"/>
                  </a:lnTo>
                  <a:lnTo>
                    <a:pt x="1952957" y="2856747"/>
                  </a:lnTo>
                  <a:lnTo>
                    <a:pt x="1953050" y="2856747"/>
                  </a:lnTo>
                  <a:lnTo>
                    <a:pt x="1953144" y="2856747"/>
                  </a:lnTo>
                  <a:lnTo>
                    <a:pt x="1953237" y="2856747"/>
                  </a:lnTo>
                  <a:lnTo>
                    <a:pt x="1953330" y="2856747"/>
                  </a:lnTo>
                  <a:lnTo>
                    <a:pt x="1953423" y="2856747"/>
                  </a:lnTo>
                  <a:lnTo>
                    <a:pt x="1953517" y="2856747"/>
                  </a:lnTo>
                  <a:lnTo>
                    <a:pt x="1953610" y="2856747"/>
                  </a:lnTo>
                  <a:lnTo>
                    <a:pt x="1953703" y="2856747"/>
                  </a:lnTo>
                  <a:lnTo>
                    <a:pt x="1953796" y="2856747"/>
                  </a:lnTo>
                  <a:lnTo>
                    <a:pt x="1953890" y="2856747"/>
                  </a:lnTo>
                  <a:lnTo>
                    <a:pt x="1953983" y="2856747"/>
                  </a:lnTo>
                  <a:lnTo>
                    <a:pt x="1954076" y="2856747"/>
                  </a:lnTo>
                  <a:lnTo>
                    <a:pt x="1954169" y="2856747"/>
                  </a:lnTo>
                  <a:lnTo>
                    <a:pt x="1954263" y="2856747"/>
                  </a:lnTo>
                  <a:lnTo>
                    <a:pt x="1954356" y="2856747"/>
                  </a:lnTo>
                  <a:lnTo>
                    <a:pt x="1954449" y="2856747"/>
                  </a:lnTo>
                  <a:lnTo>
                    <a:pt x="1954542" y="2856747"/>
                  </a:lnTo>
                  <a:lnTo>
                    <a:pt x="1954636" y="2856747"/>
                  </a:lnTo>
                  <a:lnTo>
                    <a:pt x="1954729" y="2856747"/>
                  </a:lnTo>
                  <a:lnTo>
                    <a:pt x="1954822" y="2856747"/>
                  </a:lnTo>
                  <a:lnTo>
                    <a:pt x="1954915" y="2856747"/>
                  </a:lnTo>
                  <a:lnTo>
                    <a:pt x="1955009" y="2856747"/>
                  </a:lnTo>
                  <a:lnTo>
                    <a:pt x="1955102" y="2856747"/>
                  </a:lnTo>
                  <a:lnTo>
                    <a:pt x="1955195" y="2856747"/>
                  </a:lnTo>
                  <a:lnTo>
                    <a:pt x="1955288" y="2856747"/>
                  </a:lnTo>
                  <a:lnTo>
                    <a:pt x="1955382" y="2856747"/>
                  </a:lnTo>
                  <a:lnTo>
                    <a:pt x="1955475" y="2856747"/>
                  </a:lnTo>
                  <a:lnTo>
                    <a:pt x="1955568" y="2856747"/>
                  </a:lnTo>
                  <a:lnTo>
                    <a:pt x="1955661" y="2856747"/>
                  </a:lnTo>
                  <a:lnTo>
                    <a:pt x="1955755" y="2856747"/>
                  </a:lnTo>
                  <a:lnTo>
                    <a:pt x="1955848" y="2856747"/>
                  </a:lnTo>
                  <a:lnTo>
                    <a:pt x="1955941" y="2856747"/>
                  </a:lnTo>
                  <a:lnTo>
                    <a:pt x="1956034" y="2856747"/>
                  </a:lnTo>
                  <a:lnTo>
                    <a:pt x="1956128" y="2856747"/>
                  </a:lnTo>
                  <a:lnTo>
                    <a:pt x="1956221" y="2856747"/>
                  </a:lnTo>
                  <a:lnTo>
                    <a:pt x="1956314" y="2856747"/>
                  </a:lnTo>
                  <a:lnTo>
                    <a:pt x="1956407" y="2856747"/>
                  </a:lnTo>
                  <a:lnTo>
                    <a:pt x="1956500" y="2856747"/>
                  </a:lnTo>
                  <a:lnTo>
                    <a:pt x="1956594" y="2856747"/>
                  </a:lnTo>
                  <a:lnTo>
                    <a:pt x="1956687" y="2856747"/>
                  </a:lnTo>
                  <a:lnTo>
                    <a:pt x="1956780" y="2856747"/>
                  </a:lnTo>
                  <a:lnTo>
                    <a:pt x="1956873" y="2856747"/>
                  </a:lnTo>
                  <a:lnTo>
                    <a:pt x="1956967" y="2856747"/>
                  </a:lnTo>
                  <a:lnTo>
                    <a:pt x="1957060" y="2856747"/>
                  </a:lnTo>
                  <a:lnTo>
                    <a:pt x="1957153" y="2856747"/>
                  </a:lnTo>
                  <a:lnTo>
                    <a:pt x="1957246" y="2856747"/>
                  </a:lnTo>
                  <a:lnTo>
                    <a:pt x="1957340" y="2856747"/>
                  </a:lnTo>
                  <a:lnTo>
                    <a:pt x="1957433" y="2856747"/>
                  </a:lnTo>
                  <a:lnTo>
                    <a:pt x="1957526" y="2856747"/>
                  </a:lnTo>
                  <a:lnTo>
                    <a:pt x="1957619" y="2856747"/>
                  </a:lnTo>
                  <a:lnTo>
                    <a:pt x="1957713" y="2856747"/>
                  </a:lnTo>
                  <a:lnTo>
                    <a:pt x="1957806" y="2856747"/>
                  </a:lnTo>
                  <a:lnTo>
                    <a:pt x="1957899" y="2856747"/>
                  </a:lnTo>
                  <a:lnTo>
                    <a:pt x="1957992" y="2856747"/>
                  </a:lnTo>
                  <a:lnTo>
                    <a:pt x="1958086" y="2856747"/>
                  </a:lnTo>
                  <a:lnTo>
                    <a:pt x="1958179" y="2856747"/>
                  </a:lnTo>
                  <a:lnTo>
                    <a:pt x="1958272" y="2856747"/>
                  </a:lnTo>
                  <a:lnTo>
                    <a:pt x="1958365" y="2856747"/>
                  </a:lnTo>
                  <a:lnTo>
                    <a:pt x="1958459" y="2856747"/>
                  </a:lnTo>
                  <a:lnTo>
                    <a:pt x="1958552" y="2856747"/>
                  </a:lnTo>
                  <a:lnTo>
                    <a:pt x="1958645" y="2856747"/>
                  </a:lnTo>
                  <a:lnTo>
                    <a:pt x="1958738" y="2856747"/>
                  </a:lnTo>
                  <a:lnTo>
                    <a:pt x="1958832" y="2856747"/>
                  </a:lnTo>
                  <a:lnTo>
                    <a:pt x="1958925" y="2856747"/>
                  </a:lnTo>
                  <a:lnTo>
                    <a:pt x="1959018" y="2856747"/>
                  </a:lnTo>
                  <a:lnTo>
                    <a:pt x="1959111" y="2856747"/>
                  </a:lnTo>
                  <a:lnTo>
                    <a:pt x="1959205" y="2856747"/>
                  </a:lnTo>
                  <a:lnTo>
                    <a:pt x="1959298" y="2856747"/>
                  </a:lnTo>
                  <a:lnTo>
                    <a:pt x="1959391" y="2856747"/>
                  </a:lnTo>
                  <a:lnTo>
                    <a:pt x="1959484" y="2856747"/>
                  </a:lnTo>
                  <a:lnTo>
                    <a:pt x="1959578" y="2856747"/>
                  </a:lnTo>
                  <a:lnTo>
                    <a:pt x="1959671" y="2856747"/>
                  </a:lnTo>
                  <a:lnTo>
                    <a:pt x="1959764" y="2856747"/>
                  </a:lnTo>
                  <a:lnTo>
                    <a:pt x="1959857" y="2856747"/>
                  </a:lnTo>
                  <a:lnTo>
                    <a:pt x="1959951" y="2856747"/>
                  </a:lnTo>
                  <a:lnTo>
                    <a:pt x="1960044" y="2856747"/>
                  </a:lnTo>
                  <a:lnTo>
                    <a:pt x="1960044" y="2846793"/>
                  </a:lnTo>
                  <a:lnTo>
                    <a:pt x="1960137" y="2846793"/>
                  </a:lnTo>
                  <a:lnTo>
                    <a:pt x="1960230" y="2846793"/>
                  </a:lnTo>
                  <a:lnTo>
                    <a:pt x="1960324" y="2846793"/>
                  </a:lnTo>
                  <a:lnTo>
                    <a:pt x="1960417" y="2846793"/>
                  </a:lnTo>
                  <a:lnTo>
                    <a:pt x="1960510" y="2846793"/>
                  </a:lnTo>
                  <a:lnTo>
                    <a:pt x="1960603" y="2846793"/>
                  </a:lnTo>
                  <a:lnTo>
                    <a:pt x="1960697" y="2846793"/>
                  </a:lnTo>
                  <a:lnTo>
                    <a:pt x="1960790" y="2846793"/>
                  </a:lnTo>
                  <a:lnTo>
                    <a:pt x="1960883" y="2846793"/>
                  </a:lnTo>
                  <a:lnTo>
                    <a:pt x="1960976" y="2846793"/>
                  </a:lnTo>
                  <a:lnTo>
                    <a:pt x="1961070" y="2846793"/>
                  </a:lnTo>
                  <a:lnTo>
                    <a:pt x="1961163" y="2846793"/>
                  </a:lnTo>
                  <a:lnTo>
                    <a:pt x="1961256" y="2846793"/>
                  </a:lnTo>
                  <a:lnTo>
                    <a:pt x="1961349" y="2846793"/>
                  </a:lnTo>
                  <a:lnTo>
                    <a:pt x="1961443" y="2846793"/>
                  </a:lnTo>
                  <a:lnTo>
                    <a:pt x="1961536" y="2846793"/>
                  </a:lnTo>
                  <a:lnTo>
                    <a:pt x="1961629" y="2846793"/>
                  </a:lnTo>
                  <a:lnTo>
                    <a:pt x="1961629" y="2836839"/>
                  </a:lnTo>
                  <a:lnTo>
                    <a:pt x="1961722" y="2836839"/>
                  </a:lnTo>
                  <a:lnTo>
                    <a:pt x="1961816" y="2836839"/>
                  </a:lnTo>
                  <a:lnTo>
                    <a:pt x="1961909" y="2836839"/>
                  </a:lnTo>
                  <a:lnTo>
                    <a:pt x="1962002" y="2836839"/>
                  </a:lnTo>
                  <a:lnTo>
                    <a:pt x="1962095" y="2836839"/>
                  </a:lnTo>
                  <a:lnTo>
                    <a:pt x="1962189" y="2836839"/>
                  </a:lnTo>
                  <a:lnTo>
                    <a:pt x="1962282" y="2836839"/>
                  </a:lnTo>
                  <a:lnTo>
                    <a:pt x="1962375" y="2836839"/>
                  </a:lnTo>
                  <a:lnTo>
                    <a:pt x="1962468" y="2836839"/>
                  </a:lnTo>
                  <a:lnTo>
                    <a:pt x="1962562" y="2836839"/>
                  </a:lnTo>
                  <a:lnTo>
                    <a:pt x="1962655" y="2836839"/>
                  </a:lnTo>
                  <a:lnTo>
                    <a:pt x="1962748" y="2836839"/>
                  </a:lnTo>
                  <a:lnTo>
                    <a:pt x="1962841" y="2836839"/>
                  </a:lnTo>
                  <a:lnTo>
                    <a:pt x="1962935" y="2836839"/>
                  </a:lnTo>
                  <a:lnTo>
                    <a:pt x="1963028" y="2836839"/>
                  </a:lnTo>
                  <a:lnTo>
                    <a:pt x="1963121" y="2836839"/>
                  </a:lnTo>
                  <a:lnTo>
                    <a:pt x="1963214" y="2836839"/>
                  </a:lnTo>
                  <a:lnTo>
                    <a:pt x="1963308" y="2836839"/>
                  </a:lnTo>
                  <a:lnTo>
                    <a:pt x="1963401" y="2836839"/>
                  </a:lnTo>
                  <a:lnTo>
                    <a:pt x="1963494" y="2836839"/>
                  </a:lnTo>
                  <a:lnTo>
                    <a:pt x="1963587" y="2836839"/>
                  </a:lnTo>
                  <a:lnTo>
                    <a:pt x="1963680" y="2836839"/>
                  </a:lnTo>
                  <a:lnTo>
                    <a:pt x="1963774" y="2836839"/>
                  </a:lnTo>
                  <a:lnTo>
                    <a:pt x="1963867" y="2836839"/>
                  </a:lnTo>
                  <a:lnTo>
                    <a:pt x="1963960" y="2836839"/>
                  </a:lnTo>
                  <a:lnTo>
                    <a:pt x="1964053" y="2836839"/>
                  </a:lnTo>
                  <a:lnTo>
                    <a:pt x="1964147" y="2836839"/>
                  </a:lnTo>
                  <a:lnTo>
                    <a:pt x="1964240" y="2836839"/>
                  </a:lnTo>
                  <a:lnTo>
                    <a:pt x="1964333" y="2836839"/>
                  </a:lnTo>
                  <a:lnTo>
                    <a:pt x="1964426" y="2836839"/>
                  </a:lnTo>
                  <a:lnTo>
                    <a:pt x="1964520" y="2836839"/>
                  </a:lnTo>
                  <a:lnTo>
                    <a:pt x="1964613" y="2836839"/>
                  </a:lnTo>
                  <a:lnTo>
                    <a:pt x="1964706" y="2836839"/>
                  </a:lnTo>
                  <a:lnTo>
                    <a:pt x="1964799" y="2836839"/>
                  </a:lnTo>
                  <a:lnTo>
                    <a:pt x="1964893" y="2836839"/>
                  </a:lnTo>
                  <a:lnTo>
                    <a:pt x="1964986" y="2836839"/>
                  </a:lnTo>
                  <a:lnTo>
                    <a:pt x="1965079" y="2836839"/>
                  </a:lnTo>
                  <a:lnTo>
                    <a:pt x="1965172" y="2836839"/>
                  </a:lnTo>
                  <a:lnTo>
                    <a:pt x="1965266" y="2836839"/>
                  </a:lnTo>
                  <a:lnTo>
                    <a:pt x="1965359" y="2836839"/>
                  </a:lnTo>
                  <a:lnTo>
                    <a:pt x="1965452" y="2836839"/>
                  </a:lnTo>
                  <a:lnTo>
                    <a:pt x="1965545" y="2836839"/>
                  </a:lnTo>
                  <a:lnTo>
                    <a:pt x="1965639" y="2836839"/>
                  </a:lnTo>
                  <a:lnTo>
                    <a:pt x="1965732" y="2836839"/>
                  </a:lnTo>
                  <a:lnTo>
                    <a:pt x="1965825" y="2836839"/>
                  </a:lnTo>
                  <a:lnTo>
                    <a:pt x="1965918" y="2836839"/>
                  </a:lnTo>
                  <a:lnTo>
                    <a:pt x="1966012" y="2836839"/>
                  </a:lnTo>
                  <a:lnTo>
                    <a:pt x="1966105" y="2836839"/>
                  </a:lnTo>
                  <a:lnTo>
                    <a:pt x="1966198" y="2836839"/>
                  </a:lnTo>
                  <a:lnTo>
                    <a:pt x="1966291" y="2836839"/>
                  </a:lnTo>
                  <a:lnTo>
                    <a:pt x="1966385" y="2836839"/>
                  </a:lnTo>
                  <a:lnTo>
                    <a:pt x="1966478" y="2836839"/>
                  </a:lnTo>
                  <a:lnTo>
                    <a:pt x="1966571" y="2836839"/>
                  </a:lnTo>
                  <a:lnTo>
                    <a:pt x="1966664" y="2836839"/>
                  </a:lnTo>
                  <a:lnTo>
                    <a:pt x="1966758" y="2836839"/>
                  </a:lnTo>
                  <a:lnTo>
                    <a:pt x="1966851" y="2836839"/>
                  </a:lnTo>
                  <a:lnTo>
                    <a:pt x="1966944" y="2836839"/>
                  </a:lnTo>
                  <a:lnTo>
                    <a:pt x="1967037" y="2836839"/>
                  </a:lnTo>
                  <a:lnTo>
                    <a:pt x="1967131" y="2836839"/>
                  </a:lnTo>
                  <a:lnTo>
                    <a:pt x="1967224" y="2836839"/>
                  </a:lnTo>
                  <a:lnTo>
                    <a:pt x="1967317" y="2836839"/>
                  </a:lnTo>
                  <a:lnTo>
                    <a:pt x="1967410" y="2836839"/>
                  </a:lnTo>
                  <a:lnTo>
                    <a:pt x="1967504" y="2836839"/>
                  </a:lnTo>
                  <a:lnTo>
                    <a:pt x="1967597" y="2836839"/>
                  </a:lnTo>
                  <a:lnTo>
                    <a:pt x="1967690" y="2836839"/>
                  </a:lnTo>
                  <a:lnTo>
                    <a:pt x="1967783" y="2836839"/>
                  </a:lnTo>
                  <a:lnTo>
                    <a:pt x="1967877" y="2836839"/>
                  </a:lnTo>
                  <a:lnTo>
                    <a:pt x="1967970" y="2836839"/>
                  </a:lnTo>
                  <a:lnTo>
                    <a:pt x="1968063" y="2836839"/>
                  </a:lnTo>
                  <a:lnTo>
                    <a:pt x="1968156" y="2836839"/>
                  </a:lnTo>
                  <a:lnTo>
                    <a:pt x="1968250" y="2836839"/>
                  </a:lnTo>
                  <a:lnTo>
                    <a:pt x="1968343" y="2836839"/>
                  </a:lnTo>
                  <a:lnTo>
                    <a:pt x="1968436" y="2836839"/>
                  </a:lnTo>
                  <a:lnTo>
                    <a:pt x="1968529" y="2836839"/>
                  </a:lnTo>
                  <a:lnTo>
                    <a:pt x="1968623" y="2836839"/>
                  </a:lnTo>
                  <a:lnTo>
                    <a:pt x="1968716" y="2836839"/>
                  </a:lnTo>
                  <a:lnTo>
                    <a:pt x="1968809" y="2836839"/>
                  </a:lnTo>
                  <a:lnTo>
                    <a:pt x="1968902" y="2836839"/>
                  </a:lnTo>
                  <a:lnTo>
                    <a:pt x="1968996" y="2836839"/>
                  </a:lnTo>
                  <a:lnTo>
                    <a:pt x="1969089" y="2836839"/>
                  </a:lnTo>
                  <a:lnTo>
                    <a:pt x="1969182" y="2836839"/>
                  </a:lnTo>
                  <a:lnTo>
                    <a:pt x="1969275" y="2836839"/>
                  </a:lnTo>
                  <a:lnTo>
                    <a:pt x="1969369" y="2836839"/>
                  </a:lnTo>
                  <a:lnTo>
                    <a:pt x="1969462" y="2836839"/>
                  </a:lnTo>
                  <a:lnTo>
                    <a:pt x="1969555" y="2836839"/>
                  </a:lnTo>
                  <a:lnTo>
                    <a:pt x="1969555" y="2826885"/>
                  </a:lnTo>
                  <a:lnTo>
                    <a:pt x="1969648" y="2826885"/>
                  </a:lnTo>
                  <a:lnTo>
                    <a:pt x="1969742" y="2826885"/>
                  </a:lnTo>
                  <a:lnTo>
                    <a:pt x="1969835" y="2826885"/>
                  </a:lnTo>
                  <a:lnTo>
                    <a:pt x="1969928" y="2826885"/>
                  </a:lnTo>
                  <a:lnTo>
                    <a:pt x="1970021" y="2826885"/>
                  </a:lnTo>
                  <a:lnTo>
                    <a:pt x="1970115" y="2826885"/>
                  </a:lnTo>
                  <a:lnTo>
                    <a:pt x="1970208" y="2826885"/>
                  </a:lnTo>
                  <a:lnTo>
                    <a:pt x="1970301" y="2826885"/>
                  </a:lnTo>
                  <a:lnTo>
                    <a:pt x="1970394" y="2826885"/>
                  </a:lnTo>
                  <a:lnTo>
                    <a:pt x="1970487" y="2826885"/>
                  </a:lnTo>
                  <a:lnTo>
                    <a:pt x="1970581" y="2826885"/>
                  </a:lnTo>
                  <a:lnTo>
                    <a:pt x="1970674" y="2826885"/>
                  </a:lnTo>
                  <a:lnTo>
                    <a:pt x="1970767" y="2826885"/>
                  </a:lnTo>
                  <a:lnTo>
                    <a:pt x="1970860" y="2826885"/>
                  </a:lnTo>
                  <a:lnTo>
                    <a:pt x="1970954" y="2826885"/>
                  </a:lnTo>
                  <a:lnTo>
                    <a:pt x="1971047" y="2826885"/>
                  </a:lnTo>
                  <a:lnTo>
                    <a:pt x="1971140" y="2826885"/>
                  </a:lnTo>
                  <a:lnTo>
                    <a:pt x="1971233" y="2826885"/>
                  </a:lnTo>
                  <a:lnTo>
                    <a:pt x="1971327" y="2826885"/>
                  </a:lnTo>
                  <a:lnTo>
                    <a:pt x="1971420" y="2826885"/>
                  </a:lnTo>
                  <a:lnTo>
                    <a:pt x="1971513" y="2826885"/>
                  </a:lnTo>
                  <a:lnTo>
                    <a:pt x="1971606" y="2826885"/>
                  </a:lnTo>
                  <a:lnTo>
                    <a:pt x="1971700" y="2826885"/>
                  </a:lnTo>
                  <a:lnTo>
                    <a:pt x="1971793" y="2826885"/>
                  </a:lnTo>
                  <a:lnTo>
                    <a:pt x="1971886" y="2826885"/>
                  </a:lnTo>
                  <a:lnTo>
                    <a:pt x="1971979" y="2826885"/>
                  </a:lnTo>
                  <a:lnTo>
                    <a:pt x="1972073" y="2826885"/>
                  </a:lnTo>
                  <a:lnTo>
                    <a:pt x="1972166" y="2826885"/>
                  </a:lnTo>
                  <a:lnTo>
                    <a:pt x="1972259" y="2826885"/>
                  </a:lnTo>
                  <a:lnTo>
                    <a:pt x="1972352" y="2826885"/>
                  </a:lnTo>
                  <a:lnTo>
                    <a:pt x="1972446" y="2826885"/>
                  </a:lnTo>
                  <a:lnTo>
                    <a:pt x="1972539" y="2826885"/>
                  </a:lnTo>
                  <a:lnTo>
                    <a:pt x="1972632" y="2826885"/>
                  </a:lnTo>
                  <a:lnTo>
                    <a:pt x="1972725" y="2826885"/>
                  </a:lnTo>
                  <a:lnTo>
                    <a:pt x="1972819" y="2826885"/>
                  </a:lnTo>
                  <a:lnTo>
                    <a:pt x="1972912" y="2826885"/>
                  </a:lnTo>
                  <a:lnTo>
                    <a:pt x="1973005" y="2826885"/>
                  </a:lnTo>
                  <a:lnTo>
                    <a:pt x="1973098" y="2826885"/>
                  </a:lnTo>
                  <a:lnTo>
                    <a:pt x="1973192" y="2826885"/>
                  </a:lnTo>
                  <a:lnTo>
                    <a:pt x="1973285" y="2826885"/>
                  </a:lnTo>
                  <a:lnTo>
                    <a:pt x="1973378" y="2826885"/>
                  </a:lnTo>
                  <a:lnTo>
                    <a:pt x="1973471" y="2826885"/>
                  </a:lnTo>
                  <a:lnTo>
                    <a:pt x="1973565" y="2826885"/>
                  </a:lnTo>
                  <a:lnTo>
                    <a:pt x="1973658" y="2826885"/>
                  </a:lnTo>
                  <a:lnTo>
                    <a:pt x="1973751" y="2826885"/>
                  </a:lnTo>
                  <a:lnTo>
                    <a:pt x="1973844" y="2826885"/>
                  </a:lnTo>
                  <a:lnTo>
                    <a:pt x="1973938" y="2826885"/>
                  </a:lnTo>
                  <a:lnTo>
                    <a:pt x="1974031" y="2826885"/>
                  </a:lnTo>
                  <a:lnTo>
                    <a:pt x="1974124" y="2826885"/>
                  </a:lnTo>
                  <a:lnTo>
                    <a:pt x="1974217" y="2826885"/>
                  </a:lnTo>
                  <a:lnTo>
                    <a:pt x="1974311" y="2826885"/>
                  </a:lnTo>
                  <a:lnTo>
                    <a:pt x="1974404" y="2826885"/>
                  </a:lnTo>
                  <a:lnTo>
                    <a:pt x="1974497" y="2826885"/>
                  </a:lnTo>
                  <a:lnTo>
                    <a:pt x="1974590" y="2826885"/>
                  </a:lnTo>
                  <a:lnTo>
                    <a:pt x="1974684" y="2826885"/>
                  </a:lnTo>
                  <a:lnTo>
                    <a:pt x="1974777" y="2826885"/>
                  </a:lnTo>
                  <a:lnTo>
                    <a:pt x="1974870" y="2826885"/>
                  </a:lnTo>
                  <a:lnTo>
                    <a:pt x="1974963" y="2826885"/>
                  </a:lnTo>
                  <a:lnTo>
                    <a:pt x="1975057" y="2826885"/>
                  </a:lnTo>
                  <a:lnTo>
                    <a:pt x="1975150" y="2826885"/>
                  </a:lnTo>
                  <a:lnTo>
                    <a:pt x="1975243" y="2826885"/>
                  </a:lnTo>
                  <a:lnTo>
                    <a:pt x="1975336" y="2826885"/>
                  </a:lnTo>
                  <a:lnTo>
                    <a:pt x="1975430" y="2826885"/>
                  </a:lnTo>
                  <a:lnTo>
                    <a:pt x="1975523" y="2826885"/>
                  </a:lnTo>
                  <a:lnTo>
                    <a:pt x="1975616" y="2826885"/>
                  </a:lnTo>
                  <a:lnTo>
                    <a:pt x="1975709" y="2826885"/>
                  </a:lnTo>
                  <a:lnTo>
                    <a:pt x="1975803" y="2826885"/>
                  </a:lnTo>
                  <a:lnTo>
                    <a:pt x="1975896" y="2826885"/>
                  </a:lnTo>
                  <a:lnTo>
                    <a:pt x="1975989" y="2826885"/>
                  </a:lnTo>
                  <a:lnTo>
                    <a:pt x="1976082" y="2826885"/>
                  </a:lnTo>
                  <a:lnTo>
                    <a:pt x="1976176" y="2826885"/>
                  </a:lnTo>
                  <a:lnTo>
                    <a:pt x="1976269" y="2826885"/>
                  </a:lnTo>
                  <a:lnTo>
                    <a:pt x="1976362" y="2826885"/>
                  </a:lnTo>
                  <a:lnTo>
                    <a:pt x="1976455" y="2826885"/>
                  </a:lnTo>
                  <a:lnTo>
                    <a:pt x="1976549" y="2826885"/>
                  </a:lnTo>
                  <a:lnTo>
                    <a:pt x="1976642" y="2826885"/>
                  </a:lnTo>
                  <a:lnTo>
                    <a:pt x="1976642" y="2816931"/>
                  </a:lnTo>
                  <a:lnTo>
                    <a:pt x="1976735" y="2816931"/>
                  </a:lnTo>
                  <a:lnTo>
                    <a:pt x="1976828" y="2816931"/>
                  </a:lnTo>
                  <a:lnTo>
                    <a:pt x="1976922" y="2816931"/>
                  </a:lnTo>
                  <a:lnTo>
                    <a:pt x="1977015" y="2816931"/>
                  </a:lnTo>
                  <a:lnTo>
                    <a:pt x="1977108" y="2816931"/>
                  </a:lnTo>
                  <a:lnTo>
                    <a:pt x="1977201" y="2816931"/>
                  </a:lnTo>
                  <a:lnTo>
                    <a:pt x="1977294" y="2816931"/>
                  </a:lnTo>
                  <a:lnTo>
                    <a:pt x="1977388" y="2816931"/>
                  </a:lnTo>
                  <a:lnTo>
                    <a:pt x="1977481" y="2816931"/>
                  </a:lnTo>
                  <a:lnTo>
                    <a:pt x="1977574" y="2816931"/>
                  </a:lnTo>
                  <a:lnTo>
                    <a:pt x="1977667" y="2816931"/>
                  </a:lnTo>
                  <a:lnTo>
                    <a:pt x="1977761" y="2816931"/>
                  </a:lnTo>
                  <a:lnTo>
                    <a:pt x="1977854" y="2816931"/>
                  </a:lnTo>
                  <a:lnTo>
                    <a:pt x="1977947" y="2816931"/>
                  </a:lnTo>
                  <a:lnTo>
                    <a:pt x="1978040" y="2816931"/>
                  </a:lnTo>
                  <a:lnTo>
                    <a:pt x="1978134" y="2816931"/>
                  </a:lnTo>
                  <a:lnTo>
                    <a:pt x="1978227" y="2816931"/>
                  </a:lnTo>
                  <a:lnTo>
                    <a:pt x="1978320" y="2816931"/>
                  </a:lnTo>
                  <a:lnTo>
                    <a:pt x="1978413" y="2816931"/>
                  </a:lnTo>
                  <a:lnTo>
                    <a:pt x="1978507" y="2816931"/>
                  </a:lnTo>
                  <a:lnTo>
                    <a:pt x="1978600" y="2816931"/>
                  </a:lnTo>
                  <a:lnTo>
                    <a:pt x="1978693" y="2816931"/>
                  </a:lnTo>
                  <a:lnTo>
                    <a:pt x="1978786" y="2816931"/>
                  </a:lnTo>
                  <a:lnTo>
                    <a:pt x="1978880" y="2816931"/>
                  </a:lnTo>
                  <a:lnTo>
                    <a:pt x="1978973" y="2816931"/>
                  </a:lnTo>
                  <a:lnTo>
                    <a:pt x="1979066" y="2816931"/>
                  </a:lnTo>
                  <a:lnTo>
                    <a:pt x="1979159" y="2816931"/>
                  </a:lnTo>
                  <a:lnTo>
                    <a:pt x="1979253" y="2816931"/>
                  </a:lnTo>
                  <a:lnTo>
                    <a:pt x="1979346" y="2816931"/>
                  </a:lnTo>
                  <a:lnTo>
                    <a:pt x="1979439" y="2816931"/>
                  </a:lnTo>
                  <a:lnTo>
                    <a:pt x="1979532" y="2816931"/>
                  </a:lnTo>
                  <a:lnTo>
                    <a:pt x="1979626" y="2816931"/>
                  </a:lnTo>
                  <a:lnTo>
                    <a:pt x="1979626" y="2806977"/>
                  </a:lnTo>
                  <a:lnTo>
                    <a:pt x="1979719" y="2806977"/>
                  </a:lnTo>
                  <a:lnTo>
                    <a:pt x="1979812" y="2806977"/>
                  </a:lnTo>
                  <a:lnTo>
                    <a:pt x="1979905" y="2806977"/>
                  </a:lnTo>
                  <a:lnTo>
                    <a:pt x="1979999" y="2806977"/>
                  </a:lnTo>
                  <a:lnTo>
                    <a:pt x="1980092" y="2806977"/>
                  </a:lnTo>
                  <a:lnTo>
                    <a:pt x="1980185" y="2806977"/>
                  </a:lnTo>
                  <a:lnTo>
                    <a:pt x="1980278" y="2806977"/>
                  </a:lnTo>
                  <a:lnTo>
                    <a:pt x="1980372" y="2806977"/>
                  </a:lnTo>
                  <a:lnTo>
                    <a:pt x="1980465" y="2806977"/>
                  </a:lnTo>
                  <a:lnTo>
                    <a:pt x="1980558" y="2806977"/>
                  </a:lnTo>
                  <a:lnTo>
                    <a:pt x="1980651" y="2806977"/>
                  </a:lnTo>
                  <a:lnTo>
                    <a:pt x="1980745" y="2806977"/>
                  </a:lnTo>
                  <a:lnTo>
                    <a:pt x="1980838" y="2806977"/>
                  </a:lnTo>
                  <a:lnTo>
                    <a:pt x="1980931" y="2806977"/>
                  </a:lnTo>
                  <a:lnTo>
                    <a:pt x="1981024" y="2806977"/>
                  </a:lnTo>
                  <a:lnTo>
                    <a:pt x="1981118" y="2806977"/>
                  </a:lnTo>
                  <a:lnTo>
                    <a:pt x="1981211" y="2806977"/>
                  </a:lnTo>
                  <a:lnTo>
                    <a:pt x="1981304" y="2806977"/>
                  </a:lnTo>
                  <a:lnTo>
                    <a:pt x="1981397" y="2806977"/>
                  </a:lnTo>
                  <a:lnTo>
                    <a:pt x="1981491" y="2806977"/>
                  </a:lnTo>
                  <a:lnTo>
                    <a:pt x="1981584" y="2806977"/>
                  </a:lnTo>
                  <a:lnTo>
                    <a:pt x="1981677" y="2806977"/>
                  </a:lnTo>
                  <a:lnTo>
                    <a:pt x="1981770" y="2806977"/>
                  </a:lnTo>
                  <a:lnTo>
                    <a:pt x="1981864" y="2806977"/>
                  </a:lnTo>
                  <a:lnTo>
                    <a:pt x="1981957" y="2806977"/>
                  </a:lnTo>
                  <a:lnTo>
                    <a:pt x="1982050" y="2806977"/>
                  </a:lnTo>
                  <a:lnTo>
                    <a:pt x="1982143" y="2806977"/>
                  </a:lnTo>
                  <a:lnTo>
                    <a:pt x="1982237" y="2806977"/>
                  </a:lnTo>
                  <a:lnTo>
                    <a:pt x="1982330" y="2806977"/>
                  </a:lnTo>
                  <a:lnTo>
                    <a:pt x="1982423" y="2806977"/>
                  </a:lnTo>
                  <a:lnTo>
                    <a:pt x="1982516" y="2806977"/>
                  </a:lnTo>
                  <a:lnTo>
                    <a:pt x="1982610" y="2806977"/>
                  </a:lnTo>
                  <a:lnTo>
                    <a:pt x="1982703" y="2806977"/>
                  </a:lnTo>
                  <a:lnTo>
                    <a:pt x="1982796" y="2806977"/>
                  </a:lnTo>
                  <a:lnTo>
                    <a:pt x="1982889" y="2806977"/>
                  </a:lnTo>
                  <a:lnTo>
                    <a:pt x="1982983" y="2806977"/>
                  </a:lnTo>
                  <a:lnTo>
                    <a:pt x="1983076" y="2806977"/>
                  </a:lnTo>
                  <a:lnTo>
                    <a:pt x="1983169" y="2806977"/>
                  </a:lnTo>
                  <a:lnTo>
                    <a:pt x="1983262" y="2806977"/>
                  </a:lnTo>
                  <a:lnTo>
                    <a:pt x="1983356" y="2806977"/>
                  </a:lnTo>
                  <a:lnTo>
                    <a:pt x="1983449" y="2806977"/>
                  </a:lnTo>
                  <a:lnTo>
                    <a:pt x="1983542" y="2806977"/>
                  </a:lnTo>
                  <a:lnTo>
                    <a:pt x="1983635" y="2806977"/>
                  </a:lnTo>
                  <a:lnTo>
                    <a:pt x="1983729" y="2806977"/>
                  </a:lnTo>
                  <a:lnTo>
                    <a:pt x="1983822" y="2806977"/>
                  </a:lnTo>
                  <a:lnTo>
                    <a:pt x="1983915" y="2806977"/>
                  </a:lnTo>
                  <a:lnTo>
                    <a:pt x="1984008" y="2806977"/>
                  </a:lnTo>
                  <a:lnTo>
                    <a:pt x="1984102" y="2806977"/>
                  </a:lnTo>
                  <a:lnTo>
                    <a:pt x="1984195" y="2806977"/>
                  </a:lnTo>
                  <a:lnTo>
                    <a:pt x="1984288" y="2806977"/>
                  </a:lnTo>
                  <a:lnTo>
                    <a:pt x="1984381" y="2806977"/>
                  </a:lnTo>
                  <a:lnTo>
                    <a:pt x="1984474" y="2806977"/>
                  </a:lnTo>
                  <a:lnTo>
                    <a:pt x="1984568" y="2806977"/>
                  </a:lnTo>
                  <a:lnTo>
                    <a:pt x="1984661" y="2806977"/>
                  </a:lnTo>
                  <a:lnTo>
                    <a:pt x="1984754" y="2806977"/>
                  </a:lnTo>
                  <a:lnTo>
                    <a:pt x="1984847" y="2806977"/>
                  </a:lnTo>
                  <a:lnTo>
                    <a:pt x="1984941" y="2806977"/>
                  </a:lnTo>
                  <a:lnTo>
                    <a:pt x="1985034" y="2806977"/>
                  </a:lnTo>
                  <a:lnTo>
                    <a:pt x="1985127" y="2806977"/>
                  </a:lnTo>
                  <a:lnTo>
                    <a:pt x="1985220" y="2806977"/>
                  </a:lnTo>
                  <a:lnTo>
                    <a:pt x="1985314" y="2806977"/>
                  </a:lnTo>
                  <a:lnTo>
                    <a:pt x="1985407" y="2806977"/>
                  </a:lnTo>
                  <a:lnTo>
                    <a:pt x="1985500" y="2806977"/>
                  </a:lnTo>
                  <a:lnTo>
                    <a:pt x="1985593" y="2806977"/>
                  </a:lnTo>
                  <a:lnTo>
                    <a:pt x="1985687" y="2806977"/>
                  </a:lnTo>
                  <a:lnTo>
                    <a:pt x="1985780" y="2806977"/>
                  </a:lnTo>
                  <a:lnTo>
                    <a:pt x="1985873" y="2806977"/>
                  </a:lnTo>
                  <a:lnTo>
                    <a:pt x="1985966" y="2806977"/>
                  </a:lnTo>
                  <a:lnTo>
                    <a:pt x="1985966" y="2797024"/>
                  </a:lnTo>
                  <a:lnTo>
                    <a:pt x="1986060" y="2797024"/>
                  </a:lnTo>
                  <a:lnTo>
                    <a:pt x="1986153" y="2797024"/>
                  </a:lnTo>
                  <a:lnTo>
                    <a:pt x="1986246" y="2797024"/>
                  </a:lnTo>
                  <a:lnTo>
                    <a:pt x="1986339" y="2797024"/>
                  </a:lnTo>
                  <a:lnTo>
                    <a:pt x="1986433" y="2797024"/>
                  </a:lnTo>
                  <a:lnTo>
                    <a:pt x="1986526" y="2797024"/>
                  </a:lnTo>
                  <a:lnTo>
                    <a:pt x="1986619" y="2797024"/>
                  </a:lnTo>
                  <a:lnTo>
                    <a:pt x="1986712" y="2797024"/>
                  </a:lnTo>
                  <a:lnTo>
                    <a:pt x="1986806" y="2797024"/>
                  </a:lnTo>
                  <a:lnTo>
                    <a:pt x="1986899" y="2797024"/>
                  </a:lnTo>
                  <a:lnTo>
                    <a:pt x="1986992" y="2797024"/>
                  </a:lnTo>
                  <a:lnTo>
                    <a:pt x="1987085" y="2797024"/>
                  </a:lnTo>
                  <a:lnTo>
                    <a:pt x="1987179" y="2797024"/>
                  </a:lnTo>
                  <a:lnTo>
                    <a:pt x="1987272" y="2797024"/>
                  </a:lnTo>
                  <a:lnTo>
                    <a:pt x="1987365" y="2797024"/>
                  </a:lnTo>
                  <a:lnTo>
                    <a:pt x="1987458" y="2797024"/>
                  </a:lnTo>
                  <a:lnTo>
                    <a:pt x="1987552" y="2797024"/>
                  </a:lnTo>
                  <a:lnTo>
                    <a:pt x="1987645" y="2797024"/>
                  </a:lnTo>
                  <a:lnTo>
                    <a:pt x="1987738" y="2797024"/>
                  </a:lnTo>
                  <a:lnTo>
                    <a:pt x="1987831" y="2797024"/>
                  </a:lnTo>
                  <a:lnTo>
                    <a:pt x="1987925" y="2797024"/>
                  </a:lnTo>
                  <a:lnTo>
                    <a:pt x="1988018" y="2797024"/>
                  </a:lnTo>
                  <a:lnTo>
                    <a:pt x="1988111" y="2797024"/>
                  </a:lnTo>
                  <a:lnTo>
                    <a:pt x="1988204" y="2797024"/>
                  </a:lnTo>
                  <a:lnTo>
                    <a:pt x="1988298" y="2797024"/>
                  </a:lnTo>
                  <a:lnTo>
                    <a:pt x="1988391" y="2797024"/>
                  </a:lnTo>
                  <a:lnTo>
                    <a:pt x="1988484" y="2797024"/>
                  </a:lnTo>
                  <a:lnTo>
                    <a:pt x="1988577" y="2797024"/>
                  </a:lnTo>
                  <a:lnTo>
                    <a:pt x="1988671" y="2797024"/>
                  </a:lnTo>
                  <a:lnTo>
                    <a:pt x="1988764" y="2797024"/>
                  </a:lnTo>
                  <a:lnTo>
                    <a:pt x="1988857" y="2797024"/>
                  </a:lnTo>
                  <a:lnTo>
                    <a:pt x="1988950" y="2797024"/>
                  </a:lnTo>
                  <a:lnTo>
                    <a:pt x="1989044" y="2797024"/>
                  </a:lnTo>
                  <a:lnTo>
                    <a:pt x="1989137" y="2797024"/>
                  </a:lnTo>
                  <a:lnTo>
                    <a:pt x="1989230" y="2797024"/>
                  </a:lnTo>
                  <a:lnTo>
                    <a:pt x="1989323" y="2797024"/>
                  </a:lnTo>
                  <a:lnTo>
                    <a:pt x="1989417" y="2797024"/>
                  </a:lnTo>
                  <a:lnTo>
                    <a:pt x="1989510" y="2797024"/>
                  </a:lnTo>
                  <a:lnTo>
                    <a:pt x="1989603" y="2797024"/>
                  </a:lnTo>
                  <a:lnTo>
                    <a:pt x="1989696" y="2797024"/>
                  </a:lnTo>
                  <a:lnTo>
                    <a:pt x="1989790" y="2797024"/>
                  </a:lnTo>
                  <a:lnTo>
                    <a:pt x="1989883" y="2797024"/>
                  </a:lnTo>
                  <a:lnTo>
                    <a:pt x="1989976" y="2797024"/>
                  </a:lnTo>
                  <a:lnTo>
                    <a:pt x="1990069" y="2797024"/>
                  </a:lnTo>
                  <a:lnTo>
                    <a:pt x="1990163" y="2797024"/>
                  </a:lnTo>
                  <a:lnTo>
                    <a:pt x="1990256" y="2797024"/>
                  </a:lnTo>
                  <a:lnTo>
                    <a:pt x="1990349" y="2797024"/>
                  </a:lnTo>
                  <a:lnTo>
                    <a:pt x="1990442" y="2797024"/>
                  </a:lnTo>
                  <a:lnTo>
                    <a:pt x="1990442" y="2787070"/>
                  </a:lnTo>
                  <a:lnTo>
                    <a:pt x="1990536" y="2787070"/>
                  </a:lnTo>
                  <a:lnTo>
                    <a:pt x="1990629" y="2787070"/>
                  </a:lnTo>
                  <a:lnTo>
                    <a:pt x="1990722" y="2787070"/>
                  </a:lnTo>
                  <a:lnTo>
                    <a:pt x="1990815" y="2787070"/>
                  </a:lnTo>
                  <a:lnTo>
                    <a:pt x="1990909" y="2787070"/>
                  </a:lnTo>
                  <a:lnTo>
                    <a:pt x="1991002" y="2787070"/>
                  </a:lnTo>
                  <a:lnTo>
                    <a:pt x="1991095" y="2787070"/>
                  </a:lnTo>
                  <a:lnTo>
                    <a:pt x="1991188" y="2787070"/>
                  </a:lnTo>
                  <a:lnTo>
                    <a:pt x="1991281" y="2787070"/>
                  </a:lnTo>
                  <a:lnTo>
                    <a:pt x="1991375" y="2787070"/>
                  </a:lnTo>
                  <a:lnTo>
                    <a:pt x="1991468" y="2787070"/>
                  </a:lnTo>
                  <a:lnTo>
                    <a:pt x="1991561" y="2787070"/>
                  </a:lnTo>
                  <a:lnTo>
                    <a:pt x="1991654" y="2787070"/>
                  </a:lnTo>
                  <a:lnTo>
                    <a:pt x="1991748" y="2787070"/>
                  </a:lnTo>
                  <a:lnTo>
                    <a:pt x="1991841" y="2787070"/>
                  </a:lnTo>
                  <a:lnTo>
                    <a:pt x="1991934" y="2787070"/>
                  </a:lnTo>
                  <a:lnTo>
                    <a:pt x="1992027" y="2787070"/>
                  </a:lnTo>
                  <a:lnTo>
                    <a:pt x="1992121" y="2787070"/>
                  </a:lnTo>
                  <a:lnTo>
                    <a:pt x="1992214" y="2787070"/>
                  </a:lnTo>
                  <a:lnTo>
                    <a:pt x="1992307" y="2787070"/>
                  </a:lnTo>
                  <a:lnTo>
                    <a:pt x="1992400" y="2787070"/>
                  </a:lnTo>
                  <a:lnTo>
                    <a:pt x="1992494" y="2787070"/>
                  </a:lnTo>
                  <a:lnTo>
                    <a:pt x="1992587" y="2787070"/>
                  </a:lnTo>
                  <a:lnTo>
                    <a:pt x="1992680" y="2787070"/>
                  </a:lnTo>
                  <a:lnTo>
                    <a:pt x="1992773" y="2787070"/>
                  </a:lnTo>
                  <a:lnTo>
                    <a:pt x="1992867" y="2787070"/>
                  </a:lnTo>
                  <a:lnTo>
                    <a:pt x="1992960" y="2787070"/>
                  </a:lnTo>
                  <a:lnTo>
                    <a:pt x="1993053" y="2787070"/>
                  </a:lnTo>
                  <a:lnTo>
                    <a:pt x="1993146" y="2787070"/>
                  </a:lnTo>
                  <a:lnTo>
                    <a:pt x="1993240" y="2787070"/>
                  </a:lnTo>
                  <a:lnTo>
                    <a:pt x="1993240" y="2777116"/>
                  </a:lnTo>
                  <a:lnTo>
                    <a:pt x="1993333" y="2777116"/>
                  </a:lnTo>
                  <a:lnTo>
                    <a:pt x="1993426" y="2777116"/>
                  </a:lnTo>
                  <a:lnTo>
                    <a:pt x="1993519" y="2777116"/>
                  </a:lnTo>
                  <a:lnTo>
                    <a:pt x="1993613" y="2777116"/>
                  </a:lnTo>
                  <a:lnTo>
                    <a:pt x="1993706" y="2777116"/>
                  </a:lnTo>
                  <a:lnTo>
                    <a:pt x="1993799" y="2777116"/>
                  </a:lnTo>
                  <a:lnTo>
                    <a:pt x="1993892" y="2777116"/>
                  </a:lnTo>
                  <a:lnTo>
                    <a:pt x="1993986" y="2777116"/>
                  </a:lnTo>
                  <a:lnTo>
                    <a:pt x="1994079" y="2777116"/>
                  </a:lnTo>
                  <a:lnTo>
                    <a:pt x="1994172" y="2777116"/>
                  </a:lnTo>
                  <a:lnTo>
                    <a:pt x="1994265" y="2777116"/>
                  </a:lnTo>
                  <a:lnTo>
                    <a:pt x="1994359" y="2777116"/>
                  </a:lnTo>
                  <a:lnTo>
                    <a:pt x="1994452" y="2777116"/>
                  </a:lnTo>
                  <a:lnTo>
                    <a:pt x="1994545" y="2777116"/>
                  </a:lnTo>
                  <a:lnTo>
                    <a:pt x="1994638" y="2777116"/>
                  </a:lnTo>
                  <a:lnTo>
                    <a:pt x="1994732" y="2777116"/>
                  </a:lnTo>
                  <a:lnTo>
                    <a:pt x="1994825" y="2777116"/>
                  </a:lnTo>
                  <a:lnTo>
                    <a:pt x="1994918" y="2777116"/>
                  </a:lnTo>
                  <a:lnTo>
                    <a:pt x="1995011" y="2777116"/>
                  </a:lnTo>
                  <a:lnTo>
                    <a:pt x="1995105" y="2777116"/>
                  </a:lnTo>
                  <a:lnTo>
                    <a:pt x="1995198" y="2777116"/>
                  </a:lnTo>
                  <a:lnTo>
                    <a:pt x="1995291" y="2777116"/>
                  </a:lnTo>
                  <a:lnTo>
                    <a:pt x="1995384" y="2777116"/>
                  </a:lnTo>
                  <a:lnTo>
                    <a:pt x="1995478" y="2777116"/>
                  </a:lnTo>
                  <a:lnTo>
                    <a:pt x="1995571" y="2777116"/>
                  </a:lnTo>
                  <a:lnTo>
                    <a:pt x="1995664" y="2777116"/>
                  </a:lnTo>
                  <a:lnTo>
                    <a:pt x="1995757" y="2777116"/>
                  </a:lnTo>
                  <a:lnTo>
                    <a:pt x="1995851" y="2777116"/>
                  </a:lnTo>
                  <a:lnTo>
                    <a:pt x="1995944" y="2777116"/>
                  </a:lnTo>
                  <a:lnTo>
                    <a:pt x="1996037" y="2777116"/>
                  </a:lnTo>
                  <a:lnTo>
                    <a:pt x="1996130" y="2777116"/>
                  </a:lnTo>
                  <a:lnTo>
                    <a:pt x="1996224" y="2777116"/>
                  </a:lnTo>
                  <a:lnTo>
                    <a:pt x="1996317" y="2777116"/>
                  </a:lnTo>
                  <a:lnTo>
                    <a:pt x="1996410" y="2777116"/>
                  </a:lnTo>
                  <a:lnTo>
                    <a:pt x="1996503" y="2777116"/>
                  </a:lnTo>
                  <a:lnTo>
                    <a:pt x="1996597" y="2777116"/>
                  </a:lnTo>
                  <a:lnTo>
                    <a:pt x="1996690" y="2777116"/>
                  </a:lnTo>
                  <a:lnTo>
                    <a:pt x="1996783" y="2777116"/>
                  </a:lnTo>
                  <a:lnTo>
                    <a:pt x="1996876" y="2777116"/>
                  </a:lnTo>
                  <a:lnTo>
                    <a:pt x="1996970" y="2777116"/>
                  </a:lnTo>
                  <a:lnTo>
                    <a:pt x="1997063" y="2777116"/>
                  </a:lnTo>
                  <a:lnTo>
                    <a:pt x="1997156" y="2777116"/>
                  </a:lnTo>
                  <a:lnTo>
                    <a:pt x="1997249" y="2777116"/>
                  </a:lnTo>
                  <a:lnTo>
                    <a:pt x="1997343" y="2777116"/>
                  </a:lnTo>
                  <a:lnTo>
                    <a:pt x="1997436" y="2777116"/>
                  </a:lnTo>
                  <a:lnTo>
                    <a:pt x="1997529" y="2777116"/>
                  </a:lnTo>
                  <a:lnTo>
                    <a:pt x="1997622" y="2777116"/>
                  </a:lnTo>
                  <a:lnTo>
                    <a:pt x="1997716" y="2777116"/>
                  </a:lnTo>
                  <a:lnTo>
                    <a:pt x="1997809" y="2777116"/>
                  </a:lnTo>
                  <a:lnTo>
                    <a:pt x="1997902" y="2777116"/>
                  </a:lnTo>
                  <a:lnTo>
                    <a:pt x="1997995" y="2777116"/>
                  </a:lnTo>
                  <a:lnTo>
                    <a:pt x="1998088" y="2777116"/>
                  </a:lnTo>
                  <a:lnTo>
                    <a:pt x="1998182" y="2777116"/>
                  </a:lnTo>
                  <a:lnTo>
                    <a:pt x="1998275" y="2777116"/>
                  </a:lnTo>
                  <a:lnTo>
                    <a:pt x="1998368" y="2777116"/>
                  </a:lnTo>
                  <a:lnTo>
                    <a:pt x="1998461" y="2777116"/>
                  </a:lnTo>
                  <a:lnTo>
                    <a:pt x="1998555" y="2777116"/>
                  </a:lnTo>
                  <a:lnTo>
                    <a:pt x="1998648" y="2777116"/>
                  </a:lnTo>
                  <a:lnTo>
                    <a:pt x="1998741" y="2777116"/>
                  </a:lnTo>
                  <a:lnTo>
                    <a:pt x="1998834" y="2777116"/>
                  </a:lnTo>
                  <a:lnTo>
                    <a:pt x="1998928" y="2777116"/>
                  </a:lnTo>
                  <a:lnTo>
                    <a:pt x="1999021" y="2777116"/>
                  </a:lnTo>
                  <a:lnTo>
                    <a:pt x="1999114" y="2777116"/>
                  </a:lnTo>
                  <a:lnTo>
                    <a:pt x="1999207" y="2777116"/>
                  </a:lnTo>
                  <a:lnTo>
                    <a:pt x="1999301" y="2777116"/>
                  </a:lnTo>
                  <a:lnTo>
                    <a:pt x="1999394" y="2777116"/>
                  </a:lnTo>
                  <a:lnTo>
                    <a:pt x="1999487" y="2777116"/>
                  </a:lnTo>
                  <a:lnTo>
                    <a:pt x="1999580" y="2777116"/>
                  </a:lnTo>
                  <a:lnTo>
                    <a:pt x="1999674" y="2777116"/>
                  </a:lnTo>
                  <a:lnTo>
                    <a:pt x="1999767" y="2777116"/>
                  </a:lnTo>
                  <a:lnTo>
                    <a:pt x="1999860" y="2777116"/>
                  </a:lnTo>
                  <a:lnTo>
                    <a:pt x="1999953" y="2777116"/>
                  </a:lnTo>
                  <a:lnTo>
                    <a:pt x="2000047" y="2777116"/>
                  </a:lnTo>
                  <a:lnTo>
                    <a:pt x="2000140" y="2777116"/>
                  </a:lnTo>
                  <a:lnTo>
                    <a:pt x="2000233" y="2777116"/>
                  </a:lnTo>
                  <a:lnTo>
                    <a:pt x="2000326" y="2777116"/>
                  </a:lnTo>
                  <a:lnTo>
                    <a:pt x="2000420" y="2777116"/>
                  </a:lnTo>
                  <a:lnTo>
                    <a:pt x="2000513" y="2777116"/>
                  </a:lnTo>
                  <a:lnTo>
                    <a:pt x="2000606" y="2777116"/>
                  </a:lnTo>
                  <a:lnTo>
                    <a:pt x="2000699" y="2777116"/>
                  </a:lnTo>
                  <a:lnTo>
                    <a:pt x="2000793" y="2777116"/>
                  </a:lnTo>
                  <a:lnTo>
                    <a:pt x="2000886" y="2777116"/>
                  </a:lnTo>
                  <a:lnTo>
                    <a:pt x="2000979" y="2777116"/>
                  </a:lnTo>
                  <a:lnTo>
                    <a:pt x="2001072" y="2777116"/>
                  </a:lnTo>
                  <a:lnTo>
                    <a:pt x="2001166" y="2777116"/>
                  </a:lnTo>
                  <a:lnTo>
                    <a:pt x="2001259" y="2777116"/>
                  </a:lnTo>
                  <a:lnTo>
                    <a:pt x="2001352" y="2777116"/>
                  </a:lnTo>
                  <a:lnTo>
                    <a:pt x="2001445" y="2777116"/>
                  </a:lnTo>
                  <a:lnTo>
                    <a:pt x="2001539" y="2777116"/>
                  </a:lnTo>
                  <a:lnTo>
                    <a:pt x="2001632" y="2777116"/>
                  </a:lnTo>
                  <a:lnTo>
                    <a:pt x="2001725" y="2777116"/>
                  </a:lnTo>
                  <a:lnTo>
                    <a:pt x="2001818" y="2777116"/>
                  </a:lnTo>
                  <a:lnTo>
                    <a:pt x="2001912" y="2777116"/>
                  </a:lnTo>
                  <a:lnTo>
                    <a:pt x="2002005" y="2777116"/>
                  </a:lnTo>
                  <a:lnTo>
                    <a:pt x="2002098" y="2777116"/>
                  </a:lnTo>
                  <a:lnTo>
                    <a:pt x="2002191" y="2777116"/>
                  </a:lnTo>
                  <a:lnTo>
                    <a:pt x="2002285" y="2777116"/>
                  </a:lnTo>
                  <a:lnTo>
                    <a:pt x="2002378" y="2777116"/>
                  </a:lnTo>
                  <a:lnTo>
                    <a:pt x="2002471" y="2777116"/>
                  </a:lnTo>
                  <a:lnTo>
                    <a:pt x="2002564" y="2777116"/>
                  </a:lnTo>
                  <a:lnTo>
                    <a:pt x="2002658" y="2777116"/>
                  </a:lnTo>
                  <a:lnTo>
                    <a:pt x="2002751" y="2777116"/>
                  </a:lnTo>
                  <a:lnTo>
                    <a:pt x="2002844" y="2777116"/>
                  </a:lnTo>
                  <a:lnTo>
                    <a:pt x="2002937" y="2777116"/>
                  </a:lnTo>
                  <a:lnTo>
                    <a:pt x="2003031" y="2777116"/>
                  </a:lnTo>
                  <a:lnTo>
                    <a:pt x="2003124" y="2777116"/>
                  </a:lnTo>
                  <a:lnTo>
                    <a:pt x="2003217" y="2777116"/>
                  </a:lnTo>
                  <a:lnTo>
                    <a:pt x="2003310" y="2777116"/>
                  </a:lnTo>
                  <a:lnTo>
                    <a:pt x="2003404" y="2777116"/>
                  </a:lnTo>
                  <a:lnTo>
                    <a:pt x="2003497" y="2777116"/>
                  </a:lnTo>
                  <a:lnTo>
                    <a:pt x="2003590" y="2777116"/>
                  </a:lnTo>
                  <a:lnTo>
                    <a:pt x="2003683" y="2777116"/>
                  </a:lnTo>
                  <a:lnTo>
                    <a:pt x="2003777" y="2777116"/>
                  </a:lnTo>
                  <a:lnTo>
                    <a:pt x="2003870" y="2777116"/>
                  </a:lnTo>
                  <a:lnTo>
                    <a:pt x="2003963" y="2777116"/>
                  </a:lnTo>
                  <a:lnTo>
                    <a:pt x="2004056" y="2777116"/>
                  </a:lnTo>
                  <a:lnTo>
                    <a:pt x="2004150" y="2777116"/>
                  </a:lnTo>
                  <a:lnTo>
                    <a:pt x="2004243" y="2777116"/>
                  </a:lnTo>
                  <a:lnTo>
                    <a:pt x="2004336" y="2777116"/>
                  </a:lnTo>
                  <a:lnTo>
                    <a:pt x="2004429" y="2777116"/>
                  </a:lnTo>
                  <a:lnTo>
                    <a:pt x="2004523" y="2777116"/>
                  </a:lnTo>
                  <a:lnTo>
                    <a:pt x="2004616" y="2777116"/>
                  </a:lnTo>
                  <a:lnTo>
                    <a:pt x="2004709" y="2777116"/>
                  </a:lnTo>
                  <a:lnTo>
                    <a:pt x="2004802" y="2777116"/>
                  </a:lnTo>
                  <a:lnTo>
                    <a:pt x="2004896" y="2777116"/>
                  </a:lnTo>
                  <a:lnTo>
                    <a:pt x="2004989" y="2777116"/>
                  </a:lnTo>
                  <a:lnTo>
                    <a:pt x="2005082" y="2777116"/>
                  </a:lnTo>
                  <a:lnTo>
                    <a:pt x="2005175" y="2777116"/>
                  </a:lnTo>
                  <a:lnTo>
                    <a:pt x="2005268" y="2777116"/>
                  </a:lnTo>
                  <a:lnTo>
                    <a:pt x="2005362" y="2777116"/>
                  </a:lnTo>
                  <a:lnTo>
                    <a:pt x="2005455" y="2777116"/>
                  </a:lnTo>
                  <a:lnTo>
                    <a:pt x="2005548" y="2777116"/>
                  </a:lnTo>
                  <a:lnTo>
                    <a:pt x="2005641" y="2777116"/>
                  </a:lnTo>
                  <a:lnTo>
                    <a:pt x="2005735" y="2777116"/>
                  </a:lnTo>
                  <a:lnTo>
                    <a:pt x="2005828" y="2777116"/>
                  </a:lnTo>
                  <a:lnTo>
                    <a:pt x="2005921" y="2777116"/>
                  </a:lnTo>
                  <a:lnTo>
                    <a:pt x="2006014" y="2777116"/>
                  </a:lnTo>
                  <a:lnTo>
                    <a:pt x="2006108" y="2777116"/>
                  </a:lnTo>
                  <a:lnTo>
                    <a:pt x="2006201" y="2777116"/>
                  </a:lnTo>
                  <a:lnTo>
                    <a:pt x="2006294" y="2777116"/>
                  </a:lnTo>
                  <a:lnTo>
                    <a:pt x="2006387" y="2777116"/>
                  </a:lnTo>
                  <a:lnTo>
                    <a:pt x="2006481" y="2777116"/>
                  </a:lnTo>
                  <a:lnTo>
                    <a:pt x="2006574" y="2777116"/>
                  </a:lnTo>
                  <a:lnTo>
                    <a:pt x="2006667" y="2777116"/>
                  </a:lnTo>
                  <a:lnTo>
                    <a:pt x="2006760" y="2777116"/>
                  </a:lnTo>
                  <a:lnTo>
                    <a:pt x="2006854" y="2777116"/>
                  </a:lnTo>
                  <a:lnTo>
                    <a:pt x="2006947" y="2777116"/>
                  </a:lnTo>
                  <a:lnTo>
                    <a:pt x="2007040" y="2777116"/>
                  </a:lnTo>
                  <a:lnTo>
                    <a:pt x="2007133" y="2777116"/>
                  </a:lnTo>
                  <a:lnTo>
                    <a:pt x="2007227" y="2777116"/>
                  </a:lnTo>
                  <a:lnTo>
                    <a:pt x="2007320" y="2777116"/>
                  </a:lnTo>
                  <a:lnTo>
                    <a:pt x="2007413" y="2777116"/>
                  </a:lnTo>
                  <a:lnTo>
                    <a:pt x="2007506" y="2777116"/>
                  </a:lnTo>
                  <a:lnTo>
                    <a:pt x="2007600" y="2777116"/>
                  </a:lnTo>
                  <a:lnTo>
                    <a:pt x="2007693" y="2777116"/>
                  </a:lnTo>
                  <a:lnTo>
                    <a:pt x="2007786" y="2777116"/>
                  </a:lnTo>
                  <a:lnTo>
                    <a:pt x="2007879" y="2777116"/>
                  </a:lnTo>
                  <a:lnTo>
                    <a:pt x="2007973" y="2777116"/>
                  </a:lnTo>
                  <a:lnTo>
                    <a:pt x="2008066" y="2777116"/>
                  </a:lnTo>
                  <a:lnTo>
                    <a:pt x="2008159" y="2777116"/>
                  </a:lnTo>
                  <a:lnTo>
                    <a:pt x="2008252" y="2777116"/>
                  </a:lnTo>
                  <a:lnTo>
                    <a:pt x="2008346" y="2777116"/>
                  </a:lnTo>
                  <a:lnTo>
                    <a:pt x="2008439" y="2777116"/>
                  </a:lnTo>
                  <a:lnTo>
                    <a:pt x="2008532" y="2777116"/>
                  </a:lnTo>
                  <a:lnTo>
                    <a:pt x="2008625" y="2777116"/>
                  </a:lnTo>
                  <a:lnTo>
                    <a:pt x="2008719" y="2777116"/>
                  </a:lnTo>
                  <a:lnTo>
                    <a:pt x="2008812" y="2777116"/>
                  </a:lnTo>
                  <a:lnTo>
                    <a:pt x="2008905" y="2777116"/>
                  </a:lnTo>
                  <a:lnTo>
                    <a:pt x="2008998" y="2777116"/>
                  </a:lnTo>
                  <a:lnTo>
                    <a:pt x="2009092" y="2777116"/>
                  </a:lnTo>
                  <a:lnTo>
                    <a:pt x="2009185" y="2777116"/>
                  </a:lnTo>
                  <a:lnTo>
                    <a:pt x="2009278" y="2777116"/>
                  </a:lnTo>
                  <a:lnTo>
                    <a:pt x="2009371" y="2777116"/>
                  </a:lnTo>
                  <a:lnTo>
                    <a:pt x="2009465" y="2777116"/>
                  </a:lnTo>
                  <a:lnTo>
                    <a:pt x="2009558" y="2777116"/>
                  </a:lnTo>
                  <a:lnTo>
                    <a:pt x="2009651" y="2777116"/>
                  </a:lnTo>
                  <a:lnTo>
                    <a:pt x="2009744" y="2777116"/>
                  </a:lnTo>
                  <a:lnTo>
                    <a:pt x="2009838" y="2777116"/>
                  </a:lnTo>
                  <a:lnTo>
                    <a:pt x="2009931" y="2777116"/>
                  </a:lnTo>
                  <a:lnTo>
                    <a:pt x="2010024" y="2777116"/>
                  </a:lnTo>
                  <a:lnTo>
                    <a:pt x="2010117" y="2777116"/>
                  </a:lnTo>
                  <a:lnTo>
                    <a:pt x="2010211" y="2777116"/>
                  </a:lnTo>
                  <a:lnTo>
                    <a:pt x="2010304" y="2777116"/>
                  </a:lnTo>
                  <a:lnTo>
                    <a:pt x="2010304" y="2767162"/>
                  </a:lnTo>
                  <a:lnTo>
                    <a:pt x="2010397" y="2767162"/>
                  </a:lnTo>
                  <a:lnTo>
                    <a:pt x="2010490" y="2767162"/>
                  </a:lnTo>
                  <a:lnTo>
                    <a:pt x="2010584" y="2767162"/>
                  </a:lnTo>
                  <a:lnTo>
                    <a:pt x="2010677" y="2767162"/>
                  </a:lnTo>
                  <a:lnTo>
                    <a:pt x="2010770" y="2767162"/>
                  </a:lnTo>
                  <a:lnTo>
                    <a:pt x="2010863" y="2767162"/>
                  </a:lnTo>
                  <a:lnTo>
                    <a:pt x="2010957" y="2767162"/>
                  </a:lnTo>
                  <a:lnTo>
                    <a:pt x="2011050" y="2767162"/>
                  </a:lnTo>
                  <a:lnTo>
                    <a:pt x="2011143" y="2767162"/>
                  </a:lnTo>
                  <a:lnTo>
                    <a:pt x="2011236" y="2767162"/>
                  </a:lnTo>
                  <a:lnTo>
                    <a:pt x="2011330" y="2767162"/>
                  </a:lnTo>
                  <a:lnTo>
                    <a:pt x="2011423" y="2767162"/>
                  </a:lnTo>
                  <a:lnTo>
                    <a:pt x="2011516" y="2767162"/>
                  </a:lnTo>
                  <a:lnTo>
                    <a:pt x="2011609" y="2767162"/>
                  </a:lnTo>
                  <a:lnTo>
                    <a:pt x="2011703" y="2767162"/>
                  </a:lnTo>
                  <a:lnTo>
                    <a:pt x="2011796" y="2767162"/>
                  </a:lnTo>
                  <a:lnTo>
                    <a:pt x="2011889" y="2767162"/>
                  </a:lnTo>
                  <a:lnTo>
                    <a:pt x="2011982" y="2767162"/>
                  </a:lnTo>
                  <a:lnTo>
                    <a:pt x="2012075" y="2767162"/>
                  </a:lnTo>
                  <a:lnTo>
                    <a:pt x="2012169" y="2767162"/>
                  </a:lnTo>
                  <a:lnTo>
                    <a:pt x="2012262" y="2767162"/>
                  </a:lnTo>
                  <a:lnTo>
                    <a:pt x="2012355" y="2767162"/>
                  </a:lnTo>
                  <a:lnTo>
                    <a:pt x="2012448" y="2767162"/>
                  </a:lnTo>
                  <a:lnTo>
                    <a:pt x="2012542" y="2767162"/>
                  </a:lnTo>
                  <a:lnTo>
                    <a:pt x="2012635" y="2767162"/>
                  </a:lnTo>
                  <a:lnTo>
                    <a:pt x="2012728" y="2767162"/>
                  </a:lnTo>
                  <a:lnTo>
                    <a:pt x="2012821" y="2767162"/>
                  </a:lnTo>
                  <a:lnTo>
                    <a:pt x="2012915" y="2767162"/>
                  </a:lnTo>
                  <a:lnTo>
                    <a:pt x="2013008" y="2767162"/>
                  </a:lnTo>
                  <a:lnTo>
                    <a:pt x="2013101" y="2767162"/>
                  </a:lnTo>
                  <a:lnTo>
                    <a:pt x="2013194" y="2767162"/>
                  </a:lnTo>
                  <a:lnTo>
                    <a:pt x="2013288" y="2767162"/>
                  </a:lnTo>
                  <a:lnTo>
                    <a:pt x="2013381" y="2767162"/>
                  </a:lnTo>
                  <a:lnTo>
                    <a:pt x="2013474" y="2767162"/>
                  </a:lnTo>
                  <a:lnTo>
                    <a:pt x="2013567" y="2767162"/>
                  </a:lnTo>
                  <a:lnTo>
                    <a:pt x="2013661" y="2767162"/>
                  </a:lnTo>
                  <a:lnTo>
                    <a:pt x="2013754" y="2767162"/>
                  </a:lnTo>
                  <a:lnTo>
                    <a:pt x="2013847" y="2767162"/>
                  </a:lnTo>
                  <a:lnTo>
                    <a:pt x="2013940" y="2767162"/>
                  </a:lnTo>
                  <a:lnTo>
                    <a:pt x="2014034" y="2767162"/>
                  </a:lnTo>
                  <a:lnTo>
                    <a:pt x="2014127" y="2767162"/>
                  </a:lnTo>
                  <a:lnTo>
                    <a:pt x="2014220" y="2767162"/>
                  </a:lnTo>
                  <a:lnTo>
                    <a:pt x="2014313" y="2767162"/>
                  </a:lnTo>
                  <a:lnTo>
                    <a:pt x="2014407" y="2767162"/>
                  </a:lnTo>
                  <a:lnTo>
                    <a:pt x="2014500" y="2767162"/>
                  </a:lnTo>
                  <a:lnTo>
                    <a:pt x="2014593" y="2767162"/>
                  </a:lnTo>
                  <a:lnTo>
                    <a:pt x="2014686" y="2767162"/>
                  </a:lnTo>
                  <a:lnTo>
                    <a:pt x="2014780" y="2767162"/>
                  </a:lnTo>
                  <a:lnTo>
                    <a:pt x="2014873" y="2767162"/>
                  </a:lnTo>
                  <a:lnTo>
                    <a:pt x="2014966" y="2767162"/>
                  </a:lnTo>
                  <a:lnTo>
                    <a:pt x="2015059" y="2767162"/>
                  </a:lnTo>
                  <a:lnTo>
                    <a:pt x="2015153" y="2767162"/>
                  </a:lnTo>
                  <a:lnTo>
                    <a:pt x="2015246" y="2767162"/>
                  </a:lnTo>
                  <a:lnTo>
                    <a:pt x="2015339" y="2767162"/>
                  </a:lnTo>
                  <a:lnTo>
                    <a:pt x="2015432" y="2767162"/>
                  </a:lnTo>
                  <a:lnTo>
                    <a:pt x="2015526" y="2767162"/>
                  </a:lnTo>
                  <a:lnTo>
                    <a:pt x="2015619" y="2767162"/>
                  </a:lnTo>
                  <a:lnTo>
                    <a:pt x="2015712" y="2767162"/>
                  </a:lnTo>
                  <a:lnTo>
                    <a:pt x="2015805" y="2767162"/>
                  </a:lnTo>
                  <a:lnTo>
                    <a:pt x="2015899" y="2767162"/>
                  </a:lnTo>
                  <a:lnTo>
                    <a:pt x="2015992" y="2767162"/>
                  </a:lnTo>
                  <a:lnTo>
                    <a:pt x="2016085" y="2767162"/>
                  </a:lnTo>
                  <a:lnTo>
                    <a:pt x="2016178" y="2767162"/>
                  </a:lnTo>
                  <a:lnTo>
                    <a:pt x="2016272" y="2767162"/>
                  </a:lnTo>
                  <a:lnTo>
                    <a:pt x="2016365" y="2767162"/>
                  </a:lnTo>
                  <a:lnTo>
                    <a:pt x="2016458" y="2767162"/>
                  </a:lnTo>
                  <a:lnTo>
                    <a:pt x="2016551" y="2767162"/>
                  </a:lnTo>
                  <a:lnTo>
                    <a:pt x="2016645" y="2767162"/>
                  </a:lnTo>
                  <a:lnTo>
                    <a:pt x="2016738" y="2767162"/>
                  </a:lnTo>
                  <a:lnTo>
                    <a:pt x="2016831" y="2767162"/>
                  </a:lnTo>
                  <a:lnTo>
                    <a:pt x="2016924" y="2767162"/>
                  </a:lnTo>
                  <a:lnTo>
                    <a:pt x="2017018" y="2767162"/>
                  </a:lnTo>
                  <a:lnTo>
                    <a:pt x="2017111" y="2767162"/>
                  </a:lnTo>
                  <a:lnTo>
                    <a:pt x="2017204" y="2767162"/>
                  </a:lnTo>
                  <a:lnTo>
                    <a:pt x="2017297" y="2767162"/>
                  </a:lnTo>
                  <a:lnTo>
                    <a:pt x="2017391" y="2767162"/>
                  </a:lnTo>
                  <a:lnTo>
                    <a:pt x="2017484" y="2767162"/>
                  </a:lnTo>
                  <a:lnTo>
                    <a:pt x="2017577" y="2767162"/>
                  </a:lnTo>
                  <a:lnTo>
                    <a:pt x="2017670" y="2767162"/>
                  </a:lnTo>
                  <a:lnTo>
                    <a:pt x="2017764" y="2767162"/>
                  </a:lnTo>
                  <a:lnTo>
                    <a:pt x="2017857" y="2767162"/>
                  </a:lnTo>
                  <a:lnTo>
                    <a:pt x="2017950" y="2767162"/>
                  </a:lnTo>
                  <a:lnTo>
                    <a:pt x="2018043" y="2767162"/>
                  </a:lnTo>
                  <a:lnTo>
                    <a:pt x="2018137" y="2767162"/>
                  </a:lnTo>
                  <a:lnTo>
                    <a:pt x="2018230" y="2767162"/>
                  </a:lnTo>
                  <a:lnTo>
                    <a:pt x="2018323" y="2767162"/>
                  </a:lnTo>
                  <a:lnTo>
                    <a:pt x="2018416" y="2767162"/>
                  </a:lnTo>
                  <a:lnTo>
                    <a:pt x="2018510" y="2767162"/>
                  </a:lnTo>
                  <a:lnTo>
                    <a:pt x="2018603" y="2767162"/>
                  </a:lnTo>
                  <a:lnTo>
                    <a:pt x="2018696" y="2767162"/>
                  </a:lnTo>
                  <a:lnTo>
                    <a:pt x="2018789" y="2767162"/>
                  </a:lnTo>
                  <a:lnTo>
                    <a:pt x="2018883" y="2767162"/>
                  </a:lnTo>
                  <a:lnTo>
                    <a:pt x="2018976" y="2767162"/>
                  </a:lnTo>
                  <a:lnTo>
                    <a:pt x="2019069" y="2767162"/>
                  </a:lnTo>
                  <a:lnTo>
                    <a:pt x="2019162" y="2767162"/>
                  </a:lnTo>
                  <a:lnTo>
                    <a:pt x="2019255" y="2767162"/>
                  </a:lnTo>
                  <a:lnTo>
                    <a:pt x="2019349" y="2767162"/>
                  </a:lnTo>
                  <a:lnTo>
                    <a:pt x="2019442" y="2767162"/>
                  </a:lnTo>
                  <a:lnTo>
                    <a:pt x="2019535" y="2767162"/>
                  </a:lnTo>
                  <a:lnTo>
                    <a:pt x="2019628" y="2767162"/>
                  </a:lnTo>
                  <a:lnTo>
                    <a:pt x="2019722" y="2767162"/>
                  </a:lnTo>
                  <a:lnTo>
                    <a:pt x="2019815" y="2767162"/>
                  </a:lnTo>
                  <a:lnTo>
                    <a:pt x="2019908" y="2767162"/>
                  </a:lnTo>
                  <a:lnTo>
                    <a:pt x="2020001" y="2767162"/>
                  </a:lnTo>
                  <a:lnTo>
                    <a:pt x="2020095" y="2767162"/>
                  </a:lnTo>
                  <a:lnTo>
                    <a:pt x="2020188" y="2767162"/>
                  </a:lnTo>
                  <a:lnTo>
                    <a:pt x="2020281" y="2767162"/>
                  </a:lnTo>
                  <a:lnTo>
                    <a:pt x="2020374" y="2767162"/>
                  </a:lnTo>
                  <a:lnTo>
                    <a:pt x="2020468" y="2767162"/>
                  </a:lnTo>
                  <a:lnTo>
                    <a:pt x="2020561" y="2767162"/>
                  </a:lnTo>
                  <a:lnTo>
                    <a:pt x="2020654" y="2767162"/>
                  </a:lnTo>
                  <a:lnTo>
                    <a:pt x="2020747" y="2767162"/>
                  </a:lnTo>
                  <a:lnTo>
                    <a:pt x="2020841" y="2767162"/>
                  </a:lnTo>
                  <a:lnTo>
                    <a:pt x="2020934" y="2767162"/>
                  </a:lnTo>
                  <a:lnTo>
                    <a:pt x="2021027" y="2767162"/>
                  </a:lnTo>
                  <a:lnTo>
                    <a:pt x="2021120" y="2767162"/>
                  </a:lnTo>
                  <a:lnTo>
                    <a:pt x="2021214" y="2767162"/>
                  </a:lnTo>
                  <a:lnTo>
                    <a:pt x="2021307" y="2767162"/>
                  </a:lnTo>
                  <a:lnTo>
                    <a:pt x="2021400" y="2767162"/>
                  </a:lnTo>
                  <a:lnTo>
                    <a:pt x="2021493" y="2767162"/>
                  </a:lnTo>
                  <a:lnTo>
                    <a:pt x="2021587" y="2767162"/>
                  </a:lnTo>
                  <a:lnTo>
                    <a:pt x="2021680" y="2767162"/>
                  </a:lnTo>
                  <a:lnTo>
                    <a:pt x="2021680" y="2757208"/>
                  </a:lnTo>
                  <a:lnTo>
                    <a:pt x="2021773" y="2757208"/>
                  </a:lnTo>
                  <a:lnTo>
                    <a:pt x="2021866" y="2757208"/>
                  </a:lnTo>
                  <a:lnTo>
                    <a:pt x="2021866" y="2747255"/>
                  </a:lnTo>
                  <a:lnTo>
                    <a:pt x="2021960" y="2747255"/>
                  </a:lnTo>
                  <a:lnTo>
                    <a:pt x="2022053" y="2747255"/>
                  </a:lnTo>
                  <a:lnTo>
                    <a:pt x="2022146" y="2747255"/>
                  </a:lnTo>
                  <a:lnTo>
                    <a:pt x="2022239" y="2747255"/>
                  </a:lnTo>
                  <a:lnTo>
                    <a:pt x="2022333" y="2747255"/>
                  </a:lnTo>
                  <a:lnTo>
                    <a:pt x="2022426" y="2747255"/>
                  </a:lnTo>
                  <a:lnTo>
                    <a:pt x="2022519" y="2747255"/>
                  </a:lnTo>
                  <a:lnTo>
                    <a:pt x="2022612" y="2747255"/>
                  </a:lnTo>
                  <a:lnTo>
                    <a:pt x="2022706" y="2747255"/>
                  </a:lnTo>
                  <a:lnTo>
                    <a:pt x="2022706" y="2737301"/>
                  </a:lnTo>
                  <a:lnTo>
                    <a:pt x="2022799" y="2737301"/>
                  </a:lnTo>
                  <a:lnTo>
                    <a:pt x="2022892" y="2737301"/>
                  </a:lnTo>
                  <a:lnTo>
                    <a:pt x="2022985" y="2737301"/>
                  </a:lnTo>
                  <a:lnTo>
                    <a:pt x="2023079" y="2737301"/>
                  </a:lnTo>
                  <a:lnTo>
                    <a:pt x="2023172" y="2737301"/>
                  </a:lnTo>
                  <a:lnTo>
                    <a:pt x="2023265" y="2737301"/>
                  </a:lnTo>
                  <a:lnTo>
                    <a:pt x="2023358" y="2737301"/>
                  </a:lnTo>
                  <a:lnTo>
                    <a:pt x="2023452" y="2737301"/>
                  </a:lnTo>
                  <a:lnTo>
                    <a:pt x="2023545" y="2737301"/>
                  </a:lnTo>
                  <a:lnTo>
                    <a:pt x="2023638" y="2737301"/>
                  </a:lnTo>
                  <a:lnTo>
                    <a:pt x="2023731" y="2737301"/>
                  </a:lnTo>
                  <a:lnTo>
                    <a:pt x="2023825" y="2737301"/>
                  </a:lnTo>
                  <a:lnTo>
                    <a:pt x="2023918" y="2737301"/>
                  </a:lnTo>
                  <a:lnTo>
                    <a:pt x="2024011" y="2737301"/>
                  </a:lnTo>
                  <a:lnTo>
                    <a:pt x="2024104" y="2737301"/>
                  </a:lnTo>
                  <a:lnTo>
                    <a:pt x="2024198" y="2737301"/>
                  </a:lnTo>
                  <a:lnTo>
                    <a:pt x="2024291" y="2737301"/>
                  </a:lnTo>
                  <a:lnTo>
                    <a:pt x="2024384" y="2737301"/>
                  </a:lnTo>
                  <a:lnTo>
                    <a:pt x="2024477" y="2737301"/>
                  </a:lnTo>
                  <a:lnTo>
                    <a:pt x="2024571" y="2737301"/>
                  </a:lnTo>
                  <a:lnTo>
                    <a:pt x="2024664" y="2737301"/>
                  </a:lnTo>
                  <a:lnTo>
                    <a:pt x="2024757" y="2737301"/>
                  </a:lnTo>
                  <a:lnTo>
                    <a:pt x="2024850" y="2737301"/>
                  </a:lnTo>
                  <a:lnTo>
                    <a:pt x="2024944" y="2737301"/>
                  </a:lnTo>
                  <a:lnTo>
                    <a:pt x="2025037" y="2737301"/>
                  </a:lnTo>
                  <a:lnTo>
                    <a:pt x="2025130" y="2737301"/>
                  </a:lnTo>
                  <a:lnTo>
                    <a:pt x="2025223" y="2737301"/>
                  </a:lnTo>
                  <a:lnTo>
                    <a:pt x="2025317" y="2737301"/>
                  </a:lnTo>
                  <a:lnTo>
                    <a:pt x="2025410" y="2737301"/>
                  </a:lnTo>
                  <a:lnTo>
                    <a:pt x="2025503" y="2737301"/>
                  </a:lnTo>
                  <a:lnTo>
                    <a:pt x="2025596" y="2737301"/>
                  </a:lnTo>
                  <a:lnTo>
                    <a:pt x="2025690" y="2737301"/>
                  </a:lnTo>
                  <a:lnTo>
                    <a:pt x="2025783" y="2737301"/>
                  </a:lnTo>
                  <a:lnTo>
                    <a:pt x="2025876" y="2737301"/>
                  </a:lnTo>
                  <a:lnTo>
                    <a:pt x="2025969" y="2737301"/>
                  </a:lnTo>
                  <a:lnTo>
                    <a:pt x="2026062" y="2737301"/>
                  </a:lnTo>
                  <a:lnTo>
                    <a:pt x="2026156" y="2737301"/>
                  </a:lnTo>
                  <a:lnTo>
                    <a:pt x="2026249" y="2737301"/>
                  </a:lnTo>
                  <a:lnTo>
                    <a:pt x="2026342" y="2737301"/>
                  </a:lnTo>
                  <a:lnTo>
                    <a:pt x="2026435" y="2737301"/>
                  </a:lnTo>
                  <a:lnTo>
                    <a:pt x="2026529" y="2737301"/>
                  </a:lnTo>
                  <a:lnTo>
                    <a:pt x="2026622" y="2737301"/>
                  </a:lnTo>
                  <a:lnTo>
                    <a:pt x="2026715" y="2737301"/>
                  </a:lnTo>
                  <a:lnTo>
                    <a:pt x="2026808" y="2737301"/>
                  </a:lnTo>
                  <a:lnTo>
                    <a:pt x="2026902" y="2737301"/>
                  </a:lnTo>
                  <a:lnTo>
                    <a:pt x="2026995" y="2737301"/>
                  </a:lnTo>
                  <a:lnTo>
                    <a:pt x="2027088" y="2737301"/>
                  </a:lnTo>
                  <a:lnTo>
                    <a:pt x="2027181" y="2737301"/>
                  </a:lnTo>
                  <a:lnTo>
                    <a:pt x="2027275" y="2737301"/>
                  </a:lnTo>
                  <a:lnTo>
                    <a:pt x="2027368" y="2737301"/>
                  </a:lnTo>
                  <a:lnTo>
                    <a:pt x="2027461" y="2737301"/>
                  </a:lnTo>
                  <a:lnTo>
                    <a:pt x="2027554" y="2737301"/>
                  </a:lnTo>
                  <a:lnTo>
                    <a:pt x="2027648" y="2737301"/>
                  </a:lnTo>
                  <a:lnTo>
                    <a:pt x="2027741" y="2737301"/>
                  </a:lnTo>
                  <a:lnTo>
                    <a:pt x="2027834" y="2737301"/>
                  </a:lnTo>
                  <a:lnTo>
                    <a:pt x="2027927" y="2737301"/>
                  </a:lnTo>
                  <a:lnTo>
                    <a:pt x="2028021" y="2737301"/>
                  </a:lnTo>
                  <a:lnTo>
                    <a:pt x="2028114" y="2737301"/>
                  </a:lnTo>
                  <a:lnTo>
                    <a:pt x="2028207" y="2737301"/>
                  </a:lnTo>
                  <a:lnTo>
                    <a:pt x="2028300" y="2737301"/>
                  </a:lnTo>
                  <a:lnTo>
                    <a:pt x="2028394" y="2737301"/>
                  </a:lnTo>
                  <a:lnTo>
                    <a:pt x="2028487" y="2737301"/>
                  </a:lnTo>
                  <a:lnTo>
                    <a:pt x="2028580" y="2737301"/>
                  </a:lnTo>
                  <a:lnTo>
                    <a:pt x="2028673" y="2737301"/>
                  </a:lnTo>
                  <a:lnTo>
                    <a:pt x="2028767" y="2737301"/>
                  </a:lnTo>
                  <a:lnTo>
                    <a:pt x="2028767" y="2727347"/>
                  </a:lnTo>
                  <a:lnTo>
                    <a:pt x="2028860" y="2727347"/>
                  </a:lnTo>
                  <a:lnTo>
                    <a:pt x="2028953" y="2727347"/>
                  </a:lnTo>
                  <a:lnTo>
                    <a:pt x="2029046" y="2727347"/>
                  </a:lnTo>
                  <a:lnTo>
                    <a:pt x="2029140" y="2727347"/>
                  </a:lnTo>
                  <a:lnTo>
                    <a:pt x="2029233" y="2727347"/>
                  </a:lnTo>
                  <a:lnTo>
                    <a:pt x="2029326" y="2727347"/>
                  </a:lnTo>
                  <a:lnTo>
                    <a:pt x="2029419" y="2727347"/>
                  </a:lnTo>
                  <a:lnTo>
                    <a:pt x="2029513" y="2727347"/>
                  </a:lnTo>
                  <a:lnTo>
                    <a:pt x="2029606" y="2727347"/>
                  </a:lnTo>
                  <a:lnTo>
                    <a:pt x="2029699" y="2727347"/>
                  </a:lnTo>
                  <a:lnTo>
                    <a:pt x="2029792" y="2727347"/>
                  </a:lnTo>
                  <a:lnTo>
                    <a:pt x="2029886" y="2727347"/>
                  </a:lnTo>
                  <a:lnTo>
                    <a:pt x="2029979" y="2727347"/>
                  </a:lnTo>
                  <a:lnTo>
                    <a:pt x="2030072" y="2727347"/>
                  </a:lnTo>
                  <a:lnTo>
                    <a:pt x="2030165" y="2727347"/>
                  </a:lnTo>
                  <a:lnTo>
                    <a:pt x="2030259" y="2727347"/>
                  </a:lnTo>
                  <a:lnTo>
                    <a:pt x="2030352" y="2727347"/>
                  </a:lnTo>
                  <a:lnTo>
                    <a:pt x="2030445" y="2727347"/>
                  </a:lnTo>
                  <a:lnTo>
                    <a:pt x="2030538" y="2727347"/>
                  </a:lnTo>
                  <a:lnTo>
                    <a:pt x="2030632" y="2727347"/>
                  </a:lnTo>
                  <a:lnTo>
                    <a:pt x="2030725" y="2727347"/>
                  </a:lnTo>
                  <a:lnTo>
                    <a:pt x="2030818" y="2727347"/>
                  </a:lnTo>
                  <a:lnTo>
                    <a:pt x="2030911" y="2727347"/>
                  </a:lnTo>
                  <a:lnTo>
                    <a:pt x="2031005" y="2727347"/>
                  </a:lnTo>
                  <a:lnTo>
                    <a:pt x="2031098" y="2727347"/>
                  </a:lnTo>
                  <a:lnTo>
                    <a:pt x="2031191" y="2727347"/>
                  </a:lnTo>
                  <a:lnTo>
                    <a:pt x="2031284" y="2727347"/>
                  </a:lnTo>
                  <a:lnTo>
                    <a:pt x="2031378" y="2727347"/>
                  </a:lnTo>
                  <a:lnTo>
                    <a:pt x="2031471" y="2727347"/>
                  </a:lnTo>
                  <a:lnTo>
                    <a:pt x="2031564" y="2727347"/>
                  </a:lnTo>
                  <a:lnTo>
                    <a:pt x="2031657" y="2727347"/>
                  </a:lnTo>
                  <a:lnTo>
                    <a:pt x="2031751" y="2727347"/>
                  </a:lnTo>
                  <a:lnTo>
                    <a:pt x="2031844" y="2727347"/>
                  </a:lnTo>
                  <a:lnTo>
                    <a:pt x="2031937" y="2727347"/>
                  </a:lnTo>
                  <a:lnTo>
                    <a:pt x="2032030" y="2727347"/>
                  </a:lnTo>
                  <a:lnTo>
                    <a:pt x="2032124" y="2727347"/>
                  </a:lnTo>
                  <a:lnTo>
                    <a:pt x="2032217" y="2727347"/>
                  </a:lnTo>
                  <a:lnTo>
                    <a:pt x="2032310" y="2727347"/>
                  </a:lnTo>
                  <a:lnTo>
                    <a:pt x="2032403" y="2727347"/>
                  </a:lnTo>
                  <a:lnTo>
                    <a:pt x="2032497" y="2727347"/>
                  </a:lnTo>
                  <a:lnTo>
                    <a:pt x="2032590" y="2727347"/>
                  </a:lnTo>
                  <a:lnTo>
                    <a:pt x="2032683" y="2727347"/>
                  </a:lnTo>
                  <a:lnTo>
                    <a:pt x="2032776" y="2727347"/>
                  </a:lnTo>
                  <a:lnTo>
                    <a:pt x="2032869" y="2727347"/>
                  </a:lnTo>
                  <a:lnTo>
                    <a:pt x="2032963" y="2727347"/>
                  </a:lnTo>
                  <a:lnTo>
                    <a:pt x="2033056" y="2727347"/>
                  </a:lnTo>
                  <a:lnTo>
                    <a:pt x="2033149" y="2727347"/>
                  </a:lnTo>
                  <a:lnTo>
                    <a:pt x="2033242" y="2727347"/>
                  </a:lnTo>
                  <a:lnTo>
                    <a:pt x="2033336" y="2727347"/>
                  </a:lnTo>
                  <a:lnTo>
                    <a:pt x="2033429" y="2727347"/>
                  </a:lnTo>
                  <a:lnTo>
                    <a:pt x="2033522" y="2727347"/>
                  </a:lnTo>
                  <a:lnTo>
                    <a:pt x="2033615" y="2727347"/>
                  </a:lnTo>
                  <a:lnTo>
                    <a:pt x="2033709" y="2727347"/>
                  </a:lnTo>
                  <a:lnTo>
                    <a:pt x="2033802" y="2727347"/>
                  </a:lnTo>
                  <a:lnTo>
                    <a:pt x="2033895" y="2727347"/>
                  </a:lnTo>
                  <a:lnTo>
                    <a:pt x="2033988" y="2727347"/>
                  </a:lnTo>
                  <a:lnTo>
                    <a:pt x="2034082" y="2727347"/>
                  </a:lnTo>
                  <a:lnTo>
                    <a:pt x="2034175" y="2727347"/>
                  </a:lnTo>
                  <a:lnTo>
                    <a:pt x="2034268" y="2727347"/>
                  </a:lnTo>
                  <a:lnTo>
                    <a:pt x="2034361" y="2727347"/>
                  </a:lnTo>
                  <a:lnTo>
                    <a:pt x="2034455" y="2727347"/>
                  </a:lnTo>
                  <a:lnTo>
                    <a:pt x="2034548" y="2727347"/>
                  </a:lnTo>
                  <a:lnTo>
                    <a:pt x="2034641" y="2727347"/>
                  </a:lnTo>
                  <a:lnTo>
                    <a:pt x="2034734" y="2727347"/>
                  </a:lnTo>
                  <a:lnTo>
                    <a:pt x="2034828" y="2727347"/>
                  </a:lnTo>
                  <a:lnTo>
                    <a:pt x="2034921" y="2727347"/>
                  </a:lnTo>
                  <a:lnTo>
                    <a:pt x="2035014" y="2727347"/>
                  </a:lnTo>
                  <a:lnTo>
                    <a:pt x="2035107" y="2727347"/>
                  </a:lnTo>
                  <a:lnTo>
                    <a:pt x="2035201" y="2727347"/>
                  </a:lnTo>
                  <a:lnTo>
                    <a:pt x="2035294" y="2727347"/>
                  </a:lnTo>
                  <a:lnTo>
                    <a:pt x="2035387" y="2727347"/>
                  </a:lnTo>
                  <a:lnTo>
                    <a:pt x="2035480" y="2727347"/>
                  </a:lnTo>
                  <a:lnTo>
                    <a:pt x="2035574" y="2727347"/>
                  </a:lnTo>
                  <a:lnTo>
                    <a:pt x="2035667" y="2727347"/>
                  </a:lnTo>
                  <a:lnTo>
                    <a:pt x="2035760" y="2727347"/>
                  </a:lnTo>
                  <a:lnTo>
                    <a:pt x="2035853" y="2727347"/>
                  </a:lnTo>
                  <a:lnTo>
                    <a:pt x="2035947" y="2727347"/>
                  </a:lnTo>
                  <a:lnTo>
                    <a:pt x="2036040" y="2727347"/>
                  </a:lnTo>
                  <a:lnTo>
                    <a:pt x="2036133" y="2727347"/>
                  </a:lnTo>
                  <a:lnTo>
                    <a:pt x="2036226" y="2727347"/>
                  </a:lnTo>
                  <a:lnTo>
                    <a:pt x="2036320" y="2727347"/>
                  </a:lnTo>
                  <a:lnTo>
                    <a:pt x="2036413" y="2727347"/>
                  </a:lnTo>
                  <a:lnTo>
                    <a:pt x="2036506" y="2727347"/>
                  </a:lnTo>
                  <a:lnTo>
                    <a:pt x="2036599" y="2727347"/>
                  </a:lnTo>
                  <a:lnTo>
                    <a:pt x="2036693" y="2727347"/>
                  </a:lnTo>
                  <a:lnTo>
                    <a:pt x="2036786" y="2727347"/>
                  </a:lnTo>
                  <a:lnTo>
                    <a:pt x="2036879" y="2727347"/>
                  </a:lnTo>
                  <a:lnTo>
                    <a:pt x="2036972" y="2727347"/>
                  </a:lnTo>
                  <a:lnTo>
                    <a:pt x="2037066" y="2727347"/>
                  </a:lnTo>
                  <a:lnTo>
                    <a:pt x="2037159" y="2727347"/>
                  </a:lnTo>
                  <a:lnTo>
                    <a:pt x="2037252" y="2727347"/>
                  </a:lnTo>
                  <a:lnTo>
                    <a:pt x="2037345" y="2727347"/>
                  </a:lnTo>
                  <a:lnTo>
                    <a:pt x="2037439" y="2727347"/>
                  </a:lnTo>
                  <a:lnTo>
                    <a:pt x="2037532" y="2727347"/>
                  </a:lnTo>
                  <a:lnTo>
                    <a:pt x="2037625" y="2727347"/>
                  </a:lnTo>
                  <a:lnTo>
                    <a:pt x="2037718" y="2727347"/>
                  </a:lnTo>
                  <a:lnTo>
                    <a:pt x="2037812" y="2727347"/>
                  </a:lnTo>
                  <a:lnTo>
                    <a:pt x="2037905" y="2727347"/>
                  </a:lnTo>
                  <a:lnTo>
                    <a:pt x="2037998" y="2727347"/>
                  </a:lnTo>
                  <a:lnTo>
                    <a:pt x="2038091" y="2727347"/>
                  </a:lnTo>
                  <a:lnTo>
                    <a:pt x="2038185" y="2727347"/>
                  </a:lnTo>
                  <a:lnTo>
                    <a:pt x="2038278" y="2727347"/>
                  </a:lnTo>
                  <a:lnTo>
                    <a:pt x="2038371" y="2727347"/>
                  </a:lnTo>
                  <a:lnTo>
                    <a:pt x="2038464" y="2727347"/>
                  </a:lnTo>
                  <a:lnTo>
                    <a:pt x="2038558" y="2727347"/>
                  </a:lnTo>
                  <a:lnTo>
                    <a:pt x="2038651" y="2727347"/>
                  </a:lnTo>
                  <a:lnTo>
                    <a:pt x="2038744" y="2727347"/>
                  </a:lnTo>
                  <a:lnTo>
                    <a:pt x="2038837" y="2727347"/>
                  </a:lnTo>
                  <a:lnTo>
                    <a:pt x="2038931" y="2727347"/>
                  </a:lnTo>
                  <a:lnTo>
                    <a:pt x="2039024" y="2727347"/>
                  </a:lnTo>
                  <a:lnTo>
                    <a:pt x="2039117" y="2727347"/>
                  </a:lnTo>
                  <a:lnTo>
                    <a:pt x="2039210" y="2727347"/>
                  </a:lnTo>
                  <a:lnTo>
                    <a:pt x="2039304" y="2727347"/>
                  </a:lnTo>
                  <a:lnTo>
                    <a:pt x="2039397" y="2727347"/>
                  </a:lnTo>
                  <a:lnTo>
                    <a:pt x="2039490" y="2727347"/>
                  </a:lnTo>
                  <a:lnTo>
                    <a:pt x="2039583" y="2727347"/>
                  </a:lnTo>
                  <a:lnTo>
                    <a:pt x="2039677" y="2727347"/>
                  </a:lnTo>
                  <a:lnTo>
                    <a:pt x="2039770" y="2727347"/>
                  </a:lnTo>
                  <a:lnTo>
                    <a:pt x="2039863" y="2727347"/>
                  </a:lnTo>
                  <a:lnTo>
                    <a:pt x="2039956" y="2727347"/>
                  </a:lnTo>
                  <a:lnTo>
                    <a:pt x="2040049" y="2727347"/>
                  </a:lnTo>
                  <a:lnTo>
                    <a:pt x="2040143" y="2727347"/>
                  </a:lnTo>
                  <a:lnTo>
                    <a:pt x="2040236" y="2727347"/>
                  </a:lnTo>
                  <a:lnTo>
                    <a:pt x="2040329" y="2727347"/>
                  </a:lnTo>
                  <a:lnTo>
                    <a:pt x="2040422" y="2727347"/>
                  </a:lnTo>
                  <a:lnTo>
                    <a:pt x="2040516" y="2727347"/>
                  </a:lnTo>
                  <a:lnTo>
                    <a:pt x="2040609" y="2727347"/>
                  </a:lnTo>
                  <a:lnTo>
                    <a:pt x="2040702" y="2727347"/>
                  </a:lnTo>
                  <a:lnTo>
                    <a:pt x="2040795" y="2727347"/>
                  </a:lnTo>
                  <a:lnTo>
                    <a:pt x="2040889" y="2727347"/>
                  </a:lnTo>
                  <a:lnTo>
                    <a:pt x="2040982" y="2727347"/>
                  </a:lnTo>
                  <a:lnTo>
                    <a:pt x="2041075" y="2727347"/>
                  </a:lnTo>
                  <a:lnTo>
                    <a:pt x="2041168" y="2727347"/>
                  </a:lnTo>
                  <a:lnTo>
                    <a:pt x="2041262" y="2727347"/>
                  </a:lnTo>
                  <a:lnTo>
                    <a:pt x="2041355" y="2727347"/>
                  </a:lnTo>
                  <a:lnTo>
                    <a:pt x="2041448" y="2727347"/>
                  </a:lnTo>
                  <a:lnTo>
                    <a:pt x="2041541" y="2727347"/>
                  </a:lnTo>
                  <a:lnTo>
                    <a:pt x="2041635" y="2727347"/>
                  </a:lnTo>
                  <a:lnTo>
                    <a:pt x="2041728" y="2727347"/>
                  </a:lnTo>
                  <a:lnTo>
                    <a:pt x="2041821" y="2727347"/>
                  </a:lnTo>
                  <a:lnTo>
                    <a:pt x="2041914" y="2727347"/>
                  </a:lnTo>
                  <a:lnTo>
                    <a:pt x="2042008" y="2727347"/>
                  </a:lnTo>
                  <a:lnTo>
                    <a:pt x="2042101" y="2727347"/>
                  </a:lnTo>
                  <a:lnTo>
                    <a:pt x="2042194" y="2727347"/>
                  </a:lnTo>
                  <a:lnTo>
                    <a:pt x="2042287" y="2727347"/>
                  </a:lnTo>
                  <a:lnTo>
                    <a:pt x="2042381" y="2727347"/>
                  </a:lnTo>
                  <a:lnTo>
                    <a:pt x="2042474" y="2727347"/>
                  </a:lnTo>
                  <a:lnTo>
                    <a:pt x="2042567" y="2727347"/>
                  </a:lnTo>
                  <a:lnTo>
                    <a:pt x="2042660" y="2727347"/>
                  </a:lnTo>
                  <a:lnTo>
                    <a:pt x="2042754" y="2727347"/>
                  </a:lnTo>
                  <a:lnTo>
                    <a:pt x="2042847" y="2727347"/>
                  </a:lnTo>
                  <a:lnTo>
                    <a:pt x="2042940" y="2727347"/>
                  </a:lnTo>
                  <a:lnTo>
                    <a:pt x="2043033" y="2727347"/>
                  </a:lnTo>
                  <a:lnTo>
                    <a:pt x="2043127" y="2727347"/>
                  </a:lnTo>
                  <a:lnTo>
                    <a:pt x="2043220" y="2727347"/>
                  </a:lnTo>
                  <a:lnTo>
                    <a:pt x="2043313" y="2727347"/>
                  </a:lnTo>
                  <a:lnTo>
                    <a:pt x="2043406" y="2727347"/>
                  </a:lnTo>
                  <a:lnTo>
                    <a:pt x="2043500" y="2727347"/>
                  </a:lnTo>
                  <a:lnTo>
                    <a:pt x="2043593" y="2727347"/>
                  </a:lnTo>
                  <a:lnTo>
                    <a:pt x="2043686" y="2727347"/>
                  </a:lnTo>
                  <a:lnTo>
                    <a:pt x="2043779" y="2727347"/>
                  </a:lnTo>
                  <a:lnTo>
                    <a:pt x="2043873" y="2727347"/>
                  </a:lnTo>
                  <a:lnTo>
                    <a:pt x="2043966" y="2727347"/>
                  </a:lnTo>
                  <a:lnTo>
                    <a:pt x="2044059" y="2727347"/>
                  </a:lnTo>
                  <a:lnTo>
                    <a:pt x="2044152" y="2727347"/>
                  </a:lnTo>
                  <a:lnTo>
                    <a:pt x="2044246" y="2727347"/>
                  </a:lnTo>
                  <a:lnTo>
                    <a:pt x="2044339" y="2727347"/>
                  </a:lnTo>
                  <a:lnTo>
                    <a:pt x="2044432" y="2727347"/>
                  </a:lnTo>
                  <a:lnTo>
                    <a:pt x="2044525" y="2727347"/>
                  </a:lnTo>
                  <a:lnTo>
                    <a:pt x="2044619" y="2727347"/>
                  </a:lnTo>
                  <a:lnTo>
                    <a:pt x="2044712" y="2727347"/>
                  </a:lnTo>
                  <a:lnTo>
                    <a:pt x="2044805" y="2727347"/>
                  </a:lnTo>
                  <a:lnTo>
                    <a:pt x="2044898" y="2727347"/>
                  </a:lnTo>
                  <a:lnTo>
                    <a:pt x="2044992" y="2727347"/>
                  </a:lnTo>
                  <a:lnTo>
                    <a:pt x="2045085" y="2727347"/>
                  </a:lnTo>
                  <a:lnTo>
                    <a:pt x="2045178" y="2727347"/>
                  </a:lnTo>
                  <a:lnTo>
                    <a:pt x="2045271" y="2727347"/>
                  </a:lnTo>
                  <a:lnTo>
                    <a:pt x="2045365" y="2727347"/>
                  </a:lnTo>
                  <a:lnTo>
                    <a:pt x="2045458" y="2727347"/>
                  </a:lnTo>
                  <a:lnTo>
                    <a:pt x="2045551" y="2727347"/>
                  </a:lnTo>
                  <a:lnTo>
                    <a:pt x="2045644" y="2727347"/>
                  </a:lnTo>
                  <a:lnTo>
                    <a:pt x="2045738" y="2727347"/>
                  </a:lnTo>
                  <a:lnTo>
                    <a:pt x="2045831" y="2727347"/>
                  </a:lnTo>
                  <a:lnTo>
                    <a:pt x="2045924" y="2727347"/>
                  </a:lnTo>
                  <a:lnTo>
                    <a:pt x="2046017" y="2727347"/>
                  </a:lnTo>
                  <a:lnTo>
                    <a:pt x="2046111" y="2727347"/>
                  </a:lnTo>
                  <a:lnTo>
                    <a:pt x="2046204" y="2727347"/>
                  </a:lnTo>
                  <a:lnTo>
                    <a:pt x="2046297" y="2727347"/>
                  </a:lnTo>
                  <a:lnTo>
                    <a:pt x="2046390" y="2727347"/>
                  </a:lnTo>
                  <a:lnTo>
                    <a:pt x="2046484" y="2727347"/>
                  </a:lnTo>
                  <a:lnTo>
                    <a:pt x="2046577" y="2727347"/>
                  </a:lnTo>
                  <a:lnTo>
                    <a:pt x="2046670" y="2727347"/>
                  </a:lnTo>
                  <a:lnTo>
                    <a:pt x="2046763" y="2727347"/>
                  </a:lnTo>
                  <a:lnTo>
                    <a:pt x="2046856" y="2727347"/>
                  </a:lnTo>
                  <a:lnTo>
                    <a:pt x="2046950" y="2727347"/>
                  </a:lnTo>
                  <a:lnTo>
                    <a:pt x="2047043" y="2727347"/>
                  </a:lnTo>
                  <a:lnTo>
                    <a:pt x="2047136" y="2727347"/>
                  </a:lnTo>
                  <a:lnTo>
                    <a:pt x="2047229" y="2727347"/>
                  </a:lnTo>
                  <a:lnTo>
                    <a:pt x="2047323" y="2727347"/>
                  </a:lnTo>
                  <a:lnTo>
                    <a:pt x="2047416" y="2727347"/>
                  </a:lnTo>
                  <a:lnTo>
                    <a:pt x="2047509" y="2727347"/>
                  </a:lnTo>
                  <a:lnTo>
                    <a:pt x="2047602" y="2727347"/>
                  </a:lnTo>
                  <a:lnTo>
                    <a:pt x="2047696" y="2727347"/>
                  </a:lnTo>
                  <a:lnTo>
                    <a:pt x="2047789" y="2727347"/>
                  </a:lnTo>
                  <a:lnTo>
                    <a:pt x="2047882" y="2727347"/>
                  </a:lnTo>
                  <a:lnTo>
                    <a:pt x="2047975" y="2727347"/>
                  </a:lnTo>
                  <a:lnTo>
                    <a:pt x="2048069" y="2727347"/>
                  </a:lnTo>
                  <a:lnTo>
                    <a:pt x="2048162" y="2727347"/>
                  </a:lnTo>
                  <a:lnTo>
                    <a:pt x="2048255" y="2727347"/>
                  </a:lnTo>
                  <a:lnTo>
                    <a:pt x="2048348" y="2727347"/>
                  </a:lnTo>
                  <a:lnTo>
                    <a:pt x="2048442" y="2727347"/>
                  </a:lnTo>
                  <a:lnTo>
                    <a:pt x="2048535" y="2727347"/>
                  </a:lnTo>
                  <a:lnTo>
                    <a:pt x="2048628" y="2727347"/>
                  </a:lnTo>
                  <a:lnTo>
                    <a:pt x="2048721" y="2727347"/>
                  </a:lnTo>
                  <a:lnTo>
                    <a:pt x="2048815" y="2727347"/>
                  </a:lnTo>
                  <a:lnTo>
                    <a:pt x="2048908" y="2727347"/>
                  </a:lnTo>
                  <a:lnTo>
                    <a:pt x="2049001" y="2727347"/>
                  </a:lnTo>
                  <a:lnTo>
                    <a:pt x="2049094" y="2727347"/>
                  </a:lnTo>
                  <a:lnTo>
                    <a:pt x="2049188" y="2727347"/>
                  </a:lnTo>
                  <a:lnTo>
                    <a:pt x="2049281" y="2727347"/>
                  </a:lnTo>
                  <a:lnTo>
                    <a:pt x="2049374" y="2727347"/>
                  </a:lnTo>
                  <a:lnTo>
                    <a:pt x="2049467" y="2727347"/>
                  </a:lnTo>
                  <a:lnTo>
                    <a:pt x="2049561" y="2727347"/>
                  </a:lnTo>
                  <a:lnTo>
                    <a:pt x="2049654" y="2727347"/>
                  </a:lnTo>
                  <a:lnTo>
                    <a:pt x="2049747" y="2727347"/>
                  </a:lnTo>
                  <a:lnTo>
                    <a:pt x="2049840" y="2727347"/>
                  </a:lnTo>
                  <a:lnTo>
                    <a:pt x="2049934" y="2727347"/>
                  </a:lnTo>
                  <a:lnTo>
                    <a:pt x="2050027" y="2727347"/>
                  </a:lnTo>
                  <a:lnTo>
                    <a:pt x="2050120" y="2727347"/>
                  </a:lnTo>
                  <a:lnTo>
                    <a:pt x="2050213" y="2727347"/>
                  </a:lnTo>
                  <a:lnTo>
                    <a:pt x="2050307" y="2727347"/>
                  </a:lnTo>
                  <a:lnTo>
                    <a:pt x="2050400" y="2727347"/>
                  </a:lnTo>
                  <a:lnTo>
                    <a:pt x="2050493" y="2727347"/>
                  </a:lnTo>
                  <a:lnTo>
                    <a:pt x="2050586" y="2727347"/>
                  </a:lnTo>
                  <a:lnTo>
                    <a:pt x="2050680" y="2727347"/>
                  </a:lnTo>
                  <a:lnTo>
                    <a:pt x="2050773" y="2727347"/>
                  </a:lnTo>
                  <a:lnTo>
                    <a:pt x="2050866" y="2727347"/>
                  </a:lnTo>
                  <a:lnTo>
                    <a:pt x="2050959" y="2727347"/>
                  </a:lnTo>
                  <a:lnTo>
                    <a:pt x="2051053" y="2727347"/>
                  </a:lnTo>
                  <a:lnTo>
                    <a:pt x="2051146" y="2727347"/>
                  </a:lnTo>
                  <a:lnTo>
                    <a:pt x="2051239" y="2727347"/>
                  </a:lnTo>
                  <a:lnTo>
                    <a:pt x="2051332" y="2727347"/>
                  </a:lnTo>
                  <a:lnTo>
                    <a:pt x="2051426" y="2727347"/>
                  </a:lnTo>
                  <a:lnTo>
                    <a:pt x="2051519" y="2727347"/>
                  </a:lnTo>
                  <a:lnTo>
                    <a:pt x="2051612" y="2727347"/>
                  </a:lnTo>
                  <a:lnTo>
                    <a:pt x="2051705" y="2727347"/>
                  </a:lnTo>
                  <a:lnTo>
                    <a:pt x="2051799" y="2727347"/>
                  </a:lnTo>
                  <a:lnTo>
                    <a:pt x="2051892" y="2727347"/>
                  </a:lnTo>
                  <a:lnTo>
                    <a:pt x="2051985" y="2727347"/>
                  </a:lnTo>
                  <a:lnTo>
                    <a:pt x="2052078" y="2727347"/>
                  </a:lnTo>
                  <a:lnTo>
                    <a:pt x="2052172" y="2727347"/>
                  </a:lnTo>
                  <a:lnTo>
                    <a:pt x="2052265" y="2727347"/>
                  </a:lnTo>
                  <a:lnTo>
                    <a:pt x="2052358" y="2727347"/>
                  </a:lnTo>
                  <a:lnTo>
                    <a:pt x="2052451" y="2727347"/>
                  </a:lnTo>
                  <a:lnTo>
                    <a:pt x="2052545" y="2727347"/>
                  </a:lnTo>
                  <a:lnTo>
                    <a:pt x="2052638" y="2727347"/>
                  </a:lnTo>
                  <a:lnTo>
                    <a:pt x="2052731" y="2727347"/>
                  </a:lnTo>
                  <a:lnTo>
                    <a:pt x="2052824" y="2727347"/>
                  </a:lnTo>
                  <a:lnTo>
                    <a:pt x="2052918" y="2727347"/>
                  </a:lnTo>
                  <a:lnTo>
                    <a:pt x="2053011" y="2727347"/>
                  </a:lnTo>
                  <a:lnTo>
                    <a:pt x="2053104" y="2727347"/>
                  </a:lnTo>
                  <a:lnTo>
                    <a:pt x="2053197" y="2727347"/>
                  </a:lnTo>
                  <a:lnTo>
                    <a:pt x="2053291" y="2727347"/>
                  </a:lnTo>
                  <a:lnTo>
                    <a:pt x="2053384" y="2727347"/>
                  </a:lnTo>
                  <a:lnTo>
                    <a:pt x="2053477" y="2727347"/>
                  </a:lnTo>
                  <a:lnTo>
                    <a:pt x="2053477" y="2717393"/>
                  </a:lnTo>
                  <a:lnTo>
                    <a:pt x="2053570" y="2717393"/>
                  </a:lnTo>
                  <a:lnTo>
                    <a:pt x="2053663" y="2717393"/>
                  </a:lnTo>
                  <a:lnTo>
                    <a:pt x="2053757" y="2717393"/>
                  </a:lnTo>
                  <a:lnTo>
                    <a:pt x="2053850" y="2717393"/>
                  </a:lnTo>
                  <a:lnTo>
                    <a:pt x="2053943" y="2717393"/>
                  </a:lnTo>
                  <a:lnTo>
                    <a:pt x="2053943" y="2707439"/>
                  </a:lnTo>
                  <a:lnTo>
                    <a:pt x="2054036" y="2707439"/>
                  </a:lnTo>
                  <a:lnTo>
                    <a:pt x="2054130" y="2707439"/>
                  </a:lnTo>
                  <a:lnTo>
                    <a:pt x="2054223" y="2707439"/>
                  </a:lnTo>
                  <a:lnTo>
                    <a:pt x="2054316" y="2707439"/>
                  </a:lnTo>
                  <a:lnTo>
                    <a:pt x="2054409" y="2707439"/>
                  </a:lnTo>
                  <a:lnTo>
                    <a:pt x="2054503" y="2707439"/>
                  </a:lnTo>
                  <a:lnTo>
                    <a:pt x="2054596" y="2707439"/>
                  </a:lnTo>
                  <a:lnTo>
                    <a:pt x="2054689" y="2707439"/>
                  </a:lnTo>
                  <a:lnTo>
                    <a:pt x="2054782" y="2707439"/>
                  </a:lnTo>
                  <a:lnTo>
                    <a:pt x="2054876" y="2707439"/>
                  </a:lnTo>
                  <a:lnTo>
                    <a:pt x="2054969" y="2707439"/>
                  </a:lnTo>
                  <a:lnTo>
                    <a:pt x="2055062" y="2707439"/>
                  </a:lnTo>
                  <a:lnTo>
                    <a:pt x="2055155" y="2707439"/>
                  </a:lnTo>
                  <a:lnTo>
                    <a:pt x="2055249" y="2707439"/>
                  </a:lnTo>
                  <a:lnTo>
                    <a:pt x="2055342" y="2707439"/>
                  </a:lnTo>
                  <a:lnTo>
                    <a:pt x="2055435" y="2707439"/>
                  </a:lnTo>
                  <a:lnTo>
                    <a:pt x="2055528" y="2707439"/>
                  </a:lnTo>
                  <a:lnTo>
                    <a:pt x="2055622" y="2707439"/>
                  </a:lnTo>
                  <a:lnTo>
                    <a:pt x="2055715" y="2707439"/>
                  </a:lnTo>
                  <a:lnTo>
                    <a:pt x="2055808" y="2707439"/>
                  </a:lnTo>
                  <a:lnTo>
                    <a:pt x="2055901" y="2707439"/>
                  </a:lnTo>
                  <a:lnTo>
                    <a:pt x="2055995" y="2707439"/>
                  </a:lnTo>
                  <a:lnTo>
                    <a:pt x="2056088" y="2707439"/>
                  </a:lnTo>
                  <a:lnTo>
                    <a:pt x="2056181" y="2707439"/>
                  </a:lnTo>
                  <a:lnTo>
                    <a:pt x="2056274" y="2707439"/>
                  </a:lnTo>
                  <a:lnTo>
                    <a:pt x="2056368" y="2707439"/>
                  </a:lnTo>
                  <a:lnTo>
                    <a:pt x="2056461" y="2707439"/>
                  </a:lnTo>
                  <a:lnTo>
                    <a:pt x="2056554" y="2707439"/>
                  </a:lnTo>
                  <a:lnTo>
                    <a:pt x="2056647" y="2707439"/>
                  </a:lnTo>
                  <a:lnTo>
                    <a:pt x="2056741" y="2707439"/>
                  </a:lnTo>
                  <a:lnTo>
                    <a:pt x="2056834" y="2707439"/>
                  </a:lnTo>
                  <a:lnTo>
                    <a:pt x="2056927" y="2707439"/>
                  </a:lnTo>
                  <a:lnTo>
                    <a:pt x="2057020" y="2707439"/>
                  </a:lnTo>
                  <a:lnTo>
                    <a:pt x="2057114" y="2707439"/>
                  </a:lnTo>
                  <a:lnTo>
                    <a:pt x="2057207" y="2707439"/>
                  </a:lnTo>
                  <a:lnTo>
                    <a:pt x="2057300" y="2707439"/>
                  </a:lnTo>
                  <a:lnTo>
                    <a:pt x="2057393" y="2707439"/>
                  </a:lnTo>
                  <a:lnTo>
                    <a:pt x="2057487" y="2707439"/>
                  </a:lnTo>
                  <a:lnTo>
                    <a:pt x="2057580" y="2707439"/>
                  </a:lnTo>
                  <a:lnTo>
                    <a:pt x="2057673" y="2707439"/>
                  </a:lnTo>
                  <a:lnTo>
                    <a:pt x="2057766" y="2707439"/>
                  </a:lnTo>
                  <a:lnTo>
                    <a:pt x="2057860" y="2707439"/>
                  </a:lnTo>
                  <a:lnTo>
                    <a:pt x="2057953" y="2707439"/>
                  </a:lnTo>
                  <a:lnTo>
                    <a:pt x="2058046" y="2707439"/>
                  </a:lnTo>
                  <a:lnTo>
                    <a:pt x="2058139" y="2707439"/>
                  </a:lnTo>
                  <a:lnTo>
                    <a:pt x="2058233" y="2707439"/>
                  </a:lnTo>
                  <a:lnTo>
                    <a:pt x="2058326" y="2707439"/>
                  </a:lnTo>
                  <a:lnTo>
                    <a:pt x="2058419" y="2707439"/>
                  </a:lnTo>
                  <a:lnTo>
                    <a:pt x="2058512" y="2707439"/>
                  </a:lnTo>
                  <a:lnTo>
                    <a:pt x="2058606" y="2707439"/>
                  </a:lnTo>
                  <a:lnTo>
                    <a:pt x="2058699" y="2707439"/>
                  </a:lnTo>
                  <a:lnTo>
                    <a:pt x="2058792" y="2707439"/>
                  </a:lnTo>
                  <a:lnTo>
                    <a:pt x="2058885" y="2707439"/>
                  </a:lnTo>
                  <a:lnTo>
                    <a:pt x="2058979" y="2707439"/>
                  </a:lnTo>
                  <a:lnTo>
                    <a:pt x="2059072" y="2707439"/>
                  </a:lnTo>
                  <a:lnTo>
                    <a:pt x="2059165" y="2707439"/>
                  </a:lnTo>
                  <a:lnTo>
                    <a:pt x="2059258" y="2707439"/>
                  </a:lnTo>
                  <a:lnTo>
                    <a:pt x="2059352" y="2707439"/>
                  </a:lnTo>
                  <a:lnTo>
                    <a:pt x="2059445" y="2707439"/>
                  </a:lnTo>
                  <a:lnTo>
                    <a:pt x="2059538" y="2707439"/>
                  </a:lnTo>
                  <a:lnTo>
                    <a:pt x="2059631" y="2707439"/>
                  </a:lnTo>
                  <a:lnTo>
                    <a:pt x="2059725" y="2707439"/>
                  </a:lnTo>
                  <a:lnTo>
                    <a:pt x="2059818" y="2707439"/>
                  </a:lnTo>
                  <a:lnTo>
                    <a:pt x="2059911" y="2707439"/>
                  </a:lnTo>
                  <a:lnTo>
                    <a:pt x="2060004" y="2707439"/>
                  </a:lnTo>
                  <a:lnTo>
                    <a:pt x="2060098" y="2707439"/>
                  </a:lnTo>
                  <a:lnTo>
                    <a:pt x="2060191" y="2707439"/>
                  </a:lnTo>
                  <a:lnTo>
                    <a:pt x="2060284" y="2707439"/>
                  </a:lnTo>
                  <a:lnTo>
                    <a:pt x="2060377" y="2707439"/>
                  </a:lnTo>
                  <a:lnTo>
                    <a:pt x="2060471" y="2707439"/>
                  </a:lnTo>
                  <a:lnTo>
                    <a:pt x="2060564" y="2707439"/>
                  </a:lnTo>
                  <a:lnTo>
                    <a:pt x="2060657" y="2707439"/>
                  </a:lnTo>
                  <a:lnTo>
                    <a:pt x="2060750" y="2707439"/>
                  </a:lnTo>
                  <a:lnTo>
                    <a:pt x="2060843" y="2707439"/>
                  </a:lnTo>
                  <a:lnTo>
                    <a:pt x="2060937" y="2707439"/>
                  </a:lnTo>
                  <a:lnTo>
                    <a:pt x="2061030" y="2707439"/>
                  </a:lnTo>
                  <a:lnTo>
                    <a:pt x="2061123" y="2707439"/>
                  </a:lnTo>
                  <a:lnTo>
                    <a:pt x="2061216" y="2707439"/>
                  </a:lnTo>
                  <a:lnTo>
                    <a:pt x="2061310" y="2707439"/>
                  </a:lnTo>
                  <a:lnTo>
                    <a:pt x="2061403" y="2707439"/>
                  </a:lnTo>
                  <a:lnTo>
                    <a:pt x="2061496" y="2707439"/>
                  </a:lnTo>
                  <a:lnTo>
                    <a:pt x="2061589" y="2707439"/>
                  </a:lnTo>
                  <a:lnTo>
                    <a:pt x="2061683" y="2707439"/>
                  </a:lnTo>
                  <a:lnTo>
                    <a:pt x="2061776" y="2707439"/>
                  </a:lnTo>
                  <a:lnTo>
                    <a:pt x="2061869" y="2707439"/>
                  </a:lnTo>
                  <a:lnTo>
                    <a:pt x="2061962" y="2707439"/>
                  </a:lnTo>
                  <a:lnTo>
                    <a:pt x="2062056" y="2707439"/>
                  </a:lnTo>
                  <a:lnTo>
                    <a:pt x="2062149" y="2707439"/>
                  </a:lnTo>
                  <a:lnTo>
                    <a:pt x="2062242" y="2707439"/>
                  </a:lnTo>
                  <a:lnTo>
                    <a:pt x="2062335" y="2707439"/>
                  </a:lnTo>
                  <a:lnTo>
                    <a:pt x="2062429" y="2707439"/>
                  </a:lnTo>
                  <a:lnTo>
                    <a:pt x="2062522" y="2707439"/>
                  </a:lnTo>
                  <a:lnTo>
                    <a:pt x="2062615" y="2707439"/>
                  </a:lnTo>
                  <a:lnTo>
                    <a:pt x="2062708" y="2707439"/>
                  </a:lnTo>
                  <a:lnTo>
                    <a:pt x="2062802" y="2707439"/>
                  </a:lnTo>
                  <a:lnTo>
                    <a:pt x="2062895" y="2707439"/>
                  </a:lnTo>
                  <a:lnTo>
                    <a:pt x="2062988" y="2707439"/>
                  </a:lnTo>
                  <a:lnTo>
                    <a:pt x="2063081" y="2707439"/>
                  </a:lnTo>
                  <a:lnTo>
                    <a:pt x="2063175" y="2707439"/>
                  </a:lnTo>
                  <a:lnTo>
                    <a:pt x="2063268" y="2707439"/>
                  </a:lnTo>
                  <a:lnTo>
                    <a:pt x="2063361" y="2707439"/>
                  </a:lnTo>
                  <a:lnTo>
                    <a:pt x="2063454" y="2707439"/>
                  </a:lnTo>
                  <a:lnTo>
                    <a:pt x="2063548" y="2707439"/>
                  </a:lnTo>
                  <a:lnTo>
                    <a:pt x="2063641" y="2707439"/>
                  </a:lnTo>
                  <a:lnTo>
                    <a:pt x="2063734" y="2707439"/>
                  </a:lnTo>
                  <a:lnTo>
                    <a:pt x="2063827" y="2707439"/>
                  </a:lnTo>
                  <a:lnTo>
                    <a:pt x="2063921" y="2707439"/>
                  </a:lnTo>
                  <a:lnTo>
                    <a:pt x="2064014" y="2707439"/>
                  </a:lnTo>
                  <a:lnTo>
                    <a:pt x="2064107" y="2707439"/>
                  </a:lnTo>
                  <a:lnTo>
                    <a:pt x="2064200" y="2707439"/>
                  </a:lnTo>
                  <a:lnTo>
                    <a:pt x="2064294" y="2707439"/>
                  </a:lnTo>
                  <a:lnTo>
                    <a:pt x="2064387" y="2707439"/>
                  </a:lnTo>
                  <a:lnTo>
                    <a:pt x="2064480" y="2707439"/>
                  </a:lnTo>
                  <a:lnTo>
                    <a:pt x="2064573" y="2707439"/>
                  </a:lnTo>
                  <a:lnTo>
                    <a:pt x="2064667" y="2707439"/>
                  </a:lnTo>
                  <a:lnTo>
                    <a:pt x="2064760" y="2707439"/>
                  </a:lnTo>
                  <a:lnTo>
                    <a:pt x="2064853" y="2707439"/>
                  </a:lnTo>
                  <a:lnTo>
                    <a:pt x="2064946" y="2707439"/>
                  </a:lnTo>
                  <a:lnTo>
                    <a:pt x="2065040" y="2707439"/>
                  </a:lnTo>
                  <a:lnTo>
                    <a:pt x="2065133" y="2707439"/>
                  </a:lnTo>
                  <a:lnTo>
                    <a:pt x="2065226" y="2707439"/>
                  </a:lnTo>
                  <a:lnTo>
                    <a:pt x="2065319" y="2707439"/>
                  </a:lnTo>
                  <a:lnTo>
                    <a:pt x="2065413" y="2707439"/>
                  </a:lnTo>
                  <a:lnTo>
                    <a:pt x="2065506" y="2707439"/>
                  </a:lnTo>
                  <a:lnTo>
                    <a:pt x="2065599" y="2707439"/>
                  </a:lnTo>
                  <a:lnTo>
                    <a:pt x="2065692" y="2707439"/>
                  </a:lnTo>
                  <a:lnTo>
                    <a:pt x="2065786" y="2707439"/>
                  </a:lnTo>
                  <a:lnTo>
                    <a:pt x="2065879" y="2707439"/>
                  </a:lnTo>
                  <a:lnTo>
                    <a:pt x="2065972" y="2707439"/>
                  </a:lnTo>
                  <a:lnTo>
                    <a:pt x="2066065" y="2707439"/>
                  </a:lnTo>
                  <a:lnTo>
                    <a:pt x="2066159" y="2707439"/>
                  </a:lnTo>
                  <a:lnTo>
                    <a:pt x="2066252" y="2707439"/>
                  </a:lnTo>
                  <a:lnTo>
                    <a:pt x="2066345" y="2707439"/>
                  </a:lnTo>
                  <a:lnTo>
                    <a:pt x="2066438" y="2707439"/>
                  </a:lnTo>
                  <a:lnTo>
                    <a:pt x="2066438" y="2697485"/>
                  </a:lnTo>
                  <a:lnTo>
                    <a:pt x="2066532" y="2697485"/>
                  </a:lnTo>
                  <a:lnTo>
                    <a:pt x="2066625" y="2697485"/>
                  </a:lnTo>
                  <a:lnTo>
                    <a:pt x="2066718" y="2697485"/>
                  </a:lnTo>
                  <a:lnTo>
                    <a:pt x="2066811" y="2697485"/>
                  </a:lnTo>
                  <a:lnTo>
                    <a:pt x="2066905" y="2697485"/>
                  </a:lnTo>
                  <a:lnTo>
                    <a:pt x="2066998" y="2697485"/>
                  </a:lnTo>
                  <a:lnTo>
                    <a:pt x="2067091" y="2697485"/>
                  </a:lnTo>
                  <a:lnTo>
                    <a:pt x="2067184" y="2697485"/>
                  </a:lnTo>
                  <a:lnTo>
                    <a:pt x="2067278" y="2697485"/>
                  </a:lnTo>
                  <a:lnTo>
                    <a:pt x="2067371" y="2697485"/>
                  </a:lnTo>
                  <a:lnTo>
                    <a:pt x="2067464" y="2697485"/>
                  </a:lnTo>
                  <a:lnTo>
                    <a:pt x="2067557" y="2697485"/>
                  </a:lnTo>
                  <a:lnTo>
                    <a:pt x="2067650" y="2697485"/>
                  </a:lnTo>
                  <a:lnTo>
                    <a:pt x="2067744" y="2697485"/>
                  </a:lnTo>
                  <a:lnTo>
                    <a:pt x="2067837" y="2697485"/>
                  </a:lnTo>
                  <a:lnTo>
                    <a:pt x="2067930" y="2697485"/>
                  </a:lnTo>
                  <a:lnTo>
                    <a:pt x="2068023" y="2697485"/>
                  </a:lnTo>
                  <a:lnTo>
                    <a:pt x="2068117" y="2697485"/>
                  </a:lnTo>
                  <a:lnTo>
                    <a:pt x="2068210" y="2697485"/>
                  </a:lnTo>
                  <a:lnTo>
                    <a:pt x="2068303" y="2697485"/>
                  </a:lnTo>
                  <a:lnTo>
                    <a:pt x="2068396" y="2697485"/>
                  </a:lnTo>
                  <a:lnTo>
                    <a:pt x="2068490" y="2697485"/>
                  </a:lnTo>
                  <a:lnTo>
                    <a:pt x="2068583" y="2697485"/>
                  </a:lnTo>
                  <a:lnTo>
                    <a:pt x="2068676" y="2697485"/>
                  </a:lnTo>
                  <a:lnTo>
                    <a:pt x="2068769" y="2697485"/>
                  </a:lnTo>
                  <a:lnTo>
                    <a:pt x="2068863" y="2697485"/>
                  </a:lnTo>
                  <a:lnTo>
                    <a:pt x="2068956" y="2697485"/>
                  </a:lnTo>
                  <a:lnTo>
                    <a:pt x="2069049" y="2697485"/>
                  </a:lnTo>
                  <a:lnTo>
                    <a:pt x="2069142" y="2697485"/>
                  </a:lnTo>
                  <a:lnTo>
                    <a:pt x="2069236" y="2697485"/>
                  </a:lnTo>
                  <a:lnTo>
                    <a:pt x="2069329" y="2697485"/>
                  </a:lnTo>
                  <a:lnTo>
                    <a:pt x="2069422" y="2697485"/>
                  </a:lnTo>
                  <a:lnTo>
                    <a:pt x="2069515" y="2697485"/>
                  </a:lnTo>
                  <a:lnTo>
                    <a:pt x="2069609" y="2697485"/>
                  </a:lnTo>
                  <a:lnTo>
                    <a:pt x="2069702" y="2697485"/>
                  </a:lnTo>
                  <a:lnTo>
                    <a:pt x="2069795" y="2697485"/>
                  </a:lnTo>
                  <a:lnTo>
                    <a:pt x="2069888" y="2697485"/>
                  </a:lnTo>
                  <a:lnTo>
                    <a:pt x="2069982" y="2697485"/>
                  </a:lnTo>
                  <a:lnTo>
                    <a:pt x="2070075" y="2697485"/>
                  </a:lnTo>
                  <a:lnTo>
                    <a:pt x="2070168" y="2697485"/>
                  </a:lnTo>
                  <a:lnTo>
                    <a:pt x="2070261" y="2697485"/>
                  </a:lnTo>
                  <a:lnTo>
                    <a:pt x="2070355" y="2697485"/>
                  </a:lnTo>
                  <a:lnTo>
                    <a:pt x="2070448" y="2697485"/>
                  </a:lnTo>
                  <a:lnTo>
                    <a:pt x="2070541" y="2697485"/>
                  </a:lnTo>
                  <a:lnTo>
                    <a:pt x="2070634" y="2697485"/>
                  </a:lnTo>
                  <a:lnTo>
                    <a:pt x="2070728" y="2697485"/>
                  </a:lnTo>
                  <a:lnTo>
                    <a:pt x="2070821" y="2697485"/>
                  </a:lnTo>
                  <a:lnTo>
                    <a:pt x="2070914" y="2697485"/>
                  </a:lnTo>
                  <a:lnTo>
                    <a:pt x="2071007" y="2697485"/>
                  </a:lnTo>
                  <a:lnTo>
                    <a:pt x="2071101" y="2697485"/>
                  </a:lnTo>
                  <a:lnTo>
                    <a:pt x="2071194" y="2697485"/>
                  </a:lnTo>
                  <a:lnTo>
                    <a:pt x="2071287" y="2697485"/>
                  </a:lnTo>
                  <a:lnTo>
                    <a:pt x="2071380" y="2697485"/>
                  </a:lnTo>
                  <a:lnTo>
                    <a:pt x="2071474" y="2697485"/>
                  </a:lnTo>
                  <a:lnTo>
                    <a:pt x="2071567" y="2697485"/>
                  </a:lnTo>
                  <a:lnTo>
                    <a:pt x="2071660" y="2697485"/>
                  </a:lnTo>
                  <a:lnTo>
                    <a:pt x="2071753" y="2697485"/>
                  </a:lnTo>
                  <a:lnTo>
                    <a:pt x="2071847" y="2697485"/>
                  </a:lnTo>
                  <a:lnTo>
                    <a:pt x="2071940" y="2697485"/>
                  </a:lnTo>
                  <a:lnTo>
                    <a:pt x="2072033" y="2697485"/>
                  </a:lnTo>
                  <a:lnTo>
                    <a:pt x="2072126" y="2697485"/>
                  </a:lnTo>
                  <a:lnTo>
                    <a:pt x="2072220" y="2697485"/>
                  </a:lnTo>
                  <a:lnTo>
                    <a:pt x="2072313" y="2697485"/>
                  </a:lnTo>
                  <a:lnTo>
                    <a:pt x="2072406" y="2697485"/>
                  </a:lnTo>
                  <a:lnTo>
                    <a:pt x="2072499" y="2697485"/>
                  </a:lnTo>
                  <a:lnTo>
                    <a:pt x="2072593" y="2697485"/>
                  </a:lnTo>
                  <a:lnTo>
                    <a:pt x="2072686" y="2697485"/>
                  </a:lnTo>
                  <a:lnTo>
                    <a:pt x="2072779" y="2697485"/>
                  </a:lnTo>
                  <a:lnTo>
                    <a:pt x="2072872" y="2697485"/>
                  </a:lnTo>
                  <a:lnTo>
                    <a:pt x="2072966" y="2697485"/>
                  </a:lnTo>
                  <a:lnTo>
                    <a:pt x="2073059" y="2697485"/>
                  </a:lnTo>
                  <a:lnTo>
                    <a:pt x="2073152" y="2697485"/>
                  </a:lnTo>
                  <a:lnTo>
                    <a:pt x="2073245" y="2697485"/>
                  </a:lnTo>
                  <a:lnTo>
                    <a:pt x="2073339" y="2697485"/>
                  </a:lnTo>
                  <a:lnTo>
                    <a:pt x="2073432" y="2697485"/>
                  </a:lnTo>
                  <a:lnTo>
                    <a:pt x="2073525" y="2697485"/>
                  </a:lnTo>
                  <a:lnTo>
                    <a:pt x="2073618" y="2697485"/>
                  </a:lnTo>
                  <a:lnTo>
                    <a:pt x="2073712" y="2697485"/>
                  </a:lnTo>
                  <a:lnTo>
                    <a:pt x="2073805" y="2697485"/>
                  </a:lnTo>
                  <a:lnTo>
                    <a:pt x="2073898" y="2697485"/>
                  </a:lnTo>
                  <a:lnTo>
                    <a:pt x="2073991" y="2697485"/>
                  </a:lnTo>
                  <a:lnTo>
                    <a:pt x="2074085" y="2697485"/>
                  </a:lnTo>
                  <a:lnTo>
                    <a:pt x="2074178" y="2697485"/>
                  </a:lnTo>
                  <a:lnTo>
                    <a:pt x="2074271" y="2697485"/>
                  </a:lnTo>
                  <a:lnTo>
                    <a:pt x="2074364" y="2697485"/>
                  </a:lnTo>
                  <a:lnTo>
                    <a:pt x="2074457" y="2697485"/>
                  </a:lnTo>
                  <a:lnTo>
                    <a:pt x="2074551" y="2697485"/>
                  </a:lnTo>
                  <a:lnTo>
                    <a:pt x="2074644" y="2697485"/>
                  </a:lnTo>
                  <a:lnTo>
                    <a:pt x="2074737" y="2697485"/>
                  </a:lnTo>
                  <a:lnTo>
                    <a:pt x="2074830" y="2697485"/>
                  </a:lnTo>
                  <a:lnTo>
                    <a:pt x="2074924" y="2697485"/>
                  </a:lnTo>
                  <a:lnTo>
                    <a:pt x="2075017" y="2697485"/>
                  </a:lnTo>
                  <a:lnTo>
                    <a:pt x="2075110" y="2697485"/>
                  </a:lnTo>
                  <a:lnTo>
                    <a:pt x="2075203" y="2697485"/>
                  </a:lnTo>
                  <a:lnTo>
                    <a:pt x="2075297" y="2697485"/>
                  </a:lnTo>
                  <a:lnTo>
                    <a:pt x="2075390" y="2697485"/>
                  </a:lnTo>
                  <a:lnTo>
                    <a:pt x="2075483" y="2697485"/>
                  </a:lnTo>
                  <a:lnTo>
                    <a:pt x="2075576" y="2697485"/>
                  </a:lnTo>
                  <a:lnTo>
                    <a:pt x="2075670" y="2697485"/>
                  </a:lnTo>
                  <a:lnTo>
                    <a:pt x="2075763" y="2697485"/>
                  </a:lnTo>
                  <a:lnTo>
                    <a:pt x="2075856" y="2697485"/>
                  </a:lnTo>
                  <a:lnTo>
                    <a:pt x="2075949" y="2697485"/>
                  </a:lnTo>
                  <a:lnTo>
                    <a:pt x="2076043" y="2697485"/>
                  </a:lnTo>
                  <a:lnTo>
                    <a:pt x="2076136" y="2697485"/>
                  </a:lnTo>
                  <a:lnTo>
                    <a:pt x="2076229" y="2697485"/>
                  </a:lnTo>
                  <a:lnTo>
                    <a:pt x="2076322" y="2697485"/>
                  </a:lnTo>
                  <a:lnTo>
                    <a:pt x="2076416" y="2697485"/>
                  </a:lnTo>
                  <a:lnTo>
                    <a:pt x="2076509" y="2697485"/>
                  </a:lnTo>
                  <a:lnTo>
                    <a:pt x="2076602" y="2697485"/>
                  </a:lnTo>
                  <a:lnTo>
                    <a:pt x="2076695" y="2697485"/>
                  </a:lnTo>
                  <a:lnTo>
                    <a:pt x="2076789" y="2697485"/>
                  </a:lnTo>
                  <a:lnTo>
                    <a:pt x="2076882" y="2697485"/>
                  </a:lnTo>
                  <a:lnTo>
                    <a:pt x="2076975" y="2697485"/>
                  </a:lnTo>
                  <a:lnTo>
                    <a:pt x="2077068" y="2697485"/>
                  </a:lnTo>
                  <a:lnTo>
                    <a:pt x="2077162" y="2697485"/>
                  </a:lnTo>
                  <a:lnTo>
                    <a:pt x="2077255" y="2697485"/>
                  </a:lnTo>
                  <a:lnTo>
                    <a:pt x="2077348" y="2697485"/>
                  </a:lnTo>
                  <a:lnTo>
                    <a:pt x="2077441" y="2697485"/>
                  </a:lnTo>
                  <a:lnTo>
                    <a:pt x="2077535" y="2697485"/>
                  </a:lnTo>
                  <a:lnTo>
                    <a:pt x="2077628" y="2697485"/>
                  </a:lnTo>
                  <a:lnTo>
                    <a:pt x="2077721" y="2697485"/>
                  </a:lnTo>
                  <a:lnTo>
                    <a:pt x="2077814" y="2697485"/>
                  </a:lnTo>
                  <a:lnTo>
                    <a:pt x="2077908" y="2697485"/>
                  </a:lnTo>
                  <a:lnTo>
                    <a:pt x="2078001" y="2697485"/>
                  </a:lnTo>
                  <a:lnTo>
                    <a:pt x="2078094" y="2697485"/>
                  </a:lnTo>
                  <a:lnTo>
                    <a:pt x="2078187" y="2697485"/>
                  </a:lnTo>
                  <a:lnTo>
                    <a:pt x="2078281" y="2697485"/>
                  </a:lnTo>
                  <a:lnTo>
                    <a:pt x="2078374" y="2697485"/>
                  </a:lnTo>
                  <a:lnTo>
                    <a:pt x="2078467" y="2697485"/>
                  </a:lnTo>
                  <a:lnTo>
                    <a:pt x="2078560" y="2697485"/>
                  </a:lnTo>
                  <a:lnTo>
                    <a:pt x="2078654" y="2697485"/>
                  </a:lnTo>
                  <a:lnTo>
                    <a:pt x="2078747" y="2697485"/>
                  </a:lnTo>
                  <a:lnTo>
                    <a:pt x="2078840" y="2697485"/>
                  </a:lnTo>
                  <a:lnTo>
                    <a:pt x="2078933" y="2697485"/>
                  </a:lnTo>
                  <a:lnTo>
                    <a:pt x="2079027" y="2697485"/>
                  </a:lnTo>
                  <a:lnTo>
                    <a:pt x="2079120" y="2697485"/>
                  </a:lnTo>
                  <a:lnTo>
                    <a:pt x="2079213" y="2697485"/>
                  </a:lnTo>
                  <a:lnTo>
                    <a:pt x="2079213" y="2687532"/>
                  </a:lnTo>
                  <a:lnTo>
                    <a:pt x="2079306" y="2687532"/>
                  </a:lnTo>
                  <a:lnTo>
                    <a:pt x="2079400" y="2687532"/>
                  </a:lnTo>
                  <a:lnTo>
                    <a:pt x="2079493" y="2687532"/>
                  </a:lnTo>
                  <a:lnTo>
                    <a:pt x="2079586" y="2687532"/>
                  </a:lnTo>
                  <a:lnTo>
                    <a:pt x="2079679" y="2687532"/>
                  </a:lnTo>
                  <a:lnTo>
                    <a:pt x="2079773" y="2687532"/>
                  </a:lnTo>
                  <a:lnTo>
                    <a:pt x="2079866" y="2687532"/>
                  </a:lnTo>
                  <a:lnTo>
                    <a:pt x="2079959" y="2687532"/>
                  </a:lnTo>
                  <a:lnTo>
                    <a:pt x="2080052" y="2687532"/>
                  </a:lnTo>
                  <a:lnTo>
                    <a:pt x="2080146" y="2687532"/>
                  </a:lnTo>
                  <a:lnTo>
                    <a:pt x="2080239" y="2687532"/>
                  </a:lnTo>
                  <a:lnTo>
                    <a:pt x="2080332" y="2687532"/>
                  </a:lnTo>
                  <a:lnTo>
                    <a:pt x="2080332" y="2677578"/>
                  </a:lnTo>
                  <a:lnTo>
                    <a:pt x="2080425" y="2677578"/>
                  </a:lnTo>
                  <a:lnTo>
                    <a:pt x="2080519" y="2677578"/>
                  </a:lnTo>
                  <a:lnTo>
                    <a:pt x="2080612" y="2677578"/>
                  </a:lnTo>
                  <a:lnTo>
                    <a:pt x="2080705" y="2677578"/>
                  </a:lnTo>
                  <a:lnTo>
                    <a:pt x="2080798" y="2677578"/>
                  </a:lnTo>
                  <a:lnTo>
                    <a:pt x="2080892" y="2677578"/>
                  </a:lnTo>
                  <a:lnTo>
                    <a:pt x="2080985" y="2677578"/>
                  </a:lnTo>
                  <a:lnTo>
                    <a:pt x="2081078" y="2677578"/>
                  </a:lnTo>
                  <a:lnTo>
                    <a:pt x="2081171" y="2677578"/>
                  </a:lnTo>
                  <a:lnTo>
                    <a:pt x="2081265" y="2677578"/>
                  </a:lnTo>
                  <a:lnTo>
                    <a:pt x="2081358" y="2677578"/>
                  </a:lnTo>
                  <a:lnTo>
                    <a:pt x="2081451" y="2677578"/>
                  </a:lnTo>
                  <a:lnTo>
                    <a:pt x="2081544" y="2677578"/>
                  </a:lnTo>
                  <a:lnTo>
                    <a:pt x="2081637" y="2677578"/>
                  </a:lnTo>
                  <a:lnTo>
                    <a:pt x="2081731" y="2677578"/>
                  </a:lnTo>
                  <a:lnTo>
                    <a:pt x="2081824" y="2677578"/>
                  </a:lnTo>
                  <a:lnTo>
                    <a:pt x="2081824" y="2667624"/>
                  </a:lnTo>
                  <a:lnTo>
                    <a:pt x="2081917" y="2667624"/>
                  </a:lnTo>
                  <a:lnTo>
                    <a:pt x="2082010" y="2667624"/>
                  </a:lnTo>
                  <a:lnTo>
                    <a:pt x="2082104" y="2667624"/>
                  </a:lnTo>
                  <a:lnTo>
                    <a:pt x="2082197" y="2667624"/>
                  </a:lnTo>
                  <a:lnTo>
                    <a:pt x="2082290" y="2667624"/>
                  </a:lnTo>
                  <a:lnTo>
                    <a:pt x="2082383" y="2667624"/>
                  </a:lnTo>
                  <a:lnTo>
                    <a:pt x="2082477" y="2667624"/>
                  </a:lnTo>
                  <a:lnTo>
                    <a:pt x="2082570" y="2667624"/>
                  </a:lnTo>
                  <a:lnTo>
                    <a:pt x="2082663" y="2667624"/>
                  </a:lnTo>
                  <a:lnTo>
                    <a:pt x="2082756" y="2667624"/>
                  </a:lnTo>
                  <a:lnTo>
                    <a:pt x="2082850" y="2667624"/>
                  </a:lnTo>
                  <a:lnTo>
                    <a:pt x="2082943" y="2667624"/>
                  </a:lnTo>
                  <a:lnTo>
                    <a:pt x="2083036" y="2667624"/>
                  </a:lnTo>
                  <a:lnTo>
                    <a:pt x="2083129" y="2667624"/>
                  </a:lnTo>
                  <a:lnTo>
                    <a:pt x="2083223" y="2667624"/>
                  </a:lnTo>
                  <a:lnTo>
                    <a:pt x="2083316" y="2667624"/>
                  </a:lnTo>
                  <a:lnTo>
                    <a:pt x="2083409" y="2667624"/>
                  </a:lnTo>
                  <a:lnTo>
                    <a:pt x="2083502" y="2667624"/>
                  </a:lnTo>
                  <a:lnTo>
                    <a:pt x="2083596" y="2667624"/>
                  </a:lnTo>
                  <a:lnTo>
                    <a:pt x="2083689" y="2667624"/>
                  </a:lnTo>
                  <a:lnTo>
                    <a:pt x="2083782" y="2667624"/>
                  </a:lnTo>
                  <a:lnTo>
                    <a:pt x="2083875" y="2667624"/>
                  </a:lnTo>
                  <a:lnTo>
                    <a:pt x="2083969" y="2667624"/>
                  </a:lnTo>
                  <a:lnTo>
                    <a:pt x="2084062" y="2667624"/>
                  </a:lnTo>
                  <a:lnTo>
                    <a:pt x="2084155" y="2667624"/>
                  </a:lnTo>
                  <a:lnTo>
                    <a:pt x="2084248" y="2667624"/>
                  </a:lnTo>
                  <a:lnTo>
                    <a:pt x="2084342" y="2667624"/>
                  </a:lnTo>
                  <a:lnTo>
                    <a:pt x="2084435" y="2667624"/>
                  </a:lnTo>
                  <a:lnTo>
                    <a:pt x="2084528" y="2667624"/>
                  </a:lnTo>
                  <a:lnTo>
                    <a:pt x="2084621" y="2667624"/>
                  </a:lnTo>
                  <a:lnTo>
                    <a:pt x="2084715" y="2667624"/>
                  </a:lnTo>
                  <a:lnTo>
                    <a:pt x="2084808" y="2667624"/>
                  </a:lnTo>
                  <a:lnTo>
                    <a:pt x="2084901" y="2667624"/>
                  </a:lnTo>
                  <a:lnTo>
                    <a:pt x="2084994" y="2667624"/>
                  </a:lnTo>
                  <a:lnTo>
                    <a:pt x="2085088" y="2667624"/>
                  </a:lnTo>
                  <a:lnTo>
                    <a:pt x="2085181" y="2667624"/>
                  </a:lnTo>
                  <a:lnTo>
                    <a:pt x="2085274" y="2667624"/>
                  </a:lnTo>
                  <a:lnTo>
                    <a:pt x="2085367" y="2667624"/>
                  </a:lnTo>
                  <a:lnTo>
                    <a:pt x="2085461" y="2667624"/>
                  </a:lnTo>
                  <a:lnTo>
                    <a:pt x="2085554" y="2667624"/>
                  </a:lnTo>
                  <a:lnTo>
                    <a:pt x="2085647" y="2667624"/>
                  </a:lnTo>
                  <a:lnTo>
                    <a:pt x="2085740" y="2667624"/>
                  </a:lnTo>
                  <a:lnTo>
                    <a:pt x="2085834" y="2667624"/>
                  </a:lnTo>
                  <a:lnTo>
                    <a:pt x="2085927" y="2667624"/>
                  </a:lnTo>
                  <a:lnTo>
                    <a:pt x="2086020" y="2667624"/>
                  </a:lnTo>
                  <a:lnTo>
                    <a:pt x="2086113" y="2667624"/>
                  </a:lnTo>
                  <a:lnTo>
                    <a:pt x="2086207" y="2667624"/>
                  </a:lnTo>
                  <a:lnTo>
                    <a:pt x="2086300" y="2667624"/>
                  </a:lnTo>
                  <a:lnTo>
                    <a:pt x="2086393" y="2667624"/>
                  </a:lnTo>
                  <a:lnTo>
                    <a:pt x="2086486" y="2667624"/>
                  </a:lnTo>
                  <a:lnTo>
                    <a:pt x="2086580" y="2667624"/>
                  </a:lnTo>
                  <a:lnTo>
                    <a:pt x="2086673" y="2667624"/>
                  </a:lnTo>
                  <a:lnTo>
                    <a:pt x="2086766" y="2667624"/>
                  </a:lnTo>
                  <a:lnTo>
                    <a:pt x="2086859" y="2667624"/>
                  </a:lnTo>
                  <a:lnTo>
                    <a:pt x="2086953" y="2667624"/>
                  </a:lnTo>
                  <a:lnTo>
                    <a:pt x="2087046" y="2667624"/>
                  </a:lnTo>
                  <a:lnTo>
                    <a:pt x="2087139" y="2667624"/>
                  </a:lnTo>
                  <a:lnTo>
                    <a:pt x="2087232" y="2667624"/>
                  </a:lnTo>
                  <a:lnTo>
                    <a:pt x="2087326" y="2667624"/>
                  </a:lnTo>
                  <a:lnTo>
                    <a:pt x="2087419" y="2667624"/>
                  </a:lnTo>
                  <a:lnTo>
                    <a:pt x="2087512" y="2667624"/>
                  </a:lnTo>
                  <a:lnTo>
                    <a:pt x="2087605" y="2667624"/>
                  </a:lnTo>
                  <a:lnTo>
                    <a:pt x="2087699" y="2667624"/>
                  </a:lnTo>
                  <a:lnTo>
                    <a:pt x="2087792" y="2667624"/>
                  </a:lnTo>
                  <a:lnTo>
                    <a:pt x="2087885" y="2667624"/>
                  </a:lnTo>
                  <a:lnTo>
                    <a:pt x="2087978" y="2667624"/>
                  </a:lnTo>
                  <a:lnTo>
                    <a:pt x="2088072" y="2667624"/>
                  </a:lnTo>
                  <a:lnTo>
                    <a:pt x="2088165" y="2667624"/>
                  </a:lnTo>
                  <a:lnTo>
                    <a:pt x="2088258" y="2667624"/>
                  </a:lnTo>
                  <a:lnTo>
                    <a:pt x="2088351" y="2667624"/>
                  </a:lnTo>
                  <a:lnTo>
                    <a:pt x="2088444" y="2667624"/>
                  </a:lnTo>
                  <a:lnTo>
                    <a:pt x="2088538" y="2667624"/>
                  </a:lnTo>
                  <a:lnTo>
                    <a:pt x="2088631" y="2667624"/>
                  </a:lnTo>
                  <a:lnTo>
                    <a:pt x="2088724" y="2667624"/>
                  </a:lnTo>
                  <a:lnTo>
                    <a:pt x="2088817" y="2667624"/>
                  </a:lnTo>
                  <a:lnTo>
                    <a:pt x="2088911" y="2667624"/>
                  </a:lnTo>
                  <a:lnTo>
                    <a:pt x="2089004" y="2667624"/>
                  </a:lnTo>
                  <a:lnTo>
                    <a:pt x="2089097" y="2667624"/>
                  </a:lnTo>
                  <a:lnTo>
                    <a:pt x="2089190" y="2667624"/>
                  </a:lnTo>
                  <a:lnTo>
                    <a:pt x="2089284" y="2667624"/>
                  </a:lnTo>
                  <a:lnTo>
                    <a:pt x="2089377" y="2667624"/>
                  </a:lnTo>
                  <a:lnTo>
                    <a:pt x="2089470" y="2667624"/>
                  </a:lnTo>
                  <a:lnTo>
                    <a:pt x="2089563" y="2667624"/>
                  </a:lnTo>
                  <a:lnTo>
                    <a:pt x="2089657" y="2667624"/>
                  </a:lnTo>
                  <a:lnTo>
                    <a:pt x="2089750" y="2667624"/>
                  </a:lnTo>
                  <a:lnTo>
                    <a:pt x="2089843" y="2667624"/>
                  </a:lnTo>
                  <a:lnTo>
                    <a:pt x="2089936" y="2667624"/>
                  </a:lnTo>
                  <a:lnTo>
                    <a:pt x="2090030" y="2667624"/>
                  </a:lnTo>
                  <a:lnTo>
                    <a:pt x="2090123" y="2667624"/>
                  </a:lnTo>
                  <a:lnTo>
                    <a:pt x="2090216" y="2667624"/>
                  </a:lnTo>
                  <a:lnTo>
                    <a:pt x="2090309" y="2667624"/>
                  </a:lnTo>
                  <a:lnTo>
                    <a:pt x="2090403" y="2667624"/>
                  </a:lnTo>
                  <a:lnTo>
                    <a:pt x="2090496" y="2667624"/>
                  </a:lnTo>
                  <a:lnTo>
                    <a:pt x="2090589" y="2667624"/>
                  </a:lnTo>
                  <a:lnTo>
                    <a:pt x="2090682" y="2667624"/>
                  </a:lnTo>
                  <a:lnTo>
                    <a:pt x="2090776" y="2667624"/>
                  </a:lnTo>
                  <a:lnTo>
                    <a:pt x="2090869" y="2667624"/>
                  </a:lnTo>
                  <a:lnTo>
                    <a:pt x="2090962" y="2667624"/>
                  </a:lnTo>
                  <a:lnTo>
                    <a:pt x="2091055" y="2667624"/>
                  </a:lnTo>
                  <a:lnTo>
                    <a:pt x="2091149" y="2667624"/>
                  </a:lnTo>
                  <a:lnTo>
                    <a:pt x="2091242" y="2667624"/>
                  </a:lnTo>
                  <a:lnTo>
                    <a:pt x="2091335" y="2667624"/>
                  </a:lnTo>
                  <a:lnTo>
                    <a:pt x="2091428" y="2667624"/>
                  </a:lnTo>
                  <a:lnTo>
                    <a:pt x="2091522" y="2667624"/>
                  </a:lnTo>
                  <a:lnTo>
                    <a:pt x="2091615" y="2667624"/>
                  </a:lnTo>
                  <a:lnTo>
                    <a:pt x="2091708" y="2667624"/>
                  </a:lnTo>
                  <a:lnTo>
                    <a:pt x="2091801" y="2667624"/>
                  </a:lnTo>
                  <a:lnTo>
                    <a:pt x="2091895" y="2667624"/>
                  </a:lnTo>
                  <a:lnTo>
                    <a:pt x="2091988" y="2667624"/>
                  </a:lnTo>
                  <a:lnTo>
                    <a:pt x="2092081" y="2667624"/>
                  </a:lnTo>
                  <a:lnTo>
                    <a:pt x="2092174" y="2667624"/>
                  </a:lnTo>
                  <a:lnTo>
                    <a:pt x="2092268" y="2667624"/>
                  </a:lnTo>
                  <a:lnTo>
                    <a:pt x="2092361" y="2667624"/>
                  </a:lnTo>
                  <a:lnTo>
                    <a:pt x="2092454" y="2667624"/>
                  </a:lnTo>
                  <a:lnTo>
                    <a:pt x="2092547" y="2667624"/>
                  </a:lnTo>
                  <a:lnTo>
                    <a:pt x="2092641" y="2667624"/>
                  </a:lnTo>
                  <a:lnTo>
                    <a:pt x="2092734" y="2667624"/>
                  </a:lnTo>
                  <a:lnTo>
                    <a:pt x="2092827" y="2667624"/>
                  </a:lnTo>
                  <a:lnTo>
                    <a:pt x="2092920" y="2667624"/>
                  </a:lnTo>
                  <a:lnTo>
                    <a:pt x="2093014" y="2667624"/>
                  </a:lnTo>
                  <a:lnTo>
                    <a:pt x="2093107" y="2667624"/>
                  </a:lnTo>
                  <a:lnTo>
                    <a:pt x="2093200" y="2667624"/>
                  </a:lnTo>
                  <a:lnTo>
                    <a:pt x="2093293" y="2667624"/>
                  </a:lnTo>
                  <a:lnTo>
                    <a:pt x="2093387" y="2667624"/>
                  </a:lnTo>
                  <a:lnTo>
                    <a:pt x="2093480" y="2667624"/>
                  </a:lnTo>
                  <a:lnTo>
                    <a:pt x="2093573" y="2667624"/>
                  </a:lnTo>
                  <a:lnTo>
                    <a:pt x="2093666" y="2667624"/>
                  </a:lnTo>
                  <a:lnTo>
                    <a:pt x="2093760" y="2667624"/>
                  </a:lnTo>
                  <a:lnTo>
                    <a:pt x="2093853" y="2667624"/>
                  </a:lnTo>
                  <a:lnTo>
                    <a:pt x="2093946" y="2667624"/>
                  </a:lnTo>
                  <a:lnTo>
                    <a:pt x="2094039" y="2667624"/>
                  </a:lnTo>
                  <a:lnTo>
                    <a:pt x="2094133" y="2667624"/>
                  </a:lnTo>
                  <a:lnTo>
                    <a:pt x="2094226" y="2667624"/>
                  </a:lnTo>
                  <a:lnTo>
                    <a:pt x="2094319" y="2667624"/>
                  </a:lnTo>
                  <a:lnTo>
                    <a:pt x="2094412" y="2667624"/>
                  </a:lnTo>
                  <a:lnTo>
                    <a:pt x="2094506" y="2667624"/>
                  </a:lnTo>
                  <a:lnTo>
                    <a:pt x="2094599" y="2667624"/>
                  </a:lnTo>
                  <a:lnTo>
                    <a:pt x="2094692" y="2667624"/>
                  </a:lnTo>
                  <a:lnTo>
                    <a:pt x="2094785" y="2667624"/>
                  </a:lnTo>
                  <a:lnTo>
                    <a:pt x="2094879" y="2667624"/>
                  </a:lnTo>
                  <a:lnTo>
                    <a:pt x="2094972" y="2667624"/>
                  </a:lnTo>
                  <a:lnTo>
                    <a:pt x="2095065" y="2667624"/>
                  </a:lnTo>
                  <a:lnTo>
                    <a:pt x="2095158" y="2667624"/>
                  </a:lnTo>
                  <a:lnTo>
                    <a:pt x="2095251" y="2667624"/>
                  </a:lnTo>
                  <a:lnTo>
                    <a:pt x="2095345" y="2667624"/>
                  </a:lnTo>
                  <a:lnTo>
                    <a:pt x="2095438" y="2667624"/>
                  </a:lnTo>
                  <a:lnTo>
                    <a:pt x="2095531" y="2667624"/>
                  </a:lnTo>
                  <a:lnTo>
                    <a:pt x="2095624" y="2667624"/>
                  </a:lnTo>
                  <a:lnTo>
                    <a:pt x="2095718" y="2667624"/>
                  </a:lnTo>
                  <a:lnTo>
                    <a:pt x="2095811" y="2667624"/>
                  </a:lnTo>
                  <a:lnTo>
                    <a:pt x="2095904" y="2667624"/>
                  </a:lnTo>
                  <a:lnTo>
                    <a:pt x="2095997" y="2667624"/>
                  </a:lnTo>
                  <a:lnTo>
                    <a:pt x="2096091" y="2667624"/>
                  </a:lnTo>
                  <a:lnTo>
                    <a:pt x="2096184" y="2667624"/>
                  </a:lnTo>
                  <a:lnTo>
                    <a:pt x="2096277" y="2667624"/>
                  </a:lnTo>
                  <a:lnTo>
                    <a:pt x="2096370" y="2667624"/>
                  </a:lnTo>
                  <a:lnTo>
                    <a:pt x="2096464" y="2667624"/>
                  </a:lnTo>
                  <a:lnTo>
                    <a:pt x="2096557" y="2667624"/>
                  </a:lnTo>
                  <a:lnTo>
                    <a:pt x="2096650" y="2667624"/>
                  </a:lnTo>
                  <a:lnTo>
                    <a:pt x="2096743" y="2667624"/>
                  </a:lnTo>
                  <a:lnTo>
                    <a:pt x="2096837" y="2667624"/>
                  </a:lnTo>
                  <a:lnTo>
                    <a:pt x="2096930" y="2667624"/>
                  </a:lnTo>
                  <a:lnTo>
                    <a:pt x="2097023" y="2667624"/>
                  </a:lnTo>
                  <a:lnTo>
                    <a:pt x="2097116" y="2667624"/>
                  </a:lnTo>
                  <a:lnTo>
                    <a:pt x="2097210" y="2667624"/>
                  </a:lnTo>
                  <a:lnTo>
                    <a:pt x="2097303" y="2667624"/>
                  </a:lnTo>
                  <a:lnTo>
                    <a:pt x="2097396" y="2667624"/>
                  </a:lnTo>
                  <a:lnTo>
                    <a:pt x="2097489" y="2667624"/>
                  </a:lnTo>
                  <a:lnTo>
                    <a:pt x="2097583" y="2667624"/>
                  </a:lnTo>
                  <a:lnTo>
                    <a:pt x="2097676" y="2667624"/>
                  </a:lnTo>
                  <a:lnTo>
                    <a:pt x="2097769" y="2667624"/>
                  </a:lnTo>
                  <a:lnTo>
                    <a:pt x="2097862" y="2667624"/>
                  </a:lnTo>
                  <a:lnTo>
                    <a:pt x="2097956" y="2667624"/>
                  </a:lnTo>
                  <a:lnTo>
                    <a:pt x="2098049" y="2667624"/>
                  </a:lnTo>
                  <a:lnTo>
                    <a:pt x="2098142" y="2667624"/>
                  </a:lnTo>
                  <a:lnTo>
                    <a:pt x="2098235" y="2667624"/>
                  </a:lnTo>
                  <a:lnTo>
                    <a:pt x="2098329" y="2667624"/>
                  </a:lnTo>
                  <a:lnTo>
                    <a:pt x="2098422" y="2667624"/>
                  </a:lnTo>
                  <a:lnTo>
                    <a:pt x="2098515" y="2667624"/>
                  </a:lnTo>
                  <a:lnTo>
                    <a:pt x="2098608" y="2667624"/>
                  </a:lnTo>
                  <a:lnTo>
                    <a:pt x="2098702" y="2667624"/>
                  </a:lnTo>
                  <a:lnTo>
                    <a:pt x="2098795" y="2667624"/>
                  </a:lnTo>
                  <a:lnTo>
                    <a:pt x="2098888" y="2667624"/>
                  </a:lnTo>
                  <a:lnTo>
                    <a:pt x="2098981" y="2667624"/>
                  </a:lnTo>
                  <a:lnTo>
                    <a:pt x="2099075" y="2667624"/>
                  </a:lnTo>
                  <a:lnTo>
                    <a:pt x="2099168" y="2667624"/>
                  </a:lnTo>
                  <a:lnTo>
                    <a:pt x="2099261" y="2667624"/>
                  </a:lnTo>
                  <a:lnTo>
                    <a:pt x="2099354" y="2667624"/>
                  </a:lnTo>
                  <a:lnTo>
                    <a:pt x="2099448" y="2667624"/>
                  </a:lnTo>
                  <a:lnTo>
                    <a:pt x="2099541" y="2667624"/>
                  </a:lnTo>
                  <a:lnTo>
                    <a:pt x="2099634" y="2667624"/>
                  </a:lnTo>
                  <a:lnTo>
                    <a:pt x="2099727" y="2667624"/>
                  </a:lnTo>
                  <a:lnTo>
                    <a:pt x="2099821" y="2667624"/>
                  </a:lnTo>
                  <a:lnTo>
                    <a:pt x="2099914" y="2667624"/>
                  </a:lnTo>
                  <a:lnTo>
                    <a:pt x="2100007" y="2667624"/>
                  </a:lnTo>
                  <a:lnTo>
                    <a:pt x="2100100" y="2667624"/>
                  </a:lnTo>
                  <a:lnTo>
                    <a:pt x="2100194" y="2667624"/>
                  </a:lnTo>
                  <a:lnTo>
                    <a:pt x="2100287" y="2667624"/>
                  </a:lnTo>
                  <a:lnTo>
                    <a:pt x="2100380" y="2667624"/>
                  </a:lnTo>
                  <a:lnTo>
                    <a:pt x="2100473" y="2667624"/>
                  </a:lnTo>
                  <a:lnTo>
                    <a:pt x="2100567" y="2667624"/>
                  </a:lnTo>
                  <a:lnTo>
                    <a:pt x="2100660" y="2667624"/>
                  </a:lnTo>
                  <a:lnTo>
                    <a:pt x="2100753" y="2667624"/>
                  </a:lnTo>
                  <a:lnTo>
                    <a:pt x="2100846" y="2667624"/>
                  </a:lnTo>
                  <a:lnTo>
                    <a:pt x="2100940" y="2667624"/>
                  </a:lnTo>
                  <a:lnTo>
                    <a:pt x="2101033" y="2667624"/>
                  </a:lnTo>
                  <a:lnTo>
                    <a:pt x="2101126" y="2667624"/>
                  </a:lnTo>
                  <a:lnTo>
                    <a:pt x="2101219" y="2667624"/>
                  </a:lnTo>
                  <a:lnTo>
                    <a:pt x="2101313" y="2667624"/>
                  </a:lnTo>
                  <a:lnTo>
                    <a:pt x="2101406" y="2667624"/>
                  </a:lnTo>
                  <a:lnTo>
                    <a:pt x="2101499" y="2667624"/>
                  </a:lnTo>
                  <a:lnTo>
                    <a:pt x="2101592" y="2667624"/>
                  </a:lnTo>
                  <a:lnTo>
                    <a:pt x="2101686" y="2667624"/>
                  </a:lnTo>
                  <a:lnTo>
                    <a:pt x="2101779" y="2667624"/>
                  </a:lnTo>
                  <a:lnTo>
                    <a:pt x="2101872" y="2667624"/>
                  </a:lnTo>
                  <a:lnTo>
                    <a:pt x="2101965" y="2667624"/>
                  </a:lnTo>
                  <a:lnTo>
                    <a:pt x="2102059" y="2667624"/>
                  </a:lnTo>
                  <a:lnTo>
                    <a:pt x="2102152" y="2667624"/>
                  </a:lnTo>
                  <a:lnTo>
                    <a:pt x="2102245" y="2667624"/>
                  </a:lnTo>
                  <a:lnTo>
                    <a:pt x="2102338" y="2667624"/>
                  </a:lnTo>
                  <a:lnTo>
                    <a:pt x="2102431" y="2667624"/>
                  </a:lnTo>
                  <a:lnTo>
                    <a:pt x="2102525" y="2667624"/>
                  </a:lnTo>
                  <a:lnTo>
                    <a:pt x="2102618" y="2667624"/>
                  </a:lnTo>
                  <a:lnTo>
                    <a:pt x="2102711" y="2667624"/>
                  </a:lnTo>
                  <a:lnTo>
                    <a:pt x="2102804" y="2667624"/>
                  </a:lnTo>
                  <a:lnTo>
                    <a:pt x="2102898" y="2667624"/>
                  </a:lnTo>
                  <a:lnTo>
                    <a:pt x="2102991" y="2667624"/>
                  </a:lnTo>
                  <a:lnTo>
                    <a:pt x="2103084" y="2667624"/>
                  </a:lnTo>
                  <a:lnTo>
                    <a:pt x="2103177" y="2667624"/>
                  </a:lnTo>
                  <a:lnTo>
                    <a:pt x="2103271" y="2667624"/>
                  </a:lnTo>
                  <a:lnTo>
                    <a:pt x="2103364" y="2667624"/>
                  </a:lnTo>
                  <a:lnTo>
                    <a:pt x="2103457" y="2667624"/>
                  </a:lnTo>
                  <a:lnTo>
                    <a:pt x="2103550" y="2667624"/>
                  </a:lnTo>
                  <a:lnTo>
                    <a:pt x="2103644" y="2667624"/>
                  </a:lnTo>
                  <a:lnTo>
                    <a:pt x="2103737" y="2667624"/>
                  </a:lnTo>
                  <a:lnTo>
                    <a:pt x="2103830" y="2667624"/>
                  </a:lnTo>
                  <a:lnTo>
                    <a:pt x="2103923" y="2667624"/>
                  </a:lnTo>
                  <a:lnTo>
                    <a:pt x="2104017" y="2667624"/>
                  </a:lnTo>
                  <a:lnTo>
                    <a:pt x="2104110" y="2667624"/>
                  </a:lnTo>
                  <a:lnTo>
                    <a:pt x="2104203" y="2667624"/>
                  </a:lnTo>
                  <a:lnTo>
                    <a:pt x="2104296" y="2667624"/>
                  </a:lnTo>
                  <a:lnTo>
                    <a:pt x="2104390" y="2667624"/>
                  </a:lnTo>
                  <a:lnTo>
                    <a:pt x="2104483" y="2667624"/>
                  </a:lnTo>
                  <a:lnTo>
                    <a:pt x="2104576" y="2667624"/>
                  </a:lnTo>
                  <a:lnTo>
                    <a:pt x="2104669" y="2667624"/>
                  </a:lnTo>
                  <a:lnTo>
                    <a:pt x="2104763" y="2667624"/>
                  </a:lnTo>
                  <a:lnTo>
                    <a:pt x="2104856" y="2667624"/>
                  </a:lnTo>
                  <a:lnTo>
                    <a:pt x="2104949" y="2667624"/>
                  </a:lnTo>
                  <a:lnTo>
                    <a:pt x="2105042" y="2667624"/>
                  </a:lnTo>
                  <a:lnTo>
                    <a:pt x="2105136" y="2667624"/>
                  </a:lnTo>
                  <a:lnTo>
                    <a:pt x="2105229" y="2667624"/>
                  </a:lnTo>
                  <a:lnTo>
                    <a:pt x="2105229" y="2657670"/>
                  </a:lnTo>
                  <a:lnTo>
                    <a:pt x="2105322" y="2657670"/>
                  </a:lnTo>
                  <a:lnTo>
                    <a:pt x="2105415" y="2657670"/>
                  </a:lnTo>
                  <a:lnTo>
                    <a:pt x="2105509" y="2657670"/>
                  </a:lnTo>
                  <a:lnTo>
                    <a:pt x="2105602" y="2657670"/>
                  </a:lnTo>
                  <a:lnTo>
                    <a:pt x="2105695" y="2657670"/>
                  </a:lnTo>
                  <a:lnTo>
                    <a:pt x="2105788" y="2657670"/>
                  </a:lnTo>
                  <a:lnTo>
                    <a:pt x="2105882" y="2657670"/>
                  </a:lnTo>
                  <a:lnTo>
                    <a:pt x="2105975" y="2657670"/>
                  </a:lnTo>
                  <a:lnTo>
                    <a:pt x="2106068" y="2657670"/>
                  </a:lnTo>
                  <a:lnTo>
                    <a:pt x="2106161" y="2657670"/>
                  </a:lnTo>
                  <a:lnTo>
                    <a:pt x="2106255" y="2657670"/>
                  </a:lnTo>
                  <a:lnTo>
                    <a:pt x="2106348" y="2657670"/>
                  </a:lnTo>
                  <a:lnTo>
                    <a:pt x="2106441" y="2657670"/>
                  </a:lnTo>
                  <a:lnTo>
                    <a:pt x="2106534" y="2657670"/>
                  </a:lnTo>
                  <a:lnTo>
                    <a:pt x="2106628" y="2657670"/>
                  </a:lnTo>
                  <a:lnTo>
                    <a:pt x="2106721" y="2657670"/>
                  </a:lnTo>
                  <a:lnTo>
                    <a:pt x="2106814" y="2657670"/>
                  </a:lnTo>
                  <a:lnTo>
                    <a:pt x="2106907" y="2657670"/>
                  </a:lnTo>
                  <a:lnTo>
                    <a:pt x="2107001" y="2657670"/>
                  </a:lnTo>
                  <a:lnTo>
                    <a:pt x="2107094" y="2657670"/>
                  </a:lnTo>
                  <a:lnTo>
                    <a:pt x="2107187" y="2657670"/>
                  </a:lnTo>
                  <a:lnTo>
                    <a:pt x="2107280" y="2657670"/>
                  </a:lnTo>
                  <a:lnTo>
                    <a:pt x="2107374" y="2657670"/>
                  </a:lnTo>
                  <a:lnTo>
                    <a:pt x="2107467" y="2657670"/>
                  </a:lnTo>
                  <a:lnTo>
                    <a:pt x="2107560" y="2657670"/>
                  </a:lnTo>
                  <a:lnTo>
                    <a:pt x="2107653" y="2657670"/>
                  </a:lnTo>
                  <a:lnTo>
                    <a:pt x="2107747" y="2657670"/>
                  </a:lnTo>
                  <a:lnTo>
                    <a:pt x="2107840" y="2657670"/>
                  </a:lnTo>
                  <a:lnTo>
                    <a:pt x="2107933" y="2657670"/>
                  </a:lnTo>
                  <a:lnTo>
                    <a:pt x="2108026" y="2657670"/>
                  </a:lnTo>
                  <a:lnTo>
                    <a:pt x="2108120" y="2657670"/>
                  </a:lnTo>
                  <a:lnTo>
                    <a:pt x="2108213" y="2657670"/>
                  </a:lnTo>
                  <a:lnTo>
                    <a:pt x="2108306" y="2657670"/>
                  </a:lnTo>
                  <a:lnTo>
                    <a:pt x="2108399" y="2657670"/>
                  </a:lnTo>
                  <a:lnTo>
                    <a:pt x="2108493" y="2657670"/>
                  </a:lnTo>
                  <a:lnTo>
                    <a:pt x="2108586" y="2657670"/>
                  </a:lnTo>
                  <a:lnTo>
                    <a:pt x="2108679" y="2657670"/>
                  </a:lnTo>
                  <a:lnTo>
                    <a:pt x="2108772" y="2657670"/>
                  </a:lnTo>
                  <a:lnTo>
                    <a:pt x="2108866" y="2657670"/>
                  </a:lnTo>
                  <a:lnTo>
                    <a:pt x="2108959" y="2657670"/>
                  </a:lnTo>
                  <a:lnTo>
                    <a:pt x="2109052" y="2657670"/>
                  </a:lnTo>
                  <a:lnTo>
                    <a:pt x="2109145" y="2657670"/>
                  </a:lnTo>
                  <a:lnTo>
                    <a:pt x="2109238" y="2657670"/>
                  </a:lnTo>
                  <a:lnTo>
                    <a:pt x="2109332" y="2657670"/>
                  </a:lnTo>
                  <a:lnTo>
                    <a:pt x="2109425" y="2657670"/>
                  </a:lnTo>
                  <a:lnTo>
                    <a:pt x="2109518" y="2657670"/>
                  </a:lnTo>
                  <a:lnTo>
                    <a:pt x="2109611" y="2657670"/>
                  </a:lnTo>
                  <a:lnTo>
                    <a:pt x="2109705" y="2657670"/>
                  </a:lnTo>
                  <a:lnTo>
                    <a:pt x="2109798" y="2657670"/>
                  </a:lnTo>
                  <a:lnTo>
                    <a:pt x="2109891" y="2657670"/>
                  </a:lnTo>
                  <a:lnTo>
                    <a:pt x="2109984" y="2657670"/>
                  </a:lnTo>
                  <a:lnTo>
                    <a:pt x="2110078" y="2657670"/>
                  </a:lnTo>
                  <a:lnTo>
                    <a:pt x="2110171" y="2657670"/>
                  </a:lnTo>
                  <a:lnTo>
                    <a:pt x="2110264" y="2657670"/>
                  </a:lnTo>
                  <a:lnTo>
                    <a:pt x="2110357" y="2657670"/>
                  </a:lnTo>
                  <a:lnTo>
                    <a:pt x="2110451" y="2657670"/>
                  </a:lnTo>
                  <a:lnTo>
                    <a:pt x="2110544" y="2657670"/>
                  </a:lnTo>
                  <a:lnTo>
                    <a:pt x="2110637" y="2657670"/>
                  </a:lnTo>
                  <a:lnTo>
                    <a:pt x="2110730" y="2657670"/>
                  </a:lnTo>
                  <a:lnTo>
                    <a:pt x="2110824" y="2657670"/>
                  </a:lnTo>
                  <a:lnTo>
                    <a:pt x="2110917" y="2657670"/>
                  </a:lnTo>
                  <a:lnTo>
                    <a:pt x="2111010" y="2657670"/>
                  </a:lnTo>
                  <a:lnTo>
                    <a:pt x="2111103" y="2657670"/>
                  </a:lnTo>
                  <a:lnTo>
                    <a:pt x="2111197" y="2657670"/>
                  </a:lnTo>
                  <a:lnTo>
                    <a:pt x="2111290" y="2657670"/>
                  </a:lnTo>
                  <a:lnTo>
                    <a:pt x="2111383" y="2657670"/>
                  </a:lnTo>
                  <a:lnTo>
                    <a:pt x="2111476" y="2657670"/>
                  </a:lnTo>
                  <a:lnTo>
                    <a:pt x="2111570" y="2657670"/>
                  </a:lnTo>
                  <a:lnTo>
                    <a:pt x="2111663" y="2657670"/>
                  </a:lnTo>
                  <a:lnTo>
                    <a:pt x="2111756" y="2657670"/>
                  </a:lnTo>
                  <a:lnTo>
                    <a:pt x="2111849" y="2657670"/>
                  </a:lnTo>
                  <a:lnTo>
                    <a:pt x="2111849" y="2647716"/>
                  </a:lnTo>
                  <a:lnTo>
                    <a:pt x="2111943" y="2647716"/>
                  </a:lnTo>
                  <a:lnTo>
                    <a:pt x="2112036" y="2647716"/>
                  </a:lnTo>
                  <a:lnTo>
                    <a:pt x="2112129" y="2647716"/>
                  </a:lnTo>
                  <a:lnTo>
                    <a:pt x="2112222" y="2647716"/>
                  </a:lnTo>
                  <a:lnTo>
                    <a:pt x="2112316" y="2647716"/>
                  </a:lnTo>
                  <a:lnTo>
                    <a:pt x="2112409" y="2647716"/>
                  </a:lnTo>
                  <a:lnTo>
                    <a:pt x="2112502" y="2647716"/>
                  </a:lnTo>
                  <a:lnTo>
                    <a:pt x="2112595" y="2647716"/>
                  </a:lnTo>
                  <a:lnTo>
                    <a:pt x="2112689" y="2647716"/>
                  </a:lnTo>
                  <a:lnTo>
                    <a:pt x="2112782" y="2647716"/>
                  </a:lnTo>
                  <a:lnTo>
                    <a:pt x="2112875" y="2647716"/>
                  </a:lnTo>
                  <a:lnTo>
                    <a:pt x="2112968" y="2647716"/>
                  </a:lnTo>
                  <a:lnTo>
                    <a:pt x="2113062" y="2647716"/>
                  </a:lnTo>
                  <a:lnTo>
                    <a:pt x="2113155" y="2647716"/>
                  </a:lnTo>
                  <a:lnTo>
                    <a:pt x="2113248" y="2647716"/>
                  </a:lnTo>
                  <a:lnTo>
                    <a:pt x="2113341" y="2647716"/>
                  </a:lnTo>
                  <a:lnTo>
                    <a:pt x="2113435" y="2647716"/>
                  </a:lnTo>
                  <a:lnTo>
                    <a:pt x="2113528" y="2647716"/>
                  </a:lnTo>
                  <a:lnTo>
                    <a:pt x="2113621" y="2647716"/>
                  </a:lnTo>
                  <a:lnTo>
                    <a:pt x="2113714" y="2647716"/>
                  </a:lnTo>
                  <a:lnTo>
                    <a:pt x="2113714" y="2637762"/>
                  </a:lnTo>
                  <a:lnTo>
                    <a:pt x="2113808" y="2637762"/>
                  </a:lnTo>
                  <a:lnTo>
                    <a:pt x="2113901" y="2637762"/>
                  </a:lnTo>
                  <a:lnTo>
                    <a:pt x="2113994" y="2637762"/>
                  </a:lnTo>
                  <a:lnTo>
                    <a:pt x="2114087" y="2637762"/>
                  </a:lnTo>
                  <a:lnTo>
                    <a:pt x="2114181" y="2637762"/>
                  </a:lnTo>
                  <a:lnTo>
                    <a:pt x="2114274" y="2637762"/>
                  </a:lnTo>
                  <a:lnTo>
                    <a:pt x="2114367" y="2637762"/>
                  </a:lnTo>
                  <a:lnTo>
                    <a:pt x="2114460" y="2637762"/>
                  </a:lnTo>
                  <a:lnTo>
                    <a:pt x="2114554" y="2637762"/>
                  </a:lnTo>
                  <a:lnTo>
                    <a:pt x="2114647" y="2637762"/>
                  </a:lnTo>
                  <a:lnTo>
                    <a:pt x="2114740" y="2637762"/>
                  </a:lnTo>
                  <a:lnTo>
                    <a:pt x="2114833" y="2637762"/>
                  </a:lnTo>
                  <a:lnTo>
                    <a:pt x="2114927" y="2637762"/>
                  </a:lnTo>
                  <a:lnTo>
                    <a:pt x="2115020" y="2637762"/>
                  </a:lnTo>
                  <a:lnTo>
                    <a:pt x="2115113" y="2637762"/>
                  </a:lnTo>
                  <a:lnTo>
                    <a:pt x="2115206" y="2637762"/>
                  </a:lnTo>
                  <a:lnTo>
                    <a:pt x="2115300" y="2637762"/>
                  </a:lnTo>
                  <a:lnTo>
                    <a:pt x="2115393" y="2637762"/>
                  </a:lnTo>
                  <a:lnTo>
                    <a:pt x="2115486" y="2637762"/>
                  </a:lnTo>
                  <a:lnTo>
                    <a:pt x="2115579" y="2637762"/>
                  </a:lnTo>
                  <a:lnTo>
                    <a:pt x="2115673" y="2637762"/>
                  </a:lnTo>
                  <a:lnTo>
                    <a:pt x="2115766" y="2637762"/>
                  </a:lnTo>
                  <a:lnTo>
                    <a:pt x="2115859" y="2637762"/>
                  </a:lnTo>
                  <a:lnTo>
                    <a:pt x="2115952" y="2637762"/>
                  </a:lnTo>
                  <a:lnTo>
                    <a:pt x="2116045" y="2637762"/>
                  </a:lnTo>
                  <a:lnTo>
                    <a:pt x="2116139" y="2637762"/>
                  </a:lnTo>
                  <a:lnTo>
                    <a:pt x="2116232" y="2637762"/>
                  </a:lnTo>
                  <a:lnTo>
                    <a:pt x="2116325" y="2637762"/>
                  </a:lnTo>
                  <a:lnTo>
                    <a:pt x="2116418" y="2637762"/>
                  </a:lnTo>
                  <a:lnTo>
                    <a:pt x="2116512" y="2637762"/>
                  </a:lnTo>
                  <a:lnTo>
                    <a:pt x="2116605" y="2637762"/>
                  </a:lnTo>
                  <a:lnTo>
                    <a:pt x="2116698" y="2637762"/>
                  </a:lnTo>
                  <a:lnTo>
                    <a:pt x="2116791" y="2637762"/>
                  </a:lnTo>
                  <a:lnTo>
                    <a:pt x="2116885" y="2637762"/>
                  </a:lnTo>
                  <a:lnTo>
                    <a:pt x="2116978" y="2637762"/>
                  </a:lnTo>
                  <a:lnTo>
                    <a:pt x="2117071" y="2637762"/>
                  </a:lnTo>
                  <a:lnTo>
                    <a:pt x="2117164" y="2637762"/>
                  </a:lnTo>
                  <a:lnTo>
                    <a:pt x="2117258" y="2637762"/>
                  </a:lnTo>
                  <a:lnTo>
                    <a:pt x="2117351" y="2637762"/>
                  </a:lnTo>
                  <a:lnTo>
                    <a:pt x="2117444" y="2637762"/>
                  </a:lnTo>
                  <a:lnTo>
                    <a:pt x="2117537" y="2637762"/>
                  </a:lnTo>
                  <a:lnTo>
                    <a:pt x="2117631" y="2637762"/>
                  </a:lnTo>
                  <a:lnTo>
                    <a:pt x="2117724" y="2637762"/>
                  </a:lnTo>
                  <a:lnTo>
                    <a:pt x="2117817" y="2637762"/>
                  </a:lnTo>
                  <a:lnTo>
                    <a:pt x="2117910" y="2637762"/>
                  </a:lnTo>
                  <a:lnTo>
                    <a:pt x="2118004" y="2637762"/>
                  </a:lnTo>
                  <a:lnTo>
                    <a:pt x="2118097" y="2637762"/>
                  </a:lnTo>
                  <a:lnTo>
                    <a:pt x="2118190" y="2637762"/>
                  </a:lnTo>
                  <a:lnTo>
                    <a:pt x="2118283" y="2637762"/>
                  </a:lnTo>
                  <a:lnTo>
                    <a:pt x="2118377" y="2637762"/>
                  </a:lnTo>
                  <a:lnTo>
                    <a:pt x="2118470" y="2637762"/>
                  </a:lnTo>
                  <a:lnTo>
                    <a:pt x="2118563" y="2637762"/>
                  </a:lnTo>
                  <a:lnTo>
                    <a:pt x="2118656" y="2637762"/>
                  </a:lnTo>
                  <a:lnTo>
                    <a:pt x="2118750" y="2637762"/>
                  </a:lnTo>
                  <a:lnTo>
                    <a:pt x="2118843" y="2637762"/>
                  </a:lnTo>
                  <a:lnTo>
                    <a:pt x="2118936" y="2637762"/>
                  </a:lnTo>
                  <a:lnTo>
                    <a:pt x="2119029" y="2637762"/>
                  </a:lnTo>
                  <a:lnTo>
                    <a:pt x="2119123" y="2637762"/>
                  </a:lnTo>
                  <a:lnTo>
                    <a:pt x="2119216" y="2637762"/>
                  </a:lnTo>
                  <a:lnTo>
                    <a:pt x="2119309" y="2637762"/>
                  </a:lnTo>
                  <a:lnTo>
                    <a:pt x="2119402" y="2637762"/>
                  </a:lnTo>
                  <a:lnTo>
                    <a:pt x="2119496" y="2637762"/>
                  </a:lnTo>
                  <a:lnTo>
                    <a:pt x="2119589" y="2637762"/>
                  </a:lnTo>
                  <a:lnTo>
                    <a:pt x="2119682" y="2637762"/>
                  </a:lnTo>
                  <a:lnTo>
                    <a:pt x="2119775" y="2637762"/>
                  </a:lnTo>
                  <a:lnTo>
                    <a:pt x="2119869" y="2637762"/>
                  </a:lnTo>
                  <a:lnTo>
                    <a:pt x="2119962" y="2637762"/>
                  </a:lnTo>
                  <a:lnTo>
                    <a:pt x="2120055" y="2637762"/>
                  </a:lnTo>
                  <a:lnTo>
                    <a:pt x="2120148" y="2637762"/>
                  </a:lnTo>
                  <a:lnTo>
                    <a:pt x="2120242" y="2637762"/>
                  </a:lnTo>
                  <a:lnTo>
                    <a:pt x="2120335" y="2637762"/>
                  </a:lnTo>
                  <a:lnTo>
                    <a:pt x="2120428" y="2637762"/>
                  </a:lnTo>
                  <a:lnTo>
                    <a:pt x="2120521" y="2637762"/>
                  </a:lnTo>
                  <a:lnTo>
                    <a:pt x="2120615" y="2637762"/>
                  </a:lnTo>
                  <a:lnTo>
                    <a:pt x="2120708" y="2637762"/>
                  </a:lnTo>
                  <a:lnTo>
                    <a:pt x="2120801" y="2637762"/>
                  </a:lnTo>
                  <a:lnTo>
                    <a:pt x="2120894" y="2637762"/>
                  </a:lnTo>
                  <a:lnTo>
                    <a:pt x="2120988" y="2637762"/>
                  </a:lnTo>
                  <a:lnTo>
                    <a:pt x="2121081" y="2637762"/>
                  </a:lnTo>
                  <a:lnTo>
                    <a:pt x="2121174" y="2637762"/>
                  </a:lnTo>
                  <a:lnTo>
                    <a:pt x="2121267" y="2637762"/>
                  </a:lnTo>
                  <a:lnTo>
                    <a:pt x="2121361" y="2637762"/>
                  </a:lnTo>
                  <a:lnTo>
                    <a:pt x="2121454" y="2637762"/>
                  </a:lnTo>
                  <a:lnTo>
                    <a:pt x="2121547" y="2637762"/>
                  </a:lnTo>
                  <a:lnTo>
                    <a:pt x="2121640" y="2637762"/>
                  </a:lnTo>
                  <a:lnTo>
                    <a:pt x="2121734" y="2637762"/>
                  </a:lnTo>
                  <a:lnTo>
                    <a:pt x="2121827" y="2637762"/>
                  </a:lnTo>
                  <a:lnTo>
                    <a:pt x="2121920" y="2637762"/>
                  </a:lnTo>
                  <a:lnTo>
                    <a:pt x="2122013" y="2637762"/>
                  </a:lnTo>
                  <a:lnTo>
                    <a:pt x="2122107" y="2637762"/>
                  </a:lnTo>
                  <a:lnTo>
                    <a:pt x="2122200" y="2637762"/>
                  </a:lnTo>
                  <a:lnTo>
                    <a:pt x="2122293" y="2637762"/>
                  </a:lnTo>
                  <a:lnTo>
                    <a:pt x="2122386" y="2637762"/>
                  </a:lnTo>
                  <a:lnTo>
                    <a:pt x="2122480" y="2637762"/>
                  </a:lnTo>
                  <a:lnTo>
                    <a:pt x="2122573" y="2637762"/>
                  </a:lnTo>
                  <a:lnTo>
                    <a:pt x="2122666" y="2637762"/>
                  </a:lnTo>
                  <a:lnTo>
                    <a:pt x="2122759" y="2637762"/>
                  </a:lnTo>
                  <a:lnTo>
                    <a:pt x="2122853" y="2637762"/>
                  </a:lnTo>
                  <a:lnTo>
                    <a:pt x="2122946" y="2637762"/>
                  </a:lnTo>
                  <a:lnTo>
                    <a:pt x="2123039" y="2637762"/>
                  </a:lnTo>
                  <a:lnTo>
                    <a:pt x="2123132" y="2637762"/>
                  </a:lnTo>
                  <a:lnTo>
                    <a:pt x="2123225" y="2637762"/>
                  </a:lnTo>
                  <a:lnTo>
                    <a:pt x="2123319" y="2637762"/>
                  </a:lnTo>
                  <a:lnTo>
                    <a:pt x="2123412" y="2637762"/>
                  </a:lnTo>
                  <a:lnTo>
                    <a:pt x="2123505" y="2637762"/>
                  </a:lnTo>
                  <a:lnTo>
                    <a:pt x="2123598" y="2637762"/>
                  </a:lnTo>
                  <a:lnTo>
                    <a:pt x="2123692" y="2637762"/>
                  </a:lnTo>
                  <a:lnTo>
                    <a:pt x="2123785" y="2637762"/>
                  </a:lnTo>
                  <a:lnTo>
                    <a:pt x="2123878" y="2637762"/>
                  </a:lnTo>
                  <a:lnTo>
                    <a:pt x="2123971" y="2637762"/>
                  </a:lnTo>
                  <a:lnTo>
                    <a:pt x="2124065" y="2637762"/>
                  </a:lnTo>
                  <a:lnTo>
                    <a:pt x="2124158" y="2637762"/>
                  </a:lnTo>
                  <a:lnTo>
                    <a:pt x="2124251" y="2637762"/>
                  </a:lnTo>
                  <a:lnTo>
                    <a:pt x="2124344" y="2637762"/>
                  </a:lnTo>
                  <a:lnTo>
                    <a:pt x="2124438" y="2637762"/>
                  </a:lnTo>
                  <a:lnTo>
                    <a:pt x="2124531" y="2637762"/>
                  </a:lnTo>
                  <a:lnTo>
                    <a:pt x="2124624" y="2637762"/>
                  </a:lnTo>
                  <a:lnTo>
                    <a:pt x="2124717" y="2637762"/>
                  </a:lnTo>
                  <a:lnTo>
                    <a:pt x="2124811" y="2637762"/>
                  </a:lnTo>
                  <a:lnTo>
                    <a:pt x="2124904" y="2637762"/>
                  </a:lnTo>
                  <a:lnTo>
                    <a:pt x="2124997" y="2637762"/>
                  </a:lnTo>
                  <a:lnTo>
                    <a:pt x="2125090" y="2637762"/>
                  </a:lnTo>
                  <a:lnTo>
                    <a:pt x="2125184" y="2637762"/>
                  </a:lnTo>
                  <a:lnTo>
                    <a:pt x="2125277" y="2637762"/>
                  </a:lnTo>
                  <a:lnTo>
                    <a:pt x="2125370" y="2637762"/>
                  </a:lnTo>
                  <a:lnTo>
                    <a:pt x="2125463" y="2637762"/>
                  </a:lnTo>
                  <a:lnTo>
                    <a:pt x="2125557" y="2637762"/>
                  </a:lnTo>
                  <a:lnTo>
                    <a:pt x="2125650" y="2637762"/>
                  </a:lnTo>
                  <a:lnTo>
                    <a:pt x="2125743" y="2637762"/>
                  </a:lnTo>
                  <a:lnTo>
                    <a:pt x="2125836" y="2637762"/>
                  </a:lnTo>
                  <a:lnTo>
                    <a:pt x="2125930" y="2637762"/>
                  </a:lnTo>
                  <a:lnTo>
                    <a:pt x="2126023" y="2637762"/>
                  </a:lnTo>
                  <a:lnTo>
                    <a:pt x="2126116" y="2637762"/>
                  </a:lnTo>
                  <a:lnTo>
                    <a:pt x="2126209" y="2637762"/>
                  </a:lnTo>
                  <a:lnTo>
                    <a:pt x="2126303" y="2637762"/>
                  </a:lnTo>
                  <a:lnTo>
                    <a:pt x="2126396" y="2637762"/>
                  </a:lnTo>
                  <a:lnTo>
                    <a:pt x="2126489" y="2637762"/>
                  </a:lnTo>
                  <a:lnTo>
                    <a:pt x="2126582" y="2637762"/>
                  </a:lnTo>
                  <a:lnTo>
                    <a:pt x="2126676" y="2637762"/>
                  </a:lnTo>
                  <a:lnTo>
                    <a:pt x="2126769" y="2637762"/>
                  </a:lnTo>
                  <a:lnTo>
                    <a:pt x="2126862" y="2637762"/>
                  </a:lnTo>
                  <a:lnTo>
                    <a:pt x="2126955" y="2637762"/>
                  </a:lnTo>
                  <a:lnTo>
                    <a:pt x="2127049" y="2637762"/>
                  </a:lnTo>
                  <a:lnTo>
                    <a:pt x="2127142" y="2637762"/>
                  </a:lnTo>
                  <a:lnTo>
                    <a:pt x="2127235" y="2637762"/>
                  </a:lnTo>
                  <a:lnTo>
                    <a:pt x="2127328" y="2637762"/>
                  </a:lnTo>
                  <a:lnTo>
                    <a:pt x="2127422" y="2637762"/>
                  </a:lnTo>
                  <a:lnTo>
                    <a:pt x="2127515" y="2637762"/>
                  </a:lnTo>
                  <a:lnTo>
                    <a:pt x="2127608" y="2637762"/>
                  </a:lnTo>
                  <a:lnTo>
                    <a:pt x="2127701" y="2637762"/>
                  </a:lnTo>
                  <a:lnTo>
                    <a:pt x="2127795" y="2637762"/>
                  </a:lnTo>
                  <a:lnTo>
                    <a:pt x="2127888" y="2637762"/>
                  </a:lnTo>
                  <a:lnTo>
                    <a:pt x="2127981" y="2637762"/>
                  </a:lnTo>
                  <a:lnTo>
                    <a:pt x="2128074" y="2637762"/>
                  </a:lnTo>
                  <a:lnTo>
                    <a:pt x="2128168" y="2637762"/>
                  </a:lnTo>
                  <a:lnTo>
                    <a:pt x="2128261" y="2637762"/>
                  </a:lnTo>
                  <a:lnTo>
                    <a:pt x="2128354" y="2637762"/>
                  </a:lnTo>
                  <a:lnTo>
                    <a:pt x="2128447" y="2637762"/>
                  </a:lnTo>
                  <a:lnTo>
                    <a:pt x="2128541" y="2637762"/>
                  </a:lnTo>
                  <a:lnTo>
                    <a:pt x="2128634" y="2637762"/>
                  </a:lnTo>
                  <a:lnTo>
                    <a:pt x="2128727" y="2637762"/>
                  </a:lnTo>
                  <a:lnTo>
                    <a:pt x="2128820" y="2637762"/>
                  </a:lnTo>
                  <a:lnTo>
                    <a:pt x="2128914" y="2637762"/>
                  </a:lnTo>
                  <a:lnTo>
                    <a:pt x="2129007" y="2637762"/>
                  </a:lnTo>
                  <a:lnTo>
                    <a:pt x="2129100" y="2637762"/>
                  </a:lnTo>
                  <a:lnTo>
                    <a:pt x="2129193" y="2637762"/>
                  </a:lnTo>
                  <a:lnTo>
                    <a:pt x="2129287" y="2637762"/>
                  </a:lnTo>
                  <a:lnTo>
                    <a:pt x="2129380" y="2637762"/>
                  </a:lnTo>
                  <a:lnTo>
                    <a:pt x="2129473" y="2637762"/>
                  </a:lnTo>
                  <a:lnTo>
                    <a:pt x="2129566" y="2637762"/>
                  </a:lnTo>
                  <a:lnTo>
                    <a:pt x="2129660" y="2637762"/>
                  </a:lnTo>
                  <a:lnTo>
                    <a:pt x="2129753" y="2637762"/>
                  </a:lnTo>
                  <a:lnTo>
                    <a:pt x="2129846" y="2637762"/>
                  </a:lnTo>
                  <a:lnTo>
                    <a:pt x="2129939" y="2637762"/>
                  </a:lnTo>
                  <a:lnTo>
                    <a:pt x="2130032" y="2637762"/>
                  </a:lnTo>
                  <a:lnTo>
                    <a:pt x="2130126" y="2637762"/>
                  </a:lnTo>
                  <a:lnTo>
                    <a:pt x="2130219" y="2637762"/>
                  </a:lnTo>
                  <a:lnTo>
                    <a:pt x="2130312" y="2637762"/>
                  </a:lnTo>
                  <a:lnTo>
                    <a:pt x="2130405" y="2637762"/>
                  </a:lnTo>
                  <a:lnTo>
                    <a:pt x="2130499" y="2637762"/>
                  </a:lnTo>
                  <a:lnTo>
                    <a:pt x="2130592" y="2637762"/>
                  </a:lnTo>
                  <a:lnTo>
                    <a:pt x="2130685" y="2637762"/>
                  </a:lnTo>
                  <a:lnTo>
                    <a:pt x="2130778" y="2637762"/>
                  </a:lnTo>
                  <a:lnTo>
                    <a:pt x="2130872" y="2637762"/>
                  </a:lnTo>
                  <a:lnTo>
                    <a:pt x="2130965" y="2637762"/>
                  </a:lnTo>
                  <a:lnTo>
                    <a:pt x="2131058" y="2637762"/>
                  </a:lnTo>
                  <a:lnTo>
                    <a:pt x="2131151" y="2637762"/>
                  </a:lnTo>
                  <a:lnTo>
                    <a:pt x="2131245" y="2637762"/>
                  </a:lnTo>
                  <a:lnTo>
                    <a:pt x="2131338" y="2637762"/>
                  </a:lnTo>
                  <a:lnTo>
                    <a:pt x="2131431" y="2637762"/>
                  </a:lnTo>
                  <a:lnTo>
                    <a:pt x="2131524" y="2637762"/>
                  </a:lnTo>
                  <a:lnTo>
                    <a:pt x="2131618" y="2637762"/>
                  </a:lnTo>
                  <a:lnTo>
                    <a:pt x="2131711" y="2637762"/>
                  </a:lnTo>
                  <a:lnTo>
                    <a:pt x="2131804" y="2637762"/>
                  </a:lnTo>
                  <a:lnTo>
                    <a:pt x="2131897" y="2637762"/>
                  </a:lnTo>
                  <a:lnTo>
                    <a:pt x="2131991" y="2637762"/>
                  </a:lnTo>
                  <a:lnTo>
                    <a:pt x="2132084" y="2637762"/>
                  </a:lnTo>
                  <a:lnTo>
                    <a:pt x="2132177" y="2637762"/>
                  </a:lnTo>
                  <a:lnTo>
                    <a:pt x="2132270" y="2637762"/>
                  </a:lnTo>
                  <a:lnTo>
                    <a:pt x="2132364" y="2637762"/>
                  </a:lnTo>
                  <a:lnTo>
                    <a:pt x="2132457" y="2637762"/>
                  </a:lnTo>
                  <a:lnTo>
                    <a:pt x="2132550" y="2637762"/>
                  </a:lnTo>
                  <a:lnTo>
                    <a:pt x="2132643" y="2637762"/>
                  </a:lnTo>
                  <a:lnTo>
                    <a:pt x="2132737" y="2637762"/>
                  </a:lnTo>
                  <a:lnTo>
                    <a:pt x="2132830" y="2637762"/>
                  </a:lnTo>
                  <a:lnTo>
                    <a:pt x="2132923" y="2637762"/>
                  </a:lnTo>
                  <a:lnTo>
                    <a:pt x="2133016" y="2637762"/>
                  </a:lnTo>
                  <a:lnTo>
                    <a:pt x="2133110" y="2637762"/>
                  </a:lnTo>
                  <a:lnTo>
                    <a:pt x="2133203" y="2637762"/>
                  </a:lnTo>
                  <a:lnTo>
                    <a:pt x="2133296" y="2637762"/>
                  </a:lnTo>
                  <a:lnTo>
                    <a:pt x="2133389" y="2637762"/>
                  </a:lnTo>
                  <a:lnTo>
                    <a:pt x="2133483" y="2637762"/>
                  </a:lnTo>
                  <a:lnTo>
                    <a:pt x="2133576" y="2637762"/>
                  </a:lnTo>
                  <a:lnTo>
                    <a:pt x="2133669" y="2637762"/>
                  </a:lnTo>
                  <a:lnTo>
                    <a:pt x="2133762" y="2637762"/>
                  </a:lnTo>
                  <a:lnTo>
                    <a:pt x="2133856" y="2637762"/>
                  </a:lnTo>
                  <a:lnTo>
                    <a:pt x="2133949" y="2637762"/>
                  </a:lnTo>
                  <a:lnTo>
                    <a:pt x="2134042" y="2637762"/>
                  </a:lnTo>
                  <a:lnTo>
                    <a:pt x="2134135" y="2637762"/>
                  </a:lnTo>
                  <a:lnTo>
                    <a:pt x="2134229" y="2637762"/>
                  </a:lnTo>
                  <a:lnTo>
                    <a:pt x="2134322" y="2637762"/>
                  </a:lnTo>
                  <a:lnTo>
                    <a:pt x="2134415" y="2637762"/>
                  </a:lnTo>
                  <a:lnTo>
                    <a:pt x="2134508" y="2637762"/>
                  </a:lnTo>
                  <a:lnTo>
                    <a:pt x="2134602" y="2637762"/>
                  </a:lnTo>
                  <a:lnTo>
                    <a:pt x="2134695" y="2637762"/>
                  </a:lnTo>
                  <a:lnTo>
                    <a:pt x="2134788" y="2637762"/>
                  </a:lnTo>
                  <a:lnTo>
                    <a:pt x="2134881" y="2637762"/>
                  </a:lnTo>
                  <a:lnTo>
                    <a:pt x="2134975" y="2637762"/>
                  </a:lnTo>
                  <a:lnTo>
                    <a:pt x="2135068" y="2637762"/>
                  </a:lnTo>
                  <a:lnTo>
                    <a:pt x="2135161" y="2637762"/>
                  </a:lnTo>
                  <a:lnTo>
                    <a:pt x="2135254" y="2637762"/>
                  </a:lnTo>
                  <a:lnTo>
                    <a:pt x="2135348" y="2637762"/>
                  </a:lnTo>
                  <a:lnTo>
                    <a:pt x="2135441" y="2637762"/>
                  </a:lnTo>
                  <a:lnTo>
                    <a:pt x="2135534" y="2637762"/>
                  </a:lnTo>
                  <a:lnTo>
                    <a:pt x="2135627" y="2637762"/>
                  </a:lnTo>
                  <a:lnTo>
                    <a:pt x="2135721" y="2637762"/>
                  </a:lnTo>
                  <a:lnTo>
                    <a:pt x="2135814" y="2637762"/>
                  </a:lnTo>
                  <a:lnTo>
                    <a:pt x="2135907" y="2637762"/>
                  </a:lnTo>
                  <a:lnTo>
                    <a:pt x="2136000" y="2637762"/>
                  </a:lnTo>
                  <a:lnTo>
                    <a:pt x="2136094" y="2637762"/>
                  </a:lnTo>
                  <a:lnTo>
                    <a:pt x="2136187" y="2637762"/>
                  </a:lnTo>
                  <a:lnTo>
                    <a:pt x="2136280" y="2637762"/>
                  </a:lnTo>
                  <a:lnTo>
                    <a:pt x="2136373" y="2637762"/>
                  </a:lnTo>
                  <a:lnTo>
                    <a:pt x="2136467" y="2637762"/>
                  </a:lnTo>
                  <a:lnTo>
                    <a:pt x="2136560" y="2637762"/>
                  </a:lnTo>
                  <a:lnTo>
                    <a:pt x="2136653" y="2637762"/>
                  </a:lnTo>
                  <a:lnTo>
                    <a:pt x="2136746" y="2637762"/>
                  </a:lnTo>
                  <a:lnTo>
                    <a:pt x="2136840" y="2637762"/>
                  </a:lnTo>
                  <a:lnTo>
                    <a:pt x="2136933" y="2637762"/>
                  </a:lnTo>
                  <a:lnTo>
                    <a:pt x="2137026" y="2637762"/>
                  </a:lnTo>
                  <a:lnTo>
                    <a:pt x="2137119" y="2637762"/>
                  </a:lnTo>
                  <a:lnTo>
                    <a:pt x="2137212" y="2637762"/>
                  </a:lnTo>
                  <a:lnTo>
                    <a:pt x="2137306" y="2637762"/>
                  </a:lnTo>
                  <a:lnTo>
                    <a:pt x="2137399" y="2637762"/>
                  </a:lnTo>
                  <a:lnTo>
                    <a:pt x="2137492" y="2637762"/>
                  </a:lnTo>
                  <a:lnTo>
                    <a:pt x="2137585" y="2637762"/>
                  </a:lnTo>
                  <a:lnTo>
                    <a:pt x="2137679" y="2637762"/>
                  </a:lnTo>
                  <a:lnTo>
                    <a:pt x="2137772" y="2637762"/>
                  </a:lnTo>
                  <a:lnTo>
                    <a:pt x="2137865" y="2637762"/>
                  </a:lnTo>
                  <a:lnTo>
                    <a:pt x="2137958" y="2637762"/>
                  </a:lnTo>
                  <a:lnTo>
                    <a:pt x="2138052" y="2637762"/>
                  </a:lnTo>
                  <a:lnTo>
                    <a:pt x="2138145" y="2637762"/>
                  </a:lnTo>
                  <a:lnTo>
                    <a:pt x="2138238" y="2637762"/>
                  </a:lnTo>
                  <a:lnTo>
                    <a:pt x="2138331" y="2637762"/>
                  </a:lnTo>
                  <a:lnTo>
                    <a:pt x="2138425" y="2637762"/>
                  </a:lnTo>
                  <a:lnTo>
                    <a:pt x="2138518" y="2637762"/>
                  </a:lnTo>
                  <a:lnTo>
                    <a:pt x="2138611" y="2637762"/>
                  </a:lnTo>
                  <a:lnTo>
                    <a:pt x="2138704" y="2637762"/>
                  </a:lnTo>
                  <a:lnTo>
                    <a:pt x="2138798" y="2637762"/>
                  </a:lnTo>
                  <a:lnTo>
                    <a:pt x="2138891" y="2637762"/>
                  </a:lnTo>
                  <a:lnTo>
                    <a:pt x="2138984" y="2637762"/>
                  </a:lnTo>
                  <a:lnTo>
                    <a:pt x="2139077" y="2637762"/>
                  </a:lnTo>
                  <a:lnTo>
                    <a:pt x="2139171" y="2637762"/>
                  </a:lnTo>
                  <a:lnTo>
                    <a:pt x="2139264" y="2637762"/>
                  </a:lnTo>
                  <a:lnTo>
                    <a:pt x="2139357" y="2637762"/>
                  </a:lnTo>
                  <a:lnTo>
                    <a:pt x="2139450" y="2637762"/>
                  </a:lnTo>
                  <a:lnTo>
                    <a:pt x="2139544" y="2637762"/>
                  </a:lnTo>
                  <a:lnTo>
                    <a:pt x="2139637" y="2637762"/>
                  </a:lnTo>
                  <a:lnTo>
                    <a:pt x="2139730" y="2637762"/>
                  </a:lnTo>
                  <a:lnTo>
                    <a:pt x="2139823" y="2637762"/>
                  </a:lnTo>
                  <a:lnTo>
                    <a:pt x="2139917" y="2637762"/>
                  </a:lnTo>
                  <a:lnTo>
                    <a:pt x="2140010" y="2637762"/>
                  </a:lnTo>
                  <a:lnTo>
                    <a:pt x="2140103" y="2637762"/>
                  </a:lnTo>
                  <a:lnTo>
                    <a:pt x="2140196" y="2637762"/>
                  </a:lnTo>
                  <a:lnTo>
                    <a:pt x="2140290" y="2637762"/>
                  </a:lnTo>
                  <a:lnTo>
                    <a:pt x="2140383" y="2637762"/>
                  </a:lnTo>
                  <a:lnTo>
                    <a:pt x="2140476" y="2637762"/>
                  </a:lnTo>
                  <a:lnTo>
                    <a:pt x="2140569" y="2637762"/>
                  </a:lnTo>
                  <a:lnTo>
                    <a:pt x="2140663" y="2637762"/>
                  </a:lnTo>
                  <a:lnTo>
                    <a:pt x="2140756" y="2637762"/>
                  </a:lnTo>
                  <a:lnTo>
                    <a:pt x="2140849" y="2637762"/>
                  </a:lnTo>
                  <a:lnTo>
                    <a:pt x="2140942" y="2637762"/>
                  </a:lnTo>
                  <a:lnTo>
                    <a:pt x="2141036" y="2637762"/>
                  </a:lnTo>
                  <a:lnTo>
                    <a:pt x="2141129" y="2637762"/>
                  </a:lnTo>
                  <a:lnTo>
                    <a:pt x="2141222" y="2637762"/>
                  </a:lnTo>
                  <a:lnTo>
                    <a:pt x="2141315" y="2637762"/>
                  </a:lnTo>
                  <a:lnTo>
                    <a:pt x="2141409" y="2637762"/>
                  </a:lnTo>
                  <a:lnTo>
                    <a:pt x="2141502" y="2637762"/>
                  </a:lnTo>
                  <a:lnTo>
                    <a:pt x="2141595" y="2637762"/>
                  </a:lnTo>
                  <a:lnTo>
                    <a:pt x="2141688" y="2637762"/>
                  </a:lnTo>
                  <a:lnTo>
                    <a:pt x="2141782" y="2637762"/>
                  </a:lnTo>
                  <a:lnTo>
                    <a:pt x="2141875" y="2637762"/>
                  </a:lnTo>
                  <a:lnTo>
                    <a:pt x="2141968" y="2637762"/>
                  </a:lnTo>
                  <a:lnTo>
                    <a:pt x="2142061" y="2637762"/>
                  </a:lnTo>
                  <a:lnTo>
                    <a:pt x="2142155" y="2637762"/>
                  </a:lnTo>
                  <a:lnTo>
                    <a:pt x="2142248" y="2637762"/>
                  </a:lnTo>
                  <a:lnTo>
                    <a:pt x="2142341" y="2637762"/>
                  </a:lnTo>
                  <a:lnTo>
                    <a:pt x="2142434" y="2637762"/>
                  </a:lnTo>
                  <a:lnTo>
                    <a:pt x="2142528" y="2637762"/>
                  </a:lnTo>
                  <a:lnTo>
                    <a:pt x="2142621" y="2637762"/>
                  </a:lnTo>
                  <a:lnTo>
                    <a:pt x="2142714" y="2637762"/>
                  </a:lnTo>
                  <a:lnTo>
                    <a:pt x="2142807" y="2637762"/>
                  </a:lnTo>
                  <a:lnTo>
                    <a:pt x="2142901" y="2637762"/>
                  </a:lnTo>
                  <a:lnTo>
                    <a:pt x="2142994" y="2637762"/>
                  </a:lnTo>
                  <a:lnTo>
                    <a:pt x="2143087" y="2637762"/>
                  </a:lnTo>
                  <a:lnTo>
                    <a:pt x="2143180" y="2637762"/>
                  </a:lnTo>
                  <a:lnTo>
                    <a:pt x="2143274" y="2637762"/>
                  </a:lnTo>
                  <a:lnTo>
                    <a:pt x="2143367" y="2637762"/>
                  </a:lnTo>
                  <a:lnTo>
                    <a:pt x="2143460" y="2637762"/>
                  </a:lnTo>
                  <a:lnTo>
                    <a:pt x="2143553" y="2637762"/>
                  </a:lnTo>
                  <a:lnTo>
                    <a:pt x="2143647" y="2637762"/>
                  </a:lnTo>
                  <a:lnTo>
                    <a:pt x="2143740" y="2637762"/>
                  </a:lnTo>
                  <a:lnTo>
                    <a:pt x="2143833" y="2637762"/>
                  </a:lnTo>
                  <a:lnTo>
                    <a:pt x="2143926" y="2637762"/>
                  </a:lnTo>
                  <a:lnTo>
                    <a:pt x="2144019" y="2637762"/>
                  </a:lnTo>
                  <a:lnTo>
                    <a:pt x="2144113" y="2637762"/>
                  </a:lnTo>
                  <a:lnTo>
                    <a:pt x="2144206" y="2637762"/>
                  </a:lnTo>
                  <a:lnTo>
                    <a:pt x="2144299" y="2637762"/>
                  </a:lnTo>
                  <a:lnTo>
                    <a:pt x="2144392" y="2637762"/>
                  </a:lnTo>
                  <a:lnTo>
                    <a:pt x="2144486" y="2637762"/>
                  </a:lnTo>
                  <a:lnTo>
                    <a:pt x="2144579" y="2637762"/>
                  </a:lnTo>
                  <a:lnTo>
                    <a:pt x="2144672" y="2637762"/>
                  </a:lnTo>
                  <a:lnTo>
                    <a:pt x="2144765" y="2637762"/>
                  </a:lnTo>
                  <a:lnTo>
                    <a:pt x="2144859" y="2637762"/>
                  </a:lnTo>
                  <a:lnTo>
                    <a:pt x="2144952" y="2637762"/>
                  </a:lnTo>
                  <a:lnTo>
                    <a:pt x="2145045" y="2637762"/>
                  </a:lnTo>
                  <a:lnTo>
                    <a:pt x="2145138" y="2637762"/>
                  </a:lnTo>
                  <a:lnTo>
                    <a:pt x="2145232" y="2637762"/>
                  </a:lnTo>
                  <a:lnTo>
                    <a:pt x="2145325" y="2637762"/>
                  </a:lnTo>
                  <a:lnTo>
                    <a:pt x="2145418" y="2637762"/>
                  </a:lnTo>
                  <a:lnTo>
                    <a:pt x="2145511" y="2637762"/>
                  </a:lnTo>
                  <a:lnTo>
                    <a:pt x="2145605" y="2637762"/>
                  </a:lnTo>
                  <a:lnTo>
                    <a:pt x="2145698" y="2637762"/>
                  </a:lnTo>
                  <a:lnTo>
                    <a:pt x="2145791" y="2637762"/>
                  </a:lnTo>
                  <a:lnTo>
                    <a:pt x="2145884" y="2637762"/>
                  </a:lnTo>
                  <a:lnTo>
                    <a:pt x="2145978" y="2637762"/>
                  </a:lnTo>
                  <a:lnTo>
                    <a:pt x="2146071" y="2637762"/>
                  </a:lnTo>
                  <a:lnTo>
                    <a:pt x="2146164" y="2637762"/>
                  </a:lnTo>
                  <a:lnTo>
                    <a:pt x="2146257" y="2637762"/>
                  </a:lnTo>
                  <a:lnTo>
                    <a:pt x="2146351" y="2637762"/>
                  </a:lnTo>
                  <a:lnTo>
                    <a:pt x="2146444" y="2637762"/>
                  </a:lnTo>
                  <a:lnTo>
                    <a:pt x="2146537" y="2637762"/>
                  </a:lnTo>
                  <a:lnTo>
                    <a:pt x="2146630" y="2637762"/>
                  </a:lnTo>
                  <a:lnTo>
                    <a:pt x="2146724" y="2637762"/>
                  </a:lnTo>
                  <a:lnTo>
                    <a:pt x="2146817" y="2637762"/>
                  </a:lnTo>
                  <a:lnTo>
                    <a:pt x="2146910" y="2637762"/>
                  </a:lnTo>
                  <a:lnTo>
                    <a:pt x="2147003" y="2637762"/>
                  </a:lnTo>
                  <a:lnTo>
                    <a:pt x="2147097" y="2637762"/>
                  </a:lnTo>
                  <a:lnTo>
                    <a:pt x="2147190" y="2637762"/>
                  </a:lnTo>
                  <a:lnTo>
                    <a:pt x="2147283" y="2637762"/>
                  </a:lnTo>
                  <a:lnTo>
                    <a:pt x="2147376" y="2637762"/>
                  </a:lnTo>
                  <a:lnTo>
                    <a:pt x="2147470" y="2637762"/>
                  </a:lnTo>
                  <a:lnTo>
                    <a:pt x="2147563" y="2637762"/>
                  </a:lnTo>
                  <a:lnTo>
                    <a:pt x="2147656" y="2637762"/>
                  </a:lnTo>
                  <a:lnTo>
                    <a:pt x="2147749" y="2637762"/>
                  </a:lnTo>
                  <a:lnTo>
                    <a:pt x="2147843" y="2637762"/>
                  </a:lnTo>
                  <a:lnTo>
                    <a:pt x="2147936" y="2637762"/>
                  </a:lnTo>
                  <a:lnTo>
                    <a:pt x="2148029" y="2637762"/>
                  </a:lnTo>
                  <a:lnTo>
                    <a:pt x="2148122" y="2637762"/>
                  </a:lnTo>
                  <a:lnTo>
                    <a:pt x="2148216" y="2637762"/>
                  </a:lnTo>
                  <a:lnTo>
                    <a:pt x="2148309" y="2637762"/>
                  </a:lnTo>
                  <a:lnTo>
                    <a:pt x="2148402" y="2637762"/>
                  </a:lnTo>
                  <a:lnTo>
                    <a:pt x="2148495" y="2637762"/>
                  </a:lnTo>
                  <a:lnTo>
                    <a:pt x="2148589" y="2637762"/>
                  </a:lnTo>
                  <a:lnTo>
                    <a:pt x="2148682" y="2637762"/>
                  </a:lnTo>
                  <a:lnTo>
                    <a:pt x="2148775" y="2637762"/>
                  </a:lnTo>
                  <a:lnTo>
                    <a:pt x="2148868" y="2637762"/>
                  </a:lnTo>
                  <a:lnTo>
                    <a:pt x="2148962" y="2637762"/>
                  </a:lnTo>
                  <a:lnTo>
                    <a:pt x="2149055" y="2637762"/>
                  </a:lnTo>
                  <a:lnTo>
                    <a:pt x="2149148" y="2637762"/>
                  </a:lnTo>
                  <a:lnTo>
                    <a:pt x="2149241" y="2637762"/>
                  </a:lnTo>
                  <a:lnTo>
                    <a:pt x="2149335" y="2637762"/>
                  </a:lnTo>
                  <a:lnTo>
                    <a:pt x="2149428" y="2637762"/>
                  </a:lnTo>
                  <a:lnTo>
                    <a:pt x="2149521" y="2637762"/>
                  </a:lnTo>
                  <a:lnTo>
                    <a:pt x="2149614" y="2637762"/>
                  </a:lnTo>
                  <a:lnTo>
                    <a:pt x="2149708" y="2637762"/>
                  </a:lnTo>
                  <a:lnTo>
                    <a:pt x="2149801" y="2637762"/>
                  </a:lnTo>
                  <a:lnTo>
                    <a:pt x="2149894" y="2637762"/>
                  </a:lnTo>
                  <a:lnTo>
                    <a:pt x="2149987" y="2637762"/>
                  </a:lnTo>
                  <a:lnTo>
                    <a:pt x="2150081" y="2637762"/>
                  </a:lnTo>
                  <a:lnTo>
                    <a:pt x="2150174" y="2637762"/>
                  </a:lnTo>
                  <a:lnTo>
                    <a:pt x="2150267" y="2637762"/>
                  </a:lnTo>
                  <a:lnTo>
                    <a:pt x="2150360" y="2637762"/>
                  </a:lnTo>
                  <a:lnTo>
                    <a:pt x="2150454" y="2637762"/>
                  </a:lnTo>
                  <a:lnTo>
                    <a:pt x="2150547" y="2637762"/>
                  </a:lnTo>
                  <a:lnTo>
                    <a:pt x="2150640" y="2637762"/>
                  </a:lnTo>
                  <a:lnTo>
                    <a:pt x="2150733" y="2637762"/>
                  </a:lnTo>
                  <a:lnTo>
                    <a:pt x="2150826" y="2637762"/>
                  </a:lnTo>
                  <a:lnTo>
                    <a:pt x="2150920" y="2637762"/>
                  </a:lnTo>
                  <a:lnTo>
                    <a:pt x="2151013" y="2637762"/>
                  </a:lnTo>
                  <a:lnTo>
                    <a:pt x="2151106" y="2637762"/>
                  </a:lnTo>
                  <a:lnTo>
                    <a:pt x="2151199" y="2637762"/>
                  </a:lnTo>
                  <a:lnTo>
                    <a:pt x="2151293" y="2637762"/>
                  </a:lnTo>
                  <a:lnTo>
                    <a:pt x="2151386" y="2637762"/>
                  </a:lnTo>
                  <a:lnTo>
                    <a:pt x="2151479" y="2637762"/>
                  </a:lnTo>
                  <a:lnTo>
                    <a:pt x="2151572" y="2637762"/>
                  </a:lnTo>
                  <a:lnTo>
                    <a:pt x="2151666" y="2637762"/>
                  </a:lnTo>
                  <a:lnTo>
                    <a:pt x="2151759" y="2637762"/>
                  </a:lnTo>
                  <a:lnTo>
                    <a:pt x="2151852" y="2637762"/>
                  </a:lnTo>
                  <a:lnTo>
                    <a:pt x="2151945" y="2637762"/>
                  </a:lnTo>
                  <a:lnTo>
                    <a:pt x="2152039" y="2637762"/>
                  </a:lnTo>
                  <a:lnTo>
                    <a:pt x="2152132" y="2637762"/>
                  </a:lnTo>
                  <a:lnTo>
                    <a:pt x="2152225" y="2637762"/>
                  </a:lnTo>
                  <a:lnTo>
                    <a:pt x="2152318" y="2637762"/>
                  </a:lnTo>
                  <a:lnTo>
                    <a:pt x="2152412" y="2637762"/>
                  </a:lnTo>
                  <a:lnTo>
                    <a:pt x="2152505" y="2637762"/>
                  </a:lnTo>
                  <a:lnTo>
                    <a:pt x="2152598" y="2637762"/>
                  </a:lnTo>
                  <a:lnTo>
                    <a:pt x="2152691" y="2637762"/>
                  </a:lnTo>
                  <a:lnTo>
                    <a:pt x="2152785" y="2637762"/>
                  </a:lnTo>
                  <a:lnTo>
                    <a:pt x="2152878" y="2637762"/>
                  </a:lnTo>
                  <a:lnTo>
                    <a:pt x="2152971" y="2637762"/>
                  </a:lnTo>
                  <a:lnTo>
                    <a:pt x="2153064" y="2637762"/>
                  </a:lnTo>
                  <a:lnTo>
                    <a:pt x="2153158" y="2637762"/>
                  </a:lnTo>
                  <a:lnTo>
                    <a:pt x="2153251" y="2637762"/>
                  </a:lnTo>
                  <a:lnTo>
                    <a:pt x="2153344" y="2637762"/>
                  </a:lnTo>
                  <a:lnTo>
                    <a:pt x="2153437" y="2637762"/>
                  </a:lnTo>
                  <a:lnTo>
                    <a:pt x="2153531" y="2637762"/>
                  </a:lnTo>
                  <a:lnTo>
                    <a:pt x="2153624" y="2637762"/>
                  </a:lnTo>
                  <a:lnTo>
                    <a:pt x="2153717" y="2637762"/>
                  </a:lnTo>
                  <a:lnTo>
                    <a:pt x="2153810" y="2637762"/>
                  </a:lnTo>
                  <a:lnTo>
                    <a:pt x="2153810" y="2627809"/>
                  </a:lnTo>
                  <a:lnTo>
                    <a:pt x="2153904" y="2627809"/>
                  </a:lnTo>
                  <a:lnTo>
                    <a:pt x="2153997" y="2627809"/>
                  </a:lnTo>
                  <a:lnTo>
                    <a:pt x="2154090" y="2627809"/>
                  </a:lnTo>
                  <a:lnTo>
                    <a:pt x="2154183" y="2627809"/>
                  </a:lnTo>
                  <a:lnTo>
                    <a:pt x="2154277" y="2627809"/>
                  </a:lnTo>
                  <a:lnTo>
                    <a:pt x="2154370" y="2627809"/>
                  </a:lnTo>
                  <a:lnTo>
                    <a:pt x="2154463" y="2627809"/>
                  </a:lnTo>
                  <a:lnTo>
                    <a:pt x="2154556" y="2627809"/>
                  </a:lnTo>
                  <a:lnTo>
                    <a:pt x="2154650" y="2627809"/>
                  </a:lnTo>
                  <a:lnTo>
                    <a:pt x="2154743" y="2627809"/>
                  </a:lnTo>
                  <a:lnTo>
                    <a:pt x="2154836" y="2627809"/>
                  </a:lnTo>
                  <a:lnTo>
                    <a:pt x="2154929" y="2627809"/>
                  </a:lnTo>
                  <a:lnTo>
                    <a:pt x="2155023" y="2627809"/>
                  </a:lnTo>
                  <a:lnTo>
                    <a:pt x="2155116" y="2627809"/>
                  </a:lnTo>
                  <a:lnTo>
                    <a:pt x="2155209" y="2627809"/>
                  </a:lnTo>
                  <a:lnTo>
                    <a:pt x="2155302" y="2627809"/>
                  </a:lnTo>
                  <a:lnTo>
                    <a:pt x="2155396" y="2627809"/>
                  </a:lnTo>
                  <a:lnTo>
                    <a:pt x="2155489" y="2627809"/>
                  </a:lnTo>
                  <a:lnTo>
                    <a:pt x="2155582" y="2627809"/>
                  </a:lnTo>
                  <a:lnTo>
                    <a:pt x="2155675" y="2627809"/>
                  </a:lnTo>
                  <a:lnTo>
                    <a:pt x="2155675" y="2617855"/>
                  </a:lnTo>
                  <a:lnTo>
                    <a:pt x="2155769" y="2617855"/>
                  </a:lnTo>
                  <a:lnTo>
                    <a:pt x="2155862" y="2617855"/>
                  </a:lnTo>
                  <a:lnTo>
                    <a:pt x="2155955" y="2617855"/>
                  </a:lnTo>
                  <a:lnTo>
                    <a:pt x="2156048" y="2617855"/>
                  </a:lnTo>
                  <a:lnTo>
                    <a:pt x="2156142" y="2617855"/>
                  </a:lnTo>
                  <a:lnTo>
                    <a:pt x="2156235" y="2617855"/>
                  </a:lnTo>
                  <a:lnTo>
                    <a:pt x="2156328" y="2617855"/>
                  </a:lnTo>
                  <a:lnTo>
                    <a:pt x="2156421" y="2617855"/>
                  </a:lnTo>
                  <a:lnTo>
                    <a:pt x="2156515" y="2617855"/>
                  </a:lnTo>
                  <a:lnTo>
                    <a:pt x="2156608" y="2617855"/>
                  </a:lnTo>
                  <a:lnTo>
                    <a:pt x="2156701" y="2617855"/>
                  </a:lnTo>
                  <a:lnTo>
                    <a:pt x="2156794" y="2617855"/>
                  </a:lnTo>
                  <a:lnTo>
                    <a:pt x="2156888" y="2617855"/>
                  </a:lnTo>
                  <a:lnTo>
                    <a:pt x="2156981" y="2617855"/>
                  </a:lnTo>
                  <a:lnTo>
                    <a:pt x="2156981" y="2607901"/>
                  </a:lnTo>
                  <a:lnTo>
                    <a:pt x="2157074" y="2607901"/>
                  </a:lnTo>
                  <a:lnTo>
                    <a:pt x="2157167" y="2607901"/>
                  </a:lnTo>
                  <a:lnTo>
                    <a:pt x="2157261" y="2607901"/>
                  </a:lnTo>
                  <a:lnTo>
                    <a:pt x="2157354" y="2607901"/>
                  </a:lnTo>
                  <a:lnTo>
                    <a:pt x="2157447" y="2607901"/>
                  </a:lnTo>
                  <a:lnTo>
                    <a:pt x="2157540" y="2607901"/>
                  </a:lnTo>
                  <a:lnTo>
                    <a:pt x="2157634" y="2607901"/>
                  </a:lnTo>
                  <a:lnTo>
                    <a:pt x="2157727" y="2607901"/>
                  </a:lnTo>
                  <a:lnTo>
                    <a:pt x="2157820" y="2607901"/>
                  </a:lnTo>
                  <a:lnTo>
                    <a:pt x="2157913" y="2607901"/>
                  </a:lnTo>
                  <a:lnTo>
                    <a:pt x="2158006" y="2607901"/>
                  </a:lnTo>
                  <a:lnTo>
                    <a:pt x="2158100" y="2607901"/>
                  </a:lnTo>
                  <a:lnTo>
                    <a:pt x="2158193" y="2607901"/>
                  </a:lnTo>
                  <a:lnTo>
                    <a:pt x="2158286" y="2607901"/>
                  </a:lnTo>
                  <a:lnTo>
                    <a:pt x="2158379" y="2607901"/>
                  </a:lnTo>
                  <a:lnTo>
                    <a:pt x="2158473" y="2607901"/>
                  </a:lnTo>
                  <a:lnTo>
                    <a:pt x="2158566" y="2607901"/>
                  </a:lnTo>
                  <a:lnTo>
                    <a:pt x="2158659" y="2607901"/>
                  </a:lnTo>
                  <a:lnTo>
                    <a:pt x="2158752" y="2607901"/>
                  </a:lnTo>
                  <a:lnTo>
                    <a:pt x="2158846" y="2607901"/>
                  </a:lnTo>
                  <a:lnTo>
                    <a:pt x="2158939" y="2607901"/>
                  </a:lnTo>
                  <a:lnTo>
                    <a:pt x="2159032" y="2607901"/>
                  </a:lnTo>
                  <a:lnTo>
                    <a:pt x="2159125" y="2607901"/>
                  </a:lnTo>
                  <a:lnTo>
                    <a:pt x="2159219" y="2607901"/>
                  </a:lnTo>
                  <a:lnTo>
                    <a:pt x="2159312" y="2607901"/>
                  </a:lnTo>
                  <a:lnTo>
                    <a:pt x="2159405" y="2607901"/>
                  </a:lnTo>
                  <a:lnTo>
                    <a:pt x="2159498" y="2607901"/>
                  </a:lnTo>
                  <a:lnTo>
                    <a:pt x="2159592" y="2607901"/>
                  </a:lnTo>
                  <a:lnTo>
                    <a:pt x="2159685" y="2607901"/>
                  </a:lnTo>
                  <a:lnTo>
                    <a:pt x="2159778" y="2607901"/>
                  </a:lnTo>
                  <a:lnTo>
                    <a:pt x="2159871" y="2607901"/>
                  </a:lnTo>
                  <a:lnTo>
                    <a:pt x="2159965" y="2607901"/>
                  </a:lnTo>
                  <a:lnTo>
                    <a:pt x="2160058" y="2607901"/>
                  </a:lnTo>
                  <a:lnTo>
                    <a:pt x="2160151" y="2607901"/>
                  </a:lnTo>
                  <a:lnTo>
                    <a:pt x="2160244" y="2607901"/>
                  </a:lnTo>
                  <a:lnTo>
                    <a:pt x="2160338" y="2607901"/>
                  </a:lnTo>
                  <a:lnTo>
                    <a:pt x="2160431" y="2607901"/>
                  </a:lnTo>
                  <a:lnTo>
                    <a:pt x="2160524" y="2607901"/>
                  </a:lnTo>
                  <a:lnTo>
                    <a:pt x="2160617" y="2607901"/>
                  </a:lnTo>
                  <a:lnTo>
                    <a:pt x="2160711" y="2607901"/>
                  </a:lnTo>
                  <a:lnTo>
                    <a:pt x="2160804" y="2607901"/>
                  </a:lnTo>
                  <a:lnTo>
                    <a:pt x="2160897" y="2607901"/>
                  </a:lnTo>
                  <a:lnTo>
                    <a:pt x="2160990" y="2607901"/>
                  </a:lnTo>
                  <a:lnTo>
                    <a:pt x="2161084" y="2607901"/>
                  </a:lnTo>
                  <a:lnTo>
                    <a:pt x="2161177" y="2607901"/>
                  </a:lnTo>
                  <a:lnTo>
                    <a:pt x="2161270" y="2607901"/>
                  </a:lnTo>
                  <a:lnTo>
                    <a:pt x="2161363" y="2607901"/>
                  </a:lnTo>
                  <a:lnTo>
                    <a:pt x="2161457" y="2607901"/>
                  </a:lnTo>
                  <a:lnTo>
                    <a:pt x="2161550" y="2607901"/>
                  </a:lnTo>
                  <a:lnTo>
                    <a:pt x="2161643" y="2607901"/>
                  </a:lnTo>
                  <a:lnTo>
                    <a:pt x="2161736" y="2607901"/>
                  </a:lnTo>
                  <a:lnTo>
                    <a:pt x="2161830" y="2607901"/>
                  </a:lnTo>
                  <a:lnTo>
                    <a:pt x="2161923" y="2607901"/>
                  </a:lnTo>
                  <a:lnTo>
                    <a:pt x="2162016" y="2607901"/>
                  </a:lnTo>
                  <a:lnTo>
                    <a:pt x="2162109" y="2607901"/>
                  </a:lnTo>
                  <a:lnTo>
                    <a:pt x="2162203" y="2607901"/>
                  </a:lnTo>
                  <a:lnTo>
                    <a:pt x="2162296" y="2607901"/>
                  </a:lnTo>
                  <a:lnTo>
                    <a:pt x="2162389" y="2607901"/>
                  </a:lnTo>
                  <a:lnTo>
                    <a:pt x="2162482" y="2607901"/>
                  </a:lnTo>
                  <a:lnTo>
                    <a:pt x="2162576" y="2607901"/>
                  </a:lnTo>
                  <a:lnTo>
                    <a:pt x="2162669" y="2607901"/>
                  </a:lnTo>
                  <a:lnTo>
                    <a:pt x="2162762" y="2607901"/>
                  </a:lnTo>
                  <a:lnTo>
                    <a:pt x="2162855" y="2607901"/>
                  </a:lnTo>
                  <a:lnTo>
                    <a:pt x="2162949" y="2607901"/>
                  </a:lnTo>
                  <a:lnTo>
                    <a:pt x="2163042" y="2607901"/>
                  </a:lnTo>
                  <a:lnTo>
                    <a:pt x="2163135" y="2607901"/>
                  </a:lnTo>
                  <a:lnTo>
                    <a:pt x="2163228" y="2607901"/>
                  </a:lnTo>
                  <a:lnTo>
                    <a:pt x="2163322" y="2607901"/>
                  </a:lnTo>
                  <a:lnTo>
                    <a:pt x="2163415" y="2607901"/>
                  </a:lnTo>
                  <a:lnTo>
                    <a:pt x="2163508" y="2607901"/>
                  </a:lnTo>
                  <a:lnTo>
                    <a:pt x="2163601" y="2607901"/>
                  </a:lnTo>
                  <a:lnTo>
                    <a:pt x="2163695" y="2607901"/>
                  </a:lnTo>
                  <a:lnTo>
                    <a:pt x="2163788" y="2607901"/>
                  </a:lnTo>
                  <a:lnTo>
                    <a:pt x="2163881" y="2607901"/>
                  </a:lnTo>
                  <a:lnTo>
                    <a:pt x="2163974" y="2607901"/>
                  </a:lnTo>
                  <a:lnTo>
                    <a:pt x="2164068" y="2607901"/>
                  </a:lnTo>
                  <a:lnTo>
                    <a:pt x="2164161" y="2607901"/>
                  </a:lnTo>
                  <a:lnTo>
                    <a:pt x="2164254" y="2607901"/>
                  </a:lnTo>
                  <a:lnTo>
                    <a:pt x="2164347" y="2607901"/>
                  </a:lnTo>
                  <a:lnTo>
                    <a:pt x="2164441" y="2607901"/>
                  </a:lnTo>
                  <a:lnTo>
                    <a:pt x="2164534" y="2607901"/>
                  </a:lnTo>
                  <a:lnTo>
                    <a:pt x="2164627" y="2607901"/>
                  </a:lnTo>
                  <a:lnTo>
                    <a:pt x="2164720" y="2607901"/>
                  </a:lnTo>
                  <a:lnTo>
                    <a:pt x="2164813" y="2607901"/>
                  </a:lnTo>
                  <a:lnTo>
                    <a:pt x="2164907" y="2607901"/>
                  </a:lnTo>
                  <a:lnTo>
                    <a:pt x="2165000" y="2607901"/>
                  </a:lnTo>
                  <a:lnTo>
                    <a:pt x="2165093" y="2607901"/>
                  </a:lnTo>
                  <a:lnTo>
                    <a:pt x="2165186" y="2607901"/>
                  </a:lnTo>
                  <a:lnTo>
                    <a:pt x="2165280" y="2607901"/>
                  </a:lnTo>
                  <a:lnTo>
                    <a:pt x="2165373" y="2607901"/>
                  </a:lnTo>
                  <a:lnTo>
                    <a:pt x="2165466" y="2607901"/>
                  </a:lnTo>
                  <a:lnTo>
                    <a:pt x="2165559" y="2607901"/>
                  </a:lnTo>
                  <a:lnTo>
                    <a:pt x="2165653" y="2607901"/>
                  </a:lnTo>
                  <a:lnTo>
                    <a:pt x="2165746" y="2607901"/>
                  </a:lnTo>
                  <a:lnTo>
                    <a:pt x="2165839" y="2607901"/>
                  </a:lnTo>
                  <a:lnTo>
                    <a:pt x="2165932" y="2607901"/>
                  </a:lnTo>
                  <a:lnTo>
                    <a:pt x="2166026" y="2607901"/>
                  </a:lnTo>
                  <a:lnTo>
                    <a:pt x="2166119" y="2607901"/>
                  </a:lnTo>
                  <a:lnTo>
                    <a:pt x="2166212" y="2607901"/>
                  </a:lnTo>
                  <a:lnTo>
                    <a:pt x="2166305" y="2607901"/>
                  </a:lnTo>
                  <a:lnTo>
                    <a:pt x="2166399" y="2607901"/>
                  </a:lnTo>
                  <a:lnTo>
                    <a:pt x="2166492" y="2607901"/>
                  </a:lnTo>
                  <a:lnTo>
                    <a:pt x="2166585" y="2607901"/>
                  </a:lnTo>
                  <a:lnTo>
                    <a:pt x="2166678" y="2607901"/>
                  </a:lnTo>
                  <a:lnTo>
                    <a:pt x="2166772" y="2607901"/>
                  </a:lnTo>
                  <a:lnTo>
                    <a:pt x="2166865" y="2607901"/>
                  </a:lnTo>
                  <a:lnTo>
                    <a:pt x="2166958" y="2607901"/>
                  </a:lnTo>
                  <a:lnTo>
                    <a:pt x="2167051" y="2607901"/>
                  </a:lnTo>
                  <a:lnTo>
                    <a:pt x="2167145" y="2607901"/>
                  </a:lnTo>
                  <a:lnTo>
                    <a:pt x="2167238" y="2607901"/>
                  </a:lnTo>
                  <a:lnTo>
                    <a:pt x="2167331" y="2607901"/>
                  </a:lnTo>
                  <a:lnTo>
                    <a:pt x="2167424" y="2607901"/>
                  </a:lnTo>
                  <a:lnTo>
                    <a:pt x="2167518" y="2607901"/>
                  </a:lnTo>
                  <a:lnTo>
                    <a:pt x="2167611" y="2607901"/>
                  </a:lnTo>
                  <a:lnTo>
                    <a:pt x="2167704" y="2607901"/>
                  </a:lnTo>
                  <a:lnTo>
                    <a:pt x="2167797" y="2607901"/>
                  </a:lnTo>
                  <a:lnTo>
                    <a:pt x="2167891" y="2607901"/>
                  </a:lnTo>
                  <a:lnTo>
                    <a:pt x="2167984" y="2607901"/>
                  </a:lnTo>
                  <a:lnTo>
                    <a:pt x="2168077" y="2607901"/>
                  </a:lnTo>
                  <a:lnTo>
                    <a:pt x="2168170" y="2607901"/>
                  </a:lnTo>
                  <a:lnTo>
                    <a:pt x="2168264" y="2607901"/>
                  </a:lnTo>
                  <a:lnTo>
                    <a:pt x="2168357" y="2607901"/>
                  </a:lnTo>
                  <a:lnTo>
                    <a:pt x="2168450" y="2607901"/>
                  </a:lnTo>
                  <a:lnTo>
                    <a:pt x="2168543" y="2607901"/>
                  </a:lnTo>
                  <a:lnTo>
                    <a:pt x="2168637" y="2607901"/>
                  </a:lnTo>
                  <a:lnTo>
                    <a:pt x="2168730" y="2607901"/>
                  </a:lnTo>
                  <a:lnTo>
                    <a:pt x="2168823" y="2607901"/>
                  </a:lnTo>
                  <a:lnTo>
                    <a:pt x="2168916" y="2607901"/>
                  </a:lnTo>
                  <a:lnTo>
                    <a:pt x="2169010" y="2607901"/>
                  </a:lnTo>
                  <a:lnTo>
                    <a:pt x="2169103" y="2607901"/>
                  </a:lnTo>
                  <a:lnTo>
                    <a:pt x="2169196" y="2607901"/>
                  </a:lnTo>
                  <a:lnTo>
                    <a:pt x="2169289" y="2607901"/>
                  </a:lnTo>
                  <a:lnTo>
                    <a:pt x="2169383" y="2607901"/>
                  </a:lnTo>
                  <a:lnTo>
                    <a:pt x="2169476" y="2607901"/>
                  </a:lnTo>
                  <a:lnTo>
                    <a:pt x="2169569" y="2607901"/>
                  </a:lnTo>
                  <a:lnTo>
                    <a:pt x="2169662" y="2607901"/>
                  </a:lnTo>
                  <a:lnTo>
                    <a:pt x="2169756" y="2607901"/>
                  </a:lnTo>
                  <a:lnTo>
                    <a:pt x="2169849" y="2607901"/>
                  </a:lnTo>
                  <a:lnTo>
                    <a:pt x="2169942" y="2607901"/>
                  </a:lnTo>
                  <a:lnTo>
                    <a:pt x="2170035" y="2607901"/>
                  </a:lnTo>
                  <a:lnTo>
                    <a:pt x="2170129" y="2607901"/>
                  </a:lnTo>
                  <a:lnTo>
                    <a:pt x="2170129" y="2597947"/>
                  </a:lnTo>
                  <a:lnTo>
                    <a:pt x="2170222" y="2597947"/>
                  </a:lnTo>
                  <a:lnTo>
                    <a:pt x="2170315" y="2597947"/>
                  </a:lnTo>
                  <a:lnTo>
                    <a:pt x="2170408" y="2597947"/>
                  </a:lnTo>
                  <a:lnTo>
                    <a:pt x="2170502" y="2597947"/>
                  </a:lnTo>
                  <a:lnTo>
                    <a:pt x="2170595" y="2597947"/>
                  </a:lnTo>
                  <a:lnTo>
                    <a:pt x="2170688" y="2597947"/>
                  </a:lnTo>
                  <a:lnTo>
                    <a:pt x="2170781" y="2597947"/>
                  </a:lnTo>
                  <a:lnTo>
                    <a:pt x="2170875" y="2597947"/>
                  </a:lnTo>
                  <a:lnTo>
                    <a:pt x="2170968" y="2597947"/>
                  </a:lnTo>
                  <a:lnTo>
                    <a:pt x="2171061" y="2597947"/>
                  </a:lnTo>
                  <a:lnTo>
                    <a:pt x="2171154" y="2597947"/>
                  </a:lnTo>
                  <a:lnTo>
                    <a:pt x="2171248" y="2597947"/>
                  </a:lnTo>
                  <a:lnTo>
                    <a:pt x="2171341" y="2597947"/>
                  </a:lnTo>
                  <a:lnTo>
                    <a:pt x="2171434" y="2597947"/>
                  </a:lnTo>
                  <a:lnTo>
                    <a:pt x="2171527" y="2597947"/>
                  </a:lnTo>
                  <a:lnTo>
                    <a:pt x="2171620" y="2597947"/>
                  </a:lnTo>
                  <a:lnTo>
                    <a:pt x="2171714" y="2597947"/>
                  </a:lnTo>
                  <a:lnTo>
                    <a:pt x="2171807" y="2597947"/>
                  </a:lnTo>
                  <a:lnTo>
                    <a:pt x="2171900" y="2597947"/>
                  </a:lnTo>
                  <a:lnTo>
                    <a:pt x="2171993" y="2597947"/>
                  </a:lnTo>
                  <a:lnTo>
                    <a:pt x="2172087" y="2597947"/>
                  </a:lnTo>
                  <a:lnTo>
                    <a:pt x="2172180" y="2597947"/>
                  </a:lnTo>
                  <a:lnTo>
                    <a:pt x="2172273" y="2597947"/>
                  </a:lnTo>
                  <a:lnTo>
                    <a:pt x="2172366" y="2597947"/>
                  </a:lnTo>
                  <a:lnTo>
                    <a:pt x="2172460" y="2597947"/>
                  </a:lnTo>
                  <a:lnTo>
                    <a:pt x="2172553" y="2597947"/>
                  </a:lnTo>
                  <a:lnTo>
                    <a:pt x="2172646" y="2597947"/>
                  </a:lnTo>
                  <a:lnTo>
                    <a:pt x="2172739" y="2597947"/>
                  </a:lnTo>
                  <a:lnTo>
                    <a:pt x="2172833" y="2597947"/>
                  </a:lnTo>
                  <a:lnTo>
                    <a:pt x="2172926" y="2597947"/>
                  </a:lnTo>
                  <a:lnTo>
                    <a:pt x="2173019" y="2597947"/>
                  </a:lnTo>
                  <a:lnTo>
                    <a:pt x="2173112" y="2597947"/>
                  </a:lnTo>
                  <a:lnTo>
                    <a:pt x="2173206" y="2597947"/>
                  </a:lnTo>
                  <a:lnTo>
                    <a:pt x="2173299" y="2597947"/>
                  </a:lnTo>
                  <a:lnTo>
                    <a:pt x="2173392" y="2597947"/>
                  </a:lnTo>
                  <a:lnTo>
                    <a:pt x="2173485" y="2597947"/>
                  </a:lnTo>
                  <a:lnTo>
                    <a:pt x="2173579" y="2597947"/>
                  </a:lnTo>
                  <a:lnTo>
                    <a:pt x="2173672" y="2597947"/>
                  </a:lnTo>
                  <a:lnTo>
                    <a:pt x="2173765" y="2597947"/>
                  </a:lnTo>
                  <a:lnTo>
                    <a:pt x="2173858" y="2597947"/>
                  </a:lnTo>
                  <a:lnTo>
                    <a:pt x="2173952" y="2597947"/>
                  </a:lnTo>
                  <a:lnTo>
                    <a:pt x="2174045" y="2597947"/>
                  </a:lnTo>
                  <a:lnTo>
                    <a:pt x="2174138" y="2597947"/>
                  </a:lnTo>
                  <a:lnTo>
                    <a:pt x="2174231" y="2597947"/>
                  </a:lnTo>
                  <a:lnTo>
                    <a:pt x="2174325" y="2597947"/>
                  </a:lnTo>
                  <a:lnTo>
                    <a:pt x="2174418" y="2597947"/>
                  </a:lnTo>
                  <a:lnTo>
                    <a:pt x="2174511" y="2597947"/>
                  </a:lnTo>
                  <a:lnTo>
                    <a:pt x="2174604" y="2597947"/>
                  </a:lnTo>
                  <a:lnTo>
                    <a:pt x="2174698" y="2597947"/>
                  </a:lnTo>
                  <a:lnTo>
                    <a:pt x="2174791" y="2597947"/>
                  </a:lnTo>
                  <a:lnTo>
                    <a:pt x="2174884" y="2597947"/>
                  </a:lnTo>
                  <a:lnTo>
                    <a:pt x="2174977" y="2597947"/>
                  </a:lnTo>
                  <a:lnTo>
                    <a:pt x="2175071" y="2597947"/>
                  </a:lnTo>
                  <a:lnTo>
                    <a:pt x="2175164" y="2597947"/>
                  </a:lnTo>
                  <a:lnTo>
                    <a:pt x="2175257" y="2597947"/>
                  </a:lnTo>
                  <a:lnTo>
                    <a:pt x="2175350" y="2597947"/>
                  </a:lnTo>
                  <a:lnTo>
                    <a:pt x="2175444" y="2597947"/>
                  </a:lnTo>
                  <a:lnTo>
                    <a:pt x="2175537" y="2597947"/>
                  </a:lnTo>
                  <a:lnTo>
                    <a:pt x="2175630" y="2597947"/>
                  </a:lnTo>
                  <a:lnTo>
                    <a:pt x="2175723" y="2597947"/>
                  </a:lnTo>
                  <a:lnTo>
                    <a:pt x="2175817" y="2597947"/>
                  </a:lnTo>
                  <a:lnTo>
                    <a:pt x="2175910" y="2597947"/>
                  </a:lnTo>
                  <a:lnTo>
                    <a:pt x="2176003" y="2597947"/>
                  </a:lnTo>
                  <a:lnTo>
                    <a:pt x="2176096" y="2597947"/>
                  </a:lnTo>
                  <a:lnTo>
                    <a:pt x="2176190" y="2597947"/>
                  </a:lnTo>
                  <a:lnTo>
                    <a:pt x="2176283" y="2597947"/>
                  </a:lnTo>
                  <a:lnTo>
                    <a:pt x="2176376" y="2597947"/>
                  </a:lnTo>
                  <a:lnTo>
                    <a:pt x="2176469" y="2597947"/>
                  </a:lnTo>
                  <a:lnTo>
                    <a:pt x="2176563" y="2597947"/>
                  </a:lnTo>
                  <a:lnTo>
                    <a:pt x="2176656" y="2597947"/>
                  </a:lnTo>
                  <a:lnTo>
                    <a:pt x="2176749" y="2597947"/>
                  </a:lnTo>
                  <a:lnTo>
                    <a:pt x="2176842" y="2597947"/>
                  </a:lnTo>
                  <a:lnTo>
                    <a:pt x="2176936" y="2597947"/>
                  </a:lnTo>
                  <a:lnTo>
                    <a:pt x="2177029" y="2597947"/>
                  </a:lnTo>
                  <a:lnTo>
                    <a:pt x="2177122" y="2597947"/>
                  </a:lnTo>
                  <a:lnTo>
                    <a:pt x="2177215" y="2597947"/>
                  </a:lnTo>
                  <a:lnTo>
                    <a:pt x="2177309" y="2597947"/>
                  </a:lnTo>
                  <a:lnTo>
                    <a:pt x="2177402" y="2597947"/>
                  </a:lnTo>
                  <a:lnTo>
                    <a:pt x="2177495" y="2597947"/>
                  </a:lnTo>
                  <a:lnTo>
                    <a:pt x="2177588" y="2597947"/>
                  </a:lnTo>
                  <a:lnTo>
                    <a:pt x="2177682" y="2597947"/>
                  </a:lnTo>
                  <a:lnTo>
                    <a:pt x="2177775" y="2597947"/>
                  </a:lnTo>
                  <a:lnTo>
                    <a:pt x="2177868" y="2597947"/>
                  </a:lnTo>
                  <a:lnTo>
                    <a:pt x="2177961" y="2597947"/>
                  </a:lnTo>
                  <a:lnTo>
                    <a:pt x="2178055" y="2597947"/>
                  </a:lnTo>
                  <a:lnTo>
                    <a:pt x="2178148" y="2597947"/>
                  </a:lnTo>
                  <a:lnTo>
                    <a:pt x="2178241" y="2597947"/>
                  </a:lnTo>
                  <a:lnTo>
                    <a:pt x="2178334" y="2597947"/>
                  </a:lnTo>
                  <a:lnTo>
                    <a:pt x="2178428" y="2597947"/>
                  </a:lnTo>
                  <a:lnTo>
                    <a:pt x="2178521" y="2597947"/>
                  </a:lnTo>
                  <a:lnTo>
                    <a:pt x="2178614" y="2597947"/>
                  </a:lnTo>
                  <a:lnTo>
                    <a:pt x="2178707" y="2597947"/>
                  </a:lnTo>
                  <a:lnTo>
                    <a:pt x="2178800" y="2597947"/>
                  </a:lnTo>
                  <a:lnTo>
                    <a:pt x="2178894" y="2597947"/>
                  </a:lnTo>
                  <a:lnTo>
                    <a:pt x="2178987" y="2597947"/>
                  </a:lnTo>
                  <a:lnTo>
                    <a:pt x="2179080" y="2597947"/>
                  </a:lnTo>
                  <a:lnTo>
                    <a:pt x="2179173" y="2597947"/>
                  </a:lnTo>
                  <a:lnTo>
                    <a:pt x="2179267" y="2597947"/>
                  </a:lnTo>
                  <a:lnTo>
                    <a:pt x="2179360" y="2597947"/>
                  </a:lnTo>
                  <a:lnTo>
                    <a:pt x="2179453" y="2597947"/>
                  </a:lnTo>
                  <a:lnTo>
                    <a:pt x="2179546" y="2597947"/>
                  </a:lnTo>
                  <a:lnTo>
                    <a:pt x="2179640" y="2597947"/>
                  </a:lnTo>
                  <a:lnTo>
                    <a:pt x="2179733" y="2597947"/>
                  </a:lnTo>
                  <a:lnTo>
                    <a:pt x="2179826" y="2597947"/>
                  </a:lnTo>
                  <a:lnTo>
                    <a:pt x="2179919" y="2597947"/>
                  </a:lnTo>
                  <a:lnTo>
                    <a:pt x="2180013" y="2597947"/>
                  </a:lnTo>
                  <a:lnTo>
                    <a:pt x="2180106" y="2597947"/>
                  </a:lnTo>
                  <a:lnTo>
                    <a:pt x="2180199" y="2597947"/>
                  </a:lnTo>
                  <a:lnTo>
                    <a:pt x="2180292" y="2597947"/>
                  </a:lnTo>
                  <a:lnTo>
                    <a:pt x="2180386" y="2597947"/>
                  </a:lnTo>
                  <a:lnTo>
                    <a:pt x="2180479" y="2597947"/>
                  </a:lnTo>
                  <a:lnTo>
                    <a:pt x="2180572" y="2597947"/>
                  </a:lnTo>
                  <a:lnTo>
                    <a:pt x="2180665" y="2597947"/>
                  </a:lnTo>
                  <a:lnTo>
                    <a:pt x="2180759" y="2597947"/>
                  </a:lnTo>
                  <a:lnTo>
                    <a:pt x="2180852" y="2597947"/>
                  </a:lnTo>
                  <a:lnTo>
                    <a:pt x="2180945" y="2597947"/>
                  </a:lnTo>
                  <a:lnTo>
                    <a:pt x="2181038" y="2597947"/>
                  </a:lnTo>
                  <a:lnTo>
                    <a:pt x="2181132" y="2597947"/>
                  </a:lnTo>
                  <a:lnTo>
                    <a:pt x="2181225" y="2597947"/>
                  </a:lnTo>
                  <a:lnTo>
                    <a:pt x="2181318" y="2597947"/>
                  </a:lnTo>
                  <a:lnTo>
                    <a:pt x="2181411" y="2597947"/>
                  </a:lnTo>
                  <a:lnTo>
                    <a:pt x="2181505" y="2597947"/>
                  </a:lnTo>
                  <a:lnTo>
                    <a:pt x="2181598" y="2597947"/>
                  </a:lnTo>
                  <a:lnTo>
                    <a:pt x="2181598" y="2587993"/>
                  </a:lnTo>
                  <a:lnTo>
                    <a:pt x="2181691" y="2587993"/>
                  </a:lnTo>
                  <a:lnTo>
                    <a:pt x="2181784" y="2587993"/>
                  </a:lnTo>
                  <a:lnTo>
                    <a:pt x="2181878" y="2587993"/>
                  </a:lnTo>
                  <a:lnTo>
                    <a:pt x="2181971" y="2587993"/>
                  </a:lnTo>
                  <a:lnTo>
                    <a:pt x="2182064" y="2587993"/>
                  </a:lnTo>
                  <a:lnTo>
                    <a:pt x="2182157" y="2587993"/>
                  </a:lnTo>
                  <a:lnTo>
                    <a:pt x="2182251" y="2587993"/>
                  </a:lnTo>
                  <a:lnTo>
                    <a:pt x="2182344" y="2587993"/>
                  </a:lnTo>
                  <a:lnTo>
                    <a:pt x="2182437" y="2587993"/>
                  </a:lnTo>
                  <a:lnTo>
                    <a:pt x="2182530" y="2587993"/>
                  </a:lnTo>
                  <a:lnTo>
                    <a:pt x="2182624" y="2587993"/>
                  </a:lnTo>
                  <a:lnTo>
                    <a:pt x="2182717" y="2587993"/>
                  </a:lnTo>
                  <a:lnTo>
                    <a:pt x="2182810" y="2587993"/>
                  </a:lnTo>
                  <a:lnTo>
                    <a:pt x="2182903" y="2587993"/>
                  </a:lnTo>
                  <a:lnTo>
                    <a:pt x="2182997" y="2587993"/>
                  </a:lnTo>
                  <a:lnTo>
                    <a:pt x="2183090" y="2587993"/>
                  </a:lnTo>
                  <a:lnTo>
                    <a:pt x="2183183" y="2587993"/>
                  </a:lnTo>
                  <a:lnTo>
                    <a:pt x="2183276" y="2587993"/>
                  </a:lnTo>
                  <a:lnTo>
                    <a:pt x="2183370" y="2587993"/>
                  </a:lnTo>
                  <a:lnTo>
                    <a:pt x="2183463" y="2587993"/>
                  </a:lnTo>
                  <a:lnTo>
                    <a:pt x="2183556" y="2587993"/>
                  </a:lnTo>
                  <a:lnTo>
                    <a:pt x="2183649" y="2587993"/>
                  </a:lnTo>
                  <a:lnTo>
                    <a:pt x="2183743" y="2587993"/>
                  </a:lnTo>
                  <a:lnTo>
                    <a:pt x="2183836" y="2587993"/>
                  </a:lnTo>
                  <a:lnTo>
                    <a:pt x="2183929" y="2587993"/>
                  </a:lnTo>
                  <a:lnTo>
                    <a:pt x="2184022" y="2587993"/>
                  </a:lnTo>
                  <a:lnTo>
                    <a:pt x="2184116" y="2587993"/>
                  </a:lnTo>
                  <a:lnTo>
                    <a:pt x="2184209" y="2587993"/>
                  </a:lnTo>
                  <a:lnTo>
                    <a:pt x="2184302" y="2587993"/>
                  </a:lnTo>
                  <a:lnTo>
                    <a:pt x="2184395" y="2587993"/>
                  </a:lnTo>
                  <a:lnTo>
                    <a:pt x="2184489" y="2587993"/>
                  </a:lnTo>
                  <a:lnTo>
                    <a:pt x="2184582" y="2587993"/>
                  </a:lnTo>
                  <a:lnTo>
                    <a:pt x="2184675" y="2587993"/>
                  </a:lnTo>
                  <a:lnTo>
                    <a:pt x="2184768" y="2587993"/>
                  </a:lnTo>
                  <a:lnTo>
                    <a:pt x="2184862" y="2587993"/>
                  </a:lnTo>
                  <a:lnTo>
                    <a:pt x="2184955" y="2587993"/>
                  </a:lnTo>
                  <a:lnTo>
                    <a:pt x="2185048" y="2587993"/>
                  </a:lnTo>
                  <a:lnTo>
                    <a:pt x="2185141" y="2587993"/>
                  </a:lnTo>
                  <a:lnTo>
                    <a:pt x="2185235" y="2587993"/>
                  </a:lnTo>
                  <a:lnTo>
                    <a:pt x="2185328" y="2587993"/>
                  </a:lnTo>
                  <a:lnTo>
                    <a:pt x="2185421" y="2587993"/>
                  </a:lnTo>
                  <a:lnTo>
                    <a:pt x="2185514" y="2587993"/>
                  </a:lnTo>
                  <a:lnTo>
                    <a:pt x="2185607" y="2587993"/>
                  </a:lnTo>
                  <a:lnTo>
                    <a:pt x="2185701" y="2587993"/>
                  </a:lnTo>
                  <a:lnTo>
                    <a:pt x="2185794" y="2587993"/>
                  </a:lnTo>
                  <a:lnTo>
                    <a:pt x="2185887" y="2587993"/>
                  </a:lnTo>
                  <a:lnTo>
                    <a:pt x="2185980" y="2587993"/>
                  </a:lnTo>
                  <a:lnTo>
                    <a:pt x="2186074" y="2587993"/>
                  </a:lnTo>
                  <a:lnTo>
                    <a:pt x="2186167" y="2587993"/>
                  </a:lnTo>
                  <a:lnTo>
                    <a:pt x="2186260" y="2587993"/>
                  </a:lnTo>
                  <a:lnTo>
                    <a:pt x="2186353" y="2587993"/>
                  </a:lnTo>
                  <a:lnTo>
                    <a:pt x="2186447" y="2587993"/>
                  </a:lnTo>
                  <a:lnTo>
                    <a:pt x="2186540" y="2587993"/>
                  </a:lnTo>
                  <a:lnTo>
                    <a:pt x="2186633" y="2587993"/>
                  </a:lnTo>
                  <a:lnTo>
                    <a:pt x="2186726" y="2587993"/>
                  </a:lnTo>
                  <a:lnTo>
                    <a:pt x="2186820" y="2587993"/>
                  </a:lnTo>
                  <a:lnTo>
                    <a:pt x="2186913" y="2587993"/>
                  </a:lnTo>
                  <a:lnTo>
                    <a:pt x="2187006" y="2587993"/>
                  </a:lnTo>
                  <a:lnTo>
                    <a:pt x="2187099" y="2587993"/>
                  </a:lnTo>
                  <a:lnTo>
                    <a:pt x="2187193" y="2587993"/>
                  </a:lnTo>
                  <a:lnTo>
                    <a:pt x="2187286" y="2587993"/>
                  </a:lnTo>
                  <a:lnTo>
                    <a:pt x="2187379" y="2587993"/>
                  </a:lnTo>
                  <a:lnTo>
                    <a:pt x="2187472" y="2587993"/>
                  </a:lnTo>
                  <a:lnTo>
                    <a:pt x="2187566" y="2587993"/>
                  </a:lnTo>
                  <a:lnTo>
                    <a:pt x="2187659" y="2587993"/>
                  </a:lnTo>
                  <a:lnTo>
                    <a:pt x="2187752" y="2587993"/>
                  </a:lnTo>
                  <a:lnTo>
                    <a:pt x="2187845" y="2587993"/>
                  </a:lnTo>
                  <a:lnTo>
                    <a:pt x="2187939" y="2587993"/>
                  </a:lnTo>
                  <a:lnTo>
                    <a:pt x="2188032" y="2587993"/>
                  </a:lnTo>
                  <a:lnTo>
                    <a:pt x="2188125" y="2587993"/>
                  </a:lnTo>
                  <a:lnTo>
                    <a:pt x="2188218" y="2587993"/>
                  </a:lnTo>
                  <a:lnTo>
                    <a:pt x="2188312" y="2587993"/>
                  </a:lnTo>
                  <a:lnTo>
                    <a:pt x="2188405" y="2587993"/>
                  </a:lnTo>
                  <a:lnTo>
                    <a:pt x="2188498" y="2587993"/>
                  </a:lnTo>
                  <a:lnTo>
                    <a:pt x="2188498" y="2578040"/>
                  </a:lnTo>
                  <a:lnTo>
                    <a:pt x="2188591" y="2578040"/>
                  </a:lnTo>
                  <a:lnTo>
                    <a:pt x="2188685" y="2578040"/>
                  </a:lnTo>
                  <a:lnTo>
                    <a:pt x="2188778" y="2578040"/>
                  </a:lnTo>
                  <a:lnTo>
                    <a:pt x="2188871" y="2578040"/>
                  </a:lnTo>
                  <a:lnTo>
                    <a:pt x="2188964" y="2578040"/>
                  </a:lnTo>
                  <a:lnTo>
                    <a:pt x="2189058" y="2578040"/>
                  </a:lnTo>
                  <a:lnTo>
                    <a:pt x="2189151" y="2578040"/>
                  </a:lnTo>
                  <a:lnTo>
                    <a:pt x="2189244" y="2578040"/>
                  </a:lnTo>
                  <a:lnTo>
                    <a:pt x="2189337" y="2578040"/>
                  </a:lnTo>
                  <a:lnTo>
                    <a:pt x="2189431" y="2578040"/>
                  </a:lnTo>
                  <a:lnTo>
                    <a:pt x="2189524" y="2578040"/>
                  </a:lnTo>
                  <a:lnTo>
                    <a:pt x="2189617" y="2578040"/>
                  </a:lnTo>
                  <a:lnTo>
                    <a:pt x="2189710" y="2578040"/>
                  </a:lnTo>
                  <a:lnTo>
                    <a:pt x="2189804" y="2578040"/>
                  </a:lnTo>
                  <a:lnTo>
                    <a:pt x="2189897" y="2578040"/>
                  </a:lnTo>
                  <a:lnTo>
                    <a:pt x="2189990" y="2578040"/>
                  </a:lnTo>
                  <a:lnTo>
                    <a:pt x="2190083" y="2578040"/>
                  </a:lnTo>
                  <a:lnTo>
                    <a:pt x="2190177" y="2578040"/>
                  </a:lnTo>
                  <a:lnTo>
                    <a:pt x="2190270" y="2578040"/>
                  </a:lnTo>
                  <a:lnTo>
                    <a:pt x="2190363" y="2578040"/>
                  </a:lnTo>
                  <a:lnTo>
                    <a:pt x="2190456" y="2578040"/>
                  </a:lnTo>
                  <a:lnTo>
                    <a:pt x="2190550" y="2578040"/>
                  </a:lnTo>
                  <a:lnTo>
                    <a:pt x="2190643" y="2578040"/>
                  </a:lnTo>
                  <a:lnTo>
                    <a:pt x="2190736" y="2578040"/>
                  </a:lnTo>
                  <a:lnTo>
                    <a:pt x="2190829" y="2578040"/>
                  </a:lnTo>
                  <a:lnTo>
                    <a:pt x="2190923" y="2578040"/>
                  </a:lnTo>
                  <a:lnTo>
                    <a:pt x="2191016" y="2578040"/>
                  </a:lnTo>
                  <a:lnTo>
                    <a:pt x="2191109" y="2578040"/>
                  </a:lnTo>
                  <a:lnTo>
                    <a:pt x="2191202" y="2578040"/>
                  </a:lnTo>
                  <a:lnTo>
                    <a:pt x="2191296" y="2578040"/>
                  </a:lnTo>
                  <a:lnTo>
                    <a:pt x="2191389" y="2578040"/>
                  </a:lnTo>
                  <a:lnTo>
                    <a:pt x="2191482" y="2578040"/>
                  </a:lnTo>
                  <a:lnTo>
                    <a:pt x="2191575" y="2578040"/>
                  </a:lnTo>
                  <a:lnTo>
                    <a:pt x="2191669" y="2578040"/>
                  </a:lnTo>
                  <a:lnTo>
                    <a:pt x="2191762" y="2578040"/>
                  </a:lnTo>
                  <a:lnTo>
                    <a:pt x="2191855" y="2578040"/>
                  </a:lnTo>
                  <a:lnTo>
                    <a:pt x="2191948" y="2578040"/>
                  </a:lnTo>
                  <a:lnTo>
                    <a:pt x="2192042" y="2578040"/>
                  </a:lnTo>
                  <a:lnTo>
                    <a:pt x="2192042" y="2568086"/>
                  </a:lnTo>
                  <a:lnTo>
                    <a:pt x="2192135" y="2568086"/>
                  </a:lnTo>
                  <a:lnTo>
                    <a:pt x="2192228" y="2568086"/>
                  </a:lnTo>
                  <a:lnTo>
                    <a:pt x="2192321" y="2568086"/>
                  </a:lnTo>
                  <a:lnTo>
                    <a:pt x="2192414" y="2568086"/>
                  </a:lnTo>
                  <a:lnTo>
                    <a:pt x="2192508" y="2568086"/>
                  </a:lnTo>
                  <a:lnTo>
                    <a:pt x="2192601" y="2568086"/>
                  </a:lnTo>
                  <a:lnTo>
                    <a:pt x="2192694" y="2568086"/>
                  </a:lnTo>
                  <a:lnTo>
                    <a:pt x="2192787" y="2568086"/>
                  </a:lnTo>
                  <a:lnTo>
                    <a:pt x="2192881" y="2568086"/>
                  </a:lnTo>
                  <a:lnTo>
                    <a:pt x="2192974" y="2568086"/>
                  </a:lnTo>
                  <a:lnTo>
                    <a:pt x="2193067" y="2568086"/>
                  </a:lnTo>
                  <a:lnTo>
                    <a:pt x="2193160" y="2568086"/>
                  </a:lnTo>
                  <a:lnTo>
                    <a:pt x="2193254" y="2568086"/>
                  </a:lnTo>
                  <a:lnTo>
                    <a:pt x="2193347" y="2568086"/>
                  </a:lnTo>
                  <a:lnTo>
                    <a:pt x="2193440" y="2568086"/>
                  </a:lnTo>
                  <a:lnTo>
                    <a:pt x="2193533" y="2568086"/>
                  </a:lnTo>
                  <a:lnTo>
                    <a:pt x="2193627" y="2568086"/>
                  </a:lnTo>
                  <a:lnTo>
                    <a:pt x="2193720" y="2568086"/>
                  </a:lnTo>
                  <a:lnTo>
                    <a:pt x="2193813" y="2568086"/>
                  </a:lnTo>
                  <a:lnTo>
                    <a:pt x="2193906" y="2568086"/>
                  </a:lnTo>
                  <a:lnTo>
                    <a:pt x="2194000" y="2568086"/>
                  </a:lnTo>
                  <a:lnTo>
                    <a:pt x="2194093" y="2568086"/>
                  </a:lnTo>
                  <a:lnTo>
                    <a:pt x="2194186" y="2568086"/>
                  </a:lnTo>
                  <a:lnTo>
                    <a:pt x="2194279" y="2568086"/>
                  </a:lnTo>
                  <a:lnTo>
                    <a:pt x="2194373" y="2568086"/>
                  </a:lnTo>
                  <a:lnTo>
                    <a:pt x="2194466" y="2568086"/>
                  </a:lnTo>
                  <a:lnTo>
                    <a:pt x="2194559" y="2568086"/>
                  </a:lnTo>
                  <a:lnTo>
                    <a:pt x="2194652" y="2568086"/>
                  </a:lnTo>
                  <a:lnTo>
                    <a:pt x="2194746" y="2568086"/>
                  </a:lnTo>
                  <a:lnTo>
                    <a:pt x="2194839" y="2568086"/>
                  </a:lnTo>
                  <a:lnTo>
                    <a:pt x="2194932" y="2568086"/>
                  </a:lnTo>
                  <a:lnTo>
                    <a:pt x="2195025" y="2568086"/>
                  </a:lnTo>
                  <a:lnTo>
                    <a:pt x="2195119" y="2568086"/>
                  </a:lnTo>
                  <a:lnTo>
                    <a:pt x="2195212" y="2568086"/>
                  </a:lnTo>
                  <a:lnTo>
                    <a:pt x="2195305" y="2568086"/>
                  </a:lnTo>
                  <a:lnTo>
                    <a:pt x="2195398" y="2568086"/>
                  </a:lnTo>
                  <a:lnTo>
                    <a:pt x="2195492" y="2568086"/>
                  </a:lnTo>
                  <a:lnTo>
                    <a:pt x="2195585" y="2568086"/>
                  </a:lnTo>
                  <a:lnTo>
                    <a:pt x="2195678" y="2568086"/>
                  </a:lnTo>
                  <a:lnTo>
                    <a:pt x="2195771" y="2568086"/>
                  </a:lnTo>
                  <a:lnTo>
                    <a:pt x="2195865" y="2568086"/>
                  </a:lnTo>
                  <a:lnTo>
                    <a:pt x="2195958" y="2568086"/>
                  </a:lnTo>
                  <a:lnTo>
                    <a:pt x="2196051" y="2568086"/>
                  </a:lnTo>
                  <a:lnTo>
                    <a:pt x="2196144" y="2568086"/>
                  </a:lnTo>
                  <a:lnTo>
                    <a:pt x="2196238" y="2568086"/>
                  </a:lnTo>
                  <a:lnTo>
                    <a:pt x="2196331" y="2568086"/>
                  </a:lnTo>
                  <a:lnTo>
                    <a:pt x="2196424" y="2568086"/>
                  </a:lnTo>
                  <a:lnTo>
                    <a:pt x="2196517" y="2568086"/>
                  </a:lnTo>
                  <a:lnTo>
                    <a:pt x="2196611" y="2568086"/>
                  </a:lnTo>
                  <a:lnTo>
                    <a:pt x="2196704" y="2568086"/>
                  </a:lnTo>
                  <a:lnTo>
                    <a:pt x="2196797" y="2568086"/>
                  </a:lnTo>
                  <a:lnTo>
                    <a:pt x="2196890" y="2568086"/>
                  </a:lnTo>
                  <a:lnTo>
                    <a:pt x="2196984" y="2568086"/>
                  </a:lnTo>
                  <a:lnTo>
                    <a:pt x="2197077" y="2568086"/>
                  </a:lnTo>
                  <a:lnTo>
                    <a:pt x="2197170" y="2568086"/>
                  </a:lnTo>
                  <a:lnTo>
                    <a:pt x="2197263" y="2568086"/>
                  </a:lnTo>
                  <a:lnTo>
                    <a:pt x="2197357" y="2568086"/>
                  </a:lnTo>
                  <a:lnTo>
                    <a:pt x="2197450" y="2568086"/>
                  </a:lnTo>
                  <a:lnTo>
                    <a:pt x="2197543" y="2568086"/>
                  </a:lnTo>
                  <a:lnTo>
                    <a:pt x="2197636" y="2568086"/>
                  </a:lnTo>
                  <a:lnTo>
                    <a:pt x="2197730" y="2568086"/>
                  </a:lnTo>
                  <a:lnTo>
                    <a:pt x="2197823" y="2568086"/>
                  </a:lnTo>
                  <a:lnTo>
                    <a:pt x="2197916" y="2568086"/>
                  </a:lnTo>
                  <a:lnTo>
                    <a:pt x="2198009" y="2568086"/>
                  </a:lnTo>
                  <a:lnTo>
                    <a:pt x="2198103" y="2568086"/>
                  </a:lnTo>
                  <a:lnTo>
                    <a:pt x="2198196" y="2568086"/>
                  </a:lnTo>
                  <a:lnTo>
                    <a:pt x="2198289" y="2568086"/>
                  </a:lnTo>
                  <a:lnTo>
                    <a:pt x="2198382" y="2568086"/>
                  </a:lnTo>
                  <a:lnTo>
                    <a:pt x="2198476" y="2568086"/>
                  </a:lnTo>
                  <a:lnTo>
                    <a:pt x="2198569" y="2568086"/>
                  </a:lnTo>
                  <a:lnTo>
                    <a:pt x="2198662" y="2568086"/>
                  </a:lnTo>
                  <a:lnTo>
                    <a:pt x="2198755" y="2568086"/>
                  </a:lnTo>
                  <a:lnTo>
                    <a:pt x="2198849" y="2568086"/>
                  </a:lnTo>
                  <a:lnTo>
                    <a:pt x="2198942" y="2568086"/>
                  </a:lnTo>
                  <a:lnTo>
                    <a:pt x="2199035" y="2568086"/>
                  </a:lnTo>
                  <a:lnTo>
                    <a:pt x="2199128" y="2568086"/>
                  </a:lnTo>
                  <a:lnTo>
                    <a:pt x="2199222" y="2568086"/>
                  </a:lnTo>
                  <a:lnTo>
                    <a:pt x="2199315" y="2568086"/>
                  </a:lnTo>
                  <a:lnTo>
                    <a:pt x="2199408" y="2568086"/>
                  </a:lnTo>
                  <a:lnTo>
                    <a:pt x="2199501" y="2568086"/>
                  </a:lnTo>
                  <a:lnTo>
                    <a:pt x="2199594" y="2568086"/>
                  </a:lnTo>
                  <a:lnTo>
                    <a:pt x="2199688" y="2568086"/>
                  </a:lnTo>
                  <a:lnTo>
                    <a:pt x="2199781" y="2568086"/>
                  </a:lnTo>
                  <a:lnTo>
                    <a:pt x="2199874" y="2568086"/>
                  </a:lnTo>
                  <a:lnTo>
                    <a:pt x="2199967" y="2568086"/>
                  </a:lnTo>
                  <a:lnTo>
                    <a:pt x="2200061" y="2568086"/>
                  </a:lnTo>
                  <a:lnTo>
                    <a:pt x="2200154" y="2568086"/>
                  </a:lnTo>
                  <a:lnTo>
                    <a:pt x="2200247" y="2568086"/>
                  </a:lnTo>
                  <a:lnTo>
                    <a:pt x="2200340" y="2568086"/>
                  </a:lnTo>
                  <a:lnTo>
                    <a:pt x="2200434" y="2568086"/>
                  </a:lnTo>
                  <a:lnTo>
                    <a:pt x="2200527" y="2568086"/>
                  </a:lnTo>
                  <a:lnTo>
                    <a:pt x="2200620" y="2568086"/>
                  </a:lnTo>
                  <a:lnTo>
                    <a:pt x="2200713" y="2568086"/>
                  </a:lnTo>
                  <a:lnTo>
                    <a:pt x="2200807" y="2568086"/>
                  </a:lnTo>
                  <a:lnTo>
                    <a:pt x="2200900" y="2568086"/>
                  </a:lnTo>
                  <a:lnTo>
                    <a:pt x="2200993" y="2568086"/>
                  </a:lnTo>
                  <a:lnTo>
                    <a:pt x="2201086" y="2568086"/>
                  </a:lnTo>
                  <a:lnTo>
                    <a:pt x="2201180" y="2568086"/>
                  </a:lnTo>
                  <a:lnTo>
                    <a:pt x="2201273" y="2568086"/>
                  </a:lnTo>
                  <a:lnTo>
                    <a:pt x="2201366" y="2568086"/>
                  </a:lnTo>
                  <a:lnTo>
                    <a:pt x="2201459" y="2568086"/>
                  </a:lnTo>
                  <a:lnTo>
                    <a:pt x="2201553" y="2568086"/>
                  </a:lnTo>
                  <a:lnTo>
                    <a:pt x="2201646" y="2568086"/>
                  </a:lnTo>
                  <a:lnTo>
                    <a:pt x="2201739" y="2568086"/>
                  </a:lnTo>
                  <a:lnTo>
                    <a:pt x="2201832" y="2568086"/>
                  </a:lnTo>
                  <a:lnTo>
                    <a:pt x="2201926" y="2568086"/>
                  </a:lnTo>
                  <a:lnTo>
                    <a:pt x="2202019" y="2568086"/>
                  </a:lnTo>
                  <a:lnTo>
                    <a:pt x="2202112" y="2568086"/>
                  </a:lnTo>
                  <a:lnTo>
                    <a:pt x="2202205" y="2568086"/>
                  </a:lnTo>
                  <a:lnTo>
                    <a:pt x="2202299" y="2568086"/>
                  </a:lnTo>
                  <a:lnTo>
                    <a:pt x="2202392" y="2568086"/>
                  </a:lnTo>
                  <a:lnTo>
                    <a:pt x="2202485" y="2568086"/>
                  </a:lnTo>
                  <a:lnTo>
                    <a:pt x="2202485" y="2558132"/>
                  </a:lnTo>
                  <a:lnTo>
                    <a:pt x="2202578" y="2558132"/>
                  </a:lnTo>
                  <a:lnTo>
                    <a:pt x="2202672" y="2558132"/>
                  </a:lnTo>
                  <a:lnTo>
                    <a:pt x="2202765" y="2558132"/>
                  </a:lnTo>
                  <a:lnTo>
                    <a:pt x="2202858" y="2558132"/>
                  </a:lnTo>
                  <a:lnTo>
                    <a:pt x="2202858" y="2548178"/>
                  </a:lnTo>
                  <a:lnTo>
                    <a:pt x="2202951" y="2548178"/>
                  </a:lnTo>
                  <a:lnTo>
                    <a:pt x="2203045" y="2548178"/>
                  </a:lnTo>
                  <a:lnTo>
                    <a:pt x="2203138" y="2548178"/>
                  </a:lnTo>
                  <a:lnTo>
                    <a:pt x="2203231" y="2548178"/>
                  </a:lnTo>
                  <a:lnTo>
                    <a:pt x="2203324" y="2548178"/>
                  </a:lnTo>
                  <a:lnTo>
                    <a:pt x="2203418" y="2548178"/>
                  </a:lnTo>
                  <a:lnTo>
                    <a:pt x="2203511" y="2548178"/>
                  </a:lnTo>
                  <a:lnTo>
                    <a:pt x="2203604" y="2548178"/>
                  </a:lnTo>
                  <a:lnTo>
                    <a:pt x="2203697" y="2548178"/>
                  </a:lnTo>
                  <a:lnTo>
                    <a:pt x="2203791" y="2548178"/>
                  </a:lnTo>
                  <a:lnTo>
                    <a:pt x="2203884" y="2548178"/>
                  </a:lnTo>
                  <a:lnTo>
                    <a:pt x="2203977" y="2548178"/>
                  </a:lnTo>
                  <a:lnTo>
                    <a:pt x="2204070" y="2548178"/>
                  </a:lnTo>
                  <a:lnTo>
                    <a:pt x="2204164" y="2548178"/>
                  </a:lnTo>
                  <a:lnTo>
                    <a:pt x="2204257" y="2548178"/>
                  </a:lnTo>
                  <a:lnTo>
                    <a:pt x="2204350" y="2548178"/>
                  </a:lnTo>
                  <a:lnTo>
                    <a:pt x="2204443" y="2548178"/>
                  </a:lnTo>
                  <a:lnTo>
                    <a:pt x="2204537" y="2548178"/>
                  </a:lnTo>
                  <a:lnTo>
                    <a:pt x="2204630" y="2548178"/>
                  </a:lnTo>
                  <a:lnTo>
                    <a:pt x="2204723" y="2548178"/>
                  </a:lnTo>
                  <a:lnTo>
                    <a:pt x="2204816" y="2548178"/>
                  </a:lnTo>
                  <a:lnTo>
                    <a:pt x="2204910" y="2548178"/>
                  </a:lnTo>
                  <a:lnTo>
                    <a:pt x="2205003" y="2548178"/>
                  </a:lnTo>
                  <a:lnTo>
                    <a:pt x="2205096" y="2548178"/>
                  </a:lnTo>
                  <a:lnTo>
                    <a:pt x="2205189" y="2548178"/>
                  </a:lnTo>
                  <a:lnTo>
                    <a:pt x="2205283" y="2548178"/>
                  </a:lnTo>
                  <a:lnTo>
                    <a:pt x="2205376" y="2548178"/>
                  </a:lnTo>
                  <a:lnTo>
                    <a:pt x="2205469" y="2548178"/>
                  </a:lnTo>
                  <a:lnTo>
                    <a:pt x="2205562" y="2548178"/>
                  </a:lnTo>
                  <a:lnTo>
                    <a:pt x="2205656" y="2548178"/>
                  </a:lnTo>
                  <a:lnTo>
                    <a:pt x="2205749" y="2548178"/>
                  </a:lnTo>
                  <a:lnTo>
                    <a:pt x="2205842" y="2548178"/>
                  </a:lnTo>
                  <a:lnTo>
                    <a:pt x="2205935" y="2548178"/>
                  </a:lnTo>
                  <a:lnTo>
                    <a:pt x="2206029" y="2548178"/>
                  </a:lnTo>
                  <a:lnTo>
                    <a:pt x="2206122" y="2548178"/>
                  </a:lnTo>
                  <a:lnTo>
                    <a:pt x="2206215" y="2548178"/>
                  </a:lnTo>
                  <a:lnTo>
                    <a:pt x="2206308" y="2548178"/>
                  </a:lnTo>
                  <a:lnTo>
                    <a:pt x="2206401" y="2548178"/>
                  </a:lnTo>
                  <a:lnTo>
                    <a:pt x="2206495" y="2548178"/>
                  </a:lnTo>
                  <a:lnTo>
                    <a:pt x="2206588" y="2548178"/>
                  </a:lnTo>
                  <a:lnTo>
                    <a:pt x="2206681" y="2548178"/>
                  </a:lnTo>
                  <a:lnTo>
                    <a:pt x="2206774" y="2548178"/>
                  </a:lnTo>
                  <a:lnTo>
                    <a:pt x="2206868" y="2548178"/>
                  </a:lnTo>
                  <a:lnTo>
                    <a:pt x="2206961" y="2548178"/>
                  </a:lnTo>
                  <a:lnTo>
                    <a:pt x="2207054" y="2548178"/>
                  </a:lnTo>
                  <a:lnTo>
                    <a:pt x="2207147" y="2548178"/>
                  </a:lnTo>
                  <a:lnTo>
                    <a:pt x="2207241" y="2548178"/>
                  </a:lnTo>
                  <a:lnTo>
                    <a:pt x="2207334" y="2548178"/>
                  </a:lnTo>
                  <a:lnTo>
                    <a:pt x="2207427" y="2548178"/>
                  </a:lnTo>
                  <a:lnTo>
                    <a:pt x="2207520" y="2548178"/>
                  </a:lnTo>
                  <a:lnTo>
                    <a:pt x="2207614" y="2548178"/>
                  </a:lnTo>
                  <a:lnTo>
                    <a:pt x="2207707" y="2548178"/>
                  </a:lnTo>
                  <a:lnTo>
                    <a:pt x="2207800" y="2548178"/>
                  </a:lnTo>
                  <a:lnTo>
                    <a:pt x="2207893" y="2548178"/>
                  </a:lnTo>
                  <a:lnTo>
                    <a:pt x="2207987" y="2548178"/>
                  </a:lnTo>
                  <a:lnTo>
                    <a:pt x="2208080" y="2548178"/>
                  </a:lnTo>
                  <a:lnTo>
                    <a:pt x="2208173" y="2548178"/>
                  </a:lnTo>
                  <a:lnTo>
                    <a:pt x="2208266" y="2548178"/>
                  </a:lnTo>
                  <a:lnTo>
                    <a:pt x="2208360" y="2548178"/>
                  </a:lnTo>
                  <a:lnTo>
                    <a:pt x="2208453" y="2548178"/>
                  </a:lnTo>
                  <a:lnTo>
                    <a:pt x="2208546" y="2548178"/>
                  </a:lnTo>
                  <a:lnTo>
                    <a:pt x="2208639" y="2548178"/>
                  </a:lnTo>
                  <a:lnTo>
                    <a:pt x="2208733" y="2548178"/>
                  </a:lnTo>
                  <a:lnTo>
                    <a:pt x="2208826" y="2548178"/>
                  </a:lnTo>
                  <a:lnTo>
                    <a:pt x="2208919" y="2548178"/>
                  </a:lnTo>
                  <a:lnTo>
                    <a:pt x="2209012" y="2548178"/>
                  </a:lnTo>
                  <a:lnTo>
                    <a:pt x="2209106" y="2548178"/>
                  </a:lnTo>
                  <a:lnTo>
                    <a:pt x="2209199" y="2548178"/>
                  </a:lnTo>
                  <a:lnTo>
                    <a:pt x="2209292" y="2548178"/>
                  </a:lnTo>
                  <a:lnTo>
                    <a:pt x="2209385" y="2548178"/>
                  </a:lnTo>
                  <a:lnTo>
                    <a:pt x="2209479" y="2548178"/>
                  </a:lnTo>
                  <a:lnTo>
                    <a:pt x="2209572" y="2548178"/>
                  </a:lnTo>
                  <a:lnTo>
                    <a:pt x="2209665" y="2548178"/>
                  </a:lnTo>
                  <a:lnTo>
                    <a:pt x="2209758" y="2548178"/>
                  </a:lnTo>
                  <a:lnTo>
                    <a:pt x="2209852" y="2548178"/>
                  </a:lnTo>
                  <a:lnTo>
                    <a:pt x="2209945" y="2548178"/>
                  </a:lnTo>
                  <a:lnTo>
                    <a:pt x="2210038" y="2548178"/>
                  </a:lnTo>
                  <a:lnTo>
                    <a:pt x="2210131" y="2548178"/>
                  </a:lnTo>
                  <a:lnTo>
                    <a:pt x="2210225" y="2548178"/>
                  </a:lnTo>
                  <a:lnTo>
                    <a:pt x="2210318" y="2548178"/>
                  </a:lnTo>
                  <a:lnTo>
                    <a:pt x="2210411" y="2548178"/>
                  </a:lnTo>
                  <a:lnTo>
                    <a:pt x="2210504" y="2548178"/>
                  </a:lnTo>
                  <a:lnTo>
                    <a:pt x="2210598" y="2548178"/>
                  </a:lnTo>
                  <a:lnTo>
                    <a:pt x="2210691" y="2548178"/>
                  </a:lnTo>
                  <a:lnTo>
                    <a:pt x="2210784" y="2548178"/>
                  </a:lnTo>
                  <a:lnTo>
                    <a:pt x="2210784" y="2538224"/>
                  </a:lnTo>
                  <a:lnTo>
                    <a:pt x="2210877" y="2538224"/>
                  </a:lnTo>
                  <a:lnTo>
                    <a:pt x="2210971" y="2538224"/>
                  </a:lnTo>
                  <a:lnTo>
                    <a:pt x="2211064" y="2538224"/>
                  </a:lnTo>
                  <a:lnTo>
                    <a:pt x="2211157" y="2538224"/>
                  </a:lnTo>
                  <a:lnTo>
                    <a:pt x="2211250" y="2538224"/>
                  </a:lnTo>
                  <a:lnTo>
                    <a:pt x="2211344" y="2538224"/>
                  </a:lnTo>
                  <a:lnTo>
                    <a:pt x="2211437" y="2538224"/>
                  </a:lnTo>
                  <a:lnTo>
                    <a:pt x="2211530" y="2538224"/>
                  </a:lnTo>
                  <a:lnTo>
                    <a:pt x="2211623" y="2538224"/>
                  </a:lnTo>
                  <a:lnTo>
                    <a:pt x="2211717" y="2538224"/>
                  </a:lnTo>
                  <a:lnTo>
                    <a:pt x="2211810" y="2538224"/>
                  </a:lnTo>
                  <a:lnTo>
                    <a:pt x="2211903" y="2538224"/>
                  </a:lnTo>
                  <a:lnTo>
                    <a:pt x="2211996" y="2538224"/>
                  </a:lnTo>
                  <a:lnTo>
                    <a:pt x="2212090" y="2538224"/>
                  </a:lnTo>
                  <a:lnTo>
                    <a:pt x="2212183" y="2538224"/>
                  </a:lnTo>
                  <a:lnTo>
                    <a:pt x="2212276" y="2538224"/>
                  </a:lnTo>
                  <a:lnTo>
                    <a:pt x="2212369" y="2538224"/>
                  </a:lnTo>
                  <a:lnTo>
                    <a:pt x="2212463" y="2538224"/>
                  </a:lnTo>
                  <a:lnTo>
                    <a:pt x="2212556" y="2538224"/>
                  </a:lnTo>
                  <a:lnTo>
                    <a:pt x="2212649" y="2538224"/>
                  </a:lnTo>
                  <a:lnTo>
                    <a:pt x="2212742" y="2538224"/>
                  </a:lnTo>
                  <a:lnTo>
                    <a:pt x="2212836" y="2538224"/>
                  </a:lnTo>
                  <a:lnTo>
                    <a:pt x="2212929" y="2538224"/>
                  </a:lnTo>
                  <a:lnTo>
                    <a:pt x="2213022" y="2538224"/>
                  </a:lnTo>
                  <a:lnTo>
                    <a:pt x="2213115" y="2538224"/>
                  </a:lnTo>
                  <a:lnTo>
                    <a:pt x="2213208" y="2538224"/>
                  </a:lnTo>
                  <a:lnTo>
                    <a:pt x="2213302" y="2538224"/>
                  </a:lnTo>
                  <a:lnTo>
                    <a:pt x="2213395" y="2538224"/>
                  </a:lnTo>
                  <a:lnTo>
                    <a:pt x="2213488" y="2538224"/>
                  </a:lnTo>
                  <a:lnTo>
                    <a:pt x="2213581" y="2538224"/>
                  </a:lnTo>
                  <a:lnTo>
                    <a:pt x="2213675" y="2538224"/>
                  </a:lnTo>
                  <a:lnTo>
                    <a:pt x="2213768" y="2538224"/>
                  </a:lnTo>
                  <a:lnTo>
                    <a:pt x="2213861" y="2538224"/>
                  </a:lnTo>
                  <a:lnTo>
                    <a:pt x="2213954" y="2538224"/>
                  </a:lnTo>
                  <a:lnTo>
                    <a:pt x="2214048" y="2538224"/>
                  </a:lnTo>
                  <a:lnTo>
                    <a:pt x="2214141" y="2538224"/>
                  </a:lnTo>
                  <a:lnTo>
                    <a:pt x="2214234" y="2538224"/>
                  </a:lnTo>
                  <a:lnTo>
                    <a:pt x="2214327" y="2538224"/>
                  </a:lnTo>
                  <a:lnTo>
                    <a:pt x="2214421" y="2538224"/>
                  </a:lnTo>
                  <a:lnTo>
                    <a:pt x="2214514" y="2538224"/>
                  </a:lnTo>
                  <a:lnTo>
                    <a:pt x="2214607" y="2538224"/>
                  </a:lnTo>
                  <a:lnTo>
                    <a:pt x="2214700" y="2538224"/>
                  </a:lnTo>
                  <a:lnTo>
                    <a:pt x="2214794" y="2538224"/>
                  </a:lnTo>
                  <a:lnTo>
                    <a:pt x="2214887" y="2538224"/>
                  </a:lnTo>
                  <a:lnTo>
                    <a:pt x="2214980" y="2538224"/>
                  </a:lnTo>
                  <a:lnTo>
                    <a:pt x="2215073" y="2538224"/>
                  </a:lnTo>
                  <a:lnTo>
                    <a:pt x="2215167" y="2538224"/>
                  </a:lnTo>
                  <a:lnTo>
                    <a:pt x="2215260" y="2538224"/>
                  </a:lnTo>
                  <a:lnTo>
                    <a:pt x="2215353" y="2538224"/>
                  </a:lnTo>
                  <a:lnTo>
                    <a:pt x="2215446" y="2538224"/>
                  </a:lnTo>
                  <a:lnTo>
                    <a:pt x="2215540" y="2538224"/>
                  </a:lnTo>
                  <a:lnTo>
                    <a:pt x="2215633" y="2538224"/>
                  </a:lnTo>
                  <a:lnTo>
                    <a:pt x="2215726" y="2538224"/>
                  </a:lnTo>
                  <a:lnTo>
                    <a:pt x="2215819" y="2538224"/>
                  </a:lnTo>
                  <a:lnTo>
                    <a:pt x="2215913" y="2538224"/>
                  </a:lnTo>
                  <a:lnTo>
                    <a:pt x="2216006" y="2538224"/>
                  </a:lnTo>
                  <a:lnTo>
                    <a:pt x="2216099" y="2538224"/>
                  </a:lnTo>
                  <a:lnTo>
                    <a:pt x="2216192" y="2538224"/>
                  </a:lnTo>
                  <a:lnTo>
                    <a:pt x="2216286" y="2538224"/>
                  </a:lnTo>
                  <a:lnTo>
                    <a:pt x="2216379" y="2538224"/>
                  </a:lnTo>
                  <a:lnTo>
                    <a:pt x="2216472" y="2538224"/>
                  </a:lnTo>
                  <a:lnTo>
                    <a:pt x="2216565" y="2538224"/>
                  </a:lnTo>
                  <a:lnTo>
                    <a:pt x="2216659" y="2538224"/>
                  </a:lnTo>
                  <a:lnTo>
                    <a:pt x="2216752" y="2538224"/>
                  </a:lnTo>
                  <a:lnTo>
                    <a:pt x="2216845" y="2538224"/>
                  </a:lnTo>
                  <a:lnTo>
                    <a:pt x="2216938" y="2538224"/>
                  </a:lnTo>
                  <a:lnTo>
                    <a:pt x="2217032" y="2538224"/>
                  </a:lnTo>
                  <a:lnTo>
                    <a:pt x="2217032" y="2528270"/>
                  </a:lnTo>
                  <a:lnTo>
                    <a:pt x="2217125" y="2528270"/>
                  </a:lnTo>
                  <a:lnTo>
                    <a:pt x="2217218" y="2528270"/>
                  </a:lnTo>
                  <a:lnTo>
                    <a:pt x="2217311" y="2528270"/>
                  </a:lnTo>
                  <a:lnTo>
                    <a:pt x="2217405" y="2528270"/>
                  </a:lnTo>
                  <a:lnTo>
                    <a:pt x="2217498" y="2528270"/>
                  </a:lnTo>
                  <a:lnTo>
                    <a:pt x="2217591" y="2528270"/>
                  </a:lnTo>
                  <a:lnTo>
                    <a:pt x="2217684" y="2528270"/>
                  </a:lnTo>
                  <a:lnTo>
                    <a:pt x="2217778" y="2528270"/>
                  </a:lnTo>
                  <a:lnTo>
                    <a:pt x="2217871" y="2528270"/>
                  </a:lnTo>
                  <a:lnTo>
                    <a:pt x="2217964" y="2528270"/>
                  </a:lnTo>
                  <a:lnTo>
                    <a:pt x="2218057" y="2528270"/>
                  </a:lnTo>
                  <a:lnTo>
                    <a:pt x="2218151" y="2528270"/>
                  </a:lnTo>
                  <a:lnTo>
                    <a:pt x="2218244" y="2528270"/>
                  </a:lnTo>
                  <a:lnTo>
                    <a:pt x="2218337" y="2528270"/>
                  </a:lnTo>
                  <a:lnTo>
                    <a:pt x="2218430" y="2528270"/>
                  </a:lnTo>
                  <a:lnTo>
                    <a:pt x="2218524" y="2528270"/>
                  </a:lnTo>
                  <a:lnTo>
                    <a:pt x="2218617" y="2528270"/>
                  </a:lnTo>
                  <a:lnTo>
                    <a:pt x="2218710" y="2528270"/>
                  </a:lnTo>
                  <a:lnTo>
                    <a:pt x="2218803" y="2528270"/>
                  </a:lnTo>
                  <a:lnTo>
                    <a:pt x="2218897" y="2528270"/>
                  </a:lnTo>
                  <a:lnTo>
                    <a:pt x="2218990" y="2528270"/>
                  </a:lnTo>
                  <a:lnTo>
                    <a:pt x="2219083" y="2528270"/>
                  </a:lnTo>
                  <a:lnTo>
                    <a:pt x="2219176" y="2528270"/>
                  </a:lnTo>
                  <a:lnTo>
                    <a:pt x="2219270" y="2528270"/>
                  </a:lnTo>
                  <a:lnTo>
                    <a:pt x="2219363" y="2528270"/>
                  </a:lnTo>
                  <a:lnTo>
                    <a:pt x="2219456" y="2528270"/>
                  </a:lnTo>
                  <a:lnTo>
                    <a:pt x="2219549" y="2528270"/>
                  </a:lnTo>
                  <a:lnTo>
                    <a:pt x="2219643" y="2528270"/>
                  </a:lnTo>
                  <a:lnTo>
                    <a:pt x="2219736" y="2528270"/>
                  </a:lnTo>
                  <a:lnTo>
                    <a:pt x="2219829" y="2528270"/>
                  </a:lnTo>
                  <a:lnTo>
                    <a:pt x="2219922" y="2528270"/>
                  </a:lnTo>
                  <a:lnTo>
                    <a:pt x="2220016" y="2528270"/>
                  </a:lnTo>
                  <a:lnTo>
                    <a:pt x="2220109" y="2528270"/>
                  </a:lnTo>
                  <a:lnTo>
                    <a:pt x="2220202" y="2528270"/>
                  </a:lnTo>
                  <a:lnTo>
                    <a:pt x="2220295" y="2528270"/>
                  </a:lnTo>
                  <a:lnTo>
                    <a:pt x="2220388" y="2528270"/>
                  </a:lnTo>
                  <a:lnTo>
                    <a:pt x="2220482" y="2528270"/>
                  </a:lnTo>
                  <a:lnTo>
                    <a:pt x="2220575" y="2528270"/>
                  </a:lnTo>
                  <a:lnTo>
                    <a:pt x="2220668" y="2528270"/>
                  </a:lnTo>
                  <a:lnTo>
                    <a:pt x="2220761" y="2528270"/>
                  </a:lnTo>
                  <a:lnTo>
                    <a:pt x="2220855" y="2528270"/>
                  </a:lnTo>
                  <a:lnTo>
                    <a:pt x="2220948" y="2528270"/>
                  </a:lnTo>
                  <a:lnTo>
                    <a:pt x="2221041" y="2528270"/>
                  </a:lnTo>
                  <a:lnTo>
                    <a:pt x="2221134" y="2528270"/>
                  </a:lnTo>
                  <a:lnTo>
                    <a:pt x="2221228" y="2528270"/>
                  </a:lnTo>
                  <a:lnTo>
                    <a:pt x="2221321" y="2528270"/>
                  </a:lnTo>
                  <a:lnTo>
                    <a:pt x="2221414" y="2528270"/>
                  </a:lnTo>
                  <a:lnTo>
                    <a:pt x="2221507" y="2528270"/>
                  </a:lnTo>
                  <a:lnTo>
                    <a:pt x="2221601" y="2528270"/>
                  </a:lnTo>
                  <a:lnTo>
                    <a:pt x="2221694" y="2528270"/>
                  </a:lnTo>
                  <a:lnTo>
                    <a:pt x="2221787" y="2528270"/>
                  </a:lnTo>
                  <a:lnTo>
                    <a:pt x="2221880" y="2528270"/>
                  </a:lnTo>
                  <a:lnTo>
                    <a:pt x="2221974" y="2528270"/>
                  </a:lnTo>
                  <a:lnTo>
                    <a:pt x="2222067" y="2528270"/>
                  </a:lnTo>
                  <a:lnTo>
                    <a:pt x="2222160" y="2528270"/>
                  </a:lnTo>
                  <a:lnTo>
                    <a:pt x="2222253" y="2528270"/>
                  </a:lnTo>
                  <a:lnTo>
                    <a:pt x="2222347" y="2528270"/>
                  </a:lnTo>
                  <a:lnTo>
                    <a:pt x="2222440" y="2528270"/>
                  </a:lnTo>
                  <a:lnTo>
                    <a:pt x="2222533" y="2528270"/>
                  </a:lnTo>
                  <a:lnTo>
                    <a:pt x="2222626" y="2528270"/>
                  </a:lnTo>
                  <a:lnTo>
                    <a:pt x="2222720" y="2528270"/>
                  </a:lnTo>
                  <a:lnTo>
                    <a:pt x="2222813" y="2528270"/>
                  </a:lnTo>
                  <a:lnTo>
                    <a:pt x="2222906" y="2528270"/>
                  </a:lnTo>
                  <a:lnTo>
                    <a:pt x="2222999" y="2528270"/>
                  </a:lnTo>
                  <a:lnTo>
                    <a:pt x="2223093" y="2528270"/>
                  </a:lnTo>
                  <a:lnTo>
                    <a:pt x="2223186" y="2528270"/>
                  </a:lnTo>
                  <a:lnTo>
                    <a:pt x="2223279" y="2528270"/>
                  </a:lnTo>
                  <a:lnTo>
                    <a:pt x="2223372" y="2528270"/>
                  </a:lnTo>
                  <a:lnTo>
                    <a:pt x="2223466" y="2528270"/>
                  </a:lnTo>
                  <a:lnTo>
                    <a:pt x="2223559" y="2528270"/>
                  </a:lnTo>
                  <a:lnTo>
                    <a:pt x="2223652" y="2528270"/>
                  </a:lnTo>
                  <a:lnTo>
                    <a:pt x="2223745" y="2528270"/>
                  </a:lnTo>
                  <a:lnTo>
                    <a:pt x="2223839" y="2528270"/>
                  </a:lnTo>
                  <a:lnTo>
                    <a:pt x="2223932" y="2528270"/>
                  </a:lnTo>
                  <a:lnTo>
                    <a:pt x="2224025" y="2528270"/>
                  </a:lnTo>
                  <a:lnTo>
                    <a:pt x="2224118" y="2528270"/>
                  </a:lnTo>
                  <a:lnTo>
                    <a:pt x="2224212" y="2528270"/>
                  </a:lnTo>
                  <a:lnTo>
                    <a:pt x="2224305" y="2528270"/>
                  </a:lnTo>
                  <a:lnTo>
                    <a:pt x="2224398" y="2528270"/>
                  </a:lnTo>
                  <a:lnTo>
                    <a:pt x="2224491" y="2528270"/>
                  </a:lnTo>
                  <a:lnTo>
                    <a:pt x="2224585" y="2528270"/>
                  </a:lnTo>
                  <a:lnTo>
                    <a:pt x="2224678" y="2528270"/>
                  </a:lnTo>
                  <a:lnTo>
                    <a:pt x="2224771" y="2528270"/>
                  </a:lnTo>
                  <a:lnTo>
                    <a:pt x="2224864" y="2528270"/>
                  </a:lnTo>
                  <a:lnTo>
                    <a:pt x="2224958" y="2528270"/>
                  </a:lnTo>
                  <a:lnTo>
                    <a:pt x="2225051" y="2528270"/>
                  </a:lnTo>
                  <a:lnTo>
                    <a:pt x="2225144" y="2528270"/>
                  </a:lnTo>
                  <a:lnTo>
                    <a:pt x="2225237" y="2528270"/>
                  </a:lnTo>
                  <a:lnTo>
                    <a:pt x="2225331" y="2528270"/>
                  </a:lnTo>
                  <a:lnTo>
                    <a:pt x="2225424" y="2528270"/>
                  </a:lnTo>
                  <a:lnTo>
                    <a:pt x="2225517" y="2528270"/>
                  </a:lnTo>
                  <a:lnTo>
                    <a:pt x="2225610" y="2528270"/>
                  </a:lnTo>
                  <a:lnTo>
                    <a:pt x="2225704" y="2528270"/>
                  </a:lnTo>
                  <a:lnTo>
                    <a:pt x="2225797" y="2528270"/>
                  </a:lnTo>
                  <a:lnTo>
                    <a:pt x="2225890" y="2528270"/>
                  </a:lnTo>
                  <a:lnTo>
                    <a:pt x="2225983" y="2528270"/>
                  </a:lnTo>
                  <a:lnTo>
                    <a:pt x="2226077" y="2528270"/>
                  </a:lnTo>
                  <a:lnTo>
                    <a:pt x="2226170" y="2528270"/>
                  </a:lnTo>
                  <a:lnTo>
                    <a:pt x="2226263" y="2528270"/>
                  </a:lnTo>
                  <a:lnTo>
                    <a:pt x="2226356" y="2528270"/>
                  </a:lnTo>
                  <a:lnTo>
                    <a:pt x="2226450" y="2528270"/>
                  </a:lnTo>
                  <a:lnTo>
                    <a:pt x="2226543" y="2528270"/>
                  </a:lnTo>
                  <a:lnTo>
                    <a:pt x="2226636" y="2528270"/>
                  </a:lnTo>
                  <a:lnTo>
                    <a:pt x="2226729" y="2528270"/>
                  </a:lnTo>
                  <a:lnTo>
                    <a:pt x="2226823" y="2528270"/>
                  </a:lnTo>
                  <a:lnTo>
                    <a:pt x="2226916" y="2528270"/>
                  </a:lnTo>
                  <a:lnTo>
                    <a:pt x="2227009" y="2528270"/>
                  </a:lnTo>
                  <a:lnTo>
                    <a:pt x="2227102" y="2528270"/>
                  </a:lnTo>
                  <a:lnTo>
                    <a:pt x="2227195" y="2528270"/>
                  </a:lnTo>
                  <a:lnTo>
                    <a:pt x="2227289" y="2528270"/>
                  </a:lnTo>
                  <a:lnTo>
                    <a:pt x="2227382" y="2528270"/>
                  </a:lnTo>
                  <a:lnTo>
                    <a:pt x="2227475" y="2528270"/>
                  </a:lnTo>
                  <a:lnTo>
                    <a:pt x="2227568" y="2528270"/>
                  </a:lnTo>
                  <a:lnTo>
                    <a:pt x="2227662" y="2528270"/>
                  </a:lnTo>
                  <a:lnTo>
                    <a:pt x="2227755" y="2528270"/>
                  </a:lnTo>
                  <a:lnTo>
                    <a:pt x="2227848" y="2528270"/>
                  </a:lnTo>
                  <a:lnTo>
                    <a:pt x="2227941" y="2528270"/>
                  </a:lnTo>
                  <a:lnTo>
                    <a:pt x="2228035" y="2528270"/>
                  </a:lnTo>
                  <a:lnTo>
                    <a:pt x="2228128" y="2528270"/>
                  </a:lnTo>
                  <a:lnTo>
                    <a:pt x="2228221" y="2528270"/>
                  </a:lnTo>
                  <a:lnTo>
                    <a:pt x="2228314" y="2528270"/>
                  </a:lnTo>
                  <a:lnTo>
                    <a:pt x="2228408" y="2528270"/>
                  </a:lnTo>
                  <a:lnTo>
                    <a:pt x="2228501" y="2528270"/>
                  </a:lnTo>
                  <a:lnTo>
                    <a:pt x="2228594" y="2528270"/>
                  </a:lnTo>
                  <a:lnTo>
                    <a:pt x="2228687" y="2528270"/>
                  </a:lnTo>
                  <a:lnTo>
                    <a:pt x="2228781" y="2528270"/>
                  </a:lnTo>
                  <a:lnTo>
                    <a:pt x="2228874" y="2528270"/>
                  </a:lnTo>
                  <a:lnTo>
                    <a:pt x="2228967" y="2528270"/>
                  </a:lnTo>
                  <a:lnTo>
                    <a:pt x="2229060" y="2528270"/>
                  </a:lnTo>
                  <a:lnTo>
                    <a:pt x="2229154" y="2528270"/>
                  </a:lnTo>
                  <a:lnTo>
                    <a:pt x="2229247" y="2528270"/>
                  </a:lnTo>
                  <a:lnTo>
                    <a:pt x="2229340" y="2528270"/>
                  </a:lnTo>
                  <a:lnTo>
                    <a:pt x="2229433" y="2528270"/>
                  </a:lnTo>
                  <a:lnTo>
                    <a:pt x="2229527" y="2528270"/>
                  </a:lnTo>
                  <a:lnTo>
                    <a:pt x="2229620" y="2528270"/>
                  </a:lnTo>
                  <a:lnTo>
                    <a:pt x="2229713" y="2528270"/>
                  </a:lnTo>
                  <a:lnTo>
                    <a:pt x="2229806" y="2528270"/>
                  </a:lnTo>
                  <a:lnTo>
                    <a:pt x="2229900" y="2528270"/>
                  </a:lnTo>
                  <a:lnTo>
                    <a:pt x="2229993" y="2528270"/>
                  </a:lnTo>
                  <a:lnTo>
                    <a:pt x="2230086" y="2528270"/>
                  </a:lnTo>
                  <a:lnTo>
                    <a:pt x="2230179" y="2528270"/>
                  </a:lnTo>
                  <a:lnTo>
                    <a:pt x="2230273" y="2528270"/>
                  </a:lnTo>
                  <a:lnTo>
                    <a:pt x="2230366" y="2528270"/>
                  </a:lnTo>
                  <a:lnTo>
                    <a:pt x="2230459" y="2528270"/>
                  </a:lnTo>
                  <a:lnTo>
                    <a:pt x="2230552" y="2528270"/>
                  </a:lnTo>
                  <a:lnTo>
                    <a:pt x="2230646" y="2528270"/>
                  </a:lnTo>
                  <a:lnTo>
                    <a:pt x="2230739" y="2528270"/>
                  </a:lnTo>
                  <a:lnTo>
                    <a:pt x="2230832" y="2528270"/>
                  </a:lnTo>
                  <a:lnTo>
                    <a:pt x="2230925" y="2528270"/>
                  </a:lnTo>
                  <a:lnTo>
                    <a:pt x="2231019" y="2528270"/>
                  </a:lnTo>
                  <a:lnTo>
                    <a:pt x="2231112" y="2528270"/>
                  </a:lnTo>
                  <a:lnTo>
                    <a:pt x="2231205" y="2528270"/>
                  </a:lnTo>
                  <a:lnTo>
                    <a:pt x="2231298" y="2528270"/>
                  </a:lnTo>
                  <a:lnTo>
                    <a:pt x="2231392" y="2528270"/>
                  </a:lnTo>
                  <a:lnTo>
                    <a:pt x="2231485" y="2528270"/>
                  </a:lnTo>
                  <a:lnTo>
                    <a:pt x="2231578" y="2528270"/>
                  </a:lnTo>
                  <a:lnTo>
                    <a:pt x="2231671" y="2528270"/>
                  </a:lnTo>
                  <a:lnTo>
                    <a:pt x="2231765" y="2528270"/>
                  </a:lnTo>
                  <a:lnTo>
                    <a:pt x="2231858" y="2528270"/>
                  </a:lnTo>
                  <a:lnTo>
                    <a:pt x="2231951" y="2528270"/>
                  </a:lnTo>
                  <a:lnTo>
                    <a:pt x="2232044" y="2528270"/>
                  </a:lnTo>
                  <a:lnTo>
                    <a:pt x="2232138" y="2528270"/>
                  </a:lnTo>
                  <a:lnTo>
                    <a:pt x="2232231" y="2528270"/>
                  </a:lnTo>
                  <a:lnTo>
                    <a:pt x="2232324" y="2528270"/>
                  </a:lnTo>
                  <a:lnTo>
                    <a:pt x="2232417" y="2528270"/>
                  </a:lnTo>
                  <a:lnTo>
                    <a:pt x="2232511" y="2528270"/>
                  </a:lnTo>
                  <a:lnTo>
                    <a:pt x="2232604" y="2528270"/>
                  </a:lnTo>
                  <a:lnTo>
                    <a:pt x="2232697" y="2528270"/>
                  </a:lnTo>
                  <a:lnTo>
                    <a:pt x="2232790" y="2528270"/>
                  </a:lnTo>
                  <a:lnTo>
                    <a:pt x="2232884" y="2528270"/>
                  </a:lnTo>
                  <a:lnTo>
                    <a:pt x="2232977" y="2528270"/>
                  </a:lnTo>
                  <a:lnTo>
                    <a:pt x="2233070" y="2528270"/>
                  </a:lnTo>
                  <a:lnTo>
                    <a:pt x="2233163" y="2528270"/>
                  </a:lnTo>
                  <a:lnTo>
                    <a:pt x="2233257" y="2528270"/>
                  </a:lnTo>
                  <a:lnTo>
                    <a:pt x="2233350" y="2528270"/>
                  </a:lnTo>
                  <a:lnTo>
                    <a:pt x="2233443" y="2528270"/>
                  </a:lnTo>
                  <a:lnTo>
                    <a:pt x="2233536" y="2528270"/>
                  </a:lnTo>
                  <a:lnTo>
                    <a:pt x="2233536" y="2518317"/>
                  </a:lnTo>
                  <a:lnTo>
                    <a:pt x="2233630" y="2518317"/>
                  </a:lnTo>
                  <a:lnTo>
                    <a:pt x="2233723" y="2518317"/>
                  </a:lnTo>
                  <a:lnTo>
                    <a:pt x="2233816" y="2518317"/>
                  </a:lnTo>
                  <a:lnTo>
                    <a:pt x="2233909" y="2518317"/>
                  </a:lnTo>
                  <a:lnTo>
                    <a:pt x="2234002" y="2518317"/>
                  </a:lnTo>
                  <a:lnTo>
                    <a:pt x="2234096" y="2518317"/>
                  </a:lnTo>
                  <a:lnTo>
                    <a:pt x="2234189" y="2518317"/>
                  </a:lnTo>
                  <a:lnTo>
                    <a:pt x="2234282" y="2518317"/>
                  </a:lnTo>
                  <a:lnTo>
                    <a:pt x="2234375" y="2518317"/>
                  </a:lnTo>
                  <a:lnTo>
                    <a:pt x="2234469" y="2518317"/>
                  </a:lnTo>
                  <a:lnTo>
                    <a:pt x="2234562" y="2518317"/>
                  </a:lnTo>
                  <a:lnTo>
                    <a:pt x="2234655" y="2518317"/>
                  </a:lnTo>
                  <a:lnTo>
                    <a:pt x="2234748" y="2518317"/>
                  </a:lnTo>
                  <a:lnTo>
                    <a:pt x="2234842" y="2518317"/>
                  </a:lnTo>
                  <a:lnTo>
                    <a:pt x="2234935" y="2518317"/>
                  </a:lnTo>
                  <a:lnTo>
                    <a:pt x="2235028" y="2518317"/>
                  </a:lnTo>
                  <a:lnTo>
                    <a:pt x="2235121" y="2518317"/>
                  </a:lnTo>
                  <a:lnTo>
                    <a:pt x="2235215" y="2518317"/>
                  </a:lnTo>
                  <a:lnTo>
                    <a:pt x="2235308" y="2518317"/>
                  </a:lnTo>
                  <a:lnTo>
                    <a:pt x="2235401" y="2518317"/>
                  </a:lnTo>
                  <a:lnTo>
                    <a:pt x="2235494" y="2518317"/>
                  </a:lnTo>
                  <a:lnTo>
                    <a:pt x="2235588" y="2518317"/>
                  </a:lnTo>
                  <a:lnTo>
                    <a:pt x="2235681" y="2518317"/>
                  </a:lnTo>
                  <a:lnTo>
                    <a:pt x="2235774" y="2518317"/>
                  </a:lnTo>
                  <a:lnTo>
                    <a:pt x="2235867" y="2518317"/>
                  </a:lnTo>
                  <a:lnTo>
                    <a:pt x="2235961" y="2518317"/>
                  </a:lnTo>
                  <a:lnTo>
                    <a:pt x="2236054" y="2518317"/>
                  </a:lnTo>
                  <a:lnTo>
                    <a:pt x="2236054" y="2508363"/>
                  </a:lnTo>
                  <a:lnTo>
                    <a:pt x="2236147" y="2508363"/>
                  </a:lnTo>
                  <a:lnTo>
                    <a:pt x="2236240" y="2508363"/>
                  </a:lnTo>
                  <a:lnTo>
                    <a:pt x="2236334" y="2508363"/>
                  </a:lnTo>
                  <a:lnTo>
                    <a:pt x="2236427" y="2508363"/>
                  </a:lnTo>
                  <a:lnTo>
                    <a:pt x="2236520" y="2508363"/>
                  </a:lnTo>
                  <a:lnTo>
                    <a:pt x="2236613" y="2508363"/>
                  </a:lnTo>
                  <a:lnTo>
                    <a:pt x="2236707" y="2508363"/>
                  </a:lnTo>
                  <a:lnTo>
                    <a:pt x="2236800" y="2508363"/>
                  </a:lnTo>
                  <a:lnTo>
                    <a:pt x="2236893" y="2508363"/>
                  </a:lnTo>
                  <a:lnTo>
                    <a:pt x="2236986" y="2508363"/>
                  </a:lnTo>
                  <a:lnTo>
                    <a:pt x="2237080" y="2508363"/>
                  </a:lnTo>
                  <a:lnTo>
                    <a:pt x="2237173" y="2508363"/>
                  </a:lnTo>
                  <a:lnTo>
                    <a:pt x="2237266" y="2508363"/>
                  </a:lnTo>
                  <a:lnTo>
                    <a:pt x="2237359" y="2508363"/>
                  </a:lnTo>
                  <a:lnTo>
                    <a:pt x="2237453" y="2508363"/>
                  </a:lnTo>
                  <a:lnTo>
                    <a:pt x="2237546" y="2508363"/>
                  </a:lnTo>
                  <a:lnTo>
                    <a:pt x="2237639" y="2508363"/>
                  </a:lnTo>
                  <a:lnTo>
                    <a:pt x="2237732" y="2508363"/>
                  </a:lnTo>
                  <a:lnTo>
                    <a:pt x="2237826" y="2508363"/>
                  </a:lnTo>
                  <a:lnTo>
                    <a:pt x="2237919" y="2508363"/>
                  </a:lnTo>
                  <a:lnTo>
                    <a:pt x="2238012" y="2508363"/>
                  </a:lnTo>
                  <a:lnTo>
                    <a:pt x="2238105" y="2508363"/>
                  </a:lnTo>
                  <a:lnTo>
                    <a:pt x="2238199" y="2508363"/>
                  </a:lnTo>
                  <a:lnTo>
                    <a:pt x="2238292" y="2508363"/>
                  </a:lnTo>
                  <a:lnTo>
                    <a:pt x="2238385" y="2508363"/>
                  </a:lnTo>
                  <a:lnTo>
                    <a:pt x="2238478" y="2508363"/>
                  </a:lnTo>
                  <a:lnTo>
                    <a:pt x="2238572" y="2508363"/>
                  </a:lnTo>
                  <a:lnTo>
                    <a:pt x="2238665" y="2508363"/>
                  </a:lnTo>
                  <a:lnTo>
                    <a:pt x="2238758" y="2508363"/>
                  </a:lnTo>
                  <a:lnTo>
                    <a:pt x="2238851" y="2508363"/>
                  </a:lnTo>
                  <a:lnTo>
                    <a:pt x="2238945" y="2508363"/>
                  </a:lnTo>
                  <a:lnTo>
                    <a:pt x="2239038" y="2508363"/>
                  </a:lnTo>
                  <a:lnTo>
                    <a:pt x="2239131" y="2508363"/>
                  </a:lnTo>
                  <a:lnTo>
                    <a:pt x="2239224" y="2508363"/>
                  </a:lnTo>
                  <a:lnTo>
                    <a:pt x="2239318" y="2508363"/>
                  </a:lnTo>
                  <a:lnTo>
                    <a:pt x="2239411" y="2508363"/>
                  </a:lnTo>
                  <a:lnTo>
                    <a:pt x="2239504" y="2508363"/>
                  </a:lnTo>
                  <a:lnTo>
                    <a:pt x="2239597" y="2508363"/>
                  </a:lnTo>
                  <a:lnTo>
                    <a:pt x="2239691" y="2508363"/>
                  </a:lnTo>
                  <a:lnTo>
                    <a:pt x="2239784" y="2508363"/>
                  </a:lnTo>
                  <a:lnTo>
                    <a:pt x="2239877" y="2508363"/>
                  </a:lnTo>
                  <a:lnTo>
                    <a:pt x="2239970" y="2508363"/>
                  </a:lnTo>
                  <a:lnTo>
                    <a:pt x="2240064" y="2508363"/>
                  </a:lnTo>
                  <a:lnTo>
                    <a:pt x="2240157" y="2508363"/>
                  </a:lnTo>
                  <a:lnTo>
                    <a:pt x="2240250" y="2508363"/>
                  </a:lnTo>
                  <a:lnTo>
                    <a:pt x="2240343" y="2508363"/>
                  </a:lnTo>
                  <a:lnTo>
                    <a:pt x="2240437" y="2508363"/>
                  </a:lnTo>
                  <a:lnTo>
                    <a:pt x="2240530" y="2508363"/>
                  </a:lnTo>
                  <a:lnTo>
                    <a:pt x="2240623" y="2508363"/>
                  </a:lnTo>
                  <a:lnTo>
                    <a:pt x="2240716" y="2508363"/>
                  </a:lnTo>
                  <a:lnTo>
                    <a:pt x="2240810" y="2508363"/>
                  </a:lnTo>
                  <a:lnTo>
                    <a:pt x="2240903" y="2508363"/>
                  </a:lnTo>
                  <a:lnTo>
                    <a:pt x="2240996" y="2508363"/>
                  </a:lnTo>
                  <a:lnTo>
                    <a:pt x="2241089" y="2508363"/>
                  </a:lnTo>
                  <a:lnTo>
                    <a:pt x="2241182" y="2508363"/>
                  </a:lnTo>
                  <a:lnTo>
                    <a:pt x="2241276" y="2508363"/>
                  </a:lnTo>
                  <a:lnTo>
                    <a:pt x="2241369" y="2508363"/>
                  </a:lnTo>
                  <a:lnTo>
                    <a:pt x="2241462" y="2508363"/>
                  </a:lnTo>
                  <a:lnTo>
                    <a:pt x="2241555" y="2508363"/>
                  </a:lnTo>
                  <a:lnTo>
                    <a:pt x="2241649" y="2508363"/>
                  </a:lnTo>
                  <a:lnTo>
                    <a:pt x="2241742" y="2508363"/>
                  </a:lnTo>
                  <a:lnTo>
                    <a:pt x="2241835" y="2508363"/>
                  </a:lnTo>
                  <a:lnTo>
                    <a:pt x="2241928" y="2508363"/>
                  </a:lnTo>
                  <a:lnTo>
                    <a:pt x="2242022" y="2508363"/>
                  </a:lnTo>
                  <a:lnTo>
                    <a:pt x="2242115" y="2508363"/>
                  </a:lnTo>
                  <a:lnTo>
                    <a:pt x="2242208" y="2508363"/>
                  </a:lnTo>
                  <a:lnTo>
                    <a:pt x="2242301" y="2508363"/>
                  </a:lnTo>
                  <a:lnTo>
                    <a:pt x="2242395" y="2508363"/>
                  </a:lnTo>
                  <a:lnTo>
                    <a:pt x="2242488" y="2508363"/>
                  </a:lnTo>
                  <a:lnTo>
                    <a:pt x="2242581" y="2508363"/>
                  </a:lnTo>
                  <a:lnTo>
                    <a:pt x="2242674" y="2508363"/>
                  </a:lnTo>
                  <a:lnTo>
                    <a:pt x="2242768" y="2508363"/>
                  </a:lnTo>
                  <a:lnTo>
                    <a:pt x="2242861" y="2508363"/>
                  </a:lnTo>
                  <a:lnTo>
                    <a:pt x="2242954" y="2508363"/>
                  </a:lnTo>
                  <a:lnTo>
                    <a:pt x="2243047" y="2508363"/>
                  </a:lnTo>
                  <a:lnTo>
                    <a:pt x="2243141" y="2508363"/>
                  </a:lnTo>
                  <a:lnTo>
                    <a:pt x="2243234" y="2508363"/>
                  </a:lnTo>
                  <a:lnTo>
                    <a:pt x="2243327" y="2508363"/>
                  </a:lnTo>
                  <a:lnTo>
                    <a:pt x="2243420" y="2508363"/>
                  </a:lnTo>
                  <a:lnTo>
                    <a:pt x="2243514" y="2508363"/>
                  </a:lnTo>
                  <a:lnTo>
                    <a:pt x="2243607" y="2508363"/>
                  </a:lnTo>
                  <a:lnTo>
                    <a:pt x="2243700" y="2508363"/>
                  </a:lnTo>
                  <a:lnTo>
                    <a:pt x="2243793" y="2508363"/>
                  </a:lnTo>
                  <a:lnTo>
                    <a:pt x="2243887" y="2508363"/>
                  </a:lnTo>
                  <a:lnTo>
                    <a:pt x="2243980" y="2508363"/>
                  </a:lnTo>
                  <a:lnTo>
                    <a:pt x="2244073" y="2508363"/>
                  </a:lnTo>
                  <a:lnTo>
                    <a:pt x="2244166" y="2508363"/>
                  </a:lnTo>
                  <a:lnTo>
                    <a:pt x="2244260" y="2508363"/>
                  </a:lnTo>
                  <a:lnTo>
                    <a:pt x="2244353" y="2508363"/>
                  </a:lnTo>
                  <a:lnTo>
                    <a:pt x="2244446" y="2508363"/>
                  </a:lnTo>
                  <a:lnTo>
                    <a:pt x="2244539" y="2508363"/>
                  </a:lnTo>
                  <a:lnTo>
                    <a:pt x="2244633" y="2508363"/>
                  </a:lnTo>
                  <a:lnTo>
                    <a:pt x="2244726" y="2508363"/>
                  </a:lnTo>
                  <a:lnTo>
                    <a:pt x="2244819" y="2508363"/>
                  </a:lnTo>
                  <a:lnTo>
                    <a:pt x="2244912" y="2508363"/>
                  </a:lnTo>
                  <a:lnTo>
                    <a:pt x="2245006" y="2508363"/>
                  </a:lnTo>
                  <a:lnTo>
                    <a:pt x="2245099" y="2508363"/>
                  </a:lnTo>
                  <a:lnTo>
                    <a:pt x="2245192" y="2508363"/>
                  </a:lnTo>
                  <a:lnTo>
                    <a:pt x="2245285" y="2508363"/>
                  </a:lnTo>
                  <a:lnTo>
                    <a:pt x="2245379" y="2508363"/>
                  </a:lnTo>
                  <a:lnTo>
                    <a:pt x="2245472" y="2508363"/>
                  </a:lnTo>
                  <a:lnTo>
                    <a:pt x="2245565" y="2508363"/>
                  </a:lnTo>
                  <a:lnTo>
                    <a:pt x="2245658" y="2508363"/>
                  </a:lnTo>
                  <a:lnTo>
                    <a:pt x="2245752" y="2508363"/>
                  </a:lnTo>
                  <a:lnTo>
                    <a:pt x="2245845" y="2508363"/>
                  </a:lnTo>
                  <a:lnTo>
                    <a:pt x="2245938" y="2508363"/>
                  </a:lnTo>
                  <a:lnTo>
                    <a:pt x="2246031" y="2508363"/>
                  </a:lnTo>
                  <a:lnTo>
                    <a:pt x="2246125" y="2508363"/>
                  </a:lnTo>
                  <a:lnTo>
                    <a:pt x="2246218" y="2508363"/>
                  </a:lnTo>
                  <a:lnTo>
                    <a:pt x="2246311" y="2508363"/>
                  </a:lnTo>
                  <a:lnTo>
                    <a:pt x="2246404" y="2508363"/>
                  </a:lnTo>
                  <a:lnTo>
                    <a:pt x="2246498" y="2508363"/>
                  </a:lnTo>
                  <a:lnTo>
                    <a:pt x="2246591" y="2508363"/>
                  </a:lnTo>
                  <a:lnTo>
                    <a:pt x="2246684" y="2508363"/>
                  </a:lnTo>
                  <a:lnTo>
                    <a:pt x="2246777" y="2508363"/>
                  </a:lnTo>
                  <a:lnTo>
                    <a:pt x="2246871" y="2508363"/>
                  </a:lnTo>
                  <a:lnTo>
                    <a:pt x="2246964" y="2508363"/>
                  </a:lnTo>
                  <a:lnTo>
                    <a:pt x="2247057" y="2508363"/>
                  </a:lnTo>
                  <a:lnTo>
                    <a:pt x="2247150" y="2508363"/>
                  </a:lnTo>
                  <a:lnTo>
                    <a:pt x="2247244" y="2508363"/>
                  </a:lnTo>
                  <a:lnTo>
                    <a:pt x="2247337" y="2508363"/>
                  </a:lnTo>
                  <a:lnTo>
                    <a:pt x="2247430" y="2508363"/>
                  </a:lnTo>
                  <a:lnTo>
                    <a:pt x="2247523" y="2508363"/>
                  </a:lnTo>
                  <a:lnTo>
                    <a:pt x="2247617" y="2508363"/>
                  </a:lnTo>
                  <a:lnTo>
                    <a:pt x="2247710" y="2508363"/>
                  </a:lnTo>
                  <a:lnTo>
                    <a:pt x="2247803" y="2508363"/>
                  </a:lnTo>
                  <a:lnTo>
                    <a:pt x="2247896" y="2508363"/>
                  </a:lnTo>
                  <a:lnTo>
                    <a:pt x="2247989" y="2508363"/>
                  </a:lnTo>
                  <a:lnTo>
                    <a:pt x="2248083" y="2508363"/>
                  </a:lnTo>
                  <a:lnTo>
                    <a:pt x="2248176" y="2508363"/>
                  </a:lnTo>
                  <a:lnTo>
                    <a:pt x="2248269" y="2508363"/>
                  </a:lnTo>
                  <a:lnTo>
                    <a:pt x="2248362" y="2508363"/>
                  </a:lnTo>
                  <a:lnTo>
                    <a:pt x="2248456" y="2508363"/>
                  </a:lnTo>
                  <a:lnTo>
                    <a:pt x="2248549" y="2508363"/>
                  </a:lnTo>
                  <a:lnTo>
                    <a:pt x="2248642" y="2508363"/>
                  </a:lnTo>
                  <a:lnTo>
                    <a:pt x="2248735" y="2508363"/>
                  </a:lnTo>
                  <a:lnTo>
                    <a:pt x="2248829" y="2508363"/>
                  </a:lnTo>
                  <a:lnTo>
                    <a:pt x="2248922" y="2508363"/>
                  </a:lnTo>
                  <a:lnTo>
                    <a:pt x="2249015" y="2508363"/>
                  </a:lnTo>
                  <a:lnTo>
                    <a:pt x="2249108" y="2508363"/>
                  </a:lnTo>
                  <a:lnTo>
                    <a:pt x="2249202" y="2508363"/>
                  </a:lnTo>
                  <a:lnTo>
                    <a:pt x="2249295" y="2508363"/>
                  </a:lnTo>
                  <a:lnTo>
                    <a:pt x="2249388" y="2508363"/>
                  </a:lnTo>
                  <a:lnTo>
                    <a:pt x="2249481" y="2508363"/>
                  </a:lnTo>
                  <a:lnTo>
                    <a:pt x="2249575" y="2508363"/>
                  </a:lnTo>
                  <a:lnTo>
                    <a:pt x="2249668" y="2508363"/>
                  </a:lnTo>
                  <a:lnTo>
                    <a:pt x="2249761" y="2508363"/>
                  </a:lnTo>
                  <a:lnTo>
                    <a:pt x="2249854" y="2508363"/>
                  </a:lnTo>
                  <a:lnTo>
                    <a:pt x="2249948" y="2508363"/>
                  </a:lnTo>
                  <a:lnTo>
                    <a:pt x="2250041" y="2508363"/>
                  </a:lnTo>
                  <a:lnTo>
                    <a:pt x="2250134" y="2508363"/>
                  </a:lnTo>
                  <a:lnTo>
                    <a:pt x="2250227" y="2508363"/>
                  </a:lnTo>
                  <a:lnTo>
                    <a:pt x="2250321" y="2508363"/>
                  </a:lnTo>
                  <a:lnTo>
                    <a:pt x="2250414" y="2508363"/>
                  </a:lnTo>
                  <a:lnTo>
                    <a:pt x="2250507" y="2508363"/>
                  </a:lnTo>
                  <a:lnTo>
                    <a:pt x="2250600" y="2508363"/>
                  </a:lnTo>
                  <a:lnTo>
                    <a:pt x="2250694" y="2508363"/>
                  </a:lnTo>
                  <a:lnTo>
                    <a:pt x="2250787" y="2508363"/>
                  </a:lnTo>
                  <a:lnTo>
                    <a:pt x="2250880" y="2508363"/>
                  </a:lnTo>
                  <a:lnTo>
                    <a:pt x="2250973" y="2508363"/>
                  </a:lnTo>
                  <a:lnTo>
                    <a:pt x="2251067" y="2508363"/>
                  </a:lnTo>
                  <a:lnTo>
                    <a:pt x="2251160" y="2508363"/>
                  </a:lnTo>
                  <a:lnTo>
                    <a:pt x="2251253" y="2508363"/>
                  </a:lnTo>
                  <a:lnTo>
                    <a:pt x="2251346" y="2508363"/>
                  </a:lnTo>
                  <a:lnTo>
                    <a:pt x="2251440" y="2508363"/>
                  </a:lnTo>
                  <a:lnTo>
                    <a:pt x="2251533" y="2508363"/>
                  </a:lnTo>
                  <a:lnTo>
                    <a:pt x="2251626" y="2508363"/>
                  </a:lnTo>
                  <a:lnTo>
                    <a:pt x="2251719" y="2508363"/>
                  </a:lnTo>
                  <a:lnTo>
                    <a:pt x="2251813" y="2508363"/>
                  </a:lnTo>
                  <a:lnTo>
                    <a:pt x="2251906" y="2508363"/>
                  </a:lnTo>
                  <a:lnTo>
                    <a:pt x="2251999" y="2508363"/>
                  </a:lnTo>
                  <a:lnTo>
                    <a:pt x="2252092" y="2508363"/>
                  </a:lnTo>
                  <a:lnTo>
                    <a:pt x="2252186" y="2508363"/>
                  </a:lnTo>
                  <a:lnTo>
                    <a:pt x="2252279" y="2508363"/>
                  </a:lnTo>
                  <a:lnTo>
                    <a:pt x="2252372" y="2508363"/>
                  </a:lnTo>
                  <a:lnTo>
                    <a:pt x="2252465" y="2508363"/>
                  </a:lnTo>
                  <a:lnTo>
                    <a:pt x="2252559" y="2508363"/>
                  </a:lnTo>
                  <a:lnTo>
                    <a:pt x="2252652" y="2508363"/>
                  </a:lnTo>
                  <a:lnTo>
                    <a:pt x="2252745" y="2508363"/>
                  </a:lnTo>
                  <a:lnTo>
                    <a:pt x="2252838" y="2508363"/>
                  </a:lnTo>
                  <a:lnTo>
                    <a:pt x="2252932" y="2508363"/>
                  </a:lnTo>
                  <a:lnTo>
                    <a:pt x="2253025" y="2508363"/>
                  </a:lnTo>
                  <a:lnTo>
                    <a:pt x="2253118" y="2508363"/>
                  </a:lnTo>
                  <a:lnTo>
                    <a:pt x="2253211" y="2508363"/>
                  </a:lnTo>
                  <a:lnTo>
                    <a:pt x="2253305" y="2508363"/>
                  </a:lnTo>
                  <a:lnTo>
                    <a:pt x="2253398" y="2508363"/>
                  </a:lnTo>
                  <a:lnTo>
                    <a:pt x="2253491" y="2508363"/>
                  </a:lnTo>
                  <a:lnTo>
                    <a:pt x="2253584" y="2508363"/>
                  </a:lnTo>
                  <a:lnTo>
                    <a:pt x="2253678" y="2508363"/>
                  </a:lnTo>
                  <a:lnTo>
                    <a:pt x="2253771" y="2508363"/>
                  </a:lnTo>
                  <a:lnTo>
                    <a:pt x="2253864" y="2508363"/>
                  </a:lnTo>
                  <a:lnTo>
                    <a:pt x="2253957" y="2508363"/>
                  </a:lnTo>
                  <a:lnTo>
                    <a:pt x="2254051" y="2508363"/>
                  </a:lnTo>
                  <a:lnTo>
                    <a:pt x="2254144" y="2508363"/>
                  </a:lnTo>
                  <a:lnTo>
                    <a:pt x="2254237" y="2508363"/>
                  </a:lnTo>
                  <a:lnTo>
                    <a:pt x="2254330" y="2508363"/>
                  </a:lnTo>
                  <a:lnTo>
                    <a:pt x="2254424" y="2508363"/>
                  </a:lnTo>
                  <a:lnTo>
                    <a:pt x="2254517" y="2508363"/>
                  </a:lnTo>
                  <a:lnTo>
                    <a:pt x="2254610" y="2508363"/>
                  </a:lnTo>
                  <a:lnTo>
                    <a:pt x="2254703" y="2508363"/>
                  </a:lnTo>
                  <a:lnTo>
                    <a:pt x="2254796" y="2508363"/>
                  </a:lnTo>
                  <a:lnTo>
                    <a:pt x="2254890" y="2508363"/>
                  </a:lnTo>
                  <a:lnTo>
                    <a:pt x="2254983" y="2508363"/>
                  </a:lnTo>
                  <a:lnTo>
                    <a:pt x="2255076" y="2508363"/>
                  </a:lnTo>
                  <a:lnTo>
                    <a:pt x="2255169" y="2508363"/>
                  </a:lnTo>
                  <a:lnTo>
                    <a:pt x="2255263" y="2508363"/>
                  </a:lnTo>
                  <a:lnTo>
                    <a:pt x="2255356" y="2508363"/>
                  </a:lnTo>
                  <a:lnTo>
                    <a:pt x="2255449" y="2508363"/>
                  </a:lnTo>
                  <a:lnTo>
                    <a:pt x="2255542" y="2508363"/>
                  </a:lnTo>
                  <a:lnTo>
                    <a:pt x="2255636" y="2508363"/>
                  </a:lnTo>
                  <a:lnTo>
                    <a:pt x="2255729" y="2508363"/>
                  </a:lnTo>
                  <a:lnTo>
                    <a:pt x="2255822" y="2508363"/>
                  </a:lnTo>
                  <a:lnTo>
                    <a:pt x="2255915" y="2508363"/>
                  </a:lnTo>
                  <a:lnTo>
                    <a:pt x="2256009" y="2508363"/>
                  </a:lnTo>
                  <a:lnTo>
                    <a:pt x="2256102" y="2508363"/>
                  </a:lnTo>
                  <a:lnTo>
                    <a:pt x="2256195" y="2508363"/>
                  </a:lnTo>
                  <a:lnTo>
                    <a:pt x="2256288" y="2508363"/>
                  </a:lnTo>
                  <a:lnTo>
                    <a:pt x="2256382" y="2508363"/>
                  </a:lnTo>
                  <a:lnTo>
                    <a:pt x="2256475" y="2508363"/>
                  </a:lnTo>
                  <a:lnTo>
                    <a:pt x="2256568" y="2508363"/>
                  </a:lnTo>
                  <a:lnTo>
                    <a:pt x="2256661" y="2508363"/>
                  </a:lnTo>
                  <a:lnTo>
                    <a:pt x="2256755" y="2508363"/>
                  </a:lnTo>
                  <a:lnTo>
                    <a:pt x="2256755" y="2498409"/>
                  </a:lnTo>
                  <a:lnTo>
                    <a:pt x="2256848" y="2498409"/>
                  </a:lnTo>
                  <a:lnTo>
                    <a:pt x="2256941" y="2498409"/>
                  </a:lnTo>
                  <a:lnTo>
                    <a:pt x="2257034" y="2498409"/>
                  </a:lnTo>
                  <a:lnTo>
                    <a:pt x="2257128" y="2498409"/>
                  </a:lnTo>
                  <a:lnTo>
                    <a:pt x="2257221" y="2498409"/>
                  </a:lnTo>
                  <a:lnTo>
                    <a:pt x="2257314" y="2498409"/>
                  </a:lnTo>
                  <a:lnTo>
                    <a:pt x="2257407" y="2498409"/>
                  </a:lnTo>
                  <a:lnTo>
                    <a:pt x="2257501" y="2498409"/>
                  </a:lnTo>
                  <a:lnTo>
                    <a:pt x="2257594" y="2498409"/>
                  </a:lnTo>
                  <a:lnTo>
                    <a:pt x="2257687" y="2498409"/>
                  </a:lnTo>
                  <a:lnTo>
                    <a:pt x="2257780" y="2498409"/>
                  </a:lnTo>
                  <a:lnTo>
                    <a:pt x="2257874" y="2498409"/>
                  </a:lnTo>
                  <a:lnTo>
                    <a:pt x="2257967" y="2498409"/>
                  </a:lnTo>
                  <a:lnTo>
                    <a:pt x="2258060" y="2498409"/>
                  </a:lnTo>
                  <a:lnTo>
                    <a:pt x="2258153" y="2498409"/>
                  </a:lnTo>
                  <a:lnTo>
                    <a:pt x="2258247" y="2498409"/>
                  </a:lnTo>
                  <a:lnTo>
                    <a:pt x="2258340" y="2498409"/>
                  </a:lnTo>
                  <a:lnTo>
                    <a:pt x="2258433" y="2498409"/>
                  </a:lnTo>
                  <a:lnTo>
                    <a:pt x="2258526" y="2498409"/>
                  </a:lnTo>
                  <a:lnTo>
                    <a:pt x="2258620" y="2498409"/>
                  </a:lnTo>
                  <a:lnTo>
                    <a:pt x="2258713" y="2498409"/>
                  </a:lnTo>
                  <a:lnTo>
                    <a:pt x="2258806" y="2498409"/>
                  </a:lnTo>
                  <a:lnTo>
                    <a:pt x="2258899" y="2498409"/>
                  </a:lnTo>
                  <a:lnTo>
                    <a:pt x="2258993" y="2498409"/>
                  </a:lnTo>
                  <a:lnTo>
                    <a:pt x="2259086" y="2498409"/>
                  </a:lnTo>
                  <a:lnTo>
                    <a:pt x="2259179" y="2498409"/>
                  </a:lnTo>
                  <a:lnTo>
                    <a:pt x="2259272" y="2498409"/>
                  </a:lnTo>
                  <a:lnTo>
                    <a:pt x="2259366" y="2498409"/>
                  </a:lnTo>
                  <a:lnTo>
                    <a:pt x="2259459" y="2498409"/>
                  </a:lnTo>
                  <a:lnTo>
                    <a:pt x="2259552" y="2498409"/>
                  </a:lnTo>
                  <a:lnTo>
                    <a:pt x="2259645" y="2498409"/>
                  </a:lnTo>
                  <a:lnTo>
                    <a:pt x="2259739" y="2498409"/>
                  </a:lnTo>
                  <a:lnTo>
                    <a:pt x="2259832" y="2498409"/>
                  </a:lnTo>
                  <a:lnTo>
                    <a:pt x="2259925" y="2498409"/>
                  </a:lnTo>
                  <a:lnTo>
                    <a:pt x="2260018" y="2498409"/>
                  </a:lnTo>
                  <a:lnTo>
                    <a:pt x="2260112" y="2498409"/>
                  </a:lnTo>
                  <a:lnTo>
                    <a:pt x="2260205" y="2498409"/>
                  </a:lnTo>
                  <a:lnTo>
                    <a:pt x="2260298" y="2498409"/>
                  </a:lnTo>
                  <a:lnTo>
                    <a:pt x="2260391" y="2498409"/>
                  </a:lnTo>
                  <a:lnTo>
                    <a:pt x="2260485" y="2498409"/>
                  </a:lnTo>
                  <a:lnTo>
                    <a:pt x="2260578" y="2498409"/>
                  </a:lnTo>
                  <a:lnTo>
                    <a:pt x="2260671" y="2498409"/>
                  </a:lnTo>
                  <a:lnTo>
                    <a:pt x="2260764" y="2498409"/>
                  </a:lnTo>
                  <a:lnTo>
                    <a:pt x="2260858" y="2498409"/>
                  </a:lnTo>
                  <a:lnTo>
                    <a:pt x="2260951" y="2498409"/>
                  </a:lnTo>
                  <a:lnTo>
                    <a:pt x="2261044" y="2498409"/>
                  </a:lnTo>
                  <a:lnTo>
                    <a:pt x="2261137" y="2498409"/>
                  </a:lnTo>
                  <a:lnTo>
                    <a:pt x="2261231" y="2498409"/>
                  </a:lnTo>
                  <a:lnTo>
                    <a:pt x="2261324" y="2498409"/>
                  </a:lnTo>
                  <a:lnTo>
                    <a:pt x="2261417" y="2498409"/>
                  </a:lnTo>
                  <a:lnTo>
                    <a:pt x="2261510" y="2498409"/>
                  </a:lnTo>
                  <a:lnTo>
                    <a:pt x="2261604" y="2498409"/>
                  </a:lnTo>
                  <a:lnTo>
                    <a:pt x="2261697" y="2498409"/>
                  </a:lnTo>
                  <a:lnTo>
                    <a:pt x="2261790" y="2498409"/>
                  </a:lnTo>
                  <a:lnTo>
                    <a:pt x="2261883" y="2498409"/>
                  </a:lnTo>
                  <a:lnTo>
                    <a:pt x="2261976" y="2498409"/>
                  </a:lnTo>
                  <a:lnTo>
                    <a:pt x="2262070" y="2498409"/>
                  </a:lnTo>
                  <a:lnTo>
                    <a:pt x="2262163" y="2498409"/>
                  </a:lnTo>
                  <a:lnTo>
                    <a:pt x="2262256" y="2498409"/>
                  </a:lnTo>
                  <a:lnTo>
                    <a:pt x="2262349" y="2498409"/>
                  </a:lnTo>
                  <a:lnTo>
                    <a:pt x="2262443" y="2498409"/>
                  </a:lnTo>
                  <a:lnTo>
                    <a:pt x="2262536" y="2498409"/>
                  </a:lnTo>
                  <a:lnTo>
                    <a:pt x="2262629" y="2498409"/>
                  </a:lnTo>
                  <a:lnTo>
                    <a:pt x="2262722" y="2498409"/>
                  </a:lnTo>
                  <a:lnTo>
                    <a:pt x="2262816" y="2498409"/>
                  </a:lnTo>
                  <a:lnTo>
                    <a:pt x="2262909" y="2498409"/>
                  </a:lnTo>
                  <a:lnTo>
                    <a:pt x="2263002" y="2498409"/>
                  </a:lnTo>
                  <a:lnTo>
                    <a:pt x="2263095" y="2498409"/>
                  </a:lnTo>
                  <a:lnTo>
                    <a:pt x="2263189" y="2498409"/>
                  </a:lnTo>
                  <a:lnTo>
                    <a:pt x="2263282" y="2498409"/>
                  </a:lnTo>
                  <a:lnTo>
                    <a:pt x="2263375" y="2498409"/>
                  </a:lnTo>
                  <a:lnTo>
                    <a:pt x="2263468" y="2498409"/>
                  </a:lnTo>
                  <a:lnTo>
                    <a:pt x="2263562" y="2498409"/>
                  </a:lnTo>
                  <a:lnTo>
                    <a:pt x="2263655" y="2498409"/>
                  </a:lnTo>
                  <a:lnTo>
                    <a:pt x="2263748" y="2498409"/>
                  </a:lnTo>
                  <a:lnTo>
                    <a:pt x="2263841" y="2498409"/>
                  </a:lnTo>
                  <a:lnTo>
                    <a:pt x="2263935" y="2498409"/>
                  </a:lnTo>
                  <a:lnTo>
                    <a:pt x="2264028" y="2498409"/>
                  </a:lnTo>
                  <a:lnTo>
                    <a:pt x="2264121" y="2498409"/>
                  </a:lnTo>
                  <a:lnTo>
                    <a:pt x="2264214" y="2498409"/>
                  </a:lnTo>
                  <a:lnTo>
                    <a:pt x="2264308" y="2498409"/>
                  </a:lnTo>
                  <a:lnTo>
                    <a:pt x="2264401" y="2498409"/>
                  </a:lnTo>
                  <a:lnTo>
                    <a:pt x="2264494" y="2498409"/>
                  </a:lnTo>
                  <a:lnTo>
                    <a:pt x="2264587" y="2498409"/>
                  </a:lnTo>
                  <a:lnTo>
                    <a:pt x="2264681" y="2498409"/>
                  </a:lnTo>
                  <a:lnTo>
                    <a:pt x="2264774" y="2498409"/>
                  </a:lnTo>
                  <a:lnTo>
                    <a:pt x="2264867" y="2498409"/>
                  </a:lnTo>
                  <a:lnTo>
                    <a:pt x="2264960" y="2498409"/>
                  </a:lnTo>
                  <a:lnTo>
                    <a:pt x="2265054" y="2498409"/>
                  </a:lnTo>
                  <a:lnTo>
                    <a:pt x="2265147" y="2498409"/>
                  </a:lnTo>
                  <a:lnTo>
                    <a:pt x="2265240" y="2498409"/>
                  </a:lnTo>
                  <a:lnTo>
                    <a:pt x="2265333" y="2498409"/>
                  </a:lnTo>
                  <a:lnTo>
                    <a:pt x="2265427" y="2498409"/>
                  </a:lnTo>
                  <a:lnTo>
                    <a:pt x="2265520" y="2498409"/>
                  </a:lnTo>
                  <a:lnTo>
                    <a:pt x="2265613" y="2498409"/>
                  </a:lnTo>
                  <a:lnTo>
                    <a:pt x="2265706" y="2498409"/>
                  </a:lnTo>
                  <a:lnTo>
                    <a:pt x="2265800" y="2498409"/>
                  </a:lnTo>
                  <a:lnTo>
                    <a:pt x="2265893" y="2498409"/>
                  </a:lnTo>
                  <a:lnTo>
                    <a:pt x="2265986" y="2498409"/>
                  </a:lnTo>
                  <a:lnTo>
                    <a:pt x="2266079" y="2498409"/>
                  </a:lnTo>
                  <a:lnTo>
                    <a:pt x="2266173" y="2498409"/>
                  </a:lnTo>
                  <a:lnTo>
                    <a:pt x="2266266" y="2498409"/>
                  </a:lnTo>
                  <a:lnTo>
                    <a:pt x="2266359" y="2498409"/>
                  </a:lnTo>
                  <a:lnTo>
                    <a:pt x="2266359" y="2488455"/>
                  </a:lnTo>
                  <a:lnTo>
                    <a:pt x="2266452" y="2488455"/>
                  </a:lnTo>
                  <a:lnTo>
                    <a:pt x="2266546" y="2488455"/>
                  </a:lnTo>
                  <a:lnTo>
                    <a:pt x="2266639" y="2488455"/>
                  </a:lnTo>
                  <a:lnTo>
                    <a:pt x="2266732" y="2488455"/>
                  </a:lnTo>
                  <a:lnTo>
                    <a:pt x="2266825" y="2488455"/>
                  </a:lnTo>
                  <a:lnTo>
                    <a:pt x="2266919" y="2488455"/>
                  </a:lnTo>
                  <a:lnTo>
                    <a:pt x="2267012" y="2488455"/>
                  </a:lnTo>
                  <a:lnTo>
                    <a:pt x="2267105" y="2488455"/>
                  </a:lnTo>
                  <a:lnTo>
                    <a:pt x="2267198" y="2488455"/>
                  </a:lnTo>
                  <a:lnTo>
                    <a:pt x="2267292" y="2488455"/>
                  </a:lnTo>
                  <a:lnTo>
                    <a:pt x="2267385" y="2488455"/>
                  </a:lnTo>
                  <a:lnTo>
                    <a:pt x="2267478" y="2488455"/>
                  </a:lnTo>
                  <a:lnTo>
                    <a:pt x="2267571" y="2488455"/>
                  </a:lnTo>
                  <a:lnTo>
                    <a:pt x="2267571" y="2478501"/>
                  </a:lnTo>
                  <a:lnTo>
                    <a:pt x="2267665" y="2478501"/>
                  </a:lnTo>
                  <a:lnTo>
                    <a:pt x="2267758" y="2478501"/>
                  </a:lnTo>
                  <a:lnTo>
                    <a:pt x="2267851" y="2478501"/>
                  </a:lnTo>
                  <a:lnTo>
                    <a:pt x="2267944" y="2478501"/>
                  </a:lnTo>
                  <a:lnTo>
                    <a:pt x="2268038" y="2478501"/>
                  </a:lnTo>
                  <a:lnTo>
                    <a:pt x="2268131" y="2478501"/>
                  </a:lnTo>
                  <a:lnTo>
                    <a:pt x="2268224" y="2478501"/>
                  </a:lnTo>
                  <a:lnTo>
                    <a:pt x="2268317" y="2478501"/>
                  </a:lnTo>
                  <a:lnTo>
                    <a:pt x="2268411" y="2478501"/>
                  </a:lnTo>
                  <a:lnTo>
                    <a:pt x="2268504" y="2478501"/>
                  </a:lnTo>
                  <a:lnTo>
                    <a:pt x="2268597" y="2478501"/>
                  </a:lnTo>
                  <a:lnTo>
                    <a:pt x="2268690" y="2478501"/>
                  </a:lnTo>
                  <a:lnTo>
                    <a:pt x="2268783" y="2478501"/>
                  </a:lnTo>
                  <a:lnTo>
                    <a:pt x="2268877" y="2478501"/>
                  </a:lnTo>
                  <a:lnTo>
                    <a:pt x="2268970" y="2478501"/>
                  </a:lnTo>
                  <a:lnTo>
                    <a:pt x="2269063" y="2478501"/>
                  </a:lnTo>
                  <a:lnTo>
                    <a:pt x="2269063" y="2468548"/>
                  </a:lnTo>
                  <a:lnTo>
                    <a:pt x="2269156" y="2468548"/>
                  </a:lnTo>
                  <a:lnTo>
                    <a:pt x="2269250" y="2468548"/>
                  </a:lnTo>
                  <a:lnTo>
                    <a:pt x="2269343" y="2468548"/>
                  </a:lnTo>
                  <a:lnTo>
                    <a:pt x="2269436" y="2468548"/>
                  </a:lnTo>
                  <a:lnTo>
                    <a:pt x="2269529" y="2468548"/>
                  </a:lnTo>
                  <a:lnTo>
                    <a:pt x="2269623" y="2468548"/>
                  </a:lnTo>
                  <a:lnTo>
                    <a:pt x="2269716" y="2468548"/>
                  </a:lnTo>
                  <a:lnTo>
                    <a:pt x="2269809" y="2468548"/>
                  </a:lnTo>
                  <a:lnTo>
                    <a:pt x="2269902" y="2468548"/>
                  </a:lnTo>
                  <a:lnTo>
                    <a:pt x="2269996" y="2468548"/>
                  </a:lnTo>
                  <a:lnTo>
                    <a:pt x="2270089" y="2468548"/>
                  </a:lnTo>
                  <a:lnTo>
                    <a:pt x="2270182" y="2468548"/>
                  </a:lnTo>
                  <a:lnTo>
                    <a:pt x="2270275" y="2468548"/>
                  </a:lnTo>
                  <a:lnTo>
                    <a:pt x="2270369" y="2468548"/>
                  </a:lnTo>
                  <a:lnTo>
                    <a:pt x="2270462" y="2468548"/>
                  </a:lnTo>
                  <a:lnTo>
                    <a:pt x="2270555" y="2468548"/>
                  </a:lnTo>
                  <a:lnTo>
                    <a:pt x="2270648" y="2468548"/>
                  </a:lnTo>
                  <a:lnTo>
                    <a:pt x="2270742" y="2468548"/>
                  </a:lnTo>
                  <a:lnTo>
                    <a:pt x="2270835" y="2468548"/>
                  </a:lnTo>
                  <a:lnTo>
                    <a:pt x="2270928" y="2468548"/>
                  </a:lnTo>
                  <a:lnTo>
                    <a:pt x="2271021" y="2468548"/>
                  </a:lnTo>
                  <a:lnTo>
                    <a:pt x="2271115" y="2468548"/>
                  </a:lnTo>
                  <a:lnTo>
                    <a:pt x="2271208" y="2468548"/>
                  </a:lnTo>
                  <a:lnTo>
                    <a:pt x="2271301" y="2468548"/>
                  </a:lnTo>
                  <a:lnTo>
                    <a:pt x="2271394" y="2468548"/>
                  </a:lnTo>
                  <a:lnTo>
                    <a:pt x="2271488" y="2468548"/>
                  </a:lnTo>
                  <a:lnTo>
                    <a:pt x="2271581" y="2468548"/>
                  </a:lnTo>
                  <a:lnTo>
                    <a:pt x="2271674" y="2468548"/>
                  </a:lnTo>
                  <a:lnTo>
                    <a:pt x="2271767" y="2468548"/>
                  </a:lnTo>
                  <a:lnTo>
                    <a:pt x="2271861" y="2468548"/>
                  </a:lnTo>
                  <a:lnTo>
                    <a:pt x="2271954" y="2468548"/>
                  </a:lnTo>
                  <a:lnTo>
                    <a:pt x="2272047" y="2468548"/>
                  </a:lnTo>
                  <a:lnTo>
                    <a:pt x="2272140" y="2468548"/>
                  </a:lnTo>
                  <a:lnTo>
                    <a:pt x="2272234" y="2468548"/>
                  </a:lnTo>
                  <a:lnTo>
                    <a:pt x="2272327" y="2468548"/>
                  </a:lnTo>
                  <a:lnTo>
                    <a:pt x="2272420" y="2468548"/>
                  </a:lnTo>
                  <a:lnTo>
                    <a:pt x="2272513" y="2468548"/>
                  </a:lnTo>
                  <a:lnTo>
                    <a:pt x="2272607" y="2468548"/>
                  </a:lnTo>
                  <a:lnTo>
                    <a:pt x="2272700" y="2468548"/>
                  </a:lnTo>
                  <a:lnTo>
                    <a:pt x="2272793" y="2468548"/>
                  </a:lnTo>
                  <a:lnTo>
                    <a:pt x="2272886" y="2468548"/>
                  </a:lnTo>
                  <a:lnTo>
                    <a:pt x="2272980" y="2468548"/>
                  </a:lnTo>
                  <a:lnTo>
                    <a:pt x="2273073" y="2468548"/>
                  </a:lnTo>
                  <a:lnTo>
                    <a:pt x="2273166" y="2468548"/>
                  </a:lnTo>
                  <a:lnTo>
                    <a:pt x="2273259" y="2468548"/>
                  </a:lnTo>
                  <a:lnTo>
                    <a:pt x="2273353" y="2468548"/>
                  </a:lnTo>
                  <a:lnTo>
                    <a:pt x="2273446" y="2468548"/>
                  </a:lnTo>
                  <a:lnTo>
                    <a:pt x="2273539" y="2468548"/>
                  </a:lnTo>
                  <a:lnTo>
                    <a:pt x="2273632" y="2468548"/>
                  </a:lnTo>
                  <a:lnTo>
                    <a:pt x="2273726" y="2468548"/>
                  </a:lnTo>
                  <a:lnTo>
                    <a:pt x="2273819" y="2468548"/>
                  </a:lnTo>
                  <a:lnTo>
                    <a:pt x="2273912" y="2468548"/>
                  </a:lnTo>
                  <a:lnTo>
                    <a:pt x="2274005" y="2468548"/>
                  </a:lnTo>
                  <a:lnTo>
                    <a:pt x="2274099" y="2468548"/>
                  </a:lnTo>
                  <a:lnTo>
                    <a:pt x="2274192" y="2468548"/>
                  </a:lnTo>
                  <a:lnTo>
                    <a:pt x="2274285" y="2468548"/>
                  </a:lnTo>
                  <a:lnTo>
                    <a:pt x="2274378" y="2468548"/>
                  </a:lnTo>
                  <a:lnTo>
                    <a:pt x="2274472" y="2468548"/>
                  </a:lnTo>
                  <a:lnTo>
                    <a:pt x="2274565" y="2468548"/>
                  </a:lnTo>
                  <a:lnTo>
                    <a:pt x="2274658" y="2468548"/>
                  </a:lnTo>
                  <a:lnTo>
                    <a:pt x="2274751" y="2468548"/>
                  </a:lnTo>
                  <a:lnTo>
                    <a:pt x="2274845" y="2468548"/>
                  </a:lnTo>
                  <a:lnTo>
                    <a:pt x="2274938" y="2468548"/>
                  </a:lnTo>
                  <a:lnTo>
                    <a:pt x="2275031" y="2468548"/>
                  </a:lnTo>
                  <a:lnTo>
                    <a:pt x="2275124" y="2468548"/>
                  </a:lnTo>
                  <a:lnTo>
                    <a:pt x="2275218" y="2468548"/>
                  </a:lnTo>
                  <a:lnTo>
                    <a:pt x="2275311" y="2468548"/>
                  </a:lnTo>
                  <a:lnTo>
                    <a:pt x="2275404" y="2468548"/>
                  </a:lnTo>
                  <a:lnTo>
                    <a:pt x="2275497" y="2468548"/>
                  </a:lnTo>
                  <a:lnTo>
                    <a:pt x="2275591" y="2468548"/>
                  </a:lnTo>
                  <a:lnTo>
                    <a:pt x="2275684" y="2468548"/>
                  </a:lnTo>
                  <a:lnTo>
                    <a:pt x="2275777" y="2468548"/>
                  </a:lnTo>
                  <a:lnTo>
                    <a:pt x="2275870" y="2468548"/>
                  </a:lnTo>
                  <a:lnTo>
                    <a:pt x="2275963" y="2468548"/>
                  </a:lnTo>
                  <a:lnTo>
                    <a:pt x="2276057" y="2468548"/>
                  </a:lnTo>
                  <a:lnTo>
                    <a:pt x="2276150" y="2468548"/>
                  </a:lnTo>
                  <a:lnTo>
                    <a:pt x="2276243" y="2468548"/>
                  </a:lnTo>
                  <a:lnTo>
                    <a:pt x="2276336" y="2468548"/>
                  </a:lnTo>
                  <a:lnTo>
                    <a:pt x="2276430" y="2468548"/>
                  </a:lnTo>
                  <a:lnTo>
                    <a:pt x="2276523" y="2468548"/>
                  </a:lnTo>
                  <a:lnTo>
                    <a:pt x="2276616" y="2468548"/>
                  </a:lnTo>
                  <a:lnTo>
                    <a:pt x="2276709" y="2468548"/>
                  </a:lnTo>
                  <a:lnTo>
                    <a:pt x="2276803" y="2468548"/>
                  </a:lnTo>
                  <a:lnTo>
                    <a:pt x="2276896" y="2468548"/>
                  </a:lnTo>
                  <a:lnTo>
                    <a:pt x="2276989" y="2468548"/>
                  </a:lnTo>
                  <a:lnTo>
                    <a:pt x="2277082" y="2468548"/>
                  </a:lnTo>
                  <a:lnTo>
                    <a:pt x="2277176" y="2468548"/>
                  </a:lnTo>
                  <a:lnTo>
                    <a:pt x="2277269" y="2468548"/>
                  </a:lnTo>
                  <a:lnTo>
                    <a:pt x="2277362" y="2468548"/>
                  </a:lnTo>
                  <a:lnTo>
                    <a:pt x="2277455" y="2468548"/>
                  </a:lnTo>
                  <a:lnTo>
                    <a:pt x="2277549" y="2468548"/>
                  </a:lnTo>
                  <a:lnTo>
                    <a:pt x="2277642" y="2468548"/>
                  </a:lnTo>
                  <a:lnTo>
                    <a:pt x="2277735" y="2468548"/>
                  </a:lnTo>
                  <a:lnTo>
                    <a:pt x="2277828" y="2468548"/>
                  </a:lnTo>
                  <a:lnTo>
                    <a:pt x="2277922" y="2468548"/>
                  </a:lnTo>
                  <a:lnTo>
                    <a:pt x="2278015" y="2468548"/>
                  </a:lnTo>
                  <a:lnTo>
                    <a:pt x="2278108" y="2468548"/>
                  </a:lnTo>
                  <a:lnTo>
                    <a:pt x="2278201" y="2468548"/>
                  </a:lnTo>
                  <a:lnTo>
                    <a:pt x="2278295" y="2468548"/>
                  </a:lnTo>
                  <a:lnTo>
                    <a:pt x="2278388" y="2468548"/>
                  </a:lnTo>
                  <a:lnTo>
                    <a:pt x="2278481" y="2468548"/>
                  </a:lnTo>
                  <a:lnTo>
                    <a:pt x="2278574" y="2468548"/>
                  </a:lnTo>
                  <a:lnTo>
                    <a:pt x="2278668" y="2468548"/>
                  </a:lnTo>
                  <a:lnTo>
                    <a:pt x="2278761" y="2468548"/>
                  </a:lnTo>
                  <a:lnTo>
                    <a:pt x="2278854" y="2468548"/>
                  </a:lnTo>
                  <a:lnTo>
                    <a:pt x="2278947" y="2468548"/>
                  </a:lnTo>
                  <a:lnTo>
                    <a:pt x="2279041" y="2468548"/>
                  </a:lnTo>
                  <a:lnTo>
                    <a:pt x="2279134" y="2468548"/>
                  </a:lnTo>
                  <a:lnTo>
                    <a:pt x="2279227" y="2468548"/>
                  </a:lnTo>
                  <a:lnTo>
                    <a:pt x="2279320" y="2468548"/>
                  </a:lnTo>
                  <a:lnTo>
                    <a:pt x="2279414" y="2468548"/>
                  </a:lnTo>
                  <a:lnTo>
                    <a:pt x="2279507" y="2468548"/>
                  </a:lnTo>
                  <a:lnTo>
                    <a:pt x="2279600" y="2468548"/>
                  </a:lnTo>
                  <a:lnTo>
                    <a:pt x="2279693" y="2468548"/>
                  </a:lnTo>
                  <a:lnTo>
                    <a:pt x="2279787" y="2468548"/>
                  </a:lnTo>
                  <a:lnTo>
                    <a:pt x="2279880" y="2468548"/>
                  </a:lnTo>
                  <a:lnTo>
                    <a:pt x="2279973" y="2468548"/>
                  </a:lnTo>
                  <a:lnTo>
                    <a:pt x="2280066" y="2468548"/>
                  </a:lnTo>
                  <a:lnTo>
                    <a:pt x="2280160" y="2468548"/>
                  </a:lnTo>
                  <a:lnTo>
                    <a:pt x="2280253" y="2468548"/>
                  </a:lnTo>
                  <a:lnTo>
                    <a:pt x="2280346" y="2468548"/>
                  </a:lnTo>
                  <a:lnTo>
                    <a:pt x="2280439" y="2468548"/>
                  </a:lnTo>
                  <a:lnTo>
                    <a:pt x="2280533" y="2468548"/>
                  </a:lnTo>
                  <a:lnTo>
                    <a:pt x="2280626" y="2468548"/>
                  </a:lnTo>
                  <a:lnTo>
                    <a:pt x="2280719" y="2468548"/>
                  </a:lnTo>
                  <a:lnTo>
                    <a:pt x="2280812" y="2468548"/>
                  </a:lnTo>
                  <a:lnTo>
                    <a:pt x="2280906" y="2468548"/>
                  </a:lnTo>
                  <a:lnTo>
                    <a:pt x="2280999" y="2468548"/>
                  </a:lnTo>
                  <a:lnTo>
                    <a:pt x="2281092" y="2468548"/>
                  </a:lnTo>
                  <a:lnTo>
                    <a:pt x="2281185" y="2468548"/>
                  </a:lnTo>
                  <a:lnTo>
                    <a:pt x="2281279" y="2468548"/>
                  </a:lnTo>
                  <a:lnTo>
                    <a:pt x="2281372" y="2468548"/>
                  </a:lnTo>
                  <a:lnTo>
                    <a:pt x="2281465" y="2468548"/>
                  </a:lnTo>
                  <a:lnTo>
                    <a:pt x="2281558" y="2468548"/>
                  </a:lnTo>
                  <a:lnTo>
                    <a:pt x="2281652" y="2468548"/>
                  </a:lnTo>
                  <a:lnTo>
                    <a:pt x="2281745" y="2468548"/>
                  </a:lnTo>
                  <a:lnTo>
                    <a:pt x="2281838" y="2468548"/>
                  </a:lnTo>
                  <a:lnTo>
                    <a:pt x="2281931" y="2468548"/>
                  </a:lnTo>
                  <a:lnTo>
                    <a:pt x="2282025" y="2468548"/>
                  </a:lnTo>
                  <a:lnTo>
                    <a:pt x="2282118" y="2468548"/>
                  </a:lnTo>
                  <a:lnTo>
                    <a:pt x="2282211" y="2468548"/>
                  </a:lnTo>
                  <a:lnTo>
                    <a:pt x="2282304" y="2468548"/>
                  </a:lnTo>
                  <a:lnTo>
                    <a:pt x="2282398" y="2468548"/>
                  </a:lnTo>
                  <a:lnTo>
                    <a:pt x="2282491" y="2468548"/>
                  </a:lnTo>
                  <a:lnTo>
                    <a:pt x="2282584" y="2468548"/>
                  </a:lnTo>
                  <a:lnTo>
                    <a:pt x="2282677" y="2468548"/>
                  </a:lnTo>
                  <a:lnTo>
                    <a:pt x="2282770" y="2468548"/>
                  </a:lnTo>
                  <a:lnTo>
                    <a:pt x="2282864" y="2468548"/>
                  </a:lnTo>
                  <a:lnTo>
                    <a:pt x="2282957" y="2468548"/>
                  </a:lnTo>
                  <a:lnTo>
                    <a:pt x="2283050" y="2468548"/>
                  </a:lnTo>
                  <a:lnTo>
                    <a:pt x="2283143" y="2468548"/>
                  </a:lnTo>
                  <a:lnTo>
                    <a:pt x="2283237" y="2468548"/>
                  </a:lnTo>
                  <a:lnTo>
                    <a:pt x="2283330" y="2468548"/>
                  </a:lnTo>
                  <a:lnTo>
                    <a:pt x="2283423" y="2468548"/>
                  </a:lnTo>
                  <a:lnTo>
                    <a:pt x="2283516" y="2468548"/>
                  </a:lnTo>
                  <a:lnTo>
                    <a:pt x="2283610" y="2468548"/>
                  </a:lnTo>
                  <a:lnTo>
                    <a:pt x="2283703" y="2468548"/>
                  </a:lnTo>
                  <a:lnTo>
                    <a:pt x="2283796" y="2468548"/>
                  </a:lnTo>
                  <a:lnTo>
                    <a:pt x="2283889" y="2468548"/>
                  </a:lnTo>
                  <a:lnTo>
                    <a:pt x="2283983" y="2468548"/>
                  </a:lnTo>
                  <a:lnTo>
                    <a:pt x="2284076" y="2468548"/>
                  </a:lnTo>
                  <a:lnTo>
                    <a:pt x="2284169" y="2468548"/>
                  </a:lnTo>
                  <a:lnTo>
                    <a:pt x="2284262" y="2468548"/>
                  </a:lnTo>
                  <a:lnTo>
                    <a:pt x="2284356" y="2468548"/>
                  </a:lnTo>
                  <a:lnTo>
                    <a:pt x="2284449" y="2468548"/>
                  </a:lnTo>
                  <a:lnTo>
                    <a:pt x="2284542" y="2468548"/>
                  </a:lnTo>
                  <a:lnTo>
                    <a:pt x="2284635" y="2468548"/>
                  </a:lnTo>
                  <a:lnTo>
                    <a:pt x="2284729" y="2468548"/>
                  </a:lnTo>
                  <a:lnTo>
                    <a:pt x="2284729" y="2458594"/>
                  </a:lnTo>
                  <a:lnTo>
                    <a:pt x="2284822" y="2458594"/>
                  </a:lnTo>
                  <a:lnTo>
                    <a:pt x="2284915" y="2458594"/>
                  </a:lnTo>
                  <a:lnTo>
                    <a:pt x="2285008" y="2458594"/>
                  </a:lnTo>
                  <a:lnTo>
                    <a:pt x="2285102" y="2458594"/>
                  </a:lnTo>
                  <a:lnTo>
                    <a:pt x="2285195" y="2458594"/>
                  </a:lnTo>
                  <a:lnTo>
                    <a:pt x="2285288" y="2458594"/>
                  </a:lnTo>
                  <a:lnTo>
                    <a:pt x="2285381" y="2458594"/>
                  </a:lnTo>
                  <a:lnTo>
                    <a:pt x="2285381" y="2448640"/>
                  </a:lnTo>
                  <a:lnTo>
                    <a:pt x="2285475" y="2448640"/>
                  </a:lnTo>
                  <a:lnTo>
                    <a:pt x="2285568" y="2448640"/>
                  </a:lnTo>
                  <a:lnTo>
                    <a:pt x="2285661" y="2448640"/>
                  </a:lnTo>
                  <a:lnTo>
                    <a:pt x="2285754" y="2448640"/>
                  </a:lnTo>
                  <a:lnTo>
                    <a:pt x="2285848" y="2448640"/>
                  </a:lnTo>
                  <a:lnTo>
                    <a:pt x="2285941" y="2448640"/>
                  </a:lnTo>
                  <a:lnTo>
                    <a:pt x="2286034" y="2448640"/>
                  </a:lnTo>
                  <a:lnTo>
                    <a:pt x="2286127" y="2448640"/>
                  </a:lnTo>
                  <a:lnTo>
                    <a:pt x="2286221" y="2448640"/>
                  </a:lnTo>
                  <a:lnTo>
                    <a:pt x="2286314" y="2448640"/>
                  </a:lnTo>
                  <a:lnTo>
                    <a:pt x="2286407" y="2448640"/>
                  </a:lnTo>
                  <a:lnTo>
                    <a:pt x="2286500" y="2448640"/>
                  </a:lnTo>
                  <a:lnTo>
                    <a:pt x="2286594" y="2448640"/>
                  </a:lnTo>
                  <a:lnTo>
                    <a:pt x="2286687" y="2448640"/>
                  </a:lnTo>
                  <a:lnTo>
                    <a:pt x="2286780" y="2448640"/>
                  </a:lnTo>
                  <a:lnTo>
                    <a:pt x="2286873" y="2448640"/>
                  </a:lnTo>
                  <a:lnTo>
                    <a:pt x="2286967" y="2448640"/>
                  </a:lnTo>
                  <a:lnTo>
                    <a:pt x="2287060" y="2448640"/>
                  </a:lnTo>
                  <a:lnTo>
                    <a:pt x="2287153" y="2448640"/>
                  </a:lnTo>
                  <a:lnTo>
                    <a:pt x="2287246" y="2448640"/>
                  </a:lnTo>
                  <a:lnTo>
                    <a:pt x="2287340" y="2448640"/>
                  </a:lnTo>
                  <a:lnTo>
                    <a:pt x="2287433" y="2448640"/>
                  </a:lnTo>
                  <a:lnTo>
                    <a:pt x="2287526" y="2448640"/>
                  </a:lnTo>
                  <a:lnTo>
                    <a:pt x="2287619" y="2448640"/>
                  </a:lnTo>
                  <a:lnTo>
                    <a:pt x="2287713" y="2448640"/>
                  </a:lnTo>
                  <a:lnTo>
                    <a:pt x="2287806" y="2448640"/>
                  </a:lnTo>
                  <a:lnTo>
                    <a:pt x="2287899" y="2448640"/>
                  </a:lnTo>
                  <a:lnTo>
                    <a:pt x="2287992" y="2448640"/>
                  </a:lnTo>
                  <a:lnTo>
                    <a:pt x="2288086" y="2448640"/>
                  </a:lnTo>
                  <a:lnTo>
                    <a:pt x="2288179" y="2448640"/>
                  </a:lnTo>
                  <a:lnTo>
                    <a:pt x="2288272" y="2448640"/>
                  </a:lnTo>
                  <a:lnTo>
                    <a:pt x="2288365" y="2448640"/>
                  </a:lnTo>
                  <a:lnTo>
                    <a:pt x="2288459" y="2448640"/>
                  </a:lnTo>
                  <a:lnTo>
                    <a:pt x="2288552" y="2448640"/>
                  </a:lnTo>
                  <a:lnTo>
                    <a:pt x="2288645" y="2448640"/>
                  </a:lnTo>
                  <a:lnTo>
                    <a:pt x="2288738" y="2448640"/>
                  </a:lnTo>
                  <a:lnTo>
                    <a:pt x="2288832" y="2448640"/>
                  </a:lnTo>
                  <a:lnTo>
                    <a:pt x="2288925" y="2448640"/>
                  </a:lnTo>
                  <a:lnTo>
                    <a:pt x="2289018" y="2448640"/>
                  </a:lnTo>
                  <a:lnTo>
                    <a:pt x="2289111" y="2448640"/>
                  </a:lnTo>
                  <a:lnTo>
                    <a:pt x="2289205" y="2448640"/>
                  </a:lnTo>
                  <a:lnTo>
                    <a:pt x="2289298" y="2448640"/>
                  </a:lnTo>
                  <a:lnTo>
                    <a:pt x="2289391" y="2448640"/>
                  </a:lnTo>
                  <a:lnTo>
                    <a:pt x="2289484" y="2448640"/>
                  </a:lnTo>
                  <a:lnTo>
                    <a:pt x="2289577" y="2448640"/>
                  </a:lnTo>
                  <a:lnTo>
                    <a:pt x="2289671" y="2448640"/>
                  </a:lnTo>
                  <a:lnTo>
                    <a:pt x="2289764" y="2448640"/>
                  </a:lnTo>
                  <a:lnTo>
                    <a:pt x="2289857" y="2448640"/>
                  </a:lnTo>
                  <a:lnTo>
                    <a:pt x="2289950" y="2448640"/>
                  </a:lnTo>
                  <a:lnTo>
                    <a:pt x="2290044" y="2448640"/>
                  </a:lnTo>
                  <a:lnTo>
                    <a:pt x="2290137" y="2448640"/>
                  </a:lnTo>
                  <a:lnTo>
                    <a:pt x="2290230" y="2448640"/>
                  </a:lnTo>
                  <a:lnTo>
                    <a:pt x="2290323" y="2448640"/>
                  </a:lnTo>
                  <a:lnTo>
                    <a:pt x="2290417" y="2448640"/>
                  </a:lnTo>
                  <a:lnTo>
                    <a:pt x="2290510" y="2448640"/>
                  </a:lnTo>
                  <a:lnTo>
                    <a:pt x="2290603" y="2448640"/>
                  </a:lnTo>
                  <a:lnTo>
                    <a:pt x="2290696" y="2448640"/>
                  </a:lnTo>
                  <a:lnTo>
                    <a:pt x="2290790" y="2448640"/>
                  </a:lnTo>
                  <a:lnTo>
                    <a:pt x="2290883" y="2448640"/>
                  </a:lnTo>
                  <a:lnTo>
                    <a:pt x="2290976" y="2448640"/>
                  </a:lnTo>
                  <a:lnTo>
                    <a:pt x="2291069" y="2448640"/>
                  </a:lnTo>
                  <a:lnTo>
                    <a:pt x="2291163" y="2448640"/>
                  </a:lnTo>
                  <a:lnTo>
                    <a:pt x="2291256" y="2448640"/>
                  </a:lnTo>
                  <a:lnTo>
                    <a:pt x="2291349" y="2448640"/>
                  </a:lnTo>
                  <a:lnTo>
                    <a:pt x="2291442" y="2448640"/>
                  </a:lnTo>
                  <a:lnTo>
                    <a:pt x="2291536" y="2448640"/>
                  </a:lnTo>
                  <a:lnTo>
                    <a:pt x="2291629" y="2448640"/>
                  </a:lnTo>
                  <a:lnTo>
                    <a:pt x="2291722" y="2448640"/>
                  </a:lnTo>
                  <a:lnTo>
                    <a:pt x="2291815" y="2448640"/>
                  </a:lnTo>
                  <a:lnTo>
                    <a:pt x="2291909" y="2448640"/>
                  </a:lnTo>
                  <a:lnTo>
                    <a:pt x="2292002" y="2448640"/>
                  </a:lnTo>
                  <a:lnTo>
                    <a:pt x="2292095" y="2448640"/>
                  </a:lnTo>
                  <a:lnTo>
                    <a:pt x="2292188" y="2448640"/>
                  </a:lnTo>
                  <a:lnTo>
                    <a:pt x="2292282" y="2448640"/>
                  </a:lnTo>
                  <a:lnTo>
                    <a:pt x="2292375" y="2448640"/>
                  </a:lnTo>
                  <a:lnTo>
                    <a:pt x="2292468" y="2448640"/>
                  </a:lnTo>
                  <a:lnTo>
                    <a:pt x="2292561" y="2448640"/>
                  </a:lnTo>
                  <a:lnTo>
                    <a:pt x="2292655" y="2448640"/>
                  </a:lnTo>
                  <a:lnTo>
                    <a:pt x="2292748" y="2448640"/>
                  </a:lnTo>
                  <a:lnTo>
                    <a:pt x="2292841" y="2448640"/>
                  </a:lnTo>
                  <a:lnTo>
                    <a:pt x="2292934" y="2448640"/>
                  </a:lnTo>
                  <a:lnTo>
                    <a:pt x="2293028" y="2448640"/>
                  </a:lnTo>
                  <a:lnTo>
                    <a:pt x="2293121" y="2448640"/>
                  </a:lnTo>
                  <a:lnTo>
                    <a:pt x="2293214" y="2448640"/>
                  </a:lnTo>
                  <a:lnTo>
                    <a:pt x="2293307" y="2448640"/>
                  </a:lnTo>
                  <a:lnTo>
                    <a:pt x="2293401" y="2448640"/>
                  </a:lnTo>
                  <a:lnTo>
                    <a:pt x="2293494" y="2448640"/>
                  </a:lnTo>
                  <a:lnTo>
                    <a:pt x="2293587" y="2448640"/>
                  </a:lnTo>
                  <a:lnTo>
                    <a:pt x="2293680" y="2448640"/>
                  </a:lnTo>
                  <a:lnTo>
                    <a:pt x="2293774" y="2448640"/>
                  </a:lnTo>
                  <a:lnTo>
                    <a:pt x="2293867" y="2448640"/>
                  </a:lnTo>
                  <a:lnTo>
                    <a:pt x="2293960" y="2448640"/>
                  </a:lnTo>
                  <a:lnTo>
                    <a:pt x="2294053" y="2448640"/>
                  </a:lnTo>
                  <a:lnTo>
                    <a:pt x="2294147" y="2448640"/>
                  </a:lnTo>
                  <a:lnTo>
                    <a:pt x="2294240" y="2448640"/>
                  </a:lnTo>
                  <a:lnTo>
                    <a:pt x="2294333" y="2448640"/>
                  </a:lnTo>
                  <a:lnTo>
                    <a:pt x="2294426" y="2448640"/>
                  </a:lnTo>
                  <a:lnTo>
                    <a:pt x="2294520" y="2448640"/>
                  </a:lnTo>
                  <a:lnTo>
                    <a:pt x="2294613" y="2448640"/>
                  </a:lnTo>
                  <a:lnTo>
                    <a:pt x="2294706" y="2448640"/>
                  </a:lnTo>
                  <a:lnTo>
                    <a:pt x="2294799" y="2448640"/>
                  </a:lnTo>
                  <a:lnTo>
                    <a:pt x="2294893" y="2448640"/>
                  </a:lnTo>
                  <a:lnTo>
                    <a:pt x="2294986" y="2448640"/>
                  </a:lnTo>
                  <a:lnTo>
                    <a:pt x="2295079" y="2448640"/>
                  </a:lnTo>
                  <a:lnTo>
                    <a:pt x="2295172" y="2448640"/>
                  </a:lnTo>
                  <a:lnTo>
                    <a:pt x="2295266" y="2448640"/>
                  </a:lnTo>
                  <a:lnTo>
                    <a:pt x="2295359" y="2448640"/>
                  </a:lnTo>
                  <a:lnTo>
                    <a:pt x="2295452" y="2448640"/>
                  </a:lnTo>
                  <a:lnTo>
                    <a:pt x="2295545" y="2448640"/>
                  </a:lnTo>
                  <a:lnTo>
                    <a:pt x="2295639" y="2448640"/>
                  </a:lnTo>
                  <a:lnTo>
                    <a:pt x="2295732" y="2448640"/>
                  </a:lnTo>
                  <a:lnTo>
                    <a:pt x="2295825" y="2448640"/>
                  </a:lnTo>
                  <a:lnTo>
                    <a:pt x="2295918" y="2448640"/>
                  </a:lnTo>
                  <a:lnTo>
                    <a:pt x="2296012" y="2448640"/>
                  </a:lnTo>
                  <a:lnTo>
                    <a:pt x="2296105" y="2448640"/>
                  </a:lnTo>
                  <a:lnTo>
                    <a:pt x="2296198" y="2448640"/>
                  </a:lnTo>
                  <a:lnTo>
                    <a:pt x="2296291" y="2448640"/>
                  </a:lnTo>
                  <a:lnTo>
                    <a:pt x="2296385" y="2448640"/>
                  </a:lnTo>
                  <a:lnTo>
                    <a:pt x="2296478" y="2448640"/>
                  </a:lnTo>
                  <a:lnTo>
                    <a:pt x="2296571" y="2448640"/>
                  </a:lnTo>
                  <a:lnTo>
                    <a:pt x="2296664" y="2448640"/>
                  </a:lnTo>
                  <a:lnTo>
                    <a:pt x="2296757" y="2448640"/>
                  </a:lnTo>
                  <a:lnTo>
                    <a:pt x="2296851" y="2448640"/>
                  </a:lnTo>
                  <a:lnTo>
                    <a:pt x="2296944" y="2448640"/>
                  </a:lnTo>
                  <a:lnTo>
                    <a:pt x="2297037" y="2448640"/>
                  </a:lnTo>
                  <a:lnTo>
                    <a:pt x="2297130" y="2448640"/>
                  </a:lnTo>
                  <a:lnTo>
                    <a:pt x="2297224" y="2448640"/>
                  </a:lnTo>
                  <a:lnTo>
                    <a:pt x="2297317" y="2448640"/>
                  </a:lnTo>
                  <a:lnTo>
                    <a:pt x="2297410" y="2448640"/>
                  </a:lnTo>
                  <a:lnTo>
                    <a:pt x="2297503" y="2448640"/>
                  </a:lnTo>
                  <a:lnTo>
                    <a:pt x="2297597" y="2448640"/>
                  </a:lnTo>
                  <a:lnTo>
                    <a:pt x="2297690" y="2448640"/>
                  </a:lnTo>
                  <a:lnTo>
                    <a:pt x="2297783" y="2448640"/>
                  </a:lnTo>
                  <a:lnTo>
                    <a:pt x="2297876" y="2448640"/>
                  </a:lnTo>
                  <a:lnTo>
                    <a:pt x="2297970" y="2448640"/>
                  </a:lnTo>
                  <a:lnTo>
                    <a:pt x="2298063" y="2448640"/>
                  </a:lnTo>
                  <a:lnTo>
                    <a:pt x="2298156" y="2448640"/>
                  </a:lnTo>
                  <a:lnTo>
                    <a:pt x="2298249" y="2448640"/>
                  </a:lnTo>
                  <a:lnTo>
                    <a:pt x="2298343" y="2448640"/>
                  </a:lnTo>
                  <a:lnTo>
                    <a:pt x="2298436" y="2448640"/>
                  </a:lnTo>
                  <a:lnTo>
                    <a:pt x="2298529" y="2448640"/>
                  </a:lnTo>
                  <a:lnTo>
                    <a:pt x="2298622" y="2448640"/>
                  </a:lnTo>
                  <a:lnTo>
                    <a:pt x="2298716" y="2448640"/>
                  </a:lnTo>
                  <a:lnTo>
                    <a:pt x="2298809" y="2448640"/>
                  </a:lnTo>
                  <a:lnTo>
                    <a:pt x="2298902" y="2448640"/>
                  </a:lnTo>
                  <a:lnTo>
                    <a:pt x="2298995" y="2448640"/>
                  </a:lnTo>
                  <a:lnTo>
                    <a:pt x="2299089" y="2448640"/>
                  </a:lnTo>
                  <a:lnTo>
                    <a:pt x="2299182" y="2448640"/>
                  </a:lnTo>
                  <a:lnTo>
                    <a:pt x="2299275" y="2448640"/>
                  </a:lnTo>
                  <a:lnTo>
                    <a:pt x="2299368" y="2448640"/>
                  </a:lnTo>
                  <a:lnTo>
                    <a:pt x="2299462" y="2448640"/>
                  </a:lnTo>
                  <a:lnTo>
                    <a:pt x="2299555" y="2448640"/>
                  </a:lnTo>
                  <a:lnTo>
                    <a:pt x="2299555" y="2438686"/>
                  </a:lnTo>
                  <a:lnTo>
                    <a:pt x="2299648" y="2438686"/>
                  </a:lnTo>
                  <a:lnTo>
                    <a:pt x="2299741" y="2438686"/>
                  </a:lnTo>
                  <a:lnTo>
                    <a:pt x="2299835" y="2438686"/>
                  </a:lnTo>
                  <a:lnTo>
                    <a:pt x="2299928" y="2438686"/>
                  </a:lnTo>
                  <a:lnTo>
                    <a:pt x="2300021" y="2438686"/>
                  </a:lnTo>
                  <a:lnTo>
                    <a:pt x="2300114" y="2438686"/>
                  </a:lnTo>
                  <a:lnTo>
                    <a:pt x="2300208" y="2438686"/>
                  </a:lnTo>
                  <a:lnTo>
                    <a:pt x="2300301" y="2438686"/>
                  </a:lnTo>
                  <a:lnTo>
                    <a:pt x="2300394" y="2438686"/>
                  </a:lnTo>
                  <a:lnTo>
                    <a:pt x="2300487" y="2438686"/>
                  </a:lnTo>
                  <a:lnTo>
                    <a:pt x="2300581" y="2438686"/>
                  </a:lnTo>
                  <a:lnTo>
                    <a:pt x="2300674" y="2438686"/>
                  </a:lnTo>
                  <a:lnTo>
                    <a:pt x="2300767" y="2438686"/>
                  </a:lnTo>
                  <a:lnTo>
                    <a:pt x="2300860" y="2438686"/>
                  </a:lnTo>
                  <a:lnTo>
                    <a:pt x="2300954" y="2438686"/>
                  </a:lnTo>
                  <a:lnTo>
                    <a:pt x="2301047" y="2438686"/>
                  </a:lnTo>
                  <a:lnTo>
                    <a:pt x="2301140" y="2438686"/>
                  </a:lnTo>
                  <a:lnTo>
                    <a:pt x="2301233" y="2438686"/>
                  </a:lnTo>
                  <a:lnTo>
                    <a:pt x="2301327" y="2438686"/>
                  </a:lnTo>
                  <a:lnTo>
                    <a:pt x="2301420" y="2438686"/>
                  </a:lnTo>
                  <a:lnTo>
                    <a:pt x="2301513" y="2438686"/>
                  </a:lnTo>
                  <a:lnTo>
                    <a:pt x="2301606" y="2438686"/>
                  </a:lnTo>
                  <a:lnTo>
                    <a:pt x="2301700" y="2438686"/>
                  </a:lnTo>
                  <a:lnTo>
                    <a:pt x="2301793" y="2438686"/>
                  </a:lnTo>
                  <a:lnTo>
                    <a:pt x="2301886" y="2438686"/>
                  </a:lnTo>
                  <a:lnTo>
                    <a:pt x="2301979" y="2438686"/>
                  </a:lnTo>
                  <a:lnTo>
                    <a:pt x="2302073" y="2438686"/>
                  </a:lnTo>
                  <a:lnTo>
                    <a:pt x="2302166" y="2438686"/>
                  </a:lnTo>
                  <a:lnTo>
                    <a:pt x="2302259" y="2438686"/>
                  </a:lnTo>
                  <a:lnTo>
                    <a:pt x="2302352" y="2438686"/>
                  </a:lnTo>
                  <a:lnTo>
                    <a:pt x="2302446" y="2438686"/>
                  </a:lnTo>
                  <a:lnTo>
                    <a:pt x="2302539" y="2438686"/>
                  </a:lnTo>
                  <a:lnTo>
                    <a:pt x="2302632" y="2438686"/>
                  </a:lnTo>
                  <a:lnTo>
                    <a:pt x="2302725" y="2438686"/>
                  </a:lnTo>
                  <a:lnTo>
                    <a:pt x="2302819" y="2438686"/>
                  </a:lnTo>
                  <a:lnTo>
                    <a:pt x="2302912" y="2438686"/>
                  </a:lnTo>
                  <a:lnTo>
                    <a:pt x="2303005" y="2438686"/>
                  </a:lnTo>
                  <a:lnTo>
                    <a:pt x="2303098" y="2438686"/>
                  </a:lnTo>
                  <a:lnTo>
                    <a:pt x="2303192" y="2438686"/>
                  </a:lnTo>
                  <a:lnTo>
                    <a:pt x="2303285" y="2438686"/>
                  </a:lnTo>
                  <a:lnTo>
                    <a:pt x="2303378" y="2438686"/>
                  </a:lnTo>
                  <a:lnTo>
                    <a:pt x="2303471" y="2438686"/>
                  </a:lnTo>
                  <a:lnTo>
                    <a:pt x="2303564" y="2438686"/>
                  </a:lnTo>
                  <a:lnTo>
                    <a:pt x="2303658" y="2438686"/>
                  </a:lnTo>
                  <a:lnTo>
                    <a:pt x="2303751" y="2438686"/>
                  </a:lnTo>
                  <a:lnTo>
                    <a:pt x="2303844" y="2438686"/>
                  </a:lnTo>
                  <a:lnTo>
                    <a:pt x="2303937" y="2438686"/>
                  </a:lnTo>
                  <a:lnTo>
                    <a:pt x="2304031" y="2438686"/>
                  </a:lnTo>
                  <a:lnTo>
                    <a:pt x="2304124" y="2438686"/>
                  </a:lnTo>
                  <a:lnTo>
                    <a:pt x="2304217" y="2438686"/>
                  </a:lnTo>
                  <a:lnTo>
                    <a:pt x="2304310" y="2438686"/>
                  </a:lnTo>
                  <a:lnTo>
                    <a:pt x="2304404" y="2438686"/>
                  </a:lnTo>
                  <a:lnTo>
                    <a:pt x="2304497" y="2438686"/>
                  </a:lnTo>
                  <a:lnTo>
                    <a:pt x="2304590" y="2438686"/>
                  </a:lnTo>
                  <a:lnTo>
                    <a:pt x="2304683" y="2438686"/>
                  </a:lnTo>
                  <a:lnTo>
                    <a:pt x="2304777" y="2438686"/>
                  </a:lnTo>
                  <a:lnTo>
                    <a:pt x="2304870" y="2438686"/>
                  </a:lnTo>
                  <a:lnTo>
                    <a:pt x="2304963" y="2438686"/>
                  </a:lnTo>
                  <a:lnTo>
                    <a:pt x="2305056" y="2438686"/>
                  </a:lnTo>
                  <a:lnTo>
                    <a:pt x="2305150" y="2438686"/>
                  </a:lnTo>
                  <a:lnTo>
                    <a:pt x="2305243" y="2438686"/>
                  </a:lnTo>
                  <a:lnTo>
                    <a:pt x="2305336" y="2438686"/>
                  </a:lnTo>
                  <a:lnTo>
                    <a:pt x="2305429" y="2438686"/>
                  </a:lnTo>
                  <a:lnTo>
                    <a:pt x="2305523" y="2438686"/>
                  </a:lnTo>
                  <a:lnTo>
                    <a:pt x="2305616" y="2438686"/>
                  </a:lnTo>
                  <a:lnTo>
                    <a:pt x="2305709" y="2438686"/>
                  </a:lnTo>
                  <a:lnTo>
                    <a:pt x="2305802" y="2438686"/>
                  </a:lnTo>
                  <a:lnTo>
                    <a:pt x="2305896" y="2438686"/>
                  </a:lnTo>
                  <a:lnTo>
                    <a:pt x="2305989" y="2438686"/>
                  </a:lnTo>
                  <a:lnTo>
                    <a:pt x="2306082" y="2438686"/>
                  </a:lnTo>
                  <a:lnTo>
                    <a:pt x="2306175" y="2438686"/>
                  </a:lnTo>
                  <a:lnTo>
                    <a:pt x="2306269" y="2438686"/>
                  </a:lnTo>
                  <a:lnTo>
                    <a:pt x="2306362" y="2438686"/>
                  </a:lnTo>
                  <a:lnTo>
                    <a:pt x="2306455" y="2438686"/>
                  </a:lnTo>
                  <a:lnTo>
                    <a:pt x="2306548" y="2438686"/>
                  </a:lnTo>
                  <a:lnTo>
                    <a:pt x="2306642" y="2438686"/>
                  </a:lnTo>
                  <a:lnTo>
                    <a:pt x="2306735" y="2438686"/>
                  </a:lnTo>
                  <a:lnTo>
                    <a:pt x="2306828" y="2438686"/>
                  </a:lnTo>
                  <a:lnTo>
                    <a:pt x="2306921" y="2438686"/>
                  </a:lnTo>
                  <a:lnTo>
                    <a:pt x="2307015" y="2438686"/>
                  </a:lnTo>
                  <a:lnTo>
                    <a:pt x="2307108" y="2438686"/>
                  </a:lnTo>
                  <a:lnTo>
                    <a:pt x="2307201" y="2438686"/>
                  </a:lnTo>
                  <a:lnTo>
                    <a:pt x="2307294" y="2438686"/>
                  </a:lnTo>
                  <a:lnTo>
                    <a:pt x="2307388" y="2438686"/>
                  </a:lnTo>
                  <a:lnTo>
                    <a:pt x="2307481" y="2438686"/>
                  </a:lnTo>
                  <a:lnTo>
                    <a:pt x="2307574" y="2438686"/>
                  </a:lnTo>
                  <a:lnTo>
                    <a:pt x="2307667" y="2438686"/>
                  </a:lnTo>
                  <a:lnTo>
                    <a:pt x="2307761" y="2438686"/>
                  </a:lnTo>
                  <a:lnTo>
                    <a:pt x="2307854" y="2438686"/>
                  </a:lnTo>
                  <a:lnTo>
                    <a:pt x="2307947" y="2438686"/>
                  </a:lnTo>
                  <a:lnTo>
                    <a:pt x="2308040" y="2438686"/>
                  </a:lnTo>
                  <a:lnTo>
                    <a:pt x="2308134" y="2438686"/>
                  </a:lnTo>
                  <a:lnTo>
                    <a:pt x="2308227" y="2438686"/>
                  </a:lnTo>
                  <a:lnTo>
                    <a:pt x="2308320" y="2438686"/>
                  </a:lnTo>
                  <a:lnTo>
                    <a:pt x="2308413" y="2438686"/>
                  </a:lnTo>
                  <a:lnTo>
                    <a:pt x="2308507" y="2438686"/>
                  </a:lnTo>
                  <a:lnTo>
                    <a:pt x="2308600" y="2438686"/>
                  </a:lnTo>
                  <a:lnTo>
                    <a:pt x="2308693" y="2438686"/>
                  </a:lnTo>
                  <a:lnTo>
                    <a:pt x="2308786" y="2438686"/>
                  </a:lnTo>
                  <a:lnTo>
                    <a:pt x="2308880" y="2438686"/>
                  </a:lnTo>
                  <a:lnTo>
                    <a:pt x="2308973" y="2438686"/>
                  </a:lnTo>
                  <a:lnTo>
                    <a:pt x="2309066" y="2438686"/>
                  </a:lnTo>
                  <a:lnTo>
                    <a:pt x="2309159" y="2438686"/>
                  </a:lnTo>
                  <a:lnTo>
                    <a:pt x="2309253" y="2438686"/>
                  </a:lnTo>
                  <a:lnTo>
                    <a:pt x="2309346" y="2438686"/>
                  </a:lnTo>
                  <a:lnTo>
                    <a:pt x="2309439" y="2438686"/>
                  </a:lnTo>
                  <a:lnTo>
                    <a:pt x="2309532" y="2438686"/>
                  </a:lnTo>
                  <a:lnTo>
                    <a:pt x="2309626" y="2438686"/>
                  </a:lnTo>
                  <a:lnTo>
                    <a:pt x="2309719" y="2438686"/>
                  </a:lnTo>
                  <a:lnTo>
                    <a:pt x="2309812" y="2438686"/>
                  </a:lnTo>
                  <a:lnTo>
                    <a:pt x="2309905" y="2438686"/>
                  </a:lnTo>
                  <a:lnTo>
                    <a:pt x="2309999" y="2438686"/>
                  </a:lnTo>
                  <a:lnTo>
                    <a:pt x="2310092" y="2438686"/>
                  </a:lnTo>
                  <a:lnTo>
                    <a:pt x="2310185" y="2438686"/>
                  </a:lnTo>
                  <a:lnTo>
                    <a:pt x="2310278" y="2438686"/>
                  </a:lnTo>
                  <a:lnTo>
                    <a:pt x="2310371" y="2438686"/>
                  </a:lnTo>
                  <a:lnTo>
                    <a:pt x="2310465" y="2438686"/>
                  </a:lnTo>
                  <a:lnTo>
                    <a:pt x="2310558" y="2438686"/>
                  </a:lnTo>
                  <a:lnTo>
                    <a:pt x="2310651" y="2438686"/>
                  </a:lnTo>
                  <a:lnTo>
                    <a:pt x="2310744" y="2438686"/>
                  </a:lnTo>
                  <a:lnTo>
                    <a:pt x="2310838" y="2438686"/>
                  </a:lnTo>
                  <a:lnTo>
                    <a:pt x="2310931" y="2438686"/>
                  </a:lnTo>
                  <a:lnTo>
                    <a:pt x="2311024" y="2438686"/>
                  </a:lnTo>
                  <a:lnTo>
                    <a:pt x="2311117" y="2438686"/>
                  </a:lnTo>
                  <a:lnTo>
                    <a:pt x="2311211" y="2438686"/>
                  </a:lnTo>
                  <a:lnTo>
                    <a:pt x="2311304" y="2438686"/>
                  </a:lnTo>
                  <a:lnTo>
                    <a:pt x="2311397" y="2438686"/>
                  </a:lnTo>
                  <a:lnTo>
                    <a:pt x="2311490" y="2438686"/>
                  </a:lnTo>
                  <a:lnTo>
                    <a:pt x="2311584" y="2438686"/>
                  </a:lnTo>
                  <a:lnTo>
                    <a:pt x="2311677" y="2438686"/>
                  </a:lnTo>
                  <a:lnTo>
                    <a:pt x="2311770" y="2438686"/>
                  </a:lnTo>
                  <a:lnTo>
                    <a:pt x="2311863" y="2438686"/>
                  </a:lnTo>
                  <a:lnTo>
                    <a:pt x="2311957" y="2438686"/>
                  </a:lnTo>
                  <a:lnTo>
                    <a:pt x="2312050" y="2438686"/>
                  </a:lnTo>
                  <a:lnTo>
                    <a:pt x="2312143" y="2438686"/>
                  </a:lnTo>
                  <a:lnTo>
                    <a:pt x="2312236" y="2438686"/>
                  </a:lnTo>
                  <a:lnTo>
                    <a:pt x="2312330" y="2438686"/>
                  </a:lnTo>
                  <a:lnTo>
                    <a:pt x="2312423" y="2438686"/>
                  </a:lnTo>
                  <a:lnTo>
                    <a:pt x="2312516" y="2438686"/>
                  </a:lnTo>
                  <a:lnTo>
                    <a:pt x="2312609" y="2438686"/>
                  </a:lnTo>
                  <a:lnTo>
                    <a:pt x="2312703" y="2438686"/>
                  </a:lnTo>
                  <a:lnTo>
                    <a:pt x="2312796" y="2438686"/>
                  </a:lnTo>
                  <a:lnTo>
                    <a:pt x="2312889" y="2438686"/>
                  </a:lnTo>
                  <a:lnTo>
                    <a:pt x="2312982" y="2438686"/>
                  </a:lnTo>
                  <a:lnTo>
                    <a:pt x="2313076" y="2438686"/>
                  </a:lnTo>
                  <a:lnTo>
                    <a:pt x="2313169" y="2438686"/>
                  </a:lnTo>
                  <a:lnTo>
                    <a:pt x="2313262" y="2438686"/>
                  </a:lnTo>
                  <a:lnTo>
                    <a:pt x="2313355" y="2438686"/>
                  </a:lnTo>
                  <a:lnTo>
                    <a:pt x="2313449" y="2438686"/>
                  </a:lnTo>
                  <a:lnTo>
                    <a:pt x="2313542" y="2438686"/>
                  </a:lnTo>
                  <a:lnTo>
                    <a:pt x="2313635" y="2438686"/>
                  </a:lnTo>
                  <a:lnTo>
                    <a:pt x="2313728" y="2438686"/>
                  </a:lnTo>
                  <a:lnTo>
                    <a:pt x="2313822" y="2438686"/>
                  </a:lnTo>
                  <a:lnTo>
                    <a:pt x="2313915" y="2438686"/>
                  </a:lnTo>
                  <a:lnTo>
                    <a:pt x="2314008" y="2438686"/>
                  </a:lnTo>
                  <a:lnTo>
                    <a:pt x="2314101" y="2438686"/>
                  </a:lnTo>
                  <a:lnTo>
                    <a:pt x="2314195" y="2438686"/>
                  </a:lnTo>
                  <a:lnTo>
                    <a:pt x="2314288" y="2438686"/>
                  </a:lnTo>
                  <a:lnTo>
                    <a:pt x="2314381" y="2438686"/>
                  </a:lnTo>
                  <a:lnTo>
                    <a:pt x="2314474" y="2438686"/>
                  </a:lnTo>
                  <a:lnTo>
                    <a:pt x="2314568" y="2438686"/>
                  </a:lnTo>
                  <a:lnTo>
                    <a:pt x="2314661" y="2438686"/>
                  </a:lnTo>
                  <a:lnTo>
                    <a:pt x="2314754" y="2438686"/>
                  </a:lnTo>
                  <a:lnTo>
                    <a:pt x="2314847" y="2438686"/>
                  </a:lnTo>
                  <a:lnTo>
                    <a:pt x="2314941" y="2438686"/>
                  </a:lnTo>
                  <a:lnTo>
                    <a:pt x="2315034" y="2438686"/>
                  </a:lnTo>
                  <a:lnTo>
                    <a:pt x="2315127" y="2438686"/>
                  </a:lnTo>
                  <a:lnTo>
                    <a:pt x="2315220" y="2438686"/>
                  </a:lnTo>
                  <a:lnTo>
                    <a:pt x="2315314" y="2438686"/>
                  </a:lnTo>
                  <a:lnTo>
                    <a:pt x="2315407" y="2438686"/>
                  </a:lnTo>
                  <a:lnTo>
                    <a:pt x="2315500" y="2438686"/>
                  </a:lnTo>
                  <a:lnTo>
                    <a:pt x="2315593" y="2438686"/>
                  </a:lnTo>
                  <a:lnTo>
                    <a:pt x="2315687" y="2438686"/>
                  </a:lnTo>
                  <a:lnTo>
                    <a:pt x="2315780" y="2438686"/>
                  </a:lnTo>
                  <a:lnTo>
                    <a:pt x="2315873" y="2438686"/>
                  </a:lnTo>
                  <a:lnTo>
                    <a:pt x="2315966" y="2438686"/>
                  </a:lnTo>
                  <a:lnTo>
                    <a:pt x="2316060" y="2438686"/>
                  </a:lnTo>
                  <a:lnTo>
                    <a:pt x="2316153" y="2438686"/>
                  </a:lnTo>
                  <a:lnTo>
                    <a:pt x="2316246" y="2438686"/>
                  </a:lnTo>
                  <a:lnTo>
                    <a:pt x="2316339" y="2438686"/>
                  </a:lnTo>
                  <a:lnTo>
                    <a:pt x="2316433" y="2438686"/>
                  </a:lnTo>
                  <a:lnTo>
                    <a:pt x="2316526" y="2438686"/>
                  </a:lnTo>
                  <a:lnTo>
                    <a:pt x="2316619" y="2438686"/>
                  </a:lnTo>
                  <a:lnTo>
                    <a:pt x="2316712" y="2438686"/>
                  </a:lnTo>
                  <a:lnTo>
                    <a:pt x="2316806" y="2438686"/>
                  </a:lnTo>
                  <a:lnTo>
                    <a:pt x="2316899" y="2438686"/>
                  </a:lnTo>
                  <a:lnTo>
                    <a:pt x="2316992" y="2438686"/>
                  </a:lnTo>
                  <a:lnTo>
                    <a:pt x="2317085" y="2438686"/>
                  </a:lnTo>
                  <a:lnTo>
                    <a:pt x="2317179" y="2438686"/>
                  </a:lnTo>
                  <a:lnTo>
                    <a:pt x="2317179" y="2428732"/>
                  </a:lnTo>
                  <a:lnTo>
                    <a:pt x="2317272" y="2428732"/>
                  </a:lnTo>
                  <a:lnTo>
                    <a:pt x="2317365" y="2428732"/>
                  </a:lnTo>
                  <a:lnTo>
                    <a:pt x="2317458" y="2428732"/>
                  </a:lnTo>
                  <a:lnTo>
                    <a:pt x="2317551" y="2428732"/>
                  </a:lnTo>
                  <a:lnTo>
                    <a:pt x="2317645" y="2428732"/>
                  </a:lnTo>
                  <a:lnTo>
                    <a:pt x="2317738" y="2428732"/>
                  </a:lnTo>
                  <a:lnTo>
                    <a:pt x="2317831" y="2428732"/>
                  </a:lnTo>
                  <a:lnTo>
                    <a:pt x="2317924" y="2428732"/>
                  </a:lnTo>
                  <a:lnTo>
                    <a:pt x="2318018" y="2428732"/>
                  </a:lnTo>
                  <a:lnTo>
                    <a:pt x="2318111" y="2428732"/>
                  </a:lnTo>
                  <a:lnTo>
                    <a:pt x="2318204" y="2428732"/>
                  </a:lnTo>
                  <a:lnTo>
                    <a:pt x="2318297" y="2428732"/>
                  </a:lnTo>
                  <a:lnTo>
                    <a:pt x="2318391" y="2428732"/>
                  </a:lnTo>
                  <a:lnTo>
                    <a:pt x="2318484" y="2428732"/>
                  </a:lnTo>
                  <a:lnTo>
                    <a:pt x="2318577" y="2428732"/>
                  </a:lnTo>
                  <a:lnTo>
                    <a:pt x="2318670" y="2428732"/>
                  </a:lnTo>
                  <a:lnTo>
                    <a:pt x="2318764" y="2428732"/>
                  </a:lnTo>
                  <a:lnTo>
                    <a:pt x="2318857" y="2428732"/>
                  </a:lnTo>
                  <a:lnTo>
                    <a:pt x="2318950" y="2428732"/>
                  </a:lnTo>
                  <a:lnTo>
                    <a:pt x="2319043" y="2428732"/>
                  </a:lnTo>
                  <a:lnTo>
                    <a:pt x="2319137" y="2428732"/>
                  </a:lnTo>
                  <a:lnTo>
                    <a:pt x="2319230" y="2428732"/>
                  </a:lnTo>
                  <a:lnTo>
                    <a:pt x="2319323" y="2428732"/>
                  </a:lnTo>
                  <a:lnTo>
                    <a:pt x="2319416" y="2428732"/>
                  </a:lnTo>
                  <a:lnTo>
                    <a:pt x="2319510" y="2428732"/>
                  </a:lnTo>
                  <a:lnTo>
                    <a:pt x="2319603" y="2428732"/>
                  </a:lnTo>
                  <a:lnTo>
                    <a:pt x="2319603" y="2418778"/>
                  </a:lnTo>
                  <a:lnTo>
                    <a:pt x="2319696" y="2418778"/>
                  </a:lnTo>
                  <a:lnTo>
                    <a:pt x="2319789" y="2418778"/>
                  </a:lnTo>
                  <a:lnTo>
                    <a:pt x="2319883" y="2418778"/>
                  </a:lnTo>
                  <a:lnTo>
                    <a:pt x="2319976" y="2418778"/>
                  </a:lnTo>
                  <a:lnTo>
                    <a:pt x="2320069" y="2418778"/>
                  </a:lnTo>
                  <a:lnTo>
                    <a:pt x="2320162" y="2418778"/>
                  </a:lnTo>
                  <a:lnTo>
                    <a:pt x="2320256" y="2418778"/>
                  </a:lnTo>
                  <a:lnTo>
                    <a:pt x="2320349" y="2418778"/>
                  </a:lnTo>
                  <a:lnTo>
                    <a:pt x="2320442" y="2418778"/>
                  </a:lnTo>
                  <a:lnTo>
                    <a:pt x="2320535" y="2418778"/>
                  </a:lnTo>
                  <a:lnTo>
                    <a:pt x="2320629" y="2418778"/>
                  </a:lnTo>
                  <a:lnTo>
                    <a:pt x="2320722" y="2418778"/>
                  </a:lnTo>
                  <a:lnTo>
                    <a:pt x="2320815" y="2418778"/>
                  </a:lnTo>
                  <a:lnTo>
                    <a:pt x="2320908" y="2418778"/>
                  </a:lnTo>
                  <a:lnTo>
                    <a:pt x="2321002" y="2418778"/>
                  </a:lnTo>
                  <a:lnTo>
                    <a:pt x="2321095" y="2418778"/>
                  </a:lnTo>
                  <a:lnTo>
                    <a:pt x="2321188" y="2418778"/>
                  </a:lnTo>
                  <a:lnTo>
                    <a:pt x="2321281" y="2418778"/>
                  </a:lnTo>
                  <a:lnTo>
                    <a:pt x="2321375" y="2418778"/>
                  </a:lnTo>
                  <a:lnTo>
                    <a:pt x="2321468" y="2418778"/>
                  </a:lnTo>
                  <a:lnTo>
                    <a:pt x="2321561" y="2418778"/>
                  </a:lnTo>
                  <a:lnTo>
                    <a:pt x="2321654" y="2418778"/>
                  </a:lnTo>
                  <a:lnTo>
                    <a:pt x="2321748" y="2418778"/>
                  </a:lnTo>
                  <a:lnTo>
                    <a:pt x="2321841" y="2418778"/>
                  </a:lnTo>
                  <a:lnTo>
                    <a:pt x="2321934" y="2418778"/>
                  </a:lnTo>
                  <a:lnTo>
                    <a:pt x="2322027" y="2418778"/>
                  </a:lnTo>
                  <a:lnTo>
                    <a:pt x="2322121" y="2418778"/>
                  </a:lnTo>
                  <a:lnTo>
                    <a:pt x="2322214" y="2418778"/>
                  </a:lnTo>
                  <a:lnTo>
                    <a:pt x="2322214" y="2408825"/>
                  </a:lnTo>
                  <a:lnTo>
                    <a:pt x="2322307" y="2408825"/>
                  </a:lnTo>
                  <a:lnTo>
                    <a:pt x="2322400" y="2408825"/>
                  </a:lnTo>
                  <a:lnTo>
                    <a:pt x="2322494" y="2408825"/>
                  </a:lnTo>
                  <a:lnTo>
                    <a:pt x="2322587" y="2408825"/>
                  </a:lnTo>
                  <a:lnTo>
                    <a:pt x="2322680" y="2408825"/>
                  </a:lnTo>
                  <a:lnTo>
                    <a:pt x="2322773" y="2408825"/>
                  </a:lnTo>
                  <a:lnTo>
                    <a:pt x="2322867" y="2408825"/>
                  </a:lnTo>
                  <a:lnTo>
                    <a:pt x="2322960" y="2408825"/>
                  </a:lnTo>
                  <a:lnTo>
                    <a:pt x="2323053" y="2408825"/>
                  </a:lnTo>
                  <a:lnTo>
                    <a:pt x="2323146" y="2408825"/>
                  </a:lnTo>
                  <a:lnTo>
                    <a:pt x="2323240" y="2408825"/>
                  </a:lnTo>
                  <a:lnTo>
                    <a:pt x="2323333" y="2408825"/>
                  </a:lnTo>
                  <a:lnTo>
                    <a:pt x="2323426" y="2408825"/>
                  </a:lnTo>
                  <a:lnTo>
                    <a:pt x="2323519" y="2408825"/>
                  </a:lnTo>
                  <a:lnTo>
                    <a:pt x="2323613" y="2408825"/>
                  </a:lnTo>
                  <a:lnTo>
                    <a:pt x="2323706" y="2408825"/>
                  </a:lnTo>
                  <a:lnTo>
                    <a:pt x="2323799" y="2408825"/>
                  </a:lnTo>
                  <a:lnTo>
                    <a:pt x="2323892" y="2408825"/>
                  </a:lnTo>
                  <a:lnTo>
                    <a:pt x="2323986" y="2408825"/>
                  </a:lnTo>
                  <a:lnTo>
                    <a:pt x="2324079" y="2408825"/>
                  </a:lnTo>
                  <a:lnTo>
                    <a:pt x="2324172" y="2408825"/>
                  </a:lnTo>
                  <a:lnTo>
                    <a:pt x="2324265" y="2408825"/>
                  </a:lnTo>
                  <a:lnTo>
                    <a:pt x="2324358" y="2408825"/>
                  </a:lnTo>
                  <a:lnTo>
                    <a:pt x="2324452" y="2408825"/>
                  </a:lnTo>
                  <a:lnTo>
                    <a:pt x="2324545" y="2408825"/>
                  </a:lnTo>
                  <a:lnTo>
                    <a:pt x="2324638" y="2408825"/>
                  </a:lnTo>
                  <a:lnTo>
                    <a:pt x="2324731" y="2408825"/>
                  </a:lnTo>
                  <a:lnTo>
                    <a:pt x="2324825" y="2408825"/>
                  </a:lnTo>
                  <a:lnTo>
                    <a:pt x="2324918" y="2408825"/>
                  </a:lnTo>
                  <a:lnTo>
                    <a:pt x="2325011" y="2408825"/>
                  </a:lnTo>
                  <a:lnTo>
                    <a:pt x="2325104" y="2408825"/>
                  </a:lnTo>
                  <a:lnTo>
                    <a:pt x="2325198" y="2408825"/>
                  </a:lnTo>
                  <a:lnTo>
                    <a:pt x="2325291" y="2408825"/>
                  </a:lnTo>
                  <a:lnTo>
                    <a:pt x="2325384" y="2408825"/>
                  </a:lnTo>
                  <a:lnTo>
                    <a:pt x="2325477" y="2408825"/>
                  </a:lnTo>
                  <a:lnTo>
                    <a:pt x="2325571" y="2408825"/>
                  </a:lnTo>
                  <a:lnTo>
                    <a:pt x="2325664" y="2408825"/>
                  </a:lnTo>
                  <a:lnTo>
                    <a:pt x="2325757" y="2408825"/>
                  </a:lnTo>
                  <a:lnTo>
                    <a:pt x="2325850" y="2408825"/>
                  </a:lnTo>
                  <a:lnTo>
                    <a:pt x="2325944" y="2408825"/>
                  </a:lnTo>
                  <a:lnTo>
                    <a:pt x="2326037" y="2408825"/>
                  </a:lnTo>
                  <a:lnTo>
                    <a:pt x="2326130" y="2408825"/>
                  </a:lnTo>
                  <a:lnTo>
                    <a:pt x="2326223" y="2408825"/>
                  </a:lnTo>
                  <a:lnTo>
                    <a:pt x="2326317" y="2408825"/>
                  </a:lnTo>
                  <a:lnTo>
                    <a:pt x="2326410" y="2408825"/>
                  </a:lnTo>
                  <a:lnTo>
                    <a:pt x="2326503" y="2408825"/>
                  </a:lnTo>
                  <a:lnTo>
                    <a:pt x="2326596" y="2408825"/>
                  </a:lnTo>
                  <a:lnTo>
                    <a:pt x="2326690" y="2408825"/>
                  </a:lnTo>
                  <a:lnTo>
                    <a:pt x="2326783" y="2408825"/>
                  </a:lnTo>
                  <a:lnTo>
                    <a:pt x="2326876" y="2408825"/>
                  </a:lnTo>
                  <a:lnTo>
                    <a:pt x="2326969" y="2408825"/>
                  </a:lnTo>
                  <a:lnTo>
                    <a:pt x="2327063" y="2408825"/>
                  </a:lnTo>
                  <a:lnTo>
                    <a:pt x="2327156" y="2408825"/>
                  </a:lnTo>
                  <a:lnTo>
                    <a:pt x="2327249" y="2408825"/>
                  </a:lnTo>
                  <a:lnTo>
                    <a:pt x="2327342" y="2408825"/>
                  </a:lnTo>
                  <a:lnTo>
                    <a:pt x="2327436" y="2408825"/>
                  </a:lnTo>
                  <a:lnTo>
                    <a:pt x="2327529" y="2408825"/>
                  </a:lnTo>
                  <a:lnTo>
                    <a:pt x="2327622" y="2408825"/>
                  </a:lnTo>
                  <a:lnTo>
                    <a:pt x="2327715" y="2408825"/>
                  </a:lnTo>
                  <a:lnTo>
                    <a:pt x="2327809" y="2408825"/>
                  </a:lnTo>
                  <a:lnTo>
                    <a:pt x="2327902" y="2408825"/>
                  </a:lnTo>
                  <a:lnTo>
                    <a:pt x="2327995" y="2408825"/>
                  </a:lnTo>
                  <a:lnTo>
                    <a:pt x="2328088" y="2408825"/>
                  </a:lnTo>
                  <a:lnTo>
                    <a:pt x="2328182" y="2408825"/>
                  </a:lnTo>
                  <a:lnTo>
                    <a:pt x="2328275" y="2408825"/>
                  </a:lnTo>
                  <a:lnTo>
                    <a:pt x="2328368" y="2408825"/>
                  </a:lnTo>
                  <a:lnTo>
                    <a:pt x="2328461" y="2408825"/>
                  </a:lnTo>
                  <a:lnTo>
                    <a:pt x="2328555" y="2408825"/>
                  </a:lnTo>
                  <a:lnTo>
                    <a:pt x="2328648" y="2408825"/>
                  </a:lnTo>
                  <a:lnTo>
                    <a:pt x="2328741" y="2408825"/>
                  </a:lnTo>
                  <a:lnTo>
                    <a:pt x="2328834" y="2408825"/>
                  </a:lnTo>
                  <a:lnTo>
                    <a:pt x="2328928" y="2408825"/>
                  </a:lnTo>
                  <a:lnTo>
                    <a:pt x="2329021" y="2408825"/>
                  </a:lnTo>
                  <a:lnTo>
                    <a:pt x="2329114" y="2408825"/>
                  </a:lnTo>
                  <a:lnTo>
                    <a:pt x="2329207" y="2408825"/>
                  </a:lnTo>
                  <a:lnTo>
                    <a:pt x="2329301" y="2408825"/>
                  </a:lnTo>
                  <a:lnTo>
                    <a:pt x="2329394" y="2408825"/>
                  </a:lnTo>
                  <a:lnTo>
                    <a:pt x="2329487" y="2408825"/>
                  </a:lnTo>
                  <a:lnTo>
                    <a:pt x="2329580" y="2408825"/>
                  </a:lnTo>
                  <a:lnTo>
                    <a:pt x="2329674" y="2408825"/>
                  </a:lnTo>
                  <a:lnTo>
                    <a:pt x="2329767" y="2408825"/>
                  </a:lnTo>
                  <a:lnTo>
                    <a:pt x="2329860" y="2408825"/>
                  </a:lnTo>
                  <a:lnTo>
                    <a:pt x="2329953" y="2408825"/>
                  </a:lnTo>
                  <a:lnTo>
                    <a:pt x="2330047" y="2408825"/>
                  </a:lnTo>
                  <a:lnTo>
                    <a:pt x="2330140" y="2408825"/>
                  </a:lnTo>
                  <a:lnTo>
                    <a:pt x="2330233" y="2408825"/>
                  </a:lnTo>
                  <a:lnTo>
                    <a:pt x="2330326" y="2408825"/>
                  </a:lnTo>
                  <a:lnTo>
                    <a:pt x="2330420" y="2408825"/>
                  </a:lnTo>
                  <a:lnTo>
                    <a:pt x="2330513" y="2408825"/>
                  </a:lnTo>
                  <a:lnTo>
                    <a:pt x="2330606" y="2408825"/>
                  </a:lnTo>
                  <a:lnTo>
                    <a:pt x="2330699" y="2408825"/>
                  </a:lnTo>
                  <a:lnTo>
                    <a:pt x="2330793" y="2408825"/>
                  </a:lnTo>
                  <a:lnTo>
                    <a:pt x="2330886" y="2408825"/>
                  </a:lnTo>
                  <a:lnTo>
                    <a:pt x="2330979" y="2408825"/>
                  </a:lnTo>
                  <a:lnTo>
                    <a:pt x="2331072" y="2408825"/>
                  </a:lnTo>
                  <a:lnTo>
                    <a:pt x="2331165" y="2408825"/>
                  </a:lnTo>
                  <a:lnTo>
                    <a:pt x="2331259" y="2408825"/>
                  </a:lnTo>
                  <a:lnTo>
                    <a:pt x="2331352" y="2408825"/>
                  </a:lnTo>
                  <a:lnTo>
                    <a:pt x="2331445" y="2408825"/>
                  </a:lnTo>
                  <a:lnTo>
                    <a:pt x="2331538" y="2408825"/>
                  </a:lnTo>
                  <a:lnTo>
                    <a:pt x="2331632" y="2408825"/>
                  </a:lnTo>
                  <a:lnTo>
                    <a:pt x="2331725" y="2408825"/>
                  </a:lnTo>
                  <a:lnTo>
                    <a:pt x="2331818" y="2408825"/>
                  </a:lnTo>
                  <a:lnTo>
                    <a:pt x="2331911" y="2408825"/>
                  </a:lnTo>
                  <a:lnTo>
                    <a:pt x="2332005" y="2408825"/>
                  </a:lnTo>
                  <a:lnTo>
                    <a:pt x="2332098" y="2408825"/>
                  </a:lnTo>
                  <a:lnTo>
                    <a:pt x="2332191" y="2408825"/>
                  </a:lnTo>
                  <a:lnTo>
                    <a:pt x="2332284" y="2408825"/>
                  </a:lnTo>
                  <a:lnTo>
                    <a:pt x="2332378" y="2408825"/>
                  </a:lnTo>
                  <a:lnTo>
                    <a:pt x="2332471" y="2408825"/>
                  </a:lnTo>
                  <a:lnTo>
                    <a:pt x="2332564" y="2408825"/>
                  </a:lnTo>
                  <a:lnTo>
                    <a:pt x="2332657" y="2408825"/>
                  </a:lnTo>
                  <a:lnTo>
                    <a:pt x="2332751" y="2408825"/>
                  </a:lnTo>
                  <a:lnTo>
                    <a:pt x="2332844" y="2408825"/>
                  </a:lnTo>
                  <a:lnTo>
                    <a:pt x="2332937" y="2408825"/>
                  </a:lnTo>
                  <a:lnTo>
                    <a:pt x="2333030" y="2408825"/>
                  </a:lnTo>
                  <a:lnTo>
                    <a:pt x="2333124" y="2408825"/>
                  </a:lnTo>
                  <a:lnTo>
                    <a:pt x="2333217" y="2408825"/>
                  </a:lnTo>
                  <a:lnTo>
                    <a:pt x="2333310" y="2408825"/>
                  </a:lnTo>
                  <a:lnTo>
                    <a:pt x="2333403" y="2408825"/>
                  </a:lnTo>
                  <a:lnTo>
                    <a:pt x="2333497" y="2408825"/>
                  </a:lnTo>
                  <a:lnTo>
                    <a:pt x="2333590" y="2408825"/>
                  </a:lnTo>
                  <a:lnTo>
                    <a:pt x="2333683" y="2408825"/>
                  </a:lnTo>
                  <a:lnTo>
                    <a:pt x="2333776" y="2408825"/>
                  </a:lnTo>
                  <a:lnTo>
                    <a:pt x="2333870" y="2408825"/>
                  </a:lnTo>
                  <a:lnTo>
                    <a:pt x="2333963" y="2408825"/>
                  </a:lnTo>
                  <a:lnTo>
                    <a:pt x="2334056" y="2408825"/>
                  </a:lnTo>
                  <a:lnTo>
                    <a:pt x="2334149" y="2408825"/>
                  </a:lnTo>
                  <a:lnTo>
                    <a:pt x="2334243" y="2408825"/>
                  </a:lnTo>
                  <a:lnTo>
                    <a:pt x="2334336" y="2408825"/>
                  </a:lnTo>
                  <a:lnTo>
                    <a:pt x="2334429" y="2408825"/>
                  </a:lnTo>
                  <a:lnTo>
                    <a:pt x="2334522" y="2408825"/>
                  </a:lnTo>
                  <a:lnTo>
                    <a:pt x="2334616" y="2408825"/>
                  </a:lnTo>
                  <a:lnTo>
                    <a:pt x="2334709" y="2408825"/>
                  </a:lnTo>
                  <a:lnTo>
                    <a:pt x="2334802" y="2408825"/>
                  </a:lnTo>
                  <a:lnTo>
                    <a:pt x="2334895" y="2408825"/>
                  </a:lnTo>
                  <a:lnTo>
                    <a:pt x="2334989" y="2408825"/>
                  </a:lnTo>
                  <a:lnTo>
                    <a:pt x="2335082" y="2408825"/>
                  </a:lnTo>
                  <a:lnTo>
                    <a:pt x="2335175" y="2408825"/>
                  </a:lnTo>
                  <a:lnTo>
                    <a:pt x="2335268" y="2408825"/>
                  </a:lnTo>
                  <a:lnTo>
                    <a:pt x="2335362" y="2408825"/>
                  </a:lnTo>
                  <a:lnTo>
                    <a:pt x="2335455" y="2408825"/>
                  </a:lnTo>
                  <a:lnTo>
                    <a:pt x="2335548" y="2408825"/>
                  </a:lnTo>
                  <a:lnTo>
                    <a:pt x="2335641" y="2408825"/>
                  </a:lnTo>
                  <a:lnTo>
                    <a:pt x="2335735" y="2408825"/>
                  </a:lnTo>
                  <a:lnTo>
                    <a:pt x="2335828" y="2408825"/>
                  </a:lnTo>
                  <a:lnTo>
                    <a:pt x="2335921" y="2408825"/>
                  </a:lnTo>
                  <a:lnTo>
                    <a:pt x="2336014" y="2408825"/>
                  </a:lnTo>
                  <a:lnTo>
                    <a:pt x="2336108" y="2408825"/>
                  </a:lnTo>
                  <a:lnTo>
                    <a:pt x="2336201" y="2408825"/>
                  </a:lnTo>
                  <a:lnTo>
                    <a:pt x="2336294" y="2408825"/>
                  </a:lnTo>
                  <a:lnTo>
                    <a:pt x="2336387" y="2408825"/>
                  </a:lnTo>
                  <a:lnTo>
                    <a:pt x="2336481" y="2408825"/>
                  </a:lnTo>
                  <a:lnTo>
                    <a:pt x="2336574" y="2408825"/>
                  </a:lnTo>
                  <a:lnTo>
                    <a:pt x="2336667" y="2408825"/>
                  </a:lnTo>
                  <a:lnTo>
                    <a:pt x="2336760" y="2408825"/>
                  </a:lnTo>
                  <a:lnTo>
                    <a:pt x="2336854" y="2408825"/>
                  </a:lnTo>
                  <a:lnTo>
                    <a:pt x="2336947" y="2408825"/>
                  </a:lnTo>
                  <a:lnTo>
                    <a:pt x="2337040" y="2408825"/>
                  </a:lnTo>
                  <a:lnTo>
                    <a:pt x="2337133" y="2408825"/>
                  </a:lnTo>
                  <a:lnTo>
                    <a:pt x="2337133" y="2398871"/>
                  </a:lnTo>
                  <a:lnTo>
                    <a:pt x="2337227" y="2398871"/>
                  </a:lnTo>
                  <a:lnTo>
                    <a:pt x="2337320" y="2398871"/>
                  </a:lnTo>
                  <a:lnTo>
                    <a:pt x="2337413" y="2398871"/>
                  </a:lnTo>
                  <a:lnTo>
                    <a:pt x="2337506" y="2398871"/>
                  </a:lnTo>
                  <a:lnTo>
                    <a:pt x="2337600" y="2398871"/>
                  </a:lnTo>
                  <a:lnTo>
                    <a:pt x="2337693" y="2398871"/>
                  </a:lnTo>
                  <a:lnTo>
                    <a:pt x="2337786" y="2398871"/>
                  </a:lnTo>
                  <a:lnTo>
                    <a:pt x="2337879" y="2398871"/>
                  </a:lnTo>
                  <a:lnTo>
                    <a:pt x="2337973" y="2398871"/>
                  </a:lnTo>
                  <a:lnTo>
                    <a:pt x="2338066" y="2398871"/>
                  </a:lnTo>
                  <a:lnTo>
                    <a:pt x="2338159" y="2398871"/>
                  </a:lnTo>
                  <a:lnTo>
                    <a:pt x="2338252" y="2398871"/>
                  </a:lnTo>
                  <a:lnTo>
                    <a:pt x="2338345" y="2398871"/>
                  </a:lnTo>
                  <a:lnTo>
                    <a:pt x="2338439" y="2398871"/>
                  </a:lnTo>
                  <a:lnTo>
                    <a:pt x="2338532" y="2398871"/>
                  </a:lnTo>
                  <a:lnTo>
                    <a:pt x="2338625" y="2398871"/>
                  </a:lnTo>
                  <a:lnTo>
                    <a:pt x="2338718" y="2398871"/>
                  </a:lnTo>
                  <a:lnTo>
                    <a:pt x="2338812" y="2398871"/>
                  </a:lnTo>
                  <a:lnTo>
                    <a:pt x="2338905" y="2398871"/>
                  </a:lnTo>
                  <a:lnTo>
                    <a:pt x="2338998" y="2398871"/>
                  </a:lnTo>
                  <a:lnTo>
                    <a:pt x="2339091" y="2398871"/>
                  </a:lnTo>
                  <a:lnTo>
                    <a:pt x="2339185" y="2398871"/>
                  </a:lnTo>
                  <a:lnTo>
                    <a:pt x="2339278" y="2398871"/>
                  </a:lnTo>
                  <a:lnTo>
                    <a:pt x="2339371" y="2398871"/>
                  </a:lnTo>
                  <a:lnTo>
                    <a:pt x="2339464" y="2398871"/>
                  </a:lnTo>
                  <a:lnTo>
                    <a:pt x="2339558" y="2398871"/>
                  </a:lnTo>
                  <a:lnTo>
                    <a:pt x="2339651" y="2398871"/>
                  </a:lnTo>
                  <a:lnTo>
                    <a:pt x="2339744" y="2398871"/>
                  </a:lnTo>
                  <a:lnTo>
                    <a:pt x="2339837" y="2398871"/>
                  </a:lnTo>
                  <a:lnTo>
                    <a:pt x="2339931" y="2398871"/>
                  </a:lnTo>
                  <a:lnTo>
                    <a:pt x="2340024" y="2398871"/>
                  </a:lnTo>
                  <a:lnTo>
                    <a:pt x="2340117" y="2398871"/>
                  </a:lnTo>
                  <a:lnTo>
                    <a:pt x="2340210" y="2398871"/>
                  </a:lnTo>
                  <a:lnTo>
                    <a:pt x="2340304" y="2398871"/>
                  </a:lnTo>
                  <a:lnTo>
                    <a:pt x="2340397" y="2398871"/>
                  </a:lnTo>
                  <a:lnTo>
                    <a:pt x="2340490" y="2398871"/>
                  </a:lnTo>
                  <a:lnTo>
                    <a:pt x="2340583" y="2398871"/>
                  </a:lnTo>
                  <a:lnTo>
                    <a:pt x="2340677" y="2398871"/>
                  </a:lnTo>
                  <a:lnTo>
                    <a:pt x="2340770" y="2398871"/>
                  </a:lnTo>
                  <a:lnTo>
                    <a:pt x="2340863" y="2398871"/>
                  </a:lnTo>
                  <a:lnTo>
                    <a:pt x="2340956" y="2398871"/>
                  </a:lnTo>
                  <a:lnTo>
                    <a:pt x="2341050" y="2398871"/>
                  </a:lnTo>
                  <a:lnTo>
                    <a:pt x="2341143" y="2398871"/>
                  </a:lnTo>
                  <a:lnTo>
                    <a:pt x="2341236" y="2398871"/>
                  </a:lnTo>
                  <a:lnTo>
                    <a:pt x="2341329" y="2398871"/>
                  </a:lnTo>
                  <a:lnTo>
                    <a:pt x="2341423" y="2398871"/>
                  </a:lnTo>
                  <a:lnTo>
                    <a:pt x="2341516" y="2398871"/>
                  </a:lnTo>
                  <a:lnTo>
                    <a:pt x="2341609" y="2398871"/>
                  </a:lnTo>
                  <a:lnTo>
                    <a:pt x="2341702" y="2398871"/>
                  </a:lnTo>
                  <a:lnTo>
                    <a:pt x="2341796" y="2398871"/>
                  </a:lnTo>
                  <a:lnTo>
                    <a:pt x="2341889" y="2398871"/>
                  </a:lnTo>
                  <a:lnTo>
                    <a:pt x="2341982" y="2398871"/>
                  </a:lnTo>
                  <a:lnTo>
                    <a:pt x="2342075" y="2398871"/>
                  </a:lnTo>
                  <a:lnTo>
                    <a:pt x="2342169" y="2398871"/>
                  </a:lnTo>
                  <a:lnTo>
                    <a:pt x="2342262" y="2398871"/>
                  </a:lnTo>
                  <a:lnTo>
                    <a:pt x="2342355" y="2398871"/>
                  </a:lnTo>
                  <a:lnTo>
                    <a:pt x="2342448" y="2398871"/>
                  </a:lnTo>
                  <a:lnTo>
                    <a:pt x="2342542" y="2398871"/>
                  </a:lnTo>
                  <a:lnTo>
                    <a:pt x="2342635" y="2398871"/>
                  </a:lnTo>
                  <a:lnTo>
                    <a:pt x="2342728" y="2398871"/>
                  </a:lnTo>
                  <a:lnTo>
                    <a:pt x="2342821" y="2398871"/>
                  </a:lnTo>
                  <a:lnTo>
                    <a:pt x="2342915" y="2398871"/>
                  </a:lnTo>
                  <a:lnTo>
                    <a:pt x="2343008" y="2398871"/>
                  </a:lnTo>
                  <a:lnTo>
                    <a:pt x="2343101" y="2398871"/>
                  </a:lnTo>
                  <a:lnTo>
                    <a:pt x="2343194" y="2398871"/>
                  </a:lnTo>
                  <a:lnTo>
                    <a:pt x="2343288" y="2398871"/>
                  </a:lnTo>
                  <a:lnTo>
                    <a:pt x="2343381" y="2398871"/>
                  </a:lnTo>
                  <a:lnTo>
                    <a:pt x="2343474" y="2398871"/>
                  </a:lnTo>
                  <a:lnTo>
                    <a:pt x="2343567" y="2398871"/>
                  </a:lnTo>
                  <a:lnTo>
                    <a:pt x="2343661" y="2398871"/>
                  </a:lnTo>
                  <a:lnTo>
                    <a:pt x="2343754" y="2398871"/>
                  </a:lnTo>
                  <a:lnTo>
                    <a:pt x="2343847" y="2398871"/>
                  </a:lnTo>
                  <a:lnTo>
                    <a:pt x="2343940" y="2398871"/>
                  </a:lnTo>
                  <a:lnTo>
                    <a:pt x="2344034" y="2398871"/>
                  </a:lnTo>
                  <a:lnTo>
                    <a:pt x="2344127" y="2398871"/>
                  </a:lnTo>
                  <a:lnTo>
                    <a:pt x="2344220" y="2398871"/>
                  </a:lnTo>
                  <a:lnTo>
                    <a:pt x="2344313" y="2398871"/>
                  </a:lnTo>
                  <a:lnTo>
                    <a:pt x="2344407" y="2398871"/>
                  </a:lnTo>
                  <a:lnTo>
                    <a:pt x="2344500" y="2398871"/>
                  </a:lnTo>
                  <a:lnTo>
                    <a:pt x="2344593" y="2398871"/>
                  </a:lnTo>
                  <a:lnTo>
                    <a:pt x="2344686" y="2398871"/>
                  </a:lnTo>
                  <a:lnTo>
                    <a:pt x="2344780" y="2398871"/>
                  </a:lnTo>
                  <a:lnTo>
                    <a:pt x="2344873" y="2398871"/>
                  </a:lnTo>
                  <a:lnTo>
                    <a:pt x="2344966" y="2398871"/>
                  </a:lnTo>
                  <a:lnTo>
                    <a:pt x="2345059" y="2398871"/>
                  </a:lnTo>
                  <a:lnTo>
                    <a:pt x="2345152" y="2398871"/>
                  </a:lnTo>
                  <a:lnTo>
                    <a:pt x="2345246" y="2398871"/>
                  </a:lnTo>
                  <a:lnTo>
                    <a:pt x="2345339" y="2398871"/>
                  </a:lnTo>
                  <a:lnTo>
                    <a:pt x="2345432" y="2398871"/>
                  </a:lnTo>
                  <a:lnTo>
                    <a:pt x="2345525" y="2398871"/>
                  </a:lnTo>
                  <a:lnTo>
                    <a:pt x="2345619" y="2398871"/>
                  </a:lnTo>
                  <a:lnTo>
                    <a:pt x="2345712" y="2398871"/>
                  </a:lnTo>
                  <a:lnTo>
                    <a:pt x="2345805" y="2398871"/>
                  </a:lnTo>
                  <a:lnTo>
                    <a:pt x="2345898" y="2398871"/>
                  </a:lnTo>
                  <a:lnTo>
                    <a:pt x="2345992" y="2398871"/>
                  </a:lnTo>
                  <a:lnTo>
                    <a:pt x="2346085" y="2398871"/>
                  </a:lnTo>
                  <a:lnTo>
                    <a:pt x="2346178" y="2398871"/>
                  </a:lnTo>
                  <a:lnTo>
                    <a:pt x="2346271" y="2398871"/>
                  </a:lnTo>
                  <a:lnTo>
                    <a:pt x="2346271" y="2388917"/>
                  </a:lnTo>
                  <a:lnTo>
                    <a:pt x="2346365" y="2388917"/>
                  </a:lnTo>
                  <a:lnTo>
                    <a:pt x="2346458" y="2388917"/>
                  </a:lnTo>
                  <a:lnTo>
                    <a:pt x="2346551" y="2388917"/>
                  </a:lnTo>
                  <a:lnTo>
                    <a:pt x="2346644" y="2388917"/>
                  </a:lnTo>
                  <a:lnTo>
                    <a:pt x="2346738" y="2388917"/>
                  </a:lnTo>
                  <a:lnTo>
                    <a:pt x="2346831" y="2388917"/>
                  </a:lnTo>
                  <a:lnTo>
                    <a:pt x="2346924" y="2388917"/>
                  </a:lnTo>
                  <a:lnTo>
                    <a:pt x="2347017" y="2388917"/>
                  </a:lnTo>
                  <a:lnTo>
                    <a:pt x="2347111" y="2388917"/>
                  </a:lnTo>
                  <a:lnTo>
                    <a:pt x="2347204" y="2388917"/>
                  </a:lnTo>
                  <a:lnTo>
                    <a:pt x="2347297" y="2388917"/>
                  </a:lnTo>
                  <a:lnTo>
                    <a:pt x="2347390" y="2388917"/>
                  </a:lnTo>
                  <a:lnTo>
                    <a:pt x="2347484" y="2388917"/>
                  </a:lnTo>
                  <a:lnTo>
                    <a:pt x="2347577" y="2388917"/>
                  </a:lnTo>
                  <a:lnTo>
                    <a:pt x="2347670" y="2388917"/>
                  </a:lnTo>
                  <a:lnTo>
                    <a:pt x="2347763" y="2388917"/>
                  </a:lnTo>
                  <a:lnTo>
                    <a:pt x="2347857" y="2388917"/>
                  </a:lnTo>
                  <a:lnTo>
                    <a:pt x="2347950" y="2388917"/>
                  </a:lnTo>
                  <a:lnTo>
                    <a:pt x="2348043" y="2388917"/>
                  </a:lnTo>
                  <a:lnTo>
                    <a:pt x="2348136" y="2388917"/>
                  </a:lnTo>
                  <a:lnTo>
                    <a:pt x="2348230" y="2388917"/>
                  </a:lnTo>
                  <a:lnTo>
                    <a:pt x="2348323" y="2388917"/>
                  </a:lnTo>
                  <a:lnTo>
                    <a:pt x="2348416" y="2388917"/>
                  </a:lnTo>
                  <a:lnTo>
                    <a:pt x="2348509" y="2388917"/>
                  </a:lnTo>
                  <a:lnTo>
                    <a:pt x="2348603" y="2388917"/>
                  </a:lnTo>
                  <a:lnTo>
                    <a:pt x="2348696" y="2388917"/>
                  </a:lnTo>
                  <a:lnTo>
                    <a:pt x="2348789" y="2388917"/>
                  </a:lnTo>
                  <a:lnTo>
                    <a:pt x="2348882" y="2388917"/>
                  </a:lnTo>
                  <a:lnTo>
                    <a:pt x="2348976" y="2388917"/>
                  </a:lnTo>
                  <a:lnTo>
                    <a:pt x="2349069" y="2388917"/>
                  </a:lnTo>
                  <a:lnTo>
                    <a:pt x="2349162" y="2388917"/>
                  </a:lnTo>
                  <a:lnTo>
                    <a:pt x="2349255" y="2388917"/>
                  </a:lnTo>
                  <a:lnTo>
                    <a:pt x="2349255" y="2378963"/>
                  </a:lnTo>
                  <a:lnTo>
                    <a:pt x="2349349" y="2378963"/>
                  </a:lnTo>
                  <a:lnTo>
                    <a:pt x="2349442" y="2378963"/>
                  </a:lnTo>
                  <a:lnTo>
                    <a:pt x="2349535" y="2378963"/>
                  </a:lnTo>
                  <a:lnTo>
                    <a:pt x="2349628" y="2378963"/>
                  </a:lnTo>
                  <a:lnTo>
                    <a:pt x="2349722" y="2378963"/>
                  </a:lnTo>
                  <a:lnTo>
                    <a:pt x="2349815" y="2378963"/>
                  </a:lnTo>
                  <a:lnTo>
                    <a:pt x="2349908" y="2378963"/>
                  </a:lnTo>
                  <a:lnTo>
                    <a:pt x="2350001" y="2378963"/>
                  </a:lnTo>
                  <a:lnTo>
                    <a:pt x="2350095" y="2378963"/>
                  </a:lnTo>
                  <a:lnTo>
                    <a:pt x="2350188" y="2378963"/>
                  </a:lnTo>
                  <a:lnTo>
                    <a:pt x="2350281" y="2378963"/>
                  </a:lnTo>
                  <a:lnTo>
                    <a:pt x="2350374" y="2378963"/>
                  </a:lnTo>
                  <a:lnTo>
                    <a:pt x="2350468" y="2378963"/>
                  </a:lnTo>
                  <a:lnTo>
                    <a:pt x="2350561" y="2378963"/>
                  </a:lnTo>
                  <a:lnTo>
                    <a:pt x="2350654" y="2378963"/>
                  </a:lnTo>
                  <a:lnTo>
                    <a:pt x="2350747" y="2378963"/>
                  </a:lnTo>
                  <a:lnTo>
                    <a:pt x="2350841" y="2378963"/>
                  </a:lnTo>
                  <a:lnTo>
                    <a:pt x="2350934" y="2378963"/>
                  </a:lnTo>
                  <a:lnTo>
                    <a:pt x="2351027" y="2378963"/>
                  </a:lnTo>
                  <a:lnTo>
                    <a:pt x="2351120" y="2378963"/>
                  </a:lnTo>
                  <a:lnTo>
                    <a:pt x="2351214" y="2378963"/>
                  </a:lnTo>
                  <a:lnTo>
                    <a:pt x="2351307" y="2378963"/>
                  </a:lnTo>
                  <a:lnTo>
                    <a:pt x="2351400" y="2378963"/>
                  </a:lnTo>
                  <a:lnTo>
                    <a:pt x="2351493" y="2378963"/>
                  </a:lnTo>
                  <a:lnTo>
                    <a:pt x="2351587" y="2378963"/>
                  </a:lnTo>
                  <a:lnTo>
                    <a:pt x="2351680" y="2378963"/>
                  </a:lnTo>
                  <a:lnTo>
                    <a:pt x="2351773" y="2378963"/>
                  </a:lnTo>
                  <a:lnTo>
                    <a:pt x="2351866" y="2378963"/>
                  </a:lnTo>
                  <a:lnTo>
                    <a:pt x="2351959" y="2378963"/>
                  </a:lnTo>
                  <a:lnTo>
                    <a:pt x="2352053" y="2378963"/>
                  </a:lnTo>
                  <a:lnTo>
                    <a:pt x="2352146" y="2378963"/>
                  </a:lnTo>
                  <a:lnTo>
                    <a:pt x="2352239" y="2378963"/>
                  </a:lnTo>
                  <a:lnTo>
                    <a:pt x="2352332" y="2378963"/>
                  </a:lnTo>
                  <a:lnTo>
                    <a:pt x="2352426" y="2378963"/>
                  </a:lnTo>
                  <a:lnTo>
                    <a:pt x="2352519" y="2378963"/>
                  </a:lnTo>
                  <a:lnTo>
                    <a:pt x="2352612" y="2378963"/>
                  </a:lnTo>
                  <a:lnTo>
                    <a:pt x="2352705" y="2378963"/>
                  </a:lnTo>
                  <a:lnTo>
                    <a:pt x="2352799" y="2378963"/>
                  </a:lnTo>
                  <a:lnTo>
                    <a:pt x="2352892" y="2378963"/>
                  </a:lnTo>
                  <a:lnTo>
                    <a:pt x="2352985" y="2378963"/>
                  </a:lnTo>
                  <a:lnTo>
                    <a:pt x="2353078" y="2378963"/>
                  </a:lnTo>
                  <a:lnTo>
                    <a:pt x="2353172" y="2378963"/>
                  </a:lnTo>
                  <a:lnTo>
                    <a:pt x="2353265" y="2378963"/>
                  </a:lnTo>
                  <a:lnTo>
                    <a:pt x="2353358" y="2378963"/>
                  </a:lnTo>
                  <a:lnTo>
                    <a:pt x="2353451" y="2378963"/>
                  </a:lnTo>
                  <a:lnTo>
                    <a:pt x="2353545" y="2378963"/>
                  </a:lnTo>
                  <a:lnTo>
                    <a:pt x="2353638" y="2378963"/>
                  </a:lnTo>
                  <a:lnTo>
                    <a:pt x="2353731" y="2378963"/>
                  </a:lnTo>
                  <a:lnTo>
                    <a:pt x="2353824" y="2378963"/>
                  </a:lnTo>
                  <a:lnTo>
                    <a:pt x="2353918" y="2378963"/>
                  </a:lnTo>
                  <a:lnTo>
                    <a:pt x="2354011" y="2378963"/>
                  </a:lnTo>
                  <a:lnTo>
                    <a:pt x="2354104" y="2378963"/>
                  </a:lnTo>
                  <a:lnTo>
                    <a:pt x="2354197" y="2378963"/>
                  </a:lnTo>
                  <a:lnTo>
                    <a:pt x="2354291" y="2378963"/>
                  </a:lnTo>
                  <a:lnTo>
                    <a:pt x="2354384" y="2378963"/>
                  </a:lnTo>
                  <a:lnTo>
                    <a:pt x="2354477" y="2378963"/>
                  </a:lnTo>
                  <a:lnTo>
                    <a:pt x="2354570" y="2378963"/>
                  </a:lnTo>
                  <a:lnTo>
                    <a:pt x="2354664" y="2378963"/>
                  </a:lnTo>
                  <a:lnTo>
                    <a:pt x="2354757" y="2378963"/>
                  </a:lnTo>
                  <a:lnTo>
                    <a:pt x="2354850" y="2378963"/>
                  </a:lnTo>
                  <a:lnTo>
                    <a:pt x="2354943" y="2378963"/>
                  </a:lnTo>
                  <a:lnTo>
                    <a:pt x="2355037" y="2378963"/>
                  </a:lnTo>
                  <a:lnTo>
                    <a:pt x="2355130" y="2378963"/>
                  </a:lnTo>
                  <a:lnTo>
                    <a:pt x="2355223" y="2378963"/>
                  </a:lnTo>
                  <a:lnTo>
                    <a:pt x="2355316" y="2378963"/>
                  </a:lnTo>
                  <a:lnTo>
                    <a:pt x="2355410" y="2378963"/>
                  </a:lnTo>
                  <a:lnTo>
                    <a:pt x="2355503" y="2378963"/>
                  </a:lnTo>
                  <a:lnTo>
                    <a:pt x="2355596" y="2378963"/>
                  </a:lnTo>
                  <a:lnTo>
                    <a:pt x="2355689" y="2378963"/>
                  </a:lnTo>
                  <a:lnTo>
                    <a:pt x="2355783" y="2378963"/>
                  </a:lnTo>
                  <a:lnTo>
                    <a:pt x="2355876" y="2378963"/>
                  </a:lnTo>
                  <a:lnTo>
                    <a:pt x="2355969" y="2378963"/>
                  </a:lnTo>
                  <a:lnTo>
                    <a:pt x="2356062" y="2378963"/>
                  </a:lnTo>
                  <a:lnTo>
                    <a:pt x="2356156" y="2378963"/>
                  </a:lnTo>
                  <a:lnTo>
                    <a:pt x="2356249" y="2378963"/>
                  </a:lnTo>
                  <a:lnTo>
                    <a:pt x="2356342" y="2378963"/>
                  </a:lnTo>
                  <a:lnTo>
                    <a:pt x="2356435" y="2378963"/>
                  </a:lnTo>
                  <a:lnTo>
                    <a:pt x="2356529" y="2378963"/>
                  </a:lnTo>
                  <a:lnTo>
                    <a:pt x="2356622" y="2378963"/>
                  </a:lnTo>
                  <a:lnTo>
                    <a:pt x="2356715" y="2378963"/>
                  </a:lnTo>
                  <a:lnTo>
                    <a:pt x="2356808" y="2378963"/>
                  </a:lnTo>
                  <a:lnTo>
                    <a:pt x="2356902" y="2378963"/>
                  </a:lnTo>
                  <a:lnTo>
                    <a:pt x="2356995" y="2378963"/>
                  </a:lnTo>
                  <a:lnTo>
                    <a:pt x="2357088" y="2378963"/>
                  </a:lnTo>
                  <a:lnTo>
                    <a:pt x="2357181" y="2378963"/>
                  </a:lnTo>
                  <a:lnTo>
                    <a:pt x="2357275" y="2378963"/>
                  </a:lnTo>
                  <a:lnTo>
                    <a:pt x="2357368" y="2378963"/>
                  </a:lnTo>
                  <a:lnTo>
                    <a:pt x="2357461" y="2378963"/>
                  </a:lnTo>
                  <a:lnTo>
                    <a:pt x="2357554" y="2378963"/>
                  </a:lnTo>
                  <a:lnTo>
                    <a:pt x="2357648" y="2378963"/>
                  </a:lnTo>
                  <a:lnTo>
                    <a:pt x="2357741" y="2378963"/>
                  </a:lnTo>
                  <a:lnTo>
                    <a:pt x="2357834" y="2378963"/>
                  </a:lnTo>
                  <a:lnTo>
                    <a:pt x="2357927" y="2378963"/>
                  </a:lnTo>
                  <a:lnTo>
                    <a:pt x="2358021" y="2378963"/>
                  </a:lnTo>
                  <a:lnTo>
                    <a:pt x="2358114" y="2378963"/>
                  </a:lnTo>
                  <a:lnTo>
                    <a:pt x="2358207" y="2378963"/>
                  </a:lnTo>
                  <a:lnTo>
                    <a:pt x="2358300" y="2378963"/>
                  </a:lnTo>
                  <a:lnTo>
                    <a:pt x="2358394" y="2378963"/>
                  </a:lnTo>
                  <a:lnTo>
                    <a:pt x="2358487" y="2378963"/>
                  </a:lnTo>
                  <a:lnTo>
                    <a:pt x="2358580" y="2378963"/>
                  </a:lnTo>
                  <a:lnTo>
                    <a:pt x="2358673" y="2378963"/>
                  </a:lnTo>
                  <a:lnTo>
                    <a:pt x="2358767" y="2378963"/>
                  </a:lnTo>
                  <a:lnTo>
                    <a:pt x="2358860" y="2378963"/>
                  </a:lnTo>
                  <a:lnTo>
                    <a:pt x="2358953" y="2378963"/>
                  </a:lnTo>
                  <a:lnTo>
                    <a:pt x="2359046" y="2378963"/>
                  </a:lnTo>
                  <a:lnTo>
                    <a:pt x="2359139" y="2378963"/>
                  </a:lnTo>
                  <a:lnTo>
                    <a:pt x="2359233" y="2378963"/>
                  </a:lnTo>
                  <a:lnTo>
                    <a:pt x="2359326" y="2378963"/>
                  </a:lnTo>
                  <a:lnTo>
                    <a:pt x="2359419" y="2378963"/>
                  </a:lnTo>
                  <a:lnTo>
                    <a:pt x="2359512" y="2378963"/>
                  </a:lnTo>
                  <a:lnTo>
                    <a:pt x="2359606" y="2378963"/>
                  </a:lnTo>
                  <a:lnTo>
                    <a:pt x="2359699" y="2378963"/>
                  </a:lnTo>
                  <a:lnTo>
                    <a:pt x="2359792" y="2378963"/>
                  </a:lnTo>
                  <a:lnTo>
                    <a:pt x="2359885" y="2378963"/>
                  </a:lnTo>
                  <a:lnTo>
                    <a:pt x="2359979" y="2378963"/>
                  </a:lnTo>
                  <a:lnTo>
                    <a:pt x="2360072" y="2378963"/>
                  </a:lnTo>
                  <a:lnTo>
                    <a:pt x="2360165" y="2378963"/>
                  </a:lnTo>
                  <a:lnTo>
                    <a:pt x="2360258" y="2378963"/>
                  </a:lnTo>
                  <a:lnTo>
                    <a:pt x="2360352" y="2378963"/>
                  </a:lnTo>
                  <a:lnTo>
                    <a:pt x="2360445" y="2378963"/>
                  </a:lnTo>
                  <a:lnTo>
                    <a:pt x="2360538" y="2378963"/>
                  </a:lnTo>
                  <a:lnTo>
                    <a:pt x="2360631" y="2378963"/>
                  </a:lnTo>
                  <a:lnTo>
                    <a:pt x="2360725" y="2378963"/>
                  </a:lnTo>
                  <a:lnTo>
                    <a:pt x="2360818" y="2378963"/>
                  </a:lnTo>
                  <a:lnTo>
                    <a:pt x="2360911" y="2378963"/>
                  </a:lnTo>
                  <a:lnTo>
                    <a:pt x="2361004" y="2378963"/>
                  </a:lnTo>
                  <a:lnTo>
                    <a:pt x="2361098" y="2378963"/>
                  </a:lnTo>
                  <a:lnTo>
                    <a:pt x="2361191" y="2378963"/>
                  </a:lnTo>
                  <a:lnTo>
                    <a:pt x="2361284" y="2378963"/>
                  </a:lnTo>
                  <a:lnTo>
                    <a:pt x="2361377" y="2378963"/>
                  </a:lnTo>
                  <a:lnTo>
                    <a:pt x="2361471" y="2378963"/>
                  </a:lnTo>
                  <a:lnTo>
                    <a:pt x="2361564" y="2378963"/>
                  </a:lnTo>
                  <a:lnTo>
                    <a:pt x="2361657" y="2378963"/>
                  </a:lnTo>
                  <a:lnTo>
                    <a:pt x="2361750" y="2378963"/>
                  </a:lnTo>
                  <a:lnTo>
                    <a:pt x="2361844" y="2378963"/>
                  </a:lnTo>
                  <a:lnTo>
                    <a:pt x="2361937" y="2378963"/>
                  </a:lnTo>
                  <a:lnTo>
                    <a:pt x="2362030" y="2378963"/>
                  </a:lnTo>
                  <a:lnTo>
                    <a:pt x="2362123" y="2378963"/>
                  </a:lnTo>
                  <a:lnTo>
                    <a:pt x="2362217" y="2378963"/>
                  </a:lnTo>
                  <a:lnTo>
                    <a:pt x="2362310" y="2378963"/>
                  </a:lnTo>
                  <a:lnTo>
                    <a:pt x="2362403" y="2378963"/>
                  </a:lnTo>
                  <a:lnTo>
                    <a:pt x="2362496" y="2378963"/>
                  </a:lnTo>
                  <a:lnTo>
                    <a:pt x="2362590" y="2378963"/>
                  </a:lnTo>
                  <a:lnTo>
                    <a:pt x="2362683" y="2378963"/>
                  </a:lnTo>
                  <a:lnTo>
                    <a:pt x="2362776" y="2378963"/>
                  </a:lnTo>
                  <a:lnTo>
                    <a:pt x="2362869" y="2378963"/>
                  </a:lnTo>
                  <a:lnTo>
                    <a:pt x="2362963" y="2378963"/>
                  </a:lnTo>
                  <a:lnTo>
                    <a:pt x="2363056" y="2378963"/>
                  </a:lnTo>
                  <a:lnTo>
                    <a:pt x="2363149" y="2378963"/>
                  </a:lnTo>
                  <a:lnTo>
                    <a:pt x="2363242" y="2378963"/>
                  </a:lnTo>
                  <a:lnTo>
                    <a:pt x="2363336" y="2378963"/>
                  </a:lnTo>
                  <a:lnTo>
                    <a:pt x="2363429" y="2378963"/>
                  </a:lnTo>
                  <a:lnTo>
                    <a:pt x="2363522" y="2378963"/>
                  </a:lnTo>
                  <a:lnTo>
                    <a:pt x="2363615" y="2378963"/>
                  </a:lnTo>
                  <a:lnTo>
                    <a:pt x="2363709" y="2378963"/>
                  </a:lnTo>
                  <a:lnTo>
                    <a:pt x="2363802" y="2378963"/>
                  </a:lnTo>
                  <a:lnTo>
                    <a:pt x="2363895" y="2378963"/>
                  </a:lnTo>
                  <a:lnTo>
                    <a:pt x="2363988" y="2378963"/>
                  </a:lnTo>
                  <a:lnTo>
                    <a:pt x="2364082" y="2378963"/>
                  </a:lnTo>
                  <a:lnTo>
                    <a:pt x="2364175" y="2378963"/>
                  </a:lnTo>
                  <a:lnTo>
                    <a:pt x="2364268" y="2378963"/>
                  </a:lnTo>
                  <a:lnTo>
                    <a:pt x="2364361" y="2378963"/>
                  </a:lnTo>
                  <a:lnTo>
                    <a:pt x="2364455" y="2378963"/>
                  </a:lnTo>
                  <a:lnTo>
                    <a:pt x="2364548" y="2378963"/>
                  </a:lnTo>
                  <a:lnTo>
                    <a:pt x="2364641" y="2378963"/>
                  </a:lnTo>
                  <a:lnTo>
                    <a:pt x="2364734" y="2378963"/>
                  </a:lnTo>
                  <a:lnTo>
                    <a:pt x="2364828" y="2378963"/>
                  </a:lnTo>
                  <a:lnTo>
                    <a:pt x="2364921" y="2378963"/>
                  </a:lnTo>
                  <a:lnTo>
                    <a:pt x="2365014" y="2378963"/>
                  </a:lnTo>
                  <a:lnTo>
                    <a:pt x="2365107" y="2378963"/>
                  </a:lnTo>
                  <a:lnTo>
                    <a:pt x="2365201" y="2378963"/>
                  </a:lnTo>
                  <a:lnTo>
                    <a:pt x="2365294" y="2378963"/>
                  </a:lnTo>
                  <a:lnTo>
                    <a:pt x="2365387" y="2378963"/>
                  </a:lnTo>
                  <a:lnTo>
                    <a:pt x="2365480" y="2378963"/>
                  </a:lnTo>
                  <a:lnTo>
                    <a:pt x="2365574" y="2378963"/>
                  </a:lnTo>
                  <a:lnTo>
                    <a:pt x="2365667" y="2378963"/>
                  </a:lnTo>
                  <a:lnTo>
                    <a:pt x="2365760" y="2378963"/>
                  </a:lnTo>
                  <a:lnTo>
                    <a:pt x="2365853" y="2378963"/>
                  </a:lnTo>
                  <a:lnTo>
                    <a:pt x="2365946" y="2378963"/>
                  </a:lnTo>
                  <a:lnTo>
                    <a:pt x="2366040" y="2378963"/>
                  </a:lnTo>
                  <a:lnTo>
                    <a:pt x="2366133" y="2378963"/>
                  </a:lnTo>
                  <a:lnTo>
                    <a:pt x="2366226" y="2378963"/>
                  </a:lnTo>
                  <a:lnTo>
                    <a:pt x="2366319" y="2378963"/>
                  </a:lnTo>
                  <a:lnTo>
                    <a:pt x="2366413" y="2378963"/>
                  </a:lnTo>
                  <a:lnTo>
                    <a:pt x="2366506" y="2378963"/>
                  </a:lnTo>
                  <a:lnTo>
                    <a:pt x="2366599" y="2378963"/>
                  </a:lnTo>
                  <a:lnTo>
                    <a:pt x="2366692" y="2378963"/>
                  </a:lnTo>
                  <a:lnTo>
                    <a:pt x="2366786" y="2378963"/>
                  </a:lnTo>
                  <a:lnTo>
                    <a:pt x="2366879" y="2378963"/>
                  </a:lnTo>
                  <a:lnTo>
                    <a:pt x="2366972" y="2378963"/>
                  </a:lnTo>
                  <a:lnTo>
                    <a:pt x="2367065" y="2378963"/>
                  </a:lnTo>
                  <a:lnTo>
                    <a:pt x="2367159" y="2378963"/>
                  </a:lnTo>
                  <a:lnTo>
                    <a:pt x="2367252" y="2378963"/>
                  </a:lnTo>
                  <a:lnTo>
                    <a:pt x="2367345" y="2378963"/>
                  </a:lnTo>
                  <a:lnTo>
                    <a:pt x="2367438" y="2378963"/>
                  </a:lnTo>
                  <a:lnTo>
                    <a:pt x="2367532" y="2378963"/>
                  </a:lnTo>
                  <a:lnTo>
                    <a:pt x="2367625" y="2378963"/>
                  </a:lnTo>
                  <a:lnTo>
                    <a:pt x="2367718" y="2378963"/>
                  </a:lnTo>
                  <a:lnTo>
                    <a:pt x="2367811" y="2378963"/>
                  </a:lnTo>
                  <a:lnTo>
                    <a:pt x="2367905" y="2378963"/>
                  </a:lnTo>
                  <a:lnTo>
                    <a:pt x="2367998" y="2378963"/>
                  </a:lnTo>
                  <a:lnTo>
                    <a:pt x="2368091" y="2378963"/>
                  </a:lnTo>
                  <a:lnTo>
                    <a:pt x="2368184" y="2378963"/>
                  </a:lnTo>
                  <a:lnTo>
                    <a:pt x="2368278" y="2378963"/>
                  </a:lnTo>
                  <a:lnTo>
                    <a:pt x="2368371" y="2378963"/>
                  </a:lnTo>
                  <a:lnTo>
                    <a:pt x="2368464" y="2378963"/>
                  </a:lnTo>
                  <a:lnTo>
                    <a:pt x="2368557" y="2378963"/>
                  </a:lnTo>
                  <a:lnTo>
                    <a:pt x="2368651" y="2378963"/>
                  </a:lnTo>
                  <a:lnTo>
                    <a:pt x="2368744" y="2378963"/>
                  </a:lnTo>
                  <a:lnTo>
                    <a:pt x="2368837" y="2378963"/>
                  </a:lnTo>
                  <a:lnTo>
                    <a:pt x="2368930" y="2378963"/>
                  </a:lnTo>
                  <a:lnTo>
                    <a:pt x="2369024" y="2378963"/>
                  </a:lnTo>
                  <a:lnTo>
                    <a:pt x="2369117" y="2378963"/>
                  </a:lnTo>
                  <a:lnTo>
                    <a:pt x="2369210" y="2378963"/>
                  </a:lnTo>
                  <a:lnTo>
                    <a:pt x="2369303" y="2378963"/>
                  </a:lnTo>
                  <a:lnTo>
                    <a:pt x="2369397" y="2378963"/>
                  </a:lnTo>
                  <a:lnTo>
                    <a:pt x="2369490" y="2378963"/>
                  </a:lnTo>
                  <a:lnTo>
                    <a:pt x="2369583" y="2378963"/>
                  </a:lnTo>
                  <a:lnTo>
                    <a:pt x="2369676" y="2378963"/>
                  </a:lnTo>
                  <a:lnTo>
                    <a:pt x="2369770" y="2378963"/>
                  </a:lnTo>
                  <a:lnTo>
                    <a:pt x="2369863" y="2378963"/>
                  </a:lnTo>
                  <a:lnTo>
                    <a:pt x="2369956" y="2378963"/>
                  </a:lnTo>
                  <a:lnTo>
                    <a:pt x="2370049" y="2378963"/>
                  </a:lnTo>
                  <a:lnTo>
                    <a:pt x="2370143" y="2378963"/>
                  </a:lnTo>
                  <a:lnTo>
                    <a:pt x="2370236" y="2378963"/>
                  </a:lnTo>
                  <a:lnTo>
                    <a:pt x="2370329" y="2378963"/>
                  </a:lnTo>
                  <a:lnTo>
                    <a:pt x="2370422" y="2378963"/>
                  </a:lnTo>
                  <a:lnTo>
                    <a:pt x="2370516" y="2378963"/>
                  </a:lnTo>
                  <a:lnTo>
                    <a:pt x="2370609" y="2378963"/>
                  </a:lnTo>
                  <a:lnTo>
                    <a:pt x="2370702" y="2378963"/>
                  </a:lnTo>
                  <a:lnTo>
                    <a:pt x="2370795" y="2378963"/>
                  </a:lnTo>
                  <a:lnTo>
                    <a:pt x="2370889" y="2378963"/>
                  </a:lnTo>
                  <a:lnTo>
                    <a:pt x="2370982" y="2378963"/>
                  </a:lnTo>
                  <a:lnTo>
                    <a:pt x="2371075" y="2378963"/>
                  </a:lnTo>
                  <a:lnTo>
                    <a:pt x="2371168" y="2378963"/>
                  </a:lnTo>
                  <a:lnTo>
                    <a:pt x="2371262" y="2378963"/>
                  </a:lnTo>
                  <a:lnTo>
                    <a:pt x="2371355" y="2378963"/>
                  </a:lnTo>
                  <a:lnTo>
                    <a:pt x="2371448" y="2378963"/>
                  </a:lnTo>
                  <a:lnTo>
                    <a:pt x="2371541" y="2378963"/>
                  </a:lnTo>
                  <a:lnTo>
                    <a:pt x="2371635" y="2378963"/>
                  </a:lnTo>
                  <a:lnTo>
                    <a:pt x="2371728" y="2378963"/>
                  </a:lnTo>
                  <a:lnTo>
                    <a:pt x="2371821" y="2378963"/>
                  </a:lnTo>
                  <a:lnTo>
                    <a:pt x="2371914" y="2378963"/>
                  </a:lnTo>
                  <a:lnTo>
                    <a:pt x="2372008" y="2378963"/>
                  </a:lnTo>
                  <a:lnTo>
                    <a:pt x="2372101" y="2378963"/>
                  </a:lnTo>
                  <a:lnTo>
                    <a:pt x="2372194" y="2378963"/>
                  </a:lnTo>
                  <a:lnTo>
                    <a:pt x="2372287" y="2378963"/>
                  </a:lnTo>
                  <a:lnTo>
                    <a:pt x="2372381" y="2378963"/>
                  </a:lnTo>
                  <a:lnTo>
                    <a:pt x="2372474" y="2378963"/>
                  </a:lnTo>
                  <a:lnTo>
                    <a:pt x="2372567" y="2378963"/>
                  </a:lnTo>
                  <a:lnTo>
                    <a:pt x="2372660" y="2378963"/>
                  </a:lnTo>
                  <a:lnTo>
                    <a:pt x="2372753" y="2378963"/>
                  </a:lnTo>
                  <a:lnTo>
                    <a:pt x="2372847" y="2378963"/>
                  </a:lnTo>
                  <a:lnTo>
                    <a:pt x="2372940" y="2378963"/>
                  </a:lnTo>
                  <a:lnTo>
                    <a:pt x="2373033" y="2378963"/>
                  </a:lnTo>
                  <a:lnTo>
                    <a:pt x="2373126" y="2378963"/>
                  </a:lnTo>
                  <a:lnTo>
                    <a:pt x="2373220" y="2378963"/>
                  </a:lnTo>
                  <a:lnTo>
                    <a:pt x="2373313" y="2378963"/>
                  </a:lnTo>
                  <a:lnTo>
                    <a:pt x="2373406" y="2378963"/>
                  </a:lnTo>
                  <a:lnTo>
                    <a:pt x="2373499" y="2378963"/>
                  </a:lnTo>
                  <a:lnTo>
                    <a:pt x="2373593" y="2378963"/>
                  </a:lnTo>
                  <a:lnTo>
                    <a:pt x="2373686" y="2378963"/>
                  </a:lnTo>
                  <a:lnTo>
                    <a:pt x="2373779" y="2378963"/>
                  </a:lnTo>
                  <a:lnTo>
                    <a:pt x="2373872" y="2378963"/>
                  </a:lnTo>
                  <a:lnTo>
                    <a:pt x="2373966" y="2378963"/>
                  </a:lnTo>
                  <a:lnTo>
                    <a:pt x="2374059" y="2378963"/>
                  </a:lnTo>
                  <a:lnTo>
                    <a:pt x="2374152" y="2378963"/>
                  </a:lnTo>
                  <a:lnTo>
                    <a:pt x="2374245" y="2378963"/>
                  </a:lnTo>
                  <a:lnTo>
                    <a:pt x="2374339" y="2378963"/>
                  </a:lnTo>
                  <a:lnTo>
                    <a:pt x="2374432" y="2378963"/>
                  </a:lnTo>
                  <a:lnTo>
                    <a:pt x="2374525" y="2378963"/>
                  </a:lnTo>
                  <a:lnTo>
                    <a:pt x="2374618" y="2378963"/>
                  </a:lnTo>
                  <a:lnTo>
                    <a:pt x="2374712" y="2378963"/>
                  </a:lnTo>
                  <a:lnTo>
                    <a:pt x="2374805" y="2378963"/>
                  </a:lnTo>
                  <a:lnTo>
                    <a:pt x="2374898" y="2378963"/>
                  </a:lnTo>
                  <a:lnTo>
                    <a:pt x="2374991" y="2378963"/>
                  </a:lnTo>
                  <a:lnTo>
                    <a:pt x="2375085" y="2378963"/>
                  </a:lnTo>
                  <a:lnTo>
                    <a:pt x="2375178" y="2378963"/>
                  </a:lnTo>
                  <a:lnTo>
                    <a:pt x="2375271" y="2378963"/>
                  </a:lnTo>
                  <a:lnTo>
                    <a:pt x="2375364" y="2378963"/>
                  </a:lnTo>
                  <a:lnTo>
                    <a:pt x="2375458" y="2378963"/>
                  </a:lnTo>
                  <a:lnTo>
                    <a:pt x="2375551" y="2378963"/>
                  </a:lnTo>
                  <a:lnTo>
                    <a:pt x="2375644" y="2378963"/>
                  </a:lnTo>
                  <a:lnTo>
                    <a:pt x="2375737" y="2378963"/>
                  </a:lnTo>
                  <a:lnTo>
                    <a:pt x="2375831" y="2378963"/>
                  </a:lnTo>
                  <a:lnTo>
                    <a:pt x="2375924" y="2378963"/>
                  </a:lnTo>
                  <a:lnTo>
                    <a:pt x="2376017" y="2378963"/>
                  </a:lnTo>
                  <a:lnTo>
                    <a:pt x="2376110" y="2378963"/>
                  </a:lnTo>
                  <a:lnTo>
                    <a:pt x="2376204" y="2378963"/>
                  </a:lnTo>
                  <a:lnTo>
                    <a:pt x="2376297" y="2378963"/>
                  </a:lnTo>
                  <a:lnTo>
                    <a:pt x="2376390" y="2378963"/>
                  </a:lnTo>
                  <a:lnTo>
                    <a:pt x="2376483" y="2378963"/>
                  </a:lnTo>
                  <a:lnTo>
                    <a:pt x="2376577" y="2378963"/>
                  </a:lnTo>
                  <a:lnTo>
                    <a:pt x="2376670" y="2378963"/>
                  </a:lnTo>
                  <a:lnTo>
                    <a:pt x="2376763" y="2378963"/>
                  </a:lnTo>
                  <a:lnTo>
                    <a:pt x="2376856" y="2378963"/>
                  </a:lnTo>
                  <a:lnTo>
                    <a:pt x="2376950" y="2378963"/>
                  </a:lnTo>
                  <a:lnTo>
                    <a:pt x="2377043" y="2378963"/>
                  </a:lnTo>
                  <a:lnTo>
                    <a:pt x="2377136" y="2378963"/>
                  </a:lnTo>
                  <a:lnTo>
                    <a:pt x="2377229" y="2378963"/>
                  </a:lnTo>
                  <a:lnTo>
                    <a:pt x="2377323" y="2378963"/>
                  </a:lnTo>
                  <a:lnTo>
                    <a:pt x="2377416" y="2378963"/>
                  </a:lnTo>
                  <a:lnTo>
                    <a:pt x="2377509" y="2378963"/>
                  </a:lnTo>
                  <a:lnTo>
                    <a:pt x="2377602" y="2378963"/>
                  </a:lnTo>
                  <a:lnTo>
                    <a:pt x="2377696" y="2378963"/>
                  </a:lnTo>
                  <a:lnTo>
                    <a:pt x="2377789" y="2378963"/>
                  </a:lnTo>
                  <a:lnTo>
                    <a:pt x="2377882" y="2378963"/>
                  </a:lnTo>
                  <a:lnTo>
                    <a:pt x="2377975" y="2378963"/>
                  </a:lnTo>
                  <a:lnTo>
                    <a:pt x="2378069" y="2378963"/>
                  </a:lnTo>
                  <a:lnTo>
                    <a:pt x="2378162" y="2378963"/>
                  </a:lnTo>
                  <a:lnTo>
                    <a:pt x="2378255" y="2378963"/>
                  </a:lnTo>
                  <a:lnTo>
                    <a:pt x="2378348" y="2378963"/>
                  </a:lnTo>
                  <a:lnTo>
                    <a:pt x="2378442" y="2378963"/>
                  </a:lnTo>
                  <a:lnTo>
                    <a:pt x="2378535" y="2378963"/>
                  </a:lnTo>
                  <a:lnTo>
                    <a:pt x="2378628" y="2378963"/>
                  </a:lnTo>
                  <a:lnTo>
                    <a:pt x="2378721" y="2378963"/>
                  </a:lnTo>
                  <a:lnTo>
                    <a:pt x="2378815" y="2378963"/>
                  </a:lnTo>
                  <a:lnTo>
                    <a:pt x="2378908" y="2378963"/>
                  </a:lnTo>
                  <a:lnTo>
                    <a:pt x="2379001" y="2378963"/>
                  </a:lnTo>
                  <a:lnTo>
                    <a:pt x="2379094" y="2378963"/>
                  </a:lnTo>
                  <a:lnTo>
                    <a:pt x="2379188" y="2378963"/>
                  </a:lnTo>
                  <a:lnTo>
                    <a:pt x="2379281" y="2378963"/>
                  </a:lnTo>
                  <a:lnTo>
                    <a:pt x="2379374" y="2378963"/>
                  </a:lnTo>
                  <a:lnTo>
                    <a:pt x="2379467" y="2378963"/>
                  </a:lnTo>
                  <a:lnTo>
                    <a:pt x="2379561" y="2378963"/>
                  </a:lnTo>
                  <a:lnTo>
                    <a:pt x="2379654" y="2378963"/>
                  </a:lnTo>
                  <a:lnTo>
                    <a:pt x="2379747" y="2378963"/>
                  </a:lnTo>
                  <a:lnTo>
                    <a:pt x="2379840" y="2378963"/>
                  </a:lnTo>
                  <a:lnTo>
                    <a:pt x="2379933" y="2378963"/>
                  </a:lnTo>
                  <a:lnTo>
                    <a:pt x="2380027" y="2378963"/>
                  </a:lnTo>
                  <a:lnTo>
                    <a:pt x="2380120" y="2378963"/>
                  </a:lnTo>
                  <a:lnTo>
                    <a:pt x="2380213" y="2378963"/>
                  </a:lnTo>
                  <a:lnTo>
                    <a:pt x="2380306" y="2378963"/>
                  </a:lnTo>
                  <a:lnTo>
                    <a:pt x="2380400" y="2378963"/>
                  </a:lnTo>
                  <a:lnTo>
                    <a:pt x="2380493" y="2378963"/>
                  </a:lnTo>
                  <a:lnTo>
                    <a:pt x="2380586" y="2378963"/>
                  </a:lnTo>
                  <a:lnTo>
                    <a:pt x="2380679" y="2378963"/>
                  </a:lnTo>
                  <a:lnTo>
                    <a:pt x="2380773" y="2378963"/>
                  </a:lnTo>
                  <a:lnTo>
                    <a:pt x="2380866" y="2378963"/>
                  </a:lnTo>
                  <a:lnTo>
                    <a:pt x="2380959" y="2378963"/>
                  </a:lnTo>
                  <a:lnTo>
                    <a:pt x="2381052" y="2378963"/>
                  </a:lnTo>
                  <a:lnTo>
                    <a:pt x="2381146" y="2378963"/>
                  </a:lnTo>
                  <a:lnTo>
                    <a:pt x="2381239" y="2378963"/>
                  </a:lnTo>
                  <a:lnTo>
                    <a:pt x="2381332" y="2378963"/>
                  </a:lnTo>
                  <a:lnTo>
                    <a:pt x="2381425" y="2378963"/>
                  </a:lnTo>
                  <a:lnTo>
                    <a:pt x="2381519" y="2378963"/>
                  </a:lnTo>
                  <a:lnTo>
                    <a:pt x="2381612" y="2378963"/>
                  </a:lnTo>
                  <a:lnTo>
                    <a:pt x="2381705" y="2378963"/>
                  </a:lnTo>
                  <a:lnTo>
                    <a:pt x="2381798" y="2378963"/>
                  </a:lnTo>
                  <a:lnTo>
                    <a:pt x="2381892" y="2378963"/>
                  </a:lnTo>
                  <a:lnTo>
                    <a:pt x="2381985" y="2378963"/>
                  </a:lnTo>
                  <a:lnTo>
                    <a:pt x="2382078" y="2378963"/>
                  </a:lnTo>
                  <a:lnTo>
                    <a:pt x="2382171" y="2378963"/>
                  </a:lnTo>
                  <a:lnTo>
                    <a:pt x="2382265" y="2378963"/>
                  </a:lnTo>
                  <a:lnTo>
                    <a:pt x="2382358" y="2378963"/>
                  </a:lnTo>
                  <a:lnTo>
                    <a:pt x="2382451" y="2378963"/>
                  </a:lnTo>
                  <a:lnTo>
                    <a:pt x="2382544" y="2378963"/>
                  </a:lnTo>
                  <a:lnTo>
                    <a:pt x="2382638" y="2378963"/>
                  </a:lnTo>
                  <a:lnTo>
                    <a:pt x="2382731" y="2378963"/>
                  </a:lnTo>
                  <a:lnTo>
                    <a:pt x="2382824" y="2378963"/>
                  </a:lnTo>
                  <a:lnTo>
                    <a:pt x="2382917" y="2378963"/>
                  </a:lnTo>
                  <a:lnTo>
                    <a:pt x="2383011" y="2378963"/>
                  </a:lnTo>
                  <a:lnTo>
                    <a:pt x="2383104" y="2378963"/>
                  </a:lnTo>
                  <a:lnTo>
                    <a:pt x="2383197" y="2378963"/>
                  </a:lnTo>
                  <a:lnTo>
                    <a:pt x="2383290" y="2378963"/>
                  </a:lnTo>
                  <a:lnTo>
                    <a:pt x="2383384" y="2378963"/>
                  </a:lnTo>
                  <a:lnTo>
                    <a:pt x="2383477" y="2378963"/>
                  </a:lnTo>
                  <a:lnTo>
                    <a:pt x="2383570" y="2378963"/>
                  </a:lnTo>
                  <a:lnTo>
                    <a:pt x="2383663" y="2378963"/>
                  </a:lnTo>
                  <a:lnTo>
                    <a:pt x="2383757" y="2378963"/>
                  </a:lnTo>
                  <a:lnTo>
                    <a:pt x="2383850" y="2378963"/>
                  </a:lnTo>
                  <a:lnTo>
                    <a:pt x="2383943" y="2378963"/>
                  </a:lnTo>
                  <a:lnTo>
                    <a:pt x="2384036" y="2378963"/>
                  </a:lnTo>
                  <a:lnTo>
                    <a:pt x="2384130" y="2378963"/>
                  </a:lnTo>
                  <a:lnTo>
                    <a:pt x="2384223" y="2378963"/>
                  </a:lnTo>
                  <a:lnTo>
                    <a:pt x="2384316" y="2378963"/>
                  </a:lnTo>
                  <a:lnTo>
                    <a:pt x="2384409" y="2378963"/>
                  </a:lnTo>
                  <a:lnTo>
                    <a:pt x="2384503" y="2378963"/>
                  </a:lnTo>
                  <a:lnTo>
                    <a:pt x="2384596" y="2378963"/>
                  </a:lnTo>
                  <a:lnTo>
                    <a:pt x="2384689" y="2378963"/>
                  </a:lnTo>
                  <a:lnTo>
                    <a:pt x="2384782" y="2378963"/>
                  </a:lnTo>
                  <a:lnTo>
                    <a:pt x="2384876" y="2378963"/>
                  </a:lnTo>
                  <a:lnTo>
                    <a:pt x="2384969" y="2378963"/>
                  </a:lnTo>
                  <a:lnTo>
                    <a:pt x="2385062" y="2378963"/>
                  </a:lnTo>
                  <a:lnTo>
                    <a:pt x="2385155" y="2378963"/>
                  </a:lnTo>
                  <a:lnTo>
                    <a:pt x="2385249" y="2378963"/>
                  </a:lnTo>
                  <a:lnTo>
                    <a:pt x="2385342" y="2378963"/>
                  </a:lnTo>
                  <a:lnTo>
                    <a:pt x="2385435" y="2378963"/>
                  </a:lnTo>
                  <a:lnTo>
                    <a:pt x="2385528" y="2378963"/>
                  </a:lnTo>
                  <a:lnTo>
                    <a:pt x="2385622" y="2378963"/>
                  </a:lnTo>
                  <a:lnTo>
                    <a:pt x="2385715" y="2378963"/>
                  </a:lnTo>
                  <a:lnTo>
                    <a:pt x="2385808" y="2378963"/>
                  </a:lnTo>
                  <a:lnTo>
                    <a:pt x="2385901" y="2378963"/>
                  </a:lnTo>
                  <a:lnTo>
                    <a:pt x="2385995" y="2378963"/>
                  </a:lnTo>
                  <a:lnTo>
                    <a:pt x="2386088" y="2378963"/>
                  </a:lnTo>
                  <a:lnTo>
                    <a:pt x="2386181" y="2378963"/>
                  </a:lnTo>
                  <a:lnTo>
                    <a:pt x="2386274" y="2378963"/>
                  </a:lnTo>
                  <a:lnTo>
                    <a:pt x="2386368" y="2378963"/>
                  </a:lnTo>
                  <a:lnTo>
                    <a:pt x="2386461" y="2378963"/>
                  </a:lnTo>
                  <a:lnTo>
                    <a:pt x="2386554" y="2378963"/>
                  </a:lnTo>
                  <a:lnTo>
                    <a:pt x="2386647" y="2378963"/>
                  </a:lnTo>
                  <a:lnTo>
                    <a:pt x="2386740" y="2378963"/>
                  </a:lnTo>
                  <a:lnTo>
                    <a:pt x="2386834" y="2378963"/>
                  </a:lnTo>
                  <a:lnTo>
                    <a:pt x="2386927" y="2378963"/>
                  </a:lnTo>
                  <a:lnTo>
                    <a:pt x="2387020" y="2378963"/>
                  </a:lnTo>
                  <a:lnTo>
                    <a:pt x="2387113" y="2378963"/>
                  </a:lnTo>
                  <a:lnTo>
                    <a:pt x="2387207" y="2378963"/>
                  </a:lnTo>
                  <a:lnTo>
                    <a:pt x="2387300" y="2378963"/>
                  </a:lnTo>
                  <a:lnTo>
                    <a:pt x="2387393" y="2378963"/>
                  </a:lnTo>
                  <a:lnTo>
                    <a:pt x="2387486" y="2378963"/>
                  </a:lnTo>
                  <a:lnTo>
                    <a:pt x="2387580" y="2378963"/>
                  </a:lnTo>
                  <a:lnTo>
                    <a:pt x="2387673" y="2378963"/>
                  </a:lnTo>
                  <a:lnTo>
                    <a:pt x="2387766" y="2378963"/>
                  </a:lnTo>
                  <a:lnTo>
                    <a:pt x="2387859" y="2378963"/>
                  </a:lnTo>
                  <a:lnTo>
                    <a:pt x="2387953" y="2378963"/>
                  </a:lnTo>
                  <a:lnTo>
                    <a:pt x="2388046" y="2378963"/>
                  </a:lnTo>
                  <a:lnTo>
                    <a:pt x="2388139" y="2378963"/>
                  </a:lnTo>
                  <a:lnTo>
                    <a:pt x="2388232" y="2378963"/>
                  </a:lnTo>
                  <a:lnTo>
                    <a:pt x="2388326" y="2378963"/>
                  </a:lnTo>
                  <a:lnTo>
                    <a:pt x="2388419" y="2378963"/>
                  </a:lnTo>
                  <a:lnTo>
                    <a:pt x="2388512" y="2378963"/>
                  </a:lnTo>
                  <a:lnTo>
                    <a:pt x="2388605" y="2378963"/>
                  </a:lnTo>
                  <a:lnTo>
                    <a:pt x="2388699" y="2378963"/>
                  </a:lnTo>
                  <a:lnTo>
                    <a:pt x="2388792" y="2378963"/>
                  </a:lnTo>
                  <a:lnTo>
                    <a:pt x="2388885" y="2378963"/>
                  </a:lnTo>
                  <a:lnTo>
                    <a:pt x="2388978" y="2378963"/>
                  </a:lnTo>
                  <a:lnTo>
                    <a:pt x="2389072" y="2378963"/>
                  </a:lnTo>
                  <a:lnTo>
                    <a:pt x="2389165" y="2378963"/>
                  </a:lnTo>
                  <a:lnTo>
                    <a:pt x="2389258" y="2378963"/>
                  </a:lnTo>
                  <a:lnTo>
                    <a:pt x="2389351" y="2378963"/>
                  </a:lnTo>
                  <a:lnTo>
                    <a:pt x="2389445" y="2378963"/>
                  </a:lnTo>
                  <a:lnTo>
                    <a:pt x="2389538" y="2378963"/>
                  </a:lnTo>
                  <a:lnTo>
                    <a:pt x="2389631" y="2378963"/>
                  </a:lnTo>
                  <a:lnTo>
                    <a:pt x="2389724" y="2378963"/>
                  </a:lnTo>
                  <a:lnTo>
                    <a:pt x="2389818" y="2378963"/>
                  </a:lnTo>
                  <a:lnTo>
                    <a:pt x="2389911" y="2378963"/>
                  </a:lnTo>
                  <a:lnTo>
                    <a:pt x="2390004" y="2378963"/>
                  </a:lnTo>
                  <a:lnTo>
                    <a:pt x="2390097" y="2378963"/>
                  </a:lnTo>
                  <a:lnTo>
                    <a:pt x="2390191" y="2378963"/>
                  </a:lnTo>
                  <a:lnTo>
                    <a:pt x="2390284" y="2378963"/>
                  </a:lnTo>
                  <a:lnTo>
                    <a:pt x="2390377" y="2378963"/>
                  </a:lnTo>
                  <a:lnTo>
                    <a:pt x="2390470" y="2378963"/>
                  </a:lnTo>
                  <a:lnTo>
                    <a:pt x="2390564" y="2378963"/>
                  </a:lnTo>
                  <a:lnTo>
                    <a:pt x="2390657" y="2378963"/>
                  </a:lnTo>
                  <a:lnTo>
                    <a:pt x="2390750" y="2378963"/>
                  </a:lnTo>
                  <a:lnTo>
                    <a:pt x="2390843" y="2378963"/>
                  </a:lnTo>
                  <a:lnTo>
                    <a:pt x="2390937" y="2378963"/>
                  </a:lnTo>
                  <a:lnTo>
                    <a:pt x="2391030" y="2378963"/>
                  </a:lnTo>
                  <a:lnTo>
                    <a:pt x="2391123" y="2378963"/>
                  </a:lnTo>
                  <a:lnTo>
                    <a:pt x="2391216" y="2378963"/>
                  </a:lnTo>
                  <a:lnTo>
                    <a:pt x="2391310" y="2378963"/>
                  </a:lnTo>
                  <a:lnTo>
                    <a:pt x="2391403" y="2378963"/>
                  </a:lnTo>
                  <a:lnTo>
                    <a:pt x="2391496" y="2378963"/>
                  </a:lnTo>
                  <a:lnTo>
                    <a:pt x="2391589" y="2378963"/>
                  </a:lnTo>
                  <a:lnTo>
                    <a:pt x="2391683" y="2378963"/>
                  </a:lnTo>
                  <a:lnTo>
                    <a:pt x="2391683" y="2369009"/>
                  </a:lnTo>
                  <a:lnTo>
                    <a:pt x="2391776" y="2369009"/>
                  </a:lnTo>
                  <a:lnTo>
                    <a:pt x="2391869" y="2369009"/>
                  </a:lnTo>
                  <a:lnTo>
                    <a:pt x="2391962" y="2369009"/>
                  </a:lnTo>
                  <a:lnTo>
                    <a:pt x="2392056" y="2369009"/>
                  </a:lnTo>
                  <a:lnTo>
                    <a:pt x="2392149" y="2369009"/>
                  </a:lnTo>
                  <a:lnTo>
                    <a:pt x="2392242" y="2369009"/>
                  </a:lnTo>
                  <a:lnTo>
                    <a:pt x="2392335" y="2369009"/>
                  </a:lnTo>
                  <a:lnTo>
                    <a:pt x="2392429" y="2369009"/>
                  </a:lnTo>
                  <a:lnTo>
                    <a:pt x="2392522" y="2369009"/>
                  </a:lnTo>
                  <a:lnTo>
                    <a:pt x="2392615" y="2369009"/>
                  </a:lnTo>
                  <a:lnTo>
                    <a:pt x="2392708" y="2369009"/>
                  </a:lnTo>
                  <a:lnTo>
                    <a:pt x="2392802" y="2369009"/>
                  </a:lnTo>
                  <a:lnTo>
                    <a:pt x="2392895" y="2369009"/>
                  </a:lnTo>
                  <a:lnTo>
                    <a:pt x="2392988" y="2369009"/>
                  </a:lnTo>
                  <a:lnTo>
                    <a:pt x="2393081" y="2369009"/>
                  </a:lnTo>
                  <a:lnTo>
                    <a:pt x="2393175" y="2369009"/>
                  </a:lnTo>
                  <a:lnTo>
                    <a:pt x="2393268" y="2369009"/>
                  </a:lnTo>
                  <a:lnTo>
                    <a:pt x="2393268" y="2359055"/>
                  </a:lnTo>
                  <a:lnTo>
                    <a:pt x="2393361" y="2359055"/>
                  </a:lnTo>
                  <a:lnTo>
                    <a:pt x="2393454" y="2359055"/>
                  </a:lnTo>
                  <a:lnTo>
                    <a:pt x="2393547" y="2359055"/>
                  </a:lnTo>
                  <a:lnTo>
                    <a:pt x="2393641" y="2359055"/>
                  </a:lnTo>
                  <a:lnTo>
                    <a:pt x="2393734" y="2359055"/>
                  </a:lnTo>
                  <a:lnTo>
                    <a:pt x="2393827" y="2359055"/>
                  </a:lnTo>
                  <a:lnTo>
                    <a:pt x="2393920" y="2359055"/>
                  </a:lnTo>
                  <a:lnTo>
                    <a:pt x="2394014" y="2359055"/>
                  </a:lnTo>
                  <a:lnTo>
                    <a:pt x="2394107" y="2359055"/>
                  </a:lnTo>
                  <a:lnTo>
                    <a:pt x="2394200" y="2359055"/>
                  </a:lnTo>
                  <a:lnTo>
                    <a:pt x="2394293" y="2359055"/>
                  </a:lnTo>
                  <a:lnTo>
                    <a:pt x="2394387" y="2359055"/>
                  </a:lnTo>
                  <a:lnTo>
                    <a:pt x="2394480" y="2359055"/>
                  </a:lnTo>
                  <a:lnTo>
                    <a:pt x="2394573" y="2359055"/>
                  </a:lnTo>
                  <a:lnTo>
                    <a:pt x="2394666" y="2359055"/>
                  </a:lnTo>
                  <a:lnTo>
                    <a:pt x="2394760" y="2359055"/>
                  </a:lnTo>
                  <a:lnTo>
                    <a:pt x="2394853" y="2359055"/>
                  </a:lnTo>
                  <a:lnTo>
                    <a:pt x="2394946" y="2359055"/>
                  </a:lnTo>
                  <a:lnTo>
                    <a:pt x="2395039" y="2359055"/>
                  </a:lnTo>
                  <a:lnTo>
                    <a:pt x="2395133" y="2359055"/>
                  </a:lnTo>
                  <a:lnTo>
                    <a:pt x="2395226" y="2359055"/>
                  </a:lnTo>
                  <a:lnTo>
                    <a:pt x="2395319" y="2359055"/>
                  </a:lnTo>
                  <a:lnTo>
                    <a:pt x="2395412" y="2359055"/>
                  </a:lnTo>
                  <a:lnTo>
                    <a:pt x="2395506" y="2359055"/>
                  </a:lnTo>
                  <a:lnTo>
                    <a:pt x="2395599" y="2359055"/>
                  </a:lnTo>
                  <a:lnTo>
                    <a:pt x="2395692" y="2359055"/>
                  </a:lnTo>
                  <a:lnTo>
                    <a:pt x="2395785" y="2359055"/>
                  </a:lnTo>
                  <a:lnTo>
                    <a:pt x="2395879" y="2359055"/>
                  </a:lnTo>
                  <a:lnTo>
                    <a:pt x="2395972" y="2359055"/>
                  </a:lnTo>
                  <a:lnTo>
                    <a:pt x="2396065" y="2359055"/>
                  </a:lnTo>
                  <a:lnTo>
                    <a:pt x="2396158" y="2359055"/>
                  </a:lnTo>
                  <a:lnTo>
                    <a:pt x="2396252" y="2359055"/>
                  </a:lnTo>
                  <a:lnTo>
                    <a:pt x="2396345" y="2359055"/>
                  </a:lnTo>
                  <a:lnTo>
                    <a:pt x="2396438" y="2359055"/>
                  </a:lnTo>
                  <a:lnTo>
                    <a:pt x="2396531" y="2359055"/>
                  </a:lnTo>
                  <a:lnTo>
                    <a:pt x="2396625" y="2359055"/>
                  </a:lnTo>
                  <a:lnTo>
                    <a:pt x="2396718" y="2359055"/>
                  </a:lnTo>
                  <a:lnTo>
                    <a:pt x="2396811" y="2359055"/>
                  </a:lnTo>
                  <a:lnTo>
                    <a:pt x="2396904" y="2359055"/>
                  </a:lnTo>
                  <a:lnTo>
                    <a:pt x="2396998" y="2359055"/>
                  </a:lnTo>
                  <a:lnTo>
                    <a:pt x="2397091" y="2359055"/>
                  </a:lnTo>
                  <a:lnTo>
                    <a:pt x="2397184" y="2359055"/>
                  </a:lnTo>
                  <a:lnTo>
                    <a:pt x="2397277" y="2359055"/>
                  </a:lnTo>
                  <a:lnTo>
                    <a:pt x="2397371" y="2359055"/>
                  </a:lnTo>
                  <a:lnTo>
                    <a:pt x="2397464" y="2359055"/>
                  </a:lnTo>
                  <a:lnTo>
                    <a:pt x="2397557" y="2359055"/>
                  </a:lnTo>
                  <a:lnTo>
                    <a:pt x="2397650" y="2359055"/>
                  </a:lnTo>
                  <a:lnTo>
                    <a:pt x="2397744" y="2359055"/>
                  </a:lnTo>
                  <a:lnTo>
                    <a:pt x="2397837" y="2359055"/>
                  </a:lnTo>
                  <a:lnTo>
                    <a:pt x="2397930" y="2359055"/>
                  </a:lnTo>
                  <a:lnTo>
                    <a:pt x="2398023" y="2359055"/>
                  </a:lnTo>
                  <a:lnTo>
                    <a:pt x="2398117" y="2359055"/>
                  </a:lnTo>
                  <a:lnTo>
                    <a:pt x="2398210" y="2359055"/>
                  </a:lnTo>
                  <a:lnTo>
                    <a:pt x="2398303" y="2359055"/>
                  </a:lnTo>
                  <a:lnTo>
                    <a:pt x="2398396" y="2359055"/>
                  </a:lnTo>
                  <a:lnTo>
                    <a:pt x="2398490" y="2359055"/>
                  </a:lnTo>
                  <a:lnTo>
                    <a:pt x="2398583" y="2359055"/>
                  </a:lnTo>
                  <a:lnTo>
                    <a:pt x="2398676" y="2359055"/>
                  </a:lnTo>
                  <a:lnTo>
                    <a:pt x="2398769" y="2359055"/>
                  </a:lnTo>
                  <a:lnTo>
                    <a:pt x="2398863" y="2359055"/>
                  </a:lnTo>
                  <a:lnTo>
                    <a:pt x="2398956" y="2359055"/>
                  </a:lnTo>
                  <a:lnTo>
                    <a:pt x="2399049" y="2359055"/>
                  </a:lnTo>
                  <a:lnTo>
                    <a:pt x="2399142" y="2359055"/>
                  </a:lnTo>
                  <a:lnTo>
                    <a:pt x="2399236" y="2359055"/>
                  </a:lnTo>
                  <a:lnTo>
                    <a:pt x="2399329" y="2359055"/>
                  </a:lnTo>
                  <a:lnTo>
                    <a:pt x="2399422" y="2359055"/>
                  </a:lnTo>
                  <a:lnTo>
                    <a:pt x="2399515" y="2359055"/>
                  </a:lnTo>
                  <a:lnTo>
                    <a:pt x="2399609" y="2359055"/>
                  </a:lnTo>
                  <a:lnTo>
                    <a:pt x="2399702" y="2359055"/>
                  </a:lnTo>
                  <a:lnTo>
                    <a:pt x="2399795" y="2359055"/>
                  </a:lnTo>
                  <a:lnTo>
                    <a:pt x="2399888" y="2359055"/>
                  </a:lnTo>
                  <a:lnTo>
                    <a:pt x="2399982" y="2359055"/>
                  </a:lnTo>
                  <a:lnTo>
                    <a:pt x="2400075" y="2359055"/>
                  </a:lnTo>
                  <a:lnTo>
                    <a:pt x="2400168" y="2359055"/>
                  </a:lnTo>
                  <a:lnTo>
                    <a:pt x="2400261" y="2359055"/>
                  </a:lnTo>
                  <a:lnTo>
                    <a:pt x="2400355" y="2359055"/>
                  </a:lnTo>
                  <a:lnTo>
                    <a:pt x="2400448" y="2359055"/>
                  </a:lnTo>
                  <a:lnTo>
                    <a:pt x="2400541" y="2359055"/>
                  </a:lnTo>
                  <a:lnTo>
                    <a:pt x="2400634" y="2359055"/>
                  </a:lnTo>
                  <a:lnTo>
                    <a:pt x="2400727" y="2359055"/>
                  </a:lnTo>
                  <a:lnTo>
                    <a:pt x="2400821" y="2359055"/>
                  </a:lnTo>
                  <a:lnTo>
                    <a:pt x="2400914" y="2359055"/>
                  </a:lnTo>
                  <a:lnTo>
                    <a:pt x="2401007" y="2359055"/>
                  </a:lnTo>
                  <a:lnTo>
                    <a:pt x="2401100" y="2359055"/>
                  </a:lnTo>
                  <a:lnTo>
                    <a:pt x="2401194" y="2359055"/>
                  </a:lnTo>
                  <a:lnTo>
                    <a:pt x="2401287" y="2359055"/>
                  </a:lnTo>
                  <a:lnTo>
                    <a:pt x="2401380" y="2359055"/>
                  </a:lnTo>
                  <a:lnTo>
                    <a:pt x="2401473" y="2359055"/>
                  </a:lnTo>
                  <a:lnTo>
                    <a:pt x="2401567" y="2359055"/>
                  </a:lnTo>
                  <a:lnTo>
                    <a:pt x="2401660" y="2359055"/>
                  </a:lnTo>
                  <a:lnTo>
                    <a:pt x="2401753" y="2359055"/>
                  </a:lnTo>
                  <a:lnTo>
                    <a:pt x="2401846" y="2359055"/>
                  </a:lnTo>
                  <a:lnTo>
                    <a:pt x="2401940" y="2359055"/>
                  </a:lnTo>
                  <a:lnTo>
                    <a:pt x="2401940" y="2349102"/>
                  </a:lnTo>
                  <a:lnTo>
                    <a:pt x="2402033" y="2349102"/>
                  </a:lnTo>
                  <a:lnTo>
                    <a:pt x="2402126" y="2349102"/>
                  </a:lnTo>
                  <a:lnTo>
                    <a:pt x="2402219" y="2349102"/>
                  </a:lnTo>
                  <a:lnTo>
                    <a:pt x="2402313" y="2349102"/>
                  </a:lnTo>
                  <a:lnTo>
                    <a:pt x="2402406" y="2349102"/>
                  </a:lnTo>
                  <a:lnTo>
                    <a:pt x="2402499" y="2349102"/>
                  </a:lnTo>
                  <a:lnTo>
                    <a:pt x="2402592" y="2349102"/>
                  </a:lnTo>
                  <a:lnTo>
                    <a:pt x="2402686" y="2349102"/>
                  </a:lnTo>
                  <a:lnTo>
                    <a:pt x="2402779" y="2349102"/>
                  </a:lnTo>
                  <a:lnTo>
                    <a:pt x="2402872" y="2349102"/>
                  </a:lnTo>
                  <a:lnTo>
                    <a:pt x="2402965" y="2349102"/>
                  </a:lnTo>
                  <a:lnTo>
                    <a:pt x="2403059" y="2349102"/>
                  </a:lnTo>
                  <a:lnTo>
                    <a:pt x="2403152" y="2349102"/>
                  </a:lnTo>
                  <a:lnTo>
                    <a:pt x="2403245" y="2349102"/>
                  </a:lnTo>
                  <a:lnTo>
                    <a:pt x="2403338" y="2349102"/>
                  </a:lnTo>
                  <a:lnTo>
                    <a:pt x="2403432" y="2349102"/>
                  </a:lnTo>
                  <a:lnTo>
                    <a:pt x="2403525" y="2349102"/>
                  </a:lnTo>
                  <a:lnTo>
                    <a:pt x="2403618" y="2349102"/>
                  </a:lnTo>
                  <a:lnTo>
                    <a:pt x="2403711" y="2349102"/>
                  </a:lnTo>
                  <a:lnTo>
                    <a:pt x="2403805" y="2349102"/>
                  </a:lnTo>
                  <a:lnTo>
                    <a:pt x="2403898" y="2349102"/>
                  </a:lnTo>
                  <a:lnTo>
                    <a:pt x="2403991" y="2349102"/>
                  </a:lnTo>
                  <a:lnTo>
                    <a:pt x="2404084" y="2349102"/>
                  </a:lnTo>
                  <a:lnTo>
                    <a:pt x="2404178" y="2349102"/>
                  </a:lnTo>
                  <a:lnTo>
                    <a:pt x="2404271" y="2349102"/>
                  </a:lnTo>
                  <a:lnTo>
                    <a:pt x="2404364" y="2349102"/>
                  </a:lnTo>
                  <a:lnTo>
                    <a:pt x="2404457" y="2349102"/>
                  </a:lnTo>
                  <a:lnTo>
                    <a:pt x="2404551" y="2349102"/>
                  </a:lnTo>
                  <a:lnTo>
                    <a:pt x="2404644" y="2349102"/>
                  </a:lnTo>
                  <a:lnTo>
                    <a:pt x="2404737" y="2349102"/>
                  </a:lnTo>
                  <a:lnTo>
                    <a:pt x="2404830" y="2349102"/>
                  </a:lnTo>
                  <a:lnTo>
                    <a:pt x="2404924" y="2349102"/>
                  </a:lnTo>
                  <a:lnTo>
                    <a:pt x="2405017" y="2349102"/>
                  </a:lnTo>
                  <a:lnTo>
                    <a:pt x="2405110" y="2349102"/>
                  </a:lnTo>
                  <a:lnTo>
                    <a:pt x="2405203" y="2349102"/>
                  </a:lnTo>
                  <a:lnTo>
                    <a:pt x="2405297" y="2349102"/>
                  </a:lnTo>
                  <a:lnTo>
                    <a:pt x="2405297" y="2339148"/>
                  </a:lnTo>
                  <a:lnTo>
                    <a:pt x="2405390" y="2339148"/>
                  </a:lnTo>
                  <a:lnTo>
                    <a:pt x="2405483" y="2339148"/>
                  </a:lnTo>
                  <a:lnTo>
                    <a:pt x="2405576" y="2339148"/>
                  </a:lnTo>
                  <a:lnTo>
                    <a:pt x="2405670" y="2339148"/>
                  </a:lnTo>
                  <a:lnTo>
                    <a:pt x="2405763" y="2339148"/>
                  </a:lnTo>
                  <a:lnTo>
                    <a:pt x="2405856" y="2339148"/>
                  </a:lnTo>
                  <a:lnTo>
                    <a:pt x="2405949" y="2339148"/>
                  </a:lnTo>
                  <a:lnTo>
                    <a:pt x="2406043" y="2339148"/>
                  </a:lnTo>
                  <a:lnTo>
                    <a:pt x="2406136" y="2339148"/>
                  </a:lnTo>
                  <a:lnTo>
                    <a:pt x="2406229" y="2339148"/>
                  </a:lnTo>
                  <a:lnTo>
                    <a:pt x="2406322" y="2339148"/>
                  </a:lnTo>
                  <a:lnTo>
                    <a:pt x="2406416" y="2339148"/>
                  </a:lnTo>
                  <a:lnTo>
                    <a:pt x="2406509" y="2339148"/>
                  </a:lnTo>
                  <a:lnTo>
                    <a:pt x="2406602" y="2339148"/>
                  </a:lnTo>
                  <a:lnTo>
                    <a:pt x="2406695" y="2339148"/>
                  </a:lnTo>
                  <a:lnTo>
                    <a:pt x="2406789" y="2339148"/>
                  </a:lnTo>
                  <a:lnTo>
                    <a:pt x="2406882" y="2339148"/>
                  </a:lnTo>
                  <a:lnTo>
                    <a:pt x="2406975" y="2339148"/>
                  </a:lnTo>
                  <a:lnTo>
                    <a:pt x="2407068" y="2339148"/>
                  </a:lnTo>
                  <a:lnTo>
                    <a:pt x="2407162" y="2339148"/>
                  </a:lnTo>
                  <a:lnTo>
                    <a:pt x="2407255" y="2339148"/>
                  </a:lnTo>
                  <a:lnTo>
                    <a:pt x="2407348" y="2339148"/>
                  </a:lnTo>
                  <a:lnTo>
                    <a:pt x="2407441" y="2339148"/>
                  </a:lnTo>
                  <a:lnTo>
                    <a:pt x="2407534" y="2339148"/>
                  </a:lnTo>
                  <a:lnTo>
                    <a:pt x="2407628" y="2339148"/>
                  </a:lnTo>
                  <a:lnTo>
                    <a:pt x="2407721" y="2339148"/>
                  </a:lnTo>
                  <a:lnTo>
                    <a:pt x="2407814" y="2339148"/>
                  </a:lnTo>
                  <a:lnTo>
                    <a:pt x="2407907" y="2339148"/>
                  </a:lnTo>
                  <a:lnTo>
                    <a:pt x="2408001" y="2339148"/>
                  </a:lnTo>
                  <a:lnTo>
                    <a:pt x="2408001" y="2329194"/>
                  </a:lnTo>
                  <a:lnTo>
                    <a:pt x="2408094" y="2329194"/>
                  </a:lnTo>
                  <a:lnTo>
                    <a:pt x="2408187" y="2329194"/>
                  </a:lnTo>
                  <a:lnTo>
                    <a:pt x="2408280" y="2329194"/>
                  </a:lnTo>
                  <a:lnTo>
                    <a:pt x="2408374" y="2329194"/>
                  </a:lnTo>
                  <a:lnTo>
                    <a:pt x="2408467" y="2329194"/>
                  </a:lnTo>
                  <a:lnTo>
                    <a:pt x="2408560" y="2329194"/>
                  </a:lnTo>
                  <a:lnTo>
                    <a:pt x="2408653" y="2329194"/>
                  </a:lnTo>
                  <a:lnTo>
                    <a:pt x="2408747" y="2329194"/>
                  </a:lnTo>
                  <a:lnTo>
                    <a:pt x="2408840" y="2329194"/>
                  </a:lnTo>
                  <a:lnTo>
                    <a:pt x="2408933" y="2329194"/>
                  </a:lnTo>
                  <a:lnTo>
                    <a:pt x="2409026" y="2329194"/>
                  </a:lnTo>
                  <a:lnTo>
                    <a:pt x="2409120" y="2329194"/>
                  </a:lnTo>
                  <a:lnTo>
                    <a:pt x="2409213" y="2329194"/>
                  </a:lnTo>
                  <a:lnTo>
                    <a:pt x="2409306" y="2329194"/>
                  </a:lnTo>
                  <a:lnTo>
                    <a:pt x="2409399" y="2329194"/>
                  </a:lnTo>
                  <a:lnTo>
                    <a:pt x="2409493" y="2329194"/>
                  </a:lnTo>
                  <a:lnTo>
                    <a:pt x="2409586" y="2329194"/>
                  </a:lnTo>
                  <a:lnTo>
                    <a:pt x="2409679" y="2329194"/>
                  </a:lnTo>
                  <a:lnTo>
                    <a:pt x="2409772" y="2329194"/>
                  </a:lnTo>
                  <a:lnTo>
                    <a:pt x="2409866" y="2329194"/>
                  </a:lnTo>
                  <a:lnTo>
                    <a:pt x="2409959" y="2329194"/>
                  </a:lnTo>
                  <a:lnTo>
                    <a:pt x="2410052" y="2329194"/>
                  </a:lnTo>
                  <a:lnTo>
                    <a:pt x="2410145" y="2329194"/>
                  </a:lnTo>
                  <a:lnTo>
                    <a:pt x="2410239" y="2329194"/>
                  </a:lnTo>
                  <a:lnTo>
                    <a:pt x="2410332" y="2329194"/>
                  </a:lnTo>
                  <a:lnTo>
                    <a:pt x="2410425" y="2329194"/>
                  </a:lnTo>
                  <a:lnTo>
                    <a:pt x="2410518" y="2329194"/>
                  </a:lnTo>
                  <a:lnTo>
                    <a:pt x="2410612" y="2329194"/>
                  </a:lnTo>
                  <a:lnTo>
                    <a:pt x="2410705" y="2329194"/>
                  </a:lnTo>
                  <a:lnTo>
                    <a:pt x="2410798" y="2329194"/>
                  </a:lnTo>
                  <a:lnTo>
                    <a:pt x="2410891" y="2329194"/>
                  </a:lnTo>
                  <a:lnTo>
                    <a:pt x="2410985" y="2329194"/>
                  </a:lnTo>
                  <a:lnTo>
                    <a:pt x="2411078" y="2329194"/>
                  </a:lnTo>
                  <a:lnTo>
                    <a:pt x="2411171" y="2329194"/>
                  </a:lnTo>
                  <a:lnTo>
                    <a:pt x="2411264" y="2329194"/>
                  </a:lnTo>
                  <a:lnTo>
                    <a:pt x="2411358" y="2329194"/>
                  </a:lnTo>
                  <a:lnTo>
                    <a:pt x="2411451" y="2329194"/>
                  </a:lnTo>
                  <a:lnTo>
                    <a:pt x="2411544" y="2329194"/>
                  </a:lnTo>
                  <a:lnTo>
                    <a:pt x="2411544" y="2319240"/>
                  </a:lnTo>
                  <a:lnTo>
                    <a:pt x="2411637" y="2319240"/>
                  </a:lnTo>
                  <a:lnTo>
                    <a:pt x="2411731" y="2319240"/>
                  </a:lnTo>
                  <a:lnTo>
                    <a:pt x="2411824" y="2319240"/>
                  </a:lnTo>
                  <a:lnTo>
                    <a:pt x="2411917" y="2319240"/>
                  </a:lnTo>
                  <a:lnTo>
                    <a:pt x="2412010" y="2319240"/>
                  </a:lnTo>
                  <a:lnTo>
                    <a:pt x="2412104" y="2319240"/>
                  </a:lnTo>
                  <a:lnTo>
                    <a:pt x="2412197" y="2319240"/>
                  </a:lnTo>
                  <a:lnTo>
                    <a:pt x="2412290" y="2319240"/>
                  </a:lnTo>
                  <a:lnTo>
                    <a:pt x="2412383" y="2319240"/>
                  </a:lnTo>
                  <a:lnTo>
                    <a:pt x="2412477" y="2319240"/>
                  </a:lnTo>
                  <a:lnTo>
                    <a:pt x="2412570" y="2319240"/>
                  </a:lnTo>
                  <a:lnTo>
                    <a:pt x="2412663" y="2319240"/>
                  </a:lnTo>
                  <a:lnTo>
                    <a:pt x="2412756" y="2319240"/>
                  </a:lnTo>
                  <a:lnTo>
                    <a:pt x="2412756" y="2309286"/>
                  </a:lnTo>
                  <a:lnTo>
                    <a:pt x="2412850" y="2309286"/>
                  </a:lnTo>
                  <a:lnTo>
                    <a:pt x="2412943" y="2309286"/>
                  </a:lnTo>
                  <a:lnTo>
                    <a:pt x="2413036" y="2309286"/>
                  </a:lnTo>
                  <a:lnTo>
                    <a:pt x="2413129" y="2309286"/>
                  </a:lnTo>
                  <a:lnTo>
                    <a:pt x="2413223" y="2309286"/>
                  </a:lnTo>
                  <a:lnTo>
                    <a:pt x="2413316" y="2309286"/>
                  </a:lnTo>
                  <a:lnTo>
                    <a:pt x="2413409" y="2309286"/>
                  </a:lnTo>
                  <a:lnTo>
                    <a:pt x="2413502" y="2309286"/>
                  </a:lnTo>
                  <a:lnTo>
                    <a:pt x="2413596" y="2309286"/>
                  </a:lnTo>
                  <a:lnTo>
                    <a:pt x="2413689" y="2309286"/>
                  </a:lnTo>
                  <a:lnTo>
                    <a:pt x="2413782" y="2309286"/>
                  </a:lnTo>
                  <a:lnTo>
                    <a:pt x="2413875" y="2309286"/>
                  </a:lnTo>
                  <a:lnTo>
                    <a:pt x="2413969" y="2309286"/>
                  </a:lnTo>
                  <a:lnTo>
                    <a:pt x="2414062" y="2309286"/>
                  </a:lnTo>
                  <a:lnTo>
                    <a:pt x="2414155" y="2309286"/>
                  </a:lnTo>
                  <a:lnTo>
                    <a:pt x="2414248" y="2309286"/>
                  </a:lnTo>
                  <a:lnTo>
                    <a:pt x="2414342" y="2309286"/>
                  </a:lnTo>
                  <a:lnTo>
                    <a:pt x="2414342" y="2299333"/>
                  </a:lnTo>
                  <a:lnTo>
                    <a:pt x="2414435" y="2299333"/>
                  </a:lnTo>
                  <a:lnTo>
                    <a:pt x="2414528" y="2299333"/>
                  </a:lnTo>
                  <a:lnTo>
                    <a:pt x="2414621" y="2299333"/>
                  </a:lnTo>
                  <a:lnTo>
                    <a:pt x="2414714" y="2299333"/>
                  </a:lnTo>
                  <a:lnTo>
                    <a:pt x="2414808" y="2299333"/>
                  </a:lnTo>
                  <a:lnTo>
                    <a:pt x="2414901" y="2299333"/>
                  </a:lnTo>
                  <a:lnTo>
                    <a:pt x="2414994" y="2299333"/>
                  </a:lnTo>
                  <a:lnTo>
                    <a:pt x="2415087" y="2299333"/>
                  </a:lnTo>
                  <a:lnTo>
                    <a:pt x="2415181" y="2299333"/>
                  </a:lnTo>
                  <a:lnTo>
                    <a:pt x="2415274" y="2299333"/>
                  </a:lnTo>
                  <a:lnTo>
                    <a:pt x="2415367" y="2299333"/>
                  </a:lnTo>
                  <a:lnTo>
                    <a:pt x="2415460" y="2299333"/>
                  </a:lnTo>
                  <a:lnTo>
                    <a:pt x="2415554" y="2299333"/>
                  </a:lnTo>
                  <a:lnTo>
                    <a:pt x="2415647" y="2299333"/>
                  </a:lnTo>
                  <a:lnTo>
                    <a:pt x="2415740" y="2299333"/>
                  </a:lnTo>
                  <a:lnTo>
                    <a:pt x="2415833" y="2299333"/>
                  </a:lnTo>
                  <a:lnTo>
                    <a:pt x="2415927" y="2299333"/>
                  </a:lnTo>
                  <a:lnTo>
                    <a:pt x="2416020" y="2299333"/>
                  </a:lnTo>
                  <a:lnTo>
                    <a:pt x="2416113" y="2299333"/>
                  </a:lnTo>
                  <a:lnTo>
                    <a:pt x="2416206" y="2299333"/>
                  </a:lnTo>
                  <a:lnTo>
                    <a:pt x="2416300" y="2299333"/>
                  </a:lnTo>
                  <a:lnTo>
                    <a:pt x="2416393" y="2299333"/>
                  </a:lnTo>
                  <a:lnTo>
                    <a:pt x="2416486" y="2299333"/>
                  </a:lnTo>
                  <a:lnTo>
                    <a:pt x="2416579" y="2299333"/>
                  </a:lnTo>
                  <a:lnTo>
                    <a:pt x="2416673" y="2299333"/>
                  </a:lnTo>
                  <a:lnTo>
                    <a:pt x="2416766" y="2299333"/>
                  </a:lnTo>
                  <a:lnTo>
                    <a:pt x="2416859" y="2299333"/>
                  </a:lnTo>
                  <a:lnTo>
                    <a:pt x="2416952" y="2299333"/>
                  </a:lnTo>
                  <a:lnTo>
                    <a:pt x="2417046" y="2299333"/>
                  </a:lnTo>
                  <a:lnTo>
                    <a:pt x="2417139" y="2299333"/>
                  </a:lnTo>
                  <a:lnTo>
                    <a:pt x="2417232" y="2299333"/>
                  </a:lnTo>
                  <a:lnTo>
                    <a:pt x="2417325" y="2299333"/>
                  </a:lnTo>
                  <a:lnTo>
                    <a:pt x="2417419" y="2299333"/>
                  </a:lnTo>
                  <a:lnTo>
                    <a:pt x="2417512" y="2299333"/>
                  </a:lnTo>
                  <a:lnTo>
                    <a:pt x="2417605" y="2299333"/>
                  </a:lnTo>
                  <a:lnTo>
                    <a:pt x="2417698" y="2299333"/>
                  </a:lnTo>
                  <a:lnTo>
                    <a:pt x="2417792" y="2299333"/>
                  </a:lnTo>
                  <a:lnTo>
                    <a:pt x="2417885" y="2299333"/>
                  </a:lnTo>
                  <a:lnTo>
                    <a:pt x="2417978" y="2299333"/>
                  </a:lnTo>
                  <a:lnTo>
                    <a:pt x="2418071" y="2299333"/>
                  </a:lnTo>
                  <a:lnTo>
                    <a:pt x="2418165" y="2299333"/>
                  </a:lnTo>
                  <a:lnTo>
                    <a:pt x="2418258" y="2299333"/>
                  </a:lnTo>
                  <a:lnTo>
                    <a:pt x="2418351" y="2299333"/>
                  </a:lnTo>
                  <a:lnTo>
                    <a:pt x="2418444" y="2299333"/>
                  </a:lnTo>
                  <a:lnTo>
                    <a:pt x="2418538" y="2299333"/>
                  </a:lnTo>
                  <a:lnTo>
                    <a:pt x="2418631" y="2299333"/>
                  </a:lnTo>
                  <a:lnTo>
                    <a:pt x="2418724" y="2299333"/>
                  </a:lnTo>
                  <a:lnTo>
                    <a:pt x="2418817" y="2299333"/>
                  </a:lnTo>
                  <a:lnTo>
                    <a:pt x="2418911" y="2299333"/>
                  </a:lnTo>
                  <a:lnTo>
                    <a:pt x="2419004" y="2299333"/>
                  </a:lnTo>
                  <a:lnTo>
                    <a:pt x="2419097" y="2299333"/>
                  </a:lnTo>
                  <a:lnTo>
                    <a:pt x="2419190" y="2299333"/>
                  </a:lnTo>
                  <a:lnTo>
                    <a:pt x="2419284" y="2299333"/>
                  </a:lnTo>
                  <a:lnTo>
                    <a:pt x="2419377" y="2299333"/>
                  </a:lnTo>
                  <a:lnTo>
                    <a:pt x="2419470" y="2299333"/>
                  </a:lnTo>
                  <a:lnTo>
                    <a:pt x="2419563" y="2299333"/>
                  </a:lnTo>
                  <a:lnTo>
                    <a:pt x="2419657" y="2299333"/>
                  </a:lnTo>
                  <a:lnTo>
                    <a:pt x="2419750" y="2299333"/>
                  </a:lnTo>
                  <a:lnTo>
                    <a:pt x="2419843" y="2299333"/>
                  </a:lnTo>
                  <a:lnTo>
                    <a:pt x="2419936" y="2299333"/>
                  </a:lnTo>
                  <a:lnTo>
                    <a:pt x="2420030" y="2299333"/>
                  </a:lnTo>
                  <a:lnTo>
                    <a:pt x="2420123" y="2299333"/>
                  </a:lnTo>
                  <a:lnTo>
                    <a:pt x="2420216" y="2299333"/>
                  </a:lnTo>
                  <a:lnTo>
                    <a:pt x="2420309" y="2299333"/>
                  </a:lnTo>
                  <a:lnTo>
                    <a:pt x="2420403" y="2299333"/>
                  </a:lnTo>
                  <a:lnTo>
                    <a:pt x="2420496" y="2299333"/>
                  </a:lnTo>
                  <a:lnTo>
                    <a:pt x="2420589" y="2299333"/>
                  </a:lnTo>
                  <a:lnTo>
                    <a:pt x="2420682" y="2299333"/>
                  </a:lnTo>
                  <a:lnTo>
                    <a:pt x="2420776" y="2299333"/>
                  </a:lnTo>
                  <a:lnTo>
                    <a:pt x="2420869" y="2299333"/>
                  </a:lnTo>
                  <a:lnTo>
                    <a:pt x="2420962" y="2299333"/>
                  </a:lnTo>
                  <a:lnTo>
                    <a:pt x="2421055" y="2299333"/>
                  </a:lnTo>
                  <a:lnTo>
                    <a:pt x="2421149" y="2299333"/>
                  </a:lnTo>
                  <a:lnTo>
                    <a:pt x="2421149" y="2289379"/>
                  </a:lnTo>
                  <a:lnTo>
                    <a:pt x="2421242" y="2289379"/>
                  </a:lnTo>
                  <a:lnTo>
                    <a:pt x="2421335" y="2289379"/>
                  </a:lnTo>
                  <a:lnTo>
                    <a:pt x="2421428" y="2289379"/>
                  </a:lnTo>
                  <a:lnTo>
                    <a:pt x="2421428" y="2279425"/>
                  </a:lnTo>
                  <a:lnTo>
                    <a:pt x="2421521" y="2279425"/>
                  </a:lnTo>
                  <a:lnTo>
                    <a:pt x="2421615" y="2279425"/>
                  </a:lnTo>
                  <a:lnTo>
                    <a:pt x="2421708" y="2279425"/>
                  </a:lnTo>
                  <a:lnTo>
                    <a:pt x="2421801" y="2279425"/>
                  </a:lnTo>
                  <a:lnTo>
                    <a:pt x="2421894" y="2279425"/>
                  </a:lnTo>
                  <a:lnTo>
                    <a:pt x="2421988" y="2279425"/>
                  </a:lnTo>
                  <a:lnTo>
                    <a:pt x="2422081" y="2279425"/>
                  </a:lnTo>
                  <a:lnTo>
                    <a:pt x="2422174" y="2279425"/>
                  </a:lnTo>
                  <a:lnTo>
                    <a:pt x="2422267" y="2279425"/>
                  </a:lnTo>
                  <a:lnTo>
                    <a:pt x="2422361" y="2279425"/>
                  </a:lnTo>
                  <a:lnTo>
                    <a:pt x="2422454" y="2279425"/>
                  </a:lnTo>
                  <a:lnTo>
                    <a:pt x="2422547" y="2279425"/>
                  </a:lnTo>
                  <a:lnTo>
                    <a:pt x="2422547" y="2269471"/>
                  </a:lnTo>
                  <a:lnTo>
                    <a:pt x="2422640" y="2269471"/>
                  </a:lnTo>
                  <a:lnTo>
                    <a:pt x="2422734" y="2269471"/>
                  </a:lnTo>
                  <a:lnTo>
                    <a:pt x="2422827" y="2269471"/>
                  </a:lnTo>
                  <a:lnTo>
                    <a:pt x="2422920" y="2269471"/>
                  </a:lnTo>
                  <a:lnTo>
                    <a:pt x="2423013" y="2269471"/>
                  </a:lnTo>
                  <a:lnTo>
                    <a:pt x="2423107" y="2269471"/>
                  </a:lnTo>
                  <a:lnTo>
                    <a:pt x="2423200" y="2269471"/>
                  </a:lnTo>
                  <a:lnTo>
                    <a:pt x="2423293" y="2269471"/>
                  </a:lnTo>
                  <a:lnTo>
                    <a:pt x="2423386" y="2269471"/>
                  </a:lnTo>
                  <a:lnTo>
                    <a:pt x="2423480" y="2269471"/>
                  </a:lnTo>
                  <a:lnTo>
                    <a:pt x="2423573" y="2269471"/>
                  </a:lnTo>
                  <a:lnTo>
                    <a:pt x="2423666" y="2269471"/>
                  </a:lnTo>
                  <a:lnTo>
                    <a:pt x="2423759" y="2269471"/>
                  </a:lnTo>
                  <a:lnTo>
                    <a:pt x="2423853" y="2269471"/>
                  </a:lnTo>
                  <a:lnTo>
                    <a:pt x="2423946" y="2269471"/>
                  </a:lnTo>
                  <a:lnTo>
                    <a:pt x="2424039" y="2269471"/>
                  </a:lnTo>
                  <a:lnTo>
                    <a:pt x="2424132" y="2269471"/>
                  </a:lnTo>
                  <a:lnTo>
                    <a:pt x="2424226" y="2269471"/>
                  </a:lnTo>
                  <a:lnTo>
                    <a:pt x="2424319" y="2269471"/>
                  </a:lnTo>
                  <a:lnTo>
                    <a:pt x="2424412" y="2269471"/>
                  </a:lnTo>
                  <a:lnTo>
                    <a:pt x="2424505" y="2269471"/>
                  </a:lnTo>
                  <a:lnTo>
                    <a:pt x="2424599" y="2269471"/>
                  </a:lnTo>
                  <a:lnTo>
                    <a:pt x="2424692" y="2269471"/>
                  </a:lnTo>
                  <a:lnTo>
                    <a:pt x="2424785" y="2269471"/>
                  </a:lnTo>
                  <a:lnTo>
                    <a:pt x="2424878" y="2269471"/>
                  </a:lnTo>
                  <a:lnTo>
                    <a:pt x="2424972" y="2269471"/>
                  </a:lnTo>
                  <a:lnTo>
                    <a:pt x="2425065" y="2269471"/>
                  </a:lnTo>
                  <a:lnTo>
                    <a:pt x="2425158" y="2269471"/>
                  </a:lnTo>
                  <a:lnTo>
                    <a:pt x="2425251" y="2269471"/>
                  </a:lnTo>
                  <a:lnTo>
                    <a:pt x="2425345" y="2269471"/>
                  </a:lnTo>
                  <a:lnTo>
                    <a:pt x="2425438" y="2269471"/>
                  </a:lnTo>
                  <a:lnTo>
                    <a:pt x="2425531" y="2269471"/>
                  </a:lnTo>
                  <a:lnTo>
                    <a:pt x="2425624" y="2269471"/>
                  </a:lnTo>
                  <a:lnTo>
                    <a:pt x="2425718" y="2269471"/>
                  </a:lnTo>
                  <a:lnTo>
                    <a:pt x="2425811" y="2269471"/>
                  </a:lnTo>
                  <a:lnTo>
                    <a:pt x="2425904" y="2269471"/>
                  </a:lnTo>
                  <a:lnTo>
                    <a:pt x="2425997" y="2269471"/>
                  </a:lnTo>
                  <a:lnTo>
                    <a:pt x="2426091" y="2269471"/>
                  </a:lnTo>
                  <a:lnTo>
                    <a:pt x="2426184" y="2269471"/>
                  </a:lnTo>
                  <a:lnTo>
                    <a:pt x="2426277" y="2269471"/>
                  </a:lnTo>
                  <a:lnTo>
                    <a:pt x="2426370" y="2269471"/>
                  </a:lnTo>
                  <a:lnTo>
                    <a:pt x="2426464" y="2269471"/>
                  </a:lnTo>
                  <a:lnTo>
                    <a:pt x="2426557" y="2269471"/>
                  </a:lnTo>
                  <a:lnTo>
                    <a:pt x="2426650" y="2269471"/>
                  </a:lnTo>
                  <a:lnTo>
                    <a:pt x="2426743" y="2269471"/>
                  </a:lnTo>
                  <a:lnTo>
                    <a:pt x="2426837" y="2269471"/>
                  </a:lnTo>
                  <a:lnTo>
                    <a:pt x="2426930" y="2269471"/>
                  </a:lnTo>
                  <a:lnTo>
                    <a:pt x="2427023" y="2269471"/>
                  </a:lnTo>
                  <a:lnTo>
                    <a:pt x="2427116" y="2269471"/>
                  </a:lnTo>
                  <a:lnTo>
                    <a:pt x="2427210" y="2269471"/>
                  </a:lnTo>
                  <a:lnTo>
                    <a:pt x="2427303" y="2269471"/>
                  </a:lnTo>
                  <a:lnTo>
                    <a:pt x="2427396" y="2269471"/>
                  </a:lnTo>
                  <a:lnTo>
                    <a:pt x="2427489" y="2269471"/>
                  </a:lnTo>
                  <a:lnTo>
                    <a:pt x="2427583" y="2269471"/>
                  </a:lnTo>
                  <a:lnTo>
                    <a:pt x="2427676" y="2269471"/>
                  </a:lnTo>
                  <a:lnTo>
                    <a:pt x="2427769" y="2269471"/>
                  </a:lnTo>
                  <a:lnTo>
                    <a:pt x="2427862" y="2269471"/>
                  </a:lnTo>
                  <a:lnTo>
                    <a:pt x="2427956" y="2269471"/>
                  </a:lnTo>
                  <a:lnTo>
                    <a:pt x="2428049" y="2269471"/>
                  </a:lnTo>
                  <a:lnTo>
                    <a:pt x="2428049" y="2259517"/>
                  </a:lnTo>
                  <a:lnTo>
                    <a:pt x="2428142" y="2259517"/>
                  </a:lnTo>
                  <a:lnTo>
                    <a:pt x="2428235" y="2259517"/>
                  </a:lnTo>
                  <a:lnTo>
                    <a:pt x="2428328" y="2259517"/>
                  </a:lnTo>
                  <a:lnTo>
                    <a:pt x="2428422" y="2259517"/>
                  </a:lnTo>
                  <a:lnTo>
                    <a:pt x="2428515" y="2259517"/>
                  </a:lnTo>
                  <a:lnTo>
                    <a:pt x="2428608" y="2259517"/>
                  </a:lnTo>
                  <a:lnTo>
                    <a:pt x="2428701" y="2259517"/>
                  </a:lnTo>
                  <a:lnTo>
                    <a:pt x="2428795" y="2259517"/>
                  </a:lnTo>
                  <a:lnTo>
                    <a:pt x="2428888" y="2259517"/>
                  </a:lnTo>
                  <a:lnTo>
                    <a:pt x="2428981" y="2259517"/>
                  </a:lnTo>
                  <a:lnTo>
                    <a:pt x="2429074" y="2259517"/>
                  </a:lnTo>
                  <a:lnTo>
                    <a:pt x="2429168" y="2259517"/>
                  </a:lnTo>
                  <a:lnTo>
                    <a:pt x="2429261" y="2259517"/>
                  </a:lnTo>
                  <a:lnTo>
                    <a:pt x="2429354" y="2259517"/>
                  </a:lnTo>
                  <a:lnTo>
                    <a:pt x="2429447" y="2259517"/>
                  </a:lnTo>
                  <a:lnTo>
                    <a:pt x="2429541" y="2259517"/>
                  </a:lnTo>
                  <a:lnTo>
                    <a:pt x="2429634" y="2259517"/>
                  </a:lnTo>
                  <a:lnTo>
                    <a:pt x="2429727" y="2259517"/>
                  </a:lnTo>
                  <a:lnTo>
                    <a:pt x="2429820" y="2259517"/>
                  </a:lnTo>
                  <a:lnTo>
                    <a:pt x="2429914" y="2259517"/>
                  </a:lnTo>
                  <a:lnTo>
                    <a:pt x="2430007" y="2259517"/>
                  </a:lnTo>
                  <a:lnTo>
                    <a:pt x="2430100" y="2259517"/>
                  </a:lnTo>
                  <a:lnTo>
                    <a:pt x="2430193" y="2259517"/>
                  </a:lnTo>
                  <a:lnTo>
                    <a:pt x="2430287" y="2259517"/>
                  </a:lnTo>
                  <a:lnTo>
                    <a:pt x="2430380" y="2259517"/>
                  </a:lnTo>
                  <a:lnTo>
                    <a:pt x="2430473" y="2259517"/>
                  </a:lnTo>
                  <a:lnTo>
                    <a:pt x="2430566" y="2259517"/>
                  </a:lnTo>
                  <a:lnTo>
                    <a:pt x="2430660" y="2259517"/>
                  </a:lnTo>
                  <a:lnTo>
                    <a:pt x="2430753" y="2259517"/>
                  </a:lnTo>
                  <a:lnTo>
                    <a:pt x="2430846" y="2259517"/>
                  </a:lnTo>
                  <a:lnTo>
                    <a:pt x="2430939" y="2259517"/>
                  </a:lnTo>
                  <a:lnTo>
                    <a:pt x="2431033" y="2259517"/>
                  </a:lnTo>
                  <a:lnTo>
                    <a:pt x="2431126" y="2259517"/>
                  </a:lnTo>
                  <a:lnTo>
                    <a:pt x="2431219" y="2259517"/>
                  </a:lnTo>
                  <a:lnTo>
                    <a:pt x="2431312" y="2259517"/>
                  </a:lnTo>
                  <a:lnTo>
                    <a:pt x="2431406" y="2259517"/>
                  </a:lnTo>
                  <a:lnTo>
                    <a:pt x="2431499" y="2259517"/>
                  </a:lnTo>
                  <a:lnTo>
                    <a:pt x="2431592" y="2259517"/>
                  </a:lnTo>
                  <a:lnTo>
                    <a:pt x="2431685" y="2259517"/>
                  </a:lnTo>
                  <a:lnTo>
                    <a:pt x="2431779" y="2259517"/>
                  </a:lnTo>
                  <a:lnTo>
                    <a:pt x="2431872" y="2259517"/>
                  </a:lnTo>
                  <a:lnTo>
                    <a:pt x="2431965" y="2259517"/>
                  </a:lnTo>
                  <a:lnTo>
                    <a:pt x="2432058" y="2259517"/>
                  </a:lnTo>
                  <a:lnTo>
                    <a:pt x="2432152" y="2259517"/>
                  </a:lnTo>
                  <a:lnTo>
                    <a:pt x="2432245" y="2259517"/>
                  </a:lnTo>
                  <a:lnTo>
                    <a:pt x="2432338" y="2259517"/>
                  </a:lnTo>
                  <a:lnTo>
                    <a:pt x="2432431" y="2259517"/>
                  </a:lnTo>
                  <a:lnTo>
                    <a:pt x="2432525" y="2259517"/>
                  </a:lnTo>
                  <a:lnTo>
                    <a:pt x="2432618" y="2259517"/>
                  </a:lnTo>
                  <a:lnTo>
                    <a:pt x="2432711" y="2259517"/>
                  </a:lnTo>
                  <a:lnTo>
                    <a:pt x="2432804" y="2259517"/>
                  </a:lnTo>
                  <a:lnTo>
                    <a:pt x="2432898" y="2259517"/>
                  </a:lnTo>
                  <a:lnTo>
                    <a:pt x="2432991" y="2259517"/>
                  </a:lnTo>
                  <a:lnTo>
                    <a:pt x="2433084" y="2259517"/>
                  </a:lnTo>
                  <a:lnTo>
                    <a:pt x="2433177" y="2259517"/>
                  </a:lnTo>
                  <a:lnTo>
                    <a:pt x="2433271" y="2259517"/>
                  </a:lnTo>
                  <a:lnTo>
                    <a:pt x="2433364" y="2259517"/>
                  </a:lnTo>
                  <a:lnTo>
                    <a:pt x="2433457" y="2259517"/>
                  </a:lnTo>
                  <a:lnTo>
                    <a:pt x="2433550" y="2259517"/>
                  </a:lnTo>
                  <a:lnTo>
                    <a:pt x="2433644" y="2259517"/>
                  </a:lnTo>
                  <a:lnTo>
                    <a:pt x="2433737" y="2259517"/>
                  </a:lnTo>
                  <a:lnTo>
                    <a:pt x="2433830" y="2259517"/>
                  </a:lnTo>
                  <a:lnTo>
                    <a:pt x="2433923" y="2259517"/>
                  </a:lnTo>
                  <a:lnTo>
                    <a:pt x="2434017" y="2259517"/>
                  </a:lnTo>
                  <a:lnTo>
                    <a:pt x="2434110" y="2259517"/>
                  </a:lnTo>
                  <a:lnTo>
                    <a:pt x="2434203" y="2259517"/>
                  </a:lnTo>
                  <a:lnTo>
                    <a:pt x="2434296" y="2259517"/>
                  </a:lnTo>
                  <a:lnTo>
                    <a:pt x="2434390" y="2259517"/>
                  </a:lnTo>
                  <a:lnTo>
                    <a:pt x="2434483" y="2259517"/>
                  </a:lnTo>
                  <a:lnTo>
                    <a:pt x="2434576" y="2259517"/>
                  </a:lnTo>
                  <a:lnTo>
                    <a:pt x="2434669" y="2259517"/>
                  </a:lnTo>
                  <a:lnTo>
                    <a:pt x="2434763" y="2259517"/>
                  </a:lnTo>
                  <a:lnTo>
                    <a:pt x="2434856" y="2259517"/>
                  </a:lnTo>
                  <a:lnTo>
                    <a:pt x="2434949" y="2259517"/>
                  </a:lnTo>
                  <a:lnTo>
                    <a:pt x="2435042" y="2259517"/>
                  </a:lnTo>
                  <a:lnTo>
                    <a:pt x="2435136" y="2259517"/>
                  </a:lnTo>
                  <a:lnTo>
                    <a:pt x="2435229" y="2259517"/>
                  </a:lnTo>
                  <a:lnTo>
                    <a:pt x="2435322" y="2259517"/>
                  </a:lnTo>
                  <a:lnTo>
                    <a:pt x="2435415" y="2259517"/>
                  </a:lnTo>
                  <a:lnTo>
                    <a:pt x="2435508" y="2259517"/>
                  </a:lnTo>
                  <a:lnTo>
                    <a:pt x="2435602" y="2259517"/>
                  </a:lnTo>
                  <a:lnTo>
                    <a:pt x="2435695" y="2259517"/>
                  </a:lnTo>
                  <a:lnTo>
                    <a:pt x="2435788" y="2259517"/>
                  </a:lnTo>
                  <a:lnTo>
                    <a:pt x="2435881" y="2259517"/>
                  </a:lnTo>
                  <a:lnTo>
                    <a:pt x="2435975" y="2259517"/>
                  </a:lnTo>
                  <a:lnTo>
                    <a:pt x="2436068" y="2259517"/>
                  </a:lnTo>
                  <a:lnTo>
                    <a:pt x="2436161" y="2259517"/>
                  </a:lnTo>
                  <a:lnTo>
                    <a:pt x="2436254" y="2259517"/>
                  </a:lnTo>
                  <a:lnTo>
                    <a:pt x="2436348" y="2259517"/>
                  </a:lnTo>
                  <a:lnTo>
                    <a:pt x="2436441" y="2259517"/>
                  </a:lnTo>
                  <a:lnTo>
                    <a:pt x="2436534" y="2259517"/>
                  </a:lnTo>
                  <a:lnTo>
                    <a:pt x="2436627" y="2259517"/>
                  </a:lnTo>
                  <a:lnTo>
                    <a:pt x="2436721" y="2259517"/>
                  </a:lnTo>
                  <a:lnTo>
                    <a:pt x="2436814" y="2259517"/>
                  </a:lnTo>
                  <a:lnTo>
                    <a:pt x="2436907" y="2259517"/>
                  </a:lnTo>
                  <a:lnTo>
                    <a:pt x="2437000" y="2259517"/>
                  </a:lnTo>
                  <a:lnTo>
                    <a:pt x="2437094" y="2259517"/>
                  </a:lnTo>
                  <a:lnTo>
                    <a:pt x="2437187" y="2259517"/>
                  </a:lnTo>
                  <a:lnTo>
                    <a:pt x="2437280" y="2259517"/>
                  </a:lnTo>
                  <a:lnTo>
                    <a:pt x="2437373" y="2259517"/>
                  </a:lnTo>
                  <a:lnTo>
                    <a:pt x="2437467" y="2259517"/>
                  </a:lnTo>
                  <a:lnTo>
                    <a:pt x="2437560" y="2259517"/>
                  </a:lnTo>
                  <a:lnTo>
                    <a:pt x="2437653" y="2259517"/>
                  </a:lnTo>
                  <a:lnTo>
                    <a:pt x="2437746" y="2259517"/>
                  </a:lnTo>
                  <a:lnTo>
                    <a:pt x="2437840" y="2259517"/>
                  </a:lnTo>
                  <a:lnTo>
                    <a:pt x="2437933" y="2259517"/>
                  </a:lnTo>
                  <a:lnTo>
                    <a:pt x="2438026" y="2259517"/>
                  </a:lnTo>
                  <a:lnTo>
                    <a:pt x="2438119" y="2259517"/>
                  </a:lnTo>
                  <a:lnTo>
                    <a:pt x="2438213" y="2259517"/>
                  </a:lnTo>
                  <a:lnTo>
                    <a:pt x="2438306" y="2259517"/>
                  </a:lnTo>
                  <a:lnTo>
                    <a:pt x="2438399" y="2259517"/>
                  </a:lnTo>
                  <a:lnTo>
                    <a:pt x="2438492" y="2259517"/>
                  </a:lnTo>
                  <a:lnTo>
                    <a:pt x="2438586" y="2259517"/>
                  </a:lnTo>
                  <a:lnTo>
                    <a:pt x="2438679" y="2259517"/>
                  </a:lnTo>
                  <a:lnTo>
                    <a:pt x="2438772" y="2259517"/>
                  </a:lnTo>
                  <a:lnTo>
                    <a:pt x="2438865" y="2259517"/>
                  </a:lnTo>
                  <a:lnTo>
                    <a:pt x="2438959" y="2259517"/>
                  </a:lnTo>
                  <a:lnTo>
                    <a:pt x="2439052" y="2259517"/>
                  </a:lnTo>
                  <a:lnTo>
                    <a:pt x="2439145" y="2259517"/>
                  </a:lnTo>
                  <a:lnTo>
                    <a:pt x="2439238" y="2259517"/>
                  </a:lnTo>
                  <a:lnTo>
                    <a:pt x="2439332" y="2259517"/>
                  </a:lnTo>
                  <a:lnTo>
                    <a:pt x="2439425" y="2259517"/>
                  </a:lnTo>
                  <a:lnTo>
                    <a:pt x="2439518" y="2259517"/>
                  </a:lnTo>
                  <a:lnTo>
                    <a:pt x="2439611" y="2259517"/>
                  </a:lnTo>
                  <a:lnTo>
                    <a:pt x="2439705" y="2259517"/>
                  </a:lnTo>
                  <a:lnTo>
                    <a:pt x="2439798" y="2259517"/>
                  </a:lnTo>
                  <a:lnTo>
                    <a:pt x="2439891" y="2259517"/>
                  </a:lnTo>
                  <a:lnTo>
                    <a:pt x="2439984" y="2259517"/>
                  </a:lnTo>
                  <a:lnTo>
                    <a:pt x="2440078" y="2259517"/>
                  </a:lnTo>
                  <a:lnTo>
                    <a:pt x="2440171" y="2259517"/>
                  </a:lnTo>
                  <a:lnTo>
                    <a:pt x="2440264" y="2259517"/>
                  </a:lnTo>
                  <a:lnTo>
                    <a:pt x="2440357" y="2259517"/>
                  </a:lnTo>
                  <a:lnTo>
                    <a:pt x="2440451" y="2259517"/>
                  </a:lnTo>
                  <a:lnTo>
                    <a:pt x="2440544" y="2259517"/>
                  </a:lnTo>
                  <a:lnTo>
                    <a:pt x="2440637" y="2259517"/>
                  </a:lnTo>
                  <a:lnTo>
                    <a:pt x="2440730" y="2259517"/>
                  </a:lnTo>
                  <a:lnTo>
                    <a:pt x="2440824" y="2259517"/>
                  </a:lnTo>
                  <a:lnTo>
                    <a:pt x="2440917" y="2259517"/>
                  </a:lnTo>
                  <a:lnTo>
                    <a:pt x="2441010" y="2259517"/>
                  </a:lnTo>
                  <a:lnTo>
                    <a:pt x="2441103" y="2259517"/>
                  </a:lnTo>
                  <a:lnTo>
                    <a:pt x="2441197" y="2259517"/>
                  </a:lnTo>
                  <a:lnTo>
                    <a:pt x="2441290" y="2259517"/>
                  </a:lnTo>
                  <a:lnTo>
                    <a:pt x="2441383" y="2259517"/>
                  </a:lnTo>
                  <a:lnTo>
                    <a:pt x="2441476" y="2259517"/>
                  </a:lnTo>
                  <a:lnTo>
                    <a:pt x="2441570" y="2259517"/>
                  </a:lnTo>
                  <a:lnTo>
                    <a:pt x="2441663" y="2259517"/>
                  </a:lnTo>
                  <a:lnTo>
                    <a:pt x="2441756" y="2259517"/>
                  </a:lnTo>
                  <a:lnTo>
                    <a:pt x="2441849" y="2259517"/>
                  </a:lnTo>
                  <a:lnTo>
                    <a:pt x="2441943" y="2259517"/>
                  </a:lnTo>
                  <a:lnTo>
                    <a:pt x="2442036" y="2259517"/>
                  </a:lnTo>
                  <a:lnTo>
                    <a:pt x="2442129" y="2259517"/>
                  </a:lnTo>
                  <a:lnTo>
                    <a:pt x="2442222" y="2259517"/>
                  </a:lnTo>
                  <a:lnTo>
                    <a:pt x="2442315" y="2259517"/>
                  </a:lnTo>
                  <a:lnTo>
                    <a:pt x="2442409" y="2259517"/>
                  </a:lnTo>
                  <a:lnTo>
                    <a:pt x="2442502" y="2259517"/>
                  </a:lnTo>
                  <a:lnTo>
                    <a:pt x="2442595" y="2259517"/>
                  </a:lnTo>
                  <a:lnTo>
                    <a:pt x="2442688" y="2259517"/>
                  </a:lnTo>
                  <a:lnTo>
                    <a:pt x="2442782" y="2259517"/>
                  </a:lnTo>
                  <a:lnTo>
                    <a:pt x="2442875" y="2259517"/>
                  </a:lnTo>
                  <a:lnTo>
                    <a:pt x="2442968" y="2259517"/>
                  </a:lnTo>
                  <a:lnTo>
                    <a:pt x="2443061" y="2259517"/>
                  </a:lnTo>
                  <a:lnTo>
                    <a:pt x="2443155" y="2259517"/>
                  </a:lnTo>
                  <a:lnTo>
                    <a:pt x="2443248" y="2259517"/>
                  </a:lnTo>
                  <a:lnTo>
                    <a:pt x="2443341" y="2259517"/>
                  </a:lnTo>
                  <a:lnTo>
                    <a:pt x="2443434" y="2259517"/>
                  </a:lnTo>
                  <a:lnTo>
                    <a:pt x="2443528" y="2259517"/>
                  </a:lnTo>
                  <a:lnTo>
                    <a:pt x="2443621" y="2259517"/>
                  </a:lnTo>
                  <a:lnTo>
                    <a:pt x="2443714" y="2259517"/>
                  </a:lnTo>
                  <a:lnTo>
                    <a:pt x="2443807" y="2259517"/>
                  </a:lnTo>
                  <a:lnTo>
                    <a:pt x="2443901" y="2259517"/>
                  </a:lnTo>
                  <a:lnTo>
                    <a:pt x="2443994" y="2259517"/>
                  </a:lnTo>
                  <a:lnTo>
                    <a:pt x="2444087" y="2259517"/>
                  </a:lnTo>
                  <a:lnTo>
                    <a:pt x="2444180" y="2259517"/>
                  </a:lnTo>
                  <a:lnTo>
                    <a:pt x="2444274" y="2259517"/>
                  </a:lnTo>
                  <a:lnTo>
                    <a:pt x="2444367" y="2259517"/>
                  </a:lnTo>
                  <a:lnTo>
                    <a:pt x="2444460" y="2259517"/>
                  </a:lnTo>
                  <a:lnTo>
                    <a:pt x="2444553" y="2259517"/>
                  </a:lnTo>
                  <a:lnTo>
                    <a:pt x="2444647" y="2259517"/>
                  </a:lnTo>
                  <a:lnTo>
                    <a:pt x="2444740" y="2259517"/>
                  </a:lnTo>
                  <a:lnTo>
                    <a:pt x="2444833" y="2259517"/>
                  </a:lnTo>
                  <a:lnTo>
                    <a:pt x="2444833" y="2249563"/>
                  </a:lnTo>
                  <a:lnTo>
                    <a:pt x="2444926" y="2249563"/>
                  </a:lnTo>
                  <a:lnTo>
                    <a:pt x="2445020" y="2249563"/>
                  </a:lnTo>
                  <a:lnTo>
                    <a:pt x="2445113" y="2249563"/>
                  </a:lnTo>
                  <a:lnTo>
                    <a:pt x="2445206" y="2249563"/>
                  </a:lnTo>
                  <a:lnTo>
                    <a:pt x="2445299" y="2249563"/>
                  </a:lnTo>
                  <a:lnTo>
                    <a:pt x="2445393" y="2249563"/>
                  </a:lnTo>
                  <a:lnTo>
                    <a:pt x="2445486" y="2249563"/>
                  </a:lnTo>
                  <a:lnTo>
                    <a:pt x="2445579" y="2249563"/>
                  </a:lnTo>
                  <a:lnTo>
                    <a:pt x="2445672" y="2249563"/>
                  </a:lnTo>
                  <a:lnTo>
                    <a:pt x="2445766" y="2249563"/>
                  </a:lnTo>
                  <a:lnTo>
                    <a:pt x="2445859" y="2249563"/>
                  </a:lnTo>
                  <a:lnTo>
                    <a:pt x="2445952" y="2249563"/>
                  </a:lnTo>
                  <a:lnTo>
                    <a:pt x="2446045" y="2249563"/>
                  </a:lnTo>
                  <a:lnTo>
                    <a:pt x="2446139" y="2249563"/>
                  </a:lnTo>
                  <a:lnTo>
                    <a:pt x="2446232" y="2249563"/>
                  </a:lnTo>
                  <a:lnTo>
                    <a:pt x="2446325" y="2249563"/>
                  </a:lnTo>
                  <a:lnTo>
                    <a:pt x="2446418" y="2249563"/>
                  </a:lnTo>
                  <a:lnTo>
                    <a:pt x="2446512" y="2249563"/>
                  </a:lnTo>
                  <a:lnTo>
                    <a:pt x="2446605" y="2249563"/>
                  </a:lnTo>
                  <a:lnTo>
                    <a:pt x="2446698" y="2249563"/>
                  </a:lnTo>
                  <a:lnTo>
                    <a:pt x="2446791" y="2249563"/>
                  </a:lnTo>
                  <a:lnTo>
                    <a:pt x="2446885" y="2249563"/>
                  </a:lnTo>
                  <a:lnTo>
                    <a:pt x="2446978" y="2249563"/>
                  </a:lnTo>
                  <a:lnTo>
                    <a:pt x="2447071" y="2249563"/>
                  </a:lnTo>
                  <a:lnTo>
                    <a:pt x="2447164" y="2249563"/>
                  </a:lnTo>
                  <a:lnTo>
                    <a:pt x="2447258" y="2249563"/>
                  </a:lnTo>
                  <a:lnTo>
                    <a:pt x="2447351" y="2249563"/>
                  </a:lnTo>
                  <a:lnTo>
                    <a:pt x="2447444" y="2249563"/>
                  </a:lnTo>
                  <a:lnTo>
                    <a:pt x="2447537" y="2249563"/>
                  </a:lnTo>
                  <a:lnTo>
                    <a:pt x="2447631" y="2249563"/>
                  </a:lnTo>
                  <a:lnTo>
                    <a:pt x="2447724" y="2249563"/>
                  </a:lnTo>
                  <a:lnTo>
                    <a:pt x="2447817" y="2249563"/>
                  </a:lnTo>
                  <a:lnTo>
                    <a:pt x="2447910" y="2249563"/>
                  </a:lnTo>
                  <a:lnTo>
                    <a:pt x="2448004" y="2249563"/>
                  </a:lnTo>
                  <a:lnTo>
                    <a:pt x="2448097" y="2249563"/>
                  </a:lnTo>
                  <a:lnTo>
                    <a:pt x="2448190" y="2249563"/>
                  </a:lnTo>
                  <a:lnTo>
                    <a:pt x="2448283" y="2249563"/>
                  </a:lnTo>
                  <a:lnTo>
                    <a:pt x="2448377" y="2249563"/>
                  </a:lnTo>
                  <a:lnTo>
                    <a:pt x="2448470" y="2249563"/>
                  </a:lnTo>
                  <a:lnTo>
                    <a:pt x="2448563" y="2249563"/>
                  </a:lnTo>
                  <a:lnTo>
                    <a:pt x="2448563" y="2239610"/>
                  </a:lnTo>
                  <a:lnTo>
                    <a:pt x="2448656" y="2239610"/>
                  </a:lnTo>
                  <a:lnTo>
                    <a:pt x="2448750" y="2239610"/>
                  </a:lnTo>
                  <a:lnTo>
                    <a:pt x="2448843" y="2239610"/>
                  </a:lnTo>
                  <a:lnTo>
                    <a:pt x="2448936" y="2239610"/>
                  </a:lnTo>
                  <a:lnTo>
                    <a:pt x="2449029" y="2239610"/>
                  </a:lnTo>
                  <a:lnTo>
                    <a:pt x="2449122" y="2239610"/>
                  </a:lnTo>
                  <a:lnTo>
                    <a:pt x="2449216" y="2239610"/>
                  </a:lnTo>
                  <a:lnTo>
                    <a:pt x="2449309" y="2239610"/>
                  </a:lnTo>
                  <a:lnTo>
                    <a:pt x="2449402" y="2239610"/>
                  </a:lnTo>
                  <a:lnTo>
                    <a:pt x="2449495" y="2239610"/>
                  </a:lnTo>
                  <a:lnTo>
                    <a:pt x="2449589" y="2239610"/>
                  </a:lnTo>
                  <a:lnTo>
                    <a:pt x="2449682" y="2239610"/>
                  </a:lnTo>
                  <a:lnTo>
                    <a:pt x="2449775" y="2239610"/>
                  </a:lnTo>
                  <a:lnTo>
                    <a:pt x="2449868" y="2239610"/>
                  </a:lnTo>
                  <a:lnTo>
                    <a:pt x="2449868" y="2229656"/>
                  </a:lnTo>
                  <a:lnTo>
                    <a:pt x="2449962" y="2229656"/>
                  </a:lnTo>
                  <a:lnTo>
                    <a:pt x="2450055" y="2229656"/>
                  </a:lnTo>
                  <a:lnTo>
                    <a:pt x="2450148" y="2229656"/>
                  </a:lnTo>
                  <a:lnTo>
                    <a:pt x="2450241" y="2229656"/>
                  </a:lnTo>
                  <a:lnTo>
                    <a:pt x="2450335" y="2229656"/>
                  </a:lnTo>
                  <a:lnTo>
                    <a:pt x="2450428" y="2229656"/>
                  </a:lnTo>
                  <a:lnTo>
                    <a:pt x="2450521" y="2229656"/>
                  </a:lnTo>
                  <a:lnTo>
                    <a:pt x="2450614" y="2229656"/>
                  </a:lnTo>
                  <a:lnTo>
                    <a:pt x="2450708" y="2229656"/>
                  </a:lnTo>
                  <a:lnTo>
                    <a:pt x="2450801" y="2229656"/>
                  </a:lnTo>
                  <a:lnTo>
                    <a:pt x="2450894" y="2229656"/>
                  </a:lnTo>
                  <a:lnTo>
                    <a:pt x="2450987" y="2229656"/>
                  </a:lnTo>
                  <a:lnTo>
                    <a:pt x="2451081" y="2229656"/>
                  </a:lnTo>
                  <a:lnTo>
                    <a:pt x="2451174" y="2229656"/>
                  </a:lnTo>
                  <a:lnTo>
                    <a:pt x="2451267" y="2229656"/>
                  </a:lnTo>
                  <a:lnTo>
                    <a:pt x="2451360" y="2229656"/>
                  </a:lnTo>
                  <a:lnTo>
                    <a:pt x="2451454" y="2229656"/>
                  </a:lnTo>
                  <a:lnTo>
                    <a:pt x="2451547" y="2229656"/>
                  </a:lnTo>
                  <a:lnTo>
                    <a:pt x="2451640" y="2229656"/>
                  </a:lnTo>
                  <a:lnTo>
                    <a:pt x="2451733" y="2229656"/>
                  </a:lnTo>
                  <a:lnTo>
                    <a:pt x="2451827" y="2229656"/>
                  </a:lnTo>
                  <a:lnTo>
                    <a:pt x="2451920" y="2229656"/>
                  </a:lnTo>
                  <a:lnTo>
                    <a:pt x="2452013" y="2229656"/>
                  </a:lnTo>
                  <a:lnTo>
                    <a:pt x="2452106" y="2229656"/>
                  </a:lnTo>
                  <a:lnTo>
                    <a:pt x="2452200" y="2229656"/>
                  </a:lnTo>
                  <a:lnTo>
                    <a:pt x="2452293" y="2229656"/>
                  </a:lnTo>
                  <a:lnTo>
                    <a:pt x="2452386" y="2229656"/>
                  </a:lnTo>
                  <a:lnTo>
                    <a:pt x="2452479" y="2229656"/>
                  </a:lnTo>
                  <a:lnTo>
                    <a:pt x="2452573" y="2229656"/>
                  </a:lnTo>
                  <a:lnTo>
                    <a:pt x="2452666" y="2229656"/>
                  </a:lnTo>
                  <a:lnTo>
                    <a:pt x="2452759" y="2229656"/>
                  </a:lnTo>
                  <a:lnTo>
                    <a:pt x="2452852" y="2229656"/>
                  </a:lnTo>
                  <a:lnTo>
                    <a:pt x="2452946" y="2229656"/>
                  </a:lnTo>
                  <a:lnTo>
                    <a:pt x="2453039" y="2229656"/>
                  </a:lnTo>
                  <a:lnTo>
                    <a:pt x="2453132" y="2229656"/>
                  </a:lnTo>
                  <a:lnTo>
                    <a:pt x="2453225" y="2229656"/>
                  </a:lnTo>
                  <a:lnTo>
                    <a:pt x="2453319" y="2229656"/>
                  </a:lnTo>
                  <a:lnTo>
                    <a:pt x="2453412" y="2229656"/>
                  </a:lnTo>
                  <a:lnTo>
                    <a:pt x="2453505" y="2229656"/>
                  </a:lnTo>
                  <a:lnTo>
                    <a:pt x="2453598" y="2229656"/>
                  </a:lnTo>
                  <a:lnTo>
                    <a:pt x="2453692" y="2229656"/>
                  </a:lnTo>
                  <a:lnTo>
                    <a:pt x="2453785" y="2229656"/>
                  </a:lnTo>
                  <a:lnTo>
                    <a:pt x="2453878" y="2229656"/>
                  </a:lnTo>
                  <a:lnTo>
                    <a:pt x="2453878" y="2219702"/>
                  </a:lnTo>
                  <a:lnTo>
                    <a:pt x="2453971" y="2219702"/>
                  </a:lnTo>
                  <a:lnTo>
                    <a:pt x="2454065" y="2219702"/>
                  </a:lnTo>
                  <a:lnTo>
                    <a:pt x="2454158" y="2219702"/>
                  </a:lnTo>
                  <a:lnTo>
                    <a:pt x="2454251" y="2219702"/>
                  </a:lnTo>
                  <a:lnTo>
                    <a:pt x="2454344" y="2219702"/>
                  </a:lnTo>
                  <a:lnTo>
                    <a:pt x="2454438" y="2219702"/>
                  </a:lnTo>
                  <a:lnTo>
                    <a:pt x="2454531" y="2219702"/>
                  </a:lnTo>
                  <a:lnTo>
                    <a:pt x="2454624" y="2219702"/>
                  </a:lnTo>
                  <a:lnTo>
                    <a:pt x="2454717" y="2219702"/>
                  </a:lnTo>
                  <a:lnTo>
                    <a:pt x="2454811" y="2219702"/>
                  </a:lnTo>
                  <a:lnTo>
                    <a:pt x="2454904" y="2219702"/>
                  </a:lnTo>
                  <a:lnTo>
                    <a:pt x="2454997" y="2219702"/>
                  </a:lnTo>
                  <a:lnTo>
                    <a:pt x="2455090" y="2219702"/>
                  </a:lnTo>
                  <a:lnTo>
                    <a:pt x="2455184" y="2219702"/>
                  </a:lnTo>
                  <a:lnTo>
                    <a:pt x="2455277" y="2219702"/>
                  </a:lnTo>
                  <a:lnTo>
                    <a:pt x="2455370" y="2219702"/>
                  </a:lnTo>
                  <a:lnTo>
                    <a:pt x="2455463" y="2219702"/>
                  </a:lnTo>
                  <a:lnTo>
                    <a:pt x="2455557" y="2219702"/>
                  </a:lnTo>
                  <a:lnTo>
                    <a:pt x="2455650" y="2219702"/>
                  </a:lnTo>
                  <a:lnTo>
                    <a:pt x="2455743" y="2219702"/>
                  </a:lnTo>
                  <a:lnTo>
                    <a:pt x="2455836" y="2219702"/>
                  </a:lnTo>
                  <a:lnTo>
                    <a:pt x="2455930" y="2219702"/>
                  </a:lnTo>
                  <a:lnTo>
                    <a:pt x="2456023" y="2219702"/>
                  </a:lnTo>
                  <a:lnTo>
                    <a:pt x="2456116" y="2219702"/>
                  </a:lnTo>
                  <a:lnTo>
                    <a:pt x="2456209" y="2219702"/>
                  </a:lnTo>
                  <a:lnTo>
                    <a:pt x="2456302" y="2219702"/>
                  </a:lnTo>
                  <a:lnTo>
                    <a:pt x="2456396" y="2219702"/>
                  </a:lnTo>
                  <a:lnTo>
                    <a:pt x="2456489" y="2219702"/>
                  </a:lnTo>
                  <a:lnTo>
                    <a:pt x="2456582" y="2219702"/>
                  </a:lnTo>
                  <a:lnTo>
                    <a:pt x="2456675" y="2219702"/>
                  </a:lnTo>
                  <a:lnTo>
                    <a:pt x="2456769" y="2219702"/>
                  </a:lnTo>
                  <a:lnTo>
                    <a:pt x="2456862" y="2219702"/>
                  </a:lnTo>
                  <a:lnTo>
                    <a:pt x="2456955" y="2219702"/>
                  </a:lnTo>
                  <a:lnTo>
                    <a:pt x="2457048" y="2219702"/>
                  </a:lnTo>
                  <a:lnTo>
                    <a:pt x="2457142" y="2219702"/>
                  </a:lnTo>
                  <a:lnTo>
                    <a:pt x="2457235" y="2219702"/>
                  </a:lnTo>
                  <a:lnTo>
                    <a:pt x="2457328" y="2219702"/>
                  </a:lnTo>
                  <a:lnTo>
                    <a:pt x="2457421" y="2219702"/>
                  </a:lnTo>
                  <a:lnTo>
                    <a:pt x="2457515" y="2219702"/>
                  </a:lnTo>
                  <a:lnTo>
                    <a:pt x="2457608" y="2219702"/>
                  </a:lnTo>
                  <a:lnTo>
                    <a:pt x="2457701" y="2219702"/>
                  </a:lnTo>
                  <a:lnTo>
                    <a:pt x="2457794" y="2219702"/>
                  </a:lnTo>
                  <a:lnTo>
                    <a:pt x="2457888" y="2219702"/>
                  </a:lnTo>
                  <a:lnTo>
                    <a:pt x="2457981" y="2219702"/>
                  </a:lnTo>
                  <a:lnTo>
                    <a:pt x="2458074" y="2219702"/>
                  </a:lnTo>
                  <a:lnTo>
                    <a:pt x="2458167" y="2219702"/>
                  </a:lnTo>
                  <a:lnTo>
                    <a:pt x="2458261" y="2219702"/>
                  </a:lnTo>
                  <a:lnTo>
                    <a:pt x="2458354" y="2219702"/>
                  </a:lnTo>
                  <a:lnTo>
                    <a:pt x="2458447" y="2219702"/>
                  </a:lnTo>
                  <a:lnTo>
                    <a:pt x="2458540" y="2219702"/>
                  </a:lnTo>
                  <a:lnTo>
                    <a:pt x="2458634" y="2219702"/>
                  </a:lnTo>
                  <a:lnTo>
                    <a:pt x="2458727" y="2219702"/>
                  </a:lnTo>
                  <a:lnTo>
                    <a:pt x="2458820" y="2219702"/>
                  </a:lnTo>
                  <a:lnTo>
                    <a:pt x="2458913" y="2219702"/>
                  </a:lnTo>
                  <a:lnTo>
                    <a:pt x="2459007" y="2219702"/>
                  </a:lnTo>
                  <a:lnTo>
                    <a:pt x="2459100" y="2219702"/>
                  </a:lnTo>
                  <a:lnTo>
                    <a:pt x="2459193" y="2219702"/>
                  </a:lnTo>
                  <a:lnTo>
                    <a:pt x="2459286" y="2219702"/>
                  </a:lnTo>
                  <a:lnTo>
                    <a:pt x="2459380" y="2219702"/>
                  </a:lnTo>
                  <a:lnTo>
                    <a:pt x="2459473" y="2219702"/>
                  </a:lnTo>
                  <a:lnTo>
                    <a:pt x="2459566" y="2219702"/>
                  </a:lnTo>
                  <a:lnTo>
                    <a:pt x="2459659" y="2219702"/>
                  </a:lnTo>
                  <a:lnTo>
                    <a:pt x="2459753" y="2219702"/>
                  </a:lnTo>
                  <a:lnTo>
                    <a:pt x="2459846" y="2219702"/>
                  </a:lnTo>
                  <a:lnTo>
                    <a:pt x="2459939" y="2219702"/>
                  </a:lnTo>
                  <a:lnTo>
                    <a:pt x="2460032" y="2219702"/>
                  </a:lnTo>
                  <a:lnTo>
                    <a:pt x="2460126" y="2219702"/>
                  </a:lnTo>
                  <a:lnTo>
                    <a:pt x="2460219" y="2219702"/>
                  </a:lnTo>
                  <a:lnTo>
                    <a:pt x="2460312" y="2219702"/>
                  </a:lnTo>
                  <a:lnTo>
                    <a:pt x="2460405" y="2219702"/>
                  </a:lnTo>
                  <a:lnTo>
                    <a:pt x="2460499" y="2219702"/>
                  </a:lnTo>
                  <a:lnTo>
                    <a:pt x="2460592" y="2219702"/>
                  </a:lnTo>
                  <a:lnTo>
                    <a:pt x="2460685" y="2219702"/>
                  </a:lnTo>
                  <a:lnTo>
                    <a:pt x="2460778" y="2219702"/>
                  </a:lnTo>
                  <a:lnTo>
                    <a:pt x="2460872" y="2219702"/>
                  </a:lnTo>
                  <a:lnTo>
                    <a:pt x="2460965" y="2219702"/>
                  </a:lnTo>
                  <a:lnTo>
                    <a:pt x="2461058" y="2219702"/>
                  </a:lnTo>
                  <a:lnTo>
                    <a:pt x="2461151" y="2219702"/>
                  </a:lnTo>
                  <a:lnTo>
                    <a:pt x="2461245" y="2219702"/>
                  </a:lnTo>
                  <a:lnTo>
                    <a:pt x="2461338" y="2219702"/>
                  </a:lnTo>
                  <a:lnTo>
                    <a:pt x="2461431" y="2219702"/>
                  </a:lnTo>
                  <a:lnTo>
                    <a:pt x="2461431" y="2209748"/>
                  </a:lnTo>
                  <a:lnTo>
                    <a:pt x="2461524" y="2209748"/>
                  </a:lnTo>
                  <a:lnTo>
                    <a:pt x="2461618" y="2209748"/>
                  </a:lnTo>
                  <a:lnTo>
                    <a:pt x="2461711" y="2209748"/>
                  </a:lnTo>
                  <a:lnTo>
                    <a:pt x="2461804" y="2209748"/>
                  </a:lnTo>
                  <a:lnTo>
                    <a:pt x="2461897" y="2209748"/>
                  </a:lnTo>
                  <a:lnTo>
                    <a:pt x="2461991" y="2209748"/>
                  </a:lnTo>
                  <a:lnTo>
                    <a:pt x="2462084" y="2209748"/>
                  </a:lnTo>
                  <a:lnTo>
                    <a:pt x="2462177" y="2209748"/>
                  </a:lnTo>
                  <a:lnTo>
                    <a:pt x="2462270" y="2209748"/>
                  </a:lnTo>
                  <a:lnTo>
                    <a:pt x="2462364" y="2209748"/>
                  </a:lnTo>
                  <a:lnTo>
                    <a:pt x="2462457" y="2209748"/>
                  </a:lnTo>
                  <a:lnTo>
                    <a:pt x="2462550" y="2209748"/>
                  </a:lnTo>
                  <a:lnTo>
                    <a:pt x="2462643" y="2209748"/>
                  </a:lnTo>
                  <a:lnTo>
                    <a:pt x="2462737" y="2209748"/>
                  </a:lnTo>
                  <a:lnTo>
                    <a:pt x="2462830" y="2209748"/>
                  </a:lnTo>
                  <a:lnTo>
                    <a:pt x="2462923" y="2209748"/>
                  </a:lnTo>
                  <a:lnTo>
                    <a:pt x="2463016" y="2209748"/>
                  </a:lnTo>
                  <a:lnTo>
                    <a:pt x="2463109" y="2209748"/>
                  </a:lnTo>
                  <a:lnTo>
                    <a:pt x="2463203" y="2209748"/>
                  </a:lnTo>
                  <a:lnTo>
                    <a:pt x="2463296" y="2209748"/>
                  </a:lnTo>
                  <a:lnTo>
                    <a:pt x="2463389" y="2209748"/>
                  </a:lnTo>
                  <a:lnTo>
                    <a:pt x="2463482" y="2209748"/>
                  </a:lnTo>
                  <a:lnTo>
                    <a:pt x="2463576" y="2209748"/>
                  </a:lnTo>
                  <a:lnTo>
                    <a:pt x="2463669" y="2209748"/>
                  </a:lnTo>
                  <a:lnTo>
                    <a:pt x="2463762" y="2209748"/>
                  </a:lnTo>
                  <a:lnTo>
                    <a:pt x="2463855" y="2209748"/>
                  </a:lnTo>
                  <a:lnTo>
                    <a:pt x="2463949" y="2209748"/>
                  </a:lnTo>
                  <a:lnTo>
                    <a:pt x="2464042" y="2209748"/>
                  </a:lnTo>
                  <a:lnTo>
                    <a:pt x="2464135" y="2209748"/>
                  </a:lnTo>
                  <a:lnTo>
                    <a:pt x="2464228" y="2209748"/>
                  </a:lnTo>
                  <a:lnTo>
                    <a:pt x="2464322" y="2209748"/>
                  </a:lnTo>
                  <a:lnTo>
                    <a:pt x="2464415" y="2209748"/>
                  </a:lnTo>
                  <a:lnTo>
                    <a:pt x="2464508" y="2209748"/>
                  </a:lnTo>
                  <a:lnTo>
                    <a:pt x="2464601" y="2209748"/>
                  </a:lnTo>
                  <a:lnTo>
                    <a:pt x="2464695" y="2209748"/>
                  </a:lnTo>
                  <a:lnTo>
                    <a:pt x="2464788" y="2209748"/>
                  </a:lnTo>
                  <a:lnTo>
                    <a:pt x="2464881" y="2209748"/>
                  </a:lnTo>
                  <a:lnTo>
                    <a:pt x="2464974" y="2209748"/>
                  </a:lnTo>
                  <a:lnTo>
                    <a:pt x="2465068" y="2209748"/>
                  </a:lnTo>
                  <a:lnTo>
                    <a:pt x="2465161" y="2209748"/>
                  </a:lnTo>
                  <a:lnTo>
                    <a:pt x="2465254" y="2209748"/>
                  </a:lnTo>
                  <a:lnTo>
                    <a:pt x="2465347" y="2209748"/>
                  </a:lnTo>
                  <a:lnTo>
                    <a:pt x="2465441" y="2209748"/>
                  </a:lnTo>
                  <a:lnTo>
                    <a:pt x="2465534" y="2209748"/>
                  </a:lnTo>
                  <a:lnTo>
                    <a:pt x="2465627" y="2209748"/>
                  </a:lnTo>
                  <a:lnTo>
                    <a:pt x="2465720" y="2209748"/>
                  </a:lnTo>
                  <a:lnTo>
                    <a:pt x="2465814" y="2209748"/>
                  </a:lnTo>
                  <a:lnTo>
                    <a:pt x="2465907" y="2209748"/>
                  </a:lnTo>
                  <a:lnTo>
                    <a:pt x="2466000" y="2209748"/>
                  </a:lnTo>
                  <a:lnTo>
                    <a:pt x="2466093" y="2209748"/>
                  </a:lnTo>
                  <a:lnTo>
                    <a:pt x="2466187" y="2209748"/>
                  </a:lnTo>
                  <a:lnTo>
                    <a:pt x="2466280" y="2209748"/>
                  </a:lnTo>
                  <a:lnTo>
                    <a:pt x="2466373" y="2209748"/>
                  </a:lnTo>
                  <a:lnTo>
                    <a:pt x="2466466" y="2209748"/>
                  </a:lnTo>
                  <a:lnTo>
                    <a:pt x="2466560" y="2209748"/>
                  </a:lnTo>
                  <a:lnTo>
                    <a:pt x="2466653" y="2209748"/>
                  </a:lnTo>
                  <a:lnTo>
                    <a:pt x="2466746" y="2209748"/>
                  </a:lnTo>
                  <a:lnTo>
                    <a:pt x="2466839" y="2209748"/>
                  </a:lnTo>
                  <a:lnTo>
                    <a:pt x="2466933" y="2209748"/>
                  </a:lnTo>
                  <a:lnTo>
                    <a:pt x="2467026" y="2209748"/>
                  </a:lnTo>
                  <a:lnTo>
                    <a:pt x="2467119" y="2209748"/>
                  </a:lnTo>
                  <a:lnTo>
                    <a:pt x="2467212" y="2209748"/>
                  </a:lnTo>
                  <a:lnTo>
                    <a:pt x="2467306" y="2209748"/>
                  </a:lnTo>
                  <a:lnTo>
                    <a:pt x="2467399" y="2209748"/>
                  </a:lnTo>
                  <a:lnTo>
                    <a:pt x="2467492" y="2209748"/>
                  </a:lnTo>
                  <a:lnTo>
                    <a:pt x="2467585" y="2209748"/>
                  </a:lnTo>
                  <a:lnTo>
                    <a:pt x="2467679" y="2209748"/>
                  </a:lnTo>
                  <a:lnTo>
                    <a:pt x="2467772" y="2209748"/>
                  </a:lnTo>
                  <a:lnTo>
                    <a:pt x="2467865" y="2209748"/>
                  </a:lnTo>
                  <a:lnTo>
                    <a:pt x="2467958" y="2209748"/>
                  </a:lnTo>
                  <a:lnTo>
                    <a:pt x="2468052" y="2209748"/>
                  </a:lnTo>
                  <a:lnTo>
                    <a:pt x="2468145" y="2209748"/>
                  </a:lnTo>
                  <a:lnTo>
                    <a:pt x="2468238" y="2209748"/>
                  </a:lnTo>
                  <a:lnTo>
                    <a:pt x="2468331" y="2209748"/>
                  </a:lnTo>
                  <a:lnTo>
                    <a:pt x="2468425" y="2209748"/>
                  </a:lnTo>
                  <a:lnTo>
                    <a:pt x="2468518" y="2209748"/>
                  </a:lnTo>
                  <a:lnTo>
                    <a:pt x="2468611" y="2209748"/>
                  </a:lnTo>
                  <a:lnTo>
                    <a:pt x="2468704" y="2209748"/>
                  </a:lnTo>
                  <a:lnTo>
                    <a:pt x="2468798" y="2209748"/>
                  </a:lnTo>
                  <a:lnTo>
                    <a:pt x="2468891" y="2209748"/>
                  </a:lnTo>
                  <a:lnTo>
                    <a:pt x="2468984" y="2209748"/>
                  </a:lnTo>
                  <a:lnTo>
                    <a:pt x="2469077" y="2209748"/>
                  </a:lnTo>
                  <a:lnTo>
                    <a:pt x="2469171" y="2209748"/>
                  </a:lnTo>
                  <a:lnTo>
                    <a:pt x="2469264" y="2209748"/>
                  </a:lnTo>
                  <a:lnTo>
                    <a:pt x="2469357" y="2209748"/>
                  </a:lnTo>
                  <a:lnTo>
                    <a:pt x="2469450" y="2209748"/>
                  </a:lnTo>
                  <a:lnTo>
                    <a:pt x="2469544" y="2209748"/>
                  </a:lnTo>
                  <a:lnTo>
                    <a:pt x="2469637" y="2209748"/>
                  </a:lnTo>
                  <a:lnTo>
                    <a:pt x="2469730" y="2209748"/>
                  </a:lnTo>
                  <a:lnTo>
                    <a:pt x="2469823" y="2209748"/>
                  </a:lnTo>
                  <a:lnTo>
                    <a:pt x="2469916" y="2209748"/>
                  </a:lnTo>
                  <a:lnTo>
                    <a:pt x="2470010" y="2209748"/>
                  </a:lnTo>
                  <a:lnTo>
                    <a:pt x="2470103" y="2209748"/>
                  </a:lnTo>
                  <a:lnTo>
                    <a:pt x="2470196" y="2209748"/>
                  </a:lnTo>
                  <a:lnTo>
                    <a:pt x="2470289" y="2209748"/>
                  </a:lnTo>
                  <a:lnTo>
                    <a:pt x="2470383" y="2209748"/>
                  </a:lnTo>
                  <a:lnTo>
                    <a:pt x="2470476" y="2209748"/>
                  </a:lnTo>
                  <a:lnTo>
                    <a:pt x="2470569" y="2209748"/>
                  </a:lnTo>
                  <a:lnTo>
                    <a:pt x="2470662" y="2209748"/>
                  </a:lnTo>
                  <a:lnTo>
                    <a:pt x="2470756" y="2209748"/>
                  </a:lnTo>
                  <a:lnTo>
                    <a:pt x="2470849" y="2209748"/>
                  </a:lnTo>
                  <a:lnTo>
                    <a:pt x="2470942" y="2209748"/>
                  </a:lnTo>
                  <a:lnTo>
                    <a:pt x="2471035" y="2209748"/>
                  </a:lnTo>
                  <a:lnTo>
                    <a:pt x="2471129" y="2209748"/>
                  </a:lnTo>
                  <a:lnTo>
                    <a:pt x="2471222" y="2209748"/>
                  </a:lnTo>
                  <a:lnTo>
                    <a:pt x="2471315" y="2209748"/>
                  </a:lnTo>
                  <a:lnTo>
                    <a:pt x="2471408" y="2209748"/>
                  </a:lnTo>
                  <a:lnTo>
                    <a:pt x="2471502" y="2209748"/>
                  </a:lnTo>
                  <a:lnTo>
                    <a:pt x="2471595" y="2209748"/>
                  </a:lnTo>
                  <a:lnTo>
                    <a:pt x="2471688" y="2209748"/>
                  </a:lnTo>
                  <a:lnTo>
                    <a:pt x="2471781" y="2209748"/>
                  </a:lnTo>
                  <a:lnTo>
                    <a:pt x="2471875" y="2209748"/>
                  </a:lnTo>
                  <a:lnTo>
                    <a:pt x="2471968" y="2209748"/>
                  </a:lnTo>
                  <a:lnTo>
                    <a:pt x="2472061" y="2209748"/>
                  </a:lnTo>
                  <a:lnTo>
                    <a:pt x="2472154" y="2209748"/>
                  </a:lnTo>
                  <a:lnTo>
                    <a:pt x="2472248" y="2209748"/>
                  </a:lnTo>
                  <a:lnTo>
                    <a:pt x="2472341" y="2209748"/>
                  </a:lnTo>
                  <a:lnTo>
                    <a:pt x="2472434" y="2209748"/>
                  </a:lnTo>
                  <a:lnTo>
                    <a:pt x="2472527" y="2209748"/>
                  </a:lnTo>
                  <a:lnTo>
                    <a:pt x="2472621" y="2209748"/>
                  </a:lnTo>
                  <a:lnTo>
                    <a:pt x="2472714" y="2209748"/>
                  </a:lnTo>
                  <a:lnTo>
                    <a:pt x="2472807" y="2209748"/>
                  </a:lnTo>
                  <a:lnTo>
                    <a:pt x="2472900" y="2209748"/>
                  </a:lnTo>
                  <a:lnTo>
                    <a:pt x="2472994" y="2209748"/>
                  </a:lnTo>
                  <a:lnTo>
                    <a:pt x="2473087" y="2209748"/>
                  </a:lnTo>
                  <a:lnTo>
                    <a:pt x="2473180" y="2209748"/>
                  </a:lnTo>
                  <a:lnTo>
                    <a:pt x="2473273" y="2209748"/>
                  </a:lnTo>
                  <a:lnTo>
                    <a:pt x="2473367" y="2209748"/>
                  </a:lnTo>
                  <a:lnTo>
                    <a:pt x="2473367" y="2199794"/>
                  </a:lnTo>
                  <a:lnTo>
                    <a:pt x="2473460" y="2199794"/>
                  </a:lnTo>
                  <a:lnTo>
                    <a:pt x="2473553" y="2199794"/>
                  </a:lnTo>
                  <a:lnTo>
                    <a:pt x="2473646" y="2199794"/>
                  </a:lnTo>
                  <a:lnTo>
                    <a:pt x="2473740" y="2199794"/>
                  </a:lnTo>
                  <a:lnTo>
                    <a:pt x="2473833" y="2199794"/>
                  </a:lnTo>
                  <a:lnTo>
                    <a:pt x="2473926" y="2199794"/>
                  </a:lnTo>
                  <a:lnTo>
                    <a:pt x="2474019" y="2199794"/>
                  </a:lnTo>
                  <a:lnTo>
                    <a:pt x="2474113" y="2199794"/>
                  </a:lnTo>
                  <a:lnTo>
                    <a:pt x="2474206" y="2199794"/>
                  </a:lnTo>
                  <a:lnTo>
                    <a:pt x="2474299" y="2199794"/>
                  </a:lnTo>
                  <a:lnTo>
                    <a:pt x="2474392" y="2199794"/>
                  </a:lnTo>
                  <a:lnTo>
                    <a:pt x="2474392" y="2189840"/>
                  </a:lnTo>
                  <a:lnTo>
                    <a:pt x="2474486" y="2189840"/>
                  </a:lnTo>
                  <a:lnTo>
                    <a:pt x="2474579" y="2189840"/>
                  </a:lnTo>
                  <a:lnTo>
                    <a:pt x="2474672" y="2189840"/>
                  </a:lnTo>
                  <a:lnTo>
                    <a:pt x="2474765" y="2189840"/>
                  </a:lnTo>
                  <a:lnTo>
                    <a:pt x="2474859" y="2189840"/>
                  </a:lnTo>
                  <a:lnTo>
                    <a:pt x="2474952" y="2189840"/>
                  </a:lnTo>
                  <a:lnTo>
                    <a:pt x="2475045" y="2189840"/>
                  </a:lnTo>
                  <a:lnTo>
                    <a:pt x="2475138" y="2189840"/>
                  </a:lnTo>
                  <a:lnTo>
                    <a:pt x="2475232" y="2189840"/>
                  </a:lnTo>
                  <a:lnTo>
                    <a:pt x="2475325" y="2189840"/>
                  </a:lnTo>
                  <a:lnTo>
                    <a:pt x="2475418" y="2189840"/>
                  </a:lnTo>
                  <a:lnTo>
                    <a:pt x="2475511" y="2189840"/>
                  </a:lnTo>
                  <a:lnTo>
                    <a:pt x="2475605" y="2189840"/>
                  </a:lnTo>
                  <a:lnTo>
                    <a:pt x="2475698" y="2189840"/>
                  </a:lnTo>
                  <a:lnTo>
                    <a:pt x="2475791" y="2189840"/>
                  </a:lnTo>
                  <a:lnTo>
                    <a:pt x="2475884" y="2189840"/>
                  </a:lnTo>
                  <a:lnTo>
                    <a:pt x="2475978" y="2189840"/>
                  </a:lnTo>
                  <a:lnTo>
                    <a:pt x="2476071" y="2189840"/>
                  </a:lnTo>
                  <a:lnTo>
                    <a:pt x="2476164" y="2189840"/>
                  </a:lnTo>
                  <a:lnTo>
                    <a:pt x="2476257" y="2189840"/>
                  </a:lnTo>
                  <a:lnTo>
                    <a:pt x="2476351" y="2189840"/>
                  </a:lnTo>
                  <a:lnTo>
                    <a:pt x="2476444" y="2189840"/>
                  </a:lnTo>
                  <a:lnTo>
                    <a:pt x="2476537" y="2189840"/>
                  </a:lnTo>
                  <a:lnTo>
                    <a:pt x="2476630" y="2189840"/>
                  </a:lnTo>
                  <a:lnTo>
                    <a:pt x="2476724" y="2189840"/>
                  </a:lnTo>
                  <a:lnTo>
                    <a:pt x="2476817" y="2189840"/>
                  </a:lnTo>
                  <a:lnTo>
                    <a:pt x="2476910" y="2189840"/>
                  </a:lnTo>
                  <a:lnTo>
                    <a:pt x="2477003" y="2189840"/>
                  </a:lnTo>
                  <a:lnTo>
                    <a:pt x="2477096" y="2189840"/>
                  </a:lnTo>
                  <a:lnTo>
                    <a:pt x="2477190" y="2189840"/>
                  </a:lnTo>
                  <a:lnTo>
                    <a:pt x="2477283" y="2189840"/>
                  </a:lnTo>
                  <a:lnTo>
                    <a:pt x="2477376" y="2189840"/>
                  </a:lnTo>
                  <a:lnTo>
                    <a:pt x="2477469" y="2189840"/>
                  </a:lnTo>
                  <a:lnTo>
                    <a:pt x="2477563" y="2189840"/>
                  </a:lnTo>
                  <a:lnTo>
                    <a:pt x="2477656" y="2189840"/>
                  </a:lnTo>
                  <a:lnTo>
                    <a:pt x="2477749" y="2189840"/>
                  </a:lnTo>
                  <a:lnTo>
                    <a:pt x="2477842" y="2189840"/>
                  </a:lnTo>
                  <a:lnTo>
                    <a:pt x="2477936" y="2189840"/>
                  </a:lnTo>
                  <a:lnTo>
                    <a:pt x="2478029" y="2189840"/>
                  </a:lnTo>
                  <a:lnTo>
                    <a:pt x="2478122" y="2189840"/>
                  </a:lnTo>
                  <a:lnTo>
                    <a:pt x="2478215" y="2189840"/>
                  </a:lnTo>
                  <a:lnTo>
                    <a:pt x="2478309" y="2189840"/>
                  </a:lnTo>
                  <a:lnTo>
                    <a:pt x="2478402" y="2189840"/>
                  </a:lnTo>
                  <a:lnTo>
                    <a:pt x="2478495" y="2189840"/>
                  </a:lnTo>
                  <a:lnTo>
                    <a:pt x="2478588" y="2189840"/>
                  </a:lnTo>
                  <a:lnTo>
                    <a:pt x="2478682" y="2189840"/>
                  </a:lnTo>
                  <a:lnTo>
                    <a:pt x="2478775" y="2189840"/>
                  </a:lnTo>
                  <a:lnTo>
                    <a:pt x="2478868" y="2189840"/>
                  </a:lnTo>
                  <a:lnTo>
                    <a:pt x="2478961" y="2189840"/>
                  </a:lnTo>
                  <a:lnTo>
                    <a:pt x="2479055" y="2189840"/>
                  </a:lnTo>
                  <a:lnTo>
                    <a:pt x="2479148" y="2189840"/>
                  </a:lnTo>
                  <a:lnTo>
                    <a:pt x="2479241" y="2189840"/>
                  </a:lnTo>
                  <a:lnTo>
                    <a:pt x="2479334" y="2189840"/>
                  </a:lnTo>
                  <a:lnTo>
                    <a:pt x="2479428" y="2189840"/>
                  </a:lnTo>
                  <a:lnTo>
                    <a:pt x="2479521" y="2189840"/>
                  </a:lnTo>
                  <a:lnTo>
                    <a:pt x="2479614" y="2189840"/>
                  </a:lnTo>
                  <a:lnTo>
                    <a:pt x="2479707" y="2189840"/>
                  </a:lnTo>
                  <a:lnTo>
                    <a:pt x="2479801" y="2189840"/>
                  </a:lnTo>
                  <a:lnTo>
                    <a:pt x="2479894" y="2189840"/>
                  </a:lnTo>
                  <a:lnTo>
                    <a:pt x="2479987" y="2189840"/>
                  </a:lnTo>
                  <a:lnTo>
                    <a:pt x="2480080" y="2189840"/>
                  </a:lnTo>
                  <a:lnTo>
                    <a:pt x="2480174" y="2189840"/>
                  </a:lnTo>
                  <a:lnTo>
                    <a:pt x="2480267" y="2189840"/>
                  </a:lnTo>
                  <a:lnTo>
                    <a:pt x="2480360" y="2189840"/>
                  </a:lnTo>
                  <a:lnTo>
                    <a:pt x="2480453" y="2189840"/>
                  </a:lnTo>
                  <a:lnTo>
                    <a:pt x="2480547" y="2189840"/>
                  </a:lnTo>
                  <a:lnTo>
                    <a:pt x="2480640" y="2189840"/>
                  </a:lnTo>
                  <a:lnTo>
                    <a:pt x="2480733" y="2189840"/>
                  </a:lnTo>
                  <a:lnTo>
                    <a:pt x="2480826" y="2189840"/>
                  </a:lnTo>
                  <a:lnTo>
                    <a:pt x="2480920" y="2189840"/>
                  </a:lnTo>
                  <a:lnTo>
                    <a:pt x="2481013" y="2189840"/>
                  </a:lnTo>
                  <a:lnTo>
                    <a:pt x="2481106" y="2189840"/>
                  </a:lnTo>
                  <a:lnTo>
                    <a:pt x="2481199" y="2189840"/>
                  </a:lnTo>
                  <a:lnTo>
                    <a:pt x="2481293" y="2189840"/>
                  </a:lnTo>
                  <a:lnTo>
                    <a:pt x="2481386" y="2189840"/>
                  </a:lnTo>
                  <a:lnTo>
                    <a:pt x="2481479" y="2189840"/>
                  </a:lnTo>
                  <a:lnTo>
                    <a:pt x="2481572" y="2189840"/>
                  </a:lnTo>
                  <a:lnTo>
                    <a:pt x="2481666" y="2189840"/>
                  </a:lnTo>
                  <a:lnTo>
                    <a:pt x="2481759" y="2189840"/>
                  </a:lnTo>
                  <a:lnTo>
                    <a:pt x="2481852" y="2189840"/>
                  </a:lnTo>
                  <a:lnTo>
                    <a:pt x="2481945" y="2189840"/>
                  </a:lnTo>
                  <a:lnTo>
                    <a:pt x="2482039" y="2189840"/>
                  </a:lnTo>
                  <a:lnTo>
                    <a:pt x="2482132" y="2189840"/>
                  </a:lnTo>
                  <a:lnTo>
                    <a:pt x="2482225" y="2189840"/>
                  </a:lnTo>
                  <a:lnTo>
                    <a:pt x="2482318" y="2189840"/>
                  </a:lnTo>
                  <a:lnTo>
                    <a:pt x="2482412" y="2189840"/>
                  </a:lnTo>
                  <a:lnTo>
                    <a:pt x="2482505" y="2189840"/>
                  </a:lnTo>
                  <a:lnTo>
                    <a:pt x="2482598" y="2189840"/>
                  </a:lnTo>
                  <a:lnTo>
                    <a:pt x="2482691" y="2189840"/>
                  </a:lnTo>
                  <a:lnTo>
                    <a:pt x="2482785" y="2189840"/>
                  </a:lnTo>
                  <a:lnTo>
                    <a:pt x="2482878" y="2189840"/>
                  </a:lnTo>
                  <a:lnTo>
                    <a:pt x="2482971" y="2189840"/>
                  </a:lnTo>
                  <a:lnTo>
                    <a:pt x="2483064" y="2189840"/>
                  </a:lnTo>
                  <a:lnTo>
                    <a:pt x="2483158" y="2189840"/>
                  </a:lnTo>
                  <a:lnTo>
                    <a:pt x="2483251" y="2189840"/>
                  </a:lnTo>
                  <a:lnTo>
                    <a:pt x="2483344" y="2189840"/>
                  </a:lnTo>
                  <a:lnTo>
                    <a:pt x="2483437" y="2189840"/>
                  </a:lnTo>
                  <a:lnTo>
                    <a:pt x="2483531" y="2189840"/>
                  </a:lnTo>
                  <a:lnTo>
                    <a:pt x="2483624" y="2189840"/>
                  </a:lnTo>
                  <a:lnTo>
                    <a:pt x="2483717" y="2189840"/>
                  </a:lnTo>
                  <a:lnTo>
                    <a:pt x="2483810" y="2189840"/>
                  </a:lnTo>
                  <a:lnTo>
                    <a:pt x="2483903" y="2189840"/>
                  </a:lnTo>
                  <a:lnTo>
                    <a:pt x="2483997" y="2189840"/>
                  </a:lnTo>
                  <a:lnTo>
                    <a:pt x="2484090" y="2189840"/>
                  </a:lnTo>
                  <a:lnTo>
                    <a:pt x="2484183" y="2189840"/>
                  </a:lnTo>
                  <a:lnTo>
                    <a:pt x="2484276" y="2189840"/>
                  </a:lnTo>
                  <a:lnTo>
                    <a:pt x="2484370" y="2189840"/>
                  </a:lnTo>
                  <a:lnTo>
                    <a:pt x="2484463" y="2189840"/>
                  </a:lnTo>
                  <a:lnTo>
                    <a:pt x="2484556" y="2189840"/>
                  </a:lnTo>
                  <a:lnTo>
                    <a:pt x="2484649" y="2189840"/>
                  </a:lnTo>
                  <a:lnTo>
                    <a:pt x="2484743" y="2189840"/>
                  </a:lnTo>
                  <a:lnTo>
                    <a:pt x="2484836" y="2189840"/>
                  </a:lnTo>
                  <a:lnTo>
                    <a:pt x="2484929" y="2189840"/>
                  </a:lnTo>
                  <a:lnTo>
                    <a:pt x="2485022" y="2189840"/>
                  </a:lnTo>
                  <a:lnTo>
                    <a:pt x="2485116" y="2189840"/>
                  </a:lnTo>
                  <a:lnTo>
                    <a:pt x="2485209" y="2189840"/>
                  </a:lnTo>
                  <a:lnTo>
                    <a:pt x="2485302" y="2189840"/>
                  </a:lnTo>
                  <a:lnTo>
                    <a:pt x="2485395" y="2189840"/>
                  </a:lnTo>
                  <a:lnTo>
                    <a:pt x="2485489" y="2189840"/>
                  </a:lnTo>
                  <a:lnTo>
                    <a:pt x="2485582" y="2189840"/>
                  </a:lnTo>
                  <a:lnTo>
                    <a:pt x="2485675" y="2189840"/>
                  </a:lnTo>
                  <a:lnTo>
                    <a:pt x="2485768" y="2189840"/>
                  </a:lnTo>
                  <a:lnTo>
                    <a:pt x="2485862" y="2189840"/>
                  </a:lnTo>
                  <a:lnTo>
                    <a:pt x="2485955" y="2189840"/>
                  </a:lnTo>
                  <a:lnTo>
                    <a:pt x="2486048" y="2189840"/>
                  </a:lnTo>
                  <a:lnTo>
                    <a:pt x="2486141" y="2189840"/>
                  </a:lnTo>
                  <a:lnTo>
                    <a:pt x="2486141" y="2179887"/>
                  </a:lnTo>
                  <a:lnTo>
                    <a:pt x="2486235" y="2179887"/>
                  </a:lnTo>
                  <a:lnTo>
                    <a:pt x="2486328" y="2179887"/>
                  </a:lnTo>
                  <a:lnTo>
                    <a:pt x="2486421" y="2179887"/>
                  </a:lnTo>
                  <a:lnTo>
                    <a:pt x="2486514" y="2179887"/>
                  </a:lnTo>
                  <a:lnTo>
                    <a:pt x="2486608" y="2179887"/>
                  </a:lnTo>
                  <a:lnTo>
                    <a:pt x="2486701" y="2179887"/>
                  </a:lnTo>
                  <a:lnTo>
                    <a:pt x="2486794" y="2179887"/>
                  </a:lnTo>
                  <a:lnTo>
                    <a:pt x="2486887" y="2179887"/>
                  </a:lnTo>
                  <a:lnTo>
                    <a:pt x="2486981" y="2179887"/>
                  </a:lnTo>
                  <a:lnTo>
                    <a:pt x="2487074" y="2179887"/>
                  </a:lnTo>
                  <a:lnTo>
                    <a:pt x="2487167" y="2179887"/>
                  </a:lnTo>
                  <a:lnTo>
                    <a:pt x="2487260" y="2179887"/>
                  </a:lnTo>
                  <a:lnTo>
                    <a:pt x="2487354" y="2179887"/>
                  </a:lnTo>
                  <a:lnTo>
                    <a:pt x="2487447" y="2179887"/>
                  </a:lnTo>
                  <a:lnTo>
                    <a:pt x="2487540" y="2179887"/>
                  </a:lnTo>
                  <a:lnTo>
                    <a:pt x="2487633" y="2179887"/>
                  </a:lnTo>
                  <a:lnTo>
                    <a:pt x="2487727" y="2179887"/>
                  </a:lnTo>
                  <a:lnTo>
                    <a:pt x="2487820" y="2179887"/>
                  </a:lnTo>
                  <a:lnTo>
                    <a:pt x="2487913" y="2179887"/>
                  </a:lnTo>
                  <a:lnTo>
                    <a:pt x="2488006" y="2179887"/>
                  </a:lnTo>
                  <a:lnTo>
                    <a:pt x="2488100" y="2179887"/>
                  </a:lnTo>
                  <a:lnTo>
                    <a:pt x="2488193" y="2179887"/>
                  </a:lnTo>
                  <a:lnTo>
                    <a:pt x="2488286" y="2179887"/>
                  </a:lnTo>
                  <a:lnTo>
                    <a:pt x="2488379" y="2179887"/>
                  </a:lnTo>
                  <a:lnTo>
                    <a:pt x="2488473" y="2179887"/>
                  </a:lnTo>
                  <a:lnTo>
                    <a:pt x="2488566" y="2179887"/>
                  </a:lnTo>
                  <a:lnTo>
                    <a:pt x="2488659" y="2179887"/>
                  </a:lnTo>
                  <a:lnTo>
                    <a:pt x="2488752" y="2179887"/>
                  </a:lnTo>
                  <a:lnTo>
                    <a:pt x="2488846" y="2179887"/>
                  </a:lnTo>
                  <a:lnTo>
                    <a:pt x="2488939" y="2179887"/>
                  </a:lnTo>
                  <a:lnTo>
                    <a:pt x="2489032" y="2179887"/>
                  </a:lnTo>
                  <a:lnTo>
                    <a:pt x="2489125" y="2179887"/>
                  </a:lnTo>
                  <a:lnTo>
                    <a:pt x="2489219" y="2179887"/>
                  </a:lnTo>
                  <a:lnTo>
                    <a:pt x="2489312" y="2179887"/>
                  </a:lnTo>
                  <a:lnTo>
                    <a:pt x="2489405" y="2179887"/>
                  </a:lnTo>
                  <a:lnTo>
                    <a:pt x="2489498" y="2179887"/>
                  </a:lnTo>
                  <a:lnTo>
                    <a:pt x="2489592" y="2179887"/>
                  </a:lnTo>
                  <a:lnTo>
                    <a:pt x="2489685" y="2179887"/>
                  </a:lnTo>
                  <a:lnTo>
                    <a:pt x="2489778" y="2179887"/>
                  </a:lnTo>
                  <a:lnTo>
                    <a:pt x="2489871" y="2179887"/>
                  </a:lnTo>
                  <a:lnTo>
                    <a:pt x="2489965" y="2179887"/>
                  </a:lnTo>
                  <a:lnTo>
                    <a:pt x="2490058" y="2179887"/>
                  </a:lnTo>
                  <a:lnTo>
                    <a:pt x="2490151" y="2179887"/>
                  </a:lnTo>
                  <a:lnTo>
                    <a:pt x="2490244" y="2179887"/>
                  </a:lnTo>
                  <a:lnTo>
                    <a:pt x="2490338" y="2179887"/>
                  </a:lnTo>
                  <a:lnTo>
                    <a:pt x="2490431" y="2179887"/>
                  </a:lnTo>
                  <a:lnTo>
                    <a:pt x="2490524" y="2179887"/>
                  </a:lnTo>
                  <a:lnTo>
                    <a:pt x="2490617" y="2179887"/>
                  </a:lnTo>
                  <a:lnTo>
                    <a:pt x="2490710" y="2179887"/>
                  </a:lnTo>
                  <a:lnTo>
                    <a:pt x="2490804" y="2179887"/>
                  </a:lnTo>
                  <a:lnTo>
                    <a:pt x="2490897" y="2179887"/>
                  </a:lnTo>
                  <a:lnTo>
                    <a:pt x="2490990" y="2179887"/>
                  </a:lnTo>
                  <a:lnTo>
                    <a:pt x="2491083" y="2179887"/>
                  </a:lnTo>
                  <a:lnTo>
                    <a:pt x="2491177" y="2179887"/>
                  </a:lnTo>
                  <a:lnTo>
                    <a:pt x="2491270" y="2179887"/>
                  </a:lnTo>
                  <a:lnTo>
                    <a:pt x="2491363" y="2179887"/>
                  </a:lnTo>
                  <a:lnTo>
                    <a:pt x="2491456" y="2179887"/>
                  </a:lnTo>
                  <a:lnTo>
                    <a:pt x="2491550" y="2179887"/>
                  </a:lnTo>
                  <a:lnTo>
                    <a:pt x="2491643" y="2179887"/>
                  </a:lnTo>
                  <a:lnTo>
                    <a:pt x="2491736" y="2179887"/>
                  </a:lnTo>
                  <a:lnTo>
                    <a:pt x="2491829" y="2179887"/>
                  </a:lnTo>
                  <a:lnTo>
                    <a:pt x="2491923" y="2179887"/>
                  </a:lnTo>
                  <a:lnTo>
                    <a:pt x="2492016" y="2179887"/>
                  </a:lnTo>
                  <a:lnTo>
                    <a:pt x="2492109" y="2179887"/>
                  </a:lnTo>
                  <a:lnTo>
                    <a:pt x="2492202" y="2179887"/>
                  </a:lnTo>
                  <a:lnTo>
                    <a:pt x="2492296" y="2179887"/>
                  </a:lnTo>
                  <a:lnTo>
                    <a:pt x="2492389" y="2179887"/>
                  </a:lnTo>
                  <a:lnTo>
                    <a:pt x="2492482" y="2179887"/>
                  </a:lnTo>
                  <a:lnTo>
                    <a:pt x="2492575" y="2179887"/>
                  </a:lnTo>
                  <a:lnTo>
                    <a:pt x="2492669" y="2179887"/>
                  </a:lnTo>
                  <a:lnTo>
                    <a:pt x="2492762" y="2179887"/>
                  </a:lnTo>
                  <a:lnTo>
                    <a:pt x="2492855" y="2179887"/>
                  </a:lnTo>
                  <a:lnTo>
                    <a:pt x="2492948" y="2179887"/>
                  </a:lnTo>
                  <a:lnTo>
                    <a:pt x="2493042" y="2179887"/>
                  </a:lnTo>
                  <a:lnTo>
                    <a:pt x="2493135" y="2179887"/>
                  </a:lnTo>
                  <a:lnTo>
                    <a:pt x="2493228" y="2179887"/>
                  </a:lnTo>
                  <a:lnTo>
                    <a:pt x="2493321" y="2179887"/>
                  </a:lnTo>
                  <a:lnTo>
                    <a:pt x="2493415" y="2179887"/>
                  </a:lnTo>
                  <a:lnTo>
                    <a:pt x="2493508" y="2179887"/>
                  </a:lnTo>
                  <a:lnTo>
                    <a:pt x="2493601" y="2179887"/>
                  </a:lnTo>
                  <a:lnTo>
                    <a:pt x="2493694" y="2179887"/>
                  </a:lnTo>
                  <a:lnTo>
                    <a:pt x="2493788" y="2179887"/>
                  </a:lnTo>
                  <a:lnTo>
                    <a:pt x="2493881" y="2179887"/>
                  </a:lnTo>
                  <a:lnTo>
                    <a:pt x="2493974" y="2179887"/>
                  </a:lnTo>
                  <a:lnTo>
                    <a:pt x="2494067" y="2179887"/>
                  </a:lnTo>
                  <a:lnTo>
                    <a:pt x="2494161" y="2179887"/>
                  </a:lnTo>
                  <a:lnTo>
                    <a:pt x="2494254" y="2179887"/>
                  </a:lnTo>
                  <a:lnTo>
                    <a:pt x="2494347" y="2179887"/>
                  </a:lnTo>
                  <a:lnTo>
                    <a:pt x="2494440" y="2179887"/>
                  </a:lnTo>
                  <a:lnTo>
                    <a:pt x="2494534" y="2179887"/>
                  </a:lnTo>
                  <a:lnTo>
                    <a:pt x="2494627" y="2179887"/>
                  </a:lnTo>
                  <a:lnTo>
                    <a:pt x="2494720" y="2179887"/>
                  </a:lnTo>
                  <a:lnTo>
                    <a:pt x="2494813" y="2179887"/>
                  </a:lnTo>
                  <a:lnTo>
                    <a:pt x="2494907" y="2179887"/>
                  </a:lnTo>
                  <a:lnTo>
                    <a:pt x="2495000" y="2179887"/>
                  </a:lnTo>
                  <a:lnTo>
                    <a:pt x="2495093" y="2179887"/>
                  </a:lnTo>
                  <a:lnTo>
                    <a:pt x="2495186" y="2179887"/>
                  </a:lnTo>
                  <a:lnTo>
                    <a:pt x="2495280" y="2179887"/>
                  </a:lnTo>
                  <a:lnTo>
                    <a:pt x="2495373" y="2179887"/>
                  </a:lnTo>
                  <a:lnTo>
                    <a:pt x="2495466" y="2179887"/>
                  </a:lnTo>
                  <a:lnTo>
                    <a:pt x="2495559" y="2179887"/>
                  </a:lnTo>
                  <a:lnTo>
                    <a:pt x="2495653" y="2179887"/>
                  </a:lnTo>
                  <a:lnTo>
                    <a:pt x="2495746" y="2179887"/>
                  </a:lnTo>
                  <a:lnTo>
                    <a:pt x="2495839" y="2179887"/>
                  </a:lnTo>
                  <a:lnTo>
                    <a:pt x="2495932" y="2179887"/>
                  </a:lnTo>
                  <a:lnTo>
                    <a:pt x="2496026" y="2179887"/>
                  </a:lnTo>
                  <a:lnTo>
                    <a:pt x="2496026" y="2169933"/>
                  </a:lnTo>
                  <a:lnTo>
                    <a:pt x="2496119" y="2169933"/>
                  </a:lnTo>
                  <a:lnTo>
                    <a:pt x="2496212" y="2169933"/>
                  </a:lnTo>
                  <a:lnTo>
                    <a:pt x="2496305" y="2169933"/>
                  </a:lnTo>
                  <a:lnTo>
                    <a:pt x="2496399" y="2169933"/>
                  </a:lnTo>
                  <a:lnTo>
                    <a:pt x="2496492" y="2169933"/>
                  </a:lnTo>
                  <a:lnTo>
                    <a:pt x="2496585" y="2169933"/>
                  </a:lnTo>
                  <a:lnTo>
                    <a:pt x="2496678" y="2169933"/>
                  </a:lnTo>
                  <a:lnTo>
                    <a:pt x="2496772" y="2169933"/>
                  </a:lnTo>
                  <a:lnTo>
                    <a:pt x="2496865" y="2169933"/>
                  </a:lnTo>
                  <a:lnTo>
                    <a:pt x="2496958" y="2169933"/>
                  </a:lnTo>
                  <a:lnTo>
                    <a:pt x="2497051" y="2169933"/>
                  </a:lnTo>
                  <a:lnTo>
                    <a:pt x="2497145" y="2169933"/>
                  </a:lnTo>
                  <a:lnTo>
                    <a:pt x="2497238" y="2169933"/>
                  </a:lnTo>
                  <a:lnTo>
                    <a:pt x="2497331" y="2169933"/>
                  </a:lnTo>
                  <a:lnTo>
                    <a:pt x="2497424" y="2169933"/>
                  </a:lnTo>
                  <a:lnTo>
                    <a:pt x="2497518" y="2169933"/>
                  </a:lnTo>
                  <a:lnTo>
                    <a:pt x="2497611" y="2169933"/>
                  </a:lnTo>
                  <a:lnTo>
                    <a:pt x="2497704" y="2169933"/>
                  </a:lnTo>
                  <a:lnTo>
                    <a:pt x="2497797" y="2169933"/>
                  </a:lnTo>
                  <a:lnTo>
                    <a:pt x="2497890" y="2169933"/>
                  </a:lnTo>
                  <a:lnTo>
                    <a:pt x="2497984" y="2169933"/>
                  </a:lnTo>
                  <a:lnTo>
                    <a:pt x="2498077" y="2169933"/>
                  </a:lnTo>
                  <a:lnTo>
                    <a:pt x="2498170" y="2169933"/>
                  </a:lnTo>
                  <a:lnTo>
                    <a:pt x="2498263" y="2169933"/>
                  </a:lnTo>
                  <a:lnTo>
                    <a:pt x="2498357" y="2169933"/>
                  </a:lnTo>
                  <a:lnTo>
                    <a:pt x="2498450" y="2169933"/>
                  </a:lnTo>
                  <a:lnTo>
                    <a:pt x="2498543" y="2169933"/>
                  </a:lnTo>
                  <a:lnTo>
                    <a:pt x="2498636" y="2169933"/>
                  </a:lnTo>
                  <a:lnTo>
                    <a:pt x="2498730" y="2169933"/>
                  </a:lnTo>
                  <a:lnTo>
                    <a:pt x="2498823" y="2169933"/>
                  </a:lnTo>
                  <a:lnTo>
                    <a:pt x="2498916" y="2169933"/>
                  </a:lnTo>
                  <a:lnTo>
                    <a:pt x="2499009" y="2169933"/>
                  </a:lnTo>
                  <a:lnTo>
                    <a:pt x="2499103" y="2169933"/>
                  </a:lnTo>
                  <a:lnTo>
                    <a:pt x="2499196" y="2169933"/>
                  </a:lnTo>
                  <a:lnTo>
                    <a:pt x="2499289" y="2169933"/>
                  </a:lnTo>
                  <a:lnTo>
                    <a:pt x="2499382" y="2169933"/>
                  </a:lnTo>
                  <a:lnTo>
                    <a:pt x="2499476" y="2169933"/>
                  </a:lnTo>
                  <a:lnTo>
                    <a:pt x="2499569" y="2169933"/>
                  </a:lnTo>
                  <a:lnTo>
                    <a:pt x="2499662" y="2169933"/>
                  </a:lnTo>
                  <a:lnTo>
                    <a:pt x="2499755" y="2169933"/>
                  </a:lnTo>
                  <a:lnTo>
                    <a:pt x="2499849" y="2169933"/>
                  </a:lnTo>
                  <a:lnTo>
                    <a:pt x="2499942" y="2169933"/>
                  </a:lnTo>
                  <a:lnTo>
                    <a:pt x="2500035" y="2169933"/>
                  </a:lnTo>
                  <a:lnTo>
                    <a:pt x="2500128" y="2169933"/>
                  </a:lnTo>
                  <a:lnTo>
                    <a:pt x="2500222" y="2169933"/>
                  </a:lnTo>
                  <a:lnTo>
                    <a:pt x="2500315" y="2169933"/>
                  </a:lnTo>
                  <a:lnTo>
                    <a:pt x="2500408" y="2169933"/>
                  </a:lnTo>
                  <a:lnTo>
                    <a:pt x="2500501" y="2169933"/>
                  </a:lnTo>
                  <a:lnTo>
                    <a:pt x="2500595" y="2169933"/>
                  </a:lnTo>
                  <a:lnTo>
                    <a:pt x="2500688" y="2169933"/>
                  </a:lnTo>
                  <a:lnTo>
                    <a:pt x="2500781" y="2169933"/>
                  </a:lnTo>
                  <a:lnTo>
                    <a:pt x="2500874" y="2169933"/>
                  </a:lnTo>
                  <a:lnTo>
                    <a:pt x="2500968" y="2169933"/>
                  </a:lnTo>
                  <a:lnTo>
                    <a:pt x="2501061" y="2169933"/>
                  </a:lnTo>
                  <a:lnTo>
                    <a:pt x="2501154" y="2169933"/>
                  </a:lnTo>
                  <a:lnTo>
                    <a:pt x="2501247" y="2169933"/>
                  </a:lnTo>
                  <a:lnTo>
                    <a:pt x="2501341" y="2169933"/>
                  </a:lnTo>
                  <a:lnTo>
                    <a:pt x="2501434" y="2169933"/>
                  </a:lnTo>
                  <a:lnTo>
                    <a:pt x="2501527" y="2169933"/>
                  </a:lnTo>
                  <a:lnTo>
                    <a:pt x="2501620" y="2169933"/>
                  </a:lnTo>
                  <a:lnTo>
                    <a:pt x="2501714" y="2169933"/>
                  </a:lnTo>
                  <a:lnTo>
                    <a:pt x="2501807" y="2169933"/>
                  </a:lnTo>
                  <a:lnTo>
                    <a:pt x="2501900" y="2169933"/>
                  </a:lnTo>
                  <a:lnTo>
                    <a:pt x="2501993" y="2169933"/>
                  </a:lnTo>
                  <a:lnTo>
                    <a:pt x="2502087" y="2169933"/>
                  </a:lnTo>
                  <a:lnTo>
                    <a:pt x="2502180" y="2169933"/>
                  </a:lnTo>
                  <a:lnTo>
                    <a:pt x="2502273" y="2169933"/>
                  </a:lnTo>
                  <a:lnTo>
                    <a:pt x="2502366" y="2169933"/>
                  </a:lnTo>
                  <a:lnTo>
                    <a:pt x="2502460" y="2169933"/>
                  </a:lnTo>
                  <a:lnTo>
                    <a:pt x="2502553" y="2169933"/>
                  </a:lnTo>
                  <a:lnTo>
                    <a:pt x="2502646" y="2169933"/>
                  </a:lnTo>
                  <a:lnTo>
                    <a:pt x="2502739" y="2169933"/>
                  </a:lnTo>
                  <a:lnTo>
                    <a:pt x="2502833" y="2169933"/>
                  </a:lnTo>
                  <a:lnTo>
                    <a:pt x="2502926" y="2169933"/>
                  </a:lnTo>
                  <a:lnTo>
                    <a:pt x="2503019" y="2169933"/>
                  </a:lnTo>
                  <a:lnTo>
                    <a:pt x="2503112" y="2169933"/>
                  </a:lnTo>
                  <a:lnTo>
                    <a:pt x="2503206" y="2169933"/>
                  </a:lnTo>
                  <a:lnTo>
                    <a:pt x="2503299" y="2169933"/>
                  </a:lnTo>
                  <a:lnTo>
                    <a:pt x="2503392" y="2169933"/>
                  </a:lnTo>
                  <a:lnTo>
                    <a:pt x="2503485" y="2169933"/>
                  </a:lnTo>
                  <a:lnTo>
                    <a:pt x="2503579" y="2169933"/>
                  </a:lnTo>
                  <a:lnTo>
                    <a:pt x="2503579" y="2159979"/>
                  </a:lnTo>
                  <a:lnTo>
                    <a:pt x="2503672" y="2159979"/>
                  </a:lnTo>
                  <a:lnTo>
                    <a:pt x="2503765" y="2159979"/>
                  </a:lnTo>
                  <a:lnTo>
                    <a:pt x="2503858" y="2159979"/>
                  </a:lnTo>
                  <a:lnTo>
                    <a:pt x="2503952" y="2159979"/>
                  </a:lnTo>
                  <a:lnTo>
                    <a:pt x="2504045" y="2159979"/>
                  </a:lnTo>
                  <a:lnTo>
                    <a:pt x="2504138" y="2159979"/>
                  </a:lnTo>
                  <a:lnTo>
                    <a:pt x="2504231" y="2159979"/>
                  </a:lnTo>
                  <a:lnTo>
                    <a:pt x="2504325" y="2159979"/>
                  </a:lnTo>
                  <a:lnTo>
                    <a:pt x="2504418" y="2159979"/>
                  </a:lnTo>
                  <a:lnTo>
                    <a:pt x="2504511" y="2159979"/>
                  </a:lnTo>
                  <a:lnTo>
                    <a:pt x="2504604" y="2159979"/>
                  </a:lnTo>
                  <a:lnTo>
                    <a:pt x="2504697" y="2159979"/>
                  </a:lnTo>
                  <a:lnTo>
                    <a:pt x="2504791" y="2159979"/>
                  </a:lnTo>
                  <a:lnTo>
                    <a:pt x="2504884" y="2159979"/>
                  </a:lnTo>
                  <a:lnTo>
                    <a:pt x="2504977" y="2159979"/>
                  </a:lnTo>
                  <a:lnTo>
                    <a:pt x="2505070" y="2159979"/>
                  </a:lnTo>
                  <a:lnTo>
                    <a:pt x="2505164" y="2159979"/>
                  </a:lnTo>
                  <a:lnTo>
                    <a:pt x="2505257" y="2159979"/>
                  </a:lnTo>
                  <a:lnTo>
                    <a:pt x="2505350" y="2159979"/>
                  </a:lnTo>
                  <a:lnTo>
                    <a:pt x="2505443" y="2159979"/>
                  </a:lnTo>
                  <a:lnTo>
                    <a:pt x="2505537" y="2159979"/>
                  </a:lnTo>
                  <a:lnTo>
                    <a:pt x="2505630" y="2159979"/>
                  </a:lnTo>
                  <a:lnTo>
                    <a:pt x="2505723" y="2159979"/>
                  </a:lnTo>
                  <a:lnTo>
                    <a:pt x="2505816" y="2159979"/>
                  </a:lnTo>
                  <a:lnTo>
                    <a:pt x="2505910" y="2159979"/>
                  </a:lnTo>
                  <a:lnTo>
                    <a:pt x="2506003" y="2159979"/>
                  </a:lnTo>
                  <a:lnTo>
                    <a:pt x="2506096" y="2159979"/>
                  </a:lnTo>
                  <a:lnTo>
                    <a:pt x="2506189" y="2159979"/>
                  </a:lnTo>
                  <a:lnTo>
                    <a:pt x="2506283" y="2159979"/>
                  </a:lnTo>
                  <a:lnTo>
                    <a:pt x="2506376" y="2159979"/>
                  </a:lnTo>
                  <a:lnTo>
                    <a:pt x="2506469" y="2159979"/>
                  </a:lnTo>
                  <a:lnTo>
                    <a:pt x="2506562" y="2159979"/>
                  </a:lnTo>
                  <a:lnTo>
                    <a:pt x="2506656" y="2159979"/>
                  </a:lnTo>
                  <a:lnTo>
                    <a:pt x="2506749" y="2159979"/>
                  </a:lnTo>
                  <a:lnTo>
                    <a:pt x="2506842" y="2159979"/>
                  </a:lnTo>
                  <a:lnTo>
                    <a:pt x="2506935" y="2159979"/>
                  </a:lnTo>
                  <a:lnTo>
                    <a:pt x="2507029" y="2159979"/>
                  </a:lnTo>
                  <a:lnTo>
                    <a:pt x="2507122" y="2159979"/>
                  </a:lnTo>
                  <a:lnTo>
                    <a:pt x="2507215" y="2159979"/>
                  </a:lnTo>
                  <a:lnTo>
                    <a:pt x="2507308" y="2159979"/>
                  </a:lnTo>
                  <a:lnTo>
                    <a:pt x="2507402" y="2159979"/>
                  </a:lnTo>
                  <a:lnTo>
                    <a:pt x="2507495" y="2159979"/>
                  </a:lnTo>
                  <a:lnTo>
                    <a:pt x="2507588" y="2159979"/>
                  </a:lnTo>
                  <a:lnTo>
                    <a:pt x="2507681" y="2159979"/>
                  </a:lnTo>
                  <a:lnTo>
                    <a:pt x="2507775" y="2159979"/>
                  </a:lnTo>
                  <a:lnTo>
                    <a:pt x="2507868" y="2159979"/>
                  </a:lnTo>
                  <a:lnTo>
                    <a:pt x="2507961" y="2159979"/>
                  </a:lnTo>
                  <a:lnTo>
                    <a:pt x="2508054" y="2159979"/>
                  </a:lnTo>
                  <a:lnTo>
                    <a:pt x="2508148" y="2159979"/>
                  </a:lnTo>
                  <a:lnTo>
                    <a:pt x="2508241" y="2159979"/>
                  </a:lnTo>
                  <a:lnTo>
                    <a:pt x="2508334" y="2159979"/>
                  </a:lnTo>
                  <a:lnTo>
                    <a:pt x="2508427" y="2159979"/>
                  </a:lnTo>
                  <a:lnTo>
                    <a:pt x="2508521" y="2159979"/>
                  </a:lnTo>
                  <a:lnTo>
                    <a:pt x="2508614" y="2159979"/>
                  </a:lnTo>
                  <a:lnTo>
                    <a:pt x="2508707" y="2159979"/>
                  </a:lnTo>
                  <a:lnTo>
                    <a:pt x="2508707" y="2150025"/>
                  </a:lnTo>
                  <a:lnTo>
                    <a:pt x="2508800" y="2150025"/>
                  </a:lnTo>
                  <a:lnTo>
                    <a:pt x="2508894" y="2150025"/>
                  </a:lnTo>
                  <a:lnTo>
                    <a:pt x="2508987" y="2150025"/>
                  </a:lnTo>
                  <a:lnTo>
                    <a:pt x="2509080" y="2150025"/>
                  </a:lnTo>
                  <a:lnTo>
                    <a:pt x="2509173" y="2150025"/>
                  </a:lnTo>
                  <a:lnTo>
                    <a:pt x="2509267" y="2150025"/>
                  </a:lnTo>
                  <a:lnTo>
                    <a:pt x="2509360" y="2150025"/>
                  </a:lnTo>
                  <a:lnTo>
                    <a:pt x="2509453" y="2150025"/>
                  </a:lnTo>
                  <a:lnTo>
                    <a:pt x="2509546" y="2150025"/>
                  </a:lnTo>
                  <a:lnTo>
                    <a:pt x="2509640" y="2150025"/>
                  </a:lnTo>
                  <a:lnTo>
                    <a:pt x="2509733" y="2150025"/>
                  </a:lnTo>
                  <a:lnTo>
                    <a:pt x="2509826" y="2150025"/>
                  </a:lnTo>
                  <a:lnTo>
                    <a:pt x="2509919" y="2150025"/>
                  </a:lnTo>
                  <a:lnTo>
                    <a:pt x="2510013" y="2150025"/>
                  </a:lnTo>
                  <a:lnTo>
                    <a:pt x="2510106" y="2150025"/>
                  </a:lnTo>
                  <a:lnTo>
                    <a:pt x="2510199" y="2150025"/>
                  </a:lnTo>
                  <a:lnTo>
                    <a:pt x="2510292" y="2150025"/>
                  </a:lnTo>
                  <a:lnTo>
                    <a:pt x="2510386" y="2150025"/>
                  </a:lnTo>
                  <a:lnTo>
                    <a:pt x="2510479" y="2150025"/>
                  </a:lnTo>
                  <a:lnTo>
                    <a:pt x="2510572" y="2150025"/>
                  </a:lnTo>
                  <a:lnTo>
                    <a:pt x="2510665" y="2150025"/>
                  </a:lnTo>
                  <a:lnTo>
                    <a:pt x="2510759" y="2150025"/>
                  </a:lnTo>
                  <a:lnTo>
                    <a:pt x="2510852" y="2150025"/>
                  </a:lnTo>
                  <a:lnTo>
                    <a:pt x="2510945" y="2150025"/>
                  </a:lnTo>
                  <a:lnTo>
                    <a:pt x="2511038" y="2150025"/>
                  </a:lnTo>
                  <a:lnTo>
                    <a:pt x="2511132" y="2150025"/>
                  </a:lnTo>
                  <a:lnTo>
                    <a:pt x="2511225" y="2150025"/>
                  </a:lnTo>
                  <a:lnTo>
                    <a:pt x="2511318" y="2150025"/>
                  </a:lnTo>
                  <a:lnTo>
                    <a:pt x="2511411" y="2150025"/>
                  </a:lnTo>
                  <a:lnTo>
                    <a:pt x="2511504" y="2150025"/>
                  </a:lnTo>
                  <a:lnTo>
                    <a:pt x="2511598" y="2150025"/>
                  </a:lnTo>
                  <a:lnTo>
                    <a:pt x="2511691" y="2150025"/>
                  </a:lnTo>
                  <a:lnTo>
                    <a:pt x="2511784" y="2150025"/>
                  </a:lnTo>
                  <a:lnTo>
                    <a:pt x="2511877" y="2150025"/>
                  </a:lnTo>
                  <a:lnTo>
                    <a:pt x="2511971" y="2150025"/>
                  </a:lnTo>
                  <a:lnTo>
                    <a:pt x="2512064" y="2150025"/>
                  </a:lnTo>
                  <a:lnTo>
                    <a:pt x="2512157" y="2150025"/>
                  </a:lnTo>
                  <a:lnTo>
                    <a:pt x="2512250" y="2150025"/>
                  </a:lnTo>
                  <a:lnTo>
                    <a:pt x="2512344" y="2150025"/>
                  </a:lnTo>
                  <a:lnTo>
                    <a:pt x="2512437" y="2150025"/>
                  </a:lnTo>
                  <a:lnTo>
                    <a:pt x="2512530" y="2150025"/>
                  </a:lnTo>
                  <a:lnTo>
                    <a:pt x="2512623" y="2150025"/>
                  </a:lnTo>
                  <a:lnTo>
                    <a:pt x="2512717" y="2150025"/>
                  </a:lnTo>
                  <a:lnTo>
                    <a:pt x="2512810" y="2150025"/>
                  </a:lnTo>
                  <a:lnTo>
                    <a:pt x="2512903" y="2150025"/>
                  </a:lnTo>
                  <a:lnTo>
                    <a:pt x="2512996" y="2150025"/>
                  </a:lnTo>
                  <a:lnTo>
                    <a:pt x="2513090" y="2150025"/>
                  </a:lnTo>
                  <a:lnTo>
                    <a:pt x="2513183" y="2150025"/>
                  </a:lnTo>
                  <a:lnTo>
                    <a:pt x="2513276" y="2150025"/>
                  </a:lnTo>
                  <a:lnTo>
                    <a:pt x="2513369" y="2150025"/>
                  </a:lnTo>
                  <a:lnTo>
                    <a:pt x="2513463" y="2150025"/>
                  </a:lnTo>
                  <a:lnTo>
                    <a:pt x="2513556" y="2150025"/>
                  </a:lnTo>
                  <a:lnTo>
                    <a:pt x="2513649" y="2150025"/>
                  </a:lnTo>
                  <a:lnTo>
                    <a:pt x="2513742" y="2150025"/>
                  </a:lnTo>
                  <a:lnTo>
                    <a:pt x="2513836" y="2150025"/>
                  </a:lnTo>
                  <a:lnTo>
                    <a:pt x="2513929" y="2150025"/>
                  </a:lnTo>
                  <a:lnTo>
                    <a:pt x="2514022" y="2150025"/>
                  </a:lnTo>
                  <a:lnTo>
                    <a:pt x="2514115" y="2150025"/>
                  </a:lnTo>
                  <a:lnTo>
                    <a:pt x="2514209" y="2150025"/>
                  </a:lnTo>
                  <a:lnTo>
                    <a:pt x="2514302" y="2150025"/>
                  </a:lnTo>
                  <a:lnTo>
                    <a:pt x="2514395" y="2150025"/>
                  </a:lnTo>
                  <a:lnTo>
                    <a:pt x="2514488" y="2150025"/>
                  </a:lnTo>
                  <a:lnTo>
                    <a:pt x="2514582" y="2150025"/>
                  </a:lnTo>
                  <a:lnTo>
                    <a:pt x="2514675" y="2150025"/>
                  </a:lnTo>
                  <a:lnTo>
                    <a:pt x="2514768" y="2150025"/>
                  </a:lnTo>
                  <a:lnTo>
                    <a:pt x="2514861" y="2150025"/>
                  </a:lnTo>
                  <a:lnTo>
                    <a:pt x="2514955" y="2150025"/>
                  </a:lnTo>
                  <a:lnTo>
                    <a:pt x="2515048" y="2150025"/>
                  </a:lnTo>
                  <a:lnTo>
                    <a:pt x="2515141" y="2150025"/>
                  </a:lnTo>
                  <a:lnTo>
                    <a:pt x="2515234" y="2150025"/>
                  </a:lnTo>
                  <a:lnTo>
                    <a:pt x="2515328" y="2150025"/>
                  </a:lnTo>
                  <a:lnTo>
                    <a:pt x="2515421" y="2150025"/>
                  </a:lnTo>
                  <a:lnTo>
                    <a:pt x="2515514" y="2150025"/>
                  </a:lnTo>
                  <a:lnTo>
                    <a:pt x="2515607" y="2150025"/>
                  </a:lnTo>
                  <a:lnTo>
                    <a:pt x="2515701" y="2150025"/>
                  </a:lnTo>
                  <a:lnTo>
                    <a:pt x="2515794" y="2150025"/>
                  </a:lnTo>
                  <a:lnTo>
                    <a:pt x="2515887" y="2150025"/>
                  </a:lnTo>
                  <a:lnTo>
                    <a:pt x="2515980" y="2150025"/>
                  </a:lnTo>
                  <a:lnTo>
                    <a:pt x="2516074" y="2150025"/>
                  </a:lnTo>
                  <a:lnTo>
                    <a:pt x="2516167" y="2150025"/>
                  </a:lnTo>
                  <a:lnTo>
                    <a:pt x="2516260" y="2150025"/>
                  </a:lnTo>
                  <a:lnTo>
                    <a:pt x="2516353" y="2150025"/>
                  </a:lnTo>
                  <a:lnTo>
                    <a:pt x="2516447" y="2150025"/>
                  </a:lnTo>
                  <a:lnTo>
                    <a:pt x="2516540" y="2150025"/>
                  </a:lnTo>
                  <a:lnTo>
                    <a:pt x="2516633" y="2150025"/>
                  </a:lnTo>
                  <a:lnTo>
                    <a:pt x="2516726" y="2150025"/>
                  </a:lnTo>
                  <a:lnTo>
                    <a:pt x="2516820" y="2150025"/>
                  </a:lnTo>
                  <a:lnTo>
                    <a:pt x="2516913" y="2150025"/>
                  </a:lnTo>
                  <a:lnTo>
                    <a:pt x="2517006" y="2150025"/>
                  </a:lnTo>
                  <a:lnTo>
                    <a:pt x="2517099" y="2150025"/>
                  </a:lnTo>
                  <a:lnTo>
                    <a:pt x="2517193" y="2150025"/>
                  </a:lnTo>
                  <a:lnTo>
                    <a:pt x="2517286" y="2150025"/>
                  </a:lnTo>
                  <a:lnTo>
                    <a:pt x="2517379" y="2150025"/>
                  </a:lnTo>
                  <a:lnTo>
                    <a:pt x="2517472" y="2150025"/>
                  </a:lnTo>
                  <a:lnTo>
                    <a:pt x="2517566" y="2150025"/>
                  </a:lnTo>
                  <a:lnTo>
                    <a:pt x="2517659" y="2150025"/>
                  </a:lnTo>
                  <a:lnTo>
                    <a:pt x="2517752" y="2150025"/>
                  </a:lnTo>
                  <a:lnTo>
                    <a:pt x="2517845" y="2150025"/>
                  </a:lnTo>
                  <a:lnTo>
                    <a:pt x="2517939" y="2150025"/>
                  </a:lnTo>
                  <a:lnTo>
                    <a:pt x="2518032" y="2150025"/>
                  </a:lnTo>
                  <a:lnTo>
                    <a:pt x="2518125" y="2150025"/>
                  </a:lnTo>
                  <a:lnTo>
                    <a:pt x="2518218" y="2150025"/>
                  </a:lnTo>
                  <a:lnTo>
                    <a:pt x="2518312" y="2150025"/>
                  </a:lnTo>
                  <a:lnTo>
                    <a:pt x="2518405" y="2150025"/>
                  </a:lnTo>
                  <a:lnTo>
                    <a:pt x="2518498" y="2150025"/>
                  </a:lnTo>
                  <a:lnTo>
                    <a:pt x="2518591" y="2150025"/>
                  </a:lnTo>
                  <a:lnTo>
                    <a:pt x="2518684" y="2150025"/>
                  </a:lnTo>
                  <a:lnTo>
                    <a:pt x="2518778" y="2150025"/>
                  </a:lnTo>
                  <a:lnTo>
                    <a:pt x="2518871" y="2150025"/>
                  </a:lnTo>
                  <a:lnTo>
                    <a:pt x="2518964" y="2150025"/>
                  </a:lnTo>
                  <a:lnTo>
                    <a:pt x="2519057" y="2150025"/>
                  </a:lnTo>
                  <a:lnTo>
                    <a:pt x="2519151" y="2150025"/>
                  </a:lnTo>
                  <a:lnTo>
                    <a:pt x="2519244" y="2150025"/>
                  </a:lnTo>
                  <a:lnTo>
                    <a:pt x="2519337" y="2150025"/>
                  </a:lnTo>
                  <a:lnTo>
                    <a:pt x="2519430" y="2150025"/>
                  </a:lnTo>
                  <a:lnTo>
                    <a:pt x="2519524" y="2150025"/>
                  </a:lnTo>
                  <a:lnTo>
                    <a:pt x="2519617" y="2150025"/>
                  </a:lnTo>
                  <a:lnTo>
                    <a:pt x="2519710" y="2150025"/>
                  </a:lnTo>
                  <a:lnTo>
                    <a:pt x="2519803" y="2150025"/>
                  </a:lnTo>
                  <a:lnTo>
                    <a:pt x="2519897" y="2150025"/>
                  </a:lnTo>
                  <a:lnTo>
                    <a:pt x="2519990" y="2150025"/>
                  </a:lnTo>
                  <a:lnTo>
                    <a:pt x="2520083" y="2150025"/>
                  </a:lnTo>
                  <a:lnTo>
                    <a:pt x="2520176" y="2150025"/>
                  </a:lnTo>
                  <a:lnTo>
                    <a:pt x="2520270" y="2150025"/>
                  </a:lnTo>
                  <a:lnTo>
                    <a:pt x="2520363" y="2150025"/>
                  </a:lnTo>
                  <a:lnTo>
                    <a:pt x="2520456" y="2150025"/>
                  </a:lnTo>
                  <a:lnTo>
                    <a:pt x="2520549" y="2150025"/>
                  </a:lnTo>
                  <a:lnTo>
                    <a:pt x="2520643" y="2150025"/>
                  </a:lnTo>
                  <a:lnTo>
                    <a:pt x="2520736" y="2150025"/>
                  </a:lnTo>
                  <a:lnTo>
                    <a:pt x="2520829" y="2150025"/>
                  </a:lnTo>
                  <a:lnTo>
                    <a:pt x="2520922" y="2150025"/>
                  </a:lnTo>
                  <a:lnTo>
                    <a:pt x="2521016" y="2150025"/>
                  </a:lnTo>
                  <a:lnTo>
                    <a:pt x="2521109" y="2150025"/>
                  </a:lnTo>
                  <a:lnTo>
                    <a:pt x="2521202" y="2150025"/>
                  </a:lnTo>
                  <a:lnTo>
                    <a:pt x="2521295" y="2150025"/>
                  </a:lnTo>
                  <a:lnTo>
                    <a:pt x="2521389" y="2150025"/>
                  </a:lnTo>
                  <a:lnTo>
                    <a:pt x="2521482" y="2150025"/>
                  </a:lnTo>
                  <a:lnTo>
                    <a:pt x="2521575" y="2150025"/>
                  </a:lnTo>
                  <a:lnTo>
                    <a:pt x="2521668" y="2150025"/>
                  </a:lnTo>
                  <a:lnTo>
                    <a:pt x="2521762" y="2150025"/>
                  </a:lnTo>
                  <a:lnTo>
                    <a:pt x="2521855" y="2150025"/>
                  </a:lnTo>
                  <a:lnTo>
                    <a:pt x="2521948" y="2150025"/>
                  </a:lnTo>
                  <a:lnTo>
                    <a:pt x="2522041" y="2150025"/>
                  </a:lnTo>
                  <a:lnTo>
                    <a:pt x="2522135" y="2150025"/>
                  </a:lnTo>
                  <a:lnTo>
                    <a:pt x="2522228" y="2150025"/>
                  </a:lnTo>
                  <a:lnTo>
                    <a:pt x="2522321" y="2150025"/>
                  </a:lnTo>
                  <a:lnTo>
                    <a:pt x="2522414" y="2150025"/>
                  </a:lnTo>
                  <a:lnTo>
                    <a:pt x="2522508" y="2150025"/>
                  </a:lnTo>
                  <a:lnTo>
                    <a:pt x="2522601" y="2150025"/>
                  </a:lnTo>
                  <a:lnTo>
                    <a:pt x="2522694" y="2150025"/>
                  </a:lnTo>
                  <a:lnTo>
                    <a:pt x="2522787" y="2150025"/>
                  </a:lnTo>
                  <a:lnTo>
                    <a:pt x="2522881" y="2150025"/>
                  </a:lnTo>
                  <a:lnTo>
                    <a:pt x="2522974" y="2150025"/>
                  </a:lnTo>
                  <a:lnTo>
                    <a:pt x="2523067" y="2150025"/>
                  </a:lnTo>
                  <a:lnTo>
                    <a:pt x="2523160" y="2150025"/>
                  </a:lnTo>
                  <a:lnTo>
                    <a:pt x="2523254" y="2150025"/>
                  </a:lnTo>
                  <a:lnTo>
                    <a:pt x="2523347" y="2150025"/>
                  </a:lnTo>
                  <a:lnTo>
                    <a:pt x="2523440" y="2150025"/>
                  </a:lnTo>
                  <a:lnTo>
                    <a:pt x="2523533" y="2150025"/>
                  </a:lnTo>
                  <a:lnTo>
                    <a:pt x="2523627" y="2150025"/>
                  </a:lnTo>
                  <a:lnTo>
                    <a:pt x="2523720" y="2150025"/>
                  </a:lnTo>
                  <a:lnTo>
                    <a:pt x="2523813" y="2150025"/>
                  </a:lnTo>
                  <a:lnTo>
                    <a:pt x="2523906" y="2150025"/>
                  </a:lnTo>
                  <a:lnTo>
                    <a:pt x="2524000" y="2150025"/>
                  </a:lnTo>
                  <a:lnTo>
                    <a:pt x="2524093" y="2150025"/>
                  </a:lnTo>
                  <a:lnTo>
                    <a:pt x="2524186" y="2150025"/>
                  </a:lnTo>
                  <a:lnTo>
                    <a:pt x="2524279" y="2150025"/>
                  </a:lnTo>
                  <a:lnTo>
                    <a:pt x="2524373" y="2150025"/>
                  </a:lnTo>
                  <a:lnTo>
                    <a:pt x="2524466" y="2150025"/>
                  </a:lnTo>
                  <a:lnTo>
                    <a:pt x="2524559" y="2150025"/>
                  </a:lnTo>
                  <a:lnTo>
                    <a:pt x="2524652" y="2150025"/>
                  </a:lnTo>
                  <a:lnTo>
                    <a:pt x="2524746" y="2150025"/>
                  </a:lnTo>
                  <a:lnTo>
                    <a:pt x="2524839" y="2150025"/>
                  </a:lnTo>
                  <a:lnTo>
                    <a:pt x="2524932" y="2150025"/>
                  </a:lnTo>
                  <a:lnTo>
                    <a:pt x="2525025" y="2150025"/>
                  </a:lnTo>
                  <a:lnTo>
                    <a:pt x="2525119" y="2150025"/>
                  </a:lnTo>
                  <a:lnTo>
                    <a:pt x="2525212" y="2150025"/>
                  </a:lnTo>
                  <a:lnTo>
                    <a:pt x="2525305" y="2150025"/>
                  </a:lnTo>
                  <a:lnTo>
                    <a:pt x="2525305" y="2140071"/>
                  </a:lnTo>
                  <a:lnTo>
                    <a:pt x="2525398" y="2140071"/>
                  </a:lnTo>
                  <a:lnTo>
                    <a:pt x="2525491" y="2140071"/>
                  </a:lnTo>
                  <a:lnTo>
                    <a:pt x="2525585" y="2140071"/>
                  </a:lnTo>
                  <a:lnTo>
                    <a:pt x="2525678" y="2140071"/>
                  </a:lnTo>
                  <a:lnTo>
                    <a:pt x="2525771" y="2140071"/>
                  </a:lnTo>
                  <a:lnTo>
                    <a:pt x="2525864" y="2140071"/>
                  </a:lnTo>
                  <a:lnTo>
                    <a:pt x="2525958" y="2140071"/>
                  </a:lnTo>
                  <a:lnTo>
                    <a:pt x="2526051" y="2140071"/>
                  </a:lnTo>
                  <a:lnTo>
                    <a:pt x="2526144" y="2140071"/>
                  </a:lnTo>
                  <a:lnTo>
                    <a:pt x="2526237" y="2140071"/>
                  </a:lnTo>
                  <a:lnTo>
                    <a:pt x="2526331" y="2140071"/>
                  </a:lnTo>
                  <a:lnTo>
                    <a:pt x="2526424" y="2140071"/>
                  </a:lnTo>
                  <a:lnTo>
                    <a:pt x="2526517" y="2140071"/>
                  </a:lnTo>
                  <a:lnTo>
                    <a:pt x="2526610" y="2140071"/>
                  </a:lnTo>
                  <a:lnTo>
                    <a:pt x="2526704" y="2140071"/>
                  </a:lnTo>
                  <a:lnTo>
                    <a:pt x="2526797" y="2140071"/>
                  </a:lnTo>
                  <a:lnTo>
                    <a:pt x="2526890" y="2140071"/>
                  </a:lnTo>
                  <a:lnTo>
                    <a:pt x="2526983" y="2140071"/>
                  </a:lnTo>
                  <a:lnTo>
                    <a:pt x="2527077" y="2140071"/>
                  </a:lnTo>
                  <a:lnTo>
                    <a:pt x="2527170" y="2140071"/>
                  </a:lnTo>
                  <a:lnTo>
                    <a:pt x="2527263" y="2140071"/>
                  </a:lnTo>
                  <a:lnTo>
                    <a:pt x="2527356" y="2140071"/>
                  </a:lnTo>
                  <a:lnTo>
                    <a:pt x="2527450" y="2140071"/>
                  </a:lnTo>
                  <a:lnTo>
                    <a:pt x="2527543" y="2140071"/>
                  </a:lnTo>
                  <a:lnTo>
                    <a:pt x="2527636" y="2140071"/>
                  </a:lnTo>
                  <a:lnTo>
                    <a:pt x="2527729" y="2140071"/>
                  </a:lnTo>
                  <a:lnTo>
                    <a:pt x="2527823" y="2140071"/>
                  </a:lnTo>
                  <a:lnTo>
                    <a:pt x="2527916" y="2140071"/>
                  </a:lnTo>
                  <a:lnTo>
                    <a:pt x="2528009" y="2140071"/>
                  </a:lnTo>
                  <a:lnTo>
                    <a:pt x="2528102" y="2140071"/>
                  </a:lnTo>
                  <a:lnTo>
                    <a:pt x="2528196" y="2140071"/>
                  </a:lnTo>
                  <a:lnTo>
                    <a:pt x="2528196" y="2130118"/>
                  </a:lnTo>
                  <a:lnTo>
                    <a:pt x="2528289" y="2130118"/>
                  </a:lnTo>
                  <a:lnTo>
                    <a:pt x="2528382" y="2130118"/>
                  </a:lnTo>
                  <a:lnTo>
                    <a:pt x="2528475" y="2130118"/>
                  </a:lnTo>
                  <a:lnTo>
                    <a:pt x="2528569" y="2130118"/>
                  </a:lnTo>
                  <a:lnTo>
                    <a:pt x="2528662" y="2130118"/>
                  </a:lnTo>
                  <a:lnTo>
                    <a:pt x="2528755" y="2130118"/>
                  </a:lnTo>
                  <a:lnTo>
                    <a:pt x="2528848" y="2130118"/>
                  </a:lnTo>
                  <a:lnTo>
                    <a:pt x="2528942" y="2130118"/>
                  </a:lnTo>
                  <a:lnTo>
                    <a:pt x="2529035" y="2130118"/>
                  </a:lnTo>
                  <a:lnTo>
                    <a:pt x="2529128" y="2130118"/>
                  </a:lnTo>
                  <a:lnTo>
                    <a:pt x="2529221" y="2130118"/>
                  </a:lnTo>
                  <a:lnTo>
                    <a:pt x="2529315" y="2130118"/>
                  </a:lnTo>
                  <a:lnTo>
                    <a:pt x="2529408" y="2130118"/>
                  </a:lnTo>
                  <a:lnTo>
                    <a:pt x="2529501" y="2130118"/>
                  </a:lnTo>
                  <a:lnTo>
                    <a:pt x="2529594" y="2130118"/>
                  </a:lnTo>
                  <a:lnTo>
                    <a:pt x="2529688" y="2130118"/>
                  </a:lnTo>
                  <a:lnTo>
                    <a:pt x="2529781" y="2130118"/>
                  </a:lnTo>
                  <a:lnTo>
                    <a:pt x="2529874" y="2130118"/>
                  </a:lnTo>
                  <a:lnTo>
                    <a:pt x="2529967" y="2130118"/>
                  </a:lnTo>
                  <a:lnTo>
                    <a:pt x="2530061" y="2130118"/>
                  </a:lnTo>
                  <a:lnTo>
                    <a:pt x="2530154" y="2130118"/>
                  </a:lnTo>
                  <a:lnTo>
                    <a:pt x="2530247" y="2130118"/>
                  </a:lnTo>
                  <a:lnTo>
                    <a:pt x="2530340" y="2130118"/>
                  </a:lnTo>
                  <a:lnTo>
                    <a:pt x="2530434" y="2130118"/>
                  </a:lnTo>
                  <a:lnTo>
                    <a:pt x="2530527" y="2130118"/>
                  </a:lnTo>
                  <a:lnTo>
                    <a:pt x="2530620" y="2130118"/>
                  </a:lnTo>
                  <a:lnTo>
                    <a:pt x="2530713" y="2130118"/>
                  </a:lnTo>
                  <a:lnTo>
                    <a:pt x="2530807" y="2130118"/>
                  </a:lnTo>
                  <a:lnTo>
                    <a:pt x="2530900" y="2130118"/>
                  </a:lnTo>
                  <a:lnTo>
                    <a:pt x="2530993" y="2130118"/>
                  </a:lnTo>
                  <a:lnTo>
                    <a:pt x="2531086" y="2130118"/>
                  </a:lnTo>
                  <a:lnTo>
                    <a:pt x="2531180" y="2130118"/>
                  </a:lnTo>
                  <a:lnTo>
                    <a:pt x="2531273" y="2130118"/>
                  </a:lnTo>
                  <a:lnTo>
                    <a:pt x="2531366" y="2130118"/>
                  </a:lnTo>
                  <a:lnTo>
                    <a:pt x="2531459" y="2130118"/>
                  </a:lnTo>
                  <a:lnTo>
                    <a:pt x="2531553" y="2130118"/>
                  </a:lnTo>
                  <a:lnTo>
                    <a:pt x="2531646" y="2130118"/>
                  </a:lnTo>
                  <a:lnTo>
                    <a:pt x="2531739" y="2130118"/>
                  </a:lnTo>
                  <a:lnTo>
                    <a:pt x="2531832" y="2130118"/>
                  </a:lnTo>
                  <a:lnTo>
                    <a:pt x="2531926" y="2130118"/>
                  </a:lnTo>
                  <a:lnTo>
                    <a:pt x="2532019" y="2130118"/>
                  </a:lnTo>
                  <a:lnTo>
                    <a:pt x="2532112" y="2130118"/>
                  </a:lnTo>
                  <a:lnTo>
                    <a:pt x="2532205" y="2130118"/>
                  </a:lnTo>
                  <a:lnTo>
                    <a:pt x="2532298" y="2130118"/>
                  </a:lnTo>
                  <a:lnTo>
                    <a:pt x="2532392" y="2130118"/>
                  </a:lnTo>
                  <a:lnTo>
                    <a:pt x="2532485" y="2130118"/>
                  </a:lnTo>
                  <a:lnTo>
                    <a:pt x="2532578" y="2130118"/>
                  </a:lnTo>
                  <a:lnTo>
                    <a:pt x="2532671" y="2130118"/>
                  </a:lnTo>
                  <a:lnTo>
                    <a:pt x="2532765" y="2130118"/>
                  </a:lnTo>
                  <a:lnTo>
                    <a:pt x="2532858" y="2130118"/>
                  </a:lnTo>
                  <a:lnTo>
                    <a:pt x="2532951" y="2130118"/>
                  </a:lnTo>
                  <a:lnTo>
                    <a:pt x="2533044" y="2130118"/>
                  </a:lnTo>
                  <a:lnTo>
                    <a:pt x="2533138" y="2130118"/>
                  </a:lnTo>
                  <a:lnTo>
                    <a:pt x="2533231" y="2130118"/>
                  </a:lnTo>
                  <a:lnTo>
                    <a:pt x="2533324" y="2130118"/>
                  </a:lnTo>
                  <a:lnTo>
                    <a:pt x="2533417" y="2130118"/>
                  </a:lnTo>
                  <a:lnTo>
                    <a:pt x="2533511" y="2130118"/>
                  </a:lnTo>
                  <a:lnTo>
                    <a:pt x="2533604" y="2130118"/>
                  </a:lnTo>
                  <a:lnTo>
                    <a:pt x="2533697" y="2130118"/>
                  </a:lnTo>
                  <a:lnTo>
                    <a:pt x="2533790" y="2130118"/>
                  </a:lnTo>
                  <a:lnTo>
                    <a:pt x="2533884" y="2130118"/>
                  </a:lnTo>
                  <a:lnTo>
                    <a:pt x="2533977" y="2130118"/>
                  </a:lnTo>
                  <a:lnTo>
                    <a:pt x="2534070" y="2130118"/>
                  </a:lnTo>
                  <a:lnTo>
                    <a:pt x="2534163" y="2130118"/>
                  </a:lnTo>
                  <a:lnTo>
                    <a:pt x="2534257" y="2130118"/>
                  </a:lnTo>
                  <a:lnTo>
                    <a:pt x="2534350" y="2130118"/>
                  </a:lnTo>
                  <a:lnTo>
                    <a:pt x="2534443" y="2130118"/>
                  </a:lnTo>
                  <a:lnTo>
                    <a:pt x="2534536" y="2130118"/>
                  </a:lnTo>
                  <a:lnTo>
                    <a:pt x="2534630" y="2130118"/>
                  </a:lnTo>
                  <a:lnTo>
                    <a:pt x="2534723" y="2130118"/>
                  </a:lnTo>
                  <a:lnTo>
                    <a:pt x="2534816" y="2130118"/>
                  </a:lnTo>
                  <a:lnTo>
                    <a:pt x="2534909" y="2130118"/>
                  </a:lnTo>
                  <a:lnTo>
                    <a:pt x="2535003" y="2130118"/>
                  </a:lnTo>
                  <a:lnTo>
                    <a:pt x="2535096" y="2130118"/>
                  </a:lnTo>
                  <a:lnTo>
                    <a:pt x="2535189" y="2130118"/>
                  </a:lnTo>
                  <a:lnTo>
                    <a:pt x="2535282" y="2130118"/>
                  </a:lnTo>
                  <a:lnTo>
                    <a:pt x="2535376" y="2130118"/>
                  </a:lnTo>
                  <a:lnTo>
                    <a:pt x="2535469" y="2130118"/>
                  </a:lnTo>
                  <a:lnTo>
                    <a:pt x="2535562" y="2130118"/>
                  </a:lnTo>
                  <a:lnTo>
                    <a:pt x="2535655" y="2130118"/>
                  </a:lnTo>
                  <a:lnTo>
                    <a:pt x="2535749" y="2130118"/>
                  </a:lnTo>
                  <a:lnTo>
                    <a:pt x="2535842" y="2130118"/>
                  </a:lnTo>
                  <a:lnTo>
                    <a:pt x="2535935" y="2130118"/>
                  </a:lnTo>
                  <a:lnTo>
                    <a:pt x="2536028" y="2130118"/>
                  </a:lnTo>
                  <a:lnTo>
                    <a:pt x="2536122" y="2130118"/>
                  </a:lnTo>
                  <a:lnTo>
                    <a:pt x="2536215" y="2130118"/>
                  </a:lnTo>
                  <a:lnTo>
                    <a:pt x="2536308" y="2130118"/>
                  </a:lnTo>
                  <a:lnTo>
                    <a:pt x="2536401" y="2130118"/>
                  </a:lnTo>
                  <a:lnTo>
                    <a:pt x="2536495" y="2130118"/>
                  </a:lnTo>
                  <a:lnTo>
                    <a:pt x="2536588" y="2130118"/>
                  </a:lnTo>
                  <a:lnTo>
                    <a:pt x="2536681" y="2130118"/>
                  </a:lnTo>
                  <a:lnTo>
                    <a:pt x="2536774" y="2130118"/>
                  </a:lnTo>
                  <a:lnTo>
                    <a:pt x="2536868" y="2130118"/>
                  </a:lnTo>
                  <a:lnTo>
                    <a:pt x="2536961" y="2130118"/>
                  </a:lnTo>
                  <a:lnTo>
                    <a:pt x="2537054" y="2130118"/>
                  </a:lnTo>
                  <a:lnTo>
                    <a:pt x="2537147" y="2130118"/>
                  </a:lnTo>
                  <a:lnTo>
                    <a:pt x="2537241" y="2130118"/>
                  </a:lnTo>
                  <a:lnTo>
                    <a:pt x="2537334" y="2130118"/>
                  </a:lnTo>
                  <a:lnTo>
                    <a:pt x="2537427" y="2130118"/>
                  </a:lnTo>
                  <a:lnTo>
                    <a:pt x="2537520" y="2130118"/>
                  </a:lnTo>
                  <a:lnTo>
                    <a:pt x="2537614" y="2130118"/>
                  </a:lnTo>
                  <a:lnTo>
                    <a:pt x="2537707" y="2130118"/>
                  </a:lnTo>
                  <a:lnTo>
                    <a:pt x="2537800" y="2130118"/>
                  </a:lnTo>
                  <a:lnTo>
                    <a:pt x="2537893" y="2130118"/>
                  </a:lnTo>
                  <a:lnTo>
                    <a:pt x="2537987" y="2130118"/>
                  </a:lnTo>
                  <a:lnTo>
                    <a:pt x="2538080" y="2130118"/>
                  </a:lnTo>
                  <a:lnTo>
                    <a:pt x="2538173" y="2130118"/>
                  </a:lnTo>
                  <a:lnTo>
                    <a:pt x="2538266" y="2130118"/>
                  </a:lnTo>
                  <a:lnTo>
                    <a:pt x="2538360" y="2130118"/>
                  </a:lnTo>
                  <a:lnTo>
                    <a:pt x="2538453" y="2130118"/>
                  </a:lnTo>
                  <a:lnTo>
                    <a:pt x="2538546" y="2130118"/>
                  </a:lnTo>
                  <a:lnTo>
                    <a:pt x="2538639" y="2130118"/>
                  </a:lnTo>
                  <a:lnTo>
                    <a:pt x="2538733" y="2130118"/>
                  </a:lnTo>
                  <a:lnTo>
                    <a:pt x="2538826" y="2130118"/>
                  </a:lnTo>
                  <a:lnTo>
                    <a:pt x="2538919" y="2130118"/>
                  </a:lnTo>
                  <a:lnTo>
                    <a:pt x="2539012" y="2130118"/>
                  </a:lnTo>
                  <a:lnTo>
                    <a:pt x="2539106" y="2130118"/>
                  </a:lnTo>
                  <a:lnTo>
                    <a:pt x="2539199" y="2130118"/>
                  </a:lnTo>
                  <a:lnTo>
                    <a:pt x="2539292" y="2130118"/>
                  </a:lnTo>
                  <a:lnTo>
                    <a:pt x="2539385" y="2130118"/>
                  </a:lnTo>
                  <a:lnTo>
                    <a:pt x="2539478" y="2130118"/>
                  </a:lnTo>
                  <a:lnTo>
                    <a:pt x="2539572" y="2130118"/>
                  </a:lnTo>
                  <a:lnTo>
                    <a:pt x="2539665" y="2130118"/>
                  </a:lnTo>
                  <a:lnTo>
                    <a:pt x="2539758" y="2130118"/>
                  </a:lnTo>
                  <a:lnTo>
                    <a:pt x="2539851" y="2130118"/>
                  </a:lnTo>
                  <a:lnTo>
                    <a:pt x="2539945" y="2130118"/>
                  </a:lnTo>
                  <a:lnTo>
                    <a:pt x="2540038" y="2130118"/>
                  </a:lnTo>
                  <a:lnTo>
                    <a:pt x="2540131" y="2130118"/>
                  </a:lnTo>
                  <a:lnTo>
                    <a:pt x="2540224" y="2130118"/>
                  </a:lnTo>
                  <a:lnTo>
                    <a:pt x="2540318" y="2130118"/>
                  </a:lnTo>
                  <a:lnTo>
                    <a:pt x="2540411" y="2130118"/>
                  </a:lnTo>
                  <a:lnTo>
                    <a:pt x="2540504" y="2130118"/>
                  </a:lnTo>
                  <a:lnTo>
                    <a:pt x="2540597" y="2130118"/>
                  </a:lnTo>
                  <a:lnTo>
                    <a:pt x="2540691" y="2130118"/>
                  </a:lnTo>
                  <a:lnTo>
                    <a:pt x="2540784" y="2130118"/>
                  </a:lnTo>
                  <a:lnTo>
                    <a:pt x="2540877" y="2130118"/>
                  </a:lnTo>
                  <a:lnTo>
                    <a:pt x="2540970" y="2130118"/>
                  </a:lnTo>
                  <a:lnTo>
                    <a:pt x="2541064" y="2130118"/>
                  </a:lnTo>
                  <a:lnTo>
                    <a:pt x="2541157" y="2130118"/>
                  </a:lnTo>
                  <a:lnTo>
                    <a:pt x="2541250" y="2130118"/>
                  </a:lnTo>
                  <a:lnTo>
                    <a:pt x="2541343" y="2130118"/>
                  </a:lnTo>
                  <a:lnTo>
                    <a:pt x="2541437" y="2130118"/>
                  </a:lnTo>
                  <a:lnTo>
                    <a:pt x="2541530" y="2130118"/>
                  </a:lnTo>
                  <a:lnTo>
                    <a:pt x="2541623" y="2130118"/>
                  </a:lnTo>
                  <a:lnTo>
                    <a:pt x="2541716" y="2130118"/>
                  </a:lnTo>
                  <a:lnTo>
                    <a:pt x="2541810" y="2130118"/>
                  </a:lnTo>
                  <a:lnTo>
                    <a:pt x="2541903" y="2130118"/>
                  </a:lnTo>
                  <a:lnTo>
                    <a:pt x="2541996" y="2130118"/>
                  </a:lnTo>
                  <a:lnTo>
                    <a:pt x="2542089" y="2130118"/>
                  </a:lnTo>
                  <a:lnTo>
                    <a:pt x="2542183" y="2130118"/>
                  </a:lnTo>
                  <a:lnTo>
                    <a:pt x="2542276" y="2130118"/>
                  </a:lnTo>
                  <a:lnTo>
                    <a:pt x="2542369" y="2130118"/>
                  </a:lnTo>
                  <a:lnTo>
                    <a:pt x="2542462" y="2130118"/>
                  </a:lnTo>
                  <a:lnTo>
                    <a:pt x="2542556" y="2130118"/>
                  </a:lnTo>
                  <a:lnTo>
                    <a:pt x="2542649" y="2130118"/>
                  </a:lnTo>
                  <a:lnTo>
                    <a:pt x="2542742" y="2130118"/>
                  </a:lnTo>
                  <a:lnTo>
                    <a:pt x="2542835" y="2130118"/>
                  </a:lnTo>
                  <a:lnTo>
                    <a:pt x="2542929" y="2130118"/>
                  </a:lnTo>
                  <a:lnTo>
                    <a:pt x="2543022" y="2130118"/>
                  </a:lnTo>
                  <a:lnTo>
                    <a:pt x="2543115" y="2130118"/>
                  </a:lnTo>
                  <a:lnTo>
                    <a:pt x="2543208" y="2130118"/>
                  </a:lnTo>
                  <a:lnTo>
                    <a:pt x="2543302" y="2130118"/>
                  </a:lnTo>
                  <a:lnTo>
                    <a:pt x="2543395" y="2130118"/>
                  </a:lnTo>
                  <a:lnTo>
                    <a:pt x="2543488" y="2130118"/>
                  </a:lnTo>
                  <a:lnTo>
                    <a:pt x="2543581" y="2130118"/>
                  </a:lnTo>
                  <a:lnTo>
                    <a:pt x="2543675" y="2130118"/>
                  </a:lnTo>
                  <a:lnTo>
                    <a:pt x="2543768" y="2130118"/>
                  </a:lnTo>
                  <a:lnTo>
                    <a:pt x="2543861" y="2130118"/>
                  </a:lnTo>
                  <a:lnTo>
                    <a:pt x="2543954" y="2130118"/>
                  </a:lnTo>
                  <a:lnTo>
                    <a:pt x="2544048" y="2130118"/>
                  </a:lnTo>
                  <a:lnTo>
                    <a:pt x="2544141" y="2130118"/>
                  </a:lnTo>
                  <a:lnTo>
                    <a:pt x="2544234" y="2130118"/>
                  </a:lnTo>
                  <a:lnTo>
                    <a:pt x="2544327" y="2130118"/>
                  </a:lnTo>
                  <a:lnTo>
                    <a:pt x="2544421" y="2130118"/>
                  </a:lnTo>
                  <a:lnTo>
                    <a:pt x="2544514" y="2130118"/>
                  </a:lnTo>
                  <a:lnTo>
                    <a:pt x="2544607" y="2130118"/>
                  </a:lnTo>
                  <a:lnTo>
                    <a:pt x="2544700" y="2130118"/>
                  </a:lnTo>
                  <a:lnTo>
                    <a:pt x="2544794" y="2130118"/>
                  </a:lnTo>
                  <a:lnTo>
                    <a:pt x="2544887" y="2130118"/>
                  </a:lnTo>
                  <a:lnTo>
                    <a:pt x="2544980" y="2130118"/>
                  </a:lnTo>
                  <a:lnTo>
                    <a:pt x="2545073" y="2130118"/>
                  </a:lnTo>
                  <a:lnTo>
                    <a:pt x="2545167" y="2130118"/>
                  </a:lnTo>
                  <a:lnTo>
                    <a:pt x="2545260" y="2130118"/>
                  </a:lnTo>
                  <a:lnTo>
                    <a:pt x="2545353" y="2130118"/>
                  </a:lnTo>
                  <a:lnTo>
                    <a:pt x="2545446" y="2130118"/>
                  </a:lnTo>
                  <a:lnTo>
                    <a:pt x="2545540" y="2130118"/>
                  </a:lnTo>
                  <a:lnTo>
                    <a:pt x="2545633" y="2130118"/>
                  </a:lnTo>
                  <a:lnTo>
                    <a:pt x="2545726" y="2130118"/>
                  </a:lnTo>
                  <a:lnTo>
                    <a:pt x="2545819" y="2130118"/>
                  </a:lnTo>
                  <a:lnTo>
                    <a:pt x="2545913" y="2130118"/>
                  </a:lnTo>
                  <a:lnTo>
                    <a:pt x="2546006" y="2130118"/>
                  </a:lnTo>
                  <a:lnTo>
                    <a:pt x="2546099" y="2130118"/>
                  </a:lnTo>
                  <a:lnTo>
                    <a:pt x="2546192" y="2130118"/>
                  </a:lnTo>
                  <a:lnTo>
                    <a:pt x="2546285" y="2130118"/>
                  </a:lnTo>
                  <a:lnTo>
                    <a:pt x="2546379" y="2130118"/>
                  </a:lnTo>
                  <a:lnTo>
                    <a:pt x="2546472" y="2130118"/>
                  </a:lnTo>
                  <a:lnTo>
                    <a:pt x="2546565" y="2130118"/>
                  </a:lnTo>
                  <a:lnTo>
                    <a:pt x="2546658" y="2130118"/>
                  </a:lnTo>
                  <a:lnTo>
                    <a:pt x="2546752" y="2130118"/>
                  </a:lnTo>
                  <a:lnTo>
                    <a:pt x="2546845" y="2130118"/>
                  </a:lnTo>
                  <a:lnTo>
                    <a:pt x="2546938" y="2130118"/>
                  </a:lnTo>
                  <a:lnTo>
                    <a:pt x="2547031" y="2130118"/>
                  </a:lnTo>
                  <a:lnTo>
                    <a:pt x="2547125" y="2130118"/>
                  </a:lnTo>
                  <a:lnTo>
                    <a:pt x="2547218" y="2130118"/>
                  </a:lnTo>
                  <a:lnTo>
                    <a:pt x="2547311" y="2130118"/>
                  </a:lnTo>
                  <a:lnTo>
                    <a:pt x="2547404" y="2130118"/>
                  </a:lnTo>
                  <a:lnTo>
                    <a:pt x="2547498" y="2130118"/>
                  </a:lnTo>
                  <a:lnTo>
                    <a:pt x="2547591" y="2130118"/>
                  </a:lnTo>
                  <a:lnTo>
                    <a:pt x="2547591" y="2120164"/>
                  </a:lnTo>
                  <a:lnTo>
                    <a:pt x="2547684" y="2120164"/>
                  </a:lnTo>
                  <a:lnTo>
                    <a:pt x="2547777" y="2120164"/>
                  </a:lnTo>
                  <a:lnTo>
                    <a:pt x="2547871" y="2120164"/>
                  </a:lnTo>
                  <a:lnTo>
                    <a:pt x="2547964" y="2120164"/>
                  </a:lnTo>
                  <a:lnTo>
                    <a:pt x="2548057" y="2120164"/>
                  </a:lnTo>
                  <a:lnTo>
                    <a:pt x="2548150" y="2120164"/>
                  </a:lnTo>
                  <a:lnTo>
                    <a:pt x="2548244" y="2120164"/>
                  </a:lnTo>
                  <a:lnTo>
                    <a:pt x="2548337" y="2120164"/>
                  </a:lnTo>
                  <a:lnTo>
                    <a:pt x="2548430" y="2120164"/>
                  </a:lnTo>
                  <a:lnTo>
                    <a:pt x="2548523" y="2120164"/>
                  </a:lnTo>
                  <a:lnTo>
                    <a:pt x="2548617" y="2120164"/>
                  </a:lnTo>
                  <a:lnTo>
                    <a:pt x="2548710" y="2120164"/>
                  </a:lnTo>
                  <a:lnTo>
                    <a:pt x="2548803" y="2120164"/>
                  </a:lnTo>
                  <a:lnTo>
                    <a:pt x="2548896" y="2120164"/>
                  </a:lnTo>
                  <a:lnTo>
                    <a:pt x="2548990" y="2120164"/>
                  </a:lnTo>
                  <a:lnTo>
                    <a:pt x="2549083" y="2120164"/>
                  </a:lnTo>
                  <a:lnTo>
                    <a:pt x="2549176" y="2120164"/>
                  </a:lnTo>
                  <a:lnTo>
                    <a:pt x="2549269" y="2120164"/>
                  </a:lnTo>
                  <a:lnTo>
                    <a:pt x="2549363" y="2120164"/>
                  </a:lnTo>
                  <a:lnTo>
                    <a:pt x="2549456" y="2120164"/>
                  </a:lnTo>
                  <a:lnTo>
                    <a:pt x="2549549" y="2120164"/>
                  </a:lnTo>
                  <a:lnTo>
                    <a:pt x="2549642" y="2120164"/>
                  </a:lnTo>
                  <a:lnTo>
                    <a:pt x="2549736" y="2120164"/>
                  </a:lnTo>
                  <a:lnTo>
                    <a:pt x="2549829" y="2120164"/>
                  </a:lnTo>
                  <a:lnTo>
                    <a:pt x="2549922" y="2120164"/>
                  </a:lnTo>
                  <a:lnTo>
                    <a:pt x="2550015" y="2120164"/>
                  </a:lnTo>
                  <a:lnTo>
                    <a:pt x="2550109" y="2120164"/>
                  </a:lnTo>
                  <a:lnTo>
                    <a:pt x="2550202" y="2120164"/>
                  </a:lnTo>
                  <a:lnTo>
                    <a:pt x="2550295" y="2120164"/>
                  </a:lnTo>
                  <a:lnTo>
                    <a:pt x="2550388" y="2120164"/>
                  </a:lnTo>
                  <a:lnTo>
                    <a:pt x="2550482" y="2120164"/>
                  </a:lnTo>
                  <a:lnTo>
                    <a:pt x="2550575" y="2120164"/>
                  </a:lnTo>
                  <a:lnTo>
                    <a:pt x="2550668" y="2120164"/>
                  </a:lnTo>
                  <a:lnTo>
                    <a:pt x="2550761" y="2120164"/>
                  </a:lnTo>
                  <a:lnTo>
                    <a:pt x="2550855" y="2120164"/>
                  </a:lnTo>
                  <a:lnTo>
                    <a:pt x="2550948" y="2120164"/>
                  </a:lnTo>
                  <a:lnTo>
                    <a:pt x="2551041" y="2120164"/>
                  </a:lnTo>
                  <a:lnTo>
                    <a:pt x="2551134" y="2120164"/>
                  </a:lnTo>
                  <a:lnTo>
                    <a:pt x="2551228" y="2120164"/>
                  </a:lnTo>
                  <a:lnTo>
                    <a:pt x="2551321" y="2120164"/>
                  </a:lnTo>
                  <a:lnTo>
                    <a:pt x="2551414" y="2120164"/>
                  </a:lnTo>
                  <a:lnTo>
                    <a:pt x="2551507" y="2120164"/>
                  </a:lnTo>
                  <a:lnTo>
                    <a:pt x="2551601" y="2120164"/>
                  </a:lnTo>
                  <a:lnTo>
                    <a:pt x="2551694" y="2120164"/>
                  </a:lnTo>
                  <a:lnTo>
                    <a:pt x="2551787" y="2120164"/>
                  </a:lnTo>
                  <a:lnTo>
                    <a:pt x="2551880" y="2120164"/>
                  </a:lnTo>
                  <a:lnTo>
                    <a:pt x="2551974" y="2120164"/>
                  </a:lnTo>
                  <a:lnTo>
                    <a:pt x="2552067" y="2120164"/>
                  </a:lnTo>
                  <a:lnTo>
                    <a:pt x="2552160" y="2120164"/>
                  </a:lnTo>
                  <a:lnTo>
                    <a:pt x="2552253" y="2120164"/>
                  </a:lnTo>
                  <a:lnTo>
                    <a:pt x="2552347" y="2120164"/>
                  </a:lnTo>
                  <a:lnTo>
                    <a:pt x="2552440" y="2120164"/>
                  </a:lnTo>
                  <a:lnTo>
                    <a:pt x="2552533" y="2120164"/>
                  </a:lnTo>
                  <a:lnTo>
                    <a:pt x="2552626" y="2120164"/>
                  </a:lnTo>
                  <a:lnTo>
                    <a:pt x="2552720" y="2120164"/>
                  </a:lnTo>
                  <a:lnTo>
                    <a:pt x="2552813" y="2120164"/>
                  </a:lnTo>
                  <a:lnTo>
                    <a:pt x="2552906" y="2120164"/>
                  </a:lnTo>
                  <a:lnTo>
                    <a:pt x="2552999" y="2120164"/>
                  </a:lnTo>
                  <a:lnTo>
                    <a:pt x="2553093" y="2120164"/>
                  </a:lnTo>
                  <a:lnTo>
                    <a:pt x="2553186" y="2120164"/>
                  </a:lnTo>
                  <a:lnTo>
                    <a:pt x="2553279" y="2120164"/>
                  </a:lnTo>
                  <a:lnTo>
                    <a:pt x="2553372" y="2120164"/>
                  </a:lnTo>
                  <a:lnTo>
                    <a:pt x="2553465" y="2120164"/>
                  </a:lnTo>
                  <a:lnTo>
                    <a:pt x="2553559" y="2120164"/>
                  </a:lnTo>
                  <a:lnTo>
                    <a:pt x="2553652" y="2120164"/>
                  </a:lnTo>
                  <a:lnTo>
                    <a:pt x="2553745" y="2120164"/>
                  </a:lnTo>
                  <a:lnTo>
                    <a:pt x="2553838" y="2120164"/>
                  </a:lnTo>
                  <a:lnTo>
                    <a:pt x="2553932" y="2120164"/>
                  </a:lnTo>
                  <a:lnTo>
                    <a:pt x="2554025" y="2120164"/>
                  </a:lnTo>
                  <a:lnTo>
                    <a:pt x="2554118" y="2120164"/>
                  </a:lnTo>
                  <a:lnTo>
                    <a:pt x="2554118" y="2110210"/>
                  </a:lnTo>
                  <a:lnTo>
                    <a:pt x="2554211" y="2110210"/>
                  </a:lnTo>
                  <a:lnTo>
                    <a:pt x="2554305" y="2110210"/>
                  </a:lnTo>
                  <a:lnTo>
                    <a:pt x="2554398" y="2110210"/>
                  </a:lnTo>
                  <a:lnTo>
                    <a:pt x="2554491" y="2110210"/>
                  </a:lnTo>
                  <a:lnTo>
                    <a:pt x="2554584" y="2110210"/>
                  </a:lnTo>
                  <a:lnTo>
                    <a:pt x="2554678" y="2110210"/>
                  </a:lnTo>
                  <a:lnTo>
                    <a:pt x="2554771" y="2110210"/>
                  </a:lnTo>
                  <a:lnTo>
                    <a:pt x="2554864" y="2110210"/>
                  </a:lnTo>
                  <a:lnTo>
                    <a:pt x="2554957" y="2110210"/>
                  </a:lnTo>
                  <a:lnTo>
                    <a:pt x="2555051" y="2110210"/>
                  </a:lnTo>
                  <a:lnTo>
                    <a:pt x="2555144" y="2110210"/>
                  </a:lnTo>
                  <a:lnTo>
                    <a:pt x="2555237" y="2110210"/>
                  </a:lnTo>
                  <a:lnTo>
                    <a:pt x="2555330" y="2110210"/>
                  </a:lnTo>
                  <a:lnTo>
                    <a:pt x="2555424" y="2110210"/>
                  </a:lnTo>
                  <a:lnTo>
                    <a:pt x="2555517" y="2110210"/>
                  </a:lnTo>
                  <a:lnTo>
                    <a:pt x="2555610" y="2110210"/>
                  </a:lnTo>
                  <a:lnTo>
                    <a:pt x="2555703" y="2110210"/>
                  </a:lnTo>
                  <a:lnTo>
                    <a:pt x="2555797" y="2110210"/>
                  </a:lnTo>
                  <a:lnTo>
                    <a:pt x="2555890" y="2110210"/>
                  </a:lnTo>
                  <a:lnTo>
                    <a:pt x="2555983" y="2110210"/>
                  </a:lnTo>
                  <a:lnTo>
                    <a:pt x="2556076" y="2110210"/>
                  </a:lnTo>
                  <a:lnTo>
                    <a:pt x="2556170" y="2110210"/>
                  </a:lnTo>
                  <a:lnTo>
                    <a:pt x="2556263" y="2110210"/>
                  </a:lnTo>
                  <a:lnTo>
                    <a:pt x="2556356" y="2110210"/>
                  </a:lnTo>
                  <a:lnTo>
                    <a:pt x="2556449" y="2110210"/>
                  </a:lnTo>
                  <a:lnTo>
                    <a:pt x="2556543" y="2110210"/>
                  </a:lnTo>
                  <a:lnTo>
                    <a:pt x="2556636" y="2110210"/>
                  </a:lnTo>
                  <a:lnTo>
                    <a:pt x="2556729" y="2110210"/>
                  </a:lnTo>
                  <a:lnTo>
                    <a:pt x="2556822" y="2110210"/>
                  </a:lnTo>
                  <a:lnTo>
                    <a:pt x="2556916" y="2110210"/>
                  </a:lnTo>
                  <a:lnTo>
                    <a:pt x="2557009" y="2110210"/>
                  </a:lnTo>
                  <a:lnTo>
                    <a:pt x="2557102" y="2110210"/>
                  </a:lnTo>
                  <a:lnTo>
                    <a:pt x="2557195" y="2110210"/>
                  </a:lnTo>
                  <a:lnTo>
                    <a:pt x="2557289" y="2110210"/>
                  </a:lnTo>
                  <a:lnTo>
                    <a:pt x="2557382" y="2110210"/>
                  </a:lnTo>
                  <a:lnTo>
                    <a:pt x="2557475" y="2110210"/>
                  </a:lnTo>
                  <a:lnTo>
                    <a:pt x="2557568" y="2110210"/>
                  </a:lnTo>
                  <a:lnTo>
                    <a:pt x="2557662" y="2110210"/>
                  </a:lnTo>
                  <a:lnTo>
                    <a:pt x="2557755" y="2110210"/>
                  </a:lnTo>
                  <a:lnTo>
                    <a:pt x="2557848" y="2110210"/>
                  </a:lnTo>
                  <a:lnTo>
                    <a:pt x="2557941" y="2110210"/>
                  </a:lnTo>
                  <a:lnTo>
                    <a:pt x="2558035" y="2110210"/>
                  </a:lnTo>
                  <a:lnTo>
                    <a:pt x="2558128" y="2110210"/>
                  </a:lnTo>
                  <a:lnTo>
                    <a:pt x="2558221" y="2110210"/>
                  </a:lnTo>
                  <a:lnTo>
                    <a:pt x="2558314" y="2110210"/>
                  </a:lnTo>
                  <a:lnTo>
                    <a:pt x="2558408" y="2110210"/>
                  </a:lnTo>
                  <a:lnTo>
                    <a:pt x="2558501" y="2110210"/>
                  </a:lnTo>
                  <a:lnTo>
                    <a:pt x="2558594" y="2110210"/>
                  </a:lnTo>
                  <a:lnTo>
                    <a:pt x="2558687" y="2110210"/>
                  </a:lnTo>
                  <a:lnTo>
                    <a:pt x="2558781" y="2110210"/>
                  </a:lnTo>
                  <a:lnTo>
                    <a:pt x="2558874" y="2110210"/>
                  </a:lnTo>
                  <a:lnTo>
                    <a:pt x="2558967" y="2110210"/>
                  </a:lnTo>
                  <a:lnTo>
                    <a:pt x="2559060" y="2110210"/>
                  </a:lnTo>
                  <a:lnTo>
                    <a:pt x="2559154" y="2110210"/>
                  </a:lnTo>
                  <a:lnTo>
                    <a:pt x="2559247" y="2110210"/>
                  </a:lnTo>
                  <a:lnTo>
                    <a:pt x="2559340" y="2110210"/>
                  </a:lnTo>
                  <a:lnTo>
                    <a:pt x="2559433" y="2110210"/>
                  </a:lnTo>
                  <a:lnTo>
                    <a:pt x="2559527" y="2110210"/>
                  </a:lnTo>
                  <a:lnTo>
                    <a:pt x="2559620" y="2110210"/>
                  </a:lnTo>
                  <a:lnTo>
                    <a:pt x="2559713" y="2110210"/>
                  </a:lnTo>
                  <a:lnTo>
                    <a:pt x="2559806" y="2110210"/>
                  </a:lnTo>
                  <a:lnTo>
                    <a:pt x="2559900" y="2110210"/>
                  </a:lnTo>
                  <a:lnTo>
                    <a:pt x="2559993" y="2110210"/>
                  </a:lnTo>
                  <a:lnTo>
                    <a:pt x="2560086" y="2110210"/>
                  </a:lnTo>
                  <a:lnTo>
                    <a:pt x="2560179" y="2110210"/>
                  </a:lnTo>
                  <a:lnTo>
                    <a:pt x="2560272" y="2110210"/>
                  </a:lnTo>
                  <a:lnTo>
                    <a:pt x="2560366" y="2110210"/>
                  </a:lnTo>
                  <a:lnTo>
                    <a:pt x="2560459" y="2110210"/>
                  </a:lnTo>
                  <a:lnTo>
                    <a:pt x="2560552" y="2110210"/>
                  </a:lnTo>
                  <a:lnTo>
                    <a:pt x="2560645" y="2110210"/>
                  </a:lnTo>
                  <a:lnTo>
                    <a:pt x="2560739" y="2110210"/>
                  </a:lnTo>
                  <a:lnTo>
                    <a:pt x="2560832" y="2110210"/>
                  </a:lnTo>
                  <a:lnTo>
                    <a:pt x="2560925" y="2110210"/>
                  </a:lnTo>
                  <a:lnTo>
                    <a:pt x="2561018" y="2110210"/>
                  </a:lnTo>
                  <a:lnTo>
                    <a:pt x="2561112" y="2110210"/>
                  </a:lnTo>
                  <a:lnTo>
                    <a:pt x="2561205" y="2110210"/>
                  </a:lnTo>
                  <a:lnTo>
                    <a:pt x="2561298" y="2110210"/>
                  </a:lnTo>
                  <a:lnTo>
                    <a:pt x="2561391" y="2110210"/>
                  </a:lnTo>
                  <a:lnTo>
                    <a:pt x="2561485" y="2110210"/>
                  </a:lnTo>
                  <a:lnTo>
                    <a:pt x="2561578" y="2110210"/>
                  </a:lnTo>
                  <a:lnTo>
                    <a:pt x="2561671" y="2110210"/>
                  </a:lnTo>
                  <a:lnTo>
                    <a:pt x="2561764" y="2110210"/>
                  </a:lnTo>
                  <a:lnTo>
                    <a:pt x="2561858" y="2110210"/>
                  </a:lnTo>
                  <a:lnTo>
                    <a:pt x="2561951" y="2110210"/>
                  </a:lnTo>
                  <a:lnTo>
                    <a:pt x="2562044" y="2110210"/>
                  </a:lnTo>
                  <a:lnTo>
                    <a:pt x="2562137" y="2110210"/>
                  </a:lnTo>
                  <a:lnTo>
                    <a:pt x="2562231" y="2110210"/>
                  </a:lnTo>
                  <a:lnTo>
                    <a:pt x="2562324" y="2110210"/>
                  </a:lnTo>
                  <a:lnTo>
                    <a:pt x="2562417" y="2110210"/>
                  </a:lnTo>
                  <a:lnTo>
                    <a:pt x="2562510" y="2110210"/>
                  </a:lnTo>
                  <a:lnTo>
                    <a:pt x="2562604" y="2110210"/>
                  </a:lnTo>
                  <a:lnTo>
                    <a:pt x="2562697" y="2110210"/>
                  </a:lnTo>
                  <a:lnTo>
                    <a:pt x="2562790" y="2110210"/>
                  </a:lnTo>
                  <a:lnTo>
                    <a:pt x="2562883" y="2110210"/>
                  </a:lnTo>
                  <a:lnTo>
                    <a:pt x="2562977" y="2110210"/>
                  </a:lnTo>
                  <a:lnTo>
                    <a:pt x="2563070" y="2110210"/>
                  </a:lnTo>
                  <a:lnTo>
                    <a:pt x="2563070" y="2100256"/>
                  </a:lnTo>
                  <a:lnTo>
                    <a:pt x="2563163" y="2100256"/>
                  </a:lnTo>
                  <a:lnTo>
                    <a:pt x="2563256" y="2100256"/>
                  </a:lnTo>
                  <a:lnTo>
                    <a:pt x="2563350" y="2100256"/>
                  </a:lnTo>
                  <a:lnTo>
                    <a:pt x="2563443" y="2100256"/>
                  </a:lnTo>
                  <a:lnTo>
                    <a:pt x="2563536" y="2100256"/>
                  </a:lnTo>
                  <a:lnTo>
                    <a:pt x="2563629" y="2100256"/>
                  </a:lnTo>
                  <a:lnTo>
                    <a:pt x="2563723" y="2100256"/>
                  </a:lnTo>
                  <a:lnTo>
                    <a:pt x="2563816" y="2100256"/>
                  </a:lnTo>
                  <a:lnTo>
                    <a:pt x="2563909" y="2100256"/>
                  </a:lnTo>
                  <a:lnTo>
                    <a:pt x="2564002" y="2100256"/>
                  </a:lnTo>
                  <a:lnTo>
                    <a:pt x="2564096" y="2100256"/>
                  </a:lnTo>
                  <a:lnTo>
                    <a:pt x="2564189" y="2100256"/>
                  </a:lnTo>
                  <a:lnTo>
                    <a:pt x="2564282" y="2100256"/>
                  </a:lnTo>
                  <a:lnTo>
                    <a:pt x="2564375" y="2100256"/>
                  </a:lnTo>
                  <a:lnTo>
                    <a:pt x="2564375" y="2090302"/>
                  </a:lnTo>
                  <a:lnTo>
                    <a:pt x="2564469" y="2090302"/>
                  </a:lnTo>
                  <a:lnTo>
                    <a:pt x="2564562" y="2090302"/>
                  </a:lnTo>
                  <a:lnTo>
                    <a:pt x="2564655" y="2090302"/>
                  </a:lnTo>
                  <a:lnTo>
                    <a:pt x="2564748" y="2090302"/>
                  </a:lnTo>
                  <a:lnTo>
                    <a:pt x="2564842" y="2090302"/>
                  </a:lnTo>
                  <a:lnTo>
                    <a:pt x="2564935" y="2090302"/>
                  </a:lnTo>
                  <a:lnTo>
                    <a:pt x="2565028" y="2090302"/>
                  </a:lnTo>
                  <a:lnTo>
                    <a:pt x="2565121" y="2090302"/>
                  </a:lnTo>
                  <a:lnTo>
                    <a:pt x="2565215" y="2090302"/>
                  </a:lnTo>
                  <a:lnTo>
                    <a:pt x="2565308" y="2090302"/>
                  </a:lnTo>
                  <a:lnTo>
                    <a:pt x="2565401" y="2090302"/>
                  </a:lnTo>
                  <a:lnTo>
                    <a:pt x="2565494" y="2090302"/>
                  </a:lnTo>
                  <a:lnTo>
                    <a:pt x="2565588" y="2090302"/>
                  </a:lnTo>
                  <a:lnTo>
                    <a:pt x="2565681" y="2090302"/>
                  </a:lnTo>
                  <a:lnTo>
                    <a:pt x="2565774" y="2090302"/>
                  </a:lnTo>
                  <a:lnTo>
                    <a:pt x="2565867" y="2090302"/>
                  </a:lnTo>
                  <a:lnTo>
                    <a:pt x="2565961" y="2090302"/>
                  </a:lnTo>
                  <a:lnTo>
                    <a:pt x="2566054" y="2090302"/>
                  </a:lnTo>
                  <a:lnTo>
                    <a:pt x="2566147" y="2090302"/>
                  </a:lnTo>
                  <a:lnTo>
                    <a:pt x="2566240" y="2090302"/>
                  </a:lnTo>
                  <a:lnTo>
                    <a:pt x="2566334" y="2090302"/>
                  </a:lnTo>
                  <a:lnTo>
                    <a:pt x="2566427" y="2090302"/>
                  </a:lnTo>
                  <a:lnTo>
                    <a:pt x="2566520" y="2090302"/>
                  </a:lnTo>
                  <a:lnTo>
                    <a:pt x="2566613" y="2090302"/>
                  </a:lnTo>
                  <a:lnTo>
                    <a:pt x="2566707" y="2090302"/>
                  </a:lnTo>
                  <a:lnTo>
                    <a:pt x="2566800" y="2090302"/>
                  </a:lnTo>
                  <a:lnTo>
                    <a:pt x="2566893" y="2090302"/>
                  </a:lnTo>
                  <a:lnTo>
                    <a:pt x="2566986" y="2090302"/>
                  </a:lnTo>
                  <a:lnTo>
                    <a:pt x="2567079" y="2090302"/>
                  </a:lnTo>
                  <a:lnTo>
                    <a:pt x="2567173" y="2090302"/>
                  </a:lnTo>
                  <a:lnTo>
                    <a:pt x="2567266" y="2090302"/>
                  </a:lnTo>
                  <a:lnTo>
                    <a:pt x="2567359" y="2090302"/>
                  </a:lnTo>
                  <a:lnTo>
                    <a:pt x="2567452" y="2090302"/>
                  </a:lnTo>
                  <a:lnTo>
                    <a:pt x="2567546" y="2090302"/>
                  </a:lnTo>
                  <a:lnTo>
                    <a:pt x="2567639" y="2090302"/>
                  </a:lnTo>
                  <a:lnTo>
                    <a:pt x="2567732" y="2090302"/>
                  </a:lnTo>
                  <a:lnTo>
                    <a:pt x="2567825" y="2090302"/>
                  </a:lnTo>
                  <a:lnTo>
                    <a:pt x="2567919" y="2090302"/>
                  </a:lnTo>
                  <a:lnTo>
                    <a:pt x="2568012" y="2090302"/>
                  </a:lnTo>
                  <a:lnTo>
                    <a:pt x="2568105" y="2090302"/>
                  </a:lnTo>
                  <a:lnTo>
                    <a:pt x="2568198" y="2090302"/>
                  </a:lnTo>
                  <a:lnTo>
                    <a:pt x="2568292" y="2090302"/>
                  </a:lnTo>
                  <a:lnTo>
                    <a:pt x="2568385" y="2090302"/>
                  </a:lnTo>
                  <a:lnTo>
                    <a:pt x="2568478" y="2090302"/>
                  </a:lnTo>
                  <a:lnTo>
                    <a:pt x="2568571" y="2090302"/>
                  </a:lnTo>
                  <a:lnTo>
                    <a:pt x="2568665" y="2090302"/>
                  </a:lnTo>
                  <a:lnTo>
                    <a:pt x="2568758" y="2090302"/>
                  </a:lnTo>
                  <a:lnTo>
                    <a:pt x="2568851" y="2090302"/>
                  </a:lnTo>
                  <a:lnTo>
                    <a:pt x="2568944" y="2090302"/>
                  </a:lnTo>
                  <a:lnTo>
                    <a:pt x="2569038" y="2090302"/>
                  </a:lnTo>
                  <a:lnTo>
                    <a:pt x="2569131" y="2090302"/>
                  </a:lnTo>
                  <a:lnTo>
                    <a:pt x="2569224" y="2090302"/>
                  </a:lnTo>
                  <a:lnTo>
                    <a:pt x="2569317" y="2090302"/>
                  </a:lnTo>
                  <a:lnTo>
                    <a:pt x="2569411" y="2090302"/>
                  </a:lnTo>
                  <a:lnTo>
                    <a:pt x="2569504" y="2090302"/>
                  </a:lnTo>
                  <a:lnTo>
                    <a:pt x="2569597" y="2090302"/>
                  </a:lnTo>
                  <a:lnTo>
                    <a:pt x="2569690" y="2090302"/>
                  </a:lnTo>
                  <a:lnTo>
                    <a:pt x="2569784" y="2090302"/>
                  </a:lnTo>
                  <a:lnTo>
                    <a:pt x="2569877" y="2090302"/>
                  </a:lnTo>
                  <a:lnTo>
                    <a:pt x="2569970" y="2090302"/>
                  </a:lnTo>
                  <a:lnTo>
                    <a:pt x="2570063" y="2090302"/>
                  </a:lnTo>
                  <a:lnTo>
                    <a:pt x="2570157" y="2090302"/>
                  </a:lnTo>
                  <a:lnTo>
                    <a:pt x="2570157" y="2080348"/>
                  </a:lnTo>
                  <a:lnTo>
                    <a:pt x="2570250" y="2080348"/>
                  </a:lnTo>
                  <a:lnTo>
                    <a:pt x="2570343" y="2080348"/>
                  </a:lnTo>
                  <a:lnTo>
                    <a:pt x="2570436" y="2080348"/>
                  </a:lnTo>
                  <a:lnTo>
                    <a:pt x="2570530" y="2080348"/>
                  </a:lnTo>
                  <a:lnTo>
                    <a:pt x="2570623" y="2080348"/>
                  </a:lnTo>
                  <a:lnTo>
                    <a:pt x="2570716" y="2080348"/>
                  </a:lnTo>
                  <a:lnTo>
                    <a:pt x="2570809" y="2080348"/>
                  </a:lnTo>
                  <a:lnTo>
                    <a:pt x="2570903" y="2080348"/>
                  </a:lnTo>
                  <a:lnTo>
                    <a:pt x="2570996" y="2080348"/>
                  </a:lnTo>
                  <a:lnTo>
                    <a:pt x="2571089" y="2080348"/>
                  </a:lnTo>
                  <a:lnTo>
                    <a:pt x="2571182" y="2080348"/>
                  </a:lnTo>
                  <a:lnTo>
                    <a:pt x="2571276" y="2080348"/>
                  </a:lnTo>
                  <a:lnTo>
                    <a:pt x="2571369" y="2080348"/>
                  </a:lnTo>
                  <a:lnTo>
                    <a:pt x="2571462" y="2080348"/>
                  </a:lnTo>
                  <a:lnTo>
                    <a:pt x="2571555" y="2080348"/>
                  </a:lnTo>
                  <a:lnTo>
                    <a:pt x="2571649" y="2080348"/>
                  </a:lnTo>
                  <a:lnTo>
                    <a:pt x="2571742" y="2080348"/>
                  </a:lnTo>
                  <a:lnTo>
                    <a:pt x="2571835" y="2080348"/>
                  </a:lnTo>
                  <a:lnTo>
                    <a:pt x="2571928" y="2080348"/>
                  </a:lnTo>
                  <a:lnTo>
                    <a:pt x="2572022" y="2080348"/>
                  </a:lnTo>
                  <a:lnTo>
                    <a:pt x="2572115" y="2080348"/>
                  </a:lnTo>
                  <a:lnTo>
                    <a:pt x="2572208" y="2080348"/>
                  </a:lnTo>
                  <a:lnTo>
                    <a:pt x="2572301" y="2080348"/>
                  </a:lnTo>
                  <a:lnTo>
                    <a:pt x="2572395" y="2080348"/>
                  </a:lnTo>
                  <a:lnTo>
                    <a:pt x="2572488" y="2080348"/>
                  </a:lnTo>
                  <a:lnTo>
                    <a:pt x="2572581" y="2080348"/>
                  </a:lnTo>
                  <a:lnTo>
                    <a:pt x="2572674" y="2080348"/>
                  </a:lnTo>
                  <a:lnTo>
                    <a:pt x="2572768" y="2080348"/>
                  </a:lnTo>
                  <a:lnTo>
                    <a:pt x="2572861" y="2080348"/>
                  </a:lnTo>
                  <a:lnTo>
                    <a:pt x="2572954" y="2080348"/>
                  </a:lnTo>
                  <a:lnTo>
                    <a:pt x="2573047" y="2080348"/>
                  </a:lnTo>
                  <a:lnTo>
                    <a:pt x="2573141" y="2080348"/>
                  </a:lnTo>
                  <a:lnTo>
                    <a:pt x="2573234" y="2080348"/>
                  </a:lnTo>
                  <a:lnTo>
                    <a:pt x="2573327" y="2080348"/>
                  </a:lnTo>
                  <a:lnTo>
                    <a:pt x="2573420" y="2080348"/>
                  </a:lnTo>
                  <a:lnTo>
                    <a:pt x="2573514" y="2080348"/>
                  </a:lnTo>
                  <a:lnTo>
                    <a:pt x="2573607" y="2080348"/>
                  </a:lnTo>
                  <a:lnTo>
                    <a:pt x="2573700" y="2080348"/>
                  </a:lnTo>
                  <a:lnTo>
                    <a:pt x="2573793" y="2080348"/>
                  </a:lnTo>
                  <a:lnTo>
                    <a:pt x="2573887" y="2080348"/>
                  </a:lnTo>
                  <a:lnTo>
                    <a:pt x="2573980" y="2080348"/>
                  </a:lnTo>
                  <a:lnTo>
                    <a:pt x="2574073" y="2080348"/>
                  </a:lnTo>
                  <a:lnTo>
                    <a:pt x="2574166" y="2080348"/>
                  </a:lnTo>
                  <a:lnTo>
                    <a:pt x="2574259" y="2080348"/>
                  </a:lnTo>
                  <a:lnTo>
                    <a:pt x="2574353" y="2080348"/>
                  </a:lnTo>
                  <a:lnTo>
                    <a:pt x="2574446" y="2080348"/>
                  </a:lnTo>
                  <a:lnTo>
                    <a:pt x="2574539" y="2080348"/>
                  </a:lnTo>
                  <a:lnTo>
                    <a:pt x="2574632" y="2080348"/>
                  </a:lnTo>
                  <a:lnTo>
                    <a:pt x="2574726" y="2080348"/>
                  </a:lnTo>
                  <a:lnTo>
                    <a:pt x="2574819" y="2080348"/>
                  </a:lnTo>
                  <a:lnTo>
                    <a:pt x="2574912" y="2080348"/>
                  </a:lnTo>
                  <a:lnTo>
                    <a:pt x="2575005" y="2080348"/>
                  </a:lnTo>
                  <a:lnTo>
                    <a:pt x="2575099" y="2080348"/>
                  </a:lnTo>
                  <a:lnTo>
                    <a:pt x="2575192" y="2080348"/>
                  </a:lnTo>
                  <a:lnTo>
                    <a:pt x="2575285" y="2080348"/>
                  </a:lnTo>
                  <a:lnTo>
                    <a:pt x="2575378" y="2080348"/>
                  </a:lnTo>
                  <a:lnTo>
                    <a:pt x="2575472" y="2080348"/>
                  </a:lnTo>
                  <a:lnTo>
                    <a:pt x="2575565" y="2080348"/>
                  </a:lnTo>
                  <a:lnTo>
                    <a:pt x="2575658" y="2080348"/>
                  </a:lnTo>
                  <a:lnTo>
                    <a:pt x="2575751" y="2080348"/>
                  </a:lnTo>
                  <a:lnTo>
                    <a:pt x="2575845" y="2080348"/>
                  </a:lnTo>
                  <a:lnTo>
                    <a:pt x="2575938" y="2080348"/>
                  </a:lnTo>
                  <a:lnTo>
                    <a:pt x="2576031" y="2080348"/>
                  </a:lnTo>
                  <a:lnTo>
                    <a:pt x="2576124" y="2080348"/>
                  </a:lnTo>
                  <a:lnTo>
                    <a:pt x="2576218" y="2080348"/>
                  </a:lnTo>
                  <a:lnTo>
                    <a:pt x="2576311" y="2080348"/>
                  </a:lnTo>
                  <a:lnTo>
                    <a:pt x="2576404" y="2080348"/>
                  </a:lnTo>
                  <a:lnTo>
                    <a:pt x="2576497" y="2080348"/>
                  </a:lnTo>
                  <a:lnTo>
                    <a:pt x="2576591" y="2080348"/>
                  </a:lnTo>
                  <a:lnTo>
                    <a:pt x="2576684" y="2080348"/>
                  </a:lnTo>
                  <a:lnTo>
                    <a:pt x="2576777" y="2080348"/>
                  </a:lnTo>
                  <a:lnTo>
                    <a:pt x="2576870" y="2080348"/>
                  </a:lnTo>
                  <a:lnTo>
                    <a:pt x="2576964" y="2080348"/>
                  </a:lnTo>
                  <a:lnTo>
                    <a:pt x="2577057" y="2080348"/>
                  </a:lnTo>
                  <a:lnTo>
                    <a:pt x="2577150" y="2080348"/>
                  </a:lnTo>
                  <a:lnTo>
                    <a:pt x="2577243" y="2080348"/>
                  </a:lnTo>
                  <a:lnTo>
                    <a:pt x="2577243" y="2070395"/>
                  </a:lnTo>
                  <a:lnTo>
                    <a:pt x="2577337" y="2070395"/>
                  </a:lnTo>
                  <a:lnTo>
                    <a:pt x="2577430" y="2070395"/>
                  </a:lnTo>
                  <a:lnTo>
                    <a:pt x="2577523" y="2070395"/>
                  </a:lnTo>
                  <a:lnTo>
                    <a:pt x="2577616" y="2070395"/>
                  </a:lnTo>
                  <a:lnTo>
                    <a:pt x="2577710" y="2070395"/>
                  </a:lnTo>
                  <a:lnTo>
                    <a:pt x="2577803" y="2070395"/>
                  </a:lnTo>
                  <a:lnTo>
                    <a:pt x="2577896" y="2070395"/>
                  </a:lnTo>
                  <a:lnTo>
                    <a:pt x="2577989" y="2070395"/>
                  </a:lnTo>
                  <a:lnTo>
                    <a:pt x="2578083" y="2070395"/>
                  </a:lnTo>
                  <a:lnTo>
                    <a:pt x="2578176" y="2070395"/>
                  </a:lnTo>
                  <a:lnTo>
                    <a:pt x="2578269" y="2070395"/>
                  </a:lnTo>
                  <a:lnTo>
                    <a:pt x="2578362" y="2070395"/>
                  </a:lnTo>
                  <a:lnTo>
                    <a:pt x="2578456" y="2070395"/>
                  </a:lnTo>
                  <a:lnTo>
                    <a:pt x="2578549" y="2070395"/>
                  </a:lnTo>
                  <a:lnTo>
                    <a:pt x="2578642" y="2070395"/>
                  </a:lnTo>
                  <a:lnTo>
                    <a:pt x="2578735" y="2070395"/>
                  </a:lnTo>
                  <a:lnTo>
                    <a:pt x="2578829" y="2070395"/>
                  </a:lnTo>
                  <a:lnTo>
                    <a:pt x="2578922" y="2070395"/>
                  </a:lnTo>
                  <a:lnTo>
                    <a:pt x="2579015" y="2070395"/>
                  </a:lnTo>
                  <a:lnTo>
                    <a:pt x="2579108" y="2070395"/>
                  </a:lnTo>
                  <a:lnTo>
                    <a:pt x="2579202" y="2070395"/>
                  </a:lnTo>
                  <a:lnTo>
                    <a:pt x="2579295" y="2070395"/>
                  </a:lnTo>
                  <a:lnTo>
                    <a:pt x="2579388" y="2070395"/>
                  </a:lnTo>
                  <a:lnTo>
                    <a:pt x="2579481" y="2070395"/>
                  </a:lnTo>
                  <a:lnTo>
                    <a:pt x="2579575" y="2070395"/>
                  </a:lnTo>
                  <a:lnTo>
                    <a:pt x="2579668" y="2070395"/>
                  </a:lnTo>
                  <a:lnTo>
                    <a:pt x="2579761" y="2070395"/>
                  </a:lnTo>
                  <a:lnTo>
                    <a:pt x="2579854" y="2070395"/>
                  </a:lnTo>
                  <a:lnTo>
                    <a:pt x="2579948" y="2070395"/>
                  </a:lnTo>
                  <a:lnTo>
                    <a:pt x="2580041" y="2070395"/>
                  </a:lnTo>
                  <a:lnTo>
                    <a:pt x="2580134" y="2070395"/>
                  </a:lnTo>
                  <a:lnTo>
                    <a:pt x="2580227" y="2070395"/>
                  </a:lnTo>
                  <a:lnTo>
                    <a:pt x="2580321" y="2070395"/>
                  </a:lnTo>
                  <a:lnTo>
                    <a:pt x="2580414" y="2070395"/>
                  </a:lnTo>
                  <a:lnTo>
                    <a:pt x="2580507" y="2070395"/>
                  </a:lnTo>
                  <a:lnTo>
                    <a:pt x="2580600" y="2070395"/>
                  </a:lnTo>
                  <a:lnTo>
                    <a:pt x="2580694" y="2070395"/>
                  </a:lnTo>
                  <a:lnTo>
                    <a:pt x="2580694" y="2060441"/>
                  </a:lnTo>
                  <a:lnTo>
                    <a:pt x="2580787" y="2060441"/>
                  </a:lnTo>
                  <a:lnTo>
                    <a:pt x="2580880" y="2060441"/>
                  </a:lnTo>
                  <a:lnTo>
                    <a:pt x="2580973" y="2060441"/>
                  </a:lnTo>
                  <a:lnTo>
                    <a:pt x="2581066" y="2060441"/>
                  </a:lnTo>
                  <a:lnTo>
                    <a:pt x="2581160" y="2060441"/>
                  </a:lnTo>
                  <a:lnTo>
                    <a:pt x="2581253" y="2060441"/>
                  </a:lnTo>
                  <a:lnTo>
                    <a:pt x="2581346" y="2060441"/>
                  </a:lnTo>
                  <a:lnTo>
                    <a:pt x="2581439" y="2060441"/>
                  </a:lnTo>
                  <a:lnTo>
                    <a:pt x="2581533" y="2060441"/>
                  </a:lnTo>
                  <a:lnTo>
                    <a:pt x="2581626" y="2060441"/>
                  </a:lnTo>
                  <a:lnTo>
                    <a:pt x="2581719" y="2060441"/>
                  </a:lnTo>
                  <a:lnTo>
                    <a:pt x="2581812" y="2060441"/>
                  </a:lnTo>
                  <a:lnTo>
                    <a:pt x="2581906" y="2060441"/>
                  </a:lnTo>
                  <a:lnTo>
                    <a:pt x="2581999" y="2060441"/>
                  </a:lnTo>
                  <a:lnTo>
                    <a:pt x="2582092" y="2060441"/>
                  </a:lnTo>
                  <a:lnTo>
                    <a:pt x="2582185" y="2060441"/>
                  </a:lnTo>
                  <a:lnTo>
                    <a:pt x="2582279" y="2060441"/>
                  </a:lnTo>
                  <a:lnTo>
                    <a:pt x="2582372" y="2060441"/>
                  </a:lnTo>
                  <a:lnTo>
                    <a:pt x="2582465" y="2060441"/>
                  </a:lnTo>
                  <a:lnTo>
                    <a:pt x="2582558" y="2060441"/>
                  </a:lnTo>
                  <a:lnTo>
                    <a:pt x="2582652" y="2060441"/>
                  </a:lnTo>
                  <a:lnTo>
                    <a:pt x="2582745" y="2060441"/>
                  </a:lnTo>
                  <a:lnTo>
                    <a:pt x="2582838" y="2060441"/>
                  </a:lnTo>
                  <a:lnTo>
                    <a:pt x="2582931" y="2060441"/>
                  </a:lnTo>
                  <a:lnTo>
                    <a:pt x="2583025" y="2060441"/>
                  </a:lnTo>
                  <a:lnTo>
                    <a:pt x="2583118" y="2060441"/>
                  </a:lnTo>
                  <a:lnTo>
                    <a:pt x="2583211" y="2060441"/>
                  </a:lnTo>
                  <a:lnTo>
                    <a:pt x="2583304" y="2060441"/>
                  </a:lnTo>
                  <a:lnTo>
                    <a:pt x="2583398" y="2060441"/>
                  </a:lnTo>
                  <a:lnTo>
                    <a:pt x="2583491" y="2060441"/>
                  </a:lnTo>
                  <a:lnTo>
                    <a:pt x="2583584" y="2060441"/>
                  </a:lnTo>
                  <a:lnTo>
                    <a:pt x="2583677" y="2060441"/>
                  </a:lnTo>
                  <a:lnTo>
                    <a:pt x="2583771" y="2060441"/>
                  </a:lnTo>
                  <a:lnTo>
                    <a:pt x="2583864" y="2060441"/>
                  </a:lnTo>
                  <a:lnTo>
                    <a:pt x="2583957" y="2060441"/>
                  </a:lnTo>
                  <a:lnTo>
                    <a:pt x="2584050" y="2060441"/>
                  </a:lnTo>
                  <a:lnTo>
                    <a:pt x="2584144" y="2060441"/>
                  </a:lnTo>
                  <a:lnTo>
                    <a:pt x="2584237" y="2060441"/>
                  </a:lnTo>
                  <a:lnTo>
                    <a:pt x="2584330" y="2060441"/>
                  </a:lnTo>
                  <a:lnTo>
                    <a:pt x="2584423" y="2060441"/>
                  </a:lnTo>
                  <a:lnTo>
                    <a:pt x="2584517" y="2060441"/>
                  </a:lnTo>
                  <a:lnTo>
                    <a:pt x="2584610" y="2060441"/>
                  </a:lnTo>
                  <a:lnTo>
                    <a:pt x="2584703" y="2060441"/>
                  </a:lnTo>
                  <a:lnTo>
                    <a:pt x="2584796" y="2060441"/>
                  </a:lnTo>
                  <a:lnTo>
                    <a:pt x="2584890" y="2060441"/>
                  </a:lnTo>
                  <a:lnTo>
                    <a:pt x="2584983" y="2060441"/>
                  </a:lnTo>
                  <a:lnTo>
                    <a:pt x="2585076" y="2060441"/>
                  </a:lnTo>
                  <a:lnTo>
                    <a:pt x="2585169" y="2060441"/>
                  </a:lnTo>
                  <a:lnTo>
                    <a:pt x="2585263" y="2060441"/>
                  </a:lnTo>
                  <a:lnTo>
                    <a:pt x="2585356" y="2060441"/>
                  </a:lnTo>
                  <a:lnTo>
                    <a:pt x="2585449" y="2060441"/>
                  </a:lnTo>
                  <a:lnTo>
                    <a:pt x="2585542" y="2060441"/>
                  </a:lnTo>
                  <a:lnTo>
                    <a:pt x="2585542" y="2050487"/>
                  </a:lnTo>
                  <a:lnTo>
                    <a:pt x="2585636" y="2050487"/>
                  </a:lnTo>
                  <a:lnTo>
                    <a:pt x="2585729" y="2050487"/>
                  </a:lnTo>
                  <a:lnTo>
                    <a:pt x="2585822" y="2050487"/>
                  </a:lnTo>
                  <a:lnTo>
                    <a:pt x="2585915" y="2050487"/>
                  </a:lnTo>
                  <a:lnTo>
                    <a:pt x="2586009" y="2050487"/>
                  </a:lnTo>
                  <a:lnTo>
                    <a:pt x="2586102" y="2050487"/>
                  </a:lnTo>
                  <a:lnTo>
                    <a:pt x="2586195" y="2050487"/>
                  </a:lnTo>
                  <a:lnTo>
                    <a:pt x="2586288" y="2050487"/>
                  </a:lnTo>
                  <a:lnTo>
                    <a:pt x="2586382" y="2050487"/>
                  </a:lnTo>
                  <a:lnTo>
                    <a:pt x="2586475" y="2050487"/>
                  </a:lnTo>
                  <a:lnTo>
                    <a:pt x="2586568" y="2050487"/>
                  </a:lnTo>
                  <a:lnTo>
                    <a:pt x="2586661" y="2050487"/>
                  </a:lnTo>
                  <a:lnTo>
                    <a:pt x="2586755" y="2050487"/>
                  </a:lnTo>
                  <a:lnTo>
                    <a:pt x="2586848" y="2050487"/>
                  </a:lnTo>
                  <a:lnTo>
                    <a:pt x="2586941" y="2050487"/>
                  </a:lnTo>
                  <a:lnTo>
                    <a:pt x="2587034" y="2050487"/>
                  </a:lnTo>
                  <a:lnTo>
                    <a:pt x="2587128" y="2050487"/>
                  </a:lnTo>
                  <a:lnTo>
                    <a:pt x="2587221" y="2050487"/>
                  </a:lnTo>
                  <a:lnTo>
                    <a:pt x="2587314" y="2050487"/>
                  </a:lnTo>
                  <a:lnTo>
                    <a:pt x="2587407" y="2050487"/>
                  </a:lnTo>
                  <a:lnTo>
                    <a:pt x="2587501" y="2050487"/>
                  </a:lnTo>
                  <a:lnTo>
                    <a:pt x="2587594" y="2050487"/>
                  </a:lnTo>
                  <a:lnTo>
                    <a:pt x="2587687" y="2050487"/>
                  </a:lnTo>
                  <a:lnTo>
                    <a:pt x="2587780" y="2050487"/>
                  </a:lnTo>
                  <a:lnTo>
                    <a:pt x="2587873" y="2050487"/>
                  </a:lnTo>
                  <a:lnTo>
                    <a:pt x="2587967" y="2050487"/>
                  </a:lnTo>
                  <a:lnTo>
                    <a:pt x="2588060" y="2050487"/>
                  </a:lnTo>
                  <a:lnTo>
                    <a:pt x="2588153" y="2050487"/>
                  </a:lnTo>
                  <a:lnTo>
                    <a:pt x="2588246" y="2050487"/>
                  </a:lnTo>
                  <a:lnTo>
                    <a:pt x="2588340" y="2050487"/>
                  </a:lnTo>
                  <a:lnTo>
                    <a:pt x="2588433" y="2050487"/>
                  </a:lnTo>
                  <a:lnTo>
                    <a:pt x="2588526" y="2050487"/>
                  </a:lnTo>
                  <a:lnTo>
                    <a:pt x="2588619" y="2050487"/>
                  </a:lnTo>
                  <a:lnTo>
                    <a:pt x="2588713" y="2050487"/>
                  </a:lnTo>
                  <a:lnTo>
                    <a:pt x="2588806" y="2050487"/>
                  </a:lnTo>
                  <a:lnTo>
                    <a:pt x="2588899" y="2050487"/>
                  </a:lnTo>
                  <a:lnTo>
                    <a:pt x="2588992" y="2050487"/>
                  </a:lnTo>
                  <a:lnTo>
                    <a:pt x="2589086" y="2050487"/>
                  </a:lnTo>
                  <a:lnTo>
                    <a:pt x="2589179" y="2050487"/>
                  </a:lnTo>
                  <a:lnTo>
                    <a:pt x="2589272" y="2050487"/>
                  </a:lnTo>
                  <a:lnTo>
                    <a:pt x="2589365" y="2050487"/>
                  </a:lnTo>
                  <a:lnTo>
                    <a:pt x="2589459" y="2050487"/>
                  </a:lnTo>
                  <a:lnTo>
                    <a:pt x="2589552" y="2050487"/>
                  </a:lnTo>
                  <a:lnTo>
                    <a:pt x="2589645" y="2050487"/>
                  </a:lnTo>
                  <a:lnTo>
                    <a:pt x="2589738" y="2050487"/>
                  </a:lnTo>
                  <a:lnTo>
                    <a:pt x="2589832" y="2050487"/>
                  </a:lnTo>
                  <a:lnTo>
                    <a:pt x="2589925" y="2050487"/>
                  </a:lnTo>
                  <a:lnTo>
                    <a:pt x="2590018" y="2050487"/>
                  </a:lnTo>
                  <a:lnTo>
                    <a:pt x="2590111" y="2050487"/>
                  </a:lnTo>
                  <a:lnTo>
                    <a:pt x="2590205" y="2050487"/>
                  </a:lnTo>
                  <a:lnTo>
                    <a:pt x="2590298" y="2050487"/>
                  </a:lnTo>
                  <a:lnTo>
                    <a:pt x="2590391" y="2050487"/>
                  </a:lnTo>
                  <a:lnTo>
                    <a:pt x="2590484" y="2050487"/>
                  </a:lnTo>
                  <a:lnTo>
                    <a:pt x="2590578" y="2050487"/>
                  </a:lnTo>
                  <a:lnTo>
                    <a:pt x="2590671" y="2050487"/>
                  </a:lnTo>
                  <a:lnTo>
                    <a:pt x="2590764" y="2050487"/>
                  </a:lnTo>
                  <a:lnTo>
                    <a:pt x="2590857" y="2050487"/>
                  </a:lnTo>
                  <a:lnTo>
                    <a:pt x="2590951" y="2050487"/>
                  </a:lnTo>
                  <a:lnTo>
                    <a:pt x="2591044" y="2050487"/>
                  </a:lnTo>
                  <a:lnTo>
                    <a:pt x="2591137" y="2050487"/>
                  </a:lnTo>
                  <a:lnTo>
                    <a:pt x="2591230" y="2050487"/>
                  </a:lnTo>
                  <a:lnTo>
                    <a:pt x="2591324" y="2050487"/>
                  </a:lnTo>
                  <a:lnTo>
                    <a:pt x="2591417" y="2050487"/>
                  </a:lnTo>
                  <a:lnTo>
                    <a:pt x="2591510" y="2050487"/>
                  </a:lnTo>
                  <a:lnTo>
                    <a:pt x="2591603" y="2050487"/>
                  </a:lnTo>
                  <a:lnTo>
                    <a:pt x="2591697" y="2050487"/>
                  </a:lnTo>
                  <a:lnTo>
                    <a:pt x="2591790" y="2050487"/>
                  </a:lnTo>
                  <a:lnTo>
                    <a:pt x="2591883" y="2050487"/>
                  </a:lnTo>
                  <a:lnTo>
                    <a:pt x="2591976" y="2050487"/>
                  </a:lnTo>
                  <a:lnTo>
                    <a:pt x="2592070" y="2050487"/>
                  </a:lnTo>
                  <a:lnTo>
                    <a:pt x="2592163" y="2050487"/>
                  </a:lnTo>
                  <a:lnTo>
                    <a:pt x="2592256" y="2050487"/>
                  </a:lnTo>
                  <a:lnTo>
                    <a:pt x="2592349" y="2050487"/>
                  </a:lnTo>
                  <a:lnTo>
                    <a:pt x="2592443" y="2050487"/>
                  </a:lnTo>
                  <a:lnTo>
                    <a:pt x="2592536" y="2050487"/>
                  </a:lnTo>
                  <a:lnTo>
                    <a:pt x="2592629" y="2050487"/>
                  </a:lnTo>
                  <a:lnTo>
                    <a:pt x="2592722" y="2050487"/>
                  </a:lnTo>
                  <a:lnTo>
                    <a:pt x="2592816" y="2050487"/>
                  </a:lnTo>
                  <a:lnTo>
                    <a:pt x="2592909" y="2050487"/>
                  </a:lnTo>
                  <a:lnTo>
                    <a:pt x="2593002" y="2050487"/>
                  </a:lnTo>
                  <a:lnTo>
                    <a:pt x="2593095" y="2050487"/>
                  </a:lnTo>
                  <a:lnTo>
                    <a:pt x="2593189" y="2050487"/>
                  </a:lnTo>
                  <a:lnTo>
                    <a:pt x="2593282" y="2050487"/>
                  </a:lnTo>
                  <a:lnTo>
                    <a:pt x="2593375" y="2050487"/>
                  </a:lnTo>
                  <a:lnTo>
                    <a:pt x="2593468" y="2050487"/>
                  </a:lnTo>
                  <a:lnTo>
                    <a:pt x="2593562" y="2050487"/>
                  </a:lnTo>
                  <a:lnTo>
                    <a:pt x="2593655" y="2050487"/>
                  </a:lnTo>
                  <a:lnTo>
                    <a:pt x="2593748" y="2050487"/>
                  </a:lnTo>
                  <a:lnTo>
                    <a:pt x="2593841" y="2050487"/>
                  </a:lnTo>
                  <a:lnTo>
                    <a:pt x="2593935" y="2050487"/>
                  </a:lnTo>
                  <a:lnTo>
                    <a:pt x="2594028" y="2050487"/>
                  </a:lnTo>
                  <a:lnTo>
                    <a:pt x="2594121" y="2050487"/>
                  </a:lnTo>
                  <a:lnTo>
                    <a:pt x="2594214" y="2050487"/>
                  </a:lnTo>
                  <a:lnTo>
                    <a:pt x="2594308" y="2050487"/>
                  </a:lnTo>
                  <a:lnTo>
                    <a:pt x="2594401" y="2050487"/>
                  </a:lnTo>
                  <a:lnTo>
                    <a:pt x="2594494" y="2050487"/>
                  </a:lnTo>
                  <a:lnTo>
                    <a:pt x="2594587" y="2050487"/>
                  </a:lnTo>
                  <a:lnTo>
                    <a:pt x="2594681" y="2050487"/>
                  </a:lnTo>
                  <a:lnTo>
                    <a:pt x="2594774" y="2050487"/>
                  </a:lnTo>
                  <a:lnTo>
                    <a:pt x="2594867" y="2050487"/>
                  </a:lnTo>
                  <a:lnTo>
                    <a:pt x="2594960" y="2050487"/>
                  </a:lnTo>
                  <a:lnTo>
                    <a:pt x="2595053" y="2050487"/>
                  </a:lnTo>
                  <a:lnTo>
                    <a:pt x="2595147" y="2050487"/>
                  </a:lnTo>
                  <a:lnTo>
                    <a:pt x="2595240" y="2050487"/>
                  </a:lnTo>
                  <a:lnTo>
                    <a:pt x="2595333" y="2050487"/>
                  </a:lnTo>
                  <a:lnTo>
                    <a:pt x="2595426" y="2050487"/>
                  </a:lnTo>
                  <a:lnTo>
                    <a:pt x="2595520" y="2050487"/>
                  </a:lnTo>
                  <a:lnTo>
                    <a:pt x="2595613" y="2050487"/>
                  </a:lnTo>
                  <a:lnTo>
                    <a:pt x="2595706" y="2050487"/>
                  </a:lnTo>
                  <a:lnTo>
                    <a:pt x="2595799" y="2050487"/>
                  </a:lnTo>
                  <a:lnTo>
                    <a:pt x="2595893" y="2050487"/>
                  </a:lnTo>
                  <a:lnTo>
                    <a:pt x="2595986" y="2050487"/>
                  </a:lnTo>
                  <a:lnTo>
                    <a:pt x="2596079" y="2050487"/>
                  </a:lnTo>
                  <a:lnTo>
                    <a:pt x="2596172" y="2050487"/>
                  </a:lnTo>
                  <a:lnTo>
                    <a:pt x="2596266" y="2050487"/>
                  </a:lnTo>
                  <a:lnTo>
                    <a:pt x="2596359" y="2050487"/>
                  </a:lnTo>
                  <a:lnTo>
                    <a:pt x="2596452" y="2050487"/>
                  </a:lnTo>
                  <a:lnTo>
                    <a:pt x="2596545" y="2050487"/>
                  </a:lnTo>
                  <a:lnTo>
                    <a:pt x="2596639" y="2050487"/>
                  </a:lnTo>
                  <a:lnTo>
                    <a:pt x="2596732" y="2050487"/>
                  </a:lnTo>
                  <a:lnTo>
                    <a:pt x="2596825" y="2050487"/>
                  </a:lnTo>
                  <a:lnTo>
                    <a:pt x="2596918" y="2050487"/>
                  </a:lnTo>
                  <a:lnTo>
                    <a:pt x="2597012" y="2050487"/>
                  </a:lnTo>
                  <a:lnTo>
                    <a:pt x="2597105" y="2050487"/>
                  </a:lnTo>
                  <a:lnTo>
                    <a:pt x="2597198" y="2050487"/>
                  </a:lnTo>
                  <a:lnTo>
                    <a:pt x="2597291" y="2050487"/>
                  </a:lnTo>
                  <a:lnTo>
                    <a:pt x="2597385" y="2050487"/>
                  </a:lnTo>
                  <a:lnTo>
                    <a:pt x="2597478" y="2050487"/>
                  </a:lnTo>
                  <a:lnTo>
                    <a:pt x="2597571" y="2050487"/>
                  </a:lnTo>
                  <a:lnTo>
                    <a:pt x="2597664" y="2050487"/>
                  </a:lnTo>
                  <a:lnTo>
                    <a:pt x="2597758" y="2050487"/>
                  </a:lnTo>
                  <a:lnTo>
                    <a:pt x="2597851" y="2050487"/>
                  </a:lnTo>
                  <a:lnTo>
                    <a:pt x="2597944" y="2050487"/>
                  </a:lnTo>
                  <a:lnTo>
                    <a:pt x="2598037" y="2050487"/>
                  </a:lnTo>
                  <a:lnTo>
                    <a:pt x="2598131" y="2050487"/>
                  </a:lnTo>
                  <a:lnTo>
                    <a:pt x="2598224" y="2050487"/>
                  </a:lnTo>
                  <a:lnTo>
                    <a:pt x="2598317" y="2050487"/>
                  </a:lnTo>
                  <a:lnTo>
                    <a:pt x="2598410" y="2050487"/>
                  </a:lnTo>
                  <a:lnTo>
                    <a:pt x="2598504" y="2050487"/>
                  </a:lnTo>
                  <a:lnTo>
                    <a:pt x="2598597" y="2050487"/>
                  </a:lnTo>
                  <a:lnTo>
                    <a:pt x="2598690" y="2050487"/>
                  </a:lnTo>
                  <a:lnTo>
                    <a:pt x="2598783" y="2050487"/>
                  </a:lnTo>
                  <a:lnTo>
                    <a:pt x="2598877" y="2050487"/>
                  </a:lnTo>
                  <a:lnTo>
                    <a:pt x="2598877" y="2040533"/>
                  </a:lnTo>
                  <a:lnTo>
                    <a:pt x="2598970" y="2040533"/>
                  </a:lnTo>
                  <a:lnTo>
                    <a:pt x="2599063" y="2040533"/>
                  </a:lnTo>
                  <a:lnTo>
                    <a:pt x="2599156" y="2040533"/>
                  </a:lnTo>
                  <a:lnTo>
                    <a:pt x="2599250" y="2040533"/>
                  </a:lnTo>
                  <a:lnTo>
                    <a:pt x="2599343" y="2040533"/>
                  </a:lnTo>
                  <a:lnTo>
                    <a:pt x="2599436" y="2040533"/>
                  </a:lnTo>
                  <a:lnTo>
                    <a:pt x="2599529" y="2040533"/>
                  </a:lnTo>
                  <a:lnTo>
                    <a:pt x="2599623" y="2040533"/>
                  </a:lnTo>
                  <a:lnTo>
                    <a:pt x="2599716" y="2040533"/>
                  </a:lnTo>
                  <a:lnTo>
                    <a:pt x="2599809" y="2040533"/>
                  </a:lnTo>
                  <a:lnTo>
                    <a:pt x="2599902" y="2040533"/>
                  </a:lnTo>
                  <a:lnTo>
                    <a:pt x="2599996" y="2040533"/>
                  </a:lnTo>
                  <a:lnTo>
                    <a:pt x="2600089" y="2040533"/>
                  </a:lnTo>
                  <a:lnTo>
                    <a:pt x="2600182" y="2040533"/>
                  </a:lnTo>
                  <a:lnTo>
                    <a:pt x="2600275" y="2040533"/>
                  </a:lnTo>
                  <a:lnTo>
                    <a:pt x="2600369" y="2040533"/>
                  </a:lnTo>
                  <a:lnTo>
                    <a:pt x="2600462" y="2040533"/>
                  </a:lnTo>
                  <a:lnTo>
                    <a:pt x="2600555" y="2040533"/>
                  </a:lnTo>
                  <a:lnTo>
                    <a:pt x="2600648" y="2040533"/>
                  </a:lnTo>
                  <a:lnTo>
                    <a:pt x="2600742" y="2040533"/>
                  </a:lnTo>
                  <a:lnTo>
                    <a:pt x="2600835" y="2040533"/>
                  </a:lnTo>
                  <a:lnTo>
                    <a:pt x="2600928" y="2040533"/>
                  </a:lnTo>
                  <a:lnTo>
                    <a:pt x="2601021" y="2040533"/>
                  </a:lnTo>
                  <a:lnTo>
                    <a:pt x="2601115" y="2040533"/>
                  </a:lnTo>
                  <a:lnTo>
                    <a:pt x="2601208" y="2040533"/>
                  </a:lnTo>
                  <a:lnTo>
                    <a:pt x="2601301" y="2040533"/>
                  </a:lnTo>
                  <a:lnTo>
                    <a:pt x="2601394" y="2040533"/>
                  </a:lnTo>
                  <a:lnTo>
                    <a:pt x="2601488" y="2040533"/>
                  </a:lnTo>
                  <a:lnTo>
                    <a:pt x="2601581" y="2040533"/>
                  </a:lnTo>
                  <a:lnTo>
                    <a:pt x="2601674" y="2040533"/>
                  </a:lnTo>
                  <a:lnTo>
                    <a:pt x="2601767" y="2040533"/>
                  </a:lnTo>
                  <a:lnTo>
                    <a:pt x="2601860" y="2040533"/>
                  </a:lnTo>
                  <a:lnTo>
                    <a:pt x="2601954" y="2040533"/>
                  </a:lnTo>
                  <a:lnTo>
                    <a:pt x="2602047" y="2040533"/>
                  </a:lnTo>
                  <a:lnTo>
                    <a:pt x="2602140" y="2040533"/>
                  </a:lnTo>
                  <a:lnTo>
                    <a:pt x="2602233" y="2040533"/>
                  </a:lnTo>
                  <a:lnTo>
                    <a:pt x="2602327" y="2040533"/>
                  </a:lnTo>
                  <a:lnTo>
                    <a:pt x="2602420" y="2040533"/>
                  </a:lnTo>
                  <a:lnTo>
                    <a:pt x="2602513" y="2040533"/>
                  </a:lnTo>
                  <a:lnTo>
                    <a:pt x="2602606" y="2040533"/>
                  </a:lnTo>
                  <a:lnTo>
                    <a:pt x="2602700" y="2040533"/>
                  </a:lnTo>
                  <a:lnTo>
                    <a:pt x="2602793" y="2040533"/>
                  </a:lnTo>
                  <a:lnTo>
                    <a:pt x="2602886" y="2040533"/>
                  </a:lnTo>
                  <a:lnTo>
                    <a:pt x="2602979" y="2040533"/>
                  </a:lnTo>
                  <a:lnTo>
                    <a:pt x="2603073" y="2040533"/>
                  </a:lnTo>
                  <a:lnTo>
                    <a:pt x="2603166" y="2040533"/>
                  </a:lnTo>
                  <a:lnTo>
                    <a:pt x="2603259" y="2040533"/>
                  </a:lnTo>
                  <a:lnTo>
                    <a:pt x="2603352" y="2040533"/>
                  </a:lnTo>
                  <a:lnTo>
                    <a:pt x="2603446" y="2040533"/>
                  </a:lnTo>
                  <a:lnTo>
                    <a:pt x="2603539" y="2040533"/>
                  </a:lnTo>
                  <a:lnTo>
                    <a:pt x="2603632" y="2040533"/>
                  </a:lnTo>
                  <a:lnTo>
                    <a:pt x="2603725" y="2040533"/>
                  </a:lnTo>
                  <a:lnTo>
                    <a:pt x="2603819" y="2040533"/>
                  </a:lnTo>
                  <a:lnTo>
                    <a:pt x="2603912" y="2040533"/>
                  </a:lnTo>
                  <a:lnTo>
                    <a:pt x="2604005" y="2040533"/>
                  </a:lnTo>
                  <a:lnTo>
                    <a:pt x="2604098" y="2040533"/>
                  </a:lnTo>
                  <a:lnTo>
                    <a:pt x="2604192" y="2040533"/>
                  </a:lnTo>
                  <a:lnTo>
                    <a:pt x="2604285" y="2040533"/>
                  </a:lnTo>
                  <a:lnTo>
                    <a:pt x="2604378" y="2040533"/>
                  </a:lnTo>
                  <a:lnTo>
                    <a:pt x="2604471" y="2040533"/>
                  </a:lnTo>
                  <a:lnTo>
                    <a:pt x="2604565" y="2040533"/>
                  </a:lnTo>
                  <a:lnTo>
                    <a:pt x="2604658" y="2040533"/>
                  </a:lnTo>
                  <a:lnTo>
                    <a:pt x="2604751" y="2040533"/>
                  </a:lnTo>
                  <a:lnTo>
                    <a:pt x="2604844" y="2040533"/>
                  </a:lnTo>
                  <a:lnTo>
                    <a:pt x="2604938" y="2040533"/>
                  </a:lnTo>
                  <a:lnTo>
                    <a:pt x="2605031" y="2040533"/>
                  </a:lnTo>
                  <a:lnTo>
                    <a:pt x="2605124" y="2040533"/>
                  </a:lnTo>
                  <a:lnTo>
                    <a:pt x="2605217" y="2040533"/>
                  </a:lnTo>
                  <a:lnTo>
                    <a:pt x="2605217" y="2030579"/>
                  </a:lnTo>
                  <a:lnTo>
                    <a:pt x="2605311" y="2030579"/>
                  </a:lnTo>
                  <a:lnTo>
                    <a:pt x="2605404" y="2030579"/>
                  </a:lnTo>
                  <a:lnTo>
                    <a:pt x="2605497" y="2030579"/>
                  </a:lnTo>
                  <a:lnTo>
                    <a:pt x="2605590" y="2030579"/>
                  </a:lnTo>
                  <a:lnTo>
                    <a:pt x="2605684" y="2030579"/>
                  </a:lnTo>
                  <a:lnTo>
                    <a:pt x="2605777" y="2030579"/>
                  </a:lnTo>
                  <a:lnTo>
                    <a:pt x="2605870" y="2030579"/>
                  </a:lnTo>
                  <a:lnTo>
                    <a:pt x="2605963" y="2030579"/>
                  </a:lnTo>
                  <a:lnTo>
                    <a:pt x="2606057" y="2030579"/>
                  </a:lnTo>
                  <a:lnTo>
                    <a:pt x="2606150" y="2030579"/>
                  </a:lnTo>
                  <a:lnTo>
                    <a:pt x="2606243" y="2030579"/>
                  </a:lnTo>
                  <a:lnTo>
                    <a:pt x="2606336" y="2030579"/>
                  </a:lnTo>
                  <a:lnTo>
                    <a:pt x="2606430" y="2030579"/>
                  </a:lnTo>
                  <a:lnTo>
                    <a:pt x="2606523" y="2030579"/>
                  </a:lnTo>
                  <a:lnTo>
                    <a:pt x="2606616" y="2030579"/>
                  </a:lnTo>
                  <a:lnTo>
                    <a:pt x="2606709" y="2030579"/>
                  </a:lnTo>
                  <a:lnTo>
                    <a:pt x="2606803" y="2030579"/>
                  </a:lnTo>
                  <a:lnTo>
                    <a:pt x="2606896" y="2030579"/>
                  </a:lnTo>
                  <a:lnTo>
                    <a:pt x="2606989" y="2030579"/>
                  </a:lnTo>
                  <a:lnTo>
                    <a:pt x="2607082" y="2030579"/>
                  </a:lnTo>
                  <a:lnTo>
                    <a:pt x="2607176" y="2030579"/>
                  </a:lnTo>
                  <a:lnTo>
                    <a:pt x="2607269" y="2030579"/>
                  </a:lnTo>
                  <a:lnTo>
                    <a:pt x="2607362" y="2030579"/>
                  </a:lnTo>
                  <a:lnTo>
                    <a:pt x="2607455" y="2030579"/>
                  </a:lnTo>
                  <a:lnTo>
                    <a:pt x="2607549" y="2030579"/>
                  </a:lnTo>
                  <a:lnTo>
                    <a:pt x="2607642" y="2030579"/>
                  </a:lnTo>
                  <a:lnTo>
                    <a:pt x="2607735" y="2030579"/>
                  </a:lnTo>
                  <a:lnTo>
                    <a:pt x="2607828" y="2030579"/>
                  </a:lnTo>
                  <a:lnTo>
                    <a:pt x="2607922" y="2030579"/>
                  </a:lnTo>
                  <a:lnTo>
                    <a:pt x="2608015" y="2030579"/>
                  </a:lnTo>
                  <a:lnTo>
                    <a:pt x="2608108" y="2030579"/>
                  </a:lnTo>
                  <a:lnTo>
                    <a:pt x="2608201" y="2030579"/>
                  </a:lnTo>
                  <a:lnTo>
                    <a:pt x="2608295" y="2030579"/>
                  </a:lnTo>
                  <a:lnTo>
                    <a:pt x="2608388" y="2030579"/>
                  </a:lnTo>
                  <a:lnTo>
                    <a:pt x="2608481" y="2030579"/>
                  </a:lnTo>
                  <a:lnTo>
                    <a:pt x="2608574" y="2030579"/>
                  </a:lnTo>
                  <a:lnTo>
                    <a:pt x="2608667" y="2030579"/>
                  </a:lnTo>
                  <a:lnTo>
                    <a:pt x="2608761" y="2030579"/>
                  </a:lnTo>
                  <a:lnTo>
                    <a:pt x="2608854" y="2030579"/>
                  </a:lnTo>
                  <a:lnTo>
                    <a:pt x="2608947" y="2030579"/>
                  </a:lnTo>
                  <a:lnTo>
                    <a:pt x="2609040" y="2030579"/>
                  </a:lnTo>
                  <a:lnTo>
                    <a:pt x="2609134" y="2030579"/>
                  </a:lnTo>
                  <a:lnTo>
                    <a:pt x="2609227" y="2030579"/>
                  </a:lnTo>
                  <a:lnTo>
                    <a:pt x="2609320" y="2030579"/>
                  </a:lnTo>
                  <a:lnTo>
                    <a:pt x="2609413" y="2030579"/>
                  </a:lnTo>
                  <a:lnTo>
                    <a:pt x="2609507" y="2030579"/>
                  </a:lnTo>
                  <a:lnTo>
                    <a:pt x="2609600" y="2030579"/>
                  </a:lnTo>
                  <a:lnTo>
                    <a:pt x="2609693" y="2030579"/>
                  </a:lnTo>
                  <a:lnTo>
                    <a:pt x="2609786" y="2030579"/>
                  </a:lnTo>
                  <a:lnTo>
                    <a:pt x="2609880" y="2030579"/>
                  </a:lnTo>
                  <a:lnTo>
                    <a:pt x="2609973" y="2030579"/>
                  </a:lnTo>
                  <a:lnTo>
                    <a:pt x="2610066" y="2030579"/>
                  </a:lnTo>
                  <a:lnTo>
                    <a:pt x="2610159" y="2030579"/>
                  </a:lnTo>
                  <a:lnTo>
                    <a:pt x="2610253" y="2030579"/>
                  </a:lnTo>
                  <a:lnTo>
                    <a:pt x="2610346" y="2030579"/>
                  </a:lnTo>
                  <a:lnTo>
                    <a:pt x="2610439" y="2030579"/>
                  </a:lnTo>
                  <a:lnTo>
                    <a:pt x="2610532" y="2030579"/>
                  </a:lnTo>
                  <a:lnTo>
                    <a:pt x="2610626" y="2030579"/>
                  </a:lnTo>
                  <a:lnTo>
                    <a:pt x="2610719" y="2030579"/>
                  </a:lnTo>
                  <a:lnTo>
                    <a:pt x="2610812" y="2030579"/>
                  </a:lnTo>
                  <a:lnTo>
                    <a:pt x="2610905" y="2030579"/>
                  </a:lnTo>
                  <a:lnTo>
                    <a:pt x="2610999" y="2030579"/>
                  </a:lnTo>
                  <a:lnTo>
                    <a:pt x="2611092" y="2030579"/>
                  </a:lnTo>
                  <a:lnTo>
                    <a:pt x="2611185" y="2030579"/>
                  </a:lnTo>
                  <a:lnTo>
                    <a:pt x="2611278" y="2030579"/>
                  </a:lnTo>
                  <a:lnTo>
                    <a:pt x="2611372" y="2030579"/>
                  </a:lnTo>
                  <a:lnTo>
                    <a:pt x="2611465" y="2030579"/>
                  </a:lnTo>
                  <a:lnTo>
                    <a:pt x="2611558" y="2030579"/>
                  </a:lnTo>
                  <a:lnTo>
                    <a:pt x="2611651" y="2030579"/>
                  </a:lnTo>
                  <a:lnTo>
                    <a:pt x="2611745" y="2030579"/>
                  </a:lnTo>
                  <a:lnTo>
                    <a:pt x="2611838" y="2030579"/>
                  </a:lnTo>
                  <a:lnTo>
                    <a:pt x="2611931" y="2030579"/>
                  </a:lnTo>
                  <a:lnTo>
                    <a:pt x="2612024" y="2030579"/>
                  </a:lnTo>
                  <a:lnTo>
                    <a:pt x="2612118" y="2030579"/>
                  </a:lnTo>
                  <a:lnTo>
                    <a:pt x="2612211" y="2030579"/>
                  </a:lnTo>
                  <a:lnTo>
                    <a:pt x="2612304" y="2030579"/>
                  </a:lnTo>
                  <a:lnTo>
                    <a:pt x="2612397" y="2030579"/>
                  </a:lnTo>
                  <a:lnTo>
                    <a:pt x="2612491" y="2030579"/>
                  </a:lnTo>
                  <a:lnTo>
                    <a:pt x="2612584" y="2030579"/>
                  </a:lnTo>
                  <a:lnTo>
                    <a:pt x="2612677" y="2030579"/>
                  </a:lnTo>
                  <a:lnTo>
                    <a:pt x="2612770" y="2030579"/>
                  </a:lnTo>
                  <a:lnTo>
                    <a:pt x="2612864" y="2030579"/>
                  </a:lnTo>
                  <a:lnTo>
                    <a:pt x="2612957" y="2030579"/>
                  </a:lnTo>
                  <a:lnTo>
                    <a:pt x="2613050" y="2030579"/>
                  </a:lnTo>
                  <a:lnTo>
                    <a:pt x="2613143" y="2030579"/>
                  </a:lnTo>
                  <a:lnTo>
                    <a:pt x="2613237" y="2030579"/>
                  </a:lnTo>
                  <a:lnTo>
                    <a:pt x="2613330" y="2030579"/>
                  </a:lnTo>
                  <a:lnTo>
                    <a:pt x="2613423" y="2030579"/>
                  </a:lnTo>
                  <a:lnTo>
                    <a:pt x="2613516" y="2030579"/>
                  </a:lnTo>
                  <a:lnTo>
                    <a:pt x="2613610" y="2030579"/>
                  </a:lnTo>
                  <a:lnTo>
                    <a:pt x="2613703" y="2030579"/>
                  </a:lnTo>
                  <a:lnTo>
                    <a:pt x="2613796" y="2030579"/>
                  </a:lnTo>
                  <a:lnTo>
                    <a:pt x="2613889" y="2030579"/>
                  </a:lnTo>
                  <a:lnTo>
                    <a:pt x="2613983" y="2030579"/>
                  </a:lnTo>
                  <a:lnTo>
                    <a:pt x="2614076" y="2030579"/>
                  </a:lnTo>
                  <a:lnTo>
                    <a:pt x="2614169" y="2030579"/>
                  </a:lnTo>
                  <a:lnTo>
                    <a:pt x="2614262" y="2030579"/>
                  </a:lnTo>
                  <a:lnTo>
                    <a:pt x="2614356" y="2030579"/>
                  </a:lnTo>
                  <a:lnTo>
                    <a:pt x="2614356" y="2020625"/>
                  </a:lnTo>
                  <a:lnTo>
                    <a:pt x="2614449" y="2020625"/>
                  </a:lnTo>
                  <a:lnTo>
                    <a:pt x="2614542" y="2020625"/>
                  </a:lnTo>
                  <a:lnTo>
                    <a:pt x="2614635" y="2020625"/>
                  </a:lnTo>
                  <a:lnTo>
                    <a:pt x="2614729" y="2020625"/>
                  </a:lnTo>
                  <a:lnTo>
                    <a:pt x="2614822" y="2020625"/>
                  </a:lnTo>
                  <a:lnTo>
                    <a:pt x="2614915" y="2020625"/>
                  </a:lnTo>
                  <a:lnTo>
                    <a:pt x="2615008" y="2020625"/>
                  </a:lnTo>
                  <a:lnTo>
                    <a:pt x="2615102" y="2020625"/>
                  </a:lnTo>
                  <a:lnTo>
                    <a:pt x="2615195" y="2020625"/>
                  </a:lnTo>
                  <a:lnTo>
                    <a:pt x="2615288" y="2020625"/>
                  </a:lnTo>
                  <a:lnTo>
                    <a:pt x="2615381" y="2020625"/>
                  </a:lnTo>
                  <a:lnTo>
                    <a:pt x="2615475" y="2020625"/>
                  </a:lnTo>
                  <a:lnTo>
                    <a:pt x="2615568" y="2020625"/>
                  </a:lnTo>
                  <a:lnTo>
                    <a:pt x="2615661" y="2020625"/>
                  </a:lnTo>
                  <a:lnTo>
                    <a:pt x="2615754" y="2020625"/>
                  </a:lnTo>
                  <a:lnTo>
                    <a:pt x="2615847" y="2020625"/>
                  </a:lnTo>
                  <a:lnTo>
                    <a:pt x="2615941" y="2020625"/>
                  </a:lnTo>
                  <a:lnTo>
                    <a:pt x="2616034" y="2020625"/>
                  </a:lnTo>
                  <a:lnTo>
                    <a:pt x="2616127" y="2020625"/>
                  </a:lnTo>
                  <a:lnTo>
                    <a:pt x="2616220" y="2020625"/>
                  </a:lnTo>
                  <a:lnTo>
                    <a:pt x="2616314" y="2020625"/>
                  </a:lnTo>
                  <a:lnTo>
                    <a:pt x="2616407" y="2020625"/>
                  </a:lnTo>
                  <a:lnTo>
                    <a:pt x="2616500" y="2020625"/>
                  </a:lnTo>
                  <a:lnTo>
                    <a:pt x="2616593" y="2020625"/>
                  </a:lnTo>
                  <a:lnTo>
                    <a:pt x="2616687" y="2020625"/>
                  </a:lnTo>
                  <a:lnTo>
                    <a:pt x="2616780" y="2020625"/>
                  </a:lnTo>
                  <a:lnTo>
                    <a:pt x="2616873" y="2020625"/>
                  </a:lnTo>
                  <a:lnTo>
                    <a:pt x="2616966" y="2020625"/>
                  </a:lnTo>
                  <a:lnTo>
                    <a:pt x="2617060" y="2020625"/>
                  </a:lnTo>
                  <a:lnTo>
                    <a:pt x="2617153" y="2020625"/>
                  </a:lnTo>
                  <a:lnTo>
                    <a:pt x="2617246" y="2020625"/>
                  </a:lnTo>
                  <a:lnTo>
                    <a:pt x="2617339" y="2020625"/>
                  </a:lnTo>
                  <a:lnTo>
                    <a:pt x="2617433" y="2020625"/>
                  </a:lnTo>
                  <a:lnTo>
                    <a:pt x="2617526" y="2020625"/>
                  </a:lnTo>
                  <a:lnTo>
                    <a:pt x="2617619" y="2020625"/>
                  </a:lnTo>
                  <a:lnTo>
                    <a:pt x="2617712" y="2020625"/>
                  </a:lnTo>
                  <a:lnTo>
                    <a:pt x="2617806" y="2020625"/>
                  </a:lnTo>
                  <a:lnTo>
                    <a:pt x="2617899" y="2020625"/>
                  </a:lnTo>
                  <a:lnTo>
                    <a:pt x="2617992" y="2020625"/>
                  </a:lnTo>
                  <a:lnTo>
                    <a:pt x="2618085" y="2020625"/>
                  </a:lnTo>
                  <a:lnTo>
                    <a:pt x="2618179" y="2020625"/>
                  </a:lnTo>
                  <a:lnTo>
                    <a:pt x="2618272" y="2020625"/>
                  </a:lnTo>
                  <a:lnTo>
                    <a:pt x="2618365" y="2020625"/>
                  </a:lnTo>
                  <a:lnTo>
                    <a:pt x="2618458" y="2020625"/>
                  </a:lnTo>
                  <a:lnTo>
                    <a:pt x="2618552" y="2020625"/>
                  </a:lnTo>
                  <a:lnTo>
                    <a:pt x="2618645" y="2020625"/>
                  </a:lnTo>
                  <a:lnTo>
                    <a:pt x="2618738" y="2020625"/>
                  </a:lnTo>
                  <a:lnTo>
                    <a:pt x="2618831" y="2020625"/>
                  </a:lnTo>
                  <a:lnTo>
                    <a:pt x="2618925" y="2020625"/>
                  </a:lnTo>
                  <a:lnTo>
                    <a:pt x="2619018" y="2020625"/>
                  </a:lnTo>
                  <a:lnTo>
                    <a:pt x="2619111" y="2020625"/>
                  </a:lnTo>
                  <a:lnTo>
                    <a:pt x="2619204" y="2020625"/>
                  </a:lnTo>
                  <a:lnTo>
                    <a:pt x="2619298" y="2020625"/>
                  </a:lnTo>
                  <a:lnTo>
                    <a:pt x="2619391" y="2020625"/>
                  </a:lnTo>
                  <a:lnTo>
                    <a:pt x="2619484" y="2020625"/>
                  </a:lnTo>
                  <a:lnTo>
                    <a:pt x="2619577" y="2020625"/>
                  </a:lnTo>
                  <a:lnTo>
                    <a:pt x="2619671" y="2020625"/>
                  </a:lnTo>
                  <a:lnTo>
                    <a:pt x="2619764" y="2020625"/>
                  </a:lnTo>
                  <a:lnTo>
                    <a:pt x="2619857" y="2020625"/>
                  </a:lnTo>
                  <a:lnTo>
                    <a:pt x="2619950" y="2020625"/>
                  </a:lnTo>
                  <a:lnTo>
                    <a:pt x="2620044" y="2020625"/>
                  </a:lnTo>
                  <a:lnTo>
                    <a:pt x="2620137" y="2020625"/>
                  </a:lnTo>
                  <a:lnTo>
                    <a:pt x="2620230" y="2020625"/>
                  </a:lnTo>
                  <a:lnTo>
                    <a:pt x="2620323" y="2020625"/>
                  </a:lnTo>
                  <a:lnTo>
                    <a:pt x="2620417" y="2020625"/>
                  </a:lnTo>
                  <a:lnTo>
                    <a:pt x="2620510" y="2020625"/>
                  </a:lnTo>
                  <a:lnTo>
                    <a:pt x="2620603" y="2020625"/>
                  </a:lnTo>
                  <a:lnTo>
                    <a:pt x="2620696" y="2020625"/>
                  </a:lnTo>
                  <a:lnTo>
                    <a:pt x="2620790" y="2020625"/>
                  </a:lnTo>
                  <a:lnTo>
                    <a:pt x="2620883" y="2020625"/>
                  </a:lnTo>
                  <a:lnTo>
                    <a:pt x="2620976" y="2020625"/>
                  </a:lnTo>
                  <a:lnTo>
                    <a:pt x="2621069" y="2020625"/>
                  </a:lnTo>
                  <a:lnTo>
                    <a:pt x="2621163" y="2020625"/>
                  </a:lnTo>
                  <a:lnTo>
                    <a:pt x="2621256" y="2020625"/>
                  </a:lnTo>
                  <a:lnTo>
                    <a:pt x="2621349" y="2020625"/>
                  </a:lnTo>
                  <a:lnTo>
                    <a:pt x="2621442" y="2020625"/>
                  </a:lnTo>
                  <a:lnTo>
                    <a:pt x="2621536" y="2020625"/>
                  </a:lnTo>
                  <a:lnTo>
                    <a:pt x="2621629" y="2020625"/>
                  </a:lnTo>
                  <a:lnTo>
                    <a:pt x="2621722" y="2020625"/>
                  </a:lnTo>
                  <a:lnTo>
                    <a:pt x="2621815" y="2020625"/>
                  </a:lnTo>
                  <a:lnTo>
                    <a:pt x="2621909" y="2020625"/>
                  </a:lnTo>
                  <a:lnTo>
                    <a:pt x="2622002" y="2020625"/>
                  </a:lnTo>
                  <a:lnTo>
                    <a:pt x="2622095" y="2020625"/>
                  </a:lnTo>
                  <a:lnTo>
                    <a:pt x="2622188" y="2020625"/>
                  </a:lnTo>
                  <a:lnTo>
                    <a:pt x="2622282" y="2020625"/>
                  </a:lnTo>
                  <a:lnTo>
                    <a:pt x="2622375" y="2020625"/>
                  </a:lnTo>
                  <a:lnTo>
                    <a:pt x="2622468" y="2020625"/>
                  </a:lnTo>
                  <a:lnTo>
                    <a:pt x="2622561" y="2020625"/>
                  </a:lnTo>
                  <a:lnTo>
                    <a:pt x="2622654" y="2020625"/>
                  </a:lnTo>
                  <a:lnTo>
                    <a:pt x="2622748" y="2020625"/>
                  </a:lnTo>
                  <a:lnTo>
                    <a:pt x="2622841" y="2020625"/>
                  </a:lnTo>
                  <a:lnTo>
                    <a:pt x="2622934" y="2020625"/>
                  </a:lnTo>
                  <a:lnTo>
                    <a:pt x="2623027" y="2020625"/>
                  </a:lnTo>
                  <a:lnTo>
                    <a:pt x="2623121" y="2020625"/>
                  </a:lnTo>
                  <a:lnTo>
                    <a:pt x="2623214" y="2020625"/>
                  </a:lnTo>
                  <a:lnTo>
                    <a:pt x="2623307" y="2020625"/>
                  </a:lnTo>
                  <a:lnTo>
                    <a:pt x="2623400" y="2020625"/>
                  </a:lnTo>
                  <a:lnTo>
                    <a:pt x="2623494" y="2020625"/>
                  </a:lnTo>
                  <a:lnTo>
                    <a:pt x="2623587" y="2020625"/>
                  </a:lnTo>
                  <a:lnTo>
                    <a:pt x="2623680" y="2020625"/>
                  </a:lnTo>
                  <a:lnTo>
                    <a:pt x="2623680" y="2010672"/>
                  </a:lnTo>
                  <a:lnTo>
                    <a:pt x="2623773" y="2010672"/>
                  </a:lnTo>
                  <a:lnTo>
                    <a:pt x="2623867" y="2010672"/>
                  </a:lnTo>
                  <a:lnTo>
                    <a:pt x="2623960" y="2010672"/>
                  </a:lnTo>
                  <a:lnTo>
                    <a:pt x="2624053" y="2010672"/>
                  </a:lnTo>
                  <a:lnTo>
                    <a:pt x="2624146" y="2010672"/>
                  </a:lnTo>
                  <a:lnTo>
                    <a:pt x="2624240" y="2010672"/>
                  </a:lnTo>
                  <a:lnTo>
                    <a:pt x="2624333" y="2010672"/>
                  </a:lnTo>
                  <a:lnTo>
                    <a:pt x="2624426" y="2010672"/>
                  </a:lnTo>
                  <a:lnTo>
                    <a:pt x="2624519" y="2010672"/>
                  </a:lnTo>
                  <a:lnTo>
                    <a:pt x="2624613" y="2010672"/>
                  </a:lnTo>
                  <a:lnTo>
                    <a:pt x="2624706" y="2010672"/>
                  </a:lnTo>
                  <a:lnTo>
                    <a:pt x="2624799" y="2010672"/>
                  </a:lnTo>
                  <a:lnTo>
                    <a:pt x="2624892" y="2010672"/>
                  </a:lnTo>
                  <a:lnTo>
                    <a:pt x="2624986" y="2010672"/>
                  </a:lnTo>
                  <a:lnTo>
                    <a:pt x="2625079" y="2010672"/>
                  </a:lnTo>
                  <a:lnTo>
                    <a:pt x="2625172" y="2010672"/>
                  </a:lnTo>
                  <a:lnTo>
                    <a:pt x="2625265" y="2010672"/>
                  </a:lnTo>
                  <a:lnTo>
                    <a:pt x="2625359" y="2010672"/>
                  </a:lnTo>
                  <a:lnTo>
                    <a:pt x="2625452" y="2010672"/>
                  </a:lnTo>
                  <a:lnTo>
                    <a:pt x="2625545" y="2010672"/>
                  </a:lnTo>
                  <a:lnTo>
                    <a:pt x="2625638" y="2010672"/>
                  </a:lnTo>
                  <a:lnTo>
                    <a:pt x="2625732" y="2010672"/>
                  </a:lnTo>
                  <a:lnTo>
                    <a:pt x="2625825" y="2010672"/>
                  </a:lnTo>
                  <a:lnTo>
                    <a:pt x="2625918" y="2010672"/>
                  </a:lnTo>
                  <a:lnTo>
                    <a:pt x="2626011" y="2010672"/>
                  </a:lnTo>
                  <a:lnTo>
                    <a:pt x="2626105" y="2010672"/>
                  </a:lnTo>
                  <a:lnTo>
                    <a:pt x="2626198" y="2010672"/>
                  </a:lnTo>
                  <a:lnTo>
                    <a:pt x="2626291" y="2010672"/>
                  </a:lnTo>
                  <a:lnTo>
                    <a:pt x="2626384" y="2010672"/>
                  </a:lnTo>
                  <a:lnTo>
                    <a:pt x="2626478" y="2010672"/>
                  </a:lnTo>
                  <a:lnTo>
                    <a:pt x="2626571" y="2010672"/>
                  </a:lnTo>
                  <a:lnTo>
                    <a:pt x="2626664" y="2010672"/>
                  </a:lnTo>
                  <a:lnTo>
                    <a:pt x="2626757" y="2010672"/>
                  </a:lnTo>
                  <a:lnTo>
                    <a:pt x="2626851" y="2010672"/>
                  </a:lnTo>
                  <a:lnTo>
                    <a:pt x="2626944" y="2010672"/>
                  </a:lnTo>
                  <a:lnTo>
                    <a:pt x="2627037" y="2010672"/>
                  </a:lnTo>
                  <a:lnTo>
                    <a:pt x="2627130" y="2010672"/>
                  </a:lnTo>
                  <a:lnTo>
                    <a:pt x="2627224" y="2010672"/>
                  </a:lnTo>
                  <a:lnTo>
                    <a:pt x="2627317" y="2010672"/>
                  </a:lnTo>
                  <a:lnTo>
                    <a:pt x="2627410" y="2010672"/>
                  </a:lnTo>
                  <a:lnTo>
                    <a:pt x="2627503" y="2010672"/>
                  </a:lnTo>
                  <a:lnTo>
                    <a:pt x="2627597" y="2010672"/>
                  </a:lnTo>
                  <a:lnTo>
                    <a:pt x="2627690" y="2010672"/>
                  </a:lnTo>
                  <a:lnTo>
                    <a:pt x="2627783" y="2010672"/>
                  </a:lnTo>
                  <a:lnTo>
                    <a:pt x="2627876" y="2010672"/>
                  </a:lnTo>
                  <a:lnTo>
                    <a:pt x="2627970" y="2010672"/>
                  </a:lnTo>
                  <a:lnTo>
                    <a:pt x="2628063" y="2010672"/>
                  </a:lnTo>
                  <a:lnTo>
                    <a:pt x="2628063" y="2000718"/>
                  </a:lnTo>
                  <a:lnTo>
                    <a:pt x="2628156" y="2000718"/>
                  </a:lnTo>
                  <a:lnTo>
                    <a:pt x="2628249" y="2000718"/>
                  </a:lnTo>
                  <a:lnTo>
                    <a:pt x="2628343" y="2000718"/>
                  </a:lnTo>
                  <a:lnTo>
                    <a:pt x="2628436" y="2000718"/>
                  </a:lnTo>
                  <a:lnTo>
                    <a:pt x="2628529" y="2000718"/>
                  </a:lnTo>
                  <a:lnTo>
                    <a:pt x="2628622" y="2000718"/>
                  </a:lnTo>
                  <a:lnTo>
                    <a:pt x="2628716" y="2000718"/>
                  </a:lnTo>
                  <a:lnTo>
                    <a:pt x="2628809" y="2000718"/>
                  </a:lnTo>
                  <a:lnTo>
                    <a:pt x="2628902" y="2000718"/>
                  </a:lnTo>
                  <a:lnTo>
                    <a:pt x="2628995" y="2000718"/>
                  </a:lnTo>
                  <a:lnTo>
                    <a:pt x="2629089" y="2000718"/>
                  </a:lnTo>
                  <a:lnTo>
                    <a:pt x="2629182" y="2000718"/>
                  </a:lnTo>
                  <a:lnTo>
                    <a:pt x="2629275" y="2000718"/>
                  </a:lnTo>
                  <a:lnTo>
                    <a:pt x="2629368" y="2000718"/>
                  </a:lnTo>
                  <a:lnTo>
                    <a:pt x="2629461" y="2000718"/>
                  </a:lnTo>
                  <a:lnTo>
                    <a:pt x="2629555" y="2000718"/>
                  </a:lnTo>
                  <a:lnTo>
                    <a:pt x="2629648" y="2000718"/>
                  </a:lnTo>
                  <a:lnTo>
                    <a:pt x="2629741" y="2000718"/>
                  </a:lnTo>
                  <a:lnTo>
                    <a:pt x="2629834" y="2000718"/>
                  </a:lnTo>
                  <a:lnTo>
                    <a:pt x="2629928" y="2000718"/>
                  </a:lnTo>
                  <a:lnTo>
                    <a:pt x="2630021" y="2000718"/>
                  </a:lnTo>
                  <a:lnTo>
                    <a:pt x="2630114" y="2000718"/>
                  </a:lnTo>
                  <a:lnTo>
                    <a:pt x="2630207" y="2000718"/>
                  </a:lnTo>
                  <a:lnTo>
                    <a:pt x="2630301" y="2000718"/>
                  </a:lnTo>
                  <a:lnTo>
                    <a:pt x="2630394" y="2000718"/>
                  </a:lnTo>
                  <a:lnTo>
                    <a:pt x="2630487" y="2000718"/>
                  </a:lnTo>
                  <a:lnTo>
                    <a:pt x="2630580" y="2000718"/>
                  </a:lnTo>
                  <a:lnTo>
                    <a:pt x="2630674" y="2000718"/>
                  </a:lnTo>
                  <a:lnTo>
                    <a:pt x="2630767" y="2000718"/>
                  </a:lnTo>
                  <a:lnTo>
                    <a:pt x="2630860" y="2000718"/>
                  </a:lnTo>
                  <a:lnTo>
                    <a:pt x="2630953" y="2000718"/>
                  </a:lnTo>
                  <a:lnTo>
                    <a:pt x="2631047" y="2000718"/>
                  </a:lnTo>
                  <a:lnTo>
                    <a:pt x="2631140" y="2000718"/>
                  </a:lnTo>
                  <a:lnTo>
                    <a:pt x="2631233" y="2000718"/>
                  </a:lnTo>
                  <a:lnTo>
                    <a:pt x="2631326" y="2000718"/>
                  </a:lnTo>
                  <a:lnTo>
                    <a:pt x="2631420" y="2000718"/>
                  </a:lnTo>
                  <a:lnTo>
                    <a:pt x="2631513" y="2000718"/>
                  </a:lnTo>
                  <a:lnTo>
                    <a:pt x="2631606" y="2000718"/>
                  </a:lnTo>
                  <a:lnTo>
                    <a:pt x="2631699" y="2000718"/>
                  </a:lnTo>
                  <a:lnTo>
                    <a:pt x="2631793" y="2000718"/>
                  </a:lnTo>
                  <a:lnTo>
                    <a:pt x="2631886" y="2000718"/>
                  </a:lnTo>
                  <a:lnTo>
                    <a:pt x="2631979" y="2000718"/>
                  </a:lnTo>
                  <a:lnTo>
                    <a:pt x="2632072" y="2000718"/>
                  </a:lnTo>
                  <a:lnTo>
                    <a:pt x="2632166" y="2000718"/>
                  </a:lnTo>
                  <a:lnTo>
                    <a:pt x="2632259" y="2000718"/>
                  </a:lnTo>
                  <a:lnTo>
                    <a:pt x="2632352" y="2000718"/>
                  </a:lnTo>
                  <a:lnTo>
                    <a:pt x="2632445" y="2000718"/>
                  </a:lnTo>
                  <a:lnTo>
                    <a:pt x="2632539" y="2000718"/>
                  </a:lnTo>
                  <a:lnTo>
                    <a:pt x="2632632" y="2000718"/>
                  </a:lnTo>
                  <a:lnTo>
                    <a:pt x="2632725" y="2000718"/>
                  </a:lnTo>
                  <a:lnTo>
                    <a:pt x="2632818" y="2000718"/>
                  </a:lnTo>
                  <a:lnTo>
                    <a:pt x="2632912" y="2000718"/>
                  </a:lnTo>
                  <a:lnTo>
                    <a:pt x="2633005" y="2000718"/>
                  </a:lnTo>
                  <a:lnTo>
                    <a:pt x="2633098" y="2000718"/>
                  </a:lnTo>
                  <a:lnTo>
                    <a:pt x="2633191" y="2000718"/>
                  </a:lnTo>
                  <a:lnTo>
                    <a:pt x="2633285" y="2000718"/>
                  </a:lnTo>
                  <a:lnTo>
                    <a:pt x="2633378" y="2000718"/>
                  </a:lnTo>
                  <a:lnTo>
                    <a:pt x="2633471" y="2000718"/>
                  </a:lnTo>
                  <a:lnTo>
                    <a:pt x="2633564" y="2000718"/>
                  </a:lnTo>
                  <a:lnTo>
                    <a:pt x="2633658" y="2000718"/>
                  </a:lnTo>
                  <a:lnTo>
                    <a:pt x="2633751" y="2000718"/>
                  </a:lnTo>
                  <a:lnTo>
                    <a:pt x="2633844" y="2000718"/>
                  </a:lnTo>
                  <a:lnTo>
                    <a:pt x="2633844" y="1990764"/>
                  </a:lnTo>
                  <a:lnTo>
                    <a:pt x="2633937" y="1990764"/>
                  </a:lnTo>
                  <a:lnTo>
                    <a:pt x="2634031" y="1990764"/>
                  </a:lnTo>
                  <a:lnTo>
                    <a:pt x="2634124" y="1990764"/>
                  </a:lnTo>
                  <a:lnTo>
                    <a:pt x="2634217" y="1990764"/>
                  </a:lnTo>
                  <a:lnTo>
                    <a:pt x="2634310" y="1990764"/>
                  </a:lnTo>
                  <a:lnTo>
                    <a:pt x="2634404" y="1990764"/>
                  </a:lnTo>
                  <a:lnTo>
                    <a:pt x="2634497" y="1990764"/>
                  </a:lnTo>
                  <a:lnTo>
                    <a:pt x="2634590" y="1990764"/>
                  </a:lnTo>
                  <a:lnTo>
                    <a:pt x="2634683" y="1990764"/>
                  </a:lnTo>
                  <a:lnTo>
                    <a:pt x="2634777" y="1990764"/>
                  </a:lnTo>
                  <a:lnTo>
                    <a:pt x="2634870" y="1990764"/>
                  </a:lnTo>
                  <a:lnTo>
                    <a:pt x="2634963" y="1990764"/>
                  </a:lnTo>
                  <a:lnTo>
                    <a:pt x="2635056" y="1990764"/>
                  </a:lnTo>
                  <a:lnTo>
                    <a:pt x="2635150" y="1990764"/>
                  </a:lnTo>
                  <a:lnTo>
                    <a:pt x="2635243" y="1990764"/>
                  </a:lnTo>
                  <a:lnTo>
                    <a:pt x="2635336" y="1990764"/>
                  </a:lnTo>
                  <a:lnTo>
                    <a:pt x="2635429" y="1990764"/>
                  </a:lnTo>
                  <a:lnTo>
                    <a:pt x="2635523" y="1990764"/>
                  </a:lnTo>
                  <a:lnTo>
                    <a:pt x="2635616" y="1990764"/>
                  </a:lnTo>
                  <a:lnTo>
                    <a:pt x="2635709" y="1990764"/>
                  </a:lnTo>
                  <a:lnTo>
                    <a:pt x="2635802" y="1990764"/>
                  </a:lnTo>
                  <a:lnTo>
                    <a:pt x="2635896" y="1990764"/>
                  </a:lnTo>
                  <a:lnTo>
                    <a:pt x="2635989" y="1990764"/>
                  </a:lnTo>
                  <a:lnTo>
                    <a:pt x="2636082" y="1990764"/>
                  </a:lnTo>
                  <a:lnTo>
                    <a:pt x="2636175" y="1990764"/>
                  </a:lnTo>
                  <a:lnTo>
                    <a:pt x="2636269" y="1990764"/>
                  </a:lnTo>
                  <a:lnTo>
                    <a:pt x="2636362" y="1990764"/>
                  </a:lnTo>
                  <a:lnTo>
                    <a:pt x="2636455" y="1990764"/>
                  </a:lnTo>
                  <a:lnTo>
                    <a:pt x="2636548" y="1990764"/>
                  </a:lnTo>
                  <a:lnTo>
                    <a:pt x="2636641" y="1990764"/>
                  </a:lnTo>
                  <a:lnTo>
                    <a:pt x="2636735" y="1990764"/>
                  </a:lnTo>
                  <a:lnTo>
                    <a:pt x="2636828" y="1990764"/>
                  </a:lnTo>
                  <a:lnTo>
                    <a:pt x="2636921" y="1990764"/>
                  </a:lnTo>
                  <a:lnTo>
                    <a:pt x="2637014" y="1990764"/>
                  </a:lnTo>
                  <a:lnTo>
                    <a:pt x="2637108" y="1990764"/>
                  </a:lnTo>
                  <a:lnTo>
                    <a:pt x="2637201" y="1990764"/>
                  </a:lnTo>
                  <a:lnTo>
                    <a:pt x="2637294" y="1990764"/>
                  </a:lnTo>
                  <a:lnTo>
                    <a:pt x="2637387" y="1990764"/>
                  </a:lnTo>
                  <a:lnTo>
                    <a:pt x="2637481" y="1990764"/>
                  </a:lnTo>
                  <a:lnTo>
                    <a:pt x="2637574" y="1990764"/>
                  </a:lnTo>
                  <a:lnTo>
                    <a:pt x="2637667" y="1990764"/>
                  </a:lnTo>
                  <a:lnTo>
                    <a:pt x="2637760" y="1990764"/>
                  </a:lnTo>
                  <a:lnTo>
                    <a:pt x="2637854" y="1990764"/>
                  </a:lnTo>
                  <a:lnTo>
                    <a:pt x="2637947" y="1990764"/>
                  </a:lnTo>
                  <a:lnTo>
                    <a:pt x="2638040" y="1990764"/>
                  </a:lnTo>
                  <a:lnTo>
                    <a:pt x="2638133" y="1990764"/>
                  </a:lnTo>
                  <a:lnTo>
                    <a:pt x="2638227" y="1990764"/>
                  </a:lnTo>
                  <a:lnTo>
                    <a:pt x="2638320" y="1990764"/>
                  </a:lnTo>
                  <a:lnTo>
                    <a:pt x="2638413" y="1990764"/>
                  </a:lnTo>
                  <a:lnTo>
                    <a:pt x="2638506" y="1990764"/>
                  </a:lnTo>
                  <a:lnTo>
                    <a:pt x="2638600" y="1990764"/>
                  </a:lnTo>
                  <a:lnTo>
                    <a:pt x="2638693" y="1990764"/>
                  </a:lnTo>
                  <a:lnTo>
                    <a:pt x="2638786" y="1990764"/>
                  </a:lnTo>
                  <a:lnTo>
                    <a:pt x="2638879" y="1990764"/>
                  </a:lnTo>
                  <a:lnTo>
                    <a:pt x="2638973" y="1990764"/>
                  </a:lnTo>
                  <a:lnTo>
                    <a:pt x="2639066" y="1990764"/>
                  </a:lnTo>
                  <a:lnTo>
                    <a:pt x="2639159" y="1990764"/>
                  </a:lnTo>
                  <a:lnTo>
                    <a:pt x="2639252" y="1990764"/>
                  </a:lnTo>
                  <a:lnTo>
                    <a:pt x="2639346" y="1990764"/>
                  </a:lnTo>
                  <a:lnTo>
                    <a:pt x="2639439" y="1990764"/>
                  </a:lnTo>
                  <a:lnTo>
                    <a:pt x="2639532" y="1990764"/>
                  </a:lnTo>
                  <a:lnTo>
                    <a:pt x="2639625" y="1990764"/>
                  </a:lnTo>
                  <a:lnTo>
                    <a:pt x="2639719" y="1990764"/>
                  </a:lnTo>
                  <a:lnTo>
                    <a:pt x="2639812" y="1990764"/>
                  </a:lnTo>
                  <a:lnTo>
                    <a:pt x="2639905" y="1990764"/>
                  </a:lnTo>
                  <a:lnTo>
                    <a:pt x="2639998" y="1990764"/>
                  </a:lnTo>
                  <a:lnTo>
                    <a:pt x="2640092" y="1990764"/>
                  </a:lnTo>
                  <a:lnTo>
                    <a:pt x="2640185" y="1990764"/>
                  </a:lnTo>
                  <a:lnTo>
                    <a:pt x="2640278" y="1990764"/>
                  </a:lnTo>
                  <a:lnTo>
                    <a:pt x="2640371" y="1990764"/>
                  </a:lnTo>
                  <a:lnTo>
                    <a:pt x="2640465" y="1990764"/>
                  </a:lnTo>
                  <a:lnTo>
                    <a:pt x="2640558" y="1990764"/>
                  </a:lnTo>
                  <a:lnTo>
                    <a:pt x="2640651" y="1990764"/>
                  </a:lnTo>
                  <a:lnTo>
                    <a:pt x="2640744" y="1990764"/>
                  </a:lnTo>
                  <a:lnTo>
                    <a:pt x="2640838" y="1990764"/>
                  </a:lnTo>
                  <a:lnTo>
                    <a:pt x="2640931" y="1990764"/>
                  </a:lnTo>
                  <a:lnTo>
                    <a:pt x="2641024" y="1990764"/>
                  </a:lnTo>
                  <a:lnTo>
                    <a:pt x="2641117" y="1990764"/>
                  </a:lnTo>
                  <a:lnTo>
                    <a:pt x="2641211" y="1990764"/>
                  </a:lnTo>
                  <a:lnTo>
                    <a:pt x="2641304" y="1990764"/>
                  </a:lnTo>
                  <a:lnTo>
                    <a:pt x="2641397" y="1990764"/>
                  </a:lnTo>
                  <a:lnTo>
                    <a:pt x="2641490" y="1990764"/>
                  </a:lnTo>
                  <a:lnTo>
                    <a:pt x="2641584" y="1990764"/>
                  </a:lnTo>
                  <a:lnTo>
                    <a:pt x="2641677" y="1990764"/>
                  </a:lnTo>
                  <a:lnTo>
                    <a:pt x="2641770" y="1990764"/>
                  </a:lnTo>
                  <a:lnTo>
                    <a:pt x="2641863" y="1990764"/>
                  </a:lnTo>
                  <a:lnTo>
                    <a:pt x="2641957" y="1990764"/>
                  </a:lnTo>
                  <a:lnTo>
                    <a:pt x="2642050" y="1990764"/>
                  </a:lnTo>
                  <a:lnTo>
                    <a:pt x="2642143" y="1990764"/>
                  </a:lnTo>
                  <a:lnTo>
                    <a:pt x="2642236" y="1990764"/>
                  </a:lnTo>
                  <a:lnTo>
                    <a:pt x="2642330" y="1990764"/>
                  </a:lnTo>
                  <a:lnTo>
                    <a:pt x="2642423" y="1990764"/>
                  </a:lnTo>
                  <a:lnTo>
                    <a:pt x="2642516" y="1990764"/>
                  </a:lnTo>
                  <a:lnTo>
                    <a:pt x="2642609" y="1990764"/>
                  </a:lnTo>
                  <a:lnTo>
                    <a:pt x="2642703" y="1990764"/>
                  </a:lnTo>
                  <a:lnTo>
                    <a:pt x="2642796" y="1990764"/>
                  </a:lnTo>
                  <a:lnTo>
                    <a:pt x="2642889" y="1990764"/>
                  </a:lnTo>
                  <a:lnTo>
                    <a:pt x="2642982" y="1990764"/>
                  </a:lnTo>
                  <a:lnTo>
                    <a:pt x="2643076" y="1990764"/>
                  </a:lnTo>
                  <a:lnTo>
                    <a:pt x="2643169" y="1990764"/>
                  </a:lnTo>
                  <a:lnTo>
                    <a:pt x="2643262" y="1990764"/>
                  </a:lnTo>
                  <a:lnTo>
                    <a:pt x="2643355" y="1990764"/>
                  </a:lnTo>
                  <a:lnTo>
                    <a:pt x="2643448" y="1990764"/>
                  </a:lnTo>
                  <a:lnTo>
                    <a:pt x="2643542" y="1990764"/>
                  </a:lnTo>
                  <a:lnTo>
                    <a:pt x="2643635" y="1990764"/>
                  </a:lnTo>
                  <a:lnTo>
                    <a:pt x="2643728" y="1990764"/>
                  </a:lnTo>
                  <a:lnTo>
                    <a:pt x="2643821" y="1990764"/>
                  </a:lnTo>
                  <a:lnTo>
                    <a:pt x="2643915" y="1990764"/>
                  </a:lnTo>
                  <a:lnTo>
                    <a:pt x="2644008" y="1990764"/>
                  </a:lnTo>
                  <a:lnTo>
                    <a:pt x="2644101" y="1990764"/>
                  </a:lnTo>
                  <a:lnTo>
                    <a:pt x="2644194" y="1990764"/>
                  </a:lnTo>
                  <a:lnTo>
                    <a:pt x="2644288" y="1990764"/>
                  </a:lnTo>
                  <a:lnTo>
                    <a:pt x="2644381" y="1990764"/>
                  </a:lnTo>
                  <a:lnTo>
                    <a:pt x="2644474" y="1990764"/>
                  </a:lnTo>
                  <a:lnTo>
                    <a:pt x="2644567" y="1990764"/>
                  </a:lnTo>
                  <a:lnTo>
                    <a:pt x="2644661" y="1990764"/>
                  </a:lnTo>
                  <a:lnTo>
                    <a:pt x="2644754" y="1990764"/>
                  </a:lnTo>
                  <a:lnTo>
                    <a:pt x="2644847" y="1990764"/>
                  </a:lnTo>
                  <a:lnTo>
                    <a:pt x="2644940" y="1990764"/>
                  </a:lnTo>
                  <a:lnTo>
                    <a:pt x="2645034" y="1990764"/>
                  </a:lnTo>
                  <a:lnTo>
                    <a:pt x="2645127" y="1990764"/>
                  </a:lnTo>
                  <a:lnTo>
                    <a:pt x="2645220" y="1990764"/>
                  </a:lnTo>
                  <a:lnTo>
                    <a:pt x="2645313" y="1990764"/>
                  </a:lnTo>
                  <a:lnTo>
                    <a:pt x="2645407" y="1990764"/>
                  </a:lnTo>
                  <a:lnTo>
                    <a:pt x="2645500" y="1990764"/>
                  </a:lnTo>
                  <a:lnTo>
                    <a:pt x="2645593" y="1990764"/>
                  </a:lnTo>
                  <a:lnTo>
                    <a:pt x="2645686" y="1990764"/>
                  </a:lnTo>
                  <a:lnTo>
                    <a:pt x="2645780" y="1990764"/>
                  </a:lnTo>
                  <a:lnTo>
                    <a:pt x="2645873" y="1990764"/>
                  </a:lnTo>
                  <a:lnTo>
                    <a:pt x="2645966" y="1990764"/>
                  </a:lnTo>
                  <a:lnTo>
                    <a:pt x="2646059" y="1990764"/>
                  </a:lnTo>
                  <a:lnTo>
                    <a:pt x="2646153" y="1990764"/>
                  </a:lnTo>
                  <a:lnTo>
                    <a:pt x="2646246" y="1990764"/>
                  </a:lnTo>
                  <a:lnTo>
                    <a:pt x="2646339" y="1990764"/>
                  </a:lnTo>
                  <a:lnTo>
                    <a:pt x="2646432" y="1990764"/>
                  </a:lnTo>
                  <a:lnTo>
                    <a:pt x="2646526" y="1990764"/>
                  </a:lnTo>
                  <a:lnTo>
                    <a:pt x="2646619" y="1990764"/>
                  </a:lnTo>
                  <a:lnTo>
                    <a:pt x="2646712" y="1990764"/>
                  </a:lnTo>
                  <a:lnTo>
                    <a:pt x="2646805" y="1990764"/>
                  </a:lnTo>
                  <a:lnTo>
                    <a:pt x="2646899" y="1990764"/>
                  </a:lnTo>
                  <a:lnTo>
                    <a:pt x="2646992" y="1990764"/>
                  </a:lnTo>
                  <a:lnTo>
                    <a:pt x="2647085" y="1990764"/>
                  </a:lnTo>
                  <a:lnTo>
                    <a:pt x="2647178" y="1990764"/>
                  </a:lnTo>
                  <a:lnTo>
                    <a:pt x="2647272" y="1990764"/>
                  </a:lnTo>
                  <a:lnTo>
                    <a:pt x="2647365" y="1990764"/>
                  </a:lnTo>
                  <a:lnTo>
                    <a:pt x="2647458" y="1990764"/>
                  </a:lnTo>
                  <a:lnTo>
                    <a:pt x="2647551" y="1990764"/>
                  </a:lnTo>
                  <a:lnTo>
                    <a:pt x="2647645" y="1990764"/>
                  </a:lnTo>
                  <a:lnTo>
                    <a:pt x="2647738" y="1990764"/>
                  </a:lnTo>
                  <a:lnTo>
                    <a:pt x="2647831" y="1990764"/>
                  </a:lnTo>
                  <a:lnTo>
                    <a:pt x="2647924" y="1990764"/>
                  </a:lnTo>
                  <a:lnTo>
                    <a:pt x="2648018" y="1990764"/>
                  </a:lnTo>
                  <a:lnTo>
                    <a:pt x="2648111" y="1990764"/>
                  </a:lnTo>
                  <a:lnTo>
                    <a:pt x="2648204" y="1990764"/>
                  </a:lnTo>
                  <a:lnTo>
                    <a:pt x="2648297" y="1990764"/>
                  </a:lnTo>
                  <a:lnTo>
                    <a:pt x="2648391" y="1990764"/>
                  </a:lnTo>
                  <a:lnTo>
                    <a:pt x="2648484" y="1990764"/>
                  </a:lnTo>
                  <a:lnTo>
                    <a:pt x="2648577" y="1990764"/>
                  </a:lnTo>
                  <a:lnTo>
                    <a:pt x="2648670" y="1990764"/>
                  </a:lnTo>
                  <a:lnTo>
                    <a:pt x="2648764" y="1990764"/>
                  </a:lnTo>
                  <a:lnTo>
                    <a:pt x="2648857" y="1990764"/>
                  </a:lnTo>
                  <a:lnTo>
                    <a:pt x="2648950" y="1990764"/>
                  </a:lnTo>
                  <a:lnTo>
                    <a:pt x="2649043" y="1990764"/>
                  </a:lnTo>
                  <a:lnTo>
                    <a:pt x="2649137" y="1990764"/>
                  </a:lnTo>
                  <a:lnTo>
                    <a:pt x="2649230" y="1990764"/>
                  </a:lnTo>
                  <a:lnTo>
                    <a:pt x="2649323" y="1990764"/>
                  </a:lnTo>
                  <a:lnTo>
                    <a:pt x="2649416" y="1990764"/>
                  </a:lnTo>
                  <a:lnTo>
                    <a:pt x="2649510" y="1990764"/>
                  </a:lnTo>
                  <a:lnTo>
                    <a:pt x="2649603" y="1990764"/>
                  </a:lnTo>
                  <a:lnTo>
                    <a:pt x="2649696" y="1990764"/>
                  </a:lnTo>
                  <a:lnTo>
                    <a:pt x="2649789" y="1990764"/>
                  </a:lnTo>
                  <a:lnTo>
                    <a:pt x="2649883" y="1990764"/>
                  </a:lnTo>
                  <a:lnTo>
                    <a:pt x="2649976" y="1990764"/>
                  </a:lnTo>
                  <a:lnTo>
                    <a:pt x="2650069" y="1990764"/>
                  </a:lnTo>
                  <a:lnTo>
                    <a:pt x="2650162" y="1990764"/>
                  </a:lnTo>
                  <a:lnTo>
                    <a:pt x="2650255" y="1990764"/>
                  </a:lnTo>
                  <a:lnTo>
                    <a:pt x="2650349" y="1990764"/>
                  </a:lnTo>
                  <a:lnTo>
                    <a:pt x="2650442" y="1990764"/>
                  </a:lnTo>
                  <a:lnTo>
                    <a:pt x="2650535" y="1990764"/>
                  </a:lnTo>
                  <a:lnTo>
                    <a:pt x="2650628" y="1990764"/>
                  </a:lnTo>
                  <a:lnTo>
                    <a:pt x="2650722" y="1990764"/>
                  </a:lnTo>
                  <a:lnTo>
                    <a:pt x="2650815" y="1990764"/>
                  </a:lnTo>
                  <a:lnTo>
                    <a:pt x="2650908" y="1990764"/>
                  </a:lnTo>
                  <a:lnTo>
                    <a:pt x="2651001" y="1990764"/>
                  </a:lnTo>
                  <a:lnTo>
                    <a:pt x="2651095" y="1990764"/>
                  </a:lnTo>
                  <a:lnTo>
                    <a:pt x="2651188" y="1990764"/>
                  </a:lnTo>
                  <a:lnTo>
                    <a:pt x="2651281" y="1990764"/>
                  </a:lnTo>
                  <a:lnTo>
                    <a:pt x="2651374" y="1990764"/>
                  </a:lnTo>
                  <a:lnTo>
                    <a:pt x="2651468" y="1990764"/>
                  </a:lnTo>
                  <a:lnTo>
                    <a:pt x="2651561" y="1990764"/>
                  </a:lnTo>
                  <a:lnTo>
                    <a:pt x="2651654" y="1990764"/>
                  </a:lnTo>
                  <a:lnTo>
                    <a:pt x="2651747" y="1990764"/>
                  </a:lnTo>
                  <a:lnTo>
                    <a:pt x="2651841" y="1990764"/>
                  </a:lnTo>
                  <a:lnTo>
                    <a:pt x="2651934" y="1990764"/>
                  </a:lnTo>
                  <a:lnTo>
                    <a:pt x="2652027" y="1990764"/>
                  </a:lnTo>
                  <a:lnTo>
                    <a:pt x="2652120" y="1990764"/>
                  </a:lnTo>
                  <a:lnTo>
                    <a:pt x="2652214" y="1990764"/>
                  </a:lnTo>
                  <a:lnTo>
                    <a:pt x="2652307" y="1990764"/>
                  </a:lnTo>
                  <a:lnTo>
                    <a:pt x="2652400" y="1990764"/>
                  </a:lnTo>
                  <a:lnTo>
                    <a:pt x="2652493" y="1990764"/>
                  </a:lnTo>
                  <a:lnTo>
                    <a:pt x="2652587" y="1990764"/>
                  </a:lnTo>
                  <a:lnTo>
                    <a:pt x="2652680" y="1990764"/>
                  </a:lnTo>
                  <a:lnTo>
                    <a:pt x="2652773" y="1990764"/>
                  </a:lnTo>
                  <a:lnTo>
                    <a:pt x="2652866" y="1990764"/>
                  </a:lnTo>
                  <a:lnTo>
                    <a:pt x="2652960" y="1990764"/>
                  </a:lnTo>
                  <a:lnTo>
                    <a:pt x="2653053" y="1990764"/>
                  </a:lnTo>
                  <a:lnTo>
                    <a:pt x="2653146" y="1990764"/>
                  </a:lnTo>
                  <a:lnTo>
                    <a:pt x="2653239" y="1990764"/>
                  </a:lnTo>
                  <a:lnTo>
                    <a:pt x="2653333" y="1990764"/>
                  </a:lnTo>
                  <a:lnTo>
                    <a:pt x="2653426" y="1990764"/>
                  </a:lnTo>
                  <a:lnTo>
                    <a:pt x="2653519" y="1990764"/>
                  </a:lnTo>
                  <a:lnTo>
                    <a:pt x="2653612" y="1990764"/>
                  </a:lnTo>
                  <a:lnTo>
                    <a:pt x="2653706" y="1990764"/>
                  </a:lnTo>
                  <a:lnTo>
                    <a:pt x="2653799" y="1990764"/>
                  </a:lnTo>
                  <a:lnTo>
                    <a:pt x="2653892" y="1990764"/>
                  </a:lnTo>
                  <a:lnTo>
                    <a:pt x="2653985" y="1990764"/>
                  </a:lnTo>
                  <a:lnTo>
                    <a:pt x="2654079" y="1990764"/>
                  </a:lnTo>
                  <a:lnTo>
                    <a:pt x="2654172" y="1990764"/>
                  </a:lnTo>
                  <a:lnTo>
                    <a:pt x="2654265" y="1990764"/>
                  </a:lnTo>
                  <a:lnTo>
                    <a:pt x="2654358" y="1990764"/>
                  </a:lnTo>
                  <a:lnTo>
                    <a:pt x="2654452" y="1990764"/>
                  </a:lnTo>
                  <a:lnTo>
                    <a:pt x="2654545" y="1990764"/>
                  </a:lnTo>
                  <a:lnTo>
                    <a:pt x="2654638" y="1990764"/>
                  </a:lnTo>
                  <a:lnTo>
                    <a:pt x="2654731" y="1990764"/>
                  </a:lnTo>
                  <a:lnTo>
                    <a:pt x="2654825" y="1990764"/>
                  </a:lnTo>
                  <a:lnTo>
                    <a:pt x="2654918" y="1990764"/>
                  </a:lnTo>
                  <a:lnTo>
                    <a:pt x="2655011" y="1990764"/>
                  </a:lnTo>
                  <a:lnTo>
                    <a:pt x="2655104" y="1990764"/>
                  </a:lnTo>
                  <a:lnTo>
                    <a:pt x="2655198" y="1990764"/>
                  </a:lnTo>
                  <a:lnTo>
                    <a:pt x="2655291" y="1990764"/>
                  </a:lnTo>
                  <a:lnTo>
                    <a:pt x="2655384" y="1990764"/>
                  </a:lnTo>
                  <a:lnTo>
                    <a:pt x="2655477" y="1990764"/>
                  </a:lnTo>
                  <a:lnTo>
                    <a:pt x="2655571" y="1990764"/>
                  </a:lnTo>
                  <a:lnTo>
                    <a:pt x="2655664" y="1990764"/>
                  </a:lnTo>
                  <a:lnTo>
                    <a:pt x="2655757" y="1990764"/>
                  </a:lnTo>
                  <a:lnTo>
                    <a:pt x="2655850" y="1990764"/>
                  </a:lnTo>
                  <a:lnTo>
                    <a:pt x="2655944" y="1990764"/>
                  </a:lnTo>
                  <a:lnTo>
                    <a:pt x="2656037" y="1990764"/>
                  </a:lnTo>
                  <a:lnTo>
                    <a:pt x="2656130" y="1990764"/>
                  </a:lnTo>
                  <a:lnTo>
                    <a:pt x="2656223" y="1990764"/>
                  </a:lnTo>
                  <a:lnTo>
                    <a:pt x="2656317" y="1990764"/>
                  </a:lnTo>
                  <a:lnTo>
                    <a:pt x="2656317" y="1980810"/>
                  </a:lnTo>
                  <a:lnTo>
                    <a:pt x="2656410" y="1980810"/>
                  </a:lnTo>
                  <a:lnTo>
                    <a:pt x="2656503" y="1980810"/>
                  </a:lnTo>
                  <a:lnTo>
                    <a:pt x="2656596" y="1980810"/>
                  </a:lnTo>
                  <a:lnTo>
                    <a:pt x="2656690" y="1980810"/>
                  </a:lnTo>
                  <a:lnTo>
                    <a:pt x="2656783" y="1980810"/>
                  </a:lnTo>
                  <a:lnTo>
                    <a:pt x="2656876" y="1980810"/>
                  </a:lnTo>
                  <a:lnTo>
                    <a:pt x="2656969" y="1980810"/>
                  </a:lnTo>
                  <a:lnTo>
                    <a:pt x="2657063" y="1980810"/>
                  </a:lnTo>
                  <a:lnTo>
                    <a:pt x="2657156" y="1980810"/>
                  </a:lnTo>
                  <a:lnTo>
                    <a:pt x="2657249" y="1980810"/>
                  </a:lnTo>
                  <a:lnTo>
                    <a:pt x="2657342" y="1980810"/>
                  </a:lnTo>
                  <a:lnTo>
                    <a:pt x="2657435" y="1980810"/>
                  </a:lnTo>
                  <a:lnTo>
                    <a:pt x="2657529" y="1980810"/>
                  </a:lnTo>
                  <a:lnTo>
                    <a:pt x="2657622" y="1980810"/>
                  </a:lnTo>
                  <a:lnTo>
                    <a:pt x="2657715" y="1980810"/>
                  </a:lnTo>
                  <a:lnTo>
                    <a:pt x="2657808" y="1980810"/>
                  </a:lnTo>
                  <a:lnTo>
                    <a:pt x="2657902" y="1980810"/>
                  </a:lnTo>
                  <a:lnTo>
                    <a:pt x="2657995" y="1980810"/>
                  </a:lnTo>
                  <a:lnTo>
                    <a:pt x="2658088" y="1980810"/>
                  </a:lnTo>
                  <a:lnTo>
                    <a:pt x="2658181" y="1980810"/>
                  </a:lnTo>
                  <a:lnTo>
                    <a:pt x="2658275" y="1980810"/>
                  </a:lnTo>
                  <a:lnTo>
                    <a:pt x="2658368" y="1980810"/>
                  </a:lnTo>
                  <a:lnTo>
                    <a:pt x="2658461" y="1980810"/>
                  </a:lnTo>
                  <a:lnTo>
                    <a:pt x="2658554" y="1980810"/>
                  </a:lnTo>
                  <a:lnTo>
                    <a:pt x="2658648" y="1980810"/>
                  </a:lnTo>
                  <a:lnTo>
                    <a:pt x="2658741" y="1980810"/>
                  </a:lnTo>
                  <a:lnTo>
                    <a:pt x="2658834" y="1980810"/>
                  </a:lnTo>
                  <a:lnTo>
                    <a:pt x="2658927" y="1980810"/>
                  </a:lnTo>
                  <a:lnTo>
                    <a:pt x="2659021" y="1980810"/>
                  </a:lnTo>
                  <a:lnTo>
                    <a:pt x="2659114" y="1980810"/>
                  </a:lnTo>
                  <a:lnTo>
                    <a:pt x="2659207" y="1980810"/>
                  </a:lnTo>
                  <a:lnTo>
                    <a:pt x="2659300" y="1980810"/>
                  </a:lnTo>
                  <a:lnTo>
                    <a:pt x="2659394" y="1980810"/>
                  </a:lnTo>
                  <a:lnTo>
                    <a:pt x="2659487" y="1980810"/>
                  </a:lnTo>
                  <a:lnTo>
                    <a:pt x="2659580" y="1980810"/>
                  </a:lnTo>
                  <a:lnTo>
                    <a:pt x="2659673" y="1980810"/>
                  </a:lnTo>
                  <a:lnTo>
                    <a:pt x="2659767" y="1980810"/>
                  </a:lnTo>
                  <a:lnTo>
                    <a:pt x="2659860" y="1980810"/>
                  </a:lnTo>
                  <a:lnTo>
                    <a:pt x="2659953" y="1980810"/>
                  </a:lnTo>
                  <a:lnTo>
                    <a:pt x="2660046" y="1980810"/>
                  </a:lnTo>
                  <a:lnTo>
                    <a:pt x="2660140" y="1980810"/>
                  </a:lnTo>
                  <a:lnTo>
                    <a:pt x="2660233" y="1980810"/>
                  </a:lnTo>
                  <a:lnTo>
                    <a:pt x="2660326" y="1980810"/>
                  </a:lnTo>
                  <a:lnTo>
                    <a:pt x="2660419" y="1980810"/>
                  </a:lnTo>
                  <a:lnTo>
                    <a:pt x="2660513" y="1980810"/>
                  </a:lnTo>
                  <a:lnTo>
                    <a:pt x="2660606" y="1980810"/>
                  </a:lnTo>
                  <a:lnTo>
                    <a:pt x="2660699" y="1980810"/>
                  </a:lnTo>
                  <a:lnTo>
                    <a:pt x="2660792" y="1980810"/>
                  </a:lnTo>
                  <a:lnTo>
                    <a:pt x="2660886" y="1980810"/>
                  </a:lnTo>
                  <a:lnTo>
                    <a:pt x="2660979" y="1980810"/>
                  </a:lnTo>
                  <a:lnTo>
                    <a:pt x="2661072" y="1980810"/>
                  </a:lnTo>
                  <a:lnTo>
                    <a:pt x="2661165" y="1980810"/>
                  </a:lnTo>
                  <a:lnTo>
                    <a:pt x="2661259" y="1980810"/>
                  </a:lnTo>
                  <a:lnTo>
                    <a:pt x="2661352" y="1980810"/>
                  </a:lnTo>
                  <a:lnTo>
                    <a:pt x="2661445" y="1980810"/>
                  </a:lnTo>
                  <a:lnTo>
                    <a:pt x="2661538" y="1980810"/>
                  </a:lnTo>
                  <a:lnTo>
                    <a:pt x="2661632" y="1980810"/>
                  </a:lnTo>
                  <a:lnTo>
                    <a:pt x="2661725" y="1980810"/>
                  </a:lnTo>
                  <a:lnTo>
                    <a:pt x="2661818" y="1980810"/>
                  </a:lnTo>
                  <a:lnTo>
                    <a:pt x="2661911" y="1980810"/>
                  </a:lnTo>
                  <a:lnTo>
                    <a:pt x="2662005" y="1980810"/>
                  </a:lnTo>
                  <a:lnTo>
                    <a:pt x="2662098" y="1980810"/>
                  </a:lnTo>
                  <a:lnTo>
                    <a:pt x="2662191" y="1980810"/>
                  </a:lnTo>
                  <a:lnTo>
                    <a:pt x="2662284" y="1980810"/>
                  </a:lnTo>
                  <a:lnTo>
                    <a:pt x="2662378" y="1980810"/>
                  </a:lnTo>
                  <a:lnTo>
                    <a:pt x="2662471" y="1980810"/>
                  </a:lnTo>
                  <a:lnTo>
                    <a:pt x="2662564" y="1980810"/>
                  </a:lnTo>
                  <a:lnTo>
                    <a:pt x="2662657" y="1980810"/>
                  </a:lnTo>
                  <a:lnTo>
                    <a:pt x="2662751" y="1980810"/>
                  </a:lnTo>
                  <a:lnTo>
                    <a:pt x="2662844" y="1980810"/>
                  </a:lnTo>
                  <a:lnTo>
                    <a:pt x="2662937" y="1980810"/>
                  </a:lnTo>
                  <a:lnTo>
                    <a:pt x="2663030" y="1980810"/>
                  </a:lnTo>
                  <a:lnTo>
                    <a:pt x="2663124" y="1980810"/>
                  </a:lnTo>
                  <a:lnTo>
                    <a:pt x="2663217" y="1980810"/>
                  </a:lnTo>
                  <a:lnTo>
                    <a:pt x="2663310" y="1980810"/>
                  </a:lnTo>
                  <a:lnTo>
                    <a:pt x="2663403" y="1980810"/>
                  </a:lnTo>
                  <a:lnTo>
                    <a:pt x="2663497" y="1980810"/>
                  </a:lnTo>
                  <a:lnTo>
                    <a:pt x="2663590" y="1980810"/>
                  </a:lnTo>
                  <a:lnTo>
                    <a:pt x="2663683" y="1980810"/>
                  </a:lnTo>
                  <a:lnTo>
                    <a:pt x="2663776" y="1980810"/>
                  </a:lnTo>
                  <a:lnTo>
                    <a:pt x="2663870" y="1980810"/>
                  </a:lnTo>
                  <a:lnTo>
                    <a:pt x="2663963" y="1980810"/>
                  </a:lnTo>
                  <a:lnTo>
                    <a:pt x="2664056" y="1980810"/>
                  </a:lnTo>
                  <a:lnTo>
                    <a:pt x="2664149" y="1980810"/>
                  </a:lnTo>
                  <a:lnTo>
                    <a:pt x="2664242" y="1980810"/>
                  </a:lnTo>
                  <a:lnTo>
                    <a:pt x="2664336" y="1980810"/>
                  </a:lnTo>
                  <a:lnTo>
                    <a:pt x="2664429" y="1980810"/>
                  </a:lnTo>
                  <a:lnTo>
                    <a:pt x="2664522" y="1980810"/>
                  </a:lnTo>
                  <a:lnTo>
                    <a:pt x="2664615" y="1980810"/>
                  </a:lnTo>
                  <a:lnTo>
                    <a:pt x="2664709" y="1980810"/>
                  </a:lnTo>
                  <a:lnTo>
                    <a:pt x="2664802" y="1980810"/>
                  </a:lnTo>
                  <a:lnTo>
                    <a:pt x="2664895" y="1980810"/>
                  </a:lnTo>
                  <a:lnTo>
                    <a:pt x="2664988" y="1980810"/>
                  </a:lnTo>
                  <a:lnTo>
                    <a:pt x="2665082" y="1980810"/>
                  </a:lnTo>
                  <a:lnTo>
                    <a:pt x="2665175" y="1980810"/>
                  </a:lnTo>
                  <a:lnTo>
                    <a:pt x="2665268" y="1980810"/>
                  </a:lnTo>
                  <a:lnTo>
                    <a:pt x="2665361" y="1980810"/>
                  </a:lnTo>
                  <a:lnTo>
                    <a:pt x="2665455" y="1980810"/>
                  </a:lnTo>
                  <a:lnTo>
                    <a:pt x="2665548" y="1980810"/>
                  </a:lnTo>
                  <a:lnTo>
                    <a:pt x="2665641" y="1980810"/>
                  </a:lnTo>
                  <a:lnTo>
                    <a:pt x="2665734" y="1980810"/>
                  </a:lnTo>
                  <a:lnTo>
                    <a:pt x="2665828" y="1980810"/>
                  </a:lnTo>
                  <a:lnTo>
                    <a:pt x="2665921" y="1980810"/>
                  </a:lnTo>
                  <a:lnTo>
                    <a:pt x="2666014" y="1980810"/>
                  </a:lnTo>
                  <a:lnTo>
                    <a:pt x="2666107" y="1980810"/>
                  </a:lnTo>
                  <a:lnTo>
                    <a:pt x="2666201" y="1980810"/>
                  </a:lnTo>
                  <a:lnTo>
                    <a:pt x="2666294" y="1980810"/>
                  </a:lnTo>
                  <a:lnTo>
                    <a:pt x="2666387" y="1980810"/>
                  </a:lnTo>
                  <a:lnTo>
                    <a:pt x="2666480" y="1980810"/>
                  </a:lnTo>
                  <a:lnTo>
                    <a:pt x="2666574" y="1980810"/>
                  </a:lnTo>
                  <a:lnTo>
                    <a:pt x="2666667" y="1980810"/>
                  </a:lnTo>
                  <a:lnTo>
                    <a:pt x="2666760" y="1980810"/>
                  </a:lnTo>
                  <a:lnTo>
                    <a:pt x="2666853" y="1980810"/>
                  </a:lnTo>
                  <a:lnTo>
                    <a:pt x="2666947" y="1980810"/>
                  </a:lnTo>
                  <a:lnTo>
                    <a:pt x="2667040" y="1980810"/>
                  </a:lnTo>
                  <a:lnTo>
                    <a:pt x="2667133" y="1980810"/>
                  </a:lnTo>
                  <a:lnTo>
                    <a:pt x="2667226" y="1980810"/>
                  </a:lnTo>
                  <a:lnTo>
                    <a:pt x="2667320" y="1980810"/>
                  </a:lnTo>
                  <a:lnTo>
                    <a:pt x="2667413" y="1980810"/>
                  </a:lnTo>
                  <a:lnTo>
                    <a:pt x="2667506" y="1980810"/>
                  </a:lnTo>
                  <a:lnTo>
                    <a:pt x="2667599" y="1980810"/>
                  </a:lnTo>
                  <a:lnTo>
                    <a:pt x="2667693" y="1980810"/>
                  </a:lnTo>
                  <a:lnTo>
                    <a:pt x="2667786" y="1980810"/>
                  </a:lnTo>
                  <a:lnTo>
                    <a:pt x="2667879" y="1980810"/>
                  </a:lnTo>
                  <a:lnTo>
                    <a:pt x="2667972" y="1980810"/>
                  </a:lnTo>
                  <a:lnTo>
                    <a:pt x="2668066" y="1980810"/>
                  </a:lnTo>
                  <a:lnTo>
                    <a:pt x="2668159" y="1980810"/>
                  </a:lnTo>
                  <a:lnTo>
                    <a:pt x="2668252" y="1980810"/>
                  </a:lnTo>
                  <a:lnTo>
                    <a:pt x="2668345" y="1980810"/>
                  </a:lnTo>
                  <a:lnTo>
                    <a:pt x="2668439" y="1980810"/>
                  </a:lnTo>
                  <a:lnTo>
                    <a:pt x="2668532" y="1980810"/>
                  </a:lnTo>
                  <a:lnTo>
                    <a:pt x="2668625" y="1980810"/>
                  </a:lnTo>
                  <a:lnTo>
                    <a:pt x="2668718" y="1980810"/>
                  </a:lnTo>
                  <a:lnTo>
                    <a:pt x="2668812" y="1980810"/>
                  </a:lnTo>
                  <a:lnTo>
                    <a:pt x="2668905" y="1980810"/>
                  </a:lnTo>
                  <a:lnTo>
                    <a:pt x="2668998" y="1980810"/>
                  </a:lnTo>
                  <a:lnTo>
                    <a:pt x="2669091" y="1980810"/>
                  </a:lnTo>
                  <a:lnTo>
                    <a:pt x="2669185" y="1980810"/>
                  </a:lnTo>
                  <a:lnTo>
                    <a:pt x="2669278" y="1980810"/>
                  </a:lnTo>
                  <a:lnTo>
                    <a:pt x="2669371" y="1980810"/>
                  </a:lnTo>
                  <a:lnTo>
                    <a:pt x="2669464" y="1980810"/>
                  </a:lnTo>
                  <a:lnTo>
                    <a:pt x="2669558" y="1980810"/>
                  </a:lnTo>
                  <a:lnTo>
                    <a:pt x="2669651" y="1980810"/>
                  </a:lnTo>
                  <a:lnTo>
                    <a:pt x="2669744" y="1980810"/>
                  </a:lnTo>
                  <a:lnTo>
                    <a:pt x="2669837" y="1980810"/>
                  </a:lnTo>
                  <a:lnTo>
                    <a:pt x="2669931" y="1980810"/>
                  </a:lnTo>
                  <a:lnTo>
                    <a:pt x="2670024" y="1980810"/>
                  </a:lnTo>
                  <a:lnTo>
                    <a:pt x="2670117" y="1980810"/>
                  </a:lnTo>
                  <a:lnTo>
                    <a:pt x="2670210" y="1980810"/>
                  </a:lnTo>
                  <a:lnTo>
                    <a:pt x="2670304" y="1980810"/>
                  </a:lnTo>
                  <a:lnTo>
                    <a:pt x="2670397" y="1980810"/>
                  </a:lnTo>
                  <a:lnTo>
                    <a:pt x="2670490" y="1980810"/>
                  </a:lnTo>
                  <a:lnTo>
                    <a:pt x="2670583" y="1980810"/>
                  </a:lnTo>
                  <a:lnTo>
                    <a:pt x="2670677" y="1980810"/>
                  </a:lnTo>
                  <a:lnTo>
                    <a:pt x="2670770" y="1980810"/>
                  </a:lnTo>
                  <a:lnTo>
                    <a:pt x="2670863" y="1980810"/>
                  </a:lnTo>
                  <a:lnTo>
                    <a:pt x="2670956" y="1980810"/>
                  </a:lnTo>
                  <a:lnTo>
                    <a:pt x="2671050" y="1980810"/>
                  </a:lnTo>
                  <a:lnTo>
                    <a:pt x="2671143" y="1980810"/>
                  </a:lnTo>
                  <a:lnTo>
                    <a:pt x="2671236" y="1980810"/>
                  </a:lnTo>
                  <a:lnTo>
                    <a:pt x="2671329" y="1980810"/>
                  </a:lnTo>
                  <a:lnTo>
                    <a:pt x="2671422" y="1980810"/>
                  </a:lnTo>
                  <a:lnTo>
                    <a:pt x="2671516" y="1980810"/>
                  </a:lnTo>
                  <a:lnTo>
                    <a:pt x="2671609" y="1980810"/>
                  </a:lnTo>
                  <a:lnTo>
                    <a:pt x="2671702" y="1980810"/>
                  </a:lnTo>
                  <a:lnTo>
                    <a:pt x="2671795" y="1980810"/>
                  </a:lnTo>
                  <a:lnTo>
                    <a:pt x="2671889" y="1980810"/>
                  </a:lnTo>
                  <a:lnTo>
                    <a:pt x="2671982" y="1980810"/>
                  </a:lnTo>
                  <a:lnTo>
                    <a:pt x="2672075" y="1980810"/>
                  </a:lnTo>
                  <a:lnTo>
                    <a:pt x="2672168" y="1980810"/>
                  </a:lnTo>
                  <a:lnTo>
                    <a:pt x="2672262" y="1980810"/>
                  </a:lnTo>
                  <a:lnTo>
                    <a:pt x="2672355" y="1980810"/>
                  </a:lnTo>
                  <a:lnTo>
                    <a:pt x="2672448" y="1980810"/>
                  </a:lnTo>
                  <a:lnTo>
                    <a:pt x="2672541" y="1980810"/>
                  </a:lnTo>
                  <a:lnTo>
                    <a:pt x="2672635" y="1980810"/>
                  </a:lnTo>
                  <a:lnTo>
                    <a:pt x="2672728" y="1980810"/>
                  </a:lnTo>
                  <a:lnTo>
                    <a:pt x="2672821" y="1980810"/>
                  </a:lnTo>
                  <a:lnTo>
                    <a:pt x="2672914" y="1980810"/>
                  </a:lnTo>
                  <a:lnTo>
                    <a:pt x="2673008" y="1980810"/>
                  </a:lnTo>
                  <a:lnTo>
                    <a:pt x="2673101" y="1980810"/>
                  </a:lnTo>
                  <a:lnTo>
                    <a:pt x="2673194" y="1980810"/>
                  </a:lnTo>
                  <a:lnTo>
                    <a:pt x="2673287" y="1980810"/>
                  </a:lnTo>
                  <a:lnTo>
                    <a:pt x="2673381" y="1980810"/>
                  </a:lnTo>
                  <a:lnTo>
                    <a:pt x="2673474" y="1980810"/>
                  </a:lnTo>
                  <a:lnTo>
                    <a:pt x="2673567" y="1980810"/>
                  </a:lnTo>
                  <a:lnTo>
                    <a:pt x="2673660" y="1980810"/>
                  </a:lnTo>
                  <a:lnTo>
                    <a:pt x="2673754" y="1980810"/>
                  </a:lnTo>
                  <a:lnTo>
                    <a:pt x="2673847" y="1980810"/>
                  </a:lnTo>
                  <a:lnTo>
                    <a:pt x="2673940" y="1980810"/>
                  </a:lnTo>
                  <a:lnTo>
                    <a:pt x="2674033" y="1980810"/>
                  </a:lnTo>
                  <a:lnTo>
                    <a:pt x="2674127" y="1980810"/>
                  </a:lnTo>
                  <a:lnTo>
                    <a:pt x="2674220" y="1980810"/>
                  </a:lnTo>
                  <a:lnTo>
                    <a:pt x="2674313" y="1980810"/>
                  </a:lnTo>
                  <a:lnTo>
                    <a:pt x="2674406" y="1980810"/>
                  </a:lnTo>
                  <a:lnTo>
                    <a:pt x="2674500" y="1980810"/>
                  </a:lnTo>
                  <a:lnTo>
                    <a:pt x="2674593" y="1980810"/>
                  </a:lnTo>
                  <a:lnTo>
                    <a:pt x="2674686" y="1980810"/>
                  </a:lnTo>
                  <a:lnTo>
                    <a:pt x="2674779" y="1980810"/>
                  </a:lnTo>
                  <a:lnTo>
                    <a:pt x="2674873" y="1980810"/>
                  </a:lnTo>
                  <a:lnTo>
                    <a:pt x="2674966" y="1980810"/>
                  </a:lnTo>
                  <a:lnTo>
                    <a:pt x="2675059" y="1980810"/>
                  </a:lnTo>
                  <a:lnTo>
                    <a:pt x="2675152" y="1980810"/>
                  </a:lnTo>
                  <a:lnTo>
                    <a:pt x="2675246" y="1980810"/>
                  </a:lnTo>
                  <a:lnTo>
                    <a:pt x="2675339" y="1980810"/>
                  </a:lnTo>
                  <a:lnTo>
                    <a:pt x="2675432" y="1980810"/>
                  </a:lnTo>
                  <a:lnTo>
                    <a:pt x="2675525" y="1980810"/>
                  </a:lnTo>
                  <a:lnTo>
                    <a:pt x="2675619" y="1980810"/>
                  </a:lnTo>
                  <a:lnTo>
                    <a:pt x="2675712" y="1980810"/>
                  </a:lnTo>
                  <a:lnTo>
                    <a:pt x="2675805" y="1980810"/>
                  </a:lnTo>
                  <a:lnTo>
                    <a:pt x="2675898" y="1980810"/>
                  </a:lnTo>
                  <a:lnTo>
                    <a:pt x="2675992" y="1980810"/>
                  </a:lnTo>
                  <a:lnTo>
                    <a:pt x="2676085" y="1980810"/>
                  </a:lnTo>
                  <a:lnTo>
                    <a:pt x="2676178" y="1980810"/>
                  </a:lnTo>
                  <a:lnTo>
                    <a:pt x="2676271" y="1980810"/>
                  </a:lnTo>
                  <a:lnTo>
                    <a:pt x="2676365" y="1980810"/>
                  </a:lnTo>
                  <a:lnTo>
                    <a:pt x="2676458" y="1980810"/>
                  </a:lnTo>
                  <a:lnTo>
                    <a:pt x="2676551" y="1980810"/>
                  </a:lnTo>
                  <a:lnTo>
                    <a:pt x="2676644" y="1980810"/>
                  </a:lnTo>
                  <a:lnTo>
                    <a:pt x="2676738" y="1980810"/>
                  </a:lnTo>
                  <a:lnTo>
                    <a:pt x="2676831" y="1980810"/>
                  </a:lnTo>
                  <a:lnTo>
                    <a:pt x="2676924" y="1980810"/>
                  </a:lnTo>
                  <a:lnTo>
                    <a:pt x="2677017" y="1980810"/>
                  </a:lnTo>
                  <a:lnTo>
                    <a:pt x="2677111" y="1980810"/>
                  </a:lnTo>
                  <a:lnTo>
                    <a:pt x="2677204" y="1980810"/>
                  </a:lnTo>
                  <a:lnTo>
                    <a:pt x="2677297" y="1980810"/>
                  </a:lnTo>
                  <a:lnTo>
                    <a:pt x="2677390" y="1980810"/>
                  </a:lnTo>
                  <a:lnTo>
                    <a:pt x="2677484" y="1980810"/>
                  </a:lnTo>
                  <a:lnTo>
                    <a:pt x="2677577" y="1980810"/>
                  </a:lnTo>
                  <a:lnTo>
                    <a:pt x="2677670" y="1980810"/>
                  </a:lnTo>
                  <a:lnTo>
                    <a:pt x="2677763" y="1980810"/>
                  </a:lnTo>
                  <a:lnTo>
                    <a:pt x="2677857" y="1980810"/>
                  </a:lnTo>
                  <a:lnTo>
                    <a:pt x="2677950" y="1980810"/>
                  </a:lnTo>
                  <a:lnTo>
                    <a:pt x="2678043" y="1980810"/>
                  </a:lnTo>
                  <a:lnTo>
                    <a:pt x="2678136" y="1980810"/>
                  </a:lnTo>
                  <a:lnTo>
                    <a:pt x="2678229" y="1980810"/>
                  </a:lnTo>
                  <a:lnTo>
                    <a:pt x="2678323" y="1980810"/>
                  </a:lnTo>
                  <a:lnTo>
                    <a:pt x="2678416" y="1980810"/>
                  </a:lnTo>
                  <a:lnTo>
                    <a:pt x="2678509" y="1980810"/>
                  </a:lnTo>
                  <a:lnTo>
                    <a:pt x="2678602" y="1980810"/>
                  </a:lnTo>
                  <a:lnTo>
                    <a:pt x="2678696" y="1980810"/>
                  </a:lnTo>
                  <a:lnTo>
                    <a:pt x="2678789" y="1980810"/>
                  </a:lnTo>
                  <a:lnTo>
                    <a:pt x="2678882" y="1980810"/>
                  </a:lnTo>
                  <a:lnTo>
                    <a:pt x="2678975" y="1980810"/>
                  </a:lnTo>
                  <a:lnTo>
                    <a:pt x="2679069" y="1980810"/>
                  </a:lnTo>
                  <a:lnTo>
                    <a:pt x="2679162" y="1980810"/>
                  </a:lnTo>
                  <a:lnTo>
                    <a:pt x="2679255" y="1980810"/>
                  </a:lnTo>
                  <a:lnTo>
                    <a:pt x="2679348" y="1980810"/>
                  </a:lnTo>
                  <a:lnTo>
                    <a:pt x="2679442" y="1980810"/>
                  </a:lnTo>
                  <a:lnTo>
                    <a:pt x="2679535" y="1980810"/>
                  </a:lnTo>
                  <a:lnTo>
                    <a:pt x="2679628" y="1980810"/>
                  </a:lnTo>
                  <a:lnTo>
                    <a:pt x="2679721" y="1980810"/>
                  </a:lnTo>
                  <a:lnTo>
                    <a:pt x="2679815" y="1980810"/>
                  </a:lnTo>
                  <a:lnTo>
                    <a:pt x="2679908" y="1980810"/>
                  </a:lnTo>
                  <a:lnTo>
                    <a:pt x="2680001" y="1980810"/>
                  </a:lnTo>
                  <a:lnTo>
                    <a:pt x="2680094" y="1980810"/>
                  </a:lnTo>
                  <a:lnTo>
                    <a:pt x="2680188" y="1980810"/>
                  </a:lnTo>
                  <a:lnTo>
                    <a:pt x="2680281" y="1980810"/>
                  </a:lnTo>
                  <a:lnTo>
                    <a:pt x="2680374" y="1980810"/>
                  </a:lnTo>
                  <a:lnTo>
                    <a:pt x="2680467" y="1980810"/>
                  </a:lnTo>
                  <a:lnTo>
                    <a:pt x="2680561" y="1980810"/>
                  </a:lnTo>
                  <a:lnTo>
                    <a:pt x="2680654" y="1980810"/>
                  </a:lnTo>
                  <a:lnTo>
                    <a:pt x="2680747" y="1980810"/>
                  </a:lnTo>
                  <a:lnTo>
                    <a:pt x="2680840" y="1980810"/>
                  </a:lnTo>
                  <a:lnTo>
                    <a:pt x="2680934" y="1980810"/>
                  </a:lnTo>
                  <a:lnTo>
                    <a:pt x="2681027" y="1980810"/>
                  </a:lnTo>
                  <a:lnTo>
                    <a:pt x="2681120" y="1980810"/>
                  </a:lnTo>
                  <a:lnTo>
                    <a:pt x="2681213" y="1980810"/>
                  </a:lnTo>
                  <a:lnTo>
                    <a:pt x="2681307" y="1980810"/>
                  </a:lnTo>
                  <a:lnTo>
                    <a:pt x="2681400" y="1980810"/>
                  </a:lnTo>
                  <a:lnTo>
                    <a:pt x="2681493" y="1980810"/>
                  </a:lnTo>
                  <a:lnTo>
                    <a:pt x="2681586" y="1980810"/>
                  </a:lnTo>
                  <a:lnTo>
                    <a:pt x="2681680" y="1980810"/>
                  </a:lnTo>
                  <a:lnTo>
                    <a:pt x="2681773" y="1980810"/>
                  </a:lnTo>
                  <a:lnTo>
                    <a:pt x="2681866" y="1980810"/>
                  </a:lnTo>
                  <a:lnTo>
                    <a:pt x="2681959" y="1980810"/>
                  </a:lnTo>
                  <a:lnTo>
                    <a:pt x="2682053" y="1980810"/>
                  </a:lnTo>
                  <a:lnTo>
                    <a:pt x="2682146" y="1980810"/>
                  </a:lnTo>
                  <a:lnTo>
                    <a:pt x="2682239" y="1980810"/>
                  </a:lnTo>
                  <a:lnTo>
                    <a:pt x="2682332" y="1980810"/>
                  </a:lnTo>
                  <a:lnTo>
                    <a:pt x="2682426" y="1980810"/>
                  </a:lnTo>
                  <a:lnTo>
                    <a:pt x="2682519" y="1980810"/>
                  </a:lnTo>
                  <a:lnTo>
                    <a:pt x="2682612" y="1980810"/>
                  </a:lnTo>
                  <a:lnTo>
                    <a:pt x="2682705" y="1980810"/>
                  </a:lnTo>
                  <a:lnTo>
                    <a:pt x="2682799" y="1980810"/>
                  </a:lnTo>
                  <a:lnTo>
                    <a:pt x="2682892" y="1980810"/>
                  </a:lnTo>
                  <a:lnTo>
                    <a:pt x="2682985" y="1980810"/>
                  </a:lnTo>
                  <a:lnTo>
                    <a:pt x="2683078" y="1980810"/>
                  </a:lnTo>
                  <a:lnTo>
                    <a:pt x="2683172" y="1980810"/>
                  </a:lnTo>
                  <a:lnTo>
                    <a:pt x="2683265" y="1980810"/>
                  </a:lnTo>
                  <a:lnTo>
                    <a:pt x="2683358" y="1980810"/>
                  </a:lnTo>
                  <a:lnTo>
                    <a:pt x="2683451" y="1980810"/>
                  </a:lnTo>
                  <a:lnTo>
                    <a:pt x="2683545" y="1980810"/>
                  </a:lnTo>
                  <a:lnTo>
                    <a:pt x="2683638" y="1980810"/>
                  </a:lnTo>
                  <a:lnTo>
                    <a:pt x="2683731" y="1980810"/>
                  </a:lnTo>
                  <a:lnTo>
                    <a:pt x="2683824" y="1980810"/>
                  </a:lnTo>
                  <a:lnTo>
                    <a:pt x="2683918" y="1980810"/>
                  </a:lnTo>
                  <a:lnTo>
                    <a:pt x="2684011" y="1980810"/>
                  </a:lnTo>
                  <a:lnTo>
                    <a:pt x="2684104" y="1980810"/>
                  </a:lnTo>
                  <a:lnTo>
                    <a:pt x="2684197" y="1980810"/>
                  </a:lnTo>
                  <a:lnTo>
                    <a:pt x="2684291" y="1980810"/>
                  </a:lnTo>
                  <a:lnTo>
                    <a:pt x="2684384" y="1980810"/>
                  </a:lnTo>
                  <a:lnTo>
                    <a:pt x="2684477" y="1980810"/>
                  </a:lnTo>
                  <a:lnTo>
                    <a:pt x="2684570" y="1980810"/>
                  </a:lnTo>
                  <a:lnTo>
                    <a:pt x="2684664" y="1980810"/>
                  </a:lnTo>
                  <a:lnTo>
                    <a:pt x="2684757" y="1980810"/>
                  </a:lnTo>
                  <a:lnTo>
                    <a:pt x="2684850" y="1980810"/>
                  </a:lnTo>
                  <a:lnTo>
                    <a:pt x="2684943" y="1980810"/>
                  </a:lnTo>
                  <a:lnTo>
                    <a:pt x="2685036" y="1980810"/>
                  </a:lnTo>
                  <a:lnTo>
                    <a:pt x="2685130" y="1980810"/>
                  </a:lnTo>
                  <a:lnTo>
                    <a:pt x="2685223" y="1980810"/>
                  </a:lnTo>
                  <a:lnTo>
                    <a:pt x="2685316" y="1980810"/>
                  </a:lnTo>
                  <a:lnTo>
                    <a:pt x="2685409" y="1980810"/>
                  </a:lnTo>
                  <a:lnTo>
                    <a:pt x="2685503" y="1980810"/>
                  </a:lnTo>
                  <a:lnTo>
                    <a:pt x="2685596" y="1980810"/>
                  </a:lnTo>
                  <a:lnTo>
                    <a:pt x="2685689" y="1980810"/>
                  </a:lnTo>
                  <a:lnTo>
                    <a:pt x="2685782" y="1980810"/>
                  </a:lnTo>
                  <a:lnTo>
                    <a:pt x="2685876" y="1980810"/>
                  </a:lnTo>
                  <a:lnTo>
                    <a:pt x="2685969" y="1980810"/>
                  </a:lnTo>
                  <a:lnTo>
                    <a:pt x="2686062" y="1980810"/>
                  </a:lnTo>
                  <a:lnTo>
                    <a:pt x="2686155" y="1980810"/>
                  </a:lnTo>
                  <a:lnTo>
                    <a:pt x="2686249" y="1980810"/>
                  </a:lnTo>
                  <a:lnTo>
                    <a:pt x="2686342" y="1980810"/>
                  </a:lnTo>
                  <a:lnTo>
                    <a:pt x="2686435" y="1980810"/>
                  </a:lnTo>
                  <a:lnTo>
                    <a:pt x="2686528" y="1980810"/>
                  </a:lnTo>
                  <a:lnTo>
                    <a:pt x="2686622" y="1980810"/>
                  </a:lnTo>
                  <a:lnTo>
                    <a:pt x="2686715" y="1980810"/>
                  </a:lnTo>
                  <a:lnTo>
                    <a:pt x="2686808" y="1980810"/>
                  </a:lnTo>
                  <a:lnTo>
                    <a:pt x="2686901" y="1980810"/>
                  </a:lnTo>
                  <a:lnTo>
                    <a:pt x="2686995" y="1980810"/>
                  </a:lnTo>
                  <a:lnTo>
                    <a:pt x="2687088" y="1980810"/>
                  </a:lnTo>
                  <a:lnTo>
                    <a:pt x="2687181" y="1980810"/>
                  </a:lnTo>
                  <a:lnTo>
                    <a:pt x="2687274" y="1980810"/>
                  </a:lnTo>
                  <a:lnTo>
                    <a:pt x="2687368" y="1980810"/>
                  </a:lnTo>
                  <a:lnTo>
                    <a:pt x="2687461" y="1980810"/>
                  </a:lnTo>
                  <a:lnTo>
                    <a:pt x="2687554" y="1980810"/>
                  </a:lnTo>
                  <a:lnTo>
                    <a:pt x="2687647" y="1980810"/>
                  </a:lnTo>
                  <a:lnTo>
                    <a:pt x="2687741" y="1980810"/>
                  </a:lnTo>
                  <a:lnTo>
                    <a:pt x="2687834" y="1980810"/>
                  </a:lnTo>
                  <a:lnTo>
                    <a:pt x="2687927" y="1980810"/>
                  </a:lnTo>
                  <a:lnTo>
                    <a:pt x="2688020" y="1980810"/>
                  </a:lnTo>
                  <a:lnTo>
                    <a:pt x="2688114" y="1980810"/>
                  </a:lnTo>
                  <a:lnTo>
                    <a:pt x="2688207" y="1980810"/>
                  </a:lnTo>
                  <a:lnTo>
                    <a:pt x="2688300" y="1980810"/>
                  </a:lnTo>
                  <a:lnTo>
                    <a:pt x="2688393" y="1980810"/>
                  </a:lnTo>
                  <a:lnTo>
                    <a:pt x="2688487" y="1980810"/>
                  </a:lnTo>
                  <a:lnTo>
                    <a:pt x="2688580" y="1980810"/>
                  </a:lnTo>
                  <a:lnTo>
                    <a:pt x="2688673" y="1980810"/>
                  </a:lnTo>
                  <a:lnTo>
                    <a:pt x="2688766" y="1980810"/>
                  </a:lnTo>
                  <a:lnTo>
                    <a:pt x="2688860" y="1980810"/>
                  </a:lnTo>
                  <a:lnTo>
                    <a:pt x="2688953" y="1980810"/>
                  </a:lnTo>
                  <a:lnTo>
                    <a:pt x="2689046" y="1980810"/>
                  </a:lnTo>
                  <a:lnTo>
                    <a:pt x="2689139" y="1980810"/>
                  </a:lnTo>
                  <a:lnTo>
                    <a:pt x="2689233" y="1980810"/>
                  </a:lnTo>
                  <a:lnTo>
                    <a:pt x="2689326" y="1980810"/>
                  </a:lnTo>
                  <a:lnTo>
                    <a:pt x="2689419" y="1980810"/>
                  </a:lnTo>
                  <a:lnTo>
                    <a:pt x="2689512" y="1980810"/>
                  </a:lnTo>
                  <a:lnTo>
                    <a:pt x="2689606" y="1980810"/>
                  </a:lnTo>
                  <a:lnTo>
                    <a:pt x="2689699" y="1980810"/>
                  </a:lnTo>
                  <a:lnTo>
                    <a:pt x="2689792" y="1980810"/>
                  </a:lnTo>
                  <a:lnTo>
                    <a:pt x="2689885" y="1980810"/>
                  </a:lnTo>
                  <a:lnTo>
                    <a:pt x="2689979" y="1980810"/>
                  </a:lnTo>
                  <a:lnTo>
                    <a:pt x="2690072" y="1980810"/>
                  </a:lnTo>
                  <a:lnTo>
                    <a:pt x="2690165" y="1980810"/>
                  </a:lnTo>
                  <a:lnTo>
                    <a:pt x="2690258" y="1980810"/>
                  </a:lnTo>
                  <a:lnTo>
                    <a:pt x="2690352" y="1980810"/>
                  </a:lnTo>
                  <a:lnTo>
                    <a:pt x="2690445" y="1980810"/>
                  </a:lnTo>
                  <a:lnTo>
                    <a:pt x="2690538" y="1980810"/>
                  </a:lnTo>
                  <a:lnTo>
                    <a:pt x="2690538" y="1970856"/>
                  </a:lnTo>
                  <a:lnTo>
                    <a:pt x="2690631" y="1970856"/>
                  </a:lnTo>
                  <a:lnTo>
                    <a:pt x="2690725" y="1970856"/>
                  </a:lnTo>
                  <a:lnTo>
                    <a:pt x="2690818" y="1970856"/>
                  </a:lnTo>
                  <a:lnTo>
                    <a:pt x="2690911" y="1970856"/>
                  </a:lnTo>
                  <a:lnTo>
                    <a:pt x="2691004" y="1970856"/>
                  </a:lnTo>
                  <a:lnTo>
                    <a:pt x="2691098" y="1970856"/>
                  </a:lnTo>
                  <a:lnTo>
                    <a:pt x="2691191" y="1970856"/>
                  </a:lnTo>
                  <a:lnTo>
                    <a:pt x="2691284" y="1970856"/>
                  </a:lnTo>
                  <a:lnTo>
                    <a:pt x="2691377" y="1970856"/>
                  </a:lnTo>
                  <a:lnTo>
                    <a:pt x="2691471" y="1970856"/>
                  </a:lnTo>
                  <a:lnTo>
                    <a:pt x="2691564" y="1970856"/>
                  </a:lnTo>
                  <a:lnTo>
                    <a:pt x="2691657" y="1970856"/>
                  </a:lnTo>
                  <a:lnTo>
                    <a:pt x="2691750" y="1970856"/>
                  </a:lnTo>
                  <a:lnTo>
                    <a:pt x="2691844" y="1970856"/>
                  </a:lnTo>
                  <a:lnTo>
                    <a:pt x="2691937" y="1970856"/>
                  </a:lnTo>
                  <a:lnTo>
                    <a:pt x="2692030" y="1970856"/>
                  </a:lnTo>
                  <a:lnTo>
                    <a:pt x="2692123" y="1970856"/>
                  </a:lnTo>
                  <a:lnTo>
                    <a:pt x="2692216" y="1970856"/>
                  </a:lnTo>
                  <a:lnTo>
                    <a:pt x="2692310" y="1970856"/>
                  </a:lnTo>
                  <a:lnTo>
                    <a:pt x="2692403" y="1970856"/>
                  </a:lnTo>
                  <a:lnTo>
                    <a:pt x="2692496" y="1970856"/>
                  </a:lnTo>
                  <a:lnTo>
                    <a:pt x="2692589" y="1970856"/>
                  </a:lnTo>
                  <a:lnTo>
                    <a:pt x="2692683" y="1970856"/>
                  </a:lnTo>
                  <a:lnTo>
                    <a:pt x="2692776" y="1970856"/>
                  </a:lnTo>
                  <a:lnTo>
                    <a:pt x="2692869" y="1970856"/>
                  </a:lnTo>
                  <a:lnTo>
                    <a:pt x="2692962" y="1970856"/>
                  </a:lnTo>
                  <a:lnTo>
                    <a:pt x="2693056" y="1970856"/>
                  </a:lnTo>
                  <a:lnTo>
                    <a:pt x="2693149" y="1970856"/>
                  </a:lnTo>
                  <a:lnTo>
                    <a:pt x="2693242" y="1970856"/>
                  </a:lnTo>
                  <a:lnTo>
                    <a:pt x="2693335" y="1970856"/>
                  </a:lnTo>
                  <a:lnTo>
                    <a:pt x="2693429" y="1970856"/>
                  </a:lnTo>
                  <a:lnTo>
                    <a:pt x="2693522" y="1970856"/>
                  </a:lnTo>
                  <a:lnTo>
                    <a:pt x="2693615" y="1970856"/>
                  </a:lnTo>
                  <a:lnTo>
                    <a:pt x="2693708" y="1970856"/>
                  </a:lnTo>
                  <a:lnTo>
                    <a:pt x="2693802" y="1970856"/>
                  </a:lnTo>
                  <a:lnTo>
                    <a:pt x="2693895" y="1970856"/>
                  </a:lnTo>
                  <a:lnTo>
                    <a:pt x="2693988" y="1970856"/>
                  </a:lnTo>
                  <a:lnTo>
                    <a:pt x="2694081" y="1970856"/>
                  </a:lnTo>
                  <a:lnTo>
                    <a:pt x="2694175" y="1970856"/>
                  </a:lnTo>
                  <a:lnTo>
                    <a:pt x="2694268" y="1970856"/>
                  </a:lnTo>
                  <a:lnTo>
                    <a:pt x="2694361" y="1970856"/>
                  </a:lnTo>
                  <a:lnTo>
                    <a:pt x="2694454" y="1970856"/>
                  </a:lnTo>
                  <a:lnTo>
                    <a:pt x="2694548" y="1970856"/>
                  </a:lnTo>
                  <a:lnTo>
                    <a:pt x="2694641" y="1970856"/>
                  </a:lnTo>
                  <a:lnTo>
                    <a:pt x="2694734" y="1970856"/>
                  </a:lnTo>
                  <a:lnTo>
                    <a:pt x="2694827" y="1970856"/>
                  </a:lnTo>
                  <a:lnTo>
                    <a:pt x="2694921" y="1970856"/>
                  </a:lnTo>
                  <a:lnTo>
                    <a:pt x="2695014" y="1970856"/>
                  </a:lnTo>
                  <a:lnTo>
                    <a:pt x="2695107" y="1970856"/>
                  </a:lnTo>
                  <a:lnTo>
                    <a:pt x="2695200" y="1970856"/>
                  </a:lnTo>
                  <a:lnTo>
                    <a:pt x="2695294" y="1970856"/>
                  </a:lnTo>
                  <a:lnTo>
                    <a:pt x="2695387" y="1970856"/>
                  </a:lnTo>
                  <a:lnTo>
                    <a:pt x="2695480" y="1970856"/>
                  </a:lnTo>
                  <a:lnTo>
                    <a:pt x="2695573" y="1970856"/>
                  </a:lnTo>
                  <a:lnTo>
                    <a:pt x="2695667" y="1970856"/>
                  </a:lnTo>
                  <a:lnTo>
                    <a:pt x="2695760" y="1970856"/>
                  </a:lnTo>
                  <a:lnTo>
                    <a:pt x="2695853" y="1970856"/>
                  </a:lnTo>
                  <a:lnTo>
                    <a:pt x="2695946" y="1970856"/>
                  </a:lnTo>
                  <a:lnTo>
                    <a:pt x="2696040" y="1970856"/>
                  </a:lnTo>
                  <a:lnTo>
                    <a:pt x="2696133" y="1970856"/>
                  </a:lnTo>
                  <a:lnTo>
                    <a:pt x="2696226" y="1970856"/>
                  </a:lnTo>
                  <a:lnTo>
                    <a:pt x="2696319" y="1970856"/>
                  </a:lnTo>
                  <a:lnTo>
                    <a:pt x="2696413" y="1970856"/>
                  </a:lnTo>
                  <a:lnTo>
                    <a:pt x="2696506" y="1970856"/>
                  </a:lnTo>
                  <a:lnTo>
                    <a:pt x="2696599" y="1970856"/>
                  </a:lnTo>
                  <a:lnTo>
                    <a:pt x="2696692" y="1970856"/>
                  </a:lnTo>
                  <a:lnTo>
                    <a:pt x="2696786" y="1970856"/>
                  </a:lnTo>
                  <a:lnTo>
                    <a:pt x="2696879" y="1970856"/>
                  </a:lnTo>
                  <a:lnTo>
                    <a:pt x="2696972" y="1970856"/>
                  </a:lnTo>
                  <a:lnTo>
                    <a:pt x="2697065" y="1970856"/>
                  </a:lnTo>
                  <a:lnTo>
                    <a:pt x="2697159" y="1970856"/>
                  </a:lnTo>
                  <a:lnTo>
                    <a:pt x="2697252" y="1970856"/>
                  </a:lnTo>
                  <a:lnTo>
                    <a:pt x="2697345" y="1970856"/>
                  </a:lnTo>
                  <a:lnTo>
                    <a:pt x="2697438" y="1970856"/>
                  </a:lnTo>
                  <a:lnTo>
                    <a:pt x="2697532" y="1970856"/>
                  </a:lnTo>
                  <a:lnTo>
                    <a:pt x="2697625" y="1970856"/>
                  </a:lnTo>
                  <a:lnTo>
                    <a:pt x="2697718" y="1970856"/>
                  </a:lnTo>
                  <a:lnTo>
                    <a:pt x="2697811" y="1970856"/>
                  </a:lnTo>
                  <a:lnTo>
                    <a:pt x="2697905" y="1970856"/>
                  </a:lnTo>
                  <a:lnTo>
                    <a:pt x="2697998" y="1970856"/>
                  </a:lnTo>
                  <a:lnTo>
                    <a:pt x="2698091" y="1970856"/>
                  </a:lnTo>
                  <a:lnTo>
                    <a:pt x="2698184" y="1970856"/>
                  </a:lnTo>
                  <a:lnTo>
                    <a:pt x="2698278" y="1970856"/>
                  </a:lnTo>
                  <a:lnTo>
                    <a:pt x="2698371" y="1970856"/>
                  </a:lnTo>
                  <a:lnTo>
                    <a:pt x="2698464" y="1970856"/>
                  </a:lnTo>
                  <a:lnTo>
                    <a:pt x="2698557" y="1970856"/>
                  </a:lnTo>
                  <a:lnTo>
                    <a:pt x="2698651" y="1970856"/>
                  </a:lnTo>
                  <a:lnTo>
                    <a:pt x="2698744" y="1970856"/>
                  </a:lnTo>
                  <a:lnTo>
                    <a:pt x="2698837" y="1970856"/>
                  </a:lnTo>
                  <a:lnTo>
                    <a:pt x="2698930" y="1970856"/>
                  </a:lnTo>
                  <a:lnTo>
                    <a:pt x="2699023" y="1970856"/>
                  </a:lnTo>
                  <a:lnTo>
                    <a:pt x="2699117" y="1970856"/>
                  </a:lnTo>
                  <a:lnTo>
                    <a:pt x="2699210" y="1970856"/>
                  </a:lnTo>
                  <a:lnTo>
                    <a:pt x="2699303" y="1970856"/>
                  </a:lnTo>
                  <a:lnTo>
                    <a:pt x="2699396" y="1970856"/>
                  </a:lnTo>
                  <a:lnTo>
                    <a:pt x="2699490" y="1970856"/>
                  </a:lnTo>
                  <a:lnTo>
                    <a:pt x="2699583" y="1970856"/>
                  </a:lnTo>
                  <a:lnTo>
                    <a:pt x="2699676" y="1970856"/>
                  </a:lnTo>
                  <a:lnTo>
                    <a:pt x="2699769" y="1970856"/>
                  </a:lnTo>
                  <a:lnTo>
                    <a:pt x="2699863" y="1970856"/>
                  </a:lnTo>
                  <a:lnTo>
                    <a:pt x="2699956" y="1970856"/>
                  </a:lnTo>
                  <a:lnTo>
                    <a:pt x="2700049" y="1970856"/>
                  </a:lnTo>
                  <a:lnTo>
                    <a:pt x="2700142" y="1970856"/>
                  </a:lnTo>
                  <a:lnTo>
                    <a:pt x="2700236" y="1970856"/>
                  </a:lnTo>
                  <a:lnTo>
                    <a:pt x="2700329" y="1970856"/>
                  </a:lnTo>
                  <a:lnTo>
                    <a:pt x="2700422" y="1970856"/>
                  </a:lnTo>
                  <a:lnTo>
                    <a:pt x="2700515" y="1970856"/>
                  </a:lnTo>
                  <a:lnTo>
                    <a:pt x="2700609" y="1970856"/>
                  </a:lnTo>
                  <a:lnTo>
                    <a:pt x="2700702" y="1970856"/>
                  </a:lnTo>
                  <a:lnTo>
                    <a:pt x="2700795" y="1970856"/>
                  </a:lnTo>
                  <a:lnTo>
                    <a:pt x="2700888" y="1970856"/>
                  </a:lnTo>
                  <a:lnTo>
                    <a:pt x="2700982" y="1970856"/>
                  </a:lnTo>
                  <a:lnTo>
                    <a:pt x="2701075" y="1970856"/>
                  </a:lnTo>
                  <a:lnTo>
                    <a:pt x="2701168" y="1970856"/>
                  </a:lnTo>
                  <a:lnTo>
                    <a:pt x="2701261" y="1970856"/>
                  </a:lnTo>
                  <a:lnTo>
                    <a:pt x="2701355" y="1970856"/>
                  </a:lnTo>
                  <a:lnTo>
                    <a:pt x="2701448" y="1970856"/>
                  </a:lnTo>
                  <a:lnTo>
                    <a:pt x="2701541" y="1970856"/>
                  </a:lnTo>
                  <a:lnTo>
                    <a:pt x="2701634" y="1970856"/>
                  </a:lnTo>
                  <a:lnTo>
                    <a:pt x="2701728" y="1970856"/>
                  </a:lnTo>
                  <a:lnTo>
                    <a:pt x="2701821" y="1970856"/>
                  </a:lnTo>
                  <a:lnTo>
                    <a:pt x="2701914" y="1970856"/>
                  </a:lnTo>
                  <a:lnTo>
                    <a:pt x="2702007" y="1970856"/>
                  </a:lnTo>
                  <a:lnTo>
                    <a:pt x="2702101" y="1970856"/>
                  </a:lnTo>
                  <a:lnTo>
                    <a:pt x="2702194" y="1970856"/>
                  </a:lnTo>
                  <a:lnTo>
                    <a:pt x="2702287" y="1970856"/>
                  </a:lnTo>
                  <a:lnTo>
                    <a:pt x="2702380" y="1970856"/>
                  </a:lnTo>
                  <a:lnTo>
                    <a:pt x="2702474" y="1970856"/>
                  </a:lnTo>
                  <a:lnTo>
                    <a:pt x="2702567" y="1970856"/>
                  </a:lnTo>
                  <a:lnTo>
                    <a:pt x="2702660" y="1970856"/>
                  </a:lnTo>
                  <a:lnTo>
                    <a:pt x="2702753" y="1970856"/>
                  </a:lnTo>
                  <a:lnTo>
                    <a:pt x="2702847" y="1970856"/>
                  </a:lnTo>
                  <a:lnTo>
                    <a:pt x="2702940" y="1970856"/>
                  </a:lnTo>
                  <a:lnTo>
                    <a:pt x="2703033" y="1970856"/>
                  </a:lnTo>
                  <a:lnTo>
                    <a:pt x="2703126" y="1970856"/>
                  </a:lnTo>
                  <a:lnTo>
                    <a:pt x="2703220" y="1970856"/>
                  </a:lnTo>
                  <a:lnTo>
                    <a:pt x="2703313" y="1970856"/>
                  </a:lnTo>
                  <a:lnTo>
                    <a:pt x="2703406" y="1970856"/>
                  </a:lnTo>
                  <a:lnTo>
                    <a:pt x="2703499" y="1970856"/>
                  </a:lnTo>
                  <a:lnTo>
                    <a:pt x="2703593" y="1970856"/>
                  </a:lnTo>
                  <a:lnTo>
                    <a:pt x="2703686" y="1970856"/>
                  </a:lnTo>
                  <a:lnTo>
                    <a:pt x="2703779" y="1970856"/>
                  </a:lnTo>
                  <a:lnTo>
                    <a:pt x="2703872" y="1970856"/>
                  </a:lnTo>
                  <a:lnTo>
                    <a:pt x="2703872" y="1960903"/>
                  </a:lnTo>
                  <a:lnTo>
                    <a:pt x="2703966" y="1960903"/>
                  </a:lnTo>
                  <a:lnTo>
                    <a:pt x="2704059" y="1960903"/>
                  </a:lnTo>
                  <a:lnTo>
                    <a:pt x="2704152" y="1960903"/>
                  </a:lnTo>
                  <a:lnTo>
                    <a:pt x="2704245" y="1960903"/>
                  </a:lnTo>
                  <a:lnTo>
                    <a:pt x="2704339" y="1960903"/>
                  </a:lnTo>
                  <a:lnTo>
                    <a:pt x="2704432" y="1960903"/>
                  </a:lnTo>
                  <a:lnTo>
                    <a:pt x="2704525" y="1960903"/>
                  </a:lnTo>
                  <a:lnTo>
                    <a:pt x="2704525" y="1950949"/>
                  </a:lnTo>
                  <a:lnTo>
                    <a:pt x="2704618" y="1950949"/>
                  </a:lnTo>
                  <a:lnTo>
                    <a:pt x="2704712" y="1950949"/>
                  </a:lnTo>
                  <a:lnTo>
                    <a:pt x="2704805" y="1950949"/>
                  </a:lnTo>
                  <a:lnTo>
                    <a:pt x="2704898" y="1950949"/>
                  </a:lnTo>
                  <a:lnTo>
                    <a:pt x="2704991" y="1950949"/>
                  </a:lnTo>
                  <a:lnTo>
                    <a:pt x="2705085" y="1950949"/>
                  </a:lnTo>
                  <a:lnTo>
                    <a:pt x="2705178" y="1950949"/>
                  </a:lnTo>
                  <a:lnTo>
                    <a:pt x="2705271" y="1950949"/>
                  </a:lnTo>
                  <a:lnTo>
                    <a:pt x="2705364" y="1950949"/>
                  </a:lnTo>
                  <a:lnTo>
                    <a:pt x="2705458" y="1950949"/>
                  </a:lnTo>
                  <a:lnTo>
                    <a:pt x="2705551" y="1950949"/>
                  </a:lnTo>
                  <a:lnTo>
                    <a:pt x="2705644" y="1950949"/>
                  </a:lnTo>
                  <a:lnTo>
                    <a:pt x="2705737" y="1950949"/>
                  </a:lnTo>
                  <a:lnTo>
                    <a:pt x="2705830" y="1950949"/>
                  </a:lnTo>
                  <a:lnTo>
                    <a:pt x="2705924" y="1950949"/>
                  </a:lnTo>
                  <a:lnTo>
                    <a:pt x="2706017" y="1950949"/>
                  </a:lnTo>
                  <a:lnTo>
                    <a:pt x="2706110" y="1950949"/>
                  </a:lnTo>
                  <a:lnTo>
                    <a:pt x="2706203" y="1950949"/>
                  </a:lnTo>
                  <a:lnTo>
                    <a:pt x="2706297" y="1950949"/>
                  </a:lnTo>
                  <a:lnTo>
                    <a:pt x="2706390" y="1950949"/>
                  </a:lnTo>
                  <a:lnTo>
                    <a:pt x="2706483" y="1950949"/>
                  </a:lnTo>
                  <a:lnTo>
                    <a:pt x="2706576" y="1950949"/>
                  </a:lnTo>
                  <a:lnTo>
                    <a:pt x="2706670" y="1950949"/>
                  </a:lnTo>
                  <a:lnTo>
                    <a:pt x="2706763" y="1950949"/>
                  </a:lnTo>
                  <a:lnTo>
                    <a:pt x="2706856" y="1950949"/>
                  </a:lnTo>
                  <a:lnTo>
                    <a:pt x="2706949" y="1950949"/>
                  </a:lnTo>
                  <a:lnTo>
                    <a:pt x="2707043" y="1950949"/>
                  </a:lnTo>
                  <a:lnTo>
                    <a:pt x="2707136" y="1950949"/>
                  </a:lnTo>
                  <a:lnTo>
                    <a:pt x="2707229" y="1950949"/>
                  </a:lnTo>
                  <a:lnTo>
                    <a:pt x="2707322" y="1950949"/>
                  </a:lnTo>
                  <a:lnTo>
                    <a:pt x="2707416" y="1950949"/>
                  </a:lnTo>
                  <a:lnTo>
                    <a:pt x="2707509" y="1950949"/>
                  </a:lnTo>
                  <a:lnTo>
                    <a:pt x="2707602" y="1950949"/>
                  </a:lnTo>
                  <a:lnTo>
                    <a:pt x="2707695" y="1950949"/>
                  </a:lnTo>
                  <a:lnTo>
                    <a:pt x="2707789" y="1950949"/>
                  </a:lnTo>
                  <a:lnTo>
                    <a:pt x="2707882" y="1950949"/>
                  </a:lnTo>
                  <a:lnTo>
                    <a:pt x="2707975" y="1950949"/>
                  </a:lnTo>
                  <a:lnTo>
                    <a:pt x="2708068" y="1950949"/>
                  </a:lnTo>
                  <a:lnTo>
                    <a:pt x="2708162" y="1950949"/>
                  </a:lnTo>
                  <a:lnTo>
                    <a:pt x="2708255" y="1950949"/>
                  </a:lnTo>
                  <a:lnTo>
                    <a:pt x="2708348" y="1950949"/>
                  </a:lnTo>
                  <a:lnTo>
                    <a:pt x="2708441" y="1950949"/>
                  </a:lnTo>
                  <a:lnTo>
                    <a:pt x="2708535" y="1950949"/>
                  </a:lnTo>
                  <a:lnTo>
                    <a:pt x="2708628" y="1950949"/>
                  </a:lnTo>
                  <a:lnTo>
                    <a:pt x="2708721" y="1950949"/>
                  </a:lnTo>
                  <a:lnTo>
                    <a:pt x="2708814" y="1950949"/>
                  </a:lnTo>
                  <a:lnTo>
                    <a:pt x="2708908" y="1950949"/>
                  </a:lnTo>
                  <a:lnTo>
                    <a:pt x="2709001" y="1950949"/>
                  </a:lnTo>
                  <a:lnTo>
                    <a:pt x="2709094" y="1950949"/>
                  </a:lnTo>
                  <a:lnTo>
                    <a:pt x="2709187" y="1950949"/>
                  </a:lnTo>
                  <a:lnTo>
                    <a:pt x="2709281" y="1950949"/>
                  </a:lnTo>
                  <a:lnTo>
                    <a:pt x="2709374" y="1950949"/>
                  </a:lnTo>
                  <a:lnTo>
                    <a:pt x="2709467" y="1950949"/>
                  </a:lnTo>
                  <a:lnTo>
                    <a:pt x="2709560" y="1950949"/>
                  </a:lnTo>
                  <a:lnTo>
                    <a:pt x="2709654" y="1950949"/>
                  </a:lnTo>
                  <a:lnTo>
                    <a:pt x="2709747" y="1950949"/>
                  </a:lnTo>
                  <a:lnTo>
                    <a:pt x="2709840" y="1950949"/>
                  </a:lnTo>
                  <a:lnTo>
                    <a:pt x="2709933" y="1950949"/>
                  </a:lnTo>
                  <a:lnTo>
                    <a:pt x="2710027" y="1950949"/>
                  </a:lnTo>
                  <a:lnTo>
                    <a:pt x="2710120" y="1950949"/>
                  </a:lnTo>
                  <a:lnTo>
                    <a:pt x="2710213" y="1950949"/>
                  </a:lnTo>
                  <a:lnTo>
                    <a:pt x="2710306" y="1950949"/>
                  </a:lnTo>
                  <a:lnTo>
                    <a:pt x="2710400" y="1950949"/>
                  </a:lnTo>
                  <a:lnTo>
                    <a:pt x="2710400" y="1940995"/>
                  </a:lnTo>
                  <a:lnTo>
                    <a:pt x="2710493" y="1940995"/>
                  </a:lnTo>
                  <a:lnTo>
                    <a:pt x="2710586" y="1940995"/>
                  </a:lnTo>
                  <a:lnTo>
                    <a:pt x="2710679" y="1940995"/>
                  </a:lnTo>
                  <a:lnTo>
                    <a:pt x="2710773" y="1940995"/>
                  </a:lnTo>
                  <a:lnTo>
                    <a:pt x="2710866" y="1940995"/>
                  </a:lnTo>
                  <a:lnTo>
                    <a:pt x="2710959" y="1940995"/>
                  </a:lnTo>
                  <a:lnTo>
                    <a:pt x="2711052" y="1940995"/>
                  </a:lnTo>
                  <a:lnTo>
                    <a:pt x="2711146" y="1940995"/>
                  </a:lnTo>
                  <a:lnTo>
                    <a:pt x="2711239" y="1940995"/>
                  </a:lnTo>
                  <a:lnTo>
                    <a:pt x="2711332" y="1940995"/>
                  </a:lnTo>
                  <a:lnTo>
                    <a:pt x="2711425" y="1940995"/>
                  </a:lnTo>
                  <a:lnTo>
                    <a:pt x="2711519" y="1940995"/>
                  </a:lnTo>
                  <a:lnTo>
                    <a:pt x="2711612" y="1940995"/>
                  </a:lnTo>
                  <a:lnTo>
                    <a:pt x="2711705" y="1940995"/>
                  </a:lnTo>
                  <a:lnTo>
                    <a:pt x="2711798" y="1940995"/>
                  </a:lnTo>
                  <a:lnTo>
                    <a:pt x="2711892" y="1940995"/>
                  </a:lnTo>
                  <a:lnTo>
                    <a:pt x="2711985" y="1940995"/>
                  </a:lnTo>
                  <a:lnTo>
                    <a:pt x="2712078" y="1940995"/>
                  </a:lnTo>
                  <a:lnTo>
                    <a:pt x="2712171" y="1940995"/>
                  </a:lnTo>
                  <a:lnTo>
                    <a:pt x="2712265" y="1940995"/>
                  </a:lnTo>
                  <a:lnTo>
                    <a:pt x="2712358" y="1940995"/>
                  </a:lnTo>
                  <a:lnTo>
                    <a:pt x="2712451" y="1940995"/>
                  </a:lnTo>
                  <a:lnTo>
                    <a:pt x="2712544" y="1940995"/>
                  </a:lnTo>
                  <a:lnTo>
                    <a:pt x="2712638" y="1940995"/>
                  </a:lnTo>
                  <a:lnTo>
                    <a:pt x="2712731" y="1940995"/>
                  </a:lnTo>
                  <a:lnTo>
                    <a:pt x="2712824" y="1940995"/>
                  </a:lnTo>
                  <a:lnTo>
                    <a:pt x="2712917" y="1940995"/>
                  </a:lnTo>
                  <a:lnTo>
                    <a:pt x="2713010" y="1940995"/>
                  </a:lnTo>
                  <a:lnTo>
                    <a:pt x="2713104" y="1940995"/>
                  </a:lnTo>
                  <a:lnTo>
                    <a:pt x="2713197" y="1940995"/>
                  </a:lnTo>
                  <a:lnTo>
                    <a:pt x="2713290" y="1940995"/>
                  </a:lnTo>
                  <a:lnTo>
                    <a:pt x="2713383" y="1940995"/>
                  </a:lnTo>
                  <a:lnTo>
                    <a:pt x="2713477" y="1940995"/>
                  </a:lnTo>
                  <a:lnTo>
                    <a:pt x="2713570" y="1940995"/>
                  </a:lnTo>
                  <a:lnTo>
                    <a:pt x="2713663" y="1940995"/>
                  </a:lnTo>
                  <a:lnTo>
                    <a:pt x="2713756" y="1940995"/>
                  </a:lnTo>
                  <a:lnTo>
                    <a:pt x="2713850" y="1940995"/>
                  </a:lnTo>
                  <a:lnTo>
                    <a:pt x="2713943" y="1940995"/>
                  </a:lnTo>
                  <a:lnTo>
                    <a:pt x="2714036" y="1940995"/>
                  </a:lnTo>
                  <a:lnTo>
                    <a:pt x="2714129" y="1940995"/>
                  </a:lnTo>
                  <a:lnTo>
                    <a:pt x="2714223" y="1940995"/>
                  </a:lnTo>
                  <a:lnTo>
                    <a:pt x="2714316" y="1940995"/>
                  </a:lnTo>
                  <a:lnTo>
                    <a:pt x="2714316" y="1931041"/>
                  </a:lnTo>
                  <a:lnTo>
                    <a:pt x="2714409" y="1931041"/>
                  </a:lnTo>
                  <a:lnTo>
                    <a:pt x="2714502" y="1931041"/>
                  </a:lnTo>
                  <a:lnTo>
                    <a:pt x="2714596" y="1931041"/>
                  </a:lnTo>
                  <a:lnTo>
                    <a:pt x="2714689" y="1931041"/>
                  </a:lnTo>
                  <a:lnTo>
                    <a:pt x="2714782" y="1931041"/>
                  </a:lnTo>
                  <a:lnTo>
                    <a:pt x="2714875" y="1931041"/>
                  </a:lnTo>
                  <a:lnTo>
                    <a:pt x="2714969" y="1931041"/>
                  </a:lnTo>
                  <a:lnTo>
                    <a:pt x="2715062" y="1931041"/>
                  </a:lnTo>
                  <a:lnTo>
                    <a:pt x="2715155" y="1931041"/>
                  </a:lnTo>
                  <a:lnTo>
                    <a:pt x="2715248" y="1931041"/>
                  </a:lnTo>
                  <a:lnTo>
                    <a:pt x="2715342" y="1931041"/>
                  </a:lnTo>
                  <a:lnTo>
                    <a:pt x="2715435" y="1931041"/>
                  </a:lnTo>
                  <a:lnTo>
                    <a:pt x="2715528" y="1931041"/>
                  </a:lnTo>
                  <a:lnTo>
                    <a:pt x="2715621" y="1931041"/>
                  </a:lnTo>
                  <a:lnTo>
                    <a:pt x="2715715" y="1931041"/>
                  </a:lnTo>
                  <a:lnTo>
                    <a:pt x="2715808" y="1931041"/>
                  </a:lnTo>
                  <a:lnTo>
                    <a:pt x="2715901" y="1931041"/>
                  </a:lnTo>
                  <a:lnTo>
                    <a:pt x="2715994" y="1931041"/>
                  </a:lnTo>
                  <a:lnTo>
                    <a:pt x="2716088" y="1931041"/>
                  </a:lnTo>
                  <a:lnTo>
                    <a:pt x="2716181" y="1931041"/>
                  </a:lnTo>
                  <a:lnTo>
                    <a:pt x="2716274" y="1931041"/>
                  </a:lnTo>
                  <a:lnTo>
                    <a:pt x="2716367" y="1931041"/>
                  </a:lnTo>
                  <a:lnTo>
                    <a:pt x="2716461" y="1931041"/>
                  </a:lnTo>
                  <a:lnTo>
                    <a:pt x="2716554" y="1931041"/>
                  </a:lnTo>
                  <a:lnTo>
                    <a:pt x="2716647" y="1931041"/>
                  </a:lnTo>
                  <a:lnTo>
                    <a:pt x="2716740" y="1931041"/>
                  </a:lnTo>
                  <a:lnTo>
                    <a:pt x="2716834" y="1931041"/>
                  </a:lnTo>
                  <a:lnTo>
                    <a:pt x="2716927" y="1931041"/>
                  </a:lnTo>
                  <a:lnTo>
                    <a:pt x="2717020" y="1931041"/>
                  </a:lnTo>
                  <a:lnTo>
                    <a:pt x="2717113" y="1931041"/>
                  </a:lnTo>
                  <a:lnTo>
                    <a:pt x="2717207" y="1931041"/>
                  </a:lnTo>
                  <a:lnTo>
                    <a:pt x="2717300" y="1931041"/>
                  </a:lnTo>
                  <a:lnTo>
                    <a:pt x="2717393" y="1931041"/>
                  </a:lnTo>
                  <a:lnTo>
                    <a:pt x="2717486" y="1931041"/>
                  </a:lnTo>
                  <a:lnTo>
                    <a:pt x="2717580" y="1931041"/>
                  </a:lnTo>
                  <a:lnTo>
                    <a:pt x="2717673" y="1931041"/>
                  </a:lnTo>
                  <a:lnTo>
                    <a:pt x="2717766" y="1931041"/>
                  </a:lnTo>
                  <a:lnTo>
                    <a:pt x="2717859" y="1931041"/>
                  </a:lnTo>
                  <a:lnTo>
                    <a:pt x="2717953" y="1931041"/>
                  </a:lnTo>
                  <a:lnTo>
                    <a:pt x="2718046" y="1931041"/>
                  </a:lnTo>
                  <a:lnTo>
                    <a:pt x="2718139" y="1931041"/>
                  </a:lnTo>
                  <a:lnTo>
                    <a:pt x="2718232" y="1931041"/>
                  </a:lnTo>
                  <a:lnTo>
                    <a:pt x="2718326" y="1931041"/>
                  </a:lnTo>
                  <a:lnTo>
                    <a:pt x="2718419" y="1931041"/>
                  </a:lnTo>
                  <a:lnTo>
                    <a:pt x="2718512" y="1931041"/>
                  </a:lnTo>
                  <a:lnTo>
                    <a:pt x="2718605" y="1931041"/>
                  </a:lnTo>
                  <a:lnTo>
                    <a:pt x="2718699" y="1931041"/>
                  </a:lnTo>
                  <a:lnTo>
                    <a:pt x="2718792" y="1931041"/>
                  </a:lnTo>
                  <a:lnTo>
                    <a:pt x="2718885" y="1931041"/>
                  </a:lnTo>
                  <a:lnTo>
                    <a:pt x="2718978" y="1931041"/>
                  </a:lnTo>
                  <a:lnTo>
                    <a:pt x="2719072" y="1931041"/>
                  </a:lnTo>
                  <a:lnTo>
                    <a:pt x="2719165" y="1931041"/>
                  </a:lnTo>
                  <a:lnTo>
                    <a:pt x="2719258" y="1931041"/>
                  </a:lnTo>
                  <a:lnTo>
                    <a:pt x="2719351" y="1931041"/>
                  </a:lnTo>
                  <a:lnTo>
                    <a:pt x="2719445" y="1931041"/>
                  </a:lnTo>
                  <a:lnTo>
                    <a:pt x="2719538" y="1931041"/>
                  </a:lnTo>
                  <a:lnTo>
                    <a:pt x="2719631" y="1931041"/>
                  </a:lnTo>
                  <a:lnTo>
                    <a:pt x="2719724" y="1931041"/>
                  </a:lnTo>
                  <a:lnTo>
                    <a:pt x="2719817" y="1931041"/>
                  </a:lnTo>
                  <a:lnTo>
                    <a:pt x="2719911" y="1931041"/>
                  </a:lnTo>
                  <a:lnTo>
                    <a:pt x="2720004" y="1931041"/>
                  </a:lnTo>
                  <a:lnTo>
                    <a:pt x="2720097" y="1931041"/>
                  </a:lnTo>
                  <a:lnTo>
                    <a:pt x="2720190" y="1931041"/>
                  </a:lnTo>
                  <a:lnTo>
                    <a:pt x="2720284" y="1931041"/>
                  </a:lnTo>
                  <a:lnTo>
                    <a:pt x="2720377" y="1931041"/>
                  </a:lnTo>
                  <a:lnTo>
                    <a:pt x="2720470" y="1931041"/>
                  </a:lnTo>
                  <a:lnTo>
                    <a:pt x="2720563" y="1931041"/>
                  </a:lnTo>
                  <a:lnTo>
                    <a:pt x="2720657" y="1931041"/>
                  </a:lnTo>
                  <a:lnTo>
                    <a:pt x="2720750" y="1931041"/>
                  </a:lnTo>
                  <a:lnTo>
                    <a:pt x="2720843" y="1931041"/>
                  </a:lnTo>
                  <a:lnTo>
                    <a:pt x="2720936" y="1931041"/>
                  </a:lnTo>
                  <a:lnTo>
                    <a:pt x="2721030" y="1931041"/>
                  </a:lnTo>
                  <a:lnTo>
                    <a:pt x="2721123" y="1931041"/>
                  </a:lnTo>
                  <a:lnTo>
                    <a:pt x="2721216" y="1931041"/>
                  </a:lnTo>
                  <a:lnTo>
                    <a:pt x="2721309" y="1931041"/>
                  </a:lnTo>
                  <a:lnTo>
                    <a:pt x="2721403" y="1931041"/>
                  </a:lnTo>
                  <a:lnTo>
                    <a:pt x="2721496" y="1931041"/>
                  </a:lnTo>
                  <a:lnTo>
                    <a:pt x="2721589" y="1931041"/>
                  </a:lnTo>
                  <a:lnTo>
                    <a:pt x="2721682" y="1931041"/>
                  </a:lnTo>
                  <a:lnTo>
                    <a:pt x="2721776" y="1931041"/>
                  </a:lnTo>
                  <a:lnTo>
                    <a:pt x="2721869" y="1931041"/>
                  </a:lnTo>
                  <a:lnTo>
                    <a:pt x="2721962" y="1931041"/>
                  </a:lnTo>
                  <a:lnTo>
                    <a:pt x="2722055" y="1931041"/>
                  </a:lnTo>
                  <a:lnTo>
                    <a:pt x="2722149" y="1931041"/>
                  </a:lnTo>
                  <a:lnTo>
                    <a:pt x="2722242" y="1931041"/>
                  </a:lnTo>
                  <a:lnTo>
                    <a:pt x="2722335" y="1931041"/>
                  </a:lnTo>
                  <a:lnTo>
                    <a:pt x="2722428" y="1931041"/>
                  </a:lnTo>
                  <a:lnTo>
                    <a:pt x="2722522" y="1931041"/>
                  </a:lnTo>
                  <a:lnTo>
                    <a:pt x="2722615" y="1931041"/>
                  </a:lnTo>
                  <a:lnTo>
                    <a:pt x="2722708" y="1931041"/>
                  </a:lnTo>
                  <a:lnTo>
                    <a:pt x="2722801" y="1931041"/>
                  </a:lnTo>
                  <a:lnTo>
                    <a:pt x="2722895" y="1931041"/>
                  </a:lnTo>
                  <a:lnTo>
                    <a:pt x="2722988" y="1931041"/>
                  </a:lnTo>
                  <a:lnTo>
                    <a:pt x="2723081" y="1931041"/>
                  </a:lnTo>
                  <a:lnTo>
                    <a:pt x="2723174" y="1931041"/>
                  </a:lnTo>
                  <a:lnTo>
                    <a:pt x="2723268" y="1931041"/>
                  </a:lnTo>
                  <a:lnTo>
                    <a:pt x="2723361" y="1931041"/>
                  </a:lnTo>
                  <a:lnTo>
                    <a:pt x="2723454" y="1931041"/>
                  </a:lnTo>
                  <a:lnTo>
                    <a:pt x="2723547" y="1931041"/>
                  </a:lnTo>
                  <a:lnTo>
                    <a:pt x="2723641" y="1931041"/>
                  </a:lnTo>
                  <a:lnTo>
                    <a:pt x="2723734" y="1931041"/>
                  </a:lnTo>
                  <a:lnTo>
                    <a:pt x="2723827" y="1931041"/>
                  </a:lnTo>
                  <a:lnTo>
                    <a:pt x="2723920" y="1931041"/>
                  </a:lnTo>
                  <a:lnTo>
                    <a:pt x="2724014" y="1931041"/>
                  </a:lnTo>
                  <a:lnTo>
                    <a:pt x="2724107" y="1931041"/>
                  </a:lnTo>
                  <a:lnTo>
                    <a:pt x="2724200" y="1931041"/>
                  </a:lnTo>
                  <a:lnTo>
                    <a:pt x="2724293" y="1931041"/>
                  </a:lnTo>
                  <a:lnTo>
                    <a:pt x="2724387" y="1931041"/>
                  </a:lnTo>
                  <a:lnTo>
                    <a:pt x="2724480" y="1931041"/>
                  </a:lnTo>
                  <a:lnTo>
                    <a:pt x="2724573" y="1931041"/>
                  </a:lnTo>
                  <a:lnTo>
                    <a:pt x="2724666" y="1931041"/>
                  </a:lnTo>
                  <a:lnTo>
                    <a:pt x="2724760" y="1931041"/>
                  </a:lnTo>
                  <a:lnTo>
                    <a:pt x="2724853" y="1931041"/>
                  </a:lnTo>
                  <a:lnTo>
                    <a:pt x="2724946" y="1931041"/>
                  </a:lnTo>
                  <a:lnTo>
                    <a:pt x="2725039" y="1931041"/>
                  </a:lnTo>
                  <a:lnTo>
                    <a:pt x="2725133" y="1931041"/>
                  </a:lnTo>
                  <a:lnTo>
                    <a:pt x="2725226" y="1931041"/>
                  </a:lnTo>
                  <a:lnTo>
                    <a:pt x="2725319" y="1931041"/>
                  </a:lnTo>
                  <a:lnTo>
                    <a:pt x="2725412" y="1931041"/>
                  </a:lnTo>
                  <a:lnTo>
                    <a:pt x="2725506" y="1931041"/>
                  </a:lnTo>
                  <a:lnTo>
                    <a:pt x="2725599" y="1931041"/>
                  </a:lnTo>
                  <a:lnTo>
                    <a:pt x="2725692" y="1931041"/>
                  </a:lnTo>
                  <a:lnTo>
                    <a:pt x="2725785" y="1931041"/>
                  </a:lnTo>
                  <a:lnTo>
                    <a:pt x="2725879" y="1931041"/>
                  </a:lnTo>
                  <a:lnTo>
                    <a:pt x="2725972" y="1931041"/>
                  </a:lnTo>
                  <a:lnTo>
                    <a:pt x="2726065" y="1931041"/>
                  </a:lnTo>
                  <a:lnTo>
                    <a:pt x="2726158" y="1931041"/>
                  </a:lnTo>
                  <a:lnTo>
                    <a:pt x="2726252" y="1931041"/>
                  </a:lnTo>
                  <a:lnTo>
                    <a:pt x="2726345" y="1931041"/>
                  </a:lnTo>
                  <a:lnTo>
                    <a:pt x="2726345" y="1921087"/>
                  </a:lnTo>
                  <a:lnTo>
                    <a:pt x="2726438" y="1921087"/>
                  </a:lnTo>
                  <a:lnTo>
                    <a:pt x="2726531" y="1921087"/>
                  </a:lnTo>
                  <a:lnTo>
                    <a:pt x="2726624" y="1921087"/>
                  </a:lnTo>
                  <a:lnTo>
                    <a:pt x="2726718" y="1921087"/>
                  </a:lnTo>
                  <a:lnTo>
                    <a:pt x="2726811" y="1921087"/>
                  </a:lnTo>
                  <a:lnTo>
                    <a:pt x="2726904" y="1921087"/>
                  </a:lnTo>
                  <a:lnTo>
                    <a:pt x="2726997" y="1921087"/>
                  </a:lnTo>
                  <a:lnTo>
                    <a:pt x="2727091" y="1921087"/>
                  </a:lnTo>
                  <a:lnTo>
                    <a:pt x="2727184" y="1921087"/>
                  </a:lnTo>
                  <a:lnTo>
                    <a:pt x="2727277" y="1921087"/>
                  </a:lnTo>
                  <a:lnTo>
                    <a:pt x="2727370" y="1921087"/>
                  </a:lnTo>
                  <a:lnTo>
                    <a:pt x="2727464" y="1921087"/>
                  </a:lnTo>
                  <a:lnTo>
                    <a:pt x="2727557" y="1921087"/>
                  </a:lnTo>
                  <a:lnTo>
                    <a:pt x="2727650" y="1921087"/>
                  </a:lnTo>
                  <a:lnTo>
                    <a:pt x="2727743" y="1921087"/>
                  </a:lnTo>
                  <a:lnTo>
                    <a:pt x="2727837" y="1921087"/>
                  </a:lnTo>
                  <a:lnTo>
                    <a:pt x="2727930" y="1921087"/>
                  </a:lnTo>
                  <a:lnTo>
                    <a:pt x="2728023" y="1921087"/>
                  </a:lnTo>
                  <a:lnTo>
                    <a:pt x="2728116" y="1921087"/>
                  </a:lnTo>
                  <a:lnTo>
                    <a:pt x="2728210" y="1921087"/>
                  </a:lnTo>
                  <a:lnTo>
                    <a:pt x="2728303" y="1921087"/>
                  </a:lnTo>
                  <a:lnTo>
                    <a:pt x="2728396" y="1921087"/>
                  </a:lnTo>
                  <a:lnTo>
                    <a:pt x="2728489" y="1921087"/>
                  </a:lnTo>
                  <a:lnTo>
                    <a:pt x="2728583" y="1921087"/>
                  </a:lnTo>
                  <a:lnTo>
                    <a:pt x="2728676" y="1921087"/>
                  </a:lnTo>
                  <a:lnTo>
                    <a:pt x="2728769" y="1921087"/>
                  </a:lnTo>
                  <a:lnTo>
                    <a:pt x="2728862" y="1921087"/>
                  </a:lnTo>
                  <a:lnTo>
                    <a:pt x="2728956" y="1921087"/>
                  </a:lnTo>
                  <a:lnTo>
                    <a:pt x="2729049" y="1921087"/>
                  </a:lnTo>
                  <a:lnTo>
                    <a:pt x="2729142" y="1921087"/>
                  </a:lnTo>
                  <a:lnTo>
                    <a:pt x="2729235" y="1921087"/>
                  </a:lnTo>
                  <a:lnTo>
                    <a:pt x="2729329" y="1921087"/>
                  </a:lnTo>
                  <a:lnTo>
                    <a:pt x="2729422" y="1921087"/>
                  </a:lnTo>
                  <a:lnTo>
                    <a:pt x="2729515" y="1921087"/>
                  </a:lnTo>
                  <a:lnTo>
                    <a:pt x="2729608" y="1921087"/>
                  </a:lnTo>
                  <a:lnTo>
                    <a:pt x="2729702" y="1921087"/>
                  </a:lnTo>
                  <a:lnTo>
                    <a:pt x="2729795" y="1921087"/>
                  </a:lnTo>
                  <a:lnTo>
                    <a:pt x="2729888" y="1921087"/>
                  </a:lnTo>
                  <a:lnTo>
                    <a:pt x="2729981" y="1921087"/>
                  </a:lnTo>
                  <a:lnTo>
                    <a:pt x="2730075" y="1921087"/>
                  </a:lnTo>
                  <a:lnTo>
                    <a:pt x="2730168" y="1921087"/>
                  </a:lnTo>
                  <a:lnTo>
                    <a:pt x="2730261" y="1921087"/>
                  </a:lnTo>
                  <a:lnTo>
                    <a:pt x="2730354" y="1921087"/>
                  </a:lnTo>
                  <a:lnTo>
                    <a:pt x="2730448" y="1921087"/>
                  </a:lnTo>
                  <a:lnTo>
                    <a:pt x="2730541" y="1921087"/>
                  </a:lnTo>
                  <a:lnTo>
                    <a:pt x="2730634" y="1921087"/>
                  </a:lnTo>
                  <a:lnTo>
                    <a:pt x="2730727" y="1921087"/>
                  </a:lnTo>
                  <a:lnTo>
                    <a:pt x="2730821" y="1921087"/>
                  </a:lnTo>
                  <a:lnTo>
                    <a:pt x="2730914" y="1921087"/>
                  </a:lnTo>
                  <a:lnTo>
                    <a:pt x="2731007" y="1921087"/>
                  </a:lnTo>
                  <a:lnTo>
                    <a:pt x="2731100" y="1921087"/>
                  </a:lnTo>
                  <a:lnTo>
                    <a:pt x="2731194" y="1921087"/>
                  </a:lnTo>
                  <a:lnTo>
                    <a:pt x="2731287" y="1921087"/>
                  </a:lnTo>
                  <a:lnTo>
                    <a:pt x="2731287" y="1911133"/>
                  </a:lnTo>
                  <a:lnTo>
                    <a:pt x="2731380" y="1911133"/>
                  </a:lnTo>
                  <a:lnTo>
                    <a:pt x="2731473" y="1911133"/>
                  </a:lnTo>
                  <a:lnTo>
                    <a:pt x="2731567" y="1911133"/>
                  </a:lnTo>
                  <a:lnTo>
                    <a:pt x="2731660" y="1911133"/>
                  </a:lnTo>
                  <a:lnTo>
                    <a:pt x="2731660" y="1901180"/>
                  </a:lnTo>
                  <a:lnTo>
                    <a:pt x="2731753" y="1901180"/>
                  </a:lnTo>
                  <a:lnTo>
                    <a:pt x="2731846" y="1901180"/>
                  </a:lnTo>
                  <a:lnTo>
                    <a:pt x="2731940" y="1901180"/>
                  </a:lnTo>
                  <a:lnTo>
                    <a:pt x="2732033" y="1901180"/>
                  </a:lnTo>
                  <a:lnTo>
                    <a:pt x="2732126" y="1901180"/>
                  </a:lnTo>
                  <a:lnTo>
                    <a:pt x="2732219" y="1901180"/>
                  </a:lnTo>
                  <a:lnTo>
                    <a:pt x="2732313" y="1901180"/>
                  </a:lnTo>
                  <a:lnTo>
                    <a:pt x="2732406" y="1901180"/>
                  </a:lnTo>
                  <a:lnTo>
                    <a:pt x="2732499" y="1901180"/>
                  </a:lnTo>
                  <a:lnTo>
                    <a:pt x="2732592" y="1901180"/>
                  </a:lnTo>
                  <a:lnTo>
                    <a:pt x="2732686" y="1901180"/>
                  </a:lnTo>
                  <a:lnTo>
                    <a:pt x="2732779" y="1901180"/>
                  </a:lnTo>
                  <a:lnTo>
                    <a:pt x="2732872" y="1901180"/>
                  </a:lnTo>
                  <a:lnTo>
                    <a:pt x="2732965" y="1901180"/>
                  </a:lnTo>
                  <a:lnTo>
                    <a:pt x="2733059" y="1901180"/>
                  </a:lnTo>
                  <a:lnTo>
                    <a:pt x="2733152" y="1901180"/>
                  </a:lnTo>
                  <a:lnTo>
                    <a:pt x="2733245" y="1901180"/>
                  </a:lnTo>
                  <a:lnTo>
                    <a:pt x="2733338" y="1901180"/>
                  </a:lnTo>
                  <a:lnTo>
                    <a:pt x="2733432" y="1901180"/>
                  </a:lnTo>
                  <a:lnTo>
                    <a:pt x="2733525" y="1901180"/>
                  </a:lnTo>
                  <a:lnTo>
                    <a:pt x="2733618" y="1901180"/>
                  </a:lnTo>
                  <a:lnTo>
                    <a:pt x="2733711" y="1901180"/>
                  </a:lnTo>
                  <a:lnTo>
                    <a:pt x="2733804" y="1901180"/>
                  </a:lnTo>
                  <a:lnTo>
                    <a:pt x="2733898" y="1901180"/>
                  </a:lnTo>
                  <a:lnTo>
                    <a:pt x="2733991" y="1901180"/>
                  </a:lnTo>
                  <a:lnTo>
                    <a:pt x="2734084" y="1901180"/>
                  </a:lnTo>
                  <a:lnTo>
                    <a:pt x="2734177" y="1901180"/>
                  </a:lnTo>
                  <a:lnTo>
                    <a:pt x="2734271" y="1901180"/>
                  </a:lnTo>
                  <a:lnTo>
                    <a:pt x="2734364" y="1901180"/>
                  </a:lnTo>
                  <a:lnTo>
                    <a:pt x="2734457" y="1901180"/>
                  </a:lnTo>
                  <a:lnTo>
                    <a:pt x="2734550" y="1901180"/>
                  </a:lnTo>
                  <a:lnTo>
                    <a:pt x="2734644" y="1901180"/>
                  </a:lnTo>
                  <a:lnTo>
                    <a:pt x="2734737" y="1901180"/>
                  </a:lnTo>
                  <a:lnTo>
                    <a:pt x="2734830" y="1901180"/>
                  </a:lnTo>
                  <a:lnTo>
                    <a:pt x="2734923" y="1901180"/>
                  </a:lnTo>
                  <a:lnTo>
                    <a:pt x="2735017" y="1901180"/>
                  </a:lnTo>
                  <a:lnTo>
                    <a:pt x="2735110" y="1901180"/>
                  </a:lnTo>
                  <a:lnTo>
                    <a:pt x="2735203" y="1901180"/>
                  </a:lnTo>
                  <a:lnTo>
                    <a:pt x="2735296" y="1901180"/>
                  </a:lnTo>
                  <a:lnTo>
                    <a:pt x="2735390" y="1901180"/>
                  </a:lnTo>
                  <a:lnTo>
                    <a:pt x="2735483" y="1901180"/>
                  </a:lnTo>
                  <a:lnTo>
                    <a:pt x="2735576" y="1901180"/>
                  </a:lnTo>
                  <a:lnTo>
                    <a:pt x="2735669" y="1901180"/>
                  </a:lnTo>
                  <a:lnTo>
                    <a:pt x="2735763" y="1901180"/>
                  </a:lnTo>
                  <a:lnTo>
                    <a:pt x="2735856" y="1901180"/>
                  </a:lnTo>
                  <a:lnTo>
                    <a:pt x="2735949" y="1901180"/>
                  </a:lnTo>
                  <a:lnTo>
                    <a:pt x="2736042" y="1901180"/>
                  </a:lnTo>
                  <a:lnTo>
                    <a:pt x="2736136" y="1901180"/>
                  </a:lnTo>
                  <a:lnTo>
                    <a:pt x="2736229" y="1901180"/>
                  </a:lnTo>
                  <a:lnTo>
                    <a:pt x="2736322" y="1901180"/>
                  </a:lnTo>
                  <a:lnTo>
                    <a:pt x="2736415" y="1901180"/>
                  </a:lnTo>
                  <a:lnTo>
                    <a:pt x="2736509" y="1901180"/>
                  </a:lnTo>
                  <a:lnTo>
                    <a:pt x="2736602" y="1901180"/>
                  </a:lnTo>
                  <a:lnTo>
                    <a:pt x="2736695" y="1901180"/>
                  </a:lnTo>
                  <a:lnTo>
                    <a:pt x="2736788" y="1901180"/>
                  </a:lnTo>
                  <a:lnTo>
                    <a:pt x="2736882" y="1901180"/>
                  </a:lnTo>
                  <a:lnTo>
                    <a:pt x="2736975" y="1901180"/>
                  </a:lnTo>
                  <a:lnTo>
                    <a:pt x="2737068" y="1901180"/>
                  </a:lnTo>
                  <a:lnTo>
                    <a:pt x="2737161" y="1901180"/>
                  </a:lnTo>
                  <a:lnTo>
                    <a:pt x="2737255" y="1901180"/>
                  </a:lnTo>
                  <a:lnTo>
                    <a:pt x="2737348" y="1901180"/>
                  </a:lnTo>
                  <a:lnTo>
                    <a:pt x="2737441" y="1901180"/>
                  </a:lnTo>
                  <a:lnTo>
                    <a:pt x="2737534" y="1901180"/>
                  </a:lnTo>
                  <a:lnTo>
                    <a:pt x="2737628" y="1901180"/>
                  </a:lnTo>
                  <a:lnTo>
                    <a:pt x="2737721" y="1901180"/>
                  </a:lnTo>
                  <a:lnTo>
                    <a:pt x="2737814" y="1901180"/>
                  </a:lnTo>
                  <a:lnTo>
                    <a:pt x="2737907" y="1901180"/>
                  </a:lnTo>
                  <a:lnTo>
                    <a:pt x="2738001" y="1901180"/>
                  </a:lnTo>
                  <a:lnTo>
                    <a:pt x="2738094" y="1901180"/>
                  </a:lnTo>
                  <a:lnTo>
                    <a:pt x="2738187" y="1901180"/>
                  </a:lnTo>
                  <a:lnTo>
                    <a:pt x="2738280" y="1901180"/>
                  </a:lnTo>
                  <a:lnTo>
                    <a:pt x="2738374" y="1901180"/>
                  </a:lnTo>
                  <a:lnTo>
                    <a:pt x="2738467" y="1901180"/>
                  </a:lnTo>
                  <a:lnTo>
                    <a:pt x="2738560" y="1901180"/>
                  </a:lnTo>
                  <a:lnTo>
                    <a:pt x="2738653" y="1901180"/>
                  </a:lnTo>
                  <a:lnTo>
                    <a:pt x="2738747" y="1901180"/>
                  </a:lnTo>
                  <a:lnTo>
                    <a:pt x="2738840" y="1901180"/>
                  </a:lnTo>
                  <a:lnTo>
                    <a:pt x="2738933" y="1901180"/>
                  </a:lnTo>
                  <a:lnTo>
                    <a:pt x="2739026" y="1901180"/>
                  </a:lnTo>
                  <a:lnTo>
                    <a:pt x="2739120" y="1901180"/>
                  </a:lnTo>
                  <a:lnTo>
                    <a:pt x="2739213" y="1901180"/>
                  </a:lnTo>
                  <a:lnTo>
                    <a:pt x="2739306" y="1901180"/>
                  </a:lnTo>
                  <a:lnTo>
                    <a:pt x="2739306" y="1891226"/>
                  </a:lnTo>
                  <a:lnTo>
                    <a:pt x="2739399" y="1891226"/>
                  </a:lnTo>
                  <a:lnTo>
                    <a:pt x="2739493" y="1891226"/>
                  </a:lnTo>
                  <a:lnTo>
                    <a:pt x="2739586" y="1891226"/>
                  </a:lnTo>
                  <a:lnTo>
                    <a:pt x="2739679" y="1891226"/>
                  </a:lnTo>
                  <a:lnTo>
                    <a:pt x="2739772" y="1891226"/>
                  </a:lnTo>
                  <a:lnTo>
                    <a:pt x="2739866" y="1891226"/>
                  </a:lnTo>
                  <a:lnTo>
                    <a:pt x="2739959" y="1891226"/>
                  </a:lnTo>
                  <a:lnTo>
                    <a:pt x="2740052" y="1891226"/>
                  </a:lnTo>
                  <a:lnTo>
                    <a:pt x="2740145" y="1891226"/>
                  </a:lnTo>
                  <a:lnTo>
                    <a:pt x="2740239" y="1891226"/>
                  </a:lnTo>
                  <a:lnTo>
                    <a:pt x="2740239" y="1881272"/>
                  </a:lnTo>
                  <a:lnTo>
                    <a:pt x="2740332" y="1881272"/>
                  </a:lnTo>
                  <a:lnTo>
                    <a:pt x="2740425" y="1881272"/>
                  </a:lnTo>
                  <a:lnTo>
                    <a:pt x="2740518" y="1881272"/>
                  </a:lnTo>
                  <a:lnTo>
                    <a:pt x="2740611" y="1881272"/>
                  </a:lnTo>
                  <a:lnTo>
                    <a:pt x="2740705" y="1881272"/>
                  </a:lnTo>
                  <a:lnTo>
                    <a:pt x="2740798" y="1881272"/>
                  </a:lnTo>
                  <a:lnTo>
                    <a:pt x="2740891" y="1881272"/>
                  </a:lnTo>
                  <a:lnTo>
                    <a:pt x="2740984" y="1881272"/>
                  </a:lnTo>
                  <a:lnTo>
                    <a:pt x="2741078" y="1881272"/>
                  </a:lnTo>
                  <a:lnTo>
                    <a:pt x="2741171" y="1881272"/>
                  </a:lnTo>
                  <a:lnTo>
                    <a:pt x="2741264" y="1881272"/>
                  </a:lnTo>
                  <a:lnTo>
                    <a:pt x="2741357" y="1881272"/>
                  </a:lnTo>
                  <a:lnTo>
                    <a:pt x="2741451" y="1881272"/>
                  </a:lnTo>
                  <a:lnTo>
                    <a:pt x="2741544" y="1881272"/>
                  </a:lnTo>
                  <a:lnTo>
                    <a:pt x="2741637" y="1881272"/>
                  </a:lnTo>
                  <a:lnTo>
                    <a:pt x="2741730" y="1881272"/>
                  </a:lnTo>
                  <a:lnTo>
                    <a:pt x="2741824" y="1881272"/>
                  </a:lnTo>
                  <a:lnTo>
                    <a:pt x="2741917" y="1881272"/>
                  </a:lnTo>
                  <a:lnTo>
                    <a:pt x="2742010" y="1881272"/>
                  </a:lnTo>
                  <a:lnTo>
                    <a:pt x="2742103" y="1881272"/>
                  </a:lnTo>
                  <a:lnTo>
                    <a:pt x="2742197" y="1881272"/>
                  </a:lnTo>
                  <a:lnTo>
                    <a:pt x="2742290" y="1881272"/>
                  </a:lnTo>
                  <a:lnTo>
                    <a:pt x="2742383" y="1881272"/>
                  </a:lnTo>
                  <a:lnTo>
                    <a:pt x="2742476" y="1881272"/>
                  </a:lnTo>
                  <a:lnTo>
                    <a:pt x="2742570" y="1881272"/>
                  </a:lnTo>
                  <a:lnTo>
                    <a:pt x="2742663" y="1881272"/>
                  </a:lnTo>
                  <a:lnTo>
                    <a:pt x="2742756" y="1881272"/>
                  </a:lnTo>
                  <a:lnTo>
                    <a:pt x="2742849" y="1881272"/>
                  </a:lnTo>
                  <a:lnTo>
                    <a:pt x="2742943" y="1881272"/>
                  </a:lnTo>
                  <a:lnTo>
                    <a:pt x="2743036" y="1881272"/>
                  </a:lnTo>
                  <a:lnTo>
                    <a:pt x="2743129" y="1881272"/>
                  </a:lnTo>
                  <a:lnTo>
                    <a:pt x="2743222" y="1881272"/>
                  </a:lnTo>
                  <a:lnTo>
                    <a:pt x="2743316" y="1881272"/>
                  </a:lnTo>
                  <a:lnTo>
                    <a:pt x="2743409" y="1881272"/>
                  </a:lnTo>
                  <a:lnTo>
                    <a:pt x="2743502" y="1881272"/>
                  </a:lnTo>
                  <a:lnTo>
                    <a:pt x="2743595" y="1881272"/>
                  </a:lnTo>
                  <a:lnTo>
                    <a:pt x="2743689" y="1881272"/>
                  </a:lnTo>
                  <a:lnTo>
                    <a:pt x="2743782" y="1881272"/>
                  </a:lnTo>
                  <a:lnTo>
                    <a:pt x="2743875" y="1881272"/>
                  </a:lnTo>
                  <a:lnTo>
                    <a:pt x="2743968" y="1881272"/>
                  </a:lnTo>
                  <a:lnTo>
                    <a:pt x="2744062" y="1881272"/>
                  </a:lnTo>
                  <a:lnTo>
                    <a:pt x="2744155" y="1881272"/>
                  </a:lnTo>
                  <a:lnTo>
                    <a:pt x="2744248" y="1881272"/>
                  </a:lnTo>
                  <a:lnTo>
                    <a:pt x="2744341" y="1881272"/>
                  </a:lnTo>
                  <a:lnTo>
                    <a:pt x="2744435" y="1881272"/>
                  </a:lnTo>
                  <a:lnTo>
                    <a:pt x="2744528" y="1881272"/>
                  </a:lnTo>
                  <a:lnTo>
                    <a:pt x="2744621" y="1881272"/>
                  </a:lnTo>
                  <a:lnTo>
                    <a:pt x="2744714" y="1881272"/>
                  </a:lnTo>
                  <a:lnTo>
                    <a:pt x="2744808" y="1881272"/>
                  </a:lnTo>
                  <a:lnTo>
                    <a:pt x="2744901" y="1881272"/>
                  </a:lnTo>
                  <a:lnTo>
                    <a:pt x="2744994" y="1881272"/>
                  </a:lnTo>
                  <a:lnTo>
                    <a:pt x="2745087" y="1881272"/>
                  </a:lnTo>
                  <a:lnTo>
                    <a:pt x="2745181" y="1881272"/>
                  </a:lnTo>
                  <a:lnTo>
                    <a:pt x="2745274" y="1881272"/>
                  </a:lnTo>
                  <a:lnTo>
                    <a:pt x="2745367" y="1881272"/>
                  </a:lnTo>
                  <a:lnTo>
                    <a:pt x="2745460" y="1881272"/>
                  </a:lnTo>
                  <a:lnTo>
                    <a:pt x="2745554" y="1881272"/>
                  </a:lnTo>
                  <a:lnTo>
                    <a:pt x="2745647" y="1881272"/>
                  </a:lnTo>
                  <a:lnTo>
                    <a:pt x="2745740" y="1881272"/>
                  </a:lnTo>
                  <a:lnTo>
                    <a:pt x="2745833" y="1881272"/>
                  </a:lnTo>
                  <a:lnTo>
                    <a:pt x="2745927" y="1881272"/>
                  </a:lnTo>
                  <a:lnTo>
                    <a:pt x="2746020" y="1881272"/>
                  </a:lnTo>
                  <a:lnTo>
                    <a:pt x="2746113" y="1881272"/>
                  </a:lnTo>
                  <a:lnTo>
                    <a:pt x="2746206" y="1881272"/>
                  </a:lnTo>
                  <a:lnTo>
                    <a:pt x="2746300" y="1881272"/>
                  </a:lnTo>
                  <a:lnTo>
                    <a:pt x="2746393" y="1881272"/>
                  </a:lnTo>
                  <a:lnTo>
                    <a:pt x="2746486" y="1881272"/>
                  </a:lnTo>
                  <a:lnTo>
                    <a:pt x="2746579" y="1881272"/>
                  </a:lnTo>
                  <a:lnTo>
                    <a:pt x="2746673" y="1881272"/>
                  </a:lnTo>
                  <a:lnTo>
                    <a:pt x="2746766" y="1881272"/>
                  </a:lnTo>
                  <a:lnTo>
                    <a:pt x="2746859" y="1881272"/>
                  </a:lnTo>
                  <a:lnTo>
                    <a:pt x="2746952" y="1881272"/>
                  </a:lnTo>
                  <a:lnTo>
                    <a:pt x="2747046" y="1881272"/>
                  </a:lnTo>
                  <a:lnTo>
                    <a:pt x="2747139" y="1881272"/>
                  </a:lnTo>
                  <a:lnTo>
                    <a:pt x="2747232" y="1881272"/>
                  </a:lnTo>
                  <a:lnTo>
                    <a:pt x="2747325" y="1881272"/>
                  </a:lnTo>
                  <a:lnTo>
                    <a:pt x="2747418" y="1881272"/>
                  </a:lnTo>
                  <a:lnTo>
                    <a:pt x="2747512" y="1881272"/>
                  </a:lnTo>
                  <a:lnTo>
                    <a:pt x="2747605" y="1881272"/>
                  </a:lnTo>
                  <a:lnTo>
                    <a:pt x="2747698" y="1881272"/>
                  </a:lnTo>
                  <a:lnTo>
                    <a:pt x="2747791" y="1881272"/>
                  </a:lnTo>
                  <a:lnTo>
                    <a:pt x="2747885" y="1881272"/>
                  </a:lnTo>
                  <a:lnTo>
                    <a:pt x="2747978" y="1881272"/>
                  </a:lnTo>
                  <a:lnTo>
                    <a:pt x="2748071" y="1881272"/>
                  </a:lnTo>
                  <a:lnTo>
                    <a:pt x="2748164" y="1881272"/>
                  </a:lnTo>
                  <a:lnTo>
                    <a:pt x="2748258" y="1881272"/>
                  </a:lnTo>
                  <a:lnTo>
                    <a:pt x="2748351" y="1881272"/>
                  </a:lnTo>
                  <a:lnTo>
                    <a:pt x="2748444" y="1881272"/>
                  </a:lnTo>
                  <a:lnTo>
                    <a:pt x="2748537" y="1881272"/>
                  </a:lnTo>
                  <a:lnTo>
                    <a:pt x="2748631" y="1881272"/>
                  </a:lnTo>
                  <a:lnTo>
                    <a:pt x="2748724" y="1881272"/>
                  </a:lnTo>
                  <a:lnTo>
                    <a:pt x="2748817" y="1881272"/>
                  </a:lnTo>
                  <a:lnTo>
                    <a:pt x="2748910" y="1881272"/>
                  </a:lnTo>
                  <a:lnTo>
                    <a:pt x="2749004" y="1881272"/>
                  </a:lnTo>
                  <a:lnTo>
                    <a:pt x="2749097" y="1881272"/>
                  </a:lnTo>
                  <a:lnTo>
                    <a:pt x="2749190" y="1881272"/>
                  </a:lnTo>
                  <a:lnTo>
                    <a:pt x="2749283" y="1881272"/>
                  </a:lnTo>
                  <a:lnTo>
                    <a:pt x="2749377" y="1881272"/>
                  </a:lnTo>
                  <a:lnTo>
                    <a:pt x="2749470" y="1881272"/>
                  </a:lnTo>
                  <a:lnTo>
                    <a:pt x="2749563" y="1881272"/>
                  </a:lnTo>
                  <a:lnTo>
                    <a:pt x="2749656" y="1881272"/>
                  </a:lnTo>
                  <a:lnTo>
                    <a:pt x="2749750" y="1881272"/>
                  </a:lnTo>
                  <a:lnTo>
                    <a:pt x="2749843" y="1881272"/>
                  </a:lnTo>
                  <a:lnTo>
                    <a:pt x="2749936" y="1881272"/>
                  </a:lnTo>
                  <a:lnTo>
                    <a:pt x="2750029" y="1881272"/>
                  </a:lnTo>
                  <a:lnTo>
                    <a:pt x="2750123" y="1881272"/>
                  </a:lnTo>
                  <a:lnTo>
                    <a:pt x="2750216" y="1881272"/>
                  </a:lnTo>
                  <a:lnTo>
                    <a:pt x="2750309" y="1881272"/>
                  </a:lnTo>
                  <a:lnTo>
                    <a:pt x="2750402" y="1881272"/>
                  </a:lnTo>
                  <a:lnTo>
                    <a:pt x="2750496" y="1881272"/>
                  </a:lnTo>
                  <a:lnTo>
                    <a:pt x="2750589" y="1881272"/>
                  </a:lnTo>
                  <a:lnTo>
                    <a:pt x="2750682" y="1881272"/>
                  </a:lnTo>
                  <a:lnTo>
                    <a:pt x="2750775" y="1881272"/>
                  </a:lnTo>
                  <a:lnTo>
                    <a:pt x="2750869" y="1881272"/>
                  </a:lnTo>
                  <a:lnTo>
                    <a:pt x="2750962" y="1881272"/>
                  </a:lnTo>
                  <a:lnTo>
                    <a:pt x="2751055" y="1881272"/>
                  </a:lnTo>
                  <a:lnTo>
                    <a:pt x="2751148" y="1881272"/>
                  </a:lnTo>
                  <a:lnTo>
                    <a:pt x="2751242" y="1881272"/>
                  </a:lnTo>
                  <a:lnTo>
                    <a:pt x="2751335" y="1881272"/>
                  </a:lnTo>
                  <a:lnTo>
                    <a:pt x="2751428" y="1881272"/>
                  </a:lnTo>
                  <a:lnTo>
                    <a:pt x="2751521" y="1881272"/>
                  </a:lnTo>
                  <a:lnTo>
                    <a:pt x="2751615" y="1881272"/>
                  </a:lnTo>
                  <a:lnTo>
                    <a:pt x="2751708" y="1881272"/>
                  </a:lnTo>
                  <a:lnTo>
                    <a:pt x="2751801" y="1881272"/>
                  </a:lnTo>
                  <a:lnTo>
                    <a:pt x="2751894" y="1881272"/>
                  </a:lnTo>
                  <a:lnTo>
                    <a:pt x="2751988" y="1881272"/>
                  </a:lnTo>
                  <a:lnTo>
                    <a:pt x="2752081" y="1881272"/>
                  </a:lnTo>
                  <a:lnTo>
                    <a:pt x="2752174" y="1881272"/>
                  </a:lnTo>
                  <a:lnTo>
                    <a:pt x="2752267" y="1881272"/>
                  </a:lnTo>
                  <a:lnTo>
                    <a:pt x="2752361" y="1881272"/>
                  </a:lnTo>
                  <a:lnTo>
                    <a:pt x="2752454" y="1881272"/>
                  </a:lnTo>
                  <a:lnTo>
                    <a:pt x="2752547" y="1881272"/>
                  </a:lnTo>
                  <a:lnTo>
                    <a:pt x="2752640" y="1881272"/>
                  </a:lnTo>
                  <a:lnTo>
                    <a:pt x="2752734" y="1881272"/>
                  </a:lnTo>
                  <a:lnTo>
                    <a:pt x="2752827" y="1881272"/>
                  </a:lnTo>
                  <a:lnTo>
                    <a:pt x="2752920" y="1881272"/>
                  </a:lnTo>
                  <a:lnTo>
                    <a:pt x="2753013" y="1881272"/>
                  </a:lnTo>
                  <a:lnTo>
                    <a:pt x="2753107" y="1881272"/>
                  </a:lnTo>
                  <a:lnTo>
                    <a:pt x="2753200" y="1881272"/>
                  </a:lnTo>
                  <a:lnTo>
                    <a:pt x="2753293" y="1881272"/>
                  </a:lnTo>
                  <a:lnTo>
                    <a:pt x="2753386" y="1881272"/>
                  </a:lnTo>
                  <a:lnTo>
                    <a:pt x="2753480" y="1881272"/>
                  </a:lnTo>
                  <a:lnTo>
                    <a:pt x="2753573" y="1881272"/>
                  </a:lnTo>
                  <a:lnTo>
                    <a:pt x="2753666" y="1881272"/>
                  </a:lnTo>
                  <a:lnTo>
                    <a:pt x="2753759" y="1881272"/>
                  </a:lnTo>
                  <a:lnTo>
                    <a:pt x="2753853" y="1881272"/>
                  </a:lnTo>
                  <a:lnTo>
                    <a:pt x="2753946" y="1881272"/>
                  </a:lnTo>
                  <a:lnTo>
                    <a:pt x="2754039" y="1881272"/>
                  </a:lnTo>
                  <a:lnTo>
                    <a:pt x="2754132" y="1881272"/>
                  </a:lnTo>
                  <a:lnTo>
                    <a:pt x="2754226" y="1881272"/>
                  </a:lnTo>
                  <a:lnTo>
                    <a:pt x="2754319" y="1881272"/>
                  </a:lnTo>
                  <a:lnTo>
                    <a:pt x="2754412" y="1881272"/>
                  </a:lnTo>
                  <a:lnTo>
                    <a:pt x="2754505" y="1881272"/>
                  </a:lnTo>
                  <a:lnTo>
                    <a:pt x="2754598" y="1881272"/>
                  </a:lnTo>
                  <a:lnTo>
                    <a:pt x="2754692" y="1881272"/>
                  </a:lnTo>
                  <a:lnTo>
                    <a:pt x="2754785" y="1881272"/>
                  </a:lnTo>
                  <a:lnTo>
                    <a:pt x="2754878" y="1881272"/>
                  </a:lnTo>
                  <a:lnTo>
                    <a:pt x="2754971" y="1881272"/>
                  </a:lnTo>
                  <a:lnTo>
                    <a:pt x="2755065" y="1881272"/>
                  </a:lnTo>
                  <a:lnTo>
                    <a:pt x="2755158" y="1881272"/>
                  </a:lnTo>
                  <a:lnTo>
                    <a:pt x="2755251" y="1881272"/>
                  </a:lnTo>
                  <a:lnTo>
                    <a:pt x="2755344" y="1881272"/>
                  </a:lnTo>
                  <a:lnTo>
                    <a:pt x="2755438" y="1881272"/>
                  </a:lnTo>
                  <a:lnTo>
                    <a:pt x="2755531" y="1881272"/>
                  </a:lnTo>
                  <a:lnTo>
                    <a:pt x="2755624" y="1881272"/>
                  </a:lnTo>
                  <a:lnTo>
                    <a:pt x="2755717" y="1881272"/>
                  </a:lnTo>
                  <a:lnTo>
                    <a:pt x="2755811" y="1881272"/>
                  </a:lnTo>
                  <a:lnTo>
                    <a:pt x="2755904" y="1881272"/>
                  </a:lnTo>
                  <a:lnTo>
                    <a:pt x="2755997" y="1881272"/>
                  </a:lnTo>
                  <a:lnTo>
                    <a:pt x="2756090" y="1881272"/>
                  </a:lnTo>
                  <a:lnTo>
                    <a:pt x="2756184" y="1881272"/>
                  </a:lnTo>
                  <a:lnTo>
                    <a:pt x="2756277" y="1881272"/>
                  </a:lnTo>
                  <a:lnTo>
                    <a:pt x="2756370" y="1881272"/>
                  </a:lnTo>
                  <a:lnTo>
                    <a:pt x="2756463" y="1881272"/>
                  </a:lnTo>
                  <a:lnTo>
                    <a:pt x="2756557" y="1881272"/>
                  </a:lnTo>
                  <a:lnTo>
                    <a:pt x="2756650" y="1881272"/>
                  </a:lnTo>
                  <a:lnTo>
                    <a:pt x="2756743" y="1881272"/>
                  </a:lnTo>
                  <a:lnTo>
                    <a:pt x="2756836" y="1881272"/>
                  </a:lnTo>
                  <a:lnTo>
                    <a:pt x="2756930" y="1881272"/>
                  </a:lnTo>
                  <a:lnTo>
                    <a:pt x="2757023" y="1881272"/>
                  </a:lnTo>
                  <a:lnTo>
                    <a:pt x="2757116" y="1881272"/>
                  </a:lnTo>
                  <a:lnTo>
                    <a:pt x="2757209" y="1881272"/>
                  </a:lnTo>
                  <a:lnTo>
                    <a:pt x="2757303" y="1881272"/>
                  </a:lnTo>
                  <a:lnTo>
                    <a:pt x="2757396" y="1881272"/>
                  </a:lnTo>
                  <a:lnTo>
                    <a:pt x="2757489" y="1881272"/>
                  </a:lnTo>
                  <a:lnTo>
                    <a:pt x="2757582" y="1881272"/>
                  </a:lnTo>
                  <a:lnTo>
                    <a:pt x="2757676" y="1881272"/>
                  </a:lnTo>
                  <a:lnTo>
                    <a:pt x="2757769" y="1881272"/>
                  </a:lnTo>
                  <a:lnTo>
                    <a:pt x="2757862" y="1881272"/>
                  </a:lnTo>
                  <a:lnTo>
                    <a:pt x="2757955" y="1881272"/>
                  </a:lnTo>
                  <a:lnTo>
                    <a:pt x="2758049" y="1881272"/>
                  </a:lnTo>
                  <a:lnTo>
                    <a:pt x="2758142" y="1881272"/>
                  </a:lnTo>
                  <a:lnTo>
                    <a:pt x="2758235" y="1881272"/>
                  </a:lnTo>
                  <a:lnTo>
                    <a:pt x="2758235" y="1871318"/>
                  </a:lnTo>
                  <a:lnTo>
                    <a:pt x="2758328" y="1871318"/>
                  </a:lnTo>
                  <a:lnTo>
                    <a:pt x="2758422" y="1871318"/>
                  </a:lnTo>
                  <a:lnTo>
                    <a:pt x="2758515" y="1871318"/>
                  </a:lnTo>
                  <a:lnTo>
                    <a:pt x="2758608" y="1871318"/>
                  </a:lnTo>
                  <a:lnTo>
                    <a:pt x="2758701" y="1871318"/>
                  </a:lnTo>
                  <a:lnTo>
                    <a:pt x="2758795" y="1871318"/>
                  </a:lnTo>
                  <a:lnTo>
                    <a:pt x="2758795" y="1861364"/>
                  </a:lnTo>
                  <a:lnTo>
                    <a:pt x="2758888" y="1861364"/>
                  </a:lnTo>
                  <a:lnTo>
                    <a:pt x="2758981" y="1861364"/>
                  </a:lnTo>
                  <a:lnTo>
                    <a:pt x="2759074" y="1861364"/>
                  </a:lnTo>
                  <a:lnTo>
                    <a:pt x="2759074" y="1851411"/>
                  </a:lnTo>
                  <a:lnTo>
                    <a:pt x="2759168" y="1851411"/>
                  </a:lnTo>
                  <a:lnTo>
                    <a:pt x="2759261" y="1851411"/>
                  </a:lnTo>
                  <a:lnTo>
                    <a:pt x="2759354" y="1851411"/>
                  </a:lnTo>
                  <a:lnTo>
                    <a:pt x="2759447" y="1851411"/>
                  </a:lnTo>
                  <a:lnTo>
                    <a:pt x="2759541" y="1851411"/>
                  </a:lnTo>
                  <a:lnTo>
                    <a:pt x="2759634" y="1851411"/>
                  </a:lnTo>
                  <a:lnTo>
                    <a:pt x="2759727" y="1851411"/>
                  </a:lnTo>
                  <a:lnTo>
                    <a:pt x="2759820" y="1851411"/>
                  </a:lnTo>
                  <a:lnTo>
                    <a:pt x="2759914" y="1851411"/>
                  </a:lnTo>
                  <a:lnTo>
                    <a:pt x="2760007" y="1851411"/>
                  </a:lnTo>
                  <a:lnTo>
                    <a:pt x="2760100" y="1851411"/>
                  </a:lnTo>
                  <a:lnTo>
                    <a:pt x="2760193" y="1851411"/>
                  </a:lnTo>
                  <a:lnTo>
                    <a:pt x="2760287" y="1851411"/>
                  </a:lnTo>
                  <a:lnTo>
                    <a:pt x="2760380" y="1851411"/>
                  </a:lnTo>
                  <a:lnTo>
                    <a:pt x="2760473" y="1851411"/>
                  </a:lnTo>
                  <a:lnTo>
                    <a:pt x="2760566" y="1851411"/>
                  </a:lnTo>
                  <a:lnTo>
                    <a:pt x="2760660" y="1851411"/>
                  </a:lnTo>
                  <a:lnTo>
                    <a:pt x="2760753" y="1851411"/>
                  </a:lnTo>
                  <a:lnTo>
                    <a:pt x="2760846" y="1851411"/>
                  </a:lnTo>
                  <a:lnTo>
                    <a:pt x="2760939" y="1851411"/>
                  </a:lnTo>
                  <a:lnTo>
                    <a:pt x="2761033" y="1851411"/>
                  </a:lnTo>
                  <a:lnTo>
                    <a:pt x="2761126" y="1851411"/>
                  </a:lnTo>
                  <a:lnTo>
                    <a:pt x="2761219" y="1851411"/>
                  </a:lnTo>
                  <a:lnTo>
                    <a:pt x="2761312" y="1851411"/>
                  </a:lnTo>
                  <a:lnTo>
                    <a:pt x="2761405" y="1851411"/>
                  </a:lnTo>
                  <a:lnTo>
                    <a:pt x="2761499" y="1851411"/>
                  </a:lnTo>
                  <a:lnTo>
                    <a:pt x="2761592" y="1851411"/>
                  </a:lnTo>
                  <a:lnTo>
                    <a:pt x="2761685" y="1851411"/>
                  </a:lnTo>
                  <a:lnTo>
                    <a:pt x="2761778" y="1851411"/>
                  </a:lnTo>
                  <a:lnTo>
                    <a:pt x="2761872" y="1851411"/>
                  </a:lnTo>
                  <a:lnTo>
                    <a:pt x="2761965" y="1851411"/>
                  </a:lnTo>
                  <a:lnTo>
                    <a:pt x="2762058" y="1851411"/>
                  </a:lnTo>
                  <a:lnTo>
                    <a:pt x="2762151" y="1851411"/>
                  </a:lnTo>
                  <a:lnTo>
                    <a:pt x="2762245" y="1851411"/>
                  </a:lnTo>
                  <a:lnTo>
                    <a:pt x="2762338" y="1851411"/>
                  </a:lnTo>
                  <a:lnTo>
                    <a:pt x="2762431" y="1851411"/>
                  </a:lnTo>
                  <a:lnTo>
                    <a:pt x="2762524" y="1851411"/>
                  </a:lnTo>
                  <a:lnTo>
                    <a:pt x="2762618" y="1851411"/>
                  </a:lnTo>
                  <a:lnTo>
                    <a:pt x="2762711" y="1851411"/>
                  </a:lnTo>
                  <a:lnTo>
                    <a:pt x="2762804" y="1851411"/>
                  </a:lnTo>
                  <a:lnTo>
                    <a:pt x="2762897" y="1851411"/>
                  </a:lnTo>
                  <a:lnTo>
                    <a:pt x="2762991" y="1851411"/>
                  </a:lnTo>
                  <a:lnTo>
                    <a:pt x="2763084" y="1851411"/>
                  </a:lnTo>
                  <a:lnTo>
                    <a:pt x="2763177" y="1851411"/>
                  </a:lnTo>
                  <a:lnTo>
                    <a:pt x="2763270" y="1851411"/>
                  </a:lnTo>
                  <a:lnTo>
                    <a:pt x="2763364" y="1851411"/>
                  </a:lnTo>
                  <a:lnTo>
                    <a:pt x="2763457" y="1851411"/>
                  </a:lnTo>
                  <a:lnTo>
                    <a:pt x="2763550" y="1851411"/>
                  </a:lnTo>
                  <a:lnTo>
                    <a:pt x="2763643" y="1851411"/>
                  </a:lnTo>
                  <a:lnTo>
                    <a:pt x="2763737" y="1851411"/>
                  </a:lnTo>
                  <a:lnTo>
                    <a:pt x="2763830" y="1851411"/>
                  </a:lnTo>
                  <a:lnTo>
                    <a:pt x="2763923" y="1851411"/>
                  </a:lnTo>
                  <a:lnTo>
                    <a:pt x="2764016" y="1851411"/>
                  </a:lnTo>
                  <a:lnTo>
                    <a:pt x="2764110" y="1851411"/>
                  </a:lnTo>
                  <a:lnTo>
                    <a:pt x="2764203" y="1851411"/>
                  </a:lnTo>
                  <a:lnTo>
                    <a:pt x="2764296" y="1851411"/>
                  </a:lnTo>
                  <a:lnTo>
                    <a:pt x="2764389" y="1851411"/>
                  </a:lnTo>
                  <a:lnTo>
                    <a:pt x="2764483" y="1851411"/>
                  </a:lnTo>
                  <a:lnTo>
                    <a:pt x="2764576" y="1851411"/>
                  </a:lnTo>
                  <a:lnTo>
                    <a:pt x="2764669" y="1851411"/>
                  </a:lnTo>
                  <a:lnTo>
                    <a:pt x="2764762" y="1851411"/>
                  </a:lnTo>
                  <a:lnTo>
                    <a:pt x="2764856" y="1851411"/>
                  </a:lnTo>
                  <a:lnTo>
                    <a:pt x="2764949" y="1851411"/>
                  </a:lnTo>
                  <a:lnTo>
                    <a:pt x="2765042" y="1851411"/>
                  </a:lnTo>
                  <a:lnTo>
                    <a:pt x="2765135" y="1851411"/>
                  </a:lnTo>
                  <a:lnTo>
                    <a:pt x="2765229" y="1851411"/>
                  </a:lnTo>
                  <a:lnTo>
                    <a:pt x="2765322" y="1851411"/>
                  </a:lnTo>
                  <a:lnTo>
                    <a:pt x="2765415" y="1851411"/>
                  </a:lnTo>
                  <a:lnTo>
                    <a:pt x="2765508" y="1851411"/>
                  </a:lnTo>
                  <a:lnTo>
                    <a:pt x="2765602" y="1851411"/>
                  </a:lnTo>
                  <a:lnTo>
                    <a:pt x="2765695" y="1851411"/>
                  </a:lnTo>
                  <a:lnTo>
                    <a:pt x="2765788" y="1851411"/>
                  </a:lnTo>
                  <a:lnTo>
                    <a:pt x="2765881" y="1851411"/>
                  </a:lnTo>
                  <a:lnTo>
                    <a:pt x="2765975" y="1851411"/>
                  </a:lnTo>
                  <a:lnTo>
                    <a:pt x="2766068" y="1851411"/>
                  </a:lnTo>
                  <a:lnTo>
                    <a:pt x="2766161" y="1851411"/>
                  </a:lnTo>
                  <a:lnTo>
                    <a:pt x="2766254" y="1851411"/>
                  </a:lnTo>
                  <a:lnTo>
                    <a:pt x="2766348" y="1851411"/>
                  </a:lnTo>
                  <a:lnTo>
                    <a:pt x="2766441" y="1851411"/>
                  </a:lnTo>
                  <a:lnTo>
                    <a:pt x="2766534" y="1851411"/>
                  </a:lnTo>
                  <a:lnTo>
                    <a:pt x="2766627" y="1851411"/>
                  </a:lnTo>
                  <a:lnTo>
                    <a:pt x="2766721" y="1851411"/>
                  </a:lnTo>
                  <a:lnTo>
                    <a:pt x="2766814" y="1851411"/>
                  </a:lnTo>
                  <a:lnTo>
                    <a:pt x="2766907" y="1851411"/>
                  </a:lnTo>
                  <a:lnTo>
                    <a:pt x="2767000" y="1851411"/>
                  </a:lnTo>
                  <a:lnTo>
                    <a:pt x="2767094" y="1851411"/>
                  </a:lnTo>
                  <a:lnTo>
                    <a:pt x="2767187" y="1851411"/>
                  </a:lnTo>
                  <a:lnTo>
                    <a:pt x="2767280" y="1851411"/>
                  </a:lnTo>
                  <a:lnTo>
                    <a:pt x="2767373" y="1851411"/>
                  </a:lnTo>
                  <a:lnTo>
                    <a:pt x="2767467" y="1851411"/>
                  </a:lnTo>
                  <a:lnTo>
                    <a:pt x="2767560" y="1851411"/>
                  </a:lnTo>
                  <a:lnTo>
                    <a:pt x="2767653" y="1851411"/>
                  </a:lnTo>
                  <a:lnTo>
                    <a:pt x="2767746" y="1851411"/>
                  </a:lnTo>
                  <a:lnTo>
                    <a:pt x="2767840" y="1851411"/>
                  </a:lnTo>
                  <a:lnTo>
                    <a:pt x="2767933" y="1851411"/>
                  </a:lnTo>
                  <a:lnTo>
                    <a:pt x="2768026" y="1851411"/>
                  </a:lnTo>
                  <a:lnTo>
                    <a:pt x="2768119" y="1851411"/>
                  </a:lnTo>
                  <a:lnTo>
                    <a:pt x="2768212" y="1851411"/>
                  </a:lnTo>
                  <a:lnTo>
                    <a:pt x="2768306" y="1851411"/>
                  </a:lnTo>
                  <a:lnTo>
                    <a:pt x="2768306" y="1841457"/>
                  </a:lnTo>
                  <a:lnTo>
                    <a:pt x="2768399" y="1841457"/>
                  </a:lnTo>
                  <a:lnTo>
                    <a:pt x="2768492" y="1841457"/>
                  </a:lnTo>
                  <a:lnTo>
                    <a:pt x="2768585" y="1841457"/>
                  </a:lnTo>
                  <a:lnTo>
                    <a:pt x="2768679" y="1841457"/>
                  </a:lnTo>
                  <a:lnTo>
                    <a:pt x="2768772" y="1841457"/>
                  </a:lnTo>
                  <a:lnTo>
                    <a:pt x="2768865" y="1841457"/>
                  </a:lnTo>
                  <a:lnTo>
                    <a:pt x="2768958" y="1841457"/>
                  </a:lnTo>
                  <a:lnTo>
                    <a:pt x="2769052" y="1841457"/>
                  </a:lnTo>
                  <a:lnTo>
                    <a:pt x="2769145" y="1841457"/>
                  </a:lnTo>
                  <a:lnTo>
                    <a:pt x="2769238" y="1841457"/>
                  </a:lnTo>
                  <a:lnTo>
                    <a:pt x="2769331" y="1841457"/>
                  </a:lnTo>
                  <a:lnTo>
                    <a:pt x="2769425" y="1841457"/>
                  </a:lnTo>
                  <a:lnTo>
                    <a:pt x="2769518" y="1841457"/>
                  </a:lnTo>
                  <a:lnTo>
                    <a:pt x="2769611" y="1841457"/>
                  </a:lnTo>
                  <a:lnTo>
                    <a:pt x="2769704" y="1841457"/>
                  </a:lnTo>
                  <a:lnTo>
                    <a:pt x="2769798" y="1841457"/>
                  </a:lnTo>
                  <a:lnTo>
                    <a:pt x="2769891" y="1841457"/>
                  </a:lnTo>
                  <a:lnTo>
                    <a:pt x="2769984" y="1841457"/>
                  </a:lnTo>
                  <a:lnTo>
                    <a:pt x="2770077" y="1841457"/>
                  </a:lnTo>
                  <a:lnTo>
                    <a:pt x="2770171" y="1841457"/>
                  </a:lnTo>
                  <a:lnTo>
                    <a:pt x="2770264" y="1841457"/>
                  </a:lnTo>
                  <a:lnTo>
                    <a:pt x="2770357" y="1841457"/>
                  </a:lnTo>
                  <a:lnTo>
                    <a:pt x="2770450" y="1841457"/>
                  </a:lnTo>
                  <a:lnTo>
                    <a:pt x="2770544" y="1841457"/>
                  </a:lnTo>
                  <a:lnTo>
                    <a:pt x="2770637" y="1841457"/>
                  </a:lnTo>
                  <a:lnTo>
                    <a:pt x="2770730" y="1841457"/>
                  </a:lnTo>
                  <a:lnTo>
                    <a:pt x="2770823" y="1841457"/>
                  </a:lnTo>
                  <a:lnTo>
                    <a:pt x="2770917" y="1841457"/>
                  </a:lnTo>
                  <a:lnTo>
                    <a:pt x="2771010" y="1841457"/>
                  </a:lnTo>
                  <a:lnTo>
                    <a:pt x="2771103" y="1841457"/>
                  </a:lnTo>
                  <a:lnTo>
                    <a:pt x="2771196" y="1841457"/>
                  </a:lnTo>
                  <a:lnTo>
                    <a:pt x="2771290" y="1841457"/>
                  </a:lnTo>
                  <a:lnTo>
                    <a:pt x="2771383" y="1841457"/>
                  </a:lnTo>
                  <a:lnTo>
                    <a:pt x="2771476" y="1841457"/>
                  </a:lnTo>
                  <a:lnTo>
                    <a:pt x="2771569" y="1841457"/>
                  </a:lnTo>
                  <a:lnTo>
                    <a:pt x="2771663" y="1841457"/>
                  </a:lnTo>
                  <a:lnTo>
                    <a:pt x="2771756" y="1841457"/>
                  </a:lnTo>
                  <a:lnTo>
                    <a:pt x="2771849" y="1841457"/>
                  </a:lnTo>
                  <a:lnTo>
                    <a:pt x="2771942" y="1841457"/>
                  </a:lnTo>
                  <a:lnTo>
                    <a:pt x="2772036" y="1841457"/>
                  </a:lnTo>
                  <a:lnTo>
                    <a:pt x="2772129" y="1841457"/>
                  </a:lnTo>
                  <a:lnTo>
                    <a:pt x="2772222" y="1841457"/>
                  </a:lnTo>
                  <a:lnTo>
                    <a:pt x="2772315" y="1841457"/>
                  </a:lnTo>
                  <a:lnTo>
                    <a:pt x="2772409" y="1841457"/>
                  </a:lnTo>
                  <a:lnTo>
                    <a:pt x="2772502" y="1841457"/>
                  </a:lnTo>
                  <a:lnTo>
                    <a:pt x="2772595" y="1841457"/>
                  </a:lnTo>
                  <a:lnTo>
                    <a:pt x="2772688" y="1841457"/>
                  </a:lnTo>
                  <a:lnTo>
                    <a:pt x="2772782" y="1841457"/>
                  </a:lnTo>
                  <a:lnTo>
                    <a:pt x="2772875" y="1841457"/>
                  </a:lnTo>
                  <a:lnTo>
                    <a:pt x="2772968" y="1841457"/>
                  </a:lnTo>
                  <a:lnTo>
                    <a:pt x="2773061" y="1841457"/>
                  </a:lnTo>
                  <a:lnTo>
                    <a:pt x="2773155" y="1841457"/>
                  </a:lnTo>
                  <a:lnTo>
                    <a:pt x="2773248" y="1841457"/>
                  </a:lnTo>
                  <a:lnTo>
                    <a:pt x="2773341" y="1841457"/>
                  </a:lnTo>
                  <a:lnTo>
                    <a:pt x="2773434" y="1841457"/>
                  </a:lnTo>
                  <a:lnTo>
                    <a:pt x="2773528" y="1841457"/>
                  </a:lnTo>
                  <a:lnTo>
                    <a:pt x="2773621" y="1841457"/>
                  </a:lnTo>
                  <a:lnTo>
                    <a:pt x="2773714" y="1841457"/>
                  </a:lnTo>
                  <a:lnTo>
                    <a:pt x="2773807" y="1841457"/>
                  </a:lnTo>
                  <a:lnTo>
                    <a:pt x="2773901" y="1841457"/>
                  </a:lnTo>
                  <a:lnTo>
                    <a:pt x="2773994" y="1841457"/>
                  </a:lnTo>
                  <a:lnTo>
                    <a:pt x="2774087" y="1841457"/>
                  </a:lnTo>
                  <a:lnTo>
                    <a:pt x="2774180" y="1841457"/>
                  </a:lnTo>
                  <a:lnTo>
                    <a:pt x="2774274" y="1841457"/>
                  </a:lnTo>
                  <a:lnTo>
                    <a:pt x="2774367" y="1841457"/>
                  </a:lnTo>
                  <a:lnTo>
                    <a:pt x="2774460" y="1841457"/>
                  </a:lnTo>
                  <a:lnTo>
                    <a:pt x="2774553" y="1841457"/>
                  </a:lnTo>
                  <a:lnTo>
                    <a:pt x="2774647" y="1841457"/>
                  </a:lnTo>
                  <a:lnTo>
                    <a:pt x="2774740" y="1841457"/>
                  </a:lnTo>
                  <a:lnTo>
                    <a:pt x="2774833" y="1841457"/>
                  </a:lnTo>
                  <a:lnTo>
                    <a:pt x="2774926" y="1841457"/>
                  </a:lnTo>
                  <a:lnTo>
                    <a:pt x="2775020" y="1841457"/>
                  </a:lnTo>
                  <a:lnTo>
                    <a:pt x="2775113" y="1841457"/>
                  </a:lnTo>
                  <a:lnTo>
                    <a:pt x="2775206" y="1841457"/>
                  </a:lnTo>
                  <a:lnTo>
                    <a:pt x="2775299" y="1841457"/>
                  </a:lnTo>
                  <a:lnTo>
                    <a:pt x="2775392" y="1841457"/>
                  </a:lnTo>
                  <a:lnTo>
                    <a:pt x="2775486" y="1841457"/>
                  </a:lnTo>
                  <a:lnTo>
                    <a:pt x="2775579" y="1841457"/>
                  </a:lnTo>
                  <a:lnTo>
                    <a:pt x="2775672" y="1841457"/>
                  </a:lnTo>
                  <a:lnTo>
                    <a:pt x="2775765" y="1841457"/>
                  </a:lnTo>
                  <a:lnTo>
                    <a:pt x="2775859" y="1841457"/>
                  </a:lnTo>
                  <a:lnTo>
                    <a:pt x="2775859" y="1831503"/>
                  </a:lnTo>
                  <a:lnTo>
                    <a:pt x="2775952" y="1831503"/>
                  </a:lnTo>
                  <a:lnTo>
                    <a:pt x="2776045" y="1831503"/>
                  </a:lnTo>
                  <a:lnTo>
                    <a:pt x="2776138" y="1831503"/>
                  </a:lnTo>
                  <a:lnTo>
                    <a:pt x="2776232" y="1831503"/>
                  </a:lnTo>
                  <a:lnTo>
                    <a:pt x="2776325" y="1831503"/>
                  </a:lnTo>
                  <a:lnTo>
                    <a:pt x="2776418" y="1831503"/>
                  </a:lnTo>
                  <a:lnTo>
                    <a:pt x="2776511" y="1831503"/>
                  </a:lnTo>
                  <a:lnTo>
                    <a:pt x="2776605" y="1831503"/>
                  </a:lnTo>
                  <a:lnTo>
                    <a:pt x="2776698" y="1831503"/>
                  </a:lnTo>
                  <a:lnTo>
                    <a:pt x="2776791" y="1831503"/>
                  </a:lnTo>
                  <a:lnTo>
                    <a:pt x="2776884" y="1831503"/>
                  </a:lnTo>
                  <a:lnTo>
                    <a:pt x="2776978" y="1831503"/>
                  </a:lnTo>
                  <a:lnTo>
                    <a:pt x="2777071" y="1831503"/>
                  </a:lnTo>
                  <a:lnTo>
                    <a:pt x="2777164" y="1831503"/>
                  </a:lnTo>
                  <a:lnTo>
                    <a:pt x="2777257" y="1831503"/>
                  </a:lnTo>
                  <a:lnTo>
                    <a:pt x="2777351" y="1831503"/>
                  </a:lnTo>
                  <a:lnTo>
                    <a:pt x="2777444" y="1831503"/>
                  </a:lnTo>
                  <a:lnTo>
                    <a:pt x="2777537" y="1831503"/>
                  </a:lnTo>
                  <a:lnTo>
                    <a:pt x="2777630" y="1831503"/>
                  </a:lnTo>
                  <a:lnTo>
                    <a:pt x="2777724" y="1831503"/>
                  </a:lnTo>
                  <a:lnTo>
                    <a:pt x="2777817" y="1831503"/>
                  </a:lnTo>
                  <a:lnTo>
                    <a:pt x="2777910" y="1831503"/>
                  </a:lnTo>
                  <a:lnTo>
                    <a:pt x="2777910" y="1821549"/>
                  </a:lnTo>
                  <a:lnTo>
                    <a:pt x="2778003" y="1821549"/>
                  </a:lnTo>
                  <a:lnTo>
                    <a:pt x="2778097" y="1821549"/>
                  </a:lnTo>
                  <a:lnTo>
                    <a:pt x="2778190" y="1821549"/>
                  </a:lnTo>
                  <a:lnTo>
                    <a:pt x="2778283" y="1821549"/>
                  </a:lnTo>
                  <a:lnTo>
                    <a:pt x="2778376" y="1821549"/>
                  </a:lnTo>
                  <a:lnTo>
                    <a:pt x="2778470" y="1821549"/>
                  </a:lnTo>
                  <a:lnTo>
                    <a:pt x="2778563" y="1821549"/>
                  </a:lnTo>
                  <a:lnTo>
                    <a:pt x="2778656" y="1821549"/>
                  </a:lnTo>
                  <a:lnTo>
                    <a:pt x="2778749" y="1821549"/>
                  </a:lnTo>
                  <a:lnTo>
                    <a:pt x="2778843" y="1821549"/>
                  </a:lnTo>
                  <a:lnTo>
                    <a:pt x="2778936" y="1821549"/>
                  </a:lnTo>
                  <a:lnTo>
                    <a:pt x="2779029" y="1821549"/>
                  </a:lnTo>
                  <a:lnTo>
                    <a:pt x="2779122" y="1821549"/>
                  </a:lnTo>
                  <a:lnTo>
                    <a:pt x="2779216" y="1821549"/>
                  </a:lnTo>
                  <a:lnTo>
                    <a:pt x="2779309" y="1821549"/>
                  </a:lnTo>
                  <a:lnTo>
                    <a:pt x="2779402" y="1821549"/>
                  </a:lnTo>
                  <a:lnTo>
                    <a:pt x="2779495" y="1821549"/>
                  </a:lnTo>
                  <a:lnTo>
                    <a:pt x="2779589" y="1821549"/>
                  </a:lnTo>
                  <a:lnTo>
                    <a:pt x="2779682" y="1821549"/>
                  </a:lnTo>
                  <a:lnTo>
                    <a:pt x="2779775" y="1821549"/>
                  </a:lnTo>
                  <a:lnTo>
                    <a:pt x="2779868" y="1821549"/>
                  </a:lnTo>
                  <a:lnTo>
                    <a:pt x="2779962" y="1821549"/>
                  </a:lnTo>
                  <a:lnTo>
                    <a:pt x="2780055" y="1821549"/>
                  </a:lnTo>
                  <a:lnTo>
                    <a:pt x="2780148" y="1821549"/>
                  </a:lnTo>
                  <a:lnTo>
                    <a:pt x="2780241" y="1821549"/>
                  </a:lnTo>
                  <a:lnTo>
                    <a:pt x="2780335" y="1821549"/>
                  </a:lnTo>
                  <a:lnTo>
                    <a:pt x="2780428" y="1821549"/>
                  </a:lnTo>
                  <a:lnTo>
                    <a:pt x="2780521" y="1821549"/>
                  </a:lnTo>
                  <a:lnTo>
                    <a:pt x="2780614" y="1821549"/>
                  </a:lnTo>
                  <a:lnTo>
                    <a:pt x="2780708" y="1821549"/>
                  </a:lnTo>
                  <a:lnTo>
                    <a:pt x="2780801" y="1821549"/>
                  </a:lnTo>
                  <a:lnTo>
                    <a:pt x="2780894" y="1821549"/>
                  </a:lnTo>
                  <a:lnTo>
                    <a:pt x="2780987" y="1821549"/>
                  </a:lnTo>
                  <a:lnTo>
                    <a:pt x="2781081" y="1821549"/>
                  </a:lnTo>
                  <a:lnTo>
                    <a:pt x="2781174" y="1821549"/>
                  </a:lnTo>
                  <a:lnTo>
                    <a:pt x="2781267" y="1821549"/>
                  </a:lnTo>
                  <a:lnTo>
                    <a:pt x="2781360" y="1821549"/>
                  </a:lnTo>
                  <a:lnTo>
                    <a:pt x="2781454" y="1821549"/>
                  </a:lnTo>
                  <a:lnTo>
                    <a:pt x="2781547" y="1821549"/>
                  </a:lnTo>
                  <a:lnTo>
                    <a:pt x="2781640" y="1821549"/>
                  </a:lnTo>
                  <a:lnTo>
                    <a:pt x="2781733" y="1821549"/>
                  </a:lnTo>
                  <a:lnTo>
                    <a:pt x="2781827" y="1821549"/>
                  </a:lnTo>
                  <a:lnTo>
                    <a:pt x="2781920" y="1821549"/>
                  </a:lnTo>
                  <a:lnTo>
                    <a:pt x="2782013" y="1821549"/>
                  </a:lnTo>
                  <a:lnTo>
                    <a:pt x="2782106" y="1821549"/>
                  </a:lnTo>
                  <a:lnTo>
                    <a:pt x="2782199" y="1821549"/>
                  </a:lnTo>
                  <a:lnTo>
                    <a:pt x="2782293" y="1821549"/>
                  </a:lnTo>
                  <a:lnTo>
                    <a:pt x="2782386" y="1821549"/>
                  </a:lnTo>
                  <a:lnTo>
                    <a:pt x="2782479" y="1821549"/>
                  </a:lnTo>
                  <a:lnTo>
                    <a:pt x="2782572" y="1821549"/>
                  </a:lnTo>
                  <a:lnTo>
                    <a:pt x="2782666" y="1821549"/>
                  </a:lnTo>
                  <a:lnTo>
                    <a:pt x="2782759" y="1821549"/>
                  </a:lnTo>
                  <a:lnTo>
                    <a:pt x="2782852" y="1821549"/>
                  </a:lnTo>
                  <a:lnTo>
                    <a:pt x="2782945" y="1821549"/>
                  </a:lnTo>
                  <a:lnTo>
                    <a:pt x="2783039" y="1821549"/>
                  </a:lnTo>
                  <a:lnTo>
                    <a:pt x="2783132" y="1821549"/>
                  </a:lnTo>
                  <a:lnTo>
                    <a:pt x="2783225" y="1821549"/>
                  </a:lnTo>
                  <a:lnTo>
                    <a:pt x="2783318" y="1821549"/>
                  </a:lnTo>
                  <a:lnTo>
                    <a:pt x="2783412" y="1821549"/>
                  </a:lnTo>
                  <a:lnTo>
                    <a:pt x="2783505" y="1821549"/>
                  </a:lnTo>
                  <a:lnTo>
                    <a:pt x="2783598" y="1821549"/>
                  </a:lnTo>
                  <a:lnTo>
                    <a:pt x="2783691" y="1821549"/>
                  </a:lnTo>
                  <a:lnTo>
                    <a:pt x="2783785" y="1821549"/>
                  </a:lnTo>
                  <a:lnTo>
                    <a:pt x="2783878" y="1821549"/>
                  </a:lnTo>
                  <a:lnTo>
                    <a:pt x="2783971" y="1821549"/>
                  </a:lnTo>
                  <a:lnTo>
                    <a:pt x="2784064" y="1821549"/>
                  </a:lnTo>
                  <a:lnTo>
                    <a:pt x="2784158" y="1821549"/>
                  </a:lnTo>
                  <a:lnTo>
                    <a:pt x="2784251" y="1821549"/>
                  </a:lnTo>
                  <a:lnTo>
                    <a:pt x="2784344" y="1821549"/>
                  </a:lnTo>
                  <a:lnTo>
                    <a:pt x="2784437" y="1821549"/>
                  </a:lnTo>
                  <a:lnTo>
                    <a:pt x="2784531" y="1821549"/>
                  </a:lnTo>
                  <a:lnTo>
                    <a:pt x="2784624" y="1821549"/>
                  </a:lnTo>
                  <a:lnTo>
                    <a:pt x="2784717" y="1821549"/>
                  </a:lnTo>
                  <a:lnTo>
                    <a:pt x="2784810" y="1821549"/>
                  </a:lnTo>
                  <a:lnTo>
                    <a:pt x="2784904" y="1821549"/>
                  </a:lnTo>
                  <a:lnTo>
                    <a:pt x="2784997" y="1821549"/>
                  </a:lnTo>
                  <a:lnTo>
                    <a:pt x="2785090" y="1821549"/>
                  </a:lnTo>
                  <a:lnTo>
                    <a:pt x="2785183" y="1821549"/>
                  </a:lnTo>
                  <a:lnTo>
                    <a:pt x="2785277" y="1821549"/>
                  </a:lnTo>
                  <a:lnTo>
                    <a:pt x="2785370" y="1821549"/>
                  </a:lnTo>
                  <a:lnTo>
                    <a:pt x="2785463" y="1821549"/>
                  </a:lnTo>
                  <a:lnTo>
                    <a:pt x="2785556" y="1821549"/>
                  </a:lnTo>
                  <a:lnTo>
                    <a:pt x="2785650" y="1821549"/>
                  </a:lnTo>
                  <a:lnTo>
                    <a:pt x="2785743" y="1821549"/>
                  </a:lnTo>
                  <a:lnTo>
                    <a:pt x="2785836" y="1821549"/>
                  </a:lnTo>
                  <a:lnTo>
                    <a:pt x="2785929" y="1821549"/>
                  </a:lnTo>
                  <a:lnTo>
                    <a:pt x="2786023" y="1821549"/>
                  </a:lnTo>
                  <a:lnTo>
                    <a:pt x="2786116" y="1821549"/>
                  </a:lnTo>
                  <a:lnTo>
                    <a:pt x="2786209" y="1821549"/>
                  </a:lnTo>
                  <a:lnTo>
                    <a:pt x="2786302" y="1821549"/>
                  </a:lnTo>
                  <a:lnTo>
                    <a:pt x="2786396" y="1821549"/>
                  </a:lnTo>
                  <a:lnTo>
                    <a:pt x="2786489" y="1821549"/>
                  </a:lnTo>
                  <a:lnTo>
                    <a:pt x="2786582" y="1821549"/>
                  </a:lnTo>
                  <a:lnTo>
                    <a:pt x="2786675" y="1821549"/>
                  </a:lnTo>
                  <a:lnTo>
                    <a:pt x="2786769" y="1821549"/>
                  </a:lnTo>
                  <a:lnTo>
                    <a:pt x="2786862" y="1821549"/>
                  </a:lnTo>
                  <a:lnTo>
                    <a:pt x="2786955" y="1821549"/>
                  </a:lnTo>
                  <a:lnTo>
                    <a:pt x="2787048" y="1821549"/>
                  </a:lnTo>
                  <a:lnTo>
                    <a:pt x="2787142" y="1821549"/>
                  </a:lnTo>
                  <a:lnTo>
                    <a:pt x="2787235" y="1821549"/>
                  </a:lnTo>
                  <a:lnTo>
                    <a:pt x="2787328" y="1821549"/>
                  </a:lnTo>
                  <a:lnTo>
                    <a:pt x="2787421" y="1821549"/>
                  </a:lnTo>
                  <a:lnTo>
                    <a:pt x="2787515" y="1821549"/>
                  </a:lnTo>
                  <a:lnTo>
                    <a:pt x="2787608" y="1821549"/>
                  </a:lnTo>
                  <a:lnTo>
                    <a:pt x="2787701" y="1821549"/>
                  </a:lnTo>
                  <a:lnTo>
                    <a:pt x="2787794" y="1821549"/>
                  </a:lnTo>
                  <a:lnTo>
                    <a:pt x="2787888" y="1821549"/>
                  </a:lnTo>
                  <a:lnTo>
                    <a:pt x="2787981" y="1821549"/>
                  </a:lnTo>
                  <a:lnTo>
                    <a:pt x="2788074" y="1821549"/>
                  </a:lnTo>
                  <a:lnTo>
                    <a:pt x="2788167" y="1821549"/>
                  </a:lnTo>
                  <a:lnTo>
                    <a:pt x="2788261" y="1821549"/>
                  </a:lnTo>
                  <a:lnTo>
                    <a:pt x="2788354" y="1821549"/>
                  </a:lnTo>
                  <a:lnTo>
                    <a:pt x="2788447" y="1821549"/>
                  </a:lnTo>
                  <a:lnTo>
                    <a:pt x="2788540" y="1821549"/>
                  </a:lnTo>
                  <a:lnTo>
                    <a:pt x="2788634" y="1821549"/>
                  </a:lnTo>
                  <a:lnTo>
                    <a:pt x="2788727" y="1821549"/>
                  </a:lnTo>
                  <a:lnTo>
                    <a:pt x="2788820" y="1821549"/>
                  </a:lnTo>
                  <a:lnTo>
                    <a:pt x="2788913" y="1821549"/>
                  </a:lnTo>
                  <a:lnTo>
                    <a:pt x="2789006" y="1821549"/>
                  </a:lnTo>
                  <a:lnTo>
                    <a:pt x="2789100" y="1821549"/>
                  </a:lnTo>
                  <a:lnTo>
                    <a:pt x="2789193" y="1821549"/>
                  </a:lnTo>
                  <a:lnTo>
                    <a:pt x="2789286" y="1821549"/>
                  </a:lnTo>
                  <a:lnTo>
                    <a:pt x="2789379" y="1821549"/>
                  </a:lnTo>
                  <a:lnTo>
                    <a:pt x="2789473" y="1821549"/>
                  </a:lnTo>
                  <a:lnTo>
                    <a:pt x="2789566" y="1821549"/>
                  </a:lnTo>
                  <a:lnTo>
                    <a:pt x="2789659" y="1821549"/>
                  </a:lnTo>
                  <a:lnTo>
                    <a:pt x="2789752" y="1821549"/>
                  </a:lnTo>
                  <a:lnTo>
                    <a:pt x="2789846" y="1821549"/>
                  </a:lnTo>
                  <a:lnTo>
                    <a:pt x="2789939" y="1821549"/>
                  </a:lnTo>
                  <a:lnTo>
                    <a:pt x="2790032" y="1821549"/>
                  </a:lnTo>
                  <a:lnTo>
                    <a:pt x="2790125" y="1821549"/>
                  </a:lnTo>
                  <a:lnTo>
                    <a:pt x="2790219" y="1821549"/>
                  </a:lnTo>
                  <a:lnTo>
                    <a:pt x="2790312" y="1821549"/>
                  </a:lnTo>
                  <a:lnTo>
                    <a:pt x="2790405" y="1821549"/>
                  </a:lnTo>
                  <a:lnTo>
                    <a:pt x="2790498" y="1821549"/>
                  </a:lnTo>
                  <a:lnTo>
                    <a:pt x="2790592" y="1821549"/>
                  </a:lnTo>
                  <a:lnTo>
                    <a:pt x="2790685" y="1821549"/>
                  </a:lnTo>
                  <a:lnTo>
                    <a:pt x="2790778" y="1821549"/>
                  </a:lnTo>
                  <a:lnTo>
                    <a:pt x="2790871" y="1821549"/>
                  </a:lnTo>
                  <a:lnTo>
                    <a:pt x="2790965" y="1821549"/>
                  </a:lnTo>
                  <a:lnTo>
                    <a:pt x="2791058" y="1821549"/>
                  </a:lnTo>
                  <a:lnTo>
                    <a:pt x="2791151" y="1821549"/>
                  </a:lnTo>
                  <a:lnTo>
                    <a:pt x="2791244" y="1821549"/>
                  </a:lnTo>
                  <a:lnTo>
                    <a:pt x="2791338" y="1821549"/>
                  </a:lnTo>
                  <a:lnTo>
                    <a:pt x="2791431" y="1821549"/>
                  </a:lnTo>
                  <a:lnTo>
                    <a:pt x="2791524" y="1821549"/>
                  </a:lnTo>
                  <a:lnTo>
                    <a:pt x="2791617" y="1821549"/>
                  </a:lnTo>
                  <a:lnTo>
                    <a:pt x="2791711" y="1821549"/>
                  </a:lnTo>
                  <a:lnTo>
                    <a:pt x="2791804" y="1821549"/>
                  </a:lnTo>
                  <a:lnTo>
                    <a:pt x="2791897" y="1821549"/>
                  </a:lnTo>
                  <a:lnTo>
                    <a:pt x="2791990" y="1821549"/>
                  </a:lnTo>
                  <a:lnTo>
                    <a:pt x="2792084" y="1821549"/>
                  </a:lnTo>
                  <a:lnTo>
                    <a:pt x="2792177" y="1821549"/>
                  </a:lnTo>
                  <a:lnTo>
                    <a:pt x="2792270" y="1821549"/>
                  </a:lnTo>
                  <a:lnTo>
                    <a:pt x="2792363" y="1821549"/>
                  </a:lnTo>
                  <a:lnTo>
                    <a:pt x="2792457" y="1821549"/>
                  </a:lnTo>
                  <a:lnTo>
                    <a:pt x="2792550" y="1821549"/>
                  </a:lnTo>
                  <a:lnTo>
                    <a:pt x="2792643" y="1821549"/>
                  </a:lnTo>
                  <a:lnTo>
                    <a:pt x="2792736" y="1821549"/>
                  </a:lnTo>
                  <a:lnTo>
                    <a:pt x="2792830" y="1821549"/>
                  </a:lnTo>
                  <a:lnTo>
                    <a:pt x="2792923" y="1821549"/>
                  </a:lnTo>
                  <a:lnTo>
                    <a:pt x="2793016" y="1821549"/>
                  </a:lnTo>
                  <a:lnTo>
                    <a:pt x="2793109" y="1821549"/>
                  </a:lnTo>
                  <a:lnTo>
                    <a:pt x="2793203" y="1821549"/>
                  </a:lnTo>
                  <a:lnTo>
                    <a:pt x="2793296" y="1821549"/>
                  </a:lnTo>
                  <a:lnTo>
                    <a:pt x="2793389" y="1821549"/>
                  </a:lnTo>
                  <a:lnTo>
                    <a:pt x="2793482" y="1821549"/>
                  </a:lnTo>
                  <a:lnTo>
                    <a:pt x="2793576" y="1821549"/>
                  </a:lnTo>
                  <a:lnTo>
                    <a:pt x="2793669" y="1821549"/>
                  </a:lnTo>
                  <a:lnTo>
                    <a:pt x="2793762" y="1821549"/>
                  </a:lnTo>
                  <a:lnTo>
                    <a:pt x="2793855" y="1821549"/>
                  </a:lnTo>
                  <a:lnTo>
                    <a:pt x="2793949" y="1821549"/>
                  </a:lnTo>
                  <a:lnTo>
                    <a:pt x="2794042" y="1821549"/>
                  </a:lnTo>
                  <a:lnTo>
                    <a:pt x="2794135" y="1821549"/>
                  </a:lnTo>
                  <a:lnTo>
                    <a:pt x="2794228" y="1821549"/>
                  </a:lnTo>
                  <a:lnTo>
                    <a:pt x="2794322" y="1821549"/>
                  </a:lnTo>
                  <a:lnTo>
                    <a:pt x="2794415" y="1821549"/>
                  </a:lnTo>
                  <a:lnTo>
                    <a:pt x="2794508" y="1821549"/>
                  </a:lnTo>
                  <a:lnTo>
                    <a:pt x="2794601" y="1821549"/>
                  </a:lnTo>
                  <a:lnTo>
                    <a:pt x="2794695" y="1821549"/>
                  </a:lnTo>
                  <a:lnTo>
                    <a:pt x="2794788" y="1821549"/>
                  </a:lnTo>
                  <a:lnTo>
                    <a:pt x="2794881" y="1821549"/>
                  </a:lnTo>
                  <a:lnTo>
                    <a:pt x="2794974" y="1821549"/>
                  </a:lnTo>
                  <a:lnTo>
                    <a:pt x="2795068" y="1821549"/>
                  </a:lnTo>
                  <a:lnTo>
                    <a:pt x="2795161" y="1821549"/>
                  </a:lnTo>
                  <a:lnTo>
                    <a:pt x="2795254" y="1821549"/>
                  </a:lnTo>
                  <a:lnTo>
                    <a:pt x="2795347" y="1821549"/>
                  </a:lnTo>
                  <a:lnTo>
                    <a:pt x="2795441" y="1821549"/>
                  </a:lnTo>
                  <a:lnTo>
                    <a:pt x="2795534" y="1821549"/>
                  </a:lnTo>
                  <a:lnTo>
                    <a:pt x="2795627" y="1821549"/>
                  </a:lnTo>
                  <a:lnTo>
                    <a:pt x="2795720" y="1821549"/>
                  </a:lnTo>
                  <a:lnTo>
                    <a:pt x="2795814" y="1821549"/>
                  </a:lnTo>
                  <a:lnTo>
                    <a:pt x="2795907" y="1821549"/>
                  </a:lnTo>
                  <a:lnTo>
                    <a:pt x="2796000" y="1821549"/>
                  </a:lnTo>
                  <a:lnTo>
                    <a:pt x="2796093" y="1821549"/>
                  </a:lnTo>
                  <a:lnTo>
                    <a:pt x="2796186" y="1821549"/>
                  </a:lnTo>
                  <a:lnTo>
                    <a:pt x="2796280" y="1821549"/>
                  </a:lnTo>
                  <a:lnTo>
                    <a:pt x="2796373" y="1821549"/>
                  </a:lnTo>
                  <a:lnTo>
                    <a:pt x="2796466" y="1821549"/>
                  </a:lnTo>
                  <a:lnTo>
                    <a:pt x="2796559" y="1821549"/>
                  </a:lnTo>
                  <a:lnTo>
                    <a:pt x="2796653" y="1821549"/>
                  </a:lnTo>
                  <a:lnTo>
                    <a:pt x="2796746" y="1821549"/>
                  </a:lnTo>
                  <a:lnTo>
                    <a:pt x="2796839" y="1821549"/>
                  </a:lnTo>
                  <a:lnTo>
                    <a:pt x="2796932" y="1821549"/>
                  </a:lnTo>
                  <a:lnTo>
                    <a:pt x="2797026" y="1821549"/>
                  </a:lnTo>
                  <a:lnTo>
                    <a:pt x="2797119" y="1821549"/>
                  </a:lnTo>
                  <a:lnTo>
                    <a:pt x="2797212" y="1821549"/>
                  </a:lnTo>
                  <a:lnTo>
                    <a:pt x="2797305" y="1821549"/>
                  </a:lnTo>
                  <a:lnTo>
                    <a:pt x="2797399" y="1821549"/>
                  </a:lnTo>
                  <a:lnTo>
                    <a:pt x="2797492" y="1821549"/>
                  </a:lnTo>
                  <a:lnTo>
                    <a:pt x="2797585" y="1821549"/>
                  </a:lnTo>
                  <a:lnTo>
                    <a:pt x="2797678" y="1821549"/>
                  </a:lnTo>
                  <a:lnTo>
                    <a:pt x="2797772" y="1821549"/>
                  </a:lnTo>
                  <a:lnTo>
                    <a:pt x="2797865" y="1821549"/>
                  </a:lnTo>
                  <a:lnTo>
                    <a:pt x="2797958" y="1821549"/>
                  </a:lnTo>
                  <a:lnTo>
                    <a:pt x="2798051" y="1821549"/>
                  </a:lnTo>
                  <a:lnTo>
                    <a:pt x="2798145" y="1821549"/>
                  </a:lnTo>
                  <a:lnTo>
                    <a:pt x="2798238" y="1821549"/>
                  </a:lnTo>
                  <a:lnTo>
                    <a:pt x="2798331" y="1821549"/>
                  </a:lnTo>
                  <a:lnTo>
                    <a:pt x="2798424" y="1821549"/>
                  </a:lnTo>
                  <a:lnTo>
                    <a:pt x="2798518" y="1821549"/>
                  </a:lnTo>
                  <a:lnTo>
                    <a:pt x="2798611" y="1821549"/>
                  </a:lnTo>
                  <a:lnTo>
                    <a:pt x="2798704" y="1821549"/>
                  </a:lnTo>
                  <a:lnTo>
                    <a:pt x="2798797" y="1821549"/>
                  </a:lnTo>
                  <a:lnTo>
                    <a:pt x="2798891" y="1821549"/>
                  </a:lnTo>
                  <a:lnTo>
                    <a:pt x="2798984" y="1821549"/>
                  </a:lnTo>
                  <a:lnTo>
                    <a:pt x="2799077" y="1821549"/>
                  </a:lnTo>
                  <a:lnTo>
                    <a:pt x="2799170" y="1821549"/>
                  </a:lnTo>
                  <a:lnTo>
                    <a:pt x="2799264" y="1821549"/>
                  </a:lnTo>
                  <a:lnTo>
                    <a:pt x="2799357" y="1821549"/>
                  </a:lnTo>
                  <a:lnTo>
                    <a:pt x="2799450" y="1821549"/>
                  </a:lnTo>
                  <a:lnTo>
                    <a:pt x="2799543" y="1821549"/>
                  </a:lnTo>
                  <a:lnTo>
                    <a:pt x="2799637" y="1821549"/>
                  </a:lnTo>
                  <a:lnTo>
                    <a:pt x="2799730" y="1821549"/>
                  </a:lnTo>
                  <a:lnTo>
                    <a:pt x="2799823" y="1821549"/>
                  </a:lnTo>
                  <a:lnTo>
                    <a:pt x="2799916" y="1821549"/>
                  </a:lnTo>
                  <a:lnTo>
                    <a:pt x="2800010" y="1821549"/>
                  </a:lnTo>
                  <a:lnTo>
                    <a:pt x="2800103" y="1821549"/>
                  </a:lnTo>
                  <a:lnTo>
                    <a:pt x="2800196" y="1821549"/>
                  </a:lnTo>
                  <a:lnTo>
                    <a:pt x="2800289" y="1821549"/>
                  </a:lnTo>
                  <a:lnTo>
                    <a:pt x="2800383" y="1821549"/>
                  </a:lnTo>
                  <a:lnTo>
                    <a:pt x="2800476" y="1821549"/>
                  </a:lnTo>
                  <a:lnTo>
                    <a:pt x="2800569" y="1821549"/>
                  </a:lnTo>
                  <a:lnTo>
                    <a:pt x="2800662" y="1821549"/>
                  </a:lnTo>
                  <a:lnTo>
                    <a:pt x="2800756" y="1821549"/>
                  </a:lnTo>
                  <a:lnTo>
                    <a:pt x="2800756" y="1811595"/>
                  </a:lnTo>
                  <a:lnTo>
                    <a:pt x="2800849" y="1811595"/>
                  </a:lnTo>
                  <a:lnTo>
                    <a:pt x="2800942" y="1811595"/>
                  </a:lnTo>
                  <a:lnTo>
                    <a:pt x="2801035" y="1811595"/>
                  </a:lnTo>
                  <a:lnTo>
                    <a:pt x="2801129" y="1811595"/>
                  </a:lnTo>
                  <a:lnTo>
                    <a:pt x="2801222" y="1811595"/>
                  </a:lnTo>
                  <a:lnTo>
                    <a:pt x="2801315" y="1811595"/>
                  </a:lnTo>
                  <a:lnTo>
                    <a:pt x="2801408" y="1811595"/>
                  </a:lnTo>
                  <a:lnTo>
                    <a:pt x="2801502" y="1811595"/>
                  </a:lnTo>
                  <a:lnTo>
                    <a:pt x="2801595" y="1811595"/>
                  </a:lnTo>
                  <a:lnTo>
                    <a:pt x="2801688" y="1811595"/>
                  </a:lnTo>
                  <a:lnTo>
                    <a:pt x="2801781" y="1811595"/>
                  </a:lnTo>
                  <a:lnTo>
                    <a:pt x="2801875" y="1811595"/>
                  </a:lnTo>
                  <a:lnTo>
                    <a:pt x="2801968" y="1811595"/>
                  </a:lnTo>
                  <a:lnTo>
                    <a:pt x="2802061" y="1811595"/>
                  </a:lnTo>
                  <a:lnTo>
                    <a:pt x="2802154" y="1811595"/>
                  </a:lnTo>
                  <a:lnTo>
                    <a:pt x="2802248" y="1811595"/>
                  </a:lnTo>
                  <a:lnTo>
                    <a:pt x="2802341" y="1811595"/>
                  </a:lnTo>
                  <a:lnTo>
                    <a:pt x="2802434" y="1811595"/>
                  </a:lnTo>
                  <a:lnTo>
                    <a:pt x="2802527" y="1811595"/>
                  </a:lnTo>
                  <a:lnTo>
                    <a:pt x="2802621" y="1811595"/>
                  </a:lnTo>
                  <a:lnTo>
                    <a:pt x="2802714" y="1811595"/>
                  </a:lnTo>
                  <a:lnTo>
                    <a:pt x="2802807" y="1811595"/>
                  </a:lnTo>
                  <a:lnTo>
                    <a:pt x="2802900" y="1811595"/>
                  </a:lnTo>
                  <a:lnTo>
                    <a:pt x="2802993" y="1811595"/>
                  </a:lnTo>
                  <a:lnTo>
                    <a:pt x="2803087" y="1811595"/>
                  </a:lnTo>
                  <a:lnTo>
                    <a:pt x="2803180" y="1811595"/>
                  </a:lnTo>
                  <a:lnTo>
                    <a:pt x="2803273" y="1811595"/>
                  </a:lnTo>
                  <a:lnTo>
                    <a:pt x="2803366" y="1811595"/>
                  </a:lnTo>
                  <a:lnTo>
                    <a:pt x="2803460" y="1811595"/>
                  </a:lnTo>
                  <a:lnTo>
                    <a:pt x="2803553" y="1811595"/>
                  </a:lnTo>
                  <a:lnTo>
                    <a:pt x="2803646" y="1811595"/>
                  </a:lnTo>
                  <a:lnTo>
                    <a:pt x="2803739" y="1811595"/>
                  </a:lnTo>
                  <a:lnTo>
                    <a:pt x="2803833" y="1811595"/>
                  </a:lnTo>
                  <a:lnTo>
                    <a:pt x="2803833" y="1801641"/>
                  </a:lnTo>
                  <a:lnTo>
                    <a:pt x="2803926" y="1801641"/>
                  </a:lnTo>
                  <a:lnTo>
                    <a:pt x="2804019" y="1801641"/>
                  </a:lnTo>
                  <a:lnTo>
                    <a:pt x="2804112" y="1801641"/>
                  </a:lnTo>
                  <a:lnTo>
                    <a:pt x="2804206" y="1801641"/>
                  </a:lnTo>
                  <a:lnTo>
                    <a:pt x="2804299" y="1801641"/>
                  </a:lnTo>
                  <a:lnTo>
                    <a:pt x="2804392" y="1801641"/>
                  </a:lnTo>
                  <a:lnTo>
                    <a:pt x="2804485" y="1801641"/>
                  </a:lnTo>
                  <a:lnTo>
                    <a:pt x="2804579" y="1801641"/>
                  </a:lnTo>
                  <a:lnTo>
                    <a:pt x="2804672" y="1801641"/>
                  </a:lnTo>
                  <a:lnTo>
                    <a:pt x="2804765" y="1801641"/>
                  </a:lnTo>
                  <a:lnTo>
                    <a:pt x="2804858" y="1801641"/>
                  </a:lnTo>
                  <a:lnTo>
                    <a:pt x="2804952" y="1801641"/>
                  </a:lnTo>
                  <a:lnTo>
                    <a:pt x="2805045" y="1801641"/>
                  </a:lnTo>
                  <a:lnTo>
                    <a:pt x="2805138" y="1801641"/>
                  </a:lnTo>
                  <a:lnTo>
                    <a:pt x="2805231" y="1801641"/>
                  </a:lnTo>
                  <a:lnTo>
                    <a:pt x="2805325" y="1801641"/>
                  </a:lnTo>
                  <a:lnTo>
                    <a:pt x="2805418" y="1801641"/>
                  </a:lnTo>
                  <a:lnTo>
                    <a:pt x="2805511" y="1801641"/>
                  </a:lnTo>
                  <a:lnTo>
                    <a:pt x="2805604" y="1801641"/>
                  </a:lnTo>
                  <a:lnTo>
                    <a:pt x="2805698" y="1801641"/>
                  </a:lnTo>
                  <a:lnTo>
                    <a:pt x="2805791" y="1801641"/>
                  </a:lnTo>
                  <a:lnTo>
                    <a:pt x="2805884" y="1801641"/>
                  </a:lnTo>
                  <a:lnTo>
                    <a:pt x="2805977" y="1801641"/>
                  </a:lnTo>
                  <a:lnTo>
                    <a:pt x="2806071" y="1801641"/>
                  </a:lnTo>
                  <a:lnTo>
                    <a:pt x="2806164" y="1801641"/>
                  </a:lnTo>
                  <a:lnTo>
                    <a:pt x="2806257" y="1801641"/>
                  </a:lnTo>
                  <a:lnTo>
                    <a:pt x="2806350" y="1801641"/>
                  </a:lnTo>
                  <a:lnTo>
                    <a:pt x="2806444" y="1801641"/>
                  </a:lnTo>
                  <a:lnTo>
                    <a:pt x="2806444" y="1791688"/>
                  </a:lnTo>
                  <a:lnTo>
                    <a:pt x="2806537" y="1791688"/>
                  </a:lnTo>
                  <a:lnTo>
                    <a:pt x="2806630" y="1791688"/>
                  </a:lnTo>
                  <a:lnTo>
                    <a:pt x="2806723" y="1791688"/>
                  </a:lnTo>
                  <a:lnTo>
                    <a:pt x="2806817" y="1791688"/>
                  </a:lnTo>
                  <a:lnTo>
                    <a:pt x="2806910" y="1791688"/>
                  </a:lnTo>
                  <a:lnTo>
                    <a:pt x="2807003" y="1791688"/>
                  </a:lnTo>
                  <a:lnTo>
                    <a:pt x="2807096" y="1791688"/>
                  </a:lnTo>
                  <a:lnTo>
                    <a:pt x="2807190" y="1791688"/>
                  </a:lnTo>
                  <a:lnTo>
                    <a:pt x="2807283" y="1791688"/>
                  </a:lnTo>
                  <a:lnTo>
                    <a:pt x="2807376" y="1791688"/>
                  </a:lnTo>
                  <a:lnTo>
                    <a:pt x="2807469" y="1791688"/>
                  </a:lnTo>
                  <a:lnTo>
                    <a:pt x="2807563" y="1791688"/>
                  </a:lnTo>
                  <a:lnTo>
                    <a:pt x="2807656" y="1791688"/>
                  </a:lnTo>
                  <a:lnTo>
                    <a:pt x="2807749" y="1791688"/>
                  </a:lnTo>
                  <a:lnTo>
                    <a:pt x="2807842" y="1791688"/>
                  </a:lnTo>
                  <a:lnTo>
                    <a:pt x="2807936" y="1791688"/>
                  </a:lnTo>
                  <a:lnTo>
                    <a:pt x="2808029" y="1791688"/>
                  </a:lnTo>
                  <a:lnTo>
                    <a:pt x="2808122" y="1791688"/>
                  </a:lnTo>
                  <a:lnTo>
                    <a:pt x="2808215" y="1791688"/>
                  </a:lnTo>
                  <a:lnTo>
                    <a:pt x="2808309" y="1791688"/>
                  </a:lnTo>
                  <a:lnTo>
                    <a:pt x="2808402" y="1791688"/>
                  </a:lnTo>
                  <a:lnTo>
                    <a:pt x="2808495" y="1791688"/>
                  </a:lnTo>
                  <a:lnTo>
                    <a:pt x="2808588" y="1791688"/>
                  </a:lnTo>
                  <a:lnTo>
                    <a:pt x="2808682" y="1791688"/>
                  </a:lnTo>
                  <a:lnTo>
                    <a:pt x="2808775" y="1791688"/>
                  </a:lnTo>
                  <a:lnTo>
                    <a:pt x="2808868" y="1791688"/>
                  </a:lnTo>
                  <a:lnTo>
                    <a:pt x="2808961" y="1791688"/>
                  </a:lnTo>
                  <a:lnTo>
                    <a:pt x="2809055" y="1791688"/>
                  </a:lnTo>
                  <a:lnTo>
                    <a:pt x="2809148" y="1791688"/>
                  </a:lnTo>
                  <a:lnTo>
                    <a:pt x="2809241" y="1791688"/>
                  </a:lnTo>
                  <a:lnTo>
                    <a:pt x="2809334" y="1791688"/>
                  </a:lnTo>
                  <a:lnTo>
                    <a:pt x="2809428" y="1791688"/>
                  </a:lnTo>
                  <a:lnTo>
                    <a:pt x="2809521" y="1791688"/>
                  </a:lnTo>
                  <a:lnTo>
                    <a:pt x="2809614" y="1791688"/>
                  </a:lnTo>
                  <a:lnTo>
                    <a:pt x="2809707" y="1791688"/>
                  </a:lnTo>
                  <a:lnTo>
                    <a:pt x="2809801" y="1791688"/>
                  </a:lnTo>
                  <a:lnTo>
                    <a:pt x="2809894" y="1791688"/>
                  </a:lnTo>
                  <a:lnTo>
                    <a:pt x="2809987" y="1791688"/>
                  </a:lnTo>
                  <a:lnTo>
                    <a:pt x="2810080" y="1791688"/>
                  </a:lnTo>
                  <a:lnTo>
                    <a:pt x="2810173" y="1791688"/>
                  </a:lnTo>
                  <a:lnTo>
                    <a:pt x="2810267" y="1791688"/>
                  </a:lnTo>
                  <a:lnTo>
                    <a:pt x="2810360" y="1791688"/>
                  </a:lnTo>
                  <a:lnTo>
                    <a:pt x="2810453" y="1791688"/>
                  </a:lnTo>
                  <a:lnTo>
                    <a:pt x="2810546" y="1791688"/>
                  </a:lnTo>
                  <a:lnTo>
                    <a:pt x="2810640" y="1791688"/>
                  </a:lnTo>
                  <a:lnTo>
                    <a:pt x="2810733" y="1791688"/>
                  </a:lnTo>
                  <a:lnTo>
                    <a:pt x="2810826" y="1791688"/>
                  </a:lnTo>
                  <a:lnTo>
                    <a:pt x="2810919" y="1791688"/>
                  </a:lnTo>
                  <a:lnTo>
                    <a:pt x="2811013" y="1791688"/>
                  </a:lnTo>
                  <a:lnTo>
                    <a:pt x="2811106" y="1791688"/>
                  </a:lnTo>
                  <a:lnTo>
                    <a:pt x="2811199" y="1791688"/>
                  </a:lnTo>
                  <a:lnTo>
                    <a:pt x="2811292" y="1791688"/>
                  </a:lnTo>
                  <a:lnTo>
                    <a:pt x="2811386" y="1791688"/>
                  </a:lnTo>
                  <a:lnTo>
                    <a:pt x="2811386" y="1781734"/>
                  </a:lnTo>
                  <a:lnTo>
                    <a:pt x="2811479" y="1781734"/>
                  </a:lnTo>
                  <a:lnTo>
                    <a:pt x="2811572" y="1781734"/>
                  </a:lnTo>
                  <a:lnTo>
                    <a:pt x="2811665" y="1781734"/>
                  </a:lnTo>
                  <a:lnTo>
                    <a:pt x="2811759" y="1781734"/>
                  </a:lnTo>
                  <a:lnTo>
                    <a:pt x="2811852" y="1781734"/>
                  </a:lnTo>
                  <a:lnTo>
                    <a:pt x="2811945" y="1781734"/>
                  </a:lnTo>
                  <a:lnTo>
                    <a:pt x="2812038" y="1781734"/>
                  </a:lnTo>
                  <a:lnTo>
                    <a:pt x="2812132" y="1781734"/>
                  </a:lnTo>
                  <a:lnTo>
                    <a:pt x="2812225" y="1781734"/>
                  </a:lnTo>
                  <a:lnTo>
                    <a:pt x="2812318" y="1781734"/>
                  </a:lnTo>
                  <a:lnTo>
                    <a:pt x="2812411" y="1781734"/>
                  </a:lnTo>
                  <a:lnTo>
                    <a:pt x="2812505" y="1781734"/>
                  </a:lnTo>
                  <a:lnTo>
                    <a:pt x="2812598" y="1781734"/>
                  </a:lnTo>
                  <a:lnTo>
                    <a:pt x="2812691" y="1781734"/>
                  </a:lnTo>
                  <a:lnTo>
                    <a:pt x="2812784" y="1781734"/>
                  </a:lnTo>
                  <a:lnTo>
                    <a:pt x="2812878" y="1781734"/>
                  </a:lnTo>
                  <a:lnTo>
                    <a:pt x="2812971" y="1781734"/>
                  </a:lnTo>
                  <a:lnTo>
                    <a:pt x="2813064" y="1781734"/>
                  </a:lnTo>
                  <a:lnTo>
                    <a:pt x="2813157" y="1781734"/>
                  </a:lnTo>
                  <a:lnTo>
                    <a:pt x="2813251" y="1781734"/>
                  </a:lnTo>
                  <a:lnTo>
                    <a:pt x="2813344" y="1781734"/>
                  </a:lnTo>
                  <a:lnTo>
                    <a:pt x="2813437" y="1781734"/>
                  </a:lnTo>
                  <a:lnTo>
                    <a:pt x="2813530" y="1781734"/>
                  </a:lnTo>
                  <a:lnTo>
                    <a:pt x="2813624" y="1781734"/>
                  </a:lnTo>
                  <a:lnTo>
                    <a:pt x="2813717" y="1781734"/>
                  </a:lnTo>
                  <a:lnTo>
                    <a:pt x="2813810" y="1781734"/>
                  </a:lnTo>
                  <a:lnTo>
                    <a:pt x="2813903" y="1781734"/>
                  </a:lnTo>
                  <a:lnTo>
                    <a:pt x="2813997" y="1781734"/>
                  </a:lnTo>
                  <a:lnTo>
                    <a:pt x="2814090" y="1781734"/>
                  </a:lnTo>
                  <a:lnTo>
                    <a:pt x="2814183" y="1781734"/>
                  </a:lnTo>
                  <a:lnTo>
                    <a:pt x="2814276" y="1781734"/>
                  </a:lnTo>
                  <a:lnTo>
                    <a:pt x="2814370" y="1781734"/>
                  </a:lnTo>
                  <a:lnTo>
                    <a:pt x="2814463" y="1781734"/>
                  </a:lnTo>
                  <a:lnTo>
                    <a:pt x="2814556" y="1781734"/>
                  </a:lnTo>
                  <a:lnTo>
                    <a:pt x="2814649" y="1781734"/>
                  </a:lnTo>
                  <a:lnTo>
                    <a:pt x="2814743" y="1781734"/>
                  </a:lnTo>
                  <a:lnTo>
                    <a:pt x="2814836" y="1781734"/>
                  </a:lnTo>
                  <a:lnTo>
                    <a:pt x="2814929" y="1781734"/>
                  </a:lnTo>
                  <a:lnTo>
                    <a:pt x="2815022" y="1781734"/>
                  </a:lnTo>
                  <a:lnTo>
                    <a:pt x="2815116" y="1781734"/>
                  </a:lnTo>
                  <a:lnTo>
                    <a:pt x="2815209" y="1781734"/>
                  </a:lnTo>
                  <a:lnTo>
                    <a:pt x="2815302" y="1781734"/>
                  </a:lnTo>
                  <a:lnTo>
                    <a:pt x="2815395" y="1781734"/>
                  </a:lnTo>
                  <a:lnTo>
                    <a:pt x="2815489" y="1781734"/>
                  </a:lnTo>
                  <a:lnTo>
                    <a:pt x="2815582" y="1781734"/>
                  </a:lnTo>
                  <a:lnTo>
                    <a:pt x="2815675" y="1781734"/>
                  </a:lnTo>
                  <a:lnTo>
                    <a:pt x="2815768" y="1781734"/>
                  </a:lnTo>
                  <a:lnTo>
                    <a:pt x="2815862" y="1781734"/>
                  </a:lnTo>
                  <a:lnTo>
                    <a:pt x="2815955" y="1781734"/>
                  </a:lnTo>
                  <a:lnTo>
                    <a:pt x="2816048" y="1781734"/>
                  </a:lnTo>
                  <a:lnTo>
                    <a:pt x="2816141" y="1781734"/>
                  </a:lnTo>
                  <a:lnTo>
                    <a:pt x="2816235" y="1781734"/>
                  </a:lnTo>
                  <a:lnTo>
                    <a:pt x="2816328" y="1781734"/>
                  </a:lnTo>
                  <a:lnTo>
                    <a:pt x="2816421" y="1781734"/>
                  </a:lnTo>
                  <a:lnTo>
                    <a:pt x="2816514" y="1781734"/>
                  </a:lnTo>
                  <a:lnTo>
                    <a:pt x="2816608" y="1781734"/>
                  </a:lnTo>
                  <a:lnTo>
                    <a:pt x="2816701" y="1781734"/>
                  </a:lnTo>
                  <a:lnTo>
                    <a:pt x="2816794" y="1781734"/>
                  </a:lnTo>
                  <a:lnTo>
                    <a:pt x="2816887" y="1781734"/>
                  </a:lnTo>
                  <a:lnTo>
                    <a:pt x="2816980" y="1781734"/>
                  </a:lnTo>
                  <a:lnTo>
                    <a:pt x="2817074" y="1781734"/>
                  </a:lnTo>
                  <a:lnTo>
                    <a:pt x="2817167" y="1781734"/>
                  </a:lnTo>
                  <a:lnTo>
                    <a:pt x="2817260" y="1781734"/>
                  </a:lnTo>
                  <a:lnTo>
                    <a:pt x="2817353" y="1781734"/>
                  </a:lnTo>
                  <a:lnTo>
                    <a:pt x="2817447" y="1781734"/>
                  </a:lnTo>
                  <a:lnTo>
                    <a:pt x="2817540" y="1781734"/>
                  </a:lnTo>
                  <a:lnTo>
                    <a:pt x="2817633" y="1781734"/>
                  </a:lnTo>
                  <a:lnTo>
                    <a:pt x="2817726" y="1781734"/>
                  </a:lnTo>
                  <a:lnTo>
                    <a:pt x="2817820" y="1781734"/>
                  </a:lnTo>
                  <a:lnTo>
                    <a:pt x="2817913" y="1781734"/>
                  </a:lnTo>
                  <a:lnTo>
                    <a:pt x="2818006" y="1781734"/>
                  </a:lnTo>
                  <a:lnTo>
                    <a:pt x="2818099" y="1781734"/>
                  </a:lnTo>
                  <a:lnTo>
                    <a:pt x="2818193" y="1781734"/>
                  </a:lnTo>
                  <a:lnTo>
                    <a:pt x="2818286" y="1781734"/>
                  </a:lnTo>
                  <a:lnTo>
                    <a:pt x="2818379" y="1781734"/>
                  </a:lnTo>
                  <a:lnTo>
                    <a:pt x="2818472" y="1781734"/>
                  </a:lnTo>
                  <a:lnTo>
                    <a:pt x="2818566" y="1781734"/>
                  </a:lnTo>
                  <a:lnTo>
                    <a:pt x="2818659" y="1781734"/>
                  </a:lnTo>
                  <a:lnTo>
                    <a:pt x="2818752" y="1781734"/>
                  </a:lnTo>
                  <a:lnTo>
                    <a:pt x="2818845" y="1781734"/>
                  </a:lnTo>
                  <a:lnTo>
                    <a:pt x="2818939" y="1781734"/>
                  </a:lnTo>
                  <a:lnTo>
                    <a:pt x="2819032" y="1781734"/>
                  </a:lnTo>
                  <a:lnTo>
                    <a:pt x="2819125" y="1781734"/>
                  </a:lnTo>
                  <a:lnTo>
                    <a:pt x="2819218" y="1781734"/>
                  </a:lnTo>
                  <a:lnTo>
                    <a:pt x="2819312" y="1781734"/>
                  </a:lnTo>
                  <a:lnTo>
                    <a:pt x="2819405" y="1781734"/>
                  </a:lnTo>
                  <a:lnTo>
                    <a:pt x="2819498" y="1781734"/>
                  </a:lnTo>
                  <a:lnTo>
                    <a:pt x="2819591" y="1781734"/>
                  </a:lnTo>
                  <a:lnTo>
                    <a:pt x="2819685" y="1781734"/>
                  </a:lnTo>
                  <a:lnTo>
                    <a:pt x="2819778" y="1781734"/>
                  </a:lnTo>
                  <a:lnTo>
                    <a:pt x="2819871" y="1781734"/>
                  </a:lnTo>
                  <a:lnTo>
                    <a:pt x="2819871" y="1771780"/>
                  </a:lnTo>
                  <a:lnTo>
                    <a:pt x="2819871" y="1761826"/>
                  </a:lnTo>
                  <a:lnTo>
                    <a:pt x="2819964" y="1761826"/>
                  </a:lnTo>
                  <a:lnTo>
                    <a:pt x="2820058" y="1761826"/>
                  </a:lnTo>
                  <a:lnTo>
                    <a:pt x="2820151" y="1761826"/>
                  </a:lnTo>
                  <a:lnTo>
                    <a:pt x="2820244" y="1761826"/>
                  </a:lnTo>
                  <a:lnTo>
                    <a:pt x="2820337" y="1761826"/>
                  </a:lnTo>
                  <a:lnTo>
                    <a:pt x="2820431" y="1761826"/>
                  </a:lnTo>
                  <a:lnTo>
                    <a:pt x="2820524" y="1761826"/>
                  </a:lnTo>
                  <a:lnTo>
                    <a:pt x="2820617" y="1761826"/>
                  </a:lnTo>
                  <a:lnTo>
                    <a:pt x="2820710" y="1761826"/>
                  </a:lnTo>
                  <a:lnTo>
                    <a:pt x="2820804" y="1761826"/>
                  </a:lnTo>
                  <a:lnTo>
                    <a:pt x="2820897" y="1761826"/>
                  </a:lnTo>
                  <a:lnTo>
                    <a:pt x="2820990" y="1761826"/>
                  </a:lnTo>
                  <a:lnTo>
                    <a:pt x="2821083" y="1761826"/>
                  </a:lnTo>
                  <a:lnTo>
                    <a:pt x="2821177" y="1761826"/>
                  </a:lnTo>
                  <a:lnTo>
                    <a:pt x="2821270" y="1761826"/>
                  </a:lnTo>
                  <a:lnTo>
                    <a:pt x="2821363" y="1761826"/>
                  </a:lnTo>
                  <a:lnTo>
                    <a:pt x="2821456" y="1761826"/>
                  </a:lnTo>
                  <a:lnTo>
                    <a:pt x="2821550" y="1761826"/>
                  </a:lnTo>
                  <a:lnTo>
                    <a:pt x="2821643" y="1761826"/>
                  </a:lnTo>
                  <a:lnTo>
                    <a:pt x="2821736" y="1761826"/>
                  </a:lnTo>
                  <a:lnTo>
                    <a:pt x="2821829" y="1761826"/>
                  </a:lnTo>
                  <a:lnTo>
                    <a:pt x="2821923" y="1761826"/>
                  </a:lnTo>
                  <a:lnTo>
                    <a:pt x="2822016" y="1761826"/>
                  </a:lnTo>
                  <a:lnTo>
                    <a:pt x="2822109" y="1761826"/>
                  </a:lnTo>
                  <a:lnTo>
                    <a:pt x="2822202" y="1761826"/>
                  </a:lnTo>
                  <a:lnTo>
                    <a:pt x="2822296" y="1761826"/>
                  </a:lnTo>
                  <a:lnTo>
                    <a:pt x="2822389" y="1761826"/>
                  </a:lnTo>
                  <a:lnTo>
                    <a:pt x="2822482" y="1761826"/>
                  </a:lnTo>
                  <a:lnTo>
                    <a:pt x="2822575" y="1761826"/>
                  </a:lnTo>
                  <a:lnTo>
                    <a:pt x="2822669" y="1761826"/>
                  </a:lnTo>
                  <a:lnTo>
                    <a:pt x="2822762" y="1761826"/>
                  </a:lnTo>
                  <a:lnTo>
                    <a:pt x="2822855" y="1761826"/>
                  </a:lnTo>
                  <a:lnTo>
                    <a:pt x="2822948" y="1761826"/>
                  </a:lnTo>
                  <a:lnTo>
                    <a:pt x="2823042" y="1761826"/>
                  </a:lnTo>
                  <a:lnTo>
                    <a:pt x="2823135" y="1761826"/>
                  </a:lnTo>
                  <a:lnTo>
                    <a:pt x="2823228" y="1761826"/>
                  </a:lnTo>
                  <a:lnTo>
                    <a:pt x="2823321" y="1761826"/>
                  </a:lnTo>
                  <a:lnTo>
                    <a:pt x="2823415" y="1761826"/>
                  </a:lnTo>
                  <a:lnTo>
                    <a:pt x="2823508" y="1761826"/>
                  </a:lnTo>
                  <a:lnTo>
                    <a:pt x="2823601" y="1761826"/>
                  </a:lnTo>
                  <a:lnTo>
                    <a:pt x="2823694" y="1761826"/>
                  </a:lnTo>
                  <a:lnTo>
                    <a:pt x="2823787" y="1761826"/>
                  </a:lnTo>
                  <a:lnTo>
                    <a:pt x="2823881" y="1761826"/>
                  </a:lnTo>
                  <a:lnTo>
                    <a:pt x="2823974" y="1761826"/>
                  </a:lnTo>
                  <a:lnTo>
                    <a:pt x="2824067" y="1761826"/>
                  </a:lnTo>
                  <a:lnTo>
                    <a:pt x="2824160" y="1761826"/>
                  </a:lnTo>
                  <a:lnTo>
                    <a:pt x="2824254" y="1761826"/>
                  </a:lnTo>
                  <a:lnTo>
                    <a:pt x="2824347" y="1761826"/>
                  </a:lnTo>
                  <a:lnTo>
                    <a:pt x="2824440" y="1761826"/>
                  </a:lnTo>
                  <a:lnTo>
                    <a:pt x="2824533" y="1761826"/>
                  </a:lnTo>
                  <a:lnTo>
                    <a:pt x="2824627" y="1761826"/>
                  </a:lnTo>
                  <a:lnTo>
                    <a:pt x="2824720" y="1761826"/>
                  </a:lnTo>
                  <a:lnTo>
                    <a:pt x="2824813" y="1761826"/>
                  </a:lnTo>
                  <a:lnTo>
                    <a:pt x="2824906" y="1761826"/>
                  </a:lnTo>
                  <a:lnTo>
                    <a:pt x="2825000" y="1761826"/>
                  </a:lnTo>
                  <a:lnTo>
                    <a:pt x="2825000" y="1751872"/>
                  </a:lnTo>
                  <a:lnTo>
                    <a:pt x="2825093" y="1751872"/>
                  </a:lnTo>
                  <a:lnTo>
                    <a:pt x="2825186" y="1751872"/>
                  </a:lnTo>
                  <a:lnTo>
                    <a:pt x="2825279" y="1751872"/>
                  </a:lnTo>
                  <a:lnTo>
                    <a:pt x="2825373" y="1751872"/>
                  </a:lnTo>
                  <a:lnTo>
                    <a:pt x="2825466" y="1751872"/>
                  </a:lnTo>
                  <a:lnTo>
                    <a:pt x="2825559" y="1751872"/>
                  </a:lnTo>
                  <a:lnTo>
                    <a:pt x="2825652" y="1751872"/>
                  </a:lnTo>
                  <a:lnTo>
                    <a:pt x="2825746" y="1751872"/>
                  </a:lnTo>
                  <a:lnTo>
                    <a:pt x="2825839" y="1751872"/>
                  </a:lnTo>
                  <a:lnTo>
                    <a:pt x="2825932" y="1751872"/>
                  </a:lnTo>
                  <a:lnTo>
                    <a:pt x="2826025" y="1751872"/>
                  </a:lnTo>
                  <a:lnTo>
                    <a:pt x="2826119" y="1751872"/>
                  </a:lnTo>
                  <a:lnTo>
                    <a:pt x="2826212" y="1751872"/>
                  </a:lnTo>
                  <a:lnTo>
                    <a:pt x="2826305" y="1751872"/>
                  </a:lnTo>
                  <a:lnTo>
                    <a:pt x="2826398" y="1751872"/>
                  </a:lnTo>
                  <a:lnTo>
                    <a:pt x="2826492" y="1751872"/>
                  </a:lnTo>
                  <a:lnTo>
                    <a:pt x="2826492" y="1741918"/>
                  </a:lnTo>
                  <a:lnTo>
                    <a:pt x="2826585" y="1741918"/>
                  </a:lnTo>
                  <a:lnTo>
                    <a:pt x="2826678" y="1741918"/>
                  </a:lnTo>
                  <a:lnTo>
                    <a:pt x="2826771" y="1741918"/>
                  </a:lnTo>
                  <a:lnTo>
                    <a:pt x="2826865" y="1741918"/>
                  </a:lnTo>
                  <a:lnTo>
                    <a:pt x="2826958" y="1741918"/>
                  </a:lnTo>
                  <a:lnTo>
                    <a:pt x="2827051" y="1741918"/>
                  </a:lnTo>
                  <a:lnTo>
                    <a:pt x="2827144" y="1741918"/>
                  </a:lnTo>
                  <a:lnTo>
                    <a:pt x="2827238" y="1741918"/>
                  </a:lnTo>
                  <a:lnTo>
                    <a:pt x="2827331" y="1741918"/>
                  </a:lnTo>
                  <a:lnTo>
                    <a:pt x="2827424" y="1741918"/>
                  </a:lnTo>
                  <a:lnTo>
                    <a:pt x="2827517" y="1741918"/>
                  </a:lnTo>
                  <a:lnTo>
                    <a:pt x="2827611" y="1741918"/>
                  </a:lnTo>
                  <a:lnTo>
                    <a:pt x="2827704" y="1741918"/>
                  </a:lnTo>
                  <a:lnTo>
                    <a:pt x="2827797" y="1741918"/>
                  </a:lnTo>
                  <a:lnTo>
                    <a:pt x="2827890" y="1741918"/>
                  </a:lnTo>
                  <a:lnTo>
                    <a:pt x="2827984" y="1741918"/>
                  </a:lnTo>
                  <a:lnTo>
                    <a:pt x="2828077" y="1741918"/>
                  </a:lnTo>
                  <a:lnTo>
                    <a:pt x="2828170" y="1741918"/>
                  </a:lnTo>
                  <a:lnTo>
                    <a:pt x="2828263" y="1741918"/>
                  </a:lnTo>
                  <a:lnTo>
                    <a:pt x="2828357" y="1741918"/>
                  </a:lnTo>
                  <a:lnTo>
                    <a:pt x="2828450" y="1741918"/>
                  </a:lnTo>
                  <a:lnTo>
                    <a:pt x="2828543" y="1741918"/>
                  </a:lnTo>
                  <a:lnTo>
                    <a:pt x="2828636" y="1741918"/>
                  </a:lnTo>
                  <a:lnTo>
                    <a:pt x="2828730" y="1741918"/>
                  </a:lnTo>
                  <a:lnTo>
                    <a:pt x="2828823" y="1741918"/>
                  </a:lnTo>
                  <a:lnTo>
                    <a:pt x="2828916" y="1741918"/>
                  </a:lnTo>
                  <a:lnTo>
                    <a:pt x="2829009" y="1741918"/>
                  </a:lnTo>
                  <a:lnTo>
                    <a:pt x="2829103" y="1741918"/>
                  </a:lnTo>
                  <a:lnTo>
                    <a:pt x="2829196" y="1741918"/>
                  </a:lnTo>
                  <a:lnTo>
                    <a:pt x="2829289" y="1741918"/>
                  </a:lnTo>
                  <a:lnTo>
                    <a:pt x="2829382" y="1741918"/>
                  </a:lnTo>
                  <a:lnTo>
                    <a:pt x="2829476" y="1741918"/>
                  </a:lnTo>
                  <a:lnTo>
                    <a:pt x="2829569" y="1741918"/>
                  </a:lnTo>
                  <a:lnTo>
                    <a:pt x="2829662" y="1741918"/>
                  </a:lnTo>
                  <a:lnTo>
                    <a:pt x="2829755" y="1741918"/>
                  </a:lnTo>
                  <a:lnTo>
                    <a:pt x="2829849" y="1741918"/>
                  </a:lnTo>
                  <a:lnTo>
                    <a:pt x="2829942" y="1741918"/>
                  </a:lnTo>
                  <a:lnTo>
                    <a:pt x="2830035" y="1741918"/>
                  </a:lnTo>
                  <a:lnTo>
                    <a:pt x="2830128" y="1741918"/>
                  </a:lnTo>
                  <a:lnTo>
                    <a:pt x="2830222" y="1741918"/>
                  </a:lnTo>
                  <a:lnTo>
                    <a:pt x="2830315" y="1741918"/>
                  </a:lnTo>
                  <a:lnTo>
                    <a:pt x="2830408" y="1741918"/>
                  </a:lnTo>
                  <a:lnTo>
                    <a:pt x="2830501" y="1741918"/>
                  </a:lnTo>
                  <a:lnTo>
                    <a:pt x="2830595" y="1741918"/>
                  </a:lnTo>
                  <a:lnTo>
                    <a:pt x="2830688" y="1741918"/>
                  </a:lnTo>
                  <a:lnTo>
                    <a:pt x="2830781" y="1741918"/>
                  </a:lnTo>
                  <a:lnTo>
                    <a:pt x="2830874" y="1741918"/>
                  </a:lnTo>
                  <a:lnTo>
                    <a:pt x="2830967" y="1741918"/>
                  </a:lnTo>
                  <a:lnTo>
                    <a:pt x="2831061" y="1741918"/>
                  </a:lnTo>
                  <a:lnTo>
                    <a:pt x="2831154" y="1741918"/>
                  </a:lnTo>
                  <a:lnTo>
                    <a:pt x="2831247" y="1741918"/>
                  </a:lnTo>
                  <a:lnTo>
                    <a:pt x="2831340" y="1741918"/>
                  </a:lnTo>
                  <a:lnTo>
                    <a:pt x="2831434" y="1741918"/>
                  </a:lnTo>
                  <a:lnTo>
                    <a:pt x="2831527" y="1741918"/>
                  </a:lnTo>
                  <a:lnTo>
                    <a:pt x="2831620" y="1741918"/>
                  </a:lnTo>
                  <a:lnTo>
                    <a:pt x="2831713" y="1741918"/>
                  </a:lnTo>
                  <a:lnTo>
                    <a:pt x="2831807" y="1741918"/>
                  </a:lnTo>
                  <a:lnTo>
                    <a:pt x="2831900" y="1741918"/>
                  </a:lnTo>
                  <a:lnTo>
                    <a:pt x="2831993" y="1741918"/>
                  </a:lnTo>
                  <a:lnTo>
                    <a:pt x="2832086" y="1741918"/>
                  </a:lnTo>
                  <a:lnTo>
                    <a:pt x="2832180" y="1741918"/>
                  </a:lnTo>
                  <a:lnTo>
                    <a:pt x="2832273" y="1741918"/>
                  </a:lnTo>
                  <a:lnTo>
                    <a:pt x="2832366" y="1741918"/>
                  </a:lnTo>
                  <a:lnTo>
                    <a:pt x="2832459" y="1741918"/>
                  </a:lnTo>
                  <a:lnTo>
                    <a:pt x="2832553" y="1741918"/>
                  </a:lnTo>
                  <a:lnTo>
                    <a:pt x="2832646" y="1741918"/>
                  </a:lnTo>
                  <a:lnTo>
                    <a:pt x="2832739" y="1741918"/>
                  </a:lnTo>
                  <a:lnTo>
                    <a:pt x="2832832" y="1741918"/>
                  </a:lnTo>
                  <a:lnTo>
                    <a:pt x="2832926" y="1741918"/>
                  </a:lnTo>
                  <a:lnTo>
                    <a:pt x="2833019" y="1741918"/>
                  </a:lnTo>
                  <a:lnTo>
                    <a:pt x="2833112" y="1741918"/>
                  </a:lnTo>
                  <a:lnTo>
                    <a:pt x="2833205" y="1741918"/>
                  </a:lnTo>
                  <a:lnTo>
                    <a:pt x="2833299" y="1741918"/>
                  </a:lnTo>
                  <a:lnTo>
                    <a:pt x="2833392" y="1741918"/>
                  </a:lnTo>
                  <a:lnTo>
                    <a:pt x="2833485" y="1741918"/>
                  </a:lnTo>
                  <a:lnTo>
                    <a:pt x="2833578" y="1741918"/>
                  </a:lnTo>
                  <a:lnTo>
                    <a:pt x="2833672" y="1741918"/>
                  </a:lnTo>
                  <a:lnTo>
                    <a:pt x="2833765" y="1741918"/>
                  </a:lnTo>
                  <a:lnTo>
                    <a:pt x="2833858" y="1741918"/>
                  </a:lnTo>
                  <a:lnTo>
                    <a:pt x="2833951" y="1741918"/>
                  </a:lnTo>
                  <a:lnTo>
                    <a:pt x="2834045" y="1741918"/>
                  </a:lnTo>
                  <a:lnTo>
                    <a:pt x="2834138" y="1741918"/>
                  </a:lnTo>
                  <a:lnTo>
                    <a:pt x="2834231" y="1741918"/>
                  </a:lnTo>
                  <a:lnTo>
                    <a:pt x="2834324" y="1741918"/>
                  </a:lnTo>
                  <a:lnTo>
                    <a:pt x="2834418" y="1741918"/>
                  </a:lnTo>
                  <a:lnTo>
                    <a:pt x="2834511" y="1741918"/>
                  </a:lnTo>
                  <a:lnTo>
                    <a:pt x="2834604" y="1741918"/>
                  </a:lnTo>
                  <a:lnTo>
                    <a:pt x="2834697" y="1741918"/>
                  </a:lnTo>
                  <a:lnTo>
                    <a:pt x="2834791" y="1741918"/>
                  </a:lnTo>
                  <a:lnTo>
                    <a:pt x="2834884" y="1741918"/>
                  </a:lnTo>
                  <a:lnTo>
                    <a:pt x="2834977" y="1741918"/>
                  </a:lnTo>
                  <a:lnTo>
                    <a:pt x="2835070" y="1741918"/>
                  </a:lnTo>
                  <a:lnTo>
                    <a:pt x="2835164" y="1741918"/>
                  </a:lnTo>
                  <a:lnTo>
                    <a:pt x="2835257" y="1741918"/>
                  </a:lnTo>
                  <a:lnTo>
                    <a:pt x="2835350" y="1741918"/>
                  </a:lnTo>
                  <a:lnTo>
                    <a:pt x="2835443" y="1741918"/>
                  </a:lnTo>
                  <a:lnTo>
                    <a:pt x="2835537" y="1741918"/>
                  </a:lnTo>
                  <a:lnTo>
                    <a:pt x="2835630" y="1741918"/>
                  </a:lnTo>
                  <a:lnTo>
                    <a:pt x="2835723" y="1741918"/>
                  </a:lnTo>
                  <a:lnTo>
                    <a:pt x="2835816" y="1741918"/>
                  </a:lnTo>
                  <a:lnTo>
                    <a:pt x="2835910" y="1741918"/>
                  </a:lnTo>
                  <a:lnTo>
                    <a:pt x="2836003" y="1741918"/>
                  </a:lnTo>
                  <a:lnTo>
                    <a:pt x="2836096" y="1741918"/>
                  </a:lnTo>
                  <a:lnTo>
                    <a:pt x="2836189" y="1741918"/>
                  </a:lnTo>
                  <a:lnTo>
                    <a:pt x="2836283" y="1741918"/>
                  </a:lnTo>
                  <a:lnTo>
                    <a:pt x="2836376" y="1741918"/>
                  </a:lnTo>
                  <a:lnTo>
                    <a:pt x="2836469" y="1741918"/>
                  </a:lnTo>
                  <a:lnTo>
                    <a:pt x="2836562" y="1741918"/>
                  </a:lnTo>
                  <a:lnTo>
                    <a:pt x="2836656" y="1741918"/>
                  </a:lnTo>
                  <a:lnTo>
                    <a:pt x="2836749" y="1741918"/>
                  </a:lnTo>
                  <a:lnTo>
                    <a:pt x="2836842" y="1741918"/>
                  </a:lnTo>
                  <a:lnTo>
                    <a:pt x="2836935" y="1741918"/>
                  </a:lnTo>
                  <a:lnTo>
                    <a:pt x="2837029" y="1741918"/>
                  </a:lnTo>
                  <a:lnTo>
                    <a:pt x="2837122" y="1741918"/>
                  </a:lnTo>
                  <a:lnTo>
                    <a:pt x="2837215" y="1741918"/>
                  </a:lnTo>
                  <a:lnTo>
                    <a:pt x="2837308" y="1741918"/>
                  </a:lnTo>
                  <a:lnTo>
                    <a:pt x="2837402" y="1741918"/>
                  </a:lnTo>
                  <a:lnTo>
                    <a:pt x="2837495" y="1741918"/>
                  </a:lnTo>
                  <a:lnTo>
                    <a:pt x="2837588" y="1741918"/>
                  </a:lnTo>
                  <a:lnTo>
                    <a:pt x="2837681" y="1741918"/>
                  </a:lnTo>
                  <a:lnTo>
                    <a:pt x="2837774" y="1741918"/>
                  </a:lnTo>
                  <a:lnTo>
                    <a:pt x="2837868" y="1741918"/>
                  </a:lnTo>
                  <a:lnTo>
                    <a:pt x="2837961" y="1741918"/>
                  </a:lnTo>
                  <a:lnTo>
                    <a:pt x="2838054" y="1741918"/>
                  </a:lnTo>
                  <a:lnTo>
                    <a:pt x="2838147" y="1741918"/>
                  </a:lnTo>
                  <a:lnTo>
                    <a:pt x="2838241" y="1741918"/>
                  </a:lnTo>
                  <a:lnTo>
                    <a:pt x="2838334" y="1741918"/>
                  </a:lnTo>
                  <a:lnTo>
                    <a:pt x="2838427" y="1741918"/>
                  </a:lnTo>
                  <a:lnTo>
                    <a:pt x="2838520" y="1741918"/>
                  </a:lnTo>
                  <a:lnTo>
                    <a:pt x="2838614" y="1741918"/>
                  </a:lnTo>
                  <a:lnTo>
                    <a:pt x="2838707" y="1741918"/>
                  </a:lnTo>
                  <a:lnTo>
                    <a:pt x="2838800" y="1741918"/>
                  </a:lnTo>
                  <a:lnTo>
                    <a:pt x="2838893" y="1741918"/>
                  </a:lnTo>
                  <a:lnTo>
                    <a:pt x="2838987" y="1741918"/>
                  </a:lnTo>
                  <a:lnTo>
                    <a:pt x="2839080" y="1741918"/>
                  </a:lnTo>
                  <a:lnTo>
                    <a:pt x="2839173" y="1741918"/>
                  </a:lnTo>
                  <a:lnTo>
                    <a:pt x="2839266" y="1741918"/>
                  </a:lnTo>
                  <a:lnTo>
                    <a:pt x="2839360" y="1741918"/>
                  </a:lnTo>
                  <a:lnTo>
                    <a:pt x="2839453" y="1741918"/>
                  </a:lnTo>
                  <a:lnTo>
                    <a:pt x="2839546" y="1741918"/>
                  </a:lnTo>
                  <a:lnTo>
                    <a:pt x="2839639" y="1741918"/>
                  </a:lnTo>
                  <a:lnTo>
                    <a:pt x="2839733" y="1741918"/>
                  </a:lnTo>
                  <a:lnTo>
                    <a:pt x="2839826" y="1741918"/>
                  </a:lnTo>
                  <a:lnTo>
                    <a:pt x="2839919" y="1741918"/>
                  </a:lnTo>
                  <a:lnTo>
                    <a:pt x="2840012" y="1741918"/>
                  </a:lnTo>
                  <a:lnTo>
                    <a:pt x="2840106" y="1741918"/>
                  </a:lnTo>
                  <a:lnTo>
                    <a:pt x="2840199" y="1741918"/>
                  </a:lnTo>
                  <a:lnTo>
                    <a:pt x="2840292" y="1741918"/>
                  </a:lnTo>
                  <a:lnTo>
                    <a:pt x="2840385" y="1741918"/>
                  </a:lnTo>
                  <a:lnTo>
                    <a:pt x="2840479" y="1741918"/>
                  </a:lnTo>
                  <a:lnTo>
                    <a:pt x="2840572" y="1741918"/>
                  </a:lnTo>
                  <a:lnTo>
                    <a:pt x="2840665" y="1741918"/>
                  </a:lnTo>
                  <a:lnTo>
                    <a:pt x="2840758" y="1741918"/>
                  </a:lnTo>
                  <a:lnTo>
                    <a:pt x="2840852" y="1741918"/>
                  </a:lnTo>
                  <a:lnTo>
                    <a:pt x="2840945" y="1741918"/>
                  </a:lnTo>
                  <a:lnTo>
                    <a:pt x="2841038" y="1741918"/>
                  </a:lnTo>
                  <a:lnTo>
                    <a:pt x="2841131" y="1741918"/>
                  </a:lnTo>
                  <a:lnTo>
                    <a:pt x="2841225" y="1741918"/>
                  </a:lnTo>
                  <a:lnTo>
                    <a:pt x="2841318" y="1741918"/>
                  </a:lnTo>
                  <a:lnTo>
                    <a:pt x="2841411" y="1741918"/>
                  </a:lnTo>
                  <a:lnTo>
                    <a:pt x="2841504" y="1741918"/>
                  </a:lnTo>
                  <a:lnTo>
                    <a:pt x="2841598" y="1741918"/>
                  </a:lnTo>
                  <a:lnTo>
                    <a:pt x="2841691" y="1741918"/>
                  </a:lnTo>
                  <a:lnTo>
                    <a:pt x="2841784" y="1741918"/>
                  </a:lnTo>
                  <a:lnTo>
                    <a:pt x="2841877" y="1741918"/>
                  </a:lnTo>
                  <a:lnTo>
                    <a:pt x="2841971" y="1741918"/>
                  </a:lnTo>
                  <a:lnTo>
                    <a:pt x="2842064" y="1741918"/>
                  </a:lnTo>
                  <a:lnTo>
                    <a:pt x="2842157" y="1741918"/>
                  </a:lnTo>
                  <a:lnTo>
                    <a:pt x="2842250" y="1741918"/>
                  </a:lnTo>
                  <a:lnTo>
                    <a:pt x="2842344" y="1741918"/>
                  </a:lnTo>
                  <a:lnTo>
                    <a:pt x="2842437" y="1741918"/>
                  </a:lnTo>
                  <a:lnTo>
                    <a:pt x="2842530" y="1741918"/>
                  </a:lnTo>
                  <a:lnTo>
                    <a:pt x="2842623" y="1741918"/>
                  </a:lnTo>
                  <a:lnTo>
                    <a:pt x="2842717" y="1741918"/>
                  </a:lnTo>
                  <a:lnTo>
                    <a:pt x="2842810" y="1741918"/>
                  </a:lnTo>
                  <a:lnTo>
                    <a:pt x="2842903" y="1741918"/>
                  </a:lnTo>
                  <a:lnTo>
                    <a:pt x="2842996" y="1741918"/>
                  </a:lnTo>
                  <a:lnTo>
                    <a:pt x="2843090" y="1741918"/>
                  </a:lnTo>
                  <a:lnTo>
                    <a:pt x="2843183" y="1741918"/>
                  </a:lnTo>
                  <a:lnTo>
                    <a:pt x="2843276" y="1741918"/>
                  </a:lnTo>
                  <a:lnTo>
                    <a:pt x="2843369" y="1741918"/>
                  </a:lnTo>
                  <a:lnTo>
                    <a:pt x="2843463" y="1741918"/>
                  </a:lnTo>
                  <a:lnTo>
                    <a:pt x="2843556" y="1741918"/>
                  </a:lnTo>
                  <a:lnTo>
                    <a:pt x="2843649" y="1741918"/>
                  </a:lnTo>
                  <a:lnTo>
                    <a:pt x="2843742" y="1741918"/>
                  </a:lnTo>
                  <a:lnTo>
                    <a:pt x="2843836" y="1741918"/>
                  </a:lnTo>
                  <a:lnTo>
                    <a:pt x="2843929" y="1741918"/>
                  </a:lnTo>
                  <a:lnTo>
                    <a:pt x="2844022" y="1741918"/>
                  </a:lnTo>
                  <a:lnTo>
                    <a:pt x="2844115" y="1741918"/>
                  </a:lnTo>
                  <a:lnTo>
                    <a:pt x="2844209" y="1741918"/>
                  </a:lnTo>
                  <a:lnTo>
                    <a:pt x="2844302" y="1741918"/>
                  </a:lnTo>
                  <a:lnTo>
                    <a:pt x="2844395" y="1741918"/>
                  </a:lnTo>
                  <a:lnTo>
                    <a:pt x="2844488" y="1741918"/>
                  </a:lnTo>
                  <a:lnTo>
                    <a:pt x="2844581" y="1741918"/>
                  </a:lnTo>
                  <a:lnTo>
                    <a:pt x="2844675" y="1741918"/>
                  </a:lnTo>
                  <a:lnTo>
                    <a:pt x="2844768" y="1741918"/>
                  </a:lnTo>
                  <a:lnTo>
                    <a:pt x="2844861" y="1741918"/>
                  </a:lnTo>
                  <a:lnTo>
                    <a:pt x="2844954" y="1741918"/>
                  </a:lnTo>
                  <a:lnTo>
                    <a:pt x="2845048" y="1741918"/>
                  </a:lnTo>
                  <a:lnTo>
                    <a:pt x="2845141" y="1741918"/>
                  </a:lnTo>
                  <a:lnTo>
                    <a:pt x="2845234" y="1741918"/>
                  </a:lnTo>
                  <a:lnTo>
                    <a:pt x="2845327" y="1741918"/>
                  </a:lnTo>
                  <a:lnTo>
                    <a:pt x="2845421" y="1741918"/>
                  </a:lnTo>
                  <a:lnTo>
                    <a:pt x="2845514" y="1741918"/>
                  </a:lnTo>
                  <a:lnTo>
                    <a:pt x="2845607" y="1741918"/>
                  </a:lnTo>
                  <a:lnTo>
                    <a:pt x="2845700" y="1741918"/>
                  </a:lnTo>
                  <a:lnTo>
                    <a:pt x="2845794" y="1741918"/>
                  </a:lnTo>
                  <a:lnTo>
                    <a:pt x="2845887" y="1741918"/>
                  </a:lnTo>
                  <a:lnTo>
                    <a:pt x="2845980" y="1741918"/>
                  </a:lnTo>
                  <a:lnTo>
                    <a:pt x="2846073" y="1741918"/>
                  </a:lnTo>
                  <a:lnTo>
                    <a:pt x="2846167" y="1741918"/>
                  </a:lnTo>
                  <a:lnTo>
                    <a:pt x="2846260" y="1741918"/>
                  </a:lnTo>
                  <a:lnTo>
                    <a:pt x="2846353" y="1741918"/>
                  </a:lnTo>
                  <a:lnTo>
                    <a:pt x="2846446" y="1741918"/>
                  </a:lnTo>
                  <a:lnTo>
                    <a:pt x="2846540" y="1741918"/>
                  </a:lnTo>
                  <a:lnTo>
                    <a:pt x="2846633" y="1741918"/>
                  </a:lnTo>
                  <a:lnTo>
                    <a:pt x="2846726" y="1741918"/>
                  </a:lnTo>
                  <a:lnTo>
                    <a:pt x="2846819" y="1741918"/>
                  </a:lnTo>
                  <a:lnTo>
                    <a:pt x="2846913" y="1741918"/>
                  </a:lnTo>
                  <a:lnTo>
                    <a:pt x="2847006" y="1741918"/>
                  </a:lnTo>
                  <a:lnTo>
                    <a:pt x="2847099" y="1741918"/>
                  </a:lnTo>
                  <a:lnTo>
                    <a:pt x="2847192" y="1741918"/>
                  </a:lnTo>
                  <a:lnTo>
                    <a:pt x="2847286" y="1741918"/>
                  </a:lnTo>
                  <a:lnTo>
                    <a:pt x="2847379" y="1741918"/>
                  </a:lnTo>
                  <a:lnTo>
                    <a:pt x="2847472" y="1741918"/>
                  </a:lnTo>
                  <a:lnTo>
                    <a:pt x="2847565" y="1741918"/>
                  </a:lnTo>
                  <a:lnTo>
                    <a:pt x="2847659" y="1741918"/>
                  </a:lnTo>
                  <a:lnTo>
                    <a:pt x="2847752" y="1741918"/>
                  </a:lnTo>
                  <a:lnTo>
                    <a:pt x="2847845" y="1741918"/>
                  </a:lnTo>
                  <a:lnTo>
                    <a:pt x="2847938" y="1741918"/>
                  </a:lnTo>
                  <a:lnTo>
                    <a:pt x="2848032" y="1741918"/>
                  </a:lnTo>
                  <a:lnTo>
                    <a:pt x="2848125" y="1741918"/>
                  </a:lnTo>
                  <a:lnTo>
                    <a:pt x="2848218" y="1741918"/>
                  </a:lnTo>
                  <a:lnTo>
                    <a:pt x="2848311" y="1741918"/>
                  </a:lnTo>
                  <a:lnTo>
                    <a:pt x="2848405" y="1741918"/>
                  </a:lnTo>
                  <a:lnTo>
                    <a:pt x="2848498" y="1741918"/>
                  </a:lnTo>
                  <a:lnTo>
                    <a:pt x="2848591" y="1741918"/>
                  </a:lnTo>
                  <a:lnTo>
                    <a:pt x="2848684" y="1741918"/>
                  </a:lnTo>
                  <a:lnTo>
                    <a:pt x="2848778" y="1741918"/>
                  </a:lnTo>
                  <a:lnTo>
                    <a:pt x="2848871" y="1741918"/>
                  </a:lnTo>
                  <a:lnTo>
                    <a:pt x="2848964" y="1741918"/>
                  </a:lnTo>
                  <a:lnTo>
                    <a:pt x="2849057" y="1741918"/>
                  </a:lnTo>
                  <a:lnTo>
                    <a:pt x="2849151" y="1741918"/>
                  </a:lnTo>
                  <a:lnTo>
                    <a:pt x="2849244" y="1741918"/>
                  </a:lnTo>
                  <a:lnTo>
                    <a:pt x="2849337" y="1741918"/>
                  </a:lnTo>
                  <a:lnTo>
                    <a:pt x="2849430" y="1741918"/>
                  </a:lnTo>
                  <a:lnTo>
                    <a:pt x="2849524" y="1741918"/>
                  </a:lnTo>
                  <a:lnTo>
                    <a:pt x="2849617" y="1741918"/>
                  </a:lnTo>
                  <a:lnTo>
                    <a:pt x="2849710" y="1741918"/>
                  </a:lnTo>
                  <a:lnTo>
                    <a:pt x="2849803" y="1741918"/>
                  </a:lnTo>
                  <a:lnTo>
                    <a:pt x="2849897" y="1741918"/>
                  </a:lnTo>
                  <a:lnTo>
                    <a:pt x="2849990" y="1741918"/>
                  </a:lnTo>
                  <a:lnTo>
                    <a:pt x="2850083" y="1741918"/>
                  </a:lnTo>
                  <a:lnTo>
                    <a:pt x="2850176" y="1741918"/>
                  </a:lnTo>
                  <a:lnTo>
                    <a:pt x="2850270" y="1741918"/>
                  </a:lnTo>
                  <a:lnTo>
                    <a:pt x="2850363" y="1741918"/>
                  </a:lnTo>
                  <a:lnTo>
                    <a:pt x="2850456" y="1741918"/>
                  </a:lnTo>
                  <a:lnTo>
                    <a:pt x="2850549" y="1741918"/>
                  </a:lnTo>
                  <a:lnTo>
                    <a:pt x="2850643" y="1741918"/>
                  </a:lnTo>
                  <a:lnTo>
                    <a:pt x="2850736" y="1741918"/>
                  </a:lnTo>
                  <a:lnTo>
                    <a:pt x="2850829" y="1741918"/>
                  </a:lnTo>
                  <a:lnTo>
                    <a:pt x="2850922" y="1741918"/>
                  </a:lnTo>
                  <a:lnTo>
                    <a:pt x="2851016" y="1741918"/>
                  </a:lnTo>
                  <a:lnTo>
                    <a:pt x="2851109" y="1741918"/>
                  </a:lnTo>
                  <a:lnTo>
                    <a:pt x="2851202" y="1741918"/>
                  </a:lnTo>
                  <a:lnTo>
                    <a:pt x="2851295" y="1741918"/>
                  </a:lnTo>
                  <a:lnTo>
                    <a:pt x="2851389" y="1741918"/>
                  </a:lnTo>
                  <a:lnTo>
                    <a:pt x="2851482" y="1741918"/>
                  </a:lnTo>
                  <a:lnTo>
                    <a:pt x="2851575" y="1741918"/>
                  </a:lnTo>
                  <a:lnTo>
                    <a:pt x="2851668" y="1741918"/>
                  </a:lnTo>
                  <a:lnTo>
                    <a:pt x="2851761" y="1741918"/>
                  </a:lnTo>
                  <a:lnTo>
                    <a:pt x="2851855" y="1741918"/>
                  </a:lnTo>
                  <a:lnTo>
                    <a:pt x="2851948" y="1741918"/>
                  </a:lnTo>
                  <a:lnTo>
                    <a:pt x="2852041" y="1741918"/>
                  </a:lnTo>
                  <a:lnTo>
                    <a:pt x="2852134" y="1741918"/>
                  </a:lnTo>
                  <a:lnTo>
                    <a:pt x="2852228" y="1741918"/>
                  </a:lnTo>
                  <a:lnTo>
                    <a:pt x="2852321" y="1741918"/>
                  </a:lnTo>
                  <a:lnTo>
                    <a:pt x="2852414" y="1741918"/>
                  </a:lnTo>
                  <a:lnTo>
                    <a:pt x="2852507" y="1741918"/>
                  </a:lnTo>
                  <a:lnTo>
                    <a:pt x="2852601" y="1741918"/>
                  </a:lnTo>
                  <a:lnTo>
                    <a:pt x="2852694" y="1741918"/>
                  </a:lnTo>
                  <a:lnTo>
                    <a:pt x="2852787" y="1741918"/>
                  </a:lnTo>
                  <a:lnTo>
                    <a:pt x="2852880" y="1741918"/>
                  </a:lnTo>
                  <a:lnTo>
                    <a:pt x="2852974" y="1741918"/>
                  </a:lnTo>
                  <a:lnTo>
                    <a:pt x="2853067" y="1741918"/>
                  </a:lnTo>
                  <a:lnTo>
                    <a:pt x="2853160" y="1741918"/>
                  </a:lnTo>
                  <a:lnTo>
                    <a:pt x="2853253" y="1741918"/>
                  </a:lnTo>
                  <a:lnTo>
                    <a:pt x="2853347" y="1741918"/>
                  </a:lnTo>
                  <a:lnTo>
                    <a:pt x="2853440" y="1741918"/>
                  </a:lnTo>
                  <a:lnTo>
                    <a:pt x="2853440" y="1731965"/>
                  </a:lnTo>
                  <a:lnTo>
                    <a:pt x="2853533" y="1731965"/>
                  </a:lnTo>
                  <a:lnTo>
                    <a:pt x="2853626" y="1731965"/>
                  </a:lnTo>
                  <a:lnTo>
                    <a:pt x="2853720" y="1731965"/>
                  </a:lnTo>
                  <a:lnTo>
                    <a:pt x="2853813" y="1731965"/>
                  </a:lnTo>
                  <a:lnTo>
                    <a:pt x="2853906" y="1731965"/>
                  </a:lnTo>
                  <a:lnTo>
                    <a:pt x="2853999" y="1731965"/>
                  </a:lnTo>
                  <a:lnTo>
                    <a:pt x="2854093" y="1731965"/>
                  </a:lnTo>
                  <a:lnTo>
                    <a:pt x="2854186" y="1731965"/>
                  </a:lnTo>
                  <a:lnTo>
                    <a:pt x="2854279" y="1731965"/>
                  </a:lnTo>
                  <a:lnTo>
                    <a:pt x="2854372" y="1731965"/>
                  </a:lnTo>
                  <a:lnTo>
                    <a:pt x="2854466" y="1731965"/>
                  </a:lnTo>
                  <a:lnTo>
                    <a:pt x="2854559" y="1731965"/>
                  </a:lnTo>
                  <a:lnTo>
                    <a:pt x="2854652" y="1731965"/>
                  </a:lnTo>
                  <a:lnTo>
                    <a:pt x="2854745" y="1731965"/>
                  </a:lnTo>
                  <a:lnTo>
                    <a:pt x="2854839" y="1731965"/>
                  </a:lnTo>
                  <a:lnTo>
                    <a:pt x="2854932" y="1731965"/>
                  </a:lnTo>
                  <a:lnTo>
                    <a:pt x="2855025" y="1731965"/>
                  </a:lnTo>
                  <a:lnTo>
                    <a:pt x="2855118" y="1731965"/>
                  </a:lnTo>
                  <a:lnTo>
                    <a:pt x="2855212" y="1731965"/>
                  </a:lnTo>
                  <a:lnTo>
                    <a:pt x="2855305" y="1731965"/>
                  </a:lnTo>
                  <a:lnTo>
                    <a:pt x="2855398" y="1731965"/>
                  </a:lnTo>
                  <a:lnTo>
                    <a:pt x="2855491" y="1731965"/>
                  </a:lnTo>
                  <a:lnTo>
                    <a:pt x="2855585" y="1731965"/>
                  </a:lnTo>
                  <a:lnTo>
                    <a:pt x="2855678" y="1731965"/>
                  </a:lnTo>
                  <a:lnTo>
                    <a:pt x="2855771" y="1731965"/>
                  </a:lnTo>
                  <a:lnTo>
                    <a:pt x="2855864" y="1731965"/>
                  </a:lnTo>
                  <a:lnTo>
                    <a:pt x="2855958" y="1731965"/>
                  </a:lnTo>
                  <a:lnTo>
                    <a:pt x="2856051" y="1731965"/>
                  </a:lnTo>
                  <a:lnTo>
                    <a:pt x="2856144" y="1731965"/>
                  </a:lnTo>
                  <a:lnTo>
                    <a:pt x="2856237" y="1731965"/>
                  </a:lnTo>
                  <a:lnTo>
                    <a:pt x="2856331" y="1731965"/>
                  </a:lnTo>
                  <a:lnTo>
                    <a:pt x="2856424" y="1731965"/>
                  </a:lnTo>
                  <a:lnTo>
                    <a:pt x="2856517" y="1731965"/>
                  </a:lnTo>
                  <a:lnTo>
                    <a:pt x="2856610" y="1731965"/>
                  </a:lnTo>
                  <a:lnTo>
                    <a:pt x="2856704" y="1731965"/>
                  </a:lnTo>
                  <a:lnTo>
                    <a:pt x="2856797" y="1731965"/>
                  </a:lnTo>
                  <a:lnTo>
                    <a:pt x="2856890" y="1731965"/>
                  </a:lnTo>
                  <a:lnTo>
                    <a:pt x="2856983" y="1731965"/>
                  </a:lnTo>
                  <a:lnTo>
                    <a:pt x="2857077" y="1731965"/>
                  </a:lnTo>
                  <a:lnTo>
                    <a:pt x="2857170" y="1731965"/>
                  </a:lnTo>
                  <a:lnTo>
                    <a:pt x="2857263" y="1731965"/>
                  </a:lnTo>
                  <a:lnTo>
                    <a:pt x="2857356" y="1731965"/>
                  </a:lnTo>
                  <a:lnTo>
                    <a:pt x="2857450" y="1731965"/>
                  </a:lnTo>
                  <a:lnTo>
                    <a:pt x="2857543" y="1731965"/>
                  </a:lnTo>
                  <a:lnTo>
                    <a:pt x="2857636" y="1731965"/>
                  </a:lnTo>
                  <a:lnTo>
                    <a:pt x="2857729" y="1731965"/>
                  </a:lnTo>
                  <a:lnTo>
                    <a:pt x="2857823" y="1731965"/>
                  </a:lnTo>
                  <a:lnTo>
                    <a:pt x="2857916" y="1731965"/>
                  </a:lnTo>
                  <a:lnTo>
                    <a:pt x="2858009" y="1731965"/>
                  </a:lnTo>
                  <a:lnTo>
                    <a:pt x="2858102" y="1731965"/>
                  </a:lnTo>
                  <a:lnTo>
                    <a:pt x="2858196" y="1731965"/>
                  </a:lnTo>
                  <a:lnTo>
                    <a:pt x="2858289" y="1731965"/>
                  </a:lnTo>
                  <a:lnTo>
                    <a:pt x="2858382" y="1731965"/>
                  </a:lnTo>
                  <a:lnTo>
                    <a:pt x="2858475" y="1731965"/>
                  </a:lnTo>
                  <a:lnTo>
                    <a:pt x="2858568" y="1731965"/>
                  </a:lnTo>
                  <a:lnTo>
                    <a:pt x="2858662" y="1731965"/>
                  </a:lnTo>
                  <a:lnTo>
                    <a:pt x="2858755" y="1731965"/>
                  </a:lnTo>
                  <a:lnTo>
                    <a:pt x="2858848" y="1731965"/>
                  </a:lnTo>
                  <a:lnTo>
                    <a:pt x="2858941" y="1731965"/>
                  </a:lnTo>
                  <a:lnTo>
                    <a:pt x="2859035" y="1731965"/>
                  </a:lnTo>
                  <a:lnTo>
                    <a:pt x="2859128" y="1731965"/>
                  </a:lnTo>
                  <a:lnTo>
                    <a:pt x="2859221" y="1731965"/>
                  </a:lnTo>
                  <a:lnTo>
                    <a:pt x="2859314" y="1731965"/>
                  </a:lnTo>
                  <a:lnTo>
                    <a:pt x="2859408" y="1731965"/>
                  </a:lnTo>
                  <a:lnTo>
                    <a:pt x="2859501" y="1731965"/>
                  </a:lnTo>
                  <a:lnTo>
                    <a:pt x="2859594" y="1731965"/>
                  </a:lnTo>
                  <a:lnTo>
                    <a:pt x="2859687" y="1731965"/>
                  </a:lnTo>
                  <a:lnTo>
                    <a:pt x="2859781" y="1731965"/>
                  </a:lnTo>
                  <a:lnTo>
                    <a:pt x="2859874" y="1731965"/>
                  </a:lnTo>
                  <a:lnTo>
                    <a:pt x="2859967" y="1731965"/>
                  </a:lnTo>
                  <a:lnTo>
                    <a:pt x="2860060" y="1731965"/>
                  </a:lnTo>
                  <a:lnTo>
                    <a:pt x="2860154" y="1731965"/>
                  </a:lnTo>
                  <a:lnTo>
                    <a:pt x="2860247" y="1731965"/>
                  </a:lnTo>
                  <a:lnTo>
                    <a:pt x="2860340" y="1731965"/>
                  </a:lnTo>
                  <a:lnTo>
                    <a:pt x="2860433" y="1731965"/>
                  </a:lnTo>
                  <a:lnTo>
                    <a:pt x="2860527" y="1731965"/>
                  </a:lnTo>
                  <a:lnTo>
                    <a:pt x="2860620" y="1731965"/>
                  </a:lnTo>
                  <a:lnTo>
                    <a:pt x="2860713" y="1731965"/>
                  </a:lnTo>
                  <a:lnTo>
                    <a:pt x="2860806" y="1731965"/>
                  </a:lnTo>
                  <a:lnTo>
                    <a:pt x="2860900" y="1731965"/>
                  </a:lnTo>
                  <a:lnTo>
                    <a:pt x="2860993" y="1731965"/>
                  </a:lnTo>
                  <a:lnTo>
                    <a:pt x="2861086" y="1731965"/>
                  </a:lnTo>
                  <a:lnTo>
                    <a:pt x="2861179" y="1731965"/>
                  </a:lnTo>
                  <a:lnTo>
                    <a:pt x="2861273" y="1731965"/>
                  </a:lnTo>
                  <a:lnTo>
                    <a:pt x="2861366" y="1731965"/>
                  </a:lnTo>
                  <a:lnTo>
                    <a:pt x="2861459" y="1731965"/>
                  </a:lnTo>
                  <a:lnTo>
                    <a:pt x="2861552" y="1731965"/>
                  </a:lnTo>
                  <a:lnTo>
                    <a:pt x="2861646" y="1731965"/>
                  </a:lnTo>
                  <a:lnTo>
                    <a:pt x="2861739" y="1731965"/>
                  </a:lnTo>
                  <a:lnTo>
                    <a:pt x="2861832" y="1731965"/>
                  </a:lnTo>
                  <a:lnTo>
                    <a:pt x="2861925" y="1731965"/>
                  </a:lnTo>
                  <a:lnTo>
                    <a:pt x="2862019" y="1731965"/>
                  </a:lnTo>
                  <a:lnTo>
                    <a:pt x="2862112" y="1731965"/>
                  </a:lnTo>
                  <a:lnTo>
                    <a:pt x="2862205" y="1731965"/>
                  </a:lnTo>
                  <a:lnTo>
                    <a:pt x="2862298" y="1731965"/>
                  </a:lnTo>
                  <a:lnTo>
                    <a:pt x="2862392" y="1731965"/>
                  </a:lnTo>
                  <a:lnTo>
                    <a:pt x="2862485" y="1731965"/>
                  </a:lnTo>
                  <a:lnTo>
                    <a:pt x="2862485" y="1722011"/>
                  </a:lnTo>
                  <a:lnTo>
                    <a:pt x="2862578" y="1722011"/>
                  </a:lnTo>
                  <a:lnTo>
                    <a:pt x="2862671" y="1722011"/>
                  </a:lnTo>
                  <a:lnTo>
                    <a:pt x="2862765" y="1722011"/>
                  </a:lnTo>
                  <a:lnTo>
                    <a:pt x="2862765" y="1712057"/>
                  </a:lnTo>
                  <a:lnTo>
                    <a:pt x="2862858" y="1712057"/>
                  </a:lnTo>
                  <a:lnTo>
                    <a:pt x="2862951" y="1712057"/>
                  </a:lnTo>
                  <a:lnTo>
                    <a:pt x="2863044" y="1712057"/>
                  </a:lnTo>
                  <a:lnTo>
                    <a:pt x="2863138" y="1712057"/>
                  </a:lnTo>
                  <a:lnTo>
                    <a:pt x="2863231" y="1712057"/>
                  </a:lnTo>
                  <a:lnTo>
                    <a:pt x="2863324" y="1712057"/>
                  </a:lnTo>
                  <a:lnTo>
                    <a:pt x="2863417" y="1712057"/>
                  </a:lnTo>
                  <a:lnTo>
                    <a:pt x="2863511" y="1712057"/>
                  </a:lnTo>
                  <a:lnTo>
                    <a:pt x="2863604" y="1712057"/>
                  </a:lnTo>
                  <a:lnTo>
                    <a:pt x="2863697" y="1712057"/>
                  </a:lnTo>
                  <a:lnTo>
                    <a:pt x="2863790" y="1712057"/>
                  </a:lnTo>
                  <a:lnTo>
                    <a:pt x="2863884" y="1712057"/>
                  </a:lnTo>
                  <a:lnTo>
                    <a:pt x="2863977" y="1712057"/>
                  </a:lnTo>
                  <a:lnTo>
                    <a:pt x="2864070" y="1712057"/>
                  </a:lnTo>
                  <a:lnTo>
                    <a:pt x="2864163" y="1712057"/>
                  </a:lnTo>
                  <a:lnTo>
                    <a:pt x="2864257" y="1712057"/>
                  </a:lnTo>
                  <a:lnTo>
                    <a:pt x="2864350" y="1712057"/>
                  </a:lnTo>
                  <a:lnTo>
                    <a:pt x="2864443" y="1712057"/>
                  </a:lnTo>
                  <a:lnTo>
                    <a:pt x="2864536" y="1712057"/>
                  </a:lnTo>
                  <a:lnTo>
                    <a:pt x="2864630" y="1712057"/>
                  </a:lnTo>
                  <a:lnTo>
                    <a:pt x="2864723" y="1712057"/>
                  </a:lnTo>
                  <a:lnTo>
                    <a:pt x="2864816" y="1712057"/>
                  </a:lnTo>
                  <a:lnTo>
                    <a:pt x="2864909" y="1712057"/>
                  </a:lnTo>
                  <a:lnTo>
                    <a:pt x="2865003" y="1712057"/>
                  </a:lnTo>
                  <a:lnTo>
                    <a:pt x="2865096" y="1712057"/>
                  </a:lnTo>
                  <a:lnTo>
                    <a:pt x="2865189" y="1712057"/>
                  </a:lnTo>
                  <a:lnTo>
                    <a:pt x="2865282" y="1712057"/>
                  </a:lnTo>
                  <a:lnTo>
                    <a:pt x="2865375" y="1712057"/>
                  </a:lnTo>
                  <a:lnTo>
                    <a:pt x="2865469" y="1712057"/>
                  </a:lnTo>
                  <a:lnTo>
                    <a:pt x="2865562" y="1712057"/>
                  </a:lnTo>
                  <a:lnTo>
                    <a:pt x="2865655" y="1712057"/>
                  </a:lnTo>
                  <a:lnTo>
                    <a:pt x="2865748" y="1712057"/>
                  </a:lnTo>
                  <a:lnTo>
                    <a:pt x="2865842" y="1712057"/>
                  </a:lnTo>
                  <a:lnTo>
                    <a:pt x="2865935" y="1712057"/>
                  </a:lnTo>
                  <a:lnTo>
                    <a:pt x="2866028" y="1712057"/>
                  </a:lnTo>
                  <a:lnTo>
                    <a:pt x="2866121" y="1712057"/>
                  </a:lnTo>
                  <a:lnTo>
                    <a:pt x="2866215" y="1712057"/>
                  </a:lnTo>
                  <a:lnTo>
                    <a:pt x="2866308" y="1712057"/>
                  </a:lnTo>
                  <a:lnTo>
                    <a:pt x="2866401" y="1712057"/>
                  </a:lnTo>
                  <a:lnTo>
                    <a:pt x="2866494" y="1712057"/>
                  </a:lnTo>
                  <a:lnTo>
                    <a:pt x="2866588" y="1712057"/>
                  </a:lnTo>
                  <a:lnTo>
                    <a:pt x="2866681" y="1712057"/>
                  </a:lnTo>
                  <a:lnTo>
                    <a:pt x="2866774" y="1712057"/>
                  </a:lnTo>
                  <a:lnTo>
                    <a:pt x="2866867" y="1712057"/>
                  </a:lnTo>
                  <a:lnTo>
                    <a:pt x="2866961" y="1712057"/>
                  </a:lnTo>
                  <a:lnTo>
                    <a:pt x="2867054" y="1712057"/>
                  </a:lnTo>
                  <a:lnTo>
                    <a:pt x="2867147" y="1712057"/>
                  </a:lnTo>
                  <a:lnTo>
                    <a:pt x="2867240" y="1712057"/>
                  </a:lnTo>
                  <a:lnTo>
                    <a:pt x="2867334" y="1712057"/>
                  </a:lnTo>
                  <a:lnTo>
                    <a:pt x="2867427" y="1712057"/>
                  </a:lnTo>
                  <a:lnTo>
                    <a:pt x="2867520" y="1712057"/>
                  </a:lnTo>
                  <a:lnTo>
                    <a:pt x="2867613" y="1712057"/>
                  </a:lnTo>
                  <a:lnTo>
                    <a:pt x="2867707" y="1712057"/>
                  </a:lnTo>
                  <a:lnTo>
                    <a:pt x="2867800" y="1712057"/>
                  </a:lnTo>
                  <a:lnTo>
                    <a:pt x="2867893" y="1712057"/>
                  </a:lnTo>
                  <a:lnTo>
                    <a:pt x="2867986" y="1712057"/>
                  </a:lnTo>
                  <a:lnTo>
                    <a:pt x="2868080" y="1712057"/>
                  </a:lnTo>
                  <a:lnTo>
                    <a:pt x="2868173" y="1712057"/>
                  </a:lnTo>
                  <a:lnTo>
                    <a:pt x="2868266" y="1712057"/>
                  </a:lnTo>
                  <a:lnTo>
                    <a:pt x="2868359" y="1712057"/>
                  </a:lnTo>
                  <a:lnTo>
                    <a:pt x="2868453" y="1712057"/>
                  </a:lnTo>
                  <a:lnTo>
                    <a:pt x="2868546" y="1712057"/>
                  </a:lnTo>
                  <a:lnTo>
                    <a:pt x="2868639" y="1712057"/>
                  </a:lnTo>
                  <a:lnTo>
                    <a:pt x="2868732" y="1712057"/>
                  </a:lnTo>
                  <a:lnTo>
                    <a:pt x="2868826" y="1712057"/>
                  </a:lnTo>
                  <a:lnTo>
                    <a:pt x="2868919" y="1712057"/>
                  </a:lnTo>
                  <a:lnTo>
                    <a:pt x="2869012" y="1712057"/>
                  </a:lnTo>
                  <a:lnTo>
                    <a:pt x="2869105" y="1712057"/>
                  </a:lnTo>
                  <a:lnTo>
                    <a:pt x="2869199" y="1712057"/>
                  </a:lnTo>
                  <a:lnTo>
                    <a:pt x="2869292" y="1712057"/>
                  </a:lnTo>
                  <a:lnTo>
                    <a:pt x="2869385" y="1712057"/>
                  </a:lnTo>
                  <a:lnTo>
                    <a:pt x="2869478" y="1712057"/>
                  </a:lnTo>
                  <a:lnTo>
                    <a:pt x="2869572" y="1712057"/>
                  </a:lnTo>
                  <a:lnTo>
                    <a:pt x="2869665" y="1712057"/>
                  </a:lnTo>
                  <a:lnTo>
                    <a:pt x="2869758" y="1712057"/>
                  </a:lnTo>
                  <a:lnTo>
                    <a:pt x="2869851" y="1712057"/>
                  </a:lnTo>
                  <a:lnTo>
                    <a:pt x="2869945" y="1712057"/>
                  </a:lnTo>
                  <a:lnTo>
                    <a:pt x="2870038" y="1712057"/>
                  </a:lnTo>
                  <a:lnTo>
                    <a:pt x="2870131" y="1712057"/>
                  </a:lnTo>
                  <a:lnTo>
                    <a:pt x="2870224" y="1712057"/>
                  </a:lnTo>
                  <a:lnTo>
                    <a:pt x="2870318" y="1712057"/>
                  </a:lnTo>
                  <a:lnTo>
                    <a:pt x="2870411" y="1712057"/>
                  </a:lnTo>
                  <a:lnTo>
                    <a:pt x="2870504" y="1712057"/>
                  </a:lnTo>
                  <a:lnTo>
                    <a:pt x="2870597" y="1712057"/>
                  </a:lnTo>
                  <a:lnTo>
                    <a:pt x="2870691" y="1712057"/>
                  </a:lnTo>
                  <a:lnTo>
                    <a:pt x="2870784" y="1712057"/>
                  </a:lnTo>
                  <a:lnTo>
                    <a:pt x="2870877" y="1712057"/>
                  </a:lnTo>
                  <a:lnTo>
                    <a:pt x="2870970" y="1712057"/>
                  </a:lnTo>
                  <a:lnTo>
                    <a:pt x="2871064" y="1712057"/>
                  </a:lnTo>
                  <a:lnTo>
                    <a:pt x="2871157" y="1712057"/>
                  </a:lnTo>
                  <a:lnTo>
                    <a:pt x="2871250" y="1712057"/>
                  </a:lnTo>
                  <a:lnTo>
                    <a:pt x="2871343" y="1712057"/>
                  </a:lnTo>
                  <a:lnTo>
                    <a:pt x="2871437" y="1712057"/>
                  </a:lnTo>
                  <a:lnTo>
                    <a:pt x="2871530" y="1712057"/>
                  </a:lnTo>
                  <a:lnTo>
                    <a:pt x="2871623" y="1712057"/>
                  </a:lnTo>
                  <a:lnTo>
                    <a:pt x="2871716" y="1712057"/>
                  </a:lnTo>
                  <a:lnTo>
                    <a:pt x="2871810" y="1712057"/>
                  </a:lnTo>
                  <a:lnTo>
                    <a:pt x="2871903" y="1712057"/>
                  </a:lnTo>
                  <a:lnTo>
                    <a:pt x="2871996" y="1712057"/>
                  </a:lnTo>
                  <a:lnTo>
                    <a:pt x="2872089" y="1712057"/>
                  </a:lnTo>
                  <a:lnTo>
                    <a:pt x="2872183" y="1712057"/>
                  </a:lnTo>
                  <a:lnTo>
                    <a:pt x="2872276" y="1712057"/>
                  </a:lnTo>
                  <a:lnTo>
                    <a:pt x="2872369" y="1712057"/>
                  </a:lnTo>
                  <a:lnTo>
                    <a:pt x="2872462" y="1712057"/>
                  </a:lnTo>
                  <a:lnTo>
                    <a:pt x="2872555" y="1712057"/>
                  </a:lnTo>
                  <a:lnTo>
                    <a:pt x="2872649" y="1712057"/>
                  </a:lnTo>
                  <a:lnTo>
                    <a:pt x="2872742" y="1712057"/>
                  </a:lnTo>
                  <a:lnTo>
                    <a:pt x="2872835" y="1712057"/>
                  </a:lnTo>
                  <a:lnTo>
                    <a:pt x="2872928" y="1712057"/>
                  </a:lnTo>
                  <a:lnTo>
                    <a:pt x="2873022" y="1712057"/>
                  </a:lnTo>
                  <a:lnTo>
                    <a:pt x="2873115" y="1712057"/>
                  </a:lnTo>
                  <a:lnTo>
                    <a:pt x="2873208" y="1712057"/>
                  </a:lnTo>
                  <a:lnTo>
                    <a:pt x="2873301" y="1712057"/>
                  </a:lnTo>
                  <a:lnTo>
                    <a:pt x="2873395" y="1712057"/>
                  </a:lnTo>
                  <a:lnTo>
                    <a:pt x="2873488" y="1712057"/>
                  </a:lnTo>
                  <a:lnTo>
                    <a:pt x="2873581" y="1712057"/>
                  </a:lnTo>
                  <a:lnTo>
                    <a:pt x="2873674" y="1712057"/>
                  </a:lnTo>
                  <a:lnTo>
                    <a:pt x="2873768" y="1712057"/>
                  </a:lnTo>
                  <a:lnTo>
                    <a:pt x="2873861" y="1712057"/>
                  </a:lnTo>
                  <a:lnTo>
                    <a:pt x="2873954" y="1712057"/>
                  </a:lnTo>
                  <a:lnTo>
                    <a:pt x="2874047" y="1712057"/>
                  </a:lnTo>
                  <a:lnTo>
                    <a:pt x="2874141" y="1712057"/>
                  </a:lnTo>
                  <a:lnTo>
                    <a:pt x="2874234" y="1712057"/>
                  </a:lnTo>
                  <a:lnTo>
                    <a:pt x="2874327" y="1712057"/>
                  </a:lnTo>
                  <a:lnTo>
                    <a:pt x="2874420" y="1712057"/>
                  </a:lnTo>
                  <a:lnTo>
                    <a:pt x="2874514" y="1712057"/>
                  </a:lnTo>
                  <a:lnTo>
                    <a:pt x="2874607" y="1712057"/>
                  </a:lnTo>
                  <a:lnTo>
                    <a:pt x="2874700" y="1712057"/>
                  </a:lnTo>
                  <a:lnTo>
                    <a:pt x="2874793" y="1712057"/>
                  </a:lnTo>
                  <a:lnTo>
                    <a:pt x="2874887" y="1712057"/>
                  </a:lnTo>
                  <a:lnTo>
                    <a:pt x="2874980" y="1712057"/>
                  </a:lnTo>
                  <a:lnTo>
                    <a:pt x="2875073" y="1712057"/>
                  </a:lnTo>
                  <a:lnTo>
                    <a:pt x="2875166" y="1712057"/>
                  </a:lnTo>
                  <a:lnTo>
                    <a:pt x="2875260" y="1712057"/>
                  </a:lnTo>
                  <a:lnTo>
                    <a:pt x="2875353" y="1712057"/>
                  </a:lnTo>
                  <a:lnTo>
                    <a:pt x="2875446" y="1712057"/>
                  </a:lnTo>
                  <a:lnTo>
                    <a:pt x="2875539" y="1712057"/>
                  </a:lnTo>
                  <a:lnTo>
                    <a:pt x="2875633" y="1712057"/>
                  </a:lnTo>
                  <a:lnTo>
                    <a:pt x="2875726" y="1712057"/>
                  </a:lnTo>
                  <a:lnTo>
                    <a:pt x="2875819" y="1712057"/>
                  </a:lnTo>
                  <a:lnTo>
                    <a:pt x="2875912" y="1712057"/>
                  </a:lnTo>
                  <a:lnTo>
                    <a:pt x="2876006" y="1712057"/>
                  </a:lnTo>
                  <a:lnTo>
                    <a:pt x="2876099" y="1712057"/>
                  </a:lnTo>
                  <a:lnTo>
                    <a:pt x="2876192" y="1712057"/>
                  </a:lnTo>
                  <a:lnTo>
                    <a:pt x="2876285" y="1712057"/>
                  </a:lnTo>
                  <a:lnTo>
                    <a:pt x="2876379" y="1712057"/>
                  </a:lnTo>
                  <a:lnTo>
                    <a:pt x="2876472" y="1712057"/>
                  </a:lnTo>
                  <a:lnTo>
                    <a:pt x="2876565" y="1712057"/>
                  </a:lnTo>
                  <a:lnTo>
                    <a:pt x="2876658" y="1712057"/>
                  </a:lnTo>
                  <a:lnTo>
                    <a:pt x="2876752" y="1712057"/>
                  </a:lnTo>
                  <a:lnTo>
                    <a:pt x="2876845" y="1712057"/>
                  </a:lnTo>
                  <a:lnTo>
                    <a:pt x="2876938" y="1712057"/>
                  </a:lnTo>
                  <a:lnTo>
                    <a:pt x="2877031" y="1712057"/>
                  </a:lnTo>
                  <a:lnTo>
                    <a:pt x="2877125" y="1712057"/>
                  </a:lnTo>
                  <a:lnTo>
                    <a:pt x="2877218" y="1712057"/>
                  </a:lnTo>
                  <a:lnTo>
                    <a:pt x="2877311" y="1712057"/>
                  </a:lnTo>
                  <a:lnTo>
                    <a:pt x="2877404" y="1712057"/>
                  </a:lnTo>
                  <a:lnTo>
                    <a:pt x="2877498" y="1712057"/>
                  </a:lnTo>
                  <a:lnTo>
                    <a:pt x="2877591" y="1712057"/>
                  </a:lnTo>
                  <a:lnTo>
                    <a:pt x="2877684" y="1712057"/>
                  </a:lnTo>
                  <a:lnTo>
                    <a:pt x="2877777" y="1712057"/>
                  </a:lnTo>
                  <a:lnTo>
                    <a:pt x="2877871" y="1712057"/>
                  </a:lnTo>
                  <a:lnTo>
                    <a:pt x="2877964" y="1712057"/>
                  </a:lnTo>
                  <a:lnTo>
                    <a:pt x="2878057" y="1712057"/>
                  </a:lnTo>
                  <a:lnTo>
                    <a:pt x="2878150" y="1712057"/>
                  </a:lnTo>
                  <a:lnTo>
                    <a:pt x="2878244" y="1712057"/>
                  </a:lnTo>
                  <a:lnTo>
                    <a:pt x="2878337" y="1712057"/>
                  </a:lnTo>
                  <a:lnTo>
                    <a:pt x="2878430" y="1712057"/>
                  </a:lnTo>
                  <a:lnTo>
                    <a:pt x="2878523" y="1712057"/>
                  </a:lnTo>
                  <a:lnTo>
                    <a:pt x="2878617" y="1712057"/>
                  </a:lnTo>
                  <a:lnTo>
                    <a:pt x="2878710" y="1712057"/>
                  </a:lnTo>
                  <a:lnTo>
                    <a:pt x="2878803" y="1712057"/>
                  </a:lnTo>
                  <a:lnTo>
                    <a:pt x="2878896" y="1712057"/>
                  </a:lnTo>
                  <a:lnTo>
                    <a:pt x="2878990" y="1712057"/>
                  </a:lnTo>
                  <a:lnTo>
                    <a:pt x="2879083" y="1712057"/>
                  </a:lnTo>
                  <a:lnTo>
                    <a:pt x="2879176" y="1712057"/>
                  </a:lnTo>
                  <a:lnTo>
                    <a:pt x="2879269" y="1712057"/>
                  </a:lnTo>
                  <a:lnTo>
                    <a:pt x="2879362" y="1712057"/>
                  </a:lnTo>
                  <a:lnTo>
                    <a:pt x="2879456" y="1712057"/>
                  </a:lnTo>
                  <a:lnTo>
                    <a:pt x="2879549" y="1712057"/>
                  </a:lnTo>
                  <a:lnTo>
                    <a:pt x="2879642" y="1712057"/>
                  </a:lnTo>
                  <a:lnTo>
                    <a:pt x="2879735" y="1712057"/>
                  </a:lnTo>
                  <a:lnTo>
                    <a:pt x="2879829" y="1712057"/>
                  </a:lnTo>
                  <a:lnTo>
                    <a:pt x="2879922" y="1712057"/>
                  </a:lnTo>
                  <a:lnTo>
                    <a:pt x="2880015" y="1712057"/>
                  </a:lnTo>
                  <a:lnTo>
                    <a:pt x="2880108" y="1712057"/>
                  </a:lnTo>
                  <a:lnTo>
                    <a:pt x="2880202" y="1712057"/>
                  </a:lnTo>
                  <a:lnTo>
                    <a:pt x="2880295" y="1712057"/>
                  </a:lnTo>
                  <a:lnTo>
                    <a:pt x="2880388" y="1712057"/>
                  </a:lnTo>
                  <a:lnTo>
                    <a:pt x="2880481" y="1712057"/>
                  </a:lnTo>
                  <a:lnTo>
                    <a:pt x="2880575" y="1712057"/>
                  </a:lnTo>
                  <a:lnTo>
                    <a:pt x="2880668" y="1712057"/>
                  </a:lnTo>
                  <a:lnTo>
                    <a:pt x="2880761" y="1712057"/>
                  </a:lnTo>
                  <a:lnTo>
                    <a:pt x="2880854" y="1712057"/>
                  </a:lnTo>
                  <a:lnTo>
                    <a:pt x="2880948" y="1712057"/>
                  </a:lnTo>
                  <a:lnTo>
                    <a:pt x="2881041" y="1712057"/>
                  </a:lnTo>
                  <a:lnTo>
                    <a:pt x="2881134" y="1712057"/>
                  </a:lnTo>
                  <a:lnTo>
                    <a:pt x="2881227" y="1712057"/>
                  </a:lnTo>
                  <a:lnTo>
                    <a:pt x="2881321" y="1712057"/>
                  </a:lnTo>
                  <a:lnTo>
                    <a:pt x="2881414" y="1712057"/>
                  </a:lnTo>
                  <a:lnTo>
                    <a:pt x="2881507" y="1712057"/>
                  </a:lnTo>
                  <a:lnTo>
                    <a:pt x="2881600" y="1712057"/>
                  </a:lnTo>
                  <a:lnTo>
                    <a:pt x="2881694" y="1712057"/>
                  </a:lnTo>
                  <a:lnTo>
                    <a:pt x="2881787" y="1712057"/>
                  </a:lnTo>
                  <a:lnTo>
                    <a:pt x="2881880" y="1712057"/>
                  </a:lnTo>
                  <a:lnTo>
                    <a:pt x="2881973" y="1712057"/>
                  </a:lnTo>
                  <a:lnTo>
                    <a:pt x="2882067" y="1712057"/>
                  </a:lnTo>
                  <a:lnTo>
                    <a:pt x="2882160" y="1712057"/>
                  </a:lnTo>
                  <a:lnTo>
                    <a:pt x="2882253" y="1712057"/>
                  </a:lnTo>
                  <a:lnTo>
                    <a:pt x="2882346" y="1712057"/>
                  </a:lnTo>
                  <a:lnTo>
                    <a:pt x="2882440" y="1712057"/>
                  </a:lnTo>
                  <a:lnTo>
                    <a:pt x="2882533" y="1712057"/>
                  </a:lnTo>
                  <a:lnTo>
                    <a:pt x="2882626" y="1712057"/>
                  </a:lnTo>
                  <a:lnTo>
                    <a:pt x="2882719" y="1712057"/>
                  </a:lnTo>
                  <a:lnTo>
                    <a:pt x="2882813" y="1712057"/>
                  </a:lnTo>
                  <a:lnTo>
                    <a:pt x="2882906" y="1712057"/>
                  </a:lnTo>
                  <a:lnTo>
                    <a:pt x="2882999" y="1712057"/>
                  </a:lnTo>
                  <a:lnTo>
                    <a:pt x="2883092" y="1712057"/>
                  </a:lnTo>
                  <a:lnTo>
                    <a:pt x="2883186" y="1712057"/>
                  </a:lnTo>
                  <a:lnTo>
                    <a:pt x="2883279" y="1712057"/>
                  </a:lnTo>
                  <a:lnTo>
                    <a:pt x="2883372" y="1712057"/>
                  </a:lnTo>
                  <a:lnTo>
                    <a:pt x="2883465" y="1712057"/>
                  </a:lnTo>
                  <a:lnTo>
                    <a:pt x="2883559" y="1712057"/>
                  </a:lnTo>
                  <a:lnTo>
                    <a:pt x="2883652" y="1712057"/>
                  </a:lnTo>
                  <a:lnTo>
                    <a:pt x="2883745" y="1712057"/>
                  </a:lnTo>
                  <a:lnTo>
                    <a:pt x="2883838" y="1712057"/>
                  </a:lnTo>
                  <a:lnTo>
                    <a:pt x="2883932" y="1712057"/>
                  </a:lnTo>
                  <a:lnTo>
                    <a:pt x="2884025" y="1712057"/>
                  </a:lnTo>
                  <a:lnTo>
                    <a:pt x="2884118" y="1712057"/>
                  </a:lnTo>
                  <a:lnTo>
                    <a:pt x="2884211" y="1712057"/>
                  </a:lnTo>
                  <a:lnTo>
                    <a:pt x="2884305" y="1712057"/>
                  </a:lnTo>
                  <a:lnTo>
                    <a:pt x="2884398" y="1712057"/>
                  </a:lnTo>
                  <a:lnTo>
                    <a:pt x="2884491" y="1712057"/>
                  </a:lnTo>
                  <a:lnTo>
                    <a:pt x="2884584" y="1712057"/>
                  </a:lnTo>
                  <a:lnTo>
                    <a:pt x="2884678" y="1712057"/>
                  </a:lnTo>
                  <a:lnTo>
                    <a:pt x="2884771" y="1712057"/>
                  </a:lnTo>
                  <a:lnTo>
                    <a:pt x="2884864" y="1712057"/>
                  </a:lnTo>
                  <a:lnTo>
                    <a:pt x="2884957" y="1712057"/>
                  </a:lnTo>
                  <a:lnTo>
                    <a:pt x="2885051" y="1712057"/>
                  </a:lnTo>
                  <a:lnTo>
                    <a:pt x="2885144" y="1712057"/>
                  </a:lnTo>
                  <a:lnTo>
                    <a:pt x="2885237" y="1712057"/>
                  </a:lnTo>
                  <a:lnTo>
                    <a:pt x="2885330" y="1712057"/>
                  </a:lnTo>
                  <a:lnTo>
                    <a:pt x="2885424" y="1712057"/>
                  </a:lnTo>
                  <a:lnTo>
                    <a:pt x="2885517" y="1712057"/>
                  </a:lnTo>
                  <a:lnTo>
                    <a:pt x="2885610" y="1712057"/>
                  </a:lnTo>
                  <a:lnTo>
                    <a:pt x="2885703" y="1712057"/>
                  </a:lnTo>
                  <a:lnTo>
                    <a:pt x="2885797" y="1712057"/>
                  </a:lnTo>
                  <a:lnTo>
                    <a:pt x="2885890" y="1712057"/>
                  </a:lnTo>
                  <a:lnTo>
                    <a:pt x="2885983" y="1712057"/>
                  </a:lnTo>
                  <a:lnTo>
                    <a:pt x="2886076" y="1712057"/>
                  </a:lnTo>
                  <a:lnTo>
                    <a:pt x="2886169" y="1712057"/>
                  </a:lnTo>
                  <a:lnTo>
                    <a:pt x="2886263" y="1712057"/>
                  </a:lnTo>
                  <a:lnTo>
                    <a:pt x="2886356" y="1712057"/>
                  </a:lnTo>
                  <a:lnTo>
                    <a:pt x="2886449" y="1712057"/>
                  </a:lnTo>
                  <a:lnTo>
                    <a:pt x="2886542" y="1712057"/>
                  </a:lnTo>
                  <a:lnTo>
                    <a:pt x="2886636" y="1712057"/>
                  </a:lnTo>
                  <a:lnTo>
                    <a:pt x="2886729" y="1712057"/>
                  </a:lnTo>
                  <a:lnTo>
                    <a:pt x="2886822" y="1712057"/>
                  </a:lnTo>
                  <a:lnTo>
                    <a:pt x="2886915" y="1712057"/>
                  </a:lnTo>
                  <a:lnTo>
                    <a:pt x="2887009" y="1712057"/>
                  </a:lnTo>
                  <a:lnTo>
                    <a:pt x="2887102" y="1712057"/>
                  </a:lnTo>
                  <a:lnTo>
                    <a:pt x="2887195" y="1712057"/>
                  </a:lnTo>
                  <a:lnTo>
                    <a:pt x="2887288" y="1712057"/>
                  </a:lnTo>
                  <a:lnTo>
                    <a:pt x="2887382" y="1712057"/>
                  </a:lnTo>
                  <a:lnTo>
                    <a:pt x="2887475" y="1712057"/>
                  </a:lnTo>
                  <a:lnTo>
                    <a:pt x="2887568" y="1712057"/>
                  </a:lnTo>
                  <a:lnTo>
                    <a:pt x="2887661" y="1712057"/>
                  </a:lnTo>
                  <a:lnTo>
                    <a:pt x="2887755" y="1712057"/>
                  </a:lnTo>
                  <a:lnTo>
                    <a:pt x="2887848" y="1712057"/>
                  </a:lnTo>
                  <a:lnTo>
                    <a:pt x="2887941" y="1712057"/>
                  </a:lnTo>
                  <a:lnTo>
                    <a:pt x="2888034" y="1712057"/>
                  </a:lnTo>
                  <a:lnTo>
                    <a:pt x="2888128" y="1712057"/>
                  </a:lnTo>
                  <a:lnTo>
                    <a:pt x="2888221" y="1712057"/>
                  </a:lnTo>
                  <a:lnTo>
                    <a:pt x="2888314" y="1712057"/>
                  </a:lnTo>
                  <a:lnTo>
                    <a:pt x="2888407" y="1712057"/>
                  </a:lnTo>
                  <a:lnTo>
                    <a:pt x="2888501" y="1712057"/>
                  </a:lnTo>
                  <a:lnTo>
                    <a:pt x="2888594" y="1712057"/>
                  </a:lnTo>
                  <a:lnTo>
                    <a:pt x="2888687" y="1712057"/>
                  </a:lnTo>
                  <a:lnTo>
                    <a:pt x="2888780" y="1712057"/>
                  </a:lnTo>
                  <a:lnTo>
                    <a:pt x="2888874" y="1712057"/>
                  </a:lnTo>
                  <a:lnTo>
                    <a:pt x="2888967" y="1712057"/>
                  </a:lnTo>
                  <a:lnTo>
                    <a:pt x="2889060" y="1712057"/>
                  </a:lnTo>
                  <a:lnTo>
                    <a:pt x="2889153" y="1712057"/>
                  </a:lnTo>
                  <a:lnTo>
                    <a:pt x="2889247" y="1712057"/>
                  </a:lnTo>
                  <a:lnTo>
                    <a:pt x="2889340" y="1712057"/>
                  </a:lnTo>
                  <a:lnTo>
                    <a:pt x="2889433" y="1712057"/>
                  </a:lnTo>
                  <a:lnTo>
                    <a:pt x="2889526" y="1712057"/>
                  </a:lnTo>
                  <a:lnTo>
                    <a:pt x="2889620" y="1712057"/>
                  </a:lnTo>
                  <a:lnTo>
                    <a:pt x="2889713" y="1712057"/>
                  </a:lnTo>
                  <a:lnTo>
                    <a:pt x="2889806" y="1712057"/>
                  </a:lnTo>
                  <a:lnTo>
                    <a:pt x="2889899" y="1712057"/>
                  </a:lnTo>
                  <a:lnTo>
                    <a:pt x="2889993" y="1712057"/>
                  </a:lnTo>
                  <a:lnTo>
                    <a:pt x="2890086" y="1712057"/>
                  </a:lnTo>
                  <a:lnTo>
                    <a:pt x="2890179" y="1712057"/>
                  </a:lnTo>
                  <a:lnTo>
                    <a:pt x="2890272" y="1712057"/>
                  </a:lnTo>
                  <a:lnTo>
                    <a:pt x="2890366" y="1712057"/>
                  </a:lnTo>
                  <a:lnTo>
                    <a:pt x="2890459" y="1712057"/>
                  </a:lnTo>
                  <a:lnTo>
                    <a:pt x="2890552" y="1712057"/>
                  </a:lnTo>
                  <a:lnTo>
                    <a:pt x="2890645" y="1712057"/>
                  </a:lnTo>
                  <a:lnTo>
                    <a:pt x="2890739" y="1712057"/>
                  </a:lnTo>
                  <a:lnTo>
                    <a:pt x="2890832" y="1712057"/>
                  </a:lnTo>
                  <a:lnTo>
                    <a:pt x="2890925" y="1712057"/>
                  </a:lnTo>
                  <a:lnTo>
                    <a:pt x="2891018" y="1712057"/>
                  </a:lnTo>
                  <a:lnTo>
                    <a:pt x="2891112" y="1712057"/>
                  </a:lnTo>
                  <a:lnTo>
                    <a:pt x="2891205" y="1712057"/>
                  </a:lnTo>
                  <a:lnTo>
                    <a:pt x="2891298" y="1712057"/>
                  </a:lnTo>
                  <a:lnTo>
                    <a:pt x="2891391" y="1712057"/>
                  </a:lnTo>
                  <a:lnTo>
                    <a:pt x="2891485" y="1712057"/>
                  </a:lnTo>
                  <a:lnTo>
                    <a:pt x="2891578" y="1712057"/>
                  </a:lnTo>
                  <a:lnTo>
                    <a:pt x="2891671" y="1712057"/>
                  </a:lnTo>
                  <a:lnTo>
                    <a:pt x="2891764" y="1712057"/>
                  </a:lnTo>
                  <a:lnTo>
                    <a:pt x="2891858" y="1712057"/>
                  </a:lnTo>
                  <a:lnTo>
                    <a:pt x="2891951" y="1712057"/>
                  </a:lnTo>
                  <a:lnTo>
                    <a:pt x="2892044" y="1712057"/>
                  </a:lnTo>
                  <a:lnTo>
                    <a:pt x="2892137" y="1712057"/>
                  </a:lnTo>
                  <a:lnTo>
                    <a:pt x="2892231" y="1712057"/>
                  </a:lnTo>
                  <a:lnTo>
                    <a:pt x="2892324" y="1712057"/>
                  </a:lnTo>
                  <a:lnTo>
                    <a:pt x="2892417" y="1712057"/>
                  </a:lnTo>
                  <a:lnTo>
                    <a:pt x="2892510" y="1712057"/>
                  </a:lnTo>
                  <a:lnTo>
                    <a:pt x="2892604" y="1712057"/>
                  </a:lnTo>
                  <a:lnTo>
                    <a:pt x="2892697" y="1712057"/>
                  </a:lnTo>
                  <a:lnTo>
                    <a:pt x="2892790" y="1712057"/>
                  </a:lnTo>
                  <a:lnTo>
                    <a:pt x="2892883" y="1712057"/>
                  </a:lnTo>
                  <a:lnTo>
                    <a:pt x="2892977" y="1712057"/>
                  </a:lnTo>
                  <a:lnTo>
                    <a:pt x="2893070" y="1712057"/>
                  </a:lnTo>
                  <a:lnTo>
                    <a:pt x="2893163" y="1712057"/>
                  </a:lnTo>
                  <a:lnTo>
                    <a:pt x="2893256" y="1712057"/>
                  </a:lnTo>
                  <a:lnTo>
                    <a:pt x="2893349" y="1712057"/>
                  </a:lnTo>
                  <a:lnTo>
                    <a:pt x="2893443" y="1712057"/>
                  </a:lnTo>
                  <a:lnTo>
                    <a:pt x="2893536" y="1712057"/>
                  </a:lnTo>
                  <a:lnTo>
                    <a:pt x="2893629" y="1712057"/>
                  </a:lnTo>
                  <a:lnTo>
                    <a:pt x="2893722" y="1712057"/>
                  </a:lnTo>
                  <a:lnTo>
                    <a:pt x="2893816" y="1712057"/>
                  </a:lnTo>
                  <a:lnTo>
                    <a:pt x="2893909" y="1712057"/>
                  </a:lnTo>
                  <a:lnTo>
                    <a:pt x="2894002" y="1712057"/>
                  </a:lnTo>
                  <a:lnTo>
                    <a:pt x="2894095" y="1712057"/>
                  </a:lnTo>
                  <a:lnTo>
                    <a:pt x="2894189" y="1712057"/>
                  </a:lnTo>
                  <a:lnTo>
                    <a:pt x="2894282" y="1712057"/>
                  </a:lnTo>
                  <a:lnTo>
                    <a:pt x="2894375" y="1712057"/>
                  </a:lnTo>
                  <a:lnTo>
                    <a:pt x="2894468" y="1712057"/>
                  </a:lnTo>
                  <a:lnTo>
                    <a:pt x="2894562" y="1712057"/>
                  </a:lnTo>
                  <a:lnTo>
                    <a:pt x="2894655" y="1712057"/>
                  </a:lnTo>
                  <a:lnTo>
                    <a:pt x="2894748" y="1712057"/>
                  </a:lnTo>
                  <a:lnTo>
                    <a:pt x="2894841" y="1712057"/>
                  </a:lnTo>
                  <a:lnTo>
                    <a:pt x="2894935" y="1712057"/>
                  </a:lnTo>
                  <a:lnTo>
                    <a:pt x="2895028" y="1712057"/>
                  </a:lnTo>
                  <a:lnTo>
                    <a:pt x="2895121" y="1712057"/>
                  </a:lnTo>
                  <a:lnTo>
                    <a:pt x="2895214" y="1712057"/>
                  </a:lnTo>
                  <a:lnTo>
                    <a:pt x="2895308" y="1712057"/>
                  </a:lnTo>
                  <a:lnTo>
                    <a:pt x="2895401" y="1712057"/>
                  </a:lnTo>
                  <a:lnTo>
                    <a:pt x="2895494" y="1712057"/>
                  </a:lnTo>
                  <a:lnTo>
                    <a:pt x="2895587" y="1712057"/>
                  </a:lnTo>
                  <a:lnTo>
                    <a:pt x="2895681" y="1712057"/>
                  </a:lnTo>
                  <a:lnTo>
                    <a:pt x="2895774" y="1712057"/>
                  </a:lnTo>
                  <a:lnTo>
                    <a:pt x="2895774" y="1702103"/>
                  </a:lnTo>
                  <a:lnTo>
                    <a:pt x="2895867" y="1702103"/>
                  </a:lnTo>
                  <a:lnTo>
                    <a:pt x="2895960" y="1702103"/>
                  </a:lnTo>
                  <a:lnTo>
                    <a:pt x="2896054" y="1702103"/>
                  </a:lnTo>
                  <a:lnTo>
                    <a:pt x="2896147" y="1702103"/>
                  </a:lnTo>
                  <a:lnTo>
                    <a:pt x="2896240" y="1702103"/>
                  </a:lnTo>
                  <a:lnTo>
                    <a:pt x="2896333" y="1702103"/>
                  </a:lnTo>
                  <a:lnTo>
                    <a:pt x="2896427" y="1702103"/>
                  </a:lnTo>
                  <a:lnTo>
                    <a:pt x="2896520" y="1702103"/>
                  </a:lnTo>
                  <a:lnTo>
                    <a:pt x="2896613" y="1702103"/>
                  </a:lnTo>
                  <a:lnTo>
                    <a:pt x="2896706" y="1702103"/>
                  </a:lnTo>
                  <a:lnTo>
                    <a:pt x="2896800" y="1702103"/>
                  </a:lnTo>
                  <a:lnTo>
                    <a:pt x="2896893" y="1702103"/>
                  </a:lnTo>
                  <a:lnTo>
                    <a:pt x="2896986" y="1702103"/>
                  </a:lnTo>
                  <a:lnTo>
                    <a:pt x="2897079" y="1702103"/>
                  </a:lnTo>
                  <a:lnTo>
                    <a:pt x="2897173" y="1702103"/>
                  </a:lnTo>
                  <a:lnTo>
                    <a:pt x="2897266" y="1702103"/>
                  </a:lnTo>
                  <a:lnTo>
                    <a:pt x="2897359" y="1702103"/>
                  </a:lnTo>
                  <a:lnTo>
                    <a:pt x="2897452" y="1702103"/>
                  </a:lnTo>
                  <a:lnTo>
                    <a:pt x="2897546" y="1702103"/>
                  </a:lnTo>
                  <a:lnTo>
                    <a:pt x="2897639" y="1702103"/>
                  </a:lnTo>
                  <a:lnTo>
                    <a:pt x="2897732" y="1702103"/>
                  </a:lnTo>
                  <a:lnTo>
                    <a:pt x="2897825" y="1702103"/>
                  </a:lnTo>
                  <a:lnTo>
                    <a:pt x="2897919" y="1702103"/>
                  </a:lnTo>
                  <a:lnTo>
                    <a:pt x="2898012" y="1702103"/>
                  </a:lnTo>
                  <a:lnTo>
                    <a:pt x="2898105" y="1702103"/>
                  </a:lnTo>
                  <a:lnTo>
                    <a:pt x="2898198" y="1702103"/>
                  </a:lnTo>
                  <a:lnTo>
                    <a:pt x="2898292" y="1702103"/>
                  </a:lnTo>
                  <a:lnTo>
                    <a:pt x="2898385" y="1702103"/>
                  </a:lnTo>
                  <a:lnTo>
                    <a:pt x="2898478" y="1702103"/>
                  </a:lnTo>
                  <a:lnTo>
                    <a:pt x="2898571" y="1702103"/>
                  </a:lnTo>
                  <a:lnTo>
                    <a:pt x="2898665" y="1702103"/>
                  </a:lnTo>
                  <a:lnTo>
                    <a:pt x="2898758" y="1702103"/>
                  </a:lnTo>
                  <a:lnTo>
                    <a:pt x="2898851" y="1702103"/>
                  </a:lnTo>
                  <a:lnTo>
                    <a:pt x="2898944" y="1702103"/>
                  </a:lnTo>
                  <a:lnTo>
                    <a:pt x="2899038" y="1702103"/>
                  </a:lnTo>
                  <a:lnTo>
                    <a:pt x="2899131" y="1702103"/>
                  </a:lnTo>
                  <a:lnTo>
                    <a:pt x="2899224" y="1702103"/>
                  </a:lnTo>
                  <a:lnTo>
                    <a:pt x="2899317" y="1702103"/>
                  </a:lnTo>
                  <a:lnTo>
                    <a:pt x="2899411" y="1702103"/>
                  </a:lnTo>
                  <a:lnTo>
                    <a:pt x="2899504" y="1702103"/>
                  </a:lnTo>
                  <a:lnTo>
                    <a:pt x="2899597" y="1702103"/>
                  </a:lnTo>
                  <a:lnTo>
                    <a:pt x="2899690" y="1702103"/>
                  </a:lnTo>
                  <a:lnTo>
                    <a:pt x="2899784" y="1702103"/>
                  </a:lnTo>
                  <a:lnTo>
                    <a:pt x="2899877" y="1702103"/>
                  </a:lnTo>
                  <a:lnTo>
                    <a:pt x="2899970" y="1702103"/>
                  </a:lnTo>
                  <a:lnTo>
                    <a:pt x="2900063" y="1702103"/>
                  </a:lnTo>
                  <a:lnTo>
                    <a:pt x="2900156" y="1702103"/>
                  </a:lnTo>
                  <a:lnTo>
                    <a:pt x="2900250" y="1702103"/>
                  </a:lnTo>
                  <a:lnTo>
                    <a:pt x="2900343" y="1702103"/>
                  </a:lnTo>
                  <a:lnTo>
                    <a:pt x="2900436" y="1702103"/>
                  </a:lnTo>
                  <a:lnTo>
                    <a:pt x="2900529" y="1702103"/>
                  </a:lnTo>
                  <a:lnTo>
                    <a:pt x="2900623" y="1702103"/>
                  </a:lnTo>
                  <a:lnTo>
                    <a:pt x="2900716" y="1702103"/>
                  </a:lnTo>
                  <a:lnTo>
                    <a:pt x="2900809" y="1702103"/>
                  </a:lnTo>
                  <a:lnTo>
                    <a:pt x="2900902" y="1702103"/>
                  </a:lnTo>
                  <a:lnTo>
                    <a:pt x="2900996" y="1702103"/>
                  </a:lnTo>
                  <a:lnTo>
                    <a:pt x="2901089" y="1702103"/>
                  </a:lnTo>
                  <a:lnTo>
                    <a:pt x="2901182" y="1702103"/>
                  </a:lnTo>
                  <a:lnTo>
                    <a:pt x="2901275" y="1702103"/>
                  </a:lnTo>
                  <a:lnTo>
                    <a:pt x="2901369" y="1702103"/>
                  </a:lnTo>
                  <a:lnTo>
                    <a:pt x="2901462" y="1702103"/>
                  </a:lnTo>
                  <a:lnTo>
                    <a:pt x="2901555" y="1702103"/>
                  </a:lnTo>
                  <a:lnTo>
                    <a:pt x="2901648" y="1702103"/>
                  </a:lnTo>
                  <a:lnTo>
                    <a:pt x="2901742" y="1702103"/>
                  </a:lnTo>
                  <a:lnTo>
                    <a:pt x="2901835" y="1702103"/>
                  </a:lnTo>
                  <a:lnTo>
                    <a:pt x="2901928" y="1702103"/>
                  </a:lnTo>
                  <a:lnTo>
                    <a:pt x="2902021" y="1702103"/>
                  </a:lnTo>
                  <a:lnTo>
                    <a:pt x="2902115" y="1702103"/>
                  </a:lnTo>
                  <a:lnTo>
                    <a:pt x="2902208" y="1702103"/>
                  </a:lnTo>
                  <a:lnTo>
                    <a:pt x="2902301" y="1702103"/>
                  </a:lnTo>
                  <a:lnTo>
                    <a:pt x="2902394" y="1702103"/>
                  </a:lnTo>
                  <a:lnTo>
                    <a:pt x="2902488" y="1702103"/>
                  </a:lnTo>
                  <a:lnTo>
                    <a:pt x="2902581" y="1702103"/>
                  </a:lnTo>
                  <a:lnTo>
                    <a:pt x="2902674" y="1702103"/>
                  </a:lnTo>
                  <a:lnTo>
                    <a:pt x="2902767" y="1702103"/>
                  </a:lnTo>
                  <a:lnTo>
                    <a:pt x="2902861" y="1702103"/>
                  </a:lnTo>
                  <a:lnTo>
                    <a:pt x="2902954" y="1702103"/>
                  </a:lnTo>
                  <a:lnTo>
                    <a:pt x="2903047" y="1702103"/>
                  </a:lnTo>
                  <a:lnTo>
                    <a:pt x="2903140" y="1702103"/>
                  </a:lnTo>
                  <a:lnTo>
                    <a:pt x="2903234" y="1702103"/>
                  </a:lnTo>
                  <a:lnTo>
                    <a:pt x="2903327" y="1702103"/>
                  </a:lnTo>
                  <a:lnTo>
                    <a:pt x="2903420" y="1702103"/>
                  </a:lnTo>
                  <a:lnTo>
                    <a:pt x="2903513" y="1702103"/>
                  </a:lnTo>
                  <a:lnTo>
                    <a:pt x="2903607" y="1702103"/>
                  </a:lnTo>
                  <a:lnTo>
                    <a:pt x="2903700" y="1702103"/>
                  </a:lnTo>
                  <a:lnTo>
                    <a:pt x="2903793" y="1702103"/>
                  </a:lnTo>
                  <a:lnTo>
                    <a:pt x="2903886" y="1702103"/>
                  </a:lnTo>
                  <a:lnTo>
                    <a:pt x="2903980" y="1702103"/>
                  </a:lnTo>
                  <a:lnTo>
                    <a:pt x="2904073" y="1702103"/>
                  </a:lnTo>
                  <a:lnTo>
                    <a:pt x="2904166" y="1702103"/>
                  </a:lnTo>
                  <a:lnTo>
                    <a:pt x="2904259" y="1702103"/>
                  </a:lnTo>
                  <a:lnTo>
                    <a:pt x="2904353" y="1702103"/>
                  </a:lnTo>
                  <a:lnTo>
                    <a:pt x="2904446" y="1702103"/>
                  </a:lnTo>
                  <a:lnTo>
                    <a:pt x="2904539" y="1702103"/>
                  </a:lnTo>
                  <a:lnTo>
                    <a:pt x="2904632" y="1702103"/>
                  </a:lnTo>
                  <a:lnTo>
                    <a:pt x="2904726" y="1702103"/>
                  </a:lnTo>
                  <a:lnTo>
                    <a:pt x="2904819" y="1702103"/>
                  </a:lnTo>
                  <a:lnTo>
                    <a:pt x="2904912" y="1702103"/>
                  </a:lnTo>
                  <a:lnTo>
                    <a:pt x="2905005" y="1702103"/>
                  </a:lnTo>
                  <a:lnTo>
                    <a:pt x="2905099" y="1702103"/>
                  </a:lnTo>
                  <a:lnTo>
                    <a:pt x="2905192" y="1702103"/>
                  </a:lnTo>
                  <a:lnTo>
                    <a:pt x="2905285" y="1702103"/>
                  </a:lnTo>
                  <a:lnTo>
                    <a:pt x="2905378" y="1702103"/>
                  </a:lnTo>
                  <a:lnTo>
                    <a:pt x="2905472" y="1702103"/>
                  </a:lnTo>
                  <a:lnTo>
                    <a:pt x="2905565" y="1702103"/>
                  </a:lnTo>
                  <a:lnTo>
                    <a:pt x="2905658" y="1702103"/>
                  </a:lnTo>
                  <a:lnTo>
                    <a:pt x="2905751" y="1702103"/>
                  </a:lnTo>
                  <a:lnTo>
                    <a:pt x="2905845" y="1702103"/>
                  </a:lnTo>
                  <a:lnTo>
                    <a:pt x="2905938" y="1702103"/>
                  </a:lnTo>
                  <a:lnTo>
                    <a:pt x="2906031" y="1702103"/>
                  </a:lnTo>
                  <a:lnTo>
                    <a:pt x="2906124" y="1702103"/>
                  </a:lnTo>
                  <a:lnTo>
                    <a:pt x="2906218" y="1702103"/>
                  </a:lnTo>
                  <a:lnTo>
                    <a:pt x="2906311" y="1702103"/>
                  </a:lnTo>
                  <a:lnTo>
                    <a:pt x="2906404" y="1702103"/>
                  </a:lnTo>
                  <a:lnTo>
                    <a:pt x="2906497" y="1702103"/>
                  </a:lnTo>
                  <a:lnTo>
                    <a:pt x="2906591" y="1702103"/>
                  </a:lnTo>
                  <a:lnTo>
                    <a:pt x="2906684" y="1702103"/>
                  </a:lnTo>
                  <a:lnTo>
                    <a:pt x="2906777" y="1702103"/>
                  </a:lnTo>
                  <a:lnTo>
                    <a:pt x="2906870" y="1702103"/>
                  </a:lnTo>
                  <a:lnTo>
                    <a:pt x="2906963" y="1702103"/>
                  </a:lnTo>
                  <a:lnTo>
                    <a:pt x="2907057" y="1702103"/>
                  </a:lnTo>
                  <a:lnTo>
                    <a:pt x="2907150" y="1702103"/>
                  </a:lnTo>
                  <a:lnTo>
                    <a:pt x="2907243" y="1702103"/>
                  </a:lnTo>
                  <a:lnTo>
                    <a:pt x="2907336" y="1702103"/>
                  </a:lnTo>
                  <a:lnTo>
                    <a:pt x="2907430" y="1702103"/>
                  </a:lnTo>
                  <a:lnTo>
                    <a:pt x="2907523" y="1702103"/>
                  </a:lnTo>
                  <a:lnTo>
                    <a:pt x="2907616" y="1702103"/>
                  </a:lnTo>
                  <a:lnTo>
                    <a:pt x="2907709" y="1702103"/>
                  </a:lnTo>
                  <a:lnTo>
                    <a:pt x="2907803" y="1702103"/>
                  </a:lnTo>
                  <a:lnTo>
                    <a:pt x="2907896" y="1702103"/>
                  </a:lnTo>
                  <a:lnTo>
                    <a:pt x="2907989" y="1702103"/>
                  </a:lnTo>
                  <a:lnTo>
                    <a:pt x="2908082" y="1702103"/>
                  </a:lnTo>
                  <a:lnTo>
                    <a:pt x="2908176" y="1702103"/>
                  </a:lnTo>
                  <a:lnTo>
                    <a:pt x="2908269" y="1702103"/>
                  </a:lnTo>
                  <a:lnTo>
                    <a:pt x="2908362" y="1702103"/>
                  </a:lnTo>
                  <a:lnTo>
                    <a:pt x="2908455" y="1702103"/>
                  </a:lnTo>
                  <a:lnTo>
                    <a:pt x="2908549" y="1702103"/>
                  </a:lnTo>
                  <a:lnTo>
                    <a:pt x="2908642" y="1702103"/>
                  </a:lnTo>
                  <a:lnTo>
                    <a:pt x="2908735" y="1702103"/>
                  </a:lnTo>
                  <a:lnTo>
                    <a:pt x="2908828" y="1702103"/>
                  </a:lnTo>
                  <a:lnTo>
                    <a:pt x="2908922" y="1702103"/>
                  </a:lnTo>
                  <a:lnTo>
                    <a:pt x="2909015" y="1702103"/>
                  </a:lnTo>
                  <a:lnTo>
                    <a:pt x="2909108" y="1702103"/>
                  </a:lnTo>
                  <a:lnTo>
                    <a:pt x="2909201" y="1702103"/>
                  </a:lnTo>
                  <a:lnTo>
                    <a:pt x="2909295" y="1702103"/>
                  </a:lnTo>
                  <a:lnTo>
                    <a:pt x="2909388" y="1702103"/>
                  </a:lnTo>
                  <a:lnTo>
                    <a:pt x="2909481" y="1702103"/>
                  </a:lnTo>
                  <a:lnTo>
                    <a:pt x="2909574" y="1702103"/>
                  </a:lnTo>
                  <a:lnTo>
                    <a:pt x="2909668" y="1702103"/>
                  </a:lnTo>
                  <a:lnTo>
                    <a:pt x="2909761" y="1702103"/>
                  </a:lnTo>
                  <a:lnTo>
                    <a:pt x="2909854" y="1702103"/>
                  </a:lnTo>
                  <a:lnTo>
                    <a:pt x="2909947" y="1702103"/>
                  </a:lnTo>
                  <a:lnTo>
                    <a:pt x="2910041" y="1702103"/>
                  </a:lnTo>
                  <a:lnTo>
                    <a:pt x="2910134" y="1702103"/>
                  </a:lnTo>
                  <a:lnTo>
                    <a:pt x="2910227" y="1702103"/>
                  </a:lnTo>
                  <a:lnTo>
                    <a:pt x="2910320" y="1702103"/>
                  </a:lnTo>
                  <a:lnTo>
                    <a:pt x="2910414" y="1702103"/>
                  </a:lnTo>
                  <a:lnTo>
                    <a:pt x="2910507" y="1702103"/>
                  </a:lnTo>
                  <a:lnTo>
                    <a:pt x="2910600" y="1702103"/>
                  </a:lnTo>
                  <a:lnTo>
                    <a:pt x="2910693" y="1702103"/>
                  </a:lnTo>
                  <a:lnTo>
                    <a:pt x="2910787" y="1702103"/>
                  </a:lnTo>
                  <a:lnTo>
                    <a:pt x="2910880" y="1702103"/>
                  </a:lnTo>
                  <a:lnTo>
                    <a:pt x="2910973" y="1702103"/>
                  </a:lnTo>
                  <a:lnTo>
                    <a:pt x="2911066" y="1702103"/>
                  </a:lnTo>
                  <a:lnTo>
                    <a:pt x="2911160" y="1702103"/>
                  </a:lnTo>
                  <a:lnTo>
                    <a:pt x="2911253" y="1702103"/>
                  </a:lnTo>
                  <a:lnTo>
                    <a:pt x="2911346" y="1702103"/>
                  </a:lnTo>
                  <a:lnTo>
                    <a:pt x="2911439" y="1702103"/>
                  </a:lnTo>
                  <a:lnTo>
                    <a:pt x="2911533" y="1702103"/>
                  </a:lnTo>
                  <a:lnTo>
                    <a:pt x="2911626" y="1702103"/>
                  </a:lnTo>
                  <a:lnTo>
                    <a:pt x="2911719" y="1702103"/>
                  </a:lnTo>
                  <a:lnTo>
                    <a:pt x="2911812" y="1702103"/>
                  </a:lnTo>
                  <a:lnTo>
                    <a:pt x="2911906" y="1702103"/>
                  </a:lnTo>
                  <a:lnTo>
                    <a:pt x="2911999" y="1702103"/>
                  </a:lnTo>
                  <a:lnTo>
                    <a:pt x="2912092" y="1702103"/>
                  </a:lnTo>
                  <a:lnTo>
                    <a:pt x="2912185" y="1702103"/>
                  </a:lnTo>
                  <a:lnTo>
                    <a:pt x="2912279" y="1702103"/>
                  </a:lnTo>
                  <a:lnTo>
                    <a:pt x="2912372" y="1702103"/>
                  </a:lnTo>
                  <a:lnTo>
                    <a:pt x="2912465" y="1702103"/>
                  </a:lnTo>
                  <a:lnTo>
                    <a:pt x="2912558" y="1702103"/>
                  </a:lnTo>
                  <a:lnTo>
                    <a:pt x="2912652" y="1702103"/>
                  </a:lnTo>
                  <a:lnTo>
                    <a:pt x="2912745" y="1702103"/>
                  </a:lnTo>
                  <a:lnTo>
                    <a:pt x="2912838" y="1702103"/>
                  </a:lnTo>
                  <a:lnTo>
                    <a:pt x="2912931" y="1702103"/>
                  </a:lnTo>
                  <a:lnTo>
                    <a:pt x="2913025" y="1702103"/>
                  </a:lnTo>
                  <a:lnTo>
                    <a:pt x="2913118" y="1702103"/>
                  </a:lnTo>
                  <a:lnTo>
                    <a:pt x="2913211" y="1702103"/>
                  </a:lnTo>
                  <a:lnTo>
                    <a:pt x="2913304" y="1702103"/>
                  </a:lnTo>
                  <a:lnTo>
                    <a:pt x="2913398" y="1702103"/>
                  </a:lnTo>
                  <a:lnTo>
                    <a:pt x="2913491" y="1702103"/>
                  </a:lnTo>
                  <a:lnTo>
                    <a:pt x="2913584" y="1702103"/>
                  </a:lnTo>
                  <a:lnTo>
                    <a:pt x="2913677" y="1702103"/>
                  </a:lnTo>
                  <a:lnTo>
                    <a:pt x="2913771" y="1702103"/>
                  </a:lnTo>
                  <a:lnTo>
                    <a:pt x="2913864" y="1702103"/>
                  </a:lnTo>
                  <a:lnTo>
                    <a:pt x="2913957" y="1702103"/>
                  </a:lnTo>
                  <a:lnTo>
                    <a:pt x="2914050" y="1702103"/>
                  </a:lnTo>
                  <a:lnTo>
                    <a:pt x="2914143" y="1702103"/>
                  </a:lnTo>
                  <a:lnTo>
                    <a:pt x="2914237" y="1702103"/>
                  </a:lnTo>
                  <a:lnTo>
                    <a:pt x="2914330" y="1702103"/>
                  </a:lnTo>
                  <a:lnTo>
                    <a:pt x="2914423" y="1702103"/>
                  </a:lnTo>
                  <a:lnTo>
                    <a:pt x="2914516" y="1702103"/>
                  </a:lnTo>
                  <a:lnTo>
                    <a:pt x="2914610" y="1702103"/>
                  </a:lnTo>
                  <a:lnTo>
                    <a:pt x="2914703" y="1702103"/>
                  </a:lnTo>
                  <a:lnTo>
                    <a:pt x="2914796" y="1702103"/>
                  </a:lnTo>
                  <a:lnTo>
                    <a:pt x="2914889" y="1702103"/>
                  </a:lnTo>
                  <a:lnTo>
                    <a:pt x="2914983" y="1702103"/>
                  </a:lnTo>
                  <a:lnTo>
                    <a:pt x="2915076" y="1702103"/>
                  </a:lnTo>
                  <a:lnTo>
                    <a:pt x="2915169" y="1702103"/>
                  </a:lnTo>
                  <a:lnTo>
                    <a:pt x="2915262" y="1702103"/>
                  </a:lnTo>
                  <a:lnTo>
                    <a:pt x="2915356" y="1702103"/>
                  </a:lnTo>
                  <a:lnTo>
                    <a:pt x="2915449" y="1702103"/>
                  </a:lnTo>
                  <a:lnTo>
                    <a:pt x="2915542" y="1702103"/>
                  </a:lnTo>
                  <a:lnTo>
                    <a:pt x="2915635" y="1702103"/>
                  </a:lnTo>
                  <a:lnTo>
                    <a:pt x="2915729" y="1702103"/>
                  </a:lnTo>
                  <a:lnTo>
                    <a:pt x="2915822" y="1702103"/>
                  </a:lnTo>
                  <a:lnTo>
                    <a:pt x="2915915" y="1702103"/>
                  </a:lnTo>
                  <a:lnTo>
                    <a:pt x="2916008" y="1702103"/>
                  </a:lnTo>
                  <a:lnTo>
                    <a:pt x="2916102" y="1702103"/>
                  </a:lnTo>
                  <a:lnTo>
                    <a:pt x="2916195" y="1702103"/>
                  </a:lnTo>
                  <a:lnTo>
                    <a:pt x="2916288" y="1702103"/>
                  </a:lnTo>
                  <a:lnTo>
                    <a:pt x="2916381" y="1702103"/>
                  </a:lnTo>
                  <a:lnTo>
                    <a:pt x="2916475" y="1702103"/>
                  </a:lnTo>
                  <a:lnTo>
                    <a:pt x="2916568" y="1702103"/>
                  </a:lnTo>
                  <a:lnTo>
                    <a:pt x="2916661" y="1702103"/>
                  </a:lnTo>
                  <a:lnTo>
                    <a:pt x="2916754" y="1702103"/>
                  </a:lnTo>
                  <a:lnTo>
                    <a:pt x="2916848" y="1702103"/>
                  </a:lnTo>
                  <a:lnTo>
                    <a:pt x="2916941" y="1702103"/>
                  </a:lnTo>
                  <a:lnTo>
                    <a:pt x="2917034" y="1702103"/>
                  </a:lnTo>
                  <a:lnTo>
                    <a:pt x="2917127" y="1702103"/>
                  </a:lnTo>
                  <a:lnTo>
                    <a:pt x="2917221" y="1702103"/>
                  </a:lnTo>
                  <a:lnTo>
                    <a:pt x="2917314" y="1702103"/>
                  </a:lnTo>
                  <a:lnTo>
                    <a:pt x="2917407" y="1702103"/>
                  </a:lnTo>
                  <a:lnTo>
                    <a:pt x="2917500" y="1702103"/>
                  </a:lnTo>
                  <a:lnTo>
                    <a:pt x="2917594" y="1702103"/>
                  </a:lnTo>
                  <a:lnTo>
                    <a:pt x="2917687" y="1702103"/>
                  </a:lnTo>
                  <a:lnTo>
                    <a:pt x="2917780" y="1702103"/>
                  </a:lnTo>
                  <a:lnTo>
                    <a:pt x="2917873" y="1702103"/>
                  </a:lnTo>
                  <a:lnTo>
                    <a:pt x="2917967" y="1702103"/>
                  </a:lnTo>
                  <a:lnTo>
                    <a:pt x="2918060" y="1702103"/>
                  </a:lnTo>
                  <a:lnTo>
                    <a:pt x="2918153" y="1702103"/>
                  </a:lnTo>
                  <a:lnTo>
                    <a:pt x="2918246" y="1702103"/>
                  </a:lnTo>
                  <a:lnTo>
                    <a:pt x="2918340" y="1702103"/>
                  </a:lnTo>
                  <a:lnTo>
                    <a:pt x="2918433" y="1702103"/>
                  </a:lnTo>
                  <a:lnTo>
                    <a:pt x="2918526" y="1702103"/>
                  </a:lnTo>
                  <a:lnTo>
                    <a:pt x="2918619" y="1702103"/>
                  </a:lnTo>
                  <a:lnTo>
                    <a:pt x="2918713" y="1702103"/>
                  </a:lnTo>
                  <a:lnTo>
                    <a:pt x="2918806" y="1702103"/>
                  </a:lnTo>
                  <a:lnTo>
                    <a:pt x="2918899" y="1702103"/>
                  </a:lnTo>
                  <a:lnTo>
                    <a:pt x="2918992" y="1702103"/>
                  </a:lnTo>
                  <a:lnTo>
                    <a:pt x="2919086" y="1702103"/>
                  </a:lnTo>
                  <a:lnTo>
                    <a:pt x="2919179" y="1702103"/>
                  </a:lnTo>
                  <a:lnTo>
                    <a:pt x="2919272" y="1702103"/>
                  </a:lnTo>
                  <a:lnTo>
                    <a:pt x="2919365" y="1702103"/>
                  </a:lnTo>
                  <a:lnTo>
                    <a:pt x="2919459" y="1702103"/>
                  </a:lnTo>
                  <a:lnTo>
                    <a:pt x="2919552" y="1702103"/>
                  </a:lnTo>
                  <a:lnTo>
                    <a:pt x="2919645" y="1702103"/>
                  </a:lnTo>
                  <a:lnTo>
                    <a:pt x="2919738" y="1702103"/>
                  </a:lnTo>
                  <a:lnTo>
                    <a:pt x="2919832" y="1702103"/>
                  </a:lnTo>
                  <a:lnTo>
                    <a:pt x="2919925" y="1702103"/>
                  </a:lnTo>
                  <a:lnTo>
                    <a:pt x="2920018" y="1702103"/>
                  </a:lnTo>
                  <a:lnTo>
                    <a:pt x="2920111" y="1702103"/>
                  </a:lnTo>
                  <a:lnTo>
                    <a:pt x="2920205" y="1702103"/>
                  </a:lnTo>
                  <a:lnTo>
                    <a:pt x="2920298" y="1702103"/>
                  </a:lnTo>
                  <a:lnTo>
                    <a:pt x="2920391" y="1702103"/>
                  </a:lnTo>
                  <a:lnTo>
                    <a:pt x="2920484" y="1702103"/>
                  </a:lnTo>
                  <a:lnTo>
                    <a:pt x="2920578" y="1702103"/>
                  </a:lnTo>
                  <a:lnTo>
                    <a:pt x="2920671" y="1702103"/>
                  </a:lnTo>
                  <a:lnTo>
                    <a:pt x="2920764" y="1702103"/>
                  </a:lnTo>
                  <a:lnTo>
                    <a:pt x="2920857" y="1702103"/>
                  </a:lnTo>
                  <a:lnTo>
                    <a:pt x="2920950" y="1702103"/>
                  </a:lnTo>
                  <a:lnTo>
                    <a:pt x="2921044" y="1702103"/>
                  </a:lnTo>
                  <a:lnTo>
                    <a:pt x="2921137" y="1702103"/>
                  </a:lnTo>
                  <a:lnTo>
                    <a:pt x="2921230" y="1702103"/>
                  </a:lnTo>
                  <a:lnTo>
                    <a:pt x="2921323" y="1702103"/>
                  </a:lnTo>
                  <a:lnTo>
                    <a:pt x="2921417" y="1702103"/>
                  </a:lnTo>
                  <a:lnTo>
                    <a:pt x="2921510" y="1702103"/>
                  </a:lnTo>
                  <a:lnTo>
                    <a:pt x="2921603" y="1702103"/>
                  </a:lnTo>
                  <a:lnTo>
                    <a:pt x="2921696" y="1702103"/>
                  </a:lnTo>
                  <a:lnTo>
                    <a:pt x="2921790" y="1702103"/>
                  </a:lnTo>
                  <a:lnTo>
                    <a:pt x="2921883" y="1702103"/>
                  </a:lnTo>
                  <a:lnTo>
                    <a:pt x="2921976" y="1702103"/>
                  </a:lnTo>
                  <a:lnTo>
                    <a:pt x="2922069" y="1702103"/>
                  </a:lnTo>
                  <a:lnTo>
                    <a:pt x="2922163" y="1702103"/>
                  </a:lnTo>
                  <a:lnTo>
                    <a:pt x="2922256" y="1702103"/>
                  </a:lnTo>
                  <a:lnTo>
                    <a:pt x="2922349" y="1702103"/>
                  </a:lnTo>
                  <a:lnTo>
                    <a:pt x="2922442" y="1702103"/>
                  </a:lnTo>
                  <a:lnTo>
                    <a:pt x="2922536" y="1702103"/>
                  </a:lnTo>
                  <a:lnTo>
                    <a:pt x="2922629" y="1702103"/>
                  </a:lnTo>
                  <a:lnTo>
                    <a:pt x="2922722" y="1702103"/>
                  </a:lnTo>
                  <a:lnTo>
                    <a:pt x="2922815" y="1702103"/>
                  </a:lnTo>
                  <a:lnTo>
                    <a:pt x="2922909" y="1702103"/>
                  </a:lnTo>
                  <a:lnTo>
                    <a:pt x="2923002" y="1702103"/>
                  </a:lnTo>
                  <a:lnTo>
                    <a:pt x="2923095" y="1702103"/>
                  </a:lnTo>
                  <a:lnTo>
                    <a:pt x="2923188" y="1702103"/>
                  </a:lnTo>
                  <a:lnTo>
                    <a:pt x="2923282" y="1702103"/>
                  </a:lnTo>
                  <a:lnTo>
                    <a:pt x="2923375" y="1702103"/>
                  </a:lnTo>
                  <a:lnTo>
                    <a:pt x="2923468" y="1702103"/>
                  </a:lnTo>
                  <a:lnTo>
                    <a:pt x="2923561" y="1702103"/>
                  </a:lnTo>
                  <a:lnTo>
                    <a:pt x="2923655" y="1702103"/>
                  </a:lnTo>
                  <a:lnTo>
                    <a:pt x="2923748" y="1702103"/>
                  </a:lnTo>
                  <a:lnTo>
                    <a:pt x="2923841" y="1702103"/>
                  </a:lnTo>
                  <a:lnTo>
                    <a:pt x="2923934" y="1702103"/>
                  </a:lnTo>
                  <a:lnTo>
                    <a:pt x="2924028" y="1702103"/>
                  </a:lnTo>
                  <a:lnTo>
                    <a:pt x="2924121" y="1702103"/>
                  </a:lnTo>
                  <a:lnTo>
                    <a:pt x="2924214" y="1702103"/>
                  </a:lnTo>
                  <a:lnTo>
                    <a:pt x="2924307" y="1702103"/>
                  </a:lnTo>
                  <a:lnTo>
                    <a:pt x="2924401" y="1702103"/>
                  </a:lnTo>
                  <a:lnTo>
                    <a:pt x="2924494" y="1702103"/>
                  </a:lnTo>
                  <a:lnTo>
                    <a:pt x="2924587" y="1702103"/>
                  </a:lnTo>
                  <a:lnTo>
                    <a:pt x="2924680" y="1702103"/>
                  </a:lnTo>
                  <a:lnTo>
                    <a:pt x="2924774" y="1702103"/>
                  </a:lnTo>
                  <a:lnTo>
                    <a:pt x="2924867" y="1702103"/>
                  </a:lnTo>
                  <a:lnTo>
                    <a:pt x="2924960" y="1702103"/>
                  </a:lnTo>
                  <a:lnTo>
                    <a:pt x="2925053" y="1702103"/>
                  </a:lnTo>
                  <a:lnTo>
                    <a:pt x="2925147" y="1702103"/>
                  </a:lnTo>
                  <a:lnTo>
                    <a:pt x="2925240" y="1702103"/>
                  </a:lnTo>
                  <a:lnTo>
                    <a:pt x="2925333" y="1702103"/>
                  </a:lnTo>
                  <a:lnTo>
                    <a:pt x="2925426" y="1702103"/>
                  </a:lnTo>
                  <a:lnTo>
                    <a:pt x="2925520" y="1702103"/>
                  </a:lnTo>
                  <a:lnTo>
                    <a:pt x="2925613" y="1702103"/>
                  </a:lnTo>
                  <a:lnTo>
                    <a:pt x="2925706" y="1702103"/>
                  </a:lnTo>
                  <a:lnTo>
                    <a:pt x="2925799" y="1702103"/>
                  </a:lnTo>
                  <a:lnTo>
                    <a:pt x="2925893" y="1702103"/>
                  </a:lnTo>
                  <a:lnTo>
                    <a:pt x="2925986" y="1702103"/>
                  </a:lnTo>
                  <a:lnTo>
                    <a:pt x="2926079" y="1702103"/>
                  </a:lnTo>
                  <a:lnTo>
                    <a:pt x="2926172" y="1702103"/>
                  </a:lnTo>
                  <a:lnTo>
                    <a:pt x="2926266" y="1702103"/>
                  </a:lnTo>
                  <a:lnTo>
                    <a:pt x="2926359" y="1702103"/>
                  </a:lnTo>
                  <a:lnTo>
                    <a:pt x="2926452" y="1702103"/>
                  </a:lnTo>
                  <a:lnTo>
                    <a:pt x="2926545" y="1702103"/>
                  </a:lnTo>
                  <a:lnTo>
                    <a:pt x="2926639" y="1702103"/>
                  </a:lnTo>
                  <a:lnTo>
                    <a:pt x="2926732" y="1702103"/>
                  </a:lnTo>
                  <a:lnTo>
                    <a:pt x="2926825" y="1702103"/>
                  </a:lnTo>
                  <a:lnTo>
                    <a:pt x="2926918" y="1702103"/>
                  </a:lnTo>
                  <a:lnTo>
                    <a:pt x="2927012" y="1702103"/>
                  </a:lnTo>
                  <a:lnTo>
                    <a:pt x="2927105" y="1702103"/>
                  </a:lnTo>
                  <a:lnTo>
                    <a:pt x="2927198" y="1702103"/>
                  </a:lnTo>
                  <a:lnTo>
                    <a:pt x="2927291" y="1702103"/>
                  </a:lnTo>
                  <a:lnTo>
                    <a:pt x="2927385" y="1702103"/>
                  </a:lnTo>
                  <a:lnTo>
                    <a:pt x="2927478" y="1702103"/>
                  </a:lnTo>
                  <a:lnTo>
                    <a:pt x="2927571" y="1702103"/>
                  </a:lnTo>
                  <a:lnTo>
                    <a:pt x="2927664" y="1702103"/>
                  </a:lnTo>
                  <a:lnTo>
                    <a:pt x="2927757" y="1702103"/>
                  </a:lnTo>
                  <a:lnTo>
                    <a:pt x="2927851" y="1702103"/>
                  </a:lnTo>
                  <a:lnTo>
                    <a:pt x="2927944" y="1702103"/>
                  </a:lnTo>
                  <a:lnTo>
                    <a:pt x="2928037" y="1702103"/>
                  </a:lnTo>
                  <a:lnTo>
                    <a:pt x="2928130" y="1702103"/>
                  </a:lnTo>
                  <a:lnTo>
                    <a:pt x="2928224" y="1702103"/>
                  </a:lnTo>
                  <a:lnTo>
                    <a:pt x="2928317" y="1702103"/>
                  </a:lnTo>
                  <a:lnTo>
                    <a:pt x="2928410" y="1702103"/>
                  </a:lnTo>
                  <a:lnTo>
                    <a:pt x="2928503" y="1702103"/>
                  </a:lnTo>
                  <a:lnTo>
                    <a:pt x="2928597" y="1702103"/>
                  </a:lnTo>
                  <a:lnTo>
                    <a:pt x="2928690" y="1702103"/>
                  </a:lnTo>
                  <a:lnTo>
                    <a:pt x="2928783" y="1702103"/>
                  </a:lnTo>
                  <a:lnTo>
                    <a:pt x="2928876" y="1702103"/>
                  </a:lnTo>
                  <a:lnTo>
                    <a:pt x="2928970" y="1702103"/>
                  </a:lnTo>
                  <a:lnTo>
                    <a:pt x="2929063" y="1702103"/>
                  </a:lnTo>
                  <a:lnTo>
                    <a:pt x="2929156" y="1702103"/>
                  </a:lnTo>
                  <a:lnTo>
                    <a:pt x="2929249" y="1702103"/>
                  </a:lnTo>
                  <a:lnTo>
                    <a:pt x="2929343" y="1702103"/>
                  </a:lnTo>
                  <a:lnTo>
                    <a:pt x="2929436" y="1702103"/>
                  </a:lnTo>
                  <a:lnTo>
                    <a:pt x="2929529" y="1702103"/>
                  </a:lnTo>
                  <a:lnTo>
                    <a:pt x="2929622" y="1702103"/>
                  </a:lnTo>
                  <a:lnTo>
                    <a:pt x="2929716" y="1702103"/>
                  </a:lnTo>
                  <a:lnTo>
                    <a:pt x="2929809" y="1702103"/>
                  </a:lnTo>
                  <a:lnTo>
                    <a:pt x="2929902" y="1702103"/>
                  </a:lnTo>
                  <a:lnTo>
                    <a:pt x="2929995" y="1702103"/>
                  </a:lnTo>
                  <a:lnTo>
                    <a:pt x="2930089" y="1702103"/>
                  </a:lnTo>
                  <a:lnTo>
                    <a:pt x="2930182" y="1702103"/>
                  </a:lnTo>
                  <a:lnTo>
                    <a:pt x="2930275" y="1702103"/>
                  </a:lnTo>
                  <a:lnTo>
                    <a:pt x="2930368" y="1702103"/>
                  </a:lnTo>
                  <a:lnTo>
                    <a:pt x="2930462" y="1702103"/>
                  </a:lnTo>
                  <a:lnTo>
                    <a:pt x="2930555" y="1702103"/>
                  </a:lnTo>
                  <a:lnTo>
                    <a:pt x="2930648" y="1702103"/>
                  </a:lnTo>
                  <a:lnTo>
                    <a:pt x="2930741" y="1702103"/>
                  </a:lnTo>
                  <a:lnTo>
                    <a:pt x="2930835" y="1702103"/>
                  </a:lnTo>
                  <a:lnTo>
                    <a:pt x="2930928" y="1702103"/>
                  </a:lnTo>
                  <a:lnTo>
                    <a:pt x="2931021" y="1702103"/>
                  </a:lnTo>
                  <a:lnTo>
                    <a:pt x="2931114" y="1702103"/>
                  </a:lnTo>
                  <a:lnTo>
                    <a:pt x="2931208" y="1702103"/>
                  </a:lnTo>
                  <a:lnTo>
                    <a:pt x="2931301" y="1702103"/>
                  </a:lnTo>
                  <a:lnTo>
                    <a:pt x="2931394" y="1702103"/>
                  </a:lnTo>
                  <a:lnTo>
                    <a:pt x="2931487" y="1702103"/>
                  </a:lnTo>
                  <a:lnTo>
                    <a:pt x="2931581" y="1702103"/>
                  </a:lnTo>
                  <a:lnTo>
                    <a:pt x="2931674" y="1702103"/>
                  </a:lnTo>
                  <a:lnTo>
                    <a:pt x="2931767" y="1702103"/>
                  </a:lnTo>
                  <a:lnTo>
                    <a:pt x="2931860" y="1702103"/>
                  </a:lnTo>
                  <a:lnTo>
                    <a:pt x="2931954" y="1702103"/>
                  </a:lnTo>
                  <a:lnTo>
                    <a:pt x="2932047" y="1702103"/>
                  </a:lnTo>
                  <a:lnTo>
                    <a:pt x="2932140" y="1702103"/>
                  </a:lnTo>
                  <a:lnTo>
                    <a:pt x="2932233" y="1702103"/>
                  </a:lnTo>
                  <a:lnTo>
                    <a:pt x="2932327" y="1702103"/>
                  </a:lnTo>
                  <a:lnTo>
                    <a:pt x="2932420" y="1702103"/>
                  </a:lnTo>
                  <a:lnTo>
                    <a:pt x="2932513" y="1702103"/>
                  </a:lnTo>
                  <a:lnTo>
                    <a:pt x="2932606" y="1702103"/>
                  </a:lnTo>
                  <a:lnTo>
                    <a:pt x="2932700" y="1702103"/>
                  </a:lnTo>
                  <a:lnTo>
                    <a:pt x="2932793" y="1702103"/>
                  </a:lnTo>
                  <a:lnTo>
                    <a:pt x="2932886" y="1702103"/>
                  </a:lnTo>
                  <a:lnTo>
                    <a:pt x="2932979" y="1702103"/>
                  </a:lnTo>
                  <a:lnTo>
                    <a:pt x="2933073" y="1702103"/>
                  </a:lnTo>
                  <a:lnTo>
                    <a:pt x="2933166" y="1702103"/>
                  </a:lnTo>
                  <a:lnTo>
                    <a:pt x="2933259" y="1702103"/>
                  </a:lnTo>
                  <a:lnTo>
                    <a:pt x="2933352" y="1702103"/>
                  </a:lnTo>
                  <a:lnTo>
                    <a:pt x="2933446" y="1702103"/>
                  </a:lnTo>
                  <a:lnTo>
                    <a:pt x="2933539" y="1702103"/>
                  </a:lnTo>
                  <a:lnTo>
                    <a:pt x="2933632" y="1702103"/>
                  </a:lnTo>
                  <a:lnTo>
                    <a:pt x="2933725" y="1702103"/>
                  </a:lnTo>
                  <a:lnTo>
                    <a:pt x="2933819" y="1702103"/>
                  </a:lnTo>
                  <a:lnTo>
                    <a:pt x="2933912" y="1702103"/>
                  </a:lnTo>
                  <a:lnTo>
                    <a:pt x="2934005" y="1702103"/>
                  </a:lnTo>
                  <a:lnTo>
                    <a:pt x="2934098" y="1702103"/>
                  </a:lnTo>
                  <a:lnTo>
                    <a:pt x="2934192" y="1702103"/>
                  </a:lnTo>
                  <a:lnTo>
                    <a:pt x="2934285" y="1702103"/>
                  </a:lnTo>
                  <a:lnTo>
                    <a:pt x="2934378" y="1702103"/>
                  </a:lnTo>
                  <a:lnTo>
                    <a:pt x="2934471" y="1702103"/>
                  </a:lnTo>
                  <a:lnTo>
                    <a:pt x="2934565" y="1702103"/>
                  </a:lnTo>
                  <a:lnTo>
                    <a:pt x="2934658" y="1702103"/>
                  </a:lnTo>
                  <a:lnTo>
                    <a:pt x="2934751" y="1702103"/>
                  </a:lnTo>
                  <a:lnTo>
                    <a:pt x="2934844" y="1702103"/>
                  </a:lnTo>
                  <a:lnTo>
                    <a:pt x="2934937" y="1702103"/>
                  </a:lnTo>
                  <a:lnTo>
                    <a:pt x="2935031" y="1702103"/>
                  </a:lnTo>
                  <a:lnTo>
                    <a:pt x="2935124" y="1702103"/>
                  </a:lnTo>
                  <a:lnTo>
                    <a:pt x="2935217" y="1702103"/>
                  </a:lnTo>
                  <a:lnTo>
                    <a:pt x="2935310" y="1702103"/>
                  </a:lnTo>
                  <a:lnTo>
                    <a:pt x="2935404" y="1702103"/>
                  </a:lnTo>
                  <a:lnTo>
                    <a:pt x="2935497" y="1702103"/>
                  </a:lnTo>
                  <a:lnTo>
                    <a:pt x="2935590" y="1702103"/>
                  </a:lnTo>
                  <a:lnTo>
                    <a:pt x="2935683" y="1702103"/>
                  </a:lnTo>
                  <a:lnTo>
                    <a:pt x="2935777" y="1702103"/>
                  </a:lnTo>
                  <a:lnTo>
                    <a:pt x="2935870" y="1702103"/>
                  </a:lnTo>
                  <a:lnTo>
                    <a:pt x="2935963" y="1702103"/>
                  </a:lnTo>
                  <a:lnTo>
                    <a:pt x="2936056" y="1702103"/>
                  </a:lnTo>
                  <a:lnTo>
                    <a:pt x="2936150" y="1702103"/>
                  </a:lnTo>
                  <a:lnTo>
                    <a:pt x="2936243" y="1702103"/>
                  </a:lnTo>
                  <a:lnTo>
                    <a:pt x="2936336" y="1702103"/>
                  </a:lnTo>
                  <a:lnTo>
                    <a:pt x="2936429" y="1702103"/>
                  </a:lnTo>
                  <a:lnTo>
                    <a:pt x="2936523" y="1702103"/>
                  </a:lnTo>
                  <a:lnTo>
                    <a:pt x="2936616" y="1702103"/>
                  </a:lnTo>
                  <a:lnTo>
                    <a:pt x="2936709" y="1702103"/>
                  </a:lnTo>
                  <a:lnTo>
                    <a:pt x="2936802" y="1702103"/>
                  </a:lnTo>
                  <a:lnTo>
                    <a:pt x="2936896" y="1702103"/>
                  </a:lnTo>
                  <a:lnTo>
                    <a:pt x="2936989" y="1702103"/>
                  </a:lnTo>
                  <a:lnTo>
                    <a:pt x="2937082" y="1702103"/>
                  </a:lnTo>
                  <a:lnTo>
                    <a:pt x="2937175" y="1702103"/>
                  </a:lnTo>
                  <a:lnTo>
                    <a:pt x="2937269" y="1702103"/>
                  </a:lnTo>
                  <a:lnTo>
                    <a:pt x="2937362" y="1702103"/>
                  </a:lnTo>
                  <a:lnTo>
                    <a:pt x="2937455" y="1702103"/>
                  </a:lnTo>
                  <a:lnTo>
                    <a:pt x="2937548" y="1702103"/>
                  </a:lnTo>
                  <a:lnTo>
                    <a:pt x="2937642" y="1702103"/>
                  </a:lnTo>
                  <a:lnTo>
                    <a:pt x="2937735" y="1702103"/>
                  </a:lnTo>
                  <a:lnTo>
                    <a:pt x="2937828" y="1702103"/>
                  </a:lnTo>
                  <a:lnTo>
                    <a:pt x="2937921" y="1702103"/>
                  </a:lnTo>
                  <a:lnTo>
                    <a:pt x="2938015" y="1702103"/>
                  </a:lnTo>
                  <a:lnTo>
                    <a:pt x="2938108" y="1702103"/>
                  </a:lnTo>
                  <a:lnTo>
                    <a:pt x="2938201" y="1702103"/>
                  </a:lnTo>
                  <a:lnTo>
                    <a:pt x="2938294" y="1702103"/>
                  </a:lnTo>
                  <a:lnTo>
                    <a:pt x="2938388" y="1702103"/>
                  </a:lnTo>
                  <a:lnTo>
                    <a:pt x="2938481" y="1702103"/>
                  </a:lnTo>
                  <a:lnTo>
                    <a:pt x="2938574" y="1702103"/>
                  </a:lnTo>
                  <a:lnTo>
                    <a:pt x="2938667" y="1702103"/>
                  </a:lnTo>
                  <a:lnTo>
                    <a:pt x="2938667" y="1692149"/>
                  </a:lnTo>
                  <a:lnTo>
                    <a:pt x="2938761" y="1692149"/>
                  </a:lnTo>
                  <a:lnTo>
                    <a:pt x="2938854" y="1692149"/>
                  </a:lnTo>
                  <a:lnTo>
                    <a:pt x="2938947" y="1692149"/>
                  </a:lnTo>
                  <a:lnTo>
                    <a:pt x="2939040" y="1692149"/>
                  </a:lnTo>
                  <a:lnTo>
                    <a:pt x="2939134" y="1692149"/>
                  </a:lnTo>
                  <a:lnTo>
                    <a:pt x="2939227" y="1692149"/>
                  </a:lnTo>
                  <a:lnTo>
                    <a:pt x="2939320" y="1692149"/>
                  </a:lnTo>
                  <a:lnTo>
                    <a:pt x="2939413" y="1692149"/>
                  </a:lnTo>
                  <a:lnTo>
                    <a:pt x="2939507" y="1692149"/>
                  </a:lnTo>
                  <a:lnTo>
                    <a:pt x="2939600" y="1692149"/>
                  </a:lnTo>
                  <a:lnTo>
                    <a:pt x="2939693" y="1692149"/>
                  </a:lnTo>
                  <a:lnTo>
                    <a:pt x="2939786" y="1692149"/>
                  </a:lnTo>
                  <a:lnTo>
                    <a:pt x="2939880" y="1692149"/>
                  </a:lnTo>
                  <a:lnTo>
                    <a:pt x="2939973" y="1692149"/>
                  </a:lnTo>
                  <a:lnTo>
                    <a:pt x="2940066" y="1692149"/>
                  </a:lnTo>
                  <a:lnTo>
                    <a:pt x="2940159" y="1692149"/>
                  </a:lnTo>
                  <a:lnTo>
                    <a:pt x="2940253" y="1692149"/>
                  </a:lnTo>
                  <a:lnTo>
                    <a:pt x="2940346" y="1692149"/>
                  </a:lnTo>
                  <a:lnTo>
                    <a:pt x="2940439" y="1692149"/>
                  </a:lnTo>
                  <a:lnTo>
                    <a:pt x="2940532" y="1692149"/>
                  </a:lnTo>
                  <a:lnTo>
                    <a:pt x="2940626" y="1692149"/>
                  </a:lnTo>
                  <a:lnTo>
                    <a:pt x="2940719" y="1692149"/>
                  </a:lnTo>
                  <a:lnTo>
                    <a:pt x="2940812" y="1692149"/>
                  </a:lnTo>
                  <a:lnTo>
                    <a:pt x="2940905" y="1692149"/>
                  </a:lnTo>
                  <a:lnTo>
                    <a:pt x="2940999" y="1692149"/>
                  </a:lnTo>
                  <a:lnTo>
                    <a:pt x="2941092" y="1692149"/>
                  </a:lnTo>
                  <a:lnTo>
                    <a:pt x="2941092" y="1682196"/>
                  </a:lnTo>
                  <a:lnTo>
                    <a:pt x="2941185" y="1682196"/>
                  </a:lnTo>
                  <a:lnTo>
                    <a:pt x="2941278" y="1682196"/>
                  </a:lnTo>
                  <a:lnTo>
                    <a:pt x="2941372" y="1682196"/>
                  </a:lnTo>
                  <a:lnTo>
                    <a:pt x="2941465" y="1682196"/>
                  </a:lnTo>
                  <a:lnTo>
                    <a:pt x="2941558" y="1682196"/>
                  </a:lnTo>
                  <a:lnTo>
                    <a:pt x="2941651" y="1682196"/>
                  </a:lnTo>
                  <a:lnTo>
                    <a:pt x="2941744" y="1682196"/>
                  </a:lnTo>
                  <a:lnTo>
                    <a:pt x="2941838" y="1682196"/>
                  </a:lnTo>
                  <a:lnTo>
                    <a:pt x="2941931" y="1682196"/>
                  </a:lnTo>
                  <a:lnTo>
                    <a:pt x="2942024" y="1682196"/>
                  </a:lnTo>
                  <a:lnTo>
                    <a:pt x="2942117" y="1682196"/>
                  </a:lnTo>
                  <a:lnTo>
                    <a:pt x="2942211" y="1682196"/>
                  </a:lnTo>
                  <a:lnTo>
                    <a:pt x="2942304" y="1682196"/>
                  </a:lnTo>
                  <a:lnTo>
                    <a:pt x="2942397" y="1682196"/>
                  </a:lnTo>
                  <a:lnTo>
                    <a:pt x="2942490" y="1682196"/>
                  </a:lnTo>
                  <a:lnTo>
                    <a:pt x="2942584" y="1682196"/>
                  </a:lnTo>
                  <a:lnTo>
                    <a:pt x="2942677" y="1682196"/>
                  </a:lnTo>
                  <a:lnTo>
                    <a:pt x="2942770" y="1682196"/>
                  </a:lnTo>
                  <a:lnTo>
                    <a:pt x="2942863" y="1682196"/>
                  </a:lnTo>
                  <a:lnTo>
                    <a:pt x="2942957" y="1682196"/>
                  </a:lnTo>
                  <a:lnTo>
                    <a:pt x="2943050" y="1682196"/>
                  </a:lnTo>
                  <a:lnTo>
                    <a:pt x="2943050" y="1672242"/>
                  </a:lnTo>
                  <a:lnTo>
                    <a:pt x="2943143" y="1672242"/>
                  </a:lnTo>
                  <a:lnTo>
                    <a:pt x="2943236" y="1672242"/>
                  </a:lnTo>
                  <a:lnTo>
                    <a:pt x="2943330" y="1672242"/>
                  </a:lnTo>
                  <a:lnTo>
                    <a:pt x="2943423" y="1672242"/>
                  </a:lnTo>
                  <a:lnTo>
                    <a:pt x="2943516" y="1672242"/>
                  </a:lnTo>
                  <a:lnTo>
                    <a:pt x="2943609" y="1672242"/>
                  </a:lnTo>
                  <a:lnTo>
                    <a:pt x="2943703" y="1672242"/>
                  </a:lnTo>
                  <a:lnTo>
                    <a:pt x="2943796" y="1672242"/>
                  </a:lnTo>
                  <a:lnTo>
                    <a:pt x="2943889" y="1672242"/>
                  </a:lnTo>
                  <a:lnTo>
                    <a:pt x="2943982" y="1672242"/>
                  </a:lnTo>
                  <a:lnTo>
                    <a:pt x="2944076" y="1672242"/>
                  </a:lnTo>
                  <a:lnTo>
                    <a:pt x="2944169" y="1672242"/>
                  </a:lnTo>
                  <a:lnTo>
                    <a:pt x="2944262" y="1672242"/>
                  </a:lnTo>
                  <a:lnTo>
                    <a:pt x="2944355" y="1672242"/>
                  </a:lnTo>
                  <a:lnTo>
                    <a:pt x="2944449" y="1672242"/>
                  </a:lnTo>
                  <a:lnTo>
                    <a:pt x="2944542" y="1672242"/>
                  </a:lnTo>
                  <a:lnTo>
                    <a:pt x="2944635" y="1672242"/>
                  </a:lnTo>
                  <a:lnTo>
                    <a:pt x="2944728" y="1672242"/>
                  </a:lnTo>
                  <a:lnTo>
                    <a:pt x="2944822" y="1672242"/>
                  </a:lnTo>
                  <a:lnTo>
                    <a:pt x="2944915" y="1672242"/>
                  </a:lnTo>
                  <a:lnTo>
                    <a:pt x="2945008" y="1672242"/>
                  </a:lnTo>
                  <a:lnTo>
                    <a:pt x="2945101" y="1672242"/>
                  </a:lnTo>
                  <a:lnTo>
                    <a:pt x="2945195" y="1672242"/>
                  </a:lnTo>
                  <a:lnTo>
                    <a:pt x="2945288" y="1672242"/>
                  </a:lnTo>
                  <a:lnTo>
                    <a:pt x="2945381" y="1672242"/>
                  </a:lnTo>
                  <a:lnTo>
                    <a:pt x="2945474" y="1672242"/>
                  </a:lnTo>
                  <a:lnTo>
                    <a:pt x="2945568" y="1672242"/>
                  </a:lnTo>
                  <a:lnTo>
                    <a:pt x="2945661" y="1672242"/>
                  </a:lnTo>
                  <a:lnTo>
                    <a:pt x="2945754" y="1672242"/>
                  </a:lnTo>
                  <a:lnTo>
                    <a:pt x="2945847" y="1672242"/>
                  </a:lnTo>
                  <a:lnTo>
                    <a:pt x="2945941" y="1672242"/>
                  </a:lnTo>
                  <a:lnTo>
                    <a:pt x="2946034" y="1672242"/>
                  </a:lnTo>
                  <a:lnTo>
                    <a:pt x="2946127" y="1672242"/>
                  </a:lnTo>
                  <a:lnTo>
                    <a:pt x="2946220" y="1672242"/>
                  </a:lnTo>
                  <a:lnTo>
                    <a:pt x="2946314" y="1672242"/>
                  </a:lnTo>
                  <a:lnTo>
                    <a:pt x="2946407" y="1672242"/>
                  </a:lnTo>
                  <a:lnTo>
                    <a:pt x="2946500" y="1672242"/>
                  </a:lnTo>
                  <a:lnTo>
                    <a:pt x="2946593" y="1672242"/>
                  </a:lnTo>
                  <a:lnTo>
                    <a:pt x="2946687" y="1672242"/>
                  </a:lnTo>
                  <a:lnTo>
                    <a:pt x="2946780" y="1672242"/>
                  </a:lnTo>
                  <a:lnTo>
                    <a:pt x="2946873" y="1672242"/>
                  </a:lnTo>
                  <a:lnTo>
                    <a:pt x="2946966" y="1672242"/>
                  </a:lnTo>
                  <a:lnTo>
                    <a:pt x="2947060" y="1672242"/>
                  </a:lnTo>
                  <a:lnTo>
                    <a:pt x="2947153" y="1672242"/>
                  </a:lnTo>
                  <a:lnTo>
                    <a:pt x="2947246" y="1672242"/>
                  </a:lnTo>
                  <a:lnTo>
                    <a:pt x="2947339" y="1672242"/>
                  </a:lnTo>
                  <a:lnTo>
                    <a:pt x="2947433" y="1672242"/>
                  </a:lnTo>
                  <a:lnTo>
                    <a:pt x="2947526" y="1672242"/>
                  </a:lnTo>
                  <a:lnTo>
                    <a:pt x="2947619" y="1672242"/>
                  </a:lnTo>
                  <a:lnTo>
                    <a:pt x="2947712" y="1672242"/>
                  </a:lnTo>
                  <a:lnTo>
                    <a:pt x="2947806" y="1672242"/>
                  </a:lnTo>
                  <a:lnTo>
                    <a:pt x="2947899" y="1672242"/>
                  </a:lnTo>
                  <a:lnTo>
                    <a:pt x="2947992" y="1672242"/>
                  </a:lnTo>
                  <a:lnTo>
                    <a:pt x="2948085" y="1672242"/>
                  </a:lnTo>
                  <a:lnTo>
                    <a:pt x="2948179" y="1672242"/>
                  </a:lnTo>
                  <a:lnTo>
                    <a:pt x="2948272" y="1672242"/>
                  </a:lnTo>
                  <a:lnTo>
                    <a:pt x="2948365" y="1672242"/>
                  </a:lnTo>
                  <a:lnTo>
                    <a:pt x="2948458" y="1672242"/>
                  </a:lnTo>
                  <a:lnTo>
                    <a:pt x="2948552" y="1672242"/>
                  </a:lnTo>
                  <a:lnTo>
                    <a:pt x="2948645" y="1672242"/>
                  </a:lnTo>
                  <a:lnTo>
                    <a:pt x="2948738" y="1672242"/>
                  </a:lnTo>
                  <a:lnTo>
                    <a:pt x="2948831" y="1672242"/>
                  </a:lnTo>
                  <a:lnTo>
                    <a:pt x="2948924" y="1672242"/>
                  </a:lnTo>
                  <a:lnTo>
                    <a:pt x="2949018" y="1672242"/>
                  </a:lnTo>
                  <a:lnTo>
                    <a:pt x="2949111" y="1672242"/>
                  </a:lnTo>
                  <a:lnTo>
                    <a:pt x="2949204" y="1672242"/>
                  </a:lnTo>
                  <a:lnTo>
                    <a:pt x="2949297" y="1672242"/>
                  </a:lnTo>
                  <a:lnTo>
                    <a:pt x="2949391" y="1672242"/>
                  </a:lnTo>
                  <a:lnTo>
                    <a:pt x="2949484" y="1672242"/>
                  </a:lnTo>
                  <a:lnTo>
                    <a:pt x="2949577" y="1672242"/>
                  </a:lnTo>
                  <a:lnTo>
                    <a:pt x="2949670" y="1672242"/>
                  </a:lnTo>
                  <a:lnTo>
                    <a:pt x="2949764" y="1672242"/>
                  </a:lnTo>
                  <a:lnTo>
                    <a:pt x="2949857" y="1672242"/>
                  </a:lnTo>
                  <a:lnTo>
                    <a:pt x="2949950" y="1672242"/>
                  </a:lnTo>
                  <a:lnTo>
                    <a:pt x="2950043" y="1672242"/>
                  </a:lnTo>
                  <a:lnTo>
                    <a:pt x="2950137" y="1672242"/>
                  </a:lnTo>
                  <a:lnTo>
                    <a:pt x="2950230" y="1672242"/>
                  </a:lnTo>
                  <a:lnTo>
                    <a:pt x="2950323" y="1672242"/>
                  </a:lnTo>
                  <a:lnTo>
                    <a:pt x="2950416" y="1672242"/>
                  </a:lnTo>
                  <a:lnTo>
                    <a:pt x="2950510" y="1672242"/>
                  </a:lnTo>
                  <a:lnTo>
                    <a:pt x="2950603" y="1672242"/>
                  </a:lnTo>
                  <a:lnTo>
                    <a:pt x="2950696" y="1672242"/>
                  </a:lnTo>
                  <a:lnTo>
                    <a:pt x="2950789" y="1672242"/>
                  </a:lnTo>
                  <a:lnTo>
                    <a:pt x="2950883" y="1672242"/>
                  </a:lnTo>
                  <a:lnTo>
                    <a:pt x="2950976" y="1672242"/>
                  </a:lnTo>
                  <a:lnTo>
                    <a:pt x="2951069" y="1672242"/>
                  </a:lnTo>
                  <a:lnTo>
                    <a:pt x="2951162" y="1672242"/>
                  </a:lnTo>
                  <a:lnTo>
                    <a:pt x="2951256" y="1672242"/>
                  </a:lnTo>
                  <a:lnTo>
                    <a:pt x="2951349" y="1672242"/>
                  </a:lnTo>
                  <a:lnTo>
                    <a:pt x="2951442" y="1672242"/>
                  </a:lnTo>
                  <a:lnTo>
                    <a:pt x="2951535" y="1672242"/>
                  </a:lnTo>
                  <a:lnTo>
                    <a:pt x="2951629" y="1672242"/>
                  </a:lnTo>
                  <a:lnTo>
                    <a:pt x="2951722" y="1672242"/>
                  </a:lnTo>
                  <a:lnTo>
                    <a:pt x="2951815" y="1672242"/>
                  </a:lnTo>
                  <a:lnTo>
                    <a:pt x="2951908" y="1672242"/>
                  </a:lnTo>
                  <a:lnTo>
                    <a:pt x="2952002" y="1672242"/>
                  </a:lnTo>
                  <a:lnTo>
                    <a:pt x="2952095" y="1672242"/>
                  </a:lnTo>
                  <a:lnTo>
                    <a:pt x="2952188" y="1672242"/>
                  </a:lnTo>
                  <a:lnTo>
                    <a:pt x="2952281" y="1672242"/>
                  </a:lnTo>
                  <a:lnTo>
                    <a:pt x="2952375" y="1672242"/>
                  </a:lnTo>
                  <a:lnTo>
                    <a:pt x="2952468" y="1672242"/>
                  </a:lnTo>
                  <a:lnTo>
                    <a:pt x="2952561" y="1672242"/>
                  </a:lnTo>
                  <a:lnTo>
                    <a:pt x="2952561" y="1662288"/>
                  </a:lnTo>
                  <a:lnTo>
                    <a:pt x="2952654" y="1662288"/>
                  </a:lnTo>
                  <a:lnTo>
                    <a:pt x="2952748" y="1662288"/>
                  </a:lnTo>
                  <a:lnTo>
                    <a:pt x="2952841" y="1662288"/>
                  </a:lnTo>
                  <a:lnTo>
                    <a:pt x="2952934" y="1662288"/>
                  </a:lnTo>
                  <a:lnTo>
                    <a:pt x="2953027" y="1662288"/>
                  </a:lnTo>
                  <a:lnTo>
                    <a:pt x="2953121" y="1662288"/>
                  </a:lnTo>
                  <a:lnTo>
                    <a:pt x="2953214" y="1662288"/>
                  </a:lnTo>
                  <a:lnTo>
                    <a:pt x="2953307" y="1662288"/>
                  </a:lnTo>
                  <a:lnTo>
                    <a:pt x="2953400" y="1662288"/>
                  </a:lnTo>
                  <a:lnTo>
                    <a:pt x="2953494" y="1662288"/>
                  </a:lnTo>
                  <a:lnTo>
                    <a:pt x="2953587" y="1662288"/>
                  </a:lnTo>
                  <a:lnTo>
                    <a:pt x="2953680" y="1662288"/>
                  </a:lnTo>
                  <a:lnTo>
                    <a:pt x="2953773" y="1662288"/>
                  </a:lnTo>
                  <a:lnTo>
                    <a:pt x="2953867" y="1662288"/>
                  </a:lnTo>
                  <a:lnTo>
                    <a:pt x="2953960" y="1662288"/>
                  </a:lnTo>
                  <a:lnTo>
                    <a:pt x="2954053" y="1662288"/>
                  </a:lnTo>
                  <a:lnTo>
                    <a:pt x="2954146" y="1662288"/>
                  </a:lnTo>
                  <a:lnTo>
                    <a:pt x="2954240" y="1662288"/>
                  </a:lnTo>
                  <a:lnTo>
                    <a:pt x="2954333" y="1662288"/>
                  </a:lnTo>
                  <a:lnTo>
                    <a:pt x="2954426" y="1662288"/>
                  </a:lnTo>
                  <a:lnTo>
                    <a:pt x="2954519" y="1662288"/>
                  </a:lnTo>
                  <a:lnTo>
                    <a:pt x="2954613" y="1662288"/>
                  </a:lnTo>
                  <a:lnTo>
                    <a:pt x="2954706" y="1662288"/>
                  </a:lnTo>
                  <a:lnTo>
                    <a:pt x="2954799" y="1662288"/>
                  </a:lnTo>
                  <a:lnTo>
                    <a:pt x="2954892" y="1662288"/>
                  </a:lnTo>
                  <a:lnTo>
                    <a:pt x="2954986" y="1662288"/>
                  </a:lnTo>
                  <a:lnTo>
                    <a:pt x="2955079" y="1662288"/>
                  </a:lnTo>
                  <a:lnTo>
                    <a:pt x="2955172" y="1662288"/>
                  </a:lnTo>
                  <a:lnTo>
                    <a:pt x="2955172" y="1652334"/>
                  </a:lnTo>
                  <a:lnTo>
                    <a:pt x="2955265" y="1652334"/>
                  </a:lnTo>
                  <a:lnTo>
                    <a:pt x="2955359" y="1652334"/>
                  </a:lnTo>
                  <a:lnTo>
                    <a:pt x="2955359" y="1642380"/>
                  </a:lnTo>
                  <a:lnTo>
                    <a:pt x="2955452" y="1642380"/>
                  </a:lnTo>
                  <a:lnTo>
                    <a:pt x="2955545" y="1642380"/>
                  </a:lnTo>
                  <a:lnTo>
                    <a:pt x="2955638" y="1642380"/>
                  </a:lnTo>
                  <a:lnTo>
                    <a:pt x="2955731" y="1642380"/>
                  </a:lnTo>
                  <a:lnTo>
                    <a:pt x="2955825" y="1642380"/>
                  </a:lnTo>
                  <a:lnTo>
                    <a:pt x="2955918" y="1642380"/>
                  </a:lnTo>
                  <a:lnTo>
                    <a:pt x="2956011" y="1642380"/>
                  </a:lnTo>
                  <a:lnTo>
                    <a:pt x="2956104" y="1642380"/>
                  </a:lnTo>
                  <a:lnTo>
                    <a:pt x="2956198" y="1642380"/>
                  </a:lnTo>
                  <a:lnTo>
                    <a:pt x="2956291" y="1642380"/>
                  </a:lnTo>
                  <a:lnTo>
                    <a:pt x="2956384" y="1642380"/>
                  </a:lnTo>
                  <a:lnTo>
                    <a:pt x="2956477" y="1642380"/>
                  </a:lnTo>
                  <a:lnTo>
                    <a:pt x="2956571" y="1642380"/>
                  </a:lnTo>
                  <a:lnTo>
                    <a:pt x="2956664" y="1642380"/>
                  </a:lnTo>
                  <a:lnTo>
                    <a:pt x="2956757" y="1642380"/>
                  </a:lnTo>
                  <a:lnTo>
                    <a:pt x="2956850" y="1642380"/>
                  </a:lnTo>
                  <a:lnTo>
                    <a:pt x="2956944" y="1642380"/>
                  </a:lnTo>
                  <a:lnTo>
                    <a:pt x="2957037" y="1642380"/>
                  </a:lnTo>
                  <a:lnTo>
                    <a:pt x="2957130" y="1642380"/>
                  </a:lnTo>
                  <a:lnTo>
                    <a:pt x="2957223" y="1642380"/>
                  </a:lnTo>
                  <a:lnTo>
                    <a:pt x="2957317" y="1642380"/>
                  </a:lnTo>
                  <a:lnTo>
                    <a:pt x="2957410" y="1642380"/>
                  </a:lnTo>
                  <a:lnTo>
                    <a:pt x="2957503" y="1642380"/>
                  </a:lnTo>
                  <a:lnTo>
                    <a:pt x="2957596" y="1642380"/>
                  </a:lnTo>
                  <a:lnTo>
                    <a:pt x="2957690" y="1642380"/>
                  </a:lnTo>
                  <a:lnTo>
                    <a:pt x="2957783" y="1642380"/>
                  </a:lnTo>
                  <a:lnTo>
                    <a:pt x="2957876" y="1642380"/>
                  </a:lnTo>
                  <a:lnTo>
                    <a:pt x="2957969" y="1642380"/>
                  </a:lnTo>
                  <a:lnTo>
                    <a:pt x="2958063" y="1642380"/>
                  </a:lnTo>
                  <a:lnTo>
                    <a:pt x="2958156" y="1642380"/>
                  </a:lnTo>
                  <a:lnTo>
                    <a:pt x="2958249" y="1642380"/>
                  </a:lnTo>
                  <a:lnTo>
                    <a:pt x="2958342" y="1642380"/>
                  </a:lnTo>
                  <a:lnTo>
                    <a:pt x="2958436" y="1642380"/>
                  </a:lnTo>
                  <a:lnTo>
                    <a:pt x="2958529" y="1642380"/>
                  </a:lnTo>
                  <a:lnTo>
                    <a:pt x="2958622" y="1642380"/>
                  </a:lnTo>
                  <a:lnTo>
                    <a:pt x="2958715" y="1642380"/>
                  </a:lnTo>
                  <a:lnTo>
                    <a:pt x="2958809" y="1642380"/>
                  </a:lnTo>
                  <a:lnTo>
                    <a:pt x="2958902" y="1642380"/>
                  </a:lnTo>
                  <a:lnTo>
                    <a:pt x="2958995" y="1642380"/>
                  </a:lnTo>
                  <a:lnTo>
                    <a:pt x="2959088" y="1642380"/>
                  </a:lnTo>
                  <a:lnTo>
                    <a:pt x="2959182" y="1642380"/>
                  </a:lnTo>
                  <a:lnTo>
                    <a:pt x="2959275" y="1642380"/>
                  </a:lnTo>
                  <a:lnTo>
                    <a:pt x="2959368" y="1642380"/>
                  </a:lnTo>
                  <a:lnTo>
                    <a:pt x="2959461" y="1642380"/>
                  </a:lnTo>
                  <a:lnTo>
                    <a:pt x="2959555" y="1642380"/>
                  </a:lnTo>
                  <a:lnTo>
                    <a:pt x="2959648" y="1642380"/>
                  </a:lnTo>
                  <a:lnTo>
                    <a:pt x="2959741" y="1642380"/>
                  </a:lnTo>
                  <a:lnTo>
                    <a:pt x="2959834" y="1642380"/>
                  </a:lnTo>
                  <a:lnTo>
                    <a:pt x="2959928" y="1642380"/>
                  </a:lnTo>
                  <a:lnTo>
                    <a:pt x="2960021" y="1642380"/>
                  </a:lnTo>
                  <a:lnTo>
                    <a:pt x="2960114" y="1642380"/>
                  </a:lnTo>
                  <a:lnTo>
                    <a:pt x="2960207" y="1642380"/>
                  </a:lnTo>
                  <a:lnTo>
                    <a:pt x="2960301" y="1642380"/>
                  </a:lnTo>
                  <a:lnTo>
                    <a:pt x="2960394" y="1642380"/>
                  </a:lnTo>
                  <a:lnTo>
                    <a:pt x="2960487" y="1642380"/>
                  </a:lnTo>
                  <a:lnTo>
                    <a:pt x="2960580" y="1642380"/>
                  </a:lnTo>
                  <a:lnTo>
                    <a:pt x="2960674" y="1642380"/>
                  </a:lnTo>
                  <a:lnTo>
                    <a:pt x="2960767" y="1642380"/>
                  </a:lnTo>
                  <a:lnTo>
                    <a:pt x="2960860" y="1642380"/>
                  </a:lnTo>
                  <a:lnTo>
                    <a:pt x="2960953" y="1642380"/>
                  </a:lnTo>
                  <a:lnTo>
                    <a:pt x="2961047" y="1642380"/>
                  </a:lnTo>
                  <a:lnTo>
                    <a:pt x="2961140" y="1642380"/>
                  </a:lnTo>
                  <a:lnTo>
                    <a:pt x="2961233" y="1642380"/>
                  </a:lnTo>
                  <a:lnTo>
                    <a:pt x="2961326" y="1642380"/>
                  </a:lnTo>
                  <a:lnTo>
                    <a:pt x="2961420" y="1642380"/>
                  </a:lnTo>
                  <a:lnTo>
                    <a:pt x="2961513" y="1642380"/>
                  </a:lnTo>
                  <a:lnTo>
                    <a:pt x="2961606" y="1642380"/>
                  </a:lnTo>
                  <a:lnTo>
                    <a:pt x="2961699" y="1642380"/>
                  </a:lnTo>
                  <a:lnTo>
                    <a:pt x="2961793" y="1642380"/>
                  </a:lnTo>
                  <a:lnTo>
                    <a:pt x="2961886" y="1642380"/>
                  </a:lnTo>
                  <a:lnTo>
                    <a:pt x="2961979" y="1642380"/>
                  </a:lnTo>
                  <a:lnTo>
                    <a:pt x="2962072" y="1642380"/>
                  </a:lnTo>
                  <a:lnTo>
                    <a:pt x="2962166" y="1642380"/>
                  </a:lnTo>
                  <a:lnTo>
                    <a:pt x="2962259" y="1642380"/>
                  </a:lnTo>
                  <a:lnTo>
                    <a:pt x="2962352" y="1642380"/>
                  </a:lnTo>
                  <a:lnTo>
                    <a:pt x="2962445" y="1642380"/>
                  </a:lnTo>
                  <a:lnTo>
                    <a:pt x="2962538" y="1642380"/>
                  </a:lnTo>
                  <a:lnTo>
                    <a:pt x="2962632" y="1642380"/>
                  </a:lnTo>
                  <a:lnTo>
                    <a:pt x="2962725" y="1642380"/>
                  </a:lnTo>
                  <a:lnTo>
                    <a:pt x="2962818" y="1642380"/>
                  </a:lnTo>
                  <a:lnTo>
                    <a:pt x="2962911" y="1642380"/>
                  </a:lnTo>
                  <a:lnTo>
                    <a:pt x="2963005" y="1642380"/>
                  </a:lnTo>
                  <a:lnTo>
                    <a:pt x="2963098" y="1642380"/>
                  </a:lnTo>
                  <a:lnTo>
                    <a:pt x="2963191" y="1642380"/>
                  </a:lnTo>
                  <a:lnTo>
                    <a:pt x="2963284" y="1642380"/>
                  </a:lnTo>
                  <a:lnTo>
                    <a:pt x="2963378" y="1642380"/>
                  </a:lnTo>
                  <a:lnTo>
                    <a:pt x="2963471" y="1642380"/>
                  </a:lnTo>
                  <a:lnTo>
                    <a:pt x="2963564" y="1642380"/>
                  </a:lnTo>
                  <a:lnTo>
                    <a:pt x="2963657" y="1642380"/>
                  </a:lnTo>
                  <a:lnTo>
                    <a:pt x="2963751" y="1642380"/>
                  </a:lnTo>
                  <a:lnTo>
                    <a:pt x="2963844" y="1642380"/>
                  </a:lnTo>
                  <a:lnTo>
                    <a:pt x="2963937" y="1642380"/>
                  </a:lnTo>
                  <a:lnTo>
                    <a:pt x="2964030" y="1642380"/>
                  </a:lnTo>
                  <a:lnTo>
                    <a:pt x="2964124" y="1642380"/>
                  </a:lnTo>
                  <a:lnTo>
                    <a:pt x="2964217" y="1642380"/>
                  </a:lnTo>
                  <a:lnTo>
                    <a:pt x="2964310" y="1642380"/>
                  </a:lnTo>
                  <a:lnTo>
                    <a:pt x="2964403" y="1642380"/>
                  </a:lnTo>
                  <a:lnTo>
                    <a:pt x="2964497" y="1642380"/>
                  </a:lnTo>
                  <a:lnTo>
                    <a:pt x="2964590" y="1642380"/>
                  </a:lnTo>
                  <a:lnTo>
                    <a:pt x="2964683" y="1642380"/>
                  </a:lnTo>
                  <a:lnTo>
                    <a:pt x="2964776" y="1642380"/>
                  </a:lnTo>
                  <a:lnTo>
                    <a:pt x="2964870" y="1642380"/>
                  </a:lnTo>
                  <a:lnTo>
                    <a:pt x="2964963" y="1642380"/>
                  </a:lnTo>
                  <a:lnTo>
                    <a:pt x="2965056" y="1642380"/>
                  </a:lnTo>
                  <a:lnTo>
                    <a:pt x="2965149" y="1642380"/>
                  </a:lnTo>
                  <a:lnTo>
                    <a:pt x="2965243" y="1642380"/>
                  </a:lnTo>
                  <a:lnTo>
                    <a:pt x="2965336" y="1642380"/>
                  </a:lnTo>
                  <a:lnTo>
                    <a:pt x="2965429" y="1642380"/>
                  </a:lnTo>
                  <a:lnTo>
                    <a:pt x="2965522" y="1642380"/>
                  </a:lnTo>
                  <a:lnTo>
                    <a:pt x="2965616" y="1642380"/>
                  </a:lnTo>
                  <a:lnTo>
                    <a:pt x="2965709" y="1642380"/>
                  </a:lnTo>
                  <a:lnTo>
                    <a:pt x="2965802" y="1642380"/>
                  </a:lnTo>
                  <a:lnTo>
                    <a:pt x="2965895" y="1642380"/>
                  </a:lnTo>
                  <a:lnTo>
                    <a:pt x="2965989" y="1642380"/>
                  </a:lnTo>
                  <a:lnTo>
                    <a:pt x="2966082" y="1642380"/>
                  </a:lnTo>
                  <a:lnTo>
                    <a:pt x="2966175" y="1642380"/>
                  </a:lnTo>
                  <a:lnTo>
                    <a:pt x="2966268" y="1642380"/>
                  </a:lnTo>
                  <a:lnTo>
                    <a:pt x="2966362" y="1642380"/>
                  </a:lnTo>
                  <a:lnTo>
                    <a:pt x="2966455" y="1642380"/>
                  </a:lnTo>
                  <a:lnTo>
                    <a:pt x="2966548" y="1642380"/>
                  </a:lnTo>
                  <a:lnTo>
                    <a:pt x="2966641" y="1642380"/>
                  </a:lnTo>
                  <a:lnTo>
                    <a:pt x="2966735" y="1642380"/>
                  </a:lnTo>
                  <a:lnTo>
                    <a:pt x="2966828" y="1642380"/>
                  </a:lnTo>
                  <a:lnTo>
                    <a:pt x="2966921" y="1642380"/>
                  </a:lnTo>
                  <a:lnTo>
                    <a:pt x="2967014" y="1642380"/>
                  </a:lnTo>
                  <a:lnTo>
                    <a:pt x="2967108" y="1642380"/>
                  </a:lnTo>
                  <a:lnTo>
                    <a:pt x="2967201" y="1642380"/>
                  </a:lnTo>
                  <a:lnTo>
                    <a:pt x="2967294" y="1642380"/>
                  </a:lnTo>
                  <a:lnTo>
                    <a:pt x="2967387" y="1642380"/>
                  </a:lnTo>
                  <a:lnTo>
                    <a:pt x="2967481" y="1642380"/>
                  </a:lnTo>
                  <a:lnTo>
                    <a:pt x="2967574" y="1642380"/>
                  </a:lnTo>
                  <a:lnTo>
                    <a:pt x="2967667" y="1642380"/>
                  </a:lnTo>
                  <a:lnTo>
                    <a:pt x="2967760" y="1642380"/>
                  </a:lnTo>
                  <a:lnTo>
                    <a:pt x="2967854" y="1642380"/>
                  </a:lnTo>
                  <a:lnTo>
                    <a:pt x="2967947" y="1642380"/>
                  </a:lnTo>
                  <a:lnTo>
                    <a:pt x="2968040" y="1642380"/>
                  </a:lnTo>
                  <a:lnTo>
                    <a:pt x="2968133" y="1642380"/>
                  </a:lnTo>
                  <a:lnTo>
                    <a:pt x="2968227" y="1642380"/>
                  </a:lnTo>
                  <a:lnTo>
                    <a:pt x="2968320" y="1642380"/>
                  </a:lnTo>
                  <a:lnTo>
                    <a:pt x="2968413" y="1642380"/>
                  </a:lnTo>
                  <a:lnTo>
                    <a:pt x="2968506" y="1642380"/>
                  </a:lnTo>
                  <a:lnTo>
                    <a:pt x="2968600" y="1642380"/>
                  </a:lnTo>
                  <a:lnTo>
                    <a:pt x="2968693" y="1642380"/>
                  </a:lnTo>
                  <a:lnTo>
                    <a:pt x="2968786" y="1642380"/>
                  </a:lnTo>
                  <a:lnTo>
                    <a:pt x="2968879" y="1642380"/>
                  </a:lnTo>
                  <a:lnTo>
                    <a:pt x="2968973" y="1642380"/>
                  </a:lnTo>
                  <a:lnTo>
                    <a:pt x="2969066" y="1642380"/>
                  </a:lnTo>
                  <a:lnTo>
                    <a:pt x="2969159" y="1642380"/>
                  </a:lnTo>
                  <a:lnTo>
                    <a:pt x="2969252" y="1642380"/>
                  </a:lnTo>
                  <a:lnTo>
                    <a:pt x="2969346" y="1642380"/>
                  </a:lnTo>
                  <a:lnTo>
                    <a:pt x="2969439" y="1642380"/>
                  </a:lnTo>
                  <a:lnTo>
                    <a:pt x="2969532" y="1642380"/>
                  </a:lnTo>
                  <a:lnTo>
                    <a:pt x="2969625" y="1642380"/>
                  </a:lnTo>
                  <a:lnTo>
                    <a:pt x="2969718" y="1642380"/>
                  </a:lnTo>
                  <a:lnTo>
                    <a:pt x="2969812" y="1642380"/>
                  </a:lnTo>
                  <a:lnTo>
                    <a:pt x="2969905" y="1642380"/>
                  </a:lnTo>
                  <a:lnTo>
                    <a:pt x="2969998" y="1642380"/>
                  </a:lnTo>
                  <a:lnTo>
                    <a:pt x="2970091" y="1642380"/>
                  </a:lnTo>
                  <a:lnTo>
                    <a:pt x="2970185" y="1642380"/>
                  </a:lnTo>
                  <a:lnTo>
                    <a:pt x="2970278" y="1642380"/>
                  </a:lnTo>
                  <a:lnTo>
                    <a:pt x="2970371" y="1642380"/>
                  </a:lnTo>
                  <a:lnTo>
                    <a:pt x="2970464" y="1642380"/>
                  </a:lnTo>
                  <a:lnTo>
                    <a:pt x="2970558" y="1642380"/>
                  </a:lnTo>
                  <a:lnTo>
                    <a:pt x="2970651" y="1642380"/>
                  </a:lnTo>
                  <a:lnTo>
                    <a:pt x="2970744" y="1642380"/>
                  </a:lnTo>
                  <a:lnTo>
                    <a:pt x="2970837" y="1642380"/>
                  </a:lnTo>
                  <a:lnTo>
                    <a:pt x="2970931" y="1642380"/>
                  </a:lnTo>
                  <a:lnTo>
                    <a:pt x="2971024" y="1642380"/>
                  </a:lnTo>
                  <a:lnTo>
                    <a:pt x="2971117" y="1642380"/>
                  </a:lnTo>
                  <a:lnTo>
                    <a:pt x="2971210" y="1642380"/>
                  </a:lnTo>
                  <a:lnTo>
                    <a:pt x="2971304" y="1642380"/>
                  </a:lnTo>
                  <a:lnTo>
                    <a:pt x="2971397" y="1642380"/>
                  </a:lnTo>
                  <a:lnTo>
                    <a:pt x="2971490" y="1642380"/>
                  </a:lnTo>
                  <a:lnTo>
                    <a:pt x="2971583" y="1642380"/>
                  </a:lnTo>
                  <a:lnTo>
                    <a:pt x="2971677" y="1642380"/>
                  </a:lnTo>
                  <a:lnTo>
                    <a:pt x="2971770" y="1642380"/>
                  </a:lnTo>
                  <a:lnTo>
                    <a:pt x="2971863" y="1642380"/>
                  </a:lnTo>
                  <a:lnTo>
                    <a:pt x="2971956" y="1642380"/>
                  </a:lnTo>
                  <a:lnTo>
                    <a:pt x="2972050" y="1642380"/>
                  </a:lnTo>
                  <a:lnTo>
                    <a:pt x="2972143" y="1642380"/>
                  </a:lnTo>
                  <a:lnTo>
                    <a:pt x="2972236" y="1642380"/>
                  </a:lnTo>
                  <a:lnTo>
                    <a:pt x="2972329" y="1642380"/>
                  </a:lnTo>
                  <a:lnTo>
                    <a:pt x="2972423" y="1642380"/>
                  </a:lnTo>
                  <a:lnTo>
                    <a:pt x="2972516" y="1642380"/>
                  </a:lnTo>
                  <a:lnTo>
                    <a:pt x="2972609" y="1642380"/>
                  </a:lnTo>
                  <a:lnTo>
                    <a:pt x="2972702" y="1642380"/>
                  </a:lnTo>
                  <a:lnTo>
                    <a:pt x="2972796" y="1642380"/>
                  </a:lnTo>
                  <a:lnTo>
                    <a:pt x="2972889" y="1642380"/>
                  </a:lnTo>
                  <a:lnTo>
                    <a:pt x="2972982" y="1642380"/>
                  </a:lnTo>
                  <a:lnTo>
                    <a:pt x="2973075" y="1642380"/>
                  </a:lnTo>
                  <a:lnTo>
                    <a:pt x="2973169" y="1642380"/>
                  </a:lnTo>
                  <a:lnTo>
                    <a:pt x="2973262" y="1642380"/>
                  </a:lnTo>
                  <a:lnTo>
                    <a:pt x="2973355" y="1642380"/>
                  </a:lnTo>
                  <a:lnTo>
                    <a:pt x="2973448" y="1642380"/>
                  </a:lnTo>
                  <a:lnTo>
                    <a:pt x="2973542" y="1642380"/>
                  </a:lnTo>
                  <a:lnTo>
                    <a:pt x="2973635" y="1642380"/>
                  </a:lnTo>
                  <a:lnTo>
                    <a:pt x="2973728" y="1642380"/>
                  </a:lnTo>
                  <a:lnTo>
                    <a:pt x="2973821" y="1642380"/>
                  </a:lnTo>
                  <a:lnTo>
                    <a:pt x="2973915" y="1642380"/>
                  </a:lnTo>
                  <a:lnTo>
                    <a:pt x="2974008" y="1642380"/>
                  </a:lnTo>
                  <a:lnTo>
                    <a:pt x="2974101" y="1642380"/>
                  </a:lnTo>
                  <a:lnTo>
                    <a:pt x="2974194" y="1642380"/>
                  </a:lnTo>
                  <a:lnTo>
                    <a:pt x="2974288" y="1642380"/>
                  </a:lnTo>
                  <a:lnTo>
                    <a:pt x="2974381" y="1642380"/>
                  </a:lnTo>
                  <a:lnTo>
                    <a:pt x="2974474" y="1642380"/>
                  </a:lnTo>
                  <a:lnTo>
                    <a:pt x="2974567" y="1642380"/>
                  </a:lnTo>
                  <a:lnTo>
                    <a:pt x="2974661" y="1642380"/>
                  </a:lnTo>
                  <a:lnTo>
                    <a:pt x="2974754" y="1642380"/>
                  </a:lnTo>
                  <a:lnTo>
                    <a:pt x="2974847" y="1642380"/>
                  </a:lnTo>
                  <a:lnTo>
                    <a:pt x="2974940" y="1642380"/>
                  </a:lnTo>
                  <a:lnTo>
                    <a:pt x="2975034" y="1642380"/>
                  </a:lnTo>
                  <a:lnTo>
                    <a:pt x="2975127" y="1642380"/>
                  </a:lnTo>
                  <a:lnTo>
                    <a:pt x="2975220" y="1642380"/>
                  </a:lnTo>
                  <a:lnTo>
                    <a:pt x="2975313" y="1642380"/>
                  </a:lnTo>
                  <a:lnTo>
                    <a:pt x="2975407" y="1642380"/>
                  </a:lnTo>
                  <a:lnTo>
                    <a:pt x="2975500" y="1642380"/>
                  </a:lnTo>
                  <a:lnTo>
                    <a:pt x="2975593" y="1642380"/>
                  </a:lnTo>
                  <a:lnTo>
                    <a:pt x="2975686" y="1642380"/>
                  </a:lnTo>
                  <a:lnTo>
                    <a:pt x="2975780" y="1642380"/>
                  </a:lnTo>
                  <a:lnTo>
                    <a:pt x="2975873" y="1642380"/>
                  </a:lnTo>
                  <a:lnTo>
                    <a:pt x="2975966" y="1642380"/>
                  </a:lnTo>
                  <a:lnTo>
                    <a:pt x="2976059" y="1642380"/>
                  </a:lnTo>
                  <a:lnTo>
                    <a:pt x="2976153" y="1642380"/>
                  </a:lnTo>
                  <a:lnTo>
                    <a:pt x="2976246" y="1642380"/>
                  </a:lnTo>
                  <a:lnTo>
                    <a:pt x="2976339" y="1642380"/>
                  </a:lnTo>
                  <a:lnTo>
                    <a:pt x="2976432" y="1642380"/>
                  </a:lnTo>
                  <a:lnTo>
                    <a:pt x="2976525" y="1642380"/>
                  </a:lnTo>
                  <a:lnTo>
                    <a:pt x="2976619" y="1642380"/>
                  </a:lnTo>
                  <a:lnTo>
                    <a:pt x="2976712" y="1642380"/>
                  </a:lnTo>
                  <a:lnTo>
                    <a:pt x="2976805" y="1642380"/>
                  </a:lnTo>
                  <a:lnTo>
                    <a:pt x="2976898" y="1642380"/>
                  </a:lnTo>
                  <a:lnTo>
                    <a:pt x="2976992" y="1642380"/>
                  </a:lnTo>
                  <a:lnTo>
                    <a:pt x="2977085" y="1642380"/>
                  </a:lnTo>
                  <a:lnTo>
                    <a:pt x="2977178" y="1642380"/>
                  </a:lnTo>
                  <a:lnTo>
                    <a:pt x="2977271" y="1642380"/>
                  </a:lnTo>
                  <a:lnTo>
                    <a:pt x="2977365" y="1642380"/>
                  </a:lnTo>
                  <a:lnTo>
                    <a:pt x="2977458" y="1642380"/>
                  </a:lnTo>
                  <a:lnTo>
                    <a:pt x="2977551" y="1642380"/>
                  </a:lnTo>
                  <a:lnTo>
                    <a:pt x="2977644" y="1642380"/>
                  </a:lnTo>
                  <a:lnTo>
                    <a:pt x="2977738" y="1642380"/>
                  </a:lnTo>
                  <a:lnTo>
                    <a:pt x="2977831" y="1642380"/>
                  </a:lnTo>
                  <a:lnTo>
                    <a:pt x="2977924" y="1642380"/>
                  </a:lnTo>
                  <a:lnTo>
                    <a:pt x="2978017" y="1642380"/>
                  </a:lnTo>
                  <a:lnTo>
                    <a:pt x="2978111" y="1642380"/>
                  </a:lnTo>
                  <a:lnTo>
                    <a:pt x="2978204" y="1642380"/>
                  </a:lnTo>
                  <a:lnTo>
                    <a:pt x="2978297" y="1642380"/>
                  </a:lnTo>
                  <a:lnTo>
                    <a:pt x="2978390" y="1642380"/>
                  </a:lnTo>
                  <a:lnTo>
                    <a:pt x="2978484" y="1642380"/>
                  </a:lnTo>
                  <a:lnTo>
                    <a:pt x="2978577" y="1642380"/>
                  </a:lnTo>
                  <a:lnTo>
                    <a:pt x="2978670" y="1642380"/>
                  </a:lnTo>
                  <a:lnTo>
                    <a:pt x="2978763" y="1642380"/>
                  </a:lnTo>
                  <a:lnTo>
                    <a:pt x="2978857" y="1642380"/>
                  </a:lnTo>
                  <a:lnTo>
                    <a:pt x="2978950" y="1642380"/>
                  </a:lnTo>
                  <a:lnTo>
                    <a:pt x="2979043" y="1642380"/>
                  </a:lnTo>
                  <a:lnTo>
                    <a:pt x="2979136" y="1642380"/>
                  </a:lnTo>
                  <a:lnTo>
                    <a:pt x="2979230" y="1642380"/>
                  </a:lnTo>
                  <a:lnTo>
                    <a:pt x="2979323" y="1642380"/>
                  </a:lnTo>
                  <a:lnTo>
                    <a:pt x="2979416" y="1642380"/>
                  </a:lnTo>
                  <a:lnTo>
                    <a:pt x="2979509" y="1642380"/>
                  </a:lnTo>
                  <a:lnTo>
                    <a:pt x="2979603" y="1642380"/>
                  </a:lnTo>
                  <a:lnTo>
                    <a:pt x="2979696" y="1642380"/>
                  </a:lnTo>
                  <a:lnTo>
                    <a:pt x="2979789" y="1642380"/>
                  </a:lnTo>
                  <a:lnTo>
                    <a:pt x="2979882" y="1642380"/>
                  </a:lnTo>
                  <a:lnTo>
                    <a:pt x="2979976" y="1642380"/>
                  </a:lnTo>
                  <a:lnTo>
                    <a:pt x="2980069" y="1642380"/>
                  </a:lnTo>
                  <a:lnTo>
                    <a:pt x="2980162" y="1642380"/>
                  </a:lnTo>
                  <a:lnTo>
                    <a:pt x="2980255" y="1642380"/>
                  </a:lnTo>
                  <a:lnTo>
                    <a:pt x="2980349" y="1642380"/>
                  </a:lnTo>
                  <a:lnTo>
                    <a:pt x="2980442" y="1642380"/>
                  </a:lnTo>
                  <a:lnTo>
                    <a:pt x="2980535" y="1642380"/>
                  </a:lnTo>
                  <a:lnTo>
                    <a:pt x="2980628" y="1642380"/>
                  </a:lnTo>
                  <a:lnTo>
                    <a:pt x="2980722" y="1642380"/>
                  </a:lnTo>
                  <a:lnTo>
                    <a:pt x="2980815" y="1642380"/>
                  </a:lnTo>
                  <a:lnTo>
                    <a:pt x="2980908" y="1642380"/>
                  </a:lnTo>
                  <a:lnTo>
                    <a:pt x="2981001" y="1642380"/>
                  </a:lnTo>
                  <a:lnTo>
                    <a:pt x="2981095" y="1642380"/>
                  </a:lnTo>
                  <a:lnTo>
                    <a:pt x="2981188" y="1642380"/>
                  </a:lnTo>
                  <a:lnTo>
                    <a:pt x="2981281" y="1642380"/>
                  </a:lnTo>
                  <a:lnTo>
                    <a:pt x="2981374" y="1642380"/>
                  </a:lnTo>
                  <a:lnTo>
                    <a:pt x="2981468" y="1642380"/>
                  </a:lnTo>
                  <a:lnTo>
                    <a:pt x="2981561" y="1642380"/>
                  </a:lnTo>
                  <a:lnTo>
                    <a:pt x="2981654" y="1642380"/>
                  </a:lnTo>
                  <a:lnTo>
                    <a:pt x="2981747" y="1642380"/>
                  </a:lnTo>
                  <a:lnTo>
                    <a:pt x="2981841" y="1642380"/>
                  </a:lnTo>
                  <a:lnTo>
                    <a:pt x="2981934" y="1642380"/>
                  </a:lnTo>
                  <a:lnTo>
                    <a:pt x="2982027" y="1642380"/>
                  </a:lnTo>
                  <a:lnTo>
                    <a:pt x="2982120" y="1642380"/>
                  </a:lnTo>
                  <a:lnTo>
                    <a:pt x="2982214" y="1642380"/>
                  </a:lnTo>
                  <a:lnTo>
                    <a:pt x="2982307" y="1642380"/>
                  </a:lnTo>
                  <a:lnTo>
                    <a:pt x="2982400" y="1642380"/>
                  </a:lnTo>
                  <a:lnTo>
                    <a:pt x="2982493" y="1642380"/>
                  </a:lnTo>
                  <a:lnTo>
                    <a:pt x="2982587" y="1642380"/>
                  </a:lnTo>
                  <a:lnTo>
                    <a:pt x="2982680" y="1642380"/>
                  </a:lnTo>
                  <a:lnTo>
                    <a:pt x="2982773" y="1642380"/>
                  </a:lnTo>
                  <a:lnTo>
                    <a:pt x="2982866" y="1642380"/>
                  </a:lnTo>
                  <a:lnTo>
                    <a:pt x="2982960" y="1642380"/>
                  </a:lnTo>
                  <a:lnTo>
                    <a:pt x="2983053" y="1642380"/>
                  </a:lnTo>
                  <a:lnTo>
                    <a:pt x="2983146" y="1642380"/>
                  </a:lnTo>
                  <a:lnTo>
                    <a:pt x="2983239" y="1642380"/>
                  </a:lnTo>
                  <a:lnTo>
                    <a:pt x="2983332" y="1642380"/>
                  </a:lnTo>
                  <a:lnTo>
                    <a:pt x="2983426" y="1642380"/>
                  </a:lnTo>
                  <a:lnTo>
                    <a:pt x="2983519" y="1642380"/>
                  </a:lnTo>
                  <a:lnTo>
                    <a:pt x="2983612" y="1642380"/>
                  </a:lnTo>
                  <a:lnTo>
                    <a:pt x="2983705" y="1642380"/>
                  </a:lnTo>
                  <a:lnTo>
                    <a:pt x="2983799" y="1642380"/>
                  </a:lnTo>
                  <a:lnTo>
                    <a:pt x="2983892" y="1642380"/>
                  </a:lnTo>
                  <a:lnTo>
                    <a:pt x="2983985" y="1642380"/>
                  </a:lnTo>
                  <a:lnTo>
                    <a:pt x="2984078" y="1642380"/>
                  </a:lnTo>
                  <a:lnTo>
                    <a:pt x="2984172" y="1642380"/>
                  </a:lnTo>
                  <a:lnTo>
                    <a:pt x="2984265" y="1642380"/>
                  </a:lnTo>
                  <a:lnTo>
                    <a:pt x="2984358" y="1642380"/>
                  </a:lnTo>
                  <a:lnTo>
                    <a:pt x="2984451" y="1642380"/>
                  </a:lnTo>
                  <a:lnTo>
                    <a:pt x="2984545" y="1642380"/>
                  </a:lnTo>
                  <a:lnTo>
                    <a:pt x="2984638" y="1642380"/>
                  </a:lnTo>
                  <a:lnTo>
                    <a:pt x="2984731" y="1642380"/>
                  </a:lnTo>
                  <a:lnTo>
                    <a:pt x="2984824" y="1642380"/>
                  </a:lnTo>
                  <a:lnTo>
                    <a:pt x="2984918" y="1642380"/>
                  </a:lnTo>
                  <a:lnTo>
                    <a:pt x="2985011" y="1642380"/>
                  </a:lnTo>
                  <a:lnTo>
                    <a:pt x="2985104" y="1642380"/>
                  </a:lnTo>
                  <a:lnTo>
                    <a:pt x="2985197" y="1642380"/>
                  </a:lnTo>
                  <a:lnTo>
                    <a:pt x="2985291" y="1642380"/>
                  </a:lnTo>
                  <a:lnTo>
                    <a:pt x="2985384" y="1642380"/>
                  </a:lnTo>
                  <a:lnTo>
                    <a:pt x="2985477" y="1642380"/>
                  </a:lnTo>
                  <a:lnTo>
                    <a:pt x="2985570" y="1642380"/>
                  </a:lnTo>
                  <a:lnTo>
                    <a:pt x="2985664" y="1642380"/>
                  </a:lnTo>
                  <a:lnTo>
                    <a:pt x="2985757" y="1642380"/>
                  </a:lnTo>
                  <a:lnTo>
                    <a:pt x="2985850" y="1642380"/>
                  </a:lnTo>
                  <a:lnTo>
                    <a:pt x="2985943" y="1642380"/>
                  </a:lnTo>
                  <a:lnTo>
                    <a:pt x="2986037" y="1642380"/>
                  </a:lnTo>
                  <a:lnTo>
                    <a:pt x="2986130" y="1642380"/>
                  </a:lnTo>
                  <a:lnTo>
                    <a:pt x="2986223" y="1642380"/>
                  </a:lnTo>
                  <a:lnTo>
                    <a:pt x="2986316" y="1642380"/>
                  </a:lnTo>
                  <a:lnTo>
                    <a:pt x="2986410" y="1642380"/>
                  </a:lnTo>
                  <a:lnTo>
                    <a:pt x="2986503" y="1642380"/>
                  </a:lnTo>
                  <a:lnTo>
                    <a:pt x="2986596" y="1642380"/>
                  </a:lnTo>
                  <a:lnTo>
                    <a:pt x="2986689" y="1642380"/>
                  </a:lnTo>
                  <a:lnTo>
                    <a:pt x="2986783" y="1642380"/>
                  </a:lnTo>
                  <a:lnTo>
                    <a:pt x="2986876" y="1642380"/>
                  </a:lnTo>
                  <a:lnTo>
                    <a:pt x="2986969" y="1642380"/>
                  </a:lnTo>
                  <a:lnTo>
                    <a:pt x="2987062" y="1642380"/>
                  </a:lnTo>
                  <a:lnTo>
                    <a:pt x="2987156" y="1642380"/>
                  </a:lnTo>
                  <a:lnTo>
                    <a:pt x="2987249" y="1642380"/>
                  </a:lnTo>
                  <a:lnTo>
                    <a:pt x="2987342" y="1642380"/>
                  </a:lnTo>
                  <a:lnTo>
                    <a:pt x="2987435" y="1642380"/>
                  </a:lnTo>
                  <a:lnTo>
                    <a:pt x="2987529" y="1642380"/>
                  </a:lnTo>
                  <a:lnTo>
                    <a:pt x="2987622" y="1642380"/>
                  </a:lnTo>
                  <a:lnTo>
                    <a:pt x="2987715" y="1642380"/>
                  </a:lnTo>
                  <a:lnTo>
                    <a:pt x="2987808" y="1642380"/>
                  </a:lnTo>
                  <a:lnTo>
                    <a:pt x="2987902" y="1642380"/>
                  </a:lnTo>
                  <a:lnTo>
                    <a:pt x="2987995" y="1642380"/>
                  </a:lnTo>
                  <a:lnTo>
                    <a:pt x="2988088" y="1642380"/>
                  </a:lnTo>
                  <a:lnTo>
                    <a:pt x="2988181" y="1642380"/>
                  </a:lnTo>
                  <a:lnTo>
                    <a:pt x="2988275" y="1642380"/>
                  </a:lnTo>
                  <a:lnTo>
                    <a:pt x="2988368" y="1642380"/>
                  </a:lnTo>
                  <a:lnTo>
                    <a:pt x="2988461" y="1642380"/>
                  </a:lnTo>
                  <a:lnTo>
                    <a:pt x="2988554" y="1642380"/>
                  </a:lnTo>
                  <a:lnTo>
                    <a:pt x="2988648" y="1642380"/>
                  </a:lnTo>
                  <a:lnTo>
                    <a:pt x="2988741" y="1642380"/>
                  </a:lnTo>
                  <a:lnTo>
                    <a:pt x="2988834" y="1642380"/>
                  </a:lnTo>
                  <a:lnTo>
                    <a:pt x="2988927" y="1642380"/>
                  </a:lnTo>
                  <a:lnTo>
                    <a:pt x="2989021" y="1642380"/>
                  </a:lnTo>
                  <a:lnTo>
                    <a:pt x="2989114" y="1642380"/>
                  </a:lnTo>
                  <a:lnTo>
                    <a:pt x="2989207" y="1642380"/>
                  </a:lnTo>
                  <a:lnTo>
                    <a:pt x="2989300" y="1642380"/>
                  </a:lnTo>
                  <a:lnTo>
                    <a:pt x="2989394" y="1642380"/>
                  </a:lnTo>
                  <a:lnTo>
                    <a:pt x="2989487" y="1642380"/>
                  </a:lnTo>
                  <a:lnTo>
                    <a:pt x="2989580" y="1642380"/>
                  </a:lnTo>
                  <a:lnTo>
                    <a:pt x="2989673" y="1642380"/>
                  </a:lnTo>
                  <a:lnTo>
                    <a:pt x="2989767" y="1642380"/>
                  </a:lnTo>
                  <a:lnTo>
                    <a:pt x="2989860" y="1642380"/>
                  </a:lnTo>
                  <a:lnTo>
                    <a:pt x="2989953" y="1642380"/>
                  </a:lnTo>
                  <a:lnTo>
                    <a:pt x="2990046" y="1642380"/>
                  </a:lnTo>
                  <a:lnTo>
                    <a:pt x="2990140" y="1642380"/>
                  </a:lnTo>
                  <a:lnTo>
                    <a:pt x="2990233" y="1642380"/>
                  </a:lnTo>
                  <a:lnTo>
                    <a:pt x="2990326" y="1642380"/>
                  </a:lnTo>
                  <a:lnTo>
                    <a:pt x="2990419" y="1642380"/>
                  </a:lnTo>
                  <a:lnTo>
                    <a:pt x="2990512" y="1642380"/>
                  </a:lnTo>
                  <a:lnTo>
                    <a:pt x="2990606" y="1642380"/>
                  </a:lnTo>
                  <a:lnTo>
                    <a:pt x="2990699" y="1642380"/>
                  </a:lnTo>
                  <a:lnTo>
                    <a:pt x="2990792" y="1642380"/>
                  </a:lnTo>
                  <a:lnTo>
                    <a:pt x="2990885" y="1642380"/>
                  </a:lnTo>
                  <a:lnTo>
                    <a:pt x="2990979" y="1642380"/>
                  </a:lnTo>
                  <a:lnTo>
                    <a:pt x="2991072" y="1642380"/>
                  </a:lnTo>
                  <a:lnTo>
                    <a:pt x="2991165" y="1642380"/>
                  </a:lnTo>
                  <a:lnTo>
                    <a:pt x="2991258" y="1642380"/>
                  </a:lnTo>
                  <a:lnTo>
                    <a:pt x="2991352" y="1642380"/>
                  </a:lnTo>
                  <a:lnTo>
                    <a:pt x="2991445" y="1642380"/>
                  </a:lnTo>
                  <a:lnTo>
                    <a:pt x="2991538" y="1642380"/>
                  </a:lnTo>
                  <a:lnTo>
                    <a:pt x="2991631" y="1642380"/>
                  </a:lnTo>
                  <a:lnTo>
                    <a:pt x="2991725" y="1642380"/>
                  </a:lnTo>
                  <a:lnTo>
                    <a:pt x="2991818" y="1642380"/>
                  </a:lnTo>
                  <a:lnTo>
                    <a:pt x="2991911" y="1642380"/>
                  </a:lnTo>
                  <a:lnTo>
                    <a:pt x="2992004" y="1642380"/>
                  </a:lnTo>
                  <a:lnTo>
                    <a:pt x="2992098" y="1642380"/>
                  </a:lnTo>
                  <a:lnTo>
                    <a:pt x="2992191" y="1642380"/>
                  </a:lnTo>
                  <a:lnTo>
                    <a:pt x="2992284" y="1642380"/>
                  </a:lnTo>
                  <a:lnTo>
                    <a:pt x="2992377" y="1642380"/>
                  </a:lnTo>
                  <a:lnTo>
                    <a:pt x="2992471" y="1642380"/>
                  </a:lnTo>
                  <a:lnTo>
                    <a:pt x="2992564" y="1642380"/>
                  </a:lnTo>
                  <a:lnTo>
                    <a:pt x="2992657" y="1642380"/>
                  </a:lnTo>
                  <a:lnTo>
                    <a:pt x="2992750" y="1642380"/>
                  </a:lnTo>
                  <a:lnTo>
                    <a:pt x="2992844" y="1642380"/>
                  </a:lnTo>
                  <a:lnTo>
                    <a:pt x="2992937" y="1642380"/>
                  </a:lnTo>
                  <a:lnTo>
                    <a:pt x="2993030" y="1642380"/>
                  </a:lnTo>
                  <a:lnTo>
                    <a:pt x="2993123" y="1642380"/>
                  </a:lnTo>
                  <a:lnTo>
                    <a:pt x="2993217" y="1642380"/>
                  </a:lnTo>
                  <a:lnTo>
                    <a:pt x="2993310" y="1642380"/>
                  </a:lnTo>
                  <a:lnTo>
                    <a:pt x="2993403" y="1642380"/>
                  </a:lnTo>
                  <a:lnTo>
                    <a:pt x="2993496" y="1642380"/>
                  </a:lnTo>
                  <a:lnTo>
                    <a:pt x="2993590" y="1642380"/>
                  </a:lnTo>
                  <a:lnTo>
                    <a:pt x="2993683" y="1642380"/>
                  </a:lnTo>
                  <a:lnTo>
                    <a:pt x="2993776" y="1642380"/>
                  </a:lnTo>
                  <a:lnTo>
                    <a:pt x="2993869" y="1642380"/>
                  </a:lnTo>
                  <a:lnTo>
                    <a:pt x="2993963" y="1642380"/>
                  </a:lnTo>
                  <a:lnTo>
                    <a:pt x="2994056" y="1642380"/>
                  </a:lnTo>
                  <a:lnTo>
                    <a:pt x="2994149" y="1642380"/>
                  </a:lnTo>
                  <a:lnTo>
                    <a:pt x="2994242" y="1642380"/>
                  </a:lnTo>
                  <a:lnTo>
                    <a:pt x="2994336" y="1642380"/>
                  </a:lnTo>
                  <a:lnTo>
                    <a:pt x="2994429" y="1642380"/>
                  </a:lnTo>
                  <a:lnTo>
                    <a:pt x="2994522" y="1642380"/>
                  </a:lnTo>
                  <a:lnTo>
                    <a:pt x="2994615" y="1642380"/>
                  </a:lnTo>
                  <a:lnTo>
                    <a:pt x="2994709" y="1642380"/>
                  </a:lnTo>
                  <a:lnTo>
                    <a:pt x="2994802" y="1642380"/>
                  </a:lnTo>
                  <a:lnTo>
                    <a:pt x="2994895" y="1642380"/>
                  </a:lnTo>
                  <a:lnTo>
                    <a:pt x="2994988" y="1642380"/>
                  </a:lnTo>
                  <a:lnTo>
                    <a:pt x="2995082" y="1642380"/>
                  </a:lnTo>
                  <a:lnTo>
                    <a:pt x="2995175" y="1642380"/>
                  </a:lnTo>
                  <a:lnTo>
                    <a:pt x="2995268" y="1642380"/>
                  </a:lnTo>
                  <a:lnTo>
                    <a:pt x="2995361" y="1642380"/>
                  </a:lnTo>
                  <a:lnTo>
                    <a:pt x="2995455" y="1642380"/>
                  </a:lnTo>
                  <a:lnTo>
                    <a:pt x="2995548" y="1642380"/>
                  </a:lnTo>
                  <a:lnTo>
                    <a:pt x="2995641" y="1642380"/>
                  </a:lnTo>
                  <a:lnTo>
                    <a:pt x="2995734" y="1642380"/>
                  </a:lnTo>
                  <a:lnTo>
                    <a:pt x="2995828" y="1642380"/>
                  </a:lnTo>
                  <a:lnTo>
                    <a:pt x="2995921" y="1642380"/>
                  </a:lnTo>
                  <a:lnTo>
                    <a:pt x="2996014" y="1642380"/>
                  </a:lnTo>
                  <a:lnTo>
                    <a:pt x="2996107" y="1642380"/>
                  </a:lnTo>
                  <a:lnTo>
                    <a:pt x="2996201" y="1642380"/>
                  </a:lnTo>
                  <a:lnTo>
                    <a:pt x="2996294" y="1642380"/>
                  </a:lnTo>
                  <a:lnTo>
                    <a:pt x="2996387" y="1642380"/>
                  </a:lnTo>
                  <a:lnTo>
                    <a:pt x="2996480" y="1642380"/>
                  </a:lnTo>
                  <a:lnTo>
                    <a:pt x="2996574" y="1642380"/>
                  </a:lnTo>
                  <a:lnTo>
                    <a:pt x="2996667" y="1642380"/>
                  </a:lnTo>
                  <a:lnTo>
                    <a:pt x="2996760" y="1642380"/>
                  </a:lnTo>
                  <a:lnTo>
                    <a:pt x="2996853" y="1642380"/>
                  </a:lnTo>
                  <a:lnTo>
                    <a:pt x="2996947" y="1642380"/>
                  </a:lnTo>
                  <a:lnTo>
                    <a:pt x="2997040" y="1642380"/>
                  </a:lnTo>
                  <a:lnTo>
                    <a:pt x="2997133" y="1642380"/>
                  </a:lnTo>
                  <a:lnTo>
                    <a:pt x="2997226" y="1642380"/>
                  </a:lnTo>
                  <a:lnTo>
                    <a:pt x="2997319" y="1642380"/>
                  </a:lnTo>
                  <a:lnTo>
                    <a:pt x="2997413" y="1642380"/>
                  </a:lnTo>
                  <a:lnTo>
                    <a:pt x="2997506" y="1642380"/>
                  </a:lnTo>
                  <a:lnTo>
                    <a:pt x="2997599" y="1642380"/>
                  </a:lnTo>
                  <a:lnTo>
                    <a:pt x="2997692" y="1642380"/>
                  </a:lnTo>
                  <a:lnTo>
                    <a:pt x="2997786" y="1642380"/>
                  </a:lnTo>
                  <a:lnTo>
                    <a:pt x="2997879" y="1642380"/>
                  </a:lnTo>
                  <a:lnTo>
                    <a:pt x="2997972" y="1642380"/>
                  </a:lnTo>
                  <a:lnTo>
                    <a:pt x="2998065" y="1642380"/>
                  </a:lnTo>
                  <a:lnTo>
                    <a:pt x="2998159" y="1642380"/>
                  </a:lnTo>
                  <a:lnTo>
                    <a:pt x="2998252" y="1642380"/>
                  </a:lnTo>
                  <a:lnTo>
                    <a:pt x="2998345" y="1642380"/>
                  </a:lnTo>
                  <a:lnTo>
                    <a:pt x="2998438" y="1642380"/>
                  </a:lnTo>
                  <a:lnTo>
                    <a:pt x="2998532" y="1642380"/>
                  </a:lnTo>
                  <a:lnTo>
                    <a:pt x="2998625" y="1642380"/>
                  </a:lnTo>
                  <a:lnTo>
                    <a:pt x="2998718" y="1642380"/>
                  </a:lnTo>
                  <a:lnTo>
                    <a:pt x="2998811" y="1642380"/>
                  </a:lnTo>
                  <a:lnTo>
                    <a:pt x="2998905" y="1642380"/>
                  </a:lnTo>
                  <a:lnTo>
                    <a:pt x="2998998" y="1642380"/>
                  </a:lnTo>
                  <a:lnTo>
                    <a:pt x="2999091" y="1642380"/>
                  </a:lnTo>
                  <a:lnTo>
                    <a:pt x="2999184" y="1642380"/>
                  </a:lnTo>
                  <a:lnTo>
                    <a:pt x="2999278" y="1642380"/>
                  </a:lnTo>
                  <a:lnTo>
                    <a:pt x="2999371" y="1642380"/>
                  </a:lnTo>
                  <a:lnTo>
                    <a:pt x="2999464" y="1642380"/>
                  </a:lnTo>
                  <a:lnTo>
                    <a:pt x="2999557" y="1642380"/>
                  </a:lnTo>
                  <a:lnTo>
                    <a:pt x="2999651" y="1642380"/>
                  </a:lnTo>
                  <a:lnTo>
                    <a:pt x="2999744" y="1642380"/>
                  </a:lnTo>
                  <a:lnTo>
                    <a:pt x="2999837" y="1642380"/>
                  </a:lnTo>
                  <a:lnTo>
                    <a:pt x="2999930" y="1642380"/>
                  </a:lnTo>
                  <a:lnTo>
                    <a:pt x="3000024" y="1642380"/>
                  </a:lnTo>
                  <a:lnTo>
                    <a:pt x="3000117" y="1642380"/>
                  </a:lnTo>
                  <a:lnTo>
                    <a:pt x="3000210" y="1642380"/>
                  </a:lnTo>
                  <a:lnTo>
                    <a:pt x="3000303" y="1642380"/>
                  </a:lnTo>
                  <a:lnTo>
                    <a:pt x="3000397" y="1642380"/>
                  </a:lnTo>
                  <a:lnTo>
                    <a:pt x="3000490" y="1642380"/>
                  </a:lnTo>
                  <a:lnTo>
                    <a:pt x="3000583" y="1642380"/>
                  </a:lnTo>
                  <a:lnTo>
                    <a:pt x="3000676" y="1642380"/>
                  </a:lnTo>
                  <a:lnTo>
                    <a:pt x="3000676" y="1632426"/>
                  </a:lnTo>
                  <a:lnTo>
                    <a:pt x="3000770" y="1632426"/>
                  </a:lnTo>
                  <a:lnTo>
                    <a:pt x="3000863" y="1632426"/>
                  </a:lnTo>
                  <a:lnTo>
                    <a:pt x="3000956" y="1632426"/>
                  </a:lnTo>
                  <a:lnTo>
                    <a:pt x="3001049" y="1632426"/>
                  </a:lnTo>
                  <a:lnTo>
                    <a:pt x="3001143" y="1632426"/>
                  </a:lnTo>
                  <a:lnTo>
                    <a:pt x="3001236" y="1632426"/>
                  </a:lnTo>
                  <a:lnTo>
                    <a:pt x="3001329" y="1632426"/>
                  </a:lnTo>
                  <a:lnTo>
                    <a:pt x="3001422" y="1632426"/>
                  </a:lnTo>
                  <a:lnTo>
                    <a:pt x="3001516" y="1632426"/>
                  </a:lnTo>
                  <a:lnTo>
                    <a:pt x="3001609" y="1632426"/>
                  </a:lnTo>
                  <a:lnTo>
                    <a:pt x="3001702" y="1632426"/>
                  </a:lnTo>
                  <a:lnTo>
                    <a:pt x="3001795" y="1632426"/>
                  </a:lnTo>
                  <a:lnTo>
                    <a:pt x="3001889" y="1632426"/>
                  </a:lnTo>
                  <a:lnTo>
                    <a:pt x="3001982" y="1632426"/>
                  </a:lnTo>
                  <a:lnTo>
                    <a:pt x="3002075" y="1632426"/>
                  </a:lnTo>
                  <a:lnTo>
                    <a:pt x="3002168" y="1632426"/>
                  </a:lnTo>
                  <a:lnTo>
                    <a:pt x="3002262" y="1632426"/>
                  </a:lnTo>
                  <a:lnTo>
                    <a:pt x="3002355" y="1632426"/>
                  </a:lnTo>
                  <a:lnTo>
                    <a:pt x="3002448" y="1632426"/>
                  </a:lnTo>
                  <a:lnTo>
                    <a:pt x="3002541" y="1632426"/>
                  </a:lnTo>
                  <a:lnTo>
                    <a:pt x="3002635" y="1632426"/>
                  </a:lnTo>
                  <a:lnTo>
                    <a:pt x="3002728" y="1632426"/>
                  </a:lnTo>
                  <a:lnTo>
                    <a:pt x="3002821" y="1632426"/>
                  </a:lnTo>
                  <a:lnTo>
                    <a:pt x="3002914" y="1632426"/>
                  </a:lnTo>
                  <a:lnTo>
                    <a:pt x="3003008" y="1632426"/>
                  </a:lnTo>
                  <a:lnTo>
                    <a:pt x="3003101" y="1632426"/>
                  </a:lnTo>
                  <a:lnTo>
                    <a:pt x="3003194" y="1632426"/>
                  </a:lnTo>
                  <a:lnTo>
                    <a:pt x="3003287" y="1632426"/>
                  </a:lnTo>
                  <a:lnTo>
                    <a:pt x="3003381" y="1632426"/>
                  </a:lnTo>
                  <a:lnTo>
                    <a:pt x="3003474" y="1632426"/>
                  </a:lnTo>
                  <a:lnTo>
                    <a:pt x="3003567" y="1632426"/>
                  </a:lnTo>
                  <a:lnTo>
                    <a:pt x="3003660" y="1632426"/>
                  </a:lnTo>
                  <a:lnTo>
                    <a:pt x="3003754" y="1632426"/>
                  </a:lnTo>
                  <a:lnTo>
                    <a:pt x="3003847" y="1632426"/>
                  </a:lnTo>
                  <a:lnTo>
                    <a:pt x="3003940" y="1632426"/>
                  </a:lnTo>
                  <a:lnTo>
                    <a:pt x="3004033" y="1632426"/>
                  </a:lnTo>
                  <a:lnTo>
                    <a:pt x="3004126" y="1632426"/>
                  </a:lnTo>
                  <a:lnTo>
                    <a:pt x="3004220" y="1632426"/>
                  </a:lnTo>
                  <a:lnTo>
                    <a:pt x="3004313" y="1632426"/>
                  </a:lnTo>
                  <a:lnTo>
                    <a:pt x="3004406" y="1632426"/>
                  </a:lnTo>
                  <a:lnTo>
                    <a:pt x="3004499" y="1632426"/>
                  </a:lnTo>
                  <a:lnTo>
                    <a:pt x="3004593" y="1632426"/>
                  </a:lnTo>
                  <a:lnTo>
                    <a:pt x="3004686" y="1632426"/>
                  </a:lnTo>
                  <a:lnTo>
                    <a:pt x="3004779" y="1632426"/>
                  </a:lnTo>
                  <a:lnTo>
                    <a:pt x="3004872" y="1632426"/>
                  </a:lnTo>
                  <a:lnTo>
                    <a:pt x="3004966" y="1632426"/>
                  </a:lnTo>
                  <a:lnTo>
                    <a:pt x="3005059" y="1632426"/>
                  </a:lnTo>
                  <a:lnTo>
                    <a:pt x="3005152" y="1632426"/>
                  </a:lnTo>
                  <a:lnTo>
                    <a:pt x="3005245" y="1632426"/>
                  </a:lnTo>
                  <a:lnTo>
                    <a:pt x="3005339" y="1632426"/>
                  </a:lnTo>
                  <a:lnTo>
                    <a:pt x="3005432" y="1632426"/>
                  </a:lnTo>
                  <a:lnTo>
                    <a:pt x="3005525" y="1632426"/>
                  </a:lnTo>
                  <a:lnTo>
                    <a:pt x="3005618" y="1632426"/>
                  </a:lnTo>
                  <a:lnTo>
                    <a:pt x="3005712" y="1632426"/>
                  </a:lnTo>
                  <a:lnTo>
                    <a:pt x="3005805" y="1632426"/>
                  </a:lnTo>
                  <a:lnTo>
                    <a:pt x="3005898" y="1632426"/>
                  </a:lnTo>
                  <a:lnTo>
                    <a:pt x="3005991" y="1632426"/>
                  </a:lnTo>
                  <a:lnTo>
                    <a:pt x="3006085" y="1632426"/>
                  </a:lnTo>
                  <a:lnTo>
                    <a:pt x="3006178" y="1632426"/>
                  </a:lnTo>
                  <a:lnTo>
                    <a:pt x="3006271" y="1632426"/>
                  </a:lnTo>
                  <a:lnTo>
                    <a:pt x="3006364" y="1632426"/>
                  </a:lnTo>
                  <a:lnTo>
                    <a:pt x="3006458" y="1632426"/>
                  </a:lnTo>
                  <a:lnTo>
                    <a:pt x="3006551" y="1632426"/>
                  </a:lnTo>
                  <a:lnTo>
                    <a:pt x="3006644" y="1632426"/>
                  </a:lnTo>
                  <a:lnTo>
                    <a:pt x="3006737" y="1632426"/>
                  </a:lnTo>
                  <a:lnTo>
                    <a:pt x="3006831" y="1632426"/>
                  </a:lnTo>
                  <a:lnTo>
                    <a:pt x="3006924" y="1632426"/>
                  </a:lnTo>
                  <a:lnTo>
                    <a:pt x="3007017" y="1632426"/>
                  </a:lnTo>
                  <a:lnTo>
                    <a:pt x="3007110" y="1632426"/>
                  </a:lnTo>
                  <a:lnTo>
                    <a:pt x="3007204" y="1632426"/>
                  </a:lnTo>
                  <a:lnTo>
                    <a:pt x="3007297" y="1632426"/>
                  </a:lnTo>
                  <a:lnTo>
                    <a:pt x="3007390" y="1632426"/>
                  </a:lnTo>
                  <a:lnTo>
                    <a:pt x="3007483" y="1632426"/>
                  </a:lnTo>
                  <a:lnTo>
                    <a:pt x="3007577" y="1632426"/>
                  </a:lnTo>
                  <a:lnTo>
                    <a:pt x="3007670" y="1632426"/>
                  </a:lnTo>
                  <a:lnTo>
                    <a:pt x="3007763" y="1632426"/>
                  </a:lnTo>
                  <a:lnTo>
                    <a:pt x="3007856" y="1632426"/>
                  </a:lnTo>
                  <a:lnTo>
                    <a:pt x="3007950" y="1632426"/>
                  </a:lnTo>
                  <a:lnTo>
                    <a:pt x="3008043" y="1632426"/>
                  </a:lnTo>
                  <a:lnTo>
                    <a:pt x="3008136" y="1632426"/>
                  </a:lnTo>
                  <a:lnTo>
                    <a:pt x="3008229" y="1632426"/>
                  </a:lnTo>
                  <a:lnTo>
                    <a:pt x="3008323" y="1632426"/>
                  </a:lnTo>
                  <a:lnTo>
                    <a:pt x="3008416" y="1632426"/>
                  </a:lnTo>
                  <a:lnTo>
                    <a:pt x="3008509" y="1632426"/>
                  </a:lnTo>
                  <a:lnTo>
                    <a:pt x="3008602" y="1632426"/>
                  </a:lnTo>
                  <a:lnTo>
                    <a:pt x="3008696" y="1632426"/>
                  </a:lnTo>
                  <a:lnTo>
                    <a:pt x="3008789" y="1632426"/>
                  </a:lnTo>
                  <a:lnTo>
                    <a:pt x="3008882" y="1632426"/>
                  </a:lnTo>
                  <a:lnTo>
                    <a:pt x="3008975" y="1632426"/>
                  </a:lnTo>
                  <a:lnTo>
                    <a:pt x="3009069" y="1632426"/>
                  </a:lnTo>
                  <a:lnTo>
                    <a:pt x="3009162" y="1632426"/>
                  </a:lnTo>
                  <a:lnTo>
                    <a:pt x="3009255" y="1632426"/>
                  </a:lnTo>
                  <a:lnTo>
                    <a:pt x="3009348" y="1632426"/>
                  </a:lnTo>
                  <a:lnTo>
                    <a:pt x="3009442" y="1632426"/>
                  </a:lnTo>
                  <a:lnTo>
                    <a:pt x="3009535" y="1632426"/>
                  </a:lnTo>
                  <a:lnTo>
                    <a:pt x="3009628" y="1632426"/>
                  </a:lnTo>
                  <a:lnTo>
                    <a:pt x="3009721" y="1632426"/>
                  </a:lnTo>
                  <a:lnTo>
                    <a:pt x="3009815" y="1632426"/>
                  </a:lnTo>
                  <a:lnTo>
                    <a:pt x="3009908" y="1632426"/>
                  </a:lnTo>
                  <a:lnTo>
                    <a:pt x="3010001" y="1632426"/>
                  </a:lnTo>
                  <a:lnTo>
                    <a:pt x="3010094" y="1632426"/>
                  </a:lnTo>
                  <a:lnTo>
                    <a:pt x="3010188" y="1632426"/>
                  </a:lnTo>
                  <a:lnTo>
                    <a:pt x="3010281" y="1632426"/>
                  </a:lnTo>
                  <a:lnTo>
                    <a:pt x="3010374" y="1632426"/>
                  </a:lnTo>
                  <a:lnTo>
                    <a:pt x="3010467" y="1632426"/>
                  </a:lnTo>
                  <a:lnTo>
                    <a:pt x="3010561" y="1632426"/>
                  </a:lnTo>
                  <a:lnTo>
                    <a:pt x="3010654" y="1632426"/>
                  </a:lnTo>
                  <a:lnTo>
                    <a:pt x="3010747" y="1632426"/>
                  </a:lnTo>
                  <a:lnTo>
                    <a:pt x="3010840" y="1632426"/>
                  </a:lnTo>
                  <a:lnTo>
                    <a:pt x="3010934" y="1632426"/>
                  </a:lnTo>
                  <a:lnTo>
                    <a:pt x="3011027" y="1632426"/>
                  </a:lnTo>
                  <a:lnTo>
                    <a:pt x="3011120" y="1632426"/>
                  </a:lnTo>
                  <a:lnTo>
                    <a:pt x="3011213" y="1632426"/>
                  </a:lnTo>
                  <a:lnTo>
                    <a:pt x="3011306" y="1632426"/>
                  </a:lnTo>
                  <a:lnTo>
                    <a:pt x="3011400" y="1632426"/>
                  </a:lnTo>
                  <a:lnTo>
                    <a:pt x="3011493" y="1632426"/>
                  </a:lnTo>
                  <a:lnTo>
                    <a:pt x="3011586" y="1632426"/>
                  </a:lnTo>
                  <a:lnTo>
                    <a:pt x="3011679" y="1632426"/>
                  </a:lnTo>
                  <a:lnTo>
                    <a:pt x="3011773" y="1632426"/>
                  </a:lnTo>
                  <a:lnTo>
                    <a:pt x="3011866" y="1632426"/>
                  </a:lnTo>
                  <a:lnTo>
                    <a:pt x="3011959" y="1632426"/>
                  </a:lnTo>
                  <a:lnTo>
                    <a:pt x="3012052" y="1632426"/>
                  </a:lnTo>
                  <a:lnTo>
                    <a:pt x="3012146" y="1632426"/>
                  </a:lnTo>
                  <a:lnTo>
                    <a:pt x="3012239" y="1632426"/>
                  </a:lnTo>
                  <a:lnTo>
                    <a:pt x="3012332" y="1632426"/>
                  </a:lnTo>
                  <a:lnTo>
                    <a:pt x="3012425" y="1632426"/>
                  </a:lnTo>
                  <a:lnTo>
                    <a:pt x="3012519" y="1632426"/>
                  </a:lnTo>
                  <a:lnTo>
                    <a:pt x="3012612" y="1632426"/>
                  </a:lnTo>
                  <a:lnTo>
                    <a:pt x="3012705" y="1632426"/>
                  </a:lnTo>
                  <a:lnTo>
                    <a:pt x="3012798" y="1632426"/>
                  </a:lnTo>
                  <a:lnTo>
                    <a:pt x="3012892" y="1632426"/>
                  </a:lnTo>
                  <a:lnTo>
                    <a:pt x="3012985" y="1632426"/>
                  </a:lnTo>
                  <a:lnTo>
                    <a:pt x="3013078" y="1632426"/>
                  </a:lnTo>
                  <a:lnTo>
                    <a:pt x="3013171" y="1632426"/>
                  </a:lnTo>
                  <a:lnTo>
                    <a:pt x="3013265" y="1632426"/>
                  </a:lnTo>
                  <a:lnTo>
                    <a:pt x="3013358" y="1632426"/>
                  </a:lnTo>
                  <a:lnTo>
                    <a:pt x="3013451" y="1632426"/>
                  </a:lnTo>
                  <a:lnTo>
                    <a:pt x="3013544" y="1632426"/>
                  </a:lnTo>
                  <a:lnTo>
                    <a:pt x="3013638" y="1632426"/>
                  </a:lnTo>
                  <a:lnTo>
                    <a:pt x="3013731" y="1632426"/>
                  </a:lnTo>
                  <a:lnTo>
                    <a:pt x="3013824" y="1632426"/>
                  </a:lnTo>
                  <a:lnTo>
                    <a:pt x="3013917" y="1632426"/>
                  </a:lnTo>
                  <a:lnTo>
                    <a:pt x="3013917" y="1622473"/>
                  </a:lnTo>
                  <a:lnTo>
                    <a:pt x="3014011" y="1622473"/>
                  </a:lnTo>
                  <a:lnTo>
                    <a:pt x="3014104" y="1622473"/>
                  </a:lnTo>
                  <a:lnTo>
                    <a:pt x="3014197" y="1622473"/>
                  </a:lnTo>
                  <a:lnTo>
                    <a:pt x="3014290" y="1622473"/>
                  </a:lnTo>
                  <a:lnTo>
                    <a:pt x="3014384" y="1622473"/>
                  </a:lnTo>
                  <a:lnTo>
                    <a:pt x="3014477" y="1622473"/>
                  </a:lnTo>
                  <a:lnTo>
                    <a:pt x="3014570" y="1622473"/>
                  </a:lnTo>
                  <a:lnTo>
                    <a:pt x="3014663" y="1622473"/>
                  </a:lnTo>
                  <a:lnTo>
                    <a:pt x="3014757" y="1622473"/>
                  </a:lnTo>
                  <a:lnTo>
                    <a:pt x="3014850" y="1622473"/>
                  </a:lnTo>
                  <a:lnTo>
                    <a:pt x="3014943" y="1622473"/>
                  </a:lnTo>
                  <a:lnTo>
                    <a:pt x="3015036" y="1622473"/>
                  </a:lnTo>
                  <a:lnTo>
                    <a:pt x="3015130" y="1622473"/>
                  </a:lnTo>
                  <a:lnTo>
                    <a:pt x="3015223" y="1622473"/>
                  </a:lnTo>
                  <a:lnTo>
                    <a:pt x="3015316" y="1622473"/>
                  </a:lnTo>
                  <a:lnTo>
                    <a:pt x="3015409" y="1622473"/>
                  </a:lnTo>
                  <a:lnTo>
                    <a:pt x="3015503" y="1622473"/>
                  </a:lnTo>
                  <a:lnTo>
                    <a:pt x="3015596" y="1622473"/>
                  </a:lnTo>
                  <a:lnTo>
                    <a:pt x="3015689" y="1622473"/>
                  </a:lnTo>
                  <a:lnTo>
                    <a:pt x="3015782" y="1622473"/>
                  </a:lnTo>
                  <a:lnTo>
                    <a:pt x="3015876" y="1622473"/>
                  </a:lnTo>
                  <a:lnTo>
                    <a:pt x="3015969" y="1622473"/>
                  </a:lnTo>
                  <a:lnTo>
                    <a:pt x="3016062" y="1622473"/>
                  </a:lnTo>
                  <a:lnTo>
                    <a:pt x="3016155" y="1622473"/>
                  </a:lnTo>
                  <a:lnTo>
                    <a:pt x="3016249" y="1622473"/>
                  </a:lnTo>
                  <a:lnTo>
                    <a:pt x="3016342" y="1622473"/>
                  </a:lnTo>
                  <a:lnTo>
                    <a:pt x="3016435" y="1622473"/>
                  </a:lnTo>
                  <a:lnTo>
                    <a:pt x="3016528" y="1622473"/>
                  </a:lnTo>
                  <a:lnTo>
                    <a:pt x="3016622" y="1622473"/>
                  </a:lnTo>
                  <a:lnTo>
                    <a:pt x="3016715" y="1622473"/>
                  </a:lnTo>
                  <a:lnTo>
                    <a:pt x="3016808" y="1622473"/>
                  </a:lnTo>
                  <a:lnTo>
                    <a:pt x="3016901" y="1622473"/>
                  </a:lnTo>
                  <a:lnTo>
                    <a:pt x="3016995" y="1622473"/>
                  </a:lnTo>
                  <a:lnTo>
                    <a:pt x="3017088" y="1622473"/>
                  </a:lnTo>
                  <a:lnTo>
                    <a:pt x="3017181" y="1622473"/>
                  </a:lnTo>
                  <a:lnTo>
                    <a:pt x="3017274" y="1622473"/>
                  </a:lnTo>
                  <a:lnTo>
                    <a:pt x="3017368" y="1622473"/>
                  </a:lnTo>
                  <a:lnTo>
                    <a:pt x="3017461" y="1622473"/>
                  </a:lnTo>
                  <a:lnTo>
                    <a:pt x="3017554" y="1622473"/>
                  </a:lnTo>
                  <a:lnTo>
                    <a:pt x="3017647" y="1622473"/>
                  </a:lnTo>
                  <a:lnTo>
                    <a:pt x="3017741" y="1622473"/>
                  </a:lnTo>
                  <a:lnTo>
                    <a:pt x="3017834" y="1622473"/>
                  </a:lnTo>
                  <a:lnTo>
                    <a:pt x="3017927" y="1622473"/>
                  </a:lnTo>
                  <a:lnTo>
                    <a:pt x="3018020" y="1622473"/>
                  </a:lnTo>
                  <a:lnTo>
                    <a:pt x="3018113" y="1622473"/>
                  </a:lnTo>
                  <a:lnTo>
                    <a:pt x="3018207" y="1622473"/>
                  </a:lnTo>
                  <a:lnTo>
                    <a:pt x="3018300" y="1622473"/>
                  </a:lnTo>
                  <a:lnTo>
                    <a:pt x="3018393" y="1622473"/>
                  </a:lnTo>
                  <a:lnTo>
                    <a:pt x="3018486" y="1622473"/>
                  </a:lnTo>
                  <a:lnTo>
                    <a:pt x="3018580" y="1622473"/>
                  </a:lnTo>
                  <a:lnTo>
                    <a:pt x="3018673" y="1622473"/>
                  </a:lnTo>
                  <a:lnTo>
                    <a:pt x="3018766" y="1622473"/>
                  </a:lnTo>
                  <a:lnTo>
                    <a:pt x="3018859" y="1622473"/>
                  </a:lnTo>
                  <a:lnTo>
                    <a:pt x="3018953" y="1622473"/>
                  </a:lnTo>
                  <a:lnTo>
                    <a:pt x="3019046" y="1622473"/>
                  </a:lnTo>
                  <a:lnTo>
                    <a:pt x="3019139" y="1622473"/>
                  </a:lnTo>
                  <a:lnTo>
                    <a:pt x="3019232" y="1622473"/>
                  </a:lnTo>
                  <a:lnTo>
                    <a:pt x="3019326" y="1622473"/>
                  </a:lnTo>
                  <a:lnTo>
                    <a:pt x="3019419" y="1622473"/>
                  </a:lnTo>
                  <a:lnTo>
                    <a:pt x="3019512" y="1622473"/>
                  </a:lnTo>
                  <a:lnTo>
                    <a:pt x="3019605" y="1622473"/>
                  </a:lnTo>
                  <a:lnTo>
                    <a:pt x="3019699" y="1622473"/>
                  </a:lnTo>
                  <a:lnTo>
                    <a:pt x="3019699" y="1612519"/>
                  </a:lnTo>
                  <a:lnTo>
                    <a:pt x="3019792" y="1612519"/>
                  </a:lnTo>
                  <a:lnTo>
                    <a:pt x="3019885" y="1612519"/>
                  </a:lnTo>
                  <a:lnTo>
                    <a:pt x="3019978" y="1612519"/>
                  </a:lnTo>
                  <a:lnTo>
                    <a:pt x="3020072" y="1612519"/>
                  </a:lnTo>
                  <a:lnTo>
                    <a:pt x="3020165" y="1612519"/>
                  </a:lnTo>
                  <a:lnTo>
                    <a:pt x="3020258" y="1612519"/>
                  </a:lnTo>
                  <a:lnTo>
                    <a:pt x="3020351" y="1612519"/>
                  </a:lnTo>
                  <a:lnTo>
                    <a:pt x="3020445" y="1612519"/>
                  </a:lnTo>
                  <a:lnTo>
                    <a:pt x="3020538" y="1612519"/>
                  </a:lnTo>
                  <a:lnTo>
                    <a:pt x="3020631" y="1612519"/>
                  </a:lnTo>
                  <a:lnTo>
                    <a:pt x="3020724" y="1612519"/>
                  </a:lnTo>
                  <a:lnTo>
                    <a:pt x="3020818" y="1612519"/>
                  </a:lnTo>
                  <a:lnTo>
                    <a:pt x="3020911" y="1612519"/>
                  </a:lnTo>
                  <a:lnTo>
                    <a:pt x="3021004" y="1612519"/>
                  </a:lnTo>
                  <a:lnTo>
                    <a:pt x="3021097" y="1612519"/>
                  </a:lnTo>
                  <a:lnTo>
                    <a:pt x="3021191" y="1612519"/>
                  </a:lnTo>
                  <a:lnTo>
                    <a:pt x="3021284" y="1612519"/>
                  </a:lnTo>
                  <a:lnTo>
                    <a:pt x="3021377" y="1612519"/>
                  </a:lnTo>
                  <a:lnTo>
                    <a:pt x="3021470" y="1612519"/>
                  </a:lnTo>
                  <a:lnTo>
                    <a:pt x="3021564" y="1612519"/>
                  </a:lnTo>
                  <a:lnTo>
                    <a:pt x="3021657" y="1612519"/>
                  </a:lnTo>
                  <a:lnTo>
                    <a:pt x="3021750" y="1612519"/>
                  </a:lnTo>
                  <a:lnTo>
                    <a:pt x="3021843" y="1612519"/>
                  </a:lnTo>
                  <a:lnTo>
                    <a:pt x="3021937" y="1612519"/>
                  </a:lnTo>
                  <a:lnTo>
                    <a:pt x="3022030" y="1612519"/>
                  </a:lnTo>
                  <a:lnTo>
                    <a:pt x="3022123" y="1612519"/>
                  </a:lnTo>
                  <a:lnTo>
                    <a:pt x="3022216" y="1612519"/>
                  </a:lnTo>
                  <a:lnTo>
                    <a:pt x="3022310" y="1612519"/>
                  </a:lnTo>
                  <a:lnTo>
                    <a:pt x="3022403" y="1612519"/>
                  </a:lnTo>
                  <a:lnTo>
                    <a:pt x="3022496" y="1612519"/>
                  </a:lnTo>
                  <a:lnTo>
                    <a:pt x="3022589" y="1612519"/>
                  </a:lnTo>
                  <a:lnTo>
                    <a:pt x="3022683" y="1612519"/>
                  </a:lnTo>
                  <a:lnTo>
                    <a:pt x="3022776" y="1612519"/>
                  </a:lnTo>
                  <a:lnTo>
                    <a:pt x="3022869" y="1612519"/>
                  </a:lnTo>
                  <a:lnTo>
                    <a:pt x="3022962" y="1612519"/>
                  </a:lnTo>
                  <a:lnTo>
                    <a:pt x="3023056" y="1612519"/>
                  </a:lnTo>
                  <a:lnTo>
                    <a:pt x="3023149" y="1612519"/>
                  </a:lnTo>
                  <a:lnTo>
                    <a:pt x="3023242" y="1612519"/>
                  </a:lnTo>
                  <a:lnTo>
                    <a:pt x="3023335" y="1612519"/>
                  </a:lnTo>
                  <a:lnTo>
                    <a:pt x="3023429" y="1612519"/>
                  </a:lnTo>
                  <a:lnTo>
                    <a:pt x="3023522" y="1612519"/>
                  </a:lnTo>
                  <a:lnTo>
                    <a:pt x="3023615" y="1612519"/>
                  </a:lnTo>
                  <a:lnTo>
                    <a:pt x="3023708" y="1612519"/>
                  </a:lnTo>
                  <a:lnTo>
                    <a:pt x="3023802" y="1612519"/>
                  </a:lnTo>
                  <a:lnTo>
                    <a:pt x="3023895" y="1612519"/>
                  </a:lnTo>
                  <a:lnTo>
                    <a:pt x="3023895" y="1602565"/>
                  </a:lnTo>
                  <a:lnTo>
                    <a:pt x="3023988" y="1602565"/>
                  </a:lnTo>
                  <a:lnTo>
                    <a:pt x="3024081" y="1602565"/>
                  </a:lnTo>
                  <a:lnTo>
                    <a:pt x="3024175" y="1602565"/>
                  </a:lnTo>
                  <a:lnTo>
                    <a:pt x="3024268" y="1602565"/>
                  </a:lnTo>
                  <a:lnTo>
                    <a:pt x="3024361" y="1602565"/>
                  </a:lnTo>
                  <a:lnTo>
                    <a:pt x="3024454" y="1602565"/>
                  </a:lnTo>
                  <a:lnTo>
                    <a:pt x="3024548" y="1602565"/>
                  </a:lnTo>
                  <a:lnTo>
                    <a:pt x="3024641" y="1602565"/>
                  </a:lnTo>
                  <a:lnTo>
                    <a:pt x="3024734" y="1602565"/>
                  </a:lnTo>
                  <a:lnTo>
                    <a:pt x="3024827" y="1602565"/>
                  </a:lnTo>
                  <a:lnTo>
                    <a:pt x="3024920" y="1602565"/>
                  </a:lnTo>
                  <a:lnTo>
                    <a:pt x="3025014" y="1602565"/>
                  </a:lnTo>
                  <a:lnTo>
                    <a:pt x="3025107" y="1602565"/>
                  </a:lnTo>
                  <a:lnTo>
                    <a:pt x="3025200" y="1602565"/>
                  </a:lnTo>
                  <a:lnTo>
                    <a:pt x="3025293" y="1602565"/>
                  </a:lnTo>
                  <a:lnTo>
                    <a:pt x="3025387" y="1602565"/>
                  </a:lnTo>
                  <a:lnTo>
                    <a:pt x="3025480" y="1602565"/>
                  </a:lnTo>
                  <a:lnTo>
                    <a:pt x="3025573" y="1602565"/>
                  </a:lnTo>
                  <a:lnTo>
                    <a:pt x="3025666" y="1602565"/>
                  </a:lnTo>
                  <a:lnTo>
                    <a:pt x="3025760" y="1602565"/>
                  </a:lnTo>
                  <a:lnTo>
                    <a:pt x="3025853" y="1602565"/>
                  </a:lnTo>
                  <a:lnTo>
                    <a:pt x="3025946" y="1602565"/>
                  </a:lnTo>
                  <a:lnTo>
                    <a:pt x="3025946" y="1592611"/>
                  </a:lnTo>
                  <a:lnTo>
                    <a:pt x="3026039" y="1592611"/>
                  </a:lnTo>
                  <a:lnTo>
                    <a:pt x="3026133" y="1592611"/>
                  </a:lnTo>
                  <a:lnTo>
                    <a:pt x="3026226" y="1592611"/>
                  </a:lnTo>
                  <a:lnTo>
                    <a:pt x="3026319" y="1592611"/>
                  </a:lnTo>
                  <a:lnTo>
                    <a:pt x="3026412" y="1592611"/>
                  </a:lnTo>
                  <a:lnTo>
                    <a:pt x="3026506" y="1592611"/>
                  </a:lnTo>
                  <a:lnTo>
                    <a:pt x="3026599" y="1592611"/>
                  </a:lnTo>
                  <a:lnTo>
                    <a:pt x="3026692" y="1592611"/>
                  </a:lnTo>
                  <a:lnTo>
                    <a:pt x="3026785" y="1592611"/>
                  </a:lnTo>
                  <a:lnTo>
                    <a:pt x="3026879" y="1592611"/>
                  </a:lnTo>
                  <a:lnTo>
                    <a:pt x="3026972" y="1592611"/>
                  </a:lnTo>
                  <a:lnTo>
                    <a:pt x="3027065" y="1592611"/>
                  </a:lnTo>
                  <a:lnTo>
                    <a:pt x="3027158" y="1592611"/>
                  </a:lnTo>
                  <a:lnTo>
                    <a:pt x="3027252" y="1592611"/>
                  </a:lnTo>
                  <a:lnTo>
                    <a:pt x="3027345" y="1592611"/>
                  </a:lnTo>
                  <a:lnTo>
                    <a:pt x="3027438" y="1592611"/>
                  </a:lnTo>
                  <a:lnTo>
                    <a:pt x="3027531" y="1592611"/>
                  </a:lnTo>
                  <a:lnTo>
                    <a:pt x="3027625" y="1592611"/>
                  </a:lnTo>
                  <a:lnTo>
                    <a:pt x="3027718" y="1592611"/>
                  </a:lnTo>
                  <a:lnTo>
                    <a:pt x="3027811" y="1592611"/>
                  </a:lnTo>
                  <a:lnTo>
                    <a:pt x="3027904" y="1592611"/>
                  </a:lnTo>
                  <a:lnTo>
                    <a:pt x="3027998" y="1592611"/>
                  </a:lnTo>
                  <a:lnTo>
                    <a:pt x="3028091" y="1592611"/>
                  </a:lnTo>
                  <a:lnTo>
                    <a:pt x="3028184" y="1592611"/>
                  </a:lnTo>
                  <a:lnTo>
                    <a:pt x="3028277" y="1592611"/>
                  </a:lnTo>
                  <a:lnTo>
                    <a:pt x="3028371" y="1592611"/>
                  </a:lnTo>
                  <a:lnTo>
                    <a:pt x="3028464" y="1592611"/>
                  </a:lnTo>
                  <a:lnTo>
                    <a:pt x="3028557" y="1592611"/>
                  </a:lnTo>
                  <a:lnTo>
                    <a:pt x="3028650" y="1592611"/>
                  </a:lnTo>
                  <a:lnTo>
                    <a:pt x="3028744" y="1592611"/>
                  </a:lnTo>
                  <a:lnTo>
                    <a:pt x="3028837" y="1592611"/>
                  </a:lnTo>
                  <a:lnTo>
                    <a:pt x="3028930" y="1592611"/>
                  </a:lnTo>
                  <a:lnTo>
                    <a:pt x="3029023" y="1592611"/>
                  </a:lnTo>
                  <a:lnTo>
                    <a:pt x="3029117" y="1592611"/>
                  </a:lnTo>
                  <a:lnTo>
                    <a:pt x="3029210" y="1592611"/>
                  </a:lnTo>
                  <a:lnTo>
                    <a:pt x="3029303" y="1592611"/>
                  </a:lnTo>
                  <a:lnTo>
                    <a:pt x="3029396" y="1592611"/>
                  </a:lnTo>
                  <a:lnTo>
                    <a:pt x="3029490" y="1592611"/>
                  </a:lnTo>
                  <a:lnTo>
                    <a:pt x="3029583" y="1592611"/>
                  </a:lnTo>
                  <a:lnTo>
                    <a:pt x="3029676" y="1592611"/>
                  </a:lnTo>
                  <a:lnTo>
                    <a:pt x="3029769" y="1592611"/>
                  </a:lnTo>
                  <a:lnTo>
                    <a:pt x="3029863" y="1592611"/>
                  </a:lnTo>
                  <a:lnTo>
                    <a:pt x="3029956" y="1592611"/>
                  </a:lnTo>
                  <a:lnTo>
                    <a:pt x="3030049" y="1592611"/>
                  </a:lnTo>
                  <a:lnTo>
                    <a:pt x="3030142" y="1592611"/>
                  </a:lnTo>
                  <a:lnTo>
                    <a:pt x="3030236" y="1592611"/>
                  </a:lnTo>
                  <a:lnTo>
                    <a:pt x="3030329" y="1592611"/>
                  </a:lnTo>
                  <a:lnTo>
                    <a:pt x="3030422" y="1592611"/>
                  </a:lnTo>
                  <a:lnTo>
                    <a:pt x="3030515" y="1592611"/>
                  </a:lnTo>
                  <a:lnTo>
                    <a:pt x="3030609" y="1592611"/>
                  </a:lnTo>
                  <a:lnTo>
                    <a:pt x="3030702" y="1592611"/>
                  </a:lnTo>
                  <a:lnTo>
                    <a:pt x="3030795" y="1592611"/>
                  </a:lnTo>
                  <a:lnTo>
                    <a:pt x="3030888" y="1592611"/>
                  </a:lnTo>
                  <a:lnTo>
                    <a:pt x="3030982" y="1592611"/>
                  </a:lnTo>
                  <a:lnTo>
                    <a:pt x="3030982" y="1582657"/>
                  </a:lnTo>
                  <a:lnTo>
                    <a:pt x="3031075" y="1582657"/>
                  </a:lnTo>
                  <a:lnTo>
                    <a:pt x="3031168" y="1582657"/>
                  </a:lnTo>
                  <a:lnTo>
                    <a:pt x="3031261" y="1582657"/>
                  </a:lnTo>
                  <a:lnTo>
                    <a:pt x="3031355" y="1582657"/>
                  </a:lnTo>
                  <a:lnTo>
                    <a:pt x="3031448" y="1582657"/>
                  </a:lnTo>
                  <a:lnTo>
                    <a:pt x="3031541" y="1582657"/>
                  </a:lnTo>
                  <a:lnTo>
                    <a:pt x="3031634" y="1582657"/>
                  </a:lnTo>
                  <a:lnTo>
                    <a:pt x="3031728" y="1582657"/>
                  </a:lnTo>
                  <a:lnTo>
                    <a:pt x="3031821" y="1582657"/>
                  </a:lnTo>
                  <a:lnTo>
                    <a:pt x="3031914" y="1582657"/>
                  </a:lnTo>
                  <a:lnTo>
                    <a:pt x="3032007" y="1582657"/>
                  </a:lnTo>
                  <a:lnTo>
                    <a:pt x="3032100" y="1582657"/>
                  </a:lnTo>
                  <a:lnTo>
                    <a:pt x="3032194" y="1582657"/>
                  </a:lnTo>
                  <a:lnTo>
                    <a:pt x="3032287" y="1582657"/>
                  </a:lnTo>
                  <a:lnTo>
                    <a:pt x="3032380" y="1582657"/>
                  </a:lnTo>
                  <a:lnTo>
                    <a:pt x="3032473" y="1582657"/>
                  </a:lnTo>
                  <a:lnTo>
                    <a:pt x="3032567" y="1582657"/>
                  </a:lnTo>
                  <a:lnTo>
                    <a:pt x="3032660" y="1582657"/>
                  </a:lnTo>
                  <a:lnTo>
                    <a:pt x="3032753" y="1582657"/>
                  </a:lnTo>
                  <a:lnTo>
                    <a:pt x="3032846" y="1582657"/>
                  </a:lnTo>
                  <a:lnTo>
                    <a:pt x="3032940" y="1582657"/>
                  </a:lnTo>
                  <a:lnTo>
                    <a:pt x="3033033" y="1582657"/>
                  </a:lnTo>
                  <a:lnTo>
                    <a:pt x="3033126" y="1582657"/>
                  </a:lnTo>
                  <a:lnTo>
                    <a:pt x="3033219" y="1582657"/>
                  </a:lnTo>
                  <a:lnTo>
                    <a:pt x="3033313" y="1582657"/>
                  </a:lnTo>
                  <a:lnTo>
                    <a:pt x="3033406" y="1582657"/>
                  </a:lnTo>
                  <a:lnTo>
                    <a:pt x="3033499" y="1582657"/>
                  </a:lnTo>
                  <a:lnTo>
                    <a:pt x="3033592" y="1582657"/>
                  </a:lnTo>
                  <a:lnTo>
                    <a:pt x="3033686" y="1582657"/>
                  </a:lnTo>
                  <a:lnTo>
                    <a:pt x="3033779" y="1582657"/>
                  </a:lnTo>
                  <a:lnTo>
                    <a:pt x="3033872" y="1582657"/>
                  </a:lnTo>
                  <a:lnTo>
                    <a:pt x="3033965" y="1582657"/>
                  </a:lnTo>
                  <a:lnTo>
                    <a:pt x="3034059" y="1582657"/>
                  </a:lnTo>
                  <a:lnTo>
                    <a:pt x="3034152" y="1582657"/>
                  </a:lnTo>
                  <a:lnTo>
                    <a:pt x="3034245" y="1582657"/>
                  </a:lnTo>
                  <a:lnTo>
                    <a:pt x="3034338" y="1582657"/>
                  </a:lnTo>
                  <a:lnTo>
                    <a:pt x="3034432" y="1582657"/>
                  </a:lnTo>
                  <a:lnTo>
                    <a:pt x="3034525" y="1582657"/>
                  </a:lnTo>
                  <a:lnTo>
                    <a:pt x="3034618" y="1582657"/>
                  </a:lnTo>
                  <a:lnTo>
                    <a:pt x="3034711" y="1582657"/>
                  </a:lnTo>
                  <a:lnTo>
                    <a:pt x="3034805" y="1582657"/>
                  </a:lnTo>
                  <a:lnTo>
                    <a:pt x="3034898" y="1582657"/>
                  </a:lnTo>
                  <a:lnTo>
                    <a:pt x="3034991" y="1582657"/>
                  </a:lnTo>
                  <a:lnTo>
                    <a:pt x="3035084" y="1582657"/>
                  </a:lnTo>
                  <a:lnTo>
                    <a:pt x="3035178" y="1582657"/>
                  </a:lnTo>
                  <a:lnTo>
                    <a:pt x="3035271" y="1582657"/>
                  </a:lnTo>
                  <a:lnTo>
                    <a:pt x="3035364" y="1582657"/>
                  </a:lnTo>
                  <a:lnTo>
                    <a:pt x="3035457" y="1582657"/>
                  </a:lnTo>
                  <a:lnTo>
                    <a:pt x="3035551" y="1582657"/>
                  </a:lnTo>
                  <a:lnTo>
                    <a:pt x="3035644" y="1582657"/>
                  </a:lnTo>
                  <a:lnTo>
                    <a:pt x="3035737" y="1582657"/>
                  </a:lnTo>
                  <a:lnTo>
                    <a:pt x="3035830" y="1582657"/>
                  </a:lnTo>
                  <a:lnTo>
                    <a:pt x="3035924" y="1582657"/>
                  </a:lnTo>
                  <a:lnTo>
                    <a:pt x="3036017" y="1582657"/>
                  </a:lnTo>
                  <a:lnTo>
                    <a:pt x="3036110" y="1582657"/>
                  </a:lnTo>
                  <a:lnTo>
                    <a:pt x="3036203" y="1582657"/>
                  </a:lnTo>
                  <a:lnTo>
                    <a:pt x="3036297" y="1582657"/>
                  </a:lnTo>
                  <a:lnTo>
                    <a:pt x="3036297" y="1572703"/>
                  </a:lnTo>
                  <a:lnTo>
                    <a:pt x="3036390" y="1572703"/>
                  </a:lnTo>
                  <a:lnTo>
                    <a:pt x="3036483" y="1572703"/>
                  </a:lnTo>
                  <a:lnTo>
                    <a:pt x="3036576" y="1572703"/>
                  </a:lnTo>
                  <a:lnTo>
                    <a:pt x="3036670" y="1572703"/>
                  </a:lnTo>
                  <a:lnTo>
                    <a:pt x="3036763" y="1572703"/>
                  </a:lnTo>
                  <a:lnTo>
                    <a:pt x="3036856" y="1572703"/>
                  </a:lnTo>
                  <a:lnTo>
                    <a:pt x="3036949" y="1572703"/>
                  </a:lnTo>
                  <a:lnTo>
                    <a:pt x="3037043" y="1572703"/>
                  </a:lnTo>
                  <a:lnTo>
                    <a:pt x="3037136" y="1572703"/>
                  </a:lnTo>
                  <a:lnTo>
                    <a:pt x="3037229" y="1572703"/>
                  </a:lnTo>
                  <a:lnTo>
                    <a:pt x="3037322" y="1572703"/>
                  </a:lnTo>
                  <a:lnTo>
                    <a:pt x="3037416" y="1572703"/>
                  </a:lnTo>
                  <a:lnTo>
                    <a:pt x="3037509" y="1572703"/>
                  </a:lnTo>
                  <a:lnTo>
                    <a:pt x="3037602" y="1572703"/>
                  </a:lnTo>
                  <a:lnTo>
                    <a:pt x="3037695" y="1572703"/>
                  </a:lnTo>
                  <a:lnTo>
                    <a:pt x="3037789" y="1572703"/>
                  </a:lnTo>
                  <a:lnTo>
                    <a:pt x="3037882" y="1572703"/>
                  </a:lnTo>
                  <a:lnTo>
                    <a:pt x="3037975" y="1572703"/>
                  </a:lnTo>
                  <a:lnTo>
                    <a:pt x="3038068" y="1572703"/>
                  </a:lnTo>
                  <a:lnTo>
                    <a:pt x="3038162" y="1572703"/>
                  </a:lnTo>
                  <a:lnTo>
                    <a:pt x="3038255" y="1572703"/>
                  </a:lnTo>
                  <a:lnTo>
                    <a:pt x="3038348" y="1572703"/>
                  </a:lnTo>
                  <a:lnTo>
                    <a:pt x="3038441" y="1572703"/>
                  </a:lnTo>
                  <a:lnTo>
                    <a:pt x="3038535" y="1572703"/>
                  </a:lnTo>
                  <a:lnTo>
                    <a:pt x="3038628" y="1572703"/>
                  </a:lnTo>
                  <a:lnTo>
                    <a:pt x="3038721" y="1572703"/>
                  </a:lnTo>
                  <a:lnTo>
                    <a:pt x="3038814" y="1572703"/>
                  </a:lnTo>
                  <a:lnTo>
                    <a:pt x="3038907" y="1572703"/>
                  </a:lnTo>
                  <a:lnTo>
                    <a:pt x="3039001" y="1572703"/>
                  </a:lnTo>
                  <a:lnTo>
                    <a:pt x="3039094" y="1572703"/>
                  </a:lnTo>
                  <a:lnTo>
                    <a:pt x="3039187" y="1572703"/>
                  </a:lnTo>
                  <a:lnTo>
                    <a:pt x="3039280" y="1572703"/>
                  </a:lnTo>
                  <a:lnTo>
                    <a:pt x="3039374" y="1572703"/>
                  </a:lnTo>
                  <a:lnTo>
                    <a:pt x="3039467" y="1572703"/>
                  </a:lnTo>
                  <a:lnTo>
                    <a:pt x="3039560" y="1572703"/>
                  </a:lnTo>
                  <a:lnTo>
                    <a:pt x="3039653" y="1572703"/>
                  </a:lnTo>
                  <a:lnTo>
                    <a:pt x="3039747" y="1572703"/>
                  </a:lnTo>
                  <a:lnTo>
                    <a:pt x="3039840" y="1572703"/>
                  </a:lnTo>
                  <a:lnTo>
                    <a:pt x="3039933" y="1572703"/>
                  </a:lnTo>
                  <a:lnTo>
                    <a:pt x="3040026" y="1572703"/>
                  </a:lnTo>
                  <a:lnTo>
                    <a:pt x="3040120" y="1572703"/>
                  </a:lnTo>
                  <a:lnTo>
                    <a:pt x="3040213" y="1572703"/>
                  </a:lnTo>
                  <a:lnTo>
                    <a:pt x="3040306" y="1572703"/>
                  </a:lnTo>
                  <a:lnTo>
                    <a:pt x="3040399" y="1572703"/>
                  </a:lnTo>
                  <a:lnTo>
                    <a:pt x="3040493" y="1572703"/>
                  </a:lnTo>
                  <a:lnTo>
                    <a:pt x="3040586" y="1572703"/>
                  </a:lnTo>
                  <a:lnTo>
                    <a:pt x="3040679" y="1572703"/>
                  </a:lnTo>
                  <a:lnTo>
                    <a:pt x="3040772" y="1572703"/>
                  </a:lnTo>
                  <a:lnTo>
                    <a:pt x="3040866" y="1572703"/>
                  </a:lnTo>
                  <a:lnTo>
                    <a:pt x="3040959" y="1572703"/>
                  </a:lnTo>
                  <a:lnTo>
                    <a:pt x="3041052" y="1572703"/>
                  </a:lnTo>
                  <a:lnTo>
                    <a:pt x="3041145" y="1572703"/>
                  </a:lnTo>
                  <a:lnTo>
                    <a:pt x="3041239" y="1572703"/>
                  </a:lnTo>
                  <a:lnTo>
                    <a:pt x="3041332" y="1572703"/>
                  </a:lnTo>
                  <a:lnTo>
                    <a:pt x="3041425" y="1572703"/>
                  </a:lnTo>
                  <a:lnTo>
                    <a:pt x="3041518" y="1572703"/>
                  </a:lnTo>
                  <a:lnTo>
                    <a:pt x="3041612" y="1572703"/>
                  </a:lnTo>
                  <a:lnTo>
                    <a:pt x="3041705" y="1572703"/>
                  </a:lnTo>
                  <a:lnTo>
                    <a:pt x="3041798" y="1572703"/>
                  </a:lnTo>
                  <a:lnTo>
                    <a:pt x="3041891" y="1572703"/>
                  </a:lnTo>
                  <a:lnTo>
                    <a:pt x="3041985" y="1572703"/>
                  </a:lnTo>
                  <a:lnTo>
                    <a:pt x="3042078" y="1572703"/>
                  </a:lnTo>
                  <a:lnTo>
                    <a:pt x="3042171" y="1572703"/>
                  </a:lnTo>
                  <a:lnTo>
                    <a:pt x="3042264" y="1572703"/>
                  </a:lnTo>
                  <a:lnTo>
                    <a:pt x="3042358" y="1572703"/>
                  </a:lnTo>
                  <a:lnTo>
                    <a:pt x="3042451" y="1572703"/>
                  </a:lnTo>
                  <a:lnTo>
                    <a:pt x="3042544" y="1572703"/>
                  </a:lnTo>
                  <a:lnTo>
                    <a:pt x="3042637" y="1572703"/>
                  </a:lnTo>
                  <a:lnTo>
                    <a:pt x="3042731" y="1572703"/>
                  </a:lnTo>
                  <a:lnTo>
                    <a:pt x="3042824" y="1572703"/>
                  </a:lnTo>
                  <a:lnTo>
                    <a:pt x="3042917" y="1572703"/>
                  </a:lnTo>
                  <a:lnTo>
                    <a:pt x="3043010" y="1572703"/>
                  </a:lnTo>
                  <a:lnTo>
                    <a:pt x="3043104" y="1572703"/>
                  </a:lnTo>
                  <a:lnTo>
                    <a:pt x="3043197" y="1572703"/>
                  </a:lnTo>
                  <a:lnTo>
                    <a:pt x="3043290" y="1572703"/>
                  </a:lnTo>
                  <a:lnTo>
                    <a:pt x="3043383" y="1572703"/>
                  </a:lnTo>
                  <a:lnTo>
                    <a:pt x="3043477" y="1572703"/>
                  </a:lnTo>
                  <a:lnTo>
                    <a:pt x="3043570" y="1572703"/>
                  </a:lnTo>
                  <a:lnTo>
                    <a:pt x="3043663" y="1572703"/>
                  </a:lnTo>
                  <a:lnTo>
                    <a:pt x="3043756" y="1572703"/>
                  </a:lnTo>
                  <a:lnTo>
                    <a:pt x="3043850" y="1572703"/>
                  </a:lnTo>
                  <a:lnTo>
                    <a:pt x="3043943" y="1572703"/>
                  </a:lnTo>
                  <a:lnTo>
                    <a:pt x="3044036" y="1572703"/>
                  </a:lnTo>
                  <a:lnTo>
                    <a:pt x="3044036" y="1562750"/>
                  </a:lnTo>
                  <a:lnTo>
                    <a:pt x="3044129" y="1562750"/>
                  </a:lnTo>
                  <a:lnTo>
                    <a:pt x="3044223" y="1562750"/>
                  </a:lnTo>
                  <a:lnTo>
                    <a:pt x="3044223" y="1552796"/>
                  </a:lnTo>
                  <a:lnTo>
                    <a:pt x="3044316" y="1552796"/>
                  </a:lnTo>
                  <a:lnTo>
                    <a:pt x="3044409" y="1552796"/>
                  </a:lnTo>
                  <a:lnTo>
                    <a:pt x="3044502" y="1552796"/>
                  </a:lnTo>
                  <a:lnTo>
                    <a:pt x="3044596" y="1552796"/>
                  </a:lnTo>
                  <a:lnTo>
                    <a:pt x="3044689" y="1552796"/>
                  </a:lnTo>
                  <a:lnTo>
                    <a:pt x="3044782" y="1552796"/>
                  </a:lnTo>
                  <a:lnTo>
                    <a:pt x="3044875" y="1552796"/>
                  </a:lnTo>
                  <a:lnTo>
                    <a:pt x="3044969" y="1552796"/>
                  </a:lnTo>
                  <a:lnTo>
                    <a:pt x="3045062" y="1552796"/>
                  </a:lnTo>
                  <a:lnTo>
                    <a:pt x="3045155" y="1552796"/>
                  </a:lnTo>
                  <a:lnTo>
                    <a:pt x="3045248" y="1552796"/>
                  </a:lnTo>
                  <a:lnTo>
                    <a:pt x="3045342" y="1552796"/>
                  </a:lnTo>
                  <a:lnTo>
                    <a:pt x="3045435" y="1552796"/>
                  </a:lnTo>
                  <a:lnTo>
                    <a:pt x="3045528" y="1552796"/>
                  </a:lnTo>
                  <a:lnTo>
                    <a:pt x="3045621" y="1552796"/>
                  </a:lnTo>
                  <a:lnTo>
                    <a:pt x="3045714" y="1552796"/>
                  </a:lnTo>
                  <a:lnTo>
                    <a:pt x="3045808" y="1552796"/>
                  </a:lnTo>
                  <a:lnTo>
                    <a:pt x="3045901" y="1552796"/>
                  </a:lnTo>
                  <a:lnTo>
                    <a:pt x="3045994" y="1552796"/>
                  </a:lnTo>
                  <a:lnTo>
                    <a:pt x="3046087" y="1552796"/>
                  </a:lnTo>
                  <a:lnTo>
                    <a:pt x="3046181" y="1552796"/>
                  </a:lnTo>
                  <a:lnTo>
                    <a:pt x="3046274" y="1552796"/>
                  </a:lnTo>
                  <a:lnTo>
                    <a:pt x="3046367" y="1552796"/>
                  </a:lnTo>
                  <a:lnTo>
                    <a:pt x="3046460" y="1552796"/>
                  </a:lnTo>
                  <a:lnTo>
                    <a:pt x="3046554" y="1552796"/>
                  </a:lnTo>
                  <a:lnTo>
                    <a:pt x="3046647" y="1552796"/>
                  </a:lnTo>
                  <a:lnTo>
                    <a:pt x="3046740" y="1552796"/>
                  </a:lnTo>
                  <a:lnTo>
                    <a:pt x="3046833" y="1552796"/>
                  </a:lnTo>
                  <a:lnTo>
                    <a:pt x="3046927" y="1552796"/>
                  </a:lnTo>
                  <a:lnTo>
                    <a:pt x="3047020" y="1552796"/>
                  </a:lnTo>
                  <a:lnTo>
                    <a:pt x="3047113" y="1552796"/>
                  </a:lnTo>
                  <a:lnTo>
                    <a:pt x="3047206" y="1552796"/>
                  </a:lnTo>
                  <a:lnTo>
                    <a:pt x="3047300" y="1552796"/>
                  </a:lnTo>
                  <a:lnTo>
                    <a:pt x="3047393" y="1552796"/>
                  </a:lnTo>
                  <a:lnTo>
                    <a:pt x="3047486" y="1552796"/>
                  </a:lnTo>
                  <a:lnTo>
                    <a:pt x="3047579" y="1552796"/>
                  </a:lnTo>
                  <a:lnTo>
                    <a:pt x="3047673" y="1552796"/>
                  </a:lnTo>
                  <a:lnTo>
                    <a:pt x="3047766" y="1552796"/>
                  </a:lnTo>
                  <a:lnTo>
                    <a:pt x="3047859" y="1552796"/>
                  </a:lnTo>
                  <a:lnTo>
                    <a:pt x="3047952" y="1552796"/>
                  </a:lnTo>
                  <a:lnTo>
                    <a:pt x="3048046" y="1552796"/>
                  </a:lnTo>
                  <a:lnTo>
                    <a:pt x="3048139" y="1552796"/>
                  </a:lnTo>
                  <a:lnTo>
                    <a:pt x="3048232" y="1552796"/>
                  </a:lnTo>
                  <a:lnTo>
                    <a:pt x="3048325" y="1552796"/>
                  </a:lnTo>
                  <a:lnTo>
                    <a:pt x="3048419" y="1552796"/>
                  </a:lnTo>
                  <a:lnTo>
                    <a:pt x="3048512" y="1552796"/>
                  </a:lnTo>
                  <a:lnTo>
                    <a:pt x="3048605" y="1552796"/>
                  </a:lnTo>
                  <a:lnTo>
                    <a:pt x="3048698" y="1552796"/>
                  </a:lnTo>
                  <a:lnTo>
                    <a:pt x="3048792" y="1552796"/>
                  </a:lnTo>
                  <a:lnTo>
                    <a:pt x="3048885" y="1552796"/>
                  </a:lnTo>
                  <a:lnTo>
                    <a:pt x="3048978" y="1552796"/>
                  </a:lnTo>
                  <a:lnTo>
                    <a:pt x="3049071" y="1552796"/>
                  </a:lnTo>
                  <a:lnTo>
                    <a:pt x="3049165" y="1552796"/>
                  </a:lnTo>
                  <a:lnTo>
                    <a:pt x="3049258" y="1552796"/>
                  </a:lnTo>
                  <a:lnTo>
                    <a:pt x="3049351" y="1552796"/>
                  </a:lnTo>
                  <a:lnTo>
                    <a:pt x="3049444" y="1552796"/>
                  </a:lnTo>
                  <a:lnTo>
                    <a:pt x="3049538" y="1552796"/>
                  </a:lnTo>
                  <a:lnTo>
                    <a:pt x="3049631" y="1552796"/>
                  </a:lnTo>
                  <a:lnTo>
                    <a:pt x="3049724" y="1552796"/>
                  </a:lnTo>
                  <a:lnTo>
                    <a:pt x="3049817" y="1552796"/>
                  </a:lnTo>
                  <a:lnTo>
                    <a:pt x="3049911" y="1552796"/>
                  </a:lnTo>
                  <a:lnTo>
                    <a:pt x="3050004" y="1552796"/>
                  </a:lnTo>
                  <a:lnTo>
                    <a:pt x="3050097" y="1552796"/>
                  </a:lnTo>
                  <a:lnTo>
                    <a:pt x="3050190" y="1552796"/>
                  </a:lnTo>
                  <a:lnTo>
                    <a:pt x="3050284" y="1552796"/>
                  </a:lnTo>
                  <a:lnTo>
                    <a:pt x="3050377" y="1552796"/>
                  </a:lnTo>
                  <a:lnTo>
                    <a:pt x="3050470" y="1552796"/>
                  </a:lnTo>
                  <a:lnTo>
                    <a:pt x="3050563" y="1552796"/>
                  </a:lnTo>
                  <a:lnTo>
                    <a:pt x="3050657" y="1552796"/>
                  </a:lnTo>
                  <a:lnTo>
                    <a:pt x="3050750" y="1552796"/>
                  </a:lnTo>
                  <a:lnTo>
                    <a:pt x="3050843" y="1552796"/>
                  </a:lnTo>
                  <a:lnTo>
                    <a:pt x="3050936" y="1552796"/>
                  </a:lnTo>
                  <a:lnTo>
                    <a:pt x="3051030" y="1552796"/>
                  </a:lnTo>
                  <a:lnTo>
                    <a:pt x="3051123" y="1552796"/>
                  </a:lnTo>
                  <a:lnTo>
                    <a:pt x="3051216" y="1552796"/>
                  </a:lnTo>
                  <a:lnTo>
                    <a:pt x="3051309" y="1552796"/>
                  </a:lnTo>
                  <a:lnTo>
                    <a:pt x="3051403" y="1552796"/>
                  </a:lnTo>
                  <a:lnTo>
                    <a:pt x="3051496" y="1552796"/>
                  </a:lnTo>
                  <a:lnTo>
                    <a:pt x="3051589" y="1552796"/>
                  </a:lnTo>
                  <a:lnTo>
                    <a:pt x="3051682" y="1552796"/>
                  </a:lnTo>
                  <a:lnTo>
                    <a:pt x="3051776" y="1552796"/>
                  </a:lnTo>
                  <a:lnTo>
                    <a:pt x="3051869" y="1552796"/>
                  </a:lnTo>
                  <a:lnTo>
                    <a:pt x="3051962" y="1552796"/>
                  </a:lnTo>
                  <a:lnTo>
                    <a:pt x="3052055" y="1552796"/>
                  </a:lnTo>
                  <a:lnTo>
                    <a:pt x="3052149" y="1552796"/>
                  </a:lnTo>
                  <a:lnTo>
                    <a:pt x="3052242" y="1552796"/>
                  </a:lnTo>
                  <a:lnTo>
                    <a:pt x="3052335" y="1552796"/>
                  </a:lnTo>
                  <a:lnTo>
                    <a:pt x="3052428" y="1552796"/>
                  </a:lnTo>
                  <a:lnTo>
                    <a:pt x="3052522" y="1552796"/>
                  </a:lnTo>
                  <a:lnTo>
                    <a:pt x="3052615" y="1552796"/>
                  </a:lnTo>
                  <a:lnTo>
                    <a:pt x="3052708" y="1552796"/>
                  </a:lnTo>
                  <a:lnTo>
                    <a:pt x="3052801" y="1552796"/>
                  </a:lnTo>
                  <a:lnTo>
                    <a:pt x="3052894" y="1552796"/>
                  </a:lnTo>
                  <a:lnTo>
                    <a:pt x="3052988" y="1552796"/>
                  </a:lnTo>
                  <a:lnTo>
                    <a:pt x="3053081" y="1552796"/>
                  </a:lnTo>
                  <a:lnTo>
                    <a:pt x="3053174" y="1552796"/>
                  </a:lnTo>
                  <a:lnTo>
                    <a:pt x="3053267" y="1552796"/>
                  </a:lnTo>
                  <a:lnTo>
                    <a:pt x="3053361" y="1552796"/>
                  </a:lnTo>
                  <a:lnTo>
                    <a:pt x="3053454" y="1552796"/>
                  </a:lnTo>
                  <a:lnTo>
                    <a:pt x="3053547" y="1552796"/>
                  </a:lnTo>
                  <a:lnTo>
                    <a:pt x="3053640" y="1552796"/>
                  </a:lnTo>
                  <a:lnTo>
                    <a:pt x="3053734" y="1552796"/>
                  </a:lnTo>
                  <a:lnTo>
                    <a:pt x="3053827" y="1552796"/>
                  </a:lnTo>
                  <a:lnTo>
                    <a:pt x="3053920" y="1552796"/>
                  </a:lnTo>
                  <a:lnTo>
                    <a:pt x="3054013" y="1552796"/>
                  </a:lnTo>
                  <a:lnTo>
                    <a:pt x="3054107" y="1552796"/>
                  </a:lnTo>
                  <a:lnTo>
                    <a:pt x="3054200" y="1552796"/>
                  </a:lnTo>
                  <a:lnTo>
                    <a:pt x="3054293" y="1552796"/>
                  </a:lnTo>
                  <a:lnTo>
                    <a:pt x="3054386" y="1552796"/>
                  </a:lnTo>
                  <a:lnTo>
                    <a:pt x="3054480" y="1552796"/>
                  </a:lnTo>
                  <a:lnTo>
                    <a:pt x="3054573" y="1552796"/>
                  </a:lnTo>
                  <a:lnTo>
                    <a:pt x="3054666" y="1552796"/>
                  </a:lnTo>
                  <a:lnTo>
                    <a:pt x="3054759" y="1552796"/>
                  </a:lnTo>
                  <a:lnTo>
                    <a:pt x="3054853" y="1552796"/>
                  </a:lnTo>
                  <a:lnTo>
                    <a:pt x="3054946" y="1552796"/>
                  </a:lnTo>
                  <a:lnTo>
                    <a:pt x="3055039" y="1552796"/>
                  </a:lnTo>
                  <a:lnTo>
                    <a:pt x="3055132" y="1552796"/>
                  </a:lnTo>
                  <a:lnTo>
                    <a:pt x="3055226" y="1552796"/>
                  </a:lnTo>
                  <a:lnTo>
                    <a:pt x="3055319" y="1552796"/>
                  </a:lnTo>
                  <a:lnTo>
                    <a:pt x="3055412" y="1552796"/>
                  </a:lnTo>
                  <a:lnTo>
                    <a:pt x="3055505" y="1552796"/>
                  </a:lnTo>
                  <a:lnTo>
                    <a:pt x="3055599" y="1552796"/>
                  </a:lnTo>
                  <a:lnTo>
                    <a:pt x="3055692" y="1552796"/>
                  </a:lnTo>
                  <a:lnTo>
                    <a:pt x="3055785" y="1552796"/>
                  </a:lnTo>
                  <a:lnTo>
                    <a:pt x="3055878" y="1552796"/>
                  </a:lnTo>
                  <a:lnTo>
                    <a:pt x="3055972" y="1552796"/>
                  </a:lnTo>
                  <a:lnTo>
                    <a:pt x="3056065" y="1552796"/>
                  </a:lnTo>
                  <a:lnTo>
                    <a:pt x="3056158" y="1552796"/>
                  </a:lnTo>
                  <a:lnTo>
                    <a:pt x="3056251" y="1552796"/>
                  </a:lnTo>
                  <a:lnTo>
                    <a:pt x="3056345" y="1552796"/>
                  </a:lnTo>
                  <a:lnTo>
                    <a:pt x="3056438" y="1552796"/>
                  </a:lnTo>
                  <a:lnTo>
                    <a:pt x="3056531" y="1552796"/>
                  </a:lnTo>
                  <a:lnTo>
                    <a:pt x="3056624" y="1552796"/>
                  </a:lnTo>
                  <a:lnTo>
                    <a:pt x="3056718" y="1552796"/>
                  </a:lnTo>
                  <a:lnTo>
                    <a:pt x="3056811" y="1552796"/>
                  </a:lnTo>
                  <a:lnTo>
                    <a:pt x="3056904" y="1552796"/>
                  </a:lnTo>
                  <a:lnTo>
                    <a:pt x="3056997" y="1552796"/>
                  </a:lnTo>
                  <a:lnTo>
                    <a:pt x="3057091" y="1552796"/>
                  </a:lnTo>
                  <a:lnTo>
                    <a:pt x="3057184" y="1552796"/>
                  </a:lnTo>
                  <a:lnTo>
                    <a:pt x="3057277" y="1552796"/>
                  </a:lnTo>
                  <a:lnTo>
                    <a:pt x="3057370" y="1552796"/>
                  </a:lnTo>
                  <a:lnTo>
                    <a:pt x="3057464" y="1552796"/>
                  </a:lnTo>
                  <a:lnTo>
                    <a:pt x="3057557" y="1552796"/>
                  </a:lnTo>
                  <a:lnTo>
                    <a:pt x="3057650" y="1552796"/>
                  </a:lnTo>
                  <a:lnTo>
                    <a:pt x="3057743" y="1552796"/>
                  </a:lnTo>
                  <a:lnTo>
                    <a:pt x="3057837" y="1552796"/>
                  </a:lnTo>
                  <a:lnTo>
                    <a:pt x="3057930" y="1552796"/>
                  </a:lnTo>
                  <a:lnTo>
                    <a:pt x="3058023" y="1552796"/>
                  </a:lnTo>
                  <a:lnTo>
                    <a:pt x="3058116" y="1552796"/>
                  </a:lnTo>
                  <a:lnTo>
                    <a:pt x="3058210" y="1552796"/>
                  </a:lnTo>
                  <a:lnTo>
                    <a:pt x="3058303" y="1552796"/>
                  </a:lnTo>
                  <a:lnTo>
                    <a:pt x="3058396" y="1552796"/>
                  </a:lnTo>
                  <a:lnTo>
                    <a:pt x="3058489" y="1552796"/>
                  </a:lnTo>
                  <a:lnTo>
                    <a:pt x="3058583" y="1552796"/>
                  </a:lnTo>
                  <a:lnTo>
                    <a:pt x="3058676" y="1552796"/>
                  </a:lnTo>
                  <a:lnTo>
                    <a:pt x="3058769" y="1552796"/>
                  </a:lnTo>
                  <a:lnTo>
                    <a:pt x="3058862" y="1552796"/>
                  </a:lnTo>
                  <a:lnTo>
                    <a:pt x="3058956" y="1552796"/>
                  </a:lnTo>
                  <a:lnTo>
                    <a:pt x="3059049" y="1552796"/>
                  </a:lnTo>
                  <a:lnTo>
                    <a:pt x="3059142" y="1552796"/>
                  </a:lnTo>
                  <a:lnTo>
                    <a:pt x="3059235" y="1552796"/>
                  </a:lnTo>
                  <a:lnTo>
                    <a:pt x="3059329" y="1552796"/>
                  </a:lnTo>
                  <a:lnTo>
                    <a:pt x="3059422" y="1552796"/>
                  </a:lnTo>
                  <a:lnTo>
                    <a:pt x="3059515" y="1552796"/>
                  </a:lnTo>
                  <a:lnTo>
                    <a:pt x="3059608" y="1552796"/>
                  </a:lnTo>
                  <a:lnTo>
                    <a:pt x="3059701" y="1552796"/>
                  </a:lnTo>
                  <a:lnTo>
                    <a:pt x="3059795" y="1552796"/>
                  </a:lnTo>
                  <a:lnTo>
                    <a:pt x="3059888" y="1552796"/>
                  </a:lnTo>
                  <a:lnTo>
                    <a:pt x="3059981" y="1552796"/>
                  </a:lnTo>
                  <a:lnTo>
                    <a:pt x="3060074" y="1552796"/>
                  </a:lnTo>
                  <a:lnTo>
                    <a:pt x="3060168" y="1552796"/>
                  </a:lnTo>
                  <a:lnTo>
                    <a:pt x="3060261" y="1552796"/>
                  </a:lnTo>
                  <a:lnTo>
                    <a:pt x="3060354" y="1552796"/>
                  </a:lnTo>
                  <a:lnTo>
                    <a:pt x="3060447" y="1552796"/>
                  </a:lnTo>
                  <a:lnTo>
                    <a:pt x="3060541" y="1552796"/>
                  </a:lnTo>
                  <a:lnTo>
                    <a:pt x="3060634" y="1552796"/>
                  </a:lnTo>
                  <a:lnTo>
                    <a:pt x="3060727" y="1552796"/>
                  </a:lnTo>
                  <a:lnTo>
                    <a:pt x="3060820" y="1552796"/>
                  </a:lnTo>
                  <a:lnTo>
                    <a:pt x="3060914" y="1552796"/>
                  </a:lnTo>
                  <a:lnTo>
                    <a:pt x="3061007" y="1552796"/>
                  </a:lnTo>
                  <a:lnTo>
                    <a:pt x="3061100" y="1552796"/>
                  </a:lnTo>
                  <a:lnTo>
                    <a:pt x="3061193" y="1552796"/>
                  </a:lnTo>
                  <a:lnTo>
                    <a:pt x="3061287" y="1552796"/>
                  </a:lnTo>
                  <a:lnTo>
                    <a:pt x="3061380" y="1552796"/>
                  </a:lnTo>
                  <a:lnTo>
                    <a:pt x="3061473" y="1552796"/>
                  </a:lnTo>
                  <a:lnTo>
                    <a:pt x="3061566" y="1552796"/>
                  </a:lnTo>
                  <a:lnTo>
                    <a:pt x="3061660" y="1552796"/>
                  </a:lnTo>
                  <a:lnTo>
                    <a:pt x="3061753" y="1552796"/>
                  </a:lnTo>
                  <a:lnTo>
                    <a:pt x="3061846" y="1552796"/>
                  </a:lnTo>
                  <a:lnTo>
                    <a:pt x="3061939" y="1552796"/>
                  </a:lnTo>
                  <a:lnTo>
                    <a:pt x="3062033" y="1552796"/>
                  </a:lnTo>
                  <a:lnTo>
                    <a:pt x="3062126" y="1552796"/>
                  </a:lnTo>
                  <a:lnTo>
                    <a:pt x="3062219" y="1552796"/>
                  </a:lnTo>
                  <a:lnTo>
                    <a:pt x="3062312" y="1552796"/>
                  </a:lnTo>
                  <a:lnTo>
                    <a:pt x="3062406" y="1552796"/>
                  </a:lnTo>
                  <a:lnTo>
                    <a:pt x="3062499" y="1552796"/>
                  </a:lnTo>
                  <a:lnTo>
                    <a:pt x="3062592" y="1552796"/>
                  </a:lnTo>
                  <a:lnTo>
                    <a:pt x="3062685" y="1552796"/>
                  </a:lnTo>
                  <a:lnTo>
                    <a:pt x="3062779" y="1552796"/>
                  </a:lnTo>
                  <a:lnTo>
                    <a:pt x="3062872" y="1552796"/>
                  </a:lnTo>
                  <a:lnTo>
                    <a:pt x="3062965" y="1552796"/>
                  </a:lnTo>
                  <a:lnTo>
                    <a:pt x="3063058" y="1552796"/>
                  </a:lnTo>
                  <a:lnTo>
                    <a:pt x="3063152" y="1552796"/>
                  </a:lnTo>
                  <a:lnTo>
                    <a:pt x="3063245" y="1552796"/>
                  </a:lnTo>
                  <a:lnTo>
                    <a:pt x="3063338" y="1552796"/>
                  </a:lnTo>
                  <a:lnTo>
                    <a:pt x="3063431" y="1552796"/>
                  </a:lnTo>
                  <a:lnTo>
                    <a:pt x="3063525" y="1552796"/>
                  </a:lnTo>
                  <a:lnTo>
                    <a:pt x="3063618" y="1552796"/>
                  </a:lnTo>
                  <a:lnTo>
                    <a:pt x="3063711" y="1552796"/>
                  </a:lnTo>
                  <a:lnTo>
                    <a:pt x="3063804" y="1552796"/>
                  </a:lnTo>
                  <a:lnTo>
                    <a:pt x="3063898" y="1552796"/>
                  </a:lnTo>
                  <a:lnTo>
                    <a:pt x="3063991" y="1552796"/>
                  </a:lnTo>
                  <a:lnTo>
                    <a:pt x="3064084" y="1552796"/>
                  </a:lnTo>
                  <a:lnTo>
                    <a:pt x="3064177" y="1552796"/>
                  </a:lnTo>
                  <a:lnTo>
                    <a:pt x="3064271" y="1552796"/>
                  </a:lnTo>
                  <a:lnTo>
                    <a:pt x="3064364" y="1552796"/>
                  </a:lnTo>
                  <a:lnTo>
                    <a:pt x="3064457" y="1552796"/>
                  </a:lnTo>
                  <a:lnTo>
                    <a:pt x="3064550" y="1552796"/>
                  </a:lnTo>
                  <a:lnTo>
                    <a:pt x="3064644" y="1552796"/>
                  </a:lnTo>
                  <a:lnTo>
                    <a:pt x="3064737" y="1552796"/>
                  </a:lnTo>
                  <a:lnTo>
                    <a:pt x="3064830" y="1552796"/>
                  </a:lnTo>
                  <a:lnTo>
                    <a:pt x="3064923" y="1552796"/>
                  </a:lnTo>
                  <a:lnTo>
                    <a:pt x="3065017" y="1552796"/>
                  </a:lnTo>
                  <a:lnTo>
                    <a:pt x="3065110" y="1552796"/>
                  </a:lnTo>
                  <a:lnTo>
                    <a:pt x="3065203" y="1552796"/>
                  </a:lnTo>
                  <a:lnTo>
                    <a:pt x="3065296" y="1552796"/>
                  </a:lnTo>
                  <a:lnTo>
                    <a:pt x="3065390" y="1552796"/>
                  </a:lnTo>
                  <a:lnTo>
                    <a:pt x="3065483" y="1552796"/>
                  </a:lnTo>
                  <a:lnTo>
                    <a:pt x="3065576" y="1552796"/>
                  </a:lnTo>
                  <a:lnTo>
                    <a:pt x="3065669" y="1552796"/>
                  </a:lnTo>
                  <a:lnTo>
                    <a:pt x="3065763" y="1552796"/>
                  </a:lnTo>
                  <a:lnTo>
                    <a:pt x="3065856" y="1552796"/>
                  </a:lnTo>
                  <a:lnTo>
                    <a:pt x="3065949" y="1552796"/>
                  </a:lnTo>
                  <a:lnTo>
                    <a:pt x="3066042" y="1552796"/>
                  </a:lnTo>
                  <a:lnTo>
                    <a:pt x="3066136" y="1552796"/>
                  </a:lnTo>
                  <a:lnTo>
                    <a:pt x="3066229" y="1552796"/>
                  </a:lnTo>
                  <a:lnTo>
                    <a:pt x="3066322" y="1552796"/>
                  </a:lnTo>
                  <a:lnTo>
                    <a:pt x="3066415" y="1552796"/>
                  </a:lnTo>
                  <a:lnTo>
                    <a:pt x="3066508" y="1552796"/>
                  </a:lnTo>
                  <a:lnTo>
                    <a:pt x="3066602" y="1552796"/>
                  </a:lnTo>
                  <a:lnTo>
                    <a:pt x="3066695" y="1552796"/>
                  </a:lnTo>
                  <a:lnTo>
                    <a:pt x="3066788" y="1552796"/>
                  </a:lnTo>
                  <a:lnTo>
                    <a:pt x="3066881" y="1552796"/>
                  </a:lnTo>
                  <a:lnTo>
                    <a:pt x="3066975" y="1552796"/>
                  </a:lnTo>
                  <a:lnTo>
                    <a:pt x="3067068" y="1552796"/>
                  </a:lnTo>
                  <a:lnTo>
                    <a:pt x="3067161" y="1552796"/>
                  </a:lnTo>
                  <a:lnTo>
                    <a:pt x="3067254" y="1552796"/>
                  </a:lnTo>
                  <a:lnTo>
                    <a:pt x="3067348" y="1552796"/>
                  </a:lnTo>
                  <a:lnTo>
                    <a:pt x="3067441" y="1552796"/>
                  </a:lnTo>
                  <a:lnTo>
                    <a:pt x="3067534" y="1552796"/>
                  </a:lnTo>
                  <a:lnTo>
                    <a:pt x="3067627" y="1552796"/>
                  </a:lnTo>
                  <a:lnTo>
                    <a:pt x="3067721" y="1552796"/>
                  </a:lnTo>
                  <a:lnTo>
                    <a:pt x="3067814" y="1552796"/>
                  </a:lnTo>
                  <a:lnTo>
                    <a:pt x="3067907" y="1552796"/>
                  </a:lnTo>
                  <a:lnTo>
                    <a:pt x="3068000" y="1552796"/>
                  </a:lnTo>
                  <a:lnTo>
                    <a:pt x="3068094" y="1552796"/>
                  </a:lnTo>
                  <a:lnTo>
                    <a:pt x="3068187" y="1552796"/>
                  </a:lnTo>
                  <a:lnTo>
                    <a:pt x="3068280" y="1552796"/>
                  </a:lnTo>
                  <a:lnTo>
                    <a:pt x="3068373" y="1552796"/>
                  </a:lnTo>
                  <a:lnTo>
                    <a:pt x="3068467" y="1552796"/>
                  </a:lnTo>
                  <a:lnTo>
                    <a:pt x="3068560" y="1552796"/>
                  </a:lnTo>
                  <a:lnTo>
                    <a:pt x="3068653" y="1552796"/>
                  </a:lnTo>
                  <a:lnTo>
                    <a:pt x="3068746" y="1552796"/>
                  </a:lnTo>
                  <a:lnTo>
                    <a:pt x="3068840" y="1552796"/>
                  </a:lnTo>
                  <a:lnTo>
                    <a:pt x="3068933" y="1552796"/>
                  </a:lnTo>
                  <a:lnTo>
                    <a:pt x="3069026" y="1552796"/>
                  </a:lnTo>
                  <a:lnTo>
                    <a:pt x="3069119" y="1552796"/>
                  </a:lnTo>
                  <a:lnTo>
                    <a:pt x="3069213" y="1552796"/>
                  </a:lnTo>
                  <a:lnTo>
                    <a:pt x="3069306" y="1552796"/>
                  </a:lnTo>
                  <a:lnTo>
                    <a:pt x="3069399" y="1552796"/>
                  </a:lnTo>
                  <a:lnTo>
                    <a:pt x="3069492" y="1552796"/>
                  </a:lnTo>
                  <a:lnTo>
                    <a:pt x="3069586" y="1552796"/>
                  </a:lnTo>
                  <a:lnTo>
                    <a:pt x="3069679" y="1552796"/>
                  </a:lnTo>
                  <a:lnTo>
                    <a:pt x="3069772" y="1552796"/>
                  </a:lnTo>
                  <a:lnTo>
                    <a:pt x="3069865" y="1552796"/>
                  </a:lnTo>
                  <a:lnTo>
                    <a:pt x="3069959" y="1552796"/>
                  </a:lnTo>
                  <a:lnTo>
                    <a:pt x="3070052" y="1552796"/>
                  </a:lnTo>
                  <a:lnTo>
                    <a:pt x="3070145" y="1552796"/>
                  </a:lnTo>
                  <a:lnTo>
                    <a:pt x="3070238" y="1552796"/>
                  </a:lnTo>
                  <a:lnTo>
                    <a:pt x="3070332" y="1552796"/>
                  </a:lnTo>
                  <a:lnTo>
                    <a:pt x="3070425" y="1552796"/>
                  </a:lnTo>
                  <a:lnTo>
                    <a:pt x="3070518" y="1552796"/>
                  </a:lnTo>
                  <a:lnTo>
                    <a:pt x="3070611" y="1552796"/>
                  </a:lnTo>
                  <a:lnTo>
                    <a:pt x="3070705" y="1552796"/>
                  </a:lnTo>
                  <a:lnTo>
                    <a:pt x="3070798" y="1552796"/>
                  </a:lnTo>
                  <a:lnTo>
                    <a:pt x="3070891" y="1552796"/>
                  </a:lnTo>
                  <a:lnTo>
                    <a:pt x="3070984" y="1552796"/>
                  </a:lnTo>
                  <a:lnTo>
                    <a:pt x="3071078" y="1552796"/>
                  </a:lnTo>
                  <a:lnTo>
                    <a:pt x="3071171" y="1552796"/>
                  </a:lnTo>
                  <a:lnTo>
                    <a:pt x="3071264" y="1552796"/>
                  </a:lnTo>
                  <a:lnTo>
                    <a:pt x="3071357" y="1552796"/>
                  </a:lnTo>
                  <a:lnTo>
                    <a:pt x="3071451" y="1552796"/>
                  </a:lnTo>
                  <a:lnTo>
                    <a:pt x="3071544" y="1552796"/>
                  </a:lnTo>
                  <a:lnTo>
                    <a:pt x="3071637" y="1552796"/>
                  </a:lnTo>
                  <a:lnTo>
                    <a:pt x="3071730" y="1552796"/>
                  </a:lnTo>
                  <a:lnTo>
                    <a:pt x="3071824" y="1552796"/>
                  </a:lnTo>
                  <a:lnTo>
                    <a:pt x="3071917" y="1552796"/>
                  </a:lnTo>
                  <a:lnTo>
                    <a:pt x="3072010" y="1552796"/>
                  </a:lnTo>
                  <a:lnTo>
                    <a:pt x="3072103" y="1552796"/>
                  </a:lnTo>
                  <a:lnTo>
                    <a:pt x="3072197" y="1552796"/>
                  </a:lnTo>
                  <a:lnTo>
                    <a:pt x="3072290" y="1552796"/>
                  </a:lnTo>
                  <a:lnTo>
                    <a:pt x="3072383" y="1552796"/>
                  </a:lnTo>
                  <a:lnTo>
                    <a:pt x="3072476" y="1552796"/>
                  </a:lnTo>
                  <a:lnTo>
                    <a:pt x="3072570" y="1552796"/>
                  </a:lnTo>
                  <a:lnTo>
                    <a:pt x="3072663" y="1552796"/>
                  </a:lnTo>
                  <a:lnTo>
                    <a:pt x="3072756" y="1552796"/>
                  </a:lnTo>
                  <a:lnTo>
                    <a:pt x="3072849" y="1552796"/>
                  </a:lnTo>
                  <a:lnTo>
                    <a:pt x="3072943" y="1552796"/>
                  </a:lnTo>
                  <a:lnTo>
                    <a:pt x="3073036" y="1552796"/>
                  </a:lnTo>
                  <a:lnTo>
                    <a:pt x="3073129" y="1552796"/>
                  </a:lnTo>
                  <a:lnTo>
                    <a:pt x="3073222" y="1552796"/>
                  </a:lnTo>
                  <a:lnTo>
                    <a:pt x="3073316" y="1552796"/>
                  </a:lnTo>
                  <a:lnTo>
                    <a:pt x="3073409" y="1552796"/>
                  </a:lnTo>
                  <a:lnTo>
                    <a:pt x="3073502" y="1552796"/>
                  </a:lnTo>
                  <a:lnTo>
                    <a:pt x="3073595" y="1552796"/>
                  </a:lnTo>
                  <a:lnTo>
                    <a:pt x="3073688" y="1552796"/>
                  </a:lnTo>
                  <a:lnTo>
                    <a:pt x="3073782" y="1552796"/>
                  </a:lnTo>
                  <a:lnTo>
                    <a:pt x="3073875" y="1552796"/>
                  </a:lnTo>
                  <a:lnTo>
                    <a:pt x="3073968" y="1552796"/>
                  </a:lnTo>
                  <a:lnTo>
                    <a:pt x="3074061" y="1552796"/>
                  </a:lnTo>
                  <a:lnTo>
                    <a:pt x="3074155" y="1552796"/>
                  </a:lnTo>
                  <a:lnTo>
                    <a:pt x="3074248" y="1552796"/>
                  </a:lnTo>
                  <a:lnTo>
                    <a:pt x="3074341" y="1552796"/>
                  </a:lnTo>
                  <a:lnTo>
                    <a:pt x="3074434" y="1552796"/>
                  </a:lnTo>
                  <a:lnTo>
                    <a:pt x="3074434" y="1542842"/>
                  </a:lnTo>
                  <a:lnTo>
                    <a:pt x="3074528" y="1542842"/>
                  </a:lnTo>
                  <a:lnTo>
                    <a:pt x="3074621" y="1542842"/>
                  </a:lnTo>
                  <a:lnTo>
                    <a:pt x="3074714" y="1542842"/>
                  </a:lnTo>
                  <a:lnTo>
                    <a:pt x="3074807" y="1542842"/>
                  </a:lnTo>
                  <a:lnTo>
                    <a:pt x="3074901" y="1542842"/>
                  </a:lnTo>
                  <a:lnTo>
                    <a:pt x="3074994" y="1542842"/>
                  </a:lnTo>
                  <a:lnTo>
                    <a:pt x="3075087" y="1542842"/>
                  </a:lnTo>
                  <a:lnTo>
                    <a:pt x="3075180" y="1542842"/>
                  </a:lnTo>
                  <a:lnTo>
                    <a:pt x="3075274" y="1542842"/>
                  </a:lnTo>
                  <a:lnTo>
                    <a:pt x="3075367" y="1542842"/>
                  </a:lnTo>
                  <a:lnTo>
                    <a:pt x="3075460" y="1542842"/>
                  </a:lnTo>
                  <a:lnTo>
                    <a:pt x="3075553" y="1542842"/>
                  </a:lnTo>
                  <a:lnTo>
                    <a:pt x="3075647" y="1542842"/>
                  </a:lnTo>
                  <a:lnTo>
                    <a:pt x="3075740" y="1542842"/>
                  </a:lnTo>
                  <a:lnTo>
                    <a:pt x="3075833" y="1542842"/>
                  </a:lnTo>
                  <a:lnTo>
                    <a:pt x="3075926" y="1542842"/>
                  </a:lnTo>
                  <a:lnTo>
                    <a:pt x="3076020" y="1542842"/>
                  </a:lnTo>
                  <a:lnTo>
                    <a:pt x="3076113" y="1542842"/>
                  </a:lnTo>
                  <a:lnTo>
                    <a:pt x="3076206" y="1542842"/>
                  </a:lnTo>
                  <a:lnTo>
                    <a:pt x="3076299" y="1542842"/>
                  </a:lnTo>
                  <a:lnTo>
                    <a:pt x="3076393" y="1542842"/>
                  </a:lnTo>
                  <a:lnTo>
                    <a:pt x="3076486" y="1542842"/>
                  </a:lnTo>
                  <a:lnTo>
                    <a:pt x="3076579" y="1542842"/>
                  </a:lnTo>
                  <a:lnTo>
                    <a:pt x="3076672" y="1542842"/>
                  </a:lnTo>
                  <a:lnTo>
                    <a:pt x="3076766" y="1542842"/>
                  </a:lnTo>
                  <a:lnTo>
                    <a:pt x="3076859" y="1542842"/>
                  </a:lnTo>
                  <a:lnTo>
                    <a:pt x="3076952" y="1542842"/>
                  </a:lnTo>
                  <a:lnTo>
                    <a:pt x="3077045" y="1542842"/>
                  </a:lnTo>
                  <a:lnTo>
                    <a:pt x="3077139" y="1542842"/>
                  </a:lnTo>
                  <a:lnTo>
                    <a:pt x="3077232" y="1542842"/>
                  </a:lnTo>
                  <a:lnTo>
                    <a:pt x="3077325" y="1542842"/>
                  </a:lnTo>
                  <a:lnTo>
                    <a:pt x="3077418" y="1542842"/>
                  </a:lnTo>
                  <a:lnTo>
                    <a:pt x="3077512" y="1542842"/>
                  </a:lnTo>
                  <a:lnTo>
                    <a:pt x="3077605" y="1542842"/>
                  </a:lnTo>
                  <a:lnTo>
                    <a:pt x="3077698" y="1542842"/>
                  </a:lnTo>
                  <a:lnTo>
                    <a:pt x="3077791" y="1542842"/>
                  </a:lnTo>
                  <a:lnTo>
                    <a:pt x="3077885" y="1542842"/>
                  </a:lnTo>
                  <a:lnTo>
                    <a:pt x="3077978" y="1542842"/>
                  </a:lnTo>
                  <a:lnTo>
                    <a:pt x="3078071" y="1542842"/>
                  </a:lnTo>
                  <a:lnTo>
                    <a:pt x="3078164" y="1542842"/>
                  </a:lnTo>
                  <a:lnTo>
                    <a:pt x="3078258" y="1542842"/>
                  </a:lnTo>
                  <a:lnTo>
                    <a:pt x="3078351" y="1542842"/>
                  </a:lnTo>
                  <a:lnTo>
                    <a:pt x="3078444" y="1542842"/>
                  </a:lnTo>
                  <a:lnTo>
                    <a:pt x="3078537" y="1542842"/>
                  </a:lnTo>
                  <a:lnTo>
                    <a:pt x="3078631" y="1542842"/>
                  </a:lnTo>
                  <a:lnTo>
                    <a:pt x="3078724" y="1542842"/>
                  </a:lnTo>
                  <a:lnTo>
                    <a:pt x="3078817" y="1542842"/>
                  </a:lnTo>
                  <a:lnTo>
                    <a:pt x="3078817" y="1532888"/>
                  </a:lnTo>
                  <a:lnTo>
                    <a:pt x="3078910" y="1532888"/>
                  </a:lnTo>
                  <a:lnTo>
                    <a:pt x="3079004" y="1532888"/>
                  </a:lnTo>
                  <a:lnTo>
                    <a:pt x="3079097" y="1532888"/>
                  </a:lnTo>
                  <a:lnTo>
                    <a:pt x="3079190" y="1532888"/>
                  </a:lnTo>
                  <a:lnTo>
                    <a:pt x="3079283" y="1532888"/>
                  </a:lnTo>
                  <a:lnTo>
                    <a:pt x="3079377" y="1532888"/>
                  </a:lnTo>
                  <a:lnTo>
                    <a:pt x="3079470" y="1532888"/>
                  </a:lnTo>
                  <a:lnTo>
                    <a:pt x="3079563" y="1532888"/>
                  </a:lnTo>
                  <a:lnTo>
                    <a:pt x="3079656" y="1532888"/>
                  </a:lnTo>
                  <a:lnTo>
                    <a:pt x="3079750" y="1532888"/>
                  </a:lnTo>
                  <a:lnTo>
                    <a:pt x="3079843" y="1532888"/>
                  </a:lnTo>
                  <a:lnTo>
                    <a:pt x="3079936" y="1532888"/>
                  </a:lnTo>
                  <a:lnTo>
                    <a:pt x="3080029" y="1532888"/>
                  </a:lnTo>
                  <a:lnTo>
                    <a:pt x="3080123" y="1532888"/>
                  </a:lnTo>
                  <a:lnTo>
                    <a:pt x="3080216" y="1532888"/>
                  </a:lnTo>
                  <a:lnTo>
                    <a:pt x="3080309" y="1532888"/>
                  </a:lnTo>
                  <a:lnTo>
                    <a:pt x="3080402" y="1532888"/>
                  </a:lnTo>
                  <a:lnTo>
                    <a:pt x="3080495" y="1532888"/>
                  </a:lnTo>
                  <a:lnTo>
                    <a:pt x="3080589" y="1532888"/>
                  </a:lnTo>
                  <a:lnTo>
                    <a:pt x="3080682" y="1532888"/>
                  </a:lnTo>
                  <a:lnTo>
                    <a:pt x="3080775" y="1532888"/>
                  </a:lnTo>
                  <a:lnTo>
                    <a:pt x="3080868" y="1532888"/>
                  </a:lnTo>
                  <a:lnTo>
                    <a:pt x="3080962" y="1532888"/>
                  </a:lnTo>
                  <a:lnTo>
                    <a:pt x="3081055" y="1532888"/>
                  </a:lnTo>
                  <a:lnTo>
                    <a:pt x="3081148" y="1532888"/>
                  </a:lnTo>
                  <a:lnTo>
                    <a:pt x="3081241" y="1532888"/>
                  </a:lnTo>
                  <a:lnTo>
                    <a:pt x="3081335" y="1532888"/>
                  </a:lnTo>
                  <a:lnTo>
                    <a:pt x="3081428" y="1532888"/>
                  </a:lnTo>
                  <a:lnTo>
                    <a:pt x="3081521" y="1532888"/>
                  </a:lnTo>
                  <a:lnTo>
                    <a:pt x="3081521" y="1522934"/>
                  </a:lnTo>
                  <a:lnTo>
                    <a:pt x="3081614" y="1522934"/>
                  </a:lnTo>
                  <a:lnTo>
                    <a:pt x="3081708" y="1522934"/>
                  </a:lnTo>
                  <a:lnTo>
                    <a:pt x="3081801" y="1522934"/>
                  </a:lnTo>
                  <a:lnTo>
                    <a:pt x="3081894" y="1522934"/>
                  </a:lnTo>
                  <a:lnTo>
                    <a:pt x="3081987" y="1522934"/>
                  </a:lnTo>
                  <a:lnTo>
                    <a:pt x="3082081" y="1522934"/>
                  </a:lnTo>
                  <a:lnTo>
                    <a:pt x="3082174" y="1522934"/>
                  </a:lnTo>
                  <a:lnTo>
                    <a:pt x="3082267" y="1522934"/>
                  </a:lnTo>
                  <a:lnTo>
                    <a:pt x="3082360" y="1522934"/>
                  </a:lnTo>
                  <a:lnTo>
                    <a:pt x="3082454" y="1522934"/>
                  </a:lnTo>
                  <a:lnTo>
                    <a:pt x="3082547" y="1522934"/>
                  </a:lnTo>
                  <a:lnTo>
                    <a:pt x="3082640" y="1522934"/>
                  </a:lnTo>
                  <a:lnTo>
                    <a:pt x="3082733" y="1522934"/>
                  </a:lnTo>
                  <a:lnTo>
                    <a:pt x="3082827" y="1522934"/>
                  </a:lnTo>
                  <a:lnTo>
                    <a:pt x="3082920" y="1522934"/>
                  </a:lnTo>
                  <a:lnTo>
                    <a:pt x="3083013" y="1522934"/>
                  </a:lnTo>
                  <a:lnTo>
                    <a:pt x="3083106" y="1522934"/>
                  </a:lnTo>
                  <a:lnTo>
                    <a:pt x="3083200" y="1522934"/>
                  </a:lnTo>
                  <a:lnTo>
                    <a:pt x="3083293" y="1522934"/>
                  </a:lnTo>
                  <a:lnTo>
                    <a:pt x="3083386" y="1522934"/>
                  </a:lnTo>
                  <a:lnTo>
                    <a:pt x="3083479" y="1522934"/>
                  </a:lnTo>
                  <a:lnTo>
                    <a:pt x="3083573" y="1522934"/>
                  </a:lnTo>
                  <a:lnTo>
                    <a:pt x="3083666" y="1522934"/>
                  </a:lnTo>
                  <a:lnTo>
                    <a:pt x="3083759" y="1522934"/>
                  </a:lnTo>
                  <a:lnTo>
                    <a:pt x="3083852" y="1522934"/>
                  </a:lnTo>
                  <a:lnTo>
                    <a:pt x="3083946" y="1522934"/>
                  </a:lnTo>
                  <a:lnTo>
                    <a:pt x="3084039" y="1522934"/>
                  </a:lnTo>
                  <a:lnTo>
                    <a:pt x="3084132" y="1522934"/>
                  </a:lnTo>
                  <a:lnTo>
                    <a:pt x="3084225" y="1522934"/>
                  </a:lnTo>
                  <a:lnTo>
                    <a:pt x="3084319" y="1522934"/>
                  </a:lnTo>
                  <a:lnTo>
                    <a:pt x="3084412" y="1522934"/>
                  </a:lnTo>
                  <a:lnTo>
                    <a:pt x="3084505" y="1522934"/>
                  </a:lnTo>
                  <a:lnTo>
                    <a:pt x="3084598" y="1522934"/>
                  </a:lnTo>
                  <a:lnTo>
                    <a:pt x="3084692" y="1522934"/>
                  </a:lnTo>
                  <a:lnTo>
                    <a:pt x="3084785" y="1522934"/>
                  </a:lnTo>
                  <a:lnTo>
                    <a:pt x="3084878" y="1522934"/>
                  </a:lnTo>
                  <a:lnTo>
                    <a:pt x="3084971" y="1522934"/>
                  </a:lnTo>
                  <a:lnTo>
                    <a:pt x="3085065" y="1522934"/>
                  </a:lnTo>
                  <a:lnTo>
                    <a:pt x="3085158" y="1522934"/>
                  </a:lnTo>
                  <a:lnTo>
                    <a:pt x="3085251" y="1522934"/>
                  </a:lnTo>
                  <a:lnTo>
                    <a:pt x="3085344" y="1522934"/>
                  </a:lnTo>
                  <a:lnTo>
                    <a:pt x="3085438" y="1522934"/>
                  </a:lnTo>
                  <a:lnTo>
                    <a:pt x="3085531" y="1522934"/>
                  </a:lnTo>
                  <a:lnTo>
                    <a:pt x="3085624" y="1522934"/>
                  </a:lnTo>
                  <a:lnTo>
                    <a:pt x="3085717" y="1522934"/>
                  </a:lnTo>
                  <a:lnTo>
                    <a:pt x="3085811" y="1522934"/>
                  </a:lnTo>
                  <a:lnTo>
                    <a:pt x="3085904" y="1522934"/>
                  </a:lnTo>
                  <a:lnTo>
                    <a:pt x="3085997" y="1522934"/>
                  </a:lnTo>
                  <a:lnTo>
                    <a:pt x="3086090" y="1522934"/>
                  </a:lnTo>
                  <a:lnTo>
                    <a:pt x="3086184" y="1522934"/>
                  </a:lnTo>
                  <a:lnTo>
                    <a:pt x="3086277" y="1522934"/>
                  </a:lnTo>
                  <a:lnTo>
                    <a:pt x="3086370" y="1522934"/>
                  </a:lnTo>
                  <a:lnTo>
                    <a:pt x="3086463" y="1522934"/>
                  </a:lnTo>
                  <a:lnTo>
                    <a:pt x="3086557" y="1522934"/>
                  </a:lnTo>
                  <a:lnTo>
                    <a:pt x="3086650" y="1522934"/>
                  </a:lnTo>
                  <a:lnTo>
                    <a:pt x="3086743" y="1522934"/>
                  </a:lnTo>
                  <a:lnTo>
                    <a:pt x="3086836" y="1522934"/>
                  </a:lnTo>
                  <a:lnTo>
                    <a:pt x="3086930" y="1522934"/>
                  </a:lnTo>
                  <a:lnTo>
                    <a:pt x="3087023" y="1522934"/>
                  </a:lnTo>
                  <a:lnTo>
                    <a:pt x="3087116" y="1522934"/>
                  </a:lnTo>
                  <a:lnTo>
                    <a:pt x="3087209" y="1522934"/>
                  </a:lnTo>
                  <a:lnTo>
                    <a:pt x="3087303" y="1522934"/>
                  </a:lnTo>
                  <a:lnTo>
                    <a:pt x="3087396" y="1522934"/>
                  </a:lnTo>
                  <a:lnTo>
                    <a:pt x="3087489" y="1522934"/>
                  </a:lnTo>
                  <a:lnTo>
                    <a:pt x="3087582" y="1522934"/>
                  </a:lnTo>
                  <a:lnTo>
                    <a:pt x="3087675" y="1522934"/>
                  </a:lnTo>
                  <a:lnTo>
                    <a:pt x="3087769" y="1522934"/>
                  </a:lnTo>
                  <a:lnTo>
                    <a:pt x="3087862" y="1522934"/>
                  </a:lnTo>
                  <a:lnTo>
                    <a:pt x="3087955" y="1522934"/>
                  </a:lnTo>
                  <a:lnTo>
                    <a:pt x="3088048" y="1522934"/>
                  </a:lnTo>
                  <a:lnTo>
                    <a:pt x="3088142" y="1522934"/>
                  </a:lnTo>
                  <a:lnTo>
                    <a:pt x="3088235" y="1522934"/>
                  </a:lnTo>
                  <a:lnTo>
                    <a:pt x="3088328" y="1522934"/>
                  </a:lnTo>
                  <a:lnTo>
                    <a:pt x="3088421" y="1522934"/>
                  </a:lnTo>
                  <a:lnTo>
                    <a:pt x="3088515" y="1522934"/>
                  </a:lnTo>
                  <a:lnTo>
                    <a:pt x="3088608" y="1522934"/>
                  </a:lnTo>
                  <a:lnTo>
                    <a:pt x="3088701" y="1522934"/>
                  </a:lnTo>
                  <a:lnTo>
                    <a:pt x="3088794" y="1522934"/>
                  </a:lnTo>
                  <a:lnTo>
                    <a:pt x="3088888" y="1522934"/>
                  </a:lnTo>
                  <a:lnTo>
                    <a:pt x="3088981" y="1522934"/>
                  </a:lnTo>
                  <a:lnTo>
                    <a:pt x="3089074" y="1522934"/>
                  </a:lnTo>
                  <a:lnTo>
                    <a:pt x="3089167" y="1522934"/>
                  </a:lnTo>
                  <a:lnTo>
                    <a:pt x="3089261" y="1522934"/>
                  </a:lnTo>
                  <a:lnTo>
                    <a:pt x="3089354" y="1522934"/>
                  </a:lnTo>
                  <a:lnTo>
                    <a:pt x="3089447" y="1522934"/>
                  </a:lnTo>
                  <a:lnTo>
                    <a:pt x="3089540" y="1522934"/>
                  </a:lnTo>
                  <a:lnTo>
                    <a:pt x="3089634" y="1522934"/>
                  </a:lnTo>
                  <a:lnTo>
                    <a:pt x="3089727" y="1522934"/>
                  </a:lnTo>
                  <a:lnTo>
                    <a:pt x="3089820" y="1522934"/>
                  </a:lnTo>
                  <a:lnTo>
                    <a:pt x="3089913" y="1522934"/>
                  </a:lnTo>
                  <a:lnTo>
                    <a:pt x="3090007" y="1522934"/>
                  </a:lnTo>
                  <a:lnTo>
                    <a:pt x="3090100" y="1522934"/>
                  </a:lnTo>
                  <a:lnTo>
                    <a:pt x="3090193" y="1522934"/>
                  </a:lnTo>
                  <a:lnTo>
                    <a:pt x="3090286" y="1522934"/>
                  </a:lnTo>
                  <a:lnTo>
                    <a:pt x="3090380" y="1522934"/>
                  </a:lnTo>
                  <a:lnTo>
                    <a:pt x="3090473" y="1522934"/>
                  </a:lnTo>
                  <a:lnTo>
                    <a:pt x="3090566" y="1522934"/>
                  </a:lnTo>
                  <a:lnTo>
                    <a:pt x="3090659" y="1522934"/>
                  </a:lnTo>
                  <a:lnTo>
                    <a:pt x="3090753" y="1522934"/>
                  </a:lnTo>
                  <a:lnTo>
                    <a:pt x="3090846" y="1522934"/>
                  </a:lnTo>
                  <a:lnTo>
                    <a:pt x="3090939" y="1522934"/>
                  </a:lnTo>
                  <a:lnTo>
                    <a:pt x="3091032" y="1522934"/>
                  </a:lnTo>
                  <a:lnTo>
                    <a:pt x="3091126" y="1522934"/>
                  </a:lnTo>
                  <a:lnTo>
                    <a:pt x="3091219" y="1522934"/>
                  </a:lnTo>
                  <a:lnTo>
                    <a:pt x="3091312" y="1522934"/>
                  </a:lnTo>
                  <a:lnTo>
                    <a:pt x="3091405" y="1522934"/>
                  </a:lnTo>
                  <a:lnTo>
                    <a:pt x="3091499" y="1522934"/>
                  </a:lnTo>
                  <a:lnTo>
                    <a:pt x="3091592" y="1522934"/>
                  </a:lnTo>
                  <a:lnTo>
                    <a:pt x="3091685" y="1522934"/>
                  </a:lnTo>
                  <a:lnTo>
                    <a:pt x="3091778" y="1522934"/>
                  </a:lnTo>
                  <a:lnTo>
                    <a:pt x="3091872" y="1522934"/>
                  </a:lnTo>
                  <a:lnTo>
                    <a:pt x="3091965" y="1522934"/>
                  </a:lnTo>
                  <a:lnTo>
                    <a:pt x="3092058" y="1522934"/>
                  </a:lnTo>
                  <a:lnTo>
                    <a:pt x="3092151" y="1522934"/>
                  </a:lnTo>
                  <a:lnTo>
                    <a:pt x="3092245" y="1522934"/>
                  </a:lnTo>
                  <a:lnTo>
                    <a:pt x="3092338" y="1522934"/>
                  </a:lnTo>
                  <a:lnTo>
                    <a:pt x="3092431" y="1522934"/>
                  </a:lnTo>
                  <a:lnTo>
                    <a:pt x="3092524" y="1522934"/>
                  </a:lnTo>
                  <a:lnTo>
                    <a:pt x="3092618" y="1522934"/>
                  </a:lnTo>
                  <a:lnTo>
                    <a:pt x="3092711" y="1522934"/>
                  </a:lnTo>
                  <a:lnTo>
                    <a:pt x="3092804" y="1522934"/>
                  </a:lnTo>
                  <a:lnTo>
                    <a:pt x="3092897" y="1522934"/>
                  </a:lnTo>
                  <a:lnTo>
                    <a:pt x="3092991" y="1522934"/>
                  </a:lnTo>
                  <a:lnTo>
                    <a:pt x="3093084" y="1522934"/>
                  </a:lnTo>
                  <a:lnTo>
                    <a:pt x="3093177" y="1522934"/>
                  </a:lnTo>
                  <a:lnTo>
                    <a:pt x="3093270" y="1522934"/>
                  </a:lnTo>
                  <a:lnTo>
                    <a:pt x="3093364" y="1522934"/>
                  </a:lnTo>
                  <a:lnTo>
                    <a:pt x="3093457" y="1522934"/>
                  </a:lnTo>
                  <a:lnTo>
                    <a:pt x="3093550" y="1522934"/>
                  </a:lnTo>
                  <a:lnTo>
                    <a:pt x="3093643" y="1522934"/>
                  </a:lnTo>
                  <a:lnTo>
                    <a:pt x="3093737" y="1522934"/>
                  </a:lnTo>
                  <a:lnTo>
                    <a:pt x="3093830" y="1522934"/>
                  </a:lnTo>
                  <a:lnTo>
                    <a:pt x="3093923" y="1522934"/>
                  </a:lnTo>
                  <a:lnTo>
                    <a:pt x="3094016" y="1522934"/>
                  </a:lnTo>
                  <a:lnTo>
                    <a:pt x="3094110" y="1522934"/>
                  </a:lnTo>
                  <a:lnTo>
                    <a:pt x="3094203" y="1522934"/>
                  </a:lnTo>
                  <a:lnTo>
                    <a:pt x="3094296" y="1522934"/>
                  </a:lnTo>
                  <a:lnTo>
                    <a:pt x="3094389" y="1522934"/>
                  </a:lnTo>
                  <a:lnTo>
                    <a:pt x="3094482" y="1522934"/>
                  </a:lnTo>
                  <a:lnTo>
                    <a:pt x="3094576" y="1522934"/>
                  </a:lnTo>
                  <a:lnTo>
                    <a:pt x="3094669" y="1522934"/>
                  </a:lnTo>
                  <a:lnTo>
                    <a:pt x="3094762" y="1522934"/>
                  </a:lnTo>
                  <a:lnTo>
                    <a:pt x="3094855" y="1522934"/>
                  </a:lnTo>
                  <a:lnTo>
                    <a:pt x="3094949" y="1522934"/>
                  </a:lnTo>
                  <a:lnTo>
                    <a:pt x="3095042" y="1522934"/>
                  </a:lnTo>
                  <a:lnTo>
                    <a:pt x="3095135" y="1522934"/>
                  </a:lnTo>
                  <a:lnTo>
                    <a:pt x="3095228" y="1522934"/>
                  </a:lnTo>
                  <a:lnTo>
                    <a:pt x="3095322" y="1522934"/>
                  </a:lnTo>
                  <a:lnTo>
                    <a:pt x="3095415" y="1522934"/>
                  </a:lnTo>
                  <a:lnTo>
                    <a:pt x="3095508" y="1522934"/>
                  </a:lnTo>
                  <a:lnTo>
                    <a:pt x="3095601" y="1522934"/>
                  </a:lnTo>
                  <a:lnTo>
                    <a:pt x="3095695" y="1522934"/>
                  </a:lnTo>
                  <a:lnTo>
                    <a:pt x="3095788" y="1522934"/>
                  </a:lnTo>
                  <a:lnTo>
                    <a:pt x="3095881" y="1522934"/>
                  </a:lnTo>
                  <a:lnTo>
                    <a:pt x="3095974" y="1522934"/>
                  </a:lnTo>
                  <a:lnTo>
                    <a:pt x="3096068" y="1522934"/>
                  </a:lnTo>
                  <a:lnTo>
                    <a:pt x="3096161" y="1522934"/>
                  </a:lnTo>
                  <a:lnTo>
                    <a:pt x="3096254" y="1522934"/>
                  </a:lnTo>
                  <a:lnTo>
                    <a:pt x="3096347" y="1522934"/>
                  </a:lnTo>
                  <a:lnTo>
                    <a:pt x="3096441" y="1522934"/>
                  </a:lnTo>
                  <a:lnTo>
                    <a:pt x="3096534" y="1522934"/>
                  </a:lnTo>
                  <a:lnTo>
                    <a:pt x="3096627" y="1522934"/>
                  </a:lnTo>
                  <a:lnTo>
                    <a:pt x="3096720" y="1522934"/>
                  </a:lnTo>
                  <a:lnTo>
                    <a:pt x="3096814" y="1522934"/>
                  </a:lnTo>
                  <a:lnTo>
                    <a:pt x="3096907" y="1522934"/>
                  </a:lnTo>
                  <a:lnTo>
                    <a:pt x="3097000" y="1522934"/>
                  </a:lnTo>
                  <a:lnTo>
                    <a:pt x="3097093" y="1522934"/>
                  </a:lnTo>
                  <a:lnTo>
                    <a:pt x="3097187" y="1522934"/>
                  </a:lnTo>
                  <a:lnTo>
                    <a:pt x="3097280" y="1522934"/>
                  </a:lnTo>
                  <a:lnTo>
                    <a:pt x="3097373" y="1522934"/>
                  </a:lnTo>
                  <a:lnTo>
                    <a:pt x="3097466" y="1522934"/>
                  </a:lnTo>
                  <a:lnTo>
                    <a:pt x="3097560" y="1522934"/>
                  </a:lnTo>
                  <a:lnTo>
                    <a:pt x="3097653" y="1522934"/>
                  </a:lnTo>
                  <a:lnTo>
                    <a:pt x="3097746" y="1522934"/>
                  </a:lnTo>
                  <a:lnTo>
                    <a:pt x="3097839" y="1522934"/>
                  </a:lnTo>
                  <a:lnTo>
                    <a:pt x="3097933" y="1522934"/>
                  </a:lnTo>
                  <a:lnTo>
                    <a:pt x="3098026" y="1522934"/>
                  </a:lnTo>
                  <a:lnTo>
                    <a:pt x="3098119" y="1522934"/>
                  </a:lnTo>
                  <a:lnTo>
                    <a:pt x="3098212" y="1522934"/>
                  </a:lnTo>
                  <a:lnTo>
                    <a:pt x="3098306" y="1522934"/>
                  </a:lnTo>
                  <a:lnTo>
                    <a:pt x="3098399" y="1522934"/>
                  </a:lnTo>
                  <a:lnTo>
                    <a:pt x="3098492" y="1522934"/>
                  </a:lnTo>
                  <a:lnTo>
                    <a:pt x="3098585" y="1522934"/>
                  </a:lnTo>
                  <a:lnTo>
                    <a:pt x="3098679" y="1522934"/>
                  </a:lnTo>
                  <a:lnTo>
                    <a:pt x="3098772" y="1522934"/>
                  </a:lnTo>
                  <a:lnTo>
                    <a:pt x="3098865" y="1522934"/>
                  </a:lnTo>
                  <a:lnTo>
                    <a:pt x="3098958" y="1522934"/>
                  </a:lnTo>
                  <a:lnTo>
                    <a:pt x="3099052" y="1522934"/>
                  </a:lnTo>
                  <a:lnTo>
                    <a:pt x="3099145" y="1522934"/>
                  </a:lnTo>
                  <a:lnTo>
                    <a:pt x="3099145" y="1512981"/>
                  </a:lnTo>
                  <a:lnTo>
                    <a:pt x="3099238" y="1512981"/>
                  </a:lnTo>
                  <a:lnTo>
                    <a:pt x="3099331" y="1512981"/>
                  </a:lnTo>
                  <a:lnTo>
                    <a:pt x="3099425" y="1512981"/>
                  </a:lnTo>
                  <a:lnTo>
                    <a:pt x="3099518" y="1512981"/>
                  </a:lnTo>
                  <a:lnTo>
                    <a:pt x="3099611" y="1512981"/>
                  </a:lnTo>
                  <a:lnTo>
                    <a:pt x="3099704" y="1512981"/>
                  </a:lnTo>
                  <a:lnTo>
                    <a:pt x="3099798" y="1512981"/>
                  </a:lnTo>
                  <a:lnTo>
                    <a:pt x="3099891" y="1512981"/>
                  </a:lnTo>
                  <a:lnTo>
                    <a:pt x="3099984" y="1512981"/>
                  </a:lnTo>
                  <a:lnTo>
                    <a:pt x="3100077" y="1512981"/>
                  </a:lnTo>
                  <a:lnTo>
                    <a:pt x="3100171" y="1512981"/>
                  </a:lnTo>
                  <a:lnTo>
                    <a:pt x="3100264" y="1512981"/>
                  </a:lnTo>
                  <a:lnTo>
                    <a:pt x="3100357" y="1512981"/>
                  </a:lnTo>
                  <a:lnTo>
                    <a:pt x="3100450" y="1512981"/>
                  </a:lnTo>
                  <a:lnTo>
                    <a:pt x="3100544" y="1512981"/>
                  </a:lnTo>
                  <a:lnTo>
                    <a:pt x="3100637" y="1512981"/>
                  </a:lnTo>
                  <a:lnTo>
                    <a:pt x="3100730" y="1512981"/>
                  </a:lnTo>
                  <a:lnTo>
                    <a:pt x="3100823" y="1512981"/>
                  </a:lnTo>
                  <a:lnTo>
                    <a:pt x="3100917" y="1512981"/>
                  </a:lnTo>
                  <a:lnTo>
                    <a:pt x="3101010" y="1512981"/>
                  </a:lnTo>
                  <a:lnTo>
                    <a:pt x="3101103" y="1512981"/>
                  </a:lnTo>
                  <a:lnTo>
                    <a:pt x="3101196" y="1512981"/>
                  </a:lnTo>
                  <a:lnTo>
                    <a:pt x="3101289" y="1512981"/>
                  </a:lnTo>
                  <a:lnTo>
                    <a:pt x="3101383" y="1512981"/>
                  </a:lnTo>
                  <a:lnTo>
                    <a:pt x="3101476" y="1512981"/>
                  </a:lnTo>
                  <a:lnTo>
                    <a:pt x="3101569" y="1512981"/>
                  </a:lnTo>
                  <a:lnTo>
                    <a:pt x="3101662" y="1512981"/>
                  </a:lnTo>
                  <a:lnTo>
                    <a:pt x="3101756" y="1512981"/>
                  </a:lnTo>
                  <a:lnTo>
                    <a:pt x="3101849" y="1512981"/>
                  </a:lnTo>
                  <a:lnTo>
                    <a:pt x="3101942" y="1512981"/>
                  </a:lnTo>
                  <a:lnTo>
                    <a:pt x="3102035" y="1512981"/>
                  </a:lnTo>
                  <a:lnTo>
                    <a:pt x="3102129" y="1512981"/>
                  </a:lnTo>
                  <a:lnTo>
                    <a:pt x="3102222" y="1512981"/>
                  </a:lnTo>
                  <a:lnTo>
                    <a:pt x="3102315" y="1512981"/>
                  </a:lnTo>
                  <a:lnTo>
                    <a:pt x="3102408" y="1512981"/>
                  </a:lnTo>
                  <a:lnTo>
                    <a:pt x="3102502" y="1512981"/>
                  </a:lnTo>
                  <a:lnTo>
                    <a:pt x="3102595" y="1512981"/>
                  </a:lnTo>
                  <a:lnTo>
                    <a:pt x="3102688" y="1512981"/>
                  </a:lnTo>
                  <a:lnTo>
                    <a:pt x="3102781" y="1512981"/>
                  </a:lnTo>
                  <a:lnTo>
                    <a:pt x="3102875" y="1512981"/>
                  </a:lnTo>
                  <a:lnTo>
                    <a:pt x="3102968" y="1512981"/>
                  </a:lnTo>
                  <a:lnTo>
                    <a:pt x="3103061" y="1512981"/>
                  </a:lnTo>
                  <a:lnTo>
                    <a:pt x="3103154" y="1512981"/>
                  </a:lnTo>
                  <a:lnTo>
                    <a:pt x="3103248" y="1512981"/>
                  </a:lnTo>
                  <a:lnTo>
                    <a:pt x="3103341" y="1512981"/>
                  </a:lnTo>
                  <a:lnTo>
                    <a:pt x="3103434" y="1512981"/>
                  </a:lnTo>
                  <a:lnTo>
                    <a:pt x="3103527" y="1512981"/>
                  </a:lnTo>
                  <a:lnTo>
                    <a:pt x="3103621" y="1512981"/>
                  </a:lnTo>
                  <a:lnTo>
                    <a:pt x="3103714" y="1512981"/>
                  </a:lnTo>
                  <a:lnTo>
                    <a:pt x="3103807" y="1512981"/>
                  </a:lnTo>
                  <a:lnTo>
                    <a:pt x="3103900" y="1512981"/>
                  </a:lnTo>
                  <a:lnTo>
                    <a:pt x="3103994" y="1512981"/>
                  </a:lnTo>
                  <a:lnTo>
                    <a:pt x="3104087" y="1512981"/>
                  </a:lnTo>
                  <a:lnTo>
                    <a:pt x="3104180" y="1512981"/>
                  </a:lnTo>
                  <a:lnTo>
                    <a:pt x="3104273" y="1512981"/>
                  </a:lnTo>
                  <a:lnTo>
                    <a:pt x="3104367" y="1512981"/>
                  </a:lnTo>
                  <a:lnTo>
                    <a:pt x="3104460" y="1512981"/>
                  </a:lnTo>
                  <a:lnTo>
                    <a:pt x="3104553" y="1512981"/>
                  </a:lnTo>
                  <a:lnTo>
                    <a:pt x="3104646" y="1512981"/>
                  </a:lnTo>
                  <a:lnTo>
                    <a:pt x="3104740" y="1512981"/>
                  </a:lnTo>
                  <a:lnTo>
                    <a:pt x="3104833" y="1512981"/>
                  </a:lnTo>
                  <a:lnTo>
                    <a:pt x="3104926" y="1512981"/>
                  </a:lnTo>
                  <a:lnTo>
                    <a:pt x="3105019" y="1512981"/>
                  </a:lnTo>
                  <a:lnTo>
                    <a:pt x="3105113" y="1512981"/>
                  </a:lnTo>
                  <a:lnTo>
                    <a:pt x="3105206" y="1512981"/>
                  </a:lnTo>
                  <a:lnTo>
                    <a:pt x="3105299" y="1512981"/>
                  </a:lnTo>
                  <a:lnTo>
                    <a:pt x="3105392" y="1512981"/>
                  </a:lnTo>
                  <a:lnTo>
                    <a:pt x="3105486" y="1512981"/>
                  </a:lnTo>
                  <a:lnTo>
                    <a:pt x="3105579" y="1512981"/>
                  </a:lnTo>
                  <a:lnTo>
                    <a:pt x="3105672" y="1512981"/>
                  </a:lnTo>
                  <a:lnTo>
                    <a:pt x="3105765" y="1512981"/>
                  </a:lnTo>
                  <a:lnTo>
                    <a:pt x="3105859" y="1512981"/>
                  </a:lnTo>
                  <a:lnTo>
                    <a:pt x="3105952" y="1512981"/>
                  </a:lnTo>
                  <a:lnTo>
                    <a:pt x="3106045" y="1512981"/>
                  </a:lnTo>
                  <a:lnTo>
                    <a:pt x="3106138" y="1512981"/>
                  </a:lnTo>
                  <a:lnTo>
                    <a:pt x="3106232" y="1512981"/>
                  </a:lnTo>
                  <a:lnTo>
                    <a:pt x="3106325" y="1512981"/>
                  </a:lnTo>
                  <a:lnTo>
                    <a:pt x="3106418" y="1512981"/>
                  </a:lnTo>
                  <a:lnTo>
                    <a:pt x="3106511" y="1512981"/>
                  </a:lnTo>
                  <a:lnTo>
                    <a:pt x="3106605" y="1512981"/>
                  </a:lnTo>
                  <a:lnTo>
                    <a:pt x="3106698" y="1512981"/>
                  </a:lnTo>
                  <a:lnTo>
                    <a:pt x="3106791" y="1512981"/>
                  </a:lnTo>
                  <a:lnTo>
                    <a:pt x="3106884" y="1512981"/>
                  </a:lnTo>
                  <a:lnTo>
                    <a:pt x="3106978" y="1512981"/>
                  </a:lnTo>
                  <a:lnTo>
                    <a:pt x="3107071" y="1512981"/>
                  </a:lnTo>
                  <a:lnTo>
                    <a:pt x="3107164" y="1512981"/>
                  </a:lnTo>
                  <a:lnTo>
                    <a:pt x="3107257" y="1512981"/>
                  </a:lnTo>
                  <a:lnTo>
                    <a:pt x="3107351" y="1512981"/>
                  </a:lnTo>
                  <a:lnTo>
                    <a:pt x="3107444" y="1512981"/>
                  </a:lnTo>
                  <a:lnTo>
                    <a:pt x="3107537" y="1512981"/>
                  </a:lnTo>
                  <a:lnTo>
                    <a:pt x="3107630" y="1512981"/>
                  </a:lnTo>
                  <a:lnTo>
                    <a:pt x="3107724" y="1512981"/>
                  </a:lnTo>
                  <a:lnTo>
                    <a:pt x="3107817" y="1512981"/>
                  </a:lnTo>
                  <a:lnTo>
                    <a:pt x="3107910" y="1512981"/>
                  </a:lnTo>
                  <a:lnTo>
                    <a:pt x="3108003" y="1512981"/>
                  </a:lnTo>
                  <a:lnTo>
                    <a:pt x="3108097" y="1512981"/>
                  </a:lnTo>
                  <a:lnTo>
                    <a:pt x="3108190" y="1512981"/>
                  </a:lnTo>
                  <a:lnTo>
                    <a:pt x="3108283" y="1512981"/>
                  </a:lnTo>
                  <a:lnTo>
                    <a:pt x="3108376" y="1512981"/>
                  </a:lnTo>
                  <a:lnTo>
                    <a:pt x="3108469" y="1512981"/>
                  </a:lnTo>
                  <a:lnTo>
                    <a:pt x="3108563" y="1512981"/>
                  </a:lnTo>
                  <a:lnTo>
                    <a:pt x="3108656" y="1512981"/>
                  </a:lnTo>
                  <a:lnTo>
                    <a:pt x="3108749" y="1512981"/>
                  </a:lnTo>
                  <a:lnTo>
                    <a:pt x="3108842" y="1512981"/>
                  </a:lnTo>
                  <a:lnTo>
                    <a:pt x="3108936" y="1512981"/>
                  </a:lnTo>
                  <a:lnTo>
                    <a:pt x="3109029" y="1512981"/>
                  </a:lnTo>
                  <a:lnTo>
                    <a:pt x="3109122" y="1512981"/>
                  </a:lnTo>
                  <a:lnTo>
                    <a:pt x="3109215" y="1512981"/>
                  </a:lnTo>
                  <a:lnTo>
                    <a:pt x="3109309" y="1512981"/>
                  </a:lnTo>
                  <a:lnTo>
                    <a:pt x="3109402" y="1512981"/>
                  </a:lnTo>
                  <a:lnTo>
                    <a:pt x="3109495" y="1512981"/>
                  </a:lnTo>
                  <a:lnTo>
                    <a:pt x="3109588" y="1512981"/>
                  </a:lnTo>
                  <a:lnTo>
                    <a:pt x="3109682" y="1512981"/>
                  </a:lnTo>
                  <a:lnTo>
                    <a:pt x="3109775" y="1512981"/>
                  </a:lnTo>
                  <a:lnTo>
                    <a:pt x="3109868" y="1512981"/>
                  </a:lnTo>
                  <a:lnTo>
                    <a:pt x="3109961" y="1512981"/>
                  </a:lnTo>
                  <a:lnTo>
                    <a:pt x="3110055" y="1512981"/>
                  </a:lnTo>
                  <a:lnTo>
                    <a:pt x="3110148" y="1512981"/>
                  </a:lnTo>
                  <a:lnTo>
                    <a:pt x="3110241" y="1512981"/>
                  </a:lnTo>
                  <a:lnTo>
                    <a:pt x="3110334" y="1512981"/>
                  </a:lnTo>
                  <a:lnTo>
                    <a:pt x="3110428" y="1512981"/>
                  </a:lnTo>
                  <a:lnTo>
                    <a:pt x="3110521" y="1512981"/>
                  </a:lnTo>
                  <a:lnTo>
                    <a:pt x="3110614" y="1512981"/>
                  </a:lnTo>
                  <a:lnTo>
                    <a:pt x="3110707" y="1512981"/>
                  </a:lnTo>
                  <a:lnTo>
                    <a:pt x="3110801" y="1512981"/>
                  </a:lnTo>
                  <a:lnTo>
                    <a:pt x="3110894" y="1512981"/>
                  </a:lnTo>
                  <a:lnTo>
                    <a:pt x="3110987" y="1512981"/>
                  </a:lnTo>
                  <a:lnTo>
                    <a:pt x="3111080" y="1512981"/>
                  </a:lnTo>
                  <a:lnTo>
                    <a:pt x="3111174" y="1512981"/>
                  </a:lnTo>
                  <a:lnTo>
                    <a:pt x="3111267" y="1512981"/>
                  </a:lnTo>
                  <a:lnTo>
                    <a:pt x="3111360" y="1512981"/>
                  </a:lnTo>
                  <a:lnTo>
                    <a:pt x="3111453" y="1512981"/>
                  </a:lnTo>
                  <a:lnTo>
                    <a:pt x="3111547" y="1512981"/>
                  </a:lnTo>
                  <a:lnTo>
                    <a:pt x="3111640" y="1512981"/>
                  </a:lnTo>
                  <a:lnTo>
                    <a:pt x="3111733" y="1512981"/>
                  </a:lnTo>
                  <a:lnTo>
                    <a:pt x="3111826" y="1512981"/>
                  </a:lnTo>
                  <a:lnTo>
                    <a:pt x="3111920" y="1512981"/>
                  </a:lnTo>
                  <a:lnTo>
                    <a:pt x="3112013" y="1512981"/>
                  </a:lnTo>
                  <a:lnTo>
                    <a:pt x="3112106" y="1512981"/>
                  </a:lnTo>
                  <a:lnTo>
                    <a:pt x="3112199" y="1512981"/>
                  </a:lnTo>
                  <a:lnTo>
                    <a:pt x="3112293" y="1512981"/>
                  </a:lnTo>
                  <a:lnTo>
                    <a:pt x="3112386" y="1512981"/>
                  </a:lnTo>
                  <a:lnTo>
                    <a:pt x="3112479" y="1512981"/>
                  </a:lnTo>
                  <a:lnTo>
                    <a:pt x="3112572" y="1512981"/>
                  </a:lnTo>
                  <a:lnTo>
                    <a:pt x="3112666" y="1512981"/>
                  </a:lnTo>
                  <a:lnTo>
                    <a:pt x="3112759" y="1512981"/>
                  </a:lnTo>
                  <a:lnTo>
                    <a:pt x="3112852" y="1512981"/>
                  </a:lnTo>
                  <a:lnTo>
                    <a:pt x="3112945" y="1512981"/>
                  </a:lnTo>
                  <a:lnTo>
                    <a:pt x="3113039" y="1512981"/>
                  </a:lnTo>
                  <a:lnTo>
                    <a:pt x="3113132" y="1512981"/>
                  </a:lnTo>
                  <a:lnTo>
                    <a:pt x="3113225" y="1512981"/>
                  </a:lnTo>
                  <a:lnTo>
                    <a:pt x="3113318" y="1512981"/>
                  </a:lnTo>
                  <a:lnTo>
                    <a:pt x="3113412" y="1512981"/>
                  </a:lnTo>
                  <a:lnTo>
                    <a:pt x="3113505" y="1512981"/>
                  </a:lnTo>
                  <a:lnTo>
                    <a:pt x="3113598" y="1512981"/>
                  </a:lnTo>
                  <a:lnTo>
                    <a:pt x="3113691" y="1512981"/>
                  </a:lnTo>
                  <a:lnTo>
                    <a:pt x="3113785" y="1512981"/>
                  </a:lnTo>
                  <a:lnTo>
                    <a:pt x="3113878" y="1512981"/>
                  </a:lnTo>
                  <a:lnTo>
                    <a:pt x="3113971" y="1512981"/>
                  </a:lnTo>
                  <a:lnTo>
                    <a:pt x="3114064" y="1512981"/>
                  </a:lnTo>
                  <a:lnTo>
                    <a:pt x="3114158" y="1512981"/>
                  </a:lnTo>
                  <a:lnTo>
                    <a:pt x="3114251" y="1512981"/>
                  </a:lnTo>
                  <a:lnTo>
                    <a:pt x="3114344" y="1512981"/>
                  </a:lnTo>
                  <a:lnTo>
                    <a:pt x="3114437" y="1512981"/>
                  </a:lnTo>
                  <a:lnTo>
                    <a:pt x="3114531" y="1512981"/>
                  </a:lnTo>
                  <a:lnTo>
                    <a:pt x="3114624" y="1512981"/>
                  </a:lnTo>
                  <a:lnTo>
                    <a:pt x="3114717" y="1512981"/>
                  </a:lnTo>
                  <a:lnTo>
                    <a:pt x="3114810" y="1512981"/>
                  </a:lnTo>
                  <a:lnTo>
                    <a:pt x="3114904" y="1512981"/>
                  </a:lnTo>
                  <a:lnTo>
                    <a:pt x="3114997" y="1512981"/>
                  </a:lnTo>
                  <a:lnTo>
                    <a:pt x="3115090" y="1512981"/>
                  </a:lnTo>
                  <a:lnTo>
                    <a:pt x="3115183" y="1512981"/>
                  </a:lnTo>
                  <a:lnTo>
                    <a:pt x="3115276" y="1512981"/>
                  </a:lnTo>
                  <a:lnTo>
                    <a:pt x="3115370" y="1512981"/>
                  </a:lnTo>
                  <a:lnTo>
                    <a:pt x="3115463" y="1512981"/>
                  </a:lnTo>
                  <a:lnTo>
                    <a:pt x="3115556" y="1512981"/>
                  </a:lnTo>
                  <a:lnTo>
                    <a:pt x="3115649" y="1512981"/>
                  </a:lnTo>
                  <a:lnTo>
                    <a:pt x="3115743" y="1512981"/>
                  </a:lnTo>
                  <a:lnTo>
                    <a:pt x="3115836" y="1512981"/>
                  </a:lnTo>
                  <a:lnTo>
                    <a:pt x="3115929" y="1512981"/>
                  </a:lnTo>
                  <a:lnTo>
                    <a:pt x="3116022" y="1512981"/>
                  </a:lnTo>
                  <a:lnTo>
                    <a:pt x="3116116" y="1512981"/>
                  </a:lnTo>
                  <a:lnTo>
                    <a:pt x="3116209" y="1512981"/>
                  </a:lnTo>
                  <a:lnTo>
                    <a:pt x="3116302" y="1512981"/>
                  </a:lnTo>
                  <a:lnTo>
                    <a:pt x="3116395" y="1512981"/>
                  </a:lnTo>
                  <a:lnTo>
                    <a:pt x="3116489" y="1512981"/>
                  </a:lnTo>
                  <a:lnTo>
                    <a:pt x="3116582" y="1512981"/>
                  </a:lnTo>
                  <a:lnTo>
                    <a:pt x="3116675" y="1512981"/>
                  </a:lnTo>
                  <a:lnTo>
                    <a:pt x="3116768" y="1512981"/>
                  </a:lnTo>
                  <a:lnTo>
                    <a:pt x="3116862" y="1512981"/>
                  </a:lnTo>
                  <a:lnTo>
                    <a:pt x="3116955" y="1512981"/>
                  </a:lnTo>
                  <a:lnTo>
                    <a:pt x="3117048" y="1512981"/>
                  </a:lnTo>
                  <a:lnTo>
                    <a:pt x="3117141" y="1512981"/>
                  </a:lnTo>
                  <a:lnTo>
                    <a:pt x="3117235" y="1512981"/>
                  </a:lnTo>
                  <a:lnTo>
                    <a:pt x="3117328" y="1512981"/>
                  </a:lnTo>
                  <a:lnTo>
                    <a:pt x="3117421" y="1512981"/>
                  </a:lnTo>
                  <a:lnTo>
                    <a:pt x="3117514" y="1512981"/>
                  </a:lnTo>
                  <a:lnTo>
                    <a:pt x="3117608" y="1512981"/>
                  </a:lnTo>
                  <a:lnTo>
                    <a:pt x="3117701" y="1512981"/>
                  </a:lnTo>
                  <a:lnTo>
                    <a:pt x="3117794" y="1512981"/>
                  </a:lnTo>
                  <a:lnTo>
                    <a:pt x="3117887" y="1512981"/>
                  </a:lnTo>
                  <a:lnTo>
                    <a:pt x="3117981" y="1512981"/>
                  </a:lnTo>
                  <a:lnTo>
                    <a:pt x="3118074" y="1512981"/>
                  </a:lnTo>
                  <a:lnTo>
                    <a:pt x="3118167" y="1512981"/>
                  </a:lnTo>
                  <a:lnTo>
                    <a:pt x="3118260" y="1512981"/>
                  </a:lnTo>
                  <a:lnTo>
                    <a:pt x="3118354" y="1512981"/>
                  </a:lnTo>
                  <a:lnTo>
                    <a:pt x="3118447" y="1512981"/>
                  </a:lnTo>
                  <a:lnTo>
                    <a:pt x="3118540" y="1512981"/>
                  </a:lnTo>
                  <a:lnTo>
                    <a:pt x="3118633" y="1512981"/>
                  </a:lnTo>
                  <a:lnTo>
                    <a:pt x="3118727" y="1512981"/>
                  </a:lnTo>
                  <a:lnTo>
                    <a:pt x="3118820" y="1512981"/>
                  </a:lnTo>
                  <a:lnTo>
                    <a:pt x="3118913" y="1512981"/>
                  </a:lnTo>
                  <a:lnTo>
                    <a:pt x="3119006" y="1512981"/>
                  </a:lnTo>
                  <a:lnTo>
                    <a:pt x="3119100" y="1512981"/>
                  </a:lnTo>
                  <a:lnTo>
                    <a:pt x="3119193" y="1512981"/>
                  </a:lnTo>
                  <a:lnTo>
                    <a:pt x="3119286" y="1512981"/>
                  </a:lnTo>
                  <a:lnTo>
                    <a:pt x="3119379" y="1512981"/>
                  </a:lnTo>
                  <a:lnTo>
                    <a:pt x="3119473" y="1512981"/>
                  </a:lnTo>
                  <a:lnTo>
                    <a:pt x="3119566" y="1512981"/>
                  </a:lnTo>
                  <a:lnTo>
                    <a:pt x="3119659" y="1512981"/>
                  </a:lnTo>
                  <a:lnTo>
                    <a:pt x="3119752" y="1512981"/>
                  </a:lnTo>
                  <a:lnTo>
                    <a:pt x="3119846" y="1512981"/>
                  </a:lnTo>
                  <a:lnTo>
                    <a:pt x="3119939" y="1512981"/>
                  </a:lnTo>
                  <a:lnTo>
                    <a:pt x="3120032" y="1512981"/>
                  </a:lnTo>
                  <a:lnTo>
                    <a:pt x="3120125" y="1512981"/>
                  </a:lnTo>
                  <a:lnTo>
                    <a:pt x="3120219" y="1512981"/>
                  </a:lnTo>
                  <a:lnTo>
                    <a:pt x="3120312" y="1512981"/>
                  </a:lnTo>
                  <a:lnTo>
                    <a:pt x="3120405" y="1512981"/>
                  </a:lnTo>
                  <a:lnTo>
                    <a:pt x="3120498" y="1512981"/>
                  </a:lnTo>
                  <a:lnTo>
                    <a:pt x="3120592" y="1512981"/>
                  </a:lnTo>
                  <a:lnTo>
                    <a:pt x="3120685" y="1512981"/>
                  </a:lnTo>
                  <a:lnTo>
                    <a:pt x="3120778" y="1512981"/>
                  </a:lnTo>
                  <a:lnTo>
                    <a:pt x="3120871" y="1512981"/>
                  </a:lnTo>
                  <a:lnTo>
                    <a:pt x="3120965" y="1512981"/>
                  </a:lnTo>
                  <a:lnTo>
                    <a:pt x="3121058" y="1512981"/>
                  </a:lnTo>
                  <a:lnTo>
                    <a:pt x="3121151" y="1512981"/>
                  </a:lnTo>
                  <a:lnTo>
                    <a:pt x="3121244" y="1512981"/>
                  </a:lnTo>
                  <a:lnTo>
                    <a:pt x="3121338" y="1512981"/>
                  </a:lnTo>
                  <a:lnTo>
                    <a:pt x="3121431" y="1512981"/>
                  </a:lnTo>
                  <a:lnTo>
                    <a:pt x="3121524" y="1512981"/>
                  </a:lnTo>
                  <a:lnTo>
                    <a:pt x="3121617" y="1512981"/>
                  </a:lnTo>
                  <a:lnTo>
                    <a:pt x="3121711" y="1512981"/>
                  </a:lnTo>
                  <a:lnTo>
                    <a:pt x="3121804" y="1512981"/>
                  </a:lnTo>
                  <a:lnTo>
                    <a:pt x="3121897" y="1512981"/>
                  </a:lnTo>
                  <a:lnTo>
                    <a:pt x="3121990" y="1512981"/>
                  </a:lnTo>
                  <a:lnTo>
                    <a:pt x="3122083" y="1512981"/>
                  </a:lnTo>
                  <a:lnTo>
                    <a:pt x="3122177" y="1512981"/>
                  </a:lnTo>
                  <a:lnTo>
                    <a:pt x="3122270" y="1512981"/>
                  </a:lnTo>
                  <a:lnTo>
                    <a:pt x="3122363" y="1512981"/>
                  </a:lnTo>
                  <a:lnTo>
                    <a:pt x="3122456" y="1512981"/>
                  </a:lnTo>
                  <a:lnTo>
                    <a:pt x="3122550" y="1512981"/>
                  </a:lnTo>
                  <a:lnTo>
                    <a:pt x="3122643" y="1512981"/>
                  </a:lnTo>
                  <a:lnTo>
                    <a:pt x="3122736" y="1512981"/>
                  </a:lnTo>
                  <a:lnTo>
                    <a:pt x="3122829" y="1512981"/>
                  </a:lnTo>
                  <a:lnTo>
                    <a:pt x="3122923" y="1512981"/>
                  </a:lnTo>
                  <a:lnTo>
                    <a:pt x="3123016" y="1512981"/>
                  </a:lnTo>
                  <a:lnTo>
                    <a:pt x="3123109" y="1512981"/>
                  </a:lnTo>
                  <a:lnTo>
                    <a:pt x="3123202" y="1512981"/>
                  </a:lnTo>
                  <a:lnTo>
                    <a:pt x="3123296" y="1512981"/>
                  </a:lnTo>
                  <a:lnTo>
                    <a:pt x="3123389" y="1512981"/>
                  </a:lnTo>
                  <a:lnTo>
                    <a:pt x="3123482" y="1512981"/>
                  </a:lnTo>
                  <a:lnTo>
                    <a:pt x="3123575" y="1512981"/>
                  </a:lnTo>
                  <a:lnTo>
                    <a:pt x="3123669" y="1512981"/>
                  </a:lnTo>
                  <a:lnTo>
                    <a:pt x="3123762" y="1512981"/>
                  </a:lnTo>
                  <a:lnTo>
                    <a:pt x="3123855" y="1512981"/>
                  </a:lnTo>
                  <a:lnTo>
                    <a:pt x="3123948" y="1512981"/>
                  </a:lnTo>
                  <a:lnTo>
                    <a:pt x="3124042" y="1512981"/>
                  </a:lnTo>
                  <a:lnTo>
                    <a:pt x="3124135" y="1512981"/>
                  </a:lnTo>
                  <a:lnTo>
                    <a:pt x="3124228" y="1512981"/>
                  </a:lnTo>
                  <a:lnTo>
                    <a:pt x="3124321" y="1512981"/>
                  </a:lnTo>
                  <a:lnTo>
                    <a:pt x="3124415" y="1512981"/>
                  </a:lnTo>
                  <a:lnTo>
                    <a:pt x="3124508" y="1512981"/>
                  </a:lnTo>
                  <a:lnTo>
                    <a:pt x="3124601" y="1512981"/>
                  </a:lnTo>
                  <a:lnTo>
                    <a:pt x="3124694" y="1512981"/>
                  </a:lnTo>
                  <a:lnTo>
                    <a:pt x="3124788" y="1512981"/>
                  </a:lnTo>
                  <a:lnTo>
                    <a:pt x="3124881" y="1512981"/>
                  </a:lnTo>
                  <a:lnTo>
                    <a:pt x="3124974" y="1512981"/>
                  </a:lnTo>
                  <a:lnTo>
                    <a:pt x="3125067" y="1512981"/>
                  </a:lnTo>
                  <a:lnTo>
                    <a:pt x="3125161" y="1512981"/>
                  </a:lnTo>
                  <a:lnTo>
                    <a:pt x="3125254" y="1512981"/>
                  </a:lnTo>
                  <a:lnTo>
                    <a:pt x="3125347" y="1512981"/>
                  </a:lnTo>
                  <a:lnTo>
                    <a:pt x="3125440" y="1512981"/>
                  </a:lnTo>
                  <a:lnTo>
                    <a:pt x="3125534" y="1512981"/>
                  </a:lnTo>
                  <a:lnTo>
                    <a:pt x="3125627" y="1512981"/>
                  </a:lnTo>
                  <a:lnTo>
                    <a:pt x="3125720" y="1512981"/>
                  </a:lnTo>
                  <a:lnTo>
                    <a:pt x="3125813" y="1512981"/>
                  </a:lnTo>
                  <a:lnTo>
                    <a:pt x="3125907" y="1512981"/>
                  </a:lnTo>
                  <a:lnTo>
                    <a:pt x="3126000" y="1512981"/>
                  </a:lnTo>
                  <a:lnTo>
                    <a:pt x="3126093" y="1512981"/>
                  </a:lnTo>
                  <a:lnTo>
                    <a:pt x="3126186" y="1512981"/>
                  </a:lnTo>
                  <a:lnTo>
                    <a:pt x="3126280" y="1512981"/>
                  </a:lnTo>
                  <a:lnTo>
                    <a:pt x="3126373" y="1512981"/>
                  </a:lnTo>
                  <a:lnTo>
                    <a:pt x="3126466" y="1512981"/>
                  </a:lnTo>
                  <a:lnTo>
                    <a:pt x="3126559" y="1512981"/>
                  </a:lnTo>
                  <a:lnTo>
                    <a:pt x="3126653" y="1512981"/>
                  </a:lnTo>
                  <a:lnTo>
                    <a:pt x="3126746" y="1512981"/>
                  </a:lnTo>
                  <a:lnTo>
                    <a:pt x="3126839" y="1512981"/>
                  </a:lnTo>
                  <a:lnTo>
                    <a:pt x="3126932" y="1512981"/>
                  </a:lnTo>
                  <a:lnTo>
                    <a:pt x="3127026" y="1512981"/>
                  </a:lnTo>
                  <a:lnTo>
                    <a:pt x="3127119" y="1512981"/>
                  </a:lnTo>
                  <a:lnTo>
                    <a:pt x="3127212" y="1512981"/>
                  </a:lnTo>
                  <a:lnTo>
                    <a:pt x="3127305" y="1512981"/>
                  </a:lnTo>
                  <a:lnTo>
                    <a:pt x="3127399" y="1512981"/>
                  </a:lnTo>
                  <a:lnTo>
                    <a:pt x="3127492" y="1512981"/>
                  </a:lnTo>
                  <a:lnTo>
                    <a:pt x="3127585" y="1512981"/>
                  </a:lnTo>
                  <a:lnTo>
                    <a:pt x="3127678" y="1512981"/>
                  </a:lnTo>
                  <a:lnTo>
                    <a:pt x="3127772" y="1512981"/>
                  </a:lnTo>
                  <a:lnTo>
                    <a:pt x="3127865" y="1512981"/>
                  </a:lnTo>
                  <a:lnTo>
                    <a:pt x="3127958" y="1512981"/>
                  </a:lnTo>
                  <a:lnTo>
                    <a:pt x="3128051" y="1512981"/>
                  </a:lnTo>
                  <a:lnTo>
                    <a:pt x="3128145" y="1512981"/>
                  </a:lnTo>
                  <a:lnTo>
                    <a:pt x="3128238" y="1512981"/>
                  </a:lnTo>
                  <a:lnTo>
                    <a:pt x="3128331" y="1512981"/>
                  </a:lnTo>
                  <a:lnTo>
                    <a:pt x="3128424" y="1512981"/>
                  </a:lnTo>
                  <a:lnTo>
                    <a:pt x="3128518" y="1512981"/>
                  </a:lnTo>
                  <a:lnTo>
                    <a:pt x="3128611" y="1512981"/>
                  </a:lnTo>
                  <a:lnTo>
                    <a:pt x="3128704" y="1512981"/>
                  </a:lnTo>
                  <a:lnTo>
                    <a:pt x="3128797" y="1512981"/>
                  </a:lnTo>
                  <a:lnTo>
                    <a:pt x="3128891" y="1512981"/>
                  </a:lnTo>
                  <a:lnTo>
                    <a:pt x="3128984" y="1512981"/>
                  </a:lnTo>
                  <a:lnTo>
                    <a:pt x="3129077" y="1512981"/>
                  </a:lnTo>
                  <a:lnTo>
                    <a:pt x="3129170" y="1512981"/>
                  </a:lnTo>
                  <a:lnTo>
                    <a:pt x="3129263" y="1512981"/>
                  </a:lnTo>
                  <a:lnTo>
                    <a:pt x="3129357" y="1512981"/>
                  </a:lnTo>
                  <a:lnTo>
                    <a:pt x="3129450" y="1512981"/>
                  </a:lnTo>
                  <a:lnTo>
                    <a:pt x="3129543" y="1512981"/>
                  </a:lnTo>
                  <a:lnTo>
                    <a:pt x="3129636" y="1512981"/>
                  </a:lnTo>
                  <a:lnTo>
                    <a:pt x="3129730" y="1512981"/>
                  </a:lnTo>
                  <a:lnTo>
                    <a:pt x="3129823" y="1512981"/>
                  </a:lnTo>
                  <a:lnTo>
                    <a:pt x="3129916" y="1512981"/>
                  </a:lnTo>
                  <a:lnTo>
                    <a:pt x="3130009" y="1512981"/>
                  </a:lnTo>
                  <a:lnTo>
                    <a:pt x="3130103" y="1512981"/>
                  </a:lnTo>
                  <a:lnTo>
                    <a:pt x="3130196" y="1512981"/>
                  </a:lnTo>
                  <a:lnTo>
                    <a:pt x="3130289" y="1512981"/>
                  </a:lnTo>
                  <a:lnTo>
                    <a:pt x="3130382" y="1512981"/>
                  </a:lnTo>
                  <a:lnTo>
                    <a:pt x="3130476" y="1512981"/>
                  </a:lnTo>
                  <a:lnTo>
                    <a:pt x="3130569" y="1512981"/>
                  </a:lnTo>
                  <a:lnTo>
                    <a:pt x="3130662" y="1512981"/>
                  </a:lnTo>
                  <a:lnTo>
                    <a:pt x="3130755" y="1512981"/>
                  </a:lnTo>
                  <a:lnTo>
                    <a:pt x="3130849" y="1512981"/>
                  </a:lnTo>
                  <a:lnTo>
                    <a:pt x="3130942" y="1512981"/>
                  </a:lnTo>
                  <a:lnTo>
                    <a:pt x="3131035" y="1512981"/>
                  </a:lnTo>
                  <a:lnTo>
                    <a:pt x="3131128" y="1512981"/>
                  </a:lnTo>
                  <a:lnTo>
                    <a:pt x="3131222" y="1512981"/>
                  </a:lnTo>
                  <a:lnTo>
                    <a:pt x="3131315" y="1512981"/>
                  </a:lnTo>
                  <a:lnTo>
                    <a:pt x="3131408" y="1512981"/>
                  </a:lnTo>
                  <a:lnTo>
                    <a:pt x="3131501" y="1512981"/>
                  </a:lnTo>
                  <a:lnTo>
                    <a:pt x="3131595" y="1512981"/>
                  </a:lnTo>
                  <a:lnTo>
                    <a:pt x="3131688" y="1512981"/>
                  </a:lnTo>
                  <a:lnTo>
                    <a:pt x="3131781" y="1512981"/>
                  </a:lnTo>
                  <a:lnTo>
                    <a:pt x="3131874" y="1512981"/>
                  </a:lnTo>
                  <a:lnTo>
                    <a:pt x="3131968" y="1512981"/>
                  </a:lnTo>
                  <a:lnTo>
                    <a:pt x="3132061" y="1512981"/>
                  </a:lnTo>
                  <a:lnTo>
                    <a:pt x="3132154" y="1512981"/>
                  </a:lnTo>
                  <a:lnTo>
                    <a:pt x="3132247" y="1512981"/>
                  </a:lnTo>
                  <a:lnTo>
                    <a:pt x="3132341" y="1512981"/>
                  </a:lnTo>
                  <a:lnTo>
                    <a:pt x="3132434" y="1512981"/>
                  </a:lnTo>
                  <a:lnTo>
                    <a:pt x="3132527" y="1512981"/>
                  </a:lnTo>
                  <a:lnTo>
                    <a:pt x="3132620" y="1512981"/>
                  </a:lnTo>
                  <a:lnTo>
                    <a:pt x="3132714" y="1512981"/>
                  </a:lnTo>
                  <a:lnTo>
                    <a:pt x="3132807" y="1512981"/>
                  </a:lnTo>
                  <a:lnTo>
                    <a:pt x="3132900" y="1512981"/>
                  </a:lnTo>
                  <a:lnTo>
                    <a:pt x="3132993" y="1512981"/>
                  </a:lnTo>
                  <a:lnTo>
                    <a:pt x="3133087" y="1512981"/>
                  </a:lnTo>
                  <a:lnTo>
                    <a:pt x="3133180" y="1512981"/>
                  </a:lnTo>
                  <a:lnTo>
                    <a:pt x="3133273" y="1512981"/>
                  </a:lnTo>
                  <a:lnTo>
                    <a:pt x="3133366" y="1512981"/>
                  </a:lnTo>
                  <a:lnTo>
                    <a:pt x="3133460" y="1512981"/>
                  </a:lnTo>
                  <a:lnTo>
                    <a:pt x="3133553" y="1512981"/>
                  </a:lnTo>
                  <a:lnTo>
                    <a:pt x="3133646" y="1512981"/>
                  </a:lnTo>
                  <a:lnTo>
                    <a:pt x="3133739" y="1512981"/>
                  </a:lnTo>
                  <a:lnTo>
                    <a:pt x="3133833" y="1512981"/>
                  </a:lnTo>
                  <a:lnTo>
                    <a:pt x="3133926" y="1512981"/>
                  </a:lnTo>
                  <a:lnTo>
                    <a:pt x="3134019" y="1512981"/>
                  </a:lnTo>
                  <a:lnTo>
                    <a:pt x="3134112" y="1512981"/>
                  </a:lnTo>
                  <a:lnTo>
                    <a:pt x="3134206" y="1512981"/>
                  </a:lnTo>
                  <a:lnTo>
                    <a:pt x="3134299" y="1512981"/>
                  </a:lnTo>
                  <a:lnTo>
                    <a:pt x="3134392" y="1512981"/>
                  </a:lnTo>
                  <a:lnTo>
                    <a:pt x="3134485" y="1512981"/>
                  </a:lnTo>
                  <a:lnTo>
                    <a:pt x="3134579" y="1512981"/>
                  </a:lnTo>
                  <a:lnTo>
                    <a:pt x="3134672" y="1512981"/>
                  </a:lnTo>
                  <a:lnTo>
                    <a:pt x="3134765" y="1512981"/>
                  </a:lnTo>
                  <a:lnTo>
                    <a:pt x="3134858" y="1512981"/>
                  </a:lnTo>
                  <a:lnTo>
                    <a:pt x="3134952" y="1512981"/>
                  </a:lnTo>
                  <a:lnTo>
                    <a:pt x="3135045" y="1512981"/>
                  </a:lnTo>
                  <a:lnTo>
                    <a:pt x="3135138" y="1512981"/>
                  </a:lnTo>
                  <a:lnTo>
                    <a:pt x="3135231" y="1512981"/>
                  </a:lnTo>
                  <a:lnTo>
                    <a:pt x="3135325" y="1512981"/>
                  </a:lnTo>
                  <a:lnTo>
                    <a:pt x="3135418" y="1512981"/>
                  </a:lnTo>
                  <a:lnTo>
                    <a:pt x="3135511" y="1512981"/>
                  </a:lnTo>
                  <a:lnTo>
                    <a:pt x="3135604" y="1512981"/>
                  </a:lnTo>
                  <a:lnTo>
                    <a:pt x="3135698" y="1512981"/>
                  </a:lnTo>
                  <a:lnTo>
                    <a:pt x="3135791" y="1512981"/>
                  </a:lnTo>
                  <a:lnTo>
                    <a:pt x="3135884" y="1512981"/>
                  </a:lnTo>
                  <a:lnTo>
                    <a:pt x="3135977" y="1512981"/>
                  </a:lnTo>
                  <a:lnTo>
                    <a:pt x="3136070" y="1512981"/>
                  </a:lnTo>
                  <a:lnTo>
                    <a:pt x="3136164" y="1512981"/>
                  </a:lnTo>
                  <a:lnTo>
                    <a:pt x="3136257" y="1512981"/>
                  </a:lnTo>
                  <a:lnTo>
                    <a:pt x="3136350" y="1512981"/>
                  </a:lnTo>
                  <a:lnTo>
                    <a:pt x="3136443" y="1512981"/>
                  </a:lnTo>
                  <a:lnTo>
                    <a:pt x="3136537" y="1512981"/>
                  </a:lnTo>
                  <a:lnTo>
                    <a:pt x="3136630" y="1512981"/>
                  </a:lnTo>
                  <a:lnTo>
                    <a:pt x="3136723" y="1512981"/>
                  </a:lnTo>
                  <a:lnTo>
                    <a:pt x="3136816" y="1512981"/>
                  </a:lnTo>
                  <a:lnTo>
                    <a:pt x="3136910" y="1512981"/>
                  </a:lnTo>
                  <a:lnTo>
                    <a:pt x="3137003" y="1512981"/>
                  </a:lnTo>
                  <a:lnTo>
                    <a:pt x="3137096" y="1512981"/>
                  </a:lnTo>
                  <a:lnTo>
                    <a:pt x="3137189" y="1512981"/>
                  </a:lnTo>
                  <a:lnTo>
                    <a:pt x="3137283" y="1512981"/>
                  </a:lnTo>
                  <a:lnTo>
                    <a:pt x="3137376" y="1512981"/>
                  </a:lnTo>
                  <a:lnTo>
                    <a:pt x="3137469" y="1512981"/>
                  </a:lnTo>
                  <a:lnTo>
                    <a:pt x="3137562" y="1512981"/>
                  </a:lnTo>
                  <a:lnTo>
                    <a:pt x="3137656" y="1512981"/>
                  </a:lnTo>
                  <a:lnTo>
                    <a:pt x="3137749" y="1512981"/>
                  </a:lnTo>
                  <a:lnTo>
                    <a:pt x="3137842" y="1512981"/>
                  </a:lnTo>
                  <a:lnTo>
                    <a:pt x="3137935" y="1512981"/>
                  </a:lnTo>
                  <a:lnTo>
                    <a:pt x="3138029" y="1512981"/>
                  </a:lnTo>
                  <a:lnTo>
                    <a:pt x="3138122" y="1512981"/>
                  </a:lnTo>
                  <a:lnTo>
                    <a:pt x="3138215" y="1512981"/>
                  </a:lnTo>
                  <a:lnTo>
                    <a:pt x="3138308" y="1512981"/>
                  </a:lnTo>
                  <a:lnTo>
                    <a:pt x="3138402" y="1512981"/>
                  </a:lnTo>
                  <a:lnTo>
                    <a:pt x="3138495" y="1512981"/>
                  </a:lnTo>
                  <a:lnTo>
                    <a:pt x="3138588" y="1512981"/>
                  </a:lnTo>
                  <a:lnTo>
                    <a:pt x="3138681" y="1512981"/>
                  </a:lnTo>
                  <a:lnTo>
                    <a:pt x="3138775" y="1512981"/>
                  </a:lnTo>
                  <a:lnTo>
                    <a:pt x="3138868" y="1512981"/>
                  </a:lnTo>
                  <a:lnTo>
                    <a:pt x="3138961" y="1512981"/>
                  </a:lnTo>
                  <a:lnTo>
                    <a:pt x="3139054" y="1512981"/>
                  </a:lnTo>
                  <a:lnTo>
                    <a:pt x="3139148" y="1512981"/>
                  </a:lnTo>
                  <a:lnTo>
                    <a:pt x="3139241" y="1512981"/>
                  </a:lnTo>
                  <a:lnTo>
                    <a:pt x="3139334" y="1512981"/>
                  </a:lnTo>
                  <a:lnTo>
                    <a:pt x="3139427" y="1512981"/>
                  </a:lnTo>
                  <a:lnTo>
                    <a:pt x="3139521" y="1512981"/>
                  </a:lnTo>
                  <a:lnTo>
                    <a:pt x="3139614" y="1512981"/>
                  </a:lnTo>
                  <a:lnTo>
                    <a:pt x="3139707" y="1512981"/>
                  </a:lnTo>
                  <a:lnTo>
                    <a:pt x="3139800" y="1512981"/>
                  </a:lnTo>
                  <a:lnTo>
                    <a:pt x="3139894" y="1512981"/>
                  </a:lnTo>
                  <a:lnTo>
                    <a:pt x="3139987" y="1512981"/>
                  </a:lnTo>
                  <a:lnTo>
                    <a:pt x="3140080" y="1512981"/>
                  </a:lnTo>
                  <a:lnTo>
                    <a:pt x="3140173" y="1512981"/>
                  </a:lnTo>
                  <a:lnTo>
                    <a:pt x="3140267" y="1512981"/>
                  </a:lnTo>
                  <a:lnTo>
                    <a:pt x="3140360" y="1512981"/>
                  </a:lnTo>
                  <a:lnTo>
                    <a:pt x="3140453" y="1512981"/>
                  </a:lnTo>
                  <a:lnTo>
                    <a:pt x="3140546" y="1512981"/>
                  </a:lnTo>
                  <a:lnTo>
                    <a:pt x="3140640" y="1512981"/>
                  </a:lnTo>
                  <a:lnTo>
                    <a:pt x="3140733" y="1512981"/>
                  </a:lnTo>
                  <a:lnTo>
                    <a:pt x="3140826" y="1512981"/>
                  </a:lnTo>
                  <a:lnTo>
                    <a:pt x="3140919" y="1512981"/>
                  </a:lnTo>
                  <a:lnTo>
                    <a:pt x="3141013" y="1512981"/>
                  </a:lnTo>
                  <a:lnTo>
                    <a:pt x="3141106" y="1512981"/>
                  </a:lnTo>
                  <a:lnTo>
                    <a:pt x="3141199" y="1512981"/>
                  </a:lnTo>
                  <a:lnTo>
                    <a:pt x="3141292" y="1512981"/>
                  </a:lnTo>
                  <a:lnTo>
                    <a:pt x="3141386" y="1512981"/>
                  </a:lnTo>
                  <a:lnTo>
                    <a:pt x="3141479" y="1512981"/>
                  </a:lnTo>
                  <a:lnTo>
                    <a:pt x="3141572" y="1512981"/>
                  </a:lnTo>
                  <a:lnTo>
                    <a:pt x="3141665" y="1512981"/>
                  </a:lnTo>
                  <a:lnTo>
                    <a:pt x="3141759" y="1512981"/>
                  </a:lnTo>
                  <a:lnTo>
                    <a:pt x="3141852" y="1512981"/>
                  </a:lnTo>
                  <a:lnTo>
                    <a:pt x="3141945" y="1512981"/>
                  </a:lnTo>
                  <a:lnTo>
                    <a:pt x="3142038" y="1512981"/>
                  </a:lnTo>
                  <a:lnTo>
                    <a:pt x="3142132" y="1512981"/>
                  </a:lnTo>
                  <a:lnTo>
                    <a:pt x="3142225" y="1512981"/>
                  </a:lnTo>
                  <a:lnTo>
                    <a:pt x="3142318" y="1512981"/>
                  </a:lnTo>
                  <a:lnTo>
                    <a:pt x="3142411" y="1512981"/>
                  </a:lnTo>
                  <a:lnTo>
                    <a:pt x="3142505" y="1512981"/>
                  </a:lnTo>
                  <a:lnTo>
                    <a:pt x="3142598" y="1512981"/>
                  </a:lnTo>
                  <a:lnTo>
                    <a:pt x="3142691" y="1512981"/>
                  </a:lnTo>
                  <a:lnTo>
                    <a:pt x="3142784" y="1512981"/>
                  </a:lnTo>
                  <a:lnTo>
                    <a:pt x="3142877" y="1512981"/>
                  </a:lnTo>
                  <a:lnTo>
                    <a:pt x="3142971" y="1512981"/>
                  </a:lnTo>
                  <a:lnTo>
                    <a:pt x="3143064" y="1512981"/>
                  </a:lnTo>
                  <a:lnTo>
                    <a:pt x="3143157" y="1512981"/>
                  </a:lnTo>
                  <a:lnTo>
                    <a:pt x="3143250" y="1512981"/>
                  </a:lnTo>
                  <a:lnTo>
                    <a:pt x="3143344" y="1512981"/>
                  </a:lnTo>
                  <a:lnTo>
                    <a:pt x="3143437" y="1512981"/>
                  </a:lnTo>
                  <a:lnTo>
                    <a:pt x="3143530" y="1512981"/>
                  </a:lnTo>
                  <a:lnTo>
                    <a:pt x="3143623" y="1512981"/>
                  </a:lnTo>
                  <a:lnTo>
                    <a:pt x="3143717" y="1512981"/>
                  </a:lnTo>
                  <a:lnTo>
                    <a:pt x="3143810" y="1512981"/>
                  </a:lnTo>
                  <a:lnTo>
                    <a:pt x="3143903" y="1512981"/>
                  </a:lnTo>
                  <a:lnTo>
                    <a:pt x="3143996" y="1512981"/>
                  </a:lnTo>
                  <a:lnTo>
                    <a:pt x="3144090" y="1512981"/>
                  </a:lnTo>
                  <a:lnTo>
                    <a:pt x="3144183" y="1512981"/>
                  </a:lnTo>
                  <a:lnTo>
                    <a:pt x="3144276" y="1512981"/>
                  </a:lnTo>
                  <a:lnTo>
                    <a:pt x="3144369" y="1512981"/>
                  </a:lnTo>
                  <a:lnTo>
                    <a:pt x="3144463" y="1512981"/>
                  </a:lnTo>
                  <a:lnTo>
                    <a:pt x="3144556" y="1512981"/>
                  </a:lnTo>
                  <a:lnTo>
                    <a:pt x="3144649" y="1512981"/>
                  </a:lnTo>
                  <a:lnTo>
                    <a:pt x="3144742" y="1512981"/>
                  </a:lnTo>
                  <a:lnTo>
                    <a:pt x="3144836" y="1512981"/>
                  </a:lnTo>
                  <a:lnTo>
                    <a:pt x="3144929" y="1512981"/>
                  </a:lnTo>
                  <a:lnTo>
                    <a:pt x="3145022" y="1512981"/>
                  </a:lnTo>
                  <a:lnTo>
                    <a:pt x="3145115" y="1512981"/>
                  </a:lnTo>
                  <a:lnTo>
                    <a:pt x="3145209" y="1512981"/>
                  </a:lnTo>
                  <a:lnTo>
                    <a:pt x="3145302" y="1512981"/>
                  </a:lnTo>
                  <a:lnTo>
                    <a:pt x="3145395" y="1512981"/>
                  </a:lnTo>
                  <a:lnTo>
                    <a:pt x="3145488" y="1512981"/>
                  </a:lnTo>
                  <a:lnTo>
                    <a:pt x="3145582" y="1512981"/>
                  </a:lnTo>
                  <a:lnTo>
                    <a:pt x="3145675" y="1512981"/>
                  </a:lnTo>
                  <a:lnTo>
                    <a:pt x="3145768" y="1512981"/>
                  </a:lnTo>
                  <a:lnTo>
                    <a:pt x="3145861" y="1512981"/>
                  </a:lnTo>
                  <a:lnTo>
                    <a:pt x="3145955" y="1512981"/>
                  </a:lnTo>
                  <a:lnTo>
                    <a:pt x="3146048" y="1512981"/>
                  </a:lnTo>
                  <a:lnTo>
                    <a:pt x="3146141" y="1512981"/>
                  </a:lnTo>
                  <a:lnTo>
                    <a:pt x="3146234" y="1512981"/>
                  </a:lnTo>
                  <a:lnTo>
                    <a:pt x="3146328" y="1512981"/>
                  </a:lnTo>
                  <a:lnTo>
                    <a:pt x="3146421" y="1512981"/>
                  </a:lnTo>
                  <a:lnTo>
                    <a:pt x="3146514" y="1512981"/>
                  </a:lnTo>
                  <a:lnTo>
                    <a:pt x="3146607" y="1512981"/>
                  </a:lnTo>
                  <a:lnTo>
                    <a:pt x="3146701" y="1512981"/>
                  </a:lnTo>
                  <a:lnTo>
                    <a:pt x="3146794" y="1512981"/>
                  </a:lnTo>
                  <a:lnTo>
                    <a:pt x="3146887" y="1512981"/>
                  </a:lnTo>
                  <a:lnTo>
                    <a:pt x="3146980" y="1512981"/>
                  </a:lnTo>
                  <a:lnTo>
                    <a:pt x="3147074" y="1512981"/>
                  </a:lnTo>
                  <a:lnTo>
                    <a:pt x="3147167" y="1512981"/>
                  </a:lnTo>
                  <a:lnTo>
                    <a:pt x="3147260" y="1512981"/>
                  </a:lnTo>
                  <a:lnTo>
                    <a:pt x="3147353" y="1512981"/>
                  </a:lnTo>
                  <a:lnTo>
                    <a:pt x="3147447" y="1512981"/>
                  </a:lnTo>
                  <a:lnTo>
                    <a:pt x="3147540" y="1512981"/>
                  </a:lnTo>
                  <a:lnTo>
                    <a:pt x="3147633" y="1512981"/>
                  </a:lnTo>
                  <a:lnTo>
                    <a:pt x="3147726" y="1512981"/>
                  </a:lnTo>
                  <a:lnTo>
                    <a:pt x="3147820" y="1512981"/>
                  </a:lnTo>
                  <a:lnTo>
                    <a:pt x="3147913" y="1512981"/>
                  </a:lnTo>
                  <a:lnTo>
                    <a:pt x="3148006" y="1512981"/>
                  </a:lnTo>
                  <a:lnTo>
                    <a:pt x="3148099" y="1512981"/>
                  </a:lnTo>
                  <a:lnTo>
                    <a:pt x="3148193" y="1512981"/>
                  </a:lnTo>
                  <a:lnTo>
                    <a:pt x="3148286" y="1512981"/>
                  </a:lnTo>
                  <a:lnTo>
                    <a:pt x="3148379" y="1512981"/>
                  </a:lnTo>
                  <a:lnTo>
                    <a:pt x="3148472" y="1512981"/>
                  </a:lnTo>
                  <a:lnTo>
                    <a:pt x="3148566" y="1512981"/>
                  </a:lnTo>
                  <a:lnTo>
                    <a:pt x="3148659" y="1512981"/>
                  </a:lnTo>
                  <a:lnTo>
                    <a:pt x="3148752" y="1512981"/>
                  </a:lnTo>
                  <a:lnTo>
                    <a:pt x="3148845" y="1512981"/>
                  </a:lnTo>
                  <a:lnTo>
                    <a:pt x="3148939" y="1512981"/>
                  </a:lnTo>
                  <a:lnTo>
                    <a:pt x="3149032" y="1512981"/>
                  </a:lnTo>
                  <a:lnTo>
                    <a:pt x="3149125" y="1512981"/>
                  </a:lnTo>
                  <a:lnTo>
                    <a:pt x="3149218" y="1512981"/>
                  </a:lnTo>
                  <a:lnTo>
                    <a:pt x="3149312" y="1512981"/>
                  </a:lnTo>
                  <a:lnTo>
                    <a:pt x="3149405" y="1512981"/>
                  </a:lnTo>
                  <a:lnTo>
                    <a:pt x="3149498" y="1512981"/>
                  </a:lnTo>
                  <a:lnTo>
                    <a:pt x="3149591" y="1512981"/>
                  </a:lnTo>
                  <a:lnTo>
                    <a:pt x="3149685" y="1512981"/>
                  </a:lnTo>
                  <a:lnTo>
                    <a:pt x="3149778" y="1512981"/>
                  </a:lnTo>
                  <a:lnTo>
                    <a:pt x="3149871" y="1512981"/>
                  </a:lnTo>
                  <a:lnTo>
                    <a:pt x="3149964" y="1512981"/>
                  </a:lnTo>
                  <a:lnTo>
                    <a:pt x="3150057" y="1512981"/>
                  </a:lnTo>
                  <a:lnTo>
                    <a:pt x="3150151" y="1512981"/>
                  </a:lnTo>
                  <a:lnTo>
                    <a:pt x="3150244" y="1512981"/>
                  </a:lnTo>
                  <a:lnTo>
                    <a:pt x="3150337" y="1512981"/>
                  </a:lnTo>
                  <a:lnTo>
                    <a:pt x="3150430" y="1512981"/>
                  </a:lnTo>
                  <a:lnTo>
                    <a:pt x="3150524" y="1512981"/>
                  </a:lnTo>
                  <a:lnTo>
                    <a:pt x="3150617" y="1512981"/>
                  </a:lnTo>
                  <a:lnTo>
                    <a:pt x="3150710" y="1512981"/>
                  </a:lnTo>
                  <a:lnTo>
                    <a:pt x="3150803" y="1512981"/>
                  </a:lnTo>
                  <a:lnTo>
                    <a:pt x="3150897" y="1512981"/>
                  </a:lnTo>
                  <a:lnTo>
                    <a:pt x="3150990" y="1512981"/>
                  </a:lnTo>
                  <a:lnTo>
                    <a:pt x="3151083" y="1512981"/>
                  </a:lnTo>
                  <a:lnTo>
                    <a:pt x="3151176" y="1512981"/>
                  </a:lnTo>
                  <a:lnTo>
                    <a:pt x="3151270" y="1512981"/>
                  </a:lnTo>
                  <a:lnTo>
                    <a:pt x="3151363" y="1512981"/>
                  </a:lnTo>
                  <a:lnTo>
                    <a:pt x="3151456" y="1512981"/>
                  </a:lnTo>
                  <a:lnTo>
                    <a:pt x="3151549" y="1512981"/>
                  </a:lnTo>
                  <a:lnTo>
                    <a:pt x="3151643" y="1512981"/>
                  </a:lnTo>
                  <a:lnTo>
                    <a:pt x="3151736" y="1512981"/>
                  </a:lnTo>
                  <a:lnTo>
                    <a:pt x="3151829" y="1512981"/>
                  </a:lnTo>
                  <a:lnTo>
                    <a:pt x="3151922" y="1512981"/>
                  </a:lnTo>
                  <a:lnTo>
                    <a:pt x="3152016" y="1512981"/>
                  </a:lnTo>
                  <a:lnTo>
                    <a:pt x="3152109" y="1512981"/>
                  </a:lnTo>
                  <a:lnTo>
                    <a:pt x="3152202" y="1512981"/>
                  </a:lnTo>
                  <a:lnTo>
                    <a:pt x="3152295" y="1512981"/>
                  </a:lnTo>
                  <a:lnTo>
                    <a:pt x="3152389" y="1512981"/>
                  </a:lnTo>
                  <a:lnTo>
                    <a:pt x="3152482" y="1512981"/>
                  </a:lnTo>
                  <a:lnTo>
                    <a:pt x="3152575" y="1512981"/>
                  </a:lnTo>
                  <a:lnTo>
                    <a:pt x="3152668" y="1512981"/>
                  </a:lnTo>
                  <a:lnTo>
                    <a:pt x="3152762" y="1512981"/>
                  </a:lnTo>
                  <a:lnTo>
                    <a:pt x="3152855" y="1512981"/>
                  </a:lnTo>
                  <a:lnTo>
                    <a:pt x="3152948" y="1512981"/>
                  </a:lnTo>
                  <a:lnTo>
                    <a:pt x="3153041" y="1512981"/>
                  </a:lnTo>
                  <a:lnTo>
                    <a:pt x="3153135" y="1512981"/>
                  </a:lnTo>
                  <a:lnTo>
                    <a:pt x="3153228" y="1512981"/>
                  </a:lnTo>
                  <a:lnTo>
                    <a:pt x="3153321" y="1512981"/>
                  </a:lnTo>
                  <a:lnTo>
                    <a:pt x="3153414" y="1512981"/>
                  </a:lnTo>
                  <a:lnTo>
                    <a:pt x="3153508" y="1512981"/>
                  </a:lnTo>
                  <a:lnTo>
                    <a:pt x="3153601" y="1512981"/>
                  </a:lnTo>
                  <a:lnTo>
                    <a:pt x="3153694" y="1512981"/>
                  </a:lnTo>
                  <a:lnTo>
                    <a:pt x="3153787" y="1512981"/>
                  </a:lnTo>
                  <a:lnTo>
                    <a:pt x="3153881" y="1512981"/>
                  </a:lnTo>
                  <a:lnTo>
                    <a:pt x="3153974" y="1512981"/>
                  </a:lnTo>
                  <a:lnTo>
                    <a:pt x="3154067" y="1512981"/>
                  </a:lnTo>
                  <a:lnTo>
                    <a:pt x="3154160" y="1512981"/>
                  </a:lnTo>
                  <a:lnTo>
                    <a:pt x="3154254" y="1512981"/>
                  </a:lnTo>
                  <a:lnTo>
                    <a:pt x="3154347" y="1512981"/>
                  </a:lnTo>
                  <a:lnTo>
                    <a:pt x="3154440" y="1512981"/>
                  </a:lnTo>
                  <a:lnTo>
                    <a:pt x="3154533" y="1512981"/>
                  </a:lnTo>
                  <a:lnTo>
                    <a:pt x="3154627" y="1512981"/>
                  </a:lnTo>
                  <a:lnTo>
                    <a:pt x="3154720" y="1512981"/>
                  </a:lnTo>
                  <a:lnTo>
                    <a:pt x="3154813" y="1512981"/>
                  </a:lnTo>
                  <a:lnTo>
                    <a:pt x="3154906" y="1512981"/>
                  </a:lnTo>
                  <a:lnTo>
                    <a:pt x="3155000" y="1512981"/>
                  </a:lnTo>
                  <a:lnTo>
                    <a:pt x="3155093" y="1512981"/>
                  </a:lnTo>
                  <a:lnTo>
                    <a:pt x="3155186" y="1512981"/>
                  </a:lnTo>
                  <a:lnTo>
                    <a:pt x="3155279" y="1512981"/>
                  </a:lnTo>
                  <a:lnTo>
                    <a:pt x="3155373" y="1512981"/>
                  </a:lnTo>
                  <a:lnTo>
                    <a:pt x="3155466" y="1512981"/>
                  </a:lnTo>
                  <a:lnTo>
                    <a:pt x="3155559" y="1512981"/>
                  </a:lnTo>
                  <a:lnTo>
                    <a:pt x="3155652" y="1512981"/>
                  </a:lnTo>
                  <a:lnTo>
                    <a:pt x="3155746" y="1512981"/>
                  </a:lnTo>
                  <a:lnTo>
                    <a:pt x="3155839" y="1512981"/>
                  </a:lnTo>
                  <a:lnTo>
                    <a:pt x="3155932" y="1512981"/>
                  </a:lnTo>
                  <a:lnTo>
                    <a:pt x="3156025" y="1512981"/>
                  </a:lnTo>
                  <a:lnTo>
                    <a:pt x="3156025" y="1503027"/>
                  </a:lnTo>
                  <a:lnTo>
                    <a:pt x="3156119" y="1503027"/>
                  </a:lnTo>
                  <a:lnTo>
                    <a:pt x="3156212" y="1503027"/>
                  </a:lnTo>
                  <a:lnTo>
                    <a:pt x="3156305" y="1503027"/>
                  </a:lnTo>
                  <a:lnTo>
                    <a:pt x="3156398" y="1503027"/>
                  </a:lnTo>
                  <a:lnTo>
                    <a:pt x="3156492" y="1503027"/>
                  </a:lnTo>
                  <a:lnTo>
                    <a:pt x="3156585" y="1503027"/>
                  </a:lnTo>
                  <a:lnTo>
                    <a:pt x="3156678" y="1503027"/>
                  </a:lnTo>
                  <a:lnTo>
                    <a:pt x="3156771" y="1503027"/>
                  </a:lnTo>
                  <a:lnTo>
                    <a:pt x="3156864" y="1503027"/>
                  </a:lnTo>
                  <a:lnTo>
                    <a:pt x="3156958" y="1503027"/>
                  </a:lnTo>
                  <a:lnTo>
                    <a:pt x="3157051" y="1503027"/>
                  </a:lnTo>
                  <a:lnTo>
                    <a:pt x="3157144" y="1503027"/>
                  </a:lnTo>
                  <a:lnTo>
                    <a:pt x="3157237" y="1503027"/>
                  </a:lnTo>
                  <a:lnTo>
                    <a:pt x="3157331" y="1503027"/>
                  </a:lnTo>
                  <a:lnTo>
                    <a:pt x="3157424" y="1503027"/>
                  </a:lnTo>
                  <a:lnTo>
                    <a:pt x="3157517" y="1503027"/>
                  </a:lnTo>
                  <a:lnTo>
                    <a:pt x="3157610" y="1503027"/>
                  </a:lnTo>
                  <a:lnTo>
                    <a:pt x="3157704" y="1503027"/>
                  </a:lnTo>
                  <a:lnTo>
                    <a:pt x="3157797" y="1503027"/>
                  </a:lnTo>
                  <a:lnTo>
                    <a:pt x="3157890" y="1503027"/>
                  </a:lnTo>
                  <a:lnTo>
                    <a:pt x="3157983" y="1503027"/>
                  </a:lnTo>
                  <a:lnTo>
                    <a:pt x="3158077" y="1503027"/>
                  </a:lnTo>
                  <a:lnTo>
                    <a:pt x="3158170" y="1503027"/>
                  </a:lnTo>
                  <a:lnTo>
                    <a:pt x="3158263" y="1503027"/>
                  </a:lnTo>
                  <a:lnTo>
                    <a:pt x="3158356" y="1503027"/>
                  </a:lnTo>
                  <a:lnTo>
                    <a:pt x="3158450" y="1503027"/>
                  </a:lnTo>
                  <a:lnTo>
                    <a:pt x="3158543" y="1503027"/>
                  </a:lnTo>
                  <a:lnTo>
                    <a:pt x="3158636" y="1503027"/>
                  </a:lnTo>
                  <a:lnTo>
                    <a:pt x="3158729" y="1503027"/>
                  </a:lnTo>
                  <a:lnTo>
                    <a:pt x="3158823" y="1503027"/>
                  </a:lnTo>
                  <a:lnTo>
                    <a:pt x="3158916" y="1503027"/>
                  </a:lnTo>
                  <a:lnTo>
                    <a:pt x="3159009" y="1503027"/>
                  </a:lnTo>
                  <a:lnTo>
                    <a:pt x="3159102" y="1503027"/>
                  </a:lnTo>
                  <a:lnTo>
                    <a:pt x="3159102" y="1493073"/>
                  </a:lnTo>
                  <a:lnTo>
                    <a:pt x="3159196" y="1493073"/>
                  </a:lnTo>
                  <a:lnTo>
                    <a:pt x="3159289" y="1493073"/>
                  </a:lnTo>
                  <a:lnTo>
                    <a:pt x="3159382" y="1493073"/>
                  </a:lnTo>
                  <a:lnTo>
                    <a:pt x="3159475" y="1493073"/>
                  </a:lnTo>
                  <a:lnTo>
                    <a:pt x="3159569" y="1493073"/>
                  </a:lnTo>
                  <a:lnTo>
                    <a:pt x="3159662" y="1493073"/>
                  </a:lnTo>
                  <a:lnTo>
                    <a:pt x="3159755" y="1493073"/>
                  </a:lnTo>
                  <a:lnTo>
                    <a:pt x="3159848" y="1493073"/>
                  </a:lnTo>
                  <a:lnTo>
                    <a:pt x="3159942" y="1493073"/>
                  </a:lnTo>
                  <a:lnTo>
                    <a:pt x="3160035" y="1493073"/>
                  </a:lnTo>
                  <a:lnTo>
                    <a:pt x="3160128" y="1493073"/>
                  </a:lnTo>
                  <a:lnTo>
                    <a:pt x="3160221" y="1493073"/>
                  </a:lnTo>
                  <a:lnTo>
                    <a:pt x="3160315" y="1493073"/>
                  </a:lnTo>
                  <a:lnTo>
                    <a:pt x="3160408" y="1493073"/>
                  </a:lnTo>
                  <a:lnTo>
                    <a:pt x="3160501" y="1493073"/>
                  </a:lnTo>
                  <a:lnTo>
                    <a:pt x="3160594" y="1493073"/>
                  </a:lnTo>
                  <a:lnTo>
                    <a:pt x="3160688" y="1493073"/>
                  </a:lnTo>
                  <a:lnTo>
                    <a:pt x="3160781" y="1493073"/>
                  </a:lnTo>
                  <a:lnTo>
                    <a:pt x="3160874" y="1493073"/>
                  </a:lnTo>
                  <a:lnTo>
                    <a:pt x="3160967" y="1493073"/>
                  </a:lnTo>
                  <a:lnTo>
                    <a:pt x="3161061" y="1493073"/>
                  </a:lnTo>
                  <a:lnTo>
                    <a:pt x="3161154" y="1493073"/>
                  </a:lnTo>
                  <a:lnTo>
                    <a:pt x="3161247" y="1493073"/>
                  </a:lnTo>
                  <a:lnTo>
                    <a:pt x="3161340" y="1493073"/>
                  </a:lnTo>
                  <a:lnTo>
                    <a:pt x="3161434" y="1493073"/>
                  </a:lnTo>
                  <a:lnTo>
                    <a:pt x="3161527" y="1493073"/>
                  </a:lnTo>
                  <a:lnTo>
                    <a:pt x="3161620" y="1493073"/>
                  </a:lnTo>
                  <a:lnTo>
                    <a:pt x="3161713" y="1493073"/>
                  </a:lnTo>
                  <a:lnTo>
                    <a:pt x="3161807" y="1493073"/>
                  </a:lnTo>
                  <a:lnTo>
                    <a:pt x="3161900" y="1493073"/>
                  </a:lnTo>
                  <a:lnTo>
                    <a:pt x="3161993" y="1493073"/>
                  </a:lnTo>
                  <a:lnTo>
                    <a:pt x="3162086" y="1493073"/>
                  </a:lnTo>
                  <a:lnTo>
                    <a:pt x="3162180" y="1493073"/>
                  </a:lnTo>
                  <a:lnTo>
                    <a:pt x="3162273" y="1493073"/>
                  </a:lnTo>
                  <a:lnTo>
                    <a:pt x="3162366" y="1493073"/>
                  </a:lnTo>
                  <a:lnTo>
                    <a:pt x="3162459" y="1493073"/>
                  </a:lnTo>
                  <a:lnTo>
                    <a:pt x="3162553" y="1493073"/>
                  </a:lnTo>
                  <a:lnTo>
                    <a:pt x="3162646" y="1493073"/>
                  </a:lnTo>
                  <a:lnTo>
                    <a:pt x="3162739" y="1493073"/>
                  </a:lnTo>
                  <a:lnTo>
                    <a:pt x="3162832" y="1493073"/>
                  </a:lnTo>
                  <a:lnTo>
                    <a:pt x="3162926" y="1493073"/>
                  </a:lnTo>
                  <a:lnTo>
                    <a:pt x="3163019" y="1493073"/>
                  </a:lnTo>
                  <a:lnTo>
                    <a:pt x="3163112" y="1493073"/>
                  </a:lnTo>
                  <a:lnTo>
                    <a:pt x="3163205" y="1493073"/>
                  </a:lnTo>
                  <a:lnTo>
                    <a:pt x="3163299" y="1493073"/>
                  </a:lnTo>
                  <a:lnTo>
                    <a:pt x="3163392" y="1493073"/>
                  </a:lnTo>
                  <a:lnTo>
                    <a:pt x="3163485" y="1493073"/>
                  </a:lnTo>
                  <a:lnTo>
                    <a:pt x="3163578" y="1493073"/>
                  </a:lnTo>
                  <a:lnTo>
                    <a:pt x="3163671" y="1493073"/>
                  </a:lnTo>
                  <a:lnTo>
                    <a:pt x="3163765" y="1493073"/>
                  </a:lnTo>
                  <a:lnTo>
                    <a:pt x="3163858" y="1493073"/>
                  </a:lnTo>
                  <a:lnTo>
                    <a:pt x="3163951" y="1493073"/>
                  </a:lnTo>
                  <a:lnTo>
                    <a:pt x="3164044" y="1493073"/>
                  </a:lnTo>
                  <a:lnTo>
                    <a:pt x="3164138" y="1493073"/>
                  </a:lnTo>
                  <a:lnTo>
                    <a:pt x="3164231" y="1493073"/>
                  </a:lnTo>
                  <a:lnTo>
                    <a:pt x="3164324" y="1493073"/>
                  </a:lnTo>
                  <a:lnTo>
                    <a:pt x="3164417" y="1493073"/>
                  </a:lnTo>
                  <a:lnTo>
                    <a:pt x="3164511" y="1493073"/>
                  </a:lnTo>
                  <a:lnTo>
                    <a:pt x="3164604" y="1493073"/>
                  </a:lnTo>
                  <a:lnTo>
                    <a:pt x="3164697" y="1493073"/>
                  </a:lnTo>
                  <a:lnTo>
                    <a:pt x="3164790" y="1493073"/>
                  </a:lnTo>
                  <a:lnTo>
                    <a:pt x="3164884" y="1493073"/>
                  </a:lnTo>
                  <a:lnTo>
                    <a:pt x="3164977" y="1493073"/>
                  </a:lnTo>
                  <a:lnTo>
                    <a:pt x="3165070" y="1493073"/>
                  </a:lnTo>
                  <a:lnTo>
                    <a:pt x="3165163" y="1493073"/>
                  </a:lnTo>
                  <a:lnTo>
                    <a:pt x="3165257" y="1493073"/>
                  </a:lnTo>
                  <a:lnTo>
                    <a:pt x="3165350" y="1493073"/>
                  </a:lnTo>
                  <a:lnTo>
                    <a:pt x="3165443" y="1493073"/>
                  </a:lnTo>
                  <a:lnTo>
                    <a:pt x="3165536" y="1493073"/>
                  </a:lnTo>
                  <a:lnTo>
                    <a:pt x="3165630" y="1493073"/>
                  </a:lnTo>
                  <a:lnTo>
                    <a:pt x="3165723" y="1493073"/>
                  </a:lnTo>
                  <a:lnTo>
                    <a:pt x="3165816" y="1493073"/>
                  </a:lnTo>
                  <a:lnTo>
                    <a:pt x="3165909" y="1493073"/>
                  </a:lnTo>
                  <a:lnTo>
                    <a:pt x="3166003" y="1493073"/>
                  </a:lnTo>
                  <a:lnTo>
                    <a:pt x="3166096" y="1493073"/>
                  </a:lnTo>
                  <a:lnTo>
                    <a:pt x="3166189" y="1493073"/>
                  </a:lnTo>
                  <a:lnTo>
                    <a:pt x="3166282" y="1493073"/>
                  </a:lnTo>
                  <a:lnTo>
                    <a:pt x="3166376" y="1493073"/>
                  </a:lnTo>
                  <a:lnTo>
                    <a:pt x="3166469" y="1493073"/>
                  </a:lnTo>
                  <a:lnTo>
                    <a:pt x="3166562" y="1493073"/>
                  </a:lnTo>
                  <a:lnTo>
                    <a:pt x="3166655" y="1493073"/>
                  </a:lnTo>
                  <a:lnTo>
                    <a:pt x="3166749" y="1493073"/>
                  </a:lnTo>
                  <a:lnTo>
                    <a:pt x="3166842" y="1493073"/>
                  </a:lnTo>
                  <a:lnTo>
                    <a:pt x="3166935" y="1493073"/>
                  </a:lnTo>
                  <a:lnTo>
                    <a:pt x="3167028" y="1493073"/>
                  </a:lnTo>
                  <a:lnTo>
                    <a:pt x="3167122" y="1493073"/>
                  </a:lnTo>
                  <a:lnTo>
                    <a:pt x="3167215" y="1493073"/>
                  </a:lnTo>
                  <a:lnTo>
                    <a:pt x="3167308" y="1493073"/>
                  </a:lnTo>
                  <a:lnTo>
                    <a:pt x="3167401" y="1493073"/>
                  </a:lnTo>
                  <a:lnTo>
                    <a:pt x="3167495" y="1493073"/>
                  </a:lnTo>
                  <a:lnTo>
                    <a:pt x="3167588" y="1493073"/>
                  </a:lnTo>
                  <a:lnTo>
                    <a:pt x="3167681" y="1493073"/>
                  </a:lnTo>
                  <a:lnTo>
                    <a:pt x="3167774" y="1493073"/>
                  </a:lnTo>
                  <a:lnTo>
                    <a:pt x="3167868" y="1493073"/>
                  </a:lnTo>
                  <a:lnTo>
                    <a:pt x="3167961" y="1493073"/>
                  </a:lnTo>
                  <a:lnTo>
                    <a:pt x="3168054" y="1493073"/>
                  </a:lnTo>
                  <a:lnTo>
                    <a:pt x="3168147" y="1493073"/>
                  </a:lnTo>
                  <a:lnTo>
                    <a:pt x="3168241" y="1493073"/>
                  </a:lnTo>
                  <a:lnTo>
                    <a:pt x="3168334" y="1493073"/>
                  </a:lnTo>
                  <a:lnTo>
                    <a:pt x="3168427" y="1493073"/>
                  </a:lnTo>
                  <a:lnTo>
                    <a:pt x="3168520" y="1493073"/>
                  </a:lnTo>
                  <a:lnTo>
                    <a:pt x="3168614" y="1493073"/>
                  </a:lnTo>
                  <a:lnTo>
                    <a:pt x="3168707" y="1493073"/>
                  </a:lnTo>
                  <a:lnTo>
                    <a:pt x="3168800" y="1493073"/>
                  </a:lnTo>
                  <a:lnTo>
                    <a:pt x="3168893" y="1493073"/>
                  </a:lnTo>
                  <a:lnTo>
                    <a:pt x="3168987" y="1493073"/>
                  </a:lnTo>
                  <a:lnTo>
                    <a:pt x="3169080" y="1493073"/>
                  </a:lnTo>
                  <a:lnTo>
                    <a:pt x="3169173" y="1493073"/>
                  </a:lnTo>
                  <a:lnTo>
                    <a:pt x="3169266" y="1493073"/>
                  </a:lnTo>
                  <a:lnTo>
                    <a:pt x="3169360" y="1493073"/>
                  </a:lnTo>
                  <a:lnTo>
                    <a:pt x="3169453" y="1493073"/>
                  </a:lnTo>
                  <a:lnTo>
                    <a:pt x="3169546" y="1493073"/>
                  </a:lnTo>
                  <a:lnTo>
                    <a:pt x="3169639" y="1493073"/>
                  </a:lnTo>
                  <a:lnTo>
                    <a:pt x="3169733" y="1493073"/>
                  </a:lnTo>
                  <a:lnTo>
                    <a:pt x="3169826" y="1493073"/>
                  </a:lnTo>
                  <a:lnTo>
                    <a:pt x="3169919" y="1493073"/>
                  </a:lnTo>
                  <a:lnTo>
                    <a:pt x="3170012" y="1493073"/>
                  </a:lnTo>
                  <a:lnTo>
                    <a:pt x="3170106" y="1493073"/>
                  </a:lnTo>
                  <a:lnTo>
                    <a:pt x="3170199" y="1493073"/>
                  </a:lnTo>
                  <a:lnTo>
                    <a:pt x="3170292" y="1493073"/>
                  </a:lnTo>
                  <a:lnTo>
                    <a:pt x="3170385" y="1493073"/>
                  </a:lnTo>
                  <a:lnTo>
                    <a:pt x="3170479" y="1493073"/>
                  </a:lnTo>
                  <a:lnTo>
                    <a:pt x="3170572" y="1493073"/>
                  </a:lnTo>
                  <a:lnTo>
                    <a:pt x="3170665" y="1493073"/>
                  </a:lnTo>
                  <a:lnTo>
                    <a:pt x="3170758" y="1493073"/>
                  </a:lnTo>
                  <a:lnTo>
                    <a:pt x="3170851" y="1493073"/>
                  </a:lnTo>
                  <a:lnTo>
                    <a:pt x="3170945" y="1493073"/>
                  </a:lnTo>
                  <a:lnTo>
                    <a:pt x="3171038" y="1493073"/>
                  </a:lnTo>
                  <a:lnTo>
                    <a:pt x="3171131" y="1493073"/>
                  </a:lnTo>
                  <a:lnTo>
                    <a:pt x="3171224" y="1493073"/>
                  </a:lnTo>
                  <a:lnTo>
                    <a:pt x="3171318" y="1493073"/>
                  </a:lnTo>
                  <a:lnTo>
                    <a:pt x="3171411" y="1493073"/>
                  </a:lnTo>
                  <a:lnTo>
                    <a:pt x="3171504" y="1493073"/>
                  </a:lnTo>
                  <a:lnTo>
                    <a:pt x="3171597" y="1493073"/>
                  </a:lnTo>
                  <a:lnTo>
                    <a:pt x="3171691" y="1493073"/>
                  </a:lnTo>
                  <a:lnTo>
                    <a:pt x="3171784" y="1493073"/>
                  </a:lnTo>
                  <a:lnTo>
                    <a:pt x="3171877" y="1493073"/>
                  </a:lnTo>
                  <a:lnTo>
                    <a:pt x="3171970" y="1493073"/>
                  </a:lnTo>
                  <a:lnTo>
                    <a:pt x="3172064" y="1493073"/>
                  </a:lnTo>
                  <a:lnTo>
                    <a:pt x="3172157" y="1493073"/>
                  </a:lnTo>
                  <a:lnTo>
                    <a:pt x="3172250" y="1493073"/>
                  </a:lnTo>
                  <a:lnTo>
                    <a:pt x="3172343" y="1493073"/>
                  </a:lnTo>
                  <a:lnTo>
                    <a:pt x="3172437" y="1493073"/>
                  </a:lnTo>
                  <a:lnTo>
                    <a:pt x="3172530" y="1493073"/>
                  </a:lnTo>
                  <a:lnTo>
                    <a:pt x="3172623" y="1493073"/>
                  </a:lnTo>
                  <a:lnTo>
                    <a:pt x="3172716" y="1493073"/>
                  </a:lnTo>
                  <a:lnTo>
                    <a:pt x="3172810" y="1493073"/>
                  </a:lnTo>
                  <a:lnTo>
                    <a:pt x="3172903" y="1493073"/>
                  </a:lnTo>
                  <a:lnTo>
                    <a:pt x="3172996" y="1493073"/>
                  </a:lnTo>
                  <a:lnTo>
                    <a:pt x="3173089" y="1493073"/>
                  </a:lnTo>
                  <a:lnTo>
                    <a:pt x="3173183" y="1493073"/>
                  </a:lnTo>
                  <a:lnTo>
                    <a:pt x="3173276" y="1493073"/>
                  </a:lnTo>
                  <a:lnTo>
                    <a:pt x="3173369" y="1493073"/>
                  </a:lnTo>
                  <a:lnTo>
                    <a:pt x="3173462" y="1493073"/>
                  </a:lnTo>
                  <a:lnTo>
                    <a:pt x="3173556" y="1493073"/>
                  </a:lnTo>
                  <a:lnTo>
                    <a:pt x="3173649" y="1493073"/>
                  </a:lnTo>
                  <a:lnTo>
                    <a:pt x="3173742" y="1493073"/>
                  </a:lnTo>
                  <a:lnTo>
                    <a:pt x="3173835" y="1493073"/>
                  </a:lnTo>
                  <a:lnTo>
                    <a:pt x="3173929" y="1493073"/>
                  </a:lnTo>
                  <a:lnTo>
                    <a:pt x="3174022" y="1493073"/>
                  </a:lnTo>
                  <a:lnTo>
                    <a:pt x="3174115" y="1493073"/>
                  </a:lnTo>
                  <a:lnTo>
                    <a:pt x="3174208" y="1493073"/>
                  </a:lnTo>
                  <a:lnTo>
                    <a:pt x="3174302" y="1493073"/>
                  </a:lnTo>
                  <a:lnTo>
                    <a:pt x="3174395" y="1493073"/>
                  </a:lnTo>
                  <a:lnTo>
                    <a:pt x="3174488" y="1493073"/>
                  </a:lnTo>
                  <a:lnTo>
                    <a:pt x="3174581" y="1493073"/>
                  </a:lnTo>
                  <a:lnTo>
                    <a:pt x="3174675" y="1493073"/>
                  </a:lnTo>
                  <a:lnTo>
                    <a:pt x="3174768" y="1493073"/>
                  </a:lnTo>
                  <a:lnTo>
                    <a:pt x="3174861" y="1493073"/>
                  </a:lnTo>
                  <a:lnTo>
                    <a:pt x="3174954" y="1493073"/>
                  </a:lnTo>
                  <a:lnTo>
                    <a:pt x="3175048" y="1493073"/>
                  </a:lnTo>
                  <a:lnTo>
                    <a:pt x="3175141" y="1493073"/>
                  </a:lnTo>
                  <a:lnTo>
                    <a:pt x="3175234" y="1493073"/>
                  </a:lnTo>
                  <a:lnTo>
                    <a:pt x="3175327" y="1493073"/>
                  </a:lnTo>
                  <a:lnTo>
                    <a:pt x="3175421" y="1493073"/>
                  </a:lnTo>
                  <a:lnTo>
                    <a:pt x="3175514" y="1493073"/>
                  </a:lnTo>
                  <a:lnTo>
                    <a:pt x="3175607" y="1493073"/>
                  </a:lnTo>
                  <a:lnTo>
                    <a:pt x="3175700" y="1493073"/>
                  </a:lnTo>
                  <a:lnTo>
                    <a:pt x="3175794" y="1493073"/>
                  </a:lnTo>
                  <a:lnTo>
                    <a:pt x="3175887" y="1493073"/>
                  </a:lnTo>
                  <a:lnTo>
                    <a:pt x="3175980" y="1493073"/>
                  </a:lnTo>
                  <a:lnTo>
                    <a:pt x="3176073" y="1493073"/>
                  </a:lnTo>
                  <a:lnTo>
                    <a:pt x="3176167" y="1493073"/>
                  </a:lnTo>
                  <a:lnTo>
                    <a:pt x="3176260" y="1493073"/>
                  </a:lnTo>
                  <a:lnTo>
                    <a:pt x="3176353" y="1493073"/>
                  </a:lnTo>
                  <a:lnTo>
                    <a:pt x="3176446" y="1493073"/>
                  </a:lnTo>
                  <a:lnTo>
                    <a:pt x="3176540" y="1493073"/>
                  </a:lnTo>
                  <a:lnTo>
                    <a:pt x="3176633" y="1493073"/>
                  </a:lnTo>
                  <a:lnTo>
                    <a:pt x="3176726" y="1493073"/>
                  </a:lnTo>
                  <a:lnTo>
                    <a:pt x="3176819" y="1493073"/>
                  </a:lnTo>
                  <a:lnTo>
                    <a:pt x="3176913" y="1493073"/>
                  </a:lnTo>
                  <a:lnTo>
                    <a:pt x="3177006" y="1493073"/>
                  </a:lnTo>
                  <a:lnTo>
                    <a:pt x="3177099" y="1493073"/>
                  </a:lnTo>
                  <a:lnTo>
                    <a:pt x="3177192" y="1493073"/>
                  </a:lnTo>
                  <a:lnTo>
                    <a:pt x="3177286" y="1493073"/>
                  </a:lnTo>
                  <a:lnTo>
                    <a:pt x="3177379" y="1493073"/>
                  </a:lnTo>
                  <a:lnTo>
                    <a:pt x="3177472" y="1493073"/>
                  </a:lnTo>
                  <a:lnTo>
                    <a:pt x="3177565" y="1493073"/>
                  </a:lnTo>
                  <a:lnTo>
                    <a:pt x="3177658" y="1493073"/>
                  </a:lnTo>
                  <a:lnTo>
                    <a:pt x="3177752" y="1493073"/>
                  </a:lnTo>
                  <a:lnTo>
                    <a:pt x="3177845" y="1493073"/>
                  </a:lnTo>
                  <a:lnTo>
                    <a:pt x="3177938" y="1493073"/>
                  </a:lnTo>
                  <a:lnTo>
                    <a:pt x="3178031" y="1493073"/>
                  </a:lnTo>
                  <a:lnTo>
                    <a:pt x="3178125" y="1493073"/>
                  </a:lnTo>
                  <a:lnTo>
                    <a:pt x="3178218" y="1493073"/>
                  </a:lnTo>
                  <a:lnTo>
                    <a:pt x="3178311" y="1493073"/>
                  </a:lnTo>
                  <a:lnTo>
                    <a:pt x="3178311" y="1483119"/>
                  </a:lnTo>
                  <a:lnTo>
                    <a:pt x="3178404" y="1483119"/>
                  </a:lnTo>
                  <a:lnTo>
                    <a:pt x="3178498" y="1483119"/>
                  </a:lnTo>
                  <a:lnTo>
                    <a:pt x="3178591" y="1483119"/>
                  </a:lnTo>
                  <a:lnTo>
                    <a:pt x="3178684" y="1483119"/>
                  </a:lnTo>
                  <a:lnTo>
                    <a:pt x="3178777" y="1483119"/>
                  </a:lnTo>
                  <a:lnTo>
                    <a:pt x="3178871" y="1483119"/>
                  </a:lnTo>
                  <a:lnTo>
                    <a:pt x="3178964" y="1483119"/>
                  </a:lnTo>
                  <a:lnTo>
                    <a:pt x="3179057" y="1483119"/>
                  </a:lnTo>
                  <a:lnTo>
                    <a:pt x="3179150" y="1483119"/>
                  </a:lnTo>
                  <a:lnTo>
                    <a:pt x="3179244" y="1483119"/>
                  </a:lnTo>
                  <a:lnTo>
                    <a:pt x="3179337" y="1483119"/>
                  </a:lnTo>
                  <a:lnTo>
                    <a:pt x="3179430" y="1483119"/>
                  </a:lnTo>
                  <a:lnTo>
                    <a:pt x="3179523" y="1483119"/>
                  </a:lnTo>
                  <a:lnTo>
                    <a:pt x="3179617" y="1483119"/>
                  </a:lnTo>
                  <a:lnTo>
                    <a:pt x="3179710" y="1483119"/>
                  </a:lnTo>
                  <a:lnTo>
                    <a:pt x="3179803" y="1483119"/>
                  </a:lnTo>
                  <a:lnTo>
                    <a:pt x="3179896" y="1483119"/>
                  </a:lnTo>
                  <a:lnTo>
                    <a:pt x="3179990" y="1483119"/>
                  </a:lnTo>
                  <a:lnTo>
                    <a:pt x="3180083" y="1483119"/>
                  </a:lnTo>
                  <a:lnTo>
                    <a:pt x="3180176" y="1483119"/>
                  </a:lnTo>
                  <a:lnTo>
                    <a:pt x="3180269" y="1483119"/>
                  </a:lnTo>
                  <a:lnTo>
                    <a:pt x="3180363" y="1483119"/>
                  </a:lnTo>
                  <a:lnTo>
                    <a:pt x="3180456" y="1483119"/>
                  </a:lnTo>
                  <a:lnTo>
                    <a:pt x="3180549" y="1483119"/>
                  </a:lnTo>
                  <a:lnTo>
                    <a:pt x="3180642" y="1483119"/>
                  </a:lnTo>
                  <a:lnTo>
                    <a:pt x="3180736" y="1483119"/>
                  </a:lnTo>
                  <a:lnTo>
                    <a:pt x="3180829" y="1483119"/>
                  </a:lnTo>
                  <a:lnTo>
                    <a:pt x="3180922" y="1483119"/>
                  </a:lnTo>
                  <a:lnTo>
                    <a:pt x="3181015" y="1483119"/>
                  </a:lnTo>
                  <a:lnTo>
                    <a:pt x="3181109" y="1483119"/>
                  </a:lnTo>
                  <a:lnTo>
                    <a:pt x="3181202" y="1483119"/>
                  </a:lnTo>
                  <a:lnTo>
                    <a:pt x="3181295" y="1483119"/>
                  </a:lnTo>
                  <a:lnTo>
                    <a:pt x="3181388" y="1483119"/>
                  </a:lnTo>
                  <a:lnTo>
                    <a:pt x="3181482" y="1483119"/>
                  </a:lnTo>
                  <a:lnTo>
                    <a:pt x="3181575" y="1483119"/>
                  </a:lnTo>
                  <a:lnTo>
                    <a:pt x="3181668" y="1483119"/>
                  </a:lnTo>
                  <a:lnTo>
                    <a:pt x="3181761" y="1483119"/>
                  </a:lnTo>
                  <a:lnTo>
                    <a:pt x="3181855" y="1483119"/>
                  </a:lnTo>
                  <a:lnTo>
                    <a:pt x="3181948" y="1483119"/>
                  </a:lnTo>
                  <a:lnTo>
                    <a:pt x="3182041" y="1483119"/>
                  </a:lnTo>
                  <a:lnTo>
                    <a:pt x="3182134" y="1483119"/>
                  </a:lnTo>
                  <a:lnTo>
                    <a:pt x="3182228" y="1483119"/>
                  </a:lnTo>
                  <a:lnTo>
                    <a:pt x="3182321" y="1483119"/>
                  </a:lnTo>
                  <a:lnTo>
                    <a:pt x="3182414" y="1483119"/>
                  </a:lnTo>
                  <a:lnTo>
                    <a:pt x="3182507" y="1483119"/>
                  </a:lnTo>
                  <a:lnTo>
                    <a:pt x="3182601" y="1483119"/>
                  </a:lnTo>
                  <a:lnTo>
                    <a:pt x="3182694" y="1483119"/>
                  </a:lnTo>
                  <a:lnTo>
                    <a:pt x="3182787" y="1483119"/>
                  </a:lnTo>
                  <a:lnTo>
                    <a:pt x="3182880" y="1483119"/>
                  </a:lnTo>
                  <a:lnTo>
                    <a:pt x="3182974" y="1483119"/>
                  </a:lnTo>
                  <a:lnTo>
                    <a:pt x="3183067" y="1483119"/>
                  </a:lnTo>
                  <a:lnTo>
                    <a:pt x="3183160" y="1483119"/>
                  </a:lnTo>
                  <a:lnTo>
                    <a:pt x="3183253" y="1483119"/>
                  </a:lnTo>
                  <a:lnTo>
                    <a:pt x="3183347" y="1483119"/>
                  </a:lnTo>
                  <a:lnTo>
                    <a:pt x="3183440" y="1483119"/>
                  </a:lnTo>
                  <a:lnTo>
                    <a:pt x="3183533" y="1483119"/>
                  </a:lnTo>
                  <a:lnTo>
                    <a:pt x="3183626" y="1483119"/>
                  </a:lnTo>
                  <a:lnTo>
                    <a:pt x="3183720" y="1483119"/>
                  </a:lnTo>
                  <a:lnTo>
                    <a:pt x="3183813" y="1483119"/>
                  </a:lnTo>
                  <a:lnTo>
                    <a:pt x="3183906" y="1483119"/>
                  </a:lnTo>
                  <a:lnTo>
                    <a:pt x="3183999" y="1483119"/>
                  </a:lnTo>
                  <a:lnTo>
                    <a:pt x="3184093" y="1483119"/>
                  </a:lnTo>
                  <a:lnTo>
                    <a:pt x="3184186" y="1483119"/>
                  </a:lnTo>
                  <a:lnTo>
                    <a:pt x="3184279" y="1483119"/>
                  </a:lnTo>
                  <a:lnTo>
                    <a:pt x="3184372" y="1483119"/>
                  </a:lnTo>
                  <a:lnTo>
                    <a:pt x="3184465" y="1483119"/>
                  </a:lnTo>
                  <a:lnTo>
                    <a:pt x="3184559" y="1483119"/>
                  </a:lnTo>
                  <a:lnTo>
                    <a:pt x="3184652" y="1483119"/>
                  </a:lnTo>
                  <a:lnTo>
                    <a:pt x="3184745" y="1483119"/>
                  </a:lnTo>
                  <a:lnTo>
                    <a:pt x="3184838" y="1483119"/>
                  </a:lnTo>
                  <a:lnTo>
                    <a:pt x="3184932" y="1483119"/>
                  </a:lnTo>
                  <a:lnTo>
                    <a:pt x="3185025" y="1483119"/>
                  </a:lnTo>
                  <a:lnTo>
                    <a:pt x="3185118" y="1483119"/>
                  </a:lnTo>
                  <a:lnTo>
                    <a:pt x="3185211" y="1483119"/>
                  </a:lnTo>
                  <a:lnTo>
                    <a:pt x="3185305" y="1483119"/>
                  </a:lnTo>
                  <a:lnTo>
                    <a:pt x="3185398" y="1483119"/>
                  </a:lnTo>
                  <a:lnTo>
                    <a:pt x="3185491" y="1483119"/>
                  </a:lnTo>
                  <a:lnTo>
                    <a:pt x="3185584" y="1483119"/>
                  </a:lnTo>
                  <a:lnTo>
                    <a:pt x="3185678" y="1483119"/>
                  </a:lnTo>
                  <a:lnTo>
                    <a:pt x="3185771" y="1483119"/>
                  </a:lnTo>
                  <a:lnTo>
                    <a:pt x="3185864" y="1483119"/>
                  </a:lnTo>
                  <a:lnTo>
                    <a:pt x="3185957" y="1483119"/>
                  </a:lnTo>
                  <a:lnTo>
                    <a:pt x="3186051" y="1483119"/>
                  </a:lnTo>
                  <a:lnTo>
                    <a:pt x="3186144" y="1483119"/>
                  </a:lnTo>
                  <a:lnTo>
                    <a:pt x="3186237" y="1483119"/>
                  </a:lnTo>
                  <a:lnTo>
                    <a:pt x="3186330" y="1483119"/>
                  </a:lnTo>
                  <a:lnTo>
                    <a:pt x="3186424" y="1483119"/>
                  </a:lnTo>
                  <a:lnTo>
                    <a:pt x="3186517" y="1483119"/>
                  </a:lnTo>
                  <a:lnTo>
                    <a:pt x="3186610" y="1483119"/>
                  </a:lnTo>
                  <a:lnTo>
                    <a:pt x="3186703" y="1483119"/>
                  </a:lnTo>
                  <a:lnTo>
                    <a:pt x="3186797" y="1483119"/>
                  </a:lnTo>
                  <a:lnTo>
                    <a:pt x="3186890" y="1483119"/>
                  </a:lnTo>
                  <a:lnTo>
                    <a:pt x="3186890" y="1473165"/>
                  </a:lnTo>
                  <a:lnTo>
                    <a:pt x="3186983" y="1473165"/>
                  </a:lnTo>
                  <a:lnTo>
                    <a:pt x="3187076" y="1473165"/>
                  </a:lnTo>
                  <a:lnTo>
                    <a:pt x="3187170" y="1473165"/>
                  </a:lnTo>
                  <a:lnTo>
                    <a:pt x="3187263" y="1473165"/>
                  </a:lnTo>
                  <a:lnTo>
                    <a:pt x="3187356" y="1473165"/>
                  </a:lnTo>
                  <a:lnTo>
                    <a:pt x="3187449" y="1473165"/>
                  </a:lnTo>
                  <a:lnTo>
                    <a:pt x="3187543" y="1473165"/>
                  </a:lnTo>
                  <a:lnTo>
                    <a:pt x="3187636" y="1473165"/>
                  </a:lnTo>
                  <a:lnTo>
                    <a:pt x="3187729" y="1473165"/>
                  </a:lnTo>
                  <a:lnTo>
                    <a:pt x="3187822" y="1473165"/>
                  </a:lnTo>
                  <a:lnTo>
                    <a:pt x="3187916" y="1473165"/>
                  </a:lnTo>
                  <a:lnTo>
                    <a:pt x="3188009" y="1473165"/>
                  </a:lnTo>
                  <a:lnTo>
                    <a:pt x="3188102" y="1473165"/>
                  </a:lnTo>
                  <a:lnTo>
                    <a:pt x="3188195" y="1473165"/>
                  </a:lnTo>
                  <a:lnTo>
                    <a:pt x="3188289" y="1473165"/>
                  </a:lnTo>
                  <a:lnTo>
                    <a:pt x="3188382" y="1473165"/>
                  </a:lnTo>
                  <a:lnTo>
                    <a:pt x="3188475" y="1473165"/>
                  </a:lnTo>
                  <a:lnTo>
                    <a:pt x="3188568" y="1473165"/>
                  </a:lnTo>
                  <a:lnTo>
                    <a:pt x="3188662" y="1473165"/>
                  </a:lnTo>
                  <a:lnTo>
                    <a:pt x="3188755" y="1473165"/>
                  </a:lnTo>
                  <a:lnTo>
                    <a:pt x="3188848" y="1473165"/>
                  </a:lnTo>
                  <a:lnTo>
                    <a:pt x="3188941" y="1473165"/>
                  </a:lnTo>
                  <a:lnTo>
                    <a:pt x="3189035" y="1473165"/>
                  </a:lnTo>
                  <a:lnTo>
                    <a:pt x="3189128" y="1473165"/>
                  </a:lnTo>
                  <a:lnTo>
                    <a:pt x="3189221" y="1473165"/>
                  </a:lnTo>
                  <a:lnTo>
                    <a:pt x="3189314" y="1473165"/>
                  </a:lnTo>
                  <a:lnTo>
                    <a:pt x="3189408" y="1473165"/>
                  </a:lnTo>
                  <a:lnTo>
                    <a:pt x="3189501" y="1473165"/>
                  </a:lnTo>
                  <a:lnTo>
                    <a:pt x="3189594" y="1473165"/>
                  </a:lnTo>
                  <a:lnTo>
                    <a:pt x="3189687" y="1473165"/>
                  </a:lnTo>
                  <a:lnTo>
                    <a:pt x="3189781" y="1473165"/>
                  </a:lnTo>
                  <a:lnTo>
                    <a:pt x="3189874" y="1473165"/>
                  </a:lnTo>
                  <a:lnTo>
                    <a:pt x="3189967" y="1473165"/>
                  </a:lnTo>
                  <a:lnTo>
                    <a:pt x="3190060" y="1473165"/>
                  </a:lnTo>
                  <a:lnTo>
                    <a:pt x="3190154" y="1473165"/>
                  </a:lnTo>
                  <a:lnTo>
                    <a:pt x="3190247" y="1473165"/>
                  </a:lnTo>
                  <a:lnTo>
                    <a:pt x="3190340" y="1473165"/>
                  </a:lnTo>
                  <a:lnTo>
                    <a:pt x="3190433" y="1473165"/>
                  </a:lnTo>
                  <a:lnTo>
                    <a:pt x="3190527" y="1473165"/>
                  </a:lnTo>
                  <a:lnTo>
                    <a:pt x="3190620" y="1473165"/>
                  </a:lnTo>
                  <a:lnTo>
                    <a:pt x="3190713" y="1473165"/>
                  </a:lnTo>
                  <a:lnTo>
                    <a:pt x="3190806" y="1473165"/>
                  </a:lnTo>
                  <a:lnTo>
                    <a:pt x="3190900" y="1473165"/>
                  </a:lnTo>
                  <a:lnTo>
                    <a:pt x="3190993" y="1473165"/>
                  </a:lnTo>
                  <a:lnTo>
                    <a:pt x="3191086" y="1473165"/>
                  </a:lnTo>
                  <a:lnTo>
                    <a:pt x="3191179" y="1473165"/>
                  </a:lnTo>
                  <a:lnTo>
                    <a:pt x="3191273" y="1473165"/>
                  </a:lnTo>
                  <a:lnTo>
                    <a:pt x="3191366" y="1473165"/>
                  </a:lnTo>
                  <a:lnTo>
                    <a:pt x="3191459" y="1473165"/>
                  </a:lnTo>
                  <a:lnTo>
                    <a:pt x="3191552" y="1473165"/>
                  </a:lnTo>
                  <a:lnTo>
                    <a:pt x="3191645" y="1473165"/>
                  </a:lnTo>
                  <a:lnTo>
                    <a:pt x="3191739" y="1473165"/>
                  </a:lnTo>
                  <a:lnTo>
                    <a:pt x="3191832" y="1473165"/>
                  </a:lnTo>
                  <a:lnTo>
                    <a:pt x="3191925" y="1473165"/>
                  </a:lnTo>
                  <a:lnTo>
                    <a:pt x="3192018" y="1473165"/>
                  </a:lnTo>
                  <a:lnTo>
                    <a:pt x="3192112" y="1473165"/>
                  </a:lnTo>
                  <a:lnTo>
                    <a:pt x="3192205" y="1473165"/>
                  </a:lnTo>
                  <a:lnTo>
                    <a:pt x="3192298" y="1473165"/>
                  </a:lnTo>
                  <a:lnTo>
                    <a:pt x="3192391" y="1473165"/>
                  </a:lnTo>
                  <a:lnTo>
                    <a:pt x="3192485" y="1473165"/>
                  </a:lnTo>
                  <a:lnTo>
                    <a:pt x="3192578" y="1473165"/>
                  </a:lnTo>
                  <a:lnTo>
                    <a:pt x="3192671" y="1473165"/>
                  </a:lnTo>
                  <a:lnTo>
                    <a:pt x="3192764" y="1473165"/>
                  </a:lnTo>
                  <a:lnTo>
                    <a:pt x="3192858" y="1473165"/>
                  </a:lnTo>
                  <a:lnTo>
                    <a:pt x="3192951" y="1473165"/>
                  </a:lnTo>
                  <a:lnTo>
                    <a:pt x="3193044" y="1473165"/>
                  </a:lnTo>
                  <a:lnTo>
                    <a:pt x="3193137" y="1473165"/>
                  </a:lnTo>
                  <a:lnTo>
                    <a:pt x="3193231" y="1473165"/>
                  </a:lnTo>
                  <a:lnTo>
                    <a:pt x="3193324" y="1473165"/>
                  </a:lnTo>
                  <a:lnTo>
                    <a:pt x="3193417" y="1473165"/>
                  </a:lnTo>
                  <a:lnTo>
                    <a:pt x="3193510" y="1473165"/>
                  </a:lnTo>
                  <a:lnTo>
                    <a:pt x="3193604" y="1473165"/>
                  </a:lnTo>
                  <a:lnTo>
                    <a:pt x="3193697" y="1473165"/>
                  </a:lnTo>
                  <a:lnTo>
                    <a:pt x="3193790" y="1473165"/>
                  </a:lnTo>
                  <a:lnTo>
                    <a:pt x="3193883" y="1473165"/>
                  </a:lnTo>
                  <a:lnTo>
                    <a:pt x="3193977" y="1473165"/>
                  </a:lnTo>
                  <a:lnTo>
                    <a:pt x="3194070" y="1473165"/>
                  </a:lnTo>
                  <a:lnTo>
                    <a:pt x="3194163" y="1473165"/>
                  </a:lnTo>
                  <a:lnTo>
                    <a:pt x="3194256" y="1473165"/>
                  </a:lnTo>
                  <a:lnTo>
                    <a:pt x="3194350" y="1473165"/>
                  </a:lnTo>
                  <a:lnTo>
                    <a:pt x="3194443" y="1473165"/>
                  </a:lnTo>
                  <a:lnTo>
                    <a:pt x="3194536" y="1473165"/>
                  </a:lnTo>
                  <a:lnTo>
                    <a:pt x="3194629" y="1473165"/>
                  </a:lnTo>
                  <a:lnTo>
                    <a:pt x="3194723" y="1473165"/>
                  </a:lnTo>
                  <a:lnTo>
                    <a:pt x="3194816" y="1473165"/>
                  </a:lnTo>
                  <a:lnTo>
                    <a:pt x="3194909" y="1473165"/>
                  </a:lnTo>
                  <a:lnTo>
                    <a:pt x="3195002" y="1473165"/>
                  </a:lnTo>
                  <a:lnTo>
                    <a:pt x="3195096" y="1473165"/>
                  </a:lnTo>
                  <a:lnTo>
                    <a:pt x="3195189" y="1473165"/>
                  </a:lnTo>
                  <a:lnTo>
                    <a:pt x="3195282" y="1473165"/>
                  </a:lnTo>
                  <a:lnTo>
                    <a:pt x="3195375" y="1473165"/>
                  </a:lnTo>
                  <a:lnTo>
                    <a:pt x="3195469" y="1473165"/>
                  </a:lnTo>
                  <a:lnTo>
                    <a:pt x="3195562" y="1473165"/>
                  </a:lnTo>
                  <a:lnTo>
                    <a:pt x="3195655" y="1473165"/>
                  </a:lnTo>
                  <a:lnTo>
                    <a:pt x="3195748" y="1473165"/>
                  </a:lnTo>
                  <a:lnTo>
                    <a:pt x="3195842" y="1473165"/>
                  </a:lnTo>
                  <a:lnTo>
                    <a:pt x="3195935" y="1473165"/>
                  </a:lnTo>
                  <a:lnTo>
                    <a:pt x="3196028" y="1473165"/>
                  </a:lnTo>
                  <a:lnTo>
                    <a:pt x="3196121" y="1473165"/>
                  </a:lnTo>
                  <a:lnTo>
                    <a:pt x="3196215" y="1473165"/>
                  </a:lnTo>
                  <a:lnTo>
                    <a:pt x="3196308" y="1473165"/>
                  </a:lnTo>
                  <a:lnTo>
                    <a:pt x="3196401" y="1473165"/>
                  </a:lnTo>
                  <a:lnTo>
                    <a:pt x="3196494" y="1473165"/>
                  </a:lnTo>
                  <a:lnTo>
                    <a:pt x="3196588" y="1473165"/>
                  </a:lnTo>
                  <a:lnTo>
                    <a:pt x="3196681" y="1473165"/>
                  </a:lnTo>
                  <a:lnTo>
                    <a:pt x="3196774" y="1473165"/>
                  </a:lnTo>
                  <a:lnTo>
                    <a:pt x="3196867" y="1473165"/>
                  </a:lnTo>
                  <a:lnTo>
                    <a:pt x="3196961" y="1473165"/>
                  </a:lnTo>
                  <a:lnTo>
                    <a:pt x="3197054" y="1473165"/>
                  </a:lnTo>
                  <a:lnTo>
                    <a:pt x="3197147" y="1473165"/>
                  </a:lnTo>
                  <a:lnTo>
                    <a:pt x="3197240" y="1473165"/>
                  </a:lnTo>
                  <a:lnTo>
                    <a:pt x="3197334" y="1473165"/>
                  </a:lnTo>
                  <a:lnTo>
                    <a:pt x="3197427" y="1473165"/>
                  </a:lnTo>
                  <a:lnTo>
                    <a:pt x="3197427" y="1463211"/>
                  </a:lnTo>
                  <a:lnTo>
                    <a:pt x="3197520" y="1463211"/>
                  </a:lnTo>
                  <a:lnTo>
                    <a:pt x="3197613" y="1463211"/>
                  </a:lnTo>
                  <a:lnTo>
                    <a:pt x="3197707" y="1463211"/>
                  </a:lnTo>
                  <a:lnTo>
                    <a:pt x="3197800" y="1463211"/>
                  </a:lnTo>
                  <a:lnTo>
                    <a:pt x="3197893" y="1463211"/>
                  </a:lnTo>
                  <a:lnTo>
                    <a:pt x="3197986" y="1463211"/>
                  </a:lnTo>
                  <a:lnTo>
                    <a:pt x="3198080" y="1463211"/>
                  </a:lnTo>
                  <a:lnTo>
                    <a:pt x="3198173" y="1463211"/>
                  </a:lnTo>
                  <a:lnTo>
                    <a:pt x="3198266" y="1463211"/>
                  </a:lnTo>
                  <a:lnTo>
                    <a:pt x="3198359" y="1463211"/>
                  </a:lnTo>
                  <a:lnTo>
                    <a:pt x="3198452" y="1463211"/>
                  </a:lnTo>
                  <a:lnTo>
                    <a:pt x="3198546" y="1463211"/>
                  </a:lnTo>
                  <a:lnTo>
                    <a:pt x="3198639" y="1463211"/>
                  </a:lnTo>
                  <a:lnTo>
                    <a:pt x="3198732" y="1463211"/>
                  </a:lnTo>
                  <a:lnTo>
                    <a:pt x="3198825" y="1463211"/>
                  </a:lnTo>
                  <a:lnTo>
                    <a:pt x="3198919" y="1463211"/>
                  </a:lnTo>
                  <a:lnTo>
                    <a:pt x="3199012" y="1463211"/>
                  </a:lnTo>
                  <a:lnTo>
                    <a:pt x="3199105" y="1463211"/>
                  </a:lnTo>
                  <a:lnTo>
                    <a:pt x="3199198" y="1463211"/>
                  </a:lnTo>
                  <a:lnTo>
                    <a:pt x="3199292" y="1463211"/>
                  </a:lnTo>
                  <a:lnTo>
                    <a:pt x="3199385" y="1463211"/>
                  </a:lnTo>
                  <a:lnTo>
                    <a:pt x="3199478" y="1463211"/>
                  </a:lnTo>
                  <a:lnTo>
                    <a:pt x="3199571" y="1463211"/>
                  </a:lnTo>
                  <a:lnTo>
                    <a:pt x="3199665" y="1463211"/>
                  </a:lnTo>
                  <a:lnTo>
                    <a:pt x="3199758" y="1463211"/>
                  </a:lnTo>
                  <a:lnTo>
                    <a:pt x="3199851" y="1463211"/>
                  </a:lnTo>
                  <a:lnTo>
                    <a:pt x="3199944" y="1463211"/>
                  </a:lnTo>
                  <a:lnTo>
                    <a:pt x="3200038" y="1463211"/>
                  </a:lnTo>
                  <a:lnTo>
                    <a:pt x="3200131" y="1463211"/>
                  </a:lnTo>
                  <a:lnTo>
                    <a:pt x="3200224" y="1463211"/>
                  </a:lnTo>
                  <a:lnTo>
                    <a:pt x="3200317" y="1463211"/>
                  </a:lnTo>
                  <a:lnTo>
                    <a:pt x="3200411" y="1463211"/>
                  </a:lnTo>
                  <a:lnTo>
                    <a:pt x="3200504" y="1463211"/>
                  </a:lnTo>
                  <a:lnTo>
                    <a:pt x="3200597" y="1463211"/>
                  </a:lnTo>
                  <a:lnTo>
                    <a:pt x="3200690" y="1463211"/>
                  </a:lnTo>
                  <a:lnTo>
                    <a:pt x="3200784" y="1463211"/>
                  </a:lnTo>
                  <a:lnTo>
                    <a:pt x="3200877" y="1463211"/>
                  </a:lnTo>
                  <a:lnTo>
                    <a:pt x="3200970" y="1463211"/>
                  </a:lnTo>
                  <a:lnTo>
                    <a:pt x="3201063" y="1463211"/>
                  </a:lnTo>
                  <a:lnTo>
                    <a:pt x="3201157" y="1463211"/>
                  </a:lnTo>
                  <a:lnTo>
                    <a:pt x="3201250" y="1463211"/>
                  </a:lnTo>
                  <a:lnTo>
                    <a:pt x="3201343" y="1463211"/>
                  </a:lnTo>
                  <a:lnTo>
                    <a:pt x="3201436" y="1463211"/>
                  </a:lnTo>
                  <a:lnTo>
                    <a:pt x="3201530" y="1463211"/>
                  </a:lnTo>
                  <a:lnTo>
                    <a:pt x="3201623" y="1463211"/>
                  </a:lnTo>
                  <a:lnTo>
                    <a:pt x="3201716" y="1463211"/>
                  </a:lnTo>
                  <a:lnTo>
                    <a:pt x="3201809" y="1463211"/>
                  </a:lnTo>
                  <a:lnTo>
                    <a:pt x="3201903" y="1463211"/>
                  </a:lnTo>
                  <a:lnTo>
                    <a:pt x="3201996" y="1463211"/>
                  </a:lnTo>
                  <a:lnTo>
                    <a:pt x="3202089" y="1463211"/>
                  </a:lnTo>
                  <a:lnTo>
                    <a:pt x="3202182" y="1463211"/>
                  </a:lnTo>
                  <a:lnTo>
                    <a:pt x="3202276" y="1463211"/>
                  </a:lnTo>
                  <a:lnTo>
                    <a:pt x="3202369" y="1463211"/>
                  </a:lnTo>
                  <a:lnTo>
                    <a:pt x="3202462" y="1463211"/>
                  </a:lnTo>
                  <a:lnTo>
                    <a:pt x="3202555" y="1463211"/>
                  </a:lnTo>
                  <a:lnTo>
                    <a:pt x="3202649" y="1463211"/>
                  </a:lnTo>
                  <a:lnTo>
                    <a:pt x="3202742" y="1463211"/>
                  </a:lnTo>
                  <a:lnTo>
                    <a:pt x="3202835" y="1463211"/>
                  </a:lnTo>
                  <a:lnTo>
                    <a:pt x="3202928" y="1463211"/>
                  </a:lnTo>
                  <a:lnTo>
                    <a:pt x="3203022" y="1463211"/>
                  </a:lnTo>
                  <a:lnTo>
                    <a:pt x="3203115" y="1463211"/>
                  </a:lnTo>
                  <a:lnTo>
                    <a:pt x="3203208" y="1463211"/>
                  </a:lnTo>
                  <a:lnTo>
                    <a:pt x="3203301" y="1463211"/>
                  </a:lnTo>
                  <a:lnTo>
                    <a:pt x="3203395" y="1463211"/>
                  </a:lnTo>
                  <a:lnTo>
                    <a:pt x="3203488" y="1463211"/>
                  </a:lnTo>
                  <a:lnTo>
                    <a:pt x="3203581" y="1463211"/>
                  </a:lnTo>
                  <a:lnTo>
                    <a:pt x="3203674" y="1463211"/>
                  </a:lnTo>
                  <a:lnTo>
                    <a:pt x="3203768" y="1463211"/>
                  </a:lnTo>
                  <a:lnTo>
                    <a:pt x="3203861" y="1463211"/>
                  </a:lnTo>
                  <a:lnTo>
                    <a:pt x="3203954" y="1463211"/>
                  </a:lnTo>
                  <a:lnTo>
                    <a:pt x="3204047" y="1463211"/>
                  </a:lnTo>
                  <a:lnTo>
                    <a:pt x="3204141" y="1463211"/>
                  </a:lnTo>
                  <a:lnTo>
                    <a:pt x="3204234" y="1463211"/>
                  </a:lnTo>
                  <a:lnTo>
                    <a:pt x="3204327" y="1463211"/>
                  </a:lnTo>
                  <a:lnTo>
                    <a:pt x="3204420" y="1463211"/>
                  </a:lnTo>
                  <a:lnTo>
                    <a:pt x="3204514" y="1463211"/>
                  </a:lnTo>
                  <a:lnTo>
                    <a:pt x="3204607" y="1463211"/>
                  </a:lnTo>
                  <a:lnTo>
                    <a:pt x="3204700" y="1463211"/>
                  </a:lnTo>
                  <a:lnTo>
                    <a:pt x="3204793" y="1463211"/>
                  </a:lnTo>
                  <a:lnTo>
                    <a:pt x="3204887" y="1463211"/>
                  </a:lnTo>
                  <a:lnTo>
                    <a:pt x="3204980" y="1463211"/>
                  </a:lnTo>
                  <a:lnTo>
                    <a:pt x="3205073" y="1463211"/>
                  </a:lnTo>
                  <a:lnTo>
                    <a:pt x="3205166" y="1463211"/>
                  </a:lnTo>
                  <a:lnTo>
                    <a:pt x="3205260" y="1463211"/>
                  </a:lnTo>
                  <a:lnTo>
                    <a:pt x="3205353" y="1463211"/>
                  </a:lnTo>
                  <a:lnTo>
                    <a:pt x="3205446" y="1463211"/>
                  </a:lnTo>
                  <a:lnTo>
                    <a:pt x="3205539" y="1463211"/>
                  </a:lnTo>
                  <a:lnTo>
                    <a:pt x="3205632" y="1463211"/>
                  </a:lnTo>
                  <a:lnTo>
                    <a:pt x="3205726" y="1463211"/>
                  </a:lnTo>
                  <a:lnTo>
                    <a:pt x="3205819" y="1463211"/>
                  </a:lnTo>
                  <a:lnTo>
                    <a:pt x="3205912" y="1463211"/>
                  </a:lnTo>
                  <a:lnTo>
                    <a:pt x="3206005" y="1463211"/>
                  </a:lnTo>
                  <a:lnTo>
                    <a:pt x="3206099" y="1463211"/>
                  </a:lnTo>
                  <a:lnTo>
                    <a:pt x="3206192" y="1463211"/>
                  </a:lnTo>
                  <a:lnTo>
                    <a:pt x="3206285" y="1463211"/>
                  </a:lnTo>
                  <a:lnTo>
                    <a:pt x="3206378" y="1463211"/>
                  </a:lnTo>
                  <a:lnTo>
                    <a:pt x="3206472" y="1463211"/>
                  </a:lnTo>
                  <a:lnTo>
                    <a:pt x="3206565" y="1463211"/>
                  </a:lnTo>
                  <a:lnTo>
                    <a:pt x="3206658" y="1463211"/>
                  </a:lnTo>
                  <a:lnTo>
                    <a:pt x="3206751" y="1463211"/>
                  </a:lnTo>
                  <a:lnTo>
                    <a:pt x="3206845" y="1463211"/>
                  </a:lnTo>
                  <a:lnTo>
                    <a:pt x="3206938" y="1463211"/>
                  </a:lnTo>
                  <a:lnTo>
                    <a:pt x="3207031" y="1463211"/>
                  </a:lnTo>
                  <a:lnTo>
                    <a:pt x="3207124" y="1463211"/>
                  </a:lnTo>
                  <a:lnTo>
                    <a:pt x="3207218" y="1463211"/>
                  </a:lnTo>
                  <a:lnTo>
                    <a:pt x="3207311" y="1463211"/>
                  </a:lnTo>
                  <a:lnTo>
                    <a:pt x="3207404" y="1463211"/>
                  </a:lnTo>
                  <a:lnTo>
                    <a:pt x="3207497" y="1463211"/>
                  </a:lnTo>
                  <a:lnTo>
                    <a:pt x="3207591" y="1463211"/>
                  </a:lnTo>
                  <a:lnTo>
                    <a:pt x="3207684" y="1463211"/>
                  </a:lnTo>
                  <a:lnTo>
                    <a:pt x="3207777" y="1463211"/>
                  </a:lnTo>
                  <a:lnTo>
                    <a:pt x="3207870" y="1463211"/>
                  </a:lnTo>
                  <a:lnTo>
                    <a:pt x="3207964" y="1463211"/>
                  </a:lnTo>
                  <a:lnTo>
                    <a:pt x="3208057" y="1463211"/>
                  </a:lnTo>
                  <a:lnTo>
                    <a:pt x="3208150" y="1463211"/>
                  </a:lnTo>
                  <a:lnTo>
                    <a:pt x="3208243" y="1463211"/>
                  </a:lnTo>
                  <a:lnTo>
                    <a:pt x="3208337" y="1463211"/>
                  </a:lnTo>
                  <a:lnTo>
                    <a:pt x="3208430" y="1463211"/>
                  </a:lnTo>
                  <a:lnTo>
                    <a:pt x="3208523" y="1463211"/>
                  </a:lnTo>
                  <a:lnTo>
                    <a:pt x="3208616" y="1463211"/>
                  </a:lnTo>
                  <a:lnTo>
                    <a:pt x="3208710" y="1463211"/>
                  </a:lnTo>
                  <a:lnTo>
                    <a:pt x="3208803" y="1463211"/>
                  </a:lnTo>
                  <a:lnTo>
                    <a:pt x="3208896" y="1463211"/>
                  </a:lnTo>
                  <a:lnTo>
                    <a:pt x="3208989" y="1463211"/>
                  </a:lnTo>
                  <a:lnTo>
                    <a:pt x="3209083" y="1463211"/>
                  </a:lnTo>
                  <a:lnTo>
                    <a:pt x="3209176" y="1463211"/>
                  </a:lnTo>
                  <a:lnTo>
                    <a:pt x="3209269" y="1463211"/>
                  </a:lnTo>
                  <a:lnTo>
                    <a:pt x="3209362" y="1463211"/>
                  </a:lnTo>
                  <a:lnTo>
                    <a:pt x="3209456" y="1463211"/>
                  </a:lnTo>
                  <a:lnTo>
                    <a:pt x="3209549" y="1463211"/>
                  </a:lnTo>
                  <a:lnTo>
                    <a:pt x="3209642" y="1463211"/>
                  </a:lnTo>
                  <a:lnTo>
                    <a:pt x="3209735" y="1463211"/>
                  </a:lnTo>
                  <a:lnTo>
                    <a:pt x="3209829" y="1463211"/>
                  </a:lnTo>
                  <a:lnTo>
                    <a:pt x="3209922" y="1463211"/>
                  </a:lnTo>
                  <a:lnTo>
                    <a:pt x="3210015" y="1463211"/>
                  </a:lnTo>
                  <a:lnTo>
                    <a:pt x="3210108" y="1463211"/>
                  </a:lnTo>
                  <a:lnTo>
                    <a:pt x="3210202" y="1463211"/>
                  </a:lnTo>
                  <a:lnTo>
                    <a:pt x="3210295" y="1463211"/>
                  </a:lnTo>
                  <a:lnTo>
                    <a:pt x="3210388" y="1463211"/>
                  </a:lnTo>
                  <a:lnTo>
                    <a:pt x="3210481" y="1463211"/>
                  </a:lnTo>
                  <a:lnTo>
                    <a:pt x="3210575" y="1463211"/>
                  </a:lnTo>
                  <a:lnTo>
                    <a:pt x="3210668" y="1463211"/>
                  </a:lnTo>
                  <a:lnTo>
                    <a:pt x="3210761" y="1463211"/>
                  </a:lnTo>
                  <a:lnTo>
                    <a:pt x="3210854" y="1463211"/>
                  </a:lnTo>
                  <a:lnTo>
                    <a:pt x="3210948" y="1463211"/>
                  </a:lnTo>
                  <a:lnTo>
                    <a:pt x="3211041" y="1463211"/>
                  </a:lnTo>
                  <a:lnTo>
                    <a:pt x="3211134" y="1463211"/>
                  </a:lnTo>
                  <a:lnTo>
                    <a:pt x="3211227" y="1463211"/>
                  </a:lnTo>
                  <a:lnTo>
                    <a:pt x="3211321" y="1463211"/>
                  </a:lnTo>
                  <a:lnTo>
                    <a:pt x="3211414" y="1463211"/>
                  </a:lnTo>
                  <a:lnTo>
                    <a:pt x="3211507" y="1463211"/>
                  </a:lnTo>
                  <a:lnTo>
                    <a:pt x="3211600" y="1463211"/>
                  </a:lnTo>
                  <a:lnTo>
                    <a:pt x="3211694" y="1463211"/>
                  </a:lnTo>
                  <a:lnTo>
                    <a:pt x="3211787" y="1463211"/>
                  </a:lnTo>
                  <a:lnTo>
                    <a:pt x="3211880" y="1463211"/>
                  </a:lnTo>
                  <a:lnTo>
                    <a:pt x="3211973" y="1463211"/>
                  </a:lnTo>
                  <a:lnTo>
                    <a:pt x="3212067" y="1463211"/>
                  </a:lnTo>
                  <a:lnTo>
                    <a:pt x="3212160" y="1463211"/>
                  </a:lnTo>
                  <a:lnTo>
                    <a:pt x="3212160" y="1453258"/>
                  </a:lnTo>
                  <a:lnTo>
                    <a:pt x="3212253" y="1453258"/>
                  </a:lnTo>
                  <a:lnTo>
                    <a:pt x="3212346" y="1453258"/>
                  </a:lnTo>
                  <a:lnTo>
                    <a:pt x="3212439" y="1453258"/>
                  </a:lnTo>
                  <a:lnTo>
                    <a:pt x="3212533" y="1453258"/>
                  </a:lnTo>
                  <a:lnTo>
                    <a:pt x="3212626" y="1453258"/>
                  </a:lnTo>
                  <a:lnTo>
                    <a:pt x="3212719" y="1453258"/>
                  </a:lnTo>
                  <a:lnTo>
                    <a:pt x="3212812" y="1453258"/>
                  </a:lnTo>
                  <a:lnTo>
                    <a:pt x="3212906" y="1453258"/>
                  </a:lnTo>
                  <a:lnTo>
                    <a:pt x="3212999" y="1453258"/>
                  </a:lnTo>
                  <a:lnTo>
                    <a:pt x="3213092" y="1453258"/>
                  </a:lnTo>
                  <a:lnTo>
                    <a:pt x="3213185" y="1453258"/>
                  </a:lnTo>
                  <a:lnTo>
                    <a:pt x="3213279" y="1453258"/>
                  </a:lnTo>
                  <a:lnTo>
                    <a:pt x="3213372" y="1453258"/>
                  </a:lnTo>
                  <a:lnTo>
                    <a:pt x="3213465" y="1453258"/>
                  </a:lnTo>
                  <a:lnTo>
                    <a:pt x="3213558" y="1453258"/>
                  </a:lnTo>
                  <a:lnTo>
                    <a:pt x="3213652" y="1453258"/>
                  </a:lnTo>
                  <a:lnTo>
                    <a:pt x="3213745" y="1453258"/>
                  </a:lnTo>
                  <a:lnTo>
                    <a:pt x="3213838" y="1453258"/>
                  </a:lnTo>
                  <a:lnTo>
                    <a:pt x="3213931" y="1453258"/>
                  </a:lnTo>
                  <a:lnTo>
                    <a:pt x="3214025" y="1453258"/>
                  </a:lnTo>
                  <a:lnTo>
                    <a:pt x="3214118" y="1453258"/>
                  </a:lnTo>
                  <a:lnTo>
                    <a:pt x="3214211" y="1453258"/>
                  </a:lnTo>
                  <a:lnTo>
                    <a:pt x="3214304" y="1453258"/>
                  </a:lnTo>
                  <a:lnTo>
                    <a:pt x="3214398" y="1453258"/>
                  </a:lnTo>
                  <a:lnTo>
                    <a:pt x="3214491" y="1453258"/>
                  </a:lnTo>
                  <a:lnTo>
                    <a:pt x="3214584" y="1453258"/>
                  </a:lnTo>
                  <a:lnTo>
                    <a:pt x="3214677" y="1453258"/>
                  </a:lnTo>
                  <a:lnTo>
                    <a:pt x="3214771" y="1453258"/>
                  </a:lnTo>
                  <a:lnTo>
                    <a:pt x="3214864" y="1453258"/>
                  </a:lnTo>
                  <a:lnTo>
                    <a:pt x="3214957" y="1453258"/>
                  </a:lnTo>
                  <a:lnTo>
                    <a:pt x="3215050" y="1453258"/>
                  </a:lnTo>
                  <a:lnTo>
                    <a:pt x="3215144" y="1453258"/>
                  </a:lnTo>
                  <a:lnTo>
                    <a:pt x="3215237" y="1453258"/>
                  </a:lnTo>
                  <a:lnTo>
                    <a:pt x="3215330" y="1453258"/>
                  </a:lnTo>
                  <a:lnTo>
                    <a:pt x="3215423" y="1453258"/>
                  </a:lnTo>
                  <a:lnTo>
                    <a:pt x="3215517" y="1453258"/>
                  </a:lnTo>
                  <a:lnTo>
                    <a:pt x="3215610" y="1453258"/>
                  </a:lnTo>
                  <a:lnTo>
                    <a:pt x="3215703" y="1453258"/>
                  </a:lnTo>
                  <a:lnTo>
                    <a:pt x="3215796" y="1453258"/>
                  </a:lnTo>
                  <a:lnTo>
                    <a:pt x="3215890" y="1453258"/>
                  </a:lnTo>
                  <a:lnTo>
                    <a:pt x="3215983" y="1453258"/>
                  </a:lnTo>
                  <a:lnTo>
                    <a:pt x="3216076" y="1453258"/>
                  </a:lnTo>
                  <a:lnTo>
                    <a:pt x="3216169" y="1453258"/>
                  </a:lnTo>
                  <a:lnTo>
                    <a:pt x="3216263" y="1453258"/>
                  </a:lnTo>
                  <a:lnTo>
                    <a:pt x="3216263" y="1443304"/>
                  </a:lnTo>
                  <a:lnTo>
                    <a:pt x="3216356" y="1443304"/>
                  </a:lnTo>
                  <a:lnTo>
                    <a:pt x="3216449" y="1443304"/>
                  </a:lnTo>
                  <a:lnTo>
                    <a:pt x="3216542" y="1443304"/>
                  </a:lnTo>
                  <a:lnTo>
                    <a:pt x="3216636" y="1443304"/>
                  </a:lnTo>
                  <a:lnTo>
                    <a:pt x="3216729" y="1443304"/>
                  </a:lnTo>
                  <a:lnTo>
                    <a:pt x="3216822" y="1443304"/>
                  </a:lnTo>
                  <a:lnTo>
                    <a:pt x="3216915" y="1443304"/>
                  </a:lnTo>
                  <a:lnTo>
                    <a:pt x="3217009" y="1443304"/>
                  </a:lnTo>
                  <a:lnTo>
                    <a:pt x="3217102" y="1443304"/>
                  </a:lnTo>
                  <a:lnTo>
                    <a:pt x="3217195" y="1443304"/>
                  </a:lnTo>
                  <a:lnTo>
                    <a:pt x="3217288" y="1443304"/>
                  </a:lnTo>
                  <a:lnTo>
                    <a:pt x="3217382" y="1443304"/>
                  </a:lnTo>
                  <a:lnTo>
                    <a:pt x="3217475" y="1443304"/>
                  </a:lnTo>
                  <a:lnTo>
                    <a:pt x="3217568" y="1443304"/>
                  </a:lnTo>
                  <a:lnTo>
                    <a:pt x="3217661" y="1443304"/>
                  </a:lnTo>
                  <a:lnTo>
                    <a:pt x="3217755" y="1443304"/>
                  </a:lnTo>
                  <a:lnTo>
                    <a:pt x="3217848" y="1443304"/>
                  </a:lnTo>
                  <a:lnTo>
                    <a:pt x="3217941" y="1443304"/>
                  </a:lnTo>
                  <a:lnTo>
                    <a:pt x="3218034" y="1443304"/>
                  </a:lnTo>
                  <a:lnTo>
                    <a:pt x="3218128" y="1443304"/>
                  </a:lnTo>
                  <a:lnTo>
                    <a:pt x="3218221" y="1443304"/>
                  </a:lnTo>
                  <a:lnTo>
                    <a:pt x="3218314" y="1443304"/>
                  </a:lnTo>
                  <a:lnTo>
                    <a:pt x="3218407" y="1443304"/>
                  </a:lnTo>
                  <a:lnTo>
                    <a:pt x="3218501" y="1443304"/>
                  </a:lnTo>
                  <a:lnTo>
                    <a:pt x="3218594" y="1443304"/>
                  </a:lnTo>
                  <a:lnTo>
                    <a:pt x="3218687" y="1443304"/>
                  </a:lnTo>
                  <a:lnTo>
                    <a:pt x="3218780" y="1443304"/>
                  </a:lnTo>
                  <a:lnTo>
                    <a:pt x="3218874" y="1443304"/>
                  </a:lnTo>
                  <a:lnTo>
                    <a:pt x="3218967" y="1443304"/>
                  </a:lnTo>
                  <a:lnTo>
                    <a:pt x="3219060" y="1443304"/>
                  </a:lnTo>
                  <a:lnTo>
                    <a:pt x="3219153" y="1443304"/>
                  </a:lnTo>
                  <a:lnTo>
                    <a:pt x="3219246" y="1443304"/>
                  </a:lnTo>
                  <a:lnTo>
                    <a:pt x="3219340" y="1443304"/>
                  </a:lnTo>
                  <a:lnTo>
                    <a:pt x="3219433" y="1443304"/>
                  </a:lnTo>
                  <a:lnTo>
                    <a:pt x="3219526" y="1443304"/>
                  </a:lnTo>
                  <a:lnTo>
                    <a:pt x="3219619" y="1443304"/>
                  </a:lnTo>
                  <a:lnTo>
                    <a:pt x="3219713" y="1443304"/>
                  </a:lnTo>
                  <a:lnTo>
                    <a:pt x="3219806" y="1443304"/>
                  </a:lnTo>
                  <a:lnTo>
                    <a:pt x="3219899" y="1443304"/>
                  </a:lnTo>
                  <a:lnTo>
                    <a:pt x="3219992" y="1443304"/>
                  </a:lnTo>
                  <a:lnTo>
                    <a:pt x="3220086" y="1443304"/>
                  </a:lnTo>
                  <a:lnTo>
                    <a:pt x="3220179" y="1443304"/>
                  </a:lnTo>
                  <a:lnTo>
                    <a:pt x="3220272" y="1443304"/>
                  </a:lnTo>
                  <a:lnTo>
                    <a:pt x="3220365" y="1443304"/>
                  </a:lnTo>
                  <a:lnTo>
                    <a:pt x="3220459" y="1443304"/>
                  </a:lnTo>
                  <a:lnTo>
                    <a:pt x="3220552" y="1443304"/>
                  </a:lnTo>
                  <a:lnTo>
                    <a:pt x="3220645" y="1443304"/>
                  </a:lnTo>
                  <a:lnTo>
                    <a:pt x="3220738" y="1443304"/>
                  </a:lnTo>
                  <a:lnTo>
                    <a:pt x="3220832" y="1443304"/>
                  </a:lnTo>
                  <a:lnTo>
                    <a:pt x="3220925" y="1443304"/>
                  </a:lnTo>
                  <a:lnTo>
                    <a:pt x="3221018" y="1443304"/>
                  </a:lnTo>
                  <a:lnTo>
                    <a:pt x="3221111" y="1443304"/>
                  </a:lnTo>
                  <a:lnTo>
                    <a:pt x="3221205" y="1443304"/>
                  </a:lnTo>
                  <a:lnTo>
                    <a:pt x="3221298" y="1443304"/>
                  </a:lnTo>
                  <a:lnTo>
                    <a:pt x="3221391" y="1443304"/>
                  </a:lnTo>
                  <a:lnTo>
                    <a:pt x="3221484" y="1443304"/>
                  </a:lnTo>
                  <a:lnTo>
                    <a:pt x="3221578" y="1443304"/>
                  </a:lnTo>
                  <a:lnTo>
                    <a:pt x="3221671" y="1443304"/>
                  </a:lnTo>
                  <a:lnTo>
                    <a:pt x="3221764" y="1443304"/>
                  </a:lnTo>
                  <a:lnTo>
                    <a:pt x="3221857" y="1443304"/>
                  </a:lnTo>
                  <a:lnTo>
                    <a:pt x="3221951" y="1443304"/>
                  </a:lnTo>
                  <a:lnTo>
                    <a:pt x="3222044" y="1443304"/>
                  </a:lnTo>
                  <a:lnTo>
                    <a:pt x="3222137" y="1443304"/>
                  </a:lnTo>
                  <a:lnTo>
                    <a:pt x="3222137" y="1433350"/>
                  </a:lnTo>
                  <a:lnTo>
                    <a:pt x="3222230" y="1433350"/>
                  </a:lnTo>
                  <a:lnTo>
                    <a:pt x="3222324" y="1433350"/>
                  </a:lnTo>
                  <a:lnTo>
                    <a:pt x="3222417" y="1433350"/>
                  </a:lnTo>
                  <a:lnTo>
                    <a:pt x="3222510" y="1433350"/>
                  </a:lnTo>
                  <a:lnTo>
                    <a:pt x="3222603" y="1433350"/>
                  </a:lnTo>
                  <a:lnTo>
                    <a:pt x="3222697" y="1433350"/>
                  </a:lnTo>
                  <a:lnTo>
                    <a:pt x="3222790" y="1433350"/>
                  </a:lnTo>
                  <a:lnTo>
                    <a:pt x="3222883" y="1433350"/>
                  </a:lnTo>
                  <a:lnTo>
                    <a:pt x="3222976" y="1433350"/>
                  </a:lnTo>
                  <a:lnTo>
                    <a:pt x="3223070" y="1433350"/>
                  </a:lnTo>
                  <a:lnTo>
                    <a:pt x="3223163" y="1433350"/>
                  </a:lnTo>
                  <a:lnTo>
                    <a:pt x="3223256" y="1433350"/>
                  </a:lnTo>
                  <a:lnTo>
                    <a:pt x="3223349" y="1433350"/>
                  </a:lnTo>
                  <a:lnTo>
                    <a:pt x="3223443" y="1433350"/>
                  </a:lnTo>
                  <a:lnTo>
                    <a:pt x="3223536" y="1433350"/>
                  </a:lnTo>
                  <a:lnTo>
                    <a:pt x="3223629" y="1433350"/>
                  </a:lnTo>
                  <a:lnTo>
                    <a:pt x="3223722" y="1433350"/>
                  </a:lnTo>
                  <a:lnTo>
                    <a:pt x="3223816" y="1433350"/>
                  </a:lnTo>
                  <a:lnTo>
                    <a:pt x="3223909" y="1433350"/>
                  </a:lnTo>
                  <a:lnTo>
                    <a:pt x="3224002" y="1433350"/>
                  </a:lnTo>
                  <a:lnTo>
                    <a:pt x="3224095" y="1433350"/>
                  </a:lnTo>
                  <a:lnTo>
                    <a:pt x="3224189" y="1433350"/>
                  </a:lnTo>
                  <a:lnTo>
                    <a:pt x="3224282" y="1433350"/>
                  </a:lnTo>
                  <a:lnTo>
                    <a:pt x="3224375" y="1433350"/>
                  </a:lnTo>
                  <a:lnTo>
                    <a:pt x="3224468" y="1433350"/>
                  </a:lnTo>
                  <a:lnTo>
                    <a:pt x="3224562" y="1433350"/>
                  </a:lnTo>
                  <a:lnTo>
                    <a:pt x="3224655" y="1433350"/>
                  </a:lnTo>
                  <a:lnTo>
                    <a:pt x="3224748" y="1433350"/>
                  </a:lnTo>
                  <a:lnTo>
                    <a:pt x="3224841" y="1433350"/>
                  </a:lnTo>
                  <a:lnTo>
                    <a:pt x="3224935" y="1433350"/>
                  </a:lnTo>
                  <a:lnTo>
                    <a:pt x="3225028" y="1433350"/>
                  </a:lnTo>
                  <a:lnTo>
                    <a:pt x="3225121" y="1433350"/>
                  </a:lnTo>
                  <a:lnTo>
                    <a:pt x="3225214" y="1433350"/>
                  </a:lnTo>
                  <a:lnTo>
                    <a:pt x="3225308" y="1433350"/>
                  </a:lnTo>
                  <a:lnTo>
                    <a:pt x="3225401" y="1433350"/>
                  </a:lnTo>
                  <a:lnTo>
                    <a:pt x="3225494" y="1433350"/>
                  </a:lnTo>
                  <a:lnTo>
                    <a:pt x="3225587" y="1433350"/>
                  </a:lnTo>
                  <a:lnTo>
                    <a:pt x="3225681" y="1433350"/>
                  </a:lnTo>
                  <a:lnTo>
                    <a:pt x="3225774" y="1433350"/>
                  </a:lnTo>
                  <a:lnTo>
                    <a:pt x="3225867" y="1433350"/>
                  </a:lnTo>
                  <a:lnTo>
                    <a:pt x="3225960" y="1433350"/>
                  </a:lnTo>
                  <a:lnTo>
                    <a:pt x="3226054" y="1433350"/>
                  </a:lnTo>
                  <a:lnTo>
                    <a:pt x="3226147" y="1433350"/>
                  </a:lnTo>
                  <a:lnTo>
                    <a:pt x="3226240" y="1433350"/>
                  </a:lnTo>
                  <a:lnTo>
                    <a:pt x="3226333" y="1433350"/>
                  </a:lnTo>
                  <a:lnTo>
                    <a:pt x="3226426" y="1433350"/>
                  </a:lnTo>
                  <a:lnTo>
                    <a:pt x="3226520" y="1433350"/>
                  </a:lnTo>
                  <a:lnTo>
                    <a:pt x="3226613" y="1433350"/>
                  </a:lnTo>
                  <a:lnTo>
                    <a:pt x="3226706" y="1433350"/>
                  </a:lnTo>
                  <a:lnTo>
                    <a:pt x="3226799" y="1433350"/>
                  </a:lnTo>
                  <a:lnTo>
                    <a:pt x="3226893" y="1433350"/>
                  </a:lnTo>
                  <a:lnTo>
                    <a:pt x="3226986" y="1433350"/>
                  </a:lnTo>
                  <a:lnTo>
                    <a:pt x="3227079" y="1433350"/>
                  </a:lnTo>
                  <a:lnTo>
                    <a:pt x="3227172" y="1433350"/>
                  </a:lnTo>
                  <a:lnTo>
                    <a:pt x="3227266" y="1433350"/>
                  </a:lnTo>
                  <a:lnTo>
                    <a:pt x="3227359" y="1433350"/>
                  </a:lnTo>
                  <a:lnTo>
                    <a:pt x="3227452" y="1433350"/>
                  </a:lnTo>
                  <a:lnTo>
                    <a:pt x="3227545" y="1433350"/>
                  </a:lnTo>
                  <a:lnTo>
                    <a:pt x="3227639" y="1433350"/>
                  </a:lnTo>
                  <a:lnTo>
                    <a:pt x="3227732" y="1433350"/>
                  </a:lnTo>
                  <a:lnTo>
                    <a:pt x="3227825" y="1433350"/>
                  </a:lnTo>
                  <a:lnTo>
                    <a:pt x="3227918" y="1433350"/>
                  </a:lnTo>
                  <a:lnTo>
                    <a:pt x="3228012" y="1433350"/>
                  </a:lnTo>
                  <a:lnTo>
                    <a:pt x="3228105" y="1433350"/>
                  </a:lnTo>
                  <a:lnTo>
                    <a:pt x="3228198" y="1433350"/>
                  </a:lnTo>
                  <a:lnTo>
                    <a:pt x="3228291" y="1433350"/>
                  </a:lnTo>
                  <a:lnTo>
                    <a:pt x="3228385" y="1433350"/>
                  </a:lnTo>
                  <a:lnTo>
                    <a:pt x="3228478" y="1433350"/>
                  </a:lnTo>
                  <a:lnTo>
                    <a:pt x="3228571" y="1433350"/>
                  </a:lnTo>
                  <a:lnTo>
                    <a:pt x="3228664" y="1433350"/>
                  </a:lnTo>
                  <a:lnTo>
                    <a:pt x="3228758" y="1433350"/>
                  </a:lnTo>
                  <a:lnTo>
                    <a:pt x="3228851" y="1433350"/>
                  </a:lnTo>
                  <a:lnTo>
                    <a:pt x="3228944" y="1433350"/>
                  </a:lnTo>
                  <a:lnTo>
                    <a:pt x="3229037" y="1433350"/>
                  </a:lnTo>
                  <a:lnTo>
                    <a:pt x="3229131" y="1433350"/>
                  </a:lnTo>
                  <a:lnTo>
                    <a:pt x="3229224" y="1433350"/>
                  </a:lnTo>
                  <a:lnTo>
                    <a:pt x="3229317" y="1433350"/>
                  </a:lnTo>
                  <a:lnTo>
                    <a:pt x="3229410" y="1433350"/>
                  </a:lnTo>
                  <a:lnTo>
                    <a:pt x="3229504" y="1433350"/>
                  </a:lnTo>
                  <a:lnTo>
                    <a:pt x="3229597" y="1433350"/>
                  </a:lnTo>
                  <a:lnTo>
                    <a:pt x="3229690" y="1433350"/>
                  </a:lnTo>
                  <a:lnTo>
                    <a:pt x="3229783" y="1433350"/>
                  </a:lnTo>
                  <a:lnTo>
                    <a:pt x="3229877" y="1433350"/>
                  </a:lnTo>
                  <a:lnTo>
                    <a:pt x="3229970" y="1433350"/>
                  </a:lnTo>
                  <a:lnTo>
                    <a:pt x="3230063" y="1433350"/>
                  </a:lnTo>
                  <a:lnTo>
                    <a:pt x="3230156" y="1433350"/>
                  </a:lnTo>
                  <a:lnTo>
                    <a:pt x="3230250" y="1433350"/>
                  </a:lnTo>
                  <a:lnTo>
                    <a:pt x="3230343" y="1433350"/>
                  </a:lnTo>
                  <a:lnTo>
                    <a:pt x="3230436" y="1433350"/>
                  </a:lnTo>
                  <a:lnTo>
                    <a:pt x="3230529" y="1433350"/>
                  </a:lnTo>
                  <a:lnTo>
                    <a:pt x="3230623" y="1433350"/>
                  </a:lnTo>
                  <a:lnTo>
                    <a:pt x="3230716" y="1433350"/>
                  </a:lnTo>
                  <a:lnTo>
                    <a:pt x="3230809" y="1433350"/>
                  </a:lnTo>
                  <a:lnTo>
                    <a:pt x="3230902" y="1433350"/>
                  </a:lnTo>
                  <a:lnTo>
                    <a:pt x="3230996" y="1433350"/>
                  </a:lnTo>
                  <a:lnTo>
                    <a:pt x="3231089" y="1433350"/>
                  </a:lnTo>
                  <a:lnTo>
                    <a:pt x="3231182" y="1433350"/>
                  </a:lnTo>
                  <a:lnTo>
                    <a:pt x="3231275" y="1433350"/>
                  </a:lnTo>
                  <a:lnTo>
                    <a:pt x="3231369" y="1433350"/>
                  </a:lnTo>
                  <a:lnTo>
                    <a:pt x="3231462" y="1433350"/>
                  </a:lnTo>
                  <a:lnTo>
                    <a:pt x="3231555" y="1433350"/>
                  </a:lnTo>
                  <a:lnTo>
                    <a:pt x="3231648" y="1433350"/>
                  </a:lnTo>
                  <a:lnTo>
                    <a:pt x="3231742" y="1433350"/>
                  </a:lnTo>
                  <a:lnTo>
                    <a:pt x="3231835" y="1433350"/>
                  </a:lnTo>
                  <a:lnTo>
                    <a:pt x="3231928" y="1433350"/>
                  </a:lnTo>
                  <a:lnTo>
                    <a:pt x="3232021" y="1433350"/>
                  </a:lnTo>
                  <a:lnTo>
                    <a:pt x="3232021" y="1423396"/>
                  </a:lnTo>
                  <a:lnTo>
                    <a:pt x="3232115" y="1423396"/>
                  </a:lnTo>
                  <a:lnTo>
                    <a:pt x="3232208" y="1423396"/>
                  </a:lnTo>
                  <a:lnTo>
                    <a:pt x="3232301" y="1423396"/>
                  </a:lnTo>
                  <a:lnTo>
                    <a:pt x="3232394" y="1423396"/>
                  </a:lnTo>
                  <a:lnTo>
                    <a:pt x="3232488" y="1423396"/>
                  </a:lnTo>
                  <a:lnTo>
                    <a:pt x="3232581" y="1423396"/>
                  </a:lnTo>
                  <a:lnTo>
                    <a:pt x="3232674" y="1423396"/>
                  </a:lnTo>
                  <a:lnTo>
                    <a:pt x="3232767" y="1423396"/>
                  </a:lnTo>
                  <a:lnTo>
                    <a:pt x="3232861" y="1423396"/>
                  </a:lnTo>
                  <a:lnTo>
                    <a:pt x="3232954" y="1423396"/>
                  </a:lnTo>
                  <a:lnTo>
                    <a:pt x="3233047" y="1423396"/>
                  </a:lnTo>
                  <a:lnTo>
                    <a:pt x="3233140" y="1423396"/>
                  </a:lnTo>
                  <a:lnTo>
                    <a:pt x="3233233" y="1423396"/>
                  </a:lnTo>
                  <a:lnTo>
                    <a:pt x="3233327" y="1423396"/>
                  </a:lnTo>
                  <a:lnTo>
                    <a:pt x="3233420" y="1423396"/>
                  </a:lnTo>
                  <a:lnTo>
                    <a:pt x="3233513" y="1423396"/>
                  </a:lnTo>
                  <a:lnTo>
                    <a:pt x="3233606" y="1423396"/>
                  </a:lnTo>
                  <a:lnTo>
                    <a:pt x="3233700" y="1423396"/>
                  </a:lnTo>
                  <a:lnTo>
                    <a:pt x="3233793" y="1423396"/>
                  </a:lnTo>
                  <a:lnTo>
                    <a:pt x="3233886" y="1423396"/>
                  </a:lnTo>
                  <a:lnTo>
                    <a:pt x="3233979" y="1423396"/>
                  </a:lnTo>
                  <a:lnTo>
                    <a:pt x="3234073" y="1423396"/>
                  </a:lnTo>
                  <a:lnTo>
                    <a:pt x="3234166" y="1423396"/>
                  </a:lnTo>
                  <a:lnTo>
                    <a:pt x="3234259" y="1423396"/>
                  </a:lnTo>
                  <a:lnTo>
                    <a:pt x="3234352" y="1423396"/>
                  </a:lnTo>
                  <a:lnTo>
                    <a:pt x="3234446" y="1423396"/>
                  </a:lnTo>
                  <a:lnTo>
                    <a:pt x="3234539" y="1423396"/>
                  </a:lnTo>
                  <a:lnTo>
                    <a:pt x="3234632" y="1423396"/>
                  </a:lnTo>
                  <a:lnTo>
                    <a:pt x="3234725" y="1423396"/>
                  </a:lnTo>
                  <a:lnTo>
                    <a:pt x="3234819" y="1423396"/>
                  </a:lnTo>
                  <a:lnTo>
                    <a:pt x="3234912" y="1423396"/>
                  </a:lnTo>
                  <a:lnTo>
                    <a:pt x="3235005" y="1423396"/>
                  </a:lnTo>
                  <a:lnTo>
                    <a:pt x="3235098" y="1423396"/>
                  </a:lnTo>
                  <a:lnTo>
                    <a:pt x="3235192" y="1423396"/>
                  </a:lnTo>
                  <a:lnTo>
                    <a:pt x="3235285" y="1423396"/>
                  </a:lnTo>
                  <a:lnTo>
                    <a:pt x="3235378" y="1423396"/>
                  </a:lnTo>
                  <a:lnTo>
                    <a:pt x="3235471" y="1423396"/>
                  </a:lnTo>
                  <a:lnTo>
                    <a:pt x="3235565" y="1423396"/>
                  </a:lnTo>
                  <a:lnTo>
                    <a:pt x="3235658" y="1423396"/>
                  </a:lnTo>
                  <a:lnTo>
                    <a:pt x="3235751" y="1423396"/>
                  </a:lnTo>
                  <a:lnTo>
                    <a:pt x="3235844" y="1423396"/>
                  </a:lnTo>
                  <a:lnTo>
                    <a:pt x="3235938" y="1423396"/>
                  </a:lnTo>
                  <a:lnTo>
                    <a:pt x="3236031" y="1423396"/>
                  </a:lnTo>
                  <a:lnTo>
                    <a:pt x="3236124" y="1423396"/>
                  </a:lnTo>
                  <a:lnTo>
                    <a:pt x="3236217" y="1423396"/>
                  </a:lnTo>
                  <a:lnTo>
                    <a:pt x="3236311" y="1423396"/>
                  </a:lnTo>
                  <a:lnTo>
                    <a:pt x="3236404" y="1423396"/>
                  </a:lnTo>
                  <a:lnTo>
                    <a:pt x="3236497" y="1423396"/>
                  </a:lnTo>
                  <a:lnTo>
                    <a:pt x="3236590" y="1423396"/>
                  </a:lnTo>
                  <a:lnTo>
                    <a:pt x="3236684" y="1423396"/>
                  </a:lnTo>
                  <a:lnTo>
                    <a:pt x="3236777" y="1423396"/>
                  </a:lnTo>
                  <a:lnTo>
                    <a:pt x="3236870" y="1423396"/>
                  </a:lnTo>
                  <a:lnTo>
                    <a:pt x="3236963" y="1423396"/>
                  </a:lnTo>
                  <a:lnTo>
                    <a:pt x="3237057" y="1423396"/>
                  </a:lnTo>
                  <a:lnTo>
                    <a:pt x="3237150" y="1423396"/>
                  </a:lnTo>
                  <a:lnTo>
                    <a:pt x="3237243" y="1423396"/>
                  </a:lnTo>
                  <a:lnTo>
                    <a:pt x="3237336" y="1423396"/>
                  </a:lnTo>
                  <a:lnTo>
                    <a:pt x="3237430" y="1423396"/>
                  </a:lnTo>
                  <a:lnTo>
                    <a:pt x="3237523" y="1423396"/>
                  </a:lnTo>
                  <a:lnTo>
                    <a:pt x="3237616" y="1423396"/>
                  </a:lnTo>
                  <a:lnTo>
                    <a:pt x="3237709" y="1423396"/>
                  </a:lnTo>
                  <a:lnTo>
                    <a:pt x="3237803" y="1423396"/>
                  </a:lnTo>
                  <a:lnTo>
                    <a:pt x="3237896" y="1423396"/>
                  </a:lnTo>
                  <a:lnTo>
                    <a:pt x="3237989" y="1423396"/>
                  </a:lnTo>
                  <a:lnTo>
                    <a:pt x="3238082" y="1423396"/>
                  </a:lnTo>
                  <a:lnTo>
                    <a:pt x="3238176" y="1423396"/>
                  </a:lnTo>
                  <a:lnTo>
                    <a:pt x="3238269" y="1423396"/>
                  </a:lnTo>
                  <a:lnTo>
                    <a:pt x="3238362" y="1423396"/>
                  </a:lnTo>
                  <a:lnTo>
                    <a:pt x="3238455" y="1423396"/>
                  </a:lnTo>
                  <a:lnTo>
                    <a:pt x="3238549" y="1423396"/>
                  </a:lnTo>
                  <a:lnTo>
                    <a:pt x="3238642" y="1423396"/>
                  </a:lnTo>
                  <a:lnTo>
                    <a:pt x="3238735" y="1423396"/>
                  </a:lnTo>
                  <a:lnTo>
                    <a:pt x="3238828" y="1423396"/>
                  </a:lnTo>
                  <a:lnTo>
                    <a:pt x="3238922" y="1423396"/>
                  </a:lnTo>
                  <a:lnTo>
                    <a:pt x="3239015" y="1423396"/>
                  </a:lnTo>
                  <a:lnTo>
                    <a:pt x="3239108" y="1423396"/>
                  </a:lnTo>
                  <a:lnTo>
                    <a:pt x="3239201" y="1423396"/>
                  </a:lnTo>
                  <a:lnTo>
                    <a:pt x="3239295" y="1423396"/>
                  </a:lnTo>
                  <a:lnTo>
                    <a:pt x="3239388" y="1423396"/>
                  </a:lnTo>
                  <a:lnTo>
                    <a:pt x="3239481" y="1423396"/>
                  </a:lnTo>
                  <a:lnTo>
                    <a:pt x="3239574" y="1423396"/>
                  </a:lnTo>
                  <a:lnTo>
                    <a:pt x="3239668" y="1423396"/>
                  </a:lnTo>
                  <a:lnTo>
                    <a:pt x="3239761" y="1423396"/>
                  </a:lnTo>
                  <a:lnTo>
                    <a:pt x="3239761" y="1413442"/>
                  </a:lnTo>
                  <a:lnTo>
                    <a:pt x="3239854" y="1413442"/>
                  </a:lnTo>
                  <a:lnTo>
                    <a:pt x="3239947" y="1413442"/>
                  </a:lnTo>
                  <a:lnTo>
                    <a:pt x="3240040" y="1413442"/>
                  </a:lnTo>
                  <a:lnTo>
                    <a:pt x="3240134" y="1413442"/>
                  </a:lnTo>
                  <a:lnTo>
                    <a:pt x="3240227" y="1413442"/>
                  </a:lnTo>
                  <a:lnTo>
                    <a:pt x="3240320" y="1413442"/>
                  </a:lnTo>
                  <a:lnTo>
                    <a:pt x="3240413" y="1413442"/>
                  </a:lnTo>
                  <a:lnTo>
                    <a:pt x="3240507" y="1413442"/>
                  </a:lnTo>
                  <a:lnTo>
                    <a:pt x="3240600" y="1413442"/>
                  </a:lnTo>
                  <a:lnTo>
                    <a:pt x="3240693" y="1413442"/>
                  </a:lnTo>
                  <a:lnTo>
                    <a:pt x="3240786" y="1413442"/>
                  </a:lnTo>
                  <a:lnTo>
                    <a:pt x="3240880" y="1413442"/>
                  </a:lnTo>
                  <a:lnTo>
                    <a:pt x="3240973" y="1413442"/>
                  </a:lnTo>
                  <a:lnTo>
                    <a:pt x="3241066" y="1413442"/>
                  </a:lnTo>
                  <a:lnTo>
                    <a:pt x="3241159" y="1413442"/>
                  </a:lnTo>
                  <a:lnTo>
                    <a:pt x="3241253" y="1413442"/>
                  </a:lnTo>
                  <a:lnTo>
                    <a:pt x="3241346" y="1413442"/>
                  </a:lnTo>
                  <a:lnTo>
                    <a:pt x="3241439" y="1413442"/>
                  </a:lnTo>
                  <a:lnTo>
                    <a:pt x="3241532" y="1413442"/>
                  </a:lnTo>
                  <a:lnTo>
                    <a:pt x="3241626" y="1413442"/>
                  </a:lnTo>
                  <a:lnTo>
                    <a:pt x="3241719" y="1413442"/>
                  </a:lnTo>
                  <a:lnTo>
                    <a:pt x="3241812" y="1413442"/>
                  </a:lnTo>
                  <a:lnTo>
                    <a:pt x="3241905" y="1413442"/>
                  </a:lnTo>
                  <a:lnTo>
                    <a:pt x="3241999" y="1413442"/>
                  </a:lnTo>
                  <a:lnTo>
                    <a:pt x="3242092" y="1413442"/>
                  </a:lnTo>
                  <a:lnTo>
                    <a:pt x="3242185" y="1413442"/>
                  </a:lnTo>
                  <a:lnTo>
                    <a:pt x="3242278" y="1413442"/>
                  </a:lnTo>
                  <a:lnTo>
                    <a:pt x="3242372" y="1413442"/>
                  </a:lnTo>
                  <a:lnTo>
                    <a:pt x="3242465" y="1413442"/>
                  </a:lnTo>
                  <a:lnTo>
                    <a:pt x="3242558" y="1413442"/>
                  </a:lnTo>
                  <a:lnTo>
                    <a:pt x="3242651" y="1413442"/>
                  </a:lnTo>
                  <a:lnTo>
                    <a:pt x="3242745" y="1413442"/>
                  </a:lnTo>
                  <a:lnTo>
                    <a:pt x="3242838" y="1413442"/>
                  </a:lnTo>
                  <a:lnTo>
                    <a:pt x="3242931" y="1413442"/>
                  </a:lnTo>
                  <a:lnTo>
                    <a:pt x="3243024" y="1413442"/>
                  </a:lnTo>
                  <a:lnTo>
                    <a:pt x="3243118" y="1413442"/>
                  </a:lnTo>
                  <a:lnTo>
                    <a:pt x="3243211" y="1413442"/>
                  </a:lnTo>
                  <a:lnTo>
                    <a:pt x="3243304" y="1413442"/>
                  </a:lnTo>
                  <a:lnTo>
                    <a:pt x="3243397" y="1413442"/>
                  </a:lnTo>
                  <a:lnTo>
                    <a:pt x="3243491" y="1413442"/>
                  </a:lnTo>
                  <a:lnTo>
                    <a:pt x="3243584" y="1413442"/>
                  </a:lnTo>
                  <a:lnTo>
                    <a:pt x="3243677" y="1413442"/>
                  </a:lnTo>
                  <a:lnTo>
                    <a:pt x="3243770" y="1413442"/>
                  </a:lnTo>
                  <a:lnTo>
                    <a:pt x="3243864" y="1413442"/>
                  </a:lnTo>
                  <a:lnTo>
                    <a:pt x="3243957" y="1413442"/>
                  </a:lnTo>
                  <a:lnTo>
                    <a:pt x="3244050" y="1413442"/>
                  </a:lnTo>
                  <a:lnTo>
                    <a:pt x="3244143" y="1413442"/>
                  </a:lnTo>
                  <a:lnTo>
                    <a:pt x="3244237" y="1413442"/>
                  </a:lnTo>
                  <a:lnTo>
                    <a:pt x="3244330" y="1413442"/>
                  </a:lnTo>
                  <a:lnTo>
                    <a:pt x="3244423" y="1413442"/>
                  </a:lnTo>
                  <a:lnTo>
                    <a:pt x="3244516" y="1413442"/>
                  </a:lnTo>
                  <a:lnTo>
                    <a:pt x="3244610" y="1413442"/>
                  </a:lnTo>
                  <a:lnTo>
                    <a:pt x="3244703" y="1413442"/>
                  </a:lnTo>
                  <a:lnTo>
                    <a:pt x="3244796" y="1413442"/>
                  </a:lnTo>
                  <a:lnTo>
                    <a:pt x="3244889" y="1413442"/>
                  </a:lnTo>
                  <a:lnTo>
                    <a:pt x="3244983" y="1413442"/>
                  </a:lnTo>
                  <a:lnTo>
                    <a:pt x="3245076" y="1413442"/>
                  </a:lnTo>
                  <a:lnTo>
                    <a:pt x="3245169" y="1413442"/>
                  </a:lnTo>
                  <a:lnTo>
                    <a:pt x="3245262" y="1413442"/>
                  </a:lnTo>
                  <a:lnTo>
                    <a:pt x="3245356" y="1413442"/>
                  </a:lnTo>
                  <a:lnTo>
                    <a:pt x="3245356" y="1403488"/>
                  </a:lnTo>
                  <a:lnTo>
                    <a:pt x="3245449" y="1403488"/>
                  </a:lnTo>
                  <a:lnTo>
                    <a:pt x="3245542" y="1403488"/>
                  </a:lnTo>
                  <a:lnTo>
                    <a:pt x="3245635" y="1403488"/>
                  </a:lnTo>
                  <a:lnTo>
                    <a:pt x="3245729" y="1403488"/>
                  </a:lnTo>
                  <a:lnTo>
                    <a:pt x="3245822" y="1403488"/>
                  </a:lnTo>
                  <a:lnTo>
                    <a:pt x="3245915" y="1403488"/>
                  </a:lnTo>
                  <a:lnTo>
                    <a:pt x="3246008" y="1403488"/>
                  </a:lnTo>
                  <a:lnTo>
                    <a:pt x="3246102" y="1403488"/>
                  </a:lnTo>
                  <a:lnTo>
                    <a:pt x="3246195" y="1403488"/>
                  </a:lnTo>
                  <a:lnTo>
                    <a:pt x="3246288" y="1403488"/>
                  </a:lnTo>
                  <a:lnTo>
                    <a:pt x="3246381" y="1403488"/>
                  </a:lnTo>
                  <a:lnTo>
                    <a:pt x="3246475" y="1403488"/>
                  </a:lnTo>
                  <a:lnTo>
                    <a:pt x="3246568" y="1403488"/>
                  </a:lnTo>
                  <a:lnTo>
                    <a:pt x="3246661" y="1403488"/>
                  </a:lnTo>
                  <a:lnTo>
                    <a:pt x="3246754" y="1403488"/>
                  </a:lnTo>
                  <a:lnTo>
                    <a:pt x="3246848" y="1403488"/>
                  </a:lnTo>
                  <a:lnTo>
                    <a:pt x="3246941" y="1403488"/>
                  </a:lnTo>
                  <a:lnTo>
                    <a:pt x="3247034" y="1403488"/>
                  </a:lnTo>
                  <a:lnTo>
                    <a:pt x="3247127" y="1403488"/>
                  </a:lnTo>
                  <a:lnTo>
                    <a:pt x="3247220" y="1403488"/>
                  </a:lnTo>
                  <a:lnTo>
                    <a:pt x="3247314" y="1403488"/>
                  </a:lnTo>
                  <a:lnTo>
                    <a:pt x="3247407" y="1403488"/>
                  </a:lnTo>
                  <a:lnTo>
                    <a:pt x="3247500" y="1403488"/>
                  </a:lnTo>
                  <a:lnTo>
                    <a:pt x="3247593" y="1403488"/>
                  </a:lnTo>
                  <a:lnTo>
                    <a:pt x="3247687" y="1403488"/>
                  </a:lnTo>
                  <a:lnTo>
                    <a:pt x="3247780" y="1403488"/>
                  </a:lnTo>
                  <a:lnTo>
                    <a:pt x="3247873" y="1403488"/>
                  </a:lnTo>
                  <a:lnTo>
                    <a:pt x="3247966" y="1403488"/>
                  </a:lnTo>
                  <a:lnTo>
                    <a:pt x="3248060" y="1403488"/>
                  </a:lnTo>
                  <a:lnTo>
                    <a:pt x="3248153" y="1403488"/>
                  </a:lnTo>
                  <a:lnTo>
                    <a:pt x="3248246" y="1403488"/>
                  </a:lnTo>
                  <a:lnTo>
                    <a:pt x="3248339" y="1403488"/>
                  </a:lnTo>
                  <a:lnTo>
                    <a:pt x="3248433" y="1403488"/>
                  </a:lnTo>
                  <a:lnTo>
                    <a:pt x="3248526" y="1403488"/>
                  </a:lnTo>
                  <a:lnTo>
                    <a:pt x="3248619" y="1403488"/>
                  </a:lnTo>
                  <a:lnTo>
                    <a:pt x="3248712" y="1403488"/>
                  </a:lnTo>
                  <a:lnTo>
                    <a:pt x="3248806" y="1403488"/>
                  </a:lnTo>
                  <a:lnTo>
                    <a:pt x="3248899" y="1403488"/>
                  </a:lnTo>
                  <a:lnTo>
                    <a:pt x="3248992" y="1403488"/>
                  </a:lnTo>
                  <a:lnTo>
                    <a:pt x="3249085" y="1403488"/>
                  </a:lnTo>
                  <a:lnTo>
                    <a:pt x="3249179" y="1403488"/>
                  </a:lnTo>
                  <a:lnTo>
                    <a:pt x="3249272" y="1403488"/>
                  </a:lnTo>
                  <a:lnTo>
                    <a:pt x="3249365" y="1403488"/>
                  </a:lnTo>
                  <a:lnTo>
                    <a:pt x="3249458" y="1403488"/>
                  </a:lnTo>
                  <a:lnTo>
                    <a:pt x="3249552" y="1403488"/>
                  </a:lnTo>
                  <a:lnTo>
                    <a:pt x="3249645" y="1403488"/>
                  </a:lnTo>
                  <a:lnTo>
                    <a:pt x="3249738" y="1403488"/>
                  </a:lnTo>
                  <a:lnTo>
                    <a:pt x="3249831" y="1403488"/>
                  </a:lnTo>
                  <a:lnTo>
                    <a:pt x="3249925" y="1403488"/>
                  </a:lnTo>
                  <a:lnTo>
                    <a:pt x="3250018" y="1403488"/>
                  </a:lnTo>
                  <a:lnTo>
                    <a:pt x="3250111" y="1403488"/>
                  </a:lnTo>
                  <a:lnTo>
                    <a:pt x="3250204" y="1403488"/>
                  </a:lnTo>
                  <a:lnTo>
                    <a:pt x="3250298" y="1403488"/>
                  </a:lnTo>
                  <a:lnTo>
                    <a:pt x="3250391" y="1403488"/>
                  </a:lnTo>
                  <a:lnTo>
                    <a:pt x="3250484" y="1403488"/>
                  </a:lnTo>
                  <a:lnTo>
                    <a:pt x="3250577" y="1403488"/>
                  </a:lnTo>
                  <a:lnTo>
                    <a:pt x="3250671" y="1403488"/>
                  </a:lnTo>
                  <a:lnTo>
                    <a:pt x="3250764" y="1403488"/>
                  </a:lnTo>
                  <a:lnTo>
                    <a:pt x="3250857" y="1403488"/>
                  </a:lnTo>
                  <a:lnTo>
                    <a:pt x="3250950" y="1403488"/>
                  </a:lnTo>
                  <a:lnTo>
                    <a:pt x="3251044" y="1403488"/>
                  </a:lnTo>
                  <a:lnTo>
                    <a:pt x="3251137" y="1403488"/>
                  </a:lnTo>
                  <a:lnTo>
                    <a:pt x="3251230" y="1403488"/>
                  </a:lnTo>
                  <a:lnTo>
                    <a:pt x="3251323" y="1403488"/>
                  </a:lnTo>
                  <a:lnTo>
                    <a:pt x="3251417" y="1403488"/>
                  </a:lnTo>
                  <a:lnTo>
                    <a:pt x="3251510" y="1403488"/>
                  </a:lnTo>
                  <a:lnTo>
                    <a:pt x="3251603" y="1403488"/>
                  </a:lnTo>
                  <a:lnTo>
                    <a:pt x="3251696" y="1403488"/>
                  </a:lnTo>
                  <a:lnTo>
                    <a:pt x="3251790" y="1403488"/>
                  </a:lnTo>
                  <a:lnTo>
                    <a:pt x="3251883" y="1403488"/>
                  </a:lnTo>
                  <a:lnTo>
                    <a:pt x="3251976" y="1403488"/>
                  </a:lnTo>
                  <a:lnTo>
                    <a:pt x="3252069" y="1403488"/>
                  </a:lnTo>
                  <a:lnTo>
                    <a:pt x="3252163" y="1403488"/>
                  </a:lnTo>
                  <a:lnTo>
                    <a:pt x="3252256" y="1403488"/>
                  </a:lnTo>
                  <a:lnTo>
                    <a:pt x="3252349" y="1403488"/>
                  </a:lnTo>
                  <a:lnTo>
                    <a:pt x="3252442" y="1403488"/>
                  </a:lnTo>
                  <a:lnTo>
                    <a:pt x="3252536" y="1403488"/>
                  </a:lnTo>
                  <a:lnTo>
                    <a:pt x="3252629" y="1403488"/>
                  </a:lnTo>
                  <a:lnTo>
                    <a:pt x="3252722" y="1403488"/>
                  </a:lnTo>
                  <a:lnTo>
                    <a:pt x="3252815" y="1403488"/>
                  </a:lnTo>
                  <a:lnTo>
                    <a:pt x="3252909" y="1403488"/>
                  </a:lnTo>
                  <a:lnTo>
                    <a:pt x="3253002" y="1403488"/>
                  </a:lnTo>
                  <a:lnTo>
                    <a:pt x="3253095" y="1403488"/>
                  </a:lnTo>
                  <a:lnTo>
                    <a:pt x="3253188" y="1403488"/>
                  </a:lnTo>
                  <a:lnTo>
                    <a:pt x="3253282" y="1403488"/>
                  </a:lnTo>
                  <a:lnTo>
                    <a:pt x="3253375" y="1403488"/>
                  </a:lnTo>
                  <a:lnTo>
                    <a:pt x="3253468" y="1403488"/>
                  </a:lnTo>
                  <a:lnTo>
                    <a:pt x="3253561" y="1403488"/>
                  </a:lnTo>
                  <a:lnTo>
                    <a:pt x="3253655" y="1403488"/>
                  </a:lnTo>
                  <a:lnTo>
                    <a:pt x="3253748" y="1403488"/>
                  </a:lnTo>
                  <a:lnTo>
                    <a:pt x="3253841" y="1403488"/>
                  </a:lnTo>
                  <a:lnTo>
                    <a:pt x="3253934" y="1403488"/>
                  </a:lnTo>
                  <a:lnTo>
                    <a:pt x="3254027" y="1403488"/>
                  </a:lnTo>
                  <a:lnTo>
                    <a:pt x="3254121" y="1403488"/>
                  </a:lnTo>
                  <a:lnTo>
                    <a:pt x="3254214" y="1403488"/>
                  </a:lnTo>
                  <a:lnTo>
                    <a:pt x="3254307" y="1403488"/>
                  </a:lnTo>
                  <a:lnTo>
                    <a:pt x="3254400" y="1403488"/>
                  </a:lnTo>
                  <a:lnTo>
                    <a:pt x="3254494" y="1403488"/>
                  </a:lnTo>
                  <a:lnTo>
                    <a:pt x="3254587" y="1403488"/>
                  </a:lnTo>
                  <a:lnTo>
                    <a:pt x="3254680" y="1403488"/>
                  </a:lnTo>
                  <a:lnTo>
                    <a:pt x="3254773" y="1403488"/>
                  </a:lnTo>
                  <a:lnTo>
                    <a:pt x="3254867" y="1403488"/>
                  </a:lnTo>
                  <a:lnTo>
                    <a:pt x="3254960" y="1403488"/>
                  </a:lnTo>
                  <a:lnTo>
                    <a:pt x="3255053" y="1403488"/>
                  </a:lnTo>
                  <a:lnTo>
                    <a:pt x="3255146" y="1403488"/>
                  </a:lnTo>
                  <a:lnTo>
                    <a:pt x="3255240" y="1403488"/>
                  </a:lnTo>
                  <a:lnTo>
                    <a:pt x="3255333" y="1403488"/>
                  </a:lnTo>
                  <a:lnTo>
                    <a:pt x="3255426" y="1403488"/>
                  </a:lnTo>
                  <a:lnTo>
                    <a:pt x="3255519" y="1403488"/>
                  </a:lnTo>
                  <a:lnTo>
                    <a:pt x="3255613" y="1403488"/>
                  </a:lnTo>
                  <a:lnTo>
                    <a:pt x="3255706" y="1403488"/>
                  </a:lnTo>
                  <a:lnTo>
                    <a:pt x="3255799" y="1403488"/>
                  </a:lnTo>
                  <a:lnTo>
                    <a:pt x="3255892" y="1403488"/>
                  </a:lnTo>
                  <a:lnTo>
                    <a:pt x="3255986" y="1403488"/>
                  </a:lnTo>
                  <a:lnTo>
                    <a:pt x="3256079" y="1403488"/>
                  </a:lnTo>
                  <a:lnTo>
                    <a:pt x="3256172" y="1403488"/>
                  </a:lnTo>
                  <a:lnTo>
                    <a:pt x="3256265" y="1403488"/>
                  </a:lnTo>
                  <a:lnTo>
                    <a:pt x="3256359" y="1403488"/>
                  </a:lnTo>
                  <a:lnTo>
                    <a:pt x="3256452" y="1403488"/>
                  </a:lnTo>
                  <a:lnTo>
                    <a:pt x="3256545" y="1403488"/>
                  </a:lnTo>
                  <a:lnTo>
                    <a:pt x="3256638" y="1403488"/>
                  </a:lnTo>
                  <a:lnTo>
                    <a:pt x="3256732" y="1403488"/>
                  </a:lnTo>
                  <a:lnTo>
                    <a:pt x="3256825" y="1403488"/>
                  </a:lnTo>
                  <a:lnTo>
                    <a:pt x="3256918" y="1403488"/>
                  </a:lnTo>
                  <a:lnTo>
                    <a:pt x="3257011" y="1403488"/>
                  </a:lnTo>
                  <a:lnTo>
                    <a:pt x="3257105" y="1403488"/>
                  </a:lnTo>
                  <a:lnTo>
                    <a:pt x="3257198" y="1403488"/>
                  </a:lnTo>
                  <a:lnTo>
                    <a:pt x="3257291" y="1403488"/>
                  </a:lnTo>
                  <a:lnTo>
                    <a:pt x="3257384" y="1403488"/>
                  </a:lnTo>
                  <a:lnTo>
                    <a:pt x="3257478" y="1403488"/>
                  </a:lnTo>
                  <a:lnTo>
                    <a:pt x="3257571" y="1403488"/>
                  </a:lnTo>
                  <a:lnTo>
                    <a:pt x="3257664" y="1403488"/>
                  </a:lnTo>
                  <a:lnTo>
                    <a:pt x="3257757" y="1403488"/>
                  </a:lnTo>
                  <a:lnTo>
                    <a:pt x="3257851" y="1403488"/>
                  </a:lnTo>
                  <a:lnTo>
                    <a:pt x="3257944" y="1403488"/>
                  </a:lnTo>
                  <a:lnTo>
                    <a:pt x="3258037" y="1403488"/>
                  </a:lnTo>
                  <a:lnTo>
                    <a:pt x="3258130" y="1403488"/>
                  </a:lnTo>
                  <a:lnTo>
                    <a:pt x="3258224" y="1403488"/>
                  </a:lnTo>
                  <a:lnTo>
                    <a:pt x="3258317" y="1403488"/>
                  </a:lnTo>
                  <a:lnTo>
                    <a:pt x="3258410" y="1403488"/>
                  </a:lnTo>
                  <a:lnTo>
                    <a:pt x="3258503" y="1403488"/>
                  </a:lnTo>
                  <a:lnTo>
                    <a:pt x="3258597" y="1403488"/>
                  </a:lnTo>
                  <a:lnTo>
                    <a:pt x="3258690" y="1403488"/>
                  </a:lnTo>
                  <a:lnTo>
                    <a:pt x="3258783" y="1403488"/>
                  </a:lnTo>
                  <a:lnTo>
                    <a:pt x="3258876" y="1403488"/>
                  </a:lnTo>
                  <a:lnTo>
                    <a:pt x="3258970" y="1403488"/>
                  </a:lnTo>
                  <a:lnTo>
                    <a:pt x="3259063" y="1403488"/>
                  </a:lnTo>
                  <a:lnTo>
                    <a:pt x="3259156" y="1403488"/>
                  </a:lnTo>
                  <a:lnTo>
                    <a:pt x="3259249" y="1403488"/>
                  </a:lnTo>
                  <a:lnTo>
                    <a:pt x="3259343" y="1403488"/>
                  </a:lnTo>
                  <a:lnTo>
                    <a:pt x="3259436" y="1403488"/>
                  </a:lnTo>
                  <a:lnTo>
                    <a:pt x="3259529" y="1403488"/>
                  </a:lnTo>
                  <a:lnTo>
                    <a:pt x="3259622" y="1403488"/>
                  </a:lnTo>
                  <a:lnTo>
                    <a:pt x="3259716" y="1403488"/>
                  </a:lnTo>
                  <a:lnTo>
                    <a:pt x="3259809" y="1403488"/>
                  </a:lnTo>
                  <a:lnTo>
                    <a:pt x="3259902" y="1403488"/>
                  </a:lnTo>
                  <a:lnTo>
                    <a:pt x="3259995" y="1403488"/>
                  </a:lnTo>
                  <a:lnTo>
                    <a:pt x="3260089" y="1403488"/>
                  </a:lnTo>
                  <a:lnTo>
                    <a:pt x="3260182" y="1403488"/>
                  </a:lnTo>
                  <a:lnTo>
                    <a:pt x="3260275" y="1403488"/>
                  </a:lnTo>
                  <a:lnTo>
                    <a:pt x="3260368" y="1403488"/>
                  </a:lnTo>
                  <a:lnTo>
                    <a:pt x="3260462" y="1403488"/>
                  </a:lnTo>
                  <a:lnTo>
                    <a:pt x="3260555" y="1403488"/>
                  </a:lnTo>
                  <a:lnTo>
                    <a:pt x="3260648" y="1403488"/>
                  </a:lnTo>
                  <a:lnTo>
                    <a:pt x="3260741" y="1403488"/>
                  </a:lnTo>
                  <a:lnTo>
                    <a:pt x="3260834" y="1403488"/>
                  </a:lnTo>
                  <a:lnTo>
                    <a:pt x="3260928" y="1403488"/>
                  </a:lnTo>
                  <a:lnTo>
                    <a:pt x="3261021" y="1403488"/>
                  </a:lnTo>
                  <a:lnTo>
                    <a:pt x="3261114" y="1403488"/>
                  </a:lnTo>
                  <a:lnTo>
                    <a:pt x="3261207" y="1403488"/>
                  </a:lnTo>
                  <a:lnTo>
                    <a:pt x="3261301" y="1403488"/>
                  </a:lnTo>
                  <a:lnTo>
                    <a:pt x="3261394" y="1403488"/>
                  </a:lnTo>
                  <a:lnTo>
                    <a:pt x="3261487" y="1403488"/>
                  </a:lnTo>
                  <a:lnTo>
                    <a:pt x="3261580" y="1403488"/>
                  </a:lnTo>
                  <a:lnTo>
                    <a:pt x="3261674" y="1403488"/>
                  </a:lnTo>
                  <a:lnTo>
                    <a:pt x="3261767" y="1403488"/>
                  </a:lnTo>
                  <a:lnTo>
                    <a:pt x="3261860" y="1403488"/>
                  </a:lnTo>
                  <a:lnTo>
                    <a:pt x="3261953" y="1403488"/>
                  </a:lnTo>
                  <a:lnTo>
                    <a:pt x="3262047" y="1403488"/>
                  </a:lnTo>
                  <a:lnTo>
                    <a:pt x="3262140" y="1403488"/>
                  </a:lnTo>
                  <a:lnTo>
                    <a:pt x="3262233" y="1403488"/>
                  </a:lnTo>
                  <a:lnTo>
                    <a:pt x="3262326" y="1403488"/>
                  </a:lnTo>
                  <a:lnTo>
                    <a:pt x="3262420" y="1403488"/>
                  </a:lnTo>
                  <a:lnTo>
                    <a:pt x="3262513" y="1403488"/>
                  </a:lnTo>
                  <a:lnTo>
                    <a:pt x="3262606" y="1403488"/>
                  </a:lnTo>
                  <a:lnTo>
                    <a:pt x="3262699" y="1403488"/>
                  </a:lnTo>
                  <a:lnTo>
                    <a:pt x="3262793" y="1403488"/>
                  </a:lnTo>
                  <a:lnTo>
                    <a:pt x="3262886" y="1403488"/>
                  </a:lnTo>
                  <a:lnTo>
                    <a:pt x="3262979" y="1403488"/>
                  </a:lnTo>
                  <a:lnTo>
                    <a:pt x="3263072" y="1403488"/>
                  </a:lnTo>
                  <a:lnTo>
                    <a:pt x="3263166" y="1403488"/>
                  </a:lnTo>
                  <a:lnTo>
                    <a:pt x="3263259" y="1403488"/>
                  </a:lnTo>
                  <a:lnTo>
                    <a:pt x="3263352" y="1403488"/>
                  </a:lnTo>
                  <a:lnTo>
                    <a:pt x="3263445" y="1403488"/>
                  </a:lnTo>
                  <a:lnTo>
                    <a:pt x="3263539" y="1403488"/>
                  </a:lnTo>
                  <a:lnTo>
                    <a:pt x="3263632" y="1403488"/>
                  </a:lnTo>
                  <a:lnTo>
                    <a:pt x="3263725" y="1403488"/>
                  </a:lnTo>
                  <a:lnTo>
                    <a:pt x="3263818" y="1403488"/>
                  </a:lnTo>
                  <a:lnTo>
                    <a:pt x="3263912" y="1403488"/>
                  </a:lnTo>
                  <a:lnTo>
                    <a:pt x="3264005" y="1403488"/>
                  </a:lnTo>
                  <a:lnTo>
                    <a:pt x="3264098" y="1403488"/>
                  </a:lnTo>
                  <a:lnTo>
                    <a:pt x="3264191" y="1403488"/>
                  </a:lnTo>
                  <a:lnTo>
                    <a:pt x="3264285" y="1403488"/>
                  </a:lnTo>
                  <a:lnTo>
                    <a:pt x="3264378" y="1403488"/>
                  </a:lnTo>
                  <a:lnTo>
                    <a:pt x="3264378" y="1393535"/>
                  </a:lnTo>
                  <a:lnTo>
                    <a:pt x="3264471" y="1393535"/>
                  </a:lnTo>
                  <a:lnTo>
                    <a:pt x="3264564" y="1393535"/>
                  </a:lnTo>
                  <a:lnTo>
                    <a:pt x="3264658" y="1393535"/>
                  </a:lnTo>
                  <a:lnTo>
                    <a:pt x="3264751" y="1393535"/>
                  </a:lnTo>
                  <a:lnTo>
                    <a:pt x="3264844" y="1393535"/>
                  </a:lnTo>
                  <a:lnTo>
                    <a:pt x="3264937" y="1393535"/>
                  </a:lnTo>
                  <a:lnTo>
                    <a:pt x="3265031" y="1393535"/>
                  </a:lnTo>
                  <a:lnTo>
                    <a:pt x="3265124" y="1393535"/>
                  </a:lnTo>
                  <a:lnTo>
                    <a:pt x="3265217" y="1393535"/>
                  </a:lnTo>
                  <a:lnTo>
                    <a:pt x="3265310" y="1393535"/>
                  </a:lnTo>
                  <a:lnTo>
                    <a:pt x="3265404" y="1393535"/>
                  </a:lnTo>
                  <a:lnTo>
                    <a:pt x="3265497" y="1393535"/>
                  </a:lnTo>
                  <a:lnTo>
                    <a:pt x="3265590" y="1393535"/>
                  </a:lnTo>
                  <a:lnTo>
                    <a:pt x="3265683" y="1393535"/>
                  </a:lnTo>
                  <a:lnTo>
                    <a:pt x="3265683" y="1383581"/>
                  </a:lnTo>
                  <a:lnTo>
                    <a:pt x="3265777" y="1383581"/>
                  </a:lnTo>
                  <a:lnTo>
                    <a:pt x="3265870" y="1383581"/>
                  </a:lnTo>
                  <a:lnTo>
                    <a:pt x="3265963" y="1383581"/>
                  </a:lnTo>
                  <a:lnTo>
                    <a:pt x="3266056" y="1383581"/>
                  </a:lnTo>
                  <a:lnTo>
                    <a:pt x="3266150" y="1383581"/>
                  </a:lnTo>
                  <a:lnTo>
                    <a:pt x="3266243" y="1383581"/>
                  </a:lnTo>
                  <a:lnTo>
                    <a:pt x="3266336" y="1383581"/>
                  </a:lnTo>
                  <a:lnTo>
                    <a:pt x="3266429" y="1383581"/>
                  </a:lnTo>
                  <a:lnTo>
                    <a:pt x="3266523" y="1383581"/>
                  </a:lnTo>
                  <a:lnTo>
                    <a:pt x="3266616" y="1383581"/>
                  </a:lnTo>
                  <a:lnTo>
                    <a:pt x="3266709" y="1383581"/>
                  </a:lnTo>
                  <a:lnTo>
                    <a:pt x="3266802" y="1383581"/>
                  </a:lnTo>
                  <a:lnTo>
                    <a:pt x="3266896" y="1383581"/>
                  </a:lnTo>
                  <a:lnTo>
                    <a:pt x="3266989" y="1383581"/>
                  </a:lnTo>
                  <a:lnTo>
                    <a:pt x="3267082" y="1383581"/>
                  </a:lnTo>
                  <a:lnTo>
                    <a:pt x="3267175" y="1383581"/>
                  </a:lnTo>
                  <a:lnTo>
                    <a:pt x="3267269" y="1383581"/>
                  </a:lnTo>
                  <a:lnTo>
                    <a:pt x="3267362" y="1383581"/>
                  </a:lnTo>
                  <a:lnTo>
                    <a:pt x="3267455" y="1383581"/>
                  </a:lnTo>
                  <a:lnTo>
                    <a:pt x="3267548" y="1383581"/>
                  </a:lnTo>
                  <a:lnTo>
                    <a:pt x="3267642" y="1383581"/>
                  </a:lnTo>
                  <a:lnTo>
                    <a:pt x="3267735" y="1383581"/>
                  </a:lnTo>
                  <a:lnTo>
                    <a:pt x="3267828" y="1383581"/>
                  </a:lnTo>
                  <a:lnTo>
                    <a:pt x="3267921" y="1383581"/>
                  </a:lnTo>
                  <a:lnTo>
                    <a:pt x="3268014" y="1383581"/>
                  </a:lnTo>
                  <a:lnTo>
                    <a:pt x="3268108" y="1383581"/>
                  </a:lnTo>
                  <a:lnTo>
                    <a:pt x="3268201" y="1383581"/>
                  </a:lnTo>
                  <a:lnTo>
                    <a:pt x="3268294" y="1383581"/>
                  </a:lnTo>
                  <a:lnTo>
                    <a:pt x="3268387" y="1383581"/>
                  </a:lnTo>
                  <a:lnTo>
                    <a:pt x="3268481" y="1383581"/>
                  </a:lnTo>
                  <a:lnTo>
                    <a:pt x="3268574" y="1383581"/>
                  </a:lnTo>
                  <a:lnTo>
                    <a:pt x="3268667" y="1383581"/>
                  </a:lnTo>
                  <a:lnTo>
                    <a:pt x="3268760" y="1383581"/>
                  </a:lnTo>
                  <a:lnTo>
                    <a:pt x="3268854" y="1383581"/>
                  </a:lnTo>
                  <a:lnTo>
                    <a:pt x="3268854" y="1373627"/>
                  </a:lnTo>
                  <a:lnTo>
                    <a:pt x="3268947" y="1373627"/>
                  </a:lnTo>
                  <a:lnTo>
                    <a:pt x="3269040" y="1373627"/>
                  </a:lnTo>
                  <a:lnTo>
                    <a:pt x="3269133" y="1373627"/>
                  </a:lnTo>
                  <a:lnTo>
                    <a:pt x="3269227" y="1373627"/>
                  </a:lnTo>
                  <a:lnTo>
                    <a:pt x="3269320" y="1373627"/>
                  </a:lnTo>
                  <a:lnTo>
                    <a:pt x="3269413" y="1373627"/>
                  </a:lnTo>
                  <a:lnTo>
                    <a:pt x="3269506" y="1373627"/>
                  </a:lnTo>
                  <a:lnTo>
                    <a:pt x="3269600" y="1373627"/>
                  </a:lnTo>
                  <a:lnTo>
                    <a:pt x="3269693" y="1373627"/>
                  </a:lnTo>
                  <a:lnTo>
                    <a:pt x="3269786" y="1373627"/>
                  </a:lnTo>
                  <a:lnTo>
                    <a:pt x="3269879" y="1373627"/>
                  </a:lnTo>
                  <a:lnTo>
                    <a:pt x="3269973" y="1373627"/>
                  </a:lnTo>
                  <a:lnTo>
                    <a:pt x="3270066" y="1373627"/>
                  </a:lnTo>
                  <a:lnTo>
                    <a:pt x="3270159" y="1373627"/>
                  </a:lnTo>
                  <a:lnTo>
                    <a:pt x="3270252" y="1373627"/>
                  </a:lnTo>
                  <a:lnTo>
                    <a:pt x="3270346" y="1373627"/>
                  </a:lnTo>
                  <a:lnTo>
                    <a:pt x="3270439" y="1373627"/>
                  </a:lnTo>
                  <a:lnTo>
                    <a:pt x="3270532" y="1373627"/>
                  </a:lnTo>
                  <a:lnTo>
                    <a:pt x="3270625" y="1373627"/>
                  </a:lnTo>
                  <a:lnTo>
                    <a:pt x="3270719" y="1373627"/>
                  </a:lnTo>
                  <a:lnTo>
                    <a:pt x="3270812" y="1373627"/>
                  </a:lnTo>
                  <a:lnTo>
                    <a:pt x="3270905" y="1373627"/>
                  </a:lnTo>
                  <a:lnTo>
                    <a:pt x="3270998" y="1373627"/>
                  </a:lnTo>
                  <a:lnTo>
                    <a:pt x="3271092" y="1373627"/>
                  </a:lnTo>
                  <a:lnTo>
                    <a:pt x="3271185" y="1373627"/>
                  </a:lnTo>
                  <a:lnTo>
                    <a:pt x="3271278" y="1373627"/>
                  </a:lnTo>
                  <a:lnTo>
                    <a:pt x="3271371" y="1373627"/>
                  </a:lnTo>
                  <a:lnTo>
                    <a:pt x="3271465" y="1373627"/>
                  </a:lnTo>
                  <a:lnTo>
                    <a:pt x="3271558" y="1373627"/>
                  </a:lnTo>
                  <a:lnTo>
                    <a:pt x="3271651" y="1373627"/>
                  </a:lnTo>
                  <a:lnTo>
                    <a:pt x="3271744" y="1373627"/>
                  </a:lnTo>
                  <a:lnTo>
                    <a:pt x="3271838" y="1373627"/>
                  </a:lnTo>
                  <a:lnTo>
                    <a:pt x="3271931" y="1373627"/>
                  </a:lnTo>
                  <a:lnTo>
                    <a:pt x="3272024" y="1373627"/>
                  </a:lnTo>
                  <a:lnTo>
                    <a:pt x="3272117" y="1373627"/>
                  </a:lnTo>
                  <a:lnTo>
                    <a:pt x="3272211" y="1373627"/>
                  </a:lnTo>
                  <a:lnTo>
                    <a:pt x="3272304" y="1373627"/>
                  </a:lnTo>
                  <a:lnTo>
                    <a:pt x="3272397" y="1373627"/>
                  </a:lnTo>
                  <a:lnTo>
                    <a:pt x="3272490" y="1373627"/>
                  </a:lnTo>
                  <a:lnTo>
                    <a:pt x="3272584" y="1373627"/>
                  </a:lnTo>
                  <a:lnTo>
                    <a:pt x="3272677" y="1373627"/>
                  </a:lnTo>
                  <a:lnTo>
                    <a:pt x="3272770" y="1373627"/>
                  </a:lnTo>
                  <a:lnTo>
                    <a:pt x="3272863" y="1373627"/>
                  </a:lnTo>
                  <a:lnTo>
                    <a:pt x="3272957" y="1373627"/>
                  </a:lnTo>
                  <a:lnTo>
                    <a:pt x="3273050" y="1373627"/>
                  </a:lnTo>
                  <a:lnTo>
                    <a:pt x="3273143" y="1373627"/>
                  </a:lnTo>
                  <a:lnTo>
                    <a:pt x="3273236" y="1373627"/>
                  </a:lnTo>
                  <a:lnTo>
                    <a:pt x="3273330" y="1373627"/>
                  </a:lnTo>
                  <a:lnTo>
                    <a:pt x="3273423" y="1373627"/>
                  </a:lnTo>
                  <a:lnTo>
                    <a:pt x="3273516" y="1373627"/>
                  </a:lnTo>
                  <a:lnTo>
                    <a:pt x="3273609" y="1373627"/>
                  </a:lnTo>
                  <a:lnTo>
                    <a:pt x="3273703" y="1373627"/>
                  </a:lnTo>
                  <a:lnTo>
                    <a:pt x="3273796" y="1373627"/>
                  </a:lnTo>
                  <a:lnTo>
                    <a:pt x="3273889" y="1373627"/>
                  </a:lnTo>
                  <a:lnTo>
                    <a:pt x="3273982" y="1373627"/>
                  </a:lnTo>
                  <a:lnTo>
                    <a:pt x="3274076" y="1373627"/>
                  </a:lnTo>
                  <a:lnTo>
                    <a:pt x="3274169" y="1373627"/>
                  </a:lnTo>
                  <a:lnTo>
                    <a:pt x="3274262" y="1373627"/>
                  </a:lnTo>
                  <a:lnTo>
                    <a:pt x="3274355" y="1373627"/>
                  </a:lnTo>
                  <a:lnTo>
                    <a:pt x="3274449" y="1373627"/>
                  </a:lnTo>
                  <a:lnTo>
                    <a:pt x="3274542" y="1373627"/>
                  </a:lnTo>
                  <a:lnTo>
                    <a:pt x="3274635" y="1373627"/>
                  </a:lnTo>
                  <a:lnTo>
                    <a:pt x="3274728" y="1373627"/>
                  </a:lnTo>
                  <a:lnTo>
                    <a:pt x="3274821" y="1373627"/>
                  </a:lnTo>
                  <a:lnTo>
                    <a:pt x="3274915" y="1373627"/>
                  </a:lnTo>
                  <a:lnTo>
                    <a:pt x="3275008" y="1373627"/>
                  </a:lnTo>
                  <a:lnTo>
                    <a:pt x="3275101" y="1373627"/>
                  </a:lnTo>
                  <a:lnTo>
                    <a:pt x="3275194" y="1373627"/>
                  </a:lnTo>
                  <a:lnTo>
                    <a:pt x="3275288" y="1373627"/>
                  </a:lnTo>
                  <a:lnTo>
                    <a:pt x="3275381" y="1373627"/>
                  </a:lnTo>
                  <a:lnTo>
                    <a:pt x="3275474" y="1373627"/>
                  </a:lnTo>
                  <a:lnTo>
                    <a:pt x="3275567" y="1373627"/>
                  </a:lnTo>
                  <a:lnTo>
                    <a:pt x="3275661" y="1373627"/>
                  </a:lnTo>
                  <a:lnTo>
                    <a:pt x="3275754" y="1373627"/>
                  </a:lnTo>
                  <a:lnTo>
                    <a:pt x="3275847" y="1373627"/>
                  </a:lnTo>
                  <a:lnTo>
                    <a:pt x="3275940" y="1373627"/>
                  </a:lnTo>
                  <a:lnTo>
                    <a:pt x="3276034" y="1373627"/>
                  </a:lnTo>
                  <a:lnTo>
                    <a:pt x="3276127" y="1373627"/>
                  </a:lnTo>
                  <a:lnTo>
                    <a:pt x="3276220" y="1373627"/>
                  </a:lnTo>
                  <a:lnTo>
                    <a:pt x="3276313" y="1373627"/>
                  </a:lnTo>
                  <a:lnTo>
                    <a:pt x="3276407" y="1373627"/>
                  </a:lnTo>
                  <a:lnTo>
                    <a:pt x="3276500" y="1373627"/>
                  </a:lnTo>
                  <a:lnTo>
                    <a:pt x="3276593" y="1373627"/>
                  </a:lnTo>
                  <a:lnTo>
                    <a:pt x="3276686" y="1373627"/>
                  </a:lnTo>
                  <a:lnTo>
                    <a:pt x="3276780" y="1373627"/>
                  </a:lnTo>
                  <a:lnTo>
                    <a:pt x="3276873" y="1373627"/>
                  </a:lnTo>
                  <a:lnTo>
                    <a:pt x="3276966" y="1373627"/>
                  </a:lnTo>
                  <a:lnTo>
                    <a:pt x="3277059" y="1373627"/>
                  </a:lnTo>
                  <a:lnTo>
                    <a:pt x="3277153" y="1373627"/>
                  </a:lnTo>
                  <a:lnTo>
                    <a:pt x="3277246" y="1373627"/>
                  </a:lnTo>
                  <a:lnTo>
                    <a:pt x="3277339" y="1373627"/>
                  </a:lnTo>
                  <a:lnTo>
                    <a:pt x="3277432" y="1373627"/>
                  </a:lnTo>
                  <a:lnTo>
                    <a:pt x="3277526" y="1373627"/>
                  </a:lnTo>
                  <a:lnTo>
                    <a:pt x="3277619" y="1373627"/>
                  </a:lnTo>
                  <a:lnTo>
                    <a:pt x="3277712" y="1373627"/>
                  </a:lnTo>
                  <a:lnTo>
                    <a:pt x="3277805" y="1373627"/>
                  </a:lnTo>
                  <a:lnTo>
                    <a:pt x="3277899" y="1373627"/>
                  </a:lnTo>
                  <a:lnTo>
                    <a:pt x="3277992" y="1373627"/>
                  </a:lnTo>
                  <a:lnTo>
                    <a:pt x="3278085" y="1373627"/>
                  </a:lnTo>
                  <a:lnTo>
                    <a:pt x="3278178" y="1373627"/>
                  </a:lnTo>
                  <a:lnTo>
                    <a:pt x="3278272" y="1373627"/>
                  </a:lnTo>
                  <a:lnTo>
                    <a:pt x="3278272" y="1363673"/>
                  </a:lnTo>
                  <a:lnTo>
                    <a:pt x="3278365" y="1363673"/>
                  </a:lnTo>
                  <a:lnTo>
                    <a:pt x="3278458" y="1363673"/>
                  </a:lnTo>
                  <a:lnTo>
                    <a:pt x="3278551" y="1363673"/>
                  </a:lnTo>
                  <a:lnTo>
                    <a:pt x="3278645" y="1363673"/>
                  </a:lnTo>
                  <a:lnTo>
                    <a:pt x="3278738" y="1363673"/>
                  </a:lnTo>
                  <a:lnTo>
                    <a:pt x="3278831" y="1363673"/>
                  </a:lnTo>
                  <a:lnTo>
                    <a:pt x="3278924" y="1363673"/>
                  </a:lnTo>
                  <a:lnTo>
                    <a:pt x="3279018" y="1363673"/>
                  </a:lnTo>
                  <a:lnTo>
                    <a:pt x="3279111" y="1363673"/>
                  </a:lnTo>
                  <a:lnTo>
                    <a:pt x="3279204" y="1363673"/>
                  </a:lnTo>
                  <a:lnTo>
                    <a:pt x="3279297" y="1363673"/>
                  </a:lnTo>
                  <a:lnTo>
                    <a:pt x="3279391" y="1363673"/>
                  </a:lnTo>
                  <a:lnTo>
                    <a:pt x="3279484" y="1363673"/>
                  </a:lnTo>
                  <a:lnTo>
                    <a:pt x="3279577" y="1363673"/>
                  </a:lnTo>
                  <a:lnTo>
                    <a:pt x="3279670" y="1363673"/>
                  </a:lnTo>
                  <a:lnTo>
                    <a:pt x="3279764" y="1363673"/>
                  </a:lnTo>
                  <a:lnTo>
                    <a:pt x="3279857" y="1363673"/>
                  </a:lnTo>
                  <a:lnTo>
                    <a:pt x="3279950" y="1363673"/>
                  </a:lnTo>
                  <a:lnTo>
                    <a:pt x="3280043" y="1363673"/>
                  </a:lnTo>
                  <a:lnTo>
                    <a:pt x="3280137" y="1363673"/>
                  </a:lnTo>
                  <a:lnTo>
                    <a:pt x="3280230" y="1363673"/>
                  </a:lnTo>
                  <a:lnTo>
                    <a:pt x="3280323" y="1363673"/>
                  </a:lnTo>
                  <a:lnTo>
                    <a:pt x="3280416" y="1363673"/>
                  </a:lnTo>
                  <a:lnTo>
                    <a:pt x="3280510" y="1363673"/>
                  </a:lnTo>
                  <a:lnTo>
                    <a:pt x="3280603" y="1363673"/>
                  </a:lnTo>
                  <a:lnTo>
                    <a:pt x="3280696" y="1363673"/>
                  </a:lnTo>
                  <a:lnTo>
                    <a:pt x="3280789" y="1363673"/>
                  </a:lnTo>
                  <a:lnTo>
                    <a:pt x="3280883" y="1363673"/>
                  </a:lnTo>
                  <a:lnTo>
                    <a:pt x="3280976" y="1363673"/>
                  </a:lnTo>
                  <a:lnTo>
                    <a:pt x="3281069" y="1363673"/>
                  </a:lnTo>
                  <a:lnTo>
                    <a:pt x="3281162" y="1363673"/>
                  </a:lnTo>
                  <a:lnTo>
                    <a:pt x="3281256" y="1363673"/>
                  </a:lnTo>
                  <a:lnTo>
                    <a:pt x="3281349" y="1363673"/>
                  </a:lnTo>
                  <a:lnTo>
                    <a:pt x="3281442" y="1363673"/>
                  </a:lnTo>
                  <a:lnTo>
                    <a:pt x="3281535" y="1363673"/>
                  </a:lnTo>
                  <a:lnTo>
                    <a:pt x="3281628" y="1363673"/>
                  </a:lnTo>
                  <a:lnTo>
                    <a:pt x="3281722" y="1363673"/>
                  </a:lnTo>
                  <a:lnTo>
                    <a:pt x="3281815" y="1363673"/>
                  </a:lnTo>
                  <a:lnTo>
                    <a:pt x="3281908" y="1363673"/>
                  </a:lnTo>
                  <a:lnTo>
                    <a:pt x="3282001" y="1363673"/>
                  </a:lnTo>
                  <a:lnTo>
                    <a:pt x="3282095" y="1363673"/>
                  </a:lnTo>
                  <a:lnTo>
                    <a:pt x="3282188" y="1363673"/>
                  </a:lnTo>
                  <a:lnTo>
                    <a:pt x="3282281" y="1363673"/>
                  </a:lnTo>
                  <a:lnTo>
                    <a:pt x="3282374" y="1363673"/>
                  </a:lnTo>
                  <a:lnTo>
                    <a:pt x="3282468" y="1363673"/>
                  </a:lnTo>
                  <a:lnTo>
                    <a:pt x="3282561" y="1363673"/>
                  </a:lnTo>
                  <a:lnTo>
                    <a:pt x="3282654" y="1363673"/>
                  </a:lnTo>
                  <a:lnTo>
                    <a:pt x="3282747" y="1363673"/>
                  </a:lnTo>
                  <a:lnTo>
                    <a:pt x="3282841" y="1363673"/>
                  </a:lnTo>
                  <a:lnTo>
                    <a:pt x="3282934" y="1363673"/>
                  </a:lnTo>
                  <a:lnTo>
                    <a:pt x="3283027" y="1363673"/>
                  </a:lnTo>
                  <a:lnTo>
                    <a:pt x="3283120" y="1363673"/>
                  </a:lnTo>
                  <a:lnTo>
                    <a:pt x="3283214" y="1363673"/>
                  </a:lnTo>
                  <a:lnTo>
                    <a:pt x="3283307" y="1363673"/>
                  </a:lnTo>
                  <a:lnTo>
                    <a:pt x="3283400" y="1363673"/>
                  </a:lnTo>
                  <a:lnTo>
                    <a:pt x="3283493" y="1363673"/>
                  </a:lnTo>
                  <a:lnTo>
                    <a:pt x="3283587" y="1363673"/>
                  </a:lnTo>
                  <a:lnTo>
                    <a:pt x="3283680" y="1363673"/>
                  </a:lnTo>
                  <a:lnTo>
                    <a:pt x="3283773" y="1363673"/>
                  </a:lnTo>
                  <a:lnTo>
                    <a:pt x="3283866" y="1363673"/>
                  </a:lnTo>
                  <a:lnTo>
                    <a:pt x="3283960" y="1363673"/>
                  </a:lnTo>
                  <a:lnTo>
                    <a:pt x="3284053" y="1363673"/>
                  </a:lnTo>
                  <a:lnTo>
                    <a:pt x="3284146" y="1363673"/>
                  </a:lnTo>
                  <a:lnTo>
                    <a:pt x="3284239" y="1363673"/>
                  </a:lnTo>
                  <a:lnTo>
                    <a:pt x="3284333" y="1363673"/>
                  </a:lnTo>
                  <a:lnTo>
                    <a:pt x="3284426" y="1363673"/>
                  </a:lnTo>
                  <a:lnTo>
                    <a:pt x="3284519" y="1363673"/>
                  </a:lnTo>
                  <a:lnTo>
                    <a:pt x="3284612" y="1363673"/>
                  </a:lnTo>
                  <a:lnTo>
                    <a:pt x="3284706" y="1363673"/>
                  </a:lnTo>
                  <a:lnTo>
                    <a:pt x="3284799" y="1363673"/>
                  </a:lnTo>
                  <a:lnTo>
                    <a:pt x="3284892" y="1363673"/>
                  </a:lnTo>
                  <a:lnTo>
                    <a:pt x="3284985" y="1363673"/>
                  </a:lnTo>
                  <a:lnTo>
                    <a:pt x="3285079" y="1363673"/>
                  </a:lnTo>
                  <a:lnTo>
                    <a:pt x="3285172" y="1363673"/>
                  </a:lnTo>
                  <a:lnTo>
                    <a:pt x="3285265" y="1363673"/>
                  </a:lnTo>
                  <a:lnTo>
                    <a:pt x="3285358" y="1363673"/>
                  </a:lnTo>
                  <a:lnTo>
                    <a:pt x="3285452" y="1363673"/>
                  </a:lnTo>
                  <a:lnTo>
                    <a:pt x="3285545" y="1363673"/>
                  </a:lnTo>
                  <a:lnTo>
                    <a:pt x="3285638" y="1363673"/>
                  </a:lnTo>
                  <a:lnTo>
                    <a:pt x="3285731" y="1363673"/>
                  </a:lnTo>
                  <a:lnTo>
                    <a:pt x="3285825" y="1363673"/>
                  </a:lnTo>
                  <a:lnTo>
                    <a:pt x="3285918" y="1363673"/>
                  </a:lnTo>
                  <a:lnTo>
                    <a:pt x="3286011" y="1363673"/>
                  </a:lnTo>
                  <a:lnTo>
                    <a:pt x="3286104" y="1363673"/>
                  </a:lnTo>
                  <a:lnTo>
                    <a:pt x="3286198" y="1363673"/>
                  </a:lnTo>
                  <a:lnTo>
                    <a:pt x="3286291" y="1363673"/>
                  </a:lnTo>
                  <a:lnTo>
                    <a:pt x="3286384" y="1363673"/>
                  </a:lnTo>
                  <a:lnTo>
                    <a:pt x="3286477" y="1363673"/>
                  </a:lnTo>
                  <a:lnTo>
                    <a:pt x="3286571" y="1363673"/>
                  </a:lnTo>
                  <a:lnTo>
                    <a:pt x="3286664" y="1363673"/>
                  </a:lnTo>
                  <a:lnTo>
                    <a:pt x="3286757" y="1363673"/>
                  </a:lnTo>
                  <a:lnTo>
                    <a:pt x="3286850" y="1363673"/>
                  </a:lnTo>
                  <a:lnTo>
                    <a:pt x="3286944" y="1363673"/>
                  </a:lnTo>
                  <a:lnTo>
                    <a:pt x="3287037" y="1363673"/>
                  </a:lnTo>
                  <a:lnTo>
                    <a:pt x="3287130" y="1363673"/>
                  </a:lnTo>
                  <a:lnTo>
                    <a:pt x="3287223" y="1363673"/>
                  </a:lnTo>
                  <a:lnTo>
                    <a:pt x="3287317" y="1363673"/>
                  </a:lnTo>
                  <a:lnTo>
                    <a:pt x="3287410" y="1363673"/>
                  </a:lnTo>
                  <a:lnTo>
                    <a:pt x="3287503" y="1363673"/>
                  </a:lnTo>
                  <a:lnTo>
                    <a:pt x="3287596" y="1363673"/>
                  </a:lnTo>
                  <a:lnTo>
                    <a:pt x="3287690" y="1363673"/>
                  </a:lnTo>
                  <a:lnTo>
                    <a:pt x="3287783" y="1363673"/>
                  </a:lnTo>
                  <a:lnTo>
                    <a:pt x="3287876" y="1363673"/>
                  </a:lnTo>
                  <a:lnTo>
                    <a:pt x="3287969" y="1363673"/>
                  </a:lnTo>
                  <a:lnTo>
                    <a:pt x="3288063" y="1363673"/>
                  </a:lnTo>
                  <a:lnTo>
                    <a:pt x="3288156" y="1363673"/>
                  </a:lnTo>
                  <a:lnTo>
                    <a:pt x="3288249" y="1363673"/>
                  </a:lnTo>
                  <a:lnTo>
                    <a:pt x="3288342" y="1363673"/>
                  </a:lnTo>
                  <a:lnTo>
                    <a:pt x="3288436" y="1363673"/>
                  </a:lnTo>
                  <a:lnTo>
                    <a:pt x="3288529" y="1363673"/>
                  </a:lnTo>
                  <a:lnTo>
                    <a:pt x="3288622" y="1363673"/>
                  </a:lnTo>
                  <a:lnTo>
                    <a:pt x="3288715" y="1363673"/>
                  </a:lnTo>
                  <a:lnTo>
                    <a:pt x="3288808" y="1363673"/>
                  </a:lnTo>
                  <a:lnTo>
                    <a:pt x="3288902" y="1363673"/>
                  </a:lnTo>
                  <a:lnTo>
                    <a:pt x="3288995" y="1363673"/>
                  </a:lnTo>
                  <a:lnTo>
                    <a:pt x="3289088" y="1363673"/>
                  </a:lnTo>
                  <a:lnTo>
                    <a:pt x="3289181" y="1363673"/>
                  </a:lnTo>
                  <a:lnTo>
                    <a:pt x="3289275" y="1363673"/>
                  </a:lnTo>
                  <a:lnTo>
                    <a:pt x="3289368" y="1363673"/>
                  </a:lnTo>
                  <a:lnTo>
                    <a:pt x="3289461" y="1363673"/>
                  </a:lnTo>
                  <a:lnTo>
                    <a:pt x="3289554" y="1363673"/>
                  </a:lnTo>
                  <a:lnTo>
                    <a:pt x="3289648" y="1363673"/>
                  </a:lnTo>
                  <a:lnTo>
                    <a:pt x="3289741" y="1363673"/>
                  </a:lnTo>
                  <a:lnTo>
                    <a:pt x="3289834" y="1363673"/>
                  </a:lnTo>
                  <a:lnTo>
                    <a:pt x="3289927" y="1363673"/>
                  </a:lnTo>
                  <a:lnTo>
                    <a:pt x="3290021" y="1363673"/>
                  </a:lnTo>
                  <a:lnTo>
                    <a:pt x="3290114" y="1363673"/>
                  </a:lnTo>
                  <a:lnTo>
                    <a:pt x="3290207" y="1363673"/>
                  </a:lnTo>
                  <a:lnTo>
                    <a:pt x="3290300" y="1363673"/>
                  </a:lnTo>
                  <a:lnTo>
                    <a:pt x="3290394" y="1363673"/>
                  </a:lnTo>
                  <a:lnTo>
                    <a:pt x="3290487" y="1363673"/>
                  </a:lnTo>
                  <a:lnTo>
                    <a:pt x="3290580" y="1363673"/>
                  </a:lnTo>
                  <a:lnTo>
                    <a:pt x="3290673" y="1363673"/>
                  </a:lnTo>
                  <a:lnTo>
                    <a:pt x="3290767" y="1363673"/>
                  </a:lnTo>
                  <a:lnTo>
                    <a:pt x="3290860" y="1363673"/>
                  </a:lnTo>
                  <a:lnTo>
                    <a:pt x="3290953" y="1363673"/>
                  </a:lnTo>
                  <a:lnTo>
                    <a:pt x="3291046" y="1363673"/>
                  </a:lnTo>
                  <a:lnTo>
                    <a:pt x="3291140" y="1363673"/>
                  </a:lnTo>
                  <a:lnTo>
                    <a:pt x="3291233" y="1363673"/>
                  </a:lnTo>
                  <a:lnTo>
                    <a:pt x="3291326" y="1363673"/>
                  </a:lnTo>
                  <a:lnTo>
                    <a:pt x="3291419" y="1363673"/>
                  </a:lnTo>
                  <a:lnTo>
                    <a:pt x="3291513" y="1363673"/>
                  </a:lnTo>
                  <a:lnTo>
                    <a:pt x="3291606" y="1363673"/>
                  </a:lnTo>
                  <a:lnTo>
                    <a:pt x="3291699" y="1363673"/>
                  </a:lnTo>
                  <a:lnTo>
                    <a:pt x="3291792" y="1363673"/>
                  </a:lnTo>
                  <a:lnTo>
                    <a:pt x="3291886" y="1363673"/>
                  </a:lnTo>
                  <a:lnTo>
                    <a:pt x="3291979" y="1363673"/>
                  </a:lnTo>
                  <a:lnTo>
                    <a:pt x="3292072" y="1363673"/>
                  </a:lnTo>
                  <a:lnTo>
                    <a:pt x="3292165" y="1363673"/>
                  </a:lnTo>
                  <a:lnTo>
                    <a:pt x="3292259" y="1363673"/>
                  </a:lnTo>
                  <a:lnTo>
                    <a:pt x="3292352" y="1363673"/>
                  </a:lnTo>
                  <a:lnTo>
                    <a:pt x="3292445" y="1363673"/>
                  </a:lnTo>
                  <a:lnTo>
                    <a:pt x="3292445" y="1353719"/>
                  </a:lnTo>
                  <a:lnTo>
                    <a:pt x="3292538" y="1353719"/>
                  </a:lnTo>
                  <a:lnTo>
                    <a:pt x="3292632" y="1353719"/>
                  </a:lnTo>
                  <a:lnTo>
                    <a:pt x="3292725" y="1353719"/>
                  </a:lnTo>
                  <a:lnTo>
                    <a:pt x="3292818" y="1353719"/>
                  </a:lnTo>
                  <a:lnTo>
                    <a:pt x="3292911" y="1353719"/>
                  </a:lnTo>
                  <a:lnTo>
                    <a:pt x="3293005" y="1353719"/>
                  </a:lnTo>
                  <a:lnTo>
                    <a:pt x="3293098" y="1353719"/>
                  </a:lnTo>
                  <a:lnTo>
                    <a:pt x="3293191" y="1353719"/>
                  </a:lnTo>
                  <a:lnTo>
                    <a:pt x="3293191" y="1343766"/>
                  </a:lnTo>
                  <a:lnTo>
                    <a:pt x="3293284" y="1343766"/>
                  </a:lnTo>
                  <a:lnTo>
                    <a:pt x="3293378" y="1343766"/>
                  </a:lnTo>
                  <a:lnTo>
                    <a:pt x="3293471" y="1343766"/>
                  </a:lnTo>
                  <a:lnTo>
                    <a:pt x="3293564" y="1343766"/>
                  </a:lnTo>
                  <a:lnTo>
                    <a:pt x="3293657" y="1343766"/>
                  </a:lnTo>
                  <a:lnTo>
                    <a:pt x="3293751" y="1343766"/>
                  </a:lnTo>
                  <a:lnTo>
                    <a:pt x="3293844" y="1343766"/>
                  </a:lnTo>
                  <a:lnTo>
                    <a:pt x="3293937" y="1343766"/>
                  </a:lnTo>
                  <a:lnTo>
                    <a:pt x="3294030" y="1343766"/>
                  </a:lnTo>
                  <a:lnTo>
                    <a:pt x="3294124" y="1343766"/>
                  </a:lnTo>
                  <a:lnTo>
                    <a:pt x="3294217" y="1343766"/>
                  </a:lnTo>
                  <a:lnTo>
                    <a:pt x="3294310" y="1343766"/>
                  </a:lnTo>
                  <a:lnTo>
                    <a:pt x="3294403" y="1343766"/>
                  </a:lnTo>
                  <a:lnTo>
                    <a:pt x="3294497" y="1343766"/>
                  </a:lnTo>
                  <a:lnTo>
                    <a:pt x="3294590" y="1343766"/>
                  </a:lnTo>
                  <a:lnTo>
                    <a:pt x="3294683" y="1343766"/>
                  </a:lnTo>
                  <a:lnTo>
                    <a:pt x="3294776" y="1343766"/>
                  </a:lnTo>
                  <a:lnTo>
                    <a:pt x="3294870" y="1343766"/>
                  </a:lnTo>
                  <a:lnTo>
                    <a:pt x="3294963" y="1343766"/>
                  </a:lnTo>
                  <a:lnTo>
                    <a:pt x="3295056" y="1343766"/>
                  </a:lnTo>
                  <a:lnTo>
                    <a:pt x="3295149" y="1343766"/>
                  </a:lnTo>
                  <a:lnTo>
                    <a:pt x="3295243" y="1343766"/>
                  </a:lnTo>
                  <a:lnTo>
                    <a:pt x="3295336" y="1343766"/>
                  </a:lnTo>
                  <a:lnTo>
                    <a:pt x="3295429" y="1343766"/>
                  </a:lnTo>
                  <a:lnTo>
                    <a:pt x="3295522" y="1343766"/>
                  </a:lnTo>
                  <a:lnTo>
                    <a:pt x="3295615" y="1343766"/>
                  </a:lnTo>
                  <a:lnTo>
                    <a:pt x="3295709" y="1343766"/>
                  </a:lnTo>
                  <a:lnTo>
                    <a:pt x="3295802" y="1343766"/>
                  </a:lnTo>
                  <a:lnTo>
                    <a:pt x="3295895" y="1343766"/>
                  </a:lnTo>
                  <a:lnTo>
                    <a:pt x="3295988" y="1343766"/>
                  </a:lnTo>
                  <a:lnTo>
                    <a:pt x="3296082" y="1343766"/>
                  </a:lnTo>
                  <a:lnTo>
                    <a:pt x="3296175" y="1343766"/>
                  </a:lnTo>
                  <a:lnTo>
                    <a:pt x="3296268" y="1343766"/>
                  </a:lnTo>
                  <a:lnTo>
                    <a:pt x="3296361" y="1343766"/>
                  </a:lnTo>
                  <a:lnTo>
                    <a:pt x="3296455" y="1343766"/>
                  </a:lnTo>
                  <a:lnTo>
                    <a:pt x="3296548" y="1343766"/>
                  </a:lnTo>
                  <a:lnTo>
                    <a:pt x="3296641" y="1343766"/>
                  </a:lnTo>
                  <a:lnTo>
                    <a:pt x="3296734" y="1343766"/>
                  </a:lnTo>
                  <a:lnTo>
                    <a:pt x="3296828" y="1343766"/>
                  </a:lnTo>
                  <a:lnTo>
                    <a:pt x="3296921" y="1343766"/>
                  </a:lnTo>
                  <a:lnTo>
                    <a:pt x="3297014" y="1343766"/>
                  </a:lnTo>
                  <a:lnTo>
                    <a:pt x="3297107" y="1343766"/>
                  </a:lnTo>
                  <a:lnTo>
                    <a:pt x="3297201" y="1343766"/>
                  </a:lnTo>
                  <a:lnTo>
                    <a:pt x="3297294" y="1343766"/>
                  </a:lnTo>
                  <a:lnTo>
                    <a:pt x="3297387" y="1343766"/>
                  </a:lnTo>
                  <a:lnTo>
                    <a:pt x="3297480" y="1343766"/>
                  </a:lnTo>
                  <a:lnTo>
                    <a:pt x="3297574" y="1343766"/>
                  </a:lnTo>
                  <a:lnTo>
                    <a:pt x="3297667" y="1343766"/>
                  </a:lnTo>
                  <a:lnTo>
                    <a:pt x="3297760" y="1343766"/>
                  </a:lnTo>
                  <a:lnTo>
                    <a:pt x="3297853" y="1343766"/>
                  </a:lnTo>
                  <a:lnTo>
                    <a:pt x="3297947" y="1343766"/>
                  </a:lnTo>
                  <a:lnTo>
                    <a:pt x="3298040" y="1343766"/>
                  </a:lnTo>
                  <a:lnTo>
                    <a:pt x="3298133" y="1343766"/>
                  </a:lnTo>
                  <a:lnTo>
                    <a:pt x="3298226" y="1343766"/>
                  </a:lnTo>
                  <a:lnTo>
                    <a:pt x="3298320" y="1343766"/>
                  </a:lnTo>
                  <a:lnTo>
                    <a:pt x="3298413" y="1343766"/>
                  </a:lnTo>
                  <a:lnTo>
                    <a:pt x="3298506" y="1343766"/>
                  </a:lnTo>
                  <a:lnTo>
                    <a:pt x="3298599" y="1343766"/>
                  </a:lnTo>
                  <a:lnTo>
                    <a:pt x="3298693" y="1343766"/>
                  </a:lnTo>
                  <a:lnTo>
                    <a:pt x="3298786" y="1343766"/>
                  </a:lnTo>
                  <a:lnTo>
                    <a:pt x="3298879" y="1343766"/>
                  </a:lnTo>
                  <a:lnTo>
                    <a:pt x="3298972" y="1343766"/>
                  </a:lnTo>
                  <a:lnTo>
                    <a:pt x="3299066" y="1343766"/>
                  </a:lnTo>
                  <a:lnTo>
                    <a:pt x="3299159" y="1343766"/>
                  </a:lnTo>
                  <a:lnTo>
                    <a:pt x="3299252" y="1343766"/>
                  </a:lnTo>
                  <a:lnTo>
                    <a:pt x="3299345" y="1343766"/>
                  </a:lnTo>
                  <a:lnTo>
                    <a:pt x="3299439" y="1343766"/>
                  </a:lnTo>
                  <a:lnTo>
                    <a:pt x="3299532" y="1343766"/>
                  </a:lnTo>
                  <a:lnTo>
                    <a:pt x="3299625" y="1343766"/>
                  </a:lnTo>
                  <a:lnTo>
                    <a:pt x="3299718" y="1343766"/>
                  </a:lnTo>
                  <a:lnTo>
                    <a:pt x="3299812" y="1343766"/>
                  </a:lnTo>
                  <a:lnTo>
                    <a:pt x="3299905" y="1343766"/>
                  </a:lnTo>
                  <a:lnTo>
                    <a:pt x="3299998" y="1343766"/>
                  </a:lnTo>
                  <a:lnTo>
                    <a:pt x="3300091" y="1343766"/>
                  </a:lnTo>
                  <a:lnTo>
                    <a:pt x="3300185" y="1343766"/>
                  </a:lnTo>
                  <a:lnTo>
                    <a:pt x="3300278" y="1343766"/>
                  </a:lnTo>
                  <a:lnTo>
                    <a:pt x="3300371" y="1343766"/>
                  </a:lnTo>
                  <a:lnTo>
                    <a:pt x="3300464" y="1343766"/>
                  </a:lnTo>
                  <a:lnTo>
                    <a:pt x="3300558" y="1343766"/>
                  </a:lnTo>
                  <a:lnTo>
                    <a:pt x="3300651" y="1343766"/>
                  </a:lnTo>
                  <a:lnTo>
                    <a:pt x="3300744" y="1343766"/>
                  </a:lnTo>
                  <a:lnTo>
                    <a:pt x="3300837" y="1343766"/>
                  </a:lnTo>
                  <a:lnTo>
                    <a:pt x="3300931" y="1343766"/>
                  </a:lnTo>
                  <a:lnTo>
                    <a:pt x="3301024" y="1343766"/>
                  </a:lnTo>
                  <a:lnTo>
                    <a:pt x="3301117" y="1343766"/>
                  </a:lnTo>
                  <a:lnTo>
                    <a:pt x="3301210" y="1343766"/>
                  </a:lnTo>
                  <a:lnTo>
                    <a:pt x="3301304" y="1343766"/>
                  </a:lnTo>
                  <a:lnTo>
                    <a:pt x="3301397" y="1343766"/>
                  </a:lnTo>
                  <a:lnTo>
                    <a:pt x="3301490" y="1343766"/>
                  </a:lnTo>
                  <a:lnTo>
                    <a:pt x="3301583" y="1343766"/>
                  </a:lnTo>
                  <a:lnTo>
                    <a:pt x="3301677" y="1343766"/>
                  </a:lnTo>
                  <a:lnTo>
                    <a:pt x="3301770" y="1343766"/>
                  </a:lnTo>
                  <a:lnTo>
                    <a:pt x="3301863" y="1343766"/>
                  </a:lnTo>
                  <a:lnTo>
                    <a:pt x="3301956" y="1343766"/>
                  </a:lnTo>
                  <a:lnTo>
                    <a:pt x="3302050" y="1343766"/>
                  </a:lnTo>
                  <a:lnTo>
                    <a:pt x="3302143" y="1343766"/>
                  </a:lnTo>
                  <a:lnTo>
                    <a:pt x="3302236" y="1343766"/>
                  </a:lnTo>
                  <a:lnTo>
                    <a:pt x="3302329" y="1343766"/>
                  </a:lnTo>
                  <a:lnTo>
                    <a:pt x="3302422" y="1343766"/>
                  </a:lnTo>
                  <a:lnTo>
                    <a:pt x="3302516" y="1343766"/>
                  </a:lnTo>
                  <a:lnTo>
                    <a:pt x="3302609" y="1343766"/>
                  </a:lnTo>
                  <a:lnTo>
                    <a:pt x="3302702" y="1343766"/>
                  </a:lnTo>
                  <a:lnTo>
                    <a:pt x="3302795" y="1343766"/>
                  </a:lnTo>
                  <a:lnTo>
                    <a:pt x="3302889" y="1343766"/>
                  </a:lnTo>
                  <a:lnTo>
                    <a:pt x="3302982" y="1343766"/>
                  </a:lnTo>
                  <a:lnTo>
                    <a:pt x="3303075" y="1343766"/>
                  </a:lnTo>
                  <a:lnTo>
                    <a:pt x="3303168" y="1343766"/>
                  </a:lnTo>
                  <a:lnTo>
                    <a:pt x="3303262" y="1343766"/>
                  </a:lnTo>
                  <a:lnTo>
                    <a:pt x="3303355" y="1343766"/>
                  </a:lnTo>
                  <a:lnTo>
                    <a:pt x="3303448" y="1343766"/>
                  </a:lnTo>
                  <a:lnTo>
                    <a:pt x="3303541" y="1343766"/>
                  </a:lnTo>
                  <a:lnTo>
                    <a:pt x="3303635" y="1343766"/>
                  </a:lnTo>
                  <a:lnTo>
                    <a:pt x="3303728" y="1343766"/>
                  </a:lnTo>
                  <a:lnTo>
                    <a:pt x="3303821" y="1343766"/>
                  </a:lnTo>
                  <a:lnTo>
                    <a:pt x="3303914" y="1343766"/>
                  </a:lnTo>
                  <a:lnTo>
                    <a:pt x="3304008" y="1343766"/>
                  </a:lnTo>
                  <a:lnTo>
                    <a:pt x="3304101" y="1343766"/>
                  </a:lnTo>
                  <a:lnTo>
                    <a:pt x="3304194" y="1343766"/>
                  </a:lnTo>
                  <a:lnTo>
                    <a:pt x="3304287" y="1343766"/>
                  </a:lnTo>
                  <a:lnTo>
                    <a:pt x="3304381" y="1343766"/>
                  </a:lnTo>
                  <a:lnTo>
                    <a:pt x="3304474" y="1343766"/>
                  </a:lnTo>
                  <a:lnTo>
                    <a:pt x="3304567" y="1343766"/>
                  </a:lnTo>
                  <a:lnTo>
                    <a:pt x="3304660" y="1343766"/>
                  </a:lnTo>
                  <a:lnTo>
                    <a:pt x="3304754" y="1343766"/>
                  </a:lnTo>
                  <a:lnTo>
                    <a:pt x="3304847" y="1343766"/>
                  </a:lnTo>
                  <a:lnTo>
                    <a:pt x="3304940" y="1343766"/>
                  </a:lnTo>
                  <a:lnTo>
                    <a:pt x="3305033" y="1343766"/>
                  </a:lnTo>
                  <a:lnTo>
                    <a:pt x="3305127" y="1343766"/>
                  </a:lnTo>
                  <a:lnTo>
                    <a:pt x="3305220" y="1343766"/>
                  </a:lnTo>
                  <a:lnTo>
                    <a:pt x="3305313" y="1343766"/>
                  </a:lnTo>
                  <a:lnTo>
                    <a:pt x="3305406" y="1343766"/>
                  </a:lnTo>
                  <a:lnTo>
                    <a:pt x="3305500" y="1343766"/>
                  </a:lnTo>
                  <a:lnTo>
                    <a:pt x="3305593" y="1343766"/>
                  </a:lnTo>
                  <a:lnTo>
                    <a:pt x="3305686" y="1343766"/>
                  </a:lnTo>
                  <a:lnTo>
                    <a:pt x="3305779" y="1343766"/>
                  </a:lnTo>
                  <a:lnTo>
                    <a:pt x="3305873" y="1343766"/>
                  </a:lnTo>
                  <a:lnTo>
                    <a:pt x="3305966" y="1343766"/>
                  </a:lnTo>
                  <a:lnTo>
                    <a:pt x="3306059" y="1343766"/>
                  </a:lnTo>
                  <a:lnTo>
                    <a:pt x="3306152" y="1343766"/>
                  </a:lnTo>
                  <a:lnTo>
                    <a:pt x="3306246" y="1343766"/>
                  </a:lnTo>
                  <a:lnTo>
                    <a:pt x="3306339" y="1343766"/>
                  </a:lnTo>
                  <a:lnTo>
                    <a:pt x="3306432" y="1343766"/>
                  </a:lnTo>
                  <a:lnTo>
                    <a:pt x="3306525" y="1343766"/>
                  </a:lnTo>
                  <a:lnTo>
                    <a:pt x="3306619" y="1343766"/>
                  </a:lnTo>
                  <a:lnTo>
                    <a:pt x="3306712" y="1343766"/>
                  </a:lnTo>
                  <a:lnTo>
                    <a:pt x="3306805" y="1343766"/>
                  </a:lnTo>
                  <a:lnTo>
                    <a:pt x="3306898" y="1343766"/>
                  </a:lnTo>
                  <a:lnTo>
                    <a:pt x="3306992" y="1343766"/>
                  </a:lnTo>
                  <a:lnTo>
                    <a:pt x="3307085" y="1343766"/>
                  </a:lnTo>
                  <a:lnTo>
                    <a:pt x="3307178" y="1343766"/>
                  </a:lnTo>
                  <a:lnTo>
                    <a:pt x="3307271" y="1343766"/>
                  </a:lnTo>
                  <a:lnTo>
                    <a:pt x="3307365" y="1343766"/>
                  </a:lnTo>
                  <a:lnTo>
                    <a:pt x="3307458" y="1343766"/>
                  </a:lnTo>
                  <a:lnTo>
                    <a:pt x="3307551" y="1343766"/>
                  </a:lnTo>
                  <a:lnTo>
                    <a:pt x="3307644" y="1343766"/>
                  </a:lnTo>
                  <a:lnTo>
                    <a:pt x="3307738" y="1343766"/>
                  </a:lnTo>
                  <a:lnTo>
                    <a:pt x="3307831" y="1343766"/>
                  </a:lnTo>
                  <a:lnTo>
                    <a:pt x="3307924" y="1343766"/>
                  </a:lnTo>
                  <a:lnTo>
                    <a:pt x="3308017" y="1343766"/>
                  </a:lnTo>
                  <a:lnTo>
                    <a:pt x="3308111" y="1343766"/>
                  </a:lnTo>
                  <a:lnTo>
                    <a:pt x="3308204" y="1343766"/>
                  </a:lnTo>
                  <a:lnTo>
                    <a:pt x="3308297" y="1343766"/>
                  </a:lnTo>
                  <a:lnTo>
                    <a:pt x="3308390" y="1343766"/>
                  </a:lnTo>
                  <a:lnTo>
                    <a:pt x="3308484" y="1343766"/>
                  </a:lnTo>
                  <a:lnTo>
                    <a:pt x="3308577" y="1343766"/>
                  </a:lnTo>
                  <a:lnTo>
                    <a:pt x="3308670" y="1343766"/>
                  </a:lnTo>
                  <a:lnTo>
                    <a:pt x="3308763" y="1343766"/>
                  </a:lnTo>
                  <a:lnTo>
                    <a:pt x="3308857" y="1343766"/>
                  </a:lnTo>
                  <a:lnTo>
                    <a:pt x="3308950" y="1343766"/>
                  </a:lnTo>
                  <a:lnTo>
                    <a:pt x="3309043" y="1343766"/>
                  </a:lnTo>
                  <a:lnTo>
                    <a:pt x="3309136" y="1343766"/>
                  </a:lnTo>
                  <a:lnTo>
                    <a:pt x="3309230" y="1343766"/>
                  </a:lnTo>
                  <a:lnTo>
                    <a:pt x="3309323" y="1343766"/>
                  </a:lnTo>
                  <a:lnTo>
                    <a:pt x="3309416" y="1343766"/>
                  </a:lnTo>
                  <a:lnTo>
                    <a:pt x="3309509" y="1343766"/>
                  </a:lnTo>
                  <a:lnTo>
                    <a:pt x="3309602" y="1343766"/>
                  </a:lnTo>
                  <a:lnTo>
                    <a:pt x="3309696" y="1343766"/>
                  </a:lnTo>
                  <a:lnTo>
                    <a:pt x="3309789" y="1343766"/>
                  </a:lnTo>
                  <a:lnTo>
                    <a:pt x="3309882" y="1343766"/>
                  </a:lnTo>
                  <a:lnTo>
                    <a:pt x="3309975" y="1343766"/>
                  </a:lnTo>
                  <a:lnTo>
                    <a:pt x="3310069" y="1343766"/>
                  </a:lnTo>
                  <a:lnTo>
                    <a:pt x="3310162" y="1343766"/>
                  </a:lnTo>
                  <a:lnTo>
                    <a:pt x="3310255" y="1343766"/>
                  </a:lnTo>
                  <a:lnTo>
                    <a:pt x="3310348" y="1343766"/>
                  </a:lnTo>
                  <a:lnTo>
                    <a:pt x="3310442" y="1343766"/>
                  </a:lnTo>
                  <a:lnTo>
                    <a:pt x="3310535" y="1343766"/>
                  </a:lnTo>
                  <a:lnTo>
                    <a:pt x="3310628" y="1343766"/>
                  </a:lnTo>
                  <a:lnTo>
                    <a:pt x="3310721" y="1343766"/>
                  </a:lnTo>
                  <a:lnTo>
                    <a:pt x="3310815" y="1343766"/>
                  </a:lnTo>
                  <a:lnTo>
                    <a:pt x="3310908" y="1343766"/>
                  </a:lnTo>
                  <a:lnTo>
                    <a:pt x="3311001" y="1343766"/>
                  </a:lnTo>
                  <a:lnTo>
                    <a:pt x="3311094" y="1343766"/>
                  </a:lnTo>
                  <a:lnTo>
                    <a:pt x="3311188" y="1343766"/>
                  </a:lnTo>
                  <a:lnTo>
                    <a:pt x="3311281" y="1343766"/>
                  </a:lnTo>
                  <a:lnTo>
                    <a:pt x="3311374" y="1343766"/>
                  </a:lnTo>
                  <a:lnTo>
                    <a:pt x="3311467" y="1343766"/>
                  </a:lnTo>
                  <a:lnTo>
                    <a:pt x="3311561" y="1343766"/>
                  </a:lnTo>
                  <a:lnTo>
                    <a:pt x="3311654" y="1343766"/>
                  </a:lnTo>
                  <a:lnTo>
                    <a:pt x="3311747" y="1343766"/>
                  </a:lnTo>
                  <a:lnTo>
                    <a:pt x="3311840" y="1343766"/>
                  </a:lnTo>
                  <a:lnTo>
                    <a:pt x="3311934" y="1343766"/>
                  </a:lnTo>
                  <a:lnTo>
                    <a:pt x="3312027" y="1343766"/>
                  </a:lnTo>
                  <a:lnTo>
                    <a:pt x="3312120" y="1343766"/>
                  </a:lnTo>
                  <a:lnTo>
                    <a:pt x="3312213" y="1343766"/>
                  </a:lnTo>
                  <a:lnTo>
                    <a:pt x="3312307" y="1343766"/>
                  </a:lnTo>
                  <a:lnTo>
                    <a:pt x="3312400" y="1343766"/>
                  </a:lnTo>
                  <a:lnTo>
                    <a:pt x="3312493" y="1343766"/>
                  </a:lnTo>
                  <a:lnTo>
                    <a:pt x="3312586" y="1343766"/>
                  </a:lnTo>
                  <a:lnTo>
                    <a:pt x="3312680" y="1343766"/>
                  </a:lnTo>
                  <a:lnTo>
                    <a:pt x="3312773" y="1343766"/>
                  </a:lnTo>
                  <a:lnTo>
                    <a:pt x="3312866" y="1343766"/>
                  </a:lnTo>
                  <a:lnTo>
                    <a:pt x="3312959" y="1343766"/>
                  </a:lnTo>
                  <a:lnTo>
                    <a:pt x="3313053" y="1343766"/>
                  </a:lnTo>
                  <a:lnTo>
                    <a:pt x="3313146" y="1343766"/>
                  </a:lnTo>
                  <a:lnTo>
                    <a:pt x="3313239" y="1343766"/>
                  </a:lnTo>
                  <a:lnTo>
                    <a:pt x="3313332" y="1343766"/>
                  </a:lnTo>
                  <a:lnTo>
                    <a:pt x="3313426" y="1343766"/>
                  </a:lnTo>
                  <a:lnTo>
                    <a:pt x="3313519" y="1343766"/>
                  </a:lnTo>
                  <a:lnTo>
                    <a:pt x="3313612" y="1343766"/>
                  </a:lnTo>
                  <a:lnTo>
                    <a:pt x="3313705" y="1343766"/>
                  </a:lnTo>
                  <a:lnTo>
                    <a:pt x="3313799" y="1343766"/>
                  </a:lnTo>
                  <a:lnTo>
                    <a:pt x="3313892" y="1343766"/>
                  </a:lnTo>
                  <a:lnTo>
                    <a:pt x="3313985" y="1343766"/>
                  </a:lnTo>
                  <a:lnTo>
                    <a:pt x="3314078" y="1343766"/>
                  </a:lnTo>
                  <a:lnTo>
                    <a:pt x="3314172" y="1343766"/>
                  </a:lnTo>
                  <a:lnTo>
                    <a:pt x="3314265" y="1343766"/>
                  </a:lnTo>
                  <a:lnTo>
                    <a:pt x="3314358" y="1343766"/>
                  </a:lnTo>
                  <a:lnTo>
                    <a:pt x="3314451" y="1343766"/>
                  </a:lnTo>
                  <a:lnTo>
                    <a:pt x="3314545" y="1343766"/>
                  </a:lnTo>
                  <a:lnTo>
                    <a:pt x="3314638" y="1343766"/>
                  </a:lnTo>
                  <a:lnTo>
                    <a:pt x="3314731" y="1343766"/>
                  </a:lnTo>
                  <a:lnTo>
                    <a:pt x="3314824" y="1343766"/>
                  </a:lnTo>
                  <a:lnTo>
                    <a:pt x="3314918" y="1343766"/>
                  </a:lnTo>
                  <a:lnTo>
                    <a:pt x="3315011" y="1343766"/>
                  </a:lnTo>
                  <a:lnTo>
                    <a:pt x="3315104" y="1343766"/>
                  </a:lnTo>
                  <a:lnTo>
                    <a:pt x="3315197" y="1343766"/>
                  </a:lnTo>
                  <a:lnTo>
                    <a:pt x="3315291" y="1343766"/>
                  </a:lnTo>
                  <a:lnTo>
                    <a:pt x="3315384" y="1343766"/>
                  </a:lnTo>
                  <a:lnTo>
                    <a:pt x="3315477" y="1343766"/>
                  </a:lnTo>
                  <a:lnTo>
                    <a:pt x="3315570" y="1343766"/>
                  </a:lnTo>
                  <a:lnTo>
                    <a:pt x="3315664" y="1343766"/>
                  </a:lnTo>
                  <a:lnTo>
                    <a:pt x="3315757" y="1343766"/>
                  </a:lnTo>
                  <a:lnTo>
                    <a:pt x="3315850" y="1343766"/>
                  </a:lnTo>
                  <a:lnTo>
                    <a:pt x="3315943" y="1343766"/>
                  </a:lnTo>
                  <a:lnTo>
                    <a:pt x="3316037" y="1343766"/>
                  </a:lnTo>
                  <a:lnTo>
                    <a:pt x="3316130" y="1343766"/>
                  </a:lnTo>
                  <a:lnTo>
                    <a:pt x="3316223" y="1343766"/>
                  </a:lnTo>
                  <a:lnTo>
                    <a:pt x="3316316" y="1343766"/>
                  </a:lnTo>
                  <a:lnTo>
                    <a:pt x="3316409" y="1343766"/>
                  </a:lnTo>
                  <a:lnTo>
                    <a:pt x="3316503" y="1343766"/>
                  </a:lnTo>
                  <a:lnTo>
                    <a:pt x="3316596" y="1343766"/>
                  </a:lnTo>
                  <a:lnTo>
                    <a:pt x="3316689" y="1343766"/>
                  </a:lnTo>
                  <a:lnTo>
                    <a:pt x="3316782" y="1343766"/>
                  </a:lnTo>
                  <a:lnTo>
                    <a:pt x="3316876" y="1343766"/>
                  </a:lnTo>
                  <a:lnTo>
                    <a:pt x="3316969" y="1343766"/>
                  </a:lnTo>
                  <a:lnTo>
                    <a:pt x="3317062" y="1343766"/>
                  </a:lnTo>
                  <a:lnTo>
                    <a:pt x="3317155" y="1343766"/>
                  </a:lnTo>
                  <a:lnTo>
                    <a:pt x="3317249" y="1343766"/>
                  </a:lnTo>
                  <a:lnTo>
                    <a:pt x="3317342" y="1343766"/>
                  </a:lnTo>
                  <a:lnTo>
                    <a:pt x="3317435" y="1343766"/>
                  </a:lnTo>
                  <a:lnTo>
                    <a:pt x="3317528" y="1343766"/>
                  </a:lnTo>
                  <a:lnTo>
                    <a:pt x="3317622" y="1343766"/>
                  </a:lnTo>
                  <a:lnTo>
                    <a:pt x="3317715" y="1343766"/>
                  </a:lnTo>
                  <a:lnTo>
                    <a:pt x="3317808" y="1343766"/>
                  </a:lnTo>
                  <a:lnTo>
                    <a:pt x="3317901" y="1343766"/>
                  </a:lnTo>
                  <a:lnTo>
                    <a:pt x="3317995" y="1343766"/>
                  </a:lnTo>
                  <a:lnTo>
                    <a:pt x="3318088" y="1343766"/>
                  </a:lnTo>
                  <a:lnTo>
                    <a:pt x="3318181" y="1343766"/>
                  </a:lnTo>
                  <a:lnTo>
                    <a:pt x="3318274" y="1343766"/>
                  </a:lnTo>
                  <a:lnTo>
                    <a:pt x="3318368" y="1343766"/>
                  </a:lnTo>
                  <a:lnTo>
                    <a:pt x="3318461" y="1343766"/>
                  </a:lnTo>
                  <a:lnTo>
                    <a:pt x="3318554" y="1343766"/>
                  </a:lnTo>
                  <a:lnTo>
                    <a:pt x="3318647" y="1343766"/>
                  </a:lnTo>
                  <a:lnTo>
                    <a:pt x="3318741" y="1343766"/>
                  </a:lnTo>
                  <a:lnTo>
                    <a:pt x="3318834" y="1343766"/>
                  </a:lnTo>
                  <a:lnTo>
                    <a:pt x="3318927" y="1343766"/>
                  </a:lnTo>
                  <a:lnTo>
                    <a:pt x="3319020" y="1343766"/>
                  </a:lnTo>
                  <a:lnTo>
                    <a:pt x="3319114" y="1343766"/>
                  </a:lnTo>
                  <a:lnTo>
                    <a:pt x="3319207" y="1343766"/>
                  </a:lnTo>
                  <a:lnTo>
                    <a:pt x="3319300" y="1343766"/>
                  </a:lnTo>
                  <a:lnTo>
                    <a:pt x="3319393" y="1343766"/>
                  </a:lnTo>
                  <a:lnTo>
                    <a:pt x="3319487" y="1343766"/>
                  </a:lnTo>
                  <a:lnTo>
                    <a:pt x="3319580" y="1343766"/>
                  </a:lnTo>
                  <a:lnTo>
                    <a:pt x="3319673" y="1343766"/>
                  </a:lnTo>
                  <a:lnTo>
                    <a:pt x="3319766" y="1343766"/>
                  </a:lnTo>
                  <a:lnTo>
                    <a:pt x="3319860" y="1343766"/>
                  </a:lnTo>
                  <a:lnTo>
                    <a:pt x="3319953" y="1343766"/>
                  </a:lnTo>
                  <a:lnTo>
                    <a:pt x="3320046" y="1343766"/>
                  </a:lnTo>
                  <a:lnTo>
                    <a:pt x="3320139" y="1343766"/>
                  </a:lnTo>
                  <a:lnTo>
                    <a:pt x="3320233" y="1343766"/>
                  </a:lnTo>
                  <a:lnTo>
                    <a:pt x="3320326" y="1343766"/>
                  </a:lnTo>
                  <a:lnTo>
                    <a:pt x="3320419" y="1343766"/>
                  </a:lnTo>
                  <a:lnTo>
                    <a:pt x="3320512" y="1343766"/>
                  </a:lnTo>
                  <a:lnTo>
                    <a:pt x="3320606" y="1343766"/>
                  </a:lnTo>
                  <a:lnTo>
                    <a:pt x="3320699" y="1343766"/>
                  </a:lnTo>
                  <a:lnTo>
                    <a:pt x="3320792" y="1343766"/>
                  </a:lnTo>
                  <a:lnTo>
                    <a:pt x="3320885" y="1343766"/>
                  </a:lnTo>
                  <a:lnTo>
                    <a:pt x="3320979" y="1343766"/>
                  </a:lnTo>
                  <a:lnTo>
                    <a:pt x="3321072" y="1343766"/>
                  </a:lnTo>
                  <a:lnTo>
                    <a:pt x="3321165" y="1343766"/>
                  </a:lnTo>
                  <a:lnTo>
                    <a:pt x="3321258" y="1343766"/>
                  </a:lnTo>
                  <a:lnTo>
                    <a:pt x="3321352" y="1343766"/>
                  </a:lnTo>
                  <a:lnTo>
                    <a:pt x="3321445" y="1343766"/>
                  </a:lnTo>
                  <a:lnTo>
                    <a:pt x="3321538" y="1343766"/>
                  </a:lnTo>
                  <a:lnTo>
                    <a:pt x="3321631" y="1343766"/>
                  </a:lnTo>
                  <a:lnTo>
                    <a:pt x="3321725" y="1343766"/>
                  </a:lnTo>
                  <a:lnTo>
                    <a:pt x="3321818" y="1343766"/>
                  </a:lnTo>
                  <a:lnTo>
                    <a:pt x="3321911" y="1343766"/>
                  </a:lnTo>
                  <a:lnTo>
                    <a:pt x="3322004" y="1343766"/>
                  </a:lnTo>
                  <a:lnTo>
                    <a:pt x="3322098" y="1343766"/>
                  </a:lnTo>
                  <a:lnTo>
                    <a:pt x="3322191" y="1343766"/>
                  </a:lnTo>
                  <a:lnTo>
                    <a:pt x="3322284" y="1343766"/>
                  </a:lnTo>
                  <a:lnTo>
                    <a:pt x="3322377" y="1343766"/>
                  </a:lnTo>
                  <a:lnTo>
                    <a:pt x="3322471" y="1343766"/>
                  </a:lnTo>
                  <a:lnTo>
                    <a:pt x="3322471" y="1333812"/>
                  </a:lnTo>
                  <a:lnTo>
                    <a:pt x="3322564" y="1333812"/>
                  </a:lnTo>
                  <a:lnTo>
                    <a:pt x="3322657" y="1333812"/>
                  </a:lnTo>
                  <a:lnTo>
                    <a:pt x="3322750" y="1333812"/>
                  </a:lnTo>
                  <a:lnTo>
                    <a:pt x="3322844" y="1333812"/>
                  </a:lnTo>
                  <a:lnTo>
                    <a:pt x="3322937" y="1333812"/>
                  </a:lnTo>
                  <a:lnTo>
                    <a:pt x="3323030" y="1333812"/>
                  </a:lnTo>
                  <a:lnTo>
                    <a:pt x="3323123" y="1333812"/>
                  </a:lnTo>
                  <a:lnTo>
                    <a:pt x="3323216" y="1333812"/>
                  </a:lnTo>
                  <a:lnTo>
                    <a:pt x="3323310" y="1333812"/>
                  </a:lnTo>
                  <a:lnTo>
                    <a:pt x="3323403" y="1333812"/>
                  </a:lnTo>
                  <a:lnTo>
                    <a:pt x="3323496" y="1333812"/>
                  </a:lnTo>
                  <a:lnTo>
                    <a:pt x="3323589" y="1333812"/>
                  </a:lnTo>
                  <a:lnTo>
                    <a:pt x="3323683" y="1333812"/>
                  </a:lnTo>
                  <a:lnTo>
                    <a:pt x="3323776" y="1333812"/>
                  </a:lnTo>
                  <a:lnTo>
                    <a:pt x="3323869" y="1333812"/>
                  </a:lnTo>
                  <a:lnTo>
                    <a:pt x="3323962" y="1333812"/>
                  </a:lnTo>
                  <a:lnTo>
                    <a:pt x="3324056" y="1333812"/>
                  </a:lnTo>
                  <a:lnTo>
                    <a:pt x="3324056" y="1323858"/>
                  </a:lnTo>
                  <a:lnTo>
                    <a:pt x="3324149" y="1323858"/>
                  </a:lnTo>
                  <a:lnTo>
                    <a:pt x="3324242" y="1323858"/>
                  </a:lnTo>
                  <a:lnTo>
                    <a:pt x="3324335" y="1323858"/>
                  </a:lnTo>
                  <a:lnTo>
                    <a:pt x="3324429" y="1323858"/>
                  </a:lnTo>
                  <a:lnTo>
                    <a:pt x="3324522" y="1323858"/>
                  </a:lnTo>
                  <a:lnTo>
                    <a:pt x="3324615" y="1323858"/>
                  </a:lnTo>
                  <a:lnTo>
                    <a:pt x="3324708" y="1323858"/>
                  </a:lnTo>
                  <a:lnTo>
                    <a:pt x="3324802" y="1323858"/>
                  </a:lnTo>
                  <a:lnTo>
                    <a:pt x="3324895" y="1323858"/>
                  </a:lnTo>
                  <a:lnTo>
                    <a:pt x="3324988" y="1323858"/>
                  </a:lnTo>
                  <a:lnTo>
                    <a:pt x="3325081" y="1323858"/>
                  </a:lnTo>
                  <a:lnTo>
                    <a:pt x="3325175" y="1323858"/>
                  </a:lnTo>
                  <a:lnTo>
                    <a:pt x="3325268" y="1323858"/>
                  </a:lnTo>
                  <a:lnTo>
                    <a:pt x="3325361" y="1323858"/>
                  </a:lnTo>
                  <a:lnTo>
                    <a:pt x="3325454" y="1323858"/>
                  </a:lnTo>
                  <a:lnTo>
                    <a:pt x="3325548" y="1323858"/>
                  </a:lnTo>
                  <a:lnTo>
                    <a:pt x="3325641" y="1323858"/>
                  </a:lnTo>
                  <a:lnTo>
                    <a:pt x="3325734" y="1323858"/>
                  </a:lnTo>
                  <a:lnTo>
                    <a:pt x="3325827" y="1323858"/>
                  </a:lnTo>
                  <a:lnTo>
                    <a:pt x="3325921" y="1323858"/>
                  </a:lnTo>
                  <a:lnTo>
                    <a:pt x="3326014" y="1323858"/>
                  </a:lnTo>
                  <a:lnTo>
                    <a:pt x="3326107" y="1323858"/>
                  </a:lnTo>
                  <a:lnTo>
                    <a:pt x="3326200" y="1323858"/>
                  </a:lnTo>
                  <a:lnTo>
                    <a:pt x="3326294" y="1323858"/>
                  </a:lnTo>
                  <a:lnTo>
                    <a:pt x="3326387" y="1323858"/>
                  </a:lnTo>
                  <a:lnTo>
                    <a:pt x="3326480" y="1323858"/>
                  </a:lnTo>
                  <a:lnTo>
                    <a:pt x="3326573" y="1323858"/>
                  </a:lnTo>
                  <a:lnTo>
                    <a:pt x="3326667" y="1323858"/>
                  </a:lnTo>
                  <a:lnTo>
                    <a:pt x="3326760" y="1323858"/>
                  </a:lnTo>
                  <a:lnTo>
                    <a:pt x="3326853" y="1323858"/>
                  </a:lnTo>
                  <a:lnTo>
                    <a:pt x="3326946" y="1323858"/>
                  </a:lnTo>
                  <a:lnTo>
                    <a:pt x="3327040" y="1323858"/>
                  </a:lnTo>
                  <a:lnTo>
                    <a:pt x="3327133" y="1323858"/>
                  </a:lnTo>
                  <a:lnTo>
                    <a:pt x="3327226" y="1323858"/>
                  </a:lnTo>
                  <a:lnTo>
                    <a:pt x="3327319" y="1323858"/>
                  </a:lnTo>
                  <a:lnTo>
                    <a:pt x="3327413" y="1323858"/>
                  </a:lnTo>
                  <a:lnTo>
                    <a:pt x="3327506" y="1323858"/>
                  </a:lnTo>
                  <a:lnTo>
                    <a:pt x="3327599" y="1323858"/>
                  </a:lnTo>
                  <a:lnTo>
                    <a:pt x="3327692" y="1323858"/>
                  </a:lnTo>
                  <a:lnTo>
                    <a:pt x="3327786" y="1323858"/>
                  </a:lnTo>
                  <a:lnTo>
                    <a:pt x="3327879" y="1323858"/>
                  </a:lnTo>
                  <a:lnTo>
                    <a:pt x="3327972" y="1323858"/>
                  </a:lnTo>
                  <a:lnTo>
                    <a:pt x="3328065" y="1323858"/>
                  </a:lnTo>
                  <a:lnTo>
                    <a:pt x="3328159" y="1323858"/>
                  </a:lnTo>
                  <a:lnTo>
                    <a:pt x="3328252" y="1323858"/>
                  </a:lnTo>
                  <a:lnTo>
                    <a:pt x="3328345" y="1323858"/>
                  </a:lnTo>
                  <a:lnTo>
                    <a:pt x="3328438" y="1323858"/>
                  </a:lnTo>
                  <a:lnTo>
                    <a:pt x="3328532" y="1323858"/>
                  </a:lnTo>
                  <a:lnTo>
                    <a:pt x="3328625" y="1323858"/>
                  </a:lnTo>
                  <a:lnTo>
                    <a:pt x="3328718" y="1323858"/>
                  </a:lnTo>
                  <a:lnTo>
                    <a:pt x="3328811" y="1323858"/>
                  </a:lnTo>
                  <a:lnTo>
                    <a:pt x="3328905" y="1323858"/>
                  </a:lnTo>
                  <a:lnTo>
                    <a:pt x="3328998" y="1323858"/>
                  </a:lnTo>
                  <a:lnTo>
                    <a:pt x="3329091" y="1323858"/>
                  </a:lnTo>
                  <a:lnTo>
                    <a:pt x="3329184" y="1323858"/>
                  </a:lnTo>
                  <a:lnTo>
                    <a:pt x="3329278" y="1323858"/>
                  </a:lnTo>
                  <a:lnTo>
                    <a:pt x="3329371" y="1323858"/>
                  </a:lnTo>
                  <a:lnTo>
                    <a:pt x="3329464" y="1323858"/>
                  </a:lnTo>
                  <a:lnTo>
                    <a:pt x="3329557" y="1323858"/>
                  </a:lnTo>
                  <a:lnTo>
                    <a:pt x="3329651" y="1323858"/>
                  </a:lnTo>
                  <a:lnTo>
                    <a:pt x="3329744" y="1323858"/>
                  </a:lnTo>
                  <a:lnTo>
                    <a:pt x="3329837" y="1323858"/>
                  </a:lnTo>
                  <a:lnTo>
                    <a:pt x="3329930" y="1323858"/>
                  </a:lnTo>
                  <a:lnTo>
                    <a:pt x="3330024" y="1323858"/>
                  </a:lnTo>
                  <a:lnTo>
                    <a:pt x="3330117" y="1323858"/>
                  </a:lnTo>
                  <a:lnTo>
                    <a:pt x="3330210" y="1323858"/>
                  </a:lnTo>
                  <a:lnTo>
                    <a:pt x="3330303" y="1323858"/>
                  </a:lnTo>
                  <a:lnTo>
                    <a:pt x="3330396" y="1323858"/>
                  </a:lnTo>
                  <a:lnTo>
                    <a:pt x="3330490" y="1323858"/>
                  </a:lnTo>
                  <a:lnTo>
                    <a:pt x="3330583" y="1323858"/>
                  </a:lnTo>
                  <a:lnTo>
                    <a:pt x="3330676" y="1323858"/>
                  </a:lnTo>
                  <a:lnTo>
                    <a:pt x="3330769" y="1323858"/>
                  </a:lnTo>
                  <a:lnTo>
                    <a:pt x="3330863" y="1323858"/>
                  </a:lnTo>
                  <a:lnTo>
                    <a:pt x="3330956" y="1323858"/>
                  </a:lnTo>
                  <a:lnTo>
                    <a:pt x="3331049" y="1323858"/>
                  </a:lnTo>
                  <a:lnTo>
                    <a:pt x="3331142" y="1323858"/>
                  </a:lnTo>
                  <a:lnTo>
                    <a:pt x="3331236" y="1323858"/>
                  </a:lnTo>
                  <a:lnTo>
                    <a:pt x="3331329" y="1323858"/>
                  </a:lnTo>
                  <a:lnTo>
                    <a:pt x="3331422" y="1323858"/>
                  </a:lnTo>
                  <a:lnTo>
                    <a:pt x="3331515" y="1323858"/>
                  </a:lnTo>
                  <a:lnTo>
                    <a:pt x="3331609" y="1323858"/>
                  </a:lnTo>
                  <a:lnTo>
                    <a:pt x="3331702" y="1323858"/>
                  </a:lnTo>
                  <a:lnTo>
                    <a:pt x="3331795" y="1323858"/>
                  </a:lnTo>
                  <a:lnTo>
                    <a:pt x="3331888" y="1323858"/>
                  </a:lnTo>
                  <a:lnTo>
                    <a:pt x="3331982" y="1323858"/>
                  </a:lnTo>
                  <a:lnTo>
                    <a:pt x="3332075" y="1323858"/>
                  </a:lnTo>
                  <a:lnTo>
                    <a:pt x="3332168" y="1323858"/>
                  </a:lnTo>
                  <a:lnTo>
                    <a:pt x="3332261" y="1323858"/>
                  </a:lnTo>
                  <a:lnTo>
                    <a:pt x="3332355" y="1323858"/>
                  </a:lnTo>
                  <a:lnTo>
                    <a:pt x="3332448" y="1323858"/>
                  </a:lnTo>
                  <a:lnTo>
                    <a:pt x="3332541" y="1323858"/>
                  </a:lnTo>
                  <a:lnTo>
                    <a:pt x="3332634" y="1323858"/>
                  </a:lnTo>
                  <a:lnTo>
                    <a:pt x="3332728" y="1323858"/>
                  </a:lnTo>
                  <a:lnTo>
                    <a:pt x="3332821" y="1323858"/>
                  </a:lnTo>
                  <a:lnTo>
                    <a:pt x="3332914" y="1323858"/>
                  </a:lnTo>
                  <a:lnTo>
                    <a:pt x="3333007" y="1323858"/>
                  </a:lnTo>
                  <a:lnTo>
                    <a:pt x="3333101" y="1323858"/>
                  </a:lnTo>
                  <a:lnTo>
                    <a:pt x="3333194" y="1323858"/>
                  </a:lnTo>
                  <a:lnTo>
                    <a:pt x="3333287" y="1323858"/>
                  </a:lnTo>
                  <a:lnTo>
                    <a:pt x="3333380" y="1323858"/>
                  </a:lnTo>
                  <a:lnTo>
                    <a:pt x="3333474" y="1323858"/>
                  </a:lnTo>
                  <a:lnTo>
                    <a:pt x="3333567" y="1323858"/>
                  </a:lnTo>
                  <a:lnTo>
                    <a:pt x="3333660" y="1323858"/>
                  </a:lnTo>
                  <a:lnTo>
                    <a:pt x="3333753" y="1323858"/>
                  </a:lnTo>
                  <a:lnTo>
                    <a:pt x="3333847" y="1323858"/>
                  </a:lnTo>
                  <a:lnTo>
                    <a:pt x="3333940" y="1323858"/>
                  </a:lnTo>
                  <a:lnTo>
                    <a:pt x="3334033" y="1323858"/>
                  </a:lnTo>
                  <a:lnTo>
                    <a:pt x="3334126" y="1323858"/>
                  </a:lnTo>
                  <a:lnTo>
                    <a:pt x="3334220" y="1323858"/>
                  </a:lnTo>
                  <a:lnTo>
                    <a:pt x="3334313" y="1323858"/>
                  </a:lnTo>
                  <a:lnTo>
                    <a:pt x="3334406" y="1323858"/>
                  </a:lnTo>
                  <a:lnTo>
                    <a:pt x="3334499" y="1323858"/>
                  </a:lnTo>
                  <a:lnTo>
                    <a:pt x="3334593" y="1323858"/>
                  </a:lnTo>
                  <a:lnTo>
                    <a:pt x="3334686" y="1323858"/>
                  </a:lnTo>
                  <a:lnTo>
                    <a:pt x="3334779" y="1323858"/>
                  </a:lnTo>
                  <a:lnTo>
                    <a:pt x="3334872" y="1323858"/>
                  </a:lnTo>
                  <a:lnTo>
                    <a:pt x="3334966" y="1323858"/>
                  </a:lnTo>
                  <a:lnTo>
                    <a:pt x="3335059" y="1323858"/>
                  </a:lnTo>
                  <a:lnTo>
                    <a:pt x="3335152" y="1323858"/>
                  </a:lnTo>
                  <a:lnTo>
                    <a:pt x="3335245" y="1323858"/>
                  </a:lnTo>
                  <a:lnTo>
                    <a:pt x="3335339" y="1323858"/>
                  </a:lnTo>
                  <a:lnTo>
                    <a:pt x="3335432" y="1323858"/>
                  </a:lnTo>
                  <a:lnTo>
                    <a:pt x="3335525" y="1323858"/>
                  </a:lnTo>
                  <a:lnTo>
                    <a:pt x="3335618" y="1323858"/>
                  </a:lnTo>
                  <a:lnTo>
                    <a:pt x="3335712" y="1323858"/>
                  </a:lnTo>
                  <a:lnTo>
                    <a:pt x="3335805" y="1323858"/>
                  </a:lnTo>
                  <a:lnTo>
                    <a:pt x="3335898" y="1323858"/>
                  </a:lnTo>
                  <a:lnTo>
                    <a:pt x="3335991" y="1323858"/>
                  </a:lnTo>
                  <a:lnTo>
                    <a:pt x="3336085" y="1323858"/>
                  </a:lnTo>
                  <a:lnTo>
                    <a:pt x="3336178" y="1323858"/>
                  </a:lnTo>
                  <a:lnTo>
                    <a:pt x="3336271" y="1323858"/>
                  </a:lnTo>
                  <a:lnTo>
                    <a:pt x="3336364" y="1323858"/>
                  </a:lnTo>
                  <a:lnTo>
                    <a:pt x="3336458" y="1323858"/>
                  </a:lnTo>
                  <a:lnTo>
                    <a:pt x="3336551" y="1323858"/>
                  </a:lnTo>
                  <a:lnTo>
                    <a:pt x="3336644" y="1323858"/>
                  </a:lnTo>
                  <a:lnTo>
                    <a:pt x="3336737" y="1323858"/>
                  </a:lnTo>
                  <a:lnTo>
                    <a:pt x="3336831" y="1323858"/>
                  </a:lnTo>
                  <a:lnTo>
                    <a:pt x="3336924" y="1323858"/>
                  </a:lnTo>
                  <a:lnTo>
                    <a:pt x="3337017" y="1323858"/>
                  </a:lnTo>
                  <a:lnTo>
                    <a:pt x="3337110" y="1323858"/>
                  </a:lnTo>
                  <a:lnTo>
                    <a:pt x="3337203" y="1323858"/>
                  </a:lnTo>
                  <a:lnTo>
                    <a:pt x="3337297" y="1323858"/>
                  </a:lnTo>
                  <a:lnTo>
                    <a:pt x="3337390" y="1323858"/>
                  </a:lnTo>
                  <a:lnTo>
                    <a:pt x="3337483" y="1323858"/>
                  </a:lnTo>
                  <a:lnTo>
                    <a:pt x="3337576" y="1323858"/>
                  </a:lnTo>
                  <a:lnTo>
                    <a:pt x="3337670" y="1323858"/>
                  </a:lnTo>
                  <a:lnTo>
                    <a:pt x="3337763" y="1323858"/>
                  </a:lnTo>
                  <a:lnTo>
                    <a:pt x="3337856" y="1323858"/>
                  </a:lnTo>
                  <a:lnTo>
                    <a:pt x="3337949" y="1323858"/>
                  </a:lnTo>
                  <a:lnTo>
                    <a:pt x="3338043" y="1323858"/>
                  </a:lnTo>
                  <a:lnTo>
                    <a:pt x="3338136" y="1323858"/>
                  </a:lnTo>
                  <a:lnTo>
                    <a:pt x="3338229" y="1323858"/>
                  </a:lnTo>
                  <a:lnTo>
                    <a:pt x="3338322" y="1323858"/>
                  </a:lnTo>
                  <a:lnTo>
                    <a:pt x="3338416" y="1323858"/>
                  </a:lnTo>
                  <a:lnTo>
                    <a:pt x="3338509" y="1323858"/>
                  </a:lnTo>
                  <a:lnTo>
                    <a:pt x="3338602" y="1323858"/>
                  </a:lnTo>
                  <a:lnTo>
                    <a:pt x="3338695" y="1323858"/>
                  </a:lnTo>
                  <a:lnTo>
                    <a:pt x="3338789" y="1323858"/>
                  </a:lnTo>
                  <a:lnTo>
                    <a:pt x="3338882" y="1323858"/>
                  </a:lnTo>
                  <a:lnTo>
                    <a:pt x="3338975" y="1323858"/>
                  </a:lnTo>
                  <a:lnTo>
                    <a:pt x="3339068" y="1323858"/>
                  </a:lnTo>
                  <a:lnTo>
                    <a:pt x="3339162" y="1323858"/>
                  </a:lnTo>
                  <a:lnTo>
                    <a:pt x="3339255" y="1323858"/>
                  </a:lnTo>
                  <a:lnTo>
                    <a:pt x="3339348" y="1323858"/>
                  </a:lnTo>
                  <a:lnTo>
                    <a:pt x="3339441" y="1323858"/>
                  </a:lnTo>
                  <a:lnTo>
                    <a:pt x="3339535" y="1323858"/>
                  </a:lnTo>
                  <a:lnTo>
                    <a:pt x="3339628" y="1323858"/>
                  </a:lnTo>
                  <a:lnTo>
                    <a:pt x="3339721" y="1323858"/>
                  </a:lnTo>
                  <a:lnTo>
                    <a:pt x="3339814" y="1323858"/>
                  </a:lnTo>
                  <a:lnTo>
                    <a:pt x="3339908" y="1323858"/>
                  </a:lnTo>
                  <a:lnTo>
                    <a:pt x="3340001" y="1323858"/>
                  </a:lnTo>
                  <a:lnTo>
                    <a:pt x="3340094" y="1323858"/>
                  </a:lnTo>
                  <a:lnTo>
                    <a:pt x="3340187" y="1323858"/>
                  </a:lnTo>
                  <a:lnTo>
                    <a:pt x="3340281" y="1323858"/>
                  </a:lnTo>
                  <a:lnTo>
                    <a:pt x="3340374" y="1323858"/>
                  </a:lnTo>
                  <a:lnTo>
                    <a:pt x="3340467" y="1323858"/>
                  </a:lnTo>
                  <a:lnTo>
                    <a:pt x="3340560" y="1323858"/>
                  </a:lnTo>
                  <a:lnTo>
                    <a:pt x="3340654" y="1323858"/>
                  </a:lnTo>
                  <a:lnTo>
                    <a:pt x="3340747" y="1323858"/>
                  </a:lnTo>
                  <a:lnTo>
                    <a:pt x="3340840" y="1323858"/>
                  </a:lnTo>
                  <a:lnTo>
                    <a:pt x="3340933" y="1323858"/>
                  </a:lnTo>
                  <a:lnTo>
                    <a:pt x="3341027" y="1323858"/>
                  </a:lnTo>
                  <a:lnTo>
                    <a:pt x="3341120" y="1323858"/>
                  </a:lnTo>
                  <a:lnTo>
                    <a:pt x="3341213" y="1323858"/>
                  </a:lnTo>
                  <a:lnTo>
                    <a:pt x="3341306" y="1323858"/>
                  </a:lnTo>
                  <a:lnTo>
                    <a:pt x="3341400" y="1323858"/>
                  </a:lnTo>
                  <a:lnTo>
                    <a:pt x="3341493" y="1323858"/>
                  </a:lnTo>
                  <a:lnTo>
                    <a:pt x="3341586" y="1323858"/>
                  </a:lnTo>
                  <a:lnTo>
                    <a:pt x="3341679" y="1323858"/>
                  </a:lnTo>
                  <a:lnTo>
                    <a:pt x="3341773" y="1323858"/>
                  </a:lnTo>
                  <a:lnTo>
                    <a:pt x="3341866" y="1323858"/>
                  </a:lnTo>
                  <a:lnTo>
                    <a:pt x="3341959" y="1323858"/>
                  </a:lnTo>
                  <a:lnTo>
                    <a:pt x="3342052" y="1323858"/>
                  </a:lnTo>
                  <a:lnTo>
                    <a:pt x="3342146" y="1323858"/>
                  </a:lnTo>
                  <a:lnTo>
                    <a:pt x="3342239" y="1323858"/>
                  </a:lnTo>
                  <a:lnTo>
                    <a:pt x="3342332" y="1323858"/>
                  </a:lnTo>
                  <a:lnTo>
                    <a:pt x="3342425" y="1323858"/>
                  </a:lnTo>
                  <a:lnTo>
                    <a:pt x="3342519" y="1323858"/>
                  </a:lnTo>
                  <a:lnTo>
                    <a:pt x="3342612" y="1323858"/>
                  </a:lnTo>
                  <a:lnTo>
                    <a:pt x="3342705" y="1323858"/>
                  </a:lnTo>
                  <a:lnTo>
                    <a:pt x="3342798" y="1323858"/>
                  </a:lnTo>
                  <a:lnTo>
                    <a:pt x="3342892" y="1323858"/>
                  </a:lnTo>
                  <a:lnTo>
                    <a:pt x="3342985" y="1323858"/>
                  </a:lnTo>
                  <a:lnTo>
                    <a:pt x="3343078" y="1323858"/>
                  </a:lnTo>
                  <a:lnTo>
                    <a:pt x="3343171" y="1323858"/>
                  </a:lnTo>
                  <a:lnTo>
                    <a:pt x="3343265" y="1323858"/>
                  </a:lnTo>
                  <a:lnTo>
                    <a:pt x="3343358" y="1323858"/>
                  </a:lnTo>
                  <a:lnTo>
                    <a:pt x="3343451" y="1323858"/>
                  </a:lnTo>
                  <a:lnTo>
                    <a:pt x="3343544" y="1323858"/>
                  </a:lnTo>
                  <a:lnTo>
                    <a:pt x="3343638" y="1323858"/>
                  </a:lnTo>
                  <a:lnTo>
                    <a:pt x="3343731" y="1323858"/>
                  </a:lnTo>
                  <a:lnTo>
                    <a:pt x="3343824" y="1323858"/>
                  </a:lnTo>
                  <a:lnTo>
                    <a:pt x="3343917" y="1323858"/>
                  </a:lnTo>
                  <a:lnTo>
                    <a:pt x="3344011" y="1323858"/>
                  </a:lnTo>
                  <a:lnTo>
                    <a:pt x="3344104" y="1323858"/>
                  </a:lnTo>
                  <a:lnTo>
                    <a:pt x="3344197" y="1323858"/>
                  </a:lnTo>
                  <a:lnTo>
                    <a:pt x="3344290" y="1323858"/>
                  </a:lnTo>
                  <a:lnTo>
                    <a:pt x="3344383" y="1323858"/>
                  </a:lnTo>
                  <a:lnTo>
                    <a:pt x="3344477" y="1323858"/>
                  </a:lnTo>
                  <a:lnTo>
                    <a:pt x="3344570" y="1323858"/>
                  </a:lnTo>
                  <a:lnTo>
                    <a:pt x="3344663" y="1323858"/>
                  </a:lnTo>
                  <a:lnTo>
                    <a:pt x="3344756" y="1323858"/>
                  </a:lnTo>
                  <a:lnTo>
                    <a:pt x="3344850" y="1323858"/>
                  </a:lnTo>
                  <a:lnTo>
                    <a:pt x="3344943" y="1323858"/>
                  </a:lnTo>
                  <a:lnTo>
                    <a:pt x="3345036" y="1323858"/>
                  </a:lnTo>
                  <a:lnTo>
                    <a:pt x="3345129" y="1323858"/>
                  </a:lnTo>
                  <a:lnTo>
                    <a:pt x="3345223" y="1323858"/>
                  </a:lnTo>
                  <a:lnTo>
                    <a:pt x="3345316" y="1323858"/>
                  </a:lnTo>
                  <a:lnTo>
                    <a:pt x="3345409" y="1323858"/>
                  </a:lnTo>
                  <a:lnTo>
                    <a:pt x="3345502" y="1323858"/>
                  </a:lnTo>
                  <a:lnTo>
                    <a:pt x="3345596" y="1323858"/>
                  </a:lnTo>
                  <a:lnTo>
                    <a:pt x="3345689" y="1323858"/>
                  </a:lnTo>
                  <a:lnTo>
                    <a:pt x="3345782" y="1323858"/>
                  </a:lnTo>
                  <a:lnTo>
                    <a:pt x="3345875" y="1323858"/>
                  </a:lnTo>
                  <a:lnTo>
                    <a:pt x="3345969" y="1323858"/>
                  </a:lnTo>
                  <a:lnTo>
                    <a:pt x="3346062" y="1323858"/>
                  </a:lnTo>
                  <a:lnTo>
                    <a:pt x="3346155" y="1323858"/>
                  </a:lnTo>
                  <a:lnTo>
                    <a:pt x="3346248" y="1323858"/>
                  </a:lnTo>
                  <a:lnTo>
                    <a:pt x="3346342" y="1323858"/>
                  </a:lnTo>
                  <a:lnTo>
                    <a:pt x="3346435" y="1323858"/>
                  </a:lnTo>
                  <a:lnTo>
                    <a:pt x="3346528" y="1323858"/>
                  </a:lnTo>
                  <a:lnTo>
                    <a:pt x="3346621" y="1323858"/>
                  </a:lnTo>
                  <a:lnTo>
                    <a:pt x="3346715" y="1323858"/>
                  </a:lnTo>
                  <a:lnTo>
                    <a:pt x="3346808" y="1323858"/>
                  </a:lnTo>
                  <a:lnTo>
                    <a:pt x="3346901" y="1323858"/>
                  </a:lnTo>
                  <a:lnTo>
                    <a:pt x="3346994" y="1323858"/>
                  </a:lnTo>
                  <a:lnTo>
                    <a:pt x="3347088" y="1323858"/>
                  </a:lnTo>
                  <a:lnTo>
                    <a:pt x="3347181" y="1323858"/>
                  </a:lnTo>
                  <a:lnTo>
                    <a:pt x="3347274" y="1323858"/>
                  </a:lnTo>
                  <a:lnTo>
                    <a:pt x="3347367" y="1323858"/>
                  </a:lnTo>
                  <a:lnTo>
                    <a:pt x="3347461" y="1323858"/>
                  </a:lnTo>
                  <a:lnTo>
                    <a:pt x="3347554" y="1323858"/>
                  </a:lnTo>
                  <a:lnTo>
                    <a:pt x="3347647" y="1323858"/>
                  </a:lnTo>
                  <a:lnTo>
                    <a:pt x="3347740" y="1323858"/>
                  </a:lnTo>
                  <a:lnTo>
                    <a:pt x="3347834" y="1323858"/>
                  </a:lnTo>
                  <a:lnTo>
                    <a:pt x="3347927" y="1323858"/>
                  </a:lnTo>
                  <a:lnTo>
                    <a:pt x="3348020" y="1323858"/>
                  </a:lnTo>
                  <a:lnTo>
                    <a:pt x="3348113" y="1323858"/>
                  </a:lnTo>
                  <a:lnTo>
                    <a:pt x="3348207" y="1323858"/>
                  </a:lnTo>
                  <a:lnTo>
                    <a:pt x="3348300" y="1323858"/>
                  </a:lnTo>
                  <a:lnTo>
                    <a:pt x="3348393" y="1323858"/>
                  </a:lnTo>
                  <a:lnTo>
                    <a:pt x="3348486" y="1323858"/>
                  </a:lnTo>
                  <a:lnTo>
                    <a:pt x="3348580" y="1323858"/>
                  </a:lnTo>
                  <a:lnTo>
                    <a:pt x="3348673" y="1323858"/>
                  </a:lnTo>
                  <a:lnTo>
                    <a:pt x="3348766" y="1323858"/>
                  </a:lnTo>
                  <a:lnTo>
                    <a:pt x="3348859" y="1323858"/>
                  </a:lnTo>
                  <a:lnTo>
                    <a:pt x="3348953" y="1323858"/>
                  </a:lnTo>
                  <a:lnTo>
                    <a:pt x="3349046" y="1323858"/>
                  </a:lnTo>
                  <a:lnTo>
                    <a:pt x="3349139" y="1323858"/>
                  </a:lnTo>
                  <a:lnTo>
                    <a:pt x="3349232" y="1323858"/>
                  </a:lnTo>
                  <a:lnTo>
                    <a:pt x="3349326" y="1323858"/>
                  </a:lnTo>
                  <a:lnTo>
                    <a:pt x="3349419" y="1323858"/>
                  </a:lnTo>
                  <a:lnTo>
                    <a:pt x="3349512" y="1323858"/>
                  </a:lnTo>
                  <a:lnTo>
                    <a:pt x="3349605" y="1323858"/>
                  </a:lnTo>
                  <a:lnTo>
                    <a:pt x="3349699" y="1323858"/>
                  </a:lnTo>
                  <a:lnTo>
                    <a:pt x="3349792" y="1323858"/>
                  </a:lnTo>
                  <a:lnTo>
                    <a:pt x="3349885" y="1323858"/>
                  </a:lnTo>
                  <a:lnTo>
                    <a:pt x="3349978" y="1323858"/>
                  </a:lnTo>
                  <a:lnTo>
                    <a:pt x="3350072" y="1323858"/>
                  </a:lnTo>
                  <a:lnTo>
                    <a:pt x="3350165" y="1323858"/>
                  </a:lnTo>
                  <a:lnTo>
                    <a:pt x="3350258" y="1323858"/>
                  </a:lnTo>
                  <a:lnTo>
                    <a:pt x="3350351" y="1323858"/>
                  </a:lnTo>
                  <a:lnTo>
                    <a:pt x="3350445" y="1323858"/>
                  </a:lnTo>
                  <a:lnTo>
                    <a:pt x="3350538" y="1323858"/>
                  </a:lnTo>
                  <a:lnTo>
                    <a:pt x="3350631" y="1323858"/>
                  </a:lnTo>
                  <a:lnTo>
                    <a:pt x="3350724" y="1323858"/>
                  </a:lnTo>
                  <a:lnTo>
                    <a:pt x="3350818" y="1323858"/>
                  </a:lnTo>
                  <a:lnTo>
                    <a:pt x="3350911" y="1323858"/>
                  </a:lnTo>
                  <a:lnTo>
                    <a:pt x="3351004" y="1323858"/>
                  </a:lnTo>
                  <a:lnTo>
                    <a:pt x="3351097" y="1323858"/>
                  </a:lnTo>
                  <a:lnTo>
                    <a:pt x="3351190" y="1323858"/>
                  </a:lnTo>
                  <a:lnTo>
                    <a:pt x="3351284" y="1323858"/>
                  </a:lnTo>
                  <a:lnTo>
                    <a:pt x="3351377" y="1323858"/>
                  </a:lnTo>
                  <a:lnTo>
                    <a:pt x="3351470" y="1323858"/>
                  </a:lnTo>
                  <a:lnTo>
                    <a:pt x="3351563" y="1323858"/>
                  </a:lnTo>
                  <a:lnTo>
                    <a:pt x="3351657" y="1323858"/>
                  </a:lnTo>
                  <a:lnTo>
                    <a:pt x="3351750" y="1323858"/>
                  </a:lnTo>
                  <a:lnTo>
                    <a:pt x="3351843" y="1323858"/>
                  </a:lnTo>
                  <a:lnTo>
                    <a:pt x="3351936" y="1323858"/>
                  </a:lnTo>
                  <a:lnTo>
                    <a:pt x="3352030" y="1323858"/>
                  </a:lnTo>
                  <a:lnTo>
                    <a:pt x="3352123" y="1323858"/>
                  </a:lnTo>
                  <a:lnTo>
                    <a:pt x="3352216" y="1323858"/>
                  </a:lnTo>
                  <a:lnTo>
                    <a:pt x="3352309" y="1323858"/>
                  </a:lnTo>
                  <a:lnTo>
                    <a:pt x="3352403" y="1323858"/>
                  </a:lnTo>
                  <a:lnTo>
                    <a:pt x="3352496" y="1323858"/>
                  </a:lnTo>
                  <a:lnTo>
                    <a:pt x="3352589" y="1323858"/>
                  </a:lnTo>
                  <a:lnTo>
                    <a:pt x="3352682" y="1323858"/>
                  </a:lnTo>
                  <a:lnTo>
                    <a:pt x="3352776" y="1323858"/>
                  </a:lnTo>
                  <a:lnTo>
                    <a:pt x="3352869" y="1323858"/>
                  </a:lnTo>
                  <a:lnTo>
                    <a:pt x="3352962" y="1323858"/>
                  </a:lnTo>
                  <a:lnTo>
                    <a:pt x="3353055" y="1323858"/>
                  </a:lnTo>
                  <a:lnTo>
                    <a:pt x="3353149" y="1323858"/>
                  </a:lnTo>
                  <a:lnTo>
                    <a:pt x="3353242" y="1323858"/>
                  </a:lnTo>
                  <a:lnTo>
                    <a:pt x="3353335" y="1323858"/>
                  </a:lnTo>
                  <a:lnTo>
                    <a:pt x="3353428" y="1323858"/>
                  </a:lnTo>
                  <a:lnTo>
                    <a:pt x="3353522" y="1323858"/>
                  </a:lnTo>
                  <a:lnTo>
                    <a:pt x="3353615" y="1323858"/>
                  </a:lnTo>
                  <a:lnTo>
                    <a:pt x="3353708" y="1323858"/>
                  </a:lnTo>
                  <a:lnTo>
                    <a:pt x="3353801" y="1323858"/>
                  </a:lnTo>
                  <a:lnTo>
                    <a:pt x="3353895" y="1323858"/>
                  </a:lnTo>
                  <a:lnTo>
                    <a:pt x="3353988" y="1323858"/>
                  </a:lnTo>
                  <a:lnTo>
                    <a:pt x="3354081" y="1323858"/>
                  </a:lnTo>
                  <a:lnTo>
                    <a:pt x="3354174" y="1323858"/>
                  </a:lnTo>
                  <a:lnTo>
                    <a:pt x="3354268" y="1323858"/>
                  </a:lnTo>
                  <a:lnTo>
                    <a:pt x="3354361" y="1323858"/>
                  </a:lnTo>
                  <a:lnTo>
                    <a:pt x="3354454" y="1323858"/>
                  </a:lnTo>
                  <a:lnTo>
                    <a:pt x="3354547" y="1323858"/>
                  </a:lnTo>
                  <a:lnTo>
                    <a:pt x="3354641" y="1323858"/>
                  </a:lnTo>
                  <a:lnTo>
                    <a:pt x="3354734" y="1323858"/>
                  </a:lnTo>
                  <a:lnTo>
                    <a:pt x="3354827" y="1323858"/>
                  </a:lnTo>
                  <a:lnTo>
                    <a:pt x="3354920" y="1323858"/>
                  </a:lnTo>
                  <a:lnTo>
                    <a:pt x="3355014" y="1323858"/>
                  </a:lnTo>
                  <a:lnTo>
                    <a:pt x="3355107" y="1323858"/>
                  </a:lnTo>
                  <a:lnTo>
                    <a:pt x="3355200" y="1323858"/>
                  </a:lnTo>
                  <a:lnTo>
                    <a:pt x="3355293" y="1323858"/>
                  </a:lnTo>
                  <a:lnTo>
                    <a:pt x="3355387" y="1323858"/>
                  </a:lnTo>
                  <a:lnTo>
                    <a:pt x="3355480" y="1323858"/>
                  </a:lnTo>
                  <a:lnTo>
                    <a:pt x="3355573" y="1323858"/>
                  </a:lnTo>
                  <a:lnTo>
                    <a:pt x="3355666" y="1323858"/>
                  </a:lnTo>
                  <a:lnTo>
                    <a:pt x="3355760" y="1323858"/>
                  </a:lnTo>
                  <a:lnTo>
                    <a:pt x="3355853" y="1323858"/>
                  </a:lnTo>
                  <a:lnTo>
                    <a:pt x="3355946" y="1323858"/>
                  </a:lnTo>
                  <a:lnTo>
                    <a:pt x="3356039" y="1323858"/>
                  </a:lnTo>
                  <a:lnTo>
                    <a:pt x="3356133" y="1323858"/>
                  </a:lnTo>
                  <a:lnTo>
                    <a:pt x="3356226" y="1323858"/>
                  </a:lnTo>
                  <a:lnTo>
                    <a:pt x="3356319" y="1323858"/>
                  </a:lnTo>
                  <a:lnTo>
                    <a:pt x="3356412" y="1323858"/>
                  </a:lnTo>
                  <a:lnTo>
                    <a:pt x="3356506" y="1323858"/>
                  </a:lnTo>
                  <a:lnTo>
                    <a:pt x="3356599" y="1323858"/>
                  </a:lnTo>
                  <a:lnTo>
                    <a:pt x="3356692" y="1323858"/>
                  </a:lnTo>
                  <a:lnTo>
                    <a:pt x="3356785" y="1323858"/>
                  </a:lnTo>
                  <a:lnTo>
                    <a:pt x="3356879" y="1323858"/>
                  </a:lnTo>
                  <a:lnTo>
                    <a:pt x="3356972" y="1323858"/>
                  </a:lnTo>
                  <a:lnTo>
                    <a:pt x="3357065" y="1323858"/>
                  </a:lnTo>
                  <a:lnTo>
                    <a:pt x="3357158" y="1323858"/>
                  </a:lnTo>
                  <a:lnTo>
                    <a:pt x="3357252" y="1323858"/>
                  </a:lnTo>
                  <a:lnTo>
                    <a:pt x="3357345" y="1323858"/>
                  </a:lnTo>
                  <a:lnTo>
                    <a:pt x="3357438" y="1323858"/>
                  </a:lnTo>
                  <a:lnTo>
                    <a:pt x="3357531" y="1323858"/>
                  </a:lnTo>
                  <a:lnTo>
                    <a:pt x="3357625" y="1323858"/>
                  </a:lnTo>
                  <a:lnTo>
                    <a:pt x="3357718" y="1323858"/>
                  </a:lnTo>
                  <a:lnTo>
                    <a:pt x="3357811" y="1323858"/>
                  </a:lnTo>
                  <a:lnTo>
                    <a:pt x="3357904" y="1323858"/>
                  </a:lnTo>
                  <a:lnTo>
                    <a:pt x="3357997" y="1323858"/>
                  </a:lnTo>
                  <a:lnTo>
                    <a:pt x="3358091" y="1323858"/>
                  </a:lnTo>
                  <a:lnTo>
                    <a:pt x="3358184" y="1323858"/>
                  </a:lnTo>
                  <a:lnTo>
                    <a:pt x="3358277" y="1323858"/>
                  </a:lnTo>
                  <a:lnTo>
                    <a:pt x="3358370" y="1323858"/>
                  </a:lnTo>
                  <a:lnTo>
                    <a:pt x="3358464" y="1323858"/>
                  </a:lnTo>
                  <a:lnTo>
                    <a:pt x="3358464" y="1313904"/>
                  </a:lnTo>
                  <a:lnTo>
                    <a:pt x="3358557" y="1313904"/>
                  </a:lnTo>
                  <a:lnTo>
                    <a:pt x="3358650" y="1313904"/>
                  </a:lnTo>
                  <a:lnTo>
                    <a:pt x="3358743" y="1313904"/>
                  </a:lnTo>
                  <a:lnTo>
                    <a:pt x="3358837" y="1313904"/>
                  </a:lnTo>
                  <a:lnTo>
                    <a:pt x="3358930" y="1313904"/>
                  </a:lnTo>
                  <a:lnTo>
                    <a:pt x="3359023" y="1313904"/>
                  </a:lnTo>
                  <a:lnTo>
                    <a:pt x="3359116" y="1313904"/>
                  </a:lnTo>
                  <a:lnTo>
                    <a:pt x="3359210" y="1313904"/>
                  </a:lnTo>
                  <a:lnTo>
                    <a:pt x="3359303" y="1313904"/>
                  </a:lnTo>
                  <a:lnTo>
                    <a:pt x="3359396" y="1313904"/>
                  </a:lnTo>
                  <a:lnTo>
                    <a:pt x="3359489" y="1313904"/>
                  </a:lnTo>
                  <a:lnTo>
                    <a:pt x="3359583" y="1313904"/>
                  </a:lnTo>
                  <a:lnTo>
                    <a:pt x="3359676" y="1313904"/>
                  </a:lnTo>
                  <a:lnTo>
                    <a:pt x="3359769" y="1313904"/>
                  </a:lnTo>
                  <a:lnTo>
                    <a:pt x="3359862" y="1313904"/>
                  </a:lnTo>
                  <a:lnTo>
                    <a:pt x="3359956" y="1313904"/>
                  </a:lnTo>
                  <a:lnTo>
                    <a:pt x="3360049" y="1313904"/>
                  </a:lnTo>
                  <a:lnTo>
                    <a:pt x="3360142" y="1313904"/>
                  </a:lnTo>
                  <a:lnTo>
                    <a:pt x="3360235" y="1313904"/>
                  </a:lnTo>
                  <a:lnTo>
                    <a:pt x="3360329" y="1313904"/>
                  </a:lnTo>
                  <a:lnTo>
                    <a:pt x="3360422" y="1313904"/>
                  </a:lnTo>
                  <a:lnTo>
                    <a:pt x="3360515" y="1313904"/>
                  </a:lnTo>
                  <a:lnTo>
                    <a:pt x="3360608" y="1313904"/>
                  </a:lnTo>
                  <a:lnTo>
                    <a:pt x="3360702" y="1313904"/>
                  </a:lnTo>
                  <a:lnTo>
                    <a:pt x="3360795" y="1313904"/>
                  </a:lnTo>
                  <a:lnTo>
                    <a:pt x="3360888" y="1313904"/>
                  </a:lnTo>
                  <a:lnTo>
                    <a:pt x="3360981" y="1313904"/>
                  </a:lnTo>
                  <a:lnTo>
                    <a:pt x="3361075" y="1313904"/>
                  </a:lnTo>
                  <a:lnTo>
                    <a:pt x="3361168" y="1313904"/>
                  </a:lnTo>
                  <a:lnTo>
                    <a:pt x="3361261" y="1313904"/>
                  </a:lnTo>
                  <a:lnTo>
                    <a:pt x="3361354" y="1313904"/>
                  </a:lnTo>
                  <a:lnTo>
                    <a:pt x="3361448" y="1313904"/>
                  </a:lnTo>
                  <a:lnTo>
                    <a:pt x="3361541" y="1313904"/>
                  </a:lnTo>
                  <a:lnTo>
                    <a:pt x="3361634" y="1313904"/>
                  </a:lnTo>
                  <a:lnTo>
                    <a:pt x="3361727" y="1313904"/>
                  </a:lnTo>
                  <a:lnTo>
                    <a:pt x="3361821" y="1313904"/>
                  </a:lnTo>
                  <a:lnTo>
                    <a:pt x="3361914" y="1313904"/>
                  </a:lnTo>
                  <a:lnTo>
                    <a:pt x="3362007" y="1313904"/>
                  </a:lnTo>
                  <a:lnTo>
                    <a:pt x="3362100" y="1313904"/>
                  </a:lnTo>
                  <a:lnTo>
                    <a:pt x="3362194" y="1313904"/>
                  </a:lnTo>
                  <a:lnTo>
                    <a:pt x="3362287" y="1313904"/>
                  </a:lnTo>
                  <a:lnTo>
                    <a:pt x="3362380" y="1313904"/>
                  </a:lnTo>
                  <a:lnTo>
                    <a:pt x="3362473" y="1313904"/>
                  </a:lnTo>
                  <a:lnTo>
                    <a:pt x="3362567" y="1313904"/>
                  </a:lnTo>
                  <a:lnTo>
                    <a:pt x="3362660" y="1313904"/>
                  </a:lnTo>
                  <a:lnTo>
                    <a:pt x="3362753" y="1313904"/>
                  </a:lnTo>
                  <a:lnTo>
                    <a:pt x="3362846" y="1313904"/>
                  </a:lnTo>
                  <a:lnTo>
                    <a:pt x="3362940" y="1313904"/>
                  </a:lnTo>
                  <a:lnTo>
                    <a:pt x="3363033" y="1313904"/>
                  </a:lnTo>
                  <a:lnTo>
                    <a:pt x="3363126" y="1313904"/>
                  </a:lnTo>
                  <a:lnTo>
                    <a:pt x="3363219" y="1313904"/>
                  </a:lnTo>
                  <a:lnTo>
                    <a:pt x="3363313" y="1313904"/>
                  </a:lnTo>
                  <a:lnTo>
                    <a:pt x="3363406" y="1313904"/>
                  </a:lnTo>
                  <a:lnTo>
                    <a:pt x="3363499" y="1313904"/>
                  </a:lnTo>
                  <a:lnTo>
                    <a:pt x="3363592" y="1313904"/>
                  </a:lnTo>
                  <a:lnTo>
                    <a:pt x="3363686" y="1313904"/>
                  </a:lnTo>
                  <a:lnTo>
                    <a:pt x="3363779" y="1313904"/>
                  </a:lnTo>
                  <a:lnTo>
                    <a:pt x="3363872" y="1313904"/>
                  </a:lnTo>
                  <a:lnTo>
                    <a:pt x="3363965" y="1313904"/>
                  </a:lnTo>
                  <a:lnTo>
                    <a:pt x="3364059" y="1313904"/>
                  </a:lnTo>
                  <a:lnTo>
                    <a:pt x="3364152" y="1313904"/>
                  </a:lnTo>
                  <a:lnTo>
                    <a:pt x="3364245" y="1313904"/>
                  </a:lnTo>
                  <a:lnTo>
                    <a:pt x="3364338" y="1313904"/>
                  </a:lnTo>
                  <a:lnTo>
                    <a:pt x="3364432" y="1313904"/>
                  </a:lnTo>
                  <a:lnTo>
                    <a:pt x="3364525" y="1313904"/>
                  </a:lnTo>
                  <a:lnTo>
                    <a:pt x="3364618" y="1313904"/>
                  </a:lnTo>
                  <a:lnTo>
                    <a:pt x="3364711" y="1313904"/>
                  </a:lnTo>
                  <a:lnTo>
                    <a:pt x="3364805" y="1313904"/>
                  </a:lnTo>
                  <a:lnTo>
                    <a:pt x="3364898" y="1313904"/>
                  </a:lnTo>
                  <a:lnTo>
                    <a:pt x="3364991" y="1313904"/>
                  </a:lnTo>
                  <a:lnTo>
                    <a:pt x="3365084" y="1313904"/>
                  </a:lnTo>
                  <a:lnTo>
                    <a:pt x="3365177" y="1313904"/>
                  </a:lnTo>
                  <a:lnTo>
                    <a:pt x="3365271" y="1313904"/>
                  </a:lnTo>
                  <a:lnTo>
                    <a:pt x="3365364" y="1313904"/>
                  </a:lnTo>
                  <a:lnTo>
                    <a:pt x="3365457" y="1313904"/>
                  </a:lnTo>
                  <a:lnTo>
                    <a:pt x="3365550" y="1313904"/>
                  </a:lnTo>
                  <a:lnTo>
                    <a:pt x="3365644" y="1313904"/>
                  </a:lnTo>
                  <a:lnTo>
                    <a:pt x="3365644" y="1303950"/>
                  </a:lnTo>
                  <a:lnTo>
                    <a:pt x="3365737" y="1303950"/>
                  </a:lnTo>
                  <a:lnTo>
                    <a:pt x="3365830" y="1303950"/>
                  </a:lnTo>
                  <a:lnTo>
                    <a:pt x="3365923" y="1303950"/>
                  </a:lnTo>
                  <a:lnTo>
                    <a:pt x="3366017" y="1303950"/>
                  </a:lnTo>
                  <a:lnTo>
                    <a:pt x="3366110" y="1303950"/>
                  </a:lnTo>
                  <a:lnTo>
                    <a:pt x="3366203" y="1303950"/>
                  </a:lnTo>
                  <a:lnTo>
                    <a:pt x="3366296" y="1303950"/>
                  </a:lnTo>
                  <a:lnTo>
                    <a:pt x="3366390" y="1303950"/>
                  </a:lnTo>
                  <a:lnTo>
                    <a:pt x="3366483" y="1303950"/>
                  </a:lnTo>
                  <a:lnTo>
                    <a:pt x="3366576" y="1303950"/>
                  </a:lnTo>
                  <a:lnTo>
                    <a:pt x="3366669" y="1303950"/>
                  </a:lnTo>
                  <a:lnTo>
                    <a:pt x="3366763" y="1303950"/>
                  </a:lnTo>
                  <a:lnTo>
                    <a:pt x="3366856" y="1303950"/>
                  </a:lnTo>
                  <a:lnTo>
                    <a:pt x="3366949" y="1303950"/>
                  </a:lnTo>
                  <a:lnTo>
                    <a:pt x="3367042" y="1303950"/>
                  </a:lnTo>
                  <a:lnTo>
                    <a:pt x="3367136" y="1303950"/>
                  </a:lnTo>
                  <a:lnTo>
                    <a:pt x="3367229" y="1303950"/>
                  </a:lnTo>
                  <a:lnTo>
                    <a:pt x="3367322" y="1303950"/>
                  </a:lnTo>
                  <a:lnTo>
                    <a:pt x="3367415" y="1303950"/>
                  </a:lnTo>
                  <a:lnTo>
                    <a:pt x="3367509" y="1303950"/>
                  </a:lnTo>
                  <a:lnTo>
                    <a:pt x="3367602" y="1303950"/>
                  </a:lnTo>
                  <a:lnTo>
                    <a:pt x="3367695" y="1303950"/>
                  </a:lnTo>
                  <a:lnTo>
                    <a:pt x="3367788" y="1303950"/>
                  </a:lnTo>
                  <a:lnTo>
                    <a:pt x="3367882" y="1303950"/>
                  </a:lnTo>
                  <a:lnTo>
                    <a:pt x="3367975" y="1303950"/>
                  </a:lnTo>
                  <a:lnTo>
                    <a:pt x="3368068" y="1303950"/>
                  </a:lnTo>
                  <a:lnTo>
                    <a:pt x="3368161" y="1303950"/>
                  </a:lnTo>
                  <a:lnTo>
                    <a:pt x="3368255" y="1303950"/>
                  </a:lnTo>
                  <a:lnTo>
                    <a:pt x="3368348" y="1303950"/>
                  </a:lnTo>
                  <a:lnTo>
                    <a:pt x="3368441" y="1303950"/>
                  </a:lnTo>
                  <a:lnTo>
                    <a:pt x="3368534" y="1303950"/>
                  </a:lnTo>
                  <a:lnTo>
                    <a:pt x="3368628" y="1303950"/>
                  </a:lnTo>
                  <a:lnTo>
                    <a:pt x="3368721" y="1303950"/>
                  </a:lnTo>
                  <a:lnTo>
                    <a:pt x="3368814" y="1303950"/>
                  </a:lnTo>
                  <a:lnTo>
                    <a:pt x="3368907" y="1303950"/>
                  </a:lnTo>
                  <a:lnTo>
                    <a:pt x="3369001" y="1303950"/>
                  </a:lnTo>
                  <a:lnTo>
                    <a:pt x="3369094" y="1303950"/>
                  </a:lnTo>
                  <a:lnTo>
                    <a:pt x="3369187" y="1303950"/>
                  </a:lnTo>
                  <a:lnTo>
                    <a:pt x="3369280" y="1303950"/>
                  </a:lnTo>
                  <a:lnTo>
                    <a:pt x="3369374" y="1303950"/>
                  </a:lnTo>
                  <a:lnTo>
                    <a:pt x="3369467" y="1303950"/>
                  </a:lnTo>
                  <a:lnTo>
                    <a:pt x="3369560" y="1303950"/>
                  </a:lnTo>
                  <a:lnTo>
                    <a:pt x="3369653" y="1303950"/>
                  </a:lnTo>
                  <a:lnTo>
                    <a:pt x="3369747" y="1303950"/>
                  </a:lnTo>
                  <a:lnTo>
                    <a:pt x="3369840" y="1303950"/>
                  </a:lnTo>
                  <a:lnTo>
                    <a:pt x="3369933" y="1303950"/>
                  </a:lnTo>
                  <a:lnTo>
                    <a:pt x="3370026" y="1303950"/>
                  </a:lnTo>
                  <a:lnTo>
                    <a:pt x="3370120" y="1303950"/>
                  </a:lnTo>
                  <a:lnTo>
                    <a:pt x="3370213" y="1303950"/>
                  </a:lnTo>
                  <a:lnTo>
                    <a:pt x="3370306" y="1303950"/>
                  </a:lnTo>
                  <a:lnTo>
                    <a:pt x="3370399" y="1303950"/>
                  </a:lnTo>
                  <a:lnTo>
                    <a:pt x="3370493" y="1303950"/>
                  </a:lnTo>
                  <a:lnTo>
                    <a:pt x="3370586" y="1303950"/>
                  </a:lnTo>
                  <a:lnTo>
                    <a:pt x="3370679" y="1303950"/>
                  </a:lnTo>
                  <a:lnTo>
                    <a:pt x="3370772" y="1303950"/>
                  </a:lnTo>
                  <a:lnTo>
                    <a:pt x="3370866" y="1303950"/>
                  </a:lnTo>
                  <a:lnTo>
                    <a:pt x="3370959" y="1303950"/>
                  </a:lnTo>
                  <a:lnTo>
                    <a:pt x="3371052" y="1303950"/>
                  </a:lnTo>
                  <a:lnTo>
                    <a:pt x="3371145" y="1303950"/>
                  </a:lnTo>
                  <a:lnTo>
                    <a:pt x="3371239" y="1303950"/>
                  </a:lnTo>
                  <a:lnTo>
                    <a:pt x="3371332" y="1303950"/>
                  </a:lnTo>
                  <a:lnTo>
                    <a:pt x="3371425" y="1303950"/>
                  </a:lnTo>
                  <a:lnTo>
                    <a:pt x="3371518" y="1303950"/>
                  </a:lnTo>
                  <a:lnTo>
                    <a:pt x="3371612" y="1303950"/>
                  </a:lnTo>
                  <a:lnTo>
                    <a:pt x="3371705" y="1303950"/>
                  </a:lnTo>
                  <a:lnTo>
                    <a:pt x="3371798" y="1303950"/>
                  </a:lnTo>
                  <a:lnTo>
                    <a:pt x="3371891" y="1303950"/>
                  </a:lnTo>
                  <a:lnTo>
                    <a:pt x="3371984" y="1303950"/>
                  </a:lnTo>
                  <a:lnTo>
                    <a:pt x="3372078" y="1303950"/>
                  </a:lnTo>
                  <a:lnTo>
                    <a:pt x="3372171" y="1303950"/>
                  </a:lnTo>
                  <a:lnTo>
                    <a:pt x="3372264" y="1303950"/>
                  </a:lnTo>
                  <a:lnTo>
                    <a:pt x="3372357" y="1303950"/>
                  </a:lnTo>
                  <a:lnTo>
                    <a:pt x="3372451" y="1303950"/>
                  </a:lnTo>
                  <a:lnTo>
                    <a:pt x="3372544" y="1303950"/>
                  </a:lnTo>
                  <a:lnTo>
                    <a:pt x="3372637" y="1303950"/>
                  </a:lnTo>
                  <a:lnTo>
                    <a:pt x="3372730" y="1303950"/>
                  </a:lnTo>
                  <a:lnTo>
                    <a:pt x="3372824" y="1303950"/>
                  </a:lnTo>
                  <a:lnTo>
                    <a:pt x="3372917" y="1303950"/>
                  </a:lnTo>
                  <a:lnTo>
                    <a:pt x="3373010" y="1303950"/>
                  </a:lnTo>
                  <a:lnTo>
                    <a:pt x="3373103" y="1303950"/>
                  </a:lnTo>
                  <a:lnTo>
                    <a:pt x="3373197" y="1303950"/>
                  </a:lnTo>
                  <a:lnTo>
                    <a:pt x="3373290" y="1303950"/>
                  </a:lnTo>
                  <a:lnTo>
                    <a:pt x="3373383" y="1303950"/>
                  </a:lnTo>
                  <a:lnTo>
                    <a:pt x="3373476" y="1303950"/>
                  </a:lnTo>
                  <a:lnTo>
                    <a:pt x="3373570" y="1303950"/>
                  </a:lnTo>
                  <a:lnTo>
                    <a:pt x="3373663" y="1303950"/>
                  </a:lnTo>
                  <a:lnTo>
                    <a:pt x="3373756" y="1303950"/>
                  </a:lnTo>
                  <a:lnTo>
                    <a:pt x="3373849" y="1303950"/>
                  </a:lnTo>
                  <a:lnTo>
                    <a:pt x="3373943" y="1303950"/>
                  </a:lnTo>
                  <a:lnTo>
                    <a:pt x="3374036" y="1303950"/>
                  </a:lnTo>
                  <a:lnTo>
                    <a:pt x="3374129" y="1303950"/>
                  </a:lnTo>
                  <a:lnTo>
                    <a:pt x="3374222" y="1303950"/>
                  </a:lnTo>
                  <a:lnTo>
                    <a:pt x="3374316" y="1303950"/>
                  </a:lnTo>
                  <a:lnTo>
                    <a:pt x="3374409" y="1303950"/>
                  </a:lnTo>
                  <a:lnTo>
                    <a:pt x="3374502" y="1303950"/>
                  </a:lnTo>
                  <a:lnTo>
                    <a:pt x="3374595" y="1303950"/>
                  </a:lnTo>
                  <a:lnTo>
                    <a:pt x="3374689" y="1303950"/>
                  </a:lnTo>
                  <a:lnTo>
                    <a:pt x="3374782" y="1303950"/>
                  </a:lnTo>
                  <a:lnTo>
                    <a:pt x="3374875" y="1303950"/>
                  </a:lnTo>
                  <a:lnTo>
                    <a:pt x="3374968" y="1303950"/>
                  </a:lnTo>
                  <a:lnTo>
                    <a:pt x="3375062" y="1303950"/>
                  </a:lnTo>
                  <a:lnTo>
                    <a:pt x="3375155" y="1303950"/>
                  </a:lnTo>
                  <a:lnTo>
                    <a:pt x="3375248" y="1303950"/>
                  </a:lnTo>
                  <a:lnTo>
                    <a:pt x="3375341" y="1303950"/>
                  </a:lnTo>
                  <a:lnTo>
                    <a:pt x="3375435" y="1303950"/>
                  </a:lnTo>
                  <a:lnTo>
                    <a:pt x="3375528" y="1303950"/>
                  </a:lnTo>
                  <a:lnTo>
                    <a:pt x="3375621" y="1303950"/>
                  </a:lnTo>
                  <a:lnTo>
                    <a:pt x="3375714" y="1303950"/>
                  </a:lnTo>
                  <a:lnTo>
                    <a:pt x="3375808" y="1303950"/>
                  </a:lnTo>
                  <a:lnTo>
                    <a:pt x="3375901" y="1303950"/>
                  </a:lnTo>
                  <a:lnTo>
                    <a:pt x="3375994" y="1303950"/>
                  </a:lnTo>
                  <a:lnTo>
                    <a:pt x="3376087" y="1303950"/>
                  </a:lnTo>
                  <a:lnTo>
                    <a:pt x="3376181" y="1303950"/>
                  </a:lnTo>
                  <a:lnTo>
                    <a:pt x="3376274" y="1303950"/>
                  </a:lnTo>
                  <a:lnTo>
                    <a:pt x="3376367" y="1303950"/>
                  </a:lnTo>
                  <a:lnTo>
                    <a:pt x="3376460" y="1303950"/>
                  </a:lnTo>
                  <a:lnTo>
                    <a:pt x="3376554" y="1303950"/>
                  </a:lnTo>
                  <a:lnTo>
                    <a:pt x="3376647" y="1303950"/>
                  </a:lnTo>
                  <a:lnTo>
                    <a:pt x="3376740" y="1303950"/>
                  </a:lnTo>
                  <a:lnTo>
                    <a:pt x="3376833" y="1303950"/>
                  </a:lnTo>
                  <a:lnTo>
                    <a:pt x="3376927" y="1303950"/>
                  </a:lnTo>
                  <a:lnTo>
                    <a:pt x="3377020" y="1303950"/>
                  </a:lnTo>
                  <a:lnTo>
                    <a:pt x="3377113" y="1303950"/>
                  </a:lnTo>
                  <a:lnTo>
                    <a:pt x="3377206" y="1303950"/>
                  </a:lnTo>
                  <a:lnTo>
                    <a:pt x="3377300" y="1303950"/>
                  </a:lnTo>
                  <a:lnTo>
                    <a:pt x="3377393" y="1303950"/>
                  </a:lnTo>
                  <a:lnTo>
                    <a:pt x="3377486" y="1303950"/>
                  </a:lnTo>
                  <a:lnTo>
                    <a:pt x="3377579" y="1303950"/>
                  </a:lnTo>
                  <a:lnTo>
                    <a:pt x="3377673" y="1303950"/>
                  </a:lnTo>
                  <a:lnTo>
                    <a:pt x="3377766" y="1303950"/>
                  </a:lnTo>
                  <a:lnTo>
                    <a:pt x="3377859" y="1303950"/>
                  </a:lnTo>
                  <a:lnTo>
                    <a:pt x="3377952" y="1303950"/>
                  </a:lnTo>
                  <a:lnTo>
                    <a:pt x="3378046" y="1303950"/>
                  </a:lnTo>
                  <a:lnTo>
                    <a:pt x="3378139" y="1303950"/>
                  </a:lnTo>
                  <a:lnTo>
                    <a:pt x="3378232" y="1303950"/>
                  </a:lnTo>
                  <a:lnTo>
                    <a:pt x="3378325" y="1303950"/>
                  </a:lnTo>
                  <a:lnTo>
                    <a:pt x="3378419" y="1303950"/>
                  </a:lnTo>
                  <a:lnTo>
                    <a:pt x="3378512" y="1303950"/>
                  </a:lnTo>
                  <a:lnTo>
                    <a:pt x="3378605" y="1303950"/>
                  </a:lnTo>
                  <a:lnTo>
                    <a:pt x="3378698" y="1303950"/>
                  </a:lnTo>
                  <a:lnTo>
                    <a:pt x="3378791" y="1303950"/>
                  </a:lnTo>
                  <a:lnTo>
                    <a:pt x="3378885" y="1303950"/>
                  </a:lnTo>
                  <a:lnTo>
                    <a:pt x="3378978" y="1303950"/>
                  </a:lnTo>
                  <a:lnTo>
                    <a:pt x="3379071" y="1303950"/>
                  </a:lnTo>
                  <a:lnTo>
                    <a:pt x="3379164" y="1303950"/>
                  </a:lnTo>
                  <a:lnTo>
                    <a:pt x="3379258" y="1303950"/>
                  </a:lnTo>
                  <a:lnTo>
                    <a:pt x="3379351" y="1303950"/>
                  </a:lnTo>
                  <a:lnTo>
                    <a:pt x="3379444" y="1303950"/>
                  </a:lnTo>
                  <a:lnTo>
                    <a:pt x="3379537" y="1303950"/>
                  </a:lnTo>
                  <a:lnTo>
                    <a:pt x="3379631" y="1303950"/>
                  </a:lnTo>
                  <a:lnTo>
                    <a:pt x="3379724" y="1303950"/>
                  </a:lnTo>
                  <a:lnTo>
                    <a:pt x="3379817" y="1303950"/>
                  </a:lnTo>
                  <a:lnTo>
                    <a:pt x="3379910" y="1303950"/>
                  </a:lnTo>
                  <a:lnTo>
                    <a:pt x="3380004" y="1303950"/>
                  </a:lnTo>
                  <a:lnTo>
                    <a:pt x="3380097" y="1303950"/>
                  </a:lnTo>
                  <a:lnTo>
                    <a:pt x="3380190" y="1303950"/>
                  </a:lnTo>
                  <a:lnTo>
                    <a:pt x="3380283" y="1303950"/>
                  </a:lnTo>
                  <a:lnTo>
                    <a:pt x="3380377" y="1303950"/>
                  </a:lnTo>
                  <a:lnTo>
                    <a:pt x="3380470" y="1303950"/>
                  </a:lnTo>
                  <a:lnTo>
                    <a:pt x="3380563" y="1303950"/>
                  </a:lnTo>
                  <a:lnTo>
                    <a:pt x="3380656" y="1303950"/>
                  </a:lnTo>
                  <a:lnTo>
                    <a:pt x="3380750" y="1303950"/>
                  </a:lnTo>
                  <a:lnTo>
                    <a:pt x="3380843" y="1303950"/>
                  </a:lnTo>
                  <a:lnTo>
                    <a:pt x="3380936" y="1303950"/>
                  </a:lnTo>
                  <a:lnTo>
                    <a:pt x="3381029" y="1303950"/>
                  </a:lnTo>
                  <a:lnTo>
                    <a:pt x="3381123" y="1303950"/>
                  </a:lnTo>
                  <a:lnTo>
                    <a:pt x="3381216" y="1303950"/>
                  </a:lnTo>
                  <a:lnTo>
                    <a:pt x="3381309" y="1303950"/>
                  </a:lnTo>
                  <a:lnTo>
                    <a:pt x="3381402" y="1303950"/>
                  </a:lnTo>
                  <a:lnTo>
                    <a:pt x="3381496" y="1303950"/>
                  </a:lnTo>
                  <a:lnTo>
                    <a:pt x="3381589" y="1303950"/>
                  </a:lnTo>
                  <a:lnTo>
                    <a:pt x="3381682" y="1303950"/>
                  </a:lnTo>
                  <a:lnTo>
                    <a:pt x="3381775" y="1303950"/>
                  </a:lnTo>
                  <a:lnTo>
                    <a:pt x="3381869" y="1303950"/>
                  </a:lnTo>
                  <a:lnTo>
                    <a:pt x="3381962" y="1303950"/>
                  </a:lnTo>
                  <a:lnTo>
                    <a:pt x="3382055" y="1303950"/>
                  </a:lnTo>
                  <a:lnTo>
                    <a:pt x="3382148" y="1303950"/>
                  </a:lnTo>
                  <a:lnTo>
                    <a:pt x="3382242" y="1303950"/>
                  </a:lnTo>
                  <a:lnTo>
                    <a:pt x="3382335" y="1303950"/>
                  </a:lnTo>
                  <a:lnTo>
                    <a:pt x="3382428" y="1303950"/>
                  </a:lnTo>
                  <a:lnTo>
                    <a:pt x="3382521" y="1303950"/>
                  </a:lnTo>
                  <a:lnTo>
                    <a:pt x="3382615" y="1303950"/>
                  </a:lnTo>
                  <a:lnTo>
                    <a:pt x="3382708" y="1303950"/>
                  </a:lnTo>
                  <a:lnTo>
                    <a:pt x="3382801" y="1303950"/>
                  </a:lnTo>
                  <a:lnTo>
                    <a:pt x="3382894" y="1303950"/>
                  </a:lnTo>
                  <a:lnTo>
                    <a:pt x="3382988" y="1303950"/>
                  </a:lnTo>
                  <a:lnTo>
                    <a:pt x="3383081" y="1303950"/>
                  </a:lnTo>
                  <a:lnTo>
                    <a:pt x="3383174" y="1303950"/>
                  </a:lnTo>
                  <a:lnTo>
                    <a:pt x="3383267" y="1303950"/>
                  </a:lnTo>
                  <a:lnTo>
                    <a:pt x="3383361" y="1303950"/>
                  </a:lnTo>
                  <a:lnTo>
                    <a:pt x="3383454" y="1303950"/>
                  </a:lnTo>
                  <a:lnTo>
                    <a:pt x="3383547" y="1303950"/>
                  </a:lnTo>
                  <a:lnTo>
                    <a:pt x="3383640" y="1303950"/>
                  </a:lnTo>
                  <a:lnTo>
                    <a:pt x="3383734" y="1303950"/>
                  </a:lnTo>
                  <a:lnTo>
                    <a:pt x="3383827" y="1303950"/>
                  </a:lnTo>
                  <a:lnTo>
                    <a:pt x="3383920" y="1303950"/>
                  </a:lnTo>
                  <a:lnTo>
                    <a:pt x="3384013" y="1303950"/>
                  </a:lnTo>
                  <a:lnTo>
                    <a:pt x="3384107" y="1303950"/>
                  </a:lnTo>
                  <a:lnTo>
                    <a:pt x="3384200" y="1303950"/>
                  </a:lnTo>
                  <a:lnTo>
                    <a:pt x="3384293" y="1303950"/>
                  </a:lnTo>
                  <a:lnTo>
                    <a:pt x="3384386" y="1303950"/>
                  </a:lnTo>
                  <a:lnTo>
                    <a:pt x="3384480" y="1303950"/>
                  </a:lnTo>
                  <a:lnTo>
                    <a:pt x="3384573" y="1303950"/>
                  </a:lnTo>
                  <a:lnTo>
                    <a:pt x="3384666" y="1303950"/>
                  </a:lnTo>
                  <a:lnTo>
                    <a:pt x="3384759" y="1303950"/>
                  </a:lnTo>
                  <a:lnTo>
                    <a:pt x="3384853" y="1303950"/>
                  </a:lnTo>
                  <a:lnTo>
                    <a:pt x="3384946" y="1303950"/>
                  </a:lnTo>
                  <a:lnTo>
                    <a:pt x="3385039" y="1303950"/>
                  </a:lnTo>
                  <a:lnTo>
                    <a:pt x="3385132" y="1303950"/>
                  </a:lnTo>
                  <a:lnTo>
                    <a:pt x="3385226" y="1303950"/>
                  </a:lnTo>
                  <a:lnTo>
                    <a:pt x="3385319" y="1303950"/>
                  </a:lnTo>
                  <a:lnTo>
                    <a:pt x="3385412" y="1303950"/>
                  </a:lnTo>
                  <a:lnTo>
                    <a:pt x="3385505" y="1303950"/>
                  </a:lnTo>
                  <a:lnTo>
                    <a:pt x="3385599" y="1303950"/>
                  </a:lnTo>
                  <a:lnTo>
                    <a:pt x="3385692" y="1303950"/>
                  </a:lnTo>
                  <a:lnTo>
                    <a:pt x="3385785" y="1303950"/>
                  </a:lnTo>
                  <a:lnTo>
                    <a:pt x="3385878" y="1303950"/>
                  </a:lnTo>
                  <a:lnTo>
                    <a:pt x="3385971" y="1303950"/>
                  </a:lnTo>
                  <a:lnTo>
                    <a:pt x="3386065" y="1303950"/>
                  </a:lnTo>
                  <a:lnTo>
                    <a:pt x="3386158" y="1303950"/>
                  </a:lnTo>
                  <a:lnTo>
                    <a:pt x="3386251" y="1303950"/>
                  </a:lnTo>
                  <a:lnTo>
                    <a:pt x="3386344" y="1303950"/>
                  </a:lnTo>
                  <a:lnTo>
                    <a:pt x="3386438" y="1303950"/>
                  </a:lnTo>
                  <a:lnTo>
                    <a:pt x="3386531" y="1303950"/>
                  </a:lnTo>
                  <a:lnTo>
                    <a:pt x="3386624" y="1303950"/>
                  </a:lnTo>
                  <a:lnTo>
                    <a:pt x="3386717" y="1303950"/>
                  </a:lnTo>
                  <a:lnTo>
                    <a:pt x="3386811" y="1303950"/>
                  </a:lnTo>
                  <a:lnTo>
                    <a:pt x="3386904" y="1303950"/>
                  </a:lnTo>
                  <a:lnTo>
                    <a:pt x="3386997" y="1303950"/>
                  </a:lnTo>
                  <a:lnTo>
                    <a:pt x="3387090" y="1303950"/>
                  </a:lnTo>
                  <a:lnTo>
                    <a:pt x="3387184" y="1303950"/>
                  </a:lnTo>
                  <a:lnTo>
                    <a:pt x="3387277" y="1303950"/>
                  </a:lnTo>
                  <a:lnTo>
                    <a:pt x="3387370" y="1303950"/>
                  </a:lnTo>
                  <a:lnTo>
                    <a:pt x="3387463" y="1303950"/>
                  </a:lnTo>
                  <a:lnTo>
                    <a:pt x="3387557" y="1303950"/>
                  </a:lnTo>
                  <a:lnTo>
                    <a:pt x="3387650" y="1303950"/>
                  </a:lnTo>
                  <a:lnTo>
                    <a:pt x="3387743" y="1303950"/>
                  </a:lnTo>
                  <a:lnTo>
                    <a:pt x="3387836" y="1303950"/>
                  </a:lnTo>
                  <a:lnTo>
                    <a:pt x="3387930" y="1303950"/>
                  </a:lnTo>
                  <a:lnTo>
                    <a:pt x="3388023" y="1303950"/>
                  </a:lnTo>
                  <a:lnTo>
                    <a:pt x="3388116" y="1303950"/>
                  </a:lnTo>
                  <a:lnTo>
                    <a:pt x="3388209" y="1303950"/>
                  </a:lnTo>
                  <a:lnTo>
                    <a:pt x="3388303" y="1303950"/>
                  </a:lnTo>
                  <a:lnTo>
                    <a:pt x="3388396" y="1303950"/>
                  </a:lnTo>
                  <a:lnTo>
                    <a:pt x="3388489" y="1303950"/>
                  </a:lnTo>
                  <a:lnTo>
                    <a:pt x="3388582" y="1303950"/>
                  </a:lnTo>
                  <a:lnTo>
                    <a:pt x="3388676" y="1303950"/>
                  </a:lnTo>
                  <a:lnTo>
                    <a:pt x="3388769" y="1303950"/>
                  </a:lnTo>
                  <a:lnTo>
                    <a:pt x="3388862" y="1303950"/>
                  </a:lnTo>
                  <a:lnTo>
                    <a:pt x="3388955" y="1303950"/>
                  </a:lnTo>
                  <a:lnTo>
                    <a:pt x="3389049" y="1303950"/>
                  </a:lnTo>
                  <a:lnTo>
                    <a:pt x="3389142" y="1303950"/>
                  </a:lnTo>
                  <a:lnTo>
                    <a:pt x="3389235" y="1303950"/>
                  </a:lnTo>
                  <a:lnTo>
                    <a:pt x="3389328" y="1303950"/>
                  </a:lnTo>
                  <a:lnTo>
                    <a:pt x="3389422" y="1303950"/>
                  </a:lnTo>
                  <a:lnTo>
                    <a:pt x="3389515" y="1303950"/>
                  </a:lnTo>
                  <a:lnTo>
                    <a:pt x="3389608" y="1303950"/>
                  </a:lnTo>
                  <a:lnTo>
                    <a:pt x="3389701" y="1303950"/>
                  </a:lnTo>
                  <a:lnTo>
                    <a:pt x="3389795" y="1303950"/>
                  </a:lnTo>
                  <a:lnTo>
                    <a:pt x="3389888" y="1303950"/>
                  </a:lnTo>
                  <a:lnTo>
                    <a:pt x="3389981" y="1303950"/>
                  </a:lnTo>
                  <a:lnTo>
                    <a:pt x="3390074" y="1303950"/>
                  </a:lnTo>
                  <a:lnTo>
                    <a:pt x="3390168" y="1303950"/>
                  </a:lnTo>
                  <a:lnTo>
                    <a:pt x="3390261" y="1303950"/>
                  </a:lnTo>
                  <a:lnTo>
                    <a:pt x="3390354" y="1303950"/>
                  </a:lnTo>
                  <a:lnTo>
                    <a:pt x="3390447" y="1303950"/>
                  </a:lnTo>
                  <a:lnTo>
                    <a:pt x="3390541" y="1303950"/>
                  </a:lnTo>
                  <a:lnTo>
                    <a:pt x="3390634" y="1303950"/>
                  </a:lnTo>
                  <a:lnTo>
                    <a:pt x="3390727" y="1303950"/>
                  </a:lnTo>
                  <a:lnTo>
                    <a:pt x="3390820" y="1303950"/>
                  </a:lnTo>
                  <a:lnTo>
                    <a:pt x="3390914" y="1303950"/>
                  </a:lnTo>
                  <a:lnTo>
                    <a:pt x="3391007" y="1303950"/>
                  </a:lnTo>
                  <a:lnTo>
                    <a:pt x="3391100" y="1303950"/>
                  </a:lnTo>
                  <a:lnTo>
                    <a:pt x="3391193" y="1303950"/>
                  </a:lnTo>
                  <a:lnTo>
                    <a:pt x="3391287" y="1303950"/>
                  </a:lnTo>
                  <a:lnTo>
                    <a:pt x="3391380" y="1303950"/>
                  </a:lnTo>
                  <a:lnTo>
                    <a:pt x="3391473" y="1303950"/>
                  </a:lnTo>
                  <a:lnTo>
                    <a:pt x="3391566" y="1303950"/>
                  </a:lnTo>
                  <a:lnTo>
                    <a:pt x="3391660" y="1303950"/>
                  </a:lnTo>
                  <a:lnTo>
                    <a:pt x="3391753" y="1303950"/>
                  </a:lnTo>
                  <a:lnTo>
                    <a:pt x="3391846" y="1303950"/>
                  </a:lnTo>
                  <a:lnTo>
                    <a:pt x="3391939" y="1303950"/>
                  </a:lnTo>
                  <a:lnTo>
                    <a:pt x="3392033" y="1303950"/>
                  </a:lnTo>
                  <a:lnTo>
                    <a:pt x="3392126" y="1303950"/>
                  </a:lnTo>
                  <a:lnTo>
                    <a:pt x="3392219" y="1303950"/>
                  </a:lnTo>
                  <a:lnTo>
                    <a:pt x="3392312" y="1303950"/>
                  </a:lnTo>
                  <a:lnTo>
                    <a:pt x="3392406" y="1303950"/>
                  </a:lnTo>
                  <a:lnTo>
                    <a:pt x="3392499" y="1303950"/>
                  </a:lnTo>
                  <a:lnTo>
                    <a:pt x="3392592" y="1303950"/>
                  </a:lnTo>
                  <a:lnTo>
                    <a:pt x="3392685" y="1303950"/>
                  </a:lnTo>
                  <a:lnTo>
                    <a:pt x="3392778" y="1303950"/>
                  </a:lnTo>
                  <a:lnTo>
                    <a:pt x="3392872" y="1303950"/>
                  </a:lnTo>
                  <a:lnTo>
                    <a:pt x="3392965" y="1303950"/>
                  </a:lnTo>
                  <a:lnTo>
                    <a:pt x="3393058" y="1303950"/>
                  </a:lnTo>
                  <a:lnTo>
                    <a:pt x="3393151" y="1303950"/>
                  </a:lnTo>
                  <a:lnTo>
                    <a:pt x="3393245" y="1303950"/>
                  </a:lnTo>
                  <a:lnTo>
                    <a:pt x="3393338" y="1303950"/>
                  </a:lnTo>
                  <a:lnTo>
                    <a:pt x="3393431" y="1303950"/>
                  </a:lnTo>
                  <a:lnTo>
                    <a:pt x="3393524" y="1303950"/>
                  </a:lnTo>
                  <a:lnTo>
                    <a:pt x="3393618" y="1303950"/>
                  </a:lnTo>
                  <a:lnTo>
                    <a:pt x="3393711" y="1303950"/>
                  </a:lnTo>
                  <a:lnTo>
                    <a:pt x="3393804" y="1303950"/>
                  </a:lnTo>
                  <a:lnTo>
                    <a:pt x="3393897" y="1303950"/>
                  </a:lnTo>
                  <a:lnTo>
                    <a:pt x="3393991" y="1303950"/>
                  </a:lnTo>
                  <a:lnTo>
                    <a:pt x="3394084" y="1303950"/>
                  </a:lnTo>
                  <a:lnTo>
                    <a:pt x="3394177" y="1303950"/>
                  </a:lnTo>
                  <a:lnTo>
                    <a:pt x="3394270" y="1303950"/>
                  </a:lnTo>
                  <a:lnTo>
                    <a:pt x="3394364" y="1303950"/>
                  </a:lnTo>
                  <a:lnTo>
                    <a:pt x="3394457" y="1303950"/>
                  </a:lnTo>
                  <a:lnTo>
                    <a:pt x="3394550" y="1303950"/>
                  </a:lnTo>
                  <a:lnTo>
                    <a:pt x="3394643" y="1303950"/>
                  </a:lnTo>
                  <a:lnTo>
                    <a:pt x="3394737" y="1303950"/>
                  </a:lnTo>
                  <a:lnTo>
                    <a:pt x="3394830" y="1303950"/>
                  </a:lnTo>
                  <a:lnTo>
                    <a:pt x="3394923" y="1303950"/>
                  </a:lnTo>
                  <a:lnTo>
                    <a:pt x="3395016" y="1303950"/>
                  </a:lnTo>
                  <a:lnTo>
                    <a:pt x="3395110" y="1303950"/>
                  </a:lnTo>
                  <a:lnTo>
                    <a:pt x="3395203" y="1303950"/>
                  </a:lnTo>
                  <a:lnTo>
                    <a:pt x="3395296" y="1303950"/>
                  </a:lnTo>
                  <a:lnTo>
                    <a:pt x="3395389" y="1303950"/>
                  </a:lnTo>
                  <a:lnTo>
                    <a:pt x="3395483" y="1303950"/>
                  </a:lnTo>
                  <a:lnTo>
                    <a:pt x="3395576" y="1303950"/>
                  </a:lnTo>
                  <a:lnTo>
                    <a:pt x="3395669" y="1303950"/>
                  </a:lnTo>
                  <a:lnTo>
                    <a:pt x="3395762" y="1303950"/>
                  </a:lnTo>
                  <a:lnTo>
                    <a:pt x="3395856" y="1303950"/>
                  </a:lnTo>
                  <a:lnTo>
                    <a:pt x="3395949" y="1303950"/>
                  </a:lnTo>
                  <a:lnTo>
                    <a:pt x="3396042" y="1303950"/>
                  </a:lnTo>
                  <a:lnTo>
                    <a:pt x="3396135" y="1303950"/>
                  </a:lnTo>
                  <a:lnTo>
                    <a:pt x="3396229" y="1303950"/>
                  </a:lnTo>
                  <a:lnTo>
                    <a:pt x="3396322" y="1303950"/>
                  </a:lnTo>
                  <a:lnTo>
                    <a:pt x="3396415" y="1303950"/>
                  </a:lnTo>
                  <a:lnTo>
                    <a:pt x="3396508" y="1303950"/>
                  </a:lnTo>
                  <a:lnTo>
                    <a:pt x="3396602" y="1303950"/>
                  </a:lnTo>
                  <a:lnTo>
                    <a:pt x="3396695" y="1303950"/>
                  </a:lnTo>
                  <a:lnTo>
                    <a:pt x="3396788" y="1303950"/>
                  </a:lnTo>
                  <a:lnTo>
                    <a:pt x="3396881" y="1303950"/>
                  </a:lnTo>
                  <a:lnTo>
                    <a:pt x="3396975" y="1303950"/>
                  </a:lnTo>
                  <a:lnTo>
                    <a:pt x="3397068" y="1303950"/>
                  </a:lnTo>
                  <a:lnTo>
                    <a:pt x="3397161" y="1303950"/>
                  </a:lnTo>
                  <a:lnTo>
                    <a:pt x="3397254" y="1303950"/>
                  </a:lnTo>
                  <a:lnTo>
                    <a:pt x="3397348" y="1303950"/>
                  </a:lnTo>
                  <a:lnTo>
                    <a:pt x="3397441" y="1303950"/>
                  </a:lnTo>
                  <a:lnTo>
                    <a:pt x="3397534" y="1303950"/>
                  </a:lnTo>
                  <a:lnTo>
                    <a:pt x="3397627" y="1303950"/>
                  </a:lnTo>
                  <a:lnTo>
                    <a:pt x="3397721" y="1303950"/>
                  </a:lnTo>
                  <a:lnTo>
                    <a:pt x="3397814" y="1303950"/>
                  </a:lnTo>
                  <a:lnTo>
                    <a:pt x="3397907" y="1303950"/>
                  </a:lnTo>
                  <a:lnTo>
                    <a:pt x="3398000" y="1303950"/>
                  </a:lnTo>
                  <a:lnTo>
                    <a:pt x="3398094" y="1303950"/>
                  </a:lnTo>
                  <a:lnTo>
                    <a:pt x="3398187" y="1303950"/>
                  </a:lnTo>
                  <a:lnTo>
                    <a:pt x="3398280" y="1303950"/>
                  </a:lnTo>
                  <a:lnTo>
                    <a:pt x="3398373" y="1303950"/>
                  </a:lnTo>
                  <a:lnTo>
                    <a:pt x="3398467" y="1303950"/>
                  </a:lnTo>
                  <a:lnTo>
                    <a:pt x="3398560" y="1303950"/>
                  </a:lnTo>
                  <a:lnTo>
                    <a:pt x="3398653" y="1303950"/>
                  </a:lnTo>
                  <a:lnTo>
                    <a:pt x="3398746" y="1303950"/>
                  </a:lnTo>
                  <a:lnTo>
                    <a:pt x="3398840" y="1303950"/>
                  </a:lnTo>
                  <a:lnTo>
                    <a:pt x="3398933" y="1303950"/>
                  </a:lnTo>
                  <a:lnTo>
                    <a:pt x="3399026" y="1303950"/>
                  </a:lnTo>
                  <a:lnTo>
                    <a:pt x="3399119" y="1303950"/>
                  </a:lnTo>
                  <a:lnTo>
                    <a:pt x="3399213" y="1303950"/>
                  </a:lnTo>
                  <a:lnTo>
                    <a:pt x="3399306" y="1303950"/>
                  </a:lnTo>
                  <a:lnTo>
                    <a:pt x="3399399" y="1303950"/>
                  </a:lnTo>
                  <a:lnTo>
                    <a:pt x="3399492" y="1303950"/>
                  </a:lnTo>
                  <a:lnTo>
                    <a:pt x="3399585" y="1303950"/>
                  </a:lnTo>
                  <a:lnTo>
                    <a:pt x="3399679" y="1303950"/>
                  </a:lnTo>
                  <a:lnTo>
                    <a:pt x="3399772" y="1303950"/>
                  </a:lnTo>
                  <a:lnTo>
                    <a:pt x="3399865" y="1303950"/>
                  </a:lnTo>
                  <a:lnTo>
                    <a:pt x="3399958" y="1303950"/>
                  </a:lnTo>
                  <a:lnTo>
                    <a:pt x="3400052" y="1303950"/>
                  </a:lnTo>
                  <a:lnTo>
                    <a:pt x="3400145" y="1303950"/>
                  </a:lnTo>
                  <a:lnTo>
                    <a:pt x="3400238" y="1303950"/>
                  </a:lnTo>
                  <a:lnTo>
                    <a:pt x="3400238" y="1293996"/>
                  </a:lnTo>
                  <a:lnTo>
                    <a:pt x="3400331" y="1293996"/>
                  </a:lnTo>
                  <a:lnTo>
                    <a:pt x="3400425" y="1293996"/>
                  </a:lnTo>
                  <a:lnTo>
                    <a:pt x="3400518" y="1293996"/>
                  </a:lnTo>
                  <a:lnTo>
                    <a:pt x="3400611" y="1293996"/>
                  </a:lnTo>
                  <a:lnTo>
                    <a:pt x="3400704" y="1293996"/>
                  </a:lnTo>
                  <a:lnTo>
                    <a:pt x="3400798" y="1293996"/>
                  </a:lnTo>
                  <a:lnTo>
                    <a:pt x="3400891" y="1293996"/>
                  </a:lnTo>
                  <a:lnTo>
                    <a:pt x="3400984" y="1293996"/>
                  </a:lnTo>
                  <a:lnTo>
                    <a:pt x="3401077" y="1293996"/>
                  </a:lnTo>
                  <a:lnTo>
                    <a:pt x="3401171" y="1293996"/>
                  </a:lnTo>
                  <a:lnTo>
                    <a:pt x="3401264" y="1293996"/>
                  </a:lnTo>
                  <a:lnTo>
                    <a:pt x="3401357" y="1293996"/>
                  </a:lnTo>
                  <a:lnTo>
                    <a:pt x="3401450" y="1293996"/>
                  </a:lnTo>
                  <a:lnTo>
                    <a:pt x="3401544" y="1293996"/>
                  </a:lnTo>
                  <a:lnTo>
                    <a:pt x="3401637" y="1293996"/>
                  </a:lnTo>
                  <a:lnTo>
                    <a:pt x="3401730" y="1293996"/>
                  </a:lnTo>
                  <a:lnTo>
                    <a:pt x="3401823" y="1293996"/>
                  </a:lnTo>
                  <a:lnTo>
                    <a:pt x="3401917" y="1293996"/>
                  </a:lnTo>
                  <a:lnTo>
                    <a:pt x="3402010" y="1293996"/>
                  </a:lnTo>
                  <a:lnTo>
                    <a:pt x="3402103" y="1293996"/>
                  </a:lnTo>
                  <a:lnTo>
                    <a:pt x="3402196" y="1293996"/>
                  </a:lnTo>
                  <a:lnTo>
                    <a:pt x="3402290" y="1293996"/>
                  </a:lnTo>
                  <a:lnTo>
                    <a:pt x="3402383" y="1293996"/>
                  </a:lnTo>
                  <a:lnTo>
                    <a:pt x="3402476" y="1293996"/>
                  </a:lnTo>
                  <a:lnTo>
                    <a:pt x="3402569" y="1293996"/>
                  </a:lnTo>
                  <a:lnTo>
                    <a:pt x="3402663" y="1293996"/>
                  </a:lnTo>
                  <a:lnTo>
                    <a:pt x="3402756" y="1293996"/>
                  </a:lnTo>
                  <a:lnTo>
                    <a:pt x="3402849" y="1293996"/>
                  </a:lnTo>
                  <a:lnTo>
                    <a:pt x="3402942" y="1293996"/>
                  </a:lnTo>
                  <a:lnTo>
                    <a:pt x="3402942" y="1284043"/>
                  </a:lnTo>
                  <a:lnTo>
                    <a:pt x="3403036" y="1284043"/>
                  </a:lnTo>
                  <a:lnTo>
                    <a:pt x="3403129" y="1284043"/>
                  </a:lnTo>
                  <a:lnTo>
                    <a:pt x="3403222" y="1284043"/>
                  </a:lnTo>
                  <a:lnTo>
                    <a:pt x="3403315" y="1284043"/>
                  </a:lnTo>
                  <a:lnTo>
                    <a:pt x="3403409" y="1284043"/>
                  </a:lnTo>
                  <a:lnTo>
                    <a:pt x="3403502" y="1284043"/>
                  </a:lnTo>
                  <a:lnTo>
                    <a:pt x="3403595" y="1284043"/>
                  </a:lnTo>
                  <a:lnTo>
                    <a:pt x="3403688" y="1284043"/>
                  </a:lnTo>
                  <a:lnTo>
                    <a:pt x="3403782" y="1284043"/>
                  </a:lnTo>
                  <a:lnTo>
                    <a:pt x="3403875" y="1284043"/>
                  </a:lnTo>
                  <a:lnTo>
                    <a:pt x="3403968" y="1284043"/>
                  </a:lnTo>
                  <a:lnTo>
                    <a:pt x="3404061" y="1284043"/>
                  </a:lnTo>
                  <a:lnTo>
                    <a:pt x="3404155" y="1284043"/>
                  </a:lnTo>
                  <a:lnTo>
                    <a:pt x="3404248" y="1284043"/>
                  </a:lnTo>
                  <a:lnTo>
                    <a:pt x="3404341" y="1284043"/>
                  </a:lnTo>
                  <a:lnTo>
                    <a:pt x="3404434" y="1284043"/>
                  </a:lnTo>
                  <a:lnTo>
                    <a:pt x="3404528" y="1284043"/>
                  </a:lnTo>
                  <a:lnTo>
                    <a:pt x="3404621" y="1284043"/>
                  </a:lnTo>
                  <a:lnTo>
                    <a:pt x="3404714" y="1284043"/>
                  </a:lnTo>
                  <a:lnTo>
                    <a:pt x="3404807" y="1284043"/>
                  </a:lnTo>
                  <a:lnTo>
                    <a:pt x="3404901" y="1284043"/>
                  </a:lnTo>
                  <a:lnTo>
                    <a:pt x="3404994" y="1284043"/>
                  </a:lnTo>
                  <a:lnTo>
                    <a:pt x="3405087" y="1284043"/>
                  </a:lnTo>
                  <a:lnTo>
                    <a:pt x="3405180" y="1284043"/>
                  </a:lnTo>
                  <a:lnTo>
                    <a:pt x="3405274" y="1284043"/>
                  </a:lnTo>
                  <a:lnTo>
                    <a:pt x="3405367" y="1284043"/>
                  </a:lnTo>
                  <a:lnTo>
                    <a:pt x="3405460" y="1284043"/>
                  </a:lnTo>
                  <a:lnTo>
                    <a:pt x="3405553" y="1284043"/>
                  </a:lnTo>
                  <a:lnTo>
                    <a:pt x="3405647" y="1284043"/>
                  </a:lnTo>
                  <a:lnTo>
                    <a:pt x="3405740" y="1284043"/>
                  </a:lnTo>
                  <a:lnTo>
                    <a:pt x="3405833" y="1284043"/>
                  </a:lnTo>
                  <a:lnTo>
                    <a:pt x="3405926" y="1284043"/>
                  </a:lnTo>
                  <a:lnTo>
                    <a:pt x="3406020" y="1284043"/>
                  </a:lnTo>
                  <a:lnTo>
                    <a:pt x="3406113" y="1284043"/>
                  </a:lnTo>
                  <a:lnTo>
                    <a:pt x="3406206" y="1284043"/>
                  </a:lnTo>
                  <a:lnTo>
                    <a:pt x="3406299" y="1284043"/>
                  </a:lnTo>
                  <a:lnTo>
                    <a:pt x="3406393" y="1284043"/>
                  </a:lnTo>
                  <a:lnTo>
                    <a:pt x="3406486" y="1284043"/>
                  </a:lnTo>
                  <a:lnTo>
                    <a:pt x="3406579" y="1284043"/>
                  </a:lnTo>
                  <a:lnTo>
                    <a:pt x="3406672" y="1284043"/>
                  </a:lnTo>
                  <a:lnTo>
                    <a:pt x="3406765" y="1284043"/>
                  </a:lnTo>
                  <a:lnTo>
                    <a:pt x="3406859" y="1284043"/>
                  </a:lnTo>
                  <a:lnTo>
                    <a:pt x="3406952" y="1284043"/>
                  </a:lnTo>
                  <a:lnTo>
                    <a:pt x="3407045" y="1284043"/>
                  </a:lnTo>
                  <a:lnTo>
                    <a:pt x="3407138" y="1284043"/>
                  </a:lnTo>
                  <a:lnTo>
                    <a:pt x="3407232" y="1284043"/>
                  </a:lnTo>
                  <a:lnTo>
                    <a:pt x="3407325" y="1284043"/>
                  </a:lnTo>
                  <a:lnTo>
                    <a:pt x="3407418" y="1284043"/>
                  </a:lnTo>
                  <a:lnTo>
                    <a:pt x="3407511" y="1284043"/>
                  </a:lnTo>
                  <a:lnTo>
                    <a:pt x="3407605" y="1284043"/>
                  </a:lnTo>
                  <a:lnTo>
                    <a:pt x="3407698" y="1284043"/>
                  </a:lnTo>
                  <a:lnTo>
                    <a:pt x="3407791" y="1284043"/>
                  </a:lnTo>
                  <a:lnTo>
                    <a:pt x="3407884" y="1284043"/>
                  </a:lnTo>
                  <a:lnTo>
                    <a:pt x="3407978" y="1284043"/>
                  </a:lnTo>
                  <a:lnTo>
                    <a:pt x="3408071" y="1284043"/>
                  </a:lnTo>
                  <a:lnTo>
                    <a:pt x="3408164" y="1284043"/>
                  </a:lnTo>
                  <a:lnTo>
                    <a:pt x="3408257" y="1284043"/>
                  </a:lnTo>
                  <a:lnTo>
                    <a:pt x="3408351" y="1284043"/>
                  </a:lnTo>
                  <a:lnTo>
                    <a:pt x="3408444" y="1284043"/>
                  </a:lnTo>
                  <a:lnTo>
                    <a:pt x="3408537" y="1284043"/>
                  </a:lnTo>
                  <a:lnTo>
                    <a:pt x="3408630" y="1284043"/>
                  </a:lnTo>
                  <a:lnTo>
                    <a:pt x="3408724" y="1284043"/>
                  </a:lnTo>
                  <a:lnTo>
                    <a:pt x="3408817" y="1284043"/>
                  </a:lnTo>
                  <a:lnTo>
                    <a:pt x="3408910" y="1284043"/>
                  </a:lnTo>
                  <a:lnTo>
                    <a:pt x="3409003" y="1284043"/>
                  </a:lnTo>
                  <a:lnTo>
                    <a:pt x="3409097" y="1284043"/>
                  </a:lnTo>
                  <a:lnTo>
                    <a:pt x="3409190" y="1284043"/>
                  </a:lnTo>
                  <a:lnTo>
                    <a:pt x="3409283" y="1284043"/>
                  </a:lnTo>
                  <a:lnTo>
                    <a:pt x="3409376" y="1284043"/>
                  </a:lnTo>
                  <a:lnTo>
                    <a:pt x="3409470" y="1284043"/>
                  </a:lnTo>
                  <a:lnTo>
                    <a:pt x="3409563" y="1284043"/>
                  </a:lnTo>
                  <a:lnTo>
                    <a:pt x="3409656" y="1284043"/>
                  </a:lnTo>
                  <a:lnTo>
                    <a:pt x="3409749" y="1284043"/>
                  </a:lnTo>
                  <a:lnTo>
                    <a:pt x="3409843" y="1284043"/>
                  </a:lnTo>
                  <a:lnTo>
                    <a:pt x="3409936" y="1284043"/>
                  </a:lnTo>
                  <a:lnTo>
                    <a:pt x="3410029" y="1284043"/>
                  </a:lnTo>
                  <a:lnTo>
                    <a:pt x="3410122" y="1284043"/>
                  </a:lnTo>
                  <a:lnTo>
                    <a:pt x="3410216" y="1284043"/>
                  </a:lnTo>
                  <a:lnTo>
                    <a:pt x="3410309" y="1284043"/>
                  </a:lnTo>
                  <a:lnTo>
                    <a:pt x="3410402" y="1284043"/>
                  </a:lnTo>
                  <a:lnTo>
                    <a:pt x="3410495" y="1284043"/>
                  </a:lnTo>
                  <a:lnTo>
                    <a:pt x="3410589" y="1284043"/>
                  </a:lnTo>
                  <a:lnTo>
                    <a:pt x="3410682" y="1284043"/>
                  </a:lnTo>
                  <a:lnTo>
                    <a:pt x="3410775" y="1284043"/>
                  </a:lnTo>
                  <a:lnTo>
                    <a:pt x="3410868" y="1284043"/>
                  </a:lnTo>
                  <a:lnTo>
                    <a:pt x="3410962" y="1284043"/>
                  </a:lnTo>
                  <a:lnTo>
                    <a:pt x="3411055" y="1284043"/>
                  </a:lnTo>
                  <a:lnTo>
                    <a:pt x="3411148" y="1284043"/>
                  </a:lnTo>
                  <a:lnTo>
                    <a:pt x="3411241" y="1284043"/>
                  </a:lnTo>
                  <a:lnTo>
                    <a:pt x="3411335" y="1284043"/>
                  </a:lnTo>
                  <a:lnTo>
                    <a:pt x="3411428" y="1284043"/>
                  </a:lnTo>
                  <a:lnTo>
                    <a:pt x="3411521" y="1284043"/>
                  </a:lnTo>
                  <a:lnTo>
                    <a:pt x="3411614" y="1284043"/>
                  </a:lnTo>
                  <a:lnTo>
                    <a:pt x="3411708" y="1284043"/>
                  </a:lnTo>
                  <a:lnTo>
                    <a:pt x="3411801" y="1284043"/>
                  </a:lnTo>
                  <a:lnTo>
                    <a:pt x="3411894" y="1284043"/>
                  </a:lnTo>
                  <a:lnTo>
                    <a:pt x="3411987" y="1284043"/>
                  </a:lnTo>
                  <a:lnTo>
                    <a:pt x="3412081" y="1284043"/>
                  </a:lnTo>
                  <a:lnTo>
                    <a:pt x="3412174" y="1284043"/>
                  </a:lnTo>
                  <a:lnTo>
                    <a:pt x="3412267" y="1284043"/>
                  </a:lnTo>
                  <a:lnTo>
                    <a:pt x="3412360" y="1284043"/>
                  </a:lnTo>
                  <a:lnTo>
                    <a:pt x="3412454" y="1284043"/>
                  </a:lnTo>
                  <a:lnTo>
                    <a:pt x="3412547" y="1284043"/>
                  </a:lnTo>
                  <a:lnTo>
                    <a:pt x="3412640" y="1284043"/>
                  </a:lnTo>
                  <a:lnTo>
                    <a:pt x="3412733" y="1284043"/>
                  </a:lnTo>
                  <a:lnTo>
                    <a:pt x="3412827" y="1284043"/>
                  </a:lnTo>
                  <a:lnTo>
                    <a:pt x="3412920" y="1284043"/>
                  </a:lnTo>
                  <a:lnTo>
                    <a:pt x="3413013" y="1284043"/>
                  </a:lnTo>
                  <a:lnTo>
                    <a:pt x="3413106" y="1284043"/>
                  </a:lnTo>
                  <a:lnTo>
                    <a:pt x="3413200" y="1284043"/>
                  </a:lnTo>
                  <a:lnTo>
                    <a:pt x="3413293" y="1284043"/>
                  </a:lnTo>
                  <a:lnTo>
                    <a:pt x="3413386" y="1284043"/>
                  </a:lnTo>
                  <a:lnTo>
                    <a:pt x="3413479" y="1284043"/>
                  </a:lnTo>
                  <a:lnTo>
                    <a:pt x="3413572" y="1284043"/>
                  </a:lnTo>
                  <a:lnTo>
                    <a:pt x="3413666" y="1284043"/>
                  </a:lnTo>
                  <a:lnTo>
                    <a:pt x="3413759" y="1284043"/>
                  </a:lnTo>
                  <a:lnTo>
                    <a:pt x="3413852" y="1284043"/>
                  </a:lnTo>
                  <a:lnTo>
                    <a:pt x="3413945" y="1284043"/>
                  </a:lnTo>
                  <a:lnTo>
                    <a:pt x="3414039" y="1284043"/>
                  </a:lnTo>
                  <a:lnTo>
                    <a:pt x="3414132" y="1284043"/>
                  </a:lnTo>
                  <a:lnTo>
                    <a:pt x="3414225" y="1284043"/>
                  </a:lnTo>
                  <a:lnTo>
                    <a:pt x="3414318" y="1284043"/>
                  </a:lnTo>
                  <a:lnTo>
                    <a:pt x="3414412" y="1284043"/>
                  </a:lnTo>
                  <a:lnTo>
                    <a:pt x="3414505" y="1284043"/>
                  </a:lnTo>
                  <a:lnTo>
                    <a:pt x="3414598" y="1284043"/>
                  </a:lnTo>
                  <a:lnTo>
                    <a:pt x="3414691" y="1284043"/>
                  </a:lnTo>
                  <a:lnTo>
                    <a:pt x="3414785" y="1284043"/>
                  </a:lnTo>
                  <a:lnTo>
                    <a:pt x="3414878" y="1284043"/>
                  </a:lnTo>
                  <a:lnTo>
                    <a:pt x="3414971" y="1284043"/>
                  </a:lnTo>
                  <a:lnTo>
                    <a:pt x="3415064" y="1284043"/>
                  </a:lnTo>
                  <a:lnTo>
                    <a:pt x="3415064" y="1274089"/>
                  </a:lnTo>
                  <a:lnTo>
                    <a:pt x="3415064" y="1264135"/>
                  </a:lnTo>
                  <a:lnTo>
                    <a:pt x="3415158" y="1264135"/>
                  </a:lnTo>
                  <a:lnTo>
                    <a:pt x="3415251" y="1264135"/>
                  </a:lnTo>
                  <a:lnTo>
                    <a:pt x="3415344" y="1264135"/>
                  </a:lnTo>
                  <a:lnTo>
                    <a:pt x="3415437" y="1264135"/>
                  </a:lnTo>
                  <a:lnTo>
                    <a:pt x="3415531" y="1264135"/>
                  </a:lnTo>
                  <a:lnTo>
                    <a:pt x="3415624" y="1264135"/>
                  </a:lnTo>
                  <a:lnTo>
                    <a:pt x="3415717" y="1264135"/>
                  </a:lnTo>
                  <a:lnTo>
                    <a:pt x="3415810" y="1264135"/>
                  </a:lnTo>
                  <a:lnTo>
                    <a:pt x="3415904" y="1264135"/>
                  </a:lnTo>
                  <a:lnTo>
                    <a:pt x="3415997" y="1264135"/>
                  </a:lnTo>
                  <a:lnTo>
                    <a:pt x="3416090" y="1264135"/>
                  </a:lnTo>
                  <a:lnTo>
                    <a:pt x="3416183" y="1264135"/>
                  </a:lnTo>
                  <a:lnTo>
                    <a:pt x="3416277" y="1264135"/>
                  </a:lnTo>
                  <a:lnTo>
                    <a:pt x="3416370" y="1264135"/>
                  </a:lnTo>
                  <a:lnTo>
                    <a:pt x="3416463" y="1264135"/>
                  </a:lnTo>
                  <a:lnTo>
                    <a:pt x="3416556" y="1264135"/>
                  </a:lnTo>
                  <a:lnTo>
                    <a:pt x="3416650" y="1264135"/>
                  </a:lnTo>
                  <a:lnTo>
                    <a:pt x="3416743" y="1264135"/>
                  </a:lnTo>
                  <a:lnTo>
                    <a:pt x="3416836" y="1264135"/>
                  </a:lnTo>
                  <a:lnTo>
                    <a:pt x="3416929" y="1264135"/>
                  </a:lnTo>
                  <a:lnTo>
                    <a:pt x="3417023" y="1264135"/>
                  </a:lnTo>
                  <a:lnTo>
                    <a:pt x="3417116" y="1264135"/>
                  </a:lnTo>
                  <a:lnTo>
                    <a:pt x="3417209" y="1264135"/>
                  </a:lnTo>
                  <a:lnTo>
                    <a:pt x="3417302" y="1264135"/>
                  </a:lnTo>
                  <a:lnTo>
                    <a:pt x="3417396" y="1264135"/>
                  </a:lnTo>
                  <a:lnTo>
                    <a:pt x="3417489" y="1264135"/>
                  </a:lnTo>
                  <a:lnTo>
                    <a:pt x="3417582" y="1264135"/>
                  </a:lnTo>
                  <a:lnTo>
                    <a:pt x="3417675" y="1264135"/>
                  </a:lnTo>
                  <a:lnTo>
                    <a:pt x="3417769" y="1264135"/>
                  </a:lnTo>
                  <a:lnTo>
                    <a:pt x="3417862" y="1264135"/>
                  </a:lnTo>
                  <a:lnTo>
                    <a:pt x="3417955" y="1264135"/>
                  </a:lnTo>
                  <a:lnTo>
                    <a:pt x="3418048" y="1264135"/>
                  </a:lnTo>
                  <a:lnTo>
                    <a:pt x="3418142" y="1264135"/>
                  </a:lnTo>
                  <a:lnTo>
                    <a:pt x="3418235" y="1264135"/>
                  </a:lnTo>
                  <a:lnTo>
                    <a:pt x="3418328" y="1264135"/>
                  </a:lnTo>
                  <a:lnTo>
                    <a:pt x="3418421" y="1264135"/>
                  </a:lnTo>
                  <a:lnTo>
                    <a:pt x="3418515" y="1264135"/>
                  </a:lnTo>
                  <a:lnTo>
                    <a:pt x="3418608" y="1264135"/>
                  </a:lnTo>
                  <a:lnTo>
                    <a:pt x="3418701" y="1264135"/>
                  </a:lnTo>
                  <a:lnTo>
                    <a:pt x="3418794" y="1264135"/>
                  </a:lnTo>
                  <a:lnTo>
                    <a:pt x="3418794" y="1254181"/>
                  </a:lnTo>
                  <a:lnTo>
                    <a:pt x="3418888" y="1254181"/>
                  </a:lnTo>
                  <a:lnTo>
                    <a:pt x="3418981" y="1254181"/>
                  </a:lnTo>
                  <a:lnTo>
                    <a:pt x="3419074" y="1254181"/>
                  </a:lnTo>
                  <a:lnTo>
                    <a:pt x="3419167" y="1254181"/>
                  </a:lnTo>
                  <a:lnTo>
                    <a:pt x="3419261" y="1254181"/>
                  </a:lnTo>
                  <a:lnTo>
                    <a:pt x="3419354" y="1254181"/>
                  </a:lnTo>
                  <a:lnTo>
                    <a:pt x="3419447" y="1254181"/>
                  </a:lnTo>
                  <a:lnTo>
                    <a:pt x="3419540" y="1254181"/>
                  </a:lnTo>
                  <a:lnTo>
                    <a:pt x="3419634" y="1254181"/>
                  </a:lnTo>
                  <a:lnTo>
                    <a:pt x="3419727" y="1254181"/>
                  </a:lnTo>
                  <a:lnTo>
                    <a:pt x="3419820" y="1254181"/>
                  </a:lnTo>
                  <a:lnTo>
                    <a:pt x="3419913" y="1254181"/>
                  </a:lnTo>
                  <a:lnTo>
                    <a:pt x="3420007" y="1254181"/>
                  </a:lnTo>
                  <a:lnTo>
                    <a:pt x="3420100" y="1254181"/>
                  </a:lnTo>
                  <a:lnTo>
                    <a:pt x="3420193" y="1254181"/>
                  </a:lnTo>
                  <a:lnTo>
                    <a:pt x="3420286" y="1254181"/>
                  </a:lnTo>
                  <a:lnTo>
                    <a:pt x="3420379" y="1254181"/>
                  </a:lnTo>
                  <a:lnTo>
                    <a:pt x="3420473" y="1254181"/>
                  </a:lnTo>
                  <a:lnTo>
                    <a:pt x="3420566" y="1254181"/>
                  </a:lnTo>
                  <a:lnTo>
                    <a:pt x="3420659" y="1254181"/>
                  </a:lnTo>
                  <a:lnTo>
                    <a:pt x="3420752" y="1254181"/>
                  </a:lnTo>
                  <a:lnTo>
                    <a:pt x="3420846" y="1254181"/>
                  </a:lnTo>
                  <a:lnTo>
                    <a:pt x="3420939" y="1254181"/>
                  </a:lnTo>
                  <a:lnTo>
                    <a:pt x="3421032" y="1254181"/>
                  </a:lnTo>
                  <a:lnTo>
                    <a:pt x="3421125" y="1254181"/>
                  </a:lnTo>
                  <a:lnTo>
                    <a:pt x="3421219" y="1254181"/>
                  </a:lnTo>
                  <a:lnTo>
                    <a:pt x="3421312" y="1254181"/>
                  </a:lnTo>
                  <a:lnTo>
                    <a:pt x="3421405" y="1254181"/>
                  </a:lnTo>
                  <a:lnTo>
                    <a:pt x="3421498" y="1254181"/>
                  </a:lnTo>
                  <a:lnTo>
                    <a:pt x="3421592" y="1254181"/>
                  </a:lnTo>
                  <a:lnTo>
                    <a:pt x="3421685" y="1254181"/>
                  </a:lnTo>
                  <a:lnTo>
                    <a:pt x="3421778" y="1254181"/>
                  </a:lnTo>
                  <a:lnTo>
                    <a:pt x="3421871" y="1254181"/>
                  </a:lnTo>
                  <a:lnTo>
                    <a:pt x="3421965" y="1254181"/>
                  </a:lnTo>
                  <a:lnTo>
                    <a:pt x="3422058" y="1254181"/>
                  </a:lnTo>
                  <a:lnTo>
                    <a:pt x="3422151" y="1254181"/>
                  </a:lnTo>
                  <a:lnTo>
                    <a:pt x="3422244" y="1254181"/>
                  </a:lnTo>
                  <a:lnTo>
                    <a:pt x="3422338" y="1254181"/>
                  </a:lnTo>
                  <a:lnTo>
                    <a:pt x="3422431" y="1254181"/>
                  </a:lnTo>
                  <a:lnTo>
                    <a:pt x="3422524" y="1254181"/>
                  </a:lnTo>
                  <a:lnTo>
                    <a:pt x="3422617" y="1254181"/>
                  </a:lnTo>
                  <a:lnTo>
                    <a:pt x="3422711" y="1254181"/>
                  </a:lnTo>
                  <a:lnTo>
                    <a:pt x="3422804" y="1254181"/>
                  </a:lnTo>
                  <a:lnTo>
                    <a:pt x="3422897" y="1254181"/>
                  </a:lnTo>
                  <a:lnTo>
                    <a:pt x="3422990" y="1254181"/>
                  </a:lnTo>
                  <a:lnTo>
                    <a:pt x="3423084" y="1254181"/>
                  </a:lnTo>
                  <a:lnTo>
                    <a:pt x="3423177" y="1254181"/>
                  </a:lnTo>
                  <a:lnTo>
                    <a:pt x="3423270" y="1254181"/>
                  </a:lnTo>
                  <a:lnTo>
                    <a:pt x="3423363" y="1254181"/>
                  </a:lnTo>
                  <a:lnTo>
                    <a:pt x="3423457" y="1254181"/>
                  </a:lnTo>
                  <a:lnTo>
                    <a:pt x="3423550" y="1254181"/>
                  </a:lnTo>
                  <a:lnTo>
                    <a:pt x="3423643" y="1254181"/>
                  </a:lnTo>
                  <a:lnTo>
                    <a:pt x="3423736" y="1254181"/>
                  </a:lnTo>
                  <a:lnTo>
                    <a:pt x="3423830" y="1254181"/>
                  </a:lnTo>
                  <a:lnTo>
                    <a:pt x="3423923" y="1254181"/>
                  </a:lnTo>
                  <a:lnTo>
                    <a:pt x="3424016" y="1254181"/>
                  </a:lnTo>
                  <a:lnTo>
                    <a:pt x="3424109" y="1254181"/>
                  </a:lnTo>
                  <a:lnTo>
                    <a:pt x="3424203" y="1254181"/>
                  </a:lnTo>
                  <a:lnTo>
                    <a:pt x="3424296" y="1254181"/>
                  </a:lnTo>
                  <a:lnTo>
                    <a:pt x="3424389" y="1254181"/>
                  </a:lnTo>
                  <a:lnTo>
                    <a:pt x="3424482" y="1254181"/>
                  </a:lnTo>
                  <a:lnTo>
                    <a:pt x="3424576" y="1254181"/>
                  </a:lnTo>
                  <a:lnTo>
                    <a:pt x="3424669" y="1254181"/>
                  </a:lnTo>
                  <a:lnTo>
                    <a:pt x="3424762" y="1254181"/>
                  </a:lnTo>
                  <a:lnTo>
                    <a:pt x="3424855" y="1254181"/>
                  </a:lnTo>
                  <a:lnTo>
                    <a:pt x="3424949" y="1254181"/>
                  </a:lnTo>
                  <a:lnTo>
                    <a:pt x="3425042" y="1254181"/>
                  </a:lnTo>
                  <a:lnTo>
                    <a:pt x="3425135" y="1254181"/>
                  </a:lnTo>
                  <a:lnTo>
                    <a:pt x="3425228" y="1254181"/>
                  </a:lnTo>
                  <a:lnTo>
                    <a:pt x="3425322" y="1254181"/>
                  </a:lnTo>
                  <a:lnTo>
                    <a:pt x="3425415" y="1254181"/>
                  </a:lnTo>
                  <a:lnTo>
                    <a:pt x="3425508" y="1254181"/>
                  </a:lnTo>
                  <a:lnTo>
                    <a:pt x="3425601" y="1254181"/>
                  </a:lnTo>
                  <a:lnTo>
                    <a:pt x="3425695" y="1254181"/>
                  </a:lnTo>
                  <a:lnTo>
                    <a:pt x="3425788" y="1254181"/>
                  </a:lnTo>
                  <a:lnTo>
                    <a:pt x="3425881" y="1254181"/>
                  </a:lnTo>
                  <a:lnTo>
                    <a:pt x="3425974" y="1254181"/>
                  </a:lnTo>
                  <a:lnTo>
                    <a:pt x="3426068" y="1254181"/>
                  </a:lnTo>
                  <a:lnTo>
                    <a:pt x="3426161" y="1254181"/>
                  </a:lnTo>
                  <a:lnTo>
                    <a:pt x="3426254" y="1254181"/>
                  </a:lnTo>
                  <a:lnTo>
                    <a:pt x="3426347" y="1254181"/>
                  </a:lnTo>
                  <a:lnTo>
                    <a:pt x="3426441" y="1254181"/>
                  </a:lnTo>
                  <a:lnTo>
                    <a:pt x="3426534" y="1254181"/>
                  </a:lnTo>
                  <a:lnTo>
                    <a:pt x="3426627" y="1254181"/>
                  </a:lnTo>
                  <a:lnTo>
                    <a:pt x="3426720" y="1254181"/>
                  </a:lnTo>
                  <a:lnTo>
                    <a:pt x="3426814" y="1254181"/>
                  </a:lnTo>
                  <a:lnTo>
                    <a:pt x="3426814" y="1244227"/>
                  </a:lnTo>
                  <a:lnTo>
                    <a:pt x="3426907" y="1244227"/>
                  </a:lnTo>
                  <a:lnTo>
                    <a:pt x="3427000" y="1244227"/>
                  </a:lnTo>
                  <a:lnTo>
                    <a:pt x="3427093" y="1244227"/>
                  </a:lnTo>
                  <a:lnTo>
                    <a:pt x="3427187" y="1244227"/>
                  </a:lnTo>
                  <a:lnTo>
                    <a:pt x="3427280" y="1244227"/>
                  </a:lnTo>
                  <a:lnTo>
                    <a:pt x="3427373" y="1244227"/>
                  </a:lnTo>
                  <a:lnTo>
                    <a:pt x="3427466" y="1244227"/>
                  </a:lnTo>
                  <a:lnTo>
                    <a:pt x="3427559" y="1244227"/>
                  </a:lnTo>
                  <a:lnTo>
                    <a:pt x="3427653" y="1244227"/>
                  </a:lnTo>
                  <a:lnTo>
                    <a:pt x="3427746" y="1244227"/>
                  </a:lnTo>
                  <a:lnTo>
                    <a:pt x="3427839" y="1244227"/>
                  </a:lnTo>
                  <a:lnTo>
                    <a:pt x="3427932" y="1244227"/>
                  </a:lnTo>
                  <a:lnTo>
                    <a:pt x="3428026" y="1244227"/>
                  </a:lnTo>
                  <a:lnTo>
                    <a:pt x="3428119" y="1244227"/>
                  </a:lnTo>
                  <a:lnTo>
                    <a:pt x="3428212" y="1244227"/>
                  </a:lnTo>
                  <a:lnTo>
                    <a:pt x="3428305" y="1244227"/>
                  </a:lnTo>
                  <a:lnTo>
                    <a:pt x="3428399" y="1244227"/>
                  </a:lnTo>
                  <a:lnTo>
                    <a:pt x="3428492" y="1244227"/>
                  </a:lnTo>
                  <a:lnTo>
                    <a:pt x="3428585" y="1244227"/>
                  </a:lnTo>
                  <a:lnTo>
                    <a:pt x="3428678" y="1244227"/>
                  </a:lnTo>
                  <a:lnTo>
                    <a:pt x="3428772" y="1244227"/>
                  </a:lnTo>
                  <a:lnTo>
                    <a:pt x="3428865" y="1244227"/>
                  </a:lnTo>
                  <a:lnTo>
                    <a:pt x="3428958" y="1244227"/>
                  </a:lnTo>
                  <a:lnTo>
                    <a:pt x="3429051" y="1244227"/>
                  </a:lnTo>
                  <a:lnTo>
                    <a:pt x="3429145" y="1244227"/>
                  </a:lnTo>
                  <a:lnTo>
                    <a:pt x="3429238" y="1244227"/>
                  </a:lnTo>
                  <a:lnTo>
                    <a:pt x="3429331" y="1244227"/>
                  </a:lnTo>
                  <a:lnTo>
                    <a:pt x="3429424" y="1244227"/>
                  </a:lnTo>
                  <a:lnTo>
                    <a:pt x="3429518" y="1244227"/>
                  </a:lnTo>
                  <a:lnTo>
                    <a:pt x="3429611" y="1244227"/>
                  </a:lnTo>
                  <a:lnTo>
                    <a:pt x="3429704" y="1244227"/>
                  </a:lnTo>
                  <a:lnTo>
                    <a:pt x="3429797" y="1244227"/>
                  </a:lnTo>
                  <a:lnTo>
                    <a:pt x="3429891" y="1244227"/>
                  </a:lnTo>
                  <a:lnTo>
                    <a:pt x="3429984" y="1244227"/>
                  </a:lnTo>
                  <a:lnTo>
                    <a:pt x="3430077" y="1244227"/>
                  </a:lnTo>
                  <a:lnTo>
                    <a:pt x="3430170" y="1244227"/>
                  </a:lnTo>
                  <a:lnTo>
                    <a:pt x="3430264" y="1244227"/>
                  </a:lnTo>
                  <a:lnTo>
                    <a:pt x="3430357" y="1244227"/>
                  </a:lnTo>
                  <a:lnTo>
                    <a:pt x="3430450" y="1244227"/>
                  </a:lnTo>
                  <a:lnTo>
                    <a:pt x="3430543" y="1244227"/>
                  </a:lnTo>
                  <a:lnTo>
                    <a:pt x="3430637" y="1244227"/>
                  </a:lnTo>
                  <a:lnTo>
                    <a:pt x="3430730" y="1244227"/>
                  </a:lnTo>
                  <a:lnTo>
                    <a:pt x="3430823" y="1244227"/>
                  </a:lnTo>
                  <a:lnTo>
                    <a:pt x="3430916" y="1244227"/>
                  </a:lnTo>
                  <a:lnTo>
                    <a:pt x="3431010" y="1244227"/>
                  </a:lnTo>
                  <a:lnTo>
                    <a:pt x="3431103" y="1244227"/>
                  </a:lnTo>
                  <a:lnTo>
                    <a:pt x="3431196" y="1244227"/>
                  </a:lnTo>
                  <a:lnTo>
                    <a:pt x="3431289" y="1244227"/>
                  </a:lnTo>
                  <a:lnTo>
                    <a:pt x="3431383" y="1244227"/>
                  </a:lnTo>
                  <a:lnTo>
                    <a:pt x="3431476" y="1244227"/>
                  </a:lnTo>
                  <a:lnTo>
                    <a:pt x="3431569" y="1244227"/>
                  </a:lnTo>
                  <a:lnTo>
                    <a:pt x="3431662" y="1244227"/>
                  </a:lnTo>
                  <a:lnTo>
                    <a:pt x="3431756" y="1244227"/>
                  </a:lnTo>
                  <a:lnTo>
                    <a:pt x="3431849" y="1244227"/>
                  </a:lnTo>
                  <a:lnTo>
                    <a:pt x="3431942" y="1244227"/>
                  </a:lnTo>
                  <a:lnTo>
                    <a:pt x="3432035" y="1244227"/>
                  </a:lnTo>
                  <a:lnTo>
                    <a:pt x="3432129" y="1244227"/>
                  </a:lnTo>
                  <a:lnTo>
                    <a:pt x="3432222" y="1244227"/>
                  </a:lnTo>
                  <a:lnTo>
                    <a:pt x="3432315" y="1244227"/>
                  </a:lnTo>
                  <a:lnTo>
                    <a:pt x="3432408" y="1244227"/>
                  </a:lnTo>
                  <a:lnTo>
                    <a:pt x="3432502" y="1244227"/>
                  </a:lnTo>
                  <a:lnTo>
                    <a:pt x="3432595" y="1244227"/>
                  </a:lnTo>
                  <a:lnTo>
                    <a:pt x="3432688" y="1244227"/>
                  </a:lnTo>
                  <a:lnTo>
                    <a:pt x="3432781" y="1244227"/>
                  </a:lnTo>
                  <a:lnTo>
                    <a:pt x="3432875" y="1244227"/>
                  </a:lnTo>
                  <a:lnTo>
                    <a:pt x="3432968" y="1244227"/>
                  </a:lnTo>
                  <a:lnTo>
                    <a:pt x="3433061" y="1244227"/>
                  </a:lnTo>
                  <a:lnTo>
                    <a:pt x="3433154" y="1244227"/>
                  </a:lnTo>
                  <a:lnTo>
                    <a:pt x="3433248" y="1244227"/>
                  </a:lnTo>
                  <a:lnTo>
                    <a:pt x="3433341" y="1244227"/>
                  </a:lnTo>
                  <a:lnTo>
                    <a:pt x="3433434" y="1244227"/>
                  </a:lnTo>
                  <a:lnTo>
                    <a:pt x="3433527" y="1244227"/>
                  </a:lnTo>
                  <a:lnTo>
                    <a:pt x="3433621" y="1244227"/>
                  </a:lnTo>
                  <a:lnTo>
                    <a:pt x="3433714" y="1244227"/>
                  </a:lnTo>
                  <a:lnTo>
                    <a:pt x="3433807" y="1244227"/>
                  </a:lnTo>
                  <a:lnTo>
                    <a:pt x="3433900" y="1244227"/>
                  </a:lnTo>
                  <a:lnTo>
                    <a:pt x="3433994" y="1244227"/>
                  </a:lnTo>
                  <a:lnTo>
                    <a:pt x="3434087" y="1244227"/>
                  </a:lnTo>
                  <a:lnTo>
                    <a:pt x="3434180" y="1244227"/>
                  </a:lnTo>
                  <a:lnTo>
                    <a:pt x="3434273" y="1244227"/>
                  </a:lnTo>
                  <a:lnTo>
                    <a:pt x="3434366" y="1244227"/>
                  </a:lnTo>
                  <a:lnTo>
                    <a:pt x="3434460" y="1244227"/>
                  </a:lnTo>
                  <a:lnTo>
                    <a:pt x="3434553" y="1244227"/>
                  </a:lnTo>
                  <a:lnTo>
                    <a:pt x="3434646" y="1244227"/>
                  </a:lnTo>
                  <a:lnTo>
                    <a:pt x="3434739" y="1244227"/>
                  </a:lnTo>
                  <a:lnTo>
                    <a:pt x="3434833" y="1244227"/>
                  </a:lnTo>
                  <a:lnTo>
                    <a:pt x="3434926" y="1244227"/>
                  </a:lnTo>
                  <a:lnTo>
                    <a:pt x="3435019" y="1244227"/>
                  </a:lnTo>
                  <a:lnTo>
                    <a:pt x="3435112" y="1244227"/>
                  </a:lnTo>
                  <a:lnTo>
                    <a:pt x="3435206" y="1244227"/>
                  </a:lnTo>
                  <a:lnTo>
                    <a:pt x="3435299" y="1244227"/>
                  </a:lnTo>
                  <a:lnTo>
                    <a:pt x="3435392" y="1244227"/>
                  </a:lnTo>
                  <a:lnTo>
                    <a:pt x="3435485" y="1244227"/>
                  </a:lnTo>
                  <a:lnTo>
                    <a:pt x="3435579" y="1244227"/>
                  </a:lnTo>
                  <a:lnTo>
                    <a:pt x="3435672" y="1244227"/>
                  </a:lnTo>
                  <a:lnTo>
                    <a:pt x="3435765" y="1244227"/>
                  </a:lnTo>
                  <a:lnTo>
                    <a:pt x="3435858" y="1244227"/>
                  </a:lnTo>
                  <a:lnTo>
                    <a:pt x="3435952" y="1244227"/>
                  </a:lnTo>
                  <a:lnTo>
                    <a:pt x="3436045" y="1244227"/>
                  </a:lnTo>
                  <a:lnTo>
                    <a:pt x="3436138" y="1244227"/>
                  </a:lnTo>
                  <a:lnTo>
                    <a:pt x="3436231" y="1244227"/>
                  </a:lnTo>
                  <a:lnTo>
                    <a:pt x="3436325" y="1244227"/>
                  </a:lnTo>
                  <a:lnTo>
                    <a:pt x="3436418" y="1244227"/>
                  </a:lnTo>
                  <a:lnTo>
                    <a:pt x="3436511" y="1244227"/>
                  </a:lnTo>
                  <a:lnTo>
                    <a:pt x="3436604" y="1244227"/>
                  </a:lnTo>
                  <a:lnTo>
                    <a:pt x="3436698" y="1244227"/>
                  </a:lnTo>
                  <a:lnTo>
                    <a:pt x="3436791" y="1244227"/>
                  </a:lnTo>
                  <a:lnTo>
                    <a:pt x="3436884" y="1244227"/>
                  </a:lnTo>
                  <a:lnTo>
                    <a:pt x="3436977" y="1244227"/>
                  </a:lnTo>
                  <a:lnTo>
                    <a:pt x="3437071" y="1244227"/>
                  </a:lnTo>
                  <a:lnTo>
                    <a:pt x="3437164" y="1244227"/>
                  </a:lnTo>
                  <a:lnTo>
                    <a:pt x="3437257" y="1244227"/>
                  </a:lnTo>
                  <a:lnTo>
                    <a:pt x="3437350" y="1244227"/>
                  </a:lnTo>
                  <a:lnTo>
                    <a:pt x="3437444" y="1244227"/>
                  </a:lnTo>
                  <a:lnTo>
                    <a:pt x="3437537" y="1244227"/>
                  </a:lnTo>
                  <a:lnTo>
                    <a:pt x="3437630" y="1244227"/>
                  </a:lnTo>
                  <a:lnTo>
                    <a:pt x="3437723" y="1244227"/>
                  </a:lnTo>
                  <a:lnTo>
                    <a:pt x="3437817" y="1244227"/>
                  </a:lnTo>
                  <a:lnTo>
                    <a:pt x="3437910" y="1244227"/>
                  </a:lnTo>
                  <a:lnTo>
                    <a:pt x="3438003" y="1244227"/>
                  </a:lnTo>
                  <a:lnTo>
                    <a:pt x="3438096" y="1244227"/>
                  </a:lnTo>
                  <a:lnTo>
                    <a:pt x="3438190" y="1244227"/>
                  </a:lnTo>
                  <a:lnTo>
                    <a:pt x="3438283" y="1244227"/>
                  </a:lnTo>
                  <a:lnTo>
                    <a:pt x="3438376" y="1244227"/>
                  </a:lnTo>
                  <a:lnTo>
                    <a:pt x="3438469" y="1244227"/>
                  </a:lnTo>
                  <a:lnTo>
                    <a:pt x="3438563" y="1244227"/>
                  </a:lnTo>
                  <a:lnTo>
                    <a:pt x="3438656" y="1244227"/>
                  </a:lnTo>
                  <a:lnTo>
                    <a:pt x="3438749" y="1244227"/>
                  </a:lnTo>
                  <a:lnTo>
                    <a:pt x="3438842" y="1244227"/>
                  </a:lnTo>
                  <a:lnTo>
                    <a:pt x="3438936" y="1244227"/>
                  </a:lnTo>
                  <a:lnTo>
                    <a:pt x="3439029" y="1244227"/>
                  </a:lnTo>
                  <a:lnTo>
                    <a:pt x="3439122" y="1244227"/>
                  </a:lnTo>
                  <a:lnTo>
                    <a:pt x="3439215" y="1244227"/>
                  </a:lnTo>
                  <a:lnTo>
                    <a:pt x="3439309" y="1244227"/>
                  </a:lnTo>
                  <a:lnTo>
                    <a:pt x="3439402" y="1244227"/>
                  </a:lnTo>
                  <a:lnTo>
                    <a:pt x="3439495" y="1244227"/>
                  </a:lnTo>
                  <a:lnTo>
                    <a:pt x="3439588" y="1244227"/>
                  </a:lnTo>
                  <a:lnTo>
                    <a:pt x="3439682" y="1244227"/>
                  </a:lnTo>
                  <a:lnTo>
                    <a:pt x="3439775" y="1244227"/>
                  </a:lnTo>
                  <a:lnTo>
                    <a:pt x="3439868" y="1244227"/>
                  </a:lnTo>
                  <a:lnTo>
                    <a:pt x="3439961" y="1244227"/>
                  </a:lnTo>
                  <a:lnTo>
                    <a:pt x="3440055" y="1244227"/>
                  </a:lnTo>
                  <a:lnTo>
                    <a:pt x="3440148" y="1244227"/>
                  </a:lnTo>
                  <a:lnTo>
                    <a:pt x="3440241" y="1244227"/>
                  </a:lnTo>
                  <a:lnTo>
                    <a:pt x="3440334" y="1244227"/>
                  </a:lnTo>
                  <a:lnTo>
                    <a:pt x="3440428" y="1244227"/>
                  </a:lnTo>
                  <a:lnTo>
                    <a:pt x="3440521" y="1244227"/>
                  </a:lnTo>
                  <a:lnTo>
                    <a:pt x="3440614" y="1244227"/>
                  </a:lnTo>
                  <a:lnTo>
                    <a:pt x="3440707" y="1244227"/>
                  </a:lnTo>
                  <a:lnTo>
                    <a:pt x="3440801" y="1244227"/>
                  </a:lnTo>
                  <a:lnTo>
                    <a:pt x="3440894" y="1244227"/>
                  </a:lnTo>
                  <a:lnTo>
                    <a:pt x="3440987" y="1244227"/>
                  </a:lnTo>
                  <a:lnTo>
                    <a:pt x="3441080" y="1244227"/>
                  </a:lnTo>
                  <a:lnTo>
                    <a:pt x="3441173" y="1244227"/>
                  </a:lnTo>
                  <a:lnTo>
                    <a:pt x="3441267" y="1244227"/>
                  </a:lnTo>
                  <a:lnTo>
                    <a:pt x="3441360" y="1244227"/>
                  </a:lnTo>
                  <a:lnTo>
                    <a:pt x="3441453" y="1244227"/>
                  </a:lnTo>
                  <a:lnTo>
                    <a:pt x="3441546" y="1244227"/>
                  </a:lnTo>
                  <a:lnTo>
                    <a:pt x="3441640" y="1244227"/>
                  </a:lnTo>
                  <a:lnTo>
                    <a:pt x="3441733" y="1244227"/>
                  </a:lnTo>
                  <a:lnTo>
                    <a:pt x="3441826" y="1244227"/>
                  </a:lnTo>
                  <a:lnTo>
                    <a:pt x="3441919" y="1244227"/>
                  </a:lnTo>
                  <a:lnTo>
                    <a:pt x="3442013" y="1244227"/>
                  </a:lnTo>
                  <a:lnTo>
                    <a:pt x="3442106" y="1244227"/>
                  </a:lnTo>
                  <a:lnTo>
                    <a:pt x="3442199" y="1244227"/>
                  </a:lnTo>
                  <a:lnTo>
                    <a:pt x="3442292" y="1244227"/>
                  </a:lnTo>
                  <a:lnTo>
                    <a:pt x="3442386" y="1244227"/>
                  </a:lnTo>
                  <a:lnTo>
                    <a:pt x="3442479" y="1244227"/>
                  </a:lnTo>
                  <a:lnTo>
                    <a:pt x="3442572" y="1244227"/>
                  </a:lnTo>
                  <a:lnTo>
                    <a:pt x="3442572" y="1234274"/>
                  </a:lnTo>
                  <a:lnTo>
                    <a:pt x="3442665" y="1234274"/>
                  </a:lnTo>
                  <a:lnTo>
                    <a:pt x="3442759" y="1234274"/>
                  </a:lnTo>
                  <a:lnTo>
                    <a:pt x="3442852" y="1234274"/>
                  </a:lnTo>
                  <a:lnTo>
                    <a:pt x="3442945" y="1234274"/>
                  </a:lnTo>
                  <a:lnTo>
                    <a:pt x="3443038" y="1234274"/>
                  </a:lnTo>
                  <a:lnTo>
                    <a:pt x="3443132" y="1234274"/>
                  </a:lnTo>
                  <a:lnTo>
                    <a:pt x="3443225" y="1234274"/>
                  </a:lnTo>
                  <a:lnTo>
                    <a:pt x="3443318" y="1234274"/>
                  </a:lnTo>
                  <a:lnTo>
                    <a:pt x="3443411" y="1234274"/>
                  </a:lnTo>
                  <a:lnTo>
                    <a:pt x="3443505" y="1234274"/>
                  </a:lnTo>
                  <a:lnTo>
                    <a:pt x="3443598" y="1234274"/>
                  </a:lnTo>
                  <a:lnTo>
                    <a:pt x="3443691" y="1234274"/>
                  </a:lnTo>
                  <a:lnTo>
                    <a:pt x="3443784" y="1234274"/>
                  </a:lnTo>
                  <a:lnTo>
                    <a:pt x="3443878" y="1234274"/>
                  </a:lnTo>
                  <a:lnTo>
                    <a:pt x="3443971" y="1234274"/>
                  </a:lnTo>
                  <a:lnTo>
                    <a:pt x="3444064" y="1234274"/>
                  </a:lnTo>
                  <a:lnTo>
                    <a:pt x="3444157" y="1234274"/>
                  </a:lnTo>
                  <a:lnTo>
                    <a:pt x="3444251" y="1234274"/>
                  </a:lnTo>
                  <a:lnTo>
                    <a:pt x="3444344" y="1234274"/>
                  </a:lnTo>
                  <a:lnTo>
                    <a:pt x="3444437" y="1234274"/>
                  </a:lnTo>
                  <a:lnTo>
                    <a:pt x="3444530" y="1234274"/>
                  </a:lnTo>
                  <a:lnTo>
                    <a:pt x="3444624" y="1234274"/>
                  </a:lnTo>
                  <a:lnTo>
                    <a:pt x="3444717" y="1234274"/>
                  </a:lnTo>
                  <a:lnTo>
                    <a:pt x="3444810" y="1234274"/>
                  </a:lnTo>
                  <a:lnTo>
                    <a:pt x="3444903" y="1234274"/>
                  </a:lnTo>
                  <a:lnTo>
                    <a:pt x="3444997" y="1234274"/>
                  </a:lnTo>
                  <a:lnTo>
                    <a:pt x="3445090" y="1234274"/>
                  </a:lnTo>
                  <a:lnTo>
                    <a:pt x="3445183" y="1234274"/>
                  </a:lnTo>
                  <a:lnTo>
                    <a:pt x="3445276" y="1234274"/>
                  </a:lnTo>
                  <a:lnTo>
                    <a:pt x="3445370" y="1234274"/>
                  </a:lnTo>
                  <a:lnTo>
                    <a:pt x="3445463" y="1234274"/>
                  </a:lnTo>
                  <a:lnTo>
                    <a:pt x="3445556" y="1234274"/>
                  </a:lnTo>
                  <a:lnTo>
                    <a:pt x="3445649" y="1234274"/>
                  </a:lnTo>
                  <a:lnTo>
                    <a:pt x="3445743" y="1234274"/>
                  </a:lnTo>
                  <a:lnTo>
                    <a:pt x="3445836" y="1234274"/>
                  </a:lnTo>
                  <a:lnTo>
                    <a:pt x="3445929" y="1234274"/>
                  </a:lnTo>
                  <a:lnTo>
                    <a:pt x="3446022" y="1234274"/>
                  </a:lnTo>
                  <a:lnTo>
                    <a:pt x="3446116" y="1234274"/>
                  </a:lnTo>
                  <a:lnTo>
                    <a:pt x="3446209" y="1234274"/>
                  </a:lnTo>
                  <a:lnTo>
                    <a:pt x="3446302" y="1234274"/>
                  </a:lnTo>
                  <a:lnTo>
                    <a:pt x="3446395" y="1234274"/>
                  </a:lnTo>
                  <a:lnTo>
                    <a:pt x="3446489" y="1234274"/>
                  </a:lnTo>
                  <a:lnTo>
                    <a:pt x="3446582" y="1234274"/>
                  </a:lnTo>
                  <a:lnTo>
                    <a:pt x="3446675" y="1234274"/>
                  </a:lnTo>
                  <a:lnTo>
                    <a:pt x="3446768" y="1234274"/>
                  </a:lnTo>
                  <a:lnTo>
                    <a:pt x="3446862" y="1234274"/>
                  </a:lnTo>
                  <a:lnTo>
                    <a:pt x="3446955" y="1234274"/>
                  </a:lnTo>
                  <a:lnTo>
                    <a:pt x="3447048" y="1234274"/>
                  </a:lnTo>
                  <a:lnTo>
                    <a:pt x="3447141" y="1234274"/>
                  </a:lnTo>
                  <a:lnTo>
                    <a:pt x="3447235" y="1234274"/>
                  </a:lnTo>
                  <a:lnTo>
                    <a:pt x="3447328" y="1234274"/>
                  </a:lnTo>
                  <a:lnTo>
                    <a:pt x="3447421" y="1234274"/>
                  </a:lnTo>
                  <a:lnTo>
                    <a:pt x="3447514" y="1234274"/>
                  </a:lnTo>
                  <a:lnTo>
                    <a:pt x="3447608" y="1234274"/>
                  </a:lnTo>
                  <a:lnTo>
                    <a:pt x="3447701" y="1234274"/>
                  </a:lnTo>
                  <a:lnTo>
                    <a:pt x="3447794" y="1234274"/>
                  </a:lnTo>
                  <a:lnTo>
                    <a:pt x="3447887" y="1234274"/>
                  </a:lnTo>
                  <a:lnTo>
                    <a:pt x="3447981" y="1234274"/>
                  </a:lnTo>
                  <a:lnTo>
                    <a:pt x="3448074" y="1234274"/>
                  </a:lnTo>
                  <a:lnTo>
                    <a:pt x="3448167" y="1234274"/>
                  </a:lnTo>
                  <a:lnTo>
                    <a:pt x="3448260" y="1234274"/>
                  </a:lnTo>
                  <a:lnTo>
                    <a:pt x="3448353" y="1234274"/>
                  </a:lnTo>
                  <a:lnTo>
                    <a:pt x="3448447" y="1234274"/>
                  </a:lnTo>
                  <a:lnTo>
                    <a:pt x="3448540" y="1234274"/>
                  </a:lnTo>
                  <a:lnTo>
                    <a:pt x="3448633" y="1234274"/>
                  </a:lnTo>
                  <a:lnTo>
                    <a:pt x="3448726" y="1234274"/>
                  </a:lnTo>
                  <a:lnTo>
                    <a:pt x="3448820" y="1234274"/>
                  </a:lnTo>
                  <a:lnTo>
                    <a:pt x="3448913" y="1234274"/>
                  </a:lnTo>
                  <a:lnTo>
                    <a:pt x="3449006" y="1234274"/>
                  </a:lnTo>
                  <a:lnTo>
                    <a:pt x="3449099" y="1234274"/>
                  </a:lnTo>
                  <a:lnTo>
                    <a:pt x="3449193" y="1234274"/>
                  </a:lnTo>
                  <a:lnTo>
                    <a:pt x="3449286" y="1234274"/>
                  </a:lnTo>
                  <a:lnTo>
                    <a:pt x="3449379" y="1234274"/>
                  </a:lnTo>
                  <a:lnTo>
                    <a:pt x="3449472" y="1234274"/>
                  </a:lnTo>
                  <a:lnTo>
                    <a:pt x="3449566" y="1234274"/>
                  </a:lnTo>
                  <a:lnTo>
                    <a:pt x="3449659" y="1234274"/>
                  </a:lnTo>
                  <a:lnTo>
                    <a:pt x="3449752" y="1234274"/>
                  </a:lnTo>
                  <a:lnTo>
                    <a:pt x="3449845" y="1234274"/>
                  </a:lnTo>
                  <a:lnTo>
                    <a:pt x="3449939" y="1234274"/>
                  </a:lnTo>
                  <a:lnTo>
                    <a:pt x="3449939" y="1224320"/>
                  </a:lnTo>
                  <a:lnTo>
                    <a:pt x="3450032" y="1224320"/>
                  </a:lnTo>
                  <a:lnTo>
                    <a:pt x="3450125" y="1224320"/>
                  </a:lnTo>
                  <a:lnTo>
                    <a:pt x="3450218" y="1224320"/>
                  </a:lnTo>
                  <a:lnTo>
                    <a:pt x="3450312" y="1224320"/>
                  </a:lnTo>
                  <a:lnTo>
                    <a:pt x="3450405" y="1224320"/>
                  </a:lnTo>
                  <a:lnTo>
                    <a:pt x="3450498" y="1224320"/>
                  </a:lnTo>
                  <a:lnTo>
                    <a:pt x="3450591" y="1224320"/>
                  </a:lnTo>
                  <a:lnTo>
                    <a:pt x="3450685" y="1224320"/>
                  </a:lnTo>
                  <a:lnTo>
                    <a:pt x="3450778" y="1224320"/>
                  </a:lnTo>
                  <a:lnTo>
                    <a:pt x="3450871" y="1224320"/>
                  </a:lnTo>
                  <a:lnTo>
                    <a:pt x="3450964" y="1224320"/>
                  </a:lnTo>
                  <a:lnTo>
                    <a:pt x="3451058" y="1224320"/>
                  </a:lnTo>
                  <a:lnTo>
                    <a:pt x="3451151" y="1224320"/>
                  </a:lnTo>
                  <a:lnTo>
                    <a:pt x="3451244" y="1224320"/>
                  </a:lnTo>
                  <a:lnTo>
                    <a:pt x="3451337" y="1224320"/>
                  </a:lnTo>
                  <a:lnTo>
                    <a:pt x="3451431" y="1224320"/>
                  </a:lnTo>
                  <a:lnTo>
                    <a:pt x="3451524" y="1224320"/>
                  </a:lnTo>
                  <a:lnTo>
                    <a:pt x="3451617" y="1224320"/>
                  </a:lnTo>
                  <a:lnTo>
                    <a:pt x="3451710" y="1224320"/>
                  </a:lnTo>
                  <a:lnTo>
                    <a:pt x="3451804" y="1224320"/>
                  </a:lnTo>
                  <a:lnTo>
                    <a:pt x="3451897" y="1224320"/>
                  </a:lnTo>
                  <a:lnTo>
                    <a:pt x="3451990" y="1224320"/>
                  </a:lnTo>
                  <a:lnTo>
                    <a:pt x="3452083" y="1224320"/>
                  </a:lnTo>
                  <a:lnTo>
                    <a:pt x="3452177" y="1224320"/>
                  </a:lnTo>
                  <a:lnTo>
                    <a:pt x="3452270" y="1224320"/>
                  </a:lnTo>
                  <a:lnTo>
                    <a:pt x="3452363" y="1224320"/>
                  </a:lnTo>
                  <a:lnTo>
                    <a:pt x="3452456" y="1224320"/>
                  </a:lnTo>
                  <a:lnTo>
                    <a:pt x="3452550" y="1224320"/>
                  </a:lnTo>
                  <a:lnTo>
                    <a:pt x="3452643" y="1224320"/>
                  </a:lnTo>
                  <a:lnTo>
                    <a:pt x="3452736" y="1224320"/>
                  </a:lnTo>
                  <a:lnTo>
                    <a:pt x="3452829" y="1224320"/>
                  </a:lnTo>
                  <a:lnTo>
                    <a:pt x="3452923" y="1224320"/>
                  </a:lnTo>
                  <a:lnTo>
                    <a:pt x="3453016" y="1224320"/>
                  </a:lnTo>
                  <a:lnTo>
                    <a:pt x="3453109" y="1224320"/>
                  </a:lnTo>
                  <a:lnTo>
                    <a:pt x="3453202" y="1224320"/>
                  </a:lnTo>
                  <a:lnTo>
                    <a:pt x="3453296" y="1224320"/>
                  </a:lnTo>
                  <a:lnTo>
                    <a:pt x="3453389" y="1224320"/>
                  </a:lnTo>
                  <a:lnTo>
                    <a:pt x="3453482" y="1224320"/>
                  </a:lnTo>
                  <a:lnTo>
                    <a:pt x="3453575" y="1224320"/>
                  </a:lnTo>
                  <a:lnTo>
                    <a:pt x="3453669" y="1224320"/>
                  </a:lnTo>
                  <a:lnTo>
                    <a:pt x="3453762" y="1224320"/>
                  </a:lnTo>
                  <a:lnTo>
                    <a:pt x="3453855" y="1224320"/>
                  </a:lnTo>
                  <a:lnTo>
                    <a:pt x="3453948" y="1224320"/>
                  </a:lnTo>
                  <a:lnTo>
                    <a:pt x="3454042" y="1224320"/>
                  </a:lnTo>
                  <a:lnTo>
                    <a:pt x="3454135" y="1224320"/>
                  </a:lnTo>
                  <a:lnTo>
                    <a:pt x="3454228" y="1224320"/>
                  </a:lnTo>
                  <a:lnTo>
                    <a:pt x="3454321" y="1224320"/>
                  </a:lnTo>
                  <a:lnTo>
                    <a:pt x="3454415" y="1224320"/>
                  </a:lnTo>
                  <a:lnTo>
                    <a:pt x="3454508" y="1224320"/>
                  </a:lnTo>
                  <a:lnTo>
                    <a:pt x="3454601" y="1224320"/>
                  </a:lnTo>
                  <a:lnTo>
                    <a:pt x="3454694" y="1224320"/>
                  </a:lnTo>
                  <a:lnTo>
                    <a:pt x="3454788" y="1224320"/>
                  </a:lnTo>
                  <a:lnTo>
                    <a:pt x="3454881" y="1224320"/>
                  </a:lnTo>
                  <a:lnTo>
                    <a:pt x="3454974" y="1224320"/>
                  </a:lnTo>
                  <a:lnTo>
                    <a:pt x="3455067" y="1224320"/>
                  </a:lnTo>
                  <a:lnTo>
                    <a:pt x="3455160" y="1224320"/>
                  </a:lnTo>
                  <a:lnTo>
                    <a:pt x="3455254" y="1224320"/>
                  </a:lnTo>
                  <a:lnTo>
                    <a:pt x="3455347" y="1224320"/>
                  </a:lnTo>
                  <a:lnTo>
                    <a:pt x="3455440" y="1224320"/>
                  </a:lnTo>
                  <a:lnTo>
                    <a:pt x="3455533" y="1224320"/>
                  </a:lnTo>
                  <a:lnTo>
                    <a:pt x="3455627" y="1224320"/>
                  </a:lnTo>
                  <a:lnTo>
                    <a:pt x="3455720" y="1224320"/>
                  </a:lnTo>
                  <a:lnTo>
                    <a:pt x="3455813" y="1224320"/>
                  </a:lnTo>
                  <a:lnTo>
                    <a:pt x="3455906" y="1224320"/>
                  </a:lnTo>
                  <a:lnTo>
                    <a:pt x="3456000" y="1224320"/>
                  </a:lnTo>
                  <a:lnTo>
                    <a:pt x="3456093" y="1224320"/>
                  </a:lnTo>
                  <a:lnTo>
                    <a:pt x="3456186" y="1224320"/>
                  </a:lnTo>
                  <a:lnTo>
                    <a:pt x="3456279" y="1224320"/>
                  </a:lnTo>
                  <a:lnTo>
                    <a:pt x="3456373" y="1224320"/>
                  </a:lnTo>
                  <a:lnTo>
                    <a:pt x="3456466" y="1224320"/>
                  </a:lnTo>
                  <a:lnTo>
                    <a:pt x="3456559" y="1224320"/>
                  </a:lnTo>
                  <a:lnTo>
                    <a:pt x="3456652" y="1224320"/>
                  </a:lnTo>
                  <a:lnTo>
                    <a:pt x="3456746" y="1224320"/>
                  </a:lnTo>
                  <a:lnTo>
                    <a:pt x="3456839" y="1224320"/>
                  </a:lnTo>
                  <a:lnTo>
                    <a:pt x="3456932" y="1224320"/>
                  </a:lnTo>
                  <a:lnTo>
                    <a:pt x="3457025" y="1224320"/>
                  </a:lnTo>
                  <a:lnTo>
                    <a:pt x="3457119" y="1224320"/>
                  </a:lnTo>
                  <a:lnTo>
                    <a:pt x="3457212" y="1224320"/>
                  </a:lnTo>
                  <a:lnTo>
                    <a:pt x="3457305" y="1224320"/>
                  </a:lnTo>
                  <a:lnTo>
                    <a:pt x="3457398" y="1224320"/>
                  </a:lnTo>
                  <a:lnTo>
                    <a:pt x="3457492" y="1224320"/>
                  </a:lnTo>
                  <a:lnTo>
                    <a:pt x="3457585" y="1224320"/>
                  </a:lnTo>
                  <a:lnTo>
                    <a:pt x="3457678" y="1224320"/>
                  </a:lnTo>
                  <a:lnTo>
                    <a:pt x="3457771" y="1224320"/>
                  </a:lnTo>
                  <a:lnTo>
                    <a:pt x="3457865" y="1224320"/>
                  </a:lnTo>
                  <a:lnTo>
                    <a:pt x="3457958" y="1224320"/>
                  </a:lnTo>
                  <a:lnTo>
                    <a:pt x="3458051" y="1224320"/>
                  </a:lnTo>
                  <a:lnTo>
                    <a:pt x="3458144" y="1224320"/>
                  </a:lnTo>
                  <a:lnTo>
                    <a:pt x="3458238" y="1224320"/>
                  </a:lnTo>
                  <a:lnTo>
                    <a:pt x="3458331" y="1224320"/>
                  </a:lnTo>
                  <a:lnTo>
                    <a:pt x="3458424" y="1224320"/>
                  </a:lnTo>
                  <a:lnTo>
                    <a:pt x="3458517" y="1224320"/>
                  </a:lnTo>
                  <a:lnTo>
                    <a:pt x="3458611" y="1224320"/>
                  </a:lnTo>
                  <a:lnTo>
                    <a:pt x="3458704" y="1224320"/>
                  </a:lnTo>
                  <a:lnTo>
                    <a:pt x="3458797" y="1224320"/>
                  </a:lnTo>
                  <a:lnTo>
                    <a:pt x="3458890" y="1224320"/>
                  </a:lnTo>
                  <a:lnTo>
                    <a:pt x="3458984" y="1224320"/>
                  </a:lnTo>
                  <a:lnTo>
                    <a:pt x="3459077" y="1224320"/>
                  </a:lnTo>
                  <a:lnTo>
                    <a:pt x="3459170" y="1224320"/>
                  </a:lnTo>
                  <a:lnTo>
                    <a:pt x="3459263" y="1224320"/>
                  </a:lnTo>
                  <a:lnTo>
                    <a:pt x="3459357" y="1224320"/>
                  </a:lnTo>
                  <a:lnTo>
                    <a:pt x="3459450" y="1224320"/>
                  </a:lnTo>
                  <a:lnTo>
                    <a:pt x="3459543" y="1224320"/>
                  </a:lnTo>
                  <a:lnTo>
                    <a:pt x="3459636" y="1224320"/>
                  </a:lnTo>
                  <a:lnTo>
                    <a:pt x="3459730" y="1224320"/>
                  </a:lnTo>
                  <a:lnTo>
                    <a:pt x="3459823" y="1224320"/>
                  </a:lnTo>
                  <a:lnTo>
                    <a:pt x="3459916" y="1224320"/>
                  </a:lnTo>
                  <a:lnTo>
                    <a:pt x="3460009" y="1224320"/>
                  </a:lnTo>
                  <a:lnTo>
                    <a:pt x="3460103" y="1224320"/>
                  </a:lnTo>
                  <a:lnTo>
                    <a:pt x="3460196" y="1224320"/>
                  </a:lnTo>
                  <a:lnTo>
                    <a:pt x="3460289" y="1224320"/>
                  </a:lnTo>
                  <a:lnTo>
                    <a:pt x="3460382" y="1224320"/>
                  </a:lnTo>
                  <a:lnTo>
                    <a:pt x="3460476" y="1224320"/>
                  </a:lnTo>
                  <a:lnTo>
                    <a:pt x="3460569" y="1224320"/>
                  </a:lnTo>
                  <a:lnTo>
                    <a:pt x="3460662" y="1224320"/>
                  </a:lnTo>
                  <a:lnTo>
                    <a:pt x="3460755" y="1224320"/>
                  </a:lnTo>
                  <a:lnTo>
                    <a:pt x="3460849" y="1224320"/>
                  </a:lnTo>
                  <a:lnTo>
                    <a:pt x="3460942" y="1224320"/>
                  </a:lnTo>
                  <a:lnTo>
                    <a:pt x="3461035" y="1224320"/>
                  </a:lnTo>
                  <a:lnTo>
                    <a:pt x="3461128" y="1224320"/>
                  </a:lnTo>
                  <a:lnTo>
                    <a:pt x="3461222" y="1224320"/>
                  </a:lnTo>
                  <a:lnTo>
                    <a:pt x="3461315" y="1224320"/>
                  </a:lnTo>
                  <a:lnTo>
                    <a:pt x="3461408" y="1224320"/>
                  </a:lnTo>
                  <a:lnTo>
                    <a:pt x="3461501" y="1224320"/>
                  </a:lnTo>
                  <a:lnTo>
                    <a:pt x="3461595" y="1224320"/>
                  </a:lnTo>
                  <a:lnTo>
                    <a:pt x="3461688" y="1224320"/>
                  </a:lnTo>
                  <a:lnTo>
                    <a:pt x="3461781" y="1224320"/>
                  </a:lnTo>
                  <a:lnTo>
                    <a:pt x="3461874" y="1224320"/>
                  </a:lnTo>
                  <a:lnTo>
                    <a:pt x="3461967" y="1224320"/>
                  </a:lnTo>
                  <a:lnTo>
                    <a:pt x="3462061" y="1224320"/>
                  </a:lnTo>
                  <a:lnTo>
                    <a:pt x="3462154" y="1224320"/>
                  </a:lnTo>
                  <a:lnTo>
                    <a:pt x="3462247" y="1224320"/>
                  </a:lnTo>
                  <a:lnTo>
                    <a:pt x="3462340" y="1224320"/>
                  </a:lnTo>
                  <a:lnTo>
                    <a:pt x="3462434" y="1224320"/>
                  </a:lnTo>
                  <a:lnTo>
                    <a:pt x="3462527" y="1224320"/>
                  </a:lnTo>
                  <a:lnTo>
                    <a:pt x="3462620" y="1224320"/>
                  </a:lnTo>
                  <a:lnTo>
                    <a:pt x="3462713" y="1224320"/>
                  </a:lnTo>
                  <a:lnTo>
                    <a:pt x="3462807" y="1224320"/>
                  </a:lnTo>
                  <a:lnTo>
                    <a:pt x="3462900" y="1224320"/>
                  </a:lnTo>
                  <a:lnTo>
                    <a:pt x="3462993" y="1224320"/>
                  </a:lnTo>
                  <a:lnTo>
                    <a:pt x="3463086" y="1224320"/>
                  </a:lnTo>
                  <a:lnTo>
                    <a:pt x="3463180" y="1224320"/>
                  </a:lnTo>
                  <a:lnTo>
                    <a:pt x="3463273" y="1224320"/>
                  </a:lnTo>
                  <a:lnTo>
                    <a:pt x="3463366" y="1224320"/>
                  </a:lnTo>
                  <a:lnTo>
                    <a:pt x="3463459" y="1224320"/>
                  </a:lnTo>
                  <a:lnTo>
                    <a:pt x="3463553" y="1224320"/>
                  </a:lnTo>
                  <a:lnTo>
                    <a:pt x="3463646" y="1224320"/>
                  </a:lnTo>
                  <a:lnTo>
                    <a:pt x="3463739" y="1224320"/>
                  </a:lnTo>
                  <a:lnTo>
                    <a:pt x="3463832" y="1224320"/>
                  </a:lnTo>
                  <a:lnTo>
                    <a:pt x="3463926" y="1224320"/>
                  </a:lnTo>
                  <a:lnTo>
                    <a:pt x="3464019" y="1224320"/>
                  </a:lnTo>
                  <a:lnTo>
                    <a:pt x="3464112" y="1224320"/>
                  </a:lnTo>
                  <a:lnTo>
                    <a:pt x="3464205" y="1224320"/>
                  </a:lnTo>
                  <a:lnTo>
                    <a:pt x="3464299" y="1224320"/>
                  </a:lnTo>
                  <a:lnTo>
                    <a:pt x="3464392" y="1224320"/>
                  </a:lnTo>
                  <a:lnTo>
                    <a:pt x="3464485" y="1224320"/>
                  </a:lnTo>
                  <a:lnTo>
                    <a:pt x="3464578" y="1224320"/>
                  </a:lnTo>
                  <a:lnTo>
                    <a:pt x="3464672" y="1224320"/>
                  </a:lnTo>
                  <a:lnTo>
                    <a:pt x="3464765" y="1224320"/>
                  </a:lnTo>
                  <a:lnTo>
                    <a:pt x="3464858" y="1224320"/>
                  </a:lnTo>
                  <a:lnTo>
                    <a:pt x="3464951" y="1224320"/>
                  </a:lnTo>
                  <a:lnTo>
                    <a:pt x="3465045" y="1224320"/>
                  </a:lnTo>
                  <a:lnTo>
                    <a:pt x="3465138" y="1224320"/>
                  </a:lnTo>
                  <a:lnTo>
                    <a:pt x="3465231" y="1224320"/>
                  </a:lnTo>
                  <a:lnTo>
                    <a:pt x="3465324" y="1224320"/>
                  </a:lnTo>
                  <a:lnTo>
                    <a:pt x="3465418" y="1224320"/>
                  </a:lnTo>
                  <a:lnTo>
                    <a:pt x="3465511" y="1224320"/>
                  </a:lnTo>
                  <a:lnTo>
                    <a:pt x="3465604" y="1224320"/>
                  </a:lnTo>
                  <a:lnTo>
                    <a:pt x="3465697" y="1224320"/>
                  </a:lnTo>
                  <a:lnTo>
                    <a:pt x="3465791" y="1224320"/>
                  </a:lnTo>
                  <a:lnTo>
                    <a:pt x="3465884" y="1224320"/>
                  </a:lnTo>
                  <a:lnTo>
                    <a:pt x="3465977" y="1224320"/>
                  </a:lnTo>
                  <a:lnTo>
                    <a:pt x="3466070" y="1224320"/>
                  </a:lnTo>
                  <a:lnTo>
                    <a:pt x="3466164" y="1224320"/>
                  </a:lnTo>
                  <a:lnTo>
                    <a:pt x="3466257" y="1224320"/>
                  </a:lnTo>
                  <a:lnTo>
                    <a:pt x="3466350" y="1224320"/>
                  </a:lnTo>
                  <a:lnTo>
                    <a:pt x="3466443" y="1224320"/>
                  </a:lnTo>
                  <a:lnTo>
                    <a:pt x="3466537" y="1224320"/>
                  </a:lnTo>
                  <a:lnTo>
                    <a:pt x="3466630" y="1224320"/>
                  </a:lnTo>
                  <a:lnTo>
                    <a:pt x="3466723" y="1224320"/>
                  </a:lnTo>
                  <a:lnTo>
                    <a:pt x="3466816" y="1224320"/>
                  </a:lnTo>
                  <a:lnTo>
                    <a:pt x="3466910" y="1224320"/>
                  </a:lnTo>
                  <a:lnTo>
                    <a:pt x="3467003" y="1224320"/>
                  </a:lnTo>
                  <a:lnTo>
                    <a:pt x="3467096" y="1224320"/>
                  </a:lnTo>
                  <a:lnTo>
                    <a:pt x="3467189" y="1224320"/>
                  </a:lnTo>
                  <a:lnTo>
                    <a:pt x="3467283" y="1224320"/>
                  </a:lnTo>
                  <a:lnTo>
                    <a:pt x="3467376" y="1224320"/>
                  </a:lnTo>
                  <a:lnTo>
                    <a:pt x="3467469" y="1224320"/>
                  </a:lnTo>
                  <a:lnTo>
                    <a:pt x="3467562" y="1224320"/>
                  </a:lnTo>
                  <a:lnTo>
                    <a:pt x="3467656" y="1224320"/>
                  </a:lnTo>
                  <a:lnTo>
                    <a:pt x="3467749" y="1224320"/>
                  </a:lnTo>
                  <a:lnTo>
                    <a:pt x="3467842" y="1224320"/>
                  </a:lnTo>
                  <a:lnTo>
                    <a:pt x="3467935" y="1224320"/>
                  </a:lnTo>
                  <a:lnTo>
                    <a:pt x="3468029" y="1224320"/>
                  </a:lnTo>
                  <a:lnTo>
                    <a:pt x="3468122" y="1224320"/>
                  </a:lnTo>
                  <a:lnTo>
                    <a:pt x="3468215" y="1224320"/>
                  </a:lnTo>
                  <a:lnTo>
                    <a:pt x="3468308" y="1224320"/>
                  </a:lnTo>
                  <a:lnTo>
                    <a:pt x="3468402" y="1224320"/>
                  </a:lnTo>
                  <a:lnTo>
                    <a:pt x="3468495" y="1224320"/>
                  </a:lnTo>
                  <a:lnTo>
                    <a:pt x="3468588" y="1224320"/>
                  </a:lnTo>
                  <a:lnTo>
                    <a:pt x="3468681" y="1224320"/>
                  </a:lnTo>
                  <a:lnTo>
                    <a:pt x="3468775" y="1224320"/>
                  </a:lnTo>
                  <a:lnTo>
                    <a:pt x="3468868" y="1224320"/>
                  </a:lnTo>
                  <a:lnTo>
                    <a:pt x="3468961" y="1224320"/>
                  </a:lnTo>
                  <a:lnTo>
                    <a:pt x="3469054" y="1224320"/>
                  </a:lnTo>
                  <a:lnTo>
                    <a:pt x="3469147" y="1224320"/>
                  </a:lnTo>
                  <a:lnTo>
                    <a:pt x="3469241" y="1224320"/>
                  </a:lnTo>
                  <a:lnTo>
                    <a:pt x="3469334" y="1224320"/>
                  </a:lnTo>
                  <a:lnTo>
                    <a:pt x="3469427" y="1224320"/>
                  </a:lnTo>
                  <a:lnTo>
                    <a:pt x="3469520" y="1224320"/>
                  </a:lnTo>
                  <a:lnTo>
                    <a:pt x="3469614" y="1224320"/>
                  </a:lnTo>
                  <a:lnTo>
                    <a:pt x="3469707" y="1224320"/>
                  </a:lnTo>
                  <a:lnTo>
                    <a:pt x="3469800" y="1224320"/>
                  </a:lnTo>
                  <a:lnTo>
                    <a:pt x="3469893" y="1224320"/>
                  </a:lnTo>
                  <a:lnTo>
                    <a:pt x="3469987" y="1224320"/>
                  </a:lnTo>
                  <a:lnTo>
                    <a:pt x="3470080" y="1224320"/>
                  </a:lnTo>
                  <a:lnTo>
                    <a:pt x="3470173" y="1224320"/>
                  </a:lnTo>
                  <a:lnTo>
                    <a:pt x="3470266" y="1224320"/>
                  </a:lnTo>
                  <a:lnTo>
                    <a:pt x="3470360" y="1224320"/>
                  </a:lnTo>
                  <a:lnTo>
                    <a:pt x="3470453" y="1224320"/>
                  </a:lnTo>
                  <a:lnTo>
                    <a:pt x="3470546" y="1224320"/>
                  </a:lnTo>
                  <a:lnTo>
                    <a:pt x="3470639" y="1224320"/>
                  </a:lnTo>
                  <a:lnTo>
                    <a:pt x="3470733" y="1224320"/>
                  </a:lnTo>
                  <a:lnTo>
                    <a:pt x="3470826" y="1224320"/>
                  </a:lnTo>
                  <a:lnTo>
                    <a:pt x="3470919" y="1224320"/>
                  </a:lnTo>
                  <a:lnTo>
                    <a:pt x="3471012" y="1224320"/>
                  </a:lnTo>
                  <a:lnTo>
                    <a:pt x="3471106" y="1224320"/>
                  </a:lnTo>
                  <a:lnTo>
                    <a:pt x="3471199" y="1224320"/>
                  </a:lnTo>
                  <a:lnTo>
                    <a:pt x="3471292" y="1224320"/>
                  </a:lnTo>
                  <a:lnTo>
                    <a:pt x="3471385" y="1224320"/>
                  </a:lnTo>
                  <a:lnTo>
                    <a:pt x="3471479" y="1224320"/>
                  </a:lnTo>
                  <a:lnTo>
                    <a:pt x="3471572" y="1224320"/>
                  </a:lnTo>
                  <a:lnTo>
                    <a:pt x="3471665" y="1224320"/>
                  </a:lnTo>
                  <a:lnTo>
                    <a:pt x="3471758" y="1224320"/>
                  </a:lnTo>
                  <a:lnTo>
                    <a:pt x="3471852" y="1224320"/>
                  </a:lnTo>
                  <a:lnTo>
                    <a:pt x="3471945" y="1224320"/>
                  </a:lnTo>
                  <a:lnTo>
                    <a:pt x="3472038" y="1224320"/>
                  </a:lnTo>
                  <a:lnTo>
                    <a:pt x="3472131" y="1224320"/>
                  </a:lnTo>
                  <a:lnTo>
                    <a:pt x="3472225" y="1224320"/>
                  </a:lnTo>
                  <a:lnTo>
                    <a:pt x="3472318" y="1224320"/>
                  </a:lnTo>
                  <a:lnTo>
                    <a:pt x="3472411" y="1224320"/>
                  </a:lnTo>
                  <a:lnTo>
                    <a:pt x="3472504" y="1224320"/>
                  </a:lnTo>
                  <a:lnTo>
                    <a:pt x="3472598" y="1224320"/>
                  </a:lnTo>
                  <a:lnTo>
                    <a:pt x="3472691" y="1224320"/>
                  </a:lnTo>
                  <a:lnTo>
                    <a:pt x="3472784" y="1224320"/>
                  </a:lnTo>
                  <a:lnTo>
                    <a:pt x="3472877" y="1224320"/>
                  </a:lnTo>
                  <a:lnTo>
                    <a:pt x="3472971" y="1224320"/>
                  </a:lnTo>
                  <a:lnTo>
                    <a:pt x="3473064" y="1224320"/>
                  </a:lnTo>
                  <a:lnTo>
                    <a:pt x="3473157" y="1224320"/>
                  </a:lnTo>
                  <a:lnTo>
                    <a:pt x="3473250" y="1224320"/>
                  </a:lnTo>
                  <a:lnTo>
                    <a:pt x="3473344" y="1224320"/>
                  </a:lnTo>
                  <a:lnTo>
                    <a:pt x="3473437" y="1224320"/>
                  </a:lnTo>
                  <a:lnTo>
                    <a:pt x="3473530" y="1224320"/>
                  </a:lnTo>
                  <a:lnTo>
                    <a:pt x="3473623" y="1224320"/>
                  </a:lnTo>
                  <a:lnTo>
                    <a:pt x="3473717" y="1224320"/>
                  </a:lnTo>
                  <a:lnTo>
                    <a:pt x="3473810" y="1224320"/>
                  </a:lnTo>
                  <a:lnTo>
                    <a:pt x="3473903" y="1224320"/>
                  </a:lnTo>
                  <a:lnTo>
                    <a:pt x="3473996" y="1224320"/>
                  </a:lnTo>
                  <a:lnTo>
                    <a:pt x="3474090" y="1224320"/>
                  </a:lnTo>
                  <a:lnTo>
                    <a:pt x="3474183" y="1224320"/>
                  </a:lnTo>
                  <a:lnTo>
                    <a:pt x="3474276" y="1224320"/>
                  </a:lnTo>
                  <a:lnTo>
                    <a:pt x="3474369" y="1224320"/>
                  </a:lnTo>
                  <a:lnTo>
                    <a:pt x="3474463" y="1224320"/>
                  </a:lnTo>
                  <a:lnTo>
                    <a:pt x="3474556" y="1224320"/>
                  </a:lnTo>
                  <a:lnTo>
                    <a:pt x="3474649" y="1224320"/>
                  </a:lnTo>
                  <a:lnTo>
                    <a:pt x="3474742" y="1224320"/>
                  </a:lnTo>
                  <a:lnTo>
                    <a:pt x="3474836" y="1224320"/>
                  </a:lnTo>
                  <a:lnTo>
                    <a:pt x="3474929" y="1224320"/>
                  </a:lnTo>
                  <a:lnTo>
                    <a:pt x="3475022" y="1224320"/>
                  </a:lnTo>
                  <a:lnTo>
                    <a:pt x="3475115" y="1224320"/>
                  </a:lnTo>
                  <a:lnTo>
                    <a:pt x="3475209" y="1224320"/>
                  </a:lnTo>
                  <a:lnTo>
                    <a:pt x="3475302" y="1224320"/>
                  </a:lnTo>
                  <a:lnTo>
                    <a:pt x="3475395" y="1224320"/>
                  </a:lnTo>
                  <a:lnTo>
                    <a:pt x="3475488" y="1224320"/>
                  </a:lnTo>
                  <a:lnTo>
                    <a:pt x="3475582" y="1224320"/>
                  </a:lnTo>
                  <a:lnTo>
                    <a:pt x="3475675" y="1224320"/>
                  </a:lnTo>
                  <a:lnTo>
                    <a:pt x="3475768" y="1224320"/>
                  </a:lnTo>
                  <a:lnTo>
                    <a:pt x="3475861" y="1224320"/>
                  </a:lnTo>
                  <a:lnTo>
                    <a:pt x="3475954" y="1224320"/>
                  </a:lnTo>
                  <a:lnTo>
                    <a:pt x="3476048" y="1224320"/>
                  </a:lnTo>
                  <a:lnTo>
                    <a:pt x="3476141" y="1224320"/>
                  </a:lnTo>
                  <a:lnTo>
                    <a:pt x="3476234" y="1224320"/>
                  </a:lnTo>
                  <a:lnTo>
                    <a:pt x="3476327" y="1224320"/>
                  </a:lnTo>
                  <a:lnTo>
                    <a:pt x="3476421" y="1224320"/>
                  </a:lnTo>
                  <a:lnTo>
                    <a:pt x="3476514" y="1224320"/>
                  </a:lnTo>
                  <a:lnTo>
                    <a:pt x="3476607" y="1224320"/>
                  </a:lnTo>
                  <a:lnTo>
                    <a:pt x="3476700" y="1224320"/>
                  </a:lnTo>
                  <a:lnTo>
                    <a:pt x="3476794" y="1224320"/>
                  </a:lnTo>
                  <a:lnTo>
                    <a:pt x="3476887" y="1224320"/>
                  </a:lnTo>
                  <a:lnTo>
                    <a:pt x="3476980" y="1224320"/>
                  </a:lnTo>
                  <a:lnTo>
                    <a:pt x="3477073" y="1224320"/>
                  </a:lnTo>
                  <a:lnTo>
                    <a:pt x="3477167" y="1224320"/>
                  </a:lnTo>
                  <a:lnTo>
                    <a:pt x="3477260" y="1224320"/>
                  </a:lnTo>
                  <a:lnTo>
                    <a:pt x="3477353" y="1224320"/>
                  </a:lnTo>
                  <a:lnTo>
                    <a:pt x="3477446" y="1224320"/>
                  </a:lnTo>
                  <a:lnTo>
                    <a:pt x="3477540" y="1224320"/>
                  </a:lnTo>
                  <a:lnTo>
                    <a:pt x="3477633" y="1224320"/>
                  </a:lnTo>
                  <a:lnTo>
                    <a:pt x="3477726" y="1224320"/>
                  </a:lnTo>
                  <a:lnTo>
                    <a:pt x="3477819" y="1224320"/>
                  </a:lnTo>
                  <a:lnTo>
                    <a:pt x="3477913" y="1224320"/>
                  </a:lnTo>
                  <a:lnTo>
                    <a:pt x="3478006" y="1224320"/>
                  </a:lnTo>
                  <a:lnTo>
                    <a:pt x="3478099" y="1224320"/>
                  </a:lnTo>
                  <a:lnTo>
                    <a:pt x="3478192" y="1224320"/>
                  </a:lnTo>
                  <a:lnTo>
                    <a:pt x="3478286" y="1224320"/>
                  </a:lnTo>
                  <a:lnTo>
                    <a:pt x="3478379" y="1224320"/>
                  </a:lnTo>
                  <a:lnTo>
                    <a:pt x="3478472" y="1224320"/>
                  </a:lnTo>
                  <a:lnTo>
                    <a:pt x="3478565" y="1224320"/>
                  </a:lnTo>
                  <a:lnTo>
                    <a:pt x="3478659" y="1224320"/>
                  </a:lnTo>
                  <a:lnTo>
                    <a:pt x="3478752" y="1224320"/>
                  </a:lnTo>
                  <a:lnTo>
                    <a:pt x="3478845" y="1224320"/>
                  </a:lnTo>
                  <a:lnTo>
                    <a:pt x="3478938" y="1224320"/>
                  </a:lnTo>
                  <a:lnTo>
                    <a:pt x="3479032" y="1224320"/>
                  </a:lnTo>
                  <a:lnTo>
                    <a:pt x="3479125" y="1224320"/>
                  </a:lnTo>
                  <a:lnTo>
                    <a:pt x="3479218" y="1224320"/>
                  </a:lnTo>
                  <a:lnTo>
                    <a:pt x="3479311" y="1224320"/>
                  </a:lnTo>
                  <a:lnTo>
                    <a:pt x="3479405" y="1224320"/>
                  </a:lnTo>
                  <a:lnTo>
                    <a:pt x="3479498" y="1224320"/>
                  </a:lnTo>
                  <a:lnTo>
                    <a:pt x="3479591" y="1224320"/>
                  </a:lnTo>
                  <a:lnTo>
                    <a:pt x="3479684" y="1224320"/>
                  </a:lnTo>
                  <a:lnTo>
                    <a:pt x="3479778" y="1224320"/>
                  </a:lnTo>
                  <a:lnTo>
                    <a:pt x="3479871" y="1224320"/>
                  </a:lnTo>
                  <a:lnTo>
                    <a:pt x="3479964" y="1224320"/>
                  </a:lnTo>
                  <a:lnTo>
                    <a:pt x="3480057" y="1224320"/>
                  </a:lnTo>
                  <a:lnTo>
                    <a:pt x="3480151" y="1224320"/>
                  </a:lnTo>
                  <a:lnTo>
                    <a:pt x="3480244" y="1224320"/>
                  </a:lnTo>
                  <a:lnTo>
                    <a:pt x="3480337" y="1224320"/>
                  </a:lnTo>
                  <a:lnTo>
                    <a:pt x="3480430" y="1224320"/>
                  </a:lnTo>
                  <a:lnTo>
                    <a:pt x="3480524" y="1224320"/>
                  </a:lnTo>
                  <a:lnTo>
                    <a:pt x="3480617" y="1224320"/>
                  </a:lnTo>
                  <a:lnTo>
                    <a:pt x="3480710" y="1224320"/>
                  </a:lnTo>
                  <a:lnTo>
                    <a:pt x="3480803" y="1224320"/>
                  </a:lnTo>
                  <a:lnTo>
                    <a:pt x="3480897" y="1224320"/>
                  </a:lnTo>
                  <a:lnTo>
                    <a:pt x="3480990" y="1224320"/>
                  </a:lnTo>
                  <a:lnTo>
                    <a:pt x="3481083" y="1224320"/>
                  </a:lnTo>
                  <a:lnTo>
                    <a:pt x="3481176" y="1224320"/>
                  </a:lnTo>
                  <a:lnTo>
                    <a:pt x="3481270" y="1224320"/>
                  </a:lnTo>
                  <a:lnTo>
                    <a:pt x="3481363" y="1224320"/>
                  </a:lnTo>
                  <a:lnTo>
                    <a:pt x="3481456" y="1224320"/>
                  </a:lnTo>
                  <a:lnTo>
                    <a:pt x="3481549" y="1224320"/>
                  </a:lnTo>
                  <a:lnTo>
                    <a:pt x="3481643" y="1224320"/>
                  </a:lnTo>
                  <a:lnTo>
                    <a:pt x="3481736" y="1224320"/>
                  </a:lnTo>
                  <a:lnTo>
                    <a:pt x="3481829" y="1224320"/>
                  </a:lnTo>
                  <a:lnTo>
                    <a:pt x="3481922" y="1224320"/>
                  </a:lnTo>
                  <a:lnTo>
                    <a:pt x="3482016" y="1224320"/>
                  </a:lnTo>
                  <a:lnTo>
                    <a:pt x="3482109" y="1224320"/>
                  </a:lnTo>
                  <a:lnTo>
                    <a:pt x="3482202" y="1224320"/>
                  </a:lnTo>
                  <a:lnTo>
                    <a:pt x="3482295" y="1224320"/>
                  </a:lnTo>
                  <a:lnTo>
                    <a:pt x="3482389" y="1224320"/>
                  </a:lnTo>
                  <a:lnTo>
                    <a:pt x="3482482" y="1224320"/>
                  </a:lnTo>
                  <a:lnTo>
                    <a:pt x="3482575" y="1224320"/>
                  </a:lnTo>
                  <a:lnTo>
                    <a:pt x="3482668" y="1224320"/>
                  </a:lnTo>
                  <a:lnTo>
                    <a:pt x="3482762" y="1224320"/>
                  </a:lnTo>
                  <a:lnTo>
                    <a:pt x="3482855" y="1224320"/>
                  </a:lnTo>
                  <a:lnTo>
                    <a:pt x="3482948" y="1224320"/>
                  </a:lnTo>
                  <a:lnTo>
                    <a:pt x="3483041" y="1224320"/>
                  </a:lnTo>
                  <a:lnTo>
                    <a:pt x="3483134" y="1224320"/>
                  </a:lnTo>
                  <a:lnTo>
                    <a:pt x="3483228" y="1224320"/>
                  </a:lnTo>
                  <a:lnTo>
                    <a:pt x="3483321" y="1224320"/>
                  </a:lnTo>
                  <a:lnTo>
                    <a:pt x="3483414" y="1224320"/>
                  </a:lnTo>
                  <a:lnTo>
                    <a:pt x="3483507" y="1224320"/>
                  </a:lnTo>
                  <a:lnTo>
                    <a:pt x="3483601" y="1224320"/>
                  </a:lnTo>
                  <a:lnTo>
                    <a:pt x="3483694" y="1224320"/>
                  </a:lnTo>
                  <a:lnTo>
                    <a:pt x="3483787" y="1224320"/>
                  </a:lnTo>
                  <a:lnTo>
                    <a:pt x="3483880" y="1224320"/>
                  </a:lnTo>
                  <a:lnTo>
                    <a:pt x="3483974" y="1224320"/>
                  </a:lnTo>
                  <a:lnTo>
                    <a:pt x="3484067" y="1224320"/>
                  </a:lnTo>
                  <a:lnTo>
                    <a:pt x="3484160" y="1224320"/>
                  </a:lnTo>
                  <a:lnTo>
                    <a:pt x="3484253" y="1224320"/>
                  </a:lnTo>
                  <a:lnTo>
                    <a:pt x="3484347" y="1224320"/>
                  </a:lnTo>
                  <a:lnTo>
                    <a:pt x="3484440" y="1224320"/>
                  </a:lnTo>
                  <a:lnTo>
                    <a:pt x="3484533" y="1224320"/>
                  </a:lnTo>
                  <a:lnTo>
                    <a:pt x="3484626" y="1224320"/>
                  </a:lnTo>
                  <a:lnTo>
                    <a:pt x="3484720" y="1224320"/>
                  </a:lnTo>
                  <a:lnTo>
                    <a:pt x="3484813" y="1224320"/>
                  </a:lnTo>
                  <a:lnTo>
                    <a:pt x="3484906" y="1224320"/>
                  </a:lnTo>
                  <a:lnTo>
                    <a:pt x="3484999" y="1224320"/>
                  </a:lnTo>
                  <a:lnTo>
                    <a:pt x="3485093" y="1224320"/>
                  </a:lnTo>
                  <a:lnTo>
                    <a:pt x="3485186" y="1224320"/>
                  </a:lnTo>
                  <a:lnTo>
                    <a:pt x="3485279" y="1224320"/>
                  </a:lnTo>
                  <a:lnTo>
                    <a:pt x="3485372" y="1224320"/>
                  </a:lnTo>
                  <a:lnTo>
                    <a:pt x="3485466" y="1224320"/>
                  </a:lnTo>
                  <a:lnTo>
                    <a:pt x="3485559" y="1224320"/>
                  </a:lnTo>
                  <a:lnTo>
                    <a:pt x="3485652" y="1224320"/>
                  </a:lnTo>
                  <a:lnTo>
                    <a:pt x="3485745" y="1224320"/>
                  </a:lnTo>
                  <a:lnTo>
                    <a:pt x="3485839" y="1224320"/>
                  </a:lnTo>
                  <a:lnTo>
                    <a:pt x="3485932" y="1224320"/>
                  </a:lnTo>
                  <a:lnTo>
                    <a:pt x="3486025" y="1224320"/>
                  </a:lnTo>
                  <a:lnTo>
                    <a:pt x="3486118" y="1224320"/>
                  </a:lnTo>
                  <a:lnTo>
                    <a:pt x="3486212" y="1224320"/>
                  </a:lnTo>
                  <a:lnTo>
                    <a:pt x="3486305" y="1224320"/>
                  </a:lnTo>
                  <a:lnTo>
                    <a:pt x="3486398" y="1224320"/>
                  </a:lnTo>
                  <a:lnTo>
                    <a:pt x="3486491" y="1224320"/>
                  </a:lnTo>
                  <a:lnTo>
                    <a:pt x="3486585" y="1224320"/>
                  </a:lnTo>
                  <a:lnTo>
                    <a:pt x="3486678" y="1224320"/>
                  </a:lnTo>
                  <a:lnTo>
                    <a:pt x="3486771" y="1224320"/>
                  </a:lnTo>
                  <a:lnTo>
                    <a:pt x="3486864" y="1224320"/>
                  </a:lnTo>
                  <a:lnTo>
                    <a:pt x="3486958" y="1224320"/>
                  </a:lnTo>
                  <a:lnTo>
                    <a:pt x="3487051" y="1224320"/>
                  </a:lnTo>
                  <a:lnTo>
                    <a:pt x="3487144" y="1224320"/>
                  </a:lnTo>
                  <a:lnTo>
                    <a:pt x="3487237" y="1224320"/>
                  </a:lnTo>
                  <a:lnTo>
                    <a:pt x="3487331" y="1224320"/>
                  </a:lnTo>
                  <a:lnTo>
                    <a:pt x="3487424" y="1224320"/>
                  </a:lnTo>
                  <a:lnTo>
                    <a:pt x="3487517" y="1224320"/>
                  </a:lnTo>
                  <a:lnTo>
                    <a:pt x="3487610" y="1224320"/>
                  </a:lnTo>
                  <a:lnTo>
                    <a:pt x="3487704" y="1224320"/>
                  </a:lnTo>
                  <a:lnTo>
                    <a:pt x="3487797" y="1224320"/>
                  </a:lnTo>
                  <a:lnTo>
                    <a:pt x="3487890" y="1224320"/>
                  </a:lnTo>
                  <a:lnTo>
                    <a:pt x="3487983" y="1224320"/>
                  </a:lnTo>
                  <a:lnTo>
                    <a:pt x="3488077" y="1224320"/>
                  </a:lnTo>
                  <a:lnTo>
                    <a:pt x="3488170" y="1224320"/>
                  </a:lnTo>
                  <a:lnTo>
                    <a:pt x="3488263" y="1224320"/>
                  </a:lnTo>
                  <a:lnTo>
                    <a:pt x="3488356" y="1224320"/>
                  </a:lnTo>
                  <a:lnTo>
                    <a:pt x="3488450" y="1224320"/>
                  </a:lnTo>
                  <a:lnTo>
                    <a:pt x="3488543" y="1224320"/>
                  </a:lnTo>
                  <a:lnTo>
                    <a:pt x="3488636" y="1224320"/>
                  </a:lnTo>
                  <a:lnTo>
                    <a:pt x="3488729" y="1224320"/>
                  </a:lnTo>
                  <a:lnTo>
                    <a:pt x="3488823" y="1224320"/>
                  </a:lnTo>
                  <a:lnTo>
                    <a:pt x="3488916" y="1224320"/>
                  </a:lnTo>
                  <a:lnTo>
                    <a:pt x="3489009" y="1224320"/>
                  </a:lnTo>
                  <a:lnTo>
                    <a:pt x="3489102" y="1224320"/>
                  </a:lnTo>
                  <a:lnTo>
                    <a:pt x="3489196" y="1224320"/>
                  </a:lnTo>
                  <a:lnTo>
                    <a:pt x="3489289" y="1224320"/>
                  </a:lnTo>
                  <a:lnTo>
                    <a:pt x="3489382" y="1224320"/>
                  </a:lnTo>
                  <a:lnTo>
                    <a:pt x="3489475" y="1224320"/>
                  </a:lnTo>
                  <a:lnTo>
                    <a:pt x="3489569" y="1224320"/>
                  </a:lnTo>
                  <a:lnTo>
                    <a:pt x="3489662" y="1224320"/>
                  </a:lnTo>
                  <a:lnTo>
                    <a:pt x="3489755" y="1224320"/>
                  </a:lnTo>
                  <a:lnTo>
                    <a:pt x="3489848" y="1224320"/>
                  </a:lnTo>
                  <a:lnTo>
                    <a:pt x="3489941" y="1224320"/>
                  </a:lnTo>
                  <a:lnTo>
                    <a:pt x="3490035" y="1224320"/>
                  </a:lnTo>
                  <a:lnTo>
                    <a:pt x="3490128" y="1224320"/>
                  </a:lnTo>
                  <a:lnTo>
                    <a:pt x="3490221" y="1224320"/>
                  </a:lnTo>
                  <a:lnTo>
                    <a:pt x="3490314" y="1224320"/>
                  </a:lnTo>
                  <a:lnTo>
                    <a:pt x="3490408" y="1224320"/>
                  </a:lnTo>
                  <a:lnTo>
                    <a:pt x="3490501" y="1224320"/>
                  </a:lnTo>
                  <a:lnTo>
                    <a:pt x="3490594" y="1224320"/>
                  </a:lnTo>
                  <a:lnTo>
                    <a:pt x="3490687" y="1224320"/>
                  </a:lnTo>
                  <a:lnTo>
                    <a:pt x="3490781" y="1224320"/>
                  </a:lnTo>
                  <a:lnTo>
                    <a:pt x="3490874" y="1224320"/>
                  </a:lnTo>
                  <a:lnTo>
                    <a:pt x="3490967" y="1224320"/>
                  </a:lnTo>
                  <a:lnTo>
                    <a:pt x="3491060" y="1224320"/>
                  </a:lnTo>
                  <a:lnTo>
                    <a:pt x="3491154" y="1224320"/>
                  </a:lnTo>
                  <a:lnTo>
                    <a:pt x="3491247" y="1224320"/>
                  </a:lnTo>
                  <a:lnTo>
                    <a:pt x="3491340" y="1224320"/>
                  </a:lnTo>
                  <a:lnTo>
                    <a:pt x="3491433" y="1224320"/>
                  </a:lnTo>
                  <a:lnTo>
                    <a:pt x="3491527" y="1224320"/>
                  </a:lnTo>
                  <a:lnTo>
                    <a:pt x="3491620" y="1224320"/>
                  </a:lnTo>
                  <a:lnTo>
                    <a:pt x="3491713" y="1224320"/>
                  </a:lnTo>
                  <a:lnTo>
                    <a:pt x="3491806" y="1224320"/>
                  </a:lnTo>
                  <a:lnTo>
                    <a:pt x="3491900" y="1224320"/>
                  </a:lnTo>
                  <a:lnTo>
                    <a:pt x="3491993" y="1224320"/>
                  </a:lnTo>
                  <a:lnTo>
                    <a:pt x="3492086" y="1224320"/>
                  </a:lnTo>
                  <a:lnTo>
                    <a:pt x="3492179" y="1224320"/>
                  </a:lnTo>
                  <a:lnTo>
                    <a:pt x="3492273" y="1224320"/>
                  </a:lnTo>
                  <a:lnTo>
                    <a:pt x="3492366" y="1224320"/>
                  </a:lnTo>
                  <a:lnTo>
                    <a:pt x="3492459" y="1224320"/>
                  </a:lnTo>
                  <a:lnTo>
                    <a:pt x="3492552" y="1224320"/>
                  </a:lnTo>
                  <a:lnTo>
                    <a:pt x="3492646" y="1224320"/>
                  </a:lnTo>
                  <a:lnTo>
                    <a:pt x="3492739" y="1224320"/>
                  </a:lnTo>
                  <a:lnTo>
                    <a:pt x="3492832" y="1224320"/>
                  </a:lnTo>
                  <a:lnTo>
                    <a:pt x="3492925" y="1224320"/>
                  </a:lnTo>
                  <a:lnTo>
                    <a:pt x="3493019" y="1224320"/>
                  </a:lnTo>
                  <a:lnTo>
                    <a:pt x="3493112" y="1224320"/>
                  </a:lnTo>
                  <a:lnTo>
                    <a:pt x="3493205" y="1224320"/>
                  </a:lnTo>
                  <a:lnTo>
                    <a:pt x="3493298" y="1224320"/>
                  </a:lnTo>
                  <a:lnTo>
                    <a:pt x="3493392" y="1224320"/>
                  </a:lnTo>
                  <a:lnTo>
                    <a:pt x="3493485" y="1224320"/>
                  </a:lnTo>
                  <a:lnTo>
                    <a:pt x="3493578" y="1224320"/>
                  </a:lnTo>
                  <a:lnTo>
                    <a:pt x="3493671" y="1224320"/>
                  </a:lnTo>
                  <a:lnTo>
                    <a:pt x="3493765" y="1224320"/>
                  </a:lnTo>
                  <a:lnTo>
                    <a:pt x="3493858" y="1224320"/>
                  </a:lnTo>
                  <a:lnTo>
                    <a:pt x="3493951" y="1224320"/>
                  </a:lnTo>
                  <a:lnTo>
                    <a:pt x="3494044" y="1224320"/>
                  </a:lnTo>
                  <a:lnTo>
                    <a:pt x="3494138" y="1224320"/>
                  </a:lnTo>
                  <a:lnTo>
                    <a:pt x="3494231" y="1224320"/>
                  </a:lnTo>
                  <a:lnTo>
                    <a:pt x="3494324" y="1224320"/>
                  </a:lnTo>
                  <a:lnTo>
                    <a:pt x="3494417" y="1224320"/>
                  </a:lnTo>
                  <a:lnTo>
                    <a:pt x="3494511" y="1224320"/>
                  </a:lnTo>
                  <a:lnTo>
                    <a:pt x="3494604" y="1224320"/>
                  </a:lnTo>
                  <a:lnTo>
                    <a:pt x="3494697" y="1224320"/>
                  </a:lnTo>
                  <a:lnTo>
                    <a:pt x="3494790" y="1224320"/>
                  </a:lnTo>
                  <a:lnTo>
                    <a:pt x="3494884" y="1224320"/>
                  </a:lnTo>
                  <a:lnTo>
                    <a:pt x="3494977" y="1224320"/>
                  </a:lnTo>
                  <a:lnTo>
                    <a:pt x="3495070" y="1224320"/>
                  </a:lnTo>
                  <a:lnTo>
                    <a:pt x="3495163" y="1224320"/>
                  </a:lnTo>
                  <a:lnTo>
                    <a:pt x="3495257" y="1224320"/>
                  </a:lnTo>
                  <a:lnTo>
                    <a:pt x="3495350" y="1224320"/>
                  </a:lnTo>
                  <a:lnTo>
                    <a:pt x="3495443" y="1224320"/>
                  </a:lnTo>
                  <a:lnTo>
                    <a:pt x="3495536" y="1224320"/>
                  </a:lnTo>
                  <a:lnTo>
                    <a:pt x="3495630" y="1224320"/>
                  </a:lnTo>
                  <a:lnTo>
                    <a:pt x="3495723" y="1224320"/>
                  </a:lnTo>
                  <a:lnTo>
                    <a:pt x="3495816" y="1224320"/>
                  </a:lnTo>
                  <a:lnTo>
                    <a:pt x="3495909" y="1224320"/>
                  </a:lnTo>
                  <a:lnTo>
                    <a:pt x="3496003" y="1224320"/>
                  </a:lnTo>
                  <a:lnTo>
                    <a:pt x="3496096" y="1224320"/>
                  </a:lnTo>
                  <a:lnTo>
                    <a:pt x="3496189" y="1224320"/>
                  </a:lnTo>
                  <a:lnTo>
                    <a:pt x="3496282" y="1224320"/>
                  </a:lnTo>
                  <a:lnTo>
                    <a:pt x="3496376" y="1224320"/>
                  </a:lnTo>
                  <a:lnTo>
                    <a:pt x="3496469" y="1224320"/>
                  </a:lnTo>
                  <a:lnTo>
                    <a:pt x="3496562" y="1224320"/>
                  </a:lnTo>
                  <a:lnTo>
                    <a:pt x="3496655" y="1224320"/>
                  </a:lnTo>
                  <a:lnTo>
                    <a:pt x="3496748" y="1224320"/>
                  </a:lnTo>
                  <a:lnTo>
                    <a:pt x="3496842" y="1224320"/>
                  </a:lnTo>
                  <a:lnTo>
                    <a:pt x="3496935" y="1224320"/>
                  </a:lnTo>
                  <a:lnTo>
                    <a:pt x="3497028" y="1224320"/>
                  </a:lnTo>
                  <a:lnTo>
                    <a:pt x="3497121" y="1224320"/>
                  </a:lnTo>
                  <a:lnTo>
                    <a:pt x="3497215" y="1224320"/>
                  </a:lnTo>
                  <a:lnTo>
                    <a:pt x="3497308" y="1224320"/>
                  </a:lnTo>
                  <a:lnTo>
                    <a:pt x="3497401" y="1224320"/>
                  </a:lnTo>
                  <a:lnTo>
                    <a:pt x="3497494" y="1224320"/>
                  </a:lnTo>
                  <a:lnTo>
                    <a:pt x="3497588" y="1224320"/>
                  </a:lnTo>
                  <a:lnTo>
                    <a:pt x="3497681" y="1224320"/>
                  </a:lnTo>
                  <a:lnTo>
                    <a:pt x="3497774" y="1224320"/>
                  </a:lnTo>
                  <a:lnTo>
                    <a:pt x="3497867" y="1224320"/>
                  </a:lnTo>
                  <a:lnTo>
                    <a:pt x="3497961" y="1224320"/>
                  </a:lnTo>
                  <a:lnTo>
                    <a:pt x="3498054" y="1224320"/>
                  </a:lnTo>
                  <a:lnTo>
                    <a:pt x="3498147" y="1224320"/>
                  </a:lnTo>
                  <a:lnTo>
                    <a:pt x="3498240" y="1224320"/>
                  </a:lnTo>
                  <a:lnTo>
                    <a:pt x="3498334" y="1224320"/>
                  </a:lnTo>
                  <a:lnTo>
                    <a:pt x="3498427" y="1224320"/>
                  </a:lnTo>
                  <a:lnTo>
                    <a:pt x="3498520" y="1224320"/>
                  </a:lnTo>
                  <a:lnTo>
                    <a:pt x="3498613" y="1224320"/>
                  </a:lnTo>
                  <a:lnTo>
                    <a:pt x="3498707" y="1224320"/>
                  </a:lnTo>
                  <a:lnTo>
                    <a:pt x="3498800" y="1224320"/>
                  </a:lnTo>
                  <a:lnTo>
                    <a:pt x="3498893" y="1224320"/>
                  </a:lnTo>
                  <a:lnTo>
                    <a:pt x="3498986" y="1224320"/>
                  </a:lnTo>
                  <a:lnTo>
                    <a:pt x="3499080" y="1224320"/>
                  </a:lnTo>
                  <a:lnTo>
                    <a:pt x="3499173" y="1224320"/>
                  </a:lnTo>
                  <a:lnTo>
                    <a:pt x="3499266" y="1224320"/>
                  </a:lnTo>
                  <a:lnTo>
                    <a:pt x="3499359" y="1224320"/>
                  </a:lnTo>
                  <a:lnTo>
                    <a:pt x="3499453" y="1224320"/>
                  </a:lnTo>
                  <a:lnTo>
                    <a:pt x="3499546" y="1224320"/>
                  </a:lnTo>
                  <a:lnTo>
                    <a:pt x="3499639" y="1224320"/>
                  </a:lnTo>
                  <a:lnTo>
                    <a:pt x="3499732" y="1224320"/>
                  </a:lnTo>
                  <a:lnTo>
                    <a:pt x="3499826" y="1224320"/>
                  </a:lnTo>
                  <a:lnTo>
                    <a:pt x="3499919" y="1224320"/>
                  </a:lnTo>
                  <a:lnTo>
                    <a:pt x="3500012" y="1224320"/>
                  </a:lnTo>
                  <a:lnTo>
                    <a:pt x="3500105" y="1224320"/>
                  </a:lnTo>
                  <a:lnTo>
                    <a:pt x="3500199" y="1224320"/>
                  </a:lnTo>
                  <a:lnTo>
                    <a:pt x="3500292" y="1224320"/>
                  </a:lnTo>
                  <a:lnTo>
                    <a:pt x="3500292" y="1214366"/>
                  </a:lnTo>
                  <a:lnTo>
                    <a:pt x="3500385" y="1214366"/>
                  </a:lnTo>
                  <a:lnTo>
                    <a:pt x="3500478" y="1214366"/>
                  </a:lnTo>
                  <a:lnTo>
                    <a:pt x="3500572" y="1214366"/>
                  </a:lnTo>
                  <a:lnTo>
                    <a:pt x="3500665" y="1214366"/>
                  </a:lnTo>
                  <a:lnTo>
                    <a:pt x="3500758" y="1214366"/>
                  </a:lnTo>
                  <a:lnTo>
                    <a:pt x="3500851" y="1214366"/>
                  </a:lnTo>
                  <a:lnTo>
                    <a:pt x="3500945" y="1214366"/>
                  </a:lnTo>
                  <a:lnTo>
                    <a:pt x="3501038" y="1214366"/>
                  </a:lnTo>
                  <a:lnTo>
                    <a:pt x="3501131" y="1214366"/>
                  </a:lnTo>
                  <a:lnTo>
                    <a:pt x="3501224" y="1214366"/>
                  </a:lnTo>
                  <a:lnTo>
                    <a:pt x="3501318" y="1214366"/>
                  </a:lnTo>
                  <a:lnTo>
                    <a:pt x="3501411" y="1214366"/>
                  </a:lnTo>
                  <a:lnTo>
                    <a:pt x="3501504" y="1214366"/>
                  </a:lnTo>
                  <a:lnTo>
                    <a:pt x="3501597" y="1214366"/>
                  </a:lnTo>
                  <a:lnTo>
                    <a:pt x="3501691" y="1214366"/>
                  </a:lnTo>
                  <a:lnTo>
                    <a:pt x="3501784" y="1214366"/>
                  </a:lnTo>
                  <a:lnTo>
                    <a:pt x="3501877" y="1214366"/>
                  </a:lnTo>
                  <a:lnTo>
                    <a:pt x="3501970" y="1214366"/>
                  </a:lnTo>
                  <a:lnTo>
                    <a:pt x="3502064" y="1214366"/>
                  </a:lnTo>
                  <a:lnTo>
                    <a:pt x="3502157" y="1214366"/>
                  </a:lnTo>
                  <a:lnTo>
                    <a:pt x="3502250" y="1214366"/>
                  </a:lnTo>
                  <a:lnTo>
                    <a:pt x="3502343" y="1214366"/>
                  </a:lnTo>
                  <a:lnTo>
                    <a:pt x="3502437" y="1214366"/>
                  </a:lnTo>
                  <a:lnTo>
                    <a:pt x="3502530" y="1214366"/>
                  </a:lnTo>
                  <a:lnTo>
                    <a:pt x="3502623" y="1214366"/>
                  </a:lnTo>
                  <a:lnTo>
                    <a:pt x="3502716" y="1214366"/>
                  </a:lnTo>
                  <a:lnTo>
                    <a:pt x="3502810" y="1214366"/>
                  </a:lnTo>
                  <a:lnTo>
                    <a:pt x="3502903" y="1214366"/>
                  </a:lnTo>
                  <a:lnTo>
                    <a:pt x="3502996" y="1214366"/>
                  </a:lnTo>
                  <a:lnTo>
                    <a:pt x="3503089" y="1214366"/>
                  </a:lnTo>
                  <a:lnTo>
                    <a:pt x="3503183" y="1214366"/>
                  </a:lnTo>
                  <a:lnTo>
                    <a:pt x="3503276" y="1214366"/>
                  </a:lnTo>
                  <a:lnTo>
                    <a:pt x="3503369" y="1214366"/>
                  </a:lnTo>
                  <a:lnTo>
                    <a:pt x="3503462" y="1214366"/>
                  </a:lnTo>
                  <a:lnTo>
                    <a:pt x="3503556" y="1214366"/>
                  </a:lnTo>
                  <a:lnTo>
                    <a:pt x="3503649" y="1214366"/>
                  </a:lnTo>
                  <a:lnTo>
                    <a:pt x="3503742" y="1214366"/>
                  </a:lnTo>
                  <a:lnTo>
                    <a:pt x="3503835" y="1214366"/>
                  </a:lnTo>
                  <a:lnTo>
                    <a:pt x="3503928" y="1214366"/>
                  </a:lnTo>
                  <a:lnTo>
                    <a:pt x="3504022" y="1214366"/>
                  </a:lnTo>
                  <a:lnTo>
                    <a:pt x="3504115" y="1214366"/>
                  </a:lnTo>
                  <a:lnTo>
                    <a:pt x="3504208" y="1214366"/>
                  </a:lnTo>
                  <a:lnTo>
                    <a:pt x="3504301" y="1214366"/>
                  </a:lnTo>
                  <a:lnTo>
                    <a:pt x="3504395" y="1214366"/>
                  </a:lnTo>
                  <a:lnTo>
                    <a:pt x="3504488" y="1214366"/>
                  </a:lnTo>
                  <a:lnTo>
                    <a:pt x="3504581" y="1214366"/>
                  </a:lnTo>
                  <a:lnTo>
                    <a:pt x="3504674" y="1214366"/>
                  </a:lnTo>
                  <a:lnTo>
                    <a:pt x="3504768" y="1214366"/>
                  </a:lnTo>
                  <a:lnTo>
                    <a:pt x="3504861" y="1214366"/>
                  </a:lnTo>
                  <a:lnTo>
                    <a:pt x="3504954" y="1214366"/>
                  </a:lnTo>
                  <a:lnTo>
                    <a:pt x="3505047" y="1214366"/>
                  </a:lnTo>
                  <a:lnTo>
                    <a:pt x="3505141" y="1214366"/>
                  </a:lnTo>
                  <a:lnTo>
                    <a:pt x="3505234" y="1214366"/>
                  </a:lnTo>
                  <a:lnTo>
                    <a:pt x="3505327" y="1214366"/>
                  </a:lnTo>
                  <a:lnTo>
                    <a:pt x="3505420" y="1214366"/>
                  </a:lnTo>
                  <a:lnTo>
                    <a:pt x="3505514" y="1214366"/>
                  </a:lnTo>
                  <a:lnTo>
                    <a:pt x="3505607" y="1214366"/>
                  </a:lnTo>
                  <a:lnTo>
                    <a:pt x="3505700" y="1214366"/>
                  </a:lnTo>
                  <a:lnTo>
                    <a:pt x="3505793" y="1214366"/>
                  </a:lnTo>
                  <a:lnTo>
                    <a:pt x="3505887" y="1214366"/>
                  </a:lnTo>
                  <a:lnTo>
                    <a:pt x="3505980" y="1214366"/>
                  </a:lnTo>
                  <a:lnTo>
                    <a:pt x="3506073" y="1214366"/>
                  </a:lnTo>
                  <a:lnTo>
                    <a:pt x="3506166" y="1214366"/>
                  </a:lnTo>
                  <a:lnTo>
                    <a:pt x="3506260" y="1214366"/>
                  </a:lnTo>
                  <a:lnTo>
                    <a:pt x="3506353" y="1214366"/>
                  </a:lnTo>
                  <a:lnTo>
                    <a:pt x="3506446" y="1214366"/>
                  </a:lnTo>
                  <a:lnTo>
                    <a:pt x="3506539" y="1214366"/>
                  </a:lnTo>
                  <a:lnTo>
                    <a:pt x="3506633" y="1214366"/>
                  </a:lnTo>
                  <a:lnTo>
                    <a:pt x="3506726" y="1214366"/>
                  </a:lnTo>
                  <a:lnTo>
                    <a:pt x="3506819" y="1214366"/>
                  </a:lnTo>
                  <a:lnTo>
                    <a:pt x="3506912" y="1214366"/>
                  </a:lnTo>
                  <a:lnTo>
                    <a:pt x="3507006" y="1214366"/>
                  </a:lnTo>
                  <a:lnTo>
                    <a:pt x="3507099" y="1214366"/>
                  </a:lnTo>
                  <a:lnTo>
                    <a:pt x="3507192" y="1214366"/>
                  </a:lnTo>
                  <a:lnTo>
                    <a:pt x="3507285" y="1214366"/>
                  </a:lnTo>
                  <a:lnTo>
                    <a:pt x="3507379" y="1214366"/>
                  </a:lnTo>
                  <a:lnTo>
                    <a:pt x="3507472" y="1214366"/>
                  </a:lnTo>
                  <a:lnTo>
                    <a:pt x="3507565" y="1214366"/>
                  </a:lnTo>
                  <a:lnTo>
                    <a:pt x="3507658" y="1214366"/>
                  </a:lnTo>
                  <a:lnTo>
                    <a:pt x="3507752" y="1214366"/>
                  </a:lnTo>
                  <a:lnTo>
                    <a:pt x="3507845" y="1214366"/>
                  </a:lnTo>
                  <a:lnTo>
                    <a:pt x="3507938" y="1214366"/>
                  </a:lnTo>
                  <a:lnTo>
                    <a:pt x="3508031" y="1214366"/>
                  </a:lnTo>
                  <a:lnTo>
                    <a:pt x="3508125" y="1214366"/>
                  </a:lnTo>
                  <a:lnTo>
                    <a:pt x="3508218" y="1214366"/>
                  </a:lnTo>
                  <a:lnTo>
                    <a:pt x="3508311" y="1214366"/>
                  </a:lnTo>
                  <a:lnTo>
                    <a:pt x="3508404" y="1214366"/>
                  </a:lnTo>
                  <a:lnTo>
                    <a:pt x="3508498" y="1214366"/>
                  </a:lnTo>
                  <a:lnTo>
                    <a:pt x="3508591" y="1214366"/>
                  </a:lnTo>
                  <a:lnTo>
                    <a:pt x="3508684" y="1214366"/>
                  </a:lnTo>
                  <a:lnTo>
                    <a:pt x="3508777" y="1214366"/>
                  </a:lnTo>
                  <a:lnTo>
                    <a:pt x="3508871" y="1214366"/>
                  </a:lnTo>
                  <a:lnTo>
                    <a:pt x="3508964" y="1214366"/>
                  </a:lnTo>
                  <a:lnTo>
                    <a:pt x="3509057" y="1214366"/>
                  </a:lnTo>
                  <a:lnTo>
                    <a:pt x="3509150" y="1214366"/>
                  </a:lnTo>
                  <a:lnTo>
                    <a:pt x="3509244" y="1214366"/>
                  </a:lnTo>
                  <a:lnTo>
                    <a:pt x="3509337" y="1214366"/>
                  </a:lnTo>
                  <a:lnTo>
                    <a:pt x="3509430" y="1214366"/>
                  </a:lnTo>
                  <a:lnTo>
                    <a:pt x="3509523" y="1214366"/>
                  </a:lnTo>
                  <a:lnTo>
                    <a:pt x="3509617" y="1214366"/>
                  </a:lnTo>
                  <a:lnTo>
                    <a:pt x="3509710" y="1214366"/>
                  </a:lnTo>
                  <a:lnTo>
                    <a:pt x="3509803" y="1214366"/>
                  </a:lnTo>
                  <a:lnTo>
                    <a:pt x="3509896" y="1214366"/>
                  </a:lnTo>
                  <a:lnTo>
                    <a:pt x="3509990" y="1214366"/>
                  </a:lnTo>
                  <a:lnTo>
                    <a:pt x="3510083" y="1214366"/>
                  </a:lnTo>
                  <a:lnTo>
                    <a:pt x="3510176" y="1214366"/>
                  </a:lnTo>
                  <a:lnTo>
                    <a:pt x="3510269" y="1214366"/>
                  </a:lnTo>
                  <a:lnTo>
                    <a:pt x="3510363" y="1214366"/>
                  </a:lnTo>
                  <a:lnTo>
                    <a:pt x="3510363" y="1204412"/>
                  </a:lnTo>
                  <a:lnTo>
                    <a:pt x="3510456" y="1204412"/>
                  </a:lnTo>
                  <a:lnTo>
                    <a:pt x="3510549" y="1204412"/>
                  </a:lnTo>
                  <a:lnTo>
                    <a:pt x="3510642" y="1204412"/>
                  </a:lnTo>
                  <a:lnTo>
                    <a:pt x="3510735" y="1204412"/>
                  </a:lnTo>
                  <a:lnTo>
                    <a:pt x="3510829" y="1204412"/>
                  </a:lnTo>
                  <a:lnTo>
                    <a:pt x="3510922" y="1204412"/>
                  </a:lnTo>
                  <a:lnTo>
                    <a:pt x="3511015" y="1204412"/>
                  </a:lnTo>
                  <a:lnTo>
                    <a:pt x="3511108" y="1204412"/>
                  </a:lnTo>
                  <a:lnTo>
                    <a:pt x="3511202" y="1204412"/>
                  </a:lnTo>
                  <a:lnTo>
                    <a:pt x="3511295" y="1204412"/>
                  </a:lnTo>
                  <a:lnTo>
                    <a:pt x="3511388" y="1204412"/>
                  </a:lnTo>
                  <a:lnTo>
                    <a:pt x="3511481" y="1204412"/>
                  </a:lnTo>
                  <a:lnTo>
                    <a:pt x="3511575" y="1204412"/>
                  </a:lnTo>
                  <a:lnTo>
                    <a:pt x="3511668" y="1204412"/>
                  </a:lnTo>
                  <a:lnTo>
                    <a:pt x="3511761" y="1204412"/>
                  </a:lnTo>
                  <a:lnTo>
                    <a:pt x="3511854" y="1204412"/>
                  </a:lnTo>
                  <a:lnTo>
                    <a:pt x="3511948" y="1204412"/>
                  </a:lnTo>
                  <a:lnTo>
                    <a:pt x="3512041" y="1204412"/>
                  </a:lnTo>
                  <a:lnTo>
                    <a:pt x="3512134" y="1204412"/>
                  </a:lnTo>
                  <a:lnTo>
                    <a:pt x="3512227" y="1204412"/>
                  </a:lnTo>
                  <a:lnTo>
                    <a:pt x="3512321" y="1204412"/>
                  </a:lnTo>
                  <a:lnTo>
                    <a:pt x="3512414" y="1204412"/>
                  </a:lnTo>
                  <a:lnTo>
                    <a:pt x="3512507" y="1204412"/>
                  </a:lnTo>
                  <a:lnTo>
                    <a:pt x="3512600" y="1204412"/>
                  </a:lnTo>
                  <a:lnTo>
                    <a:pt x="3512694" y="1204412"/>
                  </a:lnTo>
                  <a:lnTo>
                    <a:pt x="3512787" y="1204412"/>
                  </a:lnTo>
                  <a:lnTo>
                    <a:pt x="3512880" y="1204412"/>
                  </a:lnTo>
                  <a:lnTo>
                    <a:pt x="3512973" y="1204412"/>
                  </a:lnTo>
                  <a:lnTo>
                    <a:pt x="3513067" y="1204412"/>
                  </a:lnTo>
                  <a:lnTo>
                    <a:pt x="3513160" y="1204412"/>
                  </a:lnTo>
                  <a:lnTo>
                    <a:pt x="3513253" y="1204412"/>
                  </a:lnTo>
                  <a:lnTo>
                    <a:pt x="3513346" y="1204412"/>
                  </a:lnTo>
                  <a:lnTo>
                    <a:pt x="3513440" y="1204412"/>
                  </a:lnTo>
                  <a:lnTo>
                    <a:pt x="3513533" y="1204412"/>
                  </a:lnTo>
                  <a:lnTo>
                    <a:pt x="3513626" y="1204412"/>
                  </a:lnTo>
                  <a:lnTo>
                    <a:pt x="3513719" y="1204412"/>
                  </a:lnTo>
                  <a:lnTo>
                    <a:pt x="3513813" y="1204412"/>
                  </a:lnTo>
                  <a:lnTo>
                    <a:pt x="3513813" y="1194458"/>
                  </a:lnTo>
                  <a:lnTo>
                    <a:pt x="3513906" y="1194458"/>
                  </a:lnTo>
                  <a:lnTo>
                    <a:pt x="3513999" y="1194458"/>
                  </a:lnTo>
                  <a:lnTo>
                    <a:pt x="3514092" y="1194458"/>
                  </a:lnTo>
                  <a:lnTo>
                    <a:pt x="3514186" y="1194458"/>
                  </a:lnTo>
                  <a:lnTo>
                    <a:pt x="3514279" y="1194458"/>
                  </a:lnTo>
                  <a:lnTo>
                    <a:pt x="3514372" y="1194458"/>
                  </a:lnTo>
                  <a:lnTo>
                    <a:pt x="3514465" y="1194458"/>
                  </a:lnTo>
                  <a:lnTo>
                    <a:pt x="3514559" y="1194458"/>
                  </a:lnTo>
                  <a:lnTo>
                    <a:pt x="3514652" y="1194458"/>
                  </a:lnTo>
                  <a:lnTo>
                    <a:pt x="3514745" y="1194458"/>
                  </a:lnTo>
                  <a:lnTo>
                    <a:pt x="3514838" y="1194458"/>
                  </a:lnTo>
                  <a:lnTo>
                    <a:pt x="3514932" y="1194458"/>
                  </a:lnTo>
                  <a:lnTo>
                    <a:pt x="3515025" y="1194458"/>
                  </a:lnTo>
                  <a:lnTo>
                    <a:pt x="3515118" y="1194458"/>
                  </a:lnTo>
                  <a:lnTo>
                    <a:pt x="3515211" y="1194458"/>
                  </a:lnTo>
                  <a:lnTo>
                    <a:pt x="3515305" y="1194458"/>
                  </a:lnTo>
                  <a:lnTo>
                    <a:pt x="3515398" y="1194458"/>
                  </a:lnTo>
                  <a:lnTo>
                    <a:pt x="3515398" y="1184504"/>
                  </a:lnTo>
                  <a:lnTo>
                    <a:pt x="3515491" y="1184504"/>
                  </a:lnTo>
                  <a:lnTo>
                    <a:pt x="3515584" y="1184504"/>
                  </a:lnTo>
                  <a:lnTo>
                    <a:pt x="3515678" y="1184504"/>
                  </a:lnTo>
                  <a:lnTo>
                    <a:pt x="3515771" y="1184504"/>
                  </a:lnTo>
                  <a:lnTo>
                    <a:pt x="3515864" y="1184504"/>
                  </a:lnTo>
                  <a:lnTo>
                    <a:pt x="3515957" y="1184504"/>
                  </a:lnTo>
                  <a:lnTo>
                    <a:pt x="3516051" y="1184504"/>
                  </a:lnTo>
                  <a:lnTo>
                    <a:pt x="3516144" y="1184504"/>
                  </a:lnTo>
                  <a:lnTo>
                    <a:pt x="3516237" y="1184504"/>
                  </a:lnTo>
                  <a:lnTo>
                    <a:pt x="3516330" y="1184504"/>
                  </a:lnTo>
                  <a:lnTo>
                    <a:pt x="3516424" y="1184504"/>
                  </a:lnTo>
                  <a:lnTo>
                    <a:pt x="3516517" y="1184504"/>
                  </a:lnTo>
                  <a:lnTo>
                    <a:pt x="3516610" y="1184504"/>
                  </a:lnTo>
                  <a:lnTo>
                    <a:pt x="3516703" y="1184504"/>
                  </a:lnTo>
                  <a:lnTo>
                    <a:pt x="3516797" y="1184504"/>
                  </a:lnTo>
                  <a:lnTo>
                    <a:pt x="3516890" y="1184504"/>
                  </a:lnTo>
                  <a:lnTo>
                    <a:pt x="3516983" y="1184504"/>
                  </a:lnTo>
                  <a:lnTo>
                    <a:pt x="3517076" y="1184504"/>
                  </a:lnTo>
                  <a:lnTo>
                    <a:pt x="3517170" y="1184504"/>
                  </a:lnTo>
                  <a:lnTo>
                    <a:pt x="3517263" y="1184504"/>
                  </a:lnTo>
                  <a:lnTo>
                    <a:pt x="3517356" y="1184504"/>
                  </a:lnTo>
                  <a:lnTo>
                    <a:pt x="3517449" y="1184504"/>
                  </a:lnTo>
                  <a:lnTo>
                    <a:pt x="3517542" y="1184504"/>
                  </a:lnTo>
                  <a:lnTo>
                    <a:pt x="3517636" y="1184504"/>
                  </a:lnTo>
                  <a:lnTo>
                    <a:pt x="3517729" y="1184504"/>
                  </a:lnTo>
                  <a:lnTo>
                    <a:pt x="3517822" y="1184504"/>
                  </a:lnTo>
                  <a:lnTo>
                    <a:pt x="3517915" y="1184504"/>
                  </a:lnTo>
                  <a:lnTo>
                    <a:pt x="3518009" y="1184504"/>
                  </a:lnTo>
                  <a:lnTo>
                    <a:pt x="3518102" y="1184504"/>
                  </a:lnTo>
                  <a:lnTo>
                    <a:pt x="3518195" y="1184504"/>
                  </a:lnTo>
                  <a:lnTo>
                    <a:pt x="3518288" y="1184504"/>
                  </a:lnTo>
                  <a:lnTo>
                    <a:pt x="3518382" y="1184504"/>
                  </a:lnTo>
                  <a:lnTo>
                    <a:pt x="3518475" y="1184504"/>
                  </a:lnTo>
                  <a:lnTo>
                    <a:pt x="3518568" y="1184504"/>
                  </a:lnTo>
                  <a:lnTo>
                    <a:pt x="3518661" y="1184504"/>
                  </a:lnTo>
                  <a:lnTo>
                    <a:pt x="3518755" y="1184504"/>
                  </a:lnTo>
                  <a:lnTo>
                    <a:pt x="3518848" y="1184504"/>
                  </a:lnTo>
                  <a:lnTo>
                    <a:pt x="3518941" y="1184504"/>
                  </a:lnTo>
                  <a:lnTo>
                    <a:pt x="3519034" y="1184504"/>
                  </a:lnTo>
                  <a:lnTo>
                    <a:pt x="3519128" y="1184504"/>
                  </a:lnTo>
                  <a:lnTo>
                    <a:pt x="3519221" y="1184504"/>
                  </a:lnTo>
                  <a:lnTo>
                    <a:pt x="3519314" y="1184504"/>
                  </a:lnTo>
                  <a:lnTo>
                    <a:pt x="3519407" y="1184504"/>
                  </a:lnTo>
                  <a:lnTo>
                    <a:pt x="3519501" y="1184504"/>
                  </a:lnTo>
                  <a:lnTo>
                    <a:pt x="3519594" y="1184504"/>
                  </a:lnTo>
                  <a:lnTo>
                    <a:pt x="3519687" y="1184504"/>
                  </a:lnTo>
                  <a:lnTo>
                    <a:pt x="3519780" y="1184504"/>
                  </a:lnTo>
                  <a:lnTo>
                    <a:pt x="3519874" y="1184504"/>
                  </a:lnTo>
                  <a:lnTo>
                    <a:pt x="3519967" y="1184504"/>
                  </a:lnTo>
                  <a:lnTo>
                    <a:pt x="3520060" y="1184504"/>
                  </a:lnTo>
                  <a:lnTo>
                    <a:pt x="3520153" y="1184504"/>
                  </a:lnTo>
                  <a:lnTo>
                    <a:pt x="3520247" y="1184504"/>
                  </a:lnTo>
                  <a:lnTo>
                    <a:pt x="3520340" y="1184504"/>
                  </a:lnTo>
                  <a:lnTo>
                    <a:pt x="3520433" y="1184504"/>
                  </a:lnTo>
                  <a:lnTo>
                    <a:pt x="3520526" y="1184504"/>
                  </a:lnTo>
                  <a:lnTo>
                    <a:pt x="3520620" y="1184504"/>
                  </a:lnTo>
                  <a:lnTo>
                    <a:pt x="3520713" y="1184504"/>
                  </a:lnTo>
                  <a:lnTo>
                    <a:pt x="3520806" y="1184504"/>
                  </a:lnTo>
                  <a:lnTo>
                    <a:pt x="3520899" y="1184504"/>
                  </a:lnTo>
                  <a:lnTo>
                    <a:pt x="3520993" y="1184504"/>
                  </a:lnTo>
                  <a:lnTo>
                    <a:pt x="3521086" y="1184504"/>
                  </a:lnTo>
                  <a:lnTo>
                    <a:pt x="3521179" y="1184504"/>
                  </a:lnTo>
                  <a:lnTo>
                    <a:pt x="3521272" y="1184504"/>
                  </a:lnTo>
                  <a:lnTo>
                    <a:pt x="3521366" y="1184504"/>
                  </a:lnTo>
                  <a:lnTo>
                    <a:pt x="3521459" y="1184504"/>
                  </a:lnTo>
                  <a:lnTo>
                    <a:pt x="3521552" y="1184504"/>
                  </a:lnTo>
                  <a:lnTo>
                    <a:pt x="3521645" y="1184504"/>
                  </a:lnTo>
                  <a:lnTo>
                    <a:pt x="3521739" y="1184504"/>
                  </a:lnTo>
                  <a:lnTo>
                    <a:pt x="3521832" y="1184504"/>
                  </a:lnTo>
                  <a:lnTo>
                    <a:pt x="3521925" y="1184504"/>
                  </a:lnTo>
                  <a:lnTo>
                    <a:pt x="3522018" y="1184504"/>
                  </a:lnTo>
                  <a:lnTo>
                    <a:pt x="3522112" y="1184504"/>
                  </a:lnTo>
                  <a:lnTo>
                    <a:pt x="3522205" y="1184504"/>
                  </a:lnTo>
                  <a:lnTo>
                    <a:pt x="3522298" y="1184504"/>
                  </a:lnTo>
                  <a:lnTo>
                    <a:pt x="3522391" y="1184504"/>
                  </a:lnTo>
                  <a:lnTo>
                    <a:pt x="3522485" y="1184504"/>
                  </a:lnTo>
                  <a:lnTo>
                    <a:pt x="3522578" y="1184504"/>
                  </a:lnTo>
                  <a:lnTo>
                    <a:pt x="3522578" y="1174551"/>
                  </a:lnTo>
                  <a:lnTo>
                    <a:pt x="3522671" y="1174551"/>
                  </a:lnTo>
                  <a:lnTo>
                    <a:pt x="3522671" y="1164597"/>
                  </a:lnTo>
                  <a:lnTo>
                    <a:pt x="3522764" y="1164597"/>
                  </a:lnTo>
                  <a:lnTo>
                    <a:pt x="3522858" y="1164597"/>
                  </a:lnTo>
                  <a:lnTo>
                    <a:pt x="3522951" y="1164597"/>
                  </a:lnTo>
                  <a:lnTo>
                    <a:pt x="3523044" y="1164597"/>
                  </a:lnTo>
                  <a:lnTo>
                    <a:pt x="3523137" y="1164597"/>
                  </a:lnTo>
                  <a:lnTo>
                    <a:pt x="3523231" y="1164597"/>
                  </a:lnTo>
                  <a:lnTo>
                    <a:pt x="3523324" y="1164597"/>
                  </a:lnTo>
                  <a:lnTo>
                    <a:pt x="3523417" y="1164597"/>
                  </a:lnTo>
                  <a:lnTo>
                    <a:pt x="3523510" y="1164597"/>
                  </a:lnTo>
                  <a:lnTo>
                    <a:pt x="3523604" y="1164597"/>
                  </a:lnTo>
                  <a:lnTo>
                    <a:pt x="3523697" y="1164597"/>
                  </a:lnTo>
                  <a:lnTo>
                    <a:pt x="3523790" y="1164597"/>
                  </a:lnTo>
                  <a:lnTo>
                    <a:pt x="3523883" y="1164597"/>
                  </a:lnTo>
                  <a:lnTo>
                    <a:pt x="3523977" y="1164597"/>
                  </a:lnTo>
                  <a:lnTo>
                    <a:pt x="3524070" y="1164597"/>
                  </a:lnTo>
                  <a:lnTo>
                    <a:pt x="3524163" y="1164597"/>
                  </a:lnTo>
                  <a:lnTo>
                    <a:pt x="3524256" y="1164597"/>
                  </a:lnTo>
                  <a:lnTo>
                    <a:pt x="3524350" y="1164597"/>
                  </a:lnTo>
                  <a:lnTo>
                    <a:pt x="3524443" y="1164597"/>
                  </a:lnTo>
                  <a:lnTo>
                    <a:pt x="3524536" y="1164597"/>
                  </a:lnTo>
                  <a:lnTo>
                    <a:pt x="3524629" y="1164597"/>
                  </a:lnTo>
                  <a:lnTo>
                    <a:pt x="3524722" y="1164597"/>
                  </a:lnTo>
                  <a:lnTo>
                    <a:pt x="3524816" y="1164597"/>
                  </a:lnTo>
                  <a:lnTo>
                    <a:pt x="3524909" y="1164597"/>
                  </a:lnTo>
                  <a:lnTo>
                    <a:pt x="3525002" y="1164597"/>
                  </a:lnTo>
                  <a:lnTo>
                    <a:pt x="3525095" y="1164597"/>
                  </a:lnTo>
                  <a:lnTo>
                    <a:pt x="3525189" y="1164597"/>
                  </a:lnTo>
                  <a:lnTo>
                    <a:pt x="3525189" y="1154643"/>
                  </a:lnTo>
                  <a:lnTo>
                    <a:pt x="3525282" y="1154643"/>
                  </a:lnTo>
                  <a:lnTo>
                    <a:pt x="3525375" y="1154643"/>
                  </a:lnTo>
                  <a:lnTo>
                    <a:pt x="3525468" y="1154643"/>
                  </a:lnTo>
                  <a:lnTo>
                    <a:pt x="3525562" y="1154643"/>
                  </a:lnTo>
                  <a:lnTo>
                    <a:pt x="3525655" y="1154643"/>
                  </a:lnTo>
                  <a:lnTo>
                    <a:pt x="3525748" y="1154643"/>
                  </a:lnTo>
                  <a:lnTo>
                    <a:pt x="3525841" y="1154643"/>
                  </a:lnTo>
                  <a:lnTo>
                    <a:pt x="3525935" y="1154643"/>
                  </a:lnTo>
                  <a:lnTo>
                    <a:pt x="3526028" y="1154643"/>
                  </a:lnTo>
                  <a:lnTo>
                    <a:pt x="3526121" y="1154643"/>
                  </a:lnTo>
                  <a:lnTo>
                    <a:pt x="3526214" y="1154643"/>
                  </a:lnTo>
                  <a:lnTo>
                    <a:pt x="3526308" y="1154643"/>
                  </a:lnTo>
                  <a:lnTo>
                    <a:pt x="3526401" y="1154643"/>
                  </a:lnTo>
                  <a:lnTo>
                    <a:pt x="3526494" y="1154643"/>
                  </a:lnTo>
                  <a:lnTo>
                    <a:pt x="3526587" y="1154643"/>
                  </a:lnTo>
                  <a:lnTo>
                    <a:pt x="3526681" y="1154643"/>
                  </a:lnTo>
                  <a:lnTo>
                    <a:pt x="3526774" y="1154643"/>
                  </a:lnTo>
                  <a:lnTo>
                    <a:pt x="3526867" y="1154643"/>
                  </a:lnTo>
                  <a:lnTo>
                    <a:pt x="3526960" y="1154643"/>
                  </a:lnTo>
                  <a:lnTo>
                    <a:pt x="3527054" y="1154643"/>
                  </a:lnTo>
                  <a:lnTo>
                    <a:pt x="3527147" y="1154643"/>
                  </a:lnTo>
                  <a:lnTo>
                    <a:pt x="3527240" y="1154643"/>
                  </a:lnTo>
                  <a:lnTo>
                    <a:pt x="3527333" y="1154643"/>
                  </a:lnTo>
                  <a:lnTo>
                    <a:pt x="3527427" y="1154643"/>
                  </a:lnTo>
                  <a:lnTo>
                    <a:pt x="3527520" y="1154643"/>
                  </a:lnTo>
                  <a:lnTo>
                    <a:pt x="3527613" y="1154643"/>
                  </a:lnTo>
                  <a:lnTo>
                    <a:pt x="3527706" y="1154643"/>
                  </a:lnTo>
                  <a:lnTo>
                    <a:pt x="3527800" y="1154643"/>
                  </a:lnTo>
                  <a:lnTo>
                    <a:pt x="3527893" y="1154643"/>
                  </a:lnTo>
                  <a:lnTo>
                    <a:pt x="3527986" y="1154643"/>
                  </a:lnTo>
                  <a:lnTo>
                    <a:pt x="3528079" y="1154643"/>
                  </a:lnTo>
                  <a:lnTo>
                    <a:pt x="3528173" y="1154643"/>
                  </a:lnTo>
                  <a:lnTo>
                    <a:pt x="3528266" y="1154643"/>
                  </a:lnTo>
                  <a:lnTo>
                    <a:pt x="3528359" y="1154643"/>
                  </a:lnTo>
                  <a:lnTo>
                    <a:pt x="3528452" y="1154643"/>
                  </a:lnTo>
                  <a:lnTo>
                    <a:pt x="3528546" y="1154643"/>
                  </a:lnTo>
                  <a:lnTo>
                    <a:pt x="3528639" y="1154643"/>
                  </a:lnTo>
                  <a:lnTo>
                    <a:pt x="3528732" y="1154643"/>
                  </a:lnTo>
                  <a:lnTo>
                    <a:pt x="3528825" y="1154643"/>
                  </a:lnTo>
                  <a:lnTo>
                    <a:pt x="3528919" y="1154643"/>
                  </a:lnTo>
                  <a:lnTo>
                    <a:pt x="3528919" y="1144689"/>
                  </a:lnTo>
                  <a:lnTo>
                    <a:pt x="3529012" y="1144689"/>
                  </a:lnTo>
                  <a:lnTo>
                    <a:pt x="3529105" y="1144689"/>
                  </a:lnTo>
                  <a:lnTo>
                    <a:pt x="3529198" y="1144689"/>
                  </a:lnTo>
                  <a:lnTo>
                    <a:pt x="3529292" y="1144689"/>
                  </a:lnTo>
                  <a:lnTo>
                    <a:pt x="3529385" y="1144689"/>
                  </a:lnTo>
                  <a:lnTo>
                    <a:pt x="3529478" y="1144689"/>
                  </a:lnTo>
                  <a:lnTo>
                    <a:pt x="3529571" y="1144689"/>
                  </a:lnTo>
                  <a:lnTo>
                    <a:pt x="3529665" y="1144689"/>
                  </a:lnTo>
                  <a:lnTo>
                    <a:pt x="3529758" y="1144689"/>
                  </a:lnTo>
                  <a:lnTo>
                    <a:pt x="3529851" y="1144689"/>
                  </a:lnTo>
                  <a:lnTo>
                    <a:pt x="3529944" y="1144689"/>
                  </a:lnTo>
                  <a:lnTo>
                    <a:pt x="3530038" y="1144689"/>
                  </a:lnTo>
                  <a:lnTo>
                    <a:pt x="3530131" y="1144689"/>
                  </a:lnTo>
                  <a:lnTo>
                    <a:pt x="3530224" y="1144689"/>
                  </a:lnTo>
                  <a:lnTo>
                    <a:pt x="3530317" y="1144689"/>
                  </a:lnTo>
                  <a:lnTo>
                    <a:pt x="3530411" y="1144689"/>
                  </a:lnTo>
                  <a:lnTo>
                    <a:pt x="3530504" y="1144689"/>
                  </a:lnTo>
                  <a:lnTo>
                    <a:pt x="3530597" y="1144689"/>
                  </a:lnTo>
                  <a:lnTo>
                    <a:pt x="3530690" y="1144689"/>
                  </a:lnTo>
                  <a:lnTo>
                    <a:pt x="3530784" y="1144689"/>
                  </a:lnTo>
                  <a:lnTo>
                    <a:pt x="3530877" y="1144689"/>
                  </a:lnTo>
                  <a:lnTo>
                    <a:pt x="3530970" y="1144689"/>
                  </a:lnTo>
                  <a:lnTo>
                    <a:pt x="3531063" y="1144689"/>
                  </a:lnTo>
                  <a:lnTo>
                    <a:pt x="3531157" y="1144689"/>
                  </a:lnTo>
                  <a:lnTo>
                    <a:pt x="3531250" y="1144689"/>
                  </a:lnTo>
                  <a:lnTo>
                    <a:pt x="3531343" y="1144689"/>
                  </a:lnTo>
                  <a:lnTo>
                    <a:pt x="3531436" y="1144689"/>
                  </a:lnTo>
                  <a:lnTo>
                    <a:pt x="3531529" y="1144689"/>
                  </a:lnTo>
                  <a:lnTo>
                    <a:pt x="3531623" y="1144689"/>
                  </a:lnTo>
                  <a:lnTo>
                    <a:pt x="3531716" y="1144689"/>
                  </a:lnTo>
                  <a:lnTo>
                    <a:pt x="3531809" y="1144689"/>
                  </a:lnTo>
                  <a:lnTo>
                    <a:pt x="3531902" y="1144689"/>
                  </a:lnTo>
                  <a:lnTo>
                    <a:pt x="3531996" y="1144689"/>
                  </a:lnTo>
                  <a:lnTo>
                    <a:pt x="3532089" y="1144689"/>
                  </a:lnTo>
                  <a:lnTo>
                    <a:pt x="3532182" y="1144689"/>
                  </a:lnTo>
                  <a:lnTo>
                    <a:pt x="3532182" y="1134735"/>
                  </a:lnTo>
                  <a:lnTo>
                    <a:pt x="3532275" y="1134735"/>
                  </a:lnTo>
                  <a:lnTo>
                    <a:pt x="3532369" y="1134735"/>
                  </a:lnTo>
                  <a:lnTo>
                    <a:pt x="3532462" y="1134735"/>
                  </a:lnTo>
                  <a:lnTo>
                    <a:pt x="3532555" y="1134735"/>
                  </a:lnTo>
                  <a:lnTo>
                    <a:pt x="3532648" y="1134735"/>
                  </a:lnTo>
                  <a:lnTo>
                    <a:pt x="3532742" y="1134735"/>
                  </a:lnTo>
                  <a:lnTo>
                    <a:pt x="3532835" y="1134735"/>
                  </a:lnTo>
                  <a:lnTo>
                    <a:pt x="3532928" y="1134735"/>
                  </a:lnTo>
                  <a:lnTo>
                    <a:pt x="3533021" y="1134735"/>
                  </a:lnTo>
                  <a:lnTo>
                    <a:pt x="3533115" y="1134735"/>
                  </a:lnTo>
                  <a:lnTo>
                    <a:pt x="3533208" y="1134735"/>
                  </a:lnTo>
                  <a:lnTo>
                    <a:pt x="3533301" y="1134735"/>
                  </a:lnTo>
                  <a:lnTo>
                    <a:pt x="3533394" y="1134735"/>
                  </a:lnTo>
                  <a:lnTo>
                    <a:pt x="3533488" y="1134735"/>
                  </a:lnTo>
                  <a:lnTo>
                    <a:pt x="3533581" y="1134735"/>
                  </a:lnTo>
                  <a:lnTo>
                    <a:pt x="3533674" y="1134735"/>
                  </a:lnTo>
                  <a:lnTo>
                    <a:pt x="3533767" y="1134735"/>
                  </a:lnTo>
                  <a:lnTo>
                    <a:pt x="3533861" y="1134735"/>
                  </a:lnTo>
                  <a:lnTo>
                    <a:pt x="3533954" y="1134735"/>
                  </a:lnTo>
                  <a:lnTo>
                    <a:pt x="3534047" y="1134735"/>
                  </a:lnTo>
                  <a:lnTo>
                    <a:pt x="3534140" y="1134735"/>
                  </a:lnTo>
                  <a:lnTo>
                    <a:pt x="3534234" y="1134735"/>
                  </a:lnTo>
                  <a:lnTo>
                    <a:pt x="3534327" y="1134735"/>
                  </a:lnTo>
                  <a:lnTo>
                    <a:pt x="3534420" y="1134735"/>
                  </a:lnTo>
                  <a:lnTo>
                    <a:pt x="3534513" y="1134735"/>
                  </a:lnTo>
                  <a:lnTo>
                    <a:pt x="3534607" y="1134735"/>
                  </a:lnTo>
                  <a:lnTo>
                    <a:pt x="3534607" y="1124781"/>
                  </a:lnTo>
                  <a:lnTo>
                    <a:pt x="3534700" y="1124781"/>
                  </a:lnTo>
                  <a:lnTo>
                    <a:pt x="3534793" y="1124781"/>
                  </a:lnTo>
                  <a:lnTo>
                    <a:pt x="3534886" y="1124781"/>
                  </a:lnTo>
                  <a:lnTo>
                    <a:pt x="3534980" y="1124781"/>
                  </a:lnTo>
                  <a:lnTo>
                    <a:pt x="3535073" y="1124781"/>
                  </a:lnTo>
                  <a:lnTo>
                    <a:pt x="3535166" y="1124781"/>
                  </a:lnTo>
                  <a:lnTo>
                    <a:pt x="3535259" y="1124781"/>
                  </a:lnTo>
                  <a:lnTo>
                    <a:pt x="3535353" y="1124781"/>
                  </a:lnTo>
                  <a:lnTo>
                    <a:pt x="3535446" y="1124781"/>
                  </a:lnTo>
                  <a:lnTo>
                    <a:pt x="3535539" y="1124781"/>
                  </a:lnTo>
                  <a:lnTo>
                    <a:pt x="3535632" y="1124781"/>
                  </a:lnTo>
                  <a:lnTo>
                    <a:pt x="3535726" y="1124781"/>
                  </a:lnTo>
                  <a:lnTo>
                    <a:pt x="3535819" y="1124781"/>
                  </a:lnTo>
                  <a:lnTo>
                    <a:pt x="3535912" y="1124781"/>
                  </a:lnTo>
                  <a:lnTo>
                    <a:pt x="3536005" y="1124781"/>
                  </a:lnTo>
                  <a:lnTo>
                    <a:pt x="3536099" y="1124781"/>
                  </a:lnTo>
                  <a:lnTo>
                    <a:pt x="3536192" y="1124781"/>
                  </a:lnTo>
                  <a:lnTo>
                    <a:pt x="3536285" y="1124781"/>
                  </a:lnTo>
                  <a:lnTo>
                    <a:pt x="3536378" y="1124781"/>
                  </a:lnTo>
                  <a:lnTo>
                    <a:pt x="3536472" y="1124781"/>
                  </a:lnTo>
                  <a:lnTo>
                    <a:pt x="3536565" y="1124781"/>
                  </a:lnTo>
                  <a:lnTo>
                    <a:pt x="3536658" y="1124781"/>
                  </a:lnTo>
                  <a:lnTo>
                    <a:pt x="3536751" y="1124781"/>
                  </a:lnTo>
                  <a:lnTo>
                    <a:pt x="3536845" y="1124781"/>
                  </a:lnTo>
                  <a:lnTo>
                    <a:pt x="3536938" y="1124781"/>
                  </a:lnTo>
                  <a:lnTo>
                    <a:pt x="3537031" y="1124781"/>
                  </a:lnTo>
                  <a:lnTo>
                    <a:pt x="3537124" y="1124781"/>
                  </a:lnTo>
                  <a:lnTo>
                    <a:pt x="3537218" y="1124781"/>
                  </a:lnTo>
                  <a:lnTo>
                    <a:pt x="3537311" y="1124781"/>
                  </a:lnTo>
                  <a:lnTo>
                    <a:pt x="3537404" y="1124781"/>
                  </a:lnTo>
                  <a:lnTo>
                    <a:pt x="3537497" y="1124781"/>
                  </a:lnTo>
                  <a:lnTo>
                    <a:pt x="3537591" y="1124781"/>
                  </a:lnTo>
                  <a:lnTo>
                    <a:pt x="3537684" y="1124781"/>
                  </a:lnTo>
                  <a:lnTo>
                    <a:pt x="3537777" y="1124781"/>
                  </a:lnTo>
                  <a:lnTo>
                    <a:pt x="3537870" y="1124781"/>
                  </a:lnTo>
                  <a:lnTo>
                    <a:pt x="3537964" y="1124781"/>
                  </a:lnTo>
                  <a:lnTo>
                    <a:pt x="3538057" y="1124781"/>
                  </a:lnTo>
                  <a:lnTo>
                    <a:pt x="3538150" y="1124781"/>
                  </a:lnTo>
                  <a:lnTo>
                    <a:pt x="3538243" y="1124781"/>
                  </a:lnTo>
                  <a:lnTo>
                    <a:pt x="3538336" y="1124781"/>
                  </a:lnTo>
                  <a:lnTo>
                    <a:pt x="3538430" y="1124781"/>
                  </a:lnTo>
                  <a:lnTo>
                    <a:pt x="3538523" y="1124781"/>
                  </a:lnTo>
                  <a:lnTo>
                    <a:pt x="3538616" y="1124781"/>
                  </a:lnTo>
                  <a:lnTo>
                    <a:pt x="3538709" y="1124781"/>
                  </a:lnTo>
                  <a:lnTo>
                    <a:pt x="3538803" y="1124781"/>
                  </a:lnTo>
                  <a:lnTo>
                    <a:pt x="3538896" y="1124781"/>
                  </a:lnTo>
                  <a:lnTo>
                    <a:pt x="3538989" y="1124781"/>
                  </a:lnTo>
                  <a:lnTo>
                    <a:pt x="3539082" y="1124781"/>
                  </a:lnTo>
                  <a:lnTo>
                    <a:pt x="3539176" y="1124781"/>
                  </a:lnTo>
                  <a:lnTo>
                    <a:pt x="3539269" y="1124781"/>
                  </a:lnTo>
                  <a:lnTo>
                    <a:pt x="3539362" y="1124781"/>
                  </a:lnTo>
                  <a:lnTo>
                    <a:pt x="3539455" y="1124781"/>
                  </a:lnTo>
                  <a:lnTo>
                    <a:pt x="3539549" y="1124781"/>
                  </a:lnTo>
                  <a:lnTo>
                    <a:pt x="3539642" y="1124781"/>
                  </a:lnTo>
                  <a:lnTo>
                    <a:pt x="3539735" y="1124781"/>
                  </a:lnTo>
                  <a:lnTo>
                    <a:pt x="3539828" y="1124781"/>
                  </a:lnTo>
                  <a:lnTo>
                    <a:pt x="3539922" y="1124781"/>
                  </a:lnTo>
                  <a:lnTo>
                    <a:pt x="3540015" y="1124781"/>
                  </a:lnTo>
                  <a:lnTo>
                    <a:pt x="3540108" y="1124781"/>
                  </a:lnTo>
                  <a:lnTo>
                    <a:pt x="3540201" y="1124781"/>
                  </a:lnTo>
                  <a:lnTo>
                    <a:pt x="3540295" y="1124781"/>
                  </a:lnTo>
                  <a:lnTo>
                    <a:pt x="3540388" y="1124781"/>
                  </a:lnTo>
                  <a:lnTo>
                    <a:pt x="3540481" y="1124781"/>
                  </a:lnTo>
                  <a:lnTo>
                    <a:pt x="3540574" y="1124781"/>
                  </a:lnTo>
                  <a:lnTo>
                    <a:pt x="3540668" y="1124781"/>
                  </a:lnTo>
                  <a:lnTo>
                    <a:pt x="3540761" y="1124781"/>
                  </a:lnTo>
                  <a:lnTo>
                    <a:pt x="3540854" y="1124781"/>
                  </a:lnTo>
                  <a:lnTo>
                    <a:pt x="3540947" y="1124781"/>
                  </a:lnTo>
                  <a:lnTo>
                    <a:pt x="3541041" y="1124781"/>
                  </a:lnTo>
                  <a:lnTo>
                    <a:pt x="3541134" y="1124781"/>
                  </a:lnTo>
                  <a:lnTo>
                    <a:pt x="3541227" y="1124781"/>
                  </a:lnTo>
                  <a:lnTo>
                    <a:pt x="3541320" y="1124781"/>
                  </a:lnTo>
                  <a:lnTo>
                    <a:pt x="3541414" y="1124781"/>
                  </a:lnTo>
                  <a:lnTo>
                    <a:pt x="3541507" y="1124781"/>
                  </a:lnTo>
                  <a:lnTo>
                    <a:pt x="3541600" y="1124781"/>
                  </a:lnTo>
                  <a:lnTo>
                    <a:pt x="3541600" y="1114828"/>
                  </a:lnTo>
                  <a:lnTo>
                    <a:pt x="3541693" y="1114828"/>
                  </a:lnTo>
                  <a:lnTo>
                    <a:pt x="3541787" y="1114828"/>
                  </a:lnTo>
                  <a:lnTo>
                    <a:pt x="3541880" y="1114828"/>
                  </a:lnTo>
                  <a:lnTo>
                    <a:pt x="3541973" y="1114828"/>
                  </a:lnTo>
                  <a:lnTo>
                    <a:pt x="3542066" y="1114828"/>
                  </a:lnTo>
                  <a:lnTo>
                    <a:pt x="3542160" y="1114828"/>
                  </a:lnTo>
                  <a:lnTo>
                    <a:pt x="3542253" y="1114828"/>
                  </a:lnTo>
                  <a:lnTo>
                    <a:pt x="3542346" y="1114828"/>
                  </a:lnTo>
                  <a:lnTo>
                    <a:pt x="3542346" y="1104874"/>
                  </a:lnTo>
                  <a:lnTo>
                    <a:pt x="3542439" y="1104874"/>
                  </a:lnTo>
                  <a:lnTo>
                    <a:pt x="3542533" y="1104874"/>
                  </a:lnTo>
                  <a:lnTo>
                    <a:pt x="3542626" y="1104874"/>
                  </a:lnTo>
                  <a:lnTo>
                    <a:pt x="3542719" y="1104874"/>
                  </a:lnTo>
                  <a:lnTo>
                    <a:pt x="3542812" y="1104874"/>
                  </a:lnTo>
                  <a:lnTo>
                    <a:pt x="3542906" y="1104874"/>
                  </a:lnTo>
                  <a:lnTo>
                    <a:pt x="3542999" y="1104874"/>
                  </a:lnTo>
                  <a:lnTo>
                    <a:pt x="3543092" y="1104874"/>
                  </a:lnTo>
                  <a:lnTo>
                    <a:pt x="3543185" y="1104874"/>
                  </a:lnTo>
                  <a:lnTo>
                    <a:pt x="3543279" y="1104874"/>
                  </a:lnTo>
                  <a:lnTo>
                    <a:pt x="3543372" y="1104874"/>
                  </a:lnTo>
                  <a:lnTo>
                    <a:pt x="3543465" y="1104874"/>
                  </a:lnTo>
                  <a:lnTo>
                    <a:pt x="3543558" y="1104874"/>
                  </a:lnTo>
                  <a:lnTo>
                    <a:pt x="3543652" y="1104874"/>
                  </a:lnTo>
                  <a:lnTo>
                    <a:pt x="3543745" y="1104874"/>
                  </a:lnTo>
                  <a:lnTo>
                    <a:pt x="3543838" y="1104874"/>
                  </a:lnTo>
                  <a:lnTo>
                    <a:pt x="3543931" y="1104874"/>
                  </a:lnTo>
                  <a:lnTo>
                    <a:pt x="3544025" y="1104874"/>
                  </a:lnTo>
                  <a:lnTo>
                    <a:pt x="3544118" y="1104874"/>
                  </a:lnTo>
                  <a:lnTo>
                    <a:pt x="3544211" y="1104874"/>
                  </a:lnTo>
                  <a:lnTo>
                    <a:pt x="3544304" y="1104874"/>
                  </a:lnTo>
                  <a:lnTo>
                    <a:pt x="3544398" y="1104874"/>
                  </a:lnTo>
                  <a:lnTo>
                    <a:pt x="3544491" y="1104874"/>
                  </a:lnTo>
                  <a:lnTo>
                    <a:pt x="3544584" y="1104874"/>
                  </a:lnTo>
                  <a:lnTo>
                    <a:pt x="3544677" y="1104874"/>
                  </a:lnTo>
                  <a:lnTo>
                    <a:pt x="3544771" y="1104874"/>
                  </a:lnTo>
                  <a:lnTo>
                    <a:pt x="3544864" y="1104874"/>
                  </a:lnTo>
                  <a:lnTo>
                    <a:pt x="3544957" y="1104874"/>
                  </a:lnTo>
                  <a:lnTo>
                    <a:pt x="3545050" y="1104874"/>
                  </a:lnTo>
                  <a:lnTo>
                    <a:pt x="3545144" y="1104874"/>
                  </a:lnTo>
                  <a:lnTo>
                    <a:pt x="3545237" y="1104874"/>
                  </a:lnTo>
                  <a:lnTo>
                    <a:pt x="3545330" y="1104874"/>
                  </a:lnTo>
                  <a:lnTo>
                    <a:pt x="3545423" y="1104874"/>
                  </a:lnTo>
                  <a:lnTo>
                    <a:pt x="3545516" y="1104874"/>
                  </a:lnTo>
                  <a:lnTo>
                    <a:pt x="3545610" y="1104874"/>
                  </a:lnTo>
                  <a:lnTo>
                    <a:pt x="3545703" y="1104874"/>
                  </a:lnTo>
                  <a:lnTo>
                    <a:pt x="3545796" y="1104874"/>
                  </a:lnTo>
                  <a:lnTo>
                    <a:pt x="3545889" y="1104874"/>
                  </a:lnTo>
                  <a:lnTo>
                    <a:pt x="3545983" y="1104874"/>
                  </a:lnTo>
                  <a:lnTo>
                    <a:pt x="3546076" y="1104874"/>
                  </a:lnTo>
                  <a:lnTo>
                    <a:pt x="3546169" y="1104874"/>
                  </a:lnTo>
                  <a:lnTo>
                    <a:pt x="3546262" y="1104874"/>
                  </a:lnTo>
                  <a:lnTo>
                    <a:pt x="3546356" y="1104874"/>
                  </a:lnTo>
                  <a:lnTo>
                    <a:pt x="3546449" y="1104874"/>
                  </a:lnTo>
                  <a:lnTo>
                    <a:pt x="3546542" y="1104874"/>
                  </a:lnTo>
                  <a:lnTo>
                    <a:pt x="3546635" y="1104874"/>
                  </a:lnTo>
                  <a:lnTo>
                    <a:pt x="3546729" y="1104874"/>
                  </a:lnTo>
                  <a:lnTo>
                    <a:pt x="3546822" y="1104874"/>
                  </a:lnTo>
                  <a:lnTo>
                    <a:pt x="3546915" y="1104874"/>
                  </a:lnTo>
                  <a:lnTo>
                    <a:pt x="3547008" y="1104874"/>
                  </a:lnTo>
                  <a:lnTo>
                    <a:pt x="3547102" y="1104874"/>
                  </a:lnTo>
                  <a:lnTo>
                    <a:pt x="3547195" y="1104874"/>
                  </a:lnTo>
                  <a:lnTo>
                    <a:pt x="3547288" y="1104874"/>
                  </a:lnTo>
                  <a:lnTo>
                    <a:pt x="3547381" y="1104874"/>
                  </a:lnTo>
                  <a:lnTo>
                    <a:pt x="3547475" y="1104874"/>
                  </a:lnTo>
                  <a:lnTo>
                    <a:pt x="3547568" y="1104874"/>
                  </a:lnTo>
                  <a:lnTo>
                    <a:pt x="3547661" y="1104874"/>
                  </a:lnTo>
                  <a:lnTo>
                    <a:pt x="3547754" y="1104874"/>
                  </a:lnTo>
                  <a:lnTo>
                    <a:pt x="3547848" y="1104874"/>
                  </a:lnTo>
                  <a:lnTo>
                    <a:pt x="3547941" y="1104874"/>
                  </a:lnTo>
                  <a:lnTo>
                    <a:pt x="3548034" y="1104874"/>
                  </a:lnTo>
                  <a:lnTo>
                    <a:pt x="3548127" y="1104874"/>
                  </a:lnTo>
                  <a:lnTo>
                    <a:pt x="3548221" y="1104874"/>
                  </a:lnTo>
                  <a:lnTo>
                    <a:pt x="3548314" y="1104874"/>
                  </a:lnTo>
                  <a:lnTo>
                    <a:pt x="3548407" y="1104874"/>
                  </a:lnTo>
                  <a:lnTo>
                    <a:pt x="3548500" y="1104874"/>
                  </a:lnTo>
                  <a:lnTo>
                    <a:pt x="3548594" y="1104874"/>
                  </a:lnTo>
                  <a:lnTo>
                    <a:pt x="3548687" y="1104874"/>
                  </a:lnTo>
                  <a:lnTo>
                    <a:pt x="3548780" y="1104874"/>
                  </a:lnTo>
                  <a:lnTo>
                    <a:pt x="3548873" y="1104874"/>
                  </a:lnTo>
                  <a:lnTo>
                    <a:pt x="3548967" y="1104874"/>
                  </a:lnTo>
                  <a:lnTo>
                    <a:pt x="3549060" y="1104874"/>
                  </a:lnTo>
                  <a:lnTo>
                    <a:pt x="3549153" y="1104874"/>
                  </a:lnTo>
                  <a:lnTo>
                    <a:pt x="3549246" y="1104874"/>
                  </a:lnTo>
                  <a:lnTo>
                    <a:pt x="3549340" y="1104874"/>
                  </a:lnTo>
                  <a:lnTo>
                    <a:pt x="3549433" y="1104874"/>
                  </a:lnTo>
                  <a:lnTo>
                    <a:pt x="3549526" y="1104874"/>
                  </a:lnTo>
                  <a:lnTo>
                    <a:pt x="3549619" y="1104874"/>
                  </a:lnTo>
                  <a:lnTo>
                    <a:pt x="3549713" y="1104874"/>
                  </a:lnTo>
                  <a:lnTo>
                    <a:pt x="3549806" y="1104874"/>
                  </a:lnTo>
                  <a:lnTo>
                    <a:pt x="3549899" y="1104874"/>
                  </a:lnTo>
                  <a:lnTo>
                    <a:pt x="3549992" y="1104874"/>
                  </a:lnTo>
                  <a:lnTo>
                    <a:pt x="3550086" y="1104874"/>
                  </a:lnTo>
                  <a:lnTo>
                    <a:pt x="3550179" y="1104874"/>
                  </a:lnTo>
                  <a:lnTo>
                    <a:pt x="3550272" y="1104874"/>
                  </a:lnTo>
                  <a:lnTo>
                    <a:pt x="3550365" y="1104874"/>
                  </a:lnTo>
                  <a:lnTo>
                    <a:pt x="3550459" y="1104874"/>
                  </a:lnTo>
                  <a:lnTo>
                    <a:pt x="3550552" y="1104874"/>
                  </a:lnTo>
                  <a:lnTo>
                    <a:pt x="3550645" y="1104874"/>
                  </a:lnTo>
                  <a:lnTo>
                    <a:pt x="3550738" y="1104874"/>
                  </a:lnTo>
                  <a:lnTo>
                    <a:pt x="3550832" y="1104874"/>
                  </a:lnTo>
                  <a:lnTo>
                    <a:pt x="3550925" y="1104874"/>
                  </a:lnTo>
                  <a:lnTo>
                    <a:pt x="3551018" y="1104874"/>
                  </a:lnTo>
                  <a:lnTo>
                    <a:pt x="3551111" y="1104874"/>
                  </a:lnTo>
                  <a:lnTo>
                    <a:pt x="3551205" y="1104874"/>
                  </a:lnTo>
                  <a:lnTo>
                    <a:pt x="3551298" y="1104874"/>
                  </a:lnTo>
                  <a:lnTo>
                    <a:pt x="3551391" y="1104874"/>
                  </a:lnTo>
                  <a:lnTo>
                    <a:pt x="3551484" y="1104874"/>
                  </a:lnTo>
                  <a:lnTo>
                    <a:pt x="3551578" y="1104874"/>
                  </a:lnTo>
                  <a:lnTo>
                    <a:pt x="3551671" y="1104874"/>
                  </a:lnTo>
                  <a:lnTo>
                    <a:pt x="3551764" y="1104874"/>
                  </a:lnTo>
                  <a:lnTo>
                    <a:pt x="3551857" y="1104874"/>
                  </a:lnTo>
                  <a:lnTo>
                    <a:pt x="3551951" y="1104874"/>
                  </a:lnTo>
                  <a:lnTo>
                    <a:pt x="3552044" y="1104874"/>
                  </a:lnTo>
                  <a:lnTo>
                    <a:pt x="3552137" y="1104874"/>
                  </a:lnTo>
                  <a:lnTo>
                    <a:pt x="3552230" y="1104874"/>
                  </a:lnTo>
                  <a:lnTo>
                    <a:pt x="3552323" y="1104874"/>
                  </a:lnTo>
                  <a:lnTo>
                    <a:pt x="3552417" y="1104874"/>
                  </a:lnTo>
                  <a:lnTo>
                    <a:pt x="3552510" y="1104874"/>
                  </a:lnTo>
                  <a:lnTo>
                    <a:pt x="3552603" y="1104874"/>
                  </a:lnTo>
                  <a:lnTo>
                    <a:pt x="3552696" y="1104874"/>
                  </a:lnTo>
                  <a:lnTo>
                    <a:pt x="3552790" y="1104874"/>
                  </a:lnTo>
                  <a:lnTo>
                    <a:pt x="3552883" y="1104874"/>
                  </a:lnTo>
                  <a:lnTo>
                    <a:pt x="3552976" y="1104874"/>
                  </a:lnTo>
                  <a:lnTo>
                    <a:pt x="3553069" y="1104874"/>
                  </a:lnTo>
                  <a:lnTo>
                    <a:pt x="3553163" y="1104874"/>
                  </a:lnTo>
                  <a:lnTo>
                    <a:pt x="3553256" y="1104874"/>
                  </a:lnTo>
                  <a:lnTo>
                    <a:pt x="3553349" y="1104874"/>
                  </a:lnTo>
                  <a:lnTo>
                    <a:pt x="3553442" y="1104874"/>
                  </a:lnTo>
                  <a:lnTo>
                    <a:pt x="3553536" y="1104874"/>
                  </a:lnTo>
                  <a:lnTo>
                    <a:pt x="3553629" y="1104874"/>
                  </a:lnTo>
                  <a:lnTo>
                    <a:pt x="3553722" y="1104874"/>
                  </a:lnTo>
                  <a:lnTo>
                    <a:pt x="3553815" y="1104874"/>
                  </a:lnTo>
                  <a:lnTo>
                    <a:pt x="3553909" y="1104874"/>
                  </a:lnTo>
                  <a:lnTo>
                    <a:pt x="3554002" y="1104874"/>
                  </a:lnTo>
                  <a:lnTo>
                    <a:pt x="3554095" y="1104874"/>
                  </a:lnTo>
                  <a:lnTo>
                    <a:pt x="3554188" y="1104874"/>
                  </a:lnTo>
                  <a:lnTo>
                    <a:pt x="3554282" y="1104874"/>
                  </a:lnTo>
                  <a:lnTo>
                    <a:pt x="3554375" y="1104874"/>
                  </a:lnTo>
                  <a:lnTo>
                    <a:pt x="3554468" y="1104874"/>
                  </a:lnTo>
                  <a:lnTo>
                    <a:pt x="3554561" y="1104874"/>
                  </a:lnTo>
                  <a:lnTo>
                    <a:pt x="3554561" y="1094920"/>
                  </a:lnTo>
                  <a:lnTo>
                    <a:pt x="3554655" y="1094920"/>
                  </a:lnTo>
                  <a:lnTo>
                    <a:pt x="3554748" y="1094920"/>
                  </a:lnTo>
                  <a:lnTo>
                    <a:pt x="3554841" y="1094920"/>
                  </a:lnTo>
                  <a:lnTo>
                    <a:pt x="3554934" y="1094920"/>
                  </a:lnTo>
                  <a:lnTo>
                    <a:pt x="3555028" y="1094920"/>
                  </a:lnTo>
                  <a:lnTo>
                    <a:pt x="3555121" y="1094920"/>
                  </a:lnTo>
                  <a:lnTo>
                    <a:pt x="3555214" y="1094920"/>
                  </a:lnTo>
                  <a:lnTo>
                    <a:pt x="3555307" y="1094920"/>
                  </a:lnTo>
                  <a:lnTo>
                    <a:pt x="3555401" y="1094920"/>
                  </a:lnTo>
                  <a:lnTo>
                    <a:pt x="3555494" y="1094920"/>
                  </a:lnTo>
                  <a:lnTo>
                    <a:pt x="3555587" y="1094920"/>
                  </a:lnTo>
                  <a:lnTo>
                    <a:pt x="3555680" y="1094920"/>
                  </a:lnTo>
                  <a:lnTo>
                    <a:pt x="3555774" y="1094920"/>
                  </a:lnTo>
                  <a:lnTo>
                    <a:pt x="3555867" y="1094920"/>
                  </a:lnTo>
                  <a:lnTo>
                    <a:pt x="3555960" y="1094920"/>
                  </a:lnTo>
                  <a:lnTo>
                    <a:pt x="3556053" y="1094920"/>
                  </a:lnTo>
                  <a:lnTo>
                    <a:pt x="3556147" y="1094920"/>
                  </a:lnTo>
                  <a:lnTo>
                    <a:pt x="3556240" y="1094920"/>
                  </a:lnTo>
                  <a:lnTo>
                    <a:pt x="3556333" y="1094920"/>
                  </a:lnTo>
                  <a:lnTo>
                    <a:pt x="3556426" y="1094920"/>
                  </a:lnTo>
                  <a:lnTo>
                    <a:pt x="3556520" y="1094920"/>
                  </a:lnTo>
                  <a:lnTo>
                    <a:pt x="3556613" y="1094920"/>
                  </a:lnTo>
                  <a:lnTo>
                    <a:pt x="3556706" y="1094920"/>
                  </a:lnTo>
                  <a:lnTo>
                    <a:pt x="3556799" y="1094920"/>
                  </a:lnTo>
                  <a:lnTo>
                    <a:pt x="3556893" y="1094920"/>
                  </a:lnTo>
                  <a:lnTo>
                    <a:pt x="3556986" y="1094920"/>
                  </a:lnTo>
                  <a:lnTo>
                    <a:pt x="3557079" y="1094920"/>
                  </a:lnTo>
                  <a:lnTo>
                    <a:pt x="3557172" y="1094920"/>
                  </a:lnTo>
                  <a:lnTo>
                    <a:pt x="3557266" y="1094920"/>
                  </a:lnTo>
                  <a:lnTo>
                    <a:pt x="3557359" y="1094920"/>
                  </a:lnTo>
                  <a:lnTo>
                    <a:pt x="3557452" y="1094920"/>
                  </a:lnTo>
                  <a:lnTo>
                    <a:pt x="3557545" y="1094920"/>
                  </a:lnTo>
                  <a:lnTo>
                    <a:pt x="3557639" y="1094920"/>
                  </a:lnTo>
                  <a:lnTo>
                    <a:pt x="3557732" y="1094920"/>
                  </a:lnTo>
                  <a:lnTo>
                    <a:pt x="3557825" y="1094920"/>
                  </a:lnTo>
                  <a:lnTo>
                    <a:pt x="3557918" y="1094920"/>
                  </a:lnTo>
                  <a:lnTo>
                    <a:pt x="3558012" y="1094920"/>
                  </a:lnTo>
                  <a:lnTo>
                    <a:pt x="3558105" y="1094920"/>
                  </a:lnTo>
                  <a:lnTo>
                    <a:pt x="3558198" y="1094920"/>
                  </a:lnTo>
                  <a:lnTo>
                    <a:pt x="3558291" y="1094920"/>
                  </a:lnTo>
                  <a:lnTo>
                    <a:pt x="3558385" y="1094920"/>
                  </a:lnTo>
                  <a:lnTo>
                    <a:pt x="3558478" y="1094920"/>
                  </a:lnTo>
                  <a:lnTo>
                    <a:pt x="3558571" y="1094920"/>
                  </a:lnTo>
                  <a:lnTo>
                    <a:pt x="3558664" y="1094920"/>
                  </a:lnTo>
                  <a:lnTo>
                    <a:pt x="3558758" y="1094920"/>
                  </a:lnTo>
                  <a:lnTo>
                    <a:pt x="3558851" y="1094920"/>
                  </a:lnTo>
                  <a:lnTo>
                    <a:pt x="3558944" y="1094920"/>
                  </a:lnTo>
                  <a:lnTo>
                    <a:pt x="3559037" y="1094920"/>
                  </a:lnTo>
                  <a:lnTo>
                    <a:pt x="3559130" y="1094920"/>
                  </a:lnTo>
                  <a:lnTo>
                    <a:pt x="3559224" y="1094920"/>
                  </a:lnTo>
                  <a:lnTo>
                    <a:pt x="3559317" y="1094920"/>
                  </a:lnTo>
                  <a:lnTo>
                    <a:pt x="3559410" y="1094920"/>
                  </a:lnTo>
                  <a:lnTo>
                    <a:pt x="3559503" y="1094920"/>
                  </a:lnTo>
                  <a:lnTo>
                    <a:pt x="3559597" y="1094920"/>
                  </a:lnTo>
                  <a:lnTo>
                    <a:pt x="3559690" y="1094920"/>
                  </a:lnTo>
                  <a:lnTo>
                    <a:pt x="3559783" y="1094920"/>
                  </a:lnTo>
                  <a:lnTo>
                    <a:pt x="3559876" y="1094920"/>
                  </a:lnTo>
                  <a:lnTo>
                    <a:pt x="3559970" y="1094920"/>
                  </a:lnTo>
                  <a:lnTo>
                    <a:pt x="3560063" y="1094920"/>
                  </a:lnTo>
                  <a:lnTo>
                    <a:pt x="3560156" y="1094920"/>
                  </a:lnTo>
                  <a:lnTo>
                    <a:pt x="3560249" y="1094920"/>
                  </a:lnTo>
                  <a:lnTo>
                    <a:pt x="3560343" y="1094920"/>
                  </a:lnTo>
                  <a:lnTo>
                    <a:pt x="3560436" y="1094920"/>
                  </a:lnTo>
                  <a:lnTo>
                    <a:pt x="3560529" y="1094920"/>
                  </a:lnTo>
                  <a:lnTo>
                    <a:pt x="3560622" y="1094920"/>
                  </a:lnTo>
                  <a:lnTo>
                    <a:pt x="3560716" y="1094920"/>
                  </a:lnTo>
                  <a:lnTo>
                    <a:pt x="3560809" y="1094920"/>
                  </a:lnTo>
                  <a:lnTo>
                    <a:pt x="3560902" y="1094920"/>
                  </a:lnTo>
                  <a:lnTo>
                    <a:pt x="3560995" y="1094920"/>
                  </a:lnTo>
                  <a:lnTo>
                    <a:pt x="3560995" y="1084966"/>
                  </a:lnTo>
                  <a:lnTo>
                    <a:pt x="3561089" y="1084966"/>
                  </a:lnTo>
                  <a:lnTo>
                    <a:pt x="3561182" y="1084966"/>
                  </a:lnTo>
                  <a:lnTo>
                    <a:pt x="3561275" y="1084966"/>
                  </a:lnTo>
                  <a:lnTo>
                    <a:pt x="3561368" y="1084966"/>
                  </a:lnTo>
                  <a:lnTo>
                    <a:pt x="3561462" y="1084966"/>
                  </a:lnTo>
                  <a:lnTo>
                    <a:pt x="3561555" y="1084966"/>
                  </a:lnTo>
                  <a:lnTo>
                    <a:pt x="3561648" y="1084966"/>
                  </a:lnTo>
                  <a:lnTo>
                    <a:pt x="3561741" y="1084966"/>
                  </a:lnTo>
                  <a:lnTo>
                    <a:pt x="3561835" y="1084966"/>
                  </a:lnTo>
                  <a:lnTo>
                    <a:pt x="3561928" y="1084966"/>
                  </a:lnTo>
                  <a:lnTo>
                    <a:pt x="3562021" y="1084966"/>
                  </a:lnTo>
                  <a:lnTo>
                    <a:pt x="3562114" y="1084966"/>
                  </a:lnTo>
                  <a:lnTo>
                    <a:pt x="3562208" y="1084966"/>
                  </a:lnTo>
                  <a:lnTo>
                    <a:pt x="3562301" y="1084966"/>
                  </a:lnTo>
                  <a:lnTo>
                    <a:pt x="3562394" y="1084966"/>
                  </a:lnTo>
                  <a:lnTo>
                    <a:pt x="3562487" y="1084966"/>
                  </a:lnTo>
                  <a:lnTo>
                    <a:pt x="3562581" y="1084966"/>
                  </a:lnTo>
                  <a:lnTo>
                    <a:pt x="3562674" y="1084966"/>
                  </a:lnTo>
                  <a:lnTo>
                    <a:pt x="3562767" y="1084966"/>
                  </a:lnTo>
                  <a:lnTo>
                    <a:pt x="3562860" y="1084966"/>
                  </a:lnTo>
                  <a:lnTo>
                    <a:pt x="3562954" y="1084966"/>
                  </a:lnTo>
                  <a:lnTo>
                    <a:pt x="3563047" y="1084966"/>
                  </a:lnTo>
                  <a:lnTo>
                    <a:pt x="3563140" y="1084966"/>
                  </a:lnTo>
                  <a:lnTo>
                    <a:pt x="3563233" y="1084966"/>
                  </a:lnTo>
                  <a:lnTo>
                    <a:pt x="3563327" y="1084966"/>
                  </a:lnTo>
                  <a:lnTo>
                    <a:pt x="3563420" y="1084966"/>
                  </a:lnTo>
                  <a:lnTo>
                    <a:pt x="3563513" y="1084966"/>
                  </a:lnTo>
                  <a:lnTo>
                    <a:pt x="3563606" y="1084966"/>
                  </a:lnTo>
                  <a:lnTo>
                    <a:pt x="3563700" y="1084966"/>
                  </a:lnTo>
                  <a:lnTo>
                    <a:pt x="3563793" y="1084966"/>
                  </a:lnTo>
                  <a:lnTo>
                    <a:pt x="3563886" y="1084966"/>
                  </a:lnTo>
                  <a:lnTo>
                    <a:pt x="3563979" y="1084966"/>
                  </a:lnTo>
                  <a:lnTo>
                    <a:pt x="3564073" y="1084966"/>
                  </a:lnTo>
                  <a:lnTo>
                    <a:pt x="3564166" y="1084966"/>
                  </a:lnTo>
                  <a:lnTo>
                    <a:pt x="3564259" y="1084966"/>
                  </a:lnTo>
                  <a:lnTo>
                    <a:pt x="3564352" y="1084966"/>
                  </a:lnTo>
                  <a:lnTo>
                    <a:pt x="3564446" y="1084966"/>
                  </a:lnTo>
                  <a:lnTo>
                    <a:pt x="3564539" y="1084966"/>
                  </a:lnTo>
                  <a:lnTo>
                    <a:pt x="3564632" y="1084966"/>
                  </a:lnTo>
                  <a:lnTo>
                    <a:pt x="3564725" y="1084966"/>
                  </a:lnTo>
                  <a:lnTo>
                    <a:pt x="3564819" y="1084966"/>
                  </a:lnTo>
                  <a:lnTo>
                    <a:pt x="3564912" y="1084966"/>
                  </a:lnTo>
                  <a:lnTo>
                    <a:pt x="3565005" y="1084966"/>
                  </a:lnTo>
                  <a:lnTo>
                    <a:pt x="3565098" y="1084966"/>
                  </a:lnTo>
                  <a:lnTo>
                    <a:pt x="3565192" y="1084966"/>
                  </a:lnTo>
                  <a:lnTo>
                    <a:pt x="3565285" y="1084966"/>
                  </a:lnTo>
                  <a:lnTo>
                    <a:pt x="3565378" y="1084966"/>
                  </a:lnTo>
                  <a:lnTo>
                    <a:pt x="3565471" y="1084966"/>
                  </a:lnTo>
                  <a:lnTo>
                    <a:pt x="3565565" y="1084966"/>
                  </a:lnTo>
                  <a:lnTo>
                    <a:pt x="3565658" y="1084966"/>
                  </a:lnTo>
                  <a:lnTo>
                    <a:pt x="3565751" y="1084966"/>
                  </a:lnTo>
                  <a:lnTo>
                    <a:pt x="3565844" y="1084966"/>
                  </a:lnTo>
                  <a:lnTo>
                    <a:pt x="3565938" y="1084966"/>
                  </a:lnTo>
                  <a:lnTo>
                    <a:pt x="3566031" y="1084966"/>
                  </a:lnTo>
                  <a:lnTo>
                    <a:pt x="3566031" y="1075012"/>
                  </a:lnTo>
                  <a:lnTo>
                    <a:pt x="3566124" y="1075012"/>
                  </a:lnTo>
                  <a:lnTo>
                    <a:pt x="3566217" y="1075012"/>
                  </a:lnTo>
                  <a:lnTo>
                    <a:pt x="3566310" y="1075012"/>
                  </a:lnTo>
                  <a:lnTo>
                    <a:pt x="3566404" y="1075012"/>
                  </a:lnTo>
                  <a:lnTo>
                    <a:pt x="3566497" y="1075012"/>
                  </a:lnTo>
                  <a:lnTo>
                    <a:pt x="3566590" y="1075012"/>
                  </a:lnTo>
                  <a:lnTo>
                    <a:pt x="3566683" y="1075012"/>
                  </a:lnTo>
                  <a:lnTo>
                    <a:pt x="3566777" y="1075012"/>
                  </a:lnTo>
                  <a:lnTo>
                    <a:pt x="3566870" y="1075012"/>
                  </a:lnTo>
                  <a:lnTo>
                    <a:pt x="3566963" y="1075012"/>
                  </a:lnTo>
                  <a:lnTo>
                    <a:pt x="3567056" y="1075012"/>
                  </a:lnTo>
                  <a:lnTo>
                    <a:pt x="3567150" y="1075012"/>
                  </a:lnTo>
                  <a:lnTo>
                    <a:pt x="3567243" y="1075012"/>
                  </a:lnTo>
                  <a:lnTo>
                    <a:pt x="3567336" y="1075012"/>
                  </a:lnTo>
                  <a:lnTo>
                    <a:pt x="3567429" y="1075012"/>
                  </a:lnTo>
                  <a:lnTo>
                    <a:pt x="3567523" y="1075012"/>
                  </a:lnTo>
                  <a:lnTo>
                    <a:pt x="3567616" y="1075012"/>
                  </a:lnTo>
                  <a:lnTo>
                    <a:pt x="3567709" y="1075012"/>
                  </a:lnTo>
                  <a:lnTo>
                    <a:pt x="3567802" y="1075012"/>
                  </a:lnTo>
                  <a:lnTo>
                    <a:pt x="3567896" y="1075012"/>
                  </a:lnTo>
                  <a:lnTo>
                    <a:pt x="3567989" y="1075012"/>
                  </a:lnTo>
                  <a:lnTo>
                    <a:pt x="3568082" y="1075012"/>
                  </a:lnTo>
                  <a:lnTo>
                    <a:pt x="3568175" y="1075012"/>
                  </a:lnTo>
                  <a:lnTo>
                    <a:pt x="3568269" y="1075012"/>
                  </a:lnTo>
                  <a:lnTo>
                    <a:pt x="3568362" y="1075012"/>
                  </a:lnTo>
                  <a:lnTo>
                    <a:pt x="3568455" y="1075012"/>
                  </a:lnTo>
                  <a:lnTo>
                    <a:pt x="3568548" y="1075012"/>
                  </a:lnTo>
                  <a:lnTo>
                    <a:pt x="3568642" y="1075012"/>
                  </a:lnTo>
                  <a:lnTo>
                    <a:pt x="3568642" y="1065059"/>
                  </a:lnTo>
                  <a:lnTo>
                    <a:pt x="3568735" y="1065059"/>
                  </a:lnTo>
                  <a:lnTo>
                    <a:pt x="3568828" y="1065059"/>
                  </a:lnTo>
                  <a:lnTo>
                    <a:pt x="3568921" y="1065059"/>
                  </a:lnTo>
                  <a:lnTo>
                    <a:pt x="3569015" y="1065059"/>
                  </a:lnTo>
                  <a:lnTo>
                    <a:pt x="3569108" y="1065059"/>
                  </a:lnTo>
                  <a:lnTo>
                    <a:pt x="3569201" y="1065059"/>
                  </a:lnTo>
                  <a:lnTo>
                    <a:pt x="3569294" y="1065059"/>
                  </a:lnTo>
                  <a:lnTo>
                    <a:pt x="3569388" y="1065059"/>
                  </a:lnTo>
                  <a:lnTo>
                    <a:pt x="3569481" y="1065059"/>
                  </a:lnTo>
                  <a:lnTo>
                    <a:pt x="3569574" y="1065059"/>
                  </a:lnTo>
                  <a:lnTo>
                    <a:pt x="3569667" y="1065059"/>
                  </a:lnTo>
                  <a:lnTo>
                    <a:pt x="3569761" y="1065059"/>
                  </a:lnTo>
                  <a:lnTo>
                    <a:pt x="3569854" y="1065059"/>
                  </a:lnTo>
                  <a:lnTo>
                    <a:pt x="3569947" y="1065059"/>
                  </a:lnTo>
                  <a:lnTo>
                    <a:pt x="3570040" y="1065059"/>
                  </a:lnTo>
                  <a:lnTo>
                    <a:pt x="3570134" y="1065059"/>
                  </a:lnTo>
                  <a:lnTo>
                    <a:pt x="3570227" y="1065059"/>
                  </a:lnTo>
                  <a:lnTo>
                    <a:pt x="3570320" y="1065059"/>
                  </a:lnTo>
                  <a:lnTo>
                    <a:pt x="3570413" y="1065059"/>
                  </a:lnTo>
                  <a:lnTo>
                    <a:pt x="3570507" y="1065059"/>
                  </a:lnTo>
                  <a:lnTo>
                    <a:pt x="3570600" y="1065059"/>
                  </a:lnTo>
                  <a:lnTo>
                    <a:pt x="3570693" y="1065059"/>
                  </a:lnTo>
                  <a:lnTo>
                    <a:pt x="3570786" y="1065059"/>
                  </a:lnTo>
                  <a:lnTo>
                    <a:pt x="3570880" y="1065059"/>
                  </a:lnTo>
                  <a:lnTo>
                    <a:pt x="3570973" y="1065059"/>
                  </a:lnTo>
                  <a:lnTo>
                    <a:pt x="3571066" y="1065059"/>
                  </a:lnTo>
                  <a:lnTo>
                    <a:pt x="3571159" y="1065059"/>
                  </a:lnTo>
                  <a:lnTo>
                    <a:pt x="3571253" y="1065059"/>
                  </a:lnTo>
                  <a:lnTo>
                    <a:pt x="3571346" y="1065059"/>
                  </a:lnTo>
                  <a:lnTo>
                    <a:pt x="3571439" y="1065059"/>
                  </a:lnTo>
                  <a:lnTo>
                    <a:pt x="3571532" y="1065059"/>
                  </a:lnTo>
                  <a:lnTo>
                    <a:pt x="3571626" y="1065059"/>
                  </a:lnTo>
                  <a:lnTo>
                    <a:pt x="3571719" y="1065059"/>
                  </a:lnTo>
                  <a:lnTo>
                    <a:pt x="3571812" y="1065059"/>
                  </a:lnTo>
                  <a:lnTo>
                    <a:pt x="3571905" y="1065059"/>
                  </a:lnTo>
                  <a:lnTo>
                    <a:pt x="3571999" y="1065059"/>
                  </a:lnTo>
                  <a:lnTo>
                    <a:pt x="3572092" y="1065059"/>
                  </a:lnTo>
                  <a:lnTo>
                    <a:pt x="3572185" y="1065059"/>
                  </a:lnTo>
                  <a:lnTo>
                    <a:pt x="3572278" y="1065059"/>
                  </a:lnTo>
                  <a:lnTo>
                    <a:pt x="3572372" y="1065059"/>
                  </a:lnTo>
                  <a:lnTo>
                    <a:pt x="3572465" y="1065059"/>
                  </a:lnTo>
                  <a:lnTo>
                    <a:pt x="3572558" y="1065059"/>
                  </a:lnTo>
                  <a:lnTo>
                    <a:pt x="3572651" y="1065059"/>
                  </a:lnTo>
                  <a:lnTo>
                    <a:pt x="3572745" y="1065059"/>
                  </a:lnTo>
                  <a:lnTo>
                    <a:pt x="3572838" y="1065059"/>
                  </a:lnTo>
                  <a:lnTo>
                    <a:pt x="3572931" y="1065059"/>
                  </a:lnTo>
                  <a:lnTo>
                    <a:pt x="3573024" y="1065059"/>
                  </a:lnTo>
                  <a:lnTo>
                    <a:pt x="3573117" y="1065059"/>
                  </a:lnTo>
                  <a:lnTo>
                    <a:pt x="3573211" y="1065059"/>
                  </a:lnTo>
                  <a:lnTo>
                    <a:pt x="3573304" y="1065059"/>
                  </a:lnTo>
                  <a:lnTo>
                    <a:pt x="3573397" y="1065059"/>
                  </a:lnTo>
                  <a:lnTo>
                    <a:pt x="3573490" y="1065059"/>
                  </a:lnTo>
                  <a:lnTo>
                    <a:pt x="3573584" y="1065059"/>
                  </a:lnTo>
                  <a:lnTo>
                    <a:pt x="3573677" y="1065059"/>
                  </a:lnTo>
                  <a:lnTo>
                    <a:pt x="3573770" y="1065059"/>
                  </a:lnTo>
                  <a:lnTo>
                    <a:pt x="3573863" y="1065059"/>
                  </a:lnTo>
                  <a:lnTo>
                    <a:pt x="3573957" y="1065059"/>
                  </a:lnTo>
                  <a:lnTo>
                    <a:pt x="3574050" y="1065059"/>
                  </a:lnTo>
                  <a:lnTo>
                    <a:pt x="3574143" y="1065059"/>
                  </a:lnTo>
                  <a:lnTo>
                    <a:pt x="3574236" y="1065059"/>
                  </a:lnTo>
                  <a:lnTo>
                    <a:pt x="3574330" y="1065059"/>
                  </a:lnTo>
                  <a:lnTo>
                    <a:pt x="3574423" y="1065059"/>
                  </a:lnTo>
                  <a:lnTo>
                    <a:pt x="3574516" y="1065059"/>
                  </a:lnTo>
                  <a:lnTo>
                    <a:pt x="3574609" y="1065059"/>
                  </a:lnTo>
                  <a:lnTo>
                    <a:pt x="3574703" y="1065059"/>
                  </a:lnTo>
                  <a:lnTo>
                    <a:pt x="3574796" y="1065059"/>
                  </a:lnTo>
                  <a:lnTo>
                    <a:pt x="3574889" y="1065059"/>
                  </a:lnTo>
                  <a:lnTo>
                    <a:pt x="3574982" y="1065059"/>
                  </a:lnTo>
                  <a:lnTo>
                    <a:pt x="3575076" y="1065059"/>
                  </a:lnTo>
                  <a:lnTo>
                    <a:pt x="3575169" y="1065059"/>
                  </a:lnTo>
                  <a:lnTo>
                    <a:pt x="3575262" y="1065059"/>
                  </a:lnTo>
                  <a:lnTo>
                    <a:pt x="3575355" y="1065059"/>
                  </a:lnTo>
                  <a:lnTo>
                    <a:pt x="3575449" y="1065059"/>
                  </a:lnTo>
                  <a:lnTo>
                    <a:pt x="3575542" y="1065059"/>
                  </a:lnTo>
                  <a:lnTo>
                    <a:pt x="3575635" y="1065059"/>
                  </a:lnTo>
                  <a:lnTo>
                    <a:pt x="3575728" y="1065059"/>
                  </a:lnTo>
                  <a:lnTo>
                    <a:pt x="3575822" y="1065059"/>
                  </a:lnTo>
                  <a:lnTo>
                    <a:pt x="3575915" y="1065059"/>
                  </a:lnTo>
                  <a:lnTo>
                    <a:pt x="3576008" y="1065059"/>
                  </a:lnTo>
                  <a:lnTo>
                    <a:pt x="3576008" y="1055105"/>
                  </a:lnTo>
                  <a:lnTo>
                    <a:pt x="3576101" y="1055105"/>
                  </a:lnTo>
                  <a:lnTo>
                    <a:pt x="3576195" y="1055105"/>
                  </a:lnTo>
                  <a:lnTo>
                    <a:pt x="3576288" y="1055105"/>
                  </a:lnTo>
                  <a:lnTo>
                    <a:pt x="3576381" y="1055105"/>
                  </a:lnTo>
                  <a:lnTo>
                    <a:pt x="3576474" y="1055105"/>
                  </a:lnTo>
                  <a:lnTo>
                    <a:pt x="3576568" y="1055105"/>
                  </a:lnTo>
                  <a:lnTo>
                    <a:pt x="3576661" y="1055105"/>
                  </a:lnTo>
                  <a:lnTo>
                    <a:pt x="3576754" y="1055105"/>
                  </a:lnTo>
                  <a:lnTo>
                    <a:pt x="3576847" y="1055105"/>
                  </a:lnTo>
                  <a:lnTo>
                    <a:pt x="3576941" y="1055105"/>
                  </a:lnTo>
                  <a:lnTo>
                    <a:pt x="3577034" y="1055105"/>
                  </a:lnTo>
                  <a:lnTo>
                    <a:pt x="3577127" y="1055105"/>
                  </a:lnTo>
                  <a:lnTo>
                    <a:pt x="3577220" y="1055105"/>
                  </a:lnTo>
                  <a:lnTo>
                    <a:pt x="3577314" y="1055105"/>
                  </a:lnTo>
                  <a:lnTo>
                    <a:pt x="3577407" y="1055105"/>
                  </a:lnTo>
                  <a:lnTo>
                    <a:pt x="3577500" y="1055105"/>
                  </a:lnTo>
                  <a:lnTo>
                    <a:pt x="3577593" y="1055105"/>
                  </a:lnTo>
                  <a:lnTo>
                    <a:pt x="3577687" y="1055105"/>
                  </a:lnTo>
                  <a:lnTo>
                    <a:pt x="3577780" y="1055105"/>
                  </a:lnTo>
                  <a:lnTo>
                    <a:pt x="3577873" y="1055105"/>
                  </a:lnTo>
                  <a:lnTo>
                    <a:pt x="3577966" y="1055105"/>
                  </a:lnTo>
                  <a:lnTo>
                    <a:pt x="3578060" y="1055105"/>
                  </a:lnTo>
                  <a:lnTo>
                    <a:pt x="3578153" y="1055105"/>
                  </a:lnTo>
                  <a:lnTo>
                    <a:pt x="3578246" y="1055105"/>
                  </a:lnTo>
                  <a:lnTo>
                    <a:pt x="3578339" y="1055105"/>
                  </a:lnTo>
                  <a:lnTo>
                    <a:pt x="3578433" y="1055105"/>
                  </a:lnTo>
                  <a:lnTo>
                    <a:pt x="3578526" y="1055105"/>
                  </a:lnTo>
                  <a:lnTo>
                    <a:pt x="3578619" y="1055105"/>
                  </a:lnTo>
                  <a:lnTo>
                    <a:pt x="3578712" y="1055105"/>
                  </a:lnTo>
                  <a:lnTo>
                    <a:pt x="3578806" y="1055105"/>
                  </a:lnTo>
                  <a:lnTo>
                    <a:pt x="3578899" y="1055105"/>
                  </a:lnTo>
                  <a:lnTo>
                    <a:pt x="3578992" y="1055105"/>
                  </a:lnTo>
                  <a:lnTo>
                    <a:pt x="3579085" y="1055105"/>
                  </a:lnTo>
                  <a:lnTo>
                    <a:pt x="3579179" y="1055105"/>
                  </a:lnTo>
                  <a:lnTo>
                    <a:pt x="3579272" y="1055105"/>
                  </a:lnTo>
                  <a:lnTo>
                    <a:pt x="3579365" y="1055105"/>
                  </a:lnTo>
                  <a:lnTo>
                    <a:pt x="3579458" y="1055105"/>
                  </a:lnTo>
                  <a:lnTo>
                    <a:pt x="3579552" y="1055105"/>
                  </a:lnTo>
                  <a:lnTo>
                    <a:pt x="3579645" y="1055105"/>
                  </a:lnTo>
                  <a:lnTo>
                    <a:pt x="3579738" y="1055105"/>
                  </a:lnTo>
                  <a:lnTo>
                    <a:pt x="3579831" y="1055105"/>
                  </a:lnTo>
                  <a:lnTo>
                    <a:pt x="3579924" y="1055105"/>
                  </a:lnTo>
                  <a:lnTo>
                    <a:pt x="3580018" y="1055105"/>
                  </a:lnTo>
                  <a:lnTo>
                    <a:pt x="3580111" y="1055105"/>
                  </a:lnTo>
                  <a:lnTo>
                    <a:pt x="3580204" y="1055105"/>
                  </a:lnTo>
                  <a:lnTo>
                    <a:pt x="3580297" y="1055105"/>
                  </a:lnTo>
                  <a:lnTo>
                    <a:pt x="3580391" y="1055105"/>
                  </a:lnTo>
                  <a:lnTo>
                    <a:pt x="3580484" y="1055105"/>
                  </a:lnTo>
                  <a:lnTo>
                    <a:pt x="3580577" y="1055105"/>
                  </a:lnTo>
                  <a:lnTo>
                    <a:pt x="3580670" y="1055105"/>
                  </a:lnTo>
                  <a:lnTo>
                    <a:pt x="3580764" y="1055105"/>
                  </a:lnTo>
                  <a:lnTo>
                    <a:pt x="3580857" y="1055105"/>
                  </a:lnTo>
                  <a:lnTo>
                    <a:pt x="3580950" y="1055105"/>
                  </a:lnTo>
                  <a:lnTo>
                    <a:pt x="3581043" y="1055105"/>
                  </a:lnTo>
                  <a:lnTo>
                    <a:pt x="3581137" y="1055105"/>
                  </a:lnTo>
                  <a:lnTo>
                    <a:pt x="3581230" y="1055105"/>
                  </a:lnTo>
                  <a:lnTo>
                    <a:pt x="3581323" y="1055105"/>
                  </a:lnTo>
                  <a:lnTo>
                    <a:pt x="3581416" y="1055105"/>
                  </a:lnTo>
                  <a:lnTo>
                    <a:pt x="3581510" y="1055105"/>
                  </a:lnTo>
                  <a:lnTo>
                    <a:pt x="3581603" y="1055105"/>
                  </a:lnTo>
                  <a:lnTo>
                    <a:pt x="3581696" y="1055105"/>
                  </a:lnTo>
                  <a:lnTo>
                    <a:pt x="3581789" y="1055105"/>
                  </a:lnTo>
                  <a:lnTo>
                    <a:pt x="3581883" y="1055105"/>
                  </a:lnTo>
                  <a:lnTo>
                    <a:pt x="3581976" y="1055105"/>
                  </a:lnTo>
                  <a:lnTo>
                    <a:pt x="3582069" y="1055105"/>
                  </a:lnTo>
                  <a:lnTo>
                    <a:pt x="3582162" y="1055105"/>
                  </a:lnTo>
                  <a:lnTo>
                    <a:pt x="3582256" y="1055105"/>
                  </a:lnTo>
                  <a:lnTo>
                    <a:pt x="3582349" y="1055105"/>
                  </a:lnTo>
                  <a:lnTo>
                    <a:pt x="3582442" y="1055105"/>
                  </a:lnTo>
                  <a:lnTo>
                    <a:pt x="3582535" y="1055105"/>
                  </a:lnTo>
                  <a:lnTo>
                    <a:pt x="3582629" y="1055105"/>
                  </a:lnTo>
                  <a:lnTo>
                    <a:pt x="3582722" y="1055105"/>
                  </a:lnTo>
                  <a:lnTo>
                    <a:pt x="3582815" y="1055105"/>
                  </a:lnTo>
                  <a:lnTo>
                    <a:pt x="3582908" y="1055105"/>
                  </a:lnTo>
                  <a:lnTo>
                    <a:pt x="3583002" y="1055105"/>
                  </a:lnTo>
                  <a:lnTo>
                    <a:pt x="3583095" y="1055105"/>
                  </a:lnTo>
                  <a:lnTo>
                    <a:pt x="3583188" y="1055105"/>
                  </a:lnTo>
                  <a:lnTo>
                    <a:pt x="3583281" y="1055105"/>
                  </a:lnTo>
                  <a:lnTo>
                    <a:pt x="3583375" y="1055105"/>
                  </a:lnTo>
                  <a:lnTo>
                    <a:pt x="3583468" y="1055105"/>
                  </a:lnTo>
                  <a:lnTo>
                    <a:pt x="3583561" y="1055105"/>
                  </a:lnTo>
                  <a:lnTo>
                    <a:pt x="3583654" y="1055105"/>
                  </a:lnTo>
                  <a:lnTo>
                    <a:pt x="3583748" y="1055105"/>
                  </a:lnTo>
                  <a:lnTo>
                    <a:pt x="3583841" y="1055105"/>
                  </a:lnTo>
                  <a:lnTo>
                    <a:pt x="3583934" y="1055105"/>
                  </a:lnTo>
                  <a:lnTo>
                    <a:pt x="3584027" y="1055105"/>
                  </a:lnTo>
                  <a:lnTo>
                    <a:pt x="3584121" y="1055105"/>
                  </a:lnTo>
                  <a:lnTo>
                    <a:pt x="3584214" y="1055105"/>
                  </a:lnTo>
                  <a:lnTo>
                    <a:pt x="3584307" y="1055105"/>
                  </a:lnTo>
                  <a:lnTo>
                    <a:pt x="3584400" y="1055105"/>
                  </a:lnTo>
                  <a:lnTo>
                    <a:pt x="3584494" y="1055105"/>
                  </a:lnTo>
                  <a:lnTo>
                    <a:pt x="3584587" y="1055105"/>
                  </a:lnTo>
                  <a:lnTo>
                    <a:pt x="3584587" y="1045151"/>
                  </a:lnTo>
                  <a:lnTo>
                    <a:pt x="3584680" y="1045151"/>
                  </a:lnTo>
                  <a:lnTo>
                    <a:pt x="3584773" y="1045151"/>
                  </a:lnTo>
                  <a:lnTo>
                    <a:pt x="3584867" y="1045151"/>
                  </a:lnTo>
                  <a:lnTo>
                    <a:pt x="3584960" y="1045151"/>
                  </a:lnTo>
                  <a:lnTo>
                    <a:pt x="3585053" y="1045151"/>
                  </a:lnTo>
                  <a:lnTo>
                    <a:pt x="3585146" y="1045151"/>
                  </a:lnTo>
                  <a:lnTo>
                    <a:pt x="3585240" y="1045151"/>
                  </a:lnTo>
                  <a:lnTo>
                    <a:pt x="3585333" y="1045151"/>
                  </a:lnTo>
                  <a:lnTo>
                    <a:pt x="3585426" y="1045151"/>
                  </a:lnTo>
                  <a:lnTo>
                    <a:pt x="3585519" y="1045151"/>
                  </a:lnTo>
                  <a:lnTo>
                    <a:pt x="3585613" y="1045151"/>
                  </a:lnTo>
                  <a:lnTo>
                    <a:pt x="3585706" y="1045151"/>
                  </a:lnTo>
                  <a:lnTo>
                    <a:pt x="3585799" y="1045151"/>
                  </a:lnTo>
                  <a:lnTo>
                    <a:pt x="3585892" y="1045151"/>
                  </a:lnTo>
                  <a:lnTo>
                    <a:pt x="3585986" y="1045151"/>
                  </a:lnTo>
                  <a:lnTo>
                    <a:pt x="3586079" y="1045151"/>
                  </a:lnTo>
                  <a:lnTo>
                    <a:pt x="3586172" y="1045151"/>
                  </a:lnTo>
                  <a:lnTo>
                    <a:pt x="3586172" y="1035197"/>
                  </a:lnTo>
                  <a:lnTo>
                    <a:pt x="3586265" y="1035197"/>
                  </a:lnTo>
                  <a:lnTo>
                    <a:pt x="3586359" y="1035197"/>
                  </a:lnTo>
                  <a:lnTo>
                    <a:pt x="3586452" y="1035197"/>
                  </a:lnTo>
                  <a:lnTo>
                    <a:pt x="3586545" y="1035197"/>
                  </a:lnTo>
                  <a:lnTo>
                    <a:pt x="3586638" y="1035197"/>
                  </a:lnTo>
                  <a:lnTo>
                    <a:pt x="3586732" y="1035197"/>
                  </a:lnTo>
                  <a:lnTo>
                    <a:pt x="3586825" y="1035197"/>
                  </a:lnTo>
                  <a:lnTo>
                    <a:pt x="3586918" y="1035197"/>
                  </a:lnTo>
                  <a:lnTo>
                    <a:pt x="3587011" y="1035197"/>
                  </a:lnTo>
                  <a:lnTo>
                    <a:pt x="3587104" y="1035197"/>
                  </a:lnTo>
                  <a:lnTo>
                    <a:pt x="3587198" y="1035197"/>
                  </a:lnTo>
                  <a:lnTo>
                    <a:pt x="3587291" y="1035197"/>
                  </a:lnTo>
                  <a:lnTo>
                    <a:pt x="3587384" y="1035197"/>
                  </a:lnTo>
                  <a:lnTo>
                    <a:pt x="3587477" y="1035197"/>
                  </a:lnTo>
                  <a:lnTo>
                    <a:pt x="3587571" y="1035197"/>
                  </a:lnTo>
                  <a:lnTo>
                    <a:pt x="3587664" y="1035197"/>
                  </a:lnTo>
                  <a:lnTo>
                    <a:pt x="3587757" y="1035197"/>
                  </a:lnTo>
                  <a:lnTo>
                    <a:pt x="3587850" y="1035197"/>
                  </a:lnTo>
                  <a:lnTo>
                    <a:pt x="3587944" y="1035197"/>
                  </a:lnTo>
                  <a:lnTo>
                    <a:pt x="3588037" y="1035197"/>
                  </a:lnTo>
                  <a:lnTo>
                    <a:pt x="3588130" y="1035197"/>
                  </a:lnTo>
                  <a:lnTo>
                    <a:pt x="3588223" y="1035197"/>
                  </a:lnTo>
                  <a:lnTo>
                    <a:pt x="3588317" y="1035197"/>
                  </a:lnTo>
                  <a:lnTo>
                    <a:pt x="3588410" y="1035197"/>
                  </a:lnTo>
                  <a:lnTo>
                    <a:pt x="3588503" y="1035197"/>
                  </a:lnTo>
                  <a:lnTo>
                    <a:pt x="3588596" y="1035197"/>
                  </a:lnTo>
                  <a:lnTo>
                    <a:pt x="3588690" y="1035197"/>
                  </a:lnTo>
                  <a:lnTo>
                    <a:pt x="3588783" y="1035197"/>
                  </a:lnTo>
                  <a:lnTo>
                    <a:pt x="3588876" y="1035197"/>
                  </a:lnTo>
                  <a:lnTo>
                    <a:pt x="3588969" y="1035197"/>
                  </a:lnTo>
                  <a:lnTo>
                    <a:pt x="3589063" y="1035197"/>
                  </a:lnTo>
                  <a:lnTo>
                    <a:pt x="3589156" y="1035197"/>
                  </a:lnTo>
                  <a:lnTo>
                    <a:pt x="3589249" y="1035197"/>
                  </a:lnTo>
                  <a:lnTo>
                    <a:pt x="3589342" y="1035197"/>
                  </a:lnTo>
                  <a:lnTo>
                    <a:pt x="3589436" y="1035197"/>
                  </a:lnTo>
                  <a:lnTo>
                    <a:pt x="3589529" y="1035197"/>
                  </a:lnTo>
                  <a:lnTo>
                    <a:pt x="3589622" y="1035197"/>
                  </a:lnTo>
                  <a:lnTo>
                    <a:pt x="3589715" y="1035197"/>
                  </a:lnTo>
                  <a:lnTo>
                    <a:pt x="3589809" y="1035197"/>
                  </a:lnTo>
                  <a:lnTo>
                    <a:pt x="3589902" y="1035197"/>
                  </a:lnTo>
                  <a:lnTo>
                    <a:pt x="3589995" y="1035197"/>
                  </a:lnTo>
                  <a:lnTo>
                    <a:pt x="3590088" y="1035197"/>
                  </a:lnTo>
                  <a:lnTo>
                    <a:pt x="3590182" y="1035197"/>
                  </a:lnTo>
                  <a:lnTo>
                    <a:pt x="3590275" y="1035197"/>
                  </a:lnTo>
                  <a:lnTo>
                    <a:pt x="3590368" y="1035197"/>
                  </a:lnTo>
                  <a:lnTo>
                    <a:pt x="3590461" y="1035197"/>
                  </a:lnTo>
                  <a:lnTo>
                    <a:pt x="3590555" y="1035197"/>
                  </a:lnTo>
                  <a:lnTo>
                    <a:pt x="3590648" y="1035197"/>
                  </a:lnTo>
                  <a:lnTo>
                    <a:pt x="3590741" y="1035197"/>
                  </a:lnTo>
                  <a:lnTo>
                    <a:pt x="3590834" y="1035197"/>
                  </a:lnTo>
                  <a:lnTo>
                    <a:pt x="3590928" y="1035197"/>
                  </a:lnTo>
                  <a:lnTo>
                    <a:pt x="3591021" y="1035197"/>
                  </a:lnTo>
                  <a:lnTo>
                    <a:pt x="3591114" y="1035197"/>
                  </a:lnTo>
                  <a:lnTo>
                    <a:pt x="3591207" y="1035197"/>
                  </a:lnTo>
                  <a:lnTo>
                    <a:pt x="3591301" y="1035197"/>
                  </a:lnTo>
                  <a:lnTo>
                    <a:pt x="3591394" y="1035197"/>
                  </a:lnTo>
                  <a:lnTo>
                    <a:pt x="3591487" y="1035197"/>
                  </a:lnTo>
                  <a:lnTo>
                    <a:pt x="3591580" y="1035197"/>
                  </a:lnTo>
                  <a:lnTo>
                    <a:pt x="3591674" y="1035197"/>
                  </a:lnTo>
                  <a:lnTo>
                    <a:pt x="3591767" y="1035197"/>
                  </a:lnTo>
                  <a:lnTo>
                    <a:pt x="3591860" y="1035197"/>
                  </a:lnTo>
                  <a:lnTo>
                    <a:pt x="3591953" y="1035197"/>
                  </a:lnTo>
                  <a:lnTo>
                    <a:pt x="3592047" y="1035197"/>
                  </a:lnTo>
                  <a:lnTo>
                    <a:pt x="3592140" y="1035197"/>
                  </a:lnTo>
                  <a:lnTo>
                    <a:pt x="3592233" y="1035197"/>
                  </a:lnTo>
                  <a:lnTo>
                    <a:pt x="3592326" y="1035197"/>
                  </a:lnTo>
                  <a:lnTo>
                    <a:pt x="3592420" y="1035197"/>
                  </a:lnTo>
                  <a:lnTo>
                    <a:pt x="3592513" y="1035197"/>
                  </a:lnTo>
                  <a:lnTo>
                    <a:pt x="3592606" y="1035197"/>
                  </a:lnTo>
                  <a:lnTo>
                    <a:pt x="3592699" y="1035197"/>
                  </a:lnTo>
                  <a:lnTo>
                    <a:pt x="3592793" y="1035197"/>
                  </a:lnTo>
                  <a:lnTo>
                    <a:pt x="3592886" y="1035197"/>
                  </a:lnTo>
                  <a:lnTo>
                    <a:pt x="3592979" y="1035197"/>
                  </a:lnTo>
                  <a:lnTo>
                    <a:pt x="3592979" y="1025243"/>
                  </a:lnTo>
                  <a:lnTo>
                    <a:pt x="3593072" y="1025243"/>
                  </a:lnTo>
                  <a:lnTo>
                    <a:pt x="3593166" y="1025243"/>
                  </a:lnTo>
                  <a:lnTo>
                    <a:pt x="3593259" y="1025243"/>
                  </a:lnTo>
                  <a:lnTo>
                    <a:pt x="3593352" y="1025243"/>
                  </a:lnTo>
                  <a:lnTo>
                    <a:pt x="3593445" y="1025243"/>
                  </a:lnTo>
                  <a:lnTo>
                    <a:pt x="3593539" y="1025243"/>
                  </a:lnTo>
                  <a:lnTo>
                    <a:pt x="3593632" y="1025243"/>
                  </a:lnTo>
                  <a:lnTo>
                    <a:pt x="3593725" y="1025243"/>
                  </a:lnTo>
                  <a:lnTo>
                    <a:pt x="3593818" y="1025243"/>
                  </a:lnTo>
                  <a:lnTo>
                    <a:pt x="3593911" y="1025243"/>
                  </a:lnTo>
                  <a:lnTo>
                    <a:pt x="3594005" y="1025243"/>
                  </a:lnTo>
                  <a:lnTo>
                    <a:pt x="3594098" y="1025243"/>
                  </a:lnTo>
                  <a:lnTo>
                    <a:pt x="3594191" y="1025243"/>
                  </a:lnTo>
                  <a:lnTo>
                    <a:pt x="3594284" y="1025243"/>
                  </a:lnTo>
                  <a:lnTo>
                    <a:pt x="3594378" y="1025243"/>
                  </a:lnTo>
                  <a:lnTo>
                    <a:pt x="3594471" y="1025243"/>
                  </a:lnTo>
                  <a:lnTo>
                    <a:pt x="3594564" y="1025243"/>
                  </a:lnTo>
                  <a:lnTo>
                    <a:pt x="3594657" y="1025243"/>
                  </a:lnTo>
                  <a:lnTo>
                    <a:pt x="3594751" y="1025243"/>
                  </a:lnTo>
                  <a:lnTo>
                    <a:pt x="3594844" y="1025243"/>
                  </a:lnTo>
                  <a:lnTo>
                    <a:pt x="3594937" y="1025243"/>
                  </a:lnTo>
                  <a:lnTo>
                    <a:pt x="3595030" y="1025243"/>
                  </a:lnTo>
                  <a:lnTo>
                    <a:pt x="3595124" y="1025243"/>
                  </a:lnTo>
                  <a:lnTo>
                    <a:pt x="3595217" y="1025243"/>
                  </a:lnTo>
                  <a:lnTo>
                    <a:pt x="3595310" y="1025243"/>
                  </a:lnTo>
                  <a:lnTo>
                    <a:pt x="3595403" y="1025243"/>
                  </a:lnTo>
                  <a:lnTo>
                    <a:pt x="3595497" y="1025243"/>
                  </a:lnTo>
                  <a:lnTo>
                    <a:pt x="3595590" y="1025243"/>
                  </a:lnTo>
                  <a:lnTo>
                    <a:pt x="3595683" y="1025243"/>
                  </a:lnTo>
                  <a:lnTo>
                    <a:pt x="3595776" y="1025243"/>
                  </a:lnTo>
                  <a:lnTo>
                    <a:pt x="3595870" y="1025243"/>
                  </a:lnTo>
                  <a:lnTo>
                    <a:pt x="3595963" y="1025243"/>
                  </a:lnTo>
                  <a:lnTo>
                    <a:pt x="3596056" y="1025243"/>
                  </a:lnTo>
                  <a:lnTo>
                    <a:pt x="3596149" y="1025243"/>
                  </a:lnTo>
                  <a:lnTo>
                    <a:pt x="3596243" y="1025243"/>
                  </a:lnTo>
                  <a:lnTo>
                    <a:pt x="3596336" y="1025243"/>
                  </a:lnTo>
                  <a:lnTo>
                    <a:pt x="3596429" y="1025243"/>
                  </a:lnTo>
                  <a:lnTo>
                    <a:pt x="3596522" y="1025243"/>
                  </a:lnTo>
                  <a:lnTo>
                    <a:pt x="3596616" y="1025243"/>
                  </a:lnTo>
                  <a:lnTo>
                    <a:pt x="3596709" y="1025243"/>
                  </a:lnTo>
                  <a:lnTo>
                    <a:pt x="3596802" y="1025243"/>
                  </a:lnTo>
                  <a:lnTo>
                    <a:pt x="3596895" y="1025243"/>
                  </a:lnTo>
                  <a:lnTo>
                    <a:pt x="3596989" y="1025243"/>
                  </a:lnTo>
                  <a:lnTo>
                    <a:pt x="3597082" y="1025243"/>
                  </a:lnTo>
                  <a:lnTo>
                    <a:pt x="3597175" y="1025243"/>
                  </a:lnTo>
                  <a:lnTo>
                    <a:pt x="3597268" y="1025243"/>
                  </a:lnTo>
                  <a:lnTo>
                    <a:pt x="3597362" y="1025243"/>
                  </a:lnTo>
                  <a:lnTo>
                    <a:pt x="3597455" y="1025243"/>
                  </a:lnTo>
                  <a:lnTo>
                    <a:pt x="3597548" y="1025243"/>
                  </a:lnTo>
                  <a:lnTo>
                    <a:pt x="3597641" y="1025243"/>
                  </a:lnTo>
                  <a:lnTo>
                    <a:pt x="3597735" y="1025243"/>
                  </a:lnTo>
                  <a:lnTo>
                    <a:pt x="3597828" y="1025243"/>
                  </a:lnTo>
                  <a:lnTo>
                    <a:pt x="3597921" y="1025243"/>
                  </a:lnTo>
                  <a:lnTo>
                    <a:pt x="3598014" y="1025243"/>
                  </a:lnTo>
                  <a:lnTo>
                    <a:pt x="3598108" y="1025243"/>
                  </a:lnTo>
                  <a:lnTo>
                    <a:pt x="3598201" y="1025243"/>
                  </a:lnTo>
                  <a:lnTo>
                    <a:pt x="3598294" y="1025243"/>
                  </a:lnTo>
                  <a:lnTo>
                    <a:pt x="3598387" y="1025243"/>
                  </a:lnTo>
                  <a:lnTo>
                    <a:pt x="3598481" y="1025243"/>
                  </a:lnTo>
                  <a:lnTo>
                    <a:pt x="3598574" y="1025243"/>
                  </a:lnTo>
                  <a:lnTo>
                    <a:pt x="3598667" y="1025243"/>
                  </a:lnTo>
                  <a:lnTo>
                    <a:pt x="3598760" y="1025243"/>
                  </a:lnTo>
                  <a:lnTo>
                    <a:pt x="3598854" y="1025243"/>
                  </a:lnTo>
                  <a:lnTo>
                    <a:pt x="3598947" y="1025243"/>
                  </a:lnTo>
                  <a:lnTo>
                    <a:pt x="3599040" y="1025243"/>
                  </a:lnTo>
                  <a:lnTo>
                    <a:pt x="3599133" y="1025243"/>
                  </a:lnTo>
                  <a:lnTo>
                    <a:pt x="3599227" y="1025243"/>
                  </a:lnTo>
                  <a:lnTo>
                    <a:pt x="3599320" y="1025243"/>
                  </a:lnTo>
                  <a:lnTo>
                    <a:pt x="3599413" y="1025243"/>
                  </a:lnTo>
                  <a:lnTo>
                    <a:pt x="3599506" y="1025243"/>
                  </a:lnTo>
                  <a:lnTo>
                    <a:pt x="3599600" y="1025243"/>
                  </a:lnTo>
                  <a:lnTo>
                    <a:pt x="3599693" y="1025243"/>
                  </a:lnTo>
                  <a:lnTo>
                    <a:pt x="3599786" y="1025243"/>
                  </a:lnTo>
                  <a:lnTo>
                    <a:pt x="3599879" y="1025243"/>
                  </a:lnTo>
                  <a:lnTo>
                    <a:pt x="3599973" y="1025243"/>
                  </a:lnTo>
                  <a:lnTo>
                    <a:pt x="3600066" y="1025243"/>
                  </a:lnTo>
                  <a:lnTo>
                    <a:pt x="3600159" y="1025243"/>
                  </a:lnTo>
                  <a:lnTo>
                    <a:pt x="3600252" y="1025243"/>
                  </a:lnTo>
                  <a:lnTo>
                    <a:pt x="3600346" y="1025243"/>
                  </a:lnTo>
                  <a:lnTo>
                    <a:pt x="3600439" y="1025243"/>
                  </a:lnTo>
                  <a:lnTo>
                    <a:pt x="3600532" y="1025243"/>
                  </a:lnTo>
                  <a:lnTo>
                    <a:pt x="3600625" y="1025243"/>
                  </a:lnTo>
                  <a:lnTo>
                    <a:pt x="3600718" y="1025243"/>
                  </a:lnTo>
                  <a:lnTo>
                    <a:pt x="3600812" y="1025243"/>
                  </a:lnTo>
                  <a:lnTo>
                    <a:pt x="3600905" y="1025243"/>
                  </a:lnTo>
                  <a:lnTo>
                    <a:pt x="3600998" y="1025243"/>
                  </a:lnTo>
                  <a:lnTo>
                    <a:pt x="3601091" y="1025243"/>
                  </a:lnTo>
                  <a:lnTo>
                    <a:pt x="3601185" y="1025243"/>
                  </a:lnTo>
                  <a:lnTo>
                    <a:pt x="3601278" y="1025243"/>
                  </a:lnTo>
                  <a:lnTo>
                    <a:pt x="3601371" y="1025243"/>
                  </a:lnTo>
                  <a:lnTo>
                    <a:pt x="3601464" y="1025243"/>
                  </a:lnTo>
                  <a:lnTo>
                    <a:pt x="3601558" y="1025243"/>
                  </a:lnTo>
                  <a:lnTo>
                    <a:pt x="3601651" y="1025243"/>
                  </a:lnTo>
                  <a:lnTo>
                    <a:pt x="3601744" y="1025243"/>
                  </a:lnTo>
                  <a:lnTo>
                    <a:pt x="3601837" y="1025243"/>
                  </a:lnTo>
                  <a:lnTo>
                    <a:pt x="3601931" y="1025243"/>
                  </a:lnTo>
                  <a:lnTo>
                    <a:pt x="3602024" y="1025243"/>
                  </a:lnTo>
                  <a:lnTo>
                    <a:pt x="3602117" y="1025243"/>
                  </a:lnTo>
                  <a:lnTo>
                    <a:pt x="3602210" y="1025243"/>
                  </a:lnTo>
                  <a:lnTo>
                    <a:pt x="3602304" y="1025243"/>
                  </a:lnTo>
                  <a:lnTo>
                    <a:pt x="3602397" y="1025243"/>
                  </a:lnTo>
                  <a:lnTo>
                    <a:pt x="3602490" y="1025243"/>
                  </a:lnTo>
                  <a:lnTo>
                    <a:pt x="3602583" y="1025243"/>
                  </a:lnTo>
                  <a:lnTo>
                    <a:pt x="3602677" y="1025243"/>
                  </a:lnTo>
                  <a:lnTo>
                    <a:pt x="3602770" y="1025243"/>
                  </a:lnTo>
                  <a:lnTo>
                    <a:pt x="3602863" y="1025243"/>
                  </a:lnTo>
                  <a:lnTo>
                    <a:pt x="3602956" y="1025243"/>
                  </a:lnTo>
                  <a:lnTo>
                    <a:pt x="3603050" y="1025243"/>
                  </a:lnTo>
                  <a:lnTo>
                    <a:pt x="3603143" y="1025243"/>
                  </a:lnTo>
                  <a:lnTo>
                    <a:pt x="3603236" y="1025243"/>
                  </a:lnTo>
                  <a:lnTo>
                    <a:pt x="3603329" y="1025243"/>
                  </a:lnTo>
                  <a:lnTo>
                    <a:pt x="3603423" y="1025243"/>
                  </a:lnTo>
                  <a:lnTo>
                    <a:pt x="3603516" y="1025243"/>
                  </a:lnTo>
                  <a:lnTo>
                    <a:pt x="3603609" y="1025243"/>
                  </a:lnTo>
                  <a:lnTo>
                    <a:pt x="3603702" y="1025243"/>
                  </a:lnTo>
                  <a:lnTo>
                    <a:pt x="3603796" y="1025243"/>
                  </a:lnTo>
                  <a:lnTo>
                    <a:pt x="3603889" y="1025243"/>
                  </a:lnTo>
                  <a:lnTo>
                    <a:pt x="3603982" y="1025243"/>
                  </a:lnTo>
                  <a:lnTo>
                    <a:pt x="3604075" y="1025243"/>
                  </a:lnTo>
                  <a:lnTo>
                    <a:pt x="3604169" y="1025243"/>
                  </a:lnTo>
                  <a:lnTo>
                    <a:pt x="3604262" y="1025243"/>
                  </a:lnTo>
                  <a:lnTo>
                    <a:pt x="3604355" y="1025243"/>
                  </a:lnTo>
                  <a:lnTo>
                    <a:pt x="3604448" y="1025243"/>
                  </a:lnTo>
                  <a:lnTo>
                    <a:pt x="3604542" y="1025243"/>
                  </a:lnTo>
                  <a:lnTo>
                    <a:pt x="3604635" y="1025243"/>
                  </a:lnTo>
                  <a:lnTo>
                    <a:pt x="3604728" y="1025243"/>
                  </a:lnTo>
                  <a:lnTo>
                    <a:pt x="3604821" y="1025243"/>
                  </a:lnTo>
                  <a:lnTo>
                    <a:pt x="3604915" y="1025243"/>
                  </a:lnTo>
                  <a:lnTo>
                    <a:pt x="3605008" y="1025243"/>
                  </a:lnTo>
                  <a:lnTo>
                    <a:pt x="3605101" y="1025243"/>
                  </a:lnTo>
                  <a:lnTo>
                    <a:pt x="3605194" y="1025243"/>
                  </a:lnTo>
                  <a:lnTo>
                    <a:pt x="3605288" y="1025243"/>
                  </a:lnTo>
                  <a:lnTo>
                    <a:pt x="3605381" y="1025243"/>
                  </a:lnTo>
                  <a:lnTo>
                    <a:pt x="3605474" y="1025243"/>
                  </a:lnTo>
                  <a:lnTo>
                    <a:pt x="3605567" y="1025243"/>
                  </a:lnTo>
                  <a:lnTo>
                    <a:pt x="3605661" y="1025243"/>
                  </a:lnTo>
                  <a:lnTo>
                    <a:pt x="3605754" y="1025243"/>
                  </a:lnTo>
                  <a:lnTo>
                    <a:pt x="3605847" y="1025243"/>
                  </a:lnTo>
                  <a:lnTo>
                    <a:pt x="3605940" y="1025243"/>
                  </a:lnTo>
                  <a:lnTo>
                    <a:pt x="3606034" y="1025243"/>
                  </a:lnTo>
                  <a:lnTo>
                    <a:pt x="3606127" y="1025243"/>
                  </a:lnTo>
                  <a:lnTo>
                    <a:pt x="3606220" y="1025243"/>
                  </a:lnTo>
                  <a:lnTo>
                    <a:pt x="3606313" y="1025243"/>
                  </a:lnTo>
                  <a:lnTo>
                    <a:pt x="3606407" y="1025243"/>
                  </a:lnTo>
                  <a:lnTo>
                    <a:pt x="3606500" y="1025243"/>
                  </a:lnTo>
                  <a:lnTo>
                    <a:pt x="3606593" y="1025243"/>
                  </a:lnTo>
                  <a:lnTo>
                    <a:pt x="3606686" y="1025243"/>
                  </a:lnTo>
                  <a:lnTo>
                    <a:pt x="3606780" y="1025243"/>
                  </a:lnTo>
                  <a:lnTo>
                    <a:pt x="3606873" y="1025243"/>
                  </a:lnTo>
                  <a:lnTo>
                    <a:pt x="3606966" y="1025243"/>
                  </a:lnTo>
                  <a:lnTo>
                    <a:pt x="3607059" y="1025243"/>
                  </a:lnTo>
                  <a:lnTo>
                    <a:pt x="3607153" y="1025243"/>
                  </a:lnTo>
                  <a:lnTo>
                    <a:pt x="3607246" y="1025243"/>
                  </a:lnTo>
                  <a:lnTo>
                    <a:pt x="3607339" y="1025243"/>
                  </a:lnTo>
                  <a:lnTo>
                    <a:pt x="3607432" y="1025243"/>
                  </a:lnTo>
                  <a:lnTo>
                    <a:pt x="3607526" y="1025243"/>
                  </a:lnTo>
                  <a:lnTo>
                    <a:pt x="3607619" y="1025243"/>
                  </a:lnTo>
                  <a:lnTo>
                    <a:pt x="3607712" y="1025243"/>
                  </a:lnTo>
                  <a:lnTo>
                    <a:pt x="3607805" y="1025243"/>
                  </a:lnTo>
                  <a:lnTo>
                    <a:pt x="3607898" y="1025243"/>
                  </a:lnTo>
                  <a:lnTo>
                    <a:pt x="3607992" y="1025243"/>
                  </a:lnTo>
                  <a:lnTo>
                    <a:pt x="3608085" y="1025243"/>
                  </a:lnTo>
                  <a:lnTo>
                    <a:pt x="3608178" y="1025243"/>
                  </a:lnTo>
                  <a:lnTo>
                    <a:pt x="3608271" y="1025243"/>
                  </a:lnTo>
                  <a:lnTo>
                    <a:pt x="3608365" y="1025243"/>
                  </a:lnTo>
                  <a:lnTo>
                    <a:pt x="3608458" y="1025243"/>
                  </a:lnTo>
                  <a:lnTo>
                    <a:pt x="3608551" y="1025243"/>
                  </a:lnTo>
                  <a:lnTo>
                    <a:pt x="3608644" y="1025243"/>
                  </a:lnTo>
                  <a:lnTo>
                    <a:pt x="3608738" y="1025243"/>
                  </a:lnTo>
                  <a:lnTo>
                    <a:pt x="3608831" y="1025243"/>
                  </a:lnTo>
                  <a:lnTo>
                    <a:pt x="3608924" y="1025243"/>
                  </a:lnTo>
                  <a:lnTo>
                    <a:pt x="3609017" y="1025243"/>
                  </a:lnTo>
                  <a:lnTo>
                    <a:pt x="3609111" y="1025243"/>
                  </a:lnTo>
                  <a:lnTo>
                    <a:pt x="3609204" y="1025243"/>
                  </a:lnTo>
                  <a:lnTo>
                    <a:pt x="3609297" y="1025243"/>
                  </a:lnTo>
                  <a:lnTo>
                    <a:pt x="3609390" y="1025243"/>
                  </a:lnTo>
                  <a:lnTo>
                    <a:pt x="3609484" y="1025243"/>
                  </a:lnTo>
                  <a:lnTo>
                    <a:pt x="3609577" y="1025243"/>
                  </a:lnTo>
                  <a:lnTo>
                    <a:pt x="3609670" y="1025243"/>
                  </a:lnTo>
                  <a:lnTo>
                    <a:pt x="3609763" y="1025243"/>
                  </a:lnTo>
                  <a:lnTo>
                    <a:pt x="3609857" y="1025243"/>
                  </a:lnTo>
                  <a:lnTo>
                    <a:pt x="3609950" y="1025243"/>
                  </a:lnTo>
                  <a:lnTo>
                    <a:pt x="3610043" y="1025243"/>
                  </a:lnTo>
                  <a:lnTo>
                    <a:pt x="3610136" y="1025243"/>
                  </a:lnTo>
                  <a:lnTo>
                    <a:pt x="3610230" y="1025243"/>
                  </a:lnTo>
                  <a:lnTo>
                    <a:pt x="3610323" y="1025243"/>
                  </a:lnTo>
                  <a:lnTo>
                    <a:pt x="3610416" y="1025243"/>
                  </a:lnTo>
                  <a:lnTo>
                    <a:pt x="3610509" y="1025243"/>
                  </a:lnTo>
                  <a:lnTo>
                    <a:pt x="3610603" y="1025243"/>
                  </a:lnTo>
                  <a:lnTo>
                    <a:pt x="3610696" y="1025243"/>
                  </a:lnTo>
                  <a:lnTo>
                    <a:pt x="3610789" y="1025243"/>
                  </a:lnTo>
                  <a:lnTo>
                    <a:pt x="3610789" y="1015289"/>
                  </a:lnTo>
                  <a:lnTo>
                    <a:pt x="3610882" y="1015289"/>
                  </a:lnTo>
                  <a:lnTo>
                    <a:pt x="3610976" y="1015289"/>
                  </a:lnTo>
                  <a:lnTo>
                    <a:pt x="3611069" y="1015289"/>
                  </a:lnTo>
                  <a:lnTo>
                    <a:pt x="3611162" y="1015289"/>
                  </a:lnTo>
                  <a:lnTo>
                    <a:pt x="3611255" y="1015289"/>
                  </a:lnTo>
                  <a:lnTo>
                    <a:pt x="3611349" y="1015289"/>
                  </a:lnTo>
                  <a:lnTo>
                    <a:pt x="3611442" y="1015289"/>
                  </a:lnTo>
                  <a:lnTo>
                    <a:pt x="3611535" y="1015289"/>
                  </a:lnTo>
                  <a:lnTo>
                    <a:pt x="3611628" y="1015289"/>
                  </a:lnTo>
                  <a:lnTo>
                    <a:pt x="3611722" y="1015289"/>
                  </a:lnTo>
                  <a:lnTo>
                    <a:pt x="3611815" y="1015289"/>
                  </a:lnTo>
                  <a:lnTo>
                    <a:pt x="3611908" y="1015289"/>
                  </a:lnTo>
                  <a:lnTo>
                    <a:pt x="3612001" y="1015289"/>
                  </a:lnTo>
                  <a:lnTo>
                    <a:pt x="3612095" y="1015289"/>
                  </a:lnTo>
                  <a:lnTo>
                    <a:pt x="3612188" y="1015289"/>
                  </a:lnTo>
                  <a:lnTo>
                    <a:pt x="3612281" y="1015289"/>
                  </a:lnTo>
                  <a:lnTo>
                    <a:pt x="3612374" y="1015289"/>
                  </a:lnTo>
                  <a:lnTo>
                    <a:pt x="3612468" y="1015289"/>
                  </a:lnTo>
                  <a:lnTo>
                    <a:pt x="3612561" y="1015289"/>
                  </a:lnTo>
                  <a:lnTo>
                    <a:pt x="3612654" y="1015289"/>
                  </a:lnTo>
                  <a:lnTo>
                    <a:pt x="3612747" y="1015289"/>
                  </a:lnTo>
                  <a:lnTo>
                    <a:pt x="3612841" y="1015289"/>
                  </a:lnTo>
                  <a:lnTo>
                    <a:pt x="3612934" y="1015289"/>
                  </a:lnTo>
                  <a:lnTo>
                    <a:pt x="3613027" y="1015289"/>
                  </a:lnTo>
                  <a:lnTo>
                    <a:pt x="3613120" y="1015289"/>
                  </a:lnTo>
                  <a:lnTo>
                    <a:pt x="3613214" y="1015289"/>
                  </a:lnTo>
                  <a:lnTo>
                    <a:pt x="3613307" y="1015289"/>
                  </a:lnTo>
                  <a:lnTo>
                    <a:pt x="3613400" y="1015289"/>
                  </a:lnTo>
                  <a:lnTo>
                    <a:pt x="3613493" y="1015289"/>
                  </a:lnTo>
                  <a:lnTo>
                    <a:pt x="3613587" y="1015289"/>
                  </a:lnTo>
                  <a:lnTo>
                    <a:pt x="3613680" y="1015289"/>
                  </a:lnTo>
                  <a:lnTo>
                    <a:pt x="3613773" y="1015289"/>
                  </a:lnTo>
                  <a:lnTo>
                    <a:pt x="3613866" y="1015289"/>
                  </a:lnTo>
                  <a:lnTo>
                    <a:pt x="3613960" y="1015289"/>
                  </a:lnTo>
                  <a:lnTo>
                    <a:pt x="3614053" y="1015289"/>
                  </a:lnTo>
                  <a:lnTo>
                    <a:pt x="3614146" y="1015289"/>
                  </a:lnTo>
                  <a:lnTo>
                    <a:pt x="3614239" y="1015289"/>
                  </a:lnTo>
                  <a:lnTo>
                    <a:pt x="3614333" y="1015289"/>
                  </a:lnTo>
                  <a:lnTo>
                    <a:pt x="3614426" y="1015289"/>
                  </a:lnTo>
                  <a:lnTo>
                    <a:pt x="3614519" y="1015289"/>
                  </a:lnTo>
                  <a:lnTo>
                    <a:pt x="3614612" y="1015289"/>
                  </a:lnTo>
                  <a:lnTo>
                    <a:pt x="3614705" y="1015289"/>
                  </a:lnTo>
                  <a:lnTo>
                    <a:pt x="3614799" y="1015289"/>
                  </a:lnTo>
                  <a:lnTo>
                    <a:pt x="3614892" y="1015289"/>
                  </a:lnTo>
                  <a:lnTo>
                    <a:pt x="3614985" y="1015289"/>
                  </a:lnTo>
                  <a:lnTo>
                    <a:pt x="3615078" y="1015289"/>
                  </a:lnTo>
                  <a:lnTo>
                    <a:pt x="3615172" y="1015289"/>
                  </a:lnTo>
                  <a:lnTo>
                    <a:pt x="3615265" y="1015289"/>
                  </a:lnTo>
                  <a:lnTo>
                    <a:pt x="3615358" y="1015289"/>
                  </a:lnTo>
                  <a:lnTo>
                    <a:pt x="3615451" y="1015289"/>
                  </a:lnTo>
                  <a:lnTo>
                    <a:pt x="3615545" y="1015289"/>
                  </a:lnTo>
                  <a:lnTo>
                    <a:pt x="3615638" y="1015289"/>
                  </a:lnTo>
                  <a:lnTo>
                    <a:pt x="3615731" y="1015289"/>
                  </a:lnTo>
                  <a:lnTo>
                    <a:pt x="3615824" y="1015289"/>
                  </a:lnTo>
                  <a:lnTo>
                    <a:pt x="3615918" y="1015289"/>
                  </a:lnTo>
                  <a:lnTo>
                    <a:pt x="3616011" y="1015289"/>
                  </a:lnTo>
                  <a:lnTo>
                    <a:pt x="3616104" y="1015289"/>
                  </a:lnTo>
                  <a:lnTo>
                    <a:pt x="3616197" y="1015289"/>
                  </a:lnTo>
                  <a:lnTo>
                    <a:pt x="3616291" y="1015289"/>
                  </a:lnTo>
                  <a:lnTo>
                    <a:pt x="3616384" y="1015289"/>
                  </a:lnTo>
                  <a:lnTo>
                    <a:pt x="3616477" y="1015289"/>
                  </a:lnTo>
                  <a:lnTo>
                    <a:pt x="3616570" y="1015289"/>
                  </a:lnTo>
                  <a:lnTo>
                    <a:pt x="3616664" y="1015289"/>
                  </a:lnTo>
                  <a:lnTo>
                    <a:pt x="3616757" y="1015289"/>
                  </a:lnTo>
                  <a:lnTo>
                    <a:pt x="3616850" y="1015289"/>
                  </a:lnTo>
                  <a:lnTo>
                    <a:pt x="3616943" y="1015289"/>
                  </a:lnTo>
                  <a:lnTo>
                    <a:pt x="3617037" y="1015289"/>
                  </a:lnTo>
                  <a:lnTo>
                    <a:pt x="3617130" y="1015289"/>
                  </a:lnTo>
                  <a:lnTo>
                    <a:pt x="3617223" y="1015289"/>
                  </a:lnTo>
                  <a:lnTo>
                    <a:pt x="3617316" y="1015289"/>
                  </a:lnTo>
                  <a:lnTo>
                    <a:pt x="3617410" y="1015289"/>
                  </a:lnTo>
                  <a:lnTo>
                    <a:pt x="3617503" y="1015289"/>
                  </a:lnTo>
                  <a:lnTo>
                    <a:pt x="3617596" y="1015289"/>
                  </a:lnTo>
                  <a:lnTo>
                    <a:pt x="3617689" y="1015289"/>
                  </a:lnTo>
                  <a:lnTo>
                    <a:pt x="3617783" y="1015289"/>
                  </a:lnTo>
                  <a:lnTo>
                    <a:pt x="3617876" y="1015289"/>
                  </a:lnTo>
                  <a:lnTo>
                    <a:pt x="3617969" y="1015289"/>
                  </a:lnTo>
                  <a:lnTo>
                    <a:pt x="3618062" y="1015289"/>
                  </a:lnTo>
                  <a:lnTo>
                    <a:pt x="3618156" y="1015289"/>
                  </a:lnTo>
                  <a:lnTo>
                    <a:pt x="3618249" y="1015289"/>
                  </a:lnTo>
                  <a:lnTo>
                    <a:pt x="3618342" y="1015289"/>
                  </a:lnTo>
                  <a:lnTo>
                    <a:pt x="3618435" y="1015289"/>
                  </a:lnTo>
                  <a:lnTo>
                    <a:pt x="3618529" y="1015289"/>
                  </a:lnTo>
                  <a:lnTo>
                    <a:pt x="3618622" y="1015289"/>
                  </a:lnTo>
                  <a:lnTo>
                    <a:pt x="3618715" y="1015289"/>
                  </a:lnTo>
                  <a:lnTo>
                    <a:pt x="3618808" y="1015289"/>
                  </a:lnTo>
                  <a:lnTo>
                    <a:pt x="3618902" y="1015289"/>
                  </a:lnTo>
                  <a:lnTo>
                    <a:pt x="3618995" y="1015289"/>
                  </a:lnTo>
                  <a:lnTo>
                    <a:pt x="3619088" y="1015289"/>
                  </a:lnTo>
                  <a:lnTo>
                    <a:pt x="3619181" y="1015289"/>
                  </a:lnTo>
                  <a:lnTo>
                    <a:pt x="3619275" y="1015289"/>
                  </a:lnTo>
                  <a:lnTo>
                    <a:pt x="3619368" y="1015289"/>
                  </a:lnTo>
                  <a:lnTo>
                    <a:pt x="3619461" y="1015289"/>
                  </a:lnTo>
                  <a:lnTo>
                    <a:pt x="3619554" y="1015289"/>
                  </a:lnTo>
                  <a:lnTo>
                    <a:pt x="3619648" y="1015289"/>
                  </a:lnTo>
                  <a:lnTo>
                    <a:pt x="3619741" y="1015289"/>
                  </a:lnTo>
                  <a:lnTo>
                    <a:pt x="3619834" y="1015289"/>
                  </a:lnTo>
                  <a:lnTo>
                    <a:pt x="3619927" y="1015289"/>
                  </a:lnTo>
                  <a:lnTo>
                    <a:pt x="3620021" y="1015289"/>
                  </a:lnTo>
                  <a:lnTo>
                    <a:pt x="3620114" y="1015289"/>
                  </a:lnTo>
                  <a:lnTo>
                    <a:pt x="3620207" y="1015289"/>
                  </a:lnTo>
                  <a:lnTo>
                    <a:pt x="3620300" y="1015289"/>
                  </a:lnTo>
                  <a:lnTo>
                    <a:pt x="3620394" y="1015289"/>
                  </a:lnTo>
                  <a:lnTo>
                    <a:pt x="3620487" y="1015289"/>
                  </a:lnTo>
                  <a:lnTo>
                    <a:pt x="3620580" y="1015289"/>
                  </a:lnTo>
                  <a:lnTo>
                    <a:pt x="3620673" y="1015289"/>
                  </a:lnTo>
                  <a:lnTo>
                    <a:pt x="3620767" y="1015289"/>
                  </a:lnTo>
                  <a:lnTo>
                    <a:pt x="3620860" y="1015289"/>
                  </a:lnTo>
                  <a:lnTo>
                    <a:pt x="3620953" y="1015289"/>
                  </a:lnTo>
                  <a:lnTo>
                    <a:pt x="3621046" y="1015289"/>
                  </a:lnTo>
                  <a:lnTo>
                    <a:pt x="3621140" y="1015289"/>
                  </a:lnTo>
                  <a:lnTo>
                    <a:pt x="3621233" y="1015289"/>
                  </a:lnTo>
                  <a:lnTo>
                    <a:pt x="3621326" y="1015289"/>
                  </a:lnTo>
                  <a:lnTo>
                    <a:pt x="3621419" y="1015289"/>
                  </a:lnTo>
                  <a:lnTo>
                    <a:pt x="3621513" y="1015289"/>
                  </a:lnTo>
                  <a:lnTo>
                    <a:pt x="3621606" y="1015289"/>
                  </a:lnTo>
                  <a:lnTo>
                    <a:pt x="3621699" y="1015289"/>
                  </a:lnTo>
                  <a:lnTo>
                    <a:pt x="3621792" y="1015289"/>
                  </a:lnTo>
                  <a:lnTo>
                    <a:pt x="3621885" y="1015289"/>
                  </a:lnTo>
                  <a:lnTo>
                    <a:pt x="3621979" y="1015289"/>
                  </a:lnTo>
                  <a:lnTo>
                    <a:pt x="3622072" y="1015289"/>
                  </a:lnTo>
                  <a:lnTo>
                    <a:pt x="3622165" y="1015289"/>
                  </a:lnTo>
                  <a:lnTo>
                    <a:pt x="3622258" y="1015289"/>
                  </a:lnTo>
                  <a:lnTo>
                    <a:pt x="3622352" y="1015289"/>
                  </a:lnTo>
                  <a:lnTo>
                    <a:pt x="3622445" y="1015289"/>
                  </a:lnTo>
                  <a:lnTo>
                    <a:pt x="3622538" y="1015289"/>
                  </a:lnTo>
                  <a:lnTo>
                    <a:pt x="3622631" y="1015289"/>
                  </a:lnTo>
                  <a:lnTo>
                    <a:pt x="3622725" y="1015289"/>
                  </a:lnTo>
                  <a:lnTo>
                    <a:pt x="3622818" y="1015289"/>
                  </a:lnTo>
                  <a:lnTo>
                    <a:pt x="3622911" y="1015289"/>
                  </a:lnTo>
                  <a:lnTo>
                    <a:pt x="3623004" y="1015289"/>
                  </a:lnTo>
                  <a:lnTo>
                    <a:pt x="3623098" y="1015289"/>
                  </a:lnTo>
                  <a:lnTo>
                    <a:pt x="3623191" y="1015289"/>
                  </a:lnTo>
                  <a:lnTo>
                    <a:pt x="3623284" y="1015289"/>
                  </a:lnTo>
                  <a:lnTo>
                    <a:pt x="3623377" y="1015289"/>
                  </a:lnTo>
                  <a:lnTo>
                    <a:pt x="3623471" y="1015289"/>
                  </a:lnTo>
                  <a:lnTo>
                    <a:pt x="3623564" y="1015289"/>
                  </a:lnTo>
                  <a:lnTo>
                    <a:pt x="3623657" y="1015289"/>
                  </a:lnTo>
                  <a:lnTo>
                    <a:pt x="3623750" y="1015289"/>
                  </a:lnTo>
                  <a:lnTo>
                    <a:pt x="3623844" y="1015289"/>
                  </a:lnTo>
                  <a:lnTo>
                    <a:pt x="3623937" y="1015289"/>
                  </a:lnTo>
                  <a:lnTo>
                    <a:pt x="3624030" y="1015289"/>
                  </a:lnTo>
                  <a:lnTo>
                    <a:pt x="3624123" y="1015289"/>
                  </a:lnTo>
                  <a:lnTo>
                    <a:pt x="3624217" y="1015289"/>
                  </a:lnTo>
                  <a:lnTo>
                    <a:pt x="3624310" y="1015289"/>
                  </a:lnTo>
                  <a:lnTo>
                    <a:pt x="3624403" y="1015289"/>
                  </a:lnTo>
                  <a:lnTo>
                    <a:pt x="3624496" y="1015289"/>
                  </a:lnTo>
                  <a:lnTo>
                    <a:pt x="3624590" y="1015289"/>
                  </a:lnTo>
                  <a:lnTo>
                    <a:pt x="3624683" y="1015289"/>
                  </a:lnTo>
                  <a:lnTo>
                    <a:pt x="3624776" y="1015289"/>
                  </a:lnTo>
                  <a:lnTo>
                    <a:pt x="3624869" y="1015289"/>
                  </a:lnTo>
                  <a:lnTo>
                    <a:pt x="3624963" y="1015289"/>
                  </a:lnTo>
                  <a:lnTo>
                    <a:pt x="3625056" y="1015289"/>
                  </a:lnTo>
                  <a:lnTo>
                    <a:pt x="3625149" y="1015289"/>
                  </a:lnTo>
                  <a:lnTo>
                    <a:pt x="3625242" y="1015289"/>
                  </a:lnTo>
                  <a:lnTo>
                    <a:pt x="3625336" y="1015289"/>
                  </a:lnTo>
                  <a:lnTo>
                    <a:pt x="3625429" y="1015289"/>
                  </a:lnTo>
                  <a:lnTo>
                    <a:pt x="3625522" y="1015289"/>
                  </a:lnTo>
                  <a:lnTo>
                    <a:pt x="3625615" y="1015289"/>
                  </a:lnTo>
                  <a:lnTo>
                    <a:pt x="3625709" y="1015289"/>
                  </a:lnTo>
                  <a:lnTo>
                    <a:pt x="3625802" y="1015289"/>
                  </a:lnTo>
                  <a:lnTo>
                    <a:pt x="3625895" y="1015289"/>
                  </a:lnTo>
                  <a:lnTo>
                    <a:pt x="3625988" y="1015289"/>
                  </a:lnTo>
                  <a:lnTo>
                    <a:pt x="3626082" y="1015289"/>
                  </a:lnTo>
                  <a:lnTo>
                    <a:pt x="3626175" y="1015289"/>
                  </a:lnTo>
                  <a:lnTo>
                    <a:pt x="3626268" y="1015289"/>
                  </a:lnTo>
                  <a:lnTo>
                    <a:pt x="3626361" y="1015289"/>
                  </a:lnTo>
                  <a:lnTo>
                    <a:pt x="3626455" y="1015289"/>
                  </a:lnTo>
                  <a:lnTo>
                    <a:pt x="3626548" y="1015289"/>
                  </a:lnTo>
                  <a:lnTo>
                    <a:pt x="3626641" y="1015289"/>
                  </a:lnTo>
                  <a:lnTo>
                    <a:pt x="3626734" y="1015289"/>
                  </a:lnTo>
                  <a:lnTo>
                    <a:pt x="3626828" y="1015289"/>
                  </a:lnTo>
                  <a:lnTo>
                    <a:pt x="3626921" y="1015289"/>
                  </a:lnTo>
                  <a:lnTo>
                    <a:pt x="3627014" y="1015289"/>
                  </a:lnTo>
                  <a:lnTo>
                    <a:pt x="3627107" y="1015289"/>
                  </a:lnTo>
                  <a:lnTo>
                    <a:pt x="3627201" y="1015289"/>
                  </a:lnTo>
                  <a:lnTo>
                    <a:pt x="3627294" y="1015289"/>
                  </a:lnTo>
                  <a:lnTo>
                    <a:pt x="3627387" y="1015289"/>
                  </a:lnTo>
                  <a:lnTo>
                    <a:pt x="3627480" y="1015289"/>
                  </a:lnTo>
                  <a:lnTo>
                    <a:pt x="3627574" y="1015289"/>
                  </a:lnTo>
                  <a:lnTo>
                    <a:pt x="3627667" y="1015289"/>
                  </a:lnTo>
                  <a:lnTo>
                    <a:pt x="3627760" y="1015289"/>
                  </a:lnTo>
                  <a:lnTo>
                    <a:pt x="3627853" y="1015289"/>
                  </a:lnTo>
                  <a:lnTo>
                    <a:pt x="3627947" y="1015289"/>
                  </a:lnTo>
                  <a:lnTo>
                    <a:pt x="3628040" y="1015289"/>
                  </a:lnTo>
                  <a:lnTo>
                    <a:pt x="3628133" y="1015289"/>
                  </a:lnTo>
                  <a:lnTo>
                    <a:pt x="3628226" y="1015289"/>
                  </a:lnTo>
                  <a:lnTo>
                    <a:pt x="3628320" y="1015289"/>
                  </a:lnTo>
                  <a:lnTo>
                    <a:pt x="3628413" y="1015289"/>
                  </a:lnTo>
                  <a:lnTo>
                    <a:pt x="3628506" y="1015289"/>
                  </a:lnTo>
                  <a:lnTo>
                    <a:pt x="3628599" y="1015289"/>
                  </a:lnTo>
                  <a:lnTo>
                    <a:pt x="3628692" y="1015289"/>
                  </a:lnTo>
                  <a:lnTo>
                    <a:pt x="3628786" y="1015289"/>
                  </a:lnTo>
                  <a:lnTo>
                    <a:pt x="3628879" y="1015289"/>
                  </a:lnTo>
                  <a:lnTo>
                    <a:pt x="3628972" y="1015289"/>
                  </a:lnTo>
                  <a:lnTo>
                    <a:pt x="3629065" y="1015289"/>
                  </a:lnTo>
                  <a:lnTo>
                    <a:pt x="3629159" y="1015289"/>
                  </a:lnTo>
                  <a:lnTo>
                    <a:pt x="3629252" y="1015289"/>
                  </a:lnTo>
                  <a:lnTo>
                    <a:pt x="3629345" y="1015289"/>
                  </a:lnTo>
                  <a:lnTo>
                    <a:pt x="3629438" y="1015289"/>
                  </a:lnTo>
                  <a:lnTo>
                    <a:pt x="3629532" y="1015289"/>
                  </a:lnTo>
                  <a:lnTo>
                    <a:pt x="3629625" y="1015289"/>
                  </a:lnTo>
                  <a:lnTo>
                    <a:pt x="3629718" y="1015289"/>
                  </a:lnTo>
                  <a:lnTo>
                    <a:pt x="3629811" y="1015289"/>
                  </a:lnTo>
                  <a:lnTo>
                    <a:pt x="3629905" y="1015289"/>
                  </a:lnTo>
                  <a:lnTo>
                    <a:pt x="3629998" y="1015289"/>
                  </a:lnTo>
                  <a:lnTo>
                    <a:pt x="3630091" y="1015289"/>
                  </a:lnTo>
                  <a:lnTo>
                    <a:pt x="3630184" y="1015289"/>
                  </a:lnTo>
                  <a:lnTo>
                    <a:pt x="3630278" y="1015289"/>
                  </a:lnTo>
                  <a:lnTo>
                    <a:pt x="3630371" y="1015289"/>
                  </a:lnTo>
                  <a:lnTo>
                    <a:pt x="3630464" y="1015289"/>
                  </a:lnTo>
                  <a:lnTo>
                    <a:pt x="3630557" y="1015289"/>
                  </a:lnTo>
                  <a:lnTo>
                    <a:pt x="3630651" y="1015289"/>
                  </a:lnTo>
                  <a:lnTo>
                    <a:pt x="3630744" y="1015289"/>
                  </a:lnTo>
                  <a:lnTo>
                    <a:pt x="3630837" y="1015289"/>
                  </a:lnTo>
                  <a:lnTo>
                    <a:pt x="3630930" y="1015289"/>
                  </a:lnTo>
                  <a:lnTo>
                    <a:pt x="3631024" y="1015289"/>
                  </a:lnTo>
                  <a:lnTo>
                    <a:pt x="3631117" y="1015289"/>
                  </a:lnTo>
                  <a:lnTo>
                    <a:pt x="3631210" y="1015289"/>
                  </a:lnTo>
                  <a:lnTo>
                    <a:pt x="3631303" y="1015289"/>
                  </a:lnTo>
                  <a:lnTo>
                    <a:pt x="3631397" y="1015289"/>
                  </a:lnTo>
                  <a:lnTo>
                    <a:pt x="3631490" y="1015289"/>
                  </a:lnTo>
                  <a:lnTo>
                    <a:pt x="3631583" y="1015289"/>
                  </a:lnTo>
                  <a:lnTo>
                    <a:pt x="3631676" y="1015289"/>
                  </a:lnTo>
                  <a:lnTo>
                    <a:pt x="3631770" y="1015289"/>
                  </a:lnTo>
                  <a:lnTo>
                    <a:pt x="3631863" y="1015289"/>
                  </a:lnTo>
                  <a:lnTo>
                    <a:pt x="3631956" y="1015289"/>
                  </a:lnTo>
                  <a:lnTo>
                    <a:pt x="3632049" y="1015289"/>
                  </a:lnTo>
                  <a:lnTo>
                    <a:pt x="3632143" y="1015289"/>
                  </a:lnTo>
                  <a:lnTo>
                    <a:pt x="3632236" y="1015289"/>
                  </a:lnTo>
                  <a:lnTo>
                    <a:pt x="3632329" y="1015289"/>
                  </a:lnTo>
                  <a:lnTo>
                    <a:pt x="3632422" y="1015289"/>
                  </a:lnTo>
                  <a:lnTo>
                    <a:pt x="3632516" y="1015289"/>
                  </a:lnTo>
                  <a:lnTo>
                    <a:pt x="3632609" y="1015289"/>
                  </a:lnTo>
                  <a:lnTo>
                    <a:pt x="3632702" y="1015289"/>
                  </a:lnTo>
                  <a:lnTo>
                    <a:pt x="3632795" y="1015289"/>
                  </a:lnTo>
                  <a:lnTo>
                    <a:pt x="3632889" y="1015289"/>
                  </a:lnTo>
                  <a:lnTo>
                    <a:pt x="3632982" y="1015289"/>
                  </a:lnTo>
                  <a:lnTo>
                    <a:pt x="3633075" y="1015289"/>
                  </a:lnTo>
                  <a:lnTo>
                    <a:pt x="3633168" y="1015289"/>
                  </a:lnTo>
                  <a:lnTo>
                    <a:pt x="3633262" y="1015289"/>
                  </a:lnTo>
                  <a:lnTo>
                    <a:pt x="3633355" y="1015289"/>
                  </a:lnTo>
                  <a:lnTo>
                    <a:pt x="3633448" y="1015289"/>
                  </a:lnTo>
                  <a:lnTo>
                    <a:pt x="3633541" y="1015289"/>
                  </a:lnTo>
                  <a:lnTo>
                    <a:pt x="3633635" y="1015289"/>
                  </a:lnTo>
                  <a:lnTo>
                    <a:pt x="3633728" y="1015289"/>
                  </a:lnTo>
                  <a:lnTo>
                    <a:pt x="3633821" y="1015289"/>
                  </a:lnTo>
                  <a:lnTo>
                    <a:pt x="3633914" y="1015289"/>
                  </a:lnTo>
                  <a:lnTo>
                    <a:pt x="3634008" y="1015289"/>
                  </a:lnTo>
                  <a:lnTo>
                    <a:pt x="3634101" y="1015289"/>
                  </a:lnTo>
                  <a:lnTo>
                    <a:pt x="3634194" y="1015289"/>
                  </a:lnTo>
                  <a:lnTo>
                    <a:pt x="3634287" y="1015289"/>
                  </a:lnTo>
                  <a:lnTo>
                    <a:pt x="3634381" y="1015289"/>
                  </a:lnTo>
                  <a:lnTo>
                    <a:pt x="3634474" y="1015289"/>
                  </a:lnTo>
                  <a:lnTo>
                    <a:pt x="3634567" y="1015289"/>
                  </a:lnTo>
                  <a:lnTo>
                    <a:pt x="3634660" y="1015289"/>
                  </a:lnTo>
                  <a:lnTo>
                    <a:pt x="3634754" y="1015289"/>
                  </a:lnTo>
                  <a:lnTo>
                    <a:pt x="3634847" y="1015289"/>
                  </a:lnTo>
                  <a:lnTo>
                    <a:pt x="3634940" y="1015289"/>
                  </a:lnTo>
                  <a:lnTo>
                    <a:pt x="3635033" y="1015289"/>
                  </a:lnTo>
                  <a:lnTo>
                    <a:pt x="3635127" y="1015289"/>
                  </a:lnTo>
                  <a:lnTo>
                    <a:pt x="3635220" y="1015289"/>
                  </a:lnTo>
                  <a:lnTo>
                    <a:pt x="3635313" y="1015289"/>
                  </a:lnTo>
                  <a:lnTo>
                    <a:pt x="3635406" y="1015289"/>
                  </a:lnTo>
                  <a:lnTo>
                    <a:pt x="3635499" y="1015289"/>
                  </a:lnTo>
                  <a:lnTo>
                    <a:pt x="3635593" y="1015289"/>
                  </a:lnTo>
                  <a:lnTo>
                    <a:pt x="3635686" y="1015289"/>
                  </a:lnTo>
                  <a:lnTo>
                    <a:pt x="3635779" y="1015289"/>
                  </a:lnTo>
                  <a:lnTo>
                    <a:pt x="3635872" y="1015289"/>
                  </a:lnTo>
                  <a:lnTo>
                    <a:pt x="3635966" y="1015289"/>
                  </a:lnTo>
                  <a:lnTo>
                    <a:pt x="3636059" y="1015289"/>
                  </a:lnTo>
                  <a:lnTo>
                    <a:pt x="3636152" y="1015289"/>
                  </a:lnTo>
                  <a:lnTo>
                    <a:pt x="3636245" y="1015289"/>
                  </a:lnTo>
                  <a:lnTo>
                    <a:pt x="3636339" y="1015289"/>
                  </a:lnTo>
                  <a:lnTo>
                    <a:pt x="3636432" y="1015289"/>
                  </a:lnTo>
                  <a:lnTo>
                    <a:pt x="3636525" y="1015289"/>
                  </a:lnTo>
                  <a:lnTo>
                    <a:pt x="3636618" y="1015289"/>
                  </a:lnTo>
                  <a:lnTo>
                    <a:pt x="3636712" y="1015289"/>
                  </a:lnTo>
                  <a:lnTo>
                    <a:pt x="3636805" y="1015289"/>
                  </a:lnTo>
                  <a:lnTo>
                    <a:pt x="3636898" y="1015289"/>
                  </a:lnTo>
                  <a:lnTo>
                    <a:pt x="3636991" y="1015289"/>
                  </a:lnTo>
                  <a:lnTo>
                    <a:pt x="3637085" y="1015289"/>
                  </a:lnTo>
                  <a:lnTo>
                    <a:pt x="3637178" y="1015289"/>
                  </a:lnTo>
                  <a:lnTo>
                    <a:pt x="3637271" y="1015289"/>
                  </a:lnTo>
                  <a:lnTo>
                    <a:pt x="3637364" y="1015289"/>
                  </a:lnTo>
                  <a:lnTo>
                    <a:pt x="3637458" y="1015289"/>
                  </a:lnTo>
                  <a:lnTo>
                    <a:pt x="3637551" y="1015289"/>
                  </a:lnTo>
                  <a:lnTo>
                    <a:pt x="3637644" y="1015289"/>
                  </a:lnTo>
                  <a:lnTo>
                    <a:pt x="3637737" y="1015289"/>
                  </a:lnTo>
                  <a:lnTo>
                    <a:pt x="3637831" y="1015289"/>
                  </a:lnTo>
                  <a:lnTo>
                    <a:pt x="3637924" y="1015289"/>
                  </a:lnTo>
                  <a:lnTo>
                    <a:pt x="3638017" y="1015289"/>
                  </a:lnTo>
                  <a:lnTo>
                    <a:pt x="3638110" y="1015289"/>
                  </a:lnTo>
                  <a:lnTo>
                    <a:pt x="3638204" y="1015289"/>
                  </a:lnTo>
                  <a:lnTo>
                    <a:pt x="3638297" y="1015289"/>
                  </a:lnTo>
                  <a:lnTo>
                    <a:pt x="3638390" y="1015289"/>
                  </a:lnTo>
                  <a:lnTo>
                    <a:pt x="3638483" y="1015289"/>
                  </a:lnTo>
                  <a:lnTo>
                    <a:pt x="3638577" y="1015289"/>
                  </a:lnTo>
                  <a:lnTo>
                    <a:pt x="3638670" y="1015289"/>
                  </a:lnTo>
                  <a:lnTo>
                    <a:pt x="3638763" y="1015289"/>
                  </a:lnTo>
                  <a:lnTo>
                    <a:pt x="3638856" y="1015289"/>
                  </a:lnTo>
                  <a:lnTo>
                    <a:pt x="3638950" y="1015289"/>
                  </a:lnTo>
                  <a:lnTo>
                    <a:pt x="3639043" y="1015289"/>
                  </a:lnTo>
                  <a:lnTo>
                    <a:pt x="3639136" y="1015289"/>
                  </a:lnTo>
                  <a:lnTo>
                    <a:pt x="3639229" y="1015289"/>
                  </a:lnTo>
                  <a:lnTo>
                    <a:pt x="3639323" y="1015289"/>
                  </a:lnTo>
                  <a:lnTo>
                    <a:pt x="3639416" y="1015289"/>
                  </a:lnTo>
                  <a:lnTo>
                    <a:pt x="3639509" y="1015289"/>
                  </a:lnTo>
                  <a:lnTo>
                    <a:pt x="3639602" y="1015289"/>
                  </a:lnTo>
                  <a:lnTo>
                    <a:pt x="3639696" y="1015289"/>
                  </a:lnTo>
                  <a:lnTo>
                    <a:pt x="3639789" y="1015289"/>
                  </a:lnTo>
                  <a:lnTo>
                    <a:pt x="3639882" y="1015289"/>
                  </a:lnTo>
                  <a:lnTo>
                    <a:pt x="3639975" y="1015289"/>
                  </a:lnTo>
                  <a:lnTo>
                    <a:pt x="3640069" y="1015289"/>
                  </a:lnTo>
                  <a:lnTo>
                    <a:pt x="3640162" y="1015289"/>
                  </a:lnTo>
                  <a:lnTo>
                    <a:pt x="3640255" y="1015289"/>
                  </a:lnTo>
                  <a:lnTo>
                    <a:pt x="3640348" y="1015289"/>
                  </a:lnTo>
                  <a:lnTo>
                    <a:pt x="3640442" y="1015289"/>
                  </a:lnTo>
                  <a:lnTo>
                    <a:pt x="3640535" y="1015289"/>
                  </a:lnTo>
                  <a:lnTo>
                    <a:pt x="3640628" y="1015289"/>
                  </a:lnTo>
                  <a:lnTo>
                    <a:pt x="3640721" y="1015289"/>
                  </a:lnTo>
                  <a:lnTo>
                    <a:pt x="3640815" y="1015289"/>
                  </a:lnTo>
                  <a:lnTo>
                    <a:pt x="3640908" y="1015289"/>
                  </a:lnTo>
                  <a:lnTo>
                    <a:pt x="3641001" y="1015289"/>
                  </a:lnTo>
                  <a:lnTo>
                    <a:pt x="3641094" y="1015289"/>
                  </a:lnTo>
                  <a:lnTo>
                    <a:pt x="3641188" y="1015289"/>
                  </a:lnTo>
                  <a:lnTo>
                    <a:pt x="3641281" y="1015289"/>
                  </a:lnTo>
                  <a:lnTo>
                    <a:pt x="3641374" y="1015289"/>
                  </a:lnTo>
                  <a:lnTo>
                    <a:pt x="3641467" y="1015289"/>
                  </a:lnTo>
                  <a:lnTo>
                    <a:pt x="3641561" y="1015289"/>
                  </a:lnTo>
                  <a:lnTo>
                    <a:pt x="3641654" y="1015289"/>
                  </a:lnTo>
                  <a:lnTo>
                    <a:pt x="3641747" y="1015289"/>
                  </a:lnTo>
                  <a:lnTo>
                    <a:pt x="3641840" y="1015289"/>
                  </a:lnTo>
                  <a:lnTo>
                    <a:pt x="3641934" y="1015289"/>
                  </a:lnTo>
                  <a:lnTo>
                    <a:pt x="3642027" y="1015289"/>
                  </a:lnTo>
                  <a:lnTo>
                    <a:pt x="3642120" y="1015289"/>
                  </a:lnTo>
                  <a:lnTo>
                    <a:pt x="3642213" y="1015289"/>
                  </a:lnTo>
                  <a:lnTo>
                    <a:pt x="3642307" y="1015289"/>
                  </a:lnTo>
                  <a:lnTo>
                    <a:pt x="3642400" y="1015289"/>
                  </a:lnTo>
                  <a:lnTo>
                    <a:pt x="3642493" y="1015289"/>
                  </a:lnTo>
                  <a:lnTo>
                    <a:pt x="3642586" y="1015289"/>
                  </a:lnTo>
                  <a:lnTo>
                    <a:pt x="3642679" y="1015289"/>
                  </a:lnTo>
                  <a:lnTo>
                    <a:pt x="3642773" y="1015289"/>
                  </a:lnTo>
                  <a:lnTo>
                    <a:pt x="3642866" y="1015289"/>
                  </a:lnTo>
                  <a:lnTo>
                    <a:pt x="3642959" y="1015289"/>
                  </a:lnTo>
                  <a:lnTo>
                    <a:pt x="3643052" y="1015289"/>
                  </a:lnTo>
                  <a:lnTo>
                    <a:pt x="3643146" y="1015289"/>
                  </a:lnTo>
                  <a:lnTo>
                    <a:pt x="3643239" y="1015289"/>
                  </a:lnTo>
                  <a:lnTo>
                    <a:pt x="3643332" y="1015289"/>
                  </a:lnTo>
                  <a:lnTo>
                    <a:pt x="3643425" y="1015289"/>
                  </a:lnTo>
                  <a:lnTo>
                    <a:pt x="3643519" y="1015289"/>
                  </a:lnTo>
                  <a:lnTo>
                    <a:pt x="3643612" y="1015289"/>
                  </a:lnTo>
                  <a:lnTo>
                    <a:pt x="3643705" y="1015289"/>
                  </a:lnTo>
                  <a:lnTo>
                    <a:pt x="3643798" y="1015289"/>
                  </a:lnTo>
                  <a:lnTo>
                    <a:pt x="3643892" y="1015289"/>
                  </a:lnTo>
                  <a:lnTo>
                    <a:pt x="3643985" y="1015289"/>
                  </a:lnTo>
                  <a:lnTo>
                    <a:pt x="3644078" y="1015289"/>
                  </a:lnTo>
                  <a:lnTo>
                    <a:pt x="3644171" y="1015289"/>
                  </a:lnTo>
                  <a:lnTo>
                    <a:pt x="3644265" y="1015289"/>
                  </a:lnTo>
                  <a:lnTo>
                    <a:pt x="3644358" y="1015289"/>
                  </a:lnTo>
                  <a:lnTo>
                    <a:pt x="3644451" y="1015289"/>
                  </a:lnTo>
                  <a:lnTo>
                    <a:pt x="3644544" y="1015289"/>
                  </a:lnTo>
                  <a:lnTo>
                    <a:pt x="3644638" y="1015289"/>
                  </a:lnTo>
                  <a:lnTo>
                    <a:pt x="3644731" y="1015289"/>
                  </a:lnTo>
                  <a:lnTo>
                    <a:pt x="3644824" y="1015289"/>
                  </a:lnTo>
                  <a:lnTo>
                    <a:pt x="3644917" y="1015289"/>
                  </a:lnTo>
                  <a:lnTo>
                    <a:pt x="3645011" y="1015289"/>
                  </a:lnTo>
                  <a:lnTo>
                    <a:pt x="3645104" y="1015289"/>
                  </a:lnTo>
                  <a:lnTo>
                    <a:pt x="3645197" y="1015289"/>
                  </a:lnTo>
                  <a:lnTo>
                    <a:pt x="3645290" y="1015289"/>
                  </a:lnTo>
                  <a:lnTo>
                    <a:pt x="3645384" y="1015289"/>
                  </a:lnTo>
                  <a:lnTo>
                    <a:pt x="3645477" y="1015289"/>
                  </a:lnTo>
                  <a:lnTo>
                    <a:pt x="3645570" y="1015289"/>
                  </a:lnTo>
                  <a:lnTo>
                    <a:pt x="3645663" y="1015289"/>
                  </a:lnTo>
                  <a:lnTo>
                    <a:pt x="3645757" y="1015289"/>
                  </a:lnTo>
                  <a:lnTo>
                    <a:pt x="3645850" y="1015289"/>
                  </a:lnTo>
                  <a:lnTo>
                    <a:pt x="3645943" y="1015289"/>
                  </a:lnTo>
                  <a:lnTo>
                    <a:pt x="3646036" y="1015289"/>
                  </a:lnTo>
                  <a:lnTo>
                    <a:pt x="3646130" y="1015289"/>
                  </a:lnTo>
                  <a:lnTo>
                    <a:pt x="3646223" y="1015289"/>
                  </a:lnTo>
                  <a:lnTo>
                    <a:pt x="3646316" y="1015289"/>
                  </a:lnTo>
                  <a:lnTo>
                    <a:pt x="3646409" y="1015289"/>
                  </a:lnTo>
                  <a:lnTo>
                    <a:pt x="3646503" y="1015289"/>
                  </a:lnTo>
                  <a:lnTo>
                    <a:pt x="3646596" y="1015289"/>
                  </a:lnTo>
                  <a:lnTo>
                    <a:pt x="3646689" y="1015289"/>
                  </a:lnTo>
                  <a:lnTo>
                    <a:pt x="3646782" y="1015289"/>
                  </a:lnTo>
                  <a:lnTo>
                    <a:pt x="3646876" y="1015289"/>
                  </a:lnTo>
                  <a:lnTo>
                    <a:pt x="3646969" y="1015289"/>
                  </a:lnTo>
                  <a:lnTo>
                    <a:pt x="3647062" y="1015289"/>
                  </a:lnTo>
                  <a:lnTo>
                    <a:pt x="3647155" y="1015289"/>
                  </a:lnTo>
                  <a:lnTo>
                    <a:pt x="3647249" y="1015289"/>
                  </a:lnTo>
                  <a:lnTo>
                    <a:pt x="3647342" y="1015289"/>
                  </a:lnTo>
                  <a:lnTo>
                    <a:pt x="3647435" y="1015289"/>
                  </a:lnTo>
                  <a:lnTo>
                    <a:pt x="3647528" y="1015289"/>
                  </a:lnTo>
                  <a:lnTo>
                    <a:pt x="3647622" y="1015289"/>
                  </a:lnTo>
                  <a:lnTo>
                    <a:pt x="3647715" y="1015289"/>
                  </a:lnTo>
                  <a:lnTo>
                    <a:pt x="3647808" y="1015289"/>
                  </a:lnTo>
                  <a:lnTo>
                    <a:pt x="3647901" y="1015289"/>
                  </a:lnTo>
                  <a:lnTo>
                    <a:pt x="3647995" y="1015289"/>
                  </a:lnTo>
                  <a:lnTo>
                    <a:pt x="3648088" y="1015289"/>
                  </a:lnTo>
                  <a:lnTo>
                    <a:pt x="3648181" y="1015289"/>
                  </a:lnTo>
                  <a:lnTo>
                    <a:pt x="3648274" y="1015289"/>
                  </a:lnTo>
                  <a:lnTo>
                    <a:pt x="3648368" y="1015289"/>
                  </a:lnTo>
                  <a:lnTo>
                    <a:pt x="3648461" y="1015289"/>
                  </a:lnTo>
                  <a:lnTo>
                    <a:pt x="3648554" y="1015289"/>
                  </a:lnTo>
                  <a:lnTo>
                    <a:pt x="3648647" y="1015289"/>
                  </a:lnTo>
                  <a:lnTo>
                    <a:pt x="3648741" y="1015289"/>
                  </a:lnTo>
                  <a:lnTo>
                    <a:pt x="3648741" y="1005336"/>
                  </a:lnTo>
                  <a:lnTo>
                    <a:pt x="3648834" y="1005336"/>
                  </a:lnTo>
                  <a:lnTo>
                    <a:pt x="3648927" y="1005336"/>
                  </a:lnTo>
                  <a:lnTo>
                    <a:pt x="3649020" y="1005336"/>
                  </a:lnTo>
                  <a:lnTo>
                    <a:pt x="3649114" y="1005336"/>
                  </a:lnTo>
                  <a:lnTo>
                    <a:pt x="3649207" y="1005336"/>
                  </a:lnTo>
                  <a:lnTo>
                    <a:pt x="3649300" y="1005336"/>
                  </a:lnTo>
                  <a:lnTo>
                    <a:pt x="3649393" y="1005336"/>
                  </a:lnTo>
                  <a:lnTo>
                    <a:pt x="3649486" y="1005336"/>
                  </a:lnTo>
                  <a:lnTo>
                    <a:pt x="3649580" y="1005336"/>
                  </a:lnTo>
                  <a:lnTo>
                    <a:pt x="3649673" y="1005336"/>
                  </a:lnTo>
                  <a:lnTo>
                    <a:pt x="3649766" y="1005336"/>
                  </a:lnTo>
                  <a:lnTo>
                    <a:pt x="3649859" y="1005336"/>
                  </a:lnTo>
                  <a:lnTo>
                    <a:pt x="3649953" y="1005336"/>
                  </a:lnTo>
                  <a:lnTo>
                    <a:pt x="3650046" y="1005336"/>
                  </a:lnTo>
                  <a:lnTo>
                    <a:pt x="3650139" y="1005336"/>
                  </a:lnTo>
                  <a:lnTo>
                    <a:pt x="3650232" y="1005336"/>
                  </a:lnTo>
                  <a:lnTo>
                    <a:pt x="3650326" y="1005336"/>
                  </a:lnTo>
                  <a:lnTo>
                    <a:pt x="3650419" y="1005336"/>
                  </a:lnTo>
                  <a:lnTo>
                    <a:pt x="3650512" y="1005336"/>
                  </a:lnTo>
                  <a:lnTo>
                    <a:pt x="3650605" y="1005336"/>
                  </a:lnTo>
                  <a:lnTo>
                    <a:pt x="3650699" y="1005336"/>
                  </a:lnTo>
                  <a:lnTo>
                    <a:pt x="3650792" y="1005336"/>
                  </a:lnTo>
                  <a:lnTo>
                    <a:pt x="3650885" y="1005336"/>
                  </a:lnTo>
                  <a:lnTo>
                    <a:pt x="3650978" y="1005336"/>
                  </a:lnTo>
                  <a:lnTo>
                    <a:pt x="3651072" y="1005336"/>
                  </a:lnTo>
                  <a:lnTo>
                    <a:pt x="3651165" y="1005336"/>
                  </a:lnTo>
                  <a:lnTo>
                    <a:pt x="3651258" y="1005336"/>
                  </a:lnTo>
                  <a:lnTo>
                    <a:pt x="3651351" y="1005336"/>
                  </a:lnTo>
                  <a:lnTo>
                    <a:pt x="3651445" y="1005336"/>
                  </a:lnTo>
                  <a:lnTo>
                    <a:pt x="3651538" y="1005336"/>
                  </a:lnTo>
                  <a:lnTo>
                    <a:pt x="3651631" y="1005336"/>
                  </a:lnTo>
                  <a:lnTo>
                    <a:pt x="3651724" y="1005336"/>
                  </a:lnTo>
                  <a:lnTo>
                    <a:pt x="3651818" y="1005336"/>
                  </a:lnTo>
                  <a:lnTo>
                    <a:pt x="3651911" y="1005336"/>
                  </a:lnTo>
                  <a:lnTo>
                    <a:pt x="3652004" y="1005336"/>
                  </a:lnTo>
                  <a:lnTo>
                    <a:pt x="3652097" y="1005336"/>
                  </a:lnTo>
                  <a:lnTo>
                    <a:pt x="3652191" y="1005336"/>
                  </a:lnTo>
                  <a:lnTo>
                    <a:pt x="3652284" y="1005336"/>
                  </a:lnTo>
                  <a:lnTo>
                    <a:pt x="3652377" y="1005336"/>
                  </a:lnTo>
                  <a:lnTo>
                    <a:pt x="3652470" y="1005336"/>
                  </a:lnTo>
                  <a:lnTo>
                    <a:pt x="3652564" y="1005336"/>
                  </a:lnTo>
                  <a:lnTo>
                    <a:pt x="3652657" y="1005336"/>
                  </a:lnTo>
                  <a:lnTo>
                    <a:pt x="3652750" y="1005336"/>
                  </a:lnTo>
                  <a:lnTo>
                    <a:pt x="3652843" y="1005336"/>
                  </a:lnTo>
                  <a:lnTo>
                    <a:pt x="3652937" y="1005336"/>
                  </a:lnTo>
                  <a:lnTo>
                    <a:pt x="3653030" y="1005336"/>
                  </a:lnTo>
                  <a:lnTo>
                    <a:pt x="3653123" y="1005336"/>
                  </a:lnTo>
                  <a:lnTo>
                    <a:pt x="3653216" y="1005336"/>
                  </a:lnTo>
                  <a:lnTo>
                    <a:pt x="3653310" y="1005336"/>
                  </a:lnTo>
                  <a:lnTo>
                    <a:pt x="3653403" y="1005336"/>
                  </a:lnTo>
                  <a:lnTo>
                    <a:pt x="3653496" y="1005336"/>
                  </a:lnTo>
                  <a:lnTo>
                    <a:pt x="3653589" y="1005336"/>
                  </a:lnTo>
                  <a:lnTo>
                    <a:pt x="3653683" y="1005336"/>
                  </a:lnTo>
                  <a:lnTo>
                    <a:pt x="3653776" y="1005336"/>
                  </a:lnTo>
                  <a:lnTo>
                    <a:pt x="3653869" y="1005336"/>
                  </a:lnTo>
                  <a:lnTo>
                    <a:pt x="3653962" y="1005336"/>
                  </a:lnTo>
                  <a:lnTo>
                    <a:pt x="3654056" y="1005336"/>
                  </a:lnTo>
                  <a:lnTo>
                    <a:pt x="3654149" y="1005336"/>
                  </a:lnTo>
                  <a:lnTo>
                    <a:pt x="3654242" y="1005336"/>
                  </a:lnTo>
                  <a:lnTo>
                    <a:pt x="3654335" y="1005336"/>
                  </a:lnTo>
                  <a:lnTo>
                    <a:pt x="3654429" y="1005336"/>
                  </a:lnTo>
                  <a:lnTo>
                    <a:pt x="3654522" y="1005336"/>
                  </a:lnTo>
                  <a:lnTo>
                    <a:pt x="3654615" y="1005336"/>
                  </a:lnTo>
                  <a:lnTo>
                    <a:pt x="3654708" y="1005336"/>
                  </a:lnTo>
                  <a:lnTo>
                    <a:pt x="3654802" y="1005336"/>
                  </a:lnTo>
                  <a:lnTo>
                    <a:pt x="3654895" y="1005336"/>
                  </a:lnTo>
                  <a:lnTo>
                    <a:pt x="3654988" y="1005336"/>
                  </a:lnTo>
                  <a:lnTo>
                    <a:pt x="3655081" y="1005336"/>
                  </a:lnTo>
                  <a:lnTo>
                    <a:pt x="3655175" y="1005336"/>
                  </a:lnTo>
                  <a:lnTo>
                    <a:pt x="3655268" y="1005336"/>
                  </a:lnTo>
                  <a:lnTo>
                    <a:pt x="3655361" y="1005336"/>
                  </a:lnTo>
                  <a:lnTo>
                    <a:pt x="3655454" y="1005336"/>
                  </a:lnTo>
                  <a:lnTo>
                    <a:pt x="3655548" y="1005336"/>
                  </a:lnTo>
                  <a:lnTo>
                    <a:pt x="3655641" y="1005336"/>
                  </a:lnTo>
                  <a:lnTo>
                    <a:pt x="3655734" y="1005336"/>
                  </a:lnTo>
                  <a:lnTo>
                    <a:pt x="3655827" y="1005336"/>
                  </a:lnTo>
                  <a:lnTo>
                    <a:pt x="3655921" y="1005336"/>
                  </a:lnTo>
                  <a:lnTo>
                    <a:pt x="3656014" y="1005336"/>
                  </a:lnTo>
                  <a:lnTo>
                    <a:pt x="3656107" y="1005336"/>
                  </a:lnTo>
                  <a:lnTo>
                    <a:pt x="3656200" y="1005336"/>
                  </a:lnTo>
                  <a:lnTo>
                    <a:pt x="3656293" y="1005336"/>
                  </a:lnTo>
                  <a:lnTo>
                    <a:pt x="3656387" y="1005336"/>
                  </a:lnTo>
                  <a:lnTo>
                    <a:pt x="3656480" y="1005336"/>
                  </a:lnTo>
                  <a:lnTo>
                    <a:pt x="3656573" y="1005336"/>
                  </a:lnTo>
                  <a:lnTo>
                    <a:pt x="3656666" y="1005336"/>
                  </a:lnTo>
                  <a:lnTo>
                    <a:pt x="3656760" y="1005336"/>
                  </a:lnTo>
                  <a:lnTo>
                    <a:pt x="3656853" y="1005336"/>
                  </a:lnTo>
                  <a:lnTo>
                    <a:pt x="3656946" y="1005336"/>
                  </a:lnTo>
                  <a:lnTo>
                    <a:pt x="3657039" y="1005336"/>
                  </a:lnTo>
                  <a:lnTo>
                    <a:pt x="3657133" y="1005336"/>
                  </a:lnTo>
                  <a:lnTo>
                    <a:pt x="3657226" y="1005336"/>
                  </a:lnTo>
                  <a:lnTo>
                    <a:pt x="3657319" y="1005336"/>
                  </a:lnTo>
                  <a:lnTo>
                    <a:pt x="3657412" y="1005336"/>
                  </a:lnTo>
                  <a:lnTo>
                    <a:pt x="3657506" y="1005336"/>
                  </a:lnTo>
                  <a:lnTo>
                    <a:pt x="3657599" y="1005336"/>
                  </a:lnTo>
                  <a:lnTo>
                    <a:pt x="3657692" y="1005336"/>
                  </a:lnTo>
                  <a:lnTo>
                    <a:pt x="3657785" y="1005336"/>
                  </a:lnTo>
                  <a:lnTo>
                    <a:pt x="3657879" y="1005336"/>
                  </a:lnTo>
                  <a:lnTo>
                    <a:pt x="3657972" y="1005336"/>
                  </a:lnTo>
                  <a:lnTo>
                    <a:pt x="3658065" y="1005336"/>
                  </a:lnTo>
                  <a:lnTo>
                    <a:pt x="3658158" y="1005336"/>
                  </a:lnTo>
                  <a:lnTo>
                    <a:pt x="3658252" y="1005336"/>
                  </a:lnTo>
                  <a:lnTo>
                    <a:pt x="3658345" y="1005336"/>
                  </a:lnTo>
                  <a:lnTo>
                    <a:pt x="3658438" y="1005336"/>
                  </a:lnTo>
                  <a:lnTo>
                    <a:pt x="3658438" y="995382"/>
                  </a:lnTo>
                  <a:lnTo>
                    <a:pt x="3658531" y="995382"/>
                  </a:lnTo>
                  <a:lnTo>
                    <a:pt x="3658625" y="995382"/>
                  </a:lnTo>
                  <a:lnTo>
                    <a:pt x="3658718" y="995382"/>
                  </a:lnTo>
                  <a:lnTo>
                    <a:pt x="3658811" y="995382"/>
                  </a:lnTo>
                  <a:lnTo>
                    <a:pt x="3658904" y="995382"/>
                  </a:lnTo>
                  <a:lnTo>
                    <a:pt x="3658998" y="995382"/>
                  </a:lnTo>
                  <a:lnTo>
                    <a:pt x="3659091" y="995382"/>
                  </a:lnTo>
                  <a:lnTo>
                    <a:pt x="3659184" y="995382"/>
                  </a:lnTo>
                  <a:lnTo>
                    <a:pt x="3659277" y="995382"/>
                  </a:lnTo>
                  <a:lnTo>
                    <a:pt x="3659371" y="995382"/>
                  </a:lnTo>
                  <a:lnTo>
                    <a:pt x="3659464" y="995382"/>
                  </a:lnTo>
                  <a:lnTo>
                    <a:pt x="3659557" y="995382"/>
                  </a:lnTo>
                  <a:lnTo>
                    <a:pt x="3659650" y="995382"/>
                  </a:lnTo>
                  <a:lnTo>
                    <a:pt x="3659744" y="995382"/>
                  </a:lnTo>
                  <a:lnTo>
                    <a:pt x="3659837" y="995382"/>
                  </a:lnTo>
                  <a:lnTo>
                    <a:pt x="3659930" y="995382"/>
                  </a:lnTo>
                  <a:lnTo>
                    <a:pt x="3660023" y="995382"/>
                  </a:lnTo>
                  <a:lnTo>
                    <a:pt x="3660117" y="995382"/>
                  </a:lnTo>
                  <a:lnTo>
                    <a:pt x="3660210" y="995382"/>
                  </a:lnTo>
                  <a:lnTo>
                    <a:pt x="3660303" y="995382"/>
                  </a:lnTo>
                  <a:lnTo>
                    <a:pt x="3660396" y="995382"/>
                  </a:lnTo>
                  <a:lnTo>
                    <a:pt x="3660490" y="995382"/>
                  </a:lnTo>
                  <a:lnTo>
                    <a:pt x="3660583" y="995382"/>
                  </a:lnTo>
                  <a:lnTo>
                    <a:pt x="3660676" y="995382"/>
                  </a:lnTo>
                  <a:lnTo>
                    <a:pt x="3660769" y="995382"/>
                  </a:lnTo>
                  <a:lnTo>
                    <a:pt x="3660863" y="995382"/>
                  </a:lnTo>
                  <a:lnTo>
                    <a:pt x="3660956" y="995382"/>
                  </a:lnTo>
                  <a:lnTo>
                    <a:pt x="3661049" y="995382"/>
                  </a:lnTo>
                  <a:lnTo>
                    <a:pt x="3661142" y="995382"/>
                  </a:lnTo>
                  <a:lnTo>
                    <a:pt x="3661236" y="995382"/>
                  </a:lnTo>
                  <a:lnTo>
                    <a:pt x="3661329" y="995382"/>
                  </a:lnTo>
                  <a:lnTo>
                    <a:pt x="3661422" y="995382"/>
                  </a:lnTo>
                  <a:lnTo>
                    <a:pt x="3661515" y="995382"/>
                  </a:lnTo>
                  <a:lnTo>
                    <a:pt x="3661609" y="995382"/>
                  </a:lnTo>
                  <a:lnTo>
                    <a:pt x="3661702" y="995382"/>
                  </a:lnTo>
                  <a:lnTo>
                    <a:pt x="3661795" y="995382"/>
                  </a:lnTo>
                  <a:lnTo>
                    <a:pt x="3661888" y="995382"/>
                  </a:lnTo>
                  <a:lnTo>
                    <a:pt x="3661982" y="995382"/>
                  </a:lnTo>
                  <a:lnTo>
                    <a:pt x="3662075" y="995382"/>
                  </a:lnTo>
                  <a:lnTo>
                    <a:pt x="3662168" y="995382"/>
                  </a:lnTo>
                  <a:lnTo>
                    <a:pt x="3662261" y="995382"/>
                  </a:lnTo>
                  <a:lnTo>
                    <a:pt x="3662355" y="995382"/>
                  </a:lnTo>
                  <a:lnTo>
                    <a:pt x="3662448" y="995382"/>
                  </a:lnTo>
                  <a:lnTo>
                    <a:pt x="3662541" y="995382"/>
                  </a:lnTo>
                  <a:lnTo>
                    <a:pt x="3662634" y="995382"/>
                  </a:lnTo>
                  <a:lnTo>
                    <a:pt x="3662728" y="995382"/>
                  </a:lnTo>
                  <a:lnTo>
                    <a:pt x="3662821" y="995382"/>
                  </a:lnTo>
                  <a:lnTo>
                    <a:pt x="3662914" y="995382"/>
                  </a:lnTo>
                  <a:lnTo>
                    <a:pt x="3663007" y="995382"/>
                  </a:lnTo>
                  <a:lnTo>
                    <a:pt x="3663101" y="995382"/>
                  </a:lnTo>
                  <a:lnTo>
                    <a:pt x="3663194" y="995382"/>
                  </a:lnTo>
                  <a:lnTo>
                    <a:pt x="3663287" y="995382"/>
                  </a:lnTo>
                  <a:lnTo>
                    <a:pt x="3663380" y="995382"/>
                  </a:lnTo>
                  <a:lnTo>
                    <a:pt x="3663473" y="995382"/>
                  </a:lnTo>
                  <a:lnTo>
                    <a:pt x="3663567" y="995382"/>
                  </a:lnTo>
                  <a:lnTo>
                    <a:pt x="3663660" y="995382"/>
                  </a:lnTo>
                  <a:lnTo>
                    <a:pt x="3663753" y="995382"/>
                  </a:lnTo>
                  <a:lnTo>
                    <a:pt x="3663846" y="995382"/>
                  </a:lnTo>
                  <a:lnTo>
                    <a:pt x="3663940" y="995382"/>
                  </a:lnTo>
                  <a:lnTo>
                    <a:pt x="3664033" y="995382"/>
                  </a:lnTo>
                  <a:lnTo>
                    <a:pt x="3664126" y="995382"/>
                  </a:lnTo>
                  <a:lnTo>
                    <a:pt x="3664219" y="995382"/>
                  </a:lnTo>
                  <a:lnTo>
                    <a:pt x="3664313" y="995382"/>
                  </a:lnTo>
                  <a:lnTo>
                    <a:pt x="3664406" y="995382"/>
                  </a:lnTo>
                  <a:lnTo>
                    <a:pt x="3664499" y="995382"/>
                  </a:lnTo>
                  <a:lnTo>
                    <a:pt x="3664592" y="995382"/>
                  </a:lnTo>
                  <a:lnTo>
                    <a:pt x="3664686" y="995382"/>
                  </a:lnTo>
                  <a:lnTo>
                    <a:pt x="3664779" y="995382"/>
                  </a:lnTo>
                  <a:lnTo>
                    <a:pt x="3664872" y="995382"/>
                  </a:lnTo>
                  <a:lnTo>
                    <a:pt x="3664965" y="995382"/>
                  </a:lnTo>
                  <a:lnTo>
                    <a:pt x="3665059" y="995382"/>
                  </a:lnTo>
                  <a:lnTo>
                    <a:pt x="3665152" y="995382"/>
                  </a:lnTo>
                  <a:lnTo>
                    <a:pt x="3665245" y="995382"/>
                  </a:lnTo>
                  <a:lnTo>
                    <a:pt x="3665338" y="995382"/>
                  </a:lnTo>
                  <a:lnTo>
                    <a:pt x="3665432" y="995382"/>
                  </a:lnTo>
                  <a:lnTo>
                    <a:pt x="3665525" y="995382"/>
                  </a:lnTo>
                  <a:lnTo>
                    <a:pt x="3665618" y="995382"/>
                  </a:lnTo>
                  <a:lnTo>
                    <a:pt x="3665711" y="995382"/>
                  </a:lnTo>
                  <a:lnTo>
                    <a:pt x="3665805" y="995382"/>
                  </a:lnTo>
                  <a:lnTo>
                    <a:pt x="3665898" y="995382"/>
                  </a:lnTo>
                  <a:lnTo>
                    <a:pt x="3665991" y="995382"/>
                  </a:lnTo>
                  <a:lnTo>
                    <a:pt x="3666084" y="995382"/>
                  </a:lnTo>
                  <a:lnTo>
                    <a:pt x="3666178" y="995382"/>
                  </a:lnTo>
                  <a:lnTo>
                    <a:pt x="3666271" y="995382"/>
                  </a:lnTo>
                  <a:lnTo>
                    <a:pt x="3666364" y="995382"/>
                  </a:lnTo>
                  <a:lnTo>
                    <a:pt x="3666457" y="995382"/>
                  </a:lnTo>
                  <a:lnTo>
                    <a:pt x="3666551" y="995382"/>
                  </a:lnTo>
                  <a:lnTo>
                    <a:pt x="3666644" y="995382"/>
                  </a:lnTo>
                  <a:lnTo>
                    <a:pt x="3666737" y="995382"/>
                  </a:lnTo>
                  <a:lnTo>
                    <a:pt x="3666830" y="995382"/>
                  </a:lnTo>
                  <a:lnTo>
                    <a:pt x="3666924" y="995382"/>
                  </a:lnTo>
                  <a:lnTo>
                    <a:pt x="3667017" y="995382"/>
                  </a:lnTo>
                  <a:lnTo>
                    <a:pt x="3667110" y="995382"/>
                  </a:lnTo>
                  <a:lnTo>
                    <a:pt x="3667203" y="995382"/>
                  </a:lnTo>
                  <a:lnTo>
                    <a:pt x="3667297" y="995382"/>
                  </a:lnTo>
                  <a:lnTo>
                    <a:pt x="3667390" y="995382"/>
                  </a:lnTo>
                  <a:lnTo>
                    <a:pt x="3667483" y="995382"/>
                  </a:lnTo>
                  <a:lnTo>
                    <a:pt x="3667576" y="995382"/>
                  </a:lnTo>
                  <a:lnTo>
                    <a:pt x="3667670" y="995382"/>
                  </a:lnTo>
                  <a:lnTo>
                    <a:pt x="3667763" y="995382"/>
                  </a:lnTo>
                  <a:lnTo>
                    <a:pt x="3667856" y="995382"/>
                  </a:lnTo>
                  <a:lnTo>
                    <a:pt x="3667949" y="995382"/>
                  </a:lnTo>
                  <a:lnTo>
                    <a:pt x="3668043" y="995382"/>
                  </a:lnTo>
                  <a:lnTo>
                    <a:pt x="3668136" y="995382"/>
                  </a:lnTo>
                  <a:lnTo>
                    <a:pt x="3668229" y="995382"/>
                  </a:lnTo>
                  <a:lnTo>
                    <a:pt x="3668322" y="995382"/>
                  </a:lnTo>
                  <a:lnTo>
                    <a:pt x="3668416" y="995382"/>
                  </a:lnTo>
                  <a:lnTo>
                    <a:pt x="3668509" y="995382"/>
                  </a:lnTo>
                  <a:lnTo>
                    <a:pt x="3668602" y="995382"/>
                  </a:lnTo>
                  <a:lnTo>
                    <a:pt x="3668695" y="995382"/>
                  </a:lnTo>
                  <a:lnTo>
                    <a:pt x="3668789" y="995382"/>
                  </a:lnTo>
                  <a:lnTo>
                    <a:pt x="3668882" y="995382"/>
                  </a:lnTo>
                  <a:lnTo>
                    <a:pt x="3668975" y="995382"/>
                  </a:lnTo>
                  <a:lnTo>
                    <a:pt x="3669068" y="995382"/>
                  </a:lnTo>
                  <a:lnTo>
                    <a:pt x="3669162" y="995382"/>
                  </a:lnTo>
                  <a:lnTo>
                    <a:pt x="3669255" y="995382"/>
                  </a:lnTo>
                  <a:lnTo>
                    <a:pt x="3669348" y="995382"/>
                  </a:lnTo>
                  <a:lnTo>
                    <a:pt x="3669441" y="995382"/>
                  </a:lnTo>
                  <a:lnTo>
                    <a:pt x="3669535" y="995382"/>
                  </a:lnTo>
                  <a:lnTo>
                    <a:pt x="3669628" y="995382"/>
                  </a:lnTo>
                  <a:lnTo>
                    <a:pt x="3669721" y="995382"/>
                  </a:lnTo>
                  <a:lnTo>
                    <a:pt x="3669814" y="995382"/>
                  </a:lnTo>
                  <a:lnTo>
                    <a:pt x="3669908" y="995382"/>
                  </a:lnTo>
                  <a:lnTo>
                    <a:pt x="3670001" y="995382"/>
                  </a:lnTo>
                  <a:lnTo>
                    <a:pt x="3670094" y="995382"/>
                  </a:lnTo>
                  <a:lnTo>
                    <a:pt x="3670187" y="995382"/>
                  </a:lnTo>
                  <a:lnTo>
                    <a:pt x="3670280" y="995382"/>
                  </a:lnTo>
                  <a:lnTo>
                    <a:pt x="3670374" y="995382"/>
                  </a:lnTo>
                  <a:lnTo>
                    <a:pt x="3670467" y="995382"/>
                  </a:lnTo>
                  <a:lnTo>
                    <a:pt x="3670560" y="995382"/>
                  </a:lnTo>
                  <a:lnTo>
                    <a:pt x="3670653" y="995382"/>
                  </a:lnTo>
                  <a:lnTo>
                    <a:pt x="3670747" y="995382"/>
                  </a:lnTo>
                  <a:lnTo>
                    <a:pt x="3670840" y="995382"/>
                  </a:lnTo>
                  <a:lnTo>
                    <a:pt x="3670933" y="995382"/>
                  </a:lnTo>
                  <a:lnTo>
                    <a:pt x="3671026" y="995382"/>
                  </a:lnTo>
                  <a:lnTo>
                    <a:pt x="3671120" y="995382"/>
                  </a:lnTo>
                  <a:lnTo>
                    <a:pt x="3671213" y="995382"/>
                  </a:lnTo>
                  <a:lnTo>
                    <a:pt x="3671306" y="995382"/>
                  </a:lnTo>
                  <a:lnTo>
                    <a:pt x="3671399" y="995382"/>
                  </a:lnTo>
                  <a:lnTo>
                    <a:pt x="3671493" y="995382"/>
                  </a:lnTo>
                  <a:lnTo>
                    <a:pt x="3671586" y="995382"/>
                  </a:lnTo>
                  <a:lnTo>
                    <a:pt x="3671679" y="995382"/>
                  </a:lnTo>
                  <a:lnTo>
                    <a:pt x="3671772" y="995382"/>
                  </a:lnTo>
                  <a:lnTo>
                    <a:pt x="3671866" y="995382"/>
                  </a:lnTo>
                  <a:lnTo>
                    <a:pt x="3671959" y="995382"/>
                  </a:lnTo>
                  <a:lnTo>
                    <a:pt x="3672052" y="995382"/>
                  </a:lnTo>
                  <a:lnTo>
                    <a:pt x="3672145" y="995382"/>
                  </a:lnTo>
                  <a:lnTo>
                    <a:pt x="3672239" y="995382"/>
                  </a:lnTo>
                  <a:lnTo>
                    <a:pt x="3672332" y="995382"/>
                  </a:lnTo>
                  <a:lnTo>
                    <a:pt x="3672425" y="995382"/>
                  </a:lnTo>
                  <a:lnTo>
                    <a:pt x="3672518" y="995382"/>
                  </a:lnTo>
                  <a:lnTo>
                    <a:pt x="3672612" y="995382"/>
                  </a:lnTo>
                  <a:lnTo>
                    <a:pt x="3672705" y="995382"/>
                  </a:lnTo>
                  <a:lnTo>
                    <a:pt x="3672798" y="995382"/>
                  </a:lnTo>
                  <a:lnTo>
                    <a:pt x="3672891" y="995382"/>
                  </a:lnTo>
                  <a:lnTo>
                    <a:pt x="3672985" y="995382"/>
                  </a:lnTo>
                  <a:lnTo>
                    <a:pt x="3673078" y="995382"/>
                  </a:lnTo>
                  <a:lnTo>
                    <a:pt x="3673171" y="995382"/>
                  </a:lnTo>
                  <a:lnTo>
                    <a:pt x="3673264" y="995382"/>
                  </a:lnTo>
                  <a:lnTo>
                    <a:pt x="3673358" y="995382"/>
                  </a:lnTo>
                  <a:lnTo>
                    <a:pt x="3673451" y="995382"/>
                  </a:lnTo>
                  <a:lnTo>
                    <a:pt x="3673544" y="995382"/>
                  </a:lnTo>
                  <a:lnTo>
                    <a:pt x="3673637" y="995382"/>
                  </a:lnTo>
                  <a:lnTo>
                    <a:pt x="3673731" y="995382"/>
                  </a:lnTo>
                  <a:lnTo>
                    <a:pt x="3673824" y="995382"/>
                  </a:lnTo>
                  <a:lnTo>
                    <a:pt x="3673917" y="995382"/>
                  </a:lnTo>
                  <a:lnTo>
                    <a:pt x="3674010" y="995382"/>
                  </a:lnTo>
                  <a:lnTo>
                    <a:pt x="3674104" y="995382"/>
                  </a:lnTo>
                  <a:lnTo>
                    <a:pt x="3674197" y="995382"/>
                  </a:lnTo>
                  <a:lnTo>
                    <a:pt x="3674290" y="995382"/>
                  </a:lnTo>
                  <a:lnTo>
                    <a:pt x="3674383" y="995382"/>
                  </a:lnTo>
                  <a:lnTo>
                    <a:pt x="3674477" y="995382"/>
                  </a:lnTo>
                  <a:lnTo>
                    <a:pt x="3674570" y="995382"/>
                  </a:lnTo>
                  <a:lnTo>
                    <a:pt x="3674663" y="995382"/>
                  </a:lnTo>
                  <a:lnTo>
                    <a:pt x="3674756" y="995382"/>
                  </a:lnTo>
                  <a:lnTo>
                    <a:pt x="3674850" y="995382"/>
                  </a:lnTo>
                  <a:lnTo>
                    <a:pt x="3674943" y="995382"/>
                  </a:lnTo>
                  <a:lnTo>
                    <a:pt x="3675036" y="995382"/>
                  </a:lnTo>
                  <a:lnTo>
                    <a:pt x="3675129" y="995382"/>
                  </a:lnTo>
                  <a:lnTo>
                    <a:pt x="3675223" y="995382"/>
                  </a:lnTo>
                  <a:lnTo>
                    <a:pt x="3675316" y="995382"/>
                  </a:lnTo>
                  <a:lnTo>
                    <a:pt x="3675409" y="995382"/>
                  </a:lnTo>
                  <a:lnTo>
                    <a:pt x="3675502" y="995382"/>
                  </a:lnTo>
                  <a:lnTo>
                    <a:pt x="3675596" y="995382"/>
                  </a:lnTo>
                  <a:lnTo>
                    <a:pt x="3675689" y="995382"/>
                  </a:lnTo>
                  <a:lnTo>
                    <a:pt x="3675782" y="995382"/>
                  </a:lnTo>
                  <a:lnTo>
                    <a:pt x="3675875" y="995382"/>
                  </a:lnTo>
                  <a:lnTo>
                    <a:pt x="3675969" y="995382"/>
                  </a:lnTo>
                  <a:lnTo>
                    <a:pt x="3676062" y="995382"/>
                  </a:lnTo>
                  <a:lnTo>
                    <a:pt x="3676155" y="995382"/>
                  </a:lnTo>
                  <a:lnTo>
                    <a:pt x="3676248" y="995382"/>
                  </a:lnTo>
                  <a:lnTo>
                    <a:pt x="3676342" y="995382"/>
                  </a:lnTo>
                  <a:lnTo>
                    <a:pt x="3676435" y="995382"/>
                  </a:lnTo>
                  <a:lnTo>
                    <a:pt x="3676528" y="995382"/>
                  </a:lnTo>
                  <a:lnTo>
                    <a:pt x="3676621" y="995382"/>
                  </a:lnTo>
                  <a:lnTo>
                    <a:pt x="3676715" y="995382"/>
                  </a:lnTo>
                  <a:lnTo>
                    <a:pt x="3676808" y="995382"/>
                  </a:lnTo>
                  <a:lnTo>
                    <a:pt x="3676901" y="995382"/>
                  </a:lnTo>
                  <a:lnTo>
                    <a:pt x="3676994" y="995382"/>
                  </a:lnTo>
                  <a:lnTo>
                    <a:pt x="3677087" y="995382"/>
                  </a:lnTo>
                  <a:lnTo>
                    <a:pt x="3677181" y="995382"/>
                  </a:lnTo>
                  <a:lnTo>
                    <a:pt x="3677274" y="995382"/>
                  </a:lnTo>
                  <a:lnTo>
                    <a:pt x="3677367" y="995382"/>
                  </a:lnTo>
                  <a:lnTo>
                    <a:pt x="3677460" y="995382"/>
                  </a:lnTo>
                  <a:lnTo>
                    <a:pt x="3677554" y="995382"/>
                  </a:lnTo>
                  <a:lnTo>
                    <a:pt x="3677647" y="995382"/>
                  </a:lnTo>
                  <a:lnTo>
                    <a:pt x="3677740" y="995382"/>
                  </a:lnTo>
                  <a:lnTo>
                    <a:pt x="3677833" y="995382"/>
                  </a:lnTo>
                  <a:lnTo>
                    <a:pt x="3677927" y="995382"/>
                  </a:lnTo>
                  <a:lnTo>
                    <a:pt x="3678020" y="995382"/>
                  </a:lnTo>
                  <a:lnTo>
                    <a:pt x="3678113" y="995382"/>
                  </a:lnTo>
                  <a:lnTo>
                    <a:pt x="3678206" y="995382"/>
                  </a:lnTo>
                  <a:lnTo>
                    <a:pt x="3678300" y="995382"/>
                  </a:lnTo>
                  <a:lnTo>
                    <a:pt x="3678393" y="995382"/>
                  </a:lnTo>
                  <a:lnTo>
                    <a:pt x="3678486" y="995382"/>
                  </a:lnTo>
                  <a:lnTo>
                    <a:pt x="3678579" y="995382"/>
                  </a:lnTo>
                  <a:lnTo>
                    <a:pt x="3678673" y="995382"/>
                  </a:lnTo>
                  <a:lnTo>
                    <a:pt x="3678766" y="995382"/>
                  </a:lnTo>
                  <a:lnTo>
                    <a:pt x="3678859" y="995382"/>
                  </a:lnTo>
                  <a:lnTo>
                    <a:pt x="3678952" y="995382"/>
                  </a:lnTo>
                  <a:lnTo>
                    <a:pt x="3679046" y="995382"/>
                  </a:lnTo>
                  <a:lnTo>
                    <a:pt x="3679139" y="995382"/>
                  </a:lnTo>
                  <a:lnTo>
                    <a:pt x="3679232" y="995382"/>
                  </a:lnTo>
                  <a:lnTo>
                    <a:pt x="3679325" y="995382"/>
                  </a:lnTo>
                  <a:lnTo>
                    <a:pt x="3679419" y="995382"/>
                  </a:lnTo>
                  <a:lnTo>
                    <a:pt x="3679512" y="995382"/>
                  </a:lnTo>
                  <a:lnTo>
                    <a:pt x="3679605" y="995382"/>
                  </a:lnTo>
                  <a:lnTo>
                    <a:pt x="3679698" y="995382"/>
                  </a:lnTo>
                  <a:lnTo>
                    <a:pt x="3679792" y="995382"/>
                  </a:lnTo>
                  <a:lnTo>
                    <a:pt x="3679885" y="995382"/>
                  </a:lnTo>
                  <a:lnTo>
                    <a:pt x="3679978" y="995382"/>
                  </a:lnTo>
                  <a:lnTo>
                    <a:pt x="3680071" y="995382"/>
                  </a:lnTo>
                  <a:lnTo>
                    <a:pt x="3680165" y="995382"/>
                  </a:lnTo>
                  <a:lnTo>
                    <a:pt x="3680258" y="995382"/>
                  </a:lnTo>
                  <a:lnTo>
                    <a:pt x="3680351" y="995382"/>
                  </a:lnTo>
                  <a:lnTo>
                    <a:pt x="3680444" y="995382"/>
                  </a:lnTo>
                  <a:lnTo>
                    <a:pt x="3680538" y="995382"/>
                  </a:lnTo>
                  <a:lnTo>
                    <a:pt x="3680631" y="995382"/>
                  </a:lnTo>
                  <a:lnTo>
                    <a:pt x="3680724" y="995382"/>
                  </a:lnTo>
                  <a:lnTo>
                    <a:pt x="3680817" y="995382"/>
                  </a:lnTo>
                  <a:lnTo>
                    <a:pt x="3680911" y="995382"/>
                  </a:lnTo>
                  <a:lnTo>
                    <a:pt x="3681004" y="995382"/>
                  </a:lnTo>
                  <a:lnTo>
                    <a:pt x="3681097" y="995382"/>
                  </a:lnTo>
                  <a:lnTo>
                    <a:pt x="3681190" y="995382"/>
                  </a:lnTo>
                  <a:lnTo>
                    <a:pt x="3681284" y="995382"/>
                  </a:lnTo>
                  <a:lnTo>
                    <a:pt x="3681377" y="995382"/>
                  </a:lnTo>
                  <a:lnTo>
                    <a:pt x="3681470" y="995382"/>
                  </a:lnTo>
                  <a:lnTo>
                    <a:pt x="3681563" y="995382"/>
                  </a:lnTo>
                  <a:lnTo>
                    <a:pt x="3681657" y="995382"/>
                  </a:lnTo>
                  <a:lnTo>
                    <a:pt x="3681750" y="995382"/>
                  </a:lnTo>
                  <a:lnTo>
                    <a:pt x="3681843" y="995382"/>
                  </a:lnTo>
                  <a:lnTo>
                    <a:pt x="3681936" y="995382"/>
                  </a:lnTo>
                  <a:lnTo>
                    <a:pt x="3682030" y="995382"/>
                  </a:lnTo>
                  <a:lnTo>
                    <a:pt x="3682123" y="995382"/>
                  </a:lnTo>
                  <a:lnTo>
                    <a:pt x="3682216" y="995382"/>
                  </a:lnTo>
                  <a:lnTo>
                    <a:pt x="3682309" y="995382"/>
                  </a:lnTo>
                  <a:lnTo>
                    <a:pt x="3682403" y="995382"/>
                  </a:lnTo>
                  <a:lnTo>
                    <a:pt x="3682496" y="995382"/>
                  </a:lnTo>
                  <a:lnTo>
                    <a:pt x="3682589" y="995382"/>
                  </a:lnTo>
                  <a:lnTo>
                    <a:pt x="3682682" y="995382"/>
                  </a:lnTo>
                  <a:lnTo>
                    <a:pt x="3682776" y="995382"/>
                  </a:lnTo>
                  <a:lnTo>
                    <a:pt x="3682869" y="995382"/>
                  </a:lnTo>
                  <a:lnTo>
                    <a:pt x="3682962" y="995382"/>
                  </a:lnTo>
                  <a:lnTo>
                    <a:pt x="3683055" y="995382"/>
                  </a:lnTo>
                  <a:lnTo>
                    <a:pt x="3683055" y="985428"/>
                  </a:lnTo>
                  <a:lnTo>
                    <a:pt x="3683149" y="985428"/>
                  </a:lnTo>
                  <a:lnTo>
                    <a:pt x="3683242" y="985428"/>
                  </a:lnTo>
                  <a:lnTo>
                    <a:pt x="3683335" y="985428"/>
                  </a:lnTo>
                  <a:lnTo>
                    <a:pt x="3683428" y="985428"/>
                  </a:lnTo>
                  <a:lnTo>
                    <a:pt x="3683522" y="985428"/>
                  </a:lnTo>
                  <a:lnTo>
                    <a:pt x="3683615" y="985428"/>
                  </a:lnTo>
                  <a:lnTo>
                    <a:pt x="3683708" y="985428"/>
                  </a:lnTo>
                  <a:lnTo>
                    <a:pt x="3683801" y="985428"/>
                  </a:lnTo>
                  <a:lnTo>
                    <a:pt x="3683895" y="985428"/>
                  </a:lnTo>
                  <a:lnTo>
                    <a:pt x="3683988" y="985428"/>
                  </a:lnTo>
                  <a:lnTo>
                    <a:pt x="3684081" y="985428"/>
                  </a:lnTo>
                  <a:lnTo>
                    <a:pt x="3684174" y="985428"/>
                  </a:lnTo>
                  <a:lnTo>
                    <a:pt x="3684267" y="985428"/>
                  </a:lnTo>
                  <a:lnTo>
                    <a:pt x="3684361" y="985428"/>
                  </a:lnTo>
                  <a:lnTo>
                    <a:pt x="3684454" y="985428"/>
                  </a:lnTo>
                  <a:lnTo>
                    <a:pt x="3684547" y="985428"/>
                  </a:lnTo>
                  <a:lnTo>
                    <a:pt x="3684640" y="985428"/>
                  </a:lnTo>
                  <a:lnTo>
                    <a:pt x="3684734" y="985428"/>
                  </a:lnTo>
                  <a:lnTo>
                    <a:pt x="3684827" y="985428"/>
                  </a:lnTo>
                  <a:lnTo>
                    <a:pt x="3684920" y="985428"/>
                  </a:lnTo>
                  <a:lnTo>
                    <a:pt x="3685013" y="985428"/>
                  </a:lnTo>
                  <a:lnTo>
                    <a:pt x="3685107" y="985428"/>
                  </a:lnTo>
                  <a:lnTo>
                    <a:pt x="3685200" y="985428"/>
                  </a:lnTo>
                  <a:lnTo>
                    <a:pt x="3685200" y="975474"/>
                  </a:lnTo>
                  <a:lnTo>
                    <a:pt x="3685293" y="975474"/>
                  </a:lnTo>
                  <a:lnTo>
                    <a:pt x="3685386" y="975474"/>
                  </a:lnTo>
                  <a:lnTo>
                    <a:pt x="3685480" y="975474"/>
                  </a:lnTo>
                  <a:lnTo>
                    <a:pt x="3685573" y="975474"/>
                  </a:lnTo>
                  <a:lnTo>
                    <a:pt x="3685666" y="975474"/>
                  </a:lnTo>
                  <a:lnTo>
                    <a:pt x="3685759" y="975474"/>
                  </a:lnTo>
                  <a:lnTo>
                    <a:pt x="3685853" y="975474"/>
                  </a:lnTo>
                  <a:lnTo>
                    <a:pt x="3685946" y="975474"/>
                  </a:lnTo>
                  <a:lnTo>
                    <a:pt x="3686039" y="975474"/>
                  </a:lnTo>
                  <a:lnTo>
                    <a:pt x="3686132" y="975474"/>
                  </a:lnTo>
                  <a:lnTo>
                    <a:pt x="3686226" y="975474"/>
                  </a:lnTo>
                  <a:lnTo>
                    <a:pt x="3686319" y="975474"/>
                  </a:lnTo>
                  <a:lnTo>
                    <a:pt x="3686412" y="975474"/>
                  </a:lnTo>
                  <a:lnTo>
                    <a:pt x="3686505" y="975474"/>
                  </a:lnTo>
                  <a:lnTo>
                    <a:pt x="3686599" y="975474"/>
                  </a:lnTo>
                  <a:lnTo>
                    <a:pt x="3686692" y="975474"/>
                  </a:lnTo>
                  <a:lnTo>
                    <a:pt x="3686785" y="975474"/>
                  </a:lnTo>
                  <a:lnTo>
                    <a:pt x="3686878" y="975474"/>
                  </a:lnTo>
                  <a:lnTo>
                    <a:pt x="3686972" y="975474"/>
                  </a:lnTo>
                  <a:lnTo>
                    <a:pt x="3687065" y="975474"/>
                  </a:lnTo>
                  <a:lnTo>
                    <a:pt x="3687158" y="975474"/>
                  </a:lnTo>
                  <a:lnTo>
                    <a:pt x="3687251" y="975474"/>
                  </a:lnTo>
                  <a:lnTo>
                    <a:pt x="3687345" y="975474"/>
                  </a:lnTo>
                  <a:lnTo>
                    <a:pt x="3687438" y="975474"/>
                  </a:lnTo>
                  <a:lnTo>
                    <a:pt x="3687531" y="975474"/>
                  </a:lnTo>
                  <a:lnTo>
                    <a:pt x="3687624" y="975474"/>
                  </a:lnTo>
                  <a:lnTo>
                    <a:pt x="3687718" y="975474"/>
                  </a:lnTo>
                  <a:lnTo>
                    <a:pt x="3687811" y="975474"/>
                  </a:lnTo>
                  <a:lnTo>
                    <a:pt x="3687904" y="975474"/>
                  </a:lnTo>
                  <a:lnTo>
                    <a:pt x="3687997" y="975474"/>
                  </a:lnTo>
                  <a:lnTo>
                    <a:pt x="3688091" y="975474"/>
                  </a:lnTo>
                  <a:lnTo>
                    <a:pt x="3688184" y="975474"/>
                  </a:lnTo>
                  <a:lnTo>
                    <a:pt x="3688277" y="975474"/>
                  </a:lnTo>
                  <a:lnTo>
                    <a:pt x="3688370" y="975474"/>
                  </a:lnTo>
                  <a:lnTo>
                    <a:pt x="3688464" y="975474"/>
                  </a:lnTo>
                  <a:lnTo>
                    <a:pt x="3688557" y="975474"/>
                  </a:lnTo>
                  <a:lnTo>
                    <a:pt x="3688650" y="975474"/>
                  </a:lnTo>
                  <a:lnTo>
                    <a:pt x="3688743" y="975474"/>
                  </a:lnTo>
                  <a:lnTo>
                    <a:pt x="3688837" y="975474"/>
                  </a:lnTo>
                  <a:lnTo>
                    <a:pt x="3688930" y="975474"/>
                  </a:lnTo>
                  <a:lnTo>
                    <a:pt x="3689023" y="975474"/>
                  </a:lnTo>
                  <a:lnTo>
                    <a:pt x="3689116" y="975474"/>
                  </a:lnTo>
                  <a:lnTo>
                    <a:pt x="3689210" y="975474"/>
                  </a:lnTo>
                  <a:lnTo>
                    <a:pt x="3689303" y="975474"/>
                  </a:lnTo>
                  <a:lnTo>
                    <a:pt x="3689396" y="975474"/>
                  </a:lnTo>
                  <a:lnTo>
                    <a:pt x="3689489" y="975474"/>
                  </a:lnTo>
                  <a:lnTo>
                    <a:pt x="3689583" y="975474"/>
                  </a:lnTo>
                  <a:lnTo>
                    <a:pt x="3689676" y="975474"/>
                  </a:lnTo>
                  <a:lnTo>
                    <a:pt x="3689769" y="975474"/>
                  </a:lnTo>
                  <a:lnTo>
                    <a:pt x="3689862" y="975474"/>
                  </a:lnTo>
                  <a:lnTo>
                    <a:pt x="3689956" y="975474"/>
                  </a:lnTo>
                  <a:lnTo>
                    <a:pt x="3690049" y="975474"/>
                  </a:lnTo>
                  <a:lnTo>
                    <a:pt x="3690142" y="975474"/>
                  </a:lnTo>
                  <a:lnTo>
                    <a:pt x="3690235" y="975474"/>
                  </a:lnTo>
                  <a:lnTo>
                    <a:pt x="3690329" y="975474"/>
                  </a:lnTo>
                  <a:lnTo>
                    <a:pt x="3690422" y="975474"/>
                  </a:lnTo>
                  <a:lnTo>
                    <a:pt x="3690515" y="975474"/>
                  </a:lnTo>
                  <a:lnTo>
                    <a:pt x="3690608" y="975474"/>
                  </a:lnTo>
                  <a:lnTo>
                    <a:pt x="3690702" y="975474"/>
                  </a:lnTo>
                  <a:lnTo>
                    <a:pt x="3690795" y="975474"/>
                  </a:lnTo>
                  <a:lnTo>
                    <a:pt x="3690888" y="975474"/>
                  </a:lnTo>
                  <a:lnTo>
                    <a:pt x="3690981" y="975474"/>
                  </a:lnTo>
                  <a:lnTo>
                    <a:pt x="3691074" y="975474"/>
                  </a:lnTo>
                  <a:lnTo>
                    <a:pt x="3691168" y="975474"/>
                  </a:lnTo>
                  <a:lnTo>
                    <a:pt x="3691261" y="975474"/>
                  </a:lnTo>
                  <a:lnTo>
                    <a:pt x="3691354" y="975474"/>
                  </a:lnTo>
                  <a:lnTo>
                    <a:pt x="3691447" y="975474"/>
                  </a:lnTo>
                  <a:lnTo>
                    <a:pt x="3691541" y="975474"/>
                  </a:lnTo>
                  <a:lnTo>
                    <a:pt x="3691634" y="975474"/>
                  </a:lnTo>
                  <a:lnTo>
                    <a:pt x="3691727" y="975474"/>
                  </a:lnTo>
                  <a:lnTo>
                    <a:pt x="3691820" y="975474"/>
                  </a:lnTo>
                  <a:lnTo>
                    <a:pt x="3691914" y="975474"/>
                  </a:lnTo>
                  <a:lnTo>
                    <a:pt x="3692007" y="975474"/>
                  </a:lnTo>
                  <a:lnTo>
                    <a:pt x="3692100" y="975474"/>
                  </a:lnTo>
                  <a:lnTo>
                    <a:pt x="3692193" y="975474"/>
                  </a:lnTo>
                  <a:lnTo>
                    <a:pt x="3692287" y="975474"/>
                  </a:lnTo>
                  <a:lnTo>
                    <a:pt x="3692380" y="975474"/>
                  </a:lnTo>
                  <a:lnTo>
                    <a:pt x="3692473" y="975474"/>
                  </a:lnTo>
                  <a:lnTo>
                    <a:pt x="3692566" y="975474"/>
                  </a:lnTo>
                  <a:lnTo>
                    <a:pt x="3692660" y="975474"/>
                  </a:lnTo>
                  <a:lnTo>
                    <a:pt x="3692753" y="975474"/>
                  </a:lnTo>
                  <a:lnTo>
                    <a:pt x="3692846" y="975474"/>
                  </a:lnTo>
                  <a:lnTo>
                    <a:pt x="3692939" y="975474"/>
                  </a:lnTo>
                  <a:lnTo>
                    <a:pt x="3693033" y="975474"/>
                  </a:lnTo>
                  <a:lnTo>
                    <a:pt x="3693033" y="965520"/>
                  </a:lnTo>
                  <a:lnTo>
                    <a:pt x="3693126" y="965520"/>
                  </a:lnTo>
                  <a:lnTo>
                    <a:pt x="3693219" y="965520"/>
                  </a:lnTo>
                  <a:lnTo>
                    <a:pt x="3693312" y="965520"/>
                  </a:lnTo>
                  <a:lnTo>
                    <a:pt x="3693406" y="965520"/>
                  </a:lnTo>
                  <a:lnTo>
                    <a:pt x="3693499" y="965520"/>
                  </a:lnTo>
                  <a:lnTo>
                    <a:pt x="3693592" y="965520"/>
                  </a:lnTo>
                  <a:lnTo>
                    <a:pt x="3693685" y="965520"/>
                  </a:lnTo>
                  <a:lnTo>
                    <a:pt x="3693779" y="965520"/>
                  </a:lnTo>
                  <a:lnTo>
                    <a:pt x="3693872" y="965520"/>
                  </a:lnTo>
                  <a:lnTo>
                    <a:pt x="3693965" y="965520"/>
                  </a:lnTo>
                  <a:lnTo>
                    <a:pt x="3694058" y="965520"/>
                  </a:lnTo>
                  <a:lnTo>
                    <a:pt x="3694152" y="965520"/>
                  </a:lnTo>
                  <a:lnTo>
                    <a:pt x="3694245" y="965520"/>
                  </a:lnTo>
                  <a:lnTo>
                    <a:pt x="3694338" y="965520"/>
                  </a:lnTo>
                  <a:lnTo>
                    <a:pt x="3694431" y="965520"/>
                  </a:lnTo>
                  <a:lnTo>
                    <a:pt x="3694525" y="965520"/>
                  </a:lnTo>
                  <a:lnTo>
                    <a:pt x="3694618" y="965520"/>
                  </a:lnTo>
                  <a:lnTo>
                    <a:pt x="3694711" y="965520"/>
                  </a:lnTo>
                  <a:lnTo>
                    <a:pt x="3694804" y="965520"/>
                  </a:lnTo>
                  <a:lnTo>
                    <a:pt x="3694804" y="955566"/>
                  </a:lnTo>
                  <a:lnTo>
                    <a:pt x="3694898" y="955566"/>
                  </a:lnTo>
                  <a:lnTo>
                    <a:pt x="3694991" y="955566"/>
                  </a:lnTo>
                  <a:lnTo>
                    <a:pt x="3695084" y="955566"/>
                  </a:lnTo>
                  <a:lnTo>
                    <a:pt x="3695177" y="955566"/>
                  </a:lnTo>
                  <a:lnTo>
                    <a:pt x="3695271" y="955566"/>
                  </a:lnTo>
                  <a:lnTo>
                    <a:pt x="3695364" y="955566"/>
                  </a:lnTo>
                  <a:lnTo>
                    <a:pt x="3695457" y="955566"/>
                  </a:lnTo>
                  <a:lnTo>
                    <a:pt x="3695550" y="955566"/>
                  </a:lnTo>
                  <a:lnTo>
                    <a:pt x="3695644" y="955566"/>
                  </a:lnTo>
                  <a:lnTo>
                    <a:pt x="3695737" y="955566"/>
                  </a:lnTo>
                  <a:lnTo>
                    <a:pt x="3695830" y="955566"/>
                  </a:lnTo>
                  <a:lnTo>
                    <a:pt x="3695923" y="955566"/>
                  </a:lnTo>
                  <a:lnTo>
                    <a:pt x="3696017" y="955566"/>
                  </a:lnTo>
                  <a:lnTo>
                    <a:pt x="3696110" y="955566"/>
                  </a:lnTo>
                  <a:lnTo>
                    <a:pt x="3696203" y="955566"/>
                  </a:lnTo>
                  <a:lnTo>
                    <a:pt x="3696296" y="955566"/>
                  </a:lnTo>
                  <a:lnTo>
                    <a:pt x="3696390" y="955566"/>
                  </a:lnTo>
                  <a:lnTo>
                    <a:pt x="3696483" y="955566"/>
                  </a:lnTo>
                  <a:lnTo>
                    <a:pt x="3696576" y="955566"/>
                  </a:lnTo>
                  <a:lnTo>
                    <a:pt x="3696669" y="955566"/>
                  </a:lnTo>
                  <a:lnTo>
                    <a:pt x="3696763" y="955566"/>
                  </a:lnTo>
                  <a:lnTo>
                    <a:pt x="3696856" y="955566"/>
                  </a:lnTo>
                  <a:lnTo>
                    <a:pt x="3696949" y="955566"/>
                  </a:lnTo>
                  <a:lnTo>
                    <a:pt x="3697042" y="955566"/>
                  </a:lnTo>
                  <a:lnTo>
                    <a:pt x="3697136" y="955566"/>
                  </a:lnTo>
                  <a:lnTo>
                    <a:pt x="3697229" y="955566"/>
                  </a:lnTo>
                  <a:lnTo>
                    <a:pt x="3697322" y="955566"/>
                  </a:lnTo>
                  <a:lnTo>
                    <a:pt x="3697415" y="955566"/>
                  </a:lnTo>
                  <a:lnTo>
                    <a:pt x="3697509" y="955566"/>
                  </a:lnTo>
                  <a:lnTo>
                    <a:pt x="3697602" y="955566"/>
                  </a:lnTo>
                  <a:lnTo>
                    <a:pt x="3697695" y="955566"/>
                  </a:lnTo>
                  <a:lnTo>
                    <a:pt x="3697788" y="955566"/>
                  </a:lnTo>
                  <a:lnTo>
                    <a:pt x="3697881" y="955566"/>
                  </a:lnTo>
                  <a:lnTo>
                    <a:pt x="3697975" y="955566"/>
                  </a:lnTo>
                  <a:lnTo>
                    <a:pt x="3698068" y="955566"/>
                  </a:lnTo>
                  <a:lnTo>
                    <a:pt x="3698161" y="955566"/>
                  </a:lnTo>
                  <a:lnTo>
                    <a:pt x="3698254" y="955566"/>
                  </a:lnTo>
                  <a:lnTo>
                    <a:pt x="3698348" y="955566"/>
                  </a:lnTo>
                  <a:lnTo>
                    <a:pt x="3698441" y="955566"/>
                  </a:lnTo>
                  <a:lnTo>
                    <a:pt x="3698534" y="955566"/>
                  </a:lnTo>
                  <a:lnTo>
                    <a:pt x="3698627" y="955566"/>
                  </a:lnTo>
                  <a:lnTo>
                    <a:pt x="3698721" y="955566"/>
                  </a:lnTo>
                  <a:lnTo>
                    <a:pt x="3698814" y="955566"/>
                  </a:lnTo>
                  <a:lnTo>
                    <a:pt x="3698907" y="955566"/>
                  </a:lnTo>
                  <a:lnTo>
                    <a:pt x="3699000" y="955566"/>
                  </a:lnTo>
                  <a:lnTo>
                    <a:pt x="3699094" y="955566"/>
                  </a:lnTo>
                  <a:lnTo>
                    <a:pt x="3699187" y="955566"/>
                  </a:lnTo>
                  <a:lnTo>
                    <a:pt x="3699280" y="955566"/>
                  </a:lnTo>
                  <a:lnTo>
                    <a:pt x="3699373" y="955566"/>
                  </a:lnTo>
                  <a:lnTo>
                    <a:pt x="3699467" y="955566"/>
                  </a:lnTo>
                  <a:lnTo>
                    <a:pt x="3699560" y="955566"/>
                  </a:lnTo>
                  <a:lnTo>
                    <a:pt x="3699653" y="955566"/>
                  </a:lnTo>
                  <a:lnTo>
                    <a:pt x="3699746" y="955566"/>
                  </a:lnTo>
                  <a:lnTo>
                    <a:pt x="3699840" y="955566"/>
                  </a:lnTo>
                  <a:lnTo>
                    <a:pt x="3699933" y="955566"/>
                  </a:lnTo>
                  <a:lnTo>
                    <a:pt x="3700026" y="955566"/>
                  </a:lnTo>
                  <a:lnTo>
                    <a:pt x="3700119" y="955566"/>
                  </a:lnTo>
                  <a:lnTo>
                    <a:pt x="3700213" y="955566"/>
                  </a:lnTo>
                  <a:lnTo>
                    <a:pt x="3700306" y="955566"/>
                  </a:lnTo>
                  <a:lnTo>
                    <a:pt x="3700399" y="955566"/>
                  </a:lnTo>
                  <a:lnTo>
                    <a:pt x="3700492" y="955566"/>
                  </a:lnTo>
                  <a:lnTo>
                    <a:pt x="3700586" y="955566"/>
                  </a:lnTo>
                  <a:lnTo>
                    <a:pt x="3700679" y="955566"/>
                  </a:lnTo>
                  <a:lnTo>
                    <a:pt x="3700772" y="955566"/>
                  </a:lnTo>
                  <a:lnTo>
                    <a:pt x="3700865" y="955566"/>
                  </a:lnTo>
                  <a:lnTo>
                    <a:pt x="3700959" y="955566"/>
                  </a:lnTo>
                  <a:lnTo>
                    <a:pt x="3701052" y="955566"/>
                  </a:lnTo>
                  <a:lnTo>
                    <a:pt x="3701145" y="955566"/>
                  </a:lnTo>
                  <a:lnTo>
                    <a:pt x="3701238" y="955566"/>
                  </a:lnTo>
                  <a:lnTo>
                    <a:pt x="3701332" y="955566"/>
                  </a:lnTo>
                  <a:lnTo>
                    <a:pt x="3701425" y="955566"/>
                  </a:lnTo>
                  <a:lnTo>
                    <a:pt x="3701518" y="955566"/>
                  </a:lnTo>
                  <a:lnTo>
                    <a:pt x="3701611" y="955566"/>
                  </a:lnTo>
                  <a:lnTo>
                    <a:pt x="3701705" y="955566"/>
                  </a:lnTo>
                  <a:lnTo>
                    <a:pt x="3701798" y="955566"/>
                  </a:lnTo>
                  <a:lnTo>
                    <a:pt x="3701891" y="955566"/>
                  </a:lnTo>
                  <a:lnTo>
                    <a:pt x="3701984" y="955566"/>
                  </a:lnTo>
                  <a:lnTo>
                    <a:pt x="3702078" y="955566"/>
                  </a:lnTo>
                  <a:lnTo>
                    <a:pt x="3702171" y="955566"/>
                  </a:lnTo>
                  <a:lnTo>
                    <a:pt x="3702264" y="955566"/>
                  </a:lnTo>
                  <a:lnTo>
                    <a:pt x="3702357" y="955566"/>
                  </a:lnTo>
                  <a:lnTo>
                    <a:pt x="3702451" y="955566"/>
                  </a:lnTo>
                  <a:lnTo>
                    <a:pt x="3702544" y="955566"/>
                  </a:lnTo>
                  <a:lnTo>
                    <a:pt x="3702637" y="955566"/>
                  </a:lnTo>
                  <a:lnTo>
                    <a:pt x="3702730" y="955566"/>
                  </a:lnTo>
                  <a:lnTo>
                    <a:pt x="3702824" y="955566"/>
                  </a:lnTo>
                  <a:lnTo>
                    <a:pt x="3702917" y="955566"/>
                  </a:lnTo>
                  <a:lnTo>
                    <a:pt x="3703010" y="955566"/>
                  </a:lnTo>
                  <a:lnTo>
                    <a:pt x="3703103" y="955566"/>
                  </a:lnTo>
                  <a:lnTo>
                    <a:pt x="3703197" y="955566"/>
                  </a:lnTo>
                  <a:lnTo>
                    <a:pt x="3703290" y="955566"/>
                  </a:lnTo>
                  <a:lnTo>
                    <a:pt x="3703383" y="955566"/>
                  </a:lnTo>
                  <a:lnTo>
                    <a:pt x="3703476" y="955566"/>
                  </a:lnTo>
                  <a:lnTo>
                    <a:pt x="3703570" y="955566"/>
                  </a:lnTo>
                  <a:lnTo>
                    <a:pt x="3703663" y="955566"/>
                  </a:lnTo>
                  <a:lnTo>
                    <a:pt x="3703756" y="955566"/>
                  </a:lnTo>
                  <a:lnTo>
                    <a:pt x="3703849" y="955566"/>
                  </a:lnTo>
                  <a:lnTo>
                    <a:pt x="3703943" y="955566"/>
                  </a:lnTo>
                  <a:lnTo>
                    <a:pt x="3704036" y="955566"/>
                  </a:lnTo>
                  <a:lnTo>
                    <a:pt x="3704129" y="955566"/>
                  </a:lnTo>
                  <a:lnTo>
                    <a:pt x="3704222" y="955566"/>
                  </a:lnTo>
                  <a:lnTo>
                    <a:pt x="3704316" y="955566"/>
                  </a:lnTo>
                  <a:lnTo>
                    <a:pt x="3704409" y="955566"/>
                  </a:lnTo>
                  <a:lnTo>
                    <a:pt x="3704502" y="955566"/>
                  </a:lnTo>
                  <a:lnTo>
                    <a:pt x="3704595" y="955566"/>
                  </a:lnTo>
                  <a:lnTo>
                    <a:pt x="3704689" y="955566"/>
                  </a:lnTo>
                  <a:lnTo>
                    <a:pt x="3704782" y="955566"/>
                  </a:lnTo>
                  <a:lnTo>
                    <a:pt x="3704875" y="955566"/>
                  </a:lnTo>
                  <a:lnTo>
                    <a:pt x="3704968" y="955566"/>
                  </a:lnTo>
                  <a:lnTo>
                    <a:pt x="3705061" y="955566"/>
                  </a:lnTo>
                  <a:lnTo>
                    <a:pt x="3705155" y="955566"/>
                  </a:lnTo>
                  <a:lnTo>
                    <a:pt x="3705248" y="955566"/>
                  </a:lnTo>
                  <a:lnTo>
                    <a:pt x="3705341" y="955566"/>
                  </a:lnTo>
                  <a:lnTo>
                    <a:pt x="3705434" y="955566"/>
                  </a:lnTo>
                  <a:lnTo>
                    <a:pt x="3705528" y="955566"/>
                  </a:lnTo>
                  <a:lnTo>
                    <a:pt x="3705621" y="955566"/>
                  </a:lnTo>
                  <a:lnTo>
                    <a:pt x="3705714" y="955566"/>
                  </a:lnTo>
                  <a:lnTo>
                    <a:pt x="3705807" y="955566"/>
                  </a:lnTo>
                  <a:lnTo>
                    <a:pt x="3705901" y="955566"/>
                  </a:lnTo>
                  <a:lnTo>
                    <a:pt x="3705994" y="955566"/>
                  </a:lnTo>
                  <a:lnTo>
                    <a:pt x="3706087" y="955566"/>
                  </a:lnTo>
                  <a:lnTo>
                    <a:pt x="3706180" y="955566"/>
                  </a:lnTo>
                  <a:lnTo>
                    <a:pt x="3706274" y="955566"/>
                  </a:lnTo>
                  <a:lnTo>
                    <a:pt x="3706367" y="955566"/>
                  </a:lnTo>
                  <a:lnTo>
                    <a:pt x="3706460" y="955566"/>
                  </a:lnTo>
                  <a:lnTo>
                    <a:pt x="3706553" y="955566"/>
                  </a:lnTo>
                  <a:lnTo>
                    <a:pt x="3706647" y="955566"/>
                  </a:lnTo>
                  <a:lnTo>
                    <a:pt x="3706740" y="955566"/>
                  </a:lnTo>
                  <a:lnTo>
                    <a:pt x="3706833" y="955566"/>
                  </a:lnTo>
                  <a:lnTo>
                    <a:pt x="3706926" y="955566"/>
                  </a:lnTo>
                  <a:lnTo>
                    <a:pt x="3707020" y="955566"/>
                  </a:lnTo>
                  <a:lnTo>
                    <a:pt x="3707113" y="955566"/>
                  </a:lnTo>
                  <a:lnTo>
                    <a:pt x="3707206" y="955566"/>
                  </a:lnTo>
                  <a:lnTo>
                    <a:pt x="3707299" y="955566"/>
                  </a:lnTo>
                  <a:lnTo>
                    <a:pt x="3707393" y="955566"/>
                  </a:lnTo>
                  <a:lnTo>
                    <a:pt x="3707486" y="955566"/>
                  </a:lnTo>
                  <a:lnTo>
                    <a:pt x="3707579" y="955566"/>
                  </a:lnTo>
                  <a:lnTo>
                    <a:pt x="3707672" y="955566"/>
                  </a:lnTo>
                  <a:lnTo>
                    <a:pt x="3707766" y="955566"/>
                  </a:lnTo>
                  <a:lnTo>
                    <a:pt x="3707859" y="955566"/>
                  </a:lnTo>
                  <a:lnTo>
                    <a:pt x="3707952" y="955566"/>
                  </a:lnTo>
                  <a:lnTo>
                    <a:pt x="3708045" y="955566"/>
                  </a:lnTo>
                  <a:lnTo>
                    <a:pt x="3708139" y="955566"/>
                  </a:lnTo>
                  <a:lnTo>
                    <a:pt x="3708232" y="955566"/>
                  </a:lnTo>
                  <a:lnTo>
                    <a:pt x="3708325" y="955566"/>
                  </a:lnTo>
                  <a:lnTo>
                    <a:pt x="3708418" y="955566"/>
                  </a:lnTo>
                  <a:lnTo>
                    <a:pt x="3708512" y="955566"/>
                  </a:lnTo>
                  <a:lnTo>
                    <a:pt x="3708605" y="955566"/>
                  </a:lnTo>
                  <a:lnTo>
                    <a:pt x="3708698" y="955566"/>
                  </a:lnTo>
                  <a:lnTo>
                    <a:pt x="3708791" y="955566"/>
                  </a:lnTo>
                  <a:lnTo>
                    <a:pt x="3708885" y="955566"/>
                  </a:lnTo>
                  <a:lnTo>
                    <a:pt x="3708978" y="955566"/>
                  </a:lnTo>
                  <a:lnTo>
                    <a:pt x="3709071" y="955566"/>
                  </a:lnTo>
                  <a:lnTo>
                    <a:pt x="3709164" y="955566"/>
                  </a:lnTo>
                  <a:lnTo>
                    <a:pt x="3709258" y="955566"/>
                  </a:lnTo>
                  <a:lnTo>
                    <a:pt x="3709351" y="955566"/>
                  </a:lnTo>
                  <a:lnTo>
                    <a:pt x="3709444" y="955566"/>
                  </a:lnTo>
                  <a:lnTo>
                    <a:pt x="3709537" y="955566"/>
                  </a:lnTo>
                  <a:lnTo>
                    <a:pt x="3709631" y="955566"/>
                  </a:lnTo>
                  <a:lnTo>
                    <a:pt x="3709724" y="955566"/>
                  </a:lnTo>
                  <a:lnTo>
                    <a:pt x="3709817" y="955566"/>
                  </a:lnTo>
                  <a:lnTo>
                    <a:pt x="3709910" y="955566"/>
                  </a:lnTo>
                  <a:lnTo>
                    <a:pt x="3710004" y="955566"/>
                  </a:lnTo>
                  <a:lnTo>
                    <a:pt x="3710097" y="955566"/>
                  </a:lnTo>
                  <a:lnTo>
                    <a:pt x="3710190" y="955566"/>
                  </a:lnTo>
                  <a:lnTo>
                    <a:pt x="3710283" y="955566"/>
                  </a:lnTo>
                  <a:lnTo>
                    <a:pt x="3710377" y="955566"/>
                  </a:lnTo>
                  <a:lnTo>
                    <a:pt x="3710470" y="955566"/>
                  </a:lnTo>
                  <a:lnTo>
                    <a:pt x="3710563" y="955566"/>
                  </a:lnTo>
                  <a:lnTo>
                    <a:pt x="3710656" y="955566"/>
                  </a:lnTo>
                  <a:lnTo>
                    <a:pt x="3710750" y="955566"/>
                  </a:lnTo>
                  <a:lnTo>
                    <a:pt x="3710843" y="955566"/>
                  </a:lnTo>
                  <a:lnTo>
                    <a:pt x="3710936" y="955566"/>
                  </a:lnTo>
                  <a:lnTo>
                    <a:pt x="3711029" y="955566"/>
                  </a:lnTo>
                  <a:lnTo>
                    <a:pt x="3711123" y="955566"/>
                  </a:lnTo>
                  <a:lnTo>
                    <a:pt x="3711216" y="955566"/>
                  </a:lnTo>
                  <a:lnTo>
                    <a:pt x="3711309" y="955566"/>
                  </a:lnTo>
                  <a:lnTo>
                    <a:pt x="3711402" y="955566"/>
                  </a:lnTo>
                  <a:lnTo>
                    <a:pt x="3711496" y="955566"/>
                  </a:lnTo>
                  <a:lnTo>
                    <a:pt x="3711589" y="955566"/>
                  </a:lnTo>
                  <a:lnTo>
                    <a:pt x="3711682" y="955566"/>
                  </a:lnTo>
                  <a:lnTo>
                    <a:pt x="3711775" y="955566"/>
                  </a:lnTo>
                  <a:lnTo>
                    <a:pt x="3711868" y="955566"/>
                  </a:lnTo>
                  <a:lnTo>
                    <a:pt x="3711962" y="955566"/>
                  </a:lnTo>
                  <a:lnTo>
                    <a:pt x="3712055" y="955566"/>
                  </a:lnTo>
                  <a:lnTo>
                    <a:pt x="3712148" y="955566"/>
                  </a:lnTo>
                  <a:lnTo>
                    <a:pt x="3712241" y="955566"/>
                  </a:lnTo>
                  <a:lnTo>
                    <a:pt x="3712335" y="955566"/>
                  </a:lnTo>
                  <a:lnTo>
                    <a:pt x="3712428" y="955566"/>
                  </a:lnTo>
                  <a:lnTo>
                    <a:pt x="3712521" y="955566"/>
                  </a:lnTo>
                  <a:lnTo>
                    <a:pt x="3712614" y="955566"/>
                  </a:lnTo>
                  <a:lnTo>
                    <a:pt x="3712708" y="955566"/>
                  </a:lnTo>
                  <a:lnTo>
                    <a:pt x="3712801" y="955566"/>
                  </a:lnTo>
                  <a:lnTo>
                    <a:pt x="3712894" y="955566"/>
                  </a:lnTo>
                  <a:lnTo>
                    <a:pt x="3712987" y="955566"/>
                  </a:lnTo>
                  <a:lnTo>
                    <a:pt x="3713081" y="955566"/>
                  </a:lnTo>
                  <a:lnTo>
                    <a:pt x="3713174" y="955566"/>
                  </a:lnTo>
                  <a:lnTo>
                    <a:pt x="3713267" y="955566"/>
                  </a:lnTo>
                  <a:lnTo>
                    <a:pt x="3713360" y="955566"/>
                  </a:lnTo>
                  <a:lnTo>
                    <a:pt x="3713454" y="955566"/>
                  </a:lnTo>
                  <a:lnTo>
                    <a:pt x="3713547" y="955566"/>
                  </a:lnTo>
                  <a:lnTo>
                    <a:pt x="3713640" y="955566"/>
                  </a:lnTo>
                  <a:lnTo>
                    <a:pt x="3713733" y="955566"/>
                  </a:lnTo>
                  <a:lnTo>
                    <a:pt x="3713827" y="955566"/>
                  </a:lnTo>
                  <a:lnTo>
                    <a:pt x="3713920" y="955566"/>
                  </a:lnTo>
                  <a:lnTo>
                    <a:pt x="3714013" y="955566"/>
                  </a:lnTo>
                  <a:lnTo>
                    <a:pt x="3714106" y="955566"/>
                  </a:lnTo>
                  <a:lnTo>
                    <a:pt x="3714200" y="955566"/>
                  </a:lnTo>
                  <a:lnTo>
                    <a:pt x="3714293" y="955566"/>
                  </a:lnTo>
                  <a:lnTo>
                    <a:pt x="3714386" y="955566"/>
                  </a:lnTo>
                  <a:lnTo>
                    <a:pt x="3714479" y="955566"/>
                  </a:lnTo>
                  <a:lnTo>
                    <a:pt x="3714573" y="955566"/>
                  </a:lnTo>
                  <a:lnTo>
                    <a:pt x="3714666" y="955566"/>
                  </a:lnTo>
                  <a:lnTo>
                    <a:pt x="3714759" y="955566"/>
                  </a:lnTo>
                  <a:lnTo>
                    <a:pt x="3714852" y="955566"/>
                  </a:lnTo>
                  <a:lnTo>
                    <a:pt x="3714946" y="955566"/>
                  </a:lnTo>
                  <a:lnTo>
                    <a:pt x="3715039" y="955566"/>
                  </a:lnTo>
                  <a:lnTo>
                    <a:pt x="3715132" y="955566"/>
                  </a:lnTo>
                  <a:lnTo>
                    <a:pt x="3715225" y="955566"/>
                  </a:lnTo>
                  <a:lnTo>
                    <a:pt x="3715319" y="955566"/>
                  </a:lnTo>
                  <a:lnTo>
                    <a:pt x="3715412" y="955566"/>
                  </a:lnTo>
                  <a:lnTo>
                    <a:pt x="3715505" y="955566"/>
                  </a:lnTo>
                  <a:lnTo>
                    <a:pt x="3715598" y="955566"/>
                  </a:lnTo>
                  <a:lnTo>
                    <a:pt x="3715692" y="955566"/>
                  </a:lnTo>
                  <a:lnTo>
                    <a:pt x="3715785" y="955566"/>
                  </a:lnTo>
                  <a:lnTo>
                    <a:pt x="3715878" y="955566"/>
                  </a:lnTo>
                  <a:lnTo>
                    <a:pt x="3715971" y="955566"/>
                  </a:lnTo>
                  <a:lnTo>
                    <a:pt x="3716065" y="955566"/>
                  </a:lnTo>
                  <a:lnTo>
                    <a:pt x="3716158" y="955566"/>
                  </a:lnTo>
                  <a:lnTo>
                    <a:pt x="3716251" y="955566"/>
                  </a:lnTo>
                  <a:lnTo>
                    <a:pt x="3716344" y="955566"/>
                  </a:lnTo>
                  <a:lnTo>
                    <a:pt x="3716438" y="955566"/>
                  </a:lnTo>
                  <a:lnTo>
                    <a:pt x="3716531" y="955566"/>
                  </a:lnTo>
                  <a:lnTo>
                    <a:pt x="3716531" y="945613"/>
                  </a:lnTo>
                  <a:lnTo>
                    <a:pt x="3716624" y="945613"/>
                  </a:lnTo>
                  <a:lnTo>
                    <a:pt x="3716717" y="945613"/>
                  </a:lnTo>
                  <a:lnTo>
                    <a:pt x="3716811" y="945613"/>
                  </a:lnTo>
                  <a:lnTo>
                    <a:pt x="3716904" y="945613"/>
                  </a:lnTo>
                  <a:lnTo>
                    <a:pt x="3716997" y="945613"/>
                  </a:lnTo>
                  <a:lnTo>
                    <a:pt x="3717090" y="945613"/>
                  </a:lnTo>
                  <a:lnTo>
                    <a:pt x="3717184" y="945613"/>
                  </a:lnTo>
                  <a:lnTo>
                    <a:pt x="3717277" y="945613"/>
                  </a:lnTo>
                  <a:lnTo>
                    <a:pt x="3717370" y="945613"/>
                  </a:lnTo>
                  <a:lnTo>
                    <a:pt x="3717463" y="945613"/>
                  </a:lnTo>
                  <a:lnTo>
                    <a:pt x="3717557" y="945613"/>
                  </a:lnTo>
                  <a:lnTo>
                    <a:pt x="3717650" y="945613"/>
                  </a:lnTo>
                  <a:lnTo>
                    <a:pt x="3717743" y="945613"/>
                  </a:lnTo>
                  <a:lnTo>
                    <a:pt x="3717836" y="945613"/>
                  </a:lnTo>
                  <a:lnTo>
                    <a:pt x="3717930" y="945613"/>
                  </a:lnTo>
                  <a:lnTo>
                    <a:pt x="3718023" y="945613"/>
                  </a:lnTo>
                  <a:lnTo>
                    <a:pt x="3718116" y="945613"/>
                  </a:lnTo>
                  <a:lnTo>
                    <a:pt x="3718209" y="945613"/>
                  </a:lnTo>
                  <a:lnTo>
                    <a:pt x="3718303" y="945613"/>
                  </a:lnTo>
                  <a:lnTo>
                    <a:pt x="3718396" y="945613"/>
                  </a:lnTo>
                  <a:lnTo>
                    <a:pt x="3718489" y="945613"/>
                  </a:lnTo>
                  <a:lnTo>
                    <a:pt x="3718582" y="945613"/>
                  </a:lnTo>
                  <a:lnTo>
                    <a:pt x="3718675" y="945613"/>
                  </a:lnTo>
                  <a:lnTo>
                    <a:pt x="3718769" y="945613"/>
                  </a:lnTo>
                  <a:lnTo>
                    <a:pt x="3718862" y="945613"/>
                  </a:lnTo>
                  <a:lnTo>
                    <a:pt x="3718955" y="945613"/>
                  </a:lnTo>
                  <a:lnTo>
                    <a:pt x="3719048" y="945613"/>
                  </a:lnTo>
                  <a:lnTo>
                    <a:pt x="3719142" y="945613"/>
                  </a:lnTo>
                  <a:lnTo>
                    <a:pt x="3719235" y="945613"/>
                  </a:lnTo>
                  <a:lnTo>
                    <a:pt x="3719328" y="945613"/>
                  </a:lnTo>
                  <a:lnTo>
                    <a:pt x="3719421" y="945613"/>
                  </a:lnTo>
                  <a:lnTo>
                    <a:pt x="3719515" y="945613"/>
                  </a:lnTo>
                  <a:lnTo>
                    <a:pt x="3719608" y="945613"/>
                  </a:lnTo>
                  <a:lnTo>
                    <a:pt x="3719701" y="945613"/>
                  </a:lnTo>
                  <a:lnTo>
                    <a:pt x="3719794" y="945613"/>
                  </a:lnTo>
                  <a:lnTo>
                    <a:pt x="3719888" y="945613"/>
                  </a:lnTo>
                  <a:lnTo>
                    <a:pt x="3719981" y="945613"/>
                  </a:lnTo>
                  <a:lnTo>
                    <a:pt x="3720074" y="945613"/>
                  </a:lnTo>
                  <a:lnTo>
                    <a:pt x="3720167" y="945613"/>
                  </a:lnTo>
                  <a:lnTo>
                    <a:pt x="3720261" y="945613"/>
                  </a:lnTo>
                  <a:lnTo>
                    <a:pt x="3720354" y="945613"/>
                  </a:lnTo>
                  <a:lnTo>
                    <a:pt x="3720447" y="945613"/>
                  </a:lnTo>
                  <a:lnTo>
                    <a:pt x="3720540" y="945613"/>
                  </a:lnTo>
                  <a:lnTo>
                    <a:pt x="3720634" y="945613"/>
                  </a:lnTo>
                  <a:lnTo>
                    <a:pt x="3720727" y="945613"/>
                  </a:lnTo>
                  <a:lnTo>
                    <a:pt x="3720820" y="945613"/>
                  </a:lnTo>
                  <a:lnTo>
                    <a:pt x="3720913" y="945613"/>
                  </a:lnTo>
                  <a:lnTo>
                    <a:pt x="3721007" y="945613"/>
                  </a:lnTo>
                  <a:lnTo>
                    <a:pt x="3721100" y="945613"/>
                  </a:lnTo>
                  <a:lnTo>
                    <a:pt x="3721193" y="945613"/>
                  </a:lnTo>
                  <a:lnTo>
                    <a:pt x="3721286" y="945613"/>
                  </a:lnTo>
                  <a:lnTo>
                    <a:pt x="3721380" y="945613"/>
                  </a:lnTo>
                  <a:lnTo>
                    <a:pt x="3721473" y="945613"/>
                  </a:lnTo>
                  <a:lnTo>
                    <a:pt x="3721566" y="945613"/>
                  </a:lnTo>
                  <a:lnTo>
                    <a:pt x="3721659" y="945613"/>
                  </a:lnTo>
                  <a:lnTo>
                    <a:pt x="3721753" y="945613"/>
                  </a:lnTo>
                  <a:lnTo>
                    <a:pt x="3721846" y="945613"/>
                  </a:lnTo>
                  <a:lnTo>
                    <a:pt x="3721939" y="945613"/>
                  </a:lnTo>
                  <a:lnTo>
                    <a:pt x="3722032" y="945613"/>
                  </a:lnTo>
                  <a:lnTo>
                    <a:pt x="3722126" y="945613"/>
                  </a:lnTo>
                  <a:lnTo>
                    <a:pt x="3722219" y="945613"/>
                  </a:lnTo>
                  <a:lnTo>
                    <a:pt x="3722312" y="945613"/>
                  </a:lnTo>
                  <a:lnTo>
                    <a:pt x="3722405" y="945613"/>
                  </a:lnTo>
                  <a:lnTo>
                    <a:pt x="3722499" y="945613"/>
                  </a:lnTo>
                  <a:lnTo>
                    <a:pt x="3722592" y="945613"/>
                  </a:lnTo>
                  <a:lnTo>
                    <a:pt x="3722685" y="945613"/>
                  </a:lnTo>
                  <a:lnTo>
                    <a:pt x="3722778" y="945613"/>
                  </a:lnTo>
                  <a:lnTo>
                    <a:pt x="3722872" y="945613"/>
                  </a:lnTo>
                  <a:lnTo>
                    <a:pt x="3722965" y="945613"/>
                  </a:lnTo>
                  <a:lnTo>
                    <a:pt x="3723058" y="945613"/>
                  </a:lnTo>
                  <a:lnTo>
                    <a:pt x="3723151" y="945613"/>
                  </a:lnTo>
                  <a:lnTo>
                    <a:pt x="3723245" y="945613"/>
                  </a:lnTo>
                  <a:lnTo>
                    <a:pt x="3723338" y="945613"/>
                  </a:lnTo>
                  <a:lnTo>
                    <a:pt x="3723431" y="945613"/>
                  </a:lnTo>
                  <a:lnTo>
                    <a:pt x="3723524" y="945613"/>
                  </a:lnTo>
                  <a:lnTo>
                    <a:pt x="3723618" y="945613"/>
                  </a:lnTo>
                  <a:lnTo>
                    <a:pt x="3723711" y="945613"/>
                  </a:lnTo>
                  <a:lnTo>
                    <a:pt x="3723804" y="945613"/>
                  </a:lnTo>
                  <a:lnTo>
                    <a:pt x="3723897" y="945613"/>
                  </a:lnTo>
                  <a:lnTo>
                    <a:pt x="3723991" y="945613"/>
                  </a:lnTo>
                  <a:lnTo>
                    <a:pt x="3724084" y="945613"/>
                  </a:lnTo>
                  <a:lnTo>
                    <a:pt x="3724177" y="945613"/>
                  </a:lnTo>
                  <a:lnTo>
                    <a:pt x="3724270" y="945613"/>
                  </a:lnTo>
                  <a:lnTo>
                    <a:pt x="3724364" y="945613"/>
                  </a:lnTo>
                  <a:lnTo>
                    <a:pt x="3724457" y="945613"/>
                  </a:lnTo>
                  <a:lnTo>
                    <a:pt x="3724550" y="945613"/>
                  </a:lnTo>
                  <a:lnTo>
                    <a:pt x="3724643" y="945613"/>
                  </a:lnTo>
                  <a:lnTo>
                    <a:pt x="3724737" y="945613"/>
                  </a:lnTo>
                  <a:lnTo>
                    <a:pt x="3724830" y="945613"/>
                  </a:lnTo>
                  <a:lnTo>
                    <a:pt x="3724923" y="945613"/>
                  </a:lnTo>
                  <a:lnTo>
                    <a:pt x="3725016" y="945613"/>
                  </a:lnTo>
                  <a:lnTo>
                    <a:pt x="3725110" y="945613"/>
                  </a:lnTo>
                  <a:lnTo>
                    <a:pt x="3725203" y="945613"/>
                  </a:lnTo>
                  <a:lnTo>
                    <a:pt x="3725296" y="945613"/>
                  </a:lnTo>
                  <a:lnTo>
                    <a:pt x="3725389" y="945613"/>
                  </a:lnTo>
                  <a:lnTo>
                    <a:pt x="3725483" y="945613"/>
                  </a:lnTo>
                  <a:lnTo>
                    <a:pt x="3725576" y="945613"/>
                  </a:lnTo>
                  <a:lnTo>
                    <a:pt x="3725669" y="945613"/>
                  </a:lnTo>
                  <a:lnTo>
                    <a:pt x="3725762" y="945613"/>
                  </a:lnTo>
                  <a:lnTo>
                    <a:pt x="3725855" y="945613"/>
                  </a:lnTo>
                  <a:lnTo>
                    <a:pt x="3725949" y="945613"/>
                  </a:lnTo>
                  <a:lnTo>
                    <a:pt x="3726042" y="945613"/>
                  </a:lnTo>
                  <a:lnTo>
                    <a:pt x="3726135" y="945613"/>
                  </a:lnTo>
                  <a:lnTo>
                    <a:pt x="3726228" y="945613"/>
                  </a:lnTo>
                  <a:lnTo>
                    <a:pt x="3726322" y="945613"/>
                  </a:lnTo>
                  <a:lnTo>
                    <a:pt x="3726415" y="945613"/>
                  </a:lnTo>
                  <a:lnTo>
                    <a:pt x="3726508" y="945613"/>
                  </a:lnTo>
                  <a:lnTo>
                    <a:pt x="3726601" y="945613"/>
                  </a:lnTo>
                  <a:lnTo>
                    <a:pt x="3726695" y="945613"/>
                  </a:lnTo>
                  <a:lnTo>
                    <a:pt x="3726788" y="945613"/>
                  </a:lnTo>
                  <a:lnTo>
                    <a:pt x="3726881" y="945613"/>
                  </a:lnTo>
                  <a:lnTo>
                    <a:pt x="3726974" y="945613"/>
                  </a:lnTo>
                  <a:lnTo>
                    <a:pt x="3727068" y="945613"/>
                  </a:lnTo>
                  <a:lnTo>
                    <a:pt x="3727161" y="945613"/>
                  </a:lnTo>
                  <a:lnTo>
                    <a:pt x="3727254" y="945613"/>
                  </a:lnTo>
                  <a:lnTo>
                    <a:pt x="3727347" y="945613"/>
                  </a:lnTo>
                  <a:lnTo>
                    <a:pt x="3727441" y="945613"/>
                  </a:lnTo>
                  <a:lnTo>
                    <a:pt x="3727534" y="945613"/>
                  </a:lnTo>
                  <a:lnTo>
                    <a:pt x="3727627" y="945613"/>
                  </a:lnTo>
                  <a:lnTo>
                    <a:pt x="3727720" y="945613"/>
                  </a:lnTo>
                  <a:lnTo>
                    <a:pt x="3727814" y="945613"/>
                  </a:lnTo>
                  <a:lnTo>
                    <a:pt x="3727907" y="945613"/>
                  </a:lnTo>
                  <a:lnTo>
                    <a:pt x="3728000" y="945613"/>
                  </a:lnTo>
                  <a:lnTo>
                    <a:pt x="3728093" y="945613"/>
                  </a:lnTo>
                  <a:lnTo>
                    <a:pt x="3728187" y="945613"/>
                  </a:lnTo>
                  <a:lnTo>
                    <a:pt x="3728280" y="945613"/>
                  </a:lnTo>
                  <a:lnTo>
                    <a:pt x="3728373" y="945613"/>
                  </a:lnTo>
                  <a:lnTo>
                    <a:pt x="3728466" y="945613"/>
                  </a:lnTo>
                  <a:lnTo>
                    <a:pt x="3728560" y="945613"/>
                  </a:lnTo>
                  <a:lnTo>
                    <a:pt x="3728653" y="945613"/>
                  </a:lnTo>
                  <a:lnTo>
                    <a:pt x="3728746" y="945613"/>
                  </a:lnTo>
                  <a:lnTo>
                    <a:pt x="3728839" y="945613"/>
                  </a:lnTo>
                  <a:lnTo>
                    <a:pt x="3728933" y="945613"/>
                  </a:lnTo>
                  <a:lnTo>
                    <a:pt x="3729026" y="945613"/>
                  </a:lnTo>
                  <a:lnTo>
                    <a:pt x="3729119" y="945613"/>
                  </a:lnTo>
                  <a:lnTo>
                    <a:pt x="3729212" y="945613"/>
                  </a:lnTo>
                  <a:lnTo>
                    <a:pt x="3729306" y="945613"/>
                  </a:lnTo>
                  <a:lnTo>
                    <a:pt x="3729399" y="945613"/>
                  </a:lnTo>
                  <a:lnTo>
                    <a:pt x="3729492" y="945613"/>
                  </a:lnTo>
                  <a:lnTo>
                    <a:pt x="3729585" y="945613"/>
                  </a:lnTo>
                  <a:lnTo>
                    <a:pt x="3729679" y="945613"/>
                  </a:lnTo>
                  <a:lnTo>
                    <a:pt x="3729772" y="945613"/>
                  </a:lnTo>
                  <a:lnTo>
                    <a:pt x="3729865" y="945613"/>
                  </a:lnTo>
                  <a:lnTo>
                    <a:pt x="3729958" y="945613"/>
                  </a:lnTo>
                  <a:lnTo>
                    <a:pt x="3730052" y="945613"/>
                  </a:lnTo>
                  <a:lnTo>
                    <a:pt x="3730145" y="945613"/>
                  </a:lnTo>
                  <a:lnTo>
                    <a:pt x="3730238" y="945613"/>
                  </a:lnTo>
                  <a:lnTo>
                    <a:pt x="3730331" y="945613"/>
                  </a:lnTo>
                  <a:lnTo>
                    <a:pt x="3730425" y="945613"/>
                  </a:lnTo>
                  <a:lnTo>
                    <a:pt x="3730518" y="945613"/>
                  </a:lnTo>
                  <a:lnTo>
                    <a:pt x="3730611" y="945613"/>
                  </a:lnTo>
                  <a:lnTo>
                    <a:pt x="3730704" y="945613"/>
                  </a:lnTo>
                  <a:lnTo>
                    <a:pt x="3730798" y="945613"/>
                  </a:lnTo>
                  <a:lnTo>
                    <a:pt x="3730891" y="945613"/>
                  </a:lnTo>
                  <a:lnTo>
                    <a:pt x="3730984" y="945613"/>
                  </a:lnTo>
                  <a:lnTo>
                    <a:pt x="3731077" y="945613"/>
                  </a:lnTo>
                  <a:lnTo>
                    <a:pt x="3731171" y="945613"/>
                  </a:lnTo>
                  <a:lnTo>
                    <a:pt x="3731264" y="945613"/>
                  </a:lnTo>
                  <a:lnTo>
                    <a:pt x="3731357" y="945613"/>
                  </a:lnTo>
                  <a:lnTo>
                    <a:pt x="3731450" y="945613"/>
                  </a:lnTo>
                  <a:lnTo>
                    <a:pt x="3731544" y="945613"/>
                  </a:lnTo>
                  <a:lnTo>
                    <a:pt x="3731637" y="945613"/>
                  </a:lnTo>
                  <a:lnTo>
                    <a:pt x="3731730" y="945613"/>
                  </a:lnTo>
                  <a:lnTo>
                    <a:pt x="3731823" y="945613"/>
                  </a:lnTo>
                  <a:lnTo>
                    <a:pt x="3731917" y="945613"/>
                  </a:lnTo>
                  <a:lnTo>
                    <a:pt x="3732010" y="945613"/>
                  </a:lnTo>
                  <a:lnTo>
                    <a:pt x="3732103" y="945613"/>
                  </a:lnTo>
                  <a:lnTo>
                    <a:pt x="3732196" y="945613"/>
                  </a:lnTo>
                  <a:lnTo>
                    <a:pt x="3732290" y="945613"/>
                  </a:lnTo>
                  <a:lnTo>
                    <a:pt x="3732383" y="945613"/>
                  </a:lnTo>
                  <a:lnTo>
                    <a:pt x="3732476" y="945613"/>
                  </a:lnTo>
                  <a:lnTo>
                    <a:pt x="3732569" y="945613"/>
                  </a:lnTo>
                  <a:lnTo>
                    <a:pt x="3732662" y="945613"/>
                  </a:lnTo>
                  <a:lnTo>
                    <a:pt x="3732756" y="945613"/>
                  </a:lnTo>
                  <a:lnTo>
                    <a:pt x="3732849" y="945613"/>
                  </a:lnTo>
                  <a:lnTo>
                    <a:pt x="3732942" y="945613"/>
                  </a:lnTo>
                  <a:lnTo>
                    <a:pt x="3733035" y="945613"/>
                  </a:lnTo>
                  <a:lnTo>
                    <a:pt x="3733129" y="945613"/>
                  </a:lnTo>
                  <a:lnTo>
                    <a:pt x="3733222" y="945613"/>
                  </a:lnTo>
                  <a:lnTo>
                    <a:pt x="3733315" y="945613"/>
                  </a:lnTo>
                  <a:lnTo>
                    <a:pt x="3733408" y="945613"/>
                  </a:lnTo>
                  <a:lnTo>
                    <a:pt x="3733502" y="945613"/>
                  </a:lnTo>
                  <a:lnTo>
                    <a:pt x="3733595" y="945613"/>
                  </a:lnTo>
                  <a:lnTo>
                    <a:pt x="3733688" y="945613"/>
                  </a:lnTo>
                  <a:lnTo>
                    <a:pt x="3733781" y="945613"/>
                  </a:lnTo>
                  <a:lnTo>
                    <a:pt x="3733875" y="945613"/>
                  </a:lnTo>
                  <a:lnTo>
                    <a:pt x="3733968" y="945613"/>
                  </a:lnTo>
                  <a:lnTo>
                    <a:pt x="3734061" y="945613"/>
                  </a:lnTo>
                  <a:lnTo>
                    <a:pt x="3734154" y="945613"/>
                  </a:lnTo>
                  <a:lnTo>
                    <a:pt x="3734248" y="945613"/>
                  </a:lnTo>
                  <a:lnTo>
                    <a:pt x="3734341" y="945613"/>
                  </a:lnTo>
                  <a:lnTo>
                    <a:pt x="3734434" y="945613"/>
                  </a:lnTo>
                  <a:lnTo>
                    <a:pt x="3734527" y="945613"/>
                  </a:lnTo>
                  <a:lnTo>
                    <a:pt x="3734621" y="945613"/>
                  </a:lnTo>
                  <a:lnTo>
                    <a:pt x="3734714" y="945613"/>
                  </a:lnTo>
                  <a:lnTo>
                    <a:pt x="3734807" y="945613"/>
                  </a:lnTo>
                  <a:lnTo>
                    <a:pt x="3734900" y="945613"/>
                  </a:lnTo>
                  <a:lnTo>
                    <a:pt x="3734994" y="945613"/>
                  </a:lnTo>
                  <a:lnTo>
                    <a:pt x="3735087" y="945613"/>
                  </a:lnTo>
                  <a:lnTo>
                    <a:pt x="3735180" y="945613"/>
                  </a:lnTo>
                  <a:lnTo>
                    <a:pt x="3735273" y="945613"/>
                  </a:lnTo>
                  <a:lnTo>
                    <a:pt x="3735367" y="945613"/>
                  </a:lnTo>
                  <a:lnTo>
                    <a:pt x="3735460" y="945613"/>
                  </a:lnTo>
                  <a:lnTo>
                    <a:pt x="3735553" y="945613"/>
                  </a:lnTo>
                  <a:lnTo>
                    <a:pt x="3735646" y="945613"/>
                  </a:lnTo>
                  <a:lnTo>
                    <a:pt x="3735740" y="945613"/>
                  </a:lnTo>
                  <a:lnTo>
                    <a:pt x="3735833" y="945613"/>
                  </a:lnTo>
                  <a:lnTo>
                    <a:pt x="3735926" y="945613"/>
                  </a:lnTo>
                  <a:lnTo>
                    <a:pt x="3736019" y="945613"/>
                  </a:lnTo>
                  <a:lnTo>
                    <a:pt x="3736113" y="945613"/>
                  </a:lnTo>
                  <a:lnTo>
                    <a:pt x="3736206" y="945613"/>
                  </a:lnTo>
                  <a:lnTo>
                    <a:pt x="3736299" y="945613"/>
                  </a:lnTo>
                  <a:lnTo>
                    <a:pt x="3736392" y="945613"/>
                  </a:lnTo>
                  <a:lnTo>
                    <a:pt x="3736486" y="945613"/>
                  </a:lnTo>
                  <a:lnTo>
                    <a:pt x="3736579" y="945613"/>
                  </a:lnTo>
                  <a:lnTo>
                    <a:pt x="3736672" y="945613"/>
                  </a:lnTo>
                  <a:lnTo>
                    <a:pt x="3736765" y="945613"/>
                  </a:lnTo>
                  <a:lnTo>
                    <a:pt x="3736859" y="945613"/>
                  </a:lnTo>
                  <a:lnTo>
                    <a:pt x="3736952" y="945613"/>
                  </a:lnTo>
                  <a:lnTo>
                    <a:pt x="3737045" y="945613"/>
                  </a:lnTo>
                  <a:lnTo>
                    <a:pt x="3737138" y="945613"/>
                  </a:lnTo>
                  <a:lnTo>
                    <a:pt x="3737232" y="945613"/>
                  </a:lnTo>
                  <a:lnTo>
                    <a:pt x="3737325" y="945613"/>
                  </a:lnTo>
                  <a:lnTo>
                    <a:pt x="3737418" y="945613"/>
                  </a:lnTo>
                  <a:lnTo>
                    <a:pt x="3737511" y="945613"/>
                  </a:lnTo>
                  <a:lnTo>
                    <a:pt x="3737605" y="945613"/>
                  </a:lnTo>
                  <a:lnTo>
                    <a:pt x="3737698" y="945613"/>
                  </a:lnTo>
                  <a:lnTo>
                    <a:pt x="3737791" y="945613"/>
                  </a:lnTo>
                  <a:lnTo>
                    <a:pt x="3737884" y="945613"/>
                  </a:lnTo>
                  <a:lnTo>
                    <a:pt x="3737978" y="945613"/>
                  </a:lnTo>
                  <a:lnTo>
                    <a:pt x="3738071" y="945613"/>
                  </a:lnTo>
                  <a:lnTo>
                    <a:pt x="3738164" y="945613"/>
                  </a:lnTo>
                  <a:lnTo>
                    <a:pt x="3738257" y="945613"/>
                  </a:lnTo>
                  <a:lnTo>
                    <a:pt x="3738351" y="945613"/>
                  </a:lnTo>
                  <a:lnTo>
                    <a:pt x="3738444" y="945613"/>
                  </a:lnTo>
                  <a:lnTo>
                    <a:pt x="3738537" y="945613"/>
                  </a:lnTo>
                  <a:lnTo>
                    <a:pt x="3738630" y="945613"/>
                  </a:lnTo>
                  <a:lnTo>
                    <a:pt x="3738724" y="945613"/>
                  </a:lnTo>
                  <a:lnTo>
                    <a:pt x="3738817" y="945613"/>
                  </a:lnTo>
                  <a:lnTo>
                    <a:pt x="3738910" y="945613"/>
                  </a:lnTo>
                  <a:lnTo>
                    <a:pt x="3739003" y="945613"/>
                  </a:lnTo>
                  <a:lnTo>
                    <a:pt x="3739097" y="945613"/>
                  </a:lnTo>
                  <a:lnTo>
                    <a:pt x="3739190" y="945613"/>
                  </a:lnTo>
                  <a:lnTo>
                    <a:pt x="3739283" y="945613"/>
                  </a:lnTo>
                  <a:lnTo>
                    <a:pt x="3739376" y="945613"/>
                  </a:lnTo>
                  <a:lnTo>
                    <a:pt x="3739470" y="945613"/>
                  </a:lnTo>
                  <a:lnTo>
                    <a:pt x="3739563" y="945613"/>
                  </a:lnTo>
                  <a:lnTo>
                    <a:pt x="3739563" y="935659"/>
                  </a:lnTo>
                  <a:lnTo>
                    <a:pt x="3739656" y="935659"/>
                  </a:lnTo>
                  <a:lnTo>
                    <a:pt x="3739749" y="935659"/>
                  </a:lnTo>
                  <a:lnTo>
                    <a:pt x="3739842" y="935659"/>
                  </a:lnTo>
                  <a:lnTo>
                    <a:pt x="3739936" y="935659"/>
                  </a:lnTo>
                  <a:lnTo>
                    <a:pt x="3740029" y="935659"/>
                  </a:lnTo>
                  <a:lnTo>
                    <a:pt x="3740122" y="935659"/>
                  </a:lnTo>
                  <a:lnTo>
                    <a:pt x="3740215" y="935659"/>
                  </a:lnTo>
                  <a:lnTo>
                    <a:pt x="3740309" y="935659"/>
                  </a:lnTo>
                  <a:lnTo>
                    <a:pt x="3740402" y="935659"/>
                  </a:lnTo>
                  <a:lnTo>
                    <a:pt x="3740495" y="935659"/>
                  </a:lnTo>
                  <a:lnTo>
                    <a:pt x="3740588" y="935659"/>
                  </a:lnTo>
                  <a:lnTo>
                    <a:pt x="3740682" y="935659"/>
                  </a:lnTo>
                  <a:lnTo>
                    <a:pt x="3740775" y="935659"/>
                  </a:lnTo>
                  <a:lnTo>
                    <a:pt x="3740868" y="935659"/>
                  </a:lnTo>
                  <a:lnTo>
                    <a:pt x="3740961" y="935659"/>
                  </a:lnTo>
                  <a:lnTo>
                    <a:pt x="3741055" y="935659"/>
                  </a:lnTo>
                  <a:lnTo>
                    <a:pt x="3741148" y="935659"/>
                  </a:lnTo>
                  <a:lnTo>
                    <a:pt x="3741241" y="935659"/>
                  </a:lnTo>
                  <a:lnTo>
                    <a:pt x="3741334" y="935659"/>
                  </a:lnTo>
                  <a:lnTo>
                    <a:pt x="3741428" y="935659"/>
                  </a:lnTo>
                  <a:lnTo>
                    <a:pt x="3741521" y="935659"/>
                  </a:lnTo>
                  <a:lnTo>
                    <a:pt x="3741614" y="935659"/>
                  </a:lnTo>
                  <a:lnTo>
                    <a:pt x="3741707" y="935659"/>
                  </a:lnTo>
                  <a:lnTo>
                    <a:pt x="3741801" y="935659"/>
                  </a:lnTo>
                  <a:lnTo>
                    <a:pt x="3741894" y="935659"/>
                  </a:lnTo>
                  <a:lnTo>
                    <a:pt x="3741987" y="935659"/>
                  </a:lnTo>
                  <a:lnTo>
                    <a:pt x="3742080" y="935659"/>
                  </a:lnTo>
                  <a:lnTo>
                    <a:pt x="3742174" y="935659"/>
                  </a:lnTo>
                  <a:lnTo>
                    <a:pt x="3742267" y="935659"/>
                  </a:lnTo>
                  <a:lnTo>
                    <a:pt x="3742360" y="935659"/>
                  </a:lnTo>
                  <a:lnTo>
                    <a:pt x="3742453" y="935659"/>
                  </a:lnTo>
                  <a:lnTo>
                    <a:pt x="3742547" y="935659"/>
                  </a:lnTo>
                  <a:lnTo>
                    <a:pt x="3742640" y="935659"/>
                  </a:lnTo>
                  <a:lnTo>
                    <a:pt x="3742733" y="935659"/>
                  </a:lnTo>
                  <a:lnTo>
                    <a:pt x="3742826" y="935659"/>
                  </a:lnTo>
                  <a:lnTo>
                    <a:pt x="3742920" y="935659"/>
                  </a:lnTo>
                  <a:lnTo>
                    <a:pt x="3743013" y="935659"/>
                  </a:lnTo>
                  <a:lnTo>
                    <a:pt x="3743106" y="935659"/>
                  </a:lnTo>
                  <a:lnTo>
                    <a:pt x="3743199" y="935659"/>
                  </a:lnTo>
                  <a:lnTo>
                    <a:pt x="3743293" y="935659"/>
                  </a:lnTo>
                  <a:lnTo>
                    <a:pt x="3743386" y="935659"/>
                  </a:lnTo>
                  <a:lnTo>
                    <a:pt x="3743479" y="935659"/>
                  </a:lnTo>
                  <a:lnTo>
                    <a:pt x="3743572" y="935659"/>
                  </a:lnTo>
                  <a:lnTo>
                    <a:pt x="3743666" y="935659"/>
                  </a:lnTo>
                  <a:lnTo>
                    <a:pt x="3743759" y="935659"/>
                  </a:lnTo>
                  <a:lnTo>
                    <a:pt x="3743852" y="935659"/>
                  </a:lnTo>
                  <a:lnTo>
                    <a:pt x="3743945" y="935659"/>
                  </a:lnTo>
                  <a:lnTo>
                    <a:pt x="3744039" y="935659"/>
                  </a:lnTo>
                  <a:lnTo>
                    <a:pt x="3744132" y="935659"/>
                  </a:lnTo>
                  <a:lnTo>
                    <a:pt x="3744225" y="935659"/>
                  </a:lnTo>
                  <a:lnTo>
                    <a:pt x="3744318" y="935659"/>
                  </a:lnTo>
                  <a:lnTo>
                    <a:pt x="3744412" y="935659"/>
                  </a:lnTo>
                  <a:lnTo>
                    <a:pt x="3744505" y="935659"/>
                  </a:lnTo>
                  <a:lnTo>
                    <a:pt x="3744598" y="935659"/>
                  </a:lnTo>
                  <a:lnTo>
                    <a:pt x="3744691" y="935659"/>
                  </a:lnTo>
                  <a:lnTo>
                    <a:pt x="3744785" y="935659"/>
                  </a:lnTo>
                  <a:lnTo>
                    <a:pt x="3744878" y="935659"/>
                  </a:lnTo>
                  <a:lnTo>
                    <a:pt x="3744971" y="935659"/>
                  </a:lnTo>
                  <a:lnTo>
                    <a:pt x="3745064" y="935659"/>
                  </a:lnTo>
                  <a:lnTo>
                    <a:pt x="3745158" y="935659"/>
                  </a:lnTo>
                  <a:lnTo>
                    <a:pt x="3745251" y="935659"/>
                  </a:lnTo>
                  <a:lnTo>
                    <a:pt x="3745344" y="935659"/>
                  </a:lnTo>
                  <a:lnTo>
                    <a:pt x="3745437" y="935659"/>
                  </a:lnTo>
                  <a:lnTo>
                    <a:pt x="3745531" y="935659"/>
                  </a:lnTo>
                  <a:lnTo>
                    <a:pt x="3745624" y="935659"/>
                  </a:lnTo>
                  <a:lnTo>
                    <a:pt x="3745717" y="935659"/>
                  </a:lnTo>
                  <a:lnTo>
                    <a:pt x="3745810" y="935659"/>
                  </a:lnTo>
                  <a:lnTo>
                    <a:pt x="3745904" y="935659"/>
                  </a:lnTo>
                  <a:lnTo>
                    <a:pt x="3745997" y="935659"/>
                  </a:lnTo>
                  <a:lnTo>
                    <a:pt x="3746090" y="935659"/>
                  </a:lnTo>
                  <a:lnTo>
                    <a:pt x="3746183" y="935659"/>
                  </a:lnTo>
                  <a:lnTo>
                    <a:pt x="3746277" y="935659"/>
                  </a:lnTo>
                  <a:lnTo>
                    <a:pt x="3746370" y="935659"/>
                  </a:lnTo>
                  <a:lnTo>
                    <a:pt x="3746463" y="935659"/>
                  </a:lnTo>
                  <a:lnTo>
                    <a:pt x="3746556" y="935659"/>
                  </a:lnTo>
                  <a:lnTo>
                    <a:pt x="3746649" y="935659"/>
                  </a:lnTo>
                  <a:lnTo>
                    <a:pt x="3746743" y="935659"/>
                  </a:lnTo>
                  <a:lnTo>
                    <a:pt x="3746836" y="935659"/>
                  </a:lnTo>
                  <a:lnTo>
                    <a:pt x="3746929" y="935659"/>
                  </a:lnTo>
                  <a:lnTo>
                    <a:pt x="3747022" y="935659"/>
                  </a:lnTo>
                  <a:lnTo>
                    <a:pt x="3747116" y="935659"/>
                  </a:lnTo>
                  <a:lnTo>
                    <a:pt x="3747209" y="935659"/>
                  </a:lnTo>
                  <a:lnTo>
                    <a:pt x="3747302" y="935659"/>
                  </a:lnTo>
                  <a:lnTo>
                    <a:pt x="3747395" y="935659"/>
                  </a:lnTo>
                  <a:lnTo>
                    <a:pt x="3747489" y="935659"/>
                  </a:lnTo>
                  <a:lnTo>
                    <a:pt x="3747582" y="935659"/>
                  </a:lnTo>
                  <a:lnTo>
                    <a:pt x="3747675" y="935659"/>
                  </a:lnTo>
                  <a:lnTo>
                    <a:pt x="3747768" y="935659"/>
                  </a:lnTo>
                  <a:lnTo>
                    <a:pt x="3747862" y="935659"/>
                  </a:lnTo>
                  <a:lnTo>
                    <a:pt x="3747955" y="935659"/>
                  </a:lnTo>
                  <a:lnTo>
                    <a:pt x="3748048" y="935659"/>
                  </a:lnTo>
                  <a:lnTo>
                    <a:pt x="3748141" y="935659"/>
                  </a:lnTo>
                  <a:lnTo>
                    <a:pt x="3748235" y="935659"/>
                  </a:lnTo>
                  <a:lnTo>
                    <a:pt x="3748328" y="935659"/>
                  </a:lnTo>
                  <a:lnTo>
                    <a:pt x="3748328" y="925705"/>
                  </a:lnTo>
                  <a:lnTo>
                    <a:pt x="3748421" y="925705"/>
                  </a:lnTo>
                  <a:lnTo>
                    <a:pt x="3748514" y="925705"/>
                  </a:lnTo>
                  <a:lnTo>
                    <a:pt x="3748608" y="925705"/>
                  </a:lnTo>
                  <a:lnTo>
                    <a:pt x="3748701" y="925705"/>
                  </a:lnTo>
                  <a:lnTo>
                    <a:pt x="3748794" y="925705"/>
                  </a:lnTo>
                  <a:lnTo>
                    <a:pt x="3748887" y="925705"/>
                  </a:lnTo>
                  <a:lnTo>
                    <a:pt x="3748981" y="925705"/>
                  </a:lnTo>
                  <a:lnTo>
                    <a:pt x="3749074" y="925705"/>
                  </a:lnTo>
                  <a:lnTo>
                    <a:pt x="3749167" y="925705"/>
                  </a:lnTo>
                  <a:lnTo>
                    <a:pt x="3749260" y="925705"/>
                  </a:lnTo>
                  <a:lnTo>
                    <a:pt x="3749354" y="925705"/>
                  </a:lnTo>
                  <a:lnTo>
                    <a:pt x="3749447" y="925705"/>
                  </a:lnTo>
                  <a:lnTo>
                    <a:pt x="3749540" y="925705"/>
                  </a:lnTo>
                  <a:lnTo>
                    <a:pt x="3749633" y="925705"/>
                  </a:lnTo>
                  <a:lnTo>
                    <a:pt x="3749727" y="925705"/>
                  </a:lnTo>
                  <a:lnTo>
                    <a:pt x="3749820" y="925705"/>
                  </a:lnTo>
                  <a:lnTo>
                    <a:pt x="3749913" y="925705"/>
                  </a:lnTo>
                  <a:lnTo>
                    <a:pt x="3750006" y="925705"/>
                  </a:lnTo>
                  <a:lnTo>
                    <a:pt x="3750100" y="925705"/>
                  </a:lnTo>
                  <a:lnTo>
                    <a:pt x="3750193" y="925705"/>
                  </a:lnTo>
                  <a:lnTo>
                    <a:pt x="3750286" y="925705"/>
                  </a:lnTo>
                  <a:lnTo>
                    <a:pt x="3750379" y="925705"/>
                  </a:lnTo>
                  <a:lnTo>
                    <a:pt x="3750473" y="925705"/>
                  </a:lnTo>
                  <a:lnTo>
                    <a:pt x="3750566" y="925705"/>
                  </a:lnTo>
                  <a:lnTo>
                    <a:pt x="3750659" y="925705"/>
                  </a:lnTo>
                  <a:lnTo>
                    <a:pt x="3750752" y="925705"/>
                  </a:lnTo>
                  <a:lnTo>
                    <a:pt x="3750846" y="925705"/>
                  </a:lnTo>
                  <a:lnTo>
                    <a:pt x="3750939" y="925705"/>
                  </a:lnTo>
                  <a:lnTo>
                    <a:pt x="3751032" y="925705"/>
                  </a:lnTo>
                  <a:lnTo>
                    <a:pt x="3751125" y="925705"/>
                  </a:lnTo>
                  <a:lnTo>
                    <a:pt x="3751219" y="925705"/>
                  </a:lnTo>
                  <a:lnTo>
                    <a:pt x="3751312" y="925705"/>
                  </a:lnTo>
                  <a:lnTo>
                    <a:pt x="3751405" y="925705"/>
                  </a:lnTo>
                  <a:lnTo>
                    <a:pt x="3751498" y="925705"/>
                  </a:lnTo>
                  <a:lnTo>
                    <a:pt x="3751592" y="925705"/>
                  </a:lnTo>
                  <a:lnTo>
                    <a:pt x="3751685" y="925705"/>
                  </a:lnTo>
                  <a:lnTo>
                    <a:pt x="3751778" y="925705"/>
                  </a:lnTo>
                  <a:lnTo>
                    <a:pt x="3751871" y="925705"/>
                  </a:lnTo>
                  <a:lnTo>
                    <a:pt x="3751965" y="925705"/>
                  </a:lnTo>
                  <a:lnTo>
                    <a:pt x="3752058" y="925705"/>
                  </a:lnTo>
                  <a:lnTo>
                    <a:pt x="3752151" y="925705"/>
                  </a:lnTo>
                  <a:lnTo>
                    <a:pt x="3752244" y="925705"/>
                  </a:lnTo>
                  <a:lnTo>
                    <a:pt x="3752338" y="925705"/>
                  </a:lnTo>
                  <a:lnTo>
                    <a:pt x="3752431" y="925705"/>
                  </a:lnTo>
                  <a:lnTo>
                    <a:pt x="3752524" y="925705"/>
                  </a:lnTo>
                  <a:lnTo>
                    <a:pt x="3752617" y="925705"/>
                  </a:lnTo>
                  <a:lnTo>
                    <a:pt x="3752711" y="925705"/>
                  </a:lnTo>
                  <a:lnTo>
                    <a:pt x="3752804" y="925705"/>
                  </a:lnTo>
                  <a:lnTo>
                    <a:pt x="3752897" y="925705"/>
                  </a:lnTo>
                  <a:lnTo>
                    <a:pt x="3752990" y="925705"/>
                  </a:lnTo>
                  <a:lnTo>
                    <a:pt x="3753084" y="925705"/>
                  </a:lnTo>
                  <a:lnTo>
                    <a:pt x="3753177" y="925705"/>
                  </a:lnTo>
                  <a:lnTo>
                    <a:pt x="3753270" y="925705"/>
                  </a:lnTo>
                  <a:lnTo>
                    <a:pt x="3753363" y="925705"/>
                  </a:lnTo>
                  <a:lnTo>
                    <a:pt x="3753456" y="925705"/>
                  </a:lnTo>
                  <a:lnTo>
                    <a:pt x="3753550" y="925705"/>
                  </a:lnTo>
                  <a:lnTo>
                    <a:pt x="3753643" y="925705"/>
                  </a:lnTo>
                  <a:lnTo>
                    <a:pt x="3753736" y="925705"/>
                  </a:lnTo>
                  <a:lnTo>
                    <a:pt x="3753829" y="925705"/>
                  </a:lnTo>
                  <a:lnTo>
                    <a:pt x="3753923" y="925705"/>
                  </a:lnTo>
                  <a:lnTo>
                    <a:pt x="3754016" y="925705"/>
                  </a:lnTo>
                  <a:lnTo>
                    <a:pt x="3754109" y="925705"/>
                  </a:lnTo>
                  <a:lnTo>
                    <a:pt x="3754202" y="925705"/>
                  </a:lnTo>
                  <a:lnTo>
                    <a:pt x="3754296" y="925705"/>
                  </a:lnTo>
                  <a:lnTo>
                    <a:pt x="3754389" y="925705"/>
                  </a:lnTo>
                  <a:lnTo>
                    <a:pt x="3754482" y="925705"/>
                  </a:lnTo>
                  <a:lnTo>
                    <a:pt x="3754575" y="925705"/>
                  </a:lnTo>
                  <a:lnTo>
                    <a:pt x="3754669" y="925705"/>
                  </a:lnTo>
                  <a:lnTo>
                    <a:pt x="3754762" y="925705"/>
                  </a:lnTo>
                  <a:lnTo>
                    <a:pt x="3754855" y="925705"/>
                  </a:lnTo>
                  <a:lnTo>
                    <a:pt x="3754948" y="925705"/>
                  </a:lnTo>
                  <a:lnTo>
                    <a:pt x="3755042" y="925705"/>
                  </a:lnTo>
                  <a:lnTo>
                    <a:pt x="3755135" y="925705"/>
                  </a:lnTo>
                  <a:lnTo>
                    <a:pt x="3755228" y="925705"/>
                  </a:lnTo>
                  <a:lnTo>
                    <a:pt x="3755321" y="925705"/>
                  </a:lnTo>
                  <a:lnTo>
                    <a:pt x="3755415" y="925705"/>
                  </a:lnTo>
                  <a:lnTo>
                    <a:pt x="3755508" y="925705"/>
                  </a:lnTo>
                  <a:lnTo>
                    <a:pt x="3755601" y="925705"/>
                  </a:lnTo>
                  <a:lnTo>
                    <a:pt x="3755694" y="925705"/>
                  </a:lnTo>
                  <a:lnTo>
                    <a:pt x="3755788" y="925705"/>
                  </a:lnTo>
                  <a:lnTo>
                    <a:pt x="3755881" y="925705"/>
                  </a:lnTo>
                  <a:lnTo>
                    <a:pt x="3755974" y="925705"/>
                  </a:lnTo>
                  <a:lnTo>
                    <a:pt x="3756067" y="925705"/>
                  </a:lnTo>
                  <a:lnTo>
                    <a:pt x="3756161" y="925705"/>
                  </a:lnTo>
                  <a:lnTo>
                    <a:pt x="3756254" y="925705"/>
                  </a:lnTo>
                  <a:lnTo>
                    <a:pt x="3756347" y="925705"/>
                  </a:lnTo>
                  <a:lnTo>
                    <a:pt x="3756440" y="925705"/>
                  </a:lnTo>
                  <a:lnTo>
                    <a:pt x="3756534" y="925705"/>
                  </a:lnTo>
                  <a:lnTo>
                    <a:pt x="3756627" y="925705"/>
                  </a:lnTo>
                  <a:lnTo>
                    <a:pt x="3756720" y="925705"/>
                  </a:lnTo>
                  <a:lnTo>
                    <a:pt x="3756813" y="925705"/>
                  </a:lnTo>
                  <a:lnTo>
                    <a:pt x="3756907" y="925705"/>
                  </a:lnTo>
                  <a:lnTo>
                    <a:pt x="3757000" y="925705"/>
                  </a:lnTo>
                  <a:lnTo>
                    <a:pt x="3757093" y="925705"/>
                  </a:lnTo>
                  <a:lnTo>
                    <a:pt x="3757186" y="925705"/>
                  </a:lnTo>
                  <a:lnTo>
                    <a:pt x="3757280" y="925705"/>
                  </a:lnTo>
                  <a:lnTo>
                    <a:pt x="3757373" y="925705"/>
                  </a:lnTo>
                  <a:lnTo>
                    <a:pt x="3757466" y="925705"/>
                  </a:lnTo>
                  <a:lnTo>
                    <a:pt x="3757559" y="925705"/>
                  </a:lnTo>
                  <a:lnTo>
                    <a:pt x="3757653" y="925705"/>
                  </a:lnTo>
                  <a:lnTo>
                    <a:pt x="3757746" y="925705"/>
                  </a:lnTo>
                  <a:lnTo>
                    <a:pt x="3757839" y="925705"/>
                  </a:lnTo>
                  <a:lnTo>
                    <a:pt x="3757932" y="925705"/>
                  </a:lnTo>
                  <a:lnTo>
                    <a:pt x="3758026" y="925705"/>
                  </a:lnTo>
                  <a:lnTo>
                    <a:pt x="3758119" y="925705"/>
                  </a:lnTo>
                  <a:lnTo>
                    <a:pt x="3758212" y="925705"/>
                  </a:lnTo>
                  <a:lnTo>
                    <a:pt x="3758305" y="925705"/>
                  </a:lnTo>
                  <a:lnTo>
                    <a:pt x="3758399" y="925705"/>
                  </a:lnTo>
                  <a:lnTo>
                    <a:pt x="3758492" y="925705"/>
                  </a:lnTo>
                  <a:lnTo>
                    <a:pt x="3758585" y="925705"/>
                  </a:lnTo>
                  <a:lnTo>
                    <a:pt x="3758678" y="925705"/>
                  </a:lnTo>
                  <a:lnTo>
                    <a:pt x="3758772" y="925705"/>
                  </a:lnTo>
                  <a:lnTo>
                    <a:pt x="3758865" y="925705"/>
                  </a:lnTo>
                  <a:lnTo>
                    <a:pt x="3758958" y="925705"/>
                  </a:lnTo>
                  <a:lnTo>
                    <a:pt x="3759051" y="925705"/>
                  </a:lnTo>
                  <a:lnTo>
                    <a:pt x="3759145" y="925705"/>
                  </a:lnTo>
                  <a:lnTo>
                    <a:pt x="3759238" y="925705"/>
                  </a:lnTo>
                  <a:lnTo>
                    <a:pt x="3759331" y="925705"/>
                  </a:lnTo>
                  <a:lnTo>
                    <a:pt x="3759424" y="925705"/>
                  </a:lnTo>
                  <a:lnTo>
                    <a:pt x="3759518" y="925705"/>
                  </a:lnTo>
                  <a:lnTo>
                    <a:pt x="3759611" y="925705"/>
                  </a:lnTo>
                  <a:lnTo>
                    <a:pt x="3759704" y="925705"/>
                  </a:lnTo>
                  <a:lnTo>
                    <a:pt x="3759797" y="925705"/>
                  </a:lnTo>
                  <a:lnTo>
                    <a:pt x="3759891" y="925705"/>
                  </a:lnTo>
                  <a:lnTo>
                    <a:pt x="3759984" y="925705"/>
                  </a:lnTo>
                  <a:lnTo>
                    <a:pt x="3760077" y="925705"/>
                  </a:lnTo>
                  <a:lnTo>
                    <a:pt x="3760170" y="925705"/>
                  </a:lnTo>
                  <a:lnTo>
                    <a:pt x="3760264" y="925705"/>
                  </a:lnTo>
                  <a:lnTo>
                    <a:pt x="3760357" y="925705"/>
                  </a:lnTo>
                  <a:lnTo>
                    <a:pt x="3760450" y="925705"/>
                  </a:lnTo>
                  <a:lnTo>
                    <a:pt x="3760543" y="925705"/>
                  </a:lnTo>
                  <a:lnTo>
                    <a:pt x="3760636" y="925705"/>
                  </a:lnTo>
                  <a:lnTo>
                    <a:pt x="3760730" y="925705"/>
                  </a:lnTo>
                  <a:lnTo>
                    <a:pt x="3760823" y="925705"/>
                  </a:lnTo>
                  <a:lnTo>
                    <a:pt x="3760916" y="925705"/>
                  </a:lnTo>
                  <a:lnTo>
                    <a:pt x="3761009" y="925705"/>
                  </a:lnTo>
                  <a:lnTo>
                    <a:pt x="3761103" y="925705"/>
                  </a:lnTo>
                  <a:lnTo>
                    <a:pt x="3761196" y="925705"/>
                  </a:lnTo>
                  <a:lnTo>
                    <a:pt x="3761289" y="925705"/>
                  </a:lnTo>
                  <a:lnTo>
                    <a:pt x="3761382" y="925705"/>
                  </a:lnTo>
                  <a:lnTo>
                    <a:pt x="3761476" y="925705"/>
                  </a:lnTo>
                  <a:lnTo>
                    <a:pt x="3761569" y="925705"/>
                  </a:lnTo>
                  <a:lnTo>
                    <a:pt x="3761662" y="925705"/>
                  </a:lnTo>
                  <a:lnTo>
                    <a:pt x="3761755" y="925705"/>
                  </a:lnTo>
                  <a:lnTo>
                    <a:pt x="3761849" y="925705"/>
                  </a:lnTo>
                  <a:lnTo>
                    <a:pt x="3761942" y="925705"/>
                  </a:lnTo>
                  <a:lnTo>
                    <a:pt x="3762035" y="925705"/>
                  </a:lnTo>
                  <a:lnTo>
                    <a:pt x="3762128" y="925705"/>
                  </a:lnTo>
                  <a:lnTo>
                    <a:pt x="3762222" y="925705"/>
                  </a:lnTo>
                  <a:lnTo>
                    <a:pt x="3762315" y="925705"/>
                  </a:lnTo>
                  <a:lnTo>
                    <a:pt x="3762408" y="925705"/>
                  </a:lnTo>
                  <a:lnTo>
                    <a:pt x="3762501" y="925705"/>
                  </a:lnTo>
                  <a:lnTo>
                    <a:pt x="3762595" y="925705"/>
                  </a:lnTo>
                  <a:lnTo>
                    <a:pt x="3762688" y="925705"/>
                  </a:lnTo>
                  <a:lnTo>
                    <a:pt x="3762781" y="925705"/>
                  </a:lnTo>
                  <a:lnTo>
                    <a:pt x="3762874" y="925705"/>
                  </a:lnTo>
                  <a:lnTo>
                    <a:pt x="3762968" y="925705"/>
                  </a:lnTo>
                  <a:lnTo>
                    <a:pt x="3763061" y="925705"/>
                  </a:lnTo>
                  <a:lnTo>
                    <a:pt x="3763154" y="925705"/>
                  </a:lnTo>
                  <a:lnTo>
                    <a:pt x="3763247" y="925705"/>
                  </a:lnTo>
                  <a:lnTo>
                    <a:pt x="3763341" y="925705"/>
                  </a:lnTo>
                  <a:lnTo>
                    <a:pt x="3763434" y="925705"/>
                  </a:lnTo>
                  <a:lnTo>
                    <a:pt x="3763527" y="925705"/>
                  </a:lnTo>
                  <a:lnTo>
                    <a:pt x="3763620" y="925705"/>
                  </a:lnTo>
                  <a:lnTo>
                    <a:pt x="3763714" y="925705"/>
                  </a:lnTo>
                  <a:lnTo>
                    <a:pt x="3763807" y="925705"/>
                  </a:lnTo>
                  <a:lnTo>
                    <a:pt x="3763900" y="925705"/>
                  </a:lnTo>
                  <a:lnTo>
                    <a:pt x="3763993" y="925705"/>
                  </a:lnTo>
                  <a:lnTo>
                    <a:pt x="3764087" y="925705"/>
                  </a:lnTo>
                  <a:lnTo>
                    <a:pt x="3764180" y="925705"/>
                  </a:lnTo>
                  <a:lnTo>
                    <a:pt x="3764273" y="925705"/>
                  </a:lnTo>
                  <a:lnTo>
                    <a:pt x="3764366" y="925705"/>
                  </a:lnTo>
                  <a:lnTo>
                    <a:pt x="3764460" y="925705"/>
                  </a:lnTo>
                  <a:lnTo>
                    <a:pt x="3764553" y="925705"/>
                  </a:lnTo>
                  <a:lnTo>
                    <a:pt x="3764646" y="925705"/>
                  </a:lnTo>
                  <a:lnTo>
                    <a:pt x="3764739" y="925705"/>
                  </a:lnTo>
                  <a:lnTo>
                    <a:pt x="3764833" y="925705"/>
                  </a:lnTo>
                  <a:lnTo>
                    <a:pt x="3764926" y="925705"/>
                  </a:lnTo>
                  <a:lnTo>
                    <a:pt x="3764926" y="915751"/>
                  </a:lnTo>
                  <a:lnTo>
                    <a:pt x="3765019" y="915751"/>
                  </a:lnTo>
                  <a:lnTo>
                    <a:pt x="3765112" y="915751"/>
                  </a:lnTo>
                  <a:lnTo>
                    <a:pt x="3765206" y="915751"/>
                  </a:lnTo>
                  <a:lnTo>
                    <a:pt x="3765299" y="915751"/>
                  </a:lnTo>
                  <a:lnTo>
                    <a:pt x="3765392" y="915751"/>
                  </a:lnTo>
                  <a:lnTo>
                    <a:pt x="3765485" y="915751"/>
                  </a:lnTo>
                  <a:lnTo>
                    <a:pt x="3765579" y="915751"/>
                  </a:lnTo>
                  <a:lnTo>
                    <a:pt x="3765672" y="915751"/>
                  </a:lnTo>
                  <a:lnTo>
                    <a:pt x="3765765" y="915751"/>
                  </a:lnTo>
                  <a:lnTo>
                    <a:pt x="3765858" y="915751"/>
                  </a:lnTo>
                  <a:lnTo>
                    <a:pt x="3765952" y="915751"/>
                  </a:lnTo>
                  <a:lnTo>
                    <a:pt x="3766045" y="915751"/>
                  </a:lnTo>
                  <a:lnTo>
                    <a:pt x="3766138" y="915751"/>
                  </a:lnTo>
                  <a:lnTo>
                    <a:pt x="3766231" y="915751"/>
                  </a:lnTo>
                  <a:lnTo>
                    <a:pt x="3766325" y="915751"/>
                  </a:lnTo>
                  <a:lnTo>
                    <a:pt x="3766418" y="915751"/>
                  </a:lnTo>
                  <a:lnTo>
                    <a:pt x="3766511" y="915751"/>
                  </a:lnTo>
                  <a:lnTo>
                    <a:pt x="3766604" y="915751"/>
                  </a:lnTo>
                  <a:lnTo>
                    <a:pt x="3766698" y="915751"/>
                  </a:lnTo>
                  <a:lnTo>
                    <a:pt x="3766791" y="915751"/>
                  </a:lnTo>
                  <a:lnTo>
                    <a:pt x="3766884" y="915751"/>
                  </a:lnTo>
                  <a:lnTo>
                    <a:pt x="3766977" y="915751"/>
                  </a:lnTo>
                  <a:lnTo>
                    <a:pt x="3767071" y="915751"/>
                  </a:lnTo>
                  <a:lnTo>
                    <a:pt x="3767164" y="915751"/>
                  </a:lnTo>
                  <a:lnTo>
                    <a:pt x="3767257" y="915751"/>
                  </a:lnTo>
                  <a:lnTo>
                    <a:pt x="3767350" y="915751"/>
                  </a:lnTo>
                  <a:lnTo>
                    <a:pt x="3767443" y="915751"/>
                  </a:lnTo>
                  <a:lnTo>
                    <a:pt x="3767537" y="915751"/>
                  </a:lnTo>
                  <a:lnTo>
                    <a:pt x="3767630" y="915751"/>
                  </a:lnTo>
                  <a:lnTo>
                    <a:pt x="3767723" y="915751"/>
                  </a:lnTo>
                  <a:lnTo>
                    <a:pt x="3767816" y="915751"/>
                  </a:lnTo>
                  <a:lnTo>
                    <a:pt x="3767910" y="915751"/>
                  </a:lnTo>
                  <a:lnTo>
                    <a:pt x="3768003" y="915751"/>
                  </a:lnTo>
                  <a:lnTo>
                    <a:pt x="3768096" y="915751"/>
                  </a:lnTo>
                  <a:lnTo>
                    <a:pt x="3768189" y="915751"/>
                  </a:lnTo>
                  <a:lnTo>
                    <a:pt x="3768283" y="915751"/>
                  </a:lnTo>
                  <a:lnTo>
                    <a:pt x="3768376" y="915751"/>
                  </a:lnTo>
                  <a:lnTo>
                    <a:pt x="3768469" y="915751"/>
                  </a:lnTo>
                  <a:lnTo>
                    <a:pt x="3768562" y="915751"/>
                  </a:lnTo>
                  <a:lnTo>
                    <a:pt x="3768656" y="915751"/>
                  </a:lnTo>
                  <a:lnTo>
                    <a:pt x="3768749" y="915751"/>
                  </a:lnTo>
                  <a:lnTo>
                    <a:pt x="3768842" y="915751"/>
                  </a:lnTo>
                  <a:lnTo>
                    <a:pt x="3768935" y="915751"/>
                  </a:lnTo>
                  <a:lnTo>
                    <a:pt x="3769029" y="915751"/>
                  </a:lnTo>
                  <a:lnTo>
                    <a:pt x="3769122" y="915751"/>
                  </a:lnTo>
                  <a:lnTo>
                    <a:pt x="3769215" y="915751"/>
                  </a:lnTo>
                  <a:lnTo>
                    <a:pt x="3769308" y="915751"/>
                  </a:lnTo>
                  <a:lnTo>
                    <a:pt x="3769402" y="915751"/>
                  </a:lnTo>
                  <a:lnTo>
                    <a:pt x="3769495" y="915751"/>
                  </a:lnTo>
                  <a:lnTo>
                    <a:pt x="3769588" y="915751"/>
                  </a:lnTo>
                  <a:lnTo>
                    <a:pt x="3769681" y="915751"/>
                  </a:lnTo>
                  <a:lnTo>
                    <a:pt x="3769775" y="915751"/>
                  </a:lnTo>
                  <a:lnTo>
                    <a:pt x="3769868" y="915751"/>
                  </a:lnTo>
                  <a:lnTo>
                    <a:pt x="3769961" y="915751"/>
                  </a:lnTo>
                  <a:lnTo>
                    <a:pt x="3770054" y="915751"/>
                  </a:lnTo>
                  <a:lnTo>
                    <a:pt x="3770148" y="915751"/>
                  </a:lnTo>
                  <a:lnTo>
                    <a:pt x="3770241" y="915751"/>
                  </a:lnTo>
                  <a:lnTo>
                    <a:pt x="3770334" y="915751"/>
                  </a:lnTo>
                  <a:lnTo>
                    <a:pt x="3770427" y="915751"/>
                  </a:lnTo>
                  <a:lnTo>
                    <a:pt x="3770521" y="915751"/>
                  </a:lnTo>
                  <a:lnTo>
                    <a:pt x="3770614" y="915751"/>
                  </a:lnTo>
                  <a:lnTo>
                    <a:pt x="3770707" y="915751"/>
                  </a:lnTo>
                  <a:lnTo>
                    <a:pt x="3770800" y="915751"/>
                  </a:lnTo>
                  <a:lnTo>
                    <a:pt x="3770894" y="915751"/>
                  </a:lnTo>
                  <a:lnTo>
                    <a:pt x="3770987" y="915751"/>
                  </a:lnTo>
                  <a:lnTo>
                    <a:pt x="3770987" y="905797"/>
                  </a:lnTo>
                  <a:lnTo>
                    <a:pt x="3771080" y="905797"/>
                  </a:lnTo>
                  <a:lnTo>
                    <a:pt x="3771173" y="905797"/>
                  </a:lnTo>
                  <a:lnTo>
                    <a:pt x="3771267" y="905797"/>
                  </a:lnTo>
                  <a:lnTo>
                    <a:pt x="3771360" y="905797"/>
                  </a:lnTo>
                  <a:lnTo>
                    <a:pt x="3771453" y="905797"/>
                  </a:lnTo>
                  <a:lnTo>
                    <a:pt x="3771546" y="905797"/>
                  </a:lnTo>
                  <a:lnTo>
                    <a:pt x="3771640" y="905797"/>
                  </a:lnTo>
                  <a:lnTo>
                    <a:pt x="3771733" y="905797"/>
                  </a:lnTo>
                  <a:lnTo>
                    <a:pt x="3771826" y="905797"/>
                  </a:lnTo>
                  <a:lnTo>
                    <a:pt x="3771919" y="905797"/>
                  </a:lnTo>
                  <a:lnTo>
                    <a:pt x="3772013" y="905797"/>
                  </a:lnTo>
                  <a:lnTo>
                    <a:pt x="3772106" y="905797"/>
                  </a:lnTo>
                  <a:lnTo>
                    <a:pt x="3772199" y="905797"/>
                  </a:lnTo>
                  <a:lnTo>
                    <a:pt x="3772292" y="905797"/>
                  </a:lnTo>
                  <a:lnTo>
                    <a:pt x="3772386" y="905797"/>
                  </a:lnTo>
                  <a:lnTo>
                    <a:pt x="3772479" y="905797"/>
                  </a:lnTo>
                  <a:lnTo>
                    <a:pt x="3772572" y="905797"/>
                  </a:lnTo>
                  <a:lnTo>
                    <a:pt x="3772665" y="905797"/>
                  </a:lnTo>
                  <a:lnTo>
                    <a:pt x="3772759" y="905797"/>
                  </a:lnTo>
                  <a:lnTo>
                    <a:pt x="3772852" y="905797"/>
                  </a:lnTo>
                  <a:lnTo>
                    <a:pt x="3772945" y="905797"/>
                  </a:lnTo>
                  <a:lnTo>
                    <a:pt x="3773038" y="905797"/>
                  </a:lnTo>
                  <a:lnTo>
                    <a:pt x="3773132" y="905797"/>
                  </a:lnTo>
                  <a:lnTo>
                    <a:pt x="3773225" y="905797"/>
                  </a:lnTo>
                  <a:lnTo>
                    <a:pt x="3773318" y="905797"/>
                  </a:lnTo>
                  <a:lnTo>
                    <a:pt x="3773411" y="905797"/>
                  </a:lnTo>
                  <a:lnTo>
                    <a:pt x="3773505" y="905797"/>
                  </a:lnTo>
                  <a:lnTo>
                    <a:pt x="3773598" y="905797"/>
                  </a:lnTo>
                  <a:lnTo>
                    <a:pt x="3773691" y="905797"/>
                  </a:lnTo>
                  <a:lnTo>
                    <a:pt x="3773784" y="905797"/>
                  </a:lnTo>
                  <a:lnTo>
                    <a:pt x="3773878" y="905797"/>
                  </a:lnTo>
                  <a:lnTo>
                    <a:pt x="3773971" y="905797"/>
                  </a:lnTo>
                  <a:lnTo>
                    <a:pt x="3774064" y="905797"/>
                  </a:lnTo>
                  <a:lnTo>
                    <a:pt x="3774157" y="905797"/>
                  </a:lnTo>
                  <a:lnTo>
                    <a:pt x="3774250" y="905797"/>
                  </a:lnTo>
                  <a:lnTo>
                    <a:pt x="3774344" y="905797"/>
                  </a:lnTo>
                  <a:lnTo>
                    <a:pt x="3774437" y="905797"/>
                  </a:lnTo>
                  <a:lnTo>
                    <a:pt x="3774530" y="905797"/>
                  </a:lnTo>
                  <a:lnTo>
                    <a:pt x="3774623" y="905797"/>
                  </a:lnTo>
                  <a:lnTo>
                    <a:pt x="3774717" y="905797"/>
                  </a:lnTo>
                  <a:lnTo>
                    <a:pt x="3774810" y="905797"/>
                  </a:lnTo>
                  <a:lnTo>
                    <a:pt x="3774903" y="905797"/>
                  </a:lnTo>
                  <a:lnTo>
                    <a:pt x="3774996" y="905797"/>
                  </a:lnTo>
                  <a:lnTo>
                    <a:pt x="3775090" y="905797"/>
                  </a:lnTo>
                  <a:lnTo>
                    <a:pt x="3775183" y="905797"/>
                  </a:lnTo>
                  <a:lnTo>
                    <a:pt x="3775276" y="905797"/>
                  </a:lnTo>
                  <a:lnTo>
                    <a:pt x="3775369" y="905797"/>
                  </a:lnTo>
                  <a:lnTo>
                    <a:pt x="3775463" y="905797"/>
                  </a:lnTo>
                  <a:lnTo>
                    <a:pt x="3775556" y="905797"/>
                  </a:lnTo>
                  <a:lnTo>
                    <a:pt x="3775649" y="905797"/>
                  </a:lnTo>
                  <a:lnTo>
                    <a:pt x="3775742" y="905797"/>
                  </a:lnTo>
                  <a:lnTo>
                    <a:pt x="3775836" y="905797"/>
                  </a:lnTo>
                  <a:lnTo>
                    <a:pt x="3775929" y="905797"/>
                  </a:lnTo>
                  <a:lnTo>
                    <a:pt x="3776022" y="905797"/>
                  </a:lnTo>
                  <a:lnTo>
                    <a:pt x="3776115" y="905797"/>
                  </a:lnTo>
                  <a:lnTo>
                    <a:pt x="3776209" y="905797"/>
                  </a:lnTo>
                  <a:lnTo>
                    <a:pt x="3776302" y="905797"/>
                  </a:lnTo>
                  <a:lnTo>
                    <a:pt x="3776395" y="905797"/>
                  </a:lnTo>
                  <a:lnTo>
                    <a:pt x="3776488" y="905797"/>
                  </a:lnTo>
                  <a:lnTo>
                    <a:pt x="3776582" y="905797"/>
                  </a:lnTo>
                  <a:lnTo>
                    <a:pt x="3776675" y="905797"/>
                  </a:lnTo>
                  <a:lnTo>
                    <a:pt x="3776768" y="905797"/>
                  </a:lnTo>
                  <a:lnTo>
                    <a:pt x="3776861" y="905797"/>
                  </a:lnTo>
                  <a:lnTo>
                    <a:pt x="3776955" y="905797"/>
                  </a:lnTo>
                  <a:lnTo>
                    <a:pt x="3777048" y="905797"/>
                  </a:lnTo>
                  <a:lnTo>
                    <a:pt x="3777141" y="905797"/>
                  </a:lnTo>
                  <a:lnTo>
                    <a:pt x="3777234" y="905797"/>
                  </a:lnTo>
                  <a:lnTo>
                    <a:pt x="3777328" y="905797"/>
                  </a:lnTo>
                  <a:lnTo>
                    <a:pt x="3777421" y="905797"/>
                  </a:lnTo>
                  <a:lnTo>
                    <a:pt x="3777514" y="905797"/>
                  </a:lnTo>
                  <a:lnTo>
                    <a:pt x="3777607" y="905797"/>
                  </a:lnTo>
                  <a:lnTo>
                    <a:pt x="3777701" y="905797"/>
                  </a:lnTo>
                  <a:lnTo>
                    <a:pt x="3777794" y="905797"/>
                  </a:lnTo>
                  <a:lnTo>
                    <a:pt x="3777887" y="905797"/>
                  </a:lnTo>
                  <a:lnTo>
                    <a:pt x="3777980" y="905797"/>
                  </a:lnTo>
                  <a:lnTo>
                    <a:pt x="3778074" y="905797"/>
                  </a:lnTo>
                  <a:lnTo>
                    <a:pt x="3778167" y="905797"/>
                  </a:lnTo>
                  <a:lnTo>
                    <a:pt x="3778260" y="905797"/>
                  </a:lnTo>
                  <a:lnTo>
                    <a:pt x="3778353" y="905797"/>
                  </a:lnTo>
                  <a:lnTo>
                    <a:pt x="3778447" y="905797"/>
                  </a:lnTo>
                  <a:lnTo>
                    <a:pt x="3778540" y="905797"/>
                  </a:lnTo>
                  <a:lnTo>
                    <a:pt x="3778633" y="905797"/>
                  </a:lnTo>
                  <a:lnTo>
                    <a:pt x="3778726" y="905797"/>
                  </a:lnTo>
                  <a:lnTo>
                    <a:pt x="3778820" y="905797"/>
                  </a:lnTo>
                  <a:lnTo>
                    <a:pt x="3778913" y="905797"/>
                  </a:lnTo>
                  <a:lnTo>
                    <a:pt x="3779006" y="905797"/>
                  </a:lnTo>
                  <a:lnTo>
                    <a:pt x="3779099" y="905797"/>
                  </a:lnTo>
                  <a:lnTo>
                    <a:pt x="3779193" y="905797"/>
                  </a:lnTo>
                  <a:lnTo>
                    <a:pt x="3779286" y="905797"/>
                  </a:lnTo>
                  <a:lnTo>
                    <a:pt x="3779379" y="905797"/>
                  </a:lnTo>
                  <a:lnTo>
                    <a:pt x="3779472" y="905797"/>
                  </a:lnTo>
                  <a:lnTo>
                    <a:pt x="3779566" y="905797"/>
                  </a:lnTo>
                  <a:lnTo>
                    <a:pt x="3779659" y="905797"/>
                  </a:lnTo>
                  <a:lnTo>
                    <a:pt x="3779752" y="905797"/>
                  </a:lnTo>
                  <a:lnTo>
                    <a:pt x="3779845" y="905797"/>
                  </a:lnTo>
                  <a:lnTo>
                    <a:pt x="3779939" y="905797"/>
                  </a:lnTo>
                  <a:lnTo>
                    <a:pt x="3780032" y="905797"/>
                  </a:lnTo>
                  <a:lnTo>
                    <a:pt x="3780125" y="905797"/>
                  </a:lnTo>
                  <a:lnTo>
                    <a:pt x="3780218" y="905797"/>
                  </a:lnTo>
                  <a:lnTo>
                    <a:pt x="3780312" y="905797"/>
                  </a:lnTo>
                  <a:lnTo>
                    <a:pt x="3780405" y="905797"/>
                  </a:lnTo>
                  <a:lnTo>
                    <a:pt x="3780498" y="905797"/>
                  </a:lnTo>
                  <a:lnTo>
                    <a:pt x="3780591" y="905797"/>
                  </a:lnTo>
                  <a:lnTo>
                    <a:pt x="3780685" y="905797"/>
                  </a:lnTo>
                  <a:lnTo>
                    <a:pt x="3780778" y="905797"/>
                  </a:lnTo>
                  <a:lnTo>
                    <a:pt x="3780871" y="905797"/>
                  </a:lnTo>
                  <a:lnTo>
                    <a:pt x="3780964" y="905797"/>
                  </a:lnTo>
                  <a:lnTo>
                    <a:pt x="3781058" y="905797"/>
                  </a:lnTo>
                  <a:lnTo>
                    <a:pt x="3781151" y="905797"/>
                  </a:lnTo>
                  <a:lnTo>
                    <a:pt x="3781244" y="905797"/>
                  </a:lnTo>
                  <a:lnTo>
                    <a:pt x="3781337" y="905797"/>
                  </a:lnTo>
                  <a:lnTo>
                    <a:pt x="3781430" y="905797"/>
                  </a:lnTo>
                  <a:lnTo>
                    <a:pt x="3781524" y="905797"/>
                  </a:lnTo>
                  <a:lnTo>
                    <a:pt x="3781617" y="905797"/>
                  </a:lnTo>
                  <a:lnTo>
                    <a:pt x="3781710" y="905797"/>
                  </a:lnTo>
                  <a:lnTo>
                    <a:pt x="3781803" y="905797"/>
                  </a:lnTo>
                  <a:lnTo>
                    <a:pt x="3781897" y="905797"/>
                  </a:lnTo>
                  <a:lnTo>
                    <a:pt x="3781990" y="905797"/>
                  </a:lnTo>
                  <a:lnTo>
                    <a:pt x="3782083" y="905797"/>
                  </a:lnTo>
                  <a:lnTo>
                    <a:pt x="3782176" y="905797"/>
                  </a:lnTo>
                  <a:lnTo>
                    <a:pt x="3782270" y="905797"/>
                  </a:lnTo>
                  <a:lnTo>
                    <a:pt x="3782363" y="905797"/>
                  </a:lnTo>
                  <a:lnTo>
                    <a:pt x="3782456" y="905797"/>
                  </a:lnTo>
                  <a:lnTo>
                    <a:pt x="3782549" y="905797"/>
                  </a:lnTo>
                  <a:lnTo>
                    <a:pt x="3782643" y="905797"/>
                  </a:lnTo>
                  <a:lnTo>
                    <a:pt x="3782736" y="905797"/>
                  </a:lnTo>
                  <a:lnTo>
                    <a:pt x="3782829" y="905797"/>
                  </a:lnTo>
                  <a:lnTo>
                    <a:pt x="3782922" y="905797"/>
                  </a:lnTo>
                  <a:lnTo>
                    <a:pt x="3783016" y="905797"/>
                  </a:lnTo>
                  <a:lnTo>
                    <a:pt x="3783109" y="905797"/>
                  </a:lnTo>
                  <a:lnTo>
                    <a:pt x="3783202" y="905797"/>
                  </a:lnTo>
                  <a:lnTo>
                    <a:pt x="3783295" y="905797"/>
                  </a:lnTo>
                  <a:lnTo>
                    <a:pt x="3783295" y="895844"/>
                  </a:lnTo>
                  <a:lnTo>
                    <a:pt x="3783389" y="895844"/>
                  </a:lnTo>
                  <a:lnTo>
                    <a:pt x="3783482" y="895844"/>
                  </a:lnTo>
                  <a:lnTo>
                    <a:pt x="3783575" y="895844"/>
                  </a:lnTo>
                  <a:lnTo>
                    <a:pt x="3783668" y="895844"/>
                  </a:lnTo>
                  <a:lnTo>
                    <a:pt x="3783762" y="895844"/>
                  </a:lnTo>
                  <a:lnTo>
                    <a:pt x="3783855" y="895844"/>
                  </a:lnTo>
                  <a:lnTo>
                    <a:pt x="3783948" y="895844"/>
                  </a:lnTo>
                  <a:lnTo>
                    <a:pt x="3784041" y="895844"/>
                  </a:lnTo>
                  <a:lnTo>
                    <a:pt x="3784135" y="895844"/>
                  </a:lnTo>
                  <a:lnTo>
                    <a:pt x="3784228" y="895844"/>
                  </a:lnTo>
                  <a:lnTo>
                    <a:pt x="3784321" y="895844"/>
                  </a:lnTo>
                  <a:lnTo>
                    <a:pt x="3784414" y="895844"/>
                  </a:lnTo>
                  <a:lnTo>
                    <a:pt x="3784508" y="895844"/>
                  </a:lnTo>
                  <a:lnTo>
                    <a:pt x="3784601" y="895844"/>
                  </a:lnTo>
                  <a:lnTo>
                    <a:pt x="3784694" y="895844"/>
                  </a:lnTo>
                  <a:lnTo>
                    <a:pt x="3784787" y="895844"/>
                  </a:lnTo>
                  <a:lnTo>
                    <a:pt x="3784881" y="895844"/>
                  </a:lnTo>
                  <a:lnTo>
                    <a:pt x="3784974" y="895844"/>
                  </a:lnTo>
                  <a:lnTo>
                    <a:pt x="3785067" y="895844"/>
                  </a:lnTo>
                  <a:lnTo>
                    <a:pt x="3785160" y="895844"/>
                  </a:lnTo>
                  <a:lnTo>
                    <a:pt x="3785254" y="895844"/>
                  </a:lnTo>
                  <a:lnTo>
                    <a:pt x="3785347" y="895844"/>
                  </a:lnTo>
                  <a:lnTo>
                    <a:pt x="3785440" y="895844"/>
                  </a:lnTo>
                  <a:lnTo>
                    <a:pt x="3785533" y="895844"/>
                  </a:lnTo>
                  <a:lnTo>
                    <a:pt x="3785627" y="895844"/>
                  </a:lnTo>
                  <a:lnTo>
                    <a:pt x="3785720" y="895844"/>
                  </a:lnTo>
                  <a:lnTo>
                    <a:pt x="3785813" y="895844"/>
                  </a:lnTo>
                  <a:lnTo>
                    <a:pt x="3785906" y="895844"/>
                  </a:lnTo>
                  <a:lnTo>
                    <a:pt x="3786000" y="895844"/>
                  </a:lnTo>
                  <a:lnTo>
                    <a:pt x="3786093" y="895844"/>
                  </a:lnTo>
                  <a:lnTo>
                    <a:pt x="3786186" y="895844"/>
                  </a:lnTo>
                  <a:lnTo>
                    <a:pt x="3786279" y="895844"/>
                  </a:lnTo>
                  <a:lnTo>
                    <a:pt x="3786373" y="895844"/>
                  </a:lnTo>
                  <a:lnTo>
                    <a:pt x="3786466" y="895844"/>
                  </a:lnTo>
                  <a:lnTo>
                    <a:pt x="3786559" y="895844"/>
                  </a:lnTo>
                  <a:lnTo>
                    <a:pt x="3786652" y="895844"/>
                  </a:lnTo>
                  <a:lnTo>
                    <a:pt x="3786746" y="895844"/>
                  </a:lnTo>
                  <a:lnTo>
                    <a:pt x="3786839" y="895844"/>
                  </a:lnTo>
                  <a:lnTo>
                    <a:pt x="3786932" y="895844"/>
                  </a:lnTo>
                  <a:lnTo>
                    <a:pt x="3787025" y="895844"/>
                  </a:lnTo>
                  <a:lnTo>
                    <a:pt x="3787119" y="895844"/>
                  </a:lnTo>
                  <a:lnTo>
                    <a:pt x="3787212" y="895844"/>
                  </a:lnTo>
                  <a:lnTo>
                    <a:pt x="3787305" y="895844"/>
                  </a:lnTo>
                  <a:lnTo>
                    <a:pt x="3787398" y="895844"/>
                  </a:lnTo>
                  <a:lnTo>
                    <a:pt x="3787492" y="895844"/>
                  </a:lnTo>
                  <a:lnTo>
                    <a:pt x="3787585" y="895844"/>
                  </a:lnTo>
                  <a:lnTo>
                    <a:pt x="3787678" y="895844"/>
                  </a:lnTo>
                  <a:lnTo>
                    <a:pt x="3787771" y="895844"/>
                  </a:lnTo>
                  <a:lnTo>
                    <a:pt x="3787865" y="895844"/>
                  </a:lnTo>
                  <a:lnTo>
                    <a:pt x="3787958" y="895844"/>
                  </a:lnTo>
                  <a:lnTo>
                    <a:pt x="3788051" y="895844"/>
                  </a:lnTo>
                  <a:lnTo>
                    <a:pt x="3788144" y="895844"/>
                  </a:lnTo>
                  <a:lnTo>
                    <a:pt x="3788237" y="895844"/>
                  </a:lnTo>
                  <a:lnTo>
                    <a:pt x="3788331" y="895844"/>
                  </a:lnTo>
                  <a:lnTo>
                    <a:pt x="3788424" y="895844"/>
                  </a:lnTo>
                  <a:lnTo>
                    <a:pt x="3788517" y="895844"/>
                  </a:lnTo>
                  <a:lnTo>
                    <a:pt x="3788610" y="895844"/>
                  </a:lnTo>
                  <a:lnTo>
                    <a:pt x="3788704" y="895844"/>
                  </a:lnTo>
                  <a:lnTo>
                    <a:pt x="3788797" y="895844"/>
                  </a:lnTo>
                  <a:lnTo>
                    <a:pt x="3788890" y="895844"/>
                  </a:lnTo>
                  <a:lnTo>
                    <a:pt x="3788983" y="895844"/>
                  </a:lnTo>
                  <a:lnTo>
                    <a:pt x="3788983" y="885890"/>
                  </a:lnTo>
                  <a:lnTo>
                    <a:pt x="3789077" y="885890"/>
                  </a:lnTo>
                  <a:lnTo>
                    <a:pt x="3789170" y="885890"/>
                  </a:lnTo>
                  <a:lnTo>
                    <a:pt x="3789263" y="885890"/>
                  </a:lnTo>
                  <a:lnTo>
                    <a:pt x="3789356" y="885890"/>
                  </a:lnTo>
                  <a:lnTo>
                    <a:pt x="3789450" y="885890"/>
                  </a:lnTo>
                  <a:lnTo>
                    <a:pt x="3789543" y="885890"/>
                  </a:lnTo>
                  <a:lnTo>
                    <a:pt x="3789636" y="885890"/>
                  </a:lnTo>
                  <a:lnTo>
                    <a:pt x="3789729" y="885890"/>
                  </a:lnTo>
                  <a:lnTo>
                    <a:pt x="3789823" y="885890"/>
                  </a:lnTo>
                  <a:lnTo>
                    <a:pt x="3789916" y="885890"/>
                  </a:lnTo>
                  <a:lnTo>
                    <a:pt x="3790009" y="885890"/>
                  </a:lnTo>
                  <a:lnTo>
                    <a:pt x="3790102" y="885890"/>
                  </a:lnTo>
                  <a:lnTo>
                    <a:pt x="3790196" y="885890"/>
                  </a:lnTo>
                  <a:lnTo>
                    <a:pt x="3790289" y="885890"/>
                  </a:lnTo>
                  <a:lnTo>
                    <a:pt x="3790382" y="885890"/>
                  </a:lnTo>
                  <a:lnTo>
                    <a:pt x="3790475" y="885890"/>
                  </a:lnTo>
                  <a:lnTo>
                    <a:pt x="3790569" y="885890"/>
                  </a:lnTo>
                  <a:lnTo>
                    <a:pt x="3790662" y="885890"/>
                  </a:lnTo>
                  <a:lnTo>
                    <a:pt x="3790755" y="885890"/>
                  </a:lnTo>
                  <a:lnTo>
                    <a:pt x="3790848" y="885890"/>
                  </a:lnTo>
                  <a:lnTo>
                    <a:pt x="3790942" y="885890"/>
                  </a:lnTo>
                  <a:lnTo>
                    <a:pt x="3791035" y="885890"/>
                  </a:lnTo>
                  <a:lnTo>
                    <a:pt x="3791128" y="885890"/>
                  </a:lnTo>
                  <a:lnTo>
                    <a:pt x="3791221" y="885890"/>
                  </a:lnTo>
                  <a:lnTo>
                    <a:pt x="3791315" y="885890"/>
                  </a:lnTo>
                  <a:lnTo>
                    <a:pt x="3791408" y="885890"/>
                  </a:lnTo>
                  <a:lnTo>
                    <a:pt x="3791501" y="885890"/>
                  </a:lnTo>
                  <a:lnTo>
                    <a:pt x="3791594" y="885890"/>
                  </a:lnTo>
                  <a:lnTo>
                    <a:pt x="3791688" y="885890"/>
                  </a:lnTo>
                  <a:lnTo>
                    <a:pt x="3791781" y="885890"/>
                  </a:lnTo>
                  <a:lnTo>
                    <a:pt x="3791874" y="885890"/>
                  </a:lnTo>
                  <a:lnTo>
                    <a:pt x="3791967" y="885890"/>
                  </a:lnTo>
                  <a:lnTo>
                    <a:pt x="3792061" y="885890"/>
                  </a:lnTo>
                  <a:lnTo>
                    <a:pt x="3792154" y="885890"/>
                  </a:lnTo>
                  <a:lnTo>
                    <a:pt x="3792247" y="885890"/>
                  </a:lnTo>
                  <a:lnTo>
                    <a:pt x="3792340" y="885890"/>
                  </a:lnTo>
                  <a:lnTo>
                    <a:pt x="3792434" y="885890"/>
                  </a:lnTo>
                  <a:lnTo>
                    <a:pt x="3792527" y="885890"/>
                  </a:lnTo>
                  <a:lnTo>
                    <a:pt x="3792620" y="885890"/>
                  </a:lnTo>
                  <a:lnTo>
                    <a:pt x="3792713" y="885890"/>
                  </a:lnTo>
                  <a:lnTo>
                    <a:pt x="3792807" y="885890"/>
                  </a:lnTo>
                  <a:lnTo>
                    <a:pt x="3792900" y="885890"/>
                  </a:lnTo>
                  <a:lnTo>
                    <a:pt x="3792993" y="885890"/>
                  </a:lnTo>
                  <a:lnTo>
                    <a:pt x="3793086" y="885890"/>
                  </a:lnTo>
                  <a:lnTo>
                    <a:pt x="3793180" y="885890"/>
                  </a:lnTo>
                  <a:lnTo>
                    <a:pt x="3793273" y="885890"/>
                  </a:lnTo>
                  <a:lnTo>
                    <a:pt x="3793366" y="885890"/>
                  </a:lnTo>
                  <a:lnTo>
                    <a:pt x="3793459" y="885890"/>
                  </a:lnTo>
                  <a:lnTo>
                    <a:pt x="3793553" y="885890"/>
                  </a:lnTo>
                  <a:lnTo>
                    <a:pt x="3793646" y="885890"/>
                  </a:lnTo>
                  <a:lnTo>
                    <a:pt x="3793739" y="885890"/>
                  </a:lnTo>
                  <a:lnTo>
                    <a:pt x="3793832" y="885890"/>
                  </a:lnTo>
                  <a:lnTo>
                    <a:pt x="3793926" y="885890"/>
                  </a:lnTo>
                  <a:lnTo>
                    <a:pt x="3794019" y="885890"/>
                  </a:lnTo>
                  <a:lnTo>
                    <a:pt x="3794112" y="885890"/>
                  </a:lnTo>
                  <a:lnTo>
                    <a:pt x="3794205" y="885890"/>
                  </a:lnTo>
                  <a:lnTo>
                    <a:pt x="3794299" y="885890"/>
                  </a:lnTo>
                  <a:lnTo>
                    <a:pt x="3794392" y="885890"/>
                  </a:lnTo>
                  <a:lnTo>
                    <a:pt x="3794485" y="885890"/>
                  </a:lnTo>
                  <a:lnTo>
                    <a:pt x="3794578" y="885890"/>
                  </a:lnTo>
                  <a:lnTo>
                    <a:pt x="3794672" y="885890"/>
                  </a:lnTo>
                  <a:lnTo>
                    <a:pt x="3794765" y="885890"/>
                  </a:lnTo>
                  <a:lnTo>
                    <a:pt x="3794858" y="885890"/>
                  </a:lnTo>
                  <a:lnTo>
                    <a:pt x="3794858" y="875936"/>
                  </a:lnTo>
                  <a:lnTo>
                    <a:pt x="3794951" y="875936"/>
                  </a:lnTo>
                  <a:lnTo>
                    <a:pt x="3795044" y="875936"/>
                  </a:lnTo>
                  <a:lnTo>
                    <a:pt x="3795138" y="875936"/>
                  </a:lnTo>
                  <a:lnTo>
                    <a:pt x="3795231" y="875936"/>
                  </a:lnTo>
                  <a:lnTo>
                    <a:pt x="3795324" y="875936"/>
                  </a:lnTo>
                  <a:lnTo>
                    <a:pt x="3795417" y="875936"/>
                  </a:lnTo>
                  <a:lnTo>
                    <a:pt x="3795511" y="875936"/>
                  </a:lnTo>
                  <a:lnTo>
                    <a:pt x="3795604" y="875936"/>
                  </a:lnTo>
                  <a:lnTo>
                    <a:pt x="3795697" y="875936"/>
                  </a:lnTo>
                  <a:lnTo>
                    <a:pt x="3795790" y="875936"/>
                  </a:lnTo>
                  <a:lnTo>
                    <a:pt x="3795884" y="875936"/>
                  </a:lnTo>
                  <a:lnTo>
                    <a:pt x="3795977" y="875936"/>
                  </a:lnTo>
                  <a:lnTo>
                    <a:pt x="3796070" y="875936"/>
                  </a:lnTo>
                  <a:lnTo>
                    <a:pt x="3796163" y="875936"/>
                  </a:lnTo>
                  <a:lnTo>
                    <a:pt x="3796257" y="875936"/>
                  </a:lnTo>
                  <a:lnTo>
                    <a:pt x="3796350" y="875936"/>
                  </a:lnTo>
                  <a:lnTo>
                    <a:pt x="3796443" y="875936"/>
                  </a:lnTo>
                  <a:lnTo>
                    <a:pt x="3796536" y="875936"/>
                  </a:lnTo>
                  <a:lnTo>
                    <a:pt x="3796630" y="875936"/>
                  </a:lnTo>
                  <a:lnTo>
                    <a:pt x="3796723" y="875936"/>
                  </a:lnTo>
                  <a:lnTo>
                    <a:pt x="3796816" y="875936"/>
                  </a:lnTo>
                  <a:lnTo>
                    <a:pt x="3796909" y="875936"/>
                  </a:lnTo>
                  <a:lnTo>
                    <a:pt x="3797003" y="875936"/>
                  </a:lnTo>
                  <a:lnTo>
                    <a:pt x="3797096" y="875936"/>
                  </a:lnTo>
                  <a:lnTo>
                    <a:pt x="3797189" y="875936"/>
                  </a:lnTo>
                  <a:lnTo>
                    <a:pt x="3797282" y="875936"/>
                  </a:lnTo>
                  <a:lnTo>
                    <a:pt x="3797376" y="875936"/>
                  </a:lnTo>
                  <a:lnTo>
                    <a:pt x="3797469" y="875936"/>
                  </a:lnTo>
                  <a:lnTo>
                    <a:pt x="3797562" y="875936"/>
                  </a:lnTo>
                  <a:lnTo>
                    <a:pt x="3797655" y="875936"/>
                  </a:lnTo>
                  <a:lnTo>
                    <a:pt x="3797749" y="875936"/>
                  </a:lnTo>
                  <a:lnTo>
                    <a:pt x="3797842" y="875936"/>
                  </a:lnTo>
                  <a:lnTo>
                    <a:pt x="3797935" y="875936"/>
                  </a:lnTo>
                  <a:lnTo>
                    <a:pt x="3798028" y="875936"/>
                  </a:lnTo>
                  <a:lnTo>
                    <a:pt x="3798122" y="875936"/>
                  </a:lnTo>
                  <a:lnTo>
                    <a:pt x="3798215" y="875936"/>
                  </a:lnTo>
                  <a:lnTo>
                    <a:pt x="3798308" y="875936"/>
                  </a:lnTo>
                  <a:lnTo>
                    <a:pt x="3798401" y="875936"/>
                  </a:lnTo>
                  <a:lnTo>
                    <a:pt x="3798495" y="875936"/>
                  </a:lnTo>
                  <a:lnTo>
                    <a:pt x="3798588" y="875936"/>
                  </a:lnTo>
                  <a:lnTo>
                    <a:pt x="3798681" y="875936"/>
                  </a:lnTo>
                  <a:lnTo>
                    <a:pt x="3798774" y="875936"/>
                  </a:lnTo>
                  <a:lnTo>
                    <a:pt x="3798868" y="875936"/>
                  </a:lnTo>
                  <a:lnTo>
                    <a:pt x="3798961" y="875936"/>
                  </a:lnTo>
                  <a:lnTo>
                    <a:pt x="3799054" y="875936"/>
                  </a:lnTo>
                  <a:lnTo>
                    <a:pt x="3799147" y="875936"/>
                  </a:lnTo>
                  <a:lnTo>
                    <a:pt x="3799241" y="875936"/>
                  </a:lnTo>
                  <a:lnTo>
                    <a:pt x="3799334" y="875936"/>
                  </a:lnTo>
                  <a:lnTo>
                    <a:pt x="3799427" y="875936"/>
                  </a:lnTo>
                  <a:lnTo>
                    <a:pt x="3799520" y="875936"/>
                  </a:lnTo>
                  <a:lnTo>
                    <a:pt x="3799614" y="875936"/>
                  </a:lnTo>
                  <a:lnTo>
                    <a:pt x="3799707" y="875936"/>
                  </a:lnTo>
                  <a:lnTo>
                    <a:pt x="3799800" y="875936"/>
                  </a:lnTo>
                  <a:lnTo>
                    <a:pt x="3799893" y="875936"/>
                  </a:lnTo>
                  <a:lnTo>
                    <a:pt x="3799893" y="865982"/>
                  </a:lnTo>
                  <a:lnTo>
                    <a:pt x="3799987" y="865982"/>
                  </a:lnTo>
                  <a:lnTo>
                    <a:pt x="3799987" y="856028"/>
                  </a:lnTo>
                  <a:lnTo>
                    <a:pt x="3800080" y="856028"/>
                  </a:lnTo>
                  <a:lnTo>
                    <a:pt x="3800173" y="856028"/>
                  </a:lnTo>
                  <a:lnTo>
                    <a:pt x="3800266" y="856028"/>
                  </a:lnTo>
                  <a:lnTo>
                    <a:pt x="3800360" y="856028"/>
                  </a:lnTo>
                  <a:lnTo>
                    <a:pt x="3800453" y="856028"/>
                  </a:lnTo>
                  <a:lnTo>
                    <a:pt x="3800546" y="856028"/>
                  </a:lnTo>
                  <a:lnTo>
                    <a:pt x="3800639" y="856028"/>
                  </a:lnTo>
                  <a:lnTo>
                    <a:pt x="3800733" y="856028"/>
                  </a:lnTo>
                  <a:lnTo>
                    <a:pt x="3800826" y="856028"/>
                  </a:lnTo>
                  <a:lnTo>
                    <a:pt x="3800919" y="856028"/>
                  </a:lnTo>
                  <a:lnTo>
                    <a:pt x="3801012" y="856028"/>
                  </a:lnTo>
                  <a:lnTo>
                    <a:pt x="3801106" y="856028"/>
                  </a:lnTo>
                  <a:lnTo>
                    <a:pt x="3801199" y="856028"/>
                  </a:lnTo>
                  <a:lnTo>
                    <a:pt x="3801292" y="856028"/>
                  </a:lnTo>
                  <a:lnTo>
                    <a:pt x="3801385" y="856028"/>
                  </a:lnTo>
                  <a:lnTo>
                    <a:pt x="3801479" y="856028"/>
                  </a:lnTo>
                  <a:lnTo>
                    <a:pt x="3801572" y="856028"/>
                  </a:lnTo>
                  <a:lnTo>
                    <a:pt x="3801665" y="856028"/>
                  </a:lnTo>
                  <a:lnTo>
                    <a:pt x="3801758" y="856028"/>
                  </a:lnTo>
                  <a:lnTo>
                    <a:pt x="3801852" y="856028"/>
                  </a:lnTo>
                  <a:lnTo>
                    <a:pt x="3801945" y="856028"/>
                  </a:lnTo>
                  <a:lnTo>
                    <a:pt x="3802038" y="856028"/>
                  </a:lnTo>
                  <a:lnTo>
                    <a:pt x="3802131" y="856028"/>
                  </a:lnTo>
                  <a:lnTo>
                    <a:pt x="3802224" y="856028"/>
                  </a:lnTo>
                  <a:lnTo>
                    <a:pt x="3802318" y="856028"/>
                  </a:lnTo>
                  <a:lnTo>
                    <a:pt x="3802411" y="856028"/>
                  </a:lnTo>
                  <a:lnTo>
                    <a:pt x="3802504" y="856028"/>
                  </a:lnTo>
                  <a:lnTo>
                    <a:pt x="3802597" y="856028"/>
                  </a:lnTo>
                  <a:lnTo>
                    <a:pt x="3802691" y="856028"/>
                  </a:lnTo>
                  <a:lnTo>
                    <a:pt x="3802784" y="856028"/>
                  </a:lnTo>
                  <a:lnTo>
                    <a:pt x="3802877" y="856028"/>
                  </a:lnTo>
                  <a:lnTo>
                    <a:pt x="3802970" y="856028"/>
                  </a:lnTo>
                  <a:lnTo>
                    <a:pt x="3803064" y="856028"/>
                  </a:lnTo>
                  <a:lnTo>
                    <a:pt x="3803157" y="856028"/>
                  </a:lnTo>
                  <a:lnTo>
                    <a:pt x="3803250" y="856028"/>
                  </a:lnTo>
                  <a:lnTo>
                    <a:pt x="3803343" y="856028"/>
                  </a:lnTo>
                  <a:lnTo>
                    <a:pt x="3803437" y="856028"/>
                  </a:lnTo>
                  <a:lnTo>
                    <a:pt x="3803530" y="856028"/>
                  </a:lnTo>
                  <a:lnTo>
                    <a:pt x="3803623" y="856028"/>
                  </a:lnTo>
                  <a:lnTo>
                    <a:pt x="3803716" y="856028"/>
                  </a:lnTo>
                  <a:lnTo>
                    <a:pt x="3803810" y="856028"/>
                  </a:lnTo>
                  <a:lnTo>
                    <a:pt x="3803903" y="856028"/>
                  </a:lnTo>
                  <a:lnTo>
                    <a:pt x="3803996" y="856028"/>
                  </a:lnTo>
                  <a:lnTo>
                    <a:pt x="3804089" y="856028"/>
                  </a:lnTo>
                  <a:lnTo>
                    <a:pt x="3804183" y="856028"/>
                  </a:lnTo>
                  <a:lnTo>
                    <a:pt x="3804276" y="856028"/>
                  </a:lnTo>
                  <a:lnTo>
                    <a:pt x="3804369" y="856028"/>
                  </a:lnTo>
                  <a:lnTo>
                    <a:pt x="3804462" y="856028"/>
                  </a:lnTo>
                  <a:lnTo>
                    <a:pt x="3804556" y="856028"/>
                  </a:lnTo>
                  <a:lnTo>
                    <a:pt x="3804649" y="856028"/>
                  </a:lnTo>
                  <a:lnTo>
                    <a:pt x="3804742" y="856028"/>
                  </a:lnTo>
                  <a:lnTo>
                    <a:pt x="3804835" y="856028"/>
                  </a:lnTo>
                  <a:lnTo>
                    <a:pt x="3804929" y="856028"/>
                  </a:lnTo>
                  <a:lnTo>
                    <a:pt x="3805022" y="856028"/>
                  </a:lnTo>
                  <a:lnTo>
                    <a:pt x="3805115" y="856028"/>
                  </a:lnTo>
                  <a:lnTo>
                    <a:pt x="3805208" y="856028"/>
                  </a:lnTo>
                  <a:lnTo>
                    <a:pt x="3805302" y="856028"/>
                  </a:lnTo>
                  <a:lnTo>
                    <a:pt x="3805395" y="856028"/>
                  </a:lnTo>
                  <a:lnTo>
                    <a:pt x="3805488" y="856028"/>
                  </a:lnTo>
                  <a:lnTo>
                    <a:pt x="3805581" y="856028"/>
                  </a:lnTo>
                  <a:lnTo>
                    <a:pt x="3805581" y="846074"/>
                  </a:lnTo>
                  <a:lnTo>
                    <a:pt x="3805675" y="846074"/>
                  </a:lnTo>
                  <a:lnTo>
                    <a:pt x="3805768" y="846074"/>
                  </a:lnTo>
                  <a:lnTo>
                    <a:pt x="3805861" y="846074"/>
                  </a:lnTo>
                  <a:lnTo>
                    <a:pt x="3805954" y="846074"/>
                  </a:lnTo>
                  <a:lnTo>
                    <a:pt x="3806048" y="846074"/>
                  </a:lnTo>
                  <a:lnTo>
                    <a:pt x="3806141" y="846074"/>
                  </a:lnTo>
                  <a:lnTo>
                    <a:pt x="3806234" y="846074"/>
                  </a:lnTo>
                  <a:lnTo>
                    <a:pt x="3806327" y="846074"/>
                  </a:lnTo>
                  <a:lnTo>
                    <a:pt x="3806421" y="846074"/>
                  </a:lnTo>
                  <a:lnTo>
                    <a:pt x="3806514" y="846074"/>
                  </a:lnTo>
                  <a:lnTo>
                    <a:pt x="3806607" y="846074"/>
                  </a:lnTo>
                  <a:lnTo>
                    <a:pt x="3806700" y="846074"/>
                  </a:lnTo>
                  <a:lnTo>
                    <a:pt x="3806794" y="846074"/>
                  </a:lnTo>
                  <a:lnTo>
                    <a:pt x="3806887" y="846074"/>
                  </a:lnTo>
                  <a:lnTo>
                    <a:pt x="3806980" y="846074"/>
                  </a:lnTo>
                  <a:lnTo>
                    <a:pt x="3807073" y="846074"/>
                  </a:lnTo>
                  <a:lnTo>
                    <a:pt x="3807167" y="846074"/>
                  </a:lnTo>
                  <a:lnTo>
                    <a:pt x="3807260" y="846074"/>
                  </a:lnTo>
                  <a:lnTo>
                    <a:pt x="3807353" y="846074"/>
                  </a:lnTo>
                  <a:lnTo>
                    <a:pt x="3807446" y="846074"/>
                  </a:lnTo>
                  <a:lnTo>
                    <a:pt x="3807540" y="846074"/>
                  </a:lnTo>
                  <a:lnTo>
                    <a:pt x="3807633" y="846074"/>
                  </a:lnTo>
                  <a:lnTo>
                    <a:pt x="3807726" y="846074"/>
                  </a:lnTo>
                  <a:lnTo>
                    <a:pt x="3807819" y="846074"/>
                  </a:lnTo>
                  <a:lnTo>
                    <a:pt x="3807913" y="846074"/>
                  </a:lnTo>
                  <a:lnTo>
                    <a:pt x="3808006" y="846074"/>
                  </a:lnTo>
                  <a:lnTo>
                    <a:pt x="3808099" y="846074"/>
                  </a:lnTo>
                  <a:lnTo>
                    <a:pt x="3808192" y="846074"/>
                  </a:lnTo>
                  <a:lnTo>
                    <a:pt x="3808286" y="846074"/>
                  </a:lnTo>
                  <a:lnTo>
                    <a:pt x="3808379" y="846074"/>
                  </a:lnTo>
                  <a:lnTo>
                    <a:pt x="3808472" y="846074"/>
                  </a:lnTo>
                  <a:lnTo>
                    <a:pt x="3808565" y="846074"/>
                  </a:lnTo>
                  <a:lnTo>
                    <a:pt x="3808659" y="846074"/>
                  </a:lnTo>
                  <a:lnTo>
                    <a:pt x="3808752" y="846074"/>
                  </a:lnTo>
                  <a:lnTo>
                    <a:pt x="3808845" y="846074"/>
                  </a:lnTo>
                  <a:lnTo>
                    <a:pt x="3808938" y="846074"/>
                  </a:lnTo>
                  <a:lnTo>
                    <a:pt x="3809031" y="846074"/>
                  </a:lnTo>
                  <a:lnTo>
                    <a:pt x="3809125" y="846074"/>
                  </a:lnTo>
                  <a:lnTo>
                    <a:pt x="3809218" y="846074"/>
                  </a:lnTo>
                  <a:lnTo>
                    <a:pt x="3809311" y="846074"/>
                  </a:lnTo>
                  <a:lnTo>
                    <a:pt x="3809404" y="846074"/>
                  </a:lnTo>
                  <a:lnTo>
                    <a:pt x="3809498" y="846074"/>
                  </a:lnTo>
                  <a:lnTo>
                    <a:pt x="3809591" y="846074"/>
                  </a:lnTo>
                  <a:lnTo>
                    <a:pt x="3809684" y="846074"/>
                  </a:lnTo>
                  <a:lnTo>
                    <a:pt x="3809777" y="846074"/>
                  </a:lnTo>
                  <a:lnTo>
                    <a:pt x="3809871" y="846074"/>
                  </a:lnTo>
                  <a:lnTo>
                    <a:pt x="3809964" y="846074"/>
                  </a:lnTo>
                  <a:lnTo>
                    <a:pt x="3810057" y="846074"/>
                  </a:lnTo>
                  <a:lnTo>
                    <a:pt x="3810150" y="846074"/>
                  </a:lnTo>
                  <a:lnTo>
                    <a:pt x="3810244" y="846074"/>
                  </a:lnTo>
                  <a:lnTo>
                    <a:pt x="3810337" y="846074"/>
                  </a:lnTo>
                  <a:lnTo>
                    <a:pt x="3810430" y="846074"/>
                  </a:lnTo>
                  <a:lnTo>
                    <a:pt x="3810523" y="846074"/>
                  </a:lnTo>
                  <a:lnTo>
                    <a:pt x="3810617" y="846074"/>
                  </a:lnTo>
                  <a:lnTo>
                    <a:pt x="3810710" y="846074"/>
                  </a:lnTo>
                  <a:lnTo>
                    <a:pt x="3810803" y="846074"/>
                  </a:lnTo>
                  <a:lnTo>
                    <a:pt x="3810896" y="846074"/>
                  </a:lnTo>
                  <a:lnTo>
                    <a:pt x="3810990" y="846074"/>
                  </a:lnTo>
                  <a:lnTo>
                    <a:pt x="3811083" y="846074"/>
                  </a:lnTo>
                  <a:lnTo>
                    <a:pt x="3811176" y="846074"/>
                  </a:lnTo>
                  <a:lnTo>
                    <a:pt x="3811269" y="846074"/>
                  </a:lnTo>
                  <a:lnTo>
                    <a:pt x="3811363" y="846074"/>
                  </a:lnTo>
                  <a:lnTo>
                    <a:pt x="3811456" y="846074"/>
                  </a:lnTo>
                  <a:lnTo>
                    <a:pt x="3811549" y="846074"/>
                  </a:lnTo>
                  <a:lnTo>
                    <a:pt x="3811642" y="846074"/>
                  </a:lnTo>
                  <a:lnTo>
                    <a:pt x="3811736" y="846074"/>
                  </a:lnTo>
                  <a:lnTo>
                    <a:pt x="3811829" y="846074"/>
                  </a:lnTo>
                  <a:lnTo>
                    <a:pt x="3811922" y="846074"/>
                  </a:lnTo>
                  <a:lnTo>
                    <a:pt x="3812015" y="846074"/>
                  </a:lnTo>
                  <a:lnTo>
                    <a:pt x="3812109" y="846074"/>
                  </a:lnTo>
                  <a:lnTo>
                    <a:pt x="3812202" y="846074"/>
                  </a:lnTo>
                  <a:lnTo>
                    <a:pt x="3812295" y="846074"/>
                  </a:lnTo>
                  <a:lnTo>
                    <a:pt x="3812388" y="846074"/>
                  </a:lnTo>
                  <a:lnTo>
                    <a:pt x="3812482" y="846074"/>
                  </a:lnTo>
                  <a:lnTo>
                    <a:pt x="3812575" y="846074"/>
                  </a:lnTo>
                  <a:lnTo>
                    <a:pt x="3812668" y="846074"/>
                  </a:lnTo>
                  <a:lnTo>
                    <a:pt x="3812761" y="846074"/>
                  </a:lnTo>
                  <a:lnTo>
                    <a:pt x="3812855" y="846074"/>
                  </a:lnTo>
                  <a:lnTo>
                    <a:pt x="3812948" y="846074"/>
                  </a:lnTo>
                  <a:lnTo>
                    <a:pt x="3813041" y="846074"/>
                  </a:lnTo>
                  <a:lnTo>
                    <a:pt x="3813134" y="846074"/>
                  </a:lnTo>
                  <a:lnTo>
                    <a:pt x="3813228" y="846074"/>
                  </a:lnTo>
                  <a:lnTo>
                    <a:pt x="3813321" y="846074"/>
                  </a:lnTo>
                  <a:lnTo>
                    <a:pt x="3813414" y="846074"/>
                  </a:lnTo>
                  <a:lnTo>
                    <a:pt x="3813507" y="846074"/>
                  </a:lnTo>
                  <a:lnTo>
                    <a:pt x="3813601" y="846074"/>
                  </a:lnTo>
                  <a:lnTo>
                    <a:pt x="3813694" y="846074"/>
                  </a:lnTo>
                  <a:lnTo>
                    <a:pt x="3813787" y="846074"/>
                  </a:lnTo>
                  <a:lnTo>
                    <a:pt x="3813880" y="846074"/>
                  </a:lnTo>
                  <a:lnTo>
                    <a:pt x="3813974" y="846074"/>
                  </a:lnTo>
                  <a:lnTo>
                    <a:pt x="3814067" y="846074"/>
                  </a:lnTo>
                  <a:lnTo>
                    <a:pt x="3814160" y="846074"/>
                  </a:lnTo>
                  <a:lnTo>
                    <a:pt x="3814160" y="836121"/>
                  </a:lnTo>
                  <a:lnTo>
                    <a:pt x="3814253" y="836121"/>
                  </a:lnTo>
                  <a:lnTo>
                    <a:pt x="3814347" y="836121"/>
                  </a:lnTo>
                  <a:lnTo>
                    <a:pt x="3814440" y="836121"/>
                  </a:lnTo>
                  <a:lnTo>
                    <a:pt x="3814533" y="836121"/>
                  </a:lnTo>
                  <a:lnTo>
                    <a:pt x="3814626" y="836121"/>
                  </a:lnTo>
                  <a:lnTo>
                    <a:pt x="3814720" y="836121"/>
                  </a:lnTo>
                  <a:lnTo>
                    <a:pt x="3814813" y="836121"/>
                  </a:lnTo>
                  <a:lnTo>
                    <a:pt x="3814906" y="836121"/>
                  </a:lnTo>
                  <a:lnTo>
                    <a:pt x="3814999" y="836121"/>
                  </a:lnTo>
                  <a:lnTo>
                    <a:pt x="3815093" y="836121"/>
                  </a:lnTo>
                  <a:lnTo>
                    <a:pt x="3815186" y="836121"/>
                  </a:lnTo>
                  <a:lnTo>
                    <a:pt x="3815279" y="836121"/>
                  </a:lnTo>
                  <a:lnTo>
                    <a:pt x="3815372" y="836121"/>
                  </a:lnTo>
                  <a:lnTo>
                    <a:pt x="3815466" y="836121"/>
                  </a:lnTo>
                  <a:lnTo>
                    <a:pt x="3815559" y="836121"/>
                  </a:lnTo>
                  <a:lnTo>
                    <a:pt x="3815652" y="836121"/>
                  </a:lnTo>
                  <a:lnTo>
                    <a:pt x="3815745" y="836121"/>
                  </a:lnTo>
                  <a:lnTo>
                    <a:pt x="3815838" y="836121"/>
                  </a:lnTo>
                  <a:lnTo>
                    <a:pt x="3815932" y="836121"/>
                  </a:lnTo>
                  <a:lnTo>
                    <a:pt x="3816025" y="836121"/>
                  </a:lnTo>
                  <a:lnTo>
                    <a:pt x="3816118" y="836121"/>
                  </a:lnTo>
                  <a:lnTo>
                    <a:pt x="3816211" y="836121"/>
                  </a:lnTo>
                  <a:lnTo>
                    <a:pt x="3816305" y="836121"/>
                  </a:lnTo>
                  <a:lnTo>
                    <a:pt x="3816398" y="836121"/>
                  </a:lnTo>
                  <a:lnTo>
                    <a:pt x="3816491" y="836121"/>
                  </a:lnTo>
                  <a:lnTo>
                    <a:pt x="3816584" y="836121"/>
                  </a:lnTo>
                  <a:lnTo>
                    <a:pt x="3816678" y="836121"/>
                  </a:lnTo>
                  <a:lnTo>
                    <a:pt x="3816771" y="836121"/>
                  </a:lnTo>
                  <a:lnTo>
                    <a:pt x="3816864" y="836121"/>
                  </a:lnTo>
                  <a:lnTo>
                    <a:pt x="3816957" y="836121"/>
                  </a:lnTo>
                  <a:lnTo>
                    <a:pt x="3817051" y="836121"/>
                  </a:lnTo>
                  <a:lnTo>
                    <a:pt x="3817144" y="836121"/>
                  </a:lnTo>
                  <a:lnTo>
                    <a:pt x="3817237" y="836121"/>
                  </a:lnTo>
                  <a:lnTo>
                    <a:pt x="3817330" y="836121"/>
                  </a:lnTo>
                  <a:lnTo>
                    <a:pt x="3817424" y="836121"/>
                  </a:lnTo>
                  <a:lnTo>
                    <a:pt x="3817517" y="836121"/>
                  </a:lnTo>
                  <a:lnTo>
                    <a:pt x="3817610" y="836121"/>
                  </a:lnTo>
                  <a:lnTo>
                    <a:pt x="3817703" y="836121"/>
                  </a:lnTo>
                  <a:lnTo>
                    <a:pt x="3817797" y="836121"/>
                  </a:lnTo>
                  <a:lnTo>
                    <a:pt x="3817890" y="836121"/>
                  </a:lnTo>
                  <a:lnTo>
                    <a:pt x="3817983" y="836121"/>
                  </a:lnTo>
                  <a:lnTo>
                    <a:pt x="3818076" y="836121"/>
                  </a:lnTo>
                  <a:lnTo>
                    <a:pt x="3818170" y="836121"/>
                  </a:lnTo>
                  <a:lnTo>
                    <a:pt x="3818263" y="836121"/>
                  </a:lnTo>
                  <a:lnTo>
                    <a:pt x="3818356" y="836121"/>
                  </a:lnTo>
                  <a:lnTo>
                    <a:pt x="3818449" y="836121"/>
                  </a:lnTo>
                  <a:lnTo>
                    <a:pt x="3818543" y="836121"/>
                  </a:lnTo>
                  <a:lnTo>
                    <a:pt x="3818636" y="836121"/>
                  </a:lnTo>
                  <a:lnTo>
                    <a:pt x="3818729" y="836121"/>
                  </a:lnTo>
                  <a:lnTo>
                    <a:pt x="3818822" y="836121"/>
                  </a:lnTo>
                  <a:lnTo>
                    <a:pt x="3818916" y="836121"/>
                  </a:lnTo>
                  <a:lnTo>
                    <a:pt x="3819009" y="836121"/>
                  </a:lnTo>
                  <a:lnTo>
                    <a:pt x="3819102" y="836121"/>
                  </a:lnTo>
                  <a:lnTo>
                    <a:pt x="3819195" y="836121"/>
                  </a:lnTo>
                  <a:lnTo>
                    <a:pt x="3819289" y="836121"/>
                  </a:lnTo>
                  <a:lnTo>
                    <a:pt x="3819382" y="836121"/>
                  </a:lnTo>
                  <a:lnTo>
                    <a:pt x="3819475" y="836121"/>
                  </a:lnTo>
                  <a:lnTo>
                    <a:pt x="3819568" y="836121"/>
                  </a:lnTo>
                  <a:lnTo>
                    <a:pt x="3819662" y="836121"/>
                  </a:lnTo>
                  <a:lnTo>
                    <a:pt x="3819755" y="836121"/>
                  </a:lnTo>
                  <a:lnTo>
                    <a:pt x="3819848" y="836121"/>
                  </a:lnTo>
                  <a:lnTo>
                    <a:pt x="3819941" y="836121"/>
                  </a:lnTo>
                  <a:lnTo>
                    <a:pt x="3820035" y="836121"/>
                  </a:lnTo>
                  <a:lnTo>
                    <a:pt x="3820128" y="836121"/>
                  </a:lnTo>
                  <a:lnTo>
                    <a:pt x="3820221" y="836121"/>
                  </a:lnTo>
                  <a:lnTo>
                    <a:pt x="3820314" y="836121"/>
                  </a:lnTo>
                  <a:lnTo>
                    <a:pt x="3820408" y="836121"/>
                  </a:lnTo>
                  <a:lnTo>
                    <a:pt x="3820501" y="836121"/>
                  </a:lnTo>
                  <a:lnTo>
                    <a:pt x="3820594" y="836121"/>
                  </a:lnTo>
                  <a:lnTo>
                    <a:pt x="3820687" y="836121"/>
                  </a:lnTo>
                  <a:lnTo>
                    <a:pt x="3820781" y="836121"/>
                  </a:lnTo>
                  <a:lnTo>
                    <a:pt x="3820874" y="836121"/>
                  </a:lnTo>
                  <a:lnTo>
                    <a:pt x="3820967" y="836121"/>
                  </a:lnTo>
                  <a:lnTo>
                    <a:pt x="3821060" y="836121"/>
                  </a:lnTo>
                  <a:lnTo>
                    <a:pt x="3821154" y="836121"/>
                  </a:lnTo>
                  <a:lnTo>
                    <a:pt x="3821247" y="836121"/>
                  </a:lnTo>
                  <a:lnTo>
                    <a:pt x="3821340" y="836121"/>
                  </a:lnTo>
                  <a:lnTo>
                    <a:pt x="3821433" y="836121"/>
                  </a:lnTo>
                  <a:lnTo>
                    <a:pt x="3821527" y="836121"/>
                  </a:lnTo>
                  <a:lnTo>
                    <a:pt x="3821620" y="836121"/>
                  </a:lnTo>
                  <a:lnTo>
                    <a:pt x="3821713" y="836121"/>
                  </a:lnTo>
                  <a:lnTo>
                    <a:pt x="3821806" y="836121"/>
                  </a:lnTo>
                  <a:lnTo>
                    <a:pt x="3821900" y="836121"/>
                  </a:lnTo>
                  <a:lnTo>
                    <a:pt x="3821993" y="836121"/>
                  </a:lnTo>
                  <a:lnTo>
                    <a:pt x="3822086" y="836121"/>
                  </a:lnTo>
                  <a:lnTo>
                    <a:pt x="3822179" y="836121"/>
                  </a:lnTo>
                  <a:lnTo>
                    <a:pt x="3822273" y="836121"/>
                  </a:lnTo>
                  <a:lnTo>
                    <a:pt x="3822366" y="836121"/>
                  </a:lnTo>
                  <a:lnTo>
                    <a:pt x="3822459" y="836121"/>
                  </a:lnTo>
                  <a:lnTo>
                    <a:pt x="3822552" y="836121"/>
                  </a:lnTo>
                  <a:lnTo>
                    <a:pt x="3822646" y="836121"/>
                  </a:lnTo>
                  <a:lnTo>
                    <a:pt x="3822739" y="836121"/>
                  </a:lnTo>
                  <a:lnTo>
                    <a:pt x="3822832" y="836121"/>
                  </a:lnTo>
                  <a:lnTo>
                    <a:pt x="3822925" y="836121"/>
                  </a:lnTo>
                  <a:lnTo>
                    <a:pt x="3823018" y="836121"/>
                  </a:lnTo>
                  <a:lnTo>
                    <a:pt x="3823112" y="836121"/>
                  </a:lnTo>
                  <a:lnTo>
                    <a:pt x="3823205" y="836121"/>
                  </a:lnTo>
                  <a:lnTo>
                    <a:pt x="3823298" y="836121"/>
                  </a:lnTo>
                  <a:lnTo>
                    <a:pt x="3823391" y="836121"/>
                  </a:lnTo>
                  <a:lnTo>
                    <a:pt x="3823485" y="836121"/>
                  </a:lnTo>
                  <a:lnTo>
                    <a:pt x="3823578" y="836121"/>
                  </a:lnTo>
                  <a:lnTo>
                    <a:pt x="3823671" y="836121"/>
                  </a:lnTo>
                  <a:lnTo>
                    <a:pt x="3823764" y="836121"/>
                  </a:lnTo>
                  <a:lnTo>
                    <a:pt x="3823858" y="836121"/>
                  </a:lnTo>
                  <a:lnTo>
                    <a:pt x="3823951" y="836121"/>
                  </a:lnTo>
                  <a:lnTo>
                    <a:pt x="3824044" y="836121"/>
                  </a:lnTo>
                  <a:lnTo>
                    <a:pt x="3824137" y="836121"/>
                  </a:lnTo>
                  <a:lnTo>
                    <a:pt x="3824231" y="836121"/>
                  </a:lnTo>
                  <a:lnTo>
                    <a:pt x="3824324" y="836121"/>
                  </a:lnTo>
                  <a:lnTo>
                    <a:pt x="3824417" y="836121"/>
                  </a:lnTo>
                  <a:lnTo>
                    <a:pt x="3824510" y="836121"/>
                  </a:lnTo>
                  <a:lnTo>
                    <a:pt x="3824604" y="836121"/>
                  </a:lnTo>
                  <a:lnTo>
                    <a:pt x="3824697" y="836121"/>
                  </a:lnTo>
                  <a:lnTo>
                    <a:pt x="3824790" y="836121"/>
                  </a:lnTo>
                  <a:lnTo>
                    <a:pt x="3824883" y="836121"/>
                  </a:lnTo>
                  <a:lnTo>
                    <a:pt x="3824977" y="836121"/>
                  </a:lnTo>
                  <a:lnTo>
                    <a:pt x="3825070" y="836121"/>
                  </a:lnTo>
                  <a:lnTo>
                    <a:pt x="3825163" y="836121"/>
                  </a:lnTo>
                  <a:lnTo>
                    <a:pt x="3825256" y="836121"/>
                  </a:lnTo>
                  <a:lnTo>
                    <a:pt x="3825350" y="836121"/>
                  </a:lnTo>
                  <a:lnTo>
                    <a:pt x="3825443" y="836121"/>
                  </a:lnTo>
                  <a:lnTo>
                    <a:pt x="3825536" y="836121"/>
                  </a:lnTo>
                  <a:lnTo>
                    <a:pt x="3825629" y="836121"/>
                  </a:lnTo>
                  <a:lnTo>
                    <a:pt x="3825723" y="836121"/>
                  </a:lnTo>
                  <a:lnTo>
                    <a:pt x="3825816" y="836121"/>
                  </a:lnTo>
                  <a:lnTo>
                    <a:pt x="3825909" y="836121"/>
                  </a:lnTo>
                  <a:lnTo>
                    <a:pt x="3826002" y="836121"/>
                  </a:lnTo>
                  <a:lnTo>
                    <a:pt x="3826096" y="836121"/>
                  </a:lnTo>
                  <a:lnTo>
                    <a:pt x="3826189" y="836121"/>
                  </a:lnTo>
                  <a:lnTo>
                    <a:pt x="3826282" y="836121"/>
                  </a:lnTo>
                  <a:lnTo>
                    <a:pt x="3826375" y="836121"/>
                  </a:lnTo>
                  <a:lnTo>
                    <a:pt x="3826469" y="836121"/>
                  </a:lnTo>
                  <a:lnTo>
                    <a:pt x="3826562" y="836121"/>
                  </a:lnTo>
                  <a:lnTo>
                    <a:pt x="3826655" y="836121"/>
                  </a:lnTo>
                  <a:lnTo>
                    <a:pt x="3826748" y="836121"/>
                  </a:lnTo>
                  <a:lnTo>
                    <a:pt x="3826842" y="836121"/>
                  </a:lnTo>
                  <a:lnTo>
                    <a:pt x="3826935" y="836121"/>
                  </a:lnTo>
                  <a:lnTo>
                    <a:pt x="3827028" y="836121"/>
                  </a:lnTo>
                  <a:lnTo>
                    <a:pt x="3827121" y="836121"/>
                  </a:lnTo>
                  <a:lnTo>
                    <a:pt x="3827215" y="836121"/>
                  </a:lnTo>
                  <a:lnTo>
                    <a:pt x="3827308" y="836121"/>
                  </a:lnTo>
                  <a:lnTo>
                    <a:pt x="3827401" y="836121"/>
                  </a:lnTo>
                  <a:lnTo>
                    <a:pt x="3827494" y="836121"/>
                  </a:lnTo>
                  <a:lnTo>
                    <a:pt x="3827588" y="836121"/>
                  </a:lnTo>
                  <a:lnTo>
                    <a:pt x="3827681" y="836121"/>
                  </a:lnTo>
                  <a:lnTo>
                    <a:pt x="3827774" y="836121"/>
                  </a:lnTo>
                  <a:lnTo>
                    <a:pt x="3827867" y="836121"/>
                  </a:lnTo>
                  <a:lnTo>
                    <a:pt x="3827961" y="836121"/>
                  </a:lnTo>
                  <a:lnTo>
                    <a:pt x="3828054" y="836121"/>
                  </a:lnTo>
                  <a:lnTo>
                    <a:pt x="3828147" y="836121"/>
                  </a:lnTo>
                  <a:lnTo>
                    <a:pt x="3828240" y="836121"/>
                  </a:lnTo>
                  <a:lnTo>
                    <a:pt x="3828334" y="836121"/>
                  </a:lnTo>
                  <a:lnTo>
                    <a:pt x="3828427" y="836121"/>
                  </a:lnTo>
                  <a:lnTo>
                    <a:pt x="3828520" y="836121"/>
                  </a:lnTo>
                  <a:lnTo>
                    <a:pt x="3828613" y="836121"/>
                  </a:lnTo>
                  <a:lnTo>
                    <a:pt x="3828707" y="836121"/>
                  </a:lnTo>
                  <a:lnTo>
                    <a:pt x="3828800" y="836121"/>
                  </a:lnTo>
                  <a:lnTo>
                    <a:pt x="3828893" y="836121"/>
                  </a:lnTo>
                  <a:lnTo>
                    <a:pt x="3828986" y="836121"/>
                  </a:lnTo>
                  <a:lnTo>
                    <a:pt x="3829080" y="836121"/>
                  </a:lnTo>
                  <a:lnTo>
                    <a:pt x="3829173" y="836121"/>
                  </a:lnTo>
                  <a:lnTo>
                    <a:pt x="3829266" y="836121"/>
                  </a:lnTo>
                  <a:lnTo>
                    <a:pt x="3829359" y="836121"/>
                  </a:lnTo>
                  <a:lnTo>
                    <a:pt x="3829359" y="826167"/>
                  </a:lnTo>
                  <a:lnTo>
                    <a:pt x="3829453" y="826167"/>
                  </a:lnTo>
                  <a:lnTo>
                    <a:pt x="3829546" y="826167"/>
                  </a:lnTo>
                  <a:lnTo>
                    <a:pt x="3829639" y="826167"/>
                  </a:lnTo>
                  <a:lnTo>
                    <a:pt x="3829732" y="826167"/>
                  </a:lnTo>
                  <a:lnTo>
                    <a:pt x="3829825" y="826167"/>
                  </a:lnTo>
                  <a:lnTo>
                    <a:pt x="3829919" y="826167"/>
                  </a:lnTo>
                  <a:lnTo>
                    <a:pt x="3830012" y="826167"/>
                  </a:lnTo>
                  <a:lnTo>
                    <a:pt x="3830105" y="826167"/>
                  </a:lnTo>
                  <a:lnTo>
                    <a:pt x="3830198" y="826167"/>
                  </a:lnTo>
                  <a:lnTo>
                    <a:pt x="3830292" y="826167"/>
                  </a:lnTo>
                  <a:lnTo>
                    <a:pt x="3830385" y="826167"/>
                  </a:lnTo>
                  <a:lnTo>
                    <a:pt x="3830478" y="826167"/>
                  </a:lnTo>
                  <a:lnTo>
                    <a:pt x="3830571" y="826167"/>
                  </a:lnTo>
                  <a:lnTo>
                    <a:pt x="3830665" y="826167"/>
                  </a:lnTo>
                  <a:lnTo>
                    <a:pt x="3830758" y="826167"/>
                  </a:lnTo>
                  <a:lnTo>
                    <a:pt x="3830851" y="826167"/>
                  </a:lnTo>
                  <a:lnTo>
                    <a:pt x="3830944" y="826167"/>
                  </a:lnTo>
                  <a:lnTo>
                    <a:pt x="3831038" y="826167"/>
                  </a:lnTo>
                  <a:lnTo>
                    <a:pt x="3831131" y="826167"/>
                  </a:lnTo>
                  <a:lnTo>
                    <a:pt x="3831224" y="826167"/>
                  </a:lnTo>
                  <a:lnTo>
                    <a:pt x="3831317" y="826167"/>
                  </a:lnTo>
                  <a:lnTo>
                    <a:pt x="3831411" y="826167"/>
                  </a:lnTo>
                  <a:lnTo>
                    <a:pt x="3831504" y="826167"/>
                  </a:lnTo>
                  <a:lnTo>
                    <a:pt x="3831597" y="826167"/>
                  </a:lnTo>
                  <a:lnTo>
                    <a:pt x="3831690" y="826167"/>
                  </a:lnTo>
                  <a:lnTo>
                    <a:pt x="3831784" y="826167"/>
                  </a:lnTo>
                  <a:lnTo>
                    <a:pt x="3831877" y="826167"/>
                  </a:lnTo>
                  <a:lnTo>
                    <a:pt x="3831970" y="826167"/>
                  </a:lnTo>
                  <a:lnTo>
                    <a:pt x="3832063" y="826167"/>
                  </a:lnTo>
                  <a:lnTo>
                    <a:pt x="3832157" y="826167"/>
                  </a:lnTo>
                  <a:lnTo>
                    <a:pt x="3832250" y="826167"/>
                  </a:lnTo>
                  <a:lnTo>
                    <a:pt x="3832343" y="826167"/>
                  </a:lnTo>
                  <a:lnTo>
                    <a:pt x="3832436" y="826167"/>
                  </a:lnTo>
                  <a:lnTo>
                    <a:pt x="3832530" y="826167"/>
                  </a:lnTo>
                  <a:lnTo>
                    <a:pt x="3832623" y="826167"/>
                  </a:lnTo>
                  <a:lnTo>
                    <a:pt x="3832716" y="826167"/>
                  </a:lnTo>
                  <a:lnTo>
                    <a:pt x="3832809" y="826167"/>
                  </a:lnTo>
                  <a:lnTo>
                    <a:pt x="3832903" y="826167"/>
                  </a:lnTo>
                  <a:lnTo>
                    <a:pt x="3832996" y="826167"/>
                  </a:lnTo>
                  <a:lnTo>
                    <a:pt x="3833089" y="826167"/>
                  </a:lnTo>
                  <a:lnTo>
                    <a:pt x="3833182" y="826167"/>
                  </a:lnTo>
                  <a:lnTo>
                    <a:pt x="3833276" y="826167"/>
                  </a:lnTo>
                  <a:lnTo>
                    <a:pt x="3833369" y="826167"/>
                  </a:lnTo>
                  <a:lnTo>
                    <a:pt x="3833462" y="826167"/>
                  </a:lnTo>
                  <a:lnTo>
                    <a:pt x="3833555" y="826167"/>
                  </a:lnTo>
                  <a:lnTo>
                    <a:pt x="3833649" y="826167"/>
                  </a:lnTo>
                  <a:lnTo>
                    <a:pt x="3833742" y="826167"/>
                  </a:lnTo>
                  <a:lnTo>
                    <a:pt x="3833835" y="826167"/>
                  </a:lnTo>
                  <a:lnTo>
                    <a:pt x="3833928" y="826167"/>
                  </a:lnTo>
                  <a:lnTo>
                    <a:pt x="3834022" y="826167"/>
                  </a:lnTo>
                  <a:lnTo>
                    <a:pt x="3834115" y="826167"/>
                  </a:lnTo>
                  <a:lnTo>
                    <a:pt x="3834208" y="826167"/>
                  </a:lnTo>
                  <a:lnTo>
                    <a:pt x="3834301" y="826167"/>
                  </a:lnTo>
                  <a:lnTo>
                    <a:pt x="3834395" y="826167"/>
                  </a:lnTo>
                  <a:lnTo>
                    <a:pt x="3834488" y="826167"/>
                  </a:lnTo>
                  <a:lnTo>
                    <a:pt x="3834581" y="826167"/>
                  </a:lnTo>
                  <a:lnTo>
                    <a:pt x="3834674" y="826167"/>
                  </a:lnTo>
                  <a:lnTo>
                    <a:pt x="3834768" y="826167"/>
                  </a:lnTo>
                  <a:lnTo>
                    <a:pt x="3834861" y="826167"/>
                  </a:lnTo>
                  <a:lnTo>
                    <a:pt x="3834954" y="826167"/>
                  </a:lnTo>
                  <a:lnTo>
                    <a:pt x="3835047" y="826167"/>
                  </a:lnTo>
                  <a:lnTo>
                    <a:pt x="3835141" y="826167"/>
                  </a:lnTo>
                  <a:lnTo>
                    <a:pt x="3835234" y="826167"/>
                  </a:lnTo>
                  <a:lnTo>
                    <a:pt x="3835327" y="826167"/>
                  </a:lnTo>
                  <a:lnTo>
                    <a:pt x="3835420" y="826167"/>
                  </a:lnTo>
                  <a:lnTo>
                    <a:pt x="3835514" y="826167"/>
                  </a:lnTo>
                  <a:lnTo>
                    <a:pt x="3835607" y="826167"/>
                  </a:lnTo>
                  <a:lnTo>
                    <a:pt x="3835700" y="826167"/>
                  </a:lnTo>
                  <a:lnTo>
                    <a:pt x="3835793" y="826167"/>
                  </a:lnTo>
                  <a:lnTo>
                    <a:pt x="3835887" y="826167"/>
                  </a:lnTo>
                  <a:lnTo>
                    <a:pt x="3835980" y="826167"/>
                  </a:lnTo>
                  <a:lnTo>
                    <a:pt x="3836073" y="826167"/>
                  </a:lnTo>
                  <a:lnTo>
                    <a:pt x="3836166" y="826167"/>
                  </a:lnTo>
                  <a:lnTo>
                    <a:pt x="3836260" y="826167"/>
                  </a:lnTo>
                  <a:lnTo>
                    <a:pt x="3836353" y="826167"/>
                  </a:lnTo>
                  <a:lnTo>
                    <a:pt x="3836446" y="826167"/>
                  </a:lnTo>
                  <a:lnTo>
                    <a:pt x="3836539" y="826167"/>
                  </a:lnTo>
                  <a:lnTo>
                    <a:pt x="3836632" y="826167"/>
                  </a:lnTo>
                  <a:lnTo>
                    <a:pt x="3836726" y="826167"/>
                  </a:lnTo>
                  <a:lnTo>
                    <a:pt x="3836819" y="826167"/>
                  </a:lnTo>
                  <a:lnTo>
                    <a:pt x="3836912" y="826167"/>
                  </a:lnTo>
                  <a:lnTo>
                    <a:pt x="3837005" y="826167"/>
                  </a:lnTo>
                  <a:lnTo>
                    <a:pt x="3837099" y="826167"/>
                  </a:lnTo>
                  <a:lnTo>
                    <a:pt x="3837192" y="826167"/>
                  </a:lnTo>
                  <a:lnTo>
                    <a:pt x="3837285" y="826167"/>
                  </a:lnTo>
                  <a:lnTo>
                    <a:pt x="3837378" y="826167"/>
                  </a:lnTo>
                  <a:lnTo>
                    <a:pt x="3837472" y="826167"/>
                  </a:lnTo>
                  <a:lnTo>
                    <a:pt x="3837565" y="826167"/>
                  </a:lnTo>
                  <a:lnTo>
                    <a:pt x="3837658" y="826167"/>
                  </a:lnTo>
                  <a:lnTo>
                    <a:pt x="3837751" y="826167"/>
                  </a:lnTo>
                  <a:lnTo>
                    <a:pt x="3837845" y="826167"/>
                  </a:lnTo>
                  <a:lnTo>
                    <a:pt x="3837938" y="826167"/>
                  </a:lnTo>
                  <a:lnTo>
                    <a:pt x="3838031" y="826167"/>
                  </a:lnTo>
                  <a:lnTo>
                    <a:pt x="3838124" y="826167"/>
                  </a:lnTo>
                  <a:lnTo>
                    <a:pt x="3838218" y="826167"/>
                  </a:lnTo>
                  <a:lnTo>
                    <a:pt x="3838311" y="826167"/>
                  </a:lnTo>
                  <a:lnTo>
                    <a:pt x="3838404" y="826167"/>
                  </a:lnTo>
                  <a:lnTo>
                    <a:pt x="3838497" y="826167"/>
                  </a:lnTo>
                  <a:lnTo>
                    <a:pt x="3838591" y="826167"/>
                  </a:lnTo>
                  <a:lnTo>
                    <a:pt x="3838684" y="826167"/>
                  </a:lnTo>
                  <a:lnTo>
                    <a:pt x="3838777" y="826167"/>
                  </a:lnTo>
                  <a:lnTo>
                    <a:pt x="3838870" y="826167"/>
                  </a:lnTo>
                  <a:lnTo>
                    <a:pt x="3838964" y="826167"/>
                  </a:lnTo>
                  <a:lnTo>
                    <a:pt x="3839057" y="826167"/>
                  </a:lnTo>
                  <a:lnTo>
                    <a:pt x="3839150" y="826167"/>
                  </a:lnTo>
                  <a:lnTo>
                    <a:pt x="3839243" y="826167"/>
                  </a:lnTo>
                  <a:lnTo>
                    <a:pt x="3839337" y="826167"/>
                  </a:lnTo>
                  <a:lnTo>
                    <a:pt x="3839430" y="826167"/>
                  </a:lnTo>
                  <a:lnTo>
                    <a:pt x="3839523" y="826167"/>
                  </a:lnTo>
                  <a:lnTo>
                    <a:pt x="3839616" y="826167"/>
                  </a:lnTo>
                  <a:lnTo>
                    <a:pt x="3839710" y="826167"/>
                  </a:lnTo>
                  <a:lnTo>
                    <a:pt x="3839803" y="826167"/>
                  </a:lnTo>
                  <a:lnTo>
                    <a:pt x="3839896" y="826167"/>
                  </a:lnTo>
                  <a:lnTo>
                    <a:pt x="3839989" y="826167"/>
                  </a:lnTo>
                  <a:lnTo>
                    <a:pt x="3840083" y="826167"/>
                  </a:lnTo>
                  <a:lnTo>
                    <a:pt x="3840176" y="826167"/>
                  </a:lnTo>
                  <a:lnTo>
                    <a:pt x="3840269" y="826167"/>
                  </a:lnTo>
                  <a:lnTo>
                    <a:pt x="3840362" y="826167"/>
                  </a:lnTo>
                  <a:lnTo>
                    <a:pt x="3840456" y="826167"/>
                  </a:lnTo>
                  <a:lnTo>
                    <a:pt x="3840549" y="826167"/>
                  </a:lnTo>
                  <a:lnTo>
                    <a:pt x="3840642" y="826167"/>
                  </a:lnTo>
                  <a:lnTo>
                    <a:pt x="3840735" y="826167"/>
                  </a:lnTo>
                  <a:lnTo>
                    <a:pt x="3840829" y="826167"/>
                  </a:lnTo>
                  <a:lnTo>
                    <a:pt x="3840922" y="826167"/>
                  </a:lnTo>
                  <a:lnTo>
                    <a:pt x="3841015" y="826167"/>
                  </a:lnTo>
                  <a:lnTo>
                    <a:pt x="3841108" y="826167"/>
                  </a:lnTo>
                  <a:lnTo>
                    <a:pt x="3841202" y="826167"/>
                  </a:lnTo>
                  <a:lnTo>
                    <a:pt x="3841295" y="826167"/>
                  </a:lnTo>
                  <a:lnTo>
                    <a:pt x="3841388" y="826167"/>
                  </a:lnTo>
                  <a:lnTo>
                    <a:pt x="3841481" y="826167"/>
                  </a:lnTo>
                  <a:lnTo>
                    <a:pt x="3841575" y="826167"/>
                  </a:lnTo>
                  <a:lnTo>
                    <a:pt x="3841668" y="826167"/>
                  </a:lnTo>
                  <a:lnTo>
                    <a:pt x="3841761" y="826167"/>
                  </a:lnTo>
                  <a:lnTo>
                    <a:pt x="3841854" y="826167"/>
                  </a:lnTo>
                  <a:lnTo>
                    <a:pt x="3841948" y="826167"/>
                  </a:lnTo>
                  <a:lnTo>
                    <a:pt x="3842041" y="826167"/>
                  </a:lnTo>
                  <a:lnTo>
                    <a:pt x="3842134" y="826167"/>
                  </a:lnTo>
                  <a:lnTo>
                    <a:pt x="3842227" y="826167"/>
                  </a:lnTo>
                  <a:lnTo>
                    <a:pt x="3842227" y="816213"/>
                  </a:lnTo>
                  <a:lnTo>
                    <a:pt x="3842321" y="816213"/>
                  </a:lnTo>
                  <a:lnTo>
                    <a:pt x="3842414" y="816213"/>
                  </a:lnTo>
                  <a:lnTo>
                    <a:pt x="3842507" y="816213"/>
                  </a:lnTo>
                  <a:lnTo>
                    <a:pt x="3842600" y="816213"/>
                  </a:lnTo>
                  <a:lnTo>
                    <a:pt x="3842694" y="816213"/>
                  </a:lnTo>
                  <a:lnTo>
                    <a:pt x="3842787" y="816213"/>
                  </a:lnTo>
                  <a:lnTo>
                    <a:pt x="3842880" y="816213"/>
                  </a:lnTo>
                  <a:lnTo>
                    <a:pt x="3842973" y="816213"/>
                  </a:lnTo>
                  <a:lnTo>
                    <a:pt x="3843067" y="816213"/>
                  </a:lnTo>
                  <a:lnTo>
                    <a:pt x="3843160" y="816213"/>
                  </a:lnTo>
                  <a:lnTo>
                    <a:pt x="3843253" y="816213"/>
                  </a:lnTo>
                  <a:lnTo>
                    <a:pt x="3843346" y="816213"/>
                  </a:lnTo>
                  <a:lnTo>
                    <a:pt x="3843440" y="816213"/>
                  </a:lnTo>
                  <a:lnTo>
                    <a:pt x="3843533" y="816213"/>
                  </a:lnTo>
                  <a:lnTo>
                    <a:pt x="3843626" y="816213"/>
                  </a:lnTo>
                  <a:lnTo>
                    <a:pt x="3843719" y="816213"/>
                  </a:lnTo>
                  <a:lnTo>
                    <a:pt x="3843812" y="816213"/>
                  </a:lnTo>
                  <a:lnTo>
                    <a:pt x="3843906" y="816213"/>
                  </a:lnTo>
                  <a:lnTo>
                    <a:pt x="3843999" y="816213"/>
                  </a:lnTo>
                  <a:lnTo>
                    <a:pt x="3844092" y="816213"/>
                  </a:lnTo>
                  <a:lnTo>
                    <a:pt x="3844185" y="816213"/>
                  </a:lnTo>
                  <a:lnTo>
                    <a:pt x="3844279" y="816213"/>
                  </a:lnTo>
                  <a:lnTo>
                    <a:pt x="3844372" y="816213"/>
                  </a:lnTo>
                  <a:lnTo>
                    <a:pt x="3844465" y="816213"/>
                  </a:lnTo>
                  <a:lnTo>
                    <a:pt x="3844558" y="816213"/>
                  </a:lnTo>
                  <a:lnTo>
                    <a:pt x="3844652" y="816213"/>
                  </a:lnTo>
                  <a:lnTo>
                    <a:pt x="3844745" y="816213"/>
                  </a:lnTo>
                  <a:lnTo>
                    <a:pt x="3844838" y="816213"/>
                  </a:lnTo>
                  <a:lnTo>
                    <a:pt x="3844931" y="816213"/>
                  </a:lnTo>
                  <a:lnTo>
                    <a:pt x="3845025" y="816213"/>
                  </a:lnTo>
                  <a:lnTo>
                    <a:pt x="3845118" y="816213"/>
                  </a:lnTo>
                  <a:lnTo>
                    <a:pt x="3845211" y="816213"/>
                  </a:lnTo>
                  <a:lnTo>
                    <a:pt x="3845304" y="816213"/>
                  </a:lnTo>
                  <a:lnTo>
                    <a:pt x="3845398" y="816213"/>
                  </a:lnTo>
                  <a:lnTo>
                    <a:pt x="3845491" y="816213"/>
                  </a:lnTo>
                  <a:lnTo>
                    <a:pt x="3845584" y="816213"/>
                  </a:lnTo>
                  <a:lnTo>
                    <a:pt x="3845677" y="816213"/>
                  </a:lnTo>
                  <a:lnTo>
                    <a:pt x="3845771" y="816213"/>
                  </a:lnTo>
                  <a:lnTo>
                    <a:pt x="3845864" y="816213"/>
                  </a:lnTo>
                  <a:lnTo>
                    <a:pt x="3845957" y="816213"/>
                  </a:lnTo>
                  <a:lnTo>
                    <a:pt x="3846050" y="816213"/>
                  </a:lnTo>
                  <a:lnTo>
                    <a:pt x="3846144" y="816213"/>
                  </a:lnTo>
                  <a:lnTo>
                    <a:pt x="3846237" y="816213"/>
                  </a:lnTo>
                  <a:lnTo>
                    <a:pt x="3846330" y="816213"/>
                  </a:lnTo>
                  <a:lnTo>
                    <a:pt x="3846423" y="816213"/>
                  </a:lnTo>
                  <a:lnTo>
                    <a:pt x="3846517" y="816213"/>
                  </a:lnTo>
                  <a:lnTo>
                    <a:pt x="3846610" y="816213"/>
                  </a:lnTo>
                  <a:lnTo>
                    <a:pt x="3846703" y="816213"/>
                  </a:lnTo>
                  <a:lnTo>
                    <a:pt x="3846796" y="816213"/>
                  </a:lnTo>
                  <a:lnTo>
                    <a:pt x="3846890" y="816213"/>
                  </a:lnTo>
                  <a:lnTo>
                    <a:pt x="3846983" y="816213"/>
                  </a:lnTo>
                  <a:lnTo>
                    <a:pt x="3847076" y="816213"/>
                  </a:lnTo>
                  <a:lnTo>
                    <a:pt x="3847169" y="816213"/>
                  </a:lnTo>
                  <a:lnTo>
                    <a:pt x="3847263" y="816213"/>
                  </a:lnTo>
                  <a:lnTo>
                    <a:pt x="3847356" y="816213"/>
                  </a:lnTo>
                  <a:lnTo>
                    <a:pt x="3847449" y="816213"/>
                  </a:lnTo>
                  <a:lnTo>
                    <a:pt x="3847542" y="816213"/>
                  </a:lnTo>
                  <a:lnTo>
                    <a:pt x="3847636" y="816213"/>
                  </a:lnTo>
                  <a:lnTo>
                    <a:pt x="3847729" y="816213"/>
                  </a:lnTo>
                  <a:lnTo>
                    <a:pt x="3847822" y="816213"/>
                  </a:lnTo>
                  <a:lnTo>
                    <a:pt x="3847915" y="816213"/>
                  </a:lnTo>
                  <a:lnTo>
                    <a:pt x="3848009" y="816213"/>
                  </a:lnTo>
                  <a:lnTo>
                    <a:pt x="3848102" y="816213"/>
                  </a:lnTo>
                  <a:lnTo>
                    <a:pt x="3848195" y="816213"/>
                  </a:lnTo>
                  <a:lnTo>
                    <a:pt x="3848288" y="816213"/>
                  </a:lnTo>
                  <a:lnTo>
                    <a:pt x="3848382" y="816213"/>
                  </a:lnTo>
                  <a:lnTo>
                    <a:pt x="3848475" y="816213"/>
                  </a:lnTo>
                  <a:lnTo>
                    <a:pt x="3848568" y="816213"/>
                  </a:lnTo>
                  <a:lnTo>
                    <a:pt x="3848661" y="816213"/>
                  </a:lnTo>
                  <a:lnTo>
                    <a:pt x="3848755" y="816213"/>
                  </a:lnTo>
                  <a:lnTo>
                    <a:pt x="3848848" y="816213"/>
                  </a:lnTo>
                  <a:lnTo>
                    <a:pt x="3848941" y="816213"/>
                  </a:lnTo>
                  <a:lnTo>
                    <a:pt x="3849034" y="816213"/>
                  </a:lnTo>
                  <a:lnTo>
                    <a:pt x="3849128" y="816213"/>
                  </a:lnTo>
                  <a:lnTo>
                    <a:pt x="3849221" y="816213"/>
                  </a:lnTo>
                  <a:lnTo>
                    <a:pt x="3849314" y="816213"/>
                  </a:lnTo>
                  <a:lnTo>
                    <a:pt x="3849407" y="816213"/>
                  </a:lnTo>
                  <a:lnTo>
                    <a:pt x="3849501" y="816213"/>
                  </a:lnTo>
                  <a:lnTo>
                    <a:pt x="3849594" y="816213"/>
                  </a:lnTo>
                  <a:lnTo>
                    <a:pt x="3849687" y="816213"/>
                  </a:lnTo>
                  <a:lnTo>
                    <a:pt x="3849780" y="816213"/>
                  </a:lnTo>
                  <a:lnTo>
                    <a:pt x="3849874" y="816213"/>
                  </a:lnTo>
                  <a:lnTo>
                    <a:pt x="3849967" y="816213"/>
                  </a:lnTo>
                  <a:lnTo>
                    <a:pt x="3850060" y="816213"/>
                  </a:lnTo>
                  <a:lnTo>
                    <a:pt x="3850153" y="816213"/>
                  </a:lnTo>
                  <a:lnTo>
                    <a:pt x="3850247" y="816213"/>
                  </a:lnTo>
                  <a:lnTo>
                    <a:pt x="3850340" y="816213"/>
                  </a:lnTo>
                  <a:lnTo>
                    <a:pt x="3850433" y="816213"/>
                  </a:lnTo>
                  <a:lnTo>
                    <a:pt x="3850526" y="816213"/>
                  </a:lnTo>
                  <a:lnTo>
                    <a:pt x="3850619" y="816213"/>
                  </a:lnTo>
                  <a:lnTo>
                    <a:pt x="3850713" y="816213"/>
                  </a:lnTo>
                  <a:lnTo>
                    <a:pt x="3850806" y="816213"/>
                  </a:lnTo>
                  <a:lnTo>
                    <a:pt x="3850899" y="816213"/>
                  </a:lnTo>
                  <a:lnTo>
                    <a:pt x="3850992" y="816213"/>
                  </a:lnTo>
                  <a:lnTo>
                    <a:pt x="3851086" y="816213"/>
                  </a:lnTo>
                  <a:lnTo>
                    <a:pt x="3851179" y="816213"/>
                  </a:lnTo>
                  <a:lnTo>
                    <a:pt x="3851272" y="816213"/>
                  </a:lnTo>
                  <a:lnTo>
                    <a:pt x="3851365" y="816213"/>
                  </a:lnTo>
                  <a:lnTo>
                    <a:pt x="3851459" y="816213"/>
                  </a:lnTo>
                  <a:lnTo>
                    <a:pt x="3851552" y="816213"/>
                  </a:lnTo>
                  <a:lnTo>
                    <a:pt x="3851645" y="816213"/>
                  </a:lnTo>
                  <a:lnTo>
                    <a:pt x="3851738" y="816213"/>
                  </a:lnTo>
                  <a:lnTo>
                    <a:pt x="3851832" y="816213"/>
                  </a:lnTo>
                  <a:lnTo>
                    <a:pt x="3851925" y="816213"/>
                  </a:lnTo>
                  <a:lnTo>
                    <a:pt x="3852018" y="816213"/>
                  </a:lnTo>
                  <a:lnTo>
                    <a:pt x="3852111" y="816213"/>
                  </a:lnTo>
                  <a:lnTo>
                    <a:pt x="3852205" y="816213"/>
                  </a:lnTo>
                  <a:lnTo>
                    <a:pt x="3852298" y="816213"/>
                  </a:lnTo>
                  <a:lnTo>
                    <a:pt x="3852391" y="816213"/>
                  </a:lnTo>
                  <a:lnTo>
                    <a:pt x="3852484" y="816213"/>
                  </a:lnTo>
                  <a:lnTo>
                    <a:pt x="3852578" y="816213"/>
                  </a:lnTo>
                  <a:lnTo>
                    <a:pt x="3852671" y="816213"/>
                  </a:lnTo>
                  <a:lnTo>
                    <a:pt x="3852764" y="816213"/>
                  </a:lnTo>
                  <a:lnTo>
                    <a:pt x="3852857" y="816213"/>
                  </a:lnTo>
                  <a:lnTo>
                    <a:pt x="3852951" y="816213"/>
                  </a:lnTo>
                  <a:lnTo>
                    <a:pt x="3853044" y="816213"/>
                  </a:lnTo>
                  <a:lnTo>
                    <a:pt x="3853137" y="816213"/>
                  </a:lnTo>
                  <a:lnTo>
                    <a:pt x="3853230" y="816213"/>
                  </a:lnTo>
                  <a:lnTo>
                    <a:pt x="3853324" y="816213"/>
                  </a:lnTo>
                  <a:lnTo>
                    <a:pt x="3853417" y="816213"/>
                  </a:lnTo>
                  <a:lnTo>
                    <a:pt x="3853510" y="816213"/>
                  </a:lnTo>
                  <a:lnTo>
                    <a:pt x="3853603" y="816213"/>
                  </a:lnTo>
                  <a:lnTo>
                    <a:pt x="3853697" y="816213"/>
                  </a:lnTo>
                  <a:lnTo>
                    <a:pt x="3853790" y="816213"/>
                  </a:lnTo>
                  <a:lnTo>
                    <a:pt x="3853883" y="816213"/>
                  </a:lnTo>
                  <a:lnTo>
                    <a:pt x="3853976" y="816213"/>
                  </a:lnTo>
                  <a:lnTo>
                    <a:pt x="3854070" y="816213"/>
                  </a:lnTo>
                  <a:lnTo>
                    <a:pt x="3854163" y="816213"/>
                  </a:lnTo>
                  <a:lnTo>
                    <a:pt x="3854256" y="816213"/>
                  </a:lnTo>
                  <a:lnTo>
                    <a:pt x="3854349" y="816213"/>
                  </a:lnTo>
                  <a:lnTo>
                    <a:pt x="3854443" y="816213"/>
                  </a:lnTo>
                  <a:lnTo>
                    <a:pt x="3854536" y="816213"/>
                  </a:lnTo>
                  <a:lnTo>
                    <a:pt x="3854629" y="816213"/>
                  </a:lnTo>
                  <a:lnTo>
                    <a:pt x="3854722" y="816213"/>
                  </a:lnTo>
                  <a:lnTo>
                    <a:pt x="3854816" y="816213"/>
                  </a:lnTo>
                  <a:lnTo>
                    <a:pt x="3854909" y="816213"/>
                  </a:lnTo>
                  <a:lnTo>
                    <a:pt x="3855002" y="816213"/>
                  </a:lnTo>
                  <a:lnTo>
                    <a:pt x="3855095" y="816213"/>
                  </a:lnTo>
                  <a:lnTo>
                    <a:pt x="3855189" y="816213"/>
                  </a:lnTo>
                  <a:lnTo>
                    <a:pt x="3855282" y="816213"/>
                  </a:lnTo>
                  <a:lnTo>
                    <a:pt x="3855375" y="816213"/>
                  </a:lnTo>
                  <a:lnTo>
                    <a:pt x="3855468" y="816213"/>
                  </a:lnTo>
                  <a:lnTo>
                    <a:pt x="3855562" y="816213"/>
                  </a:lnTo>
                  <a:lnTo>
                    <a:pt x="3855655" y="816213"/>
                  </a:lnTo>
                  <a:lnTo>
                    <a:pt x="3855748" y="816213"/>
                  </a:lnTo>
                  <a:lnTo>
                    <a:pt x="3855841" y="816213"/>
                  </a:lnTo>
                  <a:lnTo>
                    <a:pt x="3855935" y="816213"/>
                  </a:lnTo>
                  <a:lnTo>
                    <a:pt x="3856028" y="816213"/>
                  </a:lnTo>
                  <a:lnTo>
                    <a:pt x="3856121" y="816213"/>
                  </a:lnTo>
                  <a:lnTo>
                    <a:pt x="3856214" y="816213"/>
                  </a:lnTo>
                  <a:lnTo>
                    <a:pt x="3856308" y="816213"/>
                  </a:lnTo>
                  <a:lnTo>
                    <a:pt x="3856401" y="816213"/>
                  </a:lnTo>
                  <a:lnTo>
                    <a:pt x="3856494" y="816213"/>
                  </a:lnTo>
                  <a:lnTo>
                    <a:pt x="3856587" y="816213"/>
                  </a:lnTo>
                  <a:lnTo>
                    <a:pt x="3856681" y="816213"/>
                  </a:lnTo>
                  <a:lnTo>
                    <a:pt x="3856774" y="816213"/>
                  </a:lnTo>
                  <a:lnTo>
                    <a:pt x="3856867" y="816213"/>
                  </a:lnTo>
                  <a:lnTo>
                    <a:pt x="3856960" y="816213"/>
                  </a:lnTo>
                  <a:lnTo>
                    <a:pt x="3857054" y="816213"/>
                  </a:lnTo>
                  <a:lnTo>
                    <a:pt x="3857147" y="816213"/>
                  </a:lnTo>
                  <a:lnTo>
                    <a:pt x="3857240" y="816213"/>
                  </a:lnTo>
                  <a:lnTo>
                    <a:pt x="3857333" y="816213"/>
                  </a:lnTo>
                  <a:lnTo>
                    <a:pt x="3857426" y="816213"/>
                  </a:lnTo>
                  <a:lnTo>
                    <a:pt x="3857520" y="816213"/>
                  </a:lnTo>
                  <a:lnTo>
                    <a:pt x="3857613" y="816213"/>
                  </a:lnTo>
                  <a:lnTo>
                    <a:pt x="3857706" y="816213"/>
                  </a:lnTo>
                  <a:lnTo>
                    <a:pt x="3857799" y="816213"/>
                  </a:lnTo>
                  <a:lnTo>
                    <a:pt x="3857893" y="816213"/>
                  </a:lnTo>
                  <a:lnTo>
                    <a:pt x="3857986" y="816213"/>
                  </a:lnTo>
                  <a:lnTo>
                    <a:pt x="3858079" y="816213"/>
                  </a:lnTo>
                  <a:lnTo>
                    <a:pt x="3858172" y="816213"/>
                  </a:lnTo>
                  <a:lnTo>
                    <a:pt x="3858266" y="816213"/>
                  </a:lnTo>
                  <a:lnTo>
                    <a:pt x="3858359" y="816213"/>
                  </a:lnTo>
                  <a:lnTo>
                    <a:pt x="3858452" y="816213"/>
                  </a:lnTo>
                  <a:lnTo>
                    <a:pt x="3858545" y="816213"/>
                  </a:lnTo>
                  <a:lnTo>
                    <a:pt x="3858639" y="816213"/>
                  </a:lnTo>
                  <a:lnTo>
                    <a:pt x="3858732" y="816213"/>
                  </a:lnTo>
                  <a:lnTo>
                    <a:pt x="3858825" y="816213"/>
                  </a:lnTo>
                  <a:lnTo>
                    <a:pt x="3858918" y="816213"/>
                  </a:lnTo>
                  <a:lnTo>
                    <a:pt x="3859012" y="816213"/>
                  </a:lnTo>
                  <a:lnTo>
                    <a:pt x="3859105" y="816213"/>
                  </a:lnTo>
                  <a:lnTo>
                    <a:pt x="3859198" y="816213"/>
                  </a:lnTo>
                  <a:lnTo>
                    <a:pt x="3859291" y="816213"/>
                  </a:lnTo>
                  <a:lnTo>
                    <a:pt x="3859385" y="816213"/>
                  </a:lnTo>
                  <a:lnTo>
                    <a:pt x="3859478" y="816213"/>
                  </a:lnTo>
                  <a:lnTo>
                    <a:pt x="3859571" y="816213"/>
                  </a:lnTo>
                  <a:lnTo>
                    <a:pt x="3859664" y="816213"/>
                  </a:lnTo>
                  <a:lnTo>
                    <a:pt x="3859758" y="816213"/>
                  </a:lnTo>
                  <a:lnTo>
                    <a:pt x="3859851" y="816213"/>
                  </a:lnTo>
                  <a:lnTo>
                    <a:pt x="3859944" y="816213"/>
                  </a:lnTo>
                  <a:lnTo>
                    <a:pt x="3860037" y="816213"/>
                  </a:lnTo>
                  <a:lnTo>
                    <a:pt x="3860131" y="816213"/>
                  </a:lnTo>
                  <a:lnTo>
                    <a:pt x="3860224" y="816213"/>
                  </a:lnTo>
                  <a:lnTo>
                    <a:pt x="3860317" y="816213"/>
                  </a:lnTo>
                  <a:lnTo>
                    <a:pt x="3860410" y="816213"/>
                  </a:lnTo>
                  <a:lnTo>
                    <a:pt x="3860504" y="816213"/>
                  </a:lnTo>
                  <a:lnTo>
                    <a:pt x="3860597" y="816213"/>
                  </a:lnTo>
                  <a:lnTo>
                    <a:pt x="3860690" y="816213"/>
                  </a:lnTo>
                  <a:lnTo>
                    <a:pt x="3860783" y="816213"/>
                  </a:lnTo>
                  <a:lnTo>
                    <a:pt x="3860877" y="816213"/>
                  </a:lnTo>
                  <a:lnTo>
                    <a:pt x="3860970" y="816213"/>
                  </a:lnTo>
                  <a:lnTo>
                    <a:pt x="3861063" y="816213"/>
                  </a:lnTo>
                  <a:lnTo>
                    <a:pt x="3861156" y="816213"/>
                  </a:lnTo>
                  <a:lnTo>
                    <a:pt x="3861250" y="816213"/>
                  </a:lnTo>
                  <a:lnTo>
                    <a:pt x="3861343" y="816213"/>
                  </a:lnTo>
                  <a:lnTo>
                    <a:pt x="3861436" y="816213"/>
                  </a:lnTo>
                  <a:lnTo>
                    <a:pt x="3861529" y="816213"/>
                  </a:lnTo>
                  <a:lnTo>
                    <a:pt x="3861623" y="816213"/>
                  </a:lnTo>
                  <a:lnTo>
                    <a:pt x="3861716" y="816213"/>
                  </a:lnTo>
                  <a:lnTo>
                    <a:pt x="3861809" y="816213"/>
                  </a:lnTo>
                  <a:lnTo>
                    <a:pt x="3861902" y="816213"/>
                  </a:lnTo>
                  <a:lnTo>
                    <a:pt x="3861996" y="816213"/>
                  </a:lnTo>
                  <a:lnTo>
                    <a:pt x="3862089" y="816213"/>
                  </a:lnTo>
                  <a:lnTo>
                    <a:pt x="3862182" y="816213"/>
                  </a:lnTo>
                  <a:lnTo>
                    <a:pt x="3862275" y="816213"/>
                  </a:lnTo>
                  <a:lnTo>
                    <a:pt x="3862369" y="816213"/>
                  </a:lnTo>
                  <a:lnTo>
                    <a:pt x="3862462" y="816213"/>
                  </a:lnTo>
                  <a:lnTo>
                    <a:pt x="3862555" y="816213"/>
                  </a:lnTo>
                  <a:lnTo>
                    <a:pt x="3862648" y="816213"/>
                  </a:lnTo>
                  <a:lnTo>
                    <a:pt x="3862742" y="816213"/>
                  </a:lnTo>
                  <a:lnTo>
                    <a:pt x="3862835" y="816213"/>
                  </a:lnTo>
                  <a:lnTo>
                    <a:pt x="3862928" y="816213"/>
                  </a:lnTo>
                  <a:lnTo>
                    <a:pt x="3863021" y="816213"/>
                  </a:lnTo>
                  <a:lnTo>
                    <a:pt x="3863115" y="816213"/>
                  </a:lnTo>
                  <a:lnTo>
                    <a:pt x="3863208" y="816213"/>
                  </a:lnTo>
                  <a:lnTo>
                    <a:pt x="3863301" y="816213"/>
                  </a:lnTo>
                  <a:lnTo>
                    <a:pt x="3863394" y="816213"/>
                  </a:lnTo>
                  <a:lnTo>
                    <a:pt x="3863488" y="816213"/>
                  </a:lnTo>
                  <a:lnTo>
                    <a:pt x="3863581" y="816213"/>
                  </a:lnTo>
                  <a:lnTo>
                    <a:pt x="3863674" y="816213"/>
                  </a:lnTo>
                  <a:lnTo>
                    <a:pt x="3863767" y="816213"/>
                  </a:lnTo>
                  <a:lnTo>
                    <a:pt x="3863861" y="816213"/>
                  </a:lnTo>
                  <a:lnTo>
                    <a:pt x="3863954" y="816213"/>
                  </a:lnTo>
                  <a:lnTo>
                    <a:pt x="3864047" y="816213"/>
                  </a:lnTo>
                  <a:lnTo>
                    <a:pt x="3864140" y="816213"/>
                  </a:lnTo>
                  <a:lnTo>
                    <a:pt x="3864234" y="816213"/>
                  </a:lnTo>
                  <a:lnTo>
                    <a:pt x="3864327" y="816213"/>
                  </a:lnTo>
                  <a:lnTo>
                    <a:pt x="3864420" y="816213"/>
                  </a:lnTo>
                  <a:lnTo>
                    <a:pt x="3864513" y="816213"/>
                  </a:lnTo>
                  <a:lnTo>
                    <a:pt x="3864606" y="816213"/>
                  </a:lnTo>
                  <a:lnTo>
                    <a:pt x="3864700" y="816213"/>
                  </a:lnTo>
                  <a:lnTo>
                    <a:pt x="3864793" y="816213"/>
                  </a:lnTo>
                  <a:lnTo>
                    <a:pt x="3864886" y="816213"/>
                  </a:lnTo>
                  <a:lnTo>
                    <a:pt x="3864979" y="816213"/>
                  </a:lnTo>
                  <a:lnTo>
                    <a:pt x="3865073" y="816213"/>
                  </a:lnTo>
                  <a:lnTo>
                    <a:pt x="3865166" y="816213"/>
                  </a:lnTo>
                  <a:lnTo>
                    <a:pt x="3865259" y="816213"/>
                  </a:lnTo>
                  <a:lnTo>
                    <a:pt x="3865352" y="816213"/>
                  </a:lnTo>
                  <a:lnTo>
                    <a:pt x="3865446" y="816213"/>
                  </a:lnTo>
                  <a:lnTo>
                    <a:pt x="3865539" y="816213"/>
                  </a:lnTo>
                  <a:lnTo>
                    <a:pt x="3865632" y="816213"/>
                  </a:lnTo>
                  <a:lnTo>
                    <a:pt x="3865725" y="816213"/>
                  </a:lnTo>
                  <a:lnTo>
                    <a:pt x="3865819" y="816213"/>
                  </a:lnTo>
                  <a:lnTo>
                    <a:pt x="3865912" y="816213"/>
                  </a:lnTo>
                  <a:lnTo>
                    <a:pt x="3866005" y="816213"/>
                  </a:lnTo>
                  <a:lnTo>
                    <a:pt x="3866098" y="816213"/>
                  </a:lnTo>
                  <a:lnTo>
                    <a:pt x="3866192" y="816213"/>
                  </a:lnTo>
                  <a:lnTo>
                    <a:pt x="3866285" y="816213"/>
                  </a:lnTo>
                  <a:lnTo>
                    <a:pt x="3866378" y="816213"/>
                  </a:lnTo>
                  <a:lnTo>
                    <a:pt x="3866471" y="816213"/>
                  </a:lnTo>
                  <a:lnTo>
                    <a:pt x="3866565" y="816213"/>
                  </a:lnTo>
                  <a:lnTo>
                    <a:pt x="3866658" y="816213"/>
                  </a:lnTo>
                  <a:lnTo>
                    <a:pt x="3866751" y="816213"/>
                  </a:lnTo>
                  <a:lnTo>
                    <a:pt x="3866844" y="816213"/>
                  </a:lnTo>
                  <a:lnTo>
                    <a:pt x="3866938" y="816213"/>
                  </a:lnTo>
                  <a:lnTo>
                    <a:pt x="3867031" y="816213"/>
                  </a:lnTo>
                  <a:lnTo>
                    <a:pt x="3867124" y="816213"/>
                  </a:lnTo>
                  <a:lnTo>
                    <a:pt x="3867217" y="816213"/>
                  </a:lnTo>
                  <a:lnTo>
                    <a:pt x="3867311" y="816213"/>
                  </a:lnTo>
                  <a:lnTo>
                    <a:pt x="3867404" y="816213"/>
                  </a:lnTo>
                  <a:lnTo>
                    <a:pt x="3867497" y="816213"/>
                  </a:lnTo>
                  <a:lnTo>
                    <a:pt x="3867590" y="816213"/>
                  </a:lnTo>
                  <a:lnTo>
                    <a:pt x="3867684" y="816213"/>
                  </a:lnTo>
                  <a:lnTo>
                    <a:pt x="3867777" y="816213"/>
                  </a:lnTo>
                  <a:lnTo>
                    <a:pt x="3867870" y="816213"/>
                  </a:lnTo>
                  <a:lnTo>
                    <a:pt x="3867963" y="816213"/>
                  </a:lnTo>
                  <a:lnTo>
                    <a:pt x="3868057" y="816213"/>
                  </a:lnTo>
                  <a:lnTo>
                    <a:pt x="3868150" y="816213"/>
                  </a:lnTo>
                  <a:lnTo>
                    <a:pt x="3868243" y="816213"/>
                  </a:lnTo>
                  <a:lnTo>
                    <a:pt x="3868336" y="816213"/>
                  </a:lnTo>
                  <a:lnTo>
                    <a:pt x="3868430" y="816213"/>
                  </a:lnTo>
                  <a:lnTo>
                    <a:pt x="3868523" y="816213"/>
                  </a:lnTo>
                  <a:lnTo>
                    <a:pt x="3868616" y="816213"/>
                  </a:lnTo>
                  <a:lnTo>
                    <a:pt x="3868709" y="816213"/>
                  </a:lnTo>
                  <a:lnTo>
                    <a:pt x="3868803" y="816213"/>
                  </a:lnTo>
                  <a:lnTo>
                    <a:pt x="3868896" y="816213"/>
                  </a:lnTo>
                  <a:lnTo>
                    <a:pt x="3868989" y="816213"/>
                  </a:lnTo>
                  <a:lnTo>
                    <a:pt x="3869082" y="816213"/>
                  </a:lnTo>
                  <a:lnTo>
                    <a:pt x="3869176" y="816213"/>
                  </a:lnTo>
                  <a:lnTo>
                    <a:pt x="3869269" y="816213"/>
                  </a:lnTo>
                  <a:lnTo>
                    <a:pt x="3869362" y="816213"/>
                  </a:lnTo>
                  <a:lnTo>
                    <a:pt x="3869455" y="816213"/>
                  </a:lnTo>
                  <a:lnTo>
                    <a:pt x="3869549" y="816213"/>
                  </a:lnTo>
                  <a:lnTo>
                    <a:pt x="3869642" y="816213"/>
                  </a:lnTo>
                  <a:lnTo>
                    <a:pt x="3869735" y="816213"/>
                  </a:lnTo>
                  <a:lnTo>
                    <a:pt x="3869828" y="816213"/>
                  </a:lnTo>
                  <a:lnTo>
                    <a:pt x="3869922" y="816213"/>
                  </a:lnTo>
                  <a:lnTo>
                    <a:pt x="3870015" y="816213"/>
                  </a:lnTo>
                  <a:lnTo>
                    <a:pt x="3870108" y="816213"/>
                  </a:lnTo>
                  <a:lnTo>
                    <a:pt x="3870201" y="816213"/>
                  </a:lnTo>
                  <a:lnTo>
                    <a:pt x="3870295" y="816213"/>
                  </a:lnTo>
                  <a:lnTo>
                    <a:pt x="3870388" y="816213"/>
                  </a:lnTo>
                  <a:lnTo>
                    <a:pt x="3870481" y="816213"/>
                  </a:lnTo>
                  <a:lnTo>
                    <a:pt x="3870574" y="816213"/>
                  </a:lnTo>
                  <a:lnTo>
                    <a:pt x="3870668" y="816213"/>
                  </a:lnTo>
                  <a:lnTo>
                    <a:pt x="3870761" y="816213"/>
                  </a:lnTo>
                  <a:lnTo>
                    <a:pt x="3870854" y="816213"/>
                  </a:lnTo>
                  <a:lnTo>
                    <a:pt x="3870947" y="816213"/>
                  </a:lnTo>
                  <a:lnTo>
                    <a:pt x="3871041" y="816213"/>
                  </a:lnTo>
                  <a:lnTo>
                    <a:pt x="3871134" y="816213"/>
                  </a:lnTo>
                  <a:lnTo>
                    <a:pt x="3871227" y="816213"/>
                  </a:lnTo>
                  <a:lnTo>
                    <a:pt x="3871320" y="816213"/>
                  </a:lnTo>
                  <a:lnTo>
                    <a:pt x="3871413" y="816213"/>
                  </a:lnTo>
                  <a:lnTo>
                    <a:pt x="3871507" y="816213"/>
                  </a:lnTo>
                  <a:lnTo>
                    <a:pt x="3871600" y="816213"/>
                  </a:lnTo>
                  <a:lnTo>
                    <a:pt x="3871693" y="816213"/>
                  </a:lnTo>
                  <a:lnTo>
                    <a:pt x="3871786" y="816213"/>
                  </a:lnTo>
                  <a:lnTo>
                    <a:pt x="3871880" y="816213"/>
                  </a:lnTo>
                  <a:lnTo>
                    <a:pt x="3871973" y="816213"/>
                  </a:lnTo>
                  <a:lnTo>
                    <a:pt x="3872066" y="816213"/>
                  </a:lnTo>
                  <a:lnTo>
                    <a:pt x="3872159" y="816213"/>
                  </a:lnTo>
                  <a:lnTo>
                    <a:pt x="3872253" y="816213"/>
                  </a:lnTo>
                  <a:lnTo>
                    <a:pt x="3872346" y="816213"/>
                  </a:lnTo>
                  <a:lnTo>
                    <a:pt x="3872439" y="816213"/>
                  </a:lnTo>
                  <a:lnTo>
                    <a:pt x="3872532" y="816213"/>
                  </a:lnTo>
                  <a:lnTo>
                    <a:pt x="3872626" y="816213"/>
                  </a:lnTo>
                  <a:lnTo>
                    <a:pt x="3872719" y="816213"/>
                  </a:lnTo>
                  <a:lnTo>
                    <a:pt x="3872812" y="816213"/>
                  </a:lnTo>
                  <a:lnTo>
                    <a:pt x="3872905" y="816213"/>
                  </a:lnTo>
                  <a:lnTo>
                    <a:pt x="3872999" y="816213"/>
                  </a:lnTo>
                  <a:lnTo>
                    <a:pt x="3873092" y="816213"/>
                  </a:lnTo>
                  <a:lnTo>
                    <a:pt x="3873185" y="816213"/>
                  </a:lnTo>
                  <a:lnTo>
                    <a:pt x="3873278" y="816213"/>
                  </a:lnTo>
                  <a:lnTo>
                    <a:pt x="3873372" y="816213"/>
                  </a:lnTo>
                  <a:lnTo>
                    <a:pt x="3873465" y="816213"/>
                  </a:lnTo>
                  <a:lnTo>
                    <a:pt x="3873558" y="816213"/>
                  </a:lnTo>
                  <a:lnTo>
                    <a:pt x="3873651" y="816213"/>
                  </a:lnTo>
                  <a:lnTo>
                    <a:pt x="3873745" y="816213"/>
                  </a:lnTo>
                  <a:lnTo>
                    <a:pt x="3873838" y="816213"/>
                  </a:lnTo>
                  <a:lnTo>
                    <a:pt x="3873931" y="816213"/>
                  </a:lnTo>
                  <a:lnTo>
                    <a:pt x="3874024" y="816213"/>
                  </a:lnTo>
                  <a:lnTo>
                    <a:pt x="3874118" y="816213"/>
                  </a:lnTo>
                  <a:lnTo>
                    <a:pt x="3874211" y="816213"/>
                  </a:lnTo>
                  <a:lnTo>
                    <a:pt x="3874304" y="816213"/>
                  </a:lnTo>
                  <a:lnTo>
                    <a:pt x="3874397" y="816213"/>
                  </a:lnTo>
                  <a:lnTo>
                    <a:pt x="3874491" y="816213"/>
                  </a:lnTo>
                  <a:lnTo>
                    <a:pt x="3874584" y="816213"/>
                  </a:lnTo>
                  <a:lnTo>
                    <a:pt x="3874677" y="816213"/>
                  </a:lnTo>
                  <a:lnTo>
                    <a:pt x="3874770" y="816213"/>
                  </a:lnTo>
                  <a:lnTo>
                    <a:pt x="3874864" y="816213"/>
                  </a:lnTo>
                  <a:lnTo>
                    <a:pt x="3874957" y="816213"/>
                  </a:lnTo>
                  <a:lnTo>
                    <a:pt x="3875050" y="816213"/>
                  </a:lnTo>
                  <a:lnTo>
                    <a:pt x="3875143" y="816213"/>
                  </a:lnTo>
                  <a:lnTo>
                    <a:pt x="3875237" y="816213"/>
                  </a:lnTo>
                  <a:lnTo>
                    <a:pt x="3875330" y="816213"/>
                  </a:lnTo>
                  <a:lnTo>
                    <a:pt x="3875423" y="816213"/>
                  </a:lnTo>
                  <a:lnTo>
                    <a:pt x="3875516" y="816213"/>
                  </a:lnTo>
                  <a:lnTo>
                    <a:pt x="3875610" y="816213"/>
                  </a:lnTo>
                  <a:lnTo>
                    <a:pt x="3875610" y="806259"/>
                  </a:lnTo>
                  <a:lnTo>
                    <a:pt x="3875703" y="806259"/>
                  </a:lnTo>
                  <a:lnTo>
                    <a:pt x="3875796" y="806259"/>
                  </a:lnTo>
                  <a:lnTo>
                    <a:pt x="3875889" y="806259"/>
                  </a:lnTo>
                  <a:lnTo>
                    <a:pt x="3875983" y="806259"/>
                  </a:lnTo>
                  <a:lnTo>
                    <a:pt x="3876076" y="806259"/>
                  </a:lnTo>
                  <a:lnTo>
                    <a:pt x="3876169" y="806259"/>
                  </a:lnTo>
                  <a:lnTo>
                    <a:pt x="3876262" y="806259"/>
                  </a:lnTo>
                  <a:lnTo>
                    <a:pt x="3876356" y="806259"/>
                  </a:lnTo>
                  <a:lnTo>
                    <a:pt x="3876449" y="806259"/>
                  </a:lnTo>
                  <a:lnTo>
                    <a:pt x="3876542" y="806259"/>
                  </a:lnTo>
                  <a:lnTo>
                    <a:pt x="3876635" y="806259"/>
                  </a:lnTo>
                  <a:lnTo>
                    <a:pt x="3876729" y="806259"/>
                  </a:lnTo>
                  <a:lnTo>
                    <a:pt x="3876822" y="806259"/>
                  </a:lnTo>
                  <a:lnTo>
                    <a:pt x="3876915" y="806259"/>
                  </a:lnTo>
                  <a:lnTo>
                    <a:pt x="3877008" y="806259"/>
                  </a:lnTo>
                  <a:lnTo>
                    <a:pt x="3877102" y="806259"/>
                  </a:lnTo>
                  <a:lnTo>
                    <a:pt x="3877195" y="806259"/>
                  </a:lnTo>
                  <a:lnTo>
                    <a:pt x="3877288" y="806259"/>
                  </a:lnTo>
                  <a:lnTo>
                    <a:pt x="3877381" y="806259"/>
                  </a:lnTo>
                  <a:lnTo>
                    <a:pt x="3877475" y="806259"/>
                  </a:lnTo>
                  <a:lnTo>
                    <a:pt x="3877568" y="806259"/>
                  </a:lnTo>
                  <a:lnTo>
                    <a:pt x="3877661" y="806259"/>
                  </a:lnTo>
                  <a:lnTo>
                    <a:pt x="3877754" y="806259"/>
                  </a:lnTo>
                  <a:lnTo>
                    <a:pt x="3877848" y="806259"/>
                  </a:lnTo>
                  <a:lnTo>
                    <a:pt x="3877941" y="806259"/>
                  </a:lnTo>
                  <a:lnTo>
                    <a:pt x="3878034" y="806259"/>
                  </a:lnTo>
                  <a:lnTo>
                    <a:pt x="3878127" y="806259"/>
                  </a:lnTo>
                  <a:lnTo>
                    <a:pt x="3878221" y="806259"/>
                  </a:lnTo>
                  <a:lnTo>
                    <a:pt x="3878314" y="806259"/>
                  </a:lnTo>
                  <a:lnTo>
                    <a:pt x="3878407" y="806259"/>
                  </a:lnTo>
                  <a:lnTo>
                    <a:pt x="3878500" y="806259"/>
                  </a:lnTo>
                  <a:lnTo>
                    <a:pt x="3878593" y="806259"/>
                  </a:lnTo>
                  <a:lnTo>
                    <a:pt x="3878687" y="806259"/>
                  </a:lnTo>
                  <a:lnTo>
                    <a:pt x="3878780" y="806259"/>
                  </a:lnTo>
                  <a:lnTo>
                    <a:pt x="3878873" y="806259"/>
                  </a:lnTo>
                  <a:lnTo>
                    <a:pt x="3878966" y="806259"/>
                  </a:lnTo>
                  <a:lnTo>
                    <a:pt x="3879060" y="806259"/>
                  </a:lnTo>
                  <a:lnTo>
                    <a:pt x="3879060" y="796305"/>
                  </a:lnTo>
                  <a:lnTo>
                    <a:pt x="3879153" y="796305"/>
                  </a:lnTo>
                  <a:lnTo>
                    <a:pt x="3879246" y="796305"/>
                  </a:lnTo>
                  <a:lnTo>
                    <a:pt x="3879339" y="796305"/>
                  </a:lnTo>
                  <a:lnTo>
                    <a:pt x="3879433" y="796305"/>
                  </a:lnTo>
                  <a:lnTo>
                    <a:pt x="3879526" y="796305"/>
                  </a:lnTo>
                  <a:lnTo>
                    <a:pt x="3879619" y="796305"/>
                  </a:lnTo>
                  <a:lnTo>
                    <a:pt x="3879712" y="796305"/>
                  </a:lnTo>
                  <a:lnTo>
                    <a:pt x="3879806" y="796305"/>
                  </a:lnTo>
                  <a:lnTo>
                    <a:pt x="3879899" y="796305"/>
                  </a:lnTo>
                  <a:lnTo>
                    <a:pt x="3879992" y="796305"/>
                  </a:lnTo>
                  <a:lnTo>
                    <a:pt x="3880085" y="796305"/>
                  </a:lnTo>
                  <a:lnTo>
                    <a:pt x="3880179" y="796305"/>
                  </a:lnTo>
                  <a:lnTo>
                    <a:pt x="3880272" y="796305"/>
                  </a:lnTo>
                  <a:lnTo>
                    <a:pt x="3880365" y="796305"/>
                  </a:lnTo>
                  <a:lnTo>
                    <a:pt x="3880458" y="796305"/>
                  </a:lnTo>
                  <a:lnTo>
                    <a:pt x="3880552" y="796305"/>
                  </a:lnTo>
                  <a:lnTo>
                    <a:pt x="3880645" y="796305"/>
                  </a:lnTo>
                  <a:lnTo>
                    <a:pt x="3880738" y="796305"/>
                  </a:lnTo>
                  <a:lnTo>
                    <a:pt x="3880831" y="796305"/>
                  </a:lnTo>
                  <a:lnTo>
                    <a:pt x="3880925" y="796305"/>
                  </a:lnTo>
                  <a:lnTo>
                    <a:pt x="3881018" y="796305"/>
                  </a:lnTo>
                  <a:lnTo>
                    <a:pt x="3881111" y="796305"/>
                  </a:lnTo>
                  <a:lnTo>
                    <a:pt x="3881204" y="796305"/>
                  </a:lnTo>
                  <a:lnTo>
                    <a:pt x="3881298" y="796305"/>
                  </a:lnTo>
                  <a:lnTo>
                    <a:pt x="3881391" y="796305"/>
                  </a:lnTo>
                  <a:lnTo>
                    <a:pt x="3881484" y="796305"/>
                  </a:lnTo>
                  <a:lnTo>
                    <a:pt x="3881577" y="796305"/>
                  </a:lnTo>
                  <a:lnTo>
                    <a:pt x="3881671" y="796305"/>
                  </a:lnTo>
                  <a:lnTo>
                    <a:pt x="3881764" y="796305"/>
                  </a:lnTo>
                  <a:lnTo>
                    <a:pt x="3881857" y="796305"/>
                  </a:lnTo>
                  <a:lnTo>
                    <a:pt x="3881950" y="796305"/>
                  </a:lnTo>
                  <a:lnTo>
                    <a:pt x="3882044" y="796305"/>
                  </a:lnTo>
                  <a:lnTo>
                    <a:pt x="3882137" y="796305"/>
                  </a:lnTo>
                  <a:lnTo>
                    <a:pt x="3882230" y="796305"/>
                  </a:lnTo>
                  <a:lnTo>
                    <a:pt x="3882323" y="796305"/>
                  </a:lnTo>
                  <a:lnTo>
                    <a:pt x="3882417" y="796305"/>
                  </a:lnTo>
                  <a:lnTo>
                    <a:pt x="3882510" y="796305"/>
                  </a:lnTo>
                  <a:lnTo>
                    <a:pt x="3882603" y="796305"/>
                  </a:lnTo>
                  <a:lnTo>
                    <a:pt x="3882696" y="796305"/>
                  </a:lnTo>
                  <a:lnTo>
                    <a:pt x="3882790" y="796305"/>
                  </a:lnTo>
                  <a:lnTo>
                    <a:pt x="3882883" y="796305"/>
                  </a:lnTo>
                  <a:lnTo>
                    <a:pt x="3882976" y="796305"/>
                  </a:lnTo>
                  <a:lnTo>
                    <a:pt x="3883069" y="796305"/>
                  </a:lnTo>
                  <a:lnTo>
                    <a:pt x="3883163" y="796305"/>
                  </a:lnTo>
                  <a:lnTo>
                    <a:pt x="3883256" y="796305"/>
                  </a:lnTo>
                  <a:lnTo>
                    <a:pt x="3883349" y="796305"/>
                  </a:lnTo>
                  <a:lnTo>
                    <a:pt x="3883442" y="796305"/>
                  </a:lnTo>
                  <a:lnTo>
                    <a:pt x="3883536" y="796305"/>
                  </a:lnTo>
                  <a:lnTo>
                    <a:pt x="3883629" y="796305"/>
                  </a:lnTo>
                  <a:lnTo>
                    <a:pt x="3883722" y="796305"/>
                  </a:lnTo>
                  <a:lnTo>
                    <a:pt x="3883815" y="796305"/>
                  </a:lnTo>
                  <a:lnTo>
                    <a:pt x="3883909" y="796305"/>
                  </a:lnTo>
                  <a:lnTo>
                    <a:pt x="3884002" y="796305"/>
                  </a:lnTo>
                  <a:lnTo>
                    <a:pt x="3884095" y="796305"/>
                  </a:lnTo>
                  <a:lnTo>
                    <a:pt x="3884188" y="796305"/>
                  </a:lnTo>
                  <a:lnTo>
                    <a:pt x="3884282" y="796305"/>
                  </a:lnTo>
                  <a:lnTo>
                    <a:pt x="3884375" y="796305"/>
                  </a:lnTo>
                  <a:lnTo>
                    <a:pt x="3884468" y="796305"/>
                  </a:lnTo>
                  <a:lnTo>
                    <a:pt x="3884561" y="796305"/>
                  </a:lnTo>
                  <a:lnTo>
                    <a:pt x="3884655" y="796305"/>
                  </a:lnTo>
                  <a:lnTo>
                    <a:pt x="3884748" y="796305"/>
                  </a:lnTo>
                  <a:lnTo>
                    <a:pt x="3884841" y="796305"/>
                  </a:lnTo>
                  <a:lnTo>
                    <a:pt x="3884934" y="796305"/>
                  </a:lnTo>
                  <a:lnTo>
                    <a:pt x="3885028" y="796305"/>
                  </a:lnTo>
                  <a:lnTo>
                    <a:pt x="3885121" y="796305"/>
                  </a:lnTo>
                  <a:lnTo>
                    <a:pt x="3885214" y="796305"/>
                  </a:lnTo>
                  <a:lnTo>
                    <a:pt x="3885307" y="796305"/>
                  </a:lnTo>
                  <a:lnTo>
                    <a:pt x="3885400" y="796305"/>
                  </a:lnTo>
                  <a:lnTo>
                    <a:pt x="3885494" y="796305"/>
                  </a:lnTo>
                  <a:lnTo>
                    <a:pt x="3885587" y="796305"/>
                  </a:lnTo>
                  <a:lnTo>
                    <a:pt x="3885680" y="796305"/>
                  </a:lnTo>
                  <a:lnTo>
                    <a:pt x="3885773" y="796305"/>
                  </a:lnTo>
                  <a:lnTo>
                    <a:pt x="3885867" y="796305"/>
                  </a:lnTo>
                  <a:lnTo>
                    <a:pt x="3885960" y="796305"/>
                  </a:lnTo>
                  <a:lnTo>
                    <a:pt x="3886053" y="796305"/>
                  </a:lnTo>
                  <a:lnTo>
                    <a:pt x="3886146" y="796305"/>
                  </a:lnTo>
                  <a:lnTo>
                    <a:pt x="3886240" y="796305"/>
                  </a:lnTo>
                  <a:lnTo>
                    <a:pt x="3886333" y="796305"/>
                  </a:lnTo>
                  <a:lnTo>
                    <a:pt x="3886333" y="786351"/>
                  </a:lnTo>
                  <a:lnTo>
                    <a:pt x="3886426" y="786351"/>
                  </a:lnTo>
                  <a:lnTo>
                    <a:pt x="3886519" y="786351"/>
                  </a:lnTo>
                  <a:lnTo>
                    <a:pt x="3886613" y="786351"/>
                  </a:lnTo>
                  <a:lnTo>
                    <a:pt x="3886706" y="786351"/>
                  </a:lnTo>
                  <a:lnTo>
                    <a:pt x="3886799" y="786351"/>
                  </a:lnTo>
                  <a:lnTo>
                    <a:pt x="3886892" y="786351"/>
                  </a:lnTo>
                  <a:lnTo>
                    <a:pt x="3886986" y="786351"/>
                  </a:lnTo>
                  <a:lnTo>
                    <a:pt x="3887079" y="786351"/>
                  </a:lnTo>
                  <a:lnTo>
                    <a:pt x="3887172" y="786351"/>
                  </a:lnTo>
                  <a:lnTo>
                    <a:pt x="3887265" y="786351"/>
                  </a:lnTo>
                  <a:lnTo>
                    <a:pt x="3887359" y="786351"/>
                  </a:lnTo>
                  <a:lnTo>
                    <a:pt x="3887452" y="786351"/>
                  </a:lnTo>
                  <a:lnTo>
                    <a:pt x="3887545" y="786351"/>
                  </a:lnTo>
                  <a:lnTo>
                    <a:pt x="3887638" y="786351"/>
                  </a:lnTo>
                  <a:lnTo>
                    <a:pt x="3887732" y="786351"/>
                  </a:lnTo>
                  <a:lnTo>
                    <a:pt x="3887825" y="786351"/>
                  </a:lnTo>
                  <a:lnTo>
                    <a:pt x="3887918" y="786351"/>
                  </a:lnTo>
                  <a:lnTo>
                    <a:pt x="3888011" y="786351"/>
                  </a:lnTo>
                  <a:lnTo>
                    <a:pt x="3888105" y="786351"/>
                  </a:lnTo>
                  <a:lnTo>
                    <a:pt x="3888198" y="786351"/>
                  </a:lnTo>
                  <a:lnTo>
                    <a:pt x="3888291" y="786351"/>
                  </a:lnTo>
                  <a:lnTo>
                    <a:pt x="3888384" y="786351"/>
                  </a:lnTo>
                  <a:lnTo>
                    <a:pt x="3888478" y="786351"/>
                  </a:lnTo>
                  <a:lnTo>
                    <a:pt x="3888571" y="786351"/>
                  </a:lnTo>
                  <a:lnTo>
                    <a:pt x="3888664" y="786351"/>
                  </a:lnTo>
                  <a:lnTo>
                    <a:pt x="3888757" y="786351"/>
                  </a:lnTo>
                  <a:lnTo>
                    <a:pt x="3888851" y="786351"/>
                  </a:lnTo>
                  <a:lnTo>
                    <a:pt x="3888944" y="786351"/>
                  </a:lnTo>
                  <a:lnTo>
                    <a:pt x="3889037" y="786351"/>
                  </a:lnTo>
                  <a:lnTo>
                    <a:pt x="3889130" y="786351"/>
                  </a:lnTo>
                  <a:lnTo>
                    <a:pt x="3889224" y="786351"/>
                  </a:lnTo>
                  <a:lnTo>
                    <a:pt x="3889317" y="786351"/>
                  </a:lnTo>
                  <a:lnTo>
                    <a:pt x="3889410" y="786351"/>
                  </a:lnTo>
                  <a:lnTo>
                    <a:pt x="3889503" y="786351"/>
                  </a:lnTo>
                  <a:lnTo>
                    <a:pt x="3889597" y="786351"/>
                  </a:lnTo>
                  <a:lnTo>
                    <a:pt x="3889690" y="786351"/>
                  </a:lnTo>
                  <a:lnTo>
                    <a:pt x="3889783" y="786351"/>
                  </a:lnTo>
                  <a:lnTo>
                    <a:pt x="3889876" y="786351"/>
                  </a:lnTo>
                  <a:lnTo>
                    <a:pt x="3889970" y="786351"/>
                  </a:lnTo>
                  <a:lnTo>
                    <a:pt x="3890063" y="786351"/>
                  </a:lnTo>
                  <a:lnTo>
                    <a:pt x="3890156" y="786351"/>
                  </a:lnTo>
                  <a:lnTo>
                    <a:pt x="3890249" y="786351"/>
                  </a:lnTo>
                  <a:lnTo>
                    <a:pt x="3890343" y="786351"/>
                  </a:lnTo>
                  <a:lnTo>
                    <a:pt x="3890436" y="786351"/>
                  </a:lnTo>
                  <a:lnTo>
                    <a:pt x="3890529" y="786351"/>
                  </a:lnTo>
                  <a:lnTo>
                    <a:pt x="3890622" y="786351"/>
                  </a:lnTo>
                  <a:lnTo>
                    <a:pt x="3890716" y="786351"/>
                  </a:lnTo>
                  <a:lnTo>
                    <a:pt x="3890809" y="786351"/>
                  </a:lnTo>
                  <a:lnTo>
                    <a:pt x="3890902" y="786351"/>
                  </a:lnTo>
                  <a:lnTo>
                    <a:pt x="3890995" y="786351"/>
                  </a:lnTo>
                  <a:lnTo>
                    <a:pt x="3891089" y="786351"/>
                  </a:lnTo>
                  <a:lnTo>
                    <a:pt x="3891182" y="786351"/>
                  </a:lnTo>
                  <a:lnTo>
                    <a:pt x="3891275" y="786351"/>
                  </a:lnTo>
                  <a:lnTo>
                    <a:pt x="3891368" y="786351"/>
                  </a:lnTo>
                  <a:lnTo>
                    <a:pt x="3891462" y="786351"/>
                  </a:lnTo>
                  <a:lnTo>
                    <a:pt x="3891555" y="786351"/>
                  </a:lnTo>
                  <a:lnTo>
                    <a:pt x="3891648" y="786351"/>
                  </a:lnTo>
                  <a:lnTo>
                    <a:pt x="3891741" y="786351"/>
                  </a:lnTo>
                  <a:lnTo>
                    <a:pt x="3891835" y="786351"/>
                  </a:lnTo>
                  <a:lnTo>
                    <a:pt x="3891928" y="786351"/>
                  </a:lnTo>
                  <a:lnTo>
                    <a:pt x="3892021" y="786351"/>
                  </a:lnTo>
                  <a:lnTo>
                    <a:pt x="3892114" y="786351"/>
                  </a:lnTo>
                  <a:lnTo>
                    <a:pt x="3892207" y="786351"/>
                  </a:lnTo>
                  <a:lnTo>
                    <a:pt x="3892301" y="786351"/>
                  </a:lnTo>
                  <a:lnTo>
                    <a:pt x="3892394" y="786351"/>
                  </a:lnTo>
                  <a:lnTo>
                    <a:pt x="3892487" y="786351"/>
                  </a:lnTo>
                  <a:lnTo>
                    <a:pt x="3892580" y="786351"/>
                  </a:lnTo>
                  <a:lnTo>
                    <a:pt x="3892674" y="786351"/>
                  </a:lnTo>
                  <a:lnTo>
                    <a:pt x="3892767" y="786351"/>
                  </a:lnTo>
                  <a:lnTo>
                    <a:pt x="3892860" y="786351"/>
                  </a:lnTo>
                  <a:lnTo>
                    <a:pt x="3892860" y="776398"/>
                  </a:lnTo>
                  <a:lnTo>
                    <a:pt x="3892953" y="776398"/>
                  </a:lnTo>
                  <a:lnTo>
                    <a:pt x="3893047" y="776398"/>
                  </a:lnTo>
                  <a:lnTo>
                    <a:pt x="3893140" y="776398"/>
                  </a:lnTo>
                  <a:lnTo>
                    <a:pt x="3893233" y="776398"/>
                  </a:lnTo>
                  <a:lnTo>
                    <a:pt x="3893326" y="776398"/>
                  </a:lnTo>
                  <a:lnTo>
                    <a:pt x="3893420" y="776398"/>
                  </a:lnTo>
                  <a:lnTo>
                    <a:pt x="3893513" y="776398"/>
                  </a:lnTo>
                  <a:lnTo>
                    <a:pt x="3893606" y="776398"/>
                  </a:lnTo>
                  <a:lnTo>
                    <a:pt x="3893699" y="776398"/>
                  </a:lnTo>
                  <a:lnTo>
                    <a:pt x="3893793" y="776398"/>
                  </a:lnTo>
                  <a:lnTo>
                    <a:pt x="3893886" y="776398"/>
                  </a:lnTo>
                  <a:lnTo>
                    <a:pt x="3893979" y="776398"/>
                  </a:lnTo>
                  <a:lnTo>
                    <a:pt x="3894072" y="776398"/>
                  </a:lnTo>
                  <a:lnTo>
                    <a:pt x="3894166" y="776398"/>
                  </a:lnTo>
                  <a:lnTo>
                    <a:pt x="3894259" y="776398"/>
                  </a:lnTo>
                  <a:lnTo>
                    <a:pt x="3894352" y="776398"/>
                  </a:lnTo>
                  <a:lnTo>
                    <a:pt x="3894445" y="776398"/>
                  </a:lnTo>
                  <a:lnTo>
                    <a:pt x="3894539" y="776398"/>
                  </a:lnTo>
                  <a:lnTo>
                    <a:pt x="3894632" y="776398"/>
                  </a:lnTo>
                  <a:lnTo>
                    <a:pt x="3894725" y="776398"/>
                  </a:lnTo>
                  <a:lnTo>
                    <a:pt x="3894818" y="776398"/>
                  </a:lnTo>
                  <a:lnTo>
                    <a:pt x="3894912" y="776398"/>
                  </a:lnTo>
                  <a:lnTo>
                    <a:pt x="3895005" y="776398"/>
                  </a:lnTo>
                  <a:lnTo>
                    <a:pt x="3895098" y="776398"/>
                  </a:lnTo>
                  <a:lnTo>
                    <a:pt x="3895191" y="776398"/>
                  </a:lnTo>
                  <a:lnTo>
                    <a:pt x="3895285" y="776398"/>
                  </a:lnTo>
                  <a:lnTo>
                    <a:pt x="3895378" y="776398"/>
                  </a:lnTo>
                  <a:lnTo>
                    <a:pt x="3895471" y="776398"/>
                  </a:lnTo>
                  <a:lnTo>
                    <a:pt x="3895564" y="776398"/>
                  </a:lnTo>
                  <a:lnTo>
                    <a:pt x="3895658" y="776398"/>
                  </a:lnTo>
                  <a:lnTo>
                    <a:pt x="3895751" y="776398"/>
                  </a:lnTo>
                  <a:lnTo>
                    <a:pt x="3895844" y="776398"/>
                  </a:lnTo>
                  <a:lnTo>
                    <a:pt x="3895937" y="776398"/>
                  </a:lnTo>
                  <a:lnTo>
                    <a:pt x="3896031" y="776398"/>
                  </a:lnTo>
                  <a:lnTo>
                    <a:pt x="3896124" y="776398"/>
                  </a:lnTo>
                  <a:lnTo>
                    <a:pt x="3896217" y="776398"/>
                  </a:lnTo>
                  <a:lnTo>
                    <a:pt x="3896310" y="776398"/>
                  </a:lnTo>
                  <a:lnTo>
                    <a:pt x="3896404" y="776398"/>
                  </a:lnTo>
                  <a:lnTo>
                    <a:pt x="3896497" y="776398"/>
                  </a:lnTo>
                  <a:lnTo>
                    <a:pt x="3896590" y="776398"/>
                  </a:lnTo>
                  <a:lnTo>
                    <a:pt x="3896683" y="776398"/>
                  </a:lnTo>
                  <a:lnTo>
                    <a:pt x="3896777" y="776398"/>
                  </a:lnTo>
                  <a:lnTo>
                    <a:pt x="3896870" y="776398"/>
                  </a:lnTo>
                  <a:lnTo>
                    <a:pt x="3896963" y="776398"/>
                  </a:lnTo>
                  <a:lnTo>
                    <a:pt x="3897056" y="776398"/>
                  </a:lnTo>
                  <a:lnTo>
                    <a:pt x="3897150" y="776398"/>
                  </a:lnTo>
                  <a:lnTo>
                    <a:pt x="3897243" y="776398"/>
                  </a:lnTo>
                  <a:lnTo>
                    <a:pt x="3897336" y="776398"/>
                  </a:lnTo>
                  <a:lnTo>
                    <a:pt x="3897429" y="776398"/>
                  </a:lnTo>
                  <a:lnTo>
                    <a:pt x="3897523" y="776398"/>
                  </a:lnTo>
                  <a:lnTo>
                    <a:pt x="3897616" y="776398"/>
                  </a:lnTo>
                  <a:lnTo>
                    <a:pt x="3897709" y="776398"/>
                  </a:lnTo>
                  <a:lnTo>
                    <a:pt x="3897802" y="776398"/>
                  </a:lnTo>
                  <a:lnTo>
                    <a:pt x="3897896" y="776398"/>
                  </a:lnTo>
                  <a:lnTo>
                    <a:pt x="3897989" y="776398"/>
                  </a:lnTo>
                  <a:lnTo>
                    <a:pt x="3898082" y="776398"/>
                  </a:lnTo>
                  <a:lnTo>
                    <a:pt x="3898175" y="776398"/>
                  </a:lnTo>
                  <a:lnTo>
                    <a:pt x="3898269" y="776398"/>
                  </a:lnTo>
                  <a:lnTo>
                    <a:pt x="3898362" y="776398"/>
                  </a:lnTo>
                  <a:lnTo>
                    <a:pt x="3898455" y="776398"/>
                  </a:lnTo>
                  <a:lnTo>
                    <a:pt x="3898548" y="776398"/>
                  </a:lnTo>
                  <a:lnTo>
                    <a:pt x="3898642" y="776398"/>
                  </a:lnTo>
                  <a:lnTo>
                    <a:pt x="3898735" y="776398"/>
                  </a:lnTo>
                  <a:lnTo>
                    <a:pt x="3898828" y="776398"/>
                  </a:lnTo>
                  <a:lnTo>
                    <a:pt x="3898921" y="776398"/>
                  </a:lnTo>
                  <a:lnTo>
                    <a:pt x="3899015" y="776398"/>
                  </a:lnTo>
                  <a:lnTo>
                    <a:pt x="3899108" y="776398"/>
                  </a:lnTo>
                  <a:lnTo>
                    <a:pt x="3899201" y="776398"/>
                  </a:lnTo>
                  <a:lnTo>
                    <a:pt x="3899294" y="776398"/>
                  </a:lnTo>
                  <a:lnTo>
                    <a:pt x="3899387" y="776398"/>
                  </a:lnTo>
                  <a:lnTo>
                    <a:pt x="3899481" y="776398"/>
                  </a:lnTo>
                  <a:lnTo>
                    <a:pt x="3899574" y="776398"/>
                  </a:lnTo>
                  <a:lnTo>
                    <a:pt x="3899667" y="776398"/>
                  </a:lnTo>
                  <a:lnTo>
                    <a:pt x="3899760" y="776398"/>
                  </a:lnTo>
                  <a:lnTo>
                    <a:pt x="3899854" y="776398"/>
                  </a:lnTo>
                  <a:lnTo>
                    <a:pt x="3899947" y="776398"/>
                  </a:lnTo>
                  <a:lnTo>
                    <a:pt x="3900040" y="776398"/>
                  </a:lnTo>
                  <a:lnTo>
                    <a:pt x="3900133" y="776398"/>
                  </a:lnTo>
                  <a:lnTo>
                    <a:pt x="3900227" y="776398"/>
                  </a:lnTo>
                  <a:lnTo>
                    <a:pt x="3900320" y="776398"/>
                  </a:lnTo>
                  <a:lnTo>
                    <a:pt x="3900413" y="776398"/>
                  </a:lnTo>
                  <a:lnTo>
                    <a:pt x="3900506" y="776398"/>
                  </a:lnTo>
                  <a:lnTo>
                    <a:pt x="3900600" y="776398"/>
                  </a:lnTo>
                  <a:lnTo>
                    <a:pt x="3900693" y="776398"/>
                  </a:lnTo>
                  <a:lnTo>
                    <a:pt x="3900786" y="776398"/>
                  </a:lnTo>
                  <a:lnTo>
                    <a:pt x="3900879" y="776398"/>
                  </a:lnTo>
                  <a:lnTo>
                    <a:pt x="3900973" y="776398"/>
                  </a:lnTo>
                  <a:lnTo>
                    <a:pt x="3901066" y="776398"/>
                  </a:lnTo>
                  <a:lnTo>
                    <a:pt x="3901159" y="776398"/>
                  </a:lnTo>
                  <a:lnTo>
                    <a:pt x="3901252" y="776398"/>
                  </a:lnTo>
                  <a:lnTo>
                    <a:pt x="3901346" y="776398"/>
                  </a:lnTo>
                  <a:lnTo>
                    <a:pt x="3901439" y="776398"/>
                  </a:lnTo>
                  <a:lnTo>
                    <a:pt x="3901532" y="776398"/>
                  </a:lnTo>
                  <a:lnTo>
                    <a:pt x="3901625" y="776398"/>
                  </a:lnTo>
                  <a:lnTo>
                    <a:pt x="3901719" y="776398"/>
                  </a:lnTo>
                  <a:lnTo>
                    <a:pt x="3901812" y="776398"/>
                  </a:lnTo>
                  <a:lnTo>
                    <a:pt x="3901905" y="776398"/>
                  </a:lnTo>
                  <a:lnTo>
                    <a:pt x="3901998" y="776398"/>
                  </a:lnTo>
                  <a:lnTo>
                    <a:pt x="3902092" y="776398"/>
                  </a:lnTo>
                  <a:lnTo>
                    <a:pt x="3902185" y="776398"/>
                  </a:lnTo>
                  <a:lnTo>
                    <a:pt x="3902278" y="776398"/>
                  </a:lnTo>
                  <a:lnTo>
                    <a:pt x="3902371" y="776398"/>
                  </a:lnTo>
                  <a:lnTo>
                    <a:pt x="3902465" y="776398"/>
                  </a:lnTo>
                  <a:lnTo>
                    <a:pt x="3902558" y="776398"/>
                  </a:lnTo>
                  <a:lnTo>
                    <a:pt x="3902651" y="776398"/>
                  </a:lnTo>
                  <a:lnTo>
                    <a:pt x="3902744" y="776398"/>
                  </a:lnTo>
                  <a:lnTo>
                    <a:pt x="3902838" y="776398"/>
                  </a:lnTo>
                  <a:lnTo>
                    <a:pt x="3902931" y="776398"/>
                  </a:lnTo>
                  <a:lnTo>
                    <a:pt x="3903024" y="776398"/>
                  </a:lnTo>
                  <a:lnTo>
                    <a:pt x="3903117" y="776398"/>
                  </a:lnTo>
                  <a:lnTo>
                    <a:pt x="3903211" y="776398"/>
                  </a:lnTo>
                  <a:lnTo>
                    <a:pt x="3903304" y="776398"/>
                  </a:lnTo>
                  <a:lnTo>
                    <a:pt x="3903397" y="776398"/>
                  </a:lnTo>
                  <a:lnTo>
                    <a:pt x="3903490" y="776398"/>
                  </a:lnTo>
                  <a:lnTo>
                    <a:pt x="3903584" y="776398"/>
                  </a:lnTo>
                  <a:lnTo>
                    <a:pt x="3903677" y="776398"/>
                  </a:lnTo>
                  <a:lnTo>
                    <a:pt x="3903770" y="776398"/>
                  </a:lnTo>
                  <a:lnTo>
                    <a:pt x="3903863" y="776398"/>
                  </a:lnTo>
                  <a:lnTo>
                    <a:pt x="3903957" y="776398"/>
                  </a:lnTo>
                  <a:lnTo>
                    <a:pt x="3904050" y="776398"/>
                  </a:lnTo>
                  <a:lnTo>
                    <a:pt x="3904143" y="776398"/>
                  </a:lnTo>
                  <a:lnTo>
                    <a:pt x="3904236" y="776398"/>
                  </a:lnTo>
                  <a:lnTo>
                    <a:pt x="3904330" y="776398"/>
                  </a:lnTo>
                  <a:lnTo>
                    <a:pt x="3904423" y="776398"/>
                  </a:lnTo>
                  <a:lnTo>
                    <a:pt x="3904516" y="776398"/>
                  </a:lnTo>
                  <a:lnTo>
                    <a:pt x="3904609" y="776398"/>
                  </a:lnTo>
                  <a:lnTo>
                    <a:pt x="3904703" y="776398"/>
                  </a:lnTo>
                  <a:lnTo>
                    <a:pt x="3904703" y="766444"/>
                  </a:lnTo>
                  <a:lnTo>
                    <a:pt x="3904796" y="766444"/>
                  </a:lnTo>
                  <a:lnTo>
                    <a:pt x="3904889" y="766444"/>
                  </a:lnTo>
                  <a:lnTo>
                    <a:pt x="3904982" y="766444"/>
                  </a:lnTo>
                  <a:lnTo>
                    <a:pt x="3905076" y="766444"/>
                  </a:lnTo>
                  <a:lnTo>
                    <a:pt x="3905169" y="766444"/>
                  </a:lnTo>
                  <a:lnTo>
                    <a:pt x="3905262" y="766444"/>
                  </a:lnTo>
                  <a:lnTo>
                    <a:pt x="3905355" y="766444"/>
                  </a:lnTo>
                  <a:lnTo>
                    <a:pt x="3905449" y="766444"/>
                  </a:lnTo>
                  <a:lnTo>
                    <a:pt x="3905542" y="766444"/>
                  </a:lnTo>
                  <a:lnTo>
                    <a:pt x="3905635" y="766444"/>
                  </a:lnTo>
                  <a:lnTo>
                    <a:pt x="3905728" y="766444"/>
                  </a:lnTo>
                  <a:lnTo>
                    <a:pt x="3905822" y="766444"/>
                  </a:lnTo>
                  <a:lnTo>
                    <a:pt x="3905915" y="766444"/>
                  </a:lnTo>
                  <a:lnTo>
                    <a:pt x="3906008" y="766444"/>
                  </a:lnTo>
                  <a:lnTo>
                    <a:pt x="3906101" y="766444"/>
                  </a:lnTo>
                  <a:lnTo>
                    <a:pt x="3906194" y="766444"/>
                  </a:lnTo>
                  <a:lnTo>
                    <a:pt x="3906288" y="766444"/>
                  </a:lnTo>
                  <a:lnTo>
                    <a:pt x="3906381" y="766444"/>
                  </a:lnTo>
                  <a:lnTo>
                    <a:pt x="3906474" y="766444"/>
                  </a:lnTo>
                  <a:lnTo>
                    <a:pt x="3906567" y="766444"/>
                  </a:lnTo>
                  <a:lnTo>
                    <a:pt x="3906661" y="766444"/>
                  </a:lnTo>
                  <a:lnTo>
                    <a:pt x="3906754" y="766444"/>
                  </a:lnTo>
                  <a:lnTo>
                    <a:pt x="3906847" y="766444"/>
                  </a:lnTo>
                  <a:lnTo>
                    <a:pt x="3906940" y="766444"/>
                  </a:lnTo>
                  <a:lnTo>
                    <a:pt x="3907034" y="766444"/>
                  </a:lnTo>
                  <a:lnTo>
                    <a:pt x="3907127" y="766444"/>
                  </a:lnTo>
                  <a:lnTo>
                    <a:pt x="3907220" y="766444"/>
                  </a:lnTo>
                  <a:lnTo>
                    <a:pt x="3907313" y="766444"/>
                  </a:lnTo>
                  <a:lnTo>
                    <a:pt x="3907407" y="766444"/>
                  </a:lnTo>
                  <a:lnTo>
                    <a:pt x="3907500" y="766444"/>
                  </a:lnTo>
                  <a:lnTo>
                    <a:pt x="3907593" y="766444"/>
                  </a:lnTo>
                  <a:lnTo>
                    <a:pt x="3907686" y="766444"/>
                  </a:lnTo>
                  <a:lnTo>
                    <a:pt x="3907780" y="766444"/>
                  </a:lnTo>
                  <a:lnTo>
                    <a:pt x="3907873" y="766444"/>
                  </a:lnTo>
                  <a:lnTo>
                    <a:pt x="3907966" y="766444"/>
                  </a:lnTo>
                  <a:lnTo>
                    <a:pt x="3908059" y="766444"/>
                  </a:lnTo>
                  <a:lnTo>
                    <a:pt x="3908153" y="766444"/>
                  </a:lnTo>
                  <a:lnTo>
                    <a:pt x="3908246" y="766444"/>
                  </a:lnTo>
                  <a:lnTo>
                    <a:pt x="3908339" y="766444"/>
                  </a:lnTo>
                  <a:lnTo>
                    <a:pt x="3908432" y="766444"/>
                  </a:lnTo>
                  <a:lnTo>
                    <a:pt x="3908526" y="766444"/>
                  </a:lnTo>
                  <a:lnTo>
                    <a:pt x="3908619" y="766444"/>
                  </a:lnTo>
                  <a:lnTo>
                    <a:pt x="3908712" y="766444"/>
                  </a:lnTo>
                  <a:lnTo>
                    <a:pt x="3908805" y="766444"/>
                  </a:lnTo>
                  <a:lnTo>
                    <a:pt x="3908899" y="766444"/>
                  </a:lnTo>
                  <a:lnTo>
                    <a:pt x="3908992" y="766444"/>
                  </a:lnTo>
                  <a:lnTo>
                    <a:pt x="3909085" y="766444"/>
                  </a:lnTo>
                  <a:lnTo>
                    <a:pt x="3909178" y="766444"/>
                  </a:lnTo>
                  <a:lnTo>
                    <a:pt x="3909272" y="766444"/>
                  </a:lnTo>
                  <a:lnTo>
                    <a:pt x="3909365" y="766444"/>
                  </a:lnTo>
                  <a:lnTo>
                    <a:pt x="3909458" y="766444"/>
                  </a:lnTo>
                  <a:lnTo>
                    <a:pt x="3909551" y="766444"/>
                  </a:lnTo>
                  <a:lnTo>
                    <a:pt x="3909645" y="766444"/>
                  </a:lnTo>
                  <a:lnTo>
                    <a:pt x="3909738" y="766444"/>
                  </a:lnTo>
                  <a:lnTo>
                    <a:pt x="3909831" y="766444"/>
                  </a:lnTo>
                  <a:lnTo>
                    <a:pt x="3909924" y="766444"/>
                  </a:lnTo>
                  <a:lnTo>
                    <a:pt x="3910018" y="766444"/>
                  </a:lnTo>
                  <a:lnTo>
                    <a:pt x="3910111" y="766444"/>
                  </a:lnTo>
                  <a:lnTo>
                    <a:pt x="3910204" y="766444"/>
                  </a:lnTo>
                  <a:lnTo>
                    <a:pt x="3910297" y="766444"/>
                  </a:lnTo>
                  <a:lnTo>
                    <a:pt x="3910391" y="766444"/>
                  </a:lnTo>
                  <a:lnTo>
                    <a:pt x="3910484" y="766444"/>
                  </a:lnTo>
                  <a:lnTo>
                    <a:pt x="3910577" y="766444"/>
                  </a:lnTo>
                  <a:lnTo>
                    <a:pt x="3910670" y="766444"/>
                  </a:lnTo>
                  <a:lnTo>
                    <a:pt x="3910764" y="766444"/>
                  </a:lnTo>
                  <a:lnTo>
                    <a:pt x="3910857" y="766444"/>
                  </a:lnTo>
                  <a:lnTo>
                    <a:pt x="3910950" y="766444"/>
                  </a:lnTo>
                  <a:lnTo>
                    <a:pt x="3911043" y="766444"/>
                  </a:lnTo>
                  <a:lnTo>
                    <a:pt x="3911137" y="766444"/>
                  </a:lnTo>
                  <a:lnTo>
                    <a:pt x="3911230" y="766444"/>
                  </a:lnTo>
                  <a:lnTo>
                    <a:pt x="3911323" y="766444"/>
                  </a:lnTo>
                  <a:lnTo>
                    <a:pt x="3911416" y="766444"/>
                  </a:lnTo>
                  <a:lnTo>
                    <a:pt x="3911510" y="766444"/>
                  </a:lnTo>
                  <a:lnTo>
                    <a:pt x="3911603" y="766444"/>
                  </a:lnTo>
                  <a:lnTo>
                    <a:pt x="3911696" y="766444"/>
                  </a:lnTo>
                  <a:lnTo>
                    <a:pt x="3911789" y="766444"/>
                  </a:lnTo>
                  <a:lnTo>
                    <a:pt x="3911883" y="766444"/>
                  </a:lnTo>
                  <a:lnTo>
                    <a:pt x="3911976" y="766444"/>
                  </a:lnTo>
                  <a:lnTo>
                    <a:pt x="3912069" y="766444"/>
                  </a:lnTo>
                  <a:lnTo>
                    <a:pt x="3912162" y="766444"/>
                  </a:lnTo>
                  <a:lnTo>
                    <a:pt x="3912256" y="766444"/>
                  </a:lnTo>
                  <a:lnTo>
                    <a:pt x="3912349" y="766444"/>
                  </a:lnTo>
                  <a:lnTo>
                    <a:pt x="3912442" y="766444"/>
                  </a:lnTo>
                  <a:lnTo>
                    <a:pt x="3912535" y="766444"/>
                  </a:lnTo>
                  <a:lnTo>
                    <a:pt x="3912629" y="766444"/>
                  </a:lnTo>
                  <a:lnTo>
                    <a:pt x="3912722" y="766444"/>
                  </a:lnTo>
                  <a:lnTo>
                    <a:pt x="3912815" y="766444"/>
                  </a:lnTo>
                  <a:lnTo>
                    <a:pt x="3912908" y="766444"/>
                  </a:lnTo>
                  <a:lnTo>
                    <a:pt x="3913001" y="766444"/>
                  </a:lnTo>
                  <a:lnTo>
                    <a:pt x="3913095" y="766444"/>
                  </a:lnTo>
                  <a:lnTo>
                    <a:pt x="3913188" y="766444"/>
                  </a:lnTo>
                  <a:lnTo>
                    <a:pt x="3913281" y="766444"/>
                  </a:lnTo>
                  <a:lnTo>
                    <a:pt x="3913374" y="766444"/>
                  </a:lnTo>
                  <a:lnTo>
                    <a:pt x="3913468" y="766444"/>
                  </a:lnTo>
                  <a:lnTo>
                    <a:pt x="3913561" y="766444"/>
                  </a:lnTo>
                  <a:lnTo>
                    <a:pt x="3913654" y="766444"/>
                  </a:lnTo>
                  <a:lnTo>
                    <a:pt x="3913747" y="766444"/>
                  </a:lnTo>
                  <a:lnTo>
                    <a:pt x="3913841" y="766444"/>
                  </a:lnTo>
                  <a:lnTo>
                    <a:pt x="3913934" y="766444"/>
                  </a:lnTo>
                  <a:lnTo>
                    <a:pt x="3914027" y="766444"/>
                  </a:lnTo>
                  <a:lnTo>
                    <a:pt x="3914120" y="766444"/>
                  </a:lnTo>
                  <a:lnTo>
                    <a:pt x="3914214" y="766444"/>
                  </a:lnTo>
                  <a:lnTo>
                    <a:pt x="3914307" y="766444"/>
                  </a:lnTo>
                  <a:lnTo>
                    <a:pt x="3914400" y="766444"/>
                  </a:lnTo>
                  <a:lnTo>
                    <a:pt x="3914493" y="766444"/>
                  </a:lnTo>
                  <a:lnTo>
                    <a:pt x="3914587" y="766444"/>
                  </a:lnTo>
                  <a:lnTo>
                    <a:pt x="3914680" y="766444"/>
                  </a:lnTo>
                  <a:lnTo>
                    <a:pt x="3914773" y="766444"/>
                  </a:lnTo>
                  <a:lnTo>
                    <a:pt x="3914866" y="766444"/>
                  </a:lnTo>
                  <a:lnTo>
                    <a:pt x="3914960" y="766444"/>
                  </a:lnTo>
                  <a:lnTo>
                    <a:pt x="3915053" y="766444"/>
                  </a:lnTo>
                  <a:lnTo>
                    <a:pt x="3915146" y="766444"/>
                  </a:lnTo>
                  <a:lnTo>
                    <a:pt x="3915239" y="766444"/>
                  </a:lnTo>
                  <a:lnTo>
                    <a:pt x="3915239" y="756490"/>
                  </a:lnTo>
                  <a:lnTo>
                    <a:pt x="3915333" y="756490"/>
                  </a:lnTo>
                  <a:lnTo>
                    <a:pt x="3915426" y="756490"/>
                  </a:lnTo>
                  <a:lnTo>
                    <a:pt x="3915519" y="756490"/>
                  </a:lnTo>
                  <a:lnTo>
                    <a:pt x="3915612" y="756490"/>
                  </a:lnTo>
                  <a:lnTo>
                    <a:pt x="3915706" y="756490"/>
                  </a:lnTo>
                  <a:lnTo>
                    <a:pt x="3915799" y="756490"/>
                  </a:lnTo>
                  <a:lnTo>
                    <a:pt x="3915799" y="746536"/>
                  </a:lnTo>
                  <a:lnTo>
                    <a:pt x="3915892" y="746536"/>
                  </a:lnTo>
                  <a:lnTo>
                    <a:pt x="3915985" y="746536"/>
                  </a:lnTo>
                  <a:lnTo>
                    <a:pt x="3916079" y="746536"/>
                  </a:lnTo>
                  <a:lnTo>
                    <a:pt x="3916172" y="746536"/>
                  </a:lnTo>
                  <a:lnTo>
                    <a:pt x="3916265" y="746536"/>
                  </a:lnTo>
                  <a:lnTo>
                    <a:pt x="3916358" y="746536"/>
                  </a:lnTo>
                  <a:lnTo>
                    <a:pt x="3916452" y="746536"/>
                  </a:lnTo>
                  <a:lnTo>
                    <a:pt x="3916545" y="746536"/>
                  </a:lnTo>
                  <a:lnTo>
                    <a:pt x="3916638" y="746536"/>
                  </a:lnTo>
                  <a:lnTo>
                    <a:pt x="3916731" y="746536"/>
                  </a:lnTo>
                  <a:lnTo>
                    <a:pt x="3916825" y="746536"/>
                  </a:lnTo>
                  <a:lnTo>
                    <a:pt x="3916918" y="746536"/>
                  </a:lnTo>
                  <a:lnTo>
                    <a:pt x="3917011" y="746536"/>
                  </a:lnTo>
                  <a:lnTo>
                    <a:pt x="3917104" y="746536"/>
                  </a:lnTo>
                  <a:lnTo>
                    <a:pt x="3917198" y="746536"/>
                  </a:lnTo>
                  <a:lnTo>
                    <a:pt x="3917291" y="746536"/>
                  </a:lnTo>
                  <a:lnTo>
                    <a:pt x="3917384" y="746536"/>
                  </a:lnTo>
                  <a:lnTo>
                    <a:pt x="3917477" y="746536"/>
                  </a:lnTo>
                  <a:lnTo>
                    <a:pt x="3917571" y="746536"/>
                  </a:lnTo>
                  <a:lnTo>
                    <a:pt x="3917664" y="746536"/>
                  </a:lnTo>
                  <a:lnTo>
                    <a:pt x="3917757" y="746536"/>
                  </a:lnTo>
                  <a:lnTo>
                    <a:pt x="3917850" y="746536"/>
                  </a:lnTo>
                  <a:lnTo>
                    <a:pt x="3917944" y="746536"/>
                  </a:lnTo>
                  <a:lnTo>
                    <a:pt x="3918037" y="746536"/>
                  </a:lnTo>
                  <a:lnTo>
                    <a:pt x="3918130" y="746536"/>
                  </a:lnTo>
                  <a:lnTo>
                    <a:pt x="3918223" y="746536"/>
                  </a:lnTo>
                  <a:lnTo>
                    <a:pt x="3918317" y="746536"/>
                  </a:lnTo>
                  <a:lnTo>
                    <a:pt x="3918410" y="746536"/>
                  </a:lnTo>
                  <a:lnTo>
                    <a:pt x="3918503" y="746536"/>
                  </a:lnTo>
                  <a:lnTo>
                    <a:pt x="3918596" y="746536"/>
                  </a:lnTo>
                  <a:lnTo>
                    <a:pt x="3918690" y="746536"/>
                  </a:lnTo>
                  <a:lnTo>
                    <a:pt x="3918783" y="746536"/>
                  </a:lnTo>
                  <a:lnTo>
                    <a:pt x="3918876" y="746536"/>
                  </a:lnTo>
                  <a:lnTo>
                    <a:pt x="3918969" y="746536"/>
                  </a:lnTo>
                  <a:lnTo>
                    <a:pt x="3919063" y="746536"/>
                  </a:lnTo>
                  <a:lnTo>
                    <a:pt x="3919156" y="746536"/>
                  </a:lnTo>
                  <a:lnTo>
                    <a:pt x="3919249" y="746536"/>
                  </a:lnTo>
                  <a:lnTo>
                    <a:pt x="3919342" y="746536"/>
                  </a:lnTo>
                  <a:lnTo>
                    <a:pt x="3919436" y="746536"/>
                  </a:lnTo>
                  <a:lnTo>
                    <a:pt x="3919529" y="746536"/>
                  </a:lnTo>
                  <a:lnTo>
                    <a:pt x="3919622" y="746536"/>
                  </a:lnTo>
                  <a:lnTo>
                    <a:pt x="3919715" y="746536"/>
                  </a:lnTo>
                  <a:lnTo>
                    <a:pt x="3919809" y="746536"/>
                  </a:lnTo>
                  <a:lnTo>
                    <a:pt x="3919902" y="746536"/>
                  </a:lnTo>
                  <a:lnTo>
                    <a:pt x="3919995" y="746536"/>
                  </a:lnTo>
                  <a:lnTo>
                    <a:pt x="3920088" y="746536"/>
                  </a:lnTo>
                  <a:lnTo>
                    <a:pt x="3920181" y="746536"/>
                  </a:lnTo>
                  <a:lnTo>
                    <a:pt x="3920275" y="746536"/>
                  </a:lnTo>
                  <a:lnTo>
                    <a:pt x="3920368" y="746536"/>
                  </a:lnTo>
                  <a:lnTo>
                    <a:pt x="3920461" y="746536"/>
                  </a:lnTo>
                  <a:lnTo>
                    <a:pt x="3920554" y="746536"/>
                  </a:lnTo>
                  <a:lnTo>
                    <a:pt x="3920648" y="746536"/>
                  </a:lnTo>
                  <a:lnTo>
                    <a:pt x="3920741" y="746536"/>
                  </a:lnTo>
                  <a:lnTo>
                    <a:pt x="3920834" y="746536"/>
                  </a:lnTo>
                  <a:lnTo>
                    <a:pt x="3920927" y="746536"/>
                  </a:lnTo>
                  <a:lnTo>
                    <a:pt x="3921021" y="746536"/>
                  </a:lnTo>
                  <a:lnTo>
                    <a:pt x="3921114" y="746536"/>
                  </a:lnTo>
                  <a:lnTo>
                    <a:pt x="3921207" y="746536"/>
                  </a:lnTo>
                  <a:lnTo>
                    <a:pt x="3921300" y="746536"/>
                  </a:lnTo>
                  <a:lnTo>
                    <a:pt x="3921394" y="746536"/>
                  </a:lnTo>
                  <a:lnTo>
                    <a:pt x="3921487" y="746536"/>
                  </a:lnTo>
                  <a:lnTo>
                    <a:pt x="3921580" y="746536"/>
                  </a:lnTo>
                  <a:lnTo>
                    <a:pt x="3921673" y="746536"/>
                  </a:lnTo>
                  <a:lnTo>
                    <a:pt x="3921767" y="746536"/>
                  </a:lnTo>
                  <a:lnTo>
                    <a:pt x="3921860" y="746536"/>
                  </a:lnTo>
                  <a:lnTo>
                    <a:pt x="3921953" y="746536"/>
                  </a:lnTo>
                  <a:lnTo>
                    <a:pt x="3922046" y="746536"/>
                  </a:lnTo>
                  <a:lnTo>
                    <a:pt x="3922140" y="746536"/>
                  </a:lnTo>
                  <a:lnTo>
                    <a:pt x="3922233" y="746536"/>
                  </a:lnTo>
                  <a:lnTo>
                    <a:pt x="3922326" y="746536"/>
                  </a:lnTo>
                  <a:lnTo>
                    <a:pt x="3922419" y="746536"/>
                  </a:lnTo>
                  <a:lnTo>
                    <a:pt x="3922513" y="746536"/>
                  </a:lnTo>
                  <a:lnTo>
                    <a:pt x="3922606" y="746536"/>
                  </a:lnTo>
                  <a:lnTo>
                    <a:pt x="3922699" y="746536"/>
                  </a:lnTo>
                  <a:lnTo>
                    <a:pt x="3922792" y="746536"/>
                  </a:lnTo>
                  <a:lnTo>
                    <a:pt x="3922886" y="746536"/>
                  </a:lnTo>
                  <a:lnTo>
                    <a:pt x="3922979" y="746536"/>
                  </a:lnTo>
                  <a:lnTo>
                    <a:pt x="3923072" y="746536"/>
                  </a:lnTo>
                  <a:lnTo>
                    <a:pt x="3923165" y="746536"/>
                  </a:lnTo>
                  <a:lnTo>
                    <a:pt x="3923259" y="746536"/>
                  </a:lnTo>
                  <a:lnTo>
                    <a:pt x="3923352" y="746536"/>
                  </a:lnTo>
                  <a:lnTo>
                    <a:pt x="3923445" y="746536"/>
                  </a:lnTo>
                  <a:lnTo>
                    <a:pt x="3923538" y="746536"/>
                  </a:lnTo>
                  <a:lnTo>
                    <a:pt x="3923632" y="746536"/>
                  </a:lnTo>
                  <a:lnTo>
                    <a:pt x="3923725" y="746536"/>
                  </a:lnTo>
                  <a:lnTo>
                    <a:pt x="3923818" y="746536"/>
                  </a:lnTo>
                  <a:lnTo>
                    <a:pt x="3923911" y="746536"/>
                  </a:lnTo>
                  <a:lnTo>
                    <a:pt x="3924005" y="746536"/>
                  </a:lnTo>
                  <a:lnTo>
                    <a:pt x="3924098" y="746536"/>
                  </a:lnTo>
                  <a:lnTo>
                    <a:pt x="3924191" y="746536"/>
                  </a:lnTo>
                  <a:lnTo>
                    <a:pt x="3924284" y="746536"/>
                  </a:lnTo>
                  <a:lnTo>
                    <a:pt x="3924378" y="746536"/>
                  </a:lnTo>
                  <a:lnTo>
                    <a:pt x="3924471" y="746536"/>
                  </a:lnTo>
                  <a:lnTo>
                    <a:pt x="3924564" y="746536"/>
                  </a:lnTo>
                  <a:lnTo>
                    <a:pt x="3924657" y="746536"/>
                  </a:lnTo>
                  <a:lnTo>
                    <a:pt x="3924751" y="746536"/>
                  </a:lnTo>
                  <a:lnTo>
                    <a:pt x="3924844" y="746536"/>
                  </a:lnTo>
                  <a:lnTo>
                    <a:pt x="3924937" y="746536"/>
                  </a:lnTo>
                  <a:lnTo>
                    <a:pt x="3925030" y="746536"/>
                  </a:lnTo>
                  <a:lnTo>
                    <a:pt x="3925124" y="746536"/>
                  </a:lnTo>
                  <a:lnTo>
                    <a:pt x="3925217" y="746536"/>
                  </a:lnTo>
                  <a:lnTo>
                    <a:pt x="3925310" y="746536"/>
                  </a:lnTo>
                  <a:lnTo>
                    <a:pt x="3925403" y="746536"/>
                  </a:lnTo>
                  <a:lnTo>
                    <a:pt x="3925497" y="746536"/>
                  </a:lnTo>
                  <a:lnTo>
                    <a:pt x="3925590" y="746536"/>
                  </a:lnTo>
                  <a:lnTo>
                    <a:pt x="3925683" y="746536"/>
                  </a:lnTo>
                  <a:lnTo>
                    <a:pt x="3925776" y="746536"/>
                  </a:lnTo>
                  <a:lnTo>
                    <a:pt x="3925870" y="746536"/>
                  </a:lnTo>
                  <a:lnTo>
                    <a:pt x="3925963" y="746536"/>
                  </a:lnTo>
                  <a:lnTo>
                    <a:pt x="3926056" y="746536"/>
                  </a:lnTo>
                  <a:lnTo>
                    <a:pt x="3926149" y="746536"/>
                  </a:lnTo>
                  <a:lnTo>
                    <a:pt x="3926243" y="746536"/>
                  </a:lnTo>
                  <a:lnTo>
                    <a:pt x="3926336" y="746536"/>
                  </a:lnTo>
                  <a:lnTo>
                    <a:pt x="3926429" y="746536"/>
                  </a:lnTo>
                  <a:lnTo>
                    <a:pt x="3926522" y="746536"/>
                  </a:lnTo>
                  <a:lnTo>
                    <a:pt x="3926616" y="746536"/>
                  </a:lnTo>
                  <a:lnTo>
                    <a:pt x="3926709" y="746536"/>
                  </a:lnTo>
                  <a:lnTo>
                    <a:pt x="3926802" y="746536"/>
                  </a:lnTo>
                  <a:lnTo>
                    <a:pt x="3926895" y="746536"/>
                  </a:lnTo>
                  <a:lnTo>
                    <a:pt x="3926988" y="746536"/>
                  </a:lnTo>
                  <a:lnTo>
                    <a:pt x="3927082" y="746536"/>
                  </a:lnTo>
                  <a:lnTo>
                    <a:pt x="3927175" y="746536"/>
                  </a:lnTo>
                  <a:lnTo>
                    <a:pt x="3927268" y="746536"/>
                  </a:lnTo>
                  <a:lnTo>
                    <a:pt x="3927361" y="746536"/>
                  </a:lnTo>
                  <a:lnTo>
                    <a:pt x="3927455" y="746536"/>
                  </a:lnTo>
                  <a:lnTo>
                    <a:pt x="3927548" y="746536"/>
                  </a:lnTo>
                  <a:lnTo>
                    <a:pt x="3927641" y="746536"/>
                  </a:lnTo>
                  <a:lnTo>
                    <a:pt x="3927734" y="746536"/>
                  </a:lnTo>
                  <a:lnTo>
                    <a:pt x="3927828" y="746536"/>
                  </a:lnTo>
                  <a:lnTo>
                    <a:pt x="3927921" y="746536"/>
                  </a:lnTo>
                  <a:lnTo>
                    <a:pt x="3928014" y="746536"/>
                  </a:lnTo>
                  <a:lnTo>
                    <a:pt x="3928107" y="746536"/>
                  </a:lnTo>
                  <a:lnTo>
                    <a:pt x="3928201" y="746536"/>
                  </a:lnTo>
                  <a:lnTo>
                    <a:pt x="3928294" y="746536"/>
                  </a:lnTo>
                  <a:lnTo>
                    <a:pt x="3928387" y="746536"/>
                  </a:lnTo>
                  <a:lnTo>
                    <a:pt x="3928480" y="746536"/>
                  </a:lnTo>
                  <a:lnTo>
                    <a:pt x="3928480" y="736582"/>
                  </a:lnTo>
                  <a:lnTo>
                    <a:pt x="3928574" y="736582"/>
                  </a:lnTo>
                  <a:lnTo>
                    <a:pt x="3928667" y="736582"/>
                  </a:lnTo>
                  <a:lnTo>
                    <a:pt x="3928760" y="736582"/>
                  </a:lnTo>
                  <a:lnTo>
                    <a:pt x="3928853" y="736582"/>
                  </a:lnTo>
                  <a:lnTo>
                    <a:pt x="3928947" y="736582"/>
                  </a:lnTo>
                  <a:lnTo>
                    <a:pt x="3929040" y="736582"/>
                  </a:lnTo>
                  <a:lnTo>
                    <a:pt x="3929133" y="736582"/>
                  </a:lnTo>
                  <a:lnTo>
                    <a:pt x="3929226" y="736582"/>
                  </a:lnTo>
                  <a:lnTo>
                    <a:pt x="3929320" y="736582"/>
                  </a:lnTo>
                  <a:lnTo>
                    <a:pt x="3929413" y="736582"/>
                  </a:lnTo>
                  <a:lnTo>
                    <a:pt x="3929506" y="736582"/>
                  </a:lnTo>
                  <a:lnTo>
                    <a:pt x="3929599" y="736582"/>
                  </a:lnTo>
                  <a:lnTo>
                    <a:pt x="3929693" y="736582"/>
                  </a:lnTo>
                  <a:lnTo>
                    <a:pt x="3929786" y="736582"/>
                  </a:lnTo>
                  <a:lnTo>
                    <a:pt x="3929879" y="736582"/>
                  </a:lnTo>
                  <a:lnTo>
                    <a:pt x="3929972" y="736582"/>
                  </a:lnTo>
                  <a:lnTo>
                    <a:pt x="3930066" y="736582"/>
                  </a:lnTo>
                  <a:lnTo>
                    <a:pt x="3930159" y="736582"/>
                  </a:lnTo>
                  <a:lnTo>
                    <a:pt x="3930252" y="736582"/>
                  </a:lnTo>
                  <a:lnTo>
                    <a:pt x="3930345" y="736582"/>
                  </a:lnTo>
                  <a:lnTo>
                    <a:pt x="3930439" y="736582"/>
                  </a:lnTo>
                  <a:lnTo>
                    <a:pt x="3930532" y="736582"/>
                  </a:lnTo>
                  <a:lnTo>
                    <a:pt x="3930625" y="736582"/>
                  </a:lnTo>
                  <a:lnTo>
                    <a:pt x="3930718" y="736582"/>
                  </a:lnTo>
                  <a:lnTo>
                    <a:pt x="3930812" y="736582"/>
                  </a:lnTo>
                  <a:lnTo>
                    <a:pt x="3930905" y="736582"/>
                  </a:lnTo>
                  <a:lnTo>
                    <a:pt x="3930998" y="736582"/>
                  </a:lnTo>
                  <a:lnTo>
                    <a:pt x="3931091" y="736582"/>
                  </a:lnTo>
                  <a:lnTo>
                    <a:pt x="3931185" y="736582"/>
                  </a:lnTo>
                  <a:lnTo>
                    <a:pt x="3931278" y="736582"/>
                  </a:lnTo>
                  <a:lnTo>
                    <a:pt x="3931371" y="736582"/>
                  </a:lnTo>
                  <a:lnTo>
                    <a:pt x="3931464" y="736582"/>
                  </a:lnTo>
                  <a:lnTo>
                    <a:pt x="3931558" y="736582"/>
                  </a:lnTo>
                  <a:lnTo>
                    <a:pt x="3931651" y="736582"/>
                  </a:lnTo>
                  <a:lnTo>
                    <a:pt x="3931744" y="736582"/>
                  </a:lnTo>
                  <a:lnTo>
                    <a:pt x="3931837" y="736582"/>
                  </a:lnTo>
                  <a:lnTo>
                    <a:pt x="3931931" y="736582"/>
                  </a:lnTo>
                  <a:lnTo>
                    <a:pt x="3932024" y="736582"/>
                  </a:lnTo>
                  <a:lnTo>
                    <a:pt x="3932117" y="736582"/>
                  </a:lnTo>
                  <a:lnTo>
                    <a:pt x="3932210" y="736582"/>
                  </a:lnTo>
                  <a:lnTo>
                    <a:pt x="3932304" y="736582"/>
                  </a:lnTo>
                  <a:lnTo>
                    <a:pt x="3932397" y="736582"/>
                  </a:lnTo>
                  <a:lnTo>
                    <a:pt x="3932490" y="736582"/>
                  </a:lnTo>
                  <a:lnTo>
                    <a:pt x="3932583" y="736582"/>
                  </a:lnTo>
                  <a:lnTo>
                    <a:pt x="3932677" y="736582"/>
                  </a:lnTo>
                  <a:lnTo>
                    <a:pt x="3932770" y="736582"/>
                  </a:lnTo>
                  <a:lnTo>
                    <a:pt x="3932863" y="736582"/>
                  </a:lnTo>
                  <a:lnTo>
                    <a:pt x="3932956" y="736582"/>
                  </a:lnTo>
                  <a:lnTo>
                    <a:pt x="3933050" y="736582"/>
                  </a:lnTo>
                  <a:lnTo>
                    <a:pt x="3933143" y="736582"/>
                  </a:lnTo>
                  <a:lnTo>
                    <a:pt x="3933236" y="736582"/>
                  </a:lnTo>
                  <a:lnTo>
                    <a:pt x="3933329" y="736582"/>
                  </a:lnTo>
                  <a:lnTo>
                    <a:pt x="3933423" y="736582"/>
                  </a:lnTo>
                  <a:lnTo>
                    <a:pt x="3933516" y="736582"/>
                  </a:lnTo>
                  <a:lnTo>
                    <a:pt x="3933609" y="736582"/>
                  </a:lnTo>
                  <a:lnTo>
                    <a:pt x="3933702" y="736582"/>
                  </a:lnTo>
                  <a:lnTo>
                    <a:pt x="3933795" y="736582"/>
                  </a:lnTo>
                  <a:lnTo>
                    <a:pt x="3933889" y="736582"/>
                  </a:lnTo>
                  <a:lnTo>
                    <a:pt x="3933982" y="736582"/>
                  </a:lnTo>
                  <a:lnTo>
                    <a:pt x="3934075" y="736582"/>
                  </a:lnTo>
                  <a:lnTo>
                    <a:pt x="3934168" y="736582"/>
                  </a:lnTo>
                  <a:lnTo>
                    <a:pt x="3934262" y="736582"/>
                  </a:lnTo>
                  <a:lnTo>
                    <a:pt x="3934355" y="736582"/>
                  </a:lnTo>
                  <a:lnTo>
                    <a:pt x="3934448" y="736582"/>
                  </a:lnTo>
                  <a:lnTo>
                    <a:pt x="3934541" y="736582"/>
                  </a:lnTo>
                  <a:lnTo>
                    <a:pt x="3934635" y="736582"/>
                  </a:lnTo>
                  <a:lnTo>
                    <a:pt x="3934728" y="736582"/>
                  </a:lnTo>
                  <a:lnTo>
                    <a:pt x="3934821" y="736582"/>
                  </a:lnTo>
                  <a:lnTo>
                    <a:pt x="3934914" y="736582"/>
                  </a:lnTo>
                  <a:lnTo>
                    <a:pt x="3935008" y="736582"/>
                  </a:lnTo>
                  <a:lnTo>
                    <a:pt x="3935101" y="736582"/>
                  </a:lnTo>
                  <a:lnTo>
                    <a:pt x="3935194" y="736582"/>
                  </a:lnTo>
                  <a:lnTo>
                    <a:pt x="3935287" y="736582"/>
                  </a:lnTo>
                  <a:lnTo>
                    <a:pt x="3935381" y="736582"/>
                  </a:lnTo>
                  <a:lnTo>
                    <a:pt x="3935474" y="736582"/>
                  </a:lnTo>
                  <a:lnTo>
                    <a:pt x="3935567" y="736582"/>
                  </a:lnTo>
                  <a:lnTo>
                    <a:pt x="3935660" y="736582"/>
                  </a:lnTo>
                  <a:lnTo>
                    <a:pt x="3935754" y="736582"/>
                  </a:lnTo>
                  <a:lnTo>
                    <a:pt x="3935847" y="736582"/>
                  </a:lnTo>
                  <a:lnTo>
                    <a:pt x="3935940" y="736582"/>
                  </a:lnTo>
                  <a:lnTo>
                    <a:pt x="3936033" y="736582"/>
                  </a:lnTo>
                  <a:lnTo>
                    <a:pt x="3936127" y="736582"/>
                  </a:lnTo>
                  <a:lnTo>
                    <a:pt x="3936220" y="736582"/>
                  </a:lnTo>
                  <a:lnTo>
                    <a:pt x="3936313" y="736582"/>
                  </a:lnTo>
                  <a:lnTo>
                    <a:pt x="3936406" y="736582"/>
                  </a:lnTo>
                  <a:lnTo>
                    <a:pt x="3936500" y="736582"/>
                  </a:lnTo>
                  <a:lnTo>
                    <a:pt x="3936593" y="736582"/>
                  </a:lnTo>
                  <a:lnTo>
                    <a:pt x="3936686" y="736582"/>
                  </a:lnTo>
                  <a:lnTo>
                    <a:pt x="3936779" y="736582"/>
                  </a:lnTo>
                  <a:lnTo>
                    <a:pt x="3936873" y="736582"/>
                  </a:lnTo>
                  <a:lnTo>
                    <a:pt x="3936966" y="736582"/>
                  </a:lnTo>
                  <a:lnTo>
                    <a:pt x="3937059" y="736582"/>
                  </a:lnTo>
                  <a:lnTo>
                    <a:pt x="3937152" y="736582"/>
                  </a:lnTo>
                  <a:lnTo>
                    <a:pt x="3937246" y="736582"/>
                  </a:lnTo>
                  <a:lnTo>
                    <a:pt x="3937339" y="736582"/>
                  </a:lnTo>
                  <a:lnTo>
                    <a:pt x="3937432" y="736582"/>
                  </a:lnTo>
                  <a:lnTo>
                    <a:pt x="3937525" y="736582"/>
                  </a:lnTo>
                  <a:lnTo>
                    <a:pt x="3937619" y="736582"/>
                  </a:lnTo>
                  <a:lnTo>
                    <a:pt x="3937712" y="736582"/>
                  </a:lnTo>
                  <a:lnTo>
                    <a:pt x="3937805" y="736582"/>
                  </a:lnTo>
                  <a:lnTo>
                    <a:pt x="3937898" y="736582"/>
                  </a:lnTo>
                  <a:lnTo>
                    <a:pt x="3937992" y="736582"/>
                  </a:lnTo>
                  <a:lnTo>
                    <a:pt x="3938085" y="736582"/>
                  </a:lnTo>
                  <a:lnTo>
                    <a:pt x="3938178" y="736582"/>
                  </a:lnTo>
                  <a:lnTo>
                    <a:pt x="3938271" y="736582"/>
                  </a:lnTo>
                  <a:lnTo>
                    <a:pt x="3938365" y="736582"/>
                  </a:lnTo>
                  <a:lnTo>
                    <a:pt x="3938458" y="736582"/>
                  </a:lnTo>
                  <a:lnTo>
                    <a:pt x="3938551" y="736582"/>
                  </a:lnTo>
                  <a:lnTo>
                    <a:pt x="3938644" y="736582"/>
                  </a:lnTo>
                  <a:lnTo>
                    <a:pt x="3938738" y="736582"/>
                  </a:lnTo>
                  <a:lnTo>
                    <a:pt x="3938831" y="736582"/>
                  </a:lnTo>
                  <a:lnTo>
                    <a:pt x="3938924" y="736582"/>
                  </a:lnTo>
                  <a:lnTo>
                    <a:pt x="3939017" y="736582"/>
                  </a:lnTo>
                  <a:lnTo>
                    <a:pt x="3939111" y="736582"/>
                  </a:lnTo>
                  <a:lnTo>
                    <a:pt x="3939204" y="736582"/>
                  </a:lnTo>
                  <a:lnTo>
                    <a:pt x="3939297" y="736582"/>
                  </a:lnTo>
                  <a:lnTo>
                    <a:pt x="3939390" y="736582"/>
                  </a:lnTo>
                  <a:lnTo>
                    <a:pt x="3939484" y="736582"/>
                  </a:lnTo>
                  <a:lnTo>
                    <a:pt x="3939577" y="736582"/>
                  </a:lnTo>
                  <a:lnTo>
                    <a:pt x="3939670" y="736582"/>
                  </a:lnTo>
                  <a:lnTo>
                    <a:pt x="3939763" y="736582"/>
                  </a:lnTo>
                  <a:lnTo>
                    <a:pt x="3939857" y="736582"/>
                  </a:lnTo>
                  <a:lnTo>
                    <a:pt x="3939950" y="736582"/>
                  </a:lnTo>
                  <a:lnTo>
                    <a:pt x="3940043" y="736582"/>
                  </a:lnTo>
                  <a:lnTo>
                    <a:pt x="3940136" y="736582"/>
                  </a:lnTo>
                  <a:lnTo>
                    <a:pt x="3940230" y="736582"/>
                  </a:lnTo>
                  <a:lnTo>
                    <a:pt x="3940323" y="736582"/>
                  </a:lnTo>
                  <a:lnTo>
                    <a:pt x="3940416" y="736582"/>
                  </a:lnTo>
                  <a:lnTo>
                    <a:pt x="3940509" y="736582"/>
                  </a:lnTo>
                  <a:lnTo>
                    <a:pt x="3940603" y="736582"/>
                  </a:lnTo>
                  <a:lnTo>
                    <a:pt x="3940696" y="736582"/>
                  </a:lnTo>
                  <a:lnTo>
                    <a:pt x="3940789" y="736582"/>
                  </a:lnTo>
                  <a:lnTo>
                    <a:pt x="3940882" y="736582"/>
                  </a:lnTo>
                  <a:lnTo>
                    <a:pt x="3940975" y="736582"/>
                  </a:lnTo>
                  <a:lnTo>
                    <a:pt x="3941069" y="736582"/>
                  </a:lnTo>
                  <a:lnTo>
                    <a:pt x="3941162" y="736582"/>
                  </a:lnTo>
                  <a:lnTo>
                    <a:pt x="3941255" y="736582"/>
                  </a:lnTo>
                  <a:lnTo>
                    <a:pt x="3941348" y="736582"/>
                  </a:lnTo>
                  <a:lnTo>
                    <a:pt x="3941442" y="736582"/>
                  </a:lnTo>
                  <a:lnTo>
                    <a:pt x="3941535" y="736582"/>
                  </a:lnTo>
                  <a:lnTo>
                    <a:pt x="3941628" y="736582"/>
                  </a:lnTo>
                  <a:lnTo>
                    <a:pt x="3941721" y="736582"/>
                  </a:lnTo>
                  <a:lnTo>
                    <a:pt x="3941815" y="736582"/>
                  </a:lnTo>
                  <a:lnTo>
                    <a:pt x="3941908" y="736582"/>
                  </a:lnTo>
                  <a:lnTo>
                    <a:pt x="3942001" y="736582"/>
                  </a:lnTo>
                  <a:lnTo>
                    <a:pt x="3942094" y="736582"/>
                  </a:lnTo>
                  <a:lnTo>
                    <a:pt x="3942188" y="736582"/>
                  </a:lnTo>
                  <a:lnTo>
                    <a:pt x="3942281" y="736582"/>
                  </a:lnTo>
                  <a:lnTo>
                    <a:pt x="3942374" y="736582"/>
                  </a:lnTo>
                  <a:lnTo>
                    <a:pt x="3942467" y="736582"/>
                  </a:lnTo>
                  <a:lnTo>
                    <a:pt x="3942561" y="736582"/>
                  </a:lnTo>
                  <a:lnTo>
                    <a:pt x="3942654" y="736582"/>
                  </a:lnTo>
                  <a:lnTo>
                    <a:pt x="3942747" y="736582"/>
                  </a:lnTo>
                  <a:lnTo>
                    <a:pt x="3942840" y="736582"/>
                  </a:lnTo>
                  <a:lnTo>
                    <a:pt x="3942934" y="736582"/>
                  </a:lnTo>
                  <a:lnTo>
                    <a:pt x="3943027" y="736582"/>
                  </a:lnTo>
                  <a:lnTo>
                    <a:pt x="3943120" y="736582"/>
                  </a:lnTo>
                  <a:lnTo>
                    <a:pt x="3943213" y="736582"/>
                  </a:lnTo>
                  <a:lnTo>
                    <a:pt x="3943307" y="736582"/>
                  </a:lnTo>
                  <a:lnTo>
                    <a:pt x="3943400" y="736582"/>
                  </a:lnTo>
                  <a:lnTo>
                    <a:pt x="3943493" y="736582"/>
                  </a:lnTo>
                  <a:lnTo>
                    <a:pt x="3943586" y="736582"/>
                  </a:lnTo>
                  <a:lnTo>
                    <a:pt x="3943680" y="736582"/>
                  </a:lnTo>
                  <a:lnTo>
                    <a:pt x="3943773" y="736582"/>
                  </a:lnTo>
                  <a:lnTo>
                    <a:pt x="3943866" y="736582"/>
                  </a:lnTo>
                  <a:lnTo>
                    <a:pt x="3943959" y="736582"/>
                  </a:lnTo>
                  <a:lnTo>
                    <a:pt x="3944053" y="736582"/>
                  </a:lnTo>
                  <a:lnTo>
                    <a:pt x="3944146" y="736582"/>
                  </a:lnTo>
                  <a:lnTo>
                    <a:pt x="3944239" y="736582"/>
                  </a:lnTo>
                  <a:lnTo>
                    <a:pt x="3944332" y="736582"/>
                  </a:lnTo>
                  <a:lnTo>
                    <a:pt x="3944426" y="736582"/>
                  </a:lnTo>
                  <a:lnTo>
                    <a:pt x="3944519" y="736582"/>
                  </a:lnTo>
                  <a:lnTo>
                    <a:pt x="3944612" y="736582"/>
                  </a:lnTo>
                  <a:lnTo>
                    <a:pt x="3944705" y="736582"/>
                  </a:lnTo>
                  <a:lnTo>
                    <a:pt x="3944799" y="736582"/>
                  </a:lnTo>
                  <a:lnTo>
                    <a:pt x="3944892" y="736582"/>
                  </a:lnTo>
                  <a:lnTo>
                    <a:pt x="3944985" y="736582"/>
                  </a:lnTo>
                  <a:lnTo>
                    <a:pt x="3945078" y="736582"/>
                  </a:lnTo>
                  <a:lnTo>
                    <a:pt x="3945172" y="736582"/>
                  </a:lnTo>
                  <a:lnTo>
                    <a:pt x="3945265" y="736582"/>
                  </a:lnTo>
                  <a:lnTo>
                    <a:pt x="3945358" y="736582"/>
                  </a:lnTo>
                  <a:lnTo>
                    <a:pt x="3945451" y="736582"/>
                  </a:lnTo>
                  <a:lnTo>
                    <a:pt x="3945545" y="736582"/>
                  </a:lnTo>
                  <a:lnTo>
                    <a:pt x="3945638" y="736582"/>
                  </a:lnTo>
                  <a:lnTo>
                    <a:pt x="3945731" y="736582"/>
                  </a:lnTo>
                  <a:lnTo>
                    <a:pt x="3945824" y="736582"/>
                  </a:lnTo>
                  <a:lnTo>
                    <a:pt x="3945918" y="736582"/>
                  </a:lnTo>
                  <a:lnTo>
                    <a:pt x="3946011" y="736582"/>
                  </a:lnTo>
                  <a:lnTo>
                    <a:pt x="3946104" y="736582"/>
                  </a:lnTo>
                  <a:lnTo>
                    <a:pt x="3946197" y="736582"/>
                  </a:lnTo>
                  <a:lnTo>
                    <a:pt x="3946291" y="736582"/>
                  </a:lnTo>
                  <a:lnTo>
                    <a:pt x="3946384" y="736582"/>
                  </a:lnTo>
                  <a:lnTo>
                    <a:pt x="3946477" y="736582"/>
                  </a:lnTo>
                  <a:lnTo>
                    <a:pt x="3946570" y="736582"/>
                  </a:lnTo>
                  <a:lnTo>
                    <a:pt x="3946664" y="736582"/>
                  </a:lnTo>
                  <a:lnTo>
                    <a:pt x="3946757" y="736582"/>
                  </a:lnTo>
                  <a:lnTo>
                    <a:pt x="3946850" y="736582"/>
                  </a:lnTo>
                  <a:lnTo>
                    <a:pt x="3946943" y="736582"/>
                  </a:lnTo>
                  <a:lnTo>
                    <a:pt x="3947037" y="736582"/>
                  </a:lnTo>
                  <a:lnTo>
                    <a:pt x="3947130" y="736582"/>
                  </a:lnTo>
                  <a:lnTo>
                    <a:pt x="3947223" y="736582"/>
                  </a:lnTo>
                  <a:lnTo>
                    <a:pt x="3947316" y="736582"/>
                  </a:lnTo>
                  <a:lnTo>
                    <a:pt x="3947410" y="736582"/>
                  </a:lnTo>
                  <a:lnTo>
                    <a:pt x="3947503" y="736582"/>
                  </a:lnTo>
                  <a:lnTo>
                    <a:pt x="3947596" y="736582"/>
                  </a:lnTo>
                  <a:lnTo>
                    <a:pt x="3947689" y="736582"/>
                  </a:lnTo>
                  <a:lnTo>
                    <a:pt x="3947782" y="736582"/>
                  </a:lnTo>
                  <a:lnTo>
                    <a:pt x="3947876" y="736582"/>
                  </a:lnTo>
                  <a:lnTo>
                    <a:pt x="3947969" y="736582"/>
                  </a:lnTo>
                  <a:lnTo>
                    <a:pt x="3948062" y="736582"/>
                  </a:lnTo>
                  <a:lnTo>
                    <a:pt x="3948155" y="736582"/>
                  </a:lnTo>
                  <a:lnTo>
                    <a:pt x="3948249" y="736582"/>
                  </a:lnTo>
                  <a:lnTo>
                    <a:pt x="3948342" y="736582"/>
                  </a:lnTo>
                  <a:lnTo>
                    <a:pt x="3948435" y="736582"/>
                  </a:lnTo>
                  <a:lnTo>
                    <a:pt x="3948528" y="736582"/>
                  </a:lnTo>
                  <a:lnTo>
                    <a:pt x="3948622" y="736582"/>
                  </a:lnTo>
                  <a:lnTo>
                    <a:pt x="3948715" y="736582"/>
                  </a:lnTo>
                  <a:lnTo>
                    <a:pt x="3948808" y="736582"/>
                  </a:lnTo>
                  <a:lnTo>
                    <a:pt x="3948901" y="736582"/>
                  </a:lnTo>
                  <a:lnTo>
                    <a:pt x="3948995" y="736582"/>
                  </a:lnTo>
                  <a:lnTo>
                    <a:pt x="3949088" y="736582"/>
                  </a:lnTo>
                  <a:lnTo>
                    <a:pt x="3949181" y="736582"/>
                  </a:lnTo>
                  <a:lnTo>
                    <a:pt x="3949274" y="736582"/>
                  </a:lnTo>
                  <a:lnTo>
                    <a:pt x="3949368" y="736582"/>
                  </a:lnTo>
                  <a:lnTo>
                    <a:pt x="3949461" y="736582"/>
                  </a:lnTo>
                  <a:lnTo>
                    <a:pt x="3949554" y="736582"/>
                  </a:lnTo>
                  <a:lnTo>
                    <a:pt x="3949647" y="736582"/>
                  </a:lnTo>
                  <a:lnTo>
                    <a:pt x="3949741" y="736582"/>
                  </a:lnTo>
                  <a:lnTo>
                    <a:pt x="3949834" y="736582"/>
                  </a:lnTo>
                  <a:lnTo>
                    <a:pt x="3949927" y="736582"/>
                  </a:lnTo>
                  <a:lnTo>
                    <a:pt x="3950020" y="736582"/>
                  </a:lnTo>
                  <a:lnTo>
                    <a:pt x="3950114" y="736582"/>
                  </a:lnTo>
                  <a:lnTo>
                    <a:pt x="3950207" y="736582"/>
                  </a:lnTo>
                  <a:lnTo>
                    <a:pt x="3950300" y="736582"/>
                  </a:lnTo>
                  <a:lnTo>
                    <a:pt x="3950393" y="736582"/>
                  </a:lnTo>
                  <a:lnTo>
                    <a:pt x="3950487" y="736582"/>
                  </a:lnTo>
                  <a:lnTo>
                    <a:pt x="3950580" y="736582"/>
                  </a:lnTo>
                  <a:lnTo>
                    <a:pt x="3950673" y="736582"/>
                  </a:lnTo>
                  <a:lnTo>
                    <a:pt x="3950766" y="736582"/>
                  </a:lnTo>
                  <a:lnTo>
                    <a:pt x="3950860" y="736582"/>
                  </a:lnTo>
                  <a:lnTo>
                    <a:pt x="3950953" y="736582"/>
                  </a:lnTo>
                  <a:lnTo>
                    <a:pt x="3951046" y="736582"/>
                  </a:lnTo>
                  <a:lnTo>
                    <a:pt x="3951139" y="736582"/>
                  </a:lnTo>
                  <a:lnTo>
                    <a:pt x="3951233" y="736582"/>
                  </a:lnTo>
                  <a:lnTo>
                    <a:pt x="3951326" y="736582"/>
                  </a:lnTo>
                  <a:lnTo>
                    <a:pt x="3951419" y="736582"/>
                  </a:lnTo>
                  <a:lnTo>
                    <a:pt x="3951512" y="736582"/>
                  </a:lnTo>
                  <a:lnTo>
                    <a:pt x="3951606" y="736582"/>
                  </a:lnTo>
                  <a:lnTo>
                    <a:pt x="3951699" y="736582"/>
                  </a:lnTo>
                  <a:lnTo>
                    <a:pt x="3951792" y="736582"/>
                  </a:lnTo>
                  <a:lnTo>
                    <a:pt x="3951885" y="736582"/>
                  </a:lnTo>
                  <a:lnTo>
                    <a:pt x="3951979" y="736582"/>
                  </a:lnTo>
                  <a:lnTo>
                    <a:pt x="3952072" y="736582"/>
                  </a:lnTo>
                  <a:lnTo>
                    <a:pt x="3952165" y="736582"/>
                  </a:lnTo>
                  <a:lnTo>
                    <a:pt x="3952258" y="736582"/>
                  </a:lnTo>
                  <a:lnTo>
                    <a:pt x="3952352" y="736582"/>
                  </a:lnTo>
                  <a:lnTo>
                    <a:pt x="3952445" y="736582"/>
                  </a:lnTo>
                  <a:lnTo>
                    <a:pt x="3952538" y="736582"/>
                  </a:lnTo>
                  <a:lnTo>
                    <a:pt x="3952631" y="736582"/>
                  </a:lnTo>
                  <a:lnTo>
                    <a:pt x="3952725" y="736582"/>
                  </a:lnTo>
                  <a:lnTo>
                    <a:pt x="3952818" y="736582"/>
                  </a:lnTo>
                  <a:lnTo>
                    <a:pt x="3952911" y="736582"/>
                  </a:lnTo>
                  <a:lnTo>
                    <a:pt x="3953004" y="736582"/>
                  </a:lnTo>
                  <a:lnTo>
                    <a:pt x="3953098" y="736582"/>
                  </a:lnTo>
                  <a:lnTo>
                    <a:pt x="3953191" y="736582"/>
                  </a:lnTo>
                  <a:lnTo>
                    <a:pt x="3953284" y="736582"/>
                  </a:lnTo>
                  <a:lnTo>
                    <a:pt x="3953377" y="736582"/>
                  </a:lnTo>
                  <a:lnTo>
                    <a:pt x="3953471" y="736582"/>
                  </a:lnTo>
                  <a:lnTo>
                    <a:pt x="3953564" y="736582"/>
                  </a:lnTo>
                  <a:lnTo>
                    <a:pt x="3953657" y="736582"/>
                  </a:lnTo>
                  <a:lnTo>
                    <a:pt x="3953750" y="736582"/>
                  </a:lnTo>
                  <a:lnTo>
                    <a:pt x="3953844" y="736582"/>
                  </a:lnTo>
                  <a:lnTo>
                    <a:pt x="3953937" y="736582"/>
                  </a:lnTo>
                  <a:lnTo>
                    <a:pt x="3954030" y="736582"/>
                  </a:lnTo>
                  <a:lnTo>
                    <a:pt x="3954123" y="736582"/>
                  </a:lnTo>
                  <a:lnTo>
                    <a:pt x="3954217" y="736582"/>
                  </a:lnTo>
                  <a:lnTo>
                    <a:pt x="3954310" y="736582"/>
                  </a:lnTo>
                  <a:lnTo>
                    <a:pt x="3954403" y="736582"/>
                  </a:lnTo>
                  <a:lnTo>
                    <a:pt x="3954496" y="736582"/>
                  </a:lnTo>
                  <a:lnTo>
                    <a:pt x="3954589" y="736582"/>
                  </a:lnTo>
                  <a:lnTo>
                    <a:pt x="3954683" y="736582"/>
                  </a:lnTo>
                  <a:lnTo>
                    <a:pt x="3954776" y="736582"/>
                  </a:lnTo>
                  <a:lnTo>
                    <a:pt x="3954869" y="736582"/>
                  </a:lnTo>
                  <a:lnTo>
                    <a:pt x="3954962" y="736582"/>
                  </a:lnTo>
                  <a:lnTo>
                    <a:pt x="3955056" y="736582"/>
                  </a:lnTo>
                  <a:lnTo>
                    <a:pt x="3955149" y="736582"/>
                  </a:lnTo>
                  <a:lnTo>
                    <a:pt x="3955242" y="736582"/>
                  </a:lnTo>
                  <a:lnTo>
                    <a:pt x="3955335" y="736582"/>
                  </a:lnTo>
                  <a:lnTo>
                    <a:pt x="3955429" y="736582"/>
                  </a:lnTo>
                  <a:lnTo>
                    <a:pt x="3955522" y="736582"/>
                  </a:lnTo>
                  <a:lnTo>
                    <a:pt x="3955615" y="736582"/>
                  </a:lnTo>
                  <a:lnTo>
                    <a:pt x="3955708" y="736582"/>
                  </a:lnTo>
                  <a:lnTo>
                    <a:pt x="3955802" y="736582"/>
                  </a:lnTo>
                  <a:lnTo>
                    <a:pt x="3955895" y="736582"/>
                  </a:lnTo>
                  <a:lnTo>
                    <a:pt x="3955988" y="736582"/>
                  </a:lnTo>
                  <a:lnTo>
                    <a:pt x="3956081" y="736582"/>
                  </a:lnTo>
                  <a:lnTo>
                    <a:pt x="3956175" y="736582"/>
                  </a:lnTo>
                  <a:lnTo>
                    <a:pt x="3956268" y="736582"/>
                  </a:lnTo>
                  <a:lnTo>
                    <a:pt x="3956361" y="736582"/>
                  </a:lnTo>
                  <a:lnTo>
                    <a:pt x="3956454" y="736582"/>
                  </a:lnTo>
                  <a:lnTo>
                    <a:pt x="3956548" y="736582"/>
                  </a:lnTo>
                  <a:lnTo>
                    <a:pt x="3956641" y="736582"/>
                  </a:lnTo>
                  <a:lnTo>
                    <a:pt x="3956734" y="736582"/>
                  </a:lnTo>
                  <a:lnTo>
                    <a:pt x="3956827" y="736582"/>
                  </a:lnTo>
                  <a:lnTo>
                    <a:pt x="3956921" y="736582"/>
                  </a:lnTo>
                  <a:lnTo>
                    <a:pt x="3957014" y="736582"/>
                  </a:lnTo>
                  <a:lnTo>
                    <a:pt x="3957107" y="736582"/>
                  </a:lnTo>
                  <a:lnTo>
                    <a:pt x="3957200" y="736582"/>
                  </a:lnTo>
                  <a:lnTo>
                    <a:pt x="3957294" y="736582"/>
                  </a:lnTo>
                  <a:lnTo>
                    <a:pt x="3957387" y="736582"/>
                  </a:lnTo>
                  <a:lnTo>
                    <a:pt x="3957480" y="736582"/>
                  </a:lnTo>
                  <a:lnTo>
                    <a:pt x="3957573" y="736582"/>
                  </a:lnTo>
                  <a:lnTo>
                    <a:pt x="3957667" y="736582"/>
                  </a:lnTo>
                  <a:lnTo>
                    <a:pt x="3957760" y="736582"/>
                  </a:lnTo>
                  <a:lnTo>
                    <a:pt x="3957853" y="736582"/>
                  </a:lnTo>
                  <a:lnTo>
                    <a:pt x="3957946" y="736582"/>
                  </a:lnTo>
                  <a:lnTo>
                    <a:pt x="3958040" y="736582"/>
                  </a:lnTo>
                  <a:lnTo>
                    <a:pt x="3958133" y="736582"/>
                  </a:lnTo>
                  <a:lnTo>
                    <a:pt x="3958226" y="736582"/>
                  </a:lnTo>
                  <a:lnTo>
                    <a:pt x="3958319" y="736582"/>
                  </a:lnTo>
                  <a:lnTo>
                    <a:pt x="3958413" y="736582"/>
                  </a:lnTo>
                  <a:lnTo>
                    <a:pt x="3958506" y="736582"/>
                  </a:lnTo>
                  <a:lnTo>
                    <a:pt x="3958599" y="736582"/>
                  </a:lnTo>
                  <a:lnTo>
                    <a:pt x="3958692" y="736582"/>
                  </a:lnTo>
                  <a:lnTo>
                    <a:pt x="3958786" y="736582"/>
                  </a:lnTo>
                  <a:lnTo>
                    <a:pt x="3958879" y="736582"/>
                  </a:lnTo>
                  <a:lnTo>
                    <a:pt x="3958972" y="736582"/>
                  </a:lnTo>
                  <a:lnTo>
                    <a:pt x="3959065" y="736582"/>
                  </a:lnTo>
                  <a:lnTo>
                    <a:pt x="3959159" y="736582"/>
                  </a:lnTo>
                  <a:lnTo>
                    <a:pt x="3959252" y="736582"/>
                  </a:lnTo>
                  <a:lnTo>
                    <a:pt x="3959345" y="736582"/>
                  </a:lnTo>
                  <a:lnTo>
                    <a:pt x="3959438" y="736582"/>
                  </a:lnTo>
                  <a:lnTo>
                    <a:pt x="3959532" y="736582"/>
                  </a:lnTo>
                  <a:lnTo>
                    <a:pt x="3959625" y="736582"/>
                  </a:lnTo>
                  <a:lnTo>
                    <a:pt x="3959718" y="736582"/>
                  </a:lnTo>
                  <a:lnTo>
                    <a:pt x="3959811" y="736582"/>
                  </a:lnTo>
                  <a:lnTo>
                    <a:pt x="3959905" y="736582"/>
                  </a:lnTo>
                  <a:lnTo>
                    <a:pt x="3959998" y="736582"/>
                  </a:lnTo>
                  <a:lnTo>
                    <a:pt x="3960091" y="736582"/>
                  </a:lnTo>
                  <a:lnTo>
                    <a:pt x="3960184" y="736582"/>
                  </a:lnTo>
                  <a:lnTo>
                    <a:pt x="3960278" y="736582"/>
                  </a:lnTo>
                  <a:lnTo>
                    <a:pt x="3960371" y="736582"/>
                  </a:lnTo>
                  <a:lnTo>
                    <a:pt x="3960464" y="736582"/>
                  </a:lnTo>
                  <a:lnTo>
                    <a:pt x="3960557" y="736582"/>
                  </a:lnTo>
                  <a:lnTo>
                    <a:pt x="3960651" y="736582"/>
                  </a:lnTo>
                  <a:lnTo>
                    <a:pt x="3960744" y="736582"/>
                  </a:lnTo>
                  <a:lnTo>
                    <a:pt x="3960837" y="736582"/>
                  </a:lnTo>
                  <a:lnTo>
                    <a:pt x="3960930" y="736582"/>
                  </a:lnTo>
                  <a:lnTo>
                    <a:pt x="3961024" y="736582"/>
                  </a:lnTo>
                  <a:lnTo>
                    <a:pt x="3961117" y="736582"/>
                  </a:lnTo>
                  <a:lnTo>
                    <a:pt x="3961210" y="736582"/>
                  </a:lnTo>
                  <a:lnTo>
                    <a:pt x="3961303" y="736582"/>
                  </a:lnTo>
                  <a:lnTo>
                    <a:pt x="3961397" y="736582"/>
                  </a:lnTo>
                  <a:lnTo>
                    <a:pt x="3961490" y="736582"/>
                  </a:lnTo>
                  <a:lnTo>
                    <a:pt x="3961583" y="736582"/>
                  </a:lnTo>
                  <a:lnTo>
                    <a:pt x="3961676" y="736582"/>
                  </a:lnTo>
                  <a:lnTo>
                    <a:pt x="3961769" y="736582"/>
                  </a:lnTo>
                  <a:lnTo>
                    <a:pt x="3961863" y="736582"/>
                  </a:lnTo>
                  <a:lnTo>
                    <a:pt x="3961956" y="736582"/>
                  </a:lnTo>
                  <a:lnTo>
                    <a:pt x="3962049" y="736582"/>
                  </a:lnTo>
                  <a:lnTo>
                    <a:pt x="3962142" y="736582"/>
                  </a:lnTo>
                  <a:lnTo>
                    <a:pt x="3962236" y="736582"/>
                  </a:lnTo>
                  <a:lnTo>
                    <a:pt x="3962329" y="736582"/>
                  </a:lnTo>
                  <a:lnTo>
                    <a:pt x="3962422" y="736582"/>
                  </a:lnTo>
                  <a:lnTo>
                    <a:pt x="3962515" y="736582"/>
                  </a:lnTo>
                  <a:lnTo>
                    <a:pt x="3962609" y="736582"/>
                  </a:lnTo>
                  <a:lnTo>
                    <a:pt x="3962702" y="736582"/>
                  </a:lnTo>
                  <a:lnTo>
                    <a:pt x="3962795" y="736582"/>
                  </a:lnTo>
                  <a:lnTo>
                    <a:pt x="3962888" y="736582"/>
                  </a:lnTo>
                  <a:lnTo>
                    <a:pt x="3962982" y="736582"/>
                  </a:lnTo>
                  <a:lnTo>
                    <a:pt x="3963075" y="736582"/>
                  </a:lnTo>
                  <a:lnTo>
                    <a:pt x="3963168" y="736582"/>
                  </a:lnTo>
                  <a:lnTo>
                    <a:pt x="3963261" y="736582"/>
                  </a:lnTo>
                  <a:lnTo>
                    <a:pt x="3963355" y="736582"/>
                  </a:lnTo>
                  <a:lnTo>
                    <a:pt x="3963448" y="736582"/>
                  </a:lnTo>
                  <a:lnTo>
                    <a:pt x="3963541" y="736582"/>
                  </a:lnTo>
                  <a:lnTo>
                    <a:pt x="3963634" y="736582"/>
                  </a:lnTo>
                  <a:lnTo>
                    <a:pt x="3963728" y="736582"/>
                  </a:lnTo>
                  <a:lnTo>
                    <a:pt x="3963821" y="736582"/>
                  </a:lnTo>
                  <a:lnTo>
                    <a:pt x="3963914" y="736582"/>
                  </a:lnTo>
                  <a:lnTo>
                    <a:pt x="3964007" y="736582"/>
                  </a:lnTo>
                  <a:lnTo>
                    <a:pt x="3964101" y="736582"/>
                  </a:lnTo>
                  <a:lnTo>
                    <a:pt x="3964194" y="736582"/>
                  </a:lnTo>
                  <a:lnTo>
                    <a:pt x="3964287" y="736582"/>
                  </a:lnTo>
                  <a:lnTo>
                    <a:pt x="3964380" y="736582"/>
                  </a:lnTo>
                  <a:lnTo>
                    <a:pt x="3964474" y="736582"/>
                  </a:lnTo>
                  <a:lnTo>
                    <a:pt x="3964567" y="736582"/>
                  </a:lnTo>
                  <a:lnTo>
                    <a:pt x="3964660" y="736582"/>
                  </a:lnTo>
                  <a:lnTo>
                    <a:pt x="3964753" y="736582"/>
                  </a:lnTo>
                  <a:lnTo>
                    <a:pt x="3964847" y="736582"/>
                  </a:lnTo>
                  <a:lnTo>
                    <a:pt x="3964940" y="736582"/>
                  </a:lnTo>
                  <a:lnTo>
                    <a:pt x="3965033" y="736582"/>
                  </a:lnTo>
                  <a:lnTo>
                    <a:pt x="3965126" y="736582"/>
                  </a:lnTo>
                  <a:lnTo>
                    <a:pt x="3965220" y="736582"/>
                  </a:lnTo>
                  <a:lnTo>
                    <a:pt x="3965313" y="736582"/>
                  </a:lnTo>
                  <a:lnTo>
                    <a:pt x="3965406" y="736582"/>
                  </a:lnTo>
                  <a:lnTo>
                    <a:pt x="3965499" y="736582"/>
                  </a:lnTo>
                  <a:lnTo>
                    <a:pt x="3965593" y="736582"/>
                  </a:lnTo>
                  <a:lnTo>
                    <a:pt x="3965686" y="736582"/>
                  </a:lnTo>
                  <a:lnTo>
                    <a:pt x="3965779" y="736582"/>
                  </a:lnTo>
                  <a:lnTo>
                    <a:pt x="3965872" y="736582"/>
                  </a:lnTo>
                  <a:lnTo>
                    <a:pt x="3965966" y="736582"/>
                  </a:lnTo>
                  <a:lnTo>
                    <a:pt x="3966059" y="736582"/>
                  </a:lnTo>
                  <a:lnTo>
                    <a:pt x="3966152" y="736582"/>
                  </a:lnTo>
                  <a:lnTo>
                    <a:pt x="3966245" y="736582"/>
                  </a:lnTo>
                  <a:lnTo>
                    <a:pt x="3966339" y="736582"/>
                  </a:lnTo>
                  <a:lnTo>
                    <a:pt x="3966432" y="736582"/>
                  </a:lnTo>
                  <a:lnTo>
                    <a:pt x="3966525" y="736582"/>
                  </a:lnTo>
                  <a:lnTo>
                    <a:pt x="3966618" y="736582"/>
                  </a:lnTo>
                  <a:lnTo>
                    <a:pt x="3966712" y="736582"/>
                  </a:lnTo>
                  <a:lnTo>
                    <a:pt x="3966805" y="736582"/>
                  </a:lnTo>
                  <a:lnTo>
                    <a:pt x="3966898" y="736582"/>
                  </a:lnTo>
                  <a:lnTo>
                    <a:pt x="3966991" y="736582"/>
                  </a:lnTo>
                  <a:lnTo>
                    <a:pt x="3967085" y="736582"/>
                  </a:lnTo>
                  <a:lnTo>
                    <a:pt x="3967178" y="736582"/>
                  </a:lnTo>
                  <a:lnTo>
                    <a:pt x="3967271" y="736582"/>
                  </a:lnTo>
                  <a:lnTo>
                    <a:pt x="3967364" y="736582"/>
                  </a:lnTo>
                  <a:lnTo>
                    <a:pt x="3967458" y="736582"/>
                  </a:lnTo>
                  <a:lnTo>
                    <a:pt x="3967551" y="736582"/>
                  </a:lnTo>
                  <a:lnTo>
                    <a:pt x="3967644" y="736582"/>
                  </a:lnTo>
                  <a:lnTo>
                    <a:pt x="3967737" y="736582"/>
                  </a:lnTo>
                  <a:lnTo>
                    <a:pt x="3967831" y="736582"/>
                  </a:lnTo>
                  <a:lnTo>
                    <a:pt x="3967924" y="736582"/>
                  </a:lnTo>
                  <a:lnTo>
                    <a:pt x="3968017" y="736582"/>
                  </a:lnTo>
                  <a:lnTo>
                    <a:pt x="3968110" y="736582"/>
                  </a:lnTo>
                  <a:lnTo>
                    <a:pt x="3968204" y="736582"/>
                  </a:lnTo>
                  <a:lnTo>
                    <a:pt x="3968297" y="736582"/>
                  </a:lnTo>
                  <a:lnTo>
                    <a:pt x="3968390" y="736582"/>
                  </a:lnTo>
                  <a:lnTo>
                    <a:pt x="3968483" y="736582"/>
                  </a:lnTo>
                  <a:lnTo>
                    <a:pt x="3968576" y="736582"/>
                  </a:lnTo>
                  <a:lnTo>
                    <a:pt x="3968670" y="736582"/>
                  </a:lnTo>
                  <a:lnTo>
                    <a:pt x="3968763" y="736582"/>
                  </a:lnTo>
                  <a:lnTo>
                    <a:pt x="3968856" y="736582"/>
                  </a:lnTo>
                  <a:lnTo>
                    <a:pt x="3968949" y="736582"/>
                  </a:lnTo>
                  <a:lnTo>
                    <a:pt x="3969043" y="736582"/>
                  </a:lnTo>
                  <a:lnTo>
                    <a:pt x="3969136" y="736582"/>
                  </a:lnTo>
                  <a:lnTo>
                    <a:pt x="3969229" y="736582"/>
                  </a:lnTo>
                  <a:lnTo>
                    <a:pt x="3969322" y="736582"/>
                  </a:lnTo>
                  <a:lnTo>
                    <a:pt x="3969416" y="736582"/>
                  </a:lnTo>
                  <a:lnTo>
                    <a:pt x="3969509" y="736582"/>
                  </a:lnTo>
                  <a:lnTo>
                    <a:pt x="3969602" y="736582"/>
                  </a:lnTo>
                  <a:lnTo>
                    <a:pt x="3969695" y="736582"/>
                  </a:lnTo>
                  <a:lnTo>
                    <a:pt x="3969789" y="736582"/>
                  </a:lnTo>
                  <a:lnTo>
                    <a:pt x="3969882" y="736582"/>
                  </a:lnTo>
                  <a:lnTo>
                    <a:pt x="3969975" y="736582"/>
                  </a:lnTo>
                  <a:lnTo>
                    <a:pt x="3970068" y="736582"/>
                  </a:lnTo>
                  <a:lnTo>
                    <a:pt x="3970162" y="736582"/>
                  </a:lnTo>
                  <a:lnTo>
                    <a:pt x="3970255" y="736582"/>
                  </a:lnTo>
                  <a:lnTo>
                    <a:pt x="3970348" y="736582"/>
                  </a:lnTo>
                  <a:lnTo>
                    <a:pt x="3970441" y="736582"/>
                  </a:lnTo>
                  <a:lnTo>
                    <a:pt x="3970535" y="736582"/>
                  </a:lnTo>
                  <a:lnTo>
                    <a:pt x="3970628" y="736582"/>
                  </a:lnTo>
                  <a:lnTo>
                    <a:pt x="3970721" y="736582"/>
                  </a:lnTo>
                  <a:lnTo>
                    <a:pt x="3970814" y="736582"/>
                  </a:lnTo>
                  <a:lnTo>
                    <a:pt x="3970908" y="736582"/>
                  </a:lnTo>
                  <a:lnTo>
                    <a:pt x="3971001" y="736582"/>
                  </a:lnTo>
                  <a:lnTo>
                    <a:pt x="3971094" y="736582"/>
                  </a:lnTo>
                  <a:lnTo>
                    <a:pt x="3971187" y="736582"/>
                  </a:lnTo>
                  <a:lnTo>
                    <a:pt x="3971281" y="736582"/>
                  </a:lnTo>
                  <a:lnTo>
                    <a:pt x="3971374" y="736582"/>
                  </a:lnTo>
                  <a:lnTo>
                    <a:pt x="3971467" y="736582"/>
                  </a:lnTo>
                  <a:lnTo>
                    <a:pt x="3971560" y="736582"/>
                  </a:lnTo>
                  <a:lnTo>
                    <a:pt x="3971654" y="736582"/>
                  </a:lnTo>
                  <a:lnTo>
                    <a:pt x="3971747" y="736582"/>
                  </a:lnTo>
                  <a:lnTo>
                    <a:pt x="3971840" y="736582"/>
                  </a:lnTo>
                  <a:lnTo>
                    <a:pt x="3971933" y="736582"/>
                  </a:lnTo>
                  <a:lnTo>
                    <a:pt x="3972027" y="736582"/>
                  </a:lnTo>
                  <a:lnTo>
                    <a:pt x="3972120" y="736582"/>
                  </a:lnTo>
                  <a:lnTo>
                    <a:pt x="3972120" y="726629"/>
                  </a:lnTo>
                  <a:lnTo>
                    <a:pt x="3972213" y="726629"/>
                  </a:lnTo>
                  <a:lnTo>
                    <a:pt x="3972306" y="726629"/>
                  </a:lnTo>
                  <a:lnTo>
                    <a:pt x="3972400" y="726629"/>
                  </a:lnTo>
                  <a:lnTo>
                    <a:pt x="3972493" y="726629"/>
                  </a:lnTo>
                  <a:lnTo>
                    <a:pt x="3972586" y="726629"/>
                  </a:lnTo>
                  <a:lnTo>
                    <a:pt x="3972679" y="726629"/>
                  </a:lnTo>
                  <a:lnTo>
                    <a:pt x="3972773" y="726629"/>
                  </a:lnTo>
                  <a:lnTo>
                    <a:pt x="3972866" y="726629"/>
                  </a:lnTo>
                  <a:lnTo>
                    <a:pt x="3972959" y="726629"/>
                  </a:lnTo>
                  <a:lnTo>
                    <a:pt x="3973052" y="726629"/>
                  </a:lnTo>
                  <a:lnTo>
                    <a:pt x="3973146" y="726629"/>
                  </a:lnTo>
                  <a:lnTo>
                    <a:pt x="3973239" y="726629"/>
                  </a:lnTo>
                  <a:lnTo>
                    <a:pt x="3973332" y="726629"/>
                  </a:lnTo>
                  <a:lnTo>
                    <a:pt x="3973425" y="726629"/>
                  </a:lnTo>
                  <a:lnTo>
                    <a:pt x="3973519" y="726629"/>
                  </a:lnTo>
                  <a:lnTo>
                    <a:pt x="3973612" y="726629"/>
                  </a:lnTo>
                  <a:lnTo>
                    <a:pt x="3973705" y="726629"/>
                  </a:lnTo>
                  <a:lnTo>
                    <a:pt x="3973798" y="726629"/>
                  </a:lnTo>
                  <a:lnTo>
                    <a:pt x="3973892" y="726629"/>
                  </a:lnTo>
                  <a:lnTo>
                    <a:pt x="3973985" y="726629"/>
                  </a:lnTo>
                  <a:lnTo>
                    <a:pt x="3974078" y="726629"/>
                  </a:lnTo>
                  <a:lnTo>
                    <a:pt x="3974171" y="726629"/>
                  </a:lnTo>
                  <a:lnTo>
                    <a:pt x="3974265" y="726629"/>
                  </a:lnTo>
                  <a:lnTo>
                    <a:pt x="3974358" y="726629"/>
                  </a:lnTo>
                  <a:lnTo>
                    <a:pt x="3974451" y="726629"/>
                  </a:lnTo>
                  <a:lnTo>
                    <a:pt x="3974544" y="726629"/>
                  </a:lnTo>
                  <a:lnTo>
                    <a:pt x="3974638" y="726629"/>
                  </a:lnTo>
                  <a:lnTo>
                    <a:pt x="3974731" y="726629"/>
                  </a:lnTo>
                  <a:lnTo>
                    <a:pt x="3974824" y="726629"/>
                  </a:lnTo>
                  <a:lnTo>
                    <a:pt x="3974917" y="726629"/>
                  </a:lnTo>
                  <a:lnTo>
                    <a:pt x="3975011" y="726629"/>
                  </a:lnTo>
                  <a:lnTo>
                    <a:pt x="3975104" y="726629"/>
                  </a:lnTo>
                  <a:lnTo>
                    <a:pt x="3975197" y="726629"/>
                  </a:lnTo>
                  <a:lnTo>
                    <a:pt x="3975290" y="726629"/>
                  </a:lnTo>
                  <a:lnTo>
                    <a:pt x="3975383" y="726629"/>
                  </a:lnTo>
                  <a:lnTo>
                    <a:pt x="3975477" y="726629"/>
                  </a:lnTo>
                  <a:lnTo>
                    <a:pt x="3975570" y="726629"/>
                  </a:lnTo>
                  <a:lnTo>
                    <a:pt x="3975663" y="726629"/>
                  </a:lnTo>
                  <a:lnTo>
                    <a:pt x="3975756" y="726629"/>
                  </a:lnTo>
                  <a:lnTo>
                    <a:pt x="3975850" y="726629"/>
                  </a:lnTo>
                  <a:lnTo>
                    <a:pt x="3975943" y="726629"/>
                  </a:lnTo>
                  <a:lnTo>
                    <a:pt x="3976036" y="726629"/>
                  </a:lnTo>
                  <a:lnTo>
                    <a:pt x="3976129" y="726629"/>
                  </a:lnTo>
                  <a:lnTo>
                    <a:pt x="3976223" y="726629"/>
                  </a:lnTo>
                  <a:lnTo>
                    <a:pt x="3976316" y="726629"/>
                  </a:lnTo>
                  <a:lnTo>
                    <a:pt x="3976409" y="726629"/>
                  </a:lnTo>
                  <a:lnTo>
                    <a:pt x="3976502" y="726629"/>
                  </a:lnTo>
                  <a:lnTo>
                    <a:pt x="3976596" y="726629"/>
                  </a:lnTo>
                  <a:lnTo>
                    <a:pt x="3976689" y="726629"/>
                  </a:lnTo>
                  <a:lnTo>
                    <a:pt x="3976782" y="726629"/>
                  </a:lnTo>
                  <a:lnTo>
                    <a:pt x="3976875" y="726629"/>
                  </a:lnTo>
                  <a:lnTo>
                    <a:pt x="3976969" y="726629"/>
                  </a:lnTo>
                  <a:lnTo>
                    <a:pt x="3977062" y="726629"/>
                  </a:lnTo>
                  <a:lnTo>
                    <a:pt x="3977155" y="726629"/>
                  </a:lnTo>
                  <a:lnTo>
                    <a:pt x="3977248" y="726629"/>
                  </a:lnTo>
                  <a:lnTo>
                    <a:pt x="3977342" y="726629"/>
                  </a:lnTo>
                  <a:lnTo>
                    <a:pt x="3977435" y="726629"/>
                  </a:lnTo>
                  <a:lnTo>
                    <a:pt x="3977528" y="726629"/>
                  </a:lnTo>
                  <a:lnTo>
                    <a:pt x="3977621" y="726629"/>
                  </a:lnTo>
                  <a:lnTo>
                    <a:pt x="3977715" y="726629"/>
                  </a:lnTo>
                  <a:lnTo>
                    <a:pt x="3977808" y="726629"/>
                  </a:lnTo>
                  <a:lnTo>
                    <a:pt x="3977901" y="726629"/>
                  </a:lnTo>
                  <a:lnTo>
                    <a:pt x="3977994" y="726629"/>
                  </a:lnTo>
                  <a:lnTo>
                    <a:pt x="3978088" y="726629"/>
                  </a:lnTo>
                  <a:lnTo>
                    <a:pt x="3978181" y="726629"/>
                  </a:lnTo>
                  <a:lnTo>
                    <a:pt x="3978274" y="726629"/>
                  </a:lnTo>
                  <a:lnTo>
                    <a:pt x="3978367" y="726629"/>
                  </a:lnTo>
                  <a:lnTo>
                    <a:pt x="3978461" y="726629"/>
                  </a:lnTo>
                  <a:lnTo>
                    <a:pt x="3978554" y="726629"/>
                  </a:lnTo>
                  <a:lnTo>
                    <a:pt x="3978647" y="726629"/>
                  </a:lnTo>
                  <a:lnTo>
                    <a:pt x="3978740" y="726629"/>
                  </a:lnTo>
                  <a:lnTo>
                    <a:pt x="3978834" y="726629"/>
                  </a:lnTo>
                  <a:lnTo>
                    <a:pt x="3978927" y="726629"/>
                  </a:lnTo>
                  <a:lnTo>
                    <a:pt x="3979020" y="726629"/>
                  </a:lnTo>
                  <a:lnTo>
                    <a:pt x="3979113" y="726629"/>
                  </a:lnTo>
                  <a:lnTo>
                    <a:pt x="3979207" y="726629"/>
                  </a:lnTo>
                  <a:lnTo>
                    <a:pt x="3979300" y="726629"/>
                  </a:lnTo>
                  <a:lnTo>
                    <a:pt x="3979393" y="726629"/>
                  </a:lnTo>
                  <a:lnTo>
                    <a:pt x="3979486" y="726629"/>
                  </a:lnTo>
                  <a:lnTo>
                    <a:pt x="3979580" y="726629"/>
                  </a:lnTo>
                  <a:lnTo>
                    <a:pt x="3979673" y="726629"/>
                  </a:lnTo>
                  <a:lnTo>
                    <a:pt x="3979766" y="726629"/>
                  </a:lnTo>
                  <a:lnTo>
                    <a:pt x="3979859" y="726629"/>
                  </a:lnTo>
                  <a:lnTo>
                    <a:pt x="3979953" y="726629"/>
                  </a:lnTo>
                  <a:lnTo>
                    <a:pt x="3980046" y="726629"/>
                  </a:lnTo>
                  <a:lnTo>
                    <a:pt x="3980139" y="726629"/>
                  </a:lnTo>
                  <a:lnTo>
                    <a:pt x="3980232" y="726629"/>
                  </a:lnTo>
                  <a:lnTo>
                    <a:pt x="3980326" y="726629"/>
                  </a:lnTo>
                  <a:lnTo>
                    <a:pt x="3980419" y="726629"/>
                  </a:lnTo>
                  <a:lnTo>
                    <a:pt x="3980512" y="726629"/>
                  </a:lnTo>
                  <a:lnTo>
                    <a:pt x="3980605" y="726629"/>
                  </a:lnTo>
                  <a:lnTo>
                    <a:pt x="3980699" y="726629"/>
                  </a:lnTo>
                  <a:lnTo>
                    <a:pt x="3980792" y="726629"/>
                  </a:lnTo>
                  <a:lnTo>
                    <a:pt x="3980885" y="726629"/>
                  </a:lnTo>
                  <a:lnTo>
                    <a:pt x="3980978" y="726629"/>
                  </a:lnTo>
                  <a:lnTo>
                    <a:pt x="3981072" y="726629"/>
                  </a:lnTo>
                  <a:lnTo>
                    <a:pt x="3981165" y="726629"/>
                  </a:lnTo>
                  <a:lnTo>
                    <a:pt x="3981258" y="726629"/>
                  </a:lnTo>
                  <a:lnTo>
                    <a:pt x="3981351" y="726629"/>
                  </a:lnTo>
                  <a:lnTo>
                    <a:pt x="3981445" y="726629"/>
                  </a:lnTo>
                  <a:lnTo>
                    <a:pt x="3981538" y="726629"/>
                  </a:lnTo>
                  <a:lnTo>
                    <a:pt x="3981631" y="726629"/>
                  </a:lnTo>
                  <a:lnTo>
                    <a:pt x="3981724" y="726629"/>
                  </a:lnTo>
                  <a:lnTo>
                    <a:pt x="3981818" y="726629"/>
                  </a:lnTo>
                  <a:lnTo>
                    <a:pt x="3981911" y="726629"/>
                  </a:lnTo>
                  <a:lnTo>
                    <a:pt x="3982004" y="726629"/>
                  </a:lnTo>
                  <a:lnTo>
                    <a:pt x="3982097" y="726629"/>
                  </a:lnTo>
                  <a:lnTo>
                    <a:pt x="3982191" y="726629"/>
                  </a:lnTo>
                  <a:lnTo>
                    <a:pt x="3982284" y="726629"/>
                  </a:lnTo>
                  <a:lnTo>
                    <a:pt x="3982377" y="726629"/>
                  </a:lnTo>
                  <a:lnTo>
                    <a:pt x="3982470" y="726629"/>
                  </a:lnTo>
                  <a:lnTo>
                    <a:pt x="3982563" y="726629"/>
                  </a:lnTo>
                  <a:lnTo>
                    <a:pt x="3982657" y="726629"/>
                  </a:lnTo>
                  <a:lnTo>
                    <a:pt x="3982750" y="726629"/>
                  </a:lnTo>
                  <a:lnTo>
                    <a:pt x="3982843" y="726629"/>
                  </a:lnTo>
                  <a:lnTo>
                    <a:pt x="3982936" y="726629"/>
                  </a:lnTo>
                  <a:lnTo>
                    <a:pt x="3983030" y="726629"/>
                  </a:lnTo>
                  <a:lnTo>
                    <a:pt x="3983123" y="726629"/>
                  </a:lnTo>
                  <a:lnTo>
                    <a:pt x="3983216" y="726629"/>
                  </a:lnTo>
                  <a:lnTo>
                    <a:pt x="3983309" y="726629"/>
                  </a:lnTo>
                  <a:lnTo>
                    <a:pt x="3983403" y="726629"/>
                  </a:lnTo>
                  <a:lnTo>
                    <a:pt x="3983496" y="726629"/>
                  </a:lnTo>
                  <a:lnTo>
                    <a:pt x="3983589" y="726629"/>
                  </a:lnTo>
                  <a:lnTo>
                    <a:pt x="3983682" y="726629"/>
                  </a:lnTo>
                  <a:lnTo>
                    <a:pt x="3983776" y="726629"/>
                  </a:lnTo>
                  <a:lnTo>
                    <a:pt x="3983869" y="726629"/>
                  </a:lnTo>
                  <a:lnTo>
                    <a:pt x="3983962" y="726629"/>
                  </a:lnTo>
                  <a:lnTo>
                    <a:pt x="3984055" y="726629"/>
                  </a:lnTo>
                  <a:lnTo>
                    <a:pt x="3984149" y="726629"/>
                  </a:lnTo>
                  <a:lnTo>
                    <a:pt x="3984242" y="726629"/>
                  </a:lnTo>
                  <a:lnTo>
                    <a:pt x="3984335" y="726629"/>
                  </a:lnTo>
                  <a:lnTo>
                    <a:pt x="3984428" y="726629"/>
                  </a:lnTo>
                  <a:lnTo>
                    <a:pt x="3984522" y="726629"/>
                  </a:lnTo>
                  <a:lnTo>
                    <a:pt x="3984615" y="726629"/>
                  </a:lnTo>
                  <a:lnTo>
                    <a:pt x="3984708" y="726629"/>
                  </a:lnTo>
                  <a:lnTo>
                    <a:pt x="3984801" y="726629"/>
                  </a:lnTo>
                  <a:lnTo>
                    <a:pt x="3984895" y="726629"/>
                  </a:lnTo>
                  <a:lnTo>
                    <a:pt x="3984988" y="726629"/>
                  </a:lnTo>
                  <a:lnTo>
                    <a:pt x="3985081" y="726629"/>
                  </a:lnTo>
                  <a:lnTo>
                    <a:pt x="3985174" y="726629"/>
                  </a:lnTo>
                  <a:lnTo>
                    <a:pt x="3985268" y="726629"/>
                  </a:lnTo>
                  <a:lnTo>
                    <a:pt x="3985361" y="726629"/>
                  </a:lnTo>
                  <a:lnTo>
                    <a:pt x="3985454" y="726629"/>
                  </a:lnTo>
                  <a:lnTo>
                    <a:pt x="3985547" y="726629"/>
                  </a:lnTo>
                  <a:lnTo>
                    <a:pt x="3985641" y="726629"/>
                  </a:lnTo>
                  <a:lnTo>
                    <a:pt x="3985734" y="726629"/>
                  </a:lnTo>
                  <a:lnTo>
                    <a:pt x="3985827" y="726629"/>
                  </a:lnTo>
                  <a:lnTo>
                    <a:pt x="3985920" y="726629"/>
                  </a:lnTo>
                  <a:lnTo>
                    <a:pt x="3986014" y="726629"/>
                  </a:lnTo>
                  <a:lnTo>
                    <a:pt x="3986107" y="726629"/>
                  </a:lnTo>
                  <a:lnTo>
                    <a:pt x="3986200" y="726629"/>
                  </a:lnTo>
                  <a:lnTo>
                    <a:pt x="3986293" y="726629"/>
                  </a:lnTo>
                  <a:lnTo>
                    <a:pt x="3986387" y="726629"/>
                  </a:lnTo>
                  <a:lnTo>
                    <a:pt x="3986480" y="726629"/>
                  </a:lnTo>
                  <a:lnTo>
                    <a:pt x="3986573" y="726629"/>
                  </a:lnTo>
                  <a:lnTo>
                    <a:pt x="3986666" y="726629"/>
                  </a:lnTo>
                  <a:lnTo>
                    <a:pt x="3986760" y="726629"/>
                  </a:lnTo>
                  <a:lnTo>
                    <a:pt x="3986853" y="726629"/>
                  </a:lnTo>
                  <a:lnTo>
                    <a:pt x="3986946" y="726629"/>
                  </a:lnTo>
                  <a:lnTo>
                    <a:pt x="3987039" y="726629"/>
                  </a:lnTo>
                  <a:lnTo>
                    <a:pt x="3987133" y="726629"/>
                  </a:lnTo>
                  <a:lnTo>
                    <a:pt x="3987226" y="726629"/>
                  </a:lnTo>
                  <a:lnTo>
                    <a:pt x="3987319" y="726629"/>
                  </a:lnTo>
                  <a:lnTo>
                    <a:pt x="3987412" y="726629"/>
                  </a:lnTo>
                  <a:lnTo>
                    <a:pt x="3987506" y="726629"/>
                  </a:lnTo>
                  <a:lnTo>
                    <a:pt x="3987599" y="726629"/>
                  </a:lnTo>
                  <a:lnTo>
                    <a:pt x="3987692" y="726629"/>
                  </a:lnTo>
                  <a:lnTo>
                    <a:pt x="3987785" y="726629"/>
                  </a:lnTo>
                  <a:lnTo>
                    <a:pt x="3987879" y="726629"/>
                  </a:lnTo>
                  <a:lnTo>
                    <a:pt x="3987972" y="726629"/>
                  </a:lnTo>
                  <a:lnTo>
                    <a:pt x="3988065" y="726629"/>
                  </a:lnTo>
                  <a:lnTo>
                    <a:pt x="3988158" y="726629"/>
                  </a:lnTo>
                  <a:lnTo>
                    <a:pt x="3988252" y="726629"/>
                  </a:lnTo>
                  <a:lnTo>
                    <a:pt x="3988345" y="726629"/>
                  </a:lnTo>
                  <a:lnTo>
                    <a:pt x="3988438" y="726629"/>
                  </a:lnTo>
                  <a:lnTo>
                    <a:pt x="3988531" y="726629"/>
                  </a:lnTo>
                  <a:lnTo>
                    <a:pt x="3988625" y="726629"/>
                  </a:lnTo>
                  <a:lnTo>
                    <a:pt x="3988718" y="726629"/>
                  </a:lnTo>
                  <a:lnTo>
                    <a:pt x="3988811" y="726629"/>
                  </a:lnTo>
                  <a:lnTo>
                    <a:pt x="3988904" y="726629"/>
                  </a:lnTo>
                  <a:lnTo>
                    <a:pt x="3988998" y="726629"/>
                  </a:lnTo>
                  <a:lnTo>
                    <a:pt x="3989091" y="726629"/>
                  </a:lnTo>
                  <a:lnTo>
                    <a:pt x="3989184" y="726629"/>
                  </a:lnTo>
                  <a:lnTo>
                    <a:pt x="3989277" y="726629"/>
                  </a:lnTo>
                  <a:lnTo>
                    <a:pt x="3989370" y="726629"/>
                  </a:lnTo>
                  <a:lnTo>
                    <a:pt x="3989464" y="726629"/>
                  </a:lnTo>
                  <a:lnTo>
                    <a:pt x="3989557" y="726629"/>
                  </a:lnTo>
                  <a:lnTo>
                    <a:pt x="3989650" y="726629"/>
                  </a:lnTo>
                  <a:lnTo>
                    <a:pt x="3989743" y="726629"/>
                  </a:lnTo>
                  <a:lnTo>
                    <a:pt x="3989837" y="726629"/>
                  </a:lnTo>
                  <a:lnTo>
                    <a:pt x="3989930" y="726629"/>
                  </a:lnTo>
                  <a:lnTo>
                    <a:pt x="3990023" y="726629"/>
                  </a:lnTo>
                  <a:lnTo>
                    <a:pt x="3990116" y="726629"/>
                  </a:lnTo>
                  <a:lnTo>
                    <a:pt x="3990210" y="726629"/>
                  </a:lnTo>
                  <a:lnTo>
                    <a:pt x="3990303" y="726629"/>
                  </a:lnTo>
                  <a:lnTo>
                    <a:pt x="3990396" y="726629"/>
                  </a:lnTo>
                  <a:lnTo>
                    <a:pt x="3990489" y="726629"/>
                  </a:lnTo>
                  <a:lnTo>
                    <a:pt x="3990583" y="726629"/>
                  </a:lnTo>
                  <a:lnTo>
                    <a:pt x="3990676" y="726629"/>
                  </a:lnTo>
                  <a:lnTo>
                    <a:pt x="3990769" y="726629"/>
                  </a:lnTo>
                  <a:lnTo>
                    <a:pt x="3990862" y="726629"/>
                  </a:lnTo>
                  <a:lnTo>
                    <a:pt x="3990956" y="726629"/>
                  </a:lnTo>
                  <a:lnTo>
                    <a:pt x="3991049" y="726629"/>
                  </a:lnTo>
                  <a:lnTo>
                    <a:pt x="3991142" y="726629"/>
                  </a:lnTo>
                  <a:lnTo>
                    <a:pt x="3991235" y="726629"/>
                  </a:lnTo>
                  <a:lnTo>
                    <a:pt x="3991329" y="726629"/>
                  </a:lnTo>
                  <a:lnTo>
                    <a:pt x="3991422" y="726629"/>
                  </a:lnTo>
                  <a:lnTo>
                    <a:pt x="3991515" y="726629"/>
                  </a:lnTo>
                  <a:lnTo>
                    <a:pt x="3991608" y="726629"/>
                  </a:lnTo>
                  <a:lnTo>
                    <a:pt x="3991702" y="726629"/>
                  </a:lnTo>
                  <a:lnTo>
                    <a:pt x="3991795" y="726629"/>
                  </a:lnTo>
                  <a:lnTo>
                    <a:pt x="3991888" y="726629"/>
                  </a:lnTo>
                  <a:lnTo>
                    <a:pt x="3991981" y="726629"/>
                  </a:lnTo>
                  <a:lnTo>
                    <a:pt x="3992075" y="726629"/>
                  </a:lnTo>
                  <a:lnTo>
                    <a:pt x="3992168" y="726629"/>
                  </a:lnTo>
                  <a:lnTo>
                    <a:pt x="3992261" y="726629"/>
                  </a:lnTo>
                  <a:lnTo>
                    <a:pt x="3992354" y="726629"/>
                  </a:lnTo>
                  <a:lnTo>
                    <a:pt x="3992448" y="726629"/>
                  </a:lnTo>
                  <a:lnTo>
                    <a:pt x="3992541" y="726629"/>
                  </a:lnTo>
                  <a:lnTo>
                    <a:pt x="3992634" y="726629"/>
                  </a:lnTo>
                  <a:lnTo>
                    <a:pt x="3992727" y="726629"/>
                  </a:lnTo>
                  <a:lnTo>
                    <a:pt x="3992821" y="726629"/>
                  </a:lnTo>
                  <a:lnTo>
                    <a:pt x="3992914" y="726629"/>
                  </a:lnTo>
                  <a:lnTo>
                    <a:pt x="3993007" y="726629"/>
                  </a:lnTo>
                  <a:lnTo>
                    <a:pt x="3993100" y="726629"/>
                  </a:lnTo>
                  <a:lnTo>
                    <a:pt x="3993194" y="726629"/>
                  </a:lnTo>
                  <a:lnTo>
                    <a:pt x="3993287" y="726629"/>
                  </a:lnTo>
                  <a:lnTo>
                    <a:pt x="3993380" y="726629"/>
                  </a:lnTo>
                  <a:lnTo>
                    <a:pt x="3993473" y="726629"/>
                  </a:lnTo>
                  <a:lnTo>
                    <a:pt x="3993567" y="726629"/>
                  </a:lnTo>
                  <a:lnTo>
                    <a:pt x="3993660" y="726629"/>
                  </a:lnTo>
                  <a:lnTo>
                    <a:pt x="3993753" y="726629"/>
                  </a:lnTo>
                  <a:lnTo>
                    <a:pt x="3993846" y="726629"/>
                  </a:lnTo>
                  <a:lnTo>
                    <a:pt x="3993940" y="726629"/>
                  </a:lnTo>
                  <a:lnTo>
                    <a:pt x="3994033" y="726629"/>
                  </a:lnTo>
                  <a:lnTo>
                    <a:pt x="3994126" y="726629"/>
                  </a:lnTo>
                  <a:lnTo>
                    <a:pt x="3994219" y="726629"/>
                  </a:lnTo>
                  <a:lnTo>
                    <a:pt x="3994313" y="726629"/>
                  </a:lnTo>
                  <a:lnTo>
                    <a:pt x="3994406" y="726629"/>
                  </a:lnTo>
                  <a:lnTo>
                    <a:pt x="3994499" y="726629"/>
                  </a:lnTo>
                  <a:lnTo>
                    <a:pt x="3994592" y="726629"/>
                  </a:lnTo>
                  <a:lnTo>
                    <a:pt x="3994686" y="726629"/>
                  </a:lnTo>
                  <a:lnTo>
                    <a:pt x="3994779" y="726629"/>
                  </a:lnTo>
                  <a:lnTo>
                    <a:pt x="3994872" y="726629"/>
                  </a:lnTo>
                  <a:lnTo>
                    <a:pt x="3994965" y="726629"/>
                  </a:lnTo>
                  <a:lnTo>
                    <a:pt x="3995059" y="726629"/>
                  </a:lnTo>
                  <a:lnTo>
                    <a:pt x="3995152" y="726629"/>
                  </a:lnTo>
                  <a:lnTo>
                    <a:pt x="3995245" y="726629"/>
                  </a:lnTo>
                  <a:lnTo>
                    <a:pt x="3995338" y="726629"/>
                  </a:lnTo>
                  <a:lnTo>
                    <a:pt x="3995432" y="726629"/>
                  </a:lnTo>
                  <a:lnTo>
                    <a:pt x="3995525" y="726629"/>
                  </a:lnTo>
                  <a:lnTo>
                    <a:pt x="3995618" y="726629"/>
                  </a:lnTo>
                  <a:lnTo>
                    <a:pt x="3995711" y="726629"/>
                  </a:lnTo>
                  <a:lnTo>
                    <a:pt x="3995805" y="726629"/>
                  </a:lnTo>
                  <a:lnTo>
                    <a:pt x="3995898" y="726629"/>
                  </a:lnTo>
                  <a:lnTo>
                    <a:pt x="3995991" y="726629"/>
                  </a:lnTo>
                  <a:lnTo>
                    <a:pt x="3996084" y="726629"/>
                  </a:lnTo>
                  <a:lnTo>
                    <a:pt x="3996177" y="726629"/>
                  </a:lnTo>
                  <a:lnTo>
                    <a:pt x="3996271" y="726629"/>
                  </a:lnTo>
                  <a:lnTo>
                    <a:pt x="3996364" y="726629"/>
                  </a:lnTo>
                  <a:lnTo>
                    <a:pt x="3996457" y="726629"/>
                  </a:lnTo>
                  <a:lnTo>
                    <a:pt x="3996550" y="726629"/>
                  </a:lnTo>
                  <a:lnTo>
                    <a:pt x="3996644" y="726629"/>
                  </a:lnTo>
                  <a:lnTo>
                    <a:pt x="3996737" y="726629"/>
                  </a:lnTo>
                  <a:lnTo>
                    <a:pt x="3996830" y="726629"/>
                  </a:lnTo>
                  <a:lnTo>
                    <a:pt x="3996923" y="726629"/>
                  </a:lnTo>
                  <a:lnTo>
                    <a:pt x="3997017" y="726629"/>
                  </a:lnTo>
                  <a:lnTo>
                    <a:pt x="3997110" y="726629"/>
                  </a:lnTo>
                  <a:lnTo>
                    <a:pt x="3997203" y="726629"/>
                  </a:lnTo>
                  <a:lnTo>
                    <a:pt x="3997296" y="726629"/>
                  </a:lnTo>
                  <a:lnTo>
                    <a:pt x="3997390" y="726629"/>
                  </a:lnTo>
                  <a:lnTo>
                    <a:pt x="3997483" y="726629"/>
                  </a:lnTo>
                  <a:lnTo>
                    <a:pt x="3997576" y="726629"/>
                  </a:lnTo>
                  <a:lnTo>
                    <a:pt x="3997669" y="726629"/>
                  </a:lnTo>
                  <a:lnTo>
                    <a:pt x="3997763" y="726629"/>
                  </a:lnTo>
                  <a:lnTo>
                    <a:pt x="3997856" y="726629"/>
                  </a:lnTo>
                  <a:lnTo>
                    <a:pt x="3997949" y="726629"/>
                  </a:lnTo>
                  <a:lnTo>
                    <a:pt x="3998042" y="726629"/>
                  </a:lnTo>
                  <a:lnTo>
                    <a:pt x="3998136" y="726629"/>
                  </a:lnTo>
                  <a:lnTo>
                    <a:pt x="3998229" y="726629"/>
                  </a:lnTo>
                  <a:lnTo>
                    <a:pt x="3998322" y="726629"/>
                  </a:lnTo>
                  <a:lnTo>
                    <a:pt x="3998415" y="726629"/>
                  </a:lnTo>
                  <a:lnTo>
                    <a:pt x="3998509" y="726629"/>
                  </a:lnTo>
                  <a:lnTo>
                    <a:pt x="3998602" y="726629"/>
                  </a:lnTo>
                  <a:lnTo>
                    <a:pt x="3998695" y="726629"/>
                  </a:lnTo>
                  <a:lnTo>
                    <a:pt x="3998788" y="726629"/>
                  </a:lnTo>
                  <a:lnTo>
                    <a:pt x="3998882" y="726629"/>
                  </a:lnTo>
                  <a:lnTo>
                    <a:pt x="3998975" y="726629"/>
                  </a:lnTo>
                  <a:lnTo>
                    <a:pt x="3999068" y="726629"/>
                  </a:lnTo>
                  <a:lnTo>
                    <a:pt x="3999161" y="726629"/>
                  </a:lnTo>
                  <a:lnTo>
                    <a:pt x="3999255" y="726629"/>
                  </a:lnTo>
                  <a:lnTo>
                    <a:pt x="3999348" y="726629"/>
                  </a:lnTo>
                  <a:lnTo>
                    <a:pt x="3999441" y="726629"/>
                  </a:lnTo>
                  <a:lnTo>
                    <a:pt x="3999534" y="726629"/>
                  </a:lnTo>
                  <a:lnTo>
                    <a:pt x="3999628" y="726629"/>
                  </a:lnTo>
                  <a:lnTo>
                    <a:pt x="3999721" y="726629"/>
                  </a:lnTo>
                  <a:lnTo>
                    <a:pt x="3999814" y="726629"/>
                  </a:lnTo>
                  <a:lnTo>
                    <a:pt x="3999907" y="726629"/>
                  </a:lnTo>
                  <a:lnTo>
                    <a:pt x="4000001" y="726629"/>
                  </a:lnTo>
                  <a:lnTo>
                    <a:pt x="4000094" y="726629"/>
                  </a:lnTo>
                  <a:lnTo>
                    <a:pt x="4000187" y="726629"/>
                  </a:lnTo>
                  <a:lnTo>
                    <a:pt x="4000280" y="726629"/>
                  </a:lnTo>
                  <a:lnTo>
                    <a:pt x="4000374" y="726629"/>
                  </a:lnTo>
                  <a:lnTo>
                    <a:pt x="4000467" y="726629"/>
                  </a:lnTo>
                  <a:lnTo>
                    <a:pt x="4000560" y="726629"/>
                  </a:lnTo>
                  <a:lnTo>
                    <a:pt x="4000653" y="726629"/>
                  </a:lnTo>
                  <a:lnTo>
                    <a:pt x="4000747" y="726629"/>
                  </a:lnTo>
                  <a:lnTo>
                    <a:pt x="4000840" y="726629"/>
                  </a:lnTo>
                  <a:lnTo>
                    <a:pt x="4000933" y="726629"/>
                  </a:lnTo>
                  <a:lnTo>
                    <a:pt x="4001026" y="726629"/>
                  </a:lnTo>
                  <a:lnTo>
                    <a:pt x="4001120" y="726629"/>
                  </a:lnTo>
                  <a:lnTo>
                    <a:pt x="4001213" y="726629"/>
                  </a:lnTo>
                  <a:lnTo>
                    <a:pt x="4001306" y="726629"/>
                  </a:lnTo>
                  <a:lnTo>
                    <a:pt x="4001399" y="726629"/>
                  </a:lnTo>
                  <a:lnTo>
                    <a:pt x="4001493" y="726629"/>
                  </a:lnTo>
                  <a:lnTo>
                    <a:pt x="4001586" y="726629"/>
                  </a:lnTo>
                  <a:lnTo>
                    <a:pt x="4001679" y="726629"/>
                  </a:lnTo>
                  <a:lnTo>
                    <a:pt x="4001772" y="726629"/>
                  </a:lnTo>
                  <a:lnTo>
                    <a:pt x="4001866" y="726629"/>
                  </a:lnTo>
                  <a:lnTo>
                    <a:pt x="4001959" y="726629"/>
                  </a:lnTo>
                  <a:lnTo>
                    <a:pt x="4002052" y="726629"/>
                  </a:lnTo>
                  <a:lnTo>
                    <a:pt x="4002145" y="726629"/>
                  </a:lnTo>
                  <a:lnTo>
                    <a:pt x="4002239" y="726629"/>
                  </a:lnTo>
                  <a:lnTo>
                    <a:pt x="4002332" y="726629"/>
                  </a:lnTo>
                  <a:lnTo>
                    <a:pt x="4002425" y="726629"/>
                  </a:lnTo>
                  <a:lnTo>
                    <a:pt x="4002518" y="726629"/>
                  </a:lnTo>
                  <a:lnTo>
                    <a:pt x="4002612" y="726629"/>
                  </a:lnTo>
                  <a:lnTo>
                    <a:pt x="4002705" y="726629"/>
                  </a:lnTo>
                  <a:lnTo>
                    <a:pt x="4002798" y="726629"/>
                  </a:lnTo>
                  <a:lnTo>
                    <a:pt x="4002891" y="726629"/>
                  </a:lnTo>
                  <a:lnTo>
                    <a:pt x="4002985" y="726629"/>
                  </a:lnTo>
                  <a:lnTo>
                    <a:pt x="4003078" y="726629"/>
                  </a:lnTo>
                  <a:lnTo>
                    <a:pt x="4003171" y="726629"/>
                  </a:lnTo>
                  <a:lnTo>
                    <a:pt x="4003264" y="726629"/>
                  </a:lnTo>
                  <a:lnTo>
                    <a:pt x="4003357" y="726629"/>
                  </a:lnTo>
                  <a:lnTo>
                    <a:pt x="4003451" y="726629"/>
                  </a:lnTo>
                  <a:lnTo>
                    <a:pt x="4003544" y="726629"/>
                  </a:lnTo>
                  <a:lnTo>
                    <a:pt x="4003637" y="726629"/>
                  </a:lnTo>
                  <a:lnTo>
                    <a:pt x="4003730" y="726629"/>
                  </a:lnTo>
                  <a:lnTo>
                    <a:pt x="4003824" y="726629"/>
                  </a:lnTo>
                  <a:lnTo>
                    <a:pt x="4003917" y="726629"/>
                  </a:lnTo>
                  <a:lnTo>
                    <a:pt x="4004010" y="726629"/>
                  </a:lnTo>
                  <a:lnTo>
                    <a:pt x="4004103" y="726629"/>
                  </a:lnTo>
                  <a:lnTo>
                    <a:pt x="4004197" y="726629"/>
                  </a:lnTo>
                  <a:lnTo>
                    <a:pt x="4004290" y="726629"/>
                  </a:lnTo>
                  <a:lnTo>
                    <a:pt x="4004383" y="726629"/>
                  </a:lnTo>
                  <a:lnTo>
                    <a:pt x="4004476" y="726629"/>
                  </a:lnTo>
                  <a:lnTo>
                    <a:pt x="4004570" y="726629"/>
                  </a:lnTo>
                  <a:lnTo>
                    <a:pt x="4004663" y="726629"/>
                  </a:lnTo>
                  <a:lnTo>
                    <a:pt x="4004756" y="726629"/>
                  </a:lnTo>
                  <a:lnTo>
                    <a:pt x="4004849" y="726629"/>
                  </a:lnTo>
                  <a:lnTo>
                    <a:pt x="4004943" y="726629"/>
                  </a:lnTo>
                  <a:lnTo>
                    <a:pt x="4005036" y="726629"/>
                  </a:lnTo>
                  <a:lnTo>
                    <a:pt x="4005129" y="726629"/>
                  </a:lnTo>
                  <a:lnTo>
                    <a:pt x="4005222" y="726629"/>
                  </a:lnTo>
                  <a:lnTo>
                    <a:pt x="4005316" y="726629"/>
                  </a:lnTo>
                  <a:lnTo>
                    <a:pt x="4005409" y="726629"/>
                  </a:lnTo>
                  <a:lnTo>
                    <a:pt x="4005502" y="726629"/>
                  </a:lnTo>
                  <a:lnTo>
                    <a:pt x="4005595" y="726629"/>
                  </a:lnTo>
                  <a:lnTo>
                    <a:pt x="4005689" y="726629"/>
                  </a:lnTo>
                  <a:lnTo>
                    <a:pt x="4005782" y="726629"/>
                  </a:lnTo>
                  <a:lnTo>
                    <a:pt x="4005875" y="726629"/>
                  </a:lnTo>
                  <a:lnTo>
                    <a:pt x="4005968" y="726629"/>
                  </a:lnTo>
                  <a:lnTo>
                    <a:pt x="4006062" y="726629"/>
                  </a:lnTo>
                  <a:lnTo>
                    <a:pt x="4006155" y="726629"/>
                  </a:lnTo>
                  <a:lnTo>
                    <a:pt x="4006248" y="726629"/>
                  </a:lnTo>
                  <a:lnTo>
                    <a:pt x="4006341" y="726629"/>
                  </a:lnTo>
                  <a:lnTo>
                    <a:pt x="4006435" y="726629"/>
                  </a:lnTo>
                  <a:lnTo>
                    <a:pt x="4006528" y="726629"/>
                  </a:lnTo>
                  <a:lnTo>
                    <a:pt x="4006621" y="726629"/>
                  </a:lnTo>
                  <a:lnTo>
                    <a:pt x="4006714" y="726629"/>
                  </a:lnTo>
                  <a:lnTo>
                    <a:pt x="4006808" y="726629"/>
                  </a:lnTo>
                  <a:lnTo>
                    <a:pt x="4006901" y="726629"/>
                  </a:lnTo>
                  <a:lnTo>
                    <a:pt x="4006994" y="726629"/>
                  </a:lnTo>
                  <a:lnTo>
                    <a:pt x="4007087" y="726629"/>
                  </a:lnTo>
                  <a:lnTo>
                    <a:pt x="4007181" y="726629"/>
                  </a:lnTo>
                  <a:lnTo>
                    <a:pt x="4007274" y="726629"/>
                  </a:lnTo>
                  <a:lnTo>
                    <a:pt x="4007367" y="726629"/>
                  </a:lnTo>
                  <a:lnTo>
                    <a:pt x="4007460" y="726629"/>
                  </a:lnTo>
                  <a:lnTo>
                    <a:pt x="4007554" y="726629"/>
                  </a:lnTo>
                  <a:lnTo>
                    <a:pt x="4007647" y="726629"/>
                  </a:lnTo>
                  <a:lnTo>
                    <a:pt x="4007740" y="726629"/>
                  </a:lnTo>
                  <a:lnTo>
                    <a:pt x="4007833" y="726629"/>
                  </a:lnTo>
                  <a:lnTo>
                    <a:pt x="4007927" y="726629"/>
                  </a:lnTo>
                  <a:lnTo>
                    <a:pt x="4008020" y="726629"/>
                  </a:lnTo>
                  <a:lnTo>
                    <a:pt x="4008113" y="726629"/>
                  </a:lnTo>
                  <a:lnTo>
                    <a:pt x="4008206" y="726629"/>
                  </a:lnTo>
                  <a:lnTo>
                    <a:pt x="4008300" y="726629"/>
                  </a:lnTo>
                  <a:lnTo>
                    <a:pt x="4008393" y="726629"/>
                  </a:lnTo>
                  <a:lnTo>
                    <a:pt x="4008486" y="726629"/>
                  </a:lnTo>
                  <a:lnTo>
                    <a:pt x="4008579" y="726629"/>
                  </a:lnTo>
                  <a:lnTo>
                    <a:pt x="4008673" y="726629"/>
                  </a:lnTo>
                  <a:lnTo>
                    <a:pt x="4008766" y="726629"/>
                  </a:lnTo>
                  <a:lnTo>
                    <a:pt x="4008859" y="726629"/>
                  </a:lnTo>
                  <a:lnTo>
                    <a:pt x="4008952" y="726629"/>
                  </a:lnTo>
                  <a:lnTo>
                    <a:pt x="4009046" y="726629"/>
                  </a:lnTo>
                  <a:lnTo>
                    <a:pt x="4009139" y="726629"/>
                  </a:lnTo>
                  <a:lnTo>
                    <a:pt x="4009232" y="726629"/>
                  </a:lnTo>
                  <a:lnTo>
                    <a:pt x="4009325" y="726629"/>
                  </a:lnTo>
                  <a:lnTo>
                    <a:pt x="4009419" y="726629"/>
                  </a:lnTo>
                  <a:lnTo>
                    <a:pt x="4009512" y="726629"/>
                  </a:lnTo>
                  <a:lnTo>
                    <a:pt x="4009605" y="726629"/>
                  </a:lnTo>
                  <a:lnTo>
                    <a:pt x="4009698" y="726629"/>
                  </a:lnTo>
                  <a:lnTo>
                    <a:pt x="4009792" y="726629"/>
                  </a:lnTo>
                  <a:lnTo>
                    <a:pt x="4009885" y="726629"/>
                  </a:lnTo>
                  <a:lnTo>
                    <a:pt x="4009978" y="726629"/>
                  </a:lnTo>
                  <a:lnTo>
                    <a:pt x="4010071" y="726629"/>
                  </a:lnTo>
                  <a:lnTo>
                    <a:pt x="4010164" y="726629"/>
                  </a:lnTo>
                  <a:lnTo>
                    <a:pt x="4010258" y="726629"/>
                  </a:lnTo>
                  <a:lnTo>
                    <a:pt x="4010351" y="726629"/>
                  </a:lnTo>
                  <a:lnTo>
                    <a:pt x="4010444" y="726629"/>
                  </a:lnTo>
                  <a:lnTo>
                    <a:pt x="4010537" y="726629"/>
                  </a:lnTo>
                  <a:lnTo>
                    <a:pt x="4010631" y="726629"/>
                  </a:lnTo>
                  <a:lnTo>
                    <a:pt x="4010724" y="726629"/>
                  </a:lnTo>
                  <a:lnTo>
                    <a:pt x="4010817" y="726629"/>
                  </a:lnTo>
                  <a:lnTo>
                    <a:pt x="4010910" y="726629"/>
                  </a:lnTo>
                  <a:lnTo>
                    <a:pt x="4011004" y="726629"/>
                  </a:lnTo>
                  <a:lnTo>
                    <a:pt x="4011097" y="726629"/>
                  </a:lnTo>
                  <a:lnTo>
                    <a:pt x="4011190" y="726629"/>
                  </a:lnTo>
                  <a:lnTo>
                    <a:pt x="4011283" y="726629"/>
                  </a:lnTo>
                  <a:lnTo>
                    <a:pt x="4011377" y="726629"/>
                  </a:lnTo>
                  <a:lnTo>
                    <a:pt x="4011470" y="726629"/>
                  </a:lnTo>
                  <a:lnTo>
                    <a:pt x="4011563" y="726629"/>
                  </a:lnTo>
                  <a:lnTo>
                    <a:pt x="4011656" y="726629"/>
                  </a:lnTo>
                  <a:lnTo>
                    <a:pt x="4011750" y="726629"/>
                  </a:lnTo>
                  <a:lnTo>
                    <a:pt x="4011843" y="726629"/>
                  </a:lnTo>
                  <a:lnTo>
                    <a:pt x="4011936" y="726629"/>
                  </a:lnTo>
                  <a:lnTo>
                    <a:pt x="4012029" y="726629"/>
                  </a:lnTo>
                  <a:lnTo>
                    <a:pt x="4012123" y="726629"/>
                  </a:lnTo>
                  <a:lnTo>
                    <a:pt x="4012216" y="726629"/>
                  </a:lnTo>
                  <a:lnTo>
                    <a:pt x="4012309" y="726629"/>
                  </a:lnTo>
                  <a:lnTo>
                    <a:pt x="4012402" y="726629"/>
                  </a:lnTo>
                  <a:lnTo>
                    <a:pt x="4012496" y="726629"/>
                  </a:lnTo>
                  <a:lnTo>
                    <a:pt x="4012589" y="726629"/>
                  </a:lnTo>
                  <a:lnTo>
                    <a:pt x="4012682" y="726629"/>
                  </a:lnTo>
                  <a:lnTo>
                    <a:pt x="4012775" y="726629"/>
                  </a:lnTo>
                  <a:lnTo>
                    <a:pt x="4012869" y="726629"/>
                  </a:lnTo>
                  <a:lnTo>
                    <a:pt x="4012962" y="726629"/>
                  </a:lnTo>
                  <a:lnTo>
                    <a:pt x="4013055" y="726629"/>
                  </a:lnTo>
                  <a:lnTo>
                    <a:pt x="4013148" y="726629"/>
                  </a:lnTo>
                  <a:lnTo>
                    <a:pt x="4013242" y="726629"/>
                  </a:lnTo>
                  <a:lnTo>
                    <a:pt x="4013335" y="726629"/>
                  </a:lnTo>
                  <a:lnTo>
                    <a:pt x="4013428" y="726629"/>
                  </a:lnTo>
                  <a:lnTo>
                    <a:pt x="4013521" y="726629"/>
                  </a:lnTo>
                  <a:lnTo>
                    <a:pt x="4013615" y="726629"/>
                  </a:lnTo>
                  <a:lnTo>
                    <a:pt x="4013708" y="726629"/>
                  </a:lnTo>
                  <a:lnTo>
                    <a:pt x="4013801" y="726629"/>
                  </a:lnTo>
                  <a:lnTo>
                    <a:pt x="4013894" y="726629"/>
                  </a:lnTo>
                  <a:lnTo>
                    <a:pt x="4013988" y="726629"/>
                  </a:lnTo>
                  <a:lnTo>
                    <a:pt x="4014081" y="726629"/>
                  </a:lnTo>
                  <a:lnTo>
                    <a:pt x="4014174" y="726629"/>
                  </a:lnTo>
                  <a:lnTo>
                    <a:pt x="4014267" y="726629"/>
                  </a:lnTo>
                  <a:lnTo>
                    <a:pt x="4014361" y="726629"/>
                  </a:lnTo>
                  <a:lnTo>
                    <a:pt x="4014454" y="726629"/>
                  </a:lnTo>
                  <a:lnTo>
                    <a:pt x="4014547" y="726629"/>
                  </a:lnTo>
                  <a:lnTo>
                    <a:pt x="4014640" y="726629"/>
                  </a:lnTo>
                  <a:lnTo>
                    <a:pt x="4014734" y="726629"/>
                  </a:lnTo>
                  <a:lnTo>
                    <a:pt x="4014827" y="726629"/>
                  </a:lnTo>
                  <a:lnTo>
                    <a:pt x="4014920" y="726629"/>
                  </a:lnTo>
                  <a:lnTo>
                    <a:pt x="4015013" y="726629"/>
                  </a:lnTo>
                  <a:lnTo>
                    <a:pt x="4015107" y="726629"/>
                  </a:lnTo>
                  <a:lnTo>
                    <a:pt x="4015200" y="726629"/>
                  </a:lnTo>
                  <a:lnTo>
                    <a:pt x="4015293" y="726629"/>
                  </a:lnTo>
                  <a:lnTo>
                    <a:pt x="4015386" y="726629"/>
                  </a:lnTo>
                  <a:lnTo>
                    <a:pt x="4015480" y="726629"/>
                  </a:lnTo>
                  <a:lnTo>
                    <a:pt x="4015573" y="726629"/>
                  </a:lnTo>
                  <a:lnTo>
                    <a:pt x="4015666" y="726629"/>
                  </a:lnTo>
                  <a:lnTo>
                    <a:pt x="4015759" y="726629"/>
                  </a:lnTo>
                  <a:lnTo>
                    <a:pt x="4015853" y="726629"/>
                  </a:lnTo>
                  <a:lnTo>
                    <a:pt x="4015946" y="726629"/>
                  </a:lnTo>
                  <a:lnTo>
                    <a:pt x="4016039" y="726629"/>
                  </a:lnTo>
                  <a:lnTo>
                    <a:pt x="4016132" y="726629"/>
                  </a:lnTo>
                  <a:lnTo>
                    <a:pt x="4016226" y="726629"/>
                  </a:lnTo>
                  <a:lnTo>
                    <a:pt x="4016319" y="726629"/>
                  </a:lnTo>
                  <a:lnTo>
                    <a:pt x="4016412" y="726629"/>
                  </a:lnTo>
                  <a:lnTo>
                    <a:pt x="4016505" y="726629"/>
                  </a:lnTo>
                  <a:lnTo>
                    <a:pt x="4016599" y="726629"/>
                  </a:lnTo>
                  <a:lnTo>
                    <a:pt x="4016692" y="726629"/>
                  </a:lnTo>
                  <a:lnTo>
                    <a:pt x="4016785" y="726629"/>
                  </a:lnTo>
                  <a:lnTo>
                    <a:pt x="4016878" y="726629"/>
                  </a:lnTo>
                  <a:lnTo>
                    <a:pt x="4016972" y="726629"/>
                  </a:lnTo>
                  <a:lnTo>
                    <a:pt x="4017065" y="726629"/>
                  </a:lnTo>
                  <a:lnTo>
                    <a:pt x="4017158" y="726629"/>
                  </a:lnTo>
                  <a:lnTo>
                    <a:pt x="4017251" y="726629"/>
                  </a:lnTo>
                  <a:lnTo>
                    <a:pt x="4017344" y="726629"/>
                  </a:lnTo>
                  <a:lnTo>
                    <a:pt x="4017438" y="726629"/>
                  </a:lnTo>
                  <a:lnTo>
                    <a:pt x="4017531" y="726629"/>
                  </a:lnTo>
                  <a:lnTo>
                    <a:pt x="4017624" y="726629"/>
                  </a:lnTo>
                  <a:lnTo>
                    <a:pt x="4017717" y="726629"/>
                  </a:lnTo>
                  <a:lnTo>
                    <a:pt x="4017811" y="726629"/>
                  </a:lnTo>
                  <a:lnTo>
                    <a:pt x="4017904" y="726629"/>
                  </a:lnTo>
                  <a:lnTo>
                    <a:pt x="4017997" y="726629"/>
                  </a:lnTo>
                  <a:lnTo>
                    <a:pt x="4018090" y="726629"/>
                  </a:lnTo>
                  <a:lnTo>
                    <a:pt x="4018184" y="726629"/>
                  </a:lnTo>
                  <a:lnTo>
                    <a:pt x="4018277" y="726629"/>
                  </a:lnTo>
                  <a:lnTo>
                    <a:pt x="4018370" y="726629"/>
                  </a:lnTo>
                  <a:lnTo>
                    <a:pt x="4018463" y="726629"/>
                  </a:lnTo>
                  <a:lnTo>
                    <a:pt x="4018557" y="726629"/>
                  </a:lnTo>
                  <a:lnTo>
                    <a:pt x="4018650" y="726629"/>
                  </a:lnTo>
                  <a:lnTo>
                    <a:pt x="4018743" y="726629"/>
                  </a:lnTo>
                  <a:lnTo>
                    <a:pt x="4018836" y="726629"/>
                  </a:lnTo>
                  <a:lnTo>
                    <a:pt x="4018930" y="726629"/>
                  </a:lnTo>
                  <a:lnTo>
                    <a:pt x="4019023" y="726629"/>
                  </a:lnTo>
                  <a:lnTo>
                    <a:pt x="4019116" y="726629"/>
                  </a:lnTo>
                  <a:lnTo>
                    <a:pt x="4019209" y="726629"/>
                  </a:lnTo>
                  <a:lnTo>
                    <a:pt x="4019303" y="726629"/>
                  </a:lnTo>
                  <a:lnTo>
                    <a:pt x="4019396" y="726629"/>
                  </a:lnTo>
                  <a:lnTo>
                    <a:pt x="4019489" y="726629"/>
                  </a:lnTo>
                  <a:lnTo>
                    <a:pt x="4019582" y="726629"/>
                  </a:lnTo>
                  <a:lnTo>
                    <a:pt x="4019676" y="726629"/>
                  </a:lnTo>
                  <a:lnTo>
                    <a:pt x="4019769" y="726629"/>
                  </a:lnTo>
                  <a:lnTo>
                    <a:pt x="4019862" y="726629"/>
                  </a:lnTo>
                  <a:lnTo>
                    <a:pt x="4019955" y="726629"/>
                  </a:lnTo>
                  <a:lnTo>
                    <a:pt x="4020049" y="726629"/>
                  </a:lnTo>
                  <a:lnTo>
                    <a:pt x="4020142" y="726629"/>
                  </a:lnTo>
                  <a:lnTo>
                    <a:pt x="4020235" y="726629"/>
                  </a:lnTo>
                  <a:lnTo>
                    <a:pt x="4020328" y="726629"/>
                  </a:lnTo>
                  <a:lnTo>
                    <a:pt x="4020422" y="726629"/>
                  </a:lnTo>
                  <a:lnTo>
                    <a:pt x="4020515" y="726629"/>
                  </a:lnTo>
                  <a:lnTo>
                    <a:pt x="4020608" y="726629"/>
                  </a:lnTo>
                  <a:lnTo>
                    <a:pt x="4020701" y="726629"/>
                  </a:lnTo>
                  <a:lnTo>
                    <a:pt x="4020795" y="726629"/>
                  </a:lnTo>
                  <a:lnTo>
                    <a:pt x="4020888" y="726629"/>
                  </a:lnTo>
                  <a:lnTo>
                    <a:pt x="4020981" y="726629"/>
                  </a:lnTo>
                  <a:lnTo>
                    <a:pt x="4021074" y="726629"/>
                  </a:lnTo>
                  <a:lnTo>
                    <a:pt x="4021168" y="726629"/>
                  </a:lnTo>
                  <a:lnTo>
                    <a:pt x="4021261" y="726629"/>
                  </a:lnTo>
                  <a:lnTo>
                    <a:pt x="4021354" y="726629"/>
                  </a:lnTo>
                  <a:lnTo>
                    <a:pt x="4021447" y="726629"/>
                  </a:lnTo>
                  <a:lnTo>
                    <a:pt x="4021541" y="726629"/>
                  </a:lnTo>
                  <a:lnTo>
                    <a:pt x="4021634" y="726629"/>
                  </a:lnTo>
                  <a:lnTo>
                    <a:pt x="4021727" y="726629"/>
                  </a:lnTo>
                  <a:lnTo>
                    <a:pt x="4021820" y="726629"/>
                  </a:lnTo>
                  <a:lnTo>
                    <a:pt x="4021914" y="726629"/>
                  </a:lnTo>
                  <a:lnTo>
                    <a:pt x="4022007" y="726629"/>
                  </a:lnTo>
                  <a:lnTo>
                    <a:pt x="4022100" y="726629"/>
                  </a:lnTo>
                  <a:lnTo>
                    <a:pt x="4022193" y="726629"/>
                  </a:lnTo>
                  <a:lnTo>
                    <a:pt x="4022287" y="726629"/>
                  </a:lnTo>
                  <a:lnTo>
                    <a:pt x="4022380" y="726629"/>
                  </a:lnTo>
                  <a:lnTo>
                    <a:pt x="4022473" y="726629"/>
                  </a:lnTo>
                  <a:lnTo>
                    <a:pt x="4022566" y="726629"/>
                  </a:lnTo>
                  <a:lnTo>
                    <a:pt x="4022660" y="726629"/>
                  </a:lnTo>
                  <a:lnTo>
                    <a:pt x="4022753" y="726629"/>
                  </a:lnTo>
                  <a:lnTo>
                    <a:pt x="4022846" y="726629"/>
                  </a:lnTo>
                  <a:lnTo>
                    <a:pt x="4022939" y="726629"/>
                  </a:lnTo>
                  <a:lnTo>
                    <a:pt x="4023033" y="726629"/>
                  </a:lnTo>
                  <a:lnTo>
                    <a:pt x="4023126" y="726629"/>
                  </a:lnTo>
                  <a:lnTo>
                    <a:pt x="4023219" y="726629"/>
                  </a:lnTo>
                  <a:lnTo>
                    <a:pt x="4023312" y="726629"/>
                  </a:lnTo>
                  <a:lnTo>
                    <a:pt x="4023406" y="726629"/>
                  </a:lnTo>
                  <a:lnTo>
                    <a:pt x="4023499" y="726629"/>
                  </a:lnTo>
                  <a:lnTo>
                    <a:pt x="4023592" y="726629"/>
                  </a:lnTo>
                  <a:lnTo>
                    <a:pt x="4023685" y="726629"/>
                  </a:lnTo>
                  <a:lnTo>
                    <a:pt x="4023779" y="726629"/>
                  </a:lnTo>
                  <a:lnTo>
                    <a:pt x="4023872" y="726629"/>
                  </a:lnTo>
                  <a:lnTo>
                    <a:pt x="4023965" y="726629"/>
                  </a:lnTo>
                  <a:lnTo>
                    <a:pt x="4024058" y="726629"/>
                  </a:lnTo>
                  <a:lnTo>
                    <a:pt x="4024151" y="726629"/>
                  </a:lnTo>
                  <a:lnTo>
                    <a:pt x="4024151" y="716675"/>
                  </a:lnTo>
                  <a:lnTo>
                    <a:pt x="4024245" y="716675"/>
                  </a:lnTo>
                  <a:lnTo>
                    <a:pt x="4024338" y="716675"/>
                  </a:lnTo>
                  <a:lnTo>
                    <a:pt x="4024431" y="716675"/>
                  </a:lnTo>
                  <a:lnTo>
                    <a:pt x="4024524" y="716675"/>
                  </a:lnTo>
                  <a:lnTo>
                    <a:pt x="4024618" y="716675"/>
                  </a:lnTo>
                  <a:lnTo>
                    <a:pt x="4024711" y="716675"/>
                  </a:lnTo>
                  <a:lnTo>
                    <a:pt x="4024804" y="716675"/>
                  </a:lnTo>
                  <a:lnTo>
                    <a:pt x="4024897" y="716675"/>
                  </a:lnTo>
                  <a:lnTo>
                    <a:pt x="4024991" y="716675"/>
                  </a:lnTo>
                  <a:lnTo>
                    <a:pt x="4025084" y="716675"/>
                  </a:lnTo>
                  <a:lnTo>
                    <a:pt x="4025177" y="716675"/>
                  </a:lnTo>
                  <a:lnTo>
                    <a:pt x="4025270" y="716675"/>
                  </a:lnTo>
                  <a:lnTo>
                    <a:pt x="4025364" y="716675"/>
                  </a:lnTo>
                  <a:lnTo>
                    <a:pt x="4025457" y="716675"/>
                  </a:lnTo>
                  <a:lnTo>
                    <a:pt x="4025550" y="716675"/>
                  </a:lnTo>
                  <a:lnTo>
                    <a:pt x="4025643" y="716675"/>
                  </a:lnTo>
                  <a:lnTo>
                    <a:pt x="4025737" y="716675"/>
                  </a:lnTo>
                  <a:lnTo>
                    <a:pt x="4025830" y="716675"/>
                  </a:lnTo>
                  <a:lnTo>
                    <a:pt x="4025923" y="716675"/>
                  </a:lnTo>
                  <a:lnTo>
                    <a:pt x="4026016" y="716675"/>
                  </a:lnTo>
                  <a:lnTo>
                    <a:pt x="4026110" y="716675"/>
                  </a:lnTo>
                  <a:lnTo>
                    <a:pt x="4026203" y="716675"/>
                  </a:lnTo>
                  <a:lnTo>
                    <a:pt x="4026296" y="716675"/>
                  </a:lnTo>
                  <a:lnTo>
                    <a:pt x="4026389" y="716675"/>
                  </a:lnTo>
                  <a:lnTo>
                    <a:pt x="4026483" y="716675"/>
                  </a:lnTo>
                  <a:lnTo>
                    <a:pt x="4026576" y="716675"/>
                  </a:lnTo>
                  <a:lnTo>
                    <a:pt x="4026669" y="716675"/>
                  </a:lnTo>
                  <a:lnTo>
                    <a:pt x="4026762" y="716675"/>
                  </a:lnTo>
                  <a:lnTo>
                    <a:pt x="4026856" y="716675"/>
                  </a:lnTo>
                  <a:lnTo>
                    <a:pt x="4026949" y="716675"/>
                  </a:lnTo>
                  <a:lnTo>
                    <a:pt x="4027042" y="716675"/>
                  </a:lnTo>
                  <a:lnTo>
                    <a:pt x="4027135" y="716675"/>
                  </a:lnTo>
                  <a:lnTo>
                    <a:pt x="4027229" y="716675"/>
                  </a:lnTo>
                  <a:lnTo>
                    <a:pt x="4027322" y="716675"/>
                  </a:lnTo>
                  <a:lnTo>
                    <a:pt x="4027415" y="716675"/>
                  </a:lnTo>
                  <a:lnTo>
                    <a:pt x="4027508" y="716675"/>
                  </a:lnTo>
                  <a:lnTo>
                    <a:pt x="4027602" y="716675"/>
                  </a:lnTo>
                  <a:lnTo>
                    <a:pt x="4027695" y="716675"/>
                  </a:lnTo>
                  <a:lnTo>
                    <a:pt x="4027788" y="716675"/>
                  </a:lnTo>
                  <a:lnTo>
                    <a:pt x="4027881" y="716675"/>
                  </a:lnTo>
                  <a:lnTo>
                    <a:pt x="4027975" y="716675"/>
                  </a:lnTo>
                  <a:lnTo>
                    <a:pt x="4028068" y="716675"/>
                  </a:lnTo>
                  <a:lnTo>
                    <a:pt x="4028161" y="716675"/>
                  </a:lnTo>
                  <a:lnTo>
                    <a:pt x="4028254" y="716675"/>
                  </a:lnTo>
                  <a:lnTo>
                    <a:pt x="4028348" y="716675"/>
                  </a:lnTo>
                  <a:lnTo>
                    <a:pt x="4028441" y="716675"/>
                  </a:lnTo>
                  <a:lnTo>
                    <a:pt x="4028534" y="716675"/>
                  </a:lnTo>
                  <a:lnTo>
                    <a:pt x="4028627" y="716675"/>
                  </a:lnTo>
                  <a:lnTo>
                    <a:pt x="4028721" y="716675"/>
                  </a:lnTo>
                  <a:lnTo>
                    <a:pt x="4028814" y="716675"/>
                  </a:lnTo>
                  <a:lnTo>
                    <a:pt x="4028907" y="716675"/>
                  </a:lnTo>
                  <a:lnTo>
                    <a:pt x="4029000" y="716675"/>
                  </a:lnTo>
                  <a:lnTo>
                    <a:pt x="4029094" y="716675"/>
                  </a:lnTo>
                  <a:lnTo>
                    <a:pt x="4029187" y="716675"/>
                  </a:lnTo>
                  <a:lnTo>
                    <a:pt x="4029280" y="716675"/>
                  </a:lnTo>
                  <a:lnTo>
                    <a:pt x="4029280" y="706721"/>
                  </a:lnTo>
                  <a:lnTo>
                    <a:pt x="4029373" y="706721"/>
                  </a:lnTo>
                  <a:lnTo>
                    <a:pt x="4029467" y="706721"/>
                  </a:lnTo>
                  <a:lnTo>
                    <a:pt x="4029560" y="706721"/>
                  </a:lnTo>
                  <a:lnTo>
                    <a:pt x="4029653" y="706721"/>
                  </a:lnTo>
                  <a:lnTo>
                    <a:pt x="4029746" y="706721"/>
                  </a:lnTo>
                  <a:lnTo>
                    <a:pt x="4029840" y="706721"/>
                  </a:lnTo>
                  <a:lnTo>
                    <a:pt x="4029933" y="706721"/>
                  </a:lnTo>
                  <a:lnTo>
                    <a:pt x="4030026" y="706721"/>
                  </a:lnTo>
                  <a:lnTo>
                    <a:pt x="4030119" y="706721"/>
                  </a:lnTo>
                  <a:lnTo>
                    <a:pt x="4030213" y="706721"/>
                  </a:lnTo>
                  <a:lnTo>
                    <a:pt x="4030306" y="706721"/>
                  </a:lnTo>
                  <a:lnTo>
                    <a:pt x="4030399" y="706721"/>
                  </a:lnTo>
                  <a:lnTo>
                    <a:pt x="4030492" y="706721"/>
                  </a:lnTo>
                  <a:lnTo>
                    <a:pt x="4030586" y="706721"/>
                  </a:lnTo>
                  <a:lnTo>
                    <a:pt x="4030679" y="706721"/>
                  </a:lnTo>
                  <a:lnTo>
                    <a:pt x="4030772" y="706721"/>
                  </a:lnTo>
                  <a:lnTo>
                    <a:pt x="4030865" y="706721"/>
                  </a:lnTo>
                  <a:lnTo>
                    <a:pt x="4030958" y="706721"/>
                  </a:lnTo>
                  <a:lnTo>
                    <a:pt x="4031052" y="706721"/>
                  </a:lnTo>
                  <a:lnTo>
                    <a:pt x="4031145" y="706721"/>
                  </a:lnTo>
                  <a:lnTo>
                    <a:pt x="4031238" y="706721"/>
                  </a:lnTo>
                  <a:lnTo>
                    <a:pt x="4031331" y="706721"/>
                  </a:lnTo>
                  <a:lnTo>
                    <a:pt x="4031425" y="706721"/>
                  </a:lnTo>
                  <a:lnTo>
                    <a:pt x="4031518" y="706721"/>
                  </a:lnTo>
                  <a:lnTo>
                    <a:pt x="4031611" y="706721"/>
                  </a:lnTo>
                  <a:lnTo>
                    <a:pt x="4031704" y="706721"/>
                  </a:lnTo>
                  <a:lnTo>
                    <a:pt x="4031798" y="706721"/>
                  </a:lnTo>
                  <a:lnTo>
                    <a:pt x="4031891" y="706721"/>
                  </a:lnTo>
                  <a:lnTo>
                    <a:pt x="4031984" y="706721"/>
                  </a:lnTo>
                  <a:lnTo>
                    <a:pt x="4032077" y="706721"/>
                  </a:lnTo>
                  <a:lnTo>
                    <a:pt x="4032171" y="706721"/>
                  </a:lnTo>
                  <a:lnTo>
                    <a:pt x="4032264" y="706721"/>
                  </a:lnTo>
                  <a:lnTo>
                    <a:pt x="4032357" y="706721"/>
                  </a:lnTo>
                  <a:lnTo>
                    <a:pt x="4032450" y="706721"/>
                  </a:lnTo>
                  <a:lnTo>
                    <a:pt x="4032544" y="706721"/>
                  </a:lnTo>
                  <a:lnTo>
                    <a:pt x="4032637" y="706721"/>
                  </a:lnTo>
                  <a:lnTo>
                    <a:pt x="4032730" y="706721"/>
                  </a:lnTo>
                  <a:lnTo>
                    <a:pt x="4032823" y="706721"/>
                  </a:lnTo>
                  <a:lnTo>
                    <a:pt x="4032823" y="696767"/>
                  </a:lnTo>
                  <a:lnTo>
                    <a:pt x="4032917" y="696767"/>
                  </a:lnTo>
                  <a:lnTo>
                    <a:pt x="4033010" y="696767"/>
                  </a:lnTo>
                  <a:lnTo>
                    <a:pt x="4033103" y="696767"/>
                  </a:lnTo>
                  <a:lnTo>
                    <a:pt x="4033196" y="696767"/>
                  </a:lnTo>
                  <a:lnTo>
                    <a:pt x="4033290" y="696767"/>
                  </a:lnTo>
                  <a:lnTo>
                    <a:pt x="4033383" y="696767"/>
                  </a:lnTo>
                  <a:lnTo>
                    <a:pt x="4033476" y="696767"/>
                  </a:lnTo>
                  <a:lnTo>
                    <a:pt x="4033569" y="696767"/>
                  </a:lnTo>
                  <a:lnTo>
                    <a:pt x="4033663" y="696767"/>
                  </a:lnTo>
                  <a:lnTo>
                    <a:pt x="4033756" y="696767"/>
                  </a:lnTo>
                  <a:lnTo>
                    <a:pt x="4033849" y="696767"/>
                  </a:lnTo>
                  <a:lnTo>
                    <a:pt x="4033942" y="696767"/>
                  </a:lnTo>
                  <a:lnTo>
                    <a:pt x="4034036" y="696767"/>
                  </a:lnTo>
                  <a:lnTo>
                    <a:pt x="4034129" y="696767"/>
                  </a:lnTo>
                  <a:lnTo>
                    <a:pt x="4034222" y="696767"/>
                  </a:lnTo>
                  <a:lnTo>
                    <a:pt x="4034315" y="696767"/>
                  </a:lnTo>
                  <a:lnTo>
                    <a:pt x="4034409" y="696767"/>
                  </a:lnTo>
                  <a:lnTo>
                    <a:pt x="4034502" y="696767"/>
                  </a:lnTo>
                  <a:lnTo>
                    <a:pt x="4034595" y="696767"/>
                  </a:lnTo>
                  <a:lnTo>
                    <a:pt x="4034688" y="696767"/>
                  </a:lnTo>
                  <a:lnTo>
                    <a:pt x="4034782" y="696767"/>
                  </a:lnTo>
                  <a:lnTo>
                    <a:pt x="4034875" y="696767"/>
                  </a:lnTo>
                  <a:lnTo>
                    <a:pt x="4034968" y="696767"/>
                  </a:lnTo>
                  <a:lnTo>
                    <a:pt x="4035061" y="696767"/>
                  </a:lnTo>
                  <a:lnTo>
                    <a:pt x="4035155" y="696767"/>
                  </a:lnTo>
                  <a:lnTo>
                    <a:pt x="4035248" y="696767"/>
                  </a:lnTo>
                  <a:lnTo>
                    <a:pt x="4035341" y="696767"/>
                  </a:lnTo>
                  <a:lnTo>
                    <a:pt x="4035434" y="696767"/>
                  </a:lnTo>
                  <a:lnTo>
                    <a:pt x="4035528" y="696767"/>
                  </a:lnTo>
                  <a:lnTo>
                    <a:pt x="4035621" y="696767"/>
                  </a:lnTo>
                  <a:lnTo>
                    <a:pt x="4035714" y="696767"/>
                  </a:lnTo>
                  <a:lnTo>
                    <a:pt x="4035807" y="696767"/>
                  </a:lnTo>
                  <a:lnTo>
                    <a:pt x="4035901" y="696767"/>
                  </a:lnTo>
                  <a:lnTo>
                    <a:pt x="4035994" y="696767"/>
                  </a:lnTo>
                  <a:lnTo>
                    <a:pt x="4036087" y="696767"/>
                  </a:lnTo>
                  <a:lnTo>
                    <a:pt x="4036087" y="686813"/>
                  </a:lnTo>
                  <a:lnTo>
                    <a:pt x="4036180" y="686813"/>
                  </a:lnTo>
                  <a:lnTo>
                    <a:pt x="4036274" y="686813"/>
                  </a:lnTo>
                  <a:lnTo>
                    <a:pt x="4036367" y="686813"/>
                  </a:lnTo>
                  <a:lnTo>
                    <a:pt x="4036460" y="686813"/>
                  </a:lnTo>
                  <a:lnTo>
                    <a:pt x="4036553" y="686813"/>
                  </a:lnTo>
                  <a:lnTo>
                    <a:pt x="4036647" y="686813"/>
                  </a:lnTo>
                  <a:lnTo>
                    <a:pt x="4036740" y="686813"/>
                  </a:lnTo>
                  <a:lnTo>
                    <a:pt x="4036833" y="686813"/>
                  </a:lnTo>
                  <a:lnTo>
                    <a:pt x="4036926" y="686813"/>
                  </a:lnTo>
                  <a:lnTo>
                    <a:pt x="4037020" y="686813"/>
                  </a:lnTo>
                  <a:lnTo>
                    <a:pt x="4037113" y="686813"/>
                  </a:lnTo>
                  <a:lnTo>
                    <a:pt x="4037206" y="686813"/>
                  </a:lnTo>
                  <a:lnTo>
                    <a:pt x="4037299" y="686813"/>
                  </a:lnTo>
                  <a:lnTo>
                    <a:pt x="4037393" y="686813"/>
                  </a:lnTo>
                  <a:lnTo>
                    <a:pt x="4037486" y="686813"/>
                  </a:lnTo>
                  <a:lnTo>
                    <a:pt x="4037579" y="686813"/>
                  </a:lnTo>
                  <a:lnTo>
                    <a:pt x="4037672" y="686813"/>
                  </a:lnTo>
                  <a:lnTo>
                    <a:pt x="4037766" y="686813"/>
                  </a:lnTo>
                  <a:lnTo>
                    <a:pt x="4037859" y="686813"/>
                  </a:lnTo>
                  <a:lnTo>
                    <a:pt x="4037952" y="686813"/>
                  </a:lnTo>
                  <a:lnTo>
                    <a:pt x="4038045" y="686813"/>
                  </a:lnTo>
                  <a:lnTo>
                    <a:pt x="4038138" y="686813"/>
                  </a:lnTo>
                  <a:lnTo>
                    <a:pt x="4038232" y="686813"/>
                  </a:lnTo>
                  <a:lnTo>
                    <a:pt x="4038325" y="686813"/>
                  </a:lnTo>
                  <a:lnTo>
                    <a:pt x="4038418" y="686813"/>
                  </a:lnTo>
                  <a:lnTo>
                    <a:pt x="4038511" y="686813"/>
                  </a:lnTo>
                  <a:lnTo>
                    <a:pt x="4038605" y="686813"/>
                  </a:lnTo>
                  <a:lnTo>
                    <a:pt x="4038698" y="686813"/>
                  </a:lnTo>
                  <a:lnTo>
                    <a:pt x="4038791" y="686813"/>
                  </a:lnTo>
                  <a:lnTo>
                    <a:pt x="4038884" y="686813"/>
                  </a:lnTo>
                  <a:lnTo>
                    <a:pt x="4038978" y="686813"/>
                  </a:lnTo>
                  <a:lnTo>
                    <a:pt x="4039071" y="686813"/>
                  </a:lnTo>
                  <a:lnTo>
                    <a:pt x="4039164" y="686813"/>
                  </a:lnTo>
                  <a:lnTo>
                    <a:pt x="4039257" y="686813"/>
                  </a:lnTo>
                  <a:lnTo>
                    <a:pt x="4039257" y="676859"/>
                  </a:lnTo>
                  <a:lnTo>
                    <a:pt x="4039351" y="676859"/>
                  </a:lnTo>
                  <a:lnTo>
                    <a:pt x="4039444" y="676859"/>
                  </a:lnTo>
                  <a:lnTo>
                    <a:pt x="4039537" y="676859"/>
                  </a:lnTo>
                  <a:lnTo>
                    <a:pt x="4039630" y="676859"/>
                  </a:lnTo>
                  <a:lnTo>
                    <a:pt x="4039724" y="676859"/>
                  </a:lnTo>
                  <a:lnTo>
                    <a:pt x="4039817" y="676859"/>
                  </a:lnTo>
                  <a:lnTo>
                    <a:pt x="4039910" y="676859"/>
                  </a:lnTo>
                  <a:lnTo>
                    <a:pt x="4040003" y="676859"/>
                  </a:lnTo>
                  <a:lnTo>
                    <a:pt x="4040097" y="676859"/>
                  </a:lnTo>
                  <a:lnTo>
                    <a:pt x="4040190" y="676859"/>
                  </a:lnTo>
                  <a:lnTo>
                    <a:pt x="4040283" y="676859"/>
                  </a:lnTo>
                  <a:lnTo>
                    <a:pt x="4040376" y="676859"/>
                  </a:lnTo>
                  <a:lnTo>
                    <a:pt x="4040470" y="676859"/>
                  </a:lnTo>
                  <a:lnTo>
                    <a:pt x="4040563" y="676859"/>
                  </a:lnTo>
                  <a:lnTo>
                    <a:pt x="4040656" y="676859"/>
                  </a:lnTo>
                  <a:lnTo>
                    <a:pt x="4040749" y="676859"/>
                  </a:lnTo>
                  <a:lnTo>
                    <a:pt x="4040843" y="676859"/>
                  </a:lnTo>
                  <a:lnTo>
                    <a:pt x="4040936" y="676859"/>
                  </a:lnTo>
                  <a:lnTo>
                    <a:pt x="4041029" y="676859"/>
                  </a:lnTo>
                  <a:lnTo>
                    <a:pt x="4041122" y="676859"/>
                  </a:lnTo>
                  <a:lnTo>
                    <a:pt x="4041216" y="676859"/>
                  </a:lnTo>
                  <a:lnTo>
                    <a:pt x="4041309" y="676859"/>
                  </a:lnTo>
                  <a:lnTo>
                    <a:pt x="4041402" y="676859"/>
                  </a:lnTo>
                  <a:lnTo>
                    <a:pt x="4041495" y="676859"/>
                  </a:lnTo>
                  <a:lnTo>
                    <a:pt x="4041589" y="676859"/>
                  </a:lnTo>
                  <a:lnTo>
                    <a:pt x="4041682" y="676859"/>
                  </a:lnTo>
                  <a:lnTo>
                    <a:pt x="4041775" y="676859"/>
                  </a:lnTo>
                  <a:lnTo>
                    <a:pt x="4041868" y="676859"/>
                  </a:lnTo>
                  <a:lnTo>
                    <a:pt x="4041962" y="676859"/>
                  </a:lnTo>
                  <a:lnTo>
                    <a:pt x="4042055" y="676859"/>
                  </a:lnTo>
                  <a:lnTo>
                    <a:pt x="4042148" y="676859"/>
                  </a:lnTo>
                  <a:lnTo>
                    <a:pt x="4042241" y="676859"/>
                  </a:lnTo>
                  <a:lnTo>
                    <a:pt x="4042335" y="676859"/>
                  </a:lnTo>
                  <a:lnTo>
                    <a:pt x="4042428" y="676859"/>
                  </a:lnTo>
                  <a:lnTo>
                    <a:pt x="4042521" y="676859"/>
                  </a:lnTo>
                  <a:lnTo>
                    <a:pt x="4042614" y="676859"/>
                  </a:lnTo>
                  <a:lnTo>
                    <a:pt x="4042708" y="676859"/>
                  </a:lnTo>
                  <a:lnTo>
                    <a:pt x="4042801" y="676859"/>
                  </a:lnTo>
                  <a:lnTo>
                    <a:pt x="4042894" y="676859"/>
                  </a:lnTo>
                  <a:lnTo>
                    <a:pt x="4042987" y="676859"/>
                  </a:lnTo>
                  <a:lnTo>
                    <a:pt x="4043081" y="676859"/>
                  </a:lnTo>
                  <a:lnTo>
                    <a:pt x="4043174" y="676859"/>
                  </a:lnTo>
                  <a:lnTo>
                    <a:pt x="4043267" y="676859"/>
                  </a:lnTo>
                  <a:lnTo>
                    <a:pt x="4043360" y="676859"/>
                  </a:lnTo>
                  <a:lnTo>
                    <a:pt x="4043454" y="676859"/>
                  </a:lnTo>
                  <a:lnTo>
                    <a:pt x="4043547" y="676859"/>
                  </a:lnTo>
                  <a:lnTo>
                    <a:pt x="4043640" y="676859"/>
                  </a:lnTo>
                  <a:lnTo>
                    <a:pt x="4043733" y="676859"/>
                  </a:lnTo>
                  <a:lnTo>
                    <a:pt x="4043827" y="676859"/>
                  </a:lnTo>
                  <a:lnTo>
                    <a:pt x="4043920" y="676859"/>
                  </a:lnTo>
                  <a:lnTo>
                    <a:pt x="4044013" y="676859"/>
                  </a:lnTo>
                  <a:lnTo>
                    <a:pt x="4044106" y="676859"/>
                  </a:lnTo>
                  <a:lnTo>
                    <a:pt x="4044200" y="676859"/>
                  </a:lnTo>
                  <a:lnTo>
                    <a:pt x="4044293" y="676859"/>
                  </a:lnTo>
                  <a:lnTo>
                    <a:pt x="4044386" y="676859"/>
                  </a:lnTo>
                  <a:lnTo>
                    <a:pt x="4044479" y="676859"/>
                  </a:lnTo>
                  <a:lnTo>
                    <a:pt x="4044573" y="676859"/>
                  </a:lnTo>
                  <a:lnTo>
                    <a:pt x="4044666" y="676859"/>
                  </a:lnTo>
                  <a:lnTo>
                    <a:pt x="4044759" y="676859"/>
                  </a:lnTo>
                  <a:lnTo>
                    <a:pt x="4044852" y="676859"/>
                  </a:lnTo>
                  <a:lnTo>
                    <a:pt x="4044945" y="676859"/>
                  </a:lnTo>
                  <a:lnTo>
                    <a:pt x="4045039" y="676859"/>
                  </a:lnTo>
                  <a:lnTo>
                    <a:pt x="4045132" y="676859"/>
                  </a:lnTo>
                  <a:lnTo>
                    <a:pt x="4045225" y="676859"/>
                  </a:lnTo>
                  <a:lnTo>
                    <a:pt x="4045318" y="676859"/>
                  </a:lnTo>
                  <a:lnTo>
                    <a:pt x="4045412" y="676859"/>
                  </a:lnTo>
                  <a:lnTo>
                    <a:pt x="4045505" y="676859"/>
                  </a:lnTo>
                  <a:lnTo>
                    <a:pt x="4045598" y="676859"/>
                  </a:lnTo>
                  <a:lnTo>
                    <a:pt x="4045691" y="676859"/>
                  </a:lnTo>
                  <a:lnTo>
                    <a:pt x="4045785" y="676859"/>
                  </a:lnTo>
                  <a:lnTo>
                    <a:pt x="4045878" y="676859"/>
                  </a:lnTo>
                  <a:lnTo>
                    <a:pt x="4045971" y="676859"/>
                  </a:lnTo>
                  <a:lnTo>
                    <a:pt x="4046064" y="676859"/>
                  </a:lnTo>
                  <a:lnTo>
                    <a:pt x="4046158" y="676859"/>
                  </a:lnTo>
                  <a:lnTo>
                    <a:pt x="4046251" y="676859"/>
                  </a:lnTo>
                  <a:lnTo>
                    <a:pt x="4046344" y="676859"/>
                  </a:lnTo>
                  <a:lnTo>
                    <a:pt x="4046437" y="676859"/>
                  </a:lnTo>
                  <a:lnTo>
                    <a:pt x="4046531" y="676859"/>
                  </a:lnTo>
                  <a:lnTo>
                    <a:pt x="4046624" y="676859"/>
                  </a:lnTo>
                  <a:lnTo>
                    <a:pt x="4046717" y="676859"/>
                  </a:lnTo>
                  <a:lnTo>
                    <a:pt x="4046810" y="676859"/>
                  </a:lnTo>
                  <a:lnTo>
                    <a:pt x="4046904" y="676859"/>
                  </a:lnTo>
                  <a:lnTo>
                    <a:pt x="4046997" y="676859"/>
                  </a:lnTo>
                  <a:lnTo>
                    <a:pt x="4047090" y="676859"/>
                  </a:lnTo>
                  <a:lnTo>
                    <a:pt x="4047183" y="676859"/>
                  </a:lnTo>
                  <a:lnTo>
                    <a:pt x="4047277" y="676859"/>
                  </a:lnTo>
                  <a:lnTo>
                    <a:pt x="4047370" y="676859"/>
                  </a:lnTo>
                  <a:lnTo>
                    <a:pt x="4047463" y="676859"/>
                  </a:lnTo>
                  <a:lnTo>
                    <a:pt x="4047556" y="676859"/>
                  </a:lnTo>
                  <a:lnTo>
                    <a:pt x="4047650" y="676859"/>
                  </a:lnTo>
                  <a:lnTo>
                    <a:pt x="4047743" y="676859"/>
                  </a:lnTo>
                  <a:lnTo>
                    <a:pt x="4047836" y="676859"/>
                  </a:lnTo>
                  <a:lnTo>
                    <a:pt x="4047929" y="676859"/>
                  </a:lnTo>
                  <a:lnTo>
                    <a:pt x="4048023" y="676859"/>
                  </a:lnTo>
                  <a:lnTo>
                    <a:pt x="4048116" y="676859"/>
                  </a:lnTo>
                  <a:lnTo>
                    <a:pt x="4048209" y="676859"/>
                  </a:lnTo>
                  <a:lnTo>
                    <a:pt x="4048302" y="676859"/>
                  </a:lnTo>
                  <a:lnTo>
                    <a:pt x="4048396" y="676859"/>
                  </a:lnTo>
                  <a:lnTo>
                    <a:pt x="4048489" y="676859"/>
                  </a:lnTo>
                  <a:lnTo>
                    <a:pt x="4048582" y="676859"/>
                  </a:lnTo>
                  <a:lnTo>
                    <a:pt x="4048675" y="676859"/>
                  </a:lnTo>
                  <a:lnTo>
                    <a:pt x="4048769" y="676859"/>
                  </a:lnTo>
                  <a:lnTo>
                    <a:pt x="4048862" y="676859"/>
                  </a:lnTo>
                  <a:lnTo>
                    <a:pt x="4048955" y="676859"/>
                  </a:lnTo>
                  <a:lnTo>
                    <a:pt x="4049048" y="676859"/>
                  </a:lnTo>
                  <a:lnTo>
                    <a:pt x="4049142" y="676859"/>
                  </a:lnTo>
                  <a:lnTo>
                    <a:pt x="4049235" y="676859"/>
                  </a:lnTo>
                  <a:lnTo>
                    <a:pt x="4049328" y="676859"/>
                  </a:lnTo>
                  <a:lnTo>
                    <a:pt x="4049421" y="676859"/>
                  </a:lnTo>
                  <a:lnTo>
                    <a:pt x="4049515" y="676859"/>
                  </a:lnTo>
                  <a:lnTo>
                    <a:pt x="4049608" y="676859"/>
                  </a:lnTo>
                  <a:lnTo>
                    <a:pt x="4049701" y="676859"/>
                  </a:lnTo>
                  <a:lnTo>
                    <a:pt x="4049794" y="676859"/>
                  </a:lnTo>
                  <a:lnTo>
                    <a:pt x="4049888" y="676859"/>
                  </a:lnTo>
                  <a:lnTo>
                    <a:pt x="4049981" y="676859"/>
                  </a:lnTo>
                  <a:lnTo>
                    <a:pt x="4050074" y="676859"/>
                  </a:lnTo>
                  <a:lnTo>
                    <a:pt x="4050167" y="676859"/>
                  </a:lnTo>
                  <a:lnTo>
                    <a:pt x="4050261" y="676859"/>
                  </a:lnTo>
                  <a:lnTo>
                    <a:pt x="4050354" y="676859"/>
                  </a:lnTo>
                  <a:lnTo>
                    <a:pt x="4050447" y="676859"/>
                  </a:lnTo>
                  <a:lnTo>
                    <a:pt x="4050540" y="676859"/>
                  </a:lnTo>
                  <a:lnTo>
                    <a:pt x="4050634" y="676859"/>
                  </a:lnTo>
                  <a:lnTo>
                    <a:pt x="4050727" y="676859"/>
                  </a:lnTo>
                  <a:lnTo>
                    <a:pt x="4050820" y="676859"/>
                  </a:lnTo>
                  <a:lnTo>
                    <a:pt x="4050913" y="676859"/>
                  </a:lnTo>
                  <a:lnTo>
                    <a:pt x="4051007" y="676859"/>
                  </a:lnTo>
                  <a:lnTo>
                    <a:pt x="4051100" y="676859"/>
                  </a:lnTo>
                  <a:lnTo>
                    <a:pt x="4051193" y="676859"/>
                  </a:lnTo>
                  <a:lnTo>
                    <a:pt x="4051286" y="676859"/>
                  </a:lnTo>
                  <a:lnTo>
                    <a:pt x="4051380" y="676859"/>
                  </a:lnTo>
                  <a:lnTo>
                    <a:pt x="4051473" y="676859"/>
                  </a:lnTo>
                  <a:lnTo>
                    <a:pt x="4051566" y="676859"/>
                  </a:lnTo>
                  <a:lnTo>
                    <a:pt x="4051659" y="676859"/>
                  </a:lnTo>
                  <a:lnTo>
                    <a:pt x="4051752" y="676859"/>
                  </a:lnTo>
                  <a:lnTo>
                    <a:pt x="4051846" y="676859"/>
                  </a:lnTo>
                  <a:lnTo>
                    <a:pt x="4051939" y="676859"/>
                  </a:lnTo>
                  <a:lnTo>
                    <a:pt x="4052032" y="676859"/>
                  </a:lnTo>
                  <a:lnTo>
                    <a:pt x="4052125" y="676859"/>
                  </a:lnTo>
                  <a:lnTo>
                    <a:pt x="4052219" y="676859"/>
                  </a:lnTo>
                  <a:lnTo>
                    <a:pt x="4052312" y="676859"/>
                  </a:lnTo>
                  <a:lnTo>
                    <a:pt x="4052405" y="676859"/>
                  </a:lnTo>
                  <a:lnTo>
                    <a:pt x="4052498" y="676859"/>
                  </a:lnTo>
                  <a:lnTo>
                    <a:pt x="4052592" y="676859"/>
                  </a:lnTo>
                  <a:lnTo>
                    <a:pt x="4052685" y="676859"/>
                  </a:lnTo>
                  <a:lnTo>
                    <a:pt x="4052778" y="676859"/>
                  </a:lnTo>
                  <a:lnTo>
                    <a:pt x="4052871" y="676859"/>
                  </a:lnTo>
                  <a:lnTo>
                    <a:pt x="4052965" y="676859"/>
                  </a:lnTo>
                  <a:lnTo>
                    <a:pt x="4053058" y="676859"/>
                  </a:lnTo>
                  <a:lnTo>
                    <a:pt x="4053151" y="676859"/>
                  </a:lnTo>
                  <a:lnTo>
                    <a:pt x="4053244" y="676859"/>
                  </a:lnTo>
                  <a:lnTo>
                    <a:pt x="4053338" y="676859"/>
                  </a:lnTo>
                  <a:lnTo>
                    <a:pt x="4053431" y="676859"/>
                  </a:lnTo>
                  <a:lnTo>
                    <a:pt x="4053524" y="676859"/>
                  </a:lnTo>
                  <a:lnTo>
                    <a:pt x="4053617" y="676859"/>
                  </a:lnTo>
                  <a:lnTo>
                    <a:pt x="4053711" y="676859"/>
                  </a:lnTo>
                  <a:lnTo>
                    <a:pt x="4053804" y="676859"/>
                  </a:lnTo>
                  <a:lnTo>
                    <a:pt x="4053897" y="676859"/>
                  </a:lnTo>
                  <a:lnTo>
                    <a:pt x="4053990" y="676859"/>
                  </a:lnTo>
                  <a:lnTo>
                    <a:pt x="4054084" y="676859"/>
                  </a:lnTo>
                  <a:lnTo>
                    <a:pt x="4054177" y="676859"/>
                  </a:lnTo>
                  <a:lnTo>
                    <a:pt x="4054270" y="676859"/>
                  </a:lnTo>
                  <a:lnTo>
                    <a:pt x="4054363" y="676859"/>
                  </a:lnTo>
                  <a:lnTo>
                    <a:pt x="4054457" y="676859"/>
                  </a:lnTo>
                  <a:lnTo>
                    <a:pt x="4054550" y="676859"/>
                  </a:lnTo>
                  <a:lnTo>
                    <a:pt x="4054643" y="676859"/>
                  </a:lnTo>
                  <a:lnTo>
                    <a:pt x="4054736" y="676859"/>
                  </a:lnTo>
                  <a:lnTo>
                    <a:pt x="4054830" y="676859"/>
                  </a:lnTo>
                  <a:lnTo>
                    <a:pt x="4054923" y="676859"/>
                  </a:lnTo>
                  <a:lnTo>
                    <a:pt x="4055016" y="676859"/>
                  </a:lnTo>
                  <a:lnTo>
                    <a:pt x="4055109" y="676859"/>
                  </a:lnTo>
                  <a:lnTo>
                    <a:pt x="4055203" y="676859"/>
                  </a:lnTo>
                  <a:lnTo>
                    <a:pt x="4055296" y="676859"/>
                  </a:lnTo>
                  <a:lnTo>
                    <a:pt x="4055389" y="676859"/>
                  </a:lnTo>
                  <a:lnTo>
                    <a:pt x="4055482" y="676859"/>
                  </a:lnTo>
                  <a:lnTo>
                    <a:pt x="4055576" y="676859"/>
                  </a:lnTo>
                  <a:lnTo>
                    <a:pt x="4055669" y="676859"/>
                  </a:lnTo>
                  <a:lnTo>
                    <a:pt x="4055762" y="676859"/>
                  </a:lnTo>
                  <a:lnTo>
                    <a:pt x="4055855" y="676859"/>
                  </a:lnTo>
                  <a:lnTo>
                    <a:pt x="4055949" y="676859"/>
                  </a:lnTo>
                  <a:lnTo>
                    <a:pt x="4056042" y="676859"/>
                  </a:lnTo>
                  <a:lnTo>
                    <a:pt x="4056135" y="676859"/>
                  </a:lnTo>
                  <a:lnTo>
                    <a:pt x="4056228" y="676859"/>
                  </a:lnTo>
                  <a:lnTo>
                    <a:pt x="4056322" y="676859"/>
                  </a:lnTo>
                  <a:lnTo>
                    <a:pt x="4056415" y="676859"/>
                  </a:lnTo>
                  <a:lnTo>
                    <a:pt x="4056508" y="676859"/>
                  </a:lnTo>
                  <a:lnTo>
                    <a:pt x="4056601" y="676859"/>
                  </a:lnTo>
                  <a:lnTo>
                    <a:pt x="4056695" y="676859"/>
                  </a:lnTo>
                  <a:lnTo>
                    <a:pt x="4056788" y="676859"/>
                  </a:lnTo>
                  <a:lnTo>
                    <a:pt x="4056881" y="676859"/>
                  </a:lnTo>
                  <a:lnTo>
                    <a:pt x="4056974" y="676859"/>
                  </a:lnTo>
                  <a:lnTo>
                    <a:pt x="4057068" y="676859"/>
                  </a:lnTo>
                  <a:lnTo>
                    <a:pt x="4057161" y="676859"/>
                  </a:lnTo>
                  <a:lnTo>
                    <a:pt x="4057254" y="676859"/>
                  </a:lnTo>
                  <a:lnTo>
                    <a:pt x="4057347" y="676859"/>
                  </a:lnTo>
                  <a:lnTo>
                    <a:pt x="4057441" y="676859"/>
                  </a:lnTo>
                  <a:lnTo>
                    <a:pt x="4057534" y="676859"/>
                  </a:lnTo>
                  <a:lnTo>
                    <a:pt x="4057627" y="676859"/>
                  </a:lnTo>
                  <a:lnTo>
                    <a:pt x="4057720" y="676859"/>
                  </a:lnTo>
                  <a:lnTo>
                    <a:pt x="4057814" y="676859"/>
                  </a:lnTo>
                  <a:lnTo>
                    <a:pt x="4057907" y="676859"/>
                  </a:lnTo>
                  <a:lnTo>
                    <a:pt x="4058000" y="676859"/>
                  </a:lnTo>
                  <a:lnTo>
                    <a:pt x="4058093" y="676859"/>
                  </a:lnTo>
                  <a:lnTo>
                    <a:pt x="4058187" y="676859"/>
                  </a:lnTo>
                  <a:lnTo>
                    <a:pt x="4058280" y="676859"/>
                  </a:lnTo>
                  <a:lnTo>
                    <a:pt x="4058373" y="676859"/>
                  </a:lnTo>
                  <a:lnTo>
                    <a:pt x="4058466" y="676859"/>
                  </a:lnTo>
                  <a:lnTo>
                    <a:pt x="4058560" y="676859"/>
                  </a:lnTo>
                  <a:lnTo>
                    <a:pt x="4058653" y="676859"/>
                  </a:lnTo>
                  <a:lnTo>
                    <a:pt x="4058746" y="676859"/>
                  </a:lnTo>
                  <a:lnTo>
                    <a:pt x="4058839" y="676859"/>
                  </a:lnTo>
                  <a:lnTo>
                    <a:pt x="4058932" y="676859"/>
                  </a:lnTo>
                  <a:lnTo>
                    <a:pt x="4059026" y="676859"/>
                  </a:lnTo>
                  <a:lnTo>
                    <a:pt x="4059119" y="676859"/>
                  </a:lnTo>
                  <a:lnTo>
                    <a:pt x="4059212" y="676859"/>
                  </a:lnTo>
                  <a:lnTo>
                    <a:pt x="4059305" y="676859"/>
                  </a:lnTo>
                  <a:lnTo>
                    <a:pt x="4059399" y="676859"/>
                  </a:lnTo>
                  <a:lnTo>
                    <a:pt x="4059492" y="676859"/>
                  </a:lnTo>
                  <a:lnTo>
                    <a:pt x="4059585" y="676859"/>
                  </a:lnTo>
                  <a:lnTo>
                    <a:pt x="4059678" y="676859"/>
                  </a:lnTo>
                  <a:lnTo>
                    <a:pt x="4059772" y="676859"/>
                  </a:lnTo>
                  <a:lnTo>
                    <a:pt x="4059865" y="676859"/>
                  </a:lnTo>
                  <a:lnTo>
                    <a:pt x="4059958" y="676859"/>
                  </a:lnTo>
                  <a:lnTo>
                    <a:pt x="4060051" y="676859"/>
                  </a:lnTo>
                  <a:lnTo>
                    <a:pt x="4060145" y="676859"/>
                  </a:lnTo>
                  <a:lnTo>
                    <a:pt x="4060238" y="676859"/>
                  </a:lnTo>
                  <a:lnTo>
                    <a:pt x="4060331" y="676859"/>
                  </a:lnTo>
                  <a:lnTo>
                    <a:pt x="4060424" y="676859"/>
                  </a:lnTo>
                  <a:lnTo>
                    <a:pt x="4060518" y="676859"/>
                  </a:lnTo>
                  <a:lnTo>
                    <a:pt x="4060611" y="676859"/>
                  </a:lnTo>
                  <a:lnTo>
                    <a:pt x="4060704" y="676859"/>
                  </a:lnTo>
                  <a:lnTo>
                    <a:pt x="4060797" y="676859"/>
                  </a:lnTo>
                  <a:lnTo>
                    <a:pt x="4060891" y="676859"/>
                  </a:lnTo>
                  <a:lnTo>
                    <a:pt x="4060984" y="676859"/>
                  </a:lnTo>
                  <a:lnTo>
                    <a:pt x="4061077" y="676859"/>
                  </a:lnTo>
                  <a:lnTo>
                    <a:pt x="4061170" y="676859"/>
                  </a:lnTo>
                  <a:lnTo>
                    <a:pt x="4061264" y="676859"/>
                  </a:lnTo>
                  <a:lnTo>
                    <a:pt x="4061357" y="676859"/>
                  </a:lnTo>
                  <a:lnTo>
                    <a:pt x="4061450" y="676859"/>
                  </a:lnTo>
                  <a:lnTo>
                    <a:pt x="4061543" y="676859"/>
                  </a:lnTo>
                  <a:lnTo>
                    <a:pt x="4061637" y="676859"/>
                  </a:lnTo>
                  <a:lnTo>
                    <a:pt x="4061730" y="676859"/>
                  </a:lnTo>
                  <a:lnTo>
                    <a:pt x="4061823" y="676859"/>
                  </a:lnTo>
                  <a:lnTo>
                    <a:pt x="4061916" y="676859"/>
                  </a:lnTo>
                  <a:lnTo>
                    <a:pt x="4062010" y="676859"/>
                  </a:lnTo>
                  <a:lnTo>
                    <a:pt x="4062103" y="676859"/>
                  </a:lnTo>
                  <a:lnTo>
                    <a:pt x="4062196" y="676859"/>
                  </a:lnTo>
                  <a:lnTo>
                    <a:pt x="4062289" y="676859"/>
                  </a:lnTo>
                  <a:lnTo>
                    <a:pt x="4062383" y="676859"/>
                  </a:lnTo>
                  <a:lnTo>
                    <a:pt x="4062476" y="676859"/>
                  </a:lnTo>
                  <a:lnTo>
                    <a:pt x="4062569" y="676859"/>
                  </a:lnTo>
                  <a:lnTo>
                    <a:pt x="4062662" y="676859"/>
                  </a:lnTo>
                  <a:lnTo>
                    <a:pt x="4062756" y="676859"/>
                  </a:lnTo>
                  <a:lnTo>
                    <a:pt x="4062849" y="676859"/>
                  </a:lnTo>
                  <a:lnTo>
                    <a:pt x="4062942" y="676859"/>
                  </a:lnTo>
                  <a:lnTo>
                    <a:pt x="4063035" y="676859"/>
                  </a:lnTo>
                  <a:lnTo>
                    <a:pt x="4063129" y="676859"/>
                  </a:lnTo>
                  <a:lnTo>
                    <a:pt x="4063222" y="676859"/>
                  </a:lnTo>
                  <a:lnTo>
                    <a:pt x="4063315" y="676859"/>
                  </a:lnTo>
                  <a:lnTo>
                    <a:pt x="4063408" y="676859"/>
                  </a:lnTo>
                  <a:lnTo>
                    <a:pt x="4063408" y="666906"/>
                  </a:lnTo>
                  <a:lnTo>
                    <a:pt x="4063502" y="666906"/>
                  </a:lnTo>
                  <a:lnTo>
                    <a:pt x="4063595" y="666906"/>
                  </a:lnTo>
                  <a:lnTo>
                    <a:pt x="4063688" y="666906"/>
                  </a:lnTo>
                  <a:lnTo>
                    <a:pt x="4063781" y="666906"/>
                  </a:lnTo>
                  <a:lnTo>
                    <a:pt x="4063875" y="666906"/>
                  </a:lnTo>
                  <a:lnTo>
                    <a:pt x="4063968" y="666906"/>
                  </a:lnTo>
                  <a:lnTo>
                    <a:pt x="4064061" y="666906"/>
                  </a:lnTo>
                  <a:lnTo>
                    <a:pt x="4064154" y="666906"/>
                  </a:lnTo>
                  <a:lnTo>
                    <a:pt x="4064248" y="666906"/>
                  </a:lnTo>
                  <a:lnTo>
                    <a:pt x="4064341" y="666906"/>
                  </a:lnTo>
                  <a:lnTo>
                    <a:pt x="4064434" y="666906"/>
                  </a:lnTo>
                  <a:lnTo>
                    <a:pt x="4064527" y="666906"/>
                  </a:lnTo>
                  <a:lnTo>
                    <a:pt x="4064621" y="666906"/>
                  </a:lnTo>
                  <a:lnTo>
                    <a:pt x="4064714" y="666906"/>
                  </a:lnTo>
                  <a:lnTo>
                    <a:pt x="4064807" y="666906"/>
                  </a:lnTo>
                  <a:lnTo>
                    <a:pt x="4064900" y="666906"/>
                  </a:lnTo>
                  <a:lnTo>
                    <a:pt x="4064994" y="666906"/>
                  </a:lnTo>
                  <a:lnTo>
                    <a:pt x="4065087" y="666906"/>
                  </a:lnTo>
                  <a:lnTo>
                    <a:pt x="4065180" y="666906"/>
                  </a:lnTo>
                  <a:lnTo>
                    <a:pt x="4065273" y="666906"/>
                  </a:lnTo>
                  <a:lnTo>
                    <a:pt x="4065367" y="666906"/>
                  </a:lnTo>
                  <a:lnTo>
                    <a:pt x="4065460" y="666906"/>
                  </a:lnTo>
                  <a:lnTo>
                    <a:pt x="4065553" y="666906"/>
                  </a:lnTo>
                  <a:lnTo>
                    <a:pt x="4065646" y="666906"/>
                  </a:lnTo>
                  <a:lnTo>
                    <a:pt x="4065739" y="666906"/>
                  </a:lnTo>
                  <a:lnTo>
                    <a:pt x="4065833" y="666906"/>
                  </a:lnTo>
                  <a:lnTo>
                    <a:pt x="4065926" y="666906"/>
                  </a:lnTo>
                  <a:lnTo>
                    <a:pt x="4066019" y="666906"/>
                  </a:lnTo>
                  <a:lnTo>
                    <a:pt x="4066112" y="666906"/>
                  </a:lnTo>
                  <a:lnTo>
                    <a:pt x="4066206" y="666906"/>
                  </a:lnTo>
                  <a:lnTo>
                    <a:pt x="4066299" y="666906"/>
                  </a:lnTo>
                  <a:lnTo>
                    <a:pt x="4066392" y="666906"/>
                  </a:lnTo>
                  <a:lnTo>
                    <a:pt x="4066485" y="666906"/>
                  </a:lnTo>
                  <a:lnTo>
                    <a:pt x="4066579" y="666906"/>
                  </a:lnTo>
                  <a:lnTo>
                    <a:pt x="4066672" y="666906"/>
                  </a:lnTo>
                  <a:lnTo>
                    <a:pt x="4066765" y="666906"/>
                  </a:lnTo>
                  <a:lnTo>
                    <a:pt x="4066858" y="666906"/>
                  </a:lnTo>
                  <a:lnTo>
                    <a:pt x="4066952" y="666906"/>
                  </a:lnTo>
                  <a:lnTo>
                    <a:pt x="4067045" y="666906"/>
                  </a:lnTo>
                  <a:lnTo>
                    <a:pt x="4067045" y="656952"/>
                  </a:lnTo>
                  <a:lnTo>
                    <a:pt x="4067138" y="656952"/>
                  </a:lnTo>
                  <a:lnTo>
                    <a:pt x="4067231" y="656952"/>
                  </a:lnTo>
                  <a:lnTo>
                    <a:pt x="4067325" y="656952"/>
                  </a:lnTo>
                  <a:lnTo>
                    <a:pt x="4067418" y="656952"/>
                  </a:lnTo>
                  <a:lnTo>
                    <a:pt x="4067511" y="656952"/>
                  </a:lnTo>
                  <a:lnTo>
                    <a:pt x="4067604" y="656952"/>
                  </a:lnTo>
                  <a:lnTo>
                    <a:pt x="4067698" y="656952"/>
                  </a:lnTo>
                  <a:lnTo>
                    <a:pt x="4067791" y="656952"/>
                  </a:lnTo>
                  <a:lnTo>
                    <a:pt x="4067884" y="656952"/>
                  </a:lnTo>
                  <a:lnTo>
                    <a:pt x="4067977" y="656952"/>
                  </a:lnTo>
                  <a:lnTo>
                    <a:pt x="4068071" y="656952"/>
                  </a:lnTo>
                  <a:lnTo>
                    <a:pt x="4068164" y="656952"/>
                  </a:lnTo>
                  <a:lnTo>
                    <a:pt x="4068257" y="656952"/>
                  </a:lnTo>
                  <a:lnTo>
                    <a:pt x="4068350" y="656952"/>
                  </a:lnTo>
                  <a:lnTo>
                    <a:pt x="4068444" y="656952"/>
                  </a:lnTo>
                  <a:lnTo>
                    <a:pt x="4068537" y="656952"/>
                  </a:lnTo>
                  <a:lnTo>
                    <a:pt x="4068630" y="656952"/>
                  </a:lnTo>
                  <a:lnTo>
                    <a:pt x="4068723" y="656952"/>
                  </a:lnTo>
                  <a:lnTo>
                    <a:pt x="4068817" y="656952"/>
                  </a:lnTo>
                  <a:lnTo>
                    <a:pt x="4068910" y="656952"/>
                  </a:lnTo>
                  <a:lnTo>
                    <a:pt x="4069003" y="656952"/>
                  </a:lnTo>
                  <a:lnTo>
                    <a:pt x="4069096" y="656952"/>
                  </a:lnTo>
                  <a:lnTo>
                    <a:pt x="4069190" y="656952"/>
                  </a:lnTo>
                  <a:lnTo>
                    <a:pt x="4069283" y="656952"/>
                  </a:lnTo>
                  <a:lnTo>
                    <a:pt x="4069376" y="656952"/>
                  </a:lnTo>
                  <a:lnTo>
                    <a:pt x="4069469" y="656952"/>
                  </a:lnTo>
                  <a:lnTo>
                    <a:pt x="4069563" y="656952"/>
                  </a:lnTo>
                  <a:lnTo>
                    <a:pt x="4069656" y="656952"/>
                  </a:lnTo>
                  <a:lnTo>
                    <a:pt x="4069749" y="656952"/>
                  </a:lnTo>
                  <a:lnTo>
                    <a:pt x="4069842" y="656952"/>
                  </a:lnTo>
                  <a:lnTo>
                    <a:pt x="4069936" y="656952"/>
                  </a:lnTo>
                  <a:lnTo>
                    <a:pt x="4070029" y="656952"/>
                  </a:lnTo>
                  <a:lnTo>
                    <a:pt x="4070122" y="656952"/>
                  </a:lnTo>
                  <a:lnTo>
                    <a:pt x="4070215" y="656952"/>
                  </a:lnTo>
                  <a:lnTo>
                    <a:pt x="4070309" y="656952"/>
                  </a:lnTo>
                  <a:lnTo>
                    <a:pt x="4070402" y="656952"/>
                  </a:lnTo>
                  <a:lnTo>
                    <a:pt x="4070495" y="656952"/>
                  </a:lnTo>
                  <a:lnTo>
                    <a:pt x="4070588" y="656952"/>
                  </a:lnTo>
                  <a:lnTo>
                    <a:pt x="4070682" y="656952"/>
                  </a:lnTo>
                  <a:lnTo>
                    <a:pt x="4070775" y="656952"/>
                  </a:lnTo>
                  <a:lnTo>
                    <a:pt x="4070868" y="656952"/>
                  </a:lnTo>
                  <a:lnTo>
                    <a:pt x="4070961" y="656952"/>
                  </a:lnTo>
                  <a:lnTo>
                    <a:pt x="4071055" y="656952"/>
                  </a:lnTo>
                  <a:lnTo>
                    <a:pt x="4071148" y="656952"/>
                  </a:lnTo>
                  <a:lnTo>
                    <a:pt x="4071241" y="656952"/>
                  </a:lnTo>
                  <a:lnTo>
                    <a:pt x="4071334" y="656952"/>
                  </a:lnTo>
                  <a:lnTo>
                    <a:pt x="4071428" y="656952"/>
                  </a:lnTo>
                  <a:lnTo>
                    <a:pt x="4071521" y="656952"/>
                  </a:lnTo>
                  <a:lnTo>
                    <a:pt x="4071614" y="656952"/>
                  </a:lnTo>
                  <a:lnTo>
                    <a:pt x="4071707" y="656952"/>
                  </a:lnTo>
                  <a:lnTo>
                    <a:pt x="4071801" y="656952"/>
                  </a:lnTo>
                  <a:lnTo>
                    <a:pt x="4071894" y="656952"/>
                  </a:lnTo>
                  <a:lnTo>
                    <a:pt x="4071987" y="656952"/>
                  </a:lnTo>
                  <a:lnTo>
                    <a:pt x="4072080" y="656952"/>
                  </a:lnTo>
                  <a:lnTo>
                    <a:pt x="4072174" y="656952"/>
                  </a:lnTo>
                  <a:lnTo>
                    <a:pt x="4072267" y="656952"/>
                  </a:lnTo>
                  <a:lnTo>
                    <a:pt x="4072360" y="656952"/>
                  </a:lnTo>
                  <a:lnTo>
                    <a:pt x="4072453" y="656952"/>
                  </a:lnTo>
                  <a:lnTo>
                    <a:pt x="4072546" y="656952"/>
                  </a:lnTo>
                  <a:lnTo>
                    <a:pt x="4072640" y="656952"/>
                  </a:lnTo>
                  <a:lnTo>
                    <a:pt x="4072733" y="656952"/>
                  </a:lnTo>
                  <a:lnTo>
                    <a:pt x="4072826" y="656952"/>
                  </a:lnTo>
                  <a:lnTo>
                    <a:pt x="4072919" y="656952"/>
                  </a:lnTo>
                  <a:lnTo>
                    <a:pt x="4073013" y="656952"/>
                  </a:lnTo>
                  <a:lnTo>
                    <a:pt x="4073106" y="656952"/>
                  </a:lnTo>
                  <a:lnTo>
                    <a:pt x="4073199" y="656952"/>
                  </a:lnTo>
                  <a:lnTo>
                    <a:pt x="4073292" y="656952"/>
                  </a:lnTo>
                  <a:lnTo>
                    <a:pt x="4073386" y="656952"/>
                  </a:lnTo>
                  <a:lnTo>
                    <a:pt x="4073479" y="656952"/>
                  </a:lnTo>
                  <a:lnTo>
                    <a:pt x="4073572" y="656952"/>
                  </a:lnTo>
                  <a:lnTo>
                    <a:pt x="4073665" y="656952"/>
                  </a:lnTo>
                  <a:lnTo>
                    <a:pt x="4073759" y="656952"/>
                  </a:lnTo>
                  <a:lnTo>
                    <a:pt x="4073852" y="656952"/>
                  </a:lnTo>
                  <a:lnTo>
                    <a:pt x="4073945" y="656952"/>
                  </a:lnTo>
                  <a:lnTo>
                    <a:pt x="4074038" y="656952"/>
                  </a:lnTo>
                  <a:lnTo>
                    <a:pt x="4074132" y="656952"/>
                  </a:lnTo>
                  <a:lnTo>
                    <a:pt x="4074225" y="656952"/>
                  </a:lnTo>
                  <a:lnTo>
                    <a:pt x="4074318" y="656952"/>
                  </a:lnTo>
                  <a:lnTo>
                    <a:pt x="4074411" y="656952"/>
                  </a:lnTo>
                  <a:lnTo>
                    <a:pt x="4074411" y="646998"/>
                  </a:lnTo>
                  <a:lnTo>
                    <a:pt x="4074505" y="646998"/>
                  </a:lnTo>
                  <a:lnTo>
                    <a:pt x="4074598" y="646998"/>
                  </a:lnTo>
                  <a:lnTo>
                    <a:pt x="4074691" y="646998"/>
                  </a:lnTo>
                  <a:lnTo>
                    <a:pt x="4074784" y="646998"/>
                  </a:lnTo>
                  <a:lnTo>
                    <a:pt x="4074878" y="646998"/>
                  </a:lnTo>
                  <a:lnTo>
                    <a:pt x="4074971" y="646998"/>
                  </a:lnTo>
                  <a:lnTo>
                    <a:pt x="4075064" y="646998"/>
                  </a:lnTo>
                  <a:lnTo>
                    <a:pt x="4075157" y="646998"/>
                  </a:lnTo>
                  <a:lnTo>
                    <a:pt x="4075251" y="646998"/>
                  </a:lnTo>
                  <a:lnTo>
                    <a:pt x="4075344" y="646998"/>
                  </a:lnTo>
                  <a:lnTo>
                    <a:pt x="4075437" y="646998"/>
                  </a:lnTo>
                  <a:lnTo>
                    <a:pt x="4075530" y="646998"/>
                  </a:lnTo>
                  <a:lnTo>
                    <a:pt x="4075624" y="646998"/>
                  </a:lnTo>
                  <a:lnTo>
                    <a:pt x="4075717" y="646998"/>
                  </a:lnTo>
                  <a:lnTo>
                    <a:pt x="4075810" y="646998"/>
                  </a:lnTo>
                  <a:lnTo>
                    <a:pt x="4075903" y="646998"/>
                  </a:lnTo>
                  <a:lnTo>
                    <a:pt x="4075997" y="646998"/>
                  </a:lnTo>
                  <a:lnTo>
                    <a:pt x="4075997" y="637044"/>
                  </a:lnTo>
                  <a:lnTo>
                    <a:pt x="4076090" y="637044"/>
                  </a:lnTo>
                  <a:lnTo>
                    <a:pt x="4076183" y="637044"/>
                  </a:lnTo>
                  <a:lnTo>
                    <a:pt x="4076276" y="637044"/>
                  </a:lnTo>
                  <a:lnTo>
                    <a:pt x="4076370" y="637044"/>
                  </a:lnTo>
                  <a:lnTo>
                    <a:pt x="4076463" y="637044"/>
                  </a:lnTo>
                  <a:lnTo>
                    <a:pt x="4076556" y="637044"/>
                  </a:lnTo>
                  <a:lnTo>
                    <a:pt x="4076649" y="637044"/>
                  </a:lnTo>
                  <a:lnTo>
                    <a:pt x="4076743" y="637044"/>
                  </a:lnTo>
                  <a:lnTo>
                    <a:pt x="4076836" y="637044"/>
                  </a:lnTo>
                  <a:lnTo>
                    <a:pt x="4076929" y="637044"/>
                  </a:lnTo>
                  <a:lnTo>
                    <a:pt x="4077022" y="637044"/>
                  </a:lnTo>
                  <a:lnTo>
                    <a:pt x="4077116" y="637044"/>
                  </a:lnTo>
                  <a:lnTo>
                    <a:pt x="4077209" y="637044"/>
                  </a:lnTo>
                  <a:lnTo>
                    <a:pt x="4077302" y="637044"/>
                  </a:lnTo>
                  <a:lnTo>
                    <a:pt x="4077395" y="637044"/>
                  </a:lnTo>
                  <a:lnTo>
                    <a:pt x="4077489" y="637044"/>
                  </a:lnTo>
                  <a:lnTo>
                    <a:pt x="4077582" y="637044"/>
                  </a:lnTo>
                  <a:lnTo>
                    <a:pt x="4077675" y="637044"/>
                  </a:lnTo>
                  <a:lnTo>
                    <a:pt x="4077768" y="637044"/>
                  </a:lnTo>
                  <a:lnTo>
                    <a:pt x="4077862" y="637044"/>
                  </a:lnTo>
                  <a:lnTo>
                    <a:pt x="4077955" y="637044"/>
                  </a:lnTo>
                  <a:lnTo>
                    <a:pt x="4078048" y="637044"/>
                  </a:lnTo>
                  <a:lnTo>
                    <a:pt x="4078141" y="637044"/>
                  </a:lnTo>
                  <a:lnTo>
                    <a:pt x="4078235" y="637044"/>
                  </a:lnTo>
                  <a:lnTo>
                    <a:pt x="4078328" y="637044"/>
                  </a:lnTo>
                  <a:lnTo>
                    <a:pt x="4078421" y="637044"/>
                  </a:lnTo>
                  <a:lnTo>
                    <a:pt x="4078514" y="637044"/>
                  </a:lnTo>
                  <a:lnTo>
                    <a:pt x="4078608" y="637044"/>
                  </a:lnTo>
                  <a:lnTo>
                    <a:pt x="4078701" y="637044"/>
                  </a:lnTo>
                  <a:lnTo>
                    <a:pt x="4078794" y="637044"/>
                  </a:lnTo>
                  <a:lnTo>
                    <a:pt x="4078887" y="637044"/>
                  </a:lnTo>
                  <a:lnTo>
                    <a:pt x="4078981" y="637044"/>
                  </a:lnTo>
                  <a:lnTo>
                    <a:pt x="4079074" y="637044"/>
                  </a:lnTo>
                  <a:lnTo>
                    <a:pt x="4079167" y="637044"/>
                  </a:lnTo>
                  <a:lnTo>
                    <a:pt x="4079260" y="637044"/>
                  </a:lnTo>
                  <a:lnTo>
                    <a:pt x="4079354" y="637044"/>
                  </a:lnTo>
                  <a:lnTo>
                    <a:pt x="4079447" y="637044"/>
                  </a:lnTo>
                  <a:lnTo>
                    <a:pt x="4079540" y="637044"/>
                  </a:lnTo>
                  <a:lnTo>
                    <a:pt x="4079633" y="637044"/>
                  </a:lnTo>
                  <a:lnTo>
                    <a:pt x="4079726" y="637044"/>
                  </a:lnTo>
                  <a:lnTo>
                    <a:pt x="4079820" y="637044"/>
                  </a:lnTo>
                  <a:lnTo>
                    <a:pt x="4079913" y="637044"/>
                  </a:lnTo>
                  <a:lnTo>
                    <a:pt x="4080006" y="637044"/>
                  </a:lnTo>
                  <a:lnTo>
                    <a:pt x="4080099" y="637044"/>
                  </a:lnTo>
                  <a:lnTo>
                    <a:pt x="4080193" y="637044"/>
                  </a:lnTo>
                  <a:lnTo>
                    <a:pt x="4080286" y="637044"/>
                  </a:lnTo>
                  <a:lnTo>
                    <a:pt x="4080379" y="637044"/>
                  </a:lnTo>
                  <a:lnTo>
                    <a:pt x="4080472" y="637044"/>
                  </a:lnTo>
                  <a:lnTo>
                    <a:pt x="4080566" y="637044"/>
                  </a:lnTo>
                  <a:lnTo>
                    <a:pt x="4080659" y="637044"/>
                  </a:lnTo>
                  <a:lnTo>
                    <a:pt x="4080752" y="637044"/>
                  </a:lnTo>
                  <a:lnTo>
                    <a:pt x="4080845" y="637044"/>
                  </a:lnTo>
                  <a:lnTo>
                    <a:pt x="4080939" y="637044"/>
                  </a:lnTo>
                  <a:lnTo>
                    <a:pt x="4081032" y="637044"/>
                  </a:lnTo>
                  <a:lnTo>
                    <a:pt x="4081125" y="637044"/>
                  </a:lnTo>
                  <a:lnTo>
                    <a:pt x="4081218" y="637044"/>
                  </a:lnTo>
                  <a:lnTo>
                    <a:pt x="4081312" y="637044"/>
                  </a:lnTo>
                  <a:lnTo>
                    <a:pt x="4081405" y="637044"/>
                  </a:lnTo>
                  <a:lnTo>
                    <a:pt x="4081498" y="637044"/>
                  </a:lnTo>
                  <a:lnTo>
                    <a:pt x="4081591" y="637044"/>
                  </a:lnTo>
                  <a:lnTo>
                    <a:pt x="4081685" y="637044"/>
                  </a:lnTo>
                  <a:lnTo>
                    <a:pt x="4081778" y="637044"/>
                  </a:lnTo>
                  <a:lnTo>
                    <a:pt x="4081871" y="637044"/>
                  </a:lnTo>
                  <a:lnTo>
                    <a:pt x="4081964" y="637044"/>
                  </a:lnTo>
                  <a:lnTo>
                    <a:pt x="4082058" y="637044"/>
                  </a:lnTo>
                  <a:lnTo>
                    <a:pt x="4082151" y="637044"/>
                  </a:lnTo>
                  <a:lnTo>
                    <a:pt x="4082244" y="637044"/>
                  </a:lnTo>
                  <a:lnTo>
                    <a:pt x="4082337" y="637044"/>
                  </a:lnTo>
                  <a:lnTo>
                    <a:pt x="4082431" y="637044"/>
                  </a:lnTo>
                  <a:lnTo>
                    <a:pt x="4082524" y="637044"/>
                  </a:lnTo>
                  <a:lnTo>
                    <a:pt x="4082617" y="637044"/>
                  </a:lnTo>
                  <a:lnTo>
                    <a:pt x="4082710" y="637044"/>
                  </a:lnTo>
                  <a:lnTo>
                    <a:pt x="4082804" y="637044"/>
                  </a:lnTo>
                  <a:lnTo>
                    <a:pt x="4082897" y="637044"/>
                  </a:lnTo>
                  <a:lnTo>
                    <a:pt x="4082990" y="637044"/>
                  </a:lnTo>
                  <a:lnTo>
                    <a:pt x="4083083" y="637044"/>
                  </a:lnTo>
                  <a:lnTo>
                    <a:pt x="4083177" y="637044"/>
                  </a:lnTo>
                  <a:lnTo>
                    <a:pt x="4083270" y="637044"/>
                  </a:lnTo>
                  <a:lnTo>
                    <a:pt x="4083363" y="637044"/>
                  </a:lnTo>
                  <a:lnTo>
                    <a:pt x="4083456" y="637044"/>
                  </a:lnTo>
                  <a:lnTo>
                    <a:pt x="4083550" y="637044"/>
                  </a:lnTo>
                  <a:lnTo>
                    <a:pt x="4083643" y="637044"/>
                  </a:lnTo>
                  <a:lnTo>
                    <a:pt x="4083736" y="637044"/>
                  </a:lnTo>
                  <a:lnTo>
                    <a:pt x="4083829" y="637044"/>
                  </a:lnTo>
                  <a:lnTo>
                    <a:pt x="4083923" y="637044"/>
                  </a:lnTo>
                  <a:lnTo>
                    <a:pt x="4084016" y="637044"/>
                  </a:lnTo>
                  <a:lnTo>
                    <a:pt x="4084109" y="637044"/>
                  </a:lnTo>
                  <a:lnTo>
                    <a:pt x="4084202" y="637044"/>
                  </a:lnTo>
                  <a:lnTo>
                    <a:pt x="4084296" y="637044"/>
                  </a:lnTo>
                  <a:lnTo>
                    <a:pt x="4084389" y="637044"/>
                  </a:lnTo>
                  <a:lnTo>
                    <a:pt x="4084482" y="637044"/>
                  </a:lnTo>
                  <a:lnTo>
                    <a:pt x="4084575" y="637044"/>
                  </a:lnTo>
                  <a:lnTo>
                    <a:pt x="4084669" y="637044"/>
                  </a:lnTo>
                  <a:lnTo>
                    <a:pt x="4084762" y="637044"/>
                  </a:lnTo>
                  <a:lnTo>
                    <a:pt x="4084855" y="637044"/>
                  </a:lnTo>
                  <a:lnTo>
                    <a:pt x="4084948" y="637044"/>
                  </a:lnTo>
                  <a:lnTo>
                    <a:pt x="4085042" y="637044"/>
                  </a:lnTo>
                  <a:lnTo>
                    <a:pt x="4085135" y="637044"/>
                  </a:lnTo>
                  <a:lnTo>
                    <a:pt x="4085228" y="637044"/>
                  </a:lnTo>
                  <a:lnTo>
                    <a:pt x="4085321" y="637044"/>
                  </a:lnTo>
                  <a:lnTo>
                    <a:pt x="4085415" y="637044"/>
                  </a:lnTo>
                  <a:lnTo>
                    <a:pt x="4085508" y="637044"/>
                  </a:lnTo>
                  <a:lnTo>
                    <a:pt x="4085601" y="637044"/>
                  </a:lnTo>
                  <a:lnTo>
                    <a:pt x="4085694" y="637044"/>
                  </a:lnTo>
                  <a:lnTo>
                    <a:pt x="4085788" y="637044"/>
                  </a:lnTo>
                  <a:lnTo>
                    <a:pt x="4085881" y="637044"/>
                  </a:lnTo>
                  <a:lnTo>
                    <a:pt x="4085974" y="637044"/>
                  </a:lnTo>
                  <a:lnTo>
                    <a:pt x="4086067" y="637044"/>
                  </a:lnTo>
                  <a:lnTo>
                    <a:pt x="4086161" y="637044"/>
                  </a:lnTo>
                  <a:lnTo>
                    <a:pt x="4086254" y="637044"/>
                  </a:lnTo>
                  <a:lnTo>
                    <a:pt x="4086347" y="637044"/>
                  </a:lnTo>
                  <a:lnTo>
                    <a:pt x="4086440" y="637044"/>
                  </a:lnTo>
                  <a:lnTo>
                    <a:pt x="4086533" y="637044"/>
                  </a:lnTo>
                  <a:lnTo>
                    <a:pt x="4086627" y="637044"/>
                  </a:lnTo>
                  <a:lnTo>
                    <a:pt x="4086720" y="637044"/>
                  </a:lnTo>
                  <a:lnTo>
                    <a:pt x="4086813" y="637044"/>
                  </a:lnTo>
                  <a:lnTo>
                    <a:pt x="4086906" y="637044"/>
                  </a:lnTo>
                  <a:lnTo>
                    <a:pt x="4087000" y="637044"/>
                  </a:lnTo>
                  <a:lnTo>
                    <a:pt x="4087093" y="637044"/>
                  </a:lnTo>
                  <a:lnTo>
                    <a:pt x="4087186" y="637044"/>
                  </a:lnTo>
                  <a:lnTo>
                    <a:pt x="4087279" y="637044"/>
                  </a:lnTo>
                  <a:lnTo>
                    <a:pt x="4087373" y="637044"/>
                  </a:lnTo>
                  <a:lnTo>
                    <a:pt x="4087466" y="637044"/>
                  </a:lnTo>
                  <a:lnTo>
                    <a:pt x="4087559" y="637044"/>
                  </a:lnTo>
                  <a:lnTo>
                    <a:pt x="4087652" y="637044"/>
                  </a:lnTo>
                  <a:lnTo>
                    <a:pt x="4087746" y="637044"/>
                  </a:lnTo>
                  <a:lnTo>
                    <a:pt x="4087839" y="637044"/>
                  </a:lnTo>
                  <a:lnTo>
                    <a:pt x="4087932" y="637044"/>
                  </a:lnTo>
                  <a:lnTo>
                    <a:pt x="4088025" y="637044"/>
                  </a:lnTo>
                  <a:lnTo>
                    <a:pt x="4088119" y="637044"/>
                  </a:lnTo>
                  <a:lnTo>
                    <a:pt x="4088212" y="637044"/>
                  </a:lnTo>
                  <a:lnTo>
                    <a:pt x="4088305" y="637044"/>
                  </a:lnTo>
                  <a:lnTo>
                    <a:pt x="4088398" y="637044"/>
                  </a:lnTo>
                  <a:lnTo>
                    <a:pt x="4088492" y="637044"/>
                  </a:lnTo>
                  <a:lnTo>
                    <a:pt x="4088585" y="637044"/>
                  </a:lnTo>
                  <a:lnTo>
                    <a:pt x="4088678" y="637044"/>
                  </a:lnTo>
                  <a:lnTo>
                    <a:pt x="4088771" y="637044"/>
                  </a:lnTo>
                  <a:lnTo>
                    <a:pt x="4088865" y="637044"/>
                  </a:lnTo>
                  <a:lnTo>
                    <a:pt x="4088958" y="637044"/>
                  </a:lnTo>
                  <a:lnTo>
                    <a:pt x="4089051" y="637044"/>
                  </a:lnTo>
                  <a:lnTo>
                    <a:pt x="4089144" y="637044"/>
                  </a:lnTo>
                  <a:lnTo>
                    <a:pt x="4089238" y="637044"/>
                  </a:lnTo>
                  <a:lnTo>
                    <a:pt x="4089331" y="637044"/>
                  </a:lnTo>
                  <a:lnTo>
                    <a:pt x="4089424" y="637044"/>
                  </a:lnTo>
                  <a:lnTo>
                    <a:pt x="4089517" y="637044"/>
                  </a:lnTo>
                  <a:lnTo>
                    <a:pt x="4089611" y="637044"/>
                  </a:lnTo>
                  <a:lnTo>
                    <a:pt x="4089704" y="637044"/>
                  </a:lnTo>
                  <a:lnTo>
                    <a:pt x="4089797" y="637044"/>
                  </a:lnTo>
                  <a:lnTo>
                    <a:pt x="4089890" y="637044"/>
                  </a:lnTo>
                  <a:lnTo>
                    <a:pt x="4089984" y="637044"/>
                  </a:lnTo>
                  <a:lnTo>
                    <a:pt x="4090077" y="637044"/>
                  </a:lnTo>
                  <a:lnTo>
                    <a:pt x="4090170" y="637044"/>
                  </a:lnTo>
                  <a:lnTo>
                    <a:pt x="4090263" y="637044"/>
                  </a:lnTo>
                  <a:lnTo>
                    <a:pt x="4090357" y="637044"/>
                  </a:lnTo>
                  <a:lnTo>
                    <a:pt x="4090450" y="637044"/>
                  </a:lnTo>
                  <a:lnTo>
                    <a:pt x="4090543" y="637044"/>
                  </a:lnTo>
                  <a:lnTo>
                    <a:pt x="4090636" y="637044"/>
                  </a:lnTo>
                  <a:lnTo>
                    <a:pt x="4090730" y="637044"/>
                  </a:lnTo>
                  <a:lnTo>
                    <a:pt x="4090823" y="637044"/>
                  </a:lnTo>
                  <a:lnTo>
                    <a:pt x="4090916" y="637044"/>
                  </a:lnTo>
                  <a:lnTo>
                    <a:pt x="4091009" y="637044"/>
                  </a:lnTo>
                  <a:lnTo>
                    <a:pt x="4091103" y="637044"/>
                  </a:lnTo>
                  <a:lnTo>
                    <a:pt x="4091196" y="637044"/>
                  </a:lnTo>
                  <a:lnTo>
                    <a:pt x="4091289" y="637044"/>
                  </a:lnTo>
                  <a:lnTo>
                    <a:pt x="4091382" y="637044"/>
                  </a:lnTo>
                  <a:lnTo>
                    <a:pt x="4091476" y="637044"/>
                  </a:lnTo>
                  <a:lnTo>
                    <a:pt x="4091569" y="637044"/>
                  </a:lnTo>
                  <a:lnTo>
                    <a:pt x="4091662" y="637044"/>
                  </a:lnTo>
                  <a:lnTo>
                    <a:pt x="4091755" y="637044"/>
                  </a:lnTo>
                  <a:lnTo>
                    <a:pt x="4091849" y="637044"/>
                  </a:lnTo>
                  <a:lnTo>
                    <a:pt x="4091942" y="637044"/>
                  </a:lnTo>
                  <a:lnTo>
                    <a:pt x="4092035" y="637044"/>
                  </a:lnTo>
                  <a:lnTo>
                    <a:pt x="4092128" y="637044"/>
                  </a:lnTo>
                  <a:lnTo>
                    <a:pt x="4092222" y="637044"/>
                  </a:lnTo>
                  <a:lnTo>
                    <a:pt x="4092315" y="637044"/>
                  </a:lnTo>
                  <a:lnTo>
                    <a:pt x="4092408" y="637044"/>
                  </a:lnTo>
                  <a:lnTo>
                    <a:pt x="4092501" y="637044"/>
                  </a:lnTo>
                  <a:lnTo>
                    <a:pt x="4092595" y="637044"/>
                  </a:lnTo>
                  <a:lnTo>
                    <a:pt x="4092688" y="637044"/>
                  </a:lnTo>
                  <a:lnTo>
                    <a:pt x="4092781" y="637044"/>
                  </a:lnTo>
                  <a:lnTo>
                    <a:pt x="4092874" y="637044"/>
                  </a:lnTo>
                  <a:lnTo>
                    <a:pt x="4092968" y="637044"/>
                  </a:lnTo>
                  <a:lnTo>
                    <a:pt x="4093061" y="637044"/>
                  </a:lnTo>
                  <a:lnTo>
                    <a:pt x="4093154" y="637044"/>
                  </a:lnTo>
                  <a:lnTo>
                    <a:pt x="4093154" y="627090"/>
                  </a:lnTo>
                  <a:lnTo>
                    <a:pt x="4093247" y="627090"/>
                  </a:lnTo>
                  <a:lnTo>
                    <a:pt x="4093340" y="627090"/>
                  </a:lnTo>
                  <a:lnTo>
                    <a:pt x="4093434" y="627090"/>
                  </a:lnTo>
                  <a:lnTo>
                    <a:pt x="4093527" y="627090"/>
                  </a:lnTo>
                  <a:lnTo>
                    <a:pt x="4093620" y="627090"/>
                  </a:lnTo>
                  <a:lnTo>
                    <a:pt x="4093713" y="627090"/>
                  </a:lnTo>
                  <a:lnTo>
                    <a:pt x="4093807" y="627090"/>
                  </a:lnTo>
                  <a:lnTo>
                    <a:pt x="4093900" y="627090"/>
                  </a:lnTo>
                  <a:lnTo>
                    <a:pt x="4093993" y="627090"/>
                  </a:lnTo>
                  <a:lnTo>
                    <a:pt x="4094086" y="627090"/>
                  </a:lnTo>
                  <a:lnTo>
                    <a:pt x="4094180" y="627090"/>
                  </a:lnTo>
                  <a:lnTo>
                    <a:pt x="4094273" y="627090"/>
                  </a:lnTo>
                  <a:lnTo>
                    <a:pt x="4094366" y="627090"/>
                  </a:lnTo>
                  <a:lnTo>
                    <a:pt x="4094459" y="627090"/>
                  </a:lnTo>
                  <a:lnTo>
                    <a:pt x="4094553" y="627090"/>
                  </a:lnTo>
                  <a:lnTo>
                    <a:pt x="4094646" y="627090"/>
                  </a:lnTo>
                  <a:lnTo>
                    <a:pt x="4094739" y="627090"/>
                  </a:lnTo>
                  <a:lnTo>
                    <a:pt x="4094832" y="627090"/>
                  </a:lnTo>
                  <a:lnTo>
                    <a:pt x="4094926" y="627090"/>
                  </a:lnTo>
                  <a:lnTo>
                    <a:pt x="4095019" y="627090"/>
                  </a:lnTo>
                  <a:lnTo>
                    <a:pt x="4095112" y="627090"/>
                  </a:lnTo>
                  <a:lnTo>
                    <a:pt x="4095205" y="627090"/>
                  </a:lnTo>
                  <a:lnTo>
                    <a:pt x="4095299" y="627090"/>
                  </a:lnTo>
                  <a:lnTo>
                    <a:pt x="4095392" y="627090"/>
                  </a:lnTo>
                  <a:lnTo>
                    <a:pt x="4095485" y="627090"/>
                  </a:lnTo>
                  <a:lnTo>
                    <a:pt x="4095578" y="627090"/>
                  </a:lnTo>
                  <a:lnTo>
                    <a:pt x="4095672" y="627090"/>
                  </a:lnTo>
                  <a:lnTo>
                    <a:pt x="4095765" y="627090"/>
                  </a:lnTo>
                  <a:lnTo>
                    <a:pt x="4095858" y="627090"/>
                  </a:lnTo>
                  <a:lnTo>
                    <a:pt x="4095951" y="627090"/>
                  </a:lnTo>
                  <a:lnTo>
                    <a:pt x="4096045" y="627090"/>
                  </a:lnTo>
                  <a:lnTo>
                    <a:pt x="4096138" y="627090"/>
                  </a:lnTo>
                  <a:lnTo>
                    <a:pt x="4096231" y="627090"/>
                  </a:lnTo>
                  <a:lnTo>
                    <a:pt x="4096324" y="627090"/>
                  </a:lnTo>
                  <a:lnTo>
                    <a:pt x="4096418" y="627090"/>
                  </a:lnTo>
                  <a:lnTo>
                    <a:pt x="4096511" y="627090"/>
                  </a:lnTo>
                  <a:lnTo>
                    <a:pt x="4096604" y="627090"/>
                  </a:lnTo>
                  <a:lnTo>
                    <a:pt x="4096697" y="627090"/>
                  </a:lnTo>
                  <a:lnTo>
                    <a:pt x="4096791" y="627090"/>
                  </a:lnTo>
                  <a:lnTo>
                    <a:pt x="4096884" y="627090"/>
                  </a:lnTo>
                  <a:lnTo>
                    <a:pt x="4096977" y="627090"/>
                  </a:lnTo>
                  <a:lnTo>
                    <a:pt x="4097070" y="627090"/>
                  </a:lnTo>
                  <a:lnTo>
                    <a:pt x="4097164" y="627090"/>
                  </a:lnTo>
                  <a:lnTo>
                    <a:pt x="4097257" y="627090"/>
                  </a:lnTo>
                  <a:lnTo>
                    <a:pt x="4097350" y="627090"/>
                  </a:lnTo>
                  <a:lnTo>
                    <a:pt x="4097443" y="627090"/>
                  </a:lnTo>
                  <a:lnTo>
                    <a:pt x="4097537" y="627090"/>
                  </a:lnTo>
                  <a:lnTo>
                    <a:pt x="4097630" y="627090"/>
                  </a:lnTo>
                  <a:lnTo>
                    <a:pt x="4097723" y="627090"/>
                  </a:lnTo>
                  <a:lnTo>
                    <a:pt x="4097816" y="627090"/>
                  </a:lnTo>
                  <a:lnTo>
                    <a:pt x="4097910" y="627090"/>
                  </a:lnTo>
                  <a:lnTo>
                    <a:pt x="4098003" y="627090"/>
                  </a:lnTo>
                  <a:lnTo>
                    <a:pt x="4098096" y="627090"/>
                  </a:lnTo>
                  <a:lnTo>
                    <a:pt x="4098189" y="627090"/>
                  </a:lnTo>
                  <a:lnTo>
                    <a:pt x="4098283" y="627090"/>
                  </a:lnTo>
                  <a:lnTo>
                    <a:pt x="4098376" y="627090"/>
                  </a:lnTo>
                  <a:lnTo>
                    <a:pt x="4098469" y="627090"/>
                  </a:lnTo>
                  <a:lnTo>
                    <a:pt x="4098562" y="627090"/>
                  </a:lnTo>
                  <a:lnTo>
                    <a:pt x="4098656" y="627090"/>
                  </a:lnTo>
                  <a:lnTo>
                    <a:pt x="4098749" y="627090"/>
                  </a:lnTo>
                  <a:lnTo>
                    <a:pt x="4098842" y="627090"/>
                  </a:lnTo>
                  <a:lnTo>
                    <a:pt x="4098935" y="627090"/>
                  </a:lnTo>
                  <a:lnTo>
                    <a:pt x="4099029" y="627090"/>
                  </a:lnTo>
                  <a:lnTo>
                    <a:pt x="4099122" y="627090"/>
                  </a:lnTo>
                  <a:lnTo>
                    <a:pt x="4099215" y="627090"/>
                  </a:lnTo>
                  <a:lnTo>
                    <a:pt x="4099308" y="627090"/>
                  </a:lnTo>
                  <a:lnTo>
                    <a:pt x="4099402" y="627090"/>
                  </a:lnTo>
                  <a:lnTo>
                    <a:pt x="4099495" y="627090"/>
                  </a:lnTo>
                  <a:lnTo>
                    <a:pt x="4099588" y="627090"/>
                  </a:lnTo>
                  <a:lnTo>
                    <a:pt x="4099681" y="627090"/>
                  </a:lnTo>
                  <a:lnTo>
                    <a:pt x="4099775" y="627090"/>
                  </a:lnTo>
                  <a:lnTo>
                    <a:pt x="4099868" y="627090"/>
                  </a:lnTo>
                  <a:lnTo>
                    <a:pt x="4099961" y="627090"/>
                  </a:lnTo>
                  <a:lnTo>
                    <a:pt x="4100054" y="627090"/>
                  </a:lnTo>
                  <a:lnTo>
                    <a:pt x="4100148" y="627090"/>
                  </a:lnTo>
                  <a:lnTo>
                    <a:pt x="4100241" y="627090"/>
                  </a:lnTo>
                  <a:lnTo>
                    <a:pt x="4100334" y="627090"/>
                  </a:lnTo>
                  <a:lnTo>
                    <a:pt x="4100427" y="627090"/>
                  </a:lnTo>
                  <a:lnTo>
                    <a:pt x="4100520" y="627090"/>
                  </a:lnTo>
                  <a:lnTo>
                    <a:pt x="4100614" y="627090"/>
                  </a:lnTo>
                  <a:lnTo>
                    <a:pt x="4100707" y="627090"/>
                  </a:lnTo>
                  <a:lnTo>
                    <a:pt x="4100800" y="627090"/>
                  </a:lnTo>
                  <a:lnTo>
                    <a:pt x="4100893" y="627090"/>
                  </a:lnTo>
                  <a:lnTo>
                    <a:pt x="4100987" y="627090"/>
                  </a:lnTo>
                  <a:lnTo>
                    <a:pt x="4101080" y="627090"/>
                  </a:lnTo>
                  <a:lnTo>
                    <a:pt x="4101173" y="627090"/>
                  </a:lnTo>
                  <a:lnTo>
                    <a:pt x="4101266" y="627090"/>
                  </a:lnTo>
                  <a:lnTo>
                    <a:pt x="4101360" y="627090"/>
                  </a:lnTo>
                  <a:lnTo>
                    <a:pt x="4101453" y="627090"/>
                  </a:lnTo>
                  <a:lnTo>
                    <a:pt x="4101546" y="627090"/>
                  </a:lnTo>
                  <a:lnTo>
                    <a:pt x="4101639" y="627090"/>
                  </a:lnTo>
                  <a:lnTo>
                    <a:pt x="4101733" y="627090"/>
                  </a:lnTo>
                  <a:lnTo>
                    <a:pt x="4101826" y="627090"/>
                  </a:lnTo>
                  <a:lnTo>
                    <a:pt x="4101919" y="627090"/>
                  </a:lnTo>
                  <a:lnTo>
                    <a:pt x="4102012" y="627090"/>
                  </a:lnTo>
                  <a:lnTo>
                    <a:pt x="4102106" y="627090"/>
                  </a:lnTo>
                  <a:lnTo>
                    <a:pt x="4102199" y="627090"/>
                  </a:lnTo>
                  <a:lnTo>
                    <a:pt x="4102292" y="627090"/>
                  </a:lnTo>
                  <a:lnTo>
                    <a:pt x="4102385" y="627090"/>
                  </a:lnTo>
                  <a:lnTo>
                    <a:pt x="4102479" y="627090"/>
                  </a:lnTo>
                  <a:lnTo>
                    <a:pt x="4102572" y="627090"/>
                  </a:lnTo>
                  <a:lnTo>
                    <a:pt x="4102665" y="627090"/>
                  </a:lnTo>
                  <a:lnTo>
                    <a:pt x="4102758" y="627090"/>
                  </a:lnTo>
                  <a:lnTo>
                    <a:pt x="4102852" y="627090"/>
                  </a:lnTo>
                  <a:lnTo>
                    <a:pt x="4102945" y="627090"/>
                  </a:lnTo>
                  <a:lnTo>
                    <a:pt x="4103038" y="627090"/>
                  </a:lnTo>
                  <a:lnTo>
                    <a:pt x="4103131" y="627090"/>
                  </a:lnTo>
                  <a:lnTo>
                    <a:pt x="4103225" y="627090"/>
                  </a:lnTo>
                  <a:lnTo>
                    <a:pt x="4103318" y="627090"/>
                  </a:lnTo>
                  <a:lnTo>
                    <a:pt x="4103411" y="627090"/>
                  </a:lnTo>
                  <a:lnTo>
                    <a:pt x="4103504" y="627090"/>
                  </a:lnTo>
                  <a:lnTo>
                    <a:pt x="4103598" y="627090"/>
                  </a:lnTo>
                  <a:lnTo>
                    <a:pt x="4103691" y="627090"/>
                  </a:lnTo>
                  <a:lnTo>
                    <a:pt x="4103784" y="627090"/>
                  </a:lnTo>
                  <a:lnTo>
                    <a:pt x="4103877" y="627090"/>
                  </a:lnTo>
                  <a:lnTo>
                    <a:pt x="4103971" y="627090"/>
                  </a:lnTo>
                  <a:lnTo>
                    <a:pt x="4104064" y="627090"/>
                  </a:lnTo>
                  <a:lnTo>
                    <a:pt x="4104157" y="627090"/>
                  </a:lnTo>
                  <a:lnTo>
                    <a:pt x="4104250" y="627090"/>
                  </a:lnTo>
                  <a:lnTo>
                    <a:pt x="4104344" y="627090"/>
                  </a:lnTo>
                  <a:lnTo>
                    <a:pt x="4104437" y="627090"/>
                  </a:lnTo>
                  <a:lnTo>
                    <a:pt x="4104530" y="627090"/>
                  </a:lnTo>
                  <a:lnTo>
                    <a:pt x="4104623" y="627090"/>
                  </a:lnTo>
                  <a:lnTo>
                    <a:pt x="4104717" y="627090"/>
                  </a:lnTo>
                  <a:lnTo>
                    <a:pt x="4104810" y="627090"/>
                  </a:lnTo>
                  <a:lnTo>
                    <a:pt x="4104903" y="627090"/>
                  </a:lnTo>
                  <a:lnTo>
                    <a:pt x="4104996" y="627090"/>
                  </a:lnTo>
                  <a:lnTo>
                    <a:pt x="4105090" y="627090"/>
                  </a:lnTo>
                  <a:lnTo>
                    <a:pt x="4105183" y="627090"/>
                  </a:lnTo>
                  <a:lnTo>
                    <a:pt x="4105276" y="627090"/>
                  </a:lnTo>
                  <a:lnTo>
                    <a:pt x="4105369" y="627090"/>
                  </a:lnTo>
                  <a:lnTo>
                    <a:pt x="4105463" y="627090"/>
                  </a:lnTo>
                  <a:lnTo>
                    <a:pt x="4105556" y="627090"/>
                  </a:lnTo>
                  <a:lnTo>
                    <a:pt x="4105649" y="627090"/>
                  </a:lnTo>
                  <a:lnTo>
                    <a:pt x="4105742" y="627090"/>
                  </a:lnTo>
                  <a:lnTo>
                    <a:pt x="4105836" y="627090"/>
                  </a:lnTo>
                  <a:lnTo>
                    <a:pt x="4105929" y="627090"/>
                  </a:lnTo>
                  <a:lnTo>
                    <a:pt x="4106022" y="627090"/>
                  </a:lnTo>
                  <a:lnTo>
                    <a:pt x="4106115" y="627090"/>
                  </a:lnTo>
                  <a:lnTo>
                    <a:pt x="4106209" y="627090"/>
                  </a:lnTo>
                  <a:lnTo>
                    <a:pt x="4106302" y="627090"/>
                  </a:lnTo>
                  <a:lnTo>
                    <a:pt x="4106395" y="627090"/>
                  </a:lnTo>
                  <a:lnTo>
                    <a:pt x="4106488" y="627090"/>
                  </a:lnTo>
                  <a:lnTo>
                    <a:pt x="4106582" y="627090"/>
                  </a:lnTo>
                  <a:lnTo>
                    <a:pt x="4106675" y="627090"/>
                  </a:lnTo>
                  <a:lnTo>
                    <a:pt x="4106768" y="627090"/>
                  </a:lnTo>
                  <a:lnTo>
                    <a:pt x="4106861" y="627090"/>
                  </a:lnTo>
                  <a:lnTo>
                    <a:pt x="4106955" y="627090"/>
                  </a:lnTo>
                  <a:lnTo>
                    <a:pt x="4107048" y="627090"/>
                  </a:lnTo>
                  <a:lnTo>
                    <a:pt x="4107141" y="627090"/>
                  </a:lnTo>
                  <a:lnTo>
                    <a:pt x="4107234" y="627090"/>
                  </a:lnTo>
                  <a:lnTo>
                    <a:pt x="4107327" y="627090"/>
                  </a:lnTo>
                  <a:lnTo>
                    <a:pt x="4107421" y="627090"/>
                  </a:lnTo>
                  <a:lnTo>
                    <a:pt x="4107514" y="627090"/>
                  </a:lnTo>
                  <a:lnTo>
                    <a:pt x="4107607" y="627090"/>
                  </a:lnTo>
                  <a:lnTo>
                    <a:pt x="4107700" y="627090"/>
                  </a:lnTo>
                  <a:lnTo>
                    <a:pt x="4107794" y="627090"/>
                  </a:lnTo>
                  <a:lnTo>
                    <a:pt x="4107887" y="627090"/>
                  </a:lnTo>
                  <a:lnTo>
                    <a:pt x="4107980" y="627090"/>
                  </a:lnTo>
                  <a:lnTo>
                    <a:pt x="4108073" y="627090"/>
                  </a:lnTo>
                  <a:lnTo>
                    <a:pt x="4108167" y="627090"/>
                  </a:lnTo>
                  <a:lnTo>
                    <a:pt x="4108260" y="627090"/>
                  </a:lnTo>
                  <a:lnTo>
                    <a:pt x="4108353" y="627090"/>
                  </a:lnTo>
                  <a:lnTo>
                    <a:pt x="4108446" y="627090"/>
                  </a:lnTo>
                  <a:lnTo>
                    <a:pt x="4108540" y="627090"/>
                  </a:lnTo>
                  <a:lnTo>
                    <a:pt x="4108633" y="627090"/>
                  </a:lnTo>
                  <a:lnTo>
                    <a:pt x="4108726" y="627090"/>
                  </a:lnTo>
                  <a:lnTo>
                    <a:pt x="4108819" y="627090"/>
                  </a:lnTo>
                  <a:lnTo>
                    <a:pt x="4108913" y="627090"/>
                  </a:lnTo>
                  <a:lnTo>
                    <a:pt x="4109006" y="627090"/>
                  </a:lnTo>
                  <a:lnTo>
                    <a:pt x="4109099" y="627090"/>
                  </a:lnTo>
                  <a:lnTo>
                    <a:pt x="4109192" y="627090"/>
                  </a:lnTo>
                  <a:lnTo>
                    <a:pt x="4109286" y="627090"/>
                  </a:lnTo>
                  <a:lnTo>
                    <a:pt x="4109379" y="627090"/>
                  </a:lnTo>
                  <a:lnTo>
                    <a:pt x="4109472" y="627090"/>
                  </a:lnTo>
                  <a:lnTo>
                    <a:pt x="4109565" y="627090"/>
                  </a:lnTo>
                  <a:lnTo>
                    <a:pt x="4109659" y="627090"/>
                  </a:lnTo>
                  <a:lnTo>
                    <a:pt x="4109752" y="627090"/>
                  </a:lnTo>
                  <a:lnTo>
                    <a:pt x="4109845" y="627090"/>
                  </a:lnTo>
                  <a:lnTo>
                    <a:pt x="4109938" y="627090"/>
                  </a:lnTo>
                  <a:lnTo>
                    <a:pt x="4110032" y="627090"/>
                  </a:lnTo>
                  <a:lnTo>
                    <a:pt x="4110125" y="627090"/>
                  </a:lnTo>
                  <a:lnTo>
                    <a:pt x="4110218" y="627090"/>
                  </a:lnTo>
                  <a:lnTo>
                    <a:pt x="4110311" y="627090"/>
                  </a:lnTo>
                  <a:lnTo>
                    <a:pt x="4110405" y="627090"/>
                  </a:lnTo>
                  <a:lnTo>
                    <a:pt x="4110498" y="627090"/>
                  </a:lnTo>
                  <a:lnTo>
                    <a:pt x="4110591" y="627090"/>
                  </a:lnTo>
                  <a:lnTo>
                    <a:pt x="4110591" y="617137"/>
                  </a:lnTo>
                  <a:lnTo>
                    <a:pt x="4110684" y="617137"/>
                  </a:lnTo>
                  <a:lnTo>
                    <a:pt x="4110778" y="617137"/>
                  </a:lnTo>
                  <a:lnTo>
                    <a:pt x="4110871" y="617137"/>
                  </a:lnTo>
                  <a:lnTo>
                    <a:pt x="4110964" y="617137"/>
                  </a:lnTo>
                  <a:lnTo>
                    <a:pt x="4111057" y="617137"/>
                  </a:lnTo>
                  <a:lnTo>
                    <a:pt x="4111151" y="617137"/>
                  </a:lnTo>
                  <a:lnTo>
                    <a:pt x="4111244" y="617137"/>
                  </a:lnTo>
                  <a:lnTo>
                    <a:pt x="4111337" y="617137"/>
                  </a:lnTo>
                  <a:lnTo>
                    <a:pt x="4111430" y="617137"/>
                  </a:lnTo>
                  <a:lnTo>
                    <a:pt x="4111524" y="617137"/>
                  </a:lnTo>
                  <a:lnTo>
                    <a:pt x="4111617" y="617137"/>
                  </a:lnTo>
                  <a:lnTo>
                    <a:pt x="4111710" y="617137"/>
                  </a:lnTo>
                  <a:lnTo>
                    <a:pt x="4111803" y="617137"/>
                  </a:lnTo>
                  <a:lnTo>
                    <a:pt x="4111897" y="617137"/>
                  </a:lnTo>
                  <a:lnTo>
                    <a:pt x="4111990" y="617137"/>
                  </a:lnTo>
                  <a:lnTo>
                    <a:pt x="4112083" y="617137"/>
                  </a:lnTo>
                  <a:lnTo>
                    <a:pt x="4112176" y="617137"/>
                  </a:lnTo>
                  <a:lnTo>
                    <a:pt x="4112270" y="617137"/>
                  </a:lnTo>
                  <a:lnTo>
                    <a:pt x="4112363" y="617137"/>
                  </a:lnTo>
                  <a:lnTo>
                    <a:pt x="4112456" y="617137"/>
                  </a:lnTo>
                  <a:lnTo>
                    <a:pt x="4112549" y="617137"/>
                  </a:lnTo>
                  <a:lnTo>
                    <a:pt x="4112643" y="617137"/>
                  </a:lnTo>
                  <a:lnTo>
                    <a:pt x="4112736" y="617137"/>
                  </a:lnTo>
                  <a:lnTo>
                    <a:pt x="4112829" y="617137"/>
                  </a:lnTo>
                  <a:lnTo>
                    <a:pt x="4112922" y="617137"/>
                  </a:lnTo>
                  <a:lnTo>
                    <a:pt x="4113016" y="617137"/>
                  </a:lnTo>
                  <a:lnTo>
                    <a:pt x="4113109" y="617137"/>
                  </a:lnTo>
                  <a:lnTo>
                    <a:pt x="4113202" y="617137"/>
                  </a:lnTo>
                  <a:lnTo>
                    <a:pt x="4113295" y="617137"/>
                  </a:lnTo>
                  <a:lnTo>
                    <a:pt x="4113389" y="617137"/>
                  </a:lnTo>
                  <a:lnTo>
                    <a:pt x="4113482" y="617137"/>
                  </a:lnTo>
                  <a:lnTo>
                    <a:pt x="4113575" y="617137"/>
                  </a:lnTo>
                  <a:lnTo>
                    <a:pt x="4113668" y="617137"/>
                  </a:lnTo>
                  <a:lnTo>
                    <a:pt x="4113762" y="617137"/>
                  </a:lnTo>
                  <a:lnTo>
                    <a:pt x="4113855" y="617137"/>
                  </a:lnTo>
                  <a:lnTo>
                    <a:pt x="4113948" y="617137"/>
                  </a:lnTo>
                  <a:lnTo>
                    <a:pt x="4114041" y="617137"/>
                  </a:lnTo>
                  <a:lnTo>
                    <a:pt x="4114134" y="617137"/>
                  </a:lnTo>
                  <a:lnTo>
                    <a:pt x="4114228" y="617137"/>
                  </a:lnTo>
                  <a:lnTo>
                    <a:pt x="4114321" y="617137"/>
                  </a:lnTo>
                  <a:lnTo>
                    <a:pt x="4114414" y="617137"/>
                  </a:lnTo>
                  <a:lnTo>
                    <a:pt x="4114507" y="617137"/>
                  </a:lnTo>
                  <a:lnTo>
                    <a:pt x="4114601" y="617137"/>
                  </a:lnTo>
                  <a:lnTo>
                    <a:pt x="4114694" y="617137"/>
                  </a:lnTo>
                  <a:lnTo>
                    <a:pt x="4114787" y="617137"/>
                  </a:lnTo>
                  <a:lnTo>
                    <a:pt x="4114880" y="617137"/>
                  </a:lnTo>
                  <a:lnTo>
                    <a:pt x="4114974" y="617137"/>
                  </a:lnTo>
                  <a:lnTo>
                    <a:pt x="4115067" y="617137"/>
                  </a:lnTo>
                  <a:lnTo>
                    <a:pt x="4115160" y="617137"/>
                  </a:lnTo>
                  <a:lnTo>
                    <a:pt x="4115253" y="617137"/>
                  </a:lnTo>
                  <a:lnTo>
                    <a:pt x="4115347" y="617137"/>
                  </a:lnTo>
                  <a:lnTo>
                    <a:pt x="4115440" y="617137"/>
                  </a:lnTo>
                  <a:lnTo>
                    <a:pt x="4115533" y="617137"/>
                  </a:lnTo>
                  <a:lnTo>
                    <a:pt x="4115626" y="617137"/>
                  </a:lnTo>
                  <a:lnTo>
                    <a:pt x="4115720" y="617137"/>
                  </a:lnTo>
                  <a:lnTo>
                    <a:pt x="4115813" y="617137"/>
                  </a:lnTo>
                  <a:lnTo>
                    <a:pt x="4115906" y="617137"/>
                  </a:lnTo>
                  <a:lnTo>
                    <a:pt x="4115999" y="617137"/>
                  </a:lnTo>
                  <a:lnTo>
                    <a:pt x="4116093" y="617137"/>
                  </a:lnTo>
                  <a:lnTo>
                    <a:pt x="4116186" y="617137"/>
                  </a:lnTo>
                  <a:lnTo>
                    <a:pt x="4116279" y="617137"/>
                  </a:lnTo>
                  <a:lnTo>
                    <a:pt x="4116372" y="617137"/>
                  </a:lnTo>
                  <a:lnTo>
                    <a:pt x="4116466" y="617137"/>
                  </a:lnTo>
                  <a:lnTo>
                    <a:pt x="4116559" y="617137"/>
                  </a:lnTo>
                  <a:lnTo>
                    <a:pt x="4116652" y="617137"/>
                  </a:lnTo>
                  <a:lnTo>
                    <a:pt x="4116745" y="617137"/>
                  </a:lnTo>
                  <a:lnTo>
                    <a:pt x="4116839" y="617137"/>
                  </a:lnTo>
                  <a:lnTo>
                    <a:pt x="4116932" y="617137"/>
                  </a:lnTo>
                  <a:lnTo>
                    <a:pt x="4117025" y="617137"/>
                  </a:lnTo>
                  <a:lnTo>
                    <a:pt x="4117118" y="617137"/>
                  </a:lnTo>
                  <a:lnTo>
                    <a:pt x="4117212" y="617137"/>
                  </a:lnTo>
                  <a:lnTo>
                    <a:pt x="4117305" y="617137"/>
                  </a:lnTo>
                  <a:lnTo>
                    <a:pt x="4117398" y="617137"/>
                  </a:lnTo>
                  <a:lnTo>
                    <a:pt x="4117491" y="617137"/>
                  </a:lnTo>
                  <a:lnTo>
                    <a:pt x="4117585" y="617137"/>
                  </a:lnTo>
                  <a:lnTo>
                    <a:pt x="4117678" y="617137"/>
                  </a:lnTo>
                  <a:lnTo>
                    <a:pt x="4117771" y="617137"/>
                  </a:lnTo>
                  <a:lnTo>
                    <a:pt x="4117864" y="617137"/>
                  </a:lnTo>
                  <a:lnTo>
                    <a:pt x="4117958" y="617137"/>
                  </a:lnTo>
                  <a:lnTo>
                    <a:pt x="4118051" y="617137"/>
                  </a:lnTo>
                  <a:lnTo>
                    <a:pt x="4118144" y="617137"/>
                  </a:lnTo>
                  <a:lnTo>
                    <a:pt x="4118237" y="617137"/>
                  </a:lnTo>
                  <a:lnTo>
                    <a:pt x="4118331" y="617137"/>
                  </a:lnTo>
                  <a:lnTo>
                    <a:pt x="4118424" y="617137"/>
                  </a:lnTo>
                  <a:lnTo>
                    <a:pt x="4118517" y="617137"/>
                  </a:lnTo>
                  <a:lnTo>
                    <a:pt x="4118610" y="617137"/>
                  </a:lnTo>
                  <a:lnTo>
                    <a:pt x="4118704" y="617137"/>
                  </a:lnTo>
                  <a:lnTo>
                    <a:pt x="4118797" y="617137"/>
                  </a:lnTo>
                  <a:lnTo>
                    <a:pt x="4118890" y="617137"/>
                  </a:lnTo>
                  <a:lnTo>
                    <a:pt x="4118983" y="617137"/>
                  </a:lnTo>
                  <a:lnTo>
                    <a:pt x="4119077" y="617137"/>
                  </a:lnTo>
                  <a:lnTo>
                    <a:pt x="4119170" y="617137"/>
                  </a:lnTo>
                  <a:lnTo>
                    <a:pt x="4119263" y="617137"/>
                  </a:lnTo>
                  <a:lnTo>
                    <a:pt x="4119356" y="617137"/>
                  </a:lnTo>
                  <a:lnTo>
                    <a:pt x="4119450" y="617137"/>
                  </a:lnTo>
                  <a:lnTo>
                    <a:pt x="4119543" y="617137"/>
                  </a:lnTo>
                  <a:lnTo>
                    <a:pt x="4119636" y="617137"/>
                  </a:lnTo>
                  <a:lnTo>
                    <a:pt x="4119729" y="617137"/>
                  </a:lnTo>
                  <a:lnTo>
                    <a:pt x="4119823" y="617137"/>
                  </a:lnTo>
                  <a:lnTo>
                    <a:pt x="4119916" y="617137"/>
                  </a:lnTo>
                  <a:lnTo>
                    <a:pt x="4120009" y="617137"/>
                  </a:lnTo>
                  <a:lnTo>
                    <a:pt x="4120102" y="617137"/>
                  </a:lnTo>
                  <a:lnTo>
                    <a:pt x="4120196" y="617137"/>
                  </a:lnTo>
                  <a:lnTo>
                    <a:pt x="4120289" y="617137"/>
                  </a:lnTo>
                  <a:lnTo>
                    <a:pt x="4120382" y="617137"/>
                  </a:lnTo>
                  <a:lnTo>
                    <a:pt x="4120475" y="617137"/>
                  </a:lnTo>
                  <a:lnTo>
                    <a:pt x="4120569" y="617137"/>
                  </a:lnTo>
                  <a:lnTo>
                    <a:pt x="4120662" y="617137"/>
                  </a:lnTo>
                  <a:lnTo>
                    <a:pt x="4120755" y="617137"/>
                  </a:lnTo>
                  <a:lnTo>
                    <a:pt x="4120848" y="617137"/>
                  </a:lnTo>
                  <a:lnTo>
                    <a:pt x="4120942" y="617137"/>
                  </a:lnTo>
                  <a:lnTo>
                    <a:pt x="4121035" y="617137"/>
                  </a:lnTo>
                  <a:lnTo>
                    <a:pt x="4121128" y="617137"/>
                  </a:lnTo>
                  <a:lnTo>
                    <a:pt x="4121221" y="617137"/>
                  </a:lnTo>
                  <a:lnTo>
                    <a:pt x="4121314" y="617137"/>
                  </a:lnTo>
                  <a:lnTo>
                    <a:pt x="4121408" y="617137"/>
                  </a:lnTo>
                  <a:lnTo>
                    <a:pt x="4121501" y="617137"/>
                  </a:lnTo>
                  <a:lnTo>
                    <a:pt x="4121594" y="617137"/>
                  </a:lnTo>
                  <a:lnTo>
                    <a:pt x="4121687" y="617137"/>
                  </a:lnTo>
                  <a:lnTo>
                    <a:pt x="4121781" y="617137"/>
                  </a:lnTo>
                  <a:lnTo>
                    <a:pt x="4121874" y="617137"/>
                  </a:lnTo>
                  <a:lnTo>
                    <a:pt x="4121967" y="617137"/>
                  </a:lnTo>
                  <a:lnTo>
                    <a:pt x="4122060" y="617137"/>
                  </a:lnTo>
                  <a:lnTo>
                    <a:pt x="4122154" y="617137"/>
                  </a:lnTo>
                  <a:lnTo>
                    <a:pt x="4122247" y="617137"/>
                  </a:lnTo>
                  <a:lnTo>
                    <a:pt x="4122340" y="617137"/>
                  </a:lnTo>
                  <a:lnTo>
                    <a:pt x="4122433" y="617137"/>
                  </a:lnTo>
                  <a:lnTo>
                    <a:pt x="4122527" y="617137"/>
                  </a:lnTo>
                  <a:lnTo>
                    <a:pt x="4122620" y="617137"/>
                  </a:lnTo>
                  <a:lnTo>
                    <a:pt x="4122713" y="617137"/>
                  </a:lnTo>
                  <a:lnTo>
                    <a:pt x="4122806" y="617137"/>
                  </a:lnTo>
                  <a:lnTo>
                    <a:pt x="4122900" y="617137"/>
                  </a:lnTo>
                  <a:lnTo>
                    <a:pt x="4122993" y="617137"/>
                  </a:lnTo>
                  <a:lnTo>
                    <a:pt x="4123086" y="617137"/>
                  </a:lnTo>
                  <a:lnTo>
                    <a:pt x="4123179" y="617137"/>
                  </a:lnTo>
                  <a:lnTo>
                    <a:pt x="4123273" y="617137"/>
                  </a:lnTo>
                  <a:lnTo>
                    <a:pt x="4123366" y="617137"/>
                  </a:lnTo>
                  <a:lnTo>
                    <a:pt x="4123459" y="617137"/>
                  </a:lnTo>
                  <a:lnTo>
                    <a:pt x="4123552" y="617137"/>
                  </a:lnTo>
                  <a:lnTo>
                    <a:pt x="4123646" y="617137"/>
                  </a:lnTo>
                  <a:lnTo>
                    <a:pt x="4123739" y="617137"/>
                  </a:lnTo>
                  <a:lnTo>
                    <a:pt x="4123832" y="617137"/>
                  </a:lnTo>
                  <a:lnTo>
                    <a:pt x="4123925" y="617137"/>
                  </a:lnTo>
                  <a:lnTo>
                    <a:pt x="4124019" y="617137"/>
                  </a:lnTo>
                  <a:lnTo>
                    <a:pt x="4124112" y="617137"/>
                  </a:lnTo>
                  <a:lnTo>
                    <a:pt x="4124205" y="617137"/>
                  </a:lnTo>
                  <a:lnTo>
                    <a:pt x="4124298" y="617137"/>
                  </a:lnTo>
                  <a:lnTo>
                    <a:pt x="4124392" y="617137"/>
                  </a:lnTo>
                  <a:lnTo>
                    <a:pt x="4124485" y="617137"/>
                  </a:lnTo>
                  <a:lnTo>
                    <a:pt x="4124578" y="617137"/>
                  </a:lnTo>
                  <a:lnTo>
                    <a:pt x="4124671" y="617137"/>
                  </a:lnTo>
                  <a:lnTo>
                    <a:pt x="4124765" y="617137"/>
                  </a:lnTo>
                  <a:lnTo>
                    <a:pt x="4124858" y="617137"/>
                  </a:lnTo>
                  <a:lnTo>
                    <a:pt x="4124951" y="617137"/>
                  </a:lnTo>
                  <a:lnTo>
                    <a:pt x="4125044" y="617137"/>
                  </a:lnTo>
                  <a:lnTo>
                    <a:pt x="4125138" y="617137"/>
                  </a:lnTo>
                  <a:lnTo>
                    <a:pt x="4125231" y="617137"/>
                  </a:lnTo>
                  <a:lnTo>
                    <a:pt x="4125324" y="617137"/>
                  </a:lnTo>
                  <a:lnTo>
                    <a:pt x="4125417" y="617137"/>
                  </a:lnTo>
                  <a:lnTo>
                    <a:pt x="4125511" y="617137"/>
                  </a:lnTo>
                  <a:lnTo>
                    <a:pt x="4125604" y="617137"/>
                  </a:lnTo>
                  <a:lnTo>
                    <a:pt x="4125697" y="617137"/>
                  </a:lnTo>
                  <a:lnTo>
                    <a:pt x="4125790" y="617137"/>
                  </a:lnTo>
                  <a:lnTo>
                    <a:pt x="4125884" y="617137"/>
                  </a:lnTo>
                  <a:lnTo>
                    <a:pt x="4125977" y="617137"/>
                  </a:lnTo>
                  <a:lnTo>
                    <a:pt x="4126070" y="617137"/>
                  </a:lnTo>
                  <a:lnTo>
                    <a:pt x="4126163" y="617137"/>
                  </a:lnTo>
                  <a:lnTo>
                    <a:pt x="4126257" y="617137"/>
                  </a:lnTo>
                  <a:lnTo>
                    <a:pt x="4126350" y="617137"/>
                  </a:lnTo>
                  <a:lnTo>
                    <a:pt x="4126443" y="617137"/>
                  </a:lnTo>
                  <a:lnTo>
                    <a:pt x="4126536" y="617137"/>
                  </a:lnTo>
                  <a:lnTo>
                    <a:pt x="4126630" y="617137"/>
                  </a:lnTo>
                  <a:lnTo>
                    <a:pt x="4126723" y="617137"/>
                  </a:lnTo>
                  <a:lnTo>
                    <a:pt x="4126816" y="617137"/>
                  </a:lnTo>
                  <a:lnTo>
                    <a:pt x="4126909" y="617137"/>
                  </a:lnTo>
                  <a:lnTo>
                    <a:pt x="4127003" y="617137"/>
                  </a:lnTo>
                  <a:lnTo>
                    <a:pt x="4127096" y="617137"/>
                  </a:lnTo>
                  <a:lnTo>
                    <a:pt x="4127189" y="617137"/>
                  </a:lnTo>
                  <a:lnTo>
                    <a:pt x="4127282" y="617137"/>
                  </a:lnTo>
                  <a:lnTo>
                    <a:pt x="4127376" y="617137"/>
                  </a:lnTo>
                  <a:lnTo>
                    <a:pt x="4127469" y="617137"/>
                  </a:lnTo>
                  <a:lnTo>
                    <a:pt x="4127562" y="617137"/>
                  </a:lnTo>
                  <a:lnTo>
                    <a:pt x="4127655" y="617137"/>
                  </a:lnTo>
                  <a:lnTo>
                    <a:pt x="4127749" y="617137"/>
                  </a:lnTo>
                  <a:lnTo>
                    <a:pt x="4127842" y="617137"/>
                  </a:lnTo>
                  <a:lnTo>
                    <a:pt x="4127935" y="617137"/>
                  </a:lnTo>
                  <a:lnTo>
                    <a:pt x="4128028" y="617137"/>
                  </a:lnTo>
                  <a:lnTo>
                    <a:pt x="4128121" y="617137"/>
                  </a:lnTo>
                  <a:lnTo>
                    <a:pt x="4128215" y="617137"/>
                  </a:lnTo>
                  <a:lnTo>
                    <a:pt x="4128308" y="617137"/>
                  </a:lnTo>
                  <a:lnTo>
                    <a:pt x="4128401" y="617137"/>
                  </a:lnTo>
                  <a:lnTo>
                    <a:pt x="4128494" y="617137"/>
                  </a:lnTo>
                  <a:lnTo>
                    <a:pt x="4128588" y="617137"/>
                  </a:lnTo>
                  <a:lnTo>
                    <a:pt x="4128681" y="617137"/>
                  </a:lnTo>
                  <a:lnTo>
                    <a:pt x="4128774" y="617137"/>
                  </a:lnTo>
                  <a:lnTo>
                    <a:pt x="4128867" y="617137"/>
                  </a:lnTo>
                  <a:lnTo>
                    <a:pt x="4128961" y="617137"/>
                  </a:lnTo>
                  <a:lnTo>
                    <a:pt x="4129054" y="617137"/>
                  </a:lnTo>
                  <a:lnTo>
                    <a:pt x="4129147" y="617137"/>
                  </a:lnTo>
                  <a:lnTo>
                    <a:pt x="4129240" y="617137"/>
                  </a:lnTo>
                  <a:lnTo>
                    <a:pt x="4129334" y="617137"/>
                  </a:lnTo>
                  <a:lnTo>
                    <a:pt x="4129427" y="617137"/>
                  </a:lnTo>
                  <a:lnTo>
                    <a:pt x="4129520" y="617137"/>
                  </a:lnTo>
                  <a:lnTo>
                    <a:pt x="4129613" y="617137"/>
                  </a:lnTo>
                  <a:lnTo>
                    <a:pt x="4129707" y="617137"/>
                  </a:lnTo>
                  <a:lnTo>
                    <a:pt x="4129800" y="617137"/>
                  </a:lnTo>
                  <a:lnTo>
                    <a:pt x="4129893" y="617137"/>
                  </a:lnTo>
                  <a:lnTo>
                    <a:pt x="4129986" y="617137"/>
                  </a:lnTo>
                  <a:lnTo>
                    <a:pt x="4130080" y="617137"/>
                  </a:lnTo>
                  <a:lnTo>
                    <a:pt x="4130173" y="617137"/>
                  </a:lnTo>
                  <a:lnTo>
                    <a:pt x="4130266" y="617137"/>
                  </a:lnTo>
                  <a:lnTo>
                    <a:pt x="4130359" y="617137"/>
                  </a:lnTo>
                  <a:lnTo>
                    <a:pt x="4130453" y="617137"/>
                  </a:lnTo>
                  <a:lnTo>
                    <a:pt x="4130546" y="617137"/>
                  </a:lnTo>
                  <a:lnTo>
                    <a:pt x="4130639" y="617137"/>
                  </a:lnTo>
                  <a:lnTo>
                    <a:pt x="4130732" y="617137"/>
                  </a:lnTo>
                  <a:lnTo>
                    <a:pt x="4130826" y="617137"/>
                  </a:lnTo>
                  <a:lnTo>
                    <a:pt x="4130919" y="617137"/>
                  </a:lnTo>
                  <a:lnTo>
                    <a:pt x="4131012" y="617137"/>
                  </a:lnTo>
                  <a:lnTo>
                    <a:pt x="4131105" y="617137"/>
                  </a:lnTo>
                  <a:lnTo>
                    <a:pt x="4131199" y="617137"/>
                  </a:lnTo>
                  <a:lnTo>
                    <a:pt x="4131292" y="617137"/>
                  </a:lnTo>
                  <a:lnTo>
                    <a:pt x="4131385" y="617137"/>
                  </a:lnTo>
                  <a:lnTo>
                    <a:pt x="4131478" y="617137"/>
                  </a:lnTo>
                  <a:lnTo>
                    <a:pt x="4131572" y="617137"/>
                  </a:lnTo>
                  <a:lnTo>
                    <a:pt x="4131665" y="617137"/>
                  </a:lnTo>
                  <a:lnTo>
                    <a:pt x="4131758" y="617137"/>
                  </a:lnTo>
                  <a:lnTo>
                    <a:pt x="4131851" y="617137"/>
                  </a:lnTo>
                  <a:lnTo>
                    <a:pt x="4131945" y="617137"/>
                  </a:lnTo>
                  <a:lnTo>
                    <a:pt x="4132038" y="617137"/>
                  </a:lnTo>
                  <a:lnTo>
                    <a:pt x="4132131" y="617137"/>
                  </a:lnTo>
                  <a:lnTo>
                    <a:pt x="4132224" y="617137"/>
                  </a:lnTo>
                  <a:lnTo>
                    <a:pt x="4132318" y="617137"/>
                  </a:lnTo>
                  <a:lnTo>
                    <a:pt x="4132411" y="617137"/>
                  </a:lnTo>
                  <a:lnTo>
                    <a:pt x="4132504" y="617137"/>
                  </a:lnTo>
                  <a:lnTo>
                    <a:pt x="4132597" y="617137"/>
                  </a:lnTo>
                  <a:lnTo>
                    <a:pt x="4132691" y="617137"/>
                  </a:lnTo>
                  <a:lnTo>
                    <a:pt x="4132784" y="617137"/>
                  </a:lnTo>
                  <a:lnTo>
                    <a:pt x="4132877" y="617137"/>
                  </a:lnTo>
                  <a:lnTo>
                    <a:pt x="4132970" y="617137"/>
                  </a:lnTo>
                  <a:lnTo>
                    <a:pt x="4133064" y="617137"/>
                  </a:lnTo>
                  <a:lnTo>
                    <a:pt x="4133157" y="617137"/>
                  </a:lnTo>
                  <a:lnTo>
                    <a:pt x="4133250" y="617137"/>
                  </a:lnTo>
                  <a:lnTo>
                    <a:pt x="4133343" y="617137"/>
                  </a:lnTo>
                  <a:lnTo>
                    <a:pt x="4133437" y="617137"/>
                  </a:lnTo>
                  <a:lnTo>
                    <a:pt x="4133530" y="617137"/>
                  </a:lnTo>
                  <a:lnTo>
                    <a:pt x="4133623" y="617137"/>
                  </a:lnTo>
                  <a:lnTo>
                    <a:pt x="4133716" y="617137"/>
                  </a:lnTo>
                  <a:lnTo>
                    <a:pt x="4133810" y="617137"/>
                  </a:lnTo>
                  <a:lnTo>
                    <a:pt x="4133903" y="617137"/>
                  </a:lnTo>
                  <a:lnTo>
                    <a:pt x="4133996" y="617137"/>
                  </a:lnTo>
                  <a:lnTo>
                    <a:pt x="4134089" y="617137"/>
                  </a:lnTo>
                  <a:lnTo>
                    <a:pt x="4134183" y="617137"/>
                  </a:lnTo>
                  <a:lnTo>
                    <a:pt x="4134276" y="617137"/>
                  </a:lnTo>
                  <a:lnTo>
                    <a:pt x="4134369" y="617137"/>
                  </a:lnTo>
                  <a:lnTo>
                    <a:pt x="4134462" y="617137"/>
                  </a:lnTo>
                  <a:lnTo>
                    <a:pt x="4134556" y="617137"/>
                  </a:lnTo>
                  <a:lnTo>
                    <a:pt x="4134649" y="617137"/>
                  </a:lnTo>
                  <a:lnTo>
                    <a:pt x="4134742" y="617137"/>
                  </a:lnTo>
                  <a:lnTo>
                    <a:pt x="4134835" y="617137"/>
                  </a:lnTo>
                  <a:lnTo>
                    <a:pt x="4134835" y="607183"/>
                  </a:lnTo>
                  <a:lnTo>
                    <a:pt x="4134928" y="607183"/>
                  </a:lnTo>
                  <a:lnTo>
                    <a:pt x="4135022" y="607183"/>
                  </a:lnTo>
                  <a:lnTo>
                    <a:pt x="4135115" y="607183"/>
                  </a:lnTo>
                  <a:lnTo>
                    <a:pt x="4135208" y="607183"/>
                  </a:lnTo>
                  <a:lnTo>
                    <a:pt x="4135301" y="607183"/>
                  </a:lnTo>
                  <a:lnTo>
                    <a:pt x="4135395" y="607183"/>
                  </a:lnTo>
                  <a:lnTo>
                    <a:pt x="4135488" y="607183"/>
                  </a:lnTo>
                  <a:lnTo>
                    <a:pt x="4135581" y="607183"/>
                  </a:lnTo>
                  <a:lnTo>
                    <a:pt x="4135674" y="607183"/>
                  </a:lnTo>
                  <a:lnTo>
                    <a:pt x="4135768" y="607183"/>
                  </a:lnTo>
                  <a:lnTo>
                    <a:pt x="4135861" y="607183"/>
                  </a:lnTo>
                  <a:lnTo>
                    <a:pt x="4135954" y="607183"/>
                  </a:lnTo>
                  <a:lnTo>
                    <a:pt x="4136047" y="607183"/>
                  </a:lnTo>
                  <a:lnTo>
                    <a:pt x="4136141" y="607183"/>
                  </a:lnTo>
                  <a:lnTo>
                    <a:pt x="4136234" y="607183"/>
                  </a:lnTo>
                  <a:lnTo>
                    <a:pt x="4136327" y="607183"/>
                  </a:lnTo>
                  <a:lnTo>
                    <a:pt x="4136420" y="607183"/>
                  </a:lnTo>
                  <a:lnTo>
                    <a:pt x="4136514" y="607183"/>
                  </a:lnTo>
                  <a:lnTo>
                    <a:pt x="4136607" y="607183"/>
                  </a:lnTo>
                  <a:lnTo>
                    <a:pt x="4136700" y="607183"/>
                  </a:lnTo>
                  <a:lnTo>
                    <a:pt x="4136793" y="607183"/>
                  </a:lnTo>
                  <a:lnTo>
                    <a:pt x="4136887" y="607183"/>
                  </a:lnTo>
                  <a:lnTo>
                    <a:pt x="4136980" y="607183"/>
                  </a:lnTo>
                  <a:lnTo>
                    <a:pt x="4137073" y="607183"/>
                  </a:lnTo>
                  <a:lnTo>
                    <a:pt x="4137166" y="607183"/>
                  </a:lnTo>
                  <a:lnTo>
                    <a:pt x="4137260" y="607183"/>
                  </a:lnTo>
                  <a:lnTo>
                    <a:pt x="4137353" y="607183"/>
                  </a:lnTo>
                  <a:lnTo>
                    <a:pt x="4137446" y="607183"/>
                  </a:lnTo>
                  <a:lnTo>
                    <a:pt x="4137539" y="607183"/>
                  </a:lnTo>
                  <a:lnTo>
                    <a:pt x="4137633" y="607183"/>
                  </a:lnTo>
                  <a:lnTo>
                    <a:pt x="4137726" y="607183"/>
                  </a:lnTo>
                  <a:lnTo>
                    <a:pt x="4137819" y="607183"/>
                  </a:lnTo>
                  <a:lnTo>
                    <a:pt x="4137912" y="607183"/>
                  </a:lnTo>
                  <a:lnTo>
                    <a:pt x="4138006" y="607183"/>
                  </a:lnTo>
                  <a:lnTo>
                    <a:pt x="4138099" y="607183"/>
                  </a:lnTo>
                  <a:lnTo>
                    <a:pt x="4138192" y="607183"/>
                  </a:lnTo>
                  <a:lnTo>
                    <a:pt x="4138285" y="607183"/>
                  </a:lnTo>
                  <a:lnTo>
                    <a:pt x="4138379" y="607183"/>
                  </a:lnTo>
                  <a:lnTo>
                    <a:pt x="4138472" y="607183"/>
                  </a:lnTo>
                  <a:lnTo>
                    <a:pt x="4138565" y="607183"/>
                  </a:lnTo>
                  <a:lnTo>
                    <a:pt x="4138658" y="607183"/>
                  </a:lnTo>
                  <a:lnTo>
                    <a:pt x="4138752" y="607183"/>
                  </a:lnTo>
                  <a:lnTo>
                    <a:pt x="4138845" y="607183"/>
                  </a:lnTo>
                  <a:lnTo>
                    <a:pt x="4138938" y="607183"/>
                  </a:lnTo>
                  <a:lnTo>
                    <a:pt x="4139031" y="607183"/>
                  </a:lnTo>
                  <a:lnTo>
                    <a:pt x="4139125" y="607183"/>
                  </a:lnTo>
                  <a:lnTo>
                    <a:pt x="4139218" y="607183"/>
                  </a:lnTo>
                  <a:lnTo>
                    <a:pt x="4139311" y="607183"/>
                  </a:lnTo>
                  <a:lnTo>
                    <a:pt x="4139404" y="607183"/>
                  </a:lnTo>
                  <a:lnTo>
                    <a:pt x="4139498" y="607183"/>
                  </a:lnTo>
                  <a:lnTo>
                    <a:pt x="4139591" y="607183"/>
                  </a:lnTo>
                  <a:lnTo>
                    <a:pt x="4139684" y="607183"/>
                  </a:lnTo>
                  <a:lnTo>
                    <a:pt x="4139777" y="607183"/>
                  </a:lnTo>
                  <a:lnTo>
                    <a:pt x="4139871" y="607183"/>
                  </a:lnTo>
                  <a:lnTo>
                    <a:pt x="4139964" y="607183"/>
                  </a:lnTo>
                  <a:lnTo>
                    <a:pt x="4140057" y="607183"/>
                  </a:lnTo>
                  <a:lnTo>
                    <a:pt x="4140150" y="607183"/>
                  </a:lnTo>
                  <a:lnTo>
                    <a:pt x="4140244" y="607183"/>
                  </a:lnTo>
                  <a:lnTo>
                    <a:pt x="4140337" y="607183"/>
                  </a:lnTo>
                  <a:lnTo>
                    <a:pt x="4140430" y="607183"/>
                  </a:lnTo>
                  <a:lnTo>
                    <a:pt x="4140523" y="607183"/>
                  </a:lnTo>
                  <a:lnTo>
                    <a:pt x="4140617" y="607183"/>
                  </a:lnTo>
                  <a:lnTo>
                    <a:pt x="4140710" y="607183"/>
                  </a:lnTo>
                  <a:lnTo>
                    <a:pt x="4140803" y="607183"/>
                  </a:lnTo>
                  <a:lnTo>
                    <a:pt x="4140896" y="607183"/>
                  </a:lnTo>
                  <a:lnTo>
                    <a:pt x="4140990" y="607183"/>
                  </a:lnTo>
                  <a:lnTo>
                    <a:pt x="4141083" y="607183"/>
                  </a:lnTo>
                  <a:lnTo>
                    <a:pt x="4141176" y="607183"/>
                  </a:lnTo>
                  <a:lnTo>
                    <a:pt x="4141269" y="607183"/>
                  </a:lnTo>
                  <a:lnTo>
                    <a:pt x="4141363" y="607183"/>
                  </a:lnTo>
                  <a:lnTo>
                    <a:pt x="4141456" y="607183"/>
                  </a:lnTo>
                  <a:lnTo>
                    <a:pt x="4141549" y="607183"/>
                  </a:lnTo>
                  <a:lnTo>
                    <a:pt x="4141642" y="607183"/>
                  </a:lnTo>
                  <a:lnTo>
                    <a:pt x="4141736" y="607183"/>
                  </a:lnTo>
                  <a:lnTo>
                    <a:pt x="4141829" y="607183"/>
                  </a:lnTo>
                  <a:lnTo>
                    <a:pt x="4141922" y="607183"/>
                  </a:lnTo>
                  <a:lnTo>
                    <a:pt x="4142015" y="607183"/>
                  </a:lnTo>
                  <a:lnTo>
                    <a:pt x="4142108" y="607183"/>
                  </a:lnTo>
                  <a:lnTo>
                    <a:pt x="4142202" y="607183"/>
                  </a:lnTo>
                  <a:lnTo>
                    <a:pt x="4142295" y="607183"/>
                  </a:lnTo>
                  <a:lnTo>
                    <a:pt x="4142388" y="607183"/>
                  </a:lnTo>
                  <a:lnTo>
                    <a:pt x="4142481" y="607183"/>
                  </a:lnTo>
                  <a:lnTo>
                    <a:pt x="4142575" y="607183"/>
                  </a:lnTo>
                  <a:lnTo>
                    <a:pt x="4142668" y="607183"/>
                  </a:lnTo>
                  <a:lnTo>
                    <a:pt x="4142761" y="607183"/>
                  </a:lnTo>
                  <a:lnTo>
                    <a:pt x="4142854" y="607183"/>
                  </a:lnTo>
                  <a:lnTo>
                    <a:pt x="4142948" y="607183"/>
                  </a:lnTo>
                  <a:lnTo>
                    <a:pt x="4143041" y="607183"/>
                  </a:lnTo>
                  <a:lnTo>
                    <a:pt x="4143134" y="607183"/>
                  </a:lnTo>
                  <a:lnTo>
                    <a:pt x="4143227" y="607183"/>
                  </a:lnTo>
                  <a:lnTo>
                    <a:pt x="4143321" y="607183"/>
                  </a:lnTo>
                  <a:lnTo>
                    <a:pt x="4143414" y="607183"/>
                  </a:lnTo>
                  <a:lnTo>
                    <a:pt x="4143507" y="607183"/>
                  </a:lnTo>
                  <a:lnTo>
                    <a:pt x="4143600" y="607183"/>
                  </a:lnTo>
                  <a:lnTo>
                    <a:pt x="4143694" y="607183"/>
                  </a:lnTo>
                  <a:lnTo>
                    <a:pt x="4143787" y="607183"/>
                  </a:lnTo>
                  <a:lnTo>
                    <a:pt x="4143880" y="607183"/>
                  </a:lnTo>
                  <a:lnTo>
                    <a:pt x="4143973" y="607183"/>
                  </a:lnTo>
                  <a:lnTo>
                    <a:pt x="4144067" y="607183"/>
                  </a:lnTo>
                  <a:lnTo>
                    <a:pt x="4144160" y="607183"/>
                  </a:lnTo>
                  <a:lnTo>
                    <a:pt x="4144253" y="607183"/>
                  </a:lnTo>
                  <a:lnTo>
                    <a:pt x="4144346" y="607183"/>
                  </a:lnTo>
                  <a:lnTo>
                    <a:pt x="4144440" y="607183"/>
                  </a:lnTo>
                  <a:lnTo>
                    <a:pt x="4144533" y="607183"/>
                  </a:lnTo>
                  <a:lnTo>
                    <a:pt x="4144626" y="607183"/>
                  </a:lnTo>
                  <a:lnTo>
                    <a:pt x="4144719" y="607183"/>
                  </a:lnTo>
                  <a:lnTo>
                    <a:pt x="4144813" y="607183"/>
                  </a:lnTo>
                  <a:lnTo>
                    <a:pt x="4144906" y="607183"/>
                  </a:lnTo>
                  <a:lnTo>
                    <a:pt x="4144999" y="607183"/>
                  </a:lnTo>
                  <a:lnTo>
                    <a:pt x="4145092" y="607183"/>
                  </a:lnTo>
                  <a:lnTo>
                    <a:pt x="4145186" y="607183"/>
                  </a:lnTo>
                  <a:lnTo>
                    <a:pt x="4145279" y="607183"/>
                  </a:lnTo>
                  <a:lnTo>
                    <a:pt x="4145372" y="607183"/>
                  </a:lnTo>
                  <a:lnTo>
                    <a:pt x="4145465" y="607183"/>
                  </a:lnTo>
                  <a:lnTo>
                    <a:pt x="4145559" y="607183"/>
                  </a:lnTo>
                  <a:lnTo>
                    <a:pt x="4145652" y="607183"/>
                  </a:lnTo>
                  <a:lnTo>
                    <a:pt x="4145745" y="607183"/>
                  </a:lnTo>
                  <a:lnTo>
                    <a:pt x="4145838" y="607183"/>
                  </a:lnTo>
                  <a:lnTo>
                    <a:pt x="4145932" y="607183"/>
                  </a:lnTo>
                  <a:lnTo>
                    <a:pt x="4146025" y="607183"/>
                  </a:lnTo>
                  <a:lnTo>
                    <a:pt x="4146118" y="607183"/>
                  </a:lnTo>
                  <a:lnTo>
                    <a:pt x="4146211" y="607183"/>
                  </a:lnTo>
                  <a:lnTo>
                    <a:pt x="4146305" y="607183"/>
                  </a:lnTo>
                  <a:lnTo>
                    <a:pt x="4146398" y="607183"/>
                  </a:lnTo>
                  <a:lnTo>
                    <a:pt x="4146491" y="607183"/>
                  </a:lnTo>
                  <a:lnTo>
                    <a:pt x="4146584" y="607183"/>
                  </a:lnTo>
                  <a:lnTo>
                    <a:pt x="4146678" y="607183"/>
                  </a:lnTo>
                  <a:lnTo>
                    <a:pt x="4146771" y="607183"/>
                  </a:lnTo>
                  <a:lnTo>
                    <a:pt x="4146864" y="607183"/>
                  </a:lnTo>
                  <a:lnTo>
                    <a:pt x="4146957" y="607183"/>
                  </a:lnTo>
                  <a:lnTo>
                    <a:pt x="4147051" y="607183"/>
                  </a:lnTo>
                  <a:lnTo>
                    <a:pt x="4147144" y="607183"/>
                  </a:lnTo>
                  <a:lnTo>
                    <a:pt x="4147237" y="607183"/>
                  </a:lnTo>
                  <a:lnTo>
                    <a:pt x="4147330" y="607183"/>
                  </a:lnTo>
                  <a:lnTo>
                    <a:pt x="4147424" y="607183"/>
                  </a:lnTo>
                  <a:lnTo>
                    <a:pt x="4147517" y="607183"/>
                  </a:lnTo>
                  <a:lnTo>
                    <a:pt x="4147610" y="607183"/>
                  </a:lnTo>
                  <a:lnTo>
                    <a:pt x="4147703" y="607183"/>
                  </a:lnTo>
                  <a:lnTo>
                    <a:pt x="4147797" y="607183"/>
                  </a:lnTo>
                  <a:lnTo>
                    <a:pt x="4147890" y="607183"/>
                  </a:lnTo>
                  <a:lnTo>
                    <a:pt x="4147983" y="607183"/>
                  </a:lnTo>
                  <a:lnTo>
                    <a:pt x="4148076" y="607183"/>
                  </a:lnTo>
                  <a:lnTo>
                    <a:pt x="4148170" y="607183"/>
                  </a:lnTo>
                  <a:lnTo>
                    <a:pt x="4148263" y="607183"/>
                  </a:lnTo>
                  <a:lnTo>
                    <a:pt x="4148356" y="607183"/>
                  </a:lnTo>
                  <a:lnTo>
                    <a:pt x="4148449" y="607183"/>
                  </a:lnTo>
                  <a:lnTo>
                    <a:pt x="4148543" y="607183"/>
                  </a:lnTo>
                  <a:lnTo>
                    <a:pt x="4148636" y="607183"/>
                  </a:lnTo>
                  <a:lnTo>
                    <a:pt x="4148729" y="607183"/>
                  </a:lnTo>
                  <a:lnTo>
                    <a:pt x="4148822" y="607183"/>
                  </a:lnTo>
                  <a:lnTo>
                    <a:pt x="4148915" y="607183"/>
                  </a:lnTo>
                  <a:lnTo>
                    <a:pt x="4149009" y="607183"/>
                  </a:lnTo>
                  <a:lnTo>
                    <a:pt x="4149102" y="607183"/>
                  </a:lnTo>
                  <a:lnTo>
                    <a:pt x="4149195" y="607183"/>
                  </a:lnTo>
                  <a:lnTo>
                    <a:pt x="4149288" y="607183"/>
                  </a:lnTo>
                  <a:lnTo>
                    <a:pt x="4149382" y="607183"/>
                  </a:lnTo>
                  <a:lnTo>
                    <a:pt x="4149475" y="607183"/>
                  </a:lnTo>
                  <a:lnTo>
                    <a:pt x="4149568" y="607183"/>
                  </a:lnTo>
                  <a:lnTo>
                    <a:pt x="4149661" y="607183"/>
                  </a:lnTo>
                  <a:lnTo>
                    <a:pt x="4149755" y="607183"/>
                  </a:lnTo>
                  <a:lnTo>
                    <a:pt x="4149848" y="607183"/>
                  </a:lnTo>
                  <a:lnTo>
                    <a:pt x="4149941" y="607183"/>
                  </a:lnTo>
                  <a:lnTo>
                    <a:pt x="4150034" y="607183"/>
                  </a:lnTo>
                  <a:lnTo>
                    <a:pt x="4150128" y="607183"/>
                  </a:lnTo>
                  <a:lnTo>
                    <a:pt x="4150221" y="607183"/>
                  </a:lnTo>
                  <a:lnTo>
                    <a:pt x="4150314" y="607183"/>
                  </a:lnTo>
                  <a:lnTo>
                    <a:pt x="4150407" y="607183"/>
                  </a:lnTo>
                  <a:lnTo>
                    <a:pt x="4150501" y="607183"/>
                  </a:lnTo>
                  <a:lnTo>
                    <a:pt x="4150594" y="607183"/>
                  </a:lnTo>
                  <a:lnTo>
                    <a:pt x="4150687" y="607183"/>
                  </a:lnTo>
                  <a:lnTo>
                    <a:pt x="4150780" y="607183"/>
                  </a:lnTo>
                  <a:lnTo>
                    <a:pt x="4150874" y="607183"/>
                  </a:lnTo>
                  <a:lnTo>
                    <a:pt x="4150967" y="607183"/>
                  </a:lnTo>
                  <a:lnTo>
                    <a:pt x="4151060" y="607183"/>
                  </a:lnTo>
                  <a:lnTo>
                    <a:pt x="4151153" y="607183"/>
                  </a:lnTo>
                  <a:lnTo>
                    <a:pt x="4151247" y="607183"/>
                  </a:lnTo>
                  <a:lnTo>
                    <a:pt x="4151340" y="607183"/>
                  </a:lnTo>
                  <a:lnTo>
                    <a:pt x="4151433" y="607183"/>
                  </a:lnTo>
                  <a:lnTo>
                    <a:pt x="4151526" y="607183"/>
                  </a:lnTo>
                  <a:lnTo>
                    <a:pt x="4151620" y="607183"/>
                  </a:lnTo>
                  <a:lnTo>
                    <a:pt x="4151713" y="607183"/>
                  </a:lnTo>
                  <a:lnTo>
                    <a:pt x="4151806" y="607183"/>
                  </a:lnTo>
                  <a:lnTo>
                    <a:pt x="4151899" y="607183"/>
                  </a:lnTo>
                  <a:lnTo>
                    <a:pt x="4151993" y="607183"/>
                  </a:lnTo>
                  <a:lnTo>
                    <a:pt x="4152086" y="607183"/>
                  </a:lnTo>
                  <a:lnTo>
                    <a:pt x="4152179" y="607183"/>
                  </a:lnTo>
                  <a:lnTo>
                    <a:pt x="4152272" y="607183"/>
                  </a:lnTo>
                  <a:lnTo>
                    <a:pt x="4152366" y="607183"/>
                  </a:lnTo>
                  <a:lnTo>
                    <a:pt x="4152459" y="607183"/>
                  </a:lnTo>
                  <a:lnTo>
                    <a:pt x="4152552" y="607183"/>
                  </a:lnTo>
                  <a:lnTo>
                    <a:pt x="4152645" y="607183"/>
                  </a:lnTo>
                  <a:lnTo>
                    <a:pt x="4152739" y="607183"/>
                  </a:lnTo>
                  <a:lnTo>
                    <a:pt x="4152832" y="607183"/>
                  </a:lnTo>
                  <a:lnTo>
                    <a:pt x="4152925" y="607183"/>
                  </a:lnTo>
                  <a:lnTo>
                    <a:pt x="4153018" y="607183"/>
                  </a:lnTo>
                  <a:lnTo>
                    <a:pt x="4153112" y="607183"/>
                  </a:lnTo>
                  <a:lnTo>
                    <a:pt x="4153205" y="607183"/>
                  </a:lnTo>
                  <a:lnTo>
                    <a:pt x="4153298" y="607183"/>
                  </a:lnTo>
                  <a:lnTo>
                    <a:pt x="4153391" y="607183"/>
                  </a:lnTo>
                  <a:lnTo>
                    <a:pt x="4153485" y="607183"/>
                  </a:lnTo>
                  <a:lnTo>
                    <a:pt x="4153578" y="607183"/>
                  </a:lnTo>
                  <a:lnTo>
                    <a:pt x="4153671" y="607183"/>
                  </a:lnTo>
                  <a:lnTo>
                    <a:pt x="4153764" y="607183"/>
                  </a:lnTo>
                  <a:lnTo>
                    <a:pt x="4153858" y="607183"/>
                  </a:lnTo>
                  <a:lnTo>
                    <a:pt x="4153951" y="607183"/>
                  </a:lnTo>
                  <a:lnTo>
                    <a:pt x="4154044" y="607183"/>
                  </a:lnTo>
                  <a:lnTo>
                    <a:pt x="4154137" y="607183"/>
                  </a:lnTo>
                  <a:lnTo>
                    <a:pt x="4154231" y="607183"/>
                  </a:lnTo>
                  <a:lnTo>
                    <a:pt x="4154324" y="607183"/>
                  </a:lnTo>
                  <a:lnTo>
                    <a:pt x="4154417" y="607183"/>
                  </a:lnTo>
                  <a:lnTo>
                    <a:pt x="4154510" y="607183"/>
                  </a:lnTo>
                  <a:lnTo>
                    <a:pt x="4154604" y="607183"/>
                  </a:lnTo>
                  <a:lnTo>
                    <a:pt x="4154697" y="607183"/>
                  </a:lnTo>
                  <a:lnTo>
                    <a:pt x="4154790" y="607183"/>
                  </a:lnTo>
                  <a:lnTo>
                    <a:pt x="4154883" y="607183"/>
                  </a:lnTo>
                  <a:lnTo>
                    <a:pt x="4154977" y="607183"/>
                  </a:lnTo>
                  <a:lnTo>
                    <a:pt x="4155070" y="607183"/>
                  </a:lnTo>
                  <a:lnTo>
                    <a:pt x="4155163" y="607183"/>
                  </a:lnTo>
                  <a:lnTo>
                    <a:pt x="4155256" y="607183"/>
                  </a:lnTo>
                  <a:lnTo>
                    <a:pt x="4155256" y="597229"/>
                  </a:lnTo>
                  <a:lnTo>
                    <a:pt x="4155350" y="597229"/>
                  </a:lnTo>
                  <a:lnTo>
                    <a:pt x="4155443" y="597229"/>
                  </a:lnTo>
                  <a:lnTo>
                    <a:pt x="4155536" y="597229"/>
                  </a:lnTo>
                  <a:lnTo>
                    <a:pt x="4155629" y="597229"/>
                  </a:lnTo>
                  <a:lnTo>
                    <a:pt x="4155723" y="597229"/>
                  </a:lnTo>
                  <a:lnTo>
                    <a:pt x="4155816" y="597229"/>
                  </a:lnTo>
                  <a:lnTo>
                    <a:pt x="4155909" y="597229"/>
                  </a:lnTo>
                  <a:lnTo>
                    <a:pt x="4156002" y="597229"/>
                  </a:lnTo>
                  <a:lnTo>
                    <a:pt x="4156095" y="597229"/>
                  </a:lnTo>
                  <a:lnTo>
                    <a:pt x="4156189" y="597229"/>
                  </a:lnTo>
                  <a:lnTo>
                    <a:pt x="4156282" y="597229"/>
                  </a:lnTo>
                  <a:lnTo>
                    <a:pt x="4156375" y="597229"/>
                  </a:lnTo>
                  <a:lnTo>
                    <a:pt x="4156468" y="597229"/>
                  </a:lnTo>
                  <a:lnTo>
                    <a:pt x="4156562" y="597229"/>
                  </a:lnTo>
                  <a:lnTo>
                    <a:pt x="4156655" y="597229"/>
                  </a:lnTo>
                  <a:lnTo>
                    <a:pt x="4156748" y="597229"/>
                  </a:lnTo>
                  <a:lnTo>
                    <a:pt x="4156841" y="597229"/>
                  </a:lnTo>
                  <a:lnTo>
                    <a:pt x="4156935" y="597229"/>
                  </a:lnTo>
                  <a:lnTo>
                    <a:pt x="4157028" y="597229"/>
                  </a:lnTo>
                  <a:lnTo>
                    <a:pt x="4157121" y="597229"/>
                  </a:lnTo>
                  <a:lnTo>
                    <a:pt x="4157214" y="597229"/>
                  </a:lnTo>
                  <a:lnTo>
                    <a:pt x="4157308" y="597229"/>
                  </a:lnTo>
                  <a:lnTo>
                    <a:pt x="4157401" y="597229"/>
                  </a:lnTo>
                  <a:lnTo>
                    <a:pt x="4157494" y="597229"/>
                  </a:lnTo>
                  <a:lnTo>
                    <a:pt x="4157587" y="597229"/>
                  </a:lnTo>
                  <a:lnTo>
                    <a:pt x="4157681" y="597229"/>
                  </a:lnTo>
                  <a:lnTo>
                    <a:pt x="4157774" y="597229"/>
                  </a:lnTo>
                  <a:lnTo>
                    <a:pt x="4157867" y="597229"/>
                  </a:lnTo>
                  <a:lnTo>
                    <a:pt x="4157960" y="597229"/>
                  </a:lnTo>
                  <a:lnTo>
                    <a:pt x="4158054" y="597229"/>
                  </a:lnTo>
                  <a:lnTo>
                    <a:pt x="4158147" y="597229"/>
                  </a:lnTo>
                  <a:lnTo>
                    <a:pt x="4158240" y="597229"/>
                  </a:lnTo>
                  <a:lnTo>
                    <a:pt x="4158333" y="597229"/>
                  </a:lnTo>
                  <a:lnTo>
                    <a:pt x="4158427" y="597229"/>
                  </a:lnTo>
                  <a:lnTo>
                    <a:pt x="4158520" y="597229"/>
                  </a:lnTo>
                  <a:lnTo>
                    <a:pt x="4158613" y="597229"/>
                  </a:lnTo>
                  <a:lnTo>
                    <a:pt x="4158706" y="597229"/>
                  </a:lnTo>
                  <a:lnTo>
                    <a:pt x="4158800" y="597229"/>
                  </a:lnTo>
                  <a:lnTo>
                    <a:pt x="4158893" y="597229"/>
                  </a:lnTo>
                  <a:lnTo>
                    <a:pt x="4158986" y="597229"/>
                  </a:lnTo>
                  <a:lnTo>
                    <a:pt x="4159079" y="597229"/>
                  </a:lnTo>
                  <a:lnTo>
                    <a:pt x="4159173" y="597229"/>
                  </a:lnTo>
                  <a:lnTo>
                    <a:pt x="4159266" y="597229"/>
                  </a:lnTo>
                  <a:lnTo>
                    <a:pt x="4159359" y="597229"/>
                  </a:lnTo>
                  <a:lnTo>
                    <a:pt x="4159452" y="597229"/>
                  </a:lnTo>
                  <a:lnTo>
                    <a:pt x="4159546" y="597229"/>
                  </a:lnTo>
                  <a:lnTo>
                    <a:pt x="4159639" y="597229"/>
                  </a:lnTo>
                  <a:lnTo>
                    <a:pt x="4159732" y="597229"/>
                  </a:lnTo>
                  <a:lnTo>
                    <a:pt x="4159825" y="597229"/>
                  </a:lnTo>
                  <a:lnTo>
                    <a:pt x="4159919" y="597229"/>
                  </a:lnTo>
                  <a:lnTo>
                    <a:pt x="4160012" y="597229"/>
                  </a:lnTo>
                  <a:lnTo>
                    <a:pt x="4160105" y="597229"/>
                  </a:lnTo>
                  <a:lnTo>
                    <a:pt x="4160198" y="597229"/>
                  </a:lnTo>
                  <a:lnTo>
                    <a:pt x="4160292" y="597229"/>
                  </a:lnTo>
                  <a:lnTo>
                    <a:pt x="4160385" y="597229"/>
                  </a:lnTo>
                  <a:lnTo>
                    <a:pt x="4160478" y="597229"/>
                  </a:lnTo>
                  <a:lnTo>
                    <a:pt x="4160571" y="597229"/>
                  </a:lnTo>
                  <a:lnTo>
                    <a:pt x="4160665" y="597229"/>
                  </a:lnTo>
                  <a:lnTo>
                    <a:pt x="4160758" y="597229"/>
                  </a:lnTo>
                  <a:lnTo>
                    <a:pt x="4160851" y="597229"/>
                  </a:lnTo>
                  <a:lnTo>
                    <a:pt x="4160944" y="597229"/>
                  </a:lnTo>
                  <a:lnTo>
                    <a:pt x="4161038" y="597229"/>
                  </a:lnTo>
                  <a:lnTo>
                    <a:pt x="4161131" y="597229"/>
                  </a:lnTo>
                  <a:lnTo>
                    <a:pt x="4161224" y="597229"/>
                  </a:lnTo>
                  <a:lnTo>
                    <a:pt x="4161317" y="597229"/>
                  </a:lnTo>
                  <a:lnTo>
                    <a:pt x="4161411" y="597229"/>
                  </a:lnTo>
                  <a:lnTo>
                    <a:pt x="4161504" y="597229"/>
                  </a:lnTo>
                  <a:lnTo>
                    <a:pt x="4161597" y="597229"/>
                  </a:lnTo>
                  <a:lnTo>
                    <a:pt x="4161690" y="597229"/>
                  </a:lnTo>
                  <a:lnTo>
                    <a:pt x="4161784" y="597229"/>
                  </a:lnTo>
                  <a:lnTo>
                    <a:pt x="4161877" y="597229"/>
                  </a:lnTo>
                  <a:lnTo>
                    <a:pt x="4161970" y="597229"/>
                  </a:lnTo>
                  <a:lnTo>
                    <a:pt x="4162063" y="597229"/>
                  </a:lnTo>
                  <a:lnTo>
                    <a:pt x="4162157" y="597229"/>
                  </a:lnTo>
                  <a:lnTo>
                    <a:pt x="4162250" y="597229"/>
                  </a:lnTo>
                  <a:lnTo>
                    <a:pt x="4162343" y="597229"/>
                  </a:lnTo>
                  <a:lnTo>
                    <a:pt x="4162436" y="597229"/>
                  </a:lnTo>
                  <a:lnTo>
                    <a:pt x="4162530" y="597229"/>
                  </a:lnTo>
                  <a:lnTo>
                    <a:pt x="4162623" y="597229"/>
                  </a:lnTo>
                  <a:lnTo>
                    <a:pt x="4162716" y="597229"/>
                  </a:lnTo>
                  <a:lnTo>
                    <a:pt x="4162809" y="597229"/>
                  </a:lnTo>
                  <a:lnTo>
                    <a:pt x="4162902" y="597229"/>
                  </a:lnTo>
                  <a:lnTo>
                    <a:pt x="4162996" y="597229"/>
                  </a:lnTo>
                  <a:lnTo>
                    <a:pt x="4163089" y="597229"/>
                  </a:lnTo>
                  <a:lnTo>
                    <a:pt x="4163182" y="597229"/>
                  </a:lnTo>
                  <a:lnTo>
                    <a:pt x="4163275" y="597229"/>
                  </a:lnTo>
                  <a:lnTo>
                    <a:pt x="4163369" y="597229"/>
                  </a:lnTo>
                  <a:lnTo>
                    <a:pt x="4163462" y="597229"/>
                  </a:lnTo>
                  <a:lnTo>
                    <a:pt x="4163555" y="597229"/>
                  </a:lnTo>
                  <a:lnTo>
                    <a:pt x="4163648" y="597229"/>
                  </a:lnTo>
                  <a:lnTo>
                    <a:pt x="4163742" y="597229"/>
                  </a:lnTo>
                  <a:lnTo>
                    <a:pt x="4163835" y="597229"/>
                  </a:lnTo>
                  <a:lnTo>
                    <a:pt x="4163928" y="597229"/>
                  </a:lnTo>
                  <a:lnTo>
                    <a:pt x="4164021" y="597229"/>
                  </a:lnTo>
                  <a:lnTo>
                    <a:pt x="4164115" y="597229"/>
                  </a:lnTo>
                  <a:lnTo>
                    <a:pt x="4164208" y="597229"/>
                  </a:lnTo>
                  <a:lnTo>
                    <a:pt x="4164301" y="597229"/>
                  </a:lnTo>
                  <a:lnTo>
                    <a:pt x="4164394" y="597229"/>
                  </a:lnTo>
                  <a:lnTo>
                    <a:pt x="4164488" y="597229"/>
                  </a:lnTo>
                  <a:lnTo>
                    <a:pt x="4164581" y="597229"/>
                  </a:lnTo>
                  <a:lnTo>
                    <a:pt x="4164674" y="597229"/>
                  </a:lnTo>
                  <a:lnTo>
                    <a:pt x="4164767" y="597229"/>
                  </a:lnTo>
                  <a:lnTo>
                    <a:pt x="4164861" y="597229"/>
                  </a:lnTo>
                  <a:lnTo>
                    <a:pt x="4164954" y="597229"/>
                  </a:lnTo>
                  <a:lnTo>
                    <a:pt x="4165047" y="597229"/>
                  </a:lnTo>
                  <a:lnTo>
                    <a:pt x="4165140" y="597229"/>
                  </a:lnTo>
                  <a:lnTo>
                    <a:pt x="4165234" y="597229"/>
                  </a:lnTo>
                  <a:lnTo>
                    <a:pt x="4165327" y="597229"/>
                  </a:lnTo>
                  <a:lnTo>
                    <a:pt x="4165420" y="597229"/>
                  </a:lnTo>
                  <a:lnTo>
                    <a:pt x="4165513" y="597229"/>
                  </a:lnTo>
                  <a:lnTo>
                    <a:pt x="4165607" y="597229"/>
                  </a:lnTo>
                  <a:lnTo>
                    <a:pt x="4165700" y="597229"/>
                  </a:lnTo>
                  <a:lnTo>
                    <a:pt x="4165793" y="597229"/>
                  </a:lnTo>
                  <a:lnTo>
                    <a:pt x="4165886" y="597229"/>
                  </a:lnTo>
                  <a:lnTo>
                    <a:pt x="4165980" y="597229"/>
                  </a:lnTo>
                  <a:lnTo>
                    <a:pt x="4166073" y="597229"/>
                  </a:lnTo>
                  <a:lnTo>
                    <a:pt x="4166166" y="597229"/>
                  </a:lnTo>
                  <a:lnTo>
                    <a:pt x="4166259" y="597229"/>
                  </a:lnTo>
                  <a:lnTo>
                    <a:pt x="4166353" y="597229"/>
                  </a:lnTo>
                  <a:lnTo>
                    <a:pt x="4166446" y="597229"/>
                  </a:lnTo>
                  <a:lnTo>
                    <a:pt x="4166539" y="597229"/>
                  </a:lnTo>
                  <a:lnTo>
                    <a:pt x="4166632" y="597229"/>
                  </a:lnTo>
                  <a:lnTo>
                    <a:pt x="4166726" y="597229"/>
                  </a:lnTo>
                  <a:lnTo>
                    <a:pt x="4166819" y="597229"/>
                  </a:lnTo>
                  <a:lnTo>
                    <a:pt x="4166912" y="597229"/>
                  </a:lnTo>
                  <a:lnTo>
                    <a:pt x="4167005" y="597229"/>
                  </a:lnTo>
                  <a:lnTo>
                    <a:pt x="4167099" y="597229"/>
                  </a:lnTo>
                  <a:lnTo>
                    <a:pt x="4167192" y="597229"/>
                  </a:lnTo>
                  <a:lnTo>
                    <a:pt x="4167285" y="597229"/>
                  </a:lnTo>
                  <a:lnTo>
                    <a:pt x="4167378" y="597229"/>
                  </a:lnTo>
                  <a:lnTo>
                    <a:pt x="4167472" y="597229"/>
                  </a:lnTo>
                  <a:lnTo>
                    <a:pt x="4167565" y="597229"/>
                  </a:lnTo>
                  <a:lnTo>
                    <a:pt x="4167658" y="597229"/>
                  </a:lnTo>
                  <a:lnTo>
                    <a:pt x="4167751" y="597229"/>
                  </a:lnTo>
                  <a:lnTo>
                    <a:pt x="4167845" y="597229"/>
                  </a:lnTo>
                  <a:lnTo>
                    <a:pt x="4167938" y="597229"/>
                  </a:lnTo>
                  <a:lnTo>
                    <a:pt x="4168031" y="597229"/>
                  </a:lnTo>
                  <a:lnTo>
                    <a:pt x="4168124" y="597229"/>
                  </a:lnTo>
                  <a:lnTo>
                    <a:pt x="4168218" y="597229"/>
                  </a:lnTo>
                  <a:lnTo>
                    <a:pt x="4168311" y="597229"/>
                  </a:lnTo>
                  <a:lnTo>
                    <a:pt x="4168404" y="597229"/>
                  </a:lnTo>
                  <a:lnTo>
                    <a:pt x="4168497" y="597229"/>
                  </a:lnTo>
                  <a:lnTo>
                    <a:pt x="4168591" y="597229"/>
                  </a:lnTo>
                  <a:lnTo>
                    <a:pt x="4168684" y="597229"/>
                  </a:lnTo>
                  <a:lnTo>
                    <a:pt x="4168777" y="597229"/>
                  </a:lnTo>
                  <a:lnTo>
                    <a:pt x="4168870" y="597229"/>
                  </a:lnTo>
                  <a:lnTo>
                    <a:pt x="4168964" y="597229"/>
                  </a:lnTo>
                  <a:lnTo>
                    <a:pt x="4169057" y="597229"/>
                  </a:lnTo>
                  <a:lnTo>
                    <a:pt x="4169150" y="597229"/>
                  </a:lnTo>
                  <a:lnTo>
                    <a:pt x="4169243" y="597229"/>
                  </a:lnTo>
                  <a:lnTo>
                    <a:pt x="4169337" y="597229"/>
                  </a:lnTo>
                  <a:lnTo>
                    <a:pt x="4169430" y="597229"/>
                  </a:lnTo>
                  <a:lnTo>
                    <a:pt x="4169523" y="597229"/>
                  </a:lnTo>
                  <a:lnTo>
                    <a:pt x="4169616" y="597229"/>
                  </a:lnTo>
                  <a:lnTo>
                    <a:pt x="4169709" y="597229"/>
                  </a:lnTo>
                  <a:lnTo>
                    <a:pt x="4169803" y="597229"/>
                  </a:lnTo>
                  <a:lnTo>
                    <a:pt x="4169896" y="597229"/>
                  </a:lnTo>
                  <a:lnTo>
                    <a:pt x="4169989" y="597229"/>
                  </a:lnTo>
                  <a:lnTo>
                    <a:pt x="4170082" y="597229"/>
                  </a:lnTo>
                  <a:lnTo>
                    <a:pt x="4170176" y="597229"/>
                  </a:lnTo>
                  <a:lnTo>
                    <a:pt x="4170269" y="597229"/>
                  </a:lnTo>
                  <a:lnTo>
                    <a:pt x="4170362" y="597229"/>
                  </a:lnTo>
                  <a:lnTo>
                    <a:pt x="4170455" y="597229"/>
                  </a:lnTo>
                  <a:lnTo>
                    <a:pt x="4170549" y="597229"/>
                  </a:lnTo>
                  <a:lnTo>
                    <a:pt x="4170642" y="597229"/>
                  </a:lnTo>
                  <a:lnTo>
                    <a:pt x="4170735" y="597229"/>
                  </a:lnTo>
                  <a:lnTo>
                    <a:pt x="4170828" y="597229"/>
                  </a:lnTo>
                  <a:lnTo>
                    <a:pt x="4170922" y="597229"/>
                  </a:lnTo>
                  <a:lnTo>
                    <a:pt x="4171015" y="597229"/>
                  </a:lnTo>
                  <a:lnTo>
                    <a:pt x="4171108" y="597229"/>
                  </a:lnTo>
                  <a:lnTo>
                    <a:pt x="4171201" y="597229"/>
                  </a:lnTo>
                  <a:lnTo>
                    <a:pt x="4171295" y="597229"/>
                  </a:lnTo>
                  <a:lnTo>
                    <a:pt x="4171388" y="597229"/>
                  </a:lnTo>
                  <a:lnTo>
                    <a:pt x="4171481" y="597229"/>
                  </a:lnTo>
                  <a:lnTo>
                    <a:pt x="4171574" y="597229"/>
                  </a:lnTo>
                  <a:lnTo>
                    <a:pt x="4171668" y="597229"/>
                  </a:lnTo>
                  <a:lnTo>
                    <a:pt x="4171761" y="597229"/>
                  </a:lnTo>
                  <a:lnTo>
                    <a:pt x="4171854" y="597229"/>
                  </a:lnTo>
                  <a:lnTo>
                    <a:pt x="4171947" y="597229"/>
                  </a:lnTo>
                  <a:lnTo>
                    <a:pt x="4172041" y="597229"/>
                  </a:lnTo>
                  <a:lnTo>
                    <a:pt x="4172134" y="597229"/>
                  </a:lnTo>
                  <a:lnTo>
                    <a:pt x="4172227" y="597229"/>
                  </a:lnTo>
                  <a:lnTo>
                    <a:pt x="4172320" y="597229"/>
                  </a:lnTo>
                  <a:lnTo>
                    <a:pt x="4172414" y="597229"/>
                  </a:lnTo>
                  <a:lnTo>
                    <a:pt x="4172507" y="597229"/>
                  </a:lnTo>
                  <a:lnTo>
                    <a:pt x="4172600" y="597229"/>
                  </a:lnTo>
                  <a:lnTo>
                    <a:pt x="4172693" y="597229"/>
                  </a:lnTo>
                  <a:lnTo>
                    <a:pt x="4172787" y="597229"/>
                  </a:lnTo>
                  <a:lnTo>
                    <a:pt x="4172880" y="597229"/>
                  </a:lnTo>
                  <a:lnTo>
                    <a:pt x="4172973" y="597229"/>
                  </a:lnTo>
                  <a:lnTo>
                    <a:pt x="4173066" y="597229"/>
                  </a:lnTo>
                  <a:lnTo>
                    <a:pt x="4173160" y="597229"/>
                  </a:lnTo>
                  <a:lnTo>
                    <a:pt x="4173253" y="597229"/>
                  </a:lnTo>
                  <a:lnTo>
                    <a:pt x="4173346" y="597229"/>
                  </a:lnTo>
                  <a:lnTo>
                    <a:pt x="4173439" y="597229"/>
                  </a:lnTo>
                  <a:lnTo>
                    <a:pt x="4173533" y="597229"/>
                  </a:lnTo>
                  <a:lnTo>
                    <a:pt x="4173626" y="597229"/>
                  </a:lnTo>
                  <a:lnTo>
                    <a:pt x="4173719" y="597229"/>
                  </a:lnTo>
                  <a:lnTo>
                    <a:pt x="4173812" y="597229"/>
                  </a:lnTo>
                  <a:lnTo>
                    <a:pt x="4173906" y="597229"/>
                  </a:lnTo>
                  <a:lnTo>
                    <a:pt x="4173999" y="597229"/>
                  </a:lnTo>
                  <a:lnTo>
                    <a:pt x="4174092" y="597229"/>
                  </a:lnTo>
                  <a:lnTo>
                    <a:pt x="4174185" y="597229"/>
                  </a:lnTo>
                  <a:lnTo>
                    <a:pt x="4174279" y="597229"/>
                  </a:lnTo>
                  <a:lnTo>
                    <a:pt x="4174372" y="597229"/>
                  </a:lnTo>
                  <a:lnTo>
                    <a:pt x="4174465" y="597229"/>
                  </a:lnTo>
                  <a:lnTo>
                    <a:pt x="4174558" y="597229"/>
                  </a:lnTo>
                  <a:lnTo>
                    <a:pt x="4174652" y="597229"/>
                  </a:lnTo>
                  <a:lnTo>
                    <a:pt x="4174745" y="597229"/>
                  </a:lnTo>
                  <a:lnTo>
                    <a:pt x="4174838" y="597229"/>
                  </a:lnTo>
                  <a:lnTo>
                    <a:pt x="4174931" y="597229"/>
                  </a:lnTo>
                  <a:lnTo>
                    <a:pt x="4175025" y="597229"/>
                  </a:lnTo>
                  <a:lnTo>
                    <a:pt x="4175118" y="597229"/>
                  </a:lnTo>
                  <a:lnTo>
                    <a:pt x="4175211" y="597229"/>
                  </a:lnTo>
                  <a:lnTo>
                    <a:pt x="4175304" y="597229"/>
                  </a:lnTo>
                  <a:lnTo>
                    <a:pt x="4175398" y="597229"/>
                  </a:lnTo>
                  <a:lnTo>
                    <a:pt x="4175491" y="597229"/>
                  </a:lnTo>
                  <a:lnTo>
                    <a:pt x="4175584" y="597229"/>
                  </a:lnTo>
                  <a:lnTo>
                    <a:pt x="4175677" y="597229"/>
                  </a:lnTo>
                  <a:lnTo>
                    <a:pt x="4175771" y="597229"/>
                  </a:lnTo>
                  <a:lnTo>
                    <a:pt x="4175864" y="597229"/>
                  </a:lnTo>
                  <a:lnTo>
                    <a:pt x="4175957" y="597229"/>
                  </a:lnTo>
                  <a:lnTo>
                    <a:pt x="4176050" y="597229"/>
                  </a:lnTo>
                  <a:lnTo>
                    <a:pt x="4176144" y="597229"/>
                  </a:lnTo>
                  <a:lnTo>
                    <a:pt x="4176237" y="597229"/>
                  </a:lnTo>
                  <a:lnTo>
                    <a:pt x="4176330" y="597229"/>
                  </a:lnTo>
                  <a:lnTo>
                    <a:pt x="4176423" y="597229"/>
                  </a:lnTo>
                  <a:lnTo>
                    <a:pt x="4176517" y="597229"/>
                  </a:lnTo>
                  <a:lnTo>
                    <a:pt x="4176610" y="597229"/>
                  </a:lnTo>
                  <a:lnTo>
                    <a:pt x="4176703" y="597229"/>
                  </a:lnTo>
                  <a:lnTo>
                    <a:pt x="4176796" y="597229"/>
                  </a:lnTo>
                  <a:lnTo>
                    <a:pt x="4176889" y="597229"/>
                  </a:lnTo>
                  <a:lnTo>
                    <a:pt x="4176983" y="597229"/>
                  </a:lnTo>
                  <a:lnTo>
                    <a:pt x="4177076" y="597229"/>
                  </a:lnTo>
                  <a:lnTo>
                    <a:pt x="4177169" y="597229"/>
                  </a:lnTo>
                  <a:lnTo>
                    <a:pt x="4177262" y="597229"/>
                  </a:lnTo>
                  <a:lnTo>
                    <a:pt x="4177356" y="597229"/>
                  </a:lnTo>
                  <a:lnTo>
                    <a:pt x="4177449" y="597229"/>
                  </a:lnTo>
                  <a:lnTo>
                    <a:pt x="4177542" y="597229"/>
                  </a:lnTo>
                  <a:lnTo>
                    <a:pt x="4177635" y="597229"/>
                  </a:lnTo>
                  <a:lnTo>
                    <a:pt x="4177729" y="597229"/>
                  </a:lnTo>
                  <a:lnTo>
                    <a:pt x="4177822" y="597229"/>
                  </a:lnTo>
                  <a:lnTo>
                    <a:pt x="4177822" y="587275"/>
                  </a:lnTo>
                  <a:lnTo>
                    <a:pt x="4177915" y="587275"/>
                  </a:lnTo>
                  <a:lnTo>
                    <a:pt x="4178008" y="587275"/>
                  </a:lnTo>
                  <a:lnTo>
                    <a:pt x="4178102" y="587275"/>
                  </a:lnTo>
                  <a:lnTo>
                    <a:pt x="4178195" y="587275"/>
                  </a:lnTo>
                  <a:lnTo>
                    <a:pt x="4178288" y="587275"/>
                  </a:lnTo>
                  <a:lnTo>
                    <a:pt x="4178381" y="587275"/>
                  </a:lnTo>
                  <a:lnTo>
                    <a:pt x="4178475" y="587275"/>
                  </a:lnTo>
                  <a:lnTo>
                    <a:pt x="4178568" y="587275"/>
                  </a:lnTo>
                  <a:lnTo>
                    <a:pt x="4178661" y="587275"/>
                  </a:lnTo>
                  <a:lnTo>
                    <a:pt x="4178754" y="587275"/>
                  </a:lnTo>
                  <a:lnTo>
                    <a:pt x="4178848" y="587275"/>
                  </a:lnTo>
                  <a:lnTo>
                    <a:pt x="4178941" y="587275"/>
                  </a:lnTo>
                  <a:lnTo>
                    <a:pt x="4179034" y="587275"/>
                  </a:lnTo>
                  <a:lnTo>
                    <a:pt x="4179127" y="587275"/>
                  </a:lnTo>
                  <a:lnTo>
                    <a:pt x="4179221" y="587275"/>
                  </a:lnTo>
                  <a:lnTo>
                    <a:pt x="4179314" y="587275"/>
                  </a:lnTo>
                  <a:lnTo>
                    <a:pt x="4179407" y="587275"/>
                  </a:lnTo>
                  <a:lnTo>
                    <a:pt x="4179500" y="587275"/>
                  </a:lnTo>
                  <a:lnTo>
                    <a:pt x="4179594" y="587275"/>
                  </a:lnTo>
                  <a:lnTo>
                    <a:pt x="4179687" y="587275"/>
                  </a:lnTo>
                  <a:lnTo>
                    <a:pt x="4179780" y="587275"/>
                  </a:lnTo>
                  <a:lnTo>
                    <a:pt x="4179873" y="587275"/>
                  </a:lnTo>
                  <a:lnTo>
                    <a:pt x="4179967" y="587275"/>
                  </a:lnTo>
                  <a:lnTo>
                    <a:pt x="4180060" y="587275"/>
                  </a:lnTo>
                  <a:lnTo>
                    <a:pt x="4180153" y="587275"/>
                  </a:lnTo>
                  <a:lnTo>
                    <a:pt x="4180246" y="587275"/>
                  </a:lnTo>
                  <a:lnTo>
                    <a:pt x="4180340" y="587275"/>
                  </a:lnTo>
                  <a:lnTo>
                    <a:pt x="4180433" y="587275"/>
                  </a:lnTo>
                  <a:lnTo>
                    <a:pt x="4180526" y="587275"/>
                  </a:lnTo>
                  <a:lnTo>
                    <a:pt x="4180619" y="587275"/>
                  </a:lnTo>
                  <a:lnTo>
                    <a:pt x="4180713" y="587275"/>
                  </a:lnTo>
                  <a:lnTo>
                    <a:pt x="4180806" y="587275"/>
                  </a:lnTo>
                  <a:lnTo>
                    <a:pt x="4180899" y="587275"/>
                  </a:lnTo>
                  <a:lnTo>
                    <a:pt x="4180992" y="587275"/>
                  </a:lnTo>
                  <a:lnTo>
                    <a:pt x="4181086" y="587275"/>
                  </a:lnTo>
                  <a:lnTo>
                    <a:pt x="4181179" y="587275"/>
                  </a:lnTo>
                  <a:lnTo>
                    <a:pt x="4181272" y="587275"/>
                  </a:lnTo>
                  <a:lnTo>
                    <a:pt x="4181365" y="587275"/>
                  </a:lnTo>
                  <a:lnTo>
                    <a:pt x="4181459" y="587275"/>
                  </a:lnTo>
                  <a:lnTo>
                    <a:pt x="4181552" y="587275"/>
                  </a:lnTo>
                  <a:lnTo>
                    <a:pt x="4181645" y="587275"/>
                  </a:lnTo>
                  <a:lnTo>
                    <a:pt x="4181738" y="587275"/>
                  </a:lnTo>
                  <a:lnTo>
                    <a:pt x="4181832" y="587275"/>
                  </a:lnTo>
                  <a:lnTo>
                    <a:pt x="4181925" y="587275"/>
                  </a:lnTo>
                  <a:lnTo>
                    <a:pt x="4182018" y="587275"/>
                  </a:lnTo>
                  <a:lnTo>
                    <a:pt x="4182111" y="587275"/>
                  </a:lnTo>
                  <a:lnTo>
                    <a:pt x="4182205" y="587275"/>
                  </a:lnTo>
                  <a:lnTo>
                    <a:pt x="4182298" y="587275"/>
                  </a:lnTo>
                  <a:lnTo>
                    <a:pt x="4182391" y="587275"/>
                  </a:lnTo>
                  <a:lnTo>
                    <a:pt x="4182484" y="587275"/>
                  </a:lnTo>
                  <a:lnTo>
                    <a:pt x="4182578" y="587275"/>
                  </a:lnTo>
                  <a:lnTo>
                    <a:pt x="4182671" y="587275"/>
                  </a:lnTo>
                  <a:lnTo>
                    <a:pt x="4182764" y="587275"/>
                  </a:lnTo>
                  <a:lnTo>
                    <a:pt x="4182857" y="587275"/>
                  </a:lnTo>
                  <a:lnTo>
                    <a:pt x="4182951" y="587275"/>
                  </a:lnTo>
                  <a:lnTo>
                    <a:pt x="4183044" y="587275"/>
                  </a:lnTo>
                  <a:lnTo>
                    <a:pt x="4183137" y="587275"/>
                  </a:lnTo>
                  <a:lnTo>
                    <a:pt x="4183230" y="587275"/>
                  </a:lnTo>
                  <a:lnTo>
                    <a:pt x="4183324" y="587275"/>
                  </a:lnTo>
                  <a:lnTo>
                    <a:pt x="4183417" y="587275"/>
                  </a:lnTo>
                  <a:lnTo>
                    <a:pt x="4183510" y="587275"/>
                  </a:lnTo>
                  <a:lnTo>
                    <a:pt x="4183603" y="587275"/>
                  </a:lnTo>
                  <a:lnTo>
                    <a:pt x="4183696" y="587275"/>
                  </a:lnTo>
                  <a:lnTo>
                    <a:pt x="4183790" y="587275"/>
                  </a:lnTo>
                  <a:lnTo>
                    <a:pt x="4183883" y="587275"/>
                  </a:lnTo>
                  <a:lnTo>
                    <a:pt x="4183976" y="587275"/>
                  </a:lnTo>
                  <a:lnTo>
                    <a:pt x="4184069" y="587275"/>
                  </a:lnTo>
                  <a:lnTo>
                    <a:pt x="4184163" y="587275"/>
                  </a:lnTo>
                  <a:lnTo>
                    <a:pt x="4184256" y="587275"/>
                  </a:lnTo>
                  <a:lnTo>
                    <a:pt x="4184349" y="587275"/>
                  </a:lnTo>
                  <a:lnTo>
                    <a:pt x="4184442" y="587275"/>
                  </a:lnTo>
                  <a:lnTo>
                    <a:pt x="4184536" y="587275"/>
                  </a:lnTo>
                  <a:lnTo>
                    <a:pt x="4184629" y="587275"/>
                  </a:lnTo>
                  <a:lnTo>
                    <a:pt x="4184722" y="587275"/>
                  </a:lnTo>
                  <a:lnTo>
                    <a:pt x="4184815" y="587275"/>
                  </a:lnTo>
                  <a:lnTo>
                    <a:pt x="4184909" y="587275"/>
                  </a:lnTo>
                  <a:lnTo>
                    <a:pt x="4185002" y="587275"/>
                  </a:lnTo>
                  <a:lnTo>
                    <a:pt x="4185095" y="587275"/>
                  </a:lnTo>
                  <a:lnTo>
                    <a:pt x="4185188" y="587275"/>
                  </a:lnTo>
                  <a:lnTo>
                    <a:pt x="4185282" y="587275"/>
                  </a:lnTo>
                  <a:lnTo>
                    <a:pt x="4185375" y="587275"/>
                  </a:lnTo>
                  <a:lnTo>
                    <a:pt x="4185468" y="587275"/>
                  </a:lnTo>
                  <a:lnTo>
                    <a:pt x="4185561" y="587275"/>
                  </a:lnTo>
                  <a:lnTo>
                    <a:pt x="4185655" y="587275"/>
                  </a:lnTo>
                  <a:lnTo>
                    <a:pt x="4185748" y="587275"/>
                  </a:lnTo>
                  <a:lnTo>
                    <a:pt x="4185841" y="587275"/>
                  </a:lnTo>
                  <a:lnTo>
                    <a:pt x="4185934" y="587275"/>
                  </a:lnTo>
                  <a:lnTo>
                    <a:pt x="4186028" y="587275"/>
                  </a:lnTo>
                  <a:lnTo>
                    <a:pt x="4186121" y="587275"/>
                  </a:lnTo>
                  <a:lnTo>
                    <a:pt x="4186214" y="587275"/>
                  </a:lnTo>
                  <a:lnTo>
                    <a:pt x="4186307" y="587275"/>
                  </a:lnTo>
                  <a:lnTo>
                    <a:pt x="4186401" y="587275"/>
                  </a:lnTo>
                  <a:lnTo>
                    <a:pt x="4186494" y="587275"/>
                  </a:lnTo>
                  <a:lnTo>
                    <a:pt x="4186587" y="587275"/>
                  </a:lnTo>
                  <a:lnTo>
                    <a:pt x="4186680" y="587275"/>
                  </a:lnTo>
                  <a:lnTo>
                    <a:pt x="4186774" y="587275"/>
                  </a:lnTo>
                  <a:lnTo>
                    <a:pt x="4186867" y="587275"/>
                  </a:lnTo>
                  <a:lnTo>
                    <a:pt x="4186960" y="587275"/>
                  </a:lnTo>
                  <a:lnTo>
                    <a:pt x="4187053" y="587275"/>
                  </a:lnTo>
                  <a:lnTo>
                    <a:pt x="4187147" y="587275"/>
                  </a:lnTo>
                  <a:lnTo>
                    <a:pt x="4187240" y="587275"/>
                  </a:lnTo>
                  <a:lnTo>
                    <a:pt x="4187333" y="587275"/>
                  </a:lnTo>
                  <a:lnTo>
                    <a:pt x="4187426" y="587275"/>
                  </a:lnTo>
                  <a:lnTo>
                    <a:pt x="4187520" y="587275"/>
                  </a:lnTo>
                  <a:lnTo>
                    <a:pt x="4187613" y="587275"/>
                  </a:lnTo>
                  <a:lnTo>
                    <a:pt x="4187706" y="587275"/>
                  </a:lnTo>
                  <a:lnTo>
                    <a:pt x="4187799" y="587275"/>
                  </a:lnTo>
                  <a:lnTo>
                    <a:pt x="4187893" y="587275"/>
                  </a:lnTo>
                  <a:lnTo>
                    <a:pt x="4187986" y="587275"/>
                  </a:lnTo>
                  <a:lnTo>
                    <a:pt x="4188079" y="587275"/>
                  </a:lnTo>
                  <a:lnTo>
                    <a:pt x="4188172" y="587275"/>
                  </a:lnTo>
                  <a:lnTo>
                    <a:pt x="4188266" y="587275"/>
                  </a:lnTo>
                  <a:lnTo>
                    <a:pt x="4188359" y="587275"/>
                  </a:lnTo>
                  <a:lnTo>
                    <a:pt x="4188452" y="587275"/>
                  </a:lnTo>
                  <a:lnTo>
                    <a:pt x="4188545" y="587275"/>
                  </a:lnTo>
                  <a:lnTo>
                    <a:pt x="4188639" y="587275"/>
                  </a:lnTo>
                  <a:lnTo>
                    <a:pt x="4188732" y="587275"/>
                  </a:lnTo>
                  <a:lnTo>
                    <a:pt x="4188825" y="587275"/>
                  </a:lnTo>
                  <a:lnTo>
                    <a:pt x="4188918" y="587275"/>
                  </a:lnTo>
                  <a:lnTo>
                    <a:pt x="4189012" y="587275"/>
                  </a:lnTo>
                  <a:lnTo>
                    <a:pt x="4189105" y="587275"/>
                  </a:lnTo>
                  <a:lnTo>
                    <a:pt x="4189198" y="587275"/>
                  </a:lnTo>
                  <a:lnTo>
                    <a:pt x="4189291" y="587275"/>
                  </a:lnTo>
                  <a:lnTo>
                    <a:pt x="4189385" y="587275"/>
                  </a:lnTo>
                  <a:lnTo>
                    <a:pt x="4189478" y="587275"/>
                  </a:lnTo>
                  <a:lnTo>
                    <a:pt x="4189571" y="587275"/>
                  </a:lnTo>
                  <a:lnTo>
                    <a:pt x="4189664" y="587275"/>
                  </a:lnTo>
                  <a:lnTo>
                    <a:pt x="4189758" y="587275"/>
                  </a:lnTo>
                  <a:lnTo>
                    <a:pt x="4189851" y="587275"/>
                  </a:lnTo>
                  <a:lnTo>
                    <a:pt x="4189944" y="587275"/>
                  </a:lnTo>
                  <a:lnTo>
                    <a:pt x="4190037" y="587275"/>
                  </a:lnTo>
                  <a:lnTo>
                    <a:pt x="4190131" y="587275"/>
                  </a:lnTo>
                  <a:lnTo>
                    <a:pt x="4190224" y="587275"/>
                  </a:lnTo>
                  <a:lnTo>
                    <a:pt x="4190317" y="587275"/>
                  </a:lnTo>
                  <a:lnTo>
                    <a:pt x="4190410" y="587275"/>
                  </a:lnTo>
                  <a:lnTo>
                    <a:pt x="4190503" y="587275"/>
                  </a:lnTo>
                  <a:lnTo>
                    <a:pt x="4190597" y="587275"/>
                  </a:lnTo>
                  <a:lnTo>
                    <a:pt x="4190690" y="587275"/>
                  </a:lnTo>
                  <a:lnTo>
                    <a:pt x="4190783" y="587275"/>
                  </a:lnTo>
                  <a:lnTo>
                    <a:pt x="4190876" y="587275"/>
                  </a:lnTo>
                  <a:lnTo>
                    <a:pt x="4190970" y="587275"/>
                  </a:lnTo>
                  <a:lnTo>
                    <a:pt x="4191063" y="587275"/>
                  </a:lnTo>
                  <a:lnTo>
                    <a:pt x="4191156" y="587275"/>
                  </a:lnTo>
                  <a:lnTo>
                    <a:pt x="4191249" y="587275"/>
                  </a:lnTo>
                  <a:lnTo>
                    <a:pt x="4191343" y="587275"/>
                  </a:lnTo>
                  <a:lnTo>
                    <a:pt x="4191436" y="587275"/>
                  </a:lnTo>
                  <a:lnTo>
                    <a:pt x="4191529" y="587275"/>
                  </a:lnTo>
                  <a:lnTo>
                    <a:pt x="4191622" y="587275"/>
                  </a:lnTo>
                  <a:lnTo>
                    <a:pt x="4191716" y="587275"/>
                  </a:lnTo>
                  <a:lnTo>
                    <a:pt x="4191809" y="587275"/>
                  </a:lnTo>
                  <a:lnTo>
                    <a:pt x="4191902" y="587275"/>
                  </a:lnTo>
                  <a:lnTo>
                    <a:pt x="4191995" y="587275"/>
                  </a:lnTo>
                  <a:lnTo>
                    <a:pt x="4192089" y="587275"/>
                  </a:lnTo>
                  <a:lnTo>
                    <a:pt x="4192182" y="587275"/>
                  </a:lnTo>
                  <a:lnTo>
                    <a:pt x="4192275" y="587275"/>
                  </a:lnTo>
                  <a:lnTo>
                    <a:pt x="4192368" y="587275"/>
                  </a:lnTo>
                  <a:lnTo>
                    <a:pt x="4192462" y="587275"/>
                  </a:lnTo>
                  <a:lnTo>
                    <a:pt x="4192555" y="587275"/>
                  </a:lnTo>
                  <a:lnTo>
                    <a:pt x="4192648" y="587275"/>
                  </a:lnTo>
                  <a:lnTo>
                    <a:pt x="4192741" y="587275"/>
                  </a:lnTo>
                  <a:lnTo>
                    <a:pt x="4192835" y="587275"/>
                  </a:lnTo>
                  <a:lnTo>
                    <a:pt x="4192928" y="587275"/>
                  </a:lnTo>
                  <a:lnTo>
                    <a:pt x="4193021" y="587275"/>
                  </a:lnTo>
                  <a:lnTo>
                    <a:pt x="4193114" y="587275"/>
                  </a:lnTo>
                  <a:lnTo>
                    <a:pt x="4193208" y="587275"/>
                  </a:lnTo>
                  <a:lnTo>
                    <a:pt x="4193301" y="587275"/>
                  </a:lnTo>
                  <a:lnTo>
                    <a:pt x="4193394" y="587275"/>
                  </a:lnTo>
                  <a:lnTo>
                    <a:pt x="4193487" y="587275"/>
                  </a:lnTo>
                  <a:lnTo>
                    <a:pt x="4193581" y="587275"/>
                  </a:lnTo>
                  <a:lnTo>
                    <a:pt x="4193674" y="587275"/>
                  </a:lnTo>
                  <a:lnTo>
                    <a:pt x="4193767" y="587275"/>
                  </a:lnTo>
                  <a:lnTo>
                    <a:pt x="4193860" y="587275"/>
                  </a:lnTo>
                  <a:lnTo>
                    <a:pt x="4193954" y="587275"/>
                  </a:lnTo>
                  <a:lnTo>
                    <a:pt x="4194047" y="587275"/>
                  </a:lnTo>
                  <a:lnTo>
                    <a:pt x="4194140" y="587275"/>
                  </a:lnTo>
                  <a:lnTo>
                    <a:pt x="4194233" y="587275"/>
                  </a:lnTo>
                  <a:lnTo>
                    <a:pt x="4194327" y="587275"/>
                  </a:lnTo>
                  <a:lnTo>
                    <a:pt x="4194420" y="587275"/>
                  </a:lnTo>
                  <a:lnTo>
                    <a:pt x="4194513" y="587275"/>
                  </a:lnTo>
                  <a:lnTo>
                    <a:pt x="4194606" y="587275"/>
                  </a:lnTo>
                  <a:lnTo>
                    <a:pt x="4194700" y="587275"/>
                  </a:lnTo>
                  <a:lnTo>
                    <a:pt x="4194793" y="587275"/>
                  </a:lnTo>
                  <a:lnTo>
                    <a:pt x="4194886" y="587275"/>
                  </a:lnTo>
                  <a:lnTo>
                    <a:pt x="4194979" y="587275"/>
                  </a:lnTo>
                  <a:lnTo>
                    <a:pt x="4195073" y="587275"/>
                  </a:lnTo>
                  <a:lnTo>
                    <a:pt x="4195166" y="587275"/>
                  </a:lnTo>
                  <a:lnTo>
                    <a:pt x="4195259" y="587275"/>
                  </a:lnTo>
                  <a:lnTo>
                    <a:pt x="4195352" y="587275"/>
                  </a:lnTo>
                  <a:lnTo>
                    <a:pt x="4195446" y="587275"/>
                  </a:lnTo>
                  <a:lnTo>
                    <a:pt x="4195539" y="587275"/>
                  </a:lnTo>
                  <a:lnTo>
                    <a:pt x="4195632" y="587275"/>
                  </a:lnTo>
                  <a:lnTo>
                    <a:pt x="4195725" y="587275"/>
                  </a:lnTo>
                  <a:lnTo>
                    <a:pt x="4195819" y="587275"/>
                  </a:lnTo>
                  <a:lnTo>
                    <a:pt x="4195912" y="587275"/>
                  </a:lnTo>
                  <a:lnTo>
                    <a:pt x="4196005" y="587275"/>
                  </a:lnTo>
                  <a:lnTo>
                    <a:pt x="4196098" y="587275"/>
                  </a:lnTo>
                  <a:lnTo>
                    <a:pt x="4196192" y="587275"/>
                  </a:lnTo>
                  <a:lnTo>
                    <a:pt x="4196285" y="587275"/>
                  </a:lnTo>
                  <a:lnTo>
                    <a:pt x="4196378" y="587275"/>
                  </a:lnTo>
                  <a:lnTo>
                    <a:pt x="4196471" y="587275"/>
                  </a:lnTo>
                  <a:lnTo>
                    <a:pt x="4196565" y="587275"/>
                  </a:lnTo>
                  <a:lnTo>
                    <a:pt x="4196658" y="587275"/>
                  </a:lnTo>
                  <a:lnTo>
                    <a:pt x="4196751" y="587275"/>
                  </a:lnTo>
                  <a:lnTo>
                    <a:pt x="4196844" y="587275"/>
                  </a:lnTo>
                  <a:lnTo>
                    <a:pt x="4196938" y="587275"/>
                  </a:lnTo>
                  <a:lnTo>
                    <a:pt x="4197031" y="587275"/>
                  </a:lnTo>
                  <a:lnTo>
                    <a:pt x="4197124" y="587275"/>
                  </a:lnTo>
                  <a:lnTo>
                    <a:pt x="4197217" y="587275"/>
                  </a:lnTo>
                  <a:lnTo>
                    <a:pt x="4197311" y="587275"/>
                  </a:lnTo>
                  <a:lnTo>
                    <a:pt x="4197404" y="587275"/>
                  </a:lnTo>
                  <a:lnTo>
                    <a:pt x="4197497" y="587275"/>
                  </a:lnTo>
                  <a:lnTo>
                    <a:pt x="4197590" y="587275"/>
                  </a:lnTo>
                  <a:lnTo>
                    <a:pt x="4197683" y="587275"/>
                  </a:lnTo>
                  <a:lnTo>
                    <a:pt x="4197777" y="587275"/>
                  </a:lnTo>
                  <a:lnTo>
                    <a:pt x="4197870" y="587275"/>
                  </a:lnTo>
                  <a:lnTo>
                    <a:pt x="4197963" y="587275"/>
                  </a:lnTo>
                  <a:lnTo>
                    <a:pt x="4198056" y="587275"/>
                  </a:lnTo>
                  <a:lnTo>
                    <a:pt x="4198150" y="587275"/>
                  </a:lnTo>
                  <a:lnTo>
                    <a:pt x="4198243" y="587275"/>
                  </a:lnTo>
                  <a:lnTo>
                    <a:pt x="4198336" y="587275"/>
                  </a:lnTo>
                  <a:lnTo>
                    <a:pt x="4198429" y="587275"/>
                  </a:lnTo>
                  <a:lnTo>
                    <a:pt x="4198523" y="587275"/>
                  </a:lnTo>
                  <a:lnTo>
                    <a:pt x="4198616" y="587275"/>
                  </a:lnTo>
                  <a:lnTo>
                    <a:pt x="4198709" y="587275"/>
                  </a:lnTo>
                  <a:lnTo>
                    <a:pt x="4198802" y="587275"/>
                  </a:lnTo>
                  <a:lnTo>
                    <a:pt x="4198896" y="587275"/>
                  </a:lnTo>
                  <a:lnTo>
                    <a:pt x="4198989" y="587275"/>
                  </a:lnTo>
                  <a:lnTo>
                    <a:pt x="4199082" y="587275"/>
                  </a:lnTo>
                  <a:lnTo>
                    <a:pt x="4199175" y="587275"/>
                  </a:lnTo>
                  <a:lnTo>
                    <a:pt x="4199269" y="587275"/>
                  </a:lnTo>
                  <a:lnTo>
                    <a:pt x="4199362" y="587275"/>
                  </a:lnTo>
                  <a:lnTo>
                    <a:pt x="4199455" y="587275"/>
                  </a:lnTo>
                  <a:lnTo>
                    <a:pt x="4199548" y="587275"/>
                  </a:lnTo>
                  <a:lnTo>
                    <a:pt x="4199642" y="587275"/>
                  </a:lnTo>
                  <a:lnTo>
                    <a:pt x="4199735" y="587275"/>
                  </a:lnTo>
                  <a:lnTo>
                    <a:pt x="4199828" y="587275"/>
                  </a:lnTo>
                  <a:lnTo>
                    <a:pt x="4199921" y="587275"/>
                  </a:lnTo>
                  <a:lnTo>
                    <a:pt x="4200015" y="587275"/>
                  </a:lnTo>
                  <a:lnTo>
                    <a:pt x="4200108" y="587275"/>
                  </a:lnTo>
                  <a:lnTo>
                    <a:pt x="4200201" y="587275"/>
                  </a:lnTo>
                  <a:lnTo>
                    <a:pt x="4200294" y="587275"/>
                  </a:lnTo>
                  <a:lnTo>
                    <a:pt x="4200388" y="587275"/>
                  </a:lnTo>
                  <a:lnTo>
                    <a:pt x="4200481" y="587275"/>
                  </a:lnTo>
                  <a:lnTo>
                    <a:pt x="4200574" y="587275"/>
                  </a:lnTo>
                  <a:lnTo>
                    <a:pt x="4200667" y="587275"/>
                  </a:lnTo>
                  <a:lnTo>
                    <a:pt x="4200761" y="587275"/>
                  </a:lnTo>
                  <a:lnTo>
                    <a:pt x="4200854" y="587275"/>
                  </a:lnTo>
                  <a:lnTo>
                    <a:pt x="4200947" y="587275"/>
                  </a:lnTo>
                  <a:lnTo>
                    <a:pt x="4201040" y="587275"/>
                  </a:lnTo>
                  <a:lnTo>
                    <a:pt x="4201134" y="587275"/>
                  </a:lnTo>
                  <a:lnTo>
                    <a:pt x="4201227" y="587275"/>
                  </a:lnTo>
                  <a:lnTo>
                    <a:pt x="4201320" y="587275"/>
                  </a:lnTo>
                  <a:lnTo>
                    <a:pt x="4201413" y="587275"/>
                  </a:lnTo>
                  <a:lnTo>
                    <a:pt x="4201507" y="587275"/>
                  </a:lnTo>
                  <a:lnTo>
                    <a:pt x="4201600" y="587275"/>
                  </a:lnTo>
                  <a:lnTo>
                    <a:pt x="4201693" y="587275"/>
                  </a:lnTo>
                  <a:lnTo>
                    <a:pt x="4201786" y="587275"/>
                  </a:lnTo>
                  <a:lnTo>
                    <a:pt x="4201880" y="587275"/>
                  </a:lnTo>
                  <a:lnTo>
                    <a:pt x="4201973" y="587275"/>
                  </a:lnTo>
                  <a:lnTo>
                    <a:pt x="4202066" y="587275"/>
                  </a:lnTo>
                  <a:lnTo>
                    <a:pt x="4202159" y="587275"/>
                  </a:lnTo>
                  <a:lnTo>
                    <a:pt x="4202253" y="587275"/>
                  </a:lnTo>
                  <a:lnTo>
                    <a:pt x="4202346" y="587275"/>
                  </a:lnTo>
                  <a:lnTo>
                    <a:pt x="4202439" y="587275"/>
                  </a:lnTo>
                  <a:lnTo>
                    <a:pt x="4202532" y="587275"/>
                  </a:lnTo>
                  <a:lnTo>
                    <a:pt x="4202626" y="587275"/>
                  </a:lnTo>
                  <a:lnTo>
                    <a:pt x="4202719" y="587275"/>
                  </a:lnTo>
                  <a:lnTo>
                    <a:pt x="4202812" y="587275"/>
                  </a:lnTo>
                  <a:lnTo>
                    <a:pt x="4202905" y="587275"/>
                  </a:lnTo>
                  <a:lnTo>
                    <a:pt x="4202999" y="587275"/>
                  </a:lnTo>
                  <a:lnTo>
                    <a:pt x="4203092" y="587275"/>
                  </a:lnTo>
                  <a:lnTo>
                    <a:pt x="4203185" y="587275"/>
                  </a:lnTo>
                  <a:lnTo>
                    <a:pt x="4203278" y="587275"/>
                  </a:lnTo>
                  <a:lnTo>
                    <a:pt x="4203372" y="587275"/>
                  </a:lnTo>
                  <a:lnTo>
                    <a:pt x="4203465" y="587275"/>
                  </a:lnTo>
                  <a:lnTo>
                    <a:pt x="4203558" y="587275"/>
                  </a:lnTo>
                  <a:lnTo>
                    <a:pt x="4203651" y="587275"/>
                  </a:lnTo>
                  <a:lnTo>
                    <a:pt x="4203745" y="587275"/>
                  </a:lnTo>
                  <a:lnTo>
                    <a:pt x="4203838" y="587275"/>
                  </a:lnTo>
                  <a:lnTo>
                    <a:pt x="4203931" y="587275"/>
                  </a:lnTo>
                  <a:lnTo>
                    <a:pt x="4204024" y="587275"/>
                  </a:lnTo>
                  <a:lnTo>
                    <a:pt x="4204118" y="587275"/>
                  </a:lnTo>
                  <a:lnTo>
                    <a:pt x="4204211" y="587275"/>
                  </a:lnTo>
                  <a:lnTo>
                    <a:pt x="4204304" y="587275"/>
                  </a:lnTo>
                  <a:lnTo>
                    <a:pt x="4204397" y="587275"/>
                  </a:lnTo>
                  <a:lnTo>
                    <a:pt x="4204490" y="587275"/>
                  </a:lnTo>
                  <a:lnTo>
                    <a:pt x="4204584" y="587275"/>
                  </a:lnTo>
                  <a:lnTo>
                    <a:pt x="4204677" y="587275"/>
                  </a:lnTo>
                  <a:lnTo>
                    <a:pt x="4204770" y="587275"/>
                  </a:lnTo>
                  <a:lnTo>
                    <a:pt x="4204863" y="587275"/>
                  </a:lnTo>
                  <a:lnTo>
                    <a:pt x="4204957" y="587275"/>
                  </a:lnTo>
                  <a:lnTo>
                    <a:pt x="4205050" y="587275"/>
                  </a:lnTo>
                  <a:lnTo>
                    <a:pt x="4205143" y="587275"/>
                  </a:lnTo>
                  <a:lnTo>
                    <a:pt x="4205236" y="587275"/>
                  </a:lnTo>
                  <a:lnTo>
                    <a:pt x="4205330" y="587275"/>
                  </a:lnTo>
                  <a:lnTo>
                    <a:pt x="4205423" y="587275"/>
                  </a:lnTo>
                  <a:lnTo>
                    <a:pt x="4205516" y="587275"/>
                  </a:lnTo>
                  <a:lnTo>
                    <a:pt x="4205609" y="587275"/>
                  </a:lnTo>
                  <a:lnTo>
                    <a:pt x="4205703" y="587275"/>
                  </a:lnTo>
                  <a:lnTo>
                    <a:pt x="4205796" y="587275"/>
                  </a:lnTo>
                  <a:lnTo>
                    <a:pt x="4205889" y="587275"/>
                  </a:lnTo>
                  <a:lnTo>
                    <a:pt x="4205982" y="587275"/>
                  </a:lnTo>
                  <a:lnTo>
                    <a:pt x="4206076" y="587275"/>
                  </a:lnTo>
                  <a:lnTo>
                    <a:pt x="4206169" y="587275"/>
                  </a:lnTo>
                  <a:lnTo>
                    <a:pt x="4206262" y="587275"/>
                  </a:lnTo>
                  <a:lnTo>
                    <a:pt x="4206355" y="587275"/>
                  </a:lnTo>
                  <a:lnTo>
                    <a:pt x="4206449" y="587275"/>
                  </a:lnTo>
                  <a:lnTo>
                    <a:pt x="4206542" y="587275"/>
                  </a:lnTo>
                  <a:lnTo>
                    <a:pt x="4206635" y="587275"/>
                  </a:lnTo>
                  <a:lnTo>
                    <a:pt x="4206728" y="587275"/>
                  </a:lnTo>
                  <a:lnTo>
                    <a:pt x="4206822" y="587275"/>
                  </a:lnTo>
                  <a:lnTo>
                    <a:pt x="4206915" y="587275"/>
                  </a:lnTo>
                  <a:lnTo>
                    <a:pt x="4207008" y="587275"/>
                  </a:lnTo>
                  <a:lnTo>
                    <a:pt x="4207101" y="587275"/>
                  </a:lnTo>
                  <a:lnTo>
                    <a:pt x="4207195" y="587275"/>
                  </a:lnTo>
                  <a:lnTo>
                    <a:pt x="4207288" y="587275"/>
                  </a:lnTo>
                  <a:lnTo>
                    <a:pt x="4207381" y="587275"/>
                  </a:lnTo>
                  <a:lnTo>
                    <a:pt x="4207474" y="587275"/>
                  </a:lnTo>
                  <a:lnTo>
                    <a:pt x="4207568" y="587275"/>
                  </a:lnTo>
                  <a:lnTo>
                    <a:pt x="4207661" y="587275"/>
                  </a:lnTo>
                  <a:lnTo>
                    <a:pt x="4207754" y="587275"/>
                  </a:lnTo>
                  <a:lnTo>
                    <a:pt x="4207847" y="587275"/>
                  </a:lnTo>
                  <a:lnTo>
                    <a:pt x="4207941" y="587275"/>
                  </a:lnTo>
                  <a:lnTo>
                    <a:pt x="4208034" y="587275"/>
                  </a:lnTo>
                  <a:lnTo>
                    <a:pt x="4208127" y="587275"/>
                  </a:lnTo>
                  <a:lnTo>
                    <a:pt x="4208220" y="587275"/>
                  </a:lnTo>
                  <a:lnTo>
                    <a:pt x="4208314" y="587275"/>
                  </a:lnTo>
                  <a:lnTo>
                    <a:pt x="4208407" y="587275"/>
                  </a:lnTo>
                  <a:lnTo>
                    <a:pt x="4208500" y="587275"/>
                  </a:lnTo>
                  <a:lnTo>
                    <a:pt x="4208593" y="587275"/>
                  </a:lnTo>
                  <a:lnTo>
                    <a:pt x="4208687" y="587275"/>
                  </a:lnTo>
                  <a:lnTo>
                    <a:pt x="4208780" y="587275"/>
                  </a:lnTo>
                  <a:lnTo>
                    <a:pt x="4208873" y="587275"/>
                  </a:lnTo>
                  <a:lnTo>
                    <a:pt x="4208966" y="587275"/>
                  </a:lnTo>
                  <a:lnTo>
                    <a:pt x="4209060" y="587275"/>
                  </a:lnTo>
                  <a:lnTo>
                    <a:pt x="4209153" y="587275"/>
                  </a:lnTo>
                  <a:lnTo>
                    <a:pt x="4209246" y="587275"/>
                  </a:lnTo>
                  <a:lnTo>
                    <a:pt x="4209339" y="587275"/>
                  </a:lnTo>
                  <a:lnTo>
                    <a:pt x="4209433" y="587275"/>
                  </a:lnTo>
                  <a:lnTo>
                    <a:pt x="4209526" y="587275"/>
                  </a:lnTo>
                  <a:lnTo>
                    <a:pt x="4209619" y="587275"/>
                  </a:lnTo>
                  <a:lnTo>
                    <a:pt x="4209712" y="587275"/>
                  </a:lnTo>
                  <a:lnTo>
                    <a:pt x="4209806" y="587275"/>
                  </a:lnTo>
                  <a:lnTo>
                    <a:pt x="4209899" y="587275"/>
                  </a:lnTo>
                  <a:lnTo>
                    <a:pt x="4209992" y="587275"/>
                  </a:lnTo>
                  <a:lnTo>
                    <a:pt x="4210085" y="587275"/>
                  </a:lnTo>
                  <a:lnTo>
                    <a:pt x="4210179" y="587275"/>
                  </a:lnTo>
                  <a:lnTo>
                    <a:pt x="4210272" y="587275"/>
                  </a:lnTo>
                  <a:lnTo>
                    <a:pt x="4210365" y="587275"/>
                  </a:lnTo>
                  <a:lnTo>
                    <a:pt x="4210458" y="587275"/>
                  </a:lnTo>
                  <a:lnTo>
                    <a:pt x="4210552" y="587275"/>
                  </a:lnTo>
                  <a:lnTo>
                    <a:pt x="4210645" y="587275"/>
                  </a:lnTo>
                  <a:lnTo>
                    <a:pt x="4210738" y="587275"/>
                  </a:lnTo>
                  <a:lnTo>
                    <a:pt x="4210831" y="587275"/>
                  </a:lnTo>
                  <a:lnTo>
                    <a:pt x="4210925" y="587275"/>
                  </a:lnTo>
                  <a:lnTo>
                    <a:pt x="4211018" y="587275"/>
                  </a:lnTo>
                  <a:lnTo>
                    <a:pt x="4211111" y="587275"/>
                  </a:lnTo>
                  <a:lnTo>
                    <a:pt x="4211204" y="587275"/>
                  </a:lnTo>
                  <a:lnTo>
                    <a:pt x="4211297" y="587275"/>
                  </a:lnTo>
                  <a:lnTo>
                    <a:pt x="4211391" y="587275"/>
                  </a:lnTo>
                  <a:lnTo>
                    <a:pt x="4211484" y="587275"/>
                  </a:lnTo>
                  <a:lnTo>
                    <a:pt x="4211577" y="587275"/>
                  </a:lnTo>
                  <a:lnTo>
                    <a:pt x="4211670" y="587275"/>
                  </a:lnTo>
                  <a:lnTo>
                    <a:pt x="4211764" y="587275"/>
                  </a:lnTo>
                  <a:lnTo>
                    <a:pt x="4211857" y="587275"/>
                  </a:lnTo>
                  <a:lnTo>
                    <a:pt x="4211950" y="587275"/>
                  </a:lnTo>
                  <a:lnTo>
                    <a:pt x="4212043" y="587275"/>
                  </a:lnTo>
                  <a:lnTo>
                    <a:pt x="4212137" y="587275"/>
                  </a:lnTo>
                  <a:lnTo>
                    <a:pt x="4212230" y="587275"/>
                  </a:lnTo>
                  <a:lnTo>
                    <a:pt x="4212323" y="587275"/>
                  </a:lnTo>
                  <a:lnTo>
                    <a:pt x="4212416" y="587275"/>
                  </a:lnTo>
                  <a:lnTo>
                    <a:pt x="4212510" y="587275"/>
                  </a:lnTo>
                  <a:lnTo>
                    <a:pt x="4212603" y="587275"/>
                  </a:lnTo>
                  <a:lnTo>
                    <a:pt x="4212696" y="587275"/>
                  </a:lnTo>
                  <a:lnTo>
                    <a:pt x="4212789" y="587275"/>
                  </a:lnTo>
                  <a:lnTo>
                    <a:pt x="4212883" y="587275"/>
                  </a:lnTo>
                  <a:lnTo>
                    <a:pt x="4212976" y="587275"/>
                  </a:lnTo>
                  <a:lnTo>
                    <a:pt x="4213069" y="587275"/>
                  </a:lnTo>
                  <a:lnTo>
                    <a:pt x="4213162" y="587275"/>
                  </a:lnTo>
                  <a:lnTo>
                    <a:pt x="4213256" y="587275"/>
                  </a:lnTo>
                  <a:lnTo>
                    <a:pt x="4213349" y="587275"/>
                  </a:lnTo>
                  <a:lnTo>
                    <a:pt x="4213442" y="587275"/>
                  </a:lnTo>
                  <a:lnTo>
                    <a:pt x="4213535" y="587275"/>
                  </a:lnTo>
                  <a:lnTo>
                    <a:pt x="4213629" y="587275"/>
                  </a:lnTo>
                  <a:lnTo>
                    <a:pt x="4213722" y="587275"/>
                  </a:lnTo>
                  <a:lnTo>
                    <a:pt x="4213815" y="587275"/>
                  </a:lnTo>
                  <a:lnTo>
                    <a:pt x="4213908" y="587275"/>
                  </a:lnTo>
                  <a:lnTo>
                    <a:pt x="4214002" y="587275"/>
                  </a:lnTo>
                  <a:lnTo>
                    <a:pt x="4214095" y="587275"/>
                  </a:lnTo>
                  <a:lnTo>
                    <a:pt x="4214188" y="587275"/>
                  </a:lnTo>
                  <a:lnTo>
                    <a:pt x="4214281" y="587275"/>
                  </a:lnTo>
                  <a:lnTo>
                    <a:pt x="4214375" y="587275"/>
                  </a:lnTo>
                  <a:lnTo>
                    <a:pt x="4214468" y="587275"/>
                  </a:lnTo>
                  <a:lnTo>
                    <a:pt x="4214561" y="587275"/>
                  </a:lnTo>
                  <a:lnTo>
                    <a:pt x="4214654" y="587275"/>
                  </a:lnTo>
                  <a:lnTo>
                    <a:pt x="4214748" y="587275"/>
                  </a:lnTo>
                  <a:lnTo>
                    <a:pt x="4214841" y="587275"/>
                  </a:lnTo>
                  <a:lnTo>
                    <a:pt x="4214934" y="587275"/>
                  </a:lnTo>
                  <a:lnTo>
                    <a:pt x="4215027" y="587275"/>
                  </a:lnTo>
                  <a:lnTo>
                    <a:pt x="4215121" y="587275"/>
                  </a:lnTo>
                  <a:lnTo>
                    <a:pt x="4215214" y="587275"/>
                  </a:lnTo>
                  <a:lnTo>
                    <a:pt x="4215307" y="587275"/>
                  </a:lnTo>
                  <a:lnTo>
                    <a:pt x="4215400" y="587275"/>
                  </a:lnTo>
                  <a:lnTo>
                    <a:pt x="4215494" y="587275"/>
                  </a:lnTo>
                  <a:lnTo>
                    <a:pt x="4215587" y="587275"/>
                  </a:lnTo>
                  <a:lnTo>
                    <a:pt x="4215680" y="587275"/>
                  </a:lnTo>
                  <a:lnTo>
                    <a:pt x="4215773" y="587275"/>
                  </a:lnTo>
                  <a:lnTo>
                    <a:pt x="4215867" y="587275"/>
                  </a:lnTo>
                  <a:lnTo>
                    <a:pt x="4215960" y="587275"/>
                  </a:lnTo>
                  <a:lnTo>
                    <a:pt x="4216053" y="587275"/>
                  </a:lnTo>
                  <a:lnTo>
                    <a:pt x="4216146" y="587275"/>
                  </a:lnTo>
                  <a:lnTo>
                    <a:pt x="4216240" y="587275"/>
                  </a:lnTo>
                  <a:lnTo>
                    <a:pt x="4216333" y="587275"/>
                  </a:lnTo>
                  <a:lnTo>
                    <a:pt x="4216426" y="587275"/>
                  </a:lnTo>
                  <a:lnTo>
                    <a:pt x="4216519" y="587275"/>
                  </a:lnTo>
                  <a:lnTo>
                    <a:pt x="4216613" y="587275"/>
                  </a:lnTo>
                  <a:lnTo>
                    <a:pt x="4216706" y="587275"/>
                  </a:lnTo>
                  <a:lnTo>
                    <a:pt x="4216799" y="587275"/>
                  </a:lnTo>
                  <a:lnTo>
                    <a:pt x="4216892" y="587275"/>
                  </a:lnTo>
                  <a:lnTo>
                    <a:pt x="4216986" y="587275"/>
                  </a:lnTo>
                  <a:lnTo>
                    <a:pt x="4217079" y="587275"/>
                  </a:lnTo>
                  <a:lnTo>
                    <a:pt x="4217172" y="587275"/>
                  </a:lnTo>
                  <a:lnTo>
                    <a:pt x="4217265" y="587275"/>
                  </a:lnTo>
                  <a:lnTo>
                    <a:pt x="4217359" y="587275"/>
                  </a:lnTo>
                  <a:lnTo>
                    <a:pt x="4217452" y="587275"/>
                  </a:lnTo>
                  <a:lnTo>
                    <a:pt x="4217545" y="587275"/>
                  </a:lnTo>
                  <a:lnTo>
                    <a:pt x="4217638" y="587275"/>
                  </a:lnTo>
                  <a:lnTo>
                    <a:pt x="4217732" y="587275"/>
                  </a:lnTo>
                  <a:lnTo>
                    <a:pt x="4217825" y="587275"/>
                  </a:lnTo>
                  <a:lnTo>
                    <a:pt x="4217825" y="577321"/>
                  </a:lnTo>
                  <a:lnTo>
                    <a:pt x="4217918" y="577321"/>
                  </a:lnTo>
                  <a:lnTo>
                    <a:pt x="4218011" y="577321"/>
                  </a:lnTo>
                  <a:lnTo>
                    <a:pt x="4218105" y="577321"/>
                  </a:lnTo>
                  <a:lnTo>
                    <a:pt x="4218198" y="577321"/>
                  </a:lnTo>
                  <a:lnTo>
                    <a:pt x="4218291" y="577321"/>
                  </a:lnTo>
                  <a:lnTo>
                    <a:pt x="4218384" y="577321"/>
                  </a:lnTo>
                  <a:lnTo>
                    <a:pt x="4218477" y="577321"/>
                  </a:lnTo>
                  <a:lnTo>
                    <a:pt x="4218571" y="577321"/>
                  </a:lnTo>
                  <a:lnTo>
                    <a:pt x="4218664" y="577321"/>
                  </a:lnTo>
                  <a:lnTo>
                    <a:pt x="4218757" y="577321"/>
                  </a:lnTo>
                  <a:lnTo>
                    <a:pt x="4218850" y="577321"/>
                  </a:lnTo>
                  <a:lnTo>
                    <a:pt x="4218944" y="577321"/>
                  </a:lnTo>
                  <a:lnTo>
                    <a:pt x="4219037" y="577321"/>
                  </a:lnTo>
                  <a:lnTo>
                    <a:pt x="4219130" y="577321"/>
                  </a:lnTo>
                  <a:lnTo>
                    <a:pt x="4219223" y="577321"/>
                  </a:lnTo>
                  <a:lnTo>
                    <a:pt x="4219317" y="577321"/>
                  </a:lnTo>
                  <a:lnTo>
                    <a:pt x="4219410" y="577321"/>
                  </a:lnTo>
                  <a:lnTo>
                    <a:pt x="4219503" y="577321"/>
                  </a:lnTo>
                  <a:lnTo>
                    <a:pt x="4219596" y="577321"/>
                  </a:lnTo>
                  <a:lnTo>
                    <a:pt x="4219690" y="577321"/>
                  </a:lnTo>
                  <a:lnTo>
                    <a:pt x="4219783" y="577321"/>
                  </a:lnTo>
                  <a:lnTo>
                    <a:pt x="4219876" y="577321"/>
                  </a:lnTo>
                  <a:lnTo>
                    <a:pt x="4219969" y="577321"/>
                  </a:lnTo>
                  <a:lnTo>
                    <a:pt x="4220063" y="577321"/>
                  </a:lnTo>
                  <a:lnTo>
                    <a:pt x="4220156" y="577321"/>
                  </a:lnTo>
                  <a:lnTo>
                    <a:pt x="4220249" y="577321"/>
                  </a:lnTo>
                  <a:lnTo>
                    <a:pt x="4220342" y="577321"/>
                  </a:lnTo>
                  <a:lnTo>
                    <a:pt x="4220342" y="567367"/>
                  </a:lnTo>
                  <a:lnTo>
                    <a:pt x="4220436" y="567367"/>
                  </a:lnTo>
                  <a:lnTo>
                    <a:pt x="4220529" y="567367"/>
                  </a:lnTo>
                  <a:lnTo>
                    <a:pt x="4220622" y="567367"/>
                  </a:lnTo>
                  <a:lnTo>
                    <a:pt x="4220715" y="567367"/>
                  </a:lnTo>
                  <a:lnTo>
                    <a:pt x="4220809" y="567367"/>
                  </a:lnTo>
                  <a:lnTo>
                    <a:pt x="4220902" y="567367"/>
                  </a:lnTo>
                  <a:lnTo>
                    <a:pt x="4220995" y="567367"/>
                  </a:lnTo>
                  <a:lnTo>
                    <a:pt x="4221088" y="567367"/>
                  </a:lnTo>
                  <a:lnTo>
                    <a:pt x="4221182" y="567367"/>
                  </a:lnTo>
                  <a:lnTo>
                    <a:pt x="4221275" y="567367"/>
                  </a:lnTo>
                  <a:lnTo>
                    <a:pt x="4221368" y="567367"/>
                  </a:lnTo>
                  <a:lnTo>
                    <a:pt x="4221461" y="567367"/>
                  </a:lnTo>
                  <a:lnTo>
                    <a:pt x="4221555" y="567367"/>
                  </a:lnTo>
                  <a:lnTo>
                    <a:pt x="4221648" y="567367"/>
                  </a:lnTo>
                  <a:lnTo>
                    <a:pt x="4221741" y="567367"/>
                  </a:lnTo>
                  <a:lnTo>
                    <a:pt x="4221834" y="567367"/>
                  </a:lnTo>
                  <a:lnTo>
                    <a:pt x="4221928" y="567367"/>
                  </a:lnTo>
                  <a:lnTo>
                    <a:pt x="4222021" y="567367"/>
                  </a:lnTo>
                  <a:lnTo>
                    <a:pt x="4222114" y="567367"/>
                  </a:lnTo>
                  <a:lnTo>
                    <a:pt x="4222207" y="567367"/>
                  </a:lnTo>
                  <a:lnTo>
                    <a:pt x="4222301" y="567367"/>
                  </a:lnTo>
                  <a:lnTo>
                    <a:pt x="4222394" y="567367"/>
                  </a:lnTo>
                  <a:lnTo>
                    <a:pt x="4222487" y="567367"/>
                  </a:lnTo>
                  <a:lnTo>
                    <a:pt x="4222580" y="567367"/>
                  </a:lnTo>
                  <a:lnTo>
                    <a:pt x="4222674" y="567367"/>
                  </a:lnTo>
                  <a:lnTo>
                    <a:pt x="4222767" y="567367"/>
                  </a:lnTo>
                  <a:lnTo>
                    <a:pt x="4222860" y="567367"/>
                  </a:lnTo>
                  <a:lnTo>
                    <a:pt x="4222953" y="567367"/>
                  </a:lnTo>
                  <a:lnTo>
                    <a:pt x="4223047" y="567367"/>
                  </a:lnTo>
                  <a:lnTo>
                    <a:pt x="4223140" y="567367"/>
                  </a:lnTo>
                  <a:lnTo>
                    <a:pt x="4223233" y="567367"/>
                  </a:lnTo>
                  <a:lnTo>
                    <a:pt x="4223326" y="567367"/>
                  </a:lnTo>
                  <a:lnTo>
                    <a:pt x="4223420" y="567367"/>
                  </a:lnTo>
                  <a:lnTo>
                    <a:pt x="4223513" y="567367"/>
                  </a:lnTo>
                  <a:lnTo>
                    <a:pt x="4223606" y="567367"/>
                  </a:lnTo>
                  <a:lnTo>
                    <a:pt x="4223699" y="567367"/>
                  </a:lnTo>
                  <a:lnTo>
                    <a:pt x="4223793" y="567367"/>
                  </a:lnTo>
                  <a:lnTo>
                    <a:pt x="4223886" y="567367"/>
                  </a:lnTo>
                  <a:lnTo>
                    <a:pt x="4223979" y="567367"/>
                  </a:lnTo>
                  <a:lnTo>
                    <a:pt x="4224072" y="567367"/>
                  </a:lnTo>
                  <a:lnTo>
                    <a:pt x="4224166" y="567367"/>
                  </a:lnTo>
                  <a:lnTo>
                    <a:pt x="4224259" y="567367"/>
                  </a:lnTo>
                  <a:lnTo>
                    <a:pt x="4224352" y="567367"/>
                  </a:lnTo>
                  <a:lnTo>
                    <a:pt x="4224445" y="567367"/>
                  </a:lnTo>
                  <a:lnTo>
                    <a:pt x="4224539" y="567367"/>
                  </a:lnTo>
                  <a:lnTo>
                    <a:pt x="4224632" y="567367"/>
                  </a:lnTo>
                  <a:lnTo>
                    <a:pt x="4224725" y="567367"/>
                  </a:lnTo>
                  <a:lnTo>
                    <a:pt x="4224818" y="567367"/>
                  </a:lnTo>
                  <a:lnTo>
                    <a:pt x="4224912" y="567367"/>
                  </a:lnTo>
                  <a:lnTo>
                    <a:pt x="4225005" y="567367"/>
                  </a:lnTo>
                  <a:lnTo>
                    <a:pt x="4225098" y="567367"/>
                  </a:lnTo>
                  <a:lnTo>
                    <a:pt x="4225191" y="567367"/>
                  </a:lnTo>
                  <a:lnTo>
                    <a:pt x="4225284" y="567367"/>
                  </a:lnTo>
                  <a:lnTo>
                    <a:pt x="4225378" y="567367"/>
                  </a:lnTo>
                  <a:lnTo>
                    <a:pt x="4225471" y="567367"/>
                  </a:lnTo>
                  <a:lnTo>
                    <a:pt x="4225564" y="567367"/>
                  </a:lnTo>
                  <a:lnTo>
                    <a:pt x="4225657" y="567367"/>
                  </a:lnTo>
                  <a:lnTo>
                    <a:pt x="4225751" y="567367"/>
                  </a:lnTo>
                  <a:lnTo>
                    <a:pt x="4225844" y="567367"/>
                  </a:lnTo>
                  <a:lnTo>
                    <a:pt x="4225937" y="567367"/>
                  </a:lnTo>
                  <a:lnTo>
                    <a:pt x="4226030" y="567367"/>
                  </a:lnTo>
                  <a:lnTo>
                    <a:pt x="4226124" y="567367"/>
                  </a:lnTo>
                  <a:lnTo>
                    <a:pt x="4226217" y="567367"/>
                  </a:lnTo>
                  <a:lnTo>
                    <a:pt x="4226310" y="567367"/>
                  </a:lnTo>
                  <a:lnTo>
                    <a:pt x="4226403" y="567367"/>
                  </a:lnTo>
                  <a:lnTo>
                    <a:pt x="4226497" y="567367"/>
                  </a:lnTo>
                  <a:lnTo>
                    <a:pt x="4226590" y="567367"/>
                  </a:lnTo>
                  <a:lnTo>
                    <a:pt x="4226683" y="567367"/>
                  </a:lnTo>
                  <a:lnTo>
                    <a:pt x="4226776" y="567367"/>
                  </a:lnTo>
                  <a:lnTo>
                    <a:pt x="4226870" y="567367"/>
                  </a:lnTo>
                  <a:lnTo>
                    <a:pt x="4226963" y="567367"/>
                  </a:lnTo>
                  <a:lnTo>
                    <a:pt x="4227056" y="567367"/>
                  </a:lnTo>
                  <a:lnTo>
                    <a:pt x="4227149" y="567367"/>
                  </a:lnTo>
                  <a:lnTo>
                    <a:pt x="4227243" y="567367"/>
                  </a:lnTo>
                  <a:lnTo>
                    <a:pt x="4227336" y="567367"/>
                  </a:lnTo>
                  <a:lnTo>
                    <a:pt x="4227429" y="567367"/>
                  </a:lnTo>
                  <a:lnTo>
                    <a:pt x="4227522" y="567367"/>
                  </a:lnTo>
                  <a:lnTo>
                    <a:pt x="4227616" y="567367"/>
                  </a:lnTo>
                  <a:lnTo>
                    <a:pt x="4227709" y="567367"/>
                  </a:lnTo>
                  <a:lnTo>
                    <a:pt x="4227802" y="567367"/>
                  </a:lnTo>
                  <a:lnTo>
                    <a:pt x="4227895" y="567367"/>
                  </a:lnTo>
                  <a:lnTo>
                    <a:pt x="4227989" y="567367"/>
                  </a:lnTo>
                  <a:lnTo>
                    <a:pt x="4228082" y="567367"/>
                  </a:lnTo>
                  <a:lnTo>
                    <a:pt x="4228175" y="567367"/>
                  </a:lnTo>
                  <a:lnTo>
                    <a:pt x="4228268" y="567367"/>
                  </a:lnTo>
                  <a:lnTo>
                    <a:pt x="4228362" y="567367"/>
                  </a:lnTo>
                  <a:lnTo>
                    <a:pt x="4228455" y="567367"/>
                  </a:lnTo>
                  <a:lnTo>
                    <a:pt x="4228548" y="567367"/>
                  </a:lnTo>
                  <a:lnTo>
                    <a:pt x="4228641" y="567367"/>
                  </a:lnTo>
                  <a:lnTo>
                    <a:pt x="4228735" y="567367"/>
                  </a:lnTo>
                  <a:lnTo>
                    <a:pt x="4228735" y="557414"/>
                  </a:lnTo>
                  <a:lnTo>
                    <a:pt x="4228828" y="557414"/>
                  </a:lnTo>
                  <a:lnTo>
                    <a:pt x="4228921" y="557414"/>
                  </a:lnTo>
                  <a:lnTo>
                    <a:pt x="4229014" y="557414"/>
                  </a:lnTo>
                  <a:lnTo>
                    <a:pt x="4229108" y="557414"/>
                  </a:lnTo>
                  <a:lnTo>
                    <a:pt x="4229201" y="557414"/>
                  </a:lnTo>
                  <a:lnTo>
                    <a:pt x="4229294" y="557414"/>
                  </a:lnTo>
                  <a:lnTo>
                    <a:pt x="4229387" y="557414"/>
                  </a:lnTo>
                  <a:lnTo>
                    <a:pt x="4229387" y="547460"/>
                  </a:lnTo>
                  <a:lnTo>
                    <a:pt x="4229481" y="547460"/>
                  </a:lnTo>
                  <a:lnTo>
                    <a:pt x="4229574" y="547460"/>
                  </a:lnTo>
                  <a:lnTo>
                    <a:pt x="4229667" y="547460"/>
                  </a:lnTo>
                  <a:lnTo>
                    <a:pt x="4229760" y="547460"/>
                  </a:lnTo>
                  <a:lnTo>
                    <a:pt x="4229854" y="547460"/>
                  </a:lnTo>
                  <a:lnTo>
                    <a:pt x="4229947" y="547460"/>
                  </a:lnTo>
                  <a:lnTo>
                    <a:pt x="4230040" y="547460"/>
                  </a:lnTo>
                  <a:lnTo>
                    <a:pt x="4230040" y="537506"/>
                  </a:lnTo>
                  <a:lnTo>
                    <a:pt x="4230133" y="537506"/>
                  </a:lnTo>
                  <a:lnTo>
                    <a:pt x="4230227" y="537506"/>
                  </a:lnTo>
                  <a:lnTo>
                    <a:pt x="4230320" y="537506"/>
                  </a:lnTo>
                  <a:lnTo>
                    <a:pt x="4230413" y="537506"/>
                  </a:lnTo>
                  <a:lnTo>
                    <a:pt x="4230506" y="537506"/>
                  </a:lnTo>
                  <a:lnTo>
                    <a:pt x="4230600" y="537506"/>
                  </a:lnTo>
                  <a:lnTo>
                    <a:pt x="4230693" y="537506"/>
                  </a:lnTo>
                  <a:lnTo>
                    <a:pt x="4230786" y="537506"/>
                  </a:lnTo>
                  <a:lnTo>
                    <a:pt x="4230879" y="537506"/>
                  </a:lnTo>
                  <a:lnTo>
                    <a:pt x="4230973" y="537506"/>
                  </a:lnTo>
                  <a:lnTo>
                    <a:pt x="4231066" y="537506"/>
                  </a:lnTo>
                  <a:lnTo>
                    <a:pt x="4231159" y="537506"/>
                  </a:lnTo>
                  <a:lnTo>
                    <a:pt x="4231252" y="537506"/>
                  </a:lnTo>
                  <a:lnTo>
                    <a:pt x="4231346" y="537506"/>
                  </a:lnTo>
                  <a:lnTo>
                    <a:pt x="4231439" y="537506"/>
                  </a:lnTo>
                  <a:lnTo>
                    <a:pt x="4231532" y="537506"/>
                  </a:lnTo>
                  <a:lnTo>
                    <a:pt x="4231625" y="537506"/>
                  </a:lnTo>
                  <a:lnTo>
                    <a:pt x="4231719" y="537506"/>
                  </a:lnTo>
                  <a:lnTo>
                    <a:pt x="4231812" y="537506"/>
                  </a:lnTo>
                  <a:lnTo>
                    <a:pt x="4231905" y="537506"/>
                  </a:lnTo>
                  <a:lnTo>
                    <a:pt x="4231998" y="537506"/>
                  </a:lnTo>
                  <a:lnTo>
                    <a:pt x="4232091" y="537506"/>
                  </a:lnTo>
                  <a:lnTo>
                    <a:pt x="4232185" y="537506"/>
                  </a:lnTo>
                  <a:lnTo>
                    <a:pt x="4232278" y="537506"/>
                  </a:lnTo>
                  <a:lnTo>
                    <a:pt x="4232371" y="537506"/>
                  </a:lnTo>
                  <a:lnTo>
                    <a:pt x="4232464" y="537506"/>
                  </a:lnTo>
                  <a:lnTo>
                    <a:pt x="4232558" y="537506"/>
                  </a:lnTo>
                  <a:lnTo>
                    <a:pt x="4232651" y="537506"/>
                  </a:lnTo>
                  <a:lnTo>
                    <a:pt x="4232744" y="537506"/>
                  </a:lnTo>
                  <a:lnTo>
                    <a:pt x="4232837" y="537506"/>
                  </a:lnTo>
                  <a:lnTo>
                    <a:pt x="4232931" y="537506"/>
                  </a:lnTo>
                  <a:lnTo>
                    <a:pt x="4233024" y="537506"/>
                  </a:lnTo>
                  <a:lnTo>
                    <a:pt x="4233117" y="537506"/>
                  </a:lnTo>
                  <a:lnTo>
                    <a:pt x="4233210" y="537506"/>
                  </a:lnTo>
                  <a:lnTo>
                    <a:pt x="4233304" y="537506"/>
                  </a:lnTo>
                  <a:lnTo>
                    <a:pt x="4233397" y="537506"/>
                  </a:lnTo>
                  <a:lnTo>
                    <a:pt x="4233490" y="537506"/>
                  </a:lnTo>
                  <a:lnTo>
                    <a:pt x="4233583" y="537506"/>
                  </a:lnTo>
                  <a:lnTo>
                    <a:pt x="4233677" y="537506"/>
                  </a:lnTo>
                  <a:lnTo>
                    <a:pt x="4233770" y="537506"/>
                  </a:lnTo>
                  <a:lnTo>
                    <a:pt x="4233863" y="537506"/>
                  </a:lnTo>
                  <a:lnTo>
                    <a:pt x="4233956" y="537506"/>
                  </a:lnTo>
                  <a:lnTo>
                    <a:pt x="4234050" y="537506"/>
                  </a:lnTo>
                  <a:lnTo>
                    <a:pt x="4234143" y="537506"/>
                  </a:lnTo>
                  <a:lnTo>
                    <a:pt x="4234236" y="537506"/>
                  </a:lnTo>
                  <a:lnTo>
                    <a:pt x="4234329" y="537506"/>
                  </a:lnTo>
                  <a:lnTo>
                    <a:pt x="4234423" y="537506"/>
                  </a:lnTo>
                  <a:lnTo>
                    <a:pt x="4234516" y="537506"/>
                  </a:lnTo>
                  <a:lnTo>
                    <a:pt x="4234609" y="537506"/>
                  </a:lnTo>
                  <a:lnTo>
                    <a:pt x="4234702" y="537506"/>
                  </a:lnTo>
                  <a:lnTo>
                    <a:pt x="4234796" y="537506"/>
                  </a:lnTo>
                  <a:lnTo>
                    <a:pt x="4234889" y="537506"/>
                  </a:lnTo>
                  <a:lnTo>
                    <a:pt x="4234982" y="537506"/>
                  </a:lnTo>
                  <a:lnTo>
                    <a:pt x="4235075" y="537506"/>
                  </a:lnTo>
                  <a:lnTo>
                    <a:pt x="4235169" y="537506"/>
                  </a:lnTo>
                  <a:lnTo>
                    <a:pt x="4235262" y="537506"/>
                  </a:lnTo>
                  <a:lnTo>
                    <a:pt x="4235355" y="537506"/>
                  </a:lnTo>
                  <a:lnTo>
                    <a:pt x="4235448" y="537506"/>
                  </a:lnTo>
                  <a:lnTo>
                    <a:pt x="4235542" y="537506"/>
                  </a:lnTo>
                  <a:lnTo>
                    <a:pt x="4235635" y="537506"/>
                  </a:lnTo>
                  <a:lnTo>
                    <a:pt x="4235728" y="537506"/>
                  </a:lnTo>
                  <a:lnTo>
                    <a:pt x="4235821" y="537506"/>
                  </a:lnTo>
                  <a:lnTo>
                    <a:pt x="4235915" y="537506"/>
                  </a:lnTo>
                  <a:lnTo>
                    <a:pt x="4236008" y="537506"/>
                  </a:lnTo>
                  <a:lnTo>
                    <a:pt x="4236101" y="537506"/>
                  </a:lnTo>
                  <a:lnTo>
                    <a:pt x="4236194" y="537506"/>
                  </a:lnTo>
                  <a:lnTo>
                    <a:pt x="4236288" y="537506"/>
                  </a:lnTo>
                  <a:lnTo>
                    <a:pt x="4236381" y="537506"/>
                  </a:lnTo>
                  <a:lnTo>
                    <a:pt x="4236474" y="537506"/>
                  </a:lnTo>
                  <a:lnTo>
                    <a:pt x="4236567" y="537506"/>
                  </a:lnTo>
                  <a:lnTo>
                    <a:pt x="4236661" y="537506"/>
                  </a:lnTo>
                  <a:lnTo>
                    <a:pt x="4236754" y="537506"/>
                  </a:lnTo>
                  <a:lnTo>
                    <a:pt x="4236847" y="537506"/>
                  </a:lnTo>
                  <a:lnTo>
                    <a:pt x="4236940" y="537506"/>
                  </a:lnTo>
                  <a:lnTo>
                    <a:pt x="4237034" y="537506"/>
                  </a:lnTo>
                  <a:lnTo>
                    <a:pt x="4237127" y="537506"/>
                  </a:lnTo>
                  <a:lnTo>
                    <a:pt x="4237220" y="537506"/>
                  </a:lnTo>
                  <a:lnTo>
                    <a:pt x="4237313" y="537506"/>
                  </a:lnTo>
                  <a:lnTo>
                    <a:pt x="4237407" y="537506"/>
                  </a:lnTo>
                  <a:lnTo>
                    <a:pt x="4237500" y="537506"/>
                  </a:lnTo>
                  <a:lnTo>
                    <a:pt x="4237593" y="537506"/>
                  </a:lnTo>
                  <a:lnTo>
                    <a:pt x="4237686" y="537506"/>
                  </a:lnTo>
                  <a:lnTo>
                    <a:pt x="4237780" y="537506"/>
                  </a:lnTo>
                  <a:lnTo>
                    <a:pt x="4237873" y="537506"/>
                  </a:lnTo>
                  <a:lnTo>
                    <a:pt x="4237966" y="537506"/>
                  </a:lnTo>
                  <a:lnTo>
                    <a:pt x="4238059" y="537506"/>
                  </a:lnTo>
                  <a:lnTo>
                    <a:pt x="4238153" y="537506"/>
                  </a:lnTo>
                  <a:lnTo>
                    <a:pt x="4238246" y="537506"/>
                  </a:lnTo>
                  <a:lnTo>
                    <a:pt x="4238339" y="537506"/>
                  </a:lnTo>
                  <a:lnTo>
                    <a:pt x="4238432" y="537506"/>
                  </a:lnTo>
                  <a:lnTo>
                    <a:pt x="4238526" y="537506"/>
                  </a:lnTo>
                  <a:lnTo>
                    <a:pt x="4238619" y="537506"/>
                  </a:lnTo>
                  <a:lnTo>
                    <a:pt x="4238712" y="537506"/>
                  </a:lnTo>
                  <a:lnTo>
                    <a:pt x="4238805" y="537506"/>
                  </a:lnTo>
                  <a:lnTo>
                    <a:pt x="4238899" y="537506"/>
                  </a:lnTo>
                  <a:lnTo>
                    <a:pt x="4238992" y="537506"/>
                  </a:lnTo>
                  <a:lnTo>
                    <a:pt x="4239085" y="537506"/>
                  </a:lnTo>
                  <a:lnTo>
                    <a:pt x="4239178" y="537506"/>
                  </a:lnTo>
                  <a:lnTo>
                    <a:pt x="4239271" y="537506"/>
                  </a:lnTo>
                  <a:lnTo>
                    <a:pt x="4239365" y="537506"/>
                  </a:lnTo>
                  <a:lnTo>
                    <a:pt x="4239458" y="537506"/>
                  </a:lnTo>
                  <a:lnTo>
                    <a:pt x="4239551" y="537506"/>
                  </a:lnTo>
                  <a:lnTo>
                    <a:pt x="4239644" y="537506"/>
                  </a:lnTo>
                  <a:lnTo>
                    <a:pt x="4239738" y="537506"/>
                  </a:lnTo>
                  <a:lnTo>
                    <a:pt x="4239831" y="537506"/>
                  </a:lnTo>
                  <a:lnTo>
                    <a:pt x="4239924" y="537506"/>
                  </a:lnTo>
                  <a:lnTo>
                    <a:pt x="4240017" y="537506"/>
                  </a:lnTo>
                  <a:lnTo>
                    <a:pt x="4240111" y="537506"/>
                  </a:lnTo>
                  <a:lnTo>
                    <a:pt x="4240204" y="537506"/>
                  </a:lnTo>
                  <a:lnTo>
                    <a:pt x="4240297" y="537506"/>
                  </a:lnTo>
                  <a:lnTo>
                    <a:pt x="4240390" y="537506"/>
                  </a:lnTo>
                  <a:lnTo>
                    <a:pt x="4240484" y="537506"/>
                  </a:lnTo>
                  <a:lnTo>
                    <a:pt x="4240577" y="537506"/>
                  </a:lnTo>
                  <a:lnTo>
                    <a:pt x="4240670" y="537506"/>
                  </a:lnTo>
                  <a:lnTo>
                    <a:pt x="4240763" y="537506"/>
                  </a:lnTo>
                  <a:lnTo>
                    <a:pt x="4240857" y="537506"/>
                  </a:lnTo>
                  <a:lnTo>
                    <a:pt x="4240950" y="537506"/>
                  </a:lnTo>
                  <a:lnTo>
                    <a:pt x="4241043" y="537506"/>
                  </a:lnTo>
                  <a:lnTo>
                    <a:pt x="4241043" y="527552"/>
                  </a:lnTo>
                  <a:lnTo>
                    <a:pt x="4241136" y="527552"/>
                  </a:lnTo>
                  <a:lnTo>
                    <a:pt x="4241230" y="527552"/>
                  </a:lnTo>
                  <a:lnTo>
                    <a:pt x="4241323" y="527552"/>
                  </a:lnTo>
                  <a:lnTo>
                    <a:pt x="4241416" y="527552"/>
                  </a:lnTo>
                  <a:lnTo>
                    <a:pt x="4241509" y="527552"/>
                  </a:lnTo>
                  <a:lnTo>
                    <a:pt x="4241603" y="527552"/>
                  </a:lnTo>
                  <a:lnTo>
                    <a:pt x="4241696" y="527552"/>
                  </a:lnTo>
                  <a:lnTo>
                    <a:pt x="4241789" y="527552"/>
                  </a:lnTo>
                  <a:lnTo>
                    <a:pt x="4241882" y="527552"/>
                  </a:lnTo>
                  <a:lnTo>
                    <a:pt x="4241976" y="527552"/>
                  </a:lnTo>
                  <a:lnTo>
                    <a:pt x="4242069" y="527552"/>
                  </a:lnTo>
                  <a:lnTo>
                    <a:pt x="4242162" y="527552"/>
                  </a:lnTo>
                  <a:lnTo>
                    <a:pt x="4242255" y="527552"/>
                  </a:lnTo>
                  <a:lnTo>
                    <a:pt x="4242349" y="527552"/>
                  </a:lnTo>
                  <a:lnTo>
                    <a:pt x="4242442" y="527552"/>
                  </a:lnTo>
                  <a:lnTo>
                    <a:pt x="4242535" y="527552"/>
                  </a:lnTo>
                  <a:lnTo>
                    <a:pt x="4242628" y="527552"/>
                  </a:lnTo>
                  <a:lnTo>
                    <a:pt x="4242722" y="527552"/>
                  </a:lnTo>
                  <a:lnTo>
                    <a:pt x="4242815" y="527552"/>
                  </a:lnTo>
                  <a:lnTo>
                    <a:pt x="4242908" y="527552"/>
                  </a:lnTo>
                  <a:lnTo>
                    <a:pt x="4243001" y="527552"/>
                  </a:lnTo>
                  <a:lnTo>
                    <a:pt x="4243095" y="527552"/>
                  </a:lnTo>
                  <a:lnTo>
                    <a:pt x="4243188" y="527552"/>
                  </a:lnTo>
                  <a:lnTo>
                    <a:pt x="4243281" y="527552"/>
                  </a:lnTo>
                  <a:lnTo>
                    <a:pt x="4243374" y="527552"/>
                  </a:lnTo>
                  <a:lnTo>
                    <a:pt x="4243468" y="527552"/>
                  </a:lnTo>
                  <a:lnTo>
                    <a:pt x="4243561" y="527552"/>
                  </a:lnTo>
                  <a:lnTo>
                    <a:pt x="4243654" y="527552"/>
                  </a:lnTo>
                  <a:lnTo>
                    <a:pt x="4243747" y="527552"/>
                  </a:lnTo>
                  <a:lnTo>
                    <a:pt x="4243841" y="527552"/>
                  </a:lnTo>
                  <a:lnTo>
                    <a:pt x="4243934" y="527552"/>
                  </a:lnTo>
                  <a:lnTo>
                    <a:pt x="4244027" y="527552"/>
                  </a:lnTo>
                  <a:lnTo>
                    <a:pt x="4244120" y="527552"/>
                  </a:lnTo>
                  <a:lnTo>
                    <a:pt x="4244214" y="527552"/>
                  </a:lnTo>
                  <a:lnTo>
                    <a:pt x="4244307" y="527552"/>
                  </a:lnTo>
                  <a:lnTo>
                    <a:pt x="4244400" y="527552"/>
                  </a:lnTo>
                  <a:lnTo>
                    <a:pt x="4244493" y="527552"/>
                  </a:lnTo>
                  <a:lnTo>
                    <a:pt x="4244587" y="527552"/>
                  </a:lnTo>
                  <a:lnTo>
                    <a:pt x="4244680" y="527552"/>
                  </a:lnTo>
                  <a:lnTo>
                    <a:pt x="4244773" y="527552"/>
                  </a:lnTo>
                  <a:lnTo>
                    <a:pt x="4244866" y="527552"/>
                  </a:lnTo>
                  <a:lnTo>
                    <a:pt x="4244960" y="527552"/>
                  </a:lnTo>
                  <a:lnTo>
                    <a:pt x="4245053" y="527552"/>
                  </a:lnTo>
                  <a:lnTo>
                    <a:pt x="4245146" y="527552"/>
                  </a:lnTo>
                  <a:lnTo>
                    <a:pt x="4245239" y="527552"/>
                  </a:lnTo>
                  <a:lnTo>
                    <a:pt x="4245333" y="527552"/>
                  </a:lnTo>
                  <a:lnTo>
                    <a:pt x="4245426" y="527552"/>
                  </a:lnTo>
                  <a:lnTo>
                    <a:pt x="4245519" y="527552"/>
                  </a:lnTo>
                  <a:lnTo>
                    <a:pt x="4245612" y="527552"/>
                  </a:lnTo>
                  <a:lnTo>
                    <a:pt x="4245706" y="527552"/>
                  </a:lnTo>
                  <a:lnTo>
                    <a:pt x="4245799" y="527552"/>
                  </a:lnTo>
                  <a:lnTo>
                    <a:pt x="4245892" y="527552"/>
                  </a:lnTo>
                  <a:lnTo>
                    <a:pt x="4245985" y="527552"/>
                  </a:lnTo>
                  <a:lnTo>
                    <a:pt x="4246078" y="527552"/>
                  </a:lnTo>
                  <a:lnTo>
                    <a:pt x="4246172" y="527552"/>
                  </a:lnTo>
                  <a:lnTo>
                    <a:pt x="4246265" y="527552"/>
                  </a:lnTo>
                  <a:lnTo>
                    <a:pt x="4246358" y="527552"/>
                  </a:lnTo>
                  <a:lnTo>
                    <a:pt x="4246451" y="527552"/>
                  </a:lnTo>
                  <a:lnTo>
                    <a:pt x="4246545" y="527552"/>
                  </a:lnTo>
                  <a:lnTo>
                    <a:pt x="4246638" y="527552"/>
                  </a:lnTo>
                  <a:lnTo>
                    <a:pt x="4246731" y="527552"/>
                  </a:lnTo>
                  <a:lnTo>
                    <a:pt x="4246824" y="527552"/>
                  </a:lnTo>
                  <a:lnTo>
                    <a:pt x="4246918" y="527552"/>
                  </a:lnTo>
                  <a:lnTo>
                    <a:pt x="4247011" y="527552"/>
                  </a:lnTo>
                  <a:lnTo>
                    <a:pt x="4247104" y="527552"/>
                  </a:lnTo>
                  <a:lnTo>
                    <a:pt x="4247197" y="527552"/>
                  </a:lnTo>
                  <a:lnTo>
                    <a:pt x="4247291" y="527552"/>
                  </a:lnTo>
                  <a:lnTo>
                    <a:pt x="4247384" y="527552"/>
                  </a:lnTo>
                  <a:lnTo>
                    <a:pt x="4247477" y="527552"/>
                  </a:lnTo>
                  <a:lnTo>
                    <a:pt x="4247570" y="527552"/>
                  </a:lnTo>
                  <a:lnTo>
                    <a:pt x="4247664" y="527552"/>
                  </a:lnTo>
                  <a:lnTo>
                    <a:pt x="4247757" y="527552"/>
                  </a:lnTo>
                  <a:lnTo>
                    <a:pt x="4247850" y="527552"/>
                  </a:lnTo>
                  <a:lnTo>
                    <a:pt x="4247943" y="527552"/>
                  </a:lnTo>
                  <a:lnTo>
                    <a:pt x="4248037" y="527552"/>
                  </a:lnTo>
                  <a:lnTo>
                    <a:pt x="4248037" y="517598"/>
                  </a:lnTo>
                  <a:lnTo>
                    <a:pt x="4248130" y="517598"/>
                  </a:lnTo>
                  <a:lnTo>
                    <a:pt x="4248223" y="517598"/>
                  </a:lnTo>
                  <a:lnTo>
                    <a:pt x="4248316" y="517598"/>
                  </a:lnTo>
                  <a:lnTo>
                    <a:pt x="4248410" y="517598"/>
                  </a:lnTo>
                  <a:lnTo>
                    <a:pt x="4248503" y="517598"/>
                  </a:lnTo>
                  <a:lnTo>
                    <a:pt x="4248596" y="517598"/>
                  </a:lnTo>
                  <a:lnTo>
                    <a:pt x="4248689" y="517598"/>
                  </a:lnTo>
                  <a:lnTo>
                    <a:pt x="4248783" y="517598"/>
                  </a:lnTo>
                  <a:lnTo>
                    <a:pt x="4248876" y="517598"/>
                  </a:lnTo>
                  <a:lnTo>
                    <a:pt x="4248969" y="517598"/>
                  </a:lnTo>
                  <a:lnTo>
                    <a:pt x="4249062" y="517598"/>
                  </a:lnTo>
                  <a:lnTo>
                    <a:pt x="4249156" y="517598"/>
                  </a:lnTo>
                  <a:lnTo>
                    <a:pt x="4249249" y="517598"/>
                  </a:lnTo>
                  <a:lnTo>
                    <a:pt x="4249342" y="517598"/>
                  </a:lnTo>
                  <a:lnTo>
                    <a:pt x="4249435" y="517598"/>
                  </a:lnTo>
                  <a:lnTo>
                    <a:pt x="4249529" y="517598"/>
                  </a:lnTo>
                  <a:lnTo>
                    <a:pt x="4249622" y="517598"/>
                  </a:lnTo>
                  <a:lnTo>
                    <a:pt x="4249715" y="517598"/>
                  </a:lnTo>
                  <a:lnTo>
                    <a:pt x="4249808" y="517598"/>
                  </a:lnTo>
                  <a:lnTo>
                    <a:pt x="4249902" y="517598"/>
                  </a:lnTo>
                  <a:lnTo>
                    <a:pt x="4249995" y="517598"/>
                  </a:lnTo>
                  <a:lnTo>
                    <a:pt x="4250088" y="517598"/>
                  </a:lnTo>
                  <a:lnTo>
                    <a:pt x="4250181" y="517598"/>
                  </a:lnTo>
                  <a:lnTo>
                    <a:pt x="4250275" y="517598"/>
                  </a:lnTo>
                  <a:lnTo>
                    <a:pt x="4250368" y="517598"/>
                  </a:lnTo>
                  <a:lnTo>
                    <a:pt x="4250461" y="517598"/>
                  </a:lnTo>
                  <a:lnTo>
                    <a:pt x="4250554" y="517598"/>
                  </a:lnTo>
                  <a:lnTo>
                    <a:pt x="4250648" y="517598"/>
                  </a:lnTo>
                  <a:lnTo>
                    <a:pt x="4250741" y="517598"/>
                  </a:lnTo>
                  <a:lnTo>
                    <a:pt x="4250834" y="517598"/>
                  </a:lnTo>
                  <a:lnTo>
                    <a:pt x="4250927" y="517598"/>
                  </a:lnTo>
                  <a:lnTo>
                    <a:pt x="4251021" y="517598"/>
                  </a:lnTo>
                  <a:lnTo>
                    <a:pt x="4251114" y="517598"/>
                  </a:lnTo>
                  <a:lnTo>
                    <a:pt x="4251207" y="517598"/>
                  </a:lnTo>
                  <a:lnTo>
                    <a:pt x="4251300" y="517598"/>
                  </a:lnTo>
                  <a:lnTo>
                    <a:pt x="4251394" y="517598"/>
                  </a:lnTo>
                  <a:lnTo>
                    <a:pt x="4251487" y="517598"/>
                  </a:lnTo>
                  <a:lnTo>
                    <a:pt x="4251580" y="517598"/>
                  </a:lnTo>
                  <a:lnTo>
                    <a:pt x="4251673" y="517598"/>
                  </a:lnTo>
                  <a:lnTo>
                    <a:pt x="4251767" y="517598"/>
                  </a:lnTo>
                  <a:lnTo>
                    <a:pt x="4251860" y="517598"/>
                  </a:lnTo>
                  <a:lnTo>
                    <a:pt x="4251953" y="517598"/>
                  </a:lnTo>
                  <a:lnTo>
                    <a:pt x="4252046" y="517598"/>
                  </a:lnTo>
                  <a:lnTo>
                    <a:pt x="4252140" y="517598"/>
                  </a:lnTo>
                  <a:lnTo>
                    <a:pt x="4252233" y="517598"/>
                  </a:lnTo>
                  <a:lnTo>
                    <a:pt x="4252326" y="517598"/>
                  </a:lnTo>
                  <a:lnTo>
                    <a:pt x="4252419" y="517598"/>
                  </a:lnTo>
                  <a:lnTo>
                    <a:pt x="4252513" y="517598"/>
                  </a:lnTo>
                  <a:lnTo>
                    <a:pt x="4252606" y="517598"/>
                  </a:lnTo>
                  <a:lnTo>
                    <a:pt x="4252699" y="517598"/>
                  </a:lnTo>
                  <a:lnTo>
                    <a:pt x="4252792" y="517598"/>
                  </a:lnTo>
                  <a:lnTo>
                    <a:pt x="4252885" y="517598"/>
                  </a:lnTo>
                  <a:lnTo>
                    <a:pt x="4252979" y="517598"/>
                  </a:lnTo>
                  <a:lnTo>
                    <a:pt x="4253072" y="517598"/>
                  </a:lnTo>
                  <a:lnTo>
                    <a:pt x="4253165" y="517598"/>
                  </a:lnTo>
                  <a:lnTo>
                    <a:pt x="4253258" y="517598"/>
                  </a:lnTo>
                  <a:lnTo>
                    <a:pt x="4253352" y="517598"/>
                  </a:lnTo>
                  <a:lnTo>
                    <a:pt x="4253445" y="517598"/>
                  </a:lnTo>
                  <a:lnTo>
                    <a:pt x="4253538" y="517598"/>
                  </a:lnTo>
                  <a:lnTo>
                    <a:pt x="4253631" y="517598"/>
                  </a:lnTo>
                  <a:lnTo>
                    <a:pt x="4253725" y="517598"/>
                  </a:lnTo>
                  <a:lnTo>
                    <a:pt x="4253818" y="517598"/>
                  </a:lnTo>
                  <a:lnTo>
                    <a:pt x="4253911" y="517598"/>
                  </a:lnTo>
                  <a:lnTo>
                    <a:pt x="4254004" y="517598"/>
                  </a:lnTo>
                  <a:lnTo>
                    <a:pt x="4254098" y="517598"/>
                  </a:lnTo>
                  <a:lnTo>
                    <a:pt x="4254191" y="517598"/>
                  </a:lnTo>
                  <a:lnTo>
                    <a:pt x="4254284" y="517598"/>
                  </a:lnTo>
                  <a:lnTo>
                    <a:pt x="4254377" y="517598"/>
                  </a:lnTo>
                  <a:lnTo>
                    <a:pt x="4254471" y="517598"/>
                  </a:lnTo>
                  <a:lnTo>
                    <a:pt x="4254564" y="517598"/>
                  </a:lnTo>
                  <a:lnTo>
                    <a:pt x="4254657" y="517598"/>
                  </a:lnTo>
                  <a:lnTo>
                    <a:pt x="4254750" y="517598"/>
                  </a:lnTo>
                  <a:lnTo>
                    <a:pt x="4254844" y="517598"/>
                  </a:lnTo>
                  <a:lnTo>
                    <a:pt x="4254937" y="517598"/>
                  </a:lnTo>
                  <a:lnTo>
                    <a:pt x="4255030" y="517598"/>
                  </a:lnTo>
                  <a:lnTo>
                    <a:pt x="4255123" y="517598"/>
                  </a:lnTo>
                  <a:lnTo>
                    <a:pt x="4255217" y="517598"/>
                  </a:lnTo>
                  <a:lnTo>
                    <a:pt x="4255310" y="517598"/>
                  </a:lnTo>
                  <a:lnTo>
                    <a:pt x="4255403" y="517598"/>
                  </a:lnTo>
                  <a:lnTo>
                    <a:pt x="4255496" y="517598"/>
                  </a:lnTo>
                  <a:lnTo>
                    <a:pt x="4255590" y="517598"/>
                  </a:lnTo>
                  <a:lnTo>
                    <a:pt x="4255683" y="517598"/>
                  </a:lnTo>
                  <a:lnTo>
                    <a:pt x="4255776" y="517598"/>
                  </a:lnTo>
                  <a:lnTo>
                    <a:pt x="4255869" y="517598"/>
                  </a:lnTo>
                  <a:lnTo>
                    <a:pt x="4255963" y="517598"/>
                  </a:lnTo>
                  <a:lnTo>
                    <a:pt x="4256056" y="517598"/>
                  </a:lnTo>
                  <a:lnTo>
                    <a:pt x="4256149" y="517598"/>
                  </a:lnTo>
                  <a:lnTo>
                    <a:pt x="4256242" y="517598"/>
                  </a:lnTo>
                  <a:lnTo>
                    <a:pt x="4256336" y="517598"/>
                  </a:lnTo>
                  <a:lnTo>
                    <a:pt x="4256429" y="517598"/>
                  </a:lnTo>
                  <a:lnTo>
                    <a:pt x="4256522" y="517598"/>
                  </a:lnTo>
                  <a:lnTo>
                    <a:pt x="4256615" y="517598"/>
                  </a:lnTo>
                  <a:lnTo>
                    <a:pt x="4256709" y="517598"/>
                  </a:lnTo>
                  <a:lnTo>
                    <a:pt x="4256802" y="517598"/>
                  </a:lnTo>
                  <a:lnTo>
                    <a:pt x="4256895" y="517598"/>
                  </a:lnTo>
                  <a:lnTo>
                    <a:pt x="4256988" y="517598"/>
                  </a:lnTo>
                  <a:lnTo>
                    <a:pt x="4257082" y="517598"/>
                  </a:lnTo>
                  <a:lnTo>
                    <a:pt x="4257175" y="517598"/>
                  </a:lnTo>
                  <a:lnTo>
                    <a:pt x="4257268" y="517598"/>
                  </a:lnTo>
                  <a:lnTo>
                    <a:pt x="4257361" y="517598"/>
                  </a:lnTo>
                  <a:lnTo>
                    <a:pt x="4257455" y="517598"/>
                  </a:lnTo>
                  <a:lnTo>
                    <a:pt x="4257548" y="517598"/>
                  </a:lnTo>
                  <a:lnTo>
                    <a:pt x="4257641" y="517598"/>
                  </a:lnTo>
                  <a:lnTo>
                    <a:pt x="4257734" y="517598"/>
                  </a:lnTo>
                  <a:lnTo>
                    <a:pt x="4257828" y="517598"/>
                  </a:lnTo>
                  <a:lnTo>
                    <a:pt x="4257921" y="517598"/>
                  </a:lnTo>
                  <a:lnTo>
                    <a:pt x="4258014" y="517598"/>
                  </a:lnTo>
                  <a:lnTo>
                    <a:pt x="4258107" y="517598"/>
                  </a:lnTo>
                  <a:lnTo>
                    <a:pt x="4258201" y="517598"/>
                  </a:lnTo>
                  <a:lnTo>
                    <a:pt x="4258294" y="517598"/>
                  </a:lnTo>
                  <a:lnTo>
                    <a:pt x="4258387" y="517598"/>
                  </a:lnTo>
                  <a:lnTo>
                    <a:pt x="4258480" y="517598"/>
                  </a:lnTo>
                  <a:lnTo>
                    <a:pt x="4258574" y="517598"/>
                  </a:lnTo>
                  <a:lnTo>
                    <a:pt x="4258667" y="517598"/>
                  </a:lnTo>
                  <a:lnTo>
                    <a:pt x="4258760" y="517598"/>
                  </a:lnTo>
                  <a:lnTo>
                    <a:pt x="4258853" y="517598"/>
                  </a:lnTo>
                  <a:lnTo>
                    <a:pt x="4258947" y="517598"/>
                  </a:lnTo>
                  <a:lnTo>
                    <a:pt x="4259040" y="517598"/>
                  </a:lnTo>
                  <a:lnTo>
                    <a:pt x="4259133" y="517598"/>
                  </a:lnTo>
                  <a:lnTo>
                    <a:pt x="4259226" y="517598"/>
                  </a:lnTo>
                  <a:lnTo>
                    <a:pt x="4259320" y="517598"/>
                  </a:lnTo>
                  <a:lnTo>
                    <a:pt x="4259413" y="517598"/>
                  </a:lnTo>
                  <a:lnTo>
                    <a:pt x="4259506" y="517598"/>
                  </a:lnTo>
                  <a:lnTo>
                    <a:pt x="4259599" y="517598"/>
                  </a:lnTo>
                  <a:lnTo>
                    <a:pt x="4259693" y="517598"/>
                  </a:lnTo>
                  <a:lnTo>
                    <a:pt x="4259786" y="517598"/>
                  </a:lnTo>
                  <a:lnTo>
                    <a:pt x="4259879" y="517598"/>
                  </a:lnTo>
                  <a:lnTo>
                    <a:pt x="4259972" y="517598"/>
                  </a:lnTo>
                  <a:lnTo>
                    <a:pt x="4260065" y="517598"/>
                  </a:lnTo>
                  <a:lnTo>
                    <a:pt x="4260159" y="517598"/>
                  </a:lnTo>
                  <a:lnTo>
                    <a:pt x="4260252" y="517598"/>
                  </a:lnTo>
                  <a:lnTo>
                    <a:pt x="4260345" y="517598"/>
                  </a:lnTo>
                  <a:lnTo>
                    <a:pt x="4260438" y="517598"/>
                  </a:lnTo>
                  <a:lnTo>
                    <a:pt x="4260532" y="517598"/>
                  </a:lnTo>
                  <a:lnTo>
                    <a:pt x="4260625" y="517598"/>
                  </a:lnTo>
                  <a:lnTo>
                    <a:pt x="4260718" y="517598"/>
                  </a:lnTo>
                  <a:lnTo>
                    <a:pt x="4260811" y="517598"/>
                  </a:lnTo>
                  <a:lnTo>
                    <a:pt x="4260905" y="517598"/>
                  </a:lnTo>
                  <a:lnTo>
                    <a:pt x="4260998" y="517598"/>
                  </a:lnTo>
                  <a:lnTo>
                    <a:pt x="4261091" y="517598"/>
                  </a:lnTo>
                  <a:lnTo>
                    <a:pt x="4261184" y="517598"/>
                  </a:lnTo>
                  <a:lnTo>
                    <a:pt x="4261278" y="517598"/>
                  </a:lnTo>
                  <a:lnTo>
                    <a:pt x="4261371" y="517598"/>
                  </a:lnTo>
                  <a:lnTo>
                    <a:pt x="4261464" y="517598"/>
                  </a:lnTo>
                  <a:lnTo>
                    <a:pt x="4261557" y="517598"/>
                  </a:lnTo>
                  <a:lnTo>
                    <a:pt x="4261651" y="517598"/>
                  </a:lnTo>
                  <a:lnTo>
                    <a:pt x="4261744" y="517598"/>
                  </a:lnTo>
                  <a:lnTo>
                    <a:pt x="4261837" y="517598"/>
                  </a:lnTo>
                  <a:lnTo>
                    <a:pt x="4261930" y="517598"/>
                  </a:lnTo>
                  <a:lnTo>
                    <a:pt x="4262024" y="517598"/>
                  </a:lnTo>
                  <a:lnTo>
                    <a:pt x="4262117" y="517598"/>
                  </a:lnTo>
                  <a:lnTo>
                    <a:pt x="4262210" y="517598"/>
                  </a:lnTo>
                  <a:lnTo>
                    <a:pt x="4262303" y="517598"/>
                  </a:lnTo>
                  <a:lnTo>
                    <a:pt x="4262397" y="517598"/>
                  </a:lnTo>
                  <a:lnTo>
                    <a:pt x="4262490" y="517598"/>
                  </a:lnTo>
                  <a:lnTo>
                    <a:pt x="4262583" y="517598"/>
                  </a:lnTo>
                  <a:lnTo>
                    <a:pt x="4262676" y="517598"/>
                  </a:lnTo>
                  <a:lnTo>
                    <a:pt x="4262770" y="517598"/>
                  </a:lnTo>
                  <a:lnTo>
                    <a:pt x="4262863" y="517598"/>
                  </a:lnTo>
                  <a:lnTo>
                    <a:pt x="4262956" y="517598"/>
                  </a:lnTo>
                  <a:lnTo>
                    <a:pt x="4263049" y="517598"/>
                  </a:lnTo>
                  <a:lnTo>
                    <a:pt x="4263143" y="517598"/>
                  </a:lnTo>
                  <a:lnTo>
                    <a:pt x="4263236" y="517598"/>
                  </a:lnTo>
                  <a:lnTo>
                    <a:pt x="4263329" y="517598"/>
                  </a:lnTo>
                  <a:lnTo>
                    <a:pt x="4263422" y="517598"/>
                  </a:lnTo>
                  <a:lnTo>
                    <a:pt x="4263516" y="517598"/>
                  </a:lnTo>
                  <a:lnTo>
                    <a:pt x="4263609" y="517598"/>
                  </a:lnTo>
                  <a:lnTo>
                    <a:pt x="4263702" y="517598"/>
                  </a:lnTo>
                  <a:lnTo>
                    <a:pt x="4263795" y="517598"/>
                  </a:lnTo>
                  <a:lnTo>
                    <a:pt x="4263889" y="517598"/>
                  </a:lnTo>
                  <a:lnTo>
                    <a:pt x="4263982" y="517598"/>
                  </a:lnTo>
                  <a:lnTo>
                    <a:pt x="4264075" y="517598"/>
                  </a:lnTo>
                  <a:lnTo>
                    <a:pt x="4264168" y="517598"/>
                  </a:lnTo>
                  <a:lnTo>
                    <a:pt x="4264262" y="517598"/>
                  </a:lnTo>
                  <a:lnTo>
                    <a:pt x="4264355" y="517598"/>
                  </a:lnTo>
                  <a:lnTo>
                    <a:pt x="4264448" y="517598"/>
                  </a:lnTo>
                  <a:lnTo>
                    <a:pt x="4264541" y="517598"/>
                  </a:lnTo>
                  <a:lnTo>
                    <a:pt x="4264635" y="517598"/>
                  </a:lnTo>
                  <a:lnTo>
                    <a:pt x="4264728" y="517598"/>
                  </a:lnTo>
                  <a:lnTo>
                    <a:pt x="4264821" y="517598"/>
                  </a:lnTo>
                  <a:lnTo>
                    <a:pt x="4264914" y="517598"/>
                  </a:lnTo>
                  <a:lnTo>
                    <a:pt x="4265008" y="517598"/>
                  </a:lnTo>
                  <a:lnTo>
                    <a:pt x="4265008" y="507644"/>
                  </a:lnTo>
                  <a:lnTo>
                    <a:pt x="4265101" y="507644"/>
                  </a:lnTo>
                  <a:lnTo>
                    <a:pt x="4265194" y="507644"/>
                  </a:lnTo>
                  <a:lnTo>
                    <a:pt x="4265287" y="507644"/>
                  </a:lnTo>
                  <a:lnTo>
                    <a:pt x="4265381" y="507644"/>
                  </a:lnTo>
                  <a:lnTo>
                    <a:pt x="4265474" y="507644"/>
                  </a:lnTo>
                  <a:lnTo>
                    <a:pt x="4265567" y="507644"/>
                  </a:lnTo>
                  <a:lnTo>
                    <a:pt x="4265660" y="507644"/>
                  </a:lnTo>
                  <a:lnTo>
                    <a:pt x="4265754" y="507644"/>
                  </a:lnTo>
                  <a:lnTo>
                    <a:pt x="4265847" y="507644"/>
                  </a:lnTo>
                  <a:lnTo>
                    <a:pt x="4265940" y="507644"/>
                  </a:lnTo>
                  <a:lnTo>
                    <a:pt x="4266033" y="507644"/>
                  </a:lnTo>
                  <a:lnTo>
                    <a:pt x="4266127" y="507644"/>
                  </a:lnTo>
                  <a:lnTo>
                    <a:pt x="4266220" y="507644"/>
                  </a:lnTo>
                  <a:lnTo>
                    <a:pt x="4266313" y="507644"/>
                  </a:lnTo>
                  <a:lnTo>
                    <a:pt x="4266406" y="507644"/>
                  </a:lnTo>
                  <a:lnTo>
                    <a:pt x="4266500" y="507644"/>
                  </a:lnTo>
                  <a:lnTo>
                    <a:pt x="4266593" y="507644"/>
                  </a:lnTo>
                  <a:lnTo>
                    <a:pt x="4266686" y="507644"/>
                  </a:lnTo>
                  <a:lnTo>
                    <a:pt x="4266779" y="507644"/>
                  </a:lnTo>
                  <a:lnTo>
                    <a:pt x="4266872" y="507644"/>
                  </a:lnTo>
                  <a:lnTo>
                    <a:pt x="4266966" y="507644"/>
                  </a:lnTo>
                  <a:lnTo>
                    <a:pt x="4267059" y="507644"/>
                  </a:lnTo>
                  <a:lnTo>
                    <a:pt x="4267152" y="507644"/>
                  </a:lnTo>
                  <a:lnTo>
                    <a:pt x="4267245" y="507644"/>
                  </a:lnTo>
                  <a:lnTo>
                    <a:pt x="4267339" y="507644"/>
                  </a:lnTo>
                  <a:lnTo>
                    <a:pt x="4267432" y="507644"/>
                  </a:lnTo>
                  <a:lnTo>
                    <a:pt x="4267525" y="507644"/>
                  </a:lnTo>
                  <a:lnTo>
                    <a:pt x="4267618" y="507644"/>
                  </a:lnTo>
                  <a:lnTo>
                    <a:pt x="4267712" y="507644"/>
                  </a:lnTo>
                  <a:lnTo>
                    <a:pt x="4267805" y="507644"/>
                  </a:lnTo>
                  <a:lnTo>
                    <a:pt x="4267898" y="507644"/>
                  </a:lnTo>
                  <a:lnTo>
                    <a:pt x="4267991" y="507644"/>
                  </a:lnTo>
                  <a:lnTo>
                    <a:pt x="4268085" y="507644"/>
                  </a:lnTo>
                  <a:lnTo>
                    <a:pt x="4268178" y="507644"/>
                  </a:lnTo>
                  <a:lnTo>
                    <a:pt x="4268271" y="507644"/>
                  </a:lnTo>
                  <a:lnTo>
                    <a:pt x="4268364" y="507644"/>
                  </a:lnTo>
                  <a:lnTo>
                    <a:pt x="4268458" y="507644"/>
                  </a:lnTo>
                  <a:lnTo>
                    <a:pt x="4268551" y="507644"/>
                  </a:lnTo>
                  <a:lnTo>
                    <a:pt x="4268644" y="507644"/>
                  </a:lnTo>
                  <a:lnTo>
                    <a:pt x="4268737" y="507644"/>
                  </a:lnTo>
                  <a:lnTo>
                    <a:pt x="4268831" y="507644"/>
                  </a:lnTo>
                  <a:lnTo>
                    <a:pt x="4268924" y="507644"/>
                  </a:lnTo>
                  <a:lnTo>
                    <a:pt x="4269017" y="507644"/>
                  </a:lnTo>
                  <a:lnTo>
                    <a:pt x="4269110" y="507644"/>
                  </a:lnTo>
                  <a:lnTo>
                    <a:pt x="4269204" y="507644"/>
                  </a:lnTo>
                  <a:lnTo>
                    <a:pt x="4269297" y="507644"/>
                  </a:lnTo>
                  <a:lnTo>
                    <a:pt x="4269390" y="507644"/>
                  </a:lnTo>
                  <a:lnTo>
                    <a:pt x="4269483" y="507644"/>
                  </a:lnTo>
                  <a:lnTo>
                    <a:pt x="4269577" y="507644"/>
                  </a:lnTo>
                  <a:lnTo>
                    <a:pt x="4269670" y="507644"/>
                  </a:lnTo>
                  <a:lnTo>
                    <a:pt x="4269763" y="507644"/>
                  </a:lnTo>
                  <a:lnTo>
                    <a:pt x="4269856" y="507644"/>
                  </a:lnTo>
                  <a:lnTo>
                    <a:pt x="4269950" y="507644"/>
                  </a:lnTo>
                  <a:lnTo>
                    <a:pt x="4270043" y="507644"/>
                  </a:lnTo>
                  <a:lnTo>
                    <a:pt x="4270136" y="507644"/>
                  </a:lnTo>
                  <a:lnTo>
                    <a:pt x="4270229" y="507644"/>
                  </a:lnTo>
                  <a:lnTo>
                    <a:pt x="4270323" y="507644"/>
                  </a:lnTo>
                  <a:lnTo>
                    <a:pt x="4270416" y="507644"/>
                  </a:lnTo>
                  <a:lnTo>
                    <a:pt x="4270509" y="507644"/>
                  </a:lnTo>
                  <a:lnTo>
                    <a:pt x="4270602" y="507644"/>
                  </a:lnTo>
                  <a:lnTo>
                    <a:pt x="4270696" y="507644"/>
                  </a:lnTo>
                  <a:lnTo>
                    <a:pt x="4270789" y="507644"/>
                  </a:lnTo>
                  <a:lnTo>
                    <a:pt x="4270882" y="507644"/>
                  </a:lnTo>
                  <a:lnTo>
                    <a:pt x="4270975" y="507644"/>
                  </a:lnTo>
                  <a:lnTo>
                    <a:pt x="4271069" y="507644"/>
                  </a:lnTo>
                  <a:lnTo>
                    <a:pt x="4271162" y="507644"/>
                  </a:lnTo>
                  <a:lnTo>
                    <a:pt x="4271255" y="507644"/>
                  </a:lnTo>
                  <a:lnTo>
                    <a:pt x="4271348" y="507644"/>
                  </a:lnTo>
                  <a:lnTo>
                    <a:pt x="4271442" y="507644"/>
                  </a:lnTo>
                  <a:lnTo>
                    <a:pt x="4271535" y="507644"/>
                  </a:lnTo>
                  <a:lnTo>
                    <a:pt x="4271628" y="507644"/>
                  </a:lnTo>
                  <a:lnTo>
                    <a:pt x="4271721" y="507644"/>
                  </a:lnTo>
                  <a:lnTo>
                    <a:pt x="4271815" y="507644"/>
                  </a:lnTo>
                  <a:lnTo>
                    <a:pt x="4271908" y="507644"/>
                  </a:lnTo>
                  <a:lnTo>
                    <a:pt x="4272001" y="507644"/>
                  </a:lnTo>
                  <a:lnTo>
                    <a:pt x="4272094" y="507644"/>
                  </a:lnTo>
                  <a:lnTo>
                    <a:pt x="4272188" y="507644"/>
                  </a:lnTo>
                  <a:lnTo>
                    <a:pt x="4272281" y="507644"/>
                  </a:lnTo>
                  <a:lnTo>
                    <a:pt x="4272374" y="507644"/>
                  </a:lnTo>
                  <a:lnTo>
                    <a:pt x="4272467" y="507644"/>
                  </a:lnTo>
                  <a:lnTo>
                    <a:pt x="4272561" y="507644"/>
                  </a:lnTo>
                  <a:lnTo>
                    <a:pt x="4272654" y="507644"/>
                  </a:lnTo>
                  <a:lnTo>
                    <a:pt x="4272747" y="507644"/>
                  </a:lnTo>
                  <a:lnTo>
                    <a:pt x="4272840" y="507644"/>
                  </a:lnTo>
                  <a:lnTo>
                    <a:pt x="4272934" y="507644"/>
                  </a:lnTo>
                  <a:lnTo>
                    <a:pt x="4273027" y="507644"/>
                  </a:lnTo>
                  <a:lnTo>
                    <a:pt x="4273120" y="507644"/>
                  </a:lnTo>
                  <a:lnTo>
                    <a:pt x="4273213" y="507644"/>
                  </a:lnTo>
                  <a:lnTo>
                    <a:pt x="4273307" y="507644"/>
                  </a:lnTo>
                  <a:lnTo>
                    <a:pt x="4273400" y="507644"/>
                  </a:lnTo>
                  <a:lnTo>
                    <a:pt x="4273493" y="507644"/>
                  </a:lnTo>
                  <a:lnTo>
                    <a:pt x="4273586" y="507644"/>
                  </a:lnTo>
                  <a:lnTo>
                    <a:pt x="4273680" y="507644"/>
                  </a:lnTo>
                  <a:lnTo>
                    <a:pt x="4273773" y="507644"/>
                  </a:lnTo>
                  <a:lnTo>
                    <a:pt x="4273866" y="507644"/>
                  </a:lnTo>
                  <a:lnTo>
                    <a:pt x="4273959" y="507644"/>
                  </a:lnTo>
                  <a:lnTo>
                    <a:pt x="4274052" y="507644"/>
                  </a:lnTo>
                  <a:lnTo>
                    <a:pt x="4274146" y="507644"/>
                  </a:lnTo>
                  <a:lnTo>
                    <a:pt x="4274239" y="507644"/>
                  </a:lnTo>
                  <a:lnTo>
                    <a:pt x="4274332" y="507644"/>
                  </a:lnTo>
                  <a:lnTo>
                    <a:pt x="4274425" y="507644"/>
                  </a:lnTo>
                  <a:lnTo>
                    <a:pt x="4274519" y="507644"/>
                  </a:lnTo>
                  <a:lnTo>
                    <a:pt x="4274612" y="507644"/>
                  </a:lnTo>
                  <a:lnTo>
                    <a:pt x="4274705" y="507644"/>
                  </a:lnTo>
                  <a:lnTo>
                    <a:pt x="4274798" y="507644"/>
                  </a:lnTo>
                  <a:lnTo>
                    <a:pt x="4274892" y="507644"/>
                  </a:lnTo>
                  <a:lnTo>
                    <a:pt x="4274985" y="507644"/>
                  </a:lnTo>
                  <a:lnTo>
                    <a:pt x="4275078" y="507644"/>
                  </a:lnTo>
                  <a:lnTo>
                    <a:pt x="4275171" y="507644"/>
                  </a:lnTo>
                  <a:lnTo>
                    <a:pt x="4275265" y="507644"/>
                  </a:lnTo>
                  <a:lnTo>
                    <a:pt x="4275358" y="507644"/>
                  </a:lnTo>
                  <a:lnTo>
                    <a:pt x="4275451" y="507644"/>
                  </a:lnTo>
                  <a:lnTo>
                    <a:pt x="4275544" y="507644"/>
                  </a:lnTo>
                  <a:lnTo>
                    <a:pt x="4275638" y="507644"/>
                  </a:lnTo>
                  <a:lnTo>
                    <a:pt x="4275731" y="507644"/>
                  </a:lnTo>
                  <a:lnTo>
                    <a:pt x="4275824" y="507644"/>
                  </a:lnTo>
                  <a:lnTo>
                    <a:pt x="4275917" y="507644"/>
                  </a:lnTo>
                  <a:lnTo>
                    <a:pt x="4276011" y="507644"/>
                  </a:lnTo>
                  <a:lnTo>
                    <a:pt x="4276104" y="507644"/>
                  </a:lnTo>
                  <a:lnTo>
                    <a:pt x="4276197" y="507644"/>
                  </a:lnTo>
                  <a:lnTo>
                    <a:pt x="4276290" y="507644"/>
                  </a:lnTo>
                  <a:lnTo>
                    <a:pt x="4276384" y="507644"/>
                  </a:lnTo>
                  <a:lnTo>
                    <a:pt x="4276477" y="507644"/>
                  </a:lnTo>
                  <a:lnTo>
                    <a:pt x="4276570" y="507644"/>
                  </a:lnTo>
                  <a:lnTo>
                    <a:pt x="4276663" y="507644"/>
                  </a:lnTo>
                  <a:lnTo>
                    <a:pt x="4276757" y="507644"/>
                  </a:lnTo>
                  <a:lnTo>
                    <a:pt x="4276850" y="507644"/>
                  </a:lnTo>
                  <a:lnTo>
                    <a:pt x="4276943" y="507644"/>
                  </a:lnTo>
                  <a:lnTo>
                    <a:pt x="4277036" y="507644"/>
                  </a:lnTo>
                  <a:lnTo>
                    <a:pt x="4277130" y="507644"/>
                  </a:lnTo>
                  <a:lnTo>
                    <a:pt x="4277223" y="507644"/>
                  </a:lnTo>
                  <a:lnTo>
                    <a:pt x="4277316" y="507644"/>
                  </a:lnTo>
                  <a:lnTo>
                    <a:pt x="4277409" y="507644"/>
                  </a:lnTo>
                  <a:lnTo>
                    <a:pt x="4277503" y="507644"/>
                  </a:lnTo>
                  <a:lnTo>
                    <a:pt x="4277596" y="507644"/>
                  </a:lnTo>
                  <a:lnTo>
                    <a:pt x="4277689" y="507644"/>
                  </a:lnTo>
                  <a:lnTo>
                    <a:pt x="4277782" y="507644"/>
                  </a:lnTo>
                  <a:lnTo>
                    <a:pt x="4277876" y="507644"/>
                  </a:lnTo>
                  <a:lnTo>
                    <a:pt x="4277969" y="507644"/>
                  </a:lnTo>
                  <a:lnTo>
                    <a:pt x="4278062" y="507644"/>
                  </a:lnTo>
                  <a:lnTo>
                    <a:pt x="4278155" y="507644"/>
                  </a:lnTo>
                  <a:lnTo>
                    <a:pt x="4278249" y="507644"/>
                  </a:lnTo>
                  <a:lnTo>
                    <a:pt x="4278342" y="507644"/>
                  </a:lnTo>
                  <a:lnTo>
                    <a:pt x="4278435" y="507644"/>
                  </a:lnTo>
                  <a:lnTo>
                    <a:pt x="4278528" y="507644"/>
                  </a:lnTo>
                  <a:lnTo>
                    <a:pt x="4278622" y="507644"/>
                  </a:lnTo>
                  <a:lnTo>
                    <a:pt x="4278715" y="507644"/>
                  </a:lnTo>
                  <a:lnTo>
                    <a:pt x="4278808" y="507644"/>
                  </a:lnTo>
                  <a:lnTo>
                    <a:pt x="4278901" y="507644"/>
                  </a:lnTo>
                  <a:lnTo>
                    <a:pt x="4278995" y="507644"/>
                  </a:lnTo>
                  <a:lnTo>
                    <a:pt x="4279088" y="507644"/>
                  </a:lnTo>
                  <a:lnTo>
                    <a:pt x="4279181" y="507644"/>
                  </a:lnTo>
                  <a:lnTo>
                    <a:pt x="4279274" y="507644"/>
                  </a:lnTo>
                  <a:lnTo>
                    <a:pt x="4279368" y="507644"/>
                  </a:lnTo>
                  <a:lnTo>
                    <a:pt x="4279461" y="507644"/>
                  </a:lnTo>
                  <a:lnTo>
                    <a:pt x="4279554" y="507644"/>
                  </a:lnTo>
                  <a:lnTo>
                    <a:pt x="4279647" y="507644"/>
                  </a:lnTo>
                  <a:lnTo>
                    <a:pt x="4279741" y="507644"/>
                  </a:lnTo>
                  <a:lnTo>
                    <a:pt x="4279834" y="507644"/>
                  </a:lnTo>
                  <a:lnTo>
                    <a:pt x="4279927" y="507644"/>
                  </a:lnTo>
                  <a:lnTo>
                    <a:pt x="4280020" y="507644"/>
                  </a:lnTo>
                  <a:lnTo>
                    <a:pt x="4280114" y="507644"/>
                  </a:lnTo>
                  <a:lnTo>
                    <a:pt x="4280207" y="507644"/>
                  </a:lnTo>
                  <a:lnTo>
                    <a:pt x="4280300" y="507644"/>
                  </a:lnTo>
                  <a:lnTo>
                    <a:pt x="4280393" y="507644"/>
                  </a:lnTo>
                  <a:lnTo>
                    <a:pt x="4280487" y="507644"/>
                  </a:lnTo>
                  <a:lnTo>
                    <a:pt x="4280580" y="507644"/>
                  </a:lnTo>
                  <a:lnTo>
                    <a:pt x="4280673" y="507644"/>
                  </a:lnTo>
                  <a:lnTo>
                    <a:pt x="4280766" y="507644"/>
                  </a:lnTo>
                  <a:lnTo>
                    <a:pt x="4280859" y="507644"/>
                  </a:lnTo>
                  <a:lnTo>
                    <a:pt x="4280953" y="507644"/>
                  </a:lnTo>
                  <a:lnTo>
                    <a:pt x="4281046" y="507644"/>
                  </a:lnTo>
                  <a:lnTo>
                    <a:pt x="4281139" y="507644"/>
                  </a:lnTo>
                  <a:lnTo>
                    <a:pt x="4281232" y="507644"/>
                  </a:lnTo>
                  <a:lnTo>
                    <a:pt x="4281326" y="507644"/>
                  </a:lnTo>
                  <a:lnTo>
                    <a:pt x="4281419" y="507644"/>
                  </a:lnTo>
                  <a:lnTo>
                    <a:pt x="4281512" y="507644"/>
                  </a:lnTo>
                  <a:lnTo>
                    <a:pt x="4281605" y="507644"/>
                  </a:lnTo>
                  <a:lnTo>
                    <a:pt x="4281699" y="507644"/>
                  </a:lnTo>
                  <a:lnTo>
                    <a:pt x="4281792" y="507644"/>
                  </a:lnTo>
                  <a:lnTo>
                    <a:pt x="4281885" y="507644"/>
                  </a:lnTo>
                  <a:lnTo>
                    <a:pt x="4281978" y="507644"/>
                  </a:lnTo>
                  <a:lnTo>
                    <a:pt x="4282072" y="507644"/>
                  </a:lnTo>
                  <a:lnTo>
                    <a:pt x="4282165" y="507644"/>
                  </a:lnTo>
                  <a:lnTo>
                    <a:pt x="4282258" y="507644"/>
                  </a:lnTo>
                  <a:lnTo>
                    <a:pt x="4282351" y="507644"/>
                  </a:lnTo>
                  <a:lnTo>
                    <a:pt x="4282445" y="507644"/>
                  </a:lnTo>
                  <a:lnTo>
                    <a:pt x="4282538" y="507644"/>
                  </a:lnTo>
                  <a:lnTo>
                    <a:pt x="4282631" y="507644"/>
                  </a:lnTo>
                  <a:lnTo>
                    <a:pt x="4282724" y="507644"/>
                  </a:lnTo>
                  <a:lnTo>
                    <a:pt x="4282818" y="507644"/>
                  </a:lnTo>
                  <a:lnTo>
                    <a:pt x="4282911" y="507644"/>
                  </a:lnTo>
                  <a:lnTo>
                    <a:pt x="4283004" y="507644"/>
                  </a:lnTo>
                  <a:lnTo>
                    <a:pt x="4283097" y="507644"/>
                  </a:lnTo>
                  <a:lnTo>
                    <a:pt x="4283191" y="507644"/>
                  </a:lnTo>
                  <a:lnTo>
                    <a:pt x="4283284" y="507644"/>
                  </a:lnTo>
                  <a:lnTo>
                    <a:pt x="4283377" y="507644"/>
                  </a:lnTo>
                  <a:lnTo>
                    <a:pt x="4283470" y="507644"/>
                  </a:lnTo>
                  <a:lnTo>
                    <a:pt x="4283564" y="507644"/>
                  </a:lnTo>
                  <a:lnTo>
                    <a:pt x="4283657" y="507644"/>
                  </a:lnTo>
                  <a:lnTo>
                    <a:pt x="4283750" y="507644"/>
                  </a:lnTo>
                  <a:lnTo>
                    <a:pt x="4283843" y="507644"/>
                  </a:lnTo>
                  <a:lnTo>
                    <a:pt x="4283937" y="507644"/>
                  </a:lnTo>
                  <a:lnTo>
                    <a:pt x="4284030" y="507644"/>
                  </a:lnTo>
                  <a:lnTo>
                    <a:pt x="4284123" y="507644"/>
                  </a:lnTo>
                  <a:lnTo>
                    <a:pt x="4284216" y="507644"/>
                  </a:lnTo>
                  <a:lnTo>
                    <a:pt x="4284310" y="507644"/>
                  </a:lnTo>
                  <a:lnTo>
                    <a:pt x="4284403" y="507644"/>
                  </a:lnTo>
                  <a:lnTo>
                    <a:pt x="4284496" y="507644"/>
                  </a:lnTo>
                  <a:lnTo>
                    <a:pt x="4284589" y="507644"/>
                  </a:lnTo>
                  <a:lnTo>
                    <a:pt x="4284683" y="507644"/>
                  </a:lnTo>
                  <a:lnTo>
                    <a:pt x="4284776" y="507644"/>
                  </a:lnTo>
                  <a:lnTo>
                    <a:pt x="4284869" y="507644"/>
                  </a:lnTo>
                  <a:lnTo>
                    <a:pt x="4284962" y="507644"/>
                  </a:lnTo>
                  <a:lnTo>
                    <a:pt x="4285056" y="507644"/>
                  </a:lnTo>
                  <a:lnTo>
                    <a:pt x="4285149" y="507644"/>
                  </a:lnTo>
                  <a:lnTo>
                    <a:pt x="4285242" y="507644"/>
                  </a:lnTo>
                  <a:lnTo>
                    <a:pt x="4285335" y="507644"/>
                  </a:lnTo>
                  <a:lnTo>
                    <a:pt x="4285429" y="507644"/>
                  </a:lnTo>
                  <a:lnTo>
                    <a:pt x="4285522" y="507644"/>
                  </a:lnTo>
                  <a:lnTo>
                    <a:pt x="4285615" y="507644"/>
                  </a:lnTo>
                  <a:lnTo>
                    <a:pt x="4285708" y="507644"/>
                  </a:lnTo>
                  <a:lnTo>
                    <a:pt x="4285802" y="507644"/>
                  </a:lnTo>
                  <a:lnTo>
                    <a:pt x="4285895" y="507644"/>
                  </a:lnTo>
                  <a:lnTo>
                    <a:pt x="4285988" y="507644"/>
                  </a:lnTo>
                  <a:lnTo>
                    <a:pt x="4286081" y="507644"/>
                  </a:lnTo>
                  <a:lnTo>
                    <a:pt x="4286175" y="507644"/>
                  </a:lnTo>
                  <a:lnTo>
                    <a:pt x="4286268" y="507644"/>
                  </a:lnTo>
                  <a:lnTo>
                    <a:pt x="4286361" y="507644"/>
                  </a:lnTo>
                  <a:lnTo>
                    <a:pt x="4286454" y="507644"/>
                  </a:lnTo>
                  <a:lnTo>
                    <a:pt x="4286548" y="507644"/>
                  </a:lnTo>
                  <a:lnTo>
                    <a:pt x="4286641" y="507644"/>
                  </a:lnTo>
                  <a:lnTo>
                    <a:pt x="4286734" y="507644"/>
                  </a:lnTo>
                  <a:lnTo>
                    <a:pt x="4286827" y="507644"/>
                  </a:lnTo>
                  <a:lnTo>
                    <a:pt x="4286921" y="507644"/>
                  </a:lnTo>
                  <a:lnTo>
                    <a:pt x="4287014" y="507644"/>
                  </a:lnTo>
                  <a:lnTo>
                    <a:pt x="4287107" y="507644"/>
                  </a:lnTo>
                  <a:lnTo>
                    <a:pt x="4287200" y="507644"/>
                  </a:lnTo>
                  <a:lnTo>
                    <a:pt x="4287294" y="507644"/>
                  </a:lnTo>
                  <a:lnTo>
                    <a:pt x="4287387" y="507644"/>
                  </a:lnTo>
                  <a:lnTo>
                    <a:pt x="4287480" y="507644"/>
                  </a:lnTo>
                  <a:lnTo>
                    <a:pt x="4287573" y="507644"/>
                  </a:lnTo>
                  <a:lnTo>
                    <a:pt x="4287666" y="507644"/>
                  </a:lnTo>
                  <a:lnTo>
                    <a:pt x="4287760" y="507644"/>
                  </a:lnTo>
                  <a:lnTo>
                    <a:pt x="4287853" y="507644"/>
                  </a:lnTo>
                  <a:lnTo>
                    <a:pt x="4287946" y="507644"/>
                  </a:lnTo>
                  <a:lnTo>
                    <a:pt x="4288039" y="507644"/>
                  </a:lnTo>
                  <a:lnTo>
                    <a:pt x="4288133" y="507644"/>
                  </a:lnTo>
                  <a:lnTo>
                    <a:pt x="4288226" y="507644"/>
                  </a:lnTo>
                  <a:lnTo>
                    <a:pt x="4288319" y="507644"/>
                  </a:lnTo>
                  <a:lnTo>
                    <a:pt x="4288412" y="507644"/>
                  </a:lnTo>
                  <a:lnTo>
                    <a:pt x="4288506" y="507644"/>
                  </a:lnTo>
                  <a:lnTo>
                    <a:pt x="4288599" y="507644"/>
                  </a:lnTo>
                  <a:lnTo>
                    <a:pt x="4288692" y="507644"/>
                  </a:lnTo>
                  <a:lnTo>
                    <a:pt x="4288785" y="507644"/>
                  </a:lnTo>
                  <a:lnTo>
                    <a:pt x="4288879" y="507644"/>
                  </a:lnTo>
                  <a:lnTo>
                    <a:pt x="4288972" y="507644"/>
                  </a:lnTo>
                  <a:lnTo>
                    <a:pt x="4289065" y="507644"/>
                  </a:lnTo>
                  <a:lnTo>
                    <a:pt x="4289158" y="507644"/>
                  </a:lnTo>
                  <a:lnTo>
                    <a:pt x="4289252" y="507644"/>
                  </a:lnTo>
                  <a:lnTo>
                    <a:pt x="4289345" y="507644"/>
                  </a:lnTo>
                  <a:lnTo>
                    <a:pt x="4289438" y="507644"/>
                  </a:lnTo>
                  <a:lnTo>
                    <a:pt x="4289531" y="507644"/>
                  </a:lnTo>
                  <a:lnTo>
                    <a:pt x="4289625" y="507644"/>
                  </a:lnTo>
                  <a:lnTo>
                    <a:pt x="4289718" y="507644"/>
                  </a:lnTo>
                  <a:lnTo>
                    <a:pt x="4289811" y="507644"/>
                  </a:lnTo>
                  <a:lnTo>
                    <a:pt x="4289904" y="507644"/>
                  </a:lnTo>
                  <a:lnTo>
                    <a:pt x="4289998" y="507644"/>
                  </a:lnTo>
                  <a:lnTo>
                    <a:pt x="4290091" y="507644"/>
                  </a:lnTo>
                  <a:lnTo>
                    <a:pt x="4290184" y="507644"/>
                  </a:lnTo>
                  <a:lnTo>
                    <a:pt x="4290277" y="507644"/>
                  </a:lnTo>
                  <a:lnTo>
                    <a:pt x="4290371" y="507644"/>
                  </a:lnTo>
                  <a:lnTo>
                    <a:pt x="4290464" y="507644"/>
                  </a:lnTo>
                  <a:lnTo>
                    <a:pt x="4290557" y="507644"/>
                  </a:lnTo>
                  <a:lnTo>
                    <a:pt x="4290650" y="507644"/>
                  </a:lnTo>
                  <a:lnTo>
                    <a:pt x="4290744" y="507644"/>
                  </a:lnTo>
                  <a:lnTo>
                    <a:pt x="4290837" y="507644"/>
                  </a:lnTo>
                  <a:lnTo>
                    <a:pt x="4290930" y="507644"/>
                  </a:lnTo>
                  <a:lnTo>
                    <a:pt x="4291023" y="507644"/>
                  </a:lnTo>
                  <a:lnTo>
                    <a:pt x="4291117" y="507644"/>
                  </a:lnTo>
                  <a:lnTo>
                    <a:pt x="4291210" y="507644"/>
                  </a:lnTo>
                  <a:lnTo>
                    <a:pt x="4291303" y="507644"/>
                  </a:lnTo>
                  <a:lnTo>
                    <a:pt x="4291396" y="507644"/>
                  </a:lnTo>
                  <a:lnTo>
                    <a:pt x="4291490" y="507644"/>
                  </a:lnTo>
                  <a:lnTo>
                    <a:pt x="4291583" y="507644"/>
                  </a:lnTo>
                  <a:lnTo>
                    <a:pt x="4291676" y="507644"/>
                  </a:lnTo>
                  <a:lnTo>
                    <a:pt x="4291769" y="507644"/>
                  </a:lnTo>
                  <a:lnTo>
                    <a:pt x="4291863" y="507644"/>
                  </a:lnTo>
                  <a:lnTo>
                    <a:pt x="4291956" y="507644"/>
                  </a:lnTo>
                  <a:lnTo>
                    <a:pt x="4292049" y="507644"/>
                  </a:lnTo>
                  <a:lnTo>
                    <a:pt x="4292142" y="507644"/>
                  </a:lnTo>
                  <a:lnTo>
                    <a:pt x="4292236" y="507644"/>
                  </a:lnTo>
                  <a:lnTo>
                    <a:pt x="4292329" y="507644"/>
                  </a:lnTo>
                  <a:lnTo>
                    <a:pt x="4292422" y="507644"/>
                  </a:lnTo>
                  <a:lnTo>
                    <a:pt x="4292515" y="507644"/>
                  </a:lnTo>
                  <a:lnTo>
                    <a:pt x="4292609" y="507644"/>
                  </a:lnTo>
                  <a:lnTo>
                    <a:pt x="4292702" y="507644"/>
                  </a:lnTo>
                  <a:lnTo>
                    <a:pt x="4292795" y="507644"/>
                  </a:lnTo>
                  <a:lnTo>
                    <a:pt x="4292888" y="507644"/>
                  </a:lnTo>
                  <a:lnTo>
                    <a:pt x="4292982" y="507644"/>
                  </a:lnTo>
                  <a:lnTo>
                    <a:pt x="4293075" y="507644"/>
                  </a:lnTo>
                  <a:lnTo>
                    <a:pt x="4293168" y="507644"/>
                  </a:lnTo>
                  <a:lnTo>
                    <a:pt x="4293261" y="507644"/>
                  </a:lnTo>
                  <a:lnTo>
                    <a:pt x="4293355" y="507644"/>
                  </a:lnTo>
                  <a:lnTo>
                    <a:pt x="4293448" y="507644"/>
                  </a:lnTo>
                  <a:lnTo>
                    <a:pt x="4293541" y="507644"/>
                  </a:lnTo>
                  <a:lnTo>
                    <a:pt x="4293634" y="507644"/>
                  </a:lnTo>
                  <a:lnTo>
                    <a:pt x="4293728" y="507644"/>
                  </a:lnTo>
                  <a:lnTo>
                    <a:pt x="4293821" y="507644"/>
                  </a:lnTo>
                  <a:lnTo>
                    <a:pt x="4293914" y="507644"/>
                  </a:lnTo>
                  <a:lnTo>
                    <a:pt x="4294007" y="507644"/>
                  </a:lnTo>
                  <a:lnTo>
                    <a:pt x="4294101" y="507644"/>
                  </a:lnTo>
                  <a:lnTo>
                    <a:pt x="4294194" y="507644"/>
                  </a:lnTo>
                  <a:lnTo>
                    <a:pt x="4294287" y="507644"/>
                  </a:lnTo>
                  <a:lnTo>
                    <a:pt x="4294380" y="507644"/>
                  </a:lnTo>
                  <a:lnTo>
                    <a:pt x="4294474" y="507644"/>
                  </a:lnTo>
                  <a:lnTo>
                    <a:pt x="4294567" y="507644"/>
                  </a:lnTo>
                  <a:lnTo>
                    <a:pt x="4294660" y="507644"/>
                  </a:lnTo>
                  <a:lnTo>
                    <a:pt x="4294753" y="507644"/>
                  </a:lnTo>
                  <a:lnTo>
                    <a:pt x="4294846" y="507644"/>
                  </a:lnTo>
                  <a:lnTo>
                    <a:pt x="4294940" y="507644"/>
                  </a:lnTo>
                  <a:lnTo>
                    <a:pt x="4295033" y="507644"/>
                  </a:lnTo>
                  <a:lnTo>
                    <a:pt x="4295126" y="507644"/>
                  </a:lnTo>
                  <a:lnTo>
                    <a:pt x="4295219" y="507644"/>
                  </a:lnTo>
                  <a:lnTo>
                    <a:pt x="4295313" y="507644"/>
                  </a:lnTo>
                  <a:lnTo>
                    <a:pt x="4295406" y="507644"/>
                  </a:lnTo>
                  <a:lnTo>
                    <a:pt x="4295499" y="507644"/>
                  </a:lnTo>
                  <a:lnTo>
                    <a:pt x="4295592" y="507644"/>
                  </a:lnTo>
                  <a:lnTo>
                    <a:pt x="4295686" y="507644"/>
                  </a:lnTo>
                  <a:lnTo>
                    <a:pt x="4295779" y="507644"/>
                  </a:lnTo>
                  <a:lnTo>
                    <a:pt x="4295872" y="507644"/>
                  </a:lnTo>
                  <a:lnTo>
                    <a:pt x="4295965" y="507644"/>
                  </a:lnTo>
                  <a:lnTo>
                    <a:pt x="4296059" y="507644"/>
                  </a:lnTo>
                  <a:lnTo>
                    <a:pt x="4296152" y="507644"/>
                  </a:lnTo>
                  <a:lnTo>
                    <a:pt x="4296245" y="507644"/>
                  </a:lnTo>
                  <a:lnTo>
                    <a:pt x="4296338" y="507644"/>
                  </a:lnTo>
                  <a:lnTo>
                    <a:pt x="4296432" y="507644"/>
                  </a:lnTo>
                  <a:lnTo>
                    <a:pt x="4296525" y="507644"/>
                  </a:lnTo>
                  <a:lnTo>
                    <a:pt x="4296618" y="507644"/>
                  </a:lnTo>
                  <a:lnTo>
                    <a:pt x="4296711" y="507644"/>
                  </a:lnTo>
                  <a:lnTo>
                    <a:pt x="4296805" y="507644"/>
                  </a:lnTo>
                  <a:lnTo>
                    <a:pt x="4296898" y="507644"/>
                  </a:lnTo>
                  <a:lnTo>
                    <a:pt x="4296991" y="507644"/>
                  </a:lnTo>
                  <a:lnTo>
                    <a:pt x="4297084" y="507644"/>
                  </a:lnTo>
                  <a:lnTo>
                    <a:pt x="4297178" y="507644"/>
                  </a:lnTo>
                  <a:lnTo>
                    <a:pt x="4297271" y="507644"/>
                  </a:lnTo>
                  <a:lnTo>
                    <a:pt x="4297364" y="507644"/>
                  </a:lnTo>
                  <a:lnTo>
                    <a:pt x="4297457" y="507644"/>
                  </a:lnTo>
                  <a:lnTo>
                    <a:pt x="4297551" y="507644"/>
                  </a:lnTo>
                  <a:lnTo>
                    <a:pt x="4297551" y="497691"/>
                  </a:lnTo>
                  <a:lnTo>
                    <a:pt x="4297644" y="497691"/>
                  </a:lnTo>
                  <a:lnTo>
                    <a:pt x="4297737" y="497691"/>
                  </a:lnTo>
                  <a:lnTo>
                    <a:pt x="4297830" y="497691"/>
                  </a:lnTo>
                  <a:lnTo>
                    <a:pt x="4297924" y="497691"/>
                  </a:lnTo>
                  <a:lnTo>
                    <a:pt x="4298017" y="497691"/>
                  </a:lnTo>
                  <a:lnTo>
                    <a:pt x="4298110" y="497691"/>
                  </a:lnTo>
                  <a:lnTo>
                    <a:pt x="4298203" y="497691"/>
                  </a:lnTo>
                  <a:lnTo>
                    <a:pt x="4298297" y="497691"/>
                  </a:lnTo>
                  <a:lnTo>
                    <a:pt x="4298390" y="497691"/>
                  </a:lnTo>
                  <a:lnTo>
                    <a:pt x="4298483" y="497691"/>
                  </a:lnTo>
                  <a:lnTo>
                    <a:pt x="4298576" y="497691"/>
                  </a:lnTo>
                  <a:lnTo>
                    <a:pt x="4298670" y="497691"/>
                  </a:lnTo>
                  <a:lnTo>
                    <a:pt x="4298763" y="497691"/>
                  </a:lnTo>
                  <a:lnTo>
                    <a:pt x="4298856" y="497691"/>
                  </a:lnTo>
                  <a:lnTo>
                    <a:pt x="4298949" y="497691"/>
                  </a:lnTo>
                  <a:lnTo>
                    <a:pt x="4299043" y="497691"/>
                  </a:lnTo>
                  <a:lnTo>
                    <a:pt x="4299136" y="497691"/>
                  </a:lnTo>
                  <a:lnTo>
                    <a:pt x="4299229" y="497691"/>
                  </a:lnTo>
                  <a:lnTo>
                    <a:pt x="4299322" y="497691"/>
                  </a:lnTo>
                  <a:lnTo>
                    <a:pt x="4299416" y="497691"/>
                  </a:lnTo>
                  <a:lnTo>
                    <a:pt x="4299509" y="497691"/>
                  </a:lnTo>
                  <a:lnTo>
                    <a:pt x="4299602" y="497691"/>
                  </a:lnTo>
                  <a:lnTo>
                    <a:pt x="4299695" y="497691"/>
                  </a:lnTo>
                  <a:lnTo>
                    <a:pt x="4299789" y="497691"/>
                  </a:lnTo>
                  <a:lnTo>
                    <a:pt x="4299882" y="497691"/>
                  </a:lnTo>
                  <a:lnTo>
                    <a:pt x="4299975" y="497691"/>
                  </a:lnTo>
                  <a:lnTo>
                    <a:pt x="4300068" y="497691"/>
                  </a:lnTo>
                  <a:lnTo>
                    <a:pt x="4300162" y="497691"/>
                  </a:lnTo>
                  <a:lnTo>
                    <a:pt x="4300255" y="497691"/>
                  </a:lnTo>
                  <a:lnTo>
                    <a:pt x="4300348" y="497691"/>
                  </a:lnTo>
                  <a:lnTo>
                    <a:pt x="4300441" y="497691"/>
                  </a:lnTo>
                  <a:lnTo>
                    <a:pt x="4300535" y="497691"/>
                  </a:lnTo>
                  <a:lnTo>
                    <a:pt x="4300628" y="497691"/>
                  </a:lnTo>
                  <a:lnTo>
                    <a:pt x="4300721" y="497691"/>
                  </a:lnTo>
                  <a:lnTo>
                    <a:pt x="4300814" y="497691"/>
                  </a:lnTo>
                  <a:lnTo>
                    <a:pt x="4300908" y="497691"/>
                  </a:lnTo>
                  <a:lnTo>
                    <a:pt x="4301001" y="497691"/>
                  </a:lnTo>
                  <a:lnTo>
                    <a:pt x="4301094" y="497691"/>
                  </a:lnTo>
                  <a:lnTo>
                    <a:pt x="4301187" y="497691"/>
                  </a:lnTo>
                  <a:lnTo>
                    <a:pt x="4301281" y="497691"/>
                  </a:lnTo>
                  <a:lnTo>
                    <a:pt x="4301374" y="497691"/>
                  </a:lnTo>
                  <a:lnTo>
                    <a:pt x="4301467" y="497691"/>
                  </a:lnTo>
                  <a:lnTo>
                    <a:pt x="4301560" y="497691"/>
                  </a:lnTo>
                  <a:lnTo>
                    <a:pt x="4301653" y="497691"/>
                  </a:lnTo>
                  <a:lnTo>
                    <a:pt x="4301747" y="497691"/>
                  </a:lnTo>
                  <a:lnTo>
                    <a:pt x="4301840" y="497691"/>
                  </a:lnTo>
                  <a:lnTo>
                    <a:pt x="4301933" y="497691"/>
                  </a:lnTo>
                  <a:lnTo>
                    <a:pt x="4302026" y="497691"/>
                  </a:lnTo>
                  <a:lnTo>
                    <a:pt x="4302120" y="497691"/>
                  </a:lnTo>
                  <a:lnTo>
                    <a:pt x="4302213" y="497691"/>
                  </a:lnTo>
                  <a:lnTo>
                    <a:pt x="4302306" y="497691"/>
                  </a:lnTo>
                  <a:lnTo>
                    <a:pt x="4302399" y="497691"/>
                  </a:lnTo>
                  <a:lnTo>
                    <a:pt x="4302493" y="497691"/>
                  </a:lnTo>
                  <a:lnTo>
                    <a:pt x="4302586" y="497691"/>
                  </a:lnTo>
                  <a:lnTo>
                    <a:pt x="4302679" y="497691"/>
                  </a:lnTo>
                  <a:lnTo>
                    <a:pt x="4302772" y="497691"/>
                  </a:lnTo>
                  <a:lnTo>
                    <a:pt x="4302866" y="497691"/>
                  </a:lnTo>
                  <a:lnTo>
                    <a:pt x="4302959" y="497691"/>
                  </a:lnTo>
                  <a:lnTo>
                    <a:pt x="4303052" y="497691"/>
                  </a:lnTo>
                  <a:lnTo>
                    <a:pt x="4303145" y="497691"/>
                  </a:lnTo>
                  <a:lnTo>
                    <a:pt x="4303239" y="497691"/>
                  </a:lnTo>
                  <a:lnTo>
                    <a:pt x="4303332" y="497691"/>
                  </a:lnTo>
                  <a:lnTo>
                    <a:pt x="4303425" y="497691"/>
                  </a:lnTo>
                  <a:lnTo>
                    <a:pt x="4303518" y="497691"/>
                  </a:lnTo>
                  <a:lnTo>
                    <a:pt x="4303612" y="497691"/>
                  </a:lnTo>
                  <a:lnTo>
                    <a:pt x="4303705" y="497691"/>
                  </a:lnTo>
                  <a:lnTo>
                    <a:pt x="4303798" y="497691"/>
                  </a:lnTo>
                  <a:lnTo>
                    <a:pt x="4303891" y="497691"/>
                  </a:lnTo>
                  <a:lnTo>
                    <a:pt x="4303985" y="497691"/>
                  </a:lnTo>
                  <a:lnTo>
                    <a:pt x="4304078" y="497691"/>
                  </a:lnTo>
                  <a:lnTo>
                    <a:pt x="4304171" y="497691"/>
                  </a:lnTo>
                  <a:lnTo>
                    <a:pt x="4304264" y="497691"/>
                  </a:lnTo>
                  <a:lnTo>
                    <a:pt x="4304358" y="497691"/>
                  </a:lnTo>
                  <a:lnTo>
                    <a:pt x="4304451" y="497691"/>
                  </a:lnTo>
                  <a:lnTo>
                    <a:pt x="4304544" y="497691"/>
                  </a:lnTo>
                  <a:lnTo>
                    <a:pt x="4304637" y="497691"/>
                  </a:lnTo>
                  <a:lnTo>
                    <a:pt x="4304731" y="497691"/>
                  </a:lnTo>
                  <a:lnTo>
                    <a:pt x="4304824" y="497691"/>
                  </a:lnTo>
                  <a:lnTo>
                    <a:pt x="4304917" y="497691"/>
                  </a:lnTo>
                  <a:lnTo>
                    <a:pt x="4305010" y="497691"/>
                  </a:lnTo>
                  <a:lnTo>
                    <a:pt x="4305104" y="497691"/>
                  </a:lnTo>
                  <a:lnTo>
                    <a:pt x="4305197" y="497691"/>
                  </a:lnTo>
                  <a:lnTo>
                    <a:pt x="4305290" y="497691"/>
                  </a:lnTo>
                  <a:lnTo>
                    <a:pt x="4305383" y="497691"/>
                  </a:lnTo>
                  <a:lnTo>
                    <a:pt x="4305477" y="497691"/>
                  </a:lnTo>
                  <a:lnTo>
                    <a:pt x="4305570" y="497691"/>
                  </a:lnTo>
                  <a:lnTo>
                    <a:pt x="4305663" y="497691"/>
                  </a:lnTo>
                  <a:lnTo>
                    <a:pt x="4305756" y="497691"/>
                  </a:lnTo>
                  <a:lnTo>
                    <a:pt x="4305850" y="497691"/>
                  </a:lnTo>
                  <a:lnTo>
                    <a:pt x="4305943" y="497691"/>
                  </a:lnTo>
                  <a:lnTo>
                    <a:pt x="4306036" y="497691"/>
                  </a:lnTo>
                  <a:lnTo>
                    <a:pt x="4306129" y="497691"/>
                  </a:lnTo>
                  <a:lnTo>
                    <a:pt x="4306223" y="497691"/>
                  </a:lnTo>
                  <a:lnTo>
                    <a:pt x="4306316" y="497691"/>
                  </a:lnTo>
                  <a:lnTo>
                    <a:pt x="4306409" y="497691"/>
                  </a:lnTo>
                  <a:lnTo>
                    <a:pt x="4306502" y="497691"/>
                  </a:lnTo>
                  <a:lnTo>
                    <a:pt x="4306596" y="497691"/>
                  </a:lnTo>
                  <a:lnTo>
                    <a:pt x="4306689" y="497691"/>
                  </a:lnTo>
                  <a:lnTo>
                    <a:pt x="4306782" y="497691"/>
                  </a:lnTo>
                  <a:lnTo>
                    <a:pt x="4306875" y="497691"/>
                  </a:lnTo>
                  <a:lnTo>
                    <a:pt x="4306969" y="497691"/>
                  </a:lnTo>
                  <a:lnTo>
                    <a:pt x="4307062" y="497691"/>
                  </a:lnTo>
                  <a:lnTo>
                    <a:pt x="4307155" y="497691"/>
                  </a:lnTo>
                  <a:lnTo>
                    <a:pt x="4307248" y="497691"/>
                  </a:lnTo>
                  <a:lnTo>
                    <a:pt x="4307342" y="497691"/>
                  </a:lnTo>
                  <a:lnTo>
                    <a:pt x="4307435" y="497691"/>
                  </a:lnTo>
                  <a:lnTo>
                    <a:pt x="4307528" y="497691"/>
                  </a:lnTo>
                  <a:lnTo>
                    <a:pt x="4307621" y="497691"/>
                  </a:lnTo>
                  <a:lnTo>
                    <a:pt x="4307715" y="497691"/>
                  </a:lnTo>
                  <a:lnTo>
                    <a:pt x="4307808" y="497691"/>
                  </a:lnTo>
                  <a:lnTo>
                    <a:pt x="4307901" y="497691"/>
                  </a:lnTo>
                  <a:lnTo>
                    <a:pt x="4307994" y="497691"/>
                  </a:lnTo>
                  <a:lnTo>
                    <a:pt x="4308088" y="497691"/>
                  </a:lnTo>
                  <a:lnTo>
                    <a:pt x="4308181" y="497691"/>
                  </a:lnTo>
                  <a:lnTo>
                    <a:pt x="4308274" y="497691"/>
                  </a:lnTo>
                  <a:lnTo>
                    <a:pt x="4308367" y="497691"/>
                  </a:lnTo>
                  <a:lnTo>
                    <a:pt x="4308460" y="497691"/>
                  </a:lnTo>
                  <a:lnTo>
                    <a:pt x="4308554" y="497691"/>
                  </a:lnTo>
                  <a:lnTo>
                    <a:pt x="4308647" y="497691"/>
                  </a:lnTo>
                  <a:lnTo>
                    <a:pt x="4308740" y="497691"/>
                  </a:lnTo>
                  <a:lnTo>
                    <a:pt x="4308833" y="497691"/>
                  </a:lnTo>
                  <a:lnTo>
                    <a:pt x="4308927" y="497691"/>
                  </a:lnTo>
                  <a:lnTo>
                    <a:pt x="4309020" y="497691"/>
                  </a:lnTo>
                  <a:lnTo>
                    <a:pt x="4309113" y="497691"/>
                  </a:lnTo>
                  <a:lnTo>
                    <a:pt x="4309206" y="497691"/>
                  </a:lnTo>
                  <a:lnTo>
                    <a:pt x="4309300" y="497691"/>
                  </a:lnTo>
                  <a:lnTo>
                    <a:pt x="4309393" y="497691"/>
                  </a:lnTo>
                  <a:lnTo>
                    <a:pt x="4309486" y="497691"/>
                  </a:lnTo>
                  <a:lnTo>
                    <a:pt x="4309579" y="497691"/>
                  </a:lnTo>
                  <a:lnTo>
                    <a:pt x="4309673" y="497691"/>
                  </a:lnTo>
                  <a:lnTo>
                    <a:pt x="4309766" y="497691"/>
                  </a:lnTo>
                  <a:lnTo>
                    <a:pt x="4309859" y="497691"/>
                  </a:lnTo>
                  <a:lnTo>
                    <a:pt x="4309952" y="497691"/>
                  </a:lnTo>
                  <a:lnTo>
                    <a:pt x="4310046" y="497691"/>
                  </a:lnTo>
                  <a:lnTo>
                    <a:pt x="4310139" y="497691"/>
                  </a:lnTo>
                  <a:lnTo>
                    <a:pt x="4310232" y="497691"/>
                  </a:lnTo>
                  <a:lnTo>
                    <a:pt x="4310325" y="497691"/>
                  </a:lnTo>
                  <a:lnTo>
                    <a:pt x="4310419" y="497691"/>
                  </a:lnTo>
                  <a:lnTo>
                    <a:pt x="4310512" y="497691"/>
                  </a:lnTo>
                  <a:lnTo>
                    <a:pt x="4310605" y="497691"/>
                  </a:lnTo>
                  <a:lnTo>
                    <a:pt x="4310698" y="497691"/>
                  </a:lnTo>
                  <a:lnTo>
                    <a:pt x="4310792" y="497691"/>
                  </a:lnTo>
                  <a:lnTo>
                    <a:pt x="4310885" y="497691"/>
                  </a:lnTo>
                  <a:lnTo>
                    <a:pt x="4310978" y="497691"/>
                  </a:lnTo>
                  <a:lnTo>
                    <a:pt x="4311071" y="497691"/>
                  </a:lnTo>
                  <a:lnTo>
                    <a:pt x="4311165" y="497691"/>
                  </a:lnTo>
                  <a:lnTo>
                    <a:pt x="4311258" y="497691"/>
                  </a:lnTo>
                  <a:lnTo>
                    <a:pt x="4311351" y="497691"/>
                  </a:lnTo>
                  <a:lnTo>
                    <a:pt x="4311444" y="497691"/>
                  </a:lnTo>
                  <a:lnTo>
                    <a:pt x="4311538" y="497691"/>
                  </a:lnTo>
                  <a:lnTo>
                    <a:pt x="4311631" y="497691"/>
                  </a:lnTo>
                  <a:lnTo>
                    <a:pt x="4311724" y="497691"/>
                  </a:lnTo>
                  <a:lnTo>
                    <a:pt x="4311817" y="497691"/>
                  </a:lnTo>
                  <a:lnTo>
                    <a:pt x="4311911" y="497691"/>
                  </a:lnTo>
                  <a:lnTo>
                    <a:pt x="4312004" y="497691"/>
                  </a:lnTo>
                  <a:lnTo>
                    <a:pt x="4312097" y="497691"/>
                  </a:lnTo>
                  <a:lnTo>
                    <a:pt x="4312190" y="497691"/>
                  </a:lnTo>
                  <a:lnTo>
                    <a:pt x="4312284" y="497691"/>
                  </a:lnTo>
                  <a:lnTo>
                    <a:pt x="4312377" y="497691"/>
                  </a:lnTo>
                  <a:lnTo>
                    <a:pt x="4312470" y="497691"/>
                  </a:lnTo>
                  <a:lnTo>
                    <a:pt x="4312563" y="497691"/>
                  </a:lnTo>
                  <a:lnTo>
                    <a:pt x="4312657" y="497691"/>
                  </a:lnTo>
                  <a:lnTo>
                    <a:pt x="4312750" y="497691"/>
                  </a:lnTo>
                  <a:lnTo>
                    <a:pt x="4312843" y="497691"/>
                  </a:lnTo>
                  <a:lnTo>
                    <a:pt x="4312936" y="497691"/>
                  </a:lnTo>
                  <a:lnTo>
                    <a:pt x="4313030" y="497691"/>
                  </a:lnTo>
                  <a:lnTo>
                    <a:pt x="4313123" y="497691"/>
                  </a:lnTo>
                  <a:lnTo>
                    <a:pt x="4313216" y="497691"/>
                  </a:lnTo>
                  <a:lnTo>
                    <a:pt x="4313309" y="497691"/>
                  </a:lnTo>
                  <a:lnTo>
                    <a:pt x="4313403" y="497691"/>
                  </a:lnTo>
                  <a:lnTo>
                    <a:pt x="4313496" y="497691"/>
                  </a:lnTo>
                  <a:lnTo>
                    <a:pt x="4313589" y="497691"/>
                  </a:lnTo>
                  <a:lnTo>
                    <a:pt x="4313682" y="497691"/>
                  </a:lnTo>
                  <a:lnTo>
                    <a:pt x="4313776" y="497691"/>
                  </a:lnTo>
                  <a:lnTo>
                    <a:pt x="4313869" y="497691"/>
                  </a:lnTo>
                  <a:lnTo>
                    <a:pt x="4313962" y="497691"/>
                  </a:lnTo>
                  <a:lnTo>
                    <a:pt x="4314055" y="497691"/>
                  </a:lnTo>
                  <a:lnTo>
                    <a:pt x="4314149" y="497691"/>
                  </a:lnTo>
                  <a:lnTo>
                    <a:pt x="4314242" y="497691"/>
                  </a:lnTo>
                  <a:lnTo>
                    <a:pt x="4314335" y="497691"/>
                  </a:lnTo>
                  <a:lnTo>
                    <a:pt x="4314335" y="487737"/>
                  </a:lnTo>
                  <a:lnTo>
                    <a:pt x="4314428" y="487737"/>
                  </a:lnTo>
                  <a:lnTo>
                    <a:pt x="4314522" y="487737"/>
                  </a:lnTo>
                  <a:lnTo>
                    <a:pt x="4314615" y="487737"/>
                  </a:lnTo>
                  <a:lnTo>
                    <a:pt x="4314708" y="487737"/>
                  </a:lnTo>
                  <a:lnTo>
                    <a:pt x="4314801" y="487737"/>
                  </a:lnTo>
                  <a:lnTo>
                    <a:pt x="4314895" y="487737"/>
                  </a:lnTo>
                  <a:lnTo>
                    <a:pt x="4314988" y="487737"/>
                  </a:lnTo>
                  <a:lnTo>
                    <a:pt x="4315081" y="487737"/>
                  </a:lnTo>
                  <a:lnTo>
                    <a:pt x="4315174" y="487737"/>
                  </a:lnTo>
                  <a:lnTo>
                    <a:pt x="4315268" y="487737"/>
                  </a:lnTo>
                  <a:lnTo>
                    <a:pt x="4315361" y="487737"/>
                  </a:lnTo>
                  <a:lnTo>
                    <a:pt x="4315454" y="487737"/>
                  </a:lnTo>
                  <a:lnTo>
                    <a:pt x="4315547" y="487737"/>
                  </a:lnTo>
                  <a:lnTo>
                    <a:pt x="4315640" y="487737"/>
                  </a:lnTo>
                  <a:lnTo>
                    <a:pt x="4315734" y="487737"/>
                  </a:lnTo>
                  <a:lnTo>
                    <a:pt x="4315827" y="487737"/>
                  </a:lnTo>
                  <a:lnTo>
                    <a:pt x="4315920" y="487737"/>
                  </a:lnTo>
                  <a:lnTo>
                    <a:pt x="4316013" y="487737"/>
                  </a:lnTo>
                  <a:lnTo>
                    <a:pt x="4316107" y="487737"/>
                  </a:lnTo>
                  <a:lnTo>
                    <a:pt x="4316200" y="487737"/>
                  </a:lnTo>
                  <a:lnTo>
                    <a:pt x="4316293" y="487737"/>
                  </a:lnTo>
                  <a:lnTo>
                    <a:pt x="4316386" y="487737"/>
                  </a:lnTo>
                  <a:lnTo>
                    <a:pt x="4316480" y="487737"/>
                  </a:lnTo>
                  <a:lnTo>
                    <a:pt x="4316573" y="487737"/>
                  </a:lnTo>
                  <a:lnTo>
                    <a:pt x="4316666" y="487737"/>
                  </a:lnTo>
                  <a:lnTo>
                    <a:pt x="4316759" y="487737"/>
                  </a:lnTo>
                  <a:lnTo>
                    <a:pt x="4316853" y="487737"/>
                  </a:lnTo>
                  <a:lnTo>
                    <a:pt x="4316946" y="487737"/>
                  </a:lnTo>
                  <a:lnTo>
                    <a:pt x="4317039" y="487737"/>
                  </a:lnTo>
                  <a:lnTo>
                    <a:pt x="4317132" y="487737"/>
                  </a:lnTo>
                  <a:lnTo>
                    <a:pt x="4317226" y="487737"/>
                  </a:lnTo>
                  <a:lnTo>
                    <a:pt x="4317319" y="487737"/>
                  </a:lnTo>
                  <a:lnTo>
                    <a:pt x="4317412" y="487737"/>
                  </a:lnTo>
                  <a:lnTo>
                    <a:pt x="4317505" y="487737"/>
                  </a:lnTo>
                  <a:lnTo>
                    <a:pt x="4317599" y="487737"/>
                  </a:lnTo>
                  <a:lnTo>
                    <a:pt x="4317692" y="487737"/>
                  </a:lnTo>
                  <a:lnTo>
                    <a:pt x="4317785" y="487737"/>
                  </a:lnTo>
                  <a:lnTo>
                    <a:pt x="4317878" y="487737"/>
                  </a:lnTo>
                  <a:lnTo>
                    <a:pt x="4317972" y="487737"/>
                  </a:lnTo>
                  <a:lnTo>
                    <a:pt x="4318065" y="487737"/>
                  </a:lnTo>
                  <a:lnTo>
                    <a:pt x="4318158" y="487737"/>
                  </a:lnTo>
                  <a:lnTo>
                    <a:pt x="4318251" y="487737"/>
                  </a:lnTo>
                  <a:lnTo>
                    <a:pt x="4318345" y="487737"/>
                  </a:lnTo>
                  <a:lnTo>
                    <a:pt x="4318438" y="487737"/>
                  </a:lnTo>
                  <a:lnTo>
                    <a:pt x="4318531" y="487737"/>
                  </a:lnTo>
                  <a:lnTo>
                    <a:pt x="4318624" y="487737"/>
                  </a:lnTo>
                  <a:lnTo>
                    <a:pt x="4318718" y="487737"/>
                  </a:lnTo>
                  <a:lnTo>
                    <a:pt x="4318811" y="487737"/>
                  </a:lnTo>
                  <a:lnTo>
                    <a:pt x="4318904" y="487737"/>
                  </a:lnTo>
                  <a:lnTo>
                    <a:pt x="4318997" y="487737"/>
                  </a:lnTo>
                  <a:lnTo>
                    <a:pt x="4319091" y="487737"/>
                  </a:lnTo>
                  <a:lnTo>
                    <a:pt x="4319184" y="487737"/>
                  </a:lnTo>
                  <a:lnTo>
                    <a:pt x="4319277" y="487737"/>
                  </a:lnTo>
                  <a:lnTo>
                    <a:pt x="4319370" y="487737"/>
                  </a:lnTo>
                  <a:lnTo>
                    <a:pt x="4319464" y="487737"/>
                  </a:lnTo>
                  <a:lnTo>
                    <a:pt x="4319557" y="487737"/>
                  </a:lnTo>
                  <a:lnTo>
                    <a:pt x="4319650" y="487737"/>
                  </a:lnTo>
                  <a:lnTo>
                    <a:pt x="4319743" y="487737"/>
                  </a:lnTo>
                  <a:lnTo>
                    <a:pt x="4319837" y="487737"/>
                  </a:lnTo>
                  <a:lnTo>
                    <a:pt x="4319930" y="487737"/>
                  </a:lnTo>
                  <a:lnTo>
                    <a:pt x="4320023" y="487737"/>
                  </a:lnTo>
                  <a:lnTo>
                    <a:pt x="4320116" y="487737"/>
                  </a:lnTo>
                  <a:lnTo>
                    <a:pt x="4320210" y="487737"/>
                  </a:lnTo>
                  <a:lnTo>
                    <a:pt x="4320303" y="487737"/>
                  </a:lnTo>
                  <a:lnTo>
                    <a:pt x="4320396" y="487737"/>
                  </a:lnTo>
                  <a:lnTo>
                    <a:pt x="4320489" y="487737"/>
                  </a:lnTo>
                  <a:lnTo>
                    <a:pt x="4320583" y="487737"/>
                  </a:lnTo>
                  <a:lnTo>
                    <a:pt x="4320676" y="487737"/>
                  </a:lnTo>
                  <a:lnTo>
                    <a:pt x="4320769" y="487737"/>
                  </a:lnTo>
                  <a:lnTo>
                    <a:pt x="4320862" y="487737"/>
                  </a:lnTo>
                  <a:lnTo>
                    <a:pt x="4320956" y="487737"/>
                  </a:lnTo>
                  <a:lnTo>
                    <a:pt x="4321049" y="487737"/>
                  </a:lnTo>
                  <a:lnTo>
                    <a:pt x="4321142" y="487737"/>
                  </a:lnTo>
                  <a:lnTo>
                    <a:pt x="4321235" y="487737"/>
                  </a:lnTo>
                  <a:lnTo>
                    <a:pt x="4321329" y="487737"/>
                  </a:lnTo>
                  <a:lnTo>
                    <a:pt x="4321422" y="487737"/>
                  </a:lnTo>
                  <a:lnTo>
                    <a:pt x="4321515" y="487737"/>
                  </a:lnTo>
                  <a:lnTo>
                    <a:pt x="4321608" y="487737"/>
                  </a:lnTo>
                  <a:lnTo>
                    <a:pt x="4321702" y="487737"/>
                  </a:lnTo>
                  <a:lnTo>
                    <a:pt x="4321795" y="487737"/>
                  </a:lnTo>
                  <a:lnTo>
                    <a:pt x="4321888" y="487737"/>
                  </a:lnTo>
                  <a:lnTo>
                    <a:pt x="4321981" y="487737"/>
                  </a:lnTo>
                  <a:lnTo>
                    <a:pt x="4322075" y="487737"/>
                  </a:lnTo>
                  <a:lnTo>
                    <a:pt x="4322168" y="487737"/>
                  </a:lnTo>
                  <a:lnTo>
                    <a:pt x="4322261" y="487737"/>
                  </a:lnTo>
                  <a:lnTo>
                    <a:pt x="4322354" y="487737"/>
                  </a:lnTo>
                  <a:lnTo>
                    <a:pt x="4322447" y="487737"/>
                  </a:lnTo>
                  <a:lnTo>
                    <a:pt x="4322541" y="487737"/>
                  </a:lnTo>
                  <a:lnTo>
                    <a:pt x="4322634" y="487737"/>
                  </a:lnTo>
                  <a:lnTo>
                    <a:pt x="4322727" y="487737"/>
                  </a:lnTo>
                  <a:lnTo>
                    <a:pt x="4322820" y="487737"/>
                  </a:lnTo>
                  <a:lnTo>
                    <a:pt x="4322914" y="487737"/>
                  </a:lnTo>
                  <a:lnTo>
                    <a:pt x="4323007" y="487737"/>
                  </a:lnTo>
                  <a:lnTo>
                    <a:pt x="4323100" y="487737"/>
                  </a:lnTo>
                  <a:lnTo>
                    <a:pt x="4323193" y="487737"/>
                  </a:lnTo>
                  <a:lnTo>
                    <a:pt x="4323287" y="487737"/>
                  </a:lnTo>
                  <a:lnTo>
                    <a:pt x="4323380" y="487737"/>
                  </a:lnTo>
                  <a:lnTo>
                    <a:pt x="4323473" y="487737"/>
                  </a:lnTo>
                  <a:lnTo>
                    <a:pt x="4323566" y="487737"/>
                  </a:lnTo>
                  <a:lnTo>
                    <a:pt x="4323660" y="487737"/>
                  </a:lnTo>
                  <a:lnTo>
                    <a:pt x="4323753" y="487737"/>
                  </a:lnTo>
                  <a:lnTo>
                    <a:pt x="4323846" y="487737"/>
                  </a:lnTo>
                  <a:lnTo>
                    <a:pt x="4323939" y="487737"/>
                  </a:lnTo>
                  <a:lnTo>
                    <a:pt x="4324033" y="487737"/>
                  </a:lnTo>
                  <a:lnTo>
                    <a:pt x="4324126" y="487737"/>
                  </a:lnTo>
                  <a:lnTo>
                    <a:pt x="4324219" y="487737"/>
                  </a:lnTo>
                  <a:lnTo>
                    <a:pt x="4324312" y="487737"/>
                  </a:lnTo>
                  <a:lnTo>
                    <a:pt x="4324406" y="487737"/>
                  </a:lnTo>
                  <a:lnTo>
                    <a:pt x="4324499" y="487737"/>
                  </a:lnTo>
                  <a:lnTo>
                    <a:pt x="4324592" y="487737"/>
                  </a:lnTo>
                  <a:lnTo>
                    <a:pt x="4324685" y="487737"/>
                  </a:lnTo>
                  <a:lnTo>
                    <a:pt x="4324779" y="487737"/>
                  </a:lnTo>
                  <a:lnTo>
                    <a:pt x="4324872" y="487737"/>
                  </a:lnTo>
                  <a:lnTo>
                    <a:pt x="4324965" y="487737"/>
                  </a:lnTo>
                  <a:lnTo>
                    <a:pt x="4325058" y="487737"/>
                  </a:lnTo>
                  <a:lnTo>
                    <a:pt x="4325152" y="487737"/>
                  </a:lnTo>
                  <a:lnTo>
                    <a:pt x="4325245" y="487737"/>
                  </a:lnTo>
                  <a:lnTo>
                    <a:pt x="4325338" y="487737"/>
                  </a:lnTo>
                  <a:lnTo>
                    <a:pt x="4325431" y="487737"/>
                  </a:lnTo>
                  <a:lnTo>
                    <a:pt x="4325525" y="487737"/>
                  </a:lnTo>
                  <a:lnTo>
                    <a:pt x="4325618" y="487737"/>
                  </a:lnTo>
                  <a:lnTo>
                    <a:pt x="4325711" y="487737"/>
                  </a:lnTo>
                  <a:lnTo>
                    <a:pt x="4325804" y="487737"/>
                  </a:lnTo>
                  <a:lnTo>
                    <a:pt x="4325898" y="487737"/>
                  </a:lnTo>
                  <a:lnTo>
                    <a:pt x="4325991" y="487737"/>
                  </a:lnTo>
                  <a:lnTo>
                    <a:pt x="4326084" y="487737"/>
                  </a:lnTo>
                  <a:lnTo>
                    <a:pt x="4326177" y="487737"/>
                  </a:lnTo>
                  <a:lnTo>
                    <a:pt x="4326271" y="487737"/>
                  </a:lnTo>
                  <a:lnTo>
                    <a:pt x="4326364" y="487737"/>
                  </a:lnTo>
                  <a:lnTo>
                    <a:pt x="4326457" y="487737"/>
                  </a:lnTo>
                  <a:lnTo>
                    <a:pt x="4326550" y="487737"/>
                  </a:lnTo>
                  <a:lnTo>
                    <a:pt x="4326644" y="487737"/>
                  </a:lnTo>
                  <a:lnTo>
                    <a:pt x="4326737" y="487737"/>
                  </a:lnTo>
                  <a:lnTo>
                    <a:pt x="4326830" y="487737"/>
                  </a:lnTo>
                  <a:lnTo>
                    <a:pt x="4326923" y="487737"/>
                  </a:lnTo>
                  <a:lnTo>
                    <a:pt x="4327017" y="487737"/>
                  </a:lnTo>
                  <a:lnTo>
                    <a:pt x="4327110" y="487737"/>
                  </a:lnTo>
                  <a:lnTo>
                    <a:pt x="4327203" y="487737"/>
                  </a:lnTo>
                  <a:lnTo>
                    <a:pt x="4327296" y="487737"/>
                  </a:lnTo>
                  <a:lnTo>
                    <a:pt x="4327390" y="487737"/>
                  </a:lnTo>
                  <a:lnTo>
                    <a:pt x="4327483" y="487737"/>
                  </a:lnTo>
                  <a:lnTo>
                    <a:pt x="4327576" y="487737"/>
                  </a:lnTo>
                  <a:lnTo>
                    <a:pt x="4327669" y="487737"/>
                  </a:lnTo>
                  <a:lnTo>
                    <a:pt x="4327763" y="487737"/>
                  </a:lnTo>
                  <a:lnTo>
                    <a:pt x="4327856" y="487737"/>
                  </a:lnTo>
                  <a:lnTo>
                    <a:pt x="4327949" y="487737"/>
                  </a:lnTo>
                  <a:lnTo>
                    <a:pt x="4328042" y="487737"/>
                  </a:lnTo>
                  <a:lnTo>
                    <a:pt x="4328136" y="487737"/>
                  </a:lnTo>
                  <a:lnTo>
                    <a:pt x="4328229" y="487737"/>
                  </a:lnTo>
                  <a:lnTo>
                    <a:pt x="4328322" y="487737"/>
                  </a:lnTo>
                  <a:lnTo>
                    <a:pt x="4328415" y="487737"/>
                  </a:lnTo>
                  <a:lnTo>
                    <a:pt x="4328509" y="487737"/>
                  </a:lnTo>
                  <a:lnTo>
                    <a:pt x="4328602" y="487737"/>
                  </a:lnTo>
                  <a:lnTo>
                    <a:pt x="4328695" y="487737"/>
                  </a:lnTo>
                  <a:lnTo>
                    <a:pt x="4328788" y="487737"/>
                  </a:lnTo>
                  <a:lnTo>
                    <a:pt x="4328882" y="487737"/>
                  </a:lnTo>
                  <a:lnTo>
                    <a:pt x="4328975" y="487737"/>
                  </a:lnTo>
                  <a:lnTo>
                    <a:pt x="4329068" y="487737"/>
                  </a:lnTo>
                  <a:lnTo>
                    <a:pt x="4329161" y="487737"/>
                  </a:lnTo>
                  <a:lnTo>
                    <a:pt x="4329254" y="487737"/>
                  </a:lnTo>
                  <a:lnTo>
                    <a:pt x="4329348" y="487737"/>
                  </a:lnTo>
                  <a:lnTo>
                    <a:pt x="4329441" y="487737"/>
                  </a:lnTo>
                  <a:lnTo>
                    <a:pt x="4329534" y="487737"/>
                  </a:lnTo>
                  <a:lnTo>
                    <a:pt x="4329627" y="487737"/>
                  </a:lnTo>
                  <a:lnTo>
                    <a:pt x="4329721" y="487737"/>
                  </a:lnTo>
                  <a:lnTo>
                    <a:pt x="4329814" y="487737"/>
                  </a:lnTo>
                  <a:lnTo>
                    <a:pt x="4329907" y="487737"/>
                  </a:lnTo>
                  <a:lnTo>
                    <a:pt x="4330000" y="487737"/>
                  </a:lnTo>
                  <a:lnTo>
                    <a:pt x="4330094" y="487737"/>
                  </a:lnTo>
                  <a:lnTo>
                    <a:pt x="4330187" y="487737"/>
                  </a:lnTo>
                  <a:lnTo>
                    <a:pt x="4330280" y="487737"/>
                  </a:lnTo>
                  <a:lnTo>
                    <a:pt x="4330373" y="487737"/>
                  </a:lnTo>
                  <a:lnTo>
                    <a:pt x="4330467" y="487737"/>
                  </a:lnTo>
                  <a:lnTo>
                    <a:pt x="4330560" y="487737"/>
                  </a:lnTo>
                  <a:lnTo>
                    <a:pt x="4330653" y="487737"/>
                  </a:lnTo>
                  <a:lnTo>
                    <a:pt x="4330746" y="487737"/>
                  </a:lnTo>
                  <a:lnTo>
                    <a:pt x="4330840" y="487737"/>
                  </a:lnTo>
                  <a:lnTo>
                    <a:pt x="4330933" y="487737"/>
                  </a:lnTo>
                  <a:lnTo>
                    <a:pt x="4331026" y="487737"/>
                  </a:lnTo>
                  <a:lnTo>
                    <a:pt x="4331119" y="487737"/>
                  </a:lnTo>
                  <a:lnTo>
                    <a:pt x="4331213" y="487737"/>
                  </a:lnTo>
                  <a:lnTo>
                    <a:pt x="4331306" y="487737"/>
                  </a:lnTo>
                  <a:lnTo>
                    <a:pt x="4331399" y="487737"/>
                  </a:lnTo>
                  <a:lnTo>
                    <a:pt x="4331492" y="487737"/>
                  </a:lnTo>
                  <a:lnTo>
                    <a:pt x="4331586" y="487737"/>
                  </a:lnTo>
                  <a:lnTo>
                    <a:pt x="4331679" y="487737"/>
                  </a:lnTo>
                  <a:lnTo>
                    <a:pt x="4331772" y="487737"/>
                  </a:lnTo>
                  <a:lnTo>
                    <a:pt x="4331865" y="487737"/>
                  </a:lnTo>
                  <a:lnTo>
                    <a:pt x="4331959" y="487737"/>
                  </a:lnTo>
                  <a:lnTo>
                    <a:pt x="4332052" y="487737"/>
                  </a:lnTo>
                  <a:lnTo>
                    <a:pt x="4332145" y="487737"/>
                  </a:lnTo>
                  <a:lnTo>
                    <a:pt x="4332238" y="487737"/>
                  </a:lnTo>
                  <a:lnTo>
                    <a:pt x="4332332" y="487737"/>
                  </a:lnTo>
                  <a:lnTo>
                    <a:pt x="4332425" y="487737"/>
                  </a:lnTo>
                  <a:lnTo>
                    <a:pt x="4332518" y="487737"/>
                  </a:lnTo>
                  <a:lnTo>
                    <a:pt x="4332611" y="487737"/>
                  </a:lnTo>
                  <a:lnTo>
                    <a:pt x="4332705" y="487737"/>
                  </a:lnTo>
                  <a:lnTo>
                    <a:pt x="4332798" y="487737"/>
                  </a:lnTo>
                  <a:lnTo>
                    <a:pt x="4332891" y="487737"/>
                  </a:lnTo>
                  <a:lnTo>
                    <a:pt x="4332984" y="487737"/>
                  </a:lnTo>
                  <a:lnTo>
                    <a:pt x="4333078" y="487737"/>
                  </a:lnTo>
                  <a:lnTo>
                    <a:pt x="4333171" y="487737"/>
                  </a:lnTo>
                  <a:lnTo>
                    <a:pt x="4333264" y="487737"/>
                  </a:lnTo>
                  <a:lnTo>
                    <a:pt x="4333357" y="487737"/>
                  </a:lnTo>
                  <a:lnTo>
                    <a:pt x="4333451" y="487737"/>
                  </a:lnTo>
                  <a:lnTo>
                    <a:pt x="4333544" y="487737"/>
                  </a:lnTo>
                  <a:lnTo>
                    <a:pt x="4333637" y="487737"/>
                  </a:lnTo>
                  <a:lnTo>
                    <a:pt x="4333730" y="487737"/>
                  </a:lnTo>
                  <a:lnTo>
                    <a:pt x="4333824" y="487737"/>
                  </a:lnTo>
                  <a:lnTo>
                    <a:pt x="4333917" y="487737"/>
                  </a:lnTo>
                  <a:lnTo>
                    <a:pt x="4334010" y="487737"/>
                  </a:lnTo>
                  <a:lnTo>
                    <a:pt x="4334103" y="487737"/>
                  </a:lnTo>
                  <a:lnTo>
                    <a:pt x="4334197" y="487737"/>
                  </a:lnTo>
                  <a:lnTo>
                    <a:pt x="4334290" y="487737"/>
                  </a:lnTo>
                  <a:lnTo>
                    <a:pt x="4334383" y="487737"/>
                  </a:lnTo>
                  <a:lnTo>
                    <a:pt x="4334476" y="487737"/>
                  </a:lnTo>
                  <a:lnTo>
                    <a:pt x="4334570" y="487737"/>
                  </a:lnTo>
                  <a:lnTo>
                    <a:pt x="4334663" y="487737"/>
                  </a:lnTo>
                  <a:lnTo>
                    <a:pt x="4334756" y="487737"/>
                  </a:lnTo>
                  <a:lnTo>
                    <a:pt x="4334849" y="487737"/>
                  </a:lnTo>
                  <a:lnTo>
                    <a:pt x="4334943" y="487737"/>
                  </a:lnTo>
                  <a:lnTo>
                    <a:pt x="4335036" y="487737"/>
                  </a:lnTo>
                  <a:lnTo>
                    <a:pt x="4335129" y="487737"/>
                  </a:lnTo>
                  <a:lnTo>
                    <a:pt x="4335222" y="487737"/>
                  </a:lnTo>
                  <a:lnTo>
                    <a:pt x="4335316" y="487737"/>
                  </a:lnTo>
                  <a:lnTo>
                    <a:pt x="4335409" y="487737"/>
                  </a:lnTo>
                  <a:lnTo>
                    <a:pt x="4335502" y="487737"/>
                  </a:lnTo>
                  <a:lnTo>
                    <a:pt x="4335595" y="487737"/>
                  </a:lnTo>
                  <a:lnTo>
                    <a:pt x="4335689" y="487737"/>
                  </a:lnTo>
                  <a:lnTo>
                    <a:pt x="4335782" y="487737"/>
                  </a:lnTo>
                  <a:lnTo>
                    <a:pt x="4335875" y="487737"/>
                  </a:lnTo>
                  <a:lnTo>
                    <a:pt x="4335968" y="487737"/>
                  </a:lnTo>
                  <a:lnTo>
                    <a:pt x="4336062" y="487737"/>
                  </a:lnTo>
                  <a:lnTo>
                    <a:pt x="4336155" y="487737"/>
                  </a:lnTo>
                  <a:lnTo>
                    <a:pt x="4336248" y="487737"/>
                  </a:lnTo>
                  <a:lnTo>
                    <a:pt x="4336341" y="487737"/>
                  </a:lnTo>
                  <a:lnTo>
                    <a:pt x="4336434" y="487737"/>
                  </a:lnTo>
                  <a:lnTo>
                    <a:pt x="4336528" y="487737"/>
                  </a:lnTo>
                  <a:lnTo>
                    <a:pt x="4336621" y="487737"/>
                  </a:lnTo>
                  <a:lnTo>
                    <a:pt x="4336714" y="487737"/>
                  </a:lnTo>
                  <a:lnTo>
                    <a:pt x="4336807" y="487737"/>
                  </a:lnTo>
                  <a:lnTo>
                    <a:pt x="4336901" y="487737"/>
                  </a:lnTo>
                  <a:lnTo>
                    <a:pt x="4336994" y="487737"/>
                  </a:lnTo>
                  <a:lnTo>
                    <a:pt x="4337087" y="487737"/>
                  </a:lnTo>
                  <a:lnTo>
                    <a:pt x="4337180" y="487737"/>
                  </a:lnTo>
                  <a:lnTo>
                    <a:pt x="4337274" y="487737"/>
                  </a:lnTo>
                  <a:lnTo>
                    <a:pt x="4337367" y="487737"/>
                  </a:lnTo>
                  <a:lnTo>
                    <a:pt x="4337460" y="487737"/>
                  </a:lnTo>
                  <a:lnTo>
                    <a:pt x="4337553" y="487737"/>
                  </a:lnTo>
                  <a:lnTo>
                    <a:pt x="4337647" y="487737"/>
                  </a:lnTo>
                  <a:lnTo>
                    <a:pt x="4337740" y="487737"/>
                  </a:lnTo>
                  <a:lnTo>
                    <a:pt x="4337833" y="487737"/>
                  </a:lnTo>
                  <a:lnTo>
                    <a:pt x="4337926" y="487737"/>
                  </a:lnTo>
                  <a:lnTo>
                    <a:pt x="4338020" y="487737"/>
                  </a:lnTo>
                  <a:lnTo>
                    <a:pt x="4338113" y="487737"/>
                  </a:lnTo>
                  <a:lnTo>
                    <a:pt x="4338206" y="487737"/>
                  </a:lnTo>
                  <a:lnTo>
                    <a:pt x="4338299" y="487737"/>
                  </a:lnTo>
                  <a:lnTo>
                    <a:pt x="4338393" y="487737"/>
                  </a:lnTo>
                  <a:lnTo>
                    <a:pt x="4338486" y="487737"/>
                  </a:lnTo>
                  <a:lnTo>
                    <a:pt x="4338579" y="487737"/>
                  </a:lnTo>
                  <a:lnTo>
                    <a:pt x="4338672" y="487737"/>
                  </a:lnTo>
                  <a:lnTo>
                    <a:pt x="4338766" y="487737"/>
                  </a:lnTo>
                  <a:lnTo>
                    <a:pt x="4338859" y="487737"/>
                  </a:lnTo>
                  <a:lnTo>
                    <a:pt x="4338952" y="487737"/>
                  </a:lnTo>
                  <a:lnTo>
                    <a:pt x="4339045" y="487737"/>
                  </a:lnTo>
                  <a:lnTo>
                    <a:pt x="4339139" y="487737"/>
                  </a:lnTo>
                  <a:lnTo>
                    <a:pt x="4339232" y="487737"/>
                  </a:lnTo>
                  <a:lnTo>
                    <a:pt x="4339325" y="487737"/>
                  </a:lnTo>
                  <a:lnTo>
                    <a:pt x="4339418" y="487737"/>
                  </a:lnTo>
                  <a:lnTo>
                    <a:pt x="4339512" y="487737"/>
                  </a:lnTo>
                  <a:lnTo>
                    <a:pt x="4339605" y="487737"/>
                  </a:lnTo>
                  <a:lnTo>
                    <a:pt x="4339698" y="487737"/>
                  </a:lnTo>
                  <a:lnTo>
                    <a:pt x="4339791" y="487737"/>
                  </a:lnTo>
                  <a:lnTo>
                    <a:pt x="4339885" y="487737"/>
                  </a:lnTo>
                  <a:lnTo>
                    <a:pt x="4339978" y="487737"/>
                  </a:lnTo>
                  <a:lnTo>
                    <a:pt x="4340071" y="487737"/>
                  </a:lnTo>
                  <a:lnTo>
                    <a:pt x="4340164" y="487737"/>
                  </a:lnTo>
                  <a:lnTo>
                    <a:pt x="4340258" y="487737"/>
                  </a:lnTo>
                  <a:lnTo>
                    <a:pt x="4340351" y="487737"/>
                  </a:lnTo>
                  <a:lnTo>
                    <a:pt x="4340444" y="487737"/>
                  </a:lnTo>
                  <a:lnTo>
                    <a:pt x="4340537" y="487737"/>
                  </a:lnTo>
                  <a:lnTo>
                    <a:pt x="4340631" y="487737"/>
                  </a:lnTo>
                  <a:lnTo>
                    <a:pt x="4340724" y="487737"/>
                  </a:lnTo>
                  <a:lnTo>
                    <a:pt x="4340817" y="487737"/>
                  </a:lnTo>
                  <a:lnTo>
                    <a:pt x="4340910" y="487737"/>
                  </a:lnTo>
                  <a:lnTo>
                    <a:pt x="4341004" y="487737"/>
                  </a:lnTo>
                  <a:lnTo>
                    <a:pt x="4341097" y="487737"/>
                  </a:lnTo>
                  <a:lnTo>
                    <a:pt x="4341190" y="487737"/>
                  </a:lnTo>
                  <a:lnTo>
                    <a:pt x="4341283" y="487737"/>
                  </a:lnTo>
                  <a:lnTo>
                    <a:pt x="4341377" y="487737"/>
                  </a:lnTo>
                  <a:lnTo>
                    <a:pt x="4341470" y="487737"/>
                  </a:lnTo>
                  <a:lnTo>
                    <a:pt x="4341563" y="487737"/>
                  </a:lnTo>
                  <a:lnTo>
                    <a:pt x="4341656" y="487737"/>
                  </a:lnTo>
                  <a:lnTo>
                    <a:pt x="4341750" y="487737"/>
                  </a:lnTo>
                  <a:lnTo>
                    <a:pt x="4341843" y="487737"/>
                  </a:lnTo>
                  <a:lnTo>
                    <a:pt x="4341936" y="487737"/>
                  </a:lnTo>
                  <a:lnTo>
                    <a:pt x="4342029" y="487737"/>
                  </a:lnTo>
                  <a:lnTo>
                    <a:pt x="4342123" y="487737"/>
                  </a:lnTo>
                  <a:lnTo>
                    <a:pt x="4342216" y="487737"/>
                  </a:lnTo>
                  <a:lnTo>
                    <a:pt x="4342309" y="487737"/>
                  </a:lnTo>
                  <a:lnTo>
                    <a:pt x="4342402" y="487737"/>
                  </a:lnTo>
                  <a:lnTo>
                    <a:pt x="4342496" y="487737"/>
                  </a:lnTo>
                  <a:lnTo>
                    <a:pt x="4342589" y="487737"/>
                  </a:lnTo>
                  <a:lnTo>
                    <a:pt x="4342682" y="487737"/>
                  </a:lnTo>
                  <a:lnTo>
                    <a:pt x="4342775" y="487737"/>
                  </a:lnTo>
                  <a:lnTo>
                    <a:pt x="4342869" y="487737"/>
                  </a:lnTo>
                  <a:lnTo>
                    <a:pt x="4342962" y="487737"/>
                  </a:lnTo>
                  <a:lnTo>
                    <a:pt x="4343055" y="487737"/>
                  </a:lnTo>
                  <a:lnTo>
                    <a:pt x="4343148" y="487737"/>
                  </a:lnTo>
                  <a:lnTo>
                    <a:pt x="4343241" y="487737"/>
                  </a:lnTo>
                  <a:lnTo>
                    <a:pt x="4343335" y="487737"/>
                  </a:lnTo>
                  <a:lnTo>
                    <a:pt x="4343428" y="487737"/>
                  </a:lnTo>
                  <a:lnTo>
                    <a:pt x="4343521" y="487737"/>
                  </a:lnTo>
                  <a:lnTo>
                    <a:pt x="4343614" y="487737"/>
                  </a:lnTo>
                  <a:lnTo>
                    <a:pt x="4343708" y="487737"/>
                  </a:lnTo>
                  <a:lnTo>
                    <a:pt x="4343801" y="487737"/>
                  </a:lnTo>
                  <a:lnTo>
                    <a:pt x="4343894" y="487737"/>
                  </a:lnTo>
                  <a:lnTo>
                    <a:pt x="4343987" y="487737"/>
                  </a:lnTo>
                  <a:lnTo>
                    <a:pt x="4344081" y="487737"/>
                  </a:lnTo>
                  <a:lnTo>
                    <a:pt x="4344174" y="487737"/>
                  </a:lnTo>
                  <a:lnTo>
                    <a:pt x="4344267" y="487737"/>
                  </a:lnTo>
                  <a:lnTo>
                    <a:pt x="4344360" y="487737"/>
                  </a:lnTo>
                  <a:lnTo>
                    <a:pt x="4344454" y="487737"/>
                  </a:lnTo>
                  <a:lnTo>
                    <a:pt x="4344547" y="487737"/>
                  </a:lnTo>
                  <a:lnTo>
                    <a:pt x="4344640" y="487737"/>
                  </a:lnTo>
                  <a:lnTo>
                    <a:pt x="4344733" y="487737"/>
                  </a:lnTo>
                  <a:lnTo>
                    <a:pt x="4344827" y="487737"/>
                  </a:lnTo>
                  <a:lnTo>
                    <a:pt x="4344920" y="487737"/>
                  </a:lnTo>
                  <a:lnTo>
                    <a:pt x="4345013" y="487737"/>
                  </a:lnTo>
                  <a:lnTo>
                    <a:pt x="4345106" y="487737"/>
                  </a:lnTo>
                  <a:lnTo>
                    <a:pt x="4345200" y="487737"/>
                  </a:lnTo>
                  <a:lnTo>
                    <a:pt x="4345293" y="487737"/>
                  </a:lnTo>
                  <a:lnTo>
                    <a:pt x="4345386" y="487737"/>
                  </a:lnTo>
                  <a:lnTo>
                    <a:pt x="4345479" y="487737"/>
                  </a:lnTo>
                  <a:lnTo>
                    <a:pt x="4345573" y="487737"/>
                  </a:lnTo>
                  <a:lnTo>
                    <a:pt x="4345666" y="487737"/>
                  </a:lnTo>
                  <a:lnTo>
                    <a:pt x="4345759" y="487737"/>
                  </a:lnTo>
                  <a:lnTo>
                    <a:pt x="4345852" y="487737"/>
                  </a:lnTo>
                  <a:lnTo>
                    <a:pt x="4345946" y="487737"/>
                  </a:lnTo>
                  <a:lnTo>
                    <a:pt x="4346039" y="487737"/>
                  </a:lnTo>
                  <a:lnTo>
                    <a:pt x="4346132" y="487737"/>
                  </a:lnTo>
                  <a:lnTo>
                    <a:pt x="4346225" y="487737"/>
                  </a:lnTo>
                  <a:lnTo>
                    <a:pt x="4346319" y="487737"/>
                  </a:lnTo>
                  <a:lnTo>
                    <a:pt x="4346412" y="487737"/>
                  </a:lnTo>
                  <a:lnTo>
                    <a:pt x="4346505" y="487737"/>
                  </a:lnTo>
                  <a:lnTo>
                    <a:pt x="4346598" y="487737"/>
                  </a:lnTo>
                  <a:lnTo>
                    <a:pt x="4346692" y="487737"/>
                  </a:lnTo>
                  <a:lnTo>
                    <a:pt x="4346785" y="487737"/>
                  </a:lnTo>
                  <a:lnTo>
                    <a:pt x="4346878" y="487737"/>
                  </a:lnTo>
                  <a:lnTo>
                    <a:pt x="4346971" y="487737"/>
                  </a:lnTo>
                  <a:lnTo>
                    <a:pt x="4347065" y="487737"/>
                  </a:lnTo>
                  <a:lnTo>
                    <a:pt x="4347158" y="487737"/>
                  </a:lnTo>
                  <a:lnTo>
                    <a:pt x="4347251" y="487737"/>
                  </a:lnTo>
                  <a:lnTo>
                    <a:pt x="4347344" y="487737"/>
                  </a:lnTo>
                  <a:lnTo>
                    <a:pt x="4347438" y="487737"/>
                  </a:lnTo>
                  <a:lnTo>
                    <a:pt x="4347531" y="487737"/>
                  </a:lnTo>
                  <a:lnTo>
                    <a:pt x="4347624" y="487737"/>
                  </a:lnTo>
                  <a:lnTo>
                    <a:pt x="4347717" y="487737"/>
                  </a:lnTo>
                  <a:lnTo>
                    <a:pt x="4347811" y="487737"/>
                  </a:lnTo>
                  <a:lnTo>
                    <a:pt x="4347904" y="487737"/>
                  </a:lnTo>
                  <a:lnTo>
                    <a:pt x="4347997" y="487737"/>
                  </a:lnTo>
                  <a:lnTo>
                    <a:pt x="4348090" y="487737"/>
                  </a:lnTo>
                  <a:lnTo>
                    <a:pt x="4348184" y="487737"/>
                  </a:lnTo>
                  <a:lnTo>
                    <a:pt x="4348277" y="487737"/>
                  </a:lnTo>
                  <a:lnTo>
                    <a:pt x="4348370" y="487737"/>
                  </a:lnTo>
                  <a:lnTo>
                    <a:pt x="4348463" y="487737"/>
                  </a:lnTo>
                  <a:lnTo>
                    <a:pt x="4348557" y="487737"/>
                  </a:lnTo>
                  <a:lnTo>
                    <a:pt x="4348650" y="487737"/>
                  </a:lnTo>
                  <a:lnTo>
                    <a:pt x="4348743" y="487737"/>
                  </a:lnTo>
                  <a:lnTo>
                    <a:pt x="4348836" y="487737"/>
                  </a:lnTo>
                  <a:lnTo>
                    <a:pt x="4348930" y="487737"/>
                  </a:lnTo>
                  <a:lnTo>
                    <a:pt x="4349023" y="487737"/>
                  </a:lnTo>
                  <a:lnTo>
                    <a:pt x="4349116" y="487737"/>
                  </a:lnTo>
                  <a:lnTo>
                    <a:pt x="4349209" y="487737"/>
                  </a:lnTo>
                  <a:lnTo>
                    <a:pt x="4349303" y="487737"/>
                  </a:lnTo>
                  <a:lnTo>
                    <a:pt x="4349396" y="487737"/>
                  </a:lnTo>
                  <a:lnTo>
                    <a:pt x="4349489" y="487737"/>
                  </a:lnTo>
                  <a:lnTo>
                    <a:pt x="4349582" y="487737"/>
                  </a:lnTo>
                  <a:lnTo>
                    <a:pt x="4349676" y="487737"/>
                  </a:lnTo>
                  <a:lnTo>
                    <a:pt x="4349769" y="487737"/>
                  </a:lnTo>
                  <a:lnTo>
                    <a:pt x="4349862" y="487737"/>
                  </a:lnTo>
                  <a:lnTo>
                    <a:pt x="4349955" y="487737"/>
                  </a:lnTo>
                  <a:lnTo>
                    <a:pt x="4350048" y="487737"/>
                  </a:lnTo>
                  <a:lnTo>
                    <a:pt x="4350142" y="487737"/>
                  </a:lnTo>
                  <a:lnTo>
                    <a:pt x="4350235" y="487737"/>
                  </a:lnTo>
                  <a:lnTo>
                    <a:pt x="4350328" y="487737"/>
                  </a:lnTo>
                  <a:lnTo>
                    <a:pt x="4350421" y="487737"/>
                  </a:lnTo>
                  <a:lnTo>
                    <a:pt x="4350515" y="487737"/>
                  </a:lnTo>
                  <a:lnTo>
                    <a:pt x="4350608" y="487737"/>
                  </a:lnTo>
                  <a:lnTo>
                    <a:pt x="4350701" y="487737"/>
                  </a:lnTo>
                  <a:lnTo>
                    <a:pt x="4350794" y="487737"/>
                  </a:lnTo>
                  <a:lnTo>
                    <a:pt x="4350888" y="487737"/>
                  </a:lnTo>
                  <a:lnTo>
                    <a:pt x="4350981" y="487737"/>
                  </a:lnTo>
                  <a:lnTo>
                    <a:pt x="4351074" y="487737"/>
                  </a:lnTo>
                  <a:lnTo>
                    <a:pt x="4351167" y="487737"/>
                  </a:lnTo>
                  <a:lnTo>
                    <a:pt x="4351261" y="487737"/>
                  </a:lnTo>
                  <a:lnTo>
                    <a:pt x="4351354" y="487737"/>
                  </a:lnTo>
                  <a:lnTo>
                    <a:pt x="4351447" y="487737"/>
                  </a:lnTo>
                  <a:lnTo>
                    <a:pt x="4351540" y="487737"/>
                  </a:lnTo>
                  <a:lnTo>
                    <a:pt x="4351634" y="487737"/>
                  </a:lnTo>
                  <a:lnTo>
                    <a:pt x="4351727" y="487737"/>
                  </a:lnTo>
                  <a:lnTo>
                    <a:pt x="4351820" y="487737"/>
                  </a:lnTo>
                  <a:lnTo>
                    <a:pt x="4351913" y="487737"/>
                  </a:lnTo>
                  <a:lnTo>
                    <a:pt x="4352007" y="487737"/>
                  </a:lnTo>
                  <a:lnTo>
                    <a:pt x="4352100" y="487737"/>
                  </a:lnTo>
                  <a:lnTo>
                    <a:pt x="4352193" y="487737"/>
                  </a:lnTo>
                  <a:lnTo>
                    <a:pt x="4352286" y="487737"/>
                  </a:lnTo>
                  <a:lnTo>
                    <a:pt x="4352380" y="487737"/>
                  </a:lnTo>
                  <a:lnTo>
                    <a:pt x="4352473" y="487737"/>
                  </a:lnTo>
                  <a:lnTo>
                    <a:pt x="4352566" y="487737"/>
                  </a:lnTo>
                  <a:lnTo>
                    <a:pt x="4352659" y="487737"/>
                  </a:lnTo>
                  <a:lnTo>
                    <a:pt x="4352753" y="487737"/>
                  </a:lnTo>
                  <a:lnTo>
                    <a:pt x="4352846" y="487737"/>
                  </a:lnTo>
                  <a:lnTo>
                    <a:pt x="4352939" y="487737"/>
                  </a:lnTo>
                  <a:lnTo>
                    <a:pt x="4353032" y="487737"/>
                  </a:lnTo>
                  <a:lnTo>
                    <a:pt x="4353126" y="487737"/>
                  </a:lnTo>
                  <a:lnTo>
                    <a:pt x="4353219" y="487737"/>
                  </a:lnTo>
                  <a:lnTo>
                    <a:pt x="4353312" y="487737"/>
                  </a:lnTo>
                  <a:lnTo>
                    <a:pt x="4353405" y="487737"/>
                  </a:lnTo>
                  <a:lnTo>
                    <a:pt x="4353499" y="487737"/>
                  </a:lnTo>
                  <a:lnTo>
                    <a:pt x="4353592" y="487737"/>
                  </a:lnTo>
                  <a:lnTo>
                    <a:pt x="4353685" y="487737"/>
                  </a:lnTo>
                  <a:lnTo>
                    <a:pt x="4353778" y="487737"/>
                  </a:lnTo>
                  <a:lnTo>
                    <a:pt x="4353872" y="487737"/>
                  </a:lnTo>
                  <a:lnTo>
                    <a:pt x="4353965" y="487737"/>
                  </a:lnTo>
                  <a:lnTo>
                    <a:pt x="4354058" y="487737"/>
                  </a:lnTo>
                  <a:lnTo>
                    <a:pt x="4354151" y="487737"/>
                  </a:lnTo>
                  <a:lnTo>
                    <a:pt x="4354245" y="487737"/>
                  </a:lnTo>
                  <a:lnTo>
                    <a:pt x="4354338" y="487737"/>
                  </a:lnTo>
                  <a:lnTo>
                    <a:pt x="4354431" y="487737"/>
                  </a:lnTo>
                  <a:lnTo>
                    <a:pt x="4354524" y="487737"/>
                  </a:lnTo>
                  <a:lnTo>
                    <a:pt x="4354618" y="487737"/>
                  </a:lnTo>
                  <a:lnTo>
                    <a:pt x="4354711" y="487737"/>
                  </a:lnTo>
                  <a:lnTo>
                    <a:pt x="4354804" y="487737"/>
                  </a:lnTo>
                  <a:lnTo>
                    <a:pt x="4354897" y="487737"/>
                  </a:lnTo>
                  <a:lnTo>
                    <a:pt x="4354991" y="487737"/>
                  </a:lnTo>
                  <a:lnTo>
                    <a:pt x="4355084" y="487737"/>
                  </a:lnTo>
                  <a:lnTo>
                    <a:pt x="4355177" y="487737"/>
                  </a:lnTo>
                  <a:lnTo>
                    <a:pt x="4355270" y="487737"/>
                  </a:lnTo>
                  <a:lnTo>
                    <a:pt x="4355364" y="487737"/>
                  </a:lnTo>
                  <a:lnTo>
                    <a:pt x="4355457" y="487737"/>
                  </a:lnTo>
                  <a:lnTo>
                    <a:pt x="4355550" y="487737"/>
                  </a:lnTo>
                  <a:lnTo>
                    <a:pt x="4355550" y="477783"/>
                  </a:lnTo>
                  <a:lnTo>
                    <a:pt x="4355643" y="477783"/>
                  </a:lnTo>
                  <a:lnTo>
                    <a:pt x="4355737" y="477783"/>
                  </a:lnTo>
                  <a:lnTo>
                    <a:pt x="4355830" y="477783"/>
                  </a:lnTo>
                  <a:lnTo>
                    <a:pt x="4355923" y="477783"/>
                  </a:lnTo>
                  <a:lnTo>
                    <a:pt x="4356016" y="477783"/>
                  </a:lnTo>
                  <a:lnTo>
                    <a:pt x="4356110" y="477783"/>
                  </a:lnTo>
                  <a:lnTo>
                    <a:pt x="4356203" y="477783"/>
                  </a:lnTo>
                  <a:lnTo>
                    <a:pt x="4356296" y="477783"/>
                  </a:lnTo>
                  <a:lnTo>
                    <a:pt x="4356389" y="477783"/>
                  </a:lnTo>
                  <a:lnTo>
                    <a:pt x="4356483" y="477783"/>
                  </a:lnTo>
                  <a:lnTo>
                    <a:pt x="4356576" y="477783"/>
                  </a:lnTo>
                  <a:lnTo>
                    <a:pt x="4356669" y="477783"/>
                  </a:lnTo>
                  <a:lnTo>
                    <a:pt x="4356762" y="477783"/>
                  </a:lnTo>
                  <a:lnTo>
                    <a:pt x="4356856" y="477783"/>
                  </a:lnTo>
                  <a:lnTo>
                    <a:pt x="4356949" y="477783"/>
                  </a:lnTo>
                  <a:lnTo>
                    <a:pt x="4357042" y="477783"/>
                  </a:lnTo>
                  <a:lnTo>
                    <a:pt x="4357135" y="477783"/>
                  </a:lnTo>
                  <a:lnTo>
                    <a:pt x="4357228" y="477783"/>
                  </a:lnTo>
                  <a:lnTo>
                    <a:pt x="4357322" y="477783"/>
                  </a:lnTo>
                  <a:lnTo>
                    <a:pt x="4357415" y="477783"/>
                  </a:lnTo>
                  <a:lnTo>
                    <a:pt x="4357508" y="477783"/>
                  </a:lnTo>
                  <a:lnTo>
                    <a:pt x="4357601" y="477783"/>
                  </a:lnTo>
                  <a:lnTo>
                    <a:pt x="4357695" y="477783"/>
                  </a:lnTo>
                  <a:lnTo>
                    <a:pt x="4357788" y="477783"/>
                  </a:lnTo>
                  <a:lnTo>
                    <a:pt x="4357881" y="477783"/>
                  </a:lnTo>
                  <a:lnTo>
                    <a:pt x="4357974" y="477783"/>
                  </a:lnTo>
                  <a:lnTo>
                    <a:pt x="4358068" y="477783"/>
                  </a:lnTo>
                  <a:lnTo>
                    <a:pt x="4358161" y="477783"/>
                  </a:lnTo>
                  <a:lnTo>
                    <a:pt x="4358254" y="477783"/>
                  </a:lnTo>
                  <a:lnTo>
                    <a:pt x="4358347" y="477783"/>
                  </a:lnTo>
                  <a:lnTo>
                    <a:pt x="4358441" y="477783"/>
                  </a:lnTo>
                  <a:lnTo>
                    <a:pt x="4358534" y="477783"/>
                  </a:lnTo>
                  <a:lnTo>
                    <a:pt x="4358627" y="477783"/>
                  </a:lnTo>
                  <a:lnTo>
                    <a:pt x="4358720" y="477783"/>
                  </a:lnTo>
                  <a:lnTo>
                    <a:pt x="4358814" y="477783"/>
                  </a:lnTo>
                  <a:lnTo>
                    <a:pt x="4358907" y="477783"/>
                  </a:lnTo>
                  <a:lnTo>
                    <a:pt x="4359000" y="477783"/>
                  </a:lnTo>
                  <a:lnTo>
                    <a:pt x="4359093" y="477783"/>
                  </a:lnTo>
                  <a:lnTo>
                    <a:pt x="4359187" y="477783"/>
                  </a:lnTo>
                  <a:lnTo>
                    <a:pt x="4359280" y="477783"/>
                  </a:lnTo>
                  <a:lnTo>
                    <a:pt x="4359373" y="477783"/>
                  </a:lnTo>
                  <a:lnTo>
                    <a:pt x="4359466" y="477783"/>
                  </a:lnTo>
                  <a:lnTo>
                    <a:pt x="4359560" y="477783"/>
                  </a:lnTo>
                  <a:lnTo>
                    <a:pt x="4359653" y="477783"/>
                  </a:lnTo>
                  <a:lnTo>
                    <a:pt x="4359746" y="477783"/>
                  </a:lnTo>
                  <a:lnTo>
                    <a:pt x="4359839" y="477783"/>
                  </a:lnTo>
                  <a:lnTo>
                    <a:pt x="4359933" y="477783"/>
                  </a:lnTo>
                  <a:lnTo>
                    <a:pt x="4360026" y="477783"/>
                  </a:lnTo>
                  <a:lnTo>
                    <a:pt x="4360119" y="477783"/>
                  </a:lnTo>
                  <a:lnTo>
                    <a:pt x="4360212" y="477783"/>
                  </a:lnTo>
                  <a:lnTo>
                    <a:pt x="4360306" y="477783"/>
                  </a:lnTo>
                  <a:lnTo>
                    <a:pt x="4360399" y="477783"/>
                  </a:lnTo>
                  <a:lnTo>
                    <a:pt x="4360492" y="477783"/>
                  </a:lnTo>
                  <a:lnTo>
                    <a:pt x="4360585" y="477783"/>
                  </a:lnTo>
                  <a:lnTo>
                    <a:pt x="4360679" y="477783"/>
                  </a:lnTo>
                  <a:lnTo>
                    <a:pt x="4360772" y="477783"/>
                  </a:lnTo>
                  <a:lnTo>
                    <a:pt x="4360865" y="477783"/>
                  </a:lnTo>
                  <a:lnTo>
                    <a:pt x="4360958" y="477783"/>
                  </a:lnTo>
                  <a:lnTo>
                    <a:pt x="4361052" y="477783"/>
                  </a:lnTo>
                  <a:lnTo>
                    <a:pt x="4361145" y="477783"/>
                  </a:lnTo>
                  <a:lnTo>
                    <a:pt x="4361238" y="477783"/>
                  </a:lnTo>
                  <a:lnTo>
                    <a:pt x="4361331" y="477783"/>
                  </a:lnTo>
                  <a:lnTo>
                    <a:pt x="4361425" y="477783"/>
                  </a:lnTo>
                  <a:lnTo>
                    <a:pt x="4361518" y="477783"/>
                  </a:lnTo>
                  <a:lnTo>
                    <a:pt x="4361611" y="477783"/>
                  </a:lnTo>
                  <a:lnTo>
                    <a:pt x="4361704" y="477783"/>
                  </a:lnTo>
                  <a:lnTo>
                    <a:pt x="4361798" y="477783"/>
                  </a:lnTo>
                  <a:lnTo>
                    <a:pt x="4361891" y="477783"/>
                  </a:lnTo>
                  <a:lnTo>
                    <a:pt x="4361984" y="477783"/>
                  </a:lnTo>
                  <a:lnTo>
                    <a:pt x="4362077" y="477783"/>
                  </a:lnTo>
                  <a:lnTo>
                    <a:pt x="4362171" y="477783"/>
                  </a:lnTo>
                  <a:lnTo>
                    <a:pt x="4362264" y="477783"/>
                  </a:lnTo>
                  <a:lnTo>
                    <a:pt x="4362357" y="477783"/>
                  </a:lnTo>
                  <a:lnTo>
                    <a:pt x="4362450" y="477783"/>
                  </a:lnTo>
                  <a:lnTo>
                    <a:pt x="4362544" y="477783"/>
                  </a:lnTo>
                  <a:lnTo>
                    <a:pt x="4362637" y="477783"/>
                  </a:lnTo>
                  <a:lnTo>
                    <a:pt x="4362730" y="477783"/>
                  </a:lnTo>
                  <a:lnTo>
                    <a:pt x="4362823" y="477783"/>
                  </a:lnTo>
                  <a:lnTo>
                    <a:pt x="4362917" y="477783"/>
                  </a:lnTo>
                  <a:lnTo>
                    <a:pt x="4363010" y="477783"/>
                  </a:lnTo>
                  <a:lnTo>
                    <a:pt x="4363103" y="477783"/>
                  </a:lnTo>
                  <a:lnTo>
                    <a:pt x="4363196" y="477783"/>
                  </a:lnTo>
                  <a:lnTo>
                    <a:pt x="4363290" y="477783"/>
                  </a:lnTo>
                  <a:lnTo>
                    <a:pt x="4363383" y="477783"/>
                  </a:lnTo>
                  <a:lnTo>
                    <a:pt x="4363476" y="477783"/>
                  </a:lnTo>
                  <a:lnTo>
                    <a:pt x="4363569" y="477783"/>
                  </a:lnTo>
                  <a:lnTo>
                    <a:pt x="4363663" y="477783"/>
                  </a:lnTo>
                  <a:lnTo>
                    <a:pt x="4363756" y="477783"/>
                  </a:lnTo>
                  <a:lnTo>
                    <a:pt x="4363756" y="467829"/>
                  </a:lnTo>
                  <a:lnTo>
                    <a:pt x="4363849" y="467829"/>
                  </a:lnTo>
                  <a:lnTo>
                    <a:pt x="4363942" y="467829"/>
                  </a:lnTo>
                  <a:lnTo>
                    <a:pt x="4364035" y="467829"/>
                  </a:lnTo>
                  <a:lnTo>
                    <a:pt x="4364129" y="467829"/>
                  </a:lnTo>
                  <a:lnTo>
                    <a:pt x="4364222" y="467829"/>
                  </a:lnTo>
                  <a:lnTo>
                    <a:pt x="4364315" y="467829"/>
                  </a:lnTo>
                  <a:lnTo>
                    <a:pt x="4364408" y="467829"/>
                  </a:lnTo>
                  <a:lnTo>
                    <a:pt x="4364502" y="467829"/>
                  </a:lnTo>
                  <a:lnTo>
                    <a:pt x="4364595" y="467829"/>
                  </a:lnTo>
                  <a:lnTo>
                    <a:pt x="4364688" y="467829"/>
                  </a:lnTo>
                  <a:lnTo>
                    <a:pt x="4364781" y="467829"/>
                  </a:lnTo>
                  <a:lnTo>
                    <a:pt x="4364875" y="467829"/>
                  </a:lnTo>
                  <a:lnTo>
                    <a:pt x="4364968" y="467829"/>
                  </a:lnTo>
                  <a:lnTo>
                    <a:pt x="4365061" y="467829"/>
                  </a:lnTo>
                  <a:lnTo>
                    <a:pt x="4365154" y="467829"/>
                  </a:lnTo>
                  <a:lnTo>
                    <a:pt x="4365248" y="467829"/>
                  </a:lnTo>
                  <a:lnTo>
                    <a:pt x="4365341" y="467829"/>
                  </a:lnTo>
                  <a:lnTo>
                    <a:pt x="4365434" y="467829"/>
                  </a:lnTo>
                  <a:lnTo>
                    <a:pt x="4365527" y="467829"/>
                  </a:lnTo>
                  <a:lnTo>
                    <a:pt x="4365621" y="467829"/>
                  </a:lnTo>
                  <a:lnTo>
                    <a:pt x="4365714" y="467829"/>
                  </a:lnTo>
                  <a:lnTo>
                    <a:pt x="4365807" y="467829"/>
                  </a:lnTo>
                  <a:lnTo>
                    <a:pt x="4365900" y="467829"/>
                  </a:lnTo>
                  <a:lnTo>
                    <a:pt x="4365994" y="467829"/>
                  </a:lnTo>
                  <a:lnTo>
                    <a:pt x="4366087" y="467829"/>
                  </a:lnTo>
                  <a:lnTo>
                    <a:pt x="4366180" y="467829"/>
                  </a:lnTo>
                  <a:lnTo>
                    <a:pt x="4366273" y="467829"/>
                  </a:lnTo>
                  <a:lnTo>
                    <a:pt x="4366367" y="467829"/>
                  </a:lnTo>
                  <a:lnTo>
                    <a:pt x="4366460" y="467829"/>
                  </a:lnTo>
                  <a:lnTo>
                    <a:pt x="4366553" y="467829"/>
                  </a:lnTo>
                  <a:lnTo>
                    <a:pt x="4366646" y="467829"/>
                  </a:lnTo>
                  <a:lnTo>
                    <a:pt x="4366740" y="467829"/>
                  </a:lnTo>
                  <a:lnTo>
                    <a:pt x="4366833" y="467829"/>
                  </a:lnTo>
                  <a:lnTo>
                    <a:pt x="4366926" y="467829"/>
                  </a:lnTo>
                  <a:lnTo>
                    <a:pt x="4367019" y="467829"/>
                  </a:lnTo>
                  <a:lnTo>
                    <a:pt x="4367113" y="467829"/>
                  </a:lnTo>
                  <a:lnTo>
                    <a:pt x="4367206" y="467829"/>
                  </a:lnTo>
                  <a:lnTo>
                    <a:pt x="4367299" y="467829"/>
                  </a:lnTo>
                  <a:lnTo>
                    <a:pt x="4367392" y="467829"/>
                  </a:lnTo>
                  <a:lnTo>
                    <a:pt x="4367486" y="467829"/>
                  </a:lnTo>
                  <a:lnTo>
                    <a:pt x="4367579" y="467829"/>
                  </a:lnTo>
                  <a:lnTo>
                    <a:pt x="4367672" y="467829"/>
                  </a:lnTo>
                  <a:lnTo>
                    <a:pt x="4367765" y="467829"/>
                  </a:lnTo>
                  <a:lnTo>
                    <a:pt x="4367859" y="467829"/>
                  </a:lnTo>
                  <a:lnTo>
                    <a:pt x="4367952" y="467829"/>
                  </a:lnTo>
                  <a:lnTo>
                    <a:pt x="4368045" y="467829"/>
                  </a:lnTo>
                  <a:lnTo>
                    <a:pt x="4368138" y="467829"/>
                  </a:lnTo>
                  <a:lnTo>
                    <a:pt x="4368232" y="467829"/>
                  </a:lnTo>
                  <a:lnTo>
                    <a:pt x="4368325" y="467829"/>
                  </a:lnTo>
                  <a:lnTo>
                    <a:pt x="4368418" y="467829"/>
                  </a:lnTo>
                  <a:lnTo>
                    <a:pt x="4368511" y="467829"/>
                  </a:lnTo>
                  <a:lnTo>
                    <a:pt x="4368605" y="467829"/>
                  </a:lnTo>
                  <a:lnTo>
                    <a:pt x="4368698" y="467829"/>
                  </a:lnTo>
                  <a:lnTo>
                    <a:pt x="4368791" y="467829"/>
                  </a:lnTo>
                  <a:lnTo>
                    <a:pt x="4368884" y="467829"/>
                  </a:lnTo>
                  <a:lnTo>
                    <a:pt x="4368978" y="467829"/>
                  </a:lnTo>
                  <a:lnTo>
                    <a:pt x="4369071" y="467829"/>
                  </a:lnTo>
                  <a:lnTo>
                    <a:pt x="4369164" y="467829"/>
                  </a:lnTo>
                  <a:lnTo>
                    <a:pt x="4369257" y="467829"/>
                  </a:lnTo>
                  <a:lnTo>
                    <a:pt x="4369351" y="467829"/>
                  </a:lnTo>
                  <a:lnTo>
                    <a:pt x="4369444" y="467829"/>
                  </a:lnTo>
                  <a:lnTo>
                    <a:pt x="4369537" y="467829"/>
                  </a:lnTo>
                  <a:lnTo>
                    <a:pt x="4369630" y="467829"/>
                  </a:lnTo>
                  <a:lnTo>
                    <a:pt x="4369724" y="467829"/>
                  </a:lnTo>
                  <a:lnTo>
                    <a:pt x="4369817" y="467829"/>
                  </a:lnTo>
                  <a:lnTo>
                    <a:pt x="4369910" y="467829"/>
                  </a:lnTo>
                  <a:lnTo>
                    <a:pt x="4370003" y="467829"/>
                  </a:lnTo>
                  <a:lnTo>
                    <a:pt x="4370097" y="467829"/>
                  </a:lnTo>
                  <a:lnTo>
                    <a:pt x="4370190" y="467829"/>
                  </a:lnTo>
                  <a:lnTo>
                    <a:pt x="4370283" y="467829"/>
                  </a:lnTo>
                  <a:lnTo>
                    <a:pt x="4370376" y="467829"/>
                  </a:lnTo>
                  <a:lnTo>
                    <a:pt x="4370470" y="467829"/>
                  </a:lnTo>
                  <a:lnTo>
                    <a:pt x="4370563" y="467829"/>
                  </a:lnTo>
                  <a:lnTo>
                    <a:pt x="4370656" y="467829"/>
                  </a:lnTo>
                  <a:lnTo>
                    <a:pt x="4370749" y="467829"/>
                  </a:lnTo>
                  <a:lnTo>
                    <a:pt x="4370842" y="467829"/>
                  </a:lnTo>
                  <a:lnTo>
                    <a:pt x="4370936" y="467829"/>
                  </a:lnTo>
                  <a:lnTo>
                    <a:pt x="4371029" y="467829"/>
                  </a:lnTo>
                  <a:lnTo>
                    <a:pt x="4371122" y="467829"/>
                  </a:lnTo>
                  <a:lnTo>
                    <a:pt x="4371215" y="467829"/>
                  </a:lnTo>
                  <a:lnTo>
                    <a:pt x="4371309" y="467829"/>
                  </a:lnTo>
                  <a:lnTo>
                    <a:pt x="4371402" y="467829"/>
                  </a:lnTo>
                  <a:lnTo>
                    <a:pt x="4371495" y="467829"/>
                  </a:lnTo>
                  <a:lnTo>
                    <a:pt x="4371588" y="467829"/>
                  </a:lnTo>
                  <a:lnTo>
                    <a:pt x="4371682" y="467829"/>
                  </a:lnTo>
                  <a:lnTo>
                    <a:pt x="4371775" y="467829"/>
                  </a:lnTo>
                  <a:lnTo>
                    <a:pt x="4371868" y="467829"/>
                  </a:lnTo>
                  <a:lnTo>
                    <a:pt x="4371961" y="467829"/>
                  </a:lnTo>
                  <a:lnTo>
                    <a:pt x="4372055" y="467829"/>
                  </a:lnTo>
                  <a:lnTo>
                    <a:pt x="4372148" y="467829"/>
                  </a:lnTo>
                  <a:lnTo>
                    <a:pt x="4372241" y="467829"/>
                  </a:lnTo>
                  <a:lnTo>
                    <a:pt x="4372334" y="467829"/>
                  </a:lnTo>
                  <a:lnTo>
                    <a:pt x="4372428" y="467829"/>
                  </a:lnTo>
                  <a:lnTo>
                    <a:pt x="4372521" y="467829"/>
                  </a:lnTo>
                  <a:lnTo>
                    <a:pt x="4372614" y="467829"/>
                  </a:lnTo>
                  <a:lnTo>
                    <a:pt x="4372707" y="467829"/>
                  </a:lnTo>
                  <a:lnTo>
                    <a:pt x="4372801" y="467829"/>
                  </a:lnTo>
                  <a:lnTo>
                    <a:pt x="4372894" y="467829"/>
                  </a:lnTo>
                  <a:lnTo>
                    <a:pt x="4372987" y="467829"/>
                  </a:lnTo>
                  <a:lnTo>
                    <a:pt x="4373080" y="467829"/>
                  </a:lnTo>
                  <a:lnTo>
                    <a:pt x="4373174" y="467829"/>
                  </a:lnTo>
                  <a:lnTo>
                    <a:pt x="4373267" y="467829"/>
                  </a:lnTo>
                  <a:lnTo>
                    <a:pt x="4373360" y="467829"/>
                  </a:lnTo>
                  <a:lnTo>
                    <a:pt x="4373453" y="467829"/>
                  </a:lnTo>
                  <a:lnTo>
                    <a:pt x="4373547" y="467829"/>
                  </a:lnTo>
                  <a:lnTo>
                    <a:pt x="4373640" y="467829"/>
                  </a:lnTo>
                  <a:lnTo>
                    <a:pt x="4373733" y="467829"/>
                  </a:lnTo>
                  <a:lnTo>
                    <a:pt x="4373826" y="467829"/>
                  </a:lnTo>
                  <a:lnTo>
                    <a:pt x="4373920" y="467829"/>
                  </a:lnTo>
                  <a:lnTo>
                    <a:pt x="4374013" y="467829"/>
                  </a:lnTo>
                  <a:lnTo>
                    <a:pt x="4374106" y="467829"/>
                  </a:lnTo>
                  <a:lnTo>
                    <a:pt x="4374199" y="467829"/>
                  </a:lnTo>
                  <a:lnTo>
                    <a:pt x="4374293" y="467829"/>
                  </a:lnTo>
                  <a:lnTo>
                    <a:pt x="4374386" y="467829"/>
                  </a:lnTo>
                  <a:lnTo>
                    <a:pt x="4374479" y="467829"/>
                  </a:lnTo>
                  <a:lnTo>
                    <a:pt x="4374572" y="467829"/>
                  </a:lnTo>
                  <a:lnTo>
                    <a:pt x="4374666" y="467829"/>
                  </a:lnTo>
                  <a:lnTo>
                    <a:pt x="4374759" y="467829"/>
                  </a:lnTo>
                  <a:lnTo>
                    <a:pt x="4374852" y="467829"/>
                  </a:lnTo>
                  <a:lnTo>
                    <a:pt x="4374945" y="467829"/>
                  </a:lnTo>
                  <a:lnTo>
                    <a:pt x="4375039" y="467829"/>
                  </a:lnTo>
                  <a:lnTo>
                    <a:pt x="4375132" y="467829"/>
                  </a:lnTo>
                  <a:lnTo>
                    <a:pt x="4375225" y="467829"/>
                  </a:lnTo>
                  <a:lnTo>
                    <a:pt x="4375318" y="467829"/>
                  </a:lnTo>
                  <a:lnTo>
                    <a:pt x="4375412" y="467829"/>
                  </a:lnTo>
                  <a:lnTo>
                    <a:pt x="4375505" y="467829"/>
                  </a:lnTo>
                  <a:lnTo>
                    <a:pt x="4375598" y="467829"/>
                  </a:lnTo>
                  <a:lnTo>
                    <a:pt x="4375691" y="467829"/>
                  </a:lnTo>
                  <a:lnTo>
                    <a:pt x="4375785" y="467829"/>
                  </a:lnTo>
                  <a:lnTo>
                    <a:pt x="4375878" y="467829"/>
                  </a:lnTo>
                  <a:lnTo>
                    <a:pt x="4375971" y="467829"/>
                  </a:lnTo>
                  <a:lnTo>
                    <a:pt x="4376064" y="467829"/>
                  </a:lnTo>
                  <a:lnTo>
                    <a:pt x="4376158" y="467829"/>
                  </a:lnTo>
                  <a:lnTo>
                    <a:pt x="4376158" y="457875"/>
                  </a:lnTo>
                  <a:lnTo>
                    <a:pt x="4376251" y="457875"/>
                  </a:lnTo>
                  <a:lnTo>
                    <a:pt x="4376344" y="457875"/>
                  </a:lnTo>
                  <a:lnTo>
                    <a:pt x="4376437" y="457875"/>
                  </a:lnTo>
                  <a:lnTo>
                    <a:pt x="4376531" y="457875"/>
                  </a:lnTo>
                  <a:lnTo>
                    <a:pt x="4376624" y="457875"/>
                  </a:lnTo>
                  <a:lnTo>
                    <a:pt x="4376717" y="457875"/>
                  </a:lnTo>
                  <a:lnTo>
                    <a:pt x="4376810" y="457875"/>
                  </a:lnTo>
                  <a:lnTo>
                    <a:pt x="4376904" y="457875"/>
                  </a:lnTo>
                  <a:lnTo>
                    <a:pt x="4376997" y="457875"/>
                  </a:lnTo>
                  <a:lnTo>
                    <a:pt x="4377090" y="457875"/>
                  </a:lnTo>
                  <a:lnTo>
                    <a:pt x="4377183" y="457875"/>
                  </a:lnTo>
                  <a:lnTo>
                    <a:pt x="4377277" y="457875"/>
                  </a:lnTo>
                  <a:lnTo>
                    <a:pt x="4377370" y="457875"/>
                  </a:lnTo>
                  <a:lnTo>
                    <a:pt x="4377463" y="457875"/>
                  </a:lnTo>
                  <a:lnTo>
                    <a:pt x="4377556" y="457875"/>
                  </a:lnTo>
                  <a:lnTo>
                    <a:pt x="4377650" y="457875"/>
                  </a:lnTo>
                  <a:lnTo>
                    <a:pt x="4377743" y="457875"/>
                  </a:lnTo>
                  <a:lnTo>
                    <a:pt x="4377836" y="457875"/>
                  </a:lnTo>
                  <a:lnTo>
                    <a:pt x="4377929" y="457875"/>
                  </a:lnTo>
                  <a:lnTo>
                    <a:pt x="4378022" y="457875"/>
                  </a:lnTo>
                  <a:lnTo>
                    <a:pt x="4378116" y="457875"/>
                  </a:lnTo>
                  <a:lnTo>
                    <a:pt x="4378209" y="457875"/>
                  </a:lnTo>
                  <a:lnTo>
                    <a:pt x="4378302" y="457875"/>
                  </a:lnTo>
                  <a:lnTo>
                    <a:pt x="4378395" y="457875"/>
                  </a:lnTo>
                  <a:lnTo>
                    <a:pt x="4378489" y="457875"/>
                  </a:lnTo>
                  <a:lnTo>
                    <a:pt x="4378582" y="457875"/>
                  </a:lnTo>
                  <a:lnTo>
                    <a:pt x="4378675" y="457875"/>
                  </a:lnTo>
                  <a:lnTo>
                    <a:pt x="4378768" y="457875"/>
                  </a:lnTo>
                  <a:lnTo>
                    <a:pt x="4378862" y="457875"/>
                  </a:lnTo>
                  <a:lnTo>
                    <a:pt x="4378955" y="457875"/>
                  </a:lnTo>
                  <a:lnTo>
                    <a:pt x="4379048" y="457875"/>
                  </a:lnTo>
                  <a:lnTo>
                    <a:pt x="4379141" y="457875"/>
                  </a:lnTo>
                  <a:lnTo>
                    <a:pt x="4379235" y="457875"/>
                  </a:lnTo>
                  <a:lnTo>
                    <a:pt x="4379328" y="457875"/>
                  </a:lnTo>
                  <a:lnTo>
                    <a:pt x="4379421" y="457875"/>
                  </a:lnTo>
                  <a:lnTo>
                    <a:pt x="4379514" y="457875"/>
                  </a:lnTo>
                  <a:lnTo>
                    <a:pt x="4379608" y="457875"/>
                  </a:lnTo>
                  <a:lnTo>
                    <a:pt x="4379701" y="457875"/>
                  </a:lnTo>
                  <a:lnTo>
                    <a:pt x="4379794" y="457875"/>
                  </a:lnTo>
                  <a:lnTo>
                    <a:pt x="4379887" y="457875"/>
                  </a:lnTo>
                  <a:lnTo>
                    <a:pt x="4379981" y="457875"/>
                  </a:lnTo>
                  <a:lnTo>
                    <a:pt x="4380074" y="457875"/>
                  </a:lnTo>
                  <a:lnTo>
                    <a:pt x="4380167" y="457875"/>
                  </a:lnTo>
                  <a:lnTo>
                    <a:pt x="4380260" y="457875"/>
                  </a:lnTo>
                  <a:lnTo>
                    <a:pt x="4380354" y="457875"/>
                  </a:lnTo>
                  <a:lnTo>
                    <a:pt x="4380447" y="457875"/>
                  </a:lnTo>
                  <a:lnTo>
                    <a:pt x="4380540" y="457875"/>
                  </a:lnTo>
                  <a:lnTo>
                    <a:pt x="4380633" y="457875"/>
                  </a:lnTo>
                  <a:lnTo>
                    <a:pt x="4380727" y="457875"/>
                  </a:lnTo>
                  <a:lnTo>
                    <a:pt x="4380820" y="457875"/>
                  </a:lnTo>
                  <a:lnTo>
                    <a:pt x="4380913" y="457875"/>
                  </a:lnTo>
                  <a:lnTo>
                    <a:pt x="4381006" y="457875"/>
                  </a:lnTo>
                  <a:lnTo>
                    <a:pt x="4381100" y="457875"/>
                  </a:lnTo>
                  <a:lnTo>
                    <a:pt x="4381193" y="457875"/>
                  </a:lnTo>
                  <a:lnTo>
                    <a:pt x="4381286" y="457875"/>
                  </a:lnTo>
                  <a:lnTo>
                    <a:pt x="4381379" y="457875"/>
                  </a:lnTo>
                  <a:lnTo>
                    <a:pt x="4381473" y="457875"/>
                  </a:lnTo>
                  <a:lnTo>
                    <a:pt x="4381566" y="457875"/>
                  </a:lnTo>
                  <a:lnTo>
                    <a:pt x="4381659" y="457875"/>
                  </a:lnTo>
                  <a:lnTo>
                    <a:pt x="4381752" y="457875"/>
                  </a:lnTo>
                  <a:lnTo>
                    <a:pt x="4381846" y="457875"/>
                  </a:lnTo>
                  <a:lnTo>
                    <a:pt x="4381939" y="457875"/>
                  </a:lnTo>
                  <a:lnTo>
                    <a:pt x="4382032" y="457875"/>
                  </a:lnTo>
                  <a:lnTo>
                    <a:pt x="4382125" y="457875"/>
                  </a:lnTo>
                  <a:lnTo>
                    <a:pt x="4382219" y="457875"/>
                  </a:lnTo>
                  <a:lnTo>
                    <a:pt x="4382312" y="457875"/>
                  </a:lnTo>
                  <a:lnTo>
                    <a:pt x="4382405" y="457875"/>
                  </a:lnTo>
                  <a:lnTo>
                    <a:pt x="4382498" y="457875"/>
                  </a:lnTo>
                  <a:lnTo>
                    <a:pt x="4382592" y="457875"/>
                  </a:lnTo>
                  <a:lnTo>
                    <a:pt x="4382685" y="457875"/>
                  </a:lnTo>
                  <a:lnTo>
                    <a:pt x="4382778" y="457875"/>
                  </a:lnTo>
                  <a:lnTo>
                    <a:pt x="4382871" y="457875"/>
                  </a:lnTo>
                  <a:lnTo>
                    <a:pt x="4382965" y="457875"/>
                  </a:lnTo>
                  <a:lnTo>
                    <a:pt x="4383058" y="457875"/>
                  </a:lnTo>
                  <a:lnTo>
                    <a:pt x="4383151" y="457875"/>
                  </a:lnTo>
                  <a:lnTo>
                    <a:pt x="4383244" y="457875"/>
                  </a:lnTo>
                  <a:lnTo>
                    <a:pt x="4383338" y="457875"/>
                  </a:lnTo>
                  <a:lnTo>
                    <a:pt x="4383431" y="457875"/>
                  </a:lnTo>
                  <a:lnTo>
                    <a:pt x="4383524" y="457875"/>
                  </a:lnTo>
                  <a:lnTo>
                    <a:pt x="4383617" y="457875"/>
                  </a:lnTo>
                  <a:lnTo>
                    <a:pt x="4383711" y="457875"/>
                  </a:lnTo>
                  <a:lnTo>
                    <a:pt x="4383804" y="457875"/>
                  </a:lnTo>
                  <a:lnTo>
                    <a:pt x="4383897" y="457875"/>
                  </a:lnTo>
                  <a:lnTo>
                    <a:pt x="4383990" y="457875"/>
                  </a:lnTo>
                  <a:lnTo>
                    <a:pt x="4384084" y="457875"/>
                  </a:lnTo>
                  <a:lnTo>
                    <a:pt x="4384177" y="457875"/>
                  </a:lnTo>
                  <a:lnTo>
                    <a:pt x="4384270" y="457875"/>
                  </a:lnTo>
                  <a:lnTo>
                    <a:pt x="4384270" y="447922"/>
                  </a:lnTo>
                  <a:lnTo>
                    <a:pt x="4384363" y="447922"/>
                  </a:lnTo>
                  <a:lnTo>
                    <a:pt x="4384457" y="447922"/>
                  </a:lnTo>
                  <a:lnTo>
                    <a:pt x="4384550" y="447922"/>
                  </a:lnTo>
                  <a:lnTo>
                    <a:pt x="4384643" y="447922"/>
                  </a:lnTo>
                  <a:lnTo>
                    <a:pt x="4384736" y="447922"/>
                  </a:lnTo>
                  <a:lnTo>
                    <a:pt x="4384829" y="447922"/>
                  </a:lnTo>
                  <a:lnTo>
                    <a:pt x="4384923" y="447922"/>
                  </a:lnTo>
                  <a:lnTo>
                    <a:pt x="4385016" y="447922"/>
                  </a:lnTo>
                  <a:lnTo>
                    <a:pt x="4385109" y="447922"/>
                  </a:lnTo>
                  <a:lnTo>
                    <a:pt x="4385202" y="447922"/>
                  </a:lnTo>
                  <a:lnTo>
                    <a:pt x="4385296" y="447922"/>
                  </a:lnTo>
                  <a:lnTo>
                    <a:pt x="4385389" y="447922"/>
                  </a:lnTo>
                  <a:lnTo>
                    <a:pt x="4385482" y="447922"/>
                  </a:lnTo>
                  <a:lnTo>
                    <a:pt x="4385575" y="447922"/>
                  </a:lnTo>
                  <a:lnTo>
                    <a:pt x="4385669" y="447922"/>
                  </a:lnTo>
                  <a:lnTo>
                    <a:pt x="4385762" y="447922"/>
                  </a:lnTo>
                  <a:lnTo>
                    <a:pt x="4385855" y="447922"/>
                  </a:lnTo>
                  <a:lnTo>
                    <a:pt x="4385948" y="447922"/>
                  </a:lnTo>
                  <a:lnTo>
                    <a:pt x="4386042" y="447922"/>
                  </a:lnTo>
                  <a:lnTo>
                    <a:pt x="4386135" y="447922"/>
                  </a:lnTo>
                  <a:lnTo>
                    <a:pt x="4386228" y="447922"/>
                  </a:lnTo>
                  <a:lnTo>
                    <a:pt x="4386321" y="447922"/>
                  </a:lnTo>
                  <a:lnTo>
                    <a:pt x="4386415" y="447922"/>
                  </a:lnTo>
                  <a:lnTo>
                    <a:pt x="4386508" y="447922"/>
                  </a:lnTo>
                  <a:lnTo>
                    <a:pt x="4386601" y="447922"/>
                  </a:lnTo>
                  <a:lnTo>
                    <a:pt x="4386694" y="447922"/>
                  </a:lnTo>
                  <a:lnTo>
                    <a:pt x="4386788" y="447922"/>
                  </a:lnTo>
                  <a:lnTo>
                    <a:pt x="4386881" y="447922"/>
                  </a:lnTo>
                  <a:lnTo>
                    <a:pt x="4386974" y="447922"/>
                  </a:lnTo>
                  <a:lnTo>
                    <a:pt x="4387067" y="447922"/>
                  </a:lnTo>
                  <a:lnTo>
                    <a:pt x="4387161" y="447922"/>
                  </a:lnTo>
                  <a:lnTo>
                    <a:pt x="4387254" y="447922"/>
                  </a:lnTo>
                  <a:lnTo>
                    <a:pt x="4387347" y="447922"/>
                  </a:lnTo>
                  <a:lnTo>
                    <a:pt x="4387440" y="447922"/>
                  </a:lnTo>
                  <a:lnTo>
                    <a:pt x="4387534" y="447922"/>
                  </a:lnTo>
                  <a:lnTo>
                    <a:pt x="4387627" y="447922"/>
                  </a:lnTo>
                  <a:lnTo>
                    <a:pt x="4387720" y="447922"/>
                  </a:lnTo>
                  <a:lnTo>
                    <a:pt x="4387813" y="447922"/>
                  </a:lnTo>
                  <a:lnTo>
                    <a:pt x="4387907" y="447922"/>
                  </a:lnTo>
                  <a:lnTo>
                    <a:pt x="4388000" y="447922"/>
                  </a:lnTo>
                  <a:lnTo>
                    <a:pt x="4388093" y="447922"/>
                  </a:lnTo>
                  <a:lnTo>
                    <a:pt x="4388186" y="447922"/>
                  </a:lnTo>
                  <a:lnTo>
                    <a:pt x="4388280" y="447922"/>
                  </a:lnTo>
                  <a:lnTo>
                    <a:pt x="4388373" y="447922"/>
                  </a:lnTo>
                  <a:lnTo>
                    <a:pt x="4388466" y="447922"/>
                  </a:lnTo>
                  <a:lnTo>
                    <a:pt x="4388559" y="447922"/>
                  </a:lnTo>
                  <a:lnTo>
                    <a:pt x="4388653" y="447922"/>
                  </a:lnTo>
                  <a:lnTo>
                    <a:pt x="4388746" y="447922"/>
                  </a:lnTo>
                  <a:lnTo>
                    <a:pt x="4388839" y="447922"/>
                  </a:lnTo>
                  <a:lnTo>
                    <a:pt x="4388932" y="447922"/>
                  </a:lnTo>
                  <a:lnTo>
                    <a:pt x="4389026" y="447922"/>
                  </a:lnTo>
                  <a:lnTo>
                    <a:pt x="4389119" y="447922"/>
                  </a:lnTo>
                  <a:lnTo>
                    <a:pt x="4389212" y="447922"/>
                  </a:lnTo>
                  <a:lnTo>
                    <a:pt x="4389305" y="447922"/>
                  </a:lnTo>
                  <a:lnTo>
                    <a:pt x="4389399" y="447922"/>
                  </a:lnTo>
                  <a:lnTo>
                    <a:pt x="4389492" y="447922"/>
                  </a:lnTo>
                  <a:lnTo>
                    <a:pt x="4389585" y="447922"/>
                  </a:lnTo>
                  <a:lnTo>
                    <a:pt x="4389678" y="447922"/>
                  </a:lnTo>
                  <a:lnTo>
                    <a:pt x="4389772" y="447922"/>
                  </a:lnTo>
                  <a:lnTo>
                    <a:pt x="4389865" y="447922"/>
                  </a:lnTo>
                  <a:lnTo>
                    <a:pt x="4389958" y="447922"/>
                  </a:lnTo>
                  <a:lnTo>
                    <a:pt x="4390051" y="447922"/>
                  </a:lnTo>
                  <a:lnTo>
                    <a:pt x="4390145" y="447922"/>
                  </a:lnTo>
                  <a:lnTo>
                    <a:pt x="4390238" y="447922"/>
                  </a:lnTo>
                  <a:lnTo>
                    <a:pt x="4390331" y="447922"/>
                  </a:lnTo>
                  <a:lnTo>
                    <a:pt x="4390424" y="447922"/>
                  </a:lnTo>
                  <a:lnTo>
                    <a:pt x="4390518" y="447922"/>
                  </a:lnTo>
                  <a:lnTo>
                    <a:pt x="4390611" y="447922"/>
                  </a:lnTo>
                  <a:lnTo>
                    <a:pt x="4390704" y="447922"/>
                  </a:lnTo>
                  <a:lnTo>
                    <a:pt x="4390797" y="447922"/>
                  </a:lnTo>
                  <a:lnTo>
                    <a:pt x="4390891" y="447922"/>
                  </a:lnTo>
                  <a:lnTo>
                    <a:pt x="4390984" y="447922"/>
                  </a:lnTo>
                  <a:lnTo>
                    <a:pt x="4391077" y="447922"/>
                  </a:lnTo>
                  <a:lnTo>
                    <a:pt x="4391170" y="447922"/>
                  </a:lnTo>
                  <a:lnTo>
                    <a:pt x="4391264" y="447922"/>
                  </a:lnTo>
                  <a:lnTo>
                    <a:pt x="4391357" y="447922"/>
                  </a:lnTo>
                  <a:lnTo>
                    <a:pt x="4391450" y="447922"/>
                  </a:lnTo>
                  <a:lnTo>
                    <a:pt x="4391543" y="447922"/>
                  </a:lnTo>
                  <a:lnTo>
                    <a:pt x="4391636" y="447922"/>
                  </a:lnTo>
                  <a:lnTo>
                    <a:pt x="4391730" y="447922"/>
                  </a:lnTo>
                  <a:lnTo>
                    <a:pt x="4391823" y="447922"/>
                  </a:lnTo>
                  <a:lnTo>
                    <a:pt x="4391916" y="447922"/>
                  </a:lnTo>
                  <a:lnTo>
                    <a:pt x="4392009" y="447922"/>
                  </a:lnTo>
                  <a:lnTo>
                    <a:pt x="4392103" y="447922"/>
                  </a:lnTo>
                  <a:lnTo>
                    <a:pt x="4392196" y="447922"/>
                  </a:lnTo>
                  <a:lnTo>
                    <a:pt x="4392289" y="447922"/>
                  </a:lnTo>
                  <a:lnTo>
                    <a:pt x="4392382" y="447922"/>
                  </a:lnTo>
                  <a:lnTo>
                    <a:pt x="4392476" y="447922"/>
                  </a:lnTo>
                  <a:lnTo>
                    <a:pt x="4392569" y="447922"/>
                  </a:lnTo>
                  <a:lnTo>
                    <a:pt x="4392662" y="447922"/>
                  </a:lnTo>
                  <a:lnTo>
                    <a:pt x="4392755" y="447922"/>
                  </a:lnTo>
                  <a:lnTo>
                    <a:pt x="4392849" y="447922"/>
                  </a:lnTo>
                  <a:lnTo>
                    <a:pt x="4392942" y="447922"/>
                  </a:lnTo>
                  <a:lnTo>
                    <a:pt x="4393035" y="447922"/>
                  </a:lnTo>
                  <a:lnTo>
                    <a:pt x="4393128" y="447922"/>
                  </a:lnTo>
                  <a:lnTo>
                    <a:pt x="4393222" y="447922"/>
                  </a:lnTo>
                  <a:lnTo>
                    <a:pt x="4393315" y="447922"/>
                  </a:lnTo>
                  <a:lnTo>
                    <a:pt x="4393408" y="447922"/>
                  </a:lnTo>
                  <a:lnTo>
                    <a:pt x="4393501" y="447922"/>
                  </a:lnTo>
                  <a:lnTo>
                    <a:pt x="4393595" y="447922"/>
                  </a:lnTo>
                  <a:lnTo>
                    <a:pt x="4393688" y="447922"/>
                  </a:lnTo>
                  <a:lnTo>
                    <a:pt x="4393781" y="447922"/>
                  </a:lnTo>
                  <a:lnTo>
                    <a:pt x="4393874" y="447922"/>
                  </a:lnTo>
                  <a:lnTo>
                    <a:pt x="4393968" y="447922"/>
                  </a:lnTo>
                  <a:lnTo>
                    <a:pt x="4394061" y="447922"/>
                  </a:lnTo>
                  <a:lnTo>
                    <a:pt x="4394154" y="447922"/>
                  </a:lnTo>
                  <a:lnTo>
                    <a:pt x="4394247" y="447922"/>
                  </a:lnTo>
                  <a:lnTo>
                    <a:pt x="4394341" y="447922"/>
                  </a:lnTo>
                  <a:lnTo>
                    <a:pt x="4394434" y="447922"/>
                  </a:lnTo>
                  <a:lnTo>
                    <a:pt x="4394527" y="447922"/>
                  </a:lnTo>
                  <a:lnTo>
                    <a:pt x="4394620" y="447922"/>
                  </a:lnTo>
                  <a:lnTo>
                    <a:pt x="4394714" y="447922"/>
                  </a:lnTo>
                  <a:lnTo>
                    <a:pt x="4394807" y="447922"/>
                  </a:lnTo>
                  <a:lnTo>
                    <a:pt x="4394900" y="447922"/>
                  </a:lnTo>
                  <a:lnTo>
                    <a:pt x="4394993" y="447922"/>
                  </a:lnTo>
                  <a:lnTo>
                    <a:pt x="4395087" y="447922"/>
                  </a:lnTo>
                  <a:lnTo>
                    <a:pt x="4395180" y="447922"/>
                  </a:lnTo>
                  <a:lnTo>
                    <a:pt x="4395273" y="447922"/>
                  </a:lnTo>
                  <a:lnTo>
                    <a:pt x="4395366" y="447922"/>
                  </a:lnTo>
                  <a:lnTo>
                    <a:pt x="4395460" y="447922"/>
                  </a:lnTo>
                  <a:lnTo>
                    <a:pt x="4395553" y="447922"/>
                  </a:lnTo>
                  <a:lnTo>
                    <a:pt x="4395646" y="447922"/>
                  </a:lnTo>
                  <a:lnTo>
                    <a:pt x="4395739" y="447922"/>
                  </a:lnTo>
                  <a:lnTo>
                    <a:pt x="4395833" y="447922"/>
                  </a:lnTo>
                  <a:lnTo>
                    <a:pt x="4395926" y="447922"/>
                  </a:lnTo>
                  <a:lnTo>
                    <a:pt x="4396019" y="447922"/>
                  </a:lnTo>
                  <a:lnTo>
                    <a:pt x="4396112" y="447922"/>
                  </a:lnTo>
                  <a:lnTo>
                    <a:pt x="4396206" y="447922"/>
                  </a:lnTo>
                  <a:lnTo>
                    <a:pt x="4396299" y="447922"/>
                  </a:lnTo>
                  <a:lnTo>
                    <a:pt x="4396392" y="447922"/>
                  </a:lnTo>
                  <a:lnTo>
                    <a:pt x="4396485" y="447922"/>
                  </a:lnTo>
                  <a:lnTo>
                    <a:pt x="4396579" y="447922"/>
                  </a:lnTo>
                  <a:lnTo>
                    <a:pt x="4396672" y="447922"/>
                  </a:lnTo>
                  <a:lnTo>
                    <a:pt x="4396765" y="447922"/>
                  </a:lnTo>
                  <a:lnTo>
                    <a:pt x="4396858" y="447922"/>
                  </a:lnTo>
                  <a:lnTo>
                    <a:pt x="4396952" y="447922"/>
                  </a:lnTo>
                  <a:lnTo>
                    <a:pt x="4397045" y="447922"/>
                  </a:lnTo>
                  <a:lnTo>
                    <a:pt x="4397138" y="447922"/>
                  </a:lnTo>
                  <a:lnTo>
                    <a:pt x="4397231" y="447922"/>
                  </a:lnTo>
                  <a:lnTo>
                    <a:pt x="4397325" y="447922"/>
                  </a:lnTo>
                  <a:lnTo>
                    <a:pt x="4397418" y="447922"/>
                  </a:lnTo>
                  <a:lnTo>
                    <a:pt x="4397511" y="447922"/>
                  </a:lnTo>
                  <a:lnTo>
                    <a:pt x="4397604" y="447922"/>
                  </a:lnTo>
                  <a:lnTo>
                    <a:pt x="4397698" y="447922"/>
                  </a:lnTo>
                  <a:lnTo>
                    <a:pt x="4397791" y="447922"/>
                  </a:lnTo>
                  <a:lnTo>
                    <a:pt x="4397884" y="447922"/>
                  </a:lnTo>
                  <a:lnTo>
                    <a:pt x="4397977" y="447922"/>
                  </a:lnTo>
                  <a:lnTo>
                    <a:pt x="4398071" y="447922"/>
                  </a:lnTo>
                  <a:lnTo>
                    <a:pt x="4398164" y="447922"/>
                  </a:lnTo>
                  <a:lnTo>
                    <a:pt x="4398257" y="447922"/>
                  </a:lnTo>
                  <a:lnTo>
                    <a:pt x="4398350" y="447922"/>
                  </a:lnTo>
                  <a:lnTo>
                    <a:pt x="4398444" y="447922"/>
                  </a:lnTo>
                  <a:lnTo>
                    <a:pt x="4398537" y="447922"/>
                  </a:lnTo>
                  <a:lnTo>
                    <a:pt x="4398630" y="447922"/>
                  </a:lnTo>
                  <a:lnTo>
                    <a:pt x="4398723" y="447922"/>
                  </a:lnTo>
                  <a:lnTo>
                    <a:pt x="4398816" y="447922"/>
                  </a:lnTo>
                  <a:lnTo>
                    <a:pt x="4398910" y="447922"/>
                  </a:lnTo>
                  <a:lnTo>
                    <a:pt x="4399003" y="447922"/>
                  </a:lnTo>
                  <a:lnTo>
                    <a:pt x="4399096" y="447922"/>
                  </a:lnTo>
                  <a:lnTo>
                    <a:pt x="4399189" y="447922"/>
                  </a:lnTo>
                  <a:lnTo>
                    <a:pt x="4399283" y="447922"/>
                  </a:lnTo>
                  <a:lnTo>
                    <a:pt x="4399376" y="447922"/>
                  </a:lnTo>
                  <a:lnTo>
                    <a:pt x="4399469" y="447922"/>
                  </a:lnTo>
                  <a:lnTo>
                    <a:pt x="4399562" y="447922"/>
                  </a:lnTo>
                  <a:lnTo>
                    <a:pt x="4399656" y="447922"/>
                  </a:lnTo>
                  <a:lnTo>
                    <a:pt x="4399749" y="447922"/>
                  </a:lnTo>
                  <a:lnTo>
                    <a:pt x="4399842" y="447922"/>
                  </a:lnTo>
                  <a:lnTo>
                    <a:pt x="4399935" y="447922"/>
                  </a:lnTo>
                  <a:lnTo>
                    <a:pt x="4400029" y="447922"/>
                  </a:lnTo>
                  <a:lnTo>
                    <a:pt x="4400122" y="447922"/>
                  </a:lnTo>
                  <a:lnTo>
                    <a:pt x="4400215" y="447922"/>
                  </a:lnTo>
                  <a:lnTo>
                    <a:pt x="4400308" y="447922"/>
                  </a:lnTo>
                  <a:lnTo>
                    <a:pt x="4400402" y="447922"/>
                  </a:lnTo>
                  <a:lnTo>
                    <a:pt x="4400495" y="447922"/>
                  </a:lnTo>
                  <a:lnTo>
                    <a:pt x="4400588" y="447922"/>
                  </a:lnTo>
                  <a:lnTo>
                    <a:pt x="4400681" y="447922"/>
                  </a:lnTo>
                  <a:lnTo>
                    <a:pt x="4400775" y="447922"/>
                  </a:lnTo>
                  <a:lnTo>
                    <a:pt x="4400868" y="447922"/>
                  </a:lnTo>
                  <a:lnTo>
                    <a:pt x="4400961" y="447922"/>
                  </a:lnTo>
                  <a:lnTo>
                    <a:pt x="4401054" y="447922"/>
                  </a:lnTo>
                  <a:lnTo>
                    <a:pt x="4401148" y="447922"/>
                  </a:lnTo>
                  <a:lnTo>
                    <a:pt x="4401241" y="447922"/>
                  </a:lnTo>
                  <a:lnTo>
                    <a:pt x="4401334" y="447922"/>
                  </a:lnTo>
                  <a:lnTo>
                    <a:pt x="4401427" y="447922"/>
                  </a:lnTo>
                  <a:lnTo>
                    <a:pt x="4401521" y="447922"/>
                  </a:lnTo>
                  <a:lnTo>
                    <a:pt x="4401614" y="447922"/>
                  </a:lnTo>
                  <a:lnTo>
                    <a:pt x="4401707" y="447922"/>
                  </a:lnTo>
                  <a:lnTo>
                    <a:pt x="4401800" y="447922"/>
                  </a:lnTo>
                  <a:lnTo>
                    <a:pt x="4401894" y="447922"/>
                  </a:lnTo>
                  <a:lnTo>
                    <a:pt x="4401987" y="447922"/>
                  </a:lnTo>
                  <a:lnTo>
                    <a:pt x="4402080" y="447922"/>
                  </a:lnTo>
                  <a:lnTo>
                    <a:pt x="4402173" y="447922"/>
                  </a:lnTo>
                  <a:lnTo>
                    <a:pt x="4402267" y="447922"/>
                  </a:lnTo>
                  <a:lnTo>
                    <a:pt x="4402360" y="447922"/>
                  </a:lnTo>
                  <a:lnTo>
                    <a:pt x="4402453" y="447922"/>
                  </a:lnTo>
                  <a:lnTo>
                    <a:pt x="4402546" y="447922"/>
                  </a:lnTo>
                  <a:lnTo>
                    <a:pt x="4402640" y="447922"/>
                  </a:lnTo>
                  <a:lnTo>
                    <a:pt x="4402733" y="447922"/>
                  </a:lnTo>
                  <a:lnTo>
                    <a:pt x="4402826" y="447922"/>
                  </a:lnTo>
                  <a:lnTo>
                    <a:pt x="4402919" y="447922"/>
                  </a:lnTo>
                  <a:lnTo>
                    <a:pt x="4403013" y="447922"/>
                  </a:lnTo>
                  <a:lnTo>
                    <a:pt x="4403106" y="447922"/>
                  </a:lnTo>
                  <a:lnTo>
                    <a:pt x="4403199" y="447922"/>
                  </a:lnTo>
                  <a:lnTo>
                    <a:pt x="4403292" y="447922"/>
                  </a:lnTo>
                  <a:lnTo>
                    <a:pt x="4403386" y="447922"/>
                  </a:lnTo>
                  <a:lnTo>
                    <a:pt x="4403479" y="447922"/>
                  </a:lnTo>
                  <a:lnTo>
                    <a:pt x="4403572" y="447922"/>
                  </a:lnTo>
                  <a:lnTo>
                    <a:pt x="4403665" y="447922"/>
                  </a:lnTo>
                  <a:lnTo>
                    <a:pt x="4403759" y="447922"/>
                  </a:lnTo>
                  <a:lnTo>
                    <a:pt x="4403852" y="447922"/>
                  </a:lnTo>
                  <a:lnTo>
                    <a:pt x="4403945" y="447922"/>
                  </a:lnTo>
                  <a:lnTo>
                    <a:pt x="4404038" y="447922"/>
                  </a:lnTo>
                  <a:lnTo>
                    <a:pt x="4404132" y="447922"/>
                  </a:lnTo>
                  <a:lnTo>
                    <a:pt x="4404225" y="447922"/>
                  </a:lnTo>
                  <a:lnTo>
                    <a:pt x="4404318" y="447922"/>
                  </a:lnTo>
                  <a:lnTo>
                    <a:pt x="4404411" y="447922"/>
                  </a:lnTo>
                  <a:lnTo>
                    <a:pt x="4404505" y="447922"/>
                  </a:lnTo>
                  <a:lnTo>
                    <a:pt x="4404598" y="447922"/>
                  </a:lnTo>
                  <a:lnTo>
                    <a:pt x="4404691" y="447922"/>
                  </a:lnTo>
                  <a:lnTo>
                    <a:pt x="4404784" y="447922"/>
                  </a:lnTo>
                  <a:lnTo>
                    <a:pt x="4404878" y="447922"/>
                  </a:lnTo>
                  <a:lnTo>
                    <a:pt x="4404971" y="447922"/>
                  </a:lnTo>
                  <a:lnTo>
                    <a:pt x="4405064" y="447922"/>
                  </a:lnTo>
                  <a:lnTo>
                    <a:pt x="4405157" y="447922"/>
                  </a:lnTo>
                  <a:lnTo>
                    <a:pt x="4405251" y="447922"/>
                  </a:lnTo>
                  <a:lnTo>
                    <a:pt x="4405344" y="447922"/>
                  </a:lnTo>
                  <a:lnTo>
                    <a:pt x="4405437" y="447922"/>
                  </a:lnTo>
                  <a:lnTo>
                    <a:pt x="4405530" y="447922"/>
                  </a:lnTo>
                  <a:lnTo>
                    <a:pt x="4405623" y="447922"/>
                  </a:lnTo>
                  <a:lnTo>
                    <a:pt x="4405717" y="447922"/>
                  </a:lnTo>
                  <a:lnTo>
                    <a:pt x="4405810" y="447922"/>
                  </a:lnTo>
                  <a:lnTo>
                    <a:pt x="4405903" y="447922"/>
                  </a:lnTo>
                  <a:lnTo>
                    <a:pt x="4405996" y="447922"/>
                  </a:lnTo>
                  <a:lnTo>
                    <a:pt x="4406090" y="447922"/>
                  </a:lnTo>
                  <a:lnTo>
                    <a:pt x="4406183" y="447922"/>
                  </a:lnTo>
                  <a:lnTo>
                    <a:pt x="4406276" y="447922"/>
                  </a:lnTo>
                  <a:lnTo>
                    <a:pt x="4406369" y="447922"/>
                  </a:lnTo>
                  <a:lnTo>
                    <a:pt x="4406463" y="447922"/>
                  </a:lnTo>
                  <a:lnTo>
                    <a:pt x="4406556" y="447922"/>
                  </a:lnTo>
                  <a:lnTo>
                    <a:pt x="4406649" y="447922"/>
                  </a:lnTo>
                  <a:lnTo>
                    <a:pt x="4406742" y="447922"/>
                  </a:lnTo>
                  <a:lnTo>
                    <a:pt x="4406836" y="447922"/>
                  </a:lnTo>
                  <a:lnTo>
                    <a:pt x="4406929" y="447922"/>
                  </a:lnTo>
                  <a:lnTo>
                    <a:pt x="4407022" y="447922"/>
                  </a:lnTo>
                  <a:lnTo>
                    <a:pt x="4407115" y="447922"/>
                  </a:lnTo>
                  <a:lnTo>
                    <a:pt x="4407209" y="447922"/>
                  </a:lnTo>
                  <a:lnTo>
                    <a:pt x="4407302" y="447922"/>
                  </a:lnTo>
                  <a:lnTo>
                    <a:pt x="4407395" y="447922"/>
                  </a:lnTo>
                  <a:lnTo>
                    <a:pt x="4407488" y="447922"/>
                  </a:lnTo>
                  <a:lnTo>
                    <a:pt x="4407582" y="447922"/>
                  </a:lnTo>
                  <a:lnTo>
                    <a:pt x="4407675" y="447922"/>
                  </a:lnTo>
                  <a:lnTo>
                    <a:pt x="4407768" y="447922"/>
                  </a:lnTo>
                  <a:lnTo>
                    <a:pt x="4407861" y="447922"/>
                  </a:lnTo>
                  <a:lnTo>
                    <a:pt x="4407955" y="447922"/>
                  </a:lnTo>
                  <a:lnTo>
                    <a:pt x="4408048" y="447922"/>
                  </a:lnTo>
                  <a:lnTo>
                    <a:pt x="4408141" y="447922"/>
                  </a:lnTo>
                  <a:lnTo>
                    <a:pt x="4408234" y="447922"/>
                  </a:lnTo>
                  <a:lnTo>
                    <a:pt x="4408328" y="447922"/>
                  </a:lnTo>
                  <a:lnTo>
                    <a:pt x="4408421" y="447922"/>
                  </a:lnTo>
                  <a:lnTo>
                    <a:pt x="4408514" y="447922"/>
                  </a:lnTo>
                  <a:lnTo>
                    <a:pt x="4408607" y="447922"/>
                  </a:lnTo>
                  <a:lnTo>
                    <a:pt x="4408701" y="447922"/>
                  </a:lnTo>
                  <a:lnTo>
                    <a:pt x="4408794" y="447922"/>
                  </a:lnTo>
                  <a:lnTo>
                    <a:pt x="4408887" y="447922"/>
                  </a:lnTo>
                  <a:lnTo>
                    <a:pt x="4408980" y="447922"/>
                  </a:lnTo>
                  <a:lnTo>
                    <a:pt x="4409074" y="447922"/>
                  </a:lnTo>
                  <a:lnTo>
                    <a:pt x="4409167" y="447922"/>
                  </a:lnTo>
                  <a:lnTo>
                    <a:pt x="4409260" y="447922"/>
                  </a:lnTo>
                  <a:lnTo>
                    <a:pt x="4409353" y="447922"/>
                  </a:lnTo>
                  <a:lnTo>
                    <a:pt x="4409447" y="447922"/>
                  </a:lnTo>
                  <a:lnTo>
                    <a:pt x="4409540" y="447922"/>
                  </a:lnTo>
                  <a:lnTo>
                    <a:pt x="4409633" y="447922"/>
                  </a:lnTo>
                  <a:lnTo>
                    <a:pt x="4409726" y="447922"/>
                  </a:lnTo>
                  <a:lnTo>
                    <a:pt x="4409820" y="447922"/>
                  </a:lnTo>
                  <a:lnTo>
                    <a:pt x="4409913" y="447922"/>
                  </a:lnTo>
                  <a:lnTo>
                    <a:pt x="4410006" y="447922"/>
                  </a:lnTo>
                  <a:lnTo>
                    <a:pt x="4410099" y="447922"/>
                  </a:lnTo>
                  <a:lnTo>
                    <a:pt x="4410193" y="447922"/>
                  </a:lnTo>
                  <a:lnTo>
                    <a:pt x="4410286" y="447922"/>
                  </a:lnTo>
                  <a:lnTo>
                    <a:pt x="4410379" y="447922"/>
                  </a:lnTo>
                  <a:lnTo>
                    <a:pt x="4410472" y="447922"/>
                  </a:lnTo>
                  <a:lnTo>
                    <a:pt x="4410566" y="447922"/>
                  </a:lnTo>
                  <a:lnTo>
                    <a:pt x="4410659" y="447922"/>
                  </a:lnTo>
                  <a:lnTo>
                    <a:pt x="4410752" y="447922"/>
                  </a:lnTo>
                  <a:lnTo>
                    <a:pt x="4410845" y="447922"/>
                  </a:lnTo>
                  <a:lnTo>
                    <a:pt x="4410939" y="447922"/>
                  </a:lnTo>
                  <a:lnTo>
                    <a:pt x="4411032" y="447922"/>
                  </a:lnTo>
                  <a:lnTo>
                    <a:pt x="4411125" y="447922"/>
                  </a:lnTo>
                  <a:lnTo>
                    <a:pt x="4411218" y="447922"/>
                  </a:lnTo>
                  <a:lnTo>
                    <a:pt x="4411312" y="447922"/>
                  </a:lnTo>
                  <a:lnTo>
                    <a:pt x="4411405" y="447922"/>
                  </a:lnTo>
                  <a:lnTo>
                    <a:pt x="4411498" y="447922"/>
                  </a:lnTo>
                  <a:lnTo>
                    <a:pt x="4411591" y="447922"/>
                  </a:lnTo>
                  <a:lnTo>
                    <a:pt x="4411685" y="447922"/>
                  </a:lnTo>
                  <a:lnTo>
                    <a:pt x="4411778" y="447922"/>
                  </a:lnTo>
                  <a:lnTo>
                    <a:pt x="4411871" y="447922"/>
                  </a:lnTo>
                  <a:lnTo>
                    <a:pt x="4411964" y="447922"/>
                  </a:lnTo>
                  <a:lnTo>
                    <a:pt x="4412058" y="447922"/>
                  </a:lnTo>
                  <a:lnTo>
                    <a:pt x="4412151" y="447922"/>
                  </a:lnTo>
                  <a:lnTo>
                    <a:pt x="4412244" y="447922"/>
                  </a:lnTo>
                  <a:lnTo>
                    <a:pt x="4412337" y="447922"/>
                  </a:lnTo>
                  <a:lnTo>
                    <a:pt x="4412431" y="447922"/>
                  </a:lnTo>
                  <a:lnTo>
                    <a:pt x="4412524" y="447922"/>
                  </a:lnTo>
                  <a:lnTo>
                    <a:pt x="4412617" y="447922"/>
                  </a:lnTo>
                  <a:lnTo>
                    <a:pt x="4412710" y="447922"/>
                  </a:lnTo>
                  <a:lnTo>
                    <a:pt x="4412803" y="447922"/>
                  </a:lnTo>
                  <a:lnTo>
                    <a:pt x="4412897" y="447922"/>
                  </a:lnTo>
                  <a:lnTo>
                    <a:pt x="4412897" y="437968"/>
                  </a:lnTo>
                  <a:lnTo>
                    <a:pt x="4412990" y="437968"/>
                  </a:lnTo>
                  <a:lnTo>
                    <a:pt x="4413083" y="437968"/>
                  </a:lnTo>
                  <a:lnTo>
                    <a:pt x="4413176" y="437968"/>
                  </a:lnTo>
                  <a:lnTo>
                    <a:pt x="4413270" y="437968"/>
                  </a:lnTo>
                  <a:lnTo>
                    <a:pt x="4413363" y="437968"/>
                  </a:lnTo>
                  <a:lnTo>
                    <a:pt x="4413456" y="437968"/>
                  </a:lnTo>
                  <a:lnTo>
                    <a:pt x="4413549" y="437968"/>
                  </a:lnTo>
                  <a:lnTo>
                    <a:pt x="4413643" y="437968"/>
                  </a:lnTo>
                  <a:lnTo>
                    <a:pt x="4413736" y="437968"/>
                  </a:lnTo>
                  <a:lnTo>
                    <a:pt x="4413829" y="437968"/>
                  </a:lnTo>
                  <a:lnTo>
                    <a:pt x="4413922" y="437968"/>
                  </a:lnTo>
                  <a:lnTo>
                    <a:pt x="4414016" y="437968"/>
                  </a:lnTo>
                  <a:lnTo>
                    <a:pt x="4414109" y="437968"/>
                  </a:lnTo>
                  <a:lnTo>
                    <a:pt x="4414202" y="437968"/>
                  </a:lnTo>
                  <a:lnTo>
                    <a:pt x="4414295" y="437968"/>
                  </a:lnTo>
                  <a:lnTo>
                    <a:pt x="4414389" y="437968"/>
                  </a:lnTo>
                  <a:lnTo>
                    <a:pt x="4414482" y="437968"/>
                  </a:lnTo>
                  <a:lnTo>
                    <a:pt x="4414575" y="437968"/>
                  </a:lnTo>
                  <a:lnTo>
                    <a:pt x="4414668" y="437968"/>
                  </a:lnTo>
                  <a:lnTo>
                    <a:pt x="4414762" y="437968"/>
                  </a:lnTo>
                  <a:lnTo>
                    <a:pt x="4414855" y="437968"/>
                  </a:lnTo>
                  <a:lnTo>
                    <a:pt x="4414948" y="437968"/>
                  </a:lnTo>
                  <a:lnTo>
                    <a:pt x="4415041" y="437968"/>
                  </a:lnTo>
                  <a:lnTo>
                    <a:pt x="4415135" y="437968"/>
                  </a:lnTo>
                  <a:lnTo>
                    <a:pt x="4415228" y="437968"/>
                  </a:lnTo>
                  <a:lnTo>
                    <a:pt x="4415321" y="437968"/>
                  </a:lnTo>
                  <a:lnTo>
                    <a:pt x="4415414" y="437968"/>
                  </a:lnTo>
                  <a:lnTo>
                    <a:pt x="4415508" y="437968"/>
                  </a:lnTo>
                  <a:lnTo>
                    <a:pt x="4415601" y="437968"/>
                  </a:lnTo>
                  <a:lnTo>
                    <a:pt x="4415694" y="437968"/>
                  </a:lnTo>
                  <a:lnTo>
                    <a:pt x="4415787" y="437968"/>
                  </a:lnTo>
                  <a:lnTo>
                    <a:pt x="4415881" y="437968"/>
                  </a:lnTo>
                  <a:lnTo>
                    <a:pt x="4415974" y="437968"/>
                  </a:lnTo>
                  <a:lnTo>
                    <a:pt x="4416067" y="437968"/>
                  </a:lnTo>
                  <a:lnTo>
                    <a:pt x="4416160" y="437968"/>
                  </a:lnTo>
                  <a:lnTo>
                    <a:pt x="4416254" y="437968"/>
                  </a:lnTo>
                  <a:lnTo>
                    <a:pt x="4416347" y="437968"/>
                  </a:lnTo>
                  <a:lnTo>
                    <a:pt x="4416440" y="437968"/>
                  </a:lnTo>
                  <a:lnTo>
                    <a:pt x="4416533" y="437968"/>
                  </a:lnTo>
                  <a:lnTo>
                    <a:pt x="4416627" y="437968"/>
                  </a:lnTo>
                  <a:lnTo>
                    <a:pt x="4416720" y="437968"/>
                  </a:lnTo>
                  <a:lnTo>
                    <a:pt x="4416813" y="437968"/>
                  </a:lnTo>
                  <a:lnTo>
                    <a:pt x="4416906" y="437968"/>
                  </a:lnTo>
                  <a:lnTo>
                    <a:pt x="4417000" y="437968"/>
                  </a:lnTo>
                  <a:lnTo>
                    <a:pt x="4417093" y="437968"/>
                  </a:lnTo>
                  <a:lnTo>
                    <a:pt x="4417186" y="437968"/>
                  </a:lnTo>
                  <a:lnTo>
                    <a:pt x="4417279" y="437968"/>
                  </a:lnTo>
                  <a:lnTo>
                    <a:pt x="4417373" y="437968"/>
                  </a:lnTo>
                  <a:lnTo>
                    <a:pt x="4417466" y="437968"/>
                  </a:lnTo>
                  <a:lnTo>
                    <a:pt x="4417559" y="437968"/>
                  </a:lnTo>
                  <a:lnTo>
                    <a:pt x="4417652" y="437968"/>
                  </a:lnTo>
                  <a:lnTo>
                    <a:pt x="4417746" y="437968"/>
                  </a:lnTo>
                  <a:lnTo>
                    <a:pt x="4417839" y="437968"/>
                  </a:lnTo>
                  <a:lnTo>
                    <a:pt x="4417932" y="437968"/>
                  </a:lnTo>
                  <a:lnTo>
                    <a:pt x="4418025" y="437968"/>
                  </a:lnTo>
                  <a:lnTo>
                    <a:pt x="4418119" y="437968"/>
                  </a:lnTo>
                  <a:lnTo>
                    <a:pt x="4418212" y="437968"/>
                  </a:lnTo>
                  <a:lnTo>
                    <a:pt x="4418305" y="437968"/>
                  </a:lnTo>
                  <a:lnTo>
                    <a:pt x="4418398" y="437968"/>
                  </a:lnTo>
                  <a:lnTo>
                    <a:pt x="4418492" y="437968"/>
                  </a:lnTo>
                  <a:lnTo>
                    <a:pt x="4418585" y="437968"/>
                  </a:lnTo>
                  <a:lnTo>
                    <a:pt x="4418678" y="437968"/>
                  </a:lnTo>
                  <a:lnTo>
                    <a:pt x="4418771" y="437968"/>
                  </a:lnTo>
                  <a:lnTo>
                    <a:pt x="4418865" y="437968"/>
                  </a:lnTo>
                  <a:lnTo>
                    <a:pt x="4418958" y="437968"/>
                  </a:lnTo>
                  <a:lnTo>
                    <a:pt x="4419051" y="437968"/>
                  </a:lnTo>
                  <a:lnTo>
                    <a:pt x="4419144" y="437968"/>
                  </a:lnTo>
                  <a:lnTo>
                    <a:pt x="4419238" y="437968"/>
                  </a:lnTo>
                  <a:lnTo>
                    <a:pt x="4419331" y="437968"/>
                  </a:lnTo>
                  <a:lnTo>
                    <a:pt x="4419424" y="437968"/>
                  </a:lnTo>
                  <a:lnTo>
                    <a:pt x="4419517" y="437968"/>
                  </a:lnTo>
                  <a:lnTo>
                    <a:pt x="4419610" y="437968"/>
                  </a:lnTo>
                  <a:lnTo>
                    <a:pt x="4419704" y="437968"/>
                  </a:lnTo>
                  <a:lnTo>
                    <a:pt x="4419797" y="437968"/>
                  </a:lnTo>
                  <a:lnTo>
                    <a:pt x="4419890" y="437968"/>
                  </a:lnTo>
                  <a:lnTo>
                    <a:pt x="4419983" y="437968"/>
                  </a:lnTo>
                  <a:lnTo>
                    <a:pt x="4420077" y="437968"/>
                  </a:lnTo>
                  <a:lnTo>
                    <a:pt x="4420170" y="437968"/>
                  </a:lnTo>
                  <a:lnTo>
                    <a:pt x="4420263" y="437968"/>
                  </a:lnTo>
                  <a:lnTo>
                    <a:pt x="4420356" y="437968"/>
                  </a:lnTo>
                  <a:lnTo>
                    <a:pt x="4420450" y="437968"/>
                  </a:lnTo>
                  <a:lnTo>
                    <a:pt x="4420543" y="437968"/>
                  </a:lnTo>
                  <a:lnTo>
                    <a:pt x="4420636" y="437968"/>
                  </a:lnTo>
                  <a:lnTo>
                    <a:pt x="4420729" y="437968"/>
                  </a:lnTo>
                  <a:lnTo>
                    <a:pt x="4420823" y="437968"/>
                  </a:lnTo>
                  <a:lnTo>
                    <a:pt x="4420916" y="437968"/>
                  </a:lnTo>
                  <a:lnTo>
                    <a:pt x="4421009" y="437968"/>
                  </a:lnTo>
                  <a:lnTo>
                    <a:pt x="4421102" y="437968"/>
                  </a:lnTo>
                  <a:lnTo>
                    <a:pt x="4421196" y="437968"/>
                  </a:lnTo>
                  <a:lnTo>
                    <a:pt x="4421289" y="437968"/>
                  </a:lnTo>
                  <a:lnTo>
                    <a:pt x="4421382" y="437968"/>
                  </a:lnTo>
                  <a:lnTo>
                    <a:pt x="4421475" y="437968"/>
                  </a:lnTo>
                  <a:lnTo>
                    <a:pt x="4421569" y="437968"/>
                  </a:lnTo>
                  <a:lnTo>
                    <a:pt x="4421662" y="437968"/>
                  </a:lnTo>
                  <a:lnTo>
                    <a:pt x="4421755" y="437968"/>
                  </a:lnTo>
                  <a:lnTo>
                    <a:pt x="4421848" y="437968"/>
                  </a:lnTo>
                  <a:lnTo>
                    <a:pt x="4421942" y="437968"/>
                  </a:lnTo>
                  <a:lnTo>
                    <a:pt x="4422035" y="437968"/>
                  </a:lnTo>
                  <a:lnTo>
                    <a:pt x="4422128" y="437968"/>
                  </a:lnTo>
                  <a:lnTo>
                    <a:pt x="4422221" y="437968"/>
                  </a:lnTo>
                  <a:lnTo>
                    <a:pt x="4422315" y="437968"/>
                  </a:lnTo>
                  <a:lnTo>
                    <a:pt x="4422408" y="437968"/>
                  </a:lnTo>
                  <a:lnTo>
                    <a:pt x="4422501" y="437968"/>
                  </a:lnTo>
                  <a:lnTo>
                    <a:pt x="4422594" y="437968"/>
                  </a:lnTo>
                  <a:lnTo>
                    <a:pt x="4422688" y="437968"/>
                  </a:lnTo>
                  <a:lnTo>
                    <a:pt x="4422781" y="437968"/>
                  </a:lnTo>
                  <a:lnTo>
                    <a:pt x="4422874" y="437968"/>
                  </a:lnTo>
                  <a:lnTo>
                    <a:pt x="4422967" y="437968"/>
                  </a:lnTo>
                  <a:lnTo>
                    <a:pt x="4423061" y="437968"/>
                  </a:lnTo>
                  <a:lnTo>
                    <a:pt x="4423154" y="437968"/>
                  </a:lnTo>
                  <a:lnTo>
                    <a:pt x="4423247" y="437968"/>
                  </a:lnTo>
                  <a:lnTo>
                    <a:pt x="4423340" y="437968"/>
                  </a:lnTo>
                  <a:lnTo>
                    <a:pt x="4423434" y="437968"/>
                  </a:lnTo>
                  <a:lnTo>
                    <a:pt x="4423527" y="437968"/>
                  </a:lnTo>
                  <a:lnTo>
                    <a:pt x="4423620" y="437968"/>
                  </a:lnTo>
                  <a:lnTo>
                    <a:pt x="4423713" y="437968"/>
                  </a:lnTo>
                  <a:lnTo>
                    <a:pt x="4423807" y="437968"/>
                  </a:lnTo>
                  <a:lnTo>
                    <a:pt x="4423900" y="437968"/>
                  </a:lnTo>
                  <a:lnTo>
                    <a:pt x="4423993" y="437968"/>
                  </a:lnTo>
                  <a:lnTo>
                    <a:pt x="4424086" y="437968"/>
                  </a:lnTo>
                  <a:lnTo>
                    <a:pt x="4424180" y="437968"/>
                  </a:lnTo>
                  <a:lnTo>
                    <a:pt x="4424273" y="437968"/>
                  </a:lnTo>
                  <a:lnTo>
                    <a:pt x="4424366" y="437968"/>
                  </a:lnTo>
                  <a:lnTo>
                    <a:pt x="4424459" y="437968"/>
                  </a:lnTo>
                  <a:lnTo>
                    <a:pt x="4424553" y="437968"/>
                  </a:lnTo>
                  <a:lnTo>
                    <a:pt x="4424646" y="437968"/>
                  </a:lnTo>
                  <a:lnTo>
                    <a:pt x="4424739" y="437968"/>
                  </a:lnTo>
                  <a:lnTo>
                    <a:pt x="4424832" y="437968"/>
                  </a:lnTo>
                  <a:lnTo>
                    <a:pt x="4424926" y="437968"/>
                  </a:lnTo>
                  <a:lnTo>
                    <a:pt x="4425019" y="437968"/>
                  </a:lnTo>
                  <a:lnTo>
                    <a:pt x="4425112" y="437968"/>
                  </a:lnTo>
                  <a:lnTo>
                    <a:pt x="4425205" y="437968"/>
                  </a:lnTo>
                  <a:lnTo>
                    <a:pt x="4425299" y="437968"/>
                  </a:lnTo>
                  <a:lnTo>
                    <a:pt x="4425392" y="437968"/>
                  </a:lnTo>
                  <a:lnTo>
                    <a:pt x="4425485" y="437968"/>
                  </a:lnTo>
                  <a:lnTo>
                    <a:pt x="4425578" y="437968"/>
                  </a:lnTo>
                  <a:lnTo>
                    <a:pt x="4425672" y="437968"/>
                  </a:lnTo>
                  <a:lnTo>
                    <a:pt x="4425765" y="437968"/>
                  </a:lnTo>
                  <a:lnTo>
                    <a:pt x="4425858" y="437968"/>
                  </a:lnTo>
                  <a:lnTo>
                    <a:pt x="4425951" y="437968"/>
                  </a:lnTo>
                  <a:lnTo>
                    <a:pt x="4426045" y="437968"/>
                  </a:lnTo>
                  <a:lnTo>
                    <a:pt x="4426138" y="437968"/>
                  </a:lnTo>
                  <a:lnTo>
                    <a:pt x="4426231" y="437968"/>
                  </a:lnTo>
                  <a:lnTo>
                    <a:pt x="4426324" y="437968"/>
                  </a:lnTo>
                  <a:lnTo>
                    <a:pt x="4426417" y="437968"/>
                  </a:lnTo>
                  <a:lnTo>
                    <a:pt x="4426511" y="437968"/>
                  </a:lnTo>
                  <a:lnTo>
                    <a:pt x="4426604" y="437968"/>
                  </a:lnTo>
                  <a:lnTo>
                    <a:pt x="4426697" y="437968"/>
                  </a:lnTo>
                  <a:lnTo>
                    <a:pt x="4426790" y="437968"/>
                  </a:lnTo>
                  <a:lnTo>
                    <a:pt x="4426884" y="437968"/>
                  </a:lnTo>
                  <a:lnTo>
                    <a:pt x="4426977" y="437968"/>
                  </a:lnTo>
                  <a:lnTo>
                    <a:pt x="4427070" y="437968"/>
                  </a:lnTo>
                  <a:lnTo>
                    <a:pt x="4427163" y="437968"/>
                  </a:lnTo>
                  <a:lnTo>
                    <a:pt x="4427257" y="437968"/>
                  </a:lnTo>
                  <a:lnTo>
                    <a:pt x="4427350" y="437968"/>
                  </a:lnTo>
                  <a:lnTo>
                    <a:pt x="4427443" y="437968"/>
                  </a:lnTo>
                  <a:lnTo>
                    <a:pt x="4427536" y="437968"/>
                  </a:lnTo>
                  <a:lnTo>
                    <a:pt x="4427630" y="437968"/>
                  </a:lnTo>
                  <a:lnTo>
                    <a:pt x="4427723" y="437968"/>
                  </a:lnTo>
                  <a:lnTo>
                    <a:pt x="4427816" y="437968"/>
                  </a:lnTo>
                  <a:lnTo>
                    <a:pt x="4427909" y="437968"/>
                  </a:lnTo>
                  <a:lnTo>
                    <a:pt x="4428003" y="437968"/>
                  </a:lnTo>
                  <a:lnTo>
                    <a:pt x="4428096" y="437968"/>
                  </a:lnTo>
                  <a:lnTo>
                    <a:pt x="4428189" y="437968"/>
                  </a:lnTo>
                  <a:lnTo>
                    <a:pt x="4428282" y="437968"/>
                  </a:lnTo>
                  <a:lnTo>
                    <a:pt x="4428376" y="437968"/>
                  </a:lnTo>
                  <a:lnTo>
                    <a:pt x="4428469" y="437968"/>
                  </a:lnTo>
                  <a:lnTo>
                    <a:pt x="4428562" y="437968"/>
                  </a:lnTo>
                  <a:lnTo>
                    <a:pt x="4428655" y="437968"/>
                  </a:lnTo>
                  <a:lnTo>
                    <a:pt x="4428749" y="437968"/>
                  </a:lnTo>
                  <a:lnTo>
                    <a:pt x="4428842" y="437968"/>
                  </a:lnTo>
                  <a:lnTo>
                    <a:pt x="4428935" y="437968"/>
                  </a:lnTo>
                  <a:lnTo>
                    <a:pt x="4429028" y="437968"/>
                  </a:lnTo>
                  <a:lnTo>
                    <a:pt x="4429122" y="437968"/>
                  </a:lnTo>
                  <a:lnTo>
                    <a:pt x="4429215" y="437968"/>
                  </a:lnTo>
                  <a:lnTo>
                    <a:pt x="4429308" y="437968"/>
                  </a:lnTo>
                  <a:lnTo>
                    <a:pt x="4429401" y="437968"/>
                  </a:lnTo>
                  <a:lnTo>
                    <a:pt x="4429495" y="437968"/>
                  </a:lnTo>
                  <a:lnTo>
                    <a:pt x="4429588" y="437968"/>
                  </a:lnTo>
                  <a:lnTo>
                    <a:pt x="4429681" y="437968"/>
                  </a:lnTo>
                  <a:lnTo>
                    <a:pt x="4429774" y="437968"/>
                  </a:lnTo>
                  <a:lnTo>
                    <a:pt x="4429868" y="437968"/>
                  </a:lnTo>
                  <a:lnTo>
                    <a:pt x="4429961" y="437968"/>
                  </a:lnTo>
                  <a:lnTo>
                    <a:pt x="4430054" y="437968"/>
                  </a:lnTo>
                  <a:lnTo>
                    <a:pt x="4430147" y="437968"/>
                  </a:lnTo>
                  <a:lnTo>
                    <a:pt x="4430241" y="437968"/>
                  </a:lnTo>
                  <a:lnTo>
                    <a:pt x="4430334" y="437968"/>
                  </a:lnTo>
                  <a:lnTo>
                    <a:pt x="4430427" y="437968"/>
                  </a:lnTo>
                  <a:lnTo>
                    <a:pt x="4430520" y="437968"/>
                  </a:lnTo>
                  <a:lnTo>
                    <a:pt x="4430614" y="437968"/>
                  </a:lnTo>
                  <a:lnTo>
                    <a:pt x="4430707" y="437968"/>
                  </a:lnTo>
                  <a:lnTo>
                    <a:pt x="4430800" y="437968"/>
                  </a:lnTo>
                  <a:lnTo>
                    <a:pt x="4430893" y="437968"/>
                  </a:lnTo>
                  <a:lnTo>
                    <a:pt x="4430987" y="437968"/>
                  </a:lnTo>
                  <a:lnTo>
                    <a:pt x="4431080" y="437968"/>
                  </a:lnTo>
                  <a:lnTo>
                    <a:pt x="4431173" y="437968"/>
                  </a:lnTo>
                  <a:lnTo>
                    <a:pt x="4431266" y="437968"/>
                  </a:lnTo>
                  <a:lnTo>
                    <a:pt x="4431360" y="437968"/>
                  </a:lnTo>
                  <a:lnTo>
                    <a:pt x="4431453" y="437968"/>
                  </a:lnTo>
                  <a:lnTo>
                    <a:pt x="4431546" y="437968"/>
                  </a:lnTo>
                  <a:lnTo>
                    <a:pt x="4431639" y="437968"/>
                  </a:lnTo>
                  <a:lnTo>
                    <a:pt x="4431733" y="437968"/>
                  </a:lnTo>
                  <a:lnTo>
                    <a:pt x="4431826" y="437968"/>
                  </a:lnTo>
                  <a:lnTo>
                    <a:pt x="4431919" y="437968"/>
                  </a:lnTo>
                  <a:lnTo>
                    <a:pt x="4432012" y="437968"/>
                  </a:lnTo>
                  <a:lnTo>
                    <a:pt x="4432106" y="437968"/>
                  </a:lnTo>
                  <a:lnTo>
                    <a:pt x="4432199" y="437968"/>
                  </a:lnTo>
                  <a:lnTo>
                    <a:pt x="4432292" y="437968"/>
                  </a:lnTo>
                  <a:lnTo>
                    <a:pt x="4432385" y="437968"/>
                  </a:lnTo>
                  <a:lnTo>
                    <a:pt x="4432479" y="437968"/>
                  </a:lnTo>
                  <a:lnTo>
                    <a:pt x="4432572" y="437968"/>
                  </a:lnTo>
                  <a:lnTo>
                    <a:pt x="4432665" y="437968"/>
                  </a:lnTo>
                  <a:lnTo>
                    <a:pt x="4432758" y="437968"/>
                  </a:lnTo>
                  <a:lnTo>
                    <a:pt x="4432852" y="437968"/>
                  </a:lnTo>
                  <a:lnTo>
                    <a:pt x="4432945" y="437968"/>
                  </a:lnTo>
                  <a:lnTo>
                    <a:pt x="4433038" y="437968"/>
                  </a:lnTo>
                  <a:lnTo>
                    <a:pt x="4433131" y="437968"/>
                  </a:lnTo>
                  <a:lnTo>
                    <a:pt x="4433225" y="437968"/>
                  </a:lnTo>
                  <a:lnTo>
                    <a:pt x="4433318" y="437968"/>
                  </a:lnTo>
                  <a:lnTo>
                    <a:pt x="4433411" y="437968"/>
                  </a:lnTo>
                  <a:lnTo>
                    <a:pt x="4433504" y="437968"/>
                  </a:lnTo>
                  <a:lnTo>
                    <a:pt x="4433597" y="437968"/>
                  </a:lnTo>
                  <a:lnTo>
                    <a:pt x="4433691" y="437968"/>
                  </a:lnTo>
                  <a:lnTo>
                    <a:pt x="4433784" y="437968"/>
                  </a:lnTo>
                  <a:lnTo>
                    <a:pt x="4433877" y="437968"/>
                  </a:lnTo>
                  <a:lnTo>
                    <a:pt x="4433970" y="437968"/>
                  </a:lnTo>
                  <a:lnTo>
                    <a:pt x="4434064" y="437968"/>
                  </a:lnTo>
                  <a:lnTo>
                    <a:pt x="4434157" y="437968"/>
                  </a:lnTo>
                  <a:lnTo>
                    <a:pt x="4434250" y="437968"/>
                  </a:lnTo>
                  <a:lnTo>
                    <a:pt x="4434343" y="437968"/>
                  </a:lnTo>
                  <a:lnTo>
                    <a:pt x="4434437" y="437968"/>
                  </a:lnTo>
                  <a:lnTo>
                    <a:pt x="4434530" y="437968"/>
                  </a:lnTo>
                  <a:lnTo>
                    <a:pt x="4434623" y="437968"/>
                  </a:lnTo>
                  <a:lnTo>
                    <a:pt x="4434716" y="437968"/>
                  </a:lnTo>
                  <a:lnTo>
                    <a:pt x="4434810" y="437968"/>
                  </a:lnTo>
                  <a:lnTo>
                    <a:pt x="4434903" y="437968"/>
                  </a:lnTo>
                  <a:lnTo>
                    <a:pt x="4434996" y="437968"/>
                  </a:lnTo>
                  <a:lnTo>
                    <a:pt x="4435089" y="437968"/>
                  </a:lnTo>
                  <a:lnTo>
                    <a:pt x="4435183" y="437968"/>
                  </a:lnTo>
                  <a:lnTo>
                    <a:pt x="4435276" y="437968"/>
                  </a:lnTo>
                  <a:lnTo>
                    <a:pt x="4435369" y="437968"/>
                  </a:lnTo>
                  <a:lnTo>
                    <a:pt x="4435462" y="437968"/>
                  </a:lnTo>
                  <a:lnTo>
                    <a:pt x="4435556" y="437968"/>
                  </a:lnTo>
                  <a:lnTo>
                    <a:pt x="4435649" y="437968"/>
                  </a:lnTo>
                  <a:lnTo>
                    <a:pt x="4435742" y="437968"/>
                  </a:lnTo>
                  <a:lnTo>
                    <a:pt x="4435835" y="437968"/>
                  </a:lnTo>
                  <a:lnTo>
                    <a:pt x="4435929" y="437968"/>
                  </a:lnTo>
                  <a:lnTo>
                    <a:pt x="4436022" y="437968"/>
                  </a:lnTo>
                  <a:lnTo>
                    <a:pt x="4436115" y="437968"/>
                  </a:lnTo>
                  <a:lnTo>
                    <a:pt x="4436208" y="437968"/>
                  </a:lnTo>
                  <a:lnTo>
                    <a:pt x="4436302" y="437968"/>
                  </a:lnTo>
                  <a:lnTo>
                    <a:pt x="4436395" y="437968"/>
                  </a:lnTo>
                  <a:lnTo>
                    <a:pt x="4436488" y="437968"/>
                  </a:lnTo>
                  <a:lnTo>
                    <a:pt x="4436581" y="437968"/>
                  </a:lnTo>
                  <a:lnTo>
                    <a:pt x="4436675" y="437968"/>
                  </a:lnTo>
                  <a:lnTo>
                    <a:pt x="4436768" y="437968"/>
                  </a:lnTo>
                  <a:lnTo>
                    <a:pt x="4436861" y="437968"/>
                  </a:lnTo>
                  <a:lnTo>
                    <a:pt x="4436954" y="437968"/>
                  </a:lnTo>
                  <a:lnTo>
                    <a:pt x="4437048" y="437968"/>
                  </a:lnTo>
                  <a:lnTo>
                    <a:pt x="4437141" y="437968"/>
                  </a:lnTo>
                  <a:lnTo>
                    <a:pt x="4437234" y="437968"/>
                  </a:lnTo>
                  <a:lnTo>
                    <a:pt x="4437327" y="437968"/>
                  </a:lnTo>
                  <a:lnTo>
                    <a:pt x="4437421" y="437968"/>
                  </a:lnTo>
                  <a:lnTo>
                    <a:pt x="4437514" y="437968"/>
                  </a:lnTo>
                  <a:lnTo>
                    <a:pt x="4437607" y="437968"/>
                  </a:lnTo>
                  <a:lnTo>
                    <a:pt x="4437700" y="437968"/>
                  </a:lnTo>
                  <a:lnTo>
                    <a:pt x="4437794" y="437968"/>
                  </a:lnTo>
                  <a:lnTo>
                    <a:pt x="4437887" y="437968"/>
                  </a:lnTo>
                  <a:lnTo>
                    <a:pt x="4437980" y="437968"/>
                  </a:lnTo>
                  <a:lnTo>
                    <a:pt x="4438073" y="437968"/>
                  </a:lnTo>
                  <a:lnTo>
                    <a:pt x="4438167" y="437968"/>
                  </a:lnTo>
                  <a:lnTo>
                    <a:pt x="4438260" y="437968"/>
                  </a:lnTo>
                  <a:lnTo>
                    <a:pt x="4438353" y="437968"/>
                  </a:lnTo>
                  <a:lnTo>
                    <a:pt x="4438446" y="437968"/>
                  </a:lnTo>
                  <a:lnTo>
                    <a:pt x="4438540" y="437968"/>
                  </a:lnTo>
                  <a:lnTo>
                    <a:pt x="4438633" y="437968"/>
                  </a:lnTo>
                  <a:lnTo>
                    <a:pt x="4438726" y="437968"/>
                  </a:lnTo>
                  <a:lnTo>
                    <a:pt x="4438819" y="437968"/>
                  </a:lnTo>
                  <a:lnTo>
                    <a:pt x="4438913" y="437968"/>
                  </a:lnTo>
                  <a:lnTo>
                    <a:pt x="4439006" y="437968"/>
                  </a:lnTo>
                  <a:lnTo>
                    <a:pt x="4439099" y="437968"/>
                  </a:lnTo>
                  <a:lnTo>
                    <a:pt x="4439192" y="437968"/>
                  </a:lnTo>
                  <a:lnTo>
                    <a:pt x="4439286" y="437968"/>
                  </a:lnTo>
                  <a:lnTo>
                    <a:pt x="4439379" y="437968"/>
                  </a:lnTo>
                  <a:lnTo>
                    <a:pt x="4439472" y="437968"/>
                  </a:lnTo>
                  <a:lnTo>
                    <a:pt x="4439565" y="437968"/>
                  </a:lnTo>
                  <a:lnTo>
                    <a:pt x="4439659" y="437968"/>
                  </a:lnTo>
                  <a:lnTo>
                    <a:pt x="4439752" y="437968"/>
                  </a:lnTo>
                  <a:lnTo>
                    <a:pt x="4439845" y="437968"/>
                  </a:lnTo>
                  <a:lnTo>
                    <a:pt x="4439938" y="437968"/>
                  </a:lnTo>
                  <a:lnTo>
                    <a:pt x="4440032" y="437968"/>
                  </a:lnTo>
                  <a:lnTo>
                    <a:pt x="4440125" y="437968"/>
                  </a:lnTo>
                  <a:lnTo>
                    <a:pt x="4440218" y="437968"/>
                  </a:lnTo>
                  <a:lnTo>
                    <a:pt x="4440311" y="437968"/>
                  </a:lnTo>
                  <a:lnTo>
                    <a:pt x="4440404" y="437968"/>
                  </a:lnTo>
                  <a:lnTo>
                    <a:pt x="4440498" y="437968"/>
                  </a:lnTo>
                  <a:lnTo>
                    <a:pt x="4440591" y="437968"/>
                  </a:lnTo>
                  <a:lnTo>
                    <a:pt x="4440684" y="437968"/>
                  </a:lnTo>
                  <a:lnTo>
                    <a:pt x="4440777" y="437968"/>
                  </a:lnTo>
                  <a:lnTo>
                    <a:pt x="4440871" y="437968"/>
                  </a:lnTo>
                  <a:lnTo>
                    <a:pt x="4440964" y="437968"/>
                  </a:lnTo>
                  <a:lnTo>
                    <a:pt x="4441057" y="437968"/>
                  </a:lnTo>
                  <a:lnTo>
                    <a:pt x="4441150" y="437968"/>
                  </a:lnTo>
                  <a:lnTo>
                    <a:pt x="4441244" y="437968"/>
                  </a:lnTo>
                  <a:lnTo>
                    <a:pt x="4441337" y="437968"/>
                  </a:lnTo>
                  <a:lnTo>
                    <a:pt x="4441430" y="437968"/>
                  </a:lnTo>
                  <a:lnTo>
                    <a:pt x="4441523" y="437968"/>
                  </a:lnTo>
                  <a:lnTo>
                    <a:pt x="4441617" y="437968"/>
                  </a:lnTo>
                  <a:lnTo>
                    <a:pt x="4441710" y="437968"/>
                  </a:lnTo>
                  <a:lnTo>
                    <a:pt x="4441803" y="437968"/>
                  </a:lnTo>
                  <a:lnTo>
                    <a:pt x="4441896" y="437968"/>
                  </a:lnTo>
                  <a:lnTo>
                    <a:pt x="4441990" y="437968"/>
                  </a:lnTo>
                  <a:lnTo>
                    <a:pt x="4442083" y="437968"/>
                  </a:lnTo>
                  <a:lnTo>
                    <a:pt x="4442176" y="437968"/>
                  </a:lnTo>
                  <a:lnTo>
                    <a:pt x="4442269" y="437968"/>
                  </a:lnTo>
                  <a:lnTo>
                    <a:pt x="4442363" y="437968"/>
                  </a:lnTo>
                  <a:lnTo>
                    <a:pt x="4442456" y="437968"/>
                  </a:lnTo>
                  <a:lnTo>
                    <a:pt x="4442549" y="437968"/>
                  </a:lnTo>
                  <a:lnTo>
                    <a:pt x="4442642" y="437968"/>
                  </a:lnTo>
                  <a:lnTo>
                    <a:pt x="4442736" y="437968"/>
                  </a:lnTo>
                  <a:lnTo>
                    <a:pt x="4442829" y="437968"/>
                  </a:lnTo>
                  <a:lnTo>
                    <a:pt x="4442922" y="437968"/>
                  </a:lnTo>
                  <a:lnTo>
                    <a:pt x="4443015" y="437968"/>
                  </a:lnTo>
                  <a:lnTo>
                    <a:pt x="4443109" y="437968"/>
                  </a:lnTo>
                  <a:lnTo>
                    <a:pt x="4443202" y="437968"/>
                  </a:lnTo>
                  <a:lnTo>
                    <a:pt x="4443295" y="437968"/>
                  </a:lnTo>
                  <a:lnTo>
                    <a:pt x="4443388" y="437968"/>
                  </a:lnTo>
                  <a:lnTo>
                    <a:pt x="4443482" y="437968"/>
                  </a:lnTo>
                  <a:lnTo>
                    <a:pt x="4443575" y="437968"/>
                  </a:lnTo>
                  <a:lnTo>
                    <a:pt x="4443668" y="437968"/>
                  </a:lnTo>
                  <a:lnTo>
                    <a:pt x="4443761" y="437968"/>
                  </a:lnTo>
                  <a:lnTo>
                    <a:pt x="4443855" y="437968"/>
                  </a:lnTo>
                  <a:lnTo>
                    <a:pt x="4443948" y="437968"/>
                  </a:lnTo>
                  <a:lnTo>
                    <a:pt x="4444041" y="437968"/>
                  </a:lnTo>
                  <a:lnTo>
                    <a:pt x="4444134" y="437968"/>
                  </a:lnTo>
                  <a:lnTo>
                    <a:pt x="4444228" y="437968"/>
                  </a:lnTo>
                  <a:lnTo>
                    <a:pt x="4444321" y="437968"/>
                  </a:lnTo>
                  <a:lnTo>
                    <a:pt x="4444414" y="437968"/>
                  </a:lnTo>
                  <a:lnTo>
                    <a:pt x="4444507" y="437968"/>
                  </a:lnTo>
                  <a:lnTo>
                    <a:pt x="4444601" y="437968"/>
                  </a:lnTo>
                  <a:lnTo>
                    <a:pt x="4444694" y="437968"/>
                  </a:lnTo>
                  <a:lnTo>
                    <a:pt x="4444787" y="437968"/>
                  </a:lnTo>
                  <a:lnTo>
                    <a:pt x="4444880" y="437968"/>
                  </a:lnTo>
                  <a:lnTo>
                    <a:pt x="4444974" y="437968"/>
                  </a:lnTo>
                  <a:lnTo>
                    <a:pt x="4445067" y="437968"/>
                  </a:lnTo>
                  <a:lnTo>
                    <a:pt x="4445160" y="437968"/>
                  </a:lnTo>
                  <a:lnTo>
                    <a:pt x="4445253" y="437968"/>
                  </a:lnTo>
                  <a:lnTo>
                    <a:pt x="4445347" y="437968"/>
                  </a:lnTo>
                  <a:lnTo>
                    <a:pt x="4445440" y="437968"/>
                  </a:lnTo>
                  <a:lnTo>
                    <a:pt x="4445533" y="437968"/>
                  </a:lnTo>
                  <a:lnTo>
                    <a:pt x="4445626" y="437968"/>
                  </a:lnTo>
                  <a:lnTo>
                    <a:pt x="4445720" y="437968"/>
                  </a:lnTo>
                  <a:lnTo>
                    <a:pt x="4445813" y="437968"/>
                  </a:lnTo>
                  <a:lnTo>
                    <a:pt x="4445906" y="437968"/>
                  </a:lnTo>
                  <a:lnTo>
                    <a:pt x="4445999" y="437968"/>
                  </a:lnTo>
                  <a:lnTo>
                    <a:pt x="4446093" y="437968"/>
                  </a:lnTo>
                  <a:lnTo>
                    <a:pt x="4446186" y="437968"/>
                  </a:lnTo>
                  <a:lnTo>
                    <a:pt x="4446279" y="437968"/>
                  </a:lnTo>
                  <a:lnTo>
                    <a:pt x="4446372" y="437968"/>
                  </a:lnTo>
                  <a:lnTo>
                    <a:pt x="4446466" y="437968"/>
                  </a:lnTo>
                  <a:lnTo>
                    <a:pt x="4446559" y="437968"/>
                  </a:lnTo>
                  <a:lnTo>
                    <a:pt x="4446652" y="437968"/>
                  </a:lnTo>
                  <a:lnTo>
                    <a:pt x="4446745" y="437968"/>
                  </a:lnTo>
                  <a:lnTo>
                    <a:pt x="4446839" y="437968"/>
                  </a:lnTo>
                  <a:lnTo>
                    <a:pt x="4446932" y="437968"/>
                  </a:lnTo>
                  <a:lnTo>
                    <a:pt x="4447025" y="437968"/>
                  </a:lnTo>
                  <a:lnTo>
                    <a:pt x="4447118" y="437968"/>
                  </a:lnTo>
                  <a:lnTo>
                    <a:pt x="4447211" y="437968"/>
                  </a:lnTo>
                  <a:lnTo>
                    <a:pt x="4447305" y="437968"/>
                  </a:lnTo>
                  <a:lnTo>
                    <a:pt x="4447398" y="437968"/>
                  </a:lnTo>
                  <a:lnTo>
                    <a:pt x="4447491" y="437968"/>
                  </a:lnTo>
                  <a:lnTo>
                    <a:pt x="4447584" y="437968"/>
                  </a:lnTo>
                  <a:lnTo>
                    <a:pt x="4447678" y="437968"/>
                  </a:lnTo>
                  <a:lnTo>
                    <a:pt x="4447771" y="437968"/>
                  </a:lnTo>
                  <a:lnTo>
                    <a:pt x="4447864" y="437968"/>
                  </a:lnTo>
                  <a:lnTo>
                    <a:pt x="4447957" y="437968"/>
                  </a:lnTo>
                  <a:lnTo>
                    <a:pt x="4448051" y="437968"/>
                  </a:lnTo>
                  <a:lnTo>
                    <a:pt x="4448144" y="437968"/>
                  </a:lnTo>
                  <a:lnTo>
                    <a:pt x="4448237" y="437968"/>
                  </a:lnTo>
                  <a:lnTo>
                    <a:pt x="4448330" y="437968"/>
                  </a:lnTo>
                  <a:lnTo>
                    <a:pt x="4448424" y="437968"/>
                  </a:lnTo>
                  <a:lnTo>
                    <a:pt x="4448517" y="437968"/>
                  </a:lnTo>
                  <a:lnTo>
                    <a:pt x="4448610" y="437968"/>
                  </a:lnTo>
                  <a:lnTo>
                    <a:pt x="4448703" y="437968"/>
                  </a:lnTo>
                  <a:lnTo>
                    <a:pt x="4448797" y="437968"/>
                  </a:lnTo>
                  <a:lnTo>
                    <a:pt x="4448890" y="437968"/>
                  </a:lnTo>
                  <a:lnTo>
                    <a:pt x="4448983" y="437968"/>
                  </a:lnTo>
                  <a:lnTo>
                    <a:pt x="4449076" y="437968"/>
                  </a:lnTo>
                  <a:lnTo>
                    <a:pt x="4449170" y="437968"/>
                  </a:lnTo>
                  <a:lnTo>
                    <a:pt x="4449263" y="437968"/>
                  </a:lnTo>
                  <a:lnTo>
                    <a:pt x="4449356" y="437968"/>
                  </a:lnTo>
                  <a:lnTo>
                    <a:pt x="4449449" y="437968"/>
                  </a:lnTo>
                  <a:lnTo>
                    <a:pt x="4449543" y="437968"/>
                  </a:lnTo>
                  <a:lnTo>
                    <a:pt x="4449636" y="437968"/>
                  </a:lnTo>
                  <a:lnTo>
                    <a:pt x="4449729" y="437968"/>
                  </a:lnTo>
                  <a:lnTo>
                    <a:pt x="4449822" y="437968"/>
                  </a:lnTo>
                  <a:lnTo>
                    <a:pt x="4449916" y="437968"/>
                  </a:lnTo>
                  <a:lnTo>
                    <a:pt x="4450009" y="437968"/>
                  </a:lnTo>
                  <a:lnTo>
                    <a:pt x="4450102" y="437968"/>
                  </a:lnTo>
                  <a:lnTo>
                    <a:pt x="4450195" y="437968"/>
                  </a:lnTo>
                  <a:lnTo>
                    <a:pt x="4450289" y="437968"/>
                  </a:lnTo>
                  <a:lnTo>
                    <a:pt x="4450382" y="437968"/>
                  </a:lnTo>
                  <a:lnTo>
                    <a:pt x="4450475" y="437968"/>
                  </a:lnTo>
                  <a:lnTo>
                    <a:pt x="4450568" y="437968"/>
                  </a:lnTo>
                  <a:lnTo>
                    <a:pt x="4450662" y="437968"/>
                  </a:lnTo>
                  <a:lnTo>
                    <a:pt x="4450755" y="437968"/>
                  </a:lnTo>
                  <a:lnTo>
                    <a:pt x="4450848" y="437968"/>
                  </a:lnTo>
                  <a:lnTo>
                    <a:pt x="4450941" y="437968"/>
                  </a:lnTo>
                  <a:lnTo>
                    <a:pt x="4451035" y="437968"/>
                  </a:lnTo>
                  <a:lnTo>
                    <a:pt x="4451128" y="437968"/>
                  </a:lnTo>
                  <a:lnTo>
                    <a:pt x="4451221" y="437968"/>
                  </a:lnTo>
                  <a:lnTo>
                    <a:pt x="4451314" y="437968"/>
                  </a:lnTo>
                  <a:lnTo>
                    <a:pt x="4451408" y="437968"/>
                  </a:lnTo>
                  <a:lnTo>
                    <a:pt x="4451501" y="437968"/>
                  </a:lnTo>
                  <a:lnTo>
                    <a:pt x="4451594" y="437968"/>
                  </a:lnTo>
                  <a:lnTo>
                    <a:pt x="4451687" y="437968"/>
                  </a:lnTo>
                  <a:lnTo>
                    <a:pt x="4451781" y="437968"/>
                  </a:lnTo>
                  <a:lnTo>
                    <a:pt x="4451874" y="437968"/>
                  </a:lnTo>
                  <a:lnTo>
                    <a:pt x="4451967" y="437968"/>
                  </a:lnTo>
                  <a:lnTo>
                    <a:pt x="4452060" y="437968"/>
                  </a:lnTo>
                  <a:lnTo>
                    <a:pt x="4452154" y="437968"/>
                  </a:lnTo>
                  <a:lnTo>
                    <a:pt x="4452247" y="437968"/>
                  </a:lnTo>
                  <a:lnTo>
                    <a:pt x="4452340" y="437968"/>
                  </a:lnTo>
                  <a:lnTo>
                    <a:pt x="4452433" y="437968"/>
                  </a:lnTo>
                  <a:lnTo>
                    <a:pt x="4452527" y="437968"/>
                  </a:lnTo>
                  <a:lnTo>
                    <a:pt x="4452620" y="437968"/>
                  </a:lnTo>
                  <a:lnTo>
                    <a:pt x="4452713" y="437968"/>
                  </a:lnTo>
                  <a:lnTo>
                    <a:pt x="4452806" y="437968"/>
                  </a:lnTo>
                  <a:lnTo>
                    <a:pt x="4452900" y="437968"/>
                  </a:lnTo>
                  <a:lnTo>
                    <a:pt x="4452993" y="437968"/>
                  </a:lnTo>
                  <a:lnTo>
                    <a:pt x="4453086" y="437968"/>
                  </a:lnTo>
                  <a:lnTo>
                    <a:pt x="4453179" y="437968"/>
                  </a:lnTo>
                  <a:lnTo>
                    <a:pt x="4453273" y="437968"/>
                  </a:lnTo>
                  <a:lnTo>
                    <a:pt x="4453366" y="437968"/>
                  </a:lnTo>
                  <a:lnTo>
                    <a:pt x="4453459" y="437968"/>
                  </a:lnTo>
                  <a:lnTo>
                    <a:pt x="4453552" y="437968"/>
                  </a:lnTo>
                  <a:lnTo>
                    <a:pt x="4453646" y="437968"/>
                  </a:lnTo>
                  <a:lnTo>
                    <a:pt x="4453739" y="437968"/>
                  </a:lnTo>
                  <a:lnTo>
                    <a:pt x="4453832" y="437968"/>
                  </a:lnTo>
                  <a:lnTo>
                    <a:pt x="4453925" y="437968"/>
                  </a:lnTo>
                  <a:lnTo>
                    <a:pt x="4454019" y="437968"/>
                  </a:lnTo>
                  <a:lnTo>
                    <a:pt x="4454112" y="437968"/>
                  </a:lnTo>
                  <a:lnTo>
                    <a:pt x="4454205" y="437968"/>
                  </a:lnTo>
                  <a:lnTo>
                    <a:pt x="4454298" y="437968"/>
                  </a:lnTo>
                  <a:lnTo>
                    <a:pt x="4454391" y="437968"/>
                  </a:lnTo>
                  <a:lnTo>
                    <a:pt x="4454485" y="437968"/>
                  </a:lnTo>
                  <a:lnTo>
                    <a:pt x="4454578" y="437968"/>
                  </a:lnTo>
                  <a:lnTo>
                    <a:pt x="4454671" y="437968"/>
                  </a:lnTo>
                  <a:lnTo>
                    <a:pt x="4454764" y="437968"/>
                  </a:lnTo>
                  <a:lnTo>
                    <a:pt x="4454858" y="437968"/>
                  </a:lnTo>
                  <a:lnTo>
                    <a:pt x="4454951" y="437968"/>
                  </a:lnTo>
                  <a:lnTo>
                    <a:pt x="4455044" y="437968"/>
                  </a:lnTo>
                  <a:lnTo>
                    <a:pt x="4455137" y="437968"/>
                  </a:lnTo>
                  <a:lnTo>
                    <a:pt x="4455231" y="437968"/>
                  </a:lnTo>
                  <a:lnTo>
                    <a:pt x="4455324" y="437968"/>
                  </a:lnTo>
                  <a:lnTo>
                    <a:pt x="4455417" y="437968"/>
                  </a:lnTo>
                  <a:lnTo>
                    <a:pt x="4455510" y="437968"/>
                  </a:lnTo>
                  <a:lnTo>
                    <a:pt x="4455604" y="437968"/>
                  </a:lnTo>
                  <a:lnTo>
                    <a:pt x="4455697" y="437968"/>
                  </a:lnTo>
                  <a:lnTo>
                    <a:pt x="4455790" y="437968"/>
                  </a:lnTo>
                  <a:lnTo>
                    <a:pt x="4455883" y="437968"/>
                  </a:lnTo>
                  <a:lnTo>
                    <a:pt x="4455977" y="437968"/>
                  </a:lnTo>
                  <a:lnTo>
                    <a:pt x="4456070" y="437968"/>
                  </a:lnTo>
                  <a:lnTo>
                    <a:pt x="4456163" y="437968"/>
                  </a:lnTo>
                  <a:lnTo>
                    <a:pt x="4456256" y="437968"/>
                  </a:lnTo>
                  <a:lnTo>
                    <a:pt x="4456350" y="437968"/>
                  </a:lnTo>
                  <a:lnTo>
                    <a:pt x="4456443" y="437968"/>
                  </a:lnTo>
                  <a:lnTo>
                    <a:pt x="4456536" y="437968"/>
                  </a:lnTo>
                  <a:lnTo>
                    <a:pt x="4456629" y="437968"/>
                  </a:lnTo>
                  <a:lnTo>
                    <a:pt x="4456723" y="437968"/>
                  </a:lnTo>
                  <a:lnTo>
                    <a:pt x="4456816" y="437968"/>
                  </a:lnTo>
                  <a:lnTo>
                    <a:pt x="4456909" y="437968"/>
                  </a:lnTo>
                  <a:lnTo>
                    <a:pt x="4457002" y="437968"/>
                  </a:lnTo>
                  <a:lnTo>
                    <a:pt x="4457096" y="437968"/>
                  </a:lnTo>
                  <a:lnTo>
                    <a:pt x="4457189" y="437968"/>
                  </a:lnTo>
                  <a:lnTo>
                    <a:pt x="4457282" y="437968"/>
                  </a:lnTo>
                  <a:lnTo>
                    <a:pt x="4457375" y="437968"/>
                  </a:lnTo>
                  <a:lnTo>
                    <a:pt x="4457469" y="437968"/>
                  </a:lnTo>
                  <a:lnTo>
                    <a:pt x="4457562" y="437968"/>
                  </a:lnTo>
                  <a:lnTo>
                    <a:pt x="4457655" y="437968"/>
                  </a:lnTo>
                  <a:lnTo>
                    <a:pt x="4457748" y="437968"/>
                  </a:lnTo>
                  <a:lnTo>
                    <a:pt x="4457842" y="437968"/>
                  </a:lnTo>
                  <a:lnTo>
                    <a:pt x="4457935" y="437968"/>
                  </a:lnTo>
                  <a:lnTo>
                    <a:pt x="4458028" y="437968"/>
                  </a:lnTo>
                  <a:lnTo>
                    <a:pt x="4458121" y="437968"/>
                  </a:lnTo>
                  <a:lnTo>
                    <a:pt x="4458215" y="437968"/>
                  </a:lnTo>
                  <a:lnTo>
                    <a:pt x="4458308" y="437968"/>
                  </a:lnTo>
                  <a:lnTo>
                    <a:pt x="4458401" y="437968"/>
                  </a:lnTo>
                  <a:lnTo>
                    <a:pt x="4458494" y="437968"/>
                  </a:lnTo>
                  <a:lnTo>
                    <a:pt x="4458588" y="437968"/>
                  </a:lnTo>
                  <a:lnTo>
                    <a:pt x="4458681" y="437968"/>
                  </a:lnTo>
                  <a:lnTo>
                    <a:pt x="4458774" y="437968"/>
                  </a:lnTo>
                  <a:lnTo>
                    <a:pt x="4458867" y="437968"/>
                  </a:lnTo>
                  <a:lnTo>
                    <a:pt x="4458961" y="437968"/>
                  </a:lnTo>
                  <a:lnTo>
                    <a:pt x="4459054" y="437968"/>
                  </a:lnTo>
                  <a:lnTo>
                    <a:pt x="4459147" y="437968"/>
                  </a:lnTo>
                  <a:lnTo>
                    <a:pt x="4459240" y="437968"/>
                  </a:lnTo>
                  <a:lnTo>
                    <a:pt x="4459334" y="437968"/>
                  </a:lnTo>
                  <a:lnTo>
                    <a:pt x="4459427" y="437968"/>
                  </a:lnTo>
                  <a:lnTo>
                    <a:pt x="4459520" y="437968"/>
                  </a:lnTo>
                  <a:lnTo>
                    <a:pt x="4459613" y="437968"/>
                  </a:lnTo>
                  <a:lnTo>
                    <a:pt x="4459707" y="437968"/>
                  </a:lnTo>
                  <a:lnTo>
                    <a:pt x="4459800" y="437968"/>
                  </a:lnTo>
                  <a:lnTo>
                    <a:pt x="4459893" y="437968"/>
                  </a:lnTo>
                  <a:lnTo>
                    <a:pt x="4459986" y="437968"/>
                  </a:lnTo>
                  <a:lnTo>
                    <a:pt x="4460080" y="437968"/>
                  </a:lnTo>
                  <a:lnTo>
                    <a:pt x="4460173" y="437968"/>
                  </a:lnTo>
                  <a:lnTo>
                    <a:pt x="4460266" y="437968"/>
                  </a:lnTo>
                  <a:lnTo>
                    <a:pt x="4460359" y="437968"/>
                  </a:lnTo>
                  <a:lnTo>
                    <a:pt x="4460453" y="437968"/>
                  </a:lnTo>
                  <a:lnTo>
                    <a:pt x="4460546" y="437968"/>
                  </a:lnTo>
                  <a:lnTo>
                    <a:pt x="4460639" y="437968"/>
                  </a:lnTo>
                  <a:lnTo>
                    <a:pt x="4460732" y="437968"/>
                  </a:lnTo>
                  <a:lnTo>
                    <a:pt x="4460826" y="437968"/>
                  </a:lnTo>
                  <a:lnTo>
                    <a:pt x="4460919" y="437968"/>
                  </a:lnTo>
                  <a:lnTo>
                    <a:pt x="4461012" y="437968"/>
                  </a:lnTo>
                  <a:lnTo>
                    <a:pt x="4461105" y="437968"/>
                  </a:lnTo>
                  <a:lnTo>
                    <a:pt x="4461198" y="437968"/>
                  </a:lnTo>
                  <a:lnTo>
                    <a:pt x="4461292" y="437968"/>
                  </a:lnTo>
                  <a:lnTo>
                    <a:pt x="4461385" y="437968"/>
                  </a:lnTo>
                  <a:lnTo>
                    <a:pt x="4461478" y="437968"/>
                  </a:lnTo>
                  <a:lnTo>
                    <a:pt x="4461571" y="437968"/>
                  </a:lnTo>
                  <a:lnTo>
                    <a:pt x="4461665" y="437968"/>
                  </a:lnTo>
                  <a:lnTo>
                    <a:pt x="4461758" y="437968"/>
                  </a:lnTo>
                  <a:lnTo>
                    <a:pt x="4461851" y="437968"/>
                  </a:lnTo>
                  <a:lnTo>
                    <a:pt x="4461944" y="437968"/>
                  </a:lnTo>
                  <a:lnTo>
                    <a:pt x="4462038" y="437968"/>
                  </a:lnTo>
                  <a:lnTo>
                    <a:pt x="4462131" y="437968"/>
                  </a:lnTo>
                  <a:lnTo>
                    <a:pt x="4462224" y="437968"/>
                  </a:lnTo>
                  <a:lnTo>
                    <a:pt x="4462317" y="437968"/>
                  </a:lnTo>
                  <a:lnTo>
                    <a:pt x="4462411" y="437968"/>
                  </a:lnTo>
                  <a:lnTo>
                    <a:pt x="4462504" y="437968"/>
                  </a:lnTo>
                  <a:lnTo>
                    <a:pt x="4462597" y="437968"/>
                  </a:lnTo>
                  <a:lnTo>
                    <a:pt x="4462690" y="437968"/>
                  </a:lnTo>
                  <a:lnTo>
                    <a:pt x="4462784" y="437968"/>
                  </a:lnTo>
                  <a:lnTo>
                    <a:pt x="4462877" y="437968"/>
                  </a:lnTo>
                  <a:lnTo>
                    <a:pt x="4462970" y="437968"/>
                  </a:lnTo>
                  <a:lnTo>
                    <a:pt x="4463063" y="437968"/>
                  </a:lnTo>
                  <a:lnTo>
                    <a:pt x="4463157" y="437968"/>
                  </a:lnTo>
                  <a:lnTo>
                    <a:pt x="4463250" y="437968"/>
                  </a:lnTo>
                  <a:lnTo>
                    <a:pt x="4463343" y="437968"/>
                  </a:lnTo>
                  <a:lnTo>
                    <a:pt x="4463436" y="437968"/>
                  </a:lnTo>
                  <a:lnTo>
                    <a:pt x="4463530" y="437968"/>
                  </a:lnTo>
                  <a:lnTo>
                    <a:pt x="4463623" y="437968"/>
                  </a:lnTo>
                  <a:lnTo>
                    <a:pt x="4463716" y="437968"/>
                  </a:lnTo>
                  <a:lnTo>
                    <a:pt x="4463809" y="437968"/>
                  </a:lnTo>
                  <a:lnTo>
                    <a:pt x="4463903" y="437968"/>
                  </a:lnTo>
                  <a:lnTo>
                    <a:pt x="4463996" y="437968"/>
                  </a:lnTo>
                  <a:lnTo>
                    <a:pt x="4464089" y="437968"/>
                  </a:lnTo>
                  <a:lnTo>
                    <a:pt x="4464182" y="437968"/>
                  </a:lnTo>
                  <a:lnTo>
                    <a:pt x="4464276" y="437968"/>
                  </a:lnTo>
                  <a:lnTo>
                    <a:pt x="4464369" y="437968"/>
                  </a:lnTo>
                  <a:lnTo>
                    <a:pt x="4464462" y="437968"/>
                  </a:lnTo>
                  <a:lnTo>
                    <a:pt x="4464555" y="437968"/>
                  </a:lnTo>
                  <a:lnTo>
                    <a:pt x="4464649" y="437968"/>
                  </a:lnTo>
                  <a:lnTo>
                    <a:pt x="4464742" y="437968"/>
                  </a:lnTo>
                  <a:lnTo>
                    <a:pt x="4464835" y="437968"/>
                  </a:lnTo>
                  <a:lnTo>
                    <a:pt x="4464928" y="437968"/>
                  </a:lnTo>
                  <a:lnTo>
                    <a:pt x="4465022" y="437968"/>
                  </a:lnTo>
                  <a:lnTo>
                    <a:pt x="4465115" y="437968"/>
                  </a:lnTo>
                  <a:lnTo>
                    <a:pt x="4465208" y="437968"/>
                  </a:lnTo>
                  <a:lnTo>
                    <a:pt x="4465301" y="437968"/>
                  </a:lnTo>
                  <a:lnTo>
                    <a:pt x="4465395" y="437968"/>
                  </a:lnTo>
                  <a:lnTo>
                    <a:pt x="4465488" y="437968"/>
                  </a:lnTo>
                  <a:lnTo>
                    <a:pt x="4465581" y="437968"/>
                  </a:lnTo>
                  <a:lnTo>
                    <a:pt x="4465674" y="437968"/>
                  </a:lnTo>
                  <a:lnTo>
                    <a:pt x="4465768" y="437968"/>
                  </a:lnTo>
                  <a:lnTo>
                    <a:pt x="4465861" y="437968"/>
                  </a:lnTo>
                  <a:lnTo>
                    <a:pt x="4465954" y="437968"/>
                  </a:lnTo>
                  <a:lnTo>
                    <a:pt x="4466047" y="437968"/>
                  </a:lnTo>
                  <a:lnTo>
                    <a:pt x="4466141" y="437968"/>
                  </a:lnTo>
                  <a:lnTo>
                    <a:pt x="4466234" y="437968"/>
                  </a:lnTo>
                  <a:lnTo>
                    <a:pt x="4466327" y="437968"/>
                  </a:lnTo>
                  <a:lnTo>
                    <a:pt x="4466420" y="437968"/>
                  </a:lnTo>
                  <a:lnTo>
                    <a:pt x="4466514" y="437968"/>
                  </a:lnTo>
                  <a:lnTo>
                    <a:pt x="4466607" y="437968"/>
                  </a:lnTo>
                  <a:lnTo>
                    <a:pt x="4466700" y="437968"/>
                  </a:lnTo>
                  <a:lnTo>
                    <a:pt x="4466793" y="437968"/>
                  </a:lnTo>
                  <a:lnTo>
                    <a:pt x="4466887" y="437968"/>
                  </a:lnTo>
                  <a:lnTo>
                    <a:pt x="4466980" y="437968"/>
                  </a:lnTo>
                  <a:lnTo>
                    <a:pt x="4467073" y="437968"/>
                  </a:lnTo>
                  <a:lnTo>
                    <a:pt x="4467166" y="437968"/>
                  </a:lnTo>
                  <a:lnTo>
                    <a:pt x="4467260" y="437968"/>
                  </a:lnTo>
                  <a:lnTo>
                    <a:pt x="4467353" y="437968"/>
                  </a:lnTo>
                  <a:lnTo>
                    <a:pt x="4467446" y="437968"/>
                  </a:lnTo>
                  <a:lnTo>
                    <a:pt x="4467539" y="437968"/>
                  </a:lnTo>
                  <a:lnTo>
                    <a:pt x="4467633" y="437968"/>
                  </a:lnTo>
                  <a:lnTo>
                    <a:pt x="4467726" y="437968"/>
                  </a:lnTo>
                  <a:lnTo>
                    <a:pt x="4467819" y="437968"/>
                  </a:lnTo>
                  <a:lnTo>
                    <a:pt x="4467912" y="437968"/>
                  </a:lnTo>
                  <a:lnTo>
                    <a:pt x="4468005" y="437968"/>
                  </a:lnTo>
                  <a:lnTo>
                    <a:pt x="4468099" y="437968"/>
                  </a:lnTo>
                  <a:lnTo>
                    <a:pt x="4468192" y="437968"/>
                  </a:lnTo>
                  <a:lnTo>
                    <a:pt x="4468285" y="437968"/>
                  </a:lnTo>
                  <a:lnTo>
                    <a:pt x="4468378" y="437968"/>
                  </a:lnTo>
                  <a:lnTo>
                    <a:pt x="4468472" y="437968"/>
                  </a:lnTo>
                  <a:lnTo>
                    <a:pt x="4468565" y="437968"/>
                  </a:lnTo>
                  <a:lnTo>
                    <a:pt x="4468658" y="437968"/>
                  </a:lnTo>
                  <a:lnTo>
                    <a:pt x="4468751" y="437968"/>
                  </a:lnTo>
                  <a:lnTo>
                    <a:pt x="4468845" y="437968"/>
                  </a:lnTo>
                  <a:lnTo>
                    <a:pt x="4468938" y="437968"/>
                  </a:lnTo>
                  <a:lnTo>
                    <a:pt x="4469031" y="437968"/>
                  </a:lnTo>
                  <a:lnTo>
                    <a:pt x="4469124" y="437968"/>
                  </a:lnTo>
                  <a:lnTo>
                    <a:pt x="4469218" y="437968"/>
                  </a:lnTo>
                  <a:lnTo>
                    <a:pt x="4469311" y="437968"/>
                  </a:lnTo>
                  <a:lnTo>
                    <a:pt x="4469404" y="437968"/>
                  </a:lnTo>
                  <a:lnTo>
                    <a:pt x="4469497" y="437968"/>
                  </a:lnTo>
                  <a:lnTo>
                    <a:pt x="4469591" y="437968"/>
                  </a:lnTo>
                  <a:lnTo>
                    <a:pt x="4469684" y="437968"/>
                  </a:lnTo>
                  <a:lnTo>
                    <a:pt x="4469777" y="437968"/>
                  </a:lnTo>
                  <a:lnTo>
                    <a:pt x="4469870" y="437968"/>
                  </a:lnTo>
                  <a:lnTo>
                    <a:pt x="4469964" y="437968"/>
                  </a:lnTo>
                  <a:lnTo>
                    <a:pt x="4470057" y="437968"/>
                  </a:lnTo>
                  <a:lnTo>
                    <a:pt x="4470150" y="437968"/>
                  </a:lnTo>
                  <a:lnTo>
                    <a:pt x="4470243" y="437968"/>
                  </a:lnTo>
                  <a:lnTo>
                    <a:pt x="4470337" y="437968"/>
                  </a:lnTo>
                  <a:lnTo>
                    <a:pt x="4470430" y="437968"/>
                  </a:lnTo>
                  <a:lnTo>
                    <a:pt x="4470523" y="437968"/>
                  </a:lnTo>
                  <a:lnTo>
                    <a:pt x="4470616" y="437968"/>
                  </a:lnTo>
                  <a:lnTo>
                    <a:pt x="4470710" y="437968"/>
                  </a:lnTo>
                  <a:lnTo>
                    <a:pt x="4470803" y="437968"/>
                  </a:lnTo>
                  <a:lnTo>
                    <a:pt x="4470896" y="437968"/>
                  </a:lnTo>
                  <a:lnTo>
                    <a:pt x="4470989" y="437968"/>
                  </a:lnTo>
                  <a:lnTo>
                    <a:pt x="4471083" y="437968"/>
                  </a:lnTo>
                  <a:lnTo>
                    <a:pt x="4471176" y="437968"/>
                  </a:lnTo>
                  <a:lnTo>
                    <a:pt x="4471269" y="437968"/>
                  </a:lnTo>
                  <a:lnTo>
                    <a:pt x="4471362" y="437968"/>
                  </a:lnTo>
                  <a:lnTo>
                    <a:pt x="4471456" y="437968"/>
                  </a:lnTo>
                  <a:lnTo>
                    <a:pt x="4471549" y="437968"/>
                  </a:lnTo>
                  <a:lnTo>
                    <a:pt x="4471642" y="437968"/>
                  </a:lnTo>
                  <a:lnTo>
                    <a:pt x="4471735" y="437968"/>
                  </a:lnTo>
                  <a:lnTo>
                    <a:pt x="4471829" y="437968"/>
                  </a:lnTo>
                  <a:lnTo>
                    <a:pt x="4471922" y="437968"/>
                  </a:lnTo>
                  <a:lnTo>
                    <a:pt x="4472015" y="437968"/>
                  </a:lnTo>
                  <a:lnTo>
                    <a:pt x="4472108" y="437968"/>
                  </a:lnTo>
                  <a:lnTo>
                    <a:pt x="4472202" y="437968"/>
                  </a:lnTo>
                  <a:lnTo>
                    <a:pt x="4472295" y="437968"/>
                  </a:lnTo>
                  <a:lnTo>
                    <a:pt x="4472388" y="437968"/>
                  </a:lnTo>
                  <a:lnTo>
                    <a:pt x="4472481" y="437968"/>
                  </a:lnTo>
                  <a:lnTo>
                    <a:pt x="4472575" y="437968"/>
                  </a:lnTo>
                  <a:lnTo>
                    <a:pt x="4472668" y="437968"/>
                  </a:lnTo>
                  <a:lnTo>
                    <a:pt x="4472761" y="437968"/>
                  </a:lnTo>
                  <a:lnTo>
                    <a:pt x="4472854" y="437968"/>
                  </a:lnTo>
                  <a:lnTo>
                    <a:pt x="4472948" y="437968"/>
                  </a:lnTo>
                  <a:lnTo>
                    <a:pt x="4473041" y="437968"/>
                  </a:lnTo>
                  <a:lnTo>
                    <a:pt x="4473134" y="437968"/>
                  </a:lnTo>
                  <a:lnTo>
                    <a:pt x="4473227" y="437968"/>
                  </a:lnTo>
                  <a:lnTo>
                    <a:pt x="4473321" y="437968"/>
                  </a:lnTo>
                  <a:lnTo>
                    <a:pt x="4473414" y="437968"/>
                  </a:lnTo>
                  <a:lnTo>
                    <a:pt x="4473507" y="437968"/>
                  </a:lnTo>
                  <a:lnTo>
                    <a:pt x="4473600" y="437968"/>
                  </a:lnTo>
                  <a:lnTo>
                    <a:pt x="4473694" y="437968"/>
                  </a:lnTo>
                  <a:lnTo>
                    <a:pt x="4473787" y="437968"/>
                  </a:lnTo>
                  <a:lnTo>
                    <a:pt x="4473880" y="437968"/>
                  </a:lnTo>
                  <a:lnTo>
                    <a:pt x="4473973" y="437968"/>
                  </a:lnTo>
                  <a:lnTo>
                    <a:pt x="4474067" y="437968"/>
                  </a:lnTo>
                  <a:lnTo>
                    <a:pt x="4474160" y="437968"/>
                  </a:lnTo>
                  <a:lnTo>
                    <a:pt x="4474253" y="437968"/>
                  </a:lnTo>
                  <a:lnTo>
                    <a:pt x="4474346" y="437968"/>
                  </a:lnTo>
                  <a:lnTo>
                    <a:pt x="4474440" y="437968"/>
                  </a:lnTo>
                  <a:lnTo>
                    <a:pt x="4474533" y="437968"/>
                  </a:lnTo>
                  <a:lnTo>
                    <a:pt x="4474626" y="437968"/>
                  </a:lnTo>
                  <a:lnTo>
                    <a:pt x="4474719" y="437968"/>
                  </a:lnTo>
                  <a:lnTo>
                    <a:pt x="4474813" y="437968"/>
                  </a:lnTo>
                  <a:lnTo>
                    <a:pt x="4474906" y="437968"/>
                  </a:lnTo>
                  <a:lnTo>
                    <a:pt x="4474999" y="437968"/>
                  </a:lnTo>
                  <a:lnTo>
                    <a:pt x="4475092" y="437968"/>
                  </a:lnTo>
                  <a:lnTo>
                    <a:pt x="4475185" y="437968"/>
                  </a:lnTo>
                  <a:lnTo>
                    <a:pt x="4475279" y="437968"/>
                  </a:lnTo>
                  <a:lnTo>
                    <a:pt x="4475372" y="437968"/>
                  </a:lnTo>
                  <a:lnTo>
                    <a:pt x="4475465" y="437968"/>
                  </a:lnTo>
                  <a:lnTo>
                    <a:pt x="4475558" y="437968"/>
                  </a:lnTo>
                  <a:lnTo>
                    <a:pt x="4475652" y="437968"/>
                  </a:lnTo>
                  <a:lnTo>
                    <a:pt x="4475745" y="437968"/>
                  </a:lnTo>
                  <a:lnTo>
                    <a:pt x="4475838" y="437968"/>
                  </a:lnTo>
                  <a:lnTo>
                    <a:pt x="4475931" y="437968"/>
                  </a:lnTo>
                  <a:lnTo>
                    <a:pt x="4476025" y="437968"/>
                  </a:lnTo>
                  <a:lnTo>
                    <a:pt x="4476118" y="437968"/>
                  </a:lnTo>
                  <a:lnTo>
                    <a:pt x="4476211" y="437968"/>
                  </a:lnTo>
                  <a:lnTo>
                    <a:pt x="4476304" y="437968"/>
                  </a:lnTo>
                  <a:lnTo>
                    <a:pt x="4476398" y="437968"/>
                  </a:lnTo>
                  <a:lnTo>
                    <a:pt x="4476491" y="437968"/>
                  </a:lnTo>
                  <a:lnTo>
                    <a:pt x="4476584" y="437968"/>
                  </a:lnTo>
                  <a:lnTo>
                    <a:pt x="4476677" y="437968"/>
                  </a:lnTo>
                  <a:lnTo>
                    <a:pt x="4476771" y="437968"/>
                  </a:lnTo>
                  <a:lnTo>
                    <a:pt x="4476864" y="437968"/>
                  </a:lnTo>
                  <a:lnTo>
                    <a:pt x="4476957" y="437968"/>
                  </a:lnTo>
                  <a:lnTo>
                    <a:pt x="4477050" y="437968"/>
                  </a:lnTo>
                  <a:lnTo>
                    <a:pt x="4477144" y="437968"/>
                  </a:lnTo>
                  <a:lnTo>
                    <a:pt x="4477237" y="437968"/>
                  </a:lnTo>
                  <a:lnTo>
                    <a:pt x="4477330" y="437968"/>
                  </a:lnTo>
                  <a:lnTo>
                    <a:pt x="4477423" y="437968"/>
                  </a:lnTo>
                  <a:lnTo>
                    <a:pt x="4477517" y="437968"/>
                  </a:lnTo>
                  <a:lnTo>
                    <a:pt x="4477610" y="437968"/>
                  </a:lnTo>
                  <a:lnTo>
                    <a:pt x="4477703" y="437968"/>
                  </a:lnTo>
                  <a:lnTo>
                    <a:pt x="4477796" y="437968"/>
                  </a:lnTo>
                  <a:lnTo>
                    <a:pt x="4477890" y="437968"/>
                  </a:lnTo>
                  <a:lnTo>
                    <a:pt x="4477983" y="437968"/>
                  </a:lnTo>
                  <a:lnTo>
                    <a:pt x="4478076" y="437968"/>
                  </a:lnTo>
                  <a:lnTo>
                    <a:pt x="4478169" y="437968"/>
                  </a:lnTo>
                  <a:lnTo>
                    <a:pt x="4478263" y="437968"/>
                  </a:lnTo>
                  <a:lnTo>
                    <a:pt x="4478356" y="437968"/>
                  </a:lnTo>
                  <a:lnTo>
                    <a:pt x="4478449" y="437968"/>
                  </a:lnTo>
                  <a:lnTo>
                    <a:pt x="4478542" y="437968"/>
                  </a:lnTo>
                  <a:lnTo>
                    <a:pt x="4478636" y="437968"/>
                  </a:lnTo>
                  <a:lnTo>
                    <a:pt x="4478729" y="437968"/>
                  </a:lnTo>
                  <a:lnTo>
                    <a:pt x="4478822" y="437968"/>
                  </a:lnTo>
                  <a:lnTo>
                    <a:pt x="4478915" y="437968"/>
                  </a:lnTo>
                  <a:lnTo>
                    <a:pt x="4479009" y="437968"/>
                  </a:lnTo>
                  <a:lnTo>
                    <a:pt x="4479102" y="437968"/>
                  </a:lnTo>
                  <a:lnTo>
                    <a:pt x="4479195" y="437968"/>
                  </a:lnTo>
                  <a:lnTo>
                    <a:pt x="4479288" y="437968"/>
                  </a:lnTo>
                  <a:lnTo>
                    <a:pt x="4479382" y="437968"/>
                  </a:lnTo>
                  <a:lnTo>
                    <a:pt x="4479475" y="437968"/>
                  </a:lnTo>
                  <a:lnTo>
                    <a:pt x="4479568" y="437968"/>
                  </a:lnTo>
                  <a:lnTo>
                    <a:pt x="4479661" y="437968"/>
                  </a:lnTo>
                  <a:lnTo>
                    <a:pt x="4479755" y="437968"/>
                  </a:lnTo>
                  <a:lnTo>
                    <a:pt x="4479848" y="437968"/>
                  </a:lnTo>
                  <a:lnTo>
                    <a:pt x="4479941" y="437968"/>
                  </a:lnTo>
                  <a:lnTo>
                    <a:pt x="4480034" y="437968"/>
                  </a:lnTo>
                  <a:lnTo>
                    <a:pt x="4480128" y="437968"/>
                  </a:lnTo>
                  <a:lnTo>
                    <a:pt x="4480221" y="437968"/>
                  </a:lnTo>
                  <a:lnTo>
                    <a:pt x="4480314" y="437968"/>
                  </a:lnTo>
                  <a:lnTo>
                    <a:pt x="4480407" y="437968"/>
                  </a:lnTo>
                  <a:lnTo>
                    <a:pt x="4480501" y="437968"/>
                  </a:lnTo>
                  <a:lnTo>
                    <a:pt x="4480594" y="437968"/>
                  </a:lnTo>
                  <a:lnTo>
                    <a:pt x="4480687" y="437968"/>
                  </a:lnTo>
                  <a:lnTo>
                    <a:pt x="4480780" y="437968"/>
                  </a:lnTo>
                  <a:lnTo>
                    <a:pt x="4480874" y="437968"/>
                  </a:lnTo>
                  <a:lnTo>
                    <a:pt x="4480967" y="437968"/>
                  </a:lnTo>
                  <a:lnTo>
                    <a:pt x="4481060" y="437968"/>
                  </a:lnTo>
                  <a:lnTo>
                    <a:pt x="4481153" y="437968"/>
                  </a:lnTo>
                  <a:lnTo>
                    <a:pt x="4481247" y="437968"/>
                  </a:lnTo>
                  <a:lnTo>
                    <a:pt x="4481340" y="437968"/>
                  </a:lnTo>
                  <a:lnTo>
                    <a:pt x="4481433" y="437968"/>
                  </a:lnTo>
                  <a:lnTo>
                    <a:pt x="4481526" y="437968"/>
                  </a:lnTo>
                  <a:lnTo>
                    <a:pt x="4481620" y="437968"/>
                  </a:lnTo>
                  <a:lnTo>
                    <a:pt x="4481713" y="437968"/>
                  </a:lnTo>
                  <a:lnTo>
                    <a:pt x="4481806" y="437968"/>
                  </a:lnTo>
                  <a:lnTo>
                    <a:pt x="4481899" y="437968"/>
                  </a:lnTo>
                  <a:lnTo>
                    <a:pt x="4481992" y="437968"/>
                  </a:lnTo>
                  <a:lnTo>
                    <a:pt x="4482086" y="437968"/>
                  </a:lnTo>
                  <a:lnTo>
                    <a:pt x="4482179" y="437968"/>
                  </a:lnTo>
                  <a:lnTo>
                    <a:pt x="4482272" y="437968"/>
                  </a:lnTo>
                  <a:lnTo>
                    <a:pt x="4482365" y="437968"/>
                  </a:lnTo>
                  <a:lnTo>
                    <a:pt x="4482459" y="437968"/>
                  </a:lnTo>
                  <a:lnTo>
                    <a:pt x="4482552" y="437968"/>
                  </a:lnTo>
                  <a:lnTo>
                    <a:pt x="4482645" y="437968"/>
                  </a:lnTo>
                  <a:lnTo>
                    <a:pt x="4482738" y="437968"/>
                  </a:lnTo>
                  <a:lnTo>
                    <a:pt x="4482832" y="437968"/>
                  </a:lnTo>
                  <a:lnTo>
                    <a:pt x="4482925" y="437968"/>
                  </a:lnTo>
                  <a:lnTo>
                    <a:pt x="4483018" y="437968"/>
                  </a:lnTo>
                  <a:lnTo>
                    <a:pt x="4483111" y="437968"/>
                  </a:lnTo>
                  <a:lnTo>
                    <a:pt x="4483205" y="437968"/>
                  </a:lnTo>
                  <a:lnTo>
                    <a:pt x="4483298" y="437968"/>
                  </a:lnTo>
                  <a:lnTo>
                    <a:pt x="4483391" y="437968"/>
                  </a:lnTo>
                  <a:lnTo>
                    <a:pt x="4483484" y="437968"/>
                  </a:lnTo>
                  <a:lnTo>
                    <a:pt x="4483578" y="437968"/>
                  </a:lnTo>
                  <a:lnTo>
                    <a:pt x="4483671" y="437968"/>
                  </a:lnTo>
                  <a:lnTo>
                    <a:pt x="4483764" y="437968"/>
                  </a:lnTo>
                  <a:lnTo>
                    <a:pt x="4483857" y="437968"/>
                  </a:lnTo>
                  <a:lnTo>
                    <a:pt x="4483951" y="437968"/>
                  </a:lnTo>
                  <a:lnTo>
                    <a:pt x="4484044" y="437968"/>
                  </a:lnTo>
                  <a:lnTo>
                    <a:pt x="4484137" y="437968"/>
                  </a:lnTo>
                  <a:lnTo>
                    <a:pt x="4484230" y="437968"/>
                  </a:lnTo>
                  <a:lnTo>
                    <a:pt x="4484324" y="437968"/>
                  </a:lnTo>
                  <a:lnTo>
                    <a:pt x="4484417" y="437968"/>
                  </a:lnTo>
                  <a:lnTo>
                    <a:pt x="4484510" y="437968"/>
                  </a:lnTo>
                  <a:lnTo>
                    <a:pt x="4484603" y="437968"/>
                  </a:lnTo>
                  <a:lnTo>
                    <a:pt x="4484697" y="437968"/>
                  </a:lnTo>
                  <a:lnTo>
                    <a:pt x="4484790" y="437968"/>
                  </a:lnTo>
                  <a:lnTo>
                    <a:pt x="4484883" y="437968"/>
                  </a:lnTo>
                  <a:lnTo>
                    <a:pt x="4484976" y="437968"/>
                  </a:lnTo>
                  <a:lnTo>
                    <a:pt x="4485070" y="437968"/>
                  </a:lnTo>
                  <a:lnTo>
                    <a:pt x="4485163" y="437968"/>
                  </a:lnTo>
                  <a:lnTo>
                    <a:pt x="4485256" y="437968"/>
                  </a:lnTo>
                  <a:lnTo>
                    <a:pt x="4485349" y="437968"/>
                  </a:lnTo>
                  <a:lnTo>
                    <a:pt x="4485443" y="437968"/>
                  </a:lnTo>
                  <a:lnTo>
                    <a:pt x="4485536" y="437968"/>
                  </a:lnTo>
                  <a:lnTo>
                    <a:pt x="4485629" y="437968"/>
                  </a:lnTo>
                  <a:lnTo>
                    <a:pt x="4485722" y="437968"/>
                  </a:lnTo>
                  <a:lnTo>
                    <a:pt x="4485816" y="437968"/>
                  </a:lnTo>
                  <a:lnTo>
                    <a:pt x="4485909" y="437968"/>
                  </a:lnTo>
                  <a:lnTo>
                    <a:pt x="4486002" y="437968"/>
                  </a:lnTo>
                  <a:lnTo>
                    <a:pt x="4486095" y="437968"/>
                  </a:lnTo>
                  <a:lnTo>
                    <a:pt x="4486189" y="437968"/>
                  </a:lnTo>
                  <a:lnTo>
                    <a:pt x="4486282" y="437968"/>
                  </a:lnTo>
                  <a:lnTo>
                    <a:pt x="4486375" y="437968"/>
                  </a:lnTo>
                  <a:lnTo>
                    <a:pt x="4486468" y="437968"/>
                  </a:lnTo>
                  <a:lnTo>
                    <a:pt x="4486562" y="437968"/>
                  </a:lnTo>
                  <a:lnTo>
                    <a:pt x="4486655" y="437968"/>
                  </a:lnTo>
                  <a:lnTo>
                    <a:pt x="4486748" y="437968"/>
                  </a:lnTo>
                  <a:lnTo>
                    <a:pt x="4486841" y="437968"/>
                  </a:lnTo>
                  <a:lnTo>
                    <a:pt x="4486935" y="437968"/>
                  </a:lnTo>
                  <a:lnTo>
                    <a:pt x="4487028" y="437968"/>
                  </a:lnTo>
                  <a:lnTo>
                    <a:pt x="4487121" y="437968"/>
                  </a:lnTo>
                  <a:lnTo>
                    <a:pt x="4487214" y="437968"/>
                  </a:lnTo>
                  <a:lnTo>
                    <a:pt x="4487308" y="437968"/>
                  </a:lnTo>
                  <a:lnTo>
                    <a:pt x="4487401" y="437968"/>
                  </a:lnTo>
                  <a:lnTo>
                    <a:pt x="4487494" y="437968"/>
                  </a:lnTo>
                  <a:lnTo>
                    <a:pt x="4487587" y="437968"/>
                  </a:lnTo>
                  <a:lnTo>
                    <a:pt x="4487681" y="437968"/>
                  </a:lnTo>
                  <a:lnTo>
                    <a:pt x="4487774" y="437968"/>
                  </a:lnTo>
                  <a:lnTo>
                    <a:pt x="4487867" y="437968"/>
                  </a:lnTo>
                  <a:lnTo>
                    <a:pt x="4487960" y="437968"/>
                  </a:lnTo>
                  <a:lnTo>
                    <a:pt x="4488054" y="437968"/>
                  </a:lnTo>
                  <a:lnTo>
                    <a:pt x="4488147" y="437968"/>
                  </a:lnTo>
                  <a:lnTo>
                    <a:pt x="4488240" y="437968"/>
                  </a:lnTo>
                  <a:lnTo>
                    <a:pt x="4488333" y="437968"/>
                  </a:lnTo>
                  <a:lnTo>
                    <a:pt x="4488427" y="437968"/>
                  </a:lnTo>
                  <a:lnTo>
                    <a:pt x="4488520" y="437968"/>
                  </a:lnTo>
                  <a:lnTo>
                    <a:pt x="4488613" y="437968"/>
                  </a:lnTo>
                  <a:lnTo>
                    <a:pt x="4488706" y="437968"/>
                  </a:lnTo>
                  <a:lnTo>
                    <a:pt x="4488799" y="437968"/>
                  </a:lnTo>
                  <a:lnTo>
                    <a:pt x="4488893" y="437968"/>
                  </a:lnTo>
                  <a:lnTo>
                    <a:pt x="4488986" y="437968"/>
                  </a:lnTo>
                  <a:lnTo>
                    <a:pt x="4489079" y="437968"/>
                  </a:lnTo>
                  <a:lnTo>
                    <a:pt x="4489172" y="437968"/>
                  </a:lnTo>
                  <a:lnTo>
                    <a:pt x="4489266" y="437968"/>
                  </a:lnTo>
                  <a:lnTo>
                    <a:pt x="4489359" y="437968"/>
                  </a:lnTo>
                  <a:lnTo>
                    <a:pt x="4489452" y="437968"/>
                  </a:lnTo>
                  <a:lnTo>
                    <a:pt x="4489545" y="437968"/>
                  </a:lnTo>
                  <a:lnTo>
                    <a:pt x="4489639" y="437968"/>
                  </a:lnTo>
                  <a:lnTo>
                    <a:pt x="4489732" y="437968"/>
                  </a:lnTo>
                  <a:lnTo>
                    <a:pt x="4489825" y="437968"/>
                  </a:lnTo>
                  <a:lnTo>
                    <a:pt x="4489918" y="437968"/>
                  </a:lnTo>
                  <a:lnTo>
                    <a:pt x="4490012" y="437968"/>
                  </a:lnTo>
                  <a:lnTo>
                    <a:pt x="4490105" y="437968"/>
                  </a:lnTo>
                  <a:lnTo>
                    <a:pt x="4490198" y="437968"/>
                  </a:lnTo>
                  <a:lnTo>
                    <a:pt x="4490291" y="437968"/>
                  </a:lnTo>
                  <a:lnTo>
                    <a:pt x="4490385" y="437968"/>
                  </a:lnTo>
                  <a:lnTo>
                    <a:pt x="4490478" y="437968"/>
                  </a:lnTo>
                  <a:lnTo>
                    <a:pt x="4490571" y="437968"/>
                  </a:lnTo>
                  <a:lnTo>
                    <a:pt x="4490664" y="437968"/>
                  </a:lnTo>
                  <a:lnTo>
                    <a:pt x="4490758" y="437968"/>
                  </a:lnTo>
                  <a:lnTo>
                    <a:pt x="4490851" y="437968"/>
                  </a:lnTo>
                  <a:lnTo>
                    <a:pt x="4490944" y="437968"/>
                  </a:lnTo>
                  <a:lnTo>
                    <a:pt x="4491037" y="437968"/>
                  </a:lnTo>
                  <a:lnTo>
                    <a:pt x="4491131" y="437968"/>
                  </a:lnTo>
                  <a:lnTo>
                    <a:pt x="4491224" y="437968"/>
                  </a:lnTo>
                  <a:lnTo>
                    <a:pt x="4491317" y="437968"/>
                  </a:lnTo>
                  <a:lnTo>
                    <a:pt x="4491410" y="437968"/>
                  </a:lnTo>
                  <a:lnTo>
                    <a:pt x="4491504" y="437968"/>
                  </a:lnTo>
                  <a:lnTo>
                    <a:pt x="4491597" y="437968"/>
                  </a:lnTo>
                  <a:lnTo>
                    <a:pt x="4491690" y="437968"/>
                  </a:lnTo>
                  <a:lnTo>
                    <a:pt x="4491783" y="437968"/>
                  </a:lnTo>
                  <a:lnTo>
                    <a:pt x="4491877" y="437968"/>
                  </a:lnTo>
                  <a:lnTo>
                    <a:pt x="4491970" y="437968"/>
                  </a:lnTo>
                  <a:lnTo>
                    <a:pt x="4492063" y="437968"/>
                  </a:lnTo>
                  <a:lnTo>
                    <a:pt x="4492156" y="437968"/>
                  </a:lnTo>
                  <a:lnTo>
                    <a:pt x="4492250" y="437968"/>
                  </a:lnTo>
                  <a:lnTo>
                    <a:pt x="4492343" y="437968"/>
                  </a:lnTo>
                  <a:lnTo>
                    <a:pt x="4492436" y="437968"/>
                  </a:lnTo>
                  <a:lnTo>
                    <a:pt x="4492529" y="437968"/>
                  </a:lnTo>
                  <a:lnTo>
                    <a:pt x="4492623" y="437968"/>
                  </a:lnTo>
                  <a:lnTo>
                    <a:pt x="4492716" y="437968"/>
                  </a:lnTo>
                  <a:lnTo>
                    <a:pt x="4492809" y="437968"/>
                  </a:lnTo>
                  <a:lnTo>
                    <a:pt x="4492902" y="437968"/>
                  </a:lnTo>
                  <a:lnTo>
                    <a:pt x="4492996" y="437968"/>
                  </a:lnTo>
                  <a:lnTo>
                    <a:pt x="4493089" y="437968"/>
                  </a:lnTo>
                  <a:lnTo>
                    <a:pt x="4493182" y="437968"/>
                  </a:lnTo>
                  <a:lnTo>
                    <a:pt x="4493275" y="437968"/>
                  </a:lnTo>
                  <a:lnTo>
                    <a:pt x="4493369" y="437968"/>
                  </a:lnTo>
                  <a:lnTo>
                    <a:pt x="4493462" y="437968"/>
                  </a:lnTo>
                  <a:lnTo>
                    <a:pt x="4493555" y="437968"/>
                  </a:lnTo>
                  <a:lnTo>
                    <a:pt x="4493648" y="437968"/>
                  </a:lnTo>
                  <a:lnTo>
                    <a:pt x="4493742" y="437968"/>
                  </a:lnTo>
                  <a:lnTo>
                    <a:pt x="4493835" y="437968"/>
                  </a:lnTo>
                  <a:lnTo>
                    <a:pt x="4493928" y="437968"/>
                  </a:lnTo>
                  <a:lnTo>
                    <a:pt x="4494021" y="437968"/>
                  </a:lnTo>
                  <a:lnTo>
                    <a:pt x="4494115" y="437968"/>
                  </a:lnTo>
                  <a:lnTo>
                    <a:pt x="4494208" y="437968"/>
                  </a:lnTo>
                  <a:lnTo>
                    <a:pt x="4494301" y="437968"/>
                  </a:lnTo>
                  <a:lnTo>
                    <a:pt x="4494394" y="437968"/>
                  </a:lnTo>
                  <a:lnTo>
                    <a:pt x="4494488" y="437968"/>
                  </a:lnTo>
                  <a:lnTo>
                    <a:pt x="4494581" y="437968"/>
                  </a:lnTo>
                  <a:lnTo>
                    <a:pt x="4494674" y="437968"/>
                  </a:lnTo>
                  <a:lnTo>
                    <a:pt x="4494767" y="437968"/>
                  </a:lnTo>
                  <a:lnTo>
                    <a:pt x="4494861" y="437968"/>
                  </a:lnTo>
                  <a:lnTo>
                    <a:pt x="4494954" y="437968"/>
                  </a:lnTo>
                  <a:lnTo>
                    <a:pt x="4495047" y="437968"/>
                  </a:lnTo>
                  <a:lnTo>
                    <a:pt x="4495140" y="437968"/>
                  </a:lnTo>
                  <a:lnTo>
                    <a:pt x="4495234" y="437968"/>
                  </a:lnTo>
                  <a:lnTo>
                    <a:pt x="4495327" y="437968"/>
                  </a:lnTo>
                  <a:lnTo>
                    <a:pt x="4495420" y="437968"/>
                  </a:lnTo>
                  <a:lnTo>
                    <a:pt x="4495513" y="437968"/>
                  </a:lnTo>
                  <a:lnTo>
                    <a:pt x="4495607" y="437968"/>
                  </a:lnTo>
                  <a:lnTo>
                    <a:pt x="4495700" y="437968"/>
                  </a:lnTo>
                  <a:lnTo>
                    <a:pt x="4495793" y="437968"/>
                  </a:lnTo>
                  <a:lnTo>
                    <a:pt x="4495886" y="437968"/>
                  </a:lnTo>
                  <a:lnTo>
                    <a:pt x="4495979" y="437968"/>
                  </a:lnTo>
                  <a:lnTo>
                    <a:pt x="4496073" y="437968"/>
                  </a:lnTo>
                  <a:lnTo>
                    <a:pt x="4496166" y="437968"/>
                  </a:lnTo>
                  <a:lnTo>
                    <a:pt x="4496259" y="437968"/>
                  </a:lnTo>
                  <a:lnTo>
                    <a:pt x="4496352" y="437968"/>
                  </a:lnTo>
                  <a:lnTo>
                    <a:pt x="4496446" y="437968"/>
                  </a:lnTo>
                  <a:lnTo>
                    <a:pt x="4496539" y="437968"/>
                  </a:lnTo>
                  <a:lnTo>
                    <a:pt x="4496632" y="437968"/>
                  </a:lnTo>
                  <a:lnTo>
                    <a:pt x="4496725" y="437968"/>
                  </a:lnTo>
                  <a:lnTo>
                    <a:pt x="4496819" y="437968"/>
                  </a:lnTo>
                  <a:lnTo>
                    <a:pt x="4496912" y="437968"/>
                  </a:lnTo>
                  <a:lnTo>
                    <a:pt x="4497005" y="437968"/>
                  </a:lnTo>
                  <a:lnTo>
                    <a:pt x="4497098" y="437968"/>
                  </a:lnTo>
                  <a:lnTo>
                    <a:pt x="4497192" y="437968"/>
                  </a:lnTo>
                  <a:lnTo>
                    <a:pt x="4497285" y="437968"/>
                  </a:lnTo>
                  <a:lnTo>
                    <a:pt x="4497378" y="437968"/>
                  </a:lnTo>
                  <a:lnTo>
                    <a:pt x="4497471" y="437968"/>
                  </a:lnTo>
                  <a:lnTo>
                    <a:pt x="4497565" y="437968"/>
                  </a:lnTo>
                  <a:lnTo>
                    <a:pt x="4497658" y="437968"/>
                  </a:lnTo>
                  <a:lnTo>
                    <a:pt x="4497751" y="437968"/>
                  </a:lnTo>
                  <a:lnTo>
                    <a:pt x="4497844" y="437968"/>
                  </a:lnTo>
                  <a:lnTo>
                    <a:pt x="4497938" y="437968"/>
                  </a:lnTo>
                  <a:lnTo>
                    <a:pt x="4498031" y="437968"/>
                  </a:lnTo>
                  <a:lnTo>
                    <a:pt x="4498124" y="437968"/>
                  </a:lnTo>
                  <a:lnTo>
                    <a:pt x="4498217" y="437968"/>
                  </a:lnTo>
                  <a:lnTo>
                    <a:pt x="4498311" y="437968"/>
                  </a:lnTo>
                  <a:lnTo>
                    <a:pt x="4498404" y="437968"/>
                  </a:lnTo>
                  <a:lnTo>
                    <a:pt x="4498497" y="437968"/>
                  </a:lnTo>
                  <a:lnTo>
                    <a:pt x="4498590" y="437968"/>
                  </a:lnTo>
                  <a:lnTo>
                    <a:pt x="4498684" y="437968"/>
                  </a:lnTo>
                  <a:lnTo>
                    <a:pt x="4498777" y="437968"/>
                  </a:lnTo>
                  <a:lnTo>
                    <a:pt x="4498870" y="437968"/>
                  </a:lnTo>
                  <a:lnTo>
                    <a:pt x="4498963" y="437968"/>
                  </a:lnTo>
                  <a:lnTo>
                    <a:pt x="4499057" y="437968"/>
                  </a:lnTo>
                  <a:lnTo>
                    <a:pt x="4499150" y="437968"/>
                  </a:lnTo>
                  <a:lnTo>
                    <a:pt x="4499243" y="437968"/>
                  </a:lnTo>
                  <a:lnTo>
                    <a:pt x="4499336" y="437968"/>
                  </a:lnTo>
                  <a:lnTo>
                    <a:pt x="4499430" y="437968"/>
                  </a:lnTo>
                  <a:lnTo>
                    <a:pt x="4499523" y="437968"/>
                  </a:lnTo>
                  <a:lnTo>
                    <a:pt x="4499616" y="437968"/>
                  </a:lnTo>
                  <a:lnTo>
                    <a:pt x="4499709" y="437968"/>
                  </a:lnTo>
                  <a:lnTo>
                    <a:pt x="4499803" y="437968"/>
                  </a:lnTo>
                  <a:lnTo>
                    <a:pt x="4499896" y="437968"/>
                  </a:lnTo>
                  <a:lnTo>
                    <a:pt x="4499989" y="437968"/>
                  </a:lnTo>
                  <a:lnTo>
                    <a:pt x="4500082" y="437968"/>
                  </a:lnTo>
                  <a:lnTo>
                    <a:pt x="4500082" y="428014"/>
                  </a:lnTo>
                  <a:lnTo>
                    <a:pt x="4500176" y="428014"/>
                  </a:lnTo>
                  <a:lnTo>
                    <a:pt x="4500269" y="428014"/>
                  </a:lnTo>
                  <a:lnTo>
                    <a:pt x="4500362" y="428014"/>
                  </a:lnTo>
                  <a:lnTo>
                    <a:pt x="4500455" y="428014"/>
                  </a:lnTo>
                  <a:lnTo>
                    <a:pt x="4500549" y="428014"/>
                  </a:lnTo>
                  <a:lnTo>
                    <a:pt x="4500642" y="428014"/>
                  </a:lnTo>
                  <a:lnTo>
                    <a:pt x="4500735" y="428014"/>
                  </a:lnTo>
                  <a:lnTo>
                    <a:pt x="4500828" y="428014"/>
                  </a:lnTo>
                  <a:lnTo>
                    <a:pt x="4500922" y="428014"/>
                  </a:lnTo>
                  <a:lnTo>
                    <a:pt x="4501015" y="428014"/>
                  </a:lnTo>
                  <a:lnTo>
                    <a:pt x="4501108" y="428014"/>
                  </a:lnTo>
                  <a:lnTo>
                    <a:pt x="4501201" y="428014"/>
                  </a:lnTo>
                  <a:lnTo>
                    <a:pt x="4501295" y="428014"/>
                  </a:lnTo>
                  <a:lnTo>
                    <a:pt x="4501388" y="428014"/>
                  </a:lnTo>
                  <a:lnTo>
                    <a:pt x="4501481" y="428014"/>
                  </a:lnTo>
                  <a:lnTo>
                    <a:pt x="4501574" y="428014"/>
                  </a:lnTo>
                  <a:lnTo>
                    <a:pt x="4501668" y="428014"/>
                  </a:lnTo>
                  <a:lnTo>
                    <a:pt x="4501761" y="428014"/>
                  </a:lnTo>
                  <a:lnTo>
                    <a:pt x="4501854" y="428014"/>
                  </a:lnTo>
                  <a:lnTo>
                    <a:pt x="4501947" y="428014"/>
                  </a:lnTo>
                  <a:lnTo>
                    <a:pt x="4502041" y="428014"/>
                  </a:lnTo>
                  <a:lnTo>
                    <a:pt x="4502134" y="428014"/>
                  </a:lnTo>
                  <a:lnTo>
                    <a:pt x="4502227" y="428014"/>
                  </a:lnTo>
                  <a:lnTo>
                    <a:pt x="4502320" y="428014"/>
                  </a:lnTo>
                  <a:lnTo>
                    <a:pt x="4502414" y="428014"/>
                  </a:lnTo>
                  <a:lnTo>
                    <a:pt x="4502507" y="428014"/>
                  </a:lnTo>
                  <a:lnTo>
                    <a:pt x="4502600" y="428014"/>
                  </a:lnTo>
                  <a:lnTo>
                    <a:pt x="4502693" y="428014"/>
                  </a:lnTo>
                  <a:lnTo>
                    <a:pt x="4502786" y="428014"/>
                  </a:lnTo>
                  <a:lnTo>
                    <a:pt x="4502880" y="428014"/>
                  </a:lnTo>
                  <a:lnTo>
                    <a:pt x="4502973" y="428014"/>
                  </a:lnTo>
                  <a:lnTo>
                    <a:pt x="4503066" y="428014"/>
                  </a:lnTo>
                  <a:lnTo>
                    <a:pt x="4503159" y="428014"/>
                  </a:lnTo>
                  <a:lnTo>
                    <a:pt x="4503253" y="428014"/>
                  </a:lnTo>
                  <a:lnTo>
                    <a:pt x="4503346" y="428014"/>
                  </a:lnTo>
                  <a:lnTo>
                    <a:pt x="4503439" y="428014"/>
                  </a:lnTo>
                  <a:lnTo>
                    <a:pt x="4503532" y="428014"/>
                  </a:lnTo>
                  <a:lnTo>
                    <a:pt x="4503626" y="428014"/>
                  </a:lnTo>
                  <a:lnTo>
                    <a:pt x="4503719" y="428014"/>
                  </a:lnTo>
                  <a:lnTo>
                    <a:pt x="4503812" y="428014"/>
                  </a:lnTo>
                  <a:lnTo>
                    <a:pt x="4503905" y="428014"/>
                  </a:lnTo>
                  <a:lnTo>
                    <a:pt x="4503999" y="428014"/>
                  </a:lnTo>
                  <a:lnTo>
                    <a:pt x="4504092" y="428014"/>
                  </a:lnTo>
                  <a:lnTo>
                    <a:pt x="4504185" y="428014"/>
                  </a:lnTo>
                  <a:lnTo>
                    <a:pt x="4504278" y="428014"/>
                  </a:lnTo>
                  <a:lnTo>
                    <a:pt x="4504372" y="428014"/>
                  </a:lnTo>
                  <a:lnTo>
                    <a:pt x="4504465" y="428014"/>
                  </a:lnTo>
                  <a:lnTo>
                    <a:pt x="4504558" y="428014"/>
                  </a:lnTo>
                  <a:lnTo>
                    <a:pt x="4504651" y="428014"/>
                  </a:lnTo>
                  <a:lnTo>
                    <a:pt x="4504745" y="428014"/>
                  </a:lnTo>
                  <a:lnTo>
                    <a:pt x="4504838" y="428014"/>
                  </a:lnTo>
                  <a:lnTo>
                    <a:pt x="4504931" y="428014"/>
                  </a:lnTo>
                  <a:lnTo>
                    <a:pt x="4505024" y="428014"/>
                  </a:lnTo>
                  <a:lnTo>
                    <a:pt x="4505118" y="428014"/>
                  </a:lnTo>
                  <a:lnTo>
                    <a:pt x="4505211" y="428014"/>
                  </a:lnTo>
                  <a:lnTo>
                    <a:pt x="4505304" y="428014"/>
                  </a:lnTo>
                  <a:lnTo>
                    <a:pt x="4505397" y="428014"/>
                  </a:lnTo>
                  <a:lnTo>
                    <a:pt x="4505491" y="428014"/>
                  </a:lnTo>
                  <a:lnTo>
                    <a:pt x="4505584" y="428014"/>
                  </a:lnTo>
                  <a:lnTo>
                    <a:pt x="4505677" y="428014"/>
                  </a:lnTo>
                  <a:lnTo>
                    <a:pt x="4505770" y="428014"/>
                  </a:lnTo>
                  <a:lnTo>
                    <a:pt x="4505864" y="428014"/>
                  </a:lnTo>
                  <a:lnTo>
                    <a:pt x="4505957" y="428014"/>
                  </a:lnTo>
                  <a:lnTo>
                    <a:pt x="4506050" y="428014"/>
                  </a:lnTo>
                  <a:lnTo>
                    <a:pt x="4506143" y="428014"/>
                  </a:lnTo>
                  <a:lnTo>
                    <a:pt x="4506237" y="428014"/>
                  </a:lnTo>
                  <a:lnTo>
                    <a:pt x="4506330" y="428014"/>
                  </a:lnTo>
                  <a:lnTo>
                    <a:pt x="4506423" y="428014"/>
                  </a:lnTo>
                  <a:lnTo>
                    <a:pt x="4506516" y="428014"/>
                  </a:lnTo>
                  <a:lnTo>
                    <a:pt x="4506610" y="428014"/>
                  </a:lnTo>
                  <a:lnTo>
                    <a:pt x="4506703" y="428014"/>
                  </a:lnTo>
                  <a:lnTo>
                    <a:pt x="4506796" y="428014"/>
                  </a:lnTo>
                  <a:lnTo>
                    <a:pt x="4506889" y="428014"/>
                  </a:lnTo>
                  <a:lnTo>
                    <a:pt x="4506983" y="428014"/>
                  </a:lnTo>
                  <a:lnTo>
                    <a:pt x="4507076" y="428014"/>
                  </a:lnTo>
                  <a:lnTo>
                    <a:pt x="4507169" y="428014"/>
                  </a:lnTo>
                  <a:lnTo>
                    <a:pt x="4507262" y="428014"/>
                  </a:lnTo>
                  <a:lnTo>
                    <a:pt x="4507356" y="428014"/>
                  </a:lnTo>
                  <a:lnTo>
                    <a:pt x="4507449" y="428014"/>
                  </a:lnTo>
                  <a:lnTo>
                    <a:pt x="4507542" y="428014"/>
                  </a:lnTo>
                  <a:lnTo>
                    <a:pt x="4507635" y="428014"/>
                  </a:lnTo>
                  <a:lnTo>
                    <a:pt x="4507729" y="428014"/>
                  </a:lnTo>
                  <a:lnTo>
                    <a:pt x="4507822" y="428014"/>
                  </a:lnTo>
                  <a:lnTo>
                    <a:pt x="4507915" y="428014"/>
                  </a:lnTo>
                  <a:lnTo>
                    <a:pt x="4508008" y="428014"/>
                  </a:lnTo>
                  <a:lnTo>
                    <a:pt x="4508102" y="428014"/>
                  </a:lnTo>
                  <a:lnTo>
                    <a:pt x="4508195" y="428014"/>
                  </a:lnTo>
                  <a:lnTo>
                    <a:pt x="4508288" y="428014"/>
                  </a:lnTo>
                  <a:lnTo>
                    <a:pt x="4508381" y="428014"/>
                  </a:lnTo>
                  <a:lnTo>
                    <a:pt x="4508475" y="428014"/>
                  </a:lnTo>
                  <a:lnTo>
                    <a:pt x="4508568" y="428014"/>
                  </a:lnTo>
                  <a:lnTo>
                    <a:pt x="4508661" y="428014"/>
                  </a:lnTo>
                  <a:lnTo>
                    <a:pt x="4508754" y="428014"/>
                  </a:lnTo>
                  <a:lnTo>
                    <a:pt x="4508848" y="428014"/>
                  </a:lnTo>
                  <a:lnTo>
                    <a:pt x="4508941" y="428014"/>
                  </a:lnTo>
                  <a:lnTo>
                    <a:pt x="4509034" y="428014"/>
                  </a:lnTo>
                  <a:lnTo>
                    <a:pt x="4509127" y="428014"/>
                  </a:lnTo>
                  <a:lnTo>
                    <a:pt x="4509221" y="428014"/>
                  </a:lnTo>
                  <a:lnTo>
                    <a:pt x="4509314" y="428014"/>
                  </a:lnTo>
                  <a:lnTo>
                    <a:pt x="4509407" y="428014"/>
                  </a:lnTo>
                  <a:lnTo>
                    <a:pt x="4509500" y="428014"/>
                  </a:lnTo>
                  <a:lnTo>
                    <a:pt x="4509593" y="428014"/>
                  </a:lnTo>
                  <a:lnTo>
                    <a:pt x="4509687" y="428014"/>
                  </a:lnTo>
                  <a:lnTo>
                    <a:pt x="4509780" y="428014"/>
                  </a:lnTo>
                  <a:lnTo>
                    <a:pt x="4509873" y="428014"/>
                  </a:lnTo>
                  <a:lnTo>
                    <a:pt x="4509966" y="428014"/>
                  </a:lnTo>
                  <a:lnTo>
                    <a:pt x="4510060" y="428014"/>
                  </a:lnTo>
                  <a:lnTo>
                    <a:pt x="4510153" y="428014"/>
                  </a:lnTo>
                  <a:lnTo>
                    <a:pt x="4510246" y="428014"/>
                  </a:lnTo>
                  <a:lnTo>
                    <a:pt x="4510339" y="428014"/>
                  </a:lnTo>
                  <a:lnTo>
                    <a:pt x="4510433" y="428014"/>
                  </a:lnTo>
                  <a:lnTo>
                    <a:pt x="4510526" y="428014"/>
                  </a:lnTo>
                  <a:lnTo>
                    <a:pt x="4510619" y="428014"/>
                  </a:lnTo>
                  <a:lnTo>
                    <a:pt x="4510712" y="428014"/>
                  </a:lnTo>
                  <a:lnTo>
                    <a:pt x="4510806" y="428014"/>
                  </a:lnTo>
                  <a:lnTo>
                    <a:pt x="4510899" y="428014"/>
                  </a:lnTo>
                  <a:lnTo>
                    <a:pt x="4510992" y="428014"/>
                  </a:lnTo>
                  <a:lnTo>
                    <a:pt x="4511085" y="428014"/>
                  </a:lnTo>
                  <a:lnTo>
                    <a:pt x="4511179" y="428014"/>
                  </a:lnTo>
                  <a:lnTo>
                    <a:pt x="4511272" y="428014"/>
                  </a:lnTo>
                  <a:lnTo>
                    <a:pt x="4511365" y="428014"/>
                  </a:lnTo>
                  <a:lnTo>
                    <a:pt x="4511458" y="428014"/>
                  </a:lnTo>
                  <a:lnTo>
                    <a:pt x="4511552" y="428014"/>
                  </a:lnTo>
                  <a:lnTo>
                    <a:pt x="4511645" y="428014"/>
                  </a:lnTo>
                  <a:lnTo>
                    <a:pt x="4511738" y="428014"/>
                  </a:lnTo>
                  <a:lnTo>
                    <a:pt x="4511831" y="428014"/>
                  </a:lnTo>
                  <a:lnTo>
                    <a:pt x="4511925" y="428014"/>
                  </a:lnTo>
                  <a:lnTo>
                    <a:pt x="4512018" y="428014"/>
                  </a:lnTo>
                  <a:lnTo>
                    <a:pt x="4512111" y="428014"/>
                  </a:lnTo>
                  <a:lnTo>
                    <a:pt x="4512204" y="428014"/>
                  </a:lnTo>
                  <a:lnTo>
                    <a:pt x="4512298" y="428014"/>
                  </a:lnTo>
                  <a:lnTo>
                    <a:pt x="4512391" y="428014"/>
                  </a:lnTo>
                  <a:lnTo>
                    <a:pt x="4512484" y="428014"/>
                  </a:lnTo>
                  <a:lnTo>
                    <a:pt x="4512577" y="428014"/>
                  </a:lnTo>
                  <a:lnTo>
                    <a:pt x="4512671" y="428014"/>
                  </a:lnTo>
                  <a:lnTo>
                    <a:pt x="4512764" y="428014"/>
                  </a:lnTo>
                  <a:lnTo>
                    <a:pt x="4512857" y="428014"/>
                  </a:lnTo>
                  <a:lnTo>
                    <a:pt x="4512950" y="428014"/>
                  </a:lnTo>
                  <a:lnTo>
                    <a:pt x="4513044" y="428014"/>
                  </a:lnTo>
                  <a:lnTo>
                    <a:pt x="4513137" y="428014"/>
                  </a:lnTo>
                  <a:lnTo>
                    <a:pt x="4513230" y="428014"/>
                  </a:lnTo>
                  <a:lnTo>
                    <a:pt x="4513323" y="428014"/>
                  </a:lnTo>
                  <a:lnTo>
                    <a:pt x="4513417" y="428014"/>
                  </a:lnTo>
                  <a:lnTo>
                    <a:pt x="4513510" y="428014"/>
                  </a:lnTo>
                  <a:lnTo>
                    <a:pt x="4513603" y="428014"/>
                  </a:lnTo>
                  <a:lnTo>
                    <a:pt x="4513696" y="428014"/>
                  </a:lnTo>
                  <a:lnTo>
                    <a:pt x="4513790" y="428014"/>
                  </a:lnTo>
                  <a:lnTo>
                    <a:pt x="4513883" y="428014"/>
                  </a:lnTo>
                  <a:lnTo>
                    <a:pt x="4513976" y="428014"/>
                  </a:lnTo>
                  <a:lnTo>
                    <a:pt x="4514069" y="428014"/>
                  </a:lnTo>
                  <a:lnTo>
                    <a:pt x="4514163" y="428014"/>
                  </a:lnTo>
                  <a:lnTo>
                    <a:pt x="4514256" y="428014"/>
                  </a:lnTo>
                  <a:lnTo>
                    <a:pt x="4514349" y="428014"/>
                  </a:lnTo>
                  <a:lnTo>
                    <a:pt x="4514442" y="428014"/>
                  </a:lnTo>
                  <a:lnTo>
                    <a:pt x="4514536" y="428014"/>
                  </a:lnTo>
                  <a:lnTo>
                    <a:pt x="4514629" y="428014"/>
                  </a:lnTo>
                  <a:lnTo>
                    <a:pt x="4514722" y="428014"/>
                  </a:lnTo>
                  <a:lnTo>
                    <a:pt x="4514815" y="428014"/>
                  </a:lnTo>
                  <a:lnTo>
                    <a:pt x="4514909" y="428014"/>
                  </a:lnTo>
                  <a:lnTo>
                    <a:pt x="4515002" y="428014"/>
                  </a:lnTo>
                  <a:lnTo>
                    <a:pt x="4515095" y="428014"/>
                  </a:lnTo>
                  <a:lnTo>
                    <a:pt x="4515188" y="428014"/>
                  </a:lnTo>
                  <a:lnTo>
                    <a:pt x="4515282" y="428014"/>
                  </a:lnTo>
                  <a:lnTo>
                    <a:pt x="4515375" y="428014"/>
                  </a:lnTo>
                  <a:lnTo>
                    <a:pt x="4515468" y="428014"/>
                  </a:lnTo>
                  <a:lnTo>
                    <a:pt x="4515561" y="428014"/>
                  </a:lnTo>
                  <a:lnTo>
                    <a:pt x="4515655" y="428014"/>
                  </a:lnTo>
                  <a:lnTo>
                    <a:pt x="4515748" y="428014"/>
                  </a:lnTo>
                  <a:lnTo>
                    <a:pt x="4515841" y="428014"/>
                  </a:lnTo>
                  <a:lnTo>
                    <a:pt x="4515934" y="428014"/>
                  </a:lnTo>
                  <a:lnTo>
                    <a:pt x="4516028" y="428014"/>
                  </a:lnTo>
                  <a:lnTo>
                    <a:pt x="4516121" y="428014"/>
                  </a:lnTo>
                  <a:lnTo>
                    <a:pt x="4516214" y="428014"/>
                  </a:lnTo>
                  <a:lnTo>
                    <a:pt x="4516307" y="428014"/>
                  </a:lnTo>
                  <a:lnTo>
                    <a:pt x="4516401" y="428014"/>
                  </a:lnTo>
                  <a:lnTo>
                    <a:pt x="4516494" y="428014"/>
                  </a:lnTo>
                  <a:lnTo>
                    <a:pt x="4516587" y="428014"/>
                  </a:lnTo>
                  <a:lnTo>
                    <a:pt x="4516680" y="428014"/>
                  </a:lnTo>
                  <a:lnTo>
                    <a:pt x="4516773" y="428014"/>
                  </a:lnTo>
                  <a:lnTo>
                    <a:pt x="4516867" y="428014"/>
                  </a:lnTo>
                  <a:lnTo>
                    <a:pt x="4516960" y="428014"/>
                  </a:lnTo>
                  <a:lnTo>
                    <a:pt x="4517053" y="428014"/>
                  </a:lnTo>
                  <a:lnTo>
                    <a:pt x="4517146" y="428014"/>
                  </a:lnTo>
                  <a:lnTo>
                    <a:pt x="4517240" y="428014"/>
                  </a:lnTo>
                  <a:lnTo>
                    <a:pt x="4517333" y="428014"/>
                  </a:lnTo>
                  <a:lnTo>
                    <a:pt x="4517426" y="428014"/>
                  </a:lnTo>
                  <a:lnTo>
                    <a:pt x="4517519" y="428014"/>
                  </a:lnTo>
                  <a:lnTo>
                    <a:pt x="4517613" y="428014"/>
                  </a:lnTo>
                  <a:lnTo>
                    <a:pt x="4517706" y="428014"/>
                  </a:lnTo>
                  <a:lnTo>
                    <a:pt x="4517799" y="428014"/>
                  </a:lnTo>
                  <a:lnTo>
                    <a:pt x="4517892" y="428014"/>
                  </a:lnTo>
                  <a:lnTo>
                    <a:pt x="4517986" y="428014"/>
                  </a:lnTo>
                  <a:lnTo>
                    <a:pt x="4518079" y="428014"/>
                  </a:lnTo>
                  <a:lnTo>
                    <a:pt x="4518172" y="428014"/>
                  </a:lnTo>
                  <a:lnTo>
                    <a:pt x="4518265" y="428014"/>
                  </a:lnTo>
                  <a:lnTo>
                    <a:pt x="4518359" y="428014"/>
                  </a:lnTo>
                  <a:lnTo>
                    <a:pt x="4518452" y="428014"/>
                  </a:lnTo>
                  <a:lnTo>
                    <a:pt x="4518545" y="428014"/>
                  </a:lnTo>
                  <a:lnTo>
                    <a:pt x="4518638" y="428014"/>
                  </a:lnTo>
                  <a:lnTo>
                    <a:pt x="4518732" y="428014"/>
                  </a:lnTo>
                  <a:lnTo>
                    <a:pt x="4518825" y="428014"/>
                  </a:lnTo>
                  <a:lnTo>
                    <a:pt x="4518918" y="428014"/>
                  </a:lnTo>
                  <a:lnTo>
                    <a:pt x="4519011" y="428014"/>
                  </a:lnTo>
                  <a:lnTo>
                    <a:pt x="4519105" y="428014"/>
                  </a:lnTo>
                  <a:lnTo>
                    <a:pt x="4519198" y="428014"/>
                  </a:lnTo>
                  <a:lnTo>
                    <a:pt x="4519291" y="428014"/>
                  </a:lnTo>
                  <a:lnTo>
                    <a:pt x="4519384" y="428014"/>
                  </a:lnTo>
                  <a:lnTo>
                    <a:pt x="4519478" y="428014"/>
                  </a:lnTo>
                  <a:lnTo>
                    <a:pt x="4519571" y="428014"/>
                  </a:lnTo>
                  <a:lnTo>
                    <a:pt x="4519664" y="428014"/>
                  </a:lnTo>
                  <a:lnTo>
                    <a:pt x="4519757" y="428014"/>
                  </a:lnTo>
                  <a:lnTo>
                    <a:pt x="4519851" y="428014"/>
                  </a:lnTo>
                  <a:lnTo>
                    <a:pt x="4519944" y="428014"/>
                  </a:lnTo>
                  <a:lnTo>
                    <a:pt x="4520037" y="428014"/>
                  </a:lnTo>
                  <a:lnTo>
                    <a:pt x="4520130" y="428014"/>
                  </a:lnTo>
                  <a:lnTo>
                    <a:pt x="4520224" y="428014"/>
                  </a:lnTo>
                  <a:lnTo>
                    <a:pt x="4520317" y="428014"/>
                  </a:lnTo>
                  <a:lnTo>
                    <a:pt x="4520410" y="428014"/>
                  </a:lnTo>
                  <a:lnTo>
                    <a:pt x="4520503" y="428014"/>
                  </a:lnTo>
                  <a:lnTo>
                    <a:pt x="4520597" y="428014"/>
                  </a:lnTo>
                  <a:lnTo>
                    <a:pt x="4520690" y="428014"/>
                  </a:lnTo>
                  <a:lnTo>
                    <a:pt x="4520783" y="428014"/>
                  </a:lnTo>
                  <a:lnTo>
                    <a:pt x="4520876" y="428014"/>
                  </a:lnTo>
                  <a:lnTo>
                    <a:pt x="4520970" y="428014"/>
                  </a:lnTo>
                  <a:lnTo>
                    <a:pt x="4521063" y="428014"/>
                  </a:lnTo>
                  <a:lnTo>
                    <a:pt x="4521156" y="428014"/>
                  </a:lnTo>
                  <a:lnTo>
                    <a:pt x="4521249" y="428014"/>
                  </a:lnTo>
                  <a:lnTo>
                    <a:pt x="4521343" y="428014"/>
                  </a:lnTo>
                  <a:lnTo>
                    <a:pt x="4521436" y="428014"/>
                  </a:lnTo>
                  <a:lnTo>
                    <a:pt x="4521529" y="428014"/>
                  </a:lnTo>
                  <a:lnTo>
                    <a:pt x="4521622" y="428014"/>
                  </a:lnTo>
                  <a:lnTo>
                    <a:pt x="4521716" y="428014"/>
                  </a:lnTo>
                  <a:lnTo>
                    <a:pt x="4521809" y="428014"/>
                  </a:lnTo>
                  <a:lnTo>
                    <a:pt x="4521902" y="428014"/>
                  </a:lnTo>
                  <a:lnTo>
                    <a:pt x="4521995" y="428014"/>
                  </a:lnTo>
                  <a:lnTo>
                    <a:pt x="4522089" y="428014"/>
                  </a:lnTo>
                  <a:lnTo>
                    <a:pt x="4522182" y="428014"/>
                  </a:lnTo>
                  <a:lnTo>
                    <a:pt x="4522275" y="428014"/>
                  </a:lnTo>
                  <a:lnTo>
                    <a:pt x="4522368" y="428014"/>
                  </a:lnTo>
                  <a:lnTo>
                    <a:pt x="4522462" y="428014"/>
                  </a:lnTo>
                  <a:lnTo>
                    <a:pt x="4522555" y="428014"/>
                  </a:lnTo>
                  <a:lnTo>
                    <a:pt x="4522648" y="428014"/>
                  </a:lnTo>
                  <a:lnTo>
                    <a:pt x="4522741" y="428014"/>
                  </a:lnTo>
                  <a:lnTo>
                    <a:pt x="4522835" y="428014"/>
                  </a:lnTo>
                  <a:lnTo>
                    <a:pt x="4522928" y="428014"/>
                  </a:lnTo>
                  <a:lnTo>
                    <a:pt x="4523021" y="428014"/>
                  </a:lnTo>
                  <a:lnTo>
                    <a:pt x="4523114" y="428014"/>
                  </a:lnTo>
                  <a:lnTo>
                    <a:pt x="4523208" y="428014"/>
                  </a:lnTo>
                  <a:lnTo>
                    <a:pt x="4523301" y="428014"/>
                  </a:lnTo>
                  <a:lnTo>
                    <a:pt x="4523394" y="428014"/>
                  </a:lnTo>
                  <a:lnTo>
                    <a:pt x="4523487" y="428014"/>
                  </a:lnTo>
                  <a:lnTo>
                    <a:pt x="4523580" y="428014"/>
                  </a:lnTo>
                  <a:lnTo>
                    <a:pt x="4523674" y="428014"/>
                  </a:lnTo>
                  <a:lnTo>
                    <a:pt x="4523767" y="428014"/>
                  </a:lnTo>
                  <a:lnTo>
                    <a:pt x="4523860" y="428014"/>
                  </a:lnTo>
                  <a:lnTo>
                    <a:pt x="4523953" y="428014"/>
                  </a:lnTo>
                  <a:lnTo>
                    <a:pt x="4524047" y="428014"/>
                  </a:lnTo>
                  <a:lnTo>
                    <a:pt x="4524140" y="428014"/>
                  </a:lnTo>
                  <a:lnTo>
                    <a:pt x="4524233" y="428014"/>
                  </a:lnTo>
                  <a:lnTo>
                    <a:pt x="4524326" y="428014"/>
                  </a:lnTo>
                  <a:lnTo>
                    <a:pt x="4524420" y="428014"/>
                  </a:lnTo>
                  <a:lnTo>
                    <a:pt x="4524513" y="428014"/>
                  </a:lnTo>
                  <a:lnTo>
                    <a:pt x="4524606" y="428014"/>
                  </a:lnTo>
                  <a:lnTo>
                    <a:pt x="4524699" y="428014"/>
                  </a:lnTo>
                  <a:lnTo>
                    <a:pt x="4524793" y="428014"/>
                  </a:lnTo>
                  <a:lnTo>
                    <a:pt x="4524886" y="428014"/>
                  </a:lnTo>
                  <a:lnTo>
                    <a:pt x="4524979" y="428014"/>
                  </a:lnTo>
                  <a:lnTo>
                    <a:pt x="4525072" y="428014"/>
                  </a:lnTo>
                  <a:lnTo>
                    <a:pt x="4525166" y="428014"/>
                  </a:lnTo>
                  <a:lnTo>
                    <a:pt x="4525259" y="428014"/>
                  </a:lnTo>
                  <a:lnTo>
                    <a:pt x="4525352" y="428014"/>
                  </a:lnTo>
                  <a:lnTo>
                    <a:pt x="4525445" y="428014"/>
                  </a:lnTo>
                  <a:lnTo>
                    <a:pt x="4525539" y="428014"/>
                  </a:lnTo>
                  <a:lnTo>
                    <a:pt x="4525632" y="428014"/>
                  </a:lnTo>
                  <a:lnTo>
                    <a:pt x="4525725" y="428014"/>
                  </a:lnTo>
                  <a:lnTo>
                    <a:pt x="4525818" y="428014"/>
                  </a:lnTo>
                  <a:lnTo>
                    <a:pt x="4525912" y="428014"/>
                  </a:lnTo>
                  <a:lnTo>
                    <a:pt x="4526005" y="428014"/>
                  </a:lnTo>
                  <a:lnTo>
                    <a:pt x="4526098" y="428014"/>
                  </a:lnTo>
                  <a:lnTo>
                    <a:pt x="4526191" y="428014"/>
                  </a:lnTo>
                  <a:lnTo>
                    <a:pt x="4526285" y="428014"/>
                  </a:lnTo>
                  <a:lnTo>
                    <a:pt x="4526378" y="428014"/>
                  </a:lnTo>
                  <a:lnTo>
                    <a:pt x="4526471" y="428014"/>
                  </a:lnTo>
                  <a:lnTo>
                    <a:pt x="4526564" y="428014"/>
                  </a:lnTo>
                  <a:lnTo>
                    <a:pt x="4526658" y="428014"/>
                  </a:lnTo>
                  <a:lnTo>
                    <a:pt x="4526751" y="428014"/>
                  </a:lnTo>
                  <a:lnTo>
                    <a:pt x="4526844" y="428014"/>
                  </a:lnTo>
                  <a:lnTo>
                    <a:pt x="4526937" y="428014"/>
                  </a:lnTo>
                  <a:lnTo>
                    <a:pt x="4527031" y="428014"/>
                  </a:lnTo>
                  <a:lnTo>
                    <a:pt x="4527124" y="428014"/>
                  </a:lnTo>
                  <a:lnTo>
                    <a:pt x="4527217" y="428014"/>
                  </a:lnTo>
                  <a:lnTo>
                    <a:pt x="4527310" y="428014"/>
                  </a:lnTo>
                  <a:lnTo>
                    <a:pt x="4527404" y="428014"/>
                  </a:lnTo>
                  <a:lnTo>
                    <a:pt x="4527497" y="428014"/>
                  </a:lnTo>
                  <a:lnTo>
                    <a:pt x="4527590" y="428014"/>
                  </a:lnTo>
                  <a:lnTo>
                    <a:pt x="4527683" y="428014"/>
                  </a:lnTo>
                  <a:lnTo>
                    <a:pt x="4527777" y="428014"/>
                  </a:lnTo>
                  <a:lnTo>
                    <a:pt x="4527870" y="428014"/>
                  </a:lnTo>
                  <a:lnTo>
                    <a:pt x="4527963" y="428014"/>
                  </a:lnTo>
                  <a:lnTo>
                    <a:pt x="4528056" y="428014"/>
                  </a:lnTo>
                  <a:lnTo>
                    <a:pt x="4528150" y="428014"/>
                  </a:lnTo>
                  <a:lnTo>
                    <a:pt x="4528243" y="428014"/>
                  </a:lnTo>
                  <a:lnTo>
                    <a:pt x="4528336" y="428014"/>
                  </a:lnTo>
                  <a:lnTo>
                    <a:pt x="4528429" y="428014"/>
                  </a:lnTo>
                  <a:lnTo>
                    <a:pt x="4528523" y="428014"/>
                  </a:lnTo>
                  <a:lnTo>
                    <a:pt x="4528616" y="428014"/>
                  </a:lnTo>
                  <a:lnTo>
                    <a:pt x="4528709" y="428014"/>
                  </a:lnTo>
                  <a:lnTo>
                    <a:pt x="4528802" y="428014"/>
                  </a:lnTo>
                  <a:lnTo>
                    <a:pt x="4528896" y="428014"/>
                  </a:lnTo>
                  <a:lnTo>
                    <a:pt x="4528989" y="428014"/>
                  </a:lnTo>
                  <a:lnTo>
                    <a:pt x="4529082" y="428014"/>
                  </a:lnTo>
                  <a:lnTo>
                    <a:pt x="4529175" y="428014"/>
                  </a:lnTo>
                  <a:lnTo>
                    <a:pt x="4529269" y="428014"/>
                  </a:lnTo>
                  <a:lnTo>
                    <a:pt x="4529362" y="428014"/>
                  </a:lnTo>
                  <a:lnTo>
                    <a:pt x="4529455" y="428014"/>
                  </a:lnTo>
                  <a:lnTo>
                    <a:pt x="4529548" y="428014"/>
                  </a:lnTo>
                  <a:lnTo>
                    <a:pt x="4529642" y="428014"/>
                  </a:lnTo>
                  <a:lnTo>
                    <a:pt x="4529735" y="428014"/>
                  </a:lnTo>
                  <a:lnTo>
                    <a:pt x="4529828" y="428014"/>
                  </a:lnTo>
                  <a:lnTo>
                    <a:pt x="4529921" y="428014"/>
                  </a:lnTo>
                  <a:lnTo>
                    <a:pt x="4530015" y="428014"/>
                  </a:lnTo>
                  <a:lnTo>
                    <a:pt x="4530108" y="428014"/>
                  </a:lnTo>
                  <a:lnTo>
                    <a:pt x="4530201" y="428014"/>
                  </a:lnTo>
                  <a:lnTo>
                    <a:pt x="4530294" y="428014"/>
                  </a:lnTo>
                  <a:lnTo>
                    <a:pt x="4530387" y="428014"/>
                  </a:lnTo>
                  <a:lnTo>
                    <a:pt x="4530481" y="428014"/>
                  </a:lnTo>
                  <a:lnTo>
                    <a:pt x="4530574" y="428014"/>
                  </a:lnTo>
                  <a:lnTo>
                    <a:pt x="4530667" y="428014"/>
                  </a:lnTo>
                  <a:lnTo>
                    <a:pt x="4530760" y="428014"/>
                  </a:lnTo>
                  <a:lnTo>
                    <a:pt x="4530854" y="428014"/>
                  </a:lnTo>
                  <a:lnTo>
                    <a:pt x="4530947" y="428014"/>
                  </a:lnTo>
                  <a:lnTo>
                    <a:pt x="4531040" y="428014"/>
                  </a:lnTo>
                  <a:lnTo>
                    <a:pt x="4531133" y="428014"/>
                  </a:lnTo>
                  <a:lnTo>
                    <a:pt x="4531227" y="428014"/>
                  </a:lnTo>
                  <a:lnTo>
                    <a:pt x="4531320" y="428014"/>
                  </a:lnTo>
                  <a:lnTo>
                    <a:pt x="4531413" y="428014"/>
                  </a:lnTo>
                  <a:lnTo>
                    <a:pt x="4531506" y="428014"/>
                  </a:lnTo>
                  <a:lnTo>
                    <a:pt x="4531600" y="428014"/>
                  </a:lnTo>
                  <a:lnTo>
                    <a:pt x="4531693" y="428014"/>
                  </a:lnTo>
                  <a:lnTo>
                    <a:pt x="4531786" y="428014"/>
                  </a:lnTo>
                  <a:lnTo>
                    <a:pt x="4531879" y="428014"/>
                  </a:lnTo>
                  <a:lnTo>
                    <a:pt x="4531973" y="428014"/>
                  </a:lnTo>
                  <a:lnTo>
                    <a:pt x="4532066" y="428014"/>
                  </a:lnTo>
                  <a:lnTo>
                    <a:pt x="4532159" y="428014"/>
                  </a:lnTo>
                  <a:lnTo>
                    <a:pt x="4532252" y="428014"/>
                  </a:lnTo>
                  <a:lnTo>
                    <a:pt x="4532346" y="428014"/>
                  </a:lnTo>
                  <a:lnTo>
                    <a:pt x="4532439" y="428014"/>
                  </a:lnTo>
                  <a:lnTo>
                    <a:pt x="4532532" y="428014"/>
                  </a:lnTo>
                  <a:lnTo>
                    <a:pt x="4532625" y="428014"/>
                  </a:lnTo>
                  <a:lnTo>
                    <a:pt x="4532719" y="428014"/>
                  </a:lnTo>
                  <a:lnTo>
                    <a:pt x="4532812" y="428014"/>
                  </a:lnTo>
                  <a:lnTo>
                    <a:pt x="4532905" y="428014"/>
                  </a:lnTo>
                  <a:lnTo>
                    <a:pt x="4532998" y="428014"/>
                  </a:lnTo>
                  <a:lnTo>
                    <a:pt x="4533092" y="428014"/>
                  </a:lnTo>
                  <a:lnTo>
                    <a:pt x="4533185" y="428014"/>
                  </a:lnTo>
                  <a:lnTo>
                    <a:pt x="4533278" y="428014"/>
                  </a:lnTo>
                  <a:lnTo>
                    <a:pt x="4533371" y="428014"/>
                  </a:lnTo>
                  <a:lnTo>
                    <a:pt x="4533465" y="428014"/>
                  </a:lnTo>
                  <a:lnTo>
                    <a:pt x="4533558" y="428014"/>
                  </a:lnTo>
                  <a:lnTo>
                    <a:pt x="4533651" y="428014"/>
                  </a:lnTo>
                  <a:lnTo>
                    <a:pt x="4533744" y="428014"/>
                  </a:lnTo>
                  <a:lnTo>
                    <a:pt x="4533838" y="428014"/>
                  </a:lnTo>
                  <a:lnTo>
                    <a:pt x="4533931" y="428014"/>
                  </a:lnTo>
                  <a:lnTo>
                    <a:pt x="4534024" y="428014"/>
                  </a:lnTo>
                  <a:lnTo>
                    <a:pt x="4534117" y="428014"/>
                  </a:lnTo>
                  <a:lnTo>
                    <a:pt x="4534211" y="428014"/>
                  </a:lnTo>
                  <a:lnTo>
                    <a:pt x="4534304" y="428014"/>
                  </a:lnTo>
                  <a:lnTo>
                    <a:pt x="4534397" y="428014"/>
                  </a:lnTo>
                  <a:lnTo>
                    <a:pt x="4534490" y="428014"/>
                  </a:lnTo>
                  <a:lnTo>
                    <a:pt x="4534584" y="428014"/>
                  </a:lnTo>
                  <a:lnTo>
                    <a:pt x="4534677" y="428014"/>
                  </a:lnTo>
                  <a:lnTo>
                    <a:pt x="4534770" y="428014"/>
                  </a:lnTo>
                  <a:lnTo>
                    <a:pt x="4534863" y="428014"/>
                  </a:lnTo>
                  <a:lnTo>
                    <a:pt x="4534957" y="428014"/>
                  </a:lnTo>
                  <a:lnTo>
                    <a:pt x="4535050" y="428014"/>
                  </a:lnTo>
                  <a:lnTo>
                    <a:pt x="4535143" y="428014"/>
                  </a:lnTo>
                  <a:lnTo>
                    <a:pt x="4535236" y="428014"/>
                  </a:lnTo>
                  <a:lnTo>
                    <a:pt x="4535330" y="428014"/>
                  </a:lnTo>
                  <a:lnTo>
                    <a:pt x="4535423" y="428014"/>
                  </a:lnTo>
                  <a:lnTo>
                    <a:pt x="4535516" y="428014"/>
                  </a:lnTo>
                  <a:lnTo>
                    <a:pt x="4535609" y="428014"/>
                  </a:lnTo>
                  <a:lnTo>
                    <a:pt x="4535703" y="428014"/>
                  </a:lnTo>
                  <a:lnTo>
                    <a:pt x="4535796" y="428014"/>
                  </a:lnTo>
                  <a:lnTo>
                    <a:pt x="4535889" y="428014"/>
                  </a:lnTo>
                  <a:lnTo>
                    <a:pt x="4535982" y="428014"/>
                  </a:lnTo>
                  <a:lnTo>
                    <a:pt x="4536076" y="428014"/>
                  </a:lnTo>
                  <a:lnTo>
                    <a:pt x="4536169" y="428014"/>
                  </a:lnTo>
                  <a:lnTo>
                    <a:pt x="4536262" y="428014"/>
                  </a:lnTo>
                  <a:lnTo>
                    <a:pt x="4536355" y="428014"/>
                  </a:lnTo>
                  <a:lnTo>
                    <a:pt x="4536449" y="428014"/>
                  </a:lnTo>
                  <a:lnTo>
                    <a:pt x="4536542" y="428014"/>
                  </a:lnTo>
                  <a:lnTo>
                    <a:pt x="4536635" y="428014"/>
                  </a:lnTo>
                  <a:lnTo>
                    <a:pt x="4536728" y="428014"/>
                  </a:lnTo>
                  <a:lnTo>
                    <a:pt x="4536822" y="428014"/>
                  </a:lnTo>
                  <a:lnTo>
                    <a:pt x="4536915" y="428014"/>
                  </a:lnTo>
                  <a:lnTo>
                    <a:pt x="4537008" y="428014"/>
                  </a:lnTo>
                  <a:lnTo>
                    <a:pt x="4537101" y="428014"/>
                  </a:lnTo>
                  <a:lnTo>
                    <a:pt x="4537195" y="428014"/>
                  </a:lnTo>
                  <a:lnTo>
                    <a:pt x="4537288" y="428014"/>
                  </a:lnTo>
                  <a:lnTo>
                    <a:pt x="4537381" y="428014"/>
                  </a:lnTo>
                  <a:lnTo>
                    <a:pt x="4537474" y="428014"/>
                  </a:lnTo>
                  <a:lnTo>
                    <a:pt x="4537567" y="428014"/>
                  </a:lnTo>
                  <a:lnTo>
                    <a:pt x="4537661" y="428014"/>
                  </a:lnTo>
                  <a:lnTo>
                    <a:pt x="4537754" y="428014"/>
                  </a:lnTo>
                  <a:lnTo>
                    <a:pt x="4537847" y="428014"/>
                  </a:lnTo>
                  <a:lnTo>
                    <a:pt x="4537940" y="428014"/>
                  </a:lnTo>
                  <a:lnTo>
                    <a:pt x="4538034" y="428014"/>
                  </a:lnTo>
                  <a:lnTo>
                    <a:pt x="4538127" y="428014"/>
                  </a:lnTo>
                  <a:lnTo>
                    <a:pt x="4538220" y="428014"/>
                  </a:lnTo>
                  <a:lnTo>
                    <a:pt x="4538313" y="428014"/>
                  </a:lnTo>
                  <a:lnTo>
                    <a:pt x="4538407" y="428014"/>
                  </a:lnTo>
                  <a:lnTo>
                    <a:pt x="4538500" y="428014"/>
                  </a:lnTo>
                  <a:lnTo>
                    <a:pt x="4538593" y="428014"/>
                  </a:lnTo>
                  <a:lnTo>
                    <a:pt x="4538686" y="428014"/>
                  </a:lnTo>
                  <a:lnTo>
                    <a:pt x="4538780" y="428014"/>
                  </a:lnTo>
                  <a:lnTo>
                    <a:pt x="4538873" y="428014"/>
                  </a:lnTo>
                  <a:lnTo>
                    <a:pt x="4538966" y="428014"/>
                  </a:lnTo>
                  <a:lnTo>
                    <a:pt x="4539059" y="428014"/>
                  </a:lnTo>
                  <a:lnTo>
                    <a:pt x="4539153" y="428014"/>
                  </a:lnTo>
                  <a:lnTo>
                    <a:pt x="4539246" y="428014"/>
                  </a:lnTo>
                  <a:lnTo>
                    <a:pt x="4539339" y="428014"/>
                  </a:lnTo>
                  <a:lnTo>
                    <a:pt x="4539432" y="428014"/>
                  </a:lnTo>
                  <a:lnTo>
                    <a:pt x="4539526" y="428014"/>
                  </a:lnTo>
                  <a:lnTo>
                    <a:pt x="4539619" y="428014"/>
                  </a:lnTo>
                  <a:lnTo>
                    <a:pt x="4539712" y="428014"/>
                  </a:lnTo>
                  <a:lnTo>
                    <a:pt x="4539805" y="428014"/>
                  </a:lnTo>
                  <a:lnTo>
                    <a:pt x="4539899" y="428014"/>
                  </a:lnTo>
                  <a:lnTo>
                    <a:pt x="4539992" y="428014"/>
                  </a:lnTo>
                  <a:lnTo>
                    <a:pt x="4540085" y="428014"/>
                  </a:lnTo>
                  <a:lnTo>
                    <a:pt x="4540178" y="428014"/>
                  </a:lnTo>
                  <a:lnTo>
                    <a:pt x="4540272" y="428014"/>
                  </a:lnTo>
                  <a:lnTo>
                    <a:pt x="4540365" y="428014"/>
                  </a:lnTo>
                  <a:lnTo>
                    <a:pt x="4540458" y="428014"/>
                  </a:lnTo>
                  <a:lnTo>
                    <a:pt x="4540551" y="428014"/>
                  </a:lnTo>
                  <a:lnTo>
                    <a:pt x="4540645" y="428014"/>
                  </a:lnTo>
                  <a:lnTo>
                    <a:pt x="4540738" y="428014"/>
                  </a:lnTo>
                  <a:lnTo>
                    <a:pt x="4540831" y="428014"/>
                  </a:lnTo>
                  <a:lnTo>
                    <a:pt x="4540924" y="428014"/>
                  </a:lnTo>
                  <a:lnTo>
                    <a:pt x="4541018" y="428014"/>
                  </a:lnTo>
                  <a:lnTo>
                    <a:pt x="4541111" y="428014"/>
                  </a:lnTo>
                  <a:lnTo>
                    <a:pt x="4541204" y="428014"/>
                  </a:lnTo>
                  <a:lnTo>
                    <a:pt x="4541297" y="428014"/>
                  </a:lnTo>
                  <a:lnTo>
                    <a:pt x="4541391" y="428014"/>
                  </a:lnTo>
                  <a:lnTo>
                    <a:pt x="4541484" y="428014"/>
                  </a:lnTo>
                  <a:lnTo>
                    <a:pt x="4541577" y="428014"/>
                  </a:lnTo>
                  <a:lnTo>
                    <a:pt x="4541670" y="428014"/>
                  </a:lnTo>
                  <a:lnTo>
                    <a:pt x="4541764" y="428014"/>
                  </a:lnTo>
                  <a:lnTo>
                    <a:pt x="4541857" y="428014"/>
                  </a:lnTo>
                  <a:lnTo>
                    <a:pt x="4541950" y="428014"/>
                  </a:lnTo>
                  <a:lnTo>
                    <a:pt x="4542043" y="428014"/>
                  </a:lnTo>
                  <a:lnTo>
                    <a:pt x="4542137" y="428014"/>
                  </a:lnTo>
                  <a:lnTo>
                    <a:pt x="4542230" y="428014"/>
                  </a:lnTo>
                  <a:lnTo>
                    <a:pt x="4542323" y="428014"/>
                  </a:lnTo>
                  <a:lnTo>
                    <a:pt x="4542416" y="428014"/>
                  </a:lnTo>
                  <a:lnTo>
                    <a:pt x="4542510" y="428014"/>
                  </a:lnTo>
                  <a:lnTo>
                    <a:pt x="4542603" y="428014"/>
                  </a:lnTo>
                  <a:lnTo>
                    <a:pt x="4542696" y="428014"/>
                  </a:lnTo>
                  <a:lnTo>
                    <a:pt x="4542789" y="428014"/>
                  </a:lnTo>
                  <a:lnTo>
                    <a:pt x="4542883" y="428014"/>
                  </a:lnTo>
                  <a:lnTo>
                    <a:pt x="4542976" y="428014"/>
                  </a:lnTo>
                  <a:lnTo>
                    <a:pt x="4543069" y="428014"/>
                  </a:lnTo>
                  <a:lnTo>
                    <a:pt x="4543162" y="428014"/>
                  </a:lnTo>
                  <a:lnTo>
                    <a:pt x="4543256" y="428014"/>
                  </a:lnTo>
                  <a:lnTo>
                    <a:pt x="4543349" y="428014"/>
                  </a:lnTo>
                  <a:lnTo>
                    <a:pt x="4543442" y="428014"/>
                  </a:lnTo>
                  <a:lnTo>
                    <a:pt x="4543535" y="428014"/>
                  </a:lnTo>
                  <a:lnTo>
                    <a:pt x="4543629" y="428014"/>
                  </a:lnTo>
                  <a:lnTo>
                    <a:pt x="4543722" y="428014"/>
                  </a:lnTo>
                  <a:lnTo>
                    <a:pt x="4543815" y="428014"/>
                  </a:lnTo>
                  <a:lnTo>
                    <a:pt x="4543908" y="428014"/>
                  </a:lnTo>
                  <a:lnTo>
                    <a:pt x="4544002" y="428014"/>
                  </a:lnTo>
                  <a:lnTo>
                    <a:pt x="4544095" y="428014"/>
                  </a:lnTo>
                  <a:lnTo>
                    <a:pt x="4544188" y="428014"/>
                  </a:lnTo>
                  <a:lnTo>
                    <a:pt x="4544281" y="428014"/>
                  </a:lnTo>
                  <a:lnTo>
                    <a:pt x="4544374" y="428014"/>
                  </a:lnTo>
                  <a:lnTo>
                    <a:pt x="4544468" y="428014"/>
                  </a:lnTo>
                  <a:lnTo>
                    <a:pt x="4544561" y="428014"/>
                  </a:lnTo>
                  <a:lnTo>
                    <a:pt x="4544654" y="428014"/>
                  </a:lnTo>
                  <a:lnTo>
                    <a:pt x="4544747" y="428014"/>
                  </a:lnTo>
                  <a:lnTo>
                    <a:pt x="4544841" y="428014"/>
                  </a:lnTo>
                  <a:lnTo>
                    <a:pt x="4544934" y="428014"/>
                  </a:lnTo>
                  <a:lnTo>
                    <a:pt x="4545027" y="428014"/>
                  </a:lnTo>
                  <a:lnTo>
                    <a:pt x="4545120" y="428014"/>
                  </a:lnTo>
                  <a:lnTo>
                    <a:pt x="4545214" y="428014"/>
                  </a:lnTo>
                  <a:lnTo>
                    <a:pt x="4545307" y="428014"/>
                  </a:lnTo>
                  <a:lnTo>
                    <a:pt x="4545400" y="428014"/>
                  </a:lnTo>
                  <a:lnTo>
                    <a:pt x="4545493" y="428014"/>
                  </a:lnTo>
                  <a:lnTo>
                    <a:pt x="4545587" y="428014"/>
                  </a:lnTo>
                  <a:lnTo>
                    <a:pt x="4545680" y="428014"/>
                  </a:lnTo>
                  <a:lnTo>
                    <a:pt x="4545773" y="428014"/>
                  </a:lnTo>
                  <a:lnTo>
                    <a:pt x="4545866" y="428014"/>
                  </a:lnTo>
                  <a:lnTo>
                    <a:pt x="4545960" y="428014"/>
                  </a:lnTo>
                  <a:lnTo>
                    <a:pt x="4546053" y="428014"/>
                  </a:lnTo>
                  <a:lnTo>
                    <a:pt x="4546146" y="428014"/>
                  </a:lnTo>
                  <a:lnTo>
                    <a:pt x="4546239" y="428014"/>
                  </a:lnTo>
                  <a:lnTo>
                    <a:pt x="4546333" y="428014"/>
                  </a:lnTo>
                  <a:lnTo>
                    <a:pt x="4546426" y="428014"/>
                  </a:lnTo>
                  <a:lnTo>
                    <a:pt x="4546519" y="428014"/>
                  </a:lnTo>
                  <a:lnTo>
                    <a:pt x="4546612" y="428014"/>
                  </a:lnTo>
                  <a:lnTo>
                    <a:pt x="4546706" y="428014"/>
                  </a:lnTo>
                  <a:lnTo>
                    <a:pt x="4546799" y="428014"/>
                  </a:lnTo>
                  <a:lnTo>
                    <a:pt x="4546892" y="428014"/>
                  </a:lnTo>
                  <a:lnTo>
                    <a:pt x="4546985" y="428014"/>
                  </a:lnTo>
                  <a:lnTo>
                    <a:pt x="4547079" y="428014"/>
                  </a:lnTo>
                  <a:lnTo>
                    <a:pt x="4547172" y="428014"/>
                  </a:lnTo>
                  <a:lnTo>
                    <a:pt x="4547265" y="428014"/>
                  </a:lnTo>
                  <a:lnTo>
                    <a:pt x="4547358" y="428014"/>
                  </a:lnTo>
                  <a:lnTo>
                    <a:pt x="4547452" y="428014"/>
                  </a:lnTo>
                  <a:lnTo>
                    <a:pt x="4547545" y="428014"/>
                  </a:lnTo>
                  <a:lnTo>
                    <a:pt x="4547638" y="428014"/>
                  </a:lnTo>
                  <a:lnTo>
                    <a:pt x="4547731" y="428014"/>
                  </a:lnTo>
                  <a:lnTo>
                    <a:pt x="4547825" y="428014"/>
                  </a:lnTo>
                  <a:lnTo>
                    <a:pt x="4547918" y="428014"/>
                  </a:lnTo>
                  <a:lnTo>
                    <a:pt x="4548011" y="428014"/>
                  </a:lnTo>
                  <a:lnTo>
                    <a:pt x="4548104" y="428014"/>
                  </a:lnTo>
                  <a:lnTo>
                    <a:pt x="4548198" y="428014"/>
                  </a:lnTo>
                  <a:lnTo>
                    <a:pt x="4548291" y="428014"/>
                  </a:lnTo>
                  <a:lnTo>
                    <a:pt x="4548384" y="428014"/>
                  </a:lnTo>
                  <a:lnTo>
                    <a:pt x="4548477" y="428014"/>
                  </a:lnTo>
                  <a:lnTo>
                    <a:pt x="4548571" y="428014"/>
                  </a:lnTo>
                  <a:lnTo>
                    <a:pt x="4548571" y="418060"/>
                  </a:lnTo>
                  <a:lnTo>
                    <a:pt x="4548664" y="418060"/>
                  </a:lnTo>
                  <a:lnTo>
                    <a:pt x="4548757" y="418060"/>
                  </a:lnTo>
                  <a:lnTo>
                    <a:pt x="4548850" y="418060"/>
                  </a:lnTo>
                  <a:lnTo>
                    <a:pt x="4548944" y="418060"/>
                  </a:lnTo>
                  <a:lnTo>
                    <a:pt x="4549037" y="418060"/>
                  </a:lnTo>
                  <a:lnTo>
                    <a:pt x="4549130" y="418060"/>
                  </a:lnTo>
                  <a:lnTo>
                    <a:pt x="4549223" y="418060"/>
                  </a:lnTo>
                  <a:lnTo>
                    <a:pt x="4549317" y="418060"/>
                  </a:lnTo>
                  <a:lnTo>
                    <a:pt x="4549410" y="418060"/>
                  </a:lnTo>
                  <a:lnTo>
                    <a:pt x="4549503" y="418060"/>
                  </a:lnTo>
                  <a:lnTo>
                    <a:pt x="4549596" y="418060"/>
                  </a:lnTo>
                  <a:lnTo>
                    <a:pt x="4549690" y="418060"/>
                  </a:lnTo>
                  <a:lnTo>
                    <a:pt x="4549783" y="418060"/>
                  </a:lnTo>
                  <a:lnTo>
                    <a:pt x="4549876" y="418060"/>
                  </a:lnTo>
                  <a:lnTo>
                    <a:pt x="4549969" y="418060"/>
                  </a:lnTo>
                  <a:lnTo>
                    <a:pt x="4550063" y="418060"/>
                  </a:lnTo>
                  <a:lnTo>
                    <a:pt x="4550156" y="418060"/>
                  </a:lnTo>
                  <a:lnTo>
                    <a:pt x="4550249" y="418060"/>
                  </a:lnTo>
                  <a:lnTo>
                    <a:pt x="4550342" y="418060"/>
                  </a:lnTo>
                  <a:lnTo>
                    <a:pt x="4550436" y="418060"/>
                  </a:lnTo>
                  <a:lnTo>
                    <a:pt x="4550529" y="418060"/>
                  </a:lnTo>
                  <a:lnTo>
                    <a:pt x="4550622" y="418060"/>
                  </a:lnTo>
                  <a:lnTo>
                    <a:pt x="4550715" y="418060"/>
                  </a:lnTo>
                  <a:lnTo>
                    <a:pt x="4550809" y="418060"/>
                  </a:lnTo>
                  <a:lnTo>
                    <a:pt x="4550902" y="418060"/>
                  </a:lnTo>
                  <a:lnTo>
                    <a:pt x="4550995" y="418060"/>
                  </a:lnTo>
                  <a:lnTo>
                    <a:pt x="4551088" y="418060"/>
                  </a:lnTo>
                  <a:lnTo>
                    <a:pt x="4551182" y="418060"/>
                  </a:lnTo>
                  <a:lnTo>
                    <a:pt x="4551275" y="418060"/>
                  </a:lnTo>
                  <a:lnTo>
                    <a:pt x="4551368" y="418060"/>
                  </a:lnTo>
                  <a:lnTo>
                    <a:pt x="4551461" y="418060"/>
                  </a:lnTo>
                  <a:lnTo>
                    <a:pt x="4551554" y="418060"/>
                  </a:lnTo>
                  <a:lnTo>
                    <a:pt x="4551648" y="418060"/>
                  </a:lnTo>
                  <a:lnTo>
                    <a:pt x="4551741" y="418060"/>
                  </a:lnTo>
                  <a:lnTo>
                    <a:pt x="4551834" y="418060"/>
                  </a:lnTo>
                  <a:lnTo>
                    <a:pt x="4551927" y="418060"/>
                  </a:lnTo>
                  <a:lnTo>
                    <a:pt x="4552021" y="418060"/>
                  </a:lnTo>
                  <a:lnTo>
                    <a:pt x="4552114" y="418060"/>
                  </a:lnTo>
                  <a:lnTo>
                    <a:pt x="4552207" y="418060"/>
                  </a:lnTo>
                  <a:lnTo>
                    <a:pt x="4552300" y="418060"/>
                  </a:lnTo>
                  <a:lnTo>
                    <a:pt x="4552394" y="418060"/>
                  </a:lnTo>
                  <a:lnTo>
                    <a:pt x="4552487" y="418060"/>
                  </a:lnTo>
                  <a:lnTo>
                    <a:pt x="4552580" y="418060"/>
                  </a:lnTo>
                  <a:lnTo>
                    <a:pt x="4552673" y="418060"/>
                  </a:lnTo>
                  <a:lnTo>
                    <a:pt x="4552767" y="418060"/>
                  </a:lnTo>
                  <a:lnTo>
                    <a:pt x="4552860" y="418060"/>
                  </a:lnTo>
                  <a:lnTo>
                    <a:pt x="4552953" y="418060"/>
                  </a:lnTo>
                  <a:lnTo>
                    <a:pt x="4553046" y="418060"/>
                  </a:lnTo>
                  <a:lnTo>
                    <a:pt x="4553140" y="418060"/>
                  </a:lnTo>
                  <a:lnTo>
                    <a:pt x="4553233" y="418060"/>
                  </a:lnTo>
                  <a:lnTo>
                    <a:pt x="4553326" y="418060"/>
                  </a:lnTo>
                  <a:lnTo>
                    <a:pt x="4553419" y="418060"/>
                  </a:lnTo>
                  <a:lnTo>
                    <a:pt x="4553513" y="418060"/>
                  </a:lnTo>
                  <a:lnTo>
                    <a:pt x="4553606" y="418060"/>
                  </a:lnTo>
                  <a:lnTo>
                    <a:pt x="4553699" y="418060"/>
                  </a:lnTo>
                  <a:lnTo>
                    <a:pt x="4553792" y="418060"/>
                  </a:lnTo>
                  <a:lnTo>
                    <a:pt x="4553886" y="418060"/>
                  </a:lnTo>
                  <a:lnTo>
                    <a:pt x="4553979" y="418060"/>
                  </a:lnTo>
                  <a:lnTo>
                    <a:pt x="4554072" y="418060"/>
                  </a:lnTo>
                  <a:lnTo>
                    <a:pt x="4554165" y="418060"/>
                  </a:lnTo>
                  <a:lnTo>
                    <a:pt x="4554259" y="418060"/>
                  </a:lnTo>
                  <a:lnTo>
                    <a:pt x="4554352" y="418060"/>
                  </a:lnTo>
                  <a:lnTo>
                    <a:pt x="4554445" y="418060"/>
                  </a:lnTo>
                  <a:lnTo>
                    <a:pt x="4554538" y="418060"/>
                  </a:lnTo>
                  <a:lnTo>
                    <a:pt x="4554632" y="418060"/>
                  </a:lnTo>
                  <a:lnTo>
                    <a:pt x="4554725" y="418060"/>
                  </a:lnTo>
                  <a:lnTo>
                    <a:pt x="4554818" y="418060"/>
                  </a:lnTo>
                  <a:lnTo>
                    <a:pt x="4554911" y="418060"/>
                  </a:lnTo>
                  <a:lnTo>
                    <a:pt x="4555005" y="418060"/>
                  </a:lnTo>
                  <a:lnTo>
                    <a:pt x="4555098" y="418060"/>
                  </a:lnTo>
                  <a:lnTo>
                    <a:pt x="4555191" y="418060"/>
                  </a:lnTo>
                  <a:lnTo>
                    <a:pt x="4555284" y="418060"/>
                  </a:lnTo>
                  <a:lnTo>
                    <a:pt x="4555378" y="418060"/>
                  </a:lnTo>
                  <a:lnTo>
                    <a:pt x="4555471" y="418060"/>
                  </a:lnTo>
                  <a:lnTo>
                    <a:pt x="4555564" y="418060"/>
                  </a:lnTo>
                  <a:lnTo>
                    <a:pt x="4555657" y="418060"/>
                  </a:lnTo>
                  <a:lnTo>
                    <a:pt x="4555751" y="418060"/>
                  </a:lnTo>
                  <a:lnTo>
                    <a:pt x="4555844" y="418060"/>
                  </a:lnTo>
                  <a:lnTo>
                    <a:pt x="4555937" y="418060"/>
                  </a:lnTo>
                  <a:lnTo>
                    <a:pt x="4556030" y="418060"/>
                  </a:lnTo>
                  <a:lnTo>
                    <a:pt x="4556124" y="418060"/>
                  </a:lnTo>
                  <a:lnTo>
                    <a:pt x="4556217" y="418060"/>
                  </a:lnTo>
                  <a:lnTo>
                    <a:pt x="4556310" y="418060"/>
                  </a:lnTo>
                  <a:lnTo>
                    <a:pt x="4556403" y="418060"/>
                  </a:lnTo>
                  <a:lnTo>
                    <a:pt x="4556497" y="418060"/>
                  </a:lnTo>
                  <a:lnTo>
                    <a:pt x="4556590" y="418060"/>
                  </a:lnTo>
                  <a:lnTo>
                    <a:pt x="4556683" y="418060"/>
                  </a:lnTo>
                  <a:lnTo>
                    <a:pt x="4556776" y="418060"/>
                  </a:lnTo>
                  <a:lnTo>
                    <a:pt x="4556870" y="418060"/>
                  </a:lnTo>
                  <a:lnTo>
                    <a:pt x="4556963" y="418060"/>
                  </a:lnTo>
                  <a:lnTo>
                    <a:pt x="4557056" y="418060"/>
                  </a:lnTo>
                  <a:lnTo>
                    <a:pt x="4557149" y="418060"/>
                  </a:lnTo>
                  <a:lnTo>
                    <a:pt x="4557243" y="418060"/>
                  </a:lnTo>
                  <a:lnTo>
                    <a:pt x="4557336" y="418060"/>
                  </a:lnTo>
                  <a:lnTo>
                    <a:pt x="4557429" y="418060"/>
                  </a:lnTo>
                  <a:lnTo>
                    <a:pt x="4557522" y="418060"/>
                  </a:lnTo>
                  <a:lnTo>
                    <a:pt x="4557616" y="418060"/>
                  </a:lnTo>
                  <a:lnTo>
                    <a:pt x="4557709" y="418060"/>
                  </a:lnTo>
                  <a:lnTo>
                    <a:pt x="4557802" y="418060"/>
                  </a:lnTo>
                  <a:lnTo>
                    <a:pt x="4557895" y="418060"/>
                  </a:lnTo>
                  <a:lnTo>
                    <a:pt x="4557989" y="418060"/>
                  </a:lnTo>
                  <a:lnTo>
                    <a:pt x="4558082" y="418060"/>
                  </a:lnTo>
                  <a:lnTo>
                    <a:pt x="4558175" y="418060"/>
                  </a:lnTo>
                  <a:lnTo>
                    <a:pt x="4558268" y="418060"/>
                  </a:lnTo>
                  <a:lnTo>
                    <a:pt x="4558361" y="418060"/>
                  </a:lnTo>
                  <a:lnTo>
                    <a:pt x="4558455" y="418060"/>
                  </a:lnTo>
                  <a:lnTo>
                    <a:pt x="4558548" y="418060"/>
                  </a:lnTo>
                  <a:lnTo>
                    <a:pt x="4558641" y="418060"/>
                  </a:lnTo>
                  <a:lnTo>
                    <a:pt x="4558734" y="418060"/>
                  </a:lnTo>
                  <a:lnTo>
                    <a:pt x="4558828" y="418060"/>
                  </a:lnTo>
                  <a:lnTo>
                    <a:pt x="4558921" y="418060"/>
                  </a:lnTo>
                  <a:lnTo>
                    <a:pt x="4559014" y="418060"/>
                  </a:lnTo>
                  <a:lnTo>
                    <a:pt x="4559107" y="418060"/>
                  </a:lnTo>
                  <a:lnTo>
                    <a:pt x="4559201" y="418060"/>
                  </a:lnTo>
                  <a:lnTo>
                    <a:pt x="4559294" y="418060"/>
                  </a:lnTo>
                  <a:lnTo>
                    <a:pt x="4559387" y="418060"/>
                  </a:lnTo>
                  <a:lnTo>
                    <a:pt x="4559480" y="418060"/>
                  </a:lnTo>
                  <a:lnTo>
                    <a:pt x="4559574" y="418060"/>
                  </a:lnTo>
                  <a:lnTo>
                    <a:pt x="4559667" y="418060"/>
                  </a:lnTo>
                  <a:lnTo>
                    <a:pt x="4559760" y="418060"/>
                  </a:lnTo>
                  <a:lnTo>
                    <a:pt x="4559853" y="418060"/>
                  </a:lnTo>
                  <a:lnTo>
                    <a:pt x="4559947" y="418060"/>
                  </a:lnTo>
                  <a:lnTo>
                    <a:pt x="4560040" y="418060"/>
                  </a:lnTo>
                  <a:lnTo>
                    <a:pt x="4560133" y="418060"/>
                  </a:lnTo>
                  <a:lnTo>
                    <a:pt x="4560226" y="418060"/>
                  </a:lnTo>
                  <a:lnTo>
                    <a:pt x="4560320" y="418060"/>
                  </a:lnTo>
                  <a:lnTo>
                    <a:pt x="4560413" y="418060"/>
                  </a:lnTo>
                  <a:lnTo>
                    <a:pt x="4560506" y="418060"/>
                  </a:lnTo>
                  <a:lnTo>
                    <a:pt x="4560599" y="418060"/>
                  </a:lnTo>
                  <a:lnTo>
                    <a:pt x="4560693" y="418060"/>
                  </a:lnTo>
                  <a:lnTo>
                    <a:pt x="4560786" y="418060"/>
                  </a:lnTo>
                  <a:lnTo>
                    <a:pt x="4560879" y="418060"/>
                  </a:lnTo>
                  <a:lnTo>
                    <a:pt x="4560972" y="418060"/>
                  </a:lnTo>
                  <a:lnTo>
                    <a:pt x="4561066" y="418060"/>
                  </a:lnTo>
                  <a:lnTo>
                    <a:pt x="4561159" y="418060"/>
                  </a:lnTo>
                  <a:lnTo>
                    <a:pt x="4561252" y="418060"/>
                  </a:lnTo>
                  <a:lnTo>
                    <a:pt x="4561345" y="418060"/>
                  </a:lnTo>
                  <a:lnTo>
                    <a:pt x="4561439" y="418060"/>
                  </a:lnTo>
                  <a:lnTo>
                    <a:pt x="4561532" y="418060"/>
                  </a:lnTo>
                  <a:lnTo>
                    <a:pt x="4561625" y="418060"/>
                  </a:lnTo>
                  <a:lnTo>
                    <a:pt x="4561718" y="418060"/>
                  </a:lnTo>
                  <a:lnTo>
                    <a:pt x="4561812" y="418060"/>
                  </a:lnTo>
                  <a:lnTo>
                    <a:pt x="4561905" y="418060"/>
                  </a:lnTo>
                  <a:lnTo>
                    <a:pt x="4561998" y="418060"/>
                  </a:lnTo>
                  <a:lnTo>
                    <a:pt x="4562091" y="418060"/>
                  </a:lnTo>
                  <a:lnTo>
                    <a:pt x="4562185" y="418060"/>
                  </a:lnTo>
                  <a:lnTo>
                    <a:pt x="4562278" y="418060"/>
                  </a:lnTo>
                  <a:lnTo>
                    <a:pt x="4562371" y="418060"/>
                  </a:lnTo>
                  <a:lnTo>
                    <a:pt x="4562464" y="418060"/>
                  </a:lnTo>
                  <a:lnTo>
                    <a:pt x="4562558" y="418060"/>
                  </a:lnTo>
                  <a:lnTo>
                    <a:pt x="4562651" y="418060"/>
                  </a:lnTo>
                  <a:lnTo>
                    <a:pt x="4562744" y="418060"/>
                  </a:lnTo>
                  <a:lnTo>
                    <a:pt x="4562837" y="418060"/>
                  </a:lnTo>
                  <a:lnTo>
                    <a:pt x="4562931" y="418060"/>
                  </a:lnTo>
                  <a:lnTo>
                    <a:pt x="4563024" y="418060"/>
                  </a:lnTo>
                  <a:lnTo>
                    <a:pt x="4563117" y="418060"/>
                  </a:lnTo>
                  <a:lnTo>
                    <a:pt x="4563210" y="418060"/>
                  </a:lnTo>
                  <a:lnTo>
                    <a:pt x="4563304" y="418060"/>
                  </a:lnTo>
                  <a:lnTo>
                    <a:pt x="4563397" y="418060"/>
                  </a:lnTo>
                  <a:lnTo>
                    <a:pt x="4563490" y="418060"/>
                  </a:lnTo>
                  <a:lnTo>
                    <a:pt x="4563583" y="418060"/>
                  </a:lnTo>
                  <a:lnTo>
                    <a:pt x="4563677" y="418060"/>
                  </a:lnTo>
                  <a:lnTo>
                    <a:pt x="4563770" y="418060"/>
                  </a:lnTo>
                  <a:lnTo>
                    <a:pt x="4563863" y="418060"/>
                  </a:lnTo>
                  <a:lnTo>
                    <a:pt x="4563956" y="418060"/>
                  </a:lnTo>
                  <a:lnTo>
                    <a:pt x="4564050" y="418060"/>
                  </a:lnTo>
                  <a:lnTo>
                    <a:pt x="4564143" y="418060"/>
                  </a:lnTo>
                  <a:lnTo>
                    <a:pt x="4564236" y="418060"/>
                  </a:lnTo>
                  <a:lnTo>
                    <a:pt x="4564329" y="418060"/>
                  </a:lnTo>
                  <a:lnTo>
                    <a:pt x="4564423" y="418060"/>
                  </a:lnTo>
                  <a:lnTo>
                    <a:pt x="4564516" y="418060"/>
                  </a:lnTo>
                  <a:lnTo>
                    <a:pt x="4564609" y="418060"/>
                  </a:lnTo>
                  <a:lnTo>
                    <a:pt x="4564702" y="418060"/>
                  </a:lnTo>
                  <a:lnTo>
                    <a:pt x="4564796" y="418060"/>
                  </a:lnTo>
                  <a:lnTo>
                    <a:pt x="4564889" y="418060"/>
                  </a:lnTo>
                  <a:lnTo>
                    <a:pt x="4564982" y="418060"/>
                  </a:lnTo>
                  <a:lnTo>
                    <a:pt x="4565075" y="418060"/>
                  </a:lnTo>
                  <a:lnTo>
                    <a:pt x="4565168" y="418060"/>
                  </a:lnTo>
                  <a:lnTo>
                    <a:pt x="4565262" y="418060"/>
                  </a:lnTo>
                  <a:lnTo>
                    <a:pt x="4565355" y="418060"/>
                  </a:lnTo>
                  <a:lnTo>
                    <a:pt x="4565448" y="418060"/>
                  </a:lnTo>
                  <a:lnTo>
                    <a:pt x="4565541" y="418060"/>
                  </a:lnTo>
                  <a:lnTo>
                    <a:pt x="4565541" y="408106"/>
                  </a:lnTo>
                  <a:lnTo>
                    <a:pt x="4565635" y="408106"/>
                  </a:lnTo>
                  <a:lnTo>
                    <a:pt x="4565728" y="408106"/>
                  </a:lnTo>
                  <a:lnTo>
                    <a:pt x="4565821" y="408106"/>
                  </a:lnTo>
                  <a:lnTo>
                    <a:pt x="4565914" y="408106"/>
                  </a:lnTo>
                  <a:lnTo>
                    <a:pt x="4566008" y="408106"/>
                  </a:lnTo>
                  <a:lnTo>
                    <a:pt x="4566101" y="408106"/>
                  </a:lnTo>
                  <a:lnTo>
                    <a:pt x="4566194" y="408106"/>
                  </a:lnTo>
                  <a:lnTo>
                    <a:pt x="4566287" y="408106"/>
                  </a:lnTo>
                  <a:lnTo>
                    <a:pt x="4566381" y="408106"/>
                  </a:lnTo>
                  <a:lnTo>
                    <a:pt x="4566474" y="408106"/>
                  </a:lnTo>
                  <a:lnTo>
                    <a:pt x="4566567" y="408106"/>
                  </a:lnTo>
                  <a:lnTo>
                    <a:pt x="4566660" y="408106"/>
                  </a:lnTo>
                  <a:lnTo>
                    <a:pt x="4566754" y="408106"/>
                  </a:lnTo>
                  <a:lnTo>
                    <a:pt x="4566847" y="408106"/>
                  </a:lnTo>
                  <a:lnTo>
                    <a:pt x="4566940" y="408106"/>
                  </a:lnTo>
                  <a:lnTo>
                    <a:pt x="4567033" y="408106"/>
                  </a:lnTo>
                  <a:lnTo>
                    <a:pt x="4567127" y="408106"/>
                  </a:lnTo>
                  <a:lnTo>
                    <a:pt x="4567220" y="408106"/>
                  </a:lnTo>
                  <a:lnTo>
                    <a:pt x="4567313" y="408106"/>
                  </a:lnTo>
                  <a:lnTo>
                    <a:pt x="4567406" y="408106"/>
                  </a:lnTo>
                  <a:lnTo>
                    <a:pt x="4567500" y="408106"/>
                  </a:lnTo>
                  <a:lnTo>
                    <a:pt x="4567593" y="408106"/>
                  </a:lnTo>
                  <a:lnTo>
                    <a:pt x="4567686" y="408106"/>
                  </a:lnTo>
                  <a:lnTo>
                    <a:pt x="4567779" y="408106"/>
                  </a:lnTo>
                  <a:lnTo>
                    <a:pt x="4567873" y="408106"/>
                  </a:lnTo>
                  <a:lnTo>
                    <a:pt x="4567966" y="408106"/>
                  </a:lnTo>
                  <a:lnTo>
                    <a:pt x="4568059" y="408106"/>
                  </a:lnTo>
                  <a:lnTo>
                    <a:pt x="4568152" y="408106"/>
                  </a:lnTo>
                  <a:lnTo>
                    <a:pt x="4568246" y="408106"/>
                  </a:lnTo>
                  <a:lnTo>
                    <a:pt x="4568339" y="408106"/>
                  </a:lnTo>
                  <a:lnTo>
                    <a:pt x="4568432" y="408106"/>
                  </a:lnTo>
                  <a:lnTo>
                    <a:pt x="4568525" y="408106"/>
                  </a:lnTo>
                  <a:lnTo>
                    <a:pt x="4568619" y="408106"/>
                  </a:lnTo>
                  <a:lnTo>
                    <a:pt x="4568712" y="408106"/>
                  </a:lnTo>
                  <a:lnTo>
                    <a:pt x="4568805" y="408106"/>
                  </a:lnTo>
                  <a:lnTo>
                    <a:pt x="4568898" y="408106"/>
                  </a:lnTo>
                  <a:lnTo>
                    <a:pt x="4568992" y="408106"/>
                  </a:lnTo>
                  <a:lnTo>
                    <a:pt x="4569085" y="408106"/>
                  </a:lnTo>
                  <a:lnTo>
                    <a:pt x="4569178" y="408106"/>
                  </a:lnTo>
                  <a:lnTo>
                    <a:pt x="4569271" y="408106"/>
                  </a:lnTo>
                  <a:lnTo>
                    <a:pt x="4569365" y="408106"/>
                  </a:lnTo>
                  <a:lnTo>
                    <a:pt x="4569458" y="408106"/>
                  </a:lnTo>
                  <a:lnTo>
                    <a:pt x="4569551" y="408106"/>
                  </a:lnTo>
                  <a:lnTo>
                    <a:pt x="4569644" y="408106"/>
                  </a:lnTo>
                  <a:lnTo>
                    <a:pt x="4569738" y="408106"/>
                  </a:lnTo>
                  <a:lnTo>
                    <a:pt x="4569831" y="408106"/>
                  </a:lnTo>
                  <a:lnTo>
                    <a:pt x="4569924" y="408106"/>
                  </a:lnTo>
                  <a:lnTo>
                    <a:pt x="4570017" y="408106"/>
                  </a:lnTo>
                  <a:lnTo>
                    <a:pt x="4570111" y="408106"/>
                  </a:lnTo>
                  <a:lnTo>
                    <a:pt x="4570204" y="408106"/>
                  </a:lnTo>
                  <a:lnTo>
                    <a:pt x="4570297" y="408106"/>
                  </a:lnTo>
                  <a:lnTo>
                    <a:pt x="4570390" y="408106"/>
                  </a:lnTo>
                  <a:lnTo>
                    <a:pt x="4570484" y="408106"/>
                  </a:lnTo>
                  <a:lnTo>
                    <a:pt x="4570577" y="408106"/>
                  </a:lnTo>
                  <a:lnTo>
                    <a:pt x="4570670" y="408106"/>
                  </a:lnTo>
                  <a:lnTo>
                    <a:pt x="4570763" y="408106"/>
                  </a:lnTo>
                  <a:lnTo>
                    <a:pt x="4570857" y="408106"/>
                  </a:lnTo>
                  <a:lnTo>
                    <a:pt x="4570950" y="408106"/>
                  </a:lnTo>
                  <a:lnTo>
                    <a:pt x="4571043" y="408106"/>
                  </a:lnTo>
                  <a:lnTo>
                    <a:pt x="4571136" y="408106"/>
                  </a:lnTo>
                  <a:lnTo>
                    <a:pt x="4571230" y="408106"/>
                  </a:lnTo>
                  <a:lnTo>
                    <a:pt x="4571323" y="408106"/>
                  </a:lnTo>
                  <a:lnTo>
                    <a:pt x="4571416" y="408106"/>
                  </a:lnTo>
                  <a:lnTo>
                    <a:pt x="4571509" y="408106"/>
                  </a:lnTo>
                  <a:lnTo>
                    <a:pt x="4571603" y="408106"/>
                  </a:lnTo>
                  <a:lnTo>
                    <a:pt x="4571696" y="408106"/>
                  </a:lnTo>
                  <a:lnTo>
                    <a:pt x="4571789" y="408106"/>
                  </a:lnTo>
                  <a:lnTo>
                    <a:pt x="4571882" y="408106"/>
                  </a:lnTo>
                  <a:lnTo>
                    <a:pt x="4571976" y="408106"/>
                  </a:lnTo>
                  <a:lnTo>
                    <a:pt x="4572069" y="408106"/>
                  </a:lnTo>
                  <a:lnTo>
                    <a:pt x="4572162" y="408106"/>
                  </a:lnTo>
                  <a:lnTo>
                    <a:pt x="4572255" y="408106"/>
                  </a:lnTo>
                  <a:lnTo>
                    <a:pt x="4572348" y="408106"/>
                  </a:lnTo>
                  <a:lnTo>
                    <a:pt x="4572442" y="408106"/>
                  </a:lnTo>
                  <a:lnTo>
                    <a:pt x="4572535" y="408106"/>
                  </a:lnTo>
                  <a:lnTo>
                    <a:pt x="4572628" y="408106"/>
                  </a:lnTo>
                  <a:lnTo>
                    <a:pt x="4572721" y="408106"/>
                  </a:lnTo>
                  <a:lnTo>
                    <a:pt x="4572815" y="408106"/>
                  </a:lnTo>
                  <a:lnTo>
                    <a:pt x="4572908" y="408106"/>
                  </a:lnTo>
                  <a:lnTo>
                    <a:pt x="4573001" y="408106"/>
                  </a:lnTo>
                  <a:lnTo>
                    <a:pt x="4573094" y="408106"/>
                  </a:lnTo>
                  <a:lnTo>
                    <a:pt x="4573188" y="408106"/>
                  </a:lnTo>
                  <a:lnTo>
                    <a:pt x="4573281" y="408106"/>
                  </a:lnTo>
                  <a:lnTo>
                    <a:pt x="4573374" y="408106"/>
                  </a:lnTo>
                  <a:lnTo>
                    <a:pt x="4573467" y="408106"/>
                  </a:lnTo>
                  <a:lnTo>
                    <a:pt x="4573561" y="408106"/>
                  </a:lnTo>
                  <a:lnTo>
                    <a:pt x="4573654" y="408106"/>
                  </a:lnTo>
                  <a:lnTo>
                    <a:pt x="4573747" y="408106"/>
                  </a:lnTo>
                  <a:lnTo>
                    <a:pt x="4573840" y="408106"/>
                  </a:lnTo>
                  <a:lnTo>
                    <a:pt x="4573934" y="408106"/>
                  </a:lnTo>
                  <a:lnTo>
                    <a:pt x="4574027" y="408106"/>
                  </a:lnTo>
                  <a:lnTo>
                    <a:pt x="4574120" y="408106"/>
                  </a:lnTo>
                  <a:lnTo>
                    <a:pt x="4574213" y="408106"/>
                  </a:lnTo>
                  <a:lnTo>
                    <a:pt x="4574307" y="408106"/>
                  </a:lnTo>
                  <a:lnTo>
                    <a:pt x="4574400" y="408106"/>
                  </a:lnTo>
                  <a:lnTo>
                    <a:pt x="4574493" y="408106"/>
                  </a:lnTo>
                  <a:lnTo>
                    <a:pt x="4574586" y="408106"/>
                  </a:lnTo>
                  <a:lnTo>
                    <a:pt x="4574680" y="408106"/>
                  </a:lnTo>
                  <a:lnTo>
                    <a:pt x="4574773" y="408106"/>
                  </a:lnTo>
                  <a:lnTo>
                    <a:pt x="4574866" y="408106"/>
                  </a:lnTo>
                  <a:lnTo>
                    <a:pt x="4574959" y="408106"/>
                  </a:lnTo>
                  <a:lnTo>
                    <a:pt x="4575053" y="408106"/>
                  </a:lnTo>
                  <a:lnTo>
                    <a:pt x="4575146" y="408106"/>
                  </a:lnTo>
                  <a:lnTo>
                    <a:pt x="4575239" y="408106"/>
                  </a:lnTo>
                  <a:lnTo>
                    <a:pt x="4575332" y="408106"/>
                  </a:lnTo>
                  <a:lnTo>
                    <a:pt x="4575426" y="408106"/>
                  </a:lnTo>
                  <a:lnTo>
                    <a:pt x="4575519" y="408106"/>
                  </a:lnTo>
                  <a:lnTo>
                    <a:pt x="4575612" y="408106"/>
                  </a:lnTo>
                  <a:lnTo>
                    <a:pt x="4575705" y="408106"/>
                  </a:lnTo>
                  <a:lnTo>
                    <a:pt x="4575799" y="408106"/>
                  </a:lnTo>
                  <a:lnTo>
                    <a:pt x="4575892" y="408106"/>
                  </a:lnTo>
                  <a:lnTo>
                    <a:pt x="4575985" y="408106"/>
                  </a:lnTo>
                  <a:lnTo>
                    <a:pt x="4576078" y="408106"/>
                  </a:lnTo>
                  <a:lnTo>
                    <a:pt x="4576172" y="408106"/>
                  </a:lnTo>
                  <a:lnTo>
                    <a:pt x="4576265" y="408106"/>
                  </a:lnTo>
                  <a:lnTo>
                    <a:pt x="4576358" y="408106"/>
                  </a:lnTo>
                  <a:lnTo>
                    <a:pt x="4576451" y="408106"/>
                  </a:lnTo>
                  <a:lnTo>
                    <a:pt x="4576545" y="408106"/>
                  </a:lnTo>
                  <a:lnTo>
                    <a:pt x="4576638" y="408106"/>
                  </a:lnTo>
                  <a:lnTo>
                    <a:pt x="4576731" y="408106"/>
                  </a:lnTo>
                  <a:lnTo>
                    <a:pt x="4576824" y="408106"/>
                  </a:lnTo>
                  <a:lnTo>
                    <a:pt x="4576918" y="408106"/>
                  </a:lnTo>
                  <a:lnTo>
                    <a:pt x="4577011" y="408106"/>
                  </a:lnTo>
                  <a:lnTo>
                    <a:pt x="4577104" y="408106"/>
                  </a:lnTo>
                  <a:lnTo>
                    <a:pt x="4577197" y="408106"/>
                  </a:lnTo>
                  <a:lnTo>
                    <a:pt x="4577291" y="408106"/>
                  </a:lnTo>
                  <a:lnTo>
                    <a:pt x="4577384" y="408106"/>
                  </a:lnTo>
                  <a:lnTo>
                    <a:pt x="4577477" y="408106"/>
                  </a:lnTo>
                  <a:lnTo>
                    <a:pt x="4577570" y="408106"/>
                  </a:lnTo>
                  <a:lnTo>
                    <a:pt x="4577664" y="408106"/>
                  </a:lnTo>
                  <a:lnTo>
                    <a:pt x="4577757" y="408106"/>
                  </a:lnTo>
                  <a:lnTo>
                    <a:pt x="4577850" y="408106"/>
                  </a:lnTo>
                  <a:lnTo>
                    <a:pt x="4577943" y="408106"/>
                  </a:lnTo>
                  <a:lnTo>
                    <a:pt x="4578037" y="408106"/>
                  </a:lnTo>
                  <a:lnTo>
                    <a:pt x="4578130" y="408106"/>
                  </a:lnTo>
                  <a:lnTo>
                    <a:pt x="4578223" y="408106"/>
                  </a:lnTo>
                  <a:lnTo>
                    <a:pt x="4578316" y="408106"/>
                  </a:lnTo>
                  <a:lnTo>
                    <a:pt x="4578410" y="408106"/>
                  </a:lnTo>
                  <a:lnTo>
                    <a:pt x="4578503" y="408106"/>
                  </a:lnTo>
                  <a:lnTo>
                    <a:pt x="4578596" y="408106"/>
                  </a:lnTo>
                  <a:lnTo>
                    <a:pt x="4578689" y="408106"/>
                  </a:lnTo>
                  <a:lnTo>
                    <a:pt x="4578783" y="408106"/>
                  </a:lnTo>
                  <a:lnTo>
                    <a:pt x="4578876" y="408106"/>
                  </a:lnTo>
                  <a:lnTo>
                    <a:pt x="4578969" y="408106"/>
                  </a:lnTo>
                  <a:lnTo>
                    <a:pt x="4579062" y="408106"/>
                  </a:lnTo>
                  <a:lnTo>
                    <a:pt x="4579155" y="408106"/>
                  </a:lnTo>
                  <a:lnTo>
                    <a:pt x="4579249" y="408106"/>
                  </a:lnTo>
                  <a:lnTo>
                    <a:pt x="4579342" y="408106"/>
                  </a:lnTo>
                  <a:lnTo>
                    <a:pt x="4579435" y="408106"/>
                  </a:lnTo>
                  <a:lnTo>
                    <a:pt x="4579528" y="408106"/>
                  </a:lnTo>
                  <a:lnTo>
                    <a:pt x="4579622" y="408106"/>
                  </a:lnTo>
                  <a:lnTo>
                    <a:pt x="4579715" y="408106"/>
                  </a:lnTo>
                  <a:lnTo>
                    <a:pt x="4579808" y="408106"/>
                  </a:lnTo>
                  <a:lnTo>
                    <a:pt x="4579901" y="408106"/>
                  </a:lnTo>
                  <a:lnTo>
                    <a:pt x="4579995" y="408106"/>
                  </a:lnTo>
                  <a:lnTo>
                    <a:pt x="4580088" y="408106"/>
                  </a:lnTo>
                  <a:lnTo>
                    <a:pt x="4580181" y="408106"/>
                  </a:lnTo>
                  <a:lnTo>
                    <a:pt x="4580274" y="408106"/>
                  </a:lnTo>
                  <a:lnTo>
                    <a:pt x="4580368" y="408106"/>
                  </a:lnTo>
                  <a:lnTo>
                    <a:pt x="4580461" y="408106"/>
                  </a:lnTo>
                  <a:lnTo>
                    <a:pt x="4580554" y="408106"/>
                  </a:lnTo>
                  <a:lnTo>
                    <a:pt x="4580647" y="408106"/>
                  </a:lnTo>
                  <a:lnTo>
                    <a:pt x="4580741" y="408106"/>
                  </a:lnTo>
                  <a:lnTo>
                    <a:pt x="4580834" y="408106"/>
                  </a:lnTo>
                  <a:lnTo>
                    <a:pt x="4580927" y="408106"/>
                  </a:lnTo>
                  <a:lnTo>
                    <a:pt x="4581020" y="408106"/>
                  </a:lnTo>
                  <a:lnTo>
                    <a:pt x="4581114" y="408106"/>
                  </a:lnTo>
                  <a:lnTo>
                    <a:pt x="4581207" y="408106"/>
                  </a:lnTo>
                  <a:lnTo>
                    <a:pt x="4581300" y="408106"/>
                  </a:lnTo>
                  <a:lnTo>
                    <a:pt x="4581393" y="408106"/>
                  </a:lnTo>
                  <a:lnTo>
                    <a:pt x="4581487" y="408106"/>
                  </a:lnTo>
                  <a:lnTo>
                    <a:pt x="4581580" y="408106"/>
                  </a:lnTo>
                  <a:lnTo>
                    <a:pt x="4581673" y="408106"/>
                  </a:lnTo>
                  <a:lnTo>
                    <a:pt x="4581766" y="408106"/>
                  </a:lnTo>
                  <a:lnTo>
                    <a:pt x="4581860" y="408106"/>
                  </a:lnTo>
                  <a:lnTo>
                    <a:pt x="4581953" y="408106"/>
                  </a:lnTo>
                  <a:lnTo>
                    <a:pt x="4582046" y="408106"/>
                  </a:lnTo>
                  <a:lnTo>
                    <a:pt x="4582139" y="408106"/>
                  </a:lnTo>
                  <a:lnTo>
                    <a:pt x="4582233" y="408106"/>
                  </a:lnTo>
                  <a:lnTo>
                    <a:pt x="4582326" y="408106"/>
                  </a:lnTo>
                  <a:lnTo>
                    <a:pt x="4582419" y="408106"/>
                  </a:lnTo>
                  <a:lnTo>
                    <a:pt x="4582512" y="408106"/>
                  </a:lnTo>
                  <a:lnTo>
                    <a:pt x="4582606" y="408106"/>
                  </a:lnTo>
                  <a:lnTo>
                    <a:pt x="4582699" y="408106"/>
                  </a:lnTo>
                  <a:lnTo>
                    <a:pt x="4582792" y="408106"/>
                  </a:lnTo>
                  <a:lnTo>
                    <a:pt x="4582885" y="408106"/>
                  </a:lnTo>
                  <a:lnTo>
                    <a:pt x="4582979" y="408106"/>
                  </a:lnTo>
                  <a:lnTo>
                    <a:pt x="4583072" y="408106"/>
                  </a:lnTo>
                  <a:lnTo>
                    <a:pt x="4583165" y="408106"/>
                  </a:lnTo>
                  <a:lnTo>
                    <a:pt x="4583258" y="408106"/>
                  </a:lnTo>
                  <a:lnTo>
                    <a:pt x="4583352" y="408106"/>
                  </a:lnTo>
                  <a:lnTo>
                    <a:pt x="4583445" y="408106"/>
                  </a:lnTo>
                  <a:lnTo>
                    <a:pt x="4583538" y="408106"/>
                  </a:lnTo>
                  <a:lnTo>
                    <a:pt x="4583631" y="408106"/>
                  </a:lnTo>
                  <a:lnTo>
                    <a:pt x="4583725" y="408106"/>
                  </a:lnTo>
                  <a:lnTo>
                    <a:pt x="4583818" y="408106"/>
                  </a:lnTo>
                  <a:lnTo>
                    <a:pt x="4583911" y="408106"/>
                  </a:lnTo>
                  <a:lnTo>
                    <a:pt x="4584004" y="408106"/>
                  </a:lnTo>
                  <a:lnTo>
                    <a:pt x="4584098" y="408106"/>
                  </a:lnTo>
                  <a:lnTo>
                    <a:pt x="4584191" y="408106"/>
                  </a:lnTo>
                  <a:lnTo>
                    <a:pt x="4584284" y="408106"/>
                  </a:lnTo>
                  <a:lnTo>
                    <a:pt x="4584377" y="408106"/>
                  </a:lnTo>
                  <a:lnTo>
                    <a:pt x="4584471" y="408106"/>
                  </a:lnTo>
                  <a:lnTo>
                    <a:pt x="4584564" y="408106"/>
                  </a:lnTo>
                  <a:lnTo>
                    <a:pt x="4584657" y="408106"/>
                  </a:lnTo>
                  <a:lnTo>
                    <a:pt x="4584750" y="408106"/>
                  </a:lnTo>
                  <a:lnTo>
                    <a:pt x="4584844" y="408106"/>
                  </a:lnTo>
                  <a:lnTo>
                    <a:pt x="4584937" y="408106"/>
                  </a:lnTo>
                  <a:lnTo>
                    <a:pt x="4585030" y="408106"/>
                  </a:lnTo>
                  <a:lnTo>
                    <a:pt x="4585123" y="408106"/>
                  </a:lnTo>
                  <a:lnTo>
                    <a:pt x="4585217" y="408106"/>
                  </a:lnTo>
                  <a:lnTo>
                    <a:pt x="4585310" y="408106"/>
                  </a:lnTo>
                  <a:lnTo>
                    <a:pt x="4585403" y="408106"/>
                  </a:lnTo>
                  <a:lnTo>
                    <a:pt x="4585496" y="408106"/>
                  </a:lnTo>
                  <a:lnTo>
                    <a:pt x="4585590" y="408106"/>
                  </a:lnTo>
                  <a:lnTo>
                    <a:pt x="4585683" y="408106"/>
                  </a:lnTo>
                  <a:lnTo>
                    <a:pt x="4585776" y="408106"/>
                  </a:lnTo>
                  <a:lnTo>
                    <a:pt x="4585869" y="408106"/>
                  </a:lnTo>
                  <a:lnTo>
                    <a:pt x="4585962" y="408106"/>
                  </a:lnTo>
                  <a:lnTo>
                    <a:pt x="4586056" y="408106"/>
                  </a:lnTo>
                  <a:lnTo>
                    <a:pt x="4586149" y="408106"/>
                  </a:lnTo>
                  <a:lnTo>
                    <a:pt x="4586242" y="408106"/>
                  </a:lnTo>
                  <a:lnTo>
                    <a:pt x="4586335" y="408106"/>
                  </a:lnTo>
                  <a:lnTo>
                    <a:pt x="4586429" y="408106"/>
                  </a:lnTo>
                  <a:lnTo>
                    <a:pt x="4586522" y="408106"/>
                  </a:lnTo>
                  <a:lnTo>
                    <a:pt x="4586615" y="408106"/>
                  </a:lnTo>
                  <a:lnTo>
                    <a:pt x="4586708" y="408106"/>
                  </a:lnTo>
                  <a:lnTo>
                    <a:pt x="4586802" y="408106"/>
                  </a:lnTo>
                  <a:lnTo>
                    <a:pt x="4586895" y="408106"/>
                  </a:lnTo>
                  <a:lnTo>
                    <a:pt x="4586988" y="408106"/>
                  </a:lnTo>
                  <a:lnTo>
                    <a:pt x="4587081" y="408106"/>
                  </a:lnTo>
                  <a:lnTo>
                    <a:pt x="4587175" y="408106"/>
                  </a:lnTo>
                  <a:lnTo>
                    <a:pt x="4587268" y="408106"/>
                  </a:lnTo>
                  <a:lnTo>
                    <a:pt x="4587361" y="408106"/>
                  </a:lnTo>
                  <a:lnTo>
                    <a:pt x="4587454" y="408106"/>
                  </a:lnTo>
                  <a:lnTo>
                    <a:pt x="4587548" y="408106"/>
                  </a:lnTo>
                  <a:lnTo>
                    <a:pt x="4587641" y="408106"/>
                  </a:lnTo>
                  <a:lnTo>
                    <a:pt x="4587734" y="408106"/>
                  </a:lnTo>
                  <a:lnTo>
                    <a:pt x="4587827" y="408106"/>
                  </a:lnTo>
                  <a:lnTo>
                    <a:pt x="4587921" y="408106"/>
                  </a:lnTo>
                  <a:lnTo>
                    <a:pt x="4588014" y="408106"/>
                  </a:lnTo>
                  <a:lnTo>
                    <a:pt x="4588107" y="408106"/>
                  </a:lnTo>
                  <a:lnTo>
                    <a:pt x="4588200" y="408106"/>
                  </a:lnTo>
                  <a:lnTo>
                    <a:pt x="4588294" y="408106"/>
                  </a:lnTo>
                  <a:lnTo>
                    <a:pt x="4588387" y="408106"/>
                  </a:lnTo>
                  <a:lnTo>
                    <a:pt x="4588480" y="408106"/>
                  </a:lnTo>
                  <a:lnTo>
                    <a:pt x="4588573" y="408106"/>
                  </a:lnTo>
                  <a:lnTo>
                    <a:pt x="4588667" y="408106"/>
                  </a:lnTo>
                  <a:lnTo>
                    <a:pt x="4588760" y="408106"/>
                  </a:lnTo>
                  <a:lnTo>
                    <a:pt x="4588853" y="408106"/>
                  </a:lnTo>
                  <a:lnTo>
                    <a:pt x="4588946" y="408106"/>
                  </a:lnTo>
                  <a:lnTo>
                    <a:pt x="4589040" y="408106"/>
                  </a:lnTo>
                  <a:lnTo>
                    <a:pt x="4589133" y="408106"/>
                  </a:lnTo>
                  <a:lnTo>
                    <a:pt x="4589226" y="408106"/>
                  </a:lnTo>
                  <a:lnTo>
                    <a:pt x="4589319" y="408106"/>
                  </a:lnTo>
                  <a:lnTo>
                    <a:pt x="4589413" y="408106"/>
                  </a:lnTo>
                  <a:lnTo>
                    <a:pt x="4589506" y="408106"/>
                  </a:lnTo>
                  <a:lnTo>
                    <a:pt x="4589599" y="408106"/>
                  </a:lnTo>
                  <a:lnTo>
                    <a:pt x="4589692" y="408106"/>
                  </a:lnTo>
                  <a:lnTo>
                    <a:pt x="4589786" y="408106"/>
                  </a:lnTo>
                  <a:lnTo>
                    <a:pt x="4589879" y="408106"/>
                  </a:lnTo>
                  <a:lnTo>
                    <a:pt x="4589972" y="408106"/>
                  </a:lnTo>
                  <a:lnTo>
                    <a:pt x="4590065" y="408106"/>
                  </a:lnTo>
                  <a:lnTo>
                    <a:pt x="4590159" y="408106"/>
                  </a:lnTo>
                  <a:lnTo>
                    <a:pt x="4590252" y="408106"/>
                  </a:lnTo>
                  <a:lnTo>
                    <a:pt x="4590345" y="408106"/>
                  </a:lnTo>
                  <a:lnTo>
                    <a:pt x="4590438" y="408106"/>
                  </a:lnTo>
                  <a:lnTo>
                    <a:pt x="4590532" y="408106"/>
                  </a:lnTo>
                  <a:lnTo>
                    <a:pt x="4590625" y="408106"/>
                  </a:lnTo>
                  <a:lnTo>
                    <a:pt x="4590718" y="408106"/>
                  </a:lnTo>
                  <a:lnTo>
                    <a:pt x="4590811" y="408106"/>
                  </a:lnTo>
                  <a:lnTo>
                    <a:pt x="4590905" y="408106"/>
                  </a:lnTo>
                  <a:lnTo>
                    <a:pt x="4590998" y="408106"/>
                  </a:lnTo>
                  <a:lnTo>
                    <a:pt x="4591091" y="408106"/>
                  </a:lnTo>
                  <a:lnTo>
                    <a:pt x="4591184" y="408106"/>
                  </a:lnTo>
                  <a:lnTo>
                    <a:pt x="4591278" y="408106"/>
                  </a:lnTo>
                  <a:lnTo>
                    <a:pt x="4591371" y="408106"/>
                  </a:lnTo>
                  <a:lnTo>
                    <a:pt x="4591464" y="408106"/>
                  </a:lnTo>
                  <a:lnTo>
                    <a:pt x="4591557" y="408106"/>
                  </a:lnTo>
                  <a:lnTo>
                    <a:pt x="4591651" y="408106"/>
                  </a:lnTo>
                  <a:lnTo>
                    <a:pt x="4591744" y="408106"/>
                  </a:lnTo>
                  <a:lnTo>
                    <a:pt x="4591837" y="408106"/>
                  </a:lnTo>
                  <a:lnTo>
                    <a:pt x="4591930" y="408106"/>
                  </a:lnTo>
                  <a:lnTo>
                    <a:pt x="4592024" y="408106"/>
                  </a:lnTo>
                  <a:lnTo>
                    <a:pt x="4592117" y="408106"/>
                  </a:lnTo>
                  <a:lnTo>
                    <a:pt x="4592210" y="408106"/>
                  </a:lnTo>
                  <a:lnTo>
                    <a:pt x="4592303" y="408106"/>
                  </a:lnTo>
                  <a:lnTo>
                    <a:pt x="4592397" y="408106"/>
                  </a:lnTo>
                  <a:lnTo>
                    <a:pt x="4592490" y="408106"/>
                  </a:lnTo>
                  <a:lnTo>
                    <a:pt x="4592583" y="408106"/>
                  </a:lnTo>
                  <a:lnTo>
                    <a:pt x="4592676" y="408106"/>
                  </a:lnTo>
                  <a:lnTo>
                    <a:pt x="4592770" y="408106"/>
                  </a:lnTo>
                  <a:lnTo>
                    <a:pt x="4592863" y="408106"/>
                  </a:lnTo>
                  <a:lnTo>
                    <a:pt x="4592956" y="408106"/>
                  </a:lnTo>
                  <a:lnTo>
                    <a:pt x="4593049" y="408106"/>
                  </a:lnTo>
                  <a:lnTo>
                    <a:pt x="4593142" y="408106"/>
                  </a:lnTo>
                  <a:lnTo>
                    <a:pt x="4593236" y="408106"/>
                  </a:lnTo>
                  <a:lnTo>
                    <a:pt x="4593329" y="408106"/>
                  </a:lnTo>
                  <a:lnTo>
                    <a:pt x="4593422" y="408106"/>
                  </a:lnTo>
                  <a:lnTo>
                    <a:pt x="4593515" y="408106"/>
                  </a:lnTo>
                  <a:lnTo>
                    <a:pt x="4593609" y="408106"/>
                  </a:lnTo>
                  <a:lnTo>
                    <a:pt x="4593702" y="408106"/>
                  </a:lnTo>
                  <a:lnTo>
                    <a:pt x="4593795" y="408106"/>
                  </a:lnTo>
                  <a:lnTo>
                    <a:pt x="4593888" y="408106"/>
                  </a:lnTo>
                  <a:lnTo>
                    <a:pt x="4593982" y="408106"/>
                  </a:lnTo>
                  <a:lnTo>
                    <a:pt x="4594075" y="408106"/>
                  </a:lnTo>
                  <a:lnTo>
                    <a:pt x="4594168" y="408106"/>
                  </a:lnTo>
                  <a:lnTo>
                    <a:pt x="4594261" y="408106"/>
                  </a:lnTo>
                  <a:lnTo>
                    <a:pt x="4594355" y="408106"/>
                  </a:lnTo>
                  <a:lnTo>
                    <a:pt x="4594448" y="408106"/>
                  </a:lnTo>
                  <a:lnTo>
                    <a:pt x="4594541" y="408106"/>
                  </a:lnTo>
                  <a:lnTo>
                    <a:pt x="4594634" y="408106"/>
                  </a:lnTo>
                  <a:lnTo>
                    <a:pt x="4594728" y="408106"/>
                  </a:lnTo>
                  <a:lnTo>
                    <a:pt x="4594821" y="408106"/>
                  </a:lnTo>
                  <a:lnTo>
                    <a:pt x="4594914" y="408106"/>
                  </a:lnTo>
                  <a:lnTo>
                    <a:pt x="4595007" y="408106"/>
                  </a:lnTo>
                  <a:lnTo>
                    <a:pt x="4595101" y="408106"/>
                  </a:lnTo>
                  <a:lnTo>
                    <a:pt x="4595194" y="408106"/>
                  </a:lnTo>
                  <a:lnTo>
                    <a:pt x="4595287" y="408106"/>
                  </a:lnTo>
                  <a:lnTo>
                    <a:pt x="4595380" y="408106"/>
                  </a:lnTo>
                  <a:lnTo>
                    <a:pt x="4595474" y="408106"/>
                  </a:lnTo>
                  <a:lnTo>
                    <a:pt x="4595567" y="408106"/>
                  </a:lnTo>
                  <a:lnTo>
                    <a:pt x="4595660" y="408106"/>
                  </a:lnTo>
                  <a:lnTo>
                    <a:pt x="4595753" y="408106"/>
                  </a:lnTo>
                  <a:lnTo>
                    <a:pt x="4595847" y="408106"/>
                  </a:lnTo>
                  <a:lnTo>
                    <a:pt x="4595940" y="408106"/>
                  </a:lnTo>
                  <a:lnTo>
                    <a:pt x="4596033" y="408106"/>
                  </a:lnTo>
                  <a:lnTo>
                    <a:pt x="4596126" y="408106"/>
                  </a:lnTo>
                  <a:lnTo>
                    <a:pt x="4596220" y="408106"/>
                  </a:lnTo>
                  <a:lnTo>
                    <a:pt x="4596313" y="408106"/>
                  </a:lnTo>
                  <a:lnTo>
                    <a:pt x="4596406" y="408106"/>
                  </a:lnTo>
                  <a:lnTo>
                    <a:pt x="4596499" y="408106"/>
                  </a:lnTo>
                  <a:lnTo>
                    <a:pt x="4596593" y="408106"/>
                  </a:lnTo>
                  <a:lnTo>
                    <a:pt x="4596686" y="408106"/>
                  </a:lnTo>
                  <a:lnTo>
                    <a:pt x="4596779" y="408106"/>
                  </a:lnTo>
                  <a:lnTo>
                    <a:pt x="4596872" y="408106"/>
                  </a:lnTo>
                  <a:lnTo>
                    <a:pt x="4596966" y="408106"/>
                  </a:lnTo>
                  <a:lnTo>
                    <a:pt x="4597059" y="408106"/>
                  </a:lnTo>
                  <a:lnTo>
                    <a:pt x="4597152" y="408106"/>
                  </a:lnTo>
                  <a:lnTo>
                    <a:pt x="4597245" y="408106"/>
                  </a:lnTo>
                  <a:lnTo>
                    <a:pt x="4597339" y="408106"/>
                  </a:lnTo>
                  <a:lnTo>
                    <a:pt x="4597432" y="408106"/>
                  </a:lnTo>
                  <a:lnTo>
                    <a:pt x="4597525" y="408106"/>
                  </a:lnTo>
                  <a:lnTo>
                    <a:pt x="4597618" y="408106"/>
                  </a:lnTo>
                  <a:lnTo>
                    <a:pt x="4597712" y="408106"/>
                  </a:lnTo>
                  <a:lnTo>
                    <a:pt x="4597805" y="408106"/>
                  </a:lnTo>
                  <a:lnTo>
                    <a:pt x="4597898" y="408106"/>
                  </a:lnTo>
                  <a:lnTo>
                    <a:pt x="4597991" y="408106"/>
                  </a:lnTo>
                  <a:lnTo>
                    <a:pt x="4598085" y="408106"/>
                  </a:lnTo>
                  <a:lnTo>
                    <a:pt x="4598178" y="408106"/>
                  </a:lnTo>
                  <a:lnTo>
                    <a:pt x="4598271" y="408106"/>
                  </a:lnTo>
                  <a:lnTo>
                    <a:pt x="4598364" y="408106"/>
                  </a:lnTo>
                  <a:lnTo>
                    <a:pt x="4598458" y="408106"/>
                  </a:lnTo>
                  <a:lnTo>
                    <a:pt x="4598551" y="408106"/>
                  </a:lnTo>
                  <a:lnTo>
                    <a:pt x="4598644" y="408106"/>
                  </a:lnTo>
                  <a:lnTo>
                    <a:pt x="4598737" y="408106"/>
                  </a:lnTo>
                  <a:lnTo>
                    <a:pt x="4598831" y="408106"/>
                  </a:lnTo>
                  <a:lnTo>
                    <a:pt x="4598924" y="408106"/>
                  </a:lnTo>
                  <a:lnTo>
                    <a:pt x="4599017" y="408106"/>
                  </a:lnTo>
                  <a:lnTo>
                    <a:pt x="4599110" y="408106"/>
                  </a:lnTo>
                  <a:lnTo>
                    <a:pt x="4599204" y="408106"/>
                  </a:lnTo>
                  <a:lnTo>
                    <a:pt x="4599297" y="408106"/>
                  </a:lnTo>
                  <a:lnTo>
                    <a:pt x="4599390" y="408106"/>
                  </a:lnTo>
                  <a:lnTo>
                    <a:pt x="4599483" y="408106"/>
                  </a:lnTo>
                  <a:lnTo>
                    <a:pt x="4599577" y="408106"/>
                  </a:lnTo>
                  <a:lnTo>
                    <a:pt x="4599670" y="408106"/>
                  </a:lnTo>
                  <a:lnTo>
                    <a:pt x="4599763" y="408106"/>
                  </a:lnTo>
                  <a:lnTo>
                    <a:pt x="4599856" y="408106"/>
                  </a:lnTo>
                  <a:lnTo>
                    <a:pt x="4599949" y="408106"/>
                  </a:lnTo>
                  <a:lnTo>
                    <a:pt x="4600043" y="408106"/>
                  </a:lnTo>
                  <a:lnTo>
                    <a:pt x="4600136" y="408106"/>
                  </a:lnTo>
                  <a:lnTo>
                    <a:pt x="4600229" y="408106"/>
                  </a:lnTo>
                  <a:lnTo>
                    <a:pt x="4600322" y="408106"/>
                  </a:lnTo>
                  <a:lnTo>
                    <a:pt x="4600416" y="408106"/>
                  </a:lnTo>
                  <a:lnTo>
                    <a:pt x="4600509" y="408106"/>
                  </a:lnTo>
                  <a:lnTo>
                    <a:pt x="4600602" y="408106"/>
                  </a:lnTo>
                  <a:lnTo>
                    <a:pt x="4600695" y="408106"/>
                  </a:lnTo>
                  <a:lnTo>
                    <a:pt x="4600789" y="408106"/>
                  </a:lnTo>
                  <a:lnTo>
                    <a:pt x="4600882" y="408106"/>
                  </a:lnTo>
                  <a:lnTo>
                    <a:pt x="4600975" y="408106"/>
                  </a:lnTo>
                  <a:lnTo>
                    <a:pt x="4601068" y="408106"/>
                  </a:lnTo>
                  <a:lnTo>
                    <a:pt x="4601162" y="408106"/>
                  </a:lnTo>
                  <a:lnTo>
                    <a:pt x="4601255" y="408106"/>
                  </a:lnTo>
                  <a:lnTo>
                    <a:pt x="4601348" y="408106"/>
                  </a:lnTo>
                  <a:lnTo>
                    <a:pt x="4601441" y="408106"/>
                  </a:lnTo>
                  <a:lnTo>
                    <a:pt x="4601535" y="408106"/>
                  </a:lnTo>
                  <a:lnTo>
                    <a:pt x="4601628" y="408106"/>
                  </a:lnTo>
                  <a:lnTo>
                    <a:pt x="4601721" y="408106"/>
                  </a:lnTo>
                  <a:lnTo>
                    <a:pt x="4601814" y="408106"/>
                  </a:lnTo>
                  <a:lnTo>
                    <a:pt x="4601908" y="408106"/>
                  </a:lnTo>
                  <a:lnTo>
                    <a:pt x="4602001" y="408106"/>
                  </a:lnTo>
                  <a:lnTo>
                    <a:pt x="4602094" y="408106"/>
                  </a:lnTo>
                  <a:lnTo>
                    <a:pt x="4602187" y="408106"/>
                  </a:lnTo>
                  <a:lnTo>
                    <a:pt x="4602281" y="408106"/>
                  </a:lnTo>
                  <a:lnTo>
                    <a:pt x="4602374" y="408106"/>
                  </a:lnTo>
                  <a:lnTo>
                    <a:pt x="4602467" y="408106"/>
                  </a:lnTo>
                  <a:lnTo>
                    <a:pt x="4602560" y="408106"/>
                  </a:lnTo>
                  <a:lnTo>
                    <a:pt x="4602654" y="408106"/>
                  </a:lnTo>
                  <a:lnTo>
                    <a:pt x="4602747" y="408106"/>
                  </a:lnTo>
                  <a:lnTo>
                    <a:pt x="4602840" y="408106"/>
                  </a:lnTo>
                  <a:lnTo>
                    <a:pt x="4602933" y="408106"/>
                  </a:lnTo>
                  <a:lnTo>
                    <a:pt x="4603027" y="408106"/>
                  </a:lnTo>
                  <a:lnTo>
                    <a:pt x="4603120" y="408106"/>
                  </a:lnTo>
                  <a:lnTo>
                    <a:pt x="4603213" y="408106"/>
                  </a:lnTo>
                  <a:lnTo>
                    <a:pt x="4603306" y="408106"/>
                  </a:lnTo>
                  <a:lnTo>
                    <a:pt x="4603400" y="408106"/>
                  </a:lnTo>
                  <a:lnTo>
                    <a:pt x="4603493" y="408106"/>
                  </a:lnTo>
                  <a:lnTo>
                    <a:pt x="4603586" y="408106"/>
                  </a:lnTo>
                  <a:lnTo>
                    <a:pt x="4603679" y="408106"/>
                  </a:lnTo>
                  <a:lnTo>
                    <a:pt x="4603773" y="408106"/>
                  </a:lnTo>
                  <a:lnTo>
                    <a:pt x="4603866" y="408106"/>
                  </a:lnTo>
                  <a:lnTo>
                    <a:pt x="4603959" y="408106"/>
                  </a:lnTo>
                  <a:lnTo>
                    <a:pt x="4604052" y="408106"/>
                  </a:lnTo>
                  <a:lnTo>
                    <a:pt x="4604146" y="408106"/>
                  </a:lnTo>
                  <a:lnTo>
                    <a:pt x="4604239" y="408106"/>
                  </a:lnTo>
                  <a:lnTo>
                    <a:pt x="4604332" y="408106"/>
                  </a:lnTo>
                  <a:lnTo>
                    <a:pt x="4604425" y="408106"/>
                  </a:lnTo>
                  <a:lnTo>
                    <a:pt x="4604519" y="408106"/>
                  </a:lnTo>
                  <a:lnTo>
                    <a:pt x="4604612" y="408106"/>
                  </a:lnTo>
                  <a:lnTo>
                    <a:pt x="4604705" y="408106"/>
                  </a:lnTo>
                  <a:lnTo>
                    <a:pt x="4604798" y="408106"/>
                  </a:lnTo>
                  <a:lnTo>
                    <a:pt x="4604892" y="408106"/>
                  </a:lnTo>
                  <a:lnTo>
                    <a:pt x="4604985" y="408106"/>
                  </a:lnTo>
                  <a:lnTo>
                    <a:pt x="4605078" y="408106"/>
                  </a:lnTo>
                  <a:lnTo>
                    <a:pt x="4605171" y="408106"/>
                  </a:lnTo>
                  <a:lnTo>
                    <a:pt x="4605265" y="408106"/>
                  </a:lnTo>
                  <a:lnTo>
                    <a:pt x="4605358" y="408106"/>
                  </a:lnTo>
                  <a:lnTo>
                    <a:pt x="4605451" y="408106"/>
                  </a:lnTo>
                  <a:lnTo>
                    <a:pt x="4605544" y="408106"/>
                  </a:lnTo>
                  <a:lnTo>
                    <a:pt x="4605638" y="408106"/>
                  </a:lnTo>
                  <a:lnTo>
                    <a:pt x="4605731" y="408106"/>
                  </a:lnTo>
                  <a:lnTo>
                    <a:pt x="4605824" y="408106"/>
                  </a:lnTo>
                  <a:lnTo>
                    <a:pt x="4605917" y="408106"/>
                  </a:lnTo>
                  <a:lnTo>
                    <a:pt x="4606011" y="408106"/>
                  </a:lnTo>
                  <a:lnTo>
                    <a:pt x="4606104" y="408106"/>
                  </a:lnTo>
                  <a:lnTo>
                    <a:pt x="4606197" y="408106"/>
                  </a:lnTo>
                  <a:lnTo>
                    <a:pt x="4606290" y="408106"/>
                  </a:lnTo>
                  <a:lnTo>
                    <a:pt x="4606384" y="408106"/>
                  </a:lnTo>
                  <a:lnTo>
                    <a:pt x="4606477" y="408106"/>
                  </a:lnTo>
                  <a:lnTo>
                    <a:pt x="4606570" y="408106"/>
                  </a:lnTo>
                  <a:lnTo>
                    <a:pt x="4606663" y="408106"/>
                  </a:lnTo>
                  <a:lnTo>
                    <a:pt x="4606756" y="408106"/>
                  </a:lnTo>
                  <a:lnTo>
                    <a:pt x="4606850" y="408106"/>
                  </a:lnTo>
                  <a:lnTo>
                    <a:pt x="4606943" y="408106"/>
                  </a:lnTo>
                  <a:lnTo>
                    <a:pt x="4607036" y="408106"/>
                  </a:lnTo>
                  <a:lnTo>
                    <a:pt x="4607129" y="408106"/>
                  </a:lnTo>
                  <a:lnTo>
                    <a:pt x="4607223" y="408106"/>
                  </a:lnTo>
                  <a:lnTo>
                    <a:pt x="4607316" y="408106"/>
                  </a:lnTo>
                  <a:lnTo>
                    <a:pt x="4607409" y="408106"/>
                  </a:lnTo>
                  <a:lnTo>
                    <a:pt x="4607502" y="408106"/>
                  </a:lnTo>
                  <a:lnTo>
                    <a:pt x="4607596" y="408106"/>
                  </a:lnTo>
                  <a:lnTo>
                    <a:pt x="4607689" y="408106"/>
                  </a:lnTo>
                  <a:lnTo>
                    <a:pt x="4607782" y="408106"/>
                  </a:lnTo>
                  <a:lnTo>
                    <a:pt x="4607875" y="408106"/>
                  </a:lnTo>
                  <a:lnTo>
                    <a:pt x="4607969" y="408106"/>
                  </a:lnTo>
                  <a:lnTo>
                    <a:pt x="4608062" y="408106"/>
                  </a:lnTo>
                  <a:lnTo>
                    <a:pt x="4608155" y="408106"/>
                  </a:lnTo>
                  <a:lnTo>
                    <a:pt x="4608248" y="408106"/>
                  </a:lnTo>
                  <a:lnTo>
                    <a:pt x="4608248" y="398152"/>
                  </a:lnTo>
                  <a:lnTo>
                    <a:pt x="4608342" y="398152"/>
                  </a:lnTo>
                  <a:lnTo>
                    <a:pt x="4608435" y="398152"/>
                  </a:lnTo>
                  <a:lnTo>
                    <a:pt x="4608528" y="398152"/>
                  </a:lnTo>
                  <a:lnTo>
                    <a:pt x="4608621" y="398152"/>
                  </a:lnTo>
                  <a:lnTo>
                    <a:pt x="4608715" y="398152"/>
                  </a:lnTo>
                  <a:lnTo>
                    <a:pt x="4608808" y="398152"/>
                  </a:lnTo>
                  <a:lnTo>
                    <a:pt x="4608901" y="398152"/>
                  </a:lnTo>
                  <a:lnTo>
                    <a:pt x="4608994" y="398152"/>
                  </a:lnTo>
                  <a:lnTo>
                    <a:pt x="4609088" y="398152"/>
                  </a:lnTo>
                  <a:lnTo>
                    <a:pt x="4609181" y="398152"/>
                  </a:lnTo>
                  <a:lnTo>
                    <a:pt x="4609274" y="398152"/>
                  </a:lnTo>
                  <a:lnTo>
                    <a:pt x="4609367" y="398152"/>
                  </a:lnTo>
                  <a:lnTo>
                    <a:pt x="4609461" y="398152"/>
                  </a:lnTo>
                  <a:lnTo>
                    <a:pt x="4609554" y="398152"/>
                  </a:lnTo>
                  <a:lnTo>
                    <a:pt x="4609647" y="398152"/>
                  </a:lnTo>
                  <a:lnTo>
                    <a:pt x="4609740" y="398152"/>
                  </a:lnTo>
                  <a:lnTo>
                    <a:pt x="4609834" y="398152"/>
                  </a:lnTo>
                  <a:lnTo>
                    <a:pt x="4609927" y="398152"/>
                  </a:lnTo>
                  <a:lnTo>
                    <a:pt x="4610020" y="398152"/>
                  </a:lnTo>
                  <a:lnTo>
                    <a:pt x="4610113" y="398152"/>
                  </a:lnTo>
                  <a:lnTo>
                    <a:pt x="4610207" y="398152"/>
                  </a:lnTo>
                  <a:lnTo>
                    <a:pt x="4610300" y="398152"/>
                  </a:lnTo>
                  <a:lnTo>
                    <a:pt x="4610393" y="398152"/>
                  </a:lnTo>
                  <a:lnTo>
                    <a:pt x="4610486" y="398152"/>
                  </a:lnTo>
                  <a:lnTo>
                    <a:pt x="4610580" y="398152"/>
                  </a:lnTo>
                  <a:lnTo>
                    <a:pt x="4610673" y="398152"/>
                  </a:lnTo>
                  <a:lnTo>
                    <a:pt x="4610766" y="398152"/>
                  </a:lnTo>
                  <a:lnTo>
                    <a:pt x="4610859" y="398152"/>
                  </a:lnTo>
                  <a:lnTo>
                    <a:pt x="4610953" y="398152"/>
                  </a:lnTo>
                  <a:lnTo>
                    <a:pt x="4611046" y="398152"/>
                  </a:lnTo>
                  <a:lnTo>
                    <a:pt x="4611139" y="398152"/>
                  </a:lnTo>
                  <a:lnTo>
                    <a:pt x="4611232" y="398152"/>
                  </a:lnTo>
                  <a:lnTo>
                    <a:pt x="4611326" y="398152"/>
                  </a:lnTo>
                  <a:lnTo>
                    <a:pt x="4611419" y="398152"/>
                  </a:lnTo>
                  <a:lnTo>
                    <a:pt x="4611512" y="398152"/>
                  </a:lnTo>
                  <a:lnTo>
                    <a:pt x="4611605" y="398152"/>
                  </a:lnTo>
                  <a:lnTo>
                    <a:pt x="4611699" y="398152"/>
                  </a:lnTo>
                  <a:lnTo>
                    <a:pt x="4611792" y="398152"/>
                  </a:lnTo>
                  <a:lnTo>
                    <a:pt x="4611885" y="398152"/>
                  </a:lnTo>
                  <a:lnTo>
                    <a:pt x="4611978" y="398152"/>
                  </a:lnTo>
                  <a:lnTo>
                    <a:pt x="4612072" y="398152"/>
                  </a:lnTo>
                  <a:lnTo>
                    <a:pt x="4612165" y="398152"/>
                  </a:lnTo>
                  <a:lnTo>
                    <a:pt x="4612258" y="398152"/>
                  </a:lnTo>
                  <a:lnTo>
                    <a:pt x="4612351" y="398152"/>
                  </a:lnTo>
                  <a:lnTo>
                    <a:pt x="4612445" y="398152"/>
                  </a:lnTo>
                  <a:lnTo>
                    <a:pt x="4612538" y="398152"/>
                  </a:lnTo>
                  <a:lnTo>
                    <a:pt x="4612631" y="398152"/>
                  </a:lnTo>
                  <a:lnTo>
                    <a:pt x="4612631" y="388199"/>
                  </a:lnTo>
                  <a:lnTo>
                    <a:pt x="4612724" y="388199"/>
                  </a:lnTo>
                  <a:lnTo>
                    <a:pt x="4612818" y="388199"/>
                  </a:lnTo>
                  <a:lnTo>
                    <a:pt x="4612911" y="388199"/>
                  </a:lnTo>
                  <a:lnTo>
                    <a:pt x="4613004" y="388199"/>
                  </a:lnTo>
                  <a:lnTo>
                    <a:pt x="4613097" y="388199"/>
                  </a:lnTo>
                  <a:lnTo>
                    <a:pt x="4613191" y="388199"/>
                  </a:lnTo>
                  <a:lnTo>
                    <a:pt x="4613284" y="388199"/>
                  </a:lnTo>
                  <a:lnTo>
                    <a:pt x="4613377" y="388199"/>
                  </a:lnTo>
                  <a:lnTo>
                    <a:pt x="4613470" y="388199"/>
                  </a:lnTo>
                  <a:lnTo>
                    <a:pt x="4613564" y="388199"/>
                  </a:lnTo>
                  <a:lnTo>
                    <a:pt x="4613657" y="388199"/>
                  </a:lnTo>
                  <a:lnTo>
                    <a:pt x="4613750" y="388199"/>
                  </a:lnTo>
                  <a:lnTo>
                    <a:pt x="4613843" y="388199"/>
                  </a:lnTo>
                  <a:lnTo>
                    <a:pt x="4613936" y="388199"/>
                  </a:lnTo>
                  <a:lnTo>
                    <a:pt x="4614030" y="388199"/>
                  </a:lnTo>
                  <a:lnTo>
                    <a:pt x="4614123" y="388199"/>
                  </a:lnTo>
                  <a:lnTo>
                    <a:pt x="4614216" y="388199"/>
                  </a:lnTo>
                  <a:lnTo>
                    <a:pt x="4614309" y="388199"/>
                  </a:lnTo>
                  <a:lnTo>
                    <a:pt x="4614403" y="388199"/>
                  </a:lnTo>
                  <a:lnTo>
                    <a:pt x="4614496" y="388199"/>
                  </a:lnTo>
                  <a:lnTo>
                    <a:pt x="4614589" y="388199"/>
                  </a:lnTo>
                  <a:lnTo>
                    <a:pt x="4614682" y="388199"/>
                  </a:lnTo>
                  <a:lnTo>
                    <a:pt x="4614776" y="388199"/>
                  </a:lnTo>
                  <a:lnTo>
                    <a:pt x="4614869" y="388199"/>
                  </a:lnTo>
                  <a:lnTo>
                    <a:pt x="4614962" y="388199"/>
                  </a:lnTo>
                  <a:lnTo>
                    <a:pt x="4615055" y="388199"/>
                  </a:lnTo>
                  <a:lnTo>
                    <a:pt x="4615149" y="388199"/>
                  </a:lnTo>
                  <a:lnTo>
                    <a:pt x="4615242" y="388199"/>
                  </a:lnTo>
                  <a:lnTo>
                    <a:pt x="4615335" y="388199"/>
                  </a:lnTo>
                  <a:lnTo>
                    <a:pt x="4615428" y="388199"/>
                  </a:lnTo>
                  <a:lnTo>
                    <a:pt x="4615522" y="388199"/>
                  </a:lnTo>
                  <a:lnTo>
                    <a:pt x="4615615" y="388199"/>
                  </a:lnTo>
                  <a:lnTo>
                    <a:pt x="4615708" y="388199"/>
                  </a:lnTo>
                  <a:lnTo>
                    <a:pt x="4615801" y="388199"/>
                  </a:lnTo>
                  <a:lnTo>
                    <a:pt x="4615895" y="388199"/>
                  </a:lnTo>
                  <a:lnTo>
                    <a:pt x="4615988" y="388199"/>
                  </a:lnTo>
                  <a:lnTo>
                    <a:pt x="4616081" y="388199"/>
                  </a:lnTo>
                  <a:lnTo>
                    <a:pt x="4616174" y="388199"/>
                  </a:lnTo>
                  <a:lnTo>
                    <a:pt x="4616268" y="388199"/>
                  </a:lnTo>
                  <a:lnTo>
                    <a:pt x="4616361" y="388199"/>
                  </a:lnTo>
                  <a:lnTo>
                    <a:pt x="4616454" y="388199"/>
                  </a:lnTo>
                  <a:lnTo>
                    <a:pt x="4616547" y="388199"/>
                  </a:lnTo>
                  <a:lnTo>
                    <a:pt x="4616641" y="388199"/>
                  </a:lnTo>
                  <a:lnTo>
                    <a:pt x="4616734" y="388199"/>
                  </a:lnTo>
                  <a:lnTo>
                    <a:pt x="4616827" y="388199"/>
                  </a:lnTo>
                  <a:lnTo>
                    <a:pt x="4616920" y="388199"/>
                  </a:lnTo>
                  <a:lnTo>
                    <a:pt x="4617014" y="388199"/>
                  </a:lnTo>
                  <a:lnTo>
                    <a:pt x="4617107" y="388199"/>
                  </a:lnTo>
                  <a:lnTo>
                    <a:pt x="4617200" y="388199"/>
                  </a:lnTo>
                  <a:lnTo>
                    <a:pt x="4617293" y="388199"/>
                  </a:lnTo>
                  <a:lnTo>
                    <a:pt x="4617387" y="388199"/>
                  </a:lnTo>
                  <a:lnTo>
                    <a:pt x="4617480" y="388199"/>
                  </a:lnTo>
                  <a:lnTo>
                    <a:pt x="4617573" y="388199"/>
                  </a:lnTo>
                  <a:lnTo>
                    <a:pt x="4617666" y="388199"/>
                  </a:lnTo>
                  <a:lnTo>
                    <a:pt x="4617760" y="388199"/>
                  </a:lnTo>
                  <a:lnTo>
                    <a:pt x="4617853" y="388199"/>
                  </a:lnTo>
                  <a:lnTo>
                    <a:pt x="4617946" y="388199"/>
                  </a:lnTo>
                  <a:lnTo>
                    <a:pt x="4618039" y="388199"/>
                  </a:lnTo>
                  <a:lnTo>
                    <a:pt x="4618133" y="388199"/>
                  </a:lnTo>
                  <a:lnTo>
                    <a:pt x="4618226" y="388199"/>
                  </a:lnTo>
                  <a:lnTo>
                    <a:pt x="4618319" y="388199"/>
                  </a:lnTo>
                  <a:lnTo>
                    <a:pt x="4618412" y="388199"/>
                  </a:lnTo>
                  <a:lnTo>
                    <a:pt x="4618506" y="388199"/>
                  </a:lnTo>
                  <a:lnTo>
                    <a:pt x="4618599" y="388199"/>
                  </a:lnTo>
                  <a:lnTo>
                    <a:pt x="4618692" y="388199"/>
                  </a:lnTo>
                  <a:lnTo>
                    <a:pt x="4618785" y="388199"/>
                  </a:lnTo>
                  <a:lnTo>
                    <a:pt x="4618879" y="388199"/>
                  </a:lnTo>
                  <a:lnTo>
                    <a:pt x="4618972" y="388199"/>
                  </a:lnTo>
                  <a:lnTo>
                    <a:pt x="4619065" y="388199"/>
                  </a:lnTo>
                  <a:lnTo>
                    <a:pt x="4619158" y="388199"/>
                  </a:lnTo>
                  <a:lnTo>
                    <a:pt x="4619252" y="388199"/>
                  </a:lnTo>
                  <a:lnTo>
                    <a:pt x="4619345" y="388199"/>
                  </a:lnTo>
                  <a:lnTo>
                    <a:pt x="4619438" y="388199"/>
                  </a:lnTo>
                  <a:lnTo>
                    <a:pt x="4619531" y="388199"/>
                  </a:lnTo>
                  <a:lnTo>
                    <a:pt x="4619625" y="388199"/>
                  </a:lnTo>
                  <a:lnTo>
                    <a:pt x="4619718" y="388199"/>
                  </a:lnTo>
                  <a:lnTo>
                    <a:pt x="4619811" y="388199"/>
                  </a:lnTo>
                  <a:lnTo>
                    <a:pt x="4619904" y="388199"/>
                  </a:lnTo>
                  <a:lnTo>
                    <a:pt x="4619998" y="388199"/>
                  </a:lnTo>
                  <a:lnTo>
                    <a:pt x="4620091" y="388199"/>
                  </a:lnTo>
                  <a:lnTo>
                    <a:pt x="4620184" y="388199"/>
                  </a:lnTo>
                  <a:lnTo>
                    <a:pt x="4620277" y="388199"/>
                  </a:lnTo>
                  <a:lnTo>
                    <a:pt x="4620371" y="388199"/>
                  </a:lnTo>
                  <a:lnTo>
                    <a:pt x="4620464" y="388199"/>
                  </a:lnTo>
                  <a:lnTo>
                    <a:pt x="4620557" y="388199"/>
                  </a:lnTo>
                  <a:lnTo>
                    <a:pt x="4620650" y="388199"/>
                  </a:lnTo>
                  <a:lnTo>
                    <a:pt x="4620743" y="388199"/>
                  </a:lnTo>
                  <a:lnTo>
                    <a:pt x="4620837" y="388199"/>
                  </a:lnTo>
                  <a:lnTo>
                    <a:pt x="4620930" y="388199"/>
                  </a:lnTo>
                  <a:lnTo>
                    <a:pt x="4621023" y="388199"/>
                  </a:lnTo>
                  <a:lnTo>
                    <a:pt x="4621116" y="388199"/>
                  </a:lnTo>
                  <a:lnTo>
                    <a:pt x="4621210" y="388199"/>
                  </a:lnTo>
                  <a:lnTo>
                    <a:pt x="4621303" y="388199"/>
                  </a:lnTo>
                  <a:lnTo>
                    <a:pt x="4621396" y="388199"/>
                  </a:lnTo>
                  <a:lnTo>
                    <a:pt x="4621489" y="388199"/>
                  </a:lnTo>
                  <a:lnTo>
                    <a:pt x="4621583" y="388199"/>
                  </a:lnTo>
                  <a:lnTo>
                    <a:pt x="4621676" y="388199"/>
                  </a:lnTo>
                  <a:lnTo>
                    <a:pt x="4621769" y="388199"/>
                  </a:lnTo>
                  <a:lnTo>
                    <a:pt x="4621862" y="388199"/>
                  </a:lnTo>
                  <a:lnTo>
                    <a:pt x="4621956" y="388199"/>
                  </a:lnTo>
                  <a:lnTo>
                    <a:pt x="4622049" y="388199"/>
                  </a:lnTo>
                  <a:lnTo>
                    <a:pt x="4622142" y="388199"/>
                  </a:lnTo>
                  <a:lnTo>
                    <a:pt x="4622235" y="388199"/>
                  </a:lnTo>
                  <a:lnTo>
                    <a:pt x="4622329" y="388199"/>
                  </a:lnTo>
                  <a:lnTo>
                    <a:pt x="4622422" y="388199"/>
                  </a:lnTo>
                  <a:lnTo>
                    <a:pt x="4622515" y="388199"/>
                  </a:lnTo>
                  <a:lnTo>
                    <a:pt x="4622608" y="388199"/>
                  </a:lnTo>
                  <a:lnTo>
                    <a:pt x="4622702" y="388199"/>
                  </a:lnTo>
                  <a:lnTo>
                    <a:pt x="4622795" y="388199"/>
                  </a:lnTo>
                  <a:lnTo>
                    <a:pt x="4622888" y="388199"/>
                  </a:lnTo>
                  <a:lnTo>
                    <a:pt x="4622981" y="388199"/>
                  </a:lnTo>
                  <a:lnTo>
                    <a:pt x="4623075" y="388199"/>
                  </a:lnTo>
                  <a:lnTo>
                    <a:pt x="4623168" y="388199"/>
                  </a:lnTo>
                  <a:lnTo>
                    <a:pt x="4623261" y="388199"/>
                  </a:lnTo>
                  <a:lnTo>
                    <a:pt x="4623354" y="388199"/>
                  </a:lnTo>
                  <a:lnTo>
                    <a:pt x="4623448" y="388199"/>
                  </a:lnTo>
                  <a:lnTo>
                    <a:pt x="4623541" y="388199"/>
                  </a:lnTo>
                  <a:lnTo>
                    <a:pt x="4623634" y="388199"/>
                  </a:lnTo>
                  <a:lnTo>
                    <a:pt x="4623727" y="388199"/>
                  </a:lnTo>
                  <a:lnTo>
                    <a:pt x="4623821" y="388199"/>
                  </a:lnTo>
                  <a:lnTo>
                    <a:pt x="4623914" y="388199"/>
                  </a:lnTo>
                  <a:lnTo>
                    <a:pt x="4624007" y="388199"/>
                  </a:lnTo>
                  <a:lnTo>
                    <a:pt x="4624100" y="388199"/>
                  </a:lnTo>
                  <a:lnTo>
                    <a:pt x="4624194" y="388199"/>
                  </a:lnTo>
                  <a:lnTo>
                    <a:pt x="4624287" y="388199"/>
                  </a:lnTo>
                  <a:lnTo>
                    <a:pt x="4624380" y="388199"/>
                  </a:lnTo>
                  <a:lnTo>
                    <a:pt x="4624473" y="388199"/>
                  </a:lnTo>
                  <a:lnTo>
                    <a:pt x="4624567" y="388199"/>
                  </a:lnTo>
                  <a:lnTo>
                    <a:pt x="4624660" y="388199"/>
                  </a:lnTo>
                  <a:lnTo>
                    <a:pt x="4624753" y="388199"/>
                  </a:lnTo>
                  <a:lnTo>
                    <a:pt x="4624846" y="388199"/>
                  </a:lnTo>
                  <a:lnTo>
                    <a:pt x="4624940" y="388199"/>
                  </a:lnTo>
                  <a:lnTo>
                    <a:pt x="4625033" y="388199"/>
                  </a:lnTo>
                  <a:lnTo>
                    <a:pt x="4625126" y="388199"/>
                  </a:lnTo>
                  <a:lnTo>
                    <a:pt x="4625219" y="388199"/>
                  </a:lnTo>
                  <a:lnTo>
                    <a:pt x="4625313" y="388199"/>
                  </a:lnTo>
                  <a:lnTo>
                    <a:pt x="4625406" y="388199"/>
                  </a:lnTo>
                  <a:lnTo>
                    <a:pt x="4625499" y="388199"/>
                  </a:lnTo>
                  <a:lnTo>
                    <a:pt x="4625592" y="388199"/>
                  </a:lnTo>
                  <a:lnTo>
                    <a:pt x="4625686" y="388199"/>
                  </a:lnTo>
                  <a:lnTo>
                    <a:pt x="4625779" y="388199"/>
                  </a:lnTo>
                  <a:lnTo>
                    <a:pt x="4625872" y="388199"/>
                  </a:lnTo>
                  <a:lnTo>
                    <a:pt x="4625965" y="388199"/>
                  </a:lnTo>
                  <a:lnTo>
                    <a:pt x="4626059" y="388199"/>
                  </a:lnTo>
                  <a:lnTo>
                    <a:pt x="4626152" y="388199"/>
                  </a:lnTo>
                  <a:lnTo>
                    <a:pt x="4626245" y="388199"/>
                  </a:lnTo>
                  <a:lnTo>
                    <a:pt x="4626338" y="388199"/>
                  </a:lnTo>
                  <a:lnTo>
                    <a:pt x="4626432" y="388199"/>
                  </a:lnTo>
                  <a:lnTo>
                    <a:pt x="4626525" y="388199"/>
                  </a:lnTo>
                  <a:lnTo>
                    <a:pt x="4626618" y="388199"/>
                  </a:lnTo>
                  <a:lnTo>
                    <a:pt x="4626711" y="388199"/>
                  </a:lnTo>
                  <a:lnTo>
                    <a:pt x="4626805" y="388199"/>
                  </a:lnTo>
                  <a:lnTo>
                    <a:pt x="4626898" y="388199"/>
                  </a:lnTo>
                  <a:lnTo>
                    <a:pt x="4626991" y="388199"/>
                  </a:lnTo>
                  <a:lnTo>
                    <a:pt x="4627084" y="388199"/>
                  </a:lnTo>
                  <a:lnTo>
                    <a:pt x="4627178" y="388199"/>
                  </a:lnTo>
                  <a:lnTo>
                    <a:pt x="4627271" y="388199"/>
                  </a:lnTo>
                  <a:lnTo>
                    <a:pt x="4627364" y="388199"/>
                  </a:lnTo>
                  <a:lnTo>
                    <a:pt x="4627457" y="388199"/>
                  </a:lnTo>
                  <a:lnTo>
                    <a:pt x="4627550" y="388199"/>
                  </a:lnTo>
                  <a:lnTo>
                    <a:pt x="4627644" y="388199"/>
                  </a:lnTo>
                  <a:lnTo>
                    <a:pt x="4627737" y="388199"/>
                  </a:lnTo>
                  <a:lnTo>
                    <a:pt x="4627830" y="388199"/>
                  </a:lnTo>
                  <a:lnTo>
                    <a:pt x="4627923" y="388199"/>
                  </a:lnTo>
                  <a:lnTo>
                    <a:pt x="4628017" y="388199"/>
                  </a:lnTo>
                  <a:lnTo>
                    <a:pt x="4628110" y="388199"/>
                  </a:lnTo>
                  <a:lnTo>
                    <a:pt x="4628203" y="388199"/>
                  </a:lnTo>
                  <a:lnTo>
                    <a:pt x="4628296" y="388199"/>
                  </a:lnTo>
                  <a:lnTo>
                    <a:pt x="4628390" y="388199"/>
                  </a:lnTo>
                  <a:lnTo>
                    <a:pt x="4628483" y="388199"/>
                  </a:lnTo>
                  <a:lnTo>
                    <a:pt x="4628576" y="388199"/>
                  </a:lnTo>
                  <a:lnTo>
                    <a:pt x="4628669" y="388199"/>
                  </a:lnTo>
                  <a:lnTo>
                    <a:pt x="4628763" y="388199"/>
                  </a:lnTo>
                  <a:lnTo>
                    <a:pt x="4628856" y="388199"/>
                  </a:lnTo>
                  <a:lnTo>
                    <a:pt x="4628949" y="388199"/>
                  </a:lnTo>
                  <a:lnTo>
                    <a:pt x="4629042" y="388199"/>
                  </a:lnTo>
                  <a:lnTo>
                    <a:pt x="4629136" y="388199"/>
                  </a:lnTo>
                  <a:lnTo>
                    <a:pt x="4629229" y="388199"/>
                  </a:lnTo>
                  <a:lnTo>
                    <a:pt x="4629322" y="388199"/>
                  </a:lnTo>
                  <a:lnTo>
                    <a:pt x="4629415" y="388199"/>
                  </a:lnTo>
                  <a:lnTo>
                    <a:pt x="4629509" y="388199"/>
                  </a:lnTo>
                  <a:lnTo>
                    <a:pt x="4629602" y="388199"/>
                  </a:lnTo>
                  <a:lnTo>
                    <a:pt x="4629695" y="388199"/>
                  </a:lnTo>
                  <a:lnTo>
                    <a:pt x="4629788" y="388199"/>
                  </a:lnTo>
                  <a:lnTo>
                    <a:pt x="4629882" y="388199"/>
                  </a:lnTo>
                  <a:lnTo>
                    <a:pt x="4629975" y="388199"/>
                  </a:lnTo>
                  <a:lnTo>
                    <a:pt x="4630068" y="388199"/>
                  </a:lnTo>
                  <a:lnTo>
                    <a:pt x="4630161" y="388199"/>
                  </a:lnTo>
                  <a:lnTo>
                    <a:pt x="4630255" y="388199"/>
                  </a:lnTo>
                  <a:lnTo>
                    <a:pt x="4630348" y="388199"/>
                  </a:lnTo>
                  <a:lnTo>
                    <a:pt x="4630441" y="388199"/>
                  </a:lnTo>
                  <a:lnTo>
                    <a:pt x="4630534" y="388199"/>
                  </a:lnTo>
                  <a:lnTo>
                    <a:pt x="4630628" y="388199"/>
                  </a:lnTo>
                  <a:lnTo>
                    <a:pt x="4630721" y="388199"/>
                  </a:lnTo>
                  <a:lnTo>
                    <a:pt x="4630814" y="388199"/>
                  </a:lnTo>
                  <a:lnTo>
                    <a:pt x="4630907" y="388199"/>
                  </a:lnTo>
                  <a:lnTo>
                    <a:pt x="4631001" y="388199"/>
                  </a:lnTo>
                  <a:lnTo>
                    <a:pt x="4631094" y="388199"/>
                  </a:lnTo>
                  <a:lnTo>
                    <a:pt x="4631187" y="388199"/>
                  </a:lnTo>
                  <a:lnTo>
                    <a:pt x="4631280" y="388199"/>
                  </a:lnTo>
                  <a:lnTo>
                    <a:pt x="4631374" y="388199"/>
                  </a:lnTo>
                  <a:lnTo>
                    <a:pt x="4631467" y="388199"/>
                  </a:lnTo>
                  <a:lnTo>
                    <a:pt x="4631560" y="388199"/>
                  </a:lnTo>
                  <a:lnTo>
                    <a:pt x="4631653" y="388199"/>
                  </a:lnTo>
                  <a:lnTo>
                    <a:pt x="4631747" y="388199"/>
                  </a:lnTo>
                  <a:lnTo>
                    <a:pt x="4631840" y="388199"/>
                  </a:lnTo>
                  <a:lnTo>
                    <a:pt x="4631933" y="388199"/>
                  </a:lnTo>
                  <a:lnTo>
                    <a:pt x="4632026" y="388199"/>
                  </a:lnTo>
                  <a:lnTo>
                    <a:pt x="4632120" y="388199"/>
                  </a:lnTo>
                  <a:lnTo>
                    <a:pt x="4632213" y="388199"/>
                  </a:lnTo>
                  <a:lnTo>
                    <a:pt x="4632306" y="388199"/>
                  </a:lnTo>
                  <a:lnTo>
                    <a:pt x="4632399" y="388199"/>
                  </a:lnTo>
                  <a:lnTo>
                    <a:pt x="4632493" y="388199"/>
                  </a:lnTo>
                  <a:lnTo>
                    <a:pt x="4632586" y="388199"/>
                  </a:lnTo>
                  <a:lnTo>
                    <a:pt x="4632679" y="388199"/>
                  </a:lnTo>
                  <a:lnTo>
                    <a:pt x="4632772" y="388199"/>
                  </a:lnTo>
                  <a:lnTo>
                    <a:pt x="4632866" y="388199"/>
                  </a:lnTo>
                  <a:lnTo>
                    <a:pt x="4632959" y="388199"/>
                  </a:lnTo>
                  <a:lnTo>
                    <a:pt x="4633052" y="388199"/>
                  </a:lnTo>
                  <a:lnTo>
                    <a:pt x="4633145" y="388199"/>
                  </a:lnTo>
                  <a:lnTo>
                    <a:pt x="4633239" y="388199"/>
                  </a:lnTo>
                  <a:lnTo>
                    <a:pt x="4633332" y="388199"/>
                  </a:lnTo>
                  <a:lnTo>
                    <a:pt x="4633425" y="388199"/>
                  </a:lnTo>
                  <a:lnTo>
                    <a:pt x="4633518" y="388199"/>
                  </a:lnTo>
                  <a:lnTo>
                    <a:pt x="4633612" y="388199"/>
                  </a:lnTo>
                  <a:lnTo>
                    <a:pt x="4633705" y="388199"/>
                  </a:lnTo>
                  <a:lnTo>
                    <a:pt x="4633798" y="388199"/>
                  </a:lnTo>
                  <a:lnTo>
                    <a:pt x="4633891" y="388199"/>
                  </a:lnTo>
                  <a:lnTo>
                    <a:pt x="4633985" y="388199"/>
                  </a:lnTo>
                  <a:lnTo>
                    <a:pt x="4634078" y="388199"/>
                  </a:lnTo>
                  <a:lnTo>
                    <a:pt x="4634171" y="388199"/>
                  </a:lnTo>
                  <a:lnTo>
                    <a:pt x="4634264" y="388199"/>
                  </a:lnTo>
                  <a:lnTo>
                    <a:pt x="4634358" y="388199"/>
                  </a:lnTo>
                  <a:lnTo>
                    <a:pt x="4634451" y="388199"/>
                  </a:lnTo>
                  <a:lnTo>
                    <a:pt x="4634544" y="388199"/>
                  </a:lnTo>
                  <a:lnTo>
                    <a:pt x="4634637" y="388199"/>
                  </a:lnTo>
                  <a:lnTo>
                    <a:pt x="4634730" y="388199"/>
                  </a:lnTo>
                  <a:lnTo>
                    <a:pt x="4634824" y="388199"/>
                  </a:lnTo>
                  <a:lnTo>
                    <a:pt x="4634917" y="388199"/>
                  </a:lnTo>
                  <a:lnTo>
                    <a:pt x="4635010" y="388199"/>
                  </a:lnTo>
                  <a:lnTo>
                    <a:pt x="4635103" y="388199"/>
                  </a:lnTo>
                  <a:lnTo>
                    <a:pt x="4635197" y="388199"/>
                  </a:lnTo>
                  <a:lnTo>
                    <a:pt x="4635290" y="388199"/>
                  </a:lnTo>
                  <a:lnTo>
                    <a:pt x="4635383" y="388199"/>
                  </a:lnTo>
                  <a:lnTo>
                    <a:pt x="4635476" y="388199"/>
                  </a:lnTo>
                  <a:lnTo>
                    <a:pt x="4635570" y="388199"/>
                  </a:lnTo>
                  <a:lnTo>
                    <a:pt x="4635663" y="388199"/>
                  </a:lnTo>
                  <a:lnTo>
                    <a:pt x="4635756" y="388199"/>
                  </a:lnTo>
                  <a:lnTo>
                    <a:pt x="4635849" y="388199"/>
                  </a:lnTo>
                  <a:lnTo>
                    <a:pt x="4635943" y="388199"/>
                  </a:lnTo>
                  <a:lnTo>
                    <a:pt x="4636036" y="388199"/>
                  </a:lnTo>
                  <a:lnTo>
                    <a:pt x="4636129" y="388199"/>
                  </a:lnTo>
                  <a:lnTo>
                    <a:pt x="4636222" y="388199"/>
                  </a:lnTo>
                  <a:lnTo>
                    <a:pt x="4636316" y="388199"/>
                  </a:lnTo>
                  <a:lnTo>
                    <a:pt x="4636409" y="388199"/>
                  </a:lnTo>
                  <a:lnTo>
                    <a:pt x="4636502" y="388199"/>
                  </a:lnTo>
                  <a:lnTo>
                    <a:pt x="4636595" y="388199"/>
                  </a:lnTo>
                  <a:lnTo>
                    <a:pt x="4636689" y="388199"/>
                  </a:lnTo>
                  <a:lnTo>
                    <a:pt x="4636782" y="388199"/>
                  </a:lnTo>
                  <a:lnTo>
                    <a:pt x="4636875" y="388199"/>
                  </a:lnTo>
                  <a:lnTo>
                    <a:pt x="4636968" y="388199"/>
                  </a:lnTo>
                  <a:lnTo>
                    <a:pt x="4637062" y="388199"/>
                  </a:lnTo>
                  <a:lnTo>
                    <a:pt x="4637155" y="388199"/>
                  </a:lnTo>
                  <a:lnTo>
                    <a:pt x="4637248" y="388199"/>
                  </a:lnTo>
                  <a:lnTo>
                    <a:pt x="4637341" y="388199"/>
                  </a:lnTo>
                  <a:lnTo>
                    <a:pt x="4637435" y="388199"/>
                  </a:lnTo>
                  <a:lnTo>
                    <a:pt x="4637528" y="388199"/>
                  </a:lnTo>
                  <a:lnTo>
                    <a:pt x="4637621" y="388199"/>
                  </a:lnTo>
                  <a:lnTo>
                    <a:pt x="4637714" y="388199"/>
                  </a:lnTo>
                  <a:lnTo>
                    <a:pt x="4637808" y="388199"/>
                  </a:lnTo>
                  <a:lnTo>
                    <a:pt x="4637901" y="388199"/>
                  </a:lnTo>
                  <a:lnTo>
                    <a:pt x="4637994" y="388199"/>
                  </a:lnTo>
                  <a:lnTo>
                    <a:pt x="4638087" y="388199"/>
                  </a:lnTo>
                  <a:lnTo>
                    <a:pt x="4638181" y="388199"/>
                  </a:lnTo>
                  <a:lnTo>
                    <a:pt x="4638274" y="388199"/>
                  </a:lnTo>
                  <a:lnTo>
                    <a:pt x="4638367" y="388199"/>
                  </a:lnTo>
                  <a:lnTo>
                    <a:pt x="4638460" y="388199"/>
                  </a:lnTo>
                  <a:lnTo>
                    <a:pt x="4638554" y="388199"/>
                  </a:lnTo>
                  <a:lnTo>
                    <a:pt x="4638647" y="388199"/>
                  </a:lnTo>
                  <a:lnTo>
                    <a:pt x="4638740" y="388199"/>
                  </a:lnTo>
                  <a:lnTo>
                    <a:pt x="4638833" y="388199"/>
                  </a:lnTo>
                  <a:lnTo>
                    <a:pt x="4638927" y="388199"/>
                  </a:lnTo>
                  <a:lnTo>
                    <a:pt x="4639020" y="388199"/>
                  </a:lnTo>
                  <a:lnTo>
                    <a:pt x="4639113" y="388199"/>
                  </a:lnTo>
                  <a:lnTo>
                    <a:pt x="4639206" y="388199"/>
                  </a:lnTo>
                  <a:lnTo>
                    <a:pt x="4639300" y="388199"/>
                  </a:lnTo>
                  <a:lnTo>
                    <a:pt x="4639393" y="388199"/>
                  </a:lnTo>
                  <a:lnTo>
                    <a:pt x="4639486" y="388199"/>
                  </a:lnTo>
                  <a:lnTo>
                    <a:pt x="4639579" y="388199"/>
                  </a:lnTo>
                  <a:lnTo>
                    <a:pt x="4639673" y="388199"/>
                  </a:lnTo>
                  <a:lnTo>
                    <a:pt x="4639766" y="388199"/>
                  </a:lnTo>
                  <a:lnTo>
                    <a:pt x="4639859" y="388199"/>
                  </a:lnTo>
                  <a:lnTo>
                    <a:pt x="4639952" y="388199"/>
                  </a:lnTo>
                  <a:lnTo>
                    <a:pt x="4640046" y="388199"/>
                  </a:lnTo>
                  <a:lnTo>
                    <a:pt x="4640139" y="388199"/>
                  </a:lnTo>
                  <a:lnTo>
                    <a:pt x="4640232" y="388199"/>
                  </a:lnTo>
                  <a:lnTo>
                    <a:pt x="4640325" y="388199"/>
                  </a:lnTo>
                  <a:lnTo>
                    <a:pt x="4640419" y="388199"/>
                  </a:lnTo>
                  <a:lnTo>
                    <a:pt x="4640512" y="388199"/>
                  </a:lnTo>
                  <a:lnTo>
                    <a:pt x="4640605" y="388199"/>
                  </a:lnTo>
                  <a:lnTo>
                    <a:pt x="4640698" y="388199"/>
                  </a:lnTo>
                  <a:lnTo>
                    <a:pt x="4640792" y="388199"/>
                  </a:lnTo>
                  <a:lnTo>
                    <a:pt x="4640885" y="388199"/>
                  </a:lnTo>
                  <a:lnTo>
                    <a:pt x="4640978" y="388199"/>
                  </a:lnTo>
                  <a:lnTo>
                    <a:pt x="4641071" y="388199"/>
                  </a:lnTo>
                  <a:lnTo>
                    <a:pt x="4641165" y="388199"/>
                  </a:lnTo>
                  <a:lnTo>
                    <a:pt x="4641258" y="388199"/>
                  </a:lnTo>
                  <a:lnTo>
                    <a:pt x="4641351" y="388199"/>
                  </a:lnTo>
                  <a:lnTo>
                    <a:pt x="4641444" y="388199"/>
                  </a:lnTo>
                  <a:lnTo>
                    <a:pt x="4641537" y="388199"/>
                  </a:lnTo>
                  <a:lnTo>
                    <a:pt x="4641631" y="388199"/>
                  </a:lnTo>
                  <a:lnTo>
                    <a:pt x="4641724" y="388199"/>
                  </a:lnTo>
                  <a:lnTo>
                    <a:pt x="4641817" y="388199"/>
                  </a:lnTo>
                  <a:lnTo>
                    <a:pt x="4641910" y="388199"/>
                  </a:lnTo>
                  <a:lnTo>
                    <a:pt x="4642004" y="388199"/>
                  </a:lnTo>
                  <a:lnTo>
                    <a:pt x="4642097" y="388199"/>
                  </a:lnTo>
                  <a:lnTo>
                    <a:pt x="4642190" y="388199"/>
                  </a:lnTo>
                  <a:lnTo>
                    <a:pt x="4642283" y="388199"/>
                  </a:lnTo>
                  <a:lnTo>
                    <a:pt x="4642377" y="388199"/>
                  </a:lnTo>
                  <a:lnTo>
                    <a:pt x="4642470" y="388199"/>
                  </a:lnTo>
                  <a:lnTo>
                    <a:pt x="4642563" y="388199"/>
                  </a:lnTo>
                  <a:lnTo>
                    <a:pt x="4642656" y="388199"/>
                  </a:lnTo>
                  <a:lnTo>
                    <a:pt x="4642750" y="388199"/>
                  </a:lnTo>
                  <a:lnTo>
                    <a:pt x="4642843" y="388199"/>
                  </a:lnTo>
                  <a:lnTo>
                    <a:pt x="4642936" y="388199"/>
                  </a:lnTo>
                  <a:lnTo>
                    <a:pt x="4643029" y="388199"/>
                  </a:lnTo>
                  <a:lnTo>
                    <a:pt x="4643123" y="388199"/>
                  </a:lnTo>
                  <a:lnTo>
                    <a:pt x="4643216" y="388199"/>
                  </a:lnTo>
                  <a:lnTo>
                    <a:pt x="4643309" y="388199"/>
                  </a:lnTo>
                  <a:lnTo>
                    <a:pt x="4643402" y="388199"/>
                  </a:lnTo>
                  <a:lnTo>
                    <a:pt x="4643496" y="388199"/>
                  </a:lnTo>
                  <a:lnTo>
                    <a:pt x="4643589" y="388199"/>
                  </a:lnTo>
                  <a:lnTo>
                    <a:pt x="4643682" y="388199"/>
                  </a:lnTo>
                  <a:lnTo>
                    <a:pt x="4643775" y="388199"/>
                  </a:lnTo>
                  <a:lnTo>
                    <a:pt x="4643869" y="388199"/>
                  </a:lnTo>
                  <a:lnTo>
                    <a:pt x="4643962" y="388199"/>
                  </a:lnTo>
                  <a:lnTo>
                    <a:pt x="4644055" y="388199"/>
                  </a:lnTo>
                  <a:lnTo>
                    <a:pt x="4644148" y="388199"/>
                  </a:lnTo>
                  <a:lnTo>
                    <a:pt x="4644242" y="388199"/>
                  </a:lnTo>
                  <a:lnTo>
                    <a:pt x="4644335" y="388199"/>
                  </a:lnTo>
                  <a:lnTo>
                    <a:pt x="4644428" y="388199"/>
                  </a:lnTo>
                  <a:lnTo>
                    <a:pt x="4644521" y="388199"/>
                  </a:lnTo>
                  <a:lnTo>
                    <a:pt x="4644615" y="388199"/>
                  </a:lnTo>
                  <a:lnTo>
                    <a:pt x="4644708" y="388199"/>
                  </a:lnTo>
                  <a:lnTo>
                    <a:pt x="4644801" y="388199"/>
                  </a:lnTo>
                  <a:lnTo>
                    <a:pt x="4644894" y="388199"/>
                  </a:lnTo>
                  <a:lnTo>
                    <a:pt x="4644988" y="388199"/>
                  </a:lnTo>
                  <a:lnTo>
                    <a:pt x="4645081" y="388199"/>
                  </a:lnTo>
                  <a:lnTo>
                    <a:pt x="4645174" y="388199"/>
                  </a:lnTo>
                  <a:lnTo>
                    <a:pt x="4645267" y="388199"/>
                  </a:lnTo>
                  <a:lnTo>
                    <a:pt x="4645361" y="388199"/>
                  </a:lnTo>
                  <a:lnTo>
                    <a:pt x="4645454" y="388199"/>
                  </a:lnTo>
                  <a:lnTo>
                    <a:pt x="4645547" y="388199"/>
                  </a:lnTo>
                  <a:lnTo>
                    <a:pt x="4645640" y="388199"/>
                  </a:lnTo>
                  <a:lnTo>
                    <a:pt x="4645734" y="388199"/>
                  </a:lnTo>
                  <a:lnTo>
                    <a:pt x="4645827" y="388199"/>
                  </a:lnTo>
                  <a:lnTo>
                    <a:pt x="4645920" y="388199"/>
                  </a:lnTo>
                  <a:lnTo>
                    <a:pt x="4646013" y="388199"/>
                  </a:lnTo>
                  <a:lnTo>
                    <a:pt x="4646107" y="388199"/>
                  </a:lnTo>
                  <a:lnTo>
                    <a:pt x="4646200" y="388199"/>
                  </a:lnTo>
                  <a:lnTo>
                    <a:pt x="4646293" y="388199"/>
                  </a:lnTo>
                  <a:lnTo>
                    <a:pt x="4646386" y="388199"/>
                  </a:lnTo>
                  <a:lnTo>
                    <a:pt x="4646480" y="388199"/>
                  </a:lnTo>
                  <a:lnTo>
                    <a:pt x="4646573" y="388199"/>
                  </a:lnTo>
                  <a:lnTo>
                    <a:pt x="4646666" y="388199"/>
                  </a:lnTo>
                  <a:lnTo>
                    <a:pt x="4646759" y="388199"/>
                  </a:lnTo>
                  <a:lnTo>
                    <a:pt x="4646853" y="388199"/>
                  </a:lnTo>
                  <a:lnTo>
                    <a:pt x="4646946" y="388199"/>
                  </a:lnTo>
                  <a:lnTo>
                    <a:pt x="4647039" y="388199"/>
                  </a:lnTo>
                  <a:lnTo>
                    <a:pt x="4647132" y="388199"/>
                  </a:lnTo>
                  <a:lnTo>
                    <a:pt x="4647226" y="388199"/>
                  </a:lnTo>
                  <a:lnTo>
                    <a:pt x="4647319" y="388199"/>
                  </a:lnTo>
                  <a:lnTo>
                    <a:pt x="4647412" y="388199"/>
                  </a:lnTo>
                  <a:lnTo>
                    <a:pt x="4647505" y="388199"/>
                  </a:lnTo>
                  <a:lnTo>
                    <a:pt x="4647599" y="388199"/>
                  </a:lnTo>
                  <a:lnTo>
                    <a:pt x="4647692" y="388199"/>
                  </a:lnTo>
                  <a:lnTo>
                    <a:pt x="4647785" y="388199"/>
                  </a:lnTo>
                  <a:lnTo>
                    <a:pt x="4647878" y="388199"/>
                  </a:lnTo>
                  <a:lnTo>
                    <a:pt x="4647972" y="388199"/>
                  </a:lnTo>
                  <a:lnTo>
                    <a:pt x="4648065" y="388199"/>
                  </a:lnTo>
                  <a:lnTo>
                    <a:pt x="4648158" y="388199"/>
                  </a:lnTo>
                  <a:lnTo>
                    <a:pt x="4648251" y="388199"/>
                  </a:lnTo>
                  <a:lnTo>
                    <a:pt x="4648344" y="388199"/>
                  </a:lnTo>
                  <a:lnTo>
                    <a:pt x="4648438" y="388199"/>
                  </a:lnTo>
                  <a:lnTo>
                    <a:pt x="4648531" y="388199"/>
                  </a:lnTo>
                  <a:lnTo>
                    <a:pt x="4648624" y="388199"/>
                  </a:lnTo>
                  <a:lnTo>
                    <a:pt x="4648717" y="388199"/>
                  </a:lnTo>
                  <a:lnTo>
                    <a:pt x="4648811" y="388199"/>
                  </a:lnTo>
                  <a:lnTo>
                    <a:pt x="4648904" y="388199"/>
                  </a:lnTo>
                  <a:lnTo>
                    <a:pt x="4648997" y="388199"/>
                  </a:lnTo>
                  <a:lnTo>
                    <a:pt x="4649090" y="388199"/>
                  </a:lnTo>
                  <a:lnTo>
                    <a:pt x="4649184" y="388199"/>
                  </a:lnTo>
                  <a:lnTo>
                    <a:pt x="4649277" y="388199"/>
                  </a:lnTo>
                  <a:lnTo>
                    <a:pt x="4649370" y="388199"/>
                  </a:lnTo>
                  <a:lnTo>
                    <a:pt x="4649463" y="388199"/>
                  </a:lnTo>
                  <a:lnTo>
                    <a:pt x="4649557" y="388199"/>
                  </a:lnTo>
                  <a:lnTo>
                    <a:pt x="4649650" y="388199"/>
                  </a:lnTo>
                  <a:lnTo>
                    <a:pt x="4649743" y="388199"/>
                  </a:lnTo>
                  <a:lnTo>
                    <a:pt x="4649836" y="388199"/>
                  </a:lnTo>
                  <a:lnTo>
                    <a:pt x="4649930" y="388199"/>
                  </a:lnTo>
                  <a:lnTo>
                    <a:pt x="4650023" y="388199"/>
                  </a:lnTo>
                  <a:lnTo>
                    <a:pt x="4650116" y="388199"/>
                  </a:lnTo>
                  <a:lnTo>
                    <a:pt x="4650209" y="388199"/>
                  </a:lnTo>
                  <a:lnTo>
                    <a:pt x="4650303" y="388199"/>
                  </a:lnTo>
                  <a:lnTo>
                    <a:pt x="4650396" y="388199"/>
                  </a:lnTo>
                  <a:lnTo>
                    <a:pt x="4650489" y="388199"/>
                  </a:lnTo>
                  <a:lnTo>
                    <a:pt x="4650582" y="388199"/>
                  </a:lnTo>
                  <a:lnTo>
                    <a:pt x="4650676" y="388199"/>
                  </a:lnTo>
                  <a:lnTo>
                    <a:pt x="4650769" y="388199"/>
                  </a:lnTo>
                  <a:lnTo>
                    <a:pt x="4650862" y="388199"/>
                  </a:lnTo>
                  <a:lnTo>
                    <a:pt x="4650955" y="388199"/>
                  </a:lnTo>
                  <a:lnTo>
                    <a:pt x="4651049" y="388199"/>
                  </a:lnTo>
                  <a:lnTo>
                    <a:pt x="4651142" y="388199"/>
                  </a:lnTo>
                  <a:lnTo>
                    <a:pt x="4651235" y="388199"/>
                  </a:lnTo>
                  <a:lnTo>
                    <a:pt x="4651328" y="388199"/>
                  </a:lnTo>
                  <a:lnTo>
                    <a:pt x="4651422" y="388199"/>
                  </a:lnTo>
                  <a:lnTo>
                    <a:pt x="4651515" y="388199"/>
                  </a:lnTo>
                  <a:lnTo>
                    <a:pt x="4651608" y="388199"/>
                  </a:lnTo>
                  <a:lnTo>
                    <a:pt x="4651701" y="388199"/>
                  </a:lnTo>
                  <a:lnTo>
                    <a:pt x="4651795" y="388199"/>
                  </a:lnTo>
                  <a:lnTo>
                    <a:pt x="4651888" y="388199"/>
                  </a:lnTo>
                  <a:lnTo>
                    <a:pt x="4651981" y="388199"/>
                  </a:lnTo>
                  <a:lnTo>
                    <a:pt x="4652074" y="388199"/>
                  </a:lnTo>
                  <a:lnTo>
                    <a:pt x="4652168" y="388199"/>
                  </a:lnTo>
                  <a:lnTo>
                    <a:pt x="4652261" y="388199"/>
                  </a:lnTo>
                  <a:lnTo>
                    <a:pt x="4652354" y="388199"/>
                  </a:lnTo>
                  <a:lnTo>
                    <a:pt x="4652447" y="388199"/>
                  </a:lnTo>
                  <a:lnTo>
                    <a:pt x="4652541" y="388199"/>
                  </a:lnTo>
                  <a:lnTo>
                    <a:pt x="4652634" y="388199"/>
                  </a:lnTo>
                  <a:lnTo>
                    <a:pt x="4652727" y="388199"/>
                  </a:lnTo>
                  <a:lnTo>
                    <a:pt x="4652820" y="388199"/>
                  </a:lnTo>
                  <a:lnTo>
                    <a:pt x="4652914" y="388199"/>
                  </a:lnTo>
                  <a:lnTo>
                    <a:pt x="4653007" y="388199"/>
                  </a:lnTo>
                  <a:lnTo>
                    <a:pt x="4653100" y="388199"/>
                  </a:lnTo>
                  <a:lnTo>
                    <a:pt x="4653193" y="388199"/>
                  </a:lnTo>
                  <a:lnTo>
                    <a:pt x="4653287" y="388199"/>
                  </a:lnTo>
                  <a:lnTo>
                    <a:pt x="4653380" y="388199"/>
                  </a:lnTo>
                  <a:lnTo>
                    <a:pt x="4653473" y="388199"/>
                  </a:lnTo>
                  <a:lnTo>
                    <a:pt x="4653566" y="388199"/>
                  </a:lnTo>
                  <a:lnTo>
                    <a:pt x="4653660" y="388199"/>
                  </a:lnTo>
                  <a:lnTo>
                    <a:pt x="4653753" y="388199"/>
                  </a:lnTo>
                  <a:lnTo>
                    <a:pt x="4653846" y="388199"/>
                  </a:lnTo>
                  <a:lnTo>
                    <a:pt x="4653846" y="378245"/>
                  </a:lnTo>
                  <a:lnTo>
                    <a:pt x="4653939" y="378245"/>
                  </a:lnTo>
                  <a:lnTo>
                    <a:pt x="4654033" y="378245"/>
                  </a:lnTo>
                  <a:lnTo>
                    <a:pt x="4654126" y="378245"/>
                  </a:lnTo>
                  <a:lnTo>
                    <a:pt x="4654219" y="378245"/>
                  </a:lnTo>
                  <a:lnTo>
                    <a:pt x="4654312" y="378245"/>
                  </a:lnTo>
                  <a:lnTo>
                    <a:pt x="4654406" y="378245"/>
                  </a:lnTo>
                  <a:lnTo>
                    <a:pt x="4654499" y="378245"/>
                  </a:lnTo>
                  <a:lnTo>
                    <a:pt x="4654592" y="378245"/>
                  </a:lnTo>
                  <a:lnTo>
                    <a:pt x="4654685" y="378245"/>
                  </a:lnTo>
                  <a:lnTo>
                    <a:pt x="4654779" y="378245"/>
                  </a:lnTo>
                  <a:lnTo>
                    <a:pt x="4654872" y="378245"/>
                  </a:lnTo>
                  <a:lnTo>
                    <a:pt x="4654965" y="378245"/>
                  </a:lnTo>
                  <a:lnTo>
                    <a:pt x="4655058" y="378245"/>
                  </a:lnTo>
                  <a:lnTo>
                    <a:pt x="4655152" y="378245"/>
                  </a:lnTo>
                  <a:lnTo>
                    <a:pt x="4655245" y="378245"/>
                  </a:lnTo>
                  <a:lnTo>
                    <a:pt x="4655338" y="378245"/>
                  </a:lnTo>
                  <a:lnTo>
                    <a:pt x="4655431" y="378245"/>
                  </a:lnTo>
                  <a:lnTo>
                    <a:pt x="4655524" y="378245"/>
                  </a:lnTo>
                  <a:lnTo>
                    <a:pt x="4655618" y="378245"/>
                  </a:lnTo>
                  <a:lnTo>
                    <a:pt x="4655711" y="378245"/>
                  </a:lnTo>
                  <a:lnTo>
                    <a:pt x="4655804" y="378245"/>
                  </a:lnTo>
                  <a:lnTo>
                    <a:pt x="4655897" y="378245"/>
                  </a:lnTo>
                  <a:lnTo>
                    <a:pt x="4655991" y="378245"/>
                  </a:lnTo>
                  <a:lnTo>
                    <a:pt x="4656084" y="378245"/>
                  </a:lnTo>
                  <a:lnTo>
                    <a:pt x="4656177" y="378245"/>
                  </a:lnTo>
                  <a:lnTo>
                    <a:pt x="4656270" y="378245"/>
                  </a:lnTo>
                  <a:lnTo>
                    <a:pt x="4656364" y="378245"/>
                  </a:lnTo>
                  <a:lnTo>
                    <a:pt x="4656364" y="368291"/>
                  </a:lnTo>
                  <a:lnTo>
                    <a:pt x="4656457" y="368291"/>
                  </a:lnTo>
                  <a:lnTo>
                    <a:pt x="4656550" y="368291"/>
                  </a:lnTo>
                  <a:lnTo>
                    <a:pt x="4656643" y="368291"/>
                  </a:lnTo>
                  <a:lnTo>
                    <a:pt x="4656737" y="368291"/>
                  </a:lnTo>
                  <a:lnTo>
                    <a:pt x="4656830" y="368291"/>
                  </a:lnTo>
                  <a:lnTo>
                    <a:pt x="4656923" y="368291"/>
                  </a:lnTo>
                  <a:lnTo>
                    <a:pt x="4657016" y="368291"/>
                  </a:lnTo>
                  <a:lnTo>
                    <a:pt x="4657110" y="368291"/>
                  </a:lnTo>
                  <a:lnTo>
                    <a:pt x="4657203" y="368291"/>
                  </a:lnTo>
                  <a:lnTo>
                    <a:pt x="4657296" y="368291"/>
                  </a:lnTo>
                  <a:lnTo>
                    <a:pt x="4657389" y="368291"/>
                  </a:lnTo>
                  <a:lnTo>
                    <a:pt x="4657483" y="368291"/>
                  </a:lnTo>
                  <a:lnTo>
                    <a:pt x="4657576" y="368291"/>
                  </a:lnTo>
                  <a:lnTo>
                    <a:pt x="4657669" y="368291"/>
                  </a:lnTo>
                  <a:lnTo>
                    <a:pt x="4657762" y="368291"/>
                  </a:lnTo>
                  <a:lnTo>
                    <a:pt x="4657856" y="368291"/>
                  </a:lnTo>
                  <a:lnTo>
                    <a:pt x="4657949" y="368291"/>
                  </a:lnTo>
                  <a:lnTo>
                    <a:pt x="4658042" y="368291"/>
                  </a:lnTo>
                  <a:lnTo>
                    <a:pt x="4658135" y="368291"/>
                  </a:lnTo>
                  <a:lnTo>
                    <a:pt x="4658229" y="368291"/>
                  </a:lnTo>
                  <a:lnTo>
                    <a:pt x="4658322" y="368291"/>
                  </a:lnTo>
                  <a:lnTo>
                    <a:pt x="4658415" y="368291"/>
                  </a:lnTo>
                  <a:lnTo>
                    <a:pt x="4658508" y="368291"/>
                  </a:lnTo>
                  <a:lnTo>
                    <a:pt x="4658602" y="368291"/>
                  </a:lnTo>
                  <a:lnTo>
                    <a:pt x="4658695" y="368291"/>
                  </a:lnTo>
                  <a:lnTo>
                    <a:pt x="4658788" y="368291"/>
                  </a:lnTo>
                  <a:lnTo>
                    <a:pt x="4658881" y="368291"/>
                  </a:lnTo>
                  <a:lnTo>
                    <a:pt x="4658975" y="368291"/>
                  </a:lnTo>
                  <a:lnTo>
                    <a:pt x="4659068" y="368291"/>
                  </a:lnTo>
                  <a:lnTo>
                    <a:pt x="4659161" y="368291"/>
                  </a:lnTo>
                  <a:lnTo>
                    <a:pt x="4659254" y="368291"/>
                  </a:lnTo>
                  <a:lnTo>
                    <a:pt x="4659348" y="368291"/>
                  </a:lnTo>
                  <a:lnTo>
                    <a:pt x="4659441" y="368291"/>
                  </a:lnTo>
                  <a:lnTo>
                    <a:pt x="4659534" y="368291"/>
                  </a:lnTo>
                  <a:lnTo>
                    <a:pt x="4659627" y="368291"/>
                  </a:lnTo>
                  <a:lnTo>
                    <a:pt x="4659721" y="368291"/>
                  </a:lnTo>
                  <a:lnTo>
                    <a:pt x="4659814" y="368291"/>
                  </a:lnTo>
                  <a:lnTo>
                    <a:pt x="4659907" y="368291"/>
                  </a:lnTo>
                  <a:lnTo>
                    <a:pt x="4660000" y="368291"/>
                  </a:lnTo>
                  <a:lnTo>
                    <a:pt x="4660094" y="368291"/>
                  </a:lnTo>
                  <a:lnTo>
                    <a:pt x="4660187" y="368291"/>
                  </a:lnTo>
                  <a:lnTo>
                    <a:pt x="4660280" y="368291"/>
                  </a:lnTo>
                  <a:lnTo>
                    <a:pt x="4660373" y="368291"/>
                  </a:lnTo>
                  <a:lnTo>
                    <a:pt x="4660467" y="368291"/>
                  </a:lnTo>
                  <a:lnTo>
                    <a:pt x="4660560" y="368291"/>
                  </a:lnTo>
                  <a:lnTo>
                    <a:pt x="4660653" y="368291"/>
                  </a:lnTo>
                  <a:lnTo>
                    <a:pt x="4660746" y="368291"/>
                  </a:lnTo>
                  <a:lnTo>
                    <a:pt x="4660840" y="368291"/>
                  </a:lnTo>
                  <a:lnTo>
                    <a:pt x="4660933" y="368291"/>
                  </a:lnTo>
                  <a:lnTo>
                    <a:pt x="4661026" y="368291"/>
                  </a:lnTo>
                  <a:lnTo>
                    <a:pt x="4661119" y="368291"/>
                  </a:lnTo>
                  <a:lnTo>
                    <a:pt x="4661213" y="368291"/>
                  </a:lnTo>
                  <a:lnTo>
                    <a:pt x="4661306" y="368291"/>
                  </a:lnTo>
                  <a:lnTo>
                    <a:pt x="4661399" y="368291"/>
                  </a:lnTo>
                  <a:lnTo>
                    <a:pt x="4661492" y="368291"/>
                  </a:lnTo>
                  <a:lnTo>
                    <a:pt x="4661586" y="368291"/>
                  </a:lnTo>
                  <a:lnTo>
                    <a:pt x="4661679" y="368291"/>
                  </a:lnTo>
                  <a:lnTo>
                    <a:pt x="4661772" y="368291"/>
                  </a:lnTo>
                  <a:lnTo>
                    <a:pt x="4661865" y="368291"/>
                  </a:lnTo>
                  <a:lnTo>
                    <a:pt x="4661959" y="368291"/>
                  </a:lnTo>
                  <a:lnTo>
                    <a:pt x="4662052" y="368291"/>
                  </a:lnTo>
                  <a:lnTo>
                    <a:pt x="4662145" y="368291"/>
                  </a:lnTo>
                  <a:lnTo>
                    <a:pt x="4662238" y="368291"/>
                  </a:lnTo>
                  <a:lnTo>
                    <a:pt x="4662331" y="368291"/>
                  </a:lnTo>
                  <a:lnTo>
                    <a:pt x="4662425" y="368291"/>
                  </a:lnTo>
                  <a:lnTo>
                    <a:pt x="4662518" y="368291"/>
                  </a:lnTo>
                  <a:lnTo>
                    <a:pt x="4662611" y="368291"/>
                  </a:lnTo>
                  <a:lnTo>
                    <a:pt x="4662704" y="368291"/>
                  </a:lnTo>
                  <a:lnTo>
                    <a:pt x="4662798" y="368291"/>
                  </a:lnTo>
                  <a:lnTo>
                    <a:pt x="4662891" y="368291"/>
                  </a:lnTo>
                  <a:lnTo>
                    <a:pt x="4662984" y="368291"/>
                  </a:lnTo>
                  <a:lnTo>
                    <a:pt x="4663077" y="368291"/>
                  </a:lnTo>
                  <a:lnTo>
                    <a:pt x="4663171" y="368291"/>
                  </a:lnTo>
                  <a:lnTo>
                    <a:pt x="4663264" y="368291"/>
                  </a:lnTo>
                  <a:lnTo>
                    <a:pt x="4663357" y="368291"/>
                  </a:lnTo>
                  <a:lnTo>
                    <a:pt x="4663450" y="368291"/>
                  </a:lnTo>
                  <a:lnTo>
                    <a:pt x="4663544" y="368291"/>
                  </a:lnTo>
                  <a:lnTo>
                    <a:pt x="4663637" y="368291"/>
                  </a:lnTo>
                  <a:lnTo>
                    <a:pt x="4663730" y="368291"/>
                  </a:lnTo>
                  <a:lnTo>
                    <a:pt x="4663823" y="368291"/>
                  </a:lnTo>
                  <a:lnTo>
                    <a:pt x="4663917" y="368291"/>
                  </a:lnTo>
                  <a:lnTo>
                    <a:pt x="4664010" y="368291"/>
                  </a:lnTo>
                  <a:lnTo>
                    <a:pt x="4664103" y="368291"/>
                  </a:lnTo>
                  <a:lnTo>
                    <a:pt x="4664196" y="368291"/>
                  </a:lnTo>
                  <a:lnTo>
                    <a:pt x="4664290" y="368291"/>
                  </a:lnTo>
                  <a:lnTo>
                    <a:pt x="4664383" y="368291"/>
                  </a:lnTo>
                  <a:lnTo>
                    <a:pt x="4664476" y="368291"/>
                  </a:lnTo>
                  <a:lnTo>
                    <a:pt x="4664569" y="368291"/>
                  </a:lnTo>
                  <a:lnTo>
                    <a:pt x="4664663" y="368291"/>
                  </a:lnTo>
                  <a:lnTo>
                    <a:pt x="4664756" y="368291"/>
                  </a:lnTo>
                  <a:lnTo>
                    <a:pt x="4664849" y="368291"/>
                  </a:lnTo>
                  <a:lnTo>
                    <a:pt x="4664942" y="368291"/>
                  </a:lnTo>
                  <a:lnTo>
                    <a:pt x="4665036" y="368291"/>
                  </a:lnTo>
                  <a:lnTo>
                    <a:pt x="4665129" y="368291"/>
                  </a:lnTo>
                  <a:lnTo>
                    <a:pt x="4665222" y="368291"/>
                  </a:lnTo>
                  <a:lnTo>
                    <a:pt x="4665315" y="368291"/>
                  </a:lnTo>
                  <a:lnTo>
                    <a:pt x="4665409" y="368291"/>
                  </a:lnTo>
                  <a:lnTo>
                    <a:pt x="4665502" y="368291"/>
                  </a:lnTo>
                  <a:lnTo>
                    <a:pt x="4665595" y="368291"/>
                  </a:lnTo>
                  <a:lnTo>
                    <a:pt x="4665688" y="368291"/>
                  </a:lnTo>
                  <a:lnTo>
                    <a:pt x="4665782" y="368291"/>
                  </a:lnTo>
                  <a:lnTo>
                    <a:pt x="4665875" y="368291"/>
                  </a:lnTo>
                  <a:lnTo>
                    <a:pt x="4665968" y="368291"/>
                  </a:lnTo>
                  <a:lnTo>
                    <a:pt x="4666061" y="368291"/>
                  </a:lnTo>
                  <a:lnTo>
                    <a:pt x="4666155" y="368291"/>
                  </a:lnTo>
                  <a:lnTo>
                    <a:pt x="4666248" y="368291"/>
                  </a:lnTo>
                  <a:lnTo>
                    <a:pt x="4666341" y="368291"/>
                  </a:lnTo>
                  <a:lnTo>
                    <a:pt x="4666434" y="368291"/>
                  </a:lnTo>
                  <a:lnTo>
                    <a:pt x="4666528" y="368291"/>
                  </a:lnTo>
                  <a:lnTo>
                    <a:pt x="4666621" y="368291"/>
                  </a:lnTo>
                  <a:lnTo>
                    <a:pt x="4666714" y="368291"/>
                  </a:lnTo>
                  <a:lnTo>
                    <a:pt x="4666807" y="368291"/>
                  </a:lnTo>
                  <a:lnTo>
                    <a:pt x="4666901" y="368291"/>
                  </a:lnTo>
                  <a:lnTo>
                    <a:pt x="4666994" y="368291"/>
                  </a:lnTo>
                  <a:lnTo>
                    <a:pt x="4667087" y="368291"/>
                  </a:lnTo>
                  <a:lnTo>
                    <a:pt x="4667180" y="368291"/>
                  </a:lnTo>
                  <a:lnTo>
                    <a:pt x="4667274" y="368291"/>
                  </a:lnTo>
                  <a:lnTo>
                    <a:pt x="4667367" y="368291"/>
                  </a:lnTo>
                  <a:lnTo>
                    <a:pt x="4667460" y="368291"/>
                  </a:lnTo>
                  <a:lnTo>
                    <a:pt x="4667553" y="368291"/>
                  </a:lnTo>
                  <a:lnTo>
                    <a:pt x="4667647" y="368291"/>
                  </a:lnTo>
                  <a:lnTo>
                    <a:pt x="4667740" y="368291"/>
                  </a:lnTo>
                  <a:lnTo>
                    <a:pt x="4667833" y="368291"/>
                  </a:lnTo>
                  <a:lnTo>
                    <a:pt x="4667926" y="368291"/>
                  </a:lnTo>
                  <a:lnTo>
                    <a:pt x="4668020" y="368291"/>
                  </a:lnTo>
                  <a:lnTo>
                    <a:pt x="4668113" y="368291"/>
                  </a:lnTo>
                  <a:lnTo>
                    <a:pt x="4668206" y="368291"/>
                  </a:lnTo>
                  <a:lnTo>
                    <a:pt x="4668299" y="368291"/>
                  </a:lnTo>
                  <a:lnTo>
                    <a:pt x="4668393" y="368291"/>
                  </a:lnTo>
                  <a:lnTo>
                    <a:pt x="4668486" y="368291"/>
                  </a:lnTo>
                  <a:lnTo>
                    <a:pt x="4668579" y="368291"/>
                  </a:lnTo>
                  <a:lnTo>
                    <a:pt x="4668672" y="368291"/>
                  </a:lnTo>
                  <a:lnTo>
                    <a:pt x="4668766" y="368291"/>
                  </a:lnTo>
                  <a:lnTo>
                    <a:pt x="4668859" y="368291"/>
                  </a:lnTo>
                  <a:lnTo>
                    <a:pt x="4668952" y="368291"/>
                  </a:lnTo>
                  <a:lnTo>
                    <a:pt x="4669045" y="368291"/>
                  </a:lnTo>
                  <a:lnTo>
                    <a:pt x="4669138" y="368291"/>
                  </a:lnTo>
                  <a:lnTo>
                    <a:pt x="4669232" y="368291"/>
                  </a:lnTo>
                  <a:lnTo>
                    <a:pt x="4669325" y="368291"/>
                  </a:lnTo>
                  <a:lnTo>
                    <a:pt x="4669418" y="368291"/>
                  </a:lnTo>
                  <a:lnTo>
                    <a:pt x="4669511" y="368291"/>
                  </a:lnTo>
                  <a:lnTo>
                    <a:pt x="4669605" y="368291"/>
                  </a:lnTo>
                  <a:lnTo>
                    <a:pt x="4669698" y="368291"/>
                  </a:lnTo>
                  <a:lnTo>
                    <a:pt x="4669698" y="358337"/>
                  </a:lnTo>
                  <a:lnTo>
                    <a:pt x="4669791" y="358337"/>
                  </a:lnTo>
                  <a:lnTo>
                    <a:pt x="4669884" y="358337"/>
                  </a:lnTo>
                  <a:lnTo>
                    <a:pt x="4669978" y="358337"/>
                  </a:lnTo>
                  <a:lnTo>
                    <a:pt x="4670071" y="358337"/>
                  </a:lnTo>
                  <a:lnTo>
                    <a:pt x="4670164" y="358337"/>
                  </a:lnTo>
                  <a:lnTo>
                    <a:pt x="4670257" y="358337"/>
                  </a:lnTo>
                  <a:lnTo>
                    <a:pt x="4670351" y="358337"/>
                  </a:lnTo>
                  <a:lnTo>
                    <a:pt x="4670444" y="358337"/>
                  </a:lnTo>
                  <a:lnTo>
                    <a:pt x="4670537" y="358337"/>
                  </a:lnTo>
                  <a:lnTo>
                    <a:pt x="4670630" y="358337"/>
                  </a:lnTo>
                  <a:lnTo>
                    <a:pt x="4670724" y="358337"/>
                  </a:lnTo>
                  <a:lnTo>
                    <a:pt x="4670817" y="358337"/>
                  </a:lnTo>
                  <a:lnTo>
                    <a:pt x="4670910" y="358337"/>
                  </a:lnTo>
                  <a:lnTo>
                    <a:pt x="4671003" y="358337"/>
                  </a:lnTo>
                  <a:lnTo>
                    <a:pt x="4671097" y="358337"/>
                  </a:lnTo>
                  <a:lnTo>
                    <a:pt x="4671190" y="358337"/>
                  </a:lnTo>
                  <a:lnTo>
                    <a:pt x="4671283" y="358337"/>
                  </a:lnTo>
                  <a:lnTo>
                    <a:pt x="4671376" y="358337"/>
                  </a:lnTo>
                  <a:lnTo>
                    <a:pt x="4671470" y="358337"/>
                  </a:lnTo>
                  <a:lnTo>
                    <a:pt x="4671563" y="358337"/>
                  </a:lnTo>
                  <a:lnTo>
                    <a:pt x="4671656" y="358337"/>
                  </a:lnTo>
                  <a:lnTo>
                    <a:pt x="4671749" y="358337"/>
                  </a:lnTo>
                  <a:lnTo>
                    <a:pt x="4671843" y="358337"/>
                  </a:lnTo>
                  <a:lnTo>
                    <a:pt x="4671936" y="358337"/>
                  </a:lnTo>
                  <a:lnTo>
                    <a:pt x="4672029" y="358337"/>
                  </a:lnTo>
                  <a:lnTo>
                    <a:pt x="4672122" y="358337"/>
                  </a:lnTo>
                  <a:lnTo>
                    <a:pt x="4672216" y="358337"/>
                  </a:lnTo>
                  <a:lnTo>
                    <a:pt x="4672309" y="358337"/>
                  </a:lnTo>
                  <a:lnTo>
                    <a:pt x="4672402" y="358337"/>
                  </a:lnTo>
                  <a:lnTo>
                    <a:pt x="4672495" y="358337"/>
                  </a:lnTo>
                  <a:lnTo>
                    <a:pt x="4672589" y="358337"/>
                  </a:lnTo>
                  <a:lnTo>
                    <a:pt x="4672682" y="358337"/>
                  </a:lnTo>
                  <a:lnTo>
                    <a:pt x="4672775" y="358337"/>
                  </a:lnTo>
                  <a:lnTo>
                    <a:pt x="4672868" y="358337"/>
                  </a:lnTo>
                  <a:lnTo>
                    <a:pt x="4672962" y="358337"/>
                  </a:lnTo>
                  <a:lnTo>
                    <a:pt x="4673055" y="358337"/>
                  </a:lnTo>
                  <a:lnTo>
                    <a:pt x="4673148" y="358337"/>
                  </a:lnTo>
                  <a:lnTo>
                    <a:pt x="4673241" y="358337"/>
                  </a:lnTo>
                  <a:lnTo>
                    <a:pt x="4673335" y="358337"/>
                  </a:lnTo>
                  <a:lnTo>
                    <a:pt x="4673428" y="358337"/>
                  </a:lnTo>
                  <a:lnTo>
                    <a:pt x="4673521" y="358337"/>
                  </a:lnTo>
                  <a:lnTo>
                    <a:pt x="4673614" y="358337"/>
                  </a:lnTo>
                  <a:lnTo>
                    <a:pt x="4673708" y="358337"/>
                  </a:lnTo>
                  <a:lnTo>
                    <a:pt x="4673801" y="358337"/>
                  </a:lnTo>
                  <a:lnTo>
                    <a:pt x="4673894" y="358337"/>
                  </a:lnTo>
                  <a:lnTo>
                    <a:pt x="4673987" y="358337"/>
                  </a:lnTo>
                  <a:lnTo>
                    <a:pt x="4674081" y="358337"/>
                  </a:lnTo>
                  <a:lnTo>
                    <a:pt x="4674174" y="358337"/>
                  </a:lnTo>
                  <a:lnTo>
                    <a:pt x="4674267" y="358337"/>
                  </a:lnTo>
                  <a:lnTo>
                    <a:pt x="4674360" y="358337"/>
                  </a:lnTo>
                  <a:lnTo>
                    <a:pt x="4674454" y="358337"/>
                  </a:lnTo>
                  <a:lnTo>
                    <a:pt x="4674547" y="358337"/>
                  </a:lnTo>
                  <a:lnTo>
                    <a:pt x="4674640" y="358337"/>
                  </a:lnTo>
                  <a:lnTo>
                    <a:pt x="4674733" y="358337"/>
                  </a:lnTo>
                  <a:lnTo>
                    <a:pt x="4674827" y="358337"/>
                  </a:lnTo>
                  <a:lnTo>
                    <a:pt x="4674920" y="358337"/>
                  </a:lnTo>
                  <a:lnTo>
                    <a:pt x="4675013" y="358337"/>
                  </a:lnTo>
                  <a:lnTo>
                    <a:pt x="4675106" y="358337"/>
                  </a:lnTo>
                  <a:lnTo>
                    <a:pt x="4675200" y="358337"/>
                  </a:lnTo>
                  <a:lnTo>
                    <a:pt x="4675293" y="358337"/>
                  </a:lnTo>
                  <a:lnTo>
                    <a:pt x="4675386" y="358337"/>
                  </a:lnTo>
                  <a:lnTo>
                    <a:pt x="4675479" y="358337"/>
                  </a:lnTo>
                  <a:lnTo>
                    <a:pt x="4675573" y="358337"/>
                  </a:lnTo>
                  <a:lnTo>
                    <a:pt x="4675666" y="358337"/>
                  </a:lnTo>
                  <a:lnTo>
                    <a:pt x="4675759" y="358337"/>
                  </a:lnTo>
                  <a:lnTo>
                    <a:pt x="4675852" y="358337"/>
                  </a:lnTo>
                  <a:lnTo>
                    <a:pt x="4675946" y="358337"/>
                  </a:lnTo>
                  <a:lnTo>
                    <a:pt x="4676039" y="358337"/>
                  </a:lnTo>
                  <a:lnTo>
                    <a:pt x="4676132" y="358337"/>
                  </a:lnTo>
                  <a:lnTo>
                    <a:pt x="4676225" y="358337"/>
                  </a:lnTo>
                  <a:lnTo>
                    <a:pt x="4676318" y="358337"/>
                  </a:lnTo>
                  <a:lnTo>
                    <a:pt x="4676412" y="358337"/>
                  </a:lnTo>
                  <a:lnTo>
                    <a:pt x="4676505" y="358337"/>
                  </a:lnTo>
                  <a:lnTo>
                    <a:pt x="4676598" y="358337"/>
                  </a:lnTo>
                  <a:lnTo>
                    <a:pt x="4676691" y="358337"/>
                  </a:lnTo>
                  <a:lnTo>
                    <a:pt x="4676785" y="358337"/>
                  </a:lnTo>
                  <a:lnTo>
                    <a:pt x="4676878" y="358337"/>
                  </a:lnTo>
                  <a:lnTo>
                    <a:pt x="4676971" y="358337"/>
                  </a:lnTo>
                  <a:lnTo>
                    <a:pt x="4677064" y="358337"/>
                  </a:lnTo>
                  <a:lnTo>
                    <a:pt x="4677158" y="358337"/>
                  </a:lnTo>
                  <a:lnTo>
                    <a:pt x="4677251" y="358337"/>
                  </a:lnTo>
                  <a:lnTo>
                    <a:pt x="4677344" y="358337"/>
                  </a:lnTo>
                  <a:lnTo>
                    <a:pt x="4677437" y="358337"/>
                  </a:lnTo>
                  <a:lnTo>
                    <a:pt x="4677531" y="358337"/>
                  </a:lnTo>
                  <a:lnTo>
                    <a:pt x="4677624" y="358337"/>
                  </a:lnTo>
                  <a:lnTo>
                    <a:pt x="4677717" y="358337"/>
                  </a:lnTo>
                  <a:lnTo>
                    <a:pt x="4677810" y="358337"/>
                  </a:lnTo>
                  <a:lnTo>
                    <a:pt x="4677904" y="358337"/>
                  </a:lnTo>
                  <a:lnTo>
                    <a:pt x="4677997" y="358337"/>
                  </a:lnTo>
                  <a:lnTo>
                    <a:pt x="4678090" y="358337"/>
                  </a:lnTo>
                  <a:lnTo>
                    <a:pt x="4678183" y="358337"/>
                  </a:lnTo>
                  <a:lnTo>
                    <a:pt x="4678277" y="358337"/>
                  </a:lnTo>
                  <a:lnTo>
                    <a:pt x="4678370" y="358337"/>
                  </a:lnTo>
                  <a:lnTo>
                    <a:pt x="4678463" y="358337"/>
                  </a:lnTo>
                  <a:lnTo>
                    <a:pt x="4678556" y="358337"/>
                  </a:lnTo>
                  <a:lnTo>
                    <a:pt x="4678650" y="358337"/>
                  </a:lnTo>
                  <a:lnTo>
                    <a:pt x="4678743" y="358337"/>
                  </a:lnTo>
                  <a:lnTo>
                    <a:pt x="4678836" y="358337"/>
                  </a:lnTo>
                  <a:lnTo>
                    <a:pt x="4678929" y="358337"/>
                  </a:lnTo>
                  <a:lnTo>
                    <a:pt x="4679023" y="358337"/>
                  </a:lnTo>
                  <a:lnTo>
                    <a:pt x="4679116" y="358337"/>
                  </a:lnTo>
                  <a:lnTo>
                    <a:pt x="4679209" y="358337"/>
                  </a:lnTo>
                  <a:lnTo>
                    <a:pt x="4679302" y="358337"/>
                  </a:lnTo>
                  <a:lnTo>
                    <a:pt x="4679396" y="358337"/>
                  </a:lnTo>
                  <a:lnTo>
                    <a:pt x="4679489" y="358337"/>
                  </a:lnTo>
                  <a:lnTo>
                    <a:pt x="4679582" y="358337"/>
                  </a:lnTo>
                  <a:lnTo>
                    <a:pt x="4679675" y="358337"/>
                  </a:lnTo>
                  <a:lnTo>
                    <a:pt x="4679769" y="358337"/>
                  </a:lnTo>
                  <a:lnTo>
                    <a:pt x="4679862" y="358337"/>
                  </a:lnTo>
                  <a:lnTo>
                    <a:pt x="4679955" y="358337"/>
                  </a:lnTo>
                  <a:lnTo>
                    <a:pt x="4680048" y="358337"/>
                  </a:lnTo>
                  <a:lnTo>
                    <a:pt x="4680142" y="358337"/>
                  </a:lnTo>
                  <a:lnTo>
                    <a:pt x="4680235" y="358337"/>
                  </a:lnTo>
                  <a:lnTo>
                    <a:pt x="4680328" y="358337"/>
                  </a:lnTo>
                  <a:lnTo>
                    <a:pt x="4680421" y="358337"/>
                  </a:lnTo>
                  <a:lnTo>
                    <a:pt x="4680515" y="358337"/>
                  </a:lnTo>
                  <a:lnTo>
                    <a:pt x="4680608" y="358337"/>
                  </a:lnTo>
                  <a:lnTo>
                    <a:pt x="4680701" y="358337"/>
                  </a:lnTo>
                  <a:lnTo>
                    <a:pt x="4680794" y="358337"/>
                  </a:lnTo>
                  <a:lnTo>
                    <a:pt x="4680888" y="358337"/>
                  </a:lnTo>
                  <a:lnTo>
                    <a:pt x="4680981" y="358337"/>
                  </a:lnTo>
                  <a:lnTo>
                    <a:pt x="4681074" y="358337"/>
                  </a:lnTo>
                  <a:lnTo>
                    <a:pt x="4681167" y="358337"/>
                  </a:lnTo>
                  <a:lnTo>
                    <a:pt x="4681261" y="358337"/>
                  </a:lnTo>
                  <a:lnTo>
                    <a:pt x="4681354" y="358337"/>
                  </a:lnTo>
                  <a:lnTo>
                    <a:pt x="4681447" y="358337"/>
                  </a:lnTo>
                  <a:lnTo>
                    <a:pt x="4681540" y="358337"/>
                  </a:lnTo>
                  <a:lnTo>
                    <a:pt x="4681634" y="358337"/>
                  </a:lnTo>
                  <a:lnTo>
                    <a:pt x="4681727" y="358337"/>
                  </a:lnTo>
                  <a:lnTo>
                    <a:pt x="4681820" y="358337"/>
                  </a:lnTo>
                  <a:lnTo>
                    <a:pt x="4681913" y="358337"/>
                  </a:lnTo>
                  <a:lnTo>
                    <a:pt x="4682007" y="358337"/>
                  </a:lnTo>
                  <a:lnTo>
                    <a:pt x="4682100" y="358337"/>
                  </a:lnTo>
                  <a:lnTo>
                    <a:pt x="4682193" y="358337"/>
                  </a:lnTo>
                  <a:lnTo>
                    <a:pt x="4682286" y="358337"/>
                  </a:lnTo>
                  <a:lnTo>
                    <a:pt x="4682380" y="358337"/>
                  </a:lnTo>
                  <a:lnTo>
                    <a:pt x="4682473" y="358337"/>
                  </a:lnTo>
                  <a:lnTo>
                    <a:pt x="4682566" y="358337"/>
                  </a:lnTo>
                  <a:lnTo>
                    <a:pt x="4682659" y="358337"/>
                  </a:lnTo>
                  <a:lnTo>
                    <a:pt x="4682753" y="358337"/>
                  </a:lnTo>
                  <a:lnTo>
                    <a:pt x="4682846" y="358337"/>
                  </a:lnTo>
                  <a:lnTo>
                    <a:pt x="4682939" y="358337"/>
                  </a:lnTo>
                  <a:lnTo>
                    <a:pt x="4683032" y="358337"/>
                  </a:lnTo>
                  <a:lnTo>
                    <a:pt x="4683125" y="358337"/>
                  </a:lnTo>
                  <a:lnTo>
                    <a:pt x="4683219" y="358337"/>
                  </a:lnTo>
                  <a:lnTo>
                    <a:pt x="4683312" y="358337"/>
                  </a:lnTo>
                  <a:lnTo>
                    <a:pt x="4683405" y="358337"/>
                  </a:lnTo>
                  <a:lnTo>
                    <a:pt x="4683498" y="358337"/>
                  </a:lnTo>
                  <a:lnTo>
                    <a:pt x="4683592" y="358337"/>
                  </a:lnTo>
                  <a:lnTo>
                    <a:pt x="4683685" y="358337"/>
                  </a:lnTo>
                  <a:lnTo>
                    <a:pt x="4683778" y="358337"/>
                  </a:lnTo>
                  <a:lnTo>
                    <a:pt x="4683871" y="358337"/>
                  </a:lnTo>
                  <a:lnTo>
                    <a:pt x="4683965" y="358337"/>
                  </a:lnTo>
                  <a:lnTo>
                    <a:pt x="4684058" y="358337"/>
                  </a:lnTo>
                  <a:lnTo>
                    <a:pt x="4684151" y="358337"/>
                  </a:lnTo>
                  <a:lnTo>
                    <a:pt x="4684244" y="358337"/>
                  </a:lnTo>
                  <a:lnTo>
                    <a:pt x="4684338" y="358337"/>
                  </a:lnTo>
                  <a:lnTo>
                    <a:pt x="4684431" y="358337"/>
                  </a:lnTo>
                  <a:lnTo>
                    <a:pt x="4684524" y="358337"/>
                  </a:lnTo>
                  <a:lnTo>
                    <a:pt x="4684617" y="358337"/>
                  </a:lnTo>
                  <a:lnTo>
                    <a:pt x="4684711" y="358337"/>
                  </a:lnTo>
                  <a:lnTo>
                    <a:pt x="4684804" y="358337"/>
                  </a:lnTo>
                  <a:lnTo>
                    <a:pt x="4684897" y="358337"/>
                  </a:lnTo>
                  <a:lnTo>
                    <a:pt x="4684990" y="358337"/>
                  </a:lnTo>
                  <a:lnTo>
                    <a:pt x="4685084" y="358337"/>
                  </a:lnTo>
                  <a:lnTo>
                    <a:pt x="4685177" y="358337"/>
                  </a:lnTo>
                  <a:lnTo>
                    <a:pt x="4685270" y="358337"/>
                  </a:lnTo>
                  <a:lnTo>
                    <a:pt x="4685363" y="358337"/>
                  </a:lnTo>
                  <a:lnTo>
                    <a:pt x="4685457" y="358337"/>
                  </a:lnTo>
                  <a:lnTo>
                    <a:pt x="4685550" y="358337"/>
                  </a:lnTo>
                  <a:lnTo>
                    <a:pt x="4685643" y="358337"/>
                  </a:lnTo>
                  <a:lnTo>
                    <a:pt x="4685736" y="358337"/>
                  </a:lnTo>
                  <a:lnTo>
                    <a:pt x="4685830" y="358337"/>
                  </a:lnTo>
                  <a:lnTo>
                    <a:pt x="4685923" y="358337"/>
                  </a:lnTo>
                  <a:lnTo>
                    <a:pt x="4686016" y="358337"/>
                  </a:lnTo>
                  <a:lnTo>
                    <a:pt x="4686109" y="358337"/>
                  </a:lnTo>
                  <a:lnTo>
                    <a:pt x="4686203" y="358337"/>
                  </a:lnTo>
                  <a:lnTo>
                    <a:pt x="4686296" y="358337"/>
                  </a:lnTo>
                  <a:lnTo>
                    <a:pt x="4686389" y="358337"/>
                  </a:lnTo>
                  <a:lnTo>
                    <a:pt x="4686482" y="358337"/>
                  </a:lnTo>
                  <a:lnTo>
                    <a:pt x="4686576" y="358337"/>
                  </a:lnTo>
                  <a:lnTo>
                    <a:pt x="4686669" y="358337"/>
                  </a:lnTo>
                  <a:lnTo>
                    <a:pt x="4686762" y="358337"/>
                  </a:lnTo>
                  <a:lnTo>
                    <a:pt x="4686855" y="358337"/>
                  </a:lnTo>
                  <a:lnTo>
                    <a:pt x="4686949" y="358337"/>
                  </a:lnTo>
                  <a:lnTo>
                    <a:pt x="4687042" y="358337"/>
                  </a:lnTo>
                  <a:lnTo>
                    <a:pt x="4687135" y="358337"/>
                  </a:lnTo>
                  <a:lnTo>
                    <a:pt x="4687228" y="358337"/>
                  </a:lnTo>
                  <a:lnTo>
                    <a:pt x="4687322" y="358337"/>
                  </a:lnTo>
                  <a:lnTo>
                    <a:pt x="4687415" y="358337"/>
                  </a:lnTo>
                  <a:lnTo>
                    <a:pt x="4687508" y="358337"/>
                  </a:lnTo>
                  <a:lnTo>
                    <a:pt x="4687601" y="358337"/>
                  </a:lnTo>
                  <a:lnTo>
                    <a:pt x="4687695" y="358337"/>
                  </a:lnTo>
                  <a:lnTo>
                    <a:pt x="4687788" y="358337"/>
                  </a:lnTo>
                  <a:lnTo>
                    <a:pt x="4687881" y="358337"/>
                  </a:lnTo>
                  <a:lnTo>
                    <a:pt x="4687974" y="358337"/>
                  </a:lnTo>
                  <a:lnTo>
                    <a:pt x="4688068" y="358337"/>
                  </a:lnTo>
                  <a:lnTo>
                    <a:pt x="4688161" y="358337"/>
                  </a:lnTo>
                  <a:lnTo>
                    <a:pt x="4688254" y="358337"/>
                  </a:lnTo>
                  <a:lnTo>
                    <a:pt x="4688347" y="358337"/>
                  </a:lnTo>
                  <a:lnTo>
                    <a:pt x="4688441" y="358337"/>
                  </a:lnTo>
                  <a:lnTo>
                    <a:pt x="4688534" y="358337"/>
                  </a:lnTo>
                  <a:lnTo>
                    <a:pt x="4688627" y="358337"/>
                  </a:lnTo>
                  <a:lnTo>
                    <a:pt x="4688720" y="358337"/>
                  </a:lnTo>
                  <a:lnTo>
                    <a:pt x="4688814" y="358337"/>
                  </a:lnTo>
                  <a:lnTo>
                    <a:pt x="4688907" y="358337"/>
                  </a:lnTo>
                  <a:lnTo>
                    <a:pt x="4689000" y="358337"/>
                  </a:lnTo>
                  <a:lnTo>
                    <a:pt x="4689093" y="358337"/>
                  </a:lnTo>
                  <a:lnTo>
                    <a:pt x="4689187" y="358337"/>
                  </a:lnTo>
                  <a:lnTo>
                    <a:pt x="4689280" y="358337"/>
                  </a:lnTo>
                  <a:lnTo>
                    <a:pt x="4689280" y="348383"/>
                  </a:lnTo>
                  <a:lnTo>
                    <a:pt x="4689373" y="348383"/>
                  </a:lnTo>
                  <a:lnTo>
                    <a:pt x="4689466" y="348383"/>
                  </a:lnTo>
                  <a:lnTo>
                    <a:pt x="4689560" y="348383"/>
                  </a:lnTo>
                  <a:lnTo>
                    <a:pt x="4689653" y="348383"/>
                  </a:lnTo>
                  <a:lnTo>
                    <a:pt x="4689746" y="348383"/>
                  </a:lnTo>
                  <a:lnTo>
                    <a:pt x="4689839" y="348383"/>
                  </a:lnTo>
                  <a:lnTo>
                    <a:pt x="4689933" y="348383"/>
                  </a:lnTo>
                  <a:lnTo>
                    <a:pt x="4690026" y="348383"/>
                  </a:lnTo>
                  <a:lnTo>
                    <a:pt x="4690119" y="348383"/>
                  </a:lnTo>
                  <a:lnTo>
                    <a:pt x="4690212" y="348383"/>
                  </a:lnTo>
                  <a:lnTo>
                    <a:pt x="4690305" y="348383"/>
                  </a:lnTo>
                  <a:lnTo>
                    <a:pt x="4690399" y="348383"/>
                  </a:lnTo>
                  <a:lnTo>
                    <a:pt x="4690492" y="348383"/>
                  </a:lnTo>
                  <a:lnTo>
                    <a:pt x="4690585" y="348383"/>
                  </a:lnTo>
                  <a:lnTo>
                    <a:pt x="4690678" y="348383"/>
                  </a:lnTo>
                  <a:lnTo>
                    <a:pt x="4690772" y="348383"/>
                  </a:lnTo>
                  <a:lnTo>
                    <a:pt x="4690865" y="348383"/>
                  </a:lnTo>
                  <a:lnTo>
                    <a:pt x="4690958" y="348383"/>
                  </a:lnTo>
                  <a:lnTo>
                    <a:pt x="4691051" y="348383"/>
                  </a:lnTo>
                  <a:lnTo>
                    <a:pt x="4691145" y="348383"/>
                  </a:lnTo>
                  <a:lnTo>
                    <a:pt x="4691238" y="348383"/>
                  </a:lnTo>
                  <a:lnTo>
                    <a:pt x="4691331" y="348383"/>
                  </a:lnTo>
                  <a:lnTo>
                    <a:pt x="4691424" y="348383"/>
                  </a:lnTo>
                  <a:lnTo>
                    <a:pt x="4691518" y="348383"/>
                  </a:lnTo>
                  <a:lnTo>
                    <a:pt x="4691611" y="348383"/>
                  </a:lnTo>
                  <a:lnTo>
                    <a:pt x="4691704" y="348383"/>
                  </a:lnTo>
                  <a:lnTo>
                    <a:pt x="4691797" y="348383"/>
                  </a:lnTo>
                  <a:lnTo>
                    <a:pt x="4691891" y="348383"/>
                  </a:lnTo>
                  <a:lnTo>
                    <a:pt x="4691984" y="348383"/>
                  </a:lnTo>
                  <a:lnTo>
                    <a:pt x="4692077" y="348383"/>
                  </a:lnTo>
                  <a:lnTo>
                    <a:pt x="4692170" y="348383"/>
                  </a:lnTo>
                  <a:lnTo>
                    <a:pt x="4692264" y="348383"/>
                  </a:lnTo>
                  <a:lnTo>
                    <a:pt x="4692357" y="348383"/>
                  </a:lnTo>
                  <a:lnTo>
                    <a:pt x="4692450" y="348383"/>
                  </a:lnTo>
                  <a:lnTo>
                    <a:pt x="4692543" y="348383"/>
                  </a:lnTo>
                  <a:lnTo>
                    <a:pt x="4692637" y="348383"/>
                  </a:lnTo>
                  <a:lnTo>
                    <a:pt x="4692730" y="348383"/>
                  </a:lnTo>
                  <a:lnTo>
                    <a:pt x="4692823" y="348383"/>
                  </a:lnTo>
                  <a:lnTo>
                    <a:pt x="4692916" y="348383"/>
                  </a:lnTo>
                  <a:lnTo>
                    <a:pt x="4693010" y="348383"/>
                  </a:lnTo>
                  <a:lnTo>
                    <a:pt x="4693103" y="348383"/>
                  </a:lnTo>
                  <a:lnTo>
                    <a:pt x="4693196" y="348383"/>
                  </a:lnTo>
                  <a:lnTo>
                    <a:pt x="4693289" y="348383"/>
                  </a:lnTo>
                  <a:lnTo>
                    <a:pt x="4693383" y="348383"/>
                  </a:lnTo>
                  <a:lnTo>
                    <a:pt x="4693476" y="348383"/>
                  </a:lnTo>
                  <a:lnTo>
                    <a:pt x="4693569" y="348383"/>
                  </a:lnTo>
                  <a:lnTo>
                    <a:pt x="4693662" y="348383"/>
                  </a:lnTo>
                  <a:lnTo>
                    <a:pt x="4693756" y="348383"/>
                  </a:lnTo>
                  <a:lnTo>
                    <a:pt x="4693849" y="348383"/>
                  </a:lnTo>
                  <a:lnTo>
                    <a:pt x="4693942" y="348383"/>
                  </a:lnTo>
                  <a:lnTo>
                    <a:pt x="4694035" y="348383"/>
                  </a:lnTo>
                  <a:lnTo>
                    <a:pt x="4694129" y="348383"/>
                  </a:lnTo>
                  <a:lnTo>
                    <a:pt x="4694222" y="348383"/>
                  </a:lnTo>
                  <a:lnTo>
                    <a:pt x="4694315" y="348383"/>
                  </a:lnTo>
                  <a:lnTo>
                    <a:pt x="4694408" y="348383"/>
                  </a:lnTo>
                  <a:lnTo>
                    <a:pt x="4694502" y="348383"/>
                  </a:lnTo>
                  <a:lnTo>
                    <a:pt x="4694595" y="348383"/>
                  </a:lnTo>
                  <a:lnTo>
                    <a:pt x="4694688" y="348383"/>
                  </a:lnTo>
                  <a:lnTo>
                    <a:pt x="4694781" y="348383"/>
                  </a:lnTo>
                  <a:lnTo>
                    <a:pt x="4694875" y="348383"/>
                  </a:lnTo>
                  <a:lnTo>
                    <a:pt x="4694968" y="348383"/>
                  </a:lnTo>
                  <a:lnTo>
                    <a:pt x="4695061" y="348383"/>
                  </a:lnTo>
                  <a:lnTo>
                    <a:pt x="4695154" y="348383"/>
                  </a:lnTo>
                  <a:lnTo>
                    <a:pt x="4695248" y="348383"/>
                  </a:lnTo>
                  <a:lnTo>
                    <a:pt x="4695341" y="348383"/>
                  </a:lnTo>
                  <a:lnTo>
                    <a:pt x="4695434" y="348383"/>
                  </a:lnTo>
                  <a:lnTo>
                    <a:pt x="4695527" y="348383"/>
                  </a:lnTo>
                  <a:lnTo>
                    <a:pt x="4695621" y="348383"/>
                  </a:lnTo>
                  <a:lnTo>
                    <a:pt x="4695714" y="348383"/>
                  </a:lnTo>
                  <a:lnTo>
                    <a:pt x="4695807" y="348383"/>
                  </a:lnTo>
                  <a:lnTo>
                    <a:pt x="4695900" y="348383"/>
                  </a:lnTo>
                  <a:lnTo>
                    <a:pt x="4695994" y="348383"/>
                  </a:lnTo>
                  <a:lnTo>
                    <a:pt x="4696087" y="348383"/>
                  </a:lnTo>
                  <a:lnTo>
                    <a:pt x="4696180" y="348383"/>
                  </a:lnTo>
                  <a:lnTo>
                    <a:pt x="4696273" y="348383"/>
                  </a:lnTo>
                  <a:lnTo>
                    <a:pt x="4696367" y="348383"/>
                  </a:lnTo>
                  <a:lnTo>
                    <a:pt x="4696460" y="348383"/>
                  </a:lnTo>
                  <a:lnTo>
                    <a:pt x="4696553" y="348383"/>
                  </a:lnTo>
                  <a:lnTo>
                    <a:pt x="4696646" y="348383"/>
                  </a:lnTo>
                  <a:lnTo>
                    <a:pt x="4696740" y="348383"/>
                  </a:lnTo>
                  <a:lnTo>
                    <a:pt x="4696833" y="348383"/>
                  </a:lnTo>
                  <a:lnTo>
                    <a:pt x="4696926" y="348383"/>
                  </a:lnTo>
                  <a:lnTo>
                    <a:pt x="4697019" y="348383"/>
                  </a:lnTo>
                  <a:lnTo>
                    <a:pt x="4697112" y="348383"/>
                  </a:lnTo>
                  <a:lnTo>
                    <a:pt x="4697206" y="348383"/>
                  </a:lnTo>
                  <a:lnTo>
                    <a:pt x="4697299" y="348383"/>
                  </a:lnTo>
                  <a:lnTo>
                    <a:pt x="4697299" y="338429"/>
                  </a:lnTo>
                  <a:lnTo>
                    <a:pt x="4697392" y="338429"/>
                  </a:lnTo>
                  <a:lnTo>
                    <a:pt x="4697485" y="338429"/>
                  </a:lnTo>
                  <a:lnTo>
                    <a:pt x="4697579" y="338429"/>
                  </a:lnTo>
                  <a:lnTo>
                    <a:pt x="4697672" y="338429"/>
                  </a:lnTo>
                  <a:lnTo>
                    <a:pt x="4697765" y="338429"/>
                  </a:lnTo>
                  <a:lnTo>
                    <a:pt x="4697858" y="338429"/>
                  </a:lnTo>
                  <a:lnTo>
                    <a:pt x="4697952" y="338429"/>
                  </a:lnTo>
                  <a:lnTo>
                    <a:pt x="4698045" y="338429"/>
                  </a:lnTo>
                  <a:lnTo>
                    <a:pt x="4698138" y="338429"/>
                  </a:lnTo>
                  <a:lnTo>
                    <a:pt x="4698231" y="338429"/>
                  </a:lnTo>
                  <a:lnTo>
                    <a:pt x="4698325" y="338429"/>
                  </a:lnTo>
                  <a:lnTo>
                    <a:pt x="4698418" y="338429"/>
                  </a:lnTo>
                  <a:lnTo>
                    <a:pt x="4698511" y="338429"/>
                  </a:lnTo>
                  <a:lnTo>
                    <a:pt x="4698604" y="338429"/>
                  </a:lnTo>
                  <a:lnTo>
                    <a:pt x="4698698" y="338429"/>
                  </a:lnTo>
                  <a:lnTo>
                    <a:pt x="4698791" y="338429"/>
                  </a:lnTo>
                  <a:lnTo>
                    <a:pt x="4698884" y="338429"/>
                  </a:lnTo>
                  <a:lnTo>
                    <a:pt x="4698977" y="338429"/>
                  </a:lnTo>
                  <a:lnTo>
                    <a:pt x="4699071" y="338429"/>
                  </a:lnTo>
                  <a:lnTo>
                    <a:pt x="4699164" y="338429"/>
                  </a:lnTo>
                  <a:lnTo>
                    <a:pt x="4699257" y="338429"/>
                  </a:lnTo>
                  <a:lnTo>
                    <a:pt x="4699350" y="338429"/>
                  </a:lnTo>
                  <a:lnTo>
                    <a:pt x="4699444" y="338429"/>
                  </a:lnTo>
                  <a:lnTo>
                    <a:pt x="4699537" y="338429"/>
                  </a:lnTo>
                  <a:lnTo>
                    <a:pt x="4699630" y="338429"/>
                  </a:lnTo>
                  <a:lnTo>
                    <a:pt x="4699723" y="338429"/>
                  </a:lnTo>
                  <a:lnTo>
                    <a:pt x="4699817" y="338429"/>
                  </a:lnTo>
                  <a:lnTo>
                    <a:pt x="4699910" y="338429"/>
                  </a:lnTo>
                  <a:lnTo>
                    <a:pt x="4700003" y="338429"/>
                  </a:lnTo>
                  <a:lnTo>
                    <a:pt x="4700096" y="338429"/>
                  </a:lnTo>
                  <a:lnTo>
                    <a:pt x="4700190" y="338429"/>
                  </a:lnTo>
                  <a:lnTo>
                    <a:pt x="4700283" y="338429"/>
                  </a:lnTo>
                  <a:lnTo>
                    <a:pt x="4700376" y="338429"/>
                  </a:lnTo>
                  <a:lnTo>
                    <a:pt x="4700469" y="338429"/>
                  </a:lnTo>
                  <a:lnTo>
                    <a:pt x="4700563" y="338429"/>
                  </a:lnTo>
                  <a:lnTo>
                    <a:pt x="4700656" y="338429"/>
                  </a:lnTo>
                  <a:lnTo>
                    <a:pt x="4700749" y="338429"/>
                  </a:lnTo>
                  <a:lnTo>
                    <a:pt x="4700842" y="338429"/>
                  </a:lnTo>
                  <a:lnTo>
                    <a:pt x="4700936" y="338429"/>
                  </a:lnTo>
                  <a:lnTo>
                    <a:pt x="4701029" y="338429"/>
                  </a:lnTo>
                  <a:lnTo>
                    <a:pt x="4701122" y="338429"/>
                  </a:lnTo>
                  <a:lnTo>
                    <a:pt x="4701215" y="338429"/>
                  </a:lnTo>
                  <a:lnTo>
                    <a:pt x="4701309" y="338429"/>
                  </a:lnTo>
                  <a:lnTo>
                    <a:pt x="4701402" y="338429"/>
                  </a:lnTo>
                  <a:lnTo>
                    <a:pt x="4701495" y="338429"/>
                  </a:lnTo>
                  <a:lnTo>
                    <a:pt x="4701588" y="338429"/>
                  </a:lnTo>
                  <a:lnTo>
                    <a:pt x="4701682" y="338429"/>
                  </a:lnTo>
                  <a:lnTo>
                    <a:pt x="4701775" y="338429"/>
                  </a:lnTo>
                  <a:lnTo>
                    <a:pt x="4701868" y="338429"/>
                  </a:lnTo>
                  <a:lnTo>
                    <a:pt x="4701961" y="338429"/>
                  </a:lnTo>
                  <a:lnTo>
                    <a:pt x="4702055" y="338429"/>
                  </a:lnTo>
                  <a:lnTo>
                    <a:pt x="4702148" y="338429"/>
                  </a:lnTo>
                  <a:lnTo>
                    <a:pt x="4702241" y="338429"/>
                  </a:lnTo>
                  <a:lnTo>
                    <a:pt x="4702334" y="338429"/>
                  </a:lnTo>
                  <a:lnTo>
                    <a:pt x="4702428" y="338429"/>
                  </a:lnTo>
                  <a:lnTo>
                    <a:pt x="4702521" y="338429"/>
                  </a:lnTo>
                  <a:lnTo>
                    <a:pt x="4702614" y="338429"/>
                  </a:lnTo>
                  <a:lnTo>
                    <a:pt x="4702707" y="338429"/>
                  </a:lnTo>
                  <a:lnTo>
                    <a:pt x="4702801" y="338429"/>
                  </a:lnTo>
                  <a:lnTo>
                    <a:pt x="4702894" y="338429"/>
                  </a:lnTo>
                  <a:lnTo>
                    <a:pt x="4702987" y="338429"/>
                  </a:lnTo>
                  <a:lnTo>
                    <a:pt x="4703080" y="338429"/>
                  </a:lnTo>
                  <a:lnTo>
                    <a:pt x="4703174" y="338429"/>
                  </a:lnTo>
                  <a:lnTo>
                    <a:pt x="4703267" y="338429"/>
                  </a:lnTo>
                  <a:lnTo>
                    <a:pt x="4703360" y="338429"/>
                  </a:lnTo>
                  <a:lnTo>
                    <a:pt x="4703453" y="338429"/>
                  </a:lnTo>
                  <a:lnTo>
                    <a:pt x="4703547" y="338429"/>
                  </a:lnTo>
                  <a:lnTo>
                    <a:pt x="4703640" y="338429"/>
                  </a:lnTo>
                  <a:lnTo>
                    <a:pt x="4703733" y="338429"/>
                  </a:lnTo>
                  <a:lnTo>
                    <a:pt x="4703826" y="338429"/>
                  </a:lnTo>
                  <a:lnTo>
                    <a:pt x="4703919" y="338429"/>
                  </a:lnTo>
                  <a:lnTo>
                    <a:pt x="4704013" y="338429"/>
                  </a:lnTo>
                  <a:lnTo>
                    <a:pt x="4704106" y="338429"/>
                  </a:lnTo>
                  <a:lnTo>
                    <a:pt x="4704199" y="338429"/>
                  </a:lnTo>
                  <a:lnTo>
                    <a:pt x="4704292" y="338429"/>
                  </a:lnTo>
                  <a:lnTo>
                    <a:pt x="4704386" y="338429"/>
                  </a:lnTo>
                  <a:lnTo>
                    <a:pt x="4704479" y="338429"/>
                  </a:lnTo>
                  <a:lnTo>
                    <a:pt x="4704572" y="338429"/>
                  </a:lnTo>
                  <a:lnTo>
                    <a:pt x="4704665" y="338429"/>
                  </a:lnTo>
                  <a:lnTo>
                    <a:pt x="4704759" y="338429"/>
                  </a:lnTo>
                  <a:lnTo>
                    <a:pt x="4704852" y="338429"/>
                  </a:lnTo>
                  <a:lnTo>
                    <a:pt x="4704945" y="338429"/>
                  </a:lnTo>
                  <a:lnTo>
                    <a:pt x="4705038" y="338429"/>
                  </a:lnTo>
                  <a:lnTo>
                    <a:pt x="4705132" y="338429"/>
                  </a:lnTo>
                  <a:lnTo>
                    <a:pt x="4705225" y="338429"/>
                  </a:lnTo>
                  <a:lnTo>
                    <a:pt x="4705318" y="338429"/>
                  </a:lnTo>
                  <a:lnTo>
                    <a:pt x="4705411" y="338429"/>
                  </a:lnTo>
                  <a:lnTo>
                    <a:pt x="4705505" y="338429"/>
                  </a:lnTo>
                  <a:lnTo>
                    <a:pt x="4705598" y="338429"/>
                  </a:lnTo>
                  <a:lnTo>
                    <a:pt x="4705691" y="338429"/>
                  </a:lnTo>
                  <a:lnTo>
                    <a:pt x="4705784" y="338429"/>
                  </a:lnTo>
                  <a:lnTo>
                    <a:pt x="4705878" y="338429"/>
                  </a:lnTo>
                  <a:lnTo>
                    <a:pt x="4705971" y="338429"/>
                  </a:lnTo>
                  <a:lnTo>
                    <a:pt x="4706064" y="338429"/>
                  </a:lnTo>
                  <a:lnTo>
                    <a:pt x="4706157" y="338429"/>
                  </a:lnTo>
                  <a:lnTo>
                    <a:pt x="4706251" y="338429"/>
                  </a:lnTo>
                  <a:lnTo>
                    <a:pt x="4706344" y="338429"/>
                  </a:lnTo>
                  <a:lnTo>
                    <a:pt x="4706437" y="338429"/>
                  </a:lnTo>
                  <a:lnTo>
                    <a:pt x="4706530" y="338429"/>
                  </a:lnTo>
                  <a:lnTo>
                    <a:pt x="4706624" y="338429"/>
                  </a:lnTo>
                  <a:lnTo>
                    <a:pt x="4706717" y="338429"/>
                  </a:lnTo>
                  <a:lnTo>
                    <a:pt x="4706810" y="338429"/>
                  </a:lnTo>
                  <a:lnTo>
                    <a:pt x="4706903" y="338429"/>
                  </a:lnTo>
                  <a:lnTo>
                    <a:pt x="4706997" y="338429"/>
                  </a:lnTo>
                  <a:lnTo>
                    <a:pt x="4707090" y="338429"/>
                  </a:lnTo>
                  <a:lnTo>
                    <a:pt x="4707183" y="338429"/>
                  </a:lnTo>
                  <a:lnTo>
                    <a:pt x="4707276" y="338429"/>
                  </a:lnTo>
                  <a:lnTo>
                    <a:pt x="4707370" y="338429"/>
                  </a:lnTo>
                  <a:lnTo>
                    <a:pt x="4707463" y="338429"/>
                  </a:lnTo>
                  <a:lnTo>
                    <a:pt x="4707556" y="338429"/>
                  </a:lnTo>
                  <a:lnTo>
                    <a:pt x="4707649" y="338429"/>
                  </a:lnTo>
                  <a:lnTo>
                    <a:pt x="4707743" y="338429"/>
                  </a:lnTo>
                  <a:lnTo>
                    <a:pt x="4707836" y="338429"/>
                  </a:lnTo>
                  <a:lnTo>
                    <a:pt x="4707929" y="338429"/>
                  </a:lnTo>
                  <a:lnTo>
                    <a:pt x="4708022" y="338429"/>
                  </a:lnTo>
                  <a:lnTo>
                    <a:pt x="4708116" y="338429"/>
                  </a:lnTo>
                  <a:lnTo>
                    <a:pt x="4708209" y="338429"/>
                  </a:lnTo>
                  <a:lnTo>
                    <a:pt x="4708302" y="338429"/>
                  </a:lnTo>
                  <a:lnTo>
                    <a:pt x="4708395" y="338429"/>
                  </a:lnTo>
                  <a:lnTo>
                    <a:pt x="4708489" y="338429"/>
                  </a:lnTo>
                  <a:lnTo>
                    <a:pt x="4708582" y="338429"/>
                  </a:lnTo>
                  <a:lnTo>
                    <a:pt x="4708582" y="328476"/>
                  </a:lnTo>
                  <a:lnTo>
                    <a:pt x="4708675" y="328476"/>
                  </a:lnTo>
                  <a:lnTo>
                    <a:pt x="4708768" y="328476"/>
                  </a:lnTo>
                  <a:lnTo>
                    <a:pt x="4708862" y="328476"/>
                  </a:lnTo>
                  <a:lnTo>
                    <a:pt x="4708955" y="328476"/>
                  </a:lnTo>
                  <a:lnTo>
                    <a:pt x="4709048" y="328476"/>
                  </a:lnTo>
                  <a:lnTo>
                    <a:pt x="4709141" y="328476"/>
                  </a:lnTo>
                  <a:lnTo>
                    <a:pt x="4709235" y="328476"/>
                  </a:lnTo>
                  <a:lnTo>
                    <a:pt x="4709328" y="328476"/>
                  </a:lnTo>
                  <a:lnTo>
                    <a:pt x="4709421" y="328476"/>
                  </a:lnTo>
                  <a:lnTo>
                    <a:pt x="4709514" y="328476"/>
                  </a:lnTo>
                  <a:lnTo>
                    <a:pt x="4709608" y="328476"/>
                  </a:lnTo>
                  <a:lnTo>
                    <a:pt x="4709701" y="328476"/>
                  </a:lnTo>
                  <a:lnTo>
                    <a:pt x="4709794" y="328476"/>
                  </a:lnTo>
                  <a:lnTo>
                    <a:pt x="4709887" y="328476"/>
                  </a:lnTo>
                  <a:lnTo>
                    <a:pt x="4709981" y="328476"/>
                  </a:lnTo>
                  <a:lnTo>
                    <a:pt x="4710074" y="328476"/>
                  </a:lnTo>
                  <a:lnTo>
                    <a:pt x="4710167" y="328476"/>
                  </a:lnTo>
                  <a:lnTo>
                    <a:pt x="4710260" y="328476"/>
                  </a:lnTo>
                  <a:lnTo>
                    <a:pt x="4710354" y="328476"/>
                  </a:lnTo>
                  <a:lnTo>
                    <a:pt x="4710447" y="328476"/>
                  </a:lnTo>
                  <a:lnTo>
                    <a:pt x="4710540" y="328476"/>
                  </a:lnTo>
                  <a:lnTo>
                    <a:pt x="4710633" y="328476"/>
                  </a:lnTo>
                  <a:lnTo>
                    <a:pt x="4710727" y="328476"/>
                  </a:lnTo>
                  <a:lnTo>
                    <a:pt x="4710820" y="328476"/>
                  </a:lnTo>
                  <a:lnTo>
                    <a:pt x="4710913" y="328476"/>
                  </a:lnTo>
                  <a:lnTo>
                    <a:pt x="4711006" y="328476"/>
                  </a:lnTo>
                  <a:lnTo>
                    <a:pt x="4711099" y="328476"/>
                  </a:lnTo>
                  <a:lnTo>
                    <a:pt x="4711193" y="328476"/>
                  </a:lnTo>
                  <a:lnTo>
                    <a:pt x="4711286" y="328476"/>
                  </a:lnTo>
                  <a:lnTo>
                    <a:pt x="4711379" y="328476"/>
                  </a:lnTo>
                  <a:lnTo>
                    <a:pt x="4711472" y="328476"/>
                  </a:lnTo>
                  <a:lnTo>
                    <a:pt x="4711566" y="328476"/>
                  </a:lnTo>
                  <a:lnTo>
                    <a:pt x="4711659" y="328476"/>
                  </a:lnTo>
                  <a:lnTo>
                    <a:pt x="4711752" y="328476"/>
                  </a:lnTo>
                  <a:lnTo>
                    <a:pt x="4711845" y="328476"/>
                  </a:lnTo>
                  <a:lnTo>
                    <a:pt x="4711939" y="328476"/>
                  </a:lnTo>
                  <a:lnTo>
                    <a:pt x="4712032" y="328476"/>
                  </a:lnTo>
                  <a:lnTo>
                    <a:pt x="4712125" y="328476"/>
                  </a:lnTo>
                  <a:lnTo>
                    <a:pt x="4712218" y="328476"/>
                  </a:lnTo>
                  <a:lnTo>
                    <a:pt x="4712312" y="328476"/>
                  </a:lnTo>
                  <a:lnTo>
                    <a:pt x="4712405" y="328476"/>
                  </a:lnTo>
                  <a:lnTo>
                    <a:pt x="4712498" y="328476"/>
                  </a:lnTo>
                  <a:lnTo>
                    <a:pt x="4712591" y="328476"/>
                  </a:lnTo>
                  <a:lnTo>
                    <a:pt x="4712685" y="328476"/>
                  </a:lnTo>
                  <a:lnTo>
                    <a:pt x="4712778" y="328476"/>
                  </a:lnTo>
                  <a:lnTo>
                    <a:pt x="4712871" y="328476"/>
                  </a:lnTo>
                  <a:lnTo>
                    <a:pt x="4712964" y="328476"/>
                  </a:lnTo>
                  <a:lnTo>
                    <a:pt x="4713058" y="328476"/>
                  </a:lnTo>
                  <a:lnTo>
                    <a:pt x="4713151" y="328476"/>
                  </a:lnTo>
                  <a:lnTo>
                    <a:pt x="4713244" y="328476"/>
                  </a:lnTo>
                  <a:lnTo>
                    <a:pt x="4713337" y="328476"/>
                  </a:lnTo>
                  <a:lnTo>
                    <a:pt x="4713431" y="328476"/>
                  </a:lnTo>
                  <a:lnTo>
                    <a:pt x="4713524" y="328476"/>
                  </a:lnTo>
                  <a:lnTo>
                    <a:pt x="4713617" y="328476"/>
                  </a:lnTo>
                  <a:lnTo>
                    <a:pt x="4713710" y="328476"/>
                  </a:lnTo>
                  <a:lnTo>
                    <a:pt x="4713804" y="328476"/>
                  </a:lnTo>
                  <a:lnTo>
                    <a:pt x="4713897" y="328476"/>
                  </a:lnTo>
                  <a:lnTo>
                    <a:pt x="4713990" y="328476"/>
                  </a:lnTo>
                  <a:lnTo>
                    <a:pt x="4714083" y="328476"/>
                  </a:lnTo>
                  <a:lnTo>
                    <a:pt x="4714177" y="328476"/>
                  </a:lnTo>
                  <a:lnTo>
                    <a:pt x="4714270" y="328476"/>
                  </a:lnTo>
                  <a:lnTo>
                    <a:pt x="4714363" y="328476"/>
                  </a:lnTo>
                  <a:lnTo>
                    <a:pt x="4714456" y="328476"/>
                  </a:lnTo>
                  <a:lnTo>
                    <a:pt x="4714550" y="328476"/>
                  </a:lnTo>
                  <a:lnTo>
                    <a:pt x="4714643" y="328476"/>
                  </a:lnTo>
                  <a:lnTo>
                    <a:pt x="4714736" y="328476"/>
                  </a:lnTo>
                  <a:lnTo>
                    <a:pt x="4714829" y="328476"/>
                  </a:lnTo>
                  <a:lnTo>
                    <a:pt x="4714923" y="328476"/>
                  </a:lnTo>
                  <a:lnTo>
                    <a:pt x="4715016" y="328476"/>
                  </a:lnTo>
                  <a:lnTo>
                    <a:pt x="4715109" y="328476"/>
                  </a:lnTo>
                  <a:lnTo>
                    <a:pt x="4715202" y="328476"/>
                  </a:lnTo>
                  <a:lnTo>
                    <a:pt x="4715296" y="328476"/>
                  </a:lnTo>
                  <a:lnTo>
                    <a:pt x="4715389" y="328476"/>
                  </a:lnTo>
                  <a:lnTo>
                    <a:pt x="4715482" y="328476"/>
                  </a:lnTo>
                  <a:lnTo>
                    <a:pt x="4715575" y="328476"/>
                  </a:lnTo>
                  <a:lnTo>
                    <a:pt x="4715669" y="328476"/>
                  </a:lnTo>
                  <a:lnTo>
                    <a:pt x="4715762" y="328476"/>
                  </a:lnTo>
                  <a:lnTo>
                    <a:pt x="4715855" y="328476"/>
                  </a:lnTo>
                  <a:lnTo>
                    <a:pt x="4715948" y="328476"/>
                  </a:lnTo>
                  <a:lnTo>
                    <a:pt x="4716042" y="328476"/>
                  </a:lnTo>
                  <a:lnTo>
                    <a:pt x="4716135" y="328476"/>
                  </a:lnTo>
                  <a:lnTo>
                    <a:pt x="4716228" y="328476"/>
                  </a:lnTo>
                  <a:lnTo>
                    <a:pt x="4716321" y="328476"/>
                  </a:lnTo>
                  <a:lnTo>
                    <a:pt x="4716415" y="328476"/>
                  </a:lnTo>
                  <a:lnTo>
                    <a:pt x="4716508" y="328476"/>
                  </a:lnTo>
                  <a:lnTo>
                    <a:pt x="4716601" y="328476"/>
                  </a:lnTo>
                  <a:lnTo>
                    <a:pt x="4716694" y="328476"/>
                  </a:lnTo>
                  <a:lnTo>
                    <a:pt x="4716788" y="328476"/>
                  </a:lnTo>
                  <a:lnTo>
                    <a:pt x="4716881" y="328476"/>
                  </a:lnTo>
                  <a:lnTo>
                    <a:pt x="4716974" y="328476"/>
                  </a:lnTo>
                  <a:lnTo>
                    <a:pt x="4717067" y="328476"/>
                  </a:lnTo>
                  <a:lnTo>
                    <a:pt x="4717161" y="328476"/>
                  </a:lnTo>
                  <a:lnTo>
                    <a:pt x="4717254" y="328476"/>
                  </a:lnTo>
                  <a:lnTo>
                    <a:pt x="4717347" y="328476"/>
                  </a:lnTo>
                  <a:lnTo>
                    <a:pt x="4717440" y="328476"/>
                  </a:lnTo>
                  <a:lnTo>
                    <a:pt x="4717534" y="328476"/>
                  </a:lnTo>
                  <a:lnTo>
                    <a:pt x="4717627" y="328476"/>
                  </a:lnTo>
                  <a:lnTo>
                    <a:pt x="4717720" y="328476"/>
                  </a:lnTo>
                  <a:lnTo>
                    <a:pt x="4717813" y="328476"/>
                  </a:lnTo>
                  <a:lnTo>
                    <a:pt x="4717906" y="328476"/>
                  </a:lnTo>
                  <a:lnTo>
                    <a:pt x="4718000" y="328476"/>
                  </a:lnTo>
                  <a:lnTo>
                    <a:pt x="4718093" y="328476"/>
                  </a:lnTo>
                  <a:lnTo>
                    <a:pt x="4718186" y="328476"/>
                  </a:lnTo>
                  <a:lnTo>
                    <a:pt x="4718279" y="328476"/>
                  </a:lnTo>
                  <a:lnTo>
                    <a:pt x="4718373" y="328476"/>
                  </a:lnTo>
                  <a:lnTo>
                    <a:pt x="4718466" y="328476"/>
                  </a:lnTo>
                  <a:lnTo>
                    <a:pt x="4718559" y="328476"/>
                  </a:lnTo>
                  <a:lnTo>
                    <a:pt x="4718652" y="328476"/>
                  </a:lnTo>
                  <a:lnTo>
                    <a:pt x="4718746" y="328476"/>
                  </a:lnTo>
                  <a:lnTo>
                    <a:pt x="4718839" y="328476"/>
                  </a:lnTo>
                  <a:lnTo>
                    <a:pt x="4718932" y="328476"/>
                  </a:lnTo>
                  <a:lnTo>
                    <a:pt x="4719025" y="328476"/>
                  </a:lnTo>
                  <a:lnTo>
                    <a:pt x="4719119" y="328476"/>
                  </a:lnTo>
                  <a:lnTo>
                    <a:pt x="4719212" y="328476"/>
                  </a:lnTo>
                  <a:lnTo>
                    <a:pt x="4719305" y="328476"/>
                  </a:lnTo>
                  <a:lnTo>
                    <a:pt x="4719398" y="328476"/>
                  </a:lnTo>
                  <a:lnTo>
                    <a:pt x="4719492" y="328476"/>
                  </a:lnTo>
                  <a:lnTo>
                    <a:pt x="4719585" y="328476"/>
                  </a:lnTo>
                  <a:lnTo>
                    <a:pt x="4719678" y="328476"/>
                  </a:lnTo>
                  <a:lnTo>
                    <a:pt x="4719771" y="328476"/>
                  </a:lnTo>
                  <a:lnTo>
                    <a:pt x="4719865" y="328476"/>
                  </a:lnTo>
                  <a:lnTo>
                    <a:pt x="4719958" y="328476"/>
                  </a:lnTo>
                  <a:lnTo>
                    <a:pt x="4720051" y="328476"/>
                  </a:lnTo>
                  <a:lnTo>
                    <a:pt x="4720144" y="328476"/>
                  </a:lnTo>
                  <a:lnTo>
                    <a:pt x="4720238" y="328476"/>
                  </a:lnTo>
                  <a:lnTo>
                    <a:pt x="4720331" y="328476"/>
                  </a:lnTo>
                  <a:lnTo>
                    <a:pt x="4720424" y="328476"/>
                  </a:lnTo>
                  <a:lnTo>
                    <a:pt x="4720517" y="328476"/>
                  </a:lnTo>
                  <a:lnTo>
                    <a:pt x="4720611" y="328476"/>
                  </a:lnTo>
                  <a:lnTo>
                    <a:pt x="4720704" y="328476"/>
                  </a:lnTo>
                  <a:lnTo>
                    <a:pt x="4720797" y="328476"/>
                  </a:lnTo>
                  <a:lnTo>
                    <a:pt x="4720890" y="328476"/>
                  </a:lnTo>
                  <a:lnTo>
                    <a:pt x="4720984" y="328476"/>
                  </a:lnTo>
                  <a:lnTo>
                    <a:pt x="4721077" y="328476"/>
                  </a:lnTo>
                  <a:lnTo>
                    <a:pt x="4721170" y="328476"/>
                  </a:lnTo>
                  <a:lnTo>
                    <a:pt x="4721170" y="318522"/>
                  </a:lnTo>
                  <a:lnTo>
                    <a:pt x="4721263" y="318522"/>
                  </a:lnTo>
                  <a:lnTo>
                    <a:pt x="4721357" y="318522"/>
                  </a:lnTo>
                  <a:lnTo>
                    <a:pt x="4721450" y="318522"/>
                  </a:lnTo>
                  <a:lnTo>
                    <a:pt x="4721543" y="318522"/>
                  </a:lnTo>
                  <a:lnTo>
                    <a:pt x="4721636" y="318522"/>
                  </a:lnTo>
                  <a:lnTo>
                    <a:pt x="4721730" y="318522"/>
                  </a:lnTo>
                  <a:lnTo>
                    <a:pt x="4721823" y="318522"/>
                  </a:lnTo>
                  <a:lnTo>
                    <a:pt x="4721916" y="318522"/>
                  </a:lnTo>
                  <a:lnTo>
                    <a:pt x="4722009" y="318522"/>
                  </a:lnTo>
                  <a:lnTo>
                    <a:pt x="4722103" y="318522"/>
                  </a:lnTo>
                  <a:lnTo>
                    <a:pt x="4722196" y="318522"/>
                  </a:lnTo>
                  <a:lnTo>
                    <a:pt x="4722289" y="318522"/>
                  </a:lnTo>
                  <a:lnTo>
                    <a:pt x="4722382" y="318522"/>
                  </a:lnTo>
                  <a:lnTo>
                    <a:pt x="4722476" y="318522"/>
                  </a:lnTo>
                  <a:lnTo>
                    <a:pt x="4722476" y="308568"/>
                  </a:lnTo>
                  <a:lnTo>
                    <a:pt x="4722569" y="308568"/>
                  </a:lnTo>
                  <a:lnTo>
                    <a:pt x="4722662" y="308568"/>
                  </a:lnTo>
                  <a:lnTo>
                    <a:pt x="4722755" y="308568"/>
                  </a:lnTo>
                  <a:lnTo>
                    <a:pt x="4722849" y="308568"/>
                  </a:lnTo>
                  <a:lnTo>
                    <a:pt x="4722942" y="308568"/>
                  </a:lnTo>
                  <a:lnTo>
                    <a:pt x="4723035" y="308568"/>
                  </a:lnTo>
                  <a:lnTo>
                    <a:pt x="4723128" y="308568"/>
                  </a:lnTo>
                  <a:lnTo>
                    <a:pt x="4723222" y="308568"/>
                  </a:lnTo>
                  <a:lnTo>
                    <a:pt x="4723315" y="308568"/>
                  </a:lnTo>
                  <a:lnTo>
                    <a:pt x="4723408" y="308568"/>
                  </a:lnTo>
                  <a:lnTo>
                    <a:pt x="4723501" y="308568"/>
                  </a:lnTo>
                  <a:lnTo>
                    <a:pt x="4723595" y="308568"/>
                  </a:lnTo>
                  <a:lnTo>
                    <a:pt x="4723688" y="308568"/>
                  </a:lnTo>
                  <a:lnTo>
                    <a:pt x="4723781" y="308568"/>
                  </a:lnTo>
                  <a:lnTo>
                    <a:pt x="4723874" y="308568"/>
                  </a:lnTo>
                  <a:lnTo>
                    <a:pt x="4723968" y="308568"/>
                  </a:lnTo>
                  <a:lnTo>
                    <a:pt x="4724061" y="308568"/>
                  </a:lnTo>
                  <a:lnTo>
                    <a:pt x="4724154" y="308568"/>
                  </a:lnTo>
                  <a:lnTo>
                    <a:pt x="4724247" y="308568"/>
                  </a:lnTo>
                  <a:lnTo>
                    <a:pt x="4724341" y="308568"/>
                  </a:lnTo>
                  <a:lnTo>
                    <a:pt x="4724434" y="308568"/>
                  </a:lnTo>
                  <a:lnTo>
                    <a:pt x="4724527" y="308568"/>
                  </a:lnTo>
                  <a:lnTo>
                    <a:pt x="4724620" y="308568"/>
                  </a:lnTo>
                  <a:lnTo>
                    <a:pt x="4724713" y="308568"/>
                  </a:lnTo>
                  <a:lnTo>
                    <a:pt x="4724807" y="308568"/>
                  </a:lnTo>
                  <a:lnTo>
                    <a:pt x="4724900" y="308568"/>
                  </a:lnTo>
                  <a:lnTo>
                    <a:pt x="4724993" y="308568"/>
                  </a:lnTo>
                  <a:lnTo>
                    <a:pt x="4725086" y="308568"/>
                  </a:lnTo>
                  <a:lnTo>
                    <a:pt x="4725180" y="308568"/>
                  </a:lnTo>
                  <a:lnTo>
                    <a:pt x="4725273" y="308568"/>
                  </a:lnTo>
                  <a:lnTo>
                    <a:pt x="4725366" y="308568"/>
                  </a:lnTo>
                  <a:lnTo>
                    <a:pt x="4725459" y="308568"/>
                  </a:lnTo>
                  <a:lnTo>
                    <a:pt x="4725553" y="308568"/>
                  </a:lnTo>
                  <a:lnTo>
                    <a:pt x="4725646" y="308568"/>
                  </a:lnTo>
                  <a:lnTo>
                    <a:pt x="4725739" y="308568"/>
                  </a:lnTo>
                  <a:lnTo>
                    <a:pt x="4725832" y="308568"/>
                  </a:lnTo>
                  <a:lnTo>
                    <a:pt x="4725926" y="308568"/>
                  </a:lnTo>
                  <a:lnTo>
                    <a:pt x="4726019" y="308568"/>
                  </a:lnTo>
                  <a:lnTo>
                    <a:pt x="4726112" y="308568"/>
                  </a:lnTo>
                  <a:lnTo>
                    <a:pt x="4726205" y="308568"/>
                  </a:lnTo>
                  <a:lnTo>
                    <a:pt x="4726299" y="308568"/>
                  </a:lnTo>
                  <a:lnTo>
                    <a:pt x="4726392" y="308568"/>
                  </a:lnTo>
                  <a:lnTo>
                    <a:pt x="4726485" y="308568"/>
                  </a:lnTo>
                  <a:lnTo>
                    <a:pt x="4726578" y="308568"/>
                  </a:lnTo>
                  <a:lnTo>
                    <a:pt x="4726672" y="308568"/>
                  </a:lnTo>
                  <a:lnTo>
                    <a:pt x="4726765" y="308568"/>
                  </a:lnTo>
                  <a:lnTo>
                    <a:pt x="4726858" y="308568"/>
                  </a:lnTo>
                  <a:lnTo>
                    <a:pt x="4726951" y="308568"/>
                  </a:lnTo>
                  <a:lnTo>
                    <a:pt x="4727045" y="308568"/>
                  </a:lnTo>
                  <a:lnTo>
                    <a:pt x="4727138" y="308568"/>
                  </a:lnTo>
                  <a:lnTo>
                    <a:pt x="4727231" y="308568"/>
                  </a:lnTo>
                  <a:lnTo>
                    <a:pt x="4727324" y="308568"/>
                  </a:lnTo>
                  <a:lnTo>
                    <a:pt x="4727418" y="308568"/>
                  </a:lnTo>
                  <a:lnTo>
                    <a:pt x="4727511" y="308568"/>
                  </a:lnTo>
                  <a:lnTo>
                    <a:pt x="4727604" y="308568"/>
                  </a:lnTo>
                  <a:lnTo>
                    <a:pt x="4727697" y="308568"/>
                  </a:lnTo>
                  <a:lnTo>
                    <a:pt x="4727791" y="308568"/>
                  </a:lnTo>
                  <a:lnTo>
                    <a:pt x="4727884" y="308568"/>
                  </a:lnTo>
                  <a:lnTo>
                    <a:pt x="4727977" y="308568"/>
                  </a:lnTo>
                  <a:lnTo>
                    <a:pt x="4728070" y="308568"/>
                  </a:lnTo>
                  <a:lnTo>
                    <a:pt x="4728164" y="308568"/>
                  </a:lnTo>
                  <a:lnTo>
                    <a:pt x="4728257" y="308568"/>
                  </a:lnTo>
                  <a:lnTo>
                    <a:pt x="4728350" y="308568"/>
                  </a:lnTo>
                  <a:lnTo>
                    <a:pt x="4728443" y="308568"/>
                  </a:lnTo>
                  <a:lnTo>
                    <a:pt x="4728537" y="308568"/>
                  </a:lnTo>
                  <a:lnTo>
                    <a:pt x="4728630" y="308568"/>
                  </a:lnTo>
                  <a:lnTo>
                    <a:pt x="4728723" y="308568"/>
                  </a:lnTo>
                  <a:lnTo>
                    <a:pt x="4728816" y="308568"/>
                  </a:lnTo>
                  <a:lnTo>
                    <a:pt x="4728910" y="308568"/>
                  </a:lnTo>
                  <a:lnTo>
                    <a:pt x="4729003" y="308568"/>
                  </a:lnTo>
                  <a:lnTo>
                    <a:pt x="4729096" y="308568"/>
                  </a:lnTo>
                  <a:lnTo>
                    <a:pt x="4729189" y="308568"/>
                  </a:lnTo>
                  <a:lnTo>
                    <a:pt x="4729283" y="308568"/>
                  </a:lnTo>
                  <a:lnTo>
                    <a:pt x="4729376" y="308568"/>
                  </a:lnTo>
                  <a:lnTo>
                    <a:pt x="4729469" y="308568"/>
                  </a:lnTo>
                  <a:lnTo>
                    <a:pt x="4729562" y="308568"/>
                  </a:lnTo>
                  <a:lnTo>
                    <a:pt x="4729656" y="308568"/>
                  </a:lnTo>
                  <a:lnTo>
                    <a:pt x="4729749" y="308568"/>
                  </a:lnTo>
                  <a:lnTo>
                    <a:pt x="4729842" y="308568"/>
                  </a:lnTo>
                  <a:lnTo>
                    <a:pt x="4729935" y="308568"/>
                  </a:lnTo>
                  <a:lnTo>
                    <a:pt x="4730029" y="308568"/>
                  </a:lnTo>
                  <a:lnTo>
                    <a:pt x="4730122" y="308568"/>
                  </a:lnTo>
                  <a:lnTo>
                    <a:pt x="4730215" y="308568"/>
                  </a:lnTo>
                  <a:lnTo>
                    <a:pt x="4730308" y="308568"/>
                  </a:lnTo>
                  <a:lnTo>
                    <a:pt x="4730402" y="308568"/>
                  </a:lnTo>
                  <a:lnTo>
                    <a:pt x="4730495" y="308568"/>
                  </a:lnTo>
                  <a:lnTo>
                    <a:pt x="4730588" y="308568"/>
                  </a:lnTo>
                  <a:lnTo>
                    <a:pt x="4730681" y="308568"/>
                  </a:lnTo>
                  <a:lnTo>
                    <a:pt x="4730775" y="308568"/>
                  </a:lnTo>
                  <a:lnTo>
                    <a:pt x="4730868" y="308568"/>
                  </a:lnTo>
                  <a:lnTo>
                    <a:pt x="4730961" y="308568"/>
                  </a:lnTo>
                  <a:lnTo>
                    <a:pt x="4731054" y="308568"/>
                  </a:lnTo>
                  <a:lnTo>
                    <a:pt x="4731148" y="308568"/>
                  </a:lnTo>
                  <a:lnTo>
                    <a:pt x="4731241" y="308568"/>
                  </a:lnTo>
                  <a:lnTo>
                    <a:pt x="4731334" y="308568"/>
                  </a:lnTo>
                  <a:lnTo>
                    <a:pt x="4731427" y="308568"/>
                  </a:lnTo>
                  <a:lnTo>
                    <a:pt x="4731521" y="308568"/>
                  </a:lnTo>
                  <a:lnTo>
                    <a:pt x="4731614" y="308568"/>
                  </a:lnTo>
                  <a:lnTo>
                    <a:pt x="4731707" y="308568"/>
                  </a:lnTo>
                  <a:lnTo>
                    <a:pt x="4731800" y="308568"/>
                  </a:lnTo>
                  <a:lnTo>
                    <a:pt x="4731893" y="308568"/>
                  </a:lnTo>
                  <a:lnTo>
                    <a:pt x="4731987" y="308568"/>
                  </a:lnTo>
                  <a:lnTo>
                    <a:pt x="4732080" y="308568"/>
                  </a:lnTo>
                  <a:lnTo>
                    <a:pt x="4732173" y="308568"/>
                  </a:lnTo>
                  <a:lnTo>
                    <a:pt x="4732266" y="308568"/>
                  </a:lnTo>
                  <a:lnTo>
                    <a:pt x="4732360" y="308568"/>
                  </a:lnTo>
                  <a:lnTo>
                    <a:pt x="4732453" y="308568"/>
                  </a:lnTo>
                  <a:lnTo>
                    <a:pt x="4732546" y="308568"/>
                  </a:lnTo>
                  <a:lnTo>
                    <a:pt x="4732639" y="308568"/>
                  </a:lnTo>
                  <a:lnTo>
                    <a:pt x="4732733" y="308568"/>
                  </a:lnTo>
                  <a:lnTo>
                    <a:pt x="4732826" y="308568"/>
                  </a:lnTo>
                  <a:lnTo>
                    <a:pt x="4732919" y="308568"/>
                  </a:lnTo>
                  <a:lnTo>
                    <a:pt x="4733012" y="308568"/>
                  </a:lnTo>
                  <a:lnTo>
                    <a:pt x="4733106" y="308568"/>
                  </a:lnTo>
                  <a:lnTo>
                    <a:pt x="4733199" y="308568"/>
                  </a:lnTo>
                  <a:lnTo>
                    <a:pt x="4733292" y="308568"/>
                  </a:lnTo>
                  <a:lnTo>
                    <a:pt x="4733385" y="308568"/>
                  </a:lnTo>
                  <a:lnTo>
                    <a:pt x="4733479" y="308568"/>
                  </a:lnTo>
                  <a:lnTo>
                    <a:pt x="4733572" y="308568"/>
                  </a:lnTo>
                  <a:lnTo>
                    <a:pt x="4733665" y="308568"/>
                  </a:lnTo>
                  <a:lnTo>
                    <a:pt x="4733758" y="308568"/>
                  </a:lnTo>
                  <a:lnTo>
                    <a:pt x="4733852" y="308568"/>
                  </a:lnTo>
                  <a:lnTo>
                    <a:pt x="4733945" y="308568"/>
                  </a:lnTo>
                  <a:lnTo>
                    <a:pt x="4734038" y="308568"/>
                  </a:lnTo>
                  <a:lnTo>
                    <a:pt x="4734131" y="308568"/>
                  </a:lnTo>
                  <a:lnTo>
                    <a:pt x="4734225" y="308568"/>
                  </a:lnTo>
                  <a:lnTo>
                    <a:pt x="4734318" y="308568"/>
                  </a:lnTo>
                  <a:lnTo>
                    <a:pt x="4734411" y="308568"/>
                  </a:lnTo>
                  <a:lnTo>
                    <a:pt x="4734504" y="308568"/>
                  </a:lnTo>
                  <a:lnTo>
                    <a:pt x="4734598" y="308568"/>
                  </a:lnTo>
                  <a:lnTo>
                    <a:pt x="4734691" y="308568"/>
                  </a:lnTo>
                  <a:lnTo>
                    <a:pt x="4734784" y="308568"/>
                  </a:lnTo>
                  <a:lnTo>
                    <a:pt x="4734877" y="308568"/>
                  </a:lnTo>
                  <a:lnTo>
                    <a:pt x="4734971" y="308568"/>
                  </a:lnTo>
                  <a:lnTo>
                    <a:pt x="4735064" y="308568"/>
                  </a:lnTo>
                  <a:lnTo>
                    <a:pt x="4735157" y="308568"/>
                  </a:lnTo>
                  <a:lnTo>
                    <a:pt x="4735250" y="308568"/>
                  </a:lnTo>
                  <a:lnTo>
                    <a:pt x="4735344" y="308568"/>
                  </a:lnTo>
                  <a:lnTo>
                    <a:pt x="4735437" y="308568"/>
                  </a:lnTo>
                  <a:lnTo>
                    <a:pt x="4735530" y="308568"/>
                  </a:lnTo>
                  <a:lnTo>
                    <a:pt x="4735623" y="308568"/>
                  </a:lnTo>
                  <a:lnTo>
                    <a:pt x="4735717" y="308568"/>
                  </a:lnTo>
                  <a:lnTo>
                    <a:pt x="4735810" y="308568"/>
                  </a:lnTo>
                  <a:lnTo>
                    <a:pt x="4735903" y="308568"/>
                  </a:lnTo>
                  <a:lnTo>
                    <a:pt x="4735996" y="308568"/>
                  </a:lnTo>
                  <a:lnTo>
                    <a:pt x="4736090" y="308568"/>
                  </a:lnTo>
                  <a:lnTo>
                    <a:pt x="4736183" y="308568"/>
                  </a:lnTo>
                  <a:lnTo>
                    <a:pt x="4736276" y="308568"/>
                  </a:lnTo>
                  <a:lnTo>
                    <a:pt x="4736369" y="308568"/>
                  </a:lnTo>
                  <a:lnTo>
                    <a:pt x="4736463" y="308568"/>
                  </a:lnTo>
                  <a:lnTo>
                    <a:pt x="4736556" y="308568"/>
                  </a:lnTo>
                  <a:lnTo>
                    <a:pt x="4736649" y="308568"/>
                  </a:lnTo>
                  <a:lnTo>
                    <a:pt x="4736742" y="308568"/>
                  </a:lnTo>
                  <a:lnTo>
                    <a:pt x="4736836" y="308568"/>
                  </a:lnTo>
                  <a:lnTo>
                    <a:pt x="4736929" y="308568"/>
                  </a:lnTo>
                  <a:lnTo>
                    <a:pt x="4737022" y="308568"/>
                  </a:lnTo>
                  <a:lnTo>
                    <a:pt x="4737115" y="308568"/>
                  </a:lnTo>
                  <a:lnTo>
                    <a:pt x="4737209" y="308568"/>
                  </a:lnTo>
                  <a:lnTo>
                    <a:pt x="4737302" y="308568"/>
                  </a:lnTo>
                  <a:lnTo>
                    <a:pt x="4737395" y="308568"/>
                  </a:lnTo>
                  <a:lnTo>
                    <a:pt x="4737488" y="308568"/>
                  </a:lnTo>
                  <a:lnTo>
                    <a:pt x="4737582" y="308568"/>
                  </a:lnTo>
                  <a:lnTo>
                    <a:pt x="4737675" y="308568"/>
                  </a:lnTo>
                  <a:lnTo>
                    <a:pt x="4737768" y="308568"/>
                  </a:lnTo>
                  <a:lnTo>
                    <a:pt x="4737861" y="308568"/>
                  </a:lnTo>
                  <a:lnTo>
                    <a:pt x="4737955" y="308568"/>
                  </a:lnTo>
                  <a:lnTo>
                    <a:pt x="4738048" y="308568"/>
                  </a:lnTo>
                  <a:lnTo>
                    <a:pt x="4738141" y="308568"/>
                  </a:lnTo>
                  <a:lnTo>
                    <a:pt x="4738234" y="308568"/>
                  </a:lnTo>
                  <a:lnTo>
                    <a:pt x="4738328" y="308568"/>
                  </a:lnTo>
                  <a:lnTo>
                    <a:pt x="4738421" y="308568"/>
                  </a:lnTo>
                  <a:lnTo>
                    <a:pt x="4738514" y="308568"/>
                  </a:lnTo>
                  <a:lnTo>
                    <a:pt x="4738607" y="308568"/>
                  </a:lnTo>
                  <a:lnTo>
                    <a:pt x="4738700" y="308568"/>
                  </a:lnTo>
                  <a:lnTo>
                    <a:pt x="4738794" y="308568"/>
                  </a:lnTo>
                  <a:lnTo>
                    <a:pt x="4738887" y="308568"/>
                  </a:lnTo>
                  <a:lnTo>
                    <a:pt x="4738980" y="308568"/>
                  </a:lnTo>
                  <a:lnTo>
                    <a:pt x="4739073" y="308568"/>
                  </a:lnTo>
                  <a:lnTo>
                    <a:pt x="4739167" y="308568"/>
                  </a:lnTo>
                  <a:lnTo>
                    <a:pt x="4739260" y="308568"/>
                  </a:lnTo>
                  <a:lnTo>
                    <a:pt x="4739353" y="308568"/>
                  </a:lnTo>
                  <a:lnTo>
                    <a:pt x="4739446" y="308568"/>
                  </a:lnTo>
                  <a:lnTo>
                    <a:pt x="4739540" y="308568"/>
                  </a:lnTo>
                  <a:lnTo>
                    <a:pt x="4739633" y="308568"/>
                  </a:lnTo>
                  <a:lnTo>
                    <a:pt x="4739726" y="308568"/>
                  </a:lnTo>
                  <a:lnTo>
                    <a:pt x="4739819" y="308568"/>
                  </a:lnTo>
                  <a:lnTo>
                    <a:pt x="4739913" y="308568"/>
                  </a:lnTo>
                  <a:lnTo>
                    <a:pt x="4740006" y="308568"/>
                  </a:lnTo>
                  <a:lnTo>
                    <a:pt x="4740099" y="308568"/>
                  </a:lnTo>
                  <a:lnTo>
                    <a:pt x="4740192" y="308568"/>
                  </a:lnTo>
                  <a:lnTo>
                    <a:pt x="4740286" y="308568"/>
                  </a:lnTo>
                  <a:lnTo>
                    <a:pt x="4740379" y="308568"/>
                  </a:lnTo>
                  <a:lnTo>
                    <a:pt x="4740472" y="308568"/>
                  </a:lnTo>
                  <a:lnTo>
                    <a:pt x="4740565" y="308568"/>
                  </a:lnTo>
                  <a:lnTo>
                    <a:pt x="4740659" y="308568"/>
                  </a:lnTo>
                  <a:lnTo>
                    <a:pt x="4740752" y="308568"/>
                  </a:lnTo>
                  <a:lnTo>
                    <a:pt x="4740845" y="308568"/>
                  </a:lnTo>
                  <a:lnTo>
                    <a:pt x="4740938" y="308568"/>
                  </a:lnTo>
                  <a:lnTo>
                    <a:pt x="4741032" y="308568"/>
                  </a:lnTo>
                  <a:lnTo>
                    <a:pt x="4741125" y="308568"/>
                  </a:lnTo>
                  <a:lnTo>
                    <a:pt x="4741218" y="308568"/>
                  </a:lnTo>
                  <a:lnTo>
                    <a:pt x="4741311" y="308568"/>
                  </a:lnTo>
                  <a:lnTo>
                    <a:pt x="4741405" y="308568"/>
                  </a:lnTo>
                  <a:lnTo>
                    <a:pt x="4741498" y="308568"/>
                  </a:lnTo>
                  <a:lnTo>
                    <a:pt x="4741591" y="308568"/>
                  </a:lnTo>
                  <a:lnTo>
                    <a:pt x="4741684" y="308568"/>
                  </a:lnTo>
                  <a:lnTo>
                    <a:pt x="4741778" y="308568"/>
                  </a:lnTo>
                  <a:lnTo>
                    <a:pt x="4741871" y="308568"/>
                  </a:lnTo>
                  <a:lnTo>
                    <a:pt x="4741964" y="308568"/>
                  </a:lnTo>
                  <a:lnTo>
                    <a:pt x="4742057" y="308568"/>
                  </a:lnTo>
                  <a:lnTo>
                    <a:pt x="4742151" y="308568"/>
                  </a:lnTo>
                  <a:lnTo>
                    <a:pt x="4742244" y="308568"/>
                  </a:lnTo>
                  <a:lnTo>
                    <a:pt x="4742337" y="308568"/>
                  </a:lnTo>
                  <a:lnTo>
                    <a:pt x="4742430" y="308568"/>
                  </a:lnTo>
                  <a:lnTo>
                    <a:pt x="4742524" y="308568"/>
                  </a:lnTo>
                  <a:lnTo>
                    <a:pt x="4742617" y="308568"/>
                  </a:lnTo>
                  <a:lnTo>
                    <a:pt x="4742710" y="308568"/>
                  </a:lnTo>
                  <a:lnTo>
                    <a:pt x="4742803" y="308568"/>
                  </a:lnTo>
                  <a:lnTo>
                    <a:pt x="4742897" y="308568"/>
                  </a:lnTo>
                  <a:lnTo>
                    <a:pt x="4742990" y="308568"/>
                  </a:lnTo>
                  <a:lnTo>
                    <a:pt x="4743083" y="308568"/>
                  </a:lnTo>
                  <a:lnTo>
                    <a:pt x="4743176" y="308568"/>
                  </a:lnTo>
                  <a:lnTo>
                    <a:pt x="4743270" y="308568"/>
                  </a:lnTo>
                  <a:lnTo>
                    <a:pt x="4743363" y="308568"/>
                  </a:lnTo>
                  <a:lnTo>
                    <a:pt x="4743456" y="308568"/>
                  </a:lnTo>
                  <a:lnTo>
                    <a:pt x="4743549" y="308568"/>
                  </a:lnTo>
                  <a:lnTo>
                    <a:pt x="4743643" y="308568"/>
                  </a:lnTo>
                  <a:lnTo>
                    <a:pt x="4743736" y="308568"/>
                  </a:lnTo>
                  <a:lnTo>
                    <a:pt x="4743829" y="308568"/>
                  </a:lnTo>
                  <a:lnTo>
                    <a:pt x="4743922" y="308568"/>
                  </a:lnTo>
                  <a:lnTo>
                    <a:pt x="4744016" y="308568"/>
                  </a:lnTo>
                  <a:lnTo>
                    <a:pt x="4744109" y="308568"/>
                  </a:lnTo>
                  <a:lnTo>
                    <a:pt x="4744202" y="308568"/>
                  </a:lnTo>
                  <a:lnTo>
                    <a:pt x="4744295" y="308568"/>
                  </a:lnTo>
                  <a:lnTo>
                    <a:pt x="4744389" y="308568"/>
                  </a:lnTo>
                  <a:lnTo>
                    <a:pt x="4744482" y="308568"/>
                  </a:lnTo>
                  <a:lnTo>
                    <a:pt x="4744575" y="308568"/>
                  </a:lnTo>
                  <a:lnTo>
                    <a:pt x="4744668" y="308568"/>
                  </a:lnTo>
                  <a:lnTo>
                    <a:pt x="4744762" y="308568"/>
                  </a:lnTo>
                  <a:lnTo>
                    <a:pt x="4744855" y="308568"/>
                  </a:lnTo>
                  <a:lnTo>
                    <a:pt x="4744948" y="308568"/>
                  </a:lnTo>
                  <a:lnTo>
                    <a:pt x="4745041" y="308568"/>
                  </a:lnTo>
                  <a:lnTo>
                    <a:pt x="4745135" y="308568"/>
                  </a:lnTo>
                  <a:lnTo>
                    <a:pt x="4745228" y="308568"/>
                  </a:lnTo>
                  <a:lnTo>
                    <a:pt x="4745321" y="308568"/>
                  </a:lnTo>
                  <a:lnTo>
                    <a:pt x="4745414" y="308568"/>
                  </a:lnTo>
                  <a:lnTo>
                    <a:pt x="4745507" y="308568"/>
                  </a:lnTo>
                  <a:lnTo>
                    <a:pt x="4745601" y="308568"/>
                  </a:lnTo>
                  <a:lnTo>
                    <a:pt x="4745694" y="308568"/>
                  </a:lnTo>
                  <a:lnTo>
                    <a:pt x="4745787" y="308568"/>
                  </a:lnTo>
                  <a:lnTo>
                    <a:pt x="4745880" y="308568"/>
                  </a:lnTo>
                  <a:lnTo>
                    <a:pt x="4745974" y="308568"/>
                  </a:lnTo>
                  <a:lnTo>
                    <a:pt x="4746067" y="308568"/>
                  </a:lnTo>
                  <a:lnTo>
                    <a:pt x="4746160" y="308568"/>
                  </a:lnTo>
                  <a:lnTo>
                    <a:pt x="4746253" y="308568"/>
                  </a:lnTo>
                  <a:lnTo>
                    <a:pt x="4746347" y="308568"/>
                  </a:lnTo>
                  <a:lnTo>
                    <a:pt x="4746440" y="308568"/>
                  </a:lnTo>
                  <a:lnTo>
                    <a:pt x="4746533" y="308568"/>
                  </a:lnTo>
                  <a:lnTo>
                    <a:pt x="4746626" y="308568"/>
                  </a:lnTo>
                  <a:lnTo>
                    <a:pt x="4746720" y="308568"/>
                  </a:lnTo>
                  <a:lnTo>
                    <a:pt x="4746813" y="308568"/>
                  </a:lnTo>
                  <a:lnTo>
                    <a:pt x="4746906" y="308568"/>
                  </a:lnTo>
                  <a:lnTo>
                    <a:pt x="4746999" y="308568"/>
                  </a:lnTo>
                  <a:lnTo>
                    <a:pt x="4747093" y="308568"/>
                  </a:lnTo>
                  <a:lnTo>
                    <a:pt x="4747186" y="308568"/>
                  </a:lnTo>
                  <a:lnTo>
                    <a:pt x="4747279" y="308568"/>
                  </a:lnTo>
                  <a:lnTo>
                    <a:pt x="4747372" y="308568"/>
                  </a:lnTo>
                  <a:lnTo>
                    <a:pt x="4747466" y="308568"/>
                  </a:lnTo>
                  <a:lnTo>
                    <a:pt x="4747559" y="308568"/>
                  </a:lnTo>
                  <a:lnTo>
                    <a:pt x="4747652" y="308568"/>
                  </a:lnTo>
                  <a:lnTo>
                    <a:pt x="4747745" y="308568"/>
                  </a:lnTo>
                  <a:lnTo>
                    <a:pt x="4747839" y="308568"/>
                  </a:lnTo>
                  <a:lnTo>
                    <a:pt x="4747932" y="308568"/>
                  </a:lnTo>
                  <a:lnTo>
                    <a:pt x="4748025" y="308568"/>
                  </a:lnTo>
                  <a:lnTo>
                    <a:pt x="4748118" y="308568"/>
                  </a:lnTo>
                  <a:lnTo>
                    <a:pt x="4748212" y="308568"/>
                  </a:lnTo>
                  <a:lnTo>
                    <a:pt x="4748305" y="308568"/>
                  </a:lnTo>
                  <a:lnTo>
                    <a:pt x="4748398" y="308568"/>
                  </a:lnTo>
                  <a:lnTo>
                    <a:pt x="4748491" y="308568"/>
                  </a:lnTo>
                  <a:lnTo>
                    <a:pt x="4748585" y="308568"/>
                  </a:lnTo>
                  <a:lnTo>
                    <a:pt x="4748678" y="308568"/>
                  </a:lnTo>
                  <a:lnTo>
                    <a:pt x="4748771" y="308568"/>
                  </a:lnTo>
                  <a:lnTo>
                    <a:pt x="4748864" y="308568"/>
                  </a:lnTo>
                  <a:lnTo>
                    <a:pt x="4748958" y="308568"/>
                  </a:lnTo>
                  <a:lnTo>
                    <a:pt x="4749051" y="308568"/>
                  </a:lnTo>
                  <a:lnTo>
                    <a:pt x="4749144" y="308568"/>
                  </a:lnTo>
                  <a:lnTo>
                    <a:pt x="4749237" y="308568"/>
                  </a:lnTo>
                  <a:lnTo>
                    <a:pt x="4749331" y="308568"/>
                  </a:lnTo>
                  <a:lnTo>
                    <a:pt x="4749424" y="308568"/>
                  </a:lnTo>
                  <a:lnTo>
                    <a:pt x="4749517" y="308568"/>
                  </a:lnTo>
                  <a:lnTo>
                    <a:pt x="4749610" y="308568"/>
                  </a:lnTo>
                  <a:lnTo>
                    <a:pt x="4749704" y="308568"/>
                  </a:lnTo>
                  <a:lnTo>
                    <a:pt x="4749797" y="308568"/>
                  </a:lnTo>
                  <a:lnTo>
                    <a:pt x="4749890" y="308568"/>
                  </a:lnTo>
                  <a:lnTo>
                    <a:pt x="4749983" y="308568"/>
                  </a:lnTo>
                  <a:lnTo>
                    <a:pt x="4750077" y="308568"/>
                  </a:lnTo>
                  <a:lnTo>
                    <a:pt x="4750170" y="308568"/>
                  </a:lnTo>
                  <a:lnTo>
                    <a:pt x="4750263" y="308568"/>
                  </a:lnTo>
                  <a:lnTo>
                    <a:pt x="4750356" y="308568"/>
                  </a:lnTo>
                  <a:lnTo>
                    <a:pt x="4750450" y="308568"/>
                  </a:lnTo>
                  <a:lnTo>
                    <a:pt x="4750543" y="308568"/>
                  </a:lnTo>
                  <a:lnTo>
                    <a:pt x="4750636" y="308568"/>
                  </a:lnTo>
                  <a:lnTo>
                    <a:pt x="4750729" y="308568"/>
                  </a:lnTo>
                  <a:lnTo>
                    <a:pt x="4750823" y="308568"/>
                  </a:lnTo>
                  <a:lnTo>
                    <a:pt x="4750916" y="308568"/>
                  </a:lnTo>
                  <a:lnTo>
                    <a:pt x="4751009" y="308568"/>
                  </a:lnTo>
                  <a:lnTo>
                    <a:pt x="4751102" y="308568"/>
                  </a:lnTo>
                  <a:lnTo>
                    <a:pt x="4751196" y="308568"/>
                  </a:lnTo>
                  <a:lnTo>
                    <a:pt x="4751289" y="308568"/>
                  </a:lnTo>
                  <a:lnTo>
                    <a:pt x="4751382" y="308568"/>
                  </a:lnTo>
                  <a:lnTo>
                    <a:pt x="4751475" y="308568"/>
                  </a:lnTo>
                  <a:lnTo>
                    <a:pt x="4751569" y="308568"/>
                  </a:lnTo>
                  <a:lnTo>
                    <a:pt x="4751662" y="308568"/>
                  </a:lnTo>
                  <a:lnTo>
                    <a:pt x="4751755" y="308568"/>
                  </a:lnTo>
                  <a:lnTo>
                    <a:pt x="4751848" y="308568"/>
                  </a:lnTo>
                  <a:lnTo>
                    <a:pt x="4751942" y="308568"/>
                  </a:lnTo>
                  <a:lnTo>
                    <a:pt x="4752035" y="308568"/>
                  </a:lnTo>
                  <a:lnTo>
                    <a:pt x="4752128" y="308568"/>
                  </a:lnTo>
                  <a:lnTo>
                    <a:pt x="4752221" y="308568"/>
                  </a:lnTo>
                  <a:lnTo>
                    <a:pt x="4752315" y="308568"/>
                  </a:lnTo>
                  <a:lnTo>
                    <a:pt x="4752408" y="308568"/>
                  </a:lnTo>
                  <a:lnTo>
                    <a:pt x="4752501" y="308568"/>
                  </a:lnTo>
                  <a:lnTo>
                    <a:pt x="4752594" y="308568"/>
                  </a:lnTo>
                  <a:lnTo>
                    <a:pt x="4752687" y="308568"/>
                  </a:lnTo>
                  <a:lnTo>
                    <a:pt x="4752781" y="308568"/>
                  </a:lnTo>
                  <a:lnTo>
                    <a:pt x="4752874" y="308568"/>
                  </a:lnTo>
                  <a:lnTo>
                    <a:pt x="4752967" y="308568"/>
                  </a:lnTo>
                  <a:lnTo>
                    <a:pt x="4753060" y="308568"/>
                  </a:lnTo>
                  <a:lnTo>
                    <a:pt x="4753154" y="308568"/>
                  </a:lnTo>
                  <a:lnTo>
                    <a:pt x="4753247" y="308568"/>
                  </a:lnTo>
                  <a:lnTo>
                    <a:pt x="4753340" y="308568"/>
                  </a:lnTo>
                  <a:lnTo>
                    <a:pt x="4753433" y="308568"/>
                  </a:lnTo>
                  <a:lnTo>
                    <a:pt x="4753527" y="308568"/>
                  </a:lnTo>
                  <a:lnTo>
                    <a:pt x="4753620" y="308568"/>
                  </a:lnTo>
                  <a:lnTo>
                    <a:pt x="4753713" y="308568"/>
                  </a:lnTo>
                  <a:lnTo>
                    <a:pt x="4753806" y="308568"/>
                  </a:lnTo>
                  <a:lnTo>
                    <a:pt x="4753900" y="308568"/>
                  </a:lnTo>
                  <a:lnTo>
                    <a:pt x="4753993" y="308568"/>
                  </a:lnTo>
                  <a:lnTo>
                    <a:pt x="4754086" y="308568"/>
                  </a:lnTo>
                  <a:lnTo>
                    <a:pt x="4754179" y="308568"/>
                  </a:lnTo>
                  <a:lnTo>
                    <a:pt x="4754273" y="308568"/>
                  </a:lnTo>
                  <a:lnTo>
                    <a:pt x="4754366" y="308568"/>
                  </a:lnTo>
                  <a:lnTo>
                    <a:pt x="4754459" y="308568"/>
                  </a:lnTo>
                  <a:lnTo>
                    <a:pt x="4754552" y="308568"/>
                  </a:lnTo>
                  <a:lnTo>
                    <a:pt x="4754646" y="308568"/>
                  </a:lnTo>
                  <a:lnTo>
                    <a:pt x="4754739" y="308568"/>
                  </a:lnTo>
                  <a:lnTo>
                    <a:pt x="4754832" y="308568"/>
                  </a:lnTo>
                  <a:lnTo>
                    <a:pt x="4754925" y="308568"/>
                  </a:lnTo>
                  <a:lnTo>
                    <a:pt x="4755019" y="308568"/>
                  </a:lnTo>
                  <a:lnTo>
                    <a:pt x="4755112" y="308568"/>
                  </a:lnTo>
                  <a:lnTo>
                    <a:pt x="4755205" y="308568"/>
                  </a:lnTo>
                  <a:lnTo>
                    <a:pt x="4755298" y="308568"/>
                  </a:lnTo>
                  <a:lnTo>
                    <a:pt x="4755392" y="308568"/>
                  </a:lnTo>
                  <a:lnTo>
                    <a:pt x="4755485" y="308568"/>
                  </a:lnTo>
                  <a:lnTo>
                    <a:pt x="4755578" y="308568"/>
                  </a:lnTo>
                  <a:lnTo>
                    <a:pt x="4755671" y="308568"/>
                  </a:lnTo>
                  <a:lnTo>
                    <a:pt x="4755765" y="308568"/>
                  </a:lnTo>
                  <a:lnTo>
                    <a:pt x="4755858" y="308568"/>
                  </a:lnTo>
                  <a:lnTo>
                    <a:pt x="4755951" y="308568"/>
                  </a:lnTo>
                  <a:lnTo>
                    <a:pt x="4756044" y="308568"/>
                  </a:lnTo>
                  <a:lnTo>
                    <a:pt x="4756138" y="308568"/>
                  </a:lnTo>
                  <a:lnTo>
                    <a:pt x="4756231" y="308568"/>
                  </a:lnTo>
                  <a:lnTo>
                    <a:pt x="4756324" y="308568"/>
                  </a:lnTo>
                  <a:lnTo>
                    <a:pt x="4756417" y="308568"/>
                  </a:lnTo>
                  <a:lnTo>
                    <a:pt x="4756511" y="308568"/>
                  </a:lnTo>
                  <a:lnTo>
                    <a:pt x="4756604" y="308568"/>
                  </a:lnTo>
                  <a:lnTo>
                    <a:pt x="4756697" y="308568"/>
                  </a:lnTo>
                  <a:lnTo>
                    <a:pt x="4756790" y="308568"/>
                  </a:lnTo>
                  <a:lnTo>
                    <a:pt x="4756884" y="308568"/>
                  </a:lnTo>
                  <a:lnTo>
                    <a:pt x="4756977" y="308568"/>
                  </a:lnTo>
                  <a:lnTo>
                    <a:pt x="4757070" y="308568"/>
                  </a:lnTo>
                  <a:lnTo>
                    <a:pt x="4757163" y="308568"/>
                  </a:lnTo>
                  <a:lnTo>
                    <a:pt x="4757257" y="308568"/>
                  </a:lnTo>
                  <a:lnTo>
                    <a:pt x="4757350" y="308568"/>
                  </a:lnTo>
                  <a:lnTo>
                    <a:pt x="4757443" y="308568"/>
                  </a:lnTo>
                  <a:lnTo>
                    <a:pt x="4757536" y="308568"/>
                  </a:lnTo>
                  <a:lnTo>
                    <a:pt x="4757630" y="308568"/>
                  </a:lnTo>
                  <a:lnTo>
                    <a:pt x="4757723" y="308568"/>
                  </a:lnTo>
                  <a:lnTo>
                    <a:pt x="4757816" y="308568"/>
                  </a:lnTo>
                  <a:lnTo>
                    <a:pt x="4757909" y="308568"/>
                  </a:lnTo>
                  <a:lnTo>
                    <a:pt x="4758003" y="308568"/>
                  </a:lnTo>
                  <a:lnTo>
                    <a:pt x="4758096" y="308568"/>
                  </a:lnTo>
                  <a:lnTo>
                    <a:pt x="4758189" y="308568"/>
                  </a:lnTo>
                  <a:lnTo>
                    <a:pt x="4758282" y="308568"/>
                  </a:lnTo>
                  <a:lnTo>
                    <a:pt x="4758376" y="308568"/>
                  </a:lnTo>
                  <a:lnTo>
                    <a:pt x="4758469" y="308568"/>
                  </a:lnTo>
                  <a:lnTo>
                    <a:pt x="4758562" y="308568"/>
                  </a:lnTo>
                  <a:lnTo>
                    <a:pt x="4758655" y="308568"/>
                  </a:lnTo>
                  <a:lnTo>
                    <a:pt x="4758749" y="308568"/>
                  </a:lnTo>
                  <a:lnTo>
                    <a:pt x="4758842" y="308568"/>
                  </a:lnTo>
                  <a:lnTo>
                    <a:pt x="4758935" y="308568"/>
                  </a:lnTo>
                  <a:lnTo>
                    <a:pt x="4759028" y="308568"/>
                  </a:lnTo>
                  <a:lnTo>
                    <a:pt x="4759122" y="308568"/>
                  </a:lnTo>
                  <a:lnTo>
                    <a:pt x="4759215" y="308568"/>
                  </a:lnTo>
                  <a:lnTo>
                    <a:pt x="4759308" y="308568"/>
                  </a:lnTo>
                  <a:lnTo>
                    <a:pt x="4759401" y="308568"/>
                  </a:lnTo>
                  <a:lnTo>
                    <a:pt x="4759494" y="308568"/>
                  </a:lnTo>
                  <a:lnTo>
                    <a:pt x="4759588" y="308568"/>
                  </a:lnTo>
                  <a:lnTo>
                    <a:pt x="4759681" y="308568"/>
                  </a:lnTo>
                  <a:lnTo>
                    <a:pt x="4759774" y="308568"/>
                  </a:lnTo>
                  <a:lnTo>
                    <a:pt x="4759867" y="308568"/>
                  </a:lnTo>
                  <a:lnTo>
                    <a:pt x="4759961" y="308568"/>
                  </a:lnTo>
                  <a:lnTo>
                    <a:pt x="4760054" y="308568"/>
                  </a:lnTo>
                  <a:lnTo>
                    <a:pt x="4760147" y="308568"/>
                  </a:lnTo>
                  <a:lnTo>
                    <a:pt x="4760240" y="308568"/>
                  </a:lnTo>
                  <a:lnTo>
                    <a:pt x="4760334" y="308568"/>
                  </a:lnTo>
                  <a:lnTo>
                    <a:pt x="4760427" y="308568"/>
                  </a:lnTo>
                  <a:lnTo>
                    <a:pt x="4760520" y="308568"/>
                  </a:lnTo>
                  <a:lnTo>
                    <a:pt x="4760613" y="308568"/>
                  </a:lnTo>
                  <a:lnTo>
                    <a:pt x="4760707" y="308568"/>
                  </a:lnTo>
                  <a:lnTo>
                    <a:pt x="4760800" y="308568"/>
                  </a:lnTo>
                  <a:lnTo>
                    <a:pt x="4760893" y="308568"/>
                  </a:lnTo>
                  <a:lnTo>
                    <a:pt x="4760986" y="308568"/>
                  </a:lnTo>
                  <a:lnTo>
                    <a:pt x="4761080" y="308568"/>
                  </a:lnTo>
                  <a:lnTo>
                    <a:pt x="4761173" y="308568"/>
                  </a:lnTo>
                  <a:lnTo>
                    <a:pt x="4761266" y="308568"/>
                  </a:lnTo>
                  <a:lnTo>
                    <a:pt x="4761359" y="308568"/>
                  </a:lnTo>
                  <a:lnTo>
                    <a:pt x="4761453" y="308568"/>
                  </a:lnTo>
                  <a:lnTo>
                    <a:pt x="4761546" y="308568"/>
                  </a:lnTo>
                  <a:lnTo>
                    <a:pt x="4761639" y="308568"/>
                  </a:lnTo>
                  <a:lnTo>
                    <a:pt x="4761732" y="308568"/>
                  </a:lnTo>
                  <a:lnTo>
                    <a:pt x="4761826" y="308568"/>
                  </a:lnTo>
                  <a:lnTo>
                    <a:pt x="4761919" y="308568"/>
                  </a:lnTo>
                  <a:lnTo>
                    <a:pt x="4762012" y="308568"/>
                  </a:lnTo>
                  <a:lnTo>
                    <a:pt x="4762105" y="308568"/>
                  </a:lnTo>
                  <a:lnTo>
                    <a:pt x="4762199" y="308568"/>
                  </a:lnTo>
                  <a:lnTo>
                    <a:pt x="4762292" y="308568"/>
                  </a:lnTo>
                  <a:lnTo>
                    <a:pt x="4762385" y="308568"/>
                  </a:lnTo>
                  <a:lnTo>
                    <a:pt x="4762478" y="308568"/>
                  </a:lnTo>
                  <a:lnTo>
                    <a:pt x="4762572" y="308568"/>
                  </a:lnTo>
                  <a:lnTo>
                    <a:pt x="4762572" y="298614"/>
                  </a:lnTo>
                  <a:lnTo>
                    <a:pt x="4762665" y="298614"/>
                  </a:lnTo>
                  <a:lnTo>
                    <a:pt x="4762758" y="298614"/>
                  </a:lnTo>
                  <a:lnTo>
                    <a:pt x="4762851" y="298614"/>
                  </a:lnTo>
                  <a:lnTo>
                    <a:pt x="4762945" y="298614"/>
                  </a:lnTo>
                  <a:lnTo>
                    <a:pt x="4763038" y="298614"/>
                  </a:lnTo>
                  <a:lnTo>
                    <a:pt x="4763131" y="298614"/>
                  </a:lnTo>
                  <a:lnTo>
                    <a:pt x="4763224" y="298614"/>
                  </a:lnTo>
                  <a:lnTo>
                    <a:pt x="4763318" y="298614"/>
                  </a:lnTo>
                  <a:lnTo>
                    <a:pt x="4763411" y="298614"/>
                  </a:lnTo>
                  <a:lnTo>
                    <a:pt x="4763504" y="298614"/>
                  </a:lnTo>
                  <a:lnTo>
                    <a:pt x="4763597" y="298614"/>
                  </a:lnTo>
                  <a:lnTo>
                    <a:pt x="4763691" y="298614"/>
                  </a:lnTo>
                  <a:lnTo>
                    <a:pt x="4763784" y="298614"/>
                  </a:lnTo>
                  <a:lnTo>
                    <a:pt x="4763877" y="298614"/>
                  </a:lnTo>
                  <a:lnTo>
                    <a:pt x="4763970" y="298614"/>
                  </a:lnTo>
                  <a:lnTo>
                    <a:pt x="4764064" y="298614"/>
                  </a:lnTo>
                  <a:lnTo>
                    <a:pt x="4764157" y="298614"/>
                  </a:lnTo>
                  <a:lnTo>
                    <a:pt x="4764250" y="298614"/>
                  </a:lnTo>
                  <a:lnTo>
                    <a:pt x="4764343" y="298614"/>
                  </a:lnTo>
                  <a:lnTo>
                    <a:pt x="4764437" y="298614"/>
                  </a:lnTo>
                  <a:lnTo>
                    <a:pt x="4764530" y="298614"/>
                  </a:lnTo>
                  <a:lnTo>
                    <a:pt x="4764623" y="298614"/>
                  </a:lnTo>
                  <a:lnTo>
                    <a:pt x="4764716" y="298614"/>
                  </a:lnTo>
                  <a:lnTo>
                    <a:pt x="4764810" y="298614"/>
                  </a:lnTo>
                  <a:lnTo>
                    <a:pt x="4764903" y="298614"/>
                  </a:lnTo>
                  <a:lnTo>
                    <a:pt x="4764996" y="298614"/>
                  </a:lnTo>
                  <a:lnTo>
                    <a:pt x="4765089" y="298614"/>
                  </a:lnTo>
                  <a:lnTo>
                    <a:pt x="4765183" y="298614"/>
                  </a:lnTo>
                  <a:lnTo>
                    <a:pt x="4765276" y="298614"/>
                  </a:lnTo>
                  <a:lnTo>
                    <a:pt x="4765369" y="298614"/>
                  </a:lnTo>
                  <a:lnTo>
                    <a:pt x="4765462" y="298614"/>
                  </a:lnTo>
                  <a:lnTo>
                    <a:pt x="4765556" y="298614"/>
                  </a:lnTo>
                  <a:lnTo>
                    <a:pt x="4765649" y="298614"/>
                  </a:lnTo>
                  <a:lnTo>
                    <a:pt x="4765742" y="298614"/>
                  </a:lnTo>
                  <a:lnTo>
                    <a:pt x="4765835" y="298614"/>
                  </a:lnTo>
                  <a:lnTo>
                    <a:pt x="4765929" y="298614"/>
                  </a:lnTo>
                  <a:lnTo>
                    <a:pt x="4766022" y="298614"/>
                  </a:lnTo>
                  <a:lnTo>
                    <a:pt x="4766115" y="298614"/>
                  </a:lnTo>
                  <a:lnTo>
                    <a:pt x="4766208" y="298614"/>
                  </a:lnTo>
                  <a:lnTo>
                    <a:pt x="4766301" y="298614"/>
                  </a:lnTo>
                  <a:lnTo>
                    <a:pt x="4766395" y="298614"/>
                  </a:lnTo>
                  <a:lnTo>
                    <a:pt x="4766488" y="298614"/>
                  </a:lnTo>
                  <a:lnTo>
                    <a:pt x="4766581" y="298614"/>
                  </a:lnTo>
                  <a:lnTo>
                    <a:pt x="4766674" y="298614"/>
                  </a:lnTo>
                  <a:lnTo>
                    <a:pt x="4766768" y="298614"/>
                  </a:lnTo>
                  <a:lnTo>
                    <a:pt x="4766861" y="298614"/>
                  </a:lnTo>
                  <a:lnTo>
                    <a:pt x="4766954" y="298614"/>
                  </a:lnTo>
                  <a:lnTo>
                    <a:pt x="4767047" y="298614"/>
                  </a:lnTo>
                  <a:lnTo>
                    <a:pt x="4767141" y="298614"/>
                  </a:lnTo>
                  <a:lnTo>
                    <a:pt x="4767234" y="298614"/>
                  </a:lnTo>
                  <a:lnTo>
                    <a:pt x="4767327" y="298614"/>
                  </a:lnTo>
                  <a:lnTo>
                    <a:pt x="4767420" y="298614"/>
                  </a:lnTo>
                  <a:lnTo>
                    <a:pt x="4767514" y="298614"/>
                  </a:lnTo>
                  <a:lnTo>
                    <a:pt x="4767607" y="298614"/>
                  </a:lnTo>
                  <a:lnTo>
                    <a:pt x="4767700" y="298614"/>
                  </a:lnTo>
                  <a:lnTo>
                    <a:pt x="4767793" y="298614"/>
                  </a:lnTo>
                  <a:lnTo>
                    <a:pt x="4767887" y="298614"/>
                  </a:lnTo>
                  <a:lnTo>
                    <a:pt x="4767980" y="298614"/>
                  </a:lnTo>
                  <a:lnTo>
                    <a:pt x="4768073" y="298614"/>
                  </a:lnTo>
                  <a:lnTo>
                    <a:pt x="4768166" y="298614"/>
                  </a:lnTo>
                  <a:lnTo>
                    <a:pt x="4768260" y="298614"/>
                  </a:lnTo>
                  <a:lnTo>
                    <a:pt x="4768353" y="298614"/>
                  </a:lnTo>
                  <a:lnTo>
                    <a:pt x="4768446" y="298614"/>
                  </a:lnTo>
                  <a:lnTo>
                    <a:pt x="4768539" y="298614"/>
                  </a:lnTo>
                  <a:lnTo>
                    <a:pt x="4768633" y="298614"/>
                  </a:lnTo>
                  <a:lnTo>
                    <a:pt x="4768726" y="298614"/>
                  </a:lnTo>
                  <a:lnTo>
                    <a:pt x="4768819" y="298614"/>
                  </a:lnTo>
                  <a:lnTo>
                    <a:pt x="4768912" y="298614"/>
                  </a:lnTo>
                  <a:lnTo>
                    <a:pt x="4769006" y="298614"/>
                  </a:lnTo>
                  <a:lnTo>
                    <a:pt x="4769099" y="298614"/>
                  </a:lnTo>
                  <a:lnTo>
                    <a:pt x="4769192" y="298614"/>
                  </a:lnTo>
                  <a:lnTo>
                    <a:pt x="4769285" y="298614"/>
                  </a:lnTo>
                  <a:lnTo>
                    <a:pt x="4769379" y="298614"/>
                  </a:lnTo>
                  <a:lnTo>
                    <a:pt x="4769472" y="298614"/>
                  </a:lnTo>
                  <a:lnTo>
                    <a:pt x="4769565" y="298614"/>
                  </a:lnTo>
                  <a:lnTo>
                    <a:pt x="4769658" y="298614"/>
                  </a:lnTo>
                  <a:lnTo>
                    <a:pt x="4769752" y="298614"/>
                  </a:lnTo>
                  <a:lnTo>
                    <a:pt x="4769845" y="298614"/>
                  </a:lnTo>
                  <a:lnTo>
                    <a:pt x="4769938" y="298614"/>
                  </a:lnTo>
                  <a:lnTo>
                    <a:pt x="4770031" y="298614"/>
                  </a:lnTo>
                  <a:lnTo>
                    <a:pt x="4770125" y="298614"/>
                  </a:lnTo>
                  <a:lnTo>
                    <a:pt x="4770218" y="298614"/>
                  </a:lnTo>
                  <a:lnTo>
                    <a:pt x="4770311" y="298614"/>
                  </a:lnTo>
                  <a:lnTo>
                    <a:pt x="4770404" y="298614"/>
                  </a:lnTo>
                  <a:lnTo>
                    <a:pt x="4770498" y="298614"/>
                  </a:lnTo>
                  <a:lnTo>
                    <a:pt x="4770591" y="298614"/>
                  </a:lnTo>
                  <a:lnTo>
                    <a:pt x="4770684" y="298614"/>
                  </a:lnTo>
                  <a:lnTo>
                    <a:pt x="4770777" y="298614"/>
                  </a:lnTo>
                  <a:lnTo>
                    <a:pt x="4770871" y="298614"/>
                  </a:lnTo>
                  <a:lnTo>
                    <a:pt x="4770964" y="298614"/>
                  </a:lnTo>
                  <a:lnTo>
                    <a:pt x="4771057" y="298614"/>
                  </a:lnTo>
                  <a:lnTo>
                    <a:pt x="4771150" y="298614"/>
                  </a:lnTo>
                  <a:lnTo>
                    <a:pt x="4771244" y="298614"/>
                  </a:lnTo>
                  <a:lnTo>
                    <a:pt x="4771337" y="298614"/>
                  </a:lnTo>
                  <a:lnTo>
                    <a:pt x="4771430" y="298614"/>
                  </a:lnTo>
                  <a:lnTo>
                    <a:pt x="4771523" y="298614"/>
                  </a:lnTo>
                  <a:lnTo>
                    <a:pt x="4771617" y="298614"/>
                  </a:lnTo>
                  <a:lnTo>
                    <a:pt x="4771710" y="298614"/>
                  </a:lnTo>
                  <a:lnTo>
                    <a:pt x="4771803" y="298614"/>
                  </a:lnTo>
                  <a:lnTo>
                    <a:pt x="4771896" y="298614"/>
                  </a:lnTo>
                  <a:lnTo>
                    <a:pt x="4771990" y="298614"/>
                  </a:lnTo>
                  <a:lnTo>
                    <a:pt x="4772083" y="298614"/>
                  </a:lnTo>
                  <a:lnTo>
                    <a:pt x="4772176" y="298614"/>
                  </a:lnTo>
                  <a:lnTo>
                    <a:pt x="4772269" y="298614"/>
                  </a:lnTo>
                  <a:lnTo>
                    <a:pt x="4772363" y="298614"/>
                  </a:lnTo>
                  <a:lnTo>
                    <a:pt x="4772456" y="298614"/>
                  </a:lnTo>
                  <a:lnTo>
                    <a:pt x="4772549" y="298614"/>
                  </a:lnTo>
                  <a:lnTo>
                    <a:pt x="4772642" y="298614"/>
                  </a:lnTo>
                  <a:lnTo>
                    <a:pt x="4772736" y="298614"/>
                  </a:lnTo>
                  <a:lnTo>
                    <a:pt x="4772829" y="298614"/>
                  </a:lnTo>
                  <a:lnTo>
                    <a:pt x="4772922" y="298614"/>
                  </a:lnTo>
                  <a:lnTo>
                    <a:pt x="4773015" y="298614"/>
                  </a:lnTo>
                  <a:lnTo>
                    <a:pt x="4773109" y="298614"/>
                  </a:lnTo>
                  <a:lnTo>
                    <a:pt x="4773202" y="298614"/>
                  </a:lnTo>
                  <a:lnTo>
                    <a:pt x="4773295" y="298614"/>
                  </a:lnTo>
                  <a:lnTo>
                    <a:pt x="4773388" y="298614"/>
                  </a:lnTo>
                  <a:lnTo>
                    <a:pt x="4773481" y="298614"/>
                  </a:lnTo>
                  <a:lnTo>
                    <a:pt x="4773575" y="298614"/>
                  </a:lnTo>
                  <a:lnTo>
                    <a:pt x="4773668" y="298614"/>
                  </a:lnTo>
                  <a:lnTo>
                    <a:pt x="4773761" y="298614"/>
                  </a:lnTo>
                  <a:lnTo>
                    <a:pt x="4773854" y="298614"/>
                  </a:lnTo>
                  <a:lnTo>
                    <a:pt x="4773948" y="298614"/>
                  </a:lnTo>
                  <a:lnTo>
                    <a:pt x="4774041" y="298614"/>
                  </a:lnTo>
                  <a:lnTo>
                    <a:pt x="4774134" y="298614"/>
                  </a:lnTo>
                  <a:lnTo>
                    <a:pt x="4774227" y="298614"/>
                  </a:lnTo>
                  <a:lnTo>
                    <a:pt x="4774321" y="298614"/>
                  </a:lnTo>
                  <a:lnTo>
                    <a:pt x="4774414" y="298614"/>
                  </a:lnTo>
                  <a:lnTo>
                    <a:pt x="4774507" y="298614"/>
                  </a:lnTo>
                  <a:lnTo>
                    <a:pt x="4774600" y="298614"/>
                  </a:lnTo>
                  <a:lnTo>
                    <a:pt x="4774694" y="298614"/>
                  </a:lnTo>
                  <a:lnTo>
                    <a:pt x="4774787" y="298614"/>
                  </a:lnTo>
                  <a:lnTo>
                    <a:pt x="4774880" y="298614"/>
                  </a:lnTo>
                  <a:lnTo>
                    <a:pt x="4774973" y="298614"/>
                  </a:lnTo>
                  <a:lnTo>
                    <a:pt x="4775067" y="298614"/>
                  </a:lnTo>
                  <a:lnTo>
                    <a:pt x="4775160" y="298614"/>
                  </a:lnTo>
                  <a:lnTo>
                    <a:pt x="4775253" y="298614"/>
                  </a:lnTo>
                  <a:lnTo>
                    <a:pt x="4775346" y="298614"/>
                  </a:lnTo>
                  <a:lnTo>
                    <a:pt x="4775440" y="298614"/>
                  </a:lnTo>
                  <a:lnTo>
                    <a:pt x="4775533" y="298614"/>
                  </a:lnTo>
                  <a:lnTo>
                    <a:pt x="4775626" y="298614"/>
                  </a:lnTo>
                  <a:lnTo>
                    <a:pt x="4775719" y="298614"/>
                  </a:lnTo>
                  <a:lnTo>
                    <a:pt x="4775813" y="298614"/>
                  </a:lnTo>
                  <a:lnTo>
                    <a:pt x="4775906" y="298614"/>
                  </a:lnTo>
                  <a:lnTo>
                    <a:pt x="4775999" y="298614"/>
                  </a:lnTo>
                  <a:lnTo>
                    <a:pt x="4776092" y="298614"/>
                  </a:lnTo>
                  <a:lnTo>
                    <a:pt x="4776186" y="298614"/>
                  </a:lnTo>
                  <a:lnTo>
                    <a:pt x="4776279" y="298614"/>
                  </a:lnTo>
                  <a:lnTo>
                    <a:pt x="4776372" y="298614"/>
                  </a:lnTo>
                  <a:lnTo>
                    <a:pt x="4776465" y="298614"/>
                  </a:lnTo>
                  <a:lnTo>
                    <a:pt x="4776559" y="298614"/>
                  </a:lnTo>
                  <a:lnTo>
                    <a:pt x="4776652" y="298614"/>
                  </a:lnTo>
                  <a:lnTo>
                    <a:pt x="4776745" y="298614"/>
                  </a:lnTo>
                  <a:lnTo>
                    <a:pt x="4776838" y="298614"/>
                  </a:lnTo>
                  <a:lnTo>
                    <a:pt x="4776932" y="298614"/>
                  </a:lnTo>
                  <a:lnTo>
                    <a:pt x="4777025" y="298614"/>
                  </a:lnTo>
                  <a:lnTo>
                    <a:pt x="4777118" y="298614"/>
                  </a:lnTo>
                  <a:lnTo>
                    <a:pt x="4777211" y="298614"/>
                  </a:lnTo>
                  <a:lnTo>
                    <a:pt x="4777305" y="298614"/>
                  </a:lnTo>
                  <a:lnTo>
                    <a:pt x="4777398" y="298614"/>
                  </a:lnTo>
                  <a:lnTo>
                    <a:pt x="4777491" y="298614"/>
                  </a:lnTo>
                  <a:lnTo>
                    <a:pt x="4777584" y="298614"/>
                  </a:lnTo>
                  <a:lnTo>
                    <a:pt x="4777678" y="298614"/>
                  </a:lnTo>
                  <a:lnTo>
                    <a:pt x="4777771" y="298614"/>
                  </a:lnTo>
                  <a:lnTo>
                    <a:pt x="4777864" y="298614"/>
                  </a:lnTo>
                  <a:lnTo>
                    <a:pt x="4777957" y="298614"/>
                  </a:lnTo>
                  <a:lnTo>
                    <a:pt x="4778051" y="298614"/>
                  </a:lnTo>
                  <a:lnTo>
                    <a:pt x="4778144" y="298614"/>
                  </a:lnTo>
                  <a:lnTo>
                    <a:pt x="4778237" y="298614"/>
                  </a:lnTo>
                  <a:lnTo>
                    <a:pt x="4778330" y="298614"/>
                  </a:lnTo>
                  <a:lnTo>
                    <a:pt x="4778424" y="298614"/>
                  </a:lnTo>
                  <a:lnTo>
                    <a:pt x="4778517" y="298614"/>
                  </a:lnTo>
                  <a:lnTo>
                    <a:pt x="4778610" y="298614"/>
                  </a:lnTo>
                  <a:lnTo>
                    <a:pt x="4778703" y="298614"/>
                  </a:lnTo>
                  <a:lnTo>
                    <a:pt x="4778797" y="298614"/>
                  </a:lnTo>
                  <a:lnTo>
                    <a:pt x="4778890" y="298614"/>
                  </a:lnTo>
                  <a:lnTo>
                    <a:pt x="4778983" y="298614"/>
                  </a:lnTo>
                  <a:lnTo>
                    <a:pt x="4779076" y="298614"/>
                  </a:lnTo>
                  <a:lnTo>
                    <a:pt x="4779170" y="298614"/>
                  </a:lnTo>
                  <a:lnTo>
                    <a:pt x="4779263" y="298614"/>
                  </a:lnTo>
                  <a:lnTo>
                    <a:pt x="4779356" y="298614"/>
                  </a:lnTo>
                  <a:lnTo>
                    <a:pt x="4779449" y="298614"/>
                  </a:lnTo>
                  <a:lnTo>
                    <a:pt x="4779543" y="298614"/>
                  </a:lnTo>
                  <a:lnTo>
                    <a:pt x="4779636" y="298614"/>
                  </a:lnTo>
                  <a:lnTo>
                    <a:pt x="4779729" y="298614"/>
                  </a:lnTo>
                  <a:lnTo>
                    <a:pt x="4779822" y="298614"/>
                  </a:lnTo>
                  <a:lnTo>
                    <a:pt x="4779916" y="298614"/>
                  </a:lnTo>
                  <a:lnTo>
                    <a:pt x="4780009" y="298614"/>
                  </a:lnTo>
                  <a:lnTo>
                    <a:pt x="4780102" y="298614"/>
                  </a:lnTo>
                  <a:lnTo>
                    <a:pt x="4780195" y="298614"/>
                  </a:lnTo>
                  <a:lnTo>
                    <a:pt x="4780288" y="298614"/>
                  </a:lnTo>
                  <a:lnTo>
                    <a:pt x="4780382" y="298614"/>
                  </a:lnTo>
                  <a:lnTo>
                    <a:pt x="4780475" y="298614"/>
                  </a:lnTo>
                  <a:lnTo>
                    <a:pt x="4780568" y="298614"/>
                  </a:lnTo>
                  <a:lnTo>
                    <a:pt x="4780661" y="298614"/>
                  </a:lnTo>
                  <a:lnTo>
                    <a:pt x="4780755" y="298614"/>
                  </a:lnTo>
                  <a:lnTo>
                    <a:pt x="4780848" y="298614"/>
                  </a:lnTo>
                  <a:lnTo>
                    <a:pt x="4780941" y="298614"/>
                  </a:lnTo>
                  <a:lnTo>
                    <a:pt x="4781034" y="298614"/>
                  </a:lnTo>
                  <a:lnTo>
                    <a:pt x="4781128" y="298614"/>
                  </a:lnTo>
                  <a:lnTo>
                    <a:pt x="4781221" y="298614"/>
                  </a:lnTo>
                  <a:lnTo>
                    <a:pt x="4781314" y="298614"/>
                  </a:lnTo>
                  <a:lnTo>
                    <a:pt x="4781407" y="298614"/>
                  </a:lnTo>
                  <a:lnTo>
                    <a:pt x="4781501" y="298614"/>
                  </a:lnTo>
                  <a:lnTo>
                    <a:pt x="4781594" y="298614"/>
                  </a:lnTo>
                  <a:lnTo>
                    <a:pt x="4781687" y="298614"/>
                  </a:lnTo>
                  <a:lnTo>
                    <a:pt x="4781780" y="298614"/>
                  </a:lnTo>
                  <a:lnTo>
                    <a:pt x="4781874" y="298614"/>
                  </a:lnTo>
                  <a:lnTo>
                    <a:pt x="4781967" y="298614"/>
                  </a:lnTo>
                  <a:lnTo>
                    <a:pt x="4782060" y="298614"/>
                  </a:lnTo>
                  <a:lnTo>
                    <a:pt x="4782060" y="288660"/>
                  </a:lnTo>
                  <a:lnTo>
                    <a:pt x="4782153" y="288660"/>
                  </a:lnTo>
                  <a:lnTo>
                    <a:pt x="4782247" y="288660"/>
                  </a:lnTo>
                  <a:lnTo>
                    <a:pt x="4782340" y="288660"/>
                  </a:lnTo>
                  <a:lnTo>
                    <a:pt x="4782433" y="288660"/>
                  </a:lnTo>
                  <a:lnTo>
                    <a:pt x="4782526" y="288660"/>
                  </a:lnTo>
                  <a:lnTo>
                    <a:pt x="4782620" y="288660"/>
                  </a:lnTo>
                  <a:lnTo>
                    <a:pt x="4782713" y="288660"/>
                  </a:lnTo>
                  <a:lnTo>
                    <a:pt x="4782806" y="288660"/>
                  </a:lnTo>
                  <a:lnTo>
                    <a:pt x="4782899" y="288660"/>
                  </a:lnTo>
                  <a:lnTo>
                    <a:pt x="4782993" y="288660"/>
                  </a:lnTo>
                  <a:lnTo>
                    <a:pt x="4783086" y="288660"/>
                  </a:lnTo>
                  <a:lnTo>
                    <a:pt x="4783179" y="288660"/>
                  </a:lnTo>
                  <a:lnTo>
                    <a:pt x="4783272" y="288660"/>
                  </a:lnTo>
                  <a:lnTo>
                    <a:pt x="4783366" y="288660"/>
                  </a:lnTo>
                  <a:lnTo>
                    <a:pt x="4783459" y="288660"/>
                  </a:lnTo>
                  <a:lnTo>
                    <a:pt x="4783552" y="288660"/>
                  </a:lnTo>
                  <a:lnTo>
                    <a:pt x="4783645" y="288660"/>
                  </a:lnTo>
                  <a:lnTo>
                    <a:pt x="4783739" y="288660"/>
                  </a:lnTo>
                  <a:lnTo>
                    <a:pt x="4783832" y="288660"/>
                  </a:lnTo>
                  <a:lnTo>
                    <a:pt x="4783925" y="288660"/>
                  </a:lnTo>
                  <a:lnTo>
                    <a:pt x="4784018" y="288660"/>
                  </a:lnTo>
                  <a:lnTo>
                    <a:pt x="4784112" y="288660"/>
                  </a:lnTo>
                  <a:lnTo>
                    <a:pt x="4784205" y="288660"/>
                  </a:lnTo>
                  <a:lnTo>
                    <a:pt x="4784298" y="288660"/>
                  </a:lnTo>
                  <a:lnTo>
                    <a:pt x="4784391" y="288660"/>
                  </a:lnTo>
                  <a:lnTo>
                    <a:pt x="4784485" y="288660"/>
                  </a:lnTo>
                  <a:lnTo>
                    <a:pt x="4784578" y="288660"/>
                  </a:lnTo>
                  <a:lnTo>
                    <a:pt x="4784671" y="288660"/>
                  </a:lnTo>
                  <a:lnTo>
                    <a:pt x="4784764" y="288660"/>
                  </a:lnTo>
                  <a:lnTo>
                    <a:pt x="4784858" y="288660"/>
                  </a:lnTo>
                  <a:lnTo>
                    <a:pt x="4784951" y="288660"/>
                  </a:lnTo>
                  <a:lnTo>
                    <a:pt x="4785044" y="288660"/>
                  </a:lnTo>
                  <a:lnTo>
                    <a:pt x="4785137" y="288660"/>
                  </a:lnTo>
                  <a:lnTo>
                    <a:pt x="4785231" y="288660"/>
                  </a:lnTo>
                  <a:lnTo>
                    <a:pt x="4785324" y="288660"/>
                  </a:lnTo>
                  <a:lnTo>
                    <a:pt x="4785417" y="288660"/>
                  </a:lnTo>
                  <a:lnTo>
                    <a:pt x="4785510" y="288660"/>
                  </a:lnTo>
                  <a:lnTo>
                    <a:pt x="4785604" y="288660"/>
                  </a:lnTo>
                  <a:lnTo>
                    <a:pt x="4785697" y="288660"/>
                  </a:lnTo>
                  <a:lnTo>
                    <a:pt x="4785790" y="288660"/>
                  </a:lnTo>
                  <a:lnTo>
                    <a:pt x="4785883" y="288660"/>
                  </a:lnTo>
                  <a:lnTo>
                    <a:pt x="4785977" y="288660"/>
                  </a:lnTo>
                  <a:lnTo>
                    <a:pt x="4786070" y="288660"/>
                  </a:lnTo>
                  <a:lnTo>
                    <a:pt x="4786163" y="288660"/>
                  </a:lnTo>
                  <a:lnTo>
                    <a:pt x="4786256" y="288660"/>
                  </a:lnTo>
                  <a:lnTo>
                    <a:pt x="4786350" y="288660"/>
                  </a:lnTo>
                  <a:lnTo>
                    <a:pt x="4786443" y="288660"/>
                  </a:lnTo>
                  <a:lnTo>
                    <a:pt x="4786536" y="288660"/>
                  </a:lnTo>
                  <a:lnTo>
                    <a:pt x="4786629" y="288660"/>
                  </a:lnTo>
                  <a:lnTo>
                    <a:pt x="4786723" y="288660"/>
                  </a:lnTo>
                  <a:lnTo>
                    <a:pt x="4786816" y="288660"/>
                  </a:lnTo>
                  <a:lnTo>
                    <a:pt x="4786909" y="288660"/>
                  </a:lnTo>
                  <a:lnTo>
                    <a:pt x="4787002" y="288660"/>
                  </a:lnTo>
                  <a:lnTo>
                    <a:pt x="4787095" y="288660"/>
                  </a:lnTo>
                  <a:lnTo>
                    <a:pt x="4787189" y="288660"/>
                  </a:lnTo>
                  <a:lnTo>
                    <a:pt x="4787282" y="288660"/>
                  </a:lnTo>
                  <a:lnTo>
                    <a:pt x="4787375" y="288660"/>
                  </a:lnTo>
                  <a:lnTo>
                    <a:pt x="4787468" y="288660"/>
                  </a:lnTo>
                  <a:lnTo>
                    <a:pt x="4787562" y="288660"/>
                  </a:lnTo>
                  <a:lnTo>
                    <a:pt x="4787655" y="288660"/>
                  </a:lnTo>
                  <a:lnTo>
                    <a:pt x="4787748" y="288660"/>
                  </a:lnTo>
                  <a:lnTo>
                    <a:pt x="4787841" y="288660"/>
                  </a:lnTo>
                  <a:lnTo>
                    <a:pt x="4787935" y="288660"/>
                  </a:lnTo>
                  <a:lnTo>
                    <a:pt x="4788028" y="288660"/>
                  </a:lnTo>
                  <a:lnTo>
                    <a:pt x="4788121" y="288660"/>
                  </a:lnTo>
                  <a:lnTo>
                    <a:pt x="4788214" y="288660"/>
                  </a:lnTo>
                  <a:lnTo>
                    <a:pt x="4788308" y="288660"/>
                  </a:lnTo>
                  <a:lnTo>
                    <a:pt x="4788401" y="288660"/>
                  </a:lnTo>
                  <a:lnTo>
                    <a:pt x="4788494" y="288660"/>
                  </a:lnTo>
                  <a:lnTo>
                    <a:pt x="4788587" y="288660"/>
                  </a:lnTo>
                  <a:lnTo>
                    <a:pt x="4788681" y="288660"/>
                  </a:lnTo>
                  <a:lnTo>
                    <a:pt x="4788774" y="288660"/>
                  </a:lnTo>
                  <a:lnTo>
                    <a:pt x="4788867" y="288660"/>
                  </a:lnTo>
                  <a:lnTo>
                    <a:pt x="4788960" y="288660"/>
                  </a:lnTo>
                  <a:lnTo>
                    <a:pt x="4789054" y="288660"/>
                  </a:lnTo>
                  <a:lnTo>
                    <a:pt x="4789147" y="288660"/>
                  </a:lnTo>
                  <a:lnTo>
                    <a:pt x="4789240" y="288660"/>
                  </a:lnTo>
                  <a:lnTo>
                    <a:pt x="4789333" y="288660"/>
                  </a:lnTo>
                  <a:lnTo>
                    <a:pt x="4789427" y="288660"/>
                  </a:lnTo>
                  <a:lnTo>
                    <a:pt x="4789520" y="288660"/>
                  </a:lnTo>
                  <a:lnTo>
                    <a:pt x="4789613" y="288660"/>
                  </a:lnTo>
                  <a:lnTo>
                    <a:pt x="4789706" y="288660"/>
                  </a:lnTo>
                  <a:lnTo>
                    <a:pt x="4789800" y="288660"/>
                  </a:lnTo>
                  <a:lnTo>
                    <a:pt x="4789893" y="288660"/>
                  </a:lnTo>
                  <a:lnTo>
                    <a:pt x="4789986" y="288660"/>
                  </a:lnTo>
                  <a:lnTo>
                    <a:pt x="4790079" y="288660"/>
                  </a:lnTo>
                  <a:lnTo>
                    <a:pt x="4790173" y="288660"/>
                  </a:lnTo>
                  <a:lnTo>
                    <a:pt x="4790266" y="288660"/>
                  </a:lnTo>
                  <a:lnTo>
                    <a:pt x="4790359" y="288660"/>
                  </a:lnTo>
                  <a:lnTo>
                    <a:pt x="4790452" y="288660"/>
                  </a:lnTo>
                  <a:lnTo>
                    <a:pt x="4790546" y="288660"/>
                  </a:lnTo>
                  <a:lnTo>
                    <a:pt x="4790639" y="288660"/>
                  </a:lnTo>
                  <a:lnTo>
                    <a:pt x="4790732" y="288660"/>
                  </a:lnTo>
                  <a:lnTo>
                    <a:pt x="4790825" y="288660"/>
                  </a:lnTo>
                  <a:lnTo>
                    <a:pt x="4790919" y="288660"/>
                  </a:lnTo>
                  <a:lnTo>
                    <a:pt x="4791012" y="288660"/>
                  </a:lnTo>
                  <a:lnTo>
                    <a:pt x="4791105" y="288660"/>
                  </a:lnTo>
                  <a:lnTo>
                    <a:pt x="4791198" y="288660"/>
                  </a:lnTo>
                  <a:lnTo>
                    <a:pt x="4791292" y="288660"/>
                  </a:lnTo>
                  <a:lnTo>
                    <a:pt x="4791385" y="288660"/>
                  </a:lnTo>
                  <a:lnTo>
                    <a:pt x="4791478" y="288660"/>
                  </a:lnTo>
                  <a:lnTo>
                    <a:pt x="4791571" y="288660"/>
                  </a:lnTo>
                  <a:lnTo>
                    <a:pt x="4791665" y="288660"/>
                  </a:lnTo>
                  <a:lnTo>
                    <a:pt x="4791758" y="288660"/>
                  </a:lnTo>
                  <a:lnTo>
                    <a:pt x="4791851" y="288660"/>
                  </a:lnTo>
                  <a:lnTo>
                    <a:pt x="4791944" y="288660"/>
                  </a:lnTo>
                  <a:lnTo>
                    <a:pt x="4792038" y="288660"/>
                  </a:lnTo>
                  <a:lnTo>
                    <a:pt x="4792131" y="288660"/>
                  </a:lnTo>
                  <a:lnTo>
                    <a:pt x="4792224" y="288660"/>
                  </a:lnTo>
                  <a:lnTo>
                    <a:pt x="4792317" y="288660"/>
                  </a:lnTo>
                  <a:lnTo>
                    <a:pt x="4792411" y="288660"/>
                  </a:lnTo>
                  <a:lnTo>
                    <a:pt x="4792504" y="288660"/>
                  </a:lnTo>
                  <a:lnTo>
                    <a:pt x="4792597" y="288660"/>
                  </a:lnTo>
                  <a:lnTo>
                    <a:pt x="4792690" y="288660"/>
                  </a:lnTo>
                  <a:lnTo>
                    <a:pt x="4792784" y="288660"/>
                  </a:lnTo>
                  <a:lnTo>
                    <a:pt x="4792877" y="288660"/>
                  </a:lnTo>
                  <a:lnTo>
                    <a:pt x="4792970" y="288660"/>
                  </a:lnTo>
                  <a:lnTo>
                    <a:pt x="4793063" y="288660"/>
                  </a:lnTo>
                  <a:lnTo>
                    <a:pt x="4793157" y="288660"/>
                  </a:lnTo>
                  <a:lnTo>
                    <a:pt x="4793250" y="288660"/>
                  </a:lnTo>
                  <a:lnTo>
                    <a:pt x="4793343" y="288660"/>
                  </a:lnTo>
                  <a:lnTo>
                    <a:pt x="4793436" y="288660"/>
                  </a:lnTo>
                  <a:lnTo>
                    <a:pt x="4793530" y="288660"/>
                  </a:lnTo>
                  <a:lnTo>
                    <a:pt x="4793623" y="288660"/>
                  </a:lnTo>
                  <a:lnTo>
                    <a:pt x="4793716" y="288660"/>
                  </a:lnTo>
                  <a:lnTo>
                    <a:pt x="4793809" y="288660"/>
                  </a:lnTo>
                  <a:lnTo>
                    <a:pt x="4793903" y="288660"/>
                  </a:lnTo>
                  <a:lnTo>
                    <a:pt x="4793996" y="288660"/>
                  </a:lnTo>
                  <a:lnTo>
                    <a:pt x="4794089" y="288660"/>
                  </a:lnTo>
                  <a:lnTo>
                    <a:pt x="4794182" y="288660"/>
                  </a:lnTo>
                  <a:lnTo>
                    <a:pt x="4794275" y="288660"/>
                  </a:lnTo>
                  <a:lnTo>
                    <a:pt x="4794369" y="288660"/>
                  </a:lnTo>
                  <a:lnTo>
                    <a:pt x="4794462" y="288660"/>
                  </a:lnTo>
                  <a:lnTo>
                    <a:pt x="4794555" y="288660"/>
                  </a:lnTo>
                  <a:lnTo>
                    <a:pt x="4794648" y="288660"/>
                  </a:lnTo>
                  <a:lnTo>
                    <a:pt x="4794742" y="288660"/>
                  </a:lnTo>
                  <a:lnTo>
                    <a:pt x="4794835" y="288660"/>
                  </a:lnTo>
                  <a:lnTo>
                    <a:pt x="4794928" y="288660"/>
                  </a:lnTo>
                  <a:lnTo>
                    <a:pt x="4795021" y="288660"/>
                  </a:lnTo>
                  <a:lnTo>
                    <a:pt x="4795115" y="288660"/>
                  </a:lnTo>
                  <a:lnTo>
                    <a:pt x="4795208" y="288660"/>
                  </a:lnTo>
                  <a:lnTo>
                    <a:pt x="4795301" y="288660"/>
                  </a:lnTo>
                  <a:lnTo>
                    <a:pt x="4795394" y="288660"/>
                  </a:lnTo>
                  <a:lnTo>
                    <a:pt x="4795488" y="288660"/>
                  </a:lnTo>
                  <a:lnTo>
                    <a:pt x="4795581" y="288660"/>
                  </a:lnTo>
                  <a:lnTo>
                    <a:pt x="4795674" y="288660"/>
                  </a:lnTo>
                  <a:lnTo>
                    <a:pt x="4795767" y="288660"/>
                  </a:lnTo>
                  <a:lnTo>
                    <a:pt x="4795861" y="288660"/>
                  </a:lnTo>
                  <a:lnTo>
                    <a:pt x="4795954" y="288660"/>
                  </a:lnTo>
                  <a:lnTo>
                    <a:pt x="4796047" y="288660"/>
                  </a:lnTo>
                  <a:lnTo>
                    <a:pt x="4796140" y="288660"/>
                  </a:lnTo>
                  <a:lnTo>
                    <a:pt x="4796234" y="288660"/>
                  </a:lnTo>
                  <a:lnTo>
                    <a:pt x="4796327" y="288660"/>
                  </a:lnTo>
                  <a:lnTo>
                    <a:pt x="4796420" y="288660"/>
                  </a:lnTo>
                  <a:lnTo>
                    <a:pt x="4796513" y="288660"/>
                  </a:lnTo>
                  <a:lnTo>
                    <a:pt x="4796607" y="288660"/>
                  </a:lnTo>
                  <a:lnTo>
                    <a:pt x="4796700" y="288660"/>
                  </a:lnTo>
                  <a:lnTo>
                    <a:pt x="4796793" y="288660"/>
                  </a:lnTo>
                  <a:lnTo>
                    <a:pt x="4796886" y="288660"/>
                  </a:lnTo>
                  <a:lnTo>
                    <a:pt x="4796980" y="288660"/>
                  </a:lnTo>
                  <a:lnTo>
                    <a:pt x="4797073" y="288660"/>
                  </a:lnTo>
                  <a:lnTo>
                    <a:pt x="4797166" y="288660"/>
                  </a:lnTo>
                  <a:lnTo>
                    <a:pt x="4797259" y="288660"/>
                  </a:lnTo>
                  <a:lnTo>
                    <a:pt x="4797353" y="288660"/>
                  </a:lnTo>
                  <a:lnTo>
                    <a:pt x="4797446" y="288660"/>
                  </a:lnTo>
                  <a:lnTo>
                    <a:pt x="4797539" y="288660"/>
                  </a:lnTo>
                  <a:lnTo>
                    <a:pt x="4797632" y="288660"/>
                  </a:lnTo>
                  <a:lnTo>
                    <a:pt x="4797726" y="288660"/>
                  </a:lnTo>
                  <a:lnTo>
                    <a:pt x="4797819" y="288660"/>
                  </a:lnTo>
                  <a:lnTo>
                    <a:pt x="4797912" y="288660"/>
                  </a:lnTo>
                  <a:lnTo>
                    <a:pt x="4798005" y="288660"/>
                  </a:lnTo>
                  <a:lnTo>
                    <a:pt x="4798099" y="288660"/>
                  </a:lnTo>
                  <a:lnTo>
                    <a:pt x="4798192" y="288660"/>
                  </a:lnTo>
                  <a:lnTo>
                    <a:pt x="4798285" y="288660"/>
                  </a:lnTo>
                  <a:lnTo>
                    <a:pt x="4798378" y="288660"/>
                  </a:lnTo>
                  <a:lnTo>
                    <a:pt x="4798472" y="288660"/>
                  </a:lnTo>
                  <a:lnTo>
                    <a:pt x="4798472" y="278707"/>
                  </a:lnTo>
                  <a:lnTo>
                    <a:pt x="4798565" y="278707"/>
                  </a:lnTo>
                  <a:lnTo>
                    <a:pt x="4798658" y="278707"/>
                  </a:lnTo>
                  <a:lnTo>
                    <a:pt x="4798751" y="278707"/>
                  </a:lnTo>
                  <a:lnTo>
                    <a:pt x="4798845" y="278707"/>
                  </a:lnTo>
                  <a:lnTo>
                    <a:pt x="4798938" y="278707"/>
                  </a:lnTo>
                  <a:lnTo>
                    <a:pt x="4799031" y="278707"/>
                  </a:lnTo>
                  <a:lnTo>
                    <a:pt x="4799124" y="278707"/>
                  </a:lnTo>
                  <a:lnTo>
                    <a:pt x="4799218" y="278707"/>
                  </a:lnTo>
                  <a:lnTo>
                    <a:pt x="4799311" y="278707"/>
                  </a:lnTo>
                  <a:lnTo>
                    <a:pt x="4799404" y="278707"/>
                  </a:lnTo>
                  <a:lnTo>
                    <a:pt x="4799497" y="278707"/>
                  </a:lnTo>
                  <a:lnTo>
                    <a:pt x="4799591" y="278707"/>
                  </a:lnTo>
                  <a:lnTo>
                    <a:pt x="4799684" y="278707"/>
                  </a:lnTo>
                  <a:lnTo>
                    <a:pt x="4799777" y="278707"/>
                  </a:lnTo>
                  <a:lnTo>
                    <a:pt x="4799870" y="278707"/>
                  </a:lnTo>
                  <a:lnTo>
                    <a:pt x="4799964" y="278707"/>
                  </a:lnTo>
                  <a:lnTo>
                    <a:pt x="4800057" y="278707"/>
                  </a:lnTo>
                  <a:lnTo>
                    <a:pt x="4800150" y="278707"/>
                  </a:lnTo>
                  <a:lnTo>
                    <a:pt x="4800243" y="278707"/>
                  </a:lnTo>
                  <a:lnTo>
                    <a:pt x="4800337" y="278707"/>
                  </a:lnTo>
                  <a:lnTo>
                    <a:pt x="4800430" y="278707"/>
                  </a:lnTo>
                  <a:lnTo>
                    <a:pt x="4800523" y="278707"/>
                  </a:lnTo>
                  <a:lnTo>
                    <a:pt x="4800616" y="278707"/>
                  </a:lnTo>
                  <a:lnTo>
                    <a:pt x="4800710" y="278707"/>
                  </a:lnTo>
                  <a:lnTo>
                    <a:pt x="4800803" y="278707"/>
                  </a:lnTo>
                  <a:lnTo>
                    <a:pt x="4800896" y="278707"/>
                  </a:lnTo>
                  <a:lnTo>
                    <a:pt x="4800989" y="278707"/>
                  </a:lnTo>
                  <a:lnTo>
                    <a:pt x="4801082" y="278707"/>
                  </a:lnTo>
                  <a:lnTo>
                    <a:pt x="4801176" y="278707"/>
                  </a:lnTo>
                  <a:lnTo>
                    <a:pt x="4801269" y="278707"/>
                  </a:lnTo>
                  <a:lnTo>
                    <a:pt x="4801362" y="278707"/>
                  </a:lnTo>
                  <a:lnTo>
                    <a:pt x="4801455" y="278707"/>
                  </a:lnTo>
                  <a:lnTo>
                    <a:pt x="4801549" y="278707"/>
                  </a:lnTo>
                  <a:lnTo>
                    <a:pt x="4801642" y="278707"/>
                  </a:lnTo>
                  <a:lnTo>
                    <a:pt x="4801735" y="278707"/>
                  </a:lnTo>
                  <a:lnTo>
                    <a:pt x="4801828" y="278707"/>
                  </a:lnTo>
                  <a:lnTo>
                    <a:pt x="4801922" y="278707"/>
                  </a:lnTo>
                  <a:lnTo>
                    <a:pt x="4802015" y="278707"/>
                  </a:lnTo>
                  <a:lnTo>
                    <a:pt x="4802108" y="278707"/>
                  </a:lnTo>
                  <a:lnTo>
                    <a:pt x="4802201" y="278707"/>
                  </a:lnTo>
                  <a:lnTo>
                    <a:pt x="4802295" y="278707"/>
                  </a:lnTo>
                  <a:lnTo>
                    <a:pt x="4802388" y="278707"/>
                  </a:lnTo>
                  <a:lnTo>
                    <a:pt x="4802481" y="278707"/>
                  </a:lnTo>
                  <a:lnTo>
                    <a:pt x="4802574" y="278707"/>
                  </a:lnTo>
                  <a:lnTo>
                    <a:pt x="4802668" y="278707"/>
                  </a:lnTo>
                  <a:lnTo>
                    <a:pt x="4802761" y="278707"/>
                  </a:lnTo>
                  <a:lnTo>
                    <a:pt x="4802854" y="278707"/>
                  </a:lnTo>
                  <a:lnTo>
                    <a:pt x="4802947" y="278707"/>
                  </a:lnTo>
                  <a:lnTo>
                    <a:pt x="4803041" y="278707"/>
                  </a:lnTo>
                  <a:lnTo>
                    <a:pt x="4803134" y="278707"/>
                  </a:lnTo>
                  <a:lnTo>
                    <a:pt x="4803227" y="278707"/>
                  </a:lnTo>
                  <a:lnTo>
                    <a:pt x="4803320" y="278707"/>
                  </a:lnTo>
                  <a:lnTo>
                    <a:pt x="4803414" y="278707"/>
                  </a:lnTo>
                  <a:lnTo>
                    <a:pt x="4803507" y="278707"/>
                  </a:lnTo>
                  <a:lnTo>
                    <a:pt x="4803600" y="278707"/>
                  </a:lnTo>
                  <a:lnTo>
                    <a:pt x="4803693" y="278707"/>
                  </a:lnTo>
                  <a:lnTo>
                    <a:pt x="4803787" y="278707"/>
                  </a:lnTo>
                  <a:lnTo>
                    <a:pt x="4803880" y="278707"/>
                  </a:lnTo>
                  <a:lnTo>
                    <a:pt x="4803973" y="278707"/>
                  </a:lnTo>
                  <a:lnTo>
                    <a:pt x="4804066" y="278707"/>
                  </a:lnTo>
                  <a:lnTo>
                    <a:pt x="4804160" y="278707"/>
                  </a:lnTo>
                  <a:lnTo>
                    <a:pt x="4804253" y="278707"/>
                  </a:lnTo>
                  <a:lnTo>
                    <a:pt x="4804346" y="278707"/>
                  </a:lnTo>
                  <a:lnTo>
                    <a:pt x="4804439" y="278707"/>
                  </a:lnTo>
                  <a:lnTo>
                    <a:pt x="4804533" y="278707"/>
                  </a:lnTo>
                  <a:lnTo>
                    <a:pt x="4804626" y="278707"/>
                  </a:lnTo>
                  <a:lnTo>
                    <a:pt x="4804719" y="278707"/>
                  </a:lnTo>
                  <a:lnTo>
                    <a:pt x="4804812" y="278707"/>
                  </a:lnTo>
                  <a:lnTo>
                    <a:pt x="4804906" y="278707"/>
                  </a:lnTo>
                  <a:lnTo>
                    <a:pt x="4804999" y="278707"/>
                  </a:lnTo>
                  <a:lnTo>
                    <a:pt x="4805092" y="278707"/>
                  </a:lnTo>
                  <a:lnTo>
                    <a:pt x="4805185" y="278707"/>
                  </a:lnTo>
                  <a:lnTo>
                    <a:pt x="4805279" y="278707"/>
                  </a:lnTo>
                  <a:lnTo>
                    <a:pt x="4805372" y="278707"/>
                  </a:lnTo>
                  <a:lnTo>
                    <a:pt x="4805465" y="278707"/>
                  </a:lnTo>
                  <a:lnTo>
                    <a:pt x="4805558" y="278707"/>
                  </a:lnTo>
                  <a:lnTo>
                    <a:pt x="4805652" y="278707"/>
                  </a:lnTo>
                  <a:lnTo>
                    <a:pt x="4805745" y="278707"/>
                  </a:lnTo>
                  <a:lnTo>
                    <a:pt x="4805838" y="278707"/>
                  </a:lnTo>
                  <a:lnTo>
                    <a:pt x="4805931" y="278707"/>
                  </a:lnTo>
                  <a:lnTo>
                    <a:pt x="4806025" y="278707"/>
                  </a:lnTo>
                  <a:lnTo>
                    <a:pt x="4806118" y="278707"/>
                  </a:lnTo>
                  <a:lnTo>
                    <a:pt x="4806211" y="278707"/>
                  </a:lnTo>
                  <a:lnTo>
                    <a:pt x="4806304" y="278707"/>
                  </a:lnTo>
                  <a:lnTo>
                    <a:pt x="4806398" y="278707"/>
                  </a:lnTo>
                  <a:lnTo>
                    <a:pt x="4806491" y="278707"/>
                  </a:lnTo>
                  <a:lnTo>
                    <a:pt x="4806584" y="278707"/>
                  </a:lnTo>
                  <a:lnTo>
                    <a:pt x="4806677" y="278707"/>
                  </a:lnTo>
                  <a:lnTo>
                    <a:pt x="4806771" y="278707"/>
                  </a:lnTo>
                  <a:lnTo>
                    <a:pt x="4806864" y="278707"/>
                  </a:lnTo>
                  <a:lnTo>
                    <a:pt x="4806957" y="278707"/>
                  </a:lnTo>
                  <a:lnTo>
                    <a:pt x="4807050" y="278707"/>
                  </a:lnTo>
                  <a:lnTo>
                    <a:pt x="4807144" y="278707"/>
                  </a:lnTo>
                  <a:lnTo>
                    <a:pt x="4807237" y="278707"/>
                  </a:lnTo>
                  <a:lnTo>
                    <a:pt x="4807330" y="278707"/>
                  </a:lnTo>
                  <a:lnTo>
                    <a:pt x="4807423" y="278707"/>
                  </a:lnTo>
                  <a:lnTo>
                    <a:pt x="4807517" y="278707"/>
                  </a:lnTo>
                  <a:lnTo>
                    <a:pt x="4807610" y="278707"/>
                  </a:lnTo>
                  <a:lnTo>
                    <a:pt x="4807703" y="278707"/>
                  </a:lnTo>
                  <a:lnTo>
                    <a:pt x="4807796" y="278707"/>
                  </a:lnTo>
                  <a:lnTo>
                    <a:pt x="4807890" y="278707"/>
                  </a:lnTo>
                  <a:lnTo>
                    <a:pt x="4807983" y="278707"/>
                  </a:lnTo>
                  <a:lnTo>
                    <a:pt x="4808076" y="278707"/>
                  </a:lnTo>
                  <a:lnTo>
                    <a:pt x="4808169" y="278707"/>
                  </a:lnTo>
                  <a:lnTo>
                    <a:pt x="4808262" y="278707"/>
                  </a:lnTo>
                  <a:lnTo>
                    <a:pt x="4808356" y="278707"/>
                  </a:lnTo>
                  <a:lnTo>
                    <a:pt x="4808449" y="278707"/>
                  </a:lnTo>
                  <a:lnTo>
                    <a:pt x="4808542" y="278707"/>
                  </a:lnTo>
                  <a:lnTo>
                    <a:pt x="4808635" y="278707"/>
                  </a:lnTo>
                  <a:lnTo>
                    <a:pt x="4808729" y="278707"/>
                  </a:lnTo>
                  <a:lnTo>
                    <a:pt x="4808822" y="278707"/>
                  </a:lnTo>
                  <a:lnTo>
                    <a:pt x="4808915" y="278707"/>
                  </a:lnTo>
                  <a:lnTo>
                    <a:pt x="4809008" y="278707"/>
                  </a:lnTo>
                  <a:lnTo>
                    <a:pt x="4809102" y="278707"/>
                  </a:lnTo>
                  <a:lnTo>
                    <a:pt x="4809195" y="278707"/>
                  </a:lnTo>
                  <a:lnTo>
                    <a:pt x="4809288" y="278707"/>
                  </a:lnTo>
                  <a:lnTo>
                    <a:pt x="4809381" y="278707"/>
                  </a:lnTo>
                  <a:lnTo>
                    <a:pt x="4809475" y="278707"/>
                  </a:lnTo>
                  <a:lnTo>
                    <a:pt x="4809568" y="278707"/>
                  </a:lnTo>
                  <a:lnTo>
                    <a:pt x="4809661" y="278707"/>
                  </a:lnTo>
                  <a:lnTo>
                    <a:pt x="4809754" y="278707"/>
                  </a:lnTo>
                  <a:lnTo>
                    <a:pt x="4809848" y="278707"/>
                  </a:lnTo>
                  <a:lnTo>
                    <a:pt x="4809941" y="278707"/>
                  </a:lnTo>
                  <a:lnTo>
                    <a:pt x="4810034" y="278707"/>
                  </a:lnTo>
                  <a:lnTo>
                    <a:pt x="4810127" y="278707"/>
                  </a:lnTo>
                  <a:lnTo>
                    <a:pt x="4810221" y="278707"/>
                  </a:lnTo>
                  <a:lnTo>
                    <a:pt x="4810314" y="278707"/>
                  </a:lnTo>
                  <a:lnTo>
                    <a:pt x="4810407" y="278707"/>
                  </a:lnTo>
                  <a:lnTo>
                    <a:pt x="4810500" y="278707"/>
                  </a:lnTo>
                  <a:lnTo>
                    <a:pt x="4810594" y="278707"/>
                  </a:lnTo>
                  <a:lnTo>
                    <a:pt x="4810687" y="278707"/>
                  </a:lnTo>
                  <a:lnTo>
                    <a:pt x="4810780" y="278707"/>
                  </a:lnTo>
                  <a:lnTo>
                    <a:pt x="4810873" y="278707"/>
                  </a:lnTo>
                  <a:lnTo>
                    <a:pt x="4810967" y="278707"/>
                  </a:lnTo>
                  <a:lnTo>
                    <a:pt x="4811060" y="278707"/>
                  </a:lnTo>
                  <a:lnTo>
                    <a:pt x="4811153" y="278707"/>
                  </a:lnTo>
                  <a:lnTo>
                    <a:pt x="4811246" y="278707"/>
                  </a:lnTo>
                  <a:lnTo>
                    <a:pt x="4811340" y="278707"/>
                  </a:lnTo>
                  <a:lnTo>
                    <a:pt x="4811433" y="278707"/>
                  </a:lnTo>
                  <a:lnTo>
                    <a:pt x="4811526" y="278707"/>
                  </a:lnTo>
                  <a:lnTo>
                    <a:pt x="4811619" y="278707"/>
                  </a:lnTo>
                  <a:lnTo>
                    <a:pt x="4811713" y="278707"/>
                  </a:lnTo>
                  <a:lnTo>
                    <a:pt x="4811806" y="278707"/>
                  </a:lnTo>
                  <a:lnTo>
                    <a:pt x="4811806" y="268753"/>
                  </a:lnTo>
                  <a:lnTo>
                    <a:pt x="4811899" y="268753"/>
                  </a:lnTo>
                  <a:lnTo>
                    <a:pt x="4811992" y="268753"/>
                  </a:lnTo>
                  <a:lnTo>
                    <a:pt x="4812086" y="268753"/>
                  </a:lnTo>
                  <a:lnTo>
                    <a:pt x="4812179" y="268753"/>
                  </a:lnTo>
                  <a:lnTo>
                    <a:pt x="4812272" y="268753"/>
                  </a:lnTo>
                  <a:lnTo>
                    <a:pt x="4812365" y="268753"/>
                  </a:lnTo>
                  <a:lnTo>
                    <a:pt x="4812459" y="268753"/>
                  </a:lnTo>
                  <a:lnTo>
                    <a:pt x="4812552" y="268753"/>
                  </a:lnTo>
                  <a:lnTo>
                    <a:pt x="4812645" y="268753"/>
                  </a:lnTo>
                  <a:lnTo>
                    <a:pt x="4812738" y="268753"/>
                  </a:lnTo>
                  <a:lnTo>
                    <a:pt x="4812832" y="268753"/>
                  </a:lnTo>
                  <a:lnTo>
                    <a:pt x="4812925" y="268753"/>
                  </a:lnTo>
                  <a:lnTo>
                    <a:pt x="4813018" y="268753"/>
                  </a:lnTo>
                  <a:lnTo>
                    <a:pt x="4813111" y="268753"/>
                  </a:lnTo>
                  <a:lnTo>
                    <a:pt x="4813205" y="268753"/>
                  </a:lnTo>
                  <a:lnTo>
                    <a:pt x="4813298" y="268753"/>
                  </a:lnTo>
                  <a:lnTo>
                    <a:pt x="4813391" y="268753"/>
                  </a:lnTo>
                  <a:lnTo>
                    <a:pt x="4813484" y="268753"/>
                  </a:lnTo>
                  <a:lnTo>
                    <a:pt x="4813578" y="268753"/>
                  </a:lnTo>
                  <a:lnTo>
                    <a:pt x="4813671" y="268753"/>
                  </a:lnTo>
                  <a:lnTo>
                    <a:pt x="4813764" y="268753"/>
                  </a:lnTo>
                  <a:lnTo>
                    <a:pt x="4813857" y="268753"/>
                  </a:lnTo>
                  <a:lnTo>
                    <a:pt x="4813951" y="268753"/>
                  </a:lnTo>
                  <a:lnTo>
                    <a:pt x="4814044" y="268753"/>
                  </a:lnTo>
                  <a:lnTo>
                    <a:pt x="4814137" y="268753"/>
                  </a:lnTo>
                  <a:lnTo>
                    <a:pt x="4814230" y="268753"/>
                  </a:lnTo>
                  <a:lnTo>
                    <a:pt x="4814324" y="268753"/>
                  </a:lnTo>
                  <a:lnTo>
                    <a:pt x="4814417" y="268753"/>
                  </a:lnTo>
                  <a:lnTo>
                    <a:pt x="4814510" y="268753"/>
                  </a:lnTo>
                  <a:lnTo>
                    <a:pt x="4814603" y="268753"/>
                  </a:lnTo>
                  <a:lnTo>
                    <a:pt x="4814697" y="268753"/>
                  </a:lnTo>
                  <a:lnTo>
                    <a:pt x="4814790" y="268753"/>
                  </a:lnTo>
                  <a:lnTo>
                    <a:pt x="4814883" y="268753"/>
                  </a:lnTo>
                  <a:lnTo>
                    <a:pt x="4814976" y="268753"/>
                  </a:lnTo>
                  <a:lnTo>
                    <a:pt x="4815069" y="268753"/>
                  </a:lnTo>
                  <a:lnTo>
                    <a:pt x="4815163" y="268753"/>
                  </a:lnTo>
                  <a:lnTo>
                    <a:pt x="4815256" y="268753"/>
                  </a:lnTo>
                  <a:lnTo>
                    <a:pt x="4815349" y="268753"/>
                  </a:lnTo>
                  <a:lnTo>
                    <a:pt x="4815442" y="268753"/>
                  </a:lnTo>
                  <a:lnTo>
                    <a:pt x="4815536" y="268753"/>
                  </a:lnTo>
                  <a:lnTo>
                    <a:pt x="4815629" y="268753"/>
                  </a:lnTo>
                  <a:lnTo>
                    <a:pt x="4815722" y="268753"/>
                  </a:lnTo>
                  <a:lnTo>
                    <a:pt x="4815815" y="268753"/>
                  </a:lnTo>
                  <a:lnTo>
                    <a:pt x="4815909" y="268753"/>
                  </a:lnTo>
                  <a:lnTo>
                    <a:pt x="4816002" y="268753"/>
                  </a:lnTo>
                  <a:lnTo>
                    <a:pt x="4816095" y="268753"/>
                  </a:lnTo>
                  <a:lnTo>
                    <a:pt x="4816188" y="268753"/>
                  </a:lnTo>
                  <a:lnTo>
                    <a:pt x="4816282" y="268753"/>
                  </a:lnTo>
                  <a:lnTo>
                    <a:pt x="4816375" y="268753"/>
                  </a:lnTo>
                  <a:lnTo>
                    <a:pt x="4816468" y="268753"/>
                  </a:lnTo>
                  <a:lnTo>
                    <a:pt x="4816561" y="268753"/>
                  </a:lnTo>
                  <a:lnTo>
                    <a:pt x="4816655" y="268753"/>
                  </a:lnTo>
                  <a:lnTo>
                    <a:pt x="4816748" y="268753"/>
                  </a:lnTo>
                  <a:lnTo>
                    <a:pt x="4816841" y="268753"/>
                  </a:lnTo>
                  <a:lnTo>
                    <a:pt x="4816934" y="268753"/>
                  </a:lnTo>
                  <a:lnTo>
                    <a:pt x="4817028" y="268753"/>
                  </a:lnTo>
                  <a:lnTo>
                    <a:pt x="4817121" y="268753"/>
                  </a:lnTo>
                  <a:lnTo>
                    <a:pt x="4817214" y="268753"/>
                  </a:lnTo>
                  <a:lnTo>
                    <a:pt x="4817307" y="268753"/>
                  </a:lnTo>
                  <a:lnTo>
                    <a:pt x="4817401" y="268753"/>
                  </a:lnTo>
                  <a:lnTo>
                    <a:pt x="4817494" y="268753"/>
                  </a:lnTo>
                  <a:lnTo>
                    <a:pt x="4817587" y="268753"/>
                  </a:lnTo>
                  <a:lnTo>
                    <a:pt x="4817680" y="268753"/>
                  </a:lnTo>
                  <a:lnTo>
                    <a:pt x="4817774" y="268753"/>
                  </a:lnTo>
                  <a:lnTo>
                    <a:pt x="4817867" y="268753"/>
                  </a:lnTo>
                  <a:lnTo>
                    <a:pt x="4817960" y="268753"/>
                  </a:lnTo>
                  <a:lnTo>
                    <a:pt x="4818053" y="268753"/>
                  </a:lnTo>
                  <a:lnTo>
                    <a:pt x="4818147" y="268753"/>
                  </a:lnTo>
                  <a:lnTo>
                    <a:pt x="4818240" y="268753"/>
                  </a:lnTo>
                  <a:lnTo>
                    <a:pt x="4818333" y="268753"/>
                  </a:lnTo>
                  <a:lnTo>
                    <a:pt x="4818426" y="268753"/>
                  </a:lnTo>
                  <a:lnTo>
                    <a:pt x="4818520" y="268753"/>
                  </a:lnTo>
                  <a:lnTo>
                    <a:pt x="4818613" y="268753"/>
                  </a:lnTo>
                  <a:lnTo>
                    <a:pt x="4818706" y="268753"/>
                  </a:lnTo>
                  <a:lnTo>
                    <a:pt x="4818799" y="268753"/>
                  </a:lnTo>
                  <a:lnTo>
                    <a:pt x="4818893" y="268753"/>
                  </a:lnTo>
                  <a:lnTo>
                    <a:pt x="4818986" y="268753"/>
                  </a:lnTo>
                  <a:lnTo>
                    <a:pt x="4819079" y="268753"/>
                  </a:lnTo>
                  <a:lnTo>
                    <a:pt x="4819172" y="268753"/>
                  </a:lnTo>
                  <a:lnTo>
                    <a:pt x="4819266" y="268753"/>
                  </a:lnTo>
                  <a:lnTo>
                    <a:pt x="4819359" y="268753"/>
                  </a:lnTo>
                  <a:lnTo>
                    <a:pt x="4819452" y="268753"/>
                  </a:lnTo>
                  <a:lnTo>
                    <a:pt x="4819545" y="268753"/>
                  </a:lnTo>
                  <a:lnTo>
                    <a:pt x="4819639" y="268753"/>
                  </a:lnTo>
                  <a:lnTo>
                    <a:pt x="4819732" y="268753"/>
                  </a:lnTo>
                  <a:lnTo>
                    <a:pt x="4819825" y="268753"/>
                  </a:lnTo>
                  <a:lnTo>
                    <a:pt x="4819918" y="268753"/>
                  </a:lnTo>
                  <a:lnTo>
                    <a:pt x="4820012" y="268753"/>
                  </a:lnTo>
                  <a:lnTo>
                    <a:pt x="4820105" y="268753"/>
                  </a:lnTo>
                  <a:lnTo>
                    <a:pt x="4820198" y="268753"/>
                  </a:lnTo>
                  <a:lnTo>
                    <a:pt x="4820291" y="268753"/>
                  </a:lnTo>
                  <a:lnTo>
                    <a:pt x="4820385" y="268753"/>
                  </a:lnTo>
                  <a:lnTo>
                    <a:pt x="4820478" y="268753"/>
                  </a:lnTo>
                  <a:lnTo>
                    <a:pt x="4820571" y="268753"/>
                  </a:lnTo>
                  <a:lnTo>
                    <a:pt x="4820664" y="268753"/>
                  </a:lnTo>
                  <a:lnTo>
                    <a:pt x="4820758" y="268753"/>
                  </a:lnTo>
                  <a:lnTo>
                    <a:pt x="4820851" y="268753"/>
                  </a:lnTo>
                  <a:lnTo>
                    <a:pt x="4820944" y="268753"/>
                  </a:lnTo>
                  <a:lnTo>
                    <a:pt x="4821037" y="268753"/>
                  </a:lnTo>
                  <a:lnTo>
                    <a:pt x="4821131" y="268753"/>
                  </a:lnTo>
                  <a:lnTo>
                    <a:pt x="4821224" y="268753"/>
                  </a:lnTo>
                  <a:lnTo>
                    <a:pt x="4821317" y="268753"/>
                  </a:lnTo>
                  <a:lnTo>
                    <a:pt x="4821410" y="268753"/>
                  </a:lnTo>
                  <a:lnTo>
                    <a:pt x="4821504" y="268753"/>
                  </a:lnTo>
                  <a:lnTo>
                    <a:pt x="4821597" y="268753"/>
                  </a:lnTo>
                  <a:lnTo>
                    <a:pt x="4821690" y="268753"/>
                  </a:lnTo>
                  <a:lnTo>
                    <a:pt x="4821783" y="268753"/>
                  </a:lnTo>
                  <a:lnTo>
                    <a:pt x="4821876" y="268753"/>
                  </a:lnTo>
                  <a:lnTo>
                    <a:pt x="4821970" y="268753"/>
                  </a:lnTo>
                  <a:lnTo>
                    <a:pt x="4822063" y="268753"/>
                  </a:lnTo>
                  <a:lnTo>
                    <a:pt x="4822156" y="268753"/>
                  </a:lnTo>
                  <a:lnTo>
                    <a:pt x="4822249" y="268753"/>
                  </a:lnTo>
                  <a:lnTo>
                    <a:pt x="4822343" y="268753"/>
                  </a:lnTo>
                  <a:lnTo>
                    <a:pt x="4822436" y="268753"/>
                  </a:lnTo>
                  <a:lnTo>
                    <a:pt x="4822529" y="268753"/>
                  </a:lnTo>
                  <a:lnTo>
                    <a:pt x="4822622" y="268753"/>
                  </a:lnTo>
                  <a:lnTo>
                    <a:pt x="4822716" y="268753"/>
                  </a:lnTo>
                  <a:lnTo>
                    <a:pt x="4822809" y="268753"/>
                  </a:lnTo>
                  <a:lnTo>
                    <a:pt x="4822902" y="268753"/>
                  </a:lnTo>
                  <a:lnTo>
                    <a:pt x="4822995" y="268753"/>
                  </a:lnTo>
                  <a:lnTo>
                    <a:pt x="4823089" y="268753"/>
                  </a:lnTo>
                  <a:lnTo>
                    <a:pt x="4823182" y="268753"/>
                  </a:lnTo>
                  <a:lnTo>
                    <a:pt x="4823275" y="268753"/>
                  </a:lnTo>
                  <a:lnTo>
                    <a:pt x="4823368" y="268753"/>
                  </a:lnTo>
                  <a:lnTo>
                    <a:pt x="4823462" y="268753"/>
                  </a:lnTo>
                  <a:lnTo>
                    <a:pt x="4823555" y="268753"/>
                  </a:lnTo>
                  <a:lnTo>
                    <a:pt x="4823648" y="268753"/>
                  </a:lnTo>
                  <a:lnTo>
                    <a:pt x="4823741" y="268753"/>
                  </a:lnTo>
                  <a:lnTo>
                    <a:pt x="4823835" y="268753"/>
                  </a:lnTo>
                  <a:lnTo>
                    <a:pt x="4823928" y="268753"/>
                  </a:lnTo>
                  <a:lnTo>
                    <a:pt x="4824021" y="268753"/>
                  </a:lnTo>
                  <a:lnTo>
                    <a:pt x="4824114" y="268753"/>
                  </a:lnTo>
                  <a:lnTo>
                    <a:pt x="4824208" y="268753"/>
                  </a:lnTo>
                  <a:lnTo>
                    <a:pt x="4824301" y="268753"/>
                  </a:lnTo>
                  <a:lnTo>
                    <a:pt x="4824394" y="268753"/>
                  </a:lnTo>
                  <a:lnTo>
                    <a:pt x="4824487" y="268753"/>
                  </a:lnTo>
                  <a:lnTo>
                    <a:pt x="4824581" y="268753"/>
                  </a:lnTo>
                  <a:lnTo>
                    <a:pt x="4824674" y="268753"/>
                  </a:lnTo>
                  <a:lnTo>
                    <a:pt x="4824767" y="268753"/>
                  </a:lnTo>
                  <a:lnTo>
                    <a:pt x="4824860" y="268753"/>
                  </a:lnTo>
                  <a:lnTo>
                    <a:pt x="4824954" y="268753"/>
                  </a:lnTo>
                  <a:lnTo>
                    <a:pt x="4825047" y="268753"/>
                  </a:lnTo>
                  <a:lnTo>
                    <a:pt x="4825140" y="268753"/>
                  </a:lnTo>
                  <a:lnTo>
                    <a:pt x="4825233" y="268753"/>
                  </a:lnTo>
                  <a:lnTo>
                    <a:pt x="4825327" y="268753"/>
                  </a:lnTo>
                  <a:lnTo>
                    <a:pt x="4825420" y="268753"/>
                  </a:lnTo>
                  <a:lnTo>
                    <a:pt x="4825513" y="268753"/>
                  </a:lnTo>
                  <a:lnTo>
                    <a:pt x="4825606" y="268753"/>
                  </a:lnTo>
                  <a:lnTo>
                    <a:pt x="4825700" y="268753"/>
                  </a:lnTo>
                  <a:lnTo>
                    <a:pt x="4825793" y="268753"/>
                  </a:lnTo>
                  <a:lnTo>
                    <a:pt x="4825886" y="268753"/>
                  </a:lnTo>
                  <a:lnTo>
                    <a:pt x="4825979" y="268753"/>
                  </a:lnTo>
                  <a:lnTo>
                    <a:pt x="4826073" y="268753"/>
                  </a:lnTo>
                  <a:lnTo>
                    <a:pt x="4826166" y="268753"/>
                  </a:lnTo>
                  <a:lnTo>
                    <a:pt x="4826259" y="268753"/>
                  </a:lnTo>
                  <a:lnTo>
                    <a:pt x="4826352" y="268753"/>
                  </a:lnTo>
                  <a:lnTo>
                    <a:pt x="4826446" y="268753"/>
                  </a:lnTo>
                  <a:lnTo>
                    <a:pt x="4826539" y="268753"/>
                  </a:lnTo>
                  <a:lnTo>
                    <a:pt x="4826632" y="268753"/>
                  </a:lnTo>
                  <a:lnTo>
                    <a:pt x="4826725" y="268753"/>
                  </a:lnTo>
                  <a:lnTo>
                    <a:pt x="4826819" y="268753"/>
                  </a:lnTo>
                  <a:lnTo>
                    <a:pt x="4826912" y="268753"/>
                  </a:lnTo>
                  <a:lnTo>
                    <a:pt x="4827005" y="268753"/>
                  </a:lnTo>
                  <a:lnTo>
                    <a:pt x="4827098" y="268753"/>
                  </a:lnTo>
                  <a:lnTo>
                    <a:pt x="4827192" y="268753"/>
                  </a:lnTo>
                  <a:lnTo>
                    <a:pt x="4827285" y="268753"/>
                  </a:lnTo>
                  <a:lnTo>
                    <a:pt x="4827378" y="268753"/>
                  </a:lnTo>
                  <a:lnTo>
                    <a:pt x="4827471" y="268753"/>
                  </a:lnTo>
                  <a:lnTo>
                    <a:pt x="4827565" y="268753"/>
                  </a:lnTo>
                  <a:lnTo>
                    <a:pt x="4827658" y="268753"/>
                  </a:lnTo>
                  <a:lnTo>
                    <a:pt x="4827751" y="268753"/>
                  </a:lnTo>
                  <a:lnTo>
                    <a:pt x="4827844" y="268753"/>
                  </a:lnTo>
                  <a:lnTo>
                    <a:pt x="4827938" y="268753"/>
                  </a:lnTo>
                  <a:lnTo>
                    <a:pt x="4828031" y="268753"/>
                  </a:lnTo>
                  <a:lnTo>
                    <a:pt x="4828124" y="268753"/>
                  </a:lnTo>
                  <a:lnTo>
                    <a:pt x="4828217" y="268753"/>
                  </a:lnTo>
                  <a:lnTo>
                    <a:pt x="4828311" y="268753"/>
                  </a:lnTo>
                  <a:lnTo>
                    <a:pt x="4828404" y="268753"/>
                  </a:lnTo>
                  <a:lnTo>
                    <a:pt x="4828497" y="268753"/>
                  </a:lnTo>
                  <a:lnTo>
                    <a:pt x="4828590" y="268753"/>
                  </a:lnTo>
                  <a:lnTo>
                    <a:pt x="4828684" y="268753"/>
                  </a:lnTo>
                  <a:lnTo>
                    <a:pt x="4828777" y="268753"/>
                  </a:lnTo>
                  <a:lnTo>
                    <a:pt x="4828870" y="268753"/>
                  </a:lnTo>
                  <a:lnTo>
                    <a:pt x="4828963" y="268753"/>
                  </a:lnTo>
                  <a:lnTo>
                    <a:pt x="4829056" y="268753"/>
                  </a:lnTo>
                  <a:lnTo>
                    <a:pt x="4829150" y="268753"/>
                  </a:lnTo>
                  <a:lnTo>
                    <a:pt x="4829243" y="268753"/>
                  </a:lnTo>
                  <a:lnTo>
                    <a:pt x="4829336" y="268753"/>
                  </a:lnTo>
                  <a:lnTo>
                    <a:pt x="4829429" y="268753"/>
                  </a:lnTo>
                  <a:lnTo>
                    <a:pt x="4829523" y="268753"/>
                  </a:lnTo>
                  <a:lnTo>
                    <a:pt x="4829616" y="268753"/>
                  </a:lnTo>
                  <a:lnTo>
                    <a:pt x="4829709" y="268753"/>
                  </a:lnTo>
                  <a:lnTo>
                    <a:pt x="4829802" y="268753"/>
                  </a:lnTo>
                  <a:lnTo>
                    <a:pt x="4829896" y="268753"/>
                  </a:lnTo>
                  <a:lnTo>
                    <a:pt x="4829989" y="268753"/>
                  </a:lnTo>
                  <a:lnTo>
                    <a:pt x="4830082" y="268753"/>
                  </a:lnTo>
                  <a:lnTo>
                    <a:pt x="4830175" y="268753"/>
                  </a:lnTo>
                  <a:lnTo>
                    <a:pt x="4830269" y="268753"/>
                  </a:lnTo>
                  <a:lnTo>
                    <a:pt x="4830362" y="268753"/>
                  </a:lnTo>
                  <a:lnTo>
                    <a:pt x="4830455" y="268753"/>
                  </a:lnTo>
                  <a:lnTo>
                    <a:pt x="4830548" y="268753"/>
                  </a:lnTo>
                  <a:lnTo>
                    <a:pt x="4830642" y="268753"/>
                  </a:lnTo>
                  <a:lnTo>
                    <a:pt x="4830735" y="268753"/>
                  </a:lnTo>
                  <a:lnTo>
                    <a:pt x="4830828" y="268753"/>
                  </a:lnTo>
                  <a:lnTo>
                    <a:pt x="4830921" y="268753"/>
                  </a:lnTo>
                  <a:lnTo>
                    <a:pt x="4831015" y="268753"/>
                  </a:lnTo>
                  <a:lnTo>
                    <a:pt x="4831108" y="268753"/>
                  </a:lnTo>
                  <a:lnTo>
                    <a:pt x="4831201" y="268753"/>
                  </a:lnTo>
                  <a:lnTo>
                    <a:pt x="4831294" y="268753"/>
                  </a:lnTo>
                  <a:lnTo>
                    <a:pt x="4831388" y="268753"/>
                  </a:lnTo>
                  <a:lnTo>
                    <a:pt x="4831481" y="268753"/>
                  </a:lnTo>
                  <a:lnTo>
                    <a:pt x="4831574" y="268753"/>
                  </a:lnTo>
                  <a:lnTo>
                    <a:pt x="4831667" y="268753"/>
                  </a:lnTo>
                  <a:lnTo>
                    <a:pt x="4831761" y="268753"/>
                  </a:lnTo>
                  <a:lnTo>
                    <a:pt x="4831854" y="268753"/>
                  </a:lnTo>
                  <a:lnTo>
                    <a:pt x="4831947" y="268753"/>
                  </a:lnTo>
                  <a:lnTo>
                    <a:pt x="4832040" y="268753"/>
                  </a:lnTo>
                  <a:lnTo>
                    <a:pt x="4832134" y="268753"/>
                  </a:lnTo>
                  <a:lnTo>
                    <a:pt x="4832227" y="268753"/>
                  </a:lnTo>
                  <a:lnTo>
                    <a:pt x="4832320" y="268753"/>
                  </a:lnTo>
                  <a:lnTo>
                    <a:pt x="4832413" y="268753"/>
                  </a:lnTo>
                  <a:lnTo>
                    <a:pt x="4832507" y="268753"/>
                  </a:lnTo>
                  <a:lnTo>
                    <a:pt x="4832600" y="268753"/>
                  </a:lnTo>
                  <a:lnTo>
                    <a:pt x="4832693" y="268753"/>
                  </a:lnTo>
                  <a:lnTo>
                    <a:pt x="4832786" y="268753"/>
                  </a:lnTo>
                  <a:lnTo>
                    <a:pt x="4832880" y="268753"/>
                  </a:lnTo>
                  <a:lnTo>
                    <a:pt x="4832973" y="268753"/>
                  </a:lnTo>
                  <a:lnTo>
                    <a:pt x="4833066" y="268753"/>
                  </a:lnTo>
                  <a:lnTo>
                    <a:pt x="4833159" y="268753"/>
                  </a:lnTo>
                  <a:lnTo>
                    <a:pt x="4833253" y="268753"/>
                  </a:lnTo>
                  <a:lnTo>
                    <a:pt x="4833346" y="268753"/>
                  </a:lnTo>
                  <a:lnTo>
                    <a:pt x="4833439" y="268753"/>
                  </a:lnTo>
                  <a:lnTo>
                    <a:pt x="4833532" y="268753"/>
                  </a:lnTo>
                  <a:lnTo>
                    <a:pt x="4833626" y="268753"/>
                  </a:lnTo>
                  <a:lnTo>
                    <a:pt x="4833719" y="268753"/>
                  </a:lnTo>
                  <a:lnTo>
                    <a:pt x="4833812" y="268753"/>
                  </a:lnTo>
                  <a:lnTo>
                    <a:pt x="4833905" y="268753"/>
                  </a:lnTo>
                  <a:lnTo>
                    <a:pt x="4833999" y="268753"/>
                  </a:lnTo>
                  <a:lnTo>
                    <a:pt x="4834092" y="268753"/>
                  </a:lnTo>
                  <a:lnTo>
                    <a:pt x="4834185" y="268753"/>
                  </a:lnTo>
                  <a:lnTo>
                    <a:pt x="4834278" y="268753"/>
                  </a:lnTo>
                  <a:lnTo>
                    <a:pt x="4834372" y="268753"/>
                  </a:lnTo>
                  <a:lnTo>
                    <a:pt x="4834465" y="268753"/>
                  </a:lnTo>
                  <a:lnTo>
                    <a:pt x="4834558" y="268753"/>
                  </a:lnTo>
                  <a:lnTo>
                    <a:pt x="4834651" y="268753"/>
                  </a:lnTo>
                  <a:lnTo>
                    <a:pt x="4834745" y="268753"/>
                  </a:lnTo>
                  <a:lnTo>
                    <a:pt x="4834838" y="268753"/>
                  </a:lnTo>
                  <a:lnTo>
                    <a:pt x="4834931" y="268753"/>
                  </a:lnTo>
                  <a:lnTo>
                    <a:pt x="4835024" y="268753"/>
                  </a:lnTo>
                  <a:lnTo>
                    <a:pt x="4835118" y="268753"/>
                  </a:lnTo>
                  <a:lnTo>
                    <a:pt x="4835211" y="268753"/>
                  </a:lnTo>
                  <a:lnTo>
                    <a:pt x="4835304" y="268753"/>
                  </a:lnTo>
                  <a:lnTo>
                    <a:pt x="4835397" y="268753"/>
                  </a:lnTo>
                  <a:lnTo>
                    <a:pt x="4835491" y="268753"/>
                  </a:lnTo>
                  <a:lnTo>
                    <a:pt x="4835584" y="268753"/>
                  </a:lnTo>
                  <a:lnTo>
                    <a:pt x="4835677" y="268753"/>
                  </a:lnTo>
                  <a:lnTo>
                    <a:pt x="4835770" y="268753"/>
                  </a:lnTo>
                  <a:lnTo>
                    <a:pt x="4835863" y="268753"/>
                  </a:lnTo>
                  <a:lnTo>
                    <a:pt x="4835957" y="268753"/>
                  </a:lnTo>
                  <a:lnTo>
                    <a:pt x="4836050" y="268753"/>
                  </a:lnTo>
                  <a:lnTo>
                    <a:pt x="4836143" y="268753"/>
                  </a:lnTo>
                  <a:lnTo>
                    <a:pt x="4836236" y="268753"/>
                  </a:lnTo>
                  <a:lnTo>
                    <a:pt x="4836330" y="268753"/>
                  </a:lnTo>
                  <a:lnTo>
                    <a:pt x="4836423" y="268753"/>
                  </a:lnTo>
                  <a:lnTo>
                    <a:pt x="4836516" y="268753"/>
                  </a:lnTo>
                  <a:lnTo>
                    <a:pt x="4836609" y="268753"/>
                  </a:lnTo>
                  <a:lnTo>
                    <a:pt x="4836703" y="268753"/>
                  </a:lnTo>
                  <a:lnTo>
                    <a:pt x="4836796" y="268753"/>
                  </a:lnTo>
                  <a:lnTo>
                    <a:pt x="4836889" y="268753"/>
                  </a:lnTo>
                  <a:lnTo>
                    <a:pt x="4836982" y="268753"/>
                  </a:lnTo>
                  <a:lnTo>
                    <a:pt x="4837076" y="268753"/>
                  </a:lnTo>
                  <a:lnTo>
                    <a:pt x="4837169" y="268753"/>
                  </a:lnTo>
                  <a:lnTo>
                    <a:pt x="4837262" y="268753"/>
                  </a:lnTo>
                  <a:lnTo>
                    <a:pt x="4837355" y="268753"/>
                  </a:lnTo>
                  <a:lnTo>
                    <a:pt x="4837449" y="268753"/>
                  </a:lnTo>
                  <a:lnTo>
                    <a:pt x="4837542" y="268753"/>
                  </a:lnTo>
                  <a:lnTo>
                    <a:pt x="4837635" y="268753"/>
                  </a:lnTo>
                  <a:lnTo>
                    <a:pt x="4837728" y="268753"/>
                  </a:lnTo>
                  <a:lnTo>
                    <a:pt x="4837822" y="268753"/>
                  </a:lnTo>
                  <a:lnTo>
                    <a:pt x="4837915" y="268753"/>
                  </a:lnTo>
                  <a:lnTo>
                    <a:pt x="4838008" y="268753"/>
                  </a:lnTo>
                  <a:lnTo>
                    <a:pt x="4838101" y="268753"/>
                  </a:lnTo>
                  <a:lnTo>
                    <a:pt x="4838195" y="268753"/>
                  </a:lnTo>
                  <a:lnTo>
                    <a:pt x="4838288" y="268753"/>
                  </a:lnTo>
                  <a:lnTo>
                    <a:pt x="4838381" y="268753"/>
                  </a:lnTo>
                  <a:lnTo>
                    <a:pt x="4838474" y="268753"/>
                  </a:lnTo>
                  <a:lnTo>
                    <a:pt x="4838568" y="268753"/>
                  </a:lnTo>
                  <a:lnTo>
                    <a:pt x="4838661" y="268753"/>
                  </a:lnTo>
                  <a:lnTo>
                    <a:pt x="4838754" y="268753"/>
                  </a:lnTo>
                  <a:lnTo>
                    <a:pt x="4838847" y="268753"/>
                  </a:lnTo>
                  <a:lnTo>
                    <a:pt x="4838941" y="268753"/>
                  </a:lnTo>
                  <a:lnTo>
                    <a:pt x="4839034" y="268753"/>
                  </a:lnTo>
                  <a:lnTo>
                    <a:pt x="4839127" y="268753"/>
                  </a:lnTo>
                  <a:lnTo>
                    <a:pt x="4839220" y="268753"/>
                  </a:lnTo>
                  <a:lnTo>
                    <a:pt x="4839314" y="268753"/>
                  </a:lnTo>
                  <a:lnTo>
                    <a:pt x="4839407" y="268753"/>
                  </a:lnTo>
                  <a:lnTo>
                    <a:pt x="4839500" y="268753"/>
                  </a:lnTo>
                  <a:lnTo>
                    <a:pt x="4839593" y="268753"/>
                  </a:lnTo>
                  <a:lnTo>
                    <a:pt x="4839687" y="268753"/>
                  </a:lnTo>
                  <a:lnTo>
                    <a:pt x="4839780" y="268753"/>
                  </a:lnTo>
                  <a:lnTo>
                    <a:pt x="4839873" y="268753"/>
                  </a:lnTo>
                  <a:lnTo>
                    <a:pt x="4839966" y="268753"/>
                  </a:lnTo>
                  <a:lnTo>
                    <a:pt x="4840060" y="268753"/>
                  </a:lnTo>
                  <a:lnTo>
                    <a:pt x="4840153" y="268753"/>
                  </a:lnTo>
                  <a:lnTo>
                    <a:pt x="4840246" y="268753"/>
                  </a:lnTo>
                  <a:lnTo>
                    <a:pt x="4840339" y="268753"/>
                  </a:lnTo>
                  <a:lnTo>
                    <a:pt x="4840433" y="268753"/>
                  </a:lnTo>
                  <a:lnTo>
                    <a:pt x="4840526" y="268753"/>
                  </a:lnTo>
                  <a:lnTo>
                    <a:pt x="4840619" y="268753"/>
                  </a:lnTo>
                  <a:lnTo>
                    <a:pt x="4840712" y="268753"/>
                  </a:lnTo>
                  <a:lnTo>
                    <a:pt x="4840806" y="268753"/>
                  </a:lnTo>
                  <a:lnTo>
                    <a:pt x="4840899" y="268753"/>
                  </a:lnTo>
                  <a:lnTo>
                    <a:pt x="4840992" y="268753"/>
                  </a:lnTo>
                  <a:lnTo>
                    <a:pt x="4841085" y="268753"/>
                  </a:lnTo>
                  <a:lnTo>
                    <a:pt x="4841179" y="268753"/>
                  </a:lnTo>
                  <a:lnTo>
                    <a:pt x="4841272" y="268753"/>
                  </a:lnTo>
                  <a:lnTo>
                    <a:pt x="4841365" y="268753"/>
                  </a:lnTo>
                  <a:lnTo>
                    <a:pt x="4841458" y="268753"/>
                  </a:lnTo>
                  <a:lnTo>
                    <a:pt x="4841552" y="268753"/>
                  </a:lnTo>
                  <a:lnTo>
                    <a:pt x="4841645" y="268753"/>
                  </a:lnTo>
                  <a:lnTo>
                    <a:pt x="4841738" y="268753"/>
                  </a:lnTo>
                  <a:lnTo>
                    <a:pt x="4841831" y="268753"/>
                  </a:lnTo>
                  <a:lnTo>
                    <a:pt x="4841925" y="268753"/>
                  </a:lnTo>
                  <a:lnTo>
                    <a:pt x="4842018" y="268753"/>
                  </a:lnTo>
                  <a:lnTo>
                    <a:pt x="4842111" y="268753"/>
                  </a:lnTo>
                  <a:lnTo>
                    <a:pt x="4842204" y="268753"/>
                  </a:lnTo>
                  <a:lnTo>
                    <a:pt x="4842298" y="268753"/>
                  </a:lnTo>
                  <a:lnTo>
                    <a:pt x="4842391" y="268753"/>
                  </a:lnTo>
                  <a:lnTo>
                    <a:pt x="4842484" y="268753"/>
                  </a:lnTo>
                  <a:lnTo>
                    <a:pt x="4842577" y="268753"/>
                  </a:lnTo>
                  <a:lnTo>
                    <a:pt x="4842670" y="268753"/>
                  </a:lnTo>
                  <a:lnTo>
                    <a:pt x="4842764" y="268753"/>
                  </a:lnTo>
                  <a:lnTo>
                    <a:pt x="4842857" y="268753"/>
                  </a:lnTo>
                  <a:lnTo>
                    <a:pt x="4842950" y="268753"/>
                  </a:lnTo>
                  <a:lnTo>
                    <a:pt x="4843043" y="268753"/>
                  </a:lnTo>
                  <a:lnTo>
                    <a:pt x="4843137" y="268753"/>
                  </a:lnTo>
                  <a:lnTo>
                    <a:pt x="4843230" y="268753"/>
                  </a:lnTo>
                  <a:lnTo>
                    <a:pt x="4843323" y="268753"/>
                  </a:lnTo>
                  <a:lnTo>
                    <a:pt x="4843416" y="268753"/>
                  </a:lnTo>
                  <a:lnTo>
                    <a:pt x="4843510" y="268753"/>
                  </a:lnTo>
                  <a:lnTo>
                    <a:pt x="4843603" y="268753"/>
                  </a:lnTo>
                  <a:lnTo>
                    <a:pt x="4843696" y="268753"/>
                  </a:lnTo>
                  <a:lnTo>
                    <a:pt x="4843789" y="268753"/>
                  </a:lnTo>
                  <a:lnTo>
                    <a:pt x="4843883" y="268753"/>
                  </a:lnTo>
                  <a:lnTo>
                    <a:pt x="4843883" y="258799"/>
                  </a:lnTo>
                  <a:lnTo>
                    <a:pt x="4843976" y="258799"/>
                  </a:lnTo>
                  <a:lnTo>
                    <a:pt x="4844069" y="258799"/>
                  </a:lnTo>
                  <a:lnTo>
                    <a:pt x="4844162" y="258799"/>
                  </a:lnTo>
                  <a:lnTo>
                    <a:pt x="4844256" y="258799"/>
                  </a:lnTo>
                  <a:lnTo>
                    <a:pt x="4844349" y="258799"/>
                  </a:lnTo>
                  <a:lnTo>
                    <a:pt x="4844442" y="258799"/>
                  </a:lnTo>
                  <a:lnTo>
                    <a:pt x="4844535" y="258799"/>
                  </a:lnTo>
                  <a:lnTo>
                    <a:pt x="4844629" y="258799"/>
                  </a:lnTo>
                  <a:lnTo>
                    <a:pt x="4844722" y="258799"/>
                  </a:lnTo>
                  <a:lnTo>
                    <a:pt x="4844815" y="258799"/>
                  </a:lnTo>
                  <a:lnTo>
                    <a:pt x="4844908" y="258799"/>
                  </a:lnTo>
                  <a:lnTo>
                    <a:pt x="4845002" y="258799"/>
                  </a:lnTo>
                  <a:lnTo>
                    <a:pt x="4845095" y="258799"/>
                  </a:lnTo>
                  <a:lnTo>
                    <a:pt x="4845188" y="258799"/>
                  </a:lnTo>
                  <a:lnTo>
                    <a:pt x="4845281" y="258799"/>
                  </a:lnTo>
                  <a:lnTo>
                    <a:pt x="4845375" y="258799"/>
                  </a:lnTo>
                  <a:lnTo>
                    <a:pt x="4845468" y="258799"/>
                  </a:lnTo>
                  <a:lnTo>
                    <a:pt x="4845561" y="258799"/>
                  </a:lnTo>
                  <a:lnTo>
                    <a:pt x="4845654" y="258799"/>
                  </a:lnTo>
                  <a:lnTo>
                    <a:pt x="4845748" y="258799"/>
                  </a:lnTo>
                  <a:lnTo>
                    <a:pt x="4845841" y="258799"/>
                  </a:lnTo>
                  <a:lnTo>
                    <a:pt x="4845934" y="258799"/>
                  </a:lnTo>
                  <a:lnTo>
                    <a:pt x="4846027" y="258799"/>
                  </a:lnTo>
                  <a:lnTo>
                    <a:pt x="4846121" y="258799"/>
                  </a:lnTo>
                  <a:lnTo>
                    <a:pt x="4846214" y="258799"/>
                  </a:lnTo>
                  <a:lnTo>
                    <a:pt x="4846307" y="258799"/>
                  </a:lnTo>
                  <a:lnTo>
                    <a:pt x="4846400" y="258799"/>
                  </a:lnTo>
                  <a:lnTo>
                    <a:pt x="4846494" y="258799"/>
                  </a:lnTo>
                  <a:lnTo>
                    <a:pt x="4846587" y="258799"/>
                  </a:lnTo>
                  <a:lnTo>
                    <a:pt x="4846680" y="258799"/>
                  </a:lnTo>
                  <a:lnTo>
                    <a:pt x="4846773" y="258799"/>
                  </a:lnTo>
                  <a:lnTo>
                    <a:pt x="4846867" y="258799"/>
                  </a:lnTo>
                  <a:lnTo>
                    <a:pt x="4846960" y="258799"/>
                  </a:lnTo>
                  <a:lnTo>
                    <a:pt x="4847053" y="258799"/>
                  </a:lnTo>
                  <a:lnTo>
                    <a:pt x="4847146" y="258799"/>
                  </a:lnTo>
                  <a:lnTo>
                    <a:pt x="4847240" y="258799"/>
                  </a:lnTo>
                  <a:lnTo>
                    <a:pt x="4847333" y="258799"/>
                  </a:lnTo>
                  <a:lnTo>
                    <a:pt x="4847426" y="258799"/>
                  </a:lnTo>
                  <a:lnTo>
                    <a:pt x="4847519" y="258799"/>
                  </a:lnTo>
                  <a:lnTo>
                    <a:pt x="4847613" y="258799"/>
                  </a:lnTo>
                  <a:lnTo>
                    <a:pt x="4847706" y="258799"/>
                  </a:lnTo>
                  <a:lnTo>
                    <a:pt x="4847799" y="258799"/>
                  </a:lnTo>
                  <a:lnTo>
                    <a:pt x="4847892" y="258799"/>
                  </a:lnTo>
                  <a:lnTo>
                    <a:pt x="4847986" y="258799"/>
                  </a:lnTo>
                  <a:lnTo>
                    <a:pt x="4848079" y="258799"/>
                  </a:lnTo>
                  <a:lnTo>
                    <a:pt x="4848172" y="258799"/>
                  </a:lnTo>
                  <a:lnTo>
                    <a:pt x="4848265" y="258799"/>
                  </a:lnTo>
                  <a:lnTo>
                    <a:pt x="4848359" y="258799"/>
                  </a:lnTo>
                  <a:lnTo>
                    <a:pt x="4848452" y="258799"/>
                  </a:lnTo>
                  <a:lnTo>
                    <a:pt x="4848545" y="258799"/>
                  </a:lnTo>
                  <a:lnTo>
                    <a:pt x="4848638" y="258799"/>
                  </a:lnTo>
                  <a:lnTo>
                    <a:pt x="4848732" y="258799"/>
                  </a:lnTo>
                  <a:lnTo>
                    <a:pt x="4848825" y="258799"/>
                  </a:lnTo>
                  <a:lnTo>
                    <a:pt x="4848918" y="258799"/>
                  </a:lnTo>
                  <a:lnTo>
                    <a:pt x="4849011" y="258799"/>
                  </a:lnTo>
                  <a:lnTo>
                    <a:pt x="4849105" y="258799"/>
                  </a:lnTo>
                  <a:lnTo>
                    <a:pt x="4849198" y="258799"/>
                  </a:lnTo>
                  <a:lnTo>
                    <a:pt x="4849291" y="258799"/>
                  </a:lnTo>
                  <a:lnTo>
                    <a:pt x="4849384" y="258799"/>
                  </a:lnTo>
                  <a:lnTo>
                    <a:pt x="4849478" y="258799"/>
                  </a:lnTo>
                  <a:lnTo>
                    <a:pt x="4849571" y="258799"/>
                  </a:lnTo>
                  <a:lnTo>
                    <a:pt x="4849664" y="258799"/>
                  </a:lnTo>
                  <a:lnTo>
                    <a:pt x="4849757" y="258799"/>
                  </a:lnTo>
                  <a:lnTo>
                    <a:pt x="4849850" y="258799"/>
                  </a:lnTo>
                  <a:lnTo>
                    <a:pt x="4849944" y="258799"/>
                  </a:lnTo>
                  <a:lnTo>
                    <a:pt x="4850037" y="258799"/>
                  </a:lnTo>
                  <a:lnTo>
                    <a:pt x="4850130" y="258799"/>
                  </a:lnTo>
                  <a:lnTo>
                    <a:pt x="4850223" y="258799"/>
                  </a:lnTo>
                  <a:lnTo>
                    <a:pt x="4850317" y="258799"/>
                  </a:lnTo>
                  <a:lnTo>
                    <a:pt x="4850410" y="258799"/>
                  </a:lnTo>
                  <a:lnTo>
                    <a:pt x="4850503" y="258799"/>
                  </a:lnTo>
                  <a:lnTo>
                    <a:pt x="4850596" y="258799"/>
                  </a:lnTo>
                  <a:lnTo>
                    <a:pt x="4850690" y="258799"/>
                  </a:lnTo>
                  <a:lnTo>
                    <a:pt x="4850783" y="258799"/>
                  </a:lnTo>
                  <a:lnTo>
                    <a:pt x="4850876" y="258799"/>
                  </a:lnTo>
                  <a:lnTo>
                    <a:pt x="4850969" y="258799"/>
                  </a:lnTo>
                  <a:lnTo>
                    <a:pt x="4851063" y="258799"/>
                  </a:lnTo>
                  <a:lnTo>
                    <a:pt x="4851156" y="258799"/>
                  </a:lnTo>
                  <a:lnTo>
                    <a:pt x="4851249" y="258799"/>
                  </a:lnTo>
                  <a:lnTo>
                    <a:pt x="4851342" y="258799"/>
                  </a:lnTo>
                  <a:lnTo>
                    <a:pt x="4851436" y="258799"/>
                  </a:lnTo>
                  <a:lnTo>
                    <a:pt x="4851529" y="258799"/>
                  </a:lnTo>
                  <a:lnTo>
                    <a:pt x="4851622" y="258799"/>
                  </a:lnTo>
                  <a:lnTo>
                    <a:pt x="4851715" y="258799"/>
                  </a:lnTo>
                  <a:lnTo>
                    <a:pt x="4851809" y="258799"/>
                  </a:lnTo>
                  <a:lnTo>
                    <a:pt x="4851902" y="258799"/>
                  </a:lnTo>
                  <a:lnTo>
                    <a:pt x="4851995" y="258799"/>
                  </a:lnTo>
                  <a:lnTo>
                    <a:pt x="4852088" y="258799"/>
                  </a:lnTo>
                  <a:lnTo>
                    <a:pt x="4852182" y="258799"/>
                  </a:lnTo>
                  <a:lnTo>
                    <a:pt x="4852275" y="258799"/>
                  </a:lnTo>
                  <a:lnTo>
                    <a:pt x="4852368" y="258799"/>
                  </a:lnTo>
                  <a:lnTo>
                    <a:pt x="4852461" y="258799"/>
                  </a:lnTo>
                  <a:lnTo>
                    <a:pt x="4852555" y="258799"/>
                  </a:lnTo>
                  <a:lnTo>
                    <a:pt x="4852648" y="258799"/>
                  </a:lnTo>
                  <a:lnTo>
                    <a:pt x="4852741" y="258799"/>
                  </a:lnTo>
                  <a:lnTo>
                    <a:pt x="4852834" y="258799"/>
                  </a:lnTo>
                  <a:lnTo>
                    <a:pt x="4852928" y="258799"/>
                  </a:lnTo>
                  <a:lnTo>
                    <a:pt x="4853021" y="258799"/>
                  </a:lnTo>
                  <a:lnTo>
                    <a:pt x="4853114" y="258799"/>
                  </a:lnTo>
                  <a:lnTo>
                    <a:pt x="4853207" y="258799"/>
                  </a:lnTo>
                  <a:lnTo>
                    <a:pt x="4853301" y="258799"/>
                  </a:lnTo>
                  <a:lnTo>
                    <a:pt x="4853394" y="258799"/>
                  </a:lnTo>
                  <a:lnTo>
                    <a:pt x="4853487" y="258799"/>
                  </a:lnTo>
                  <a:lnTo>
                    <a:pt x="4853580" y="258799"/>
                  </a:lnTo>
                  <a:lnTo>
                    <a:pt x="4853674" y="258799"/>
                  </a:lnTo>
                  <a:lnTo>
                    <a:pt x="4853767" y="258799"/>
                  </a:lnTo>
                  <a:lnTo>
                    <a:pt x="4853860" y="258799"/>
                  </a:lnTo>
                  <a:lnTo>
                    <a:pt x="4853953" y="258799"/>
                  </a:lnTo>
                  <a:lnTo>
                    <a:pt x="4854047" y="258799"/>
                  </a:lnTo>
                  <a:lnTo>
                    <a:pt x="4854140" y="258799"/>
                  </a:lnTo>
                  <a:lnTo>
                    <a:pt x="4854233" y="258799"/>
                  </a:lnTo>
                  <a:lnTo>
                    <a:pt x="4854326" y="258799"/>
                  </a:lnTo>
                  <a:lnTo>
                    <a:pt x="4854420" y="258799"/>
                  </a:lnTo>
                  <a:lnTo>
                    <a:pt x="4854513" y="258799"/>
                  </a:lnTo>
                  <a:lnTo>
                    <a:pt x="4854606" y="258799"/>
                  </a:lnTo>
                  <a:lnTo>
                    <a:pt x="4854699" y="258799"/>
                  </a:lnTo>
                  <a:lnTo>
                    <a:pt x="4854793" y="258799"/>
                  </a:lnTo>
                  <a:lnTo>
                    <a:pt x="4854886" y="258799"/>
                  </a:lnTo>
                  <a:lnTo>
                    <a:pt x="4854979" y="258799"/>
                  </a:lnTo>
                  <a:lnTo>
                    <a:pt x="4855072" y="258799"/>
                  </a:lnTo>
                  <a:lnTo>
                    <a:pt x="4855166" y="258799"/>
                  </a:lnTo>
                  <a:lnTo>
                    <a:pt x="4855259" y="258799"/>
                  </a:lnTo>
                  <a:lnTo>
                    <a:pt x="4855352" y="258799"/>
                  </a:lnTo>
                  <a:lnTo>
                    <a:pt x="4855445" y="258799"/>
                  </a:lnTo>
                  <a:lnTo>
                    <a:pt x="4855539" y="258799"/>
                  </a:lnTo>
                  <a:lnTo>
                    <a:pt x="4855632" y="258799"/>
                  </a:lnTo>
                  <a:lnTo>
                    <a:pt x="4855725" y="258799"/>
                  </a:lnTo>
                  <a:lnTo>
                    <a:pt x="4855818" y="258799"/>
                  </a:lnTo>
                  <a:lnTo>
                    <a:pt x="4855912" y="258799"/>
                  </a:lnTo>
                  <a:lnTo>
                    <a:pt x="4856005" y="258799"/>
                  </a:lnTo>
                  <a:lnTo>
                    <a:pt x="4856098" y="258799"/>
                  </a:lnTo>
                  <a:lnTo>
                    <a:pt x="4856191" y="258799"/>
                  </a:lnTo>
                  <a:lnTo>
                    <a:pt x="4856285" y="258799"/>
                  </a:lnTo>
                  <a:lnTo>
                    <a:pt x="4856378" y="258799"/>
                  </a:lnTo>
                  <a:lnTo>
                    <a:pt x="4856471" y="258799"/>
                  </a:lnTo>
                  <a:lnTo>
                    <a:pt x="4856564" y="258799"/>
                  </a:lnTo>
                  <a:lnTo>
                    <a:pt x="4856657" y="258799"/>
                  </a:lnTo>
                  <a:lnTo>
                    <a:pt x="4856751" y="258799"/>
                  </a:lnTo>
                  <a:lnTo>
                    <a:pt x="4856844" y="258799"/>
                  </a:lnTo>
                  <a:lnTo>
                    <a:pt x="4856937" y="258799"/>
                  </a:lnTo>
                  <a:lnTo>
                    <a:pt x="4857030" y="258799"/>
                  </a:lnTo>
                  <a:lnTo>
                    <a:pt x="4857124" y="258799"/>
                  </a:lnTo>
                  <a:lnTo>
                    <a:pt x="4857217" y="258799"/>
                  </a:lnTo>
                  <a:lnTo>
                    <a:pt x="4857310" y="258799"/>
                  </a:lnTo>
                  <a:lnTo>
                    <a:pt x="4857403" y="258799"/>
                  </a:lnTo>
                  <a:lnTo>
                    <a:pt x="4857497" y="258799"/>
                  </a:lnTo>
                  <a:lnTo>
                    <a:pt x="4857590" y="258799"/>
                  </a:lnTo>
                  <a:lnTo>
                    <a:pt x="4857683" y="258799"/>
                  </a:lnTo>
                  <a:lnTo>
                    <a:pt x="4857776" y="258799"/>
                  </a:lnTo>
                  <a:lnTo>
                    <a:pt x="4857870" y="258799"/>
                  </a:lnTo>
                  <a:lnTo>
                    <a:pt x="4857963" y="258799"/>
                  </a:lnTo>
                  <a:lnTo>
                    <a:pt x="4858056" y="258799"/>
                  </a:lnTo>
                  <a:lnTo>
                    <a:pt x="4858149" y="258799"/>
                  </a:lnTo>
                  <a:lnTo>
                    <a:pt x="4858243" y="258799"/>
                  </a:lnTo>
                  <a:lnTo>
                    <a:pt x="4858336" y="258799"/>
                  </a:lnTo>
                  <a:lnTo>
                    <a:pt x="4858429" y="258799"/>
                  </a:lnTo>
                  <a:lnTo>
                    <a:pt x="4858522" y="258799"/>
                  </a:lnTo>
                  <a:lnTo>
                    <a:pt x="4858616" y="258799"/>
                  </a:lnTo>
                  <a:lnTo>
                    <a:pt x="4858709" y="258799"/>
                  </a:lnTo>
                  <a:lnTo>
                    <a:pt x="4858802" y="258799"/>
                  </a:lnTo>
                  <a:lnTo>
                    <a:pt x="4858895" y="258799"/>
                  </a:lnTo>
                  <a:lnTo>
                    <a:pt x="4858989" y="258799"/>
                  </a:lnTo>
                  <a:lnTo>
                    <a:pt x="4859082" y="258799"/>
                  </a:lnTo>
                  <a:lnTo>
                    <a:pt x="4859175" y="258799"/>
                  </a:lnTo>
                  <a:lnTo>
                    <a:pt x="4859268" y="258799"/>
                  </a:lnTo>
                  <a:lnTo>
                    <a:pt x="4859362" y="258799"/>
                  </a:lnTo>
                  <a:lnTo>
                    <a:pt x="4859455" y="258799"/>
                  </a:lnTo>
                  <a:lnTo>
                    <a:pt x="4859548" y="258799"/>
                  </a:lnTo>
                  <a:lnTo>
                    <a:pt x="4859641" y="258799"/>
                  </a:lnTo>
                  <a:lnTo>
                    <a:pt x="4859735" y="258799"/>
                  </a:lnTo>
                  <a:lnTo>
                    <a:pt x="4859828" y="258799"/>
                  </a:lnTo>
                  <a:lnTo>
                    <a:pt x="4859921" y="258799"/>
                  </a:lnTo>
                  <a:lnTo>
                    <a:pt x="4860014" y="258799"/>
                  </a:lnTo>
                  <a:lnTo>
                    <a:pt x="4860108" y="258799"/>
                  </a:lnTo>
                  <a:lnTo>
                    <a:pt x="4860201" y="258799"/>
                  </a:lnTo>
                  <a:lnTo>
                    <a:pt x="4860294" y="258799"/>
                  </a:lnTo>
                  <a:lnTo>
                    <a:pt x="4860387" y="258799"/>
                  </a:lnTo>
                  <a:lnTo>
                    <a:pt x="4860481" y="258799"/>
                  </a:lnTo>
                  <a:lnTo>
                    <a:pt x="4860574" y="258799"/>
                  </a:lnTo>
                  <a:lnTo>
                    <a:pt x="4860667" y="258799"/>
                  </a:lnTo>
                  <a:lnTo>
                    <a:pt x="4860760" y="258799"/>
                  </a:lnTo>
                  <a:lnTo>
                    <a:pt x="4860854" y="258799"/>
                  </a:lnTo>
                  <a:lnTo>
                    <a:pt x="4860947" y="258799"/>
                  </a:lnTo>
                  <a:lnTo>
                    <a:pt x="4861040" y="258799"/>
                  </a:lnTo>
                  <a:lnTo>
                    <a:pt x="4861133" y="258799"/>
                  </a:lnTo>
                  <a:lnTo>
                    <a:pt x="4861227" y="258799"/>
                  </a:lnTo>
                  <a:lnTo>
                    <a:pt x="4861320" y="258799"/>
                  </a:lnTo>
                  <a:lnTo>
                    <a:pt x="4861413" y="258799"/>
                  </a:lnTo>
                  <a:lnTo>
                    <a:pt x="4861506" y="258799"/>
                  </a:lnTo>
                  <a:lnTo>
                    <a:pt x="4861600" y="258799"/>
                  </a:lnTo>
                  <a:lnTo>
                    <a:pt x="4861693" y="258799"/>
                  </a:lnTo>
                  <a:lnTo>
                    <a:pt x="4861786" y="258799"/>
                  </a:lnTo>
                  <a:lnTo>
                    <a:pt x="4861879" y="258799"/>
                  </a:lnTo>
                  <a:lnTo>
                    <a:pt x="4861973" y="258799"/>
                  </a:lnTo>
                  <a:lnTo>
                    <a:pt x="4862066" y="258799"/>
                  </a:lnTo>
                  <a:lnTo>
                    <a:pt x="4862159" y="258799"/>
                  </a:lnTo>
                  <a:lnTo>
                    <a:pt x="4862252" y="258799"/>
                  </a:lnTo>
                  <a:lnTo>
                    <a:pt x="4862346" y="258799"/>
                  </a:lnTo>
                  <a:lnTo>
                    <a:pt x="4862439" y="258799"/>
                  </a:lnTo>
                  <a:lnTo>
                    <a:pt x="4862532" y="258799"/>
                  </a:lnTo>
                  <a:lnTo>
                    <a:pt x="4862625" y="258799"/>
                  </a:lnTo>
                  <a:lnTo>
                    <a:pt x="4862719" y="258799"/>
                  </a:lnTo>
                  <a:lnTo>
                    <a:pt x="4862812" y="258799"/>
                  </a:lnTo>
                  <a:lnTo>
                    <a:pt x="4862905" y="258799"/>
                  </a:lnTo>
                  <a:lnTo>
                    <a:pt x="4862998" y="258799"/>
                  </a:lnTo>
                  <a:lnTo>
                    <a:pt x="4863092" y="258799"/>
                  </a:lnTo>
                  <a:lnTo>
                    <a:pt x="4863185" y="258799"/>
                  </a:lnTo>
                  <a:lnTo>
                    <a:pt x="4863278" y="258799"/>
                  </a:lnTo>
                  <a:lnTo>
                    <a:pt x="4863371" y="258799"/>
                  </a:lnTo>
                  <a:lnTo>
                    <a:pt x="4863464" y="258799"/>
                  </a:lnTo>
                  <a:lnTo>
                    <a:pt x="4863464" y="248845"/>
                  </a:lnTo>
                  <a:lnTo>
                    <a:pt x="4863558" y="248845"/>
                  </a:lnTo>
                  <a:lnTo>
                    <a:pt x="4863651" y="248845"/>
                  </a:lnTo>
                  <a:lnTo>
                    <a:pt x="4863744" y="248845"/>
                  </a:lnTo>
                  <a:lnTo>
                    <a:pt x="4863837" y="248845"/>
                  </a:lnTo>
                  <a:lnTo>
                    <a:pt x="4863931" y="248845"/>
                  </a:lnTo>
                  <a:lnTo>
                    <a:pt x="4864024" y="248845"/>
                  </a:lnTo>
                  <a:lnTo>
                    <a:pt x="4864117" y="248845"/>
                  </a:lnTo>
                  <a:lnTo>
                    <a:pt x="4864210" y="248845"/>
                  </a:lnTo>
                  <a:lnTo>
                    <a:pt x="4864304" y="248845"/>
                  </a:lnTo>
                  <a:lnTo>
                    <a:pt x="4864397" y="248845"/>
                  </a:lnTo>
                  <a:lnTo>
                    <a:pt x="4864490" y="248845"/>
                  </a:lnTo>
                  <a:lnTo>
                    <a:pt x="4864583" y="248845"/>
                  </a:lnTo>
                  <a:lnTo>
                    <a:pt x="4864677" y="248845"/>
                  </a:lnTo>
                  <a:lnTo>
                    <a:pt x="4864770" y="248845"/>
                  </a:lnTo>
                  <a:lnTo>
                    <a:pt x="4864863" y="248845"/>
                  </a:lnTo>
                  <a:lnTo>
                    <a:pt x="4864956" y="248845"/>
                  </a:lnTo>
                  <a:lnTo>
                    <a:pt x="4865050" y="248845"/>
                  </a:lnTo>
                  <a:lnTo>
                    <a:pt x="4865143" y="248845"/>
                  </a:lnTo>
                  <a:lnTo>
                    <a:pt x="4865236" y="248845"/>
                  </a:lnTo>
                  <a:lnTo>
                    <a:pt x="4865329" y="248845"/>
                  </a:lnTo>
                  <a:lnTo>
                    <a:pt x="4865423" y="248845"/>
                  </a:lnTo>
                  <a:lnTo>
                    <a:pt x="4865516" y="248845"/>
                  </a:lnTo>
                  <a:lnTo>
                    <a:pt x="4865609" y="248845"/>
                  </a:lnTo>
                  <a:lnTo>
                    <a:pt x="4865702" y="248845"/>
                  </a:lnTo>
                  <a:lnTo>
                    <a:pt x="4865796" y="248845"/>
                  </a:lnTo>
                  <a:lnTo>
                    <a:pt x="4865889" y="248845"/>
                  </a:lnTo>
                  <a:lnTo>
                    <a:pt x="4865982" y="248845"/>
                  </a:lnTo>
                  <a:lnTo>
                    <a:pt x="4866075" y="248845"/>
                  </a:lnTo>
                  <a:lnTo>
                    <a:pt x="4866169" y="248845"/>
                  </a:lnTo>
                  <a:lnTo>
                    <a:pt x="4866262" y="248845"/>
                  </a:lnTo>
                  <a:lnTo>
                    <a:pt x="4866355" y="248845"/>
                  </a:lnTo>
                  <a:lnTo>
                    <a:pt x="4866448" y="248845"/>
                  </a:lnTo>
                  <a:lnTo>
                    <a:pt x="4866542" y="248845"/>
                  </a:lnTo>
                  <a:lnTo>
                    <a:pt x="4866635" y="248845"/>
                  </a:lnTo>
                  <a:lnTo>
                    <a:pt x="4866728" y="248845"/>
                  </a:lnTo>
                  <a:lnTo>
                    <a:pt x="4866821" y="248845"/>
                  </a:lnTo>
                  <a:lnTo>
                    <a:pt x="4866915" y="248845"/>
                  </a:lnTo>
                  <a:lnTo>
                    <a:pt x="4866915" y="238891"/>
                  </a:lnTo>
                  <a:lnTo>
                    <a:pt x="4867008" y="238891"/>
                  </a:lnTo>
                  <a:lnTo>
                    <a:pt x="4867101" y="238891"/>
                  </a:lnTo>
                  <a:lnTo>
                    <a:pt x="4867194" y="238891"/>
                  </a:lnTo>
                  <a:lnTo>
                    <a:pt x="4867288" y="238891"/>
                  </a:lnTo>
                  <a:lnTo>
                    <a:pt x="4867381" y="238891"/>
                  </a:lnTo>
                  <a:lnTo>
                    <a:pt x="4867474" y="238891"/>
                  </a:lnTo>
                  <a:lnTo>
                    <a:pt x="4867567" y="238891"/>
                  </a:lnTo>
                  <a:lnTo>
                    <a:pt x="4867661" y="238891"/>
                  </a:lnTo>
                  <a:lnTo>
                    <a:pt x="4867754" y="238891"/>
                  </a:lnTo>
                  <a:lnTo>
                    <a:pt x="4867847" y="238891"/>
                  </a:lnTo>
                  <a:lnTo>
                    <a:pt x="4867940" y="238891"/>
                  </a:lnTo>
                  <a:lnTo>
                    <a:pt x="4868034" y="238891"/>
                  </a:lnTo>
                  <a:lnTo>
                    <a:pt x="4868127" y="238891"/>
                  </a:lnTo>
                  <a:lnTo>
                    <a:pt x="4868220" y="238891"/>
                  </a:lnTo>
                  <a:lnTo>
                    <a:pt x="4868313" y="238891"/>
                  </a:lnTo>
                  <a:lnTo>
                    <a:pt x="4868407" y="238891"/>
                  </a:lnTo>
                  <a:lnTo>
                    <a:pt x="4868500" y="238891"/>
                  </a:lnTo>
                  <a:lnTo>
                    <a:pt x="4868593" y="238891"/>
                  </a:lnTo>
                  <a:lnTo>
                    <a:pt x="4868686" y="238891"/>
                  </a:lnTo>
                  <a:lnTo>
                    <a:pt x="4868780" y="238891"/>
                  </a:lnTo>
                  <a:lnTo>
                    <a:pt x="4868873" y="238891"/>
                  </a:lnTo>
                  <a:lnTo>
                    <a:pt x="4868966" y="238891"/>
                  </a:lnTo>
                  <a:lnTo>
                    <a:pt x="4869059" y="238891"/>
                  </a:lnTo>
                  <a:lnTo>
                    <a:pt x="4869153" y="238891"/>
                  </a:lnTo>
                  <a:lnTo>
                    <a:pt x="4869246" y="238891"/>
                  </a:lnTo>
                  <a:lnTo>
                    <a:pt x="4869339" y="238891"/>
                  </a:lnTo>
                  <a:lnTo>
                    <a:pt x="4869432" y="238891"/>
                  </a:lnTo>
                  <a:lnTo>
                    <a:pt x="4869526" y="238891"/>
                  </a:lnTo>
                  <a:lnTo>
                    <a:pt x="4869619" y="238891"/>
                  </a:lnTo>
                  <a:lnTo>
                    <a:pt x="4869712" y="238891"/>
                  </a:lnTo>
                  <a:lnTo>
                    <a:pt x="4869805" y="238891"/>
                  </a:lnTo>
                  <a:lnTo>
                    <a:pt x="4869899" y="238891"/>
                  </a:lnTo>
                  <a:lnTo>
                    <a:pt x="4869992" y="238891"/>
                  </a:lnTo>
                  <a:lnTo>
                    <a:pt x="4870085" y="238891"/>
                  </a:lnTo>
                  <a:lnTo>
                    <a:pt x="4870178" y="238891"/>
                  </a:lnTo>
                  <a:lnTo>
                    <a:pt x="4870272" y="238891"/>
                  </a:lnTo>
                  <a:lnTo>
                    <a:pt x="4870365" y="238891"/>
                  </a:lnTo>
                  <a:lnTo>
                    <a:pt x="4870458" y="238891"/>
                  </a:lnTo>
                  <a:lnTo>
                    <a:pt x="4870551" y="238891"/>
                  </a:lnTo>
                  <a:lnTo>
                    <a:pt x="4870644" y="238891"/>
                  </a:lnTo>
                  <a:lnTo>
                    <a:pt x="4870738" y="238891"/>
                  </a:lnTo>
                  <a:lnTo>
                    <a:pt x="4870831" y="238891"/>
                  </a:lnTo>
                  <a:lnTo>
                    <a:pt x="4870924" y="238891"/>
                  </a:lnTo>
                  <a:lnTo>
                    <a:pt x="4871017" y="238891"/>
                  </a:lnTo>
                  <a:lnTo>
                    <a:pt x="4871111" y="238891"/>
                  </a:lnTo>
                  <a:lnTo>
                    <a:pt x="4871204" y="238891"/>
                  </a:lnTo>
                  <a:lnTo>
                    <a:pt x="4871297" y="238891"/>
                  </a:lnTo>
                  <a:lnTo>
                    <a:pt x="4871390" y="238891"/>
                  </a:lnTo>
                  <a:lnTo>
                    <a:pt x="4871484" y="238891"/>
                  </a:lnTo>
                  <a:lnTo>
                    <a:pt x="4871484" y="228937"/>
                  </a:lnTo>
                  <a:lnTo>
                    <a:pt x="4871577" y="228937"/>
                  </a:lnTo>
                  <a:lnTo>
                    <a:pt x="4871670" y="228937"/>
                  </a:lnTo>
                  <a:lnTo>
                    <a:pt x="4871763" y="228937"/>
                  </a:lnTo>
                  <a:lnTo>
                    <a:pt x="4871857" y="228937"/>
                  </a:lnTo>
                  <a:lnTo>
                    <a:pt x="4871950" y="228937"/>
                  </a:lnTo>
                  <a:lnTo>
                    <a:pt x="4872043" y="228937"/>
                  </a:lnTo>
                  <a:lnTo>
                    <a:pt x="4872136" y="228937"/>
                  </a:lnTo>
                  <a:lnTo>
                    <a:pt x="4872230" y="228937"/>
                  </a:lnTo>
                  <a:lnTo>
                    <a:pt x="4872323" y="228937"/>
                  </a:lnTo>
                  <a:lnTo>
                    <a:pt x="4872416" y="228937"/>
                  </a:lnTo>
                  <a:lnTo>
                    <a:pt x="4872509" y="228937"/>
                  </a:lnTo>
                  <a:lnTo>
                    <a:pt x="4872603" y="228937"/>
                  </a:lnTo>
                  <a:lnTo>
                    <a:pt x="4872696" y="228937"/>
                  </a:lnTo>
                  <a:lnTo>
                    <a:pt x="4872789" y="228937"/>
                  </a:lnTo>
                  <a:lnTo>
                    <a:pt x="4872882" y="228937"/>
                  </a:lnTo>
                  <a:lnTo>
                    <a:pt x="4872976" y="228937"/>
                  </a:lnTo>
                  <a:lnTo>
                    <a:pt x="4873069" y="228937"/>
                  </a:lnTo>
                  <a:lnTo>
                    <a:pt x="4873162" y="228937"/>
                  </a:lnTo>
                  <a:lnTo>
                    <a:pt x="4873255" y="228937"/>
                  </a:lnTo>
                  <a:lnTo>
                    <a:pt x="4873349" y="228937"/>
                  </a:lnTo>
                  <a:lnTo>
                    <a:pt x="4873442" y="228937"/>
                  </a:lnTo>
                  <a:lnTo>
                    <a:pt x="4873535" y="228937"/>
                  </a:lnTo>
                  <a:lnTo>
                    <a:pt x="4873628" y="228937"/>
                  </a:lnTo>
                  <a:lnTo>
                    <a:pt x="4873722" y="228937"/>
                  </a:lnTo>
                  <a:lnTo>
                    <a:pt x="4873815" y="228937"/>
                  </a:lnTo>
                  <a:lnTo>
                    <a:pt x="4873908" y="228937"/>
                  </a:lnTo>
                  <a:lnTo>
                    <a:pt x="4874001" y="228937"/>
                  </a:lnTo>
                  <a:lnTo>
                    <a:pt x="4874095" y="228937"/>
                  </a:lnTo>
                  <a:lnTo>
                    <a:pt x="4874188" y="228937"/>
                  </a:lnTo>
                  <a:lnTo>
                    <a:pt x="4874281" y="228937"/>
                  </a:lnTo>
                  <a:lnTo>
                    <a:pt x="4874374" y="228937"/>
                  </a:lnTo>
                  <a:lnTo>
                    <a:pt x="4874468" y="228937"/>
                  </a:lnTo>
                  <a:lnTo>
                    <a:pt x="4874561" y="228937"/>
                  </a:lnTo>
                  <a:lnTo>
                    <a:pt x="4874654" y="228937"/>
                  </a:lnTo>
                  <a:lnTo>
                    <a:pt x="4874747" y="228937"/>
                  </a:lnTo>
                  <a:lnTo>
                    <a:pt x="4874841" y="228937"/>
                  </a:lnTo>
                  <a:lnTo>
                    <a:pt x="4874934" y="228937"/>
                  </a:lnTo>
                  <a:lnTo>
                    <a:pt x="4875027" y="228937"/>
                  </a:lnTo>
                  <a:lnTo>
                    <a:pt x="4875120" y="228937"/>
                  </a:lnTo>
                  <a:lnTo>
                    <a:pt x="4875214" y="228937"/>
                  </a:lnTo>
                  <a:lnTo>
                    <a:pt x="4875307" y="228937"/>
                  </a:lnTo>
                  <a:lnTo>
                    <a:pt x="4875400" y="228937"/>
                  </a:lnTo>
                  <a:lnTo>
                    <a:pt x="4875493" y="228937"/>
                  </a:lnTo>
                  <a:lnTo>
                    <a:pt x="4875587" y="228937"/>
                  </a:lnTo>
                  <a:lnTo>
                    <a:pt x="4875680" y="228937"/>
                  </a:lnTo>
                  <a:lnTo>
                    <a:pt x="4875773" y="228937"/>
                  </a:lnTo>
                  <a:lnTo>
                    <a:pt x="4875866" y="228937"/>
                  </a:lnTo>
                  <a:lnTo>
                    <a:pt x="4875960" y="228937"/>
                  </a:lnTo>
                  <a:lnTo>
                    <a:pt x="4876053" y="228937"/>
                  </a:lnTo>
                  <a:lnTo>
                    <a:pt x="4876146" y="228937"/>
                  </a:lnTo>
                  <a:lnTo>
                    <a:pt x="4876239" y="228937"/>
                  </a:lnTo>
                  <a:lnTo>
                    <a:pt x="4876333" y="228937"/>
                  </a:lnTo>
                  <a:lnTo>
                    <a:pt x="4876426" y="228937"/>
                  </a:lnTo>
                  <a:lnTo>
                    <a:pt x="4876519" y="228937"/>
                  </a:lnTo>
                  <a:lnTo>
                    <a:pt x="4876612" y="228937"/>
                  </a:lnTo>
                  <a:lnTo>
                    <a:pt x="4876706" y="228937"/>
                  </a:lnTo>
                  <a:lnTo>
                    <a:pt x="4876799" y="228937"/>
                  </a:lnTo>
                  <a:lnTo>
                    <a:pt x="4876892" y="228937"/>
                  </a:lnTo>
                  <a:lnTo>
                    <a:pt x="4876985" y="228937"/>
                  </a:lnTo>
                  <a:lnTo>
                    <a:pt x="4877079" y="228937"/>
                  </a:lnTo>
                  <a:lnTo>
                    <a:pt x="4877172" y="228937"/>
                  </a:lnTo>
                  <a:lnTo>
                    <a:pt x="4877265" y="228937"/>
                  </a:lnTo>
                  <a:lnTo>
                    <a:pt x="4877358" y="228937"/>
                  </a:lnTo>
                  <a:lnTo>
                    <a:pt x="4877451" y="228937"/>
                  </a:lnTo>
                  <a:lnTo>
                    <a:pt x="4877545" y="228937"/>
                  </a:lnTo>
                  <a:lnTo>
                    <a:pt x="4877638" y="228937"/>
                  </a:lnTo>
                  <a:lnTo>
                    <a:pt x="4877731" y="228937"/>
                  </a:lnTo>
                  <a:lnTo>
                    <a:pt x="4877824" y="228937"/>
                  </a:lnTo>
                  <a:lnTo>
                    <a:pt x="4877918" y="228937"/>
                  </a:lnTo>
                  <a:lnTo>
                    <a:pt x="4878011" y="228937"/>
                  </a:lnTo>
                  <a:lnTo>
                    <a:pt x="4878104" y="228937"/>
                  </a:lnTo>
                  <a:lnTo>
                    <a:pt x="4878197" y="228937"/>
                  </a:lnTo>
                  <a:lnTo>
                    <a:pt x="4878291" y="228937"/>
                  </a:lnTo>
                  <a:lnTo>
                    <a:pt x="4878384" y="228937"/>
                  </a:lnTo>
                  <a:lnTo>
                    <a:pt x="4878477" y="228937"/>
                  </a:lnTo>
                  <a:lnTo>
                    <a:pt x="4878570" y="228937"/>
                  </a:lnTo>
                  <a:lnTo>
                    <a:pt x="4878664" y="228937"/>
                  </a:lnTo>
                  <a:lnTo>
                    <a:pt x="4878757" y="228937"/>
                  </a:lnTo>
                  <a:lnTo>
                    <a:pt x="4878850" y="228937"/>
                  </a:lnTo>
                  <a:lnTo>
                    <a:pt x="4878943" y="228937"/>
                  </a:lnTo>
                  <a:lnTo>
                    <a:pt x="4879037" y="228937"/>
                  </a:lnTo>
                  <a:lnTo>
                    <a:pt x="4879130" y="228937"/>
                  </a:lnTo>
                  <a:lnTo>
                    <a:pt x="4879223" y="228937"/>
                  </a:lnTo>
                  <a:lnTo>
                    <a:pt x="4879316" y="228937"/>
                  </a:lnTo>
                  <a:lnTo>
                    <a:pt x="4879410" y="228937"/>
                  </a:lnTo>
                  <a:lnTo>
                    <a:pt x="4879503" y="228937"/>
                  </a:lnTo>
                  <a:lnTo>
                    <a:pt x="4879596" y="228937"/>
                  </a:lnTo>
                  <a:lnTo>
                    <a:pt x="4879689" y="228937"/>
                  </a:lnTo>
                  <a:lnTo>
                    <a:pt x="4879783" y="228937"/>
                  </a:lnTo>
                  <a:lnTo>
                    <a:pt x="4879876" y="228937"/>
                  </a:lnTo>
                  <a:lnTo>
                    <a:pt x="4879969" y="228937"/>
                  </a:lnTo>
                  <a:lnTo>
                    <a:pt x="4880062" y="228937"/>
                  </a:lnTo>
                  <a:lnTo>
                    <a:pt x="4880156" y="228937"/>
                  </a:lnTo>
                  <a:lnTo>
                    <a:pt x="4880249" y="228937"/>
                  </a:lnTo>
                  <a:lnTo>
                    <a:pt x="4880342" y="228937"/>
                  </a:lnTo>
                  <a:lnTo>
                    <a:pt x="4880435" y="228937"/>
                  </a:lnTo>
                  <a:lnTo>
                    <a:pt x="4880529" y="228937"/>
                  </a:lnTo>
                  <a:lnTo>
                    <a:pt x="4880622" y="228937"/>
                  </a:lnTo>
                  <a:lnTo>
                    <a:pt x="4880715" y="228937"/>
                  </a:lnTo>
                  <a:lnTo>
                    <a:pt x="4880808" y="228937"/>
                  </a:lnTo>
                  <a:lnTo>
                    <a:pt x="4880902" y="228937"/>
                  </a:lnTo>
                  <a:lnTo>
                    <a:pt x="4880995" y="228937"/>
                  </a:lnTo>
                  <a:lnTo>
                    <a:pt x="4881088" y="228937"/>
                  </a:lnTo>
                  <a:lnTo>
                    <a:pt x="4881181" y="228937"/>
                  </a:lnTo>
                  <a:lnTo>
                    <a:pt x="4881275" y="228937"/>
                  </a:lnTo>
                  <a:lnTo>
                    <a:pt x="4881368" y="228937"/>
                  </a:lnTo>
                  <a:lnTo>
                    <a:pt x="4881461" y="228937"/>
                  </a:lnTo>
                  <a:lnTo>
                    <a:pt x="4881554" y="228937"/>
                  </a:lnTo>
                  <a:lnTo>
                    <a:pt x="4881648" y="228937"/>
                  </a:lnTo>
                  <a:lnTo>
                    <a:pt x="4881741" y="228937"/>
                  </a:lnTo>
                  <a:lnTo>
                    <a:pt x="4881834" y="228937"/>
                  </a:lnTo>
                  <a:lnTo>
                    <a:pt x="4881927" y="228937"/>
                  </a:lnTo>
                  <a:lnTo>
                    <a:pt x="4882021" y="228937"/>
                  </a:lnTo>
                  <a:lnTo>
                    <a:pt x="4882114" y="228937"/>
                  </a:lnTo>
                  <a:lnTo>
                    <a:pt x="4882207" y="228937"/>
                  </a:lnTo>
                  <a:lnTo>
                    <a:pt x="4882300" y="228937"/>
                  </a:lnTo>
                  <a:lnTo>
                    <a:pt x="4882394" y="228937"/>
                  </a:lnTo>
                  <a:lnTo>
                    <a:pt x="4882487" y="228937"/>
                  </a:lnTo>
                  <a:lnTo>
                    <a:pt x="4882580" y="228937"/>
                  </a:lnTo>
                  <a:lnTo>
                    <a:pt x="4882673" y="228937"/>
                  </a:lnTo>
                  <a:lnTo>
                    <a:pt x="4882767" y="228937"/>
                  </a:lnTo>
                  <a:lnTo>
                    <a:pt x="4882860" y="228937"/>
                  </a:lnTo>
                  <a:lnTo>
                    <a:pt x="4882953" y="228937"/>
                  </a:lnTo>
                  <a:lnTo>
                    <a:pt x="4883046" y="228937"/>
                  </a:lnTo>
                  <a:lnTo>
                    <a:pt x="4883140" y="228937"/>
                  </a:lnTo>
                  <a:lnTo>
                    <a:pt x="4883233" y="228937"/>
                  </a:lnTo>
                  <a:lnTo>
                    <a:pt x="4883326" y="228937"/>
                  </a:lnTo>
                  <a:lnTo>
                    <a:pt x="4883419" y="228937"/>
                  </a:lnTo>
                  <a:lnTo>
                    <a:pt x="4883513" y="228937"/>
                  </a:lnTo>
                  <a:lnTo>
                    <a:pt x="4883606" y="228937"/>
                  </a:lnTo>
                  <a:lnTo>
                    <a:pt x="4883699" y="228937"/>
                  </a:lnTo>
                  <a:lnTo>
                    <a:pt x="4883792" y="228937"/>
                  </a:lnTo>
                  <a:lnTo>
                    <a:pt x="4883886" y="228937"/>
                  </a:lnTo>
                  <a:lnTo>
                    <a:pt x="4883979" y="228937"/>
                  </a:lnTo>
                  <a:lnTo>
                    <a:pt x="4884072" y="228937"/>
                  </a:lnTo>
                  <a:lnTo>
                    <a:pt x="4884165" y="228937"/>
                  </a:lnTo>
                  <a:lnTo>
                    <a:pt x="4884258" y="228937"/>
                  </a:lnTo>
                  <a:lnTo>
                    <a:pt x="4884352" y="228937"/>
                  </a:lnTo>
                  <a:lnTo>
                    <a:pt x="4884445" y="228937"/>
                  </a:lnTo>
                  <a:lnTo>
                    <a:pt x="4884538" y="228937"/>
                  </a:lnTo>
                  <a:lnTo>
                    <a:pt x="4884631" y="228937"/>
                  </a:lnTo>
                  <a:lnTo>
                    <a:pt x="4884725" y="228937"/>
                  </a:lnTo>
                  <a:lnTo>
                    <a:pt x="4884818" y="228937"/>
                  </a:lnTo>
                  <a:lnTo>
                    <a:pt x="4884911" y="228937"/>
                  </a:lnTo>
                  <a:lnTo>
                    <a:pt x="4885004" y="228937"/>
                  </a:lnTo>
                  <a:lnTo>
                    <a:pt x="4885098" y="228937"/>
                  </a:lnTo>
                  <a:lnTo>
                    <a:pt x="4885191" y="228937"/>
                  </a:lnTo>
                  <a:lnTo>
                    <a:pt x="4885284" y="228937"/>
                  </a:lnTo>
                  <a:lnTo>
                    <a:pt x="4885377" y="228937"/>
                  </a:lnTo>
                  <a:lnTo>
                    <a:pt x="4885471" y="228937"/>
                  </a:lnTo>
                  <a:lnTo>
                    <a:pt x="4885564" y="228937"/>
                  </a:lnTo>
                  <a:lnTo>
                    <a:pt x="4885657" y="228937"/>
                  </a:lnTo>
                  <a:lnTo>
                    <a:pt x="4885750" y="228937"/>
                  </a:lnTo>
                  <a:lnTo>
                    <a:pt x="4885844" y="228937"/>
                  </a:lnTo>
                  <a:lnTo>
                    <a:pt x="4885937" y="228937"/>
                  </a:lnTo>
                  <a:lnTo>
                    <a:pt x="4886030" y="228937"/>
                  </a:lnTo>
                  <a:lnTo>
                    <a:pt x="4886123" y="228937"/>
                  </a:lnTo>
                  <a:lnTo>
                    <a:pt x="4886217" y="228937"/>
                  </a:lnTo>
                  <a:lnTo>
                    <a:pt x="4886310" y="228937"/>
                  </a:lnTo>
                  <a:lnTo>
                    <a:pt x="4886403" y="228937"/>
                  </a:lnTo>
                  <a:lnTo>
                    <a:pt x="4886496" y="228937"/>
                  </a:lnTo>
                  <a:lnTo>
                    <a:pt x="4886590" y="228937"/>
                  </a:lnTo>
                  <a:lnTo>
                    <a:pt x="4886683" y="228937"/>
                  </a:lnTo>
                  <a:lnTo>
                    <a:pt x="4886776" y="228937"/>
                  </a:lnTo>
                  <a:lnTo>
                    <a:pt x="4886869" y="228937"/>
                  </a:lnTo>
                  <a:lnTo>
                    <a:pt x="4886963" y="228937"/>
                  </a:lnTo>
                  <a:lnTo>
                    <a:pt x="4887056" y="228937"/>
                  </a:lnTo>
                  <a:lnTo>
                    <a:pt x="4887149" y="228937"/>
                  </a:lnTo>
                  <a:lnTo>
                    <a:pt x="4887242" y="228937"/>
                  </a:lnTo>
                  <a:lnTo>
                    <a:pt x="4887336" y="228937"/>
                  </a:lnTo>
                  <a:lnTo>
                    <a:pt x="4887429" y="228937"/>
                  </a:lnTo>
                  <a:lnTo>
                    <a:pt x="4887522" y="228937"/>
                  </a:lnTo>
                  <a:lnTo>
                    <a:pt x="4887615" y="228937"/>
                  </a:lnTo>
                  <a:lnTo>
                    <a:pt x="4887709" y="228937"/>
                  </a:lnTo>
                  <a:lnTo>
                    <a:pt x="4887802" y="228937"/>
                  </a:lnTo>
                  <a:lnTo>
                    <a:pt x="4887895" y="228937"/>
                  </a:lnTo>
                  <a:lnTo>
                    <a:pt x="4887988" y="228937"/>
                  </a:lnTo>
                  <a:lnTo>
                    <a:pt x="4888082" y="228937"/>
                  </a:lnTo>
                  <a:lnTo>
                    <a:pt x="4888175" y="228937"/>
                  </a:lnTo>
                  <a:lnTo>
                    <a:pt x="4888268" y="228937"/>
                  </a:lnTo>
                  <a:lnTo>
                    <a:pt x="4888361" y="228937"/>
                  </a:lnTo>
                  <a:lnTo>
                    <a:pt x="4888455" y="228937"/>
                  </a:lnTo>
                  <a:lnTo>
                    <a:pt x="4888548" y="228937"/>
                  </a:lnTo>
                  <a:lnTo>
                    <a:pt x="4888641" y="228937"/>
                  </a:lnTo>
                  <a:lnTo>
                    <a:pt x="4888734" y="228937"/>
                  </a:lnTo>
                  <a:lnTo>
                    <a:pt x="4888828" y="228937"/>
                  </a:lnTo>
                  <a:lnTo>
                    <a:pt x="4888921" y="228937"/>
                  </a:lnTo>
                  <a:lnTo>
                    <a:pt x="4889014" y="228937"/>
                  </a:lnTo>
                  <a:lnTo>
                    <a:pt x="4889107" y="228937"/>
                  </a:lnTo>
                  <a:lnTo>
                    <a:pt x="4889201" y="228937"/>
                  </a:lnTo>
                  <a:lnTo>
                    <a:pt x="4889294" y="228937"/>
                  </a:lnTo>
                  <a:lnTo>
                    <a:pt x="4889387" y="228937"/>
                  </a:lnTo>
                  <a:lnTo>
                    <a:pt x="4889480" y="228937"/>
                  </a:lnTo>
                  <a:lnTo>
                    <a:pt x="4889574" y="228937"/>
                  </a:lnTo>
                  <a:lnTo>
                    <a:pt x="4889667" y="228937"/>
                  </a:lnTo>
                  <a:lnTo>
                    <a:pt x="4889760" y="228937"/>
                  </a:lnTo>
                  <a:lnTo>
                    <a:pt x="4889853" y="228937"/>
                  </a:lnTo>
                  <a:lnTo>
                    <a:pt x="4889947" y="228937"/>
                  </a:lnTo>
                  <a:lnTo>
                    <a:pt x="4890040" y="228937"/>
                  </a:lnTo>
                  <a:lnTo>
                    <a:pt x="4890133" y="228937"/>
                  </a:lnTo>
                  <a:lnTo>
                    <a:pt x="4890226" y="228937"/>
                  </a:lnTo>
                  <a:lnTo>
                    <a:pt x="4890320" y="228937"/>
                  </a:lnTo>
                  <a:lnTo>
                    <a:pt x="4890413" y="228937"/>
                  </a:lnTo>
                  <a:lnTo>
                    <a:pt x="4890506" y="228937"/>
                  </a:lnTo>
                  <a:lnTo>
                    <a:pt x="4890599" y="228937"/>
                  </a:lnTo>
                  <a:lnTo>
                    <a:pt x="4890693" y="228937"/>
                  </a:lnTo>
                  <a:lnTo>
                    <a:pt x="4890786" y="228937"/>
                  </a:lnTo>
                  <a:lnTo>
                    <a:pt x="4890879" y="228937"/>
                  </a:lnTo>
                  <a:lnTo>
                    <a:pt x="4890972" y="228937"/>
                  </a:lnTo>
                  <a:lnTo>
                    <a:pt x="4891066" y="228937"/>
                  </a:lnTo>
                  <a:lnTo>
                    <a:pt x="4891159" y="228937"/>
                  </a:lnTo>
                  <a:lnTo>
                    <a:pt x="4891252" y="228937"/>
                  </a:lnTo>
                  <a:lnTo>
                    <a:pt x="4891345" y="228937"/>
                  </a:lnTo>
                  <a:lnTo>
                    <a:pt x="4891438" y="228937"/>
                  </a:lnTo>
                  <a:lnTo>
                    <a:pt x="4891532" y="228937"/>
                  </a:lnTo>
                  <a:lnTo>
                    <a:pt x="4891625" y="228937"/>
                  </a:lnTo>
                  <a:lnTo>
                    <a:pt x="4891718" y="228937"/>
                  </a:lnTo>
                  <a:lnTo>
                    <a:pt x="4891811" y="228937"/>
                  </a:lnTo>
                  <a:lnTo>
                    <a:pt x="4891905" y="228937"/>
                  </a:lnTo>
                  <a:lnTo>
                    <a:pt x="4891998" y="228937"/>
                  </a:lnTo>
                  <a:lnTo>
                    <a:pt x="4892091" y="228937"/>
                  </a:lnTo>
                  <a:lnTo>
                    <a:pt x="4892184" y="228937"/>
                  </a:lnTo>
                  <a:lnTo>
                    <a:pt x="4892278" y="228937"/>
                  </a:lnTo>
                  <a:lnTo>
                    <a:pt x="4892371" y="228937"/>
                  </a:lnTo>
                  <a:lnTo>
                    <a:pt x="4892464" y="228937"/>
                  </a:lnTo>
                  <a:lnTo>
                    <a:pt x="4892557" y="228937"/>
                  </a:lnTo>
                  <a:lnTo>
                    <a:pt x="4892651" y="228937"/>
                  </a:lnTo>
                  <a:lnTo>
                    <a:pt x="4892744" y="228937"/>
                  </a:lnTo>
                  <a:lnTo>
                    <a:pt x="4892837" y="228937"/>
                  </a:lnTo>
                  <a:lnTo>
                    <a:pt x="4892930" y="228937"/>
                  </a:lnTo>
                  <a:lnTo>
                    <a:pt x="4893024" y="228937"/>
                  </a:lnTo>
                  <a:lnTo>
                    <a:pt x="4893117" y="228937"/>
                  </a:lnTo>
                  <a:lnTo>
                    <a:pt x="4893210" y="228937"/>
                  </a:lnTo>
                  <a:lnTo>
                    <a:pt x="4893303" y="228937"/>
                  </a:lnTo>
                  <a:lnTo>
                    <a:pt x="4893397" y="228937"/>
                  </a:lnTo>
                  <a:lnTo>
                    <a:pt x="4893490" y="228937"/>
                  </a:lnTo>
                  <a:lnTo>
                    <a:pt x="4893583" y="228937"/>
                  </a:lnTo>
                  <a:lnTo>
                    <a:pt x="4893676" y="228937"/>
                  </a:lnTo>
                  <a:lnTo>
                    <a:pt x="4893770" y="228937"/>
                  </a:lnTo>
                  <a:lnTo>
                    <a:pt x="4893863" y="228937"/>
                  </a:lnTo>
                  <a:lnTo>
                    <a:pt x="4893956" y="228937"/>
                  </a:lnTo>
                  <a:lnTo>
                    <a:pt x="4894049" y="228937"/>
                  </a:lnTo>
                  <a:lnTo>
                    <a:pt x="4894143" y="228937"/>
                  </a:lnTo>
                  <a:lnTo>
                    <a:pt x="4894236" y="228937"/>
                  </a:lnTo>
                  <a:lnTo>
                    <a:pt x="4894329" y="228937"/>
                  </a:lnTo>
                  <a:lnTo>
                    <a:pt x="4894422" y="228937"/>
                  </a:lnTo>
                  <a:lnTo>
                    <a:pt x="4894516" y="228937"/>
                  </a:lnTo>
                  <a:lnTo>
                    <a:pt x="4894609" y="228937"/>
                  </a:lnTo>
                  <a:lnTo>
                    <a:pt x="4894702" y="228937"/>
                  </a:lnTo>
                  <a:lnTo>
                    <a:pt x="4894795" y="228937"/>
                  </a:lnTo>
                  <a:lnTo>
                    <a:pt x="4894889" y="228937"/>
                  </a:lnTo>
                  <a:lnTo>
                    <a:pt x="4894982" y="228937"/>
                  </a:lnTo>
                  <a:lnTo>
                    <a:pt x="4895075" y="228937"/>
                  </a:lnTo>
                  <a:lnTo>
                    <a:pt x="4895168" y="228937"/>
                  </a:lnTo>
                  <a:lnTo>
                    <a:pt x="4895262" y="228937"/>
                  </a:lnTo>
                  <a:lnTo>
                    <a:pt x="4895355" y="228937"/>
                  </a:lnTo>
                  <a:lnTo>
                    <a:pt x="4895448" y="228937"/>
                  </a:lnTo>
                  <a:lnTo>
                    <a:pt x="4895541" y="228937"/>
                  </a:lnTo>
                  <a:lnTo>
                    <a:pt x="4895635" y="228937"/>
                  </a:lnTo>
                  <a:lnTo>
                    <a:pt x="4895728" y="228937"/>
                  </a:lnTo>
                  <a:lnTo>
                    <a:pt x="4895821" y="228937"/>
                  </a:lnTo>
                  <a:lnTo>
                    <a:pt x="4895914" y="228937"/>
                  </a:lnTo>
                  <a:lnTo>
                    <a:pt x="4896008" y="228937"/>
                  </a:lnTo>
                  <a:lnTo>
                    <a:pt x="4896101" y="228937"/>
                  </a:lnTo>
                  <a:lnTo>
                    <a:pt x="4896194" y="228937"/>
                  </a:lnTo>
                  <a:lnTo>
                    <a:pt x="4896287" y="228937"/>
                  </a:lnTo>
                  <a:lnTo>
                    <a:pt x="4896381" y="228937"/>
                  </a:lnTo>
                  <a:lnTo>
                    <a:pt x="4896474" y="228937"/>
                  </a:lnTo>
                  <a:lnTo>
                    <a:pt x="4896567" y="228937"/>
                  </a:lnTo>
                  <a:lnTo>
                    <a:pt x="4896660" y="228937"/>
                  </a:lnTo>
                  <a:lnTo>
                    <a:pt x="4896754" y="228937"/>
                  </a:lnTo>
                  <a:lnTo>
                    <a:pt x="4896847" y="228937"/>
                  </a:lnTo>
                  <a:lnTo>
                    <a:pt x="4896940" y="228937"/>
                  </a:lnTo>
                  <a:lnTo>
                    <a:pt x="4897033" y="228937"/>
                  </a:lnTo>
                  <a:lnTo>
                    <a:pt x="4897127" y="228937"/>
                  </a:lnTo>
                  <a:lnTo>
                    <a:pt x="4897220" y="228937"/>
                  </a:lnTo>
                  <a:lnTo>
                    <a:pt x="4897313" y="228937"/>
                  </a:lnTo>
                  <a:lnTo>
                    <a:pt x="4897406" y="228937"/>
                  </a:lnTo>
                  <a:lnTo>
                    <a:pt x="4897406" y="218984"/>
                  </a:lnTo>
                  <a:lnTo>
                    <a:pt x="4897500" y="218984"/>
                  </a:lnTo>
                  <a:lnTo>
                    <a:pt x="4897593" y="218984"/>
                  </a:lnTo>
                  <a:lnTo>
                    <a:pt x="4897686" y="218984"/>
                  </a:lnTo>
                  <a:lnTo>
                    <a:pt x="4897779" y="218984"/>
                  </a:lnTo>
                  <a:lnTo>
                    <a:pt x="4897873" y="218984"/>
                  </a:lnTo>
                  <a:lnTo>
                    <a:pt x="4897966" y="218984"/>
                  </a:lnTo>
                  <a:lnTo>
                    <a:pt x="4898059" y="218984"/>
                  </a:lnTo>
                  <a:lnTo>
                    <a:pt x="4898152" y="218984"/>
                  </a:lnTo>
                  <a:lnTo>
                    <a:pt x="4898245" y="218984"/>
                  </a:lnTo>
                  <a:lnTo>
                    <a:pt x="4898339" y="218984"/>
                  </a:lnTo>
                  <a:lnTo>
                    <a:pt x="4898432" y="218984"/>
                  </a:lnTo>
                  <a:lnTo>
                    <a:pt x="4898525" y="218984"/>
                  </a:lnTo>
                  <a:lnTo>
                    <a:pt x="4898618" y="218984"/>
                  </a:lnTo>
                  <a:lnTo>
                    <a:pt x="4898712" y="218984"/>
                  </a:lnTo>
                  <a:lnTo>
                    <a:pt x="4898805" y="218984"/>
                  </a:lnTo>
                  <a:lnTo>
                    <a:pt x="4898898" y="218984"/>
                  </a:lnTo>
                  <a:lnTo>
                    <a:pt x="4898991" y="218984"/>
                  </a:lnTo>
                  <a:lnTo>
                    <a:pt x="4899085" y="218984"/>
                  </a:lnTo>
                  <a:lnTo>
                    <a:pt x="4899178" y="218984"/>
                  </a:lnTo>
                  <a:lnTo>
                    <a:pt x="4899271" y="218984"/>
                  </a:lnTo>
                  <a:lnTo>
                    <a:pt x="4899364" y="218984"/>
                  </a:lnTo>
                  <a:lnTo>
                    <a:pt x="4899458" y="218984"/>
                  </a:lnTo>
                  <a:lnTo>
                    <a:pt x="4899551" y="218984"/>
                  </a:lnTo>
                  <a:lnTo>
                    <a:pt x="4899644" y="218984"/>
                  </a:lnTo>
                  <a:lnTo>
                    <a:pt x="4899737" y="218984"/>
                  </a:lnTo>
                  <a:lnTo>
                    <a:pt x="4899831" y="218984"/>
                  </a:lnTo>
                  <a:lnTo>
                    <a:pt x="4899924" y="218984"/>
                  </a:lnTo>
                  <a:lnTo>
                    <a:pt x="4900017" y="218984"/>
                  </a:lnTo>
                  <a:lnTo>
                    <a:pt x="4900110" y="218984"/>
                  </a:lnTo>
                  <a:lnTo>
                    <a:pt x="4900204" y="218984"/>
                  </a:lnTo>
                  <a:lnTo>
                    <a:pt x="4900297" y="218984"/>
                  </a:lnTo>
                  <a:lnTo>
                    <a:pt x="4900390" y="218984"/>
                  </a:lnTo>
                  <a:lnTo>
                    <a:pt x="4900483" y="218984"/>
                  </a:lnTo>
                  <a:lnTo>
                    <a:pt x="4900577" y="218984"/>
                  </a:lnTo>
                  <a:lnTo>
                    <a:pt x="4900670" y="218984"/>
                  </a:lnTo>
                  <a:lnTo>
                    <a:pt x="4900763" y="218984"/>
                  </a:lnTo>
                  <a:lnTo>
                    <a:pt x="4900856" y="218984"/>
                  </a:lnTo>
                  <a:lnTo>
                    <a:pt x="4900950" y="218984"/>
                  </a:lnTo>
                  <a:lnTo>
                    <a:pt x="4901043" y="218984"/>
                  </a:lnTo>
                  <a:lnTo>
                    <a:pt x="4901136" y="218984"/>
                  </a:lnTo>
                  <a:lnTo>
                    <a:pt x="4901229" y="218984"/>
                  </a:lnTo>
                  <a:lnTo>
                    <a:pt x="4901323" y="218984"/>
                  </a:lnTo>
                  <a:lnTo>
                    <a:pt x="4901416" y="218984"/>
                  </a:lnTo>
                  <a:lnTo>
                    <a:pt x="4901509" y="218984"/>
                  </a:lnTo>
                  <a:lnTo>
                    <a:pt x="4901602" y="218984"/>
                  </a:lnTo>
                  <a:lnTo>
                    <a:pt x="4901696" y="218984"/>
                  </a:lnTo>
                  <a:lnTo>
                    <a:pt x="4901789" y="218984"/>
                  </a:lnTo>
                  <a:lnTo>
                    <a:pt x="4901882" y="218984"/>
                  </a:lnTo>
                  <a:lnTo>
                    <a:pt x="4901975" y="218984"/>
                  </a:lnTo>
                  <a:lnTo>
                    <a:pt x="4902069" y="218984"/>
                  </a:lnTo>
                  <a:lnTo>
                    <a:pt x="4902162" y="218984"/>
                  </a:lnTo>
                  <a:lnTo>
                    <a:pt x="4902255" y="218984"/>
                  </a:lnTo>
                  <a:lnTo>
                    <a:pt x="4902348" y="218984"/>
                  </a:lnTo>
                  <a:lnTo>
                    <a:pt x="4902442" y="218984"/>
                  </a:lnTo>
                  <a:lnTo>
                    <a:pt x="4902535" y="218984"/>
                  </a:lnTo>
                  <a:lnTo>
                    <a:pt x="4902628" y="218984"/>
                  </a:lnTo>
                  <a:lnTo>
                    <a:pt x="4902721" y="218984"/>
                  </a:lnTo>
                  <a:lnTo>
                    <a:pt x="4902815" y="218984"/>
                  </a:lnTo>
                  <a:lnTo>
                    <a:pt x="4902908" y="218984"/>
                  </a:lnTo>
                  <a:lnTo>
                    <a:pt x="4903001" y="218984"/>
                  </a:lnTo>
                  <a:lnTo>
                    <a:pt x="4903094" y="218984"/>
                  </a:lnTo>
                  <a:lnTo>
                    <a:pt x="4903188" y="218984"/>
                  </a:lnTo>
                  <a:lnTo>
                    <a:pt x="4903281" y="218984"/>
                  </a:lnTo>
                  <a:lnTo>
                    <a:pt x="4903374" y="218984"/>
                  </a:lnTo>
                  <a:lnTo>
                    <a:pt x="4903467" y="218984"/>
                  </a:lnTo>
                  <a:lnTo>
                    <a:pt x="4903561" y="218984"/>
                  </a:lnTo>
                  <a:lnTo>
                    <a:pt x="4903654" y="218984"/>
                  </a:lnTo>
                  <a:lnTo>
                    <a:pt x="4903747" y="218984"/>
                  </a:lnTo>
                  <a:lnTo>
                    <a:pt x="4903840" y="218984"/>
                  </a:lnTo>
                  <a:lnTo>
                    <a:pt x="4903934" y="218984"/>
                  </a:lnTo>
                  <a:lnTo>
                    <a:pt x="4904027" y="218984"/>
                  </a:lnTo>
                  <a:lnTo>
                    <a:pt x="4904120" y="218984"/>
                  </a:lnTo>
                  <a:lnTo>
                    <a:pt x="4904213" y="218984"/>
                  </a:lnTo>
                  <a:lnTo>
                    <a:pt x="4904307" y="218984"/>
                  </a:lnTo>
                  <a:lnTo>
                    <a:pt x="4904400" y="218984"/>
                  </a:lnTo>
                  <a:lnTo>
                    <a:pt x="4904493" y="218984"/>
                  </a:lnTo>
                  <a:lnTo>
                    <a:pt x="4904586" y="218984"/>
                  </a:lnTo>
                  <a:lnTo>
                    <a:pt x="4904680" y="218984"/>
                  </a:lnTo>
                  <a:lnTo>
                    <a:pt x="4904773" y="218984"/>
                  </a:lnTo>
                  <a:lnTo>
                    <a:pt x="4904866" y="218984"/>
                  </a:lnTo>
                  <a:lnTo>
                    <a:pt x="4904959" y="218984"/>
                  </a:lnTo>
                  <a:lnTo>
                    <a:pt x="4905052" y="218984"/>
                  </a:lnTo>
                  <a:lnTo>
                    <a:pt x="4905146" y="218984"/>
                  </a:lnTo>
                  <a:lnTo>
                    <a:pt x="4905239" y="218984"/>
                  </a:lnTo>
                  <a:lnTo>
                    <a:pt x="4905332" y="218984"/>
                  </a:lnTo>
                  <a:lnTo>
                    <a:pt x="4905425" y="218984"/>
                  </a:lnTo>
                  <a:lnTo>
                    <a:pt x="4905519" y="218984"/>
                  </a:lnTo>
                  <a:lnTo>
                    <a:pt x="4905612" y="218984"/>
                  </a:lnTo>
                  <a:lnTo>
                    <a:pt x="4905705" y="218984"/>
                  </a:lnTo>
                  <a:lnTo>
                    <a:pt x="4905798" y="218984"/>
                  </a:lnTo>
                  <a:lnTo>
                    <a:pt x="4905892" y="218984"/>
                  </a:lnTo>
                  <a:lnTo>
                    <a:pt x="4905985" y="218984"/>
                  </a:lnTo>
                  <a:lnTo>
                    <a:pt x="4906078" y="218984"/>
                  </a:lnTo>
                  <a:lnTo>
                    <a:pt x="4906171" y="218984"/>
                  </a:lnTo>
                  <a:lnTo>
                    <a:pt x="4906265" y="218984"/>
                  </a:lnTo>
                  <a:lnTo>
                    <a:pt x="4906358" y="218984"/>
                  </a:lnTo>
                  <a:lnTo>
                    <a:pt x="4906451" y="218984"/>
                  </a:lnTo>
                  <a:lnTo>
                    <a:pt x="4906544" y="218984"/>
                  </a:lnTo>
                  <a:lnTo>
                    <a:pt x="4906638" y="218984"/>
                  </a:lnTo>
                  <a:lnTo>
                    <a:pt x="4906731" y="218984"/>
                  </a:lnTo>
                  <a:lnTo>
                    <a:pt x="4906824" y="218984"/>
                  </a:lnTo>
                  <a:lnTo>
                    <a:pt x="4906917" y="218984"/>
                  </a:lnTo>
                  <a:lnTo>
                    <a:pt x="4907011" y="218984"/>
                  </a:lnTo>
                  <a:lnTo>
                    <a:pt x="4907104" y="218984"/>
                  </a:lnTo>
                  <a:lnTo>
                    <a:pt x="4907197" y="218984"/>
                  </a:lnTo>
                  <a:lnTo>
                    <a:pt x="4907290" y="218984"/>
                  </a:lnTo>
                  <a:lnTo>
                    <a:pt x="4907384" y="218984"/>
                  </a:lnTo>
                  <a:lnTo>
                    <a:pt x="4907477" y="218984"/>
                  </a:lnTo>
                  <a:lnTo>
                    <a:pt x="4907570" y="218984"/>
                  </a:lnTo>
                  <a:lnTo>
                    <a:pt x="4907663" y="218984"/>
                  </a:lnTo>
                  <a:lnTo>
                    <a:pt x="4907757" y="218984"/>
                  </a:lnTo>
                  <a:lnTo>
                    <a:pt x="4907850" y="218984"/>
                  </a:lnTo>
                  <a:lnTo>
                    <a:pt x="4907943" y="218984"/>
                  </a:lnTo>
                  <a:lnTo>
                    <a:pt x="4908036" y="218984"/>
                  </a:lnTo>
                  <a:lnTo>
                    <a:pt x="4908130" y="218984"/>
                  </a:lnTo>
                  <a:lnTo>
                    <a:pt x="4908223" y="218984"/>
                  </a:lnTo>
                  <a:lnTo>
                    <a:pt x="4908316" y="218984"/>
                  </a:lnTo>
                  <a:lnTo>
                    <a:pt x="4908409" y="218984"/>
                  </a:lnTo>
                  <a:lnTo>
                    <a:pt x="4908503" y="218984"/>
                  </a:lnTo>
                  <a:lnTo>
                    <a:pt x="4908596" y="218984"/>
                  </a:lnTo>
                  <a:lnTo>
                    <a:pt x="4908689" y="218984"/>
                  </a:lnTo>
                  <a:lnTo>
                    <a:pt x="4908782" y="218984"/>
                  </a:lnTo>
                  <a:lnTo>
                    <a:pt x="4908876" y="218984"/>
                  </a:lnTo>
                  <a:lnTo>
                    <a:pt x="4908969" y="218984"/>
                  </a:lnTo>
                  <a:lnTo>
                    <a:pt x="4909062" y="218984"/>
                  </a:lnTo>
                  <a:lnTo>
                    <a:pt x="4909155" y="218984"/>
                  </a:lnTo>
                  <a:lnTo>
                    <a:pt x="4909249" y="218984"/>
                  </a:lnTo>
                  <a:lnTo>
                    <a:pt x="4909342" y="218984"/>
                  </a:lnTo>
                  <a:lnTo>
                    <a:pt x="4909435" y="218984"/>
                  </a:lnTo>
                  <a:lnTo>
                    <a:pt x="4909528" y="218984"/>
                  </a:lnTo>
                  <a:lnTo>
                    <a:pt x="4909622" y="218984"/>
                  </a:lnTo>
                  <a:lnTo>
                    <a:pt x="4909715" y="218984"/>
                  </a:lnTo>
                  <a:lnTo>
                    <a:pt x="4909808" y="218984"/>
                  </a:lnTo>
                  <a:lnTo>
                    <a:pt x="4909901" y="218984"/>
                  </a:lnTo>
                  <a:lnTo>
                    <a:pt x="4909995" y="218984"/>
                  </a:lnTo>
                  <a:lnTo>
                    <a:pt x="4910088" y="218984"/>
                  </a:lnTo>
                  <a:lnTo>
                    <a:pt x="4910181" y="218984"/>
                  </a:lnTo>
                  <a:lnTo>
                    <a:pt x="4910274" y="218984"/>
                  </a:lnTo>
                  <a:lnTo>
                    <a:pt x="4910368" y="218984"/>
                  </a:lnTo>
                  <a:lnTo>
                    <a:pt x="4910461" y="218984"/>
                  </a:lnTo>
                  <a:lnTo>
                    <a:pt x="4910554" y="218984"/>
                  </a:lnTo>
                  <a:lnTo>
                    <a:pt x="4910647" y="218984"/>
                  </a:lnTo>
                  <a:lnTo>
                    <a:pt x="4910741" y="218984"/>
                  </a:lnTo>
                  <a:lnTo>
                    <a:pt x="4910834" y="218984"/>
                  </a:lnTo>
                  <a:lnTo>
                    <a:pt x="4910927" y="218984"/>
                  </a:lnTo>
                  <a:lnTo>
                    <a:pt x="4911020" y="218984"/>
                  </a:lnTo>
                  <a:lnTo>
                    <a:pt x="4911114" y="218984"/>
                  </a:lnTo>
                  <a:lnTo>
                    <a:pt x="4911207" y="218984"/>
                  </a:lnTo>
                  <a:lnTo>
                    <a:pt x="4911300" y="218984"/>
                  </a:lnTo>
                  <a:lnTo>
                    <a:pt x="4911393" y="218984"/>
                  </a:lnTo>
                  <a:lnTo>
                    <a:pt x="4911487" y="218984"/>
                  </a:lnTo>
                  <a:lnTo>
                    <a:pt x="4911580" y="218984"/>
                  </a:lnTo>
                  <a:lnTo>
                    <a:pt x="4911673" y="218984"/>
                  </a:lnTo>
                  <a:lnTo>
                    <a:pt x="4911766" y="218984"/>
                  </a:lnTo>
                  <a:lnTo>
                    <a:pt x="4911860" y="218984"/>
                  </a:lnTo>
                  <a:lnTo>
                    <a:pt x="4911953" y="218984"/>
                  </a:lnTo>
                  <a:lnTo>
                    <a:pt x="4912046" y="218984"/>
                  </a:lnTo>
                  <a:lnTo>
                    <a:pt x="4912139" y="218984"/>
                  </a:lnTo>
                  <a:lnTo>
                    <a:pt x="4912232" y="218984"/>
                  </a:lnTo>
                  <a:lnTo>
                    <a:pt x="4912326" y="218984"/>
                  </a:lnTo>
                  <a:lnTo>
                    <a:pt x="4912419" y="218984"/>
                  </a:lnTo>
                  <a:lnTo>
                    <a:pt x="4912512" y="218984"/>
                  </a:lnTo>
                  <a:lnTo>
                    <a:pt x="4912605" y="218984"/>
                  </a:lnTo>
                  <a:lnTo>
                    <a:pt x="4912699" y="218984"/>
                  </a:lnTo>
                  <a:lnTo>
                    <a:pt x="4912792" y="218984"/>
                  </a:lnTo>
                  <a:lnTo>
                    <a:pt x="4912885" y="218984"/>
                  </a:lnTo>
                  <a:lnTo>
                    <a:pt x="4912978" y="218984"/>
                  </a:lnTo>
                  <a:lnTo>
                    <a:pt x="4913072" y="218984"/>
                  </a:lnTo>
                  <a:lnTo>
                    <a:pt x="4913165" y="218984"/>
                  </a:lnTo>
                  <a:lnTo>
                    <a:pt x="4913258" y="218984"/>
                  </a:lnTo>
                  <a:lnTo>
                    <a:pt x="4913351" y="218984"/>
                  </a:lnTo>
                  <a:lnTo>
                    <a:pt x="4913445" y="218984"/>
                  </a:lnTo>
                  <a:lnTo>
                    <a:pt x="4913538" y="218984"/>
                  </a:lnTo>
                  <a:lnTo>
                    <a:pt x="4913631" y="218984"/>
                  </a:lnTo>
                  <a:lnTo>
                    <a:pt x="4913724" y="218984"/>
                  </a:lnTo>
                  <a:lnTo>
                    <a:pt x="4913818" y="218984"/>
                  </a:lnTo>
                  <a:lnTo>
                    <a:pt x="4913911" y="218984"/>
                  </a:lnTo>
                  <a:lnTo>
                    <a:pt x="4914004" y="218984"/>
                  </a:lnTo>
                  <a:lnTo>
                    <a:pt x="4914097" y="218984"/>
                  </a:lnTo>
                  <a:lnTo>
                    <a:pt x="4914191" y="218984"/>
                  </a:lnTo>
                  <a:lnTo>
                    <a:pt x="4914191" y="209030"/>
                  </a:lnTo>
                  <a:lnTo>
                    <a:pt x="4914284" y="209030"/>
                  </a:lnTo>
                  <a:lnTo>
                    <a:pt x="4914377" y="209030"/>
                  </a:lnTo>
                  <a:lnTo>
                    <a:pt x="4914470" y="209030"/>
                  </a:lnTo>
                  <a:lnTo>
                    <a:pt x="4914564" y="209030"/>
                  </a:lnTo>
                  <a:lnTo>
                    <a:pt x="4914657" y="209030"/>
                  </a:lnTo>
                  <a:lnTo>
                    <a:pt x="4914750" y="209030"/>
                  </a:lnTo>
                  <a:lnTo>
                    <a:pt x="4914843" y="209030"/>
                  </a:lnTo>
                  <a:lnTo>
                    <a:pt x="4914937" y="209030"/>
                  </a:lnTo>
                  <a:lnTo>
                    <a:pt x="4915030" y="209030"/>
                  </a:lnTo>
                  <a:lnTo>
                    <a:pt x="4915123" y="209030"/>
                  </a:lnTo>
                  <a:lnTo>
                    <a:pt x="4915216" y="209030"/>
                  </a:lnTo>
                  <a:lnTo>
                    <a:pt x="4915310" y="209030"/>
                  </a:lnTo>
                  <a:lnTo>
                    <a:pt x="4915403" y="209030"/>
                  </a:lnTo>
                  <a:lnTo>
                    <a:pt x="4915496" y="209030"/>
                  </a:lnTo>
                  <a:lnTo>
                    <a:pt x="4915589" y="209030"/>
                  </a:lnTo>
                  <a:lnTo>
                    <a:pt x="4915683" y="209030"/>
                  </a:lnTo>
                  <a:lnTo>
                    <a:pt x="4915776" y="209030"/>
                  </a:lnTo>
                  <a:lnTo>
                    <a:pt x="4915869" y="209030"/>
                  </a:lnTo>
                  <a:lnTo>
                    <a:pt x="4915962" y="209030"/>
                  </a:lnTo>
                  <a:lnTo>
                    <a:pt x="4916056" y="209030"/>
                  </a:lnTo>
                  <a:lnTo>
                    <a:pt x="4916149" y="209030"/>
                  </a:lnTo>
                  <a:lnTo>
                    <a:pt x="4916242" y="209030"/>
                  </a:lnTo>
                  <a:lnTo>
                    <a:pt x="4916335" y="209030"/>
                  </a:lnTo>
                  <a:lnTo>
                    <a:pt x="4916429" y="209030"/>
                  </a:lnTo>
                  <a:lnTo>
                    <a:pt x="4916522" y="209030"/>
                  </a:lnTo>
                  <a:lnTo>
                    <a:pt x="4916615" y="209030"/>
                  </a:lnTo>
                  <a:lnTo>
                    <a:pt x="4916708" y="209030"/>
                  </a:lnTo>
                  <a:lnTo>
                    <a:pt x="4916802" y="209030"/>
                  </a:lnTo>
                  <a:lnTo>
                    <a:pt x="4916895" y="209030"/>
                  </a:lnTo>
                  <a:lnTo>
                    <a:pt x="4916988" y="209030"/>
                  </a:lnTo>
                  <a:lnTo>
                    <a:pt x="4917081" y="209030"/>
                  </a:lnTo>
                  <a:lnTo>
                    <a:pt x="4917175" y="209030"/>
                  </a:lnTo>
                  <a:lnTo>
                    <a:pt x="4917268" y="209030"/>
                  </a:lnTo>
                  <a:lnTo>
                    <a:pt x="4917361" y="209030"/>
                  </a:lnTo>
                  <a:lnTo>
                    <a:pt x="4917454" y="209030"/>
                  </a:lnTo>
                  <a:lnTo>
                    <a:pt x="4917548" y="209030"/>
                  </a:lnTo>
                  <a:lnTo>
                    <a:pt x="4917641" y="209030"/>
                  </a:lnTo>
                  <a:lnTo>
                    <a:pt x="4917734" y="209030"/>
                  </a:lnTo>
                  <a:lnTo>
                    <a:pt x="4917827" y="209030"/>
                  </a:lnTo>
                  <a:lnTo>
                    <a:pt x="4917921" y="209030"/>
                  </a:lnTo>
                  <a:lnTo>
                    <a:pt x="4918014" y="209030"/>
                  </a:lnTo>
                  <a:lnTo>
                    <a:pt x="4918107" y="209030"/>
                  </a:lnTo>
                  <a:lnTo>
                    <a:pt x="4918200" y="209030"/>
                  </a:lnTo>
                  <a:lnTo>
                    <a:pt x="4918294" y="209030"/>
                  </a:lnTo>
                  <a:lnTo>
                    <a:pt x="4918387" y="209030"/>
                  </a:lnTo>
                  <a:lnTo>
                    <a:pt x="4918480" y="209030"/>
                  </a:lnTo>
                  <a:lnTo>
                    <a:pt x="4918573" y="209030"/>
                  </a:lnTo>
                  <a:lnTo>
                    <a:pt x="4918667" y="209030"/>
                  </a:lnTo>
                  <a:lnTo>
                    <a:pt x="4918760" y="209030"/>
                  </a:lnTo>
                  <a:lnTo>
                    <a:pt x="4918853" y="209030"/>
                  </a:lnTo>
                  <a:lnTo>
                    <a:pt x="4918946" y="209030"/>
                  </a:lnTo>
                  <a:lnTo>
                    <a:pt x="4919039" y="209030"/>
                  </a:lnTo>
                  <a:lnTo>
                    <a:pt x="4919133" y="209030"/>
                  </a:lnTo>
                  <a:lnTo>
                    <a:pt x="4919226" y="209030"/>
                  </a:lnTo>
                  <a:lnTo>
                    <a:pt x="4919319" y="209030"/>
                  </a:lnTo>
                  <a:lnTo>
                    <a:pt x="4919412" y="209030"/>
                  </a:lnTo>
                  <a:lnTo>
                    <a:pt x="4919506" y="209030"/>
                  </a:lnTo>
                  <a:lnTo>
                    <a:pt x="4919599" y="209030"/>
                  </a:lnTo>
                  <a:lnTo>
                    <a:pt x="4919692" y="209030"/>
                  </a:lnTo>
                  <a:lnTo>
                    <a:pt x="4919785" y="209030"/>
                  </a:lnTo>
                  <a:lnTo>
                    <a:pt x="4919879" y="209030"/>
                  </a:lnTo>
                  <a:lnTo>
                    <a:pt x="4919972" y="209030"/>
                  </a:lnTo>
                  <a:lnTo>
                    <a:pt x="4920065" y="209030"/>
                  </a:lnTo>
                  <a:lnTo>
                    <a:pt x="4920158" y="209030"/>
                  </a:lnTo>
                  <a:lnTo>
                    <a:pt x="4920252" y="209030"/>
                  </a:lnTo>
                  <a:lnTo>
                    <a:pt x="4920345" y="209030"/>
                  </a:lnTo>
                  <a:lnTo>
                    <a:pt x="4920438" y="209030"/>
                  </a:lnTo>
                  <a:lnTo>
                    <a:pt x="4920531" y="209030"/>
                  </a:lnTo>
                  <a:lnTo>
                    <a:pt x="4920625" y="209030"/>
                  </a:lnTo>
                  <a:lnTo>
                    <a:pt x="4920718" y="209030"/>
                  </a:lnTo>
                  <a:lnTo>
                    <a:pt x="4920811" y="209030"/>
                  </a:lnTo>
                  <a:lnTo>
                    <a:pt x="4920904" y="209030"/>
                  </a:lnTo>
                  <a:lnTo>
                    <a:pt x="4920998" y="209030"/>
                  </a:lnTo>
                  <a:lnTo>
                    <a:pt x="4921091" y="209030"/>
                  </a:lnTo>
                  <a:lnTo>
                    <a:pt x="4921184" y="209030"/>
                  </a:lnTo>
                  <a:lnTo>
                    <a:pt x="4921277" y="209030"/>
                  </a:lnTo>
                  <a:lnTo>
                    <a:pt x="4921371" y="209030"/>
                  </a:lnTo>
                  <a:lnTo>
                    <a:pt x="4921464" y="209030"/>
                  </a:lnTo>
                  <a:lnTo>
                    <a:pt x="4921557" y="209030"/>
                  </a:lnTo>
                  <a:lnTo>
                    <a:pt x="4921650" y="209030"/>
                  </a:lnTo>
                  <a:lnTo>
                    <a:pt x="4921744" y="209030"/>
                  </a:lnTo>
                  <a:lnTo>
                    <a:pt x="4921837" y="209030"/>
                  </a:lnTo>
                  <a:lnTo>
                    <a:pt x="4921930" y="209030"/>
                  </a:lnTo>
                  <a:lnTo>
                    <a:pt x="4922023" y="209030"/>
                  </a:lnTo>
                  <a:lnTo>
                    <a:pt x="4922117" y="209030"/>
                  </a:lnTo>
                  <a:lnTo>
                    <a:pt x="4922210" y="209030"/>
                  </a:lnTo>
                  <a:lnTo>
                    <a:pt x="4922303" y="209030"/>
                  </a:lnTo>
                  <a:lnTo>
                    <a:pt x="4922396" y="209030"/>
                  </a:lnTo>
                  <a:lnTo>
                    <a:pt x="4922490" y="209030"/>
                  </a:lnTo>
                  <a:lnTo>
                    <a:pt x="4922583" y="209030"/>
                  </a:lnTo>
                  <a:lnTo>
                    <a:pt x="4922676" y="209030"/>
                  </a:lnTo>
                  <a:lnTo>
                    <a:pt x="4922769" y="209030"/>
                  </a:lnTo>
                  <a:lnTo>
                    <a:pt x="4922863" y="209030"/>
                  </a:lnTo>
                  <a:lnTo>
                    <a:pt x="4922956" y="209030"/>
                  </a:lnTo>
                  <a:lnTo>
                    <a:pt x="4923049" y="209030"/>
                  </a:lnTo>
                  <a:lnTo>
                    <a:pt x="4923142" y="209030"/>
                  </a:lnTo>
                  <a:lnTo>
                    <a:pt x="4923236" y="209030"/>
                  </a:lnTo>
                  <a:lnTo>
                    <a:pt x="4923329" y="209030"/>
                  </a:lnTo>
                  <a:lnTo>
                    <a:pt x="4923422" y="209030"/>
                  </a:lnTo>
                  <a:lnTo>
                    <a:pt x="4923515" y="209030"/>
                  </a:lnTo>
                  <a:lnTo>
                    <a:pt x="4923609" y="209030"/>
                  </a:lnTo>
                  <a:lnTo>
                    <a:pt x="4923702" y="209030"/>
                  </a:lnTo>
                  <a:lnTo>
                    <a:pt x="4923795" y="209030"/>
                  </a:lnTo>
                  <a:lnTo>
                    <a:pt x="4923888" y="209030"/>
                  </a:lnTo>
                  <a:lnTo>
                    <a:pt x="4923982" y="209030"/>
                  </a:lnTo>
                  <a:lnTo>
                    <a:pt x="4924075" y="209030"/>
                  </a:lnTo>
                  <a:lnTo>
                    <a:pt x="4924168" y="209030"/>
                  </a:lnTo>
                  <a:lnTo>
                    <a:pt x="4924261" y="209030"/>
                  </a:lnTo>
                  <a:lnTo>
                    <a:pt x="4924355" y="209030"/>
                  </a:lnTo>
                  <a:lnTo>
                    <a:pt x="4924448" y="209030"/>
                  </a:lnTo>
                  <a:lnTo>
                    <a:pt x="4924541" y="209030"/>
                  </a:lnTo>
                  <a:lnTo>
                    <a:pt x="4924634" y="209030"/>
                  </a:lnTo>
                  <a:lnTo>
                    <a:pt x="4924728" y="209030"/>
                  </a:lnTo>
                  <a:lnTo>
                    <a:pt x="4924821" y="209030"/>
                  </a:lnTo>
                  <a:lnTo>
                    <a:pt x="4924914" y="209030"/>
                  </a:lnTo>
                  <a:lnTo>
                    <a:pt x="4925007" y="209030"/>
                  </a:lnTo>
                  <a:lnTo>
                    <a:pt x="4925101" y="209030"/>
                  </a:lnTo>
                  <a:lnTo>
                    <a:pt x="4925194" y="209030"/>
                  </a:lnTo>
                  <a:lnTo>
                    <a:pt x="4925287" y="209030"/>
                  </a:lnTo>
                  <a:lnTo>
                    <a:pt x="4925380" y="209030"/>
                  </a:lnTo>
                  <a:lnTo>
                    <a:pt x="4925474" y="209030"/>
                  </a:lnTo>
                  <a:lnTo>
                    <a:pt x="4925567" y="209030"/>
                  </a:lnTo>
                  <a:lnTo>
                    <a:pt x="4925660" y="209030"/>
                  </a:lnTo>
                  <a:lnTo>
                    <a:pt x="4925753" y="209030"/>
                  </a:lnTo>
                  <a:lnTo>
                    <a:pt x="4925846" y="209030"/>
                  </a:lnTo>
                  <a:lnTo>
                    <a:pt x="4925940" y="209030"/>
                  </a:lnTo>
                  <a:lnTo>
                    <a:pt x="4926033" y="209030"/>
                  </a:lnTo>
                  <a:lnTo>
                    <a:pt x="4926126" y="209030"/>
                  </a:lnTo>
                  <a:lnTo>
                    <a:pt x="4926219" y="209030"/>
                  </a:lnTo>
                  <a:lnTo>
                    <a:pt x="4926313" y="209030"/>
                  </a:lnTo>
                  <a:lnTo>
                    <a:pt x="4926406" y="209030"/>
                  </a:lnTo>
                  <a:lnTo>
                    <a:pt x="4926499" y="209030"/>
                  </a:lnTo>
                  <a:lnTo>
                    <a:pt x="4926592" y="209030"/>
                  </a:lnTo>
                  <a:lnTo>
                    <a:pt x="4926686" y="209030"/>
                  </a:lnTo>
                  <a:lnTo>
                    <a:pt x="4926779" y="209030"/>
                  </a:lnTo>
                  <a:lnTo>
                    <a:pt x="4926872" y="209030"/>
                  </a:lnTo>
                  <a:lnTo>
                    <a:pt x="4926965" y="209030"/>
                  </a:lnTo>
                  <a:lnTo>
                    <a:pt x="4927059" y="209030"/>
                  </a:lnTo>
                  <a:lnTo>
                    <a:pt x="4927152" y="209030"/>
                  </a:lnTo>
                  <a:lnTo>
                    <a:pt x="4927245" y="209030"/>
                  </a:lnTo>
                  <a:lnTo>
                    <a:pt x="4927338" y="209030"/>
                  </a:lnTo>
                  <a:lnTo>
                    <a:pt x="4927432" y="209030"/>
                  </a:lnTo>
                  <a:lnTo>
                    <a:pt x="4927525" y="209030"/>
                  </a:lnTo>
                  <a:lnTo>
                    <a:pt x="4927618" y="209030"/>
                  </a:lnTo>
                  <a:lnTo>
                    <a:pt x="4927711" y="209030"/>
                  </a:lnTo>
                  <a:lnTo>
                    <a:pt x="4927805" y="209030"/>
                  </a:lnTo>
                  <a:lnTo>
                    <a:pt x="4927898" y="209030"/>
                  </a:lnTo>
                  <a:lnTo>
                    <a:pt x="4927991" y="209030"/>
                  </a:lnTo>
                  <a:lnTo>
                    <a:pt x="4928084" y="209030"/>
                  </a:lnTo>
                  <a:lnTo>
                    <a:pt x="4928178" y="209030"/>
                  </a:lnTo>
                  <a:lnTo>
                    <a:pt x="4928271" y="209030"/>
                  </a:lnTo>
                  <a:lnTo>
                    <a:pt x="4928364" y="209030"/>
                  </a:lnTo>
                  <a:lnTo>
                    <a:pt x="4928457" y="209030"/>
                  </a:lnTo>
                  <a:lnTo>
                    <a:pt x="4928551" y="209030"/>
                  </a:lnTo>
                  <a:lnTo>
                    <a:pt x="4928644" y="209030"/>
                  </a:lnTo>
                  <a:lnTo>
                    <a:pt x="4928737" y="209030"/>
                  </a:lnTo>
                  <a:lnTo>
                    <a:pt x="4928830" y="209030"/>
                  </a:lnTo>
                  <a:lnTo>
                    <a:pt x="4928924" y="209030"/>
                  </a:lnTo>
                  <a:lnTo>
                    <a:pt x="4929017" y="209030"/>
                  </a:lnTo>
                  <a:lnTo>
                    <a:pt x="4929110" y="209030"/>
                  </a:lnTo>
                  <a:lnTo>
                    <a:pt x="4929203" y="209030"/>
                  </a:lnTo>
                  <a:lnTo>
                    <a:pt x="4929297" y="209030"/>
                  </a:lnTo>
                  <a:lnTo>
                    <a:pt x="4929390" y="209030"/>
                  </a:lnTo>
                  <a:lnTo>
                    <a:pt x="4929483" y="209030"/>
                  </a:lnTo>
                  <a:lnTo>
                    <a:pt x="4929576" y="209030"/>
                  </a:lnTo>
                  <a:lnTo>
                    <a:pt x="4929670" y="209030"/>
                  </a:lnTo>
                  <a:lnTo>
                    <a:pt x="4929763" y="209030"/>
                  </a:lnTo>
                  <a:lnTo>
                    <a:pt x="4929856" y="209030"/>
                  </a:lnTo>
                  <a:lnTo>
                    <a:pt x="4929949" y="209030"/>
                  </a:lnTo>
                  <a:lnTo>
                    <a:pt x="4930043" y="209030"/>
                  </a:lnTo>
                  <a:lnTo>
                    <a:pt x="4930136" y="209030"/>
                  </a:lnTo>
                  <a:lnTo>
                    <a:pt x="4930229" y="209030"/>
                  </a:lnTo>
                  <a:lnTo>
                    <a:pt x="4930322" y="209030"/>
                  </a:lnTo>
                  <a:lnTo>
                    <a:pt x="4930416" y="209030"/>
                  </a:lnTo>
                  <a:lnTo>
                    <a:pt x="4930509" y="209030"/>
                  </a:lnTo>
                  <a:lnTo>
                    <a:pt x="4930602" y="209030"/>
                  </a:lnTo>
                  <a:lnTo>
                    <a:pt x="4930695" y="209030"/>
                  </a:lnTo>
                  <a:lnTo>
                    <a:pt x="4930789" y="209030"/>
                  </a:lnTo>
                  <a:lnTo>
                    <a:pt x="4930882" y="209030"/>
                  </a:lnTo>
                  <a:lnTo>
                    <a:pt x="4930975" y="209030"/>
                  </a:lnTo>
                  <a:lnTo>
                    <a:pt x="4931068" y="209030"/>
                  </a:lnTo>
                  <a:lnTo>
                    <a:pt x="4931162" y="209030"/>
                  </a:lnTo>
                  <a:lnTo>
                    <a:pt x="4931255" y="209030"/>
                  </a:lnTo>
                  <a:lnTo>
                    <a:pt x="4931348" y="209030"/>
                  </a:lnTo>
                  <a:lnTo>
                    <a:pt x="4931441" y="209030"/>
                  </a:lnTo>
                  <a:lnTo>
                    <a:pt x="4931535" y="209030"/>
                  </a:lnTo>
                  <a:lnTo>
                    <a:pt x="4931628" y="209030"/>
                  </a:lnTo>
                  <a:lnTo>
                    <a:pt x="4931721" y="209030"/>
                  </a:lnTo>
                  <a:lnTo>
                    <a:pt x="4931814" y="209030"/>
                  </a:lnTo>
                  <a:lnTo>
                    <a:pt x="4931908" y="209030"/>
                  </a:lnTo>
                  <a:lnTo>
                    <a:pt x="4932001" y="209030"/>
                  </a:lnTo>
                  <a:lnTo>
                    <a:pt x="4932094" y="209030"/>
                  </a:lnTo>
                  <a:lnTo>
                    <a:pt x="4932187" y="209030"/>
                  </a:lnTo>
                  <a:lnTo>
                    <a:pt x="4932281" y="209030"/>
                  </a:lnTo>
                  <a:lnTo>
                    <a:pt x="4932374" y="209030"/>
                  </a:lnTo>
                  <a:lnTo>
                    <a:pt x="4932467" y="209030"/>
                  </a:lnTo>
                  <a:lnTo>
                    <a:pt x="4932560" y="209030"/>
                  </a:lnTo>
                  <a:lnTo>
                    <a:pt x="4932654" y="209030"/>
                  </a:lnTo>
                  <a:lnTo>
                    <a:pt x="4932747" y="209030"/>
                  </a:lnTo>
                  <a:lnTo>
                    <a:pt x="4932840" y="209030"/>
                  </a:lnTo>
                  <a:lnTo>
                    <a:pt x="4932933" y="209030"/>
                  </a:lnTo>
                  <a:lnTo>
                    <a:pt x="4933026" y="209030"/>
                  </a:lnTo>
                  <a:lnTo>
                    <a:pt x="4933120" y="209030"/>
                  </a:lnTo>
                  <a:lnTo>
                    <a:pt x="4933213" y="209030"/>
                  </a:lnTo>
                  <a:lnTo>
                    <a:pt x="4933306" y="209030"/>
                  </a:lnTo>
                  <a:lnTo>
                    <a:pt x="4933399" y="209030"/>
                  </a:lnTo>
                  <a:lnTo>
                    <a:pt x="4933493" y="209030"/>
                  </a:lnTo>
                  <a:lnTo>
                    <a:pt x="4933586" y="209030"/>
                  </a:lnTo>
                  <a:lnTo>
                    <a:pt x="4933679" y="209030"/>
                  </a:lnTo>
                  <a:lnTo>
                    <a:pt x="4933772" y="209030"/>
                  </a:lnTo>
                  <a:lnTo>
                    <a:pt x="4933866" y="209030"/>
                  </a:lnTo>
                  <a:lnTo>
                    <a:pt x="4933959" y="209030"/>
                  </a:lnTo>
                  <a:lnTo>
                    <a:pt x="4934052" y="209030"/>
                  </a:lnTo>
                  <a:lnTo>
                    <a:pt x="4934145" y="209030"/>
                  </a:lnTo>
                  <a:lnTo>
                    <a:pt x="4934239" y="209030"/>
                  </a:lnTo>
                  <a:lnTo>
                    <a:pt x="4934332" y="209030"/>
                  </a:lnTo>
                  <a:lnTo>
                    <a:pt x="4934425" y="209030"/>
                  </a:lnTo>
                  <a:lnTo>
                    <a:pt x="4934518" y="209030"/>
                  </a:lnTo>
                  <a:lnTo>
                    <a:pt x="4934612" y="209030"/>
                  </a:lnTo>
                  <a:lnTo>
                    <a:pt x="4934705" y="209030"/>
                  </a:lnTo>
                  <a:lnTo>
                    <a:pt x="4934798" y="209030"/>
                  </a:lnTo>
                  <a:lnTo>
                    <a:pt x="4934891" y="209030"/>
                  </a:lnTo>
                  <a:lnTo>
                    <a:pt x="4934985" y="209030"/>
                  </a:lnTo>
                  <a:lnTo>
                    <a:pt x="4935078" y="209030"/>
                  </a:lnTo>
                  <a:lnTo>
                    <a:pt x="4935171" y="209030"/>
                  </a:lnTo>
                  <a:lnTo>
                    <a:pt x="4935264" y="209030"/>
                  </a:lnTo>
                  <a:lnTo>
                    <a:pt x="4935358" y="209030"/>
                  </a:lnTo>
                  <a:lnTo>
                    <a:pt x="4935451" y="209030"/>
                  </a:lnTo>
                  <a:lnTo>
                    <a:pt x="4935544" y="209030"/>
                  </a:lnTo>
                  <a:lnTo>
                    <a:pt x="4935637" y="209030"/>
                  </a:lnTo>
                  <a:lnTo>
                    <a:pt x="4935731" y="209030"/>
                  </a:lnTo>
                  <a:lnTo>
                    <a:pt x="4935824" y="209030"/>
                  </a:lnTo>
                  <a:lnTo>
                    <a:pt x="4935917" y="209030"/>
                  </a:lnTo>
                  <a:lnTo>
                    <a:pt x="4936010" y="209030"/>
                  </a:lnTo>
                  <a:lnTo>
                    <a:pt x="4936104" y="209030"/>
                  </a:lnTo>
                  <a:lnTo>
                    <a:pt x="4936197" y="209030"/>
                  </a:lnTo>
                  <a:lnTo>
                    <a:pt x="4936290" y="209030"/>
                  </a:lnTo>
                  <a:lnTo>
                    <a:pt x="4936383" y="209030"/>
                  </a:lnTo>
                  <a:lnTo>
                    <a:pt x="4936477" y="209030"/>
                  </a:lnTo>
                  <a:lnTo>
                    <a:pt x="4936570" y="209030"/>
                  </a:lnTo>
                  <a:lnTo>
                    <a:pt x="4936663" y="209030"/>
                  </a:lnTo>
                  <a:lnTo>
                    <a:pt x="4936756" y="209030"/>
                  </a:lnTo>
                  <a:lnTo>
                    <a:pt x="4936850" y="209030"/>
                  </a:lnTo>
                  <a:lnTo>
                    <a:pt x="4936943" y="209030"/>
                  </a:lnTo>
                  <a:lnTo>
                    <a:pt x="4937036" y="209030"/>
                  </a:lnTo>
                  <a:lnTo>
                    <a:pt x="4937129" y="209030"/>
                  </a:lnTo>
                  <a:lnTo>
                    <a:pt x="4937223" y="209030"/>
                  </a:lnTo>
                  <a:lnTo>
                    <a:pt x="4937316" y="209030"/>
                  </a:lnTo>
                  <a:lnTo>
                    <a:pt x="4937409" y="209030"/>
                  </a:lnTo>
                  <a:lnTo>
                    <a:pt x="4937502" y="209030"/>
                  </a:lnTo>
                  <a:lnTo>
                    <a:pt x="4937596" y="209030"/>
                  </a:lnTo>
                  <a:lnTo>
                    <a:pt x="4937689" y="209030"/>
                  </a:lnTo>
                  <a:lnTo>
                    <a:pt x="4937782" y="209030"/>
                  </a:lnTo>
                  <a:lnTo>
                    <a:pt x="4937875" y="209030"/>
                  </a:lnTo>
                  <a:lnTo>
                    <a:pt x="4937969" y="209030"/>
                  </a:lnTo>
                  <a:lnTo>
                    <a:pt x="4938062" y="209030"/>
                  </a:lnTo>
                  <a:lnTo>
                    <a:pt x="4938155" y="209030"/>
                  </a:lnTo>
                  <a:lnTo>
                    <a:pt x="4938248" y="209030"/>
                  </a:lnTo>
                  <a:lnTo>
                    <a:pt x="4938342" y="209030"/>
                  </a:lnTo>
                  <a:lnTo>
                    <a:pt x="4938435" y="209030"/>
                  </a:lnTo>
                  <a:lnTo>
                    <a:pt x="4938528" y="209030"/>
                  </a:lnTo>
                  <a:lnTo>
                    <a:pt x="4938621" y="209030"/>
                  </a:lnTo>
                  <a:lnTo>
                    <a:pt x="4938715" y="209030"/>
                  </a:lnTo>
                  <a:lnTo>
                    <a:pt x="4938808" y="209030"/>
                  </a:lnTo>
                  <a:lnTo>
                    <a:pt x="4938901" y="209030"/>
                  </a:lnTo>
                  <a:lnTo>
                    <a:pt x="4938994" y="209030"/>
                  </a:lnTo>
                  <a:lnTo>
                    <a:pt x="4939088" y="209030"/>
                  </a:lnTo>
                  <a:lnTo>
                    <a:pt x="4939181" y="209030"/>
                  </a:lnTo>
                  <a:lnTo>
                    <a:pt x="4939274" y="209030"/>
                  </a:lnTo>
                  <a:lnTo>
                    <a:pt x="4939367" y="209030"/>
                  </a:lnTo>
                  <a:lnTo>
                    <a:pt x="4939461" y="209030"/>
                  </a:lnTo>
                  <a:lnTo>
                    <a:pt x="4939554" y="209030"/>
                  </a:lnTo>
                  <a:lnTo>
                    <a:pt x="4939647" y="209030"/>
                  </a:lnTo>
                  <a:lnTo>
                    <a:pt x="4939740" y="209030"/>
                  </a:lnTo>
                  <a:lnTo>
                    <a:pt x="4939833" y="209030"/>
                  </a:lnTo>
                  <a:lnTo>
                    <a:pt x="4939927" y="209030"/>
                  </a:lnTo>
                  <a:lnTo>
                    <a:pt x="4940020" y="209030"/>
                  </a:lnTo>
                  <a:lnTo>
                    <a:pt x="4940113" y="209030"/>
                  </a:lnTo>
                  <a:lnTo>
                    <a:pt x="4940206" y="209030"/>
                  </a:lnTo>
                  <a:lnTo>
                    <a:pt x="4940300" y="209030"/>
                  </a:lnTo>
                  <a:lnTo>
                    <a:pt x="4940393" y="209030"/>
                  </a:lnTo>
                  <a:lnTo>
                    <a:pt x="4940486" y="209030"/>
                  </a:lnTo>
                  <a:lnTo>
                    <a:pt x="4940579" y="209030"/>
                  </a:lnTo>
                  <a:lnTo>
                    <a:pt x="4940673" y="209030"/>
                  </a:lnTo>
                  <a:lnTo>
                    <a:pt x="4940766" y="209030"/>
                  </a:lnTo>
                  <a:lnTo>
                    <a:pt x="4940859" y="209030"/>
                  </a:lnTo>
                  <a:lnTo>
                    <a:pt x="4940952" y="209030"/>
                  </a:lnTo>
                  <a:lnTo>
                    <a:pt x="4941046" y="209030"/>
                  </a:lnTo>
                  <a:lnTo>
                    <a:pt x="4941139" y="209030"/>
                  </a:lnTo>
                  <a:lnTo>
                    <a:pt x="4941232" y="209030"/>
                  </a:lnTo>
                  <a:lnTo>
                    <a:pt x="4941325" y="209030"/>
                  </a:lnTo>
                  <a:lnTo>
                    <a:pt x="4941419" y="209030"/>
                  </a:lnTo>
                  <a:lnTo>
                    <a:pt x="4941512" y="209030"/>
                  </a:lnTo>
                  <a:lnTo>
                    <a:pt x="4941605" y="209030"/>
                  </a:lnTo>
                  <a:lnTo>
                    <a:pt x="4941698" y="209030"/>
                  </a:lnTo>
                  <a:lnTo>
                    <a:pt x="4941792" y="209030"/>
                  </a:lnTo>
                  <a:lnTo>
                    <a:pt x="4941885" y="209030"/>
                  </a:lnTo>
                  <a:lnTo>
                    <a:pt x="4941978" y="209030"/>
                  </a:lnTo>
                  <a:lnTo>
                    <a:pt x="4942071" y="209030"/>
                  </a:lnTo>
                  <a:lnTo>
                    <a:pt x="4942165" y="209030"/>
                  </a:lnTo>
                  <a:lnTo>
                    <a:pt x="4942258" y="209030"/>
                  </a:lnTo>
                  <a:lnTo>
                    <a:pt x="4942351" y="209030"/>
                  </a:lnTo>
                  <a:lnTo>
                    <a:pt x="4942444" y="209030"/>
                  </a:lnTo>
                  <a:lnTo>
                    <a:pt x="4942538" y="209030"/>
                  </a:lnTo>
                  <a:lnTo>
                    <a:pt x="4942631" y="209030"/>
                  </a:lnTo>
                  <a:lnTo>
                    <a:pt x="4942724" y="209030"/>
                  </a:lnTo>
                  <a:lnTo>
                    <a:pt x="4942817" y="209030"/>
                  </a:lnTo>
                  <a:lnTo>
                    <a:pt x="4942911" y="209030"/>
                  </a:lnTo>
                  <a:lnTo>
                    <a:pt x="4943004" y="209030"/>
                  </a:lnTo>
                  <a:lnTo>
                    <a:pt x="4943097" y="209030"/>
                  </a:lnTo>
                  <a:lnTo>
                    <a:pt x="4943190" y="209030"/>
                  </a:lnTo>
                  <a:lnTo>
                    <a:pt x="4943284" y="209030"/>
                  </a:lnTo>
                  <a:lnTo>
                    <a:pt x="4943377" y="209030"/>
                  </a:lnTo>
                  <a:lnTo>
                    <a:pt x="4943470" y="209030"/>
                  </a:lnTo>
                  <a:lnTo>
                    <a:pt x="4943563" y="209030"/>
                  </a:lnTo>
                  <a:lnTo>
                    <a:pt x="4943657" y="209030"/>
                  </a:lnTo>
                  <a:lnTo>
                    <a:pt x="4943750" y="209030"/>
                  </a:lnTo>
                  <a:lnTo>
                    <a:pt x="4943843" y="209030"/>
                  </a:lnTo>
                  <a:lnTo>
                    <a:pt x="4943936" y="209030"/>
                  </a:lnTo>
                  <a:lnTo>
                    <a:pt x="4944030" y="209030"/>
                  </a:lnTo>
                  <a:lnTo>
                    <a:pt x="4944123" y="209030"/>
                  </a:lnTo>
                  <a:lnTo>
                    <a:pt x="4944216" y="209030"/>
                  </a:lnTo>
                  <a:lnTo>
                    <a:pt x="4944309" y="209030"/>
                  </a:lnTo>
                  <a:lnTo>
                    <a:pt x="4944403" y="209030"/>
                  </a:lnTo>
                  <a:lnTo>
                    <a:pt x="4944496" y="209030"/>
                  </a:lnTo>
                  <a:lnTo>
                    <a:pt x="4944589" y="209030"/>
                  </a:lnTo>
                  <a:lnTo>
                    <a:pt x="4944682" y="209030"/>
                  </a:lnTo>
                  <a:lnTo>
                    <a:pt x="4944776" y="209030"/>
                  </a:lnTo>
                  <a:lnTo>
                    <a:pt x="4944869" y="209030"/>
                  </a:lnTo>
                  <a:lnTo>
                    <a:pt x="4944962" y="209030"/>
                  </a:lnTo>
                  <a:lnTo>
                    <a:pt x="4945055" y="209030"/>
                  </a:lnTo>
                  <a:lnTo>
                    <a:pt x="4945149" y="209030"/>
                  </a:lnTo>
                  <a:lnTo>
                    <a:pt x="4945242" y="209030"/>
                  </a:lnTo>
                  <a:lnTo>
                    <a:pt x="4945335" y="209030"/>
                  </a:lnTo>
                  <a:lnTo>
                    <a:pt x="4945428" y="209030"/>
                  </a:lnTo>
                  <a:lnTo>
                    <a:pt x="4945522" y="209030"/>
                  </a:lnTo>
                  <a:lnTo>
                    <a:pt x="4945615" y="209030"/>
                  </a:lnTo>
                  <a:lnTo>
                    <a:pt x="4945708" y="209030"/>
                  </a:lnTo>
                  <a:lnTo>
                    <a:pt x="4945801" y="209030"/>
                  </a:lnTo>
                  <a:lnTo>
                    <a:pt x="4945895" y="209030"/>
                  </a:lnTo>
                  <a:lnTo>
                    <a:pt x="4945988" y="209030"/>
                  </a:lnTo>
                  <a:lnTo>
                    <a:pt x="4946081" y="209030"/>
                  </a:lnTo>
                  <a:lnTo>
                    <a:pt x="4946174" y="209030"/>
                  </a:lnTo>
                  <a:lnTo>
                    <a:pt x="4946268" y="209030"/>
                  </a:lnTo>
                  <a:lnTo>
                    <a:pt x="4946361" y="209030"/>
                  </a:lnTo>
                  <a:lnTo>
                    <a:pt x="4946454" y="209030"/>
                  </a:lnTo>
                  <a:lnTo>
                    <a:pt x="4946547" y="209030"/>
                  </a:lnTo>
                  <a:lnTo>
                    <a:pt x="4946641" y="209030"/>
                  </a:lnTo>
                  <a:lnTo>
                    <a:pt x="4946734" y="209030"/>
                  </a:lnTo>
                  <a:lnTo>
                    <a:pt x="4946827" y="209030"/>
                  </a:lnTo>
                  <a:lnTo>
                    <a:pt x="4946920" y="209030"/>
                  </a:lnTo>
                  <a:lnTo>
                    <a:pt x="4947013" y="209030"/>
                  </a:lnTo>
                  <a:lnTo>
                    <a:pt x="4947107" y="209030"/>
                  </a:lnTo>
                  <a:lnTo>
                    <a:pt x="4947200" y="209030"/>
                  </a:lnTo>
                  <a:lnTo>
                    <a:pt x="4947293" y="209030"/>
                  </a:lnTo>
                  <a:lnTo>
                    <a:pt x="4947386" y="209030"/>
                  </a:lnTo>
                  <a:lnTo>
                    <a:pt x="4947480" y="209030"/>
                  </a:lnTo>
                  <a:lnTo>
                    <a:pt x="4947573" y="209030"/>
                  </a:lnTo>
                  <a:lnTo>
                    <a:pt x="4947666" y="209030"/>
                  </a:lnTo>
                  <a:lnTo>
                    <a:pt x="4947759" y="209030"/>
                  </a:lnTo>
                  <a:lnTo>
                    <a:pt x="4947853" y="209030"/>
                  </a:lnTo>
                  <a:lnTo>
                    <a:pt x="4947946" y="209030"/>
                  </a:lnTo>
                  <a:lnTo>
                    <a:pt x="4948039" y="209030"/>
                  </a:lnTo>
                  <a:lnTo>
                    <a:pt x="4948132" y="209030"/>
                  </a:lnTo>
                  <a:lnTo>
                    <a:pt x="4948226" y="209030"/>
                  </a:lnTo>
                  <a:lnTo>
                    <a:pt x="4948319" y="209030"/>
                  </a:lnTo>
                  <a:lnTo>
                    <a:pt x="4948412" y="209030"/>
                  </a:lnTo>
                  <a:lnTo>
                    <a:pt x="4948505" y="209030"/>
                  </a:lnTo>
                  <a:lnTo>
                    <a:pt x="4948599" y="209030"/>
                  </a:lnTo>
                  <a:lnTo>
                    <a:pt x="4948692" y="209030"/>
                  </a:lnTo>
                  <a:lnTo>
                    <a:pt x="4948785" y="209030"/>
                  </a:lnTo>
                  <a:lnTo>
                    <a:pt x="4948878" y="209030"/>
                  </a:lnTo>
                  <a:lnTo>
                    <a:pt x="4948972" y="209030"/>
                  </a:lnTo>
                  <a:lnTo>
                    <a:pt x="4949065" y="209030"/>
                  </a:lnTo>
                  <a:lnTo>
                    <a:pt x="4949158" y="209030"/>
                  </a:lnTo>
                  <a:lnTo>
                    <a:pt x="4949251" y="209030"/>
                  </a:lnTo>
                  <a:lnTo>
                    <a:pt x="4949345" y="209030"/>
                  </a:lnTo>
                  <a:lnTo>
                    <a:pt x="4949438" y="209030"/>
                  </a:lnTo>
                  <a:lnTo>
                    <a:pt x="4949531" y="209030"/>
                  </a:lnTo>
                  <a:lnTo>
                    <a:pt x="4949624" y="209030"/>
                  </a:lnTo>
                  <a:lnTo>
                    <a:pt x="4949718" y="209030"/>
                  </a:lnTo>
                  <a:lnTo>
                    <a:pt x="4949811" y="209030"/>
                  </a:lnTo>
                  <a:lnTo>
                    <a:pt x="4949904" y="209030"/>
                  </a:lnTo>
                  <a:lnTo>
                    <a:pt x="4949997" y="209030"/>
                  </a:lnTo>
                  <a:lnTo>
                    <a:pt x="4950091" y="209030"/>
                  </a:lnTo>
                  <a:lnTo>
                    <a:pt x="4950184" y="209030"/>
                  </a:lnTo>
                  <a:lnTo>
                    <a:pt x="4950277" y="209030"/>
                  </a:lnTo>
                  <a:lnTo>
                    <a:pt x="4950370" y="209030"/>
                  </a:lnTo>
                  <a:lnTo>
                    <a:pt x="4950464" y="209030"/>
                  </a:lnTo>
                  <a:lnTo>
                    <a:pt x="4950557" y="209030"/>
                  </a:lnTo>
                  <a:lnTo>
                    <a:pt x="4950650" y="209030"/>
                  </a:lnTo>
                  <a:lnTo>
                    <a:pt x="4950743" y="209030"/>
                  </a:lnTo>
                  <a:lnTo>
                    <a:pt x="4950837" y="209030"/>
                  </a:lnTo>
                  <a:lnTo>
                    <a:pt x="4950930" y="209030"/>
                  </a:lnTo>
                  <a:lnTo>
                    <a:pt x="4951023" y="209030"/>
                  </a:lnTo>
                  <a:lnTo>
                    <a:pt x="4951116" y="209030"/>
                  </a:lnTo>
                  <a:lnTo>
                    <a:pt x="4951210" y="209030"/>
                  </a:lnTo>
                  <a:lnTo>
                    <a:pt x="4951303" y="209030"/>
                  </a:lnTo>
                  <a:lnTo>
                    <a:pt x="4951396" y="209030"/>
                  </a:lnTo>
                  <a:lnTo>
                    <a:pt x="4951489" y="209030"/>
                  </a:lnTo>
                  <a:lnTo>
                    <a:pt x="4951583" y="209030"/>
                  </a:lnTo>
                  <a:lnTo>
                    <a:pt x="4951676" y="209030"/>
                  </a:lnTo>
                  <a:lnTo>
                    <a:pt x="4951769" y="209030"/>
                  </a:lnTo>
                  <a:lnTo>
                    <a:pt x="4951862" y="209030"/>
                  </a:lnTo>
                  <a:lnTo>
                    <a:pt x="4951956" y="209030"/>
                  </a:lnTo>
                  <a:lnTo>
                    <a:pt x="4952049" y="209030"/>
                  </a:lnTo>
                  <a:lnTo>
                    <a:pt x="4952142" y="209030"/>
                  </a:lnTo>
                  <a:lnTo>
                    <a:pt x="4952235" y="209030"/>
                  </a:lnTo>
                  <a:lnTo>
                    <a:pt x="4952329" y="209030"/>
                  </a:lnTo>
                  <a:lnTo>
                    <a:pt x="4952422" y="209030"/>
                  </a:lnTo>
                  <a:lnTo>
                    <a:pt x="4952515" y="209030"/>
                  </a:lnTo>
                  <a:lnTo>
                    <a:pt x="4952608" y="209030"/>
                  </a:lnTo>
                  <a:lnTo>
                    <a:pt x="4952702" y="209030"/>
                  </a:lnTo>
                  <a:lnTo>
                    <a:pt x="4952795" y="209030"/>
                  </a:lnTo>
                  <a:lnTo>
                    <a:pt x="4952888" y="209030"/>
                  </a:lnTo>
                  <a:lnTo>
                    <a:pt x="4952981" y="209030"/>
                  </a:lnTo>
                  <a:lnTo>
                    <a:pt x="4953075" y="209030"/>
                  </a:lnTo>
                  <a:lnTo>
                    <a:pt x="4953168" y="209030"/>
                  </a:lnTo>
                  <a:lnTo>
                    <a:pt x="4953261" y="209030"/>
                  </a:lnTo>
                  <a:lnTo>
                    <a:pt x="4953354" y="209030"/>
                  </a:lnTo>
                  <a:lnTo>
                    <a:pt x="4953448" y="209030"/>
                  </a:lnTo>
                  <a:lnTo>
                    <a:pt x="4953541" y="209030"/>
                  </a:lnTo>
                  <a:lnTo>
                    <a:pt x="4953634" y="209030"/>
                  </a:lnTo>
                  <a:lnTo>
                    <a:pt x="4953727" y="209030"/>
                  </a:lnTo>
                  <a:lnTo>
                    <a:pt x="4953820" y="209030"/>
                  </a:lnTo>
                  <a:lnTo>
                    <a:pt x="4953914" y="209030"/>
                  </a:lnTo>
                  <a:lnTo>
                    <a:pt x="4954007" y="209030"/>
                  </a:lnTo>
                  <a:lnTo>
                    <a:pt x="4954100" y="209030"/>
                  </a:lnTo>
                  <a:lnTo>
                    <a:pt x="4954193" y="209030"/>
                  </a:lnTo>
                  <a:lnTo>
                    <a:pt x="4954287" y="209030"/>
                  </a:lnTo>
                  <a:lnTo>
                    <a:pt x="4954380" y="209030"/>
                  </a:lnTo>
                  <a:lnTo>
                    <a:pt x="4954473" y="209030"/>
                  </a:lnTo>
                  <a:lnTo>
                    <a:pt x="4954566" y="209030"/>
                  </a:lnTo>
                  <a:lnTo>
                    <a:pt x="4954660" y="209030"/>
                  </a:lnTo>
                  <a:lnTo>
                    <a:pt x="4954753" y="209030"/>
                  </a:lnTo>
                  <a:lnTo>
                    <a:pt x="4954846" y="209030"/>
                  </a:lnTo>
                  <a:lnTo>
                    <a:pt x="4954939" y="209030"/>
                  </a:lnTo>
                  <a:lnTo>
                    <a:pt x="4955033" y="209030"/>
                  </a:lnTo>
                  <a:lnTo>
                    <a:pt x="4955126" y="209030"/>
                  </a:lnTo>
                  <a:lnTo>
                    <a:pt x="4955219" y="209030"/>
                  </a:lnTo>
                  <a:lnTo>
                    <a:pt x="4955312" y="209030"/>
                  </a:lnTo>
                  <a:lnTo>
                    <a:pt x="4955406" y="209030"/>
                  </a:lnTo>
                  <a:lnTo>
                    <a:pt x="4955499" y="209030"/>
                  </a:lnTo>
                  <a:lnTo>
                    <a:pt x="4955592" y="209030"/>
                  </a:lnTo>
                  <a:lnTo>
                    <a:pt x="4955685" y="209030"/>
                  </a:lnTo>
                  <a:lnTo>
                    <a:pt x="4955779" y="209030"/>
                  </a:lnTo>
                  <a:lnTo>
                    <a:pt x="4955872" y="209030"/>
                  </a:lnTo>
                  <a:lnTo>
                    <a:pt x="4955965" y="209030"/>
                  </a:lnTo>
                  <a:lnTo>
                    <a:pt x="4956058" y="209030"/>
                  </a:lnTo>
                  <a:lnTo>
                    <a:pt x="4956152" y="209030"/>
                  </a:lnTo>
                  <a:lnTo>
                    <a:pt x="4956245" y="209030"/>
                  </a:lnTo>
                  <a:lnTo>
                    <a:pt x="4956338" y="209030"/>
                  </a:lnTo>
                  <a:lnTo>
                    <a:pt x="4956431" y="209030"/>
                  </a:lnTo>
                  <a:lnTo>
                    <a:pt x="4956525" y="209030"/>
                  </a:lnTo>
                  <a:lnTo>
                    <a:pt x="4956618" y="209030"/>
                  </a:lnTo>
                  <a:lnTo>
                    <a:pt x="4956711" y="209030"/>
                  </a:lnTo>
                  <a:lnTo>
                    <a:pt x="4956804" y="209030"/>
                  </a:lnTo>
                  <a:lnTo>
                    <a:pt x="4956898" y="209030"/>
                  </a:lnTo>
                  <a:lnTo>
                    <a:pt x="4956991" y="209030"/>
                  </a:lnTo>
                  <a:lnTo>
                    <a:pt x="4957084" y="209030"/>
                  </a:lnTo>
                  <a:lnTo>
                    <a:pt x="4957177" y="209030"/>
                  </a:lnTo>
                  <a:lnTo>
                    <a:pt x="4957271" y="209030"/>
                  </a:lnTo>
                  <a:lnTo>
                    <a:pt x="4957364" y="209030"/>
                  </a:lnTo>
                  <a:lnTo>
                    <a:pt x="4957457" y="209030"/>
                  </a:lnTo>
                  <a:lnTo>
                    <a:pt x="4957550" y="209030"/>
                  </a:lnTo>
                  <a:lnTo>
                    <a:pt x="4957644" y="209030"/>
                  </a:lnTo>
                  <a:lnTo>
                    <a:pt x="4957737" y="209030"/>
                  </a:lnTo>
                  <a:lnTo>
                    <a:pt x="4957830" y="209030"/>
                  </a:lnTo>
                  <a:lnTo>
                    <a:pt x="4957923" y="209030"/>
                  </a:lnTo>
                  <a:lnTo>
                    <a:pt x="4958017" y="209030"/>
                  </a:lnTo>
                  <a:lnTo>
                    <a:pt x="4958110" y="209030"/>
                  </a:lnTo>
                  <a:lnTo>
                    <a:pt x="4958203" y="209030"/>
                  </a:lnTo>
                  <a:lnTo>
                    <a:pt x="4958296" y="209030"/>
                  </a:lnTo>
                  <a:lnTo>
                    <a:pt x="4958390" y="209030"/>
                  </a:lnTo>
                  <a:lnTo>
                    <a:pt x="4958483" y="209030"/>
                  </a:lnTo>
                  <a:lnTo>
                    <a:pt x="4958576" y="209030"/>
                  </a:lnTo>
                  <a:lnTo>
                    <a:pt x="4958669" y="209030"/>
                  </a:lnTo>
                  <a:lnTo>
                    <a:pt x="4958763" y="209030"/>
                  </a:lnTo>
                  <a:lnTo>
                    <a:pt x="4958856" y="209030"/>
                  </a:lnTo>
                  <a:lnTo>
                    <a:pt x="4958949" y="209030"/>
                  </a:lnTo>
                  <a:lnTo>
                    <a:pt x="4959042" y="209030"/>
                  </a:lnTo>
                  <a:lnTo>
                    <a:pt x="4959136" y="209030"/>
                  </a:lnTo>
                  <a:lnTo>
                    <a:pt x="4959229" y="209030"/>
                  </a:lnTo>
                  <a:lnTo>
                    <a:pt x="4959322" y="209030"/>
                  </a:lnTo>
                  <a:lnTo>
                    <a:pt x="4959415" y="209030"/>
                  </a:lnTo>
                  <a:lnTo>
                    <a:pt x="4959509" y="209030"/>
                  </a:lnTo>
                  <a:lnTo>
                    <a:pt x="4959602" y="209030"/>
                  </a:lnTo>
                  <a:lnTo>
                    <a:pt x="4959695" y="209030"/>
                  </a:lnTo>
                  <a:lnTo>
                    <a:pt x="4959788" y="209030"/>
                  </a:lnTo>
                  <a:lnTo>
                    <a:pt x="4959882" y="209030"/>
                  </a:lnTo>
                  <a:lnTo>
                    <a:pt x="4959975" y="209030"/>
                  </a:lnTo>
                  <a:lnTo>
                    <a:pt x="4960068" y="209030"/>
                  </a:lnTo>
                  <a:lnTo>
                    <a:pt x="4960161" y="209030"/>
                  </a:lnTo>
                  <a:lnTo>
                    <a:pt x="4960255" y="209030"/>
                  </a:lnTo>
                  <a:lnTo>
                    <a:pt x="4960348" y="209030"/>
                  </a:lnTo>
                  <a:lnTo>
                    <a:pt x="4960441" y="209030"/>
                  </a:lnTo>
                  <a:lnTo>
                    <a:pt x="4960534" y="209030"/>
                  </a:lnTo>
                  <a:lnTo>
                    <a:pt x="4960627" y="209030"/>
                  </a:lnTo>
                  <a:lnTo>
                    <a:pt x="4960721" y="209030"/>
                  </a:lnTo>
                  <a:lnTo>
                    <a:pt x="4960814" y="209030"/>
                  </a:lnTo>
                  <a:lnTo>
                    <a:pt x="4960907" y="209030"/>
                  </a:lnTo>
                  <a:lnTo>
                    <a:pt x="4961000" y="209030"/>
                  </a:lnTo>
                  <a:lnTo>
                    <a:pt x="4961094" y="209030"/>
                  </a:lnTo>
                  <a:lnTo>
                    <a:pt x="4961187" y="209030"/>
                  </a:lnTo>
                  <a:lnTo>
                    <a:pt x="4961280" y="209030"/>
                  </a:lnTo>
                  <a:lnTo>
                    <a:pt x="4961373" y="209030"/>
                  </a:lnTo>
                  <a:lnTo>
                    <a:pt x="4961467" y="209030"/>
                  </a:lnTo>
                  <a:lnTo>
                    <a:pt x="4961560" y="209030"/>
                  </a:lnTo>
                  <a:lnTo>
                    <a:pt x="4961653" y="209030"/>
                  </a:lnTo>
                  <a:lnTo>
                    <a:pt x="4961746" y="209030"/>
                  </a:lnTo>
                  <a:lnTo>
                    <a:pt x="4961840" y="209030"/>
                  </a:lnTo>
                  <a:lnTo>
                    <a:pt x="4961933" y="209030"/>
                  </a:lnTo>
                  <a:lnTo>
                    <a:pt x="4962026" y="209030"/>
                  </a:lnTo>
                  <a:lnTo>
                    <a:pt x="4962119" y="209030"/>
                  </a:lnTo>
                  <a:lnTo>
                    <a:pt x="4962213" y="209030"/>
                  </a:lnTo>
                  <a:lnTo>
                    <a:pt x="4962306" y="209030"/>
                  </a:lnTo>
                  <a:lnTo>
                    <a:pt x="4962399" y="209030"/>
                  </a:lnTo>
                  <a:lnTo>
                    <a:pt x="4962492" y="209030"/>
                  </a:lnTo>
                  <a:lnTo>
                    <a:pt x="4962586" y="209030"/>
                  </a:lnTo>
                  <a:lnTo>
                    <a:pt x="4962679" y="209030"/>
                  </a:lnTo>
                  <a:lnTo>
                    <a:pt x="4962772" y="209030"/>
                  </a:lnTo>
                  <a:lnTo>
                    <a:pt x="4962865" y="209030"/>
                  </a:lnTo>
                  <a:lnTo>
                    <a:pt x="4962959" y="209030"/>
                  </a:lnTo>
                  <a:lnTo>
                    <a:pt x="4963052" y="209030"/>
                  </a:lnTo>
                  <a:lnTo>
                    <a:pt x="4963145" y="209030"/>
                  </a:lnTo>
                  <a:lnTo>
                    <a:pt x="4963238" y="209030"/>
                  </a:lnTo>
                  <a:lnTo>
                    <a:pt x="4963332" y="209030"/>
                  </a:lnTo>
                  <a:lnTo>
                    <a:pt x="4963425" y="209030"/>
                  </a:lnTo>
                  <a:lnTo>
                    <a:pt x="4963518" y="209030"/>
                  </a:lnTo>
                  <a:lnTo>
                    <a:pt x="4963611" y="209030"/>
                  </a:lnTo>
                  <a:lnTo>
                    <a:pt x="4963705" y="209030"/>
                  </a:lnTo>
                  <a:lnTo>
                    <a:pt x="4963798" y="209030"/>
                  </a:lnTo>
                  <a:lnTo>
                    <a:pt x="4963891" y="209030"/>
                  </a:lnTo>
                  <a:lnTo>
                    <a:pt x="4963984" y="209030"/>
                  </a:lnTo>
                  <a:lnTo>
                    <a:pt x="4964078" y="209030"/>
                  </a:lnTo>
                  <a:lnTo>
                    <a:pt x="4964171" y="209030"/>
                  </a:lnTo>
                  <a:lnTo>
                    <a:pt x="4964264" y="209030"/>
                  </a:lnTo>
                  <a:lnTo>
                    <a:pt x="4964357" y="209030"/>
                  </a:lnTo>
                  <a:lnTo>
                    <a:pt x="4964451" y="209030"/>
                  </a:lnTo>
                  <a:lnTo>
                    <a:pt x="4964544" y="209030"/>
                  </a:lnTo>
                  <a:lnTo>
                    <a:pt x="4964637" y="209030"/>
                  </a:lnTo>
                  <a:lnTo>
                    <a:pt x="4964730" y="209030"/>
                  </a:lnTo>
                  <a:lnTo>
                    <a:pt x="4964824" y="209030"/>
                  </a:lnTo>
                  <a:lnTo>
                    <a:pt x="4964917" y="209030"/>
                  </a:lnTo>
                  <a:lnTo>
                    <a:pt x="4965010" y="209030"/>
                  </a:lnTo>
                  <a:lnTo>
                    <a:pt x="4965103" y="209030"/>
                  </a:lnTo>
                  <a:lnTo>
                    <a:pt x="4965197" y="209030"/>
                  </a:lnTo>
                  <a:lnTo>
                    <a:pt x="4965290" y="209030"/>
                  </a:lnTo>
                  <a:lnTo>
                    <a:pt x="4965383" y="209030"/>
                  </a:lnTo>
                  <a:lnTo>
                    <a:pt x="4965476" y="209030"/>
                  </a:lnTo>
                  <a:lnTo>
                    <a:pt x="4965570" y="209030"/>
                  </a:lnTo>
                  <a:lnTo>
                    <a:pt x="4965663" y="209030"/>
                  </a:lnTo>
                  <a:lnTo>
                    <a:pt x="4965756" y="209030"/>
                  </a:lnTo>
                  <a:lnTo>
                    <a:pt x="4965849" y="209030"/>
                  </a:lnTo>
                  <a:lnTo>
                    <a:pt x="4965943" y="209030"/>
                  </a:lnTo>
                  <a:lnTo>
                    <a:pt x="4966036" y="209030"/>
                  </a:lnTo>
                  <a:lnTo>
                    <a:pt x="4966129" y="209030"/>
                  </a:lnTo>
                  <a:lnTo>
                    <a:pt x="4966222" y="209030"/>
                  </a:lnTo>
                  <a:lnTo>
                    <a:pt x="4966316" y="209030"/>
                  </a:lnTo>
                  <a:lnTo>
                    <a:pt x="4966409" y="209030"/>
                  </a:lnTo>
                  <a:lnTo>
                    <a:pt x="4966502" y="209030"/>
                  </a:lnTo>
                  <a:lnTo>
                    <a:pt x="4966595" y="209030"/>
                  </a:lnTo>
                  <a:lnTo>
                    <a:pt x="4966689" y="209030"/>
                  </a:lnTo>
                  <a:lnTo>
                    <a:pt x="4966782" y="209030"/>
                  </a:lnTo>
                  <a:lnTo>
                    <a:pt x="4966875" y="209030"/>
                  </a:lnTo>
                  <a:lnTo>
                    <a:pt x="4966968" y="209030"/>
                  </a:lnTo>
                  <a:lnTo>
                    <a:pt x="4967062" y="209030"/>
                  </a:lnTo>
                  <a:lnTo>
                    <a:pt x="4967155" y="209030"/>
                  </a:lnTo>
                  <a:lnTo>
                    <a:pt x="4967248" y="209030"/>
                  </a:lnTo>
                  <a:lnTo>
                    <a:pt x="4967341" y="209030"/>
                  </a:lnTo>
                  <a:lnTo>
                    <a:pt x="4967435" y="209030"/>
                  </a:lnTo>
                  <a:lnTo>
                    <a:pt x="4967528" y="209030"/>
                  </a:lnTo>
                  <a:lnTo>
                    <a:pt x="4967621" y="209030"/>
                  </a:lnTo>
                  <a:lnTo>
                    <a:pt x="4967714" y="209030"/>
                  </a:lnTo>
                  <a:lnTo>
                    <a:pt x="4967807" y="209030"/>
                  </a:lnTo>
                  <a:lnTo>
                    <a:pt x="4967901" y="209030"/>
                  </a:lnTo>
                  <a:lnTo>
                    <a:pt x="4967994" y="209030"/>
                  </a:lnTo>
                  <a:lnTo>
                    <a:pt x="4968087" y="209030"/>
                  </a:lnTo>
                  <a:lnTo>
                    <a:pt x="4968180" y="209030"/>
                  </a:lnTo>
                  <a:lnTo>
                    <a:pt x="4968274" y="209030"/>
                  </a:lnTo>
                  <a:lnTo>
                    <a:pt x="4968367" y="209030"/>
                  </a:lnTo>
                  <a:lnTo>
                    <a:pt x="4968460" y="209030"/>
                  </a:lnTo>
                  <a:lnTo>
                    <a:pt x="4968553" y="209030"/>
                  </a:lnTo>
                  <a:lnTo>
                    <a:pt x="4968647" y="209030"/>
                  </a:lnTo>
                  <a:lnTo>
                    <a:pt x="4968740" y="209030"/>
                  </a:lnTo>
                  <a:lnTo>
                    <a:pt x="4968833" y="209030"/>
                  </a:lnTo>
                  <a:lnTo>
                    <a:pt x="4968926" y="209030"/>
                  </a:lnTo>
                  <a:lnTo>
                    <a:pt x="4969020" y="209030"/>
                  </a:lnTo>
                  <a:lnTo>
                    <a:pt x="4969113" y="209030"/>
                  </a:lnTo>
                  <a:lnTo>
                    <a:pt x="4969206" y="209030"/>
                  </a:lnTo>
                  <a:lnTo>
                    <a:pt x="4969299" y="209030"/>
                  </a:lnTo>
                  <a:lnTo>
                    <a:pt x="4969393" y="209030"/>
                  </a:lnTo>
                  <a:lnTo>
                    <a:pt x="4969486" y="209030"/>
                  </a:lnTo>
                  <a:lnTo>
                    <a:pt x="4969579" y="209030"/>
                  </a:lnTo>
                  <a:lnTo>
                    <a:pt x="4969672" y="209030"/>
                  </a:lnTo>
                  <a:lnTo>
                    <a:pt x="4969766" y="209030"/>
                  </a:lnTo>
                  <a:lnTo>
                    <a:pt x="4969859" y="209030"/>
                  </a:lnTo>
                  <a:lnTo>
                    <a:pt x="4969952" y="209030"/>
                  </a:lnTo>
                  <a:lnTo>
                    <a:pt x="4970045" y="209030"/>
                  </a:lnTo>
                  <a:lnTo>
                    <a:pt x="4970139" y="209030"/>
                  </a:lnTo>
                  <a:lnTo>
                    <a:pt x="4970232" y="209030"/>
                  </a:lnTo>
                  <a:lnTo>
                    <a:pt x="4970325" y="209030"/>
                  </a:lnTo>
                  <a:lnTo>
                    <a:pt x="4970418" y="209030"/>
                  </a:lnTo>
                  <a:lnTo>
                    <a:pt x="4970512" y="209030"/>
                  </a:lnTo>
                  <a:lnTo>
                    <a:pt x="4970605" y="209030"/>
                  </a:lnTo>
                  <a:lnTo>
                    <a:pt x="4970698" y="209030"/>
                  </a:lnTo>
                  <a:lnTo>
                    <a:pt x="4970791" y="209030"/>
                  </a:lnTo>
                  <a:lnTo>
                    <a:pt x="4970885" y="209030"/>
                  </a:lnTo>
                  <a:lnTo>
                    <a:pt x="4970978" y="209030"/>
                  </a:lnTo>
                  <a:lnTo>
                    <a:pt x="4971071" y="209030"/>
                  </a:lnTo>
                  <a:lnTo>
                    <a:pt x="4971164" y="209030"/>
                  </a:lnTo>
                  <a:lnTo>
                    <a:pt x="4971258" y="209030"/>
                  </a:lnTo>
                  <a:lnTo>
                    <a:pt x="4971351" y="209030"/>
                  </a:lnTo>
                  <a:lnTo>
                    <a:pt x="4971444" y="209030"/>
                  </a:lnTo>
                  <a:lnTo>
                    <a:pt x="4971537" y="209030"/>
                  </a:lnTo>
                  <a:lnTo>
                    <a:pt x="4971631" y="209030"/>
                  </a:lnTo>
                  <a:lnTo>
                    <a:pt x="4971724" y="209030"/>
                  </a:lnTo>
                  <a:lnTo>
                    <a:pt x="4971817" y="209030"/>
                  </a:lnTo>
                  <a:lnTo>
                    <a:pt x="4971910" y="209030"/>
                  </a:lnTo>
                  <a:lnTo>
                    <a:pt x="4972004" y="209030"/>
                  </a:lnTo>
                  <a:lnTo>
                    <a:pt x="4972097" y="209030"/>
                  </a:lnTo>
                  <a:lnTo>
                    <a:pt x="4972190" y="209030"/>
                  </a:lnTo>
                  <a:lnTo>
                    <a:pt x="4972283" y="209030"/>
                  </a:lnTo>
                  <a:lnTo>
                    <a:pt x="4972377" y="209030"/>
                  </a:lnTo>
                  <a:lnTo>
                    <a:pt x="4972470" y="209030"/>
                  </a:lnTo>
                  <a:lnTo>
                    <a:pt x="4972563" y="209030"/>
                  </a:lnTo>
                  <a:lnTo>
                    <a:pt x="4972656" y="209030"/>
                  </a:lnTo>
                  <a:lnTo>
                    <a:pt x="4972750" y="209030"/>
                  </a:lnTo>
                  <a:lnTo>
                    <a:pt x="4972843" y="209030"/>
                  </a:lnTo>
                  <a:lnTo>
                    <a:pt x="4972936" y="209030"/>
                  </a:lnTo>
                  <a:lnTo>
                    <a:pt x="4973029" y="209030"/>
                  </a:lnTo>
                  <a:lnTo>
                    <a:pt x="4973123" y="209030"/>
                  </a:lnTo>
                  <a:lnTo>
                    <a:pt x="4973216" y="209030"/>
                  </a:lnTo>
                  <a:lnTo>
                    <a:pt x="4973309" y="209030"/>
                  </a:lnTo>
                  <a:lnTo>
                    <a:pt x="4973402" y="209030"/>
                  </a:lnTo>
                  <a:lnTo>
                    <a:pt x="4973496" y="209030"/>
                  </a:lnTo>
                  <a:lnTo>
                    <a:pt x="4973589" y="209030"/>
                  </a:lnTo>
                  <a:lnTo>
                    <a:pt x="4973682" y="209030"/>
                  </a:lnTo>
                  <a:lnTo>
                    <a:pt x="4973775" y="209030"/>
                  </a:lnTo>
                  <a:lnTo>
                    <a:pt x="4973869" y="209030"/>
                  </a:lnTo>
                  <a:lnTo>
                    <a:pt x="4973962" y="209030"/>
                  </a:lnTo>
                  <a:lnTo>
                    <a:pt x="4974055" y="209030"/>
                  </a:lnTo>
                  <a:lnTo>
                    <a:pt x="4974148" y="209030"/>
                  </a:lnTo>
                  <a:lnTo>
                    <a:pt x="4974242" y="209030"/>
                  </a:lnTo>
                  <a:lnTo>
                    <a:pt x="4974335" y="209030"/>
                  </a:lnTo>
                  <a:lnTo>
                    <a:pt x="4974428" y="209030"/>
                  </a:lnTo>
                  <a:lnTo>
                    <a:pt x="4974521" y="209030"/>
                  </a:lnTo>
                  <a:lnTo>
                    <a:pt x="4974614" y="209030"/>
                  </a:lnTo>
                  <a:lnTo>
                    <a:pt x="4974708" y="209030"/>
                  </a:lnTo>
                  <a:lnTo>
                    <a:pt x="4974801" y="209030"/>
                  </a:lnTo>
                  <a:lnTo>
                    <a:pt x="4974894" y="209030"/>
                  </a:lnTo>
                  <a:lnTo>
                    <a:pt x="4974987" y="209030"/>
                  </a:lnTo>
                  <a:lnTo>
                    <a:pt x="4975081" y="209030"/>
                  </a:lnTo>
                  <a:lnTo>
                    <a:pt x="4975174" y="209030"/>
                  </a:lnTo>
                  <a:lnTo>
                    <a:pt x="4975267" y="209030"/>
                  </a:lnTo>
                  <a:lnTo>
                    <a:pt x="4975360" y="209030"/>
                  </a:lnTo>
                  <a:lnTo>
                    <a:pt x="4975454" y="209030"/>
                  </a:lnTo>
                  <a:lnTo>
                    <a:pt x="4975547" y="209030"/>
                  </a:lnTo>
                  <a:lnTo>
                    <a:pt x="4975640" y="209030"/>
                  </a:lnTo>
                  <a:lnTo>
                    <a:pt x="4975733" y="209030"/>
                  </a:lnTo>
                  <a:lnTo>
                    <a:pt x="4975827" y="209030"/>
                  </a:lnTo>
                  <a:lnTo>
                    <a:pt x="4975920" y="209030"/>
                  </a:lnTo>
                  <a:lnTo>
                    <a:pt x="4976013" y="209030"/>
                  </a:lnTo>
                  <a:lnTo>
                    <a:pt x="4976106" y="209030"/>
                  </a:lnTo>
                  <a:lnTo>
                    <a:pt x="4976200" y="209030"/>
                  </a:lnTo>
                  <a:lnTo>
                    <a:pt x="4976293" y="209030"/>
                  </a:lnTo>
                  <a:lnTo>
                    <a:pt x="4976386" y="209030"/>
                  </a:lnTo>
                  <a:lnTo>
                    <a:pt x="4976479" y="209030"/>
                  </a:lnTo>
                  <a:lnTo>
                    <a:pt x="4976573" y="209030"/>
                  </a:lnTo>
                  <a:lnTo>
                    <a:pt x="4976666" y="209030"/>
                  </a:lnTo>
                  <a:lnTo>
                    <a:pt x="4976759" y="209030"/>
                  </a:lnTo>
                  <a:lnTo>
                    <a:pt x="4976852" y="209030"/>
                  </a:lnTo>
                  <a:lnTo>
                    <a:pt x="4976946" y="209030"/>
                  </a:lnTo>
                  <a:lnTo>
                    <a:pt x="4977039" y="209030"/>
                  </a:lnTo>
                  <a:lnTo>
                    <a:pt x="4977132" y="209030"/>
                  </a:lnTo>
                  <a:lnTo>
                    <a:pt x="4977225" y="209030"/>
                  </a:lnTo>
                  <a:lnTo>
                    <a:pt x="4977319" y="209030"/>
                  </a:lnTo>
                  <a:lnTo>
                    <a:pt x="4977412" y="209030"/>
                  </a:lnTo>
                  <a:lnTo>
                    <a:pt x="4977505" y="209030"/>
                  </a:lnTo>
                  <a:lnTo>
                    <a:pt x="4977598" y="209030"/>
                  </a:lnTo>
                  <a:lnTo>
                    <a:pt x="4977692" y="209030"/>
                  </a:lnTo>
                  <a:lnTo>
                    <a:pt x="4977785" y="209030"/>
                  </a:lnTo>
                  <a:lnTo>
                    <a:pt x="4977878" y="209030"/>
                  </a:lnTo>
                  <a:lnTo>
                    <a:pt x="4977971" y="209030"/>
                  </a:lnTo>
                  <a:lnTo>
                    <a:pt x="4978065" y="209030"/>
                  </a:lnTo>
                  <a:lnTo>
                    <a:pt x="4978158" y="209030"/>
                  </a:lnTo>
                  <a:lnTo>
                    <a:pt x="4978158" y="199076"/>
                  </a:lnTo>
                  <a:lnTo>
                    <a:pt x="4978251" y="199076"/>
                  </a:lnTo>
                  <a:lnTo>
                    <a:pt x="4978344" y="199076"/>
                  </a:lnTo>
                  <a:lnTo>
                    <a:pt x="4978438" y="199076"/>
                  </a:lnTo>
                  <a:lnTo>
                    <a:pt x="4978531" y="199076"/>
                  </a:lnTo>
                  <a:lnTo>
                    <a:pt x="4978624" y="199076"/>
                  </a:lnTo>
                  <a:lnTo>
                    <a:pt x="4978717" y="199076"/>
                  </a:lnTo>
                  <a:lnTo>
                    <a:pt x="4978811" y="199076"/>
                  </a:lnTo>
                  <a:lnTo>
                    <a:pt x="4978904" y="199076"/>
                  </a:lnTo>
                  <a:lnTo>
                    <a:pt x="4978997" y="199076"/>
                  </a:lnTo>
                  <a:lnTo>
                    <a:pt x="4979090" y="199076"/>
                  </a:lnTo>
                  <a:lnTo>
                    <a:pt x="4979184" y="199076"/>
                  </a:lnTo>
                  <a:lnTo>
                    <a:pt x="4979277" y="199076"/>
                  </a:lnTo>
                  <a:lnTo>
                    <a:pt x="4979370" y="199076"/>
                  </a:lnTo>
                  <a:lnTo>
                    <a:pt x="4979463" y="199076"/>
                  </a:lnTo>
                  <a:lnTo>
                    <a:pt x="4979557" y="199076"/>
                  </a:lnTo>
                  <a:lnTo>
                    <a:pt x="4979650" y="199076"/>
                  </a:lnTo>
                  <a:lnTo>
                    <a:pt x="4979743" y="199076"/>
                  </a:lnTo>
                  <a:lnTo>
                    <a:pt x="4979836" y="199076"/>
                  </a:lnTo>
                  <a:lnTo>
                    <a:pt x="4979930" y="199076"/>
                  </a:lnTo>
                  <a:lnTo>
                    <a:pt x="4980023" y="199076"/>
                  </a:lnTo>
                  <a:lnTo>
                    <a:pt x="4980116" y="199076"/>
                  </a:lnTo>
                  <a:lnTo>
                    <a:pt x="4980209" y="199076"/>
                  </a:lnTo>
                  <a:lnTo>
                    <a:pt x="4980303" y="199076"/>
                  </a:lnTo>
                  <a:lnTo>
                    <a:pt x="4980396" y="199076"/>
                  </a:lnTo>
                  <a:lnTo>
                    <a:pt x="4980489" y="199076"/>
                  </a:lnTo>
                  <a:lnTo>
                    <a:pt x="4980582" y="199076"/>
                  </a:lnTo>
                  <a:lnTo>
                    <a:pt x="4980676" y="199076"/>
                  </a:lnTo>
                  <a:lnTo>
                    <a:pt x="4980769" y="199076"/>
                  </a:lnTo>
                  <a:lnTo>
                    <a:pt x="4980862" y="199076"/>
                  </a:lnTo>
                  <a:lnTo>
                    <a:pt x="4980955" y="199076"/>
                  </a:lnTo>
                  <a:lnTo>
                    <a:pt x="4981049" y="199076"/>
                  </a:lnTo>
                  <a:lnTo>
                    <a:pt x="4981142" y="199076"/>
                  </a:lnTo>
                  <a:lnTo>
                    <a:pt x="4981235" y="199076"/>
                  </a:lnTo>
                  <a:lnTo>
                    <a:pt x="4981328" y="199076"/>
                  </a:lnTo>
                  <a:lnTo>
                    <a:pt x="4981421" y="199076"/>
                  </a:lnTo>
                  <a:lnTo>
                    <a:pt x="4981515" y="199076"/>
                  </a:lnTo>
                  <a:lnTo>
                    <a:pt x="4981608" y="199076"/>
                  </a:lnTo>
                  <a:lnTo>
                    <a:pt x="4981701" y="199076"/>
                  </a:lnTo>
                  <a:lnTo>
                    <a:pt x="4981794" y="199076"/>
                  </a:lnTo>
                  <a:lnTo>
                    <a:pt x="4981888" y="199076"/>
                  </a:lnTo>
                  <a:lnTo>
                    <a:pt x="4981981" y="199076"/>
                  </a:lnTo>
                  <a:lnTo>
                    <a:pt x="4982074" y="199076"/>
                  </a:lnTo>
                  <a:lnTo>
                    <a:pt x="4982167" y="199076"/>
                  </a:lnTo>
                  <a:lnTo>
                    <a:pt x="4982261" y="199076"/>
                  </a:lnTo>
                  <a:lnTo>
                    <a:pt x="4982354" y="199076"/>
                  </a:lnTo>
                  <a:lnTo>
                    <a:pt x="4982447" y="199076"/>
                  </a:lnTo>
                  <a:lnTo>
                    <a:pt x="4982540" y="199076"/>
                  </a:lnTo>
                  <a:lnTo>
                    <a:pt x="4982634" y="199076"/>
                  </a:lnTo>
                  <a:lnTo>
                    <a:pt x="4982727" y="199076"/>
                  </a:lnTo>
                  <a:lnTo>
                    <a:pt x="4982820" y="199076"/>
                  </a:lnTo>
                  <a:lnTo>
                    <a:pt x="4982913" y="199076"/>
                  </a:lnTo>
                  <a:lnTo>
                    <a:pt x="4983007" y="199076"/>
                  </a:lnTo>
                  <a:lnTo>
                    <a:pt x="4983100" y="199076"/>
                  </a:lnTo>
                  <a:lnTo>
                    <a:pt x="4983193" y="199076"/>
                  </a:lnTo>
                  <a:lnTo>
                    <a:pt x="4983286" y="199076"/>
                  </a:lnTo>
                  <a:lnTo>
                    <a:pt x="4983380" y="199076"/>
                  </a:lnTo>
                  <a:lnTo>
                    <a:pt x="4983473" y="199076"/>
                  </a:lnTo>
                  <a:lnTo>
                    <a:pt x="4983566" y="199076"/>
                  </a:lnTo>
                  <a:lnTo>
                    <a:pt x="4983659" y="199076"/>
                  </a:lnTo>
                  <a:lnTo>
                    <a:pt x="4983753" y="199076"/>
                  </a:lnTo>
                  <a:lnTo>
                    <a:pt x="4983846" y="199076"/>
                  </a:lnTo>
                  <a:lnTo>
                    <a:pt x="4983939" y="199076"/>
                  </a:lnTo>
                  <a:lnTo>
                    <a:pt x="4984032" y="199076"/>
                  </a:lnTo>
                  <a:lnTo>
                    <a:pt x="4984126" y="199076"/>
                  </a:lnTo>
                  <a:lnTo>
                    <a:pt x="4984219" y="199076"/>
                  </a:lnTo>
                  <a:lnTo>
                    <a:pt x="4984312" y="199076"/>
                  </a:lnTo>
                  <a:lnTo>
                    <a:pt x="4984405" y="199076"/>
                  </a:lnTo>
                  <a:lnTo>
                    <a:pt x="4984499" y="199076"/>
                  </a:lnTo>
                  <a:lnTo>
                    <a:pt x="4984592" y="199076"/>
                  </a:lnTo>
                  <a:lnTo>
                    <a:pt x="4984685" y="199076"/>
                  </a:lnTo>
                  <a:lnTo>
                    <a:pt x="4984778" y="199076"/>
                  </a:lnTo>
                  <a:lnTo>
                    <a:pt x="4984872" y="199076"/>
                  </a:lnTo>
                  <a:lnTo>
                    <a:pt x="4984965" y="199076"/>
                  </a:lnTo>
                  <a:lnTo>
                    <a:pt x="4985058" y="199076"/>
                  </a:lnTo>
                  <a:lnTo>
                    <a:pt x="4985151" y="199076"/>
                  </a:lnTo>
                  <a:lnTo>
                    <a:pt x="4985245" y="199076"/>
                  </a:lnTo>
                  <a:lnTo>
                    <a:pt x="4985338" y="199076"/>
                  </a:lnTo>
                  <a:lnTo>
                    <a:pt x="4985431" y="199076"/>
                  </a:lnTo>
                  <a:lnTo>
                    <a:pt x="4985524" y="199076"/>
                  </a:lnTo>
                  <a:lnTo>
                    <a:pt x="4985618" y="199076"/>
                  </a:lnTo>
                  <a:lnTo>
                    <a:pt x="4985711" y="199076"/>
                  </a:lnTo>
                  <a:lnTo>
                    <a:pt x="4985804" y="199076"/>
                  </a:lnTo>
                  <a:lnTo>
                    <a:pt x="4985897" y="199076"/>
                  </a:lnTo>
                  <a:lnTo>
                    <a:pt x="4985991" y="199076"/>
                  </a:lnTo>
                  <a:lnTo>
                    <a:pt x="4986084" y="199076"/>
                  </a:lnTo>
                  <a:lnTo>
                    <a:pt x="4986177" y="199076"/>
                  </a:lnTo>
                  <a:lnTo>
                    <a:pt x="4986270" y="199076"/>
                  </a:lnTo>
                  <a:lnTo>
                    <a:pt x="4986364" y="199076"/>
                  </a:lnTo>
                  <a:lnTo>
                    <a:pt x="4986457" y="199076"/>
                  </a:lnTo>
                  <a:lnTo>
                    <a:pt x="4986550" y="199076"/>
                  </a:lnTo>
                  <a:lnTo>
                    <a:pt x="4986643" y="199076"/>
                  </a:lnTo>
                  <a:lnTo>
                    <a:pt x="4986737" y="199076"/>
                  </a:lnTo>
                  <a:lnTo>
                    <a:pt x="4986830" y="199076"/>
                  </a:lnTo>
                  <a:lnTo>
                    <a:pt x="4986923" y="199076"/>
                  </a:lnTo>
                  <a:lnTo>
                    <a:pt x="4987016" y="199076"/>
                  </a:lnTo>
                  <a:lnTo>
                    <a:pt x="4987110" y="199076"/>
                  </a:lnTo>
                  <a:lnTo>
                    <a:pt x="4987203" y="199076"/>
                  </a:lnTo>
                  <a:lnTo>
                    <a:pt x="4987296" y="199076"/>
                  </a:lnTo>
                  <a:lnTo>
                    <a:pt x="4987389" y="199076"/>
                  </a:lnTo>
                  <a:lnTo>
                    <a:pt x="4987483" y="199076"/>
                  </a:lnTo>
                  <a:lnTo>
                    <a:pt x="4987576" y="199076"/>
                  </a:lnTo>
                  <a:lnTo>
                    <a:pt x="4987669" y="199076"/>
                  </a:lnTo>
                  <a:lnTo>
                    <a:pt x="4987762" y="199076"/>
                  </a:lnTo>
                  <a:lnTo>
                    <a:pt x="4987856" y="199076"/>
                  </a:lnTo>
                  <a:lnTo>
                    <a:pt x="4987949" y="199076"/>
                  </a:lnTo>
                  <a:lnTo>
                    <a:pt x="4988042" y="199076"/>
                  </a:lnTo>
                  <a:lnTo>
                    <a:pt x="4988135" y="199076"/>
                  </a:lnTo>
                  <a:lnTo>
                    <a:pt x="4988229" y="199076"/>
                  </a:lnTo>
                  <a:lnTo>
                    <a:pt x="4988322" y="199076"/>
                  </a:lnTo>
                  <a:lnTo>
                    <a:pt x="4988415" y="199076"/>
                  </a:lnTo>
                  <a:lnTo>
                    <a:pt x="4988508" y="199076"/>
                  </a:lnTo>
                  <a:lnTo>
                    <a:pt x="4988601" y="199076"/>
                  </a:lnTo>
                  <a:lnTo>
                    <a:pt x="4988695" y="199076"/>
                  </a:lnTo>
                  <a:lnTo>
                    <a:pt x="4988788" y="199076"/>
                  </a:lnTo>
                  <a:lnTo>
                    <a:pt x="4988881" y="199076"/>
                  </a:lnTo>
                  <a:lnTo>
                    <a:pt x="4988974" y="199076"/>
                  </a:lnTo>
                  <a:lnTo>
                    <a:pt x="4989068" y="199076"/>
                  </a:lnTo>
                  <a:lnTo>
                    <a:pt x="4989161" y="199076"/>
                  </a:lnTo>
                  <a:lnTo>
                    <a:pt x="4989254" y="199076"/>
                  </a:lnTo>
                  <a:lnTo>
                    <a:pt x="4989347" y="199076"/>
                  </a:lnTo>
                  <a:lnTo>
                    <a:pt x="4989441" y="199076"/>
                  </a:lnTo>
                  <a:lnTo>
                    <a:pt x="4989534" y="199076"/>
                  </a:lnTo>
                  <a:lnTo>
                    <a:pt x="4989627" y="199076"/>
                  </a:lnTo>
                  <a:lnTo>
                    <a:pt x="4989720" y="199076"/>
                  </a:lnTo>
                  <a:lnTo>
                    <a:pt x="4989814" y="199076"/>
                  </a:lnTo>
                  <a:lnTo>
                    <a:pt x="4989907" y="199076"/>
                  </a:lnTo>
                  <a:lnTo>
                    <a:pt x="4990000" y="199076"/>
                  </a:lnTo>
                  <a:lnTo>
                    <a:pt x="4990093" y="199076"/>
                  </a:lnTo>
                  <a:lnTo>
                    <a:pt x="4990187" y="199076"/>
                  </a:lnTo>
                  <a:lnTo>
                    <a:pt x="4990280" y="199076"/>
                  </a:lnTo>
                  <a:lnTo>
                    <a:pt x="4990373" y="199076"/>
                  </a:lnTo>
                  <a:lnTo>
                    <a:pt x="4990466" y="199076"/>
                  </a:lnTo>
                  <a:lnTo>
                    <a:pt x="4990560" y="199076"/>
                  </a:lnTo>
                  <a:lnTo>
                    <a:pt x="4990653" y="199076"/>
                  </a:lnTo>
                  <a:lnTo>
                    <a:pt x="4990746" y="199076"/>
                  </a:lnTo>
                  <a:lnTo>
                    <a:pt x="4990839" y="199076"/>
                  </a:lnTo>
                  <a:lnTo>
                    <a:pt x="4990933" y="199076"/>
                  </a:lnTo>
                  <a:lnTo>
                    <a:pt x="4991026" y="199076"/>
                  </a:lnTo>
                  <a:lnTo>
                    <a:pt x="4991119" y="199076"/>
                  </a:lnTo>
                  <a:lnTo>
                    <a:pt x="4991212" y="199076"/>
                  </a:lnTo>
                  <a:lnTo>
                    <a:pt x="4991306" y="199076"/>
                  </a:lnTo>
                  <a:lnTo>
                    <a:pt x="4991399" y="199076"/>
                  </a:lnTo>
                  <a:lnTo>
                    <a:pt x="4991492" y="199076"/>
                  </a:lnTo>
                  <a:lnTo>
                    <a:pt x="4991585" y="199076"/>
                  </a:lnTo>
                  <a:lnTo>
                    <a:pt x="4991679" y="199076"/>
                  </a:lnTo>
                  <a:lnTo>
                    <a:pt x="4991772" y="199076"/>
                  </a:lnTo>
                  <a:lnTo>
                    <a:pt x="4991865" y="199076"/>
                  </a:lnTo>
                  <a:lnTo>
                    <a:pt x="4991958" y="199076"/>
                  </a:lnTo>
                  <a:lnTo>
                    <a:pt x="4992052" y="199076"/>
                  </a:lnTo>
                  <a:lnTo>
                    <a:pt x="4992145" y="199076"/>
                  </a:lnTo>
                  <a:lnTo>
                    <a:pt x="4992238" y="199076"/>
                  </a:lnTo>
                  <a:lnTo>
                    <a:pt x="4992331" y="199076"/>
                  </a:lnTo>
                  <a:lnTo>
                    <a:pt x="4992425" y="199076"/>
                  </a:lnTo>
                  <a:lnTo>
                    <a:pt x="4992518" y="199076"/>
                  </a:lnTo>
                  <a:lnTo>
                    <a:pt x="4992611" y="199076"/>
                  </a:lnTo>
                  <a:lnTo>
                    <a:pt x="4992704" y="199076"/>
                  </a:lnTo>
                  <a:lnTo>
                    <a:pt x="4992798" y="199076"/>
                  </a:lnTo>
                  <a:lnTo>
                    <a:pt x="4992891" y="199076"/>
                  </a:lnTo>
                  <a:lnTo>
                    <a:pt x="4992984" y="199076"/>
                  </a:lnTo>
                  <a:lnTo>
                    <a:pt x="4993077" y="199076"/>
                  </a:lnTo>
                  <a:lnTo>
                    <a:pt x="4993171" y="199076"/>
                  </a:lnTo>
                  <a:lnTo>
                    <a:pt x="4993264" y="199076"/>
                  </a:lnTo>
                  <a:lnTo>
                    <a:pt x="4993357" y="199076"/>
                  </a:lnTo>
                  <a:lnTo>
                    <a:pt x="4993450" y="199076"/>
                  </a:lnTo>
                  <a:lnTo>
                    <a:pt x="4993544" y="199076"/>
                  </a:lnTo>
                  <a:lnTo>
                    <a:pt x="4993637" y="199076"/>
                  </a:lnTo>
                  <a:lnTo>
                    <a:pt x="4993730" y="199076"/>
                  </a:lnTo>
                  <a:lnTo>
                    <a:pt x="4993823" y="199076"/>
                  </a:lnTo>
                  <a:lnTo>
                    <a:pt x="4993917" y="199076"/>
                  </a:lnTo>
                  <a:lnTo>
                    <a:pt x="4994010" y="199076"/>
                  </a:lnTo>
                  <a:lnTo>
                    <a:pt x="4994103" y="199076"/>
                  </a:lnTo>
                  <a:lnTo>
                    <a:pt x="4994196" y="199076"/>
                  </a:lnTo>
                  <a:lnTo>
                    <a:pt x="4994290" y="199076"/>
                  </a:lnTo>
                  <a:lnTo>
                    <a:pt x="4994383" y="199076"/>
                  </a:lnTo>
                  <a:lnTo>
                    <a:pt x="4994476" y="199076"/>
                  </a:lnTo>
                  <a:lnTo>
                    <a:pt x="4994569" y="199076"/>
                  </a:lnTo>
                  <a:lnTo>
                    <a:pt x="4994663" y="199076"/>
                  </a:lnTo>
                  <a:lnTo>
                    <a:pt x="4994756" y="199076"/>
                  </a:lnTo>
                  <a:lnTo>
                    <a:pt x="4994849" y="199076"/>
                  </a:lnTo>
                  <a:lnTo>
                    <a:pt x="4994942" y="199076"/>
                  </a:lnTo>
                  <a:lnTo>
                    <a:pt x="4995036" y="199076"/>
                  </a:lnTo>
                  <a:lnTo>
                    <a:pt x="4995129" y="199076"/>
                  </a:lnTo>
                  <a:lnTo>
                    <a:pt x="4995222" y="199076"/>
                  </a:lnTo>
                  <a:lnTo>
                    <a:pt x="4995315" y="199076"/>
                  </a:lnTo>
                  <a:lnTo>
                    <a:pt x="4995408" y="199076"/>
                  </a:lnTo>
                  <a:lnTo>
                    <a:pt x="4995502" y="199076"/>
                  </a:lnTo>
                  <a:lnTo>
                    <a:pt x="4995595" y="199076"/>
                  </a:lnTo>
                  <a:lnTo>
                    <a:pt x="4995688" y="199076"/>
                  </a:lnTo>
                  <a:lnTo>
                    <a:pt x="4995781" y="199076"/>
                  </a:lnTo>
                  <a:lnTo>
                    <a:pt x="4995875" y="199076"/>
                  </a:lnTo>
                  <a:lnTo>
                    <a:pt x="4995968" y="199076"/>
                  </a:lnTo>
                  <a:lnTo>
                    <a:pt x="4996061" y="199076"/>
                  </a:lnTo>
                  <a:lnTo>
                    <a:pt x="4996154" y="199076"/>
                  </a:lnTo>
                  <a:lnTo>
                    <a:pt x="4996248" y="199076"/>
                  </a:lnTo>
                  <a:lnTo>
                    <a:pt x="4996341" y="199076"/>
                  </a:lnTo>
                  <a:lnTo>
                    <a:pt x="4996434" y="199076"/>
                  </a:lnTo>
                  <a:lnTo>
                    <a:pt x="4996527" y="199076"/>
                  </a:lnTo>
                  <a:lnTo>
                    <a:pt x="4996527" y="189122"/>
                  </a:lnTo>
                  <a:lnTo>
                    <a:pt x="4996621" y="189122"/>
                  </a:lnTo>
                  <a:lnTo>
                    <a:pt x="4996714" y="189122"/>
                  </a:lnTo>
                  <a:lnTo>
                    <a:pt x="4996807" y="189122"/>
                  </a:lnTo>
                  <a:lnTo>
                    <a:pt x="4996900" y="189122"/>
                  </a:lnTo>
                  <a:lnTo>
                    <a:pt x="4996994" y="189122"/>
                  </a:lnTo>
                  <a:lnTo>
                    <a:pt x="4997087" y="189122"/>
                  </a:lnTo>
                  <a:lnTo>
                    <a:pt x="4997180" y="189122"/>
                  </a:lnTo>
                  <a:lnTo>
                    <a:pt x="4997273" y="189122"/>
                  </a:lnTo>
                  <a:lnTo>
                    <a:pt x="4997367" y="189122"/>
                  </a:lnTo>
                  <a:lnTo>
                    <a:pt x="4997460" y="189122"/>
                  </a:lnTo>
                  <a:lnTo>
                    <a:pt x="4997553" y="189122"/>
                  </a:lnTo>
                  <a:lnTo>
                    <a:pt x="4997646" y="189122"/>
                  </a:lnTo>
                  <a:lnTo>
                    <a:pt x="4997740" y="189122"/>
                  </a:lnTo>
                  <a:lnTo>
                    <a:pt x="4997833" y="189122"/>
                  </a:lnTo>
                  <a:lnTo>
                    <a:pt x="4997926" y="189122"/>
                  </a:lnTo>
                  <a:lnTo>
                    <a:pt x="4998019" y="189122"/>
                  </a:lnTo>
                  <a:lnTo>
                    <a:pt x="4998113" y="189122"/>
                  </a:lnTo>
                  <a:lnTo>
                    <a:pt x="4998206" y="189122"/>
                  </a:lnTo>
                  <a:lnTo>
                    <a:pt x="4998299" y="189122"/>
                  </a:lnTo>
                  <a:lnTo>
                    <a:pt x="4998392" y="189122"/>
                  </a:lnTo>
                  <a:lnTo>
                    <a:pt x="4998486" y="189122"/>
                  </a:lnTo>
                  <a:lnTo>
                    <a:pt x="4998579" y="189122"/>
                  </a:lnTo>
                  <a:lnTo>
                    <a:pt x="4998672" y="189122"/>
                  </a:lnTo>
                  <a:lnTo>
                    <a:pt x="4998765" y="189122"/>
                  </a:lnTo>
                  <a:lnTo>
                    <a:pt x="4998859" y="189122"/>
                  </a:lnTo>
                  <a:lnTo>
                    <a:pt x="4998952" y="189122"/>
                  </a:lnTo>
                  <a:lnTo>
                    <a:pt x="4999045" y="189122"/>
                  </a:lnTo>
                  <a:lnTo>
                    <a:pt x="4999138" y="189122"/>
                  </a:lnTo>
                  <a:lnTo>
                    <a:pt x="4999232" y="189122"/>
                  </a:lnTo>
                  <a:lnTo>
                    <a:pt x="4999325" y="189122"/>
                  </a:lnTo>
                  <a:lnTo>
                    <a:pt x="4999418" y="189122"/>
                  </a:lnTo>
                  <a:lnTo>
                    <a:pt x="4999511" y="189122"/>
                  </a:lnTo>
                  <a:lnTo>
                    <a:pt x="4999605" y="189122"/>
                  </a:lnTo>
                  <a:lnTo>
                    <a:pt x="4999698" y="189122"/>
                  </a:lnTo>
                  <a:lnTo>
                    <a:pt x="4999791" y="189122"/>
                  </a:lnTo>
                  <a:lnTo>
                    <a:pt x="4999884" y="189122"/>
                  </a:lnTo>
                  <a:lnTo>
                    <a:pt x="4999978" y="189122"/>
                  </a:lnTo>
                  <a:lnTo>
                    <a:pt x="5000071" y="189122"/>
                  </a:lnTo>
                  <a:lnTo>
                    <a:pt x="5000164" y="189122"/>
                  </a:lnTo>
                  <a:lnTo>
                    <a:pt x="5000257" y="189122"/>
                  </a:lnTo>
                  <a:lnTo>
                    <a:pt x="5000351" y="189122"/>
                  </a:lnTo>
                  <a:lnTo>
                    <a:pt x="5000444" y="189122"/>
                  </a:lnTo>
                  <a:lnTo>
                    <a:pt x="5000537" y="189122"/>
                  </a:lnTo>
                  <a:lnTo>
                    <a:pt x="5000630" y="189122"/>
                  </a:lnTo>
                  <a:lnTo>
                    <a:pt x="5000724" y="189122"/>
                  </a:lnTo>
                  <a:lnTo>
                    <a:pt x="5000817" y="189122"/>
                  </a:lnTo>
                  <a:lnTo>
                    <a:pt x="5000910" y="189122"/>
                  </a:lnTo>
                  <a:lnTo>
                    <a:pt x="5001003" y="189122"/>
                  </a:lnTo>
                  <a:lnTo>
                    <a:pt x="5001097" y="189122"/>
                  </a:lnTo>
                  <a:lnTo>
                    <a:pt x="5001190" y="189122"/>
                  </a:lnTo>
                  <a:lnTo>
                    <a:pt x="5001283" y="189122"/>
                  </a:lnTo>
                  <a:lnTo>
                    <a:pt x="5001376" y="189122"/>
                  </a:lnTo>
                  <a:lnTo>
                    <a:pt x="5001470" y="189122"/>
                  </a:lnTo>
                  <a:lnTo>
                    <a:pt x="5001563" y="189122"/>
                  </a:lnTo>
                  <a:lnTo>
                    <a:pt x="5001656" y="189122"/>
                  </a:lnTo>
                  <a:lnTo>
                    <a:pt x="5001749" y="189122"/>
                  </a:lnTo>
                  <a:lnTo>
                    <a:pt x="5001843" y="189122"/>
                  </a:lnTo>
                  <a:lnTo>
                    <a:pt x="5001936" y="189122"/>
                  </a:lnTo>
                  <a:lnTo>
                    <a:pt x="5002029" y="189122"/>
                  </a:lnTo>
                  <a:lnTo>
                    <a:pt x="5002122" y="189122"/>
                  </a:lnTo>
                  <a:lnTo>
                    <a:pt x="5002215" y="189122"/>
                  </a:lnTo>
                  <a:lnTo>
                    <a:pt x="5002309" y="189122"/>
                  </a:lnTo>
                  <a:lnTo>
                    <a:pt x="5002402" y="189122"/>
                  </a:lnTo>
                  <a:lnTo>
                    <a:pt x="5002495" y="189122"/>
                  </a:lnTo>
                  <a:lnTo>
                    <a:pt x="5002588" y="189122"/>
                  </a:lnTo>
                  <a:lnTo>
                    <a:pt x="5002682" y="189122"/>
                  </a:lnTo>
                  <a:lnTo>
                    <a:pt x="5002775" y="189122"/>
                  </a:lnTo>
                  <a:lnTo>
                    <a:pt x="5002868" y="189122"/>
                  </a:lnTo>
                  <a:lnTo>
                    <a:pt x="5002961" y="189122"/>
                  </a:lnTo>
                  <a:lnTo>
                    <a:pt x="5003055" y="189122"/>
                  </a:lnTo>
                  <a:lnTo>
                    <a:pt x="5003148" y="189122"/>
                  </a:lnTo>
                  <a:lnTo>
                    <a:pt x="5003241" y="189122"/>
                  </a:lnTo>
                  <a:lnTo>
                    <a:pt x="5003334" y="189122"/>
                  </a:lnTo>
                  <a:lnTo>
                    <a:pt x="5003428" y="189122"/>
                  </a:lnTo>
                  <a:lnTo>
                    <a:pt x="5003521" y="189122"/>
                  </a:lnTo>
                  <a:lnTo>
                    <a:pt x="5003614" y="189122"/>
                  </a:lnTo>
                  <a:lnTo>
                    <a:pt x="5003707" y="189122"/>
                  </a:lnTo>
                  <a:lnTo>
                    <a:pt x="5003801" y="189122"/>
                  </a:lnTo>
                  <a:lnTo>
                    <a:pt x="5003894" y="189122"/>
                  </a:lnTo>
                  <a:lnTo>
                    <a:pt x="5003987" y="189122"/>
                  </a:lnTo>
                  <a:lnTo>
                    <a:pt x="5004080" y="189122"/>
                  </a:lnTo>
                  <a:lnTo>
                    <a:pt x="5004174" y="189122"/>
                  </a:lnTo>
                  <a:lnTo>
                    <a:pt x="5004267" y="189122"/>
                  </a:lnTo>
                  <a:lnTo>
                    <a:pt x="5004360" y="189122"/>
                  </a:lnTo>
                  <a:lnTo>
                    <a:pt x="5004453" y="189122"/>
                  </a:lnTo>
                  <a:lnTo>
                    <a:pt x="5004547" y="189122"/>
                  </a:lnTo>
                  <a:lnTo>
                    <a:pt x="5004640" y="189122"/>
                  </a:lnTo>
                  <a:lnTo>
                    <a:pt x="5004733" y="189122"/>
                  </a:lnTo>
                  <a:lnTo>
                    <a:pt x="5004826" y="189122"/>
                  </a:lnTo>
                  <a:lnTo>
                    <a:pt x="5004920" y="189122"/>
                  </a:lnTo>
                  <a:lnTo>
                    <a:pt x="5005013" y="189122"/>
                  </a:lnTo>
                  <a:lnTo>
                    <a:pt x="5005106" y="189122"/>
                  </a:lnTo>
                  <a:lnTo>
                    <a:pt x="5005199" y="189122"/>
                  </a:lnTo>
                  <a:lnTo>
                    <a:pt x="5005293" y="189122"/>
                  </a:lnTo>
                  <a:lnTo>
                    <a:pt x="5005386" y="189122"/>
                  </a:lnTo>
                  <a:lnTo>
                    <a:pt x="5005479" y="189122"/>
                  </a:lnTo>
                  <a:lnTo>
                    <a:pt x="5005572" y="189122"/>
                  </a:lnTo>
                  <a:lnTo>
                    <a:pt x="5005666" y="189122"/>
                  </a:lnTo>
                  <a:lnTo>
                    <a:pt x="5005759" y="189122"/>
                  </a:lnTo>
                  <a:lnTo>
                    <a:pt x="5005852" y="189122"/>
                  </a:lnTo>
                  <a:lnTo>
                    <a:pt x="5005945" y="189122"/>
                  </a:lnTo>
                  <a:lnTo>
                    <a:pt x="5006039" y="189122"/>
                  </a:lnTo>
                  <a:lnTo>
                    <a:pt x="5006132" y="189122"/>
                  </a:lnTo>
                  <a:lnTo>
                    <a:pt x="5006225" y="189122"/>
                  </a:lnTo>
                  <a:lnTo>
                    <a:pt x="5006318" y="189122"/>
                  </a:lnTo>
                  <a:lnTo>
                    <a:pt x="5006412" y="189122"/>
                  </a:lnTo>
                  <a:lnTo>
                    <a:pt x="5006505" y="189122"/>
                  </a:lnTo>
                  <a:lnTo>
                    <a:pt x="5006598" y="189122"/>
                  </a:lnTo>
                  <a:lnTo>
                    <a:pt x="5006691" y="189122"/>
                  </a:lnTo>
                  <a:lnTo>
                    <a:pt x="5006785" y="189122"/>
                  </a:lnTo>
                  <a:lnTo>
                    <a:pt x="5006878" y="189122"/>
                  </a:lnTo>
                  <a:lnTo>
                    <a:pt x="5006971" y="189122"/>
                  </a:lnTo>
                  <a:lnTo>
                    <a:pt x="5007064" y="189122"/>
                  </a:lnTo>
                  <a:lnTo>
                    <a:pt x="5007158" y="189122"/>
                  </a:lnTo>
                  <a:lnTo>
                    <a:pt x="5007251" y="189122"/>
                  </a:lnTo>
                  <a:lnTo>
                    <a:pt x="5007344" y="189122"/>
                  </a:lnTo>
                  <a:lnTo>
                    <a:pt x="5007437" y="189122"/>
                  </a:lnTo>
                  <a:lnTo>
                    <a:pt x="5007531" y="189122"/>
                  </a:lnTo>
                  <a:lnTo>
                    <a:pt x="5007624" y="189122"/>
                  </a:lnTo>
                  <a:lnTo>
                    <a:pt x="5007717" y="189122"/>
                  </a:lnTo>
                  <a:lnTo>
                    <a:pt x="5007810" y="189122"/>
                  </a:lnTo>
                  <a:lnTo>
                    <a:pt x="5007904" y="189122"/>
                  </a:lnTo>
                  <a:lnTo>
                    <a:pt x="5007997" y="189122"/>
                  </a:lnTo>
                  <a:lnTo>
                    <a:pt x="5008090" y="189122"/>
                  </a:lnTo>
                  <a:lnTo>
                    <a:pt x="5008183" y="189122"/>
                  </a:lnTo>
                  <a:lnTo>
                    <a:pt x="5008277" y="189122"/>
                  </a:lnTo>
                  <a:lnTo>
                    <a:pt x="5008370" y="189122"/>
                  </a:lnTo>
                  <a:lnTo>
                    <a:pt x="5008463" y="189122"/>
                  </a:lnTo>
                  <a:lnTo>
                    <a:pt x="5008556" y="189122"/>
                  </a:lnTo>
                  <a:lnTo>
                    <a:pt x="5008650" y="189122"/>
                  </a:lnTo>
                  <a:lnTo>
                    <a:pt x="5008743" y="189122"/>
                  </a:lnTo>
                  <a:lnTo>
                    <a:pt x="5008836" y="189122"/>
                  </a:lnTo>
                  <a:lnTo>
                    <a:pt x="5008929" y="189122"/>
                  </a:lnTo>
                  <a:lnTo>
                    <a:pt x="5009023" y="189122"/>
                  </a:lnTo>
                  <a:lnTo>
                    <a:pt x="5009116" y="189122"/>
                  </a:lnTo>
                  <a:lnTo>
                    <a:pt x="5009209" y="189122"/>
                  </a:lnTo>
                  <a:lnTo>
                    <a:pt x="5009302" y="189122"/>
                  </a:lnTo>
                  <a:lnTo>
                    <a:pt x="5009395" y="189122"/>
                  </a:lnTo>
                  <a:lnTo>
                    <a:pt x="5009489" y="189122"/>
                  </a:lnTo>
                  <a:lnTo>
                    <a:pt x="5009582" y="189122"/>
                  </a:lnTo>
                  <a:lnTo>
                    <a:pt x="5009675" y="189122"/>
                  </a:lnTo>
                  <a:lnTo>
                    <a:pt x="5009768" y="189122"/>
                  </a:lnTo>
                  <a:lnTo>
                    <a:pt x="5009862" y="189122"/>
                  </a:lnTo>
                  <a:lnTo>
                    <a:pt x="5009955" y="189122"/>
                  </a:lnTo>
                  <a:lnTo>
                    <a:pt x="5010048" y="189122"/>
                  </a:lnTo>
                  <a:lnTo>
                    <a:pt x="5010141" y="189122"/>
                  </a:lnTo>
                  <a:lnTo>
                    <a:pt x="5010235" y="189122"/>
                  </a:lnTo>
                  <a:lnTo>
                    <a:pt x="5010328" y="189122"/>
                  </a:lnTo>
                  <a:lnTo>
                    <a:pt x="5010421" y="189122"/>
                  </a:lnTo>
                  <a:lnTo>
                    <a:pt x="5010514" y="189122"/>
                  </a:lnTo>
                  <a:lnTo>
                    <a:pt x="5010608" y="189122"/>
                  </a:lnTo>
                  <a:lnTo>
                    <a:pt x="5010701" y="189122"/>
                  </a:lnTo>
                  <a:lnTo>
                    <a:pt x="5010794" y="189122"/>
                  </a:lnTo>
                  <a:lnTo>
                    <a:pt x="5010887" y="189122"/>
                  </a:lnTo>
                  <a:lnTo>
                    <a:pt x="5010981" y="189122"/>
                  </a:lnTo>
                  <a:lnTo>
                    <a:pt x="5011074" y="189122"/>
                  </a:lnTo>
                  <a:lnTo>
                    <a:pt x="5011167" y="189122"/>
                  </a:lnTo>
                  <a:lnTo>
                    <a:pt x="5011260" y="189122"/>
                  </a:lnTo>
                  <a:lnTo>
                    <a:pt x="5011354" y="189122"/>
                  </a:lnTo>
                  <a:lnTo>
                    <a:pt x="5011447" y="189122"/>
                  </a:lnTo>
                  <a:lnTo>
                    <a:pt x="5011540" y="189122"/>
                  </a:lnTo>
                  <a:lnTo>
                    <a:pt x="5011633" y="189122"/>
                  </a:lnTo>
                  <a:lnTo>
                    <a:pt x="5011727" y="189122"/>
                  </a:lnTo>
                  <a:lnTo>
                    <a:pt x="5011820" y="189122"/>
                  </a:lnTo>
                  <a:lnTo>
                    <a:pt x="5011913" y="189122"/>
                  </a:lnTo>
                  <a:lnTo>
                    <a:pt x="5012006" y="189122"/>
                  </a:lnTo>
                  <a:lnTo>
                    <a:pt x="5012100" y="189122"/>
                  </a:lnTo>
                  <a:lnTo>
                    <a:pt x="5012193" y="189122"/>
                  </a:lnTo>
                  <a:lnTo>
                    <a:pt x="5012286" y="189122"/>
                  </a:lnTo>
                  <a:lnTo>
                    <a:pt x="5012379" y="189122"/>
                  </a:lnTo>
                  <a:lnTo>
                    <a:pt x="5012473" y="189122"/>
                  </a:lnTo>
                  <a:lnTo>
                    <a:pt x="5012566" y="189122"/>
                  </a:lnTo>
                  <a:lnTo>
                    <a:pt x="5012659" y="189122"/>
                  </a:lnTo>
                  <a:lnTo>
                    <a:pt x="5012752" y="189122"/>
                  </a:lnTo>
                  <a:lnTo>
                    <a:pt x="5012846" y="189122"/>
                  </a:lnTo>
                  <a:lnTo>
                    <a:pt x="5012939" y="189122"/>
                  </a:lnTo>
                  <a:lnTo>
                    <a:pt x="5013032" y="189122"/>
                  </a:lnTo>
                  <a:lnTo>
                    <a:pt x="5013125" y="189122"/>
                  </a:lnTo>
                  <a:lnTo>
                    <a:pt x="5013219" y="189122"/>
                  </a:lnTo>
                  <a:lnTo>
                    <a:pt x="5013312" y="189122"/>
                  </a:lnTo>
                  <a:lnTo>
                    <a:pt x="5013405" y="189122"/>
                  </a:lnTo>
                  <a:lnTo>
                    <a:pt x="5013498" y="189122"/>
                  </a:lnTo>
                  <a:lnTo>
                    <a:pt x="5013592" y="189122"/>
                  </a:lnTo>
                  <a:lnTo>
                    <a:pt x="5013685" y="189122"/>
                  </a:lnTo>
                  <a:lnTo>
                    <a:pt x="5013778" y="189122"/>
                  </a:lnTo>
                  <a:lnTo>
                    <a:pt x="5013871" y="189122"/>
                  </a:lnTo>
                  <a:lnTo>
                    <a:pt x="5013965" y="189122"/>
                  </a:lnTo>
                  <a:lnTo>
                    <a:pt x="5014058" y="189122"/>
                  </a:lnTo>
                  <a:lnTo>
                    <a:pt x="5014151" y="189122"/>
                  </a:lnTo>
                  <a:lnTo>
                    <a:pt x="5014244" y="189122"/>
                  </a:lnTo>
                  <a:lnTo>
                    <a:pt x="5014338" y="189122"/>
                  </a:lnTo>
                  <a:lnTo>
                    <a:pt x="5014431" y="189122"/>
                  </a:lnTo>
                  <a:lnTo>
                    <a:pt x="5014524" y="189122"/>
                  </a:lnTo>
                  <a:lnTo>
                    <a:pt x="5014617" y="189122"/>
                  </a:lnTo>
                  <a:lnTo>
                    <a:pt x="5014711" y="189122"/>
                  </a:lnTo>
                  <a:lnTo>
                    <a:pt x="5014804" y="189122"/>
                  </a:lnTo>
                  <a:lnTo>
                    <a:pt x="5014897" y="189122"/>
                  </a:lnTo>
                  <a:lnTo>
                    <a:pt x="5014990" y="189122"/>
                  </a:lnTo>
                  <a:lnTo>
                    <a:pt x="5015084" y="189122"/>
                  </a:lnTo>
                  <a:lnTo>
                    <a:pt x="5015177" y="189122"/>
                  </a:lnTo>
                  <a:lnTo>
                    <a:pt x="5015270" y="189122"/>
                  </a:lnTo>
                  <a:lnTo>
                    <a:pt x="5015363" y="189122"/>
                  </a:lnTo>
                  <a:lnTo>
                    <a:pt x="5015457" y="189122"/>
                  </a:lnTo>
                  <a:lnTo>
                    <a:pt x="5015550" y="189122"/>
                  </a:lnTo>
                  <a:lnTo>
                    <a:pt x="5015643" y="189122"/>
                  </a:lnTo>
                  <a:lnTo>
                    <a:pt x="5015736" y="189122"/>
                  </a:lnTo>
                  <a:lnTo>
                    <a:pt x="5015830" y="189122"/>
                  </a:lnTo>
                  <a:lnTo>
                    <a:pt x="5015923" y="189122"/>
                  </a:lnTo>
                  <a:lnTo>
                    <a:pt x="5016016" y="189122"/>
                  </a:lnTo>
                  <a:lnTo>
                    <a:pt x="5016109" y="189122"/>
                  </a:lnTo>
                  <a:lnTo>
                    <a:pt x="5016202" y="189122"/>
                  </a:lnTo>
                  <a:lnTo>
                    <a:pt x="5016296" y="189122"/>
                  </a:lnTo>
                  <a:lnTo>
                    <a:pt x="5016389" y="189122"/>
                  </a:lnTo>
                  <a:lnTo>
                    <a:pt x="5016482" y="189122"/>
                  </a:lnTo>
                  <a:lnTo>
                    <a:pt x="5016575" y="189122"/>
                  </a:lnTo>
                  <a:lnTo>
                    <a:pt x="5016669" y="189122"/>
                  </a:lnTo>
                  <a:lnTo>
                    <a:pt x="5016762" y="189122"/>
                  </a:lnTo>
                  <a:lnTo>
                    <a:pt x="5016855" y="189122"/>
                  </a:lnTo>
                  <a:lnTo>
                    <a:pt x="5016948" y="189122"/>
                  </a:lnTo>
                  <a:lnTo>
                    <a:pt x="5017042" y="189122"/>
                  </a:lnTo>
                  <a:lnTo>
                    <a:pt x="5017135" y="189122"/>
                  </a:lnTo>
                  <a:lnTo>
                    <a:pt x="5017228" y="189122"/>
                  </a:lnTo>
                  <a:lnTo>
                    <a:pt x="5017321" y="189122"/>
                  </a:lnTo>
                  <a:lnTo>
                    <a:pt x="5017415" y="189122"/>
                  </a:lnTo>
                  <a:lnTo>
                    <a:pt x="5017508" y="189122"/>
                  </a:lnTo>
                  <a:lnTo>
                    <a:pt x="5017601" y="189122"/>
                  </a:lnTo>
                  <a:lnTo>
                    <a:pt x="5017694" y="189122"/>
                  </a:lnTo>
                  <a:lnTo>
                    <a:pt x="5017788" y="189122"/>
                  </a:lnTo>
                  <a:lnTo>
                    <a:pt x="5017881" y="189122"/>
                  </a:lnTo>
                  <a:lnTo>
                    <a:pt x="5017974" y="189122"/>
                  </a:lnTo>
                  <a:lnTo>
                    <a:pt x="5018067" y="189122"/>
                  </a:lnTo>
                  <a:lnTo>
                    <a:pt x="5018161" y="189122"/>
                  </a:lnTo>
                  <a:lnTo>
                    <a:pt x="5018254" y="189122"/>
                  </a:lnTo>
                  <a:lnTo>
                    <a:pt x="5018347" y="189122"/>
                  </a:lnTo>
                  <a:lnTo>
                    <a:pt x="5018440" y="189122"/>
                  </a:lnTo>
                  <a:lnTo>
                    <a:pt x="5018534" y="189122"/>
                  </a:lnTo>
                  <a:lnTo>
                    <a:pt x="5018627" y="189122"/>
                  </a:lnTo>
                  <a:lnTo>
                    <a:pt x="5018720" y="189122"/>
                  </a:lnTo>
                  <a:lnTo>
                    <a:pt x="5018813" y="189122"/>
                  </a:lnTo>
                  <a:lnTo>
                    <a:pt x="5018907" y="189122"/>
                  </a:lnTo>
                  <a:lnTo>
                    <a:pt x="5019000" y="189122"/>
                  </a:lnTo>
                  <a:lnTo>
                    <a:pt x="5019093" y="189122"/>
                  </a:lnTo>
                  <a:lnTo>
                    <a:pt x="5019186" y="189122"/>
                  </a:lnTo>
                  <a:lnTo>
                    <a:pt x="5019280" y="189122"/>
                  </a:lnTo>
                  <a:lnTo>
                    <a:pt x="5019373" y="189122"/>
                  </a:lnTo>
                  <a:lnTo>
                    <a:pt x="5019466" y="189122"/>
                  </a:lnTo>
                  <a:lnTo>
                    <a:pt x="5019559" y="189122"/>
                  </a:lnTo>
                  <a:lnTo>
                    <a:pt x="5019653" y="189122"/>
                  </a:lnTo>
                  <a:lnTo>
                    <a:pt x="5019746" y="189122"/>
                  </a:lnTo>
                  <a:lnTo>
                    <a:pt x="5019839" y="189122"/>
                  </a:lnTo>
                  <a:lnTo>
                    <a:pt x="5019932" y="189122"/>
                  </a:lnTo>
                  <a:lnTo>
                    <a:pt x="5020026" y="189122"/>
                  </a:lnTo>
                  <a:lnTo>
                    <a:pt x="5020119" y="189122"/>
                  </a:lnTo>
                  <a:lnTo>
                    <a:pt x="5020212" y="189122"/>
                  </a:lnTo>
                  <a:lnTo>
                    <a:pt x="5020305" y="189122"/>
                  </a:lnTo>
                  <a:lnTo>
                    <a:pt x="5020399" y="189122"/>
                  </a:lnTo>
                  <a:lnTo>
                    <a:pt x="5020492" y="189122"/>
                  </a:lnTo>
                  <a:lnTo>
                    <a:pt x="5020585" y="189122"/>
                  </a:lnTo>
                  <a:lnTo>
                    <a:pt x="5020678" y="189122"/>
                  </a:lnTo>
                  <a:lnTo>
                    <a:pt x="5020772" y="189122"/>
                  </a:lnTo>
                  <a:lnTo>
                    <a:pt x="5020865" y="189122"/>
                  </a:lnTo>
                  <a:lnTo>
                    <a:pt x="5020958" y="189122"/>
                  </a:lnTo>
                  <a:lnTo>
                    <a:pt x="5021051" y="189122"/>
                  </a:lnTo>
                  <a:lnTo>
                    <a:pt x="5021145" y="189122"/>
                  </a:lnTo>
                  <a:lnTo>
                    <a:pt x="5021238" y="189122"/>
                  </a:lnTo>
                  <a:lnTo>
                    <a:pt x="5021331" y="189122"/>
                  </a:lnTo>
                  <a:lnTo>
                    <a:pt x="5021424" y="189122"/>
                  </a:lnTo>
                  <a:lnTo>
                    <a:pt x="5021518" y="189122"/>
                  </a:lnTo>
                  <a:lnTo>
                    <a:pt x="5021611" y="189122"/>
                  </a:lnTo>
                  <a:lnTo>
                    <a:pt x="5021704" y="189122"/>
                  </a:lnTo>
                  <a:lnTo>
                    <a:pt x="5021797" y="189122"/>
                  </a:lnTo>
                  <a:lnTo>
                    <a:pt x="5021891" y="189122"/>
                  </a:lnTo>
                  <a:lnTo>
                    <a:pt x="5021984" y="189122"/>
                  </a:lnTo>
                  <a:lnTo>
                    <a:pt x="5022077" y="189122"/>
                  </a:lnTo>
                  <a:lnTo>
                    <a:pt x="5022170" y="189122"/>
                  </a:lnTo>
                  <a:lnTo>
                    <a:pt x="5022264" y="189122"/>
                  </a:lnTo>
                  <a:lnTo>
                    <a:pt x="5022357" y="189122"/>
                  </a:lnTo>
                  <a:lnTo>
                    <a:pt x="5022450" y="189122"/>
                  </a:lnTo>
                  <a:lnTo>
                    <a:pt x="5022543" y="189122"/>
                  </a:lnTo>
                  <a:lnTo>
                    <a:pt x="5022637" y="189122"/>
                  </a:lnTo>
                  <a:lnTo>
                    <a:pt x="5022730" y="189122"/>
                  </a:lnTo>
                  <a:lnTo>
                    <a:pt x="5022823" y="189122"/>
                  </a:lnTo>
                  <a:lnTo>
                    <a:pt x="5022916" y="189122"/>
                  </a:lnTo>
                  <a:lnTo>
                    <a:pt x="5023009" y="189122"/>
                  </a:lnTo>
                  <a:lnTo>
                    <a:pt x="5023103" y="189122"/>
                  </a:lnTo>
                  <a:lnTo>
                    <a:pt x="5023196" y="189122"/>
                  </a:lnTo>
                  <a:lnTo>
                    <a:pt x="5023289" y="189122"/>
                  </a:lnTo>
                  <a:lnTo>
                    <a:pt x="5023382" y="189122"/>
                  </a:lnTo>
                  <a:lnTo>
                    <a:pt x="5023476" y="189122"/>
                  </a:lnTo>
                  <a:lnTo>
                    <a:pt x="5023569" y="189122"/>
                  </a:lnTo>
                  <a:lnTo>
                    <a:pt x="5023662" y="189122"/>
                  </a:lnTo>
                  <a:lnTo>
                    <a:pt x="5023755" y="189122"/>
                  </a:lnTo>
                  <a:lnTo>
                    <a:pt x="5023849" y="189122"/>
                  </a:lnTo>
                  <a:lnTo>
                    <a:pt x="5023942" y="189122"/>
                  </a:lnTo>
                  <a:lnTo>
                    <a:pt x="5024035" y="189122"/>
                  </a:lnTo>
                  <a:lnTo>
                    <a:pt x="5024128" y="189122"/>
                  </a:lnTo>
                  <a:lnTo>
                    <a:pt x="5024222" y="189122"/>
                  </a:lnTo>
                  <a:lnTo>
                    <a:pt x="5024315" y="189122"/>
                  </a:lnTo>
                  <a:lnTo>
                    <a:pt x="5024408" y="189122"/>
                  </a:lnTo>
                  <a:lnTo>
                    <a:pt x="5024501" y="189122"/>
                  </a:lnTo>
                  <a:lnTo>
                    <a:pt x="5024595" y="189122"/>
                  </a:lnTo>
                  <a:lnTo>
                    <a:pt x="5024688" y="189122"/>
                  </a:lnTo>
                  <a:lnTo>
                    <a:pt x="5024781" y="189122"/>
                  </a:lnTo>
                  <a:lnTo>
                    <a:pt x="5024874" y="189122"/>
                  </a:lnTo>
                  <a:lnTo>
                    <a:pt x="5024968" y="189122"/>
                  </a:lnTo>
                  <a:lnTo>
                    <a:pt x="5025061" y="189122"/>
                  </a:lnTo>
                  <a:lnTo>
                    <a:pt x="5025154" y="189122"/>
                  </a:lnTo>
                  <a:lnTo>
                    <a:pt x="5025247" y="189122"/>
                  </a:lnTo>
                  <a:lnTo>
                    <a:pt x="5025341" y="189122"/>
                  </a:lnTo>
                  <a:lnTo>
                    <a:pt x="5025434" y="189122"/>
                  </a:lnTo>
                  <a:lnTo>
                    <a:pt x="5025527" y="189122"/>
                  </a:lnTo>
                  <a:lnTo>
                    <a:pt x="5025620" y="189122"/>
                  </a:lnTo>
                  <a:lnTo>
                    <a:pt x="5025714" y="189122"/>
                  </a:lnTo>
                  <a:lnTo>
                    <a:pt x="5025807" y="189122"/>
                  </a:lnTo>
                  <a:lnTo>
                    <a:pt x="5025900" y="189122"/>
                  </a:lnTo>
                  <a:lnTo>
                    <a:pt x="5025993" y="189122"/>
                  </a:lnTo>
                  <a:lnTo>
                    <a:pt x="5026087" y="189122"/>
                  </a:lnTo>
                  <a:lnTo>
                    <a:pt x="5026180" y="189122"/>
                  </a:lnTo>
                  <a:lnTo>
                    <a:pt x="5026273" y="189122"/>
                  </a:lnTo>
                  <a:lnTo>
                    <a:pt x="5026366" y="189122"/>
                  </a:lnTo>
                  <a:lnTo>
                    <a:pt x="5026460" y="189122"/>
                  </a:lnTo>
                  <a:lnTo>
                    <a:pt x="5026553" y="189122"/>
                  </a:lnTo>
                  <a:lnTo>
                    <a:pt x="5026646" y="189122"/>
                  </a:lnTo>
                  <a:lnTo>
                    <a:pt x="5026739" y="189122"/>
                  </a:lnTo>
                  <a:lnTo>
                    <a:pt x="5026833" y="189122"/>
                  </a:lnTo>
                  <a:lnTo>
                    <a:pt x="5026926" y="189122"/>
                  </a:lnTo>
                  <a:lnTo>
                    <a:pt x="5027019" y="189122"/>
                  </a:lnTo>
                  <a:lnTo>
                    <a:pt x="5027112" y="189122"/>
                  </a:lnTo>
                  <a:lnTo>
                    <a:pt x="5027206" y="189122"/>
                  </a:lnTo>
                  <a:lnTo>
                    <a:pt x="5027299" y="189122"/>
                  </a:lnTo>
                  <a:lnTo>
                    <a:pt x="5027392" y="189122"/>
                  </a:lnTo>
                  <a:lnTo>
                    <a:pt x="5027485" y="189122"/>
                  </a:lnTo>
                  <a:lnTo>
                    <a:pt x="5027579" y="189122"/>
                  </a:lnTo>
                  <a:lnTo>
                    <a:pt x="5027672" y="189122"/>
                  </a:lnTo>
                  <a:lnTo>
                    <a:pt x="5027765" y="189122"/>
                  </a:lnTo>
                  <a:lnTo>
                    <a:pt x="5027858" y="189122"/>
                  </a:lnTo>
                  <a:lnTo>
                    <a:pt x="5027952" y="189122"/>
                  </a:lnTo>
                  <a:lnTo>
                    <a:pt x="5028045" y="189122"/>
                  </a:lnTo>
                  <a:lnTo>
                    <a:pt x="5028138" y="189122"/>
                  </a:lnTo>
                  <a:lnTo>
                    <a:pt x="5028231" y="189122"/>
                  </a:lnTo>
                  <a:lnTo>
                    <a:pt x="5028325" y="189122"/>
                  </a:lnTo>
                  <a:lnTo>
                    <a:pt x="5028418" y="189122"/>
                  </a:lnTo>
                  <a:lnTo>
                    <a:pt x="5028511" y="189122"/>
                  </a:lnTo>
                  <a:lnTo>
                    <a:pt x="5028604" y="189122"/>
                  </a:lnTo>
                  <a:lnTo>
                    <a:pt x="5028698" y="189122"/>
                  </a:lnTo>
                  <a:lnTo>
                    <a:pt x="5028791" y="189122"/>
                  </a:lnTo>
                  <a:lnTo>
                    <a:pt x="5028884" y="189122"/>
                  </a:lnTo>
                  <a:lnTo>
                    <a:pt x="5028977" y="189122"/>
                  </a:lnTo>
                  <a:lnTo>
                    <a:pt x="5029071" y="189122"/>
                  </a:lnTo>
                  <a:lnTo>
                    <a:pt x="5029164" y="189122"/>
                  </a:lnTo>
                  <a:lnTo>
                    <a:pt x="5029257" y="189122"/>
                  </a:lnTo>
                  <a:lnTo>
                    <a:pt x="5029350" y="189122"/>
                  </a:lnTo>
                  <a:lnTo>
                    <a:pt x="5029444" y="189122"/>
                  </a:lnTo>
                  <a:lnTo>
                    <a:pt x="5029537" y="189122"/>
                  </a:lnTo>
                  <a:lnTo>
                    <a:pt x="5029630" y="189122"/>
                  </a:lnTo>
                  <a:lnTo>
                    <a:pt x="5029723" y="189122"/>
                  </a:lnTo>
                  <a:lnTo>
                    <a:pt x="5029817" y="189122"/>
                  </a:lnTo>
                  <a:lnTo>
                    <a:pt x="5029910" y="189122"/>
                  </a:lnTo>
                  <a:lnTo>
                    <a:pt x="5030003" y="189122"/>
                  </a:lnTo>
                  <a:lnTo>
                    <a:pt x="5030096" y="189122"/>
                  </a:lnTo>
                  <a:lnTo>
                    <a:pt x="5030189" y="189122"/>
                  </a:lnTo>
                  <a:lnTo>
                    <a:pt x="5030283" y="189122"/>
                  </a:lnTo>
                  <a:lnTo>
                    <a:pt x="5030376" y="189122"/>
                  </a:lnTo>
                  <a:lnTo>
                    <a:pt x="5030469" y="189122"/>
                  </a:lnTo>
                  <a:lnTo>
                    <a:pt x="5030562" y="189122"/>
                  </a:lnTo>
                  <a:lnTo>
                    <a:pt x="5030656" y="189122"/>
                  </a:lnTo>
                  <a:lnTo>
                    <a:pt x="5030749" y="189122"/>
                  </a:lnTo>
                  <a:lnTo>
                    <a:pt x="5030842" y="189122"/>
                  </a:lnTo>
                  <a:lnTo>
                    <a:pt x="5030935" y="189122"/>
                  </a:lnTo>
                  <a:lnTo>
                    <a:pt x="5031029" y="189122"/>
                  </a:lnTo>
                  <a:lnTo>
                    <a:pt x="5031122" y="189122"/>
                  </a:lnTo>
                  <a:lnTo>
                    <a:pt x="5031215" y="189122"/>
                  </a:lnTo>
                  <a:lnTo>
                    <a:pt x="5031308" y="189122"/>
                  </a:lnTo>
                  <a:lnTo>
                    <a:pt x="5031402" y="189122"/>
                  </a:lnTo>
                  <a:lnTo>
                    <a:pt x="5031495" y="189122"/>
                  </a:lnTo>
                  <a:lnTo>
                    <a:pt x="5031588" y="189122"/>
                  </a:lnTo>
                  <a:lnTo>
                    <a:pt x="5031681" y="189122"/>
                  </a:lnTo>
                  <a:lnTo>
                    <a:pt x="5031775" y="189122"/>
                  </a:lnTo>
                  <a:lnTo>
                    <a:pt x="5031868" y="189122"/>
                  </a:lnTo>
                  <a:lnTo>
                    <a:pt x="5031961" y="189122"/>
                  </a:lnTo>
                  <a:lnTo>
                    <a:pt x="5032054" y="189122"/>
                  </a:lnTo>
                  <a:lnTo>
                    <a:pt x="5032148" y="189122"/>
                  </a:lnTo>
                  <a:lnTo>
                    <a:pt x="5032241" y="189122"/>
                  </a:lnTo>
                  <a:lnTo>
                    <a:pt x="5032334" y="189122"/>
                  </a:lnTo>
                  <a:lnTo>
                    <a:pt x="5032427" y="189122"/>
                  </a:lnTo>
                  <a:lnTo>
                    <a:pt x="5032521" y="189122"/>
                  </a:lnTo>
                  <a:lnTo>
                    <a:pt x="5032614" y="189122"/>
                  </a:lnTo>
                  <a:lnTo>
                    <a:pt x="5032707" y="189122"/>
                  </a:lnTo>
                  <a:lnTo>
                    <a:pt x="5032800" y="189122"/>
                  </a:lnTo>
                  <a:lnTo>
                    <a:pt x="5032894" y="189122"/>
                  </a:lnTo>
                  <a:lnTo>
                    <a:pt x="5032987" y="189122"/>
                  </a:lnTo>
                  <a:lnTo>
                    <a:pt x="5033080" y="189122"/>
                  </a:lnTo>
                  <a:lnTo>
                    <a:pt x="5033173" y="189122"/>
                  </a:lnTo>
                  <a:lnTo>
                    <a:pt x="5033267" y="189122"/>
                  </a:lnTo>
                  <a:lnTo>
                    <a:pt x="5033360" y="189122"/>
                  </a:lnTo>
                  <a:lnTo>
                    <a:pt x="5033453" y="189122"/>
                  </a:lnTo>
                  <a:lnTo>
                    <a:pt x="5033546" y="189122"/>
                  </a:lnTo>
                  <a:lnTo>
                    <a:pt x="5033640" y="189122"/>
                  </a:lnTo>
                  <a:lnTo>
                    <a:pt x="5033733" y="189122"/>
                  </a:lnTo>
                  <a:lnTo>
                    <a:pt x="5033826" y="189122"/>
                  </a:lnTo>
                  <a:lnTo>
                    <a:pt x="5033919" y="189122"/>
                  </a:lnTo>
                  <a:lnTo>
                    <a:pt x="5034013" y="189122"/>
                  </a:lnTo>
                  <a:lnTo>
                    <a:pt x="5034106" y="189122"/>
                  </a:lnTo>
                  <a:lnTo>
                    <a:pt x="5034199" y="189122"/>
                  </a:lnTo>
                  <a:lnTo>
                    <a:pt x="5034292" y="189122"/>
                  </a:lnTo>
                  <a:lnTo>
                    <a:pt x="5034386" y="189122"/>
                  </a:lnTo>
                  <a:lnTo>
                    <a:pt x="5034479" y="189122"/>
                  </a:lnTo>
                  <a:lnTo>
                    <a:pt x="5034572" y="189122"/>
                  </a:lnTo>
                  <a:lnTo>
                    <a:pt x="5034665" y="189122"/>
                  </a:lnTo>
                  <a:lnTo>
                    <a:pt x="5034759" y="189122"/>
                  </a:lnTo>
                  <a:lnTo>
                    <a:pt x="5034852" y="189122"/>
                  </a:lnTo>
                  <a:lnTo>
                    <a:pt x="5034945" y="189122"/>
                  </a:lnTo>
                  <a:lnTo>
                    <a:pt x="5035038" y="189122"/>
                  </a:lnTo>
                  <a:lnTo>
                    <a:pt x="5035132" y="189122"/>
                  </a:lnTo>
                  <a:lnTo>
                    <a:pt x="5035225" y="189122"/>
                  </a:lnTo>
                  <a:lnTo>
                    <a:pt x="5035318" y="189122"/>
                  </a:lnTo>
                  <a:lnTo>
                    <a:pt x="5035411" y="189122"/>
                  </a:lnTo>
                  <a:lnTo>
                    <a:pt x="5035505" y="189122"/>
                  </a:lnTo>
                  <a:lnTo>
                    <a:pt x="5035598" y="189122"/>
                  </a:lnTo>
                  <a:lnTo>
                    <a:pt x="5035691" y="189122"/>
                  </a:lnTo>
                  <a:lnTo>
                    <a:pt x="5035784" y="189122"/>
                  </a:lnTo>
                  <a:lnTo>
                    <a:pt x="5035878" y="189122"/>
                  </a:lnTo>
                  <a:lnTo>
                    <a:pt x="5035971" y="189122"/>
                  </a:lnTo>
                  <a:lnTo>
                    <a:pt x="5036064" y="189122"/>
                  </a:lnTo>
                  <a:lnTo>
                    <a:pt x="5036157" y="189122"/>
                  </a:lnTo>
                  <a:lnTo>
                    <a:pt x="5036251" y="189122"/>
                  </a:lnTo>
                  <a:lnTo>
                    <a:pt x="5036344" y="189122"/>
                  </a:lnTo>
                  <a:lnTo>
                    <a:pt x="5036437" y="189122"/>
                  </a:lnTo>
                  <a:lnTo>
                    <a:pt x="5036530" y="189122"/>
                  </a:lnTo>
                  <a:lnTo>
                    <a:pt x="5036624" y="189122"/>
                  </a:lnTo>
                  <a:lnTo>
                    <a:pt x="5036717" y="189122"/>
                  </a:lnTo>
                  <a:lnTo>
                    <a:pt x="5036810" y="189122"/>
                  </a:lnTo>
                  <a:lnTo>
                    <a:pt x="5036903" y="189122"/>
                  </a:lnTo>
                  <a:lnTo>
                    <a:pt x="5036996" y="189122"/>
                  </a:lnTo>
                  <a:lnTo>
                    <a:pt x="5037090" y="189122"/>
                  </a:lnTo>
                  <a:lnTo>
                    <a:pt x="5037183" y="189122"/>
                  </a:lnTo>
                  <a:lnTo>
                    <a:pt x="5037276" y="189122"/>
                  </a:lnTo>
                  <a:lnTo>
                    <a:pt x="5037369" y="189122"/>
                  </a:lnTo>
                  <a:lnTo>
                    <a:pt x="5037463" y="189122"/>
                  </a:lnTo>
                  <a:lnTo>
                    <a:pt x="5037556" y="189122"/>
                  </a:lnTo>
                  <a:lnTo>
                    <a:pt x="5037649" y="189122"/>
                  </a:lnTo>
                  <a:lnTo>
                    <a:pt x="5037742" y="189122"/>
                  </a:lnTo>
                  <a:lnTo>
                    <a:pt x="5037836" y="189122"/>
                  </a:lnTo>
                  <a:lnTo>
                    <a:pt x="5037929" y="189122"/>
                  </a:lnTo>
                  <a:lnTo>
                    <a:pt x="5038022" y="189122"/>
                  </a:lnTo>
                  <a:lnTo>
                    <a:pt x="5038115" y="189122"/>
                  </a:lnTo>
                  <a:lnTo>
                    <a:pt x="5038209" y="189122"/>
                  </a:lnTo>
                  <a:lnTo>
                    <a:pt x="5038302" y="189122"/>
                  </a:lnTo>
                  <a:lnTo>
                    <a:pt x="5038395" y="189122"/>
                  </a:lnTo>
                  <a:lnTo>
                    <a:pt x="5038488" y="189122"/>
                  </a:lnTo>
                  <a:lnTo>
                    <a:pt x="5038582" y="189122"/>
                  </a:lnTo>
                  <a:lnTo>
                    <a:pt x="5038675" y="189122"/>
                  </a:lnTo>
                  <a:lnTo>
                    <a:pt x="5038768" y="189122"/>
                  </a:lnTo>
                  <a:lnTo>
                    <a:pt x="5038861" y="189122"/>
                  </a:lnTo>
                  <a:lnTo>
                    <a:pt x="5038955" y="189122"/>
                  </a:lnTo>
                  <a:lnTo>
                    <a:pt x="5039048" y="189122"/>
                  </a:lnTo>
                  <a:lnTo>
                    <a:pt x="5039141" y="189122"/>
                  </a:lnTo>
                  <a:lnTo>
                    <a:pt x="5039234" y="189122"/>
                  </a:lnTo>
                  <a:lnTo>
                    <a:pt x="5039328" y="189122"/>
                  </a:lnTo>
                  <a:lnTo>
                    <a:pt x="5039421" y="189122"/>
                  </a:lnTo>
                  <a:lnTo>
                    <a:pt x="5039514" y="189122"/>
                  </a:lnTo>
                  <a:lnTo>
                    <a:pt x="5039607" y="189122"/>
                  </a:lnTo>
                  <a:lnTo>
                    <a:pt x="5039701" y="189122"/>
                  </a:lnTo>
                  <a:lnTo>
                    <a:pt x="5039794" y="189122"/>
                  </a:lnTo>
                  <a:lnTo>
                    <a:pt x="5039887" y="189122"/>
                  </a:lnTo>
                  <a:lnTo>
                    <a:pt x="5039980" y="189122"/>
                  </a:lnTo>
                  <a:lnTo>
                    <a:pt x="5040074" y="189122"/>
                  </a:lnTo>
                  <a:lnTo>
                    <a:pt x="5040167" y="189122"/>
                  </a:lnTo>
                  <a:lnTo>
                    <a:pt x="5040260" y="189122"/>
                  </a:lnTo>
                  <a:lnTo>
                    <a:pt x="5040353" y="189122"/>
                  </a:lnTo>
                  <a:lnTo>
                    <a:pt x="5040447" y="189122"/>
                  </a:lnTo>
                  <a:lnTo>
                    <a:pt x="5040540" y="189122"/>
                  </a:lnTo>
                  <a:lnTo>
                    <a:pt x="5040633" y="189122"/>
                  </a:lnTo>
                  <a:lnTo>
                    <a:pt x="5040726" y="189122"/>
                  </a:lnTo>
                  <a:lnTo>
                    <a:pt x="5040820" y="189122"/>
                  </a:lnTo>
                  <a:lnTo>
                    <a:pt x="5040913" y="189122"/>
                  </a:lnTo>
                  <a:lnTo>
                    <a:pt x="5041006" y="189122"/>
                  </a:lnTo>
                  <a:lnTo>
                    <a:pt x="5041099" y="189122"/>
                  </a:lnTo>
                  <a:lnTo>
                    <a:pt x="5041193" y="189122"/>
                  </a:lnTo>
                  <a:lnTo>
                    <a:pt x="5041286" y="189122"/>
                  </a:lnTo>
                  <a:lnTo>
                    <a:pt x="5041379" y="189122"/>
                  </a:lnTo>
                  <a:lnTo>
                    <a:pt x="5041472" y="189122"/>
                  </a:lnTo>
                  <a:lnTo>
                    <a:pt x="5041566" y="189122"/>
                  </a:lnTo>
                  <a:lnTo>
                    <a:pt x="5041659" y="189122"/>
                  </a:lnTo>
                  <a:lnTo>
                    <a:pt x="5041752" y="189122"/>
                  </a:lnTo>
                  <a:lnTo>
                    <a:pt x="5041845" y="189122"/>
                  </a:lnTo>
                  <a:lnTo>
                    <a:pt x="5041939" y="189122"/>
                  </a:lnTo>
                  <a:lnTo>
                    <a:pt x="5042032" y="189122"/>
                  </a:lnTo>
                  <a:lnTo>
                    <a:pt x="5042125" y="189122"/>
                  </a:lnTo>
                  <a:lnTo>
                    <a:pt x="5042218" y="189122"/>
                  </a:lnTo>
                  <a:lnTo>
                    <a:pt x="5042312" y="189122"/>
                  </a:lnTo>
                  <a:lnTo>
                    <a:pt x="5042405" y="189122"/>
                  </a:lnTo>
                  <a:lnTo>
                    <a:pt x="5042498" y="189122"/>
                  </a:lnTo>
                  <a:lnTo>
                    <a:pt x="5042591" y="189122"/>
                  </a:lnTo>
                  <a:lnTo>
                    <a:pt x="5042685" y="189122"/>
                  </a:lnTo>
                  <a:lnTo>
                    <a:pt x="5042778" y="189122"/>
                  </a:lnTo>
                  <a:lnTo>
                    <a:pt x="5042871" y="189122"/>
                  </a:lnTo>
                  <a:lnTo>
                    <a:pt x="5042964" y="189122"/>
                  </a:lnTo>
                  <a:lnTo>
                    <a:pt x="5043058" y="189122"/>
                  </a:lnTo>
                  <a:lnTo>
                    <a:pt x="5043151" y="189122"/>
                  </a:lnTo>
                  <a:lnTo>
                    <a:pt x="5043244" y="189122"/>
                  </a:lnTo>
                  <a:lnTo>
                    <a:pt x="5043337" y="189122"/>
                  </a:lnTo>
                  <a:lnTo>
                    <a:pt x="5043431" y="189122"/>
                  </a:lnTo>
                  <a:lnTo>
                    <a:pt x="5043524" y="189122"/>
                  </a:lnTo>
                  <a:lnTo>
                    <a:pt x="5043617" y="189122"/>
                  </a:lnTo>
                  <a:lnTo>
                    <a:pt x="5043710" y="189122"/>
                  </a:lnTo>
                  <a:lnTo>
                    <a:pt x="5043803" y="189122"/>
                  </a:lnTo>
                  <a:lnTo>
                    <a:pt x="5043897" y="189122"/>
                  </a:lnTo>
                  <a:lnTo>
                    <a:pt x="5043990" y="189122"/>
                  </a:lnTo>
                  <a:lnTo>
                    <a:pt x="5044083" y="189122"/>
                  </a:lnTo>
                  <a:lnTo>
                    <a:pt x="5044176" y="189122"/>
                  </a:lnTo>
                  <a:lnTo>
                    <a:pt x="5044270" y="189122"/>
                  </a:lnTo>
                  <a:lnTo>
                    <a:pt x="5044363" y="189122"/>
                  </a:lnTo>
                  <a:lnTo>
                    <a:pt x="5044456" y="189122"/>
                  </a:lnTo>
                  <a:lnTo>
                    <a:pt x="5044549" y="189122"/>
                  </a:lnTo>
                  <a:lnTo>
                    <a:pt x="5044643" y="189122"/>
                  </a:lnTo>
                  <a:lnTo>
                    <a:pt x="5044736" y="189122"/>
                  </a:lnTo>
                  <a:lnTo>
                    <a:pt x="5044829" y="189122"/>
                  </a:lnTo>
                  <a:lnTo>
                    <a:pt x="5044922" y="189122"/>
                  </a:lnTo>
                  <a:lnTo>
                    <a:pt x="5045016" y="189122"/>
                  </a:lnTo>
                  <a:lnTo>
                    <a:pt x="5045109" y="189122"/>
                  </a:lnTo>
                  <a:lnTo>
                    <a:pt x="5045202" y="189122"/>
                  </a:lnTo>
                  <a:lnTo>
                    <a:pt x="5045295" y="189122"/>
                  </a:lnTo>
                  <a:lnTo>
                    <a:pt x="5045389" y="189122"/>
                  </a:lnTo>
                  <a:lnTo>
                    <a:pt x="5045482" y="189122"/>
                  </a:lnTo>
                  <a:lnTo>
                    <a:pt x="5045575" y="189122"/>
                  </a:lnTo>
                  <a:lnTo>
                    <a:pt x="5045668" y="189122"/>
                  </a:lnTo>
                  <a:lnTo>
                    <a:pt x="5045762" y="189122"/>
                  </a:lnTo>
                  <a:lnTo>
                    <a:pt x="5045855" y="189122"/>
                  </a:lnTo>
                  <a:lnTo>
                    <a:pt x="5045948" y="189122"/>
                  </a:lnTo>
                  <a:lnTo>
                    <a:pt x="5046041" y="189122"/>
                  </a:lnTo>
                  <a:lnTo>
                    <a:pt x="5046135" y="189122"/>
                  </a:lnTo>
                  <a:lnTo>
                    <a:pt x="5046228" y="189122"/>
                  </a:lnTo>
                  <a:lnTo>
                    <a:pt x="5046321" y="189122"/>
                  </a:lnTo>
                  <a:lnTo>
                    <a:pt x="5046414" y="189122"/>
                  </a:lnTo>
                  <a:lnTo>
                    <a:pt x="5046508" y="189122"/>
                  </a:lnTo>
                  <a:lnTo>
                    <a:pt x="5046601" y="189122"/>
                  </a:lnTo>
                  <a:lnTo>
                    <a:pt x="5046694" y="189122"/>
                  </a:lnTo>
                  <a:lnTo>
                    <a:pt x="5046787" y="189122"/>
                  </a:lnTo>
                  <a:lnTo>
                    <a:pt x="5046881" y="189122"/>
                  </a:lnTo>
                  <a:lnTo>
                    <a:pt x="5046974" y="189122"/>
                  </a:lnTo>
                  <a:lnTo>
                    <a:pt x="5047067" y="189122"/>
                  </a:lnTo>
                  <a:lnTo>
                    <a:pt x="5047160" y="189122"/>
                  </a:lnTo>
                  <a:lnTo>
                    <a:pt x="5047254" y="189122"/>
                  </a:lnTo>
                  <a:lnTo>
                    <a:pt x="5047347" y="189122"/>
                  </a:lnTo>
                  <a:lnTo>
                    <a:pt x="5047440" y="189122"/>
                  </a:lnTo>
                  <a:lnTo>
                    <a:pt x="5047533" y="189122"/>
                  </a:lnTo>
                  <a:lnTo>
                    <a:pt x="5047627" y="189122"/>
                  </a:lnTo>
                  <a:lnTo>
                    <a:pt x="5047720" y="189122"/>
                  </a:lnTo>
                  <a:lnTo>
                    <a:pt x="5047813" y="189122"/>
                  </a:lnTo>
                  <a:lnTo>
                    <a:pt x="5047906" y="189122"/>
                  </a:lnTo>
                  <a:lnTo>
                    <a:pt x="5048000" y="189122"/>
                  </a:lnTo>
                  <a:lnTo>
                    <a:pt x="5048093" y="189122"/>
                  </a:lnTo>
                  <a:lnTo>
                    <a:pt x="5048186" y="189122"/>
                  </a:lnTo>
                  <a:lnTo>
                    <a:pt x="5048279" y="189122"/>
                  </a:lnTo>
                  <a:lnTo>
                    <a:pt x="5048373" y="189122"/>
                  </a:lnTo>
                  <a:lnTo>
                    <a:pt x="5048466" y="189122"/>
                  </a:lnTo>
                  <a:lnTo>
                    <a:pt x="5048559" y="189122"/>
                  </a:lnTo>
                  <a:lnTo>
                    <a:pt x="5048652" y="189122"/>
                  </a:lnTo>
                  <a:lnTo>
                    <a:pt x="5048746" y="189122"/>
                  </a:lnTo>
                  <a:lnTo>
                    <a:pt x="5048839" y="189122"/>
                  </a:lnTo>
                  <a:lnTo>
                    <a:pt x="5048932" y="189122"/>
                  </a:lnTo>
                  <a:lnTo>
                    <a:pt x="5049025" y="189122"/>
                  </a:lnTo>
                  <a:lnTo>
                    <a:pt x="5049119" y="189122"/>
                  </a:lnTo>
                  <a:lnTo>
                    <a:pt x="5049212" y="189122"/>
                  </a:lnTo>
                  <a:lnTo>
                    <a:pt x="5049305" y="189122"/>
                  </a:lnTo>
                  <a:lnTo>
                    <a:pt x="5049398" y="189122"/>
                  </a:lnTo>
                  <a:lnTo>
                    <a:pt x="5049492" y="189122"/>
                  </a:lnTo>
                  <a:lnTo>
                    <a:pt x="5049585" y="189122"/>
                  </a:lnTo>
                  <a:lnTo>
                    <a:pt x="5049678" y="189122"/>
                  </a:lnTo>
                  <a:lnTo>
                    <a:pt x="5049771" y="189122"/>
                  </a:lnTo>
                  <a:lnTo>
                    <a:pt x="5049865" y="189122"/>
                  </a:lnTo>
                  <a:lnTo>
                    <a:pt x="5049958" y="189122"/>
                  </a:lnTo>
                  <a:lnTo>
                    <a:pt x="5050051" y="189122"/>
                  </a:lnTo>
                  <a:lnTo>
                    <a:pt x="5050144" y="189122"/>
                  </a:lnTo>
                  <a:lnTo>
                    <a:pt x="5050238" y="189122"/>
                  </a:lnTo>
                  <a:lnTo>
                    <a:pt x="5050331" y="189122"/>
                  </a:lnTo>
                  <a:lnTo>
                    <a:pt x="5050424" y="189122"/>
                  </a:lnTo>
                  <a:lnTo>
                    <a:pt x="5050517" y="189122"/>
                  </a:lnTo>
                  <a:lnTo>
                    <a:pt x="5050611" y="189122"/>
                  </a:lnTo>
                  <a:lnTo>
                    <a:pt x="5050704" y="189122"/>
                  </a:lnTo>
                  <a:lnTo>
                    <a:pt x="5050797" y="189122"/>
                  </a:lnTo>
                  <a:lnTo>
                    <a:pt x="5050890" y="189122"/>
                  </a:lnTo>
                  <a:lnTo>
                    <a:pt x="5050983" y="189122"/>
                  </a:lnTo>
                  <a:lnTo>
                    <a:pt x="5051077" y="189122"/>
                  </a:lnTo>
                  <a:lnTo>
                    <a:pt x="5051170" y="189122"/>
                  </a:lnTo>
                  <a:lnTo>
                    <a:pt x="5051263" y="189122"/>
                  </a:lnTo>
                  <a:lnTo>
                    <a:pt x="5051356" y="189122"/>
                  </a:lnTo>
                  <a:lnTo>
                    <a:pt x="5051450" y="189122"/>
                  </a:lnTo>
                  <a:lnTo>
                    <a:pt x="5051543" y="189122"/>
                  </a:lnTo>
                  <a:lnTo>
                    <a:pt x="5051636" y="189122"/>
                  </a:lnTo>
                  <a:lnTo>
                    <a:pt x="5051729" y="189122"/>
                  </a:lnTo>
                  <a:lnTo>
                    <a:pt x="5051823" y="189122"/>
                  </a:lnTo>
                  <a:lnTo>
                    <a:pt x="5051916" y="189122"/>
                  </a:lnTo>
                  <a:lnTo>
                    <a:pt x="5052009" y="189122"/>
                  </a:lnTo>
                  <a:lnTo>
                    <a:pt x="5052102" y="189122"/>
                  </a:lnTo>
                  <a:lnTo>
                    <a:pt x="5052196" y="189122"/>
                  </a:lnTo>
                  <a:lnTo>
                    <a:pt x="5052289" y="189122"/>
                  </a:lnTo>
                  <a:lnTo>
                    <a:pt x="5052382" y="189122"/>
                  </a:lnTo>
                  <a:lnTo>
                    <a:pt x="5052475" y="189122"/>
                  </a:lnTo>
                  <a:lnTo>
                    <a:pt x="5052569" y="189122"/>
                  </a:lnTo>
                  <a:lnTo>
                    <a:pt x="5052662" y="189122"/>
                  </a:lnTo>
                  <a:lnTo>
                    <a:pt x="5052755" y="189122"/>
                  </a:lnTo>
                  <a:lnTo>
                    <a:pt x="5052848" y="189122"/>
                  </a:lnTo>
                  <a:lnTo>
                    <a:pt x="5052942" y="189122"/>
                  </a:lnTo>
                  <a:lnTo>
                    <a:pt x="5053035" y="189122"/>
                  </a:lnTo>
                  <a:lnTo>
                    <a:pt x="5053128" y="189122"/>
                  </a:lnTo>
                  <a:lnTo>
                    <a:pt x="5053221" y="189122"/>
                  </a:lnTo>
                  <a:lnTo>
                    <a:pt x="5053315" y="189122"/>
                  </a:lnTo>
                  <a:lnTo>
                    <a:pt x="5053408" y="189122"/>
                  </a:lnTo>
                  <a:lnTo>
                    <a:pt x="5053501" y="189122"/>
                  </a:lnTo>
                  <a:lnTo>
                    <a:pt x="5053594" y="189122"/>
                  </a:lnTo>
                  <a:lnTo>
                    <a:pt x="5053688" y="189122"/>
                  </a:lnTo>
                  <a:lnTo>
                    <a:pt x="5053781" y="189122"/>
                  </a:lnTo>
                  <a:lnTo>
                    <a:pt x="5053874" y="189122"/>
                  </a:lnTo>
                  <a:lnTo>
                    <a:pt x="5053967" y="189122"/>
                  </a:lnTo>
                  <a:lnTo>
                    <a:pt x="5054061" y="189122"/>
                  </a:lnTo>
                  <a:lnTo>
                    <a:pt x="5054154" y="189122"/>
                  </a:lnTo>
                  <a:lnTo>
                    <a:pt x="5054247" y="189122"/>
                  </a:lnTo>
                  <a:lnTo>
                    <a:pt x="5054340" y="189122"/>
                  </a:lnTo>
                  <a:lnTo>
                    <a:pt x="5054434" y="189122"/>
                  </a:lnTo>
                  <a:lnTo>
                    <a:pt x="5054527" y="189122"/>
                  </a:lnTo>
                  <a:lnTo>
                    <a:pt x="5054620" y="189122"/>
                  </a:lnTo>
                  <a:lnTo>
                    <a:pt x="5054713" y="189122"/>
                  </a:lnTo>
                  <a:lnTo>
                    <a:pt x="5054807" y="189122"/>
                  </a:lnTo>
                  <a:lnTo>
                    <a:pt x="5054900" y="189122"/>
                  </a:lnTo>
                  <a:lnTo>
                    <a:pt x="5054993" y="189122"/>
                  </a:lnTo>
                  <a:lnTo>
                    <a:pt x="5055086" y="189122"/>
                  </a:lnTo>
                  <a:lnTo>
                    <a:pt x="5055180" y="189122"/>
                  </a:lnTo>
                  <a:lnTo>
                    <a:pt x="5055273" y="189122"/>
                  </a:lnTo>
                  <a:lnTo>
                    <a:pt x="5055366" y="189122"/>
                  </a:lnTo>
                  <a:lnTo>
                    <a:pt x="5055459" y="189122"/>
                  </a:lnTo>
                  <a:lnTo>
                    <a:pt x="5055553" y="189122"/>
                  </a:lnTo>
                  <a:lnTo>
                    <a:pt x="5055646" y="189122"/>
                  </a:lnTo>
                  <a:lnTo>
                    <a:pt x="5055739" y="189122"/>
                  </a:lnTo>
                  <a:lnTo>
                    <a:pt x="5055832" y="189122"/>
                  </a:lnTo>
                  <a:lnTo>
                    <a:pt x="5055926" y="189122"/>
                  </a:lnTo>
                  <a:lnTo>
                    <a:pt x="5056019" y="189122"/>
                  </a:lnTo>
                  <a:lnTo>
                    <a:pt x="5056112" y="189122"/>
                  </a:lnTo>
                  <a:lnTo>
                    <a:pt x="5056205" y="189122"/>
                  </a:lnTo>
                  <a:lnTo>
                    <a:pt x="5056299" y="189122"/>
                  </a:lnTo>
                  <a:lnTo>
                    <a:pt x="5056392" y="189122"/>
                  </a:lnTo>
                  <a:lnTo>
                    <a:pt x="5056485" y="189122"/>
                  </a:lnTo>
                  <a:lnTo>
                    <a:pt x="5056578" y="189122"/>
                  </a:lnTo>
                  <a:lnTo>
                    <a:pt x="5056672" y="189122"/>
                  </a:lnTo>
                  <a:lnTo>
                    <a:pt x="5056765" y="189122"/>
                  </a:lnTo>
                  <a:lnTo>
                    <a:pt x="5056858" y="189122"/>
                  </a:lnTo>
                  <a:lnTo>
                    <a:pt x="5056951" y="189122"/>
                  </a:lnTo>
                  <a:lnTo>
                    <a:pt x="5057045" y="189122"/>
                  </a:lnTo>
                  <a:lnTo>
                    <a:pt x="5057138" y="189122"/>
                  </a:lnTo>
                  <a:lnTo>
                    <a:pt x="5057231" y="189122"/>
                  </a:lnTo>
                  <a:lnTo>
                    <a:pt x="5057324" y="189122"/>
                  </a:lnTo>
                  <a:lnTo>
                    <a:pt x="5057418" y="189122"/>
                  </a:lnTo>
                  <a:lnTo>
                    <a:pt x="5057511" y="189122"/>
                  </a:lnTo>
                  <a:lnTo>
                    <a:pt x="5057604" y="189122"/>
                  </a:lnTo>
                  <a:lnTo>
                    <a:pt x="5057697" y="189122"/>
                  </a:lnTo>
                  <a:lnTo>
                    <a:pt x="5057790" y="189122"/>
                  </a:lnTo>
                  <a:lnTo>
                    <a:pt x="5057884" y="189122"/>
                  </a:lnTo>
                  <a:lnTo>
                    <a:pt x="5057977" y="189122"/>
                  </a:lnTo>
                  <a:lnTo>
                    <a:pt x="5058070" y="189122"/>
                  </a:lnTo>
                  <a:lnTo>
                    <a:pt x="5058163" y="189122"/>
                  </a:lnTo>
                  <a:lnTo>
                    <a:pt x="5058257" y="189122"/>
                  </a:lnTo>
                  <a:lnTo>
                    <a:pt x="5058350" y="189122"/>
                  </a:lnTo>
                  <a:lnTo>
                    <a:pt x="5058443" y="189122"/>
                  </a:lnTo>
                  <a:lnTo>
                    <a:pt x="5058536" y="189122"/>
                  </a:lnTo>
                  <a:lnTo>
                    <a:pt x="5058630" y="189122"/>
                  </a:lnTo>
                  <a:lnTo>
                    <a:pt x="5058723" y="189122"/>
                  </a:lnTo>
                  <a:lnTo>
                    <a:pt x="5058816" y="189122"/>
                  </a:lnTo>
                  <a:lnTo>
                    <a:pt x="5058909" y="189122"/>
                  </a:lnTo>
                  <a:lnTo>
                    <a:pt x="5059003" y="189122"/>
                  </a:lnTo>
                  <a:lnTo>
                    <a:pt x="5059096" y="189122"/>
                  </a:lnTo>
                  <a:lnTo>
                    <a:pt x="5059189" y="189122"/>
                  </a:lnTo>
                  <a:lnTo>
                    <a:pt x="5059282" y="189122"/>
                  </a:lnTo>
                  <a:lnTo>
                    <a:pt x="5059376" y="189122"/>
                  </a:lnTo>
                  <a:lnTo>
                    <a:pt x="5059469" y="189122"/>
                  </a:lnTo>
                  <a:lnTo>
                    <a:pt x="5059562" y="189122"/>
                  </a:lnTo>
                  <a:lnTo>
                    <a:pt x="5059655" y="189122"/>
                  </a:lnTo>
                  <a:lnTo>
                    <a:pt x="5059749" y="189122"/>
                  </a:lnTo>
                  <a:lnTo>
                    <a:pt x="5059842" y="189122"/>
                  </a:lnTo>
                  <a:lnTo>
                    <a:pt x="5059935" y="189122"/>
                  </a:lnTo>
                  <a:lnTo>
                    <a:pt x="5060028" y="189122"/>
                  </a:lnTo>
                  <a:lnTo>
                    <a:pt x="5060122" y="189122"/>
                  </a:lnTo>
                  <a:lnTo>
                    <a:pt x="5060215" y="189122"/>
                  </a:lnTo>
                  <a:lnTo>
                    <a:pt x="5060308" y="189122"/>
                  </a:lnTo>
                  <a:lnTo>
                    <a:pt x="5060401" y="189122"/>
                  </a:lnTo>
                  <a:lnTo>
                    <a:pt x="5060495" y="189122"/>
                  </a:lnTo>
                  <a:lnTo>
                    <a:pt x="5060588" y="189122"/>
                  </a:lnTo>
                  <a:lnTo>
                    <a:pt x="5060681" y="189122"/>
                  </a:lnTo>
                  <a:lnTo>
                    <a:pt x="5060774" y="189122"/>
                  </a:lnTo>
                  <a:lnTo>
                    <a:pt x="5060868" y="189122"/>
                  </a:lnTo>
                  <a:lnTo>
                    <a:pt x="5060961" y="189122"/>
                  </a:lnTo>
                  <a:lnTo>
                    <a:pt x="5061054" y="189122"/>
                  </a:lnTo>
                  <a:lnTo>
                    <a:pt x="5061147" y="189122"/>
                  </a:lnTo>
                  <a:lnTo>
                    <a:pt x="5061241" y="189122"/>
                  </a:lnTo>
                  <a:lnTo>
                    <a:pt x="5061334" y="189122"/>
                  </a:lnTo>
                  <a:lnTo>
                    <a:pt x="5061427" y="189122"/>
                  </a:lnTo>
                  <a:lnTo>
                    <a:pt x="5061520" y="189122"/>
                  </a:lnTo>
                  <a:lnTo>
                    <a:pt x="5061614" y="189122"/>
                  </a:lnTo>
                  <a:lnTo>
                    <a:pt x="5061707" y="189122"/>
                  </a:lnTo>
                  <a:lnTo>
                    <a:pt x="5061800" y="189122"/>
                  </a:lnTo>
                  <a:lnTo>
                    <a:pt x="5061893" y="189122"/>
                  </a:lnTo>
                  <a:lnTo>
                    <a:pt x="5061987" y="189122"/>
                  </a:lnTo>
                  <a:lnTo>
                    <a:pt x="5062080" y="189122"/>
                  </a:lnTo>
                  <a:lnTo>
                    <a:pt x="5062173" y="189122"/>
                  </a:lnTo>
                  <a:lnTo>
                    <a:pt x="5062266" y="189122"/>
                  </a:lnTo>
                  <a:lnTo>
                    <a:pt x="5062360" y="189122"/>
                  </a:lnTo>
                  <a:lnTo>
                    <a:pt x="5062453" y="189122"/>
                  </a:lnTo>
                  <a:lnTo>
                    <a:pt x="5062546" y="189122"/>
                  </a:lnTo>
                  <a:lnTo>
                    <a:pt x="5062639" y="189122"/>
                  </a:lnTo>
                  <a:lnTo>
                    <a:pt x="5062733" y="189122"/>
                  </a:lnTo>
                  <a:lnTo>
                    <a:pt x="5062826" y="189122"/>
                  </a:lnTo>
                  <a:lnTo>
                    <a:pt x="5062919" y="189122"/>
                  </a:lnTo>
                  <a:lnTo>
                    <a:pt x="5063012" y="189122"/>
                  </a:lnTo>
                  <a:lnTo>
                    <a:pt x="5063106" y="189122"/>
                  </a:lnTo>
                  <a:lnTo>
                    <a:pt x="5063199" y="189122"/>
                  </a:lnTo>
                  <a:lnTo>
                    <a:pt x="5063292" y="189122"/>
                  </a:lnTo>
                  <a:lnTo>
                    <a:pt x="5063385" y="189122"/>
                  </a:lnTo>
                  <a:lnTo>
                    <a:pt x="5063479" y="189122"/>
                  </a:lnTo>
                  <a:lnTo>
                    <a:pt x="5063572" y="189122"/>
                  </a:lnTo>
                  <a:lnTo>
                    <a:pt x="5063665" y="189122"/>
                  </a:lnTo>
                  <a:lnTo>
                    <a:pt x="5063758" y="189122"/>
                  </a:lnTo>
                  <a:lnTo>
                    <a:pt x="5063852" y="189122"/>
                  </a:lnTo>
                  <a:lnTo>
                    <a:pt x="5063945" y="189122"/>
                  </a:lnTo>
                  <a:lnTo>
                    <a:pt x="5064038" y="189122"/>
                  </a:lnTo>
                  <a:lnTo>
                    <a:pt x="5064131" y="189122"/>
                  </a:lnTo>
                  <a:lnTo>
                    <a:pt x="5064225" y="189122"/>
                  </a:lnTo>
                  <a:lnTo>
                    <a:pt x="5064318" y="189122"/>
                  </a:lnTo>
                  <a:lnTo>
                    <a:pt x="5064411" y="189122"/>
                  </a:lnTo>
                  <a:lnTo>
                    <a:pt x="5064504" y="189122"/>
                  </a:lnTo>
                  <a:lnTo>
                    <a:pt x="5064597" y="189122"/>
                  </a:lnTo>
                  <a:lnTo>
                    <a:pt x="5064691" y="189122"/>
                  </a:lnTo>
                  <a:lnTo>
                    <a:pt x="5064784" y="189122"/>
                  </a:lnTo>
                  <a:lnTo>
                    <a:pt x="5064877" y="189122"/>
                  </a:lnTo>
                  <a:lnTo>
                    <a:pt x="5064970" y="189122"/>
                  </a:lnTo>
                  <a:lnTo>
                    <a:pt x="5065064" y="189122"/>
                  </a:lnTo>
                  <a:lnTo>
                    <a:pt x="5065157" y="189122"/>
                  </a:lnTo>
                  <a:lnTo>
                    <a:pt x="5065250" y="189122"/>
                  </a:lnTo>
                  <a:lnTo>
                    <a:pt x="5065343" y="189122"/>
                  </a:lnTo>
                  <a:lnTo>
                    <a:pt x="5065437" y="189122"/>
                  </a:lnTo>
                  <a:lnTo>
                    <a:pt x="5065530" y="189122"/>
                  </a:lnTo>
                  <a:lnTo>
                    <a:pt x="5065623" y="189122"/>
                  </a:lnTo>
                  <a:lnTo>
                    <a:pt x="5065716" y="189122"/>
                  </a:lnTo>
                  <a:lnTo>
                    <a:pt x="5065810" y="189122"/>
                  </a:lnTo>
                  <a:lnTo>
                    <a:pt x="5065903" y="189122"/>
                  </a:lnTo>
                  <a:lnTo>
                    <a:pt x="5065996" y="189122"/>
                  </a:lnTo>
                  <a:lnTo>
                    <a:pt x="5066089" y="189122"/>
                  </a:lnTo>
                  <a:lnTo>
                    <a:pt x="5066183" y="189122"/>
                  </a:lnTo>
                  <a:lnTo>
                    <a:pt x="5066276" y="189122"/>
                  </a:lnTo>
                  <a:lnTo>
                    <a:pt x="5066369" y="189122"/>
                  </a:lnTo>
                  <a:lnTo>
                    <a:pt x="5066462" y="189122"/>
                  </a:lnTo>
                  <a:lnTo>
                    <a:pt x="5066556" y="189122"/>
                  </a:lnTo>
                  <a:lnTo>
                    <a:pt x="5066649" y="189122"/>
                  </a:lnTo>
                  <a:lnTo>
                    <a:pt x="5066742" y="189122"/>
                  </a:lnTo>
                  <a:lnTo>
                    <a:pt x="5066835" y="189122"/>
                  </a:lnTo>
                  <a:lnTo>
                    <a:pt x="5066929" y="189122"/>
                  </a:lnTo>
                  <a:lnTo>
                    <a:pt x="5067022" y="189122"/>
                  </a:lnTo>
                  <a:lnTo>
                    <a:pt x="5067115" y="189122"/>
                  </a:lnTo>
                  <a:lnTo>
                    <a:pt x="5067208" y="189122"/>
                  </a:lnTo>
                  <a:lnTo>
                    <a:pt x="5067302" y="189122"/>
                  </a:lnTo>
                  <a:lnTo>
                    <a:pt x="5067395" y="189122"/>
                  </a:lnTo>
                  <a:lnTo>
                    <a:pt x="5067488" y="189122"/>
                  </a:lnTo>
                  <a:lnTo>
                    <a:pt x="5067581" y="189122"/>
                  </a:lnTo>
                  <a:lnTo>
                    <a:pt x="5067675" y="189122"/>
                  </a:lnTo>
                  <a:lnTo>
                    <a:pt x="5067768" y="189122"/>
                  </a:lnTo>
                  <a:lnTo>
                    <a:pt x="5067861" y="189122"/>
                  </a:lnTo>
                  <a:lnTo>
                    <a:pt x="5067954" y="189122"/>
                  </a:lnTo>
                  <a:lnTo>
                    <a:pt x="5068048" y="189122"/>
                  </a:lnTo>
                  <a:lnTo>
                    <a:pt x="5068141" y="189122"/>
                  </a:lnTo>
                  <a:lnTo>
                    <a:pt x="5068234" y="189122"/>
                  </a:lnTo>
                  <a:lnTo>
                    <a:pt x="5068327" y="189122"/>
                  </a:lnTo>
                  <a:lnTo>
                    <a:pt x="5068421" y="189122"/>
                  </a:lnTo>
                  <a:lnTo>
                    <a:pt x="5068514" y="189122"/>
                  </a:lnTo>
                  <a:lnTo>
                    <a:pt x="5068607" y="189122"/>
                  </a:lnTo>
                  <a:lnTo>
                    <a:pt x="5068700" y="189122"/>
                  </a:lnTo>
                  <a:lnTo>
                    <a:pt x="5068794" y="189122"/>
                  </a:lnTo>
                  <a:lnTo>
                    <a:pt x="5068887" y="189122"/>
                  </a:lnTo>
                  <a:lnTo>
                    <a:pt x="5068980" y="189122"/>
                  </a:lnTo>
                  <a:lnTo>
                    <a:pt x="5069073" y="189122"/>
                  </a:lnTo>
                  <a:lnTo>
                    <a:pt x="5069167" y="189122"/>
                  </a:lnTo>
                  <a:lnTo>
                    <a:pt x="5069260" y="189122"/>
                  </a:lnTo>
                  <a:lnTo>
                    <a:pt x="5069353" y="189122"/>
                  </a:lnTo>
                  <a:lnTo>
                    <a:pt x="5069446" y="189122"/>
                  </a:lnTo>
                  <a:lnTo>
                    <a:pt x="5069540" y="189122"/>
                  </a:lnTo>
                  <a:lnTo>
                    <a:pt x="5069633" y="189122"/>
                  </a:lnTo>
                  <a:lnTo>
                    <a:pt x="5069726" y="189122"/>
                  </a:lnTo>
                  <a:lnTo>
                    <a:pt x="5069819" y="189122"/>
                  </a:lnTo>
                  <a:lnTo>
                    <a:pt x="5069913" y="189122"/>
                  </a:lnTo>
                  <a:lnTo>
                    <a:pt x="5070006" y="189122"/>
                  </a:lnTo>
                  <a:lnTo>
                    <a:pt x="5070099" y="189122"/>
                  </a:lnTo>
                  <a:lnTo>
                    <a:pt x="5070192" y="189122"/>
                  </a:lnTo>
                  <a:lnTo>
                    <a:pt x="5070286" y="189122"/>
                  </a:lnTo>
                  <a:lnTo>
                    <a:pt x="5070379" y="189122"/>
                  </a:lnTo>
                  <a:lnTo>
                    <a:pt x="5070472" y="189122"/>
                  </a:lnTo>
                  <a:lnTo>
                    <a:pt x="5070565" y="189122"/>
                  </a:lnTo>
                  <a:lnTo>
                    <a:pt x="5070659" y="189122"/>
                  </a:lnTo>
                  <a:lnTo>
                    <a:pt x="5070752" y="189122"/>
                  </a:lnTo>
                  <a:lnTo>
                    <a:pt x="5070845" y="189122"/>
                  </a:lnTo>
                  <a:lnTo>
                    <a:pt x="5070938" y="189122"/>
                  </a:lnTo>
                  <a:lnTo>
                    <a:pt x="5071032" y="189122"/>
                  </a:lnTo>
                  <a:lnTo>
                    <a:pt x="5071125" y="189122"/>
                  </a:lnTo>
                  <a:lnTo>
                    <a:pt x="5071218" y="189122"/>
                  </a:lnTo>
                  <a:lnTo>
                    <a:pt x="5071311" y="189122"/>
                  </a:lnTo>
                  <a:lnTo>
                    <a:pt x="5071405" y="189122"/>
                  </a:lnTo>
                  <a:lnTo>
                    <a:pt x="5071498" y="189122"/>
                  </a:lnTo>
                  <a:lnTo>
                    <a:pt x="5071591" y="189122"/>
                  </a:lnTo>
                  <a:lnTo>
                    <a:pt x="5071684" y="189122"/>
                  </a:lnTo>
                  <a:lnTo>
                    <a:pt x="5071777" y="189122"/>
                  </a:lnTo>
                  <a:lnTo>
                    <a:pt x="5071871" y="189122"/>
                  </a:lnTo>
                  <a:lnTo>
                    <a:pt x="5071964" y="189122"/>
                  </a:lnTo>
                  <a:lnTo>
                    <a:pt x="5072057" y="189122"/>
                  </a:lnTo>
                  <a:lnTo>
                    <a:pt x="5072150" y="189122"/>
                  </a:lnTo>
                  <a:lnTo>
                    <a:pt x="5072244" y="189122"/>
                  </a:lnTo>
                  <a:lnTo>
                    <a:pt x="5072337" y="189122"/>
                  </a:lnTo>
                  <a:lnTo>
                    <a:pt x="5072430" y="189122"/>
                  </a:lnTo>
                  <a:lnTo>
                    <a:pt x="5072523" y="189122"/>
                  </a:lnTo>
                  <a:lnTo>
                    <a:pt x="5072617" y="189122"/>
                  </a:lnTo>
                  <a:lnTo>
                    <a:pt x="5072710" y="189122"/>
                  </a:lnTo>
                  <a:lnTo>
                    <a:pt x="5072803" y="189122"/>
                  </a:lnTo>
                  <a:lnTo>
                    <a:pt x="5072896" y="189122"/>
                  </a:lnTo>
                  <a:lnTo>
                    <a:pt x="5072990" y="189122"/>
                  </a:lnTo>
                  <a:lnTo>
                    <a:pt x="5073083" y="189122"/>
                  </a:lnTo>
                  <a:lnTo>
                    <a:pt x="5073176" y="189122"/>
                  </a:lnTo>
                  <a:lnTo>
                    <a:pt x="5073269" y="189122"/>
                  </a:lnTo>
                  <a:lnTo>
                    <a:pt x="5073363" y="189122"/>
                  </a:lnTo>
                  <a:lnTo>
                    <a:pt x="5073456" y="189122"/>
                  </a:lnTo>
                  <a:lnTo>
                    <a:pt x="5073549" y="189122"/>
                  </a:lnTo>
                  <a:lnTo>
                    <a:pt x="5073642" y="189122"/>
                  </a:lnTo>
                  <a:lnTo>
                    <a:pt x="5073736" y="189122"/>
                  </a:lnTo>
                  <a:lnTo>
                    <a:pt x="5073829" y="189122"/>
                  </a:lnTo>
                  <a:lnTo>
                    <a:pt x="5073922" y="189122"/>
                  </a:lnTo>
                  <a:lnTo>
                    <a:pt x="5074015" y="189122"/>
                  </a:lnTo>
                  <a:lnTo>
                    <a:pt x="5074109" y="189122"/>
                  </a:lnTo>
                  <a:lnTo>
                    <a:pt x="5074202" y="189122"/>
                  </a:lnTo>
                  <a:lnTo>
                    <a:pt x="5074295" y="189122"/>
                  </a:lnTo>
                  <a:lnTo>
                    <a:pt x="5074388" y="189122"/>
                  </a:lnTo>
                  <a:lnTo>
                    <a:pt x="5074482" y="189122"/>
                  </a:lnTo>
                  <a:lnTo>
                    <a:pt x="5074575" y="189122"/>
                  </a:lnTo>
                  <a:lnTo>
                    <a:pt x="5074668" y="189122"/>
                  </a:lnTo>
                  <a:lnTo>
                    <a:pt x="5074761" y="189122"/>
                  </a:lnTo>
                  <a:lnTo>
                    <a:pt x="5074855" y="189122"/>
                  </a:lnTo>
                  <a:lnTo>
                    <a:pt x="5074948" y="189122"/>
                  </a:lnTo>
                  <a:lnTo>
                    <a:pt x="5075041" y="189122"/>
                  </a:lnTo>
                  <a:lnTo>
                    <a:pt x="5075134" y="189122"/>
                  </a:lnTo>
                  <a:lnTo>
                    <a:pt x="5075228" y="189122"/>
                  </a:lnTo>
                  <a:lnTo>
                    <a:pt x="5075321" y="189122"/>
                  </a:lnTo>
                  <a:lnTo>
                    <a:pt x="5075414" y="189122"/>
                  </a:lnTo>
                  <a:lnTo>
                    <a:pt x="5075507" y="189122"/>
                  </a:lnTo>
                  <a:lnTo>
                    <a:pt x="5075601" y="189122"/>
                  </a:lnTo>
                  <a:lnTo>
                    <a:pt x="5075694" y="189122"/>
                  </a:lnTo>
                  <a:lnTo>
                    <a:pt x="5075787" y="189122"/>
                  </a:lnTo>
                  <a:lnTo>
                    <a:pt x="5075880" y="189122"/>
                  </a:lnTo>
                  <a:lnTo>
                    <a:pt x="5075974" y="189122"/>
                  </a:lnTo>
                  <a:lnTo>
                    <a:pt x="5076067" y="189122"/>
                  </a:lnTo>
                  <a:lnTo>
                    <a:pt x="5076160" y="189122"/>
                  </a:lnTo>
                  <a:lnTo>
                    <a:pt x="5076253" y="189122"/>
                  </a:lnTo>
                  <a:lnTo>
                    <a:pt x="5076347" y="189122"/>
                  </a:lnTo>
                  <a:lnTo>
                    <a:pt x="5076440" y="189122"/>
                  </a:lnTo>
                  <a:lnTo>
                    <a:pt x="5076533" y="189122"/>
                  </a:lnTo>
                  <a:lnTo>
                    <a:pt x="5076626" y="189122"/>
                  </a:lnTo>
                  <a:lnTo>
                    <a:pt x="5076720" y="189122"/>
                  </a:lnTo>
                  <a:lnTo>
                    <a:pt x="5076813" y="189122"/>
                  </a:lnTo>
                  <a:lnTo>
                    <a:pt x="5076906" y="189122"/>
                  </a:lnTo>
                  <a:lnTo>
                    <a:pt x="5076999" y="189122"/>
                  </a:lnTo>
                  <a:lnTo>
                    <a:pt x="5077093" y="189122"/>
                  </a:lnTo>
                  <a:lnTo>
                    <a:pt x="5077186" y="189122"/>
                  </a:lnTo>
                  <a:lnTo>
                    <a:pt x="5077279" y="189122"/>
                  </a:lnTo>
                  <a:lnTo>
                    <a:pt x="5077372" y="189122"/>
                  </a:lnTo>
                  <a:lnTo>
                    <a:pt x="5077466" y="189122"/>
                  </a:lnTo>
                  <a:lnTo>
                    <a:pt x="5077559" y="189122"/>
                  </a:lnTo>
                  <a:lnTo>
                    <a:pt x="5077652" y="189122"/>
                  </a:lnTo>
                  <a:lnTo>
                    <a:pt x="5077745" y="189122"/>
                  </a:lnTo>
                  <a:lnTo>
                    <a:pt x="5077839" y="189122"/>
                  </a:lnTo>
                  <a:lnTo>
                    <a:pt x="5077932" y="189122"/>
                  </a:lnTo>
                  <a:lnTo>
                    <a:pt x="5078025" y="189122"/>
                  </a:lnTo>
                  <a:lnTo>
                    <a:pt x="5078118" y="189122"/>
                  </a:lnTo>
                  <a:lnTo>
                    <a:pt x="5078212" y="189122"/>
                  </a:lnTo>
                  <a:lnTo>
                    <a:pt x="5078305" y="189122"/>
                  </a:lnTo>
                  <a:lnTo>
                    <a:pt x="5078398" y="189122"/>
                  </a:lnTo>
                  <a:lnTo>
                    <a:pt x="5078491" y="189122"/>
                  </a:lnTo>
                  <a:lnTo>
                    <a:pt x="5078584" y="189122"/>
                  </a:lnTo>
                  <a:lnTo>
                    <a:pt x="5078678" y="189122"/>
                  </a:lnTo>
                  <a:lnTo>
                    <a:pt x="5078771" y="189122"/>
                  </a:lnTo>
                  <a:lnTo>
                    <a:pt x="5078864" y="189122"/>
                  </a:lnTo>
                  <a:lnTo>
                    <a:pt x="5078957" y="189122"/>
                  </a:lnTo>
                  <a:lnTo>
                    <a:pt x="5079051" y="189122"/>
                  </a:lnTo>
                  <a:lnTo>
                    <a:pt x="5079144" y="189122"/>
                  </a:lnTo>
                  <a:lnTo>
                    <a:pt x="5079237" y="189122"/>
                  </a:lnTo>
                  <a:lnTo>
                    <a:pt x="5079330" y="189122"/>
                  </a:lnTo>
                  <a:lnTo>
                    <a:pt x="5079424" y="189122"/>
                  </a:lnTo>
                  <a:lnTo>
                    <a:pt x="5079517" y="189122"/>
                  </a:lnTo>
                  <a:lnTo>
                    <a:pt x="5079610" y="189122"/>
                  </a:lnTo>
                  <a:lnTo>
                    <a:pt x="5079703" y="189122"/>
                  </a:lnTo>
                  <a:lnTo>
                    <a:pt x="5079797" y="189122"/>
                  </a:lnTo>
                  <a:lnTo>
                    <a:pt x="5079890" y="189122"/>
                  </a:lnTo>
                  <a:lnTo>
                    <a:pt x="5079983" y="189122"/>
                  </a:lnTo>
                  <a:lnTo>
                    <a:pt x="5080076" y="189122"/>
                  </a:lnTo>
                  <a:lnTo>
                    <a:pt x="5080170" y="189122"/>
                  </a:lnTo>
                  <a:lnTo>
                    <a:pt x="5080263" y="189122"/>
                  </a:lnTo>
                  <a:lnTo>
                    <a:pt x="5080356" y="189122"/>
                  </a:lnTo>
                  <a:lnTo>
                    <a:pt x="5080449" y="189122"/>
                  </a:lnTo>
                  <a:lnTo>
                    <a:pt x="5080543" y="189122"/>
                  </a:lnTo>
                  <a:lnTo>
                    <a:pt x="5080636" y="189122"/>
                  </a:lnTo>
                  <a:lnTo>
                    <a:pt x="5080729" y="189122"/>
                  </a:lnTo>
                  <a:lnTo>
                    <a:pt x="5080822" y="189122"/>
                  </a:lnTo>
                  <a:lnTo>
                    <a:pt x="5080916" y="189122"/>
                  </a:lnTo>
                  <a:lnTo>
                    <a:pt x="5081009" y="189122"/>
                  </a:lnTo>
                  <a:lnTo>
                    <a:pt x="5081102" y="189122"/>
                  </a:lnTo>
                  <a:lnTo>
                    <a:pt x="5081195" y="189122"/>
                  </a:lnTo>
                  <a:lnTo>
                    <a:pt x="5081289" y="189122"/>
                  </a:lnTo>
                  <a:lnTo>
                    <a:pt x="5081382" y="189122"/>
                  </a:lnTo>
                  <a:lnTo>
                    <a:pt x="5081475" y="189122"/>
                  </a:lnTo>
                  <a:lnTo>
                    <a:pt x="5081568" y="189122"/>
                  </a:lnTo>
                  <a:lnTo>
                    <a:pt x="5081662" y="189122"/>
                  </a:lnTo>
                  <a:lnTo>
                    <a:pt x="5081755" y="189122"/>
                  </a:lnTo>
                  <a:lnTo>
                    <a:pt x="5081848" y="189122"/>
                  </a:lnTo>
                  <a:lnTo>
                    <a:pt x="5081941" y="189122"/>
                  </a:lnTo>
                  <a:lnTo>
                    <a:pt x="5082035" y="189122"/>
                  </a:lnTo>
                  <a:lnTo>
                    <a:pt x="5082128" y="189122"/>
                  </a:lnTo>
                  <a:lnTo>
                    <a:pt x="5082221" y="189122"/>
                  </a:lnTo>
                  <a:lnTo>
                    <a:pt x="5082314" y="189122"/>
                  </a:lnTo>
                  <a:lnTo>
                    <a:pt x="5082408" y="189122"/>
                  </a:lnTo>
                  <a:lnTo>
                    <a:pt x="5082501" y="189122"/>
                  </a:lnTo>
                  <a:lnTo>
                    <a:pt x="5082594" y="189122"/>
                  </a:lnTo>
                  <a:lnTo>
                    <a:pt x="5082687" y="189122"/>
                  </a:lnTo>
                  <a:lnTo>
                    <a:pt x="5082781" y="189122"/>
                  </a:lnTo>
                  <a:lnTo>
                    <a:pt x="5082874" y="189122"/>
                  </a:lnTo>
                  <a:lnTo>
                    <a:pt x="5082967" y="189122"/>
                  </a:lnTo>
                  <a:lnTo>
                    <a:pt x="5083060" y="189122"/>
                  </a:lnTo>
                  <a:lnTo>
                    <a:pt x="5083154" y="189122"/>
                  </a:lnTo>
                  <a:lnTo>
                    <a:pt x="5083247" y="189122"/>
                  </a:lnTo>
                  <a:lnTo>
                    <a:pt x="5083340" y="189122"/>
                  </a:lnTo>
                  <a:lnTo>
                    <a:pt x="5083433" y="189122"/>
                  </a:lnTo>
                  <a:lnTo>
                    <a:pt x="5083527" y="189122"/>
                  </a:lnTo>
                  <a:lnTo>
                    <a:pt x="5083620" y="189122"/>
                  </a:lnTo>
                  <a:lnTo>
                    <a:pt x="5083713" y="189122"/>
                  </a:lnTo>
                  <a:lnTo>
                    <a:pt x="5083806" y="189122"/>
                  </a:lnTo>
                  <a:lnTo>
                    <a:pt x="5083900" y="189122"/>
                  </a:lnTo>
                  <a:lnTo>
                    <a:pt x="5083993" y="189122"/>
                  </a:lnTo>
                  <a:lnTo>
                    <a:pt x="5084086" y="189122"/>
                  </a:lnTo>
                  <a:lnTo>
                    <a:pt x="5084179" y="189122"/>
                  </a:lnTo>
                  <a:lnTo>
                    <a:pt x="5084273" y="189122"/>
                  </a:lnTo>
                  <a:lnTo>
                    <a:pt x="5084366" y="189122"/>
                  </a:lnTo>
                  <a:lnTo>
                    <a:pt x="5084459" y="189122"/>
                  </a:lnTo>
                  <a:lnTo>
                    <a:pt x="5084552" y="189122"/>
                  </a:lnTo>
                  <a:lnTo>
                    <a:pt x="5084646" y="189122"/>
                  </a:lnTo>
                  <a:lnTo>
                    <a:pt x="5084739" y="189122"/>
                  </a:lnTo>
                  <a:lnTo>
                    <a:pt x="5084832" y="189122"/>
                  </a:lnTo>
                  <a:lnTo>
                    <a:pt x="5084925" y="189122"/>
                  </a:lnTo>
                  <a:lnTo>
                    <a:pt x="5085019" y="189122"/>
                  </a:lnTo>
                  <a:lnTo>
                    <a:pt x="5085112" y="189122"/>
                  </a:lnTo>
                  <a:lnTo>
                    <a:pt x="5085205" y="189122"/>
                  </a:lnTo>
                  <a:lnTo>
                    <a:pt x="5085298" y="189122"/>
                  </a:lnTo>
                  <a:lnTo>
                    <a:pt x="5085392" y="189122"/>
                  </a:lnTo>
                  <a:lnTo>
                    <a:pt x="5085485" y="189122"/>
                  </a:lnTo>
                  <a:lnTo>
                    <a:pt x="5085578" y="189122"/>
                  </a:lnTo>
                  <a:lnTo>
                    <a:pt x="5085671" y="189122"/>
                  </a:lnTo>
                  <a:lnTo>
                    <a:pt x="5085764" y="189122"/>
                  </a:lnTo>
                  <a:lnTo>
                    <a:pt x="5085858" y="189122"/>
                  </a:lnTo>
                  <a:lnTo>
                    <a:pt x="5085951" y="189122"/>
                  </a:lnTo>
                  <a:lnTo>
                    <a:pt x="5086044" y="189122"/>
                  </a:lnTo>
                  <a:lnTo>
                    <a:pt x="5086137" y="189122"/>
                  </a:lnTo>
                  <a:lnTo>
                    <a:pt x="5086231" y="189122"/>
                  </a:lnTo>
                  <a:lnTo>
                    <a:pt x="5086324" y="189122"/>
                  </a:lnTo>
                  <a:lnTo>
                    <a:pt x="5086417" y="189122"/>
                  </a:lnTo>
                  <a:lnTo>
                    <a:pt x="5086417" y="179168"/>
                  </a:lnTo>
                  <a:lnTo>
                    <a:pt x="5086510" y="179168"/>
                  </a:lnTo>
                  <a:lnTo>
                    <a:pt x="5086604" y="179168"/>
                  </a:lnTo>
                  <a:lnTo>
                    <a:pt x="5086697" y="179168"/>
                  </a:lnTo>
                  <a:lnTo>
                    <a:pt x="5086790" y="179168"/>
                  </a:lnTo>
                  <a:lnTo>
                    <a:pt x="5086883" y="179168"/>
                  </a:lnTo>
                  <a:lnTo>
                    <a:pt x="5086977" y="179168"/>
                  </a:lnTo>
                  <a:lnTo>
                    <a:pt x="5087070" y="179168"/>
                  </a:lnTo>
                  <a:lnTo>
                    <a:pt x="5087163" y="179168"/>
                  </a:lnTo>
                  <a:lnTo>
                    <a:pt x="5087256" y="179168"/>
                  </a:lnTo>
                  <a:lnTo>
                    <a:pt x="5087350" y="179168"/>
                  </a:lnTo>
                  <a:lnTo>
                    <a:pt x="5087443" y="179168"/>
                  </a:lnTo>
                  <a:lnTo>
                    <a:pt x="5087536" y="179168"/>
                  </a:lnTo>
                  <a:lnTo>
                    <a:pt x="5087629" y="179168"/>
                  </a:lnTo>
                  <a:lnTo>
                    <a:pt x="5087723" y="179168"/>
                  </a:lnTo>
                  <a:lnTo>
                    <a:pt x="5087816" y="179168"/>
                  </a:lnTo>
                  <a:lnTo>
                    <a:pt x="5087909" y="179168"/>
                  </a:lnTo>
                  <a:lnTo>
                    <a:pt x="5088002" y="179168"/>
                  </a:lnTo>
                  <a:lnTo>
                    <a:pt x="5088096" y="179168"/>
                  </a:lnTo>
                  <a:lnTo>
                    <a:pt x="5088189" y="179168"/>
                  </a:lnTo>
                  <a:lnTo>
                    <a:pt x="5088282" y="179168"/>
                  </a:lnTo>
                  <a:lnTo>
                    <a:pt x="5088375" y="179168"/>
                  </a:lnTo>
                  <a:lnTo>
                    <a:pt x="5088469" y="179168"/>
                  </a:lnTo>
                  <a:lnTo>
                    <a:pt x="5088562" y="179168"/>
                  </a:lnTo>
                  <a:lnTo>
                    <a:pt x="5088655" y="179168"/>
                  </a:lnTo>
                  <a:lnTo>
                    <a:pt x="5088748" y="179168"/>
                  </a:lnTo>
                  <a:lnTo>
                    <a:pt x="5088842" y="179168"/>
                  </a:lnTo>
                  <a:lnTo>
                    <a:pt x="5088935" y="179168"/>
                  </a:lnTo>
                  <a:lnTo>
                    <a:pt x="5089028" y="179168"/>
                  </a:lnTo>
                  <a:lnTo>
                    <a:pt x="5089121" y="179168"/>
                  </a:lnTo>
                  <a:lnTo>
                    <a:pt x="5089215" y="179168"/>
                  </a:lnTo>
                  <a:lnTo>
                    <a:pt x="5089308" y="179168"/>
                  </a:lnTo>
                  <a:lnTo>
                    <a:pt x="5089401" y="179168"/>
                  </a:lnTo>
                  <a:lnTo>
                    <a:pt x="5089494" y="179168"/>
                  </a:lnTo>
                  <a:lnTo>
                    <a:pt x="5089588" y="179168"/>
                  </a:lnTo>
                  <a:lnTo>
                    <a:pt x="5089681" y="179168"/>
                  </a:lnTo>
                  <a:lnTo>
                    <a:pt x="5089774" y="179168"/>
                  </a:lnTo>
                  <a:lnTo>
                    <a:pt x="5089867" y="179168"/>
                  </a:lnTo>
                  <a:lnTo>
                    <a:pt x="5089961" y="179168"/>
                  </a:lnTo>
                  <a:lnTo>
                    <a:pt x="5090054" y="179168"/>
                  </a:lnTo>
                  <a:lnTo>
                    <a:pt x="5090147" y="179168"/>
                  </a:lnTo>
                  <a:lnTo>
                    <a:pt x="5090240" y="179168"/>
                  </a:lnTo>
                  <a:lnTo>
                    <a:pt x="5090334" y="179168"/>
                  </a:lnTo>
                  <a:lnTo>
                    <a:pt x="5090427" y="179168"/>
                  </a:lnTo>
                  <a:lnTo>
                    <a:pt x="5090520" y="179168"/>
                  </a:lnTo>
                  <a:lnTo>
                    <a:pt x="5090613" y="179168"/>
                  </a:lnTo>
                  <a:lnTo>
                    <a:pt x="5090707" y="179168"/>
                  </a:lnTo>
                  <a:lnTo>
                    <a:pt x="5090800" y="179168"/>
                  </a:lnTo>
                  <a:lnTo>
                    <a:pt x="5090893" y="179168"/>
                  </a:lnTo>
                  <a:lnTo>
                    <a:pt x="5090986" y="179168"/>
                  </a:lnTo>
                  <a:lnTo>
                    <a:pt x="5091080" y="179168"/>
                  </a:lnTo>
                  <a:lnTo>
                    <a:pt x="5091173" y="179168"/>
                  </a:lnTo>
                  <a:lnTo>
                    <a:pt x="5091266" y="179168"/>
                  </a:lnTo>
                  <a:lnTo>
                    <a:pt x="5091359" y="179168"/>
                  </a:lnTo>
                  <a:lnTo>
                    <a:pt x="5091453" y="179168"/>
                  </a:lnTo>
                  <a:lnTo>
                    <a:pt x="5091546" y="179168"/>
                  </a:lnTo>
                  <a:lnTo>
                    <a:pt x="5091639" y="179168"/>
                  </a:lnTo>
                  <a:lnTo>
                    <a:pt x="5091732" y="179168"/>
                  </a:lnTo>
                  <a:lnTo>
                    <a:pt x="5091826" y="179168"/>
                  </a:lnTo>
                  <a:lnTo>
                    <a:pt x="5091919" y="179168"/>
                  </a:lnTo>
                  <a:lnTo>
                    <a:pt x="5092012" y="179168"/>
                  </a:lnTo>
                  <a:lnTo>
                    <a:pt x="5092105" y="179168"/>
                  </a:lnTo>
                  <a:lnTo>
                    <a:pt x="5092199" y="179168"/>
                  </a:lnTo>
                  <a:lnTo>
                    <a:pt x="5092292" y="179168"/>
                  </a:lnTo>
                  <a:lnTo>
                    <a:pt x="5092385" y="179168"/>
                  </a:lnTo>
                  <a:lnTo>
                    <a:pt x="5092478" y="179168"/>
                  </a:lnTo>
                  <a:lnTo>
                    <a:pt x="5092571" y="179168"/>
                  </a:lnTo>
                  <a:lnTo>
                    <a:pt x="5092665" y="179168"/>
                  </a:lnTo>
                  <a:lnTo>
                    <a:pt x="5092758" y="179168"/>
                  </a:lnTo>
                  <a:lnTo>
                    <a:pt x="5092851" y="179168"/>
                  </a:lnTo>
                  <a:lnTo>
                    <a:pt x="5092944" y="179168"/>
                  </a:lnTo>
                  <a:lnTo>
                    <a:pt x="5093038" y="179168"/>
                  </a:lnTo>
                  <a:lnTo>
                    <a:pt x="5093131" y="179168"/>
                  </a:lnTo>
                  <a:lnTo>
                    <a:pt x="5093224" y="179168"/>
                  </a:lnTo>
                  <a:lnTo>
                    <a:pt x="5093317" y="179168"/>
                  </a:lnTo>
                  <a:lnTo>
                    <a:pt x="5093411" y="179168"/>
                  </a:lnTo>
                  <a:lnTo>
                    <a:pt x="5093504" y="179168"/>
                  </a:lnTo>
                  <a:lnTo>
                    <a:pt x="5093597" y="179168"/>
                  </a:lnTo>
                  <a:lnTo>
                    <a:pt x="5093690" y="179168"/>
                  </a:lnTo>
                  <a:lnTo>
                    <a:pt x="5093784" y="179168"/>
                  </a:lnTo>
                  <a:lnTo>
                    <a:pt x="5093877" y="179168"/>
                  </a:lnTo>
                  <a:lnTo>
                    <a:pt x="5093970" y="179168"/>
                  </a:lnTo>
                  <a:lnTo>
                    <a:pt x="5094063" y="179168"/>
                  </a:lnTo>
                  <a:lnTo>
                    <a:pt x="5094157" y="179168"/>
                  </a:lnTo>
                  <a:lnTo>
                    <a:pt x="5094250" y="179168"/>
                  </a:lnTo>
                  <a:lnTo>
                    <a:pt x="5094343" y="179168"/>
                  </a:lnTo>
                  <a:lnTo>
                    <a:pt x="5094436" y="179168"/>
                  </a:lnTo>
                  <a:lnTo>
                    <a:pt x="5094530" y="179168"/>
                  </a:lnTo>
                  <a:lnTo>
                    <a:pt x="5094623" y="179168"/>
                  </a:lnTo>
                  <a:lnTo>
                    <a:pt x="5094716" y="179168"/>
                  </a:lnTo>
                  <a:lnTo>
                    <a:pt x="5094809" y="179168"/>
                  </a:lnTo>
                  <a:lnTo>
                    <a:pt x="5094903" y="179168"/>
                  </a:lnTo>
                  <a:lnTo>
                    <a:pt x="5094996" y="179168"/>
                  </a:lnTo>
                  <a:lnTo>
                    <a:pt x="5095089" y="179168"/>
                  </a:lnTo>
                  <a:lnTo>
                    <a:pt x="5095182" y="179168"/>
                  </a:lnTo>
                  <a:lnTo>
                    <a:pt x="5095276" y="179168"/>
                  </a:lnTo>
                  <a:lnTo>
                    <a:pt x="5095369" y="179168"/>
                  </a:lnTo>
                  <a:lnTo>
                    <a:pt x="5095462" y="179168"/>
                  </a:lnTo>
                  <a:lnTo>
                    <a:pt x="5095555" y="179168"/>
                  </a:lnTo>
                  <a:lnTo>
                    <a:pt x="5095649" y="179168"/>
                  </a:lnTo>
                  <a:lnTo>
                    <a:pt x="5095742" y="179168"/>
                  </a:lnTo>
                  <a:lnTo>
                    <a:pt x="5095835" y="179168"/>
                  </a:lnTo>
                  <a:lnTo>
                    <a:pt x="5095928" y="179168"/>
                  </a:lnTo>
                  <a:lnTo>
                    <a:pt x="5096022" y="179168"/>
                  </a:lnTo>
                  <a:lnTo>
                    <a:pt x="5096115" y="179168"/>
                  </a:lnTo>
                  <a:lnTo>
                    <a:pt x="5096208" y="179168"/>
                  </a:lnTo>
                  <a:lnTo>
                    <a:pt x="5096301" y="179168"/>
                  </a:lnTo>
                  <a:lnTo>
                    <a:pt x="5096395" y="179168"/>
                  </a:lnTo>
                  <a:lnTo>
                    <a:pt x="5096488" y="179168"/>
                  </a:lnTo>
                  <a:lnTo>
                    <a:pt x="5096581" y="179168"/>
                  </a:lnTo>
                  <a:lnTo>
                    <a:pt x="5096674" y="179168"/>
                  </a:lnTo>
                  <a:lnTo>
                    <a:pt x="5096768" y="179168"/>
                  </a:lnTo>
                  <a:lnTo>
                    <a:pt x="5096861" y="179168"/>
                  </a:lnTo>
                  <a:lnTo>
                    <a:pt x="5096954" y="179168"/>
                  </a:lnTo>
                  <a:lnTo>
                    <a:pt x="5097047" y="179168"/>
                  </a:lnTo>
                  <a:lnTo>
                    <a:pt x="5097141" y="179168"/>
                  </a:lnTo>
                  <a:lnTo>
                    <a:pt x="5097234" y="179168"/>
                  </a:lnTo>
                  <a:lnTo>
                    <a:pt x="5097327" y="179168"/>
                  </a:lnTo>
                  <a:lnTo>
                    <a:pt x="5097420" y="179168"/>
                  </a:lnTo>
                  <a:lnTo>
                    <a:pt x="5097514" y="179168"/>
                  </a:lnTo>
                  <a:lnTo>
                    <a:pt x="5097607" y="179168"/>
                  </a:lnTo>
                  <a:lnTo>
                    <a:pt x="5097700" y="179168"/>
                  </a:lnTo>
                  <a:lnTo>
                    <a:pt x="5097793" y="179168"/>
                  </a:lnTo>
                  <a:lnTo>
                    <a:pt x="5097887" y="179168"/>
                  </a:lnTo>
                  <a:lnTo>
                    <a:pt x="5097980" y="179168"/>
                  </a:lnTo>
                  <a:lnTo>
                    <a:pt x="5098073" y="179168"/>
                  </a:lnTo>
                  <a:lnTo>
                    <a:pt x="5098166" y="179168"/>
                  </a:lnTo>
                  <a:lnTo>
                    <a:pt x="5098260" y="179168"/>
                  </a:lnTo>
                  <a:lnTo>
                    <a:pt x="5098353" y="179168"/>
                  </a:lnTo>
                  <a:lnTo>
                    <a:pt x="5098446" y="179168"/>
                  </a:lnTo>
                  <a:lnTo>
                    <a:pt x="5098539" y="179168"/>
                  </a:lnTo>
                  <a:lnTo>
                    <a:pt x="5098633" y="179168"/>
                  </a:lnTo>
                  <a:lnTo>
                    <a:pt x="5098726" y="179168"/>
                  </a:lnTo>
                  <a:lnTo>
                    <a:pt x="5098819" y="179168"/>
                  </a:lnTo>
                  <a:lnTo>
                    <a:pt x="5098912" y="179168"/>
                  </a:lnTo>
                  <a:lnTo>
                    <a:pt x="5099006" y="179168"/>
                  </a:lnTo>
                  <a:lnTo>
                    <a:pt x="5099099" y="179168"/>
                  </a:lnTo>
                  <a:lnTo>
                    <a:pt x="5099192" y="179168"/>
                  </a:lnTo>
                  <a:lnTo>
                    <a:pt x="5099285" y="179168"/>
                  </a:lnTo>
                  <a:lnTo>
                    <a:pt x="5099378" y="179168"/>
                  </a:lnTo>
                  <a:lnTo>
                    <a:pt x="5099472" y="179168"/>
                  </a:lnTo>
                  <a:lnTo>
                    <a:pt x="5099565" y="179168"/>
                  </a:lnTo>
                  <a:lnTo>
                    <a:pt x="5099658" y="179168"/>
                  </a:lnTo>
                  <a:lnTo>
                    <a:pt x="5099751" y="179168"/>
                  </a:lnTo>
                  <a:lnTo>
                    <a:pt x="5099845" y="179168"/>
                  </a:lnTo>
                  <a:lnTo>
                    <a:pt x="5099938" y="179168"/>
                  </a:lnTo>
                  <a:lnTo>
                    <a:pt x="5100031" y="179168"/>
                  </a:lnTo>
                  <a:lnTo>
                    <a:pt x="5100124" y="179168"/>
                  </a:lnTo>
                  <a:lnTo>
                    <a:pt x="5100218" y="179168"/>
                  </a:lnTo>
                  <a:lnTo>
                    <a:pt x="5100311" y="179168"/>
                  </a:lnTo>
                  <a:lnTo>
                    <a:pt x="5100404" y="179168"/>
                  </a:lnTo>
                  <a:lnTo>
                    <a:pt x="5100497" y="179168"/>
                  </a:lnTo>
                  <a:lnTo>
                    <a:pt x="5100591" y="179168"/>
                  </a:lnTo>
                  <a:lnTo>
                    <a:pt x="5100684" y="179168"/>
                  </a:lnTo>
                  <a:lnTo>
                    <a:pt x="5100777" y="179168"/>
                  </a:lnTo>
                  <a:lnTo>
                    <a:pt x="5100870" y="179168"/>
                  </a:lnTo>
                  <a:lnTo>
                    <a:pt x="5100964" y="179168"/>
                  </a:lnTo>
                  <a:lnTo>
                    <a:pt x="5101057" y="179168"/>
                  </a:lnTo>
                  <a:lnTo>
                    <a:pt x="5101150" y="179168"/>
                  </a:lnTo>
                  <a:lnTo>
                    <a:pt x="5101243" y="179168"/>
                  </a:lnTo>
                  <a:lnTo>
                    <a:pt x="5101337" y="179168"/>
                  </a:lnTo>
                  <a:lnTo>
                    <a:pt x="5101430" y="179168"/>
                  </a:lnTo>
                  <a:lnTo>
                    <a:pt x="5101523" y="179168"/>
                  </a:lnTo>
                  <a:lnTo>
                    <a:pt x="5101616" y="179168"/>
                  </a:lnTo>
                  <a:lnTo>
                    <a:pt x="5101710" y="179168"/>
                  </a:lnTo>
                  <a:lnTo>
                    <a:pt x="5101803" y="179168"/>
                  </a:lnTo>
                  <a:lnTo>
                    <a:pt x="5101896" y="179168"/>
                  </a:lnTo>
                  <a:lnTo>
                    <a:pt x="5101989" y="179168"/>
                  </a:lnTo>
                  <a:lnTo>
                    <a:pt x="5102083" y="179168"/>
                  </a:lnTo>
                  <a:lnTo>
                    <a:pt x="5102176" y="179168"/>
                  </a:lnTo>
                  <a:lnTo>
                    <a:pt x="5102269" y="179168"/>
                  </a:lnTo>
                  <a:lnTo>
                    <a:pt x="5102362" y="179168"/>
                  </a:lnTo>
                  <a:lnTo>
                    <a:pt x="5102456" y="179168"/>
                  </a:lnTo>
                  <a:lnTo>
                    <a:pt x="5102549" y="179168"/>
                  </a:lnTo>
                  <a:lnTo>
                    <a:pt x="5102642" y="179168"/>
                  </a:lnTo>
                  <a:lnTo>
                    <a:pt x="5102735" y="179168"/>
                  </a:lnTo>
                  <a:lnTo>
                    <a:pt x="5102829" y="179168"/>
                  </a:lnTo>
                  <a:lnTo>
                    <a:pt x="5102922" y="179168"/>
                  </a:lnTo>
                  <a:lnTo>
                    <a:pt x="5103015" y="179168"/>
                  </a:lnTo>
                  <a:lnTo>
                    <a:pt x="5103108" y="179168"/>
                  </a:lnTo>
                  <a:lnTo>
                    <a:pt x="5103202" y="179168"/>
                  </a:lnTo>
                  <a:lnTo>
                    <a:pt x="5103295" y="179168"/>
                  </a:lnTo>
                  <a:lnTo>
                    <a:pt x="5103388" y="179168"/>
                  </a:lnTo>
                  <a:lnTo>
                    <a:pt x="5103481" y="179168"/>
                  </a:lnTo>
                  <a:lnTo>
                    <a:pt x="5103575" y="179168"/>
                  </a:lnTo>
                  <a:lnTo>
                    <a:pt x="5103668" y="179168"/>
                  </a:lnTo>
                  <a:lnTo>
                    <a:pt x="5103761" y="179168"/>
                  </a:lnTo>
                  <a:lnTo>
                    <a:pt x="5103854" y="179168"/>
                  </a:lnTo>
                  <a:lnTo>
                    <a:pt x="5103948" y="179168"/>
                  </a:lnTo>
                  <a:lnTo>
                    <a:pt x="5104041" y="179168"/>
                  </a:lnTo>
                  <a:lnTo>
                    <a:pt x="5104134" y="179168"/>
                  </a:lnTo>
                  <a:lnTo>
                    <a:pt x="5104227" y="179168"/>
                  </a:lnTo>
                  <a:lnTo>
                    <a:pt x="5104321" y="179168"/>
                  </a:lnTo>
                  <a:lnTo>
                    <a:pt x="5104414" y="179168"/>
                  </a:lnTo>
                  <a:lnTo>
                    <a:pt x="5104507" y="179168"/>
                  </a:lnTo>
                  <a:lnTo>
                    <a:pt x="5104600" y="179168"/>
                  </a:lnTo>
                  <a:lnTo>
                    <a:pt x="5104694" y="179168"/>
                  </a:lnTo>
                  <a:lnTo>
                    <a:pt x="5104787" y="179168"/>
                  </a:lnTo>
                  <a:lnTo>
                    <a:pt x="5104880" y="179168"/>
                  </a:lnTo>
                  <a:lnTo>
                    <a:pt x="5104973" y="179168"/>
                  </a:lnTo>
                  <a:lnTo>
                    <a:pt x="5105067" y="179168"/>
                  </a:lnTo>
                  <a:lnTo>
                    <a:pt x="5105160" y="179168"/>
                  </a:lnTo>
                  <a:lnTo>
                    <a:pt x="5105253" y="179168"/>
                  </a:lnTo>
                  <a:lnTo>
                    <a:pt x="5105346" y="179168"/>
                  </a:lnTo>
                  <a:lnTo>
                    <a:pt x="5105440" y="179168"/>
                  </a:lnTo>
                  <a:lnTo>
                    <a:pt x="5105533" y="179168"/>
                  </a:lnTo>
                  <a:lnTo>
                    <a:pt x="5105626" y="179168"/>
                  </a:lnTo>
                  <a:lnTo>
                    <a:pt x="5105719" y="179168"/>
                  </a:lnTo>
                  <a:lnTo>
                    <a:pt x="5105813" y="179168"/>
                  </a:lnTo>
                  <a:lnTo>
                    <a:pt x="5105906" y="179168"/>
                  </a:lnTo>
                  <a:lnTo>
                    <a:pt x="5105999" y="179168"/>
                  </a:lnTo>
                  <a:lnTo>
                    <a:pt x="5106092" y="179168"/>
                  </a:lnTo>
                  <a:lnTo>
                    <a:pt x="5106186" y="179168"/>
                  </a:lnTo>
                  <a:lnTo>
                    <a:pt x="5106279" y="179168"/>
                  </a:lnTo>
                  <a:lnTo>
                    <a:pt x="5106372" y="179168"/>
                  </a:lnTo>
                  <a:lnTo>
                    <a:pt x="5106465" y="179168"/>
                  </a:lnTo>
                  <a:lnTo>
                    <a:pt x="5106558" y="179168"/>
                  </a:lnTo>
                  <a:lnTo>
                    <a:pt x="5106652" y="179168"/>
                  </a:lnTo>
                  <a:lnTo>
                    <a:pt x="5106745" y="179168"/>
                  </a:lnTo>
                  <a:lnTo>
                    <a:pt x="5106838" y="179168"/>
                  </a:lnTo>
                  <a:lnTo>
                    <a:pt x="5106931" y="179168"/>
                  </a:lnTo>
                  <a:lnTo>
                    <a:pt x="5107025" y="179168"/>
                  </a:lnTo>
                  <a:lnTo>
                    <a:pt x="5107118" y="179168"/>
                  </a:lnTo>
                  <a:lnTo>
                    <a:pt x="5107211" y="179168"/>
                  </a:lnTo>
                  <a:lnTo>
                    <a:pt x="5107304" y="179168"/>
                  </a:lnTo>
                  <a:lnTo>
                    <a:pt x="5107398" y="179168"/>
                  </a:lnTo>
                  <a:lnTo>
                    <a:pt x="5107491" y="179168"/>
                  </a:lnTo>
                  <a:lnTo>
                    <a:pt x="5107584" y="179168"/>
                  </a:lnTo>
                  <a:lnTo>
                    <a:pt x="5107677" y="179168"/>
                  </a:lnTo>
                  <a:lnTo>
                    <a:pt x="5107771" y="179168"/>
                  </a:lnTo>
                  <a:lnTo>
                    <a:pt x="5107864" y="179168"/>
                  </a:lnTo>
                  <a:lnTo>
                    <a:pt x="5107957" y="179168"/>
                  </a:lnTo>
                  <a:lnTo>
                    <a:pt x="5108050" y="179168"/>
                  </a:lnTo>
                  <a:lnTo>
                    <a:pt x="5108144" y="179168"/>
                  </a:lnTo>
                  <a:lnTo>
                    <a:pt x="5108237" y="179168"/>
                  </a:lnTo>
                  <a:lnTo>
                    <a:pt x="5108330" y="179168"/>
                  </a:lnTo>
                  <a:lnTo>
                    <a:pt x="5108423" y="179168"/>
                  </a:lnTo>
                  <a:lnTo>
                    <a:pt x="5108517" y="179168"/>
                  </a:lnTo>
                  <a:lnTo>
                    <a:pt x="5108610" y="179168"/>
                  </a:lnTo>
                  <a:lnTo>
                    <a:pt x="5108703" y="179168"/>
                  </a:lnTo>
                  <a:lnTo>
                    <a:pt x="5108796" y="179168"/>
                  </a:lnTo>
                  <a:lnTo>
                    <a:pt x="5108890" y="179168"/>
                  </a:lnTo>
                  <a:lnTo>
                    <a:pt x="5108983" y="179168"/>
                  </a:lnTo>
                  <a:lnTo>
                    <a:pt x="5109076" y="179168"/>
                  </a:lnTo>
                  <a:lnTo>
                    <a:pt x="5109169" y="179168"/>
                  </a:lnTo>
                  <a:lnTo>
                    <a:pt x="5109263" y="179168"/>
                  </a:lnTo>
                  <a:lnTo>
                    <a:pt x="5109356" y="179168"/>
                  </a:lnTo>
                  <a:lnTo>
                    <a:pt x="5109449" y="179168"/>
                  </a:lnTo>
                  <a:lnTo>
                    <a:pt x="5109542" y="179168"/>
                  </a:lnTo>
                  <a:lnTo>
                    <a:pt x="5109636" y="179168"/>
                  </a:lnTo>
                  <a:lnTo>
                    <a:pt x="5109729" y="179168"/>
                  </a:lnTo>
                  <a:lnTo>
                    <a:pt x="5109822" y="179168"/>
                  </a:lnTo>
                  <a:lnTo>
                    <a:pt x="5109915" y="179168"/>
                  </a:lnTo>
                  <a:lnTo>
                    <a:pt x="5110009" y="179168"/>
                  </a:lnTo>
                  <a:lnTo>
                    <a:pt x="5110102" y="179168"/>
                  </a:lnTo>
                  <a:lnTo>
                    <a:pt x="5110195" y="179168"/>
                  </a:lnTo>
                  <a:lnTo>
                    <a:pt x="5110288" y="179168"/>
                  </a:lnTo>
                  <a:lnTo>
                    <a:pt x="5110382" y="179168"/>
                  </a:lnTo>
                  <a:lnTo>
                    <a:pt x="5110475" y="179168"/>
                  </a:lnTo>
                  <a:lnTo>
                    <a:pt x="5110568" y="179168"/>
                  </a:lnTo>
                  <a:lnTo>
                    <a:pt x="5110661" y="179168"/>
                  </a:lnTo>
                  <a:lnTo>
                    <a:pt x="5110755" y="179168"/>
                  </a:lnTo>
                  <a:lnTo>
                    <a:pt x="5110848" y="179168"/>
                  </a:lnTo>
                  <a:lnTo>
                    <a:pt x="5110941" y="179168"/>
                  </a:lnTo>
                  <a:lnTo>
                    <a:pt x="5111034" y="179168"/>
                  </a:lnTo>
                  <a:lnTo>
                    <a:pt x="5111128" y="179168"/>
                  </a:lnTo>
                  <a:lnTo>
                    <a:pt x="5111221" y="179168"/>
                  </a:lnTo>
                  <a:lnTo>
                    <a:pt x="5111314" y="179168"/>
                  </a:lnTo>
                  <a:lnTo>
                    <a:pt x="5111407" y="179168"/>
                  </a:lnTo>
                  <a:lnTo>
                    <a:pt x="5111501" y="179168"/>
                  </a:lnTo>
                  <a:lnTo>
                    <a:pt x="5111594" y="179168"/>
                  </a:lnTo>
                  <a:lnTo>
                    <a:pt x="5111687" y="179168"/>
                  </a:lnTo>
                  <a:lnTo>
                    <a:pt x="5111780" y="179168"/>
                  </a:lnTo>
                  <a:lnTo>
                    <a:pt x="5111874" y="179168"/>
                  </a:lnTo>
                  <a:lnTo>
                    <a:pt x="5111967" y="179168"/>
                  </a:lnTo>
                  <a:lnTo>
                    <a:pt x="5112060" y="179168"/>
                  </a:lnTo>
                  <a:lnTo>
                    <a:pt x="5112153" y="179168"/>
                  </a:lnTo>
                  <a:lnTo>
                    <a:pt x="5112247" y="179168"/>
                  </a:lnTo>
                  <a:lnTo>
                    <a:pt x="5112340" y="179168"/>
                  </a:lnTo>
                  <a:lnTo>
                    <a:pt x="5112433" y="179168"/>
                  </a:lnTo>
                  <a:lnTo>
                    <a:pt x="5112526" y="179168"/>
                  </a:lnTo>
                  <a:lnTo>
                    <a:pt x="5112620" y="179168"/>
                  </a:lnTo>
                  <a:lnTo>
                    <a:pt x="5112713" y="179168"/>
                  </a:lnTo>
                  <a:lnTo>
                    <a:pt x="5112806" y="179168"/>
                  </a:lnTo>
                  <a:lnTo>
                    <a:pt x="5112899" y="179168"/>
                  </a:lnTo>
                  <a:lnTo>
                    <a:pt x="5112993" y="179168"/>
                  </a:lnTo>
                  <a:lnTo>
                    <a:pt x="5113086" y="179168"/>
                  </a:lnTo>
                  <a:lnTo>
                    <a:pt x="5113179" y="179168"/>
                  </a:lnTo>
                  <a:lnTo>
                    <a:pt x="5113272" y="179168"/>
                  </a:lnTo>
                  <a:lnTo>
                    <a:pt x="5113365" y="179168"/>
                  </a:lnTo>
                  <a:lnTo>
                    <a:pt x="5113459" y="179168"/>
                  </a:lnTo>
                  <a:lnTo>
                    <a:pt x="5113552" y="179168"/>
                  </a:lnTo>
                  <a:lnTo>
                    <a:pt x="5113645" y="179168"/>
                  </a:lnTo>
                  <a:lnTo>
                    <a:pt x="5113738" y="179168"/>
                  </a:lnTo>
                  <a:lnTo>
                    <a:pt x="5113832" y="179168"/>
                  </a:lnTo>
                  <a:lnTo>
                    <a:pt x="5113925" y="179168"/>
                  </a:lnTo>
                  <a:lnTo>
                    <a:pt x="5114018" y="179168"/>
                  </a:lnTo>
                  <a:lnTo>
                    <a:pt x="5114111" y="179168"/>
                  </a:lnTo>
                  <a:lnTo>
                    <a:pt x="5114205" y="179168"/>
                  </a:lnTo>
                  <a:lnTo>
                    <a:pt x="5114298" y="179168"/>
                  </a:lnTo>
                  <a:lnTo>
                    <a:pt x="5114391" y="179168"/>
                  </a:lnTo>
                  <a:lnTo>
                    <a:pt x="5114484" y="179168"/>
                  </a:lnTo>
                  <a:lnTo>
                    <a:pt x="5114578" y="179168"/>
                  </a:lnTo>
                  <a:lnTo>
                    <a:pt x="5114671" y="179168"/>
                  </a:lnTo>
                  <a:lnTo>
                    <a:pt x="5114764" y="179168"/>
                  </a:lnTo>
                  <a:lnTo>
                    <a:pt x="5114857" y="179168"/>
                  </a:lnTo>
                  <a:lnTo>
                    <a:pt x="5114951" y="179168"/>
                  </a:lnTo>
                  <a:lnTo>
                    <a:pt x="5115044" y="179168"/>
                  </a:lnTo>
                  <a:lnTo>
                    <a:pt x="5115137" y="179168"/>
                  </a:lnTo>
                  <a:lnTo>
                    <a:pt x="5115230" y="179168"/>
                  </a:lnTo>
                  <a:lnTo>
                    <a:pt x="5115324" y="179168"/>
                  </a:lnTo>
                  <a:lnTo>
                    <a:pt x="5115417" y="179168"/>
                  </a:lnTo>
                  <a:lnTo>
                    <a:pt x="5115510" y="179168"/>
                  </a:lnTo>
                  <a:lnTo>
                    <a:pt x="5115603" y="179168"/>
                  </a:lnTo>
                  <a:lnTo>
                    <a:pt x="5115697" y="179168"/>
                  </a:lnTo>
                  <a:lnTo>
                    <a:pt x="5115790" y="179168"/>
                  </a:lnTo>
                  <a:lnTo>
                    <a:pt x="5115883" y="179168"/>
                  </a:lnTo>
                  <a:lnTo>
                    <a:pt x="5115976" y="179168"/>
                  </a:lnTo>
                  <a:lnTo>
                    <a:pt x="5116070" y="179168"/>
                  </a:lnTo>
                  <a:lnTo>
                    <a:pt x="5116163" y="179168"/>
                  </a:lnTo>
                  <a:lnTo>
                    <a:pt x="5116256" y="179168"/>
                  </a:lnTo>
                  <a:lnTo>
                    <a:pt x="5116349" y="179168"/>
                  </a:lnTo>
                  <a:lnTo>
                    <a:pt x="5116443" y="179168"/>
                  </a:lnTo>
                  <a:lnTo>
                    <a:pt x="5116536" y="179168"/>
                  </a:lnTo>
                  <a:lnTo>
                    <a:pt x="5116629" y="179168"/>
                  </a:lnTo>
                  <a:lnTo>
                    <a:pt x="5116722" y="179168"/>
                  </a:lnTo>
                  <a:lnTo>
                    <a:pt x="5116816" y="179168"/>
                  </a:lnTo>
                  <a:lnTo>
                    <a:pt x="5116816" y="169214"/>
                  </a:lnTo>
                  <a:lnTo>
                    <a:pt x="5116909" y="169214"/>
                  </a:lnTo>
                  <a:lnTo>
                    <a:pt x="5117002" y="169214"/>
                  </a:lnTo>
                  <a:lnTo>
                    <a:pt x="5117095" y="169214"/>
                  </a:lnTo>
                  <a:lnTo>
                    <a:pt x="5117189" y="169214"/>
                  </a:lnTo>
                  <a:lnTo>
                    <a:pt x="5117282" y="169214"/>
                  </a:lnTo>
                  <a:lnTo>
                    <a:pt x="5117375" y="169214"/>
                  </a:lnTo>
                  <a:lnTo>
                    <a:pt x="5117468" y="169214"/>
                  </a:lnTo>
                  <a:lnTo>
                    <a:pt x="5117562" y="169214"/>
                  </a:lnTo>
                  <a:lnTo>
                    <a:pt x="5117655" y="169214"/>
                  </a:lnTo>
                  <a:lnTo>
                    <a:pt x="5117748" y="169214"/>
                  </a:lnTo>
                  <a:lnTo>
                    <a:pt x="5117841" y="169214"/>
                  </a:lnTo>
                  <a:lnTo>
                    <a:pt x="5117935" y="169214"/>
                  </a:lnTo>
                  <a:lnTo>
                    <a:pt x="5118028" y="169214"/>
                  </a:lnTo>
                  <a:lnTo>
                    <a:pt x="5118121" y="169214"/>
                  </a:lnTo>
                  <a:lnTo>
                    <a:pt x="5118214" y="169214"/>
                  </a:lnTo>
                  <a:lnTo>
                    <a:pt x="5118308" y="169214"/>
                  </a:lnTo>
                  <a:lnTo>
                    <a:pt x="5118401" y="169214"/>
                  </a:lnTo>
                  <a:lnTo>
                    <a:pt x="5118494" y="169214"/>
                  </a:lnTo>
                  <a:lnTo>
                    <a:pt x="5118587" y="169214"/>
                  </a:lnTo>
                  <a:lnTo>
                    <a:pt x="5118681" y="169214"/>
                  </a:lnTo>
                  <a:lnTo>
                    <a:pt x="5118774" y="169214"/>
                  </a:lnTo>
                  <a:lnTo>
                    <a:pt x="5118867" y="169214"/>
                  </a:lnTo>
                  <a:lnTo>
                    <a:pt x="5118960" y="169214"/>
                  </a:lnTo>
                  <a:lnTo>
                    <a:pt x="5119054" y="169214"/>
                  </a:lnTo>
                  <a:lnTo>
                    <a:pt x="5119147" y="169214"/>
                  </a:lnTo>
                  <a:lnTo>
                    <a:pt x="5119240" y="169214"/>
                  </a:lnTo>
                  <a:lnTo>
                    <a:pt x="5119333" y="169214"/>
                  </a:lnTo>
                  <a:lnTo>
                    <a:pt x="5119427" y="169214"/>
                  </a:lnTo>
                  <a:lnTo>
                    <a:pt x="5119520" y="169214"/>
                  </a:lnTo>
                  <a:lnTo>
                    <a:pt x="5119613" y="169214"/>
                  </a:lnTo>
                  <a:lnTo>
                    <a:pt x="5119706" y="169214"/>
                  </a:lnTo>
                  <a:lnTo>
                    <a:pt x="5119800" y="169214"/>
                  </a:lnTo>
                  <a:lnTo>
                    <a:pt x="5119893" y="169214"/>
                  </a:lnTo>
                  <a:lnTo>
                    <a:pt x="5119986" y="169214"/>
                  </a:lnTo>
                  <a:lnTo>
                    <a:pt x="5120079" y="169214"/>
                  </a:lnTo>
                  <a:lnTo>
                    <a:pt x="5120172" y="169214"/>
                  </a:lnTo>
                  <a:lnTo>
                    <a:pt x="5120266" y="169214"/>
                  </a:lnTo>
                  <a:lnTo>
                    <a:pt x="5120359" y="169214"/>
                  </a:lnTo>
                  <a:lnTo>
                    <a:pt x="5120452" y="169214"/>
                  </a:lnTo>
                  <a:lnTo>
                    <a:pt x="5120545" y="169214"/>
                  </a:lnTo>
                  <a:lnTo>
                    <a:pt x="5120639" y="169214"/>
                  </a:lnTo>
                  <a:lnTo>
                    <a:pt x="5120732" y="169214"/>
                  </a:lnTo>
                  <a:lnTo>
                    <a:pt x="5120825" y="169214"/>
                  </a:lnTo>
                  <a:lnTo>
                    <a:pt x="5120918" y="169214"/>
                  </a:lnTo>
                  <a:lnTo>
                    <a:pt x="5121012" y="169214"/>
                  </a:lnTo>
                  <a:lnTo>
                    <a:pt x="5121105" y="169214"/>
                  </a:lnTo>
                  <a:lnTo>
                    <a:pt x="5121198" y="169214"/>
                  </a:lnTo>
                  <a:lnTo>
                    <a:pt x="5121291" y="169214"/>
                  </a:lnTo>
                  <a:lnTo>
                    <a:pt x="5121385" y="169214"/>
                  </a:lnTo>
                  <a:lnTo>
                    <a:pt x="5121478" y="169214"/>
                  </a:lnTo>
                  <a:lnTo>
                    <a:pt x="5121571" y="169214"/>
                  </a:lnTo>
                  <a:lnTo>
                    <a:pt x="5121664" y="169214"/>
                  </a:lnTo>
                  <a:lnTo>
                    <a:pt x="5121758" y="169214"/>
                  </a:lnTo>
                  <a:lnTo>
                    <a:pt x="5121851" y="169214"/>
                  </a:lnTo>
                  <a:lnTo>
                    <a:pt x="5121944" y="169214"/>
                  </a:lnTo>
                  <a:lnTo>
                    <a:pt x="5122037" y="169214"/>
                  </a:lnTo>
                  <a:lnTo>
                    <a:pt x="5122131" y="169214"/>
                  </a:lnTo>
                  <a:lnTo>
                    <a:pt x="5122224" y="169214"/>
                  </a:lnTo>
                  <a:lnTo>
                    <a:pt x="5122317" y="169214"/>
                  </a:lnTo>
                  <a:lnTo>
                    <a:pt x="5122410" y="169214"/>
                  </a:lnTo>
                  <a:lnTo>
                    <a:pt x="5122504" y="169214"/>
                  </a:lnTo>
                  <a:lnTo>
                    <a:pt x="5122597" y="169214"/>
                  </a:lnTo>
                  <a:lnTo>
                    <a:pt x="5122690" y="169214"/>
                  </a:lnTo>
                  <a:lnTo>
                    <a:pt x="5122783" y="169214"/>
                  </a:lnTo>
                  <a:lnTo>
                    <a:pt x="5122877" y="169214"/>
                  </a:lnTo>
                  <a:lnTo>
                    <a:pt x="5122970" y="169214"/>
                  </a:lnTo>
                  <a:lnTo>
                    <a:pt x="5123063" y="169214"/>
                  </a:lnTo>
                  <a:lnTo>
                    <a:pt x="5123156" y="169214"/>
                  </a:lnTo>
                  <a:lnTo>
                    <a:pt x="5123250" y="169214"/>
                  </a:lnTo>
                  <a:lnTo>
                    <a:pt x="5123343" y="169214"/>
                  </a:lnTo>
                  <a:lnTo>
                    <a:pt x="5123436" y="169214"/>
                  </a:lnTo>
                  <a:lnTo>
                    <a:pt x="5123529" y="169214"/>
                  </a:lnTo>
                  <a:lnTo>
                    <a:pt x="5123623" y="169214"/>
                  </a:lnTo>
                  <a:lnTo>
                    <a:pt x="5123716" y="169214"/>
                  </a:lnTo>
                  <a:lnTo>
                    <a:pt x="5123809" y="169214"/>
                  </a:lnTo>
                  <a:lnTo>
                    <a:pt x="5123902" y="169214"/>
                  </a:lnTo>
                  <a:lnTo>
                    <a:pt x="5123996" y="169214"/>
                  </a:lnTo>
                  <a:lnTo>
                    <a:pt x="5124089" y="169214"/>
                  </a:lnTo>
                  <a:lnTo>
                    <a:pt x="5124182" y="169214"/>
                  </a:lnTo>
                  <a:lnTo>
                    <a:pt x="5124275" y="169214"/>
                  </a:lnTo>
                  <a:lnTo>
                    <a:pt x="5124369" y="169214"/>
                  </a:lnTo>
                  <a:lnTo>
                    <a:pt x="5124462" y="169214"/>
                  </a:lnTo>
                  <a:lnTo>
                    <a:pt x="5124555" y="169214"/>
                  </a:lnTo>
                  <a:lnTo>
                    <a:pt x="5124648" y="169214"/>
                  </a:lnTo>
                  <a:lnTo>
                    <a:pt x="5124742" y="169214"/>
                  </a:lnTo>
                  <a:lnTo>
                    <a:pt x="5124835" y="169214"/>
                  </a:lnTo>
                  <a:lnTo>
                    <a:pt x="5124928" y="169214"/>
                  </a:lnTo>
                  <a:lnTo>
                    <a:pt x="5125021" y="169214"/>
                  </a:lnTo>
                  <a:lnTo>
                    <a:pt x="5125115" y="169214"/>
                  </a:lnTo>
                  <a:lnTo>
                    <a:pt x="5125208" y="169214"/>
                  </a:lnTo>
                  <a:lnTo>
                    <a:pt x="5125301" y="169214"/>
                  </a:lnTo>
                  <a:lnTo>
                    <a:pt x="5125394" y="169214"/>
                  </a:lnTo>
                  <a:lnTo>
                    <a:pt x="5125488" y="169214"/>
                  </a:lnTo>
                  <a:lnTo>
                    <a:pt x="5125581" y="169214"/>
                  </a:lnTo>
                  <a:lnTo>
                    <a:pt x="5125674" y="169214"/>
                  </a:lnTo>
                  <a:lnTo>
                    <a:pt x="5125767" y="169214"/>
                  </a:lnTo>
                  <a:lnTo>
                    <a:pt x="5125861" y="169214"/>
                  </a:lnTo>
                  <a:lnTo>
                    <a:pt x="5125954" y="169214"/>
                  </a:lnTo>
                  <a:lnTo>
                    <a:pt x="5126047" y="169214"/>
                  </a:lnTo>
                  <a:lnTo>
                    <a:pt x="5126140" y="169214"/>
                  </a:lnTo>
                  <a:lnTo>
                    <a:pt x="5126234" y="169214"/>
                  </a:lnTo>
                  <a:lnTo>
                    <a:pt x="5126327" y="169214"/>
                  </a:lnTo>
                  <a:lnTo>
                    <a:pt x="5126420" y="169214"/>
                  </a:lnTo>
                  <a:lnTo>
                    <a:pt x="5126513" y="169214"/>
                  </a:lnTo>
                  <a:lnTo>
                    <a:pt x="5126607" y="169214"/>
                  </a:lnTo>
                  <a:lnTo>
                    <a:pt x="5126700" y="169214"/>
                  </a:lnTo>
                  <a:lnTo>
                    <a:pt x="5126793" y="169214"/>
                  </a:lnTo>
                  <a:lnTo>
                    <a:pt x="5126886" y="169214"/>
                  </a:lnTo>
                  <a:lnTo>
                    <a:pt x="5126980" y="169214"/>
                  </a:lnTo>
                  <a:lnTo>
                    <a:pt x="5127073" y="169214"/>
                  </a:lnTo>
                  <a:lnTo>
                    <a:pt x="5127166" y="169214"/>
                  </a:lnTo>
                  <a:lnTo>
                    <a:pt x="5127259" y="169214"/>
                  </a:lnTo>
                  <a:lnTo>
                    <a:pt x="5127352" y="169214"/>
                  </a:lnTo>
                  <a:lnTo>
                    <a:pt x="5127446" y="169214"/>
                  </a:lnTo>
                  <a:lnTo>
                    <a:pt x="5127539" y="169214"/>
                  </a:lnTo>
                  <a:lnTo>
                    <a:pt x="5127632" y="169214"/>
                  </a:lnTo>
                  <a:lnTo>
                    <a:pt x="5127725" y="169214"/>
                  </a:lnTo>
                  <a:lnTo>
                    <a:pt x="5127819" y="169214"/>
                  </a:lnTo>
                  <a:lnTo>
                    <a:pt x="5127912" y="169214"/>
                  </a:lnTo>
                  <a:lnTo>
                    <a:pt x="5128005" y="169214"/>
                  </a:lnTo>
                  <a:lnTo>
                    <a:pt x="5128098" y="169214"/>
                  </a:lnTo>
                  <a:lnTo>
                    <a:pt x="5128192" y="169214"/>
                  </a:lnTo>
                  <a:lnTo>
                    <a:pt x="5128285" y="169214"/>
                  </a:lnTo>
                  <a:lnTo>
                    <a:pt x="5128378" y="169214"/>
                  </a:lnTo>
                  <a:lnTo>
                    <a:pt x="5128471" y="169214"/>
                  </a:lnTo>
                  <a:lnTo>
                    <a:pt x="5128565" y="169214"/>
                  </a:lnTo>
                  <a:lnTo>
                    <a:pt x="5128658" y="169214"/>
                  </a:lnTo>
                  <a:lnTo>
                    <a:pt x="5128751" y="169214"/>
                  </a:lnTo>
                  <a:lnTo>
                    <a:pt x="5128844" y="169214"/>
                  </a:lnTo>
                  <a:lnTo>
                    <a:pt x="5128938" y="169214"/>
                  </a:lnTo>
                  <a:lnTo>
                    <a:pt x="5129031" y="169214"/>
                  </a:lnTo>
                  <a:lnTo>
                    <a:pt x="5129124" y="169214"/>
                  </a:lnTo>
                  <a:lnTo>
                    <a:pt x="5129217" y="169214"/>
                  </a:lnTo>
                  <a:lnTo>
                    <a:pt x="5129311" y="169214"/>
                  </a:lnTo>
                  <a:lnTo>
                    <a:pt x="5129404" y="169214"/>
                  </a:lnTo>
                  <a:lnTo>
                    <a:pt x="5129497" y="169214"/>
                  </a:lnTo>
                  <a:lnTo>
                    <a:pt x="5129590" y="169214"/>
                  </a:lnTo>
                  <a:lnTo>
                    <a:pt x="5129684" y="169214"/>
                  </a:lnTo>
                  <a:lnTo>
                    <a:pt x="5129777" y="169214"/>
                  </a:lnTo>
                  <a:lnTo>
                    <a:pt x="5129870" y="169214"/>
                  </a:lnTo>
                  <a:lnTo>
                    <a:pt x="5129963" y="169214"/>
                  </a:lnTo>
                  <a:lnTo>
                    <a:pt x="5130057" y="169214"/>
                  </a:lnTo>
                  <a:lnTo>
                    <a:pt x="5130150" y="169214"/>
                  </a:lnTo>
                  <a:lnTo>
                    <a:pt x="5130243" y="169214"/>
                  </a:lnTo>
                  <a:lnTo>
                    <a:pt x="5130336" y="169214"/>
                  </a:lnTo>
                  <a:lnTo>
                    <a:pt x="5130430" y="169214"/>
                  </a:lnTo>
                  <a:lnTo>
                    <a:pt x="5130523" y="169214"/>
                  </a:lnTo>
                  <a:lnTo>
                    <a:pt x="5130616" y="169214"/>
                  </a:lnTo>
                  <a:lnTo>
                    <a:pt x="5130709" y="169214"/>
                  </a:lnTo>
                  <a:lnTo>
                    <a:pt x="5130803" y="169214"/>
                  </a:lnTo>
                  <a:lnTo>
                    <a:pt x="5130896" y="169214"/>
                  </a:lnTo>
                  <a:lnTo>
                    <a:pt x="5130989" y="169214"/>
                  </a:lnTo>
                  <a:lnTo>
                    <a:pt x="5131082" y="169214"/>
                  </a:lnTo>
                  <a:lnTo>
                    <a:pt x="5131176" y="169214"/>
                  </a:lnTo>
                  <a:lnTo>
                    <a:pt x="5131269" y="169214"/>
                  </a:lnTo>
                  <a:lnTo>
                    <a:pt x="5131362" y="169214"/>
                  </a:lnTo>
                  <a:lnTo>
                    <a:pt x="5131455" y="169214"/>
                  </a:lnTo>
                  <a:lnTo>
                    <a:pt x="5131549" y="169214"/>
                  </a:lnTo>
                  <a:lnTo>
                    <a:pt x="5131642" y="169214"/>
                  </a:lnTo>
                  <a:lnTo>
                    <a:pt x="5131735" y="169214"/>
                  </a:lnTo>
                  <a:lnTo>
                    <a:pt x="5131828" y="169214"/>
                  </a:lnTo>
                  <a:lnTo>
                    <a:pt x="5131922" y="169214"/>
                  </a:lnTo>
                  <a:lnTo>
                    <a:pt x="5132015" y="169214"/>
                  </a:lnTo>
                  <a:lnTo>
                    <a:pt x="5132108" y="169214"/>
                  </a:lnTo>
                  <a:lnTo>
                    <a:pt x="5132201" y="169214"/>
                  </a:lnTo>
                  <a:lnTo>
                    <a:pt x="5132295" y="169214"/>
                  </a:lnTo>
                  <a:lnTo>
                    <a:pt x="5132388" y="169214"/>
                  </a:lnTo>
                  <a:lnTo>
                    <a:pt x="5132481" y="169214"/>
                  </a:lnTo>
                  <a:lnTo>
                    <a:pt x="5132574" y="169214"/>
                  </a:lnTo>
                  <a:lnTo>
                    <a:pt x="5132668" y="169214"/>
                  </a:lnTo>
                  <a:lnTo>
                    <a:pt x="5132761" y="169214"/>
                  </a:lnTo>
                  <a:lnTo>
                    <a:pt x="5132854" y="169214"/>
                  </a:lnTo>
                  <a:lnTo>
                    <a:pt x="5132947" y="169214"/>
                  </a:lnTo>
                  <a:lnTo>
                    <a:pt x="5133041" y="169214"/>
                  </a:lnTo>
                  <a:lnTo>
                    <a:pt x="5133134" y="169214"/>
                  </a:lnTo>
                  <a:lnTo>
                    <a:pt x="5133227" y="169214"/>
                  </a:lnTo>
                  <a:lnTo>
                    <a:pt x="5133320" y="169214"/>
                  </a:lnTo>
                  <a:lnTo>
                    <a:pt x="5133414" y="169214"/>
                  </a:lnTo>
                  <a:lnTo>
                    <a:pt x="5133507" y="169214"/>
                  </a:lnTo>
                  <a:lnTo>
                    <a:pt x="5133600" y="169214"/>
                  </a:lnTo>
                  <a:lnTo>
                    <a:pt x="5133693" y="169214"/>
                  </a:lnTo>
                  <a:lnTo>
                    <a:pt x="5133787" y="169214"/>
                  </a:lnTo>
                  <a:lnTo>
                    <a:pt x="5133880" y="169214"/>
                  </a:lnTo>
                  <a:lnTo>
                    <a:pt x="5133973" y="169214"/>
                  </a:lnTo>
                  <a:lnTo>
                    <a:pt x="5134066" y="169214"/>
                  </a:lnTo>
                  <a:lnTo>
                    <a:pt x="5134159" y="169214"/>
                  </a:lnTo>
                  <a:lnTo>
                    <a:pt x="5134253" y="169214"/>
                  </a:lnTo>
                  <a:lnTo>
                    <a:pt x="5134346" y="169214"/>
                  </a:lnTo>
                  <a:lnTo>
                    <a:pt x="5134439" y="169214"/>
                  </a:lnTo>
                  <a:lnTo>
                    <a:pt x="5134532" y="169214"/>
                  </a:lnTo>
                  <a:lnTo>
                    <a:pt x="5134626" y="169214"/>
                  </a:lnTo>
                  <a:lnTo>
                    <a:pt x="5134719" y="169214"/>
                  </a:lnTo>
                  <a:lnTo>
                    <a:pt x="5134812" y="169214"/>
                  </a:lnTo>
                  <a:lnTo>
                    <a:pt x="5134905" y="169214"/>
                  </a:lnTo>
                  <a:lnTo>
                    <a:pt x="5134999" y="169214"/>
                  </a:lnTo>
                  <a:lnTo>
                    <a:pt x="5135092" y="169214"/>
                  </a:lnTo>
                  <a:lnTo>
                    <a:pt x="5135185" y="169214"/>
                  </a:lnTo>
                  <a:lnTo>
                    <a:pt x="5135278" y="169214"/>
                  </a:lnTo>
                  <a:lnTo>
                    <a:pt x="5135372" y="169214"/>
                  </a:lnTo>
                  <a:lnTo>
                    <a:pt x="5135465" y="169214"/>
                  </a:lnTo>
                  <a:lnTo>
                    <a:pt x="5135558" y="169214"/>
                  </a:lnTo>
                  <a:lnTo>
                    <a:pt x="5135651" y="169214"/>
                  </a:lnTo>
                  <a:lnTo>
                    <a:pt x="5135745" y="169214"/>
                  </a:lnTo>
                  <a:lnTo>
                    <a:pt x="5135838" y="169214"/>
                  </a:lnTo>
                  <a:lnTo>
                    <a:pt x="5135931" y="169214"/>
                  </a:lnTo>
                  <a:lnTo>
                    <a:pt x="5136024" y="169214"/>
                  </a:lnTo>
                  <a:lnTo>
                    <a:pt x="5136118" y="169214"/>
                  </a:lnTo>
                  <a:lnTo>
                    <a:pt x="5136211" y="169214"/>
                  </a:lnTo>
                  <a:lnTo>
                    <a:pt x="5136304" y="169214"/>
                  </a:lnTo>
                  <a:lnTo>
                    <a:pt x="5136397" y="169214"/>
                  </a:lnTo>
                  <a:lnTo>
                    <a:pt x="5136491" y="169214"/>
                  </a:lnTo>
                  <a:lnTo>
                    <a:pt x="5136584" y="169214"/>
                  </a:lnTo>
                  <a:lnTo>
                    <a:pt x="5136677" y="169214"/>
                  </a:lnTo>
                  <a:lnTo>
                    <a:pt x="5136770" y="169214"/>
                  </a:lnTo>
                  <a:lnTo>
                    <a:pt x="5136864" y="169214"/>
                  </a:lnTo>
                  <a:lnTo>
                    <a:pt x="5136957" y="169214"/>
                  </a:lnTo>
                  <a:lnTo>
                    <a:pt x="5137050" y="169214"/>
                  </a:lnTo>
                  <a:lnTo>
                    <a:pt x="5137143" y="169214"/>
                  </a:lnTo>
                  <a:lnTo>
                    <a:pt x="5137237" y="169214"/>
                  </a:lnTo>
                  <a:lnTo>
                    <a:pt x="5137330" y="169214"/>
                  </a:lnTo>
                  <a:lnTo>
                    <a:pt x="5137423" y="169214"/>
                  </a:lnTo>
                  <a:lnTo>
                    <a:pt x="5137516" y="169214"/>
                  </a:lnTo>
                  <a:lnTo>
                    <a:pt x="5137610" y="169214"/>
                  </a:lnTo>
                  <a:lnTo>
                    <a:pt x="5137703" y="169214"/>
                  </a:lnTo>
                  <a:lnTo>
                    <a:pt x="5137796" y="169214"/>
                  </a:lnTo>
                  <a:lnTo>
                    <a:pt x="5137889" y="169214"/>
                  </a:lnTo>
                  <a:lnTo>
                    <a:pt x="5137983" y="169214"/>
                  </a:lnTo>
                  <a:lnTo>
                    <a:pt x="5138076" y="169214"/>
                  </a:lnTo>
                  <a:lnTo>
                    <a:pt x="5138169" y="169214"/>
                  </a:lnTo>
                  <a:lnTo>
                    <a:pt x="5138262" y="169214"/>
                  </a:lnTo>
                  <a:lnTo>
                    <a:pt x="5138356" y="169214"/>
                  </a:lnTo>
                  <a:lnTo>
                    <a:pt x="5138449" y="169214"/>
                  </a:lnTo>
                  <a:lnTo>
                    <a:pt x="5138542" y="169214"/>
                  </a:lnTo>
                  <a:lnTo>
                    <a:pt x="5138635" y="169214"/>
                  </a:lnTo>
                  <a:lnTo>
                    <a:pt x="5138729" y="169214"/>
                  </a:lnTo>
                  <a:lnTo>
                    <a:pt x="5138822" y="169214"/>
                  </a:lnTo>
                  <a:lnTo>
                    <a:pt x="5138915" y="169214"/>
                  </a:lnTo>
                  <a:lnTo>
                    <a:pt x="5139008" y="169214"/>
                  </a:lnTo>
                  <a:lnTo>
                    <a:pt x="5139102" y="169214"/>
                  </a:lnTo>
                  <a:lnTo>
                    <a:pt x="5139195" y="169214"/>
                  </a:lnTo>
                  <a:lnTo>
                    <a:pt x="5139288" y="169214"/>
                  </a:lnTo>
                  <a:lnTo>
                    <a:pt x="5139381" y="169214"/>
                  </a:lnTo>
                  <a:lnTo>
                    <a:pt x="5139475" y="169214"/>
                  </a:lnTo>
                  <a:lnTo>
                    <a:pt x="5139568" y="169214"/>
                  </a:lnTo>
                  <a:lnTo>
                    <a:pt x="5139661" y="169214"/>
                  </a:lnTo>
                  <a:lnTo>
                    <a:pt x="5139754" y="169214"/>
                  </a:lnTo>
                  <a:lnTo>
                    <a:pt x="5139848" y="169214"/>
                  </a:lnTo>
                  <a:lnTo>
                    <a:pt x="5139941" y="169214"/>
                  </a:lnTo>
                  <a:lnTo>
                    <a:pt x="5140034" y="169214"/>
                  </a:lnTo>
                  <a:lnTo>
                    <a:pt x="5140127" y="169214"/>
                  </a:lnTo>
                  <a:lnTo>
                    <a:pt x="5140221" y="169214"/>
                  </a:lnTo>
                  <a:lnTo>
                    <a:pt x="5140314" y="169214"/>
                  </a:lnTo>
                  <a:lnTo>
                    <a:pt x="5140407" y="169214"/>
                  </a:lnTo>
                  <a:lnTo>
                    <a:pt x="5140500" y="169214"/>
                  </a:lnTo>
                  <a:lnTo>
                    <a:pt x="5140594" y="169214"/>
                  </a:lnTo>
                  <a:lnTo>
                    <a:pt x="5140687" y="169214"/>
                  </a:lnTo>
                  <a:lnTo>
                    <a:pt x="5140780" y="169214"/>
                  </a:lnTo>
                  <a:lnTo>
                    <a:pt x="5140873" y="169214"/>
                  </a:lnTo>
                  <a:lnTo>
                    <a:pt x="5140966" y="169214"/>
                  </a:lnTo>
                  <a:lnTo>
                    <a:pt x="5141060" y="169214"/>
                  </a:lnTo>
                  <a:lnTo>
                    <a:pt x="5141153" y="169214"/>
                  </a:lnTo>
                  <a:lnTo>
                    <a:pt x="5141246" y="169214"/>
                  </a:lnTo>
                  <a:lnTo>
                    <a:pt x="5141339" y="169214"/>
                  </a:lnTo>
                  <a:lnTo>
                    <a:pt x="5141433" y="169214"/>
                  </a:lnTo>
                  <a:lnTo>
                    <a:pt x="5141526" y="169214"/>
                  </a:lnTo>
                  <a:lnTo>
                    <a:pt x="5141619" y="169214"/>
                  </a:lnTo>
                  <a:lnTo>
                    <a:pt x="5141712" y="169214"/>
                  </a:lnTo>
                  <a:lnTo>
                    <a:pt x="5141806" y="169214"/>
                  </a:lnTo>
                  <a:lnTo>
                    <a:pt x="5141899" y="169214"/>
                  </a:lnTo>
                  <a:lnTo>
                    <a:pt x="5141992" y="169214"/>
                  </a:lnTo>
                  <a:lnTo>
                    <a:pt x="5142085" y="169214"/>
                  </a:lnTo>
                  <a:lnTo>
                    <a:pt x="5142179" y="169214"/>
                  </a:lnTo>
                  <a:lnTo>
                    <a:pt x="5142272" y="169214"/>
                  </a:lnTo>
                  <a:lnTo>
                    <a:pt x="5142365" y="169214"/>
                  </a:lnTo>
                  <a:lnTo>
                    <a:pt x="5142458" y="169214"/>
                  </a:lnTo>
                  <a:lnTo>
                    <a:pt x="5142552" y="169214"/>
                  </a:lnTo>
                  <a:lnTo>
                    <a:pt x="5142645" y="169214"/>
                  </a:lnTo>
                  <a:lnTo>
                    <a:pt x="5142738" y="169214"/>
                  </a:lnTo>
                  <a:lnTo>
                    <a:pt x="5142831" y="169214"/>
                  </a:lnTo>
                  <a:lnTo>
                    <a:pt x="5142925" y="169214"/>
                  </a:lnTo>
                  <a:lnTo>
                    <a:pt x="5143018" y="169214"/>
                  </a:lnTo>
                  <a:lnTo>
                    <a:pt x="5143111" y="169214"/>
                  </a:lnTo>
                  <a:lnTo>
                    <a:pt x="5143204" y="169214"/>
                  </a:lnTo>
                  <a:lnTo>
                    <a:pt x="5143298" y="169214"/>
                  </a:lnTo>
                  <a:lnTo>
                    <a:pt x="5143391" y="169214"/>
                  </a:lnTo>
                  <a:lnTo>
                    <a:pt x="5143484" y="169214"/>
                  </a:lnTo>
                  <a:lnTo>
                    <a:pt x="5143577" y="169214"/>
                  </a:lnTo>
                  <a:lnTo>
                    <a:pt x="5143671" y="169214"/>
                  </a:lnTo>
                  <a:lnTo>
                    <a:pt x="5143764" y="169214"/>
                  </a:lnTo>
                  <a:lnTo>
                    <a:pt x="5143857" y="169214"/>
                  </a:lnTo>
                  <a:lnTo>
                    <a:pt x="5143950" y="169214"/>
                  </a:lnTo>
                  <a:lnTo>
                    <a:pt x="5144044" y="169214"/>
                  </a:lnTo>
                  <a:lnTo>
                    <a:pt x="5144137" y="169214"/>
                  </a:lnTo>
                  <a:lnTo>
                    <a:pt x="5144230" y="169214"/>
                  </a:lnTo>
                  <a:lnTo>
                    <a:pt x="5144323" y="169214"/>
                  </a:lnTo>
                  <a:lnTo>
                    <a:pt x="5144417" y="169214"/>
                  </a:lnTo>
                  <a:lnTo>
                    <a:pt x="5144510" y="169214"/>
                  </a:lnTo>
                  <a:lnTo>
                    <a:pt x="5144603" y="169214"/>
                  </a:lnTo>
                  <a:lnTo>
                    <a:pt x="5144696" y="169214"/>
                  </a:lnTo>
                  <a:lnTo>
                    <a:pt x="5144790" y="169214"/>
                  </a:lnTo>
                  <a:lnTo>
                    <a:pt x="5144883" y="169214"/>
                  </a:lnTo>
                  <a:lnTo>
                    <a:pt x="5144976" y="169214"/>
                  </a:lnTo>
                  <a:lnTo>
                    <a:pt x="5145069" y="169214"/>
                  </a:lnTo>
                  <a:lnTo>
                    <a:pt x="5145163" y="169214"/>
                  </a:lnTo>
                  <a:lnTo>
                    <a:pt x="5145256" y="169214"/>
                  </a:lnTo>
                  <a:lnTo>
                    <a:pt x="5145349" y="169214"/>
                  </a:lnTo>
                  <a:lnTo>
                    <a:pt x="5145442" y="169214"/>
                  </a:lnTo>
                  <a:lnTo>
                    <a:pt x="5145536" y="169214"/>
                  </a:lnTo>
                  <a:lnTo>
                    <a:pt x="5145629" y="169214"/>
                  </a:lnTo>
                  <a:lnTo>
                    <a:pt x="5145722" y="169214"/>
                  </a:lnTo>
                  <a:lnTo>
                    <a:pt x="5145815" y="169214"/>
                  </a:lnTo>
                  <a:lnTo>
                    <a:pt x="5145909" y="169214"/>
                  </a:lnTo>
                  <a:lnTo>
                    <a:pt x="5146002" y="169214"/>
                  </a:lnTo>
                  <a:lnTo>
                    <a:pt x="5146095" y="169214"/>
                  </a:lnTo>
                  <a:lnTo>
                    <a:pt x="5146188" y="169214"/>
                  </a:lnTo>
                  <a:lnTo>
                    <a:pt x="5146282" y="169214"/>
                  </a:lnTo>
                  <a:lnTo>
                    <a:pt x="5146375" y="169214"/>
                  </a:lnTo>
                  <a:lnTo>
                    <a:pt x="5146468" y="169214"/>
                  </a:lnTo>
                  <a:lnTo>
                    <a:pt x="5146561" y="169214"/>
                  </a:lnTo>
                  <a:lnTo>
                    <a:pt x="5146655" y="169214"/>
                  </a:lnTo>
                  <a:lnTo>
                    <a:pt x="5146748" y="169214"/>
                  </a:lnTo>
                  <a:lnTo>
                    <a:pt x="5146841" y="169214"/>
                  </a:lnTo>
                  <a:lnTo>
                    <a:pt x="5146934" y="169214"/>
                  </a:lnTo>
                  <a:lnTo>
                    <a:pt x="5146934" y="159261"/>
                  </a:lnTo>
                  <a:lnTo>
                    <a:pt x="5147028" y="159261"/>
                  </a:lnTo>
                  <a:lnTo>
                    <a:pt x="5147121" y="159261"/>
                  </a:lnTo>
                  <a:lnTo>
                    <a:pt x="5147214" y="159261"/>
                  </a:lnTo>
                  <a:lnTo>
                    <a:pt x="5147307" y="159261"/>
                  </a:lnTo>
                  <a:lnTo>
                    <a:pt x="5147401" y="159261"/>
                  </a:lnTo>
                  <a:lnTo>
                    <a:pt x="5147494" y="159261"/>
                  </a:lnTo>
                  <a:lnTo>
                    <a:pt x="5147587" y="159261"/>
                  </a:lnTo>
                  <a:lnTo>
                    <a:pt x="5147680" y="159261"/>
                  </a:lnTo>
                  <a:lnTo>
                    <a:pt x="5147774" y="159261"/>
                  </a:lnTo>
                  <a:lnTo>
                    <a:pt x="5147867" y="159261"/>
                  </a:lnTo>
                  <a:lnTo>
                    <a:pt x="5147960" y="159261"/>
                  </a:lnTo>
                  <a:lnTo>
                    <a:pt x="5148053" y="159261"/>
                  </a:lnTo>
                  <a:lnTo>
                    <a:pt x="5148146" y="159261"/>
                  </a:lnTo>
                  <a:lnTo>
                    <a:pt x="5148240" y="159261"/>
                  </a:lnTo>
                  <a:lnTo>
                    <a:pt x="5148333" y="159261"/>
                  </a:lnTo>
                  <a:lnTo>
                    <a:pt x="5148426" y="159261"/>
                  </a:lnTo>
                  <a:lnTo>
                    <a:pt x="5148519" y="159261"/>
                  </a:lnTo>
                  <a:lnTo>
                    <a:pt x="5148613" y="159261"/>
                  </a:lnTo>
                  <a:lnTo>
                    <a:pt x="5148706" y="159261"/>
                  </a:lnTo>
                  <a:lnTo>
                    <a:pt x="5148799" y="159261"/>
                  </a:lnTo>
                  <a:lnTo>
                    <a:pt x="5148892" y="159261"/>
                  </a:lnTo>
                  <a:lnTo>
                    <a:pt x="5148986" y="159261"/>
                  </a:lnTo>
                  <a:lnTo>
                    <a:pt x="5149079" y="159261"/>
                  </a:lnTo>
                  <a:lnTo>
                    <a:pt x="5149172" y="159261"/>
                  </a:lnTo>
                  <a:lnTo>
                    <a:pt x="5149265" y="159261"/>
                  </a:lnTo>
                  <a:lnTo>
                    <a:pt x="5149359" y="159261"/>
                  </a:lnTo>
                  <a:lnTo>
                    <a:pt x="5149452" y="159261"/>
                  </a:lnTo>
                  <a:lnTo>
                    <a:pt x="5149545" y="159261"/>
                  </a:lnTo>
                  <a:lnTo>
                    <a:pt x="5149638" y="159261"/>
                  </a:lnTo>
                  <a:lnTo>
                    <a:pt x="5149732" y="159261"/>
                  </a:lnTo>
                  <a:lnTo>
                    <a:pt x="5149825" y="159261"/>
                  </a:lnTo>
                  <a:lnTo>
                    <a:pt x="5149918" y="159261"/>
                  </a:lnTo>
                  <a:lnTo>
                    <a:pt x="5150011" y="159261"/>
                  </a:lnTo>
                  <a:lnTo>
                    <a:pt x="5150105" y="159261"/>
                  </a:lnTo>
                  <a:lnTo>
                    <a:pt x="5150198" y="159261"/>
                  </a:lnTo>
                  <a:lnTo>
                    <a:pt x="5150291" y="159261"/>
                  </a:lnTo>
                  <a:lnTo>
                    <a:pt x="5150384" y="159261"/>
                  </a:lnTo>
                  <a:lnTo>
                    <a:pt x="5150478" y="159261"/>
                  </a:lnTo>
                  <a:lnTo>
                    <a:pt x="5150571" y="159261"/>
                  </a:lnTo>
                  <a:lnTo>
                    <a:pt x="5150664" y="159261"/>
                  </a:lnTo>
                  <a:lnTo>
                    <a:pt x="5150757" y="159261"/>
                  </a:lnTo>
                  <a:lnTo>
                    <a:pt x="5150851" y="159261"/>
                  </a:lnTo>
                  <a:lnTo>
                    <a:pt x="5150944" y="159261"/>
                  </a:lnTo>
                  <a:lnTo>
                    <a:pt x="5151037" y="159261"/>
                  </a:lnTo>
                  <a:lnTo>
                    <a:pt x="5151130" y="159261"/>
                  </a:lnTo>
                  <a:lnTo>
                    <a:pt x="5151224" y="159261"/>
                  </a:lnTo>
                  <a:lnTo>
                    <a:pt x="5151317" y="159261"/>
                  </a:lnTo>
                  <a:lnTo>
                    <a:pt x="5151410" y="159261"/>
                  </a:lnTo>
                  <a:lnTo>
                    <a:pt x="5151503" y="159261"/>
                  </a:lnTo>
                  <a:lnTo>
                    <a:pt x="5151597" y="159261"/>
                  </a:lnTo>
                  <a:lnTo>
                    <a:pt x="5151690" y="159261"/>
                  </a:lnTo>
                  <a:lnTo>
                    <a:pt x="5151783" y="159261"/>
                  </a:lnTo>
                  <a:lnTo>
                    <a:pt x="5151876" y="159261"/>
                  </a:lnTo>
                  <a:lnTo>
                    <a:pt x="5151970" y="159261"/>
                  </a:lnTo>
                  <a:lnTo>
                    <a:pt x="5152063" y="159261"/>
                  </a:lnTo>
                  <a:lnTo>
                    <a:pt x="5152156" y="159261"/>
                  </a:lnTo>
                  <a:lnTo>
                    <a:pt x="5152249" y="159261"/>
                  </a:lnTo>
                  <a:lnTo>
                    <a:pt x="5152343" y="159261"/>
                  </a:lnTo>
                  <a:lnTo>
                    <a:pt x="5152436" y="159261"/>
                  </a:lnTo>
                  <a:lnTo>
                    <a:pt x="5152529" y="159261"/>
                  </a:lnTo>
                  <a:lnTo>
                    <a:pt x="5152622" y="159261"/>
                  </a:lnTo>
                  <a:lnTo>
                    <a:pt x="5152716" y="159261"/>
                  </a:lnTo>
                  <a:lnTo>
                    <a:pt x="5152809" y="159261"/>
                  </a:lnTo>
                  <a:lnTo>
                    <a:pt x="5152902" y="159261"/>
                  </a:lnTo>
                  <a:lnTo>
                    <a:pt x="5152995" y="159261"/>
                  </a:lnTo>
                  <a:lnTo>
                    <a:pt x="5153089" y="159261"/>
                  </a:lnTo>
                  <a:lnTo>
                    <a:pt x="5153182" y="159261"/>
                  </a:lnTo>
                  <a:lnTo>
                    <a:pt x="5153275" y="159261"/>
                  </a:lnTo>
                  <a:lnTo>
                    <a:pt x="5153368" y="159261"/>
                  </a:lnTo>
                  <a:lnTo>
                    <a:pt x="5153462" y="159261"/>
                  </a:lnTo>
                  <a:lnTo>
                    <a:pt x="5153555" y="159261"/>
                  </a:lnTo>
                  <a:lnTo>
                    <a:pt x="5153648" y="159261"/>
                  </a:lnTo>
                  <a:lnTo>
                    <a:pt x="5153741" y="159261"/>
                  </a:lnTo>
                  <a:lnTo>
                    <a:pt x="5153835" y="159261"/>
                  </a:lnTo>
                  <a:lnTo>
                    <a:pt x="5153928" y="159261"/>
                  </a:lnTo>
                  <a:lnTo>
                    <a:pt x="5154021" y="159261"/>
                  </a:lnTo>
                  <a:lnTo>
                    <a:pt x="5154114" y="159261"/>
                  </a:lnTo>
                  <a:lnTo>
                    <a:pt x="5154208" y="159261"/>
                  </a:lnTo>
                  <a:lnTo>
                    <a:pt x="5154301" y="159261"/>
                  </a:lnTo>
                  <a:lnTo>
                    <a:pt x="5154394" y="159261"/>
                  </a:lnTo>
                  <a:lnTo>
                    <a:pt x="5154487" y="159261"/>
                  </a:lnTo>
                  <a:lnTo>
                    <a:pt x="5154581" y="159261"/>
                  </a:lnTo>
                  <a:lnTo>
                    <a:pt x="5154674" y="159261"/>
                  </a:lnTo>
                  <a:lnTo>
                    <a:pt x="5154767" y="159261"/>
                  </a:lnTo>
                  <a:lnTo>
                    <a:pt x="5154860" y="159261"/>
                  </a:lnTo>
                  <a:lnTo>
                    <a:pt x="5154953" y="159261"/>
                  </a:lnTo>
                  <a:lnTo>
                    <a:pt x="5155047" y="159261"/>
                  </a:lnTo>
                  <a:lnTo>
                    <a:pt x="5155140" y="159261"/>
                  </a:lnTo>
                  <a:lnTo>
                    <a:pt x="5155233" y="159261"/>
                  </a:lnTo>
                  <a:lnTo>
                    <a:pt x="5155326" y="159261"/>
                  </a:lnTo>
                  <a:lnTo>
                    <a:pt x="5155420" y="159261"/>
                  </a:lnTo>
                  <a:lnTo>
                    <a:pt x="5155513" y="159261"/>
                  </a:lnTo>
                  <a:lnTo>
                    <a:pt x="5155606" y="159261"/>
                  </a:lnTo>
                  <a:lnTo>
                    <a:pt x="5155699" y="159261"/>
                  </a:lnTo>
                  <a:lnTo>
                    <a:pt x="5155793" y="159261"/>
                  </a:lnTo>
                  <a:lnTo>
                    <a:pt x="5155886" y="159261"/>
                  </a:lnTo>
                  <a:lnTo>
                    <a:pt x="5155979" y="159261"/>
                  </a:lnTo>
                  <a:lnTo>
                    <a:pt x="5156072" y="159261"/>
                  </a:lnTo>
                  <a:lnTo>
                    <a:pt x="5156166" y="159261"/>
                  </a:lnTo>
                  <a:lnTo>
                    <a:pt x="5156259" y="159261"/>
                  </a:lnTo>
                  <a:lnTo>
                    <a:pt x="5156352" y="159261"/>
                  </a:lnTo>
                  <a:lnTo>
                    <a:pt x="5156445" y="159261"/>
                  </a:lnTo>
                  <a:lnTo>
                    <a:pt x="5156539" y="159261"/>
                  </a:lnTo>
                  <a:lnTo>
                    <a:pt x="5156632" y="159261"/>
                  </a:lnTo>
                  <a:lnTo>
                    <a:pt x="5156725" y="159261"/>
                  </a:lnTo>
                  <a:lnTo>
                    <a:pt x="5156818" y="159261"/>
                  </a:lnTo>
                  <a:lnTo>
                    <a:pt x="5156912" y="159261"/>
                  </a:lnTo>
                  <a:lnTo>
                    <a:pt x="5157005" y="159261"/>
                  </a:lnTo>
                  <a:lnTo>
                    <a:pt x="5157098" y="159261"/>
                  </a:lnTo>
                  <a:lnTo>
                    <a:pt x="5157191" y="159261"/>
                  </a:lnTo>
                  <a:lnTo>
                    <a:pt x="5157285" y="159261"/>
                  </a:lnTo>
                  <a:lnTo>
                    <a:pt x="5157378" y="159261"/>
                  </a:lnTo>
                  <a:lnTo>
                    <a:pt x="5157471" y="159261"/>
                  </a:lnTo>
                  <a:lnTo>
                    <a:pt x="5157564" y="159261"/>
                  </a:lnTo>
                  <a:lnTo>
                    <a:pt x="5157658" y="159261"/>
                  </a:lnTo>
                  <a:lnTo>
                    <a:pt x="5157751" y="159261"/>
                  </a:lnTo>
                  <a:lnTo>
                    <a:pt x="5157844" y="159261"/>
                  </a:lnTo>
                  <a:lnTo>
                    <a:pt x="5157937" y="159261"/>
                  </a:lnTo>
                  <a:lnTo>
                    <a:pt x="5158031" y="159261"/>
                  </a:lnTo>
                  <a:lnTo>
                    <a:pt x="5158124" y="159261"/>
                  </a:lnTo>
                  <a:lnTo>
                    <a:pt x="5158217" y="159261"/>
                  </a:lnTo>
                  <a:lnTo>
                    <a:pt x="5158310" y="159261"/>
                  </a:lnTo>
                  <a:lnTo>
                    <a:pt x="5158404" y="159261"/>
                  </a:lnTo>
                  <a:lnTo>
                    <a:pt x="5158497" y="159261"/>
                  </a:lnTo>
                  <a:lnTo>
                    <a:pt x="5158590" y="159261"/>
                  </a:lnTo>
                  <a:lnTo>
                    <a:pt x="5158683" y="159261"/>
                  </a:lnTo>
                  <a:lnTo>
                    <a:pt x="5158777" y="159261"/>
                  </a:lnTo>
                  <a:lnTo>
                    <a:pt x="5158870" y="159261"/>
                  </a:lnTo>
                  <a:lnTo>
                    <a:pt x="5158963" y="159261"/>
                  </a:lnTo>
                  <a:lnTo>
                    <a:pt x="5159056" y="159261"/>
                  </a:lnTo>
                  <a:lnTo>
                    <a:pt x="5159150" y="159261"/>
                  </a:lnTo>
                  <a:lnTo>
                    <a:pt x="5159243" y="159261"/>
                  </a:lnTo>
                  <a:lnTo>
                    <a:pt x="5159336" y="159261"/>
                  </a:lnTo>
                  <a:lnTo>
                    <a:pt x="5159429" y="159261"/>
                  </a:lnTo>
                  <a:lnTo>
                    <a:pt x="5159523" y="159261"/>
                  </a:lnTo>
                  <a:lnTo>
                    <a:pt x="5159616" y="159261"/>
                  </a:lnTo>
                  <a:lnTo>
                    <a:pt x="5159709" y="159261"/>
                  </a:lnTo>
                  <a:lnTo>
                    <a:pt x="5159802" y="159261"/>
                  </a:lnTo>
                  <a:lnTo>
                    <a:pt x="5159896" y="159261"/>
                  </a:lnTo>
                  <a:lnTo>
                    <a:pt x="5159989" y="159261"/>
                  </a:lnTo>
                  <a:lnTo>
                    <a:pt x="5160082" y="159261"/>
                  </a:lnTo>
                  <a:lnTo>
                    <a:pt x="5160175" y="159261"/>
                  </a:lnTo>
                  <a:lnTo>
                    <a:pt x="5160269" y="159261"/>
                  </a:lnTo>
                  <a:lnTo>
                    <a:pt x="5160362" y="159261"/>
                  </a:lnTo>
                  <a:lnTo>
                    <a:pt x="5160455" y="159261"/>
                  </a:lnTo>
                  <a:lnTo>
                    <a:pt x="5160548" y="159261"/>
                  </a:lnTo>
                  <a:lnTo>
                    <a:pt x="5160642" y="159261"/>
                  </a:lnTo>
                  <a:lnTo>
                    <a:pt x="5160735" y="159261"/>
                  </a:lnTo>
                  <a:lnTo>
                    <a:pt x="5160828" y="159261"/>
                  </a:lnTo>
                  <a:lnTo>
                    <a:pt x="5160921" y="159261"/>
                  </a:lnTo>
                  <a:lnTo>
                    <a:pt x="5161015" y="159261"/>
                  </a:lnTo>
                  <a:lnTo>
                    <a:pt x="5161108" y="159261"/>
                  </a:lnTo>
                  <a:lnTo>
                    <a:pt x="5161201" y="159261"/>
                  </a:lnTo>
                  <a:lnTo>
                    <a:pt x="5161294" y="159261"/>
                  </a:lnTo>
                  <a:lnTo>
                    <a:pt x="5161388" y="159261"/>
                  </a:lnTo>
                  <a:lnTo>
                    <a:pt x="5161481" y="159261"/>
                  </a:lnTo>
                  <a:lnTo>
                    <a:pt x="5161574" y="159261"/>
                  </a:lnTo>
                  <a:lnTo>
                    <a:pt x="5161667" y="159261"/>
                  </a:lnTo>
                  <a:lnTo>
                    <a:pt x="5161760" y="159261"/>
                  </a:lnTo>
                  <a:lnTo>
                    <a:pt x="5161854" y="159261"/>
                  </a:lnTo>
                  <a:lnTo>
                    <a:pt x="5161947" y="159261"/>
                  </a:lnTo>
                  <a:lnTo>
                    <a:pt x="5162040" y="159261"/>
                  </a:lnTo>
                  <a:lnTo>
                    <a:pt x="5162133" y="159261"/>
                  </a:lnTo>
                  <a:lnTo>
                    <a:pt x="5162227" y="159261"/>
                  </a:lnTo>
                  <a:lnTo>
                    <a:pt x="5162320" y="159261"/>
                  </a:lnTo>
                  <a:lnTo>
                    <a:pt x="5162413" y="159261"/>
                  </a:lnTo>
                  <a:lnTo>
                    <a:pt x="5162506" y="159261"/>
                  </a:lnTo>
                  <a:lnTo>
                    <a:pt x="5162600" y="159261"/>
                  </a:lnTo>
                  <a:lnTo>
                    <a:pt x="5162693" y="159261"/>
                  </a:lnTo>
                  <a:lnTo>
                    <a:pt x="5162786" y="159261"/>
                  </a:lnTo>
                  <a:lnTo>
                    <a:pt x="5162879" y="159261"/>
                  </a:lnTo>
                  <a:lnTo>
                    <a:pt x="5162973" y="159261"/>
                  </a:lnTo>
                  <a:lnTo>
                    <a:pt x="5163066" y="159261"/>
                  </a:lnTo>
                  <a:lnTo>
                    <a:pt x="5163159" y="159261"/>
                  </a:lnTo>
                  <a:lnTo>
                    <a:pt x="5163252" y="159261"/>
                  </a:lnTo>
                  <a:lnTo>
                    <a:pt x="5163346" y="159261"/>
                  </a:lnTo>
                  <a:lnTo>
                    <a:pt x="5163439" y="159261"/>
                  </a:lnTo>
                  <a:lnTo>
                    <a:pt x="5163532" y="159261"/>
                  </a:lnTo>
                  <a:lnTo>
                    <a:pt x="5163625" y="159261"/>
                  </a:lnTo>
                  <a:lnTo>
                    <a:pt x="5163719" y="159261"/>
                  </a:lnTo>
                  <a:lnTo>
                    <a:pt x="5163812" y="159261"/>
                  </a:lnTo>
                  <a:lnTo>
                    <a:pt x="5163905" y="159261"/>
                  </a:lnTo>
                  <a:lnTo>
                    <a:pt x="5163998" y="159261"/>
                  </a:lnTo>
                  <a:lnTo>
                    <a:pt x="5164092" y="159261"/>
                  </a:lnTo>
                  <a:lnTo>
                    <a:pt x="5164185" y="159261"/>
                  </a:lnTo>
                  <a:lnTo>
                    <a:pt x="5164278" y="159261"/>
                  </a:lnTo>
                  <a:lnTo>
                    <a:pt x="5164371" y="159261"/>
                  </a:lnTo>
                  <a:lnTo>
                    <a:pt x="5164465" y="159261"/>
                  </a:lnTo>
                  <a:lnTo>
                    <a:pt x="5164558" y="159261"/>
                  </a:lnTo>
                  <a:lnTo>
                    <a:pt x="5164651" y="159261"/>
                  </a:lnTo>
                  <a:lnTo>
                    <a:pt x="5164744" y="159261"/>
                  </a:lnTo>
                  <a:lnTo>
                    <a:pt x="5164838" y="159261"/>
                  </a:lnTo>
                  <a:lnTo>
                    <a:pt x="5164931" y="159261"/>
                  </a:lnTo>
                  <a:lnTo>
                    <a:pt x="5165024" y="159261"/>
                  </a:lnTo>
                  <a:lnTo>
                    <a:pt x="5165117" y="159261"/>
                  </a:lnTo>
                  <a:lnTo>
                    <a:pt x="5165211" y="159261"/>
                  </a:lnTo>
                  <a:lnTo>
                    <a:pt x="5165304" y="159261"/>
                  </a:lnTo>
                  <a:lnTo>
                    <a:pt x="5165397" y="159261"/>
                  </a:lnTo>
                  <a:lnTo>
                    <a:pt x="5165490" y="159261"/>
                  </a:lnTo>
                  <a:lnTo>
                    <a:pt x="5165584" y="159261"/>
                  </a:lnTo>
                  <a:lnTo>
                    <a:pt x="5165677" y="159261"/>
                  </a:lnTo>
                  <a:lnTo>
                    <a:pt x="5165770" y="159261"/>
                  </a:lnTo>
                  <a:lnTo>
                    <a:pt x="5165863" y="159261"/>
                  </a:lnTo>
                  <a:lnTo>
                    <a:pt x="5165957" y="159261"/>
                  </a:lnTo>
                  <a:lnTo>
                    <a:pt x="5166050" y="159261"/>
                  </a:lnTo>
                  <a:lnTo>
                    <a:pt x="5166143" y="159261"/>
                  </a:lnTo>
                  <a:lnTo>
                    <a:pt x="5166236" y="159261"/>
                  </a:lnTo>
                  <a:lnTo>
                    <a:pt x="5166330" y="159261"/>
                  </a:lnTo>
                  <a:lnTo>
                    <a:pt x="5166423" y="159261"/>
                  </a:lnTo>
                  <a:lnTo>
                    <a:pt x="5166516" y="159261"/>
                  </a:lnTo>
                  <a:lnTo>
                    <a:pt x="5166609" y="159261"/>
                  </a:lnTo>
                  <a:lnTo>
                    <a:pt x="5166703" y="159261"/>
                  </a:lnTo>
                  <a:lnTo>
                    <a:pt x="5166796" y="159261"/>
                  </a:lnTo>
                  <a:lnTo>
                    <a:pt x="5166889" y="159261"/>
                  </a:lnTo>
                  <a:lnTo>
                    <a:pt x="5166982" y="159261"/>
                  </a:lnTo>
                  <a:lnTo>
                    <a:pt x="5167076" y="159261"/>
                  </a:lnTo>
                  <a:lnTo>
                    <a:pt x="5167169" y="159261"/>
                  </a:lnTo>
                  <a:lnTo>
                    <a:pt x="5167262" y="159261"/>
                  </a:lnTo>
                  <a:lnTo>
                    <a:pt x="5167355" y="159261"/>
                  </a:lnTo>
                  <a:lnTo>
                    <a:pt x="5167449" y="159261"/>
                  </a:lnTo>
                  <a:lnTo>
                    <a:pt x="5167542" y="159261"/>
                  </a:lnTo>
                  <a:lnTo>
                    <a:pt x="5167635" y="159261"/>
                  </a:lnTo>
                  <a:lnTo>
                    <a:pt x="5167728" y="159261"/>
                  </a:lnTo>
                  <a:lnTo>
                    <a:pt x="5167822" y="159261"/>
                  </a:lnTo>
                  <a:lnTo>
                    <a:pt x="5167915" y="159261"/>
                  </a:lnTo>
                  <a:lnTo>
                    <a:pt x="5168008" y="159261"/>
                  </a:lnTo>
                  <a:lnTo>
                    <a:pt x="5168101" y="159261"/>
                  </a:lnTo>
                  <a:lnTo>
                    <a:pt x="5168195" y="159261"/>
                  </a:lnTo>
                  <a:lnTo>
                    <a:pt x="5168288" y="159261"/>
                  </a:lnTo>
                  <a:lnTo>
                    <a:pt x="5168381" y="159261"/>
                  </a:lnTo>
                  <a:lnTo>
                    <a:pt x="5168474" y="159261"/>
                  </a:lnTo>
                  <a:lnTo>
                    <a:pt x="5168568" y="159261"/>
                  </a:lnTo>
                  <a:lnTo>
                    <a:pt x="5168661" y="159261"/>
                  </a:lnTo>
                  <a:lnTo>
                    <a:pt x="5168754" y="159261"/>
                  </a:lnTo>
                  <a:lnTo>
                    <a:pt x="5168847" y="159261"/>
                  </a:lnTo>
                  <a:lnTo>
                    <a:pt x="5168940" y="159261"/>
                  </a:lnTo>
                  <a:lnTo>
                    <a:pt x="5169034" y="159261"/>
                  </a:lnTo>
                  <a:lnTo>
                    <a:pt x="5169127" y="159261"/>
                  </a:lnTo>
                  <a:lnTo>
                    <a:pt x="5169220" y="159261"/>
                  </a:lnTo>
                  <a:lnTo>
                    <a:pt x="5169313" y="159261"/>
                  </a:lnTo>
                  <a:lnTo>
                    <a:pt x="5169407" y="159261"/>
                  </a:lnTo>
                  <a:lnTo>
                    <a:pt x="5169500" y="159261"/>
                  </a:lnTo>
                  <a:lnTo>
                    <a:pt x="5169593" y="159261"/>
                  </a:lnTo>
                  <a:lnTo>
                    <a:pt x="5169686" y="159261"/>
                  </a:lnTo>
                  <a:lnTo>
                    <a:pt x="5169780" y="159261"/>
                  </a:lnTo>
                  <a:lnTo>
                    <a:pt x="5169873" y="159261"/>
                  </a:lnTo>
                  <a:lnTo>
                    <a:pt x="5169966" y="159261"/>
                  </a:lnTo>
                  <a:lnTo>
                    <a:pt x="5170059" y="159261"/>
                  </a:lnTo>
                  <a:lnTo>
                    <a:pt x="5170153" y="159261"/>
                  </a:lnTo>
                  <a:lnTo>
                    <a:pt x="5170246" y="159261"/>
                  </a:lnTo>
                  <a:lnTo>
                    <a:pt x="5170339" y="159261"/>
                  </a:lnTo>
                  <a:lnTo>
                    <a:pt x="5170432" y="159261"/>
                  </a:lnTo>
                  <a:lnTo>
                    <a:pt x="5170526" y="159261"/>
                  </a:lnTo>
                  <a:lnTo>
                    <a:pt x="5170619" y="159261"/>
                  </a:lnTo>
                  <a:lnTo>
                    <a:pt x="5170712" y="159261"/>
                  </a:lnTo>
                  <a:lnTo>
                    <a:pt x="5170805" y="159261"/>
                  </a:lnTo>
                  <a:lnTo>
                    <a:pt x="5170899" y="159261"/>
                  </a:lnTo>
                  <a:lnTo>
                    <a:pt x="5170992" y="159261"/>
                  </a:lnTo>
                  <a:lnTo>
                    <a:pt x="5171085" y="159261"/>
                  </a:lnTo>
                  <a:lnTo>
                    <a:pt x="5171178" y="159261"/>
                  </a:lnTo>
                  <a:lnTo>
                    <a:pt x="5171272" y="159261"/>
                  </a:lnTo>
                  <a:lnTo>
                    <a:pt x="5171365" y="159261"/>
                  </a:lnTo>
                  <a:lnTo>
                    <a:pt x="5171458" y="159261"/>
                  </a:lnTo>
                  <a:lnTo>
                    <a:pt x="5171551" y="159261"/>
                  </a:lnTo>
                  <a:lnTo>
                    <a:pt x="5171645" y="159261"/>
                  </a:lnTo>
                  <a:lnTo>
                    <a:pt x="5171738" y="159261"/>
                  </a:lnTo>
                  <a:lnTo>
                    <a:pt x="5171831" y="159261"/>
                  </a:lnTo>
                  <a:lnTo>
                    <a:pt x="5171924" y="159261"/>
                  </a:lnTo>
                  <a:lnTo>
                    <a:pt x="5172018" y="159261"/>
                  </a:lnTo>
                  <a:lnTo>
                    <a:pt x="5172018" y="149307"/>
                  </a:lnTo>
                  <a:lnTo>
                    <a:pt x="5172111" y="149307"/>
                  </a:lnTo>
                  <a:lnTo>
                    <a:pt x="5172204" y="149307"/>
                  </a:lnTo>
                  <a:lnTo>
                    <a:pt x="5172297" y="149307"/>
                  </a:lnTo>
                  <a:lnTo>
                    <a:pt x="5172391" y="149307"/>
                  </a:lnTo>
                  <a:lnTo>
                    <a:pt x="5172484" y="149307"/>
                  </a:lnTo>
                  <a:lnTo>
                    <a:pt x="5172577" y="149307"/>
                  </a:lnTo>
                  <a:lnTo>
                    <a:pt x="5172670" y="149307"/>
                  </a:lnTo>
                  <a:lnTo>
                    <a:pt x="5172764" y="149307"/>
                  </a:lnTo>
                  <a:lnTo>
                    <a:pt x="5172857" y="149307"/>
                  </a:lnTo>
                  <a:lnTo>
                    <a:pt x="5172950" y="149307"/>
                  </a:lnTo>
                  <a:lnTo>
                    <a:pt x="5173043" y="149307"/>
                  </a:lnTo>
                  <a:lnTo>
                    <a:pt x="5173137" y="149307"/>
                  </a:lnTo>
                  <a:lnTo>
                    <a:pt x="5173230" y="149307"/>
                  </a:lnTo>
                  <a:lnTo>
                    <a:pt x="5173323" y="149307"/>
                  </a:lnTo>
                  <a:lnTo>
                    <a:pt x="5173416" y="149307"/>
                  </a:lnTo>
                  <a:lnTo>
                    <a:pt x="5173510" y="149307"/>
                  </a:lnTo>
                  <a:lnTo>
                    <a:pt x="5173603" y="149307"/>
                  </a:lnTo>
                  <a:lnTo>
                    <a:pt x="5173696" y="149307"/>
                  </a:lnTo>
                  <a:lnTo>
                    <a:pt x="5173789" y="149307"/>
                  </a:lnTo>
                  <a:lnTo>
                    <a:pt x="5173883" y="149307"/>
                  </a:lnTo>
                  <a:lnTo>
                    <a:pt x="5173976" y="149307"/>
                  </a:lnTo>
                  <a:lnTo>
                    <a:pt x="5174069" y="149307"/>
                  </a:lnTo>
                  <a:lnTo>
                    <a:pt x="5174162" y="149307"/>
                  </a:lnTo>
                  <a:lnTo>
                    <a:pt x="5174256" y="149307"/>
                  </a:lnTo>
                  <a:lnTo>
                    <a:pt x="5174349" y="149307"/>
                  </a:lnTo>
                  <a:lnTo>
                    <a:pt x="5174442" y="149307"/>
                  </a:lnTo>
                  <a:lnTo>
                    <a:pt x="5174535" y="149307"/>
                  </a:lnTo>
                  <a:lnTo>
                    <a:pt x="5174629" y="149307"/>
                  </a:lnTo>
                  <a:lnTo>
                    <a:pt x="5174722" y="149307"/>
                  </a:lnTo>
                  <a:lnTo>
                    <a:pt x="5174815" y="149307"/>
                  </a:lnTo>
                  <a:lnTo>
                    <a:pt x="5174908" y="149307"/>
                  </a:lnTo>
                  <a:lnTo>
                    <a:pt x="5175002" y="149307"/>
                  </a:lnTo>
                  <a:lnTo>
                    <a:pt x="5175095" y="149307"/>
                  </a:lnTo>
                  <a:lnTo>
                    <a:pt x="5175188" y="149307"/>
                  </a:lnTo>
                  <a:lnTo>
                    <a:pt x="5175281" y="149307"/>
                  </a:lnTo>
                  <a:lnTo>
                    <a:pt x="5175375" y="149307"/>
                  </a:lnTo>
                  <a:lnTo>
                    <a:pt x="5175468" y="149307"/>
                  </a:lnTo>
                  <a:lnTo>
                    <a:pt x="5175561" y="149307"/>
                  </a:lnTo>
                  <a:lnTo>
                    <a:pt x="5175654" y="149307"/>
                  </a:lnTo>
                  <a:lnTo>
                    <a:pt x="5175747" y="149307"/>
                  </a:lnTo>
                  <a:lnTo>
                    <a:pt x="5175841" y="149307"/>
                  </a:lnTo>
                  <a:lnTo>
                    <a:pt x="5175934" y="149307"/>
                  </a:lnTo>
                  <a:lnTo>
                    <a:pt x="5176027" y="149307"/>
                  </a:lnTo>
                  <a:lnTo>
                    <a:pt x="5176120" y="149307"/>
                  </a:lnTo>
                  <a:lnTo>
                    <a:pt x="5176214" y="149307"/>
                  </a:lnTo>
                  <a:lnTo>
                    <a:pt x="5176307" y="149307"/>
                  </a:lnTo>
                  <a:lnTo>
                    <a:pt x="5176400" y="149307"/>
                  </a:lnTo>
                  <a:lnTo>
                    <a:pt x="5176493" y="149307"/>
                  </a:lnTo>
                  <a:lnTo>
                    <a:pt x="5176587" y="149307"/>
                  </a:lnTo>
                  <a:lnTo>
                    <a:pt x="5176680" y="149307"/>
                  </a:lnTo>
                  <a:lnTo>
                    <a:pt x="5176773" y="149307"/>
                  </a:lnTo>
                  <a:lnTo>
                    <a:pt x="5176866" y="149307"/>
                  </a:lnTo>
                  <a:lnTo>
                    <a:pt x="5176960" y="149307"/>
                  </a:lnTo>
                  <a:lnTo>
                    <a:pt x="5177053" y="149307"/>
                  </a:lnTo>
                  <a:lnTo>
                    <a:pt x="5177146" y="149307"/>
                  </a:lnTo>
                  <a:lnTo>
                    <a:pt x="5177239" y="149307"/>
                  </a:lnTo>
                  <a:lnTo>
                    <a:pt x="5177333" y="149307"/>
                  </a:lnTo>
                  <a:lnTo>
                    <a:pt x="5177426" y="149307"/>
                  </a:lnTo>
                  <a:lnTo>
                    <a:pt x="5177519" y="149307"/>
                  </a:lnTo>
                  <a:lnTo>
                    <a:pt x="5177612" y="149307"/>
                  </a:lnTo>
                  <a:lnTo>
                    <a:pt x="5177706" y="149307"/>
                  </a:lnTo>
                  <a:lnTo>
                    <a:pt x="5177799" y="149307"/>
                  </a:lnTo>
                  <a:lnTo>
                    <a:pt x="5177892" y="149307"/>
                  </a:lnTo>
                  <a:lnTo>
                    <a:pt x="5177985" y="149307"/>
                  </a:lnTo>
                  <a:lnTo>
                    <a:pt x="5178079" y="149307"/>
                  </a:lnTo>
                  <a:lnTo>
                    <a:pt x="5178172" y="149307"/>
                  </a:lnTo>
                  <a:lnTo>
                    <a:pt x="5178265" y="149307"/>
                  </a:lnTo>
                  <a:lnTo>
                    <a:pt x="5178358" y="149307"/>
                  </a:lnTo>
                  <a:lnTo>
                    <a:pt x="5178452" y="149307"/>
                  </a:lnTo>
                  <a:lnTo>
                    <a:pt x="5178545" y="149307"/>
                  </a:lnTo>
                  <a:lnTo>
                    <a:pt x="5178638" y="149307"/>
                  </a:lnTo>
                  <a:lnTo>
                    <a:pt x="5178731" y="149307"/>
                  </a:lnTo>
                  <a:lnTo>
                    <a:pt x="5178825" y="149307"/>
                  </a:lnTo>
                  <a:lnTo>
                    <a:pt x="5178918" y="149307"/>
                  </a:lnTo>
                  <a:lnTo>
                    <a:pt x="5179011" y="149307"/>
                  </a:lnTo>
                  <a:lnTo>
                    <a:pt x="5179104" y="149307"/>
                  </a:lnTo>
                  <a:lnTo>
                    <a:pt x="5179198" y="149307"/>
                  </a:lnTo>
                  <a:lnTo>
                    <a:pt x="5179291" y="149307"/>
                  </a:lnTo>
                  <a:lnTo>
                    <a:pt x="5179384" y="149307"/>
                  </a:lnTo>
                  <a:lnTo>
                    <a:pt x="5179477" y="149307"/>
                  </a:lnTo>
                  <a:lnTo>
                    <a:pt x="5179571" y="149307"/>
                  </a:lnTo>
                  <a:lnTo>
                    <a:pt x="5179664" y="149307"/>
                  </a:lnTo>
                  <a:lnTo>
                    <a:pt x="5179757" y="149307"/>
                  </a:lnTo>
                  <a:lnTo>
                    <a:pt x="5179850" y="149307"/>
                  </a:lnTo>
                  <a:lnTo>
                    <a:pt x="5179944" y="149307"/>
                  </a:lnTo>
                  <a:lnTo>
                    <a:pt x="5180037" y="149307"/>
                  </a:lnTo>
                  <a:lnTo>
                    <a:pt x="5180130" y="149307"/>
                  </a:lnTo>
                  <a:lnTo>
                    <a:pt x="5180223" y="149307"/>
                  </a:lnTo>
                  <a:lnTo>
                    <a:pt x="5180317" y="149307"/>
                  </a:lnTo>
                  <a:lnTo>
                    <a:pt x="5180410" y="149307"/>
                  </a:lnTo>
                  <a:lnTo>
                    <a:pt x="5180503" y="149307"/>
                  </a:lnTo>
                  <a:lnTo>
                    <a:pt x="5180596" y="149307"/>
                  </a:lnTo>
                  <a:lnTo>
                    <a:pt x="5180690" y="149307"/>
                  </a:lnTo>
                  <a:lnTo>
                    <a:pt x="5180783" y="149307"/>
                  </a:lnTo>
                  <a:lnTo>
                    <a:pt x="5180876" y="149307"/>
                  </a:lnTo>
                  <a:lnTo>
                    <a:pt x="5180969" y="149307"/>
                  </a:lnTo>
                  <a:lnTo>
                    <a:pt x="5181063" y="149307"/>
                  </a:lnTo>
                  <a:lnTo>
                    <a:pt x="5181156" y="149307"/>
                  </a:lnTo>
                  <a:lnTo>
                    <a:pt x="5181249" y="149307"/>
                  </a:lnTo>
                  <a:lnTo>
                    <a:pt x="5181342" y="149307"/>
                  </a:lnTo>
                  <a:lnTo>
                    <a:pt x="5181436" y="149307"/>
                  </a:lnTo>
                  <a:lnTo>
                    <a:pt x="5181529" y="149307"/>
                  </a:lnTo>
                  <a:lnTo>
                    <a:pt x="5181622" y="149307"/>
                  </a:lnTo>
                  <a:lnTo>
                    <a:pt x="5181715" y="149307"/>
                  </a:lnTo>
                  <a:lnTo>
                    <a:pt x="5181809" y="149307"/>
                  </a:lnTo>
                  <a:lnTo>
                    <a:pt x="5181902" y="149307"/>
                  </a:lnTo>
                  <a:lnTo>
                    <a:pt x="5181995" y="149307"/>
                  </a:lnTo>
                  <a:lnTo>
                    <a:pt x="5182088" y="149307"/>
                  </a:lnTo>
                  <a:lnTo>
                    <a:pt x="5182182" y="149307"/>
                  </a:lnTo>
                  <a:lnTo>
                    <a:pt x="5182275" y="149307"/>
                  </a:lnTo>
                  <a:lnTo>
                    <a:pt x="5182368" y="149307"/>
                  </a:lnTo>
                  <a:lnTo>
                    <a:pt x="5182461" y="149307"/>
                  </a:lnTo>
                  <a:lnTo>
                    <a:pt x="5182554" y="149307"/>
                  </a:lnTo>
                  <a:lnTo>
                    <a:pt x="5182648" y="149307"/>
                  </a:lnTo>
                  <a:lnTo>
                    <a:pt x="5182741" y="149307"/>
                  </a:lnTo>
                  <a:lnTo>
                    <a:pt x="5182834" y="149307"/>
                  </a:lnTo>
                  <a:lnTo>
                    <a:pt x="5182927" y="149307"/>
                  </a:lnTo>
                  <a:lnTo>
                    <a:pt x="5183021" y="149307"/>
                  </a:lnTo>
                  <a:lnTo>
                    <a:pt x="5183114" y="149307"/>
                  </a:lnTo>
                  <a:lnTo>
                    <a:pt x="5183207" y="149307"/>
                  </a:lnTo>
                  <a:lnTo>
                    <a:pt x="5183300" y="149307"/>
                  </a:lnTo>
                  <a:lnTo>
                    <a:pt x="5183394" y="149307"/>
                  </a:lnTo>
                  <a:lnTo>
                    <a:pt x="5183487" y="149307"/>
                  </a:lnTo>
                  <a:lnTo>
                    <a:pt x="5183580" y="149307"/>
                  </a:lnTo>
                  <a:lnTo>
                    <a:pt x="5183673" y="149307"/>
                  </a:lnTo>
                  <a:lnTo>
                    <a:pt x="5183767" y="149307"/>
                  </a:lnTo>
                  <a:lnTo>
                    <a:pt x="5183860" y="149307"/>
                  </a:lnTo>
                  <a:lnTo>
                    <a:pt x="5183953" y="149307"/>
                  </a:lnTo>
                  <a:lnTo>
                    <a:pt x="5184046" y="149307"/>
                  </a:lnTo>
                  <a:lnTo>
                    <a:pt x="5184140" y="149307"/>
                  </a:lnTo>
                  <a:lnTo>
                    <a:pt x="5184233" y="149307"/>
                  </a:lnTo>
                  <a:lnTo>
                    <a:pt x="5184326" y="149307"/>
                  </a:lnTo>
                  <a:lnTo>
                    <a:pt x="5184419" y="149307"/>
                  </a:lnTo>
                  <a:lnTo>
                    <a:pt x="5184513" y="149307"/>
                  </a:lnTo>
                  <a:lnTo>
                    <a:pt x="5184606" y="149307"/>
                  </a:lnTo>
                  <a:lnTo>
                    <a:pt x="5184699" y="149307"/>
                  </a:lnTo>
                  <a:lnTo>
                    <a:pt x="5184792" y="149307"/>
                  </a:lnTo>
                  <a:lnTo>
                    <a:pt x="5184886" y="149307"/>
                  </a:lnTo>
                  <a:lnTo>
                    <a:pt x="5184979" y="149307"/>
                  </a:lnTo>
                  <a:lnTo>
                    <a:pt x="5185072" y="149307"/>
                  </a:lnTo>
                  <a:lnTo>
                    <a:pt x="5185165" y="149307"/>
                  </a:lnTo>
                  <a:lnTo>
                    <a:pt x="5185259" y="149307"/>
                  </a:lnTo>
                  <a:lnTo>
                    <a:pt x="5185352" y="149307"/>
                  </a:lnTo>
                  <a:lnTo>
                    <a:pt x="5185445" y="149307"/>
                  </a:lnTo>
                  <a:lnTo>
                    <a:pt x="5185538" y="149307"/>
                  </a:lnTo>
                  <a:lnTo>
                    <a:pt x="5185632" y="149307"/>
                  </a:lnTo>
                  <a:lnTo>
                    <a:pt x="5185725" y="149307"/>
                  </a:lnTo>
                  <a:lnTo>
                    <a:pt x="5185818" y="149307"/>
                  </a:lnTo>
                  <a:lnTo>
                    <a:pt x="5185911" y="149307"/>
                  </a:lnTo>
                  <a:lnTo>
                    <a:pt x="5186005" y="149307"/>
                  </a:lnTo>
                  <a:lnTo>
                    <a:pt x="5186098" y="149307"/>
                  </a:lnTo>
                  <a:lnTo>
                    <a:pt x="5186191" y="149307"/>
                  </a:lnTo>
                  <a:lnTo>
                    <a:pt x="5186284" y="149307"/>
                  </a:lnTo>
                  <a:lnTo>
                    <a:pt x="5186378" y="149307"/>
                  </a:lnTo>
                  <a:lnTo>
                    <a:pt x="5186471" y="149307"/>
                  </a:lnTo>
                  <a:lnTo>
                    <a:pt x="5186564" y="149307"/>
                  </a:lnTo>
                  <a:lnTo>
                    <a:pt x="5186657" y="149307"/>
                  </a:lnTo>
                  <a:lnTo>
                    <a:pt x="5186751" y="149307"/>
                  </a:lnTo>
                  <a:lnTo>
                    <a:pt x="5186844" y="149307"/>
                  </a:lnTo>
                  <a:lnTo>
                    <a:pt x="5186937" y="149307"/>
                  </a:lnTo>
                  <a:lnTo>
                    <a:pt x="5187030" y="149307"/>
                  </a:lnTo>
                  <a:lnTo>
                    <a:pt x="5187124" y="149307"/>
                  </a:lnTo>
                  <a:lnTo>
                    <a:pt x="5187217" y="149307"/>
                  </a:lnTo>
                  <a:lnTo>
                    <a:pt x="5187310" y="149307"/>
                  </a:lnTo>
                  <a:lnTo>
                    <a:pt x="5187403" y="149307"/>
                  </a:lnTo>
                  <a:lnTo>
                    <a:pt x="5187497" y="149307"/>
                  </a:lnTo>
                  <a:lnTo>
                    <a:pt x="5187590" y="149307"/>
                  </a:lnTo>
                  <a:lnTo>
                    <a:pt x="5187683" y="149307"/>
                  </a:lnTo>
                  <a:lnTo>
                    <a:pt x="5187776" y="149307"/>
                  </a:lnTo>
                  <a:lnTo>
                    <a:pt x="5187870" y="149307"/>
                  </a:lnTo>
                  <a:lnTo>
                    <a:pt x="5187963" y="149307"/>
                  </a:lnTo>
                  <a:lnTo>
                    <a:pt x="5188056" y="149307"/>
                  </a:lnTo>
                  <a:lnTo>
                    <a:pt x="5188149" y="149307"/>
                  </a:lnTo>
                  <a:lnTo>
                    <a:pt x="5188243" y="149307"/>
                  </a:lnTo>
                  <a:lnTo>
                    <a:pt x="5188336" y="149307"/>
                  </a:lnTo>
                  <a:lnTo>
                    <a:pt x="5188429" y="149307"/>
                  </a:lnTo>
                  <a:lnTo>
                    <a:pt x="5188522" y="149307"/>
                  </a:lnTo>
                  <a:lnTo>
                    <a:pt x="5188616" y="149307"/>
                  </a:lnTo>
                  <a:lnTo>
                    <a:pt x="5188709" y="149307"/>
                  </a:lnTo>
                  <a:lnTo>
                    <a:pt x="5188802" y="149307"/>
                  </a:lnTo>
                  <a:lnTo>
                    <a:pt x="5188895" y="149307"/>
                  </a:lnTo>
                  <a:lnTo>
                    <a:pt x="5188989" y="149307"/>
                  </a:lnTo>
                  <a:lnTo>
                    <a:pt x="5189082" y="149307"/>
                  </a:lnTo>
                  <a:lnTo>
                    <a:pt x="5189175" y="149307"/>
                  </a:lnTo>
                  <a:lnTo>
                    <a:pt x="5189268" y="149307"/>
                  </a:lnTo>
                  <a:lnTo>
                    <a:pt x="5189362" y="149307"/>
                  </a:lnTo>
                  <a:lnTo>
                    <a:pt x="5189455" y="149307"/>
                  </a:lnTo>
                  <a:lnTo>
                    <a:pt x="5189548" y="149307"/>
                  </a:lnTo>
                  <a:lnTo>
                    <a:pt x="5189641" y="149307"/>
                  </a:lnTo>
                  <a:lnTo>
                    <a:pt x="5189734" y="149307"/>
                  </a:lnTo>
                  <a:lnTo>
                    <a:pt x="5189828" y="149307"/>
                  </a:lnTo>
                  <a:lnTo>
                    <a:pt x="5189921" y="149307"/>
                  </a:lnTo>
                  <a:lnTo>
                    <a:pt x="5190014" y="149307"/>
                  </a:lnTo>
                  <a:lnTo>
                    <a:pt x="5190107" y="149307"/>
                  </a:lnTo>
                  <a:lnTo>
                    <a:pt x="5190201" y="149307"/>
                  </a:lnTo>
                  <a:lnTo>
                    <a:pt x="5190294" y="149307"/>
                  </a:lnTo>
                  <a:lnTo>
                    <a:pt x="5190387" y="149307"/>
                  </a:lnTo>
                  <a:lnTo>
                    <a:pt x="5190480" y="149307"/>
                  </a:lnTo>
                  <a:lnTo>
                    <a:pt x="5190574" y="149307"/>
                  </a:lnTo>
                  <a:lnTo>
                    <a:pt x="5190667" y="149307"/>
                  </a:lnTo>
                  <a:lnTo>
                    <a:pt x="5190760" y="149307"/>
                  </a:lnTo>
                  <a:lnTo>
                    <a:pt x="5190853" y="149307"/>
                  </a:lnTo>
                  <a:lnTo>
                    <a:pt x="5190947" y="149307"/>
                  </a:lnTo>
                  <a:lnTo>
                    <a:pt x="5191040" y="149307"/>
                  </a:lnTo>
                  <a:lnTo>
                    <a:pt x="5191133" y="149307"/>
                  </a:lnTo>
                  <a:lnTo>
                    <a:pt x="5191226" y="149307"/>
                  </a:lnTo>
                  <a:lnTo>
                    <a:pt x="5191320" y="149307"/>
                  </a:lnTo>
                  <a:lnTo>
                    <a:pt x="5191413" y="149307"/>
                  </a:lnTo>
                  <a:lnTo>
                    <a:pt x="5191506" y="149307"/>
                  </a:lnTo>
                  <a:lnTo>
                    <a:pt x="5191599" y="149307"/>
                  </a:lnTo>
                  <a:lnTo>
                    <a:pt x="5191693" y="149307"/>
                  </a:lnTo>
                  <a:lnTo>
                    <a:pt x="5191786" y="149307"/>
                  </a:lnTo>
                  <a:lnTo>
                    <a:pt x="5191879" y="149307"/>
                  </a:lnTo>
                  <a:lnTo>
                    <a:pt x="5191972" y="149307"/>
                  </a:lnTo>
                  <a:lnTo>
                    <a:pt x="5191972" y="139353"/>
                  </a:lnTo>
                  <a:lnTo>
                    <a:pt x="5192066" y="139353"/>
                  </a:lnTo>
                  <a:lnTo>
                    <a:pt x="5192159" y="139353"/>
                  </a:lnTo>
                  <a:lnTo>
                    <a:pt x="5192252" y="139353"/>
                  </a:lnTo>
                  <a:lnTo>
                    <a:pt x="5192345" y="139353"/>
                  </a:lnTo>
                  <a:lnTo>
                    <a:pt x="5192439" y="139353"/>
                  </a:lnTo>
                  <a:lnTo>
                    <a:pt x="5192532" y="139353"/>
                  </a:lnTo>
                  <a:lnTo>
                    <a:pt x="5192625" y="139353"/>
                  </a:lnTo>
                  <a:lnTo>
                    <a:pt x="5192718" y="139353"/>
                  </a:lnTo>
                  <a:lnTo>
                    <a:pt x="5192812" y="139353"/>
                  </a:lnTo>
                  <a:lnTo>
                    <a:pt x="5192905" y="139353"/>
                  </a:lnTo>
                  <a:lnTo>
                    <a:pt x="5192998" y="139353"/>
                  </a:lnTo>
                  <a:lnTo>
                    <a:pt x="5193091" y="139353"/>
                  </a:lnTo>
                  <a:lnTo>
                    <a:pt x="5193185" y="139353"/>
                  </a:lnTo>
                  <a:lnTo>
                    <a:pt x="5193278" y="139353"/>
                  </a:lnTo>
                  <a:lnTo>
                    <a:pt x="5193371" y="139353"/>
                  </a:lnTo>
                  <a:lnTo>
                    <a:pt x="5193464" y="139353"/>
                  </a:lnTo>
                  <a:lnTo>
                    <a:pt x="5193558" y="139353"/>
                  </a:lnTo>
                  <a:lnTo>
                    <a:pt x="5193651" y="139353"/>
                  </a:lnTo>
                  <a:lnTo>
                    <a:pt x="5193744" y="139353"/>
                  </a:lnTo>
                  <a:lnTo>
                    <a:pt x="5193837" y="139353"/>
                  </a:lnTo>
                  <a:lnTo>
                    <a:pt x="5193931" y="139353"/>
                  </a:lnTo>
                  <a:lnTo>
                    <a:pt x="5194024" y="139353"/>
                  </a:lnTo>
                  <a:lnTo>
                    <a:pt x="5194117" y="139353"/>
                  </a:lnTo>
                  <a:lnTo>
                    <a:pt x="5194210" y="139353"/>
                  </a:lnTo>
                  <a:lnTo>
                    <a:pt x="5194304" y="139353"/>
                  </a:lnTo>
                  <a:lnTo>
                    <a:pt x="5194397" y="139353"/>
                  </a:lnTo>
                  <a:lnTo>
                    <a:pt x="5194490" y="139353"/>
                  </a:lnTo>
                  <a:lnTo>
                    <a:pt x="5194583" y="139353"/>
                  </a:lnTo>
                  <a:lnTo>
                    <a:pt x="5194677" y="139353"/>
                  </a:lnTo>
                  <a:lnTo>
                    <a:pt x="5194770" y="139353"/>
                  </a:lnTo>
                  <a:lnTo>
                    <a:pt x="5194863" y="139353"/>
                  </a:lnTo>
                  <a:lnTo>
                    <a:pt x="5194956" y="139353"/>
                  </a:lnTo>
                  <a:lnTo>
                    <a:pt x="5195050" y="139353"/>
                  </a:lnTo>
                  <a:lnTo>
                    <a:pt x="5195143" y="139353"/>
                  </a:lnTo>
                  <a:lnTo>
                    <a:pt x="5195236" y="139353"/>
                  </a:lnTo>
                  <a:lnTo>
                    <a:pt x="5195329" y="139353"/>
                  </a:lnTo>
                  <a:lnTo>
                    <a:pt x="5195423" y="139353"/>
                  </a:lnTo>
                  <a:lnTo>
                    <a:pt x="5195516" y="139353"/>
                  </a:lnTo>
                  <a:lnTo>
                    <a:pt x="5195609" y="139353"/>
                  </a:lnTo>
                  <a:lnTo>
                    <a:pt x="5195702" y="139353"/>
                  </a:lnTo>
                  <a:lnTo>
                    <a:pt x="5195796" y="139353"/>
                  </a:lnTo>
                  <a:lnTo>
                    <a:pt x="5195889" y="139353"/>
                  </a:lnTo>
                  <a:lnTo>
                    <a:pt x="5195982" y="139353"/>
                  </a:lnTo>
                  <a:lnTo>
                    <a:pt x="5196075" y="139353"/>
                  </a:lnTo>
                  <a:lnTo>
                    <a:pt x="5196169" y="139353"/>
                  </a:lnTo>
                  <a:lnTo>
                    <a:pt x="5196262" y="139353"/>
                  </a:lnTo>
                  <a:lnTo>
                    <a:pt x="5196355" y="139353"/>
                  </a:lnTo>
                  <a:lnTo>
                    <a:pt x="5196448" y="139353"/>
                  </a:lnTo>
                  <a:lnTo>
                    <a:pt x="5196541" y="139353"/>
                  </a:lnTo>
                  <a:lnTo>
                    <a:pt x="5196635" y="139353"/>
                  </a:lnTo>
                  <a:lnTo>
                    <a:pt x="5196728" y="139353"/>
                  </a:lnTo>
                  <a:lnTo>
                    <a:pt x="5196821" y="139353"/>
                  </a:lnTo>
                  <a:lnTo>
                    <a:pt x="5196914" y="139353"/>
                  </a:lnTo>
                  <a:lnTo>
                    <a:pt x="5197008" y="139353"/>
                  </a:lnTo>
                  <a:lnTo>
                    <a:pt x="5197101" y="139353"/>
                  </a:lnTo>
                  <a:lnTo>
                    <a:pt x="5197194" y="139353"/>
                  </a:lnTo>
                  <a:lnTo>
                    <a:pt x="5197287" y="139353"/>
                  </a:lnTo>
                  <a:lnTo>
                    <a:pt x="5197381" y="139353"/>
                  </a:lnTo>
                  <a:lnTo>
                    <a:pt x="5197474" y="139353"/>
                  </a:lnTo>
                  <a:lnTo>
                    <a:pt x="5197567" y="139353"/>
                  </a:lnTo>
                  <a:lnTo>
                    <a:pt x="5197660" y="139353"/>
                  </a:lnTo>
                  <a:lnTo>
                    <a:pt x="5197754" y="139353"/>
                  </a:lnTo>
                  <a:lnTo>
                    <a:pt x="5197847" y="139353"/>
                  </a:lnTo>
                  <a:lnTo>
                    <a:pt x="5197940" y="139353"/>
                  </a:lnTo>
                  <a:lnTo>
                    <a:pt x="5198033" y="139353"/>
                  </a:lnTo>
                  <a:lnTo>
                    <a:pt x="5198127" y="139353"/>
                  </a:lnTo>
                  <a:lnTo>
                    <a:pt x="5198220" y="139353"/>
                  </a:lnTo>
                  <a:lnTo>
                    <a:pt x="5198313" y="139353"/>
                  </a:lnTo>
                  <a:lnTo>
                    <a:pt x="5198406" y="139353"/>
                  </a:lnTo>
                  <a:lnTo>
                    <a:pt x="5198500" y="139353"/>
                  </a:lnTo>
                  <a:lnTo>
                    <a:pt x="5198593" y="139353"/>
                  </a:lnTo>
                  <a:lnTo>
                    <a:pt x="5198686" y="139353"/>
                  </a:lnTo>
                  <a:lnTo>
                    <a:pt x="5198779" y="139353"/>
                  </a:lnTo>
                  <a:lnTo>
                    <a:pt x="5198873" y="139353"/>
                  </a:lnTo>
                  <a:lnTo>
                    <a:pt x="5198966" y="139353"/>
                  </a:lnTo>
                  <a:lnTo>
                    <a:pt x="5199059" y="139353"/>
                  </a:lnTo>
                  <a:lnTo>
                    <a:pt x="5199152" y="139353"/>
                  </a:lnTo>
                  <a:lnTo>
                    <a:pt x="5199246" y="139353"/>
                  </a:lnTo>
                  <a:lnTo>
                    <a:pt x="5199339" y="139353"/>
                  </a:lnTo>
                  <a:lnTo>
                    <a:pt x="5199432" y="139353"/>
                  </a:lnTo>
                  <a:lnTo>
                    <a:pt x="5199525" y="139353"/>
                  </a:lnTo>
                  <a:lnTo>
                    <a:pt x="5199619" y="139353"/>
                  </a:lnTo>
                  <a:lnTo>
                    <a:pt x="5199712" y="139353"/>
                  </a:lnTo>
                  <a:lnTo>
                    <a:pt x="5199805" y="139353"/>
                  </a:lnTo>
                  <a:lnTo>
                    <a:pt x="5199898" y="139353"/>
                  </a:lnTo>
                  <a:lnTo>
                    <a:pt x="5199992" y="139353"/>
                  </a:lnTo>
                  <a:lnTo>
                    <a:pt x="5200085" y="139353"/>
                  </a:lnTo>
                  <a:lnTo>
                    <a:pt x="5200178" y="139353"/>
                  </a:lnTo>
                  <a:lnTo>
                    <a:pt x="5200271" y="139353"/>
                  </a:lnTo>
                  <a:lnTo>
                    <a:pt x="5200365" y="139353"/>
                  </a:lnTo>
                  <a:lnTo>
                    <a:pt x="5200458" y="139353"/>
                  </a:lnTo>
                  <a:lnTo>
                    <a:pt x="5200551" y="139353"/>
                  </a:lnTo>
                  <a:lnTo>
                    <a:pt x="5200644" y="139353"/>
                  </a:lnTo>
                  <a:lnTo>
                    <a:pt x="5200738" y="139353"/>
                  </a:lnTo>
                  <a:lnTo>
                    <a:pt x="5200831" y="139353"/>
                  </a:lnTo>
                  <a:lnTo>
                    <a:pt x="5200924" y="139353"/>
                  </a:lnTo>
                  <a:lnTo>
                    <a:pt x="5201017" y="139353"/>
                  </a:lnTo>
                  <a:lnTo>
                    <a:pt x="5201111" y="139353"/>
                  </a:lnTo>
                  <a:lnTo>
                    <a:pt x="5201204" y="139353"/>
                  </a:lnTo>
                  <a:lnTo>
                    <a:pt x="5201297" y="139353"/>
                  </a:lnTo>
                  <a:lnTo>
                    <a:pt x="5201390" y="139353"/>
                  </a:lnTo>
                  <a:lnTo>
                    <a:pt x="5201484" y="139353"/>
                  </a:lnTo>
                  <a:lnTo>
                    <a:pt x="5201577" y="139353"/>
                  </a:lnTo>
                  <a:lnTo>
                    <a:pt x="5201670" y="139353"/>
                  </a:lnTo>
                  <a:lnTo>
                    <a:pt x="5201763" y="139353"/>
                  </a:lnTo>
                  <a:lnTo>
                    <a:pt x="5201857" y="139353"/>
                  </a:lnTo>
                  <a:lnTo>
                    <a:pt x="5201950" y="139353"/>
                  </a:lnTo>
                  <a:lnTo>
                    <a:pt x="5202043" y="139353"/>
                  </a:lnTo>
                  <a:lnTo>
                    <a:pt x="5202136" y="139353"/>
                  </a:lnTo>
                  <a:lnTo>
                    <a:pt x="5202230" y="139353"/>
                  </a:lnTo>
                  <a:lnTo>
                    <a:pt x="5202323" y="139353"/>
                  </a:lnTo>
                  <a:lnTo>
                    <a:pt x="5202416" y="139353"/>
                  </a:lnTo>
                  <a:lnTo>
                    <a:pt x="5202509" y="139353"/>
                  </a:lnTo>
                  <a:lnTo>
                    <a:pt x="5202603" y="139353"/>
                  </a:lnTo>
                  <a:lnTo>
                    <a:pt x="5202696" y="139353"/>
                  </a:lnTo>
                  <a:lnTo>
                    <a:pt x="5202789" y="139353"/>
                  </a:lnTo>
                  <a:lnTo>
                    <a:pt x="5202882" y="139353"/>
                  </a:lnTo>
                  <a:lnTo>
                    <a:pt x="5202976" y="139353"/>
                  </a:lnTo>
                  <a:lnTo>
                    <a:pt x="5203069" y="139353"/>
                  </a:lnTo>
                  <a:lnTo>
                    <a:pt x="5203162" y="139353"/>
                  </a:lnTo>
                  <a:lnTo>
                    <a:pt x="5203255" y="139353"/>
                  </a:lnTo>
                  <a:lnTo>
                    <a:pt x="5203348" y="139353"/>
                  </a:lnTo>
                  <a:lnTo>
                    <a:pt x="5203442" y="139353"/>
                  </a:lnTo>
                  <a:lnTo>
                    <a:pt x="5203535" y="139353"/>
                  </a:lnTo>
                  <a:lnTo>
                    <a:pt x="5203628" y="139353"/>
                  </a:lnTo>
                  <a:lnTo>
                    <a:pt x="5203721" y="139353"/>
                  </a:lnTo>
                  <a:lnTo>
                    <a:pt x="5203815" y="139353"/>
                  </a:lnTo>
                  <a:lnTo>
                    <a:pt x="5203908" y="139353"/>
                  </a:lnTo>
                  <a:lnTo>
                    <a:pt x="5204001" y="139353"/>
                  </a:lnTo>
                  <a:lnTo>
                    <a:pt x="5204094" y="139353"/>
                  </a:lnTo>
                  <a:lnTo>
                    <a:pt x="5204188" y="139353"/>
                  </a:lnTo>
                  <a:lnTo>
                    <a:pt x="5204281" y="139353"/>
                  </a:lnTo>
                  <a:lnTo>
                    <a:pt x="5204374" y="139353"/>
                  </a:lnTo>
                  <a:lnTo>
                    <a:pt x="5204467" y="139353"/>
                  </a:lnTo>
                  <a:lnTo>
                    <a:pt x="5204561" y="139353"/>
                  </a:lnTo>
                  <a:lnTo>
                    <a:pt x="5204654" y="139353"/>
                  </a:lnTo>
                  <a:lnTo>
                    <a:pt x="5204747" y="139353"/>
                  </a:lnTo>
                  <a:lnTo>
                    <a:pt x="5204840" y="139353"/>
                  </a:lnTo>
                  <a:lnTo>
                    <a:pt x="5204934" y="139353"/>
                  </a:lnTo>
                  <a:lnTo>
                    <a:pt x="5205027" y="139353"/>
                  </a:lnTo>
                  <a:lnTo>
                    <a:pt x="5205120" y="139353"/>
                  </a:lnTo>
                  <a:lnTo>
                    <a:pt x="5205213" y="139353"/>
                  </a:lnTo>
                  <a:lnTo>
                    <a:pt x="5205307" y="139353"/>
                  </a:lnTo>
                  <a:lnTo>
                    <a:pt x="5205400" y="139353"/>
                  </a:lnTo>
                  <a:lnTo>
                    <a:pt x="5205493" y="139353"/>
                  </a:lnTo>
                  <a:lnTo>
                    <a:pt x="5205586" y="139353"/>
                  </a:lnTo>
                  <a:lnTo>
                    <a:pt x="5205680" y="139353"/>
                  </a:lnTo>
                  <a:lnTo>
                    <a:pt x="5205773" y="139353"/>
                  </a:lnTo>
                  <a:lnTo>
                    <a:pt x="5205866" y="139353"/>
                  </a:lnTo>
                  <a:lnTo>
                    <a:pt x="5205959" y="139353"/>
                  </a:lnTo>
                  <a:lnTo>
                    <a:pt x="5206053" y="139353"/>
                  </a:lnTo>
                  <a:lnTo>
                    <a:pt x="5206146" y="139353"/>
                  </a:lnTo>
                  <a:lnTo>
                    <a:pt x="5206239" y="139353"/>
                  </a:lnTo>
                  <a:lnTo>
                    <a:pt x="5206332" y="139353"/>
                  </a:lnTo>
                  <a:lnTo>
                    <a:pt x="5206426" y="139353"/>
                  </a:lnTo>
                  <a:lnTo>
                    <a:pt x="5206519" y="139353"/>
                  </a:lnTo>
                  <a:lnTo>
                    <a:pt x="5206612" y="139353"/>
                  </a:lnTo>
                  <a:lnTo>
                    <a:pt x="5206705" y="139353"/>
                  </a:lnTo>
                  <a:lnTo>
                    <a:pt x="5206799" y="139353"/>
                  </a:lnTo>
                  <a:lnTo>
                    <a:pt x="5206892" y="139353"/>
                  </a:lnTo>
                  <a:lnTo>
                    <a:pt x="5206985" y="139353"/>
                  </a:lnTo>
                  <a:lnTo>
                    <a:pt x="5207078" y="139353"/>
                  </a:lnTo>
                  <a:lnTo>
                    <a:pt x="5207172" y="139353"/>
                  </a:lnTo>
                  <a:lnTo>
                    <a:pt x="5207265" y="139353"/>
                  </a:lnTo>
                  <a:lnTo>
                    <a:pt x="5207358" y="139353"/>
                  </a:lnTo>
                  <a:lnTo>
                    <a:pt x="5207451" y="139353"/>
                  </a:lnTo>
                  <a:lnTo>
                    <a:pt x="5207545" y="139353"/>
                  </a:lnTo>
                  <a:lnTo>
                    <a:pt x="5207638" y="139353"/>
                  </a:lnTo>
                  <a:lnTo>
                    <a:pt x="5207731" y="139353"/>
                  </a:lnTo>
                  <a:lnTo>
                    <a:pt x="5207824" y="139353"/>
                  </a:lnTo>
                  <a:lnTo>
                    <a:pt x="5207918" y="139353"/>
                  </a:lnTo>
                  <a:lnTo>
                    <a:pt x="5208011" y="139353"/>
                  </a:lnTo>
                  <a:lnTo>
                    <a:pt x="5208104" y="139353"/>
                  </a:lnTo>
                  <a:lnTo>
                    <a:pt x="5208197" y="139353"/>
                  </a:lnTo>
                  <a:lnTo>
                    <a:pt x="5208291" y="139353"/>
                  </a:lnTo>
                  <a:lnTo>
                    <a:pt x="5208384" y="139353"/>
                  </a:lnTo>
                  <a:lnTo>
                    <a:pt x="5208477" y="139353"/>
                  </a:lnTo>
                  <a:lnTo>
                    <a:pt x="5208570" y="139353"/>
                  </a:lnTo>
                  <a:lnTo>
                    <a:pt x="5208664" y="139353"/>
                  </a:lnTo>
                  <a:lnTo>
                    <a:pt x="5208757" y="139353"/>
                  </a:lnTo>
                  <a:lnTo>
                    <a:pt x="5208850" y="139353"/>
                  </a:lnTo>
                  <a:lnTo>
                    <a:pt x="5208943" y="139353"/>
                  </a:lnTo>
                  <a:lnTo>
                    <a:pt x="5209037" y="139353"/>
                  </a:lnTo>
                  <a:lnTo>
                    <a:pt x="5209130" y="139353"/>
                  </a:lnTo>
                  <a:lnTo>
                    <a:pt x="5209223" y="139353"/>
                  </a:lnTo>
                  <a:lnTo>
                    <a:pt x="5209316" y="139353"/>
                  </a:lnTo>
                  <a:lnTo>
                    <a:pt x="5209410" y="139353"/>
                  </a:lnTo>
                  <a:lnTo>
                    <a:pt x="5209503" y="139353"/>
                  </a:lnTo>
                  <a:lnTo>
                    <a:pt x="5209596" y="139353"/>
                  </a:lnTo>
                  <a:lnTo>
                    <a:pt x="5209689" y="139353"/>
                  </a:lnTo>
                  <a:lnTo>
                    <a:pt x="5209783" y="139353"/>
                  </a:lnTo>
                  <a:lnTo>
                    <a:pt x="5209876" y="139353"/>
                  </a:lnTo>
                  <a:lnTo>
                    <a:pt x="5209969" y="139353"/>
                  </a:lnTo>
                  <a:lnTo>
                    <a:pt x="5210062" y="139353"/>
                  </a:lnTo>
                  <a:lnTo>
                    <a:pt x="5210156" y="139353"/>
                  </a:lnTo>
                  <a:lnTo>
                    <a:pt x="5210249" y="139353"/>
                  </a:lnTo>
                  <a:lnTo>
                    <a:pt x="5210342" y="139353"/>
                  </a:lnTo>
                  <a:lnTo>
                    <a:pt x="5210435" y="139353"/>
                  </a:lnTo>
                  <a:lnTo>
                    <a:pt x="5210528" y="139353"/>
                  </a:lnTo>
                  <a:lnTo>
                    <a:pt x="5210622" y="139353"/>
                  </a:lnTo>
                  <a:lnTo>
                    <a:pt x="5210715" y="139353"/>
                  </a:lnTo>
                  <a:lnTo>
                    <a:pt x="5210808" y="139353"/>
                  </a:lnTo>
                  <a:lnTo>
                    <a:pt x="5210901" y="139353"/>
                  </a:lnTo>
                  <a:lnTo>
                    <a:pt x="5210995" y="139353"/>
                  </a:lnTo>
                  <a:lnTo>
                    <a:pt x="5211088" y="139353"/>
                  </a:lnTo>
                  <a:lnTo>
                    <a:pt x="5211181" y="139353"/>
                  </a:lnTo>
                  <a:lnTo>
                    <a:pt x="5211274" y="139353"/>
                  </a:lnTo>
                  <a:lnTo>
                    <a:pt x="5211368" y="139353"/>
                  </a:lnTo>
                  <a:lnTo>
                    <a:pt x="5211461" y="139353"/>
                  </a:lnTo>
                  <a:lnTo>
                    <a:pt x="5211554" y="139353"/>
                  </a:lnTo>
                  <a:lnTo>
                    <a:pt x="5211647" y="139353"/>
                  </a:lnTo>
                  <a:lnTo>
                    <a:pt x="5211741" y="139353"/>
                  </a:lnTo>
                  <a:lnTo>
                    <a:pt x="5211834" y="139353"/>
                  </a:lnTo>
                  <a:lnTo>
                    <a:pt x="5211927" y="139353"/>
                  </a:lnTo>
                  <a:lnTo>
                    <a:pt x="5212020" y="139353"/>
                  </a:lnTo>
                  <a:lnTo>
                    <a:pt x="5212020" y="129399"/>
                  </a:lnTo>
                  <a:lnTo>
                    <a:pt x="5212114" y="129399"/>
                  </a:lnTo>
                  <a:lnTo>
                    <a:pt x="5212207" y="129399"/>
                  </a:lnTo>
                  <a:lnTo>
                    <a:pt x="5212300" y="129399"/>
                  </a:lnTo>
                  <a:lnTo>
                    <a:pt x="5212393" y="129399"/>
                  </a:lnTo>
                  <a:lnTo>
                    <a:pt x="5212487" y="129399"/>
                  </a:lnTo>
                  <a:lnTo>
                    <a:pt x="5212580" y="129399"/>
                  </a:lnTo>
                  <a:lnTo>
                    <a:pt x="5212673" y="129399"/>
                  </a:lnTo>
                  <a:lnTo>
                    <a:pt x="5212766" y="129399"/>
                  </a:lnTo>
                  <a:lnTo>
                    <a:pt x="5212860" y="129399"/>
                  </a:lnTo>
                  <a:lnTo>
                    <a:pt x="5212953" y="129399"/>
                  </a:lnTo>
                  <a:lnTo>
                    <a:pt x="5213046" y="129399"/>
                  </a:lnTo>
                  <a:lnTo>
                    <a:pt x="5213139" y="129399"/>
                  </a:lnTo>
                  <a:lnTo>
                    <a:pt x="5213233" y="129399"/>
                  </a:lnTo>
                  <a:lnTo>
                    <a:pt x="5213326" y="129399"/>
                  </a:lnTo>
                  <a:lnTo>
                    <a:pt x="5213419" y="129399"/>
                  </a:lnTo>
                  <a:lnTo>
                    <a:pt x="5213512" y="129399"/>
                  </a:lnTo>
                  <a:lnTo>
                    <a:pt x="5213606" y="129399"/>
                  </a:lnTo>
                  <a:lnTo>
                    <a:pt x="5213699" y="129399"/>
                  </a:lnTo>
                  <a:lnTo>
                    <a:pt x="5213792" y="129399"/>
                  </a:lnTo>
                  <a:lnTo>
                    <a:pt x="5213885" y="129399"/>
                  </a:lnTo>
                  <a:lnTo>
                    <a:pt x="5213979" y="129399"/>
                  </a:lnTo>
                  <a:lnTo>
                    <a:pt x="5214072" y="129399"/>
                  </a:lnTo>
                  <a:lnTo>
                    <a:pt x="5214165" y="129399"/>
                  </a:lnTo>
                  <a:lnTo>
                    <a:pt x="5214258" y="129399"/>
                  </a:lnTo>
                  <a:lnTo>
                    <a:pt x="5214352" y="129399"/>
                  </a:lnTo>
                  <a:lnTo>
                    <a:pt x="5214445" y="129399"/>
                  </a:lnTo>
                  <a:lnTo>
                    <a:pt x="5214538" y="129399"/>
                  </a:lnTo>
                  <a:lnTo>
                    <a:pt x="5214631" y="129399"/>
                  </a:lnTo>
                  <a:lnTo>
                    <a:pt x="5214725" y="129399"/>
                  </a:lnTo>
                  <a:lnTo>
                    <a:pt x="5214818" y="129399"/>
                  </a:lnTo>
                  <a:lnTo>
                    <a:pt x="5214911" y="129399"/>
                  </a:lnTo>
                  <a:lnTo>
                    <a:pt x="5215004" y="129399"/>
                  </a:lnTo>
                  <a:lnTo>
                    <a:pt x="5215098" y="129399"/>
                  </a:lnTo>
                  <a:lnTo>
                    <a:pt x="5215191" y="129399"/>
                  </a:lnTo>
                  <a:lnTo>
                    <a:pt x="5215284" y="129399"/>
                  </a:lnTo>
                  <a:lnTo>
                    <a:pt x="5215377" y="129399"/>
                  </a:lnTo>
                  <a:lnTo>
                    <a:pt x="5215471" y="129399"/>
                  </a:lnTo>
                  <a:lnTo>
                    <a:pt x="5215564" y="129399"/>
                  </a:lnTo>
                  <a:lnTo>
                    <a:pt x="5215657" y="129399"/>
                  </a:lnTo>
                  <a:lnTo>
                    <a:pt x="5215750" y="129399"/>
                  </a:lnTo>
                  <a:lnTo>
                    <a:pt x="5215844" y="129399"/>
                  </a:lnTo>
                  <a:lnTo>
                    <a:pt x="5215937" y="129399"/>
                  </a:lnTo>
                  <a:lnTo>
                    <a:pt x="5216030" y="129399"/>
                  </a:lnTo>
                  <a:lnTo>
                    <a:pt x="5216123" y="129399"/>
                  </a:lnTo>
                  <a:lnTo>
                    <a:pt x="5216217" y="129399"/>
                  </a:lnTo>
                  <a:lnTo>
                    <a:pt x="5216310" y="129399"/>
                  </a:lnTo>
                  <a:lnTo>
                    <a:pt x="5216403" y="129399"/>
                  </a:lnTo>
                  <a:lnTo>
                    <a:pt x="5216496" y="129399"/>
                  </a:lnTo>
                  <a:lnTo>
                    <a:pt x="5216590" y="129399"/>
                  </a:lnTo>
                  <a:lnTo>
                    <a:pt x="5216683" y="129399"/>
                  </a:lnTo>
                  <a:lnTo>
                    <a:pt x="5216776" y="129399"/>
                  </a:lnTo>
                  <a:lnTo>
                    <a:pt x="5216869" y="129399"/>
                  </a:lnTo>
                  <a:lnTo>
                    <a:pt x="5216963" y="129399"/>
                  </a:lnTo>
                  <a:lnTo>
                    <a:pt x="5217056" y="129399"/>
                  </a:lnTo>
                  <a:lnTo>
                    <a:pt x="5217149" y="129399"/>
                  </a:lnTo>
                  <a:lnTo>
                    <a:pt x="5217242" y="129399"/>
                  </a:lnTo>
                  <a:lnTo>
                    <a:pt x="5217335" y="129399"/>
                  </a:lnTo>
                  <a:lnTo>
                    <a:pt x="5217429" y="129399"/>
                  </a:lnTo>
                  <a:lnTo>
                    <a:pt x="5217522" y="129399"/>
                  </a:lnTo>
                  <a:lnTo>
                    <a:pt x="5217615" y="129399"/>
                  </a:lnTo>
                  <a:lnTo>
                    <a:pt x="5217708" y="129399"/>
                  </a:lnTo>
                  <a:lnTo>
                    <a:pt x="5217802" y="129399"/>
                  </a:lnTo>
                  <a:lnTo>
                    <a:pt x="5217895" y="129399"/>
                  </a:lnTo>
                  <a:lnTo>
                    <a:pt x="5217988" y="129399"/>
                  </a:lnTo>
                  <a:lnTo>
                    <a:pt x="5218081" y="129399"/>
                  </a:lnTo>
                  <a:lnTo>
                    <a:pt x="5218175" y="129399"/>
                  </a:lnTo>
                  <a:lnTo>
                    <a:pt x="5218268" y="129399"/>
                  </a:lnTo>
                  <a:lnTo>
                    <a:pt x="5218361" y="129399"/>
                  </a:lnTo>
                  <a:lnTo>
                    <a:pt x="5218454" y="129399"/>
                  </a:lnTo>
                  <a:lnTo>
                    <a:pt x="5218548" y="129399"/>
                  </a:lnTo>
                  <a:lnTo>
                    <a:pt x="5218641" y="129399"/>
                  </a:lnTo>
                  <a:lnTo>
                    <a:pt x="5218734" y="129399"/>
                  </a:lnTo>
                  <a:lnTo>
                    <a:pt x="5218827" y="129399"/>
                  </a:lnTo>
                  <a:lnTo>
                    <a:pt x="5218921" y="129399"/>
                  </a:lnTo>
                  <a:lnTo>
                    <a:pt x="5219014" y="129399"/>
                  </a:lnTo>
                  <a:lnTo>
                    <a:pt x="5219107" y="129399"/>
                  </a:lnTo>
                  <a:lnTo>
                    <a:pt x="5219200" y="129399"/>
                  </a:lnTo>
                  <a:lnTo>
                    <a:pt x="5219294" y="129399"/>
                  </a:lnTo>
                  <a:lnTo>
                    <a:pt x="5219387" y="129399"/>
                  </a:lnTo>
                  <a:lnTo>
                    <a:pt x="5219480" y="129399"/>
                  </a:lnTo>
                  <a:lnTo>
                    <a:pt x="5219573" y="129399"/>
                  </a:lnTo>
                  <a:lnTo>
                    <a:pt x="5219667" y="129399"/>
                  </a:lnTo>
                  <a:lnTo>
                    <a:pt x="5219760" y="129399"/>
                  </a:lnTo>
                  <a:lnTo>
                    <a:pt x="5219853" y="129399"/>
                  </a:lnTo>
                  <a:lnTo>
                    <a:pt x="5219946" y="129399"/>
                  </a:lnTo>
                  <a:lnTo>
                    <a:pt x="5220040" y="129399"/>
                  </a:lnTo>
                  <a:lnTo>
                    <a:pt x="5220133" y="129399"/>
                  </a:lnTo>
                  <a:lnTo>
                    <a:pt x="5220226" y="129399"/>
                  </a:lnTo>
                  <a:lnTo>
                    <a:pt x="5220319" y="129399"/>
                  </a:lnTo>
                  <a:lnTo>
                    <a:pt x="5220413" y="129399"/>
                  </a:lnTo>
                  <a:lnTo>
                    <a:pt x="5220506" y="129399"/>
                  </a:lnTo>
                  <a:lnTo>
                    <a:pt x="5220599" y="129399"/>
                  </a:lnTo>
                  <a:lnTo>
                    <a:pt x="5220692" y="129399"/>
                  </a:lnTo>
                  <a:lnTo>
                    <a:pt x="5220786" y="129399"/>
                  </a:lnTo>
                  <a:lnTo>
                    <a:pt x="5220879" y="129399"/>
                  </a:lnTo>
                  <a:lnTo>
                    <a:pt x="5220972" y="129399"/>
                  </a:lnTo>
                  <a:lnTo>
                    <a:pt x="5221065" y="129399"/>
                  </a:lnTo>
                  <a:lnTo>
                    <a:pt x="5221159" y="129399"/>
                  </a:lnTo>
                  <a:lnTo>
                    <a:pt x="5221252" y="129399"/>
                  </a:lnTo>
                  <a:lnTo>
                    <a:pt x="5221345" y="129399"/>
                  </a:lnTo>
                  <a:lnTo>
                    <a:pt x="5221438" y="129399"/>
                  </a:lnTo>
                  <a:lnTo>
                    <a:pt x="5221532" y="129399"/>
                  </a:lnTo>
                  <a:lnTo>
                    <a:pt x="5221625" y="129399"/>
                  </a:lnTo>
                  <a:lnTo>
                    <a:pt x="5221718" y="129399"/>
                  </a:lnTo>
                  <a:lnTo>
                    <a:pt x="5221811" y="129399"/>
                  </a:lnTo>
                  <a:lnTo>
                    <a:pt x="5221905" y="129399"/>
                  </a:lnTo>
                  <a:lnTo>
                    <a:pt x="5221998" y="129399"/>
                  </a:lnTo>
                  <a:lnTo>
                    <a:pt x="5222091" y="129399"/>
                  </a:lnTo>
                  <a:lnTo>
                    <a:pt x="5222184" y="129399"/>
                  </a:lnTo>
                  <a:lnTo>
                    <a:pt x="5222278" y="129399"/>
                  </a:lnTo>
                  <a:lnTo>
                    <a:pt x="5222371" y="129399"/>
                  </a:lnTo>
                  <a:lnTo>
                    <a:pt x="5222464" y="129399"/>
                  </a:lnTo>
                  <a:lnTo>
                    <a:pt x="5222557" y="129399"/>
                  </a:lnTo>
                  <a:lnTo>
                    <a:pt x="5222651" y="129399"/>
                  </a:lnTo>
                  <a:lnTo>
                    <a:pt x="5222744" y="129399"/>
                  </a:lnTo>
                  <a:lnTo>
                    <a:pt x="5222837" y="129399"/>
                  </a:lnTo>
                  <a:lnTo>
                    <a:pt x="5222930" y="129399"/>
                  </a:lnTo>
                  <a:lnTo>
                    <a:pt x="5223024" y="129399"/>
                  </a:lnTo>
                  <a:lnTo>
                    <a:pt x="5223117" y="129399"/>
                  </a:lnTo>
                  <a:lnTo>
                    <a:pt x="5223210" y="129399"/>
                  </a:lnTo>
                  <a:lnTo>
                    <a:pt x="5223303" y="129399"/>
                  </a:lnTo>
                  <a:lnTo>
                    <a:pt x="5223397" y="129399"/>
                  </a:lnTo>
                  <a:lnTo>
                    <a:pt x="5223490" y="129399"/>
                  </a:lnTo>
                  <a:lnTo>
                    <a:pt x="5223583" y="129399"/>
                  </a:lnTo>
                  <a:lnTo>
                    <a:pt x="5223676" y="129399"/>
                  </a:lnTo>
                  <a:lnTo>
                    <a:pt x="5223770" y="129399"/>
                  </a:lnTo>
                  <a:lnTo>
                    <a:pt x="5223863" y="129399"/>
                  </a:lnTo>
                  <a:lnTo>
                    <a:pt x="5223956" y="129399"/>
                  </a:lnTo>
                  <a:lnTo>
                    <a:pt x="5224049" y="129399"/>
                  </a:lnTo>
                  <a:lnTo>
                    <a:pt x="5224143" y="129399"/>
                  </a:lnTo>
                  <a:lnTo>
                    <a:pt x="5224236" y="129399"/>
                  </a:lnTo>
                  <a:lnTo>
                    <a:pt x="5224329" y="129399"/>
                  </a:lnTo>
                  <a:lnTo>
                    <a:pt x="5224422" y="129399"/>
                  </a:lnTo>
                  <a:lnTo>
                    <a:pt x="5224515" y="129399"/>
                  </a:lnTo>
                  <a:lnTo>
                    <a:pt x="5224609" y="129399"/>
                  </a:lnTo>
                  <a:lnTo>
                    <a:pt x="5224702" y="129399"/>
                  </a:lnTo>
                  <a:lnTo>
                    <a:pt x="5224795" y="129399"/>
                  </a:lnTo>
                  <a:lnTo>
                    <a:pt x="5224888" y="129399"/>
                  </a:lnTo>
                  <a:lnTo>
                    <a:pt x="5224982" y="129399"/>
                  </a:lnTo>
                  <a:lnTo>
                    <a:pt x="5225075" y="129399"/>
                  </a:lnTo>
                  <a:lnTo>
                    <a:pt x="5225168" y="129399"/>
                  </a:lnTo>
                  <a:lnTo>
                    <a:pt x="5225261" y="129399"/>
                  </a:lnTo>
                  <a:lnTo>
                    <a:pt x="5225355" y="129399"/>
                  </a:lnTo>
                  <a:lnTo>
                    <a:pt x="5225448" y="129399"/>
                  </a:lnTo>
                  <a:lnTo>
                    <a:pt x="5225541" y="129399"/>
                  </a:lnTo>
                  <a:lnTo>
                    <a:pt x="5225634" y="129399"/>
                  </a:lnTo>
                  <a:lnTo>
                    <a:pt x="5225728" y="129399"/>
                  </a:lnTo>
                  <a:lnTo>
                    <a:pt x="5225821" y="129399"/>
                  </a:lnTo>
                  <a:lnTo>
                    <a:pt x="5225914" y="129399"/>
                  </a:lnTo>
                  <a:lnTo>
                    <a:pt x="5226007" y="129399"/>
                  </a:lnTo>
                  <a:lnTo>
                    <a:pt x="5226101" y="129399"/>
                  </a:lnTo>
                  <a:lnTo>
                    <a:pt x="5226194" y="129399"/>
                  </a:lnTo>
                  <a:lnTo>
                    <a:pt x="5226287" y="129399"/>
                  </a:lnTo>
                  <a:lnTo>
                    <a:pt x="5226380" y="129399"/>
                  </a:lnTo>
                  <a:lnTo>
                    <a:pt x="5226474" y="129399"/>
                  </a:lnTo>
                  <a:lnTo>
                    <a:pt x="5226567" y="129399"/>
                  </a:lnTo>
                  <a:lnTo>
                    <a:pt x="5226660" y="129399"/>
                  </a:lnTo>
                  <a:lnTo>
                    <a:pt x="5226753" y="129399"/>
                  </a:lnTo>
                  <a:lnTo>
                    <a:pt x="5226847" y="129399"/>
                  </a:lnTo>
                  <a:lnTo>
                    <a:pt x="5226940" y="129399"/>
                  </a:lnTo>
                  <a:lnTo>
                    <a:pt x="5227033" y="129399"/>
                  </a:lnTo>
                  <a:lnTo>
                    <a:pt x="5227126" y="129399"/>
                  </a:lnTo>
                  <a:lnTo>
                    <a:pt x="5227220" y="129399"/>
                  </a:lnTo>
                  <a:lnTo>
                    <a:pt x="5227313" y="129399"/>
                  </a:lnTo>
                  <a:lnTo>
                    <a:pt x="5227406" y="129399"/>
                  </a:lnTo>
                  <a:lnTo>
                    <a:pt x="5227499" y="129399"/>
                  </a:lnTo>
                  <a:lnTo>
                    <a:pt x="5227593" y="129399"/>
                  </a:lnTo>
                  <a:lnTo>
                    <a:pt x="5227686" y="129399"/>
                  </a:lnTo>
                  <a:lnTo>
                    <a:pt x="5227779" y="129399"/>
                  </a:lnTo>
                  <a:lnTo>
                    <a:pt x="5227872" y="129399"/>
                  </a:lnTo>
                  <a:lnTo>
                    <a:pt x="5227966" y="129399"/>
                  </a:lnTo>
                  <a:lnTo>
                    <a:pt x="5228059" y="129399"/>
                  </a:lnTo>
                  <a:lnTo>
                    <a:pt x="5228152" y="129399"/>
                  </a:lnTo>
                  <a:lnTo>
                    <a:pt x="5228245" y="129399"/>
                  </a:lnTo>
                  <a:lnTo>
                    <a:pt x="5228339" y="129399"/>
                  </a:lnTo>
                  <a:lnTo>
                    <a:pt x="5228432" y="129399"/>
                  </a:lnTo>
                  <a:lnTo>
                    <a:pt x="5228525" y="129399"/>
                  </a:lnTo>
                  <a:lnTo>
                    <a:pt x="5228618" y="129399"/>
                  </a:lnTo>
                  <a:lnTo>
                    <a:pt x="5228712" y="129399"/>
                  </a:lnTo>
                  <a:lnTo>
                    <a:pt x="5228805" y="129399"/>
                  </a:lnTo>
                  <a:lnTo>
                    <a:pt x="5228898" y="129399"/>
                  </a:lnTo>
                  <a:lnTo>
                    <a:pt x="5228991" y="129399"/>
                  </a:lnTo>
                  <a:lnTo>
                    <a:pt x="5229085" y="129399"/>
                  </a:lnTo>
                  <a:lnTo>
                    <a:pt x="5229178" y="129399"/>
                  </a:lnTo>
                  <a:lnTo>
                    <a:pt x="5229271" y="129399"/>
                  </a:lnTo>
                  <a:lnTo>
                    <a:pt x="5229364" y="129399"/>
                  </a:lnTo>
                  <a:lnTo>
                    <a:pt x="5229458" y="129399"/>
                  </a:lnTo>
                  <a:lnTo>
                    <a:pt x="5229551" y="129399"/>
                  </a:lnTo>
                  <a:lnTo>
                    <a:pt x="5229644" y="129399"/>
                  </a:lnTo>
                  <a:lnTo>
                    <a:pt x="5229737" y="129399"/>
                  </a:lnTo>
                  <a:lnTo>
                    <a:pt x="5229831" y="129399"/>
                  </a:lnTo>
                  <a:lnTo>
                    <a:pt x="5229924" y="129399"/>
                  </a:lnTo>
                  <a:lnTo>
                    <a:pt x="5230017" y="129399"/>
                  </a:lnTo>
                  <a:lnTo>
                    <a:pt x="5230110" y="129399"/>
                  </a:lnTo>
                  <a:lnTo>
                    <a:pt x="5230204" y="129399"/>
                  </a:lnTo>
                  <a:lnTo>
                    <a:pt x="5230297" y="129399"/>
                  </a:lnTo>
                  <a:lnTo>
                    <a:pt x="5230390" y="129399"/>
                  </a:lnTo>
                  <a:lnTo>
                    <a:pt x="5230483" y="129399"/>
                  </a:lnTo>
                  <a:lnTo>
                    <a:pt x="5230577" y="129399"/>
                  </a:lnTo>
                  <a:lnTo>
                    <a:pt x="5230670" y="129399"/>
                  </a:lnTo>
                  <a:lnTo>
                    <a:pt x="5230763" y="129399"/>
                  </a:lnTo>
                  <a:lnTo>
                    <a:pt x="5230856" y="129399"/>
                  </a:lnTo>
                  <a:lnTo>
                    <a:pt x="5230950" y="129399"/>
                  </a:lnTo>
                  <a:lnTo>
                    <a:pt x="5231043" y="129399"/>
                  </a:lnTo>
                  <a:lnTo>
                    <a:pt x="5231136" y="129399"/>
                  </a:lnTo>
                  <a:lnTo>
                    <a:pt x="5231229" y="129399"/>
                  </a:lnTo>
                  <a:lnTo>
                    <a:pt x="5231322" y="129399"/>
                  </a:lnTo>
                  <a:lnTo>
                    <a:pt x="5231416" y="129399"/>
                  </a:lnTo>
                  <a:lnTo>
                    <a:pt x="5231509" y="129399"/>
                  </a:lnTo>
                  <a:lnTo>
                    <a:pt x="5231602" y="129399"/>
                  </a:lnTo>
                  <a:lnTo>
                    <a:pt x="5231695" y="129399"/>
                  </a:lnTo>
                  <a:lnTo>
                    <a:pt x="5231789" y="129399"/>
                  </a:lnTo>
                  <a:lnTo>
                    <a:pt x="5231882" y="129399"/>
                  </a:lnTo>
                  <a:lnTo>
                    <a:pt x="5231975" y="129399"/>
                  </a:lnTo>
                  <a:lnTo>
                    <a:pt x="5232068" y="129399"/>
                  </a:lnTo>
                  <a:lnTo>
                    <a:pt x="5232162" y="129399"/>
                  </a:lnTo>
                  <a:lnTo>
                    <a:pt x="5232255" y="129399"/>
                  </a:lnTo>
                  <a:lnTo>
                    <a:pt x="5232348" y="129399"/>
                  </a:lnTo>
                  <a:lnTo>
                    <a:pt x="5232441" y="129399"/>
                  </a:lnTo>
                  <a:lnTo>
                    <a:pt x="5232535" y="129399"/>
                  </a:lnTo>
                  <a:lnTo>
                    <a:pt x="5232628" y="129399"/>
                  </a:lnTo>
                  <a:lnTo>
                    <a:pt x="5232721" y="129399"/>
                  </a:lnTo>
                  <a:lnTo>
                    <a:pt x="5232814" y="129399"/>
                  </a:lnTo>
                  <a:lnTo>
                    <a:pt x="5232908" y="129399"/>
                  </a:lnTo>
                  <a:lnTo>
                    <a:pt x="5233001" y="129399"/>
                  </a:lnTo>
                  <a:lnTo>
                    <a:pt x="5233094" y="129399"/>
                  </a:lnTo>
                  <a:lnTo>
                    <a:pt x="5233187" y="129399"/>
                  </a:lnTo>
                  <a:lnTo>
                    <a:pt x="5233281" y="129399"/>
                  </a:lnTo>
                  <a:lnTo>
                    <a:pt x="5233374" y="129399"/>
                  </a:lnTo>
                  <a:lnTo>
                    <a:pt x="5233467" y="129399"/>
                  </a:lnTo>
                  <a:lnTo>
                    <a:pt x="5233560" y="129399"/>
                  </a:lnTo>
                  <a:lnTo>
                    <a:pt x="5233654" y="129399"/>
                  </a:lnTo>
                  <a:lnTo>
                    <a:pt x="5233747" y="129399"/>
                  </a:lnTo>
                  <a:lnTo>
                    <a:pt x="5233840" y="129399"/>
                  </a:lnTo>
                  <a:lnTo>
                    <a:pt x="5233933" y="129399"/>
                  </a:lnTo>
                  <a:lnTo>
                    <a:pt x="5234027" y="129399"/>
                  </a:lnTo>
                  <a:lnTo>
                    <a:pt x="5234120" y="129399"/>
                  </a:lnTo>
                  <a:lnTo>
                    <a:pt x="5234213" y="129399"/>
                  </a:lnTo>
                  <a:lnTo>
                    <a:pt x="5234306" y="129399"/>
                  </a:lnTo>
                  <a:lnTo>
                    <a:pt x="5234400" y="129399"/>
                  </a:lnTo>
                  <a:lnTo>
                    <a:pt x="5234493" y="129399"/>
                  </a:lnTo>
                  <a:lnTo>
                    <a:pt x="5234586" y="129399"/>
                  </a:lnTo>
                  <a:lnTo>
                    <a:pt x="5234679" y="129399"/>
                  </a:lnTo>
                  <a:lnTo>
                    <a:pt x="5234773" y="129399"/>
                  </a:lnTo>
                  <a:lnTo>
                    <a:pt x="5234866" y="129399"/>
                  </a:lnTo>
                  <a:lnTo>
                    <a:pt x="5234959" y="129399"/>
                  </a:lnTo>
                  <a:lnTo>
                    <a:pt x="5235052" y="129399"/>
                  </a:lnTo>
                  <a:lnTo>
                    <a:pt x="5235146" y="129399"/>
                  </a:lnTo>
                  <a:lnTo>
                    <a:pt x="5235239" y="129399"/>
                  </a:lnTo>
                  <a:lnTo>
                    <a:pt x="5235332" y="129399"/>
                  </a:lnTo>
                  <a:lnTo>
                    <a:pt x="5235425" y="129399"/>
                  </a:lnTo>
                  <a:lnTo>
                    <a:pt x="5235519" y="129399"/>
                  </a:lnTo>
                  <a:lnTo>
                    <a:pt x="5235612" y="129399"/>
                  </a:lnTo>
                  <a:lnTo>
                    <a:pt x="5235705" y="129399"/>
                  </a:lnTo>
                  <a:lnTo>
                    <a:pt x="5235798" y="129399"/>
                  </a:lnTo>
                  <a:lnTo>
                    <a:pt x="5235892" y="129399"/>
                  </a:lnTo>
                  <a:lnTo>
                    <a:pt x="5235985" y="129399"/>
                  </a:lnTo>
                  <a:lnTo>
                    <a:pt x="5236078" y="129399"/>
                  </a:lnTo>
                  <a:lnTo>
                    <a:pt x="5236171" y="129399"/>
                  </a:lnTo>
                  <a:lnTo>
                    <a:pt x="5236265" y="129399"/>
                  </a:lnTo>
                  <a:lnTo>
                    <a:pt x="5236358" y="129399"/>
                  </a:lnTo>
                  <a:lnTo>
                    <a:pt x="5236451" y="129399"/>
                  </a:lnTo>
                  <a:lnTo>
                    <a:pt x="5236544" y="129399"/>
                  </a:lnTo>
                  <a:lnTo>
                    <a:pt x="5236638" y="129399"/>
                  </a:lnTo>
                  <a:lnTo>
                    <a:pt x="5236731" y="129399"/>
                  </a:lnTo>
                  <a:lnTo>
                    <a:pt x="5236824" y="129399"/>
                  </a:lnTo>
                  <a:lnTo>
                    <a:pt x="5236917" y="129399"/>
                  </a:lnTo>
                  <a:lnTo>
                    <a:pt x="5237011" y="129399"/>
                  </a:lnTo>
                  <a:lnTo>
                    <a:pt x="5237104" y="129399"/>
                  </a:lnTo>
                  <a:lnTo>
                    <a:pt x="5237197" y="129399"/>
                  </a:lnTo>
                  <a:lnTo>
                    <a:pt x="5237290" y="129399"/>
                  </a:lnTo>
                  <a:lnTo>
                    <a:pt x="5237384" y="129399"/>
                  </a:lnTo>
                  <a:lnTo>
                    <a:pt x="5237477" y="129399"/>
                  </a:lnTo>
                  <a:lnTo>
                    <a:pt x="5237570" y="129399"/>
                  </a:lnTo>
                  <a:lnTo>
                    <a:pt x="5237663" y="129399"/>
                  </a:lnTo>
                  <a:lnTo>
                    <a:pt x="5237757" y="129399"/>
                  </a:lnTo>
                  <a:lnTo>
                    <a:pt x="5237850" y="129399"/>
                  </a:lnTo>
                  <a:lnTo>
                    <a:pt x="5237943" y="129399"/>
                  </a:lnTo>
                  <a:lnTo>
                    <a:pt x="5238036" y="129399"/>
                  </a:lnTo>
                  <a:lnTo>
                    <a:pt x="5238129" y="129399"/>
                  </a:lnTo>
                  <a:lnTo>
                    <a:pt x="5238223" y="129399"/>
                  </a:lnTo>
                  <a:lnTo>
                    <a:pt x="5238316" y="129399"/>
                  </a:lnTo>
                  <a:lnTo>
                    <a:pt x="5238409" y="129399"/>
                  </a:lnTo>
                  <a:lnTo>
                    <a:pt x="5238502" y="129399"/>
                  </a:lnTo>
                  <a:lnTo>
                    <a:pt x="5238596" y="129399"/>
                  </a:lnTo>
                  <a:lnTo>
                    <a:pt x="5238689" y="129399"/>
                  </a:lnTo>
                  <a:lnTo>
                    <a:pt x="5238782" y="129399"/>
                  </a:lnTo>
                  <a:lnTo>
                    <a:pt x="5238875" y="129399"/>
                  </a:lnTo>
                  <a:lnTo>
                    <a:pt x="5238969" y="129399"/>
                  </a:lnTo>
                  <a:lnTo>
                    <a:pt x="5239062" y="129399"/>
                  </a:lnTo>
                  <a:lnTo>
                    <a:pt x="5239155" y="129399"/>
                  </a:lnTo>
                  <a:lnTo>
                    <a:pt x="5239248" y="129399"/>
                  </a:lnTo>
                  <a:lnTo>
                    <a:pt x="5239342" y="129399"/>
                  </a:lnTo>
                  <a:lnTo>
                    <a:pt x="5239435" y="129399"/>
                  </a:lnTo>
                  <a:lnTo>
                    <a:pt x="5239528" y="129399"/>
                  </a:lnTo>
                  <a:lnTo>
                    <a:pt x="5239621" y="129399"/>
                  </a:lnTo>
                  <a:lnTo>
                    <a:pt x="5239715" y="129399"/>
                  </a:lnTo>
                  <a:lnTo>
                    <a:pt x="5239808" y="129399"/>
                  </a:lnTo>
                  <a:lnTo>
                    <a:pt x="5239901" y="129399"/>
                  </a:lnTo>
                  <a:lnTo>
                    <a:pt x="5239994" y="129399"/>
                  </a:lnTo>
                  <a:lnTo>
                    <a:pt x="5240088" y="129399"/>
                  </a:lnTo>
                  <a:lnTo>
                    <a:pt x="5240181" y="129399"/>
                  </a:lnTo>
                  <a:lnTo>
                    <a:pt x="5240274" y="129399"/>
                  </a:lnTo>
                  <a:lnTo>
                    <a:pt x="5240367" y="129399"/>
                  </a:lnTo>
                  <a:lnTo>
                    <a:pt x="5240461" y="129399"/>
                  </a:lnTo>
                  <a:lnTo>
                    <a:pt x="5240554" y="129399"/>
                  </a:lnTo>
                  <a:lnTo>
                    <a:pt x="5240647" y="129399"/>
                  </a:lnTo>
                  <a:lnTo>
                    <a:pt x="5240740" y="129399"/>
                  </a:lnTo>
                  <a:lnTo>
                    <a:pt x="5240834" y="129399"/>
                  </a:lnTo>
                  <a:lnTo>
                    <a:pt x="5240927" y="129399"/>
                  </a:lnTo>
                  <a:lnTo>
                    <a:pt x="5241020" y="129399"/>
                  </a:lnTo>
                  <a:lnTo>
                    <a:pt x="5241113" y="129399"/>
                  </a:lnTo>
                  <a:lnTo>
                    <a:pt x="5241207" y="129399"/>
                  </a:lnTo>
                  <a:lnTo>
                    <a:pt x="5241300" y="129399"/>
                  </a:lnTo>
                  <a:lnTo>
                    <a:pt x="5241393" y="129399"/>
                  </a:lnTo>
                  <a:lnTo>
                    <a:pt x="5241486" y="129399"/>
                  </a:lnTo>
                  <a:lnTo>
                    <a:pt x="5241580" y="129399"/>
                  </a:lnTo>
                  <a:lnTo>
                    <a:pt x="5241673" y="129399"/>
                  </a:lnTo>
                  <a:lnTo>
                    <a:pt x="5241766" y="129399"/>
                  </a:lnTo>
                  <a:lnTo>
                    <a:pt x="5241859" y="129399"/>
                  </a:lnTo>
                  <a:lnTo>
                    <a:pt x="5241953" y="129399"/>
                  </a:lnTo>
                  <a:lnTo>
                    <a:pt x="5242046" y="129399"/>
                  </a:lnTo>
                  <a:lnTo>
                    <a:pt x="5242139" y="129399"/>
                  </a:lnTo>
                  <a:lnTo>
                    <a:pt x="5242232" y="129399"/>
                  </a:lnTo>
                  <a:lnTo>
                    <a:pt x="5242326" y="129399"/>
                  </a:lnTo>
                  <a:lnTo>
                    <a:pt x="5242419" y="129399"/>
                  </a:lnTo>
                  <a:lnTo>
                    <a:pt x="5242512" y="129399"/>
                  </a:lnTo>
                  <a:lnTo>
                    <a:pt x="5242605" y="129399"/>
                  </a:lnTo>
                  <a:lnTo>
                    <a:pt x="5242699" y="129399"/>
                  </a:lnTo>
                  <a:lnTo>
                    <a:pt x="5242792" y="129399"/>
                  </a:lnTo>
                  <a:lnTo>
                    <a:pt x="5242885" y="129399"/>
                  </a:lnTo>
                  <a:lnTo>
                    <a:pt x="5242978" y="129399"/>
                  </a:lnTo>
                  <a:lnTo>
                    <a:pt x="5243072" y="129399"/>
                  </a:lnTo>
                  <a:lnTo>
                    <a:pt x="5243165" y="129399"/>
                  </a:lnTo>
                  <a:lnTo>
                    <a:pt x="5243258" y="129399"/>
                  </a:lnTo>
                  <a:lnTo>
                    <a:pt x="5243351" y="129399"/>
                  </a:lnTo>
                  <a:lnTo>
                    <a:pt x="5243445" y="129399"/>
                  </a:lnTo>
                  <a:lnTo>
                    <a:pt x="5243538" y="129399"/>
                  </a:lnTo>
                  <a:lnTo>
                    <a:pt x="5243631" y="129399"/>
                  </a:lnTo>
                  <a:lnTo>
                    <a:pt x="5243724" y="129399"/>
                  </a:lnTo>
                  <a:lnTo>
                    <a:pt x="5243818" y="129399"/>
                  </a:lnTo>
                  <a:lnTo>
                    <a:pt x="5243911" y="129399"/>
                  </a:lnTo>
                  <a:lnTo>
                    <a:pt x="5244004" y="129399"/>
                  </a:lnTo>
                  <a:lnTo>
                    <a:pt x="5244097" y="129399"/>
                  </a:lnTo>
                  <a:lnTo>
                    <a:pt x="5244191" y="129399"/>
                  </a:lnTo>
                  <a:lnTo>
                    <a:pt x="5244284" y="129399"/>
                  </a:lnTo>
                  <a:lnTo>
                    <a:pt x="5244377" y="129399"/>
                  </a:lnTo>
                  <a:lnTo>
                    <a:pt x="5244470" y="129399"/>
                  </a:lnTo>
                  <a:lnTo>
                    <a:pt x="5244564" y="129399"/>
                  </a:lnTo>
                  <a:lnTo>
                    <a:pt x="5244657" y="129399"/>
                  </a:lnTo>
                  <a:lnTo>
                    <a:pt x="5244750" y="129399"/>
                  </a:lnTo>
                  <a:lnTo>
                    <a:pt x="5244843" y="129399"/>
                  </a:lnTo>
                  <a:lnTo>
                    <a:pt x="5244937" y="129399"/>
                  </a:lnTo>
                  <a:lnTo>
                    <a:pt x="5245030" y="129399"/>
                  </a:lnTo>
                  <a:lnTo>
                    <a:pt x="5245123" y="129399"/>
                  </a:lnTo>
                  <a:lnTo>
                    <a:pt x="5245216" y="129399"/>
                  </a:lnTo>
                  <a:lnTo>
                    <a:pt x="5245309" y="129399"/>
                  </a:lnTo>
                  <a:lnTo>
                    <a:pt x="5245403" y="129399"/>
                  </a:lnTo>
                  <a:lnTo>
                    <a:pt x="5245496" y="129399"/>
                  </a:lnTo>
                  <a:lnTo>
                    <a:pt x="5245589" y="129399"/>
                  </a:lnTo>
                  <a:lnTo>
                    <a:pt x="5245682" y="129399"/>
                  </a:lnTo>
                  <a:lnTo>
                    <a:pt x="5245776" y="129399"/>
                  </a:lnTo>
                  <a:lnTo>
                    <a:pt x="5245869" y="129399"/>
                  </a:lnTo>
                  <a:lnTo>
                    <a:pt x="5245962" y="129399"/>
                  </a:lnTo>
                  <a:lnTo>
                    <a:pt x="5246055" y="129399"/>
                  </a:lnTo>
                  <a:lnTo>
                    <a:pt x="5246149" y="129399"/>
                  </a:lnTo>
                  <a:lnTo>
                    <a:pt x="5246242" y="129399"/>
                  </a:lnTo>
                  <a:lnTo>
                    <a:pt x="5246335" y="129399"/>
                  </a:lnTo>
                  <a:lnTo>
                    <a:pt x="5246428" y="129399"/>
                  </a:lnTo>
                  <a:lnTo>
                    <a:pt x="5246522" y="129399"/>
                  </a:lnTo>
                  <a:lnTo>
                    <a:pt x="5246615" y="129399"/>
                  </a:lnTo>
                  <a:lnTo>
                    <a:pt x="5246708" y="129399"/>
                  </a:lnTo>
                  <a:lnTo>
                    <a:pt x="5246801" y="129399"/>
                  </a:lnTo>
                  <a:lnTo>
                    <a:pt x="5246895" y="129399"/>
                  </a:lnTo>
                  <a:lnTo>
                    <a:pt x="5246988" y="129399"/>
                  </a:lnTo>
                  <a:lnTo>
                    <a:pt x="5247081" y="129399"/>
                  </a:lnTo>
                  <a:lnTo>
                    <a:pt x="5247174" y="129399"/>
                  </a:lnTo>
                  <a:lnTo>
                    <a:pt x="5247268" y="129399"/>
                  </a:lnTo>
                  <a:lnTo>
                    <a:pt x="5247361" y="129399"/>
                  </a:lnTo>
                  <a:lnTo>
                    <a:pt x="5247454" y="129399"/>
                  </a:lnTo>
                  <a:lnTo>
                    <a:pt x="5247547" y="129399"/>
                  </a:lnTo>
                  <a:lnTo>
                    <a:pt x="5247641" y="129399"/>
                  </a:lnTo>
                  <a:lnTo>
                    <a:pt x="5247734" y="129399"/>
                  </a:lnTo>
                  <a:lnTo>
                    <a:pt x="5247827" y="129399"/>
                  </a:lnTo>
                  <a:lnTo>
                    <a:pt x="5247920" y="129399"/>
                  </a:lnTo>
                  <a:lnTo>
                    <a:pt x="5248014" y="129399"/>
                  </a:lnTo>
                  <a:lnTo>
                    <a:pt x="5248107" y="129399"/>
                  </a:lnTo>
                  <a:lnTo>
                    <a:pt x="5248200" y="129399"/>
                  </a:lnTo>
                  <a:lnTo>
                    <a:pt x="5248293" y="129399"/>
                  </a:lnTo>
                  <a:lnTo>
                    <a:pt x="5248387" y="129399"/>
                  </a:lnTo>
                  <a:lnTo>
                    <a:pt x="5248480" y="129399"/>
                  </a:lnTo>
                  <a:lnTo>
                    <a:pt x="5248573" y="129399"/>
                  </a:lnTo>
                  <a:lnTo>
                    <a:pt x="5248666" y="129399"/>
                  </a:lnTo>
                  <a:lnTo>
                    <a:pt x="5248760" y="129399"/>
                  </a:lnTo>
                  <a:lnTo>
                    <a:pt x="5248853" y="129399"/>
                  </a:lnTo>
                  <a:lnTo>
                    <a:pt x="5248946" y="129399"/>
                  </a:lnTo>
                  <a:lnTo>
                    <a:pt x="5249039" y="129399"/>
                  </a:lnTo>
                  <a:lnTo>
                    <a:pt x="5249133" y="129399"/>
                  </a:lnTo>
                  <a:lnTo>
                    <a:pt x="5249226" y="129399"/>
                  </a:lnTo>
                  <a:lnTo>
                    <a:pt x="5249319" y="129399"/>
                  </a:lnTo>
                  <a:lnTo>
                    <a:pt x="5249412" y="129399"/>
                  </a:lnTo>
                  <a:lnTo>
                    <a:pt x="5249506" y="129399"/>
                  </a:lnTo>
                  <a:lnTo>
                    <a:pt x="5249599" y="129399"/>
                  </a:lnTo>
                  <a:lnTo>
                    <a:pt x="5249692" y="129399"/>
                  </a:lnTo>
                  <a:lnTo>
                    <a:pt x="5249785" y="129399"/>
                  </a:lnTo>
                  <a:lnTo>
                    <a:pt x="5249879" y="129399"/>
                  </a:lnTo>
                  <a:lnTo>
                    <a:pt x="5249972" y="129399"/>
                  </a:lnTo>
                  <a:lnTo>
                    <a:pt x="5250065" y="129399"/>
                  </a:lnTo>
                  <a:lnTo>
                    <a:pt x="5250158" y="129399"/>
                  </a:lnTo>
                  <a:lnTo>
                    <a:pt x="5250252" y="129399"/>
                  </a:lnTo>
                  <a:lnTo>
                    <a:pt x="5250345" y="129399"/>
                  </a:lnTo>
                  <a:lnTo>
                    <a:pt x="5250438" y="129399"/>
                  </a:lnTo>
                  <a:lnTo>
                    <a:pt x="5250531" y="129399"/>
                  </a:lnTo>
                  <a:lnTo>
                    <a:pt x="5250625" y="129399"/>
                  </a:lnTo>
                  <a:lnTo>
                    <a:pt x="5250718" y="129399"/>
                  </a:lnTo>
                  <a:lnTo>
                    <a:pt x="5250811" y="129399"/>
                  </a:lnTo>
                  <a:lnTo>
                    <a:pt x="5250904" y="129399"/>
                  </a:lnTo>
                  <a:lnTo>
                    <a:pt x="5250998" y="129399"/>
                  </a:lnTo>
                  <a:lnTo>
                    <a:pt x="5251091" y="129399"/>
                  </a:lnTo>
                  <a:lnTo>
                    <a:pt x="5251184" y="129399"/>
                  </a:lnTo>
                  <a:lnTo>
                    <a:pt x="5251277" y="129399"/>
                  </a:lnTo>
                  <a:lnTo>
                    <a:pt x="5251371" y="129399"/>
                  </a:lnTo>
                  <a:lnTo>
                    <a:pt x="5251464" y="129399"/>
                  </a:lnTo>
                  <a:lnTo>
                    <a:pt x="5251557" y="129399"/>
                  </a:lnTo>
                  <a:lnTo>
                    <a:pt x="5251650" y="129399"/>
                  </a:lnTo>
                  <a:lnTo>
                    <a:pt x="5251744" y="129399"/>
                  </a:lnTo>
                  <a:lnTo>
                    <a:pt x="5251837" y="129399"/>
                  </a:lnTo>
                  <a:lnTo>
                    <a:pt x="5251930" y="129399"/>
                  </a:lnTo>
                  <a:lnTo>
                    <a:pt x="5252023" y="129399"/>
                  </a:lnTo>
                  <a:lnTo>
                    <a:pt x="5252116" y="129399"/>
                  </a:lnTo>
                  <a:lnTo>
                    <a:pt x="5252210" y="129399"/>
                  </a:lnTo>
                  <a:lnTo>
                    <a:pt x="5252303" y="129399"/>
                  </a:lnTo>
                  <a:lnTo>
                    <a:pt x="5252396" y="129399"/>
                  </a:lnTo>
                  <a:lnTo>
                    <a:pt x="5252489" y="129399"/>
                  </a:lnTo>
                  <a:lnTo>
                    <a:pt x="5252583" y="129399"/>
                  </a:lnTo>
                  <a:lnTo>
                    <a:pt x="5252676" y="129399"/>
                  </a:lnTo>
                  <a:lnTo>
                    <a:pt x="5252769" y="129399"/>
                  </a:lnTo>
                  <a:lnTo>
                    <a:pt x="5252862" y="129399"/>
                  </a:lnTo>
                  <a:lnTo>
                    <a:pt x="5252956" y="129399"/>
                  </a:lnTo>
                  <a:lnTo>
                    <a:pt x="5253049" y="129399"/>
                  </a:lnTo>
                  <a:lnTo>
                    <a:pt x="5253142" y="129399"/>
                  </a:lnTo>
                  <a:lnTo>
                    <a:pt x="5253235" y="129399"/>
                  </a:lnTo>
                  <a:lnTo>
                    <a:pt x="5253329" y="129399"/>
                  </a:lnTo>
                  <a:lnTo>
                    <a:pt x="5253422" y="129399"/>
                  </a:lnTo>
                  <a:lnTo>
                    <a:pt x="5253515" y="129399"/>
                  </a:lnTo>
                  <a:lnTo>
                    <a:pt x="5253608" y="129399"/>
                  </a:lnTo>
                  <a:lnTo>
                    <a:pt x="5253702" y="129399"/>
                  </a:lnTo>
                  <a:lnTo>
                    <a:pt x="5253795" y="129399"/>
                  </a:lnTo>
                  <a:lnTo>
                    <a:pt x="5253888" y="129399"/>
                  </a:lnTo>
                  <a:lnTo>
                    <a:pt x="5253981" y="129399"/>
                  </a:lnTo>
                  <a:lnTo>
                    <a:pt x="5254075" y="129399"/>
                  </a:lnTo>
                  <a:lnTo>
                    <a:pt x="5254168" y="129399"/>
                  </a:lnTo>
                  <a:lnTo>
                    <a:pt x="5254261" y="129399"/>
                  </a:lnTo>
                  <a:lnTo>
                    <a:pt x="5254354" y="129399"/>
                  </a:lnTo>
                  <a:lnTo>
                    <a:pt x="5254448" y="129399"/>
                  </a:lnTo>
                  <a:lnTo>
                    <a:pt x="5254541" y="129399"/>
                  </a:lnTo>
                  <a:lnTo>
                    <a:pt x="5254634" y="129399"/>
                  </a:lnTo>
                  <a:lnTo>
                    <a:pt x="5254727" y="129399"/>
                  </a:lnTo>
                  <a:lnTo>
                    <a:pt x="5254821" y="129399"/>
                  </a:lnTo>
                  <a:lnTo>
                    <a:pt x="5254914" y="129399"/>
                  </a:lnTo>
                  <a:lnTo>
                    <a:pt x="5255007" y="129399"/>
                  </a:lnTo>
                  <a:lnTo>
                    <a:pt x="5255100" y="129399"/>
                  </a:lnTo>
                  <a:lnTo>
                    <a:pt x="5255194" y="129399"/>
                  </a:lnTo>
                  <a:lnTo>
                    <a:pt x="5255287" y="129399"/>
                  </a:lnTo>
                  <a:lnTo>
                    <a:pt x="5255380" y="129399"/>
                  </a:lnTo>
                  <a:lnTo>
                    <a:pt x="5255473" y="129399"/>
                  </a:lnTo>
                  <a:lnTo>
                    <a:pt x="5255567" y="129399"/>
                  </a:lnTo>
                  <a:lnTo>
                    <a:pt x="5255660" y="129399"/>
                  </a:lnTo>
                  <a:lnTo>
                    <a:pt x="5255753" y="129399"/>
                  </a:lnTo>
                  <a:lnTo>
                    <a:pt x="5255846" y="129399"/>
                  </a:lnTo>
                  <a:lnTo>
                    <a:pt x="5255940" y="129399"/>
                  </a:lnTo>
                  <a:lnTo>
                    <a:pt x="5256033" y="129399"/>
                  </a:lnTo>
                  <a:lnTo>
                    <a:pt x="5256126" y="129399"/>
                  </a:lnTo>
                  <a:lnTo>
                    <a:pt x="5256219" y="129399"/>
                  </a:lnTo>
                  <a:lnTo>
                    <a:pt x="5256313" y="129399"/>
                  </a:lnTo>
                  <a:lnTo>
                    <a:pt x="5256406" y="129399"/>
                  </a:lnTo>
                  <a:lnTo>
                    <a:pt x="5256499" y="129399"/>
                  </a:lnTo>
                  <a:lnTo>
                    <a:pt x="5256592" y="129399"/>
                  </a:lnTo>
                  <a:lnTo>
                    <a:pt x="5256686" y="129399"/>
                  </a:lnTo>
                  <a:lnTo>
                    <a:pt x="5256779" y="129399"/>
                  </a:lnTo>
                  <a:lnTo>
                    <a:pt x="5256872" y="129399"/>
                  </a:lnTo>
                  <a:lnTo>
                    <a:pt x="5256965" y="129399"/>
                  </a:lnTo>
                  <a:lnTo>
                    <a:pt x="5257059" y="129399"/>
                  </a:lnTo>
                  <a:lnTo>
                    <a:pt x="5257152" y="129399"/>
                  </a:lnTo>
                  <a:lnTo>
                    <a:pt x="5257245" y="129399"/>
                  </a:lnTo>
                  <a:lnTo>
                    <a:pt x="5257338" y="129399"/>
                  </a:lnTo>
                  <a:lnTo>
                    <a:pt x="5257432" y="129399"/>
                  </a:lnTo>
                  <a:lnTo>
                    <a:pt x="5257525" y="129399"/>
                  </a:lnTo>
                  <a:lnTo>
                    <a:pt x="5257618" y="129399"/>
                  </a:lnTo>
                  <a:lnTo>
                    <a:pt x="5257711" y="129399"/>
                  </a:lnTo>
                  <a:lnTo>
                    <a:pt x="5257805" y="129399"/>
                  </a:lnTo>
                  <a:lnTo>
                    <a:pt x="5257898" y="129399"/>
                  </a:lnTo>
                  <a:lnTo>
                    <a:pt x="5257991" y="129399"/>
                  </a:lnTo>
                  <a:lnTo>
                    <a:pt x="5258084" y="129399"/>
                  </a:lnTo>
                  <a:lnTo>
                    <a:pt x="5258178" y="129399"/>
                  </a:lnTo>
                  <a:lnTo>
                    <a:pt x="5258271" y="129399"/>
                  </a:lnTo>
                  <a:lnTo>
                    <a:pt x="5258364" y="129399"/>
                  </a:lnTo>
                  <a:lnTo>
                    <a:pt x="5258457" y="129399"/>
                  </a:lnTo>
                  <a:lnTo>
                    <a:pt x="5258551" y="129399"/>
                  </a:lnTo>
                  <a:lnTo>
                    <a:pt x="5258644" y="129399"/>
                  </a:lnTo>
                  <a:lnTo>
                    <a:pt x="5258737" y="129399"/>
                  </a:lnTo>
                  <a:lnTo>
                    <a:pt x="5258830" y="129399"/>
                  </a:lnTo>
                  <a:lnTo>
                    <a:pt x="5258923" y="129399"/>
                  </a:lnTo>
                  <a:lnTo>
                    <a:pt x="5259017" y="129399"/>
                  </a:lnTo>
                  <a:lnTo>
                    <a:pt x="5259110" y="129399"/>
                  </a:lnTo>
                  <a:lnTo>
                    <a:pt x="5259203" y="129399"/>
                  </a:lnTo>
                  <a:lnTo>
                    <a:pt x="5259296" y="129399"/>
                  </a:lnTo>
                  <a:lnTo>
                    <a:pt x="5259390" y="129399"/>
                  </a:lnTo>
                  <a:lnTo>
                    <a:pt x="5259483" y="129399"/>
                  </a:lnTo>
                  <a:lnTo>
                    <a:pt x="5259576" y="129399"/>
                  </a:lnTo>
                  <a:lnTo>
                    <a:pt x="5259669" y="129399"/>
                  </a:lnTo>
                  <a:lnTo>
                    <a:pt x="5259763" y="129399"/>
                  </a:lnTo>
                  <a:lnTo>
                    <a:pt x="5259856" y="129399"/>
                  </a:lnTo>
                  <a:lnTo>
                    <a:pt x="5259949" y="129399"/>
                  </a:lnTo>
                  <a:lnTo>
                    <a:pt x="5260042" y="129399"/>
                  </a:lnTo>
                  <a:lnTo>
                    <a:pt x="5260136" y="129399"/>
                  </a:lnTo>
                  <a:lnTo>
                    <a:pt x="5260229" y="129399"/>
                  </a:lnTo>
                  <a:lnTo>
                    <a:pt x="5260322" y="129399"/>
                  </a:lnTo>
                  <a:lnTo>
                    <a:pt x="5260415" y="129399"/>
                  </a:lnTo>
                  <a:lnTo>
                    <a:pt x="5260509" y="129399"/>
                  </a:lnTo>
                  <a:lnTo>
                    <a:pt x="5260602" y="129399"/>
                  </a:lnTo>
                  <a:lnTo>
                    <a:pt x="5260695" y="129399"/>
                  </a:lnTo>
                  <a:lnTo>
                    <a:pt x="5260788" y="129399"/>
                  </a:lnTo>
                  <a:lnTo>
                    <a:pt x="5260882" y="129399"/>
                  </a:lnTo>
                  <a:lnTo>
                    <a:pt x="5260975" y="129399"/>
                  </a:lnTo>
                  <a:lnTo>
                    <a:pt x="5261068" y="129399"/>
                  </a:lnTo>
                  <a:lnTo>
                    <a:pt x="5261161" y="129399"/>
                  </a:lnTo>
                  <a:lnTo>
                    <a:pt x="5261255" y="129399"/>
                  </a:lnTo>
                  <a:lnTo>
                    <a:pt x="5261348" y="129399"/>
                  </a:lnTo>
                  <a:lnTo>
                    <a:pt x="5261441" y="129399"/>
                  </a:lnTo>
                  <a:lnTo>
                    <a:pt x="5261534" y="129399"/>
                  </a:lnTo>
                  <a:lnTo>
                    <a:pt x="5261628" y="129399"/>
                  </a:lnTo>
                  <a:lnTo>
                    <a:pt x="5261721" y="129399"/>
                  </a:lnTo>
                  <a:lnTo>
                    <a:pt x="5261814" y="129399"/>
                  </a:lnTo>
                  <a:lnTo>
                    <a:pt x="5261907" y="129399"/>
                  </a:lnTo>
                  <a:lnTo>
                    <a:pt x="5262001" y="129399"/>
                  </a:lnTo>
                  <a:lnTo>
                    <a:pt x="5262094" y="129399"/>
                  </a:lnTo>
                  <a:lnTo>
                    <a:pt x="5262187" y="129399"/>
                  </a:lnTo>
                  <a:lnTo>
                    <a:pt x="5262280" y="129399"/>
                  </a:lnTo>
                  <a:lnTo>
                    <a:pt x="5262374" y="129399"/>
                  </a:lnTo>
                  <a:lnTo>
                    <a:pt x="5262467" y="129399"/>
                  </a:lnTo>
                  <a:lnTo>
                    <a:pt x="5262560" y="129399"/>
                  </a:lnTo>
                  <a:lnTo>
                    <a:pt x="5262653" y="129399"/>
                  </a:lnTo>
                  <a:lnTo>
                    <a:pt x="5262747" y="129399"/>
                  </a:lnTo>
                  <a:lnTo>
                    <a:pt x="5262840" y="129399"/>
                  </a:lnTo>
                  <a:lnTo>
                    <a:pt x="5262933" y="129399"/>
                  </a:lnTo>
                  <a:lnTo>
                    <a:pt x="5263026" y="129399"/>
                  </a:lnTo>
                  <a:lnTo>
                    <a:pt x="5263120" y="129399"/>
                  </a:lnTo>
                  <a:lnTo>
                    <a:pt x="5263213" y="129399"/>
                  </a:lnTo>
                  <a:lnTo>
                    <a:pt x="5263306" y="129399"/>
                  </a:lnTo>
                  <a:lnTo>
                    <a:pt x="5263399" y="129399"/>
                  </a:lnTo>
                  <a:lnTo>
                    <a:pt x="5263493" y="129399"/>
                  </a:lnTo>
                  <a:lnTo>
                    <a:pt x="5263586" y="129399"/>
                  </a:lnTo>
                  <a:lnTo>
                    <a:pt x="5263679" y="129399"/>
                  </a:lnTo>
                  <a:lnTo>
                    <a:pt x="5263772" y="129399"/>
                  </a:lnTo>
                  <a:lnTo>
                    <a:pt x="5263866" y="129399"/>
                  </a:lnTo>
                  <a:lnTo>
                    <a:pt x="5263959" y="129399"/>
                  </a:lnTo>
                  <a:lnTo>
                    <a:pt x="5264052" y="129399"/>
                  </a:lnTo>
                  <a:lnTo>
                    <a:pt x="5264145" y="129399"/>
                  </a:lnTo>
                  <a:lnTo>
                    <a:pt x="5264239" y="129399"/>
                  </a:lnTo>
                  <a:lnTo>
                    <a:pt x="5264332" y="129399"/>
                  </a:lnTo>
                  <a:lnTo>
                    <a:pt x="5264425" y="129399"/>
                  </a:lnTo>
                  <a:lnTo>
                    <a:pt x="5264518" y="129399"/>
                  </a:lnTo>
                  <a:lnTo>
                    <a:pt x="5264612" y="129399"/>
                  </a:lnTo>
                  <a:lnTo>
                    <a:pt x="5264705" y="129399"/>
                  </a:lnTo>
                  <a:lnTo>
                    <a:pt x="5264798" y="129399"/>
                  </a:lnTo>
                  <a:lnTo>
                    <a:pt x="5264891" y="129399"/>
                  </a:lnTo>
                  <a:lnTo>
                    <a:pt x="5264985" y="129399"/>
                  </a:lnTo>
                  <a:lnTo>
                    <a:pt x="5265078" y="129399"/>
                  </a:lnTo>
                  <a:lnTo>
                    <a:pt x="5265171" y="129399"/>
                  </a:lnTo>
                  <a:lnTo>
                    <a:pt x="5265264" y="129399"/>
                  </a:lnTo>
                  <a:lnTo>
                    <a:pt x="5265358" y="129399"/>
                  </a:lnTo>
                  <a:lnTo>
                    <a:pt x="5265451" y="129399"/>
                  </a:lnTo>
                  <a:lnTo>
                    <a:pt x="5265544" y="129399"/>
                  </a:lnTo>
                  <a:lnTo>
                    <a:pt x="5265637" y="129399"/>
                  </a:lnTo>
                  <a:lnTo>
                    <a:pt x="5265731" y="129399"/>
                  </a:lnTo>
                  <a:lnTo>
                    <a:pt x="5265824" y="129399"/>
                  </a:lnTo>
                  <a:lnTo>
                    <a:pt x="5265917" y="129399"/>
                  </a:lnTo>
                  <a:lnTo>
                    <a:pt x="5266010" y="129399"/>
                  </a:lnTo>
                  <a:lnTo>
                    <a:pt x="5266103" y="129399"/>
                  </a:lnTo>
                  <a:lnTo>
                    <a:pt x="5266197" y="129399"/>
                  </a:lnTo>
                  <a:lnTo>
                    <a:pt x="5266290" y="129399"/>
                  </a:lnTo>
                  <a:lnTo>
                    <a:pt x="5266383" y="129399"/>
                  </a:lnTo>
                  <a:lnTo>
                    <a:pt x="5266476" y="129399"/>
                  </a:lnTo>
                  <a:lnTo>
                    <a:pt x="5266570" y="129399"/>
                  </a:lnTo>
                  <a:lnTo>
                    <a:pt x="5266663" y="129399"/>
                  </a:lnTo>
                  <a:lnTo>
                    <a:pt x="5266756" y="129399"/>
                  </a:lnTo>
                  <a:lnTo>
                    <a:pt x="5266849" y="129399"/>
                  </a:lnTo>
                  <a:lnTo>
                    <a:pt x="5266943" y="129399"/>
                  </a:lnTo>
                  <a:lnTo>
                    <a:pt x="5267036" y="129399"/>
                  </a:lnTo>
                  <a:lnTo>
                    <a:pt x="5267129" y="129399"/>
                  </a:lnTo>
                  <a:lnTo>
                    <a:pt x="5267222" y="129399"/>
                  </a:lnTo>
                  <a:lnTo>
                    <a:pt x="5267316" y="129399"/>
                  </a:lnTo>
                  <a:lnTo>
                    <a:pt x="5267409" y="129399"/>
                  </a:lnTo>
                  <a:lnTo>
                    <a:pt x="5267502" y="129399"/>
                  </a:lnTo>
                  <a:lnTo>
                    <a:pt x="5267595" y="129399"/>
                  </a:lnTo>
                  <a:lnTo>
                    <a:pt x="5267689" y="129399"/>
                  </a:lnTo>
                  <a:lnTo>
                    <a:pt x="5267782" y="129399"/>
                  </a:lnTo>
                  <a:lnTo>
                    <a:pt x="5267875" y="129399"/>
                  </a:lnTo>
                  <a:lnTo>
                    <a:pt x="5267968" y="129399"/>
                  </a:lnTo>
                  <a:lnTo>
                    <a:pt x="5268062" y="129399"/>
                  </a:lnTo>
                  <a:lnTo>
                    <a:pt x="5268155" y="129399"/>
                  </a:lnTo>
                  <a:lnTo>
                    <a:pt x="5268248" y="129399"/>
                  </a:lnTo>
                  <a:lnTo>
                    <a:pt x="5268341" y="129399"/>
                  </a:lnTo>
                  <a:lnTo>
                    <a:pt x="5268435" y="129399"/>
                  </a:lnTo>
                  <a:lnTo>
                    <a:pt x="5268528" y="129399"/>
                  </a:lnTo>
                  <a:lnTo>
                    <a:pt x="5268621" y="129399"/>
                  </a:lnTo>
                  <a:lnTo>
                    <a:pt x="5268714" y="129399"/>
                  </a:lnTo>
                  <a:lnTo>
                    <a:pt x="5268808" y="129399"/>
                  </a:lnTo>
                  <a:lnTo>
                    <a:pt x="5268901" y="129399"/>
                  </a:lnTo>
                  <a:lnTo>
                    <a:pt x="5268994" y="129399"/>
                  </a:lnTo>
                  <a:lnTo>
                    <a:pt x="5269087" y="129399"/>
                  </a:lnTo>
                  <a:lnTo>
                    <a:pt x="5269181" y="129399"/>
                  </a:lnTo>
                  <a:lnTo>
                    <a:pt x="5269274" y="129399"/>
                  </a:lnTo>
                  <a:lnTo>
                    <a:pt x="5269367" y="129399"/>
                  </a:lnTo>
                  <a:lnTo>
                    <a:pt x="5269460" y="129399"/>
                  </a:lnTo>
                  <a:lnTo>
                    <a:pt x="5269554" y="129399"/>
                  </a:lnTo>
                  <a:lnTo>
                    <a:pt x="5269647" y="129399"/>
                  </a:lnTo>
                  <a:lnTo>
                    <a:pt x="5269740" y="129399"/>
                  </a:lnTo>
                  <a:lnTo>
                    <a:pt x="5269833" y="129399"/>
                  </a:lnTo>
                  <a:lnTo>
                    <a:pt x="5269927" y="129399"/>
                  </a:lnTo>
                  <a:lnTo>
                    <a:pt x="5270020" y="129399"/>
                  </a:lnTo>
                  <a:lnTo>
                    <a:pt x="5270113" y="129399"/>
                  </a:lnTo>
                  <a:lnTo>
                    <a:pt x="5270206" y="129399"/>
                  </a:lnTo>
                  <a:lnTo>
                    <a:pt x="5270300" y="129399"/>
                  </a:lnTo>
                  <a:lnTo>
                    <a:pt x="5270393" y="129399"/>
                  </a:lnTo>
                  <a:lnTo>
                    <a:pt x="5270486" y="129399"/>
                  </a:lnTo>
                  <a:lnTo>
                    <a:pt x="5270579" y="129399"/>
                  </a:lnTo>
                  <a:lnTo>
                    <a:pt x="5270673" y="129399"/>
                  </a:lnTo>
                  <a:lnTo>
                    <a:pt x="5270766" y="129399"/>
                  </a:lnTo>
                  <a:lnTo>
                    <a:pt x="5270859" y="129399"/>
                  </a:lnTo>
                  <a:lnTo>
                    <a:pt x="5270952" y="129399"/>
                  </a:lnTo>
                  <a:lnTo>
                    <a:pt x="5271046" y="129399"/>
                  </a:lnTo>
                  <a:lnTo>
                    <a:pt x="5271139" y="129399"/>
                  </a:lnTo>
                  <a:lnTo>
                    <a:pt x="5271232" y="129399"/>
                  </a:lnTo>
                  <a:lnTo>
                    <a:pt x="5271325" y="129399"/>
                  </a:lnTo>
                  <a:lnTo>
                    <a:pt x="5271419" y="129399"/>
                  </a:lnTo>
                  <a:lnTo>
                    <a:pt x="5271512" y="129399"/>
                  </a:lnTo>
                  <a:lnTo>
                    <a:pt x="5271605" y="129399"/>
                  </a:lnTo>
                  <a:lnTo>
                    <a:pt x="5271698" y="129399"/>
                  </a:lnTo>
                  <a:lnTo>
                    <a:pt x="5271792" y="129399"/>
                  </a:lnTo>
                  <a:lnTo>
                    <a:pt x="5271885" y="129399"/>
                  </a:lnTo>
                  <a:lnTo>
                    <a:pt x="5271978" y="129399"/>
                  </a:lnTo>
                  <a:lnTo>
                    <a:pt x="5272071" y="129399"/>
                  </a:lnTo>
                  <a:lnTo>
                    <a:pt x="5272165" y="129399"/>
                  </a:lnTo>
                  <a:lnTo>
                    <a:pt x="5272258" y="129399"/>
                  </a:lnTo>
                  <a:lnTo>
                    <a:pt x="5272351" y="129399"/>
                  </a:lnTo>
                  <a:lnTo>
                    <a:pt x="5272444" y="129399"/>
                  </a:lnTo>
                  <a:lnTo>
                    <a:pt x="5272538" y="129399"/>
                  </a:lnTo>
                  <a:lnTo>
                    <a:pt x="5272631" y="129399"/>
                  </a:lnTo>
                  <a:lnTo>
                    <a:pt x="5272724" y="129399"/>
                  </a:lnTo>
                  <a:lnTo>
                    <a:pt x="5272817" y="129399"/>
                  </a:lnTo>
                  <a:lnTo>
                    <a:pt x="5272910" y="129399"/>
                  </a:lnTo>
                  <a:lnTo>
                    <a:pt x="5273004" y="129399"/>
                  </a:lnTo>
                  <a:lnTo>
                    <a:pt x="5273097" y="129399"/>
                  </a:lnTo>
                  <a:lnTo>
                    <a:pt x="5273190" y="129399"/>
                  </a:lnTo>
                  <a:lnTo>
                    <a:pt x="5273283" y="129399"/>
                  </a:lnTo>
                  <a:lnTo>
                    <a:pt x="5273377" y="129399"/>
                  </a:lnTo>
                  <a:lnTo>
                    <a:pt x="5273470" y="129399"/>
                  </a:lnTo>
                  <a:lnTo>
                    <a:pt x="5273563" y="129399"/>
                  </a:lnTo>
                  <a:lnTo>
                    <a:pt x="5273656" y="129399"/>
                  </a:lnTo>
                  <a:lnTo>
                    <a:pt x="5273750" y="129399"/>
                  </a:lnTo>
                  <a:lnTo>
                    <a:pt x="5273843" y="129399"/>
                  </a:lnTo>
                  <a:lnTo>
                    <a:pt x="5273936" y="129399"/>
                  </a:lnTo>
                  <a:lnTo>
                    <a:pt x="5274029" y="129399"/>
                  </a:lnTo>
                  <a:lnTo>
                    <a:pt x="5274123" y="129399"/>
                  </a:lnTo>
                  <a:lnTo>
                    <a:pt x="5274216" y="129399"/>
                  </a:lnTo>
                  <a:lnTo>
                    <a:pt x="5274309" y="129399"/>
                  </a:lnTo>
                  <a:lnTo>
                    <a:pt x="5274402" y="129399"/>
                  </a:lnTo>
                  <a:lnTo>
                    <a:pt x="5274496" y="129399"/>
                  </a:lnTo>
                  <a:lnTo>
                    <a:pt x="5274589" y="129399"/>
                  </a:lnTo>
                  <a:lnTo>
                    <a:pt x="5274682" y="129399"/>
                  </a:lnTo>
                  <a:lnTo>
                    <a:pt x="5274775" y="129399"/>
                  </a:lnTo>
                  <a:lnTo>
                    <a:pt x="5274869" y="129399"/>
                  </a:lnTo>
                  <a:lnTo>
                    <a:pt x="5274962" y="129399"/>
                  </a:lnTo>
                  <a:lnTo>
                    <a:pt x="5275055" y="129399"/>
                  </a:lnTo>
                  <a:lnTo>
                    <a:pt x="5275148" y="129399"/>
                  </a:lnTo>
                  <a:lnTo>
                    <a:pt x="5275242" y="129399"/>
                  </a:lnTo>
                  <a:lnTo>
                    <a:pt x="5275335" y="129399"/>
                  </a:lnTo>
                  <a:lnTo>
                    <a:pt x="5275428" y="129399"/>
                  </a:lnTo>
                  <a:lnTo>
                    <a:pt x="5275521" y="129399"/>
                  </a:lnTo>
                  <a:lnTo>
                    <a:pt x="5275615" y="129399"/>
                  </a:lnTo>
                  <a:lnTo>
                    <a:pt x="5275708" y="129399"/>
                  </a:lnTo>
                  <a:lnTo>
                    <a:pt x="5275801" y="129399"/>
                  </a:lnTo>
                  <a:lnTo>
                    <a:pt x="5275894" y="129399"/>
                  </a:lnTo>
                  <a:lnTo>
                    <a:pt x="5275988" y="129399"/>
                  </a:lnTo>
                  <a:lnTo>
                    <a:pt x="5276081" y="129399"/>
                  </a:lnTo>
                  <a:lnTo>
                    <a:pt x="5276174" y="129399"/>
                  </a:lnTo>
                  <a:lnTo>
                    <a:pt x="5276267" y="129399"/>
                  </a:lnTo>
                  <a:lnTo>
                    <a:pt x="5276361" y="129399"/>
                  </a:lnTo>
                  <a:lnTo>
                    <a:pt x="5276454" y="129399"/>
                  </a:lnTo>
                  <a:lnTo>
                    <a:pt x="5276547" y="129399"/>
                  </a:lnTo>
                  <a:lnTo>
                    <a:pt x="5276640" y="129399"/>
                  </a:lnTo>
                  <a:lnTo>
                    <a:pt x="5276734" y="129399"/>
                  </a:lnTo>
                  <a:lnTo>
                    <a:pt x="5276827" y="129399"/>
                  </a:lnTo>
                  <a:lnTo>
                    <a:pt x="5276920" y="129399"/>
                  </a:lnTo>
                  <a:lnTo>
                    <a:pt x="5277013" y="129399"/>
                  </a:lnTo>
                  <a:lnTo>
                    <a:pt x="5277107" y="129399"/>
                  </a:lnTo>
                  <a:lnTo>
                    <a:pt x="5277200" y="129399"/>
                  </a:lnTo>
                  <a:lnTo>
                    <a:pt x="5277293" y="129399"/>
                  </a:lnTo>
                  <a:lnTo>
                    <a:pt x="5277386" y="129399"/>
                  </a:lnTo>
                  <a:lnTo>
                    <a:pt x="5277480" y="129399"/>
                  </a:lnTo>
                  <a:lnTo>
                    <a:pt x="5277573" y="129399"/>
                  </a:lnTo>
                  <a:lnTo>
                    <a:pt x="5277666" y="129399"/>
                  </a:lnTo>
                  <a:lnTo>
                    <a:pt x="5277759" y="129399"/>
                  </a:lnTo>
                  <a:lnTo>
                    <a:pt x="5277853" y="129399"/>
                  </a:lnTo>
                  <a:lnTo>
                    <a:pt x="5277946" y="129399"/>
                  </a:lnTo>
                  <a:lnTo>
                    <a:pt x="5278039" y="129399"/>
                  </a:lnTo>
                  <a:lnTo>
                    <a:pt x="5278132" y="129399"/>
                  </a:lnTo>
                  <a:lnTo>
                    <a:pt x="5278226" y="129399"/>
                  </a:lnTo>
                  <a:lnTo>
                    <a:pt x="5278319" y="129399"/>
                  </a:lnTo>
                  <a:lnTo>
                    <a:pt x="5278412" y="129399"/>
                  </a:lnTo>
                  <a:lnTo>
                    <a:pt x="5278505" y="129399"/>
                  </a:lnTo>
                  <a:lnTo>
                    <a:pt x="5278599" y="129399"/>
                  </a:lnTo>
                  <a:lnTo>
                    <a:pt x="5278692" y="129399"/>
                  </a:lnTo>
                  <a:lnTo>
                    <a:pt x="5278785" y="129399"/>
                  </a:lnTo>
                  <a:lnTo>
                    <a:pt x="5278878" y="129399"/>
                  </a:lnTo>
                  <a:lnTo>
                    <a:pt x="5278972" y="129399"/>
                  </a:lnTo>
                  <a:lnTo>
                    <a:pt x="5279065" y="129399"/>
                  </a:lnTo>
                  <a:lnTo>
                    <a:pt x="5279158" y="129399"/>
                  </a:lnTo>
                  <a:lnTo>
                    <a:pt x="5279251" y="129399"/>
                  </a:lnTo>
                  <a:lnTo>
                    <a:pt x="5279345" y="129399"/>
                  </a:lnTo>
                  <a:lnTo>
                    <a:pt x="5279438" y="129399"/>
                  </a:lnTo>
                  <a:lnTo>
                    <a:pt x="5279531" y="129399"/>
                  </a:lnTo>
                  <a:lnTo>
                    <a:pt x="5279624" y="129399"/>
                  </a:lnTo>
                  <a:lnTo>
                    <a:pt x="5279717" y="129399"/>
                  </a:lnTo>
                  <a:lnTo>
                    <a:pt x="5279811" y="129399"/>
                  </a:lnTo>
                  <a:lnTo>
                    <a:pt x="5279904" y="129399"/>
                  </a:lnTo>
                  <a:lnTo>
                    <a:pt x="5279997" y="129399"/>
                  </a:lnTo>
                  <a:lnTo>
                    <a:pt x="5280090" y="129399"/>
                  </a:lnTo>
                  <a:lnTo>
                    <a:pt x="5280184" y="129399"/>
                  </a:lnTo>
                  <a:lnTo>
                    <a:pt x="5280277" y="129399"/>
                  </a:lnTo>
                  <a:lnTo>
                    <a:pt x="5280370" y="129399"/>
                  </a:lnTo>
                  <a:lnTo>
                    <a:pt x="5280463" y="129399"/>
                  </a:lnTo>
                  <a:lnTo>
                    <a:pt x="5280557" y="129399"/>
                  </a:lnTo>
                  <a:lnTo>
                    <a:pt x="5280650" y="129399"/>
                  </a:lnTo>
                  <a:lnTo>
                    <a:pt x="5280743" y="129399"/>
                  </a:lnTo>
                  <a:lnTo>
                    <a:pt x="5280836" y="129399"/>
                  </a:lnTo>
                  <a:lnTo>
                    <a:pt x="5280930" y="129399"/>
                  </a:lnTo>
                  <a:lnTo>
                    <a:pt x="5281023" y="129399"/>
                  </a:lnTo>
                  <a:lnTo>
                    <a:pt x="5281116" y="129399"/>
                  </a:lnTo>
                  <a:lnTo>
                    <a:pt x="5281209" y="129399"/>
                  </a:lnTo>
                  <a:lnTo>
                    <a:pt x="5281303" y="129399"/>
                  </a:lnTo>
                  <a:lnTo>
                    <a:pt x="5281396" y="129399"/>
                  </a:lnTo>
                  <a:lnTo>
                    <a:pt x="5281489" y="129399"/>
                  </a:lnTo>
                  <a:lnTo>
                    <a:pt x="5281582" y="129399"/>
                  </a:lnTo>
                  <a:lnTo>
                    <a:pt x="5281676" y="129399"/>
                  </a:lnTo>
                  <a:lnTo>
                    <a:pt x="5281769" y="129399"/>
                  </a:lnTo>
                  <a:lnTo>
                    <a:pt x="5281862" y="129399"/>
                  </a:lnTo>
                  <a:lnTo>
                    <a:pt x="5281955" y="129399"/>
                  </a:lnTo>
                  <a:lnTo>
                    <a:pt x="5282049" y="129399"/>
                  </a:lnTo>
                  <a:lnTo>
                    <a:pt x="5282142" y="129399"/>
                  </a:lnTo>
                  <a:lnTo>
                    <a:pt x="5282235" y="129399"/>
                  </a:lnTo>
                  <a:lnTo>
                    <a:pt x="5282328" y="129399"/>
                  </a:lnTo>
                  <a:lnTo>
                    <a:pt x="5282422" y="129399"/>
                  </a:lnTo>
                  <a:lnTo>
                    <a:pt x="5282515" y="129399"/>
                  </a:lnTo>
                  <a:lnTo>
                    <a:pt x="5282608" y="129399"/>
                  </a:lnTo>
                  <a:lnTo>
                    <a:pt x="5282701" y="129399"/>
                  </a:lnTo>
                  <a:lnTo>
                    <a:pt x="5282795" y="129399"/>
                  </a:lnTo>
                  <a:lnTo>
                    <a:pt x="5282888" y="129399"/>
                  </a:lnTo>
                  <a:lnTo>
                    <a:pt x="5282981" y="129399"/>
                  </a:lnTo>
                  <a:lnTo>
                    <a:pt x="5283074" y="129399"/>
                  </a:lnTo>
                  <a:lnTo>
                    <a:pt x="5283168" y="129399"/>
                  </a:lnTo>
                  <a:lnTo>
                    <a:pt x="5283261" y="129399"/>
                  </a:lnTo>
                  <a:lnTo>
                    <a:pt x="5283354" y="129399"/>
                  </a:lnTo>
                  <a:lnTo>
                    <a:pt x="5283447" y="129399"/>
                  </a:lnTo>
                  <a:lnTo>
                    <a:pt x="5283541" y="129399"/>
                  </a:lnTo>
                  <a:lnTo>
                    <a:pt x="5283634" y="129399"/>
                  </a:lnTo>
                  <a:lnTo>
                    <a:pt x="5283727" y="129399"/>
                  </a:lnTo>
                  <a:lnTo>
                    <a:pt x="5283820" y="129399"/>
                  </a:lnTo>
                  <a:lnTo>
                    <a:pt x="5283914" y="129399"/>
                  </a:lnTo>
                  <a:lnTo>
                    <a:pt x="5284007" y="129399"/>
                  </a:lnTo>
                  <a:lnTo>
                    <a:pt x="5284100" y="129399"/>
                  </a:lnTo>
                  <a:lnTo>
                    <a:pt x="5284193" y="129399"/>
                  </a:lnTo>
                  <a:lnTo>
                    <a:pt x="5284287" y="129399"/>
                  </a:lnTo>
                  <a:lnTo>
                    <a:pt x="5284380" y="129399"/>
                  </a:lnTo>
                  <a:lnTo>
                    <a:pt x="5284473" y="129399"/>
                  </a:lnTo>
                  <a:lnTo>
                    <a:pt x="5284566" y="129399"/>
                  </a:lnTo>
                  <a:lnTo>
                    <a:pt x="5284660" y="129399"/>
                  </a:lnTo>
                  <a:lnTo>
                    <a:pt x="5284753" y="129399"/>
                  </a:lnTo>
                  <a:lnTo>
                    <a:pt x="5284846" y="129399"/>
                  </a:lnTo>
                  <a:lnTo>
                    <a:pt x="5284939" y="129399"/>
                  </a:lnTo>
                  <a:lnTo>
                    <a:pt x="5285033" y="129399"/>
                  </a:lnTo>
                  <a:lnTo>
                    <a:pt x="5285126" y="129399"/>
                  </a:lnTo>
                  <a:lnTo>
                    <a:pt x="5285219" y="129399"/>
                  </a:lnTo>
                  <a:lnTo>
                    <a:pt x="5285312" y="129399"/>
                  </a:lnTo>
                  <a:lnTo>
                    <a:pt x="5285406" y="129399"/>
                  </a:lnTo>
                  <a:lnTo>
                    <a:pt x="5285499" y="129399"/>
                  </a:lnTo>
                  <a:lnTo>
                    <a:pt x="5285592" y="129399"/>
                  </a:lnTo>
                  <a:lnTo>
                    <a:pt x="5285685" y="129399"/>
                  </a:lnTo>
                  <a:lnTo>
                    <a:pt x="5285779" y="129399"/>
                  </a:lnTo>
                  <a:lnTo>
                    <a:pt x="5285872" y="129399"/>
                  </a:lnTo>
                  <a:lnTo>
                    <a:pt x="5285965" y="129399"/>
                  </a:lnTo>
                  <a:lnTo>
                    <a:pt x="5286058" y="129399"/>
                  </a:lnTo>
                  <a:lnTo>
                    <a:pt x="5286152" y="129399"/>
                  </a:lnTo>
                  <a:lnTo>
                    <a:pt x="5286245" y="129399"/>
                  </a:lnTo>
                  <a:lnTo>
                    <a:pt x="5286338" y="129399"/>
                  </a:lnTo>
                  <a:lnTo>
                    <a:pt x="5286431" y="129399"/>
                  </a:lnTo>
                  <a:lnTo>
                    <a:pt x="5286525" y="129399"/>
                  </a:lnTo>
                  <a:lnTo>
                    <a:pt x="5286618" y="129399"/>
                  </a:lnTo>
                  <a:lnTo>
                    <a:pt x="5286711" y="129399"/>
                  </a:lnTo>
                  <a:lnTo>
                    <a:pt x="5286804" y="129399"/>
                  </a:lnTo>
                  <a:lnTo>
                    <a:pt x="5286897" y="129399"/>
                  </a:lnTo>
                  <a:lnTo>
                    <a:pt x="5286991" y="129399"/>
                  </a:lnTo>
                  <a:lnTo>
                    <a:pt x="5287084" y="129399"/>
                  </a:lnTo>
                  <a:lnTo>
                    <a:pt x="5287177" y="129399"/>
                  </a:lnTo>
                  <a:lnTo>
                    <a:pt x="5287270" y="129399"/>
                  </a:lnTo>
                  <a:lnTo>
                    <a:pt x="5287364" y="129399"/>
                  </a:lnTo>
                  <a:lnTo>
                    <a:pt x="5287457" y="129399"/>
                  </a:lnTo>
                  <a:lnTo>
                    <a:pt x="5287550" y="129399"/>
                  </a:lnTo>
                  <a:lnTo>
                    <a:pt x="5287643" y="129399"/>
                  </a:lnTo>
                  <a:lnTo>
                    <a:pt x="5287737" y="129399"/>
                  </a:lnTo>
                  <a:lnTo>
                    <a:pt x="5287830" y="129399"/>
                  </a:lnTo>
                  <a:lnTo>
                    <a:pt x="5287923" y="129399"/>
                  </a:lnTo>
                  <a:lnTo>
                    <a:pt x="5288016" y="129399"/>
                  </a:lnTo>
                  <a:lnTo>
                    <a:pt x="5288110" y="129399"/>
                  </a:lnTo>
                  <a:lnTo>
                    <a:pt x="5288203" y="129399"/>
                  </a:lnTo>
                  <a:lnTo>
                    <a:pt x="5288296" y="129399"/>
                  </a:lnTo>
                  <a:lnTo>
                    <a:pt x="5288389" y="129399"/>
                  </a:lnTo>
                  <a:lnTo>
                    <a:pt x="5288483" y="129399"/>
                  </a:lnTo>
                  <a:lnTo>
                    <a:pt x="5288576" y="129399"/>
                  </a:lnTo>
                  <a:lnTo>
                    <a:pt x="5288669" y="129399"/>
                  </a:lnTo>
                  <a:lnTo>
                    <a:pt x="5288762" y="129399"/>
                  </a:lnTo>
                  <a:lnTo>
                    <a:pt x="5288856" y="129399"/>
                  </a:lnTo>
                  <a:lnTo>
                    <a:pt x="5288949" y="129399"/>
                  </a:lnTo>
                  <a:lnTo>
                    <a:pt x="5289042" y="129399"/>
                  </a:lnTo>
                  <a:lnTo>
                    <a:pt x="5289135" y="129399"/>
                  </a:lnTo>
                  <a:lnTo>
                    <a:pt x="5289229" y="129399"/>
                  </a:lnTo>
                  <a:lnTo>
                    <a:pt x="5289322" y="129399"/>
                  </a:lnTo>
                  <a:lnTo>
                    <a:pt x="5289415" y="129399"/>
                  </a:lnTo>
                  <a:lnTo>
                    <a:pt x="5289508" y="129399"/>
                  </a:lnTo>
                  <a:lnTo>
                    <a:pt x="5289602" y="129399"/>
                  </a:lnTo>
                  <a:lnTo>
                    <a:pt x="5289695" y="129399"/>
                  </a:lnTo>
                  <a:lnTo>
                    <a:pt x="5289788" y="129399"/>
                  </a:lnTo>
                  <a:lnTo>
                    <a:pt x="5289881" y="129399"/>
                  </a:lnTo>
                  <a:lnTo>
                    <a:pt x="5289975" y="129399"/>
                  </a:lnTo>
                  <a:lnTo>
                    <a:pt x="5290068" y="129399"/>
                  </a:lnTo>
                  <a:lnTo>
                    <a:pt x="5290161" y="129399"/>
                  </a:lnTo>
                  <a:lnTo>
                    <a:pt x="5290254" y="129399"/>
                  </a:lnTo>
                  <a:lnTo>
                    <a:pt x="5290348" y="129399"/>
                  </a:lnTo>
                  <a:lnTo>
                    <a:pt x="5290441" y="129399"/>
                  </a:lnTo>
                  <a:lnTo>
                    <a:pt x="5290534" y="129399"/>
                  </a:lnTo>
                  <a:lnTo>
                    <a:pt x="5290627" y="129399"/>
                  </a:lnTo>
                  <a:lnTo>
                    <a:pt x="5290721" y="129399"/>
                  </a:lnTo>
                  <a:lnTo>
                    <a:pt x="5290814" y="129399"/>
                  </a:lnTo>
                  <a:lnTo>
                    <a:pt x="5290907" y="129399"/>
                  </a:lnTo>
                  <a:lnTo>
                    <a:pt x="5291000" y="129399"/>
                  </a:lnTo>
                  <a:lnTo>
                    <a:pt x="5291094" y="129399"/>
                  </a:lnTo>
                  <a:lnTo>
                    <a:pt x="5291187" y="129399"/>
                  </a:lnTo>
                  <a:lnTo>
                    <a:pt x="5291280" y="129399"/>
                  </a:lnTo>
                  <a:lnTo>
                    <a:pt x="5291373" y="129399"/>
                  </a:lnTo>
                  <a:lnTo>
                    <a:pt x="5291467" y="129399"/>
                  </a:lnTo>
                  <a:lnTo>
                    <a:pt x="5291560" y="129399"/>
                  </a:lnTo>
                  <a:lnTo>
                    <a:pt x="5291653" y="129399"/>
                  </a:lnTo>
                  <a:lnTo>
                    <a:pt x="5291746" y="129399"/>
                  </a:lnTo>
                  <a:lnTo>
                    <a:pt x="5291840" y="129399"/>
                  </a:lnTo>
                  <a:lnTo>
                    <a:pt x="5291933" y="129399"/>
                  </a:lnTo>
                  <a:lnTo>
                    <a:pt x="5292026" y="129399"/>
                  </a:lnTo>
                  <a:lnTo>
                    <a:pt x="5292119" y="129399"/>
                  </a:lnTo>
                  <a:lnTo>
                    <a:pt x="5292213" y="129399"/>
                  </a:lnTo>
                  <a:lnTo>
                    <a:pt x="5292306" y="129399"/>
                  </a:lnTo>
                  <a:lnTo>
                    <a:pt x="5292399" y="129399"/>
                  </a:lnTo>
                  <a:lnTo>
                    <a:pt x="5292492" y="129399"/>
                  </a:lnTo>
                  <a:lnTo>
                    <a:pt x="5292586" y="129399"/>
                  </a:lnTo>
                  <a:lnTo>
                    <a:pt x="5292679" y="129399"/>
                  </a:lnTo>
                  <a:lnTo>
                    <a:pt x="5292772" y="129399"/>
                  </a:lnTo>
                  <a:lnTo>
                    <a:pt x="5292865" y="129399"/>
                  </a:lnTo>
                  <a:lnTo>
                    <a:pt x="5292959" y="129399"/>
                  </a:lnTo>
                  <a:lnTo>
                    <a:pt x="5293052" y="129399"/>
                  </a:lnTo>
                  <a:lnTo>
                    <a:pt x="5293145" y="129399"/>
                  </a:lnTo>
                  <a:lnTo>
                    <a:pt x="5293238" y="129399"/>
                  </a:lnTo>
                  <a:lnTo>
                    <a:pt x="5293332" y="129399"/>
                  </a:lnTo>
                  <a:lnTo>
                    <a:pt x="5293425" y="129399"/>
                  </a:lnTo>
                  <a:lnTo>
                    <a:pt x="5293518" y="129399"/>
                  </a:lnTo>
                  <a:lnTo>
                    <a:pt x="5293611" y="129399"/>
                  </a:lnTo>
                  <a:lnTo>
                    <a:pt x="5293704" y="129399"/>
                  </a:lnTo>
                  <a:lnTo>
                    <a:pt x="5293798" y="129399"/>
                  </a:lnTo>
                  <a:lnTo>
                    <a:pt x="5293891" y="129399"/>
                  </a:lnTo>
                  <a:lnTo>
                    <a:pt x="5293984" y="129399"/>
                  </a:lnTo>
                  <a:lnTo>
                    <a:pt x="5294077" y="129399"/>
                  </a:lnTo>
                  <a:lnTo>
                    <a:pt x="5294171" y="129399"/>
                  </a:lnTo>
                  <a:lnTo>
                    <a:pt x="5294264" y="129399"/>
                  </a:lnTo>
                  <a:lnTo>
                    <a:pt x="5294357" y="129399"/>
                  </a:lnTo>
                  <a:lnTo>
                    <a:pt x="5294450" y="129399"/>
                  </a:lnTo>
                  <a:lnTo>
                    <a:pt x="5294544" y="129399"/>
                  </a:lnTo>
                  <a:lnTo>
                    <a:pt x="5294637" y="129399"/>
                  </a:lnTo>
                  <a:lnTo>
                    <a:pt x="5294730" y="129399"/>
                  </a:lnTo>
                  <a:lnTo>
                    <a:pt x="5294823" y="129399"/>
                  </a:lnTo>
                  <a:lnTo>
                    <a:pt x="5294917" y="129399"/>
                  </a:lnTo>
                  <a:lnTo>
                    <a:pt x="5295010" y="129399"/>
                  </a:lnTo>
                  <a:lnTo>
                    <a:pt x="5295103" y="129399"/>
                  </a:lnTo>
                  <a:lnTo>
                    <a:pt x="5295196" y="129399"/>
                  </a:lnTo>
                  <a:lnTo>
                    <a:pt x="5295290" y="129399"/>
                  </a:lnTo>
                  <a:lnTo>
                    <a:pt x="5295383" y="129399"/>
                  </a:lnTo>
                  <a:lnTo>
                    <a:pt x="5295476" y="129399"/>
                  </a:lnTo>
                  <a:lnTo>
                    <a:pt x="5295569" y="129399"/>
                  </a:lnTo>
                  <a:lnTo>
                    <a:pt x="5295663" y="129399"/>
                  </a:lnTo>
                  <a:lnTo>
                    <a:pt x="5295756" y="129399"/>
                  </a:lnTo>
                  <a:lnTo>
                    <a:pt x="5295849" y="129399"/>
                  </a:lnTo>
                  <a:lnTo>
                    <a:pt x="5295942" y="129399"/>
                  </a:lnTo>
                  <a:lnTo>
                    <a:pt x="5296036" y="129399"/>
                  </a:lnTo>
                  <a:lnTo>
                    <a:pt x="5296129" y="129399"/>
                  </a:lnTo>
                  <a:lnTo>
                    <a:pt x="5296222" y="129399"/>
                  </a:lnTo>
                  <a:lnTo>
                    <a:pt x="5296315" y="129399"/>
                  </a:lnTo>
                  <a:lnTo>
                    <a:pt x="5296409" y="129399"/>
                  </a:lnTo>
                  <a:lnTo>
                    <a:pt x="5296502" y="129399"/>
                  </a:lnTo>
                  <a:lnTo>
                    <a:pt x="5296595" y="129399"/>
                  </a:lnTo>
                  <a:lnTo>
                    <a:pt x="5296688" y="129399"/>
                  </a:lnTo>
                  <a:lnTo>
                    <a:pt x="5296782" y="129399"/>
                  </a:lnTo>
                  <a:lnTo>
                    <a:pt x="5296875" y="129399"/>
                  </a:lnTo>
                  <a:lnTo>
                    <a:pt x="5296968" y="129399"/>
                  </a:lnTo>
                  <a:lnTo>
                    <a:pt x="5297061" y="129399"/>
                  </a:lnTo>
                  <a:lnTo>
                    <a:pt x="5297155" y="129399"/>
                  </a:lnTo>
                  <a:lnTo>
                    <a:pt x="5297248" y="129399"/>
                  </a:lnTo>
                  <a:lnTo>
                    <a:pt x="5297341" y="129399"/>
                  </a:lnTo>
                  <a:lnTo>
                    <a:pt x="5297434" y="129399"/>
                  </a:lnTo>
                  <a:lnTo>
                    <a:pt x="5297528" y="129399"/>
                  </a:lnTo>
                  <a:lnTo>
                    <a:pt x="5297621" y="129399"/>
                  </a:lnTo>
                  <a:lnTo>
                    <a:pt x="5297714" y="129399"/>
                  </a:lnTo>
                  <a:lnTo>
                    <a:pt x="5297807" y="129399"/>
                  </a:lnTo>
                  <a:lnTo>
                    <a:pt x="5297901" y="129399"/>
                  </a:lnTo>
                  <a:lnTo>
                    <a:pt x="5297994" y="129399"/>
                  </a:lnTo>
                  <a:lnTo>
                    <a:pt x="5298087" y="129399"/>
                  </a:lnTo>
                  <a:lnTo>
                    <a:pt x="5298180" y="129399"/>
                  </a:lnTo>
                  <a:lnTo>
                    <a:pt x="5298274" y="129399"/>
                  </a:lnTo>
                  <a:lnTo>
                    <a:pt x="5298367" y="129399"/>
                  </a:lnTo>
                  <a:lnTo>
                    <a:pt x="5298460" y="129399"/>
                  </a:lnTo>
                  <a:lnTo>
                    <a:pt x="5298553" y="129399"/>
                  </a:lnTo>
                  <a:lnTo>
                    <a:pt x="5298647" y="129399"/>
                  </a:lnTo>
                  <a:lnTo>
                    <a:pt x="5298740" y="129399"/>
                  </a:lnTo>
                  <a:lnTo>
                    <a:pt x="5298833" y="129399"/>
                  </a:lnTo>
                  <a:lnTo>
                    <a:pt x="5298926" y="129399"/>
                  </a:lnTo>
                  <a:lnTo>
                    <a:pt x="5299020" y="129399"/>
                  </a:lnTo>
                  <a:lnTo>
                    <a:pt x="5299113" y="129399"/>
                  </a:lnTo>
                  <a:lnTo>
                    <a:pt x="5299206" y="129399"/>
                  </a:lnTo>
                  <a:lnTo>
                    <a:pt x="5299299" y="129399"/>
                  </a:lnTo>
                  <a:lnTo>
                    <a:pt x="5299393" y="129399"/>
                  </a:lnTo>
                  <a:lnTo>
                    <a:pt x="5299486" y="129399"/>
                  </a:lnTo>
                  <a:lnTo>
                    <a:pt x="5299579" y="129399"/>
                  </a:lnTo>
                  <a:lnTo>
                    <a:pt x="5299672" y="129399"/>
                  </a:lnTo>
                  <a:lnTo>
                    <a:pt x="5299766" y="129399"/>
                  </a:lnTo>
                  <a:lnTo>
                    <a:pt x="5299859" y="129399"/>
                  </a:lnTo>
                  <a:lnTo>
                    <a:pt x="5299952" y="129399"/>
                  </a:lnTo>
                  <a:lnTo>
                    <a:pt x="5300045" y="129399"/>
                  </a:lnTo>
                  <a:lnTo>
                    <a:pt x="5300139" y="129399"/>
                  </a:lnTo>
                  <a:lnTo>
                    <a:pt x="5300232" y="129399"/>
                  </a:lnTo>
                  <a:lnTo>
                    <a:pt x="5300325" y="129399"/>
                  </a:lnTo>
                  <a:lnTo>
                    <a:pt x="5300418" y="129399"/>
                  </a:lnTo>
                  <a:lnTo>
                    <a:pt x="5300511" y="129399"/>
                  </a:lnTo>
                  <a:lnTo>
                    <a:pt x="5300605" y="129399"/>
                  </a:lnTo>
                  <a:lnTo>
                    <a:pt x="5300698" y="129399"/>
                  </a:lnTo>
                  <a:lnTo>
                    <a:pt x="5300791" y="129399"/>
                  </a:lnTo>
                  <a:lnTo>
                    <a:pt x="5300884" y="129399"/>
                  </a:lnTo>
                  <a:lnTo>
                    <a:pt x="5300978" y="129399"/>
                  </a:lnTo>
                  <a:lnTo>
                    <a:pt x="5301071" y="129399"/>
                  </a:lnTo>
                  <a:lnTo>
                    <a:pt x="5301164" y="129399"/>
                  </a:lnTo>
                  <a:lnTo>
                    <a:pt x="5301257" y="129399"/>
                  </a:lnTo>
                  <a:lnTo>
                    <a:pt x="5301351" y="129399"/>
                  </a:lnTo>
                  <a:lnTo>
                    <a:pt x="5301444" y="129399"/>
                  </a:lnTo>
                  <a:lnTo>
                    <a:pt x="5301537" y="129399"/>
                  </a:lnTo>
                  <a:lnTo>
                    <a:pt x="5301630" y="129399"/>
                  </a:lnTo>
                  <a:lnTo>
                    <a:pt x="5301724" y="129399"/>
                  </a:lnTo>
                  <a:lnTo>
                    <a:pt x="5301817" y="129399"/>
                  </a:lnTo>
                  <a:lnTo>
                    <a:pt x="5301910" y="129399"/>
                  </a:lnTo>
                  <a:lnTo>
                    <a:pt x="5302003" y="129399"/>
                  </a:lnTo>
                  <a:lnTo>
                    <a:pt x="5302097" y="129399"/>
                  </a:lnTo>
                  <a:lnTo>
                    <a:pt x="5302190" y="129399"/>
                  </a:lnTo>
                  <a:lnTo>
                    <a:pt x="5302283" y="129399"/>
                  </a:lnTo>
                  <a:lnTo>
                    <a:pt x="5302376" y="129399"/>
                  </a:lnTo>
                  <a:lnTo>
                    <a:pt x="5302470" y="129399"/>
                  </a:lnTo>
                  <a:lnTo>
                    <a:pt x="5302563" y="129399"/>
                  </a:lnTo>
                  <a:lnTo>
                    <a:pt x="5302656" y="129399"/>
                  </a:lnTo>
                  <a:lnTo>
                    <a:pt x="5302749" y="129399"/>
                  </a:lnTo>
                  <a:lnTo>
                    <a:pt x="5302843" y="129399"/>
                  </a:lnTo>
                  <a:lnTo>
                    <a:pt x="5302936" y="129399"/>
                  </a:lnTo>
                  <a:lnTo>
                    <a:pt x="5303029" y="129399"/>
                  </a:lnTo>
                  <a:lnTo>
                    <a:pt x="5303122" y="129399"/>
                  </a:lnTo>
                  <a:lnTo>
                    <a:pt x="5303216" y="129399"/>
                  </a:lnTo>
                  <a:lnTo>
                    <a:pt x="5303309" y="129399"/>
                  </a:lnTo>
                  <a:lnTo>
                    <a:pt x="5303402" y="129399"/>
                  </a:lnTo>
                  <a:lnTo>
                    <a:pt x="5303495" y="129399"/>
                  </a:lnTo>
                  <a:lnTo>
                    <a:pt x="5303589" y="129399"/>
                  </a:lnTo>
                  <a:lnTo>
                    <a:pt x="5303682" y="129399"/>
                  </a:lnTo>
                  <a:lnTo>
                    <a:pt x="5303775" y="129399"/>
                  </a:lnTo>
                  <a:lnTo>
                    <a:pt x="5303868" y="129399"/>
                  </a:lnTo>
                  <a:lnTo>
                    <a:pt x="5303962" y="129399"/>
                  </a:lnTo>
                  <a:lnTo>
                    <a:pt x="5304055" y="129399"/>
                  </a:lnTo>
                  <a:lnTo>
                    <a:pt x="5304148" y="129399"/>
                  </a:lnTo>
                  <a:lnTo>
                    <a:pt x="5304241" y="129399"/>
                  </a:lnTo>
                  <a:lnTo>
                    <a:pt x="5304335" y="129399"/>
                  </a:lnTo>
                  <a:lnTo>
                    <a:pt x="5304428" y="129399"/>
                  </a:lnTo>
                  <a:lnTo>
                    <a:pt x="5304521" y="129399"/>
                  </a:lnTo>
                  <a:lnTo>
                    <a:pt x="5304614" y="129399"/>
                  </a:lnTo>
                  <a:lnTo>
                    <a:pt x="5304708" y="129399"/>
                  </a:lnTo>
                  <a:lnTo>
                    <a:pt x="5304801" y="129399"/>
                  </a:lnTo>
                  <a:lnTo>
                    <a:pt x="5304894" y="129399"/>
                  </a:lnTo>
                  <a:lnTo>
                    <a:pt x="5304987" y="129399"/>
                  </a:lnTo>
                  <a:lnTo>
                    <a:pt x="5305081" y="129399"/>
                  </a:lnTo>
                  <a:lnTo>
                    <a:pt x="5305174" y="129399"/>
                  </a:lnTo>
                  <a:lnTo>
                    <a:pt x="5305267" y="129399"/>
                  </a:lnTo>
                  <a:lnTo>
                    <a:pt x="5305360" y="129399"/>
                  </a:lnTo>
                  <a:lnTo>
                    <a:pt x="5305454" y="129399"/>
                  </a:lnTo>
                  <a:lnTo>
                    <a:pt x="5305547" y="129399"/>
                  </a:lnTo>
                  <a:lnTo>
                    <a:pt x="5305640" y="129399"/>
                  </a:lnTo>
                  <a:lnTo>
                    <a:pt x="5305733" y="129399"/>
                  </a:lnTo>
                  <a:lnTo>
                    <a:pt x="5305827" y="129399"/>
                  </a:lnTo>
                  <a:lnTo>
                    <a:pt x="5305920" y="129399"/>
                  </a:lnTo>
                  <a:lnTo>
                    <a:pt x="5306013" y="129399"/>
                  </a:lnTo>
                  <a:lnTo>
                    <a:pt x="5306106" y="129399"/>
                  </a:lnTo>
                  <a:lnTo>
                    <a:pt x="5306200" y="129399"/>
                  </a:lnTo>
                  <a:lnTo>
                    <a:pt x="5306293" y="129399"/>
                  </a:lnTo>
                  <a:lnTo>
                    <a:pt x="5306386" y="129399"/>
                  </a:lnTo>
                  <a:lnTo>
                    <a:pt x="5306479" y="129399"/>
                  </a:lnTo>
                  <a:lnTo>
                    <a:pt x="5306573" y="129399"/>
                  </a:lnTo>
                  <a:lnTo>
                    <a:pt x="5306666" y="129399"/>
                  </a:lnTo>
                  <a:lnTo>
                    <a:pt x="5306759" y="129399"/>
                  </a:lnTo>
                  <a:lnTo>
                    <a:pt x="5306852" y="129399"/>
                  </a:lnTo>
                  <a:lnTo>
                    <a:pt x="5306946" y="129399"/>
                  </a:lnTo>
                  <a:lnTo>
                    <a:pt x="5307039" y="129399"/>
                  </a:lnTo>
                  <a:lnTo>
                    <a:pt x="5307132" y="129399"/>
                  </a:lnTo>
                  <a:lnTo>
                    <a:pt x="5307225" y="129399"/>
                  </a:lnTo>
                  <a:lnTo>
                    <a:pt x="5307319" y="129399"/>
                  </a:lnTo>
                  <a:lnTo>
                    <a:pt x="5307412" y="129399"/>
                  </a:lnTo>
                  <a:lnTo>
                    <a:pt x="5307505" y="129399"/>
                  </a:lnTo>
                  <a:lnTo>
                    <a:pt x="5307598" y="129399"/>
                  </a:lnTo>
                  <a:lnTo>
                    <a:pt x="5307691" y="129399"/>
                  </a:lnTo>
                  <a:lnTo>
                    <a:pt x="5307785" y="129399"/>
                  </a:lnTo>
                  <a:lnTo>
                    <a:pt x="5307878" y="129399"/>
                  </a:lnTo>
                  <a:lnTo>
                    <a:pt x="5307971" y="129399"/>
                  </a:lnTo>
                  <a:lnTo>
                    <a:pt x="5308064" y="129399"/>
                  </a:lnTo>
                  <a:lnTo>
                    <a:pt x="5308158" y="129399"/>
                  </a:lnTo>
                  <a:lnTo>
                    <a:pt x="5308251" y="129399"/>
                  </a:lnTo>
                  <a:lnTo>
                    <a:pt x="5308344" y="129399"/>
                  </a:lnTo>
                  <a:lnTo>
                    <a:pt x="5308437" y="129399"/>
                  </a:lnTo>
                  <a:lnTo>
                    <a:pt x="5308531" y="129399"/>
                  </a:lnTo>
                  <a:lnTo>
                    <a:pt x="5308624" y="129399"/>
                  </a:lnTo>
                  <a:lnTo>
                    <a:pt x="5308717" y="129399"/>
                  </a:lnTo>
                  <a:lnTo>
                    <a:pt x="5308810" y="129399"/>
                  </a:lnTo>
                  <a:lnTo>
                    <a:pt x="5308904" y="129399"/>
                  </a:lnTo>
                  <a:lnTo>
                    <a:pt x="5308997" y="129399"/>
                  </a:lnTo>
                  <a:lnTo>
                    <a:pt x="5309090" y="129399"/>
                  </a:lnTo>
                  <a:lnTo>
                    <a:pt x="5309183" y="129399"/>
                  </a:lnTo>
                  <a:lnTo>
                    <a:pt x="5309277" y="129399"/>
                  </a:lnTo>
                  <a:lnTo>
                    <a:pt x="5309370" y="129399"/>
                  </a:lnTo>
                  <a:lnTo>
                    <a:pt x="5309463" y="129399"/>
                  </a:lnTo>
                  <a:lnTo>
                    <a:pt x="5309556" y="129399"/>
                  </a:lnTo>
                  <a:lnTo>
                    <a:pt x="5309650" y="129399"/>
                  </a:lnTo>
                  <a:lnTo>
                    <a:pt x="5309743" y="129399"/>
                  </a:lnTo>
                  <a:lnTo>
                    <a:pt x="5309836" y="129399"/>
                  </a:lnTo>
                  <a:lnTo>
                    <a:pt x="5309929" y="129399"/>
                  </a:lnTo>
                  <a:lnTo>
                    <a:pt x="5310023" y="129399"/>
                  </a:lnTo>
                  <a:lnTo>
                    <a:pt x="5310116" y="129399"/>
                  </a:lnTo>
                  <a:lnTo>
                    <a:pt x="5310209" y="129399"/>
                  </a:lnTo>
                  <a:lnTo>
                    <a:pt x="5310302" y="129399"/>
                  </a:lnTo>
                  <a:lnTo>
                    <a:pt x="5310396" y="129399"/>
                  </a:lnTo>
                  <a:lnTo>
                    <a:pt x="5310489" y="129399"/>
                  </a:lnTo>
                  <a:lnTo>
                    <a:pt x="5310582" y="129399"/>
                  </a:lnTo>
                  <a:lnTo>
                    <a:pt x="5310675" y="129399"/>
                  </a:lnTo>
                  <a:lnTo>
                    <a:pt x="5310769" y="129399"/>
                  </a:lnTo>
                  <a:lnTo>
                    <a:pt x="5310862" y="129399"/>
                  </a:lnTo>
                  <a:lnTo>
                    <a:pt x="5310955" y="129399"/>
                  </a:lnTo>
                  <a:lnTo>
                    <a:pt x="5311048" y="129399"/>
                  </a:lnTo>
                  <a:lnTo>
                    <a:pt x="5311142" y="129399"/>
                  </a:lnTo>
                  <a:lnTo>
                    <a:pt x="5311235" y="129399"/>
                  </a:lnTo>
                  <a:lnTo>
                    <a:pt x="5311328" y="129399"/>
                  </a:lnTo>
                  <a:lnTo>
                    <a:pt x="5311421" y="129399"/>
                  </a:lnTo>
                  <a:lnTo>
                    <a:pt x="5311515" y="129399"/>
                  </a:lnTo>
                  <a:lnTo>
                    <a:pt x="5311608" y="129399"/>
                  </a:lnTo>
                  <a:lnTo>
                    <a:pt x="5311701" y="129399"/>
                  </a:lnTo>
                  <a:lnTo>
                    <a:pt x="5311794" y="129399"/>
                  </a:lnTo>
                  <a:lnTo>
                    <a:pt x="5311888" y="129399"/>
                  </a:lnTo>
                  <a:lnTo>
                    <a:pt x="5311981" y="129399"/>
                  </a:lnTo>
                  <a:lnTo>
                    <a:pt x="5312074" y="129399"/>
                  </a:lnTo>
                  <a:lnTo>
                    <a:pt x="5312167" y="129399"/>
                  </a:lnTo>
                  <a:lnTo>
                    <a:pt x="5312261" y="129399"/>
                  </a:lnTo>
                  <a:lnTo>
                    <a:pt x="5312354" y="129399"/>
                  </a:lnTo>
                  <a:lnTo>
                    <a:pt x="5312447" y="129399"/>
                  </a:lnTo>
                  <a:lnTo>
                    <a:pt x="5312540" y="129399"/>
                  </a:lnTo>
                  <a:lnTo>
                    <a:pt x="5312634" y="129399"/>
                  </a:lnTo>
                  <a:lnTo>
                    <a:pt x="5312727" y="129399"/>
                  </a:lnTo>
                  <a:lnTo>
                    <a:pt x="5312820" y="129399"/>
                  </a:lnTo>
                  <a:lnTo>
                    <a:pt x="5312913" y="129399"/>
                  </a:lnTo>
                  <a:lnTo>
                    <a:pt x="5313007" y="129399"/>
                  </a:lnTo>
                  <a:lnTo>
                    <a:pt x="5313100" y="129399"/>
                  </a:lnTo>
                  <a:lnTo>
                    <a:pt x="5313193" y="129399"/>
                  </a:lnTo>
                  <a:lnTo>
                    <a:pt x="5313286" y="129399"/>
                  </a:lnTo>
                  <a:lnTo>
                    <a:pt x="5313380" y="129399"/>
                  </a:lnTo>
                  <a:lnTo>
                    <a:pt x="5313473" y="129399"/>
                  </a:lnTo>
                  <a:lnTo>
                    <a:pt x="5313566" y="129399"/>
                  </a:lnTo>
                  <a:lnTo>
                    <a:pt x="5313659" y="129399"/>
                  </a:lnTo>
                  <a:lnTo>
                    <a:pt x="5313753" y="129399"/>
                  </a:lnTo>
                  <a:lnTo>
                    <a:pt x="5313846" y="129399"/>
                  </a:lnTo>
                  <a:lnTo>
                    <a:pt x="5313939" y="129399"/>
                  </a:lnTo>
                  <a:lnTo>
                    <a:pt x="5314032" y="129399"/>
                  </a:lnTo>
                  <a:lnTo>
                    <a:pt x="5314126" y="129399"/>
                  </a:lnTo>
                  <a:lnTo>
                    <a:pt x="5314219" y="129399"/>
                  </a:lnTo>
                  <a:lnTo>
                    <a:pt x="5314312" y="129399"/>
                  </a:lnTo>
                  <a:lnTo>
                    <a:pt x="5314405" y="129399"/>
                  </a:lnTo>
                  <a:lnTo>
                    <a:pt x="5314498" y="129399"/>
                  </a:lnTo>
                  <a:lnTo>
                    <a:pt x="5314592" y="129399"/>
                  </a:lnTo>
                  <a:lnTo>
                    <a:pt x="5314685" y="129399"/>
                  </a:lnTo>
                  <a:lnTo>
                    <a:pt x="5314778" y="129399"/>
                  </a:lnTo>
                  <a:lnTo>
                    <a:pt x="5314871" y="129399"/>
                  </a:lnTo>
                  <a:lnTo>
                    <a:pt x="5314965" y="129399"/>
                  </a:lnTo>
                  <a:lnTo>
                    <a:pt x="5315058" y="129399"/>
                  </a:lnTo>
                  <a:lnTo>
                    <a:pt x="5315151" y="129399"/>
                  </a:lnTo>
                  <a:lnTo>
                    <a:pt x="5315244" y="129399"/>
                  </a:lnTo>
                  <a:lnTo>
                    <a:pt x="5315338" y="129399"/>
                  </a:lnTo>
                  <a:lnTo>
                    <a:pt x="5315431" y="129399"/>
                  </a:lnTo>
                  <a:lnTo>
                    <a:pt x="5315524" y="129399"/>
                  </a:lnTo>
                  <a:lnTo>
                    <a:pt x="5315617" y="129399"/>
                  </a:lnTo>
                  <a:lnTo>
                    <a:pt x="5315711" y="129399"/>
                  </a:lnTo>
                  <a:lnTo>
                    <a:pt x="5315804" y="129399"/>
                  </a:lnTo>
                  <a:lnTo>
                    <a:pt x="5315897" y="129399"/>
                  </a:lnTo>
                  <a:lnTo>
                    <a:pt x="5315990" y="129399"/>
                  </a:lnTo>
                  <a:lnTo>
                    <a:pt x="5316084" y="129399"/>
                  </a:lnTo>
                  <a:lnTo>
                    <a:pt x="5316177" y="129399"/>
                  </a:lnTo>
                  <a:lnTo>
                    <a:pt x="5316270" y="129399"/>
                  </a:lnTo>
                  <a:lnTo>
                    <a:pt x="5316363" y="129399"/>
                  </a:lnTo>
                  <a:lnTo>
                    <a:pt x="5316457" y="129399"/>
                  </a:lnTo>
                  <a:lnTo>
                    <a:pt x="5316550" y="129399"/>
                  </a:lnTo>
                  <a:lnTo>
                    <a:pt x="5316643" y="129399"/>
                  </a:lnTo>
                  <a:lnTo>
                    <a:pt x="5316736" y="129399"/>
                  </a:lnTo>
                  <a:lnTo>
                    <a:pt x="5316830" y="129399"/>
                  </a:lnTo>
                  <a:lnTo>
                    <a:pt x="5316923" y="129399"/>
                  </a:lnTo>
                  <a:lnTo>
                    <a:pt x="5317016" y="129399"/>
                  </a:lnTo>
                  <a:lnTo>
                    <a:pt x="5317109" y="129399"/>
                  </a:lnTo>
                  <a:lnTo>
                    <a:pt x="5317203" y="129399"/>
                  </a:lnTo>
                  <a:lnTo>
                    <a:pt x="5317296" y="129399"/>
                  </a:lnTo>
                  <a:lnTo>
                    <a:pt x="5317389" y="129399"/>
                  </a:lnTo>
                  <a:lnTo>
                    <a:pt x="5317482" y="129399"/>
                  </a:lnTo>
                  <a:lnTo>
                    <a:pt x="5317576" y="129399"/>
                  </a:lnTo>
                  <a:lnTo>
                    <a:pt x="5317669" y="129399"/>
                  </a:lnTo>
                  <a:lnTo>
                    <a:pt x="5317762" y="129399"/>
                  </a:lnTo>
                  <a:lnTo>
                    <a:pt x="5317855" y="129399"/>
                  </a:lnTo>
                  <a:lnTo>
                    <a:pt x="5317949" y="129399"/>
                  </a:lnTo>
                  <a:lnTo>
                    <a:pt x="5318042" y="129399"/>
                  </a:lnTo>
                  <a:lnTo>
                    <a:pt x="5318135" y="129399"/>
                  </a:lnTo>
                  <a:lnTo>
                    <a:pt x="5318228" y="129399"/>
                  </a:lnTo>
                  <a:lnTo>
                    <a:pt x="5318322" y="129399"/>
                  </a:lnTo>
                  <a:lnTo>
                    <a:pt x="5318415" y="129399"/>
                  </a:lnTo>
                  <a:lnTo>
                    <a:pt x="5318508" y="129399"/>
                  </a:lnTo>
                  <a:lnTo>
                    <a:pt x="5318601" y="129399"/>
                  </a:lnTo>
                  <a:lnTo>
                    <a:pt x="5318695" y="129399"/>
                  </a:lnTo>
                  <a:lnTo>
                    <a:pt x="5318788" y="129399"/>
                  </a:lnTo>
                  <a:lnTo>
                    <a:pt x="5318881" y="129399"/>
                  </a:lnTo>
                  <a:lnTo>
                    <a:pt x="5318974" y="129399"/>
                  </a:lnTo>
                  <a:lnTo>
                    <a:pt x="5319068" y="129399"/>
                  </a:lnTo>
                  <a:lnTo>
                    <a:pt x="5319161" y="129399"/>
                  </a:lnTo>
                  <a:lnTo>
                    <a:pt x="5319254" y="129399"/>
                  </a:lnTo>
                  <a:lnTo>
                    <a:pt x="5319347" y="129399"/>
                  </a:lnTo>
                  <a:lnTo>
                    <a:pt x="5319441" y="129399"/>
                  </a:lnTo>
                  <a:lnTo>
                    <a:pt x="5319534" y="129399"/>
                  </a:lnTo>
                  <a:lnTo>
                    <a:pt x="5319627" y="129399"/>
                  </a:lnTo>
                  <a:lnTo>
                    <a:pt x="5319720" y="129399"/>
                  </a:lnTo>
                  <a:lnTo>
                    <a:pt x="5319814" y="129399"/>
                  </a:lnTo>
                  <a:lnTo>
                    <a:pt x="5319907" y="129399"/>
                  </a:lnTo>
                  <a:lnTo>
                    <a:pt x="5320000" y="129399"/>
                  </a:lnTo>
                  <a:lnTo>
                    <a:pt x="5320093" y="129399"/>
                  </a:lnTo>
                  <a:lnTo>
                    <a:pt x="5320187" y="129399"/>
                  </a:lnTo>
                  <a:lnTo>
                    <a:pt x="5320280" y="129399"/>
                  </a:lnTo>
                  <a:lnTo>
                    <a:pt x="5320373" y="129399"/>
                  </a:lnTo>
                  <a:lnTo>
                    <a:pt x="5320466" y="129399"/>
                  </a:lnTo>
                  <a:lnTo>
                    <a:pt x="5320560" y="129399"/>
                  </a:lnTo>
                  <a:lnTo>
                    <a:pt x="5320653" y="129399"/>
                  </a:lnTo>
                  <a:lnTo>
                    <a:pt x="5320746" y="129399"/>
                  </a:lnTo>
                  <a:lnTo>
                    <a:pt x="5320839" y="129399"/>
                  </a:lnTo>
                  <a:lnTo>
                    <a:pt x="5320933" y="129399"/>
                  </a:lnTo>
                  <a:lnTo>
                    <a:pt x="5321026" y="129399"/>
                  </a:lnTo>
                  <a:lnTo>
                    <a:pt x="5321119" y="129399"/>
                  </a:lnTo>
                  <a:lnTo>
                    <a:pt x="5321212" y="129399"/>
                  </a:lnTo>
                  <a:lnTo>
                    <a:pt x="5321305" y="129399"/>
                  </a:lnTo>
                  <a:lnTo>
                    <a:pt x="5321399" y="129399"/>
                  </a:lnTo>
                  <a:lnTo>
                    <a:pt x="5321492" y="129399"/>
                  </a:lnTo>
                  <a:lnTo>
                    <a:pt x="5321585" y="129399"/>
                  </a:lnTo>
                  <a:lnTo>
                    <a:pt x="5321678" y="129399"/>
                  </a:lnTo>
                  <a:lnTo>
                    <a:pt x="5321772" y="129399"/>
                  </a:lnTo>
                  <a:lnTo>
                    <a:pt x="5321865" y="129399"/>
                  </a:lnTo>
                  <a:lnTo>
                    <a:pt x="5321958" y="129399"/>
                  </a:lnTo>
                  <a:lnTo>
                    <a:pt x="5322051" y="129399"/>
                  </a:lnTo>
                  <a:lnTo>
                    <a:pt x="5322145" y="129399"/>
                  </a:lnTo>
                  <a:lnTo>
                    <a:pt x="5322238" y="129399"/>
                  </a:lnTo>
                  <a:lnTo>
                    <a:pt x="5322331" y="129399"/>
                  </a:lnTo>
                  <a:lnTo>
                    <a:pt x="5322424" y="129399"/>
                  </a:lnTo>
                  <a:lnTo>
                    <a:pt x="5322518" y="129399"/>
                  </a:lnTo>
                  <a:lnTo>
                    <a:pt x="5322611" y="129399"/>
                  </a:lnTo>
                  <a:lnTo>
                    <a:pt x="5322704" y="129399"/>
                  </a:lnTo>
                  <a:lnTo>
                    <a:pt x="5322797" y="129399"/>
                  </a:lnTo>
                  <a:lnTo>
                    <a:pt x="5322891" y="129399"/>
                  </a:lnTo>
                  <a:lnTo>
                    <a:pt x="5322984" y="129399"/>
                  </a:lnTo>
                  <a:lnTo>
                    <a:pt x="5323077" y="129399"/>
                  </a:lnTo>
                  <a:lnTo>
                    <a:pt x="5323170" y="129399"/>
                  </a:lnTo>
                  <a:lnTo>
                    <a:pt x="5323264" y="129399"/>
                  </a:lnTo>
                  <a:lnTo>
                    <a:pt x="5323357" y="129399"/>
                  </a:lnTo>
                  <a:lnTo>
                    <a:pt x="5323450" y="129399"/>
                  </a:lnTo>
                  <a:lnTo>
                    <a:pt x="5323543" y="129399"/>
                  </a:lnTo>
                  <a:lnTo>
                    <a:pt x="5323637" y="129399"/>
                  </a:lnTo>
                  <a:lnTo>
                    <a:pt x="5323730" y="129399"/>
                  </a:lnTo>
                  <a:lnTo>
                    <a:pt x="5323823" y="129399"/>
                  </a:lnTo>
                  <a:lnTo>
                    <a:pt x="5323916" y="129399"/>
                  </a:lnTo>
                  <a:lnTo>
                    <a:pt x="5324010" y="129399"/>
                  </a:lnTo>
                  <a:lnTo>
                    <a:pt x="5324103" y="129399"/>
                  </a:lnTo>
                  <a:lnTo>
                    <a:pt x="5324196" y="129399"/>
                  </a:lnTo>
                  <a:lnTo>
                    <a:pt x="5324289" y="129399"/>
                  </a:lnTo>
                  <a:lnTo>
                    <a:pt x="5324383" y="129399"/>
                  </a:lnTo>
                  <a:lnTo>
                    <a:pt x="5324476" y="129399"/>
                  </a:lnTo>
                  <a:lnTo>
                    <a:pt x="5324569" y="129399"/>
                  </a:lnTo>
                  <a:lnTo>
                    <a:pt x="5324662" y="129399"/>
                  </a:lnTo>
                  <a:lnTo>
                    <a:pt x="5324756" y="129399"/>
                  </a:lnTo>
                  <a:lnTo>
                    <a:pt x="5324849" y="129399"/>
                  </a:lnTo>
                  <a:lnTo>
                    <a:pt x="5324942" y="129399"/>
                  </a:lnTo>
                  <a:lnTo>
                    <a:pt x="5325035" y="129399"/>
                  </a:lnTo>
                  <a:lnTo>
                    <a:pt x="5325129" y="129399"/>
                  </a:lnTo>
                  <a:lnTo>
                    <a:pt x="5325222" y="129399"/>
                  </a:lnTo>
                  <a:lnTo>
                    <a:pt x="5325315" y="129399"/>
                  </a:lnTo>
                  <a:lnTo>
                    <a:pt x="5325408" y="129399"/>
                  </a:lnTo>
                  <a:lnTo>
                    <a:pt x="5325502" y="129399"/>
                  </a:lnTo>
                  <a:lnTo>
                    <a:pt x="5325595" y="129399"/>
                  </a:lnTo>
                  <a:lnTo>
                    <a:pt x="5325688" y="129399"/>
                  </a:lnTo>
                  <a:lnTo>
                    <a:pt x="5325781" y="129399"/>
                  </a:lnTo>
                  <a:lnTo>
                    <a:pt x="5325875" y="129399"/>
                  </a:lnTo>
                  <a:lnTo>
                    <a:pt x="5325968" y="129399"/>
                  </a:lnTo>
                  <a:lnTo>
                    <a:pt x="5326061" y="129399"/>
                  </a:lnTo>
                  <a:lnTo>
                    <a:pt x="5326154" y="129399"/>
                  </a:lnTo>
                  <a:lnTo>
                    <a:pt x="5326248" y="129399"/>
                  </a:lnTo>
                  <a:lnTo>
                    <a:pt x="5326341" y="129399"/>
                  </a:lnTo>
                  <a:lnTo>
                    <a:pt x="5326434" y="129399"/>
                  </a:lnTo>
                  <a:lnTo>
                    <a:pt x="5326527" y="129399"/>
                  </a:lnTo>
                  <a:lnTo>
                    <a:pt x="5326621" y="129399"/>
                  </a:lnTo>
                  <a:lnTo>
                    <a:pt x="5326714" y="129399"/>
                  </a:lnTo>
                  <a:lnTo>
                    <a:pt x="5326807" y="129399"/>
                  </a:lnTo>
                  <a:lnTo>
                    <a:pt x="5326900" y="129399"/>
                  </a:lnTo>
                  <a:lnTo>
                    <a:pt x="5326994" y="129399"/>
                  </a:lnTo>
                  <a:lnTo>
                    <a:pt x="5327087" y="129399"/>
                  </a:lnTo>
                  <a:lnTo>
                    <a:pt x="5327180" y="129399"/>
                  </a:lnTo>
                  <a:lnTo>
                    <a:pt x="5327273" y="129399"/>
                  </a:lnTo>
                  <a:lnTo>
                    <a:pt x="5327367" y="129399"/>
                  </a:lnTo>
                  <a:lnTo>
                    <a:pt x="5327460" y="129399"/>
                  </a:lnTo>
                  <a:lnTo>
                    <a:pt x="5327553" y="129399"/>
                  </a:lnTo>
                  <a:lnTo>
                    <a:pt x="5327646" y="129399"/>
                  </a:lnTo>
                  <a:lnTo>
                    <a:pt x="5327740" y="129399"/>
                  </a:lnTo>
                  <a:lnTo>
                    <a:pt x="5327833" y="129399"/>
                  </a:lnTo>
                  <a:lnTo>
                    <a:pt x="5327926" y="129399"/>
                  </a:lnTo>
                  <a:lnTo>
                    <a:pt x="5328019" y="129399"/>
                  </a:lnTo>
                  <a:lnTo>
                    <a:pt x="5328113" y="129399"/>
                  </a:lnTo>
                  <a:lnTo>
                    <a:pt x="5328206" y="129399"/>
                  </a:lnTo>
                  <a:lnTo>
                    <a:pt x="5328299" y="129399"/>
                  </a:lnTo>
                  <a:lnTo>
                    <a:pt x="5328392" y="129399"/>
                  </a:lnTo>
                  <a:lnTo>
                    <a:pt x="5328485" y="129399"/>
                  </a:lnTo>
                  <a:lnTo>
                    <a:pt x="5328579" y="129399"/>
                  </a:lnTo>
                  <a:lnTo>
                    <a:pt x="5328672" y="129399"/>
                  </a:lnTo>
                  <a:lnTo>
                    <a:pt x="5328765" y="129399"/>
                  </a:lnTo>
                  <a:lnTo>
                    <a:pt x="5328858" y="129399"/>
                  </a:lnTo>
                  <a:lnTo>
                    <a:pt x="5328952" y="129399"/>
                  </a:lnTo>
                  <a:lnTo>
                    <a:pt x="5329045" y="129399"/>
                  </a:lnTo>
                  <a:lnTo>
                    <a:pt x="5329138" y="129399"/>
                  </a:lnTo>
                  <a:lnTo>
                    <a:pt x="5329231" y="129399"/>
                  </a:lnTo>
                  <a:lnTo>
                    <a:pt x="5329325" y="129399"/>
                  </a:lnTo>
                  <a:lnTo>
                    <a:pt x="5329418" y="129399"/>
                  </a:lnTo>
                  <a:lnTo>
                    <a:pt x="5329511" y="129399"/>
                  </a:lnTo>
                  <a:lnTo>
                    <a:pt x="5329604" y="129399"/>
                  </a:lnTo>
                  <a:lnTo>
                    <a:pt x="5329698" y="129399"/>
                  </a:lnTo>
                  <a:lnTo>
                    <a:pt x="5329791" y="129399"/>
                  </a:lnTo>
                  <a:lnTo>
                    <a:pt x="5329884" y="129399"/>
                  </a:lnTo>
                  <a:lnTo>
                    <a:pt x="5329977" y="129399"/>
                  </a:lnTo>
                  <a:lnTo>
                    <a:pt x="5330071" y="129399"/>
                  </a:lnTo>
                  <a:lnTo>
                    <a:pt x="5330164" y="129399"/>
                  </a:lnTo>
                  <a:lnTo>
                    <a:pt x="5330257" y="129399"/>
                  </a:lnTo>
                  <a:lnTo>
                    <a:pt x="5330350" y="129399"/>
                  </a:lnTo>
                  <a:lnTo>
                    <a:pt x="5330444" y="129399"/>
                  </a:lnTo>
                  <a:lnTo>
                    <a:pt x="5330537" y="129399"/>
                  </a:lnTo>
                  <a:lnTo>
                    <a:pt x="5330630" y="129399"/>
                  </a:lnTo>
                  <a:lnTo>
                    <a:pt x="5330723" y="129399"/>
                  </a:lnTo>
                  <a:lnTo>
                    <a:pt x="5330817" y="129399"/>
                  </a:lnTo>
                  <a:lnTo>
                    <a:pt x="5330910" y="129399"/>
                  </a:lnTo>
                  <a:lnTo>
                    <a:pt x="5331003" y="129399"/>
                  </a:lnTo>
                  <a:lnTo>
                    <a:pt x="5331096" y="129399"/>
                  </a:lnTo>
                  <a:lnTo>
                    <a:pt x="5331190" y="129399"/>
                  </a:lnTo>
                  <a:lnTo>
                    <a:pt x="5331283" y="129399"/>
                  </a:lnTo>
                  <a:lnTo>
                    <a:pt x="5331376" y="129399"/>
                  </a:lnTo>
                  <a:lnTo>
                    <a:pt x="5331469" y="129399"/>
                  </a:lnTo>
                  <a:lnTo>
                    <a:pt x="5331563" y="129399"/>
                  </a:lnTo>
                  <a:lnTo>
                    <a:pt x="5331656" y="129399"/>
                  </a:lnTo>
                  <a:lnTo>
                    <a:pt x="5331749" y="129399"/>
                  </a:lnTo>
                  <a:lnTo>
                    <a:pt x="5331842" y="129399"/>
                  </a:lnTo>
                  <a:lnTo>
                    <a:pt x="5331936" y="129399"/>
                  </a:lnTo>
                  <a:lnTo>
                    <a:pt x="5332029" y="129399"/>
                  </a:lnTo>
                  <a:lnTo>
                    <a:pt x="5332122" y="129399"/>
                  </a:lnTo>
                  <a:lnTo>
                    <a:pt x="5332215" y="129399"/>
                  </a:lnTo>
                  <a:lnTo>
                    <a:pt x="5332309" y="129399"/>
                  </a:lnTo>
                  <a:lnTo>
                    <a:pt x="5332402" y="129399"/>
                  </a:lnTo>
                  <a:lnTo>
                    <a:pt x="5332495" y="129399"/>
                  </a:lnTo>
                  <a:lnTo>
                    <a:pt x="5332588" y="129399"/>
                  </a:lnTo>
                  <a:lnTo>
                    <a:pt x="5332682" y="129399"/>
                  </a:lnTo>
                  <a:lnTo>
                    <a:pt x="5332775" y="129399"/>
                  </a:lnTo>
                  <a:lnTo>
                    <a:pt x="5332868" y="129399"/>
                  </a:lnTo>
                  <a:lnTo>
                    <a:pt x="5332961" y="129399"/>
                  </a:lnTo>
                  <a:lnTo>
                    <a:pt x="5333055" y="129399"/>
                  </a:lnTo>
                  <a:lnTo>
                    <a:pt x="5333148" y="129399"/>
                  </a:lnTo>
                  <a:lnTo>
                    <a:pt x="5333241" y="129399"/>
                  </a:lnTo>
                  <a:lnTo>
                    <a:pt x="5333334" y="129399"/>
                  </a:lnTo>
                  <a:lnTo>
                    <a:pt x="5333428" y="129399"/>
                  </a:lnTo>
                  <a:lnTo>
                    <a:pt x="5333521" y="129399"/>
                  </a:lnTo>
                  <a:lnTo>
                    <a:pt x="5333614" y="129399"/>
                  </a:lnTo>
                  <a:lnTo>
                    <a:pt x="5333707" y="129399"/>
                  </a:lnTo>
                  <a:lnTo>
                    <a:pt x="5333801" y="129399"/>
                  </a:lnTo>
                  <a:lnTo>
                    <a:pt x="5333894" y="129399"/>
                  </a:lnTo>
                  <a:lnTo>
                    <a:pt x="5333987" y="129399"/>
                  </a:lnTo>
                  <a:lnTo>
                    <a:pt x="5334080" y="129399"/>
                  </a:lnTo>
                  <a:lnTo>
                    <a:pt x="5334174" y="129399"/>
                  </a:lnTo>
                  <a:lnTo>
                    <a:pt x="5334267" y="129399"/>
                  </a:lnTo>
                  <a:lnTo>
                    <a:pt x="5334360" y="129399"/>
                  </a:lnTo>
                  <a:lnTo>
                    <a:pt x="5334453" y="129399"/>
                  </a:lnTo>
                  <a:lnTo>
                    <a:pt x="5334547" y="129399"/>
                  </a:lnTo>
                  <a:lnTo>
                    <a:pt x="5334640" y="129399"/>
                  </a:lnTo>
                  <a:lnTo>
                    <a:pt x="5334733" y="129399"/>
                  </a:lnTo>
                  <a:lnTo>
                    <a:pt x="5334826" y="129399"/>
                  </a:lnTo>
                  <a:lnTo>
                    <a:pt x="5334920" y="129399"/>
                  </a:lnTo>
                  <a:lnTo>
                    <a:pt x="5335013" y="129399"/>
                  </a:lnTo>
                  <a:lnTo>
                    <a:pt x="5335106" y="129399"/>
                  </a:lnTo>
                  <a:lnTo>
                    <a:pt x="5335199" y="129399"/>
                  </a:lnTo>
                  <a:lnTo>
                    <a:pt x="5335292" y="129399"/>
                  </a:lnTo>
                  <a:lnTo>
                    <a:pt x="5335386" y="129399"/>
                  </a:lnTo>
                  <a:lnTo>
                    <a:pt x="5335479" y="129399"/>
                  </a:lnTo>
                  <a:lnTo>
                    <a:pt x="5335572" y="129399"/>
                  </a:lnTo>
                  <a:lnTo>
                    <a:pt x="5335665" y="129399"/>
                  </a:lnTo>
                  <a:lnTo>
                    <a:pt x="5335759" y="129399"/>
                  </a:lnTo>
                  <a:lnTo>
                    <a:pt x="5335852" y="129399"/>
                  </a:lnTo>
                  <a:lnTo>
                    <a:pt x="5335945" y="129399"/>
                  </a:lnTo>
                  <a:lnTo>
                    <a:pt x="5336038" y="129399"/>
                  </a:lnTo>
                  <a:lnTo>
                    <a:pt x="5336132" y="129399"/>
                  </a:lnTo>
                  <a:lnTo>
                    <a:pt x="5336225" y="129399"/>
                  </a:lnTo>
                  <a:lnTo>
                    <a:pt x="5336318" y="129399"/>
                  </a:lnTo>
                  <a:lnTo>
                    <a:pt x="5336411" y="129399"/>
                  </a:lnTo>
                  <a:lnTo>
                    <a:pt x="5336505" y="129399"/>
                  </a:lnTo>
                  <a:lnTo>
                    <a:pt x="5336598" y="129399"/>
                  </a:lnTo>
                  <a:lnTo>
                    <a:pt x="5336691" y="129399"/>
                  </a:lnTo>
                  <a:lnTo>
                    <a:pt x="5336784" y="129399"/>
                  </a:lnTo>
                  <a:lnTo>
                    <a:pt x="5336878" y="129399"/>
                  </a:lnTo>
                  <a:lnTo>
                    <a:pt x="5336971" y="129399"/>
                  </a:lnTo>
                  <a:lnTo>
                    <a:pt x="5337064" y="129399"/>
                  </a:lnTo>
                  <a:lnTo>
                    <a:pt x="5337157" y="129399"/>
                  </a:lnTo>
                  <a:lnTo>
                    <a:pt x="5337251" y="129399"/>
                  </a:lnTo>
                  <a:lnTo>
                    <a:pt x="5337344" y="129399"/>
                  </a:lnTo>
                  <a:lnTo>
                    <a:pt x="5337437" y="129399"/>
                  </a:lnTo>
                  <a:lnTo>
                    <a:pt x="5337530" y="129399"/>
                  </a:lnTo>
                  <a:lnTo>
                    <a:pt x="5337624" y="129399"/>
                  </a:lnTo>
                  <a:lnTo>
                    <a:pt x="5337717" y="129399"/>
                  </a:lnTo>
                  <a:lnTo>
                    <a:pt x="5337810" y="129399"/>
                  </a:lnTo>
                  <a:lnTo>
                    <a:pt x="5337903" y="129399"/>
                  </a:lnTo>
                  <a:lnTo>
                    <a:pt x="5337997" y="129399"/>
                  </a:lnTo>
                  <a:lnTo>
                    <a:pt x="5338090" y="129399"/>
                  </a:lnTo>
                  <a:lnTo>
                    <a:pt x="5338183" y="129399"/>
                  </a:lnTo>
                  <a:lnTo>
                    <a:pt x="5338276" y="129399"/>
                  </a:lnTo>
                  <a:lnTo>
                    <a:pt x="5338370" y="129399"/>
                  </a:lnTo>
                  <a:lnTo>
                    <a:pt x="5338463" y="129399"/>
                  </a:lnTo>
                  <a:lnTo>
                    <a:pt x="5338556" y="129399"/>
                  </a:lnTo>
                  <a:lnTo>
                    <a:pt x="5338649" y="129399"/>
                  </a:lnTo>
                  <a:lnTo>
                    <a:pt x="5338743" y="129399"/>
                  </a:lnTo>
                  <a:lnTo>
                    <a:pt x="5338836" y="129399"/>
                  </a:lnTo>
                  <a:lnTo>
                    <a:pt x="5338929" y="129399"/>
                  </a:lnTo>
                  <a:lnTo>
                    <a:pt x="5339022" y="129399"/>
                  </a:lnTo>
                  <a:lnTo>
                    <a:pt x="5339116" y="129399"/>
                  </a:lnTo>
                  <a:lnTo>
                    <a:pt x="5339209" y="129399"/>
                  </a:lnTo>
                  <a:lnTo>
                    <a:pt x="5339302" y="129399"/>
                  </a:lnTo>
                  <a:lnTo>
                    <a:pt x="5339395" y="129399"/>
                  </a:lnTo>
                  <a:lnTo>
                    <a:pt x="5339489" y="129399"/>
                  </a:lnTo>
                  <a:lnTo>
                    <a:pt x="5339582" y="129399"/>
                  </a:lnTo>
                  <a:lnTo>
                    <a:pt x="5339675" y="129399"/>
                  </a:lnTo>
                  <a:lnTo>
                    <a:pt x="5339768" y="129399"/>
                  </a:lnTo>
                  <a:lnTo>
                    <a:pt x="5339862" y="129399"/>
                  </a:lnTo>
                  <a:lnTo>
                    <a:pt x="5339955" y="129399"/>
                  </a:lnTo>
                  <a:lnTo>
                    <a:pt x="5340048" y="129399"/>
                  </a:lnTo>
                  <a:lnTo>
                    <a:pt x="5340141" y="129399"/>
                  </a:lnTo>
                  <a:lnTo>
                    <a:pt x="5340235" y="129399"/>
                  </a:lnTo>
                  <a:lnTo>
                    <a:pt x="5340328" y="129399"/>
                  </a:lnTo>
                  <a:lnTo>
                    <a:pt x="5340421" y="129399"/>
                  </a:lnTo>
                  <a:lnTo>
                    <a:pt x="5340514" y="129399"/>
                  </a:lnTo>
                  <a:lnTo>
                    <a:pt x="5340608" y="129399"/>
                  </a:lnTo>
                  <a:lnTo>
                    <a:pt x="5340701" y="129399"/>
                  </a:lnTo>
                  <a:lnTo>
                    <a:pt x="5340794" y="129399"/>
                  </a:lnTo>
                  <a:lnTo>
                    <a:pt x="5340887" y="129399"/>
                  </a:lnTo>
                  <a:lnTo>
                    <a:pt x="5340981" y="129399"/>
                  </a:lnTo>
                  <a:lnTo>
                    <a:pt x="5341074" y="129399"/>
                  </a:lnTo>
                  <a:lnTo>
                    <a:pt x="5341167" y="129399"/>
                  </a:lnTo>
                  <a:lnTo>
                    <a:pt x="5341260" y="129399"/>
                  </a:lnTo>
                  <a:lnTo>
                    <a:pt x="5341354" y="129399"/>
                  </a:lnTo>
                  <a:lnTo>
                    <a:pt x="5341447" y="129399"/>
                  </a:lnTo>
                  <a:lnTo>
                    <a:pt x="5341540" y="129399"/>
                  </a:lnTo>
                  <a:lnTo>
                    <a:pt x="5341633" y="129399"/>
                  </a:lnTo>
                  <a:lnTo>
                    <a:pt x="5341727" y="129399"/>
                  </a:lnTo>
                  <a:lnTo>
                    <a:pt x="5341820" y="129399"/>
                  </a:lnTo>
                  <a:lnTo>
                    <a:pt x="5341913" y="129399"/>
                  </a:lnTo>
                  <a:lnTo>
                    <a:pt x="5342006" y="129399"/>
                  </a:lnTo>
                  <a:lnTo>
                    <a:pt x="5342100" y="129399"/>
                  </a:lnTo>
                  <a:lnTo>
                    <a:pt x="5342193" y="129399"/>
                  </a:lnTo>
                  <a:lnTo>
                    <a:pt x="5342286" y="129399"/>
                  </a:lnTo>
                  <a:lnTo>
                    <a:pt x="5342379" y="129399"/>
                  </a:lnTo>
                  <a:lnTo>
                    <a:pt x="5342472" y="129399"/>
                  </a:lnTo>
                  <a:lnTo>
                    <a:pt x="5342566" y="129399"/>
                  </a:lnTo>
                  <a:lnTo>
                    <a:pt x="5342659" y="129399"/>
                  </a:lnTo>
                  <a:lnTo>
                    <a:pt x="5342752" y="129399"/>
                  </a:lnTo>
                  <a:lnTo>
                    <a:pt x="5342845" y="129399"/>
                  </a:lnTo>
                  <a:lnTo>
                    <a:pt x="5342939" y="129399"/>
                  </a:lnTo>
                  <a:lnTo>
                    <a:pt x="5343032" y="129399"/>
                  </a:lnTo>
                  <a:lnTo>
                    <a:pt x="5343125" y="129399"/>
                  </a:lnTo>
                  <a:lnTo>
                    <a:pt x="5343218" y="129399"/>
                  </a:lnTo>
                  <a:lnTo>
                    <a:pt x="5343312" y="129399"/>
                  </a:lnTo>
                  <a:lnTo>
                    <a:pt x="5343405" y="129399"/>
                  </a:lnTo>
                  <a:lnTo>
                    <a:pt x="5343498" y="129399"/>
                  </a:lnTo>
                  <a:lnTo>
                    <a:pt x="5343591" y="129399"/>
                  </a:lnTo>
                  <a:lnTo>
                    <a:pt x="5343685" y="129399"/>
                  </a:lnTo>
                  <a:lnTo>
                    <a:pt x="5343778" y="129399"/>
                  </a:lnTo>
                  <a:lnTo>
                    <a:pt x="5343871" y="129399"/>
                  </a:lnTo>
                  <a:lnTo>
                    <a:pt x="5343964" y="129399"/>
                  </a:lnTo>
                  <a:lnTo>
                    <a:pt x="5344058" y="129399"/>
                  </a:lnTo>
                  <a:lnTo>
                    <a:pt x="5344151" y="129399"/>
                  </a:lnTo>
                  <a:lnTo>
                    <a:pt x="5344244" y="129399"/>
                  </a:lnTo>
                  <a:lnTo>
                    <a:pt x="5344337" y="129399"/>
                  </a:lnTo>
                  <a:lnTo>
                    <a:pt x="5344431" y="129399"/>
                  </a:lnTo>
                  <a:lnTo>
                    <a:pt x="5344524" y="129399"/>
                  </a:lnTo>
                  <a:lnTo>
                    <a:pt x="5344617" y="129399"/>
                  </a:lnTo>
                  <a:lnTo>
                    <a:pt x="5344710" y="129399"/>
                  </a:lnTo>
                  <a:lnTo>
                    <a:pt x="5344804" y="129399"/>
                  </a:lnTo>
                  <a:lnTo>
                    <a:pt x="5344897" y="129399"/>
                  </a:lnTo>
                  <a:lnTo>
                    <a:pt x="5344990" y="129399"/>
                  </a:lnTo>
                  <a:lnTo>
                    <a:pt x="5345083" y="129399"/>
                  </a:lnTo>
                  <a:lnTo>
                    <a:pt x="5345177" y="129399"/>
                  </a:lnTo>
                  <a:lnTo>
                    <a:pt x="5345270" y="129399"/>
                  </a:lnTo>
                  <a:lnTo>
                    <a:pt x="5345363" y="129399"/>
                  </a:lnTo>
                  <a:lnTo>
                    <a:pt x="5345456" y="129399"/>
                  </a:lnTo>
                  <a:lnTo>
                    <a:pt x="5345550" y="129399"/>
                  </a:lnTo>
                  <a:lnTo>
                    <a:pt x="5345643" y="129399"/>
                  </a:lnTo>
                  <a:lnTo>
                    <a:pt x="5345736" y="129399"/>
                  </a:lnTo>
                  <a:lnTo>
                    <a:pt x="5345829" y="129399"/>
                  </a:lnTo>
                  <a:lnTo>
                    <a:pt x="5345923" y="129399"/>
                  </a:lnTo>
                  <a:lnTo>
                    <a:pt x="5346016" y="129399"/>
                  </a:lnTo>
                  <a:lnTo>
                    <a:pt x="5346109" y="129399"/>
                  </a:lnTo>
                  <a:lnTo>
                    <a:pt x="5346202" y="129399"/>
                  </a:lnTo>
                  <a:lnTo>
                    <a:pt x="5346296" y="129399"/>
                  </a:lnTo>
                  <a:lnTo>
                    <a:pt x="5346389" y="129399"/>
                  </a:lnTo>
                  <a:lnTo>
                    <a:pt x="5346482" y="129399"/>
                  </a:lnTo>
                  <a:lnTo>
                    <a:pt x="5346575" y="129399"/>
                  </a:lnTo>
                  <a:lnTo>
                    <a:pt x="5346669" y="129399"/>
                  </a:lnTo>
                  <a:lnTo>
                    <a:pt x="5346762" y="129399"/>
                  </a:lnTo>
                  <a:lnTo>
                    <a:pt x="5346855" y="129399"/>
                  </a:lnTo>
                  <a:lnTo>
                    <a:pt x="5346948" y="129399"/>
                  </a:lnTo>
                  <a:lnTo>
                    <a:pt x="5347042" y="129399"/>
                  </a:lnTo>
                  <a:lnTo>
                    <a:pt x="5347135" y="129399"/>
                  </a:lnTo>
                  <a:lnTo>
                    <a:pt x="5347228" y="129399"/>
                  </a:lnTo>
                  <a:lnTo>
                    <a:pt x="5347321" y="129399"/>
                  </a:lnTo>
                  <a:lnTo>
                    <a:pt x="5347415" y="129399"/>
                  </a:lnTo>
                  <a:lnTo>
                    <a:pt x="5347508" y="129399"/>
                  </a:lnTo>
                  <a:lnTo>
                    <a:pt x="5347601" y="129399"/>
                  </a:lnTo>
                  <a:lnTo>
                    <a:pt x="5347694" y="129399"/>
                  </a:lnTo>
                  <a:lnTo>
                    <a:pt x="5347788" y="129399"/>
                  </a:lnTo>
                  <a:lnTo>
                    <a:pt x="5347881" y="129399"/>
                  </a:lnTo>
                  <a:lnTo>
                    <a:pt x="5347974" y="129399"/>
                  </a:lnTo>
                  <a:lnTo>
                    <a:pt x="5348067" y="129399"/>
                  </a:lnTo>
                  <a:lnTo>
                    <a:pt x="5348161" y="129399"/>
                  </a:lnTo>
                  <a:lnTo>
                    <a:pt x="5348254" y="129399"/>
                  </a:lnTo>
                  <a:lnTo>
                    <a:pt x="5348347" y="129399"/>
                  </a:lnTo>
                  <a:lnTo>
                    <a:pt x="5348440" y="129399"/>
                  </a:lnTo>
                  <a:lnTo>
                    <a:pt x="5348534" y="129399"/>
                  </a:lnTo>
                  <a:lnTo>
                    <a:pt x="5348627" y="129399"/>
                  </a:lnTo>
                  <a:lnTo>
                    <a:pt x="5348720" y="129399"/>
                  </a:lnTo>
                  <a:lnTo>
                    <a:pt x="5348813" y="129399"/>
                  </a:lnTo>
                  <a:lnTo>
                    <a:pt x="5348907" y="129399"/>
                  </a:lnTo>
                  <a:lnTo>
                    <a:pt x="5349000" y="129399"/>
                  </a:lnTo>
                  <a:lnTo>
                    <a:pt x="5349093" y="129399"/>
                  </a:lnTo>
                  <a:lnTo>
                    <a:pt x="5349186" y="129399"/>
                  </a:lnTo>
                  <a:lnTo>
                    <a:pt x="5349279" y="129399"/>
                  </a:lnTo>
                  <a:lnTo>
                    <a:pt x="5349373" y="129399"/>
                  </a:lnTo>
                  <a:lnTo>
                    <a:pt x="5349466" y="129399"/>
                  </a:lnTo>
                  <a:lnTo>
                    <a:pt x="5349559" y="129399"/>
                  </a:lnTo>
                  <a:lnTo>
                    <a:pt x="5349652" y="129399"/>
                  </a:lnTo>
                  <a:lnTo>
                    <a:pt x="5349746" y="129399"/>
                  </a:lnTo>
                  <a:lnTo>
                    <a:pt x="5349839" y="129399"/>
                  </a:lnTo>
                  <a:lnTo>
                    <a:pt x="5349932" y="129399"/>
                  </a:lnTo>
                  <a:lnTo>
                    <a:pt x="5350025" y="129399"/>
                  </a:lnTo>
                  <a:lnTo>
                    <a:pt x="5350119" y="129399"/>
                  </a:lnTo>
                  <a:lnTo>
                    <a:pt x="5350212" y="129399"/>
                  </a:lnTo>
                  <a:lnTo>
                    <a:pt x="5350305" y="129399"/>
                  </a:lnTo>
                  <a:lnTo>
                    <a:pt x="5350398" y="129399"/>
                  </a:lnTo>
                  <a:lnTo>
                    <a:pt x="5350492" y="129399"/>
                  </a:lnTo>
                  <a:lnTo>
                    <a:pt x="5350585" y="129399"/>
                  </a:lnTo>
                  <a:lnTo>
                    <a:pt x="5350678" y="129399"/>
                  </a:lnTo>
                  <a:lnTo>
                    <a:pt x="5350771" y="129399"/>
                  </a:lnTo>
                  <a:lnTo>
                    <a:pt x="5350865" y="129399"/>
                  </a:lnTo>
                  <a:lnTo>
                    <a:pt x="5350958" y="129399"/>
                  </a:lnTo>
                  <a:lnTo>
                    <a:pt x="5351051" y="129399"/>
                  </a:lnTo>
                  <a:lnTo>
                    <a:pt x="5351144" y="129399"/>
                  </a:lnTo>
                  <a:lnTo>
                    <a:pt x="5351238" y="129399"/>
                  </a:lnTo>
                  <a:lnTo>
                    <a:pt x="5351331" y="129399"/>
                  </a:lnTo>
                  <a:lnTo>
                    <a:pt x="5351424" y="129399"/>
                  </a:lnTo>
                  <a:lnTo>
                    <a:pt x="5351517" y="129399"/>
                  </a:lnTo>
                  <a:lnTo>
                    <a:pt x="5351611" y="129399"/>
                  </a:lnTo>
                  <a:lnTo>
                    <a:pt x="5351704" y="129399"/>
                  </a:lnTo>
                  <a:lnTo>
                    <a:pt x="5351797" y="129399"/>
                  </a:lnTo>
                  <a:lnTo>
                    <a:pt x="5351890" y="129399"/>
                  </a:lnTo>
                  <a:lnTo>
                    <a:pt x="5351984" y="129399"/>
                  </a:lnTo>
                  <a:lnTo>
                    <a:pt x="5352077" y="129399"/>
                  </a:lnTo>
                  <a:lnTo>
                    <a:pt x="5352170" y="129399"/>
                  </a:lnTo>
                  <a:lnTo>
                    <a:pt x="5352263" y="129399"/>
                  </a:lnTo>
                  <a:lnTo>
                    <a:pt x="5352357" y="129399"/>
                  </a:lnTo>
                  <a:lnTo>
                    <a:pt x="5352450" y="129399"/>
                  </a:lnTo>
                  <a:lnTo>
                    <a:pt x="5352543" y="129399"/>
                  </a:lnTo>
                  <a:lnTo>
                    <a:pt x="5352636" y="129399"/>
                  </a:lnTo>
                  <a:lnTo>
                    <a:pt x="5352730" y="129399"/>
                  </a:lnTo>
                  <a:lnTo>
                    <a:pt x="5352823" y="129399"/>
                  </a:lnTo>
                  <a:lnTo>
                    <a:pt x="5352916" y="129399"/>
                  </a:lnTo>
                  <a:lnTo>
                    <a:pt x="5353009" y="129399"/>
                  </a:lnTo>
                  <a:lnTo>
                    <a:pt x="5353103" y="129399"/>
                  </a:lnTo>
                  <a:lnTo>
                    <a:pt x="5353196" y="129399"/>
                  </a:lnTo>
                  <a:lnTo>
                    <a:pt x="5353289" y="129399"/>
                  </a:lnTo>
                  <a:lnTo>
                    <a:pt x="5353382" y="129399"/>
                  </a:lnTo>
                  <a:lnTo>
                    <a:pt x="5353476" y="129399"/>
                  </a:lnTo>
                  <a:lnTo>
                    <a:pt x="5353569" y="129399"/>
                  </a:lnTo>
                  <a:lnTo>
                    <a:pt x="5353662" y="129399"/>
                  </a:lnTo>
                  <a:lnTo>
                    <a:pt x="5353755" y="129399"/>
                  </a:lnTo>
                  <a:lnTo>
                    <a:pt x="5353849" y="129399"/>
                  </a:lnTo>
                  <a:lnTo>
                    <a:pt x="5353942" y="129399"/>
                  </a:lnTo>
                  <a:lnTo>
                    <a:pt x="5354035" y="129399"/>
                  </a:lnTo>
                  <a:lnTo>
                    <a:pt x="5354128" y="129399"/>
                  </a:lnTo>
                  <a:lnTo>
                    <a:pt x="5354222" y="129399"/>
                  </a:lnTo>
                  <a:lnTo>
                    <a:pt x="5354315" y="129399"/>
                  </a:lnTo>
                  <a:lnTo>
                    <a:pt x="5354408" y="129399"/>
                  </a:lnTo>
                  <a:lnTo>
                    <a:pt x="5354501" y="129399"/>
                  </a:lnTo>
                  <a:lnTo>
                    <a:pt x="5354595" y="129399"/>
                  </a:lnTo>
                  <a:lnTo>
                    <a:pt x="5354688" y="129399"/>
                  </a:lnTo>
                  <a:lnTo>
                    <a:pt x="5354781" y="129399"/>
                  </a:lnTo>
                  <a:lnTo>
                    <a:pt x="5354874" y="129399"/>
                  </a:lnTo>
                  <a:lnTo>
                    <a:pt x="5354968" y="129399"/>
                  </a:lnTo>
                  <a:lnTo>
                    <a:pt x="5355061" y="129399"/>
                  </a:lnTo>
                  <a:lnTo>
                    <a:pt x="5355154" y="129399"/>
                  </a:lnTo>
                  <a:lnTo>
                    <a:pt x="5355247" y="129399"/>
                  </a:lnTo>
                  <a:lnTo>
                    <a:pt x="5355341" y="129399"/>
                  </a:lnTo>
                  <a:lnTo>
                    <a:pt x="5355434" y="129399"/>
                  </a:lnTo>
                  <a:lnTo>
                    <a:pt x="5355527" y="129399"/>
                  </a:lnTo>
                  <a:lnTo>
                    <a:pt x="5355620" y="129399"/>
                  </a:lnTo>
                  <a:lnTo>
                    <a:pt x="5355714" y="129399"/>
                  </a:lnTo>
                  <a:lnTo>
                    <a:pt x="5355807" y="129399"/>
                  </a:lnTo>
                  <a:lnTo>
                    <a:pt x="5355900" y="129399"/>
                  </a:lnTo>
                  <a:lnTo>
                    <a:pt x="5355993" y="129399"/>
                  </a:lnTo>
                  <a:lnTo>
                    <a:pt x="5356086" y="129399"/>
                  </a:lnTo>
                  <a:lnTo>
                    <a:pt x="5356180" y="129399"/>
                  </a:lnTo>
                  <a:lnTo>
                    <a:pt x="5356273" y="129399"/>
                  </a:lnTo>
                  <a:lnTo>
                    <a:pt x="5356366" y="129399"/>
                  </a:lnTo>
                  <a:lnTo>
                    <a:pt x="5356459" y="129399"/>
                  </a:lnTo>
                  <a:lnTo>
                    <a:pt x="5356553" y="129399"/>
                  </a:lnTo>
                  <a:lnTo>
                    <a:pt x="5356646" y="129399"/>
                  </a:lnTo>
                  <a:lnTo>
                    <a:pt x="5356739" y="129399"/>
                  </a:lnTo>
                  <a:lnTo>
                    <a:pt x="5356832" y="129399"/>
                  </a:lnTo>
                  <a:lnTo>
                    <a:pt x="5356926" y="129399"/>
                  </a:lnTo>
                  <a:lnTo>
                    <a:pt x="5357019" y="129399"/>
                  </a:lnTo>
                  <a:lnTo>
                    <a:pt x="5357112" y="129399"/>
                  </a:lnTo>
                  <a:lnTo>
                    <a:pt x="5357205" y="129399"/>
                  </a:lnTo>
                  <a:lnTo>
                    <a:pt x="5357299" y="129399"/>
                  </a:lnTo>
                  <a:lnTo>
                    <a:pt x="5357392" y="129399"/>
                  </a:lnTo>
                  <a:lnTo>
                    <a:pt x="5357485" y="129399"/>
                  </a:lnTo>
                  <a:lnTo>
                    <a:pt x="5357578" y="129399"/>
                  </a:lnTo>
                  <a:lnTo>
                    <a:pt x="5357672" y="129399"/>
                  </a:lnTo>
                  <a:lnTo>
                    <a:pt x="5357765" y="129399"/>
                  </a:lnTo>
                  <a:lnTo>
                    <a:pt x="5357858" y="129399"/>
                  </a:lnTo>
                  <a:lnTo>
                    <a:pt x="5357951" y="129399"/>
                  </a:lnTo>
                  <a:lnTo>
                    <a:pt x="5358045" y="129399"/>
                  </a:lnTo>
                  <a:lnTo>
                    <a:pt x="5358138" y="129399"/>
                  </a:lnTo>
                  <a:lnTo>
                    <a:pt x="5358231" y="129399"/>
                  </a:lnTo>
                  <a:lnTo>
                    <a:pt x="5358324" y="129399"/>
                  </a:lnTo>
                  <a:lnTo>
                    <a:pt x="5358418" y="129399"/>
                  </a:lnTo>
                  <a:lnTo>
                    <a:pt x="5358511" y="129399"/>
                  </a:lnTo>
                  <a:lnTo>
                    <a:pt x="5358604" y="129399"/>
                  </a:lnTo>
                  <a:lnTo>
                    <a:pt x="5358697" y="129399"/>
                  </a:lnTo>
                  <a:lnTo>
                    <a:pt x="5358791" y="129399"/>
                  </a:lnTo>
                  <a:lnTo>
                    <a:pt x="5358884" y="129399"/>
                  </a:lnTo>
                  <a:lnTo>
                    <a:pt x="5358977" y="129399"/>
                  </a:lnTo>
                  <a:lnTo>
                    <a:pt x="5359070" y="129399"/>
                  </a:lnTo>
                  <a:lnTo>
                    <a:pt x="5359164" y="129399"/>
                  </a:lnTo>
                  <a:lnTo>
                    <a:pt x="5359257" y="129399"/>
                  </a:lnTo>
                  <a:lnTo>
                    <a:pt x="5359350" y="129399"/>
                  </a:lnTo>
                  <a:lnTo>
                    <a:pt x="5359443" y="129399"/>
                  </a:lnTo>
                  <a:lnTo>
                    <a:pt x="5359537" y="129399"/>
                  </a:lnTo>
                  <a:lnTo>
                    <a:pt x="5359630" y="129399"/>
                  </a:lnTo>
                  <a:lnTo>
                    <a:pt x="5359723" y="129399"/>
                  </a:lnTo>
                  <a:lnTo>
                    <a:pt x="5359816" y="129399"/>
                  </a:lnTo>
                  <a:lnTo>
                    <a:pt x="5359910" y="129399"/>
                  </a:lnTo>
                  <a:lnTo>
                    <a:pt x="5360003" y="129399"/>
                  </a:lnTo>
                  <a:lnTo>
                    <a:pt x="5360096" y="129399"/>
                  </a:lnTo>
                  <a:lnTo>
                    <a:pt x="5360189" y="129399"/>
                  </a:lnTo>
                  <a:lnTo>
                    <a:pt x="5360283" y="129399"/>
                  </a:lnTo>
                  <a:lnTo>
                    <a:pt x="5360376" y="129399"/>
                  </a:lnTo>
                  <a:lnTo>
                    <a:pt x="5360469" y="129399"/>
                  </a:lnTo>
                  <a:lnTo>
                    <a:pt x="5360562" y="129399"/>
                  </a:lnTo>
                  <a:lnTo>
                    <a:pt x="5360656" y="129399"/>
                  </a:lnTo>
                  <a:lnTo>
                    <a:pt x="5360749" y="129399"/>
                  </a:lnTo>
                  <a:lnTo>
                    <a:pt x="5360842" y="129399"/>
                  </a:lnTo>
                  <a:lnTo>
                    <a:pt x="5360935" y="129399"/>
                  </a:lnTo>
                  <a:lnTo>
                    <a:pt x="5361029" y="129399"/>
                  </a:lnTo>
                  <a:lnTo>
                    <a:pt x="5361122" y="129399"/>
                  </a:lnTo>
                  <a:lnTo>
                    <a:pt x="5361215" y="129399"/>
                  </a:lnTo>
                  <a:lnTo>
                    <a:pt x="5361308" y="129399"/>
                  </a:lnTo>
                  <a:lnTo>
                    <a:pt x="5361402" y="129399"/>
                  </a:lnTo>
                  <a:lnTo>
                    <a:pt x="5361495" y="129399"/>
                  </a:lnTo>
                  <a:lnTo>
                    <a:pt x="5361588" y="129399"/>
                  </a:lnTo>
                  <a:lnTo>
                    <a:pt x="5361681" y="129399"/>
                  </a:lnTo>
                  <a:lnTo>
                    <a:pt x="5361775" y="129399"/>
                  </a:lnTo>
                  <a:lnTo>
                    <a:pt x="5361868" y="129399"/>
                  </a:lnTo>
                  <a:lnTo>
                    <a:pt x="5361961" y="129399"/>
                  </a:lnTo>
                  <a:lnTo>
                    <a:pt x="5362054" y="129399"/>
                  </a:lnTo>
                  <a:lnTo>
                    <a:pt x="5362148" y="129399"/>
                  </a:lnTo>
                  <a:lnTo>
                    <a:pt x="5362241" y="129399"/>
                  </a:lnTo>
                  <a:lnTo>
                    <a:pt x="5362334" y="129399"/>
                  </a:lnTo>
                  <a:lnTo>
                    <a:pt x="5362427" y="129399"/>
                  </a:lnTo>
                  <a:lnTo>
                    <a:pt x="5362521" y="129399"/>
                  </a:lnTo>
                  <a:lnTo>
                    <a:pt x="5362614" y="129399"/>
                  </a:lnTo>
                  <a:lnTo>
                    <a:pt x="5362707" y="129399"/>
                  </a:lnTo>
                  <a:lnTo>
                    <a:pt x="5362800" y="129399"/>
                  </a:lnTo>
                  <a:lnTo>
                    <a:pt x="5362894" y="129399"/>
                  </a:lnTo>
                  <a:lnTo>
                    <a:pt x="5362987" y="129399"/>
                  </a:lnTo>
                  <a:lnTo>
                    <a:pt x="5363080" y="129399"/>
                  </a:lnTo>
                  <a:lnTo>
                    <a:pt x="5363173" y="129399"/>
                  </a:lnTo>
                  <a:lnTo>
                    <a:pt x="5363266" y="129399"/>
                  </a:lnTo>
                  <a:lnTo>
                    <a:pt x="5363360" y="129399"/>
                  </a:lnTo>
                  <a:lnTo>
                    <a:pt x="5363453" y="129399"/>
                  </a:lnTo>
                  <a:lnTo>
                    <a:pt x="5363546" y="129399"/>
                  </a:lnTo>
                  <a:lnTo>
                    <a:pt x="5363639" y="129399"/>
                  </a:lnTo>
                  <a:lnTo>
                    <a:pt x="5363733" y="129399"/>
                  </a:lnTo>
                  <a:lnTo>
                    <a:pt x="5363826" y="129399"/>
                  </a:lnTo>
                  <a:lnTo>
                    <a:pt x="5363919" y="129399"/>
                  </a:lnTo>
                  <a:lnTo>
                    <a:pt x="5364012" y="129399"/>
                  </a:lnTo>
                  <a:lnTo>
                    <a:pt x="5364106" y="129399"/>
                  </a:lnTo>
                  <a:lnTo>
                    <a:pt x="5364199" y="129399"/>
                  </a:lnTo>
                  <a:lnTo>
                    <a:pt x="5364292" y="129399"/>
                  </a:lnTo>
                  <a:lnTo>
                    <a:pt x="5364385" y="129399"/>
                  </a:lnTo>
                  <a:lnTo>
                    <a:pt x="5364479" y="129399"/>
                  </a:lnTo>
                  <a:lnTo>
                    <a:pt x="5364572" y="129399"/>
                  </a:lnTo>
                  <a:lnTo>
                    <a:pt x="5364665" y="129399"/>
                  </a:lnTo>
                  <a:lnTo>
                    <a:pt x="5364758" y="129399"/>
                  </a:lnTo>
                  <a:lnTo>
                    <a:pt x="5364852" y="129399"/>
                  </a:lnTo>
                  <a:lnTo>
                    <a:pt x="5364945" y="129399"/>
                  </a:lnTo>
                  <a:lnTo>
                    <a:pt x="5365038" y="129399"/>
                  </a:lnTo>
                  <a:lnTo>
                    <a:pt x="5365131" y="129399"/>
                  </a:lnTo>
                  <a:lnTo>
                    <a:pt x="5365225" y="129399"/>
                  </a:lnTo>
                  <a:lnTo>
                    <a:pt x="5365318" y="129399"/>
                  </a:lnTo>
                  <a:lnTo>
                    <a:pt x="5365411" y="129399"/>
                  </a:lnTo>
                  <a:lnTo>
                    <a:pt x="5365504" y="129399"/>
                  </a:lnTo>
                  <a:lnTo>
                    <a:pt x="5365598" y="129399"/>
                  </a:lnTo>
                  <a:lnTo>
                    <a:pt x="5365691" y="129399"/>
                  </a:lnTo>
                  <a:lnTo>
                    <a:pt x="5365784" y="129399"/>
                  </a:lnTo>
                  <a:lnTo>
                    <a:pt x="5365877" y="129399"/>
                  </a:lnTo>
                  <a:lnTo>
                    <a:pt x="5365971" y="129399"/>
                  </a:lnTo>
                  <a:lnTo>
                    <a:pt x="5366064" y="129399"/>
                  </a:lnTo>
                  <a:lnTo>
                    <a:pt x="5366157" y="129399"/>
                  </a:lnTo>
                  <a:lnTo>
                    <a:pt x="5366250" y="129399"/>
                  </a:lnTo>
                  <a:lnTo>
                    <a:pt x="5366344" y="129399"/>
                  </a:lnTo>
                  <a:lnTo>
                    <a:pt x="5366437" y="129399"/>
                  </a:lnTo>
                  <a:lnTo>
                    <a:pt x="5366530" y="129399"/>
                  </a:lnTo>
                  <a:lnTo>
                    <a:pt x="5366623" y="129399"/>
                  </a:lnTo>
                  <a:lnTo>
                    <a:pt x="5366717" y="129399"/>
                  </a:lnTo>
                  <a:lnTo>
                    <a:pt x="5366810" y="129399"/>
                  </a:lnTo>
                  <a:lnTo>
                    <a:pt x="5366903" y="129399"/>
                  </a:lnTo>
                  <a:lnTo>
                    <a:pt x="5366996" y="129399"/>
                  </a:lnTo>
                  <a:lnTo>
                    <a:pt x="5367090" y="129399"/>
                  </a:lnTo>
                  <a:lnTo>
                    <a:pt x="5367183" y="129399"/>
                  </a:lnTo>
                  <a:lnTo>
                    <a:pt x="5367276" y="129399"/>
                  </a:lnTo>
                  <a:lnTo>
                    <a:pt x="5367369" y="129399"/>
                  </a:lnTo>
                  <a:lnTo>
                    <a:pt x="5367463" y="129399"/>
                  </a:lnTo>
                  <a:lnTo>
                    <a:pt x="5367556" y="129399"/>
                  </a:lnTo>
                  <a:lnTo>
                    <a:pt x="5367649" y="129399"/>
                  </a:lnTo>
                  <a:lnTo>
                    <a:pt x="5367742" y="129399"/>
                  </a:lnTo>
                  <a:lnTo>
                    <a:pt x="5367836" y="129399"/>
                  </a:lnTo>
                  <a:lnTo>
                    <a:pt x="5367929" y="129399"/>
                  </a:lnTo>
                  <a:lnTo>
                    <a:pt x="5368022" y="129399"/>
                  </a:lnTo>
                  <a:lnTo>
                    <a:pt x="5368115" y="129399"/>
                  </a:lnTo>
                  <a:lnTo>
                    <a:pt x="5368209" y="129399"/>
                  </a:lnTo>
                  <a:lnTo>
                    <a:pt x="5368302" y="129399"/>
                  </a:lnTo>
                  <a:lnTo>
                    <a:pt x="5368395" y="129399"/>
                  </a:lnTo>
                  <a:lnTo>
                    <a:pt x="5368488" y="129399"/>
                  </a:lnTo>
                  <a:lnTo>
                    <a:pt x="5368582" y="129399"/>
                  </a:lnTo>
                  <a:lnTo>
                    <a:pt x="5368675" y="129399"/>
                  </a:lnTo>
                  <a:lnTo>
                    <a:pt x="5368768" y="129399"/>
                  </a:lnTo>
                  <a:lnTo>
                    <a:pt x="5368861" y="129399"/>
                  </a:lnTo>
                  <a:lnTo>
                    <a:pt x="5368955" y="129399"/>
                  </a:lnTo>
                  <a:lnTo>
                    <a:pt x="5369048" y="129399"/>
                  </a:lnTo>
                  <a:lnTo>
                    <a:pt x="5369141" y="129399"/>
                  </a:lnTo>
                  <a:lnTo>
                    <a:pt x="5369234" y="129399"/>
                  </a:lnTo>
                  <a:lnTo>
                    <a:pt x="5369328" y="129399"/>
                  </a:lnTo>
                  <a:lnTo>
                    <a:pt x="5369421" y="129399"/>
                  </a:lnTo>
                  <a:lnTo>
                    <a:pt x="5369514" y="129399"/>
                  </a:lnTo>
                  <a:lnTo>
                    <a:pt x="5369607" y="129399"/>
                  </a:lnTo>
                  <a:lnTo>
                    <a:pt x="5369701" y="129399"/>
                  </a:lnTo>
                  <a:lnTo>
                    <a:pt x="5369794" y="129399"/>
                  </a:lnTo>
                  <a:lnTo>
                    <a:pt x="5369887" y="129399"/>
                  </a:lnTo>
                  <a:lnTo>
                    <a:pt x="5369980" y="129399"/>
                  </a:lnTo>
                  <a:lnTo>
                    <a:pt x="5370073" y="129399"/>
                  </a:lnTo>
                  <a:lnTo>
                    <a:pt x="5370167" y="129399"/>
                  </a:lnTo>
                  <a:lnTo>
                    <a:pt x="5370260" y="129399"/>
                  </a:lnTo>
                  <a:lnTo>
                    <a:pt x="5370353" y="129399"/>
                  </a:lnTo>
                  <a:lnTo>
                    <a:pt x="5370446" y="129399"/>
                  </a:lnTo>
                  <a:lnTo>
                    <a:pt x="5370540" y="129399"/>
                  </a:lnTo>
                  <a:lnTo>
                    <a:pt x="5370633" y="129399"/>
                  </a:lnTo>
                  <a:lnTo>
                    <a:pt x="5370726" y="129399"/>
                  </a:lnTo>
                  <a:lnTo>
                    <a:pt x="5370819" y="129399"/>
                  </a:lnTo>
                  <a:lnTo>
                    <a:pt x="5370913" y="129399"/>
                  </a:lnTo>
                  <a:lnTo>
                    <a:pt x="5371006" y="129399"/>
                  </a:lnTo>
                  <a:lnTo>
                    <a:pt x="5371099" y="129399"/>
                  </a:lnTo>
                  <a:lnTo>
                    <a:pt x="5371192" y="129399"/>
                  </a:lnTo>
                  <a:lnTo>
                    <a:pt x="5371286" y="129399"/>
                  </a:lnTo>
                  <a:lnTo>
                    <a:pt x="5371379" y="129399"/>
                  </a:lnTo>
                  <a:lnTo>
                    <a:pt x="5371472" y="129399"/>
                  </a:lnTo>
                  <a:lnTo>
                    <a:pt x="5371565" y="129399"/>
                  </a:lnTo>
                  <a:lnTo>
                    <a:pt x="5371659" y="129399"/>
                  </a:lnTo>
                  <a:lnTo>
                    <a:pt x="5371752" y="129399"/>
                  </a:lnTo>
                  <a:lnTo>
                    <a:pt x="5371845" y="129399"/>
                  </a:lnTo>
                  <a:lnTo>
                    <a:pt x="5371938" y="129399"/>
                  </a:lnTo>
                  <a:lnTo>
                    <a:pt x="5372032" y="129399"/>
                  </a:lnTo>
                  <a:lnTo>
                    <a:pt x="5372125" y="129399"/>
                  </a:lnTo>
                  <a:lnTo>
                    <a:pt x="5372218" y="129399"/>
                  </a:lnTo>
                  <a:lnTo>
                    <a:pt x="5372311" y="129399"/>
                  </a:lnTo>
                  <a:lnTo>
                    <a:pt x="5372405" y="129399"/>
                  </a:lnTo>
                  <a:lnTo>
                    <a:pt x="5372498" y="129399"/>
                  </a:lnTo>
                  <a:lnTo>
                    <a:pt x="5372591" y="129399"/>
                  </a:lnTo>
                  <a:lnTo>
                    <a:pt x="5372684" y="129399"/>
                  </a:lnTo>
                  <a:lnTo>
                    <a:pt x="5372778" y="129399"/>
                  </a:lnTo>
                  <a:lnTo>
                    <a:pt x="5372871" y="129399"/>
                  </a:lnTo>
                  <a:lnTo>
                    <a:pt x="5372964" y="129399"/>
                  </a:lnTo>
                  <a:lnTo>
                    <a:pt x="5373057" y="129399"/>
                  </a:lnTo>
                  <a:lnTo>
                    <a:pt x="5373151" y="129399"/>
                  </a:lnTo>
                  <a:lnTo>
                    <a:pt x="5373244" y="129399"/>
                  </a:lnTo>
                  <a:lnTo>
                    <a:pt x="5373337" y="129399"/>
                  </a:lnTo>
                  <a:lnTo>
                    <a:pt x="5373430" y="129399"/>
                  </a:lnTo>
                  <a:lnTo>
                    <a:pt x="5373524" y="129399"/>
                  </a:lnTo>
                  <a:lnTo>
                    <a:pt x="5373617" y="129399"/>
                  </a:lnTo>
                  <a:lnTo>
                    <a:pt x="5373710" y="129399"/>
                  </a:lnTo>
                  <a:lnTo>
                    <a:pt x="5373803" y="129399"/>
                  </a:lnTo>
                  <a:lnTo>
                    <a:pt x="5373897" y="129399"/>
                  </a:lnTo>
                  <a:lnTo>
                    <a:pt x="5373990" y="129399"/>
                  </a:lnTo>
                  <a:lnTo>
                    <a:pt x="5374083" y="129399"/>
                  </a:lnTo>
                  <a:lnTo>
                    <a:pt x="5374176" y="129399"/>
                  </a:lnTo>
                  <a:lnTo>
                    <a:pt x="5374270" y="129399"/>
                  </a:lnTo>
                  <a:lnTo>
                    <a:pt x="5374363" y="129399"/>
                  </a:lnTo>
                  <a:lnTo>
                    <a:pt x="5374456" y="129399"/>
                  </a:lnTo>
                  <a:lnTo>
                    <a:pt x="5374549" y="129399"/>
                  </a:lnTo>
                  <a:lnTo>
                    <a:pt x="5374643" y="129399"/>
                  </a:lnTo>
                  <a:lnTo>
                    <a:pt x="5374736" y="129399"/>
                  </a:lnTo>
                  <a:lnTo>
                    <a:pt x="5374829" y="129399"/>
                  </a:lnTo>
                  <a:lnTo>
                    <a:pt x="5374922" y="129399"/>
                  </a:lnTo>
                  <a:lnTo>
                    <a:pt x="5375016" y="129399"/>
                  </a:lnTo>
                  <a:lnTo>
                    <a:pt x="5375109" y="129399"/>
                  </a:lnTo>
                  <a:lnTo>
                    <a:pt x="5375202" y="129399"/>
                  </a:lnTo>
                  <a:lnTo>
                    <a:pt x="5375295" y="129399"/>
                  </a:lnTo>
                  <a:lnTo>
                    <a:pt x="5375389" y="129399"/>
                  </a:lnTo>
                  <a:lnTo>
                    <a:pt x="5375482" y="129399"/>
                  </a:lnTo>
                  <a:lnTo>
                    <a:pt x="5375575" y="129399"/>
                  </a:lnTo>
                  <a:lnTo>
                    <a:pt x="5375668" y="129399"/>
                  </a:lnTo>
                  <a:lnTo>
                    <a:pt x="5375762" y="129399"/>
                  </a:lnTo>
                  <a:lnTo>
                    <a:pt x="5375855" y="129399"/>
                  </a:lnTo>
                  <a:lnTo>
                    <a:pt x="5375948" y="129399"/>
                  </a:lnTo>
                  <a:lnTo>
                    <a:pt x="5376041" y="129399"/>
                  </a:lnTo>
                  <a:lnTo>
                    <a:pt x="5376135" y="129399"/>
                  </a:lnTo>
                  <a:lnTo>
                    <a:pt x="5376228" y="129399"/>
                  </a:lnTo>
                  <a:lnTo>
                    <a:pt x="5376321" y="129399"/>
                  </a:lnTo>
                  <a:lnTo>
                    <a:pt x="5376414" y="129399"/>
                  </a:lnTo>
                  <a:lnTo>
                    <a:pt x="5376508" y="129399"/>
                  </a:lnTo>
                  <a:lnTo>
                    <a:pt x="5376601" y="129399"/>
                  </a:lnTo>
                  <a:lnTo>
                    <a:pt x="5376694" y="129399"/>
                  </a:lnTo>
                  <a:lnTo>
                    <a:pt x="5376787" y="129399"/>
                  </a:lnTo>
                  <a:lnTo>
                    <a:pt x="5376880" y="129399"/>
                  </a:lnTo>
                  <a:lnTo>
                    <a:pt x="5376974" y="129399"/>
                  </a:lnTo>
                  <a:lnTo>
                    <a:pt x="5377067" y="129399"/>
                  </a:lnTo>
                  <a:lnTo>
                    <a:pt x="5377160" y="129399"/>
                  </a:lnTo>
                  <a:lnTo>
                    <a:pt x="5377253" y="129399"/>
                  </a:lnTo>
                  <a:lnTo>
                    <a:pt x="5377347" y="129399"/>
                  </a:lnTo>
                  <a:lnTo>
                    <a:pt x="5377440" y="129399"/>
                  </a:lnTo>
                  <a:lnTo>
                    <a:pt x="5377533" y="129399"/>
                  </a:lnTo>
                  <a:lnTo>
                    <a:pt x="5377626" y="129399"/>
                  </a:lnTo>
                  <a:lnTo>
                    <a:pt x="5377720" y="129399"/>
                  </a:lnTo>
                  <a:lnTo>
                    <a:pt x="5377813" y="129399"/>
                  </a:lnTo>
                  <a:lnTo>
                    <a:pt x="5377906" y="129399"/>
                  </a:lnTo>
                  <a:lnTo>
                    <a:pt x="5377999" y="129399"/>
                  </a:lnTo>
                  <a:lnTo>
                    <a:pt x="5378093" y="129399"/>
                  </a:lnTo>
                  <a:lnTo>
                    <a:pt x="5378186" y="129399"/>
                  </a:lnTo>
                  <a:lnTo>
                    <a:pt x="5378279" y="129399"/>
                  </a:lnTo>
                  <a:lnTo>
                    <a:pt x="5378372" y="129399"/>
                  </a:lnTo>
                  <a:lnTo>
                    <a:pt x="5378466" y="129399"/>
                  </a:lnTo>
                  <a:lnTo>
                    <a:pt x="5378559" y="129399"/>
                  </a:lnTo>
                  <a:lnTo>
                    <a:pt x="5378652" y="129399"/>
                  </a:lnTo>
                  <a:lnTo>
                    <a:pt x="5378745" y="129399"/>
                  </a:lnTo>
                  <a:lnTo>
                    <a:pt x="5378839" y="129399"/>
                  </a:lnTo>
                  <a:lnTo>
                    <a:pt x="5378932" y="129399"/>
                  </a:lnTo>
                  <a:lnTo>
                    <a:pt x="5379025" y="129399"/>
                  </a:lnTo>
                  <a:lnTo>
                    <a:pt x="5379118" y="129399"/>
                  </a:lnTo>
                  <a:lnTo>
                    <a:pt x="5379212" y="129399"/>
                  </a:lnTo>
                  <a:lnTo>
                    <a:pt x="5379305" y="129399"/>
                  </a:lnTo>
                  <a:lnTo>
                    <a:pt x="5379398" y="129399"/>
                  </a:lnTo>
                  <a:lnTo>
                    <a:pt x="5379491" y="129399"/>
                  </a:lnTo>
                  <a:lnTo>
                    <a:pt x="5379585" y="129399"/>
                  </a:lnTo>
                  <a:lnTo>
                    <a:pt x="5379678" y="129399"/>
                  </a:lnTo>
                  <a:lnTo>
                    <a:pt x="5379771" y="129399"/>
                  </a:lnTo>
                  <a:lnTo>
                    <a:pt x="5379864" y="129399"/>
                  </a:lnTo>
                  <a:lnTo>
                    <a:pt x="5379958" y="129399"/>
                  </a:lnTo>
                  <a:lnTo>
                    <a:pt x="5380051" y="129399"/>
                  </a:lnTo>
                  <a:lnTo>
                    <a:pt x="5380144" y="129399"/>
                  </a:lnTo>
                  <a:lnTo>
                    <a:pt x="5380237" y="129399"/>
                  </a:lnTo>
                  <a:lnTo>
                    <a:pt x="5380331" y="129399"/>
                  </a:lnTo>
                  <a:lnTo>
                    <a:pt x="5380424" y="129399"/>
                  </a:lnTo>
                  <a:lnTo>
                    <a:pt x="5380517" y="129399"/>
                  </a:lnTo>
                  <a:lnTo>
                    <a:pt x="5380610" y="129399"/>
                  </a:lnTo>
                  <a:lnTo>
                    <a:pt x="5380704" y="129399"/>
                  </a:lnTo>
                  <a:lnTo>
                    <a:pt x="5380797" y="129399"/>
                  </a:lnTo>
                  <a:lnTo>
                    <a:pt x="5380890" y="129399"/>
                  </a:lnTo>
                  <a:lnTo>
                    <a:pt x="5380983" y="129399"/>
                  </a:lnTo>
                  <a:lnTo>
                    <a:pt x="5381077" y="129399"/>
                  </a:lnTo>
                  <a:lnTo>
                    <a:pt x="5381170" y="129399"/>
                  </a:lnTo>
                  <a:lnTo>
                    <a:pt x="5381263" y="129399"/>
                  </a:lnTo>
                  <a:lnTo>
                    <a:pt x="5381356" y="129399"/>
                  </a:lnTo>
                  <a:lnTo>
                    <a:pt x="5381450" y="129399"/>
                  </a:lnTo>
                  <a:lnTo>
                    <a:pt x="5381543" y="129399"/>
                  </a:lnTo>
                  <a:lnTo>
                    <a:pt x="5381636" y="129399"/>
                  </a:lnTo>
                  <a:lnTo>
                    <a:pt x="5381729" y="129399"/>
                  </a:lnTo>
                  <a:lnTo>
                    <a:pt x="5381823" y="129399"/>
                  </a:lnTo>
                  <a:lnTo>
                    <a:pt x="5381916" y="129399"/>
                  </a:lnTo>
                  <a:lnTo>
                    <a:pt x="5382009" y="129399"/>
                  </a:lnTo>
                  <a:lnTo>
                    <a:pt x="5382102" y="129399"/>
                  </a:lnTo>
                  <a:lnTo>
                    <a:pt x="5382196" y="129399"/>
                  </a:lnTo>
                  <a:lnTo>
                    <a:pt x="5382289" y="129399"/>
                  </a:lnTo>
                  <a:lnTo>
                    <a:pt x="5382382" y="129399"/>
                  </a:lnTo>
                  <a:lnTo>
                    <a:pt x="5382475" y="129399"/>
                  </a:lnTo>
                  <a:lnTo>
                    <a:pt x="5382569" y="129399"/>
                  </a:lnTo>
                  <a:lnTo>
                    <a:pt x="5382662" y="129399"/>
                  </a:lnTo>
                  <a:lnTo>
                    <a:pt x="5382755" y="129399"/>
                  </a:lnTo>
                  <a:lnTo>
                    <a:pt x="5382848" y="129399"/>
                  </a:lnTo>
                  <a:lnTo>
                    <a:pt x="5382942" y="129399"/>
                  </a:lnTo>
                  <a:lnTo>
                    <a:pt x="5383035" y="129399"/>
                  </a:lnTo>
                  <a:lnTo>
                    <a:pt x="5383128" y="129399"/>
                  </a:lnTo>
                  <a:lnTo>
                    <a:pt x="5383221" y="129399"/>
                  </a:lnTo>
                  <a:lnTo>
                    <a:pt x="5383315" y="129399"/>
                  </a:lnTo>
                  <a:lnTo>
                    <a:pt x="5383408" y="129399"/>
                  </a:lnTo>
                  <a:lnTo>
                    <a:pt x="5383501" y="129399"/>
                  </a:lnTo>
                  <a:lnTo>
                    <a:pt x="5383594" y="129399"/>
                  </a:lnTo>
                  <a:lnTo>
                    <a:pt x="5383688" y="129399"/>
                  </a:lnTo>
                  <a:lnTo>
                    <a:pt x="5383781" y="129399"/>
                  </a:lnTo>
                  <a:lnTo>
                    <a:pt x="5383874" y="129399"/>
                  </a:lnTo>
                  <a:lnTo>
                    <a:pt x="5383967" y="129399"/>
                  </a:lnTo>
                  <a:lnTo>
                    <a:pt x="5384060" y="129399"/>
                  </a:lnTo>
                  <a:lnTo>
                    <a:pt x="5384154" y="129399"/>
                  </a:lnTo>
                  <a:lnTo>
                    <a:pt x="5384247" y="129399"/>
                  </a:lnTo>
                  <a:lnTo>
                    <a:pt x="5384340" y="129399"/>
                  </a:lnTo>
                  <a:lnTo>
                    <a:pt x="5384433" y="129399"/>
                  </a:lnTo>
                  <a:lnTo>
                    <a:pt x="5384527" y="129399"/>
                  </a:lnTo>
                  <a:lnTo>
                    <a:pt x="5384620" y="129399"/>
                  </a:lnTo>
                  <a:lnTo>
                    <a:pt x="5384713" y="129399"/>
                  </a:lnTo>
                  <a:lnTo>
                    <a:pt x="5384806" y="129399"/>
                  </a:lnTo>
                  <a:lnTo>
                    <a:pt x="5384900" y="129399"/>
                  </a:lnTo>
                  <a:lnTo>
                    <a:pt x="5384993" y="129399"/>
                  </a:lnTo>
                  <a:lnTo>
                    <a:pt x="5385086" y="129399"/>
                  </a:lnTo>
                  <a:lnTo>
                    <a:pt x="5385179" y="129399"/>
                  </a:lnTo>
                  <a:lnTo>
                    <a:pt x="5385273" y="129399"/>
                  </a:lnTo>
                  <a:lnTo>
                    <a:pt x="5385366" y="129399"/>
                  </a:lnTo>
                  <a:lnTo>
                    <a:pt x="5385459" y="129399"/>
                  </a:lnTo>
                  <a:lnTo>
                    <a:pt x="5385552" y="129399"/>
                  </a:lnTo>
                  <a:lnTo>
                    <a:pt x="5385646" y="129399"/>
                  </a:lnTo>
                  <a:lnTo>
                    <a:pt x="5385739" y="129399"/>
                  </a:lnTo>
                  <a:lnTo>
                    <a:pt x="5385832" y="129399"/>
                  </a:lnTo>
                  <a:lnTo>
                    <a:pt x="5385925" y="129399"/>
                  </a:lnTo>
                  <a:lnTo>
                    <a:pt x="5386019" y="129399"/>
                  </a:lnTo>
                  <a:lnTo>
                    <a:pt x="5386112" y="129399"/>
                  </a:lnTo>
                  <a:lnTo>
                    <a:pt x="5386205" y="129399"/>
                  </a:lnTo>
                  <a:lnTo>
                    <a:pt x="5386298" y="129399"/>
                  </a:lnTo>
                  <a:lnTo>
                    <a:pt x="5386392" y="129399"/>
                  </a:lnTo>
                  <a:lnTo>
                    <a:pt x="5386485" y="129399"/>
                  </a:lnTo>
                  <a:lnTo>
                    <a:pt x="5386578" y="129399"/>
                  </a:lnTo>
                  <a:lnTo>
                    <a:pt x="5386671" y="129399"/>
                  </a:lnTo>
                  <a:lnTo>
                    <a:pt x="5386765" y="129399"/>
                  </a:lnTo>
                  <a:lnTo>
                    <a:pt x="5386858" y="129399"/>
                  </a:lnTo>
                  <a:lnTo>
                    <a:pt x="5386951" y="129399"/>
                  </a:lnTo>
                  <a:lnTo>
                    <a:pt x="5387044" y="129399"/>
                  </a:lnTo>
                  <a:lnTo>
                    <a:pt x="5387138" y="129399"/>
                  </a:lnTo>
                  <a:lnTo>
                    <a:pt x="5387231" y="129399"/>
                  </a:lnTo>
                  <a:lnTo>
                    <a:pt x="5387324" y="129399"/>
                  </a:lnTo>
                  <a:lnTo>
                    <a:pt x="5387417" y="129399"/>
                  </a:lnTo>
                  <a:lnTo>
                    <a:pt x="5387511" y="129399"/>
                  </a:lnTo>
                  <a:lnTo>
                    <a:pt x="5387604" y="129399"/>
                  </a:lnTo>
                  <a:lnTo>
                    <a:pt x="5387697" y="129399"/>
                  </a:lnTo>
                  <a:lnTo>
                    <a:pt x="5387790" y="129399"/>
                  </a:lnTo>
                  <a:lnTo>
                    <a:pt x="5387884" y="129399"/>
                  </a:lnTo>
                  <a:lnTo>
                    <a:pt x="5387977" y="129399"/>
                  </a:lnTo>
                  <a:lnTo>
                    <a:pt x="5388070" y="129399"/>
                  </a:lnTo>
                  <a:lnTo>
                    <a:pt x="5388163" y="129399"/>
                  </a:lnTo>
                  <a:lnTo>
                    <a:pt x="5388257" y="129399"/>
                  </a:lnTo>
                  <a:lnTo>
                    <a:pt x="5388350" y="129399"/>
                  </a:lnTo>
                  <a:lnTo>
                    <a:pt x="5388443" y="129399"/>
                  </a:lnTo>
                  <a:lnTo>
                    <a:pt x="5388536" y="129399"/>
                  </a:lnTo>
                  <a:lnTo>
                    <a:pt x="5388630" y="129399"/>
                  </a:lnTo>
                  <a:lnTo>
                    <a:pt x="5388723" y="129399"/>
                  </a:lnTo>
                  <a:lnTo>
                    <a:pt x="5388816" y="129399"/>
                  </a:lnTo>
                  <a:lnTo>
                    <a:pt x="5388909" y="129399"/>
                  </a:lnTo>
                  <a:lnTo>
                    <a:pt x="5389003" y="129399"/>
                  </a:lnTo>
                  <a:lnTo>
                    <a:pt x="5389096" y="129399"/>
                  </a:lnTo>
                  <a:lnTo>
                    <a:pt x="5389189" y="129399"/>
                  </a:lnTo>
                  <a:lnTo>
                    <a:pt x="5389282" y="129399"/>
                  </a:lnTo>
                  <a:lnTo>
                    <a:pt x="5389376" y="129399"/>
                  </a:lnTo>
                  <a:lnTo>
                    <a:pt x="5389469" y="129399"/>
                  </a:lnTo>
                  <a:lnTo>
                    <a:pt x="5389562" y="129399"/>
                  </a:lnTo>
                  <a:lnTo>
                    <a:pt x="5389655" y="129399"/>
                  </a:lnTo>
                  <a:lnTo>
                    <a:pt x="5389749" y="129399"/>
                  </a:lnTo>
                  <a:lnTo>
                    <a:pt x="5389842" y="129399"/>
                  </a:lnTo>
                  <a:lnTo>
                    <a:pt x="5389935" y="129399"/>
                  </a:lnTo>
                  <a:lnTo>
                    <a:pt x="5390028" y="129399"/>
                  </a:lnTo>
                  <a:lnTo>
                    <a:pt x="5390122" y="129399"/>
                  </a:lnTo>
                  <a:lnTo>
                    <a:pt x="5390215" y="129399"/>
                  </a:lnTo>
                  <a:lnTo>
                    <a:pt x="5390308" y="129399"/>
                  </a:lnTo>
                  <a:lnTo>
                    <a:pt x="5390401" y="129399"/>
                  </a:lnTo>
                  <a:lnTo>
                    <a:pt x="5390495" y="129399"/>
                  </a:lnTo>
                  <a:lnTo>
                    <a:pt x="5390588" y="129399"/>
                  </a:lnTo>
                  <a:lnTo>
                    <a:pt x="5390681" y="129399"/>
                  </a:lnTo>
                  <a:lnTo>
                    <a:pt x="5390774" y="129399"/>
                  </a:lnTo>
                  <a:lnTo>
                    <a:pt x="5390867" y="129399"/>
                  </a:lnTo>
                  <a:lnTo>
                    <a:pt x="5390961" y="129399"/>
                  </a:lnTo>
                  <a:lnTo>
                    <a:pt x="5391054" y="129399"/>
                  </a:lnTo>
                  <a:lnTo>
                    <a:pt x="5391147" y="129399"/>
                  </a:lnTo>
                  <a:lnTo>
                    <a:pt x="5391240" y="129399"/>
                  </a:lnTo>
                  <a:lnTo>
                    <a:pt x="5391334" y="129399"/>
                  </a:lnTo>
                  <a:lnTo>
                    <a:pt x="5391427" y="129399"/>
                  </a:lnTo>
                  <a:lnTo>
                    <a:pt x="5391520" y="129399"/>
                  </a:lnTo>
                  <a:lnTo>
                    <a:pt x="5391613" y="129399"/>
                  </a:lnTo>
                  <a:lnTo>
                    <a:pt x="5391707" y="129399"/>
                  </a:lnTo>
                  <a:lnTo>
                    <a:pt x="5391800" y="129399"/>
                  </a:lnTo>
                  <a:lnTo>
                    <a:pt x="5391893" y="129399"/>
                  </a:lnTo>
                  <a:lnTo>
                    <a:pt x="5391986" y="129399"/>
                  </a:lnTo>
                  <a:lnTo>
                    <a:pt x="5392080" y="129399"/>
                  </a:lnTo>
                  <a:lnTo>
                    <a:pt x="5392173" y="129399"/>
                  </a:lnTo>
                  <a:lnTo>
                    <a:pt x="5392266" y="129399"/>
                  </a:lnTo>
                  <a:lnTo>
                    <a:pt x="5392359" y="129399"/>
                  </a:lnTo>
                  <a:lnTo>
                    <a:pt x="5392453" y="129399"/>
                  </a:lnTo>
                  <a:lnTo>
                    <a:pt x="5392546" y="129399"/>
                  </a:lnTo>
                  <a:lnTo>
                    <a:pt x="5392639" y="129399"/>
                  </a:lnTo>
                  <a:lnTo>
                    <a:pt x="5392732" y="129399"/>
                  </a:lnTo>
                  <a:lnTo>
                    <a:pt x="5392826" y="129399"/>
                  </a:lnTo>
                  <a:lnTo>
                    <a:pt x="5392919" y="129399"/>
                  </a:lnTo>
                  <a:lnTo>
                    <a:pt x="5393012" y="129399"/>
                  </a:lnTo>
                  <a:lnTo>
                    <a:pt x="5393105" y="129399"/>
                  </a:lnTo>
                  <a:lnTo>
                    <a:pt x="5393199" y="129399"/>
                  </a:lnTo>
                  <a:lnTo>
                    <a:pt x="5393292" y="129399"/>
                  </a:lnTo>
                  <a:lnTo>
                    <a:pt x="5393385" y="129399"/>
                  </a:lnTo>
                  <a:lnTo>
                    <a:pt x="5393478" y="129399"/>
                  </a:lnTo>
                  <a:lnTo>
                    <a:pt x="5393572" y="129399"/>
                  </a:lnTo>
                  <a:lnTo>
                    <a:pt x="5393665" y="129399"/>
                  </a:lnTo>
                  <a:lnTo>
                    <a:pt x="5393758" y="129399"/>
                  </a:lnTo>
                  <a:lnTo>
                    <a:pt x="5393851" y="129399"/>
                  </a:lnTo>
                  <a:lnTo>
                    <a:pt x="5393945" y="129399"/>
                  </a:lnTo>
                  <a:lnTo>
                    <a:pt x="5394038" y="129399"/>
                  </a:lnTo>
                  <a:lnTo>
                    <a:pt x="5394131" y="129399"/>
                  </a:lnTo>
                  <a:lnTo>
                    <a:pt x="5394224" y="129399"/>
                  </a:lnTo>
                  <a:lnTo>
                    <a:pt x="5394318" y="129399"/>
                  </a:lnTo>
                  <a:lnTo>
                    <a:pt x="5394411" y="129399"/>
                  </a:lnTo>
                  <a:lnTo>
                    <a:pt x="5394504" y="129399"/>
                  </a:lnTo>
                  <a:lnTo>
                    <a:pt x="5394597" y="129399"/>
                  </a:lnTo>
                  <a:lnTo>
                    <a:pt x="5394691" y="129399"/>
                  </a:lnTo>
                  <a:lnTo>
                    <a:pt x="5394784" y="129399"/>
                  </a:lnTo>
                  <a:lnTo>
                    <a:pt x="5394877" y="129399"/>
                  </a:lnTo>
                  <a:lnTo>
                    <a:pt x="5394970" y="129399"/>
                  </a:lnTo>
                  <a:lnTo>
                    <a:pt x="5395064" y="129399"/>
                  </a:lnTo>
                  <a:lnTo>
                    <a:pt x="5395157" y="129399"/>
                  </a:lnTo>
                  <a:lnTo>
                    <a:pt x="5395250" y="129399"/>
                  </a:lnTo>
                  <a:lnTo>
                    <a:pt x="5395343" y="129399"/>
                  </a:lnTo>
                  <a:lnTo>
                    <a:pt x="5395437" y="129399"/>
                  </a:lnTo>
                  <a:lnTo>
                    <a:pt x="5395530" y="129399"/>
                  </a:lnTo>
                  <a:lnTo>
                    <a:pt x="5395623" y="129399"/>
                  </a:lnTo>
                  <a:lnTo>
                    <a:pt x="5395716" y="129399"/>
                  </a:lnTo>
                  <a:lnTo>
                    <a:pt x="5395810" y="129399"/>
                  </a:lnTo>
                  <a:lnTo>
                    <a:pt x="5395903" y="129399"/>
                  </a:lnTo>
                  <a:lnTo>
                    <a:pt x="5395996" y="129399"/>
                  </a:lnTo>
                  <a:lnTo>
                    <a:pt x="5396089" y="129399"/>
                  </a:lnTo>
                  <a:lnTo>
                    <a:pt x="5396183" y="129399"/>
                  </a:lnTo>
                  <a:lnTo>
                    <a:pt x="5396276" y="129399"/>
                  </a:lnTo>
                  <a:lnTo>
                    <a:pt x="5396369" y="129399"/>
                  </a:lnTo>
                  <a:lnTo>
                    <a:pt x="5396462" y="129399"/>
                  </a:lnTo>
                  <a:lnTo>
                    <a:pt x="5396556" y="129399"/>
                  </a:lnTo>
                  <a:lnTo>
                    <a:pt x="5396649" y="129399"/>
                  </a:lnTo>
                  <a:lnTo>
                    <a:pt x="5396742" y="129399"/>
                  </a:lnTo>
                  <a:lnTo>
                    <a:pt x="5396835" y="129399"/>
                  </a:lnTo>
                  <a:lnTo>
                    <a:pt x="5396929" y="129399"/>
                  </a:lnTo>
                  <a:lnTo>
                    <a:pt x="5397022" y="129399"/>
                  </a:lnTo>
                  <a:lnTo>
                    <a:pt x="5397115" y="129399"/>
                  </a:lnTo>
                  <a:lnTo>
                    <a:pt x="5397208" y="129399"/>
                  </a:lnTo>
                  <a:lnTo>
                    <a:pt x="5397302" y="129399"/>
                  </a:lnTo>
                  <a:lnTo>
                    <a:pt x="5397395" y="129399"/>
                  </a:lnTo>
                  <a:lnTo>
                    <a:pt x="5397488" y="129399"/>
                  </a:lnTo>
                  <a:lnTo>
                    <a:pt x="5397581" y="129399"/>
                  </a:lnTo>
                  <a:lnTo>
                    <a:pt x="5397674" y="129399"/>
                  </a:lnTo>
                  <a:lnTo>
                    <a:pt x="5397768" y="129399"/>
                  </a:lnTo>
                  <a:lnTo>
                    <a:pt x="5397861" y="129399"/>
                  </a:lnTo>
                  <a:lnTo>
                    <a:pt x="5397954" y="129399"/>
                  </a:lnTo>
                  <a:lnTo>
                    <a:pt x="5398047" y="129399"/>
                  </a:lnTo>
                  <a:lnTo>
                    <a:pt x="5398141" y="129399"/>
                  </a:lnTo>
                  <a:lnTo>
                    <a:pt x="5398234" y="129399"/>
                  </a:lnTo>
                  <a:lnTo>
                    <a:pt x="5398327" y="129399"/>
                  </a:lnTo>
                  <a:lnTo>
                    <a:pt x="5398420" y="129399"/>
                  </a:lnTo>
                  <a:lnTo>
                    <a:pt x="5398514" y="129399"/>
                  </a:lnTo>
                  <a:lnTo>
                    <a:pt x="5398607" y="129399"/>
                  </a:lnTo>
                  <a:lnTo>
                    <a:pt x="5398700" y="129399"/>
                  </a:lnTo>
                  <a:lnTo>
                    <a:pt x="5398793" y="129399"/>
                  </a:lnTo>
                  <a:lnTo>
                    <a:pt x="5398887" y="129399"/>
                  </a:lnTo>
                  <a:lnTo>
                    <a:pt x="5398980" y="129399"/>
                  </a:lnTo>
                  <a:lnTo>
                    <a:pt x="5399073" y="129399"/>
                  </a:lnTo>
                  <a:lnTo>
                    <a:pt x="5399166" y="129399"/>
                  </a:lnTo>
                  <a:lnTo>
                    <a:pt x="5399260" y="129399"/>
                  </a:lnTo>
                  <a:lnTo>
                    <a:pt x="5399353" y="129399"/>
                  </a:lnTo>
                  <a:lnTo>
                    <a:pt x="5399446" y="129399"/>
                  </a:lnTo>
                  <a:lnTo>
                    <a:pt x="5399539" y="129399"/>
                  </a:lnTo>
                  <a:lnTo>
                    <a:pt x="5399633" y="129399"/>
                  </a:lnTo>
                  <a:lnTo>
                    <a:pt x="5399726" y="129399"/>
                  </a:lnTo>
                  <a:lnTo>
                    <a:pt x="5399819" y="129399"/>
                  </a:lnTo>
                  <a:lnTo>
                    <a:pt x="5399912" y="129399"/>
                  </a:lnTo>
                  <a:lnTo>
                    <a:pt x="5400006" y="129399"/>
                  </a:lnTo>
                  <a:lnTo>
                    <a:pt x="5400099" y="129399"/>
                  </a:lnTo>
                  <a:lnTo>
                    <a:pt x="5400192" y="129399"/>
                  </a:lnTo>
                  <a:lnTo>
                    <a:pt x="5400285" y="129399"/>
                  </a:lnTo>
                  <a:lnTo>
                    <a:pt x="5400379" y="129399"/>
                  </a:lnTo>
                  <a:lnTo>
                    <a:pt x="5400472" y="129399"/>
                  </a:lnTo>
                  <a:lnTo>
                    <a:pt x="5400565" y="129399"/>
                  </a:lnTo>
                  <a:lnTo>
                    <a:pt x="5400658" y="129399"/>
                  </a:lnTo>
                  <a:lnTo>
                    <a:pt x="5400752" y="129399"/>
                  </a:lnTo>
                  <a:lnTo>
                    <a:pt x="5400845" y="129399"/>
                  </a:lnTo>
                  <a:lnTo>
                    <a:pt x="5400938" y="129399"/>
                  </a:lnTo>
                  <a:lnTo>
                    <a:pt x="5401031" y="129399"/>
                  </a:lnTo>
                  <a:lnTo>
                    <a:pt x="5401125" y="129399"/>
                  </a:lnTo>
                  <a:lnTo>
                    <a:pt x="5401218" y="129399"/>
                  </a:lnTo>
                  <a:lnTo>
                    <a:pt x="5401311" y="129399"/>
                  </a:lnTo>
                  <a:lnTo>
                    <a:pt x="5401404" y="129399"/>
                  </a:lnTo>
                  <a:lnTo>
                    <a:pt x="5401498" y="129399"/>
                  </a:lnTo>
                  <a:lnTo>
                    <a:pt x="5401591" y="129399"/>
                  </a:lnTo>
                  <a:lnTo>
                    <a:pt x="5401684" y="129399"/>
                  </a:lnTo>
                  <a:lnTo>
                    <a:pt x="5401777" y="129399"/>
                  </a:lnTo>
                  <a:lnTo>
                    <a:pt x="5401871" y="129399"/>
                  </a:lnTo>
                  <a:lnTo>
                    <a:pt x="5401964" y="129399"/>
                  </a:lnTo>
                  <a:lnTo>
                    <a:pt x="5402057" y="129399"/>
                  </a:lnTo>
                  <a:lnTo>
                    <a:pt x="5402150" y="129399"/>
                  </a:lnTo>
                  <a:lnTo>
                    <a:pt x="5402244" y="129399"/>
                  </a:lnTo>
                  <a:lnTo>
                    <a:pt x="5402337" y="129399"/>
                  </a:lnTo>
                  <a:lnTo>
                    <a:pt x="5402430" y="129399"/>
                  </a:lnTo>
                  <a:lnTo>
                    <a:pt x="5402523" y="129399"/>
                  </a:lnTo>
                  <a:lnTo>
                    <a:pt x="5402617" y="129399"/>
                  </a:lnTo>
                  <a:lnTo>
                    <a:pt x="5402710" y="129399"/>
                  </a:lnTo>
                  <a:lnTo>
                    <a:pt x="5402803" y="129399"/>
                  </a:lnTo>
                  <a:lnTo>
                    <a:pt x="5402896" y="129399"/>
                  </a:lnTo>
                  <a:lnTo>
                    <a:pt x="5402990" y="129399"/>
                  </a:lnTo>
                  <a:lnTo>
                    <a:pt x="5403083" y="129399"/>
                  </a:lnTo>
                  <a:lnTo>
                    <a:pt x="5403176" y="129399"/>
                  </a:lnTo>
                  <a:lnTo>
                    <a:pt x="5403269" y="129399"/>
                  </a:lnTo>
                  <a:lnTo>
                    <a:pt x="5403363" y="129399"/>
                  </a:lnTo>
                  <a:lnTo>
                    <a:pt x="5403456" y="129399"/>
                  </a:lnTo>
                  <a:lnTo>
                    <a:pt x="5403549" y="129399"/>
                  </a:lnTo>
                  <a:lnTo>
                    <a:pt x="5403642" y="129399"/>
                  </a:lnTo>
                  <a:lnTo>
                    <a:pt x="5403736" y="129399"/>
                  </a:lnTo>
                  <a:lnTo>
                    <a:pt x="5403829" y="129399"/>
                  </a:lnTo>
                  <a:lnTo>
                    <a:pt x="5403922" y="129399"/>
                  </a:lnTo>
                  <a:lnTo>
                    <a:pt x="5404015" y="129399"/>
                  </a:lnTo>
                  <a:lnTo>
                    <a:pt x="5404109" y="129399"/>
                  </a:lnTo>
                  <a:lnTo>
                    <a:pt x="5404202" y="129399"/>
                  </a:lnTo>
                  <a:lnTo>
                    <a:pt x="5404295" y="129399"/>
                  </a:lnTo>
                  <a:lnTo>
                    <a:pt x="5404388" y="129399"/>
                  </a:lnTo>
                  <a:lnTo>
                    <a:pt x="5404482" y="129399"/>
                  </a:lnTo>
                  <a:lnTo>
                    <a:pt x="5404575" y="129399"/>
                  </a:lnTo>
                  <a:lnTo>
                    <a:pt x="5404668" y="129399"/>
                  </a:lnTo>
                  <a:lnTo>
                    <a:pt x="5404761" y="129399"/>
                  </a:lnTo>
                  <a:lnTo>
                    <a:pt x="5404854" y="129399"/>
                  </a:lnTo>
                  <a:lnTo>
                    <a:pt x="5404948" y="129399"/>
                  </a:lnTo>
                  <a:lnTo>
                    <a:pt x="5405041" y="129399"/>
                  </a:lnTo>
                  <a:lnTo>
                    <a:pt x="5405134" y="129399"/>
                  </a:lnTo>
                  <a:lnTo>
                    <a:pt x="5405227" y="129399"/>
                  </a:lnTo>
                  <a:lnTo>
                    <a:pt x="5405321" y="129399"/>
                  </a:lnTo>
                  <a:lnTo>
                    <a:pt x="5405414" y="129399"/>
                  </a:lnTo>
                  <a:lnTo>
                    <a:pt x="5405507" y="129399"/>
                  </a:lnTo>
                  <a:lnTo>
                    <a:pt x="5405600" y="129399"/>
                  </a:lnTo>
                  <a:lnTo>
                    <a:pt x="5405694" y="129399"/>
                  </a:lnTo>
                  <a:lnTo>
                    <a:pt x="5405787" y="129399"/>
                  </a:lnTo>
                  <a:lnTo>
                    <a:pt x="5405880" y="129399"/>
                  </a:lnTo>
                  <a:lnTo>
                    <a:pt x="5405973" y="129399"/>
                  </a:lnTo>
                  <a:lnTo>
                    <a:pt x="5406067" y="129399"/>
                  </a:lnTo>
                  <a:lnTo>
                    <a:pt x="5406160" y="129399"/>
                  </a:lnTo>
                  <a:lnTo>
                    <a:pt x="5406253" y="129399"/>
                  </a:lnTo>
                  <a:lnTo>
                    <a:pt x="5406346" y="129399"/>
                  </a:lnTo>
                  <a:lnTo>
                    <a:pt x="5406440" y="129399"/>
                  </a:lnTo>
                  <a:lnTo>
                    <a:pt x="5406533" y="129399"/>
                  </a:lnTo>
                  <a:lnTo>
                    <a:pt x="5406626" y="129399"/>
                  </a:lnTo>
                  <a:lnTo>
                    <a:pt x="5406719" y="129399"/>
                  </a:lnTo>
                  <a:lnTo>
                    <a:pt x="5406813" y="129399"/>
                  </a:lnTo>
                  <a:lnTo>
                    <a:pt x="5406906" y="129399"/>
                  </a:lnTo>
                  <a:lnTo>
                    <a:pt x="5406999" y="129399"/>
                  </a:lnTo>
                  <a:lnTo>
                    <a:pt x="5407092" y="129399"/>
                  </a:lnTo>
                  <a:lnTo>
                    <a:pt x="5407186" y="129399"/>
                  </a:lnTo>
                  <a:lnTo>
                    <a:pt x="5407279" y="129399"/>
                  </a:lnTo>
                  <a:lnTo>
                    <a:pt x="5407372" y="129399"/>
                  </a:lnTo>
                  <a:lnTo>
                    <a:pt x="5407465" y="129399"/>
                  </a:lnTo>
                  <a:lnTo>
                    <a:pt x="5407559" y="129399"/>
                  </a:lnTo>
                  <a:lnTo>
                    <a:pt x="5407652" y="129399"/>
                  </a:lnTo>
                  <a:lnTo>
                    <a:pt x="5407745" y="129399"/>
                  </a:lnTo>
                  <a:lnTo>
                    <a:pt x="5407838" y="129399"/>
                  </a:lnTo>
                  <a:lnTo>
                    <a:pt x="5407932" y="129399"/>
                  </a:lnTo>
                  <a:lnTo>
                    <a:pt x="5408025" y="129399"/>
                  </a:lnTo>
                  <a:lnTo>
                    <a:pt x="5408118" y="129399"/>
                  </a:lnTo>
                  <a:lnTo>
                    <a:pt x="5408211" y="129399"/>
                  </a:lnTo>
                  <a:lnTo>
                    <a:pt x="5408305" y="129399"/>
                  </a:lnTo>
                  <a:lnTo>
                    <a:pt x="5408398" y="129399"/>
                  </a:lnTo>
                  <a:lnTo>
                    <a:pt x="5408491" y="129399"/>
                  </a:lnTo>
                  <a:lnTo>
                    <a:pt x="5408584" y="129399"/>
                  </a:lnTo>
                  <a:lnTo>
                    <a:pt x="5408678" y="129399"/>
                  </a:lnTo>
                  <a:lnTo>
                    <a:pt x="5408771" y="129399"/>
                  </a:lnTo>
                  <a:lnTo>
                    <a:pt x="5408864" y="129399"/>
                  </a:lnTo>
                  <a:lnTo>
                    <a:pt x="5408957" y="129399"/>
                  </a:lnTo>
                  <a:lnTo>
                    <a:pt x="5409051" y="129399"/>
                  </a:lnTo>
                  <a:lnTo>
                    <a:pt x="5409144" y="129399"/>
                  </a:lnTo>
                  <a:lnTo>
                    <a:pt x="5409237" y="129399"/>
                  </a:lnTo>
                  <a:lnTo>
                    <a:pt x="5409330" y="129399"/>
                  </a:lnTo>
                  <a:lnTo>
                    <a:pt x="5409424" y="129399"/>
                  </a:lnTo>
                  <a:lnTo>
                    <a:pt x="5409517" y="129399"/>
                  </a:lnTo>
                  <a:lnTo>
                    <a:pt x="5409610" y="129399"/>
                  </a:lnTo>
                  <a:lnTo>
                    <a:pt x="5409703" y="129399"/>
                  </a:lnTo>
                  <a:lnTo>
                    <a:pt x="5409797" y="129399"/>
                  </a:lnTo>
                  <a:lnTo>
                    <a:pt x="5409890" y="129399"/>
                  </a:lnTo>
                  <a:lnTo>
                    <a:pt x="5409983" y="129399"/>
                  </a:lnTo>
                  <a:lnTo>
                    <a:pt x="5410076" y="129399"/>
                  </a:lnTo>
                  <a:lnTo>
                    <a:pt x="5410170" y="129399"/>
                  </a:lnTo>
                  <a:lnTo>
                    <a:pt x="5410263" y="129399"/>
                  </a:lnTo>
                  <a:lnTo>
                    <a:pt x="5410356" y="129399"/>
                  </a:lnTo>
                  <a:lnTo>
                    <a:pt x="5410449" y="129399"/>
                  </a:lnTo>
                  <a:lnTo>
                    <a:pt x="5410543" y="129399"/>
                  </a:lnTo>
                  <a:lnTo>
                    <a:pt x="5410636" y="129399"/>
                  </a:lnTo>
                  <a:lnTo>
                    <a:pt x="5410729" y="129399"/>
                  </a:lnTo>
                  <a:lnTo>
                    <a:pt x="5410822" y="129399"/>
                  </a:lnTo>
                  <a:lnTo>
                    <a:pt x="5410916" y="129399"/>
                  </a:lnTo>
                  <a:lnTo>
                    <a:pt x="5411009" y="129399"/>
                  </a:lnTo>
                  <a:lnTo>
                    <a:pt x="5411102" y="129399"/>
                  </a:lnTo>
                  <a:lnTo>
                    <a:pt x="5411195" y="129399"/>
                  </a:lnTo>
                  <a:lnTo>
                    <a:pt x="5411289" y="129399"/>
                  </a:lnTo>
                  <a:lnTo>
                    <a:pt x="5411382" y="129399"/>
                  </a:lnTo>
                  <a:lnTo>
                    <a:pt x="5411475" y="129399"/>
                  </a:lnTo>
                  <a:lnTo>
                    <a:pt x="5411568" y="129399"/>
                  </a:lnTo>
                  <a:lnTo>
                    <a:pt x="5411661" y="129399"/>
                  </a:lnTo>
                  <a:lnTo>
                    <a:pt x="5411755" y="129399"/>
                  </a:lnTo>
                  <a:lnTo>
                    <a:pt x="5411848" y="129399"/>
                  </a:lnTo>
                  <a:lnTo>
                    <a:pt x="5411941" y="129399"/>
                  </a:lnTo>
                  <a:lnTo>
                    <a:pt x="5412034" y="129399"/>
                  </a:lnTo>
                  <a:lnTo>
                    <a:pt x="5412128" y="129399"/>
                  </a:lnTo>
                  <a:lnTo>
                    <a:pt x="5412221" y="129399"/>
                  </a:lnTo>
                  <a:lnTo>
                    <a:pt x="5412314" y="129399"/>
                  </a:lnTo>
                  <a:lnTo>
                    <a:pt x="5412407" y="129399"/>
                  </a:lnTo>
                  <a:lnTo>
                    <a:pt x="5412501" y="129399"/>
                  </a:lnTo>
                  <a:lnTo>
                    <a:pt x="5412594" y="129399"/>
                  </a:lnTo>
                  <a:lnTo>
                    <a:pt x="5412687" y="129399"/>
                  </a:lnTo>
                  <a:lnTo>
                    <a:pt x="5412780" y="129399"/>
                  </a:lnTo>
                  <a:lnTo>
                    <a:pt x="5412874" y="129399"/>
                  </a:lnTo>
                  <a:lnTo>
                    <a:pt x="5412967" y="129399"/>
                  </a:lnTo>
                  <a:lnTo>
                    <a:pt x="5413060" y="129399"/>
                  </a:lnTo>
                  <a:lnTo>
                    <a:pt x="5413153" y="129399"/>
                  </a:lnTo>
                  <a:lnTo>
                    <a:pt x="5413247" y="129399"/>
                  </a:lnTo>
                  <a:lnTo>
                    <a:pt x="5413340" y="129399"/>
                  </a:lnTo>
                  <a:lnTo>
                    <a:pt x="5413433" y="129399"/>
                  </a:lnTo>
                  <a:lnTo>
                    <a:pt x="5413526" y="129399"/>
                  </a:lnTo>
                  <a:lnTo>
                    <a:pt x="5413620" y="129399"/>
                  </a:lnTo>
                  <a:lnTo>
                    <a:pt x="5413713" y="129399"/>
                  </a:lnTo>
                  <a:lnTo>
                    <a:pt x="5413806" y="129399"/>
                  </a:lnTo>
                  <a:lnTo>
                    <a:pt x="5413899" y="129399"/>
                  </a:lnTo>
                  <a:lnTo>
                    <a:pt x="5413993" y="129399"/>
                  </a:lnTo>
                  <a:lnTo>
                    <a:pt x="5414086" y="129399"/>
                  </a:lnTo>
                  <a:lnTo>
                    <a:pt x="5414179" y="129399"/>
                  </a:lnTo>
                  <a:lnTo>
                    <a:pt x="5414272" y="129399"/>
                  </a:lnTo>
                  <a:lnTo>
                    <a:pt x="5414366" y="129399"/>
                  </a:lnTo>
                  <a:lnTo>
                    <a:pt x="5414459" y="129399"/>
                  </a:lnTo>
                  <a:lnTo>
                    <a:pt x="5414552" y="129399"/>
                  </a:lnTo>
                  <a:lnTo>
                    <a:pt x="5414645" y="129399"/>
                  </a:lnTo>
                  <a:lnTo>
                    <a:pt x="5414739" y="129399"/>
                  </a:lnTo>
                  <a:lnTo>
                    <a:pt x="5414832" y="129399"/>
                  </a:lnTo>
                  <a:lnTo>
                    <a:pt x="5414925" y="129399"/>
                  </a:lnTo>
                  <a:lnTo>
                    <a:pt x="5415018" y="129399"/>
                  </a:lnTo>
                  <a:lnTo>
                    <a:pt x="5415112" y="129399"/>
                  </a:lnTo>
                  <a:lnTo>
                    <a:pt x="5415205" y="129399"/>
                  </a:lnTo>
                  <a:lnTo>
                    <a:pt x="5415298" y="129399"/>
                  </a:lnTo>
                  <a:lnTo>
                    <a:pt x="5415391" y="129399"/>
                  </a:lnTo>
                  <a:lnTo>
                    <a:pt x="5415485" y="129399"/>
                  </a:lnTo>
                  <a:lnTo>
                    <a:pt x="5415578" y="129399"/>
                  </a:lnTo>
                  <a:lnTo>
                    <a:pt x="5415671" y="129399"/>
                  </a:lnTo>
                  <a:lnTo>
                    <a:pt x="5415764" y="129399"/>
                  </a:lnTo>
                  <a:lnTo>
                    <a:pt x="5415858" y="129399"/>
                  </a:lnTo>
                  <a:lnTo>
                    <a:pt x="5415951" y="129399"/>
                  </a:lnTo>
                  <a:lnTo>
                    <a:pt x="5416044" y="129399"/>
                  </a:lnTo>
                  <a:lnTo>
                    <a:pt x="5416137" y="129399"/>
                  </a:lnTo>
                  <a:lnTo>
                    <a:pt x="5416231" y="129399"/>
                  </a:lnTo>
                  <a:lnTo>
                    <a:pt x="5416324" y="129399"/>
                  </a:lnTo>
                  <a:lnTo>
                    <a:pt x="5416417" y="129399"/>
                  </a:lnTo>
                  <a:lnTo>
                    <a:pt x="5416510" y="129399"/>
                  </a:lnTo>
                  <a:lnTo>
                    <a:pt x="5416604" y="129399"/>
                  </a:lnTo>
                  <a:lnTo>
                    <a:pt x="5416697" y="129399"/>
                  </a:lnTo>
                  <a:lnTo>
                    <a:pt x="5416790" y="129399"/>
                  </a:lnTo>
                  <a:lnTo>
                    <a:pt x="5416883" y="129399"/>
                  </a:lnTo>
                  <a:lnTo>
                    <a:pt x="5416977" y="129399"/>
                  </a:lnTo>
                  <a:lnTo>
                    <a:pt x="5417070" y="129399"/>
                  </a:lnTo>
                  <a:lnTo>
                    <a:pt x="5417163" y="129399"/>
                  </a:lnTo>
                  <a:lnTo>
                    <a:pt x="5417256" y="129399"/>
                  </a:lnTo>
                  <a:lnTo>
                    <a:pt x="5417350" y="129399"/>
                  </a:lnTo>
                  <a:lnTo>
                    <a:pt x="5417443" y="129399"/>
                  </a:lnTo>
                  <a:lnTo>
                    <a:pt x="5417536" y="129399"/>
                  </a:lnTo>
                  <a:lnTo>
                    <a:pt x="5417629" y="129399"/>
                  </a:lnTo>
                  <a:lnTo>
                    <a:pt x="5417723" y="129399"/>
                  </a:lnTo>
                  <a:lnTo>
                    <a:pt x="5417816" y="129399"/>
                  </a:lnTo>
                  <a:lnTo>
                    <a:pt x="5417909" y="129399"/>
                  </a:lnTo>
                  <a:lnTo>
                    <a:pt x="5418002" y="129399"/>
                  </a:lnTo>
                  <a:lnTo>
                    <a:pt x="5418096" y="129399"/>
                  </a:lnTo>
                  <a:lnTo>
                    <a:pt x="5418189" y="129399"/>
                  </a:lnTo>
                  <a:lnTo>
                    <a:pt x="5418282" y="129399"/>
                  </a:lnTo>
                  <a:lnTo>
                    <a:pt x="5418375" y="129399"/>
                  </a:lnTo>
                  <a:lnTo>
                    <a:pt x="5418468" y="129399"/>
                  </a:lnTo>
                  <a:lnTo>
                    <a:pt x="5418562" y="129399"/>
                  </a:lnTo>
                  <a:lnTo>
                    <a:pt x="5418655" y="129399"/>
                  </a:lnTo>
                  <a:lnTo>
                    <a:pt x="5418748" y="129399"/>
                  </a:lnTo>
                  <a:lnTo>
                    <a:pt x="5418841" y="129399"/>
                  </a:lnTo>
                  <a:lnTo>
                    <a:pt x="5418935" y="129399"/>
                  </a:lnTo>
                  <a:lnTo>
                    <a:pt x="5419028" y="129399"/>
                  </a:lnTo>
                  <a:lnTo>
                    <a:pt x="5419121" y="129399"/>
                  </a:lnTo>
                  <a:lnTo>
                    <a:pt x="5419214" y="129399"/>
                  </a:lnTo>
                  <a:lnTo>
                    <a:pt x="5419308" y="129399"/>
                  </a:lnTo>
                  <a:lnTo>
                    <a:pt x="5419401" y="129399"/>
                  </a:lnTo>
                  <a:lnTo>
                    <a:pt x="5419494" y="129399"/>
                  </a:lnTo>
                  <a:lnTo>
                    <a:pt x="5419587" y="129399"/>
                  </a:lnTo>
                  <a:lnTo>
                    <a:pt x="5419681" y="129399"/>
                  </a:lnTo>
                  <a:lnTo>
                    <a:pt x="5419774" y="129399"/>
                  </a:lnTo>
                  <a:lnTo>
                    <a:pt x="5419867" y="129399"/>
                  </a:lnTo>
                  <a:lnTo>
                    <a:pt x="5419960" y="129399"/>
                  </a:lnTo>
                  <a:lnTo>
                    <a:pt x="5420054" y="129399"/>
                  </a:lnTo>
                  <a:lnTo>
                    <a:pt x="5420147" y="129399"/>
                  </a:lnTo>
                  <a:lnTo>
                    <a:pt x="5420240" y="129399"/>
                  </a:lnTo>
                  <a:lnTo>
                    <a:pt x="5420333" y="129399"/>
                  </a:lnTo>
                  <a:lnTo>
                    <a:pt x="5420427" y="129399"/>
                  </a:lnTo>
                  <a:lnTo>
                    <a:pt x="5420520" y="129399"/>
                  </a:lnTo>
                  <a:lnTo>
                    <a:pt x="5420613" y="129399"/>
                  </a:lnTo>
                  <a:lnTo>
                    <a:pt x="5420706" y="129399"/>
                  </a:lnTo>
                  <a:lnTo>
                    <a:pt x="5420800" y="129399"/>
                  </a:lnTo>
                  <a:lnTo>
                    <a:pt x="5420893" y="129399"/>
                  </a:lnTo>
                  <a:lnTo>
                    <a:pt x="5420986" y="129399"/>
                  </a:lnTo>
                  <a:lnTo>
                    <a:pt x="5421079" y="129399"/>
                  </a:lnTo>
                  <a:lnTo>
                    <a:pt x="5421173" y="129399"/>
                  </a:lnTo>
                  <a:lnTo>
                    <a:pt x="5421266" y="129399"/>
                  </a:lnTo>
                  <a:lnTo>
                    <a:pt x="5421359" y="129399"/>
                  </a:lnTo>
                  <a:lnTo>
                    <a:pt x="5421452" y="129399"/>
                  </a:lnTo>
                  <a:lnTo>
                    <a:pt x="5421546" y="129399"/>
                  </a:lnTo>
                  <a:lnTo>
                    <a:pt x="5421639" y="129399"/>
                  </a:lnTo>
                  <a:lnTo>
                    <a:pt x="5421732" y="129399"/>
                  </a:lnTo>
                  <a:lnTo>
                    <a:pt x="5421825" y="129399"/>
                  </a:lnTo>
                  <a:lnTo>
                    <a:pt x="5421919" y="129399"/>
                  </a:lnTo>
                  <a:lnTo>
                    <a:pt x="5422012" y="129399"/>
                  </a:lnTo>
                  <a:lnTo>
                    <a:pt x="5422105" y="129399"/>
                  </a:lnTo>
                  <a:lnTo>
                    <a:pt x="5422198" y="129399"/>
                  </a:lnTo>
                  <a:lnTo>
                    <a:pt x="5422292" y="129399"/>
                  </a:lnTo>
                  <a:lnTo>
                    <a:pt x="5422385" y="129399"/>
                  </a:lnTo>
                  <a:lnTo>
                    <a:pt x="5422478" y="129399"/>
                  </a:lnTo>
                  <a:lnTo>
                    <a:pt x="5422571" y="129399"/>
                  </a:lnTo>
                  <a:lnTo>
                    <a:pt x="5422665" y="129399"/>
                  </a:lnTo>
                  <a:lnTo>
                    <a:pt x="5422758" y="129399"/>
                  </a:lnTo>
                  <a:lnTo>
                    <a:pt x="5422851" y="129399"/>
                  </a:lnTo>
                  <a:lnTo>
                    <a:pt x="5422944" y="129399"/>
                  </a:lnTo>
                  <a:lnTo>
                    <a:pt x="5423038" y="129399"/>
                  </a:lnTo>
                  <a:lnTo>
                    <a:pt x="5423131" y="129399"/>
                  </a:lnTo>
                  <a:lnTo>
                    <a:pt x="5423224" y="129399"/>
                  </a:lnTo>
                  <a:lnTo>
                    <a:pt x="5423317" y="129399"/>
                  </a:lnTo>
                  <a:lnTo>
                    <a:pt x="5423411" y="129399"/>
                  </a:lnTo>
                  <a:lnTo>
                    <a:pt x="5423504" y="129399"/>
                  </a:lnTo>
                  <a:lnTo>
                    <a:pt x="5423597" y="129399"/>
                  </a:lnTo>
                  <a:lnTo>
                    <a:pt x="5423690" y="129399"/>
                  </a:lnTo>
                  <a:lnTo>
                    <a:pt x="5423784" y="129399"/>
                  </a:lnTo>
                  <a:lnTo>
                    <a:pt x="5423877" y="129399"/>
                  </a:lnTo>
                  <a:lnTo>
                    <a:pt x="5423970" y="129399"/>
                  </a:lnTo>
                  <a:lnTo>
                    <a:pt x="5424063" y="129399"/>
                  </a:lnTo>
                  <a:lnTo>
                    <a:pt x="5424157" y="129399"/>
                  </a:lnTo>
                  <a:lnTo>
                    <a:pt x="5424250" y="129399"/>
                  </a:lnTo>
                  <a:lnTo>
                    <a:pt x="5424343" y="129399"/>
                  </a:lnTo>
                  <a:lnTo>
                    <a:pt x="5424436" y="129399"/>
                  </a:lnTo>
                  <a:lnTo>
                    <a:pt x="5424530" y="129399"/>
                  </a:lnTo>
                  <a:lnTo>
                    <a:pt x="5424623" y="129399"/>
                  </a:lnTo>
                  <a:lnTo>
                    <a:pt x="5424716" y="129399"/>
                  </a:lnTo>
                  <a:lnTo>
                    <a:pt x="5424809" y="129399"/>
                  </a:lnTo>
                  <a:lnTo>
                    <a:pt x="5424903" y="129399"/>
                  </a:lnTo>
                  <a:lnTo>
                    <a:pt x="5424996" y="129399"/>
                  </a:lnTo>
                  <a:lnTo>
                    <a:pt x="5425089" y="129399"/>
                  </a:lnTo>
                  <a:lnTo>
                    <a:pt x="5425182" y="129399"/>
                  </a:lnTo>
                  <a:lnTo>
                    <a:pt x="5425276" y="129399"/>
                  </a:lnTo>
                  <a:lnTo>
                    <a:pt x="5425369" y="129399"/>
                  </a:lnTo>
                  <a:lnTo>
                    <a:pt x="5425462" y="129399"/>
                  </a:lnTo>
                  <a:lnTo>
                    <a:pt x="5425555" y="129399"/>
                  </a:lnTo>
                  <a:lnTo>
                    <a:pt x="5425648" y="129399"/>
                  </a:lnTo>
                  <a:lnTo>
                    <a:pt x="5425742" y="129399"/>
                  </a:lnTo>
                  <a:lnTo>
                    <a:pt x="5425835" y="129399"/>
                  </a:lnTo>
                  <a:lnTo>
                    <a:pt x="5425928" y="129399"/>
                  </a:lnTo>
                  <a:lnTo>
                    <a:pt x="5426021" y="129399"/>
                  </a:lnTo>
                  <a:lnTo>
                    <a:pt x="5426115" y="129399"/>
                  </a:lnTo>
                  <a:lnTo>
                    <a:pt x="5426208" y="129399"/>
                  </a:lnTo>
                  <a:lnTo>
                    <a:pt x="5426301" y="129399"/>
                  </a:lnTo>
                  <a:lnTo>
                    <a:pt x="5426394" y="129399"/>
                  </a:lnTo>
                  <a:lnTo>
                    <a:pt x="5426488" y="129399"/>
                  </a:lnTo>
                  <a:lnTo>
                    <a:pt x="5426581" y="129399"/>
                  </a:lnTo>
                  <a:lnTo>
                    <a:pt x="5426674" y="129399"/>
                  </a:lnTo>
                  <a:lnTo>
                    <a:pt x="5426767" y="129399"/>
                  </a:lnTo>
                  <a:lnTo>
                    <a:pt x="5426861" y="129399"/>
                  </a:lnTo>
                  <a:lnTo>
                    <a:pt x="5426954" y="129399"/>
                  </a:lnTo>
                  <a:lnTo>
                    <a:pt x="5427047" y="129399"/>
                  </a:lnTo>
                  <a:lnTo>
                    <a:pt x="5427140" y="129399"/>
                  </a:lnTo>
                  <a:lnTo>
                    <a:pt x="5427234" y="129399"/>
                  </a:lnTo>
                  <a:lnTo>
                    <a:pt x="5427327" y="129399"/>
                  </a:lnTo>
                  <a:lnTo>
                    <a:pt x="5427420" y="129399"/>
                  </a:lnTo>
                  <a:lnTo>
                    <a:pt x="5427513" y="129399"/>
                  </a:lnTo>
                  <a:lnTo>
                    <a:pt x="5427607" y="129399"/>
                  </a:lnTo>
                  <a:lnTo>
                    <a:pt x="5427700" y="129399"/>
                  </a:lnTo>
                  <a:lnTo>
                    <a:pt x="5427793" y="129399"/>
                  </a:lnTo>
                  <a:lnTo>
                    <a:pt x="5427886" y="129399"/>
                  </a:lnTo>
                  <a:lnTo>
                    <a:pt x="5427980" y="129399"/>
                  </a:lnTo>
                  <a:lnTo>
                    <a:pt x="5428073" y="129399"/>
                  </a:lnTo>
                  <a:lnTo>
                    <a:pt x="5428166" y="129399"/>
                  </a:lnTo>
                  <a:lnTo>
                    <a:pt x="5428259" y="129399"/>
                  </a:lnTo>
                  <a:lnTo>
                    <a:pt x="5428353" y="129399"/>
                  </a:lnTo>
                  <a:lnTo>
                    <a:pt x="5428446" y="129399"/>
                  </a:lnTo>
                  <a:lnTo>
                    <a:pt x="5428539" y="129399"/>
                  </a:lnTo>
                  <a:lnTo>
                    <a:pt x="5428632" y="129399"/>
                  </a:lnTo>
                  <a:lnTo>
                    <a:pt x="5428726" y="129399"/>
                  </a:lnTo>
                  <a:lnTo>
                    <a:pt x="5428819" y="129399"/>
                  </a:lnTo>
                  <a:lnTo>
                    <a:pt x="5428912" y="129399"/>
                  </a:lnTo>
                  <a:lnTo>
                    <a:pt x="5429005" y="129399"/>
                  </a:lnTo>
                  <a:lnTo>
                    <a:pt x="5429099" y="129399"/>
                  </a:lnTo>
                  <a:lnTo>
                    <a:pt x="5429192" y="129399"/>
                  </a:lnTo>
                  <a:lnTo>
                    <a:pt x="5429285" y="129399"/>
                  </a:lnTo>
                  <a:lnTo>
                    <a:pt x="5429378" y="129399"/>
                  </a:lnTo>
                  <a:lnTo>
                    <a:pt x="5429472" y="129399"/>
                  </a:lnTo>
                  <a:lnTo>
                    <a:pt x="5429565" y="129399"/>
                  </a:lnTo>
                  <a:lnTo>
                    <a:pt x="5429658" y="129399"/>
                  </a:lnTo>
                  <a:lnTo>
                    <a:pt x="5429751" y="129399"/>
                  </a:lnTo>
                  <a:lnTo>
                    <a:pt x="5429845" y="129399"/>
                  </a:lnTo>
                  <a:lnTo>
                    <a:pt x="5429938" y="129399"/>
                  </a:lnTo>
                  <a:lnTo>
                    <a:pt x="5430031" y="129399"/>
                  </a:lnTo>
                  <a:lnTo>
                    <a:pt x="5430124" y="129399"/>
                  </a:lnTo>
                  <a:lnTo>
                    <a:pt x="5430218" y="129399"/>
                  </a:lnTo>
                  <a:lnTo>
                    <a:pt x="5430311" y="129399"/>
                  </a:lnTo>
                  <a:lnTo>
                    <a:pt x="5430404" y="129399"/>
                  </a:lnTo>
                  <a:lnTo>
                    <a:pt x="5430497" y="129399"/>
                  </a:lnTo>
                  <a:lnTo>
                    <a:pt x="5430591" y="129399"/>
                  </a:lnTo>
                  <a:lnTo>
                    <a:pt x="5430684" y="129399"/>
                  </a:lnTo>
                  <a:lnTo>
                    <a:pt x="5430777" y="129399"/>
                  </a:lnTo>
                  <a:lnTo>
                    <a:pt x="5430870" y="129399"/>
                  </a:lnTo>
                  <a:lnTo>
                    <a:pt x="5430964" y="129399"/>
                  </a:lnTo>
                  <a:lnTo>
                    <a:pt x="5431057" y="129399"/>
                  </a:lnTo>
                  <a:lnTo>
                    <a:pt x="5431150" y="129399"/>
                  </a:lnTo>
                  <a:lnTo>
                    <a:pt x="5431243" y="129399"/>
                  </a:lnTo>
                  <a:lnTo>
                    <a:pt x="5431337" y="129399"/>
                  </a:lnTo>
                  <a:lnTo>
                    <a:pt x="5431430" y="129399"/>
                  </a:lnTo>
                  <a:lnTo>
                    <a:pt x="5431523" y="129399"/>
                  </a:lnTo>
                  <a:lnTo>
                    <a:pt x="5431616" y="129399"/>
                  </a:lnTo>
                  <a:lnTo>
                    <a:pt x="5431710" y="129399"/>
                  </a:lnTo>
                  <a:lnTo>
                    <a:pt x="5431803" y="129399"/>
                  </a:lnTo>
                  <a:lnTo>
                    <a:pt x="5431896" y="129399"/>
                  </a:lnTo>
                  <a:lnTo>
                    <a:pt x="5431989" y="129399"/>
                  </a:lnTo>
                  <a:lnTo>
                    <a:pt x="5432083" y="129399"/>
                  </a:lnTo>
                  <a:lnTo>
                    <a:pt x="5432176" y="129399"/>
                  </a:lnTo>
                  <a:lnTo>
                    <a:pt x="5432269" y="129399"/>
                  </a:lnTo>
                  <a:lnTo>
                    <a:pt x="5432362" y="129399"/>
                  </a:lnTo>
                  <a:lnTo>
                    <a:pt x="5432455" y="129399"/>
                  </a:lnTo>
                  <a:lnTo>
                    <a:pt x="5432549" y="129399"/>
                  </a:lnTo>
                  <a:lnTo>
                    <a:pt x="5432642" y="129399"/>
                  </a:lnTo>
                  <a:lnTo>
                    <a:pt x="5432735" y="129399"/>
                  </a:lnTo>
                  <a:lnTo>
                    <a:pt x="5432828" y="129399"/>
                  </a:lnTo>
                  <a:lnTo>
                    <a:pt x="5432922" y="129399"/>
                  </a:lnTo>
                  <a:lnTo>
                    <a:pt x="5433015" y="129399"/>
                  </a:lnTo>
                  <a:lnTo>
                    <a:pt x="5433108" y="129399"/>
                  </a:lnTo>
                  <a:lnTo>
                    <a:pt x="5433201" y="129399"/>
                  </a:lnTo>
                  <a:lnTo>
                    <a:pt x="5433295" y="129399"/>
                  </a:lnTo>
                  <a:lnTo>
                    <a:pt x="5433388" y="129399"/>
                  </a:lnTo>
                  <a:lnTo>
                    <a:pt x="5433481" y="129399"/>
                  </a:lnTo>
                  <a:lnTo>
                    <a:pt x="5433574" y="129399"/>
                  </a:lnTo>
                  <a:lnTo>
                    <a:pt x="5433668" y="129399"/>
                  </a:lnTo>
                  <a:lnTo>
                    <a:pt x="5433761" y="129399"/>
                  </a:lnTo>
                  <a:lnTo>
                    <a:pt x="5433854" y="129399"/>
                  </a:lnTo>
                  <a:lnTo>
                    <a:pt x="5433947" y="129399"/>
                  </a:lnTo>
                  <a:lnTo>
                    <a:pt x="5434041" y="129399"/>
                  </a:lnTo>
                  <a:lnTo>
                    <a:pt x="5434134" y="129399"/>
                  </a:lnTo>
                  <a:lnTo>
                    <a:pt x="5434227" y="129399"/>
                  </a:lnTo>
                  <a:lnTo>
                    <a:pt x="5434320" y="129399"/>
                  </a:lnTo>
                  <a:lnTo>
                    <a:pt x="5434414" y="129399"/>
                  </a:lnTo>
                  <a:lnTo>
                    <a:pt x="5434507" y="129399"/>
                  </a:lnTo>
                  <a:lnTo>
                    <a:pt x="5434600" y="129399"/>
                  </a:lnTo>
                  <a:lnTo>
                    <a:pt x="5434693" y="129399"/>
                  </a:lnTo>
                  <a:lnTo>
                    <a:pt x="5434787" y="129399"/>
                  </a:lnTo>
                  <a:lnTo>
                    <a:pt x="5434880" y="129399"/>
                  </a:lnTo>
                  <a:lnTo>
                    <a:pt x="5434973" y="129399"/>
                  </a:lnTo>
                  <a:lnTo>
                    <a:pt x="5435066" y="129399"/>
                  </a:lnTo>
                  <a:lnTo>
                    <a:pt x="5435160" y="129399"/>
                  </a:lnTo>
                  <a:lnTo>
                    <a:pt x="5435253" y="129399"/>
                  </a:lnTo>
                  <a:lnTo>
                    <a:pt x="5435346" y="129399"/>
                  </a:lnTo>
                  <a:lnTo>
                    <a:pt x="5435439" y="129399"/>
                  </a:lnTo>
                  <a:lnTo>
                    <a:pt x="5435533" y="129399"/>
                  </a:lnTo>
                  <a:lnTo>
                    <a:pt x="5435626" y="129399"/>
                  </a:lnTo>
                  <a:lnTo>
                    <a:pt x="5435719" y="129399"/>
                  </a:lnTo>
                  <a:lnTo>
                    <a:pt x="5435812" y="129399"/>
                  </a:lnTo>
                  <a:lnTo>
                    <a:pt x="5435906" y="129399"/>
                  </a:lnTo>
                  <a:lnTo>
                    <a:pt x="5435999" y="129399"/>
                  </a:lnTo>
                  <a:lnTo>
                    <a:pt x="5436092" y="129399"/>
                  </a:lnTo>
                  <a:lnTo>
                    <a:pt x="5436185" y="129399"/>
                  </a:lnTo>
                  <a:lnTo>
                    <a:pt x="5436279" y="129399"/>
                  </a:lnTo>
                  <a:lnTo>
                    <a:pt x="5436372" y="129399"/>
                  </a:lnTo>
                  <a:lnTo>
                    <a:pt x="5436465" y="129399"/>
                  </a:lnTo>
                  <a:lnTo>
                    <a:pt x="5436558" y="129399"/>
                  </a:lnTo>
                  <a:lnTo>
                    <a:pt x="5436652" y="129399"/>
                  </a:lnTo>
                  <a:lnTo>
                    <a:pt x="5436745" y="129399"/>
                  </a:lnTo>
                  <a:lnTo>
                    <a:pt x="5436838" y="129399"/>
                  </a:lnTo>
                  <a:lnTo>
                    <a:pt x="5436931" y="129399"/>
                  </a:lnTo>
                  <a:lnTo>
                    <a:pt x="5437025" y="129399"/>
                  </a:lnTo>
                  <a:lnTo>
                    <a:pt x="5437118" y="129399"/>
                  </a:lnTo>
                  <a:lnTo>
                    <a:pt x="5437211" y="129399"/>
                  </a:lnTo>
                  <a:lnTo>
                    <a:pt x="5437304" y="129399"/>
                  </a:lnTo>
                  <a:lnTo>
                    <a:pt x="5437398" y="129399"/>
                  </a:lnTo>
                  <a:lnTo>
                    <a:pt x="5437491" y="129399"/>
                  </a:lnTo>
                  <a:lnTo>
                    <a:pt x="5437584" y="129399"/>
                  </a:lnTo>
                  <a:lnTo>
                    <a:pt x="5437677" y="129399"/>
                  </a:lnTo>
                  <a:lnTo>
                    <a:pt x="5437771" y="129399"/>
                  </a:lnTo>
                  <a:lnTo>
                    <a:pt x="5437864" y="129399"/>
                  </a:lnTo>
                  <a:lnTo>
                    <a:pt x="5437957" y="129399"/>
                  </a:lnTo>
                  <a:lnTo>
                    <a:pt x="5438050" y="129399"/>
                  </a:lnTo>
                  <a:lnTo>
                    <a:pt x="5438144" y="129399"/>
                  </a:lnTo>
                  <a:lnTo>
                    <a:pt x="5438237" y="129399"/>
                  </a:lnTo>
                  <a:lnTo>
                    <a:pt x="5438330" y="129399"/>
                  </a:lnTo>
                  <a:lnTo>
                    <a:pt x="5438423" y="129399"/>
                  </a:lnTo>
                  <a:lnTo>
                    <a:pt x="5438517" y="129399"/>
                  </a:lnTo>
                  <a:lnTo>
                    <a:pt x="5438610" y="129399"/>
                  </a:lnTo>
                  <a:lnTo>
                    <a:pt x="5438703" y="129399"/>
                  </a:lnTo>
                  <a:lnTo>
                    <a:pt x="5438796" y="129399"/>
                  </a:lnTo>
                  <a:lnTo>
                    <a:pt x="5438890" y="129399"/>
                  </a:lnTo>
                  <a:lnTo>
                    <a:pt x="5438983" y="129399"/>
                  </a:lnTo>
                  <a:lnTo>
                    <a:pt x="5439076" y="129399"/>
                  </a:lnTo>
                  <a:lnTo>
                    <a:pt x="5439169" y="129399"/>
                  </a:lnTo>
                  <a:lnTo>
                    <a:pt x="5439262" y="129399"/>
                  </a:lnTo>
                  <a:lnTo>
                    <a:pt x="5439356" y="129399"/>
                  </a:lnTo>
                  <a:lnTo>
                    <a:pt x="5439449" y="129399"/>
                  </a:lnTo>
                  <a:lnTo>
                    <a:pt x="5439542" y="129399"/>
                  </a:lnTo>
                  <a:lnTo>
                    <a:pt x="5439635" y="129399"/>
                  </a:lnTo>
                  <a:lnTo>
                    <a:pt x="5439729" y="129399"/>
                  </a:lnTo>
                  <a:lnTo>
                    <a:pt x="5439822" y="129399"/>
                  </a:lnTo>
                  <a:lnTo>
                    <a:pt x="5439915" y="129399"/>
                  </a:lnTo>
                  <a:lnTo>
                    <a:pt x="5440008" y="129399"/>
                  </a:lnTo>
                  <a:lnTo>
                    <a:pt x="5440102" y="129399"/>
                  </a:lnTo>
                  <a:lnTo>
                    <a:pt x="5440195" y="129399"/>
                  </a:lnTo>
                  <a:lnTo>
                    <a:pt x="5440288" y="129399"/>
                  </a:lnTo>
                  <a:lnTo>
                    <a:pt x="5440381" y="129399"/>
                  </a:lnTo>
                  <a:lnTo>
                    <a:pt x="5440475" y="129399"/>
                  </a:lnTo>
                  <a:lnTo>
                    <a:pt x="5440568" y="129399"/>
                  </a:lnTo>
                  <a:lnTo>
                    <a:pt x="5440661" y="129399"/>
                  </a:lnTo>
                  <a:lnTo>
                    <a:pt x="5440754" y="129399"/>
                  </a:lnTo>
                  <a:lnTo>
                    <a:pt x="5440848" y="129399"/>
                  </a:lnTo>
                  <a:lnTo>
                    <a:pt x="5440941" y="129399"/>
                  </a:lnTo>
                  <a:lnTo>
                    <a:pt x="5441034" y="129399"/>
                  </a:lnTo>
                  <a:lnTo>
                    <a:pt x="5441127" y="129399"/>
                  </a:lnTo>
                  <a:lnTo>
                    <a:pt x="5441221" y="129399"/>
                  </a:lnTo>
                  <a:lnTo>
                    <a:pt x="5441314" y="129399"/>
                  </a:lnTo>
                  <a:lnTo>
                    <a:pt x="5441407" y="129399"/>
                  </a:lnTo>
                  <a:lnTo>
                    <a:pt x="5441500" y="129399"/>
                  </a:lnTo>
                  <a:lnTo>
                    <a:pt x="5441594" y="129399"/>
                  </a:lnTo>
                  <a:lnTo>
                    <a:pt x="5441687" y="129399"/>
                  </a:lnTo>
                  <a:lnTo>
                    <a:pt x="5441780" y="129399"/>
                  </a:lnTo>
                  <a:lnTo>
                    <a:pt x="5441873" y="129399"/>
                  </a:lnTo>
                  <a:lnTo>
                    <a:pt x="5441967" y="129399"/>
                  </a:lnTo>
                  <a:lnTo>
                    <a:pt x="5442060" y="129399"/>
                  </a:lnTo>
                  <a:lnTo>
                    <a:pt x="5442153" y="129399"/>
                  </a:lnTo>
                  <a:lnTo>
                    <a:pt x="5442246" y="129399"/>
                  </a:lnTo>
                  <a:lnTo>
                    <a:pt x="5442340" y="129399"/>
                  </a:lnTo>
                  <a:lnTo>
                    <a:pt x="5442433" y="129399"/>
                  </a:lnTo>
                  <a:lnTo>
                    <a:pt x="5442526" y="129399"/>
                  </a:lnTo>
                  <a:lnTo>
                    <a:pt x="5442619" y="129399"/>
                  </a:lnTo>
                  <a:lnTo>
                    <a:pt x="5442713" y="129399"/>
                  </a:lnTo>
                  <a:lnTo>
                    <a:pt x="5442806" y="129399"/>
                  </a:lnTo>
                  <a:lnTo>
                    <a:pt x="5442899" y="129399"/>
                  </a:lnTo>
                  <a:lnTo>
                    <a:pt x="5442992" y="129399"/>
                  </a:lnTo>
                  <a:lnTo>
                    <a:pt x="5443086" y="129399"/>
                  </a:lnTo>
                  <a:lnTo>
                    <a:pt x="5443179" y="129399"/>
                  </a:lnTo>
                  <a:lnTo>
                    <a:pt x="5443272" y="129399"/>
                  </a:lnTo>
                  <a:lnTo>
                    <a:pt x="5443365" y="129399"/>
                  </a:lnTo>
                  <a:lnTo>
                    <a:pt x="5443459" y="129399"/>
                  </a:lnTo>
                  <a:lnTo>
                    <a:pt x="5443552" y="129399"/>
                  </a:lnTo>
                  <a:lnTo>
                    <a:pt x="5443645" y="129399"/>
                  </a:lnTo>
                  <a:lnTo>
                    <a:pt x="5443738" y="129399"/>
                  </a:lnTo>
                  <a:lnTo>
                    <a:pt x="5443832" y="129399"/>
                  </a:lnTo>
                  <a:lnTo>
                    <a:pt x="5443925" y="129399"/>
                  </a:lnTo>
                  <a:lnTo>
                    <a:pt x="5444018" y="129399"/>
                  </a:lnTo>
                  <a:lnTo>
                    <a:pt x="5444111" y="129399"/>
                  </a:lnTo>
                  <a:lnTo>
                    <a:pt x="5444205" y="129399"/>
                  </a:lnTo>
                  <a:lnTo>
                    <a:pt x="5444298" y="129399"/>
                  </a:lnTo>
                  <a:lnTo>
                    <a:pt x="5444391" y="129399"/>
                  </a:lnTo>
                  <a:lnTo>
                    <a:pt x="5444484" y="129399"/>
                  </a:lnTo>
                  <a:lnTo>
                    <a:pt x="5444578" y="129399"/>
                  </a:lnTo>
                  <a:lnTo>
                    <a:pt x="5444671" y="129399"/>
                  </a:lnTo>
                  <a:lnTo>
                    <a:pt x="5444764" y="129399"/>
                  </a:lnTo>
                  <a:lnTo>
                    <a:pt x="5444857" y="129399"/>
                  </a:lnTo>
                  <a:lnTo>
                    <a:pt x="5444951" y="129399"/>
                  </a:lnTo>
                  <a:lnTo>
                    <a:pt x="5445044" y="129399"/>
                  </a:lnTo>
                  <a:lnTo>
                    <a:pt x="5445137" y="129399"/>
                  </a:lnTo>
                  <a:lnTo>
                    <a:pt x="5445230" y="129399"/>
                  </a:lnTo>
                  <a:lnTo>
                    <a:pt x="5445324" y="129399"/>
                  </a:lnTo>
                  <a:lnTo>
                    <a:pt x="5445417" y="129399"/>
                  </a:lnTo>
                  <a:lnTo>
                    <a:pt x="5445510" y="129399"/>
                  </a:lnTo>
                  <a:lnTo>
                    <a:pt x="5445603" y="129399"/>
                  </a:lnTo>
                  <a:lnTo>
                    <a:pt x="5445697" y="129399"/>
                  </a:lnTo>
                  <a:lnTo>
                    <a:pt x="5445790" y="129399"/>
                  </a:lnTo>
                  <a:lnTo>
                    <a:pt x="5445883" y="129399"/>
                  </a:lnTo>
                  <a:lnTo>
                    <a:pt x="5445976" y="129399"/>
                  </a:lnTo>
                  <a:lnTo>
                    <a:pt x="5446070" y="129399"/>
                  </a:lnTo>
                  <a:lnTo>
                    <a:pt x="5446163" y="129399"/>
                  </a:lnTo>
                  <a:lnTo>
                    <a:pt x="5446256" y="129399"/>
                  </a:lnTo>
                  <a:lnTo>
                    <a:pt x="5446349" y="129399"/>
                  </a:lnTo>
                  <a:lnTo>
                    <a:pt x="5446442" y="129399"/>
                  </a:lnTo>
                  <a:lnTo>
                    <a:pt x="5446536" y="129399"/>
                  </a:lnTo>
                  <a:lnTo>
                    <a:pt x="5446629" y="129399"/>
                  </a:lnTo>
                  <a:lnTo>
                    <a:pt x="5446722" y="129399"/>
                  </a:lnTo>
                  <a:lnTo>
                    <a:pt x="5446815" y="129399"/>
                  </a:lnTo>
                  <a:lnTo>
                    <a:pt x="5446909" y="129399"/>
                  </a:lnTo>
                  <a:lnTo>
                    <a:pt x="5447002" y="129399"/>
                  </a:lnTo>
                  <a:lnTo>
                    <a:pt x="5447095" y="129399"/>
                  </a:lnTo>
                  <a:lnTo>
                    <a:pt x="5447188" y="129399"/>
                  </a:lnTo>
                  <a:lnTo>
                    <a:pt x="5447282" y="129399"/>
                  </a:lnTo>
                  <a:lnTo>
                    <a:pt x="5447375" y="129399"/>
                  </a:lnTo>
                  <a:lnTo>
                    <a:pt x="5447468" y="129399"/>
                  </a:lnTo>
                  <a:lnTo>
                    <a:pt x="5447561" y="129399"/>
                  </a:lnTo>
                  <a:lnTo>
                    <a:pt x="5447655" y="129399"/>
                  </a:lnTo>
                  <a:lnTo>
                    <a:pt x="5447748" y="129399"/>
                  </a:lnTo>
                  <a:lnTo>
                    <a:pt x="5447841" y="129399"/>
                  </a:lnTo>
                  <a:lnTo>
                    <a:pt x="5447934" y="129399"/>
                  </a:lnTo>
                  <a:lnTo>
                    <a:pt x="5448028" y="129399"/>
                  </a:lnTo>
                  <a:lnTo>
                    <a:pt x="5448121" y="129399"/>
                  </a:lnTo>
                  <a:lnTo>
                    <a:pt x="5448214" y="129399"/>
                  </a:lnTo>
                  <a:lnTo>
                    <a:pt x="5448307" y="129399"/>
                  </a:lnTo>
                  <a:lnTo>
                    <a:pt x="5448401" y="129399"/>
                  </a:lnTo>
                  <a:lnTo>
                    <a:pt x="5448494" y="129399"/>
                  </a:lnTo>
                  <a:lnTo>
                    <a:pt x="5448587" y="129399"/>
                  </a:lnTo>
                  <a:lnTo>
                    <a:pt x="5448680" y="129399"/>
                  </a:lnTo>
                  <a:lnTo>
                    <a:pt x="5448774" y="129399"/>
                  </a:lnTo>
                  <a:lnTo>
                    <a:pt x="5448867" y="129399"/>
                  </a:lnTo>
                  <a:lnTo>
                    <a:pt x="5448960" y="129399"/>
                  </a:lnTo>
                  <a:lnTo>
                    <a:pt x="5449053" y="129399"/>
                  </a:lnTo>
                  <a:lnTo>
                    <a:pt x="5449147" y="129399"/>
                  </a:lnTo>
                  <a:lnTo>
                    <a:pt x="5449240" y="129399"/>
                  </a:lnTo>
                  <a:lnTo>
                    <a:pt x="5449333" y="129399"/>
                  </a:lnTo>
                  <a:lnTo>
                    <a:pt x="5449426" y="129399"/>
                  </a:lnTo>
                  <a:lnTo>
                    <a:pt x="5449520" y="129399"/>
                  </a:lnTo>
                  <a:lnTo>
                    <a:pt x="5449613" y="129399"/>
                  </a:lnTo>
                  <a:lnTo>
                    <a:pt x="5449706" y="129399"/>
                  </a:lnTo>
                  <a:lnTo>
                    <a:pt x="5449799" y="129399"/>
                  </a:lnTo>
                  <a:lnTo>
                    <a:pt x="5449893" y="129399"/>
                  </a:lnTo>
                  <a:lnTo>
                    <a:pt x="5449986" y="129399"/>
                  </a:lnTo>
                  <a:lnTo>
                    <a:pt x="5450079" y="129399"/>
                  </a:lnTo>
                  <a:lnTo>
                    <a:pt x="5450172" y="129399"/>
                  </a:lnTo>
                  <a:lnTo>
                    <a:pt x="5450266" y="129399"/>
                  </a:lnTo>
                  <a:lnTo>
                    <a:pt x="5450359" y="129399"/>
                  </a:lnTo>
                  <a:lnTo>
                    <a:pt x="5450452" y="129399"/>
                  </a:lnTo>
                  <a:lnTo>
                    <a:pt x="5450545" y="129399"/>
                  </a:lnTo>
                  <a:lnTo>
                    <a:pt x="5450639" y="129399"/>
                  </a:lnTo>
                  <a:lnTo>
                    <a:pt x="5450732" y="129399"/>
                  </a:lnTo>
                  <a:lnTo>
                    <a:pt x="5450825" y="129399"/>
                  </a:lnTo>
                  <a:lnTo>
                    <a:pt x="5450918" y="129399"/>
                  </a:lnTo>
                  <a:lnTo>
                    <a:pt x="5451012" y="129399"/>
                  </a:lnTo>
                  <a:lnTo>
                    <a:pt x="5451105" y="129399"/>
                  </a:lnTo>
                  <a:lnTo>
                    <a:pt x="5451198" y="129399"/>
                  </a:lnTo>
                  <a:lnTo>
                    <a:pt x="5451291" y="129399"/>
                  </a:lnTo>
                  <a:lnTo>
                    <a:pt x="5451385" y="129399"/>
                  </a:lnTo>
                  <a:lnTo>
                    <a:pt x="5451478" y="129399"/>
                  </a:lnTo>
                  <a:lnTo>
                    <a:pt x="5451571" y="129399"/>
                  </a:lnTo>
                  <a:lnTo>
                    <a:pt x="5451664" y="129399"/>
                  </a:lnTo>
                  <a:lnTo>
                    <a:pt x="5451758" y="129399"/>
                  </a:lnTo>
                  <a:lnTo>
                    <a:pt x="5451851" y="129399"/>
                  </a:lnTo>
                  <a:lnTo>
                    <a:pt x="5451944" y="129399"/>
                  </a:lnTo>
                  <a:lnTo>
                    <a:pt x="5452037" y="129399"/>
                  </a:lnTo>
                  <a:lnTo>
                    <a:pt x="5452131" y="129399"/>
                  </a:lnTo>
                  <a:lnTo>
                    <a:pt x="5452224" y="129399"/>
                  </a:lnTo>
                  <a:lnTo>
                    <a:pt x="5452317" y="129399"/>
                  </a:lnTo>
                  <a:lnTo>
                    <a:pt x="5452410" y="129399"/>
                  </a:lnTo>
                  <a:lnTo>
                    <a:pt x="5452504" y="129399"/>
                  </a:lnTo>
                  <a:lnTo>
                    <a:pt x="5452597" y="129399"/>
                  </a:lnTo>
                  <a:lnTo>
                    <a:pt x="5452690" y="129399"/>
                  </a:lnTo>
                  <a:lnTo>
                    <a:pt x="5452783" y="129399"/>
                  </a:lnTo>
                  <a:lnTo>
                    <a:pt x="5452877" y="129399"/>
                  </a:lnTo>
                  <a:lnTo>
                    <a:pt x="5452970" y="129399"/>
                  </a:lnTo>
                  <a:lnTo>
                    <a:pt x="5453063" y="129399"/>
                  </a:lnTo>
                  <a:lnTo>
                    <a:pt x="5453156" y="129399"/>
                  </a:lnTo>
                  <a:lnTo>
                    <a:pt x="5453249" y="129399"/>
                  </a:lnTo>
                  <a:lnTo>
                    <a:pt x="5453343" y="129399"/>
                  </a:lnTo>
                  <a:lnTo>
                    <a:pt x="5453436" y="129399"/>
                  </a:lnTo>
                  <a:lnTo>
                    <a:pt x="5453529" y="129399"/>
                  </a:lnTo>
                  <a:lnTo>
                    <a:pt x="5453622" y="129399"/>
                  </a:lnTo>
                  <a:lnTo>
                    <a:pt x="5453716" y="129399"/>
                  </a:lnTo>
                  <a:lnTo>
                    <a:pt x="5453809" y="129399"/>
                  </a:lnTo>
                  <a:lnTo>
                    <a:pt x="5453902" y="129399"/>
                  </a:lnTo>
                  <a:lnTo>
                    <a:pt x="5453995" y="129399"/>
                  </a:lnTo>
                  <a:lnTo>
                    <a:pt x="5454089" y="129399"/>
                  </a:lnTo>
                  <a:lnTo>
                    <a:pt x="5454182" y="129399"/>
                  </a:lnTo>
                  <a:lnTo>
                    <a:pt x="5454275" y="129399"/>
                  </a:lnTo>
                  <a:lnTo>
                    <a:pt x="5454368" y="129399"/>
                  </a:lnTo>
                  <a:lnTo>
                    <a:pt x="5454462" y="129399"/>
                  </a:lnTo>
                  <a:lnTo>
                    <a:pt x="5454555" y="129399"/>
                  </a:lnTo>
                  <a:lnTo>
                    <a:pt x="5454648" y="129399"/>
                  </a:lnTo>
                  <a:lnTo>
                    <a:pt x="5454741" y="129399"/>
                  </a:lnTo>
                  <a:lnTo>
                    <a:pt x="5454835" y="129399"/>
                  </a:lnTo>
                  <a:lnTo>
                    <a:pt x="5454928" y="129399"/>
                  </a:lnTo>
                  <a:lnTo>
                    <a:pt x="5455021" y="129399"/>
                  </a:lnTo>
                  <a:lnTo>
                    <a:pt x="5455114" y="129399"/>
                  </a:lnTo>
                  <a:lnTo>
                    <a:pt x="5455208" y="129399"/>
                  </a:lnTo>
                  <a:lnTo>
                    <a:pt x="5455301" y="129399"/>
                  </a:lnTo>
                  <a:lnTo>
                    <a:pt x="5455394" y="129399"/>
                  </a:lnTo>
                  <a:lnTo>
                    <a:pt x="5455487" y="129399"/>
                  </a:lnTo>
                  <a:lnTo>
                    <a:pt x="5455581" y="129399"/>
                  </a:lnTo>
                  <a:lnTo>
                    <a:pt x="5455674" y="129399"/>
                  </a:lnTo>
                  <a:lnTo>
                    <a:pt x="5455767" y="129399"/>
                  </a:lnTo>
                  <a:lnTo>
                    <a:pt x="5455860" y="129399"/>
                  </a:lnTo>
                  <a:lnTo>
                    <a:pt x="5455954" y="129399"/>
                  </a:lnTo>
                  <a:lnTo>
                    <a:pt x="5456047" y="129399"/>
                  </a:lnTo>
                  <a:lnTo>
                    <a:pt x="5456140" y="129399"/>
                  </a:lnTo>
                  <a:lnTo>
                    <a:pt x="5456233" y="129399"/>
                  </a:lnTo>
                  <a:lnTo>
                    <a:pt x="5456327" y="129399"/>
                  </a:lnTo>
                  <a:lnTo>
                    <a:pt x="5456420" y="129399"/>
                  </a:lnTo>
                  <a:lnTo>
                    <a:pt x="5456513" y="129399"/>
                  </a:lnTo>
                  <a:lnTo>
                    <a:pt x="5456606" y="129399"/>
                  </a:lnTo>
                  <a:lnTo>
                    <a:pt x="5456700" y="129399"/>
                  </a:lnTo>
                  <a:lnTo>
                    <a:pt x="5456793" y="129399"/>
                  </a:lnTo>
                  <a:lnTo>
                    <a:pt x="5456886" y="129399"/>
                  </a:lnTo>
                  <a:lnTo>
                    <a:pt x="5456979" y="129399"/>
                  </a:lnTo>
                  <a:lnTo>
                    <a:pt x="5457073" y="129399"/>
                  </a:lnTo>
                  <a:lnTo>
                    <a:pt x="5457166" y="129399"/>
                  </a:lnTo>
                  <a:lnTo>
                    <a:pt x="5457259" y="129399"/>
                  </a:lnTo>
                  <a:lnTo>
                    <a:pt x="5457352" y="129399"/>
                  </a:lnTo>
                  <a:lnTo>
                    <a:pt x="5457446" y="129399"/>
                  </a:lnTo>
                  <a:lnTo>
                    <a:pt x="5457539" y="129399"/>
                  </a:lnTo>
                  <a:lnTo>
                    <a:pt x="5457632" y="129399"/>
                  </a:lnTo>
                  <a:lnTo>
                    <a:pt x="5457725" y="129399"/>
                  </a:lnTo>
                  <a:lnTo>
                    <a:pt x="5457819" y="129399"/>
                  </a:lnTo>
                  <a:lnTo>
                    <a:pt x="5457912" y="129399"/>
                  </a:lnTo>
                  <a:lnTo>
                    <a:pt x="5458005" y="129399"/>
                  </a:lnTo>
                  <a:lnTo>
                    <a:pt x="5458098" y="129399"/>
                  </a:lnTo>
                  <a:lnTo>
                    <a:pt x="5458192" y="129399"/>
                  </a:lnTo>
                  <a:lnTo>
                    <a:pt x="5458285" y="129399"/>
                  </a:lnTo>
                  <a:lnTo>
                    <a:pt x="5458378" y="129399"/>
                  </a:lnTo>
                  <a:lnTo>
                    <a:pt x="5458471" y="129399"/>
                  </a:lnTo>
                  <a:lnTo>
                    <a:pt x="5458565" y="129399"/>
                  </a:lnTo>
                  <a:lnTo>
                    <a:pt x="5458658" y="129399"/>
                  </a:lnTo>
                  <a:lnTo>
                    <a:pt x="5458751" y="129399"/>
                  </a:lnTo>
                  <a:lnTo>
                    <a:pt x="5458844" y="129399"/>
                  </a:lnTo>
                  <a:lnTo>
                    <a:pt x="5458938" y="129399"/>
                  </a:lnTo>
                  <a:lnTo>
                    <a:pt x="5459031" y="129399"/>
                  </a:lnTo>
                  <a:lnTo>
                    <a:pt x="5459124" y="129399"/>
                  </a:lnTo>
                  <a:lnTo>
                    <a:pt x="5459217" y="129399"/>
                  </a:lnTo>
                  <a:lnTo>
                    <a:pt x="5459311" y="129399"/>
                  </a:lnTo>
                  <a:lnTo>
                    <a:pt x="5459404" y="129399"/>
                  </a:lnTo>
                  <a:lnTo>
                    <a:pt x="5459497" y="129399"/>
                  </a:lnTo>
                  <a:lnTo>
                    <a:pt x="5459590" y="129399"/>
                  </a:lnTo>
                  <a:lnTo>
                    <a:pt x="5459684" y="129399"/>
                  </a:lnTo>
                  <a:lnTo>
                    <a:pt x="5459777" y="129399"/>
                  </a:lnTo>
                  <a:lnTo>
                    <a:pt x="5459870" y="129399"/>
                  </a:lnTo>
                  <a:lnTo>
                    <a:pt x="5459963" y="129399"/>
                  </a:lnTo>
                  <a:lnTo>
                    <a:pt x="5460056" y="129399"/>
                  </a:lnTo>
                  <a:lnTo>
                    <a:pt x="5460150" y="129399"/>
                  </a:lnTo>
                  <a:lnTo>
                    <a:pt x="5460243" y="129399"/>
                  </a:lnTo>
                  <a:lnTo>
                    <a:pt x="5460336" y="129399"/>
                  </a:lnTo>
                  <a:lnTo>
                    <a:pt x="5460429" y="129399"/>
                  </a:lnTo>
                  <a:lnTo>
                    <a:pt x="5460523" y="129399"/>
                  </a:lnTo>
                  <a:lnTo>
                    <a:pt x="5460616" y="129399"/>
                  </a:lnTo>
                  <a:lnTo>
                    <a:pt x="5460709" y="129399"/>
                  </a:lnTo>
                  <a:lnTo>
                    <a:pt x="5460802" y="129399"/>
                  </a:lnTo>
                  <a:lnTo>
                    <a:pt x="5460896" y="129399"/>
                  </a:lnTo>
                  <a:lnTo>
                    <a:pt x="5460989" y="129399"/>
                  </a:lnTo>
                  <a:lnTo>
                    <a:pt x="5461082" y="129399"/>
                  </a:lnTo>
                  <a:lnTo>
                    <a:pt x="5461175" y="129399"/>
                  </a:lnTo>
                  <a:lnTo>
                    <a:pt x="5461269" y="129399"/>
                  </a:lnTo>
                  <a:lnTo>
                    <a:pt x="5461362" y="129399"/>
                  </a:lnTo>
                  <a:lnTo>
                    <a:pt x="5461455" y="129399"/>
                  </a:lnTo>
                  <a:lnTo>
                    <a:pt x="5461548" y="129399"/>
                  </a:lnTo>
                  <a:lnTo>
                    <a:pt x="5461642" y="129399"/>
                  </a:lnTo>
                  <a:lnTo>
                    <a:pt x="5461735" y="129399"/>
                  </a:lnTo>
                  <a:lnTo>
                    <a:pt x="5461828" y="129399"/>
                  </a:lnTo>
                  <a:lnTo>
                    <a:pt x="5461921" y="129399"/>
                  </a:lnTo>
                  <a:lnTo>
                    <a:pt x="5462015" y="129399"/>
                  </a:lnTo>
                  <a:lnTo>
                    <a:pt x="5462108" y="129399"/>
                  </a:lnTo>
                  <a:lnTo>
                    <a:pt x="5462201" y="129399"/>
                  </a:lnTo>
                  <a:lnTo>
                    <a:pt x="5462294" y="129399"/>
                  </a:lnTo>
                  <a:lnTo>
                    <a:pt x="5462388" y="129399"/>
                  </a:lnTo>
                  <a:lnTo>
                    <a:pt x="5462481" y="129399"/>
                  </a:lnTo>
                  <a:lnTo>
                    <a:pt x="5462574" y="129399"/>
                  </a:lnTo>
                  <a:lnTo>
                    <a:pt x="5462667" y="129399"/>
                  </a:lnTo>
                  <a:lnTo>
                    <a:pt x="5462761" y="129399"/>
                  </a:lnTo>
                  <a:lnTo>
                    <a:pt x="5462854" y="129399"/>
                  </a:lnTo>
                  <a:lnTo>
                    <a:pt x="5462947" y="129399"/>
                  </a:lnTo>
                  <a:lnTo>
                    <a:pt x="5463040" y="129399"/>
                  </a:lnTo>
                  <a:lnTo>
                    <a:pt x="5463134" y="129399"/>
                  </a:lnTo>
                  <a:lnTo>
                    <a:pt x="5463227" y="129399"/>
                  </a:lnTo>
                  <a:lnTo>
                    <a:pt x="5463320" y="129399"/>
                  </a:lnTo>
                  <a:lnTo>
                    <a:pt x="5463413" y="129399"/>
                  </a:lnTo>
                  <a:lnTo>
                    <a:pt x="5463507" y="129399"/>
                  </a:lnTo>
                  <a:lnTo>
                    <a:pt x="5463600" y="129399"/>
                  </a:lnTo>
                  <a:lnTo>
                    <a:pt x="5463693" y="129399"/>
                  </a:lnTo>
                  <a:lnTo>
                    <a:pt x="5463786" y="129399"/>
                  </a:lnTo>
                  <a:lnTo>
                    <a:pt x="5463880" y="129399"/>
                  </a:lnTo>
                  <a:lnTo>
                    <a:pt x="5463973" y="129399"/>
                  </a:lnTo>
                  <a:lnTo>
                    <a:pt x="5464066" y="129399"/>
                  </a:lnTo>
                  <a:lnTo>
                    <a:pt x="5464159" y="129399"/>
                  </a:lnTo>
                  <a:lnTo>
                    <a:pt x="5464253" y="129399"/>
                  </a:lnTo>
                  <a:lnTo>
                    <a:pt x="5464346" y="129399"/>
                  </a:lnTo>
                  <a:lnTo>
                    <a:pt x="5464439" y="129399"/>
                  </a:lnTo>
                  <a:lnTo>
                    <a:pt x="5464532" y="129399"/>
                  </a:lnTo>
                  <a:lnTo>
                    <a:pt x="5464626" y="129399"/>
                  </a:lnTo>
                  <a:lnTo>
                    <a:pt x="5464719" y="129399"/>
                  </a:lnTo>
                  <a:lnTo>
                    <a:pt x="5464812" y="129399"/>
                  </a:lnTo>
                  <a:lnTo>
                    <a:pt x="5464905" y="129399"/>
                  </a:lnTo>
                  <a:lnTo>
                    <a:pt x="5464999" y="129399"/>
                  </a:lnTo>
                  <a:lnTo>
                    <a:pt x="5465092" y="129399"/>
                  </a:lnTo>
                  <a:lnTo>
                    <a:pt x="5465185" y="129399"/>
                  </a:lnTo>
                  <a:lnTo>
                    <a:pt x="5465278" y="129399"/>
                  </a:lnTo>
                  <a:lnTo>
                    <a:pt x="5465372" y="129399"/>
                  </a:lnTo>
                  <a:lnTo>
                    <a:pt x="5465465" y="129399"/>
                  </a:lnTo>
                  <a:lnTo>
                    <a:pt x="5465558" y="129399"/>
                  </a:lnTo>
                  <a:lnTo>
                    <a:pt x="5465651" y="129399"/>
                  </a:lnTo>
                  <a:lnTo>
                    <a:pt x="5465745" y="129399"/>
                  </a:lnTo>
                  <a:lnTo>
                    <a:pt x="5465838" y="129399"/>
                  </a:lnTo>
                  <a:lnTo>
                    <a:pt x="5465931" y="129399"/>
                  </a:lnTo>
                  <a:lnTo>
                    <a:pt x="5466024" y="129399"/>
                  </a:lnTo>
                  <a:lnTo>
                    <a:pt x="5466118" y="129399"/>
                  </a:lnTo>
                  <a:lnTo>
                    <a:pt x="5466211" y="129399"/>
                  </a:lnTo>
                  <a:lnTo>
                    <a:pt x="5466304" y="129399"/>
                  </a:lnTo>
                  <a:lnTo>
                    <a:pt x="5466397" y="129399"/>
                  </a:lnTo>
                  <a:lnTo>
                    <a:pt x="5466491" y="129399"/>
                  </a:lnTo>
                  <a:lnTo>
                    <a:pt x="5466584" y="129399"/>
                  </a:lnTo>
                  <a:lnTo>
                    <a:pt x="5466677" y="129399"/>
                  </a:lnTo>
                  <a:lnTo>
                    <a:pt x="5466770" y="129399"/>
                  </a:lnTo>
                  <a:lnTo>
                    <a:pt x="5466864" y="129399"/>
                  </a:lnTo>
                  <a:lnTo>
                    <a:pt x="5466957" y="129399"/>
                  </a:lnTo>
                  <a:lnTo>
                    <a:pt x="5467050" y="129399"/>
                  </a:lnTo>
                  <a:lnTo>
                    <a:pt x="5467143" y="129399"/>
                  </a:lnTo>
                  <a:lnTo>
                    <a:pt x="5467236" y="129399"/>
                  </a:lnTo>
                  <a:lnTo>
                    <a:pt x="5467330" y="129399"/>
                  </a:lnTo>
                  <a:lnTo>
                    <a:pt x="5467423" y="129399"/>
                  </a:lnTo>
                  <a:lnTo>
                    <a:pt x="5467516" y="129399"/>
                  </a:lnTo>
                  <a:lnTo>
                    <a:pt x="5467609" y="129399"/>
                  </a:lnTo>
                  <a:lnTo>
                    <a:pt x="5467703" y="129399"/>
                  </a:lnTo>
                  <a:lnTo>
                    <a:pt x="5467796" y="129399"/>
                  </a:lnTo>
                  <a:lnTo>
                    <a:pt x="5467889" y="129399"/>
                  </a:lnTo>
                  <a:lnTo>
                    <a:pt x="5467982" y="129399"/>
                  </a:lnTo>
                  <a:lnTo>
                    <a:pt x="5468076" y="129399"/>
                  </a:lnTo>
                  <a:lnTo>
                    <a:pt x="5468169" y="129399"/>
                  </a:lnTo>
                  <a:lnTo>
                    <a:pt x="5468262" y="129399"/>
                  </a:lnTo>
                  <a:lnTo>
                    <a:pt x="5468355" y="129399"/>
                  </a:lnTo>
                  <a:lnTo>
                    <a:pt x="5468449" y="129399"/>
                  </a:lnTo>
                  <a:lnTo>
                    <a:pt x="5468542" y="129399"/>
                  </a:lnTo>
                  <a:lnTo>
                    <a:pt x="5468635" y="129399"/>
                  </a:lnTo>
                  <a:lnTo>
                    <a:pt x="5468728" y="129399"/>
                  </a:lnTo>
                  <a:lnTo>
                    <a:pt x="5468822" y="129399"/>
                  </a:lnTo>
                  <a:lnTo>
                    <a:pt x="5468915" y="129399"/>
                  </a:lnTo>
                  <a:lnTo>
                    <a:pt x="5469008" y="129399"/>
                  </a:lnTo>
                  <a:lnTo>
                    <a:pt x="5469101" y="129399"/>
                  </a:lnTo>
                  <a:lnTo>
                    <a:pt x="5469195" y="129399"/>
                  </a:lnTo>
                  <a:lnTo>
                    <a:pt x="5469288" y="129399"/>
                  </a:lnTo>
                  <a:lnTo>
                    <a:pt x="5469381" y="129399"/>
                  </a:lnTo>
                  <a:lnTo>
                    <a:pt x="5469474" y="129399"/>
                  </a:lnTo>
                  <a:lnTo>
                    <a:pt x="5469568" y="129399"/>
                  </a:lnTo>
                  <a:lnTo>
                    <a:pt x="5469661" y="129399"/>
                  </a:lnTo>
                  <a:lnTo>
                    <a:pt x="5469754" y="129399"/>
                  </a:lnTo>
                  <a:lnTo>
                    <a:pt x="5469847" y="129399"/>
                  </a:lnTo>
                  <a:lnTo>
                    <a:pt x="5469941" y="129399"/>
                  </a:lnTo>
                  <a:lnTo>
                    <a:pt x="5470034" y="129399"/>
                  </a:lnTo>
                  <a:lnTo>
                    <a:pt x="5470127" y="129399"/>
                  </a:lnTo>
                  <a:lnTo>
                    <a:pt x="5470220" y="129399"/>
                  </a:lnTo>
                  <a:lnTo>
                    <a:pt x="5470314" y="129399"/>
                  </a:lnTo>
                  <a:lnTo>
                    <a:pt x="5470407" y="129399"/>
                  </a:lnTo>
                  <a:lnTo>
                    <a:pt x="5470500" y="129399"/>
                  </a:lnTo>
                  <a:lnTo>
                    <a:pt x="5470593" y="129399"/>
                  </a:lnTo>
                  <a:lnTo>
                    <a:pt x="5470687" y="129399"/>
                  </a:lnTo>
                  <a:lnTo>
                    <a:pt x="5470780" y="129399"/>
                  </a:lnTo>
                  <a:lnTo>
                    <a:pt x="5470873" y="129399"/>
                  </a:lnTo>
                  <a:lnTo>
                    <a:pt x="5470966" y="129399"/>
                  </a:lnTo>
                  <a:lnTo>
                    <a:pt x="5471060" y="129399"/>
                  </a:lnTo>
                  <a:lnTo>
                    <a:pt x="5471153" y="129399"/>
                  </a:lnTo>
                  <a:lnTo>
                    <a:pt x="5471246" y="129399"/>
                  </a:lnTo>
                  <a:lnTo>
                    <a:pt x="5471339" y="129399"/>
                  </a:lnTo>
                  <a:lnTo>
                    <a:pt x="5471433" y="129399"/>
                  </a:lnTo>
                  <a:lnTo>
                    <a:pt x="5471526" y="129399"/>
                  </a:lnTo>
                  <a:lnTo>
                    <a:pt x="5471619" y="129399"/>
                  </a:lnTo>
                  <a:lnTo>
                    <a:pt x="5471712" y="129399"/>
                  </a:lnTo>
                  <a:lnTo>
                    <a:pt x="5471806" y="129399"/>
                  </a:lnTo>
                  <a:lnTo>
                    <a:pt x="5471899" y="129399"/>
                  </a:lnTo>
                  <a:lnTo>
                    <a:pt x="5471992" y="129399"/>
                  </a:lnTo>
                  <a:lnTo>
                    <a:pt x="5472085" y="129399"/>
                  </a:lnTo>
                  <a:lnTo>
                    <a:pt x="5472179" y="129399"/>
                  </a:lnTo>
                  <a:lnTo>
                    <a:pt x="5472272" y="129399"/>
                  </a:lnTo>
                  <a:lnTo>
                    <a:pt x="5472365" y="129399"/>
                  </a:lnTo>
                  <a:lnTo>
                    <a:pt x="5472458" y="129399"/>
                  </a:lnTo>
                  <a:lnTo>
                    <a:pt x="5472552" y="129399"/>
                  </a:lnTo>
                  <a:lnTo>
                    <a:pt x="5472645" y="129399"/>
                  </a:lnTo>
                  <a:lnTo>
                    <a:pt x="5472738" y="129399"/>
                  </a:lnTo>
                  <a:lnTo>
                    <a:pt x="5472831" y="129399"/>
                  </a:lnTo>
                  <a:lnTo>
                    <a:pt x="5472925" y="129399"/>
                  </a:lnTo>
                  <a:lnTo>
                    <a:pt x="5473018" y="129399"/>
                  </a:lnTo>
                  <a:lnTo>
                    <a:pt x="5473111" y="129399"/>
                  </a:lnTo>
                  <a:lnTo>
                    <a:pt x="5473204" y="129399"/>
                  </a:lnTo>
                  <a:lnTo>
                    <a:pt x="5473298" y="129399"/>
                  </a:lnTo>
                  <a:lnTo>
                    <a:pt x="5473391" y="129399"/>
                  </a:lnTo>
                  <a:lnTo>
                    <a:pt x="5473484" y="129399"/>
                  </a:lnTo>
                  <a:lnTo>
                    <a:pt x="5473577" y="129399"/>
                  </a:lnTo>
                  <a:lnTo>
                    <a:pt x="5473671" y="129399"/>
                  </a:lnTo>
                  <a:lnTo>
                    <a:pt x="5473764" y="129399"/>
                  </a:lnTo>
                  <a:lnTo>
                    <a:pt x="5473857" y="129399"/>
                  </a:lnTo>
                  <a:lnTo>
                    <a:pt x="5473950" y="129399"/>
                  </a:lnTo>
                  <a:lnTo>
                    <a:pt x="5474043" y="129399"/>
                  </a:lnTo>
                  <a:lnTo>
                    <a:pt x="5474137" y="129399"/>
                  </a:lnTo>
                  <a:lnTo>
                    <a:pt x="5474230" y="129399"/>
                  </a:lnTo>
                  <a:lnTo>
                    <a:pt x="5474323" y="129399"/>
                  </a:lnTo>
                  <a:lnTo>
                    <a:pt x="5474416" y="129399"/>
                  </a:lnTo>
                  <a:lnTo>
                    <a:pt x="5474510" y="129399"/>
                  </a:lnTo>
                  <a:lnTo>
                    <a:pt x="5474603" y="129399"/>
                  </a:lnTo>
                  <a:lnTo>
                    <a:pt x="5474696" y="129399"/>
                  </a:lnTo>
                  <a:lnTo>
                    <a:pt x="5474789" y="129399"/>
                  </a:lnTo>
                  <a:lnTo>
                    <a:pt x="5474883" y="129399"/>
                  </a:lnTo>
                  <a:lnTo>
                    <a:pt x="5474976" y="129399"/>
                  </a:lnTo>
                  <a:lnTo>
                    <a:pt x="5475069" y="129399"/>
                  </a:lnTo>
                  <a:lnTo>
                    <a:pt x="5475162" y="129399"/>
                  </a:lnTo>
                  <a:lnTo>
                    <a:pt x="5475256" y="129399"/>
                  </a:lnTo>
                  <a:lnTo>
                    <a:pt x="5475349" y="129399"/>
                  </a:lnTo>
                  <a:lnTo>
                    <a:pt x="5475442" y="129399"/>
                  </a:lnTo>
                  <a:lnTo>
                    <a:pt x="5475535" y="129399"/>
                  </a:lnTo>
                  <a:lnTo>
                    <a:pt x="5475629" y="129399"/>
                  </a:lnTo>
                  <a:lnTo>
                    <a:pt x="5475722" y="129399"/>
                  </a:lnTo>
                  <a:lnTo>
                    <a:pt x="5475815" y="129399"/>
                  </a:lnTo>
                  <a:lnTo>
                    <a:pt x="5475908" y="129399"/>
                  </a:lnTo>
                  <a:lnTo>
                    <a:pt x="5476002" y="129399"/>
                  </a:lnTo>
                  <a:lnTo>
                    <a:pt x="5476095" y="129399"/>
                  </a:lnTo>
                  <a:lnTo>
                    <a:pt x="5476188" y="129399"/>
                  </a:lnTo>
                  <a:lnTo>
                    <a:pt x="5476281" y="129399"/>
                  </a:lnTo>
                  <a:lnTo>
                    <a:pt x="5476375" y="129399"/>
                  </a:lnTo>
                  <a:lnTo>
                    <a:pt x="5476468" y="129399"/>
                  </a:lnTo>
                  <a:lnTo>
                    <a:pt x="5476561" y="129399"/>
                  </a:lnTo>
                  <a:lnTo>
                    <a:pt x="5476654" y="129399"/>
                  </a:lnTo>
                  <a:lnTo>
                    <a:pt x="5476748" y="129399"/>
                  </a:lnTo>
                  <a:lnTo>
                    <a:pt x="5476841" y="129399"/>
                  </a:lnTo>
                  <a:lnTo>
                    <a:pt x="5476934" y="129399"/>
                  </a:lnTo>
                  <a:lnTo>
                    <a:pt x="5477027" y="129399"/>
                  </a:lnTo>
                  <a:lnTo>
                    <a:pt x="5477121" y="129399"/>
                  </a:lnTo>
                  <a:lnTo>
                    <a:pt x="5477214" y="129399"/>
                  </a:lnTo>
                  <a:lnTo>
                    <a:pt x="5477307" y="129399"/>
                  </a:lnTo>
                  <a:lnTo>
                    <a:pt x="5477400" y="129399"/>
                  </a:lnTo>
                  <a:lnTo>
                    <a:pt x="5477494" y="129399"/>
                  </a:lnTo>
                  <a:lnTo>
                    <a:pt x="5477587" y="129399"/>
                  </a:lnTo>
                  <a:lnTo>
                    <a:pt x="5477680" y="129399"/>
                  </a:lnTo>
                  <a:lnTo>
                    <a:pt x="5477773" y="129399"/>
                  </a:lnTo>
                  <a:lnTo>
                    <a:pt x="5477867" y="129399"/>
                  </a:lnTo>
                  <a:lnTo>
                    <a:pt x="5477960" y="129399"/>
                  </a:lnTo>
                  <a:lnTo>
                    <a:pt x="5478053" y="129399"/>
                  </a:lnTo>
                  <a:lnTo>
                    <a:pt x="5478146" y="129399"/>
                  </a:lnTo>
                  <a:lnTo>
                    <a:pt x="5478240" y="129399"/>
                  </a:lnTo>
                  <a:lnTo>
                    <a:pt x="5478333" y="129399"/>
                  </a:lnTo>
                  <a:lnTo>
                    <a:pt x="5478426" y="129399"/>
                  </a:lnTo>
                  <a:lnTo>
                    <a:pt x="5478519" y="129399"/>
                  </a:lnTo>
                  <a:lnTo>
                    <a:pt x="5478613" y="129399"/>
                  </a:lnTo>
                  <a:lnTo>
                    <a:pt x="5478706" y="129399"/>
                  </a:lnTo>
                  <a:lnTo>
                    <a:pt x="5478799" y="129399"/>
                  </a:lnTo>
                  <a:lnTo>
                    <a:pt x="5478892" y="129399"/>
                  </a:lnTo>
                  <a:lnTo>
                    <a:pt x="5478986" y="129399"/>
                  </a:lnTo>
                  <a:lnTo>
                    <a:pt x="5479079" y="129399"/>
                  </a:lnTo>
                  <a:lnTo>
                    <a:pt x="5479172" y="129399"/>
                  </a:lnTo>
                  <a:lnTo>
                    <a:pt x="5479265" y="129399"/>
                  </a:lnTo>
                  <a:lnTo>
                    <a:pt x="5479359" y="129399"/>
                  </a:lnTo>
                  <a:lnTo>
                    <a:pt x="5479452" y="129399"/>
                  </a:lnTo>
                  <a:lnTo>
                    <a:pt x="5479545" y="129399"/>
                  </a:lnTo>
                  <a:lnTo>
                    <a:pt x="5479638" y="129399"/>
                  </a:lnTo>
                  <a:lnTo>
                    <a:pt x="5479732" y="129399"/>
                  </a:lnTo>
                  <a:lnTo>
                    <a:pt x="5479825" y="129399"/>
                  </a:lnTo>
                  <a:lnTo>
                    <a:pt x="5479918" y="129399"/>
                  </a:lnTo>
                  <a:lnTo>
                    <a:pt x="5480011" y="129399"/>
                  </a:lnTo>
                  <a:lnTo>
                    <a:pt x="5480105" y="129399"/>
                  </a:lnTo>
                  <a:lnTo>
                    <a:pt x="5480198" y="129399"/>
                  </a:lnTo>
                  <a:lnTo>
                    <a:pt x="5480291" y="129399"/>
                  </a:lnTo>
                  <a:lnTo>
                    <a:pt x="5480384" y="129399"/>
                  </a:lnTo>
                  <a:lnTo>
                    <a:pt x="5480478" y="129399"/>
                  </a:lnTo>
                  <a:lnTo>
                    <a:pt x="5480571" y="129399"/>
                  </a:lnTo>
                  <a:lnTo>
                    <a:pt x="5480664" y="129399"/>
                  </a:lnTo>
                  <a:lnTo>
                    <a:pt x="5480757" y="129399"/>
                  </a:lnTo>
                  <a:lnTo>
                    <a:pt x="5480851" y="129399"/>
                  </a:lnTo>
                  <a:lnTo>
                    <a:pt x="5480944" y="129399"/>
                  </a:lnTo>
                  <a:lnTo>
                    <a:pt x="5481037" y="129399"/>
                  </a:lnTo>
                  <a:lnTo>
                    <a:pt x="5481130" y="129399"/>
                  </a:lnTo>
                  <a:lnTo>
                    <a:pt x="5481223" y="129399"/>
                  </a:lnTo>
                  <a:lnTo>
                    <a:pt x="5481317" y="129399"/>
                  </a:lnTo>
                  <a:lnTo>
                    <a:pt x="5481410" y="129399"/>
                  </a:lnTo>
                  <a:lnTo>
                    <a:pt x="5481503" y="129399"/>
                  </a:lnTo>
                  <a:lnTo>
                    <a:pt x="5481596" y="129399"/>
                  </a:lnTo>
                  <a:lnTo>
                    <a:pt x="5481690" y="129399"/>
                  </a:lnTo>
                  <a:lnTo>
                    <a:pt x="5481783" y="129399"/>
                  </a:lnTo>
                  <a:lnTo>
                    <a:pt x="5481876" y="129399"/>
                  </a:lnTo>
                  <a:lnTo>
                    <a:pt x="5481969" y="129399"/>
                  </a:lnTo>
                  <a:lnTo>
                    <a:pt x="5482063" y="129399"/>
                  </a:lnTo>
                  <a:lnTo>
                    <a:pt x="5482156" y="129399"/>
                  </a:lnTo>
                  <a:lnTo>
                    <a:pt x="5482249" y="129399"/>
                  </a:lnTo>
                  <a:lnTo>
                    <a:pt x="5482342" y="129399"/>
                  </a:lnTo>
                  <a:lnTo>
                    <a:pt x="5482436" y="129399"/>
                  </a:lnTo>
                  <a:lnTo>
                    <a:pt x="5482529" y="129399"/>
                  </a:lnTo>
                  <a:lnTo>
                    <a:pt x="5482622" y="129399"/>
                  </a:lnTo>
                  <a:lnTo>
                    <a:pt x="5482715" y="129399"/>
                  </a:lnTo>
                  <a:lnTo>
                    <a:pt x="5482809" y="129399"/>
                  </a:lnTo>
                  <a:lnTo>
                    <a:pt x="5482902" y="129399"/>
                  </a:lnTo>
                  <a:lnTo>
                    <a:pt x="5482995" y="129399"/>
                  </a:lnTo>
                  <a:lnTo>
                    <a:pt x="5483088" y="129399"/>
                  </a:lnTo>
                  <a:lnTo>
                    <a:pt x="5483182" y="129399"/>
                  </a:lnTo>
                  <a:lnTo>
                    <a:pt x="5483275" y="129399"/>
                  </a:lnTo>
                  <a:lnTo>
                    <a:pt x="5483368" y="129399"/>
                  </a:lnTo>
                  <a:lnTo>
                    <a:pt x="5483461" y="129399"/>
                  </a:lnTo>
                  <a:lnTo>
                    <a:pt x="5483555" y="129399"/>
                  </a:lnTo>
                  <a:lnTo>
                    <a:pt x="5483648" y="129399"/>
                  </a:lnTo>
                  <a:lnTo>
                    <a:pt x="5483741" y="129399"/>
                  </a:lnTo>
                  <a:lnTo>
                    <a:pt x="5483834" y="129399"/>
                  </a:lnTo>
                  <a:lnTo>
                    <a:pt x="5483928" y="129399"/>
                  </a:lnTo>
                  <a:lnTo>
                    <a:pt x="5484021" y="129399"/>
                  </a:lnTo>
                  <a:lnTo>
                    <a:pt x="5484114" y="129399"/>
                  </a:lnTo>
                  <a:lnTo>
                    <a:pt x="5484207" y="129399"/>
                  </a:lnTo>
                  <a:lnTo>
                    <a:pt x="5484301" y="129399"/>
                  </a:lnTo>
                  <a:lnTo>
                    <a:pt x="5484394" y="129399"/>
                  </a:lnTo>
                  <a:lnTo>
                    <a:pt x="5484487" y="129399"/>
                  </a:lnTo>
                  <a:lnTo>
                    <a:pt x="5484580" y="129399"/>
                  </a:lnTo>
                  <a:lnTo>
                    <a:pt x="5484674" y="129399"/>
                  </a:lnTo>
                  <a:lnTo>
                    <a:pt x="5484767" y="129399"/>
                  </a:lnTo>
                  <a:lnTo>
                    <a:pt x="5484860" y="129399"/>
                  </a:lnTo>
                  <a:lnTo>
                    <a:pt x="5484953" y="129399"/>
                  </a:lnTo>
                  <a:lnTo>
                    <a:pt x="5485047" y="129399"/>
                  </a:lnTo>
                  <a:lnTo>
                    <a:pt x="5485140" y="129399"/>
                  </a:lnTo>
                  <a:lnTo>
                    <a:pt x="5485233" y="129399"/>
                  </a:lnTo>
                  <a:lnTo>
                    <a:pt x="5485326" y="129399"/>
                  </a:lnTo>
                  <a:lnTo>
                    <a:pt x="5485420" y="129399"/>
                  </a:lnTo>
                  <a:lnTo>
                    <a:pt x="5485513" y="129399"/>
                  </a:lnTo>
                  <a:lnTo>
                    <a:pt x="5485606" y="129399"/>
                  </a:lnTo>
                  <a:lnTo>
                    <a:pt x="5485699" y="129399"/>
                  </a:lnTo>
                  <a:lnTo>
                    <a:pt x="5485793" y="129399"/>
                  </a:lnTo>
                  <a:lnTo>
                    <a:pt x="5485886" y="129399"/>
                  </a:lnTo>
                  <a:lnTo>
                    <a:pt x="5485979" y="129399"/>
                  </a:lnTo>
                  <a:lnTo>
                    <a:pt x="5486072" y="129399"/>
                  </a:lnTo>
                  <a:lnTo>
                    <a:pt x="5486166" y="129399"/>
                  </a:lnTo>
                  <a:lnTo>
                    <a:pt x="5486259" y="129399"/>
                  </a:lnTo>
                  <a:lnTo>
                    <a:pt x="5486352" y="129399"/>
                  </a:lnTo>
                  <a:lnTo>
                    <a:pt x="5486445" y="129399"/>
                  </a:lnTo>
                  <a:lnTo>
                    <a:pt x="5486539" y="129399"/>
                  </a:lnTo>
                  <a:lnTo>
                    <a:pt x="5486632" y="129399"/>
                  </a:lnTo>
                  <a:lnTo>
                    <a:pt x="5486725" y="129399"/>
                  </a:lnTo>
                  <a:lnTo>
                    <a:pt x="5486818" y="129399"/>
                  </a:lnTo>
                  <a:lnTo>
                    <a:pt x="5486912" y="129399"/>
                  </a:lnTo>
                  <a:lnTo>
                    <a:pt x="5487005" y="129399"/>
                  </a:lnTo>
                  <a:lnTo>
                    <a:pt x="5487098" y="129399"/>
                  </a:lnTo>
                  <a:lnTo>
                    <a:pt x="5487191" y="129399"/>
                  </a:lnTo>
                  <a:lnTo>
                    <a:pt x="5487285" y="129399"/>
                  </a:lnTo>
                  <a:lnTo>
                    <a:pt x="5487378" y="129399"/>
                  </a:lnTo>
                  <a:lnTo>
                    <a:pt x="5487471" y="129399"/>
                  </a:lnTo>
                  <a:lnTo>
                    <a:pt x="5487564" y="129399"/>
                  </a:lnTo>
                  <a:lnTo>
                    <a:pt x="5487658" y="129399"/>
                  </a:lnTo>
                  <a:lnTo>
                    <a:pt x="5487751" y="129399"/>
                  </a:lnTo>
                  <a:lnTo>
                    <a:pt x="5487844" y="129399"/>
                  </a:lnTo>
                  <a:lnTo>
                    <a:pt x="5487937" y="129399"/>
                  </a:lnTo>
                  <a:lnTo>
                    <a:pt x="5488030" y="129399"/>
                  </a:lnTo>
                  <a:lnTo>
                    <a:pt x="5488124" y="129399"/>
                  </a:lnTo>
                  <a:lnTo>
                    <a:pt x="5488217" y="129399"/>
                  </a:lnTo>
                  <a:lnTo>
                    <a:pt x="5488310" y="129399"/>
                  </a:lnTo>
                  <a:lnTo>
                    <a:pt x="5488403" y="129399"/>
                  </a:lnTo>
                  <a:lnTo>
                    <a:pt x="5488497" y="129399"/>
                  </a:lnTo>
                  <a:lnTo>
                    <a:pt x="5488590" y="129399"/>
                  </a:lnTo>
                  <a:lnTo>
                    <a:pt x="5488683" y="129399"/>
                  </a:lnTo>
                  <a:lnTo>
                    <a:pt x="5488776" y="129399"/>
                  </a:lnTo>
                  <a:lnTo>
                    <a:pt x="5488870" y="129399"/>
                  </a:lnTo>
                  <a:lnTo>
                    <a:pt x="5488963" y="129399"/>
                  </a:lnTo>
                  <a:lnTo>
                    <a:pt x="5489056" y="129399"/>
                  </a:lnTo>
                  <a:lnTo>
                    <a:pt x="5489149" y="129399"/>
                  </a:lnTo>
                  <a:lnTo>
                    <a:pt x="5489243" y="129399"/>
                  </a:lnTo>
                  <a:lnTo>
                    <a:pt x="5489336" y="129399"/>
                  </a:lnTo>
                  <a:lnTo>
                    <a:pt x="5489429" y="129399"/>
                  </a:lnTo>
                  <a:lnTo>
                    <a:pt x="5489522" y="129399"/>
                  </a:lnTo>
                  <a:lnTo>
                    <a:pt x="5489616" y="129399"/>
                  </a:lnTo>
                  <a:lnTo>
                    <a:pt x="5489709" y="129399"/>
                  </a:lnTo>
                  <a:lnTo>
                    <a:pt x="5489802" y="129399"/>
                  </a:lnTo>
                  <a:lnTo>
                    <a:pt x="5489895" y="129399"/>
                  </a:lnTo>
                  <a:lnTo>
                    <a:pt x="5489989" y="129399"/>
                  </a:lnTo>
                  <a:lnTo>
                    <a:pt x="5490082" y="129399"/>
                  </a:lnTo>
                  <a:lnTo>
                    <a:pt x="5490175" y="129399"/>
                  </a:lnTo>
                  <a:lnTo>
                    <a:pt x="5490268" y="129399"/>
                  </a:lnTo>
                  <a:lnTo>
                    <a:pt x="5490362" y="129399"/>
                  </a:lnTo>
                  <a:lnTo>
                    <a:pt x="5490455" y="129399"/>
                  </a:lnTo>
                  <a:lnTo>
                    <a:pt x="5490548" y="129399"/>
                  </a:lnTo>
                  <a:lnTo>
                    <a:pt x="5490641" y="129399"/>
                  </a:lnTo>
                  <a:lnTo>
                    <a:pt x="5490735" y="129399"/>
                  </a:lnTo>
                  <a:lnTo>
                    <a:pt x="5490828" y="129399"/>
                  </a:lnTo>
                  <a:lnTo>
                    <a:pt x="5490921" y="129399"/>
                  </a:lnTo>
                  <a:lnTo>
                    <a:pt x="5491014" y="129399"/>
                  </a:lnTo>
                  <a:lnTo>
                    <a:pt x="5491108" y="129399"/>
                  </a:lnTo>
                  <a:lnTo>
                    <a:pt x="5491201" y="129399"/>
                  </a:lnTo>
                  <a:lnTo>
                    <a:pt x="5491294" y="129399"/>
                  </a:lnTo>
                  <a:lnTo>
                    <a:pt x="5491387" y="129399"/>
                  </a:lnTo>
                  <a:lnTo>
                    <a:pt x="5491481" y="129399"/>
                  </a:lnTo>
                  <a:lnTo>
                    <a:pt x="5491574" y="129399"/>
                  </a:lnTo>
                  <a:lnTo>
                    <a:pt x="5491667" y="129399"/>
                  </a:lnTo>
                  <a:lnTo>
                    <a:pt x="5491760" y="129399"/>
                  </a:lnTo>
                  <a:lnTo>
                    <a:pt x="5491854" y="129399"/>
                  </a:lnTo>
                  <a:lnTo>
                    <a:pt x="5491947" y="129399"/>
                  </a:lnTo>
                  <a:lnTo>
                    <a:pt x="5492040" y="129399"/>
                  </a:lnTo>
                  <a:lnTo>
                    <a:pt x="5492133" y="129399"/>
                  </a:lnTo>
                  <a:lnTo>
                    <a:pt x="5492227" y="129399"/>
                  </a:lnTo>
                  <a:lnTo>
                    <a:pt x="5492320" y="129399"/>
                  </a:lnTo>
                  <a:lnTo>
                    <a:pt x="5492413" y="129399"/>
                  </a:lnTo>
                  <a:lnTo>
                    <a:pt x="5492506" y="129399"/>
                  </a:lnTo>
                  <a:lnTo>
                    <a:pt x="5492600" y="129399"/>
                  </a:lnTo>
                  <a:lnTo>
                    <a:pt x="5492693" y="129399"/>
                  </a:lnTo>
                  <a:lnTo>
                    <a:pt x="5492786" y="129399"/>
                  </a:lnTo>
                  <a:lnTo>
                    <a:pt x="5492879" y="129399"/>
                  </a:lnTo>
                  <a:lnTo>
                    <a:pt x="5492973" y="129399"/>
                  </a:lnTo>
                  <a:lnTo>
                    <a:pt x="5493066" y="129399"/>
                  </a:lnTo>
                  <a:lnTo>
                    <a:pt x="5493159" y="129399"/>
                  </a:lnTo>
                  <a:lnTo>
                    <a:pt x="5493252" y="129399"/>
                  </a:lnTo>
                  <a:lnTo>
                    <a:pt x="5493346" y="129399"/>
                  </a:lnTo>
                  <a:lnTo>
                    <a:pt x="5493439" y="129399"/>
                  </a:lnTo>
                  <a:lnTo>
                    <a:pt x="5493532" y="129399"/>
                  </a:lnTo>
                  <a:lnTo>
                    <a:pt x="5493625" y="129399"/>
                  </a:lnTo>
                  <a:lnTo>
                    <a:pt x="5493719" y="129399"/>
                  </a:lnTo>
                  <a:lnTo>
                    <a:pt x="5493812" y="129399"/>
                  </a:lnTo>
                  <a:lnTo>
                    <a:pt x="5493905" y="129399"/>
                  </a:lnTo>
                  <a:lnTo>
                    <a:pt x="5493998" y="129399"/>
                  </a:lnTo>
                  <a:lnTo>
                    <a:pt x="5494092" y="129399"/>
                  </a:lnTo>
                  <a:lnTo>
                    <a:pt x="5494185" y="129399"/>
                  </a:lnTo>
                  <a:lnTo>
                    <a:pt x="5494278" y="129399"/>
                  </a:lnTo>
                  <a:lnTo>
                    <a:pt x="5494371" y="129399"/>
                  </a:lnTo>
                  <a:lnTo>
                    <a:pt x="5494465" y="129399"/>
                  </a:lnTo>
                  <a:lnTo>
                    <a:pt x="5494558" y="129399"/>
                  </a:lnTo>
                  <a:lnTo>
                    <a:pt x="5494651" y="129399"/>
                  </a:lnTo>
                  <a:lnTo>
                    <a:pt x="5494744" y="129399"/>
                  </a:lnTo>
                  <a:lnTo>
                    <a:pt x="5494837" y="129399"/>
                  </a:lnTo>
                  <a:lnTo>
                    <a:pt x="5494931" y="129399"/>
                  </a:lnTo>
                  <a:lnTo>
                    <a:pt x="5495024" y="129399"/>
                  </a:lnTo>
                  <a:lnTo>
                    <a:pt x="5495117" y="129399"/>
                  </a:lnTo>
                  <a:lnTo>
                    <a:pt x="5495210" y="129399"/>
                  </a:lnTo>
                  <a:lnTo>
                    <a:pt x="5495304" y="129399"/>
                  </a:lnTo>
                  <a:lnTo>
                    <a:pt x="5495397" y="129399"/>
                  </a:lnTo>
                  <a:lnTo>
                    <a:pt x="5495490" y="129399"/>
                  </a:lnTo>
                  <a:lnTo>
                    <a:pt x="5495583" y="129399"/>
                  </a:lnTo>
                  <a:lnTo>
                    <a:pt x="5495677" y="129399"/>
                  </a:lnTo>
                  <a:lnTo>
                    <a:pt x="5495770" y="129399"/>
                  </a:lnTo>
                  <a:lnTo>
                    <a:pt x="5495863" y="129399"/>
                  </a:lnTo>
                  <a:lnTo>
                    <a:pt x="5495956" y="129399"/>
                  </a:lnTo>
                  <a:lnTo>
                    <a:pt x="5496050" y="129399"/>
                  </a:lnTo>
                  <a:lnTo>
                    <a:pt x="5496143" y="129399"/>
                  </a:lnTo>
                  <a:lnTo>
                    <a:pt x="5496236" y="129399"/>
                  </a:lnTo>
                  <a:lnTo>
                    <a:pt x="5496329" y="129399"/>
                  </a:lnTo>
                  <a:lnTo>
                    <a:pt x="5496423" y="129399"/>
                  </a:lnTo>
                  <a:lnTo>
                    <a:pt x="5496516" y="129399"/>
                  </a:lnTo>
                  <a:lnTo>
                    <a:pt x="5496609" y="129399"/>
                  </a:lnTo>
                  <a:lnTo>
                    <a:pt x="5496702" y="129399"/>
                  </a:lnTo>
                  <a:lnTo>
                    <a:pt x="5496796" y="129399"/>
                  </a:lnTo>
                  <a:lnTo>
                    <a:pt x="5496889" y="129399"/>
                  </a:lnTo>
                  <a:lnTo>
                    <a:pt x="5496982" y="129399"/>
                  </a:lnTo>
                  <a:lnTo>
                    <a:pt x="5497075" y="129399"/>
                  </a:lnTo>
                  <a:lnTo>
                    <a:pt x="5497169" y="129399"/>
                  </a:lnTo>
                  <a:lnTo>
                    <a:pt x="5497262" y="129399"/>
                  </a:lnTo>
                  <a:lnTo>
                    <a:pt x="5497355" y="129399"/>
                  </a:lnTo>
                  <a:lnTo>
                    <a:pt x="5497448" y="129399"/>
                  </a:lnTo>
                  <a:lnTo>
                    <a:pt x="5497542" y="129399"/>
                  </a:lnTo>
                  <a:lnTo>
                    <a:pt x="5497635" y="129399"/>
                  </a:lnTo>
                  <a:lnTo>
                    <a:pt x="5497728" y="129399"/>
                  </a:lnTo>
                  <a:lnTo>
                    <a:pt x="5497821" y="129399"/>
                  </a:lnTo>
                  <a:lnTo>
                    <a:pt x="5497915" y="129399"/>
                  </a:lnTo>
                  <a:lnTo>
                    <a:pt x="5498008" y="129399"/>
                  </a:lnTo>
                  <a:lnTo>
                    <a:pt x="5498101" y="129399"/>
                  </a:lnTo>
                  <a:lnTo>
                    <a:pt x="5498194" y="129399"/>
                  </a:lnTo>
                  <a:lnTo>
                    <a:pt x="5498288" y="129399"/>
                  </a:lnTo>
                  <a:lnTo>
                    <a:pt x="5498381" y="129399"/>
                  </a:lnTo>
                  <a:lnTo>
                    <a:pt x="5498474" y="129399"/>
                  </a:lnTo>
                  <a:lnTo>
                    <a:pt x="5498567" y="129399"/>
                  </a:lnTo>
                  <a:lnTo>
                    <a:pt x="5498661" y="129399"/>
                  </a:lnTo>
                  <a:lnTo>
                    <a:pt x="5498754" y="129399"/>
                  </a:lnTo>
                  <a:lnTo>
                    <a:pt x="5498847" y="129399"/>
                  </a:lnTo>
                  <a:lnTo>
                    <a:pt x="5498940" y="129399"/>
                  </a:lnTo>
                  <a:lnTo>
                    <a:pt x="5499034" y="129399"/>
                  </a:lnTo>
                  <a:lnTo>
                    <a:pt x="5499127" y="129399"/>
                  </a:lnTo>
                  <a:lnTo>
                    <a:pt x="5499220" y="129399"/>
                  </a:lnTo>
                  <a:lnTo>
                    <a:pt x="5499313" y="129399"/>
                  </a:lnTo>
                  <a:lnTo>
                    <a:pt x="5499407" y="129399"/>
                  </a:lnTo>
                  <a:lnTo>
                    <a:pt x="5499500" y="129399"/>
                  </a:lnTo>
                  <a:lnTo>
                    <a:pt x="5499593" y="129399"/>
                  </a:lnTo>
                  <a:lnTo>
                    <a:pt x="5499686" y="129399"/>
                  </a:lnTo>
                  <a:lnTo>
                    <a:pt x="5499780" y="129399"/>
                  </a:lnTo>
                  <a:lnTo>
                    <a:pt x="5499873" y="129399"/>
                  </a:lnTo>
                  <a:lnTo>
                    <a:pt x="5499966" y="129399"/>
                  </a:lnTo>
                  <a:lnTo>
                    <a:pt x="5500059" y="129399"/>
                  </a:lnTo>
                  <a:lnTo>
                    <a:pt x="5500153" y="129399"/>
                  </a:lnTo>
                  <a:lnTo>
                    <a:pt x="5500246" y="129399"/>
                  </a:lnTo>
                  <a:lnTo>
                    <a:pt x="5500339" y="129399"/>
                  </a:lnTo>
                  <a:lnTo>
                    <a:pt x="5500432" y="129399"/>
                  </a:lnTo>
                  <a:lnTo>
                    <a:pt x="5500526" y="129399"/>
                  </a:lnTo>
                  <a:lnTo>
                    <a:pt x="5500619" y="129399"/>
                  </a:lnTo>
                  <a:lnTo>
                    <a:pt x="5500712" y="129399"/>
                  </a:lnTo>
                  <a:lnTo>
                    <a:pt x="5500805" y="129399"/>
                  </a:lnTo>
                  <a:lnTo>
                    <a:pt x="5500899" y="129399"/>
                  </a:lnTo>
                  <a:lnTo>
                    <a:pt x="5500992" y="129399"/>
                  </a:lnTo>
                  <a:lnTo>
                    <a:pt x="5501085" y="129399"/>
                  </a:lnTo>
                  <a:lnTo>
                    <a:pt x="5501178" y="129399"/>
                  </a:lnTo>
                  <a:lnTo>
                    <a:pt x="5501272" y="129399"/>
                  </a:lnTo>
                  <a:lnTo>
                    <a:pt x="5501365" y="129399"/>
                  </a:lnTo>
                  <a:lnTo>
                    <a:pt x="5501458" y="129399"/>
                  </a:lnTo>
                  <a:lnTo>
                    <a:pt x="5501551" y="129399"/>
                  </a:lnTo>
                  <a:lnTo>
                    <a:pt x="5501645" y="129399"/>
                  </a:lnTo>
                  <a:lnTo>
                    <a:pt x="5501738" y="129399"/>
                  </a:lnTo>
                  <a:lnTo>
                    <a:pt x="5501831" y="129399"/>
                  </a:lnTo>
                  <a:lnTo>
                    <a:pt x="5501924" y="129399"/>
                  </a:lnTo>
                  <a:lnTo>
                    <a:pt x="5502017" y="129399"/>
                  </a:lnTo>
                  <a:lnTo>
                    <a:pt x="5502111" y="129399"/>
                  </a:lnTo>
                  <a:lnTo>
                    <a:pt x="5502204" y="129399"/>
                  </a:lnTo>
                  <a:lnTo>
                    <a:pt x="5502297" y="129399"/>
                  </a:lnTo>
                  <a:lnTo>
                    <a:pt x="5502390" y="129399"/>
                  </a:lnTo>
                  <a:lnTo>
                    <a:pt x="5502484" y="129399"/>
                  </a:lnTo>
                  <a:lnTo>
                    <a:pt x="5502577" y="129399"/>
                  </a:lnTo>
                  <a:lnTo>
                    <a:pt x="5502670" y="129399"/>
                  </a:lnTo>
                  <a:lnTo>
                    <a:pt x="5502763" y="129399"/>
                  </a:lnTo>
                  <a:lnTo>
                    <a:pt x="5502857" y="129399"/>
                  </a:lnTo>
                  <a:lnTo>
                    <a:pt x="5502950" y="129399"/>
                  </a:lnTo>
                  <a:lnTo>
                    <a:pt x="5503043" y="129399"/>
                  </a:lnTo>
                  <a:lnTo>
                    <a:pt x="5503136" y="129399"/>
                  </a:lnTo>
                  <a:lnTo>
                    <a:pt x="5503230" y="129399"/>
                  </a:lnTo>
                  <a:lnTo>
                    <a:pt x="5503323" y="129399"/>
                  </a:lnTo>
                  <a:lnTo>
                    <a:pt x="5503416" y="129399"/>
                  </a:lnTo>
                  <a:lnTo>
                    <a:pt x="5503509" y="129399"/>
                  </a:lnTo>
                  <a:lnTo>
                    <a:pt x="5503603" y="129399"/>
                  </a:lnTo>
                  <a:lnTo>
                    <a:pt x="5503696" y="129399"/>
                  </a:lnTo>
                  <a:lnTo>
                    <a:pt x="5503789" y="129399"/>
                  </a:lnTo>
                  <a:lnTo>
                    <a:pt x="5503882" y="129399"/>
                  </a:lnTo>
                  <a:lnTo>
                    <a:pt x="5503976" y="129399"/>
                  </a:lnTo>
                  <a:lnTo>
                    <a:pt x="5504069" y="129399"/>
                  </a:lnTo>
                  <a:lnTo>
                    <a:pt x="5504162" y="129399"/>
                  </a:lnTo>
                  <a:lnTo>
                    <a:pt x="5504255" y="129399"/>
                  </a:lnTo>
                  <a:lnTo>
                    <a:pt x="5504349" y="129399"/>
                  </a:lnTo>
                  <a:lnTo>
                    <a:pt x="5504442" y="129399"/>
                  </a:lnTo>
                  <a:lnTo>
                    <a:pt x="5504535" y="129399"/>
                  </a:lnTo>
                  <a:lnTo>
                    <a:pt x="5504628" y="129399"/>
                  </a:lnTo>
                  <a:lnTo>
                    <a:pt x="5504722" y="129399"/>
                  </a:lnTo>
                  <a:lnTo>
                    <a:pt x="5504815" y="129399"/>
                  </a:lnTo>
                  <a:lnTo>
                    <a:pt x="5504908" y="129399"/>
                  </a:lnTo>
                  <a:lnTo>
                    <a:pt x="5505001" y="129399"/>
                  </a:lnTo>
                  <a:lnTo>
                    <a:pt x="5505095" y="129399"/>
                  </a:lnTo>
                  <a:lnTo>
                    <a:pt x="5505188" y="129399"/>
                  </a:lnTo>
                  <a:lnTo>
                    <a:pt x="5505281" y="129399"/>
                  </a:lnTo>
                  <a:lnTo>
                    <a:pt x="5505374" y="129399"/>
                  </a:lnTo>
                  <a:lnTo>
                    <a:pt x="5505468" y="129399"/>
                  </a:lnTo>
                  <a:lnTo>
                    <a:pt x="5505561" y="129399"/>
                  </a:lnTo>
                  <a:lnTo>
                    <a:pt x="5505654" y="129399"/>
                  </a:lnTo>
                  <a:lnTo>
                    <a:pt x="5505747" y="129399"/>
                  </a:lnTo>
                  <a:lnTo>
                    <a:pt x="5505841" y="129399"/>
                  </a:lnTo>
                  <a:lnTo>
                    <a:pt x="5505934" y="129399"/>
                  </a:lnTo>
                  <a:lnTo>
                    <a:pt x="5506027" y="129399"/>
                  </a:lnTo>
                  <a:lnTo>
                    <a:pt x="5506120" y="129399"/>
                  </a:lnTo>
                  <a:lnTo>
                    <a:pt x="5506214" y="129399"/>
                  </a:lnTo>
                  <a:lnTo>
                    <a:pt x="5506307" y="129399"/>
                  </a:lnTo>
                  <a:lnTo>
                    <a:pt x="5506400" y="129399"/>
                  </a:lnTo>
                  <a:lnTo>
                    <a:pt x="5506493" y="129399"/>
                  </a:lnTo>
                  <a:lnTo>
                    <a:pt x="5506587" y="129399"/>
                  </a:lnTo>
                  <a:lnTo>
                    <a:pt x="5506680" y="129399"/>
                  </a:lnTo>
                  <a:lnTo>
                    <a:pt x="5506773" y="129399"/>
                  </a:lnTo>
                  <a:lnTo>
                    <a:pt x="5506866" y="129399"/>
                  </a:lnTo>
                  <a:lnTo>
                    <a:pt x="5506960" y="129399"/>
                  </a:lnTo>
                  <a:lnTo>
                    <a:pt x="5507053" y="129399"/>
                  </a:lnTo>
                  <a:lnTo>
                    <a:pt x="5507146" y="129399"/>
                  </a:lnTo>
                  <a:lnTo>
                    <a:pt x="5507239" y="129399"/>
                  </a:lnTo>
                  <a:lnTo>
                    <a:pt x="5507333" y="129399"/>
                  </a:lnTo>
                  <a:lnTo>
                    <a:pt x="5507426" y="129399"/>
                  </a:lnTo>
                  <a:lnTo>
                    <a:pt x="5507519" y="129399"/>
                  </a:lnTo>
                  <a:lnTo>
                    <a:pt x="5507612" y="129399"/>
                  </a:lnTo>
                  <a:lnTo>
                    <a:pt x="5507706" y="129399"/>
                  </a:lnTo>
                  <a:lnTo>
                    <a:pt x="5507799" y="129399"/>
                  </a:lnTo>
                  <a:lnTo>
                    <a:pt x="5507892" y="129399"/>
                  </a:lnTo>
                  <a:lnTo>
                    <a:pt x="5507985" y="129399"/>
                  </a:lnTo>
                  <a:lnTo>
                    <a:pt x="5508079" y="129399"/>
                  </a:lnTo>
                  <a:lnTo>
                    <a:pt x="5508172" y="129399"/>
                  </a:lnTo>
                  <a:lnTo>
                    <a:pt x="5508265" y="129399"/>
                  </a:lnTo>
                  <a:lnTo>
                    <a:pt x="5508358" y="129399"/>
                  </a:lnTo>
                  <a:lnTo>
                    <a:pt x="5508452" y="129399"/>
                  </a:lnTo>
                  <a:lnTo>
                    <a:pt x="5508545" y="129399"/>
                  </a:lnTo>
                  <a:lnTo>
                    <a:pt x="5508638" y="129399"/>
                  </a:lnTo>
                  <a:lnTo>
                    <a:pt x="5508731" y="129399"/>
                  </a:lnTo>
                  <a:lnTo>
                    <a:pt x="5508824" y="129399"/>
                  </a:lnTo>
                  <a:lnTo>
                    <a:pt x="5508918" y="129399"/>
                  </a:lnTo>
                  <a:lnTo>
                    <a:pt x="5509011" y="129399"/>
                  </a:lnTo>
                  <a:lnTo>
                    <a:pt x="5509104" y="129399"/>
                  </a:lnTo>
                  <a:lnTo>
                    <a:pt x="5509197" y="129399"/>
                  </a:lnTo>
                  <a:lnTo>
                    <a:pt x="5509291" y="129399"/>
                  </a:lnTo>
                  <a:lnTo>
                    <a:pt x="5509384" y="129399"/>
                  </a:lnTo>
                  <a:lnTo>
                    <a:pt x="5509477" y="129399"/>
                  </a:lnTo>
                  <a:lnTo>
                    <a:pt x="5509570" y="129399"/>
                  </a:lnTo>
                  <a:lnTo>
                    <a:pt x="5509664" y="129399"/>
                  </a:lnTo>
                  <a:lnTo>
                    <a:pt x="5509757" y="129399"/>
                  </a:lnTo>
                  <a:lnTo>
                    <a:pt x="5509850" y="129399"/>
                  </a:lnTo>
                  <a:lnTo>
                    <a:pt x="5509943" y="129399"/>
                  </a:lnTo>
                  <a:lnTo>
                    <a:pt x="5510037" y="129399"/>
                  </a:lnTo>
                  <a:lnTo>
                    <a:pt x="5510130" y="129399"/>
                  </a:lnTo>
                  <a:lnTo>
                    <a:pt x="5510223" y="129399"/>
                  </a:lnTo>
                  <a:lnTo>
                    <a:pt x="5510316" y="129399"/>
                  </a:lnTo>
                  <a:lnTo>
                    <a:pt x="5510410" y="129399"/>
                  </a:lnTo>
                  <a:lnTo>
                    <a:pt x="5510503" y="129399"/>
                  </a:lnTo>
                  <a:lnTo>
                    <a:pt x="5510596" y="129399"/>
                  </a:lnTo>
                  <a:lnTo>
                    <a:pt x="5510689" y="129399"/>
                  </a:lnTo>
                  <a:lnTo>
                    <a:pt x="5510783" y="129399"/>
                  </a:lnTo>
                  <a:lnTo>
                    <a:pt x="5510876" y="129399"/>
                  </a:lnTo>
                  <a:lnTo>
                    <a:pt x="5510969" y="129399"/>
                  </a:lnTo>
                  <a:lnTo>
                    <a:pt x="5511062" y="129399"/>
                  </a:lnTo>
                  <a:lnTo>
                    <a:pt x="5511156" y="129399"/>
                  </a:lnTo>
                  <a:lnTo>
                    <a:pt x="5511249" y="129399"/>
                  </a:lnTo>
                  <a:lnTo>
                    <a:pt x="5511342" y="129399"/>
                  </a:lnTo>
                  <a:lnTo>
                    <a:pt x="5511435" y="129399"/>
                  </a:lnTo>
                  <a:lnTo>
                    <a:pt x="5511529" y="129399"/>
                  </a:lnTo>
                  <a:lnTo>
                    <a:pt x="5511622" y="129399"/>
                  </a:lnTo>
                  <a:lnTo>
                    <a:pt x="5511715" y="129399"/>
                  </a:lnTo>
                  <a:lnTo>
                    <a:pt x="5511808" y="129399"/>
                  </a:lnTo>
                  <a:lnTo>
                    <a:pt x="5511902" y="129399"/>
                  </a:lnTo>
                  <a:lnTo>
                    <a:pt x="5511995" y="129399"/>
                  </a:lnTo>
                  <a:lnTo>
                    <a:pt x="5512088" y="129399"/>
                  </a:lnTo>
                  <a:lnTo>
                    <a:pt x="5512181" y="129399"/>
                  </a:lnTo>
                  <a:lnTo>
                    <a:pt x="5512275" y="129399"/>
                  </a:lnTo>
                  <a:lnTo>
                    <a:pt x="5512368" y="129399"/>
                  </a:lnTo>
                  <a:lnTo>
                    <a:pt x="5512368" y="119445"/>
                  </a:lnTo>
                  <a:lnTo>
                    <a:pt x="5512461" y="119445"/>
                  </a:lnTo>
                  <a:lnTo>
                    <a:pt x="5512554" y="119445"/>
                  </a:lnTo>
                  <a:lnTo>
                    <a:pt x="5512648" y="119445"/>
                  </a:lnTo>
                  <a:lnTo>
                    <a:pt x="5512741" y="119445"/>
                  </a:lnTo>
                  <a:lnTo>
                    <a:pt x="5512834" y="119445"/>
                  </a:lnTo>
                  <a:lnTo>
                    <a:pt x="5512927" y="119445"/>
                  </a:lnTo>
                  <a:lnTo>
                    <a:pt x="5513021" y="119445"/>
                  </a:lnTo>
                  <a:lnTo>
                    <a:pt x="5513114" y="119445"/>
                  </a:lnTo>
                  <a:lnTo>
                    <a:pt x="5513207" y="119445"/>
                  </a:lnTo>
                  <a:lnTo>
                    <a:pt x="5513300" y="119445"/>
                  </a:lnTo>
                  <a:lnTo>
                    <a:pt x="5513394" y="119445"/>
                  </a:lnTo>
                  <a:lnTo>
                    <a:pt x="5513487" y="119445"/>
                  </a:lnTo>
                  <a:lnTo>
                    <a:pt x="5513580" y="119445"/>
                  </a:lnTo>
                  <a:lnTo>
                    <a:pt x="5513673" y="119445"/>
                  </a:lnTo>
                  <a:lnTo>
                    <a:pt x="5513767" y="119445"/>
                  </a:lnTo>
                  <a:lnTo>
                    <a:pt x="5513860" y="119445"/>
                  </a:lnTo>
                  <a:lnTo>
                    <a:pt x="5513953" y="119445"/>
                  </a:lnTo>
                  <a:lnTo>
                    <a:pt x="5514046" y="119445"/>
                  </a:lnTo>
                  <a:lnTo>
                    <a:pt x="5514140" y="119445"/>
                  </a:lnTo>
                  <a:lnTo>
                    <a:pt x="5514233" y="119445"/>
                  </a:lnTo>
                  <a:lnTo>
                    <a:pt x="5514326" y="119445"/>
                  </a:lnTo>
                  <a:lnTo>
                    <a:pt x="5514419" y="119445"/>
                  </a:lnTo>
                  <a:lnTo>
                    <a:pt x="5514513" y="119445"/>
                  </a:lnTo>
                  <a:lnTo>
                    <a:pt x="5514606" y="119445"/>
                  </a:lnTo>
                  <a:lnTo>
                    <a:pt x="5514699" y="119445"/>
                  </a:lnTo>
                  <a:lnTo>
                    <a:pt x="5514792" y="119445"/>
                  </a:lnTo>
                  <a:lnTo>
                    <a:pt x="5514886" y="119445"/>
                  </a:lnTo>
                  <a:lnTo>
                    <a:pt x="5514979" y="119445"/>
                  </a:lnTo>
                  <a:lnTo>
                    <a:pt x="5515072" y="119445"/>
                  </a:lnTo>
                  <a:lnTo>
                    <a:pt x="5515165" y="119445"/>
                  </a:lnTo>
                  <a:lnTo>
                    <a:pt x="5515259" y="119445"/>
                  </a:lnTo>
                  <a:lnTo>
                    <a:pt x="5515352" y="119445"/>
                  </a:lnTo>
                  <a:lnTo>
                    <a:pt x="5515445" y="119445"/>
                  </a:lnTo>
                  <a:lnTo>
                    <a:pt x="5515538" y="119445"/>
                  </a:lnTo>
                  <a:lnTo>
                    <a:pt x="5515631" y="119445"/>
                  </a:lnTo>
                  <a:lnTo>
                    <a:pt x="5515725" y="119445"/>
                  </a:lnTo>
                  <a:lnTo>
                    <a:pt x="5515818" y="119445"/>
                  </a:lnTo>
                  <a:lnTo>
                    <a:pt x="5515911" y="119445"/>
                  </a:lnTo>
                  <a:lnTo>
                    <a:pt x="5516004" y="119445"/>
                  </a:lnTo>
                  <a:lnTo>
                    <a:pt x="5516098" y="119445"/>
                  </a:lnTo>
                  <a:lnTo>
                    <a:pt x="5516191" y="119445"/>
                  </a:lnTo>
                  <a:lnTo>
                    <a:pt x="5516284" y="119445"/>
                  </a:lnTo>
                  <a:lnTo>
                    <a:pt x="5516377" y="119445"/>
                  </a:lnTo>
                  <a:lnTo>
                    <a:pt x="5516471" y="119445"/>
                  </a:lnTo>
                  <a:lnTo>
                    <a:pt x="5516564" y="119445"/>
                  </a:lnTo>
                  <a:lnTo>
                    <a:pt x="5516657" y="119445"/>
                  </a:lnTo>
                  <a:lnTo>
                    <a:pt x="5516750" y="119445"/>
                  </a:lnTo>
                  <a:lnTo>
                    <a:pt x="5516844" y="119445"/>
                  </a:lnTo>
                  <a:lnTo>
                    <a:pt x="5516937" y="119445"/>
                  </a:lnTo>
                  <a:lnTo>
                    <a:pt x="5517030" y="119445"/>
                  </a:lnTo>
                  <a:lnTo>
                    <a:pt x="5517123" y="119445"/>
                  </a:lnTo>
                  <a:lnTo>
                    <a:pt x="5517217" y="119445"/>
                  </a:lnTo>
                  <a:lnTo>
                    <a:pt x="5517310" y="119445"/>
                  </a:lnTo>
                  <a:lnTo>
                    <a:pt x="5517403" y="119445"/>
                  </a:lnTo>
                  <a:lnTo>
                    <a:pt x="5517496" y="119445"/>
                  </a:lnTo>
                  <a:lnTo>
                    <a:pt x="5517590" y="119445"/>
                  </a:lnTo>
                  <a:lnTo>
                    <a:pt x="5517683" y="119445"/>
                  </a:lnTo>
                  <a:lnTo>
                    <a:pt x="5517776" y="119445"/>
                  </a:lnTo>
                  <a:lnTo>
                    <a:pt x="5517869" y="119445"/>
                  </a:lnTo>
                  <a:lnTo>
                    <a:pt x="5517963" y="119445"/>
                  </a:lnTo>
                  <a:lnTo>
                    <a:pt x="5518056" y="119445"/>
                  </a:lnTo>
                  <a:lnTo>
                    <a:pt x="5518149" y="119445"/>
                  </a:lnTo>
                  <a:lnTo>
                    <a:pt x="5518242" y="119445"/>
                  </a:lnTo>
                  <a:lnTo>
                    <a:pt x="5518336" y="119445"/>
                  </a:lnTo>
                  <a:lnTo>
                    <a:pt x="5518429" y="119445"/>
                  </a:lnTo>
                  <a:lnTo>
                    <a:pt x="5518522" y="119445"/>
                  </a:lnTo>
                  <a:lnTo>
                    <a:pt x="5518615" y="119445"/>
                  </a:lnTo>
                  <a:lnTo>
                    <a:pt x="5518709" y="119445"/>
                  </a:lnTo>
                  <a:lnTo>
                    <a:pt x="5518802" y="119445"/>
                  </a:lnTo>
                  <a:lnTo>
                    <a:pt x="5518895" y="119445"/>
                  </a:lnTo>
                  <a:lnTo>
                    <a:pt x="5518988" y="119445"/>
                  </a:lnTo>
                  <a:lnTo>
                    <a:pt x="5519082" y="119445"/>
                  </a:lnTo>
                  <a:lnTo>
                    <a:pt x="5519175" y="119445"/>
                  </a:lnTo>
                  <a:lnTo>
                    <a:pt x="5519268" y="119445"/>
                  </a:lnTo>
                  <a:lnTo>
                    <a:pt x="5519361" y="119445"/>
                  </a:lnTo>
                  <a:lnTo>
                    <a:pt x="5519455" y="119445"/>
                  </a:lnTo>
                  <a:lnTo>
                    <a:pt x="5519548" y="119445"/>
                  </a:lnTo>
                  <a:lnTo>
                    <a:pt x="5519641" y="119445"/>
                  </a:lnTo>
                  <a:lnTo>
                    <a:pt x="5519734" y="119445"/>
                  </a:lnTo>
                  <a:lnTo>
                    <a:pt x="5519828" y="119445"/>
                  </a:lnTo>
                  <a:lnTo>
                    <a:pt x="5519921" y="119445"/>
                  </a:lnTo>
                  <a:lnTo>
                    <a:pt x="5520014" y="119445"/>
                  </a:lnTo>
                  <a:lnTo>
                    <a:pt x="5520107" y="119445"/>
                  </a:lnTo>
                  <a:lnTo>
                    <a:pt x="5520201" y="119445"/>
                  </a:lnTo>
                  <a:lnTo>
                    <a:pt x="5520294" y="119445"/>
                  </a:lnTo>
                  <a:lnTo>
                    <a:pt x="5520387" y="119445"/>
                  </a:lnTo>
                  <a:lnTo>
                    <a:pt x="5520480" y="119445"/>
                  </a:lnTo>
                  <a:lnTo>
                    <a:pt x="5520574" y="119445"/>
                  </a:lnTo>
                  <a:lnTo>
                    <a:pt x="5520667" y="119445"/>
                  </a:lnTo>
                  <a:lnTo>
                    <a:pt x="5520760" y="119445"/>
                  </a:lnTo>
                  <a:lnTo>
                    <a:pt x="5520853" y="119445"/>
                  </a:lnTo>
                  <a:lnTo>
                    <a:pt x="5520947" y="119445"/>
                  </a:lnTo>
                  <a:lnTo>
                    <a:pt x="5521040" y="119445"/>
                  </a:lnTo>
                  <a:lnTo>
                    <a:pt x="5521133" y="119445"/>
                  </a:lnTo>
                  <a:lnTo>
                    <a:pt x="5521226" y="119445"/>
                  </a:lnTo>
                  <a:lnTo>
                    <a:pt x="5521320" y="119445"/>
                  </a:lnTo>
                  <a:lnTo>
                    <a:pt x="5521413" y="119445"/>
                  </a:lnTo>
                  <a:lnTo>
                    <a:pt x="5521506" y="119445"/>
                  </a:lnTo>
                  <a:lnTo>
                    <a:pt x="5521599" y="119445"/>
                  </a:lnTo>
                  <a:lnTo>
                    <a:pt x="5521693" y="119445"/>
                  </a:lnTo>
                  <a:lnTo>
                    <a:pt x="5521786" y="119445"/>
                  </a:lnTo>
                  <a:lnTo>
                    <a:pt x="5521879" y="119445"/>
                  </a:lnTo>
                  <a:lnTo>
                    <a:pt x="5521972" y="119445"/>
                  </a:lnTo>
                  <a:lnTo>
                    <a:pt x="5522066" y="119445"/>
                  </a:lnTo>
                  <a:lnTo>
                    <a:pt x="5522159" y="119445"/>
                  </a:lnTo>
                  <a:lnTo>
                    <a:pt x="5522252" y="119445"/>
                  </a:lnTo>
                  <a:lnTo>
                    <a:pt x="5522345" y="119445"/>
                  </a:lnTo>
                  <a:lnTo>
                    <a:pt x="5522439" y="119445"/>
                  </a:lnTo>
                  <a:lnTo>
                    <a:pt x="5522532" y="119445"/>
                  </a:lnTo>
                  <a:lnTo>
                    <a:pt x="5522625" y="119445"/>
                  </a:lnTo>
                  <a:lnTo>
                    <a:pt x="5522718" y="119445"/>
                  </a:lnTo>
                  <a:lnTo>
                    <a:pt x="5522811" y="119445"/>
                  </a:lnTo>
                  <a:lnTo>
                    <a:pt x="5522905" y="119445"/>
                  </a:lnTo>
                  <a:lnTo>
                    <a:pt x="5522998" y="119445"/>
                  </a:lnTo>
                  <a:lnTo>
                    <a:pt x="5523091" y="119445"/>
                  </a:lnTo>
                  <a:lnTo>
                    <a:pt x="5523184" y="119445"/>
                  </a:lnTo>
                  <a:lnTo>
                    <a:pt x="5523278" y="119445"/>
                  </a:lnTo>
                  <a:lnTo>
                    <a:pt x="5523371" y="119445"/>
                  </a:lnTo>
                  <a:lnTo>
                    <a:pt x="5523464" y="119445"/>
                  </a:lnTo>
                  <a:lnTo>
                    <a:pt x="5523557" y="119445"/>
                  </a:lnTo>
                  <a:lnTo>
                    <a:pt x="5523651" y="119445"/>
                  </a:lnTo>
                  <a:lnTo>
                    <a:pt x="5523744" y="119445"/>
                  </a:lnTo>
                  <a:lnTo>
                    <a:pt x="5523837" y="119445"/>
                  </a:lnTo>
                  <a:lnTo>
                    <a:pt x="5523930" y="119445"/>
                  </a:lnTo>
                  <a:lnTo>
                    <a:pt x="5524024" y="119445"/>
                  </a:lnTo>
                  <a:lnTo>
                    <a:pt x="5524117" y="119445"/>
                  </a:lnTo>
                  <a:lnTo>
                    <a:pt x="5524210" y="119445"/>
                  </a:lnTo>
                  <a:lnTo>
                    <a:pt x="5524303" y="119445"/>
                  </a:lnTo>
                  <a:lnTo>
                    <a:pt x="5524397" y="119445"/>
                  </a:lnTo>
                  <a:lnTo>
                    <a:pt x="5524490" y="119445"/>
                  </a:lnTo>
                  <a:lnTo>
                    <a:pt x="5524583" y="119445"/>
                  </a:lnTo>
                  <a:lnTo>
                    <a:pt x="5524676" y="119445"/>
                  </a:lnTo>
                  <a:lnTo>
                    <a:pt x="5524770" y="119445"/>
                  </a:lnTo>
                  <a:lnTo>
                    <a:pt x="5524863" y="119445"/>
                  </a:lnTo>
                  <a:lnTo>
                    <a:pt x="5524956" y="119445"/>
                  </a:lnTo>
                  <a:lnTo>
                    <a:pt x="5525049" y="119445"/>
                  </a:lnTo>
                  <a:lnTo>
                    <a:pt x="5525143" y="119445"/>
                  </a:lnTo>
                  <a:lnTo>
                    <a:pt x="5525236" y="119445"/>
                  </a:lnTo>
                  <a:lnTo>
                    <a:pt x="5525329" y="119445"/>
                  </a:lnTo>
                  <a:lnTo>
                    <a:pt x="5525422" y="119445"/>
                  </a:lnTo>
                  <a:lnTo>
                    <a:pt x="5525516" y="119445"/>
                  </a:lnTo>
                  <a:lnTo>
                    <a:pt x="5525609" y="119445"/>
                  </a:lnTo>
                  <a:lnTo>
                    <a:pt x="5525702" y="119445"/>
                  </a:lnTo>
                  <a:lnTo>
                    <a:pt x="5525795" y="119445"/>
                  </a:lnTo>
                  <a:lnTo>
                    <a:pt x="5525889" y="119445"/>
                  </a:lnTo>
                  <a:lnTo>
                    <a:pt x="5525982" y="119445"/>
                  </a:lnTo>
                  <a:lnTo>
                    <a:pt x="5526075" y="119445"/>
                  </a:lnTo>
                  <a:lnTo>
                    <a:pt x="5526168" y="119445"/>
                  </a:lnTo>
                  <a:lnTo>
                    <a:pt x="5526262" y="119445"/>
                  </a:lnTo>
                  <a:lnTo>
                    <a:pt x="5526355" y="119445"/>
                  </a:lnTo>
                  <a:lnTo>
                    <a:pt x="5526448" y="119445"/>
                  </a:lnTo>
                  <a:lnTo>
                    <a:pt x="5526541" y="119445"/>
                  </a:lnTo>
                  <a:lnTo>
                    <a:pt x="5526635" y="119445"/>
                  </a:lnTo>
                  <a:lnTo>
                    <a:pt x="5526728" y="119445"/>
                  </a:lnTo>
                  <a:lnTo>
                    <a:pt x="5526821" y="119445"/>
                  </a:lnTo>
                  <a:lnTo>
                    <a:pt x="5526914" y="119445"/>
                  </a:lnTo>
                  <a:lnTo>
                    <a:pt x="5527008" y="119445"/>
                  </a:lnTo>
                  <a:lnTo>
                    <a:pt x="5527101" y="119445"/>
                  </a:lnTo>
                  <a:lnTo>
                    <a:pt x="5527194" y="119445"/>
                  </a:lnTo>
                  <a:lnTo>
                    <a:pt x="5527287" y="119445"/>
                  </a:lnTo>
                  <a:lnTo>
                    <a:pt x="5527381" y="119445"/>
                  </a:lnTo>
                  <a:lnTo>
                    <a:pt x="5527474" y="119445"/>
                  </a:lnTo>
                  <a:lnTo>
                    <a:pt x="5527567" y="119445"/>
                  </a:lnTo>
                  <a:lnTo>
                    <a:pt x="5527660" y="119445"/>
                  </a:lnTo>
                  <a:lnTo>
                    <a:pt x="5527754" y="119445"/>
                  </a:lnTo>
                  <a:lnTo>
                    <a:pt x="5527847" y="119445"/>
                  </a:lnTo>
                  <a:lnTo>
                    <a:pt x="5527940" y="119445"/>
                  </a:lnTo>
                  <a:lnTo>
                    <a:pt x="5528033" y="119445"/>
                  </a:lnTo>
                  <a:lnTo>
                    <a:pt x="5528127" y="119445"/>
                  </a:lnTo>
                  <a:lnTo>
                    <a:pt x="5528220" y="119445"/>
                  </a:lnTo>
                  <a:lnTo>
                    <a:pt x="5528313" y="119445"/>
                  </a:lnTo>
                  <a:lnTo>
                    <a:pt x="5528406" y="119445"/>
                  </a:lnTo>
                  <a:lnTo>
                    <a:pt x="5528500" y="119445"/>
                  </a:lnTo>
                  <a:lnTo>
                    <a:pt x="5528593" y="119445"/>
                  </a:lnTo>
                  <a:lnTo>
                    <a:pt x="5528686" y="119445"/>
                  </a:lnTo>
                  <a:lnTo>
                    <a:pt x="5528779" y="119445"/>
                  </a:lnTo>
                  <a:lnTo>
                    <a:pt x="5528873" y="119445"/>
                  </a:lnTo>
                  <a:lnTo>
                    <a:pt x="5528966" y="119445"/>
                  </a:lnTo>
                  <a:lnTo>
                    <a:pt x="5529059" y="119445"/>
                  </a:lnTo>
                  <a:lnTo>
                    <a:pt x="5529152" y="119445"/>
                  </a:lnTo>
                  <a:lnTo>
                    <a:pt x="5529246" y="119445"/>
                  </a:lnTo>
                  <a:lnTo>
                    <a:pt x="5529339" y="119445"/>
                  </a:lnTo>
                  <a:lnTo>
                    <a:pt x="5529432" y="119445"/>
                  </a:lnTo>
                  <a:lnTo>
                    <a:pt x="5529525" y="119445"/>
                  </a:lnTo>
                  <a:lnTo>
                    <a:pt x="5529618" y="119445"/>
                  </a:lnTo>
                  <a:lnTo>
                    <a:pt x="5529712" y="119445"/>
                  </a:lnTo>
                  <a:lnTo>
                    <a:pt x="5529805" y="119445"/>
                  </a:lnTo>
                  <a:lnTo>
                    <a:pt x="5529898" y="119445"/>
                  </a:lnTo>
                  <a:lnTo>
                    <a:pt x="5529991" y="119445"/>
                  </a:lnTo>
                  <a:lnTo>
                    <a:pt x="5530085" y="119445"/>
                  </a:lnTo>
                  <a:lnTo>
                    <a:pt x="5530178" y="119445"/>
                  </a:lnTo>
                  <a:lnTo>
                    <a:pt x="5530271" y="119445"/>
                  </a:lnTo>
                  <a:lnTo>
                    <a:pt x="5530364" y="119445"/>
                  </a:lnTo>
                  <a:lnTo>
                    <a:pt x="5530458" y="119445"/>
                  </a:lnTo>
                  <a:lnTo>
                    <a:pt x="5530551" y="119445"/>
                  </a:lnTo>
                  <a:lnTo>
                    <a:pt x="5530644" y="119445"/>
                  </a:lnTo>
                  <a:lnTo>
                    <a:pt x="5530737" y="119445"/>
                  </a:lnTo>
                  <a:lnTo>
                    <a:pt x="5530831" y="119445"/>
                  </a:lnTo>
                  <a:lnTo>
                    <a:pt x="5530924" y="119445"/>
                  </a:lnTo>
                  <a:lnTo>
                    <a:pt x="5531017" y="119445"/>
                  </a:lnTo>
                  <a:lnTo>
                    <a:pt x="5531110" y="119445"/>
                  </a:lnTo>
                  <a:lnTo>
                    <a:pt x="5531204" y="119445"/>
                  </a:lnTo>
                  <a:lnTo>
                    <a:pt x="5531297" y="119445"/>
                  </a:lnTo>
                  <a:lnTo>
                    <a:pt x="5531390" y="119445"/>
                  </a:lnTo>
                  <a:lnTo>
                    <a:pt x="5531483" y="119445"/>
                  </a:lnTo>
                  <a:lnTo>
                    <a:pt x="5531577" y="119445"/>
                  </a:lnTo>
                  <a:lnTo>
                    <a:pt x="5531670" y="119445"/>
                  </a:lnTo>
                  <a:lnTo>
                    <a:pt x="5531763" y="119445"/>
                  </a:lnTo>
                  <a:lnTo>
                    <a:pt x="5531856" y="119445"/>
                  </a:lnTo>
                  <a:lnTo>
                    <a:pt x="5531950" y="119445"/>
                  </a:lnTo>
                  <a:lnTo>
                    <a:pt x="5532043" y="119445"/>
                  </a:lnTo>
                  <a:lnTo>
                    <a:pt x="5532136" y="119445"/>
                  </a:lnTo>
                  <a:lnTo>
                    <a:pt x="5532229" y="119445"/>
                  </a:lnTo>
                  <a:lnTo>
                    <a:pt x="5532323" y="119445"/>
                  </a:lnTo>
                  <a:lnTo>
                    <a:pt x="5532416" y="119445"/>
                  </a:lnTo>
                  <a:lnTo>
                    <a:pt x="5532509" y="119445"/>
                  </a:lnTo>
                  <a:lnTo>
                    <a:pt x="5532602" y="119445"/>
                  </a:lnTo>
                  <a:lnTo>
                    <a:pt x="5532696" y="119445"/>
                  </a:lnTo>
                  <a:lnTo>
                    <a:pt x="5532789" y="119445"/>
                  </a:lnTo>
                  <a:lnTo>
                    <a:pt x="5532882" y="119445"/>
                  </a:lnTo>
                  <a:lnTo>
                    <a:pt x="5532975" y="119445"/>
                  </a:lnTo>
                  <a:lnTo>
                    <a:pt x="5533069" y="119445"/>
                  </a:lnTo>
                  <a:lnTo>
                    <a:pt x="5533162" y="119445"/>
                  </a:lnTo>
                  <a:lnTo>
                    <a:pt x="5533255" y="119445"/>
                  </a:lnTo>
                  <a:lnTo>
                    <a:pt x="5533348" y="119445"/>
                  </a:lnTo>
                  <a:lnTo>
                    <a:pt x="5533442" y="119445"/>
                  </a:lnTo>
                  <a:lnTo>
                    <a:pt x="5533535" y="119445"/>
                  </a:lnTo>
                  <a:lnTo>
                    <a:pt x="5533628" y="119445"/>
                  </a:lnTo>
                  <a:lnTo>
                    <a:pt x="5533721" y="119445"/>
                  </a:lnTo>
                  <a:lnTo>
                    <a:pt x="5533815" y="119445"/>
                  </a:lnTo>
                  <a:lnTo>
                    <a:pt x="5533908" y="119445"/>
                  </a:lnTo>
                  <a:lnTo>
                    <a:pt x="5534001" y="119445"/>
                  </a:lnTo>
                  <a:lnTo>
                    <a:pt x="5534094" y="119445"/>
                  </a:lnTo>
                  <a:lnTo>
                    <a:pt x="5534188" y="119445"/>
                  </a:lnTo>
                  <a:lnTo>
                    <a:pt x="5534281" y="119445"/>
                  </a:lnTo>
                  <a:lnTo>
                    <a:pt x="5534374" y="119445"/>
                  </a:lnTo>
                  <a:lnTo>
                    <a:pt x="5534467" y="119445"/>
                  </a:lnTo>
                  <a:lnTo>
                    <a:pt x="5534561" y="119445"/>
                  </a:lnTo>
                  <a:lnTo>
                    <a:pt x="5534654" y="119445"/>
                  </a:lnTo>
                  <a:lnTo>
                    <a:pt x="5534747" y="119445"/>
                  </a:lnTo>
                  <a:lnTo>
                    <a:pt x="5534840" y="119445"/>
                  </a:lnTo>
                  <a:lnTo>
                    <a:pt x="5534934" y="119445"/>
                  </a:lnTo>
                  <a:lnTo>
                    <a:pt x="5535027" y="119445"/>
                  </a:lnTo>
                  <a:lnTo>
                    <a:pt x="5535120" y="119445"/>
                  </a:lnTo>
                  <a:lnTo>
                    <a:pt x="5535213" y="119445"/>
                  </a:lnTo>
                  <a:lnTo>
                    <a:pt x="5535307" y="119445"/>
                  </a:lnTo>
                  <a:lnTo>
                    <a:pt x="5535400" y="119445"/>
                  </a:lnTo>
                  <a:lnTo>
                    <a:pt x="5535493" y="119445"/>
                  </a:lnTo>
                  <a:lnTo>
                    <a:pt x="5535586" y="119445"/>
                  </a:lnTo>
                  <a:lnTo>
                    <a:pt x="5535680" y="119445"/>
                  </a:lnTo>
                  <a:lnTo>
                    <a:pt x="5535773" y="119445"/>
                  </a:lnTo>
                  <a:lnTo>
                    <a:pt x="5535866" y="119445"/>
                  </a:lnTo>
                  <a:lnTo>
                    <a:pt x="5535959" y="119445"/>
                  </a:lnTo>
                  <a:lnTo>
                    <a:pt x="5536053" y="119445"/>
                  </a:lnTo>
                  <a:lnTo>
                    <a:pt x="5536146" y="119445"/>
                  </a:lnTo>
                  <a:lnTo>
                    <a:pt x="5536239" y="119445"/>
                  </a:lnTo>
                  <a:lnTo>
                    <a:pt x="5536332" y="119445"/>
                  </a:lnTo>
                  <a:lnTo>
                    <a:pt x="5536425" y="119445"/>
                  </a:lnTo>
                  <a:lnTo>
                    <a:pt x="5536519" y="119445"/>
                  </a:lnTo>
                  <a:lnTo>
                    <a:pt x="5536612" y="119445"/>
                  </a:lnTo>
                  <a:lnTo>
                    <a:pt x="5536705" y="119445"/>
                  </a:lnTo>
                  <a:lnTo>
                    <a:pt x="5536798" y="119445"/>
                  </a:lnTo>
                  <a:lnTo>
                    <a:pt x="5536892" y="119445"/>
                  </a:lnTo>
                  <a:lnTo>
                    <a:pt x="5536985" y="119445"/>
                  </a:lnTo>
                  <a:lnTo>
                    <a:pt x="5537078" y="119445"/>
                  </a:lnTo>
                  <a:lnTo>
                    <a:pt x="5537171" y="119445"/>
                  </a:lnTo>
                  <a:lnTo>
                    <a:pt x="5537265" y="119445"/>
                  </a:lnTo>
                  <a:lnTo>
                    <a:pt x="5537358" y="119445"/>
                  </a:lnTo>
                  <a:lnTo>
                    <a:pt x="5537451" y="119445"/>
                  </a:lnTo>
                  <a:lnTo>
                    <a:pt x="5537544" y="119445"/>
                  </a:lnTo>
                  <a:lnTo>
                    <a:pt x="5537638" y="119445"/>
                  </a:lnTo>
                  <a:lnTo>
                    <a:pt x="5537731" y="119445"/>
                  </a:lnTo>
                  <a:lnTo>
                    <a:pt x="5537824" y="119445"/>
                  </a:lnTo>
                  <a:lnTo>
                    <a:pt x="5537917" y="119445"/>
                  </a:lnTo>
                  <a:lnTo>
                    <a:pt x="5538011" y="119445"/>
                  </a:lnTo>
                  <a:lnTo>
                    <a:pt x="5538104" y="119445"/>
                  </a:lnTo>
                  <a:lnTo>
                    <a:pt x="5538197" y="119445"/>
                  </a:lnTo>
                  <a:lnTo>
                    <a:pt x="5538290" y="119445"/>
                  </a:lnTo>
                  <a:lnTo>
                    <a:pt x="5538384" y="119445"/>
                  </a:lnTo>
                  <a:lnTo>
                    <a:pt x="5538477" y="119445"/>
                  </a:lnTo>
                  <a:lnTo>
                    <a:pt x="5538570" y="119445"/>
                  </a:lnTo>
                  <a:lnTo>
                    <a:pt x="5538663" y="119445"/>
                  </a:lnTo>
                  <a:lnTo>
                    <a:pt x="5538757" y="119445"/>
                  </a:lnTo>
                  <a:lnTo>
                    <a:pt x="5538850" y="119445"/>
                  </a:lnTo>
                  <a:lnTo>
                    <a:pt x="5538943" y="119445"/>
                  </a:lnTo>
                  <a:lnTo>
                    <a:pt x="5539036" y="119445"/>
                  </a:lnTo>
                  <a:lnTo>
                    <a:pt x="5539130" y="119445"/>
                  </a:lnTo>
                  <a:lnTo>
                    <a:pt x="5539223" y="119445"/>
                  </a:lnTo>
                  <a:lnTo>
                    <a:pt x="5539316" y="119445"/>
                  </a:lnTo>
                  <a:lnTo>
                    <a:pt x="5539409" y="119445"/>
                  </a:lnTo>
                  <a:lnTo>
                    <a:pt x="5539503" y="119445"/>
                  </a:lnTo>
                  <a:lnTo>
                    <a:pt x="5539596" y="119445"/>
                  </a:lnTo>
                  <a:lnTo>
                    <a:pt x="5539689" y="119445"/>
                  </a:lnTo>
                  <a:lnTo>
                    <a:pt x="5539782" y="119445"/>
                  </a:lnTo>
                  <a:lnTo>
                    <a:pt x="5539876" y="119445"/>
                  </a:lnTo>
                  <a:lnTo>
                    <a:pt x="5539969" y="119445"/>
                  </a:lnTo>
                  <a:lnTo>
                    <a:pt x="5540062" y="119445"/>
                  </a:lnTo>
                  <a:lnTo>
                    <a:pt x="5540155" y="119445"/>
                  </a:lnTo>
                  <a:lnTo>
                    <a:pt x="5540249" y="119445"/>
                  </a:lnTo>
                  <a:lnTo>
                    <a:pt x="5540342" y="119445"/>
                  </a:lnTo>
                  <a:lnTo>
                    <a:pt x="5540435" y="119445"/>
                  </a:lnTo>
                  <a:lnTo>
                    <a:pt x="5540528" y="119445"/>
                  </a:lnTo>
                  <a:lnTo>
                    <a:pt x="5540622" y="119445"/>
                  </a:lnTo>
                  <a:lnTo>
                    <a:pt x="5540715" y="119445"/>
                  </a:lnTo>
                  <a:lnTo>
                    <a:pt x="5540808" y="119445"/>
                  </a:lnTo>
                  <a:lnTo>
                    <a:pt x="5540901" y="119445"/>
                  </a:lnTo>
                  <a:lnTo>
                    <a:pt x="5540995" y="119445"/>
                  </a:lnTo>
                  <a:lnTo>
                    <a:pt x="5541088" y="119445"/>
                  </a:lnTo>
                  <a:lnTo>
                    <a:pt x="5541181" y="119445"/>
                  </a:lnTo>
                  <a:lnTo>
                    <a:pt x="5541274" y="119445"/>
                  </a:lnTo>
                  <a:lnTo>
                    <a:pt x="5541368" y="119445"/>
                  </a:lnTo>
                  <a:lnTo>
                    <a:pt x="5541461" y="119445"/>
                  </a:lnTo>
                  <a:lnTo>
                    <a:pt x="5541554" y="119445"/>
                  </a:lnTo>
                  <a:lnTo>
                    <a:pt x="5541647" y="119445"/>
                  </a:lnTo>
                  <a:lnTo>
                    <a:pt x="5541741" y="119445"/>
                  </a:lnTo>
                  <a:lnTo>
                    <a:pt x="5541834" y="119445"/>
                  </a:lnTo>
                  <a:lnTo>
                    <a:pt x="5541927" y="119445"/>
                  </a:lnTo>
                  <a:lnTo>
                    <a:pt x="5542020" y="119445"/>
                  </a:lnTo>
                  <a:lnTo>
                    <a:pt x="5542114" y="119445"/>
                  </a:lnTo>
                  <a:lnTo>
                    <a:pt x="5542207" y="119445"/>
                  </a:lnTo>
                  <a:lnTo>
                    <a:pt x="5542300" y="119445"/>
                  </a:lnTo>
                  <a:lnTo>
                    <a:pt x="5542393" y="119445"/>
                  </a:lnTo>
                  <a:lnTo>
                    <a:pt x="5542487" y="119445"/>
                  </a:lnTo>
                  <a:lnTo>
                    <a:pt x="5542580" y="119445"/>
                  </a:lnTo>
                  <a:lnTo>
                    <a:pt x="5542673" y="119445"/>
                  </a:lnTo>
                  <a:lnTo>
                    <a:pt x="5542766" y="119445"/>
                  </a:lnTo>
                  <a:lnTo>
                    <a:pt x="5542860" y="119445"/>
                  </a:lnTo>
                  <a:lnTo>
                    <a:pt x="5542953" y="119445"/>
                  </a:lnTo>
                  <a:lnTo>
                    <a:pt x="5543046" y="119445"/>
                  </a:lnTo>
                  <a:lnTo>
                    <a:pt x="5543139" y="119445"/>
                  </a:lnTo>
                  <a:lnTo>
                    <a:pt x="5543233" y="119445"/>
                  </a:lnTo>
                  <a:lnTo>
                    <a:pt x="5543326" y="119445"/>
                  </a:lnTo>
                  <a:lnTo>
                    <a:pt x="5543419" y="119445"/>
                  </a:lnTo>
                  <a:lnTo>
                    <a:pt x="5543512" y="119445"/>
                  </a:lnTo>
                  <a:lnTo>
                    <a:pt x="5543605" y="119445"/>
                  </a:lnTo>
                  <a:lnTo>
                    <a:pt x="5543699" y="119445"/>
                  </a:lnTo>
                  <a:lnTo>
                    <a:pt x="5543792" y="119445"/>
                  </a:lnTo>
                  <a:lnTo>
                    <a:pt x="5543885" y="119445"/>
                  </a:lnTo>
                  <a:lnTo>
                    <a:pt x="5543978" y="119445"/>
                  </a:lnTo>
                  <a:lnTo>
                    <a:pt x="5544072" y="119445"/>
                  </a:lnTo>
                  <a:lnTo>
                    <a:pt x="5544165" y="119445"/>
                  </a:lnTo>
                  <a:lnTo>
                    <a:pt x="5544258" y="119445"/>
                  </a:lnTo>
                  <a:lnTo>
                    <a:pt x="5544351" y="119445"/>
                  </a:lnTo>
                  <a:lnTo>
                    <a:pt x="5544445" y="119445"/>
                  </a:lnTo>
                  <a:lnTo>
                    <a:pt x="5544538" y="119445"/>
                  </a:lnTo>
                  <a:lnTo>
                    <a:pt x="5544631" y="119445"/>
                  </a:lnTo>
                  <a:lnTo>
                    <a:pt x="5544724" y="119445"/>
                  </a:lnTo>
                  <a:lnTo>
                    <a:pt x="5544818" y="119445"/>
                  </a:lnTo>
                  <a:lnTo>
                    <a:pt x="5544911" y="119445"/>
                  </a:lnTo>
                  <a:lnTo>
                    <a:pt x="5545004" y="119445"/>
                  </a:lnTo>
                  <a:lnTo>
                    <a:pt x="5545097" y="119445"/>
                  </a:lnTo>
                  <a:lnTo>
                    <a:pt x="5545191" y="119445"/>
                  </a:lnTo>
                  <a:lnTo>
                    <a:pt x="5545284" y="119445"/>
                  </a:lnTo>
                  <a:lnTo>
                    <a:pt x="5545377" y="119445"/>
                  </a:lnTo>
                  <a:lnTo>
                    <a:pt x="5545470" y="119445"/>
                  </a:lnTo>
                  <a:lnTo>
                    <a:pt x="5545564" y="119445"/>
                  </a:lnTo>
                  <a:lnTo>
                    <a:pt x="5545657" y="119445"/>
                  </a:lnTo>
                  <a:lnTo>
                    <a:pt x="5545750" y="119445"/>
                  </a:lnTo>
                  <a:lnTo>
                    <a:pt x="5545843" y="119445"/>
                  </a:lnTo>
                  <a:lnTo>
                    <a:pt x="5545937" y="119445"/>
                  </a:lnTo>
                  <a:lnTo>
                    <a:pt x="5546030" y="119445"/>
                  </a:lnTo>
                  <a:lnTo>
                    <a:pt x="5546123" y="119445"/>
                  </a:lnTo>
                  <a:lnTo>
                    <a:pt x="5546216" y="119445"/>
                  </a:lnTo>
                  <a:lnTo>
                    <a:pt x="5546310" y="119445"/>
                  </a:lnTo>
                  <a:lnTo>
                    <a:pt x="5546403" y="119445"/>
                  </a:lnTo>
                  <a:lnTo>
                    <a:pt x="5546496" y="119445"/>
                  </a:lnTo>
                  <a:lnTo>
                    <a:pt x="5546589" y="119445"/>
                  </a:lnTo>
                  <a:lnTo>
                    <a:pt x="5546683" y="119445"/>
                  </a:lnTo>
                  <a:lnTo>
                    <a:pt x="5546776" y="119445"/>
                  </a:lnTo>
                  <a:lnTo>
                    <a:pt x="5546869" y="119445"/>
                  </a:lnTo>
                  <a:lnTo>
                    <a:pt x="5546962" y="119445"/>
                  </a:lnTo>
                  <a:lnTo>
                    <a:pt x="5547056" y="119445"/>
                  </a:lnTo>
                  <a:lnTo>
                    <a:pt x="5547149" y="119445"/>
                  </a:lnTo>
                  <a:lnTo>
                    <a:pt x="5547242" y="119445"/>
                  </a:lnTo>
                  <a:lnTo>
                    <a:pt x="5547335" y="119445"/>
                  </a:lnTo>
                  <a:lnTo>
                    <a:pt x="5547429" y="119445"/>
                  </a:lnTo>
                  <a:lnTo>
                    <a:pt x="5547522" y="119445"/>
                  </a:lnTo>
                  <a:lnTo>
                    <a:pt x="5547615" y="119445"/>
                  </a:lnTo>
                  <a:lnTo>
                    <a:pt x="5547708" y="119445"/>
                  </a:lnTo>
                  <a:lnTo>
                    <a:pt x="5547802" y="119445"/>
                  </a:lnTo>
                  <a:lnTo>
                    <a:pt x="5547895" y="119445"/>
                  </a:lnTo>
                  <a:lnTo>
                    <a:pt x="5547988" y="119445"/>
                  </a:lnTo>
                  <a:lnTo>
                    <a:pt x="5548081" y="119445"/>
                  </a:lnTo>
                  <a:lnTo>
                    <a:pt x="5548175" y="119445"/>
                  </a:lnTo>
                  <a:lnTo>
                    <a:pt x="5548268" y="119445"/>
                  </a:lnTo>
                  <a:lnTo>
                    <a:pt x="5548361" y="119445"/>
                  </a:lnTo>
                  <a:lnTo>
                    <a:pt x="5548454" y="119445"/>
                  </a:lnTo>
                  <a:lnTo>
                    <a:pt x="5548548" y="119445"/>
                  </a:lnTo>
                  <a:lnTo>
                    <a:pt x="5548641" y="119445"/>
                  </a:lnTo>
                  <a:lnTo>
                    <a:pt x="5548734" y="119445"/>
                  </a:lnTo>
                  <a:lnTo>
                    <a:pt x="5548827" y="119445"/>
                  </a:lnTo>
                  <a:lnTo>
                    <a:pt x="5548921" y="119445"/>
                  </a:lnTo>
                  <a:lnTo>
                    <a:pt x="5549014" y="119445"/>
                  </a:lnTo>
                  <a:lnTo>
                    <a:pt x="5549107" y="119445"/>
                  </a:lnTo>
                  <a:lnTo>
                    <a:pt x="5549200" y="119445"/>
                  </a:lnTo>
                  <a:lnTo>
                    <a:pt x="5549294" y="119445"/>
                  </a:lnTo>
                  <a:lnTo>
                    <a:pt x="5549387" y="119445"/>
                  </a:lnTo>
                  <a:lnTo>
                    <a:pt x="5549480" y="119445"/>
                  </a:lnTo>
                  <a:lnTo>
                    <a:pt x="5549573" y="119445"/>
                  </a:lnTo>
                  <a:lnTo>
                    <a:pt x="5549667" y="119445"/>
                  </a:lnTo>
                  <a:lnTo>
                    <a:pt x="5549760" y="119445"/>
                  </a:lnTo>
                  <a:lnTo>
                    <a:pt x="5549853" y="119445"/>
                  </a:lnTo>
                  <a:lnTo>
                    <a:pt x="5549946" y="119445"/>
                  </a:lnTo>
                  <a:lnTo>
                    <a:pt x="5550040" y="119445"/>
                  </a:lnTo>
                  <a:lnTo>
                    <a:pt x="5550133" y="119445"/>
                  </a:lnTo>
                  <a:lnTo>
                    <a:pt x="5550226" y="119445"/>
                  </a:lnTo>
                  <a:lnTo>
                    <a:pt x="5550319" y="119445"/>
                  </a:lnTo>
                  <a:lnTo>
                    <a:pt x="5550412" y="119445"/>
                  </a:lnTo>
                  <a:lnTo>
                    <a:pt x="5550506" y="119445"/>
                  </a:lnTo>
                  <a:lnTo>
                    <a:pt x="5550599" y="119445"/>
                  </a:lnTo>
                  <a:lnTo>
                    <a:pt x="5550692" y="119445"/>
                  </a:lnTo>
                  <a:lnTo>
                    <a:pt x="5550785" y="119445"/>
                  </a:lnTo>
                  <a:lnTo>
                    <a:pt x="5550879" y="119445"/>
                  </a:lnTo>
                  <a:lnTo>
                    <a:pt x="5550972" y="119445"/>
                  </a:lnTo>
                  <a:lnTo>
                    <a:pt x="5551065" y="119445"/>
                  </a:lnTo>
                  <a:lnTo>
                    <a:pt x="5551158" y="119445"/>
                  </a:lnTo>
                  <a:lnTo>
                    <a:pt x="5551252" y="119445"/>
                  </a:lnTo>
                  <a:lnTo>
                    <a:pt x="5551345" y="119445"/>
                  </a:lnTo>
                  <a:lnTo>
                    <a:pt x="5551438" y="119445"/>
                  </a:lnTo>
                  <a:lnTo>
                    <a:pt x="5551531" y="119445"/>
                  </a:lnTo>
                  <a:lnTo>
                    <a:pt x="5551625" y="119445"/>
                  </a:lnTo>
                  <a:lnTo>
                    <a:pt x="5551718" y="119445"/>
                  </a:lnTo>
                  <a:lnTo>
                    <a:pt x="5551811" y="119445"/>
                  </a:lnTo>
                  <a:lnTo>
                    <a:pt x="5551904" y="119445"/>
                  </a:lnTo>
                  <a:lnTo>
                    <a:pt x="5551998" y="119445"/>
                  </a:lnTo>
                  <a:lnTo>
                    <a:pt x="5552091" y="119445"/>
                  </a:lnTo>
                  <a:lnTo>
                    <a:pt x="5552184" y="119445"/>
                  </a:lnTo>
                  <a:lnTo>
                    <a:pt x="5552277" y="119445"/>
                  </a:lnTo>
                  <a:lnTo>
                    <a:pt x="5552371" y="119445"/>
                  </a:lnTo>
                  <a:lnTo>
                    <a:pt x="5552464" y="119445"/>
                  </a:lnTo>
                  <a:lnTo>
                    <a:pt x="5552557" y="119445"/>
                  </a:lnTo>
                  <a:lnTo>
                    <a:pt x="5552650" y="119445"/>
                  </a:lnTo>
                  <a:lnTo>
                    <a:pt x="5552744" y="119445"/>
                  </a:lnTo>
                  <a:lnTo>
                    <a:pt x="5552837" y="119445"/>
                  </a:lnTo>
                  <a:lnTo>
                    <a:pt x="5552930" y="119445"/>
                  </a:lnTo>
                  <a:lnTo>
                    <a:pt x="5553023" y="119445"/>
                  </a:lnTo>
                  <a:lnTo>
                    <a:pt x="5553117" y="119445"/>
                  </a:lnTo>
                  <a:lnTo>
                    <a:pt x="5553210" y="119445"/>
                  </a:lnTo>
                  <a:lnTo>
                    <a:pt x="5553303" y="119445"/>
                  </a:lnTo>
                  <a:lnTo>
                    <a:pt x="5553396" y="119445"/>
                  </a:lnTo>
                  <a:lnTo>
                    <a:pt x="5553490" y="119445"/>
                  </a:lnTo>
                  <a:lnTo>
                    <a:pt x="5553583" y="119445"/>
                  </a:lnTo>
                  <a:lnTo>
                    <a:pt x="5553676" y="119445"/>
                  </a:lnTo>
                  <a:lnTo>
                    <a:pt x="5553769" y="119445"/>
                  </a:lnTo>
                  <a:lnTo>
                    <a:pt x="5553863" y="119445"/>
                  </a:lnTo>
                  <a:lnTo>
                    <a:pt x="5553956" y="119445"/>
                  </a:lnTo>
                  <a:lnTo>
                    <a:pt x="5554049" y="119445"/>
                  </a:lnTo>
                  <a:lnTo>
                    <a:pt x="5554142" y="119445"/>
                  </a:lnTo>
                  <a:lnTo>
                    <a:pt x="5554236" y="119445"/>
                  </a:lnTo>
                  <a:lnTo>
                    <a:pt x="5554329" y="119445"/>
                  </a:lnTo>
                  <a:lnTo>
                    <a:pt x="5554422" y="119445"/>
                  </a:lnTo>
                  <a:lnTo>
                    <a:pt x="5554515" y="119445"/>
                  </a:lnTo>
                  <a:lnTo>
                    <a:pt x="5554609" y="119445"/>
                  </a:lnTo>
                  <a:lnTo>
                    <a:pt x="5554702" y="119445"/>
                  </a:lnTo>
                  <a:lnTo>
                    <a:pt x="5554795" y="119445"/>
                  </a:lnTo>
                  <a:lnTo>
                    <a:pt x="5554888" y="119445"/>
                  </a:lnTo>
                  <a:lnTo>
                    <a:pt x="5554982" y="119445"/>
                  </a:lnTo>
                  <a:lnTo>
                    <a:pt x="5555075" y="119445"/>
                  </a:lnTo>
                  <a:lnTo>
                    <a:pt x="5555168" y="119445"/>
                  </a:lnTo>
                  <a:lnTo>
                    <a:pt x="5555261" y="119445"/>
                  </a:lnTo>
                  <a:lnTo>
                    <a:pt x="5555355" y="119445"/>
                  </a:lnTo>
                  <a:lnTo>
                    <a:pt x="5555448" y="119445"/>
                  </a:lnTo>
                  <a:lnTo>
                    <a:pt x="5555541" y="119445"/>
                  </a:lnTo>
                  <a:lnTo>
                    <a:pt x="5555634" y="119445"/>
                  </a:lnTo>
                  <a:lnTo>
                    <a:pt x="5555728" y="119445"/>
                  </a:lnTo>
                  <a:lnTo>
                    <a:pt x="5555821" y="119445"/>
                  </a:lnTo>
                  <a:lnTo>
                    <a:pt x="5555914" y="119445"/>
                  </a:lnTo>
                  <a:lnTo>
                    <a:pt x="5556007" y="119445"/>
                  </a:lnTo>
                  <a:lnTo>
                    <a:pt x="5556101" y="119445"/>
                  </a:lnTo>
                  <a:lnTo>
                    <a:pt x="5556194" y="119445"/>
                  </a:lnTo>
                  <a:lnTo>
                    <a:pt x="5556287" y="119445"/>
                  </a:lnTo>
                  <a:lnTo>
                    <a:pt x="5556380" y="119445"/>
                  </a:lnTo>
                  <a:lnTo>
                    <a:pt x="5556474" y="119445"/>
                  </a:lnTo>
                  <a:lnTo>
                    <a:pt x="5556567" y="119445"/>
                  </a:lnTo>
                  <a:lnTo>
                    <a:pt x="5556660" y="119445"/>
                  </a:lnTo>
                  <a:lnTo>
                    <a:pt x="5556753" y="119445"/>
                  </a:lnTo>
                  <a:lnTo>
                    <a:pt x="5556847" y="119445"/>
                  </a:lnTo>
                  <a:lnTo>
                    <a:pt x="5556940" y="119445"/>
                  </a:lnTo>
                  <a:lnTo>
                    <a:pt x="5557033" y="119445"/>
                  </a:lnTo>
                  <a:lnTo>
                    <a:pt x="5557126" y="119445"/>
                  </a:lnTo>
                  <a:lnTo>
                    <a:pt x="5557219" y="119445"/>
                  </a:lnTo>
                  <a:lnTo>
                    <a:pt x="5557313" y="119445"/>
                  </a:lnTo>
                  <a:lnTo>
                    <a:pt x="5557406" y="119445"/>
                  </a:lnTo>
                  <a:lnTo>
                    <a:pt x="5557499" y="119445"/>
                  </a:lnTo>
                  <a:lnTo>
                    <a:pt x="5557592" y="119445"/>
                  </a:lnTo>
                  <a:lnTo>
                    <a:pt x="5557686" y="119445"/>
                  </a:lnTo>
                  <a:lnTo>
                    <a:pt x="5557779" y="119445"/>
                  </a:lnTo>
                  <a:lnTo>
                    <a:pt x="5557872" y="119445"/>
                  </a:lnTo>
                  <a:lnTo>
                    <a:pt x="5557965" y="119445"/>
                  </a:lnTo>
                  <a:lnTo>
                    <a:pt x="5558059" y="119445"/>
                  </a:lnTo>
                  <a:lnTo>
                    <a:pt x="5558152" y="119445"/>
                  </a:lnTo>
                  <a:lnTo>
                    <a:pt x="5558245" y="119445"/>
                  </a:lnTo>
                  <a:lnTo>
                    <a:pt x="5558338" y="119445"/>
                  </a:lnTo>
                  <a:lnTo>
                    <a:pt x="5558432" y="119445"/>
                  </a:lnTo>
                  <a:lnTo>
                    <a:pt x="5558525" y="119445"/>
                  </a:lnTo>
                  <a:lnTo>
                    <a:pt x="5558618" y="119445"/>
                  </a:lnTo>
                  <a:lnTo>
                    <a:pt x="5558711" y="119445"/>
                  </a:lnTo>
                  <a:lnTo>
                    <a:pt x="5558805" y="119445"/>
                  </a:lnTo>
                  <a:lnTo>
                    <a:pt x="5558898" y="119445"/>
                  </a:lnTo>
                  <a:lnTo>
                    <a:pt x="5558991" y="119445"/>
                  </a:lnTo>
                  <a:lnTo>
                    <a:pt x="5559084" y="119445"/>
                  </a:lnTo>
                  <a:lnTo>
                    <a:pt x="5559178" y="119445"/>
                  </a:lnTo>
                  <a:lnTo>
                    <a:pt x="5559271" y="119445"/>
                  </a:lnTo>
                  <a:lnTo>
                    <a:pt x="5559364" y="119445"/>
                  </a:lnTo>
                  <a:lnTo>
                    <a:pt x="5559457" y="119445"/>
                  </a:lnTo>
                  <a:lnTo>
                    <a:pt x="5559551" y="119445"/>
                  </a:lnTo>
                  <a:lnTo>
                    <a:pt x="5559644" y="119445"/>
                  </a:lnTo>
                  <a:lnTo>
                    <a:pt x="5559737" y="119445"/>
                  </a:lnTo>
                  <a:lnTo>
                    <a:pt x="5559830" y="119445"/>
                  </a:lnTo>
                  <a:lnTo>
                    <a:pt x="5559924" y="119445"/>
                  </a:lnTo>
                  <a:lnTo>
                    <a:pt x="5560017" y="119445"/>
                  </a:lnTo>
                  <a:lnTo>
                    <a:pt x="5560110" y="119445"/>
                  </a:lnTo>
                  <a:lnTo>
                    <a:pt x="5560203" y="119445"/>
                  </a:lnTo>
                  <a:lnTo>
                    <a:pt x="5560297" y="119445"/>
                  </a:lnTo>
                  <a:lnTo>
                    <a:pt x="5560390" y="119445"/>
                  </a:lnTo>
                  <a:lnTo>
                    <a:pt x="5560483" y="119445"/>
                  </a:lnTo>
                  <a:lnTo>
                    <a:pt x="5560576" y="119445"/>
                  </a:lnTo>
                  <a:lnTo>
                    <a:pt x="5560670" y="119445"/>
                  </a:lnTo>
                  <a:lnTo>
                    <a:pt x="5560763" y="119445"/>
                  </a:lnTo>
                  <a:lnTo>
                    <a:pt x="5560856" y="119445"/>
                  </a:lnTo>
                  <a:lnTo>
                    <a:pt x="5560949" y="119445"/>
                  </a:lnTo>
                  <a:lnTo>
                    <a:pt x="5561043" y="119445"/>
                  </a:lnTo>
                  <a:lnTo>
                    <a:pt x="5561136" y="119445"/>
                  </a:lnTo>
                  <a:lnTo>
                    <a:pt x="5561229" y="119445"/>
                  </a:lnTo>
                  <a:lnTo>
                    <a:pt x="5561322" y="119445"/>
                  </a:lnTo>
                  <a:lnTo>
                    <a:pt x="5561416" y="119445"/>
                  </a:lnTo>
                  <a:lnTo>
                    <a:pt x="5561509" y="119445"/>
                  </a:lnTo>
                  <a:lnTo>
                    <a:pt x="5561602" y="119445"/>
                  </a:lnTo>
                  <a:lnTo>
                    <a:pt x="5561695" y="119445"/>
                  </a:lnTo>
                  <a:lnTo>
                    <a:pt x="5561789" y="119445"/>
                  </a:lnTo>
                  <a:lnTo>
                    <a:pt x="5561882" y="119445"/>
                  </a:lnTo>
                  <a:lnTo>
                    <a:pt x="5561975" y="119445"/>
                  </a:lnTo>
                  <a:lnTo>
                    <a:pt x="5562068" y="119445"/>
                  </a:lnTo>
                  <a:lnTo>
                    <a:pt x="5562162" y="119445"/>
                  </a:lnTo>
                  <a:lnTo>
                    <a:pt x="5562255" y="119445"/>
                  </a:lnTo>
                  <a:lnTo>
                    <a:pt x="5562348" y="119445"/>
                  </a:lnTo>
                  <a:lnTo>
                    <a:pt x="5562441" y="119445"/>
                  </a:lnTo>
                  <a:lnTo>
                    <a:pt x="5562535" y="119445"/>
                  </a:lnTo>
                  <a:lnTo>
                    <a:pt x="5562628" y="119445"/>
                  </a:lnTo>
                  <a:lnTo>
                    <a:pt x="5562721" y="119445"/>
                  </a:lnTo>
                  <a:lnTo>
                    <a:pt x="5562814" y="119445"/>
                  </a:lnTo>
                  <a:lnTo>
                    <a:pt x="5562908" y="119445"/>
                  </a:lnTo>
                  <a:lnTo>
                    <a:pt x="5563001" y="119445"/>
                  </a:lnTo>
                  <a:lnTo>
                    <a:pt x="5563094" y="119445"/>
                  </a:lnTo>
                  <a:lnTo>
                    <a:pt x="5563187" y="119445"/>
                  </a:lnTo>
                  <a:lnTo>
                    <a:pt x="5563281" y="119445"/>
                  </a:lnTo>
                  <a:lnTo>
                    <a:pt x="5563374" y="119445"/>
                  </a:lnTo>
                  <a:lnTo>
                    <a:pt x="5563467" y="119445"/>
                  </a:lnTo>
                  <a:lnTo>
                    <a:pt x="5563560" y="119445"/>
                  </a:lnTo>
                  <a:lnTo>
                    <a:pt x="5563654" y="119445"/>
                  </a:lnTo>
                  <a:lnTo>
                    <a:pt x="5563747" y="119445"/>
                  </a:lnTo>
                  <a:lnTo>
                    <a:pt x="5563840" y="119445"/>
                  </a:lnTo>
                  <a:lnTo>
                    <a:pt x="5563933" y="119445"/>
                  </a:lnTo>
                  <a:lnTo>
                    <a:pt x="5564027" y="119445"/>
                  </a:lnTo>
                  <a:lnTo>
                    <a:pt x="5564120" y="119445"/>
                  </a:lnTo>
                  <a:lnTo>
                    <a:pt x="5564213" y="119445"/>
                  </a:lnTo>
                  <a:lnTo>
                    <a:pt x="5564306" y="119445"/>
                  </a:lnTo>
                  <a:lnTo>
                    <a:pt x="5564399" y="119445"/>
                  </a:lnTo>
                  <a:lnTo>
                    <a:pt x="5564493" y="119445"/>
                  </a:lnTo>
                  <a:lnTo>
                    <a:pt x="5564586" y="119445"/>
                  </a:lnTo>
                  <a:lnTo>
                    <a:pt x="5564679" y="119445"/>
                  </a:lnTo>
                  <a:lnTo>
                    <a:pt x="5564772" y="119445"/>
                  </a:lnTo>
                  <a:lnTo>
                    <a:pt x="5564866" y="119445"/>
                  </a:lnTo>
                  <a:lnTo>
                    <a:pt x="5564959" y="119445"/>
                  </a:lnTo>
                  <a:lnTo>
                    <a:pt x="5565052" y="119445"/>
                  </a:lnTo>
                  <a:lnTo>
                    <a:pt x="5565145" y="119445"/>
                  </a:lnTo>
                  <a:lnTo>
                    <a:pt x="5565239" y="119445"/>
                  </a:lnTo>
                  <a:lnTo>
                    <a:pt x="5565332" y="119445"/>
                  </a:lnTo>
                  <a:lnTo>
                    <a:pt x="5565425" y="119445"/>
                  </a:lnTo>
                  <a:lnTo>
                    <a:pt x="5565518" y="119445"/>
                  </a:lnTo>
                  <a:lnTo>
                    <a:pt x="5565612" y="119445"/>
                  </a:lnTo>
                  <a:lnTo>
                    <a:pt x="5565705" y="119445"/>
                  </a:lnTo>
                  <a:lnTo>
                    <a:pt x="5565798" y="119445"/>
                  </a:lnTo>
                  <a:lnTo>
                    <a:pt x="5565891" y="119445"/>
                  </a:lnTo>
                  <a:lnTo>
                    <a:pt x="5565985" y="119445"/>
                  </a:lnTo>
                  <a:lnTo>
                    <a:pt x="5566078" y="119445"/>
                  </a:lnTo>
                  <a:lnTo>
                    <a:pt x="5566171" y="119445"/>
                  </a:lnTo>
                  <a:lnTo>
                    <a:pt x="5566264" y="119445"/>
                  </a:lnTo>
                  <a:lnTo>
                    <a:pt x="5566358" y="119445"/>
                  </a:lnTo>
                  <a:lnTo>
                    <a:pt x="5566451" y="119445"/>
                  </a:lnTo>
                  <a:lnTo>
                    <a:pt x="5566544" y="119445"/>
                  </a:lnTo>
                  <a:lnTo>
                    <a:pt x="5566637" y="119445"/>
                  </a:lnTo>
                  <a:lnTo>
                    <a:pt x="5566731" y="119445"/>
                  </a:lnTo>
                  <a:lnTo>
                    <a:pt x="5566824" y="119445"/>
                  </a:lnTo>
                  <a:lnTo>
                    <a:pt x="5566917" y="119445"/>
                  </a:lnTo>
                  <a:lnTo>
                    <a:pt x="5567010" y="119445"/>
                  </a:lnTo>
                  <a:lnTo>
                    <a:pt x="5567104" y="119445"/>
                  </a:lnTo>
                  <a:lnTo>
                    <a:pt x="5567197" y="119445"/>
                  </a:lnTo>
                  <a:lnTo>
                    <a:pt x="5567290" y="119445"/>
                  </a:lnTo>
                  <a:lnTo>
                    <a:pt x="5567383" y="119445"/>
                  </a:lnTo>
                  <a:lnTo>
                    <a:pt x="5567477" y="119445"/>
                  </a:lnTo>
                  <a:lnTo>
                    <a:pt x="5567570" y="119445"/>
                  </a:lnTo>
                  <a:lnTo>
                    <a:pt x="5567663" y="119445"/>
                  </a:lnTo>
                  <a:lnTo>
                    <a:pt x="5567756" y="119445"/>
                  </a:lnTo>
                  <a:lnTo>
                    <a:pt x="5567850" y="119445"/>
                  </a:lnTo>
                  <a:lnTo>
                    <a:pt x="5567943" y="119445"/>
                  </a:lnTo>
                  <a:lnTo>
                    <a:pt x="5568036" y="119445"/>
                  </a:lnTo>
                  <a:lnTo>
                    <a:pt x="5568129" y="119445"/>
                  </a:lnTo>
                  <a:lnTo>
                    <a:pt x="5568223" y="119445"/>
                  </a:lnTo>
                  <a:lnTo>
                    <a:pt x="5568316" y="119445"/>
                  </a:lnTo>
                  <a:lnTo>
                    <a:pt x="5568409" y="119445"/>
                  </a:lnTo>
                  <a:lnTo>
                    <a:pt x="5568502" y="119445"/>
                  </a:lnTo>
                  <a:lnTo>
                    <a:pt x="5568596" y="119445"/>
                  </a:lnTo>
                  <a:lnTo>
                    <a:pt x="5568689" y="119445"/>
                  </a:lnTo>
                  <a:lnTo>
                    <a:pt x="5568782" y="119445"/>
                  </a:lnTo>
                  <a:lnTo>
                    <a:pt x="5568875" y="119445"/>
                  </a:lnTo>
                  <a:lnTo>
                    <a:pt x="5568969" y="119445"/>
                  </a:lnTo>
                  <a:lnTo>
                    <a:pt x="5569062" y="119445"/>
                  </a:lnTo>
                  <a:lnTo>
                    <a:pt x="5569155" y="119445"/>
                  </a:lnTo>
                  <a:lnTo>
                    <a:pt x="5569248" y="119445"/>
                  </a:lnTo>
                  <a:lnTo>
                    <a:pt x="5569342" y="119445"/>
                  </a:lnTo>
                  <a:lnTo>
                    <a:pt x="5569435" y="119445"/>
                  </a:lnTo>
                  <a:lnTo>
                    <a:pt x="5569528" y="119445"/>
                  </a:lnTo>
                  <a:lnTo>
                    <a:pt x="5569621" y="119445"/>
                  </a:lnTo>
                  <a:lnTo>
                    <a:pt x="5569715" y="119445"/>
                  </a:lnTo>
                  <a:lnTo>
                    <a:pt x="5569808" y="119445"/>
                  </a:lnTo>
                  <a:lnTo>
                    <a:pt x="5569901" y="119445"/>
                  </a:lnTo>
                  <a:lnTo>
                    <a:pt x="5569994" y="119445"/>
                  </a:lnTo>
                  <a:lnTo>
                    <a:pt x="5570088" y="119445"/>
                  </a:lnTo>
                  <a:lnTo>
                    <a:pt x="5570181" y="119445"/>
                  </a:lnTo>
                  <a:lnTo>
                    <a:pt x="5570274" y="119445"/>
                  </a:lnTo>
                  <a:lnTo>
                    <a:pt x="5570367" y="119445"/>
                  </a:lnTo>
                  <a:lnTo>
                    <a:pt x="5570461" y="119445"/>
                  </a:lnTo>
                  <a:lnTo>
                    <a:pt x="5570554" y="119445"/>
                  </a:lnTo>
                  <a:lnTo>
                    <a:pt x="5570647" y="119445"/>
                  </a:lnTo>
                  <a:lnTo>
                    <a:pt x="5570740" y="119445"/>
                  </a:lnTo>
                  <a:lnTo>
                    <a:pt x="5570834" y="119445"/>
                  </a:lnTo>
                  <a:lnTo>
                    <a:pt x="5570927" y="119445"/>
                  </a:lnTo>
                  <a:lnTo>
                    <a:pt x="5571020" y="119445"/>
                  </a:lnTo>
                  <a:lnTo>
                    <a:pt x="5571113" y="119445"/>
                  </a:lnTo>
                  <a:lnTo>
                    <a:pt x="5571206" y="119445"/>
                  </a:lnTo>
                  <a:lnTo>
                    <a:pt x="5571300" y="119445"/>
                  </a:lnTo>
                  <a:lnTo>
                    <a:pt x="5571393" y="119445"/>
                  </a:lnTo>
                  <a:lnTo>
                    <a:pt x="5571486" y="119445"/>
                  </a:lnTo>
                  <a:lnTo>
                    <a:pt x="5571579" y="119445"/>
                  </a:lnTo>
                  <a:lnTo>
                    <a:pt x="5571673" y="119445"/>
                  </a:lnTo>
                  <a:lnTo>
                    <a:pt x="5571766" y="119445"/>
                  </a:lnTo>
                  <a:lnTo>
                    <a:pt x="5571859" y="119445"/>
                  </a:lnTo>
                  <a:lnTo>
                    <a:pt x="5571952" y="119445"/>
                  </a:lnTo>
                  <a:lnTo>
                    <a:pt x="5572046" y="119445"/>
                  </a:lnTo>
                  <a:lnTo>
                    <a:pt x="5572139" y="119445"/>
                  </a:lnTo>
                  <a:lnTo>
                    <a:pt x="5572232" y="119445"/>
                  </a:lnTo>
                  <a:lnTo>
                    <a:pt x="5572325" y="119445"/>
                  </a:lnTo>
                  <a:lnTo>
                    <a:pt x="5572419" y="119445"/>
                  </a:lnTo>
                  <a:lnTo>
                    <a:pt x="5572512" y="119445"/>
                  </a:lnTo>
                  <a:lnTo>
                    <a:pt x="5572605" y="119445"/>
                  </a:lnTo>
                  <a:lnTo>
                    <a:pt x="5572698" y="119445"/>
                  </a:lnTo>
                  <a:lnTo>
                    <a:pt x="5572792" y="119445"/>
                  </a:lnTo>
                  <a:lnTo>
                    <a:pt x="5572885" y="119445"/>
                  </a:lnTo>
                  <a:lnTo>
                    <a:pt x="5572978" y="119445"/>
                  </a:lnTo>
                  <a:lnTo>
                    <a:pt x="5573071" y="119445"/>
                  </a:lnTo>
                  <a:lnTo>
                    <a:pt x="5573165" y="119445"/>
                  </a:lnTo>
                  <a:lnTo>
                    <a:pt x="5573258" y="119445"/>
                  </a:lnTo>
                  <a:lnTo>
                    <a:pt x="5573351" y="119445"/>
                  </a:lnTo>
                  <a:lnTo>
                    <a:pt x="5573444" y="119445"/>
                  </a:lnTo>
                  <a:lnTo>
                    <a:pt x="5573538" y="119445"/>
                  </a:lnTo>
                  <a:lnTo>
                    <a:pt x="5573631" y="119445"/>
                  </a:lnTo>
                  <a:lnTo>
                    <a:pt x="5573724" y="119445"/>
                  </a:lnTo>
                  <a:lnTo>
                    <a:pt x="5573817" y="119445"/>
                  </a:lnTo>
                  <a:lnTo>
                    <a:pt x="5573911" y="119445"/>
                  </a:lnTo>
                  <a:lnTo>
                    <a:pt x="5574004" y="119445"/>
                  </a:lnTo>
                  <a:lnTo>
                    <a:pt x="5574097" y="119445"/>
                  </a:lnTo>
                  <a:lnTo>
                    <a:pt x="5574190" y="119445"/>
                  </a:lnTo>
                  <a:lnTo>
                    <a:pt x="5574284" y="119445"/>
                  </a:lnTo>
                  <a:lnTo>
                    <a:pt x="5574377" y="119445"/>
                  </a:lnTo>
                  <a:lnTo>
                    <a:pt x="5574470" y="119445"/>
                  </a:lnTo>
                  <a:lnTo>
                    <a:pt x="5574563" y="119445"/>
                  </a:lnTo>
                  <a:lnTo>
                    <a:pt x="5574657" y="119445"/>
                  </a:lnTo>
                  <a:lnTo>
                    <a:pt x="5574750" y="119445"/>
                  </a:lnTo>
                  <a:lnTo>
                    <a:pt x="5574843" y="119445"/>
                  </a:lnTo>
                  <a:lnTo>
                    <a:pt x="5574936" y="119445"/>
                  </a:lnTo>
                  <a:lnTo>
                    <a:pt x="5575030" y="119445"/>
                  </a:lnTo>
                  <a:lnTo>
                    <a:pt x="5575123" y="119445"/>
                  </a:lnTo>
                  <a:lnTo>
                    <a:pt x="5575216" y="119445"/>
                  </a:lnTo>
                  <a:lnTo>
                    <a:pt x="5575309" y="119445"/>
                  </a:lnTo>
                  <a:lnTo>
                    <a:pt x="5575403" y="119445"/>
                  </a:lnTo>
                  <a:lnTo>
                    <a:pt x="5575496" y="119445"/>
                  </a:lnTo>
                  <a:lnTo>
                    <a:pt x="5575589" y="119445"/>
                  </a:lnTo>
                  <a:lnTo>
                    <a:pt x="5575682" y="119445"/>
                  </a:lnTo>
                  <a:lnTo>
                    <a:pt x="5575776" y="119445"/>
                  </a:lnTo>
                  <a:lnTo>
                    <a:pt x="5575869" y="119445"/>
                  </a:lnTo>
                  <a:lnTo>
                    <a:pt x="5575962" y="119445"/>
                  </a:lnTo>
                  <a:lnTo>
                    <a:pt x="5576055" y="119445"/>
                  </a:lnTo>
                  <a:lnTo>
                    <a:pt x="5576149" y="119445"/>
                  </a:lnTo>
                  <a:lnTo>
                    <a:pt x="5576242" y="119445"/>
                  </a:lnTo>
                  <a:lnTo>
                    <a:pt x="5576335" y="119445"/>
                  </a:lnTo>
                  <a:lnTo>
                    <a:pt x="5576428" y="119445"/>
                  </a:lnTo>
                  <a:lnTo>
                    <a:pt x="5576522" y="119445"/>
                  </a:lnTo>
                  <a:lnTo>
                    <a:pt x="5576615" y="119445"/>
                  </a:lnTo>
                  <a:lnTo>
                    <a:pt x="5576708" y="119445"/>
                  </a:lnTo>
                  <a:lnTo>
                    <a:pt x="5576801" y="119445"/>
                  </a:lnTo>
                  <a:lnTo>
                    <a:pt x="5576895" y="119445"/>
                  </a:lnTo>
                  <a:lnTo>
                    <a:pt x="5576988" y="119445"/>
                  </a:lnTo>
                  <a:lnTo>
                    <a:pt x="5577081" y="119445"/>
                  </a:lnTo>
                  <a:lnTo>
                    <a:pt x="5577174" y="119445"/>
                  </a:lnTo>
                  <a:lnTo>
                    <a:pt x="5577268" y="119445"/>
                  </a:lnTo>
                  <a:lnTo>
                    <a:pt x="5577361" y="119445"/>
                  </a:lnTo>
                  <a:lnTo>
                    <a:pt x="5577454" y="119445"/>
                  </a:lnTo>
                  <a:lnTo>
                    <a:pt x="5577547" y="119445"/>
                  </a:lnTo>
                  <a:lnTo>
                    <a:pt x="5577641" y="119445"/>
                  </a:lnTo>
                  <a:lnTo>
                    <a:pt x="5577734" y="119445"/>
                  </a:lnTo>
                  <a:lnTo>
                    <a:pt x="5577827" y="119445"/>
                  </a:lnTo>
                  <a:lnTo>
                    <a:pt x="5577920" y="119445"/>
                  </a:lnTo>
                  <a:lnTo>
                    <a:pt x="5578013" y="119445"/>
                  </a:lnTo>
                  <a:lnTo>
                    <a:pt x="5578107" y="119445"/>
                  </a:lnTo>
                  <a:lnTo>
                    <a:pt x="5578200" y="119445"/>
                  </a:lnTo>
                  <a:lnTo>
                    <a:pt x="5578293" y="119445"/>
                  </a:lnTo>
                  <a:lnTo>
                    <a:pt x="5578386" y="119445"/>
                  </a:lnTo>
                  <a:lnTo>
                    <a:pt x="5578480" y="119445"/>
                  </a:lnTo>
                  <a:lnTo>
                    <a:pt x="5578573" y="119445"/>
                  </a:lnTo>
                  <a:lnTo>
                    <a:pt x="5578666" y="119445"/>
                  </a:lnTo>
                  <a:lnTo>
                    <a:pt x="5578759" y="119445"/>
                  </a:lnTo>
                  <a:lnTo>
                    <a:pt x="5578853" y="119445"/>
                  </a:lnTo>
                  <a:lnTo>
                    <a:pt x="5578946" y="119445"/>
                  </a:lnTo>
                  <a:lnTo>
                    <a:pt x="5579039" y="119445"/>
                  </a:lnTo>
                  <a:lnTo>
                    <a:pt x="5579132" y="119445"/>
                  </a:lnTo>
                  <a:lnTo>
                    <a:pt x="5579226" y="119445"/>
                  </a:lnTo>
                  <a:lnTo>
                    <a:pt x="5579319" y="119445"/>
                  </a:lnTo>
                  <a:lnTo>
                    <a:pt x="5579412" y="119445"/>
                  </a:lnTo>
                  <a:lnTo>
                    <a:pt x="5579505" y="119445"/>
                  </a:lnTo>
                  <a:lnTo>
                    <a:pt x="5579599" y="119445"/>
                  </a:lnTo>
                  <a:lnTo>
                    <a:pt x="5579692" y="119445"/>
                  </a:lnTo>
                  <a:lnTo>
                    <a:pt x="5579785" y="119445"/>
                  </a:lnTo>
                  <a:lnTo>
                    <a:pt x="5579878" y="119445"/>
                  </a:lnTo>
                  <a:lnTo>
                    <a:pt x="5579972" y="119445"/>
                  </a:lnTo>
                  <a:lnTo>
                    <a:pt x="5580065" y="119445"/>
                  </a:lnTo>
                  <a:lnTo>
                    <a:pt x="5580158" y="119445"/>
                  </a:lnTo>
                  <a:lnTo>
                    <a:pt x="5580251" y="119445"/>
                  </a:lnTo>
                  <a:lnTo>
                    <a:pt x="5580345" y="119445"/>
                  </a:lnTo>
                  <a:lnTo>
                    <a:pt x="5580438" y="119445"/>
                  </a:lnTo>
                  <a:lnTo>
                    <a:pt x="5580531" y="119445"/>
                  </a:lnTo>
                  <a:lnTo>
                    <a:pt x="5580624" y="119445"/>
                  </a:lnTo>
                  <a:lnTo>
                    <a:pt x="5580718" y="119445"/>
                  </a:lnTo>
                  <a:lnTo>
                    <a:pt x="5580811" y="119445"/>
                  </a:lnTo>
                  <a:lnTo>
                    <a:pt x="5580904" y="119445"/>
                  </a:lnTo>
                  <a:lnTo>
                    <a:pt x="5580997" y="119445"/>
                  </a:lnTo>
                  <a:lnTo>
                    <a:pt x="5581091" y="119445"/>
                  </a:lnTo>
                  <a:lnTo>
                    <a:pt x="5581184" y="119445"/>
                  </a:lnTo>
                  <a:lnTo>
                    <a:pt x="5581277" y="119445"/>
                  </a:lnTo>
                  <a:lnTo>
                    <a:pt x="5581370" y="119445"/>
                  </a:lnTo>
                  <a:lnTo>
                    <a:pt x="5581464" y="119445"/>
                  </a:lnTo>
                  <a:lnTo>
                    <a:pt x="5581557" y="119445"/>
                  </a:lnTo>
                  <a:lnTo>
                    <a:pt x="5581650" y="119445"/>
                  </a:lnTo>
                  <a:lnTo>
                    <a:pt x="5581743" y="119445"/>
                  </a:lnTo>
                  <a:lnTo>
                    <a:pt x="5581837" y="119445"/>
                  </a:lnTo>
                  <a:lnTo>
                    <a:pt x="5581930" y="119445"/>
                  </a:lnTo>
                  <a:lnTo>
                    <a:pt x="5582023" y="119445"/>
                  </a:lnTo>
                  <a:lnTo>
                    <a:pt x="5582116" y="119445"/>
                  </a:lnTo>
                  <a:lnTo>
                    <a:pt x="5582210" y="119445"/>
                  </a:lnTo>
                  <a:lnTo>
                    <a:pt x="5582303" y="119445"/>
                  </a:lnTo>
                  <a:lnTo>
                    <a:pt x="5582396" y="119445"/>
                  </a:lnTo>
                  <a:lnTo>
                    <a:pt x="5582489" y="119445"/>
                  </a:lnTo>
                  <a:lnTo>
                    <a:pt x="5582583" y="119445"/>
                  </a:lnTo>
                  <a:lnTo>
                    <a:pt x="5582676" y="119445"/>
                  </a:lnTo>
                  <a:lnTo>
                    <a:pt x="5582769" y="119445"/>
                  </a:lnTo>
                  <a:lnTo>
                    <a:pt x="5582862" y="119445"/>
                  </a:lnTo>
                  <a:lnTo>
                    <a:pt x="5582956" y="119445"/>
                  </a:lnTo>
                  <a:lnTo>
                    <a:pt x="5583049" y="119445"/>
                  </a:lnTo>
                  <a:lnTo>
                    <a:pt x="5583142" y="119445"/>
                  </a:lnTo>
                  <a:lnTo>
                    <a:pt x="5583235" y="119445"/>
                  </a:lnTo>
                  <a:lnTo>
                    <a:pt x="5583329" y="119445"/>
                  </a:lnTo>
                  <a:lnTo>
                    <a:pt x="5583422" y="119445"/>
                  </a:lnTo>
                  <a:lnTo>
                    <a:pt x="5583515" y="119445"/>
                  </a:lnTo>
                  <a:lnTo>
                    <a:pt x="5583608" y="119445"/>
                  </a:lnTo>
                  <a:lnTo>
                    <a:pt x="5583702" y="119445"/>
                  </a:lnTo>
                  <a:lnTo>
                    <a:pt x="5583795" y="119445"/>
                  </a:lnTo>
                  <a:lnTo>
                    <a:pt x="5583888" y="119445"/>
                  </a:lnTo>
                  <a:lnTo>
                    <a:pt x="5583981" y="119445"/>
                  </a:lnTo>
                  <a:lnTo>
                    <a:pt x="5584075" y="119445"/>
                  </a:lnTo>
                  <a:lnTo>
                    <a:pt x="5584168" y="119445"/>
                  </a:lnTo>
                  <a:lnTo>
                    <a:pt x="5584261" y="119445"/>
                  </a:lnTo>
                  <a:lnTo>
                    <a:pt x="5584354" y="119445"/>
                  </a:lnTo>
                  <a:lnTo>
                    <a:pt x="5584448" y="119445"/>
                  </a:lnTo>
                  <a:lnTo>
                    <a:pt x="5584541" y="119445"/>
                  </a:lnTo>
                  <a:lnTo>
                    <a:pt x="5584634" y="119445"/>
                  </a:lnTo>
                  <a:lnTo>
                    <a:pt x="5584727" y="119445"/>
                  </a:lnTo>
                  <a:lnTo>
                    <a:pt x="5584821" y="119445"/>
                  </a:lnTo>
                  <a:lnTo>
                    <a:pt x="5584914" y="119445"/>
                  </a:lnTo>
                  <a:lnTo>
                    <a:pt x="5585007" y="119445"/>
                  </a:lnTo>
                  <a:lnTo>
                    <a:pt x="5585100" y="119445"/>
                  </a:lnTo>
                  <a:lnTo>
                    <a:pt x="5585193" y="119445"/>
                  </a:lnTo>
                  <a:lnTo>
                    <a:pt x="5585287" y="119445"/>
                  </a:lnTo>
                  <a:lnTo>
                    <a:pt x="5585380" y="119445"/>
                  </a:lnTo>
                  <a:lnTo>
                    <a:pt x="5585473" y="119445"/>
                  </a:lnTo>
                  <a:lnTo>
                    <a:pt x="5585566" y="119445"/>
                  </a:lnTo>
                  <a:lnTo>
                    <a:pt x="5585660" y="119445"/>
                  </a:lnTo>
                  <a:lnTo>
                    <a:pt x="5585753" y="119445"/>
                  </a:lnTo>
                  <a:lnTo>
                    <a:pt x="5585846" y="119445"/>
                  </a:lnTo>
                  <a:lnTo>
                    <a:pt x="5585939" y="119445"/>
                  </a:lnTo>
                  <a:lnTo>
                    <a:pt x="5586033" y="119445"/>
                  </a:lnTo>
                  <a:lnTo>
                    <a:pt x="5586126" y="119445"/>
                  </a:lnTo>
                  <a:lnTo>
                    <a:pt x="5586219" y="119445"/>
                  </a:lnTo>
                  <a:lnTo>
                    <a:pt x="5586312" y="119445"/>
                  </a:lnTo>
                  <a:lnTo>
                    <a:pt x="5586406" y="119445"/>
                  </a:lnTo>
                  <a:lnTo>
                    <a:pt x="5586499" y="119445"/>
                  </a:lnTo>
                  <a:lnTo>
                    <a:pt x="5586592" y="119445"/>
                  </a:lnTo>
                  <a:lnTo>
                    <a:pt x="5586685" y="119445"/>
                  </a:lnTo>
                  <a:lnTo>
                    <a:pt x="5586779" y="119445"/>
                  </a:lnTo>
                  <a:lnTo>
                    <a:pt x="5586872" y="119445"/>
                  </a:lnTo>
                  <a:lnTo>
                    <a:pt x="5586965" y="119445"/>
                  </a:lnTo>
                  <a:lnTo>
                    <a:pt x="5587058" y="119445"/>
                  </a:lnTo>
                  <a:lnTo>
                    <a:pt x="5587152" y="119445"/>
                  </a:lnTo>
                  <a:lnTo>
                    <a:pt x="5587245" y="119445"/>
                  </a:lnTo>
                  <a:lnTo>
                    <a:pt x="5587338" y="119445"/>
                  </a:lnTo>
                  <a:lnTo>
                    <a:pt x="5587431" y="119445"/>
                  </a:lnTo>
                  <a:lnTo>
                    <a:pt x="5587525" y="119445"/>
                  </a:lnTo>
                  <a:lnTo>
                    <a:pt x="5587618" y="119445"/>
                  </a:lnTo>
                  <a:lnTo>
                    <a:pt x="5587711" y="119445"/>
                  </a:lnTo>
                  <a:lnTo>
                    <a:pt x="5587804" y="119445"/>
                  </a:lnTo>
                  <a:lnTo>
                    <a:pt x="5587898" y="119445"/>
                  </a:lnTo>
                  <a:lnTo>
                    <a:pt x="5587991" y="119445"/>
                  </a:lnTo>
                  <a:lnTo>
                    <a:pt x="5588084" y="119445"/>
                  </a:lnTo>
                  <a:lnTo>
                    <a:pt x="5588177" y="119445"/>
                  </a:lnTo>
                  <a:lnTo>
                    <a:pt x="5588271" y="119445"/>
                  </a:lnTo>
                  <a:lnTo>
                    <a:pt x="5588364" y="119445"/>
                  </a:lnTo>
                  <a:lnTo>
                    <a:pt x="5588457" y="119445"/>
                  </a:lnTo>
                  <a:lnTo>
                    <a:pt x="5588550" y="119445"/>
                  </a:lnTo>
                  <a:lnTo>
                    <a:pt x="5588644" y="119445"/>
                  </a:lnTo>
                  <a:lnTo>
                    <a:pt x="5588737" y="119445"/>
                  </a:lnTo>
                  <a:lnTo>
                    <a:pt x="5588830" y="119445"/>
                  </a:lnTo>
                  <a:lnTo>
                    <a:pt x="5588923" y="119445"/>
                  </a:lnTo>
                  <a:lnTo>
                    <a:pt x="5589017" y="119445"/>
                  </a:lnTo>
                  <a:lnTo>
                    <a:pt x="5589110" y="119445"/>
                  </a:lnTo>
                  <a:lnTo>
                    <a:pt x="5589203" y="119445"/>
                  </a:lnTo>
                  <a:lnTo>
                    <a:pt x="5589296" y="119445"/>
                  </a:lnTo>
                  <a:lnTo>
                    <a:pt x="5589390" y="119445"/>
                  </a:lnTo>
                  <a:lnTo>
                    <a:pt x="5589483" y="119445"/>
                  </a:lnTo>
                  <a:lnTo>
                    <a:pt x="5589576" y="119445"/>
                  </a:lnTo>
                  <a:lnTo>
                    <a:pt x="5589669" y="119445"/>
                  </a:lnTo>
                  <a:lnTo>
                    <a:pt x="5589763" y="119445"/>
                  </a:lnTo>
                  <a:lnTo>
                    <a:pt x="5589856" y="119445"/>
                  </a:lnTo>
                  <a:lnTo>
                    <a:pt x="5589949" y="119445"/>
                  </a:lnTo>
                  <a:lnTo>
                    <a:pt x="5590042" y="119445"/>
                  </a:lnTo>
                  <a:lnTo>
                    <a:pt x="5590136" y="119445"/>
                  </a:lnTo>
                  <a:lnTo>
                    <a:pt x="5590229" y="119445"/>
                  </a:lnTo>
                  <a:lnTo>
                    <a:pt x="5590322" y="119445"/>
                  </a:lnTo>
                  <a:lnTo>
                    <a:pt x="5590415" y="119445"/>
                  </a:lnTo>
                  <a:lnTo>
                    <a:pt x="5590509" y="119445"/>
                  </a:lnTo>
                  <a:lnTo>
                    <a:pt x="5590602" y="119445"/>
                  </a:lnTo>
                  <a:lnTo>
                    <a:pt x="5590695" y="119445"/>
                  </a:lnTo>
                  <a:lnTo>
                    <a:pt x="5590788" y="119445"/>
                  </a:lnTo>
                  <a:lnTo>
                    <a:pt x="5590882" y="119445"/>
                  </a:lnTo>
                  <a:lnTo>
                    <a:pt x="5590975" y="119445"/>
                  </a:lnTo>
                  <a:lnTo>
                    <a:pt x="5591068" y="119445"/>
                  </a:lnTo>
                  <a:lnTo>
                    <a:pt x="5591161" y="119445"/>
                  </a:lnTo>
                  <a:lnTo>
                    <a:pt x="5591255" y="119445"/>
                  </a:lnTo>
                  <a:lnTo>
                    <a:pt x="5591348" y="119445"/>
                  </a:lnTo>
                  <a:lnTo>
                    <a:pt x="5591441" y="119445"/>
                  </a:lnTo>
                  <a:lnTo>
                    <a:pt x="5591534" y="119445"/>
                  </a:lnTo>
                  <a:lnTo>
                    <a:pt x="5591628" y="119445"/>
                  </a:lnTo>
                  <a:lnTo>
                    <a:pt x="5591721" y="119445"/>
                  </a:lnTo>
                  <a:lnTo>
                    <a:pt x="5591814" y="119445"/>
                  </a:lnTo>
                  <a:lnTo>
                    <a:pt x="5591907" y="119445"/>
                  </a:lnTo>
                  <a:lnTo>
                    <a:pt x="5592000" y="119445"/>
                  </a:lnTo>
                  <a:lnTo>
                    <a:pt x="5592094" y="119445"/>
                  </a:lnTo>
                  <a:lnTo>
                    <a:pt x="5592187" y="119445"/>
                  </a:lnTo>
                  <a:lnTo>
                    <a:pt x="5592280" y="119445"/>
                  </a:lnTo>
                  <a:lnTo>
                    <a:pt x="5592373" y="119445"/>
                  </a:lnTo>
                  <a:lnTo>
                    <a:pt x="5592467" y="119445"/>
                  </a:lnTo>
                  <a:lnTo>
                    <a:pt x="5592560" y="119445"/>
                  </a:lnTo>
                  <a:lnTo>
                    <a:pt x="5592653" y="119445"/>
                  </a:lnTo>
                  <a:lnTo>
                    <a:pt x="5592746" y="119445"/>
                  </a:lnTo>
                  <a:lnTo>
                    <a:pt x="5592840" y="119445"/>
                  </a:lnTo>
                  <a:lnTo>
                    <a:pt x="5592933" y="119445"/>
                  </a:lnTo>
                  <a:lnTo>
                    <a:pt x="5593026" y="119445"/>
                  </a:lnTo>
                  <a:lnTo>
                    <a:pt x="5593119" y="119445"/>
                  </a:lnTo>
                  <a:lnTo>
                    <a:pt x="5593213" y="119445"/>
                  </a:lnTo>
                  <a:lnTo>
                    <a:pt x="5593306" y="119445"/>
                  </a:lnTo>
                  <a:lnTo>
                    <a:pt x="5593399" y="119445"/>
                  </a:lnTo>
                  <a:lnTo>
                    <a:pt x="5593492" y="119445"/>
                  </a:lnTo>
                  <a:lnTo>
                    <a:pt x="5593586" y="119445"/>
                  </a:lnTo>
                  <a:lnTo>
                    <a:pt x="5593679" y="119445"/>
                  </a:lnTo>
                  <a:lnTo>
                    <a:pt x="5593772" y="119445"/>
                  </a:lnTo>
                  <a:lnTo>
                    <a:pt x="5593865" y="119445"/>
                  </a:lnTo>
                  <a:lnTo>
                    <a:pt x="5593959" y="119445"/>
                  </a:lnTo>
                  <a:lnTo>
                    <a:pt x="5594052" y="119445"/>
                  </a:lnTo>
                  <a:lnTo>
                    <a:pt x="5594145" y="119445"/>
                  </a:lnTo>
                  <a:lnTo>
                    <a:pt x="5594238" y="119445"/>
                  </a:lnTo>
                  <a:lnTo>
                    <a:pt x="5594332" y="119445"/>
                  </a:lnTo>
                  <a:lnTo>
                    <a:pt x="5594425" y="119445"/>
                  </a:lnTo>
                  <a:lnTo>
                    <a:pt x="5594518" y="119445"/>
                  </a:lnTo>
                  <a:lnTo>
                    <a:pt x="5594611" y="119445"/>
                  </a:lnTo>
                  <a:lnTo>
                    <a:pt x="5594705" y="119445"/>
                  </a:lnTo>
                  <a:lnTo>
                    <a:pt x="5594798" y="119445"/>
                  </a:lnTo>
                  <a:lnTo>
                    <a:pt x="5594891" y="119445"/>
                  </a:lnTo>
                  <a:lnTo>
                    <a:pt x="5594984" y="119445"/>
                  </a:lnTo>
                  <a:lnTo>
                    <a:pt x="5595078" y="119445"/>
                  </a:lnTo>
                  <a:lnTo>
                    <a:pt x="5595171" y="119445"/>
                  </a:lnTo>
                  <a:lnTo>
                    <a:pt x="5595264" y="119445"/>
                  </a:lnTo>
                  <a:lnTo>
                    <a:pt x="5595357" y="119445"/>
                  </a:lnTo>
                  <a:lnTo>
                    <a:pt x="5595451" y="119445"/>
                  </a:lnTo>
                  <a:lnTo>
                    <a:pt x="5595544" y="119445"/>
                  </a:lnTo>
                  <a:lnTo>
                    <a:pt x="5595637" y="119445"/>
                  </a:lnTo>
                  <a:lnTo>
                    <a:pt x="5595730" y="119445"/>
                  </a:lnTo>
                  <a:lnTo>
                    <a:pt x="5595824" y="119445"/>
                  </a:lnTo>
                  <a:lnTo>
                    <a:pt x="5595917" y="119445"/>
                  </a:lnTo>
                  <a:lnTo>
                    <a:pt x="5596010" y="119445"/>
                  </a:lnTo>
                  <a:lnTo>
                    <a:pt x="5596103" y="119445"/>
                  </a:lnTo>
                  <a:lnTo>
                    <a:pt x="5596197" y="119445"/>
                  </a:lnTo>
                  <a:lnTo>
                    <a:pt x="5596290" y="119445"/>
                  </a:lnTo>
                  <a:lnTo>
                    <a:pt x="5596383" y="119445"/>
                  </a:lnTo>
                  <a:lnTo>
                    <a:pt x="5596476" y="119445"/>
                  </a:lnTo>
                  <a:lnTo>
                    <a:pt x="5596570" y="119445"/>
                  </a:lnTo>
                  <a:lnTo>
                    <a:pt x="5596663" y="119445"/>
                  </a:lnTo>
                  <a:lnTo>
                    <a:pt x="5596756" y="119445"/>
                  </a:lnTo>
                  <a:lnTo>
                    <a:pt x="5596849" y="119445"/>
                  </a:lnTo>
                  <a:lnTo>
                    <a:pt x="5596943" y="119445"/>
                  </a:lnTo>
                  <a:lnTo>
                    <a:pt x="5597036" y="119445"/>
                  </a:lnTo>
                  <a:lnTo>
                    <a:pt x="5597129" y="119445"/>
                  </a:lnTo>
                  <a:lnTo>
                    <a:pt x="5597222" y="119445"/>
                  </a:lnTo>
                  <a:lnTo>
                    <a:pt x="5597316" y="119445"/>
                  </a:lnTo>
                  <a:lnTo>
                    <a:pt x="5597409" y="119445"/>
                  </a:lnTo>
                  <a:lnTo>
                    <a:pt x="5597502" y="119445"/>
                  </a:lnTo>
                  <a:lnTo>
                    <a:pt x="5597595" y="119445"/>
                  </a:lnTo>
                  <a:lnTo>
                    <a:pt x="5597689" y="119445"/>
                  </a:lnTo>
                  <a:lnTo>
                    <a:pt x="5597782" y="119445"/>
                  </a:lnTo>
                  <a:lnTo>
                    <a:pt x="5597875" y="119445"/>
                  </a:lnTo>
                  <a:lnTo>
                    <a:pt x="5597968" y="119445"/>
                  </a:lnTo>
                  <a:lnTo>
                    <a:pt x="5598062" y="119445"/>
                  </a:lnTo>
                  <a:lnTo>
                    <a:pt x="5598155" y="119445"/>
                  </a:lnTo>
                  <a:lnTo>
                    <a:pt x="5598248" y="119445"/>
                  </a:lnTo>
                  <a:lnTo>
                    <a:pt x="5598341" y="119445"/>
                  </a:lnTo>
                  <a:lnTo>
                    <a:pt x="5598435" y="119445"/>
                  </a:lnTo>
                  <a:lnTo>
                    <a:pt x="5598528" y="119445"/>
                  </a:lnTo>
                  <a:lnTo>
                    <a:pt x="5598621" y="119445"/>
                  </a:lnTo>
                  <a:lnTo>
                    <a:pt x="5598714" y="119445"/>
                  </a:lnTo>
                  <a:lnTo>
                    <a:pt x="5598807" y="119445"/>
                  </a:lnTo>
                  <a:lnTo>
                    <a:pt x="5598901" y="119445"/>
                  </a:lnTo>
                  <a:lnTo>
                    <a:pt x="5598994" y="119445"/>
                  </a:lnTo>
                  <a:lnTo>
                    <a:pt x="5599087" y="119445"/>
                  </a:lnTo>
                  <a:lnTo>
                    <a:pt x="5599180" y="119445"/>
                  </a:lnTo>
                  <a:lnTo>
                    <a:pt x="5599274" y="119445"/>
                  </a:lnTo>
                  <a:lnTo>
                    <a:pt x="5599367" y="119445"/>
                  </a:lnTo>
                  <a:lnTo>
                    <a:pt x="5599460" y="119445"/>
                  </a:lnTo>
                  <a:lnTo>
                    <a:pt x="5599553" y="119445"/>
                  </a:lnTo>
                  <a:lnTo>
                    <a:pt x="5599647" y="119445"/>
                  </a:lnTo>
                  <a:lnTo>
                    <a:pt x="5599740" y="119445"/>
                  </a:lnTo>
                  <a:lnTo>
                    <a:pt x="5599833" y="119445"/>
                  </a:lnTo>
                  <a:lnTo>
                    <a:pt x="5599926" y="119445"/>
                  </a:lnTo>
                  <a:lnTo>
                    <a:pt x="5600020" y="119445"/>
                  </a:lnTo>
                  <a:lnTo>
                    <a:pt x="5600113" y="119445"/>
                  </a:lnTo>
                  <a:lnTo>
                    <a:pt x="5600206" y="119445"/>
                  </a:lnTo>
                  <a:lnTo>
                    <a:pt x="5600299" y="119445"/>
                  </a:lnTo>
                  <a:lnTo>
                    <a:pt x="5600393" y="119445"/>
                  </a:lnTo>
                  <a:lnTo>
                    <a:pt x="5600486" y="119445"/>
                  </a:lnTo>
                  <a:lnTo>
                    <a:pt x="5600579" y="119445"/>
                  </a:lnTo>
                  <a:lnTo>
                    <a:pt x="5600672" y="119445"/>
                  </a:lnTo>
                  <a:lnTo>
                    <a:pt x="5600766" y="119445"/>
                  </a:lnTo>
                  <a:lnTo>
                    <a:pt x="5600859" y="119445"/>
                  </a:lnTo>
                  <a:lnTo>
                    <a:pt x="5600952" y="119445"/>
                  </a:lnTo>
                  <a:lnTo>
                    <a:pt x="5601045" y="119445"/>
                  </a:lnTo>
                  <a:lnTo>
                    <a:pt x="5601139" y="119445"/>
                  </a:lnTo>
                  <a:lnTo>
                    <a:pt x="5601232" y="119445"/>
                  </a:lnTo>
                  <a:lnTo>
                    <a:pt x="5601325" y="119445"/>
                  </a:lnTo>
                  <a:lnTo>
                    <a:pt x="5601418" y="119445"/>
                  </a:lnTo>
                  <a:lnTo>
                    <a:pt x="5601512" y="119445"/>
                  </a:lnTo>
                  <a:lnTo>
                    <a:pt x="5601605" y="119445"/>
                  </a:lnTo>
                  <a:lnTo>
                    <a:pt x="5601698" y="119445"/>
                  </a:lnTo>
                  <a:lnTo>
                    <a:pt x="5601791" y="119445"/>
                  </a:lnTo>
                  <a:lnTo>
                    <a:pt x="5601885" y="119445"/>
                  </a:lnTo>
                  <a:lnTo>
                    <a:pt x="5601978" y="119445"/>
                  </a:lnTo>
                  <a:lnTo>
                    <a:pt x="5602071" y="119445"/>
                  </a:lnTo>
                  <a:lnTo>
                    <a:pt x="5602164" y="119445"/>
                  </a:lnTo>
                  <a:lnTo>
                    <a:pt x="5602258" y="119445"/>
                  </a:lnTo>
                  <a:lnTo>
                    <a:pt x="5602351" y="119445"/>
                  </a:lnTo>
                  <a:lnTo>
                    <a:pt x="5602444" y="119445"/>
                  </a:lnTo>
                  <a:lnTo>
                    <a:pt x="5602537" y="119445"/>
                  </a:lnTo>
                  <a:lnTo>
                    <a:pt x="5602631" y="119445"/>
                  </a:lnTo>
                  <a:lnTo>
                    <a:pt x="5602724" y="119445"/>
                  </a:lnTo>
                  <a:lnTo>
                    <a:pt x="5602817" y="119445"/>
                  </a:lnTo>
                  <a:lnTo>
                    <a:pt x="5602910" y="119445"/>
                  </a:lnTo>
                  <a:lnTo>
                    <a:pt x="5603004" y="119445"/>
                  </a:lnTo>
                  <a:lnTo>
                    <a:pt x="5603097" y="119445"/>
                  </a:lnTo>
                  <a:lnTo>
                    <a:pt x="5603190" y="119445"/>
                  </a:lnTo>
                  <a:lnTo>
                    <a:pt x="5603283" y="119445"/>
                  </a:lnTo>
                  <a:lnTo>
                    <a:pt x="5603377" y="119445"/>
                  </a:lnTo>
                  <a:lnTo>
                    <a:pt x="5603470" y="119445"/>
                  </a:lnTo>
                  <a:lnTo>
                    <a:pt x="5603563" y="119445"/>
                  </a:lnTo>
                  <a:lnTo>
                    <a:pt x="5603656" y="119445"/>
                  </a:lnTo>
                  <a:lnTo>
                    <a:pt x="5603750" y="119445"/>
                  </a:lnTo>
                  <a:lnTo>
                    <a:pt x="5603843" y="119445"/>
                  </a:lnTo>
                  <a:lnTo>
                    <a:pt x="5603936" y="119445"/>
                  </a:lnTo>
                  <a:lnTo>
                    <a:pt x="5604029" y="119445"/>
                  </a:lnTo>
                  <a:lnTo>
                    <a:pt x="5604123" y="119445"/>
                  </a:lnTo>
                  <a:lnTo>
                    <a:pt x="5604216" y="119445"/>
                  </a:lnTo>
                  <a:lnTo>
                    <a:pt x="5604309" y="119445"/>
                  </a:lnTo>
                  <a:lnTo>
                    <a:pt x="5604402" y="119445"/>
                  </a:lnTo>
                  <a:lnTo>
                    <a:pt x="5604496" y="119445"/>
                  </a:lnTo>
                  <a:lnTo>
                    <a:pt x="5604589" y="119445"/>
                  </a:lnTo>
                  <a:lnTo>
                    <a:pt x="5604682" y="119445"/>
                  </a:lnTo>
                  <a:lnTo>
                    <a:pt x="5604775" y="119445"/>
                  </a:lnTo>
                  <a:lnTo>
                    <a:pt x="5604869" y="119445"/>
                  </a:lnTo>
                  <a:lnTo>
                    <a:pt x="5604962" y="119445"/>
                  </a:lnTo>
                  <a:lnTo>
                    <a:pt x="5605055" y="119445"/>
                  </a:lnTo>
                  <a:lnTo>
                    <a:pt x="5605148" y="119445"/>
                  </a:lnTo>
                  <a:lnTo>
                    <a:pt x="5605242" y="119445"/>
                  </a:lnTo>
                  <a:lnTo>
                    <a:pt x="5605335" y="119445"/>
                  </a:lnTo>
                  <a:lnTo>
                    <a:pt x="5605428" y="119445"/>
                  </a:lnTo>
                  <a:lnTo>
                    <a:pt x="5605521" y="119445"/>
                  </a:lnTo>
                  <a:lnTo>
                    <a:pt x="5605615" y="119445"/>
                  </a:lnTo>
                  <a:lnTo>
                    <a:pt x="5605708" y="119445"/>
                  </a:lnTo>
                  <a:lnTo>
                    <a:pt x="5605801" y="119445"/>
                  </a:lnTo>
                  <a:lnTo>
                    <a:pt x="5605894" y="119445"/>
                  </a:lnTo>
                  <a:lnTo>
                    <a:pt x="5605987" y="119445"/>
                  </a:lnTo>
                  <a:lnTo>
                    <a:pt x="5606081" y="119445"/>
                  </a:lnTo>
                  <a:lnTo>
                    <a:pt x="5606174" y="119445"/>
                  </a:lnTo>
                  <a:lnTo>
                    <a:pt x="5606267" y="119445"/>
                  </a:lnTo>
                  <a:lnTo>
                    <a:pt x="5606360" y="119445"/>
                  </a:lnTo>
                  <a:lnTo>
                    <a:pt x="5606454" y="119445"/>
                  </a:lnTo>
                  <a:lnTo>
                    <a:pt x="5606547" y="119445"/>
                  </a:lnTo>
                  <a:lnTo>
                    <a:pt x="5606640" y="119445"/>
                  </a:lnTo>
                  <a:lnTo>
                    <a:pt x="5606733" y="119445"/>
                  </a:lnTo>
                  <a:lnTo>
                    <a:pt x="5606827" y="119445"/>
                  </a:lnTo>
                  <a:lnTo>
                    <a:pt x="5606920" y="119445"/>
                  </a:lnTo>
                  <a:lnTo>
                    <a:pt x="5607013" y="119445"/>
                  </a:lnTo>
                  <a:lnTo>
                    <a:pt x="5607106" y="119445"/>
                  </a:lnTo>
                  <a:lnTo>
                    <a:pt x="5607200" y="119445"/>
                  </a:lnTo>
                  <a:lnTo>
                    <a:pt x="5607293" y="119445"/>
                  </a:lnTo>
                  <a:lnTo>
                    <a:pt x="5607386" y="119445"/>
                  </a:lnTo>
                  <a:lnTo>
                    <a:pt x="5607479" y="119445"/>
                  </a:lnTo>
                  <a:lnTo>
                    <a:pt x="5607573" y="119445"/>
                  </a:lnTo>
                  <a:lnTo>
                    <a:pt x="5607666" y="119445"/>
                  </a:lnTo>
                  <a:lnTo>
                    <a:pt x="5607759" y="119445"/>
                  </a:lnTo>
                  <a:lnTo>
                    <a:pt x="5607852" y="119445"/>
                  </a:lnTo>
                  <a:lnTo>
                    <a:pt x="5607946" y="119445"/>
                  </a:lnTo>
                  <a:lnTo>
                    <a:pt x="5608039" y="119445"/>
                  </a:lnTo>
                  <a:lnTo>
                    <a:pt x="5608132" y="119445"/>
                  </a:lnTo>
                  <a:lnTo>
                    <a:pt x="5608225" y="119445"/>
                  </a:lnTo>
                  <a:lnTo>
                    <a:pt x="5608319" y="119445"/>
                  </a:lnTo>
                  <a:lnTo>
                    <a:pt x="5608412" y="119445"/>
                  </a:lnTo>
                  <a:lnTo>
                    <a:pt x="5608505" y="119445"/>
                  </a:lnTo>
                  <a:lnTo>
                    <a:pt x="5608598" y="119445"/>
                  </a:lnTo>
                  <a:lnTo>
                    <a:pt x="5608692" y="119445"/>
                  </a:lnTo>
                  <a:lnTo>
                    <a:pt x="5608785" y="119445"/>
                  </a:lnTo>
                  <a:lnTo>
                    <a:pt x="5608878" y="119445"/>
                  </a:lnTo>
                  <a:lnTo>
                    <a:pt x="5608971" y="119445"/>
                  </a:lnTo>
                  <a:lnTo>
                    <a:pt x="5609065" y="119445"/>
                  </a:lnTo>
                  <a:lnTo>
                    <a:pt x="5609158" y="119445"/>
                  </a:lnTo>
                  <a:lnTo>
                    <a:pt x="5609251" y="119445"/>
                  </a:lnTo>
                  <a:lnTo>
                    <a:pt x="5609344" y="119445"/>
                  </a:lnTo>
                  <a:lnTo>
                    <a:pt x="5609438" y="119445"/>
                  </a:lnTo>
                  <a:lnTo>
                    <a:pt x="5609531" y="119445"/>
                  </a:lnTo>
                  <a:lnTo>
                    <a:pt x="5609624" y="119445"/>
                  </a:lnTo>
                  <a:lnTo>
                    <a:pt x="5609717" y="119445"/>
                  </a:lnTo>
                  <a:lnTo>
                    <a:pt x="5609811" y="119445"/>
                  </a:lnTo>
                  <a:lnTo>
                    <a:pt x="5609904" y="119445"/>
                  </a:lnTo>
                  <a:lnTo>
                    <a:pt x="5609997" y="119445"/>
                  </a:lnTo>
                  <a:lnTo>
                    <a:pt x="5610090" y="119445"/>
                  </a:lnTo>
                  <a:lnTo>
                    <a:pt x="5610184" y="119445"/>
                  </a:lnTo>
                  <a:lnTo>
                    <a:pt x="5610277" y="119445"/>
                  </a:lnTo>
                  <a:lnTo>
                    <a:pt x="5610370" y="119445"/>
                  </a:lnTo>
                  <a:lnTo>
                    <a:pt x="5610463" y="119445"/>
                  </a:lnTo>
                  <a:lnTo>
                    <a:pt x="5610557" y="119445"/>
                  </a:lnTo>
                  <a:lnTo>
                    <a:pt x="5610650" y="119445"/>
                  </a:lnTo>
                  <a:lnTo>
                    <a:pt x="5610743" y="119445"/>
                  </a:lnTo>
                  <a:lnTo>
                    <a:pt x="5610836" y="119445"/>
                  </a:lnTo>
                  <a:lnTo>
                    <a:pt x="5610930" y="119445"/>
                  </a:lnTo>
                  <a:lnTo>
                    <a:pt x="5611023" y="119445"/>
                  </a:lnTo>
                  <a:lnTo>
                    <a:pt x="5611116" y="119445"/>
                  </a:lnTo>
                  <a:lnTo>
                    <a:pt x="5611209" y="119445"/>
                  </a:lnTo>
                  <a:lnTo>
                    <a:pt x="5611303" y="119445"/>
                  </a:lnTo>
                  <a:lnTo>
                    <a:pt x="5611396" y="119445"/>
                  </a:lnTo>
                  <a:lnTo>
                    <a:pt x="5611489" y="119445"/>
                  </a:lnTo>
                  <a:lnTo>
                    <a:pt x="5611582" y="119445"/>
                  </a:lnTo>
                  <a:lnTo>
                    <a:pt x="5611676" y="119445"/>
                  </a:lnTo>
                  <a:lnTo>
                    <a:pt x="5611769" y="119445"/>
                  </a:lnTo>
                  <a:lnTo>
                    <a:pt x="5611862" y="119445"/>
                  </a:lnTo>
                  <a:lnTo>
                    <a:pt x="5611955" y="119445"/>
                  </a:lnTo>
                  <a:lnTo>
                    <a:pt x="5612049" y="119445"/>
                  </a:lnTo>
                  <a:lnTo>
                    <a:pt x="5612142" y="119445"/>
                  </a:lnTo>
                  <a:lnTo>
                    <a:pt x="5612235" y="119445"/>
                  </a:lnTo>
                  <a:lnTo>
                    <a:pt x="5612328" y="119445"/>
                  </a:lnTo>
                  <a:lnTo>
                    <a:pt x="5612422" y="119445"/>
                  </a:lnTo>
                  <a:lnTo>
                    <a:pt x="5612515" y="119445"/>
                  </a:lnTo>
                  <a:lnTo>
                    <a:pt x="5612608" y="119445"/>
                  </a:lnTo>
                  <a:lnTo>
                    <a:pt x="5612701" y="119445"/>
                  </a:lnTo>
                  <a:lnTo>
                    <a:pt x="5612794" y="119445"/>
                  </a:lnTo>
                  <a:lnTo>
                    <a:pt x="5612888" y="119445"/>
                  </a:lnTo>
                  <a:lnTo>
                    <a:pt x="5612981" y="119445"/>
                  </a:lnTo>
                  <a:lnTo>
                    <a:pt x="5613074" y="119445"/>
                  </a:lnTo>
                  <a:lnTo>
                    <a:pt x="5613167" y="119445"/>
                  </a:lnTo>
                  <a:lnTo>
                    <a:pt x="5613261" y="119445"/>
                  </a:lnTo>
                  <a:lnTo>
                    <a:pt x="5613354" y="119445"/>
                  </a:lnTo>
                  <a:lnTo>
                    <a:pt x="5613447" y="119445"/>
                  </a:lnTo>
                  <a:lnTo>
                    <a:pt x="5613540" y="119445"/>
                  </a:lnTo>
                  <a:lnTo>
                    <a:pt x="5613634" y="119445"/>
                  </a:lnTo>
                  <a:lnTo>
                    <a:pt x="5613727" y="119445"/>
                  </a:lnTo>
                  <a:lnTo>
                    <a:pt x="5613820" y="119445"/>
                  </a:lnTo>
                  <a:lnTo>
                    <a:pt x="5613913" y="119445"/>
                  </a:lnTo>
                  <a:lnTo>
                    <a:pt x="5614007" y="119445"/>
                  </a:lnTo>
                  <a:lnTo>
                    <a:pt x="5614100" y="119445"/>
                  </a:lnTo>
                  <a:lnTo>
                    <a:pt x="5614193" y="119445"/>
                  </a:lnTo>
                  <a:lnTo>
                    <a:pt x="5614286" y="119445"/>
                  </a:lnTo>
                  <a:lnTo>
                    <a:pt x="5614380" y="119445"/>
                  </a:lnTo>
                  <a:lnTo>
                    <a:pt x="5614473" y="119445"/>
                  </a:lnTo>
                  <a:lnTo>
                    <a:pt x="5614566" y="119445"/>
                  </a:lnTo>
                  <a:lnTo>
                    <a:pt x="5614659" y="119445"/>
                  </a:lnTo>
                  <a:lnTo>
                    <a:pt x="5614753" y="119445"/>
                  </a:lnTo>
                  <a:lnTo>
                    <a:pt x="5614846" y="119445"/>
                  </a:lnTo>
                  <a:lnTo>
                    <a:pt x="5614939" y="119445"/>
                  </a:lnTo>
                  <a:lnTo>
                    <a:pt x="5615032" y="119445"/>
                  </a:lnTo>
                  <a:lnTo>
                    <a:pt x="5615126" y="119445"/>
                  </a:lnTo>
                  <a:lnTo>
                    <a:pt x="5615219" y="119445"/>
                  </a:lnTo>
                  <a:lnTo>
                    <a:pt x="5615312" y="119445"/>
                  </a:lnTo>
                  <a:lnTo>
                    <a:pt x="5615405" y="119445"/>
                  </a:lnTo>
                  <a:lnTo>
                    <a:pt x="5615499" y="119445"/>
                  </a:lnTo>
                  <a:lnTo>
                    <a:pt x="5615592" y="119445"/>
                  </a:lnTo>
                  <a:lnTo>
                    <a:pt x="5615685" y="119445"/>
                  </a:lnTo>
                  <a:lnTo>
                    <a:pt x="5615778" y="119445"/>
                  </a:lnTo>
                  <a:lnTo>
                    <a:pt x="5615872" y="119445"/>
                  </a:lnTo>
                  <a:lnTo>
                    <a:pt x="5615965" y="119445"/>
                  </a:lnTo>
                  <a:lnTo>
                    <a:pt x="5616058" y="119445"/>
                  </a:lnTo>
                  <a:lnTo>
                    <a:pt x="5616151" y="119445"/>
                  </a:lnTo>
                  <a:lnTo>
                    <a:pt x="5616245" y="119445"/>
                  </a:lnTo>
                  <a:lnTo>
                    <a:pt x="5616338" y="119445"/>
                  </a:lnTo>
                  <a:lnTo>
                    <a:pt x="5616431" y="119445"/>
                  </a:lnTo>
                  <a:lnTo>
                    <a:pt x="5616524" y="119445"/>
                  </a:lnTo>
                  <a:lnTo>
                    <a:pt x="5616618" y="119445"/>
                  </a:lnTo>
                  <a:lnTo>
                    <a:pt x="5616711" y="119445"/>
                  </a:lnTo>
                  <a:lnTo>
                    <a:pt x="5616804" y="119445"/>
                  </a:lnTo>
                  <a:lnTo>
                    <a:pt x="5616897" y="119445"/>
                  </a:lnTo>
                  <a:lnTo>
                    <a:pt x="5616991" y="119445"/>
                  </a:lnTo>
                  <a:lnTo>
                    <a:pt x="5617084" y="119445"/>
                  </a:lnTo>
                  <a:lnTo>
                    <a:pt x="5617177" y="119445"/>
                  </a:lnTo>
                  <a:lnTo>
                    <a:pt x="5617270" y="119445"/>
                  </a:lnTo>
                  <a:lnTo>
                    <a:pt x="5617364" y="119445"/>
                  </a:lnTo>
                  <a:lnTo>
                    <a:pt x="5617457" y="119445"/>
                  </a:lnTo>
                  <a:lnTo>
                    <a:pt x="5617550" y="119445"/>
                  </a:lnTo>
                  <a:lnTo>
                    <a:pt x="5617643" y="119445"/>
                  </a:lnTo>
                  <a:lnTo>
                    <a:pt x="5617737" y="119445"/>
                  </a:lnTo>
                  <a:lnTo>
                    <a:pt x="5617830" y="119445"/>
                  </a:lnTo>
                  <a:lnTo>
                    <a:pt x="5617923" y="119445"/>
                  </a:lnTo>
                  <a:lnTo>
                    <a:pt x="5618016" y="119445"/>
                  </a:lnTo>
                  <a:lnTo>
                    <a:pt x="5618110" y="119445"/>
                  </a:lnTo>
                  <a:lnTo>
                    <a:pt x="5618203" y="119445"/>
                  </a:lnTo>
                  <a:lnTo>
                    <a:pt x="5618296" y="119445"/>
                  </a:lnTo>
                  <a:lnTo>
                    <a:pt x="5618389" y="119445"/>
                  </a:lnTo>
                  <a:lnTo>
                    <a:pt x="5618483" y="119445"/>
                  </a:lnTo>
                  <a:lnTo>
                    <a:pt x="5618576" y="119445"/>
                  </a:lnTo>
                  <a:lnTo>
                    <a:pt x="5618669" y="119445"/>
                  </a:lnTo>
                  <a:lnTo>
                    <a:pt x="5618762" y="119445"/>
                  </a:lnTo>
                  <a:lnTo>
                    <a:pt x="5618856" y="119445"/>
                  </a:lnTo>
                  <a:lnTo>
                    <a:pt x="5618949" y="119445"/>
                  </a:lnTo>
                  <a:lnTo>
                    <a:pt x="5619042" y="119445"/>
                  </a:lnTo>
                  <a:lnTo>
                    <a:pt x="5619135" y="119445"/>
                  </a:lnTo>
                  <a:lnTo>
                    <a:pt x="5619229" y="119445"/>
                  </a:lnTo>
                  <a:lnTo>
                    <a:pt x="5619322" y="119445"/>
                  </a:lnTo>
                  <a:lnTo>
                    <a:pt x="5619415" y="119445"/>
                  </a:lnTo>
                  <a:lnTo>
                    <a:pt x="5619508" y="119445"/>
                  </a:lnTo>
                  <a:lnTo>
                    <a:pt x="5619602" y="119445"/>
                  </a:lnTo>
                  <a:lnTo>
                    <a:pt x="5619695" y="119445"/>
                  </a:lnTo>
                  <a:lnTo>
                    <a:pt x="5619788" y="119445"/>
                  </a:lnTo>
                  <a:lnTo>
                    <a:pt x="5619881" y="119445"/>
                  </a:lnTo>
                  <a:lnTo>
                    <a:pt x="5619974" y="119445"/>
                  </a:lnTo>
                  <a:lnTo>
                    <a:pt x="5620068" y="119445"/>
                  </a:lnTo>
                  <a:lnTo>
                    <a:pt x="5620161" y="119445"/>
                  </a:lnTo>
                  <a:lnTo>
                    <a:pt x="5620254" y="119445"/>
                  </a:lnTo>
                  <a:lnTo>
                    <a:pt x="5620347" y="119445"/>
                  </a:lnTo>
                  <a:lnTo>
                    <a:pt x="5620441" y="119445"/>
                  </a:lnTo>
                  <a:lnTo>
                    <a:pt x="5620534" y="119445"/>
                  </a:lnTo>
                  <a:lnTo>
                    <a:pt x="5620627" y="119445"/>
                  </a:lnTo>
                  <a:lnTo>
                    <a:pt x="5620720" y="119445"/>
                  </a:lnTo>
                  <a:lnTo>
                    <a:pt x="5620814" y="119445"/>
                  </a:lnTo>
                  <a:lnTo>
                    <a:pt x="5620907" y="119445"/>
                  </a:lnTo>
                  <a:lnTo>
                    <a:pt x="5621000" y="119445"/>
                  </a:lnTo>
                  <a:lnTo>
                    <a:pt x="5621093" y="119445"/>
                  </a:lnTo>
                  <a:lnTo>
                    <a:pt x="5621187" y="119445"/>
                  </a:lnTo>
                  <a:lnTo>
                    <a:pt x="5621280" y="119445"/>
                  </a:lnTo>
                  <a:lnTo>
                    <a:pt x="5621373" y="119445"/>
                  </a:lnTo>
                  <a:lnTo>
                    <a:pt x="5621466" y="119445"/>
                  </a:lnTo>
                  <a:lnTo>
                    <a:pt x="5621560" y="119445"/>
                  </a:lnTo>
                  <a:lnTo>
                    <a:pt x="5621653" y="119445"/>
                  </a:lnTo>
                  <a:lnTo>
                    <a:pt x="5621746" y="119445"/>
                  </a:lnTo>
                  <a:lnTo>
                    <a:pt x="5621839" y="119445"/>
                  </a:lnTo>
                  <a:lnTo>
                    <a:pt x="5621933" y="119445"/>
                  </a:lnTo>
                  <a:lnTo>
                    <a:pt x="5622026" y="119445"/>
                  </a:lnTo>
                  <a:lnTo>
                    <a:pt x="5622119" y="119445"/>
                  </a:lnTo>
                  <a:lnTo>
                    <a:pt x="5622212" y="119445"/>
                  </a:lnTo>
                  <a:lnTo>
                    <a:pt x="5622306" y="119445"/>
                  </a:lnTo>
                  <a:lnTo>
                    <a:pt x="5622399" y="119445"/>
                  </a:lnTo>
                  <a:lnTo>
                    <a:pt x="5622492" y="119445"/>
                  </a:lnTo>
                  <a:lnTo>
                    <a:pt x="5622585" y="119445"/>
                  </a:lnTo>
                  <a:lnTo>
                    <a:pt x="5622679" y="119445"/>
                  </a:lnTo>
                  <a:lnTo>
                    <a:pt x="5622772" y="119445"/>
                  </a:lnTo>
                  <a:lnTo>
                    <a:pt x="5622865" y="119445"/>
                  </a:lnTo>
                  <a:lnTo>
                    <a:pt x="5622958" y="119445"/>
                  </a:lnTo>
                  <a:lnTo>
                    <a:pt x="5623052" y="119445"/>
                  </a:lnTo>
                  <a:lnTo>
                    <a:pt x="5623145" y="119445"/>
                  </a:lnTo>
                  <a:lnTo>
                    <a:pt x="5623238" y="119445"/>
                  </a:lnTo>
                  <a:lnTo>
                    <a:pt x="5623331" y="119445"/>
                  </a:lnTo>
                  <a:lnTo>
                    <a:pt x="5623425" y="119445"/>
                  </a:lnTo>
                  <a:lnTo>
                    <a:pt x="5623518" y="119445"/>
                  </a:lnTo>
                  <a:lnTo>
                    <a:pt x="5623611" y="119445"/>
                  </a:lnTo>
                  <a:lnTo>
                    <a:pt x="5623704" y="119445"/>
                  </a:lnTo>
                  <a:lnTo>
                    <a:pt x="5623798" y="119445"/>
                  </a:lnTo>
                  <a:lnTo>
                    <a:pt x="5623891" y="119445"/>
                  </a:lnTo>
                  <a:lnTo>
                    <a:pt x="5623984" y="119445"/>
                  </a:lnTo>
                  <a:lnTo>
                    <a:pt x="5624077" y="119445"/>
                  </a:lnTo>
                  <a:lnTo>
                    <a:pt x="5624171" y="119445"/>
                  </a:lnTo>
                  <a:lnTo>
                    <a:pt x="5624264" y="119445"/>
                  </a:lnTo>
                  <a:lnTo>
                    <a:pt x="5624357" y="119445"/>
                  </a:lnTo>
                  <a:lnTo>
                    <a:pt x="5624450" y="119445"/>
                  </a:lnTo>
                  <a:lnTo>
                    <a:pt x="5624544" y="119445"/>
                  </a:lnTo>
                  <a:lnTo>
                    <a:pt x="5624637" y="119445"/>
                  </a:lnTo>
                  <a:lnTo>
                    <a:pt x="5624730" y="119445"/>
                  </a:lnTo>
                  <a:lnTo>
                    <a:pt x="5624823" y="119445"/>
                  </a:lnTo>
                  <a:lnTo>
                    <a:pt x="5624917" y="119445"/>
                  </a:lnTo>
                  <a:lnTo>
                    <a:pt x="5625010" y="119445"/>
                  </a:lnTo>
                  <a:lnTo>
                    <a:pt x="5625103" y="119445"/>
                  </a:lnTo>
                  <a:lnTo>
                    <a:pt x="5625196" y="119445"/>
                  </a:lnTo>
                  <a:lnTo>
                    <a:pt x="5625290" y="119445"/>
                  </a:lnTo>
                  <a:lnTo>
                    <a:pt x="5625383" y="119445"/>
                  </a:lnTo>
                  <a:lnTo>
                    <a:pt x="5625476" y="119445"/>
                  </a:lnTo>
                  <a:lnTo>
                    <a:pt x="5625569" y="119445"/>
                  </a:lnTo>
                  <a:lnTo>
                    <a:pt x="5625663" y="119445"/>
                  </a:lnTo>
                  <a:lnTo>
                    <a:pt x="5625756" y="119445"/>
                  </a:lnTo>
                  <a:lnTo>
                    <a:pt x="5625849" y="119445"/>
                  </a:lnTo>
                  <a:lnTo>
                    <a:pt x="5625942" y="119445"/>
                  </a:lnTo>
                  <a:lnTo>
                    <a:pt x="5626036" y="119445"/>
                  </a:lnTo>
                  <a:lnTo>
                    <a:pt x="5626129" y="119445"/>
                  </a:lnTo>
                  <a:lnTo>
                    <a:pt x="5626222" y="119445"/>
                  </a:lnTo>
                  <a:lnTo>
                    <a:pt x="5626315" y="119445"/>
                  </a:lnTo>
                  <a:lnTo>
                    <a:pt x="5626409" y="119445"/>
                  </a:lnTo>
                  <a:lnTo>
                    <a:pt x="5626502" y="119445"/>
                  </a:lnTo>
                  <a:lnTo>
                    <a:pt x="5626595" y="119445"/>
                  </a:lnTo>
                  <a:lnTo>
                    <a:pt x="5626688" y="119445"/>
                  </a:lnTo>
                  <a:lnTo>
                    <a:pt x="5626781" y="119445"/>
                  </a:lnTo>
                  <a:lnTo>
                    <a:pt x="5626875" y="119445"/>
                  </a:lnTo>
                  <a:lnTo>
                    <a:pt x="5626968" y="119445"/>
                  </a:lnTo>
                  <a:lnTo>
                    <a:pt x="5627061" y="119445"/>
                  </a:lnTo>
                  <a:lnTo>
                    <a:pt x="5627154" y="119445"/>
                  </a:lnTo>
                  <a:lnTo>
                    <a:pt x="5627248" y="119445"/>
                  </a:lnTo>
                  <a:lnTo>
                    <a:pt x="5627341" y="119445"/>
                  </a:lnTo>
                  <a:lnTo>
                    <a:pt x="5627434" y="119445"/>
                  </a:lnTo>
                  <a:lnTo>
                    <a:pt x="5627527" y="119445"/>
                  </a:lnTo>
                  <a:lnTo>
                    <a:pt x="5627621" y="119445"/>
                  </a:lnTo>
                  <a:lnTo>
                    <a:pt x="5627714" y="119445"/>
                  </a:lnTo>
                  <a:lnTo>
                    <a:pt x="5627807" y="119445"/>
                  </a:lnTo>
                  <a:lnTo>
                    <a:pt x="5627900" y="119445"/>
                  </a:lnTo>
                  <a:lnTo>
                    <a:pt x="5627994" y="119445"/>
                  </a:lnTo>
                  <a:lnTo>
                    <a:pt x="5628087" y="119445"/>
                  </a:lnTo>
                  <a:lnTo>
                    <a:pt x="5628180" y="119445"/>
                  </a:lnTo>
                  <a:lnTo>
                    <a:pt x="5628273" y="119445"/>
                  </a:lnTo>
                  <a:lnTo>
                    <a:pt x="5628367" y="119445"/>
                  </a:lnTo>
                  <a:lnTo>
                    <a:pt x="5628460" y="119445"/>
                  </a:lnTo>
                  <a:lnTo>
                    <a:pt x="5628553" y="119445"/>
                  </a:lnTo>
                  <a:lnTo>
                    <a:pt x="5628646" y="119445"/>
                  </a:lnTo>
                  <a:lnTo>
                    <a:pt x="5628740" y="119445"/>
                  </a:lnTo>
                  <a:lnTo>
                    <a:pt x="5628833" y="119445"/>
                  </a:lnTo>
                  <a:lnTo>
                    <a:pt x="5628926" y="119445"/>
                  </a:lnTo>
                  <a:lnTo>
                    <a:pt x="5629019" y="119445"/>
                  </a:lnTo>
                  <a:lnTo>
                    <a:pt x="5629113" y="119445"/>
                  </a:lnTo>
                  <a:lnTo>
                    <a:pt x="5629206" y="119445"/>
                  </a:lnTo>
                  <a:lnTo>
                    <a:pt x="5629299" y="119445"/>
                  </a:lnTo>
                  <a:lnTo>
                    <a:pt x="5629392" y="119445"/>
                  </a:lnTo>
                  <a:lnTo>
                    <a:pt x="5629486" y="119445"/>
                  </a:lnTo>
                  <a:lnTo>
                    <a:pt x="5629579" y="119445"/>
                  </a:lnTo>
                  <a:lnTo>
                    <a:pt x="5629672" y="119445"/>
                  </a:lnTo>
                  <a:lnTo>
                    <a:pt x="5629765" y="119445"/>
                  </a:lnTo>
                  <a:lnTo>
                    <a:pt x="5629859" y="119445"/>
                  </a:lnTo>
                  <a:lnTo>
                    <a:pt x="5629952" y="119445"/>
                  </a:lnTo>
                  <a:lnTo>
                    <a:pt x="5630045" y="119445"/>
                  </a:lnTo>
                  <a:lnTo>
                    <a:pt x="5630138" y="119445"/>
                  </a:lnTo>
                  <a:lnTo>
                    <a:pt x="5630232" y="119445"/>
                  </a:lnTo>
                  <a:lnTo>
                    <a:pt x="5630325" y="119445"/>
                  </a:lnTo>
                  <a:lnTo>
                    <a:pt x="5630418" y="119445"/>
                  </a:lnTo>
                  <a:lnTo>
                    <a:pt x="5630511" y="119445"/>
                  </a:lnTo>
                  <a:lnTo>
                    <a:pt x="5630605" y="119445"/>
                  </a:lnTo>
                  <a:lnTo>
                    <a:pt x="5630698" y="119445"/>
                  </a:lnTo>
                  <a:lnTo>
                    <a:pt x="5630791" y="119445"/>
                  </a:lnTo>
                  <a:lnTo>
                    <a:pt x="5630884" y="119445"/>
                  </a:lnTo>
                  <a:lnTo>
                    <a:pt x="5630978" y="119445"/>
                  </a:lnTo>
                  <a:lnTo>
                    <a:pt x="5631071" y="119445"/>
                  </a:lnTo>
                  <a:lnTo>
                    <a:pt x="5631164" y="119445"/>
                  </a:lnTo>
                  <a:lnTo>
                    <a:pt x="5631257" y="119445"/>
                  </a:lnTo>
                  <a:lnTo>
                    <a:pt x="5631351" y="119445"/>
                  </a:lnTo>
                  <a:lnTo>
                    <a:pt x="5631444" y="119445"/>
                  </a:lnTo>
                  <a:lnTo>
                    <a:pt x="5631537" y="119445"/>
                  </a:lnTo>
                  <a:lnTo>
                    <a:pt x="5631630" y="119445"/>
                  </a:lnTo>
                  <a:lnTo>
                    <a:pt x="5631724" y="119445"/>
                  </a:lnTo>
                  <a:lnTo>
                    <a:pt x="5631817" y="119445"/>
                  </a:lnTo>
                  <a:lnTo>
                    <a:pt x="5631817" y="109492"/>
                  </a:lnTo>
                  <a:lnTo>
                    <a:pt x="5631910" y="109492"/>
                  </a:lnTo>
                  <a:lnTo>
                    <a:pt x="5632003" y="109492"/>
                  </a:lnTo>
                  <a:lnTo>
                    <a:pt x="5632097" y="109492"/>
                  </a:lnTo>
                  <a:lnTo>
                    <a:pt x="5632190" y="109492"/>
                  </a:lnTo>
                  <a:lnTo>
                    <a:pt x="5632283" y="109492"/>
                  </a:lnTo>
                  <a:lnTo>
                    <a:pt x="5632376" y="109492"/>
                  </a:lnTo>
                  <a:lnTo>
                    <a:pt x="5632470" y="109492"/>
                  </a:lnTo>
                  <a:lnTo>
                    <a:pt x="5632563" y="109492"/>
                  </a:lnTo>
                  <a:lnTo>
                    <a:pt x="5632656" y="109492"/>
                  </a:lnTo>
                  <a:lnTo>
                    <a:pt x="5632749" y="109492"/>
                  </a:lnTo>
                  <a:lnTo>
                    <a:pt x="5632843" y="109492"/>
                  </a:lnTo>
                  <a:lnTo>
                    <a:pt x="5632936" y="109492"/>
                  </a:lnTo>
                  <a:lnTo>
                    <a:pt x="5633029" y="109492"/>
                  </a:lnTo>
                  <a:lnTo>
                    <a:pt x="5633122" y="109492"/>
                  </a:lnTo>
                  <a:lnTo>
                    <a:pt x="5633216" y="109492"/>
                  </a:lnTo>
                  <a:lnTo>
                    <a:pt x="5633309" y="109492"/>
                  </a:lnTo>
                  <a:lnTo>
                    <a:pt x="5633402" y="109492"/>
                  </a:lnTo>
                  <a:lnTo>
                    <a:pt x="5633495" y="109492"/>
                  </a:lnTo>
                  <a:lnTo>
                    <a:pt x="5633588" y="109492"/>
                  </a:lnTo>
                  <a:lnTo>
                    <a:pt x="5633682" y="109492"/>
                  </a:lnTo>
                  <a:lnTo>
                    <a:pt x="5633775" y="109492"/>
                  </a:lnTo>
                  <a:lnTo>
                    <a:pt x="5633868" y="109492"/>
                  </a:lnTo>
                  <a:lnTo>
                    <a:pt x="5633961" y="109492"/>
                  </a:lnTo>
                  <a:lnTo>
                    <a:pt x="5634055" y="109492"/>
                  </a:lnTo>
                  <a:lnTo>
                    <a:pt x="5634148" y="109492"/>
                  </a:lnTo>
                  <a:lnTo>
                    <a:pt x="5634241" y="109492"/>
                  </a:lnTo>
                  <a:lnTo>
                    <a:pt x="5634334" y="109492"/>
                  </a:lnTo>
                  <a:lnTo>
                    <a:pt x="5634428" y="109492"/>
                  </a:lnTo>
                  <a:lnTo>
                    <a:pt x="5634521" y="109492"/>
                  </a:lnTo>
                  <a:lnTo>
                    <a:pt x="5634614" y="109492"/>
                  </a:lnTo>
                  <a:lnTo>
                    <a:pt x="5634707" y="109492"/>
                  </a:lnTo>
                  <a:lnTo>
                    <a:pt x="5634801" y="109492"/>
                  </a:lnTo>
                  <a:lnTo>
                    <a:pt x="5634894" y="109492"/>
                  </a:lnTo>
                  <a:lnTo>
                    <a:pt x="5634987" y="109492"/>
                  </a:lnTo>
                  <a:lnTo>
                    <a:pt x="5635080" y="109492"/>
                  </a:lnTo>
                  <a:lnTo>
                    <a:pt x="5635174" y="109492"/>
                  </a:lnTo>
                  <a:lnTo>
                    <a:pt x="5635267" y="109492"/>
                  </a:lnTo>
                  <a:lnTo>
                    <a:pt x="5635360" y="109492"/>
                  </a:lnTo>
                  <a:lnTo>
                    <a:pt x="5635453" y="109492"/>
                  </a:lnTo>
                  <a:lnTo>
                    <a:pt x="5635547" y="109492"/>
                  </a:lnTo>
                  <a:lnTo>
                    <a:pt x="5635640" y="109492"/>
                  </a:lnTo>
                  <a:lnTo>
                    <a:pt x="5635733" y="109492"/>
                  </a:lnTo>
                  <a:lnTo>
                    <a:pt x="5635826" y="109492"/>
                  </a:lnTo>
                  <a:lnTo>
                    <a:pt x="5635920" y="109492"/>
                  </a:lnTo>
                  <a:lnTo>
                    <a:pt x="5636013" y="109492"/>
                  </a:lnTo>
                  <a:lnTo>
                    <a:pt x="5636106" y="109492"/>
                  </a:lnTo>
                  <a:lnTo>
                    <a:pt x="5636199" y="109492"/>
                  </a:lnTo>
                  <a:lnTo>
                    <a:pt x="5636293" y="109492"/>
                  </a:lnTo>
                  <a:lnTo>
                    <a:pt x="5636386" y="109492"/>
                  </a:lnTo>
                  <a:lnTo>
                    <a:pt x="5636479" y="109492"/>
                  </a:lnTo>
                  <a:lnTo>
                    <a:pt x="5636572" y="109492"/>
                  </a:lnTo>
                  <a:lnTo>
                    <a:pt x="5636666" y="109492"/>
                  </a:lnTo>
                  <a:lnTo>
                    <a:pt x="5636759" y="109492"/>
                  </a:lnTo>
                  <a:lnTo>
                    <a:pt x="5636852" y="109492"/>
                  </a:lnTo>
                  <a:lnTo>
                    <a:pt x="5636945" y="109492"/>
                  </a:lnTo>
                  <a:lnTo>
                    <a:pt x="5637039" y="109492"/>
                  </a:lnTo>
                  <a:lnTo>
                    <a:pt x="5637132" y="109492"/>
                  </a:lnTo>
                  <a:lnTo>
                    <a:pt x="5637225" y="109492"/>
                  </a:lnTo>
                  <a:lnTo>
                    <a:pt x="5637318" y="109492"/>
                  </a:lnTo>
                  <a:lnTo>
                    <a:pt x="5637412" y="109492"/>
                  </a:lnTo>
                  <a:lnTo>
                    <a:pt x="5637505" y="109492"/>
                  </a:lnTo>
                  <a:lnTo>
                    <a:pt x="5637598" y="109492"/>
                  </a:lnTo>
                  <a:lnTo>
                    <a:pt x="5637691" y="109492"/>
                  </a:lnTo>
                  <a:lnTo>
                    <a:pt x="5637785" y="109492"/>
                  </a:lnTo>
                  <a:lnTo>
                    <a:pt x="5637878" y="109492"/>
                  </a:lnTo>
                  <a:lnTo>
                    <a:pt x="5637971" y="109492"/>
                  </a:lnTo>
                  <a:lnTo>
                    <a:pt x="5638064" y="109492"/>
                  </a:lnTo>
                  <a:lnTo>
                    <a:pt x="5638158" y="109492"/>
                  </a:lnTo>
                  <a:lnTo>
                    <a:pt x="5638251" y="109492"/>
                  </a:lnTo>
                  <a:lnTo>
                    <a:pt x="5638344" y="109492"/>
                  </a:lnTo>
                  <a:lnTo>
                    <a:pt x="5638437" y="109492"/>
                  </a:lnTo>
                  <a:lnTo>
                    <a:pt x="5638531" y="109492"/>
                  </a:lnTo>
                  <a:lnTo>
                    <a:pt x="5638624" y="109492"/>
                  </a:lnTo>
                  <a:lnTo>
                    <a:pt x="5638717" y="109492"/>
                  </a:lnTo>
                  <a:lnTo>
                    <a:pt x="5638810" y="109492"/>
                  </a:lnTo>
                  <a:lnTo>
                    <a:pt x="5638904" y="109492"/>
                  </a:lnTo>
                  <a:lnTo>
                    <a:pt x="5638997" y="109492"/>
                  </a:lnTo>
                  <a:lnTo>
                    <a:pt x="5639090" y="109492"/>
                  </a:lnTo>
                  <a:lnTo>
                    <a:pt x="5639183" y="109492"/>
                  </a:lnTo>
                  <a:lnTo>
                    <a:pt x="5639277" y="109492"/>
                  </a:lnTo>
                  <a:lnTo>
                    <a:pt x="5639370" y="109492"/>
                  </a:lnTo>
                  <a:lnTo>
                    <a:pt x="5639463" y="109492"/>
                  </a:lnTo>
                  <a:lnTo>
                    <a:pt x="5639556" y="109492"/>
                  </a:lnTo>
                  <a:lnTo>
                    <a:pt x="5639650" y="109492"/>
                  </a:lnTo>
                  <a:lnTo>
                    <a:pt x="5639743" y="109492"/>
                  </a:lnTo>
                  <a:lnTo>
                    <a:pt x="5639836" y="109492"/>
                  </a:lnTo>
                  <a:lnTo>
                    <a:pt x="5639929" y="109492"/>
                  </a:lnTo>
                  <a:lnTo>
                    <a:pt x="5640023" y="109492"/>
                  </a:lnTo>
                  <a:lnTo>
                    <a:pt x="5640116" y="109492"/>
                  </a:lnTo>
                  <a:lnTo>
                    <a:pt x="5640209" y="109492"/>
                  </a:lnTo>
                  <a:lnTo>
                    <a:pt x="5640302" y="109492"/>
                  </a:lnTo>
                  <a:lnTo>
                    <a:pt x="5640396" y="109492"/>
                  </a:lnTo>
                  <a:lnTo>
                    <a:pt x="5640489" y="109492"/>
                  </a:lnTo>
                  <a:lnTo>
                    <a:pt x="5640582" y="109492"/>
                  </a:lnTo>
                  <a:lnTo>
                    <a:pt x="5640675" y="109492"/>
                  </a:lnTo>
                  <a:lnTo>
                    <a:pt x="5640768" y="109492"/>
                  </a:lnTo>
                  <a:lnTo>
                    <a:pt x="5640862" y="109492"/>
                  </a:lnTo>
                  <a:lnTo>
                    <a:pt x="5640955" y="109492"/>
                  </a:lnTo>
                  <a:lnTo>
                    <a:pt x="5641048" y="109492"/>
                  </a:lnTo>
                  <a:lnTo>
                    <a:pt x="5641141" y="109492"/>
                  </a:lnTo>
                  <a:lnTo>
                    <a:pt x="5641235" y="109492"/>
                  </a:lnTo>
                  <a:lnTo>
                    <a:pt x="5641328" y="109492"/>
                  </a:lnTo>
                  <a:lnTo>
                    <a:pt x="5641421" y="109492"/>
                  </a:lnTo>
                  <a:lnTo>
                    <a:pt x="5641514" y="109492"/>
                  </a:lnTo>
                  <a:lnTo>
                    <a:pt x="5641608" y="109492"/>
                  </a:lnTo>
                  <a:lnTo>
                    <a:pt x="5641701" y="109492"/>
                  </a:lnTo>
                  <a:lnTo>
                    <a:pt x="5641794" y="109492"/>
                  </a:lnTo>
                  <a:lnTo>
                    <a:pt x="5641887" y="109492"/>
                  </a:lnTo>
                  <a:lnTo>
                    <a:pt x="5641981" y="109492"/>
                  </a:lnTo>
                  <a:lnTo>
                    <a:pt x="5642074" y="109492"/>
                  </a:lnTo>
                  <a:lnTo>
                    <a:pt x="5642167" y="109492"/>
                  </a:lnTo>
                  <a:lnTo>
                    <a:pt x="5642260" y="109492"/>
                  </a:lnTo>
                  <a:lnTo>
                    <a:pt x="5642354" y="109492"/>
                  </a:lnTo>
                  <a:lnTo>
                    <a:pt x="5642447" y="109492"/>
                  </a:lnTo>
                  <a:lnTo>
                    <a:pt x="5642540" y="109492"/>
                  </a:lnTo>
                  <a:lnTo>
                    <a:pt x="5642633" y="109492"/>
                  </a:lnTo>
                  <a:lnTo>
                    <a:pt x="5642727" y="109492"/>
                  </a:lnTo>
                  <a:lnTo>
                    <a:pt x="5642820" y="109492"/>
                  </a:lnTo>
                  <a:lnTo>
                    <a:pt x="5642913" y="109492"/>
                  </a:lnTo>
                  <a:lnTo>
                    <a:pt x="5643006" y="109492"/>
                  </a:lnTo>
                  <a:lnTo>
                    <a:pt x="5643100" y="109492"/>
                  </a:lnTo>
                  <a:lnTo>
                    <a:pt x="5643193" y="109492"/>
                  </a:lnTo>
                  <a:lnTo>
                    <a:pt x="5643286" y="109492"/>
                  </a:lnTo>
                  <a:lnTo>
                    <a:pt x="5643379" y="109492"/>
                  </a:lnTo>
                  <a:lnTo>
                    <a:pt x="5643473" y="109492"/>
                  </a:lnTo>
                  <a:lnTo>
                    <a:pt x="5643566" y="109492"/>
                  </a:lnTo>
                  <a:lnTo>
                    <a:pt x="5643659" y="109492"/>
                  </a:lnTo>
                  <a:lnTo>
                    <a:pt x="5643752" y="109492"/>
                  </a:lnTo>
                  <a:lnTo>
                    <a:pt x="5643846" y="109492"/>
                  </a:lnTo>
                  <a:lnTo>
                    <a:pt x="5643939" y="109492"/>
                  </a:lnTo>
                  <a:lnTo>
                    <a:pt x="5644032" y="109492"/>
                  </a:lnTo>
                  <a:lnTo>
                    <a:pt x="5644125" y="109492"/>
                  </a:lnTo>
                  <a:lnTo>
                    <a:pt x="5644219" y="109492"/>
                  </a:lnTo>
                  <a:lnTo>
                    <a:pt x="5644312" y="109492"/>
                  </a:lnTo>
                  <a:lnTo>
                    <a:pt x="5644405" y="109492"/>
                  </a:lnTo>
                  <a:lnTo>
                    <a:pt x="5644498" y="109492"/>
                  </a:lnTo>
                  <a:lnTo>
                    <a:pt x="5644592" y="109492"/>
                  </a:lnTo>
                  <a:lnTo>
                    <a:pt x="5644685" y="109492"/>
                  </a:lnTo>
                  <a:lnTo>
                    <a:pt x="5644778" y="109492"/>
                  </a:lnTo>
                  <a:lnTo>
                    <a:pt x="5644871" y="109492"/>
                  </a:lnTo>
                  <a:lnTo>
                    <a:pt x="5644965" y="109492"/>
                  </a:lnTo>
                  <a:lnTo>
                    <a:pt x="5645058" y="109492"/>
                  </a:lnTo>
                  <a:lnTo>
                    <a:pt x="5645151" y="109492"/>
                  </a:lnTo>
                  <a:lnTo>
                    <a:pt x="5645244" y="109492"/>
                  </a:lnTo>
                  <a:lnTo>
                    <a:pt x="5645338" y="109492"/>
                  </a:lnTo>
                  <a:lnTo>
                    <a:pt x="5645431" y="109492"/>
                  </a:lnTo>
                  <a:lnTo>
                    <a:pt x="5645524" y="109492"/>
                  </a:lnTo>
                  <a:lnTo>
                    <a:pt x="5645617" y="109492"/>
                  </a:lnTo>
                  <a:lnTo>
                    <a:pt x="5645711" y="109492"/>
                  </a:lnTo>
                  <a:lnTo>
                    <a:pt x="5645804" y="109492"/>
                  </a:lnTo>
                  <a:lnTo>
                    <a:pt x="5645897" y="109492"/>
                  </a:lnTo>
                  <a:lnTo>
                    <a:pt x="5645990" y="109492"/>
                  </a:lnTo>
                  <a:lnTo>
                    <a:pt x="5646084" y="109492"/>
                  </a:lnTo>
                  <a:lnTo>
                    <a:pt x="5646177" y="109492"/>
                  </a:lnTo>
                  <a:lnTo>
                    <a:pt x="5646270" y="109492"/>
                  </a:lnTo>
                  <a:lnTo>
                    <a:pt x="5646363" y="109492"/>
                  </a:lnTo>
                  <a:lnTo>
                    <a:pt x="5646457" y="109492"/>
                  </a:lnTo>
                  <a:lnTo>
                    <a:pt x="5646550" y="109492"/>
                  </a:lnTo>
                  <a:lnTo>
                    <a:pt x="5646643" y="109492"/>
                  </a:lnTo>
                  <a:lnTo>
                    <a:pt x="5646736" y="109492"/>
                  </a:lnTo>
                  <a:lnTo>
                    <a:pt x="5646830" y="109492"/>
                  </a:lnTo>
                  <a:lnTo>
                    <a:pt x="5646923" y="109492"/>
                  </a:lnTo>
                  <a:lnTo>
                    <a:pt x="5647016" y="109492"/>
                  </a:lnTo>
                  <a:lnTo>
                    <a:pt x="5647109" y="109492"/>
                  </a:lnTo>
                  <a:lnTo>
                    <a:pt x="5647203" y="109492"/>
                  </a:lnTo>
                  <a:lnTo>
                    <a:pt x="5647296" y="109492"/>
                  </a:lnTo>
                  <a:lnTo>
                    <a:pt x="5647389" y="109492"/>
                  </a:lnTo>
                  <a:lnTo>
                    <a:pt x="5647482" y="109492"/>
                  </a:lnTo>
                  <a:lnTo>
                    <a:pt x="5647575" y="109492"/>
                  </a:lnTo>
                  <a:lnTo>
                    <a:pt x="5647669" y="109492"/>
                  </a:lnTo>
                  <a:lnTo>
                    <a:pt x="5647762" y="109492"/>
                  </a:lnTo>
                  <a:lnTo>
                    <a:pt x="5647855" y="109492"/>
                  </a:lnTo>
                  <a:lnTo>
                    <a:pt x="5647948" y="109492"/>
                  </a:lnTo>
                  <a:lnTo>
                    <a:pt x="5648042" y="109492"/>
                  </a:lnTo>
                  <a:lnTo>
                    <a:pt x="5648135" y="109492"/>
                  </a:lnTo>
                  <a:lnTo>
                    <a:pt x="5648228" y="109492"/>
                  </a:lnTo>
                  <a:lnTo>
                    <a:pt x="5648321" y="109492"/>
                  </a:lnTo>
                  <a:lnTo>
                    <a:pt x="5648415" y="109492"/>
                  </a:lnTo>
                  <a:lnTo>
                    <a:pt x="5648508" y="109492"/>
                  </a:lnTo>
                  <a:lnTo>
                    <a:pt x="5648601" y="109492"/>
                  </a:lnTo>
                  <a:lnTo>
                    <a:pt x="5648694" y="109492"/>
                  </a:lnTo>
                  <a:lnTo>
                    <a:pt x="5648788" y="109492"/>
                  </a:lnTo>
                  <a:lnTo>
                    <a:pt x="5648881" y="109492"/>
                  </a:lnTo>
                  <a:lnTo>
                    <a:pt x="5648974" y="109492"/>
                  </a:lnTo>
                  <a:lnTo>
                    <a:pt x="5649067" y="109492"/>
                  </a:lnTo>
                  <a:lnTo>
                    <a:pt x="5649161" y="109492"/>
                  </a:lnTo>
                  <a:lnTo>
                    <a:pt x="5649254" y="109492"/>
                  </a:lnTo>
                  <a:lnTo>
                    <a:pt x="5649347" y="109492"/>
                  </a:lnTo>
                  <a:lnTo>
                    <a:pt x="5649440" y="109492"/>
                  </a:lnTo>
                  <a:lnTo>
                    <a:pt x="5649534" y="109492"/>
                  </a:lnTo>
                  <a:lnTo>
                    <a:pt x="5649627" y="109492"/>
                  </a:lnTo>
                  <a:lnTo>
                    <a:pt x="5649720" y="109492"/>
                  </a:lnTo>
                  <a:lnTo>
                    <a:pt x="5649813" y="109492"/>
                  </a:lnTo>
                  <a:lnTo>
                    <a:pt x="5649907" y="109492"/>
                  </a:lnTo>
                  <a:lnTo>
                    <a:pt x="5650000" y="109492"/>
                  </a:lnTo>
                  <a:lnTo>
                    <a:pt x="5650093" y="109492"/>
                  </a:lnTo>
                  <a:lnTo>
                    <a:pt x="5650186" y="109492"/>
                  </a:lnTo>
                  <a:lnTo>
                    <a:pt x="5650280" y="109492"/>
                  </a:lnTo>
                  <a:lnTo>
                    <a:pt x="5650373" y="109492"/>
                  </a:lnTo>
                  <a:lnTo>
                    <a:pt x="5650466" y="109492"/>
                  </a:lnTo>
                  <a:lnTo>
                    <a:pt x="5650559" y="109492"/>
                  </a:lnTo>
                  <a:lnTo>
                    <a:pt x="5650653" y="109492"/>
                  </a:lnTo>
                  <a:lnTo>
                    <a:pt x="5650746" y="109492"/>
                  </a:lnTo>
                  <a:lnTo>
                    <a:pt x="5650839" y="109492"/>
                  </a:lnTo>
                  <a:lnTo>
                    <a:pt x="5650932" y="109492"/>
                  </a:lnTo>
                  <a:lnTo>
                    <a:pt x="5651026" y="109492"/>
                  </a:lnTo>
                  <a:lnTo>
                    <a:pt x="5651119" y="109492"/>
                  </a:lnTo>
                  <a:lnTo>
                    <a:pt x="5651212" y="109492"/>
                  </a:lnTo>
                  <a:lnTo>
                    <a:pt x="5651305" y="109492"/>
                  </a:lnTo>
                  <a:lnTo>
                    <a:pt x="5651399" y="109492"/>
                  </a:lnTo>
                  <a:lnTo>
                    <a:pt x="5651492" y="109492"/>
                  </a:lnTo>
                  <a:lnTo>
                    <a:pt x="5651585" y="109492"/>
                  </a:lnTo>
                  <a:lnTo>
                    <a:pt x="5651678" y="109492"/>
                  </a:lnTo>
                  <a:lnTo>
                    <a:pt x="5651772" y="109492"/>
                  </a:lnTo>
                  <a:lnTo>
                    <a:pt x="5651865" y="109492"/>
                  </a:lnTo>
                  <a:lnTo>
                    <a:pt x="5651958" y="109492"/>
                  </a:lnTo>
                  <a:lnTo>
                    <a:pt x="5652051" y="109492"/>
                  </a:lnTo>
                  <a:lnTo>
                    <a:pt x="5652145" y="109492"/>
                  </a:lnTo>
                  <a:lnTo>
                    <a:pt x="5652238" y="109492"/>
                  </a:lnTo>
                  <a:lnTo>
                    <a:pt x="5652331" y="109492"/>
                  </a:lnTo>
                  <a:lnTo>
                    <a:pt x="5652424" y="109492"/>
                  </a:lnTo>
                  <a:lnTo>
                    <a:pt x="5652518" y="109492"/>
                  </a:lnTo>
                  <a:lnTo>
                    <a:pt x="5652611" y="109492"/>
                  </a:lnTo>
                  <a:lnTo>
                    <a:pt x="5652704" y="109492"/>
                  </a:lnTo>
                  <a:lnTo>
                    <a:pt x="5652797" y="109492"/>
                  </a:lnTo>
                  <a:lnTo>
                    <a:pt x="5652891" y="109492"/>
                  </a:lnTo>
                  <a:lnTo>
                    <a:pt x="5652984" y="109492"/>
                  </a:lnTo>
                  <a:lnTo>
                    <a:pt x="5653077" y="109492"/>
                  </a:lnTo>
                  <a:lnTo>
                    <a:pt x="5653170" y="109492"/>
                  </a:lnTo>
                  <a:lnTo>
                    <a:pt x="5653264" y="109492"/>
                  </a:lnTo>
                  <a:lnTo>
                    <a:pt x="5653357" y="109492"/>
                  </a:lnTo>
                  <a:lnTo>
                    <a:pt x="5653450" y="109492"/>
                  </a:lnTo>
                  <a:lnTo>
                    <a:pt x="5653543" y="109492"/>
                  </a:lnTo>
                  <a:lnTo>
                    <a:pt x="5653637" y="109492"/>
                  </a:lnTo>
                  <a:lnTo>
                    <a:pt x="5653730" y="109492"/>
                  </a:lnTo>
                  <a:lnTo>
                    <a:pt x="5653823" y="109492"/>
                  </a:lnTo>
                  <a:lnTo>
                    <a:pt x="5653916" y="109492"/>
                  </a:lnTo>
                  <a:lnTo>
                    <a:pt x="5654010" y="109492"/>
                  </a:lnTo>
                  <a:lnTo>
                    <a:pt x="5654103" y="109492"/>
                  </a:lnTo>
                  <a:lnTo>
                    <a:pt x="5654196" y="109492"/>
                  </a:lnTo>
                  <a:lnTo>
                    <a:pt x="5654289" y="109492"/>
                  </a:lnTo>
                  <a:lnTo>
                    <a:pt x="5654382" y="109492"/>
                  </a:lnTo>
                  <a:lnTo>
                    <a:pt x="5654476" y="109492"/>
                  </a:lnTo>
                  <a:lnTo>
                    <a:pt x="5654569" y="109492"/>
                  </a:lnTo>
                  <a:lnTo>
                    <a:pt x="5654662" y="109492"/>
                  </a:lnTo>
                  <a:lnTo>
                    <a:pt x="5654755" y="109492"/>
                  </a:lnTo>
                  <a:lnTo>
                    <a:pt x="5654849" y="109492"/>
                  </a:lnTo>
                  <a:lnTo>
                    <a:pt x="5654942" y="109492"/>
                  </a:lnTo>
                  <a:lnTo>
                    <a:pt x="5655035" y="109492"/>
                  </a:lnTo>
                  <a:lnTo>
                    <a:pt x="5655128" y="109492"/>
                  </a:lnTo>
                  <a:lnTo>
                    <a:pt x="5655222" y="109492"/>
                  </a:lnTo>
                  <a:lnTo>
                    <a:pt x="5655315" y="109492"/>
                  </a:lnTo>
                  <a:lnTo>
                    <a:pt x="5655408" y="109492"/>
                  </a:lnTo>
                  <a:lnTo>
                    <a:pt x="5655501" y="109492"/>
                  </a:lnTo>
                  <a:lnTo>
                    <a:pt x="5655595" y="109492"/>
                  </a:lnTo>
                  <a:lnTo>
                    <a:pt x="5655688" y="109492"/>
                  </a:lnTo>
                  <a:lnTo>
                    <a:pt x="5655781" y="109492"/>
                  </a:lnTo>
                  <a:lnTo>
                    <a:pt x="5655874" y="109492"/>
                  </a:lnTo>
                  <a:lnTo>
                    <a:pt x="5655968" y="109492"/>
                  </a:lnTo>
                  <a:lnTo>
                    <a:pt x="5656061" y="109492"/>
                  </a:lnTo>
                  <a:lnTo>
                    <a:pt x="5656154" y="109492"/>
                  </a:lnTo>
                  <a:lnTo>
                    <a:pt x="5656247" y="109492"/>
                  </a:lnTo>
                  <a:lnTo>
                    <a:pt x="5656341" y="109492"/>
                  </a:lnTo>
                  <a:lnTo>
                    <a:pt x="5656434" y="109492"/>
                  </a:lnTo>
                  <a:lnTo>
                    <a:pt x="5656527" y="109492"/>
                  </a:lnTo>
                  <a:lnTo>
                    <a:pt x="5656620" y="109492"/>
                  </a:lnTo>
                  <a:lnTo>
                    <a:pt x="5656714" y="109492"/>
                  </a:lnTo>
                  <a:lnTo>
                    <a:pt x="5656807" y="109492"/>
                  </a:lnTo>
                  <a:lnTo>
                    <a:pt x="5656900" y="109492"/>
                  </a:lnTo>
                  <a:lnTo>
                    <a:pt x="5656993" y="109492"/>
                  </a:lnTo>
                  <a:lnTo>
                    <a:pt x="5657087" y="109492"/>
                  </a:lnTo>
                  <a:lnTo>
                    <a:pt x="5657180" y="109492"/>
                  </a:lnTo>
                  <a:lnTo>
                    <a:pt x="5657273" y="109492"/>
                  </a:lnTo>
                  <a:lnTo>
                    <a:pt x="5657366" y="109492"/>
                  </a:lnTo>
                  <a:lnTo>
                    <a:pt x="5657460" y="109492"/>
                  </a:lnTo>
                  <a:lnTo>
                    <a:pt x="5657553" y="109492"/>
                  </a:lnTo>
                  <a:lnTo>
                    <a:pt x="5657646" y="109492"/>
                  </a:lnTo>
                  <a:lnTo>
                    <a:pt x="5657739" y="109492"/>
                  </a:lnTo>
                  <a:lnTo>
                    <a:pt x="5657833" y="109492"/>
                  </a:lnTo>
                  <a:lnTo>
                    <a:pt x="5657926" y="109492"/>
                  </a:lnTo>
                  <a:lnTo>
                    <a:pt x="5658019" y="109492"/>
                  </a:lnTo>
                  <a:lnTo>
                    <a:pt x="5658112" y="109492"/>
                  </a:lnTo>
                  <a:lnTo>
                    <a:pt x="5658206" y="109492"/>
                  </a:lnTo>
                  <a:lnTo>
                    <a:pt x="5658299" y="109492"/>
                  </a:lnTo>
                  <a:lnTo>
                    <a:pt x="5658392" y="109492"/>
                  </a:lnTo>
                  <a:lnTo>
                    <a:pt x="5658485" y="109492"/>
                  </a:lnTo>
                  <a:lnTo>
                    <a:pt x="5658579" y="109492"/>
                  </a:lnTo>
                  <a:lnTo>
                    <a:pt x="5658672" y="109492"/>
                  </a:lnTo>
                  <a:lnTo>
                    <a:pt x="5658765" y="109492"/>
                  </a:lnTo>
                  <a:lnTo>
                    <a:pt x="5658858" y="109492"/>
                  </a:lnTo>
                  <a:lnTo>
                    <a:pt x="5658952" y="109492"/>
                  </a:lnTo>
                  <a:lnTo>
                    <a:pt x="5659045" y="109492"/>
                  </a:lnTo>
                  <a:lnTo>
                    <a:pt x="5659138" y="109492"/>
                  </a:lnTo>
                  <a:lnTo>
                    <a:pt x="5659231" y="109492"/>
                  </a:lnTo>
                  <a:lnTo>
                    <a:pt x="5659325" y="109492"/>
                  </a:lnTo>
                  <a:lnTo>
                    <a:pt x="5659418" y="109492"/>
                  </a:lnTo>
                  <a:lnTo>
                    <a:pt x="5659511" y="109492"/>
                  </a:lnTo>
                  <a:lnTo>
                    <a:pt x="5659604" y="109492"/>
                  </a:lnTo>
                  <a:lnTo>
                    <a:pt x="5659698" y="109492"/>
                  </a:lnTo>
                  <a:lnTo>
                    <a:pt x="5659791" y="109492"/>
                  </a:lnTo>
                  <a:lnTo>
                    <a:pt x="5659884" y="109492"/>
                  </a:lnTo>
                  <a:lnTo>
                    <a:pt x="5659977" y="109492"/>
                  </a:lnTo>
                  <a:lnTo>
                    <a:pt x="5660071" y="109492"/>
                  </a:lnTo>
                  <a:lnTo>
                    <a:pt x="5660164" y="109492"/>
                  </a:lnTo>
                  <a:lnTo>
                    <a:pt x="5660257" y="109492"/>
                  </a:lnTo>
                  <a:lnTo>
                    <a:pt x="5660350" y="109492"/>
                  </a:lnTo>
                  <a:lnTo>
                    <a:pt x="5660444" y="109492"/>
                  </a:lnTo>
                  <a:lnTo>
                    <a:pt x="5660537" y="109492"/>
                  </a:lnTo>
                  <a:lnTo>
                    <a:pt x="5660630" y="109492"/>
                  </a:lnTo>
                  <a:lnTo>
                    <a:pt x="5660723" y="109492"/>
                  </a:lnTo>
                  <a:lnTo>
                    <a:pt x="5660817" y="109492"/>
                  </a:lnTo>
                  <a:lnTo>
                    <a:pt x="5660910" y="109492"/>
                  </a:lnTo>
                  <a:lnTo>
                    <a:pt x="5661003" y="109492"/>
                  </a:lnTo>
                  <a:lnTo>
                    <a:pt x="5661096" y="109492"/>
                  </a:lnTo>
                  <a:lnTo>
                    <a:pt x="5661190" y="109492"/>
                  </a:lnTo>
                  <a:lnTo>
                    <a:pt x="5661283" y="109492"/>
                  </a:lnTo>
                  <a:lnTo>
                    <a:pt x="5661376" y="109492"/>
                  </a:lnTo>
                  <a:lnTo>
                    <a:pt x="5661469" y="109492"/>
                  </a:lnTo>
                  <a:lnTo>
                    <a:pt x="5661562" y="109492"/>
                  </a:lnTo>
                  <a:lnTo>
                    <a:pt x="5661656" y="109492"/>
                  </a:lnTo>
                  <a:lnTo>
                    <a:pt x="5661749" y="109492"/>
                  </a:lnTo>
                  <a:lnTo>
                    <a:pt x="5661842" y="109492"/>
                  </a:lnTo>
                  <a:lnTo>
                    <a:pt x="5661935" y="109492"/>
                  </a:lnTo>
                  <a:lnTo>
                    <a:pt x="5662029" y="109492"/>
                  </a:lnTo>
                  <a:lnTo>
                    <a:pt x="5662122" y="109492"/>
                  </a:lnTo>
                  <a:lnTo>
                    <a:pt x="5662215" y="109492"/>
                  </a:lnTo>
                  <a:lnTo>
                    <a:pt x="5662308" y="109492"/>
                  </a:lnTo>
                  <a:lnTo>
                    <a:pt x="5662402" y="109492"/>
                  </a:lnTo>
                  <a:lnTo>
                    <a:pt x="5662495" y="109492"/>
                  </a:lnTo>
                  <a:lnTo>
                    <a:pt x="5662588" y="109492"/>
                  </a:lnTo>
                  <a:lnTo>
                    <a:pt x="5662681" y="109492"/>
                  </a:lnTo>
                  <a:lnTo>
                    <a:pt x="5662775" y="109492"/>
                  </a:lnTo>
                  <a:lnTo>
                    <a:pt x="5662868" y="109492"/>
                  </a:lnTo>
                  <a:lnTo>
                    <a:pt x="5662961" y="109492"/>
                  </a:lnTo>
                  <a:lnTo>
                    <a:pt x="5663054" y="109492"/>
                  </a:lnTo>
                  <a:lnTo>
                    <a:pt x="5663148" y="109492"/>
                  </a:lnTo>
                  <a:lnTo>
                    <a:pt x="5663241" y="109492"/>
                  </a:lnTo>
                  <a:lnTo>
                    <a:pt x="5663334" y="109492"/>
                  </a:lnTo>
                  <a:lnTo>
                    <a:pt x="5663427" y="109492"/>
                  </a:lnTo>
                  <a:lnTo>
                    <a:pt x="5663521" y="109492"/>
                  </a:lnTo>
                  <a:lnTo>
                    <a:pt x="5663614" y="109492"/>
                  </a:lnTo>
                  <a:lnTo>
                    <a:pt x="5663614" y="99538"/>
                  </a:lnTo>
                  <a:lnTo>
                    <a:pt x="5663707" y="99538"/>
                  </a:lnTo>
                  <a:lnTo>
                    <a:pt x="5663800" y="99538"/>
                  </a:lnTo>
                  <a:lnTo>
                    <a:pt x="5663894" y="99538"/>
                  </a:lnTo>
                  <a:lnTo>
                    <a:pt x="5663987" y="99538"/>
                  </a:lnTo>
                  <a:lnTo>
                    <a:pt x="5664080" y="99538"/>
                  </a:lnTo>
                  <a:lnTo>
                    <a:pt x="5664173" y="99538"/>
                  </a:lnTo>
                  <a:lnTo>
                    <a:pt x="5664267" y="99538"/>
                  </a:lnTo>
                  <a:lnTo>
                    <a:pt x="5664360" y="99538"/>
                  </a:lnTo>
                  <a:lnTo>
                    <a:pt x="5664453" y="99538"/>
                  </a:lnTo>
                  <a:lnTo>
                    <a:pt x="5664546" y="99538"/>
                  </a:lnTo>
                  <a:lnTo>
                    <a:pt x="5664640" y="99538"/>
                  </a:lnTo>
                  <a:lnTo>
                    <a:pt x="5664733" y="99538"/>
                  </a:lnTo>
                  <a:lnTo>
                    <a:pt x="5664826" y="99538"/>
                  </a:lnTo>
                  <a:lnTo>
                    <a:pt x="5664919" y="99538"/>
                  </a:lnTo>
                  <a:lnTo>
                    <a:pt x="5665013" y="99538"/>
                  </a:lnTo>
                  <a:lnTo>
                    <a:pt x="5665106" y="99538"/>
                  </a:lnTo>
                  <a:lnTo>
                    <a:pt x="5665199" y="99538"/>
                  </a:lnTo>
                  <a:lnTo>
                    <a:pt x="5665292" y="99538"/>
                  </a:lnTo>
                  <a:lnTo>
                    <a:pt x="5665386" y="99538"/>
                  </a:lnTo>
                  <a:lnTo>
                    <a:pt x="5665479" y="99538"/>
                  </a:lnTo>
                  <a:lnTo>
                    <a:pt x="5665572" y="99538"/>
                  </a:lnTo>
                  <a:lnTo>
                    <a:pt x="5665665" y="99538"/>
                  </a:lnTo>
                  <a:lnTo>
                    <a:pt x="5665759" y="99538"/>
                  </a:lnTo>
                  <a:lnTo>
                    <a:pt x="5665852" y="99538"/>
                  </a:lnTo>
                  <a:lnTo>
                    <a:pt x="5665945" y="99538"/>
                  </a:lnTo>
                  <a:lnTo>
                    <a:pt x="5666038" y="99538"/>
                  </a:lnTo>
                  <a:lnTo>
                    <a:pt x="5666132" y="99538"/>
                  </a:lnTo>
                  <a:lnTo>
                    <a:pt x="5666225" y="99538"/>
                  </a:lnTo>
                  <a:lnTo>
                    <a:pt x="5666318" y="99538"/>
                  </a:lnTo>
                  <a:lnTo>
                    <a:pt x="5666411" y="99538"/>
                  </a:lnTo>
                  <a:lnTo>
                    <a:pt x="5666505" y="99538"/>
                  </a:lnTo>
                  <a:lnTo>
                    <a:pt x="5666598" y="99538"/>
                  </a:lnTo>
                  <a:lnTo>
                    <a:pt x="5666691" y="99538"/>
                  </a:lnTo>
                  <a:lnTo>
                    <a:pt x="5666784" y="99538"/>
                  </a:lnTo>
                  <a:lnTo>
                    <a:pt x="5666878" y="99538"/>
                  </a:lnTo>
                  <a:lnTo>
                    <a:pt x="5666971" y="99538"/>
                  </a:lnTo>
                  <a:lnTo>
                    <a:pt x="5667064" y="99538"/>
                  </a:lnTo>
                  <a:lnTo>
                    <a:pt x="5667157" y="99538"/>
                  </a:lnTo>
                  <a:lnTo>
                    <a:pt x="5667251" y="99538"/>
                  </a:lnTo>
                  <a:lnTo>
                    <a:pt x="5667344" y="99538"/>
                  </a:lnTo>
                  <a:lnTo>
                    <a:pt x="5667437" y="99538"/>
                  </a:lnTo>
                  <a:lnTo>
                    <a:pt x="5667530" y="99538"/>
                  </a:lnTo>
                  <a:lnTo>
                    <a:pt x="5667624" y="99538"/>
                  </a:lnTo>
                  <a:lnTo>
                    <a:pt x="5667717" y="99538"/>
                  </a:lnTo>
                  <a:lnTo>
                    <a:pt x="5667810" y="99538"/>
                  </a:lnTo>
                  <a:lnTo>
                    <a:pt x="5667903" y="99538"/>
                  </a:lnTo>
                  <a:lnTo>
                    <a:pt x="5667997" y="99538"/>
                  </a:lnTo>
                  <a:lnTo>
                    <a:pt x="5668090" y="99538"/>
                  </a:lnTo>
                  <a:lnTo>
                    <a:pt x="5668183" y="99538"/>
                  </a:lnTo>
                  <a:lnTo>
                    <a:pt x="5668276" y="99538"/>
                  </a:lnTo>
                  <a:lnTo>
                    <a:pt x="5668369" y="99538"/>
                  </a:lnTo>
                  <a:lnTo>
                    <a:pt x="5668463" y="99538"/>
                  </a:lnTo>
                  <a:lnTo>
                    <a:pt x="5668556" y="99538"/>
                  </a:lnTo>
                  <a:lnTo>
                    <a:pt x="5668649" y="99538"/>
                  </a:lnTo>
                  <a:lnTo>
                    <a:pt x="5668742" y="99538"/>
                  </a:lnTo>
                  <a:lnTo>
                    <a:pt x="5668836" y="99538"/>
                  </a:lnTo>
                  <a:lnTo>
                    <a:pt x="5668929" y="99538"/>
                  </a:lnTo>
                  <a:lnTo>
                    <a:pt x="5669022" y="99538"/>
                  </a:lnTo>
                  <a:lnTo>
                    <a:pt x="5669115" y="99538"/>
                  </a:lnTo>
                  <a:lnTo>
                    <a:pt x="5669209" y="99538"/>
                  </a:lnTo>
                  <a:lnTo>
                    <a:pt x="5669302" y="99538"/>
                  </a:lnTo>
                  <a:lnTo>
                    <a:pt x="5669395" y="99538"/>
                  </a:lnTo>
                  <a:lnTo>
                    <a:pt x="5669488" y="99538"/>
                  </a:lnTo>
                  <a:lnTo>
                    <a:pt x="5669582" y="99538"/>
                  </a:lnTo>
                  <a:lnTo>
                    <a:pt x="5669675" y="99538"/>
                  </a:lnTo>
                  <a:lnTo>
                    <a:pt x="5669768" y="99538"/>
                  </a:lnTo>
                  <a:lnTo>
                    <a:pt x="5669861" y="99538"/>
                  </a:lnTo>
                  <a:lnTo>
                    <a:pt x="5669955" y="99538"/>
                  </a:lnTo>
                  <a:lnTo>
                    <a:pt x="5670048" y="99538"/>
                  </a:lnTo>
                  <a:lnTo>
                    <a:pt x="5670141" y="99538"/>
                  </a:lnTo>
                  <a:lnTo>
                    <a:pt x="5670234" y="99538"/>
                  </a:lnTo>
                  <a:lnTo>
                    <a:pt x="5670328" y="99538"/>
                  </a:lnTo>
                  <a:lnTo>
                    <a:pt x="5670421" y="99538"/>
                  </a:lnTo>
                  <a:lnTo>
                    <a:pt x="5670514" y="99538"/>
                  </a:lnTo>
                  <a:lnTo>
                    <a:pt x="5670607" y="99538"/>
                  </a:lnTo>
                  <a:lnTo>
                    <a:pt x="5670701" y="99538"/>
                  </a:lnTo>
                  <a:lnTo>
                    <a:pt x="5670794" y="99538"/>
                  </a:lnTo>
                  <a:lnTo>
                    <a:pt x="5670887" y="99538"/>
                  </a:lnTo>
                  <a:lnTo>
                    <a:pt x="5670980" y="99538"/>
                  </a:lnTo>
                  <a:lnTo>
                    <a:pt x="5671074" y="99538"/>
                  </a:lnTo>
                  <a:lnTo>
                    <a:pt x="5671167" y="99538"/>
                  </a:lnTo>
                  <a:lnTo>
                    <a:pt x="5671260" y="99538"/>
                  </a:lnTo>
                  <a:lnTo>
                    <a:pt x="5671353" y="99538"/>
                  </a:lnTo>
                  <a:lnTo>
                    <a:pt x="5671447" y="99538"/>
                  </a:lnTo>
                  <a:lnTo>
                    <a:pt x="5671540" y="99538"/>
                  </a:lnTo>
                  <a:lnTo>
                    <a:pt x="5671633" y="99538"/>
                  </a:lnTo>
                  <a:lnTo>
                    <a:pt x="5671726" y="99538"/>
                  </a:lnTo>
                  <a:lnTo>
                    <a:pt x="5671820" y="99538"/>
                  </a:lnTo>
                  <a:lnTo>
                    <a:pt x="5671913" y="99538"/>
                  </a:lnTo>
                  <a:lnTo>
                    <a:pt x="5672006" y="99538"/>
                  </a:lnTo>
                  <a:lnTo>
                    <a:pt x="5672099" y="99538"/>
                  </a:lnTo>
                  <a:lnTo>
                    <a:pt x="5672193" y="99538"/>
                  </a:lnTo>
                  <a:lnTo>
                    <a:pt x="5672286" y="99538"/>
                  </a:lnTo>
                  <a:lnTo>
                    <a:pt x="5672379" y="99538"/>
                  </a:lnTo>
                  <a:lnTo>
                    <a:pt x="5672472" y="99538"/>
                  </a:lnTo>
                  <a:lnTo>
                    <a:pt x="5672566" y="99538"/>
                  </a:lnTo>
                  <a:lnTo>
                    <a:pt x="5672659" y="99538"/>
                  </a:lnTo>
                  <a:lnTo>
                    <a:pt x="5672752" y="99538"/>
                  </a:lnTo>
                  <a:lnTo>
                    <a:pt x="5672845" y="99538"/>
                  </a:lnTo>
                  <a:lnTo>
                    <a:pt x="5672939" y="99538"/>
                  </a:lnTo>
                  <a:lnTo>
                    <a:pt x="5673032" y="99538"/>
                  </a:lnTo>
                  <a:lnTo>
                    <a:pt x="5673125" y="99538"/>
                  </a:lnTo>
                  <a:lnTo>
                    <a:pt x="5673218" y="99538"/>
                  </a:lnTo>
                  <a:lnTo>
                    <a:pt x="5673312" y="99538"/>
                  </a:lnTo>
                  <a:lnTo>
                    <a:pt x="5673405" y="99538"/>
                  </a:lnTo>
                  <a:lnTo>
                    <a:pt x="5673498" y="99538"/>
                  </a:lnTo>
                  <a:lnTo>
                    <a:pt x="5673591" y="99538"/>
                  </a:lnTo>
                  <a:lnTo>
                    <a:pt x="5673685" y="99538"/>
                  </a:lnTo>
                  <a:lnTo>
                    <a:pt x="5673778" y="99538"/>
                  </a:lnTo>
                  <a:lnTo>
                    <a:pt x="5673871" y="99538"/>
                  </a:lnTo>
                  <a:lnTo>
                    <a:pt x="5673964" y="99538"/>
                  </a:lnTo>
                  <a:lnTo>
                    <a:pt x="5674058" y="99538"/>
                  </a:lnTo>
                  <a:lnTo>
                    <a:pt x="5674151" y="99538"/>
                  </a:lnTo>
                  <a:lnTo>
                    <a:pt x="5674244" y="99538"/>
                  </a:lnTo>
                  <a:lnTo>
                    <a:pt x="5674337" y="99538"/>
                  </a:lnTo>
                  <a:lnTo>
                    <a:pt x="5674431" y="99538"/>
                  </a:lnTo>
                  <a:lnTo>
                    <a:pt x="5674524" y="99538"/>
                  </a:lnTo>
                  <a:lnTo>
                    <a:pt x="5674617" y="99538"/>
                  </a:lnTo>
                  <a:lnTo>
                    <a:pt x="5674710" y="99538"/>
                  </a:lnTo>
                  <a:lnTo>
                    <a:pt x="5674804" y="99538"/>
                  </a:lnTo>
                  <a:lnTo>
                    <a:pt x="5674897" y="99538"/>
                  </a:lnTo>
                  <a:lnTo>
                    <a:pt x="5674990" y="99538"/>
                  </a:lnTo>
                  <a:lnTo>
                    <a:pt x="5675083" y="99538"/>
                  </a:lnTo>
                  <a:lnTo>
                    <a:pt x="5675176" y="99538"/>
                  </a:lnTo>
                  <a:lnTo>
                    <a:pt x="5675270" y="99538"/>
                  </a:lnTo>
                  <a:lnTo>
                    <a:pt x="5675363" y="99538"/>
                  </a:lnTo>
                  <a:lnTo>
                    <a:pt x="5675456" y="99538"/>
                  </a:lnTo>
                  <a:lnTo>
                    <a:pt x="5675549" y="99538"/>
                  </a:lnTo>
                  <a:lnTo>
                    <a:pt x="5675643" y="99538"/>
                  </a:lnTo>
                  <a:lnTo>
                    <a:pt x="5675736" y="99538"/>
                  </a:lnTo>
                  <a:lnTo>
                    <a:pt x="5675829" y="99538"/>
                  </a:lnTo>
                  <a:lnTo>
                    <a:pt x="5675922" y="99538"/>
                  </a:lnTo>
                  <a:lnTo>
                    <a:pt x="5676016" y="99538"/>
                  </a:lnTo>
                  <a:lnTo>
                    <a:pt x="5676109" y="99538"/>
                  </a:lnTo>
                  <a:lnTo>
                    <a:pt x="5676202" y="99538"/>
                  </a:lnTo>
                  <a:lnTo>
                    <a:pt x="5676295" y="99538"/>
                  </a:lnTo>
                  <a:lnTo>
                    <a:pt x="5676389" y="99538"/>
                  </a:lnTo>
                  <a:lnTo>
                    <a:pt x="5676482" y="99538"/>
                  </a:lnTo>
                  <a:lnTo>
                    <a:pt x="5676575" y="99538"/>
                  </a:lnTo>
                  <a:lnTo>
                    <a:pt x="5676668" y="99538"/>
                  </a:lnTo>
                  <a:lnTo>
                    <a:pt x="5676762" y="99538"/>
                  </a:lnTo>
                  <a:lnTo>
                    <a:pt x="5676855" y="99538"/>
                  </a:lnTo>
                  <a:lnTo>
                    <a:pt x="5676948" y="99538"/>
                  </a:lnTo>
                  <a:lnTo>
                    <a:pt x="5677041" y="99538"/>
                  </a:lnTo>
                  <a:lnTo>
                    <a:pt x="5677135" y="99538"/>
                  </a:lnTo>
                  <a:lnTo>
                    <a:pt x="5677228" y="99538"/>
                  </a:lnTo>
                  <a:lnTo>
                    <a:pt x="5677321" y="99538"/>
                  </a:lnTo>
                  <a:lnTo>
                    <a:pt x="5677414" y="99538"/>
                  </a:lnTo>
                  <a:lnTo>
                    <a:pt x="5677508" y="99538"/>
                  </a:lnTo>
                  <a:lnTo>
                    <a:pt x="5677601" y="99538"/>
                  </a:lnTo>
                  <a:lnTo>
                    <a:pt x="5677694" y="99538"/>
                  </a:lnTo>
                  <a:lnTo>
                    <a:pt x="5677787" y="99538"/>
                  </a:lnTo>
                  <a:lnTo>
                    <a:pt x="5677881" y="99538"/>
                  </a:lnTo>
                  <a:lnTo>
                    <a:pt x="5677974" y="99538"/>
                  </a:lnTo>
                  <a:lnTo>
                    <a:pt x="5678067" y="99538"/>
                  </a:lnTo>
                  <a:lnTo>
                    <a:pt x="5678160" y="99538"/>
                  </a:lnTo>
                  <a:lnTo>
                    <a:pt x="5678254" y="99538"/>
                  </a:lnTo>
                  <a:lnTo>
                    <a:pt x="5678347" y="99538"/>
                  </a:lnTo>
                  <a:lnTo>
                    <a:pt x="5678440" y="99538"/>
                  </a:lnTo>
                  <a:lnTo>
                    <a:pt x="5678533" y="99538"/>
                  </a:lnTo>
                  <a:lnTo>
                    <a:pt x="5678627" y="99538"/>
                  </a:lnTo>
                  <a:lnTo>
                    <a:pt x="5678720" y="99538"/>
                  </a:lnTo>
                  <a:lnTo>
                    <a:pt x="5678813" y="99538"/>
                  </a:lnTo>
                  <a:lnTo>
                    <a:pt x="5678906" y="99538"/>
                  </a:lnTo>
                  <a:lnTo>
                    <a:pt x="5679000" y="99538"/>
                  </a:lnTo>
                  <a:lnTo>
                    <a:pt x="5679093" y="99538"/>
                  </a:lnTo>
                  <a:lnTo>
                    <a:pt x="5679186" y="99538"/>
                  </a:lnTo>
                  <a:lnTo>
                    <a:pt x="5679279" y="99538"/>
                  </a:lnTo>
                  <a:lnTo>
                    <a:pt x="5679373" y="99538"/>
                  </a:lnTo>
                  <a:lnTo>
                    <a:pt x="5679466" y="99538"/>
                  </a:lnTo>
                  <a:lnTo>
                    <a:pt x="5679559" y="99538"/>
                  </a:lnTo>
                  <a:lnTo>
                    <a:pt x="5679652" y="99538"/>
                  </a:lnTo>
                  <a:lnTo>
                    <a:pt x="5679746" y="99538"/>
                  </a:lnTo>
                  <a:lnTo>
                    <a:pt x="5679839" y="99538"/>
                  </a:lnTo>
                  <a:lnTo>
                    <a:pt x="5679932" y="99538"/>
                  </a:lnTo>
                  <a:lnTo>
                    <a:pt x="5680025" y="99538"/>
                  </a:lnTo>
                  <a:lnTo>
                    <a:pt x="5680119" y="99538"/>
                  </a:lnTo>
                  <a:lnTo>
                    <a:pt x="5680212" y="99538"/>
                  </a:lnTo>
                  <a:lnTo>
                    <a:pt x="5680305" y="99538"/>
                  </a:lnTo>
                  <a:lnTo>
                    <a:pt x="5680398" y="99538"/>
                  </a:lnTo>
                  <a:lnTo>
                    <a:pt x="5680492" y="99538"/>
                  </a:lnTo>
                  <a:lnTo>
                    <a:pt x="5680585" y="99538"/>
                  </a:lnTo>
                  <a:lnTo>
                    <a:pt x="5680678" y="99538"/>
                  </a:lnTo>
                  <a:lnTo>
                    <a:pt x="5680771" y="99538"/>
                  </a:lnTo>
                  <a:lnTo>
                    <a:pt x="5680865" y="99538"/>
                  </a:lnTo>
                  <a:lnTo>
                    <a:pt x="5680958" y="99538"/>
                  </a:lnTo>
                  <a:lnTo>
                    <a:pt x="5681051" y="99538"/>
                  </a:lnTo>
                  <a:lnTo>
                    <a:pt x="5681144" y="99538"/>
                  </a:lnTo>
                  <a:lnTo>
                    <a:pt x="5681238" y="99538"/>
                  </a:lnTo>
                  <a:lnTo>
                    <a:pt x="5681331" y="99538"/>
                  </a:lnTo>
                  <a:lnTo>
                    <a:pt x="5681424" y="99538"/>
                  </a:lnTo>
                  <a:lnTo>
                    <a:pt x="5681517" y="99538"/>
                  </a:lnTo>
                  <a:lnTo>
                    <a:pt x="5681611" y="99538"/>
                  </a:lnTo>
                  <a:lnTo>
                    <a:pt x="5681704" y="99538"/>
                  </a:lnTo>
                  <a:lnTo>
                    <a:pt x="5681797" y="99538"/>
                  </a:lnTo>
                  <a:lnTo>
                    <a:pt x="5681890" y="99538"/>
                  </a:lnTo>
                  <a:lnTo>
                    <a:pt x="5681984" y="99538"/>
                  </a:lnTo>
                  <a:lnTo>
                    <a:pt x="5682077" y="99538"/>
                  </a:lnTo>
                  <a:lnTo>
                    <a:pt x="5682170" y="99538"/>
                  </a:lnTo>
                  <a:lnTo>
                    <a:pt x="5682263" y="99538"/>
                  </a:lnTo>
                  <a:lnTo>
                    <a:pt x="5682356" y="99538"/>
                  </a:lnTo>
                  <a:lnTo>
                    <a:pt x="5682450" y="99538"/>
                  </a:lnTo>
                  <a:lnTo>
                    <a:pt x="5682543" y="99538"/>
                  </a:lnTo>
                  <a:lnTo>
                    <a:pt x="5682636" y="99538"/>
                  </a:lnTo>
                  <a:lnTo>
                    <a:pt x="5682729" y="99538"/>
                  </a:lnTo>
                  <a:lnTo>
                    <a:pt x="5682823" y="99538"/>
                  </a:lnTo>
                  <a:lnTo>
                    <a:pt x="5682916" y="99538"/>
                  </a:lnTo>
                  <a:lnTo>
                    <a:pt x="5683009" y="99538"/>
                  </a:lnTo>
                  <a:lnTo>
                    <a:pt x="5683102" y="99538"/>
                  </a:lnTo>
                  <a:lnTo>
                    <a:pt x="5683196" y="99538"/>
                  </a:lnTo>
                  <a:lnTo>
                    <a:pt x="5683289" y="99538"/>
                  </a:lnTo>
                  <a:lnTo>
                    <a:pt x="5683382" y="99538"/>
                  </a:lnTo>
                  <a:lnTo>
                    <a:pt x="5683475" y="99538"/>
                  </a:lnTo>
                  <a:lnTo>
                    <a:pt x="5683569" y="99538"/>
                  </a:lnTo>
                  <a:lnTo>
                    <a:pt x="5683662" y="99538"/>
                  </a:lnTo>
                  <a:lnTo>
                    <a:pt x="5683755" y="99538"/>
                  </a:lnTo>
                  <a:lnTo>
                    <a:pt x="5683848" y="99538"/>
                  </a:lnTo>
                  <a:lnTo>
                    <a:pt x="5683942" y="99538"/>
                  </a:lnTo>
                  <a:lnTo>
                    <a:pt x="5684035" y="99538"/>
                  </a:lnTo>
                  <a:lnTo>
                    <a:pt x="5684128" y="99538"/>
                  </a:lnTo>
                  <a:lnTo>
                    <a:pt x="5684221" y="99538"/>
                  </a:lnTo>
                  <a:lnTo>
                    <a:pt x="5684315" y="99538"/>
                  </a:lnTo>
                  <a:lnTo>
                    <a:pt x="5684408" y="99538"/>
                  </a:lnTo>
                  <a:lnTo>
                    <a:pt x="5684501" y="99538"/>
                  </a:lnTo>
                  <a:lnTo>
                    <a:pt x="5684594" y="99538"/>
                  </a:lnTo>
                  <a:lnTo>
                    <a:pt x="5684688" y="99538"/>
                  </a:lnTo>
                  <a:lnTo>
                    <a:pt x="5684781" y="99538"/>
                  </a:lnTo>
                  <a:lnTo>
                    <a:pt x="5684874" y="99538"/>
                  </a:lnTo>
                  <a:lnTo>
                    <a:pt x="5684967" y="99538"/>
                  </a:lnTo>
                  <a:lnTo>
                    <a:pt x="5685061" y="99538"/>
                  </a:lnTo>
                  <a:lnTo>
                    <a:pt x="5685154" y="99538"/>
                  </a:lnTo>
                  <a:lnTo>
                    <a:pt x="5685247" y="99538"/>
                  </a:lnTo>
                  <a:lnTo>
                    <a:pt x="5685340" y="99538"/>
                  </a:lnTo>
                  <a:lnTo>
                    <a:pt x="5685434" y="99538"/>
                  </a:lnTo>
                  <a:lnTo>
                    <a:pt x="5685527" y="99538"/>
                  </a:lnTo>
                  <a:lnTo>
                    <a:pt x="5685620" y="99538"/>
                  </a:lnTo>
                  <a:lnTo>
                    <a:pt x="5685713" y="99538"/>
                  </a:lnTo>
                  <a:lnTo>
                    <a:pt x="5685807" y="99538"/>
                  </a:lnTo>
                  <a:lnTo>
                    <a:pt x="5685900" y="99538"/>
                  </a:lnTo>
                  <a:lnTo>
                    <a:pt x="5685993" y="99538"/>
                  </a:lnTo>
                  <a:lnTo>
                    <a:pt x="5686086" y="99538"/>
                  </a:lnTo>
                  <a:lnTo>
                    <a:pt x="5686180" y="99538"/>
                  </a:lnTo>
                  <a:lnTo>
                    <a:pt x="5686273" y="99538"/>
                  </a:lnTo>
                  <a:lnTo>
                    <a:pt x="5686366" y="99538"/>
                  </a:lnTo>
                  <a:lnTo>
                    <a:pt x="5686459" y="99538"/>
                  </a:lnTo>
                  <a:lnTo>
                    <a:pt x="5686553" y="99538"/>
                  </a:lnTo>
                  <a:lnTo>
                    <a:pt x="5686646" y="99538"/>
                  </a:lnTo>
                  <a:lnTo>
                    <a:pt x="5686739" y="99538"/>
                  </a:lnTo>
                  <a:lnTo>
                    <a:pt x="5686832" y="99538"/>
                  </a:lnTo>
                  <a:lnTo>
                    <a:pt x="5686926" y="99538"/>
                  </a:lnTo>
                  <a:lnTo>
                    <a:pt x="5687019" y="99538"/>
                  </a:lnTo>
                  <a:lnTo>
                    <a:pt x="5687112" y="99538"/>
                  </a:lnTo>
                  <a:lnTo>
                    <a:pt x="5687205" y="99538"/>
                  </a:lnTo>
                  <a:lnTo>
                    <a:pt x="5687299" y="99538"/>
                  </a:lnTo>
                  <a:lnTo>
                    <a:pt x="5687392" y="99538"/>
                  </a:lnTo>
                  <a:lnTo>
                    <a:pt x="5687485" y="99538"/>
                  </a:lnTo>
                  <a:lnTo>
                    <a:pt x="5687578" y="99538"/>
                  </a:lnTo>
                  <a:lnTo>
                    <a:pt x="5687672" y="99538"/>
                  </a:lnTo>
                  <a:lnTo>
                    <a:pt x="5687765" y="99538"/>
                  </a:lnTo>
                  <a:lnTo>
                    <a:pt x="5687858" y="99538"/>
                  </a:lnTo>
                  <a:lnTo>
                    <a:pt x="5687951" y="99538"/>
                  </a:lnTo>
                  <a:lnTo>
                    <a:pt x="5688045" y="99538"/>
                  </a:lnTo>
                  <a:lnTo>
                    <a:pt x="5688138" y="99538"/>
                  </a:lnTo>
                  <a:lnTo>
                    <a:pt x="5688231" y="99538"/>
                  </a:lnTo>
                  <a:lnTo>
                    <a:pt x="5688324" y="99538"/>
                  </a:lnTo>
                  <a:lnTo>
                    <a:pt x="5688418" y="99538"/>
                  </a:lnTo>
                  <a:lnTo>
                    <a:pt x="5688511" y="99538"/>
                  </a:lnTo>
                  <a:lnTo>
                    <a:pt x="5688604" y="99538"/>
                  </a:lnTo>
                  <a:lnTo>
                    <a:pt x="5688697" y="99538"/>
                  </a:lnTo>
                  <a:lnTo>
                    <a:pt x="5688791" y="99538"/>
                  </a:lnTo>
                  <a:lnTo>
                    <a:pt x="5688884" y="99538"/>
                  </a:lnTo>
                  <a:lnTo>
                    <a:pt x="5688977" y="99538"/>
                  </a:lnTo>
                  <a:lnTo>
                    <a:pt x="5689070" y="99538"/>
                  </a:lnTo>
                  <a:lnTo>
                    <a:pt x="5689163" y="99538"/>
                  </a:lnTo>
                  <a:lnTo>
                    <a:pt x="5689257" y="99538"/>
                  </a:lnTo>
                  <a:lnTo>
                    <a:pt x="5689350" y="99538"/>
                  </a:lnTo>
                  <a:lnTo>
                    <a:pt x="5689443" y="99538"/>
                  </a:lnTo>
                  <a:lnTo>
                    <a:pt x="5689536" y="99538"/>
                  </a:lnTo>
                  <a:lnTo>
                    <a:pt x="5689630" y="99538"/>
                  </a:lnTo>
                  <a:lnTo>
                    <a:pt x="5689723" y="99538"/>
                  </a:lnTo>
                  <a:lnTo>
                    <a:pt x="5689816" y="99538"/>
                  </a:lnTo>
                  <a:lnTo>
                    <a:pt x="5689909" y="99538"/>
                  </a:lnTo>
                  <a:lnTo>
                    <a:pt x="5690003" y="99538"/>
                  </a:lnTo>
                  <a:lnTo>
                    <a:pt x="5690096" y="99538"/>
                  </a:lnTo>
                  <a:lnTo>
                    <a:pt x="5690189" y="99538"/>
                  </a:lnTo>
                  <a:lnTo>
                    <a:pt x="5690282" y="99538"/>
                  </a:lnTo>
                  <a:lnTo>
                    <a:pt x="5690376" y="99538"/>
                  </a:lnTo>
                  <a:lnTo>
                    <a:pt x="5690469" y="99538"/>
                  </a:lnTo>
                  <a:lnTo>
                    <a:pt x="5690562" y="99538"/>
                  </a:lnTo>
                  <a:lnTo>
                    <a:pt x="5690655" y="99538"/>
                  </a:lnTo>
                  <a:lnTo>
                    <a:pt x="5690749" y="99538"/>
                  </a:lnTo>
                  <a:lnTo>
                    <a:pt x="5690842" y="99538"/>
                  </a:lnTo>
                  <a:lnTo>
                    <a:pt x="5690935" y="99538"/>
                  </a:lnTo>
                  <a:lnTo>
                    <a:pt x="5691028" y="99538"/>
                  </a:lnTo>
                  <a:lnTo>
                    <a:pt x="5691122" y="99538"/>
                  </a:lnTo>
                  <a:lnTo>
                    <a:pt x="5691215" y="99538"/>
                  </a:lnTo>
                  <a:lnTo>
                    <a:pt x="5691308" y="99538"/>
                  </a:lnTo>
                  <a:lnTo>
                    <a:pt x="5691401" y="99538"/>
                  </a:lnTo>
                  <a:lnTo>
                    <a:pt x="5691495" y="99538"/>
                  </a:lnTo>
                  <a:lnTo>
                    <a:pt x="5691588" y="99538"/>
                  </a:lnTo>
                  <a:lnTo>
                    <a:pt x="5691681" y="99538"/>
                  </a:lnTo>
                  <a:lnTo>
                    <a:pt x="5691774" y="99538"/>
                  </a:lnTo>
                  <a:lnTo>
                    <a:pt x="5691868" y="99538"/>
                  </a:lnTo>
                  <a:lnTo>
                    <a:pt x="5691961" y="99538"/>
                  </a:lnTo>
                  <a:lnTo>
                    <a:pt x="5692054" y="99538"/>
                  </a:lnTo>
                  <a:lnTo>
                    <a:pt x="5692147" y="99538"/>
                  </a:lnTo>
                  <a:lnTo>
                    <a:pt x="5692241" y="99538"/>
                  </a:lnTo>
                  <a:lnTo>
                    <a:pt x="5692334" y="99538"/>
                  </a:lnTo>
                  <a:lnTo>
                    <a:pt x="5692427" y="99538"/>
                  </a:lnTo>
                  <a:lnTo>
                    <a:pt x="5692520" y="99538"/>
                  </a:lnTo>
                  <a:lnTo>
                    <a:pt x="5692614" y="99538"/>
                  </a:lnTo>
                  <a:lnTo>
                    <a:pt x="5692707" y="99538"/>
                  </a:lnTo>
                  <a:lnTo>
                    <a:pt x="5692800" y="99538"/>
                  </a:lnTo>
                  <a:lnTo>
                    <a:pt x="5692893" y="99538"/>
                  </a:lnTo>
                  <a:lnTo>
                    <a:pt x="5692987" y="99538"/>
                  </a:lnTo>
                  <a:lnTo>
                    <a:pt x="5693080" y="99538"/>
                  </a:lnTo>
                  <a:lnTo>
                    <a:pt x="5693173" y="99538"/>
                  </a:lnTo>
                  <a:lnTo>
                    <a:pt x="5693266" y="99538"/>
                  </a:lnTo>
                  <a:lnTo>
                    <a:pt x="5693360" y="99538"/>
                  </a:lnTo>
                  <a:lnTo>
                    <a:pt x="5693453" y="99538"/>
                  </a:lnTo>
                  <a:lnTo>
                    <a:pt x="5693546" y="99538"/>
                  </a:lnTo>
                  <a:lnTo>
                    <a:pt x="5693639" y="99538"/>
                  </a:lnTo>
                  <a:lnTo>
                    <a:pt x="5693733" y="99538"/>
                  </a:lnTo>
                  <a:lnTo>
                    <a:pt x="5693826" y="99538"/>
                  </a:lnTo>
                  <a:lnTo>
                    <a:pt x="5693919" y="99538"/>
                  </a:lnTo>
                  <a:lnTo>
                    <a:pt x="5694012" y="99538"/>
                  </a:lnTo>
                  <a:lnTo>
                    <a:pt x="5694106" y="99538"/>
                  </a:lnTo>
                  <a:lnTo>
                    <a:pt x="5694199" y="99538"/>
                  </a:lnTo>
                  <a:lnTo>
                    <a:pt x="5694292" y="99538"/>
                  </a:lnTo>
                  <a:lnTo>
                    <a:pt x="5694385" y="99538"/>
                  </a:lnTo>
                  <a:lnTo>
                    <a:pt x="5694479" y="99538"/>
                  </a:lnTo>
                  <a:lnTo>
                    <a:pt x="5694572" y="99538"/>
                  </a:lnTo>
                  <a:lnTo>
                    <a:pt x="5694665" y="99538"/>
                  </a:lnTo>
                  <a:lnTo>
                    <a:pt x="5694758" y="99538"/>
                  </a:lnTo>
                  <a:lnTo>
                    <a:pt x="5694852" y="99538"/>
                  </a:lnTo>
                  <a:lnTo>
                    <a:pt x="5694945" y="99538"/>
                  </a:lnTo>
                  <a:lnTo>
                    <a:pt x="5695038" y="99538"/>
                  </a:lnTo>
                  <a:lnTo>
                    <a:pt x="5695131" y="99538"/>
                  </a:lnTo>
                  <a:lnTo>
                    <a:pt x="5695225" y="99538"/>
                  </a:lnTo>
                  <a:lnTo>
                    <a:pt x="5695318" y="99538"/>
                  </a:lnTo>
                  <a:lnTo>
                    <a:pt x="5695411" y="99538"/>
                  </a:lnTo>
                  <a:lnTo>
                    <a:pt x="5695504" y="99538"/>
                  </a:lnTo>
                  <a:lnTo>
                    <a:pt x="5695598" y="99538"/>
                  </a:lnTo>
                  <a:lnTo>
                    <a:pt x="5695691" y="99538"/>
                  </a:lnTo>
                  <a:lnTo>
                    <a:pt x="5695784" y="99538"/>
                  </a:lnTo>
                  <a:lnTo>
                    <a:pt x="5695877" y="99538"/>
                  </a:lnTo>
                  <a:lnTo>
                    <a:pt x="5695970" y="99538"/>
                  </a:lnTo>
                  <a:lnTo>
                    <a:pt x="5696064" y="99538"/>
                  </a:lnTo>
                  <a:lnTo>
                    <a:pt x="5696157" y="99538"/>
                  </a:lnTo>
                  <a:lnTo>
                    <a:pt x="5696250" y="99538"/>
                  </a:lnTo>
                  <a:lnTo>
                    <a:pt x="5696343" y="99538"/>
                  </a:lnTo>
                  <a:lnTo>
                    <a:pt x="5696437" y="99538"/>
                  </a:lnTo>
                  <a:lnTo>
                    <a:pt x="5696530" y="99538"/>
                  </a:lnTo>
                  <a:lnTo>
                    <a:pt x="5696623" y="99538"/>
                  </a:lnTo>
                  <a:lnTo>
                    <a:pt x="5696716" y="99538"/>
                  </a:lnTo>
                  <a:lnTo>
                    <a:pt x="5696810" y="99538"/>
                  </a:lnTo>
                  <a:lnTo>
                    <a:pt x="5696903" y="99538"/>
                  </a:lnTo>
                  <a:lnTo>
                    <a:pt x="5696996" y="99538"/>
                  </a:lnTo>
                  <a:lnTo>
                    <a:pt x="5697089" y="99538"/>
                  </a:lnTo>
                  <a:lnTo>
                    <a:pt x="5697183" y="99538"/>
                  </a:lnTo>
                  <a:lnTo>
                    <a:pt x="5697276" y="99538"/>
                  </a:lnTo>
                  <a:lnTo>
                    <a:pt x="5697369" y="99538"/>
                  </a:lnTo>
                  <a:lnTo>
                    <a:pt x="5697462" y="99538"/>
                  </a:lnTo>
                  <a:lnTo>
                    <a:pt x="5697556" y="99538"/>
                  </a:lnTo>
                  <a:lnTo>
                    <a:pt x="5697649" y="99538"/>
                  </a:lnTo>
                  <a:lnTo>
                    <a:pt x="5697742" y="99538"/>
                  </a:lnTo>
                  <a:lnTo>
                    <a:pt x="5697835" y="99538"/>
                  </a:lnTo>
                  <a:lnTo>
                    <a:pt x="5697929" y="99538"/>
                  </a:lnTo>
                  <a:lnTo>
                    <a:pt x="5698022" y="99538"/>
                  </a:lnTo>
                  <a:lnTo>
                    <a:pt x="5698115" y="99538"/>
                  </a:lnTo>
                  <a:lnTo>
                    <a:pt x="5698208" y="99538"/>
                  </a:lnTo>
                  <a:lnTo>
                    <a:pt x="5698302" y="99538"/>
                  </a:lnTo>
                  <a:lnTo>
                    <a:pt x="5698395" y="99538"/>
                  </a:lnTo>
                  <a:lnTo>
                    <a:pt x="5698488" y="99538"/>
                  </a:lnTo>
                  <a:lnTo>
                    <a:pt x="5698581" y="99538"/>
                  </a:lnTo>
                  <a:lnTo>
                    <a:pt x="5698675" y="99538"/>
                  </a:lnTo>
                  <a:lnTo>
                    <a:pt x="5698768" y="99538"/>
                  </a:lnTo>
                  <a:lnTo>
                    <a:pt x="5698861" y="99538"/>
                  </a:lnTo>
                  <a:lnTo>
                    <a:pt x="5698954" y="99538"/>
                  </a:lnTo>
                  <a:lnTo>
                    <a:pt x="5699048" y="99538"/>
                  </a:lnTo>
                  <a:lnTo>
                    <a:pt x="5699141" y="99538"/>
                  </a:lnTo>
                  <a:lnTo>
                    <a:pt x="5699234" y="99538"/>
                  </a:lnTo>
                  <a:lnTo>
                    <a:pt x="5699327" y="99538"/>
                  </a:lnTo>
                  <a:lnTo>
                    <a:pt x="5699421" y="99538"/>
                  </a:lnTo>
                  <a:lnTo>
                    <a:pt x="5699514" y="99538"/>
                  </a:lnTo>
                  <a:lnTo>
                    <a:pt x="5699607" y="99538"/>
                  </a:lnTo>
                  <a:lnTo>
                    <a:pt x="5699700" y="99538"/>
                  </a:lnTo>
                  <a:lnTo>
                    <a:pt x="5699794" y="99538"/>
                  </a:lnTo>
                  <a:lnTo>
                    <a:pt x="5699887" y="99538"/>
                  </a:lnTo>
                  <a:lnTo>
                    <a:pt x="5699980" y="99538"/>
                  </a:lnTo>
                  <a:lnTo>
                    <a:pt x="5700073" y="99538"/>
                  </a:lnTo>
                  <a:lnTo>
                    <a:pt x="5700167" y="99538"/>
                  </a:lnTo>
                  <a:lnTo>
                    <a:pt x="5700260" y="99538"/>
                  </a:lnTo>
                  <a:lnTo>
                    <a:pt x="5700353" y="99538"/>
                  </a:lnTo>
                  <a:lnTo>
                    <a:pt x="5700446" y="99538"/>
                  </a:lnTo>
                  <a:lnTo>
                    <a:pt x="5700540" y="99538"/>
                  </a:lnTo>
                  <a:lnTo>
                    <a:pt x="5700633" y="99538"/>
                  </a:lnTo>
                  <a:lnTo>
                    <a:pt x="5700726" y="99538"/>
                  </a:lnTo>
                  <a:lnTo>
                    <a:pt x="5700819" y="99538"/>
                  </a:lnTo>
                  <a:lnTo>
                    <a:pt x="5700913" y="99538"/>
                  </a:lnTo>
                  <a:lnTo>
                    <a:pt x="5701006" y="99538"/>
                  </a:lnTo>
                  <a:lnTo>
                    <a:pt x="5701099" y="99538"/>
                  </a:lnTo>
                  <a:lnTo>
                    <a:pt x="5701192" y="99538"/>
                  </a:lnTo>
                  <a:lnTo>
                    <a:pt x="5701286" y="99538"/>
                  </a:lnTo>
                  <a:lnTo>
                    <a:pt x="5701379" y="99538"/>
                  </a:lnTo>
                  <a:lnTo>
                    <a:pt x="5701472" y="99538"/>
                  </a:lnTo>
                  <a:lnTo>
                    <a:pt x="5701565" y="99538"/>
                  </a:lnTo>
                  <a:lnTo>
                    <a:pt x="5701659" y="99538"/>
                  </a:lnTo>
                  <a:lnTo>
                    <a:pt x="5701752" y="99538"/>
                  </a:lnTo>
                  <a:lnTo>
                    <a:pt x="5701845" y="99538"/>
                  </a:lnTo>
                  <a:lnTo>
                    <a:pt x="5701938" y="99538"/>
                  </a:lnTo>
                  <a:lnTo>
                    <a:pt x="5702032" y="99538"/>
                  </a:lnTo>
                  <a:lnTo>
                    <a:pt x="5702125" y="99538"/>
                  </a:lnTo>
                  <a:lnTo>
                    <a:pt x="5702218" y="99538"/>
                  </a:lnTo>
                  <a:lnTo>
                    <a:pt x="5702311" y="99538"/>
                  </a:lnTo>
                  <a:lnTo>
                    <a:pt x="5702405" y="99538"/>
                  </a:lnTo>
                  <a:lnTo>
                    <a:pt x="5702498" y="99538"/>
                  </a:lnTo>
                  <a:lnTo>
                    <a:pt x="5702591" y="99538"/>
                  </a:lnTo>
                  <a:lnTo>
                    <a:pt x="5702684" y="99538"/>
                  </a:lnTo>
                  <a:lnTo>
                    <a:pt x="5702778" y="99538"/>
                  </a:lnTo>
                  <a:lnTo>
                    <a:pt x="5702871" y="99538"/>
                  </a:lnTo>
                  <a:lnTo>
                    <a:pt x="5702964" y="99538"/>
                  </a:lnTo>
                  <a:lnTo>
                    <a:pt x="5703057" y="99538"/>
                  </a:lnTo>
                  <a:lnTo>
                    <a:pt x="5703150" y="99538"/>
                  </a:lnTo>
                  <a:lnTo>
                    <a:pt x="5703244" y="99538"/>
                  </a:lnTo>
                  <a:lnTo>
                    <a:pt x="5703337" y="99538"/>
                  </a:lnTo>
                  <a:lnTo>
                    <a:pt x="5703430" y="99538"/>
                  </a:lnTo>
                  <a:lnTo>
                    <a:pt x="5703523" y="99538"/>
                  </a:lnTo>
                  <a:lnTo>
                    <a:pt x="5703617" y="99538"/>
                  </a:lnTo>
                  <a:lnTo>
                    <a:pt x="5703710" y="99538"/>
                  </a:lnTo>
                  <a:lnTo>
                    <a:pt x="5703803" y="99538"/>
                  </a:lnTo>
                  <a:lnTo>
                    <a:pt x="5703896" y="99538"/>
                  </a:lnTo>
                  <a:lnTo>
                    <a:pt x="5703990" y="99538"/>
                  </a:lnTo>
                  <a:lnTo>
                    <a:pt x="5704083" y="99538"/>
                  </a:lnTo>
                  <a:lnTo>
                    <a:pt x="5704176" y="99538"/>
                  </a:lnTo>
                  <a:lnTo>
                    <a:pt x="5704269" y="99538"/>
                  </a:lnTo>
                  <a:lnTo>
                    <a:pt x="5704363" y="99538"/>
                  </a:lnTo>
                  <a:lnTo>
                    <a:pt x="5704456" y="99538"/>
                  </a:lnTo>
                  <a:lnTo>
                    <a:pt x="5704549" y="99538"/>
                  </a:lnTo>
                  <a:lnTo>
                    <a:pt x="5704642" y="99538"/>
                  </a:lnTo>
                  <a:lnTo>
                    <a:pt x="5704736" y="99538"/>
                  </a:lnTo>
                  <a:lnTo>
                    <a:pt x="5704829" y="99538"/>
                  </a:lnTo>
                  <a:lnTo>
                    <a:pt x="5704922" y="99538"/>
                  </a:lnTo>
                  <a:lnTo>
                    <a:pt x="5705015" y="99538"/>
                  </a:lnTo>
                  <a:lnTo>
                    <a:pt x="5705109" y="99538"/>
                  </a:lnTo>
                  <a:lnTo>
                    <a:pt x="5705202" y="99538"/>
                  </a:lnTo>
                  <a:lnTo>
                    <a:pt x="5705295" y="99538"/>
                  </a:lnTo>
                  <a:lnTo>
                    <a:pt x="5705388" y="99538"/>
                  </a:lnTo>
                  <a:lnTo>
                    <a:pt x="5705482" y="99538"/>
                  </a:lnTo>
                  <a:lnTo>
                    <a:pt x="5705575" y="99538"/>
                  </a:lnTo>
                  <a:lnTo>
                    <a:pt x="5705668" y="99538"/>
                  </a:lnTo>
                  <a:lnTo>
                    <a:pt x="5705761" y="99538"/>
                  </a:lnTo>
                  <a:lnTo>
                    <a:pt x="5705855" y="99538"/>
                  </a:lnTo>
                  <a:lnTo>
                    <a:pt x="5705948" y="99538"/>
                  </a:lnTo>
                  <a:lnTo>
                    <a:pt x="5706041" y="99538"/>
                  </a:lnTo>
                  <a:lnTo>
                    <a:pt x="5706134" y="99538"/>
                  </a:lnTo>
                  <a:lnTo>
                    <a:pt x="5706228" y="99538"/>
                  </a:lnTo>
                  <a:lnTo>
                    <a:pt x="5706321" y="99538"/>
                  </a:lnTo>
                  <a:lnTo>
                    <a:pt x="5706414" y="99538"/>
                  </a:lnTo>
                  <a:lnTo>
                    <a:pt x="5706507" y="99538"/>
                  </a:lnTo>
                  <a:lnTo>
                    <a:pt x="5706601" y="99538"/>
                  </a:lnTo>
                  <a:lnTo>
                    <a:pt x="5706694" y="99538"/>
                  </a:lnTo>
                  <a:lnTo>
                    <a:pt x="5706787" y="99538"/>
                  </a:lnTo>
                  <a:lnTo>
                    <a:pt x="5706880" y="99538"/>
                  </a:lnTo>
                  <a:lnTo>
                    <a:pt x="5706974" y="99538"/>
                  </a:lnTo>
                  <a:lnTo>
                    <a:pt x="5707067" y="99538"/>
                  </a:lnTo>
                  <a:lnTo>
                    <a:pt x="5707160" y="99538"/>
                  </a:lnTo>
                  <a:lnTo>
                    <a:pt x="5707253" y="99538"/>
                  </a:lnTo>
                  <a:lnTo>
                    <a:pt x="5707347" y="99538"/>
                  </a:lnTo>
                  <a:lnTo>
                    <a:pt x="5707440" y="99538"/>
                  </a:lnTo>
                  <a:lnTo>
                    <a:pt x="5707533" y="99538"/>
                  </a:lnTo>
                  <a:lnTo>
                    <a:pt x="5707626" y="99538"/>
                  </a:lnTo>
                  <a:lnTo>
                    <a:pt x="5707720" y="99538"/>
                  </a:lnTo>
                  <a:lnTo>
                    <a:pt x="5707813" y="99538"/>
                  </a:lnTo>
                  <a:lnTo>
                    <a:pt x="5707906" y="99538"/>
                  </a:lnTo>
                  <a:lnTo>
                    <a:pt x="5707999" y="99538"/>
                  </a:lnTo>
                  <a:lnTo>
                    <a:pt x="5708093" y="99538"/>
                  </a:lnTo>
                  <a:lnTo>
                    <a:pt x="5708186" y="99538"/>
                  </a:lnTo>
                  <a:lnTo>
                    <a:pt x="5708279" y="99538"/>
                  </a:lnTo>
                  <a:lnTo>
                    <a:pt x="5708372" y="99538"/>
                  </a:lnTo>
                  <a:lnTo>
                    <a:pt x="5708466" y="99538"/>
                  </a:lnTo>
                  <a:lnTo>
                    <a:pt x="5708559" y="99538"/>
                  </a:lnTo>
                  <a:lnTo>
                    <a:pt x="5708652" y="99538"/>
                  </a:lnTo>
                  <a:lnTo>
                    <a:pt x="5708745" y="99538"/>
                  </a:lnTo>
                  <a:lnTo>
                    <a:pt x="5708839" y="99538"/>
                  </a:lnTo>
                  <a:lnTo>
                    <a:pt x="5708932" y="99538"/>
                  </a:lnTo>
                  <a:lnTo>
                    <a:pt x="5709025" y="99538"/>
                  </a:lnTo>
                  <a:lnTo>
                    <a:pt x="5709118" y="99538"/>
                  </a:lnTo>
                  <a:lnTo>
                    <a:pt x="5709212" y="99538"/>
                  </a:lnTo>
                  <a:lnTo>
                    <a:pt x="5709305" y="99538"/>
                  </a:lnTo>
                  <a:lnTo>
                    <a:pt x="5709398" y="99538"/>
                  </a:lnTo>
                  <a:lnTo>
                    <a:pt x="5709491" y="99538"/>
                  </a:lnTo>
                  <a:lnTo>
                    <a:pt x="5709585" y="99538"/>
                  </a:lnTo>
                  <a:lnTo>
                    <a:pt x="5709678" y="99538"/>
                  </a:lnTo>
                  <a:lnTo>
                    <a:pt x="5709771" y="99538"/>
                  </a:lnTo>
                  <a:lnTo>
                    <a:pt x="5709864" y="99538"/>
                  </a:lnTo>
                  <a:lnTo>
                    <a:pt x="5709957" y="99538"/>
                  </a:lnTo>
                  <a:lnTo>
                    <a:pt x="5710051" y="99538"/>
                  </a:lnTo>
                  <a:lnTo>
                    <a:pt x="5710144" y="99538"/>
                  </a:lnTo>
                  <a:lnTo>
                    <a:pt x="5710237" y="99538"/>
                  </a:lnTo>
                  <a:lnTo>
                    <a:pt x="5710330" y="99538"/>
                  </a:lnTo>
                  <a:lnTo>
                    <a:pt x="5710424" y="99538"/>
                  </a:lnTo>
                  <a:lnTo>
                    <a:pt x="5710517" y="99538"/>
                  </a:lnTo>
                  <a:lnTo>
                    <a:pt x="5710610" y="99538"/>
                  </a:lnTo>
                  <a:lnTo>
                    <a:pt x="5710703" y="99538"/>
                  </a:lnTo>
                  <a:lnTo>
                    <a:pt x="5710797" y="99538"/>
                  </a:lnTo>
                  <a:lnTo>
                    <a:pt x="5710890" y="99538"/>
                  </a:lnTo>
                  <a:lnTo>
                    <a:pt x="5710983" y="99538"/>
                  </a:lnTo>
                  <a:lnTo>
                    <a:pt x="5711076" y="99538"/>
                  </a:lnTo>
                  <a:lnTo>
                    <a:pt x="5711170" y="99538"/>
                  </a:lnTo>
                  <a:lnTo>
                    <a:pt x="5711263" y="99538"/>
                  </a:lnTo>
                  <a:lnTo>
                    <a:pt x="5711356" y="99538"/>
                  </a:lnTo>
                  <a:lnTo>
                    <a:pt x="5711449" y="99538"/>
                  </a:lnTo>
                  <a:lnTo>
                    <a:pt x="5711543" y="99538"/>
                  </a:lnTo>
                  <a:lnTo>
                    <a:pt x="5711636" y="99538"/>
                  </a:lnTo>
                  <a:lnTo>
                    <a:pt x="5711729" y="99538"/>
                  </a:lnTo>
                  <a:lnTo>
                    <a:pt x="5711822" y="99538"/>
                  </a:lnTo>
                  <a:lnTo>
                    <a:pt x="5711916" y="99538"/>
                  </a:lnTo>
                  <a:lnTo>
                    <a:pt x="5712009" y="99538"/>
                  </a:lnTo>
                  <a:lnTo>
                    <a:pt x="5712102" y="99538"/>
                  </a:lnTo>
                  <a:lnTo>
                    <a:pt x="5712195" y="99538"/>
                  </a:lnTo>
                  <a:lnTo>
                    <a:pt x="5712289" y="99538"/>
                  </a:lnTo>
                  <a:lnTo>
                    <a:pt x="5712382" y="99538"/>
                  </a:lnTo>
                  <a:lnTo>
                    <a:pt x="5712475" y="99538"/>
                  </a:lnTo>
                  <a:lnTo>
                    <a:pt x="5712568" y="99538"/>
                  </a:lnTo>
                  <a:lnTo>
                    <a:pt x="5712662" y="99538"/>
                  </a:lnTo>
                  <a:lnTo>
                    <a:pt x="5712755" y="99538"/>
                  </a:lnTo>
                  <a:lnTo>
                    <a:pt x="5712848" y="99538"/>
                  </a:lnTo>
                  <a:lnTo>
                    <a:pt x="5712941" y="99538"/>
                  </a:lnTo>
                  <a:lnTo>
                    <a:pt x="5713035" y="99538"/>
                  </a:lnTo>
                  <a:lnTo>
                    <a:pt x="5713128" y="99538"/>
                  </a:lnTo>
                  <a:lnTo>
                    <a:pt x="5713221" y="99538"/>
                  </a:lnTo>
                  <a:lnTo>
                    <a:pt x="5713314" y="99538"/>
                  </a:lnTo>
                  <a:lnTo>
                    <a:pt x="5713408" y="99538"/>
                  </a:lnTo>
                  <a:lnTo>
                    <a:pt x="5713501" y="99538"/>
                  </a:lnTo>
                  <a:lnTo>
                    <a:pt x="5713594" y="99538"/>
                  </a:lnTo>
                  <a:lnTo>
                    <a:pt x="5713687" y="99538"/>
                  </a:lnTo>
                  <a:lnTo>
                    <a:pt x="5713781" y="99538"/>
                  </a:lnTo>
                  <a:lnTo>
                    <a:pt x="5713874" y="99538"/>
                  </a:lnTo>
                  <a:lnTo>
                    <a:pt x="5713967" y="99538"/>
                  </a:lnTo>
                  <a:lnTo>
                    <a:pt x="5714060" y="99538"/>
                  </a:lnTo>
                  <a:lnTo>
                    <a:pt x="5714154" y="99538"/>
                  </a:lnTo>
                  <a:lnTo>
                    <a:pt x="5714247" y="99538"/>
                  </a:lnTo>
                  <a:lnTo>
                    <a:pt x="5714340" y="99538"/>
                  </a:lnTo>
                  <a:lnTo>
                    <a:pt x="5714433" y="99538"/>
                  </a:lnTo>
                  <a:lnTo>
                    <a:pt x="5714527" y="99538"/>
                  </a:lnTo>
                  <a:lnTo>
                    <a:pt x="5714620" y="99538"/>
                  </a:lnTo>
                  <a:lnTo>
                    <a:pt x="5714713" y="99538"/>
                  </a:lnTo>
                  <a:lnTo>
                    <a:pt x="5714806" y="99538"/>
                  </a:lnTo>
                  <a:lnTo>
                    <a:pt x="5714900" y="99538"/>
                  </a:lnTo>
                  <a:lnTo>
                    <a:pt x="5714993" y="99538"/>
                  </a:lnTo>
                  <a:lnTo>
                    <a:pt x="5715086" y="99538"/>
                  </a:lnTo>
                  <a:lnTo>
                    <a:pt x="5715179" y="99538"/>
                  </a:lnTo>
                  <a:lnTo>
                    <a:pt x="5715273" y="99538"/>
                  </a:lnTo>
                  <a:lnTo>
                    <a:pt x="5715366" y="99538"/>
                  </a:lnTo>
                  <a:lnTo>
                    <a:pt x="5715459" y="99538"/>
                  </a:lnTo>
                  <a:lnTo>
                    <a:pt x="5715552" y="99538"/>
                  </a:lnTo>
                  <a:lnTo>
                    <a:pt x="5715646" y="99538"/>
                  </a:lnTo>
                  <a:lnTo>
                    <a:pt x="5715739" y="99538"/>
                  </a:lnTo>
                  <a:lnTo>
                    <a:pt x="5715832" y="99538"/>
                  </a:lnTo>
                  <a:lnTo>
                    <a:pt x="5715925" y="99538"/>
                  </a:lnTo>
                  <a:lnTo>
                    <a:pt x="5716019" y="99538"/>
                  </a:lnTo>
                  <a:lnTo>
                    <a:pt x="5716112" y="99538"/>
                  </a:lnTo>
                  <a:lnTo>
                    <a:pt x="5716205" y="99538"/>
                  </a:lnTo>
                  <a:lnTo>
                    <a:pt x="5716298" y="99538"/>
                  </a:lnTo>
                  <a:lnTo>
                    <a:pt x="5716392" y="99538"/>
                  </a:lnTo>
                  <a:lnTo>
                    <a:pt x="5716485" y="99538"/>
                  </a:lnTo>
                  <a:lnTo>
                    <a:pt x="5716578" y="99538"/>
                  </a:lnTo>
                  <a:lnTo>
                    <a:pt x="5716671" y="99538"/>
                  </a:lnTo>
                  <a:lnTo>
                    <a:pt x="5716764" y="99538"/>
                  </a:lnTo>
                  <a:lnTo>
                    <a:pt x="5716858" y="99538"/>
                  </a:lnTo>
                  <a:lnTo>
                    <a:pt x="5716951" y="99538"/>
                  </a:lnTo>
                  <a:lnTo>
                    <a:pt x="5717044" y="99538"/>
                  </a:lnTo>
                  <a:lnTo>
                    <a:pt x="5717137" y="99538"/>
                  </a:lnTo>
                  <a:lnTo>
                    <a:pt x="5717231" y="99538"/>
                  </a:lnTo>
                  <a:lnTo>
                    <a:pt x="5717324" y="99538"/>
                  </a:lnTo>
                  <a:lnTo>
                    <a:pt x="5717417" y="99538"/>
                  </a:lnTo>
                  <a:lnTo>
                    <a:pt x="5717510" y="99538"/>
                  </a:lnTo>
                  <a:lnTo>
                    <a:pt x="5717604" y="99538"/>
                  </a:lnTo>
                  <a:lnTo>
                    <a:pt x="5717697" y="99538"/>
                  </a:lnTo>
                  <a:lnTo>
                    <a:pt x="5717790" y="99538"/>
                  </a:lnTo>
                  <a:lnTo>
                    <a:pt x="5717883" y="99538"/>
                  </a:lnTo>
                  <a:lnTo>
                    <a:pt x="5717977" y="99538"/>
                  </a:lnTo>
                  <a:lnTo>
                    <a:pt x="5718070" y="99538"/>
                  </a:lnTo>
                  <a:lnTo>
                    <a:pt x="5718163" y="99538"/>
                  </a:lnTo>
                  <a:lnTo>
                    <a:pt x="5718256" y="99538"/>
                  </a:lnTo>
                  <a:lnTo>
                    <a:pt x="5718350" y="99538"/>
                  </a:lnTo>
                  <a:lnTo>
                    <a:pt x="5718443" y="99538"/>
                  </a:lnTo>
                  <a:lnTo>
                    <a:pt x="5718536" y="99538"/>
                  </a:lnTo>
                  <a:lnTo>
                    <a:pt x="5718629" y="99538"/>
                  </a:lnTo>
                  <a:lnTo>
                    <a:pt x="5718723" y="99538"/>
                  </a:lnTo>
                  <a:lnTo>
                    <a:pt x="5718816" y="99538"/>
                  </a:lnTo>
                  <a:lnTo>
                    <a:pt x="5718909" y="99538"/>
                  </a:lnTo>
                  <a:lnTo>
                    <a:pt x="5719002" y="99538"/>
                  </a:lnTo>
                  <a:lnTo>
                    <a:pt x="5719096" y="99538"/>
                  </a:lnTo>
                  <a:lnTo>
                    <a:pt x="5719189" y="99538"/>
                  </a:lnTo>
                  <a:lnTo>
                    <a:pt x="5719282" y="99538"/>
                  </a:lnTo>
                  <a:lnTo>
                    <a:pt x="5719375" y="99538"/>
                  </a:lnTo>
                  <a:lnTo>
                    <a:pt x="5719469" y="99538"/>
                  </a:lnTo>
                  <a:lnTo>
                    <a:pt x="5719562" y="99538"/>
                  </a:lnTo>
                  <a:lnTo>
                    <a:pt x="5719655" y="99538"/>
                  </a:lnTo>
                  <a:lnTo>
                    <a:pt x="5719748" y="99538"/>
                  </a:lnTo>
                  <a:lnTo>
                    <a:pt x="5719842" y="99538"/>
                  </a:lnTo>
                  <a:lnTo>
                    <a:pt x="5719935" y="99538"/>
                  </a:lnTo>
                  <a:lnTo>
                    <a:pt x="5720028" y="99538"/>
                  </a:lnTo>
                  <a:lnTo>
                    <a:pt x="5720121" y="99538"/>
                  </a:lnTo>
                  <a:lnTo>
                    <a:pt x="5720215" y="99538"/>
                  </a:lnTo>
                  <a:lnTo>
                    <a:pt x="5720308" y="99538"/>
                  </a:lnTo>
                  <a:lnTo>
                    <a:pt x="5720401" y="99538"/>
                  </a:lnTo>
                  <a:lnTo>
                    <a:pt x="5720494" y="99538"/>
                  </a:lnTo>
                  <a:lnTo>
                    <a:pt x="5720588" y="99538"/>
                  </a:lnTo>
                  <a:lnTo>
                    <a:pt x="5720681" y="99538"/>
                  </a:lnTo>
                  <a:lnTo>
                    <a:pt x="5720774" y="99538"/>
                  </a:lnTo>
                  <a:lnTo>
                    <a:pt x="5720867" y="99538"/>
                  </a:lnTo>
                  <a:lnTo>
                    <a:pt x="5720961" y="99538"/>
                  </a:lnTo>
                  <a:lnTo>
                    <a:pt x="5721054" y="99538"/>
                  </a:lnTo>
                  <a:lnTo>
                    <a:pt x="5721147" y="99538"/>
                  </a:lnTo>
                  <a:lnTo>
                    <a:pt x="5721240" y="99538"/>
                  </a:lnTo>
                  <a:lnTo>
                    <a:pt x="5721334" y="99538"/>
                  </a:lnTo>
                  <a:lnTo>
                    <a:pt x="5721427" y="99538"/>
                  </a:lnTo>
                  <a:lnTo>
                    <a:pt x="5721520" y="99538"/>
                  </a:lnTo>
                  <a:lnTo>
                    <a:pt x="5721613" y="99538"/>
                  </a:lnTo>
                  <a:lnTo>
                    <a:pt x="5721707" y="99538"/>
                  </a:lnTo>
                  <a:lnTo>
                    <a:pt x="5721800" y="99538"/>
                  </a:lnTo>
                  <a:lnTo>
                    <a:pt x="5721893" y="99538"/>
                  </a:lnTo>
                  <a:lnTo>
                    <a:pt x="5721986" y="99538"/>
                  </a:lnTo>
                  <a:lnTo>
                    <a:pt x="5722080" y="99538"/>
                  </a:lnTo>
                  <a:lnTo>
                    <a:pt x="5722173" y="99538"/>
                  </a:lnTo>
                  <a:lnTo>
                    <a:pt x="5722266" y="99538"/>
                  </a:lnTo>
                  <a:lnTo>
                    <a:pt x="5722359" y="99538"/>
                  </a:lnTo>
                  <a:lnTo>
                    <a:pt x="5722453" y="99538"/>
                  </a:lnTo>
                  <a:lnTo>
                    <a:pt x="5722546" y="99538"/>
                  </a:lnTo>
                  <a:lnTo>
                    <a:pt x="5722639" y="99538"/>
                  </a:lnTo>
                  <a:lnTo>
                    <a:pt x="5722732" y="99538"/>
                  </a:lnTo>
                  <a:lnTo>
                    <a:pt x="5722826" y="99538"/>
                  </a:lnTo>
                  <a:lnTo>
                    <a:pt x="5722919" y="99538"/>
                  </a:lnTo>
                  <a:lnTo>
                    <a:pt x="5723012" y="99538"/>
                  </a:lnTo>
                  <a:lnTo>
                    <a:pt x="5723105" y="99538"/>
                  </a:lnTo>
                  <a:lnTo>
                    <a:pt x="5723199" y="99538"/>
                  </a:lnTo>
                  <a:lnTo>
                    <a:pt x="5723292" y="99538"/>
                  </a:lnTo>
                  <a:lnTo>
                    <a:pt x="5723385" y="99538"/>
                  </a:lnTo>
                  <a:lnTo>
                    <a:pt x="5723478" y="99538"/>
                  </a:lnTo>
                  <a:lnTo>
                    <a:pt x="5723572" y="99538"/>
                  </a:lnTo>
                  <a:lnTo>
                    <a:pt x="5723665" y="99538"/>
                  </a:lnTo>
                  <a:lnTo>
                    <a:pt x="5723758" y="99538"/>
                  </a:lnTo>
                  <a:lnTo>
                    <a:pt x="5723851" y="99538"/>
                  </a:lnTo>
                  <a:lnTo>
                    <a:pt x="5723944" y="99538"/>
                  </a:lnTo>
                  <a:lnTo>
                    <a:pt x="5724038" y="99538"/>
                  </a:lnTo>
                  <a:lnTo>
                    <a:pt x="5724131" y="99538"/>
                  </a:lnTo>
                  <a:lnTo>
                    <a:pt x="5724224" y="99538"/>
                  </a:lnTo>
                  <a:lnTo>
                    <a:pt x="5724317" y="99538"/>
                  </a:lnTo>
                  <a:lnTo>
                    <a:pt x="5724411" y="99538"/>
                  </a:lnTo>
                  <a:lnTo>
                    <a:pt x="5724504" y="99538"/>
                  </a:lnTo>
                  <a:lnTo>
                    <a:pt x="5724597" y="99538"/>
                  </a:lnTo>
                  <a:lnTo>
                    <a:pt x="5724690" y="99538"/>
                  </a:lnTo>
                  <a:lnTo>
                    <a:pt x="5724784" y="99538"/>
                  </a:lnTo>
                  <a:lnTo>
                    <a:pt x="5724877" y="99538"/>
                  </a:lnTo>
                  <a:lnTo>
                    <a:pt x="5724970" y="99538"/>
                  </a:lnTo>
                  <a:lnTo>
                    <a:pt x="5725063" y="99538"/>
                  </a:lnTo>
                  <a:lnTo>
                    <a:pt x="5725157" y="99538"/>
                  </a:lnTo>
                  <a:lnTo>
                    <a:pt x="5725250" y="99538"/>
                  </a:lnTo>
                  <a:lnTo>
                    <a:pt x="5725343" y="99538"/>
                  </a:lnTo>
                  <a:lnTo>
                    <a:pt x="5725436" y="99538"/>
                  </a:lnTo>
                  <a:lnTo>
                    <a:pt x="5725530" y="99538"/>
                  </a:lnTo>
                  <a:lnTo>
                    <a:pt x="5725623" y="99538"/>
                  </a:lnTo>
                  <a:lnTo>
                    <a:pt x="5725716" y="99538"/>
                  </a:lnTo>
                  <a:lnTo>
                    <a:pt x="5725809" y="99538"/>
                  </a:lnTo>
                  <a:lnTo>
                    <a:pt x="5725903" y="99538"/>
                  </a:lnTo>
                  <a:lnTo>
                    <a:pt x="5725996" y="99538"/>
                  </a:lnTo>
                  <a:lnTo>
                    <a:pt x="5726089" y="99538"/>
                  </a:lnTo>
                  <a:lnTo>
                    <a:pt x="5726182" y="99538"/>
                  </a:lnTo>
                  <a:lnTo>
                    <a:pt x="5726276" y="99538"/>
                  </a:lnTo>
                  <a:lnTo>
                    <a:pt x="5726369" y="99538"/>
                  </a:lnTo>
                  <a:lnTo>
                    <a:pt x="5726462" y="99538"/>
                  </a:lnTo>
                  <a:lnTo>
                    <a:pt x="5726555" y="99538"/>
                  </a:lnTo>
                  <a:lnTo>
                    <a:pt x="5726649" y="99538"/>
                  </a:lnTo>
                  <a:lnTo>
                    <a:pt x="5726742" y="99538"/>
                  </a:lnTo>
                  <a:lnTo>
                    <a:pt x="5726835" y="99538"/>
                  </a:lnTo>
                  <a:lnTo>
                    <a:pt x="5726928" y="99538"/>
                  </a:lnTo>
                  <a:lnTo>
                    <a:pt x="5727022" y="99538"/>
                  </a:lnTo>
                  <a:lnTo>
                    <a:pt x="5727115" y="99538"/>
                  </a:lnTo>
                  <a:lnTo>
                    <a:pt x="5727208" y="99538"/>
                  </a:lnTo>
                  <a:lnTo>
                    <a:pt x="5727301" y="99538"/>
                  </a:lnTo>
                  <a:lnTo>
                    <a:pt x="5727395" y="99538"/>
                  </a:lnTo>
                  <a:lnTo>
                    <a:pt x="5727488" y="99538"/>
                  </a:lnTo>
                  <a:lnTo>
                    <a:pt x="5727581" y="99538"/>
                  </a:lnTo>
                  <a:lnTo>
                    <a:pt x="5727674" y="99538"/>
                  </a:lnTo>
                  <a:lnTo>
                    <a:pt x="5727768" y="99538"/>
                  </a:lnTo>
                  <a:lnTo>
                    <a:pt x="5727861" y="99538"/>
                  </a:lnTo>
                  <a:lnTo>
                    <a:pt x="5727954" y="99538"/>
                  </a:lnTo>
                  <a:lnTo>
                    <a:pt x="5728047" y="99538"/>
                  </a:lnTo>
                  <a:lnTo>
                    <a:pt x="5728141" y="99538"/>
                  </a:lnTo>
                  <a:lnTo>
                    <a:pt x="5728141" y="89584"/>
                  </a:lnTo>
                  <a:lnTo>
                    <a:pt x="5728234" y="89584"/>
                  </a:lnTo>
                  <a:lnTo>
                    <a:pt x="5728327" y="89584"/>
                  </a:lnTo>
                  <a:lnTo>
                    <a:pt x="5728420" y="89584"/>
                  </a:lnTo>
                  <a:lnTo>
                    <a:pt x="5728514" y="89584"/>
                  </a:lnTo>
                  <a:lnTo>
                    <a:pt x="5728607" y="89584"/>
                  </a:lnTo>
                  <a:lnTo>
                    <a:pt x="5728700" y="89584"/>
                  </a:lnTo>
                  <a:lnTo>
                    <a:pt x="5728793" y="89584"/>
                  </a:lnTo>
                  <a:lnTo>
                    <a:pt x="5728887" y="89584"/>
                  </a:lnTo>
                  <a:lnTo>
                    <a:pt x="5728980" y="89584"/>
                  </a:lnTo>
                  <a:lnTo>
                    <a:pt x="5729073" y="89584"/>
                  </a:lnTo>
                  <a:lnTo>
                    <a:pt x="5729166" y="89584"/>
                  </a:lnTo>
                  <a:lnTo>
                    <a:pt x="5729260" y="89584"/>
                  </a:lnTo>
                  <a:lnTo>
                    <a:pt x="5729353" y="89584"/>
                  </a:lnTo>
                  <a:lnTo>
                    <a:pt x="5729446" y="89584"/>
                  </a:lnTo>
                  <a:lnTo>
                    <a:pt x="5729539" y="89584"/>
                  </a:lnTo>
                  <a:lnTo>
                    <a:pt x="5729633" y="89584"/>
                  </a:lnTo>
                  <a:lnTo>
                    <a:pt x="5729726" y="89584"/>
                  </a:lnTo>
                  <a:lnTo>
                    <a:pt x="5729819" y="89584"/>
                  </a:lnTo>
                  <a:lnTo>
                    <a:pt x="5729912" y="89584"/>
                  </a:lnTo>
                  <a:lnTo>
                    <a:pt x="5730006" y="89584"/>
                  </a:lnTo>
                  <a:lnTo>
                    <a:pt x="5730099" y="89584"/>
                  </a:lnTo>
                  <a:lnTo>
                    <a:pt x="5730192" y="89584"/>
                  </a:lnTo>
                  <a:lnTo>
                    <a:pt x="5730285" y="89584"/>
                  </a:lnTo>
                  <a:lnTo>
                    <a:pt x="5730379" y="89584"/>
                  </a:lnTo>
                  <a:lnTo>
                    <a:pt x="5730472" y="89584"/>
                  </a:lnTo>
                  <a:lnTo>
                    <a:pt x="5730565" y="89584"/>
                  </a:lnTo>
                  <a:lnTo>
                    <a:pt x="5730658" y="89584"/>
                  </a:lnTo>
                  <a:lnTo>
                    <a:pt x="5730751" y="89584"/>
                  </a:lnTo>
                  <a:lnTo>
                    <a:pt x="5730845" y="89584"/>
                  </a:lnTo>
                  <a:lnTo>
                    <a:pt x="5730938" y="89584"/>
                  </a:lnTo>
                  <a:lnTo>
                    <a:pt x="5731031" y="89584"/>
                  </a:lnTo>
                  <a:lnTo>
                    <a:pt x="5731124" y="89584"/>
                  </a:lnTo>
                  <a:lnTo>
                    <a:pt x="5731218" y="89584"/>
                  </a:lnTo>
                  <a:lnTo>
                    <a:pt x="5731311" y="89584"/>
                  </a:lnTo>
                  <a:lnTo>
                    <a:pt x="5731404" y="89584"/>
                  </a:lnTo>
                  <a:lnTo>
                    <a:pt x="5731497" y="89584"/>
                  </a:lnTo>
                  <a:lnTo>
                    <a:pt x="5731591" y="89584"/>
                  </a:lnTo>
                  <a:lnTo>
                    <a:pt x="5731684" y="89584"/>
                  </a:lnTo>
                  <a:lnTo>
                    <a:pt x="5731777" y="89584"/>
                  </a:lnTo>
                  <a:lnTo>
                    <a:pt x="5731870" y="89584"/>
                  </a:lnTo>
                  <a:lnTo>
                    <a:pt x="5731964" y="89584"/>
                  </a:lnTo>
                  <a:lnTo>
                    <a:pt x="5732057" y="89584"/>
                  </a:lnTo>
                  <a:lnTo>
                    <a:pt x="5732150" y="89584"/>
                  </a:lnTo>
                  <a:lnTo>
                    <a:pt x="5732243" y="89584"/>
                  </a:lnTo>
                  <a:lnTo>
                    <a:pt x="5732337" y="89584"/>
                  </a:lnTo>
                  <a:lnTo>
                    <a:pt x="5732430" y="89584"/>
                  </a:lnTo>
                  <a:lnTo>
                    <a:pt x="5732523" y="89584"/>
                  </a:lnTo>
                  <a:lnTo>
                    <a:pt x="5732616" y="89584"/>
                  </a:lnTo>
                  <a:lnTo>
                    <a:pt x="5732710" y="89584"/>
                  </a:lnTo>
                  <a:lnTo>
                    <a:pt x="5732803" y="89584"/>
                  </a:lnTo>
                  <a:lnTo>
                    <a:pt x="5732896" y="89584"/>
                  </a:lnTo>
                  <a:lnTo>
                    <a:pt x="5732989" y="89584"/>
                  </a:lnTo>
                  <a:lnTo>
                    <a:pt x="5733083" y="89584"/>
                  </a:lnTo>
                  <a:lnTo>
                    <a:pt x="5733176" y="89584"/>
                  </a:lnTo>
                  <a:lnTo>
                    <a:pt x="5733269" y="89584"/>
                  </a:lnTo>
                  <a:lnTo>
                    <a:pt x="5733362" y="89584"/>
                  </a:lnTo>
                  <a:lnTo>
                    <a:pt x="5733456" y="89584"/>
                  </a:lnTo>
                  <a:lnTo>
                    <a:pt x="5733549" y="89584"/>
                  </a:lnTo>
                  <a:lnTo>
                    <a:pt x="5733642" y="89584"/>
                  </a:lnTo>
                  <a:lnTo>
                    <a:pt x="5733735" y="89584"/>
                  </a:lnTo>
                  <a:lnTo>
                    <a:pt x="5733829" y="89584"/>
                  </a:lnTo>
                  <a:lnTo>
                    <a:pt x="5733922" y="89584"/>
                  </a:lnTo>
                  <a:lnTo>
                    <a:pt x="5734015" y="89584"/>
                  </a:lnTo>
                  <a:lnTo>
                    <a:pt x="5734108" y="89584"/>
                  </a:lnTo>
                  <a:lnTo>
                    <a:pt x="5734202" y="89584"/>
                  </a:lnTo>
                  <a:lnTo>
                    <a:pt x="5734295" y="89584"/>
                  </a:lnTo>
                  <a:lnTo>
                    <a:pt x="5734388" y="89584"/>
                  </a:lnTo>
                  <a:lnTo>
                    <a:pt x="5734481" y="89584"/>
                  </a:lnTo>
                  <a:lnTo>
                    <a:pt x="5734575" y="89584"/>
                  </a:lnTo>
                  <a:lnTo>
                    <a:pt x="5734668" y="89584"/>
                  </a:lnTo>
                  <a:lnTo>
                    <a:pt x="5734761" y="89584"/>
                  </a:lnTo>
                  <a:lnTo>
                    <a:pt x="5734854" y="89584"/>
                  </a:lnTo>
                  <a:lnTo>
                    <a:pt x="5734948" y="89584"/>
                  </a:lnTo>
                  <a:lnTo>
                    <a:pt x="5735041" y="89584"/>
                  </a:lnTo>
                  <a:lnTo>
                    <a:pt x="5735134" y="89584"/>
                  </a:lnTo>
                  <a:lnTo>
                    <a:pt x="5735227" y="89584"/>
                  </a:lnTo>
                  <a:lnTo>
                    <a:pt x="5735321" y="89584"/>
                  </a:lnTo>
                  <a:lnTo>
                    <a:pt x="5735414" y="89584"/>
                  </a:lnTo>
                  <a:lnTo>
                    <a:pt x="5735507" y="89584"/>
                  </a:lnTo>
                  <a:lnTo>
                    <a:pt x="5735600" y="89584"/>
                  </a:lnTo>
                  <a:lnTo>
                    <a:pt x="5735694" y="89584"/>
                  </a:lnTo>
                  <a:lnTo>
                    <a:pt x="5735787" y="89584"/>
                  </a:lnTo>
                  <a:lnTo>
                    <a:pt x="5735880" y="89584"/>
                  </a:lnTo>
                  <a:lnTo>
                    <a:pt x="5735973" y="89584"/>
                  </a:lnTo>
                  <a:lnTo>
                    <a:pt x="5736067" y="89584"/>
                  </a:lnTo>
                  <a:lnTo>
                    <a:pt x="5736160" y="89584"/>
                  </a:lnTo>
                  <a:lnTo>
                    <a:pt x="5736253" y="89584"/>
                  </a:lnTo>
                  <a:lnTo>
                    <a:pt x="5736346" y="89584"/>
                  </a:lnTo>
                  <a:lnTo>
                    <a:pt x="5736440" y="89584"/>
                  </a:lnTo>
                  <a:lnTo>
                    <a:pt x="5736533" y="89584"/>
                  </a:lnTo>
                  <a:lnTo>
                    <a:pt x="5736626" y="89584"/>
                  </a:lnTo>
                  <a:lnTo>
                    <a:pt x="5736719" y="89584"/>
                  </a:lnTo>
                  <a:lnTo>
                    <a:pt x="5736813" y="89584"/>
                  </a:lnTo>
                  <a:lnTo>
                    <a:pt x="5736906" y="89584"/>
                  </a:lnTo>
                  <a:lnTo>
                    <a:pt x="5736999" y="89584"/>
                  </a:lnTo>
                  <a:lnTo>
                    <a:pt x="5737092" y="89584"/>
                  </a:lnTo>
                  <a:lnTo>
                    <a:pt x="5737186" y="89584"/>
                  </a:lnTo>
                  <a:lnTo>
                    <a:pt x="5737279" y="89584"/>
                  </a:lnTo>
                  <a:lnTo>
                    <a:pt x="5737372" y="89584"/>
                  </a:lnTo>
                  <a:lnTo>
                    <a:pt x="5737465" y="89584"/>
                  </a:lnTo>
                  <a:lnTo>
                    <a:pt x="5737559" y="89584"/>
                  </a:lnTo>
                  <a:lnTo>
                    <a:pt x="5737652" y="89584"/>
                  </a:lnTo>
                  <a:lnTo>
                    <a:pt x="5737745" y="89584"/>
                  </a:lnTo>
                  <a:lnTo>
                    <a:pt x="5737838" y="89584"/>
                  </a:lnTo>
                  <a:lnTo>
                    <a:pt x="5737931" y="89584"/>
                  </a:lnTo>
                  <a:lnTo>
                    <a:pt x="5738025" y="89584"/>
                  </a:lnTo>
                  <a:lnTo>
                    <a:pt x="5738118" y="89584"/>
                  </a:lnTo>
                  <a:lnTo>
                    <a:pt x="5738211" y="89584"/>
                  </a:lnTo>
                  <a:lnTo>
                    <a:pt x="5738304" y="89584"/>
                  </a:lnTo>
                  <a:lnTo>
                    <a:pt x="5738398" y="89584"/>
                  </a:lnTo>
                  <a:lnTo>
                    <a:pt x="5738491" y="89584"/>
                  </a:lnTo>
                  <a:lnTo>
                    <a:pt x="5738584" y="89584"/>
                  </a:lnTo>
                  <a:lnTo>
                    <a:pt x="5738677" y="89584"/>
                  </a:lnTo>
                  <a:lnTo>
                    <a:pt x="5738771" y="89584"/>
                  </a:lnTo>
                  <a:lnTo>
                    <a:pt x="5738864" y="89584"/>
                  </a:lnTo>
                  <a:lnTo>
                    <a:pt x="5738957" y="89584"/>
                  </a:lnTo>
                  <a:lnTo>
                    <a:pt x="5739050" y="89584"/>
                  </a:lnTo>
                  <a:lnTo>
                    <a:pt x="5739144" y="89584"/>
                  </a:lnTo>
                  <a:lnTo>
                    <a:pt x="5739237" y="89584"/>
                  </a:lnTo>
                  <a:lnTo>
                    <a:pt x="5739330" y="89584"/>
                  </a:lnTo>
                  <a:lnTo>
                    <a:pt x="5739423" y="89584"/>
                  </a:lnTo>
                  <a:lnTo>
                    <a:pt x="5739517" y="89584"/>
                  </a:lnTo>
                  <a:lnTo>
                    <a:pt x="5739610" y="89584"/>
                  </a:lnTo>
                  <a:lnTo>
                    <a:pt x="5739703" y="89584"/>
                  </a:lnTo>
                  <a:lnTo>
                    <a:pt x="5739796" y="89584"/>
                  </a:lnTo>
                  <a:lnTo>
                    <a:pt x="5739890" y="89584"/>
                  </a:lnTo>
                  <a:lnTo>
                    <a:pt x="5739983" y="89584"/>
                  </a:lnTo>
                  <a:lnTo>
                    <a:pt x="5740076" y="89584"/>
                  </a:lnTo>
                  <a:lnTo>
                    <a:pt x="5740169" y="89584"/>
                  </a:lnTo>
                  <a:lnTo>
                    <a:pt x="5740263" y="89584"/>
                  </a:lnTo>
                  <a:lnTo>
                    <a:pt x="5740356" y="89584"/>
                  </a:lnTo>
                  <a:lnTo>
                    <a:pt x="5740449" y="89584"/>
                  </a:lnTo>
                  <a:lnTo>
                    <a:pt x="5740542" y="89584"/>
                  </a:lnTo>
                  <a:lnTo>
                    <a:pt x="5740636" y="89584"/>
                  </a:lnTo>
                  <a:lnTo>
                    <a:pt x="5740729" y="89584"/>
                  </a:lnTo>
                  <a:lnTo>
                    <a:pt x="5740822" y="89584"/>
                  </a:lnTo>
                  <a:lnTo>
                    <a:pt x="5740915" y="89584"/>
                  </a:lnTo>
                  <a:lnTo>
                    <a:pt x="5741009" y="89584"/>
                  </a:lnTo>
                  <a:lnTo>
                    <a:pt x="5741102" y="89584"/>
                  </a:lnTo>
                  <a:lnTo>
                    <a:pt x="5741195" y="89584"/>
                  </a:lnTo>
                  <a:lnTo>
                    <a:pt x="5741288" y="89584"/>
                  </a:lnTo>
                  <a:lnTo>
                    <a:pt x="5741382" y="89584"/>
                  </a:lnTo>
                  <a:lnTo>
                    <a:pt x="5741475" y="89584"/>
                  </a:lnTo>
                  <a:lnTo>
                    <a:pt x="5741568" y="89584"/>
                  </a:lnTo>
                  <a:lnTo>
                    <a:pt x="5741661" y="89584"/>
                  </a:lnTo>
                  <a:lnTo>
                    <a:pt x="5741755" y="89584"/>
                  </a:lnTo>
                  <a:lnTo>
                    <a:pt x="5741848" y="89584"/>
                  </a:lnTo>
                  <a:lnTo>
                    <a:pt x="5741941" y="89584"/>
                  </a:lnTo>
                  <a:lnTo>
                    <a:pt x="5742034" y="89584"/>
                  </a:lnTo>
                  <a:lnTo>
                    <a:pt x="5742128" y="89584"/>
                  </a:lnTo>
                  <a:lnTo>
                    <a:pt x="5742221" y="89584"/>
                  </a:lnTo>
                  <a:lnTo>
                    <a:pt x="5742314" y="89584"/>
                  </a:lnTo>
                  <a:lnTo>
                    <a:pt x="5742407" y="89584"/>
                  </a:lnTo>
                  <a:lnTo>
                    <a:pt x="5742501" y="89584"/>
                  </a:lnTo>
                  <a:lnTo>
                    <a:pt x="5742594" y="89584"/>
                  </a:lnTo>
                  <a:lnTo>
                    <a:pt x="5742687" y="89584"/>
                  </a:lnTo>
                  <a:lnTo>
                    <a:pt x="5742780" y="89584"/>
                  </a:lnTo>
                  <a:lnTo>
                    <a:pt x="5742874" y="89584"/>
                  </a:lnTo>
                  <a:lnTo>
                    <a:pt x="5742967" y="89584"/>
                  </a:lnTo>
                  <a:lnTo>
                    <a:pt x="5743060" y="89584"/>
                  </a:lnTo>
                  <a:lnTo>
                    <a:pt x="5743153" y="89584"/>
                  </a:lnTo>
                  <a:lnTo>
                    <a:pt x="5743247" y="89584"/>
                  </a:lnTo>
                  <a:lnTo>
                    <a:pt x="5743340" y="89584"/>
                  </a:lnTo>
                  <a:lnTo>
                    <a:pt x="5743433" y="89584"/>
                  </a:lnTo>
                  <a:lnTo>
                    <a:pt x="5743526" y="89584"/>
                  </a:lnTo>
                  <a:lnTo>
                    <a:pt x="5743620" y="89584"/>
                  </a:lnTo>
                  <a:lnTo>
                    <a:pt x="5743713" y="89584"/>
                  </a:lnTo>
                  <a:lnTo>
                    <a:pt x="5743806" y="89584"/>
                  </a:lnTo>
                  <a:lnTo>
                    <a:pt x="5743899" y="89584"/>
                  </a:lnTo>
                  <a:lnTo>
                    <a:pt x="5743993" y="89584"/>
                  </a:lnTo>
                  <a:lnTo>
                    <a:pt x="5744086" y="89584"/>
                  </a:lnTo>
                  <a:lnTo>
                    <a:pt x="5744179" y="89584"/>
                  </a:lnTo>
                  <a:lnTo>
                    <a:pt x="5744272" y="89584"/>
                  </a:lnTo>
                  <a:lnTo>
                    <a:pt x="5744366" y="89584"/>
                  </a:lnTo>
                  <a:lnTo>
                    <a:pt x="5744459" y="89584"/>
                  </a:lnTo>
                  <a:lnTo>
                    <a:pt x="5744552" y="89584"/>
                  </a:lnTo>
                  <a:lnTo>
                    <a:pt x="5744645" y="89584"/>
                  </a:lnTo>
                  <a:lnTo>
                    <a:pt x="5744738" y="89584"/>
                  </a:lnTo>
                  <a:lnTo>
                    <a:pt x="5744832" y="89584"/>
                  </a:lnTo>
                  <a:lnTo>
                    <a:pt x="5744925" y="89584"/>
                  </a:lnTo>
                  <a:lnTo>
                    <a:pt x="5745018" y="89584"/>
                  </a:lnTo>
                  <a:lnTo>
                    <a:pt x="5745111" y="89584"/>
                  </a:lnTo>
                  <a:lnTo>
                    <a:pt x="5745205" y="89584"/>
                  </a:lnTo>
                  <a:lnTo>
                    <a:pt x="5745298" y="89584"/>
                  </a:lnTo>
                  <a:lnTo>
                    <a:pt x="5745391" y="89584"/>
                  </a:lnTo>
                  <a:lnTo>
                    <a:pt x="5745484" y="89584"/>
                  </a:lnTo>
                  <a:lnTo>
                    <a:pt x="5745578" y="89584"/>
                  </a:lnTo>
                  <a:lnTo>
                    <a:pt x="5745671" y="89584"/>
                  </a:lnTo>
                  <a:lnTo>
                    <a:pt x="5745764" y="89584"/>
                  </a:lnTo>
                  <a:lnTo>
                    <a:pt x="5745857" y="89584"/>
                  </a:lnTo>
                  <a:lnTo>
                    <a:pt x="5745951" y="89584"/>
                  </a:lnTo>
                  <a:lnTo>
                    <a:pt x="5746044" y="89584"/>
                  </a:lnTo>
                  <a:lnTo>
                    <a:pt x="5746137" y="89584"/>
                  </a:lnTo>
                  <a:lnTo>
                    <a:pt x="5746230" y="89584"/>
                  </a:lnTo>
                  <a:lnTo>
                    <a:pt x="5746324" y="89584"/>
                  </a:lnTo>
                  <a:lnTo>
                    <a:pt x="5746417" y="89584"/>
                  </a:lnTo>
                  <a:lnTo>
                    <a:pt x="5746510" y="89584"/>
                  </a:lnTo>
                  <a:lnTo>
                    <a:pt x="5746603" y="89584"/>
                  </a:lnTo>
                  <a:lnTo>
                    <a:pt x="5746697" y="89584"/>
                  </a:lnTo>
                  <a:lnTo>
                    <a:pt x="5746790" y="89584"/>
                  </a:lnTo>
                  <a:lnTo>
                    <a:pt x="5746883" y="89584"/>
                  </a:lnTo>
                  <a:lnTo>
                    <a:pt x="5746976" y="89584"/>
                  </a:lnTo>
                  <a:lnTo>
                    <a:pt x="5747070" y="89584"/>
                  </a:lnTo>
                  <a:lnTo>
                    <a:pt x="5747163" y="89584"/>
                  </a:lnTo>
                  <a:lnTo>
                    <a:pt x="5747256" y="89584"/>
                  </a:lnTo>
                  <a:lnTo>
                    <a:pt x="5747349" y="89584"/>
                  </a:lnTo>
                  <a:lnTo>
                    <a:pt x="5747443" y="89584"/>
                  </a:lnTo>
                  <a:lnTo>
                    <a:pt x="5747536" y="89584"/>
                  </a:lnTo>
                  <a:lnTo>
                    <a:pt x="5747629" y="89584"/>
                  </a:lnTo>
                  <a:lnTo>
                    <a:pt x="5747722" y="89584"/>
                  </a:lnTo>
                  <a:lnTo>
                    <a:pt x="5747816" y="89584"/>
                  </a:lnTo>
                  <a:lnTo>
                    <a:pt x="5747909" y="89584"/>
                  </a:lnTo>
                  <a:lnTo>
                    <a:pt x="5748002" y="89584"/>
                  </a:lnTo>
                  <a:lnTo>
                    <a:pt x="5748095" y="89584"/>
                  </a:lnTo>
                  <a:lnTo>
                    <a:pt x="5748189" y="89584"/>
                  </a:lnTo>
                  <a:lnTo>
                    <a:pt x="5748282" y="89584"/>
                  </a:lnTo>
                  <a:lnTo>
                    <a:pt x="5748375" y="89584"/>
                  </a:lnTo>
                  <a:lnTo>
                    <a:pt x="5748468" y="89584"/>
                  </a:lnTo>
                  <a:lnTo>
                    <a:pt x="5748562" y="89584"/>
                  </a:lnTo>
                  <a:lnTo>
                    <a:pt x="5748655" y="89584"/>
                  </a:lnTo>
                  <a:lnTo>
                    <a:pt x="5748748" y="89584"/>
                  </a:lnTo>
                  <a:lnTo>
                    <a:pt x="5748841" y="89584"/>
                  </a:lnTo>
                  <a:lnTo>
                    <a:pt x="5748935" y="89584"/>
                  </a:lnTo>
                  <a:lnTo>
                    <a:pt x="5749028" y="89584"/>
                  </a:lnTo>
                  <a:lnTo>
                    <a:pt x="5749121" y="89584"/>
                  </a:lnTo>
                  <a:lnTo>
                    <a:pt x="5749214" y="89584"/>
                  </a:lnTo>
                  <a:lnTo>
                    <a:pt x="5749308" y="89584"/>
                  </a:lnTo>
                  <a:lnTo>
                    <a:pt x="5749401" y="89584"/>
                  </a:lnTo>
                  <a:lnTo>
                    <a:pt x="5749494" y="89584"/>
                  </a:lnTo>
                  <a:lnTo>
                    <a:pt x="5749587" y="89584"/>
                  </a:lnTo>
                  <a:lnTo>
                    <a:pt x="5749681" y="89584"/>
                  </a:lnTo>
                  <a:lnTo>
                    <a:pt x="5749774" y="89584"/>
                  </a:lnTo>
                  <a:lnTo>
                    <a:pt x="5749867" y="89584"/>
                  </a:lnTo>
                  <a:lnTo>
                    <a:pt x="5749960" y="89584"/>
                  </a:lnTo>
                  <a:lnTo>
                    <a:pt x="5750054" y="89584"/>
                  </a:lnTo>
                  <a:lnTo>
                    <a:pt x="5750147" y="89584"/>
                  </a:lnTo>
                  <a:lnTo>
                    <a:pt x="5750240" y="89584"/>
                  </a:lnTo>
                  <a:lnTo>
                    <a:pt x="5750333" y="89584"/>
                  </a:lnTo>
                  <a:lnTo>
                    <a:pt x="5750427" y="89584"/>
                  </a:lnTo>
                  <a:lnTo>
                    <a:pt x="5750520" y="89584"/>
                  </a:lnTo>
                  <a:lnTo>
                    <a:pt x="5750613" y="89584"/>
                  </a:lnTo>
                  <a:lnTo>
                    <a:pt x="5750706" y="89584"/>
                  </a:lnTo>
                  <a:lnTo>
                    <a:pt x="5750800" y="89584"/>
                  </a:lnTo>
                  <a:lnTo>
                    <a:pt x="5750893" y="89584"/>
                  </a:lnTo>
                  <a:lnTo>
                    <a:pt x="5750986" y="89584"/>
                  </a:lnTo>
                  <a:lnTo>
                    <a:pt x="5751079" y="89584"/>
                  </a:lnTo>
                  <a:lnTo>
                    <a:pt x="5751173" y="89584"/>
                  </a:lnTo>
                  <a:lnTo>
                    <a:pt x="5751266" y="89584"/>
                  </a:lnTo>
                  <a:lnTo>
                    <a:pt x="5751359" y="89584"/>
                  </a:lnTo>
                  <a:lnTo>
                    <a:pt x="5751452" y="89584"/>
                  </a:lnTo>
                  <a:lnTo>
                    <a:pt x="5751545" y="89584"/>
                  </a:lnTo>
                  <a:lnTo>
                    <a:pt x="5751639" y="89584"/>
                  </a:lnTo>
                  <a:lnTo>
                    <a:pt x="5751732" y="89584"/>
                  </a:lnTo>
                  <a:lnTo>
                    <a:pt x="5751825" y="89584"/>
                  </a:lnTo>
                  <a:lnTo>
                    <a:pt x="5751918" y="89584"/>
                  </a:lnTo>
                  <a:lnTo>
                    <a:pt x="5752012" y="89584"/>
                  </a:lnTo>
                  <a:lnTo>
                    <a:pt x="5752105" y="89584"/>
                  </a:lnTo>
                  <a:lnTo>
                    <a:pt x="5752105" y="79630"/>
                  </a:lnTo>
                  <a:lnTo>
                    <a:pt x="5752198" y="79630"/>
                  </a:lnTo>
                  <a:lnTo>
                    <a:pt x="5752291" y="79630"/>
                  </a:lnTo>
                  <a:lnTo>
                    <a:pt x="5752385" y="79630"/>
                  </a:lnTo>
                  <a:lnTo>
                    <a:pt x="5752478" y="79630"/>
                  </a:lnTo>
                  <a:lnTo>
                    <a:pt x="5752571" y="79630"/>
                  </a:lnTo>
                  <a:lnTo>
                    <a:pt x="5752664" y="79630"/>
                  </a:lnTo>
                  <a:lnTo>
                    <a:pt x="5752758" y="79630"/>
                  </a:lnTo>
                  <a:lnTo>
                    <a:pt x="5752851" y="79630"/>
                  </a:lnTo>
                  <a:lnTo>
                    <a:pt x="5752944" y="79630"/>
                  </a:lnTo>
                  <a:lnTo>
                    <a:pt x="5753037" y="79630"/>
                  </a:lnTo>
                  <a:lnTo>
                    <a:pt x="5753131" y="79630"/>
                  </a:lnTo>
                  <a:lnTo>
                    <a:pt x="5753224" y="79630"/>
                  </a:lnTo>
                  <a:lnTo>
                    <a:pt x="5753317" y="79630"/>
                  </a:lnTo>
                  <a:lnTo>
                    <a:pt x="5753410" y="79630"/>
                  </a:lnTo>
                  <a:lnTo>
                    <a:pt x="5753504" y="79630"/>
                  </a:lnTo>
                  <a:lnTo>
                    <a:pt x="5753597" y="79630"/>
                  </a:lnTo>
                  <a:lnTo>
                    <a:pt x="5753690" y="79630"/>
                  </a:lnTo>
                  <a:lnTo>
                    <a:pt x="5753783" y="79630"/>
                  </a:lnTo>
                  <a:lnTo>
                    <a:pt x="5753877" y="79630"/>
                  </a:lnTo>
                  <a:lnTo>
                    <a:pt x="5753970" y="79630"/>
                  </a:lnTo>
                  <a:lnTo>
                    <a:pt x="5754063" y="79630"/>
                  </a:lnTo>
                  <a:lnTo>
                    <a:pt x="5754156" y="79630"/>
                  </a:lnTo>
                  <a:lnTo>
                    <a:pt x="5754250" y="79630"/>
                  </a:lnTo>
                  <a:lnTo>
                    <a:pt x="5754343" y="79630"/>
                  </a:lnTo>
                  <a:lnTo>
                    <a:pt x="5754436" y="79630"/>
                  </a:lnTo>
                  <a:lnTo>
                    <a:pt x="5754529" y="79630"/>
                  </a:lnTo>
                  <a:lnTo>
                    <a:pt x="5754623" y="79630"/>
                  </a:lnTo>
                  <a:lnTo>
                    <a:pt x="5754716" y="79630"/>
                  </a:lnTo>
                  <a:lnTo>
                    <a:pt x="5754809" y="79630"/>
                  </a:lnTo>
                  <a:lnTo>
                    <a:pt x="5754902" y="79630"/>
                  </a:lnTo>
                  <a:lnTo>
                    <a:pt x="5754996" y="79630"/>
                  </a:lnTo>
                  <a:lnTo>
                    <a:pt x="5755089" y="79630"/>
                  </a:lnTo>
                  <a:lnTo>
                    <a:pt x="5755182" y="79630"/>
                  </a:lnTo>
                  <a:lnTo>
                    <a:pt x="5755275" y="79630"/>
                  </a:lnTo>
                  <a:lnTo>
                    <a:pt x="5755369" y="79630"/>
                  </a:lnTo>
                  <a:lnTo>
                    <a:pt x="5755462" y="79630"/>
                  </a:lnTo>
                  <a:lnTo>
                    <a:pt x="5755555" y="79630"/>
                  </a:lnTo>
                  <a:lnTo>
                    <a:pt x="5755648" y="79630"/>
                  </a:lnTo>
                  <a:lnTo>
                    <a:pt x="5755742" y="79630"/>
                  </a:lnTo>
                  <a:lnTo>
                    <a:pt x="5755835" y="79630"/>
                  </a:lnTo>
                  <a:lnTo>
                    <a:pt x="5755928" y="79630"/>
                  </a:lnTo>
                  <a:lnTo>
                    <a:pt x="5756021" y="79630"/>
                  </a:lnTo>
                  <a:lnTo>
                    <a:pt x="5756115" y="79630"/>
                  </a:lnTo>
                  <a:lnTo>
                    <a:pt x="5756208" y="79630"/>
                  </a:lnTo>
                  <a:lnTo>
                    <a:pt x="5756301" y="79630"/>
                  </a:lnTo>
                  <a:lnTo>
                    <a:pt x="5756394" y="79630"/>
                  </a:lnTo>
                  <a:lnTo>
                    <a:pt x="5756488" y="79630"/>
                  </a:lnTo>
                  <a:lnTo>
                    <a:pt x="5756581" y="79630"/>
                  </a:lnTo>
                  <a:lnTo>
                    <a:pt x="5756674" y="79630"/>
                  </a:lnTo>
                  <a:lnTo>
                    <a:pt x="5756767" y="79630"/>
                  </a:lnTo>
                  <a:lnTo>
                    <a:pt x="5756861" y="79630"/>
                  </a:lnTo>
                  <a:lnTo>
                    <a:pt x="5756954" y="79630"/>
                  </a:lnTo>
                  <a:lnTo>
                    <a:pt x="5757047" y="79630"/>
                  </a:lnTo>
                  <a:lnTo>
                    <a:pt x="5757140" y="79630"/>
                  </a:lnTo>
                  <a:lnTo>
                    <a:pt x="5757234" y="79630"/>
                  </a:lnTo>
                  <a:lnTo>
                    <a:pt x="5757327" y="79630"/>
                  </a:lnTo>
                  <a:lnTo>
                    <a:pt x="5757420" y="79630"/>
                  </a:lnTo>
                  <a:lnTo>
                    <a:pt x="5757513" y="79630"/>
                  </a:lnTo>
                  <a:lnTo>
                    <a:pt x="5757607" y="79630"/>
                  </a:lnTo>
                  <a:lnTo>
                    <a:pt x="5757700" y="79630"/>
                  </a:lnTo>
                  <a:lnTo>
                    <a:pt x="5757793" y="79630"/>
                  </a:lnTo>
                  <a:lnTo>
                    <a:pt x="5757886" y="79630"/>
                  </a:lnTo>
                  <a:lnTo>
                    <a:pt x="5757980" y="79630"/>
                  </a:lnTo>
                  <a:lnTo>
                    <a:pt x="5758073" y="79630"/>
                  </a:lnTo>
                  <a:lnTo>
                    <a:pt x="5758166" y="79630"/>
                  </a:lnTo>
                  <a:lnTo>
                    <a:pt x="5758259" y="79630"/>
                  </a:lnTo>
                  <a:lnTo>
                    <a:pt x="5758353" y="79630"/>
                  </a:lnTo>
                  <a:lnTo>
                    <a:pt x="5758446" y="79630"/>
                  </a:lnTo>
                  <a:lnTo>
                    <a:pt x="5758539" y="79630"/>
                  </a:lnTo>
                  <a:lnTo>
                    <a:pt x="5758632" y="79630"/>
                  </a:lnTo>
                  <a:lnTo>
                    <a:pt x="5758725" y="79630"/>
                  </a:lnTo>
                  <a:lnTo>
                    <a:pt x="5758819" y="79630"/>
                  </a:lnTo>
                  <a:lnTo>
                    <a:pt x="5758912" y="79630"/>
                  </a:lnTo>
                  <a:lnTo>
                    <a:pt x="5759005" y="79630"/>
                  </a:lnTo>
                  <a:lnTo>
                    <a:pt x="5759098" y="79630"/>
                  </a:lnTo>
                  <a:lnTo>
                    <a:pt x="5759192" y="79630"/>
                  </a:lnTo>
                  <a:lnTo>
                    <a:pt x="5759285" y="79630"/>
                  </a:lnTo>
                  <a:lnTo>
                    <a:pt x="5759378" y="79630"/>
                  </a:lnTo>
                  <a:lnTo>
                    <a:pt x="5759471" y="79630"/>
                  </a:lnTo>
                  <a:lnTo>
                    <a:pt x="5759565" y="79630"/>
                  </a:lnTo>
                  <a:lnTo>
                    <a:pt x="5759658" y="79630"/>
                  </a:lnTo>
                  <a:lnTo>
                    <a:pt x="5759751" y="79630"/>
                  </a:lnTo>
                  <a:lnTo>
                    <a:pt x="5759844" y="79630"/>
                  </a:lnTo>
                  <a:lnTo>
                    <a:pt x="5759938" y="79630"/>
                  </a:lnTo>
                  <a:lnTo>
                    <a:pt x="5760031" y="79630"/>
                  </a:lnTo>
                  <a:lnTo>
                    <a:pt x="5760124" y="79630"/>
                  </a:lnTo>
                  <a:lnTo>
                    <a:pt x="5760217" y="79630"/>
                  </a:lnTo>
                  <a:lnTo>
                    <a:pt x="5760311" y="79630"/>
                  </a:lnTo>
                  <a:lnTo>
                    <a:pt x="5760404" y="79630"/>
                  </a:lnTo>
                  <a:lnTo>
                    <a:pt x="5760497" y="79630"/>
                  </a:lnTo>
                  <a:lnTo>
                    <a:pt x="5760590" y="79630"/>
                  </a:lnTo>
                  <a:lnTo>
                    <a:pt x="5760684" y="79630"/>
                  </a:lnTo>
                  <a:lnTo>
                    <a:pt x="5760777" y="79630"/>
                  </a:lnTo>
                  <a:lnTo>
                    <a:pt x="5760870" y="79630"/>
                  </a:lnTo>
                  <a:lnTo>
                    <a:pt x="5760963" y="79630"/>
                  </a:lnTo>
                  <a:lnTo>
                    <a:pt x="5761057" y="79630"/>
                  </a:lnTo>
                  <a:lnTo>
                    <a:pt x="5761150" y="79630"/>
                  </a:lnTo>
                  <a:lnTo>
                    <a:pt x="5761243" y="79630"/>
                  </a:lnTo>
                  <a:lnTo>
                    <a:pt x="5761336" y="79630"/>
                  </a:lnTo>
                  <a:lnTo>
                    <a:pt x="5761430" y="79630"/>
                  </a:lnTo>
                  <a:lnTo>
                    <a:pt x="5761523" y="79630"/>
                  </a:lnTo>
                  <a:lnTo>
                    <a:pt x="5761616" y="79630"/>
                  </a:lnTo>
                  <a:lnTo>
                    <a:pt x="5761709" y="79630"/>
                  </a:lnTo>
                  <a:lnTo>
                    <a:pt x="5761803" y="79630"/>
                  </a:lnTo>
                  <a:lnTo>
                    <a:pt x="5761896" y="79630"/>
                  </a:lnTo>
                  <a:lnTo>
                    <a:pt x="5761989" y="79630"/>
                  </a:lnTo>
                  <a:lnTo>
                    <a:pt x="5762082" y="79630"/>
                  </a:lnTo>
                  <a:lnTo>
                    <a:pt x="5762176" y="79630"/>
                  </a:lnTo>
                  <a:lnTo>
                    <a:pt x="5762269" y="79630"/>
                  </a:lnTo>
                  <a:lnTo>
                    <a:pt x="5762362" y="79630"/>
                  </a:lnTo>
                  <a:lnTo>
                    <a:pt x="5762455" y="79630"/>
                  </a:lnTo>
                  <a:lnTo>
                    <a:pt x="5762549" y="79630"/>
                  </a:lnTo>
                  <a:lnTo>
                    <a:pt x="5762642" y="79630"/>
                  </a:lnTo>
                  <a:lnTo>
                    <a:pt x="5762735" y="79630"/>
                  </a:lnTo>
                  <a:lnTo>
                    <a:pt x="5762828" y="79630"/>
                  </a:lnTo>
                  <a:lnTo>
                    <a:pt x="5762922" y="79630"/>
                  </a:lnTo>
                  <a:lnTo>
                    <a:pt x="5763015" y="79630"/>
                  </a:lnTo>
                  <a:lnTo>
                    <a:pt x="5763108" y="79630"/>
                  </a:lnTo>
                  <a:lnTo>
                    <a:pt x="5763201" y="79630"/>
                  </a:lnTo>
                  <a:lnTo>
                    <a:pt x="5763295" y="79630"/>
                  </a:lnTo>
                  <a:lnTo>
                    <a:pt x="5763388" y="79630"/>
                  </a:lnTo>
                  <a:lnTo>
                    <a:pt x="5763481" y="79630"/>
                  </a:lnTo>
                  <a:lnTo>
                    <a:pt x="5763574" y="79630"/>
                  </a:lnTo>
                  <a:lnTo>
                    <a:pt x="5763668" y="79630"/>
                  </a:lnTo>
                  <a:lnTo>
                    <a:pt x="5763761" y="79630"/>
                  </a:lnTo>
                  <a:lnTo>
                    <a:pt x="5763854" y="79630"/>
                  </a:lnTo>
                  <a:lnTo>
                    <a:pt x="5763947" y="79630"/>
                  </a:lnTo>
                  <a:lnTo>
                    <a:pt x="5764041" y="79630"/>
                  </a:lnTo>
                  <a:lnTo>
                    <a:pt x="5764134" y="79630"/>
                  </a:lnTo>
                  <a:lnTo>
                    <a:pt x="5764227" y="79630"/>
                  </a:lnTo>
                  <a:lnTo>
                    <a:pt x="5764320" y="79630"/>
                  </a:lnTo>
                  <a:lnTo>
                    <a:pt x="5764414" y="79630"/>
                  </a:lnTo>
                  <a:lnTo>
                    <a:pt x="5764507" y="79630"/>
                  </a:lnTo>
                  <a:lnTo>
                    <a:pt x="5764600" y="79630"/>
                  </a:lnTo>
                  <a:lnTo>
                    <a:pt x="5764693" y="79630"/>
                  </a:lnTo>
                  <a:lnTo>
                    <a:pt x="5764787" y="79630"/>
                  </a:lnTo>
                  <a:lnTo>
                    <a:pt x="5764880" y="79630"/>
                  </a:lnTo>
                  <a:lnTo>
                    <a:pt x="5764973" y="79630"/>
                  </a:lnTo>
                  <a:lnTo>
                    <a:pt x="5765066" y="79630"/>
                  </a:lnTo>
                  <a:lnTo>
                    <a:pt x="5765160" y="79630"/>
                  </a:lnTo>
                  <a:lnTo>
                    <a:pt x="5765253" y="79630"/>
                  </a:lnTo>
                  <a:lnTo>
                    <a:pt x="5765346" y="79630"/>
                  </a:lnTo>
                  <a:lnTo>
                    <a:pt x="5765439" y="79630"/>
                  </a:lnTo>
                  <a:lnTo>
                    <a:pt x="5765532" y="79630"/>
                  </a:lnTo>
                  <a:lnTo>
                    <a:pt x="5765626" y="79630"/>
                  </a:lnTo>
                  <a:lnTo>
                    <a:pt x="5765719" y="79630"/>
                  </a:lnTo>
                  <a:lnTo>
                    <a:pt x="5765812" y="79630"/>
                  </a:lnTo>
                  <a:lnTo>
                    <a:pt x="5765905" y="79630"/>
                  </a:lnTo>
                  <a:lnTo>
                    <a:pt x="5765999" y="79630"/>
                  </a:lnTo>
                  <a:lnTo>
                    <a:pt x="5766092" y="79630"/>
                  </a:lnTo>
                  <a:lnTo>
                    <a:pt x="5766185" y="79630"/>
                  </a:lnTo>
                  <a:lnTo>
                    <a:pt x="5766278" y="79630"/>
                  </a:lnTo>
                  <a:lnTo>
                    <a:pt x="5766372" y="79630"/>
                  </a:lnTo>
                  <a:lnTo>
                    <a:pt x="5766465" y="79630"/>
                  </a:lnTo>
                  <a:lnTo>
                    <a:pt x="5766558" y="79630"/>
                  </a:lnTo>
                  <a:lnTo>
                    <a:pt x="5766651" y="79630"/>
                  </a:lnTo>
                  <a:lnTo>
                    <a:pt x="5766745" y="79630"/>
                  </a:lnTo>
                  <a:lnTo>
                    <a:pt x="5766838" y="79630"/>
                  </a:lnTo>
                  <a:lnTo>
                    <a:pt x="5766931" y="79630"/>
                  </a:lnTo>
                  <a:lnTo>
                    <a:pt x="5767024" y="79630"/>
                  </a:lnTo>
                  <a:lnTo>
                    <a:pt x="5767118" y="79630"/>
                  </a:lnTo>
                  <a:lnTo>
                    <a:pt x="5767211" y="79630"/>
                  </a:lnTo>
                  <a:lnTo>
                    <a:pt x="5767304" y="79630"/>
                  </a:lnTo>
                  <a:lnTo>
                    <a:pt x="5767397" y="79630"/>
                  </a:lnTo>
                  <a:lnTo>
                    <a:pt x="5767491" y="79630"/>
                  </a:lnTo>
                  <a:lnTo>
                    <a:pt x="5767584" y="79630"/>
                  </a:lnTo>
                  <a:lnTo>
                    <a:pt x="5767677" y="79630"/>
                  </a:lnTo>
                  <a:lnTo>
                    <a:pt x="5767770" y="79630"/>
                  </a:lnTo>
                  <a:lnTo>
                    <a:pt x="5767864" y="79630"/>
                  </a:lnTo>
                  <a:lnTo>
                    <a:pt x="5767957" y="79630"/>
                  </a:lnTo>
                  <a:lnTo>
                    <a:pt x="5768050" y="79630"/>
                  </a:lnTo>
                  <a:lnTo>
                    <a:pt x="5768143" y="79630"/>
                  </a:lnTo>
                  <a:lnTo>
                    <a:pt x="5768237" y="79630"/>
                  </a:lnTo>
                  <a:lnTo>
                    <a:pt x="5768330" y="79630"/>
                  </a:lnTo>
                  <a:lnTo>
                    <a:pt x="5768423" y="79630"/>
                  </a:lnTo>
                  <a:lnTo>
                    <a:pt x="5768516" y="79630"/>
                  </a:lnTo>
                  <a:lnTo>
                    <a:pt x="5768610" y="79630"/>
                  </a:lnTo>
                  <a:lnTo>
                    <a:pt x="5768703" y="79630"/>
                  </a:lnTo>
                  <a:lnTo>
                    <a:pt x="5768796" y="79630"/>
                  </a:lnTo>
                  <a:lnTo>
                    <a:pt x="5768889" y="79630"/>
                  </a:lnTo>
                  <a:lnTo>
                    <a:pt x="5768983" y="79630"/>
                  </a:lnTo>
                  <a:lnTo>
                    <a:pt x="5769076" y="79630"/>
                  </a:lnTo>
                  <a:lnTo>
                    <a:pt x="5769169" y="79630"/>
                  </a:lnTo>
                  <a:lnTo>
                    <a:pt x="5769262" y="79630"/>
                  </a:lnTo>
                  <a:lnTo>
                    <a:pt x="5769356" y="79630"/>
                  </a:lnTo>
                  <a:lnTo>
                    <a:pt x="5769449" y="79630"/>
                  </a:lnTo>
                  <a:lnTo>
                    <a:pt x="5769542" y="79630"/>
                  </a:lnTo>
                  <a:lnTo>
                    <a:pt x="5769635" y="79630"/>
                  </a:lnTo>
                  <a:lnTo>
                    <a:pt x="5769729" y="79630"/>
                  </a:lnTo>
                  <a:lnTo>
                    <a:pt x="5769822" y="79630"/>
                  </a:lnTo>
                  <a:lnTo>
                    <a:pt x="5769915" y="79630"/>
                  </a:lnTo>
                  <a:lnTo>
                    <a:pt x="5770008" y="79630"/>
                  </a:lnTo>
                  <a:lnTo>
                    <a:pt x="5770102" y="79630"/>
                  </a:lnTo>
                  <a:lnTo>
                    <a:pt x="5770195" y="79630"/>
                  </a:lnTo>
                  <a:lnTo>
                    <a:pt x="5770288" y="79630"/>
                  </a:lnTo>
                  <a:lnTo>
                    <a:pt x="5770381" y="79630"/>
                  </a:lnTo>
                  <a:lnTo>
                    <a:pt x="5770475" y="79630"/>
                  </a:lnTo>
                  <a:lnTo>
                    <a:pt x="5770568" y="79630"/>
                  </a:lnTo>
                  <a:lnTo>
                    <a:pt x="5770661" y="79630"/>
                  </a:lnTo>
                  <a:lnTo>
                    <a:pt x="5770754" y="79630"/>
                  </a:lnTo>
                  <a:lnTo>
                    <a:pt x="5770848" y="79630"/>
                  </a:lnTo>
                  <a:lnTo>
                    <a:pt x="5770941" y="79630"/>
                  </a:lnTo>
                  <a:lnTo>
                    <a:pt x="5771034" y="79630"/>
                  </a:lnTo>
                  <a:lnTo>
                    <a:pt x="5771127" y="79630"/>
                  </a:lnTo>
                  <a:lnTo>
                    <a:pt x="5771221" y="79630"/>
                  </a:lnTo>
                  <a:lnTo>
                    <a:pt x="5771314" y="79630"/>
                  </a:lnTo>
                  <a:lnTo>
                    <a:pt x="5771407" y="79630"/>
                  </a:lnTo>
                  <a:lnTo>
                    <a:pt x="5771500" y="79630"/>
                  </a:lnTo>
                  <a:lnTo>
                    <a:pt x="5771594" y="79630"/>
                  </a:lnTo>
                  <a:lnTo>
                    <a:pt x="5771687" y="79630"/>
                  </a:lnTo>
                  <a:lnTo>
                    <a:pt x="5771780" y="79630"/>
                  </a:lnTo>
                  <a:lnTo>
                    <a:pt x="5771873" y="79630"/>
                  </a:lnTo>
                  <a:lnTo>
                    <a:pt x="5771967" y="79630"/>
                  </a:lnTo>
                  <a:lnTo>
                    <a:pt x="5772060" y="79630"/>
                  </a:lnTo>
                  <a:lnTo>
                    <a:pt x="5772153" y="79630"/>
                  </a:lnTo>
                  <a:lnTo>
                    <a:pt x="5772246" y="79630"/>
                  </a:lnTo>
                  <a:lnTo>
                    <a:pt x="5772339" y="79630"/>
                  </a:lnTo>
                  <a:lnTo>
                    <a:pt x="5772433" y="79630"/>
                  </a:lnTo>
                  <a:lnTo>
                    <a:pt x="5772526" y="79630"/>
                  </a:lnTo>
                  <a:lnTo>
                    <a:pt x="5772619" y="79630"/>
                  </a:lnTo>
                  <a:lnTo>
                    <a:pt x="5772712" y="79630"/>
                  </a:lnTo>
                  <a:lnTo>
                    <a:pt x="5772806" y="79630"/>
                  </a:lnTo>
                  <a:lnTo>
                    <a:pt x="5772899" y="79630"/>
                  </a:lnTo>
                  <a:lnTo>
                    <a:pt x="5772992" y="79630"/>
                  </a:lnTo>
                  <a:lnTo>
                    <a:pt x="5773085" y="79630"/>
                  </a:lnTo>
                  <a:lnTo>
                    <a:pt x="5773179" y="79630"/>
                  </a:lnTo>
                  <a:lnTo>
                    <a:pt x="5773272" y="79630"/>
                  </a:lnTo>
                  <a:lnTo>
                    <a:pt x="5773365" y="79630"/>
                  </a:lnTo>
                  <a:lnTo>
                    <a:pt x="5773458" y="79630"/>
                  </a:lnTo>
                  <a:lnTo>
                    <a:pt x="5773552" y="79630"/>
                  </a:lnTo>
                  <a:lnTo>
                    <a:pt x="5773645" y="79630"/>
                  </a:lnTo>
                  <a:lnTo>
                    <a:pt x="5773738" y="79630"/>
                  </a:lnTo>
                  <a:lnTo>
                    <a:pt x="5773831" y="79630"/>
                  </a:lnTo>
                  <a:lnTo>
                    <a:pt x="5773925" y="79630"/>
                  </a:lnTo>
                  <a:lnTo>
                    <a:pt x="5774018" y="79630"/>
                  </a:lnTo>
                  <a:lnTo>
                    <a:pt x="5774111" y="79630"/>
                  </a:lnTo>
                  <a:lnTo>
                    <a:pt x="5774204" y="79630"/>
                  </a:lnTo>
                  <a:lnTo>
                    <a:pt x="5774298" y="79630"/>
                  </a:lnTo>
                  <a:lnTo>
                    <a:pt x="5774391" y="79630"/>
                  </a:lnTo>
                  <a:lnTo>
                    <a:pt x="5774484" y="79630"/>
                  </a:lnTo>
                  <a:lnTo>
                    <a:pt x="5774577" y="79630"/>
                  </a:lnTo>
                  <a:lnTo>
                    <a:pt x="5774671" y="79630"/>
                  </a:lnTo>
                  <a:lnTo>
                    <a:pt x="5774764" y="79630"/>
                  </a:lnTo>
                  <a:lnTo>
                    <a:pt x="5774857" y="79630"/>
                  </a:lnTo>
                  <a:lnTo>
                    <a:pt x="5774950" y="79630"/>
                  </a:lnTo>
                  <a:lnTo>
                    <a:pt x="5775044" y="79630"/>
                  </a:lnTo>
                  <a:lnTo>
                    <a:pt x="5775137" y="79630"/>
                  </a:lnTo>
                  <a:lnTo>
                    <a:pt x="5775230" y="79630"/>
                  </a:lnTo>
                  <a:lnTo>
                    <a:pt x="5775323" y="79630"/>
                  </a:lnTo>
                  <a:lnTo>
                    <a:pt x="5775417" y="79630"/>
                  </a:lnTo>
                  <a:lnTo>
                    <a:pt x="5775510" y="79630"/>
                  </a:lnTo>
                  <a:lnTo>
                    <a:pt x="5775603" y="79630"/>
                  </a:lnTo>
                  <a:lnTo>
                    <a:pt x="5775696" y="79630"/>
                  </a:lnTo>
                  <a:lnTo>
                    <a:pt x="5775790" y="79630"/>
                  </a:lnTo>
                  <a:lnTo>
                    <a:pt x="5775883" y="79630"/>
                  </a:lnTo>
                  <a:lnTo>
                    <a:pt x="5775976" y="79630"/>
                  </a:lnTo>
                  <a:lnTo>
                    <a:pt x="5776069" y="79630"/>
                  </a:lnTo>
                  <a:lnTo>
                    <a:pt x="5776163" y="79630"/>
                  </a:lnTo>
                  <a:lnTo>
                    <a:pt x="5776256" y="79630"/>
                  </a:lnTo>
                  <a:lnTo>
                    <a:pt x="5776349" y="79630"/>
                  </a:lnTo>
                  <a:lnTo>
                    <a:pt x="5776442" y="79630"/>
                  </a:lnTo>
                  <a:lnTo>
                    <a:pt x="5776536" y="79630"/>
                  </a:lnTo>
                  <a:lnTo>
                    <a:pt x="5776629" y="79630"/>
                  </a:lnTo>
                  <a:lnTo>
                    <a:pt x="5776722" y="79630"/>
                  </a:lnTo>
                  <a:lnTo>
                    <a:pt x="5776815" y="79630"/>
                  </a:lnTo>
                  <a:lnTo>
                    <a:pt x="5776909" y="79630"/>
                  </a:lnTo>
                  <a:lnTo>
                    <a:pt x="5777002" y="79630"/>
                  </a:lnTo>
                  <a:lnTo>
                    <a:pt x="5777095" y="79630"/>
                  </a:lnTo>
                  <a:lnTo>
                    <a:pt x="5777188" y="79630"/>
                  </a:lnTo>
                  <a:lnTo>
                    <a:pt x="5777282" y="79630"/>
                  </a:lnTo>
                  <a:lnTo>
                    <a:pt x="5777375" y="79630"/>
                  </a:lnTo>
                  <a:lnTo>
                    <a:pt x="5777468" y="79630"/>
                  </a:lnTo>
                  <a:lnTo>
                    <a:pt x="5777561" y="79630"/>
                  </a:lnTo>
                  <a:lnTo>
                    <a:pt x="5777655" y="79630"/>
                  </a:lnTo>
                  <a:lnTo>
                    <a:pt x="5777748" y="79630"/>
                  </a:lnTo>
                  <a:lnTo>
                    <a:pt x="5777841" y="79630"/>
                  </a:lnTo>
                  <a:lnTo>
                    <a:pt x="5777934" y="79630"/>
                  </a:lnTo>
                  <a:lnTo>
                    <a:pt x="5778028" y="79630"/>
                  </a:lnTo>
                  <a:lnTo>
                    <a:pt x="5778121" y="79630"/>
                  </a:lnTo>
                  <a:lnTo>
                    <a:pt x="5778214" y="79630"/>
                  </a:lnTo>
                  <a:lnTo>
                    <a:pt x="5778307" y="79630"/>
                  </a:lnTo>
                  <a:lnTo>
                    <a:pt x="5778401" y="79630"/>
                  </a:lnTo>
                  <a:lnTo>
                    <a:pt x="5778494" y="79630"/>
                  </a:lnTo>
                  <a:lnTo>
                    <a:pt x="5778587" y="79630"/>
                  </a:lnTo>
                  <a:lnTo>
                    <a:pt x="5778680" y="79630"/>
                  </a:lnTo>
                  <a:lnTo>
                    <a:pt x="5778774" y="79630"/>
                  </a:lnTo>
                  <a:lnTo>
                    <a:pt x="5778867" y="79630"/>
                  </a:lnTo>
                  <a:lnTo>
                    <a:pt x="5778960" y="79630"/>
                  </a:lnTo>
                  <a:lnTo>
                    <a:pt x="5779053" y="79630"/>
                  </a:lnTo>
                  <a:lnTo>
                    <a:pt x="5779147" y="79630"/>
                  </a:lnTo>
                  <a:lnTo>
                    <a:pt x="5779240" y="79630"/>
                  </a:lnTo>
                  <a:lnTo>
                    <a:pt x="5779333" y="79630"/>
                  </a:lnTo>
                  <a:lnTo>
                    <a:pt x="5779426" y="79630"/>
                  </a:lnTo>
                  <a:lnTo>
                    <a:pt x="5779519" y="79630"/>
                  </a:lnTo>
                  <a:lnTo>
                    <a:pt x="5779613" y="79630"/>
                  </a:lnTo>
                  <a:lnTo>
                    <a:pt x="5779706" y="79630"/>
                  </a:lnTo>
                  <a:lnTo>
                    <a:pt x="5779799" y="79630"/>
                  </a:lnTo>
                  <a:lnTo>
                    <a:pt x="5779892" y="79630"/>
                  </a:lnTo>
                  <a:lnTo>
                    <a:pt x="5779986" y="79630"/>
                  </a:lnTo>
                  <a:lnTo>
                    <a:pt x="5780079" y="79630"/>
                  </a:lnTo>
                  <a:lnTo>
                    <a:pt x="5780172" y="79630"/>
                  </a:lnTo>
                  <a:lnTo>
                    <a:pt x="5780265" y="79630"/>
                  </a:lnTo>
                  <a:lnTo>
                    <a:pt x="5780359" y="79630"/>
                  </a:lnTo>
                  <a:lnTo>
                    <a:pt x="5780452" y="79630"/>
                  </a:lnTo>
                  <a:lnTo>
                    <a:pt x="5780545" y="79630"/>
                  </a:lnTo>
                  <a:lnTo>
                    <a:pt x="5780638" y="79630"/>
                  </a:lnTo>
                  <a:lnTo>
                    <a:pt x="5780732" y="79630"/>
                  </a:lnTo>
                  <a:lnTo>
                    <a:pt x="5780825" y="79630"/>
                  </a:lnTo>
                  <a:lnTo>
                    <a:pt x="5780918" y="79630"/>
                  </a:lnTo>
                  <a:lnTo>
                    <a:pt x="5781011" y="79630"/>
                  </a:lnTo>
                  <a:lnTo>
                    <a:pt x="5781105" y="79630"/>
                  </a:lnTo>
                  <a:lnTo>
                    <a:pt x="5781198" y="79630"/>
                  </a:lnTo>
                  <a:lnTo>
                    <a:pt x="5781291" y="79630"/>
                  </a:lnTo>
                  <a:lnTo>
                    <a:pt x="5781384" y="79630"/>
                  </a:lnTo>
                  <a:lnTo>
                    <a:pt x="5781478" y="79630"/>
                  </a:lnTo>
                  <a:lnTo>
                    <a:pt x="5781571" y="79630"/>
                  </a:lnTo>
                  <a:lnTo>
                    <a:pt x="5781664" y="79630"/>
                  </a:lnTo>
                  <a:lnTo>
                    <a:pt x="5781757" y="79630"/>
                  </a:lnTo>
                  <a:lnTo>
                    <a:pt x="5781851" y="79630"/>
                  </a:lnTo>
                  <a:lnTo>
                    <a:pt x="5781944" y="79630"/>
                  </a:lnTo>
                  <a:lnTo>
                    <a:pt x="5782037" y="79630"/>
                  </a:lnTo>
                  <a:lnTo>
                    <a:pt x="5782130" y="79630"/>
                  </a:lnTo>
                  <a:lnTo>
                    <a:pt x="5782224" y="79630"/>
                  </a:lnTo>
                  <a:lnTo>
                    <a:pt x="5782317" y="79630"/>
                  </a:lnTo>
                  <a:lnTo>
                    <a:pt x="5782410" y="79630"/>
                  </a:lnTo>
                  <a:lnTo>
                    <a:pt x="5782503" y="79630"/>
                  </a:lnTo>
                  <a:lnTo>
                    <a:pt x="5782597" y="79630"/>
                  </a:lnTo>
                  <a:lnTo>
                    <a:pt x="5782690" y="79630"/>
                  </a:lnTo>
                  <a:lnTo>
                    <a:pt x="5782783" y="79630"/>
                  </a:lnTo>
                  <a:lnTo>
                    <a:pt x="5782876" y="79630"/>
                  </a:lnTo>
                  <a:lnTo>
                    <a:pt x="5782970" y="79630"/>
                  </a:lnTo>
                  <a:lnTo>
                    <a:pt x="5783063" y="79630"/>
                  </a:lnTo>
                  <a:lnTo>
                    <a:pt x="5783156" y="79630"/>
                  </a:lnTo>
                  <a:lnTo>
                    <a:pt x="5783249" y="79630"/>
                  </a:lnTo>
                  <a:lnTo>
                    <a:pt x="5783343" y="79630"/>
                  </a:lnTo>
                  <a:lnTo>
                    <a:pt x="5783436" y="79630"/>
                  </a:lnTo>
                  <a:lnTo>
                    <a:pt x="5783529" y="79630"/>
                  </a:lnTo>
                  <a:lnTo>
                    <a:pt x="5783622" y="79630"/>
                  </a:lnTo>
                  <a:lnTo>
                    <a:pt x="5783716" y="79630"/>
                  </a:lnTo>
                  <a:lnTo>
                    <a:pt x="5783809" y="79630"/>
                  </a:lnTo>
                  <a:lnTo>
                    <a:pt x="5783902" y="79630"/>
                  </a:lnTo>
                  <a:lnTo>
                    <a:pt x="5783995" y="79630"/>
                  </a:lnTo>
                  <a:lnTo>
                    <a:pt x="5784089" y="79630"/>
                  </a:lnTo>
                  <a:lnTo>
                    <a:pt x="5784182" y="79630"/>
                  </a:lnTo>
                  <a:lnTo>
                    <a:pt x="5784275" y="79630"/>
                  </a:lnTo>
                  <a:lnTo>
                    <a:pt x="5784368" y="79630"/>
                  </a:lnTo>
                  <a:lnTo>
                    <a:pt x="5784462" y="79630"/>
                  </a:lnTo>
                  <a:lnTo>
                    <a:pt x="5784555" y="79630"/>
                  </a:lnTo>
                  <a:lnTo>
                    <a:pt x="5784648" y="79630"/>
                  </a:lnTo>
                  <a:lnTo>
                    <a:pt x="5784741" y="79630"/>
                  </a:lnTo>
                  <a:lnTo>
                    <a:pt x="5784835" y="79630"/>
                  </a:lnTo>
                  <a:lnTo>
                    <a:pt x="5784928" y="79630"/>
                  </a:lnTo>
                  <a:lnTo>
                    <a:pt x="5785021" y="79630"/>
                  </a:lnTo>
                  <a:lnTo>
                    <a:pt x="5785114" y="79630"/>
                  </a:lnTo>
                  <a:lnTo>
                    <a:pt x="5785208" y="79630"/>
                  </a:lnTo>
                  <a:lnTo>
                    <a:pt x="5785301" y="79630"/>
                  </a:lnTo>
                  <a:lnTo>
                    <a:pt x="5785394" y="79630"/>
                  </a:lnTo>
                  <a:lnTo>
                    <a:pt x="5785487" y="79630"/>
                  </a:lnTo>
                  <a:lnTo>
                    <a:pt x="5785581" y="79630"/>
                  </a:lnTo>
                  <a:lnTo>
                    <a:pt x="5785674" y="79630"/>
                  </a:lnTo>
                  <a:lnTo>
                    <a:pt x="5785767" y="79630"/>
                  </a:lnTo>
                  <a:lnTo>
                    <a:pt x="5785860" y="79630"/>
                  </a:lnTo>
                  <a:lnTo>
                    <a:pt x="5785954" y="79630"/>
                  </a:lnTo>
                  <a:lnTo>
                    <a:pt x="5786047" y="79630"/>
                  </a:lnTo>
                  <a:lnTo>
                    <a:pt x="5786140" y="79630"/>
                  </a:lnTo>
                  <a:lnTo>
                    <a:pt x="5786233" y="79630"/>
                  </a:lnTo>
                  <a:lnTo>
                    <a:pt x="5786326" y="79630"/>
                  </a:lnTo>
                  <a:lnTo>
                    <a:pt x="5786420" y="79630"/>
                  </a:lnTo>
                  <a:lnTo>
                    <a:pt x="5786513" y="79630"/>
                  </a:lnTo>
                  <a:lnTo>
                    <a:pt x="5786606" y="79630"/>
                  </a:lnTo>
                  <a:lnTo>
                    <a:pt x="5786699" y="79630"/>
                  </a:lnTo>
                  <a:lnTo>
                    <a:pt x="5786793" y="79630"/>
                  </a:lnTo>
                  <a:lnTo>
                    <a:pt x="5786886" y="79630"/>
                  </a:lnTo>
                  <a:lnTo>
                    <a:pt x="5786979" y="79630"/>
                  </a:lnTo>
                  <a:lnTo>
                    <a:pt x="5787072" y="79630"/>
                  </a:lnTo>
                  <a:lnTo>
                    <a:pt x="5787166" y="79630"/>
                  </a:lnTo>
                  <a:lnTo>
                    <a:pt x="5787259" y="79630"/>
                  </a:lnTo>
                  <a:lnTo>
                    <a:pt x="5787352" y="79630"/>
                  </a:lnTo>
                  <a:lnTo>
                    <a:pt x="5787445" y="79630"/>
                  </a:lnTo>
                  <a:lnTo>
                    <a:pt x="5787539" y="79630"/>
                  </a:lnTo>
                  <a:lnTo>
                    <a:pt x="5787632" y="79630"/>
                  </a:lnTo>
                  <a:lnTo>
                    <a:pt x="5787725" y="79630"/>
                  </a:lnTo>
                  <a:lnTo>
                    <a:pt x="5787818" y="79630"/>
                  </a:lnTo>
                  <a:lnTo>
                    <a:pt x="5787912" y="79630"/>
                  </a:lnTo>
                  <a:lnTo>
                    <a:pt x="5788005" y="79630"/>
                  </a:lnTo>
                  <a:lnTo>
                    <a:pt x="5788098" y="79630"/>
                  </a:lnTo>
                  <a:lnTo>
                    <a:pt x="5788191" y="79630"/>
                  </a:lnTo>
                  <a:lnTo>
                    <a:pt x="5788285" y="79630"/>
                  </a:lnTo>
                  <a:lnTo>
                    <a:pt x="5788378" y="79630"/>
                  </a:lnTo>
                  <a:lnTo>
                    <a:pt x="5788471" y="79630"/>
                  </a:lnTo>
                  <a:lnTo>
                    <a:pt x="5788564" y="79630"/>
                  </a:lnTo>
                  <a:lnTo>
                    <a:pt x="5788658" y="79630"/>
                  </a:lnTo>
                  <a:lnTo>
                    <a:pt x="5788751" y="79630"/>
                  </a:lnTo>
                  <a:lnTo>
                    <a:pt x="5788844" y="79630"/>
                  </a:lnTo>
                  <a:lnTo>
                    <a:pt x="5788937" y="79630"/>
                  </a:lnTo>
                  <a:lnTo>
                    <a:pt x="5789031" y="79630"/>
                  </a:lnTo>
                  <a:lnTo>
                    <a:pt x="5789124" y="79630"/>
                  </a:lnTo>
                  <a:lnTo>
                    <a:pt x="5789217" y="79630"/>
                  </a:lnTo>
                  <a:lnTo>
                    <a:pt x="5789310" y="79630"/>
                  </a:lnTo>
                  <a:lnTo>
                    <a:pt x="5789404" y="79630"/>
                  </a:lnTo>
                  <a:lnTo>
                    <a:pt x="5789497" y="79630"/>
                  </a:lnTo>
                  <a:lnTo>
                    <a:pt x="5789590" y="79630"/>
                  </a:lnTo>
                  <a:lnTo>
                    <a:pt x="5789683" y="79630"/>
                  </a:lnTo>
                  <a:lnTo>
                    <a:pt x="5789777" y="79630"/>
                  </a:lnTo>
                  <a:lnTo>
                    <a:pt x="5789870" y="79630"/>
                  </a:lnTo>
                  <a:lnTo>
                    <a:pt x="5789963" y="79630"/>
                  </a:lnTo>
                  <a:lnTo>
                    <a:pt x="5790056" y="79630"/>
                  </a:lnTo>
                  <a:lnTo>
                    <a:pt x="5790150" y="79630"/>
                  </a:lnTo>
                  <a:lnTo>
                    <a:pt x="5790243" y="79630"/>
                  </a:lnTo>
                  <a:lnTo>
                    <a:pt x="5790336" y="79630"/>
                  </a:lnTo>
                  <a:lnTo>
                    <a:pt x="5790429" y="79630"/>
                  </a:lnTo>
                  <a:lnTo>
                    <a:pt x="5790523" y="79630"/>
                  </a:lnTo>
                  <a:lnTo>
                    <a:pt x="5790616" y="79630"/>
                  </a:lnTo>
                  <a:lnTo>
                    <a:pt x="5790709" y="79630"/>
                  </a:lnTo>
                  <a:lnTo>
                    <a:pt x="5790802" y="79630"/>
                  </a:lnTo>
                  <a:lnTo>
                    <a:pt x="5790896" y="79630"/>
                  </a:lnTo>
                  <a:lnTo>
                    <a:pt x="5790989" y="79630"/>
                  </a:lnTo>
                  <a:lnTo>
                    <a:pt x="5791082" y="79630"/>
                  </a:lnTo>
                  <a:lnTo>
                    <a:pt x="5791175" y="79630"/>
                  </a:lnTo>
                  <a:lnTo>
                    <a:pt x="5791269" y="79630"/>
                  </a:lnTo>
                  <a:lnTo>
                    <a:pt x="5791362" y="79630"/>
                  </a:lnTo>
                  <a:lnTo>
                    <a:pt x="5791455" y="79630"/>
                  </a:lnTo>
                  <a:lnTo>
                    <a:pt x="5791548" y="79630"/>
                  </a:lnTo>
                  <a:lnTo>
                    <a:pt x="5791642" y="79630"/>
                  </a:lnTo>
                  <a:lnTo>
                    <a:pt x="5791735" y="79630"/>
                  </a:lnTo>
                  <a:lnTo>
                    <a:pt x="5791828" y="79630"/>
                  </a:lnTo>
                  <a:lnTo>
                    <a:pt x="5791921" y="79630"/>
                  </a:lnTo>
                  <a:lnTo>
                    <a:pt x="5792015" y="79630"/>
                  </a:lnTo>
                  <a:lnTo>
                    <a:pt x="5792108" y="79630"/>
                  </a:lnTo>
                  <a:lnTo>
                    <a:pt x="5792201" y="79630"/>
                  </a:lnTo>
                  <a:lnTo>
                    <a:pt x="5792294" y="79630"/>
                  </a:lnTo>
                  <a:lnTo>
                    <a:pt x="5792388" y="79630"/>
                  </a:lnTo>
                  <a:lnTo>
                    <a:pt x="5792481" y="79630"/>
                  </a:lnTo>
                  <a:lnTo>
                    <a:pt x="5792574" y="79630"/>
                  </a:lnTo>
                  <a:lnTo>
                    <a:pt x="5792667" y="79630"/>
                  </a:lnTo>
                  <a:lnTo>
                    <a:pt x="5792761" y="79630"/>
                  </a:lnTo>
                  <a:lnTo>
                    <a:pt x="5792854" y="79630"/>
                  </a:lnTo>
                  <a:lnTo>
                    <a:pt x="5792947" y="79630"/>
                  </a:lnTo>
                  <a:lnTo>
                    <a:pt x="5793040" y="79630"/>
                  </a:lnTo>
                  <a:lnTo>
                    <a:pt x="5793133" y="79630"/>
                  </a:lnTo>
                  <a:lnTo>
                    <a:pt x="5793227" y="79630"/>
                  </a:lnTo>
                  <a:lnTo>
                    <a:pt x="5793320" y="79630"/>
                  </a:lnTo>
                  <a:lnTo>
                    <a:pt x="5793413" y="79630"/>
                  </a:lnTo>
                  <a:lnTo>
                    <a:pt x="5793506" y="79630"/>
                  </a:lnTo>
                  <a:lnTo>
                    <a:pt x="5793600" y="79630"/>
                  </a:lnTo>
                  <a:lnTo>
                    <a:pt x="5793693" y="79630"/>
                  </a:lnTo>
                  <a:lnTo>
                    <a:pt x="5793786" y="79630"/>
                  </a:lnTo>
                  <a:lnTo>
                    <a:pt x="5793879" y="79630"/>
                  </a:lnTo>
                  <a:lnTo>
                    <a:pt x="5793973" y="79630"/>
                  </a:lnTo>
                  <a:lnTo>
                    <a:pt x="5794066" y="79630"/>
                  </a:lnTo>
                  <a:lnTo>
                    <a:pt x="5794159" y="79630"/>
                  </a:lnTo>
                  <a:lnTo>
                    <a:pt x="5794252" y="79630"/>
                  </a:lnTo>
                  <a:lnTo>
                    <a:pt x="5794346" y="79630"/>
                  </a:lnTo>
                  <a:lnTo>
                    <a:pt x="5794439" y="79630"/>
                  </a:lnTo>
                  <a:lnTo>
                    <a:pt x="5794532" y="79630"/>
                  </a:lnTo>
                  <a:lnTo>
                    <a:pt x="5794625" y="79630"/>
                  </a:lnTo>
                  <a:lnTo>
                    <a:pt x="5794719" y="79630"/>
                  </a:lnTo>
                  <a:lnTo>
                    <a:pt x="5794812" y="79630"/>
                  </a:lnTo>
                  <a:lnTo>
                    <a:pt x="5794905" y="79630"/>
                  </a:lnTo>
                  <a:lnTo>
                    <a:pt x="5794998" y="79630"/>
                  </a:lnTo>
                  <a:lnTo>
                    <a:pt x="5795092" y="79630"/>
                  </a:lnTo>
                  <a:lnTo>
                    <a:pt x="5795185" y="79630"/>
                  </a:lnTo>
                  <a:lnTo>
                    <a:pt x="5795278" y="79630"/>
                  </a:lnTo>
                  <a:lnTo>
                    <a:pt x="5795371" y="79630"/>
                  </a:lnTo>
                  <a:lnTo>
                    <a:pt x="5795465" y="79630"/>
                  </a:lnTo>
                  <a:lnTo>
                    <a:pt x="5795558" y="79630"/>
                  </a:lnTo>
                  <a:lnTo>
                    <a:pt x="5795651" y="79630"/>
                  </a:lnTo>
                  <a:lnTo>
                    <a:pt x="5795744" y="79630"/>
                  </a:lnTo>
                  <a:lnTo>
                    <a:pt x="5795838" y="79630"/>
                  </a:lnTo>
                  <a:lnTo>
                    <a:pt x="5795931" y="79630"/>
                  </a:lnTo>
                  <a:lnTo>
                    <a:pt x="5796024" y="79630"/>
                  </a:lnTo>
                  <a:lnTo>
                    <a:pt x="5796117" y="79630"/>
                  </a:lnTo>
                  <a:lnTo>
                    <a:pt x="5796211" y="79630"/>
                  </a:lnTo>
                  <a:lnTo>
                    <a:pt x="5796304" y="79630"/>
                  </a:lnTo>
                  <a:lnTo>
                    <a:pt x="5796397" y="79630"/>
                  </a:lnTo>
                  <a:lnTo>
                    <a:pt x="5796490" y="79630"/>
                  </a:lnTo>
                  <a:lnTo>
                    <a:pt x="5796584" y="79630"/>
                  </a:lnTo>
                  <a:lnTo>
                    <a:pt x="5796677" y="79630"/>
                  </a:lnTo>
                  <a:lnTo>
                    <a:pt x="5796677" y="69676"/>
                  </a:lnTo>
                  <a:lnTo>
                    <a:pt x="5796770" y="69676"/>
                  </a:lnTo>
                  <a:lnTo>
                    <a:pt x="5796863" y="69676"/>
                  </a:lnTo>
                  <a:lnTo>
                    <a:pt x="5796957" y="69676"/>
                  </a:lnTo>
                  <a:lnTo>
                    <a:pt x="5797050" y="69676"/>
                  </a:lnTo>
                  <a:lnTo>
                    <a:pt x="5797143" y="69676"/>
                  </a:lnTo>
                  <a:lnTo>
                    <a:pt x="5797236" y="69676"/>
                  </a:lnTo>
                  <a:lnTo>
                    <a:pt x="5797330" y="69676"/>
                  </a:lnTo>
                  <a:lnTo>
                    <a:pt x="5797423" y="69676"/>
                  </a:lnTo>
                  <a:lnTo>
                    <a:pt x="5797516" y="69676"/>
                  </a:lnTo>
                  <a:lnTo>
                    <a:pt x="5797609" y="69676"/>
                  </a:lnTo>
                  <a:lnTo>
                    <a:pt x="5797703" y="69676"/>
                  </a:lnTo>
                  <a:lnTo>
                    <a:pt x="5797796" y="69676"/>
                  </a:lnTo>
                  <a:lnTo>
                    <a:pt x="5797889" y="69676"/>
                  </a:lnTo>
                  <a:lnTo>
                    <a:pt x="5797982" y="69676"/>
                  </a:lnTo>
                  <a:lnTo>
                    <a:pt x="5798076" y="69676"/>
                  </a:lnTo>
                  <a:lnTo>
                    <a:pt x="5798169" y="69676"/>
                  </a:lnTo>
                  <a:lnTo>
                    <a:pt x="5798262" y="69676"/>
                  </a:lnTo>
                  <a:lnTo>
                    <a:pt x="5798355" y="69676"/>
                  </a:lnTo>
                  <a:lnTo>
                    <a:pt x="5798449" y="69676"/>
                  </a:lnTo>
                  <a:lnTo>
                    <a:pt x="5798542" y="69676"/>
                  </a:lnTo>
                  <a:lnTo>
                    <a:pt x="5798635" y="69676"/>
                  </a:lnTo>
                  <a:lnTo>
                    <a:pt x="5798728" y="69676"/>
                  </a:lnTo>
                  <a:lnTo>
                    <a:pt x="5798822" y="69676"/>
                  </a:lnTo>
                  <a:lnTo>
                    <a:pt x="5798915" y="69676"/>
                  </a:lnTo>
                  <a:lnTo>
                    <a:pt x="5799008" y="69676"/>
                  </a:lnTo>
                  <a:lnTo>
                    <a:pt x="5799101" y="69676"/>
                  </a:lnTo>
                  <a:lnTo>
                    <a:pt x="5799195" y="69676"/>
                  </a:lnTo>
                  <a:lnTo>
                    <a:pt x="5799288" y="69676"/>
                  </a:lnTo>
                  <a:lnTo>
                    <a:pt x="5799381" y="69676"/>
                  </a:lnTo>
                  <a:lnTo>
                    <a:pt x="5799474" y="69676"/>
                  </a:lnTo>
                  <a:lnTo>
                    <a:pt x="5799568" y="69676"/>
                  </a:lnTo>
                  <a:lnTo>
                    <a:pt x="5799661" y="69676"/>
                  </a:lnTo>
                  <a:lnTo>
                    <a:pt x="5799754" y="69676"/>
                  </a:lnTo>
                  <a:lnTo>
                    <a:pt x="5799847" y="69676"/>
                  </a:lnTo>
                  <a:lnTo>
                    <a:pt x="5799941" y="69676"/>
                  </a:lnTo>
                  <a:lnTo>
                    <a:pt x="5800034" y="69676"/>
                  </a:lnTo>
                  <a:lnTo>
                    <a:pt x="5800127" y="69676"/>
                  </a:lnTo>
                  <a:lnTo>
                    <a:pt x="5800220" y="69676"/>
                  </a:lnTo>
                  <a:lnTo>
                    <a:pt x="5800313" y="69676"/>
                  </a:lnTo>
                  <a:lnTo>
                    <a:pt x="5800407" y="69676"/>
                  </a:lnTo>
                  <a:lnTo>
                    <a:pt x="5800500" y="69676"/>
                  </a:lnTo>
                  <a:lnTo>
                    <a:pt x="5800593" y="69676"/>
                  </a:lnTo>
                  <a:lnTo>
                    <a:pt x="5800686" y="69676"/>
                  </a:lnTo>
                  <a:lnTo>
                    <a:pt x="5800780" y="69676"/>
                  </a:lnTo>
                  <a:lnTo>
                    <a:pt x="5800873" y="69676"/>
                  </a:lnTo>
                  <a:lnTo>
                    <a:pt x="5800966" y="69676"/>
                  </a:lnTo>
                  <a:lnTo>
                    <a:pt x="5801059" y="69676"/>
                  </a:lnTo>
                  <a:lnTo>
                    <a:pt x="5801153" y="69676"/>
                  </a:lnTo>
                  <a:lnTo>
                    <a:pt x="5801246" y="69676"/>
                  </a:lnTo>
                  <a:lnTo>
                    <a:pt x="5801339" y="69676"/>
                  </a:lnTo>
                  <a:lnTo>
                    <a:pt x="5801432" y="69676"/>
                  </a:lnTo>
                  <a:lnTo>
                    <a:pt x="5801526" y="69676"/>
                  </a:lnTo>
                  <a:lnTo>
                    <a:pt x="5801619" y="69676"/>
                  </a:lnTo>
                  <a:lnTo>
                    <a:pt x="5801712" y="69676"/>
                  </a:lnTo>
                  <a:lnTo>
                    <a:pt x="5801805" y="69676"/>
                  </a:lnTo>
                  <a:lnTo>
                    <a:pt x="5801899" y="69676"/>
                  </a:lnTo>
                  <a:lnTo>
                    <a:pt x="5801992" y="69676"/>
                  </a:lnTo>
                  <a:lnTo>
                    <a:pt x="5802085" y="69676"/>
                  </a:lnTo>
                  <a:lnTo>
                    <a:pt x="5802178" y="69676"/>
                  </a:lnTo>
                  <a:lnTo>
                    <a:pt x="5802272" y="69676"/>
                  </a:lnTo>
                  <a:lnTo>
                    <a:pt x="5802365" y="69676"/>
                  </a:lnTo>
                  <a:lnTo>
                    <a:pt x="5802458" y="69676"/>
                  </a:lnTo>
                  <a:lnTo>
                    <a:pt x="5802551" y="69676"/>
                  </a:lnTo>
                  <a:lnTo>
                    <a:pt x="5802645" y="69676"/>
                  </a:lnTo>
                  <a:lnTo>
                    <a:pt x="5802738" y="69676"/>
                  </a:lnTo>
                  <a:lnTo>
                    <a:pt x="5802831" y="69676"/>
                  </a:lnTo>
                  <a:lnTo>
                    <a:pt x="5802924" y="69676"/>
                  </a:lnTo>
                  <a:lnTo>
                    <a:pt x="5803018" y="69676"/>
                  </a:lnTo>
                  <a:lnTo>
                    <a:pt x="5803111" y="69676"/>
                  </a:lnTo>
                  <a:lnTo>
                    <a:pt x="5803204" y="69676"/>
                  </a:lnTo>
                  <a:lnTo>
                    <a:pt x="5803297" y="69676"/>
                  </a:lnTo>
                  <a:lnTo>
                    <a:pt x="5803391" y="69676"/>
                  </a:lnTo>
                  <a:lnTo>
                    <a:pt x="5803484" y="69676"/>
                  </a:lnTo>
                  <a:lnTo>
                    <a:pt x="5803577" y="69676"/>
                  </a:lnTo>
                  <a:lnTo>
                    <a:pt x="5803670" y="69676"/>
                  </a:lnTo>
                  <a:lnTo>
                    <a:pt x="5803764" y="69676"/>
                  </a:lnTo>
                  <a:lnTo>
                    <a:pt x="5803857" y="69676"/>
                  </a:lnTo>
                  <a:lnTo>
                    <a:pt x="5803950" y="69676"/>
                  </a:lnTo>
                  <a:lnTo>
                    <a:pt x="5804043" y="69676"/>
                  </a:lnTo>
                  <a:lnTo>
                    <a:pt x="5804137" y="69676"/>
                  </a:lnTo>
                  <a:lnTo>
                    <a:pt x="5804230" y="69676"/>
                  </a:lnTo>
                  <a:lnTo>
                    <a:pt x="5804323" y="69676"/>
                  </a:lnTo>
                  <a:lnTo>
                    <a:pt x="5804416" y="69676"/>
                  </a:lnTo>
                  <a:lnTo>
                    <a:pt x="5804510" y="69676"/>
                  </a:lnTo>
                  <a:lnTo>
                    <a:pt x="5804603" y="69676"/>
                  </a:lnTo>
                  <a:lnTo>
                    <a:pt x="5804696" y="69676"/>
                  </a:lnTo>
                  <a:lnTo>
                    <a:pt x="5804789" y="69676"/>
                  </a:lnTo>
                  <a:lnTo>
                    <a:pt x="5804883" y="69676"/>
                  </a:lnTo>
                  <a:lnTo>
                    <a:pt x="5804976" y="69676"/>
                  </a:lnTo>
                  <a:lnTo>
                    <a:pt x="5805069" y="69676"/>
                  </a:lnTo>
                  <a:lnTo>
                    <a:pt x="5805162" y="69676"/>
                  </a:lnTo>
                  <a:lnTo>
                    <a:pt x="5805256" y="69676"/>
                  </a:lnTo>
                  <a:lnTo>
                    <a:pt x="5805349" y="69676"/>
                  </a:lnTo>
                  <a:lnTo>
                    <a:pt x="5805442" y="69676"/>
                  </a:lnTo>
                  <a:lnTo>
                    <a:pt x="5805535" y="69676"/>
                  </a:lnTo>
                  <a:lnTo>
                    <a:pt x="5805629" y="69676"/>
                  </a:lnTo>
                  <a:lnTo>
                    <a:pt x="5805722" y="69676"/>
                  </a:lnTo>
                  <a:lnTo>
                    <a:pt x="5805815" y="69676"/>
                  </a:lnTo>
                  <a:lnTo>
                    <a:pt x="5805908" y="69676"/>
                  </a:lnTo>
                  <a:lnTo>
                    <a:pt x="5806002" y="69676"/>
                  </a:lnTo>
                  <a:lnTo>
                    <a:pt x="5806095" y="69676"/>
                  </a:lnTo>
                  <a:lnTo>
                    <a:pt x="5806188" y="69676"/>
                  </a:lnTo>
                  <a:lnTo>
                    <a:pt x="5806281" y="69676"/>
                  </a:lnTo>
                  <a:lnTo>
                    <a:pt x="5806375" y="69676"/>
                  </a:lnTo>
                  <a:lnTo>
                    <a:pt x="5806468" y="69676"/>
                  </a:lnTo>
                  <a:lnTo>
                    <a:pt x="5806561" y="69676"/>
                  </a:lnTo>
                  <a:lnTo>
                    <a:pt x="5806654" y="69676"/>
                  </a:lnTo>
                  <a:lnTo>
                    <a:pt x="5806748" y="69676"/>
                  </a:lnTo>
                  <a:lnTo>
                    <a:pt x="5806841" y="69676"/>
                  </a:lnTo>
                  <a:lnTo>
                    <a:pt x="5806934" y="69676"/>
                  </a:lnTo>
                  <a:lnTo>
                    <a:pt x="5807027" y="69676"/>
                  </a:lnTo>
                  <a:lnTo>
                    <a:pt x="5807120" y="69676"/>
                  </a:lnTo>
                  <a:lnTo>
                    <a:pt x="5807214" y="69676"/>
                  </a:lnTo>
                  <a:lnTo>
                    <a:pt x="5807307" y="69676"/>
                  </a:lnTo>
                  <a:lnTo>
                    <a:pt x="5807400" y="69676"/>
                  </a:lnTo>
                  <a:lnTo>
                    <a:pt x="5807493" y="69676"/>
                  </a:lnTo>
                  <a:lnTo>
                    <a:pt x="5807587" y="69676"/>
                  </a:lnTo>
                  <a:lnTo>
                    <a:pt x="5807680" y="69676"/>
                  </a:lnTo>
                  <a:lnTo>
                    <a:pt x="5807773" y="69676"/>
                  </a:lnTo>
                  <a:lnTo>
                    <a:pt x="5807866" y="69676"/>
                  </a:lnTo>
                  <a:lnTo>
                    <a:pt x="5807960" y="69676"/>
                  </a:lnTo>
                  <a:lnTo>
                    <a:pt x="5808053" y="69676"/>
                  </a:lnTo>
                  <a:lnTo>
                    <a:pt x="5808146" y="69676"/>
                  </a:lnTo>
                  <a:lnTo>
                    <a:pt x="5808239" y="69676"/>
                  </a:lnTo>
                  <a:lnTo>
                    <a:pt x="5808333" y="69676"/>
                  </a:lnTo>
                  <a:lnTo>
                    <a:pt x="5808426" y="69676"/>
                  </a:lnTo>
                  <a:lnTo>
                    <a:pt x="5808519" y="69676"/>
                  </a:lnTo>
                  <a:lnTo>
                    <a:pt x="5808612" y="69676"/>
                  </a:lnTo>
                  <a:lnTo>
                    <a:pt x="5808706" y="69676"/>
                  </a:lnTo>
                  <a:lnTo>
                    <a:pt x="5808799" y="69676"/>
                  </a:lnTo>
                  <a:lnTo>
                    <a:pt x="5808892" y="69676"/>
                  </a:lnTo>
                  <a:lnTo>
                    <a:pt x="5808985" y="69676"/>
                  </a:lnTo>
                  <a:lnTo>
                    <a:pt x="5809079" y="69676"/>
                  </a:lnTo>
                  <a:lnTo>
                    <a:pt x="5809172" y="69676"/>
                  </a:lnTo>
                  <a:lnTo>
                    <a:pt x="5809265" y="69676"/>
                  </a:lnTo>
                  <a:lnTo>
                    <a:pt x="5809358" y="69676"/>
                  </a:lnTo>
                  <a:lnTo>
                    <a:pt x="5809452" y="69676"/>
                  </a:lnTo>
                  <a:lnTo>
                    <a:pt x="5809545" y="69676"/>
                  </a:lnTo>
                  <a:lnTo>
                    <a:pt x="5809638" y="69676"/>
                  </a:lnTo>
                  <a:lnTo>
                    <a:pt x="5809731" y="69676"/>
                  </a:lnTo>
                  <a:lnTo>
                    <a:pt x="5809825" y="69676"/>
                  </a:lnTo>
                  <a:lnTo>
                    <a:pt x="5809918" y="69676"/>
                  </a:lnTo>
                  <a:lnTo>
                    <a:pt x="5810011" y="69676"/>
                  </a:lnTo>
                  <a:lnTo>
                    <a:pt x="5810104" y="69676"/>
                  </a:lnTo>
                  <a:lnTo>
                    <a:pt x="5810198" y="69676"/>
                  </a:lnTo>
                  <a:lnTo>
                    <a:pt x="5810291" y="69676"/>
                  </a:lnTo>
                  <a:lnTo>
                    <a:pt x="5810384" y="69676"/>
                  </a:lnTo>
                  <a:lnTo>
                    <a:pt x="5810477" y="69676"/>
                  </a:lnTo>
                  <a:lnTo>
                    <a:pt x="5810571" y="69676"/>
                  </a:lnTo>
                  <a:lnTo>
                    <a:pt x="5810664" y="69676"/>
                  </a:lnTo>
                  <a:lnTo>
                    <a:pt x="5810757" y="69676"/>
                  </a:lnTo>
                  <a:lnTo>
                    <a:pt x="5810850" y="69676"/>
                  </a:lnTo>
                  <a:lnTo>
                    <a:pt x="5810944" y="69676"/>
                  </a:lnTo>
                  <a:lnTo>
                    <a:pt x="5811037" y="69676"/>
                  </a:lnTo>
                  <a:lnTo>
                    <a:pt x="5811130" y="69676"/>
                  </a:lnTo>
                  <a:lnTo>
                    <a:pt x="5811223" y="69676"/>
                  </a:lnTo>
                  <a:lnTo>
                    <a:pt x="5811317" y="69676"/>
                  </a:lnTo>
                  <a:lnTo>
                    <a:pt x="5811410" y="69676"/>
                  </a:lnTo>
                  <a:lnTo>
                    <a:pt x="5811503" y="69676"/>
                  </a:lnTo>
                  <a:lnTo>
                    <a:pt x="5811596" y="69676"/>
                  </a:lnTo>
                  <a:lnTo>
                    <a:pt x="5811690" y="69676"/>
                  </a:lnTo>
                  <a:lnTo>
                    <a:pt x="5811783" y="69676"/>
                  </a:lnTo>
                  <a:lnTo>
                    <a:pt x="5811876" y="69676"/>
                  </a:lnTo>
                  <a:lnTo>
                    <a:pt x="5811969" y="69676"/>
                  </a:lnTo>
                  <a:lnTo>
                    <a:pt x="5812063" y="69676"/>
                  </a:lnTo>
                  <a:lnTo>
                    <a:pt x="5812156" y="69676"/>
                  </a:lnTo>
                  <a:lnTo>
                    <a:pt x="5812249" y="69676"/>
                  </a:lnTo>
                  <a:lnTo>
                    <a:pt x="5812342" y="69676"/>
                  </a:lnTo>
                  <a:lnTo>
                    <a:pt x="5812436" y="69676"/>
                  </a:lnTo>
                  <a:lnTo>
                    <a:pt x="5812529" y="69676"/>
                  </a:lnTo>
                  <a:lnTo>
                    <a:pt x="5812622" y="69676"/>
                  </a:lnTo>
                  <a:lnTo>
                    <a:pt x="5812715" y="69676"/>
                  </a:lnTo>
                  <a:lnTo>
                    <a:pt x="5812809" y="69676"/>
                  </a:lnTo>
                  <a:lnTo>
                    <a:pt x="5812902" y="69676"/>
                  </a:lnTo>
                  <a:lnTo>
                    <a:pt x="5812995" y="69676"/>
                  </a:lnTo>
                  <a:lnTo>
                    <a:pt x="5813088" y="69676"/>
                  </a:lnTo>
                  <a:lnTo>
                    <a:pt x="5813182" y="69676"/>
                  </a:lnTo>
                  <a:lnTo>
                    <a:pt x="5813275" y="69676"/>
                  </a:lnTo>
                  <a:lnTo>
                    <a:pt x="5813368" y="69676"/>
                  </a:lnTo>
                  <a:lnTo>
                    <a:pt x="5813461" y="69676"/>
                  </a:lnTo>
                  <a:lnTo>
                    <a:pt x="5813555" y="69676"/>
                  </a:lnTo>
                  <a:lnTo>
                    <a:pt x="5813648" y="69676"/>
                  </a:lnTo>
                  <a:lnTo>
                    <a:pt x="5813741" y="69676"/>
                  </a:lnTo>
                  <a:lnTo>
                    <a:pt x="5813834" y="69676"/>
                  </a:lnTo>
                  <a:lnTo>
                    <a:pt x="5813927" y="69676"/>
                  </a:lnTo>
                  <a:lnTo>
                    <a:pt x="5814021" y="69676"/>
                  </a:lnTo>
                  <a:lnTo>
                    <a:pt x="5814114" y="69676"/>
                  </a:lnTo>
                  <a:lnTo>
                    <a:pt x="5814207" y="69676"/>
                  </a:lnTo>
                  <a:lnTo>
                    <a:pt x="5814300" y="69676"/>
                  </a:lnTo>
                  <a:lnTo>
                    <a:pt x="5814394" y="69676"/>
                  </a:lnTo>
                  <a:lnTo>
                    <a:pt x="5814487" y="69676"/>
                  </a:lnTo>
                  <a:lnTo>
                    <a:pt x="5814580" y="69676"/>
                  </a:lnTo>
                  <a:lnTo>
                    <a:pt x="5814673" y="69676"/>
                  </a:lnTo>
                  <a:lnTo>
                    <a:pt x="5814767" y="69676"/>
                  </a:lnTo>
                  <a:lnTo>
                    <a:pt x="5814860" y="69676"/>
                  </a:lnTo>
                  <a:lnTo>
                    <a:pt x="5814953" y="69676"/>
                  </a:lnTo>
                  <a:lnTo>
                    <a:pt x="5815046" y="69676"/>
                  </a:lnTo>
                  <a:lnTo>
                    <a:pt x="5815140" y="69676"/>
                  </a:lnTo>
                  <a:lnTo>
                    <a:pt x="5815233" y="69676"/>
                  </a:lnTo>
                  <a:lnTo>
                    <a:pt x="5815326" y="69676"/>
                  </a:lnTo>
                  <a:lnTo>
                    <a:pt x="5815419" y="69676"/>
                  </a:lnTo>
                  <a:lnTo>
                    <a:pt x="5815513" y="69676"/>
                  </a:lnTo>
                  <a:lnTo>
                    <a:pt x="5815606" y="69676"/>
                  </a:lnTo>
                  <a:lnTo>
                    <a:pt x="5815699" y="69676"/>
                  </a:lnTo>
                  <a:lnTo>
                    <a:pt x="5815792" y="69676"/>
                  </a:lnTo>
                  <a:lnTo>
                    <a:pt x="5815886" y="69676"/>
                  </a:lnTo>
                  <a:lnTo>
                    <a:pt x="5815979" y="69676"/>
                  </a:lnTo>
                  <a:lnTo>
                    <a:pt x="5816072" y="69676"/>
                  </a:lnTo>
                  <a:lnTo>
                    <a:pt x="5816165" y="69676"/>
                  </a:lnTo>
                  <a:lnTo>
                    <a:pt x="5816259" y="69676"/>
                  </a:lnTo>
                  <a:lnTo>
                    <a:pt x="5816352" y="69676"/>
                  </a:lnTo>
                  <a:lnTo>
                    <a:pt x="5816445" y="69676"/>
                  </a:lnTo>
                  <a:lnTo>
                    <a:pt x="5816538" y="69676"/>
                  </a:lnTo>
                  <a:lnTo>
                    <a:pt x="5816632" y="69676"/>
                  </a:lnTo>
                  <a:lnTo>
                    <a:pt x="5816725" y="69676"/>
                  </a:lnTo>
                  <a:lnTo>
                    <a:pt x="5816818" y="69676"/>
                  </a:lnTo>
                  <a:lnTo>
                    <a:pt x="5816911" y="69676"/>
                  </a:lnTo>
                  <a:lnTo>
                    <a:pt x="5817005" y="69676"/>
                  </a:lnTo>
                  <a:lnTo>
                    <a:pt x="5817098" y="69676"/>
                  </a:lnTo>
                  <a:lnTo>
                    <a:pt x="5817191" y="69676"/>
                  </a:lnTo>
                  <a:lnTo>
                    <a:pt x="5817284" y="69676"/>
                  </a:lnTo>
                  <a:lnTo>
                    <a:pt x="5817378" y="69676"/>
                  </a:lnTo>
                  <a:lnTo>
                    <a:pt x="5817471" y="69676"/>
                  </a:lnTo>
                  <a:lnTo>
                    <a:pt x="5817564" y="69676"/>
                  </a:lnTo>
                  <a:lnTo>
                    <a:pt x="5817657" y="69676"/>
                  </a:lnTo>
                  <a:lnTo>
                    <a:pt x="5817751" y="69676"/>
                  </a:lnTo>
                  <a:lnTo>
                    <a:pt x="5817844" y="69676"/>
                  </a:lnTo>
                  <a:lnTo>
                    <a:pt x="5817937" y="69676"/>
                  </a:lnTo>
                  <a:lnTo>
                    <a:pt x="5818030" y="69676"/>
                  </a:lnTo>
                  <a:lnTo>
                    <a:pt x="5818124" y="69676"/>
                  </a:lnTo>
                  <a:lnTo>
                    <a:pt x="5818217" y="69676"/>
                  </a:lnTo>
                  <a:lnTo>
                    <a:pt x="5818310" y="69676"/>
                  </a:lnTo>
                  <a:lnTo>
                    <a:pt x="5818403" y="69676"/>
                  </a:lnTo>
                  <a:lnTo>
                    <a:pt x="5818497" y="69676"/>
                  </a:lnTo>
                  <a:lnTo>
                    <a:pt x="5818590" y="69676"/>
                  </a:lnTo>
                  <a:lnTo>
                    <a:pt x="5818683" y="69676"/>
                  </a:lnTo>
                  <a:lnTo>
                    <a:pt x="5818776" y="69676"/>
                  </a:lnTo>
                  <a:lnTo>
                    <a:pt x="5818870" y="69676"/>
                  </a:lnTo>
                  <a:lnTo>
                    <a:pt x="5818870" y="59722"/>
                  </a:lnTo>
                  <a:lnTo>
                    <a:pt x="5818963" y="59722"/>
                  </a:lnTo>
                  <a:lnTo>
                    <a:pt x="5819056" y="59722"/>
                  </a:lnTo>
                  <a:lnTo>
                    <a:pt x="5819149" y="59722"/>
                  </a:lnTo>
                  <a:lnTo>
                    <a:pt x="5819243" y="59722"/>
                  </a:lnTo>
                  <a:lnTo>
                    <a:pt x="5819336" y="59722"/>
                  </a:lnTo>
                  <a:lnTo>
                    <a:pt x="5819429" y="59722"/>
                  </a:lnTo>
                  <a:lnTo>
                    <a:pt x="5819522" y="59722"/>
                  </a:lnTo>
                  <a:lnTo>
                    <a:pt x="5819616" y="59722"/>
                  </a:lnTo>
                  <a:lnTo>
                    <a:pt x="5819709" y="59722"/>
                  </a:lnTo>
                  <a:lnTo>
                    <a:pt x="5819802" y="59722"/>
                  </a:lnTo>
                  <a:lnTo>
                    <a:pt x="5819895" y="59722"/>
                  </a:lnTo>
                  <a:lnTo>
                    <a:pt x="5819989" y="59722"/>
                  </a:lnTo>
                  <a:lnTo>
                    <a:pt x="5820082" y="59722"/>
                  </a:lnTo>
                  <a:lnTo>
                    <a:pt x="5820175" y="59722"/>
                  </a:lnTo>
                  <a:lnTo>
                    <a:pt x="5820268" y="59722"/>
                  </a:lnTo>
                  <a:lnTo>
                    <a:pt x="5820362" y="59722"/>
                  </a:lnTo>
                  <a:lnTo>
                    <a:pt x="5820455" y="59722"/>
                  </a:lnTo>
                  <a:lnTo>
                    <a:pt x="5820548" y="59722"/>
                  </a:lnTo>
                  <a:lnTo>
                    <a:pt x="5820641" y="59722"/>
                  </a:lnTo>
                  <a:lnTo>
                    <a:pt x="5820735" y="59722"/>
                  </a:lnTo>
                  <a:lnTo>
                    <a:pt x="5820828" y="59722"/>
                  </a:lnTo>
                  <a:lnTo>
                    <a:pt x="5820921" y="59722"/>
                  </a:lnTo>
                  <a:lnTo>
                    <a:pt x="5821014" y="59722"/>
                  </a:lnTo>
                  <a:lnTo>
                    <a:pt x="5821107" y="59722"/>
                  </a:lnTo>
                  <a:lnTo>
                    <a:pt x="5821201" y="59722"/>
                  </a:lnTo>
                  <a:lnTo>
                    <a:pt x="5821294" y="59722"/>
                  </a:lnTo>
                  <a:lnTo>
                    <a:pt x="5821387" y="59722"/>
                  </a:lnTo>
                  <a:lnTo>
                    <a:pt x="5821480" y="59722"/>
                  </a:lnTo>
                  <a:lnTo>
                    <a:pt x="5821574" y="59722"/>
                  </a:lnTo>
                  <a:lnTo>
                    <a:pt x="5821667" y="59722"/>
                  </a:lnTo>
                  <a:lnTo>
                    <a:pt x="5821760" y="59722"/>
                  </a:lnTo>
                  <a:lnTo>
                    <a:pt x="5821853" y="59722"/>
                  </a:lnTo>
                  <a:lnTo>
                    <a:pt x="5821947" y="59722"/>
                  </a:lnTo>
                  <a:lnTo>
                    <a:pt x="5822040" y="59722"/>
                  </a:lnTo>
                  <a:lnTo>
                    <a:pt x="5822133" y="59722"/>
                  </a:lnTo>
                  <a:lnTo>
                    <a:pt x="5822226" y="59722"/>
                  </a:lnTo>
                  <a:lnTo>
                    <a:pt x="5822320" y="59722"/>
                  </a:lnTo>
                  <a:lnTo>
                    <a:pt x="5822413" y="59722"/>
                  </a:lnTo>
                  <a:lnTo>
                    <a:pt x="5822506" y="59722"/>
                  </a:lnTo>
                  <a:lnTo>
                    <a:pt x="5822599" y="59722"/>
                  </a:lnTo>
                  <a:lnTo>
                    <a:pt x="5822693" y="59722"/>
                  </a:lnTo>
                  <a:lnTo>
                    <a:pt x="5822786" y="59722"/>
                  </a:lnTo>
                  <a:lnTo>
                    <a:pt x="5822879" y="59722"/>
                  </a:lnTo>
                  <a:lnTo>
                    <a:pt x="5822972" y="59722"/>
                  </a:lnTo>
                  <a:lnTo>
                    <a:pt x="5823066" y="59722"/>
                  </a:lnTo>
                  <a:lnTo>
                    <a:pt x="5823159" y="59722"/>
                  </a:lnTo>
                  <a:lnTo>
                    <a:pt x="5823252" y="59722"/>
                  </a:lnTo>
                  <a:lnTo>
                    <a:pt x="5823345" y="59722"/>
                  </a:lnTo>
                  <a:lnTo>
                    <a:pt x="5823439" y="59722"/>
                  </a:lnTo>
                  <a:lnTo>
                    <a:pt x="5823532" y="59722"/>
                  </a:lnTo>
                  <a:lnTo>
                    <a:pt x="5823625" y="59722"/>
                  </a:lnTo>
                  <a:lnTo>
                    <a:pt x="5823718" y="59722"/>
                  </a:lnTo>
                  <a:lnTo>
                    <a:pt x="5823812" y="59722"/>
                  </a:lnTo>
                  <a:lnTo>
                    <a:pt x="5823905" y="59722"/>
                  </a:lnTo>
                  <a:lnTo>
                    <a:pt x="5823998" y="59722"/>
                  </a:lnTo>
                  <a:lnTo>
                    <a:pt x="5824091" y="59722"/>
                  </a:lnTo>
                  <a:lnTo>
                    <a:pt x="5824185" y="59722"/>
                  </a:lnTo>
                  <a:lnTo>
                    <a:pt x="5824278" y="59722"/>
                  </a:lnTo>
                  <a:lnTo>
                    <a:pt x="5824371" y="59722"/>
                  </a:lnTo>
                  <a:lnTo>
                    <a:pt x="5824464" y="59722"/>
                  </a:lnTo>
                  <a:lnTo>
                    <a:pt x="5824558" y="59722"/>
                  </a:lnTo>
                  <a:lnTo>
                    <a:pt x="5824651" y="59722"/>
                  </a:lnTo>
                  <a:lnTo>
                    <a:pt x="5824744" y="59722"/>
                  </a:lnTo>
                  <a:lnTo>
                    <a:pt x="5824837" y="59722"/>
                  </a:lnTo>
                  <a:lnTo>
                    <a:pt x="5824931" y="59722"/>
                  </a:lnTo>
                  <a:lnTo>
                    <a:pt x="5825024" y="59722"/>
                  </a:lnTo>
                  <a:lnTo>
                    <a:pt x="5825117" y="59722"/>
                  </a:lnTo>
                  <a:lnTo>
                    <a:pt x="5825210" y="59722"/>
                  </a:lnTo>
                  <a:lnTo>
                    <a:pt x="5825304" y="59722"/>
                  </a:lnTo>
                  <a:lnTo>
                    <a:pt x="5825397" y="59722"/>
                  </a:lnTo>
                  <a:lnTo>
                    <a:pt x="5825490" y="59722"/>
                  </a:lnTo>
                  <a:lnTo>
                    <a:pt x="5825583" y="59722"/>
                  </a:lnTo>
                  <a:lnTo>
                    <a:pt x="5825677" y="59722"/>
                  </a:lnTo>
                  <a:lnTo>
                    <a:pt x="5825770" y="59722"/>
                  </a:lnTo>
                  <a:lnTo>
                    <a:pt x="5825863" y="59722"/>
                  </a:lnTo>
                  <a:lnTo>
                    <a:pt x="5825956" y="59722"/>
                  </a:lnTo>
                  <a:lnTo>
                    <a:pt x="5826050" y="59722"/>
                  </a:lnTo>
                  <a:lnTo>
                    <a:pt x="5826143" y="59722"/>
                  </a:lnTo>
                  <a:lnTo>
                    <a:pt x="5826236" y="59722"/>
                  </a:lnTo>
                  <a:lnTo>
                    <a:pt x="5826329" y="59722"/>
                  </a:lnTo>
                  <a:lnTo>
                    <a:pt x="5826423" y="59722"/>
                  </a:lnTo>
                  <a:lnTo>
                    <a:pt x="5826516" y="59722"/>
                  </a:lnTo>
                  <a:lnTo>
                    <a:pt x="5826609" y="59722"/>
                  </a:lnTo>
                  <a:lnTo>
                    <a:pt x="5826702" y="59722"/>
                  </a:lnTo>
                  <a:lnTo>
                    <a:pt x="5826796" y="59722"/>
                  </a:lnTo>
                  <a:lnTo>
                    <a:pt x="5826889" y="59722"/>
                  </a:lnTo>
                  <a:lnTo>
                    <a:pt x="5826982" y="59722"/>
                  </a:lnTo>
                  <a:lnTo>
                    <a:pt x="5827075" y="59722"/>
                  </a:lnTo>
                  <a:lnTo>
                    <a:pt x="5827169" y="59722"/>
                  </a:lnTo>
                  <a:lnTo>
                    <a:pt x="5827262" y="59722"/>
                  </a:lnTo>
                  <a:lnTo>
                    <a:pt x="5827355" y="59722"/>
                  </a:lnTo>
                  <a:lnTo>
                    <a:pt x="5827448" y="59722"/>
                  </a:lnTo>
                  <a:lnTo>
                    <a:pt x="5827542" y="59722"/>
                  </a:lnTo>
                  <a:lnTo>
                    <a:pt x="5827635" y="59722"/>
                  </a:lnTo>
                  <a:lnTo>
                    <a:pt x="5827728" y="59722"/>
                  </a:lnTo>
                  <a:lnTo>
                    <a:pt x="5827821" y="59722"/>
                  </a:lnTo>
                  <a:lnTo>
                    <a:pt x="5827914" y="59722"/>
                  </a:lnTo>
                  <a:lnTo>
                    <a:pt x="5828008" y="59722"/>
                  </a:lnTo>
                  <a:lnTo>
                    <a:pt x="5828101" y="59722"/>
                  </a:lnTo>
                  <a:lnTo>
                    <a:pt x="5828194" y="59722"/>
                  </a:lnTo>
                  <a:lnTo>
                    <a:pt x="5828287" y="59722"/>
                  </a:lnTo>
                  <a:lnTo>
                    <a:pt x="5828381" y="59722"/>
                  </a:lnTo>
                  <a:lnTo>
                    <a:pt x="5828474" y="59722"/>
                  </a:lnTo>
                  <a:lnTo>
                    <a:pt x="5828567" y="59722"/>
                  </a:lnTo>
                  <a:lnTo>
                    <a:pt x="5828660" y="59722"/>
                  </a:lnTo>
                  <a:lnTo>
                    <a:pt x="5828754" y="59722"/>
                  </a:lnTo>
                  <a:lnTo>
                    <a:pt x="5828847" y="59722"/>
                  </a:lnTo>
                  <a:lnTo>
                    <a:pt x="5828940" y="59722"/>
                  </a:lnTo>
                  <a:lnTo>
                    <a:pt x="5829033" y="59722"/>
                  </a:lnTo>
                  <a:lnTo>
                    <a:pt x="5829127" y="59722"/>
                  </a:lnTo>
                  <a:lnTo>
                    <a:pt x="5829220" y="59722"/>
                  </a:lnTo>
                  <a:lnTo>
                    <a:pt x="5829313" y="59722"/>
                  </a:lnTo>
                  <a:lnTo>
                    <a:pt x="5829406" y="59722"/>
                  </a:lnTo>
                  <a:lnTo>
                    <a:pt x="5829500" y="59722"/>
                  </a:lnTo>
                  <a:lnTo>
                    <a:pt x="5829593" y="59722"/>
                  </a:lnTo>
                  <a:lnTo>
                    <a:pt x="5829686" y="59722"/>
                  </a:lnTo>
                  <a:lnTo>
                    <a:pt x="5829779" y="59722"/>
                  </a:lnTo>
                  <a:lnTo>
                    <a:pt x="5829873" y="59722"/>
                  </a:lnTo>
                  <a:lnTo>
                    <a:pt x="5829966" y="59722"/>
                  </a:lnTo>
                  <a:lnTo>
                    <a:pt x="5830059" y="59722"/>
                  </a:lnTo>
                  <a:lnTo>
                    <a:pt x="5830152" y="59722"/>
                  </a:lnTo>
                  <a:lnTo>
                    <a:pt x="5830246" y="59722"/>
                  </a:lnTo>
                  <a:lnTo>
                    <a:pt x="5830339" y="59722"/>
                  </a:lnTo>
                  <a:lnTo>
                    <a:pt x="5830432" y="59722"/>
                  </a:lnTo>
                  <a:lnTo>
                    <a:pt x="5830525" y="59722"/>
                  </a:lnTo>
                  <a:lnTo>
                    <a:pt x="5830619" y="59722"/>
                  </a:lnTo>
                  <a:lnTo>
                    <a:pt x="5830712" y="59722"/>
                  </a:lnTo>
                  <a:lnTo>
                    <a:pt x="5830805" y="59722"/>
                  </a:lnTo>
                  <a:lnTo>
                    <a:pt x="5830898" y="59722"/>
                  </a:lnTo>
                  <a:lnTo>
                    <a:pt x="5830992" y="59722"/>
                  </a:lnTo>
                  <a:lnTo>
                    <a:pt x="5831085" y="59722"/>
                  </a:lnTo>
                  <a:lnTo>
                    <a:pt x="5831178" y="59722"/>
                  </a:lnTo>
                  <a:lnTo>
                    <a:pt x="5831271" y="59722"/>
                  </a:lnTo>
                  <a:lnTo>
                    <a:pt x="5831365" y="59722"/>
                  </a:lnTo>
                  <a:lnTo>
                    <a:pt x="5831458" y="59722"/>
                  </a:lnTo>
                  <a:lnTo>
                    <a:pt x="5831551" y="59722"/>
                  </a:lnTo>
                  <a:lnTo>
                    <a:pt x="5831644" y="59722"/>
                  </a:lnTo>
                  <a:lnTo>
                    <a:pt x="5831738" y="59722"/>
                  </a:lnTo>
                  <a:lnTo>
                    <a:pt x="5831831" y="59722"/>
                  </a:lnTo>
                  <a:lnTo>
                    <a:pt x="5831924" y="59722"/>
                  </a:lnTo>
                  <a:lnTo>
                    <a:pt x="5832017" y="59722"/>
                  </a:lnTo>
                  <a:lnTo>
                    <a:pt x="5832111" y="59722"/>
                  </a:lnTo>
                  <a:lnTo>
                    <a:pt x="5832204" y="59722"/>
                  </a:lnTo>
                  <a:lnTo>
                    <a:pt x="5832297" y="59722"/>
                  </a:lnTo>
                  <a:lnTo>
                    <a:pt x="5832390" y="59722"/>
                  </a:lnTo>
                  <a:lnTo>
                    <a:pt x="5832484" y="59722"/>
                  </a:lnTo>
                  <a:lnTo>
                    <a:pt x="5832577" y="59722"/>
                  </a:lnTo>
                  <a:lnTo>
                    <a:pt x="5832670" y="59722"/>
                  </a:lnTo>
                  <a:lnTo>
                    <a:pt x="5832763" y="59722"/>
                  </a:lnTo>
                  <a:lnTo>
                    <a:pt x="5832857" y="59722"/>
                  </a:lnTo>
                  <a:lnTo>
                    <a:pt x="5832950" y="59722"/>
                  </a:lnTo>
                  <a:lnTo>
                    <a:pt x="5833043" y="59722"/>
                  </a:lnTo>
                  <a:lnTo>
                    <a:pt x="5833136" y="59722"/>
                  </a:lnTo>
                  <a:lnTo>
                    <a:pt x="5833230" y="59722"/>
                  </a:lnTo>
                  <a:lnTo>
                    <a:pt x="5833323" y="59722"/>
                  </a:lnTo>
                  <a:lnTo>
                    <a:pt x="5833416" y="59722"/>
                  </a:lnTo>
                  <a:lnTo>
                    <a:pt x="5833509" y="59722"/>
                  </a:lnTo>
                  <a:lnTo>
                    <a:pt x="5833603" y="59722"/>
                  </a:lnTo>
                  <a:lnTo>
                    <a:pt x="5833696" y="59722"/>
                  </a:lnTo>
                  <a:lnTo>
                    <a:pt x="5833789" y="59722"/>
                  </a:lnTo>
                  <a:lnTo>
                    <a:pt x="5833882" y="59722"/>
                  </a:lnTo>
                  <a:lnTo>
                    <a:pt x="5833976" y="59722"/>
                  </a:lnTo>
                  <a:lnTo>
                    <a:pt x="5834069" y="59722"/>
                  </a:lnTo>
                  <a:lnTo>
                    <a:pt x="5834162" y="59722"/>
                  </a:lnTo>
                  <a:lnTo>
                    <a:pt x="5834255" y="59722"/>
                  </a:lnTo>
                  <a:lnTo>
                    <a:pt x="5834349" y="59722"/>
                  </a:lnTo>
                  <a:lnTo>
                    <a:pt x="5834442" y="59722"/>
                  </a:lnTo>
                  <a:lnTo>
                    <a:pt x="5834535" y="59722"/>
                  </a:lnTo>
                  <a:lnTo>
                    <a:pt x="5834628" y="59722"/>
                  </a:lnTo>
                  <a:lnTo>
                    <a:pt x="5834721" y="59722"/>
                  </a:lnTo>
                  <a:lnTo>
                    <a:pt x="5834815" y="59722"/>
                  </a:lnTo>
                  <a:lnTo>
                    <a:pt x="5834908" y="59722"/>
                  </a:lnTo>
                  <a:lnTo>
                    <a:pt x="5835001" y="59722"/>
                  </a:lnTo>
                  <a:lnTo>
                    <a:pt x="5835094" y="59722"/>
                  </a:lnTo>
                  <a:lnTo>
                    <a:pt x="5835188" y="59722"/>
                  </a:lnTo>
                  <a:lnTo>
                    <a:pt x="5835281" y="59722"/>
                  </a:lnTo>
                  <a:lnTo>
                    <a:pt x="5835374" y="59722"/>
                  </a:lnTo>
                  <a:lnTo>
                    <a:pt x="5835467" y="59722"/>
                  </a:lnTo>
                  <a:lnTo>
                    <a:pt x="5835561" y="59722"/>
                  </a:lnTo>
                  <a:lnTo>
                    <a:pt x="5835654" y="59722"/>
                  </a:lnTo>
                  <a:lnTo>
                    <a:pt x="5835747" y="59722"/>
                  </a:lnTo>
                  <a:lnTo>
                    <a:pt x="5835840" y="59722"/>
                  </a:lnTo>
                  <a:lnTo>
                    <a:pt x="5835934" y="59722"/>
                  </a:lnTo>
                  <a:lnTo>
                    <a:pt x="5836027" y="59722"/>
                  </a:lnTo>
                  <a:lnTo>
                    <a:pt x="5836120" y="59722"/>
                  </a:lnTo>
                  <a:lnTo>
                    <a:pt x="5836213" y="59722"/>
                  </a:lnTo>
                  <a:lnTo>
                    <a:pt x="5836307" y="59722"/>
                  </a:lnTo>
                  <a:lnTo>
                    <a:pt x="5836400" y="59722"/>
                  </a:lnTo>
                  <a:lnTo>
                    <a:pt x="5836493" y="59722"/>
                  </a:lnTo>
                  <a:lnTo>
                    <a:pt x="5836586" y="59722"/>
                  </a:lnTo>
                  <a:lnTo>
                    <a:pt x="5836680" y="59722"/>
                  </a:lnTo>
                  <a:lnTo>
                    <a:pt x="5836773" y="59722"/>
                  </a:lnTo>
                  <a:lnTo>
                    <a:pt x="5836866" y="59722"/>
                  </a:lnTo>
                  <a:lnTo>
                    <a:pt x="5836959" y="59722"/>
                  </a:lnTo>
                  <a:lnTo>
                    <a:pt x="5837053" y="59722"/>
                  </a:lnTo>
                  <a:lnTo>
                    <a:pt x="5837146" y="59722"/>
                  </a:lnTo>
                  <a:lnTo>
                    <a:pt x="5837239" y="59722"/>
                  </a:lnTo>
                  <a:lnTo>
                    <a:pt x="5837332" y="59722"/>
                  </a:lnTo>
                  <a:lnTo>
                    <a:pt x="5837426" y="59722"/>
                  </a:lnTo>
                  <a:lnTo>
                    <a:pt x="5837519" y="59722"/>
                  </a:lnTo>
                  <a:lnTo>
                    <a:pt x="5837612" y="59722"/>
                  </a:lnTo>
                  <a:lnTo>
                    <a:pt x="5837705" y="59722"/>
                  </a:lnTo>
                  <a:lnTo>
                    <a:pt x="5837799" y="59722"/>
                  </a:lnTo>
                  <a:lnTo>
                    <a:pt x="5837892" y="59722"/>
                  </a:lnTo>
                  <a:lnTo>
                    <a:pt x="5837985" y="59722"/>
                  </a:lnTo>
                  <a:lnTo>
                    <a:pt x="5838078" y="59722"/>
                  </a:lnTo>
                  <a:lnTo>
                    <a:pt x="5838172" y="59722"/>
                  </a:lnTo>
                  <a:lnTo>
                    <a:pt x="5838265" y="59722"/>
                  </a:lnTo>
                  <a:lnTo>
                    <a:pt x="5838358" y="59722"/>
                  </a:lnTo>
                  <a:lnTo>
                    <a:pt x="5838451" y="59722"/>
                  </a:lnTo>
                  <a:lnTo>
                    <a:pt x="5838545" y="59722"/>
                  </a:lnTo>
                  <a:lnTo>
                    <a:pt x="5838638" y="59722"/>
                  </a:lnTo>
                  <a:lnTo>
                    <a:pt x="5838731" y="59722"/>
                  </a:lnTo>
                  <a:lnTo>
                    <a:pt x="5838824" y="59722"/>
                  </a:lnTo>
                  <a:lnTo>
                    <a:pt x="5838918" y="59722"/>
                  </a:lnTo>
                  <a:lnTo>
                    <a:pt x="5839011" y="59722"/>
                  </a:lnTo>
                  <a:lnTo>
                    <a:pt x="5839104" y="59722"/>
                  </a:lnTo>
                  <a:lnTo>
                    <a:pt x="5839197" y="59722"/>
                  </a:lnTo>
                  <a:lnTo>
                    <a:pt x="5839291" y="59722"/>
                  </a:lnTo>
                  <a:lnTo>
                    <a:pt x="5839384" y="59722"/>
                  </a:lnTo>
                  <a:lnTo>
                    <a:pt x="5839477" y="59722"/>
                  </a:lnTo>
                  <a:lnTo>
                    <a:pt x="5839570" y="59722"/>
                  </a:lnTo>
                  <a:lnTo>
                    <a:pt x="5839664" y="59722"/>
                  </a:lnTo>
                  <a:lnTo>
                    <a:pt x="5839757" y="59722"/>
                  </a:lnTo>
                  <a:lnTo>
                    <a:pt x="5839850" y="59722"/>
                  </a:lnTo>
                  <a:lnTo>
                    <a:pt x="5839943" y="59722"/>
                  </a:lnTo>
                  <a:lnTo>
                    <a:pt x="5840037" y="59722"/>
                  </a:lnTo>
                  <a:lnTo>
                    <a:pt x="5840130" y="59722"/>
                  </a:lnTo>
                  <a:lnTo>
                    <a:pt x="5840223" y="59722"/>
                  </a:lnTo>
                  <a:lnTo>
                    <a:pt x="5840316" y="59722"/>
                  </a:lnTo>
                  <a:lnTo>
                    <a:pt x="5840410" y="59722"/>
                  </a:lnTo>
                  <a:lnTo>
                    <a:pt x="5840503" y="59722"/>
                  </a:lnTo>
                  <a:lnTo>
                    <a:pt x="5840596" y="59722"/>
                  </a:lnTo>
                  <a:lnTo>
                    <a:pt x="5840689" y="59722"/>
                  </a:lnTo>
                  <a:lnTo>
                    <a:pt x="5840783" y="59722"/>
                  </a:lnTo>
                  <a:lnTo>
                    <a:pt x="5840876" y="59722"/>
                  </a:lnTo>
                  <a:lnTo>
                    <a:pt x="5840969" y="59722"/>
                  </a:lnTo>
                  <a:lnTo>
                    <a:pt x="5841062" y="59722"/>
                  </a:lnTo>
                  <a:lnTo>
                    <a:pt x="5841156" y="59722"/>
                  </a:lnTo>
                  <a:lnTo>
                    <a:pt x="5841249" y="59722"/>
                  </a:lnTo>
                  <a:lnTo>
                    <a:pt x="5841342" y="59722"/>
                  </a:lnTo>
                  <a:lnTo>
                    <a:pt x="5841435" y="59722"/>
                  </a:lnTo>
                  <a:lnTo>
                    <a:pt x="5841529" y="59722"/>
                  </a:lnTo>
                  <a:lnTo>
                    <a:pt x="5841622" y="59722"/>
                  </a:lnTo>
                  <a:lnTo>
                    <a:pt x="5841715" y="59722"/>
                  </a:lnTo>
                  <a:lnTo>
                    <a:pt x="5841808" y="59722"/>
                  </a:lnTo>
                  <a:lnTo>
                    <a:pt x="5841901" y="59722"/>
                  </a:lnTo>
                  <a:lnTo>
                    <a:pt x="5841995" y="59722"/>
                  </a:lnTo>
                  <a:lnTo>
                    <a:pt x="5842088" y="59722"/>
                  </a:lnTo>
                  <a:lnTo>
                    <a:pt x="5842181" y="59722"/>
                  </a:lnTo>
                  <a:lnTo>
                    <a:pt x="5842274" y="59722"/>
                  </a:lnTo>
                  <a:lnTo>
                    <a:pt x="5842368" y="59722"/>
                  </a:lnTo>
                  <a:lnTo>
                    <a:pt x="5842461" y="59722"/>
                  </a:lnTo>
                  <a:lnTo>
                    <a:pt x="5842554" y="59722"/>
                  </a:lnTo>
                  <a:lnTo>
                    <a:pt x="5842647" y="59722"/>
                  </a:lnTo>
                  <a:lnTo>
                    <a:pt x="5842741" y="59722"/>
                  </a:lnTo>
                  <a:lnTo>
                    <a:pt x="5842834" y="59722"/>
                  </a:lnTo>
                  <a:lnTo>
                    <a:pt x="5842927" y="59722"/>
                  </a:lnTo>
                  <a:lnTo>
                    <a:pt x="5843020" y="59722"/>
                  </a:lnTo>
                  <a:lnTo>
                    <a:pt x="5843114" y="59722"/>
                  </a:lnTo>
                  <a:lnTo>
                    <a:pt x="5843207" y="59722"/>
                  </a:lnTo>
                  <a:lnTo>
                    <a:pt x="5843300" y="59722"/>
                  </a:lnTo>
                  <a:lnTo>
                    <a:pt x="5843393" y="59722"/>
                  </a:lnTo>
                  <a:lnTo>
                    <a:pt x="5843487" y="59722"/>
                  </a:lnTo>
                  <a:lnTo>
                    <a:pt x="5843580" y="59722"/>
                  </a:lnTo>
                  <a:lnTo>
                    <a:pt x="5843673" y="59722"/>
                  </a:lnTo>
                  <a:lnTo>
                    <a:pt x="5843766" y="59722"/>
                  </a:lnTo>
                  <a:lnTo>
                    <a:pt x="5843860" y="59722"/>
                  </a:lnTo>
                  <a:lnTo>
                    <a:pt x="5843953" y="59722"/>
                  </a:lnTo>
                  <a:lnTo>
                    <a:pt x="5844046" y="59722"/>
                  </a:lnTo>
                  <a:lnTo>
                    <a:pt x="5844139" y="59722"/>
                  </a:lnTo>
                  <a:lnTo>
                    <a:pt x="5844233" y="59722"/>
                  </a:lnTo>
                  <a:lnTo>
                    <a:pt x="5844326" y="59722"/>
                  </a:lnTo>
                  <a:lnTo>
                    <a:pt x="5844419" y="59722"/>
                  </a:lnTo>
                  <a:lnTo>
                    <a:pt x="5844512" y="59722"/>
                  </a:lnTo>
                  <a:lnTo>
                    <a:pt x="5844606" y="59722"/>
                  </a:lnTo>
                  <a:lnTo>
                    <a:pt x="5844699" y="59722"/>
                  </a:lnTo>
                  <a:lnTo>
                    <a:pt x="5844792" y="59722"/>
                  </a:lnTo>
                  <a:lnTo>
                    <a:pt x="5844885" y="59722"/>
                  </a:lnTo>
                  <a:lnTo>
                    <a:pt x="5844979" y="59722"/>
                  </a:lnTo>
                  <a:lnTo>
                    <a:pt x="5845072" y="59722"/>
                  </a:lnTo>
                  <a:lnTo>
                    <a:pt x="5845165" y="59722"/>
                  </a:lnTo>
                  <a:lnTo>
                    <a:pt x="5845258" y="59722"/>
                  </a:lnTo>
                  <a:lnTo>
                    <a:pt x="5845352" y="59722"/>
                  </a:lnTo>
                  <a:lnTo>
                    <a:pt x="5845445" y="59722"/>
                  </a:lnTo>
                  <a:lnTo>
                    <a:pt x="5845538" y="59722"/>
                  </a:lnTo>
                  <a:lnTo>
                    <a:pt x="5845631" y="59722"/>
                  </a:lnTo>
                  <a:lnTo>
                    <a:pt x="5845725" y="59722"/>
                  </a:lnTo>
                  <a:lnTo>
                    <a:pt x="5845818" y="59722"/>
                  </a:lnTo>
                  <a:lnTo>
                    <a:pt x="5845911" y="59722"/>
                  </a:lnTo>
                  <a:lnTo>
                    <a:pt x="5846004" y="59722"/>
                  </a:lnTo>
                  <a:lnTo>
                    <a:pt x="5846098" y="59722"/>
                  </a:lnTo>
                  <a:lnTo>
                    <a:pt x="5846191" y="59722"/>
                  </a:lnTo>
                  <a:lnTo>
                    <a:pt x="5846284" y="59722"/>
                  </a:lnTo>
                  <a:lnTo>
                    <a:pt x="5846377" y="59722"/>
                  </a:lnTo>
                  <a:lnTo>
                    <a:pt x="5846471" y="59722"/>
                  </a:lnTo>
                  <a:lnTo>
                    <a:pt x="5846564" y="59722"/>
                  </a:lnTo>
                  <a:lnTo>
                    <a:pt x="5846657" y="59722"/>
                  </a:lnTo>
                  <a:lnTo>
                    <a:pt x="5846750" y="59722"/>
                  </a:lnTo>
                  <a:lnTo>
                    <a:pt x="5846844" y="59722"/>
                  </a:lnTo>
                  <a:lnTo>
                    <a:pt x="5846937" y="59722"/>
                  </a:lnTo>
                  <a:lnTo>
                    <a:pt x="5847030" y="59722"/>
                  </a:lnTo>
                  <a:lnTo>
                    <a:pt x="5847123" y="59722"/>
                  </a:lnTo>
                  <a:lnTo>
                    <a:pt x="5847217" y="59722"/>
                  </a:lnTo>
                  <a:lnTo>
                    <a:pt x="5847310" y="59722"/>
                  </a:lnTo>
                  <a:lnTo>
                    <a:pt x="5847403" y="59722"/>
                  </a:lnTo>
                  <a:lnTo>
                    <a:pt x="5847496" y="59722"/>
                  </a:lnTo>
                  <a:lnTo>
                    <a:pt x="5847590" y="59722"/>
                  </a:lnTo>
                  <a:lnTo>
                    <a:pt x="5847683" y="59722"/>
                  </a:lnTo>
                  <a:lnTo>
                    <a:pt x="5847776" y="59722"/>
                  </a:lnTo>
                  <a:lnTo>
                    <a:pt x="5847869" y="59722"/>
                  </a:lnTo>
                  <a:lnTo>
                    <a:pt x="5847963" y="59722"/>
                  </a:lnTo>
                  <a:lnTo>
                    <a:pt x="5848056" y="59722"/>
                  </a:lnTo>
                  <a:lnTo>
                    <a:pt x="5848149" y="59722"/>
                  </a:lnTo>
                  <a:lnTo>
                    <a:pt x="5848242" y="59722"/>
                  </a:lnTo>
                  <a:lnTo>
                    <a:pt x="5848336" y="59722"/>
                  </a:lnTo>
                  <a:lnTo>
                    <a:pt x="5848429" y="59722"/>
                  </a:lnTo>
                  <a:lnTo>
                    <a:pt x="5848522" y="59722"/>
                  </a:lnTo>
                  <a:lnTo>
                    <a:pt x="5848615" y="59722"/>
                  </a:lnTo>
                  <a:lnTo>
                    <a:pt x="5848708" y="59722"/>
                  </a:lnTo>
                  <a:lnTo>
                    <a:pt x="5848802" y="59722"/>
                  </a:lnTo>
                  <a:lnTo>
                    <a:pt x="5848895" y="59722"/>
                  </a:lnTo>
                  <a:lnTo>
                    <a:pt x="5848988" y="59722"/>
                  </a:lnTo>
                  <a:lnTo>
                    <a:pt x="5849081" y="59722"/>
                  </a:lnTo>
                  <a:lnTo>
                    <a:pt x="5849175" y="59722"/>
                  </a:lnTo>
                  <a:lnTo>
                    <a:pt x="5849268" y="59722"/>
                  </a:lnTo>
                  <a:lnTo>
                    <a:pt x="5849361" y="59722"/>
                  </a:lnTo>
                  <a:lnTo>
                    <a:pt x="5849454" y="59722"/>
                  </a:lnTo>
                  <a:lnTo>
                    <a:pt x="5849548" y="59722"/>
                  </a:lnTo>
                  <a:lnTo>
                    <a:pt x="5849641" y="59722"/>
                  </a:lnTo>
                  <a:lnTo>
                    <a:pt x="5849734" y="59722"/>
                  </a:lnTo>
                  <a:lnTo>
                    <a:pt x="5849827" y="59722"/>
                  </a:lnTo>
                  <a:lnTo>
                    <a:pt x="5849921" y="59722"/>
                  </a:lnTo>
                  <a:lnTo>
                    <a:pt x="5850014" y="59722"/>
                  </a:lnTo>
                  <a:lnTo>
                    <a:pt x="5850107" y="59722"/>
                  </a:lnTo>
                  <a:lnTo>
                    <a:pt x="5850200" y="59722"/>
                  </a:lnTo>
                  <a:lnTo>
                    <a:pt x="5850294" y="59722"/>
                  </a:lnTo>
                  <a:lnTo>
                    <a:pt x="5850387" y="59722"/>
                  </a:lnTo>
                  <a:lnTo>
                    <a:pt x="5850480" y="59722"/>
                  </a:lnTo>
                  <a:lnTo>
                    <a:pt x="5850573" y="59722"/>
                  </a:lnTo>
                  <a:lnTo>
                    <a:pt x="5850667" y="59722"/>
                  </a:lnTo>
                  <a:lnTo>
                    <a:pt x="5850760" y="59722"/>
                  </a:lnTo>
                  <a:lnTo>
                    <a:pt x="5850853" y="59722"/>
                  </a:lnTo>
                  <a:lnTo>
                    <a:pt x="5850946" y="59722"/>
                  </a:lnTo>
                  <a:lnTo>
                    <a:pt x="5851040" y="59722"/>
                  </a:lnTo>
                  <a:lnTo>
                    <a:pt x="5851133" y="59722"/>
                  </a:lnTo>
                  <a:lnTo>
                    <a:pt x="5851226" y="59722"/>
                  </a:lnTo>
                  <a:lnTo>
                    <a:pt x="5851319" y="59722"/>
                  </a:lnTo>
                  <a:lnTo>
                    <a:pt x="5851413" y="59722"/>
                  </a:lnTo>
                  <a:lnTo>
                    <a:pt x="5851506" y="59722"/>
                  </a:lnTo>
                  <a:lnTo>
                    <a:pt x="5851599" y="59722"/>
                  </a:lnTo>
                  <a:lnTo>
                    <a:pt x="5851692" y="59722"/>
                  </a:lnTo>
                  <a:lnTo>
                    <a:pt x="5851786" y="59722"/>
                  </a:lnTo>
                  <a:lnTo>
                    <a:pt x="5851879" y="59722"/>
                  </a:lnTo>
                  <a:lnTo>
                    <a:pt x="5851972" y="59722"/>
                  </a:lnTo>
                  <a:lnTo>
                    <a:pt x="5852065" y="59722"/>
                  </a:lnTo>
                  <a:lnTo>
                    <a:pt x="5852159" y="59722"/>
                  </a:lnTo>
                  <a:lnTo>
                    <a:pt x="5852252" y="59722"/>
                  </a:lnTo>
                  <a:lnTo>
                    <a:pt x="5852345" y="59722"/>
                  </a:lnTo>
                  <a:lnTo>
                    <a:pt x="5852438" y="59722"/>
                  </a:lnTo>
                  <a:lnTo>
                    <a:pt x="5852532" y="59722"/>
                  </a:lnTo>
                  <a:lnTo>
                    <a:pt x="5852625" y="59722"/>
                  </a:lnTo>
                  <a:lnTo>
                    <a:pt x="5852718" y="59722"/>
                  </a:lnTo>
                  <a:lnTo>
                    <a:pt x="5852811" y="59722"/>
                  </a:lnTo>
                  <a:lnTo>
                    <a:pt x="5852905" y="59722"/>
                  </a:lnTo>
                  <a:lnTo>
                    <a:pt x="5852998" y="59722"/>
                  </a:lnTo>
                  <a:lnTo>
                    <a:pt x="5853091" y="59722"/>
                  </a:lnTo>
                  <a:lnTo>
                    <a:pt x="5853184" y="59722"/>
                  </a:lnTo>
                  <a:lnTo>
                    <a:pt x="5853278" y="59722"/>
                  </a:lnTo>
                  <a:lnTo>
                    <a:pt x="5853371" y="59722"/>
                  </a:lnTo>
                  <a:lnTo>
                    <a:pt x="5853464" y="59722"/>
                  </a:lnTo>
                  <a:lnTo>
                    <a:pt x="5853557" y="59722"/>
                  </a:lnTo>
                  <a:lnTo>
                    <a:pt x="5853651" y="59722"/>
                  </a:lnTo>
                  <a:lnTo>
                    <a:pt x="5853744" y="59722"/>
                  </a:lnTo>
                  <a:lnTo>
                    <a:pt x="5853837" y="59722"/>
                  </a:lnTo>
                  <a:lnTo>
                    <a:pt x="5853930" y="59722"/>
                  </a:lnTo>
                  <a:lnTo>
                    <a:pt x="5854024" y="59722"/>
                  </a:lnTo>
                  <a:lnTo>
                    <a:pt x="5854117" y="59722"/>
                  </a:lnTo>
                  <a:lnTo>
                    <a:pt x="5854210" y="59722"/>
                  </a:lnTo>
                  <a:lnTo>
                    <a:pt x="5854303" y="59722"/>
                  </a:lnTo>
                  <a:lnTo>
                    <a:pt x="5854397" y="59722"/>
                  </a:lnTo>
                  <a:lnTo>
                    <a:pt x="5854490" y="59722"/>
                  </a:lnTo>
                  <a:lnTo>
                    <a:pt x="5854583" y="59722"/>
                  </a:lnTo>
                  <a:lnTo>
                    <a:pt x="5854676" y="59722"/>
                  </a:lnTo>
                  <a:lnTo>
                    <a:pt x="5854770" y="59722"/>
                  </a:lnTo>
                  <a:lnTo>
                    <a:pt x="5854863" y="59722"/>
                  </a:lnTo>
                  <a:lnTo>
                    <a:pt x="5854956" y="59722"/>
                  </a:lnTo>
                  <a:lnTo>
                    <a:pt x="5855049" y="59722"/>
                  </a:lnTo>
                  <a:lnTo>
                    <a:pt x="5855143" y="59722"/>
                  </a:lnTo>
                  <a:lnTo>
                    <a:pt x="5855236" y="59722"/>
                  </a:lnTo>
                  <a:lnTo>
                    <a:pt x="5855329" y="59722"/>
                  </a:lnTo>
                  <a:lnTo>
                    <a:pt x="5855422" y="59722"/>
                  </a:lnTo>
                  <a:lnTo>
                    <a:pt x="5855515" y="59722"/>
                  </a:lnTo>
                  <a:lnTo>
                    <a:pt x="5855609" y="59722"/>
                  </a:lnTo>
                  <a:lnTo>
                    <a:pt x="5855702" y="59722"/>
                  </a:lnTo>
                  <a:lnTo>
                    <a:pt x="5855795" y="59722"/>
                  </a:lnTo>
                  <a:lnTo>
                    <a:pt x="5855888" y="59722"/>
                  </a:lnTo>
                  <a:lnTo>
                    <a:pt x="5855982" y="59722"/>
                  </a:lnTo>
                  <a:lnTo>
                    <a:pt x="5856075" y="59722"/>
                  </a:lnTo>
                  <a:lnTo>
                    <a:pt x="5856168" y="59722"/>
                  </a:lnTo>
                  <a:lnTo>
                    <a:pt x="5856261" y="59722"/>
                  </a:lnTo>
                  <a:lnTo>
                    <a:pt x="5856355" y="59722"/>
                  </a:lnTo>
                  <a:lnTo>
                    <a:pt x="5856448" y="59722"/>
                  </a:lnTo>
                  <a:lnTo>
                    <a:pt x="5856541" y="59722"/>
                  </a:lnTo>
                  <a:lnTo>
                    <a:pt x="5856634" y="59722"/>
                  </a:lnTo>
                  <a:lnTo>
                    <a:pt x="5856728" y="59722"/>
                  </a:lnTo>
                  <a:lnTo>
                    <a:pt x="5856821" y="59722"/>
                  </a:lnTo>
                  <a:lnTo>
                    <a:pt x="5856914" y="59722"/>
                  </a:lnTo>
                  <a:lnTo>
                    <a:pt x="5857007" y="59722"/>
                  </a:lnTo>
                  <a:lnTo>
                    <a:pt x="5857101" y="59722"/>
                  </a:lnTo>
                  <a:lnTo>
                    <a:pt x="5857194" y="59722"/>
                  </a:lnTo>
                  <a:lnTo>
                    <a:pt x="5857287" y="59722"/>
                  </a:lnTo>
                  <a:lnTo>
                    <a:pt x="5857380" y="59722"/>
                  </a:lnTo>
                  <a:lnTo>
                    <a:pt x="5857474" y="59722"/>
                  </a:lnTo>
                  <a:lnTo>
                    <a:pt x="5857567" y="59722"/>
                  </a:lnTo>
                  <a:lnTo>
                    <a:pt x="5857660" y="59722"/>
                  </a:lnTo>
                  <a:lnTo>
                    <a:pt x="5857753" y="59722"/>
                  </a:lnTo>
                  <a:lnTo>
                    <a:pt x="5857847" y="59722"/>
                  </a:lnTo>
                  <a:lnTo>
                    <a:pt x="5857940" y="59722"/>
                  </a:lnTo>
                  <a:lnTo>
                    <a:pt x="5858033" y="59722"/>
                  </a:lnTo>
                  <a:lnTo>
                    <a:pt x="5858126" y="59722"/>
                  </a:lnTo>
                  <a:lnTo>
                    <a:pt x="5858220" y="59722"/>
                  </a:lnTo>
                  <a:lnTo>
                    <a:pt x="5858313" y="59722"/>
                  </a:lnTo>
                  <a:lnTo>
                    <a:pt x="5858406" y="59722"/>
                  </a:lnTo>
                  <a:lnTo>
                    <a:pt x="5858499" y="59722"/>
                  </a:lnTo>
                  <a:lnTo>
                    <a:pt x="5858593" y="59722"/>
                  </a:lnTo>
                  <a:lnTo>
                    <a:pt x="5858686" y="59722"/>
                  </a:lnTo>
                  <a:lnTo>
                    <a:pt x="5858779" y="59722"/>
                  </a:lnTo>
                  <a:lnTo>
                    <a:pt x="5858872" y="59722"/>
                  </a:lnTo>
                  <a:lnTo>
                    <a:pt x="5858966" y="59722"/>
                  </a:lnTo>
                  <a:lnTo>
                    <a:pt x="5859059" y="59722"/>
                  </a:lnTo>
                  <a:lnTo>
                    <a:pt x="5859152" y="59722"/>
                  </a:lnTo>
                  <a:lnTo>
                    <a:pt x="5859245" y="59722"/>
                  </a:lnTo>
                  <a:lnTo>
                    <a:pt x="5859339" y="59722"/>
                  </a:lnTo>
                  <a:lnTo>
                    <a:pt x="5859432" y="59722"/>
                  </a:lnTo>
                  <a:lnTo>
                    <a:pt x="5859525" y="59722"/>
                  </a:lnTo>
                  <a:lnTo>
                    <a:pt x="5859618" y="59722"/>
                  </a:lnTo>
                  <a:lnTo>
                    <a:pt x="5859712" y="59722"/>
                  </a:lnTo>
                  <a:lnTo>
                    <a:pt x="5859805" y="59722"/>
                  </a:lnTo>
                  <a:lnTo>
                    <a:pt x="5859898" y="59722"/>
                  </a:lnTo>
                  <a:lnTo>
                    <a:pt x="5859991" y="59722"/>
                  </a:lnTo>
                  <a:lnTo>
                    <a:pt x="5860085" y="59722"/>
                  </a:lnTo>
                  <a:lnTo>
                    <a:pt x="5860178" y="59722"/>
                  </a:lnTo>
                  <a:lnTo>
                    <a:pt x="5860271" y="59722"/>
                  </a:lnTo>
                  <a:lnTo>
                    <a:pt x="5860364" y="59722"/>
                  </a:lnTo>
                  <a:lnTo>
                    <a:pt x="5860458" y="59722"/>
                  </a:lnTo>
                  <a:lnTo>
                    <a:pt x="5860551" y="59722"/>
                  </a:lnTo>
                  <a:lnTo>
                    <a:pt x="5860644" y="59722"/>
                  </a:lnTo>
                  <a:lnTo>
                    <a:pt x="5860737" y="59722"/>
                  </a:lnTo>
                  <a:lnTo>
                    <a:pt x="5860831" y="59722"/>
                  </a:lnTo>
                  <a:lnTo>
                    <a:pt x="5860924" y="59722"/>
                  </a:lnTo>
                  <a:lnTo>
                    <a:pt x="5861017" y="59722"/>
                  </a:lnTo>
                  <a:lnTo>
                    <a:pt x="5861110" y="59722"/>
                  </a:lnTo>
                  <a:lnTo>
                    <a:pt x="5861204" y="59722"/>
                  </a:lnTo>
                  <a:lnTo>
                    <a:pt x="5861297" y="59722"/>
                  </a:lnTo>
                  <a:lnTo>
                    <a:pt x="5861390" y="59722"/>
                  </a:lnTo>
                  <a:lnTo>
                    <a:pt x="5861483" y="59722"/>
                  </a:lnTo>
                  <a:lnTo>
                    <a:pt x="5861577" y="59722"/>
                  </a:lnTo>
                  <a:lnTo>
                    <a:pt x="5861670" y="59722"/>
                  </a:lnTo>
                  <a:lnTo>
                    <a:pt x="5861763" y="59722"/>
                  </a:lnTo>
                  <a:lnTo>
                    <a:pt x="5861856" y="59722"/>
                  </a:lnTo>
                  <a:lnTo>
                    <a:pt x="5861950" y="59722"/>
                  </a:lnTo>
                  <a:lnTo>
                    <a:pt x="5862043" y="59722"/>
                  </a:lnTo>
                  <a:lnTo>
                    <a:pt x="5862136" y="59722"/>
                  </a:lnTo>
                  <a:lnTo>
                    <a:pt x="5862229" y="59722"/>
                  </a:lnTo>
                  <a:lnTo>
                    <a:pt x="5862323" y="59722"/>
                  </a:lnTo>
                  <a:lnTo>
                    <a:pt x="5862416" y="59722"/>
                  </a:lnTo>
                  <a:lnTo>
                    <a:pt x="5862509" y="59722"/>
                  </a:lnTo>
                  <a:lnTo>
                    <a:pt x="5862602" y="59722"/>
                  </a:lnTo>
                  <a:lnTo>
                    <a:pt x="5862695" y="59722"/>
                  </a:lnTo>
                  <a:lnTo>
                    <a:pt x="5862789" y="59722"/>
                  </a:lnTo>
                  <a:lnTo>
                    <a:pt x="5862882" y="59722"/>
                  </a:lnTo>
                  <a:lnTo>
                    <a:pt x="5862975" y="59722"/>
                  </a:lnTo>
                  <a:lnTo>
                    <a:pt x="5863068" y="59722"/>
                  </a:lnTo>
                  <a:lnTo>
                    <a:pt x="5863162" y="59722"/>
                  </a:lnTo>
                  <a:lnTo>
                    <a:pt x="5863255" y="59722"/>
                  </a:lnTo>
                  <a:lnTo>
                    <a:pt x="5863348" y="59722"/>
                  </a:lnTo>
                  <a:lnTo>
                    <a:pt x="5863441" y="59722"/>
                  </a:lnTo>
                  <a:lnTo>
                    <a:pt x="5863535" y="59722"/>
                  </a:lnTo>
                  <a:lnTo>
                    <a:pt x="5863628" y="59722"/>
                  </a:lnTo>
                  <a:lnTo>
                    <a:pt x="5863721" y="59722"/>
                  </a:lnTo>
                  <a:lnTo>
                    <a:pt x="5863814" y="59722"/>
                  </a:lnTo>
                  <a:lnTo>
                    <a:pt x="5863908" y="59722"/>
                  </a:lnTo>
                  <a:lnTo>
                    <a:pt x="5864001" y="59722"/>
                  </a:lnTo>
                  <a:lnTo>
                    <a:pt x="5864094" y="59722"/>
                  </a:lnTo>
                  <a:lnTo>
                    <a:pt x="5864187" y="59722"/>
                  </a:lnTo>
                  <a:lnTo>
                    <a:pt x="5864281" y="59722"/>
                  </a:lnTo>
                  <a:lnTo>
                    <a:pt x="5864374" y="59722"/>
                  </a:lnTo>
                  <a:lnTo>
                    <a:pt x="5864467" y="59722"/>
                  </a:lnTo>
                  <a:lnTo>
                    <a:pt x="5864560" y="59722"/>
                  </a:lnTo>
                  <a:lnTo>
                    <a:pt x="5864654" y="59722"/>
                  </a:lnTo>
                  <a:lnTo>
                    <a:pt x="5864747" y="59722"/>
                  </a:lnTo>
                  <a:lnTo>
                    <a:pt x="5864840" y="59722"/>
                  </a:lnTo>
                  <a:lnTo>
                    <a:pt x="5864933" y="59722"/>
                  </a:lnTo>
                  <a:lnTo>
                    <a:pt x="5865027" y="59722"/>
                  </a:lnTo>
                  <a:lnTo>
                    <a:pt x="5865120" y="59722"/>
                  </a:lnTo>
                  <a:lnTo>
                    <a:pt x="5865213" y="59722"/>
                  </a:lnTo>
                  <a:lnTo>
                    <a:pt x="5865306" y="59722"/>
                  </a:lnTo>
                  <a:lnTo>
                    <a:pt x="5865400" y="59722"/>
                  </a:lnTo>
                  <a:lnTo>
                    <a:pt x="5865493" y="59722"/>
                  </a:lnTo>
                  <a:lnTo>
                    <a:pt x="5865586" y="59722"/>
                  </a:lnTo>
                  <a:lnTo>
                    <a:pt x="5865679" y="59722"/>
                  </a:lnTo>
                  <a:lnTo>
                    <a:pt x="5865773" y="59722"/>
                  </a:lnTo>
                  <a:lnTo>
                    <a:pt x="5865866" y="59722"/>
                  </a:lnTo>
                  <a:lnTo>
                    <a:pt x="5865959" y="59722"/>
                  </a:lnTo>
                  <a:lnTo>
                    <a:pt x="5866052" y="59722"/>
                  </a:lnTo>
                  <a:lnTo>
                    <a:pt x="5866146" y="59722"/>
                  </a:lnTo>
                  <a:lnTo>
                    <a:pt x="5866239" y="59722"/>
                  </a:lnTo>
                  <a:lnTo>
                    <a:pt x="5866332" y="59722"/>
                  </a:lnTo>
                  <a:lnTo>
                    <a:pt x="5866425" y="59722"/>
                  </a:lnTo>
                  <a:lnTo>
                    <a:pt x="5866519" y="59722"/>
                  </a:lnTo>
                  <a:lnTo>
                    <a:pt x="5866612" y="59722"/>
                  </a:lnTo>
                  <a:lnTo>
                    <a:pt x="5866705" y="59722"/>
                  </a:lnTo>
                  <a:lnTo>
                    <a:pt x="5866798" y="59722"/>
                  </a:lnTo>
                  <a:lnTo>
                    <a:pt x="5866892" y="59722"/>
                  </a:lnTo>
                  <a:lnTo>
                    <a:pt x="5866985" y="59722"/>
                  </a:lnTo>
                  <a:lnTo>
                    <a:pt x="5867078" y="59722"/>
                  </a:lnTo>
                  <a:lnTo>
                    <a:pt x="5867171" y="59722"/>
                  </a:lnTo>
                  <a:lnTo>
                    <a:pt x="5867265" y="59722"/>
                  </a:lnTo>
                  <a:lnTo>
                    <a:pt x="5867358" y="59722"/>
                  </a:lnTo>
                  <a:lnTo>
                    <a:pt x="5867451" y="59722"/>
                  </a:lnTo>
                  <a:lnTo>
                    <a:pt x="5867544" y="59722"/>
                  </a:lnTo>
                  <a:lnTo>
                    <a:pt x="5867638" y="59722"/>
                  </a:lnTo>
                  <a:lnTo>
                    <a:pt x="5867731" y="59722"/>
                  </a:lnTo>
                  <a:lnTo>
                    <a:pt x="5867824" y="59722"/>
                  </a:lnTo>
                  <a:lnTo>
                    <a:pt x="5867917" y="59722"/>
                  </a:lnTo>
                  <a:lnTo>
                    <a:pt x="5868011" y="59722"/>
                  </a:lnTo>
                  <a:lnTo>
                    <a:pt x="5868104" y="59722"/>
                  </a:lnTo>
                  <a:lnTo>
                    <a:pt x="5868197" y="59722"/>
                  </a:lnTo>
                  <a:lnTo>
                    <a:pt x="5868290" y="59722"/>
                  </a:lnTo>
                  <a:lnTo>
                    <a:pt x="5868384" y="59722"/>
                  </a:lnTo>
                  <a:lnTo>
                    <a:pt x="5868477" y="59722"/>
                  </a:lnTo>
                  <a:lnTo>
                    <a:pt x="5868570" y="59722"/>
                  </a:lnTo>
                  <a:lnTo>
                    <a:pt x="5868663" y="59722"/>
                  </a:lnTo>
                  <a:lnTo>
                    <a:pt x="5868757" y="59722"/>
                  </a:lnTo>
                  <a:lnTo>
                    <a:pt x="5868850" y="59722"/>
                  </a:lnTo>
                  <a:lnTo>
                    <a:pt x="5868943" y="59722"/>
                  </a:lnTo>
                  <a:lnTo>
                    <a:pt x="5869036" y="59722"/>
                  </a:lnTo>
                  <a:lnTo>
                    <a:pt x="5869130" y="59722"/>
                  </a:lnTo>
                  <a:lnTo>
                    <a:pt x="5869223" y="59722"/>
                  </a:lnTo>
                  <a:lnTo>
                    <a:pt x="5869316" y="59722"/>
                  </a:lnTo>
                  <a:lnTo>
                    <a:pt x="5869409" y="59722"/>
                  </a:lnTo>
                  <a:lnTo>
                    <a:pt x="5869502" y="59722"/>
                  </a:lnTo>
                  <a:lnTo>
                    <a:pt x="5869596" y="59722"/>
                  </a:lnTo>
                  <a:lnTo>
                    <a:pt x="5869689" y="59722"/>
                  </a:lnTo>
                  <a:lnTo>
                    <a:pt x="5869782" y="59722"/>
                  </a:lnTo>
                  <a:lnTo>
                    <a:pt x="5869875" y="59722"/>
                  </a:lnTo>
                  <a:lnTo>
                    <a:pt x="5869969" y="59722"/>
                  </a:lnTo>
                  <a:lnTo>
                    <a:pt x="5870062" y="59722"/>
                  </a:lnTo>
                  <a:lnTo>
                    <a:pt x="5870155" y="59722"/>
                  </a:lnTo>
                  <a:lnTo>
                    <a:pt x="5870248" y="59722"/>
                  </a:lnTo>
                  <a:lnTo>
                    <a:pt x="5870342" y="59722"/>
                  </a:lnTo>
                  <a:lnTo>
                    <a:pt x="5870435" y="59722"/>
                  </a:lnTo>
                  <a:lnTo>
                    <a:pt x="5870528" y="59722"/>
                  </a:lnTo>
                  <a:lnTo>
                    <a:pt x="5870621" y="59722"/>
                  </a:lnTo>
                  <a:lnTo>
                    <a:pt x="5870715" y="59722"/>
                  </a:lnTo>
                  <a:lnTo>
                    <a:pt x="5870808" y="59722"/>
                  </a:lnTo>
                  <a:lnTo>
                    <a:pt x="5870901" y="59722"/>
                  </a:lnTo>
                  <a:lnTo>
                    <a:pt x="5870994" y="59722"/>
                  </a:lnTo>
                  <a:lnTo>
                    <a:pt x="5871088" y="59722"/>
                  </a:lnTo>
                  <a:lnTo>
                    <a:pt x="5871181" y="59722"/>
                  </a:lnTo>
                  <a:lnTo>
                    <a:pt x="5871274" y="59722"/>
                  </a:lnTo>
                  <a:lnTo>
                    <a:pt x="5871367" y="59722"/>
                  </a:lnTo>
                  <a:lnTo>
                    <a:pt x="5871461" y="59722"/>
                  </a:lnTo>
                  <a:lnTo>
                    <a:pt x="5871554" y="59722"/>
                  </a:lnTo>
                  <a:lnTo>
                    <a:pt x="5871647" y="59722"/>
                  </a:lnTo>
                  <a:lnTo>
                    <a:pt x="5871740" y="59722"/>
                  </a:lnTo>
                  <a:lnTo>
                    <a:pt x="5871834" y="59722"/>
                  </a:lnTo>
                  <a:lnTo>
                    <a:pt x="5871927" y="59722"/>
                  </a:lnTo>
                  <a:lnTo>
                    <a:pt x="5872020" y="59722"/>
                  </a:lnTo>
                  <a:lnTo>
                    <a:pt x="5872113" y="59722"/>
                  </a:lnTo>
                  <a:lnTo>
                    <a:pt x="5872207" y="59722"/>
                  </a:lnTo>
                  <a:lnTo>
                    <a:pt x="5872300" y="59722"/>
                  </a:lnTo>
                  <a:lnTo>
                    <a:pt x="5872393" y="59722"/>
                  </a:lnTo>
                  <a:lnTo>
                    <a:pt x="5872486" y="59722"/>
                  </a:lnTo>
                  <a:lnTo>
                    <a:pt x="5872580" y="59722"/>
                  </a:lnTo>
                  <a:lnTo>
                    <a:pt x="5872673" y="59722"/>
                  </a:lnTo>
                  <a:lnTo>
                    <a:pt x="5872766" y="59722"/>
                  </a:lnTo>
                  <a:lnTo>
                    <a:pt x="5872859" y="59722"/>
                  </a:lnTo>
                  <a:lnTo>
                    <a:pt x="5872953" y="59722"/>
                  </a:lnTo>
                  <a:lnTo>
                    <a:pt x="5873046" y="59722"/>
                  </a:lnTo>
                  <a:lnTo>
                    <a:pt x="5873139" y="59722"/>
                  </a:lnTo>
                  <a:lnTo>
                    <a:pt x="5873232" y="59722"/>
                  </a:lnTo>
                  <a:lnTo>
                    <a:pt x="5873326" y="59722"/>
                  </a:lnTo>
                  <a:lnTo>
                    <a:pt x="5873419" y="59722"/>
                  </a:lnTo>
                  <a:lnTo>
                    <a:pt x="5873512" y="59722"/>
                  </a:lnTo>
                  <a:lnTo>
                    <a:pt x="5873605" y="59722"/>
                  </a:lnTo>
                  <a:lnTo>
                    <a:pt x="5873699" y="59722"/>
                  </a:lnTo>
                  <a:lnTo>
                    <a:pt x="5873792" y="59722"/>
                  </a:lnTo>
                  <a:lnTo>
                    <a:pt x="5873885" y="59722"/>
                  </a:lnTo>
                  <a:lnTo>
                    <a:pt x="5873978" y="59722"/>
                  </a:lnTo>
                  <a:lnTo>
                    <a:pt x="5874072" y="59722"/>
                  </a:lnTo>
                  <a:lnTo>
                    <a:pt x="5874165" y="59722"/>
                  </a:lnTo>
                  <a:lnTo>
                    <a:pt x="5874258" y="59722"/>
                  </a:lnTo>
                  <a:lnTo>
                    <a:pt x="5874351" y="59722"/>
                  </a:lnTo>
                  <a:lnTo>
                    <a:pt x="5874445" y="59722"/>
                  </a:lnTo>
                  <a:lnTo>
                    <a:pt x="5874538" y="59722"/>
                  </a:lnTo>
                  <a:lnTo>
                    <a:pt x="5874631" y="59722"/>
                  </a:lnTo>
                  <a:lnTo>
                    <a:pt x="5874724" y="59722"/>
                  </a:lnTo>
                  <a:lnTo>
                    <a:pt x="5874818" y="59722"/>
                  </a:lnTo>
                  <a:lnTo>
                    <a:pt x="5874911" y="59722"/>
                  </a:lnTo>
                  <a:lnTo>
                    <a:pt x="5875004" y="59722"/>
                  </a:lnTo>
                  <a:lnTo>
                    <a:pt x="5875097" y="59722"/>
                  </a:lnTo>
                  <a:lnTo>
                    <a:pt x="5875191" y="59722"/>
                  </a:lnTo>
                  <a:lnTo>
                    <a:pt x="5875284" y="59722"/>
                  </a:lnTo>
                  <a:lnTo>
                    <a:pt x="5875377" y="59722"/>
                  </a:lnTo>
                  <a:lnTo>
                    <a:pt x="5875470" y="59722"/>
                  </a:lnTo>
                  <a:lnTo>
                    <a:pt x="5875564" y="59722"/>
                  </a:lnTo>
                  <a:lnTo>
                    <a:pt x="5875657" y="59722"/>
                  </a:lnTo>
                  <a:lnTo>
                    <a:pt x="5875750" y="59722"/>
                  </a:lnTo>
                  <a:lnTo>
                    <a:pt x="5875843" y="59722"/>
                  </a:lnTo>
                  <a:lnTo>
                    <a:pt x="5875937" y="59722"/>
                  </a:lnTo>
                  <a:lnTo>
                    <a:pt x="5876030" y="59722"/>
                  </a:lnTo>
                  <a:lnTo>
                    <a:pt x="5876123" y="59722"/>
                  </a:lnTo>
                  <a:lnTo>
                    <a:pt x="5876216" y="59722"/>
                  </a:lnTo>
                  <a:lnTo>
                    <a:pt x="5876310" y="59722"/>
                  </a:lnTo>
                  <a:lnTo>
                    <a:pt x="5876403" y="59722"/>
                  </a:lnTo>
                  <a:lnTo>
                    <a:pt x="5876496" y="59722"/>
                  </a:lnTo>
                  <a:lnTo>
                    <a:pt x="5876589" y="59722"/>
                  </a:lnTo>
                  <a:lnTo>
                    <a:pt x="5876682" y="59722"/>
                  </a:lnTo>
                  <a:lnTo>
                    <a:pt x="5876776" y="59722"/>
                  </a:lnTo>
                  <a:lnTo>
                    <a:pt x="5876869" y="59722"/>
                  </a:lnTo>
                  <a:lnTo>
                    <a:pt x="5876962" y="59722"/>
                  </a:lnTo>
                  <a:lnTo>
                    <a:pt x="5877055" y="59722"/>
                  </a:lnTo>
                  <a:lnTo>
                    <a:pt x="5877149" y="59722"/>
                  </a:lnTo>
                  <a:lnTo>
                    <a:pt x="5877242" y="59722"/>
                  </a:lnTo>
                  <a:lnTo>
                    <a:pt x="5877335" y="59722"/>
                  </a:lnTo>
                  <a:lnTo>
                    <a:pt x="5877428" y="59722"/>
                  </a:lnTo>
                  <a:lnTo>
                    <a:pt x="5877522" y="59722"/>
                  </a:lnTo>
                  <a:lnTo>
                    <a:pt x="5877615" y="59722"/>
                  </a:lnTo>
                  <a:lnTo>
                    <a:pt x="5877708" y="59722"/>
                  </a:lnTo>
                  <a:lnTo>
                    <a:pt x="5877801" y="59722"/>
                  </a:lnTo>
                  <a:lnTo>
                    <a:pt x="5877895" y="59722"/>
                  </a:lnTo>
                  <a:lnTo>
                    <a:pt x="5877988" y="59722"/>
                  </a:lnTo>
                  <a:lnTo>
                    <a:pt x="5878081" y="59722"/>
                  </a:lnTo>
                  <a:lnTo>
                    <a:pt x="5878174" y="59722"/>
                  </a:lnTo>
                  <a:lnTo>
                    <a:pt x="5878268" y="59722"/>
                  </a:lnTo>
                  <a:lnTo>
                    <a:pt x="5878361" y="59722"/>
                  </a:lnTo>
                  <a:lnTo>
                    <a:pt x="5878454" y="59722"/>
                  </a:lnTo>
                  <a:lnTo>
                    <a:pt x="5878547" y="59722"/>
                  </a:lnTo>
                  <a:lnTo>
                    <a:pt x="5878641" y="59722"/>
                  </a:lnTo>
                  <a:lnTo>
                    <a:pt x="5878734" y="59722"/>
                  </a:lnTo>
                  <a:lnTo>
                    <a:pt x="5878827" y="59722"/>
                  </a:lnTo>
                  <a:lnTo>
                    <a:pt x="5878827" y="49769"/>
                  </a:lnTo>
                  <a:lnTo>
                    <a:pt x="5878920" y="49769"/>
                  </a:lnTo>
                  <a:lnTo>
                    <a:pt x="5879014" y="49769"/>
                  </a:lnTo>
                  <a:lnTo>
                    <a:pt x="5879107" y="49769"/>
                  </a:lnTo>
                  <a:lnTo>
                    <a:pt x="5879200" y="49769"/>
                  </a:lnTo>
                  <a:lnTo>
                    <a:pt x="5879293" y="49769"/>
                  </a:lnTo>
                  <a:lnTo>
                    <a:pt x="5879387" y="49769"/>
                  </a:lnTo>
                  <a:lnTo>
                    <a:pt x="5879480" y="49769"/>
                  </a:lnTo>
                  <a:lnTo>
                    <a:pt x="5879573" y="49769"/>
                  </a:lnTo>
                  <a:lnTo>
                    <a:pt x="5879666" y="49769"/>
                  </a:lnTo>
                  <a:lnTo>
                    <a:pt x="5879760" y="49769"/>
                  </a:lnTo>
                  <a:lnTo>
                    <a:pt x="5879853" y="49769"/>
                  </a:lnTo>
                  <a:lnTo>
                    <a:pt x="5879946" y="49769"/>
                  </a:lnTo>
                  <a:lnTo>
                    <a:pt x="5880039" y="49769"/>
                  </a:lnTo>
                  <a:lnTo>
                    <a:pt x="5880133" y="49769"/>
                  </a:lnTo>
                  <a:lnTo>
                    <a:pt x="5880226" y="49769"/>
                  </a:lnTo>
                  <a:lnTo>
                    <a:pt x="5880319" y="49769"/>
                  </a:lnTo>
                  <a:lnTo>
                    <a:pt x="5880412" y="49769"/>
                  </a:lnTo>
                  <a:lnTo>
                    <a:pt x="5880506" y="49769"/>
                  </a:lnTo>
                  <a:lnTo>
                    <a:pt x="5880599" y="49769"/>
                  </a:lnTo>
                  <a:lnTo>
                    <a:pt x="5880692" y="49769"/>
                  </a:lnTo>
                  <a:lnTo>
                    <a:pt x="5880785" y="49769"/>
                  </a:lnTo>
                  <a:lnTo>
                    <a:pt x="5880879" y="49769"/>
                  </a:lnTo>
                  <a:lnTo>
                    <a:pt x="5880972" y="49769"/>
                  </a:lnTo>
                  <a:lnTo>
                    <a:pt x="5881065" y="49769"/>
                  </a:lnTo>
                  <a:lnTo>
                    <a:pt x="5881158" y="49769"/>
                  </a:lnTo>
                  <a:lnTo>
                    <a:pt x="5881252" y="49769"/>
                  </a:lnTo>
                  <a:lnTo>
                    <a:pt x="5881345" y="49769"/>
                  </a:lnTo>
                  <a:lnTo>
                    <a:pt x="5881438" y="49769"/>
                  </a:lnTo>
                  <a:lnTo>
                    <a:pt x="5881531" y="49769"/>
                  </a:lnTo>
                  <a:lnTo>
                    <a:pt x="5881625" y="49769"/>
                  </a:lnTo>
                  <a:lnTo>
                    <a:pt x="5881718" y="49769"/>
                  </a:lnTo>
                  <a:lnTo>
                    <a:pt x="5881811" y="49769"/>
                  </a:lnTo>
                  <a:lnTo>
                    <a:pt x="5881904" y="49769"/>
                  </a:lnTo>
                  <a:lnTo>
                    <a:pt x="5881998" y="49769"/>
                  </a:lnTo>
                  <a:lnTo>
                    <a:pt x="5882091" y="49769"/>
                  </a:lnTo>
                  <a:lnTo>
                    <a:pt x="5882184" y="49769"/>
                  </a:lnTo>
                  <a:lnTo>
                    <a:pt x="5882277" y="49769"/>
                  </a:lnTo>
                  <a:lnTo>
                    <a:pt x="5882371" y="49769"/>
                  </a:lnTo>
                  <a:lnTo>
                    <a:pt x="5882464" y="49769"/>
                  </a:lnTo>
                  <a:lnTo>
                    <a:pt x="5882557" y="49769"/>
                  </a:lnTo>
                  <a:lnTo>
                    <a:pt x="5882650" y="49769"/>
                  </a:lnTo>
                  <a:lnTo>
                    <a:pt x="5882744" y="49769"/>
                  </a:lnTo>
                  <a:lnTo>
                    <a:pt x="5882837" y="49769"/>
                  </a:lnTo>
                  <a:lnTo>
                    <a:pt x="5882930" y="49769"/>
                  </a:lnTo>
                  <a:lnTo>
                    <a:pt x="5883023" y="49769"/>
                  </a:lnTo>
                  <a:lnTo>
                    <a:pt x="5883117" y="49769"/>
                  </a:lnTo>
                  <a:lnTo>
                    <a:pt x="5883210" y="49769"/>
                  </a:lnTo>
                  <a:lnTo>
                    <a:pt x="5883303" y="49769"/>
                  </a:lnTo>
                  <a:lnTo>
                    <a:pt x="5883396" y="49769"/>
                  </a:lnTo>
                  <a:lnTo>
                    <a:pt x="5883489" y="49769"/>
                  </a:lnTo>
                  <a:lnTo>
                    <a:pt x="5883583" y="49769"/>
                  </a:lnTo>
                  <a:lnTo>
                    <a:pt x="5883676" y="49769"/>
                  </a:lnTo>
                  <a:lnTo>
                    <a:pt x="5883769" y="49769"/>
                  </a:lnTo>
                  <a:lnTo>
                    <a:pt x="5883862" y="49769"/>
                  </a:lnTo>
                  <a:lnTo>
                    <a:pt x="5883956" y="49769"/>
                  </a:lnTo>
                  <a:lnTo>
                    <a:pt x="5884049" y="49769"/>
                  </a:lnTo>
                  <a:lnTo>
                    <a:pt x="5884142" y="49769"/>
                  </a:lnTo>
                  <a:lnTo>
                    <a:pt x="5884235" y="49769"/>
                  </a:lnTo>
                  <a:lnTo>
                    <a:pt x="5884329" y="49769"/>
                  </a:lnTo>
                  <a:lnTo>
                    <a:pt x="5884422" y="49769"/>
                  </a:lnTo>
                  <a:lnTo>
                    <a:pt x="5884515" y="49769"/>
                  </a:lnTo>
                  <a:lnTo>
                    <a:pt x="5884608" y="49769"/>
                  </a:lnTo>
                  <a:lnTo>
                    <a:pt x="5884702" y="49769"/>
                  </a:lnTo>
                  <a:lnTo>
                    <a:pt x="5884795" y="49769"/>
                  </a:lnTo>
                  <a:lnTo>
                    <a:pt x="5884888" y="49769"/>
                  </a:lnTo>
                  <a:lnTo>
                    <a:pt x="5884981" y="49769"/>
                  </a:lnTo>
                  <a:lnTo>
                    <a:pt x="5885075" y="49769"/>
                  </a:lnTo>
                  <a:lnTo>
                    <a:pt x="5885168" y="49769"/>
                  </a:lnTo>
                  <a:lnTo>
                    <a:pt x="5885261" y="49769"/>
                  </a:lnTo>
                  <a:lnTo>
                    <a:pt x="5885354" y="49769"/>
                  </a:lnTo>
                  <a:lnTo>
                    <a:pt x="5885448" y="49769"/>
                  </a:lnTo>
                  <a:lnTo>
                    <a:pt x="5885541" y="49769"/>
                  </a:lnTo>
                  <a:lnTo>
                    <a:pt x="5885634" y="49769"/>
                  </a:lnTo>
                  <a:lnTo>
                    <a:pt x="5885727" y="49769"/>
                  </a:lnTo>
                  <a:lnTo>
                    <a:pt x="5885821" y="49769"/>
                  </a:lnTo>
                  <a:lnTo>
                    <a:pt x="5885914" y="49769"/>
                  </a:lnTo>
                  <a:lnTo>
                    <a:pt x="5886007" y="49769"/>
                  </a:lnTo>
                  <a:lnTo>
                    <a:pt x="5886100" y="49769"/>
                  </a:lnTo>
                  <a:lnTo>
                    <a:pt x="5886194" y="49769"/>
                  </a:lnTo>
                  <a:lnTo>
                    <a:pt x="5886287" y="49769"/>
                  </a:lnTo>
                  <a:lnTo>
                    <a:pt x="5886380" y="49769"/>
                  </a:lnTo>
                  <a:lnTo>
                    <a:pt x="5886473" y="49769"/>
                  </a:lnTo>
                  <a:lnTo>
                    <a:pt x="5886567" y="49769"/>
                  </a:lnTo>
                  <a:lnTo>
                    <a:pt x="5886660" y="49769"/>
                  </a:lnTo>
                  <a:lnTo>
                    <a:pt x="5886753" y="49769"/>
                  </a:lnTo>
                  <a:lnTo>
                    <a:pt x="5886846" y="49769"/>
                  </a:lnTo>
                  <a:lnTo>
                    <a:pt x="5886940" y="49769"/>
                  </a:lnTo>
                  <a:lnTo>
                    <a:pt x="5887033" y="49769"/>
                  </a:lnTo>
                  <a:lnTo>
                    <a:pt x="5887126" y="49769"/>
                  </a:lnTo>
                  <a:lnTo>
                    <a:pt x="5887219" y="49769"/>
                  </a:lnTo>
                  <a:lnTo>
                    <a:pt x="5887313" y="49769"/>
                  </a:lnTo>
                  <a:lnTo>
                    <a:pt x="5887406" y="49769"/>
                  </a:lnTo>
                  <a:lnTo>
                    <a:pt x="5887499" y="49769"/>
                  </a:lnTo>
                  <a:lnTo>
                    <a:pt x="5887592" y="49769"/>
                  </a:lnTo>
                  <a:lnTo>
                    <a:pt x="5887686" y="49769"/>
                  </a:lnTo>
                  <a:lnTo>
                    <a:pt x="5887779" y="49769"/>
                  </a:lnTo>
                  <a:lnTo>
                    <a:pt x="5887872" y="49769"/>
                  </a:lnTo>
                  <a:lnTo>
                    <a:pt x="5887965" y="49769"/>
                  </a:lnTo>
                  <a:lnTo>
                    <a:pt x="5888059" y="49769"/>
                  </a:lnTo>
                  <a:lnTo>
                    <a:pt x="5888152" y="49769"/>
                  </a:lnTo>
                  <a:lnTo>
                    <a:pt x="5888245" y="49769"/>
                  </a:lnTo>
                  <a:lnTo>
                    <a:pt x="5888338" y="49769"/>
                  </a:lnTo>
                  <a:lnTo>
                    <a:pt x="5888432" y="49769"/>
                  </a:lnTo>
                  <a:lnTo>
                    <a:pt x="5888525" y="49769"/>
                  </a:lnTo>
                  <a:lnTo>
                    <a:pt x="5888618" y="49769"/>
                  </a:lnTo>
                  <a:lnTo>
                    <a:pt x="5888711" y="49769"/>
                  </a:lnTo>
                  <a:lnTo>
                    <a:pt x="5888805" y="49769"/>
                  </a:lnTo>
                  <a:lnTo>
                    <a:pt x="5888898" y="49769"/>
                  </a:lnTo>
                  <a:lnTo>
                    <a:pt x="5888991" y="49769"/>
                  </a:lnTo>
                  <a:lnTo>
                    <a:pt x="5889084" y="49769"/>
                  </a:lnTo>
                  <a:lnTo>
                    <a:pt x="5889178" y="49769"/>
                  </a:lnTo>
                  <a:lnTo>
                    <a:pt x="5889271" y="49769"/>
                  </a:lnTo>
                  <a:lnTo>
                    <a:pt x="5889364" y="49769"/>
                  </a:lnTo>
                  <a:lnTo>
                    <a:pt x="5889457" y="49769"/>
                  </a:lnTo>
                  <a:lnTo>
                    <a:pt x="5889551" y="49769"/>
                  </a:lnTo>
                  <a:lnTo>
                    <a:pt x="5889644" y="49769"/>
                  </a:lnTo>
                  <a:lnTo>
                    <a:pt x="5889737" y="49769"/>
                  </a:lnTo>
                  <a:lnTo>
                    <a:pt x="5889830" y="49769"/>
                  </a:lnTo>
                  <a:lnTo>
                    <a:pt x="5889924" y="49769"/>
                  </a:lnTo>
                  <a:lnTo>
                    <a:pt x="5890017" y="49769"/>
                  </a:lnTo>
                  <a:lnTo>
                    <a:pt x="5890110" y="49769"/>
                  </a:lnTo>
                  <a:lnTo>
                    <a:pt x="5890203" y="49769"/>
                  </a:lnTo>
                  <a:lnTo>
                    <a:pt x="5890296" y="49769"/>
                  </a:lnTo>
                  <a:lnTo>
                    <a:pt x="5890390" y="49769"/>
                  </a:lnTo>
                  <a:lnTo>
                    <a:pt x="5890483" y="49769"/>
                  </a:lnTo>
                  <a:lnTo>
                    <a:pt x="5890576" y="49769"/>
                  </a:lnTo>
                  <a:lnTo>
                    <a:pt x="5890669" y="49769"/>
                  </a:lnTo>
                  <a:lnTo>
                    <a:pt x="5890763" y="49769"/>
                  </a:lnTo>
                  <a:lnTo>
                    <a:pt x="5890856" y="49769"/>
                  </a:lnTo>
                  <a:lnTo>
                    <a:pt x="5890949" y="49769"/>
                  </a:lnTo>
                  <a:lnTo>
                    <a:pt x="5891042" y="49769"/>
                  </a:lnTo>
                  <a:lnTo>
                    <a:pt x="5891136" y="49769"/>
                  </a:lnTo>
                  <a:lnTo>
                    <a:pt x="5891229" y="49769"/>
                  </a:lnTo>
                  <a:lnTo>
                    <a:pt x="5891322" y="49769"/>
                  </a:lnTo>
                  <a:lnTo>
                    <a:pt x="5891415" y="49769"/>
                  </a:lnTo>
                  <a:lnTo>
                    <a:pt x="5891509" y="49769"/>
                  </a:lnTo>
                  <a:lnTo>
                    <a:pt x="5891602" y="49769"/>
                  </a:lnTo>
                  <a:lnTo>
                    <a:pt x="5891695" y="49769"/>
                  </a:lnTo>
                  <a:lnTo>
                    <a:pt x="5891788" y="49769"/>
                  </a:lnTo>
                  <a:lnTo>
                    <a:pt x="5891882" y="49769"/>
                  </a:lnTo>
                  <a:lnTo>
                    <a:pt x="5891975" y="49769"/>
                  </a:lnTo>
                  <a:lnTo>
                    <a:pt x="5892068" y="49769"/>
                  </a:lnTo>
                  <a:lnTo>
                    <a:pt x="5892161" y="49769"/>
                  </a:lnTo>
                  <a:lnTo>
                    <a:pt x="5892255" y="49769"/>
                  </a:lnTo>
                  <a:lnTo>
                    <a:pt x="5892348" y="49769"/>
                  </a:lnTo>
                  <a:lnTo>
                    <a:pt x="5892441" y="49769"/>
                  </a:lnTo>
                  <a:lnTo>
                    <a:pt x="5892534" y="49769"/>
                  </a:lnTo>
                  <a:lnTo>
                    <a:pt x="5892628" y="49769"/>
                  </a:lnTo>
                  <a:lnTo>
                    <a:pt x="5892721" y="49769"/>
                  </a:lnTo>
                  <a:lnTo>
                    <a:pt x="5892814" y="49769"/>
                  </a:lnTo>
                  <a:lnTo>
                    <a:pt x="5892907" y="49769"/>
                  </a:lnTo>
                  <a:lnTo>
                    <a:pt x="5893001" y="49769"/>
                  </a:lnTo>
                  <a:lnTo>
                    <a:pt x="5893094" y="49769"/>
                  </a:lnTo>
                  <a:lnTo>
                    <a:pt x="5893187" y="49769"/>
                  </a:lnTo>
                  <a:lnTo>
                    <a:pt x="5893280" y="49769"/>
                  </a:lnTo>
                  <a:lnTo>
                    <a:pt x="5893374" y="49769"/>
                  </a:lnTo>
                  <a:lnTo>
                    <a:pt x="5893467" y="49769"/>
                  </a:lnTo>
                  <a:lnTo>
                    <a:pt x="5893560" y="49769"/>
                  </a:lnTo>
                  <a:lnTo>
                    <a:pt x="5893653" y="49769"/>
                  </a:lnTo>
                  <a:lnTo>
                    <a:pt x="5893747" y="49769"/>
                  </a:lnTo>
                  <a:lnTo>
                    <a:pt x="5893840" y="49769"/>
                  </a:lnTo>
                  <a:lnTo>
                    <a:pt x="5893933" y="49769"/>
                  </a:lnTo>
                  <a:lnTo>
                    <a:pt x="5894026" y="49769"/>
                  </a:lnTo>
                  <a:lnTo>
                    <a:pt x="5894120" y="49769"/>
                  </a:lnTo>
                  <a:lnTo>
                    <a:pt x="5894213" y="49769"/>
                  </a:lnTo>
                  <a:lnTo>
                    <a:pt x="5894306" y="49769"/>
                  </a:lnTo>
                  <a:lnTo>
                    <a:pt x="5894399" y="49769"/>
                  </a:lnTo>
                  <a:lnTo>
                    <a:pt x="5894493" y="49769"/>
                  </a:lnTo>
                  <a:lnTo>
                    <a:pt x="5894586" y="49769"/>
                  </a:lnTo>
                  <a:lnTo>
                    <a:pt x="5894679" y="49769"/>
                  </a:lnTo>
                  <a:lnTo>
                    <a:pt x="5894772" y="49769"/>
                  </a:lnTo>
                  <a:lnTo>
                    <a:pt x="5894866" y="49769"/>
                  </a:lnTo>
                  <a:lnTo>
                    <a:pt x="5894959" y="49769"/>
                  </a:lnTo>
                  <a:lnTo>
                    <a:pt x="5895052" y="49769"/>
                  </a:lnTo>
                  <a:lnTo>
                    <a:pt x="5895145" y="49769"/>
                  </a:lnTo>
                  <a:lnTo>
                    <a:pt x="5895239" y="49769"/>
                  </a:lnTo>
                  <a:lnTo>
                    <a:pt x="5895332" y="49769"/>
                  </a:lnTo>
                  <a:lnTo>
                    <a:pt x="5895425" y="49769"/>
                  </a:lnTo>
                  <a:lnTo>
                    <a:pt x="5895518" y="49769"/>
                  </a:lnTo>
                  <a:lnTo>
                    <a:pt x="5895612" y="49769"/>
                  </a:lnTo>
                  <a:lnTo>
                    <a:pt x="5895705" y="49769"/>
                  </a:lnTo>
                  <a:lnTo>
                    <a:pt x="5895798" y="49769"/>
                  </a:lnTo>
                  <a:lnTo>
                    <a:pt x="5895891" y="49769"/>
                  </a:lnTo>
                  <a:lnTo>
                    <a:pt x="5895985" y="49769"/>
                  </a:lnTo>
                  <a:lnTo>
                    <a:pt x="5896078" y="49769"/>
                  </a:lnTo>
                  <a:lnTo>
                    <a:pt x="5896171" y="49769"/>
                  </a:lnTo>
                  <a:lnTo>
                    <a:pt x="5896264" y="49769"/>
                  </a:lnTo>
                  <a:lnTo>
                    <a:pt x="5896358" y="49769"/>
                  </a:lnTo>
                  <a:lnTo>
                    <a:pt x="5896451" y="49769"/>
                  </a:lnTo>
                  <a:lnTo>
                    <a:pt x="5896544" y="49769"/>
                  </a:lnTo>
                  <a:lnTo>
                    <a:pt x="5896637" y="49769"/>
                  </a:lnTo>
                  <a:lnTo>
                    <a:pt x="5896731" y="49769"/>
                  </a:lnTo>
                  <a:lnTo>
                    <a:pt x="5896824" y="49769"/>
                  </a:lnTo>
                  <a:lnTo>
                    <a:pt x="5896917" y="49769"/>
                  </a:lnTo>
                  <a:lnTo>
                    <a:pt x="5897010" y="49769"/>
                  </a:lnTo>
                  <a:lnTo>
                    <a:pt x="5897104" y="49769"/>
                  </a:lnTo>
                  <a:lnTo>
                    <a:pt x="5897197" y="49769"/>
                  </a:lnTo>
                  <a:lnTo>
                    <a:pt x="5897290" y="49769"/>
                  </a:lnTo>
                  <a:lnTo>
                    <a:pt x="5897383" y="49769"/>
                  </a:lnTo>
                  <a:lnTo>
                    <a:pt x="5897476" y="49769"/>
                  </a:lnTo>
                  <a:lnTo>
                    <a:pt x="5897570" y="49769"/>
                  </a:lnTo>
                  <a:lnTo>
                    <a:pt x="5897663" y="49769"/>
                  </a:lnTo>
                  <a:lnTo>
                    <a:pt x="5897756" y="49769"/>
                  </a:lnTo>
                  <a:lnTo>
                    <a:pt x="5897849" y="49769"/>
                  </a:lnTo>
                  <a:lnTo>
                    <a:pt x="5897943" y="49769"/>
                  </a:lnTo>
                  <a:lnTo>
                    <a:pt x="5898036" y="49769"/>
                  </a:lnTo>
                  <a:lnTo>
                    <a:pt x="5898129" y="49769"/>
                  </a:lnTo>
                  <a:lnTo>
                    <a:pt x="5898222" y="49769"/>
                  </a:lnTo>
                  <a:lnTo>
                    <a:pt x="5898316" y="49769"/>
                  </a:lnTo>
                  <a:lnTo>
                    <a:pt x="5898409" y="49769"/>
                  </a:lnTo>
                  <a:lnTo>
                    <a:pt x="5898502" y="49769"/>
                  </a:lnTo>
                  <a:lnTo>
                    <a:pt x="5898595" y="49769"/>
                  </a:lnTo>
                  <a:lnTo>
                    <a:pt x="5898689" y="49769"/>
                  </a:lnTo>
                  <a:lnTo>
                    <a:pt x="5898782" y="49769"/>
                  </a:lnTo>
                  <a:lnTo>
                    <a:pt x="5898875" y="49769"/>
                  </a:lnTo>
                  <a:lnTo>
                    <a:pt x="5898968" y="49769"/>
                  </a:lnTo>
                  <a:lnTo>
                    <a:pt x="5899062" y="49769"/>
                  </a:lnTo>
                  <a:lnTo>
                    <a:pt x="5899155" y="49769"/>
                  </a:lnTo>
                  <a:lnTo>
                    <a:pt x="5899248" y="49769"/>
                  </a:lnTo>
                  <a:lnTo>
                    <a:pt x="5899341" y="49769"/>
                  </a:lnTo>
                  <a:lnTo>
                    <a:pt x="5899435" y="49769"/>
                  </a:lnTo>
                  <a:lnTo>
                    <a:pt x="5899528" y="49769"/>
                  </a:lnTo>
                  <a:lnTo>
                    <a:pt x="5899621" y="49769"/>
                  </a:lnTo>
                  <a:lnTo>
                    <a:pt x="5899621" y="39815"/>
                  </a:lnTo>
                  <a:lnTo>
                    <a:pt x="5899714" y="39815"/>
                  </a:lnTo>
                  <a:lnTo>
                    <a:pt x="5899808" y="39815"/>
                  </a:lnTo>
                  <a:lnTo>
                    <a:pt x="5899901" y="39815"/>
                  </a:lnTo>
                  <a:lnTo>
                    <a:pt x="5899994" y="39815"/>
                  </a:lnTo>
                  <a:lnTo>
                    <a:pt x="5900087" y="39815"/>
                  </a:lnTo>
                  <a:lnTo>
                    <a:pt x="5900181" y="39815"/>
                  </a:lnTo>
                  <a:lnTo>
                    <a:pt x="5900274" y="39815"/>
                  </a:lnTo>
                  <a:lnTo>
                    <a:pt x="5900367" y="39815"/>
                  </a:lnTo>
                  <a:lnTo>
                    <a:pt x="5900460" y="39815"/>
                  </a:lnTo>
                  <a:lnTo>
                    <a:pt x="5900554" y="39815"/>
                  </a:lnTo>
                  <a:lnTo>
                    <a:pt x="5900647" y="39815"/>
                  </a:lnTo>
                  <a:lnTo>
                    <a:pt x="5900740" y="39815"/>
                  </a:lnTo>
                  <a:lnTo>
                    <a:pt x="5900833" y="39815"/>
                  </a:lnTo>
                  <a:lnTo>
                    <a:pt x="5900927" y="39815"/>
                  </a:lnTo>
                  <a:lnTo>
                    <a:pt x="5901020" y="39815"/>
                  </a:lnTo>
                  <a:lnTo>
                    <a:pt x="5901113" y="39815"/>
                  </a:lnTo>
                  <a:lnTo>
                    <a:pt x="5901206" y="39815"/>
                  </a:lnTo>
                  <a:lnTo>
                    <a:pt x="5901300" y="39815"/>
                  </a:lnTo>
                  <a:lnTo>
                    <a:pt x="5901393" y="39815"/>
                  </a:lnTo>
                  <a:lnTo>
                    <a:pt x="5901486" y="39815"/>
                  </a:lnTo>
                  <a:lnTo>
                    <a:pt x="5901579" y="39815"/>
                  </a:lnTo>
                  <a:lnTo>
                    <a:pt x="5901673" y="39815"/>
                  </a:lnTo>
                  <a:lnTo>
                    <a:pt x="5901766" y="39815"/>
                  </a:lnTo>
                  <a:lnTo>
                    <a:pt x="5901859" y="39815"/>
                  </a:lnTo>
                  <a:lnTo>
                    <a:pt x="5901952" y="39815"/>
                  </a:lnTo>
                  <a:lnTo>
                    <a:pt x="5902046" y="39815"/>
                  </a:lnTo>
                  <a:lnTo>
                    <a:pt x="5902139" y="39815"/>
                  </a:lnTo>
                  <a:lnTo>
                    <a:pt x="5902232" y="39815"/>
                  </a:lnTo>
                  <a:lnTo>
                    <a:pt x="5902325" y="39815"/>
                  </a:lnTo>
                  <a:lnTo>
                    <a:pt x="5902419" y="39815"/>
                  </a:lnTo>
                  <a:lnTo>
                    <a:pt x="5902512" y="39815"/>
                  </a:lnTo>
                  <a:lnTo>
                    <a:pt x="5902605" y="39815"/>
                  </a:lnTo>
                  <a:lnTo>
                    <a:pt x="5902698" y="39815"/>
                  </a:lnTo>
                  <a:lnTo>
                    <a:pt x="5902792" y="39815"/>
                  </a:lnTo>
                  <a:lnTo>
                    <a:pt x="5902885" y="39815"/>
                  </a:lnTo>
                  <a:lnTo>
                    <a:pt x="5902978" y="39815"/>
                  </a:lnTo>
                  <a:lnTo>
                    <a:pt x="5903071" y="39815"/>
                  </a:lnTo>
                  <a:lnTo>
                    <a:pt x="5903165" y="39815"/>
                  </a:lnTo>
                  <a:lnTo>
                    <a:pt x="5903258" y="39815"/>
                  </a:lnTo>
                  <a:lnTo>
                    <a:pt x="5903351" y="39815"/>
                  </a:lnTo>
                  <a:lnTo>
                    <a:pt x="5903444" y="39815"/>
                  </a:lnTo>
                  <a:lnTo>
                    <a:pt x="5903538" y="39815"/>
                  </a:lnTo>
                  <a:lnTo>
                    <a:pt x="5903631" y="39815"/>
                  </a:lnTo>
                  <a:lnTo>
                    <a:pt x="5903724" y="39815"/>
                  </a:lnTo>
                  <a:lnTo>
                    <a:pt x="5903817" y="39815"/>
                  </a:lnTo>
                  <a:lnTo>
                    <a:pt x="5903911" y="39815"/>
                  </a:lnTo>
                  <a:lnTo>
                    <a:pt x="5904004" y="39815"/>
                  </a:lnTo>
                  <a:lnTo>
                    <a:pt x="5904097" y="39815"/>
                  </a:lnTo>
                  <a:lnTo>
                    <a:pt x="5904190" y="39815"/>
                  </a:lnTo>
                  <a:lnTo>
                    <a:pt x="5904283" y="39815"/>
                  </a:lnTo>
                  <a:lnTo>
                    <a:pt x="5904377" y="39815"/>
                  </a:lnTo>
                  <a:lnTo>
                    <a:pt x="5904470" y="39815"/>
                  </a:lnTo>
                  <a:lnTo>
                    <a:pt x="5904563" y="39815"/>
                  </a:lnTo>
                  <a:lnTo>
                    <a:pt x="5904656" y="39815"/>
                  </a:lnTo>
                  <a:lnTo>
                    <a:pt x="5904750" y="39815"/>
                  </a:lnTo>
                  <a:lnTo>
                    <a:pt x="5904843" y="39815"/>
                  </a:lnTo>
                  <a:lnTo>
                    <a:pt x="5904936" y="39815"/>
                  </a:lnTo>
                  <a:lnTo>
                    <a:pt x="5905029" y="39815"/>
                  </a:lnTo>
                  <a:lnTo>
                    <a:pt x="5905123" y="39815"/>
                  </a:lnTo>
                  <a:lnTo>
                    <a:pt x="5905216" y="39815"/>
                  </a:lnTo>
                  <a:lnTo>
                    <a:pt x="5905309" y="39815"/>
                  </a:lnTo>
                  <a:lnTo>
                    <a:pt x="5905402" y="39815"/>
                  </a:lnTo>
                  <a:lnTo>
                    <a:pt x="5905496" y="39815"/>
                  </a:lnTo>
                  <a:lnTo>
                    <a:pt x="5905589" y="39815"/>
                  </a:lnTo>
                  <a:lnTo>
                    <a:pt x="5905682" y="39815"/>
                  </a:lnTo>
                  <a:lnTo>
                    <a:pt x="5905775" y="39815"/>
                  </a:lnTo>
                  <a:lnTo>
                    <a:pt x="5905869" y="39815"/>
                  </a:lnTo>
                  <a:lnTo>
                    <a:pt x="5905962" y="39815"/>
                  </a:lnTo>
                  <a:lnTo>
                    <a:pt x="5906055" y="39815"/>
                  </a:lnTo>
                  <a:lnTo>
                    <a:pt x="5906148" y="39815"/>
                  </a:lnTo>
                  <a:lnTo>
                    <a:pt x="5906242" y="39815"/>
                  </a:lnTo>
                  <a:lnTo>
                    <a:pt x="5906335" y="39815"/>
                  </a:lnTo>
                  <a:lnTo>
                    <a:pt x="5906428" y="39815"/>
                  </a:lnTo>
                  <a:lnTo>
                    <a:pt x="5906521" y="39815"/>
                  </a:lnTo>
                  <a:lnTo>
                    <a:pt x="5906615" y="39815"/>
                  </a:lnTo>
                  <a:lnTo>
                    <a:pt x="5906708" y="39815"/>
                  </a:lnTo>
                  <a:lnTo>
                    <a:pt x="5906801" y="39815"/>
                  </a:lnTo>
                  <a:lnTo>
                    <a:pt x="5906894" y="39815"/>
                  </a:lnTo>
                  <a:lnTo>
                    <a:pt x="5906988" y="39815"/>
                  </a:lnTo>
                  <a:lnTo>
                    <a:pt x="5907081" y="39815"/>
                  </a:lnTo>
                  <a:lnTo>
                    <a:pt x="5907174" y="39815"/>
                  </a:lnTo>
                  <a:lnTo>
                    <a:pt x="5907267" y="39815"/>
                  </a:lnTo>
                  <a:lnTo>
                    <a:pt x="5907361" y="39815"/>
                  </a:lnTo>
                  <a:lnTo>
                    <a:pt x="5907454" y="39815"/>
                  </a:lnTo>
                  <a:lnTo>
                    <a:pt x="5907547" y="39815"/>
                  </a:lnTo>
                  <a:lnTo>
                    <a:pt x="5907640" y="39815"/>
                  </a:lnTo>
                  <a:lnTo>
                    <a:pt x="5907734" y="39815"/>
                  </a:lnTo>
                  <a:lnTo>
                    <a:pt x="5907827" y="39815"/>
                  </a:lnTo>
                  <a:lnTo>
                    <a:pt x="5907920" y="39815"/>
                  </a:lnTo>
                  <a:lnTo>
                    <a:pt x="5908013" y="39815"/>
                  </a:lnTo>
                  <a:lnTo>
                    <a:pt x="5908107" y="39815"/>
                  </a:lnTo>
                  <a:lnTo>
                    <a:pt x="5908200" y="39815"/>
                  </a:lnTo>
                  <a:lnTo>
                    <a:pt x="5908293" y="39815"/>
                  </a:lnTo>
                  <a:lnTo>
                    <a:pt x="5908386" y="39815"/>
                  </a:lnTo>
                  <a:lnTo>
                    <a:pt x="5908480" y="39815"/>
                  </a:lnTo>
                  <a:lnTo>
                    <a:pt x="5908573" y="39815"/>
                  </a:lnTo>
                  <a:lnTo>
                    <a:pt x="5908666" y="39815"/>
                  </a:lnTo>
                  <a:lnTo>
                    <a:pt x="5908759" y="39815"/>
                  </a:lnTo>
                  <a:lnTo>
                    <a:pt x="5908853" y="39815"/>
                  </a:lnTo>
                  <a:lnTo>
                    <a:pt x="5908946" y="39815"/>
                  </a:lnTo>
                  <a:lnTo>
                    <a:pt x="5909039" y="39815"/>
                  </a:lnTo>
                  <a:lnTo>
                    <a:pt x="5909132" y="39815"/>
                  </a:lnTo>
                  <a:lnTo>
                    <a:pt x="5909226" y="39815"/>
                  </a:lnTo>
                  <a:lnTo>
                    <a:pt x="5909319" y="39815"/>
                  </a:lnTo>
                  <a:lnTo>
                    <a:pt x="5909412" y="39815"/>
                  </a:lnTo>
                  <a:lnTo>
                    <a:pt x="5909505" y="39815"/>
                  </a:lnTo>
                  <a:lnTo>
                    <a:pt x="5909599" y="39815"/>
                  </a:lnTo>
                  <a:lnTo>
                    <a:pt x="5909692" y="39815"/>
                  </a:lnTo>
                  <a:lnTo>
                    <a:pt x="5909785" y="39815"/>
                  </a:lnTo>
                  <a:lnTo>
                    <a:pt x="5909878" y="39815"/>
                  </a:lnTo>
                  <a:lnTo>
                    <a:pt x="5909972" y="39815"/>
                  </a:lnTo>
                  <a:lnTo>
                    <a:pt x="5910065" y="39815"/>
                  </a:lnTo>
                  <a:lnTo>
                    <a:pt x="5910158" y="39815"/>
                  </a:lnTo>
                  <a:lnTo>
                    <a:pt x="5910251" y="39815"/>
                  </a:lnTo>
                  <a:lnTo>
                    <a:pt x="5910345" y="39815"/>
                  </a:lnTo>
                  <a:lnTo>
                    <a:pt x="5910438" y="39815"/>
                  </a:lnTo>
                  <a:lnTo>
                    <a:pt x="5910531" y="39815"/>
                  </a:lnTo>
                  <a:lnTo>
                    <a:pt x="5910624" y="39815"/>
                  </a:lnTo>
                  <a:lnTo>
                    <a:pt x="5910718" y="39815"/>
                  </a:lnTo>
                  <a:lnTo>
                    <a:pt x="5910811" y="39815"/>
                  </a:lnTo>
                  <a:lnTo>
                    <a:pt x="5910904" y="39815"/>
                  </a:lnTo>
                  <a:lnTo>
                    <a:pt x="5910997" y="39815"/>
                  </a:lnTo>
                  <a:lnTo>
                    <a:pt x="5911090" y="39815"/>
                  </a:lnTo>
                  <a:lnTo>
                    <a:pt x="5911184" y="39815"/>
                  </a:lnTo>
                  <a:lnTo>
                    <a:pt x="5911277" y="39815"/>
                  </a:lnTo>
                  <a:lnTo>
                    <a:pt x="5911370" y="39815"/>
                  </a:lnTo>
                  <a:lnTo>
                    <a:pt x="5911463" y="39815"/>
                  </a:lnTo>
                  <a:lnTo>
                    <a:pt x="5911557" y="39815"/>
                  </a:lnTo>
                  <a:lnTo>
                    <a:pt x="5911650" y="39815"/>
                  </a:lnTo>
                  <a:lnTo>
                    <a:pt x="5911743" y="39815"/>
                  </a:lnTo>
                  <a:lnTo>
                    <a:pt x="5911836" y="39815"/>
                  </a:lnTo>
                  <a:lnTo>
                    <a:pt x="5911930" y="39815"/>
                  </a:lnTo>
                  <a:lnTo>
                    <a:pt x="5912023" y="39815"/>
                  </a:lnTo>
                  <a:lnTo>
                    <a:pt x="5912116" y="39815"/>
                  </a:lnTo>
                  <a:lnTo>
                    <a:pt x="5912209" y="39815"/>
                  </a:lnTo>
                  <a:lnTo>
                    <a:pt x="5912303" y="39815"/>
                  </a:lnTo>
                  <a:lnTo>
                    <a:pt x="5912396" y="39815"/>
                  </a:lnTo>
                  <a:lnTo>
                    <a:pt x="5912489" y="39815"/>
                  </a:lnTo>
                  <a:lnTo>
                    <a:pt x="5912582" y="39815"/>
                  </a:lnTo>
                  <a:lnTo>
                    <a:pt x="5912676" y="39815"/>
                  </a:lnTo>
                  <a:lnTo>
                    <a:pt x="5912769" y="39815"/>
                  </a:lnTo>
                  <a:lnTo>
                    <a:pt x="5912862" y="39815"/>
                  </a:lnTo>
                  <a:lnTo>
                    <a:pt x="5912955" y="39815"/>
                  </a:lnTo>
                  <a:lnTo>
                    <a:pt x="5913049" y="39815"/>
                  </a:lnTo>
                  <a:lnTo>
                    <a:pt x="5913142" y="39815"/>
                  </a:lnTo>
                  <a:lnTo>
                    <a:pt x="5913235" y="39815"/>
                  </a:lnTo>
                  <a:lnTo>
                    <a:pt x="5913328" y="39815"/>
                  </a:lnTo>
                  <a:lnTo>
                    <a:pt x="5913422" y="39815"/>
                  </a:lnTo>
                  <a:lnTo>
                    <a:pt x="5913515" y="39815"/>
                  </a:lnTo>
                  <a:lnTo>
                    <a:pt x="5913608" y="39815"/>
                  </a:lnTo>
                  <a:lnTo>
                    <a:pt x="5913701" y="39815"/>
                  </a:lnTo>
                  <a:lnTo>
                    <a:pt x="5913795" y="39815"/>
                  </a:lnTo>
                  <a:lnTo>
                    <a:pt x="5913888" y="39815"/>
                  </a:lnTo>
                  <a:lnTo>
                    <a:pt x="5913981" y="39815"/>
                  </a:lnTo>
                  <a:lnTo>
                    <a:pt x="5914074" y="39815"/>
                  </a:lnTo>
                  <a:lnTo>
                    <a:pt x="5914168" y="39815"/>
                  </a:lnTo>
                  <a:lnTo>
                    <a:pt x="5914261" y="39815"/>
                  </a:lnTo>
                  <a:lnTo>
                    <a:pt x="5914354" y="39815"/>
                  </a:lnTo>
                  <a:lnTo>
                    <a:pt x="5914447" y="39815"/>
                  </a:lnTo>
                  <a:lnTo>
                    <a:pt x="5914541" y="39815"/>
                  </a:lnTo>
                  <a:lnTo>
                    <a:pt x="5914634" y="39815"/>
                  </a:lnTo>
                  <a:lnTo>
                    <a:pt x="5914727" y="39815"/>
                  </a:lnTo>
                  <a:lnTo>
                    <a:pt x="5914820" y="39815"/>
                  </a:lnTo>
                  <a:lnTo>
                    <a:pt x="5914914" y="39815"/>
                  </a:lnTo>
                  <a:lnTo>
                    <a:pt x="5915007" y="39815"/>
                  </a:lnTo>
                  <a:lnTo>
                    <a:pt x="5915100" y="39815"/>
                  </a:lnTo>
                  <a:lnTo>
                    <a:pt x="5915193" y="39815"/>
                  </a:lnTo>
                  <a:lnTo>
                    <a:pt x="5915287" y="39815"/>
                  </a:lnTo>
                  <a:lnTo>
                    <a:pt x="5915380" y="39815"/>
                  </a:lnTo>
                  <a:lnTo>
                    <a:pt x="5915473" y="39815"/>
                  </a:lnTo>
                  <a:lnTo>
                    <a:pt x="5915566" y="39815"/>
                  </a:lnTo>
                  <a:lnTo>
                    <a:pt x="5915660" y="39815"/>
                  </a:lnTo>
                  <a:lnTo>
                    <a:pt x="5915753" y="39815"/>
                  </a:lnTo>
                  <a:lnTo>
                    <a:pt x="5915846" y="39815"/>
                  </a:lnTo>
                  <a:lnTo>
                    <a:pt x="5915939" y="39815"/>
                  </a:lnTo>
                  <a:lnTo>
                    <a:pt x="5916033" y="39815"/>
                  </a:lnTo>
                  <a:lnTo>
                    <a:pt x="5916126" y="39815"/>
                  </a:lnTo>
                  <a:lnTo>
                    <a:pt x="5916219" y="39815"/>
                  </a:lnTo>
                  <a:lnTo>
                    <a:pt x="5916312" y="39815"/>
                  </a:lnTo>
                  <a:lnTo>
                    <a:pt x="5916406" y="39815"/>
                  </a:lnTo>
                  <a:lnTo>
                    <a:pt x="5916499" y="39815"/>
                  </a:lnTo>
                  <a:lnTo>
                    <a:pt x="5916592" y="39815"/>
                  </a:lnTo>
                  <a:lnTo>
                    <a:pt x="5916685" y="39815"/>
                  </a:lnTo>
                  <a:lnTo>
                    <a:pt x="5916779" y="39815"/>
                  </a:lnTo>
                  <a:lnTo>
                    <a:pt x="5916872" y="39815"/>
                  </a:lnTo>
                  <a:lnTo>
                    <a:pt x="5916965" y="39815"/>
                  </a:lnTo>
                  <a:lnTo>
                    <a:pt x="5917058" y="39815"/>
                  </a:lnTo>
                  <a:lnTo>
                    <a:pt x="5917152" y="39815"/>
                  </a:lnTo>
                  <a:lnTo>
                    <a:pt x="5917245" y="39815"/>
                  </a:lnTo>
                  <a:lnTo>
                    <a:pt x="5917338" y="39815"/>
                  </a:lnTo>
                  <a:lnTo>
                    <a:pt x="5917431" y="39815"/>
                  </a:lnTo>
                  <a:lnTo>
                    <a:pt x="5917525" y="39815"/>
                  </a:lnTo>
                  <a:lnTo>
                    <a:pt x="5917618" y="39815"/>
                  </a:lnTo>
                  <a:lnTo>
                    <a:pt x="5917711" y="39815"/>
                  </a:lnTo>
                  <a:lnTo>
                    <a:pt x="5917804" y="39815"/>
                  </a:lnTo>
                  <a:lnTo>
                    <a:pt x="5917898" y="39815"/>
                  </a:lnTo>
                  <a:lnTo>
                    <a:pt x="5917991" y="39815"/>
                  </a:lnTo>
                  <a:lnTo>
                    <a:pt x="5918084" y="39815"/>
                  </a:lnTo>
                  <a:lnTo>
                    <a:pt x="5918177" y="39815"/>
                  </a:lnTo>
                  <a:lnTo>
                    <a:pt x="5918270" y="39815"/>
                  </a:lnTo>
                  <a:lnTo>
                    <a:pt x="5918364" y="39815"/>
                  </a:lnTo>
                  <a:lnTo>
                    <a:pt x="5918457" y="39815"/>
                  </a:lnTo>
                  <a:lnTo>
                    <a:pt x="5918550" y="39815"/>
                  </a:lnTo>
                  <a:lnTo>
                    <a:pt x="5918643" y="39815"/>
                  </a:lnTo>
                  <a:lnTo>
                    <a:pt x="5918737" y="39815"/>
                  </a:lnTo>
                  <a:lnTo>
                    <a:pt x="5918830" y="39815"/>
                  </a:lnTo>
                  <a:lnTo>
                    <a:pt x="5918923" y="39815"/>
                  </a:lnTo>
                  <a:lnTo>
                    <a:pt x="5919016" y="39815"/>
                  </a:lnTo>
                  <a:lnTo>
                    <a:pt x="5919110" y="39815"/>
                  </a:lnTo>
                  <a:lnTo>
                    <a:pt x="5919203" y="39815"/>
                  </a:lnTo>
                  <a:lnTo>
                    <a:pt x="5919296" y="39815"/>
                  </a:lnTo>
                  <a:lnTo>
                    <a:pt x="5919389" y="39815"/>
                  </a:lnTo>
                  <a:lnTo>
                    <a:pt x="5919483" y="39815"/>
                  </a:lnTo>
                  <a:lnTo>
                    <a:pt x="5919576" y="39815"/>
                  </a:lnTo>
                  <a:lnTo>
                    <a:pt x="5919669" y="39815"/>
                  </a:lnTo>
                  <a:lnTo>
                    <a:pt x="5919762" y="39815"/>
                  </a:lnTo>
                  <a:lnTo>
                    <a:pt x="5919856" y="39815"/>
                  </a:lnTo>
                  <a:lnTo>
                    <a:pt x="5919949" y="39815"/>
                  </a:lnTo>
                  <a:lnTo>
                    <a:pt x="5920042" y="39815"/>
                  </a:lnTo>
                  <a:lnTo>
                    <a:pt x="5920135" y="39815"/>
                  </a:lnTo>
                  <a:lnTo>
                    <a:pt x="5920229" y="39815"/>
                  </a:lnTo>
                  <a:lnTo>
                    <a:pt x="5920322" y="39815"/>
                  </a:lnTo>
                  <a:lnTo>
                    <a:pt x="5920415" y="39815"/>
                  </a:lnTo>
                  <a:lnTo>
                    <a:pt x="5920508" y="39815"/>
                  </a:lnTo>
                  <a:lnTo>
                    <a:pt x="5920602" y="39815"/>
                  </a:lnTo>
                  <a:lnTo>
                    <a:pt x="5920695" y="39815"/>
                  </a:lnTo>
                  <a:lnTo>
                    <a:pt x="5920788" y="39815"/>
                  </a:lnTo>
                  <a:lnTo>
                    <a:pt x="5920881" y="39815"/>
                  </a:lnTo>
                  <a:lnTo>
                    <a:pt x="5920975" y="39815"/>
                  </a:lnTo>
                  <a:lnTo>
                    <a:pt x="5921068" y="39815"/>
                  </a:lnTo>
                  <a:lnTo>
                    <a:pt x="5921161" y="39815"/>
                  </a:lnTo>
                  <a:lnTo>
                    <a:pt x="5921254" y="39815"/>
                  </a:lnTo>
                  <a:lnTo>
                    <a:pt x="5921348" y="39815"/>
                  </a:lnTo>
                  <a:lnTo>
                    <a:pt x="5921441" y="39815"/>
                  </a:lnTo>
                  <a:lnTo>
                    <a:pt x="5921534" y="39815"/>
                  </a:lnTo>
                  <a:lnTo>
                    <a:pt x="5921627" y="39815"/>
                  </a:lnTo>
                  <a:lnTo>
                    <a:pt x="5921721" y="39815"/>
                  </a:lnTo>
                  <a:lnTo>
                    <a:pt x="5921814" y="39815"/>
                  </a:lnTo>
                  <a:lnTo>
                    <a:pt x="5921907" y="39815"/>
                  </a:lnTo>
                  <a:lnTo>
                    <a:pt x="5922000" y="39815"/>
                  </a:lnTo>
                  <a:lnTo>
                    <a:pt x="5922094" y="39815"/>
                  </a:lnTo>
                  <a:lnTo>
                    <a:pt x="5922187" y="39815"/>
                  </a:lnTo>
                  <a:lnTo>
                    <a:pt x="5922280" y="39815"/>
                  </a:lnTo>
                  <a:lnTo>
                    <a:pt x="5922373" y="39815"/>
                  </a:lnTo>
                  <a:lnTo>
                    <a:pt x="5922467" y="39815"/>
                  </a:lnTo>
                  <a:lnTo>
                    <a:pt x="5922560" y="39815"/>
                  </a:lnTo>
                  <a:lnTo>
                    <a:pt x="5922653" y="39815"/>
                  </a:lnTo>
                  <a:lnTo>
                    <a:pt x="5922746" y="39815"/>
                  </a:lnTo>
                  <a:lnTo>
                    <a:pt x="5922840" y="39815"/>
                  </a:lnTo>
                  <a:lnTo>
                    <a:pt x="5922933" y="39815"/>
                  </a:lnTo>
                  <a:lnTo>
                    <a:pt x="5923026" y="39815"/>
                  </a:lnTo>
                  <a:lnTo>
                    <a:pt x="5923119" y="39815"/>
                  </a:lnTo>
                  <a:lnTo>
                    <a:pt x="5923213" y="39815"/>
                  </a:lnTo>
                  <a:lnTo>
                    <a:pt x="5923306" y="39815"/>
                  </a:lnTo>
                  <a:lnTo>
                    <a:pt x="5923399" y="39815"/>
                  </a:lnTo>
                  <a:lnTo>
                    <a:pt x="5923492" y="39815"/>
                  </a:lnTo>
                  <a:lnTo>
                    <a:pt x="5923586" y="39815"/>
                  </a:lnTo>
                  <a:lnTo>
                    <a:pt x="5923679" y="39815"/>
                  </a:lnTo>
                  <a:lnTo>
                    <a:pt x="5923772" y="39815"/>
                  </a:lnTo>
                  <a:lnTo>
                    <a:pt x="5923865" y="39815"/>
                  </a:lnTo>
                  <a:lnTo>
                    <a:pt x="5923959" y="39815"/>
                  </a:lnTo>
                  <a:lnTo>
                    <a:pt x="5924052" y="39815"/>
                  </a:lnTo>
                  <a:lnTo>
                    <a:pt x="5924145" y="39815"/>
                  </a:lnTo>
                  <a:lnTo>
                    <a:pt x="5924238" y="39815"/>
                  </a:lnTo>
                  <a:lnTo>
                    <a:pt x="5924332" y="39815"/>
                  </a:lnTo>
                  <a:lnTo>
                    <a:pt x="5924425" y="39815"/>
                  </a:lnTo>
                  <a:lnTo>
                    <a:pt x="5924518" y="39815"/>
                  </a:lnTo>
                  <a:lnTo>
                    <a:pt x="5924611" y="39815"/>
                  </a:lnTo>
                  <a:lnTo>
                    <a:pt x="5924705" y="39815"/>
                  </a:lnTo>
                  <a:lnTo>
                    <a:pt x="5924798" y="39815"/>
                  </a:lnTo>
                  <a:lnTo>
                    <a:pt x="5924891" y="39815"/>
                  </a:lnTo>
                  <a:lnTo>
                    <a:pt x="5924984" y="39815"/>
                  </a:lnTo>
                  <a:lnTo>
                    <a:pt x="5925077" y="39815"/>
                  </a:lnTo>
                  <a:lnTo>
                    <a:pt x="5925171" y="39815"/>
                  </a:lnTo>
                  <a:lnTo>
                    <a:pt x="5925264" y="39815"/>
                  </a:lnTo>
                  <a:lnTo>
                    <a:pt x="5925357" y="39815"/>
                  </a:lnTo>
                  <a:lnTo>
                    <a:pt x="5925450" y="39815"/>
                  </a:lnTo>
                  <a:lnTo>
                    <a:pt x="5925544" y="39815"/>
                  </a:lnTo>
                  <a:lnTo>
                    <a:pt x="5925637" y="39815"/>
                  </a:lnTo>
                  <a:lnTo>
                    <a:pt x="5925730" y="39815"/>
                  </a:lnTo>
                  <a:lnTo>
                    <a:pt x="5925823" y="39815"/>
                  </a:lnTo>
                  <a:lnTo>
                    <a:pt x="5925917" y="39815"/>
                  </a:lnTo>
                  <a:lnTo>
                    <a:pt x="5926010" y="39815"/>
                  </a:lnTo>
                  <a:lnTo>
                    <a:pt x="5926103" y="39815"/>
                  </a:lnTo>
                  <a:lnTo>
                    <a:pt x="5926196" y="39815"/>
                  </a:lnTo>
                  <a:lnTo>
                    <a:pt x="5926290" y="39815"/>
                  </a:lnTo>
                  <a:lnTo>
                    <a:pt x="5926383" y="39815"/>
                  </a:lnTo>
                  <a:lnTo>
                    <a:pt x="5926476" y="39815"/>
                  </a:lnTo>
                  <a:lnTo>
                    <a:pt x="5926569" y="39815"/>
                  </a:lnTo>
                  <a:lnTo>
                    <a:pt x="5926663" y="39815"/>
                  </a:lnTo>
                  <a:lnTo>
                    <a:pt x="5926756" y="39815"/>
                  </a:lnTo>
                  <a:lnTo>
                    <a:pt x="5926849" y="39815"/>
                  </a:lnTo>
                  <a:lnTo>
                    <a:pt x="5926942" y="39815"/>
                  </a:lnTo>
                  <a:lnTo>
                    <a:pt x="5927036" y="39815"/>
                  </a:lnTo>
                  <a:lnTo>
                    <a:pt x="5927129" y="39815"/>
                  </a:lnTo>
                  <a:lnTo>
                    <a:pt x="5927222" y="39815"/>
                  </a:lnTo>
                  <a:lnTo>
                    <a:pt x="5927315" y="39815"/>
                  </a:lnTo>
                  <a:lnTo>
                    <a:pt x="5927409" y="39815"/>
                  </a:lnTo>
                  <a:lnTo>
                    <a:pt x="5927502" y="39815"/>
                  </a:lnTo>
                  <a:lnTo>
                    <a:pt x="5927595" y="39815"/>
                  </a:lnTo>
                  <a:lnTo>
                    <a:pt x="5927688" y="39815"/>
                  </a:lnTo>
                  <a:lnTo>
                    <a:pt x="5927782" y="39815"/>
                  </a:lnTo>
                  <a:lnTo>
                    <a:pt x="5927875" y="39815"/>
                  </a:lnTo>
                  <a:lnTo>
                    <a:pt x="5927968" y="39815"/>
                  </a:lnTo>
                  <a:lnTo>
                    <a:pt x="5928061" y="39815"/>
                  </a:lnTo>
                  <a:lnTo>
                    <a:pt x="5928155" y="39815"/>
                  </a:lnTo>
                  <a:lnTo>
                    <a:pt x="5928248" y="39815"/>
                  </a:lnTo>
                  <a:lnTo>
                    <a:pt x="5928341" y="39815"/>
                  </a:lnTo>
                  <a:lnTo>
                    <a:pt x="5928434" y="39815"/>
                  </a:lnTo>
                  <a:lnTo>
                    <a:pt x="5928528" y="39815"/>
                  </a:lnTo>
                  <a:lnTo>
                    <a:pt x="5928621" y="39815"/>
                  </a:lnTo>
                  <a:lnTo>
                    <a:pt x="5928714" y="39815"/>
                  </a:lnTo>
                  <a:lnTo>
                    <a:pt x="5928807" y="39815"/>
                  </a:lnTo>
                  <a:lnTo>
                    <a:pt x="5928901" y="39815"/>
                  </a:lnTo>
                  <a:lnTo>
                    <a:pt x="5928994" y="39815"/>
                  </a:lnTo>
                  <a:lnTo>
                    <a:pt x="5929087" y="39815"/>
                  </a:lnTo>
                  <a:lnTo>
                    <a:pt x="5929180" y="39815"/>
                  </a:lnTo>
                  <a:lnTo>
                    <a:pt x="5929274" y="39815"/>
                  </a:lnTo>
                  <a:lnTo>
                    <a:pt x="5929367" y="39815"/>
                  </a:lnTo>
                  <a:lnTo>
                    <a:pt x="5929460" y="39815"/>
                  </a:lnTo>
                  <a:lnTo>
                    <a:pt x="5929553" y="39815"/>
                  </a:lnTo>
                  <a:lnTo>
                    <a:pt x="5929647" y="39815"/>
                  </a:lnTo>
                  <a:lnTo>
                    <a:pt x="5929740" y="39815"/>
                  </a:lnTo>
                  <a:lnTo>
                    <a:pt x="5929833" y="39815"/>
                  </a:lnTo>
                  <a:lnTo>
                    <a:pt x="5929926" y="39815"/>
                  </a:lnTo>
                  <a:lnTo>
                    <a:pt x="5930020" y="39815"/>
                  </a:lnTo>
                  <a:lnTo>
                    <a:pt x="5930113" y="39815"/>
                  </a:lnTo>
                  <a:lnTo>
                    <a:pt x="5930206" y="39815"/>
                  </a:lnTo>
                  <a:lnTo>
                    <a:pt x="5930299" y="39815"/>
                  </a:lnTo>
                  <a:lnTo>
                    <a:pt x="5930393" y="39815"/>
                  </a:lnTo>
                  <a:lnTo>
                    <a:pt x="5930486" y="39815"/>
                  </a:lnTo>
                  <a:lnTo>
                    <a:pt x="5930579" y="39815"/>
                  </a:lnTo>
                  <a:lnTo>
                    <a:pt x="5930672" y="39815"/>
                  </a:lnTo>
                  <a:lnTo>
                    <a:pt x="5930766" y="39815"/>
                  </a:lnTo>
                  <a:lnTo>
                    <a:pt x="5930859" y="39815"/>
                  </a:lnTo>
                  <a:lnTo>
                    <a:pt x="5930952" y="39815"/>
                  </a:lnTo>
                  <a:lnTo>
                    <a:pt x="5931045" y="39815"/>
                  </a:lnTo>
                  <a:lnTo>
                    <a:pt x="5931139" y="39815"/>
                  </a:lnTo>
                  <a:lnTo>
                    <a:pt x="5931232" y="39815"/>
                  </a:lnTo>
                  <a:lnTo>
                    <a:pt x="5931325" y="39815"/>
                  </a:lnTo>
                  <a:lnTo>
                    <a:pt x="5931418" y="39815"/>
                  </a:lnTo>
                  <a:lnTo>
                    <a:pt x="5931512" y="39815"/>
                  </a:lnTo>
                  <a:lnTo>
                    <a:pt x="5931605" y="39815"/>
                  </a:lnTo>
                  <a:lnTo>
                    <a:pt x="5931698" y="39815"/>
                  </a:lnTo>
                  <a:lnTo>
                    <a:pt x="5931791" y="39815"/>
                  </a:lnTo>
                  <a:lnTo>
                    <a:pt x="5931884" y="39815"/>
                  </a:lnTo>
                  <a:lnTo>
                    <a:pt x="5931978" y="39815"/>
                  </a:lnTo>
                  <a:lnTo>
                    <a:pt x="5932071" y="39815"/>
                  </a:lnTo>
                  <a:lnTo>
                    <a:pt x="5932164" y="39815"/>
                  </a:lnTo>
                  <a:lnTo>
                    <a:pt x="5932257" y="39815"/>
                  </a:lnTo>
                  <a:lnTo>
                    <a:pt x="5932351" y="39815"/>
                  </a:lnTo>
                  <a:lnTo>
                    <a:pt x="5932444" y="39815"/>
                  </a:lnTo>
                  <a:lnTo>
                    <a:pt x="5932537" y="39815"/>
                  </a:lnTo>
                  <a:lnTo>
                    <a:pt x="5932630" y="39815"/>
                  </a:lnTo>
                  <a:lnTo>
                    <a:pt x="5932724" y="39815"/>
                  </a:lnTo>
                  <a:lnTo>
                    <a:pt x="5932817" y="39815"/>
                  </a:lnTo>
                  <a:lnTo>
                    <a:pt x="5932910" y="39815"/>
                  </a:lnTo>
                  <a:lnTo>
                    <a:pt x="5933003" y="39815"/>
                  </a:lnTo>
                  <a:lnTo>
                    <a:pt x="5933097" y="39815"/>
                  </a:lnTo>
                  <a:lnTo>
                    <a:pt x="5933190" y="39815"/>
                  </a:lnTo>
                  <a:lnTo>
                    <a:pt x="5933283" y="39815"/>
                  </a:lnTo>
                  <a:lnTo>
                    <a:pt x="5933376" y="39815"/>
                  </a:lnTo>
                  <a:lnTo>
                    <a:pt x="5933470" y="39815"/>
                  </a:lnTo>
                  <a:lnTo>
                    <a:pt x="5933563" y="39815"/>
                  </a:lnTo>
                  <a:lnTo>
                    <a:pt x="5933656" y="39815"/>
                  </a:lnTo>
                  <a:lnTo>
                    <a:pt x="5933749" y="39815"/>
                  </a:lnTo>
                  <a:lnTo>
                    <a:pt x="5933843" y="39815"/>
                  </a:lnTo>
                  <a:lnTo>
                    <a:pt x="5933936" y="39815"/>
                  </a:lnTo>
                  <a:lnTo>
                    <a:pt x="5934029" y="39815"/>
                  </a:lnTo>
                  <a:lnTo>
                    <a:pt x="5934122" y="39815"/>
                  </a:lnTo>
                  <a:lnTo>
                    <a:pt x="5934216" y="39815"/>
                  </a:lnTo>
                  <a:lnTo>
                    <a:pt x="5934309" y="39815"/>
                  </a:lnTo>
                  <a:lnTo>
                    <a:pt x="5934402" y="39815"/>
                  </a:lnTo>
                  <a:lnTo>
                    <a:pt x="5934495" y="39815"/>
                  </a:lnTo>
                  <a:lnTo>
                    <a:pt x="5934589" y="39815"/>
                  </a:lnTo>
                  <a:lnTo>
                    <a:pt x="5934682" y="39815"/>
                  </a:lnTo>
                  <a:lnTo>
                    <a:pt x="5934775" y="39815"/>
                  </a:lnTo>
                  <a:lnTo>
                    <a:pt x="5934868" y="39815"/>
                  </a:lnTo>
                  <a:lnTo>
                    <a:pt x="5934962" y="39815"/>
                  </a:lnTo>
                  <a:lnTo>
                    <a:pt x="5935055" y="39815"/>
                  </a:lnTo>
                  <a:lnTo>
                    <a:pt x="5935148" y="39815"/>
                  </a:lnTo>
                  <a:lnTo>
                    <a:pt x="5935241" y="39815"/>
                  </a:lnTo>
                  <a:lnTo>
                    <a:pt x="5935335" y="39815"/>
                  </a:lnTo>
                  <a:lnTo>
                    <a:pt x="5935428" y="39815"/>
                  </a:lnTo>
                  <a:lnTo>
                    <a:pt x="5935521" y="39815"/>
                  </a:lnTo>
                  <a:lnTo>
                    <a:pt x="5935614" y="39815"/>
                  </a:lnTo>
                  <a:lnTo>
                    <a:pt x="5935708" y="39815"/>
                  </a:lnTo>
                  <a:lnTo>
                    <a:pt x="5935801" y="39815"/>
                  </a:lnTo>
                  <a:lnTo>
                    <a:pt x="5935894" y="39815"/>
                  </a:lnTo>
                  <a:lnTo>
                    <a:pt x="5935987" y="39815"/>
                  </a:lnTo>
                  <a:lnTo>
                    <a:pt x="5936081" y="39815"/>
                  </a:lnTo>
                  <a:lnTo>
                    <a:pt x="5936174" y="39815"/>
                  </a:lnTo>
                  <a:lnTo>
                    <a:pt x="5936267" y="39815"/>
                  </a:lnTo>
                  <a:lnTo>
                    <a:pt x="5936360" y="39815"/>
                  </a:lnTo>
                  <a:lnTo>
                    <a:pt x="5936454" y="39815"/>
                  </a:lnTo>
                  <a:lnTo>
                    <a:pt x="5936547" y="39815"/>
                  </a:lnTo>
                  <a:lnTo>
                    <a:pt x="5936640" y="39815"/>
                  </a:lnTo>
                  <a:lnTo>
                    <a:pt x="5936733" y="39815"/>
                  </a:lnTo>
                  <a:lnTo>
                    <a:pt x="5936827" y="39815"/>
                  </a:lnTo>
                  <a:lnTo>
                    <a:pt x="5936920" y="39815"/>
                  </a:lnTo>
                  <a:lnTo>
                    <a:pt x="5937013" y="39815"/>
                  </a:lnTo>
                  <a:lnTo>
                    <a:pt x="5937106" y="39815"/>
                  </a:lnTo>
                  <a:lnTo>
                    <a:pt x="5937200" y="39815"/>
                  </a:lnTo>
                  <a:lnTo>
                    <a:pt x="5937293" y="39815"/>
                  </a:lnTo>
                  <a:lnTo>
                    <a:pt x="5937386" y="39815"/>
                  </a:lnTo>
                  <a:lnTo>
                    <a:pt x="5937479" y="39815"/>
                  </a:lnTo>
                  <a:lnTo>
                    <a:pt x="5937573" y="39815"/>
                  </a:lnTo>
                  <a:lnTo>
                    <a:pt x="5937666" y="39815"/>
                  </a:lnTo>
                  <a:lnTo>
                    <a:pt x="5937759" y="39815"/>
                  </a:lnTo>
                  <a:lnTo>
                    <a:pt x="5937852" y="39815"/>
                  </a:lnTo>
                  <a:lnTo>
                    <a:pt x="5937946" y="39815"/>
                  </a:lnTo>
                  <a:lnTo>
                    <a:pt x="5938039" y="39815"/>
                  </a:lnTo>
                  <a:lnTo>
                    <a:pt x="5938132" y="39815"/>
                  </a:lnTo>
                  <a:lnTo>
                    <a:pt x="5938225" y="39815"/>
                  </a:lnTo>
                  <a:lnTo>
                    <a:pt x="5938319" y="39815"/>
                  </a:lnTo>
                  <a:lnTo>
                    <a:pt x="5938412" y="39815"/>
                  </a:lnTo>
                  <a:lnTo>
                    <a:pt x="5938505" y="39815"/>
                  </a:lnTo>
                  <a:lnTo>
                    <a:pt x="5938598" y="39815"/>
                  </a:lnTo>
                  <a:lnTo>
                    <a:pt x="5938692" y="39815"/>
                  </a:lnTo>
                  <a:lnTo>
                    <a:pt x="5938785" y="39815"/>
                  </a:lnTo>
                  <a:lnTo>
                    <a:pt x="5938878" y="39815"/>
                  </a:lnTo>
                  <a:lnTo>
                    <a:pt x="5938971" y="39815"/>
                  </a:lnTo>
                  <a:lnTo>
                    <a:pt x="5939064" y="39815"/>
                  </a:lnTo>
                  <a:lnTo>
                    <a:pt x="5939158" y="39815"/>
                  </a:lnTo>
                  <a:lnTo>
                    <a:pt x="5939251" y="39815"/>
                  </a:lnTo>
                  <a:lnTo>
                    <a:pt x="5939344" y="39815"/>
                  </a:lnTo>
                  <a:lnTo>
                    <a:pt x="5939437" y="39815"/>
                  </a:lnTo>
                  <a:lnTo>
                    <a:pt x="5939531" y="39815"/>
                  </a:lnTo>
                  <a:lnTo>
                    <a:pt x="5939624" y="39815"/>
                  </a:lnTo>
                  <a:lnTo>
                    <a:pt x="5939717" y="39815"/>
                  </a:lnTo>
                  <a:lnTo>
                    <a:pt x="5939810" y="39815"/>
                  </a:lnTo>
                  <a:lnTo>
                    <a:pt x="5939904" y="39815"/>
                  </a:lnTo>
                  <a:lnTo>
                    <a:pt x="5939997" y="39815"/>
                  </a:lnTo>
                  <a:lnTo>
                    <a:pt x="5940090" y="39815"/>
                  </a:lnTo>
                  <a:lnTo>
                    <a:pt x="5940183" y="39815"/>
                  </a:lnTo>
                  <a:lnTo>
                    <a:pt x="5940277" y="39815"/>
                  </a:lnTo>
                  <a:lnTo>
                    <a:pt x="5940370" y="39815"/>
                  </a:lnTo>
                  <a:lnTo>
                    <a:pt x="5940463" y="39815"/>
                  </a:lnTo>
                  <a:lnTo>
                    <a:pt x="5940556" y="39815"/>
                  </a:lnTo>
                  <a:lnTo>
                    <a:pt x="5940650" y="39815"/>
                  </a:lnTo>
                  <a:lnTo>
                    <a:pt x="5940743" y="39815"/>
                  </a:lnTo>
                  <a:lnTo>
                    <a:pt x="5940836" y="39815"/>
                  </a:lnTo>
                  <a:lnTo>
                    <a:pt x="5940929" y="39815"/>
                  </a:lnTo>
                  <a:lnTo>
                    <a:pt x="5941023" y="39815"/>
                  </a:lnTo>
                  <a:lnTo>
                    <a:pt x="5941116" y="39815"/>
                  </a:lnTo>
                  <a:lnTo>
                    <a:pt x="5941209" y="39815"/>
                  </a:lnTo>
                  <a:lnTo>
                    <a:pt x="5941302" y="39815"/>
                  </a:lnTo>
                  <a:lnTo>
                    <a:pt x="5941396" y="39815"/>
                  </a:lnTo>
                  <a:lnTo>
                    <a:pt x="5941489" y="39815"/>
                  </a:lnTo>
                  <a:lnTo>
                    <a:pt x="5941582" y="39815"/>
                  </a:lnTo>
                  <a:lnTo>
                    <a:pt x="5941675" y="39815"/>
                  </a:lnTo>
                  <a:lnTo>
                    <a:pt x="5941769" y="39815"/>
                  </a:lnTo>
                  <a:lnTo>
                    <a:pt x="5941862" y="39815"/>
                  </a:lnTo>
                  <a:lnTo>
                    <a:pt x="5941955" y="39815"/>
                  </a:lnTo>
                  <a:lnTo>
                    <a:pt x="5942048" y="39815"/>
                  </a:lnTo>
                  <a:lnTo>
                    <a:pt x="5942142" y="39815"/>
                  </a:lnTo>
                  <a:lnTo>
                    <a:pt x="5942235" y="39815"/>
                  </a:lnTo>
                  <a:lnTo>
                    <a:pt x="5942328" y="39815"/>
                  </a:lnTo>
                  <a:lnTo>
                    <a:pt x="5942421" y="39815"/>
                  </a:lnTo>
                  <a:lnTo>
                    <a:pt x="5942515" y="39815"/>
                  </a:lnTo>
                  <a:lnTo>
                    <a:pt x="5942608" y="39815"/>
                  </a:lnTo>
                  <a:lnTo>
                    <a:pt x="5942701" y="39815"/>
                  </a:lnTo>
                  <a:lnTo>
                    <a:pt x="5942794" y="39815"/>
                  </a:lnTo>
                  <a:lnTo>
                    <a:pt x="5942888" y="39815"/>
                  </a:lnTo>
                  <a:lnTo>
                    <a:pt x="5942981" y="39815"/>
                  </a:lnTo>
                  <a:lnTo>
                    <a:pt x="5943074" y="39815"/>
                  </a:lnTo>
                  <a:lnTo>
                    <a:pt x="5943167" y="39815"/>
                  </a:lnTo>
                  <a:lnTo>
                    <a:pt x="5943261" y="39815"/>
                  </a:lnTo>
                  <a:lnTo>
                    <a:pt x="5943354" y="39815"/>
                  </a:lnTo>
                  <a:lnTo>
                    <a:pt x="5943447" y="39815"/>
                  </a:lnTo>
                  <a:lnTo>
                    <a:pt x="5943540" y="39815"/>
                  </a:lnTo>
                  <a:lnTo>
                    <a:pt x="5943634" y="39815"/>
                  </a:lnTo>
                  <a:lnTo>
                    <a:pt x="5943727" y="39815"/>
                  </a:lnTo>
                  <a:lnTo>
                    <a:pt x="5943820" y="39815"/>
                  </a:lnTo>
                  <a:lnTo>
                    <a:pt x="5943913" y="39815"/>
                  </a:lnTo>
                  <a:lnTo>
                    <a:pt x="5944007" y="39815"/>
                  </a:lnTo>
                  <a:lnTo>
                    <a:pt x="5944100" y="39815"/>
                  </a:lnTo>
                  <a:lnTo>
                    <a:pt x="5944193" y="39815"/>
                  </a:lnTo>
                  <a:lnTo>
                    <a:pt x="5944286" y="39815"/>
                  </a:lnTo>
                  <a:lnTo>
                    <a:pt x="5944380" y="39815"/>
                  </a:lnTo>
                  <a:lnTo>
                    <a:pt x="5944473" y="39815"/>
                  </a:lnTo>
                  <a:lnTo>
                    <a:pt x="5944566" y="39815"/>
                  </a:lnTo>
                  <a:lnTo>
                    <a:pt x="5944566" y="29861"/>
                  </a:lnTo>
                  <a:lnTo>
                    <a:pt x="5944659" y="29861"/>
                  </a:lnTo>
                  <a:lnTo>
                    <a:pt x="5944753" y="29861"/>
                  </a:lnTo>
                  <a:lnTo>
                    <a:pt x="5944846" y="29861"/>
                  </a:lnTo>
                  <a:lnTo>
                    <a:pt x="5944939" y="29861"/>
                  </a:lnTo>
                  <a:lnTo>
                    <a:pt x="5945032" y="29861"/>
                  </a:lnTo>
                  <a:lnTo>
                    <a:pt x="5945126" y="29861"/>
                  </a:lnTo>
                  <a:lnTo>
                    <a:pt x="5945219" y="29861"/>
                  </a:lnTo>
                  <a:lnTo>
                    <a:pt x="5945312" y="29861"/>
                  </a:lnTo>
                  <a:lnTo>
                    <a:pt x="5945405" y="29861"/>
                  </a:lnTo>
                  <a:lnTo>
                    <a:pt x="5945499" y="29861"/>
                  </a:lnTo>
                  <a:lnTo>
                    <a:pt x="5945592" y="29861"/>
                  </a:lnTo>
                  <a:lnTo>
                    <a:pt x="5945685" y="29861"/>
                  </a:lnTo>
                  <a:lnTo>
                    <a:pt x="5945778" y="29861"/>
                  </a:lnTo>
                  <a:lnTo>
                    <a:pt x="5945871" y="29861"/>
                  </a:lnTo>
                  <a:lnTo>
                    <a:pt x="5945965" y="29861"/>
                  </a:lnTo>
                  <a:lnTo>
                    <a:pt x="5946058" y="29861"/>
                  </a:lnTo>
                  <a:lnTo>
                    <a:pt x="5946151" y="29861"/>
                  </a:lnTo>
                  <a:lnTo>
                    <a:pt x="5946244" y="29861"/>
                  </a:lnTo>
                  <a:lnTo>
                    <a:pt x="5946338" y="29861"/>
                  </a:lnTo>
                  <a:lnTo>
                    <a:pt x="5946431" y="29861"/>
                  </a:lnTo>
                  <a:lnTo>
                    <a:pt x="5946524" y="29861"/>
                  </a:lnTo>
                  <a:lnTo>
                    <a:pt x="5946617" y="29861"/>
                  </a:lnTo>
                  <a:lnTo>
                    <a:pt x="5946711" y="29861"/>
                  </a:lnTo>
                  <a:lnTo>
                    <a:pt x="5946804" y="29861"/>
                  </a:lnTo>
                  <a:lnTo>
                    <a:pt x="5946897" y="29861"/>
                  </a:lnTo>
                  <a:lnTo>
                    <a:pt x="5946990" y="29861"/>
                  </a:lnTo>
                  <a:lnTo>
                    <a:pt x="5947084" y="29861"/>
                  </a:lnTo>
                  <a:lnTo>
                    <a:pt x="5947177" y="29861"/>
                  </a:lnTo>
                  <a:lnTo>
                    <a:pt x="5947270" y="29861"/>
                  </a:lnTo>
                  <a:lnTo>
                    <a:pt x="5947363" y="29861"/>
                  </a:lnTo>
                  <a:lnTo>
                    <a:pt x="5947457" y="29861"/>
                  </a:lnTo>
                  <a:lnTo>
                    <a:pt x="5947550" y="29861"/>
                  </a:lnTo>
                  <a:lnTo>
                    <a:pt x="5947643" y="29861"/>
                  </a:lnTo>
                  <a:lnTo>
                    <a:pt x="5947736" y="29861"/>
                  </a:lnTo>
                  <a:lnTo>
                    <a:pt x="5947830" y="29861"/>
                  </a:lnTo>
                  <a:lnTo>
                    <a:pt x="5947923" y="29861"/>
                  </a:lnTo>
                  <a:lnTo>
                    <a:pt x="5948016" y="29861"/>
                  </a:lnTo>
                  <a:lnTo>
                    <a:pt x="5948109" y="29861"/>
                  </a:lnTo>
                  <a:lnTo>
                    <a:pt x="5948203" y="29861"/>
                  </a:lnTo>
                  <a:lnTo>
                    <a:pt x="5948296" y="29861"/>
                  </a:lnTo>
                  <a:lnTo>
                    <a:pt x="5948389" y="29861"/>
                  </a:lnTo>
                  <a:lnTo>
                    <a:pt x="5948482" y="29861"/>
                  </a:lnTo>
                  <a:lnTo>
                    <a:pt x="5948576" y="29861"/>
                  </a:lnTo>
                  <a:lnTo>
                    <a:pt x="5948669" y="29861"/>
                  </a:lnTo>
                  <a:lnTo>
                    <a:pt x="5948762" y="29861"/>
                  </a:lnTo>
                  <a:lnTo>
                    <a:pt x="5948855" y="29861"/>
                  </a:lnTo>
                  <a:lnTo>
                    <a:pt x="5948949" y="29861"/>
                  </a:lnTo>
                  <a:lnTo>
                    <a:pt x="5949042" y="29861"/>
                  </a:lnTo>
                  <a:lnTo>
                    <a:pt x="5949135" y="29861"/>
                  </a:lnTo>
                  <a:lnTo>
                    <a:pt x="5949228" y="29861"/>
                  </a:lnTo>
                  <a:lnTo>
                    <a:pt x="5949322" y="29861"/>
                  </a:lnTo>
                  <a:lnTo>
                    <a:pt x="5949415" y="29861"/>
                  </a:lnTo>
                  <a:lnTo>
                    <a:pt x="5949508" y="29861"/>
                  </a:lnTo>
                  <a:lnTo>
                    <a:pt x="5949601" y="29861"/>
                  </a:lnTo>
                  <a:lnTo>
                    <a:pt x="5949695" y="29861"/>
                  </a:lnTo>
                  <a:lnTo>
                    <a:pt x="5949788" y="29861"/>
                  </a:lnTo>
                  <a:lnTo>
                    <a:pt x="5949881" y="29861"/>
                  </a:lnTo>
                  <a:lnTo>
                    <a:pt x="5949974" y="29861"/>
                  </a:lnTo>
                  <a:lnTo>
                    <a:pt x="5950068" y="29861"/>
                  </a:lnTo>
                  <a:lnTo>
                    <a:pt x="5950161" y="29861"/>
                  </a:lnTo>
                  <a:lnTo>
                    <a:pt x="5950254" y="29861"/>
                  </a:lnTo>
                  <a:lnTo>
                    <a:pt x="5950347" y="29861"/>
                  </a:lnTo>
                  <a:lnTo>
                    <a:pt x="5950441" y="29861"/>
                  </a:lnTo>
                  <a:lnTo>
                    <a:pt x="5950534" y="29861"/>
                  </a:lnTo>
                  <a:lnTo>
                    <a:pt x="5950627" y="29861"/>
                  </a:lnTo>
                  <a:lnTo>
                    <a:pt x="5950720" y="29861"/>
                  </a:lnTo>
                  <a:lnTo>
                    <a:pt x="5950814" y="29861"/>
                  </a:lnTo>
                  <a:lnTo>
                    <a:pt x="5950907" y="29861"/>
                  </a:lnTo>
                  <a:lnTo>
                    <a:pt x="5951000" y="29861"/>
                  </a:lnTo>
                  <a:lnTo>
                    <a:pt x="5951093" y="29861"/>
                  </a:lnTo>
                  <a:lnTo>
                    <a:pt x="5951187" y="29861"/>
                  </a:lnTo>
                  <a:lnTo>
                    <a:pt x="5951280" y="29861"/>
                  </a:lnTo>
                  <a:lnTo>
                    <a:pt x="5951373" y="29861"/>
                  </a:lnTo>
                  <a:lnTo>
                    <a:pt x="5951466" y="29861"/>
                  </a:lnTo>
                  <a:lnTo>
                    <a:pt x="5951560" y="29861"/>
                  </a:lnTo>
                  <a:lnTo>
                    <a:pt x="5951653" y="29861"/>
                  </a:lnTo>
                  <a:lnTo>
                    <a:pt x="5951746" y="29861"/>
                  </a:lnTo>
                  <a:lnTo>
                    <a:pt x="5951839" y="29861"/>
                  </a:lnTo>
                  <a:lnTo>
                    <a:pt x="5951933" y="29861"/>
                  </a:lnTo>
                  <a:lnTo>
                    <a:pt x="5952026" y="29861"/>
                  </a:lnTo>
                  <a:lnTo>
                    <a:pt x="5952119" y="29861"/>
                  </a:lnTo>
                  <a:lnTo>
                    <a:pt x="5952212" y="29861"/>
                  </a:lnTo>
                  <a:lnTo>
                    <a:pt x="5952306" y="29861"/>
                  </a:lnTo>
                  <a:lnTo>
                    <a:pt x="5952399" y="29861"/>
                  </a:lnTo>
                  <a:lnTo>
                    <a:pt x="5952492" y="29861"/>
                  </a:lnTo>
                  <a:lnTo>
                    <a:pt x="5952585" y="29861"/>
                  </a:lnTo>
                  <a:lnTo>
                    <a:pt x="5952678" y="29861"/>
                  </a:lnTo>
                  <a:lnTo>
                    <a:pt x="5952772" y="29861"/>
                  </a:lnTo>
                  <a:lnTo>
                    <a:pt x="5952865" y="29861"/>
                  </a:lnTo>
                  <a:lnTo>
                    <a:pt x="5952958" y="29861"/>
                  </a:lnTo>
                  <a:lnTo>
                    <a:pt x="5953051" y="29861"/>
                  </a:lnTo>
                  <a:lnTo>
                    <a:pt x="5953145" y="29861"/>
                  </a:lnTo>
                  <a:lnTo>
                    <a:pt x="5953238" y="29861"/>
                  </a:lnTo>
                  <a:lnTo>
                    <a:pt x="5953331" y="29861"/>
                  </a:lnTo>
                  <a:lnTo>
                    <a:pt x="5953424" y="29861"/>
                  </a:lnTo>
                  <a:lnTo>
                    <a:pt x="5953518" y="29861"/>
                  </a:lnTo>
                  <a:lnTo>
                    <a:pt x="5953611" y="29861"/>
                  </a:lnTo>
                  <a:lnTo>
                    <a:pt x="5953704" y="29861"/>
                  </a:lnTo>
                  <a:lnTo>
                    <a:pt x="5953797" y="29861"/>
                  </a:lnTo>
                  <a:lnTo>
                    <a:pt x="5953891" y="29861"/>
                  </a:lnTo>
                  <a:lnTo>
                    <a:pt x="5953984" y="29861"/>
                  </a:lnTo>
                  <a:lnTo>
                    <a:pt x="5954077" y="29861"/>
                  </a:lnTo>
                  <a:lnTo>
                    <a:pt x="5954170" y="29861"/>
                  </a:lnTo>
                  <a:lnTo>
                    <a:pt x="5954264" y="29861"/>
                  </a:lnTo>
                  <a:lnTo>
                    <a:pt x="5954357" y="29861"/>
                  </a:lnTo>
                  <a:lnTo>
                    <a:pt x="5954450" y="29861"/>
                  </a:lnTo>
                  <a:lnTo>
                    <a:pt x="5954543" y="29861"/>
                  </a:lnTo>
                  <a:lnTo>
                    <a:pt x="5954637" y="29861"/>
                  </a:lnTo>
                  <a:lnTo>
                    <a:pt x="5954730" y="29861"/>
                  </a:lnTo>
                  <a:lnTo>
                    <a:pt x="5954823" y="29861"/>
                  </a:lnTo>
                  <a:lnTo>
                    <a:pt x="5954916" y="29861"/>
                  </a:lnTo>
                  <a:lnTo>
                    <a:pt x="5955010" y="29861"/>
                  </a:lnTo>
                  <a:lnTo>
                    <a:pt x="5955103" y="29861"/>
                  </a:lnTo>
                  <a:lnTo>
                    <a:pt x="5955196" y="29861"/>
                  </a:lnTo>
                  <a:lnTo>
                    <a:pt x="5955289" y="29861"/>
                  </a:lnTo>
                  <a:lnTo>
                    <a:pt x="5955383" y="29861"/>
                  </a:lnTo>
                  <a:lnTo>
                    <a:pt x="5955476" y="29861"/>
                  </a:lnTo>
                  <a:lnTo>
                    <a:pt x="5955569" y="29861"/>
                  </a:lnTo>
                  <a:lnTo>
                    <a:pt x="5955662" y="29861"/>
                  </a:lnTo>
                  <a:lnTo>
                    <a:pt x="5955756" y="29861"/>
                  </a:lnTo>
                  <a:lnTo>
                    <a:pt x="5955849" y="29861"/>
                  </a:lnTo>
                  <a:lnTo>
                    <a:pt x="5955942" y="29861"/>
                  </a:lnTo>
                  <a:lnTo>
                    <a:pt x="5956035" y="29861"/>
                  </a:lnTo>
                  <a:lnTo>
                    <a:pt x="5956129" y="29861"/>
                  </a:lnTo>
                  <a:lnTo>
                    <a:pt x="5956222" y="29861"/>
                  </a:lnTo>
                  <a:lnTo>
                    <a:pt x="5956315" y="29861"/>
                  </a:lnTo>
                  <a:lnTo>
                    <a:pt x="5956408" y="29861"/>
                  </a:lnTo>
                  <a:lnTo>
                    <a:pt x="5956502" y="29861"/>
                  </a:lnTo>
                  <a:lnTo>
                    <a:pt x="5956595" y="29861"/>
                  </a:lnTo>
                  <a:lnTo>
                    <a:pt x="5956688" y="29861"/>
                  </a:lnTo>
                  <a:lnTo>
                    <a:pt x="5956781" y="29861"/>
                  </a:lnTo>
                  <a:lnTo>
                    <a:pt x="5956875" y="29861"/>
                  </a:lnTo>
                  <a:lnTo>
                    <a:pt x="5956968" y="29861"/>
                  </a:lnTo>
                  <a:lnTo>
                    <a:pt x="5957061" y="29861"/>
                  </a:lnTo>
                  <a:lnTo>
                    <a:pt x="5957154" y="29861"/>
                  </a:lnTo>
                  <a:lnTo>
                    <a:pt x="5957248" y="29861"/>
                  </a:lnTo>
                  <a:lnTo>
                    <a:pt x="5957341" y="29861"/>
                  </a:lnTo>
                  <a:lnTo>
                    <a:pt x="5957434" y="29861"/>
                  </a:lnTo>
                  <a:lnTo>
                    <a:pt x="5957527" y="29861"/>
                  </a:lnTo>
                  <a:lnTo>
                    <a:pt x="5957621" y="29861"/>
                  </a:lnTo>
                  <a:lnTo>
                    <a:pt x="5957714" y="29861"/>
                  </a:lnTo>
                  <a:lnTo>
                    <a:pt x="5957807" y="29861"/>
                  </a:lnTo>
                  <a:lnTo>
                    <a:pt x="5957900" y="29861"/>
                  </a:lnTo>
                  <a:lnTo>
                    <a:pt x="5957994" y="29861"/>
                  </a:lnTo>
                  <a:lnTo>
                    <a:pt x="5958087" y="29861"/>
                  </a:lnTo>
                  <a:lnTo>
                    <a:pt x="5958180" y="29861"/>
                  </a:lnTo>
                  <a:lnTo>
                    <a:pt x="5958273" y="29861"/>
                  </a:lnTo>
                  <a:lnTo>
                    <a:pt x="5958367" y="29861"/>
                  </a:lnTo>
                  <a:lnTo>
                    <a:pt x="5958460" y="29861"/>
                  </a:lnTo>
                  <a:lnTo>
                    <a:pt x="5958553" y="29861"/>
                  </a:lnTo>
                  <a:lnTo>
                    <a:pt x="5958646" y="29861"/>
                  </a:lnTo>
                  <a:lnTo>
                    <a:pt x="5958740" y="29861"/>
                  </a:lnTo>
                  <a:lnTo>
                    <a:pt x="5958833" y="29861"/>
                  </a:lnTo>
                  <a:lnTo>
                    <a:pt x="5958926" y="29861"/>
                  </a:lnTo>
                  <a:lnTo>
                    <a:pt x="5959019" y="29861"/>
                  </a:lnTo>
                  <a:lnTo>
                    <a:pt x="5959113" y="29861"/>
                  </a:lnTo>
                  <a:lnTo>
                    <a:pt x="5959206" y="29861"/>
                  </a:lnTo>
                  <a:lnTo>
                    <a:pt x="5959299" y="29861"/>
                  </a:lnTo>
                  <a:lnTo>
                    <a:pt x="5959392" y="29861"/>
                  </a:lnTo>
                  <a:lnTo>
                    <a:pt x="5959486" y="29861"/>
                  </a:lnTo>
                  <a:lnTo>
                    <a:pt x="5959579" y="29861"/>
                  </a:lnTo>
                  <a:lnTo>
                    <a:pt x="5959672" y="29861"/>
                  </a:lnTo>
                  <a:lnTo>
                    <a:pt x="5959765" y="29861"/>
                  </a:lnTo>
                  <a:lnTo>
                    <a:pt x="5959858" y="29861"/>
                  </a:lnTo>
                  <a:lnTo>
                    <a:pt x="5959952" y="29861"/>
                  </a:lnTo>
                  <a:lnTo>
                    <a:pt x="5960045" y="29861"/>
                  </a:lnTo>
                  <a:lnTo>
                    <a:pt x="5960138" y="29861"/>
                  </a:lnTo>
                  <a:lnTo>
                    <a:pt x="5960231" y="29861"/>
                  </a:lnTo>
                  <a:lnTo>
                    <a:pt x="5960325" y="29861"/>
                  </a:lnTo>
                  <a:lnTo>
                    <a:pt x="5960418" y="29861"/>
                  </a:lnTo>
                  <a:lnTo>
                    <a:pt x="5960511" y="29861"/>
                  </a:lnTo>
                  <a:lnTo>
                    <a:pt x="5960604" y="29861"/>
                  </a:lnTo>
                  <a:lnTo>
                    <a:pt x="5960698" y="29861"/>
                  </a:lnTo>
                  <a:lnTo>
                    <a:pt x="5960791" y="29861"/>
                  </a:lnTo>
                  <a:lnTo>
                    <a:pt x="5960884" y="29861"/>
                  </a:lnTo>
                  <a:lnTo>
                    <a:pt x="5960977" y="29861"/>
                  </a:lnTo>
                  <a:lnTo>
                    <a:pt x="5961071" y="29861"/>
                  </a:lnTo>
                  <a:lnTo>
                    <a:pt x="5961164" y="29861"/>
                  </a:lnTo>
                  <a:lnTo>
                    <a:pt x="5961257" y="29861"/>
                  </a:lnTo>
                  <a:lnTo>
                    <a:pt x="5961350" y="29861"/>
                  </a:lnTo>
                  <a:lnTo>
                    <a:pt x="5961444" y="29861"/>
                  </a:lnTo>
                  <a:lnTo>
                    <a:pt x="5961537" y="29861"/>
                  </a:lnTo>
                  <a:lnTo>
                    <a:pt x="5961630" y="29861"/>
                  </a:lnTo>
                  <a:lnTo>
                    <a:pt x="5961723" y="29861"/>
                  </a:lnTo>
                  <a:lnTo>
                    <a:pt x="5961817" y="29861"/>
                  </a:lnTo>
                  <a:lnTo>
                    <a:pt x="5961910" y="29861"/>
                  </a:lnTo>
                  <a:lnTo>
                    <a:pt x="5962003" y="29861"/>
                  </a:lnTo>
                  <a:lnTo>
                    <a:pt x="5962096" y="29861"/>
                  </a:lnTo>
                  <a:lnTo>
                    <a:pt x="5962190" y="29861"/>
                  </a:lnTo>
                  <a:lnTo>
                    <a:pt x="5962283" y="29861"/>
                  </a:lnTo>
                  <a:lnTo>
                    <a:pt x="5962376" y="29861"/>
                  </a:lnTo>
                  <a:lnTo>
                    <a:pt x="5962469" y="29861"/>
                  </a:lnTo>
                  <a:lnTo>
                    <a:pt x="5962563" y="29861"/>
                  </a:lnTo>
                  <a:lnTo>
                    <a:pt x="5962656" y="29861"/>
                  </a:lnTo>
                  <a:lnTo>
                    <a:pt x="5962749" y="29861"/>
                  </a:lnTo>
                  <a:lnTo>
                    <a:pt x="5962842" y="29861"/>
                  </a:lnTo>
                  <a:lnTo>
                    <a:pt x="5962936" y="29861"/>
                  </a:lnTo>
                  <a:lnTo>
                    <a:pt x="5963029" y="29861"/>
                  </a:lnTo>
                  <a:lnTo>
                    <a:pt x="5963122" y="29861"/>
                  </a:lnTo>
                  <a:lnTo>
                    <a:pt x="5963215" y="29861"/>
                  </a:lnTo>
                  <a:lnTo>
                    <a:pt x="5963309" y="29861"/>
                  </a:lnTo>
                  <a:lnTo>
                    <a:pt x="5963402" y="29861"/>
                  </a:lnTo>
                  <a:lnTo>
                    <a:pt x="5963495" y="29861"/>
                  </a:lnTo>
                  <a:lnTo>
                    <a:pt x="5963588" y="29861"/>
                  </a:lnTo>
                  <a:lnTo>
                    <a:pt x="5963682" y="29861"/>
                  </a:lnTo>
                  <a:lnTo>
                    <a:pt x="5963775" y="29861"/>
                  </a:lnTo>
                  <a:lnTo>
                    <a:pt x="5963868" y="29861"/>
                  </a:lnTo>
                  <a:lnTo>
                    <a:pt x="5963961" y="29861"/>
                  </a:lnTo>
                  <a:lnTo>
                    <a:pt x="5964055" y="29861"/>
                  </a:lnTo>
                  <a:lnTo>
                    <a:pt x="5964148" y="29861"/>
                  </a:lnTo>
                  <a:lnTo>
                    <a:pt x="5964241" y="29861"/>
                  </a:lnTo>
                  <a:lnTo>
                    <a:pt x="5964334" y="29861"/>
                  </a:lnTo>
                  <a:lnTo>
                    <a:pt x="5964428" y="29861"/>
                  </a:lnTo>
                  <a:lnTo>
                    <a:pt x="5964521" y="29861"/>
                  </a:lnTo>
                  <a:lnTo>
                    <a:pt x="5964614" y="29861"/>
                  </a:lnTo>
                  <a:lnTo>
                    <a:pt x="5964707" y="29861"/>
                  </a:lnTo>
                  <a:lnTo>
                    <a:pt x="5964801" y="29861"/>
                  </a:lnTo>
                  <a:lnTo>
                    <a:pt x="5964894" y="29861"/>
                  </a:lnTo>
                  <a:lnTo>
                    <a:pt x="5964987" y="29861"/>
                  </a:lnTo>
                  <a:lnTo>
                    <a:pt x="5965080" y="29861"/>
                  </a:lnTo>
                  <a:lnTo>
                    <a:pt x="5965174" y="29861"/>
                  </a:lnTo>
                  <a:lnTo>
                    <a:pt x="5965267" y="29861"/>
                  </a:lnTo>
                  <a:lnTo>
                    <a:pt x="5965360" y="29861"/>
                  </a:lnTo>
                  <a:lnTo>
                    <a:pt x="5965453" y="29861"/>
                  </a:lnTo>
                  <a:lnTo>
                    <a:pt x="5965547" y="29861"/>
                  </a:lnTo>
                  <a:lnTo>
                    <a:pt x="5965640" y="29861"/>
                  </a:lnTo>
                  <a:lnTo>
                    <a:pt x="5965733" y="29861"/>
                  </a:lnTo>
                  <a:lnTo>
                    <a:pt x="5965826" y="29861"/>
                  </a:lnTo>
                  <a:lnTo>
                    <a:pt x="5965920" y="29861"/>
                  </a:lnTo>
                  <a:lnTo>
                    <a:pt x="5966013" y="29861"/>
                  </a:lnTo>
                  <a:lnTo>
                    <a:pt x="5966106" y="29861"/>
                  </a:lnTo>
                  <a:lnTo>
                    <a:pt x="5966199" y="29861"/>
                  </a:lnTo>
                  <a:lnTo>
                    <a:pt x="5966293" y="29861"/>
                  </a:lnTo>
                  <a:lnTo>
                    <a:pt x="5966386" y="29861"/>
                  </a:lnTo>
                  <a:lnTo>
                    <a:pt x="5966479" y="29861"/>
                  </a:lnTo>
                  <a:lnTo>
                    <a:pt x="5966572" y="29861"/>
                  </a:lnTo>
                  <a:lnTo>
                    <a:pt x="5966665" y="29861"/>
                  </a:lnTo>
                  <a:lnTo>
                    <a:pt x="5966759" y="29861"/>
                  </a:lnTo>
                  <a:lnTo>
                    <a:pt x="5966852" y="29861"/>
                  </a:lnTo>
                  <a:lnTo>
                    <a:pt x="5966945" y="29861"/>
                  </a:lnTo>
                  <a:lnTo>
                    <a:pt x="5967038" y="29861"/>
                  </a:lnTo>
                  <a:lnTo>
                    <a:pt x="5967132" y="29861"/>
                  </a:lnTo>
                  <a:lnTo>
                    <a:pt x="5967225" y="29861"/>
                  </a:lnTo>
                  <a:lnTo>
                    <a:pt x="5967318" y="29861"/>
                  </a:lnTo>
                  <a:lnTo>
                    <a:pt x="5967411" y="29861"/>
                  </a:lnTo>
                  <a:lnTo>
                    <a:pt x="5967505" y="29861"/>
                  </a:lnTo>
                  <a:lnTo>
                    <a:pt x="5967598" y="29861"/>
                  </a:lnTo>
                  <a:lnTo>
                    <a:pt x="5967691" y="29861"/>
                  </a:lnTo>
                  <a:lnTo>
                    <a:pt x="5967784" y="29861"/>
                  </a:lnTo>
                  <a:lnTo>
                    <a:pt x="5967878" y="29861"/>
                  </a:lnTo>
                  <a:lnTo>
                    <a:pt x="5967971" y="29861"/>
                  </a:lnTo>
                  <a:lnTo>
                    <a:pt x="5968064" y="29861"/>
                  </a:lnTo>
                  <a:lnTo>
                    <a:pt x="5968157" y="29861"/>
                  </a:lnTo>
                  <a:lnTo>
                    <a:pt x="5968251" y="29861"/>
                  </a:lnTo>
                  <a:lnTo>
                    <a:pt x="5968344" y="29861"/>
                  </a:lnTo>
                  <a:lnTo>
                    <a:pt x="5968437" y="29861"/>
                  </a:lnTo>
                  <a:lnTo>
                    <a:pt x="5968530" y="29861"/>
                  </a:lnTo>
                  <a:lnTo>
                    <a:pt x="5968624" y="29861"/>
                  </a:lnTo>
                  <a:lnTo>
                    <a:pt x="5968717" y="29861"/>
                  </a:lnTo>
                  <a:lnTo>
                    <a:pt x="5968810" y="29861"/>
                  </a:lnTo>
                  <a:lnTo>
                    <a:pt x="5968903" y="29861"/>
                  </a:lnTo>
                  <a:lnTo>
                    <a:pt x="5968997" y="29861"/>
                  </a:lnTo>
                  <a:lnTo>
                    <a:pt x="5969090" y="29861"/>
                  </a:lnTo>
                  <a:lnTo>
                    <a:pt x="5969183" y="29861"/>
                  </a:lnTo>
                  <a:lnTo>
                    <a:pt x="5969276" y="29861"/>
                  </a:lnTo>
                  <a:lnTo>
                    <a:pt x="5969370" y="29861"/>
                  </a:lnTo>
                  <a:lnTo>
                    <a:pt x="5969370" y="19907"/>
                  </a:lnTo>
                  <a:lnTo>
                    <a:pt x="5969463" y="19907"/>
                  </a:lnTo>
                  <a:lnTo>
                    <a:pt x="5969556" y="19907"/>
                  </a:lnTo>
                  <a:lnTo>
                    <a:pt x="5969649" y="19907"/>
                  </a:lnTo>
                  <a:lnTo>
                    <a:pt x="5969743" y="19907"/>
                  </a:lnTo>
                  <a:lnTo>
                    <a:pt x="5969836" y="19907"/>
                  </a:lnTo>
                  <a:lnTo>
                    <a:pt x="5969929" y="19907"/>
                  </a:lnTo>
                  <a:lnTo>
                    <a:pt x="5970022" y="19907"/>
                  </a:lnTo>
                  <a:lnTo>
                    <a:pt x="5970116" y="19907"/>
                  </a:lnTo>
                  <a:lnTo>
                    <a:pt x="5970209" y="19907"/>
                  </a:lnTo>
                  <a:lnTo>
                    <a:pt x="5970302" y="19907"/>
                  </a:lnTo>
                  <a:lnTo>
                    <a:pt x="5970395" y="19907"/>
                  </a:lnTo>
                  <a:lnTo>
                    <a:pt x="5970489" y="19907"/>
                  </a:lnTo>
                  <a:lnTo>
                    <a:pt x="5970582" y="19907"/>
                  </a:lnTo>
                  <a:lnTo>
                    <a:pt x="5970675" y="19907"/>
                  </a:lnTo>
                  <a:lnTo>
                    <a:pt x="5970768" y="19907"/>
                  </a:lnTo>
                  <a:lnTo>
                    <a:pt x="5970862" y="19907"/>
                  </a:lnTo>
                  <a:lnTo>
                    <a:pt x="5970955" y="19907"/>
                  </a:lnTo>
                  <a:lnTo>
                    <a:pt x="5971048" y="19907"/>
                  </a:lnTo>
                  <a:lnTo>
                    <a:pt x="5971141" y="19907"/>
                  </a:lnTo>
                  <a:lnTo>
                    <a:pt x="5971235" y="19907"/>
                  </a:lnTo>
                  <a:lnTo>
                    <a:pt x="5971328" y="19907"/>
                  </a:lnTo>
                  <a:lnTo>
                    <a:pt x="5971421" y="19907"/>
                  </a:lnTo>
                  <a:lnTo>
                    <a:pt x="5971514" y="19907"/>
                  </a:lnTo>
                  <a:lnTo>
                    <a:pt x="5971608" y="19907"/>
                  </a:lnTo>
                  <a:lnTo>
                    <a:pt x="5971701" y="19907"/>
                  </a:lnTo>
                  <a:lnTo>
                    <a:pt x="5971794" y="19907"/>
                  </a:lnTo>
                  <a:lnTo>
                    <a:pt x="5971887" y="19907"/>
                  </a:lnTo>
                  <a:lnTo>
                    <a:pt x="5971981" y="19907"/>
                  </a:lnTo>
                  <a:lnTo>
                    <a:pt x="5972074" y="19907"/>
                  </a:lnTo>
                  <a:lnTo>
                    <a:pt x="5972167" y="19907"/>
                  </a:lnTo>
                  <a:lnTo>
                    <a:pt x="5972260" y="19907"/>
                  </a:lnTo>
                  <a:lnTo>
                    <a:pt x="5972354" y="19907"/>
                  </a:lnTo>
                  <a:lnTo>
                    <a:pt x="5972447" y="19907"/>
                  </a:lnTo>
                  <a:lnTo>
                    <a:pt x="5972540" y="19907"/>
                  </a:lnTo>
                  <a:lnTo>
                    <a:pt x="5972633" y="19907"/>
                  </a:lnTo>
                  <a:lnTo>
                    <a:pt x="5972727" y="19907"/>
                  </a:lnTo>
                  <a:lnTo>
                    <a:pt x="5972820" y="19907"/>
                  </a:lnTo>
                  <a:lnTo>
                    <a:pt x="5972913" y="19907"/>
                  </a:lnTo>
                  <a:lnTo>
                    <a:pt x="5973006" y="19907"/>
                  </a:lnTo>
                  <a:lnTo>
                    <a:pt x="5973100" y="19907"/>
                  </a:lnTo>
                  <a:lnTo>
                    <a:pt x="5973193" y="19907"/>
                  </a:lnTo>
                  <a:lnTo>
                    <a:pt x="5973286" y="19907"/>
                  </a:lnTo>
                  <a:lnTo>
                    <a:pt x="5973379" y="19907"/>
                  </a:lnTo>
                  <a:lnTo>
                    <a:pt x="5973472" y="19907"/>
                  </a:lnTo>
                  <a:lnTo>
                    <a:pt x="5973566" y="19907"/>
                  </a:lnTo>
                  <a:lnTo>
                    <a:pt x="5973659" y="19907"/>
                  </a:lnTo>
                  <a:lnTo>
                    <a:pt x="5973752" y="19907"/>
                  </a:lnTo>
                  <a:lnTo>
                    <a:pt x="5973845" y="19907"/>
                  </a:lnTo>
                  <a:lnTo>
                    <a:pt x="5973939" y="19907"/>
                  </a:lnTo>
                  <a:lnTo>
                    <a:pt x="5974032" y="19907"/>
                  </a:lnTo>
                  <a:lnTo>
                    <a:pt x="5974125" y="19907"/>
                  </a:lnTo>
                  <a:lnTo>
                    <a:pt x="5974218" y="19907"/>
                  </a:lnTo>
                  <a:lnTo>
                    <a:pt x="5974312" y="19907"/>
                  </a:lnTo>
                  <a:lnTo>
                    <a:pt x="5974405" y="19907"/>
                  </a:lnTo>
                  <a:lnTo>
                    <a:pt x="5974498" y="19907"/>
                  </a:lnTo>
                  <a:lnTo>
                    <a:pt x="5974591" y="19907"/>
                  </a:lnTo>
                  <a:lnTo>
                    <a:pt x="5974685" y="19907"/>
                  </a:lnTo>
                  <a:lnTo>
                    <a:pt x="5974778" y="19907"/>
                  </a:lnTo>
                  <a:lnTo>
                    <a:pt x="5974871" y="19907"/>
                  </a:lnTo>
                  <a:lnTo>
                    <a:pt x="5974964" y="19907"/>
                  </a:lnTo>
                  <a:lnTo>
                    <a:pt x="5975058" y="19907"/>
                  </a:lnTo>
                  <a:lnTo>
                    <a:pt x="5975151" y="19907"/>
                  </a:lnTo>
                  <a:lnTo>
                    <a:pt x="5975244" y="19907"/>
                  </a:lnTo>
                  <a:lnTo>
                    <a:pt x="5975337" y="19907"/>
                  </a:lnTo>
                  <a:lnTo>
                    <a:pt x="5975431" y="19907"/>
                  </a:lnTo>
                  <a:lnTo>
                    <a:pt x="5975524" y="19907"/>
                  </a:lnTo>
                  <a:lnTo>
                    <a:pt x="5975617" y="19907"/>
                  </a:lnTo>
                  <a:lnTo>
                    <a:pt x="5975710" y="19907"/>
                  </a:lnTo>
                  <a:lnTo>
                    <a:pt x="5975804" y="19907"/>
                  </a:lnTo>
                  <a:lnTo>
                    <a:pt x="5975897" y="19907"/>
                  </a:lnTo>
                  <a:lnTo>
                    <a:pt x="5975990" y="19907"/>
                  </a:lnTo>
                  <a:lnTo>
                    <a:pt x="5976083" y="19907"/>
                  </a:lnTo>
                  <a:lnTo>
                    <a:pt x="5976177" y="19907"/>
                  </a:lnTo>
                  <a:lnTo>
                    <a:pt x="5976270" y="19907"/>
                  </a:lnTo>
                  <a:lnTo>
                    <a:pt x="5976363" y="19907"/>
                  </a:lnTo>
                  <a:lnTo>
                    <a:pt x="5976456" y="19907"/>
                  </a:lnTo>
                  <a:lnTo>
                    <a:pt x="5976550" y="19907"/>
                  </a:lnTo>
                  <a:lnTo>
                    <a:pt x="5976643" y="19907"/>
                  </a:lnTo>
                  <a:lnTo>
                    <a:pt x="5976736" y="19907"/>
                  </a:lnTo>
                  <a:lnTo>
                    <a:pt x="5976829" y="19907"/>
                  </a:lnTo>
                  <a:lnTo>
                    <a:pt x="5976923" y="19907"/>
                  </a:lnTo>
                  <a:lnTo>
                    <a:pt x="5977016" y="19907"/>
                  </a:lnTo>
                  <a:lnTo>
                    <a:pt x="5977109" y="19907"/>
                  </a:lnTo>
                  <a:lnTo>
                    <a:pt x="5977202" y="19907"/>
                  </a:lnTo>
                  <a:lnTo>
                    <a:pt x="5977296" y="19907"/>
                  </a:lnTo>
                  <a:lnTo>
                    <a:pt x="5977389" y="19907"/>
                  </a:lnTo>
                  <a:lnTo>
                    <a:pt x="5977482" y="19907"/>
                  </a:lnTo>
                  <a:lnTo>
                    <a:pt x="5977575" y="19907"/>
                  </a:lnTo>
                  <a:lnTo>
                    <a:pt x="5977669" y="19907"/>
                  </a:lnTo>
                  <a:lnTo>
                    <a:pt x="5977762" y="19907"/>
                  </a:lnTo>
                  <a:lnTo>
                    <a:pt x="5977855" y="19907"/>
                  </a:lnTo>
                  <a:lnTo>
                    <a:pt x="5977948" y="19907"/>
                  </a:lnTo>
                  <a:lnTo>
                    <a:pt x="5978042" y="19907"/>
                  </a:lnTo>
                  <a:lnTo>
                    <a:pt x="5978135" y="19907"/>
                  </a:lnTo>
                  <a:lnTo>
                    <a:pt x="5978228" y="19907"/>
                  </a:lnTo>
                  <a:lnTo>
                    <a:pt x="5978321" y="19907"/>
                  </a:lnTo>
                  <a:lnTo>
                    <a:pt x="5978415" y="19907"/>
                  </a:lnTo>
                  <a:lnTo>
                    <a:pt x="5978508" y="19907"/>
                  </a:lnTo>
                  <a:lnTo>
                    <a:pt x="5978601" y="19907"/>
                  </a:lnTo>
                  <a:lnTo>
                    <a:pt x="5978694" y="19907"/>
                  </a:lnTo>
                  <a:lnTo>
                    <a:pt x="5978788" y="19907"/>
                  </a:lnTo>
                  <a:lnTo>
                    <a:pt x="5978881" y="19907"/>
                  </a:lnTo>
                  <a:lnTo>
                    <a:pt x="5978974" y="19907"/>
                  </a:lnTo>
                  <a:lnTo>
                    <a:pt x="5979067" y="19907"/>
                  </a:lnTo>
                  <a:lnTo>
                    <a:pt x="5979161" y="19907"/>
                  </a:lnTo>
                  <a:lnTo>
                    <a:pt x="5979254" y="19907"/>
                  </a:lnTo>
                  <a:lnTo>
                    <a:pt x="5979347" y="19907"/>
                  </a:lnTo>
                  <a:lnTo>
                    <a:pt x="5979440" y="19907"/>
                  </a:lnTo>
                  <a:lnTo>
                    <a:pt x="5979534" y="19907"/>
                  </a:lnTo>
                  <a:lnTo>
                    <a:pt x="5979627" y="19907"/>
                  </a:lnTo>
                  <a:lnTo>
                    <a:pt x="5979720" y="19907"/>
                  </a:lnTo>
                  <a:lnTo>
                    <a:pt x="5979813" y="19907"/>
                  </a:lnTo>
                  <a:lnTo>
                    <a:pt x="5979907" y="19907"/>
                  </a:lnTo>
                  <a:lnTo>
                    <a:pt x="5980000" y="19907"/>
                  </a:lnTo>
                  <a:lnTo>
                    <a:pt x="5980093" y="19907"/>
                  </a:lnTo>
                  <a:lnTo>
                    <a:pt x="5980186" y="19907"/>
                  </a:lnTo>
                  <a:lnTo>
                    <a:pt x="5980280" y="19907"/>
                  </a:lnTo>
                  <a:lnTo>
                    <a:pt x="5980373" y="19907"/>
                  </a:lnTo>
                  <a:lnTo>
                    <a:pt x="5980466" y="19907"/>
                  </a:lnTo>
                  <a:lnTo>
                    <a:pt x="5980559" y="19907"/>
                  </a:lnTo>
                  <a:lnTo>
                    <a:pt x="5980652" y="19907"/>
                  </a:lnTo>
                  <a:lnTo>
                    <a:pt x="5980746" y="19907"/>
                  </a:lnTo>
                  <a:lnTo>
                    <a:pt x="5980839" y="19907"/>
                  </a:lnTo>
                  <a:lnTo>
                    <a:pt x="5980932" y="19907"/>
                  </a:lnTo>
                  <a:lnTo>
                    <a:pt x="5981025" y="19907"/>
                  </a:lnTo>
                  <a:lnTo>
                    <a:pt x="5981119" y="19907"/>
                  </a:lnTo>
                  <a:lnTo>
                    <a:pt x="5981212" y="19907"/>
                  </a:lnTo>
                  <a:lnTo>
                    <a:pt x="5981305" y="19907"/>
                  </a:lnTo>
                  <a:lnTo>
                    <a:pt x="5981398" y="19907"/>
                  </a:lnTo>
                  <a:lnTo>
                    <a:pt x="5981492" y="19907"/>
                  </a:lnTo>
                  <a:lnTo>
                    <a:pt x="5981585" y="19907"/>
                  </a:lnTo>
                  <a:lnTo>
                    <a:pt x="5981678" y="19907"/>
                  </a:lnTo>
                  <a:lnTo>
                    <a:pt x="5981771" y="19907"/>
                  </a:lnTo>
                  <a:lnTo>
                    <a:pt x="5981865" y="19907"/>
                  </a:lnTo>
                  <a:lnTo>
                    <a:pt x="5981958" y="19907"/>
                  </a:lnTo>
                  <a:lnTo>
                    <a:pt x="5982051" y="19907"/>
                  </a:lnTo>
                  <a:lnTo>
                    <a:pt x="5982144" y="19907"/>
                  </a:lnTo>
                  <a:lnTo>
                    <a:pt x="5982238" y="19907"/>
                  </a:lnTo>
                  <a:lnTo>
                    <a:pt x="5982331" y="19907"/>
                  </a:lnTo>
                  <a:lnTo>
                    <a:pt x="5982424" y="19907"/>
                  </a:lnTo>
                  <a:lnTo>
                    <a:pt x="5982517" y="19907"/>
                  </a:lnTo>
                  <a:lnTo>
                    <a:pt x="5982611" y="19907"/>
                  </a:lnTo>
                  <a:lnTo>
                    <a:pt x="5982704" y="19907"/>
                  </a:lnTo>
                  <a:lnTo>
                    <a:pt x="5982797" y="19907"/>
                  </a:lnTo>
                  <a:lnTo>
                    <a:pt x="5982890" y="19907"/>
                  </a:lnTo>
                  <a:lnTo>
                    <a:pt x="5982984" y="19907"/>
                  </a:lnTo>
                  <a:lnTo>
                    <a:pt x="5983077" y="19907"/>
                  </a:lnTo>
                  <a:lnTo>
                    <a:pt x="5983170" y="19907"/>
                  </a:lnTo>
                  <a:lnTo>
                    <a:pt x="5983263" y="19907"/>
                  </a:lnTo>
                  <a:lnTo>
                    <a:pt x="5983357" y="19907"/>
                  </a:lnTo>
                  <a:lnTo>
                    <a:pt x="5983450" y="19907"/>
                  </a:lnTo>
                  <a:lnTo>
                    <a:pt x="5983543" y="19907"/>
                  </a:lnTo>
                  <a:lnTo>
                    <a:pt x="5983636" y="19907"/>
                  </a:lnTo>
                  <a:lnTo>
                    <a:pt x="5983730" y="19907"/>
                  </a:lnTo>
                  <a:lnTo>
                    <a:pt x="5983823" y="19907"/>
                  </a:lnTo>
                  <a:lnTo>
                    <a:pt x="5983916" y="19907"/>
                  </a:lnTo>
                  <a:lnTo>
                    <a:pt x="5984009" y="19907"/>
                  </a:lnTo>
                  <a:lnTo>
                    <a:pt x="5984103" y="19907"/>
                  </a:lnTo>
                  <a:lnTo>
                    <a:pt x="5984196" y="19907"/>
                  </a:lnTo>
                  <a:lnTo>
                    <a:pt x="5984289" y="19907"/>
                  </a:lnTo>
                  <a:lnTo>
                    <a:pt x="5984382" y="19907"/>
                  </a:lnTo>
                  <a:lnTo>
                    <a:pt x="5984476" y="19907"/>
                  </a:lnTo>
                  <a:lnTo>
                    <a:pt x="5984569" y="19907"/>
                  </a:lnTo>
                  <a:lnTo>
                    <a:pt x="5984662" y="19907"/>
                  </a:lnTo>
                  <a:lnTo>
                    <a:pt x="5984755" y="19907"/>
                  </a:lnTo>
                  <a:lnTo>
                    <a:pt x="5984849" y="19907"/>
                  </a:lnTo>
                  <a:lnTo>
                    <a:pt x="5984942" y="19907"/>
                  </a:lnTo>
                  <a:lnTo>
                    <a:pt x="5985035" y="19907"/>
                  </a:lnTo>
                  <a:lnTo>
                    <a:pt x="5985128" y="19907"/>
                  </a:lnTo>
                  <a:lnTo>
                    <a:pt x="5985222" y="19907"/>
                  </a:lnTo>
                  <a:lnTo>
                    <a:pt x="5985315" y="19907"/>
                  </a:lnTo>
                  <a:lnTo>
                    <a:pt x="5985408" y="19907"/>
                  </a:lnTo>
                  <a:lnTo>
                    <a:pt x="5985501" y="19907"/>
                  </a:lnTo>
                  <a:lnTo>
                    <a:pt x="5985595" y="19907"/>
                  </a:lnTo>
                  <a:lnTo>
                    <a:pt x="5985688" y="19907"/>
                  </a:lnTo>
                  <a:lnTo>
                    <a:pt x="5985781" y="19907"/>
                  </a:lnTo>
                  <a:lnTo>
                    <a:pt x="5985874" y="19907"/>
                  </a:lnTo>
                  <a:lnTo>
                    <a:pt x="5985968" y="19907"/>
                  </a:lnTo>
                  <a:lnTo>
                    <a:pt x="5986061" y="19907"/>
                  </a:lnTo>
                  <a:lnTo>
                    <a:pt x="5986154" y="19907"/>
                  </a:lnTo>
                  <a:lnTo>
                    <a:pt x="5986247" y="19907"/>
                  </a:lnTo>
                  <a:lnTo>
                    <a:pt x="5986341" y="19907"/>
                  </a:lnTo>
                  <a:lnTo>
                    <a:pt x="5986434" y="19907"/>
                  </a:lnTo>
                  <a:lnTo>
                    <a:pt x="5986527" y="19907"/>
                  </a:lnTo>
                  <a:lnTo>
                    <a:pt x="5986620" y="19907"/>
                  </a:lnTo>
                  <a:lnTo>
                    <a:pt x="5986714" y="19907"/>
                  </a:lnTo>
                  <a:lnTo>
                    <a:pt x="5986807" y="19907"/>
                  </a:lnTo>
                  <a:lnTo>
                    <a:pt x="5986900" y="19907"/>
                  </a:lnTo>
                  <a:lnTo>
                    <a:pt x="5986993" y="19907"/>
                  </a:lnTo>
                  <a:lnTo>
                    <a:pt x="5987087" y="19907"/>
                  </a:lnTo>
                  <a:lnTo>
                    <a:pt x="5987180" y="19907"/>
                  </a:lnTo>
                  <a:lnTo>
                    <a:pt x="5987273" y="19907"/>
                  </a:lnTo>
                  <a:lnTo>
                    <a:pt x="5987366" y="19907"/>
                  </a:lnTo>
                  <a:lnTo>
                    <a:pt x="5987459" y="19907"/>
                  </a:lnTo>
                  <a:lnTo>
                    <a:pt x="5987553" y="19907"/>
                  </a:lnTo>
                  <a:lnTo>
                    <a:pt x="5987646" y="19907"/>
                  </a:lnTo>
                  <a:lnTo>
                    <a:pt x="5987739" y="19907"/>
                  </a:lnTo>
                  <a:lnTo>
                    <a:pt x="5987832" y="19907"/>
                  </a:lnTo>
                  <a:lnTo>
                    <a:pt x="5987926" y="19907"/>
                  </a:lnTo>
                  <a:lnTo>
                    <a:pt x="5988019" y="19907"/>
                  </a:lnTo>
                  <a:lnTo>
                    <a:pt x="5988112" y="19907"/>
                  </a:lnTo>
                  <a:lnTo>
                    <a:pt x="5988205" y="19907"/>
                  </a:lnTo>
                  <a:lnTo>
                    <a:pt x="5988299" y="19907"/>
                  </a:lnTo>
                  <a:lnTo>
                    <a:pt x="5988392" y="19907"/>
                  </a:lnTo>
                  <a:lnTo>
                    <a:pt x="5988485" y="19907"/>
                  </a:lnTo>
                  <a:lnTo>
                    <a:pt x="5988578" y="19907"/>
                  </a:lnTo>
                  <a:lnTo>
                    <a:pt x="5988672" y="19907"/>
                  </a:lnTo>
                  <a:lnTo>
                    <a:pt x="5988765" y="19907"/>
                  </a:lnTo>
                  <a:lnTo>
                    <a:pt x="5988858" y="19907"/>
                  </a:lnTo>
                  <a:lnTo>
                    <a:pt x="5988951" y="19907"/>
                  </a:lnTo>
                  <a:lnTo>
                    <a:pt x="5989045" y="19907"/>
                  </a:lnTo>
                  <a:lnTo>
                    <a:pt x="5989138" y="19907"/>
                  </a:lnTo>
                  <a:lnTo>
                    <a:pt x="5989231" y="19907"/>
                  </a:lnTo>
                  <a:lnTo>
                    <a:pt x="5989324" y="19907"/>
                  </a:lnTo>
                  <a:lnTo>
                    <a:pt x="5989418" y="19907"/>
                  </a:lnTo>
                  <a:lnTo>
                    <a:pt x="5989511" y="19907"/>
                  </a:lnTo>
                  <a:lnTo>
                    <a:pt x="5989604" y="19907"/>
                  </a:lnTo>
                  <a:lnTo>
                    <a:pt x="5989697" y="19907"/>
                  </a:lnTo>
                  <a:lnTo>
                    <a:pt x="5989791" y="19907"/>
                  </a:lnTo>
                  <a:lnTo>
                    <a:pt x="5989884" y="19907"/>
                  </a:lnTo>
                  <a:lnTo>
                    <a:pt x="5989977" y="19907"/>
                  </a:lnTo>
                  <a:lnTo>
                    <a:pt x="5990070" y="19907"/>
                  </a:lnTo>
                  <a:lnTo>
                    <a:pt x="5990164" y="19907"/>
                  </a:lnTo>
                  <a:lnTo>
                    <a:pt x="5990257" y="19907"/>
                  </a:lnTo>
                  <a:lnTo>
                    <a:pt x="5990350" y="19907"/>
                  </a:lnTo>
                  <a:lnTo>
                    <a:pt x="5990443" y="19907"/>
                  </a:lnTo>
                  <a:lnTo>
                    <a:pt x="5990537" y="19907"/>
                  </a:lnTo>
                  <a:lnTo>
                    <a:pt x="5990630" y="19907"/>
                  </a:lnTo>
                  <a:lnTo>
                    <a:pt x="5990723" y="19907"/>
                  </a:lnTo>
                  <a:lnTo>
                    <a:pt x="5990816" y="19907"/>
                  </a:lnTo>
                  <a:lnTo>
                    <a:pt x="5990910" y="19907"/>
                  </a:lnTo>
                  <a:lnTo>
                    <a:pt x="5991003" y="19907"/>
                  </a:lnTo>
                  <a:lnTo>
                    <a:pt x="5991096" y="19907"/>
                  </a:lnTo>
                  <a:lnTo>
                    <a:pt x="5991189" y="19907"/>
                  </a:lnTo>
                  <a:lnTo>
                    <a:pt x="5991283" y="19907"/>
                  </a:lnTo>
                  <a:lnTo>
                    <a:pt x="5991376" y="19907"/>
                  </a:lnTo>
                  <a:lnTo>
                    <a:pt x="5991469" y="19907"/>
                  </a:lnTo>
                  <a:lnTo>
                    <a:pt x="5991562" y="19907"/>
                  </a:lnTo>
                  <a:lnTo>
                    <a:pt x="5991656" y="19907"/>
                  </a:lnTo>
                  <a:lnTo>
                    <a:pt x="5991749" y="19907"/>
                  </a:lnTo>
                  <a:lnTo>
                    <a:pt x="5991842" y="19907"/>
                  </a:lnTo>
                  <a:lnTo>
                    <a:pt x="5991935" y="19907"/>
                  </a:lnTo>
                  <a:lnTo>
                    <a:pt x="5992029" y="19907"/>
                  </a:lnTo>
                  <a:lnTo>
                    <a:pt x="5992122" y="19907"/>
                  </a:lnTo>
                  <a:lnTo>
                    <a:pt x="5992215" y="19907"/>
                  </a:lnTo>
                  <a:lnTo>
                    <a:pt x="5992308" y="19907"/>
                  </a:lnTo>
                  <a:lnTo>
                    <a:pt x="5992402" y="19907"/>
                  </a:lnTo>
                  <a:lnTo>
                    <a:pt x="5992495" y="19907"/>
                  </a:lnTo>
                  <a:lnTo>
                    <a:pt x="5992588" y="19907"/>
                  </a:lnTo>
                  <a:lnTo>
                    <a:pt x="5992681" y="19907"/>
                  </a:lnTo>
                  <a:lnTo>
                    <a:pt x="5992775" y="19907"/>
                  </a:lnTo>
                  <a:lnTo>
                    <a:pt x="5992868" y="19907"/>
                  </a:lnTo>
                  <a:lnTo>
                    <a:pt x="5992961" y="19907"/>
                  </a:lnTo>
                  <a:lnTo>
                    <a:pt x="5993054" y="19907"/>
                  </a:lnTo>
                  <a:lnTo>
                    <a:pt x="5993148" y="19907"/>
                  </a:lnTo>
                  <a:lnTo>
                    <a:pt x="5993241" y="19907"/>
                  </a:lnTo>
                  <a:lnTo>
                    <a:pt x="5993334" y="19907"/>
                  </a:lnTo>
                  <a:lnTo>
                    <a:pt x="5993427" y="19907"/>
                  </a:lnTo>
                  <a:lnTo>
                    <a:pt x="5993521" y="19907"/>
                  </a:lnTo>
                  <a:lnTo>
                    <a:pt x="5993614" y="19907"/>
                  </a:lnTo>
                  <a:lnTo>
                    <a:pt x="5993707" y="19907"/>
                  </a:lnTo>
                  <a:lnTo>
                    <a:pt x="5993800" y="19907"/>
                  </a:lnTo>
                  <a:lnTo>
                    <a:pt x="5993894" y="19907"/>
                  </a:lnTo>
                  <a:lnTo>
                    <a:pt x="5993987" y="19907"/>
                  </a:lnTo>
                  <a:lnTo>
                    <a:pt x="5994080" y="19907"/>
                  </a:lnTo>
                  <a:lnTo>
                    <a:pt x="5994173" y="19907"/>
                  </a:lnTo>
                  <a:lnTo>
                    <a:pt x="5994266" y="19907"/>
                  </a:lnTo>
                  <a:lnTo>
                    <a:pt x="5994360" y="19907"/>
                  </a:lnTo>
                  <a:lnTo>
                    <a:pt x="5994453" y="19907"/>
                  </a:lnTo>
                  <a:lnTo>
                    <a:pt x="5994546" y="19907"/>
                  </a:lnTo>
                  <a:lnTo>
                    <a:pt x="5994639" y="19907"/>
                  </a:lnTo>
                  <a:lnTo>
                    <a:pt x="5994733" y="19907"/>
                  </a:lnTo>
                  <a:lnTo>
                    <a:pt x="5994826" y="19907"/>
                  </a:lnTo>
                  <a:lnTo>
                    <a:pt x="5994919" y="19907"/>
                  </a:lnTo>
                  <a:lnTo>
                    <a:pt x="5995012" y="19907"/>
                  </a:lnTo>
                  <a:lnTo>
                    <a:pt x="5995106" y="19907"/>
                  </a:lnTo>
                  <a:lnTo>
                    <a:pt x="5995199" y="19907"/>
                  </a:lnTo>
                  <a:lnTo>
                    <a:pt x="5995292" y="19907"/>
                  </a:lnTo>
                  <a:lnTo>
                    <a:pt x="5995385" y="19907"/>
                  </a:lnTo>
                  <a:lnTo>
                    <a:pt x="5995479" y="19907"/>
                  </a:lnTo>
                  <a:lnTo>
                    <a:pt x="5995572" y="19907"/>
                  </a:lnTo>
                  <a:lnTo>
                    <a:pt x="5995665" y="19907"/>
                  </a:lnTo>
                  <a:lnTo>
                    <a:pt x="5995758" y="19907"/>
                  </a:lnTo>
                  <a:lnTo>
                    <a:pt x="5995852" y="19907"/>
                  </a:lnTo>
                  <a:lnTo>
                    <a:pt x="5995945" y="19907"/>
                  </a:lnTo>
                  <a:lnTo>
                    <a:pt x="5996038" y="19907"/>
                  </a:lnTo>
                  <a:lnTo>
                    <a:pt x="5996131" y="19907"/>
                  </a:lnTo>
                  <a:lnTo>
                    <a:pt x="5996225" y="19907"/>
                  </a:lnTo>
                  <a:lnTo>
                    <a:pt x="5996318" y="19907"/>
                  </a:lnTo>
                  <a:lnTo>
                    <a:pt x="5996411" y="19907"/>
                  </a:lnTo>
                  <a:lnTo>
                    <a:pt x="5996504" y="19907"/>
                  </a:lnTo>
                  <a:lnTo>
                    <a:pt x="5996598" y="19907"/>
                  </a:lnTo>
                  <a:lnTo>
                    <a:pt x="5996691" y="19907"/>
                  </a:lnTo>
                  <a:lnTo>
                    <a:pt x="5996784" y="19907"/>
                  </a:lnTo>
                  <a:lnTo>
                    <a:pt x="5996877" y="19907"/>
                  </a:lnTo>
                  <a:lnTo>
                    <a:pt x="5996971" y="19907"/>
                  </a:lnTo>
                  <a:lnTo>
                    <a:pt x="5997064" y="19907"/>
                  </a:lnTo>
                  <a:lnTo>
                    <a:pt x="5997157" y="19907"/>
                  </a:lnTo>
                  <a:lnTo>
                    <a:pt x="5997250" y="19907"/>
                  </a:lnTo>
                  <a:lnTo>
                    <a:pt x="5997344" y="19907"/>
                  </a:lnTo>
                  <a:lnTo>
                    <a:pt x="5997437" y="19907"/>
                  </a:lnTo>
                  <a:lnTo>
                    <a:pt x="5997530" y="19907"/>
                  </a:lnTo>
                  <a:lnTo>
                    <a:pt x="5997623" y="19907"/>
                  </a:lnTo>
                  <a:lnTo>
                    <a:pt x="5997717" y="19907"/>
                  </a:lnTo>
                  <a:lnTo>
                    <a:pt x="5997810" y="19907"/>
                  </a:lnTo>
                  <a:lnTo>
                    <a:pt x="5997903" y="19907"/>
                  </a:lnTo>
                  <a:lnTo>
                    <a:pt x="5997996" y="19907"/>
                  </a:lnTo>
                  <a:lnTo>
                    <a:pt x="5998090" y="19907"/>
                  </a:lnTo>
                  <a:lnTo>
                    <a:pt x="5998183" y="19907"/>
                  </a:lnTo>
                  <a:lnTo>
                    <a:pt x="5998276" y="19907"/>
                  </a:lnTo>
                  <a:lnTo>
                    <a:pt x="5998369" y="19907"/>
                  </a:lnTo>
                  <a:lnTo>
                    <a:pt x="5998463" y="19907"/>
                  </a:lnTo>
                  <a:lnTo>
                    <a:pt x="5998556" y="19907"/>
                  </a:lnTo>
                  <a:lnTo>
                    <a:pt x="5998649" y="19907"/>
                  </a:lnTo>
                  <a:lnTo>
                    <a:pt x="5998742" y="19907"/>
                  </a:lnTo>
                  <a:lnTo>
                    <a:pt x="5998836" y="19907"/>
                  </a:lnTo>
                  <a:lnTo>
                    <a:pt x="5998929" y="19907"/>
                  </a:lnTo>
                  <a:lnTo>
                    <a:pt x="5999022" y="19907"/>
                  </a:lnTo>
                  <a:lnTo>
                    <a:pt x="5999115" y="19907"/>
                  </a:lnTo>
                  <a:lnTo>
                    <a:pt x="5999209" y="19907"/>
                  </a:lnTo>
                  <a:lnTo>
                    <a:pt x="5999302" y="19907"/>
                  </a:lnTo>
                  <a:lnTo>
                    <a:pt x="5999395" y="19907"/>
                  </a:lnTo>
                  <a:lnTo>
                    <a:pt x="5999488" y="19907"/>
                  </a:lnTo>
                  <a:lnTo>
                    <a:pt x="5999582" y="19907"/>
                  </a:lnTo>
                  <a:lnTo>
                    <a:pt x="5999675" y="19907"/>
                  </a:lnTo>
                  <a:lnTo>
                    <a:pt x="5999768" y="19907"/>
                  </a:lnTo>
                  <a:lnTo>
                    <a:pt x="5999861" y="19907"/>
                  </a:lnTo>
                  <a:lnTo>
                    <a:pt x="5999955" y="19907"/>
                  </a:lnTo>
                  <a:lnTo>
                    <a:pt x="6000048" y="19907"/>
                  </a:lnTo>
                  <a:lnTo>
                    <a:pt x="6000141" y="19907"/>
                  </a:lnTo>
                  <a:lnTo>
                    <a:pt x="6000234" y="19907"/>
                  </a:lnTo>
                  <a:lnTo>
                    <a:pt x="6000328" y="19907"/>
                  </a:lnTo>
                  <a:lnTo>
                    <a:pt x="6000421" y="19907"/>
                  </a:lnTo>
                  <a:lnTo>
                    <a:pt x="6000514" y="19907"/>
                  </a:lnTo>
                  <a:lnTo>
                    <a:pt x="6000607" y="19907"/>
                  </a:lnTo>
                  <a:lnTo>
                    <a:pt x="6000701" y="19907"/>
                  </a:lnTo>
                  <a:lnTo>
                    <a:pt x="6000794" y="19907"/>
                  </a:lnTo>
                  <a:lnTo>
                    <a:pt x="6000887" y="19907"/>
                  </a:lnTo>
                  <a:lnTo>
                    <a:pt x="6000980" y="19907"/>
                  </a:lnTo>
                  <a:lnTo>
                    <a:pt x="6001074" y="19907"/>
                  </a:lnTo>
                  <a:lnTo>
                    <a:pt x="6001167" y="19907"/>
                  </a:lnTo>
                  <a:lnTo>
                    <a:pt x="6001260" y="19907"/>
                  </a:lnTo>
                  <a:lnTo>
                    <a:pt x="6001353" y="19907"/>
                  </a:lnTo>
                  <a:lnTo>
                    <a:pt x="6001446" y="19907"/>
                  </a:lnTo>
                  <a:lnTo>
                    <a:pt x="6001540" y="19907"/>
                  </a:lnTo>
                  <a:lnTo>
                    <a:pt x="6001633" y="19907"/>
                  </a:lnTo>
                  <a:lnTo>
                    <a:pt x="6001726" y="19907"/>
                  </a:lnTo>
                  <a:lnTo>
                    <a:pt x="6001819" y="19907"/>
                  </a:lnTo>
                  <a:lnTo>
                    <a:pt x="6001913" y="19907"/>
                  </a:lnTo>
                  <a:lnTo>
                    <a:pt x="6002006" y="19907"/>
                  </a:lnTo>
                  <a:lnTo>
                    <a:pt x="6002099" y="19907"/>
                  </a:lnTo>
                  <a:lnTo>
                    <a:pt x="6002192" y="19907"/>
                  </a:lnTo>
                  <a:lnTo>
                    <a:pt x="6002286" y="19907"/>
                  </a:lnTo>
                  <a:lnTo>
                    <a:pt x="6002379" y="19907"/>
                  </a:lnTo>
                  <a:lnTo>
                    <a:pt x="6002472" y="19907"/>
                  </a:lnTo>
                  <a:lnTo>
                    <a:pt x="6002565" y="19907"/>
                  </a:lnTo>
                  <a:lnTo>
                    <a:pt x="6002659" y="19907"/>
                  </a:lnTo>
                  <a:lnTo>
                    <a:pt x="6002752" y="19907"/>
                  </a:lnTo>
                  <a:lnTo>
                    <a:pt x="6002845" y="19907"/>
                  </a:lnTo>
                  <a:lnTo>
                    <a:pt x="6002938" y="19907"/>
                  </a:lnTo>
                  <a:lnTo>
                    <a:pt x="6003032" y="19907"/>
                  </a:lnTo>
                  <a:lnTo>
                    <a:pt x="6003125" y="19907"/>
                  </a:lnTo>
                  <a:lnTo>
                    <a:pt x="6003218" y="19907"/>
                  </a:lnTo>
                  <a:lnTo>
                    <a:pt x="6003311" y="19907"/>
                  </a:lnTo>
                  <a:lnTo>
                    <a:pt x="6003405" y="19907"/>
                  </a:lnTo>
                  <a:lnTo>
                    <a:pt x="6003498" y="19907"/>
                  </a:lnTo>
                  <a:lnTo>
                    <a:pt x="6003591" y="19907"/>
                  </a:lnTo>
                  <a:lnTo>
                    <a:pt x="6003684" y="19907"/>
                  </a:lnTo>
                  <a:lnTo>
                    <a:pt x="6003778" y="19907"/>
                  </a:lnTo>
                  <a:lnTo>
                    <a:pt x="6003871" y="19907"/>
                  </a:lnTo>
                  <a:lnTo>
                    <a:pt x="6003964" y="19907"/>
                  </a:lnTo>
                  <a:lnTo>
                    <a:pt x="6004057" y="19907"/>
                  </a:lnTo>
                  <a:lnTo>
                    <a:pt x="6004151" y="19907"/>
                  </a:lnTo>
                  <a:lnTo>
                    <a:pt x="6004244" y="19907"/>
                  </a:lnTo>
                  <a:lnTo>
                    <a:pt x="6004337" y="19907"/>
                  </a:lnTo>
                  <a:lnTo>
                    <a:pt x="6004430" y="19907"/>
                  </a:lnTo>
                  <a:lnTo>
                    <a:pt x="6004524" y="19907"/>
                  </a:lnTo>
                  <a:lnTo>
                    <a:pt x="6004617" y="19907"/>
                  </a:lnTo>
                  <a:lnTo>
                    <a:pt x="6004710" y="19907"/>
                  </a:lnTo>
                  <a:lnTo>
                    <a:pt x="6004803" y="19907"/>
                  </a:lnTo>
                  <a:lnTo>
                    <a:pt x="6004897" y="19907"/>
                  </a:lnTo>
                  <a:lnTo>
                    <a:pt x="6004990" y="19907"/>
                  </a:lnTo>
                  <a:lnTo>
                    <a:pt x="6005083" y="19907"/>
                  </a:lnTo>
                  <a:lnTo>
                    <a:pt x="6005176" y="19907"/>
                  </a:lnTo>
                  <a:lnTo>
                    <a:pt x="6005270" y="19907"/>
                  </a:lnTo>
                  <a:lnTo>
                    <a:pt x="6005363" y="19907"/>
                  </a:lnTo>
                  <a:lnTo>
                    <a:pt x="6005456" y="19907"/>
                  </a:lnTo>
                  <a:lnTo>
                    <a:pt x="6005549" y="19907"/>
                  </a:lnTo>
                  <a:lnTo>
                    <a:pt x="6005643" y="19907"/>
                  </a:lnTo>
                  <a:lnTo>
                    <a:pt x="6005736" y="19907"/>
                  </a:lnTo>
                  <a:lnTo>
                    <a:pt x="6005829" y="19907"/>
                  </a:lnTo>
                  <a:lnTo>
                    <a:pt x="6005922" y="19907"/>
                  </a:lnTo>
                  <a:lnTo>
                    <a:pt x="6006016" y="19907"/>
                  </a:lnTo>
                  <a:lnTo>
                    <a:pt x="6006109" y="19907"/>
                  </a:lnTo>
                  <a:lnTo>
                    <a:pt x="6006202" y="19907"/>
                  </a:lnTo>
                  <a:lnTo>
                    <a:pt x="6006295" y="19907"/>
                  </a:lnTo>
                  <a:lnTo>
                    <a:pt x="6006389" y="19907"/>
                  </a:lnTo>
                  <a:lnTo>
                    <a:pt x="6006482" y="19907"/>
                  </a:lnTo>
                  <a:lnTo>
                    <a:pt x="6006575" y="19907"/>
                  </a:lnTo>
                  <a:lnTo>
                    <a:pt x="6006668" y="19907"/>
                  </a:lnTo>
                  <a:lnTo>
                    <a:pt x="6006762" y="19907"/>
                  </a:lnTo>
                  <a:lnTo>
                    <a:pt x="6006855" y="19907"/>
                  </a:lnTo>
                  <a:lnTo>
                    <a:pt x="6006948" y="19907"/>
                  </a:lnTo>
                  <a:lnTo>
                    <a:pt x="6007041" y="19907"/>
                  </a:lnTo>
                  <a:lnTo>
                    <a:pt x="6007135" y="19907"/>
                  </a:lnTo>
                  <a:lnTo>
                    <a:pt x="6007228" y="19907"/>
                  </a:lnTo>
                  <a:lnTo>
                    <a:pt x="6007321" y="19907"/>
                  </a:lnTo>
                  <a:lnTo>
                    <a:pt x="6007414" y="19907"/>
                  </a:lnTo>
                  <a:lnTo>
                    <a:pt x="6007508" y="19907"/>
                  </a:lnTo>
                  <a:lnTo>
                    <a:pt x="6007601" y="19907"/>
                  </a:lnTo>
                  <a:lnTo>
                    <a:pt x="6007694" y="19907"/>
                  </a:lnTo>
                  <a:lnTo>
                    <a:pt x="6007787" y="19907"/>
                  </a:lnTo>
                  <a:lnTo>
                    <a:pt x="6007881" y="19907"/>
                  </a:lnTo>
                  <a:lnTo>
                    <a:pt x="6007974" y="19907"/>
                  </a:lnTo>
                  <a:lnTo>
                    <a:pt x="6008067" y="19907"/>
                  </a:lnTo>
                  <a:lnTo>
                    <a:pt x="6008160" y="19907"/>
                  </a:lnTo>
                  <a:lnTo>
                    <a:pt x="6008253" y="19907"/>
                  </a:lnTo>
                  <a:lnTo>
                    <a:pt x="6008347" y="19907"/>
                  </a:lnTo>
                  <a:lnTo>
                    <a:pt x="6008440" y="19907"/>
                  </a:lnTo>
                  <a:lnTo>
                    <a:pt x="6008533" y="19907"/>
                  </a:lnTo>
                  <a:lnTo>
                    <a:pt x="6008626" y="19907"/>
                  </a:lnTo>
                  <a:lnTo>
                    <a:pt x="6008720" y="19907"/>
                  </a:lnTo>
                  <a:lnTo>
                    <a:pt x="6008813" y="19907"/>
                  </a:lnTo>
                  <a:lnTo>
                    <a:pt x="6008906" y="19907"/>
                  </a:lnTo>
                  <a:lnTo>
                    <a:pt x="6008999" y="19907"/>
                  </a:lnTo>
                  <a:lnTo>
                    <a:pt x="6009093" y="19907"/>
                  </a:lnTo>
                  <a:lnTo>
                    <a:pt x="6009186" y="19907"/>
                  </a:lnTo>
                  <a:lnTo>
                    <a:pt x="6009279" y="19907"/>
                  </a:lnTo>
                  <a:lnTo>
                    <a:pt x="6009372" y="19907"/>
                  </a:lnTo>
                  <a:lnTo>
                    <a:pt x="6009466" y="19907"/>
                  </a:lnTo>
                  <a:lnTo>
                    <a:pt x="6009559" y="19907"/>
                  </a:lnTo>
                  <a:lnTo>
                    <a:pt x="6009652" y="19907"/>
                  </a:lnTo>
                  <a:lnTo>
                    <a:pt x="6009745" y="19907"/>
                  </a:lnTo>
                  <a:lnTo>
                    <a:pt x="6009839" y="19907"/>
                  </a:lnTo>
                  <a:lnTo>
                    <a:pt x="6009932" y="19907"/>
                  </a:lnTo>
                  <a:lnTo>
                    <a:pt x="6010025" y="19907"/>
                  </a:lnTo>
                  <a:lnTo>
                    <a:pt x="6010118" y="19907"/>
                  </a:lnTo>
                  <a:lnTo>
                    <a:pt x="6010212" y="19907"/>
                  </a:lnTo>
                  <a:lnTo>
                    <a:pt x="6010305" y="19907"/>
                  </a:lnTo>
                  <a:lnTo>
                    <a:pt x="6010398" y="19907"/>
                  </a:lnTo>
                  <a:lnTo>
                    <a:pt x="6010491" y="19907"/>
                  </a:lnTo>
                  <a:lnTo>
                    <a:pt x="6010585" y="19907"/>
                  </a:lnTo>
                  <a:lnTo>
                    <a:pt x="6010678" y="19907"/>
                  </a:lnTo>
                  <a:lnTo>
                    <a:pt x="6010771" y="19907"/>
                  </a:lnTo>
                  <a:lnTo>
                    <a:pt x="6010864" y="19907"/>
                  </a:lnTo>
                  <a:lnTo>
                    <a:pt x="6010958" y="19907"/>
                  </a:lnTo>
                  <a:lnTo>
                    <a:pt x="6011051" y="19907"/>
                  </a:lnTo>
                  <a:lnTo>
                    <a:pt x="6011144" y="19907"/>
                  </a:lnTo>
                  <a:lnTo>
                    <a:pt x="6011237" y="19907"/>
                  </a:lnTo>
                  <a:lnTo>
                    <a:pt x="6011331" y="19907"/>
                  </a:lnTo>
                  <a:lnTo>
                    <a:pt x="6011424" y="19907"/>
                  </a:lnTo>
                  <a:lnTo>
                    <a:pt x="6011517" y="19907"/>
                  </a:lnTo>
                  <a:lnTo>
                    <a:pt x="6011610" y="19907"/>
                  </a:lnTo>
                  <a:lnTo>
                    <a:pt x="6011704" y="19907"/>
                  </a:lnTo>
                  <a:lnTo>
                    <a:pt x="6011797" y="19907"/>
                  </a:lnTo>
                  <a:lnTo>
                    <a:pt x="6011890" y="19907"/>
                  </a:lnTo>
                  <a:lnTo>
                    <a:pt x="6011983" y="19907"/>
                  </a:lnTo>
                  <a:lnTo>
                    <a:pt x="6012077" y="19907"/>
                  </a:lnTo>
                  <a:lnTo>
                    <a:pt x="6012170" y="19907"/>
                  </a:lnTo>
                  <a:lnTo>
                    <a:pt x="6012263" y="19907"/>
                  </a:lnTo>
                  <a:lnTo>
                    <a:pt x="6012356" y="19907"/>
                  </a:lnTo>
                  <a:lnTo>
                    <a:pt x="6012450" y="19907"/>
                  </a:lnTo>
                  <a:lnTo>
                    <a:pt x="6012543" y="19907"/>
                  </a:lnTo>
                  <a:lnTo>
                    <a:pt x="6012636" y="19907"/>
                  </a:lnTo>
                  <a:lnTo>
                    <a:pt x="6012729" y="19907"/>
                  </a:lnTo>
                  <a:lnTo>
                    <a:pt x="6012823" y="19907"/>
                  </a:lnTo>
                  <a:lnTo>
                    <a:pt x="6012916" y="19907"/>
                  </a:lnTo>
                  <a:lnTo>
                    <a:pt x="6013009" y="19907"/>
                  </a:lnTo>
                  <a:lnTo>
                    <a:pt x="6013102" y="19907"/>
                  </a:lnTo>
                  <a:lnTo>
                    <a:pt x="6013196" y="19907"/>
                  </a:lnTo>
                  <a:lnTo>
                    <a:pt x="6013289" y="19907"/>
                  </a:lnTo>
                  <a:lnTo>
                    <a:pt x="6013382" y="19907"/>
                  </a:lnTo>
                  <a:lnTo>
                    <a:pt x="6013475" y="19907"/>
                  </a:lnTo>
                  <a:lnTo>
                    <a:pt x="6013569" y="19907"/>
                  </a:lnTo>
                  <a:lnTo>
                    <a:pt x="6013662" y="19907"/>
                  </a:lnTo>
                  <a:lnTo>
                    <a:pt x="6013755" y="19907"/>
                  </a:lnTo>
                  <a:lnTo>
                    <a:pt x="6013848" y="19907"/>
                  </a:lnTo>
                  <a:lnTo>
                    <a:pt x="6013942" y="19907"/>
                  </a:lnTo>
                  <a:lnTo>
                    <a:pt x="6014035" y="19907"/>
                  </a:lnTo>
                  <a:lnTo>
                    <a:pt x="6014128" y="19907"/>
                  </a:lnTo>
                  <a:lnTo>
                    <a:pt x="6014221" y="19907"/>
                  </a:lnTo>
                  <a:lnTo>
                    <a:pt x="6014315" y="19907"/>
                  </a:lnTo>
                  <a:lnTo>
                    <a:pt x="6014408" y="19907"/>
                  </a:lnTo>
                  <a:lnTo>
                    <a:pt x="6014501" y="19907"/>
                  </a:lnTo>
                  <a:lnTo>
                    <a:pt x="6014594" y="19907"/>
                  </a:lnTo>
                  <a:lnTo>
                    <a:pt x="6014688" y="19907"/>
                  </a:lnTo>
                  <a:lnTo>
                    <a:pt x="6014781" y="19907"/>
                  </a:lnTo>
                  <a:lnTo>
                    <a:pt x="6014874" y="19907"/>
                  </a:lnTo>
                  <a:lnTo>
                    <a:pt x="6014967" y="19907"/>
                  </a:lnTo>
                  <a:lnTo>
                    <a:pt x="6015061" y="19907"/>
                  </a:lnTo>
                  <a:lnTo>
                    <a:pt x="6015154" y="19907"/>
                  </a:lnTo>
                  <a:lnTo>
                    <a:pt x="6015247" y="19907"/>
                  </a:lnTo>
                  <a:lnTo>
                    <a:pt x="6015340" y="19907"/>
                  </a:lnTo>
                  <a:lnTo>
                    <a:pt x="6015433" y="19907"/>
                  </a:lnTo>
                  <a:lnTo>
                    <a:pt x="6015527" y="19907"/>
                  </a:lnTo>
                  <a:lnTo>
                    <a:pt x="6015620" y="19907"/>
                  </a:lnTo>
                  <a:lnTo>
                    <a:pt x="6015713" y="19907"/>
                  </a:lnTo>
                  <a:lnTo>
                    <a:pt x="6015806" y="19907"/>
                  </a:lnTo>
                  <a:lnTo>
                    <a:pt x="6015900" y="19907"/>
                  </a:lnTo>
                  <a:lnTo>
                    <a:pt x="6015993" y="19907"/>
                  </a:lnTo>
                  <a:lnTo>
                    <a:pt x="6016086" y="19907"/>
                  </a:lnTo>
                  <a:lnTo>
                    <a:pt x="6016179" y="19907"/>
                  </a:lnTo>
                  <a:lnTo>
                    <a:pt x="6016273" y="19907"/>
                  </a:lnTo>
                  <a:lnTo>
                    <a:pt x="6016366" y="19907"/>
                  </a:lnTo>
                  <a:lnTo>
                    <a:pt x="6016459" y="19907"/>
                  </a:lnTo>
                  <a:lnTo>
                    <a:pt x="6016552" y="19907"/>
                  </a:lnTo>
                  <a:lnTo>
                    <a:pt x="6016646" y="19907"/>
                  </a:lnTo>
                  <a:lnTo>
                    <a:pt x="6016739" y="19907"/>
                  </a:lnTo>
                  <a:lnTo>
                    <a:pt x="6016832" y="19907"/>
                  </a:lnTo>
                  <a:lnTo>
                    <a:pt x="6016925" y="19907"/>
                  </a:lnTo>
                  <a:lnTo>
                    <a:pt x="6017019" y="19907"/>
                  </a:lnTo>
                  <a:lnTo>
                    <a:pt x="6017112" y="19907"/>
                  </a:lnTo>
                  <a:lnTo>
                    <a:pt x="6017205" y="19907"/>
                  </a:lnTo>
                  <a:lnTo>
                    <a:pt x="6017298" y="19907"/>
                  </a:lnTo>
                  <a:lnTo>
                    <a:pt x="6017392" y="19907"/>
                  </a:lnTo>
                  <a:lnTo>
                    <a:pt x="6017485" y="19907"/>
                  </a:lnTo>
                  <a:lnTo>
                    <a:pt x="6017578" y="19907"/>
                  </a:lnTo>
                  <a:lnTo>
                    <a:pt x="6017671" y="19907"/>
                  </a:lnTo>
                  <a:lnTo>
                    <a:pt x="6017765" y="19907"/>
                  </a:lnTo>
                  <a:lnTo>
                    <a:pt x="6017858" y="19907"/>
                  </a:lnTo>
                  <a:lnTo>
                    <a:pt x="6017951" y="19907"/>
                  </a:lnTo>
                  <a:lnTo>
                    <a:pt x="6018044" y="19907"/>
                  </a:lnTo>
                  <a:lnTo>
                    <a:pt x="6018138" y="19907"/>
                  </a:lnTo>
                  <a:lnTo>
                    <a:pt x="6018231" y="19907"/>
                  </a:lnTo>
                  <a:lnTo>
                    <a:pt x="6018324" y="19907"/>
                  </a:lnTo>
                  <a:lnTo>
                    <a:pt x="6018417" y="19907"/>
                  </a:lnTo>
                  <a:lnTo>
                    <a:pt x="6018511" y="19907"/>
                  </a:lnTo>
                  <a:lnTo>
                    <a:pt x="6018604" y="19907"/>
                  </a:lnTo>
                  <a:lnTo>
                    <a:pt x="6018697" y="19907"/>
                  </a:lnTo>
                  <a:lnTo>
                    <a:pt x="6018790" y="19907"/>
                  </a:lnTo>
                  <a:lnTo>
                    <a:pt x="6018884" y="19907"/>
                  </a:lnTo>
                  <a:lnTo>
                    <a:pt x="6018977" y="19907"/>
                  </a:lnTo>
                  <a:lnTo>
                    <a:pt x="6019070" y="19907"/>
                  </a:lnTo>
                  <a:lnTo>
                    <a:pt x="6019163" y="19907"/>
                  </a:lnTo>
                  <a:lnTo>
                    <a:pt x="6019257" y="19907"/>
                  </a:lnTo>
                  <a:lnTo>
                    <a:pt x="6019350" y="19907"/>
                  </a:lnTo>
                  <a:lnTo>
                    <a:pt x="6019443" y="19907"/>
                  </a:lnTo>
                  <a:lnTo>
                    <a:pt x="6019536" y="19907"/>
                  </a:lnTo>
                  <a:lnTo>
                    <a:pt x="6019630" y="19907"/>
                  </a:lnTo>
                  <a:lnTo>
                    <a:pt x="6019723" y="19907"/>
                  </a:lnTo>
                  <a:lnTo>
                    <a:pt x="6019816" y="19907"/>
                  </a:lnTo>
                  <a:lnTo>
                    <a:pt x="6019909" y="19907"/>
                  </a:lnTo>
                  <a:lnTo>
                    <a:pt x="6020003" y="19907"/>
                  </a:lnTo>
                  <a:lnTo>
                    <a:pt x="6020096" y="19907"/>
                  </a:lnTo>
                  <a:lnTo>
                    <a:pt x="6020189" y="19907"/>
                  </a:lnTo>
                  <a:lnTo>
                    <a:pt x="6020282" y="19907"/>
                  </a:lnTo>
                  <a:lnTo>
                    <a:pt x="6020376" y="19907"/>
                  </a:lnTo>
                  <a:lnTo>
                    <a:pt x="6020469" y="19907"/>
                  </a:lnTo>
                  <a:lnTo>
                    <a:pt x="6020562" y="19907"/>
                  </a:lnTo>
                  <a:lnTo>
                    <a:pt x="6020655" y="19907"/>
                  </a:lnTo>
                  <a:lnTo>
                    <a:pt x="6020749" y="19907"/>
                  </a:lnTo>
                  <a:lnTo>
                    <a:pt x="6020842" y="19907"/>
                  </a:lnTo>
                  <a:lnTo>
                    <a:pt x="6020935" y="19907"/>
                  </a:lnTo>
                  <a:lnTo>
                    <a:pt x="6021028" y="19907"/>
                  </a:lnTo>
                  <a:lnTo>
                    <a:pt x="6021122" y="19907"/>
                  </a:lnTo>
                  <a:lnTo>
                    <a:pt x="6021215" y="19907"/>
                  </a:lnTo>
                  <a:lnTo>
                    <a:pt x="6021308" y="19907"/>
                  </a:lnTo>
                  <a:lnTo>
                    <a:pt x="6021401" y="19907"/>
                  </a:lnTo>
                  <a:lnTo>
                    <a:pt x="6021495" y="19907"/>
                  </a:lnTo>
                  <a:lnTo>
                    <a:pt x="6021588" y="19907"/>
                  </a:lnTo>
                  <a:lnTo>
                    <a:pt x="6021681" y="19907"/>
                  </a:lnTo>
                  <a:lnTo>
                    <a:pt x="6021774" y="19907"/>
                  </a:lnTo>
                  <a:lnTo>
                    <a:pt x="6021868" y="19907"/>
                  </a:lnTo>
                  <a:lnTo>
                    <a:pt x="6021961" y="19907"/>
                  </a:lnTo>
                  <a:lnTo>
                    <a:pt x="6022054" y="19907"/>
                  </a:lnTo>
                  <a:lnTo>
                    <a:pt x="6022147" y="19907"/>
                  </a:lnTo>
                  <a:lnTo>
                    <a:pt x="6022240" y="19907"/>
                  </a:lnTo>
                  <a:lnTo>
                    <a:pt x="6022334" y="19907"/>
                  </a:lnTo>
                  <a:lnTo>
                    <a:pt x="6022427" y="19907"/>
                  </a:lnTo>
                  <a:lnTo>
                    <a:pt x="6022520" y="19907"/>
                  </a:lnTo>
                  <a:lnTo>
                    <a:pt x="6022613" y="19907"/>
                  </a:lnTo>
                  <a:lnTo>
                    <a:pt x="6022707" y="19907"/>
                  </a:lnTo>
                  <a:lnTo>
                    <a:pt x="6022800" y="19907"/>
                  </a:lnTo>
                  <a:lnTo>
                    <a:pt x="6022893" y="19907"/>
                  </a:lnTo>
                  <a:lnTo>
                    <a:pt x="6022986" y="19907"/>
                  </a:lnTo>
                  <a:lnTo>
                    <a:pt x="6023080" y="19907"/>
                  </a:lnTo>
                  <a:lnTo>
                    <a:pt x="6023173" y="19907"/>
                  </a:lnTo>
                  <a:lnTo>
                    <a:pt x="6023266" y="19907"/>
                  </a:lnTo>
                  <a:lnTo>
                    <a:pt x="6023359" y="19907"/>
                  </a:lnTo>
                  <a:lnTo>
                    <a:pt x="6023453" y="19907"/>
                  </a:lnTo>
                  <a:lnTo>
                    <a:pt x="6023546" y="19907"/>
                  </a:lnTo>
                  <a:lnTo>
                    <a:pt x="6023639" y="19907"/>
                  </a:lnTo>
                  <a:lnTo>
                    <a:pt x="6023732" y="19907"/>
                  </a:lnTo>
                  <a:lnTo>
                    <a:pt x="6023826" y="19907"/>
                  </a:lnTo>
                  <a:lnTo>
                    <a:pt x="6023919" y="19907"/>
                  </a:lnTo>
                  <a:lnTo>
                    <a:pt x="6024012" y="19907"/>
                  </a:lnTo>
                  <a:lnTo>
                    <a:pt x="6024105" y="19907"/>
                  </a:lnTo>
                  <a:lnTo>
                    <a:pt x="6024199" y="19907"/>
                  </a:lnTo>
                  <a:lnTo>
                    <a:pt x="6024292" y="19907"/>
                  </a:lnTo>
                  <a:lnTo>
                    <a:pt x="6024385" y="19907"/>
                  </a:lnTo>
                  <a:lnTo>
                    <a:pt x="6024478" y="19907"/>
                  </a:lnTo>
                  <a:lnTo>
                    <a:pt x="6024572" y="19907"/>
                  </a:lnTo>
                  <a:lnTo>
                    <a:pt x="6024665" y="19907"/>
                  </a:lnTo>
                  <a:lnTo>
                    <a:pt x="6024758" y="19907"/>
                  </a:lnTo>
                  <a:lnTo>
                    <a:pt x="6024851" y="19907"/>
                  </a:lnTo>
                  <a:lnTo>
                    <a:pt x="6024945" y="19907"/>
                  </a:lnTo>
                  <a:lnTo>
                    <a:pt x="6025038" y="19907"/>
                  </a:lnTo>
                  <a:lnTo>
                    <a:pt x="6025131" y="19907"/>
                  </a:lnTo>
                  <a:lnTo>
                    <a:pt x="6025224" y="19907"/>
                  </a:lnTo>
                  <a:lnTo>
                    <a:pt x="6025318" y="19907"/>
                  </a:lnTo>
                  <a:lnTo>
                    <a:pt x="6025411" y="19907"/>
                  </a:lnTo>
                  <a:lnTo>
                    <a:pt x="6025504" y="19907"/>
                  </a:lnTo>
                  <a:lnTo>
                    <a:pt x="6025597" y="19907"/>
                  </a:lnTo>
                  <a:lnTo>
                    <a:pt x="6025691" y="19907"/>
                  </a:lnTo>
                  <a:lnTo>
                    <a:pt x="6025784" y="19907"/>
                  </a:lnTo>
                  <a:lnTo>
                    <a:pt x="6025877" y="19907"/>
                  </a:lnTo>
                  <a:lnTo>
                    <a:pt x="6025970" y="19907"/>
                  </a:lnTo>
                  <a:lnTo>
                    <a:pt x="6026064" y="19907"/>
                  </a:lnTo>
                  <a:lnTo>
                    <a:pt x="6026157" y="19907"/>
                  </a:lnTo>
                  <a:lnTo>
                    <a:pt x="6026250" y="19907"/>
                  </a:lnTo>
                  <a:lnTo>
                    <a:pt x="6026343" y="19907"/>
                  </a:lnTo>
                  <a:lnTo>
                    <a:pt x="6026437" y="19907"/>
                  </a:lnTo>
                  <a:lnTo>
                    <a:pt x="6026530" y="19907"/>
                  </a:lnTo>
                  <a:lnTo>
                    <a:pt x="6026623" y="19907"/>
                  </a:lnTo>
                  <a:lnTo>
                    <a:pt x="6026716" y="19907"/>
                  </a:lnTo>
                  <a:lnTo>
                    <a:pt x="6026810" y="19907"/>
                  </a:lnTo>
                  <a:lnTo>
                    <a:pt x="6026903" y="19907"/>
                  </a:lnTo>
                  <a:lnTo>
                    <a:pt x="6026996" y="19907"/>
                  </a:lnTo>
                  <a:lnTo>
                    <a:pt x="6027089" y="19907"/>
                  </a:lnTo>
                  <a:lnTo>
                    <a:pt x="6027183" y="19907"/>
                  </a:lnTo>
                  <a:lnTo>
                    <a:pt x="6027276" y="19907"/>
                  </a:lnTo>
                  <a:lnTo>
                    <a:pt x="6027369" y="19907"/>
                  </a:lnTo>
                  <a:lnTo>
                    <a:pt x="6027462" y="19907"/>
                  </a:lnTo>
                  <a:lnTo>
                    <a:pt x="6027556" y="19907"/>
                  </a:lnTo>
                  <a:lnTo>
                    <a:pt x="6027649" y="19907"/>
                  </a:lnTo>
                  <a:lnTo>
                    <a:pt x="6027742" y="19907"/>
                  </a:lnTo>
                  <a:lnTo>
                    <a:pt x="6027835" y="19907"/>
                  </a:lnTo>
                  <a:lnTo>
                    <a:pt x="6027929" y="19907"/>
                  </a:lnTo>
                  <a:lnTo>
                    <a:pt x="6028022" y="19907"/>
                  </a:lnTo>
                  <a:lnTo>
                    <a:pt x="6028115" y="19907"/>
                  </a:lnTo>
                  <a:lnTo>
                    <a:pt x="6028208" y="19907"/>
                  </a:lnTo>
                  <a:lnTo>
                    <a:pt x="6028302" y="19907"/>
                  </a:lnTo>
                  <a:lnTo>
                    <a:pt x="6028395" y="19907"/>
                  </a:lnTo>
                  <a:lnTo>
                    <a:pt x="6028488" y="19907"/>
                  </a:lnTo>
                  <a:lnTo>
                    <a:pt x="6028581" y="19907"/>
                  </a:lnTo>
                  <a:lnTo>
                    <a:pt x="6028675" y="19907"/>
                  </a:lnTo>
                  <a:lnTo>
                    <a:pt x="6028768" y="19907"/>
                  </a:lnTo>
                  <a:lnTo>
                    <a:pt x="6028861" y="19907"/>
                  </a:lnTo>
                  <a:lnTo>
                    <a:pt x="6028954" y="19907"/>
                  </a:lnTo>
                  <a:lnTo>
                    <a:pt x="6029047" y="19907"/>
                  </a:lnTo>
                  <a:lnTo>
                    <a:pt x="6029141" y="19907"/>
                  </a:lnTo>
                  <a:lnTo>
                    <a:pt x="6029234" y="19907"/>
                  </a:lnTo>
                  <a:lnTo>
                    <a:pt x="6029327" y="19907"/>
                  </a:lnTo>
                  <a:lnTo>
                    <a:pt x="6029420" y="19907"/>
                  </a:lnTo>
                  <a:lnTo>
                    <a:pt x="6029514" y="19907"/>
                  </a:lnTo>
                  <a:lnTo>
                    <a:pt x="6029607" y="19907"/>
                  </a:lnTo>
                  <a:lnTo>
                    <a:pt x="6029700" y="19907"/>
                  </a:lnTo>
                  <a:lnTo>
                    <a:pt x="6029793" y="19907"/>
                  </a:lnTo>
                  <a:lnTo>
                    <a:pt x="6029887" y="19907"/>
                  </a:lnTo>
                  <a:lnTo>
                    <a:pt x="6029980" y="19907"/>
                  </a:lnTo>
                  <a:lnTo>
                    <a:pt x="6030073" y="19907"/>
                  </a:lnTo>
                  <a:lnTo>
                    <a:pt x="6030166" y="19907"/>
                  </a:lnTo>
                  <a:lnTo>
                    <a:pt x="6030260" y="19907"/>
                  </a:lnTo>
                  <a:lnTo>
                    <a:pt x="6030353" y="19907"/>
                  </a:lnTo>
                  <a:lnTo>
                    <a:pt x="6030446" y="19907"/>
                  </a:lnTo>
                  <a:lnTo>
                    <a:pt x="6030539" y="19907"/>
                  </a:lnTo>
                  <a:lnTo>
                    <a:pt x="6030633" y="19907"/>
                  </a:lnTo>
                  <a:lnTo>
                    <a:pt x="6030726" y="19907"/>
                  </a:lnTo>
                  <a:lnTo>
                    <a:pt x="6030819" y="19907"/>
                  </a:lnTo>
                  <a:lnTo>
                    <a:pt x="6030912" y="19907"/>
                  </a:lnTo>
                  <a:lnTo>
                    <a:pt x="6031006" y="19907"/>
                  </a:lnTo>
                  <a:lnTo>
                    <a:pt x="6031099" y="19907"/>
                  </a:lnTo>
                  <a:lnTo>
                    <a:pt x="6031192" y="19907"/>
                  </a:lnTo>
                  <a:lnTo>
                    <a:pt x="6031285" y="19907"/>
                  </a:lnTo>
                  <a:lnTo>
                    <a:pt x="6031379" y="19907"/>
                  </a:lnTo>
                  <a:lnTo>
                    <a:pt x="6031472" y="19907"/>
                  </a:lnTo>
                  <a:lnTo>
                    <a:pt x="6031565" y="19907"/>
                  </a:lnTo>
                  <a:lnTo>
                    <a:pt x="6031658" y="19907"/>
                  </a:lnTo>
                  <a:lnTo>
                    <a:pt x="6031752" y="19907"/>
                  </a:lnTo>
                  <a:lnTo>
                    <a:pt x="6031845" y="19907"/>
                  </a:lnTo>
                  <a:lnTo>
                    <a:pt x="6031938" y="19907"/>
                  </a:lnTo>
                  <a:lnTo>
                    <a:pt x="6032031" y="19907"/>
                  </a:lnTo>
                  <a:lnTo>
                    <a:pt x="6032125" y="19907"/>
                  </a:lnTo>
                  <a:lnTo>
                    <a:pt x="6032218" y="19907"/>
                  </a:lnTo>
                  <a:lnTo>
                    <a:pt x="6032311" y="19907"/>
                  </a:lnTo>
                  <a:lnTo>
                    <a:pt x="6032404" y="19907"/>
                  </a:lnTo>
                  <a:lnTo>
                    <a:pt x="6032498" y="19907"/>
                  </a:lnTo>
                  <a:lnTo>
                    <a:pt x="6032591" y="19907"/>
                  </a:lnTo>
                  <a:lnTo>
                    <a:pt x="6032684" y="19907"/>
                  </a:lnTo>
                  <a:lnTo>
                    <a:pt x="6032777" y="19907"/>
                  </a:lnTo>
                  <a:lnTo>
                    <a:pt x="6032871" y="19907"/>
                  </a:lnTo>
                  <a:lnTo>
                    <a:pt x="6032964" y="19907"/>
                  </a:lnTo>
                  <a:lnTo>
                    <a:pt x="6033057" y="19907"/>
                  </a:lnTo>
                  <a:lnTo>
                    <a:pt x="6033150" y="19907"/>
                  </a:lnTo>
                  <a:lnTo>
                    <a:pt x="6033244" y="19907"/>
                  </a:lnTo>
                  <a:lnTo>
                    <a:pt x="6033337" y="19907"/>
                  </a:lnTo>
                  <a:lnTo>
                    <a:pt x="6033430" y="19907"/>
                  </a:lnTo>
                  <a:lnTo>
                    <a:pt x="6033523" y="19907"/>
                  </a:lnTo>
                  <a:lnTo>
                    <a:pt x="6033617" y="19907"/>
                  </a:lnTo>
                  <a:lnTo>
                    <a:pt x="6033710" y="19907"/>
                  </a:lnTo>
                  <a:lnTo>
                    <a:pt x="6033803" y="19907"/>
                  </a:lnTo>
                  <a:lnTo>
                    <a:pt x="6033896" y="19907"/>
                  </a:lnTo>
                  <a:lnTo>
                    <a:pt x="6033990" y="19907"/>
                  </a:lnTo>
                  <a:lnTo>
                    <a:pt x="6034083" y="19907"/>
                  </a:lnTo>
                  <a:lnTo>
                    <a:pt x="6034176" y="19907"/>
                  </a:lnTo>
                  <a:lnTo>
                    <a:pt x="6034269" y="19907"/>
                  </a:lnTo>
                  <a:lnTo>
                    <a:pt x="6034363" y="19907"/>
                  </a:lnTo>
                  <a:lnTo>
                    <a:pt x="6034456" y="19907"/>
                  </a:lnTo>
                  <a:lnTo>
                    <a:pt x="6034549" y="19907"/>
                  </a:lnTo>
                  <a:lnTo>
                    <a:pt x="6034642" y="19907"/>
                  </a:lnTo>
                  <a:lnTo>
                    <a:pt x="6034736" y="19907"/>
                  </a:lnTo>
                  <a:lnTo>
                    <a:pt x="6034829" y="19907"/>
                  </a:lnTo>
                  <a:lnTo>
                    <a:pt x="6034922" y="19907"/>
                  </a:lnTo>
                  <a:lnTo>
                    <a:pt x="6035015" y="19907"/>
                  </a:lnTo>
                  <a:lnTo>
                    <a:pt x="6035109" y="19907"/>
                  </a:lnTo>
                  <a:lnTo>
                    <a:pt x="6035202" y="19907"/>
                  </a:lnTo>
                  <a:lnTo>
                    <a:pt x="6035295" y="19907"/>
                  </a:lnTo>
                  <a:lnTo>
                    <a:pt x="6035388" y="19907"/>
                  </a:lnTo>
                  <a:lnTo>
                    <a:pt x="6035482" y="19907"/>
                  </a:lnTo>
                  <a:lnTo>
                    <a:pt x="6035575" y="19907"/>
                  </a:lnTo>
                  <a:lnTo>
                    <a:pt x="6035668" y="19907"/>
                  </a:lnTo>
                  <a:lnTo>
                    <a:pt x="6035761" y="19907"/>
                  </a:lnTo>
                  <a:lnTo>
                    <a:pt x="6035855" y="19907"/>
                  </a:lnTo>
                  <a:lnTo>
                    <a:pt x="6035948" y="19907"/>
                  </a:lnTo>
                  <a:lnTo>
                    <a:pt x="6036041" y="19907"/>
                  </a:lnTo>
                  <a:lnTo>
                    <a:pt x="6036134" y="19907"/>
                  </a:lnTo>
                  <a:lnTo>
                    <a:pt x="6036227" y="19907"/>
                  </a:lnTo>
                  <a:lnTo>
                    <a:pt x="6036321" y="19907"/>
                  </a:lnTo>
                  <a:lnTo>
                    <a:pt x="6036414" y="19907"/>
                  </a:lnTo>
                  <a:lnTo>
                    <a:pt x="6036507" y="19907"/>
                  </a:lnTo>
                  <a:lnTo>
                    <a:pt x="6036600" y="19907"/>
                  </a:lnTo>
                  <a:lnTo>
                    <a:pt x="6036694" y="19907"/>
                  </a:lnTo>
                  <a:lnTo>
                    <a:pt x="6036787" y="19907"/>
                  </a:lnTo>
                  <a:lnTo>
                    <a:pt x="6036880" y="19907"/>
                  </a:lnTo>
                  <a:lnTo>
                    <a:pt x="6036973" y="19907"/>
                  </a:lnTo>
                  <a:lnTo>
                    <a:pt x="6037067" y="19907"/>
                  </a:lnTo>
                  <a:lnTo>
                    <a:pt x="6037160" y="19907"/>
                  </a:lnTo>
                  <a:lnTo>
                    <a:pt x="6037253" y="19907"/>
                  </a:lnTo>
                  <a:lnTo>
                    <a:pt x="6037346" y="19907"/>
                  </a:lnTo>
                  <a:lnTo>
                    <a:pt x="6037440" y="19907"/>
                  </a:lnTo>
                  <a:lnTo>
                    <a:pt x="6037533" y="19907"/>
                  </a:lnTo>
                  <a:lnTo>
                    <a:pt x="6037626" y="19907"/>
                  </a:lnTo>
                  <a:lnTo>
                    <a:pt x="6037719" y="19907"/>
                  </a:lnTo>
                  <a:lnTo>
                    <a:pt x="6037813" y="19907"/>
                  </a:lnTo>
                  <a:lnTo>
                    <a:pt x="6037906" y="19907"/>
                  </a:lnTo>
                  <a:lnTo>
                    <a:pt x="6037999" y="19907"/>
                  </a:lnTo>
                  <a:lnTo>
                    <a:pt x="6038092" y="19907"/>
                  </a:lnTo>
                  <a:lnTo>
                    <a:pt x="6038186" y="19907"/>
                  </a:lnTo>
                  <a:lnTo>
                    <a:pt x="6038279" y="19907"/>
                  </a:lnTo>
                  <a:lnTo>
                    <a:pt x="6038372" y="19907"/>
                  </a:lnTo>
                  <a:lnTo>
                    <a:pt x="6038465" y="19907"/>
                  </a:lnTo>
                  <a:lnTo>
                    <a:pt x="6038559" y="19907"/>
                  </a:lnTo>
                  <a:lnTo>
                    <a:pt x="6038652" y="19907"/>
                  </a:lnTo>
                  <a:lnTo>
                    <a:pt x="6038745" y="19907"/>
                  </a:lnTo>
                  <a:lnTo>
                    <a:pt x="6038838" y="19907"/>
                  </a:lnTo>
                  <a:lnTo>
                    <a:pt x="6038932" y="19907"/>
                  </a:lnTo>
                  <a:lnTo>
                    <a:pt x="6039025" y="19907"/>
                  </a:lnTo>
                  <a:lnTo>
                    <a:pt x="6039118" y="19907"/>
                  </a:lnTo>
                  <a:lnTo>
                    <a:pt x="6039211" y="19907"/>
                  </a:lnTo>
                  <a:lnTo>
                    <a:pt x="6039305" y="19907"/>
                  </a:lnTo>
                  <a:lnTo>
                    <a:pt x="6039398" y="19907"/>
                  </a:lnTo>
                  <a:lnTo>
                    <a:pt x="6039491" y="19907"/>
                  </a:lnTo>
                  <a:lnTo>
                    <a:pt x="6039584" y="19907"/>
                  </a:lnTo>
                  <a:lnTo>
                    <a:pt x="6039678" y="19907"/>
                  </a:lnTo>
                  <a:lnTo>
                    <a:pt x="6039771" y="19907"/>
                  </a:lnTo>
                  <a:lnTo>
                    <a:pt x="6039864" y="19907"/>
                  </a:lnTo>
                  <a:lnTo>
                    <a:pt x="6039957" y="19907"/>
                  </a:lnTo>
                  <a:lnTo>
                    <a:pt x="6040051" y="19907"/>
                  </a:lnTo>
                  <a:lnTo>
                    <a:pt x="6040144" y="19907"/>
                  </a:lnTo>
                  <a:lnTo>
                    <a:pt x="6040237" y="19907"/>
                  </a:lnTo>
                  <a:lnTo>
                    <a:pt x="6040330" y="19907"/>
                  </a:lnTo>
                  <a:lnTo>
                    <a:pt x="6040424" y="19907"/>
                  </a:lnTo>
                  <a:lnTo>
                    <a:pt x="6040517" y="19907"/>
                  </a:lnTo>
                  <a:lnTo>
                    <a:pt x="6040610" y="19907"/>
                  </a:lnTo>
                  <a:lnTo>
                    <a:pt x="6040703" y="19907"/>
                  </a:lnTo>
                  <a:lnTo>
                    <a:pt x="6040797" y="19907"/>
                  </a:lnTo>
                  <a:lnTo>
                    <a:pt x="6040890" y="19907"/>
                  </a:lnTo>
                  <a:lnTo>
                    <a:pt x="6040983" y="19907"/>
                  </a:lnTo>
                  <a:lnTo>
                    <a:pt x="6041076" y="19907"/>
                  </a:lnTo>
                  <a:lnTo>
                    <a:pt x="6041170" y="19907"/>
                  </a:lnTo>
                  <a:lnTo>
                    <a:pt x="6041263" y="19907"/>
                  </a:lnTo>
                  <a:lnTo>
                    <a:pt x="6041356" y="19907"/>
                  </a:lnTo>
                  <a:lnTo>
                    <a:pt x="6041449" y="19907"/>
                  </a:lnTo>
                  <a:lnTo>
                    <a:pt x="6041543" y="19907"/>
                  </a:lnTo>
                  <a:lnTo>
                    <a:pt x="6041636" y="19907"/>
                  </a:lnTo>
                  <a:lnTo>
                    <a:pt x="6041729" y="19907"/>
                  </a:lnTo>
                  <a:lnTo>
                    <a:pt x="6041822" y="19907"/>
                  </a:lnTo>
                  <a:lnTo>
                    <a:pt x="6041916" y="19907"/>
                  </a:lnTo>
                  <a:lnTo>
                    <a:pt x="6042009" y="19907"/>
                  </a:lnTo>
                  <a:lnTo>
                    <a:pt x="6042009" y="9953"/>
                  </a:lnTo>
                  <a:lnTo>
                    <a:pt x="6042102" y="9953"/>
                  </a:lnTo>
                  <a:lnTo>
                    <a:pt x="6042195" y="9953"/>
                  </a:lnTo>
                  <a:lnTo>
                    <a:pt x="6042289" y="9953"/>
                  </a:lnTo>
                  <a:lnTo>
                    <a:pt x="6042382" y="9953"/>
                  </a:lnTo>
                  <a:lnTo>
                    <a:pt x="6042475" y="9953"/>
                  </a:lnTo>
                  <a:lnTo>
                    <a:pt x="6042568" y="9953"/>
                  </a:lnTo>
                  <a:lnTo>
                    <a:pt x="6042662" y="9953"/>
                  </a:lnTo>
                  <a:lnTo>
                    <a:pt x="6042755" y="9953"/>
                  </a:lnTo>
                  <a:lnTo>
                    <a:pt x="6042848" y="9953"/>
                  </a:lnTo>
                  <a:lnTo>
                    <a:pt x="6042941" y="9953"/>
                  </a:lnTo>
                  <a:lnTo>
                    <a:pt x="6043034" y="9953"/>
                  </a:lnTo>
                  <a:lnTo>
                    <a:pt x="6043128" y="9953"/>
                  </a:lnTo>
                  <a:lnTo>
                    <a:pt x="6043221" y="9953"/>
                  </a:lnTo>
                  <a:lnTo>
                    <a:pt x="6043314" y="9953"/>
                  </a:lnTo>
                  <a:lnTo>
                    <a:pt x="6043407" y="9953"/>
                  </a:lnTo>
                  <a:lnTo>
                    <a:pt x="6043501" y="9953"/>
                  </a:lnTo>
                  <a:lnTo>
                    <a:pt x="6043594" y="9953"/>
                  </a:lnTo>
                  <a:lnTo>
                    <a:pt x="6043687" y="9953"/>
                  </a:lnTo>
                  <a:lnTo>
                    <a:pt x="6043780" y="9953"/>
                  </a:lnTo>
                  <a:lnTo>
                    <a:pt x="6043874" y="9953"/>
                  </a:lnTo>
                  <a:lnTo>
                    <a:pt x="6043967" y="9953"/>
                  </a:lnTo>
                  <a:lnTo>
                    <a:pt x="6044060" y="9953"/>
                  </a:lnTo>
                  <a:lnTo>
                    <a:pt x="6044153" y="9953"/>
                  </a:lnTo>
                  <a:lnTo>
                    <a:pt x="6044247" y="9953"/>
                  </a:lnTo>
                  <a:lnTo>
                    <a:pt x="6044340" y="9953"/>
                  </a:lnTo>
                  <a:lnTo>
                    <a:pt x="6044433" y="9953"/>
                  </a:lnTo>
                  <a:lnTo>
                    <a:pt x="6044526" y="9953"/>
                  </a:lnTo>
                  <a:lnTo>
                    <a:pt x="6044620" y="9953"/>
                  </a:lnTo>
                  <a:lnTo>
                    <a:pt x="6044713" y="9953"/>
                  </a:lnTo>
                  <a:lnTo>
                    <a:pt x="6044806" y="9953"/>
                  </a:lnTo>
                  <a:lnTo>
                    <a:pt x="6044899" y="9953"/>
                  </a:lnTo>
                  <a:lnTo>
                    <a:pt x="6044993" y="9953"/>
                  </a:lnTo>
                  <a:lnTo>
                    <a:pt x="6045086" y="9953"/>
                  </a:lnTo>
                  <a:lnTo>
                    <a:pt x="6045179" y="9953"/>
                  </a:lnTo>
                  <a:lnTo>
                    <a:pt x="6045272" y="9953"/>
                  </a:lnTo>
                  <a:lnTo>
                    <a:pt x="6045366" y="9953"/>
                  </a:lnTo>
                  <a:lnTo>
                    <a:pt x="6045459" y="9953"/>
                  </a:lnTo>
                  <a:lnTo>
                    <a:pt x="6045552" y="9953"/>
                  </a:lnTo>
                  <a:lnTo>
                    <a:pt x="6045645" y="9953"/>
                  </a:lnTo>
                  <a:lnTo>
                    <a:pt x="6045739" y="9953"/>
                  </a:lnTo>
                  <a:lnTo>
                    <a:pt x="6045832" y="9953"/>
                  </a:lnTo>
                  <a:lnTo>
                    <a:pt x="6045925" y="9953"/>
                  </a:lnTo>
                  <a:lnTo>
                    <a:pt x="6046018" y="9953"/>
                  </a:lnTo>
                  <a:lnTo>
                    <a:pt x="6046112" y="9953"/>
                  </a:lnTo>
                  <a:lnTo>
                    <a:pt x="6046205" y="9953"/>
                  </a:lnTo>
                  <a:lnTo>
                    <a:pt x="6046298" y="9953"/>
                  </a:lnTo>
                  <a:lnTo>
                    <a:pt x="6046391" y="9953"/>
                  </a:lnTo>
                  <a:lnTo>
                    <a:pt x="6046485" y="9953"/>
                  </a:lnTo>
                  <a:lnTo>
                    <a:pt x="6046578" y="9953"/>
                  </a:lnTo>
                  <a:lnTo>
                    <a:pt x="6046671" y="9953"/>
                  </a:lnTo>
                  <a:lnTo>
                    <a:pt x="6046764" y="9953"/>
                  </a:lnTo>
                  <a:lnTo>
                    <a:pt x="6046858" y="9953"/>
                  </a:lnTo>
                  <a:lnTo>
                    <a:pt x="6046951" y="9953"/>
                  </a:lnTo>
                  <a:lnTo>
                    <a:pt x="6047044" y="9953"/>
                  </a:lnTo>
                  <a:lnTo>
                    <a:pt x="6047137" y="9953"/>
                  </a:lnTo>
                  <a:lnTo>
                    <a:pt x="6047231" y="9953"/>
                  </a:lnTo>
                  <a:lnTo>
                    <a:pt x="6047324" y="9953"/>
                  </a:lnTo>
                  <a:lnTo>
                    <a:pt x="6047417" y="9953"/>
                  </a:lnTo>
                  <a:lnTo>
                    <a:pt x="6047510" y="9953"/>
                  </a:lnTo>
                  <a:lnTo>
                    <a:pt x="6047604" y="9953"/>
                  </a:lnTo>
                  <a:lnTo>
                    <a:pt x="6047697" y="9953"/>
                  </a:lnTo>
                  <a:lnTo>
                    <a:pt x="6047790" y="9953"/>
                  </a:lnTo>
                  <a:lnTo>
                    <a:pt x="6047883" y="9953"/>
                  </a:lnTo>
                  <a:lnTo>
                    <a:pt x="6047977" y="9953"/>
                  </a:lnTo>
                  <a:lnTo>
                    <a:pt x="6048070" y="9953"/>
                  </a:lnTo>
                  <a:lnTo>
                    <a:pt x="6048163" y="9953"/>
                  </a:lnTo>
                  <a:lnTo>
                    <a:pt x="6048256" y="9953"/>
                  </a:lnTo>
                  <a:lnTo>
                    <a:pt x="6048350" y="9953"/>
                  </a:lnTo>
                  <a:lnTo>
                    <a:pt x="6048443" y="9953"/>
                  </a:lnTo>
                  <a:lnTo>
                    <a:pt x="6048536" y="9953"/>
                  </a:lnTo>
                  <a:lnTo>
                    <a:pt x="6048629" y="9953"/>
                  </a:lnTo>
                  <a:lnTo>
                    <a:pt x="6048723" y="9953"/>
                  </a:lnTo>
                  <a:lnTo>
                    <a:pt x="6048816" y="9953"/>
                  </a:lnTo>
                  <a:lnTo>
                    <a:pt x="6048909" y="9953"/>
                  </a:lnTo>
                  <a:lnTo>
                    <a:pt x="6049002" y="9953"/>
                  </a:lnTo>
                  <a:lnTo>
                    <a:pt x="6049096" y="9953"/>
                  </a:lnTo>
                  <a:lnTo>
                    <a:pt x="6049189" y="9953"/>
                  </a:lnTo>
                  <a:lnTo>
                    <a:pt x="6049282" y="9953"/>
                  </a:lnTo>
                  <a:lnTo>
                    <a:pt x="6049375" y="9953"/>
                  </a:lnTo>
                  <a:lnTo>
                    <a:pt x="6049469" y="9953"/>
                  </a:lnTo>
                  <a:lnTo>
                    <a:pt x="6049562" y="9953"/>
                  </a:lnTo>
                  <a:lnTo>
                    <a:pt x="6049655" y="9953"/>
                  </a:lnTo>
                  <a:lnTo>
                    <a:pt x="6049748" y="9953"/>
                  </a:lnTo>
                  <a:lnTo>
                    <a:pt x="6049841" y="9953"/>
                  </a:lnTo>
                  <a:lnTo>
                    <a:pt x="6049935" y="9953"/>
                  </a:lnTo>
                  <a:lnTo>
                    <a:pt x="6050028" y="9953"/>
                  </a:lnTo>
                  <a:lnTo>
                    <a:pt x="6050121" y="9953"/>
                  </a:lnTo>
                  <a:lnTo>
                    <a:pt x="6050214" y="9953"/>
                  </a:lnTo>
                  <a:lnTo>
                    <a:pt x="6050308" y="9953"/>
                  </a:lnTo>
                  <a:lnTo>
                    <a:pt x="6050401" y="9953"/>
                  </a:lnTo>
                  <a:lnTo>
                    <a:pt x="6050494" y="9953"/>
                  </a:lnTo>
                  <a:lnTo>
                    <a:pt x="6050587" y="9953"/>
                  </a:lnTo>
                  <a:lnTo>
                    <a:pt x="6050681" y="9953"/>
                  </a:lnTo>
                  <a:lnTo>
                    <a:pt x="6050774" y="9953"/>
                  </a:lnTo>
                  <a:lnTo>
                    <a:pt x="6050867" y="9953"/>
                  </a:lnTo>
                  <a:lnTo>
                    <a:pt x="6050960" y="9953"/>
                  </a:lnTo>
                  <a:lnTo>
                    <a:pt x="6051054" y="9953"/>
                  </a:lnTo>
                  <a:lnTo>
                    <a:pt x="6051147" y="9953"/>
                  </a:lnTo>
                  <a:lnTo>
                    <a:pt x="6051240" y="9953"/>
                  </a:lnTo>
                  <a:lnTo>
                    <a:pt x="6051333" y="9953"/>
                  </a:lnTo>
                  <a:lnTo>
                    <a:pt x="6051427" y="9953"/>
                  </a:lnTo>
                  <a:lnTo>
                    <a:pt x="6051520" y="9953"/>
                  </a:lnTo>
                  <a:lnTo>
                    <a:pt x="6051613" y="9953"/>
                  </a:lnTo>
                  <a:lnTo>
                    <a:pt x="6051706" y="9953"/>
                  </a:lnTo>
                  <a:lnTo>
                    <a:pt x="6051800" y="9953"/>
                  </a:lnTo>
                  <a:lnTo>
                    <a:pt x="6051893" y="9953"/>
                  </a:lnTo>
                  <a:lnTo>
                    <a:pt x="6051986" y="9953"/>
                  </a:lnTo>
                  <a:lnTo>
                    <a:pt x="6052079" y="9953"/>
                  </a:lnTo>
                  <a:lnTo>
                    <a:pt x="6052173" y="9953"/>
                  </a:lnTo>
                  <a:lnTo>
                    <a:pt x="6052266" y="9953"/>
                  </a:lnTo>
                  <a:lnTo>
                    <a:pt x="6052359" y="9953"/>
                  </a:lnTo>
                  <a:lnTo>
                    <a:pt x="6052452" y="9953"/>
                  </a:lnTo>
                  <a:lnTo>
                    <a:pt x="6052546" y="9953"/>
                  </a:lnTo>
                  <a:lnTo>
                    <a:pt x="6052639" y="9953"/>
                  </a:lnTo>
                  <a:lnTo>
                    <a:pt x="6052732" y="9953"/>
                  </a:lnTo>
                  <a:lnTo>
                    <a:pt x="6052825" y="9953"/>
                  </a:lnTo>
                  <a:lnTo>
                    <a:pt x="6052919" y="9953"/>
                  </a:lnTo>
                  <a:lnTo>
                    <a:pt x="6053012" y="9953"/>
                  </a:lnTo>
                  <a:lnTo>
                    <a:pt x="6053105" y="9953"/>
                  </a:lnTo>
                  <a:lnTo>
                    <a:pt x="6053198" y="9953"/>
                  </a:lnTo>
                  <a:lnTo>
                    <a:pt x="6053292" y="9953"/>
                  </a:lnTo>
                  <a:lnTo>
                    <a:pt x="6053385" y="9953"/>
                  </a:lnTo>
                  <a:lnTo>
                    <a:pt x="6053478" y="9953"/>
                  </a:lnTo>
                  <a:lnTo>
                    <a:pt x="6053571" y="9953"/>
                  </a:lnTo>
                  <a:lnTo>
                    <a:pt x="6053665" y="9953"/>
                  </a:lnTo>
                  <a:lnTo>
                    <a:pt x="6053758" y="9953"/>
                  </a:lnTo>
                  <a:lnTo>
                    <a:pt x="6053851" y="9953"/>
                  </a:lnTo>
                  <a:lnTo>
                    <a:pt x="6053944" y="9953"/>
                  </a:lnTo>
                  <a:lnTo>
                    <a:pt x="6054038" y="9953"/>
                  </a:lnTo>
                  <a:lnTo>
                    <a:pt x="6054131" y="9953"/>
                  </a:lnTo>
                  <a:lnTo>
                    <a:pt x="6054224" y="9953"/>
                  </a:lnTo>
                  <a:lnTo>
                    <a:pt x="6054317" y="9953"/>
                  </a:lnTo>
                  <a:lnTo>
                    <a:pt x="6054411" y="9953"/>
                  </a:lnTo>
                  <a:lnTo>
                    <a:pt x="6054504" y="9953"/>
                  </a:lnTo>
                  <a:lnTo>
                    <a:pt x="6054597" y="9953"/>
                  </a:lnTo>
                  <a:lnTo>
                    <a:pt x="6054690" y="9953"/>
                  </a:lnTo>
                  <a:lnTo>
                    <a:pt x="6054784" y="9953"/>
                  </a:lnTo>
                  <a:lnTo>
                    <a:pt x="6054877" y="9953"/>
                  </a:lnTo>
                  <a:lnTo>
                    <a:pt x="6054970" y="9953"/>
                  </a:lnTo>
                  <a:lnTo>
                    <a:pt x="6055063" y="9953"/>
                  </a:lnTo>
                  <a:lnTo>
                    <a:pt x="6055157" y="9953"/>
                  </a:lnTo>
                  <a:lnTo>
                    <a:pt x="6055250" y="9953"/>
                  </a:lnTo>
                  <a:lnTo>
                    <a:pt x="6055343" y="9953"/>
                  </a:lnTo>
                  <a:lnTo>
                    <a:pt x="6055436" y="9953"/>
                  </a:lnTo>
                  <a:lnTo>
                    <a:pt x="6055530" y="9953"/>
                  </a:lnTo>
                  <a:lnTo>
                    <a:pt x="6055623" y="9953"/>
                  </a:lnTo>
                  <a:lnTo>
                    <a:pt x="6055716" y="9953"/>
                  </a:lnTo>
                  <a:lnTo>
                    <a:pt x="6055809" y="9953"/>
                  </a:lnTo>
                  <a:lnTo>
                    <a:pt x="6055903" y="9953"/>
                  </a:lnTo>
                  <a:lnTo>
                    <a:pt x="6055996" y="9953"/>
                  </a:lnTo>
                  <a:lnTo>
                    <a:pt x="6056089" y="9953"/>
                  </a:lnTo>
                  <a:lnTo>
                    <a:pt x="6056182" y="9953"/>
                  </a:lnTo>
                  <a:lnTo>
                    <a:pt x="6056276" y="9953"/>
                  </a:lnTo>
                  <a:lnTo>
                    <a:pt x="6056369" y="9953"/>
                  </a:lnTo>
                  <a:lnTo>
                    <a:pt x="6056462" y="9953"/>
                  </a:lnTo>
                  <a:lnTo>
                    <a:pt x="6056555" y="9953"/>
                  </a:lnTo>
                  <a:lnTo>
                    <a:pt x="6056649" y="9953"/>
                  </a:lnTo>
                  <a:lnTo>
                    <a:pt x="6056742" y="9953"/>
                  </a:lnTo>
                  <a:lnTo>
                    <a:pt x="6056835" y="9953"/>
                  </a:lnTo>
                  <a:lnTo>
                    <a:pt x="6056928" y="9953"/>
                  </a:lnTo>
                  <a:lnTo>
                    <a:pt x="6057021" y="9953"/>
                  </a:lnTo>
                  <a:lnTo>
                    <a:pt x="6057115" y="9953"/>
                  </a:lnTo>
                  <a:lnTo>
                    <a:pt x="6057208" y="9953"/>
                  </a:lnTo>
                  <a:lnTo>
                    <a:pt x="6057301" y="9953"/>
                  </a:lnTo>
                  <a:lnTo>
                    <a:pt x="6057394" y="9953"/>
                  </a:lnTo>
                  <a:lnTo>
                    <a:pt x="6057488" y="9953"/>
                  </a:lnTo>
                  <a:lnTo>
                    <a:pt x="6057581" y="9953"/>
                  </a:lnTo>
                  <a:lnTo>
                    <a:pt x="6057674" y="9953"/>
                  </a:lnTo>
                  <a:lnTo>
                    <a:pt x="6057767" y="9953"/>
                  </a:lnTo>
                  <a:lnTo>
                    <a:pt x="6057861" y="9953"/>
                  </a:lnTo>
                  <a:lnTo>
                    <a:pt x="6057954" y="9953"/>
                  </a:lnTo>
                  <a:lnTo>
                    <a:pt x="6058047" y="9953"/>
                  </a:lnTo>
                  <a:lnTo>
                    <a:pt x="6058140" y="9953"/>
                  </a:lnTo>
                  <a:lnTo>
                    <a:pt x="6058234" y="9953"/>
                  </a:lnTo>
                  <a:lnTo>
                    <a:pt x="6058327" y="9953"/>
                  </a:lnTo>
                  <a:lnTo>
                    <a:pt x="6058420" y="9953"/>
                  </a:lnTo>
                  <a:lnTo>
                    <a:pt x="6058513" y="9953"/>
                  </a:lnTo>
                  <a:lnTo>
                    <a:pt x="6058607" y="9953"/>
                  </a:lnTo>
                  <a:lnTo>
                    <a:pt x="6058700" y="9953"/>
                  </a:lnTo>
                  <a:lnTo>
                    <a:pt x="6058793" y="9953"/>
                  </a:lnTo>
                  <a:lnTo>
                    <a:pt x="6058886" y="9953"/>
                  </a:lnTo>
                  <a:lnTo>
                    <a:pt x="6058980" y="9953"/>
                  </a:lnTo>
                  <a:lnTo>
                    <a:pt x="6059073" y="9953"/>
                  </a:lnTo>
                  <a:lnTo>
                    <a:pt x="6059166" y="9953"/>
                  </a:lnTo>
                  <a:lnTo>
                    <a:pt x="6059259" y="9953"/>
                  </a:lnTo>
                  <a:lnTo>
                    <a:pt x="6059353" y="9953"/>
                  </a:lnTo>
                  <a:lnTo>
                    <a:pt x="6059446" y="9953"/>
                  </a:lnTo>
                  <a:lnTo>
                    <a:pt x="6059539" y="9953"/>
                  </a:lnTo>
                  <a:lnTo>
                    <a:pt x="6059632" y="9953"/>
                  </a:lnTo>
                  <a:lnTo>
                    <a:pt x="6059726" y="9953"/>
                  </a:lnTo>
                  <a:lnTo>
                    <a:pt x="6059819" y="9953"/>
                  </a:lnTo>
                  <a:lnTo>
                    <a:pt x="6059912" y="9953"/>
                  </a:lnTo>
                  <a:lnTo>
                    <a:pt x="6060005" y="9953"/>
                  </a:lnTo>
                  <a:lnTo>
                    <a:pt x="6060099" y="9953"/>
                  </a:lnTo>
                  <a:lnTo>
                    <a:pt x="6060192" y="9953"/>
                  </a:lnTo>
                  <a:lnTo>
                    <a:pt x="6060285" y="9953"/>
                  </a:lnTo>
                  <a:lnTo>
                    <a:pt x="6060378" y="9953"/>
                  </a:lnTo>
                  <a:lnTo>
                    <a:pt x="6060472" y="9953"/>
                  </a:lnTo>
                  <a:lnTo>
                    <a:pt x="6060565" y="9953"/>
                  </a:lnTo>
                  <a:lnTo>
                    <a:pt x="6060658" y="9953"/>
                  </a:lnTo>
                  <a:lnTo>
                    <a:pt x="6060751" y="9953"/>
                  </a:lnTo>
                  <a:lnTo>
                    <a:pt x="6060845" y="9953"/>
                  </a:lnTo>
                  <a:lnTo>
                    <a:pt x="6060938" y="9953"/>
                  </a:lnTo>
                  <a:lnTo>
                    <a:pt x="6061031" y="9953"/>
                  </a:lnTo>
                  <a:lnTo>
                    <a:pt x="6061124" y="9953"/>
                  </a:lnTo>
                  <a:lnTo>
                    <a:pt x="6061218" y="9953"/>
                  </a:lnTo>
                  <a:lnTo>
                    <a:pt x="6061311" y="9953"/>
                  </a:lnTo>
                  <a:lnTo>
                    <a:pt x="6061404" y="9953"/>
                  </a:lnTo>
                  <a:lnTo>
                    <a:pt x="6061497" y="9953"/>
                  </a:lnTo>
                  <a:lnTo>
                    <a:pt x="6061591" y="9953"/>
                  </a:lnTo>
                  <a:lnTo>
                    <a:pt x="6061684" y="9953"/>
                  </a:lnTo>
                  <a:lnTo>
                    <a:pt x="6061777" y="9953"/>
                  </a:lnTo>
                  <a:lnTo>
                    <a:pt x="6061870" y="9953"/>
                  </a:lnTo>
                  <a:lnTo>
                    <a:pt x="6061870" y="0"/>
                  </a:lnTo>
                  <a:lnTo>
                    <a:pt x="6061870" y="0"/>
                  </a:lnTo>
                  <a:lnTo>
                    <a:pt x="6061964" y="0"/>
                  </a:lnTo>
                  <a:lnTo>
                    <a:pt x="6062057" y="0"/>
                  </a:lnTo>
                  <a:lnTo>
                    <a:pt x="6062150" y="0"/>
                  </a:lnTo>
                  <a:lnTo>
                    <a:pt x="6062243" y="0"/>
                  </a:lnTo>
                  <a:lnTo>
                    <a:pt x="6062337" y="0"/>
                  </a:lnTo>
                  <a:lnTo>
                    <a:pt x="6062430" y="0"/>
                  </a:lnTo>
                  <a:lnTo>
                    <a:pt x="6062523" y="0"/>
                  </a:lnTo>
                  <a:lnTo>
                    <a:pt x="6062616" y="0"/>
                  </a:lnTo>
                  <a:lnTo>
                    <a:pt x="6062710" y="0"/>
                  </a:lnTo>
                  <a:lnTo>
                    <a:pt x="6062803" y="0"/>
                  </a:lnTo>
                  <a:lnTo>
                    <a:pt x="6062896" y="0"/>
                  </a:lnTo>
                  <a:lnTo>
                    <a:pt x="6062989" y="0"/>
                  </a:lnTo>
                  <a:lnTo>
                    <a:pt x="6063083" y="0"/>
                  </a:lnTo>
                  <a:lnTo>
                    <a:pt x="6063176" y="0"/>
                  </a:lnTo>
                  <a:lnTo>
                    <a:pt x="6063269" y="0"/>
                  </a:lnTo>
                  <a:lnTo>
                    <a:pt x="6063362" y="0"/>
                  </a:lnTo>
                  <a:lnTo>
                    <a:pt x="6063456" y="0"/>
                  </a:lnTo>
                  <a:lnTo>
                    <a:pt x="6063549" y="0"/>
                  </a:lnTo>
                  <a:lnTo>
                    <a:pt x="6063642" y="0"/>
                  </a:lnTo>
                  <a:lnTo>
                    <a:pt x="6063735" y="0"/>
                  </a:lnTo>
                  <a:lnTo>
                    <a:pt x="6063828" y="0"/>
                  </a:lnTo>
                  <a:lnTo>
                    <a:pt x="6063922" y="0"/>
                  </a:lnTo>
                  <a:lnTo>
                    <a:pt x="6064015" y="0"/>
                  </a:lnTo>
                  <a:lnTo>
                    <a:pt x="6064108" y="0"/>
                  </a:lnTo>
                  <a:lnTo>
                    <a:pt x="6064201" y="0"/>
                  </a:lnTo>
                  <a:lnTo>
                    <a:pt x="6064295" y="0"/>
                  </a:lnTo>
                  <a:lnTo>
                    <a:pt x="6064388" y="0"/>
                  </a:lnTo>
                  <a:lnTo>
                    <a:pt x="6064481" y="0"/>
                  </a:lnTo>
                  <a:lnTo>
                    <a:pt x="6064574" y="0"/>
                  </a:lnTo>
                  <a:lnTo>
                    <a:pt x="6064668" y="0"/>
                  </a:lnTo>
                  <a:lnTo>
                    <a:pt x="6064761" y="0"/>
                  </a:lnTo>
                  <a:lnTo>
                    <a:pt x="6064854" y="0"/>
                  </a:lnTo>
                  <a:lnTo>
                    <a:pt x="6064947" y="0"/>
                  </a:lnTo>
                  <a:lnTo>
                    <a:pt x="6065041" y="0"/>
                  </a:lnTo>
                  <a:lnTo>
                    <a:pt x="6065134" y="0"/>
                  </a:lnTo>
                  <a:lnTo>
                    <a:pt x="6065227" y="0"/>
                  </a:lnTo>
                  <a:lnTo>
                    <a:pt x="6065320" y="0"/>
                  </a:lnTo>
                  <a:lnTo>
                    <a:pt x="6065414" y="0"/>
                  </a:lnTo>
                  <a:lnTo>
                    <a:pt x="6065507" y="0"/>
                  </a:lnTo>
                  <a:lnTo>
                    <a:pt x="6065600" y="0"/>
                  </a:lnTo>
                  <a:lnTo>
                    <a:pt x="6065693" y="0"/>
                  </a:lnTo>
                  <a:lnTo>
                    <a:pt x="6065787" y="0"/>
                  </a:lnTo>
                  <a:lnTo>
                    <a:pt x="6065880" y="0"/>
                  </a:lnTo>
                  <a:lnTo>
                    <a:pt x="6065973" y="0"/>
                  </a:lnTo>
                  <a:lnTo>
                    <a:pt x="6066066" y="0"/>
                  </a:lnTo>
                  <a:lnTo>
                    <a:pt x="6066160" y="0"/>
                  </a:lnTo>
                  <a:lnTo>
                    <a:pt x="6066253" y="0"/>
                  </a:lnTo>
                  <a:lnTo>
                    <a:pt x="6066346" y="0"/>
                  </a:lnTo>
                  <a:lnTo>
                    <a:pt x="6066439" y="0"/>
                  </a:lnTo>
                  <a:lnTo>
                    <a:pt x="6066533" y="0"/>
                  </a:lnTo>
                  <a:lnTo>
                    <a:pt x="6066626" y="0"/>
                  </a:lnTo>
                  <a:lnTo>
                    <a:pt x="6066719" y="0"/>
                  </a:lnTo>
                  <a:lnTo>
                    <a:pt x="6066812" y="0"/>
                  </a:lnTo>
                  <a:lnTo>
                    <a:pt x="6066906" y="0"/>
                  </a:lnTo>
                  <a:lnTo>
                    <a:pt x="6066999" y="0"/>
                  </a:lnTo>
                  <a:lnTo>
                    <a:pt x="6067092" y="0"/>
                  </a:lnTo>
                  <a:lnTo>
                    <a:pt x="6067185" y="0"/>
                  </a:lnTo>
                  <a:lnTo>
                    <a:pt x="6067279" y="0"/>
                  </a:lnTo>
                  <a:lnTo>
                    <a:pt x="6067372" y="0"/>
                  </a:lnTo>
                  <a:lnTo>
                    <a:pt x="6067465" y="0"/>
                  </a:lnTo>
                  <a:lnTo>
                    <a:pt x="6067558" y="0"/>
                  </a:lnTo>
                  <a:lnTo>
                    <a:pt x="6067652" y="0"/>
                  </a:lnTo>
                  <a:lnTo>
                    <a:pt x="6067745" y="0"/>
                  </a:lnTo>
                  <a:lnTo>
                    <a:pt x="6067838" y="0"/>
                  </a:lnTo>
                  <a:lnTo>
                    <a:pt x="6067931" y="0"/>
                  </a:lnTo>
                  <a:lnTo>
                    <a:pt x="6068025" y="0"/>
                  </a:lnTo>
                  <a:lnTo>
                    <a:pt x="6068118" y="0"/>
                  </a:lnTo>
                  <a:lnTo>
                    <a:pt x="6068211" y="0"/>
                  </a:lnTo>
                  <a:lnTo>
                    <a:pt x="6068304" y="0"/>
                  </a:lnTo>
                  <a:lnTo>
                    <a:pt x="6068398" y="0"/>
                  </a:lnTo>
                  <a:lnTo>
                    <a:pt x="6068491" y="0"/>
                  </a:lnTo>
                  <a:lnTo>
                    <a:pt x="6068584" y="0"/>
                  </a:lnTo>
                  <a:lnTo>
                    <a:pt x="6068677" y="0"/>
                  </a:lnTo>
                  <a:lnTo>
                    <a:pt x="6068771" y="0"/>
                  </a:lnTo>
                  <a:lnTo>
                    <a:pt x="6068864" y="0"/>
                  </a:lnTo>
                  <a:lnTo>
                    <a:pt x="6068957" y="0"/>
                  </a:lnTo>
                  <a:lnTo>
                    <a:pt x="6069050" y="0"/>
                  </a:lnTo>
                  <a:lnTo>
                    <a:pt x="6069144" y="0"/>
                  </a:lnTo>
                  <a:lnTo>
                    <a:pt x="6069237" y="0"/>
                  </a:lnTo>
                  <a:lnTo>
                    <a:pt x="6069330" y="0"/>
                  </a:lnTo>
                  <a:lnTo>
                    <a:pt x="6069423" y="0"/>
                  </a:lnTo>
                  <a:lnTo>
                    <a:pt x="6069517" y="0"/>
                  </a:lnTo>
                  <a:lnTo>
                    <a:pt x="6069610" y="0"/>
                  </a:lnTo>
                  <a:lnTo>
                    <a:pt x="6069703" y="0"/>
                  </a:lnTo>
                  <a:lnTo>
                    <a:pt x="6069796" y="0"/>
                  </a:lnTo>
                  <a:lnTo>
                    <a:pt x="6069890" y="0"/>
                  </a:lnTo>
                  <a:lnTo>
                    <a:pt x="6069983" y="0"/>
                  </a:lnTo>
                  <a:lnTo>
                    <a:pt x="6070076" y="0"/>
                  </a:lnTo>
                  <a:lnTo>
                    <a:pt x="6070169" y="0"/>
                  </a:lnTo>
                  <a:lnTo>
                    <a:pt x="6070263" y="0"/>
                  </a:lnTo>
                  <a:lnTo>
                    <a:pt x="6070356" y="0"/>
                  </a:lnTo>
                  <a:lnTo>
                    <a:pt x="6070449" y="0"/>
                  </a:lnTo>
                  <a:lnTo>
                    <a:pt x="6070542" y="0"/>
                  </a:lnTo>
                  <a:lnTo>
                    <a:pt x="6070635" y="0"/>
                  </a:lnTo>
                  <a:lnTo>
                    <a:pt x="6070729" y="0"/>
                  </a:lnTo>
                  <a:lnTo>
                    <a:pt x="6070822" y="0"/>
                  </a:lnTo>
                  <a:lnTo>
                    <a:pt x="6070915" y="0"/>
                  </a:lnTo>
                  <a:lnTo>
                    <a:pt x="6071008" y="0"/>
                  </a:lnTo>
                  <a:lnTo>
                    <a:pt x="6071102" y="0"/>
                  </a:lnTo>
                  <a:lnTo>
                    <a:pt x="6071195" y="0"/>
                  </a:lnTo>
                  <a:lnTo>
                    <a:pt x="6071288" y="0"/>
                  </a:lnTo>
                  <a:lnTo>
                    <a:pt x="6071381" y="0"/>
                  </a:lnTo>
                  <a:lnTo>
                    <a:pt x="6071475" y="0"/>
                  </a:lnTo>
                  <a:lnTo>
                    <a:pt x="6071568" y="0"/>
                  </a:lnTo>
                  <a:lnTo>
                    <a:pt x="6071661" y="0"/>
                  </a:lnTo>
                  <a:lnTo>
                    <a:pt x="6071754" y="0"/>
                  </a:lnTo>
                  <a:lnTo>
                    <a:pt x="6071848" y="0"/>
                  </a:lnTo>
                  <a:lnTo>
                    <a:pt x="6071941" y="0"/>
                  </a:lnTo>
                  <a:lnTo>
                    <a:pt x="6072034" y="0"/>
                  </a:lnTo>
                  <a:lnTo>
                    <a:pt x="6072127" y="0"/>
                  </a:lnTo>
                  <a:lnTo>
                    <a:pt x="6072221" y="0"/>
                  </a:lnTo>
                  <a:lnTo>
                    <a:pt x="6072314" y="0"/>
                  </a:lnTo>
                  <a:lnTo>
                    <a:pt x="6072407" y="0"/>
                  </a:lnTo>
                  <a:lnTo>
                    <a:pt x="6072500" y="0"/>
                  </a:lnTo>
                  <a:lnTo>
                    <a:pt x="6072594" y="0"/>
                  </a:lnTo>
                  <a:lnTo>
                    <a:pt x="6072687" y="0"/>
                  </a:lnTo>
                  <a:lnTo>
                    <a:pt x="6072780" y="0"/>
                  </a:lnTo>
                  <a:lnTo>
                    <a:pt x="6072873" y="0"/>
                  </a:lnTo>
                  <a:lnTo>
                    <a:pt x="6072967" y="0"/>
                  </a:lnTo>
                  <a:lnTo>
                    <a:pt x="6073060" y="0"/>
                  </a:lnTo>
                  <a:lnTo>
                    <a:pt x="6073153" y="0"/>
                  </a:lnTo>
                  <a:lnTo>
                    <a:pt x="6073246" y="0"/>
                  </a:lnTo>
                  <a:lnTo>
                    <a:pt x="6073340" y="0"/>
                  </a:lnTo>
                  <a:lnTo>
                    <a:pt x="6073433" y="0"/>
                  </a:lnTo>
                  <a:lnTo>
                    <a:pt x="6073526" y="0"/>
                  </a:lnTo>
                  <a:lnTo>
                    <a:pt x="6073619" y="0"/>
                  </a:lnTo>
                  <a:lnTo>
                    <a:pt x="6073713" y="0"/>
                  </a:lnTo>
                  <a:lnTo>
                    <a:pt x="6073806" y="0"/>
                  </a:lnTo>
                  <a:lnTo>
                    <a:pt x="6073899" y="0"/>
                  </a:lnTo>
                  <a:lnTo>
                    <a:pt x="6073992" y="0"/>
                  </a:lnTo>
                  <a:lnTo>
                    <a:pt x="6074086" y="0"/>
                  </a:lnTo>
                  <a:lnTo>
                    <a:pt x="6074179" y="0"/>
                  </a:lnTo>
                  <a:lnTo>
                    <a:pt x="6074272" y="0"/>
                  </a:lnTo>
                  <a:lnTo>
                    <a:pt x="6074365" y="0"/>
                  </a:lnTo>
                  <a:lnTo>
                    <a:pt x="6074459" y="0"/>
                  </a:lnTo>
                  <a:lnTo>
                    <a:pt x="6074552" y="0"/>
                  </a:lnTo>
                  <a:lnTo>
                    <a:pt x="6074645" y="0"/>
                  </a:lnTo>
                  <a:lnTo>
                    <a:pt x="6074738" y="0"/>
                  </a:lnTo>
                  <a:lnTo>
                    <a:pt x="6074832" y="0"/>
                  </a:lnTo>
                  <a:lnTo>
                    <a:pt x="6074925" y="0"/>
                  </a:lnTo>
                  <a:lnTo>
                    <a:pt x="6075018" y="0"/>
                  </a:lnTo>
                  <a:lnTo>
                    <a:pt x="6075111" y="0"/>
                  </a:lnTo>
                  <a:lnTo>
                    <a:pt x="6075205" y="0"/>
                  </a:lnTo>
                  <a:lnTo>
                    <a:pt x="6075298" y="0"/>
                  </a:lnTo>
                  <a:lnTo>
                    <a:pt x="6075391" y="0"/>
                  </a:lnTo>
                  <a:lnTo>
                    <a:pt x="6075484" y="0"/>
                  </a:lnTo>
                  <a:lnTo>
                    <a:pt x="6075578" y="0"/>
                  </a:lnTo>
                  <a:lnTo>
                    <a:pt x="6075671" y="0"/>
                  </a:lnTo>
                  <a:lnTo>
                    <a:pt x="6075764" y="0"/>
                  </a:lnTo>
                  <a:lnTo>
                    <a:pt x="6075857" y="0"/>
                  </a:lnTo>
                  <a:lnTo>
                    <a:pt x="6075951" y="0"/>
                  </a:lnTo>
                  <a:lnTo>
                    <a:pt x="6076044" y="0"/>
                  </a:lnTo>
                  <a:lnTo>
                    <a:pt x="6076137" y="0"/>
                  </a:lnTo>
                  <a:lnTo>
                    <a:pt x="6076230" y="0"/>
                  </a:lnTo>
                  <a:lnTo>
                    <a:pt x="6076324" y="0"/>
                  </a:lnTo>
                  <a:lnTo>
                    <a:pt x="6076417" y="0"/>
                  </a:lnTo>
                  <a:lnTo>
                    <a:pt x="6076510" y="0"/>
                  </a:lnTo>
                  <a:lnTo>
                    <a:pt x="6076603" y="0"/>
                  </a:lnTo>
                  <a:lnTo>
                    <a:pt x="6076697" y="0"/>
                  </a:lnTo>
                  <a:lnTo>
                    <a:pt x="6076790" y="0"/>
                  </a:lnTo>
                  <a:lnTo>
                    <a:pt x="6076883" y="0"/>
                  </a:lnTo>
                  <a:lnTo>
                    <a:pt x="6076976" y="0"/>
                  </a:lnTo>
                  <a:lnTo>
                    <a:pt x="6077070" y="0"/>
                  </a:lnTo>
                  <a:lnTo>
                    <a:pt x="6077163" y="0"/>
                  </a:lnTo>
                  <a:lnTo>
                    <a:pt x="6077256" y="0"/>
                  </a:lnTo>
                  <a:lnTo>
                    <a:pt x="6077349" y="0"/>
                  </a:lnTo>
                  <a:lnTo>
                    <a:pt x="6077443" y="0"/>
                  </a:lnTo>
                  <a:lnTo>
                    <a:pt x="6077536" y="0"/>
                  </a:lnTo>
                  <a:lnTo>
                    <a:pt x="6077629" y="0"/>
                  </a:lnTo>
                  <a:lnTo>
                    <a:pt x="6077722" y="0"/>
                  </a:lnTo>
                  <a:lnTo>
                    <a:pt x="6077815" y="0"/>
                  </a:lnTo>
                  <a:lnTo>
                    <a:pt x="6077909" y="0"/>
                  </a:lnTo>
                  <a:lnTo>
                    <a:pt x="6078002" y="0"/>
                  </a:lnTo>
                  <a:lnTo>
                    <a:pt x="6078095" y="0"/>
                  </a:lnTo>
                  <a:lnTo>
                    <a:pt x="6078188" y="0"/>
                  </a:lnTo>
                  <a:lnTo>
                    <a:pt x="6078282" y="0"/>
                  </a:lnTo>
                  <a:lnTo>
                    <a:pt x="6078375" y="0"/>
                  </a:lnTo>
                  <a:lnTo>
                    <a:pt x="6078468" y="0"/>
                  </a:lnTo>
                  <a:lnTo>
                    <a:pt x="6078561" y="0"/>
                  </a:lnTo>
                  <a:lnTo>
                    <a:pt x="6078655" y="0"/>
                  </a:lnTo>
                  <a:lnTo>
                    <a:pt x="6078748" y="0"/>
                  </a:lnTo>
                  <a:lnTo>
                    <a:pt x="6078841" y="0"/>
                  </a:lnTo>
                  <a:lnTo>
                    <a:pt x="6078934" y="0"/>
                  </a:lnTo>
                  <a:lnTo>
                    <a:pt x="6079028" y="0"/>
                  </a:lnTo>
                  <a:lnTo>
                    <a:pt x="6079121" y="0"/>
                  </a:lnTo>
                  <a:lnTo>
                    <a:pt x="6079214" y="0"/>
                  </a:lnTo>
                  <a:lnTo>
                    <a:pt x="6079307" y="0"/>
                  </a:lnTo>
                  <a:lnTo>
                    <a:pt x="6079401" y="0"/>
                  </a:lnTo>
                  <a:lnTo>
                    <a:pt x="6079494" y="0"/>
                  </a:lnTo>
                  <a:lnTo>
                    <a:pt x="6079587" y="0"/>
                  </a:lnTo>
                  <a:lnTo>
                    <a:pt x="6079680" y="0"/>
                  </a:lnTo>
                  <a:lnTo>
                    <a:pt x="6079774" y="0"/>
                  </a:lnTo>
                  <a:lnTo>
                    <a:pt x="6079867" y="0"/>
                  </a:lnTo>
                  <a:lnTo>
                    <a:pt x="6079960" y="0"/>
                  </a:lnTo>
                  <a:lnTo>
                    <a:pt x="6080053" y="0"/>
                  </a:lnTo>
                  <a:lnTo>
                    <a:pt x="6080147" y="0"/>
                  </a:lnTo>
                  <a:lnTo>
                    <a:pt x="6080240" y="0"/>
                  </a:lnTo>
                  <a:lnTo>
                    <a:pt x="6080333" y="0"/>
                  </a:lnTo>
                  <a:lnTo>
                    <a:pt x="6080426" y="0"/>
                  </a:lnTo>
                  <a:lnTo>
                    <a:pt x="6080520" y="0"/>
                  </a:lnTo>
                  <a:lnTo>
                    <a:pt x="6080613" y="0"/>
                  </a:lnTo>
                  <a:lnTo>
                    <a:pt x="6080706" y="0"/>
                  </a:lnTo>
                  <a:lnTo>
                    <a:pt x="6080799" y="0"/>
                  </a:lnTo>
                  <a:lnTo>
                    <a:pt x="6080893" y="0"/>
                  </a:lnTo>
                  <a:lnTo>
                    <a:pt x="6080986" y="0"/>
                  </a:lnTo>
                  <a:lnTo>
                    <a:pt x="6081079" y="0"/>
                  </a:lnTo>
                  <a:lnTo>
                    <a:pt x="6081172" y="0"/>
                  </a:lnTo>
                  <a:lnTo>
                    <a:pt x="6081266" y="0"/>
                  </a:lnTo>
                  <a:lnTo>
                    <a:pt x="6081359" y="0"/>
                  </a:lnTo>
                  <a:lnTo>
                    <a:pt x="6081452" y="0"/>
                  </a:lnTo>
                  <a:lnTo>
                    <a:pt x="6081545" y="0"/>
                  </a:lnTo>
                  <a:lnTo>
                    <a:pt x="6081639" y="0"/>
                  </a:lnTo>
                  <a:lnTo>
                    <a:pt x="6081732" y="0"/>
                  </a:lnTo>
                  <a:lnTo>
                    <a:pt x="6081825" y="0"/>
                  </a:lnTo>
                  <a:lnTo>
                    <a:pt x="6081918" y="0"/>
                  </a:lnTo>
                  <a:lnTo>
                    <a:pt x="6082012" y="0"/>
                  </a:lnTo>
                  <a:lnTo>
                    <a:pt x="6082105" y="0"/>
                  </a:lnTo>
                  <a:lnTo>
                    <a:pt x="6082198" y="0"/>
                  </a:lnTo>
                  <a:lnTo>
                    <a:pt x="6082291" y="0"/>
                  </a:lnTo>
                  <a:lnTo>
                    <a:pt x="6082385" y="0"/>
                  </a:lnTo>
                  <a:lnTo>
                    <a:pt x="6082478" y="0"/>
                  </a:lnTo>
                  <a:lnTo>
                    <a:pt x="6082571" y="0"/>
                  </a:lnTo>
                  <a:lnTo>
                    <a:pt x="6082664" y="0"/>
                  </a:lnTo>
                  <a:lnTo>
                    <a:pt x="6082758" y="0"/>
                  </a:lnTo>
                  <a:lnTo>
                    <a:pt x="6082851" y="0"/>
                  </a:lnTo>
                  <a:lnTo>
                    <a:pt x="6082944" y="0"/>
                  </a:lnTo>
                  <a:lnTo>
                    <a:pt x="6083037" y="0"/>
                  </a:lnTo>
                  <a:lnTo>
                    <a:pt x="6083131" y="0"/>
                  </a:lnTo>
                  <a:lnTo>
                    <a:pt x="6083224" y="0"/>
                  </a:lnTo>
                  <a:lnTo>
                    <a:pt x="6083317" y="0"/>
                  </a:lnTo>
                  <a:lnTo>
                    <a:pt x="6083410" y="0"/>
                  </a:lnTo>
                  <a:lnTo>
                    <a:pt x="6083504" y="0"/>
                  </a:lnTo>
                  <a:lnTo>
                    <a:pt x="6083597" y="0"/>
                  </a:lnTo>
                  <a:lnTo>
                    <a:pt x="6083690" y="0"/>
                  </a:lnTo>
                  <a:lnTo>
                    <a:pt x="6083783" y="0"/>
                  </a:lnTo>
                  <a:lnTo>
                    <a:pt x="6083877" y="0"/>
                  </a:lnTo>
                  <a:lnTo>
                    <a:pt x="6083970" y="0"/>
                  </a:lnTo>
                  <a:lnTo>
                    <a:pt x="6084063" y="0"/>
                  </a:lnTo>
                  <a:lnTo>
                    <a:pt x="6084156" y="0"/>
                  </a:lnTo>
                  <a:lnTo>
                    <a:pt x="6084250" y="0"/>
                  </a:lnTo>
                  <a:lnTo>
                    <a:pt x="6084343" y="0"/>
                  </a:lnTo>
                  <a:lnTo>
                    <a:pt x="6084436" y="0"/>
                  </a:lnTo>
                  <a:lnTo>
                    <a:pt x="6084529" y="0"/>
                  </a:lnTo>
                  <a:lnTo>
                    <a:pt x="6084622" y="0"/>
                  </a:lnTo>
                  <a:lnTo>
                    <a:pt x="6084716" y="0"/>
                  </a:lnTo>
                  <a:lnTo>
                    <a:pt x="6084809" y="0"/>
                  </a:lnTo>
                  <a:lnTo>
                    <a:pt x="6084902" y="0"/>
                  </a:lnTo>
                  <a:lnTo>
                    <a:pt x="6084995" y="0"/>
                  </a:lnTo>
                  <a:lnTo>
                    <a:pt x="6085089" y="0"/>
                  </a:lnTo>
                  <a:lnTo>
                    <a:pt x="6085182" y="0"/>
                  </a:lnTo>
                  <a:lnTo>
                    <a:pt x="6085275" y="0"/>
                  </a:lnTo>
                  <a:lnTo>
                    <a:pt x="6085368" y="0"/>
                  </a:lnTo>
                  <a:lnTo>
                    <a:pt x="6085462" y="0"/>
                  </a:lnTo>
                  <a:lnTo>
                    <a:pt x="6085555" y="0"/>
                  </a:lnTo>
                  <a:lnTo>
                    <a:pt x="6085648" y="0"/>
                  </a:lnTo>
                  <a:lnTo>
                    <a:pt x="6085741" y="0"/>
                  </a:lnTo>
                  <a:lnTo>
                    <a:pt x="6085835" y="0"/>
                  </a:lnTo>
                  <a:lnTo>
                    <a:pt x="6085928" y="0"/>
                  </a:lnTo>
                  <a:lnTo>
                    <a:pt x="6086021" y="0"/>
                  </a:lnTo>
                  <a:lnTo>
                    <a:pt x="6086114" y="0"/>
                  </a:lnTo>
                  <a:lnTo>
                    <a:pt x="6086208" y="0"/>
                  </a:lnTo>
                  <a:lnTo>
                    <a:pt x="6086301" y="0"/>
                  </a:lnTo>
                  <a:lnTo>
                    <a:pt x="6086394" y="0"/>
                  </a:lnTo>
                  <a:lnTo>
                    <a:pt x="6086487" y="0"/>
                  </a:lnTo>
                  <a:lnTo>
                    <a:pt x="6086581" y="0"/>
                  </a:lnTo>
                  <a:lnTo>
                    <a:pt x="6086674" y="0"/>
                  </a:lnTo>
                  <a:lnTo>
                    <a:pt x="6086767" y="0"/>
                  </a:lnTo>
                  <a:lnTo>
                    <a:pt x="6086860" y="0"/>
                  </a:lnTo>
                  <a:lnTo>
                    <a:pt x="6086954" y="0"/>
                  </a:lnTo>
                  <a:lnTo>
                    <a:pt x="6087047" y="0"/>
                  </a:lnTo>
                  <a:lnTo>
                    <a:pt x="6087140" y="0"/>
                  </a:lnTo>
                  <a:lnTo>
                    <a:pt x="6087233" y="0"/>
                  </a:lnTo>
                  <a:lnTo>
                    <a:pt x="6087327" y="0"/>
                  </a:lnTo>
                  <a:lnTo>
                    <a:pt x="6087420" y="0"/>
                  </a:lnTo>
                  <a:lnTo>
                    <a:pt x="6087513" y="0"/>
                  </a:lnTo>
                  <a:lnTo>
                    <a:pt x="6087606" y="0"/>
                  </a:lnTo>
                  <a:lnTo>
                    <a:pt x="6087700" y="0"/>
                  </a:lnTo>
                  <a:lnTo>
                    <a:pt x="6087793" y="0"/>
                  </a:lnTo>
                  <a:lnTo>
                    <a:pt x="6087886" y="0"/>
                  </a:lnTo>
                  <a:lnTo>
                    <a:pt x="6087979" y="0"/>
                  </a:lnTo>
                  <a:lnTo>
                    <a:pt x="6088073" y="0"/>
                  </a:lnTo>
                  <a:lnTo>
                    <a:pt x="6088166" y="0"/>
                  </a:lnTo>
                  <a:lnTo>
                    <a:pt x="6088259" y="0"/>
                  </a:lnTo>
                  <a:lnTo>
                    <a:pt x="6088352" y="0"/>
                  </a:lnTo>
                  <a:lnTo>
                    <a:pt x="6088446" y="0"/>
                  </a:lnTo>
                  <a:lnTo>
                    <a:pt x="6088539" y="0"/>
                  </a:lnTo>
                  <a:lnTo>
                    <a:pt x="6088632" y="0"/>
                  </a:lnTo>
                  <a:lnTo>
                    <a:pt x="6088725" y="0"/>
                  </a:lnTo>
                  <a:lnTo>
                    <a:pt x="6088819" y="0"/>
                  </a:lnTo>
                  <a:lnTo>
                    <a:pt x="6088912" y="0"/>
                  </a:lnTo>
                  <a:lnTo>
                    <a:pt x="6089005" y="0"/>
                  </a:lnTo>
                  <a:lnTo>
                    <a:pt x="6089098" y="0"/>
                  </a:lnTo>
                  <a:lnTo>
                    <a:pt x="6089192" y="0"/>
                  </a:lnTo>
                  <a:lnTo>
                    <a:pt x="6089285" y="0"/>
                  </a:lnTo>
                  <a:lnTo>
                    <a:pt x="6089378" y="0"/>
                  </a:lnTo>
                  <a:lnTo>
                    <a:pt x="6089471" y="0"/>
                  </a:lnTo>
                  <a:lnTo>
                    <a:pt x="6089565" y="0"/>
                  </a:lnTo>
                  <a:lnTo>
                    <a:pt x="6089658" y="0"/>
                  </a:lnTo>
                  <a:lnTo>
                    <a:pt x="6089751" y="0"/>
                  </a:lnTo>
                  <a:lnTo>
                    <a:pt x="6089844" y="0"/>
                  </a:lnTo>
                  <a:lnTo>
                    <a:pt x="6089938" y="0"/>
                  </a:lnTo>
                  <a:lnTo>
                    <a:pt x="6090031" y="0"/>
                  </a:lnTo>
                  <a:lnTo>
                    <a:pt x="6090124" y="0"/>
                  </a:lnTo>
                  <a:lnTo>
                    <a:pt x="6090217" y="0"/>
                  </a:lnTo>
                  <a:lnTo>
                    <a:pt x="6090311" y="0"/>
                  </a:lnTo>
                  <a:lnTo>
                    <a:pt x="6090404" y="0"/>
                  </a:lnTo>
                  <a:lnTo>
                    <a:pt x="6090497" y="0"/>
                  </a:lnTo>
                  <a:lnTo>
                    <a:pt x="6090590" y="0"/>
                  </a:lnTo>
                  <a:lnTo>
                    <a:pt x="6090684" y="0"/>
                  </a:lnTo>
                  <a:lnTo>
                    <a:pt x="6090777" y="0"/>
                  </a:lnTo>
                  <a:lnTo>
                    <a:pt x="6090870" y="0"/>
                  </a:lnTo>
                  <a:lnTo>
                    <a:pt x="6090963" y="0"/>
                  </a:lnTo>
                  <a:lnTo>
                    <a:pt x="6091057" y="0"/>
                  </a:lnTo>
                  <a:lnTo>
                    <a:pt x="6091150" y="0"/>
                  </a:lnTo>
                  <a:lnTo>
                    <a:pt x="6091243" y="0"/>
                  </a:lnTo>
                  <a:lnTo>
                    <a:pt x="6091336" y="0"/>
                  </a:lnTo>
                  <a:lnTo>
                    <a:pt x="6091429" y="0"/>
                  </a:lnTo>
                  <a:lnTo>
                    <a:pt x="6091523" y="0"/>
                  </a:lnTo>
                  <a:lnTo>
                    <a:pt x="6091616" y="0"/>
                  </a:lnTo>
                  <a:lnTo>
                    <a:pt x="6091709" y="0"/>
                  </a:lnTo>
                  <a:lnTo>
                    <a:pt x="6091802" y="0"/>
                  </a:lnTo>
                  <a:lnTo>
                    <a:pt x="6091896" y="0"/>
                  </a:lnTo>
                  <a:lnTo>
                    <a:pt x="6091989" y="0"/>
                  </a:lnTo>
                  <a:lnTo>
                    <a:pt x="6092082" y="0"/>
                  </a:lnTo>
                  <a:lnTo>
                    <a:pt x="6092175" y="0"/>
                  </a:lnTo>
                  <a:lnTo>
                    <a:pt x="6092269" y="0"/>
                  </a:lnTo>
                  <a:lnTo>
                    <a:pt x="6092362" y="0"/>
                  </a:lnTo>
                  <a:lnTo>
                    <a:pt x="6092455" y="0"/>
                  </a:lnTo>
                  <a:lnTo>
                    <a:pt x="6092548" y="0"/>
                  </a:lnTo>
                  <a:lnTo>
                    <a:pt x="6092642" y="0"/>
                  </a:lnTo>
                  <a:lnTo>
                    <a:pt x="6092735" y="0"/>
                  </a:lnTo>
                  <a:lnTo>
                    <a:pt x="6092828" y="0"/>
                  </a:lnTo>
                  <a:lnTo>
                    <a:pt x="6092921" y="0"/>
                  </a:lnTo>
                  <a:lnTo>
                    <a:pt x="6093015" y="0"/>
                  </a:lnTo>
                  <a:lnTo>
                    <a:pt x="6093108" y="0"/>
                  </a:lnTo>
                  <a:lnTo>
                    <a:pt x="6093201" y="0"/>
                  </a:lnTo>
                  <a:lnTo>
                    <a:pt x="6093294" y="0"/>
                  </a:lnTo>
                  <a:lnTo>
                    <a:pt x="6093388" y="0"/>
                  </a:lnTo>
                  <a:lnTo>
                    <a:pt x="6093481" y="0"/>
                  </a:lnTo>
                  <a:lnTo>
                    <a:pt x="6093574" y="0"/>
                  </a:lnTo>
                  <a:lnTo>
                    <a:pt x="6093667" y="0"/>
                  </a:lnTo>
                  <a:lnTo>
                    <a:pt x="6093761" y="0"/>
                  </a:lnTo>
                  <a:lnTo>
                    <a:pt x="6093854" y="0"/>
                  </a:lnTo>
                  <a:lnTo>
                    <a:pt x="6093947" y="0"/>
                  </a:lnTo>
                  <a:lnTo>
                    <a:pt x="6094040" y="0"/>
                  </a:lnTo>
                  <a:lnTo>
                    <a:pt x="6094134" y="0"/>
                  </a:lnTo>
                  <a:lnTo>
                    <a:pt x="6094227" y="0"/>
                  </a:lnTo>
                  <a:lnTo>
                    <a:pt x="6094320" y="0"/>
                  </a:lnTo>
                  <a:lnTo>
                    <a:pt x="6094413" y="0"/>
                  </a:lnTo>
                  <a:lnTo>
                    <a:pt x="6094507" y="0"/>
                  </a:lnTo>
                  <a:lnTo>
                    <a:pt x="6094600" y="0"/>
                  </a:lnTo>
                  <a:lnTo>
                    <a:pt x="6094693" y="0"/>
                  </a:lnTo>
                  <a:lnTo>
                    <a:pt x="6094786" y="0"/>
                  </a:lnTo>
                  <a:lnTo>
                    <a:pt x="6094880" y="0"/>
                  </a:lnTo>
                  <a:lnTo>
                    <a:pt x="6094973" y="0"/>
                  </a:lnTo>
                  <a:lnTo>
                    <a:pt x="6095066" y="0"/>
                  </a:lnTo>
                  <a:lnTo>
                    <a:pt x="6095159" y="0"/>
                  </a:lnTo>
                  <a:lnTo>
                    <a:pt x="6095253" y="0"/>
                  </a:lnTo>
                  <a:lnTo>
                    <a:pt x="6095346" y="0"/>
                  </a:lnTo>
                  <a:lnTo>
                    <a:pt x="6095439" y="0"/>
                  </a:lnTo>
                  <a:lnTo>
                    <a:pt x="6095532" y="0"/>
                  </a:lnTo>
                  <a:lnTo>
                    <a:pt x="6095626" y="0"/>
                  </a:lnTo>
                  <a:lnTo>
                    <a:pt x="6095719" y="0"/>
                  </a:lnTo>
                  <a:lnTo>
                    <a:pt x="6095812" y="0"/>
                  </a:lnTo>
                  <a:lnTo>
                    <a:pt x="6095905" y="0"/>
                  </a:lnTo>
                  <a:lnTo>
                    <a:pt x="6095999" y="0"/>
                  </a:lnTo>
                  <a:lnTo>
                    <a:pt x="6096092" y="0"/>
                  </a:lnTo>
                  <a:lnTo>
                    <a:pt x="6096185" y="0"/>
                  </a:lnTo>
                  <a:lnTo>
                    <a:pt x="6096278" y="0"/>
                  </a:lnTo>
                  <a:lnTo>
                    <a:pt x="6096372" y="0"/>
                  </a:lnTo>
                  <a:lnTo>
                    <a:pt x="6096465" y="0"/>
                  </a:lnTo>
                  <a:lnTo>
                    <a:pt x="6096558" y="0"/>
                  </a:lnTo>
                  <a:lnTo>
                    <a:pt x="6096651" y="0"/>
                  </a:lnTo>
                  <a:lnTo>
                    <a:pt x="6096745" y="0"/>
                  </a:lnTo>
                  <a:lnTo>
                    <a:pt x="6096838" y="0"/>
                  </a:lnTo>
                  <a:lnTo>
                    <a:pt x="6096931" y="0"/>
                  </a:lnTo>
                  <a:lnTo>
                    <a:pt x="6097024" y="0"/>
                  </a:lnTo>
                  <a:lnTo>
                    <a:pt x="6097118" y="0"/>
                  </a:lnTo>
                  <a:lnTo>
                    <a:pt x="6097211" y="0"/>
                  </a:lnTo>
                  <a:lnTo>
                    <a:pt x="6097304" y="0"/>
                  </a:lnTo>
                  <a:lnTo>
                    <a:pt x="6097397" y="0"/>
                  </a:lnTo>
                  <a:lnTo>
                    <a:pt x="6097491" y="0"/>
                  </a:lnTo>
                  <a:lnTo>
                    <a:pt x="6097584" y="0"/>
                  </a:lnTo>
                  <a:lnTo>
                    <a:pt x="6097677" y="0"/>
                  </a:lnTo>
                  <a:lnTo>
                    <a:pt x="6097770" y="0"/>
                  </a:lnTo>
                  <a:lnTo>
                    <a:pt x="6097864" y="0"/>
                  </a:lnTo>
                  <a:lnTo>
                    <a:pt x="6097957" y="0"/>
                  </a:lnTo>
                  <a:lnTo>
                    <a:pt x="6098050" y="0"/>
                  </a:lnTo>
                  <a:lnTo>
                    <a:pt x="6098143" y="0"/>
                  </a:lnTo>
                  <a:lnTo>
                    <a:pt x="6098237" y="0"/>
                  </a:lnTo>
                  <a:lnTo>
                    <a:pt x="6098330" y="0"/>
                  </a:lnTo>
                  <a:lnTo>
                    <a:pt x="6098423" y="0"/>
                  </a:lnTo>
                  <a:lnTo>
                    <a:pt x="6098516" y="0"/>
                  </a:lnTo>
                  <a:lnTo>
                    <a:pt x="6098609" y="0"/>
                  </a:lnTo>
                  <a:lnTo>
                    <a:pt x="6098703" y="0"/>
                  </a:lnTo>
                  <a:lnTo>
                    <a:pt x="6098796" y="0"/>
                  </a:lnTo>
                  <a:lnTo>
                    <a:pt x="6098889" y="0"/>
                  </a:lnTo>
                  <a:lnTo>
                    <a:pt x="6098982" y="0"/>
                  </a:lnTo>
                  <a:lnTo>
                    <a:pt x="6099076" y="0"/>
                  </a:lnTo>
                  <a:lnTo>
                    <a:pt x="6099169" y="0"/>
                  </a:lnTo>
                  <a:lnTo>
                    <a:pt x="6099262" y="0"/>
                  </a:lnTo>
                  <a:lnTo>
                    <a:pt x="6099355" y="0"/>
                  </a:lnTo>
                  <a:lnTo>
                    <a:pt x="6099449" y="0"/>
                  </a:lnTo>
                  <a:lnTo>
                    <a:pt x="6099542" y="0"/>
                  </a:lnTo>
                  <a:lnTo>
                    <a:pt x="6099635" y="0"/>
                  </a:lnTo>
                  <a:lnTo>
                    <a:pt x="6099728" y="0"/>
                  </a:lnTo>
                  <a:lnTo>
                    <a:pt x="6099822" y="0"/>
                  </a:lnTo>
                  <a:lnTo>
                    <a:pt x="6099915" y="0"/>
                  </a:lnTo>
                  <a:lnTo>
                    <a:pt x="6100008" y="0"/>
                  </a:lnTo>
                  <a:lnTo>
                    <a:pt x="6100101" y="0"/>
                  </a:lnTo>
                  <a:lnTo>
                    <a:pt x="6100195" y="0"/>
                  </a:lnTo>
                  <a:lnTo>
                    <a:pt x="6100288" y="0"/>
                  </a:lnTo>
                  <a:lnTo>
                    <a:pt x="6100381" y="0"/>
                  </a:lnTo>
                  <a:lnTo>
                    <a:pt x="6100474" y="0"/>
                  </a:lnTo>
                  <a:lnTo>
                    <a:pt x="6100568" y="0"/>
                  </a:lnTo>
                  <a:lnTo>
                    <a:pt x="6100661" y="0"/>
                  </a:lnTo>
                  <a:lnTo>
                    <a:pt x="6100754" y="0"/>
                  </a:lnTo>
                  <a:lnTo>
                    <a:pt x="6100847" y="0"/>
                  </a:lnTo>
                  <a:lnTo>
                    <a:pt x="6100941" y="0"/>
                  </a:lnTo>
                  <a:lnTo>
                    <a:pt x="6101034" y="0"/>
                  </a:lnTo>
                  <a:lnTo>
                    <a:pt x="6101127" y="0"/>
                  </a:lnTo>
                  <a:lnTo>
                    <a:pt x="6101220" y="0"/>
                  </a:lnTo>
                  <a:lnTo>
                    <a:pt x="6101314" y="0"/>
                  </a:lnTo>
                  <a:lnTo>
                    <a:pt x="6101407" y="0"/>
                  </a:lnTo>
                  <a:lnTo>
                    <a:pt x="6101500" y="0"/>
                  </a:lnTo>
                  <a:lnTo>
                    <a:pt x="6101593" y="0"/>
                  </a:lnTo>
                  <a:lnTo>
                    <a:pt x="6101687" y="0"/>
                  </a:lnTo>
                  <a:lnTo>
                    <a:pt x="6101780" y="0"/>
                  </a:lnTo>
                  <a:lnTo>
                    <a:pt x="6101873" y="0"/>
                  </a:lnTo>
                  <a:lnTo>
                    <a:pt x="6101966" y="0"/>
                  </a:lnTo>
                  <a:lnTo>
                    <a:pt x="6102060" y="0"/>
                  </a:lnTo>
                  <a:lnTo>
                    <a:pt x="6102153" y="0"/>
                  </a:lnTo>
                  <a:lnTo>
                    <a:pt x="6102246" y="0"/>
                  </a:lnTo>
                  <a:lnTo>
                    <a:pt x="6102339" y="0"/>
                  </a:lnTo>
                  <a:lnTo>
                    <a:pt x="6102433" y="0"/>
                  </a:lnTo>
                  <a:lnTo>
                    <a:pt x="6102526" y="0"/>
                  </a:lnTo>
                  <a:lnTo>
                    <a:pt x="6102619" y="0"/>
                  </a:lnTo>
                  <a:lnTo>
                    <a:pt x="6102712" y="0"/>
                  </a:lnTo>
                  <a:lnTo>
                    <a:pt x="6102806" y="0"/>
                  </a:lnTo>
                  <a:lnTo>
                    <a:pt x="6102899" y="0"/>
                  </a:lnTo>
                  <a:lnTo>
                    <a:pt x="6102992" y="0"/>
                  </a:lnTo>
                  <a:lnTo>
                    <a:pt x="6103085" y="0"/>
                  </a:lnTo>
                  <a:lnTo>
                    <a:pt x="6103179" y="0"/>
                  </a:lnTo>
                  <a:lnTo>
                    <a:pt x="6103272" y="0"/>
                  </a:lnTo>
                  <a:lnTo>
                    <a:pt x="6103365" y="0"/>
                  </a:lnTo>
                  <a:lnTo>
                    <a:pt x="6103458" y="0"/>
                  </a:lnTo>
                  <a:lnTo>
                    <a:pt x="6103552" y="0"/>
                  </a:lnTo>
                  <a:lnTo>
                    <a:pt x="6103645" y="0"/>
                  </a:lnTo>
                  <a:lnTo>
                    <a:pt x="6103738" y="0"/>
                  </a:lnTo>
                  <a:lnTo>
                    <a:pt x="6103831" y="0"/>
                  </a:lnTo>
                  <a:lnTo>
                    <a:pt x="6103925" y="0"/>
                  </a:lnTo>
                  <a:lnTo>
                    <a:pt x="6104018" y="0"/>
                  </a:lnTo>
                  <a:lnTo>
                    <a:pt x="6104111" y="0"/>
                  </a:lnTo>
                  <a:lnTo>
                    <a:pt x="6104204" y="0"/>
                  </a:lnTo>
                  <a:lnTo>
                    <a:pt x="6104298" y="0"/>
                  </a:lnTo>
                  <a:lnTo>
                    <a:pt x="6104391" y="0"/>
                  </a:lnTo>
                  <a:lnTo>
                    <a:pt x="6104484" y="0"/>
                  </a:lnTo>
                  <a:lnTo>
                    <a:pt x="6104577" y="0"/>
                  </a:lnTo>
                  <a:lnTo>
                    <a:pt x="6104671" y="0"/>
                  </a:lnTo>
                  <a:lnTo>
                    <a:pt x="6104764" y="0"/>
                  </a:lnTo>
                  <a:lnTo>
                    <a:pt x="6104857" y="0"/>
                  </a:lnTo>
                  <a:lnTo>
                    <a:pt x="6104950" y="0"/>
                  </a:lnTo>
                  <a:lnTo>
                    <a:pt x="6105044" y="0"/>
                  </a:lnTo>
                  <a:lnTo>
                    <a:pt x="6105137" y="0"/>
                  </a:lnTo>
                  <a:lnTo>
                    <a:pt x="6105230" y="0"/>
                  </a:lnTo>
                  <a:lnTo>
                    <a:pt x="6105323" y="0"/>
                  </a:lnTo>
                  <a:lnTo>
                    <a:pt x="6105416" y="0"/>
                  </a:lnTo>
                  <a:lnTo>
                    <a:pt x="6105510" y="0"/>
                  </a:lnTo>
                  <a:lnTo>
                    <a:pt x="6105603" y="0"/>
                  </a:lnTo>
                  <a:lnTo>
                    <a:pt x="6105696" y="0"/>
                  </a:lnTo>
                  <a:lnTo>
                    <a:pt x="6105789" y="0"/>
                  </a:lnTo>
                  <a:lnTo>
                    <a:pt x="6105883" y="0"/>
                  </a:lnTo>
                  <a:lnTo>
                    <a:pt x="6105976" y="0"/>
                  </a:lnTo>
                  <a:lnTo>
                    <a:pt x="6106069" y="0"/>
                  </a:lnTo>
                  <a:lnTo>
                    <a:pt x="6106162" y="0"/>
                  </a:lnTo>
                  <a:lnTo>
                    <a:pt x="6106256" y="0"/>
                  </a:lnTo>
                  <a:lnTo>
                    <a:pt x="6106349" y="0"/>
                  </a:lnTo>
                  <a:lnTo>
                    <a:pt x="6106442" y="0"/>
                  </a:lnTo>
                  <a:lnTo>
                    <a:pt x="6106535" y="0"/>
                  </a:lnTo>
                  <a:lnTo>
                    <a:pt x="6106629" y="0"/>
                  </a:lnTo>
                  <a:lnTo>
                    <a:pt x="6106722" y="0"/>
                  </a:lnTo>
                  <a:lnTo>
                    <a:pt x="6106815" y="0"/>
                  </a:lnTo>
                  <a:lnTo>
                    <a:pt x="6106908" y="0"/>
                  </a:lnTo>
                  <a:lnTo>
                    <a:pt x="6107002" y="0"/>
                  </a:lnTo>
                  <a:lnTo>
                    <a:pt x="6107095" y="0"/>
                  </a:lnTo>
                  <a:lnTo>
                    <a:pt x="6107188" y="0"/>
                  </a:lnTo>
                  <a:lnTo>
                    <a:pt x="6107281" y="0"/>
                  </a:lnTo>
                  <a:lnTo>
                    <a:pt x="6107375" y="0"/>
                  </a:lnTo>
                  <a:lnTo>
                    <a:pt x="6107468" y="0"/>
                  </a:lnTo>
                  <a:lnTo>
                    <a:pt x="6107561" y="0"/>
                  </a:lnTo>
                  <a:lnTo>
                    <a:pt x="6107654" y="0"/>
                  </a:lnTo>
                  <a:lnTo>
                    <a:pt x="6107748" y="0"/>
                  </a:lnTo>
                  <a:lnTo>
                    <a:pt x="6107841" y="0"/>
                  </a:lnTo>
                  <a:lnTo>
                    <a:pt x="6107934" y="0"/>
                  </a:lnTo>
                  <a:lnTo>
                    <a:pt x="6108027" y="0"/>
                  </a:lnTo>
                  <a:lnTo>
                    <a:pt x="6108121" y="0"/>
                  </a:lnTo>
                  <a:lnTo>
                    <a:pt x="6108214" y="0"/>
                  </a:lnTo>
                  <a:lnTo>
                    <a:pt x="6108307" y="0"/>
                  </a:lnTo>
                  <a:lnTo>
                    <a:pt x="6108400" y="0"/>
                  </a:lnTo>
                  <a:lnTo>
                    <a:pt x="6108494" y="0"/>
                  </a:lnTo>
                  <a:lnTo>
                    <a:pt x="6108587" y="0"/>
                  </a:lnTo>
                  <a:lnTo>
                    <a:pt x="6108680" y="0"/>
                  </a:lnTo>
                  <a:lnTo>
                    <a:pt x="6108773" y="0"/>
                  </a:lnTo>
                  <a:lnTo>
                    <a:pt x="6108867" y="0"/>
                  </a:lnTo>
                  <a:lnTo>
                    <a:pt x="6108960" y="0"/>
                  </a:lnTo>
                  <a:lnTo>
                    <a:pt x="6109053" y="0"/>
                  </a:lnTo>
                  <a:lnTo>
                    <a:pt x="6109146" y="0"/>
                  </a:lnTo>
                  <a:lnTo>
                    <a:pt x="6109240" y="0"/>
                  </a:lnTo>
                  <a:lnTo>
                    <a:pt x="6109333" y="0"/>
                  </a:lnTo>
                  <a:lnTo>
                    <a:pt x="6109426" y="0"/>
                  </a:lnTo>
                  <a:lnTo>
                    <a:pt x="6109519" y="0"/>
                  </a:lnTo>
                  <a:lnTo>
                    <a:pt x="6109613" y="0"/>
                  </a:lnTo>
                  <a:lnTo>
                    <a:pt x="6109706" y="0"/>
                  </a:lnTo>
                  <a:lnTo>
                    <a:pt x="6109799" y="0"/>
                  </a:lnTo>
                  <a:lnTo>
                    <a:pt x="6109892" y="0"/>
                  </a:lnTo>
                  <a:lnTo>
                    <a:pt x="6109986" y="0"/>
                  </a:lnTo>
                  <a:lnTo>
                    <a:pt x="6110079" y="0"/>
                  </a:lnTo>
                  <a:lnTo>
                    <a:pt x="6110172" y="0"/>
                  </a:lnTo>
                  <a:lnTo>
                    <a:pt x="6110265" y="0"/>
                  </a:lnTo>
                  <a:lnTo>
                    <a:pt x="6110359" y="0"/>
                  </a:lnTo>
                  <a:lnTo>
                    <a:pt x="6110452" y="0"/>
                  </a:lnTo>
                  <a:lnTo>
                    <a:pt x="6110545" y="0"/>
                  </a:lnTo>
                  <a:lnTo>
                    <a:pt x="6110638" y="0"/>
                  </a:lnTo>
                  <a:lnTo>
                    <a:pt x="6110732" y="0"/>
                  </a:lnTo>
                  <a:lnTo>
                    <a:pt x="6110825" y="0"/>
                  </a:lnTo>
                  <a:lnTo>
                    <a:pt x="6110918" y="0"/>
                  </a:lnTo>
                  <a:lnTo>
                    <a:pt x="6111011" y="0"/>
                  </a:lnTo>
                  <a:lnTo>
                    <a:pt x="6111105" y="0"/>
                  </a:lnTo>
                  <a:lnTo>
                    <a:pt x="6111198" y="0"/>
                  </a:lnTo>
                  <a:lnTo>
                    <a:pt x="6111291" y="0"/>
                  </a:lnTo>
                  <a:lnTo>
                    <a:pt x="6111384" y="0"/>
                  </a:lnTo>
                  <a:lnTo>
                    <a:pt x="6111478" y="0"/>
                  </a:lnTo>
                  <a:lnTo>
                    <a:pt x="6111571" y="0"/>
                  </a:lnTo>
                  <a:lnTo>
                    <a:pt x="6111664" y="0"/>
                  </a:lnTo>
                  <a:lnTo>
                    <a:pt x="6111757" y="0"/>
                  </a:lnTo>
                  <a:lnTo>
                    <a:pt x="6111851" y="0"/>
                  </a:lnTo>
                  <a:lnTo>
                    <a:pt x="6111944" y="0"/>
                  </a:lnTo>
                  <a:lnTo>
                    <a:pt x="6112037" y="0"/>
                  </a:lnTo>
                  <a:lnTo>
                    <a:pt x="6112130" y="0"/>
                  </a:lnTo>
                  <a:lnTo>
                    <a:pt x="6112223" y="0"/>
                  </a:lnTo>
                  <a:lnTo>
                    <a:pt x="6112317" y="0"/>
                  </a:lnTo>
                  <a:lnTo>
                    <a:pt x="6112410" y="0"/>
                  </a:lnTo>
                  <a:lnTo>
                    <a:pt x="6112503" y="0"/>
                  </a:lnTo>
                  <a:lnTo>
                    <a:pt x="6112596" y="0"/>
                  </a:lnTo>
                  <a:lnTo>
                    <a:pt x="6112690" y="0"/>
                  </a:lnTo>
                  <a:lnTo>
                    <a:pt x="6112783" y="0"/>
                  </a:lnTo>
                  <a:lnTo>
                    <a:pt x="6112876" y="0"/>
                  </a:lnTo>
                  <a:lnTo>
                    <a:pt x="6112969" y="0"/>
                  </a:lnTo>
                  <a:lnTo>
                    <a:pt x="6113063" y="0"/>
                  </a:lnTo>
                  <a:lnTo>
                    <a:pt x="6113156" y="0"/>
                  </a:lnTo>
                  <a:lnTo>
                    <a:pt x="6113249" y="0"/>
                  </a:lnTo>
                  <a:lnTo>
                    <a:pt x="6113342" y="0"/>
                  </a:lnTo>
                  <a:lnTo>
                    <a:pt x="6113436" y="0"/>
                  </a:lnTo>
                  <a:lnTo>
                    <a:pt x="6113529" y="0"/>
                  </a:lnTo>
                  <a:lnTo>
                    <a:pt x="6113622" y="0"/>
                  </a:lnTo>
                  <a:lnTo>
                    <a:pt x="6113715" y="0"/>
                  </a:lnTo>
                  <a:lnTo>
                    <a:pt x="6113809" y="0"/>
                  </a:lnTo>
                  <a:lnTo>
                    <a:pt x="6113902" y="0"/>
                  </a:lnTo>
                  <a:lnTo>
                    <a:pt x="6113995" y="0"/>
                  </a:lnTo>
                  <a:lnTo>
                    <a:pt x="6114088" y="0"/>
                  </a:lnTo>
                  <a:lnTo>
                    <a:pt x="6114182" y="0"/>
                  </a:lnTo>
                  <a:lnTo>
                    <a:pt x="6114275" y="0"/>
                  </a:lnTo>
                  <a:lnTo>
                    <a:pt x="6114368" y="0"/>
                  </a:lnTo>
                  <a:lnTo>
                    <a:pt x="6114461" y="0"/>
                  </a:lnTo>
                  <a:lnTo>
                    <a:pt x="6114555" y="0"/>
                  </a:lnTo>
                  <a:lnTo>
                    <a:pt x="6114648" y="0"/>
                  </a:lnTo>
                  <a:lnTo>
                    <a:pt x="6114741" y="0"/>
                  </a:lnTo>
                  <a:lnTo>
                    <a:pt x="6114834" y="0"/>
                  </a:lnTo>
                  <a:lnTo>
                    <a:pt x="6114928" y="0"/>
                  </a:lnTo>
                  <a:lnTo>
                    <a:pt x="6115021" y="0"/>
                  </a:lnTo>
                  <a:lnTo>
                    <a:pt x="6115114" y="0"/>
                  </a:lnTo>
                  <a:lnTo>
                    <a:pt x="6115207" y="0"/>
                  </a:lnTo>
                  <a:lnTo>
                    <a:pt x="6115301" y="0"/>
                  </a:lnTo>
                  <a:lnTo>
                    <a:pt x="6115394" y="0"/>
                  </a:lnTo>
                  <a:lnTo>
                    <a:pt x="6115487" y="0"/>
                  </a:lnTo>
                  <a:lnTo>
                    <a:pt x="6115580" y="0"/>
                  </a:lnTo>
                  <a:lnTo>
                    <a:pt x="6115674" y="0"/>
                  </a:lnTo>
                  <a:lnTo>
                    <a:pt x="6115767" y="0"/>
                  </a:lnTo>
                  <a:lnTo>
                    <a:pt x="6115860" y="0"/>
                  </a:lnTo>
                  <a:lnTo>
                    <a:pt x="6115953" y="0"/>
                  </a:lnTo>
                  <a:lnTo>
                    <a:pt x="6116047" y="0"/>
                  </a:lnTo>
                  <a:lnTo>
                    <a:pt x="6116140" y="0"/>
                  </a:lnTo>
                  <a:lnTo>
                    <a:pt x="6116233" y="0"/>
                  </a:lnTo>
                  <a:lnTo>
                    <a:pt x="6116326" y="0"/>
                  </a:lnTo>
                  <a:lnTo>
                    <a:pt x="6116420" y="0"/>
                  </a:lnTo>
                  <a:lnTo>
                    <a:pt x="6116513" y="0"/>
                  </a:lnTo>
                  <a:lnTo>
                    <a:pt x="6116606" y="0"/>
                  </a:lnTo>
                  <a:lnTo>
                    <a:pt x="6116699" y="0"/>
                  </a:lnTo>
                  <a:lnTo>
                    <a:pt x="6116793" y="0"/>
                  </a:lnTo>
                  <a:lnTo>
                    <a:pt x="6116886" y="0"/>
                  </a:lnTo>
                  <a:lnTo>
                    <a:pt x="6116979" y="0"/>
                  </a:lnTo>
                  <a:lnTo>
                    <a:pt x="6117072" y="0"/>
                  </a:lnTo>
                  <a:lnTo>
                    <a:pt x="6117166" y="0"/>
                  </a:lnTo>
                  <a:lnTo>
                    <a:pt x="6117259" y="0"/>
                  </a:lnTo>
                  <a:lnTo>
                    <a:pt x="6117352" y="0"/>
                  </a:lnTo>
                  <a:lnTo>
                    <a:pt x="6117445" y="0"/>
                  </a:lnTo>
                  <a:lnTo>
                    <a:pt x="6117539" y="0"/>
                  </a:lnTo>
                  <a:lnTo>
                    <a:pt x="6117632" y="0"/>
                  </a:lnTo>
                  <a:lnTo>
                    <a:pt x="6117725" y="0"/>
                  </a:lnTo>
                  <a:lnTo>
                    <a:pt x="6117818" y="0"/>
                  </a:lnTo>
                  <a:lnTo>
                    <a:pt x="6117912" y="0"/>
                  </a:lnTo>
                  <a:lnTo>
                    <a:pt x="6118005" y="0"/>
                  </a:lnTo>
                  <a:lnTo>
                    <a:pt x="6118098" y="0"/>
                  </a:lnTo>
                  <a:lnTo>
                    <a:pt x="6118191" y="0"/>
                  </a:lnTo>
                  <a:lnTo>
                    <a:pt x="6118285" y="0"/>
                  </a:lnTo>
                  <a:lnTo>
                    <a:pt x="6118378" y="0"/>
                  </a:lnTo>
                  <a:lnTo>
                    <a:pt x="6118471" y="0"/>
                  </a:lnTo>
                  <a:lnTo>
                    <a:pt x="6118564" y="0"/>
                  </a:lnTo>
                  <a:lnTo>
                    <a:pt x="6118658" y="0"/>
                  </a:lnTo>
                  <a:lnTo>
                    <a:pt x="6118751" y="0"/>
                  </a:lnTo>
                  <a:lnTo>
                    <a:pt x="6118844" y="0"/>
                  </a:lnTo>
                  <a:lnTo>
                    <a:pt x="6118937" y="0"/>
                  </a:lnTo>
                  <a:lnTo>
                    <a:pt x="6119031" y="0"/>
                  </a:lnTo>
                  <a:lnTo>
                    <a:pt x="6119124" y="0"/>
                  </a:lnTo>
                  <a:lnTo>
                    <a:pt x="6119217" y="0"/>
                  </a:lnTo>
                  <a:lnTo>
                    <a:pt x="6119310" y="0"/>
                  </a:lnTo>
                  <a:lnTo>
                    <a:pt x="6119403" y="0"/>
                  </a:lnTo>
                  <a:lnTo>
                    <a:pt x="6119497" y="0"/>
                  </a:lnTo>
                  <a:lnTo>
                    <a:pt x="6119590" y="0"/>
                  </a:lnTo>
                  <a:lnTo>
                    <a:pt x="6119683" y="0"/>
                  </a:lnTo>
                  <a:lnTo>
                    <a:pt x="6119776" y="0"/>
                  </a:lnTo>
                  <a:lnTo>
                    <a:pt x="6119870" y="0"/>
                  </a:lnTo>
                  <a:lnTo>
                    <a:pt x="6119963" y="0"/>
                  </a:lnTo>
                  <a:lnTo>
                    <a:pt x="6120056" y="0"/>
                  </a:lnTo>
                  <a:lnTo>
                    <a:pt x="6120149" y="0"/>
                  </a:lnTo>
                  <a:lnTo>
                    <a:pt x="6120243" y="0"/>
                  </a:lnTo>
                  <a:lnTo>
                    <a:pt x="6120336" y="0"/>
                  </a:lnTo>
                  <a:lnTo>
                    <a:pt x="6120429" y="0"/>
                  </a:lnTo>
                  <a:lnTo>
                    <a:pt x="6120522" y="0"/>
                  </a:lnTo>
                  <a:lnTo>
                    <a:pt x="6120616" y="0"/>
                  </a:lnTo>
                  <a:lnTo>
                    <a:pt x="6120709" y="0"/>
                  </a:lnTo>
                  <a:lnTo>
                    <a:pt x="6120802" y="0"/>
                  </a:lnTo>
                  <a:lnTo>
                    <a:pt x="6120895" y="0"/>
                  </a:lnTo>
                  <a:lnTo>
                    <a:pt x="6120989" y="0"/>
                  </a:lnTo>
                  <a:lnTo>
                    <a:pt x="6121082" y="0"/>
                  </a:lnTo>
                  <a:lnTo>
                    <a:pt x="6121175" y="0"/>
                  </a:lnTo>
                  <a:lnTo>
                    <a:pt x="6121268" y="0"/>
                  </a:lnTo>
                  <a:lnTo>
                    <a:pt x="6121362" y="0"/>
                  </a:lnTo>
                  <a:lnTo>
                    <a:pt x="6121455" y="0"/>
                  </a:lnTo>
                  <a:lnTo>
                    <a:pt x="6121548" y="0"/>
                  </a:lnTo>
                  <a:lnTo>
                    <a:pt x="6121641" y="0"/>
                  </a:lnTo>
                  <a:lnTo>
                    <a:pt x="6121735" y="0"/>
                  </a:lnTo>
                  <a:lnTo>
                    <a:pt x="6121828" y="0"/>
                  </a:lnTo>
                  <a:lnTo>
                    <a:pt x="6121921" y="0"/>
                  </a:lnTo>
                  <a:lnTo>
                    <a:pt x="6122014" y="0"/>
                  </a:lnTo>
                  <a:lnTo>
                    <a:pt x="6122108" y="0"/>
                  </a:lnTo>
                  <a:lnTo>
                    <a:pt x="6122201" y="0"/>
                  </a:lnTo>
                  <a:lnTo>
                    <a:pt x="6122294" y="0"/>
                  </a:lnTo>
                  <a:lnTo>
                    <a:pt x="6122387" y="0"/>
                  </a:lnTo>
                  <a:lnTo>
                    <a:pt x="6122481" y="0"/>
                  </a:lnTo>
                  <a:lnTo>
                    <a:pt x="6122574" y="0"/>
                  </a:lnTo>
                  <a:lnTo>
                    <a:pt x="6122667" y="0"/>
                  </a:lnTo>
                  <a:lnTo>
                    <a:pt x="6122760" y="0"/>
                  </a:lnTo>
                  <a:lnTo>
                    <a:pt x="6122854" y="0"/>
                  </a:lnTo>
                  <a:lnTo>
                    <a:pt x="6122947" y="0"/>
                  </a:lnTo>
                  <a:lnTo>
                    <a:pt x="6123040" y="0"/>
                  </a:lnTo>
                  <a:lnTo>
                    <a:pt x="6123133" y="0"/>
                  </a:lnTo>
                  <a:lnTo>
                    <a:pt x="6123227" y="0"/>
                  </a:lnTo>
                  <a:lnTo>
                    <a:pt x="6123320" y="0"/>
                  </a:lnTo>
                  <a:lnTo>
                    <a:pt x="6123413" y="0"/>
                  </a:lnTo>
                  <a:lnTo>
                    <a:pt x="6123506" y="0"/>
                  </a:lnTo>
                  <a:lnTo>
                    <a:pt x="6123600" y="0"/>
                  </a:lnTo>
                  <a:lnTo>
                    <a:pt x="6123693" y="0"/>
                  </a:lnTo>
                  <a:lnTo>
                    <a:pt x="6123786" y="0"/>
                  </a:lnTo>
                  <a:lnTo>
                    <a:pt x="6123879" y="0"/>
                  </a:lnTo>
                  <a:lnTo>
                    <a:pt x="6123973" y="0"/>
                  </a:lnTo>
                  <a:lnTo>
                    <a:pt x="6124066" y="0"/>
                  </a:lnTo>
                  <a:lnTo>
                    <a:pt x="6124159" y="0"/>
                  </a:lnTo>
                  <a:lnTo>
                    <a:pt x="6124252" y="0"/>
                  </a:lnTo>
                  <a:lnTo>
                    <a:pt x="6124346" y="0"/>
                  </a:lnTo>
                  <a:lnTo>
                    <a:pt x="6124439" y="0"/>
                  </a:lnTo>
                  <a:lnTo>
                    <a:pt x="6124532" y="0"/>
                  </a:lnTo>
                  <a:lnTo>
                    <a:pt x="6124625" y="0"/>
                  </a:lnTo>
                  <a:lnTo>
                    <a:pt x="6124719" y="0"/>
                  </a:lnTo>
                  <a:lnTo>
                    <a:pt x="6124812" y="0"/>
                  </a:lnTo>
                  <a:lnTo>
                    <a:pt x="6124905" y="0"/>
                  </a:lnTo>
                  <a:lnTo>
                    <a:pt x="6124998" y="0"/>
                  </a:lnTo>
                  <a:lnTo>
                    <a:pt x="6125092" y="0"/>
                  </a:lnTo>
                  <a:lnTo>
                    <a:pt x="6125185" y="0"/>
                  </a:lnTo>
                  <a:lnTo>
                    <a:pt x="6125278" y="0"/>
                  </a:lnTo>
                  <a:lnTo>
                    <a:pt x="6125371" y="0"/>
                  </a:lnTo>
                  <a:lnTo>
                    <a:pt x="6125465" y="0"/>
                  </a:lnTo>
                  <a:lnTo>
                    <a:pt x="6125558" y="0"/>
                  </a:lnTo>
                  <a:lnTo>
                    <a:pt x="6125651" y="0"/>
                  </a:lnTo>
                  <a:lnTo>
                    <a:pt x="6125744" y="0"/>
                  </a:lnTo>
                  <a:lnTo>
                    <a:pt x="6125838" y="0"/>
                  </a:lnTo>
                  <a:lnTo>
                    <a:pt x="6125931" y="0"/>
                  </a:lnTo>
                  <a:lnTo>
                    <a:pt x="6126024" y="0"/>
                  </a:lnTo>
                  <a:lnTo>
                    <a:pt x="6126117" y="0"/>
                  </a:lnTo>
                  <a:lnTo>
                    <a:pt x="6126210" y="0"/>
                  </a:lnTo>
                  <a:lnTo>
                    <a:pt x="6126304" y="0"/>
                  </a:lnTo>
                  <a:lnTo>
                    <a:pt x="6126397" y="0"/>
                  </a:lnTo>
                  <a:lnTo>
                    <a:pt x="6126490" y="0"/>
                  </a:lnTo>
                  <a:lnTo>
                    <a:pt x="6126583" y="0"/>
                  </a:lnTo>
                  <a:lnTo>
                    <a:pt x="6126677" y="0"/>
                  </a:lnTo>
                  <a:lnTo>
                    <a:pt x="6126770" y="0"/>
                  </a:lnTo>
                  <a:lnTo>
                    <a:pt x="6126863" y="0"/>
                  </a:lnTo>
                  <a:lnTo>
                    <a:pt x="6126956" y="0"/>
                  </a:lnTo>
                  <a:lnTo>
                    <a:pt x="6127050" y="0"/>
                  </a:lnTo>
                  <a:lnTo>
                    <a:pt x="6127143" y="0"/>
                  </a:lnTo>
                  <a:lnTo>
                    <a:pt x="6127236" y="0"/>
                  </a:lnTo>
                  <a:lnTo>
                    <a:pt x="6127329" y="0"/>
                  </a:lnTo>
                  <a:lnTo>
                    <a:pt x="6127423" y="0"/>
                  </a:lnTo>
                  <a:lnTo>
                    <a:pt x="6127516" y="0"/>
                  </a:lnTo>
                  <a:lnTo>
                    <a:pt x="6127609" y="0"/>
                  </a:lnTo>
                  <a:lnTo>
                    <a:pt x="6127702" y="0"/>
                  </a:lnTo>
                  <a:lnTo>
                    <a:pt x="6127796" y="0"/>
                  </a:lnTo>
                  <a:lnTo>
                    <a:pt x="6127889" y="0"/>
                  </a:lnTo>
                  <a:lnTo>
                    <a:pt x="6127982" y="0"/>
                  </a:lnTo>
                  <a:lnTo>
                    <a:pt x="6128075" y="0"/>
                  </a:lnTo>
                  <a:lnTo>
                    <a:pt x="6128169" y="0"/>
                  </a:lnTo>
                  <a:lnTo>
                    <a:pt x="6128262" y="0"/>
                  </a:lnTo>
                  <a:lnTo>
                    <a:pt x="6128355" y="0"/>
                  </a:lnTo>
                  <a:lnTo>
                    <a:pt x="6128448" y="0"/>
                  </a:lnTo>
                  <a:lnTo>
                    <a:pt x="6128542" y="0"/>
                  </a:lnTo>
                  <a:lnTo>
                    <a:pt x="6128635" y="0"/>
                  </a:lnTo>
                  <a:lnTo>
                    <a:pt x="6128728" y="0"/>
                  </a:lnTo>
                  <a:lnTo>
                    <a:pt x="6128821" y="0"/>
                  </a:lnTo>
                  <a:lnTo>
                    <a:pt x="6128915" y="0"/>
                  </a:lnTo>
                  <a:lnTo>
                    <a:pt x="6129008" y="0"/>
                  </a:lnTo>
                  <a:lnTo>
                    <a:pt x="6129101" y="0"/>
                  </a:lnTo>
                  <a:lnTo>
                    <a:pt x="6129194" y="0"/>
                  </a:lnTo>
                  <a:lnTo>
                    <a:pt x="6129288" y="0"/>
                  </a:lnTo>
                  <a:lnTo>
                    <a:pt x="6129381" y="0"/>
                  </a:lnTo>
                  <a:lnTo>
                    <a:pt x="6129474" y="0"/>
                  </a:lnTo>
                  <a:lnTo>
                    <a:pt x="6129567" y="0"/>
                  </a:lnTo>
                  <a:lnTo>
                    <a:pt x="6129661" y="0"/>
                  </a:lnTo>
                  <a:lnTo>
                    <a:pt x="6129754" y="0"/>
                  </a:lnTo>
                  <a:lnTo>
                    <a:pt x="6129847" y="0"/>
                  </a:lnTo>
                  <a:lnTo>
                    <a:pt x="6129940" y="0"/>
                  </a:lnTo>
                  <a:lnTo>
                    <a:pt x="6130034" y="0"/>
                  </a:lnTo>
                  <a:lnTo>
                    <a:pt x="6130127" y="0"/>
                  </a:lnTo>
                  <a:lnTo>
                    <a:pt x="6130220" y="0"/>
                  </a:lnTo>
                  <a:lnTo>
                    <a:pt x="6130313" y="0"/>
                  </a:lnTo>
                  <a:lnTo>
                    <a:pt x="6130407" y="0"/>
                  </a:lnTo>
                  <a:lnTo>
                    <a:pt x="6130500" y="0"/>
                  </a:lnTo>
                  <a:lnTo>
                    <a:pt x="6130593" y="0"/>
                  </a:lnTo>
                  <a:lnTo>
                    <a:pt x="6130686" y="0"/>
                  </a:lnTo>
                  <a:lnTo>
                    <a:pt x="6130780" y="0"/>
                  </a:lnTo>
                  <a:lnTo>
                    <a:pt x="6130873" y="0"/>
                  </a:lnTo>
                  <a:lnTo>
                    <a:pt x="6130966" y="0"/>
                  </a:lnTo>
                  <a:lnTo>
                    <a:pt x="6131059" y="0"/>
                  </a:lnTo>
                  <a:lnTo>
                    <a:pt x="6131153" y="0"/>
                  </a:lnTo>
                  <a:lnTo>
                    <a:pt x="6131246" y="0"/>
                  </a:lnTo>
                  <a:lnTo>
                    <a:pt x="6131339" y="0"/>
                  </a:lnTo>
                  <a:lnTo>
                    <a:pt x="6131432" y="0"/>
                  </a:lnTo>
                  <a:lnTo>
                    <a:pt x="6131526" y="0"/>
                  </a:lnTo>
                  <a:lnTo>
                    <a:pt x="6131619" y="0"/>
                  </a:lnTo>
                  <a:lnTo>
                    <a:pt x="6131712" y="0"/>
                  </a:lnTo>
                  <a:lnTo>
                    <a:pt x="6131805" y="0"/>
                  </a:lnTo>
                  <a:lnTo>
                    <a:pt x="6131899" y="0"/>
                  </a:lnTo>
                  <a:lnTo>
                    <a:pt x="6131992" y="0"/>
                  </a:lnTo>
                  <a:lnTo>
                    <a:pt x="6132085" y="0"/>
                  </a:lnTo>
                  <a:lnTo>
                    <a:pt x="6132178" y="0"/>
                  </a:lnTo>
                  <a:lnTo>
                    <a:pt x="6132272" y="0"/>
                  </a:lnTo>
                  <a:lnTo>
                    <a:pt x="6132365" y="0"/>
                  </a:lnTo>
                  <a:lnTo>
                    <a:pt x="6132458" y="0"/>
                  </a:lnTo>
                  <a:lnTo>
                    <a:pt x="6132551" y="0"/>
                  </a:lnTo>
                  <a:lnTo>
                    <a:pt x="6132645" y="0"/>
                  </a:lnTo>
                  <a:lnTo>
                    <a:pt x="6132738" y="0"/>
                  </a:lnTo>
                  <a:lnTo>
                    <a:pt x="6132831" y="0"/>
                  </a:lnTo>
                  <a:lnTo>
                    <a:pt x="6132924" y="0"/>
                  </a:lnTo>
                  <a:lnTo>
                    <a:pt x="6133017" y="0"/>
                  </a:lnTo>
                  <a:lnTo>
                    <a:pt x="6133111" y="0"/>
                  </a:lnTo>
                  <a:lnTo>
                    <a:pt x="6133204" y="0"/>
                  </a:lnTo>
                  <a:lnTo>
                    <a:pt x="6133297" y="0"/>
                  </a:lnTo>
                  <a:lnTo>
                    <a:pt x="6133390" y="0"/>
                  </a:lnTo>
                  <a:lnTo>
                    <a:pt x="6133484" y="0"/>
                  </a:lnTo>
                  <a:lnTo>
                    <a:pt x="6133577" y="0"/>
                  </a:lnTo>
                  <a:lnTo>
                    <a:pt x="6133670" y="0"/>
                  </a:lnTo>
                  <a:lnTo>
                    <a:pt x="6133763" y="0"/>
                  </a:lnTo>
                  <a:lnTo>
                    <a:pt x="6133857" y="0"/>
                  </a:lnTo>
                  <a:lnTo>
                    <a:pt x="6133950" y="0"/>
                  </a:lnTo>
                  <a:lnTo>
                    <a:pt x="6134043" y="0"/>
                  </a:lnTo>
                  <a:lnTo>
                    <a:pt x="6134136" y="0"/>
                  </a:lnTo>
                  <a:lnTo>
                    <a:pt x="6134230" y="0"/>
                  </a:lnTo>
                  <a:lnTo>
                    <a:pt x="6134323" y="0"/>
                  </a:lnTo>
                  <a:lnTo>
                    <a:pt x="6134416" y="0"/>
                  </a:lnTo>
                  <a:lnTo>
                    <a:pt x="6134509" y="0"/>
                  </a:lnTo>
                  <a:lnTo>
                    <a:pt x="6134603" y="0"/>
                  </a:lnTo>
                  <a:lnTo>
                    <a:pt x="6134696" y="0"/>
                  </a:lnTo>
                  <a:lnTo>
                    <a:pt x="6134789" y="0"/>
                  </a:lnTo>
                  <a:lnTo>
                    <a:pt x="6134882" y="0"/>
                  </a:lnTo>
                  <a:lnTo>
                    <a:pt x="6134976" y="0"/>
                  </a:lnTo>
                  <a:lnTo>
                    <a:pt x="6135069" y="0"/>
                  </a:lnTo>
                  <a:lnTo>
                    <a:pt x="6135162" y="0"/>
                  </a:lnTo>
                  <a:lnTo>
                    <a:pt x="6135255" y="0"/>
                  </a:lnTo>
                  <a:lnTo>
                    <a:pt x="6135349" y="0"/>
                  </a:lnTo>
                  <a:lnTo>
                    <a:pt x="6135442" y="0"/>
                  </a:lnTo>
                  <a:lnTo>
                    <a:pt x="6135535" y="0"/>
                  </a:lnTo>
                  <a:lnTo>
                    <a:pt x="6135628" y="0"/>
                  </a:lnTo>
                  <a:lnTo>
                    <a:pt x="6135722" y="0"/>
                  </a:lnTo>
                  <a:lnTo>
                    <a:pt x="6135815" y="0"/>
                  </a:lnTo>
                  <a:lnTo>
                    <a:pt x="6135908" y="0"/>
                  </a:lnTo>
                  <a:lnTo>
                    <a:pt x="6136001" y="0"/>
                  </a:lnTo>
                  <a:lnTo>
                    <a:pt x="6136095" y="0"/>
                  </a:lnTo>
                  <a:lnTo>
                    <a:pt x="6136188" y="0"/>
                  </a:lnTo>
                  <a:lnTo>
                    <a:pt x="6136281" y="0"/>
                  </a:lnTo>
                  <a:lnTo>
                    <a:pt x="6136374" y="0"/>
                  </a:lnTo>
                  <a:lnTo>
                    <a:pt x="6136468" y="0"/>
                  </a:lnTo>
                  <a:lnTo>
                    <a:pt x="6136561" y="0"/>
                  </a:lnTo>
                  <a:lnTo>
                    <a:pt x="6136654" y="0"/>
                  </a:lnTo>
                  <a:lnTo>
                    <a:pt x="6136747" y="0"/>
                  </a:lnTo>
                  <a:lnTo>
                    <a:pt x="6136841" y="0"/>
                  </a:lnTo>
                  <a:lnTo>
                    <a:pt x="6136934" y="0"/>
                  </a:lnTo>
                  <a:lnTo>
                    <a:pt x="6137027" y="0"/>
                  </a:lnTo>
                  <a:lnTo>
                    <a:pt x="6137120" y="0"/>
                  </a:lnTo>
                  <a:lnTo>
                    <a:pt x="6137214" y="0"/>
                  </a:lnTo>
                  <a:lnTo>
                    <a:pt x="6137307" y="0"/>
                  </a:lnTo>
                  <a:lnTo>
                    <a:pt x="6137400" y="0"/>
                  </a:lnTo>
                  <a:lnTo>
                    <a:pt x="6137493" y="0"/>
                  </a:lnTo>
                  <a:lnTo>
                    <a:pt x="6137587" y="0"/>
                  </a:lnTo>
                  <a:lnTo>
                    <a:pt x="6137680" y="0"/>
                  </a:lnTo>
                  <a:lnTo>
                    <a:pt x="6137773" y="0"/>
                  </a:lnTo>
                  <a:lnTo>
                    <a:pt x="6137866" y="0"/>
                  </a:lnTo>
                  <a:lnTo>
                    <a:pt x="6137960" y="0"/>
                  </a:lnTo>
                  <a:lnTo>
                    <a:pt x="6138053" y="0"/>
                  </a:lnTo>
                  <a:lnTo>
                    <a:pt x="6138146" y="0"/>
                  </a:lnTo>
                  <a:lnTo>
                    <a:pt x="6138239" y="0"/>
                  </a:lnTo>
                  <a:lnTo>
                    <a:pt x="6138333" y="0"/>
                  </a:lnTo>
                  <a:lnTo>
                    <a:pt x="6138426" y="0"/>
                  </a:lnTo>
                  <a:lnTo>
                    <a:pt x="6138519" y="0"/>
                  </a:lnTo>
                  <a:lnTo>
                    <a:pt x="6138612" y="0"/>
                  </a:lnTo>
                  <a:lnTo>
                    <a:pt x="6138706" y="0"/>
                  </a:lnTo>
                  <a:lnTo>
                    <a:pt x="6138799" y="0"/>
                  </a:lnTo>
                  <a:lnTo>
                    <a:pt x="6138892" y="0"/>
                  </a:lnTo>
                  <a:lnTo>
                    <a:pt x="6138985" y="0"/>
                  </a:lnTo>
                  <a:lnTo>
                    <a:pt x="6139079" y="0"/>
                  </a:lnTo>
                  <a:lnTo>
                    <a:pt x="6139172" y="0"/>
                  </a:lnTo>
                  <a:lnTo>
                    <a:pt x="6139265" y="0"/>
                  </a:lnTo>
                  <a:lnTo>
                    <a:pt x="6139358" y="0"/>
                  </a:lnTo>
                  <a:lnTo>
                    <a:pt x="6139452" y="0"/>
                  </a:lnTo>
                  <a:lnTo>
                    <a:pt x="6139545" y="0"/>
                  </a:lnTo>
                  <a:lnTo>
                    <a:pt x="6139638" y="0"/>
                  </a:lnTo>
                  <a:lnTo>
                    <a:pt x="6139731" y="0"/>
                  </a:lnTo>
                  <a:lnTo>
                    <a:pt x="6139825" y="0"/>
                  </a:lnTo>
                  <a:lnTo>
                    <a:pt x="6139918" y="0"/>
                  </a:lnTo>
                  <a:lnTo>
                    <a:pt x="6140011" y="0"/>
                  </a:lnTo>
                  <a:lnTo>
                    <a:pt x="6140104" y="0"/>
                  </a:lnTo>
                  <a:lnTo>
                    <a:pt x="6140197" y="0"/>
                  </a:lnTo>
                  <a:lnTo>
                    <a:pt x="6140291" y="0"/>
                  </a:lnTo>
                  <a:lnTo>
                    <a:pt x="6140384" y="0"/>
                  </a:lnTo>
                  <a:lnTo>
                    <a:pt x="6140477" y="0"/>
                  </a:lnTo>
                  <a:lnTo>
                    <a:pt x="6140570" y="0"/>
                  </a:lnTo>
                  <a:lnTo>
                    <a:pt x="6140664" y="0"/>
                  </a:lnTo>
                  <a:lnTo>
                    <a:pt x="6140757" y="0"/>
                  </a:lnTo>
                  <a:lnTo>
                    <a:pt x="6140850" y="0"/>
                  </a:lnTo>
                  <a:lnTo>
                    <a:pt x="6140943" y="0"/>
                  </a:lnTo>
                  <a:lnTo>
                    <a:pt x="6141037" y="0"/>
                  </a:lnTo>
                  <a:lnTo>
                    <a:pt x="6141130" y="0"/>
                  </a:lnTo>
                  <a:lnTo>
                    <a:pt x="6141223" y="0"/>
                  </a:lnTo>
                  <a:lnTo>
                    <a:pt x="6141316" y="0"/>
                  </a:lnTo>
                  <a:lnTo>
                    <a:pt x="6141410" y="0"/>
                  </a:lnTo>
                  <a:lnTo>
                    <a:pt x="6141503" y="0"/>
                  </a:lnTo>
                  <a:lnTo>
                    <a:pt x="6141596" y="0"/>
                  </a:lnTo>
                  <a:lnTo>
                    <a:pt x="6141689" y="0"/>
                  </a:lnTo>
                  <a:lnTo>
                    <a:pt x="6141783" y="0"/>
                  </a:lnTo>
                  <a:lnTo>
                    <a:pt x="6141876" y="0"/>
                  </a:lnTo>
                  <a:lnTo>
                    <a:pt x="6141969" y="0"/>
                  </a:lnTo>
                  <a:lnTo>
                    <a:pt x="6142062" y="0"/>
                  </a:lnTo>
                  <a:lnTo>
                    <a:pt x="6142156" y="0"/>
                  </a:lnTo>
                  <a:lnTo>
                    <a:pt x="6142249" y="0"/>
                  </a:lnTo>
                  <a:lnTo>
                    <a:pt x="6142342" y="0"/>
                  </a:lnTo>
                  <a:lnTo>
                    <a:pt x="6142435" y="0"/>
                  </a:lnTo>
                  <a:lnTo>
                    <a:pt x="6142529" y="0"/>
                  </a:lnTo>
                  <a:lnTo>
                    <a:pt x="6142622" y="0"/>
                  </a:lnTo>
                  <a:lnTo>
                    <a:pt x="6142715" y="0"/>
                  </a:lnTo>
                  <a:lnTo>
                    <a:pt x="6142808" y="0"/>
                  </a:lnTo>
                  <a:lnTo>
                    <a:pt x="6142902" y="0"/>
                  </a:lnTo>
                  <a:lnTo>
                    <a:pt x="6142995" y="0"/>
                  </a:lnTo>
                  <a:lnTo>
                    <a:pt x="6143088" y="0"/>
                  </a:lnTo>
                  <a:lnTo>
                    <a:pt x="6143181" y="0"/>
                  </a:lnTo>
                  <a:lnTo>
                    <a:pt x="6143275" y="0"/>
                  </a:lnTo>
                  <a:lnTo>
                    <a:pt x="6143368" y="0"/>
                  </a:lnTo>
                  <a:lnTo>
                    <a:pt x="6143461" y="0"/>
                  </a:lnTo>
                  <a:lnTo>
                    <a:pt x="6143554" y="0"/>
                  </a:lnTo>
                  <a:lnTo>
                    <a:pt x="6143648" y="0"/>
                  </a:lnTo>
                  <a:lnTo>
                    <a:pt x="6143741" y="0"/>
                  </a:lnTo>
                  <a:lnTo>
                    <a:pt x="6143834" y="0"/>
                  </a:lnTo>
                  <a:lnTo>
                    <a:pt x="6143927" y="0"/>
                  </a:lnTo>
                  <a:lnTo>
                    <a:pt x="6144021" y="0"/>
                  </a:lnTo>
                  <a:lnTo>
                    <a:pt x="6144114" y="0"/>
                  </a:lnTo>
                  <a:lnTo>
                    <a:pt x="6144207" y="0"/>
                  </a:lnTo>
                  <a:lnTo>
                    <a:pt x="6144300" y="0"/>
                  </a:lnTo>
                  <a:lnTo>
                    <a:pt x="6144394" y="0"/>
                  </a:lnTo>
                  <a:lnTo>
                    <a:pt x="6144487" y="0"/>
                  </a:lnTo>
                  <a:lnTo>
                    <a:pt x="6144580" y="0"/>
                  </a:lnTo>
                  <a:lnTo>
                    <a:pt x="6144673" y="0"/>
                  </a:lnTo>
                  <a:lnTo>
                    <a:pt x="6144767" y="0"/>
                  </a:lnTo>
                  <a:lnTo>
                    <a:pt x="6144860" y="0"/>
                  </a:lnTo>
                  <a:lnTo>
                    <a:pt x="6144953" y="0"/>
                  </a:lnTo>
                  <a:lnTo>
                    <a:pt x="6145046" y="0"/>
                  </a:lnTo>
                  <a:lnTo>
                    <a:pt x="6145140" y="0"/>
                  </a:lnTo>
                  <a:lnTo>
                    <a:pt x="6145233" y="0"/>
                  </a:lnTo>
                  <a:lnTo>
                    <a:pt x="6145326" y="0"/>
                  </a:lnTo>
                  <a:lnTo>
                    <a:pt x="6145419" y="0"/>
                  </a:lnTo>
                  <a:lnTo>
                    <a:pt x="6145513" y="0"/>
                  </a:lnTo>
                  <a:lnTo>
                    <a:pt x="6145606" y="0"/>
                  </a:lnTo>
                  <a:lnTo>
                    <a:pt x="6145699" y="0"/>
                  </a:lnTo>
                  <a:lnTo>
                    <a:pt x="6145792" y="0"/>
                  </a:lnTo>
                  <a:lnTo>
                    <a:pt x="6145886" y="0"/>
                  </a:lnTo>
                  <a:lnTo>
                    <a:pt x="6145979" y="0"/>
                  </a:lnTo>
                  <a:lnTo>
                    <a:pt x="6146072" y="0"/>
                  </a:lnTo>
                  <a:lnTo>
                    <a:pt x="6146165" y="0"/>
                  </a:lnTo>
                  <a:lnTo>
                    <a:pt x="6146259" y="0"/>
                  </a:lnTo>
                  <a:lnTo>
                    <a:pt x="6146352" y="0"/>
                  </a:lnTo>
                  <a:lnTo>
                    <a:pt x="6146445" y="0"/>
                  </a:lnTo>
                  <a:lnTo>
                    <a:pt x="6146538" y="0"/>
                  </a:lnTo>
                  <a:lnTo>
                    <a:pt x="6146632" y="0"/>
                  </a:lnTo>
                  <a:lnTo>
                    <a:pt x="6146725" y="0"/>
                  </a:lnTo>
                  <a:lnTo>
                    <a:pt x="6146818" y="0"/>
                  </a:lnTo>
                  <a:lnTo>
                    <a:pt x="6146911" y="0"/>
                  </a:lnTo>
                  <a:lnTo>
                    <a:pt x="6147004" y="0"/>
                  </a:lnTo>
                  <a:lnTo>
                    <a:pt x="6147098" y="0"/>
                  </a:lnTo>
                  <a:lnTo>
                    <a:pt x="6147191" y="0"/>
                  </a:lnTo>
                  <a:lnTo>
                    <a:pt x="6147284" y="0"/>
                  </a:lnTo>
                  <a:lnTo>
                    <a:pt x="6147377" y="0"/>
                  </a:lnTo>
                  <a:lnTo>
                    <a:pt x="6147471" y="0"/>
                  </a:lnTo>
                  <a:lnTo>
                    <a:pt x="6147564" y="0"/>
                  </a:lnTo>
                  <a:lnTo>
                    <a:pt x="6147657" y="0"/>
                  </a:lnTo>
                  <a:lnTo>
                    <a:pt x="6147750" y="0"/>
                  </a:lnTo>
                  <a:lnTo>
                    <a:pt x="6147844" y="0"/>
                  </a:lnTo>
                  <a:lnTo>
                    <a:pt x="6147937" y="0"/>
                  </a:lnTo>
                  <a:lnTo>
                    <a:pt x="6148030" y="0"/>
                  </a:lnTo>
                  <a:lnTo>
                    <a:pt x="6148123" y="0"/>
                  </a:lnTo>
                  <a:lnTo>
                    <a:pt x="6148217" y="0"/>
                  </a:lnTo>
                  <a:lnTo>
                    <a:pt x="6148310" y="0"/>
                  </a:lnTo>
                  <a:lnTo>
                    <a:pt x="6148403" y="0"/>
                  </a:lnTo>
                  <a:lnTo>
                    <a:pt x="6148496" y="0"/>
                  </a:lnTo>
                  <a:lnTo>
                    <a:pt x="6148590" y="0"/>
                  </a:lnTo>
                  <a:lnTo>
                    <a:pt x="6148683" y="0"/>
                  </a:lnTo>
                  <a:lnTo>
                    <a:pt x="6148776" y="0"/>
                  </a:lnTo>
                  <a:lnTo>
                    <a:pt x="6148869" y="0"/>
                  </a:lnTo>
                  <a:lnTo>
                    <a:pt x="6148963" y="0"/>
                  </a:lnTo>
                  <a:lnTo>
                    <a:pt x="6149056" y="0"/>
                  </a:lnTo>
                  <a:lnTo>
                    <a:pt x="6149149" y="0"/>
                  </a:lnTo>
                  <a:lnTo>
                    <a:pt x="6149242" y="0"/>
                  </a:lnTo>
                  <a:lnTo>
                    <a:pt x="6149336" y="0"/>
                  </a:lnTo>
                  <a:lnTo>
                    <a:pt x="6149429" y="0"/>
                  </a:lnTo>
                  <a:lnTo>
                    <a:pt x="6149522" y="0"/>
                  </a:lnTo>
                  <a:lnTo>
                    <a:pt x="6149615" y="0"/>
                  </a:lnTo>
                  <a:lnTo>
                    <a:pt x="6149709" y="0"/>
                  </a:lnTo>
                  <a:lnTo>
                    <a:pt x="6149802" y="0"/>
                  </a:lnTo>
                  <a:lnTo>
                    <a:pt x="6149895" y="0"/>
                  </a:lnTo>
                  <a:lnTo>
                    <a:pt x="6149988" y="0"/>
                  </a:lnTo>
                  <a:lnTo>
                    <a:pt x="6150082" y="0"/>
                  </a:lnTo>
                  <a:lnTo>
                    <a:pt x="6150175" y="0"/>
                  </a:lnTo>
                  <a:lnTo>
                    <a:pt x="6150268" y="0"/>
                  </a:lnTo>
                  <a:lnTo>
                    <a:pt x="6150361" y="0"/>
                  </a:lnTo>
                  <a:lnTo>
                    <a:pt x="6150455" y="0"/>
                  </a:lnTo>
                  <a:lnTo>
                    <a:pt x="6150548" y="0"/>
                  </a:lnTo>
                  <a:lnTo>
                    <a:pt x="6150641" y="0"/>
                  </a:lnTo>
                  <a:lnTo>
                    <a:pt x="6150734" y="0"/>
                  </a:lnTo>
                  <a:lnTo>
                    <a:pt x="6150828" y="0"/>
                  </a:lnTo>
                  <a:lnTo>
                    <a:pt x="6150921" y="0"/>
                  </a:lnTo>
                  <a:lnTo>
                    <a:pt x="6151014" y="0"/>
                  </a:lnTo>
                  <a:lnTo>
                    <a:pt x="6151107" y="0"/>
                  </a:lnTo>
                  <a:lnTo>
                    <a:pt x="6151201" y="0"/>
                  </a:lnTo>
                  <a:lnTo>
                    <a:pt x="6151294" y="0"/>
                  </a:lnTo>
                  <a:lnTo>
                    <a:pt x="6151387" y="0"/>
                  </a:lnTo>
                  <a:lnTo>
                    <a:pt x="6151480" y="0"/>
                  </a:lnTo>
                  <a:lnTo>
                    <a:pt x="6151574" y="0"/>
                  </a:lnTo>
                  <a:lnTo>
                    <a:pt x="6151667" y="0"/>
                  </a:lnTo>
                  <a:lnTo>
                    <a:pt x="6151760" y="0"/>
                  </a:lnTo>
                  <a:lnTo>
                    <a:pt x="6151853" y="0"/>
                  </a:lnTo>
                  <a:lnTo>
                    <a:pt x="6151947" y="0"/>
                  </a:lnTo>
                  <a:lnTo>
                    <a:pt x="6152040" y="0"/>
                  </a:lnTo>
                  <a:lnTo>
                    <a:pt x="6152133" y="0"/>
                  </a:lnTo>
                  <a:lnTo>
                    <a:pt x="6152226" y="0"/>
                  </a:lnTo>
                  <a:lnTo>
                    <a:pt x="6152320" y="0"/>
                  </a:lnTo>
                  <a:lnTo>
                    <a:pt x="6152413" y="0"/>
                  </a:lnTo>
                  <a:lnTo>
                    <a:pt x="6152506" y="0"/>
                  </a:lnTo>
                  <a:lnTo>
                    <a:pt x="6152599" y="0"/>
                  </a:lnTo>
                  <a:lnTo>
                    <a:pt x="6152693" y="0"/>
                  </a:lnTo>
                  <a:lnTo>
                    <a:pt x="6152786" y="0"/>
                  </a:lnTo>
                  <a:lnTo>
                    <a:pt x="6152879" y="0"/>
                  </a:lnTo>
                  <a:lnTo>
                    <a:pt x="6152972" y="0"/>
                  </a:lnTo>
                  <a:lnTo>
                    <a:pt x="6153066" y="0"/>
                  </a:lnTo>
                  <a:lnTo>
                    <a:pt x="6153159" y="0"/>
                  </a:lnTo>
                  <a:lnTo>
                    <a:pt x="6153252" y="0"/>
                  </a:lnTo>
                  <a:lnTo>
                    <a:pt x="6153345" y="0"/>
                  </a:lnTo>
                  <a:lnTo>
                    <a:pt x="6153439" y="0"/>
                  </a:lnTo>
                  <a:lnTo>
                    <a:pt x="6153532" y="0"/>
                  </a:lnTo>
                  <a:lnTo>
                    <a:pt x="6153625" y="0"/>
                  </a:lnTo>
                  <a:lnTo>
                    <a:pt x="6153718" y="0"/>
                  </a:lnTo>
                  <a:lnTo>
                    <a:pt x="6153812" y="0"/>
                  </a:lnTo>
                  <a:lnTo>
                    <a:pt x="6153905" y="0"/>
                  </a:lnTo>
                  <a:lnTo>
                    <a:pt x="6153998" y="0"/>
                  </a:lnTo>
                  <a:lnTo>
                    <a:pt x="6154091" y="0"/>
                  </a:lnTo>
                  <a:lnTo>
                    <a:pt x="6154184" y="0"/>
                  </a:lnTo>
                  <a:lnTo>
                    <a:pt x="6154278" y="0"/>
                  </a:lnTo>
                  <a:lnTo>
                    <a:pt x="6154371" y="0"/>
                  </a:lnTo>
                  <a:lnTo>
                    <a:pt x="6154464" y="0"/>
                  </a:lnTo>
                  <a:lnTo>
                    <a:pt x="6154557" y="0"/>
                  </a:lnTo>
                  <a:lnTo>
                    <a:pt x="6154651" y="0"/>
                  </a:lnTo>
                  <a:lnTo>
                    <a:pt x="6154744" y="0"/>
                  </a:lnTo>
                  <a:lnTo>
                    <a:pt x="6154837" y="0"/>
                  </a:lnTo>
                  <a:lnTo>
                    <a:pt x="6154930" y="0"/>
                  </a:lnTo>
                  <a:lnTo>
                    <a:pt x="6155024" y="0"/>
                  </a:lnTo>
                  <a:lnTo>
                    <a:pt x="6155117" y="0"/>
                  </a:lnTo>
                  <a:lnTo>
                    <a:pt x="6155210" y="0"/>
                  </a:lnTo>
                  <a:lnTo>
                    <a:pt x="6155303" y="0"/>
                  </a:lnTo>
                  <a:lnTo>
                    <a:pt x="6155397" y="0"/>
                  </a:lnTo>
                  <a:lnTo>
                    <a:pt x="6155490" y="0"/>
                  </a:lnTo>
                  <a:lnTo>
                    <a:pt x="6155583" y="0"/>
                  </a:lnTo>
                  <a:lnTo>
                    <a:pt x="6155676" y="0"/>
                  </a:lnTo>
                  <a:lnTo>
                    <a:pt x="6155770" y="0"/>
                  </a:lnTo>
                  <a:lnTo>
                    <a:pt x="6155863" y="0"/>
                  </a:lnTo>
                  <a:lnTo>
                    <a:pt x="6155956" y="0"/>
                  </a:lnTo>
                  <a:lnTo>
                    <a:pt x="6156049" y="0"/>
                  </a:lnTo>
                  <a:lnTo>
                    <a:pt x="6156143" y="0"/>
                  </a:lnTo>
                  <a:lnTo>
                    <a:pt x="6156236" y="0"/>
                  </a:lnTo>
                  <a:lnTo>
                    <a:pt x="6156329" y="0"/>
                  </a:lnTo>
                  <a:lnTo>
                    <a:pt x="6156422" y="0"/>
                  </a:lnTo>
                  <a:lnTo>
                    <a:pt x="6156516" y="0"/>
                  </a:lnTo>
                  <a:lnTo>
                    <a:pt x="6156609" y="0"/>
                  </a:lnTo>
                  <a:lnTo>
                    <a:pt x="6156702" y="0"/>
                  </a:lnTo>
                  <a:lnTo>
                    <a:pt x="6156795" y="0"/>
                  </a:lnTo>
                  <a:lnTo>
                    <a:pt x="6156889" y="0"/>
                  </a:lnTo>
                  <a:lnTo>
                    <a:pt x="6156982" y="0"/>
                  </a:lnTo>
                  <a:lnTo>
                    <a:pt x="6157075" y="0"/>
                  </a:lnTo>
                  <a:lnTo>
                    <a:pt x="6157168" y="0"/>
                  </a:lnTo>
                  <a:lnTo>
                    <a:pt x="6157262" y="0"/>
                  </a:lnTo>
                  <a:lnTo>
                    <a:pt x="6157355" y="0"/>
                  </a:lnTo>
                  <a:lnTo>
                    <a:pt x="6157448" y="0"/>
                  </a:lnTo>
                  <a:lnTo>
                    <a:pt x="6157541" y="0"/>
                  </a:lnTo>
                  <a:lnTo>
                    <a:pt x="6157635" y="0"/>
                  </a:lnTo>
                  <a:lnTo>
                    <a:pt x="6157728" y="0"/>
                  </a:lnTo>
                  <a:lnTo>
                    <a:pt x="6157821" y="0"/>
                  </a:lnTo>
                  <a:lnTo>
                    <a:pt x="6157914" y="0"/>
                  </a:lnTo>
                  <a:lnTo>
                    <a:pt x="6158008" y="0"/>
                  </a:lnTo>
                  <a:lnTo>
                    <a:pt x="6158101" y="0"/>
                  </a:lnTo>
                  <a:lnTo>
                    <a:pt x="6158194" y="0"/>
                  </a:lnTo>
                  <a:lnTo>
                    <a:pt x="6158287" y="0"/>
                  </a:lnTo>
                  <a:lnTo>
                    <a:pt x="6158381" y="0"/>
                  </a:lnTo>
                  <a:lnTo>
                    <a:pt x="6158474" y="0"/>
                  </a:lnTo>
                  <a:lnTo>
                    <a:pt x="6158567" y="0"/>
                  </a:lnTo>
                  <a:lnTo>
                    <a:pt x="6158660" y="0"/>
                  </a:lnTo>
                  <a:lnTo>
                    <a:pt x="6158754" y="0"/>
                  </a:lnTo>
                  <a:lnTo>
                    <a:pt x="6158847" y="0"/>
                  </a:lnTo>
                  <a:lnTo>
                    <a:pt x="6158940" y="0"/>
                  </a:lnTo>
                  <a:lnTo>
                    <a:pt x="6159033" y="0"/>
                  </a:lnTo>
                  <a:lnTo>
                    <a:pt x="6159127" y="0"/>
                  </a:lnTo>
                  <a:lnTo>
                    <a:pt x="6159220" y="0"/>
                  </a:lnTo>
                  <a:lnTo>
                    <a:pt x="6159313" y="0"/>
                  </a:lnTo>
                  <a:lnTo>
                    <a:pt x="6159406" y="0"/>
                  </a:lnTo>
                  <a:lnTo>
                    <a:pt x="6159500" y="0"/>
                  </a:lnTo>
                  <a:lnTo>
                    <a:pt x="6159593" y="0"/>
                  </a:lnTo>
                  <a:lnTo>
                    <a:pt x="6159686" y="0"/>
                  </a:lnTo>
                  <a:lnTo>
                    <a:pt x="6159779" y="0"/>
                  </a:lnTo>
                  <a:lnTo>
                    <a:pt x="6159873" y="0"/>
                  </a:lnTo>
                  <a:lnTo>
                    <a:pt x="6159966" y="0"/>
                  </a:lnTo>
                  <a:lnTo>
                    <a:pt x="6160059" y="0"/>
                  </a:lnTo>
                  <a:lnTo>
                    <a:pt x="6160152" y="0"/>
                  </a:lnTo>
                  <a:lnTo>
                    <a:pt x="6160246" y="0"/>
                  </a:lnTo>
                  <a:lnTo>
                    <a:pt x="6160339" y="0"/>
                  </a:lnTo>
                  <a:lnTo>
                    <a:pt x="6160432" y="0"/>
                  </a:lnTo>
                  <a:lnTo>
                    <a:pt x="6160525" y="0"/>
                  </a:lnTo>
                  <a:lnTo>
                    <a:pt x="6160619" y="0"/>
                  </a:lnTo>
                  <a:lnTo>
                    <a:pt x="6160712" y="0"/>
                  </a:lnTo>
                  <a:lnTo>
                    <a:pt x="6160805" y="0"/>
                  </a:lnTo>
                  <a:lnTo>
                    <a:pt x="6160898" y="0"/>
                  </a:lnTo>
                  <a:lnTo>
                    <a:pt x="6160991" y="0"/>
                  </a:lnTo>
                  <a:lnTo>
                    <a:pt x="6161085" y="0"/>
                  </a:lnTo>
                  <a:lnTo>
                    <a:pt x="6161178" y="0"/>
                  </a:lnTo>
                  <a:lnTo>
                    <a:pt x="6161271" y="0"/>
                  </a:lnTo>
                  <a:lnTo>
                    <a:pt x="6161364" y="0"/>
                  </a:lnTo>
                  <a:lnTo>
                    <a:pt x="6161458" y="0"/>
                  </a:lnTo>
                  <a:lnTo>
                    <a:pt x="6161551" y="0"/>
                  </a:lnTo>
                  <a:lnTo>
                    <a:pt x="6161644" y="0"/>
                  </a:lnTo>
                  <a:lnTo>
                    <a:pt x="6161737" y="0"/>
                  </a:lnTo>
                  <a:lnTo>
                    <a:pt x="6161831" y="0"/>
                  </a:lnTo>
                  <a:lnTo>
                    <a:pt x="6161924" y="0"/>
                  </a:lnTo>
                  <a:lnTo>
                    <a:pt x="6162017" y="0"/>
                  </a:lnTo>
                  <a:lnTo>
                    <a:pt x="6162110" y="0"/>
                  </a:lnTo>
                  <a:lnTo>
                    <a:pt x="6162204" y="0"/>
                  </a:lnTo>
                  <a:lnTo>
                    <a:pt x="6162297" y="0"/>
                  </a:lnTo>
                  <a:lnTo>
                    <a:pt x="6162390" y="0"/>
                  </a:lnTo>
                  <a:lnTo>
                    <a:pt x="6162483" y="0"/>
                  </a:lnTo>
                  <a:lnTo>
                    <a:pt x="6162577" y="0"/>
                  </a:lnTo>
                  <a:lnTo>
                    <a:pt x="6162670" y="0"/>
                  </a:lnTo>
                  <a:lnTo>
                    <a:pt x="6162763" y="0"/>
                  </a:lnTo>
                  <a:lnTo>
                    <a:pt x="6162856" y="0"/>
                  </a:lnTo>
                  <a:lnTo>
                    <a:pt x="6162950" y="0"/>
                  </a:lnTo>
                  <a:lnTo>
                    <a:pt x="6163043" y="0"/>
                  </a:lnTo>
                  <a:lnTo>
                    <a:pt x="6163136" y="0"/>
                  </a:lnTo>
                  <a:lnTo>
                    <a:pt x="6163229" y="0"/>
                  </a:lnTo>
                  <a:lnTo>
                    <a:pt x="6163323" y="0"/>
                  </a:lnTo>
                  <a:lnTo>
                    <a:pt x="6163416" y="0"/>
                  </a:lnTo>
                  <a:lnTo>
                    <a:pt x="6163509" y="0"/>
                  </a:lnTo>
                  <a:lnTo>
                    <a:pt x="6163602" y="0"/>
                  </a:lnTo>
                  <a:lnTo>
                    <a:pt x="6163696" y="0"/>
                  </a:lnTo>
                  <a:lnTo>
                    <a:pt x="6163789" y="0"/>
                  </a:lnTo>
                  <a:lnTo>
                    <a:pt x="6163882" y="0"/>
                  </a:lnTo>
                  <a:lnTo>
                    <a:pt x="6163975" y="0"/>
                  </a:lnTo>
                  <a:lnTo>
                    <a:pt x="6164069" y="0"/>
                  </a:lnTo>
                  <a:lnTo>
                    <a:pt x="6164162" y="0"/>
                  </a:lnTo>
                  <a:lnTo>
                    <a:pt x="6164255" y="0"/>
                  </a:lnTo>
                  <a:lnTo>
                    <a:pt x="6164348" y="0"/>
                  </a:lnTo>
                  <a:lnTo>
                    <a:pt x="6164442" y="0"/>
                  </a:lnTo>
                  <a:lnTo>
                    <a:pt x="6164535" y="0"/>
                  </a:lnTo>
                  <a:lnTo>
                    <a:pt x="6164628" y="0"/>
                  </a:lnTo>
                  <a:lnTo>
                    <a:pt x="6164721" y="0"/>
                  </a:lnTo>
                  <a:lnTo>
                    <a:pt x="6164815" y="0"/>
                  </a:lnTo>
                  <a:lnTo>
                    <a:pt x="6164908" y="0"/>
                  </a:lnTo>
                  <a:lnTo>
                    <a:pt x="6165001" y="0"/>
                  </a:lnTo>
                  <a:lnTo>
                    <a:pt x="6165094" y="0"/>
                  </a:lnTo>
                  <a:lnTo>
                    <a:pt x="6165188" y="0"/>
                  </a:lnTo>
                  <a:lnTo>
                    <a:pt x="6165281" y="0"/>
                  </a:lnTo>
                  <a:lnTo>
                    <a:pt x="6165374" y="0"/>
                  </a:lnTo>
                  <a:lnTo>
                    <a:pt x="6165467" y="0"/>
                  </a:lnTo>
                  <a:lnTo>
                    <a:pt x="6165561" y="0"/>
                  </a:lnTo>
                  <a:lnTo>
                    <a:pt x="6165654" y="0"/>
                  </a:lnTo>
                  <a:lnTo>
                    <a:pt x="6165747" y="0"/>
                  </a:lnTo>
                  <a:lnTo>
                    <a:pt x="6165840" y="0"/>
                  </a:lnTo>
                  <a:lnTo>
                    <a:pt x="6165934" y="0"/>
                  </a:lnTo>
                  <a:lnTo>
                    <a:pt x="6166027" y="0"/>
                  </a:lnTo>
                  <a:lnTo>
                    <a:pt x="6166120" y="0"/>
                  </a:lnTo>
                  <a:lnTo>
                    <a:pt x="6166213" y="0"/>
                  </a:lnTo>
                  <a:lnTo>
                    <a:pt x="6166307" y="0"/>
                  </a:lnTo>
                  <a:lnTo>
                    <a:pt x="6166400" y="0"/>
                  </a:lnTo>
                  <a:lnTo>
                    <a:pt x="6166493" y="0"/>
                  </a:lnTo>
                  <a:lnTo>
                    <a:pt x="6166586" y="0"/>
                  </a:lnTo>
                  <a:lnTo>
                    <a:pt x="6166680" y="0"/>
                  </a:lnTo>
                  <a:lnTo>
                    <a:pt x="6166773" y="0"/>
                  </a:lnTo>
                  <a:lnTo>
                    <a:pt x="6166866" y="0"/>
                  </a:lnTo>
                  <a:lnTo>
                    <a:pt x="6166959" y="0"/>
                  </a:lnTo>
                  <a:lnTo>
                    <a:pt x="6167053" y="0"/>
                  </a:lnTo>
                  <a:lnTo>
                    <a:pt x="6167146" y="0"/>
                  </a:lnTo>
                  <a:lnTo>
                    <a:pt x="6167239" y="0"/>
                  </a:lnTo>
                  <a:lnTo>
                    <a:pt x="6167332" y="0"/>
                  </a:lnTo>
                  <a:lnTo>
                    <a:pt x="6167426" y="0"/>
                  </a:lnTo>
                  <a:lnTo>
                    <a:pt x="6167519" y="0"/>
                  </a:lnTo>
                  <a:lnTo>
                    <a:pt x="6167612" y="0"/>
                  </a:lnTo>
                  <a:lnTo>
                    <a:pt x="6167705" y="0"/>
                  </a:lnTo>
                  <a:lnTo>
                    <a:pt x="6167798" y="0"/>
                  </a:lnTo>
                  <a:lnTo>
                    <a:pt x="6167892" y="0"/>
                  </a:lnTo>
                  <a:lnTo>
                    <a:pt x="6167985" y="0"/>
                  </a:lnTo>
                  <a:lnTo>
                    <a:pt x="6168078" y="0"/>
                  </a:lnTo>
                  <a:lnTo>
                    <a:pt x="6168171" y="0"/>
                  </a:lnTo>
                  <a:lnTo>
                    <a:pt x="6168265" y="0"/>
                  </a:lnTo>
                  <a:lnTo>
                    <a:pt x="6168358" y="0"/>
                  </a:lnTo>
                  <a:lnTo>
                    <a:pt x="6168451" y="0"/>
                  </a:lnTo>
                  <a:lnTo>
                    <a:pt x="6168544" y="0"/>
                  </a:lnTo>
                  <a:lnTo>
                    <a:pt x="6168638" y="0"/>
                  </a:lnTo>
                  <a:lnTo>
                    <a:pt x="6168731" y="0"/>
                  </a:lnTo>
                  <a:lnTo>
                    <a:pt x="6168824" y="0"/>
                  </a:lnTo>
                  <a:lnTo>
                    <a:pt x="6168917" y="0"/>
                  </a:lnTo>
                  <a:lnTo>
                    <a:pt x="6169011" y="0"/>
                  </a:lnTo>
                  <a:lnTo>
                    <a:pt x="6169104" y="0"/>
                  </a:lnTo>
                  <a:lnTo>
                    <a:pt x="6169197" y="0"/>
                  </a:lnTo>
                  <a:lnTo>
                    <a:pt x="6169290" y="0"/>
                  </a:lnTo>
                  <a:lnTo>
                    <a:pt x="6169384" y="0"/>
                  </a:lnTo>
                  <a:lnTo>
                    <a:pt x="6169477" y="0"/>
                  </a:lnTo>
                  <a:lnTo>
                    <a:pt x="6169570" y="0"/>
                  </a:lnTo>
                  <a:lnTo>
                    <a:pt x="6169663" y="0"/>
                  </a:lnTo>
                  <a:lnTo>
                    <a:pt x="6169757" y="0"/>
                  </a:lnTo>
                  <a:lnTo>
                    <a:pt x="6169850" y="0"/>
                  </a:lnTo>
                  <a:lnTo>
                    <a:pt x="6169943" y="0"/>
                  </a:lnTo>
                  <a:lnTo>
                    <a:pt x="6170036" y="0"/>
                  </a:lnTo>
                  <a:lnTo>
                    <a:pt x="6170130" y="0"/>
                  </a:lnTo>
                  <a:lnTo>
                    <a:pt x="6170223" y="0"/>
                  </a:lnTo>
                  <a:lnTo>
                    <a:pt x="6170316" y="0"/>
                  </a:lnTo>
                  <a:lnTo>
                    <a:pt x="6170409" y="0"/>
                  </a:lnTo>
                  <a:lnTo>
                    <a:pt x="6170503" y="0"/>
                  </a:lnTo>
                  <a:lnTo>
                    <a:pt x="6170596" y="0"/>
                  </a:lnTo>
                  <a:lnTo>
                    <a:pt x="6170689" y="0"/>
                  </a:lnTo>
                  <a:lnTo>
                    <a:pt x="6170782" y="0"/>
                  </a:lnTo>
                  <a:lnTo>
                    <a:pt x="6170876" y="0"/>
                  </a:lnTo>
                  <a:lnTo>
                    <a:pt x="6170969" y="0"/>
                  </a:lnTo>
                  <a:lnTo>
                    <a:pt x="6171062" y="0"/>
                  </a:lnTo>
                  <a:lnTo>
                    <a:pt x="6171155" y="0"/>
                  </a:lnTo>
                  <a:lnTo>
                    <a:pt x="6171249" y="0"/>
                  </a:lnTo>
                  <a:lnTo>
                    <a:pt x="6171342" y="0"/>
                  </a:lnTo>
                  <a:lnTo>
                    <a:pt x="6171435" y="0"/>
                  </a:lnTo>
                  <a:lnTo>
                    <a:pt x="6171528" y="0"/>
                  </a:lnTo>
                  <a:lnTo>
                    <a:pt x="6171622" y="0"/>
                  </a:lnTo>
                  <a:lnTo>
                    <a:pt x="6171715" y="0"/>
                  </a:lnTo>
                  <a:lnTo>
                    <a:pt x="6171808" y="0"/>
                  </a:lnTo>
                  <a:lnTo>
                    <a:pt x="6171901" y="0"/>
                  </a:lnTo>
                  <a:lnTo>
                    <a:pt x="6171995" y="0"/>
                  </a:lnTo>
                  <a:lnTo>
                    <a:pt x="6172088" y="0"/>
                  </a:lnTo>
                  <a:lnTo>
                    <a:pt x="6172181" y="0"/>
                  </a:lnTo>
                  <a:lnTo>
                    <a:pt x="6172274" y="0"/>
                  </a:lnTo>
                  <a:lnTo>
                    <a:pt x="6172368" y="0"/>
                  </a:lnTo>
                  <a:lnTo>
                    <a:pt x="6172461" y="0"/>
                  </a:lnTo>
                  <a:lnTo>
                    <a:pt x="6172554" y="0"/>
                  </a:lnTo>
                  <a:lnTo>
                    <a:pt x="6172647" y="0"/>
                  </a:lnTo>
                  <a:lnTo>
                    <a:pt x="6172741" y="0"/>
                  </a:lnTo>
                  <a:lnTo>
                    <a:pt x="6172834" y="0"/>
                  </a:lnTo>
                  <a:lnTo>
                    <a:pt x="6172927" y="0"/>
                  </a:lnTo>
                  <a:lnTo>
                    <a:pt x="6173020" y="0"/>
                  </a:lnTo>
                  <a:lnTo>
                    <a:pt x="6173114" y="0"/>
                  </a:lnTo>
                  <a:lnTo>
                    <a:pt x="6173207" y="0"/>
                  </a:lnTo>
                  <a:lnTo>
                    <a:pt x="6173300" y="0"/>
                  </a:lnTo>
                  <a:lnTo>
                    <a:pt x="6173393" y="0"/>
                  </a:lnTo>
                  <a:lnTo>
                    <a:pt x="6173487" y="0"/>
                  </a:lnTo>
                  <a:lnTo>
                    <a:pt x="6173580" y="0"/>
                  </a:lnTo>
                  <a:lnTo>
                    <a:pt x="6173673" y="0"/>
                  </a:lnTo>
                  <a:lnTo>
                    <a:pt x="6173766" y="0"/>
                  </a:lnTo>
                  <a:lnTo>
                    <a:pt x="6173860" y="0"/>
                  </a:lnTo>
                  <a:lnTo>
                    <a:pt x="6173953" y="0"/>
                  </a:lnTo>
                  <a:lnTo>
                    <a:pt x="6174046" y="0"/>
                  </a:lnTo>
                  <a:lnTo>
                    <a:pt x="6174139" y="0"/>
                  </a:lnTo>
                  <a:lnTo>
                    <a:pt x="6174233" y="0"/>
                  </a:lnTo>
                  <a:lnTo>
                    <a:pt x="6174326" y="0"/>
                  </a:lnTo>
                  <a:lnTo>
                    <a:pt x="6174419" y="0"/>
                  </a:lnTo>
                  <a:lnTo>
                    <a:pt x="6174512" y="0"/>
                  </a:lnTo>
                  <a:lnTo>
                    <a:pt x="6174606" y="0"/>
                  </a:lnTo>
                  <a:lnTo>
                    <a:pt x="6174699" y="0"/>
                  </a:lnTo>
                  <a:lnTo>
                    <a:pt x="6174792" y="0"/>
                  </a:lnTo>
                  <a:lnTo>
                    <a:pt x="6174885" y="0"/>
                  </a:lnTo>
                  <a:lnTo>
                    <a:pt x="6174978" y="0"/>
                  </a:lnTo>
                  <a:lnTo>
                    <a:pt x="6175072" y="0"/>
                  </a:lnTo>
                  <a:lnTo>
                    <a:pt x="6175165" y="0"/>
                  </a:lnTo>
                  <a:lnTo>
                    <a:pt x="6175258" y="0"/>
                  </a:lnTo>
                  <a:lnTo>
                    <a:pt x="6175351" y="0"/>
                  </a:lnTo>
                  <a:lnTo>
                    <a:pt x="6175445" y="0"/>
                  </a:lnTo>
                  <a:lnTo>
                    <a:pt x="6175538" y="0"/>
                  </a:lnTo>
                  <a:lnTo>
                    <a:pt x="6175631" y="0"/>
                  </a:lnTo>
                  <a:lnTo>
                    <a:pt x="6175724" y="0"/>
                  </a:lnTo>
                  <a:lnTo>
                    <a:pt x="6175818" y="0"/>
                  </a:lnTo>
                  <a:lnTo>
                    <a:pt x="6175911" y="0"/>
                  </a:lnTo>
                  <a:lnTo>
                    <a:pt x="6176004" y="0"/>
                  </a:lnTo>
                  <a:lnTo>
                    <a:pt x="6176097" y="0"/>
                  </a:lnTo>
                  <a:lnTo>
                    <a:pt x="6176191" y="0"/>
                  </a:lnTo>
                  <a:lnTo>
                    <a:pt x="6176284" y="0"/>
                  </a:lnTo>
                  <a:lnTo>
                    <a:pt x="6176377" y="0"/>
                  </a:lnTo>
                  <a:lnTo>
                    <a:pt x="6176470" y="0"/>
                  </a:lnTo>
                  <a:lnTo>
                    <a:pt x="6176564" y="0"/>
                  </a:lnTo>
                  <a:lnTo>
                    <a:pt x="6176657" y="0"/>
                  </a:lnTo>
                  <a:lnTo>
                    <a:pt x="6176750" y="0"/>
                  </a:lnTo>
                  <a:lnTo>
                    <a:pt x="6176843" y="0"/>
                  </a:lnTo>
                  <a:lnTo>
                    <a:pt x="6176937" y="0"/>
                  </a:lnTo>
                  <a:lnTo>
                    <a:pt x="6177030" y="0"/>
                  </a:lnTo>
                  <a:lnTo>
                    <a:pt x="6177123" y="0"/>
                  </a:lnTo>
                  <a:lnTo>
                    <a:pt x="6177216" y="0"/>
                  </a:lnTo>
                  <a:lnTo>
                    <a:pt x="6177310" y="0"/>
                  </a:lnTo>
                  <a:lnTo>
                    <a:pt x="6177403" y="0"/>
                  </a:lnTo>
                  <a:lnTo>
                    <a:pt x="6177496" y="0"/>
                  </a:lnTo>
                  <a:lnTo>
                    <a:pt x="6177589" y="0"/>
                  </a:lnTo>
                  <a:lnTo>
                    <a:pt x="6177683" y="0"/>
                  </a:lnTo>
                  <a:lnTo>
                    <a:pt x="6177776" y="0"/>
                  </a:lnTo>
                  <a:lnTo>
                    <a:pt x="6177869" y="0"/>
                  </a:lnTo>
                  <a:lnTo>
                    <a:pt x="6177962" y="0"/>
                  </a:lnTo>
                  <a:lnTo>
                    <a:pt x="6178056" y="0"/>
                  </a:lnTo>
                  <a:lnTo>
                    <a:pt x="6178149" y="0"/>
                  </a:lnTo>
                  <a:lnTo>
                    <a:pt x="6178242" y="0"/>
                  </a:lnTo>
                  <a:lnTo>
                    <a:pt x="6178335" y="0"/>
                  </a:lnTo>
                  <a:lnTo>
                    <a:pt x="6178429" y="0"/>
                  </a:lnTo>
                  <a:lnTo>
                    <a:pt x="6178522" y="0"/>
                  </a:lnTo>
                  <a:lnTo>
                    <a:pt x="6178615" y="0"/>
                  </a:lnTo>
                  <a:lnTo>
                    <a:pt x="6178708" y="0"/>
                  </a:lnTo>
                  <a:lnTo>
                    <a:pt x="6178802" y="0"/>
                  </a:lnTo>
                  <a:lnTo>
                    <a:pt x="6178895" y="0"/>
                  </a:lnTo>
                  <a:lnTo>
                    <a:pt x="6178988" y="0"/>
                  </a:lnTo>
                  <a:lnTo>
                    <a:pt x="6179081" y="0"/>
                  </a:lnTo>
                  <a:lnTo>
                    <a:pt x="6179175" y="0"/>
                  </a:lnTo>
                  <a:lnTo>
                    <a:pt x="6179268" y="0"/>
                  </a:lnTo>
                  <a:lnTo>
                    <a:pt x="6179361" y="0"/>
                  </a:lnTo>
                  <a:lnTo>
                    <a:pt x="6179454" y="0"/>
                  </a:lnTo>
                  <a:lnTo>
                    <a:pt x="6179548" y="0"/>
                  </a:lnTo>
                  <a:lnTo>
                    <a:pt x="6179641" y="0"/>
                  </a:lnTo>
                  <a:lnTo>
                    <a:pt x="6179734" y="0"/>
                  </a:lnTo>
                  <a:lnTo>
                    <a:pt x="6179827" y="0"/>
                  </a:lnTo>
                  <a:lnTo>
                    <a:pt x="6179921" y="0"/>
                  </a:lnTo>
                  <a:lnTo>
                    <a:pt x="6180014" y="0"/>
                  </a:lnTo>
                  <a:lnTo>
                    <a:pt x="6180107" y="0"/>
                  </a:lnTo>
                  <a:lnTo>
                    <a:pt x="6180200" y="0"/>
                  </a:lnTo>
                  <a:lnTo>
                    <a:pt x="6180294" y="0"/>
                  </a:lnTo>
                  <a:lnTo>
                    <a:pt x="6180387" y="0"/>
                  </a:lnTo>
                  <a:lnTo>
                    <a:pt x="6180480" y="0"/>
                  </a:lnTo>
                  <a:lnTo>
                    <a:pt x="6180573" y="0"/>
                  </a:lnTo>
                  <a:lnTo>
                    <a:pt x="6180667" y="0"/>
                  </a:lnTo>
                  <a:lnTo>
                    <a:pt x="6180760" y="0"/>
                  </a:lnTo>
                  <a:lnTo>
                    <a:pt x="6180853" y="0"/>
                  </a:lnTo>
                  <a:lnTo>
                    <a:pt x="6180946" y="0"/>
                  </a:lnTo>
                  <a:lnTo>
                    <a:pt x="6181040" y="0"/>
                  </a:lnTo>
                  <a:lnTo>
                    <a:pt x="6181133" y="0"/>
                  </a:lnTo>
                  <a:lnTo>
                    <a:pt x="6181226" y="0"/>
                  </a:lnTo>
                  <a:lnTo>
                    <a:pt x="6181319" y="0"/>
                  </a:lnTo>
                  <a:lnTo>
                    <a:pt x="6181413" y="0"/>
                  </a:lnTo>
                  <a:lnTo>
                    <a:pt x="6181506" y="0"/>
                  </a:lnTo>
                  <a:lnTo>
                    <a:pt x="6181599" y="0"/>
                  </a:lnTo>
                  <a:lnTo>
                    <a:pt x="6181692" y="0"/>
                  </a:lnTo>
                  <a:lnTo>
                    <a:pt x="6181785" y="0"/>
                  </a:lnTo>
                  <a:lnTo>
                    <a:pt x="6181879" y="0"/>
                  </a:lnTo>
                  <a:lnTo>
                    <a:pt x="6181972" y="0"/>
                  </a:lnTo>
                  <a:lnTo>
                    <a:pt x="6182065" y="0"/>
                  </a:lnTo>
                  <a:lnTo>
                    <a:pt x="6182158" y="0"/>
                  </a:lnTo>
                  <a:lnTo>
                    <a:pt x="6182252" y="0"/>
                  </a:lnTo>
                  <a:lnTo>
                    <a:pt x="6182345" y="0"/>
                  </a:lnTo>
                  <a:lnTo>
                    <a:pt x="6182438" y="0"/>
                  </a:lnTo>
                  <a:lnTo>
                    <a:pt x="6182531" y="0"/>
                  </a:lnTo>
                  <a:lnTo>
                    <a:pt x="6182625" y="0"/>
                  </a:lnTo>
                  <a:lnTo>
                    <a:pt x="6182718" y="0"/>
                  </a:lnTo>
                  <a:lnTo>
                    <a:pt x="6182811" y="0"/>
                  </a:lnTo>
                  <a:lnTo>
                    <a:pt x="6182904" y="0"/>
                  </a:lnTo>
                  <a:lnTo>
                    <a:pt x="6182998" y="0"/>
                  </a:lnTo>
                  <a:lnTo>
                    <a:pt x="6183091" y="0"/>
                  </a:lnTo>
                  <a:lnTo>
                    <a:pt x="6183184" y="0"/>
                  </a:lnTo>
                  <a:lnTo>
                    <a:pt x="6183277" y="0"/>
                  </a:lnTo>
                  <a:lnTo>
                    <a:pt x="6183371" y="0"/>
                  </a:lnTo>
                  <a:lnTo>
                    <a:pt x="6183464" y="0"/>
                  </a:lnTo>
                  <a:lnTo>
                    <a:pt x="6183557" y="0"/>
                  </a:lnTo>
                  <a:lnTo>
                    <a:pt x="6183650" y="0"/>
                  </a:lnTo>
                  <a:lnTo>
                    <a:pt x="6183744" y="0"/>
                  </a:lnTo>
                  <a:lnTo>
                    <a:pt x="6183837" y="0"/>
                  </a:lnTo>
                  <a:lnTo>
                    <a:pt x="6183930" y="0"/>
                  </a:lnTo>
                  <a:lnTo>
                    <a:pt x="6184023" y="0"/>
                  </a:lnTo>
                  <a:lnTo>
                    <a:pt x="6184117" y="0"/>
                  </a:lnTo>
                  <a:lnTo>
                    <a:pt x="6184210" y="0"/>
                  </a:lnTo>
                  <a:lnTo>
                    <a:pt x="6184303" y="0"/>
                  </a:lnTo>
                  <a:lnTo>
                    <a:pt x="6184396" y="0"/>
                  </a:lnTo>
                  <a:lnTo>
                    <a:pt x="6184490" y="0"/>
                  </a:lnTo>
                  <a:lnTo>
                    <a:pt x="6184583" y="0"/>
                  </a:lnTo>
                  <a:lnTo>
                    <a:pt x="6184676" y="0"/>
                  </a:lnTo>
                  <a:lnTo>
                    <a:pt x="6184769" y="0"/>
                  </a:lnTo>
                  <a:lnTo>
                    <a:pt x="6184863" y="0"/>
                  </a:lnTo>
                  <a:lnTo>
                    <a:pt x="6184956" y="0"/>
                  </a:lnTo>
                  <a:lnTo>
                    <a:pt x="6185049" y="0"/>
                  </a:lnTo>
                  <a:lnTo>
                    <a:pt x="6185142" y="0"/>
                  </a:lnTo>
                  <a:lnTo>
                    <a:pt x="6185236" y="0"/>
                  </a:lnTo>
                  <a:lnTo>
                    <a:pt x="6185329" y="0"/>
                  </a:lnTo>
                  <a:lnTo>
                    <a:pt x="6185422" y="0"/>
                  </a:lnTo>
                  <a:lnTo>
                    <a:pt x="6185515" y="0"/>
                  </a:lnTo>
                  <a:lnTo>
                    <a:pt x="6185609" y="0"/>
                  </a:lnTo>
                  <a:lnTo>
                    <a:pt x="6185702" y="0"/>
                  </a:lnTo>
                  <a:lnTo>
                    <a:pt x="6185795" y="0"/>
                  </a:lnTo>
                  <a:lnTo>
                    <a:pt x="6185888" y="0"/>
                  </a:lnTo>
                  <a:lnTo>
                    <a:pt x="6185982" y="0"/>
                  </a:lnTo>
                  <a:lnTo>
                    <a:pt x="6186075" y="0"/>
                  </a:lnTo>
                  <a:lnTo>
                    <a:pt x="6186168" y="0"/>
                  </a:lnTo>
                  <a:lnTo>
                    <a:pt x="6186261" y="0"/>
                  </a:lnTo>
                  <a:lnTo>
                    <a:pt x="6186355" y="0"/>
                  </a:lnTo>
                  <a:lnTo>
                    <a:pt x="6186448" y="0"/>
                  </a:lnTo>
                  <a:lnTo>
                    <a:pt x="6186541" y="0"/>
                  </a:lnTo>
                  <a:lnTo>
                    <a:pt x="6186634" y="0"/>
                  </a:lnTo>
                  <a:lnTo>
                    <a:pt x="6186728" y="0"/>
                  </a:lnTo>
                  <a:lnTo>
                    <a:pt x="6186821" y="0"/>
                  </a:lnTo>
                  <a:lnTo>
                    <a:pt x="6186914" y="0"/>
                  </a:lnTo>
                  <a:lnTo>
                    <a:pt x="6187007" y="0"/>
                  </a:lnTo>
                  <a:lnTo>
                    <a:pt x="6187101" y="0"/>
                  </a:lnTo>
                  <a:lnTo>
                    <a:pt x="6187194" y="0"/>
                  </a:lnTo>
                  <a:lnTo>
                    <a:pt x="6187287" y="0"/>
                  </a:lnTo>
                  <a:lnTo>
                    <a:pt x="6187380" y="0"/>
                  </a:lnTo>
                  <a:lnTo>
                    <a:pt x="6187474" y="0"/>
                  </a:lnTo>
                  <a:lnTo>
                    <a:pt x="6187567" y="0"/>
                  </a:lnTo>
                  <a:lnTo>
                    <a:pt x="6187660" y="0"/>
                  </a:lnTo>
                  <a:lnTo>
                    <a:pt x="6187753" y="0"/>
                  </a:lnTo>
                  <a:lnTo>
                    <a:pt x="6187847" y="0"/>
                  </a:lnTo>
                  <a:lnTo>
                    <a:pt x="6187940" y="0"/>
                  </a:lnTo>
                  <a:lnTo>
                    <a:pt x="6188033" y="0"/>
                  </a:lnTo>
                  <a:lnTo>
                    <a:pt x="6188126" y="0"/>
                  </a:lnTo>
                  <a:lnTo>
                    <a:pt x="6188220" y="0"/>
                  </a:lnTo>
                  <a:lnTo>
                    <a:pt x="6188313" y="0"/>
                  </a:lnTo>
                  <a:lnTo>
                    <a:pt x="6188406" y="0"/>
                  </a:lnTo>
                  <a:lnTo>
                    <a:pt x="6188499" y="0"/>
                  </a:lnTo>
                  <a:lnTo>
                    <a:pt x="6188592" y="0"/>
                  </a:lnTo>
                  <a:lnTo>
                    <a:pt x="6188686" y="0"/>
                  </a:lnTo>
                  <a:lnTo>
                    <a:pt x="6188779" y="0"/>
                  </a:lnTo>
                  <a:lnTo>
                    <a:pt x="6188872" y="0"/>
                  </a:lnTo>
                  <a:lnTo>
                    <a:pt x="6188965" y="0"/>
                  </a:lnTo>
                  <a:lnTo>
                    <a:pt x="6189059" y="0"/>
                  </a:lnTo>
                  <a:lnTo>
                    <a:pt x="6189152" y="0"/>
                  </a:lnTo>
                  <a:lnTo>
                    <a:pt x="6189245" y="0"/>
                  </a:lnTo>
                  <a:lnTo>
                    <a:pt x="6189338" y="0"/>
                  </a:lnTo>
                  <a:lnTo>
                    <a:pt x="6189432" y="0"/>
                  </a:lnTo>
                  <a:lnTo>
                    <a:pt x="6189525" y="0"/>
                  </a:lnTo>
                  <a:lnTo>
                    <a:pt x="6189618" y="0"/>
                  </a:lnTo>
                  <a:lnTo>
                    <a:pt x="6189711" y="0"/>
                  </a:lnTo>
                  <a:lnTo>
                    <a:pt x="6189805" y="0"/>
                  </a:lnTo>
                  <a:lnTo>
                    <a:pt x="6189898" y="0"/>
                  </a:lnTo>
                  <a:lnTo>
                    <a:pt x="6189991" y="0"/>
                  </a:lnTo>
                  <a:lnTo>
                    <a:pt x="6190084" y="0"/>
                  </a:lnTo>
                  <a:lnTo>
                    <a:pt x="6190178" y="0"/>
                  </a:lnTo>
                  <a:lnTo>
                    <a:pt x="6190271" y="0"/>
                  </a:lnTo>
                  <a:lnTo>
                    <a:pt x="6190364" y="0"/>
                  </a:lnTo>
                  <a:lnTo>
                    <a:pt x="6190457" y="0"/>
                  </a:lnTo>
                  <a:lnTo>
                    <a:pt x="6190551" y="0"/>
                  </a:lnTo>
                  <a:lnTo>
                    <a:pt x="6190644" y="0"/>
                  </a:lnTo>
                  <a:lnTo>
                    <a:pt x="6190737" y="0"/>
                  </a:lnTo>
                  <a:lnTo>
                    <a:pt x="6190830" y="0"/>
                  </a:lnTo>
                  <a:lnTo>
                    <a:pt x="6190924" y="0"/>
                  </a:lnTo>
                  <a:lnTo>
                    <a:pt x="6191017" y="0"/>
                  </a:lnTo>
                  <a:lnTo>
                    <a:pt x="6191110" y="0"/>
                  </a:lnTo>
                  <a:lnTo>
                    <a:pt x="6191203" y="0"/>
                  </a:lnTo>
                  <a:lnTo>
                    <a:pt x="6191297" y="0"/>
                  </a:lnTo>
                  <a:lnTo>
                    <a:pt x="6191390" y="0"/>
                  </a:lnTo>
                  <a:lnTo>
                    <a:pt x="6191483" y="0"/>
                  </a:lnTo>
                  <a:lnTo>
                    <a:pt x="6191576" y="0"/>
                  </a:lnTo>
                  <a:lnTo>
                    <a:pt x="6191670" y="0"/>
                  </a:lnTo>
                  <a:lnTo>
                    <a:pt x="6191763" y="0"/>
                  </a:lnTo>
                  <a:lnTo>
                    <a:pt x="6191856" y="0"/>
                  </a:lnTo>
                  <a:lnTo>
                    <a:pt x="6191949" y="0"/>
                  </a:lnTo>
                  <a:lnTo>
                    <a:pt x="6192043" y="0"/>
                  </a:lnTo>
                  <a:lnTo>
                    <a:pt x="6192136" y="0"/>
                  </a:lnTo>
                  <a:lnTo>
                    <a:pt x="6192229" y="0"/>
                  </a:lnTo>
                  <a:lnTo>
                    <a:pt x="6192322" y="0"/>
                  </a:lnTo>
                  <a:lnTo>
                    <a:pt x="6192416" y="0"/>
                  </a:lnTo>
                  <a:lnTo>
                    <a:pt x="6192509" y="0"/>
                  </a:lnTo>
                  <a:lnTo>
                    <a:pt x="6192602" y="0"/>
                  </a:lnTo>
                  <a:lnTo>
                    <a:pt x="6192695" y="0"/>
                  </a:lnTo>
                  <a:lnTo>
                    <a:pt x="6192789" y="0"/>
                  </a:lnTo>
                  <a:lnTo>
                    <a:pt x="6192882" y="0"/>
                  </a:lnTo>
                  <a:lnTo>
                    <a:pt x="6192975" y="0"/>
                  </a:lnTo>
                  <a:lnTo>
                    <a:pt x="6193068" y="0"/>
                  </a:lnTo>
                  <a:lnTo>
                    <a:pt x="6193162" y="0"/>
                  </a:lnTo>
                  <a:lnTo>
                    <a:pt x="6193255" y="0"/>
                  </a:lnTo>
                  <a:lnTo>
                    <a:pt x="6193348" y="0"/>
                  </a:lnTo>
                  <a:lnTo>
                    <a:pt x="6193441" y="0"/>
                  </a:lnTo>
                  <a:lnTo>
                    <a:pt x="6193535" y="0"/>
                  </a:lnTo>
                  <a:lnTo>
                    <a:pt x="6193628" y="0"/>
                  </a:lnTo>
                  <a:lnTo>
                    <a:pt x="6193721" y="0"/>
                  </a:lnTo>
                  <a:lnTo>
                    <a:pt x="6193814" y="0"/>
                  </a:lnTo>
                  <a:lnTo>
                    <a:pt x="6193908" y="0"/>
                  </a:lnTo>
                  <a:lnTo>
                    <a:pt x="6194001" y="0"/>
                  </a:lnTo>
                  <a:lnTo>
                    <a:pt x="6194094" y="0"/>
                  </a:lnTo>
                  <a:lnTo>
                    <a:pt x="6194187" y="0"/>
                  </a:lnTo>
                  <a:lnTo>
                    <a:pt x="6194281" y="0"/>
                  </a:lnTo>
                  <a:lnTo>
                    <a:pt x="6194374" y="0"/>
                  </a:lnTo>
                  <a:lnTo>
                    <a:pt x="6194467" y="0"/>
                  </a:lnTo>
                  <a:lnTo>
                    <a:pt x="6194560" y="0"/>
                  </a:lnTo>
                  <a:lnTo>
                    <a:pt x="6194654" y="0"/>
                  </a:lnTo>
                  <a:lnTo>
                    <a:pt x="6194747" y="0"/>
                  </a:lnTo>
                  <a:lnTo>
                    <a:pt x="6194840" y="0"/>
                  </a:lnTo>
                  <a:lnTo>
                    <a:pt x="6194933" y="0"/>
                  </a:lnTo>
                  <a:lnTo>
                    <a:pt x="6195027" y="0"/>
                  </a:lnTo>
                  <a:lnTo>
                    <a:pt x="6195120" y="0"/>
                  </a:lnTo>
                  <a:lnTo>
                    <a:pt x="6195213" y="0"/>
                  </a:lnTo>
                  <a:lnTo>
                    <a:pt x="6195306" y="0"/>
                  </a:lnTo>
                  <a:lnTo>
                    <a:pt x="6195400" y="0"/>
                  </a:lnTo>
                  <a:lnTo>
                    <a:pt x="6195493" y="0"/>
                  </a:lnTo>
                  <a:lnTo>
                    <a:pt x="6195586" y="0"/>
                  </a:lnTo>
                  <a:lnTo>
                    <a:pt x="6195679" y="0"/>
                  </a:lnTo>
                  <a:lnTo>
                    <a:pt x="6195772" y="0"/>
                  </a:lnTo>
                  <a:lnTo>
                    <a:pt x="6195866" y="0"/>
                  </a:lnTo>
                  <a:lnTo>
                    <a:pt x="6195959" y="0"/>
                  </a:lnTo>
                  <a:lnTo>
                    <a:pt x="6196052" y="0"/>
                  </a:lnTo>
                  <a:lnTo>
                    <a:pt x="6196145" y="0"/>
                  </a:lnTo>
                  <a:lnTo>
                    <a:pt x="6196239" y="0"/>
                  </a:lnTo>
                  <a:lnTo>
                    <a:pt x="6196332" y="0"/>
                  </a:lnTo>
                  <a:lnTo>
                    <a:pt x="6196425" y="0"/>
                  </a:lnTo>
                  <a:lnTo>
                    <a:pt x="6196518" y="0"/>
                  </a:lnTo>
                  <a:lnTo>
                    <a:pt x="6196612" y="0"/>
                  </a:lnTo>
                  <a:lnTo>
                    <a:pt x="6196705" y="0"/>
                  </a:lnTo>
                  <a:lnTo>
                    <a:pt x="6196798" y="0"/>
                  </a:lnTo>
                  <a:lnTo>
                    <a:pt x="6196891" y="0"/>
                  </a:lnTo>
                  <a:lnTo>
                    <a:pt x="6196985" y="0"/>
                  </a:lnTo>
                  <a:lnTo>
                    <a:pt x="6197078" y="0"/>
                  </a:lnTo>
                  <a:lnTo>
                    <a:pt x="6197171" y="0"/>
                  </a:lnTo>
                  <a:lnTo>
                    <a:pt x="6197264" y="0"/>
                  </a:lnTo>
                  <a:lnTo>
                    <a:pt x="6197358" y="0"/>
                  </a:lnTo>
                  <a:lnTo>
                    <a:pt x="6197451" y="0"/>
                  </a:lnTo>
                  <a:lnTo>
                    <a:pt x="6197544" y="0"/>
                  </a:lnTo>
                  <a:lnTo>
                    <a:pt x="6197637" y="0"/>
                  </a:lnTo>
                  <a:lnTo>
                    <a:pt x="6197731" y="0"/>
                  </a:lnTo>
                  <a:lnTo>
                    <a:pt x="6197824" y="0"/>
                  </a:lnTo>
                  <a:lnTo>
                    <a:pt x="6197917" y="0"/>
                  </a:lnTo>
                  <a:lnTo>
                    <a:pt x="6198010" y="0"/>
                  </a:lnTo>
                  <a:lnTo>
                    <a:pt x="6198104" y="0"/>
                  </a:lnTo>
                  <a:lnTo>
                    <a:pt x="6198197" y="0"/>
                  </a:lnTo>
                  <a:lnTo>
                    <a:pt x="6198290" y="0"/>
                  </a:lnTo>
                  <a:lnTo>
                    <a:pt x="6198383" y="0"/>
                  </a:lnTo>
                  <a:lnTo>
                    <a:pt x="6198477" y="0"/>
                  </a:lnTo>
                  <a:lnTo>
                    <a:pt x="6198570" y="0"/>
                  </a:lnTo>
                  <a:lnTo>
                    <a:pt x="6198663" y="0"/>
                  </a:lnTo>
                  <a:lnTo>
                    <a:pt x="6198756" y="0"/>
                  </a:lnTo>
                  <a:lnTo>
                    <a:pt x="6198850" y="0"/>
                  </a:lnTo>
                  <a:lnTo>
                    <a:pt x="6198943" y="0"/>
                  </a:lnTo>
                  <a:lnTo>
                    <a:pt x="6199036" y="0"/>
                  </a:lnTo>
                  <a:lnTo>
                    <a:pt x="6199129" y="0"/>
                  </a:lnTo>
                  <a:lnTo>
                    <a:pt x="6199223" y="0"/>
                  </a:lnTo>
                  <a:lnTo>
                    <a:pt x="6199316" y="0"/>
                  </a:lnTo>
                  <a:lnTo>
                    <a:pt x="6199409" y="0"/>
                  </a:lnTo>
                  <a:lnTo>
                    <a:pt x="6199502" y="0"/>
                  </a:lnTo>
                  <a:lnTo>
                    <a:pt x="6199596" y="0"/>
                  </a:lnTo>
                  <a:lnTo>
                    <a:pt x="6199689" y="0"/>
                  </a:lnTo>
                  <a:lnTo>
                    <a:pt x="6199782" y="0"/>
                  </a:lnTo>
                  <a:lnTo>
                    <a:pt x="6199875" y="0"/>
                  </a:lnTo>
                  <a:lnTo>
                    <a:pt x="6199969" y="0"/>
                  </a:lnTo>
                  <a:lnTo>
                    <a:pt x="6200062" y="0"/>
                  </a:lnTo>
                  <a:lnTo>
                    <a:pt x="6200155" y="0"/>
                  </a:lnTo>
                  <a:lnTo>
                    <a:pt x="6200248" y="0"/>
                  </a:lnTo>
                  <a:lnTo>
                    <a:pt x="6200342" y="0"/>
                  </a:lnTo>
                  <a:lnTo>
                    <a:pt x="6200435" y="0"/>
                  </a:lnTo>
                  <a:lnTo>
                    <a:pt x="6200528" y="0"/>
                  </a:lnTo>
                  <a:lnTo>
                    <a:pt x="6200621" y="0"/>
                  </a:lnTo>
                  <a:lnTo>
                    <a:pt x="6200715" y="0"/>
                  </a:lnTo>
                  <a:lnTo>
                    <a:pt x="6200808" y="0"/>
                  </a:lnTo>
                  <a:lnTo>
                    <a:pt x="6200901" y="0"/>
                  </a:lnTo>
                  <a:lnTo>
                    <a:pt x="6200994" y="0"/>
                  </a:lnTo>
                  <a:lnTo>
                    <a:pt x="6201088" y="0"/>
                  </a:lnTo>
                  <a:lnTo>
                    <a:pt x="6201181" y="0"/>
                  </a:lnTo>
                  <a:lnTo>
                    <a:pt x="6201274" y="0"/>
                  </a:lnTo>
                  <a:lnTo>
                    <a:pt x="6201367" y="0"/>
                  </a:lnTo>
                  <a:lnTo>
                    <a:pt x="6201461" y="0"/>
                  </a:lnTo>
                  <a:lnTo>
                    <a:pt x="6201554" y="0"/>
                  </a:lnTo>
                  <a:lnTo>
                    <a:pt x="6201647" y="0"/>
                  </a:lnTo>
                  <a:lnTo>
                    <a:pt x="6201740" y="0"/>
                  </a:lnTo>
                  <a:lnTo>
                    <a:pt x="6201834" y="0"/>
                  </a:lnTo>
                  <a:lnTo>
                    <a:pt x="6201927" y="0"/>
                  </a:lnTo>
                  <a:lnTo>
                    <a:pt x="6202020" y="0"/>
                  </a:lnTo>
                  <a:lnTo>
                    <a:pt x="6202113" y="0"/>
                  </a:lnTo>
                  <a:lnTo>
                    <a:pt x="6202207" y="0"/>
                  </a:lnTo>
                  <a:lnTo>
                    <a:pt x="6202300" y="0"/>
                  </a:lnTo>
                  <a:lnTo>
                    <a:pt x="6202393" y="0"/>
                  </a:lnTo>
                  <a:lnTo>
                    <a:pt x="6202486" y="0"/>
                  </a:lnTo>
                  <a:lnTo>
                    <a:pt x="6202579" y="0"/>
                  </a:lnTo>
                  <a:lnTo>
                    <a:pt x="6202673" y="0"/>
                  </a:lnTo>
                  <a:lnTo>
                    <a:pt x="6202766" y="0"/>
                  </a:lnTo>
                  <a:lnTo>
                    <a:pt x="6202859" y="0"/>
                  </a:lnTo>
                  <a:lnTo>
                    <a:pt x="6202952" y="0"/>
                  </a:lnTo>
                  <a:lnTo>
                    <a:pt x="6203046" y="0"/>
                  </a:lnTo>
                  <a:lnTo>
                    <a:pt x="6203139" y="0"/>
                  </a:lnTo>
                  <a:lnTo>
                    <a:pt x="6203232" y="0"/>
                  </a:lnTo>
                  <a:lnTo>
                    <a:pt x="6203325" y="0"/>
                  </a:lnTo>
                  <a:lnTo>
                    <a:pt x="6203419" y="0"/>
                  </a:lnTo>
                  <a:lnTo>
                    <a:pt x="6203512" y="0"/>
                  </a:lnTo>
                  <a:lnTo>
                    <a:pt x="6203605" y="0"/>
                  </a:lnTo>
                  <a:lnTo>
                    <a:pt x="6203698" y="0"/>
                  </a:lnTo>
                  <a:lnTo>
                    <a:pt x="6203792" y="0"/>
                  </a:lnTo>
                  <a:lnTo>
                    <a:pt x="6203885" y="0"/>
                  </a:lnTo>
                  <a:lnTo>
                    <a:pt x="6203978" y="0"/>
                  </a:lnTo>
                  <a:lnTo>
                    <a:pt x="6204071" y="0"/>
                  </a:lnTo>
                  <a:lnTo>
                    <a:pt x="6204165" y="0"/>
                  </a:lnTo>
                  <a:lnTo>
                    <a:pt x="6204258" y="0"/>
                  </a:lnTo>
                  <a:lnTo>
                    <a:pt x="6204351" y="0"/>
                  </a:lnTo>
                  <a:lnTo>
                    <a:pt x="6204444" y="0"/>
                  </a:lnTo>
                  <a:lnTo>
                    <a:pt x="6204538" y="0"/>
                  </a:lnTo>
                  <a:lnTo>
                    <a:pt x="6204631" y="0"/>
                  </a:lnTo>
                  <a:lnTo>
                    <a:pt x="6204724" y="0"/>
                  </a:lnTo>
                  <a:lnTo>
                    <a:pt x="6204817" y="0"/>
                  </a:lnTo>
                  <a:lnTo>
                    <a:pt x="6204911" y="0"/>
                  </a:lnTo>
                  <a:lnTo>
                    <a:pt x="6205004" y="0"/>
                  </a:lnTo>
                  <a:lnTo>
                    <a:pt x="6205097" y="0"/>
                  </a:lnTo>
                  <a:lnTo>
                    <a:pt x="6205190" y="0"/>
                  </a:lnTo>
                  <a:lnTo>
                    <a:pt x="6205284" y="0"/>
                  </a:lnTo>
                  <a:lnTo>
                    <a:pt x="6205377" y="0"/>
                  </a:lnTo>
                  <a:lnTo>
                    <a:pt x="6205470" y="0"/>
                  </a:lnTo>
                  <a:lnTo>
                    <a:pt x="6205563" y="0"/>
                  </a:lnTo>
                  <a:lnTo>
                    <a:pt x="6205657" y="0"/>
                  </a:lnTo>
                  <a:lnTo>
                    <a:pt x="6205750" y="0"/>
                  </a:lnTo>
                  <a:lnTo>
                    <a:pt x="6205843" y="0"/>
                  </a:lnTo>
                  <a:lnTo>
                    <a:pt x="6205936" y="0"/>
                  </a:lnTo>
                  <a:lnTo>
                    <a:pt x="6206030" y="0"/>
                  </a:lnTo>
                  <a:lnTo>
                    <a:pt x="6206123" y="0"/>
                  </a:lnTo>
                  <a:lnTo>
                    <a:pt x="6206216" y="0"/>
                  </a:lnTo>
                  <a:lnTo>
                    <a:pt x="6206309" y="0"/>
                  </a:lnTo>
                  <a:lnTo>
                    <a:pt x="6206403" y="0"/>
                  </a:lnTo>
                  <a:lnTo>
                    <a:pt x="6206496" y="0"/>
                  </a:lnTo>
                  <a:lnTo>
                    <a:pt x="6206589" y="0"/>
                  </a:lnTo>
                  <a:lnTo>
                    <a:pt x="6206682" y="0"/>
                  </a:lnTo>
                  <a:lnTo>
                    <a:pt x="6206776" y="0"/>
                  </a:lnTo>
                  <a:lnTo>
                    <a:pt x="6206869" y="0"/>
                  </a:lnTo>
                  <a:lnTo>
                    <a:pt x="6206962" y="0"/>
                  </a:lnTo>
                  <a:lnTo>
                    <a:pt x="6207055" y="0"/>
                  </a:lnTo>
                  <a:lnTo>
                    <a:pt x="6207149" y="0"/>
                  </a:lnTo>
                  <a:lnTo>
                    <a:pt x="6207242" y="0"/>
                  </a:lnTo>
                  <a:lnTo>
                    <a:pt x="6207335" y="0"/>
                  </a:lnTo>
                  <a:lnTo>
                    <a:pt x="6207428" y="0"/>
                  </a:lnTo>
                  <a:lnTo>
                    <a:pt x="6207522" y="0"/>
                  </a:lnTo>
                  <a:lnTo>
                    <a:pt x="6207615" y="0"/>
                  </a:lnTo>
                  <a:lnTo>
                    <a:pt x="6207708" y="0"/>
                  </a:lnTo>
                  <a:lnTo>
                    <a:pt x="6207801" y="0"/>
                  </a:lnTo>
                  <a:lnTo>
                    <a:pt x="6207895" y="0"/>
                  </a:lnTo>
                  <a:lnTo>
                    <a:pt x="6207988" y="0"/>
                  </a:lnTo>
                  <a:lnTo>
                    <a:pt x="6208081" y="0"/>
                  </a:lnTo>
                  <a:lnTo>
                    <a:pt x="6208174" y="0"/>
                  </a:lnTo>
                  <a:lnTo>
                    <a:pt x="6208268" y="0"/>
                  </a:lnTo>
                  <a:lnTo>
                    <a:pt x="6208361" y="0"/>
                  </a:lnTo>
                  <a:lnTo>
                    <a:pt x="6208454" y="0"/>
                  </a:lnTo>
                  <a:lnTo>
                    <a:pt x="6208547" y="0"/>
                  </a:lnTo>
                  <a:lnTo>
                    <a:pt x="6208641" y="0"/>
                  </a:lnTo>
                  <a:lnTo>
                    <a:pt x="6208734" y="0"/>
                  </a:lnTo>
                  <a:lnTo>
                    <a:pt x="6208827" y="0"/>
                  </a:lnTo>
                  <a:lnTo>
                    <a:pt x="6208920" y="0"/>
                  </a:lnTo>
                  <a:lnTo>
                    <a:pt x="6209014" y="0"/>
                  </a:lnTo>
                  <a:lnTo>
                    <a:pt x="6209107" y="0"/>
                  </a:lnTo>
                  <a:lnTo>
                    <a:pt x="6209200" y="0"/>
                  </a:lnTo>
                  <a:lnTo>
                    <a:pt x="6209293" y="0"/>
                  </a:lnTo>
                  <a:lnTo>
                    <a:pt x="6209386" y="0"/>
                  </a:lnTo>
                  <a:lnTo>
                    <a:pt x="6209480" y="0"/>
                  </a:lnTo>
                  <a:lnTo>
                    <a:pt x="6209573" y="0"/>
                  </a:lnTo>
                  <a:lnTo>
                    <a:pt x="6209666" y="0"/>
                  </a:lnTo>
                  <a:lnTo>
                    <a:pt x="6209759" y="0"/>
                  </a:lnTo>
                  <a:lnTo>
                    <a:pt x="6209853" y="0"/>
                  </a:lnTo>
                  <a:lnTo>
                    <a:pt x="6209946" y="0"/>
                  </a:lnTo>
                  <a:lnTo>
                    <a:pt x="6210039" y="0"/>
                  </a:lnTo>
                  <a:lnTo>
                    <a:pt x="6210132" y="0"/>
                  </a:lnTo>
                  <a:lnTo>
                    <a:pt x="6210226" y="0"/>
                  </a:lnTo>
                  <a:lnTo>
                    <a:pt x="6210319" y="0"/>
                  </a:lnTo>
                  <a:lnTo>
                    <a:pt x="6210412" y="0"/>
                  </a:lnTo>
                  <a:lnTo>
                    <a:pt x="6210505" y="0"/>
                  </a:lnTo>
                  <a:lnTo>
                    <a:pt x="6210599" y="0"/>
                  </a:lnTo>
                  <a:lnTo>
                    <a:pt x="6210692" y="0"/>
                  </a:lnTo>
                  <a:lnTo>
                    <a:pt x="6210785" y="0"/>
                  </a:lnTo>
                  <a:lnTo>
                    <a:pt x="6210878" y="0"/>
                  </a:lnTo>
                  <a:lnTo>
                    <a:pt x="6210972" y="0"/>
                  </a:lnTo>
                  <a:lnTo>
                    <a:pt x="6211065" y="0"/>
                  </a:lnTo>
                  <a:lnTo>
                    <a:pt x="6211158" y="0"/>
                  </a:lnTo>
                  <a:lnTo>
                    <a:pt x="6211251" y="0"/>
                  </a:lnTo>
                  <a:lnTo>
                    <a:pt x="6211345" y="0"/>
                  </a:lnTo>
                  <a:lnTo>
                    <a:pt x="6211438" y="0"/>
                  </a:lnTo>
                  <a:lnTo>
                    <a:pt x="6211531" y="0"/>
                  </a:lnTo>
                  <a:lnTo>
                    <a:pt x="6211624" y="0"/>
                  </a:lnTo>
                  <a:lnTo>
                    <a:pt x="6211718" y="0"/>
                  </a:lnTo>
                  <a:lnTo>
                    <a:pt x="6211811" y="0"/>
                  </a:lnTo>
                  <a:lnTo>
                    <a:pt x="6211904" y="0"/>
                  </a:lnTo>
                  <a:lnTo>
                    <a:pt x="6211997" y="0"/>
                  </a:lnTo>
                  <a:lnTo>
                    <a:pt x="6212091" y="0"/>
                  </a:lnTo>
                  <a:lnTo>
                    <a:pt x="6212184" y="0"/>
                  </a:lnTo>
                  <a:lnTo>
                    <a:pt x="6212277" y="0"/>
                  </a:lnTo>
                  <a:lnTo>
                    <a:pt x="6212370" y="0"/>
                  </a:lnTo>
                  <a:lnTo>
                    <a:pt x="6212464" y="0"/>
                  </a:lnTo>
                  <a:lnTo>
                    <a:pt x="6212557" y="0"/>
                  </a:lnTo>
                  <a:lnTo>
                    <a:pt x="6212650" y="0"/>
                  </a:lnTo>
                  <a:lnTo>
                    <a:pt x="6212743" y="0"/>
                  </a:lnTo>
                  <a:lnTo>
                    <a:pt x="6212837" y="0"/>
                  </a:lnTo>
                  <a:lnTo>
                    <a:pt x="6212930" y="0"/>
                  </a:lnTo>
                  <a:lnTo>
                    <a:pt x="6213023" y="0"/>
                  </a:lnTo>
                  <a:lnTo>
                    <a:pt x="6213116" y="0"/>
                  </a:lnTo>
                  <a:lnTo>
                    <a:pt x="6213210" y="0"/>
                  </a:lnTo>
                  <a:lnTo>
                    <a:pt x="6213303" y="0"/>
                  </a:lnTo>
                  <a:lnTo>
                    <a:pt x="6213396" y="0"/>
                  </a:lnTo>
                  <a:lnTo>
                    <a:pt x="6213489" y="0"/>
                  </a:lnTo>
                  <a:lnTo>
                    <a:pt x="6213583" y="0"/>
                  </a:lnTo>
                  <a:lnTo>
                    <a:pt x="6213676" y="0"/>
                  </a:lnTo>
                  <a:lnTo>
                    <a:pt x="6213769" y="0"/>
                  </a:lnTo>
                  <a:lnTo>
                    <a:pt x="6213862" y="0"/>
                  </a:lnTo>
                  <a:lnTo>
                    <a:pt x="6213956" y="0"/>
                  </a:lnTo>
                  <a:lnTo>
                    <a:pt x="6214049" y="0"/>
                  </a:lnTo>
                  <a:lnTo>
                    <a:pt x="6214142" y="0"/>
                  </a:lnTo>
                  <a:lnTo>
                    <a:pt x="6214235" y="0"/>
                  </a:lnTo>
                  <a:lnTo>
                    <a:pt x="6214329" y="0"/>
                  </a:lnTo>
                  <a:lnTo>
                    <a:pt x="6214422" y="0"/>
                  </a:lnTo>
                  <a:lnTo>
                    <a:pt x="6214515" y="0"/>
                  </a:lnTo>
                  <a:lnTo>
                    <a:pt x="6214608" y="0"/>
                  </a:lnTo>
                  <a:lnTo>
                    <a:pt x="6214702" y="0"/>
                  </a:lnTo>
                  <a:lnTo>
                    <a:pt x="6214795" y="0"/>
                  </a:lnTo>
                  <a:lnTo>
                    <a:pt x="6214888" y="0"/>
                  </a:lnTo>
                  <a:lnTo>
                    <a:pt x="6214981" y="0"/>
                  </a:lnTo>
                  <a:lnTo>
                    <a:pt x="6215075" y="0"/>
                  </a:lnTo>
                  <a:lnTo>
                    <a:pt x="6215168" y="0"/>
                  </a:lnTo>
                  <a:lnTo>
                    <a:pt x="6215261" y="0"/>
                  </a:lnTo>
                  <a:lnTo>
                    <a:pt x="6215354" y="0"/>
                  </a:lnTo>
                  <a:lnTo>
                    <a:pt x="6215448" y="0"/>
                  </a:lnTo>
                  <a:lnTo>
                    <a:pt x="6215541" y="0"/>
                  </a:lnTo>
                  <a:lnTo>
                    <a:pt x="6215634" y="0"/>
                  </a:lnTo>
                  <a:lnTo>
                    <a:pt x="6215727" y="0"/>
                  </a:lnTo>
                  <a:lnTo>
                    <a:pt x="6215821" y="0"/>
                  </a:lnTo>
                  <a:lnTo>
                    <a:pt x="6215914" y="0"/>
                  </a:lnTo>
                  <a:lnTo>
                    <a:pt x="6216007" y="0"/>
                  </a:lnTo>
                  <a:lnTo>
                    <a:pt x="6216100" y="0"/>
                  </a:lnTo>
                  <a:lnTo>
                    <a:pt x="6216194" y="0"/>
                  </a:lnTo>
                  <a:lnTo>
                    <a:pt x="6216287" y="0"/>
                  </a:lnTo>
                  <a:lnTo>
                    <a:pt x="6216380" y="0"/>
                  </a:lnTo>
                  <a:lnTo>
                    <a:pt x="6216473" y="0"/>
                  </a:lnTo>
                  <a:lnTo>
                    <a:pt x="6216566" y="0"/>
                  </a:lnTo>
                  <a:lnTo>
                    <a:pt x="6216660" y="0"/>
                  </a:lnTo>
                  <a:lnTo>
                    <a:pt x="6216753" y="0"/>
                  </a:lnTo>
                  <a:lnTo>
                    <a:pt x="6216846" y="0"/>
                  </a:lnTo>
                  <a:lnTo>
                    <a:pt x="6216939" y="0"/>
                  </a:lnTo>
                  <a:lnTo>
                    <a:pt x="6217033" y="0"/>
                  </a:lnTo>
                  <a:lnTo>
                    <a:pt x="6217126" y="0"/>
                  </a:lnTo>
                  <a:lnTo>
                    <a:pt x="6217219" y="0"/>
                  </a:lnTo>
                  <a:lnTo>
                    <a:pt x="6217312" y="0"/>
                  </a:lnTo>
                  <a:lnTo>
                    <a:pt x="6217406" y="0"/>
                  </a:lnTo>
                  <a:lnTo>
                    <a:pt x="6217499" y="0"/>
                  </a:lnTo>
                  <a:lnTo>
                    <a:pt x="6217592" y="0"/>
                  </a:lnTo>
                  <a:lnTo>
                    <a:pt x="6217685" y="0"/>
                  </a:lnTo>
                  <a:lnTo>
                    <a:pt x="6217779" y="0"/>
                  </a:lnTo>
                  <a:lnTo>
                    <a:pt x="6217872" y="0"/>
                  </a:lnTo>
                  <a:lnTo>
                    <a:pt x="6217965" y="0"/>
                  </a:lnTo>
                  <a:lnTo>
                    <a:pt x="6218058" y="0"/>
                  </a:lnTo>
                  <a:lnTo>
                    <a:pt x="6218152" y="0"/>
                  </a:lnTo>
                  <a:lnTo>
                    <a:pt x="6218245" y="0"/>
                  </a:lnTo>
                  <a:lnTo>
                    <a:pt x="6218338" y="0"/>
                  </a:lnTo>
                  <a:lnTo>
                    <a:pt x="6218431" y="0"/>
                  </a:lnTo>
                  <a:lnTo>
                    <a:pt x="6218525" y="0"/>
                  </a:lnTo>
                  <a:lnTo>
                    <a:pt x="6218618" y="0"/>
                  </a:lnTo>
                  <a:lnTo>
                    <a:pt x="6218711" y="0"/>
                  </a:lnTo>
                  <a:lnTo>
                    <a:pt x="6218804" y="0"/>
                  </a:lnTo>
                  <a:lnTo>
                    <a:pt x="6218898" y="0"/>
                  </a:lnTo>
                  <a:lnTo>
                    <a:pt x="6218991" y="0"/>
                  </a:lnTo>
                  <a:lnTo>
                    <a:pt x="6219084" y="0"/>
                  </a:lnTo>
                  <a:lnTo>
                    <a:pt x="6219177" y="0"/>
                  </a:lnTo>
                  <a:lnTo>
                    <a:pt x="6219271" y="0"/>
                  </a:lnTo>
                  <a:lnTo>
                    <a:pt x="6219364" y="0"/>
                  </a:lnTo>
                  <a:lnTo>
                    <a:pt x="6219457" y="0"/>
                  </a:lnTo>
                  <a:lnTo>
                    <a:pt x="6219550" y="0"/>
                  </a:lnTo>
                  <a:lnTo>
                    <a:pt x="6219644" y="0"/>
                  </a:lnTo>
                  <a:lnTo>
                    <a:pt x="6219737" y="0"/>
                  </a:lnTo>
                  <a:lnTo>
                    <a:pt x="6219830" y="0"/>
                  </a:lnTo>
                  <a:lnTo>
                    <a:pt x="6219923" y="0"/>
                  </a:lnTo>
                  <a:lnTo>
                    <a:pt x="6220017" y="0"/>
                  </a:lnTo>
                  <a:lnTo>
                    <a:pt x="6220110" y="0"/>
                  </a:lnTo>
                  <a:lnTo>
                    <a:pt x="6220203" y="0"/>
                  </a:lnTo>
                  <a:lnTo>
                    <a:pt x="6220296" y="0"/>
                  </a:lnTo>
                  <a:lnTo>
                    <a:pt x="6220390" y="0"/>
                  </a:lnTo>
                  <a:lnTo>
                    <a:pt x="6220483" y="0"/>
                  </a:lnTo>
                  <a:lnTo>
                    <a:pt x="6220576" y="0"/>
                  </a:lnTo>
                  <a:lnTo>
                    <a:pt x="6220669" y="0"/>
                  </a:lnTo>
                  <a:lnTo>
                    <a:pt x="6220763" y="0"/>
                  </a:lnTo>
                  <a:lnTo>
                    <a:pt x="6220856" y="0"/>
                  </a:lnTo>
                  <a:lnTo>
                    <a:pt x="6220949" y="0"/>
                  </a:lnTo>
                  <a:lnTo>
                    <a:pt x="6221042" y="0"/>
                  </a:lnTo>
                  <a:lnTo>
                    <a:pt x="6221136" y="0"/>
                  </a:lnTo>
                  <a:lnTo>
                    <a:pt x="6221229" y="0"/>
                  </a:lnTo>
                  <a:lnTo>
                    <a:pt x="6221322" y="0"/>
                  </a:lnTo>
                  <a:lnTo>
                    <a:pt x="6221415" y="0"/>
                  </a:lnTo>
                  <a:lnTo>
                    <a:pt x="6221509" y="0"/>
                  </a:lnTo>
                  <a:lnTo>
                    <a:pt x="6221602" y="0"/>
                  </a:lnTo>
                  <a:lnTo>
                    <a:pt x="6221695" y="0"/>
                  </a:lnTo>
                  <a:lnTo>
                    <a:pt x="6221788" y="0"/>
                  </a:lnTo>
                  <a:lnTo>
                    <a:pt x="6221882" y="0"/>
                  </a:lnTo>
                  <a:lnTo>
                    <a:pt x="6221975" y="0"/>
                  </a:lnTo>
                  <a:lnTo>
                    <a:pt x="6222068" y="0"/>
                  </a:lnTo>
                  <a:lnTo>
                    <a:pt x="6222161" y="0"/>
                  </a:lnTo>
                  <a:lnTo>
                    <a:pt x="6222255" y="0"/>
                  </a:lnTo>
                  <a:lnTo>
                    <a:pt x="6222348" y="0"/>
                  </a:lnTo>
                  <a:lnTo>
                    <a:pt x="6222441" y="0"/>
                  </a:lnTo>
                  <a:lnTo>
                    <a:pt x="6222534" y="0"/>
                  </a:lnTo>
                  <a:lnTo>
                    <a:pt x="6222628" y="0"/>
                  </a:lnTo>
                  <a:lnTo>
                    <a:pt x="6222721" y="0"/>
                  </a:lnTo>
                  <a:lnTo>
                    <a:pt x="6222814" y="0"/>
                  </a:lnTo>
                  <a:lnTo>
                    <a:pt x="6222907" y="0"/>
                  </a:lnTo>
                  <a:lnTo>
                    <a:pt x="6223001" y="0"/>
                  </a:lnTo>
                  <a:lnTo>
                    <a:pt x="6223094" y="0"/>
                  </a:lnTo>
                  <a:lnTo>
                    <a:pt x="6223187" y="0"/>
                  </a:lnTo>
                  <a:lnTo>
                    <a:pt x="6223280" y="0"/>
                  </a:lnTo>
                  <a:lnTo>
                    <a:pt x="6223373" y="0"/>
                  </a:lnTo>
                  <a:lnTo>
                    <a:pt x="6223467" y="0"/>
                  </a:lnTo>
                  <a:lnTo>
                    <a:pt x="6223560" y="0"/>
                  </a:lnTo>
                  <a:lnTo>
                    <a:pt x="6223653" y="0"/>
                  </a:lnTo>
                  <a:lnTo>
                    <a:pt x="6223746" y="0"/>
                  </a:lnTo>
                  <a:lnTo>
                    <a:pt x="6223840" y="0"/>
                  </a:lnTo>
                  <a:lnTo>
                    <a:pt x="6223933" y="0"/>
                  </a:lnTo>
                  <a:lnTo>
                    <a:pt x="6224026" y="0"/>
                  </a:lnTo>
                  <a:lnTo>
                    <a:pt x="6224119" y="0"/>
                  </a:lnTo>
                  <a:lnTo>
                    <a:pt x="6224213" y="0"/>
                  </a:lnTo>
                  <a:lnTo>
                    <a:pt x="6224306" y="0"/>
                  </a:lnTo>
                  <a:lnTo>
                    <a:pt x="6224399" y="0"/>
                  </a:lnTo>
                  <a:lnTo>
                    <a:pt x="6224492" y="0"/>
                  </a:lnTo>
                  <a:lnTo>
                    <a:pt x="6224586" y="0"/>
                  </a:lnTo>
                  <a:lnTo>
                    <a:pt x="6224679" y="0"/>
                  </a:lnTo>
                  <a:lnTo>
                    <a:pt x="6224772" y="0"/>
                  </a:lnTo>
                  <a:lnTo>
                    <a:pt x="6224865" y="0"/>
                  </a:lnTo>
                  <a:lnTo>
                    <a:pt x="6224959" y="0"/>
                  </a:lnTo>
                  <a:lnTo>
                    <a:pt x="6225052" y="0"/>
                  </a:lnTo>
                  <a:lnTo>
                    <a:pt x="6225145" y="0"/>
                  </a:lnTo>
                  <a:lnTo>
                    <a:pt x="6225238" y="0"/>
                  </a:lnTo>
                  <a:lnTo>
                    <a:pt x="6225332" y="0"/>
                  </a:lnTo>
                  <a:lnTo>
                    <a:pt x="6225425" y="0"/>
                  </a:lnTo>
                  <a:lnTo>
                    <a:pt x="6225518" y="0"/>
                  </a:lnTo>
                  <a:lnTo>
                    <a:pt x="6225611" y="0"/>
                  </a:lnTo>
                  <a:lnTo>
                    <a:pt x="6225705" y="0"/>
                  </a:lnTo>
                  <a:lnTo>
                    <a:pt x="6225798" y="0"/>
                  </a:lnTo>
                  <a:lnTo>
                    <a:pt x="6225891" y="0"/>
                  </a:lnTo>
                  <a:lnTo>
                    <a:pt x="6225984" y="0"/>
                  </a:lnTo>
                  <a:lnTo>
                    <a:pt x="6226078" y="0"/>
                  </a:lnTo>
                  <a:lnTo>
                    <a:pt x="6226171" y="0"/>
                  </a:lnTo>
                  <a:lnTo>
                    <a:pt x="6226264" y="0"/>
                  </a:lnTo>
                  <a:lnTo>
                    <a:pt x="6226357" y="0"/>
                  </a:lnTo>
                  <a:lnTo>
                    <a:pt x="6226451" y="0"/>
                  </a:lnTo>
                  <a:lnTo>
                    <a:pt x="6226544" y="0"/>
                  </a:lnTo>
                  <a:lnTo>
                    <a:pt x="6226637" y="0"/>
                  </a:lnTo>
                  <a:lnTo>
                    <a:pt x="6226730" y="0"/>
                  </a:lnTo>
                  <a:lnTo>
                    <a:pt x="6226824" y="0"/>
                  </a:lnTo>
                  <a:lnTo>
                    <a:pt x="6226917" y="0"/>
                  </a:lnTo>
                  <a:lnTo>
                    <a:pt x="6227010" y="0"/>
                  </a:lnTo>
                  <a:lnTo>
                    <a:pt x="6227103" y="0"/>
                  </a:lnTo>
                  <a:lnTo>
                    <a:pt x="6227197" y="0"/>
                  </a:lnTo>
                  <a:lnTo>
                    <a:pt x="6227290" y="0"/>
                  </a:lnTo>
                  <a:lnTo>
                    <a:pt x="6227383" y="0"/>
                  </a:lnTo>
                  <a:lnTo>
                    <a:pt x="6227476" y="0"/>
                  </a:lnTo>
                  <a:lnTo>
                    <a:pt x="6227570" y="0"/>
                  </a:lnTo>
                  <a:lnTo>
                    <a:pt x="6227663" y="0"/>
                  </a:lnTo>
                  <a:lnTo>
                    <a:pt x="6227756" y="0"/>
                  </a:lnTo>
                  <a:lnTo>
                    <a:pt x="6227849" y="0"/>
                  </a:lnTo>
                  <a:lnTo>
                    <a:pt x="6227943" y="0"/>
                  </a:lnTo>
                  <a:lnTo>
                    <a:pt x="6228036" y="0"/>
                  </a:lnTo>
                  <a:lnTo>
                    <a:pt x="6228129" y="0"/>
                  </a:lnTo>
                  <a:lnTo>
                    <a:pt x="6228222" y="0"/>
                  </a:lnTo>
                  <a:lnTo>
                    <a:pt x="6228316" y="0"/>
                  </a:lnTo>
                  <a:lnTo>
                    <a:pt x="6228409" y="0"/>
                  </a:lnTo>
                  <a:lnTo>
                    <a:pt x="6228502" y="0"/>
                  </a:lnTo>
                  <a:lnTo>
                    <a:pt x="6228595" y="0"/>
                  </a:lnTo>
                  <a:lnTo>
                    <a:pt x="6228689" y="0"/>
                  </a:lnTo>
                  <a:lnTo>
                    <a:pt x="6228782" y="0"/>
                  </a:lnTo>
                  <a:lnTo>
                    <a:pt x="6228875" y="0"/>
                  </a:lnTo>
                  <a:lnTo>
                    <a:pt x="6228968" y="0"/>
                  </a:lnTo>
                  <a:lnTo>
                    <a:pt x="6229062" y="0"/>
                  </a:lnTo>
                  <a:lnTo>
                    <a:pt x="6229155" y="0"/>
                  </a:lnTo>
                  <a:lnTo>
                    <a:pt x="6229248" y="0"/>
                  </a:lnTo>
                  <a:lnTo>
                    <a:pt x="6229341" y="0"/>
                  </a:lnTo>
                  <a:lnTo>
                    <a:pt x="6229435" y="0"/>
                  </a:lnTo>
                  <a:lnTo>
                    <a:pt x="6229528" y="0"/>
                  </a:lnTo>
                  <a:lnTo>
                    <a:pt x="6229621" y="0"/>
                  </a:lnTo>
                  <a:lnTo>
                    <a:pt x="6229714" y="0"/>
                  </a:lnTo>
                  <a:lnTo>
                    <a:pt x="6229808" y="0"/>
                  </a:lnTo>
                  <a:lnTo>
                    <a:pt x="6229901" y="0"/>
                  </a:lnTo>
                  <a:lnTo>
                    <a:pt x="6229994" y="0"/>
                  </a:lnTo>
                  <a:lnTo>
                    <a:pt x="6230087" y="0"/>
                  </a:lnTo>
                  <a:lnTo>
                    <a:pt x="6230180" y="0"/>
                  </a:lnTo>
                  <a:lnTo>
                    <a:pt x="6230274" y="0"/>
                  </a:lnTo>
                  <a:lnTo>
                    <a:pt x="6230367" y="0"/>
                  </a:lnTo>
                  <a:lnTo>
                    <a:pt x="6230460" y="0"/>
                  </a:lnTo>
                  <a:lnTo>
                    <a:pt x="6230553" y="0"/>
                  </a:lnTo>
                  <a:lnTo>
                    <a:pt x="6230647" y="0"/>
                  </a:lnTo>
                  <a:lnTo>
                    <a:pt x="6230740" y="0"/>
                  </a:lnTo>
                  <a:lnTo>
                    <a:pt x="6230833" y="0"/>
                  </a:lnTo>
                  <a:lnTo>
                    <a:pt x="6230926" y="0"/>
                  </a:lnTo>
                  <a:lnTo>
                    <a:pt x="6231020" y="0"/>
                  </a:lnTo>
                  <a:lnTo>
                    <a:pt x="6231113" y="0"/>
                  </a:lnTo>
                  <a:lnTo>
                    <a:pt x="6231206" y="0"/>
                  </a:lnTo>
                  <a:lnTo>
                    <a:pt x="6231299" y="0"/>
                  </a:lnTo>
                  <a:lnTo>
                    <a:pt x="6231393" y="0"/>
                  </a:lnTo>
                  <a:lnTo>
                    <a:pt x="6231486" y="0"/>
                  </a:lnTo>
                  <a:lnTo>
                    <a:pt x="6231579" y="0"/>
                  </a:lnTo>
                  <a:lnTo>
                    <a:pt x="6231672" y="0"/>
                  </a:lnTo>
                  <a:lnTo>
                    <a:pt x="6231766" y="0"/>
                  </a:lnTo>
                  <a:lnTo>
                    <a:pt x="6231859" y="0"/>
                  </a:lnTo>
                  <a:lnTo>
                    <a:pt x="6231952" y="0"/>
                  </a:lnTo>
                  <a:lnTo>
                    <a:pt x="6232045" y="0"/>
                  </a:lnTo>
                  <a:lnTo>
                    <a:pt x="6232139" y="0"/>
                  </a:lnTo>
                  <a:lnTo>
                    <a:pt x="6232232" y="0"/>
                  </a:lnTo>
                  <a:lnTo>
                    <a:pt x="6232325" y="0"/>
                  </a:lnTo>
                  <a:lnTo>
                    <a:pt x="6232418" y="0"/>
                  </a:lnTo>
                  <a:lnTo>
                    <a:pt x="6232512" y="0"/>
                  </a:lnTo>
                  <a:lnTo>
                    <a:pt x="6232605" y="0"/>
                  </a:lnTo>
                  <a:lnTo>
                    <a:pt x="6232698" y="0"/>
                  </a:lnTo>
                  <a:lnTo>
                    <a:pt x="6232791" y="0"/>
                  </a:lnTo>
                  <a:lnTo>
                    <a:pt x="6232885" y="0"/>
                  </a:lnTo>
                  <a:lnTo>
                    <a:pt x="6232978" y="0"/>
                  </a:lnTo>
                  <a:lnTo>
                    <a:pt x="6233071" y="0"/>
                  </a:lnTo>
                  <a:lnTo>
                    <a:pt x="6233164" y="0"/>
                  </a:lnTo>
                  <a:lnTo>
                    <a:pt x="6233258" y="0"/>
                  </a:lnTo>
                  <a:lnTo>
                    <a:pt x="6233351" y="0"/>
                  </a:lnTo>
                  <a:lnTo>
                    <a:pt x="6233444" y="0"/>
                  </a:lnTo>
                  <a:lnTo>
                    <a:pt x="6233537" y="0"/>
                  </a:lnTo>
                  <a:lnTo>
                    <a:pt x="6233631" y="0"/>
                  </a:lnTo>
                  <a:lnTo>
                    <a:pt x="6233724" y="0"/>
                  </a:lnTo>
                  <a:lnTo>
                    <a:pt x="6233817" y="0"/>
                  </a:lnTo>
                  <a:lnTo>
                    <a:pt x="6233910" y="0"/>
                  </a:lnTo>
                  <a:lnTo>
                    <a:pt x="6234004" y="0"/>
                  </a:lnTo>
                  <a:lnTo>
                    <a:pt x="6234097" y="0"/>
                  </a:lnTo>
                  <a:lnTo>
                    <a:pt x="6234190" y="0"/>
                  </a:lnTo>
                  <a:lnTo>
                    <a:pt x="6234283" y="0"/>
                  </a:lnTo>
                  <a:lnTo>
                    <a:pt x="6234377" y="0"/>
                  </a:lnTo>
                  <a:lnTo>
                    <a:pt x="6234470" y="0"/>
                  </a:lnTo>
                  <a:lnTo>
                    <a:pt x="6234563" y="0"/>
                  </a:lnTo>
                  <a:lnTo>
                    <a:pt x="6234656" y="0"/>
                  </a:lnTo>
                  <a:lnTo>
                    <a:pt x="6234750" y="0"/>
                  </a:lnTo>
                  <a:lnTo>
                    <a:pt x="6234843" y="0"/>
                  </a:lnTo>
                  <a:lnTo>
                    <a:pt x="6234936" y="0"/>
                  </a:lnTo>
                  <a:lnTo>
                    <a:pt x="6235029" y="0"/>
                  </a:lnTo>
                  <a:lnTo>
                    <a:pt x="6235123" y="0"/>
                  </a:lnTo>
                  <a:lnTo>
                    <a:pt x="6235216" y="0"/>
                  </a:lnTo>
                  <a:lnTo>
                    <a:pt x="6235309" y="0"/>
                  </a:lnTo>
                  <a:lnTo>
                    <a:pt x="6235402" y="0"/>
                  </a:lnTo>
                  <a:lnTo>
                    <a:pt x="6235496" y="0"/>
                  </a:lnTo>
                  <a:lnTo>
                    <a:pt x="6235589" y="0"/>
                  </a:lnTo>
                  <a:lnTo>
                    <a:pt x="6235682" y="0"/>
                  </a:lnTo>
                  <a:lnTo>
                    <a:pt x="6235775" y="0"/>
                  </a:lnTo>
                  <a:lnTo>
                    <a:pt x="6235869" y="0"/>
                  </a:lnTo>
                  <a:lnTo>
                    <a:pt x="6235962" y="0"/>
                  </a:lnTo>
                  <a:lnTo>
                    <a:pt x="6236055" y="0"/>
                  </a:lnTo>
                  <a:lnTo>
                    <a:pt x="6236148" y="0"/>
                  </a:lnTo>
                  <a:lnTo>
                    <a:pt x="6236242" y="0"/>
                  </a:lnTo>
                  <a:lnTo>
                    <a:pt x="6236335" y="0"/>
                  </a:lnTo>
                  <a:lnTo>
                    <a:pt x="6236428" y="0"/>
                  </a:lnTo>
                  <a:lnTo>
                    <a:pt x="6236521" y="0"/>
                  </a:lnTo>
                  <a:lnTo>
                    <a:pt x="6236615" y="0"/>
                  </a:lnTo>
                  <a:lnTo>
                    <a:pt x="6236708" y="0"/>
                  </a:lnTo>
                  <a:lnTo>
                    <a:pt x="6236801" y="0"/>
                  </a:lnTo>
                  <a:lnTo>
                    <a:pt x="6236894" y="0"/>
                  </a:lnTo>
                  <a:lnTo>
                    <a:pt x="6236988" y="0"/>
                  </a:lnTo>
                  <a:lnTo>
                    <a:pt x="6237081" y="0"/>
                  </a:lnTo>
                  <a:lnTo>
                    <a:pt x="6237174" y="0"/>
                  </a:lnTo>
                  <a:lnTo>
                    <a:pt x="6237267" y="0"/>
                  </a:lnTo>
                  <a:lnTo>
                    <a:pt x="6237360" y="0"/>
                  </a:lnTo>
                  <a:lnTo>
                    <a:pt x="6237454" y="0"/>
                  </a:lnTo>
                  <a:lnTo>
                    <a:pt x="6237547" y="0"/>
                  </a:lnTo>
                  <a:lnTo>
                    <a:pt x="6237640" y="0"/>
                  </a:lnTo>
                  <a:lnTo>
                    <a:pt x="6237733" y="0"/>
                  </a:lnTo>
                  <a:lnTo>
                    <a:pt x="6237827" y="0"/>
                  </a:lnTo>
                  <a:lnTo>
                    <a:pt x="6237920" y="0"/>
                  </a:lnTo>
                  <a:lnTo>
                    <a:pt x="6238013" y="0"/>
                  </a:lnTo>
                  <a:lnTo>
                    <a:pt x="6238106" y="0"/>
                  </a:lnTo>
                  <a:lnTo>
                    <a:pt x="6238200" y="0"/>
                  </a:lnTo>
                  <a:lnTo>
                    <a:pt x="6238293" y="0"/>
                  </a:lnTo>
                  <a:lnTo>
                    <a:pt x="6238386" y="0"/>
                  </a:lnTo>
                  <a:lnTo>
                    <a:pt x="6238479" y="0"/>
                  </a:lnTo>
                  <a:lnTo>
                    <a:pt x="6238573" y="0"/>
                  </a:lnTo>
                  <a:lnTo>
                    <a:pt x="6238666" y="0"/>
                  </a:lnTo>
                  <a:lnTo>
                    <a:pt x="6238759" y="0"/>
                  </a:lnTo>
                  <a:lnTo>
                    <a:pt x="6238852" y="0"/>
                  </a:lnTo>
                  <a:lnTo>
                    <a:pt x="6238946" y="0"/>
                  </a:lnTo>
                  <a:lnTo>
                    <a:pt x="6239039" y="0"/>
                  </a:lnTo>
                  <a:lnTo>
                    <a:pt x="6239132" y="0"/>
                  </a:lnTo>
                  <a:lnTo>
                    <a:pt x="6239225" y="0"/>
                  </a:lnTo>
                  <a:lnTo>
                    <a:pt x="6239319" y="0"/>
                  </a:lnTo>
                  <a:lnTo>
                    <a:pt x="6239412" y="0"/>
                  </a:lnTo>
                  <a:lnTo>
                    <a:pt x="6239505" y="0"/>
                  </a:lnTo>
                  <a:lnTo>
                    <a:pt x="6239598" y="0"/>
                  </a:lnTo>
                  <a:lnTo>
                    <a:pt x="6239692" y="0"/>
                  </a:lnTo>
                  <a:lnTo>
                    <a:pt x="6239785" y="0"/>
                  </a:lnTo>
                  <a:lnTo>
                    <a:pt x="6239878" y="0"/>
                  </a:lnTo>
                  <a:lnTo>
                    <a:pt x="6239971" y="0"/>
                  </a:lnTo>
                  <a:lnTo>
                    <a:pt x="6240065" y="0"/>
                  </a:lnTo>
                  <a:lnTo>
                    <a:pt x="6240158" y="0"/>
                  </a:lnTo>
                  <a:lnTo>
                    <a:pt x="6240251" y="0"/>
                  </a:lnTo>
                  <a:lnTo>
                    <a:pt x="6240344" y="0"/>
                  </a:lnTo>
                  <a:lnTo>
                    <a:pt x="6240438" y="0"/>
                  </a:lnTo>
                  <a:lnTo>
                    <a:pt x="6240531" y="0"/>
                  </a:lnTo>
                  <a:lnTo>
                    <a:pt x="6240624" y="0"/>
                  </a:lnTo>
                  <a:lnTo>
                    <a:pt x="6240717" y="0"/>
                  </a:lnTo>
                  <a:lnTo>
                    <a:pt x="6240811" y="0"/>
                  </a:lnTo>
                  <a:lnTo>
                    <a:pt x="6240904" y="0"/>
                  </a:lnTo>
                  <a:lnTo>
                    <a:pt x="6240997" y="0"/>
                  </a:lnTo>
                  <a:lnTo>
                    <a:pt x="6241090" y="0"/>
                  </a:lnTo>
                  <a:lnTo>
                    <a:pt x="6241184" y="0"/>
                  </a:lnTo>
                  <a:lnTo>
                    <a:pt x="6241277" y="0"/>
                  </a:lnTo>
                  <a:lnTo>
                    <a:pt x="6241370" y="0"/>
                  </a:lnTo>
                  <a:lnTo>
                    <a:pt x="6241463" y="0"/>
                  </a:lnTo>
                  <a:lnTo>
                    <a:pt x="6241557" y="0"/>
                  </a:lnTo>
                  <a:lnTo>
                    <a:pt x="6241650" y="0"/>
                  </a:lnTo>
                  <a:lnTo>
                    <a:pt x="6241743" y="0"/>
                  </a:lnTo>
                  <a:lnTo>
                    <a:pt x="6241836" y="0"/>
                  </a:lnTo>
                  <a:lnTo>
                    <a:pt x="6241930" y="0"/>
                  </a:lnTo>
                  <a:lnTo>
                    <a:pt x="6242023" y="0"/>
                  </a:lnTo>
                  <a:lnTo>
                    <a:pt x="6242116" y="0"/>
                  </a:lnTo>
                  <a:lnTo>
                    <a:pt x="6242209" y="0"/>
                  </a:lnTo>
                  <a:lnTo>
                    <a:pt x="6242303" y="0"/>
                  </a:lnTo>
                  <a:lnTo>
                    <a:pt x="6242396" y="0"/>
                  </a:lnTo>
                  <a:lnTo>
                    <a:pt x="6242489" y="0"/>
                  </a:lnTo>
                  <a:lnTo>
                    <a:pt x="6242582" y="0"/>
                  </a:lnTo>
                  <a:lnTo>
                    <a:pt x="6242676" y="0"/>
                  </a:lnTo>
                  <a:lnTo>
                    <a:pt x="6242769" y="0"/>
                  </a:lnTo>
                  <a:lnTo>
                    <a:pt x="6242862" y="0"/>
                  </a:lnTo>
                  <a:lnTo>
                    <a:pt x="6242955" y="0"/>
                  </a:lnTo>
                  <a:lnTo>
                    <a:pt x="6243049" y="0"/>
                  </a:lnTo>
                  <a:lnTo>
                    <a:pt x="6243142" y="0"/>
                  </a:lnTo>
                  <a:lnTo>
                    <a:pt x="6243235" y="0"/>
                  </a:lnTo>
                  <a:lnTo>
                    <a:pt x="6243328" y="0"/>
                  </a:lnTo>
                  <a:lnTo>
                    <a:pt x="6243422" y="0"/>
                  </a:lnTo>
                  <a:lnTo>
                    <a:pt x="6243515" y="0"/>
                  </a:lnTo>
                  <a:lnTo>
                    <a:pt x="6243608" y="0"/>
                  </a:lnTo>
                  <a:lnTo>
                    <a:pt x="6243701" y="0"/>
                  </a:lnTo>
                  <a:lnTo>
                    <a:pt x="6243795" y="0"/>
                  </a:lnTo>
                  <a:lnTo>
                    <a:pt x="6243888" y="0"/>
                  </a:lnTo>
                  <a:lnTo>
                    <a:pt x="6243981" y="0"/>
                  </a:lnTo>
                  <a:lnTo>
                    <a:pt x="6244074" y="0"/>
                  </a:lnTo>
                  <a:lnTo>
                    <a:pt x="6244167" y="0"/>
                  </a:lnTo>
                  <a:lnTo>
                    <a:pt x="6244261" y="0"/>
                  </a:lnTo>
                  <a:lnTo>
                    <a:pt x="6244354" y="0"/>
                  </a:lnTo>
                  <a:lnTo>
                    <a:pt x="6244447" y="0"/>
                  </a:lnTo>
                  <a:lnTo>
                    <a:pt x="6244540" y="0"/>
                  </a:lnTo>
                  <a:lnTo>
                    <a:pt x="6244634" y="0"/>
                  </a:lnTo>
                  <a:lnTo>
                    <a:pt x="6244727" y="0"/>
                  </a:lnTo>
                  <a:lnTo>
                    <a:pt x="6244820" y="0"/>
                  </a:lnTo>
                  <a:lnTo>
                    <a:pt x="6244913" y="0"/>
                  </a:lnTo>
                  <a:lnTo>
                    <a:pt x="6245007" y="0"/>
                  </a:lnTo>
                  <a:lnTo>
                    <a:pt x="6245100" y="0"/>
                  </a:lnTo>
                  <a:lnTo>
                    <a:pt x="6245193" y="0"/>
                  </a:lnTo>
                  <a:lnTo>
                    <a:pt x="6245286" y="0"/>
                  </a:lnTo>
                  <a:lnTo>
                    <a:pt x="6245380" y="0"/>
                  </a:lnTo>
                  <a:lnTo>
                    <a:pt x="6245473" y="0"/>
                  </a:lnTo>
                  <a:lnTo>
                    <a:pt x="6245566" y="0"/>
                  </a:lnTo>
                  <a:lnTo>
                    <a:pt x="6245659" y="0"/>
                  </a:lnTo>
                  <a:lnTo>
                    <a:pt x="6245753" y="0"/>
                  </a:lnTo>
                  <a:lnTo>
                    <a:pt x="6245846" y="0"/>
                  </a:lnTo>
                  <a:lnTo>
                    <a:pt x="6245939" y="0"/>
                  </a:lnTo>
                  <a:lnTo>
                    <a:pt x="6246032" y="0"/>
                  </a:lnTo>
                  <a:lnTo>
                    <a:pt x="6246126" y="0"/>
                  </a:lnTo>
                  <a:lnTo>
                    <a:pt x="6246219" y="0"/>
                  </a:lnTo>
                  <a:lnTo>
                    <a:pt x="6246312" y="0"/>
                  </a:lnTo>
                  <a:lnTo>
                    <a:pt x="6246405" y="0"/>
                  </a:lnTo>
                  <a:lnTo>
                    <a:pt x="6246499" y="0"/>
                  </a:lnTo>
                  <a:lnTo>
                    <a:pt x="6246592" y="0"/>
                  </a:lnTo>
                  <a:lnTo>
                    <a:pt x="6246685" y="0"/>
                  </a:lnTo>
                  <a:lnTo>
                    <a:pt x="6246778" y="0"/>
                  </a:lnTo>
                  <a:lnTo>
                    <a:pt x="6246872" y="0"/>
                  </a:lnTo>
                  <a:lnTo>
                    <a:pt x="6246965" y="0"/>
                  </a:lnTo>
                  <a:lnTo>
                    <a:pt x="6247058" y="0"/>
                  </a:lnTo>
                  <a:lnTo>
                    <a:pt x="6247151" y="0"/>
                  </a:lnTo>
                  <a:lnTo>
                    <a:pt x="6247245" y="0"/>
                  </a:lnTo>
                  <a:lnTo>
                    <a:pt x="6247338" y="0"/>
                  </a:lnTo>
                  <a:lnTo>
                    <a:pt x="6247431" y="0"/>
                  </a:lnTo>
                  <a:lnTo>
                    <a:pt x="6247524" y="0"/>
                  </a:lnTo>
                  <a:lnTo>
                    <a:pt x="6247618" y="0"/>
                  </a:lnTo>
                  <a:lnTo>
                    <a:pt x="6247711" y="0"/>
                  </a:lnTo>
                  <a:lnTo>
                    <a:pt x="6247804" y="0"/>
                  </a:lnTo>
                  <a:lnTo>
                    <a:pt x="6247897" y="0"/>
                  </a:lnTo>
                  <a:lnTo>
                    <a:pt x="6247991" y="0"/>
                  </a:lnTo>
                  <a:lnTo>
                    <a:pt x="6248084" y="0"/>
                  </a:lnTo>
                  <a:lnTo>
                    <a:pt x="6248177" y="0"/>
                  </a:lnTo>
                  <a:lnTo>
                    <a:pt x="6248270" y="0"/>
                  </a:lnTo>
                  <a:lnTo>
                    <a:pt x="6248364" y="0"/>
                  </a:lnTo>
                  <a:lnTo>
                    <a:pt x="6248457" y="0"/>
                  </a:lnTo>
                  <a:lnTo>
                    <a:pt x="6248550" y="0"/>
                  </a:lnTo>
                  <a:lnTo>
                    <a:pt x="6248643" y="0"/>
                  </a:lnTo>
                  <a:lnTo>
                    <a:pt x="6248737" y="0"/>
                  </a:lnTo>
                  <a:lnTo>
                    <a:pt x="6248830" y="0"/>
                  </a:lnTo>
                  <a:lnTo>
                    <a:pt x="6248923" y="0"/>
                  </a:lnTo>
                  <a:lnTo>
                    <a:pt x="6249016" y="0"/>
                  </a:lnTo>
                  <a:lnTo>
                    <a:pt x="6249110" y="0"/>
                  </a:lnTo>
                  <a:lnTo>
                    <a:pt x="6249203" y="0"/>
                  </a:lnTo>
                  <a:lnTo>
                    <a:pt x="6249296" y="0"/>
                  </a:lnTo>
                  <a:lnTo>
                    <a:pt x="6249389" y="0"/>
                  </a:lnTo>
                  <a:lnTo>
                    <a:pt x="6249483" y="0"/>
                  </a:lnTo>
                  <a:lnTo>
                    <a:pt x="6249576" y="0"/>
                  </a:lnTo>
                  <a:lnTo>
                    <a:pt x="6249669" y="0"/>
                  </a:lnTo>
                  <a:lnTo>
                    <a:pt x="6249762" y="0"/>
                  </a:lnTo>
                  <a:lnTo>
                    <a:pt x="6249856" y="0"/>
                  </a:lnTo>
                  <a:lnTo>
                    <a:pt x="6249949" y="0"/>
                  </a:lnTo>
                  <a:lnTo>
                    <a:pt x="6250042" y="0"/>
                  </a:lnTo>
                  <a:lnTo>
                    <a:pt x="6250135" y="0"/>
                  </a:lnTo>
                  <a:lnTo>
                    <a:pt x="6250229" y="0"/>
                  </a:lnTo>
                  <a:lnTo>
                    <a:pt x="6250322" y="0"/>
                  </a:lnTo>
                  <a:lnTo>
                    <a:pt x="6250415" y="0"/>
                  </a:lnTo>
                  <a:lnTo>
                    <a:pt x="6250508" y="0"/>
                  </a:lnTo>
                  <a:lnTo>
                    <a:pt x="6250602" y="0"/>
                  </a:lnTo>
                  <a:lnTo>
                    <a:pt x="6250695" y="0"/>
                  </a:lnTo>
                  <a:lnTo>
                    <a:pt x="6250788" y="0"/>
                  </a:lnTo>
                  <a:lnTo>
                    <a:pt x="6250881" y="0"/>
                  </a:lnTo>
                  <a:lnTo>
                    <a:pt x="6250974" y="0"/>
                  </a:lnTo>
                  <a:lnTo>
                    <a:pt x="6251068" y="0"/>
                  </a:lnTo>
                  <a:lnTo>
                    <a:pt x="6251161" y="0"/>
                  </a:lnTo>
                  <a:lnTo>
                    <a:pt x="6251254" y="0"/>
                  </a:lnTo>
                  <a:lnTo>
                    <a:pt x="6251347" y="0"/>
                  </a:lnTo>
                  <a:lnTo>
                    <a:pt x="6251441" y="0"/>
                  </a:lnTo>
                  <a:lnTo>
                    <a:pt x="6251534" y="0"/>
                  </a:lnTo>
                  <a:lnTo>
                    <a:pt x="6251627" y="0"/>
                  </a:lnTo>
                  <a:lnTo>
                    <a:pt x="6251720" y="0"/>
                  </a:lnTo>
                  <a:lnTo>
                    <a:pt x="6251814" y="0"/>
                  </a:lnTo>
                  <a:lnTo>
                    <a:pt x="6251907" y="0"/>
                  </a:lnTo>
                  <a:lnTo>
                    <a:pt x="6252000" y="0"/>
                  </a:lnTo>
                  <a:lnTo>
                    <a:pt x="6252093" y="0"/>
                  </a:lnTo>
                  <a:lnTo>
                    <a:pt x="6252187" y="0"/>
                  </a:lnTo>
                  <a:lnTo>
                    <a:pt x="6252280" y="0"/>
                  </a:lnTo>
                  <a:lnTo>
                    <a:pt x="6252373" y="0"/>
                  </a:lnTo>
                  <a:lnTo>
                    <a:pt x="6252466" y="0"/>
                  </a:lnTo>
                  <a:lnTo>
                    <a:pt x="6252560" y="0"/>
                  </a:lnTo>
                  <a:lnTo>
                    <a:pt x="6252653" y="0"/>
                  </a:lnTo>
                  <a:lnTo>
                    <a:pt x="6252746" y="0"/>
                  </a:lnTo>
                  <a:lnTo>
                    <a:pt x="6252839" y="0"/>
                  </a:lnTo>
                  <a:lnTo>
                    <a:pt x="6252933" y="0"/>
                  </a:lnTo>
                  <a:lnTo>
                    <a:pt x="6253026" y="0"/>
                  </a:lnTo>
                  <a:lnTo>
                    <a:pt x="6253119" y="0"/>
                  </a:lnTo>
                  <a:lnTo>
                    <a:pt x="6253212" y="0"/>
                  </a:lnTo>
                  <a:lnTo>
                    <a:pt x="6253306" y="0"/>
                  </a:lnTo>
                  <a:lnTo>
                    <a:pt x="6253399" y="0"/>
                  </a:lnTo>
                  <a:lnTo>
                    <a:pt x="6253492" y="0"/>
                  </a:lnTo>
                  <a:lnTo>
                    <a:pt x="6253585" y="0"/>
                  </a:lnTo>
                  <a:lnTo>
                    <a:pt x="6253679" y="0"/>
                  </a:lnTo>
                  <a:lnTo>
                    <a:pt x="6253772" y="0"/>
                  </a:lnTo>
                  <a:lnTo>
                    <a:pt x="6253865" y="0"/>
                  </a:lnTo>
                  <a:lnTo>
                    <a:pt x="6253958" y="0"/>
                  </a:lnTo>
                  <a:lnTo>
                    <a:pt x="6254052" y="0"/>
                  </a:lnTo>
                  <a:lnTo>
                    <a:pt x="6254145" y="0"/>
                  </a:lnTo>
                  <a:lnTo>
                    <a:pt x="6254238" y="0"/>
                  </a:lnTo>
                  <a:lnTo>
                    <a:pt x="6254331" y="0"/>
                  </a:lnTo>
                  <a:lnTo>
                    <a:pt x="6254425" y="0"/>
                  </a:lnTo>
                  <a:lnTo>
                    <a:pt x="6254518" y="0"/>
                  </a:lnTo>
                  <a:lnTo>
                    <a:pt x="6254611" y="0"/>
                  </a:lnTo>
                  <a:lnTo>
                    <a:pt x="6254704" y="0"/>
                  </a:lnTo>
                  <a:lnTo>
                    <a:pt x="6254798" y="0"/>
                  </a:lnTo>
                  <a:lnTo>
                    <a:pt x="6254891" y="0"/>
                  </a:lnTo>
                  <a:lnTo>
                    <a:pt x="6254984" y="0"/>
                  </a:lnTo>
                  <a:lnTo>
                    <a:pt x="6255077" y="0"/>
                  </a:lnTo>
                  <a:lnTo>
                    <a:pt x="6255171" y="0"/>
                  </a:lnTo>
                  <a:lnTo>
                    <a:pt x="6255264" y="0"/>
                  </a:lnTo>
                  <a:lnTo>
                    <a:pt x="6255357" y="0"/>
                  </a:lnTo>
                  <a:lnTo>
                    <a:pt x="6255450" y="0"/>
                  </a:lnTo>
                  <a:lnTo>
                    <a:pt x="6255544" y="0"/>
                  </a:lnTo>
                  <a:lnTo>
                    <a:pt x="6255637" y="0"/>
                  </a:lnTo>
                  <a:lnTo>
                    <a:pt x="6255730" y="0"/>
                  </a:lnTo>
                  <a:lnTo>
                    <a:pt x="6255823" y="0"/>
                  </a:lnTo>
                  <a:lnTo>
                    <a:pt x="6255917" y="0"/>
                  </a:lnTo>
                  <a:lnTo>
                    <a:pt x="6256010" y="0"/>
                  </a:lnTo>
                  <a:lnTo>
                    <a:pt x="6256103" y="0"/>
                  </a:lnTo>
                  <a:lnTo>
                    <a:pt x="6256196" y="0"/>
                  </a:lnTo>
                  <a:lnTo>
                    <a:pt x="6256290" y="0"/>
                  </a:lnTo>
                  <a:lnTo>
                    <a:pt x="6256383" y="0"/>
                  </a:lnTo>
                  <a:lnTo>
                    <a:pt x="6256476" y="0"/>
                  </a:lnTo>
                  <a:lnTo>
                    <a:pt x="6256569" y="0"/>
                  </a:lnTo>
                  <a:lnTo>
                    <a:pt x="6256663" y="0"/>
                  </a:lnTo>
                  <a:lnTo>
                    <a:pt x="6256756" y="0"/>
                  </a:lnTo>
                  <a:lnTo>
                    <a:pt x="6256849" y="0"/>
                  </a:lnTo>
                  <a:lnTo>
                    <a:pt x="6256942" y="0"/>
                  </a:lnTo>
                  <a:lnTo>
                    <a:pt x="6257036" y="0"/>
                  </a:lnTo>
                  <a:lnTo>
                    <a:pt x="6257129" y="0"/>
                  </a:lnTo>
                  <a:lnTo>
                    <a:pt x="6257222" y="0"/>
                  </a:lnTo>
                  <a:lnTo>
                    <a:pt x="6257315" y="0"/>
                  </a:lnTo>
                  <a:lnTo>
                    <a:pt x="6257409" y="0"/>
                  </a:lnTo>
                  <a:lnTo>
                    <a:pt x="6257502" y="0"/>
                  </a:lnTo>
                  <a:lnTo>
                    <a:pt x="6257595" y="0"/>
                  </a:lnTo>
                  <a:lnTo>
                    <a:pt x="6257688" y="0"/>
                  </a:lnTo>
                  <a:lnTo>
                    <a:pt x="6257782" y="0"/>
                  </a:lnTo>
                  <a:lnTo>
                    <a:pt x="6257875" y="0"/>
                  </a:lnTo>
                  <a:lnTo>
                    <a:pt x="6257968" y="0"/>
                  </a:lnTo>
                  <a:lnTo>
                    <a:pt x="6258061" y="0"/>
                  </a:lnTo>
                  <a:lnTo>
                    <a:pt x="6258154" y="0"/>
                  </a:lnTo>
                  <a:lnTo>
                    <a:pt x="6258248" y="0"/>
                  </a:lnTo>
                  <a:lnTo>
                    <a:pt x="6258341" y="0"/>
                  </a:lnTo>
                  <a:lnTo>
                    <a:pt x="6258434" y="0"/>
                  </a:lnTo>
                  <a:lnTo>
                    <a:pt x="6258527" y="0"/>
                  </a:lnTo>
                  <a:lnTo>
                    <a:pt x="6258621" y="0"/>
                  </a:lnTo>
                  <a:lnTo>
                    <a:pt x="6258714" y="0"/>
                  </a:lnTo>
                  <a:lnTo>
                    <a:pt x="6258807" y="0"/>
                  </a:lnTo>
                  <a:lnTo>
                    <a:pt x="6258900" y="0"/>
                  </a:lnTo>
                  <a:lnTo>
                    <a:pt x="6258994" y="0"/>
                  </a:lnTo>
                  <a:lnTo>
                    <a:pt x="6259087" y="0"/>
                  </a:lnTo>
                  <a:lnTo>
                    <a:pt x="6259180" y="0"/>
                  </a:lnTo>
                  <a:lnTo>
                    <a:pt x="6259273" y="0"/>
                  </a:lnTo>
                  <a:lnTo>
                    <a:pt x="6259367" y="0"/>
                  </a:lnTo>
                  <a:lnTo>
                    <a:pt x="6259460" y="0"/>
                  </a:lnTo>
                  <a:lnTo>
                    <a:pt x="6259553" y="0"/>
                  </a:lnTo>
                  <a:lnTo>
                    <a:pt x="6259646" y="0"/>
                  </a:lnTo>
                  <a:lnTo>
                    <a:pt x="6259740" y="0"/>
                  </a:lnTo>
                  <a:lnTo>
                    <a:pt x="6259833" y="0"/>
                  </a:lnTo>
                  <a:lnTo>
                    <a:pt x="6259926" y="0"/>
                  </a:lnTo>
                  <a:lnTo>
                    <a:pt x="6260019" y="0"/>
                  </a:lnTo>
                  <a:lnTo>
                    <a:pt x="6260113" y="0"/>
                  </a:lnTo>
                  <a:lnTo>
                    <a:pt x="6260206" y="0"/>
                  </a:lnTo>
                  <a:lnTo>
                    <a:pt x="6260299" y="0"/>
                  </a:lnTo>
                  <a:lnTo>
                    <a:pt x="6260392" y="0"/>
                  </a:lnTo>
                  <a:lnTo>
                    <a:pt x="6260486" y="0"/>
                  </a:lnTo>
                  <a:lnTo>
                    <a:pt x="6260579" y="0"/>
                  </a:lnTo>
                  <a:lnTo>
                    <a:pt x="6260672" y="0"/>
                  </a:lnTo>
                  <a:lnTo>
                    <a:pt x="6260765" y="0"/>
                  </a:lnTo>
                  <a:lnTo>
                    <a:pt x="6260859" y="0"/>
                  </a:lnTo>
                  <a:lnTo>
                    <a:pt x="6260952" y="0"/>
                  </a:lnTo>
                  <a:lnTo>
                    <a:pt x="6261045" y="0"/>
                  </a:lnTo>
                  <a:lnTo>
                    <a:pt x="6261138" y="0"/>
                  </a:lnTo>
                  <a:lnTo>
                    <a:pt x="6261232" y="0"/>
                  </a:lnTo>
                  <a:lnTo>
                    <a:pt x="6261325" y="0"/>
                  </a:lnTo>
                  <a:lnTo>
                    <a:pt x="6261418" y="0"/>
                  </a:lnTo>
                  <a:lnTo>
                    <a:pt x="6261511" y="0"/>
                  </a:lnTo>
                  <a:lnTo>
                    <a:pt x="6261605" y="0"/>
                  </a:lnTo>
                  <a:lnTo>
                    <a:pt x="6261698" y="0"/>
                  </a:lnTo>
                  <a:lnTo>
                    <a:pt x="6261791" y="0"/>
                  </a:lnTo>
                  <a:lnTo>
                    <a:pt x="6261884" y="0"/>
                  </a:lnTo>
                  <a:lnTo>
                    <a:pt x="6261978" y="0"/>
                  </a:lnTo>
                  <a:lnTo>
                    <a:pt x="6262071" y="0"/>
                  </a:lnTo>
                  <a:lnTo>
                    <a:pt x="6262164" y="0"/>
                  </a:lnTo>
                  <a:lnTo>
                    <a:pt x="6262257" y="0"/>
                  </a:lnTo>
                  <a:lnTo>
                    <a:pt x="6262351" y="0"/>
                  </a:lnTo>
                  <a:lnTo>
                    <a:pt x="6262444" y="0"/>
                  </a:lnTo>
                  <a:lnTo>
                    <a:pt x="6262537" y="0"/>
                  </a:lnTo>
                  <a:lnTo>
                    <a:pt x="6262630" y="0"/>
                  </a:lnTo>
                  <a:lnTo>
                    <a:pt x="6262724" y="0"/>
                  </a:lnTo>
                  <a:lnTo>
                    <a:pt x="6262817" y="0"/>
                  </a:lnTo>
                  <a:lnTo>
                    <a:pt x="6262910" y="0"/>
                  </a:lnTo>
                  <a:lnTo>
                    <a:pt x="6263003" y="0"/>
                  </a:lnTo>
                  <a:lnTo>
                    <a:pt x="6263097" y="0"/>
                  </a:lnTo>
                  <a:lnTo>
                    <a:pt x="6263190" y="0"/>
                  </a:lnTo>
                  <a:lnTo>
                    <a:pt x="6263283" y="0"/>
                  </a:lnTo>
                  <a:lnTo>
                    <a:pt x="6263376" y="0"/>
                  </a:lnTo>
                  <a:lnTo>
                    <a:pt x="6263470" y="0"/>
                  </a:lnTo>
                  <a:lnTo>
                    <a:pt x="6263563" y="0"/>
                  </a:lnTo>
                  <a:lnTo>
                    <a:pt x="6263656" y="0"/>
                  </a:lnTo>
                  <a:lnTo>
                    <a:pt x="6263749" y="0"/>
                  </a:lnTo>
                  <a:lnTo>
                    <a:pt x="6263843" y="0"/>
                  </a:lnTo>
                  <a:lnTo>
                    <a:pt x="6263936" y="0"/>
                  </a:lnTo>
                  <a:lnTo>
                    <a:pt x="6264029" y="0"/>
                  </a:lnTo>
                  <a:lnTo>
                    <a:pt x="6264122" y="0"/>
                  </a:lnTo>
                  <a:lnTo>
                    <a:pt x="6264216" y="0"/>
                  </a:lnTo>
                  <a:lnTo>
                    <a:pt x="6264309" y="0"/>
                  </a:lnTo>
                  <a:lnTo>
                    <a:pt x="6264402" y="0"/>
                  </a:lnTo>
                  <a:lnTo>
                    <a:pt x="6264495" y="0"/>
                  </a:lnTo>
                  <a:lnTo>
                    <a:pt x="6264589" y="0"/>
                  </a:lnTo>
                  <a:lnTo>
                    <a:pt x="6264682" y="0"/>
                  </a:lnTo>
                  <a:lnTo>
                    <a:pt x="6264775" y="0"/>
                  </a:lnTo>
                  <a:lnTo>
                    <a:pt x="6264868" y="0"/>
                  </a:lnTo>
                  <a:lnTo>
                    <a:pt x="6264961" y="0"/>
                  </a:lnTo>
                  <a:lnTo>
                    <a:pt x="6265055" y="0"/>
                  </a:lnTo>
                  <a:lnTo>
                    <a:pt x="6265148" y="0"/>
                  </a:lnTo>
                  <a:lnTo>
                    <a:pt x="6265241" y="0"/>
                  </a:lnTo>
                  <a:lnTo>
                    <a:pt x="6265334" y="0"/>
                  </a:lnTo>
                  <a:lnTo>
                    <a:pt x="6265428" y="0"/>
                  </a:lnTo>
                  <a:lnTo>
                    <a:pt x="6265521" y="0"/>
                  </a:lnTo>
                  <a:lnTo>
                    <a:pt x="6265614" y="0"/>
                  </a:lnTo>
                  <a:lnTo>
                    <a:pt x="6265707" y="0"/>
                  </a:lnTo>
                  <a:lnTo>
                    <a:pt x="6265801" y="0"/>
                  </a:lnTo>
                  <a:lnTo>
                    <a:pt x="6265894" y="0"/>
                  </a:lnTo>
                  <a:lnTo>
                    <a:pt x="6265987" y="0"/>
                  </a:lnTo>
                  <a:lnTo>
                    <a:pt x="6266080" y="0"/>
                  </a:lnTo>
                  <a:lnTo>
                    <a:pt x="6266174" y="0"/>
                  </a:lnTo>
                  <a:lnTo>
                    <a:pt x="6266267" y="0"/>
                  </a:lnTo>
                  <a:lnTo>
                    <a:pt x="6266360" y="0"/>
                  </a:lnTo>
                  <a:lnTo>
                    <a:pt x="6266453" y="0"/>
                  </a:lnTo>
                  <a:lnTo>
                    <a:pt x="6266547" y="0"/>
                  </a:lnTo>
                  <a:lnTo>
                    <a:pt x="6266640" y="0"/>
                  </a:lnTo>
                  <a:lnTo>
                    <a:pt x="6266733" y="0"/>
                  </a:lnTo>
                  <a:lnTo>
                    <a:pt x="6266826" y="0"/>
                  </a:lnTo>
                  <a:lnTo>
                    <a:pt x="6266920" y="0"/>
                  </a:lnTo>
                  <a:lnTo>
                    <a:pt x="6267013" y="0"/>
                  </a:lnTo>
                  <a:lnTo>
                    <a:pt x="6267106" y="0"/>
                  </a:lnTo>
                  <a:lnTo>
                    <a:pt x="6267199" y="0"/>
                  </a:lnTo>
                  <a:lnTo>
                    <a:pt x="6267293" y="0"/>
                  </a:lnTo>
                  <a:lnTo>
                    <a:pt x="6267386" y="0"/>
                  </a:lnTo>
                  <a:lnTo>
                    <a:pt x="6267479" y="0"/>
                  </a:lnTo>
                  <a:lnTo>
                    <a:pt x="6267572" y="0"/>
                  </a:lnTo>
                  <a:lnTo>
                    <a:pt x="6267666" y="0"/>
                  </a:lnTo>
                  <a:lnTo>
                    <a:pt x="6267759" y="0"/>
                  </a:lnTo>
                  <a:lnTo>
                    <a:pt x="6267852" y="0"/>
                  </a:lnTo>
                  <a:lnTo>
                    <a:pt x="6267945" y="0"/>
                  </a:lnTo>
                  <a:lnTo>
                    <a:pt x="6268039" y="0"/>
                  </a:lnTo>
                  <a:lnTo>
                    <a:pt x="6268132" y="0"/>
                  </a:lnTo>
                  <a:lnTo>
                    <a:pt x="6268225" y="0"/>
                  </a:lnTo>
                  <a:lnTo>
                    <a:pt x="6268318" y="0"/>
                  </a:lnTo>
                  <a:lnTo>
                    <a:pt x="6268412" y="0"/>
                  </a:lnTo>
                  <a:lnTo>
                    <a:pt x="6268505" y="0"/>
                  </a:lnTo>
                  <a:lnTo>
                    <a:pt x="6268598" y="0"/>
                  </a:lnTo>
                  <a:lnTo>
                    <a:pt x="6268691" y="0"/>
                  </a:lnTo>
                  <a:lnTo>
                    <a:pt x="6268785" y="0"/>
                  </a:lnTo>
                  <a:lnTo>
                    <a:pt x="6268878" y="0"/>
                  </a:lnTo>
                  <a:lnTo>
                    <a:pt x="6268971" y="0"/>
                  </a:lnTo>
                  <a:lnTo>
                    <a:pt x="6269064" y="0"/>
                  </a:lnTo>
                  <a:lnTo>
                    <a:pt x="6269158" y="0"/>
                  </a:lnTo>
                  <a:lnTo>
                    <a:pt x="6269251" y="0"/>
                  </a:lnTo>
                  <a:lnTo>
                    <a:pt x="6269344" y="0"/>
                  </a:lnTo>
                  <a:lnTo>
                    <a:pt x="6269437" y="0"/>
                  </a:lnTo>
                  <a:lnTo>
                    <a:pt x="6269531" y="0"/>
                  </a:lnTo>
                  <a:lnTo>
                    <a:pt x="6269624" y="0"/>
                  </a:lnTo>
                  <a:lnTo>
                    <a:pt x="6269717" y="0"/>
                  </a:lnTo>
                  <a:lnTo>
                    <a:pt x="6269810" y="0"/>
                  </a:lnTo>
                  <a:lnTo>
                    <a:pt x="6269904" y="0"/>
                  </a:lnTo>
                  <a:lnTo>
                    <a:pt x="6269997" y="0"/>
                  </a:lnTo>
                  <a:lnTo>
                    <a:pt x="6270090" y="0"/>
                  </a:lnTo>
                  <a:lnTo>
                    <a:pt x="6270183" y="0"/>
                  </a:lnTo>
                  <a:lnTo>
                    <a:pt x="6270277" y="0"/>
                  </a:lnTo>
                  <a:lnTo>
                    <a:pt x="6270370" y="0"/>
                  </a:lnTo>
                  <a:lnTo>
                    <a:pt x="6270463" y="0"/>
                  </a:lnTo>
                  <a:lnTo>
                    <a:pt x="6270556" y="0"/>
                  </a:lnTo>
                  <a:lnTo>
                    <a:pt x="6270650" y="0"/>
                  </a:lnTo>
                  <a:lnTo>
                    <a:pt x="6270743" y="0"/>
                  </a:lnTo>
                  <a:lnTo>
                    <a:pt x="6270836" y="0"/>
                  </a:lnTo>
                  <a:lnTo>
                    <a:pt x="6270929" y="0"/>
                  </a:lnTo>
                  <a:lnTo>
                    <a:pt x="6271023" y="0"/>
                  </a:lnTo>
                  <a:lnTo>
                    <a:pt x="6271116" y="0"/>
                  </a:lnTo>
                  <a:lnTo>
                    <a:pt x="6271209" y="0"/>
                  </a:lnTo>
                  <a:lnTo>
                    <a:pt x="6271302" y="0"/>
                  </a:lnTo>
                  <a:lnTo>
                    <a:pt x="6271396" y="0"/>
                  </a:lnTo>
                  <a:lnTo>
                    <a:pt x="6271489" y="0"/>
                  </a:lnTo>
                  <a:lnTo>
                    <a:pt x="6271582" y="0"/>
                  </a:lnTo>
                  <a:lnTo>
                    <a:pt x="6271675" y="0"/>
                  </a:lnTo>
                  <a:lnTo>
                    <a:pt x="6271769" y="0"/>
                  </a:lnTo>
                  <a:lnTo>
                    <a:pt x="6271862" y="0"/>
                  </a:lnTo>
                  <a:lnTo>
                    <a:pt x="6271955" y="0"/>
                  </a:lnTo>
                  <a:lnTo>
                    <a:pt x="6272048" y="0"/>
                  </a:lnTo>
                  <a:lnTo>
                    <a:pt x="6272141" y="0"/>
                  </a:lnTo>
                  <a:lnTo>
                    <a:pt x="6272235" y="0"/>
                  </a:lnTo>
                  <a:lnTo>
                    <a:pt x="6272328" y="0"/>
                  </a:lnTo>
                  <a:lnTo>
                    <a:pt x="6272421" y="0"/>
                  </a:lnTo>
                  <a:lnTo>
                    <a:pt x="6272514" y="0"/>
                  </a:lnTo>
                  <a:lnTo>
                    <a:pt x="6272608" y="0"/>
                  </a:lnTo>
                  <a:lnTo>
                    <a:pt x="6272701" y="0"/>
                  </a:lnTo>
                  <a:lnTo>
                    <a:pt x="6272794" y="0"/>
                  </a:lnTo>
                  <a:lnTo>
                    <a:pt x="6272887" y="0"/>
                  </a:lnTo>
                  <a:lnTo>
                    <a:pt x="6272981" y="0"/>
                  </a:lnTo>
                  <a:lnTo>
                    <a:pt x="6273074" y="0"/>
                  </a:lnTo>
                  <a:lnTo>
                    <a:pt x="6273167" y="0"/>
                  </a:lnTo>
                  <a:lnTo>
                    <a:pt x="6273260" y="0"/>
                  </a:lnTo>
                  <a:lnTo>
                    <a:pt x="6273354" y="0"/>
                  </a:lnTo>
                  <a:lnTo>
                    <a:pt x="6273447" y="0"/>
                  </a:lnTo>
                  <a:lnTo>
                    <a:pt x="6273540" y="0"/>
                  </a:lnTo>
                  <a:lnTo>
                    <a:pt x="6273633" y="0"/>
                  </a:lnTo>
                  <a:lnTo>
                    <a:pt x="6273727" y="0"/>
                  </a:lnTo>
                  <a:lnTo>
                    <a:pt x="6273820" y="0"/>
                  </a:lnTo>
                  <a:lnTo>
                    <a:pt x="6273913" y="0"/>
                  </a:lnTo>
                  <a:lnTo>
                    <a:pt x="6274006" y="0"/>
                  </a:lnTo>
                  <a:lnTo>
                    <a:pt x="6274100" y="0"/>
                  </a:lnTo>
                  <a:lnTo>
                    <a:pt x="6274193" y="0"/>
                  </a:lnTo>
                  <a:lnTo>
                    <a:pt x="6274286" y="0"/>
                  </a:lnTo>
                  <a:lnTo>
                    <a:pt x="6274379" y="0"/>
                  </a:lnTo>
                  <a:lnTo>
                    <a:pt x="6274473" y="0"/>
                  </a:lnTo>
                  <a:lnTo>
                    <a:pt x="6274566" y="0"/>
                  </a:lnTo>
                  <a:lnTo>
                    <a:pt x="6274659" y="0"/>
                  </a:lnTo>
                  <a:lnTo>
                    <a:pt x="6274752" y="0"/>
                  </a:lnTo>
                  <a:lnTo>
                    <a:pt x="6274846" y="0"/>
                  </a:lnTo>
                  <a:lnTo>
                    <a:pt x="6274939" y="0"/>
                  </a:lnTo>
                  <a:lnTo>
                    <a:pt x="6275032" y="0"/>
                  </a:lnTo>
                  <a:lnTo>
                    <a:pt x="6275125" y="0"/>
                  </a:lnTo>
                  <a:lnTo>
                    <a:pt x="6275219" y="0"/>
                  </a:lnTo>
                  <a:lnTo>
                    <a:pt x="6275312" y="0"/>
                  </a:lnTo>
                  <a:lnTo>
                    <a:pt x="6275405" y="0"/>
                  </a:lnTo>
                  <a:lnTo>
                    <a:pt x="6275498" y="0"/>
                  </a:lnTo>
                  <a:lnTo>
                    <a:pt x="6275592" y="0"/>
                  </a:lnTo>
                  <a:lnTo>
                    <a:pt x="6275685" y="0"/>
                  </a:lnTo>
                  <a:lnTo>
                    <a:pt x="6275778" y="0"/>
                  </a:lnTo>
                  <a:lnTo>
                    <a:pt x="6275871" y="0"/>
                  </a:lnTo>
                  <a:lnTo>
                    <a:pt x="6275965" y="0"/>
                  </a:lnTo>
                  <a:lnTo>
                    <a:pt x="6276058" y="0"/>
                  </a:lnTo>
                  <a:lnTo>
                    <a:pt x="6276151" y="0"/>
                  </a:lnTo>
                  <a:lnTo>
                    <a:pt x="6276244" y="0"/>
                  </a:lnTo>
                  <a:lnTo>
                    <a:pt x="6276338" y="0"/>
                  </a:lnTo>
                  <a:lnTo>
                    <a:pt x="6276431" y="0"/>
                  </a:lnTo>
                  <a:lnTo>
                    <a:pt x="6276524" y="0"/>
                  </a:lnTo>
                  <a:lnTo>
                    <a:pt x="6276617" y="0"/>
                  </a:lnTo>
                  <a:lnTo>
                    <a:pt x="6276711" y="0"/>
                  </a:lnTo>
                  <a:lnTo>
                    <a:pt x="6276804" y="0"/>
                  </a:lnTo>
                  <a:lnTo>
                    <a:pt x="6276897" y="0"/>
                  </a:lnTo>
                  <a:lnTo>
                    <a:pt x="6276990" y="0"/>
                  </a:lnTo>
                  <a:lnTo>
                    <a:pt x="6277084" y="0"/>
                  </a:lnTo>
                  <a:lnTo>
                    <a:pt x="6277177" y="0"/>
                  </a:lnTo>
                  <a:lnTo>
                    <a:pt x="6277270" y="0"/>
                  </a:lnTo>
                  <a:lnTo>
                    <a:pt x="6277363" y="0"/>
                  </a:lnTo>
                  <a:lnTo>
                    <a:pt x="6277457" y="0"/>
                  </a:lnTo>
                  <a:lnTo>
                    <a:pt x="6277550" y="0"/>
                  </a:lnTo>
                  <a:lnTo>
                    <a:pt x="6277643" y="0"/>
                  </a:lnTo>
                  <a:lnTo>
                    <a:pt x="6277736" y="0"/>
                  </a:lnTo>
                  <a:lnTo>
                    <a:pt x="6277830" y="0"/>
                  </a:lnTo>
                  <a:lnTo>
                    <a:pt x="6277923" y="0"/>
                  </a:lnTo>
                  <a:lnTo>
                    <a:pt x="6278016" y="0"/>
                  </a:lnTo>
                  <a:lnTo>
                    <a:pt x="6278109" y="0"/>
                  </a:lnTo>
                  <a:lnTo>
                    <a:pt x="6278203" y="0"/>
                  </a:lnTo>
                  <a:lnTo>
                    <a:pt x="6278296" y="0"/>
                  </a:lnTo>
                  <a:lnTo>
                    <a:pt x="6278389" y="0"/>
                  </a:lnTo>
                  <a:lnTo>
                    <a:pt x="6278482" y="0"/>
                  </a:lnTo>
                  <a:lnTo>
                    <a:pt x="6278576" y="0"/>
                  </a:lnTo>
                  <a:lnTo>
                    <a:pt x="6278669" y="0"/>
                  </a:lnTo>
                  <a:lnTo>
                    <a:pt x="6278762" y="0"/>
                  </a:lnTo>
                  <a:lnTo>
                    <a:pt x="6278855" y="0"/>
                  </a:lnTo>
                  <a:lnTo>
                    <a:pt x="6278948" y="0"/>
                  </a:lnTo>
                  <a:lnTo>
                    <a:pt x="6279042" y="0"/>
                  </a:lnTo>
                  <a:lnTo>
                    <a:pt x="6279135" y="0"/>
                  </a:lnTo>
                  <a:lnTo>
                    <a:pt x="6279228" y="0"/>
                  </a:lnTo>
                  <a:lnTo>
                    <a:pt x="6279321" y="0"/>
                  </a:lnTo>
                  <a:lnTo>
                    <a:pt x="6279415" y="0"/>
                  </a:lnTo>
                  <a:lnTo>
                    <a:pt x="6279508" y="0"/>
                  </a:lnTo>
                  <a:lnTo>
                    <a:pt x="6279601" y="0"/>
                  </a:lnTo>
                  <a:lnTo>
                    <a:pt x="6279694" y="0"/>
                  </a:lnTo>
                  <a:lnTo>
                    <a:pt x="6279788" y="0"/>
                  </a:lnTo>
                  <a:lnTo>
                    <a:pt x="6279881" y="0"/>
                  </a:lnTo>
                  <a:lnTo>
                    <a:pt x="6279974" y="0"/>
                  </a:lnTo>
                  <a:lnTo>
                    <a:pt x="6280067" y="0"/>
                  </a:lnTo>
                  <a:lnTo>
                    <a:pt x="6280161" y="0"/>
                  </a:lnTo>
                  <a:lnTo>
                    <a:pt x="6280254" y="0"/>
                  </a:lnTo>
                  <a:lnTo>
                    <a:pt x="6280347" y="0"/>
                  </a:lnTo>
                  <a:lnTo>
                    <a:pt x="6280440" y="0"/>
                  </a:lnTo>
                  <a:lnTo>
                    <a:pt x="6280534" y="0"/>
                  </a:lnTo>
                  <a:lnTo>
                    <a:pt x="6280627" y="0"/>
                  </a:lnTo>
                  <a:lnTo>
                    <a:pt x="6280720" y="0"/>
                  </a:lnTo>
                  <a:lnTo>
                    <a:pt x="6280813" y="0"/>
                  </a:lnTo>
                  <a:lnTo>
                    <a:pt x="6280907" y="0"/>
                  </a:lnTo>
                  <a:lnTo>
                    <a:pt x="6281000" y="0"/>
                  </a:lnTo>
                  <a:lnTo>
                    <a:pt x="6281093" y="0"/>
                  </a:lnTo>
                  <a:lnTo>
                    <a:pt x="6281186" y="0"/>
                  </a:lnTo>
                  <a:lnTo>
                    <a:pt x="6281280" y="0"/>
                  </a:lnTo>
                  <a:lnTo>
                    <a:pt x="6281373" y="0"/>
                  </a:lnTo>
                  <a:lnTo>
                    <a:pt x="6281466" y="0"/>
                  </a:lnTo>
                  <a:lnTo>
                    <a:pt x="6281559" y="0"/>
                  </a:lnTo>
                  <a:lnTo>
                    <a:pt x="6281653" y="0"/>
                  </a:lnTo>
                  <a:lnTo>
                    <a:pt x="6281746" y="0"/>
                  </a:lnTo>
                  <a:lnTo>
                    <a:pt x="6281839" y="0"/>
                  </a:lnTo>
                  <a:lnTo>
                    <a:pt x="6281932" y="0"/>
                  </a:lnTo>
                  <a:lnTo>
                    <a:pt x="6282026" y="0"/>
                  </a:lnTo>
                  <a:lnTo>
                    <a:pt x="6282119" y="0"/>
                  </a:lnTo>
                  <a:lnTo>
                    <a:pt x="6282212" y="0"/>
                  </a:lnTo>
                  <a:lnTo>
                    <a:pt x="6282305" y="0"/>
                  </a:lnTo>
                  <a:lnTo>
                    <a:pt x="6282399" y="0"/>
                  </a:lnTo>
                  <a:lnTo>
                    <a:pt x="6282492" y="0"/>
                  </a:lnTo>
                  <a:lnTo>
                    <a:pt x="6282585" y="0"/>
                  </a:lnTo>
                  <a:lnTo>
                    <a:pt x="6282678" y="0"/>
                  </a:lnTo>
                  <a:lnTo>
                    <a:pt x="6282772" y="0"/>
                  </a:lnTo>
                  <a:lnTo>
                    <a:pt x="6282865" y="0"/>
                  </a:lnTo>
                  <a:lnTo>
                    <a:pt x="6282958" y="0"/>
                  </a:lnTo>
                  <a:lnTo>
                    <a:pt x="6283051" y="0"/>
                  </a:lnTo>
                  <a:lnTo>
                    <a:pt x="6283145" y="0"/>
                  </a:lnTo>
                  <a:lnTo>
                    <a:pt x="6283238" y="0"/>
                  </a:lnTo>
                  <a:lnTo>
                    <a:pt x="6283331" y="0"/>
                  </a:lnTo>
                  <a:lnTo>
                    <a:pt x="6283424" y="0"/>
                  </a:lnTo>
                  <a:lnTo>
                    <a:pt x="6283518" y="0"/>
                  </a:lnTo>
                  <a:lnTo>
                    <a:pt x="6283611" y="0"/>
                  </a:lnTo>
                  <a:lnTo>
                    <a:pt x="6283704" y="0"/>
                  </a:lnTo>
                  <a:lnTo>
                    <a:pt x="6283797" y="0"/>
                  </a:lnTo>
                  <a:lnTo>
                    <a:pt x="6283891" y="0"/>
                  </a:lnTo>
                  <a:lnTo>
                    <a:pt x="6283984" y="0"/>
                  </a:lnTo>
                  <a:lnTo>
                    <a:pt x="6284077" y="0"/>
                  </a:lnTo>
                  <a:lnTo>
                    <a:pt x="6284170" y="0"/>
                  </a:lnTo>
                  <a:lnTo>
                    <a:pt x="6284264" y="0"/>
                  </a:lnTo>
                  <a:lnTo>
                    <a:pt x="6284357" y="0"/>
                  </a:lnTo>
                  <a:lnTo>
                    <a:pt x="6284450" y="0"/>
                  </a:lnTo>
                  <a:lnTo>
                    <a:pt x="6284543" y="0"/>
                  </a:lnTo>
                  <a:lnTo>
                    <a:pt x="6284637" y="0"/>
                  </a:lnTo>
                  <a:lnTo>
                    <a:pt x="6284730" y="0"/>
                  </a:lnTo>
                  <a:lnTo>
                    <a:pt x="6284823" y="0"/>
                  </a:lnTo>
                  <a:lnTo>
                    <a:pt x="6284916" y="0"/>
                  </a:lnTo>
                  <a:lnTo>
                    <a:pt x="6285010" y="0"/>
                  </a:lnTo>
                  <a:lnTo>
                    <a:pt x="6285103" y="0"/>
                  </a:lnTo>
                  <a:lnTo>
                    <a:pt x="6285196" y="0"/>
                  </a:lnTo>
                  <a:lnTo>
                    <a:pt x="6285289" y="0"/>
                  </a:lnTo>
                  <a:lnTo>
                    <a:pt x="6285383" y="0"/>
                  </a:lnTo>
                  <a:lnTo>
                    <a:pt x="6285476" y="0"/>
                  </a:lnTo>
                  <a:lnTo>
                    <a:pt x="6285569" y="0"/>
                  </a:lnTo>
                  <a:lnTo>
                    <a:pt x="6285662" y="0"/>
                  </a:lnTo>
                  <a:lnTo>
                    <a:pt x="6285755" y="0"/>
                  </a:lnTo>
                  <a:lnTo>
                    <a:pt x="6285849" y="0"/>
                  </a:lnTo>
                  <a:lnTo>
                    <a:pt x="6285942" y="0"/>
                  </a:lnTo>
                  <a:lnTo>
                    <a:pt x="6286035" y="0"/>
                  </a:lnTo>
                  <a:lnTo>
                    <a:pt x="6286128" y="0"/>
                  </a:lnTo>
                  <a:lnTo>
                    <a:pt x="6286222" y="0"/>
                  </a:lnTo>
                  <a:lnTo>
                    <a:pt x="6286315" y="0"/>
                  </a:lnTo>
                  <a:lnTo>
                    <a:pt x="6286408" y="0"/>
                  </a:lnTo>
                  <a:lnTo>
                    <a:pt x="6286501" y="0"/>
                  </a:lnTo>
                  <a:lnTo>
                    <a:pt x="6286595" y="0"/>
                  </a:lnTo>
                  <a:lnTo>
                    <a:pt x="6286688" y="0"/>
                  </a:lnTo>
                  <a:lnTo>
                    <a:pt x="6286781" y="0"/>
                  </a:lnTo>
                  <a:lnTo>
                    <a:pt x="6286874" y="0"/>
                  </a:lnTo>
                  <a:lnTo>
                    <a:pt x="6286968" y="0"/>
                  </a:lnTo>
                  <a:lnTo>
                    <a:pt x="6287061" y="0"/>
                  </a:lnTo>
                  <a:lnTo>
                    <a:pt x="6287154" y="0"/>
                  </a:lnTo>
                  <a:lnTo>
                    <a:pt x="6287247" y="0"/>
                  </a:lnTo>
                  <a:lnTo>
                    <a:pt x="6287341" y="0"/>
                  </a:lnTo>
                  <a:lnTo>
                    <a:pt x="6287434" y="0"/>
                  </a:lnTo>
                  <a:lnTo>
                    <a:pt x="6287527" y="0"/>
                  </a:lnTo>
                  <a:lnTo>
                    <a:pt x="6287620" y="0"/>
                  </a:lnTo>
                  <a:lnTo>
                    <a:pt x="6287714" y="0"/>
                  </a:lnTo>
                  <a:lnTo>
                    <a:pt x="6287807" y="0"/>
                  </a:lnTo>
                  <a:lnTo>
                    <a:pt x="6287900" y="0"/>
                  </a:lnTo>
                  <a:lnTo>
                    <a:pt x="6287993" y="0"/>
                  </a:lnTo>
                  <a:lnTo>
                    <a:pt x="6288087" y="0"/>
                  </a:lnTo>
                  <a:lnTo>
                    <a:pt x="6288180" y="0"/>
                  </a:lnTo>
                  <a:lnTo>
                    <a:pt x="6288273" y="0"/>
                  </a:lnTo>
                  <a:lnTo>
                    <a:pt x="6288366" y="0"/>
                  </a:lnTo>
                  <a:lnTo>
                    <a:pt x="6288460" y="0"/>
                  </a:lnTo>
                  <a:lnTo>
                    <a:pt x="6288553" y="0"/>
                  </a:lnTo>
                  <a:lnTo>
                    <a:pt x="6288646" y="0"/>
                  </a:lnTo>
                  <a:lnTo>
                    <a:pt x="6288739" y="0"/>
                  </a:lnTo>
                  <a:lnTo>
                    <a:pt x="6288833" y="0"/>
                  </a:lnTo>
                  <a:lnTo>
                    <a:pt x="6288926" y="0"/>
                  </a:lnTo>
                  <a:lnTo>
                    <a:pt x="6289019" y="0"/>
                  </a:lnTo>
                  <a:lnTo>
                    <a:pt x="6289112" y="0"/>
                  </a:lnTo>
                  <a:lnTo>
                    <a:pt x="6289206" y="0"/>
                  </a:lnTo>
                  <a:lnTo>
                    <a:pt x="6289299" y="0"/>
                  </a:lnTo>
                  <a:lnTo>
                    <a:pt x="6289392" y="0"/>
                  </a:lnTo>
                  <a:lnTo>
                    <a:pt x="6289485" y="0"/>
                  </a:lnTo>
                  <a:lnTo>
                    <a:pt x="6289579" y="0"/>
                  </a:lnTo>
                  <a:lnTo>
                    <a:pt x="6289672" y="0"/>
                  </a:lnTo>
                  <a:lnTo>
                    <a:pt x="6289765" y="0"/>
                  </a:lnTo>
                  <a:lnTo>
                    <a:pt x="6289858" y="0"/>
                  </a:lnTo>
                  <a:lnTo>
                    <a:pt x="6289952" y="0"/>
                  </a:lnTo>
                  <a:lnTo>
                    <a:pt x="6290045" y="0"/>
                  </a:lnTo>
                  <a:lnTo>
                    <a:pt x="6290138" y="0"/>
                  </a:lnTo>
                  <a:lnTo>
                    <a:pt x="6290231" y="0"/>
                  </a:lnTo>
                  <a:lnTo>
                    <a:pt x="6290325" y="0"/>
                  </a:lnTo>
                  <a:lnTo>
                    <a:pt x="6290418" y="0"/>
                  </a:lnTo>
                  <a:lnTo>
                    <a:pt x="6290511" y="0"/>
                  </a:lnTo>
                  <a:lnTo>
                    <a:pt x="6290604" y="0"/>
                  </a:lnTo>
                  <a:lnTo>
                    <a:pt x="6290698" y="0"/>
                  </a:lnTo>
                  <a:lnTo>
                    <a:pt x="6290791" y="0"/>
                  </a:lnTo>
                  <a:lnTo>
                    <a:pt x="6290884" y="0"/>
                  </a:lnTo>
                  <a:lnTo>
                    <a:pt x="6290977" y="0"/>
                  </a:lnTo>
                  <a:lnTo>
                    <a:pt x="6291071" y="0"/>
                  </a:lnTo>
                  <a:lnTo>
                    <a:pt x="6291164" y="0"/>
                  </a:lnTo>
                  <a:lnTo>
                    <a:pt x="6291257" y="0"/>
                  </a:lnTo>
                  <a:lnTo>
                    <a:pt x="6291350" y="0"/>
                  </a:lnTo>
                  <a:lnTo>
                    <a:pt x="6291444" y="0"/>
                  </a:lnTo>
                  <a:lnTo>
                    <a:pt x="6291537" y="0"/>
                  </a:lnTo>
                  <a:lnTo>
                    <a:pt x="6291630" y="0"/>
                  </a:lnTo>
                  <a:lnTo>
                    <a:pt x="6291723" y="0"/>
                  </a:lnTo>
                  <a:lnTo>
                    <a:pt x="6291817" y="0"/>
                  </a:lnTo>
                  <a:lnTo>
                    <a:pt x="6291910" y="0"/>
                  </a:lnTo>
                  <a:lnTo>
                    <a:pt x="6292003" y="0"/>
                  </a:lnTo>
                  <a:lnTo>
                    <a:pt x="6292096" y="0"/>
                  </a:lnTo>
                  <a:lnTo>
                    <a:pt x="6292190" y="0"/>
                  </a:lnTo>
                  <a:lnTo>
                    <a:pt x="6292283" y="0"/>
                  </a:lnTo>
                  <a:lnTo>
                    <a:pt x="6292376" y="0"/>
                  </a:lnTo>
                  <a:lnTo>
                    <a:pt x="6292469" y="0"/>
                  </a:lnTo>
                  <a:lnTo>
                    <a:pt x="6292563" y="0"/>
                  </a:lnTo>
                  <a:lnTo>
                    <a:pt x="6292656" y="0"/>
                  </a:lnTo>
                  <a:lnTo>
                    <a:pt x="6292749" y="0"/>
                  </a:lnTo>
                  <a:lnTo>
                    <a:pt x="6292842" y="0"/>
                  </a:lnTo>
                  <a:lnTo>
                    <a:pt x="6292935" y="0"/>
                  </a:lnTo>
                  <a:lnTo>
                    <a:pt x="6293029" y="0"/>
                  </a:lnTo>
                  <a:lnTo>
                    <a:pt x="6293122" y="0"/>
                  </a:lnTo>
                  <a:lnTo>
                    <a:pt x="6293215" y="0"/>
                  </a:lnTo>
                  <a:lnTo>
                    <a:pt x="6293308" y="0"/>
                  </a:lnTo>
                  <a:lnTo>
                    <a:pt x="6293402" y="0"/>
                  </a:lnTo>
                  <a:lnTo>
                    <a:pt x="6293495" y="0"/>
                  </a:lnTo>
                  <a:lnTo>
                    <a:pt x="6293588" y="0"/>
                  </a:lnTo>
                  <a:lnTo>
                    <a:pt x="6293681" y="0"/>
                  </a:lnTo>
                  <a:lnTo>
                    <a:pt x="6293775" y="0"/>
                  </a:lnTo>
                  <a:lnTo>
                    <a:pt x="6293868" y="0"/>
                  </a:lnTo>
                  <a:lnTo>
                    <a:pt x="6293961" y="0"/>
                  </a:lnTo>
                  <a:lnTo>
                    <a:pt x="6294054" y="0"/>
                  </a:lnTo>
                  <a:lnTo>
                    <a:pt x="6294148" y="0"/>
                  </a:lnTo>
                  <a:lnTo>
                    <a:pt x="6294241" y="0"/>
                  </a:lnTo>
                  <a:lnTo>
                    <a:pt x="6294334" y="0"/>
                  </a:lnTo>
                  <a:lnTo>
                    <a:pt x="6294427" y="0"/>
                  </a:lnTo>
                  <a:lnTo>
                    <a:pt x="6294521" y="0"/>
                  </a:lnTo>
                  <a:lnTo>
                    <a:pt x="6294614" y="0"/>
                  </a:lnTo>
                  <a:lnTo>
                    <a:pt x="6294707" y="0"/>
                  </a:lnTo>
                  <a:lnTo>
                    <a:pt x="6294800" y="0"/>
                  </a:lnTo>
                  <a:lnTo>
                    <a:pt x="6294894" y="0"/>
                  </a:lnTo>
                  <a:lnTo>
                    <a:pt x="6294987" y="0"/>
                  </a:lnTo>
                  <a:lnTo>
                    <a:pt x="6295080" y="0"/>
                  </a:lnTo>
                  <a:lnTo>
                    <a:pt x="6295173" y="0"/>
                  </a:lnTo>
                  <a:lnTo>
                    <a:pt x="6295267" y="0"/>
                  </a:lnTo>
                  <a:lnTo>
                    <a:pt x="6295360" y="0"/>
                  </a:lnTo>
                  <a:lnTo>
                    <a:pt x="6295453" y="0"/>
                  </a:lnTo>
                  <a:lnTo>
                    <a:pt x="6295546" y="0"/>
                  </a:lnTo>
                  <a:lnTo>
                    <a:pt x="6295640" y="0"/>
                  </a:lnTo>
                  <a:lnTo>
                    <a:pt x="6295733" y="0"/>
                  </a:lnTo>
                  <a:lnTo>
                    <a:pt x="6295826" y="0"/>
                  </a:lnTo>
                  <a:lnTo>
                    <a:pt x="6295919" y="0"/>
                  </a:lnTo>
                  <a:lnTo>
                    <a:pt x="6296013" y="0"/>
                  </a:lnTo>
                  <a:lnTo>
                    <a:pt x="6296106" y="0"/>
                  </a:lnTo>
                  <a:lnTo>
                    <a:pt x="6296199" y="0"/>
                  </a:lnTo>
                  <a:lnTo>
                    <a:pt x="6296292" y="0"/>
                  </a:lnTo>
                  <a:lnTo>
                    <a:pt x="6296386" y="0"/>
                  </a:lnTo>
                  <a:lnTo>
                    <a:pt x="6296479" y="0"/>
                  </a:lnTo>
                  <a:lnTo>
                    <a:pt x="6296572" y="0"/>
                  </a:lnTo>
                  <a:lnTo>
                    <a:pt x="6296665" y="0"/>
                  </a:lnTo>
                  <a:lnTo>
                    <a:pt x="6296759" y="0"/>
                  </a:lnTo>
                  <a:lnTo>
                    <a:pt x="6296852" y="0"/>
                  </a:lnTo>
                  <a:lnTo>
                    <a:pt x="6296945" y="0"/>
                  </a:lnTo>
                  <a:lnTo>
                    <a:pt x="6297038" y="0"/>
                  </a:lnTo>
                  <a:lnTo>
                    <a:pt x="6297132" y="0"/>
                  </a:lnTo>
                  <a:lnTo>
                    <a:pt x="6297225" y="0"/>
                  </a:lnTo>
                  <a:lnTo>
                    <a:pt x="6297318" y="0"/>
                  </a:lnTo>
                  <a:lnTo>
                    <a:pt x="6297411" y="0"/>
                  </a:lnTo>
                  <a:lnTo>
                    <a:pt x="6297505" y="0"/>
                  </a:lnTo>
                  <a:lnTo>
                    <a:pt x="6297598" y="0"/>
                  </a:lnTo>
                  <a:lnTo>
                    <a:pt x="6297691" y="0"/>
                  </a:lnTo>
                  <a:lnTo>
                    <a:pt x="6297784" y="0"/>
                  </a:lnTo>
                  <a:lnTo>
                    <a:pt x="6297878" y="0"/>
                  </a:lnTo>
                  <a:lnTo>
                    <a:pt x="6297971" y="0"/>
                  </a:lnTo>
                  <a:lnTo>
                    <a:pt x="6298064" y="0"/>
                  </a:lnTo>
                  <a:lnTo>
                    <a:pt x="6298157" y="0"/>
                  </a:lnTo>
                  <a:lnTo>
                    <a:pt x="6298251" y="0"/>
                  </a:lnTo>
                  <a:lnTo>
                    <a:pt x="6298344" y="0"/>
                  </a:lnTo>
                  <a:lnTo>
                    <a:pt x="6298437" y="0"/>
                  </a:lnTo>
                  <a:lnTo>
                    <a:pt x="6298530" y="0"/>
                  </a:lnTo>
                  <a:lnTo>
                    <a:pt x="6298624" y="0"/>
                  </a:lnTo>
                  <a:lnTo>
                    <a:pt x="6298717" y="0"/>
                  </a:lnTo>
                  <a:lnTo>
                    <a:pt x="6298810" y="0"/>
                  </a:lnTo>
                  <a:lnTo>
                    <a:pt x="6298903" y="0"/>
                  </a:lnTo>
                  <a:lnTo>
                    <a:pt x="6298997" y="0"/>
                  </a:lnTo>
                  <a:lnTo>
                    <a:pt x="6299090" y="0"/>
                  </a:lnTo>
                  <a:lnTo>
                    <a:pt x="6299183" y="0"/>
                  </a:lnTo>
                  <a:lnTo>
                    <a:pt x="6299276" y="0"/>
                  </a:lnTo>
                  <a:lnTo>
                    <a:pt x="6299370" y="0"/>
                  </a:lnTo>
                  <a:lnTo>
                    <a:pt x="6299463" y="0"/>
                  </a:lnTo>
                  <a:lnTo>
                    <a:pt x="6299556" y="0"/>
                  </a:lnTo>
                  <a:lnTo>
                    <a:pt x="6299649" y="0"/>
                  </a:lnTo>
                  <a:lnTo>
                    <a:pt x="6299742" y="0"/>
                  </a:lnTo>
                  <a:lnTo>
                    <a:pt x="6299836" y="0"/>
                  </a:lnTo>
                  <a:lnTo>
                    <a:pt x="6299929" y="0"/>
                  </a:lnTo>
                  <a:lnTo>
                    <a:pt x="6300022" y="0"/>
                  </a:lnTo>
                  <a:lnTo>
                    <a:pt x="6300115" y="0"/>
                  </a:lnTo>
                  <a:lnTo>
                    <a:pt x="6300209" y="0"/>
                  </a:lnTo>
                  <a:lnTo>
                    <a:pt x="6300302" y="0"/>
                  </a:lnTo>
                  <a:lnTo>
                    <a:pt x="6300395" y="0"/>
                  </a:lnTo>
                  <a:lnTo>
                    <a:pt x="6300488" y="0"/>
                  </a:lnTo>
                  <a:lnTo>
                    <a:pt x="6300582" y="0"/>
                  </a:lnTo>
                  <a:lnTo>
                    <a:pt x="6300675" y="0"/>
                  </a:lnTo>
                  <a:lnTo>
                    <a:pt x="6300768" y="0"/>
                  </a:lnTo>
                  <a:lnTo>
                    <a:pt x="6300861" y="0"/>
                  </a:lnTo>
                  <a:lnTo>
                    <a:pt x="6300955" y="0"/>
                  </a:lnTo>
                  <a:lnTo>
                    <a:pt x="6301048" y="0"/>
                  </a:lnTo>
                  <a:lnTo>
                    <a:pt x="6301141" y="0"/>
                  </a:lnTo>
                  <a:lnTo>
                    <a:pt x="6301234" y="0"/>
                  </a:lnTo>
                  <a:lnTo>
                    <a:pt x="6301328" y="0"/>
                  </a:lnTo>
                  <a:lnTo>
                    <a:pt x="6301421" y="0"/>
                  </a:lnTo>
                  <a:lnTo>
                    <a:pt x="6301514" y="0"/>
                  </a:lnTo>
                  <a:lnTo>
                    <a:pt x="6301607" y="0"/>
                  </a:lnTo>
                  <a:lnTo>
                    <a:pt x="6301701" y="0"/>
                  </a:lnTo>
                  <a:lnTo>
                    <a:pt x="6301794" y="0"/>
                  </a:lnTo>
                  <a:lnTo>
                    <a:pt x="6301887" y="0"/>
                  </a:lnTo>
                  <a:lnTo>
                    <a:pt x="6301980" y="0"/>
                  </a:lnTo>
                  <a:lnTo>
                    <a:pt x="6302074" y="0"/>
                  </a:lnTo>
                  <a:lnTo>
                    <a:pt x="6302167" y="0"/>
                  </a:lnTo>
                  <a:lnTo>
                    <a:pt x="6302260" y="0"/>
                  </a:lnTo>
                  <a:lnTo>
                    <a:pt x="6302353" y="0"/>
                  </a:lnTo>
                  <a:lnTo>
                    <a:pt x="6302447" y="0"/>
                  </a:lnTo>
                  <a:lnTo>
                    <a:pt x="6302540" y="0"/>
                  </a:lnTo>
                  <a:lnTo>
                    <a:pt x="6302633" y="0"/>
                  </a:lnTo>
                  <a:lnTo>
                    <a:pt x="6302726" y="0"/>
                  </a:lnTo>
                  <a:lnTo>
                    <a:pt x="6302820" y="0"/>
                  </a:lnTo>
                  <a:lnTo>
                    <a:pt x="6302913" y="0"/>
                  </a:lnTo>
                  <a:lnTo>
                    <a:pt x="6303006" y="0"/>
                  </a:lnTo>
                  <a:lnTo>
                    <a:pt x="6303099" y="0"/>
                  </a:lnTo>
                  <a:lnTo>
                    <a:pt x="6303193" y="0"/>
                  </a:lnTo>
                  <a:lnTo>
                    <a:pt x="6303286" y="0"/>
                  </a:lnTo>
                  <a:lnTo>
                    <a:pt x="6303379" y="0"/>
                  </a:lnTo>
                  <a:lnTo>
                    <a:pt x="6303472" y="0"/>
                  </a:lnTo>
                  <a:lnTo>
                    <a:pt x="6303566" y="0"/>
                  </a:lnTo>
                  <a:lnTo>
                    <a:pt x="6303659" y="0"/>
                  </a:lnTo>
                  <a:lnTo>
                    <a:pt x="6303752" y="0"/>
                  </a:lnTo>
                  <a:lnTo>
                    <a:pt x="6303845" y="0"/>
                  </a:lnTo>
                  <a:lnTo>
                    <a:pt x="6303939" y="0"/>
                  </a:lnTo>
                  <a:lnTo>
                    <a:pt x="6304032" y="0"/>
                  </a:lnTo>
                  <a:lnTo>
                    <a:pt x="6304125" y="0"/>
                  </a:lnTo>
                  <a:lnTo>
                    <a:pt x="6304218" y="0"/>
                  </a:lnTo>
                  <a:lnTo>
                    <a:pt x="6304312" y="0"/>
                  </a:lnTo>
                  <a:lnTo>
                    <a:pt x="6304405" y="0"/>
                  </a:lnTo>
                  <a:lnTo>
                    <a:pt x="6304498" y="0"/>
                  </a:lnTo>
                  <a:lnTo>
                    <a:pt x="6304591" y="0"/>
                  </a:lnTo>
                  <a:lnTo>
                    <a:pt x="6304685" y="0"/>
                  </a:lnTo>
                  <a:lnTo>
                    <a:pt x="6304778" y="0"/>
                  </a:lnTo>
                  <a:lnTo>
                    <a:pt x="6304871" y="0"/>
                  </a:lnTo>
                  <a:lnTo>
                    <a:pt x="6304964" y="0"/>
                  </a:lnTo>
                  <a:lnTo>
                    <a:pt x="6305058" y="0"/>
                  </a:lnTo>
                  <a:lnTo>
                    <a:pt x="6305151" y="0"/>
                  </a:lnTo>
                  <a:lnTo>
                    <a:pt x="6305244" y="0"/>
                  </a:lnTo>
                  <a:lnTo>
                    <a:pt x="6305337" y="0"/>
                  </a:lnTo>
                  <a:lnTo>
                    <a:pt x="6305431" y="0"/>
                  </a:lnTo>
                  <a:lnTo>
                    <a:pt x="6305524" y="0"/>
                  </a:lnTo>
                  <a:lnTo>
                    <a:pt x="6305617" y="0"/>
                  </a:lnTo>
                  <a:lnTo>
                    <a:pt x="6305710" y="0"/>
                  </a:lnTo>
                  <a:lnTo>
                    <a:pt x="6305804" y="0"/>
                  </a:lnTo>
                  <a:lnTo>
                    <a:pt x="6305897" y="0"/>
                  </a:lnTo>
                  <a:lnTo>
                    <a:pt x="6305990" y="0"/>
                  </a:lnTo>
                  <a:lnTo>
                    <a:pt x="6306083" y="0"/>
                  </a:lnTo>
                  <a:lnTo>
                    <a:pt x="6306177" y="0"/>
                  </a:lnTo>
                  <a:lnTo>
                    <a:pt x="6306270" y="0"/>
                  </a:lnTo>
                  <a:lnTo>
                    <a:pt x="6306363" y="0"/>
                  </a:lnTo>
                  <a:lnTo>
                    <a:pt x="6306456" y="0"/>
                  </a:lnTo>
                  <a:lnTo>
                    <a:pt x="6306549" y="0"/>
                  </a:lnTo>
                  <a:lnTo>
                    <a:pt x="6306643" y="0"/>
                  </a:lnTo>
                  <a:lnTo>
                    <a:pt x="6306736" y="0"/>
                  </a:lnTo>
                  <a:lnTo>
                    <a:pt x="6306829" y="0"/>
                  </a:lnTo>
                  <a:lnTo>
                    <a:pt x="6306922" y="0"/>
                  </a:lnTo>
                  <a:lnTo>
                    <a:pt x="6307016" y="0"/>
                  </a:lnTo>
                  <a:lnTo>
                    <a:pt x="6307109" y="0"/>
                  </a:lnTo>
                  <a:lnTo>
                    <a:pt x="6307202" y="0"/>
                  </a:lnTo>
                  <a:lnTo>
                    <a:pt x="6307295" y="0"/>
                  </a:lnTo>
                  <a:lnTo>
                    <a:pt x="6307389" y="0"/>
                  </a:lnTo>
                  <a:lnTo>
                    <a:pt x="6307482" y="0"/>
                  </a:lnTo>
                  <a:lnTo>
                    <a:pt x="6307575" y="0"/>
                  </a:lnTo>
                  <a:lnTo>
                    <a:pt x="6307668" y="0"/>
                  </a:lnTo>
                  <a:lnTo>
                    <a:pt x="6307762" y="0"/>
                  </a:lnTo>
                  <a:lnTo>
                    <a:pt x="6307855" y="0"/>
                  </a:lnTo>
                  <a:lnTo>
                    <a:pt x="6307948" y="0"/>
                  </a:lnTo>
                  <a:lnTo>
                    <a:pt x="6308041" y="0"/>
                  </a:lnTo>
                  <a:lnTo>
                    <a:pt x="6308135" y="0"/>
                  </a:lnTo>
                  <a:lnTo>
                    <a:pt x="6308228" y="0"/>
                  </a:lnTo>
                  <a:lnTo>
                    <a:pt x="6308321" y="0"/>
                  </a:lnTo>
                  <a:lnTo>
                    <a:pt x="6308414" y="0"/>
                  </a:lnTo>
                  <a:lnTo>
                    <a:pt x="6308508" y="0"/>
                  </a:lnTo>
                  <a:lnTo>
                    <a:pt x="6308601" y="0"/>
                  </a:lnTo>
                  <a:lnTo>
                    <a:pt x="6308694" y="0"/>
                  </a:lnTo>
                  <a:lnTo>
                    <a:pt x="6308787" y="0"/>
                  </a:lnTo>
                  <a:lnTo>
                    <a:pt x="6308881" y="0"/>
                  </a:lnTo>
                  <a:lnTo>
                    <a:pt x="6308974" y="0"/>
                  </a:lnTo>
                  <a:lnTo>
                    <a:pt x="6309067" y="0"/>
                  </a:lnTo>
                  <a:lnTo>
                    <a:pt x="6309160" y="0"/>
                  </a:lnTo>
                  <a:lnTo>
                    <a:pt x="6309254" y="0"/>
                  </a:lnTo>
                  <a:lnTo>
                    <a:pt x="6309347" y="0"/>
                  </a:lnTo>
                  <a:lnTo>
                    <a:pt x="6309440" y="0"/>
                  </a:lnTo>
                  <a:lnTo>
                    <a:pt x="6309533" y="0"/>
                  </a:lnTo>
                  <a:lnTo>
                    <a:pt x="6309627" y="0"/>
                  </a:lnTo>
                  <a:lnTo>
                    <a:pt x="6309720" y="0"/>
                  </a:lnTo>
                  <a:lnTo>
                    <a:pt x="6309813" y="0"/>
                  </a:lnTo>
                  <a:lnTo>
                    <a:pt x="6309906" y="0"/>
                  </a:lnTo>
                  <a:lnTo>
                    <a:pt x="6310000" y="0"/>
                  </a:lnTo>
                  <a:lnTo>
                    <a:pt x="6310093" y="0"/>
                  </a:lnTo>
                  <a:lnTo>
                    <a:pt x="6310186" y="0"/>
                  </a:lnTo>
                  <a:lnTo>
                    <a:pt x="6310279" y="0"/>
                  </a:lnTo>
                  <a:lnTo>
                    <a:pt x="6310373" y="0"/>
                  </a:lnTo>
                  <a:lnTo>
                    <a:pt x="6310466" y="0"/>
                  </a:lnTo>
                  <a:lnTo>
                    <a:pt x="6310559" y="0"/>
                  </a:lnTo>
                  <a:lnTo>
                    <a:pt x="6310652" y="0"/>
                  </a:lnTo>
                  <a:lnTo>
                    <a:pt x="6310746" y="0"/>
                  </a:lnTo>
                  <a:lnTo>
                    <a:pt x="6310839" y="0"/>
                  </a:lnTo>
                  <a:lnTo>
                    <a:pt x="6310932" y="0"/>
                  </a:lnTo>
                  <a:lnTo>
                    <a:pt x="6311025" y="0"/>
                  </a:lnTo>
                  <a:lnTo>
                    <a:pt x="6311119" y="0"/>
                  </a:lnTo>
                  <a:lnTo>
                    <a:pt x="6311212" y="0"/>
                  </a:lnTo>
                  <a:lnTo>
                    <a:pt x="6311305" y="0"/>
                  </a:lnTo>
                  <a:lnTo>
                    <a:pt x="6311398" y="0"/>
                  </a:lnTo>
                  <a:lnTo>
                    <a:pt x="6311492" y="0"/>
                  </a:lnTo>
                  <a:lnTo>
                    <a:pt x="6311585" y="0"/>
                  </a:lnTo>
                  <a:lnTo>
                    <a:pt x="6311678" y="0"/>
                  </a:lnTo>
                  <a:lnTo>
                    <a:pt x="6311771" y="0"/>
                  </a:lnTo>
                  <a:lnTo>
                    <a:pt x="6311865" y="0"/>
                  </a:lnTo>
                  <a:lnTo>
                    <a:pt x="6311958" y="0"/>
                  </a:lnTo>
                  <a:lnTo>
                    <a:pt x="6312051" y="0"/>
                  </a:lnTo>
                  <a:lnTo>
                    <a:pt x="6312144" y="0"/>
                  </a:lnTo>
                  <a:lnTo>
                    <a:pt x="6312238" y="0"/>
                  </a:lnTo>
                  <a:lnTo>
                    <a:pt x="6312331" y="0"/>
                  </a:lnTo>
                  <a:lnTo>
                    <a:pt x="6312424" y="0"/>
                  </a:lnTo>
                  <a:lnTo>
                    <a:pt x="6312517" y="0"/>
                  </a:lnTo>
                  <a:lnTo>
                    <a:pt x="6312611" y="0"/>
                  </a:lnTo>
                  <a:lnTo>
                    <a:pt x="6312704" y="0"/>
                  </a:lnTo>
                  <a:lnTo>
                    <a:pt x="6312797" y="0"/>
                  </a:lnTo>
                  <a:lnTo>
                    <a:pt x="6312890" y="0"/>
                  </a:lnTo>
                  <a:lnTo>
                    <a:pt x="6312984" y="0"/>
                  </a:lnTo>
                  <a:lnTo>
                    <a:pt x="6313077" y="0"/>
                  </a:lnTo>
                  <a:lnTo>
                    <a:pt x="6313170" y="0"/>
                  </a:lnTo>
                  <a:lnTo>
                    <a:pt x="6313263" y="0"/>
                  </a:lnTo>
                  <a:lnTo>
                    <a:pt x="6313357" y="0"/>
                  </a:lnTo>
                  <a:lnTo>
                    <a:pt x="6313450" y="0"/>
                  </a:lnTo>
                  <a:lnTo>
                    <a:pt x="6313543" y="0"/>
                  </a:lnTo>
                  <a:lnTo>
                    <a:pt x="6313636" y="0"/>
                  </a:lnTo>
                  <a:lnTo>
                    <a:pt x="6313729" y="0"/>
                  </a:lnTo>
                  <a:lnTo>
                    <a:pt x="6313823" y="0"/>
                  </a:lnTo>
                  <a:lnTo>
                    <a:pt x="6313916" y="0"/>
                  </a:lnTo>
                  <a:lnTo>
                    <a:pt x="6314009" y="0"/>
                  </a:lnTo>
                  <a:lnTo>
                    <a:pt x="6314102" y="0"/>
                  </a:lnTo>
                  <a:lnTo>
                    <a:pt x="6314196" y="0"/>
                  </a:lnTo>
                  <a:lnTo>
                    <a:pt x="6314289" y="0"/>
                  </a:lnTo>
                  <a:lnTo>
                    <a:pt x="6314382" y="0"/>
                  </a:lnTo>
                  <a:lnTo>
                    <a:pt x="6314475" y="0"/>
                  </a:lnTo>
                  <a:lnTo>
                    <a:pt x="6314569" y="0"/>
                  </a:lnTo>
                  <a:lnTo>
                    <a:pt x="6314662" y="0"/>
                  </a:lnTo>
                  <a:lnTo>
                    <a:pt x="6314755" y="0"/>
                  </a:lnTo>
                  <a:lnTo>
                    <a:pt x="6314848" y="0"/>
                  </a:lnTo>
                  <a:lnTo>
                    <a:pt x="6314942" y="0"/>
                  </a:lnTo>
                  <a:lnTo>
                    <a:pt x="6315035" y="0"/>
                  </a:lnTo>
                  <a:lnTo>
                    <a:pt x="6315128" y="0"/>
                  </a:lnTo>
                  <a:lnTo>
                    <a:pt x="6315221" y="0"/>
                  </a:lnTo>
                  <a:lnTo>
                    <a:pt x="6315315" y="0"/>
                  </a:lnTo>
                  <a:lnTo>
                    <a:pt x="6315408" y="0"/>
                  </a:lnTo>
                  <a:lnTo>
                    <a:pt x="6315501" y="0"/>
                  </a:lnTo>
                  <a:lnTo>
                    <a:pt x="6315594" y="0"/>
                  </a:lnTo>
                  <a:lnTo>
                    <a:pt x="6315688" y="0"/>
                  </a:lnTo>
                  <a:lnTo>
                    <a:pt x="6315781" y="0"/>
                  </a:lnTo>
                  <a:lnTo>
                    <a:pt x="6315874" y="0"/>
                  </a:lnTo>
                  <a:lnTo>
                    <a:pt x="6315967" y="0"/>
                  </a:lnTo>
                  <a:lnTo>
                    <a:pt x="6316061" y="0"/>
                  </a:lnTo>
                  <a:lnTo>
                    <a:pt x="6316154" y="0"/>
                  </a:lnTo>
                  <a:lnTo>
                    <a:pt x="6316247" y="0"/>
                  </a:lnTo>
                  <a:lnTo>
                    <a:pt x="6316340" y="0"/>
                  </a:lnTo>
                  <a:lnTo>
                    <a:pt x="6316434" y="0"/>
                  </a:lnTo>
                  <a:lnTo>
                    <a:pt x="6316527" y="0"/>
                  </a:lnTo>
                  <a:lnTo>
                    <a:pt x="6316620" y="0"/>
                  </a:lnTo>
                  <a:lnTo>
                    <a:pt x="6316713" y="0"/>
                  </a:lnTo>
                  <a:lnTo>
                    <a:pt x="6316807" y="0"/>
                  </a:lnTo>
                  <a:lnTo>
                    <a:pt x="6316900" y="0"/>
                  </a:lnTo>
                  <a:lnTo>
                    <a:pt x="6316993" y="0"/>
                  </a:lnTo>
                  <a:lnTo>
                    <a:pt x="6317086" y="0"/>
                  </a:lnTo>
                  <a:lnTo>
                    <a:pt x="6317180" y="0"/>
                  </a:lnTo>
                  <a:lnTo>
                    <a:pt x="6317273" y="0"/>
                  </a:lnTo>
                  <a:lnTo>
                    <a:pt x="6317366" y="0"/>
                  </a:lnTo>
                  <a:lnTo>
                    <a:pt x="6317459" y="0"/>
                  </a:lnTo>
                  <a:lnTo>
                    <a:pt x="6317553" y="0"/>
                  </a:lnTo>
                  <a:lnTo>
                    <a:pt x="6317646" y="0"/>
                  </a:lnTo>
                  <a:lnTo>
                    <a:pt x="6317739" y="0"/>
                  </a:lnTo>
                  <a:lnTo>
                    <a:pt x="6317832" y="0"/>
                  </a:lnTo>
                  <a:lnTo>
                    <a:pt x="6317926" y="0"/>
                  </a:lnTo>
                  <a:lnTo>
                    <a:pt x="6318019" y="0"/>
                  </a:lnTo>
                  <a:lnTo>
                    <a:pt x="6318112" y="0"/>
                  </a:lnTo>
                  <a:lnTo>
                    <a:pt x="6318205" y="0"/>
                  </a:lnTo>
                  <a:lnTo>
                    <a:pt x="6318299" y="0"/>
                  </a:lnTo>
                  <a:lnTo>
                    <a:pt x="6318392" y="0"/>
                  </a:lnTo>
                  <a:lnTo>
                    <a:pt x="6318485" y="0"/>
                  </a:lnTo>
                  <a:lnTo>
                    <a:pt x="6318578" y="0"/>
                  </a:lnTo>
                  <a:lnTo>
                    <a:pt x="6318672" y="0"/>
                  </a:lnTo>
                  <a:lnTo>
                    <a:pt x="6318765" y="0"/>
                  </a:lnTo>
                  <a:lnTo>
                    <a:pt x="6318858" y="0"/>
                  </a:lnTo>
                  <a:lnTo>
                    <a:pt x="6318951" y="0"/>
                  </a:lnTo>
                  <a:lnTo>
                    <a:pt x="6319045" y="0"/>
                  </a:lnTo>
                  <a:lnTo>
                    <a:pt x="6319138" y="0"/>
                  </a:lnTo>
                  <a:lnTo>
                    <a:pt x="6319231" y="0"/>
                  </a:lnTo>
                  <a:lnTo>
                    <a:pt x="6319324" y="0"/>
                  </a:lnTo>
                  <a:lnTo>
                    <a:pt x="6319418" y="0"/>
                  </a:lnTo>
                  <a:lnTo>
                    <a:pt x="6319511" y="0"/>
                  </a:lnTo>
                  <a:lnTo>
                    <a:pt x="6319604" y="0"/>
                  </a:lnTo>
                  <a:lnTo>
                    <a:pt x="6319697" y="0"/>
                  </a:lnTo>
                  <a:lnTo>
                    <a:pt x="6319791" y="0"/>
                  </a:lnTo>
                  <a:lnTo>
                    <a:pt x="6319884" y="0"/>
                  </a:lnTo>
                  <a:lnTo>
                    <a:pt x="6319977" y="0"/>
                  </a:lnTo>
                  <a:lnTo>
                    <a:pt x="6320070" y="0"/>
                  </a:lnTo>
                  <a:lnTo>
                    <a:pt x="6320164" y="0"/>
                  </a:lnTo>
                  <a:lnTo>
                    <a:pt x="6320257" y="0"/>
                  </a:lnTo>
                  <a:lnTo>
                    <a:pt x="6320350" y="0"/>
                  </a:lnTo>
                  <a:lnTo>
                    <a:pt x="6320443" y="0"/>
                  </a:lnTo>
                  <a:lnTo>
                    <a:pt x="6320536" y="0"/>
                  </a:lnTo>
                  <a:lnTo>
                    <a:pt x="6320630" y="0"/>
                  </a:lnTo>
                  <a:lnTo>
                    <a:pt x="6320723" y="0"/>
                  </a:lnTo>
                  <a:lnTo>
                    <a:pt x="6320816" y="0"/>
                  </a:lnTo>
                  <a:lnTo>
                    <a:pt x="6320909" y="0"/>
                  </a:lnTo>
                  <a:lnTo>
                    <a:pt x="6321003" y="0"/>
                  </a:lnTo>
                  <a:lnTo>
                    <a:pt x="6321096" y="0"/>
                  </a:lnTo>
                  <a:lnTo>
                    <a:pt x="6321189" y="0"/>
                  </a:lnTo>
                  <a:lnTo>
                    <a:pt x="6321282" y="0"/>
                  </a:lnTo>
                  <a:lnTo>
                    <a:pt x="6321376" y="0"/>
                  </a:lnTo>
                  <a:lnTo>
                    <a:pt x="6321469" y="0"/>
                  </a:lnTo>
                  <a:lnTo>
                    <a:pt x="6321562" y="0"/>
                  </a:lnTo>
                  <a:lnTo>
                    <a:pt x="6321655" y="0"/>
                  </a:lnTo>
                  <a:lnTo>
                    <a:pt x="6321749" y="0"/>
                  </a:lnTo>
                  <a:lnTo>
                    <a:pt x="6321842" y="0"/>
                  </a:lnTo>
                  <a:lnTo>
                    <a:pt x="6321935" y="0"/>
                  </a:lnTo>
                  <a:lnTo>
                    <a:pt x="6322028" y="0"/>
                  </a:lnTo>
                  <a:lnTo>
                    <a:pt x="6322122" y="0"/>
                  </a:lnTo>
                  <a:lnTo>
                    <a:pt x="6322215" y="0"/>
                  </a:lnTo>
                  <a:lnTo>
                    <a:pt x="6322308" y="0"/>
                  </a:lnTo>
                  <a:lnTo>
                    <a:pt x="6322401" y="0"/>
                  </a:lnTo>
                  <a:lnTo>
                    <a:pt x="6322495" y="0"/>
                  </a:lnTo>
                  <a:lnTo>
                    <a:pt x="6322588" y="0"/>
                  </a:lnTo>
                  <a:lnTo>
                    <a:pt x="6322681" y="0"/>
                  </a:lnTo>
                  <a:lnTo>
                    <a:pt x="6322774" y="0"/>
                  </a:lnTo>
                  <a:lnTo>
                    <a:pt x="6322868" y="0"/>
                  </a:lnTo>
                  <a:lnTo>
                    <a:pt x="6322961" y="0"/>
                  </a:lnTo>
                  <a:lnTo>
                    <a:pt x="6323054" y="0"/>
                  </a:lnTo>
                  <a:lnTo>
                    <a:pt x="6323147" y="0"/>
                  </a:lnTo>
                  <a:lnTo>
                    <a:pt x="6323241" y="0"/>
                  </a:lnTo>
                  <a:lnTo>
                    <a:pt x="6323334" y="0"/>
                  </a:lnTo>
                  <a:lnTo>
                    <a:pt x="6323427" y="0"/>
                  </a:lnTo>
                  <a:lnTo>
                    <a:pt x="6323520" y="0"/>
                  </a:lnTo>
                  <a:lnTo>
                    <a:pt x="6323614" y="0"/>
                  </a:lnTo>
                  <a:lnTo>
                    <a:pt x="6323707" y="0"/>
                  </a:lnTo>
                  <a:lnTo>
                    <a:pt x="6323800" y="0"/>
                  </a:lnTo>
                  <a:lnTo>
                    <a:pt x="6323893" y="0"/>
                  </a:lnTo>
                  <a:lnTo>
                    <a:pt x="6323987" y="0"/>
                  </a:lnTo>
                  <a:lnTo>
                    <a:pt x="6324080" y="0"/>
                  </a:lnTo>
                  <a:lnTo>
                    <a:pt x="6324173" y="0"/>
                  </a:lnTo>
                  <a:lnTo>
                    <a:pt x="6324266" y="0"/>
                  </a:lnTo>
                  <a:lnTo>
                    <a:pt x="6324360" y="0"/>
                  </a:lnTo>
                  <a:lnTo>
                    <a:pt x="6324453" y="0"/>
                  </a:lnTo>
                  <a:lnTo>
                    <a:pt x="6324546" y="0"/>
                  </a:lnTo>
                  <a:lnTo>
                    <a:pt x="6324639" y="0"/>
                  </a:lnTo>
                  <a:lnTo>
                    <a:pt x="6324733" y="0"/>
                  </a:lnTo>
                  <a:lnTo>
                    <a:pt x="6324826" y="0"/>
                  </a:lnTo>
                  <a:lnTo>
                    <a:pt x="6324919" y="0"/>
                  </a:lnTo>
                  <a:lnTo>
                    <a:pt x="6325012" y="0"/>
                  </a:lnTo>
                  <a:lnTo>
                    <a:pt x="6325106" y="0"/>
                  </a:lnTo>
                  <a:lnTo>
                    <a:pt x="6325199" y="0"/>
                  </a:lnTo>
                  <a:lnTo>
                    <a:pt x="6325292" y="0"/>
                  </a:lnTo>
                  <a:lnTo>
                    <a:pt x="6325385" y="0"/>
                  </a:lnTo>
                  <a:lnTo>
                    <a:pt x="6325479" y="0"/>
                  </a:lnTo>
                  <a:lnTo>
                    <a:pt x="6325572" y="0"/>
                  </a:lnTo>
                  <a:lnTo>
                    <a:pt x="6325665" y="0"/>
                  </a:lnTo>
                  <a:lnTo>
                    <a:pt x="6325758" y="0"/>
                  </a:lnTo>
                  <a:lnTo>
                    <a:pt x="6325852" y="0"/>
                  </a:lnTo>
                  <a:lnTo>
                    <a:pt x="6325945" y="0"/>
                  </a:lnTo>
                  <a:lnTo>
                    <a:pt x="6326038" y="0"/>
                  </a:lnTo>
                  <a:lnTo>
                    <a:pt x="6326131" y="0"/>
                  </a:lnTo>
                  <a:lnTo>
                    <a:pt x="6326225" y="0"/>
                  </a:lnTo>
                  <a:lnTo>
                    <a:pt x="6326318" y="0"/>
                  </a:lnTo>
                  <a:lnTo>
                    <a:pt x="6326411" y="0"/>
                  </a:lnTo>
                  <a:lnTo>
                    <a:pt x="6326504" y="0"/>
                  </a:lnTo>
                  <a:lnTo>
                    <a:pt x="6326598" y="0"/>
                  </a:lnTo>
                  <a:lnTo>
                    <a:pt x="6326691" y="0"/>
                  </a:lnTo>
                  <a:lnTo>
                    <a:pt x="6326784" y="0"/>
                  </a:lnTo>
                  <a:lnTo>
                    <a:pt x="6326877" y="0"/>
                  </a:lnTo>
                  <a:lnTo>
                    <a:pt x="6326971" y="0"/>
                  </a:lnTo>
                  <a:lnTo>
                    <a:pt x="6327064" y="0"/>
                  </a:lnTo>
                  <a:lnTo>
                    <a:pt x="6327157" y="0"/>
                  </a:lnTo>
                  <a:lnTo>
                    <a:pt x="6327250" y="0"/>
                  </a:lnTo>
                  <a:lnTo>
                    <a:pt x="6327343" y="0"/>
                  </a:lnTo>
                  <a:lnTo>
                    <a:pt x="6327437" y="0"/>
                  </a:lnTo>
                  <a:lnTo>
                    <a:pt x="6327530" y="0"/>
                  </a:lnTo>
                  <a:lnTo>
                    <a:pt x="6327623" y="0"/>
                  </a:lnTo>
                  <a:lnTo>
                    <a:pt x="6327716" y="0"/>
                  </a:lnTo>
                  <a:lnTo>
                    <a:pt x="6327810" y="0"/>
                  </a:lnTo>
                  <a:lnTo>
                    <a:pt x="6327903" y="0"/>
                  </a:lnTo>
                  <a:lnTo>
                    <a:pt x="6327996" y="0"/>
                  </a:lnTo>
                  <a:lnTo>
                    <a:pt x="6328089" y="0"/>
                  </a:lnTo>
                  <a:lnTo>
                    <a:pt x="6328183" y="0"/>
                  </a:lnTo>
                  <a:lnTo>
                    <a:pt x="6328276" y="0"/>
                  </a:lnTo>
                  <a:lnTo>
                    <a:pt x="6328369" y="0"/>
                  </a:lnTo>
                  <a:lnTo>
                    <a:pt x="6328462" y="0"/>
                  </a:lnTo>
                  <a:lnTo>
                    <a:pt x="6328556" y="0"/>
                  </a:lnTo>
                  <a:lnTo>
                    <a:pt x="6328649" y="0"/>
                  </a:lnTo>
                  <a:lnTo>
                    <a:pt x="6328742" y="0"/>
                  </a:lnTo>
                  <a:lnTo>
                    <a:pt x="6328835" y="0"/>
                  </a:lnTo>
                  <a:lnTo>
                    <a:pt x="6328929" y="0"/>
                  </a:lnTo>
                  <a:lnTo>
                    <a:pt x="6329022" y="0"/>
                  </a:lnTo>
                  <a:lnTo>
                    <a:pt x="6329115" y="0"/>
                  </a:lnTo>
                  <a:lnTo>
                    <a:pt x="6329208" y="0"/>
                  </a:lnTo>
                  <a:lnTo>
                    <a:pt x="6329302" y="0"/>
                  </a:lnTo>
                  <a:lnTo>
                    <a:pt x="6329395" y="0"/>
                  </a:lnTo>
                  <a:lnTo>
                    <a:pt x="6329488" y="0"/>
                  </a:lnTo>
                  <a:lnTo>
                    <a:pt x="6329581" y="0"/>
                  </a:lnTo>
                  <a:lnTo>
                    <a:pt x="6329675" y="0"/>
                  </a:lnTo>
                  <a:lnTo>
                    <a:pt x="6329768" y="0"/>
                  </a:lnTo>
                  <a:lnTo>
                    <a:pt x="6329861" y="0"/>
                  </a:lnTo>
                  <a:lnTo>
                    <a:pt x="6329954" y="0"/>
                  </a:lnTo>
                  <a:lnTo>
                    <a:pt x="6330048" y="0"/>
                  </a:lnTo>
                  <a:lnTo>
                    <a:pt x="6330141" y="0"/>
                  </a:lnTo>
                  <a:lnTo>
                    <a:pt x="6330234" y="0"/>
                  </a:lnTo>
                  <a:lnTo>
                    <a:pt x="6330327" y="0"/>
                  </a:lnTo>
                  <a:lnTo>
                    <a:pt x="6330421" y="0"/>
                  </a:lnTo>
                  <a:lnTo>
                    <a:pt x="6330514" y="0"/>
                  </a:lnTo>
                  <a:lnTo>
                    <a:pt x="6330607" y="0"/>
                  </a:lnTo>
                  <a:lnTo>
                    <a:pt x="6330700" y="0"/>
                  </a:lnTo>
                  <a:lnTo>
                    <a:pt x="6330794" y="0"/>
                  </a:lnTo>
                  <a:lnTo>
                    <a:pt x="6330887" y="0"/>
                  </a:lnTo>
                  <a:lnTo>
                    <a:pt x="6330980" y="0"/>
                  </a:lnTo>
                  <a:lnTo>
                    <a:pt x="6331073" y="0"/>
                  </a:lnTo>
                  <a:lnTo>
                    <a:pt x="6331167" y="0"/>
                  </a:lnTo>
                  <a:lnTo>
                    <a:pt x="6331260" y="0"/>
                  </a:lnTo>
                  <a:lnTo>
                    <a:pt x="6331353" y="0"/>
                  </a:lnTo>
                  <a:lnTo>
                    <a:pt x="6331446" y="0"/>
                  </a:lnTo>
                  <a:lnTo>
                    <a:pt x="6331540" y="0"/>
                  </a:lnTo>
                  <a:lnTo>
                    <a:pt x="6331633" y="0"/>
                  </a:lnTo>
                  <a:lnTo>
                    <a:pt x="6331726" y="0"/>
                  </a:lnTo>
                  <a:lnTo>
                    <a:pt x="6331819" y="0"/>
                  </a:lnTo>
                  <a:lnTo>
                    <a:pt x="6331913" y="0"/>
                  </a:lnTo>
                  <a:lnTo>
                    <a:pt x="6332006" y="0"/>
                  </a:lnTo>
                  <a:lnTo>
                    <a:pt x="6332099" y="0"/>
                  </a:lnTo>
                  <a:lnTo>
                    <a:pt x="6332192" y="0"/>
                  </a:lnTo>
                  <a:lnTo>
                    <a:pt x="6332286" y="0"/>
                  </a:lnTo>
                  <a:lnTo>
                    <a:pt x="6332379" y="0"/>
                  </a:lnTo>
                  <a:lnTo>
                    <a:pt x="6332472" y="0"/>
                  </a:lnTo>
                  <a:lnTo>
                    <a:pt x="6332565" y="0"/>
                  </a:lnTo>
                  <a:lnTo>
                    <a:pt x="6332659" y="0"/>
                  </a:lnTo>
                  <a:lnTo>
                    <a:pt x="6332752" y="0"/>
                  </a:lnTo>
                  <a:lnTo>
                    <a:pt x="6332845" y="0"/>
                  </a:lnTo>
                  <a:lnTo>
                    <a:pt x="6332938" y="0"/>
                  </a:lnTo>
                  <a:lnTo>
                    <a:pt x="6333032" y="0"/>
                  </a:lnTo>
                  <a:lnTo>
                    <a:pt x="6333125" y="0"/>
                  </a:lnTo>
                  <a:lnTo>
                    <a:pt x="6333218" y="0"/>
                  </a:lnTo>
                  <a:lnTo>
                    <a:pt x="6333311" y="0"/>
                  </a:lnTo>
                  <a:lnTo>
                    <a:pt x="6333405" y="0"/>
                  </a:lnTo>
                  <a:lnTo>
                    <a:pt x="6333498" y="0"/>
                  </a:lnTo>
                  <a:lnTo>
                    <a:pt x="6333591" y="0"/>
                  </a:lnTo>
                  <a:lnTo>
                    <a:pt x="6333684" y="0"/>
                  </a:lnTo>
                  <a:lnTo>
                    <a:pt x="6333778" y="0"/>
                  </a:lnTo>
                  <a:lnTo>
                    <a:pt x="6333871" y="0"/>
                  </a:lnTo>
                  <a:lnTo>
                    <a:pt x="6333964" y="0"/>
                  </a:lnTo>
                  <a:lnTo>
                    <a:pt x="6334057" y="0"/>
                  </a:lnTo>
                  <a:lnTo>
                    <a:pt x="6334151" y="0"/>
                  </a:lnTo>
                  <a:lnTo>
                    <a:pt x="6334244" y="0"/>
                  </a:lnTo>
                  <a:lnTo>
                    <a:pt x="6334337" y="0"/>
                  </a:lnTo>
                  <a:lnTo>
                    <a:pt x="6334430" y="0"/>
                  </a:lnTo>
                  <a:lnTo>
                    <a:pt x="6334523" y="0"/>
                  </a:lnTo>
                  <a:lnTo>
                    <a:pt x="6334617" y="0"/>
                  </a:lnTo>
                  <a:lnTo>
                    <a:pt x="6334710" y="0"/>
                  </a:lnTo>
                  <a:lnTo>
                    <a:pt x="6334803" y="0"/>
                  </a:lnTo>
                  <a:lnTo>
                    <a:pt x="6334896" y="0"/>
                  </a:lnTo>
                  <a:lnTo>
                    <a:pt x="6334990" y="0"/>
                  </a:lnTo>
                  <a:lnTo>
                    <a:pt x="6335083" y="0"/>
                  </a:lnTo>
                  <a:lnTo>
                    <a:pt x="6335176" y="0"/>
                  </a:lnTo>
                  <a:lnTo>
                    <a:pt x="6335269" y="0"/>
                  </a:lnTo>
                  <a:lnTo>
                    <a:pt x="6335363" y="0"/>
                  </a:lnTo>
                  <a:lnTo>
                    <a:pt x="6335456" y="0"/>
                  </a:lnTo>
                  <a:lnTo>
                    <a:pt x="6335549" y="0"/>
                  </a:lnTo>
                  <a:lnTo>
                    <a:pt x="6335642" y="0"/>
                  </a:lnTo>
                  <a:lnTo>
                    <a:pt x="6335736" y="0"/>
                  </a:lnTo>
                  <a:lnTo>
                    <a:pt x="6335829" y="0"/>
                  </a:lnTo>
                  <a:lnTo>
                    <a:pt x="6335922" y="0"/>
                  </a:lnTo>
                  <a:lnTo>
                    <a:pt x="6336015" y="0"/>
                  </a:lnTo>
                  <a:lnTo>
                    <a:pt x="6336109" y="0"/>
                  </a:lnTo>
                  <a:lnTo>
                    <a:pt x="6336202" y="0"/>
                  </a:lnTo>
                  <a:lnTo>
                    <a:pt x="6336295" y="0"/>
                  </a:lnTo>
                  <a:lnTo>
                    <a:pt x="6336388" y="0"/>
                  </a:lnTo>
                  <a:lnTo>
                    <a:pt x="6336482" y="0"/>
                  </a:lnTo>
                  <a:lnTo>
                    <a:pt x="6336575" y="0"/>
                  </a:lnTo>
                  <a:lnTo>
                    <a:pt x="6336668" y="0"/>
                  </a:lnTo>
                  <a:lnTo>
                    <a:pt x="6336761" y="0"/>
                  </a:lnTo>
                  <a:lnTo>
                    <a:pt x="6336855" y="0"/>
                  </a:lnTo>
                  <a:lnTo>
                    <a:pt x="6336948" y="0"/>
                  </a:lnTo>
                  <a:lnTo>
                    <a:pt x="6337041" y="0"/>
                  </a:lnTo>
                  <a:lnTo>
                    <a:pt x="6337134" y="0"/>
                  </a:lnTo>
                  <a:lnTo>
                    <a:pt x="6337228" y="0"/>
                  </a:lnTo>
                  <a:lnTo>
                    <a:pt x="6337321" y="0"/>
                  </a:lnTo>
                  <a:lnTo>
                    <a:pt x="6337414" y="0"/>
                  </a:lnTo>
                  <a:lnTo>
                    <a:pt x="6337507" y="0"/>
                  </a:lnTo>
                  <a:lnTo>
                    <a:pt x="6337601" y="0"/>
                  </a:lnTo>
                  <a:lnTo>
                    <a:pt x="6337694" y="0"/>
                  </a:lnTo>
                  <a:lnTo>
                    <a:pt x="6337787" y="0"/>
                  </a:lnTo>
                  <a:lnTo>
                    <a:pt x="6337880" y="0"/>
                  </a:lnTo>
                  <a:lnTo>
                    <a:pt x="6337974" y="0"/>
                  </a:lnTo>
                  <a:lnTo>
                    <a:pt x="6338067" y="0"/>
                  </a:lnTo>
                  <a:lnTo>
                    <a:pt x="6338160" y="0"/>
                  </a:lnTo>
                  <a:lnTo>
                    <a:pt x="6338253" y="0"/>
                  </a:lnTo>
                  <a:lnTo>
                    <a:pt x="6338347" y="0"/>
                  </a:lnTo>
                  <a:lnTo>
                    <a:pt x="6338440" y="0"/>
                  </a:lnTo>
                  <a:lnTo>
                    <a:pt x="6338533" y="0"/>
                  </a:lnTo>
                  <a:lnTo>
                    <a:pt x="6338626" y="0"/>
                  </a:lnTo>
                  <a:lnTo>
                    <a:pt x="6338720" y="0"/>
                  </a:lnTo>
                  <a:lnTo>
                    <a:pt x="6338813" y="0"/>
                  </a:lnTo>
                  <a:lnTo>
                    <a:pt x="6338906" y="0"/>
                  </a:lnTo>
                  <a:lnTo>
                    <a:pt x="6338999" y="0"/>
                  </a:lnTo>
                  <a:lnTo>
                    <a:pt x="6339093" y="0"/>
                  </a:lnTo>
                  <a:lnTo>
                    <a:pt x="6339186" y="0"/>
                  </a:lnTo>
                  <a:lnTo>
                    <a:pt x="6339279" y="0"/>
                  </a:lnTo>
                  <a:lnTo>
                    <a:pt x="6339372" y="0"/>
                  </a:lnTo>
                  <a:lnTo>
                    <a:pt x="6339466" y="0"/>
                  </a:lnTo>
                  <a:lnTo>
                    <a:pt x="6339559" y="0"/>
                  </a:lnTo>
                  <a:lnTo>
                    <a:pt x="6339652" y="0"/>
                  </a:lnTo>
                  <a:lnTo>
                    <a:pt x="6339745" y="0"/>
                  </a:lnTo>
                  <a:lnTo>
                    <a:pt x="6339839" y="0"/>
                  </a:lnTo>
                  <a:lnTo>
                    <a:pt x="6339932" y="0"/>
                  </a:lnTo>
                  <a:lnTo>
                    <a:pt x="6340025" y="0"/>
                  </a:lnTo>
                  <a:lnTo>
                    <a:pt x="6340118" y="0"/>
                  </a:lnTo>
                  <a:lnTo>
                    <a:pt x="6340212" y="0"/>
                  </a:lnTo>
                  <a:lnTo>
                    <a:pt x="6340305" y="0"/>
                  </a:lnTo>
                  <a:lnTo>
                    <a:pt x="6340398" y="0"/>
                  </a:lnTo>
                  <a:lnTo>
                    <a:pt x="6340491" y="0"/>
                  </a:lnTo>
                  <a:lnTo>
                    <a:pt x="6340585" y="0"/>
                  </a:lnTo>
                  <a:lnTo>
                    <a:pt x="6340585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652822" y="69589"/>
              <a:ext cx="6340585" cy="6340585"/>
            </a:xfrm>
            <a:custGeom>
              <a:avLst/>
              <a:pathLst>
                <a:path w="6340585" h="6340585">
                  <a:moveTo>
                    <a:pt x="0" y="6340585"/>
                  </a:moveTo>
                  <a:lnTo>
                    <a:pt x="93" y="6340585"/>
                  </a:lnTo>
                  <a:lnTo>
                    <a:pt x="186" y="6340585"/>
                  </a:lnTo>
                  <a:lnTo>
                    <a:pt x="279" y="6340585"/>
                  </a:lnTo>
                  <a:lnTo>
                    <a:pt x="372" y="6340585"/>
                  </a:lnTo>
                  <a:lnTo>
                    <a:pt x="466" y="6340585"/>
                  </a:lnTo>
                  <a:lnTo>
                    <a:pt x="559" y="6340585"/>
                  </a:lnTo>
                  <a:lnTo>
                    <a:pt x="652" y="6340585"/>
                  </a:lnTo>
                  <a:lnTo>
                    <a:pt x="745" y="6340585"/>
                  </a:lnTo>
                  <a:lnTo>
                    <a:pt x="839" y="6340585"/>
                  </a:lnTo>
                  <a:lnTo>
                    <a:pt x="932" y="6340585"/>
                  </a:lnTo>
                  <a:lnTo>
                    <a:pt x="1025" y="6340585"/>
                  </a:lnTo>
                  <a:lnTo>
                    <a:pt x="1118" y="6340585"/>
                  </a:lnTo>
                  <a:lnTo>
                    <a:pt x="1212" y="6340585"/>
                  </a:lnTo>
                  <a:lnTo>
                    <a:pt x="1305" y="6340585"/>
                  </a:lnTo>
                  <a:lnTo>
                    <a:pt x="1398" y="6340585"/>
                  </a:lnTo>
                  <a:lnTo>
                    <a:pt x="1491" y="6340585"/>
                  </a:lnTo>
                  <a:lnTo>
                    <a:pt x="1585" y="6340585"/>
                  </a:lnTo>
                  <a:lnTo>
                    <a:pt x="1678" y="6340585"/>
                  </a:lnTo>
                  <a:lnTo>
                    <a:pt x="1771" y="6340585"/>
                  </a:lnTo>
                  <a:lnTo>
                    <a:pt x="1864" y="6340585"/>
                  </a:lnTo>
                  <a:lnTo>
                    <a:pt x="1958" y="6340585"/>
                  </a:lnTo>
                  <a:lnTo>
                    <a:pt x="2051" y="6340585"/>
                  </a:lnTo>
                  <a:lnTo>
                    <a:pt x="2144" y="6340585"/>
                  </a:lnTo>
                  <a:lnTo>
                    <a:pt x="2237" y="6340585"/>
                  </a:lnTo>
                  <a:lnTo>
                    <a:pt x="2331" y="6340585"/>
                  </a:lnTo>
                  <a:lnTo>
                    <a:pt x="2424" y="6340585"/>
                  </a:lnTo>
                  <a:lnTo>
                    <a:pt x="2517" y="6340585"/>
                  </a:lnTo>
                  <a:lnTo>
                    <a:pt x="2610" y="6340585"/>
                  </a:lnTo>
                  <a:lnTo>
                    <a:pt x="2704" y="6340585"/>
                  </a:lnTo>
                  <a:lnTo>
                    <a:pt x="2797" y="6340585"/>
                  </a:lnTo>
                  <a:lnTo>
                    <a:pt x="2890" y="6340585"/>
                  </a:lnTo>
                  <a:lnTo>
                    <a:pt x="2983" y="6340585"/>
                  </a:lnTo>
                  <a:lnTo>
                    <a:pt x="3077" y="6340585"/>
                  </a:lnTo>
                  <a:lnTo>
                    <a:pt x="3170" y="6340585"/>
                  </a:lnTo>
                  <a:lnTo>
                    <a:pt x="3263" y="6340585"/>
                  </a:lnTo>
                  <a:lnTo>
                    <a:pt x="3356" y="6340585"/>
                  </a:lnTo>
                  <a:lnTo>
                    <a:pt x="3450" y="6340585"/>
                  </a:lnTo>
                  <a:lnTo>
                    <a:pt x="3543" y="6340585"/>
                  </a:lnTo>
                  <a:lnTo>
                    <a:pt x="3636" y="6340585"/>
                  </a:lnTo>
                  <a:lnTo>
                    <a:pt x="3729" y="6340585"/>
                  </a:lnTo>
                  <a:lnTo>
                    <a:pt x="3823" y="6340585"/>
                  </a:lnTo>
                  <a:lnTo>
                    <a:pt x="3916" y="6340585"/>
                  </a:lnTo>
                  <a:lnTo>
                    <a:pt x="4009" y="6340585"/>
                  </a:lnTo>
                  <a:lnTo>
                    <a:pt x="4102" y="6340585"/>
                  </a:lnTo>
                  <a:lnTo>
                    <a:pt x="4196" y="6340585"/>
                  </a:lnTo>
                  <a:lnTo>
                    <a:pt x="4289" y="6340585"/>
                  </a:lnTo>
                  <a:lnTo>
                    <a:pt x="4382" y="6340585"/>
                  </a:lnTo>
                  <a:lnTo>
                    <a:pt x="4475" y="6340585"/>
                  </a:lnTo>
                  <a:lnTo>
                    <a:pt x="4569" y="6340585"/>
                  </a:lnTo>
                  <a:lnTo>
                    <a:pt x="4662" y="6340585"/>
                  </a:lnTo>
                  <a:lnTo>
                    <a:pt x="4755" y="6340585"/>
                  </a:lnTo>
                  <a:lnTo>
                    <a:pt x="4848" y="6340585"/>
                  </a:lnTo>
                  <a:lnTo>
                    <a:pt x="4942" y="6340585"/>
                  </a:lnTo>
                  <a:lnTo>
                    <a:pt x="5035" y="6340585"/>
                  </a:lnTo>
                  <a:lnTo>
                    <a:pt x="5128" y="6340585"/>
                  </a:lnTo>
                  <a:lnTo>
                    <a:pt x="5221" y="6340585"/>
                  </a:lnTo>
                  <a:lnTo>
                    <a:pt x="5315" y="6340585"/>
                  </a:lnTo>
                  <a:lnTo>
                    <a:pt x="5408" y="6340585"/>
                  </a:lnTo>
                  <a:lnTo>
                    <a:pt x="5501" y="6340585"/>
                  </a:lnTo>
                  <a:lnTo>
                    <a:pt x="5594" y="6340585"/>
                  </a:lnTo>
                  <a:lnTo>
                    <a:pt x="5688" y="6340585"/>
                  </a:lnTo>
                  <a:lnTo>
                    <a:pt x="5781" y="6340585"/>
                  </a:lnTo>
                  <a:lnTo>
                    <a:pt x="5874" y="6340585"/>
                  </a:lnTo>
                  <a:lnTo>
                    <a:pt x="5967" y="6340585"/>
                  </a:lnTo>
                  <a:lnTo>
                    <a:pt x="6061" y="6340585"/>
                  </a:lnTo>
                  <a:lnTo>
                    <a:pt x="6154" y="6340585"/>
                  </a:lnTo>
                  <a:lnTo>
                    <a:pt x="6247" y="6340585"/>
                  </a:lnTo>
                  <a:lnTo>
                    <a:pt x="6340" y="6340585"/>
                  </a:lnTo>
                  <a:lnTo>
                    <a:pt x="6434" y="6340585"/>
                  </a:lnTo>
                  <a:lnTo>
                    <a:pt x="6527" y="6340585"/>
                  </a:lnTo>
                  <a:lnTo>
                    <a:pt x="6620" y="6340585"/>
                  </a:lnTo>
                  <a:lnTo>
                    <a:pt x="6713" y="6340585"/>
                  </a:lnTo>
                  <a:lnTo>
                    <a:pt x="6807" y="6340585"/>
                  </a:lnTo>
                  <a:lnTo>
                    <a:pt x="6900" y="6340585"/>
                  </a:lnTo>
                  <a:lnTo>
                    <a:pt x="6993" y="6340585"/>
                  </a:lnTo>
                  <a:lnTo>
                    <a:pt x="7086" y="6340585"/>
                  </a:lnTo>
                  <a:lnTo>
                    <a:pt x="7179" y="6340585"/>
                  </a:lnTo>
                  <a:lnTo>
                    <a:pt x="7273" y="6340585"/>
                  </a:lnTo>
                  <a:lnTo>
                    <a:pt x="7366" y="6340585"/>
                  </a:lnTo>
                  <a:lnTo>
                    <a:pt x="7459" y="6340585"/>
                  </a:lnTo>
                  <a:lnTo>
                    <a:pt x="7552" y="6340585"/>
                  </a:lnTo>
                  <a:lnTo>
                    <a:pt x="7646" y="6340585"/>
                  </a:lnTo>
                  <a:lnTo>
                    <a:pt x="7739" y="6340585"/>
                  </a:lnTo>
                  <a:lnTo>
                    <a:pt x="7832" y="6340585"/>
                  </a:lnTo>
                  <a:lnTo>
                    <a:pt x="7925" y="6340585"/>
                  </a:lnTo>
                  <a:lnTo>
                    <a:pt x="8019" y="6340585"/>
                  </a:lnTo>
                  <a:lnTo>
                    <a:pt x="8112" y="6340585"/>
                  </a:lnTo>
                  <a:lnTo>
                    <a:pt x="8205" y="6340585"/>
                  </a:lnTo>
                  <a:lnTo>
                    <a:pt x="8298" y="6340585"/>
                  </a:lnTo>
                  <a:lnTo>
                    <a:pt x="8392" y="6340585"/>
                  </a:lnTo>
                  <a:lnTo>
                    <a:pt x="8485" y="6340585"/>
                  </a:lnTo>
                  <a:lnTo>
                    <a:pt x="8578" y="6340585"/>
                  </a:lnTo>
                  <a:lnTo>
                    <a:pt x="8671" y="6340585"/>
                  </a:lnTo>
                  <a:lnTo>
                    <a:pt x="8765" y="6340585"/>
                  </a:lnTo>
                  <a:lnTo>
                    <a:pt x="8858" y="6340585"/>
                  </a:lnTo>
                  <a:lnTo>
                    <a:pt x="8951" y="6340585"/>
                  </a:lnTo>
                  <a:lnTo>
                    <a:pt x="9044" y="6340585"/>
                  </a:lnTo>
                  <a:lnTo>
                    <a:pt x="9138" y="6340585"/>
                  </a:lnTo>
                  <a:lnTo>
                    <a:pt x="9231" y="6340585"/>
                  </a:lnTo>
                  <a:lnTo>
                    <a:pt x="9324" y="6340585"/>
                  </a:lnTo>
                  <a:lnTo>
                    <a:pt x="9417" y="6340585"/>
                  </a:lnTo>
                  <a:lnTo>
                    <a:pt x="9511" y="6340585"/>
                  </a:lnTo>
                  <a:lnTo>
                    <a:pt x="9604" y="6340585"/>
                  </a:lnTo>
                  <a:lnTo>
                    <a:pt x="9697" y="6340585"/>
                  </a:lnTo>
                  <a:lnTo>
                    <a:pt x="9790" y="6340585"/>
                  </a:lnTo>
                  <a:lnTo>
                    <a:pt x="9884" y="6340585"/>
                  </a:lnTo>
                  <a:lnTo>
                    <a:pt x="9977" y="6340585"/>
                  </a:lnTo>
                  <a:lnTo>
                    <a:pt x="10070" y="6340585"/>
                  </a:lnTo>
                  <a:lnTo>
                    <a:pt x="10163" y="6340585"/>
                  </a:lnTo>
                  <a:lnTo>
                    <a:pt x="10257" y="6340585"/>
                  </a:lnTo>
                  <a:lnTo>
                    <a:pt x="10350" y="6340585"/>
                  </a:lnTo>
                  <a:lnTo>
                    <a:pt x="10443" y="6340585"/>
                  </a:lnTo>
                  <a:lnTo>
                    <a:pt x="10536" y="6340585"/>
                  </a:lnTo>
                  <a:lnTo>
                    <a:pt x="10630" y="6340585"/>
                  </a:lnTo>
                  <a:lnTo>
                    <a:pt x="10723" y="6340585"/>
                  </a:lnTo>
                  <a:lnTo>
                    <a:pt x="10816" y="6340585"/>
                  </a:lnTo>
                  <a:lnTo>
                    <a:pt x="10909" y="6340585"/>
                  </a:lnTo>
                  <a:lnTo>
                    <a:pt x="11003" y="6340585"/>
                  </a:lnTo>
                  <a:lnTo>
                    <a:pt x="11096" y="6340585"/>
                  </a:lnTo>
                  <a:lnTo>
                    <a:pt x="11189" y="6340585"/>
                  </a:lnTo>
                  <a:lnTo>
                    <a:pt x="11282" y="6340585"/>
                  </a:lnTo>
                  <a:lnTo>
                    <a:pt x="11376" y="6340585"/>
                  </a:lnTo>
                  <a:lnTo>
                    <a:pt x="11469" y="6340585"/>
                  </a:lnTo>
                  <a:lnTo>
                    <a:pt x="11655" y="6340585"/>
                  </a:lnTo>
                  <a:lnTo>
                    <a:pt x="11749" y="6340585"/>
                  </a:lnTo>
                  <a:lnTo>
                    <a:pt x="11842" y="6340585"/>
                  </a:lnTo>
                  <a:lnTo>
                    <a:pt x="11935" y="6340585"/>
                  </a:lnTo>
                  <a:lnTo>
                    <a:pt x="12028" y="6340585"/>
                  </a:lnTo>
                  <a:lnTo>
                    <a:pt x="12122" y="6340585"/>
                  </a:lnTo>
                  <a:lnTo>
                    <a:pt x="12215" y="6340585"/>
                  </a:lnTo>
                  <a:lnTo>
                    <a:pt x="12308" y="6340585"/>
                  </a:lnTo>
                  <a:lnTo>
                    <a:pt x="12401" y="6340585"/>
                  </a:lnTo>
                  <a:lnTo>
                    <a:pt x="12495" y="6340585"/>
                  </a:lnTo>
                  <a:lnTo>
                    <a:pt x="12588" y="6340585"/>
                  </a:lnTo>
                  <a:lnTo>
                    <a:pt x="12681" y="6340585"/>
                  </a:lnTo>
                  <a:lnTo>
                    <a:pt x="12774" y="6340585"/>
                  </a:lnTo>
                  <a:lnTo>
                    <a:pt x="12868" y="6340585"/>
                  </a:lnTo>
                  <a:lnTo>
                    <a:pt x="12961" y="6340585"/>
                  </a:lnTo>
                  <a:lnTo>
                    <a:pt x="13054" y="6340585"/>
                  </a:lnTo>
                  <a:lnTo>
                    <a:pt x="13147" y="6340585"/>
                  </a:lnTo>
                  <a:lnTo>
                    <a:pt x="13241" y="6340585"/>
                  </a:lnTo>
                  <a:lnTo>
                    <a:pt x="13334" y="6340585"/>
                  </a:lnTo>
                  <a:lnTo>
                    <a:pt x="13427" y="6340585"/>
                  </a:lnTo>
                  <a:lnTo>
                    <a:pt x="13520" y="6340585"/>
                  </a:lnTo>
                  <a:lnTo>
                    <a:pt x="13614" y="6340585"/>
                  </a:lnTo>
                  <a:lnTo>
                    <a:pt x="13707" y="6340585"/>
                  </a:lnTo>
                  <a:lnTo>
                    <a:pt x="13800" y="6340585"/>
                  </a:lnTo>
                  <a:lnTo>
                    <a:pt x="13893" y="6340585"/>
                  </a:lnTo>
                  <a:lnTo>
                    <a:pt x="13986" y="6340585"/>
                  </a:lnTo>
                  <a:lnTo>
                    <a:pt x="14080" y="6340585"/>
                  </a:lnTo>
                  <a:lnTo>
                    <a:pt x="14173" y="6340585"/>
                  </a:lnTo>
                  <a:lnTo>
                    <a:pt x="14266" y="6340585"/>
                  </a:lnTo>
                  <a:lnTo>
                    <a:pt x="14359" y="6340585"/>
                  </a:lnTo>
                  <a:lnTo>
                    <a:pt x="14453" y="6340585"/>
                  </a:lnTo>
                  <a:lnTo>
                    <a:pt x="14546" y="6340585"/>
                  </a:lnTo>
                  <a:lnTo>
                    <a:pt x="14639" y="6340585"/>
                  </a:lnTo>
                  <a:lnTo>
                    <a:pt x="14732" y="6340585"/>
                  </a:lnTo>
                  <a:lnTo>
                    <a:pt x="14826" y="6340585"/>
                  </a:lnTo>
                  <a:lnTo>
                    <a:pt x="14919" y="6340585"/>
                  </a:lnTo>
                  <a:lnTo>
                    <a:pt x="15012" y="6340585"/>
                  </a:lnTo>
                  <a:lnTo>
                    <a:pt x="15105" y="6340585"/>
                  </a:lnTo>
                  <a:lnTo>
                    <a:pt x="15199" y="6340585"/>
                  </a:lnTo>
                  <a:lnTo>
                    <a:pt x="15292" y="6340585"/>
                  </a:lnTo>
                  <a:lnTo>
                    <a:pt x="15385" y="6340585"/>
                  </a:lnTo>
                  <a:lnTo>
                    <a:pt x="15478" y="6340585"/>
                  </a:lnTo>
                  <a:lnTo>
                    <a:pt x="15572" y="6340585"/>
                  </a:lnTo>
                  <a:lnTo>
                    <a:pt x="15665" y="6340585"/>
                  </a:lnTo>
                  <a:lnTo>
                    <a:pt x="15758" y="6340585"/>
                  </a:lnTo>
                  <a:lnTo>
                    <a:pt x="15851" y="6340585"/>
                  </a:lnTo>
                  <a:lnTo>
                    <a:pt x="15945" y="6340585"/>
                  </a:lnTo>
                  <a:lnTo>
                    <a:pt x="16038" y="6340585"/>
                  </a:lnTo>
                  <a:lnTo>
                    <a:pt x="16131" y="6340585"/>
                  </a:lnTo>
                  <a:lnTo>
                    <a:pt x="16224" y="6340585"/>
                  </a:lnTo>
                  <a:lnTo>
                    <a:pt x="16318" y="6340585"/>
                  </a:lnTo>
                  <a:lnTo>
                    <a:pt x="16411" y="6340585"/>
                  </a:lnTo>
                  <a:lnTo>
                    <a:pt x="16504" y="6340585"/>
                  </a:lnTo>
                  <a:lnTo>
                    <a:pt x="16597" y="6340585"/>
                  </a:lnTo>
                  <a:lnTo>
                    <a:pt x="16691" y="6340585"/>
                  </a:lnTo>
                  <a:lnTo>
                    <a:pt x="16784" y="6340585"/>
                  </a:lnTo>
                  <a:lnTo>
                    <a:pt x="16877" y="6340585"/>
                  </a:lnTo>
                  <a:lnTo>
                    <a:pt x="16970" y="6340585"/>
                  </a:lnTo>
                  <a:lnTo>
                    <a:pt x="17064" y="6340585"/>
                  </a:lnTo>
                  <a:lnTo>
                    <a:pt x="17157" y="6340585"/>
                  </a:lnTo>
                  <a:lnTo>
                    <a:pt x="17250" y="6340585"/>
                  </a:lnTo>
                  <a:lnTo>
                    <a:pt x="17343" y="6340585"/>
                  </a:lnTo>
                  <a:lnTo>
                    <a:pt x="17437" y="6340585"/>
                  </a:lnTo>
                  <a:lnTo>
                    <a:pt x="17530" y="6340585"/>
                  </a:lnTo>
                  <a:lnTo>
                    <a:pt x="17623" y="6340585"/>
                  </a:lnTo>
                  <a:lnTo>
                    <a:pt x="17716" y="6340585"/>
                  </a:lnTo>
                  <a:lnTo>
                    <a:pt x="17810" y="6340585"/>
                  </a:lnTo>
                  <a:lnTo>
                    <a:pt x="17903" y="6340585"/>
                  </a:lnTo>
                  <a:lnTo>
                    <a:pt x="17996" y="6340585"/>
                  </a:lnTo>
                  <a:lnTo>
                    <a:pt x="18089" y="6340585"/>
                  </a:lnTo>
                  <a:lnTo>
                    <a:pt x="18183" y="6340585"/>
                  </a:lnTo>
                  <a:lnTo>
                    <a:pt x="18276" y="6340585"/>
                  </a:lnTo>
                  <a:lnTo>
                    <a:pt x="18369" y="6340585"/>
                  </a:lnTo>
                  <a:lnTo>
                    <a:pt x="18462" y="6340585"/>
                  </a:lnTo>
                  <a:lnTo>
                    <a:pt x="18556" y="6340585"/>
                  </a:lnTo>
                  <a:lnTo>
                    <a:pt x="18649" y="6340585"/>
                  </a:lnTo>
                  <a:lnTo>
                    <a:pt x="18742" y="6340585"/>
                  </a:lnTo>
                  <a:lnTo>
                    <a:pt x="18835" y="6340585"/>
                  </a:lnTo>
                  <a:lnTo>
                    <a:pt x="18929" y="6340585"/>
                  </a:lnTo>
                  <a:lnTo>
                    <a:pt x="19022" y="6340585"/>
                  </a:lnTo>
                  <a:lnTo>
                    <a:pt x="19115" y="6340585"/>
                  </a:lnTo>
                  <a:lnTo>
                    <a:pt x="19208" y="6340585"/>
                  </a:lnTo>
                  <a:lnTo>
                    <a:pt x="19302" y="6340585"/>
                  </a:lnTo>
                  <a:lnTo>
                    <a:pt x="19395" y="6340585"/>
                  </a:lnTo>
                  <a:lnTo>
                    <a:pt x="19488" y="6340585"/>
                  </a:lnTo>
                  <a:lnTo>
                    <a:pt x="19581" y="6340585"/>
                  </a:lnTo>
                  <a:lnTo>
                    <a:pt x="19675" y="6340585"/>
                  </a:lnTo>
                  <a:lnTo>
                    <a:pt x="19768" y="6340585"/>
                  </a:lnTo>
                  <a:lnTo>
                    <a:pt x="19861" y="6340585"/>
                  </a:lnTo>
                  <a:lnTo>
                    <a:pt x="19954" y="6340585"/>
                  </a:lnTo>
                  <a:lnTo>
                    <a:pt x="20141" y="6340585"/>
                  </a:lnTo>
                  <a:lnTo>
                    <a:pt x="20234" y="6340585"/>
                  </a:lnTo>
                  <a:lnTo>
                    <a:pt x="20327" y="6340585"/>
                  </a:lnTo>
                  <a:lnTo>
                    <a:pt x="20421" y="6340585"/>
                  </a:lnTo>
                  <a:lnTo>
                    <a:pt x="20514" y="6340585"/>
                  </a:lnTo>
                  <a:lnTo>
                    <a:pt x="20607" y="6340585"/>
                  </a:lnTo>
                  <a:lnTo>
                    <a:pt x="20700" y="6340585"/>
                  </a:lnTo>
                  <a:lnTo>
                    <a:pt x="20794" y="6340585"/>
                  </a:lnTo>
                  <a:lnTo>
                    <a:pt x="20887" y="6340585"/>
                  </a:lnTo>
                  <a:lnTo>
                    <a:pt x="20980" y="6340585"/>
                  </a:lnTo>
                  <a:lnTo>
                    <a:pt x="21073" y="6340585"/>
                  </a:lnTo>
                  <a:lnTo>
                    <a:pt x="21166" y="6340585"/>
                  </a:lnTo>
                  <a:lnTo>
                    <a:pt x="21260" y="6340585"/>
                  </a:lnTo>
                  <a:lnTo>
                    <a:pt x="21353" y="6340585"/>
                  </a:lnTo>
                  <a:lnTo>
                    <a:pt x="21446" y="6340585"/>
                  </a:lnTo>
                  <a:lnTo>
                    <a:pt x="21539" y="6340585"/>
                  </a:lnTo>
                  <a:lnTo>
                    <a:pt x="21633" y="6340585"/>
                  </a:lnTo>
                  <a:lnTo>
                    <a:pt x="21726" y="6340585"/>
                  </a:lnTo>
                  <a:lnTo>
                    <a:pt x="21819" y="6340585"/>
                  </a:lnTo>
                  <a:lnTo>
                    <a:pt x="21912" y="6340585"/>
                  </a:lnTo>
                  <a:lnTo>
                    <a:pt x="22006" y="6340585"/>
                  </a:lnTo>
                  <a:lnTo>
                    <a:pt x="22099" y="6340585"/>
                  </a:lnTo>
                  <a:lnTo>
                    <a:pt x="22192" y="6340585"/>
                  </a:lnTo>
                  <a:lnTo>
                    <a:pt x="22285" y="6340585"/>
                  </a:lnTo>
                  <a:lnTo>
                    <a:pt x="22379" y="6340585"/>
                  </a:lnTo>
                  <a:lnTo>
                    <a:pt x="22472" y="6340585"/>
                  </a:lnTo>
                  <a:lnTo>
                    <a:pt x="22565" y="6340585"/>
                  </a:lnTo>
                  <a:lnTo>
                    <a:pt x="22658" y="6340585"/>
                  </a:lnTo>
                  <a:lnTo>
                    <a:pt x="22752" y="6340585"/>
                  </a:lnTo>
                  <a:lnTo>
                    <a:pt x="22845" y="6340585"/>
                  </a:lnTo>
                  <a:lnTo>
                    <a:pt x="22938" y="6340585"/>
                  </a:lnTo>
                  <a:lnTo>
                    <a:pt x="23031" y="6340585"/>
                  </a:lnTo>
                  <a:lnTo>
                    <a:pt x="23125" y="6340585"/>
                  </a:lnTo>
                  <a:lnTo>
                    <a:pt x="23218" y="6340585"/>
                  </a:lnTo>
                  <a:lnTo>
                    <a:pt x="23311" y="6340585"/>
                  </a:lnTo>
                  <a:lnTo>
                    <a:pt x="23404" y="6340585"/>
                  </a:lnTo>
                  <a:lnTo>
                    <a:pt x="23498" y="6340585"/>
                  </a:lnTo>
                  <a:lnTo>
                    <a:pt x="23591" y="6340585"/>
                  </a:lnTo>
                  <a:lnTo>
                    <a:pt x="23684" y="6340585"/>
                  </a:lnTo>
                  <a:lnTo>
                    <a:pt x="23777" y="6340585"/>
                  </a:lnTo>
                  <a:lnTo>
                    <a:pt x="23871" y="6340585"/>
                  </a:lnTo>
                  <a:lnTo>
                    <a:pt x="23964" y="6340585"/>
                  </a:lnTo>
                  <a:lnTo>
                    <a:pt x="24057" y="6340585"/>
                  </a:lnTo>
                  <a:lnTo>
                    <a:pt x="24150" y="6340585"/>
                  </a:lnTo>
                  <a:lnTo>
                    <a:pt x="24244" y="6340585"/>
                  </a:lnTo>
                  <a:lnTo>
                    <a:pt x="24337" y="6340585"/>
                  </a:lnTo>
                  <a:lnTo>
                    <a:pt x="24430" y="6340585"/>
                  </a:lnTo>
                  <a:lnTo>
                    <a:pt x="24523" y="6340585"/>
                  </a:lnTo>
                  <a:lnTo>
                    <a:pt x="24617" y="6340585"/>
                  </a:lnTo>
                  <a:lnTo>
                    <a:pt x="24710" y="6340585"/>
                  </a:lnTo>
                  <a:lnTo>
                    <a:pt x="24803" y="6340585"/>
                  </a:lnTo>
                  <a:lnTo>
                    <a:pt x="24896" y="6340585"/>
                  </a:lnTo>
                  <a:lnTo>
                    <a:pt x="24990" y="6340585"/>
                  </a:lnTo>
                  <a:lnTo>
                    <a:pt x="25083" y="6340585"/>
                  </a:lnTo>
                  <a:lnTo>
                    <a:pt x="25176" y="6340585"/>
                  </a:lnTo>
                  <a:lnTo>
                    <a:pt x="25269" y="6340585"/>
                  </a:lnTo>
                  <a:lnTo>
                    <a:pt x="25363" y="6340585"/>
                  </a:lnTo>
                  <a:lnTo>
                    <a:pt x="25456" y="6340585"/>
                  </a:lnTo>
                  <a:lnTo>
                    <a:pt x="25549" y="6340585"/>
                  </a:lnTo>
                  <a:lnTo>
                    <a:pt x="25642" y="6340585"/>
                  </a:lnTo>
                  <a:lnTo>
                    <a:pt x="25736" y="6340585"/>
                  </a:lnTo>
                  <a:lnTo>
                    <a:pt x="25829" y="6340585"/>
                  </a:lnTo>
                  <a:lnTo>
                    <a:pt x="25922" y="6340585"/>
                  </a:lnTo>
                  <a:lnTo>
                    <a:pt x="26015" y="6340585"/>
                  </a:lnTo>
                  <a:lnTo>
                    <a:pt x="26109" y="6340585"/>
                  </a:lnTo>
                  <a:lnTo>
                    <a:pt x="26202" y="6340585"/>
                  </a:lnTo>
                  <a:lnTo>
                    <a:pt x="26295" y="6340585"/>
                  </a:lnTo>
                  <a:lnTo>
                    <a:pt x="26388" y="6340585"/>
                  </a:lnTo>
                  <a:lnTo>
                    <a:pt x="26482" y="6340585"/>
                  </a:lnTo>
                  <a:lnTo>
                    <a:pt x="26575" y="6340585"/>
                  </a:lnTo>
                  <a:lnTo>
                    <a:pt x="26668" y="6340585"/>
                  </a:lnTo>
                  <a:lnTo>
                    <a:pt x="26761" y="6340585"/>
                  </a:lnTo>
                  <a:lnTo>
                    <a:pt x="26855" y="6340585"/>
                  </a:lnTo>
                  <a:lnTo>
                    <a:pt x="26948" y="6340585"/>
                  </a:lnTo>
                  <a:lnTo>
                    <a:pt x="27041" y="6340585"/>
                  </a:lnTo>
                  <a:lnTo>
                    <a:pt x="27134" y="6340585"/>
                  </a:lnTo>
                  <a:lnTo>
                    <a:pt x="27228" y="6340585"/>
                  </a:lnTo>
                  <a:lnTo>
                    <a:pt x="27321" y="6340585"/>
                  </a:lnTo>
                  <a:lnTo>
                    <a:pt x="27414" y="6340585"/>
                  </a:lnTo>
                  <a:lnTo>
                    <a:pt x="27507" y="6340585"/>
                  </a:lnTo>
                  <a:lnTo>
                    <a:pt x="27601" y="6340585"/>
                  </a:lnTo>
                  <a:lnTo>
                    <a:pt x="27694" y="6340585"/>
                  </a:lnTo>
                  <a:lnTo>
                    <a:pt x="27787" y="6340585"/>
                  </a:lnTo>
                  <a:lnTo>
                    <a:pt x="27787" y="6330631"/>
                  </a:lnTo>
                  <a:lnTo>
                    <a:pt x="27880" y="6330631"/>
                  </a:lnTo>
                  <a:lnTo>
                    <a:pt x="27973" y="6330631"/>
                  </a:lnTo>
                  <a:lnTo>
                    <a:pt x="28067" y="6330631"/>
                  </a:lnTo>
                  <a:lnTo>
                    <a:pt x="28160" y="6330631"/>
                  </a:lnTo>
                  <a:lnTo>
                    <a:pt x="28253" y="6330631"/>
                  </a:lnTo>
                  <a:lnTo>
                    <a:pt x="28346" y="6330631"/>
                  </a:lnTo>
                  <a:lnTo>
                    <a:pt x="28440" y="6330631"/>
                  </a:lnTo>
                  <a:lnTo>
                    <a:pt x="28533" y="6330631"/>
                  </a:lnTo>
                  <a:lnTo>
                    <a:pt x="28626" y="6330631"/>
                  </a:lnTo>
                  <a:lnTo>
                    <a:pt x="28719" y="6330631"/>
                  </a:lnTo>
                  <a:lnTo>
                    <a:pt x="28813" y="6330631"/>
                  </a:lnTo>
                  <a:lnTo>
                    <a:pt x="28906" y="6330631"/>
                  </a:lnTo>
                  <a:lnTo>
                    <a:pt x="28999" y="6330631"/>
                  </a:lnTo>
                  <a:lnTo>
                    <a:pt x="29092" y="6330631"/>
                  </a:lnTo>
                  <a:lnTo>
                    <a:pt x="29186" y="6330631"/>
                  </a:lnTo>
                  <a:lnTo>
                    <a:pt x="29279" y="6330631"/>
                  </a:lnTo>
                  <a:lnTo>
                    <a:pt x="29372" y="6330631"/>
                  </a:lnTo>
                  <a:lnTo>
                    <a:pt x="29465" y="6330631"/>
                  </a:lnTo>
                  <a:lnTo>
                    <a:pt x="29559" y="6330631"/>
                  </a:lnTo>
                  <a:lnTo>
                    <a:pt x="29652" y="6330631"/>
                  </a:lnTo>
                  <a:lnTo>
                    <a:pt x="29745" y="6330631"/>
                  </a:lnTo>
                  <a:lnTo>
                    <a:pt x="29838" y="6330631"/>
                  </a:lnTo>
                  <a:lnTo>
                    <a:pt x="29932" y="6330631"/>
                  </a:lnTo>
                  <a:lnTo>
                    <a:pt x="30025" y="6330631"/>
                  </a:lnTo>
                  <a:lnTo>
                    <a:pt x="30118" y="6330631"/>
                  </a:lnTo>
                  <a:lnTo>
                    <a:pt x="30211" y="6330631"/>
                  </a:lnTo>
                  <a:lnTo>
                    <a:pt x="30305" y="6330631"/>
                  </a:lnTo>
                  <a:lnTo>
                    <a:pt x="30398" y="6330631"/>
                  </a:lnTo>
                  <a:lnTo>
                    <a:pt x="30491" y="6330631"/>
                  </a:lnTo>
                  <a:lnTo>
                    <a:pt x="30584" y="6330631"/>
                  </a:lnTo>
                  <a:lnTo>
                    <a:pt x="30678" y="6330631"/>
                  </a:lnTo>
                  <a:lnTo>
                    <a:pt x="30771" y="6330631"/>
                  </a:lnTo>
                  <a:lnTo>
                    <a:pt x="30864" y="6330631"/>
                  </a:lnTo>
                  <a:lnTo>
                    <a:pt x="30957" y="6330631"/>
                  </a:lnTo>
                  <a:lnTo>
                    <a:pt x="31051" y="6330631"/>
                  </a:lnTo>
                  <a:lnTo>
                    <a:pt x="31144" y="6330631"/>
                  </a:lnTo>
                  <a:lnTo>
                    <a:pt x="31237" y="6330631"/>
                  </a:lnTo>
                  <a:lnTo>
                    <a:pt x="31330" y="6330631"/>
                  </a:lnTo>
                  <a:lnTo>
                    <a:pt x="31424" y="6330631"/>
                  </a:lnTo>
                  <a:lnTo>
                    <a:pt x="31517" y="6330631"/>
                  </a:lnTo>
                  <a:lnTo>
                    <a:pt x="31797" y="6330631"/>
                  </a:lnTo>
                  <a:lnTo>
                    <a:pt x="31890" y="6330631"/>
                  </a:lnTo>
                  <a:lnTo>
                    <a:pt x="31983" y="6330631"/>
                  </a:lnTo>
                  <a:lnTo>
                    <a:pt x="32076" y="6330631"/>
                  </a:lnTo>
                  <a:lnTo>
                    <a:pt x="32170" y="6330631"/>
                  </a:lnTo>
                  <a:lnTo>
                    <a:pt x="32263" y="6330631"/>
                  </a:lnTo>
                  <a:lnTo>
                    <a:pt x="32356" y="6330631"/>
                  </a:lnTo>
                  <a:lnTo>
                    <a:pt x="32449" y="6330631"/>
                  </a:lnTo>
                  <a:lnTo>
                    <a:pt x="32543" y="6330631"/>
                  </a:lnTo>
                  <a:lnTo>
                    <a:pt x="32636" y="6330631"/>
                  </a:lnTo>
                  <a:lnTo>
                    <a:pt x="32729" y="6330631"/>
                  </a:lnTo>
                  <a:lnTo>
                    <a:pt x="32822" y="6330631"/>
                  </a:lnTo>
                  <a:lnTo>
                    <a:pt x="32916" y="6330631"/>
                  </a:lnTo>
                  <a:lnTo>
                    <a:pt x="33009" y="6330631"/>
                  </a:lnTo>
                  <a:lnTo>
                    <a:pt x="33102" y="6330631"/>
                  </a:lnTo>
                  <a:lnTo>
                    <a:pt x="33195" y="6330631"/>
                  </a:lnTo>
                  <a:lnTo>
                    <a:pt x="33289" y="6330631"/>
                  </a:lnTo>
                  <a:lnTo>
                    <a:pt x="33382" y="6330631"/>
                  </a:lnTo>
                  <a:lnTo>
                    <a:pt x="33475" y="6330631"/>
                  </a:lnTo>
                  <a:lnTo>
                    <a:pt x="33568" y="6330631"/>
                  </a:lnTo>
                  <a:lnTo>
                    <a:pt x="33662" y="6330631"/>
                  </a:lnTo>
                  <a:lnTo>
                    <a:pt x="33755" y="6330631"/>
                  </a:lnTo>
                  <a:lnTo>
                    <a:pt x="33848" y="6330631"/>
                  </a:lnTo>
                  <a:lnTo>
                    <a:pt x="33941" y="6330631"/>
                  </a:lnTo>
                  <a:lnTo>
                    <a:pt x="34035" y="6330631"/>
                  </a:lnTo>
                  <a:lnTo>
                    <a:pt x="34128" y="6330631"/>
                  </a:lnTo>
                  <a:lnTo>
                    <a:pt x="34221" y="6330631"/>
                  </a:lnTo>
                  <a:lnTo>
                    <a:pt x="34314" y="6330631"/>
                  </a:lnTo>
                  <a:lnTo>
                    <a:pt x="34408" y="6330631"/>
                  </a:lnTo>
                  <a:lnTo>
                    <a:pt x="34501" y="6330631"/>
                  </a:lnTo>
                  <a:lnTo>
                    <a:pt x="34594" y="6330631"/>
                  </a:lnTo>
                  <a:lnTo>
                    <a:pt x="34687" y="6330631"/>
                  </a:lnTo>
                  <a:lnTo>
                    <a:pt x="34780" y="6330631"/>
                  </a:lnTo>
                  <a:lnTo>
                    <a:pt x="34874" y="6330631"/>
                  </a:lnTo>
                  <a:lnTo>
                    <a:pt x="34967" y="6330631"/>
                  </a:lnTo>
                  <a:lnTo>
                    <a:pt x="35060" y="6330631"/>
                  </a:lnTo>
                  <a:lnTo>
                    <a:pt x="35153" y="6330631"/>
                  </a:lnTo>
                  <a:lnTo>
                    <a:pt x="35247" y="6330631"/>
                  </a:lnTo>
                  <a:lnTo>
                    <a:pt x="35340" y="6330631"/>
                  </a:lnTo>
                  <a:lnTo>
                    <a:pt x="35433" y="6330631"/>
                  </a:lnTo>
                  <a:lnTo>
                    <a:pt x="35526" y="6330631"/>
                  </a:lnTo>
                  <a:lnTo>
                    <a:pt x="35620" y="6330631"/>
                  </a:lnTo>
                  <a:lnTo>
                    <a:pt x="35713" y="6330631"/>
                  </a:lnTo>
                  <a:lnTo>
                    <a:pt x="35806" y="6330631"/>
                  </a:lnTo>
                  <a:lnTo>
                    <a:pt x="35899" y="6330631"/>
                  </a:lnTo>
                  <a:lnTo>
                    <a:pt x="35993" y="6330631"/>
                  </a:lnTo>
                  <a:lnTo>
                    <a:pt x="36086" y="6330631"/>
                  </a:lnTo>
                  <a:lnTo>
                    <a:pt x="36179" y="6330631"/>
                  </a:lnTo>
                  <a:lnTo>
                    <a:pt x="36272" y="6330631"/>
                  </a:lnTo>
                  <a:lnTo>
                    <a:pt x="36366" y="6330631"/>
                  </a:lnTo>
                  <a:lnTo>
                    <a:pt x="36459" y="6330631"/>
                  </a:lnTo>
                  <a:lnTo>
                    <a:pt x="36552" y="6330631"/>
                  </a:lnTo>
                  <a:lnTo>
                    <a:pt x="36645" y="6330631"/>
                  </a:lnTo>
                  <a:lnTo>
                    <a:pt x="36739" y="6330631"/>
                  </a:lnTo>
                  <a:lnTo>
                    <a:pt x="36832" y="6330631"/>
                  </a:lnTo>
                  <a:lnTo>
                    <a:pt x="36925" y="6330631"/>
                  </a:lnTo>
                  <a:lnTo>
                    <a:pt x="37018" y="6330631"/>
                  </a:lnTo>
                  <a:lnTo>
                    <a:pt x="37112" y="6330631"/>
                  </a:lnTo>
                  <a:lnTo>
                    <a:pt x="37205" y="6330631"/>
                  </a:lnTo>
                  <a:lnTo>
                    <a:pt x="37298" y="6330631"/>
                  </a:lnTo>
                  <a:lnTo>
                    <a:pt x="37391" y="6330631"/>
                  </a:lnTo>
                  <a:lnTo>
                    <a:pt x="37485" y="6330631"/>
                  </a:lnTo>
                  <a:lnTo>
                    <a:pt x="37578" y="6330631"/>
                  </a:lnTo>
                  <a:lnTo>
                    <a:pt x="37671" y="6330631"/>
                  </a:lnTo>
                  <a:lnTo>
                    <a:pt x="37764" y="6330631"/>
                  </a:lnTo>
                  <a:lnTo>
                    <a:pt x="37858" y="6330631"/>
                  </a:lnTo>
                  <a:lnTo>
                    <a:pt x="37951" y="6330631"/>
                  </a:lnTo>
                  <a:lnTo>
                    <a:pt x="38044" y="6330631"/>
                  </a:lnTo>
                  <a:lnTo>
                    <a:pt x="38137" y="6330631"/>
                  </a:lnTo>
                  <a:lnTo>
                    <a:pt x="38231" y="6330631"/>
                  </a:lnTo>
                  <a:lnTo>
                    <a:pt x="38324" y="6330631"/>
                  </a:lnTo>
                  <a:lnTo>
                    <a:pt x="38417" y="6330631"/>
                  </a:lnTo>
                  <a:lnTo>
                    <a:pt x="38510" y="6330631"/>
                  </a:lnTo>
                  <a:lnTo>
                    <a:pt x="38604" y="6330631"/>
                  </a:lnTo>
                  <a:lnTo>
                    <a:pt x="38697" y="6330631"/>
                  </a:lnTo>
                  <a:lnTo>
                    <a:pt x="38790" y="6330631"/>
                  </a:lnTo>
                  <a:lnTo>
                    <a:pt x="38883" y="6330631"/>
                  </a:lnTo>
                  <a:lnTo>
                    <a:pt x="38977" y="6330631"/>
                  </a:lnTo>
                  <a:lnTo>
                    <a:pt x="39070" y="6330631"/>
                  </a:lnTo>
                  <a:lnTo>
                    <a:pt x="39163" y="6330631"/>
                  </a:lnTo>
                  <a:lnTo>
                    <a:pt x="39256" y="6330631"/>
                  </a:lnTo>
                  <a:lnTo>
                    <a:pt x="39350" y="6330631"/>
                  </a:lnTo>
                  <a:lnTo>
                    <a:pt x="39443" y="6330631"/>
                  </a:lnTo>
                  <a:lnTo>
                    <a:pt x="39536" y="6330631"/>
                  </a:lnTo>
                  <a:lnTo>
                    <a:pt x="39723" y="6330631"/>
                  </a:lnTo>
                  <a:lnTo>
                    <a:pt x="39816" y="6330631"/>
                  </a:lnTo>
                  <a:lnTo>
                    <a:pt x="39909" y="6330631"/>
                  </a:lnTo>
                  <a:lnTo>
                    <a:pt x="40002" y="6330631"/>
                  </a:lnTo>
                  <a:lnTo>
                    <a:pt x="40096" y="6330631"/>
                  </a:lnTo>
                  <a:lnTo>
                    <a:pt x="40189" y="6330631"/>
                  </a:lnTo>
                  <a:lnTo>
                    <a:pt x="40189" y="6320677"/>
                  </a:lnTo>
                  <a:lnTo>
                    <a:pt x="40282" y="6320677"/>
                  </a:lnTo>
                  <a:lnTo>
                    <a:pt x="40375" y="6320677"/>
                  </a:lnTo>
                  <a:lnTo>
                    <a:pt x="40469" y="6320677"/>
                  </a:lnTo>
                  <a:lnTo>
                    <a:pt x="40562" y="6320677"/>
                  </a:lnTo>
                  <a:lnTo>
                    <a:pt x="40655" y="6320677"/>
                  </a:lnTo>
                  <a:lnTo>
                    <a:pt x="40748" y="6320677"/>
                  </a:lnTo>
                  <a:lnTo>
                    <a:pt x="40842" y="6320677"/>
                  </a:lnTo>
                  <a:lnTo>
                    <a:pt x="40935" y="6320677"/>
                  </a:lnTo>
                  <a:lnTo>
                    <a:pt x="41028" y="6320677"/>
                  </a:lnTo>
                  <a:lnTo>
                    <a:pt x="41121" y="6320677"/>
                  </a:lnTo>
                  <a:lnTo>
                    <a:pt x="41215" y="6320677"/>
                  </a:lnTo>
                  <a:lnTo>
                    <a:pt x="41308" y="6320677"/>
                  </a:lnTo>
                  <a:lnTo>
                    <a:pt x="41401" y="6320677"/>
                  </a:lnTo>
                  <a:lnTo>
                    <a:pt x="41494" y="6320677"/>
                  </a:lnTo>
                  <a:lnTo>
                    <a:pt x="41588" y="6320677"/>
                  </a:lnTo>
                  <a:lnTo>
                    <a:pt x="41681" y="6320677"/>
                  </a:lnTo>
                  <a:lnTo>
                    <a:pt x="41774" y="6320677"/>
                  </a:lnTo>
                  <a:lnTo>
                    <a:pt x="41867" y="6320677"/>
                  </a:lnTo>
                  <a:lnTo>
                    <a:pt x="41960" y="6320677"/>
                  </a:lnTo>
                  <a:lnTo>
                    <a:pt x="41960" y="6310723"/>
                  </a:lnTo>
                  <a:lnTo>
                    <a:pt x="42054" y="6310723"/>
                  </a:lnTo>
                  <a:lnTo>
                    <a:pt x="42147" y="6310723"/>
                  </a:lnTo>
                  <a:lnTo>
                    <a:pt x="42240" y="6310723"/>
                  </a:lnTo>
                  <a:lnTo>
                    <a:pt x="42333" y="6310723"/>
                  </a:lnTo>
                  <a:lnTo>
                    <a:pt x="42427" y="6310723"/>
                  </a:lnTo>
                  <a:lnTo>
                    <a:pt x="42520" y="6310723"/>
                  </a:lnTo>
                  <a:lnTo>
                    <a:pt x="42613" y="6310723"/>
                  </a:lnTo>
                  <a:lnTo>
                    <a:pt x="42706" y="6310723"/>
                  </a:lnTo>
                  <a:lnTo>
                    <a:pt x="42800" y="6310723"/>
                  </a:lnTo>
                  <a:lnTo>
                    <a:pt x="42893" y="6310723"/>
                  </a:lnTo>
                  <a:lnTo>
                    <a:pt x="42986" y="6310723"/>
                  </a:lnTo>
                  <a:lnTo>
                    <a:pt x="43079" y="6310723"/>
                  </a:lnTo>
                  <a:lnTo>
                    <a:pt x="43173" y="6310723"/>
                  </a:lnTo>
                  <a:lnTo>
                    <a:pt x="43266" y="6310723"/>
                  </a:lnTo>
                  <a:lnTo>
                    <a:pt x="43359" y="6310723"/>
                  </a:lnTo>
                  <a:lnTo>
                    <a:pt x="43452" y="6310723"/>
                  </a:lnTo>
                  <a:lnTo>
                    <a:pt x="43546" y="6310723"/>
                  </a:lnTo>
                  <a:lnTo>
                    <a:pt x="43639" y="6310723"/>
                  </a:lnTo>
                  <a:lnTo>
                    <a:pt x="43732" y="6310723"/>
                  </a:lnTo>
                  <a:lnTo>
                    <a:pt x="43825" y="6310723"/>
                  </a:lnTo>
                  <a:lnTo>
                    <a:pt x="43919" y="6310723"/>
                  </a:lnTo>
                  <a:lnTo>
                    <a:pt x="44012" y="6310723"/>
                  </a:lnTo>
                  <a:lnTo>
                    <a:pt x="44105" y="6310723"/>
                  </a:lnTo>
                  <a:lnTo>
                    <a:pt x="44198" y="6310723"/>
                  </a:lnTo>
                  <a:lnTo>
                    <a:pt x="44292" y="6310723"/>
                  </a:lnTo>
                  <a:lnTo>
                    <a:pt x="44385" y="6310723"/>
                  </a:lnTo>
                  <a:lnTo>
                    <a:pt x="44478" y="6310723"/>
                  </a:lnTo>
                  <a:lnTo>
                    <a:pt x="44571" y="6310723"/>
                  </a:lnTo>
                  <a:lnTo>
                    <a:pt x="44665" y="6310723"/>
                  </a:lnTo>
                  <a:lnTo>
                    <a:pt x="44758" y="6310723"/>
                  </a:lnTo>
                  <a:lnTo>
                    <a:pt x="44851" y="6310723"/>
                  </a:lnTo>
                  <a:lnTo>
                    <a:pt x="44944" y="6310723"/>
                  </a:lnTo>
                  <a:lnTo>
                    <a:pt x="45038" y="6310723"/>
                  </a:lnTo>
                  <a:lnTo>
                    <a:pt x="45131" y="6310723"/>
                  </a:lnTo>
                  <a:lnTo>
                    <a:pt x="45224" y="6310723"/>
                  </a:lnTo>
                  <a:lnTo>
                    <a:pt x="45317" y="6310723"/>
                  </a:lnTo>
                  <a:lnTo>
                    <a:pt x="45411" y="6310723"/>
                  </a:lnTo>
                  <a:lnTo>
                    <a:pt x="45504" y="6310723"/>
                  </a:lnTo>
                  <a:lnTo>
                    <a:pt x="45597" y="6310723"/>
                  </a:lnTo>
                  <a:lnTo>
                    <a:pt x="45690" y="6310723"/>
                  </a:lnTo>
                  <a:lnTo>
                    <a:pt x="45784" y="6310723"/>
                  </a:lnTo>
                  <a:lnTo>
                    <a:pt x="45877" y="6310723"/>
                  </a:lnTo>
                  <a:lnTo>
                    <a:pt x="45970" y="6310723"/>
                  </a:lnTo>
                  <a:lnTo>
                    <a:pt x="46063" y="6310723"/>
                  </a:lnTo>
                  <a:lnTo>
                    <a:pt x="46157" y="6310723"/>
                  </a:lnTo>
                  <a:lnTo>
                    <a:pt x="46250" y="6310723"/>
                  </a:lnTo>
                  <a:lnTo>
                    <a:pt x="46343" y="6310723"/>
                  </a:lnTo>
                  <a:lnTo>
                    <a:pt x="46436" y="6310723"/>
                  </a:lnTo>
                  <a:lnTo>
                    <a:pt x="46530" y="6310723"/>
                  </a:lnTo>
                  <a:lnTo>
                    <a:pt x="46623" y="6310723"/>
                  </a:lnTo>
                  <a:lnTo>
                    <a:pt x="46716" y="6310723"/>
                  </a:lnTo>
                  <a:lnTo>
                    <a:pt x="46809" y="6310723"/>
                  </a:lnTo>
                  <a:lnTo>
                    <a:pt x="46903" y="6310723"/>
                  </a:lnTo>
                  <a:lnTo>
                    <a:pt x="46996" y="6310723"/>
                  </a:lnTo>
                  <a:lnTo>
                    <a:pt x="47089" y="6310723"/>
                  </a:lnTo>
                  <a:lnTo>
                    <a:pt x="47182" y="6310723"/>
                  </a:lnTo>
                  <a:lnTo>
                    <a:pt x="47276" y="6310723"/>
                  </a:lnTo>
                  <a:lnTo>
                    <a:pt x="47369" y="6310723"/>
                  </a:lnTo>
                  <a:lnTo>
                    <a:pt x="47462" y="6310723"/>
                  </a:lnTo>
                  <a:lnTo>
                    <a:pt x="47555" y="6310723"/>
                  </a:lnTo>
                  <a:lnTo>
                    <a:pt x="47649" y="6310723"/>
                  </a:lnTo>
                  <a:lnTo>
                    <a:pt x="47742" y="6310723"/>
                  </a:lnTo>
                  <a:lnTo>
                    <a:pt x="47835" y="6310723"/>
                  </a:lnTo>
                  <a:lnTo>
                    <a:pt x="47928" y="6310723"/>
                  </a:lnTo>
                  <a:lnTo>
                    <a:pt x="48022" y="6310723"/>
                  </a:lnTo>
                  <a:lnTo>
                    <a:pt x="48115" y="6310723"/>
                  </a:lnTo>
                  <a:lnTo>
                    <a:pt x="48208" y="6310723"/>
                  </a:lnTo>
                  <a:lnTo>
                    <a:pt x="48301" y="6310723"/>
                  </a:lnTo>
                  <a:lnTo>
                    <a:pt x="48395" y="6310723"/>
                  </a:lnTo>
                  <a:lnTo>
                    <a:pt x="48488" y="6310723"/>
                  </a:lnTo>
                  <a:lnTo>
                    <a:pt x="48581" y="6310723"/>
                  </a:lnTo>
                  <a:lnTo>
                    <a:pt x="48674" y="6310723"/>
                  </a:lnTo>
                  <a:lnTo>
                    <a:pt x="48767" y="6310723"/>
                  </a:lnTo>
                  <a:lnTo>
                    <a:pt x="48861" y="6310723"/>
                  </a:lnTo>
                  <a:lnTo>
                    <a:pt x="48954" y="6310723"/>
                  </a:lnTo>
                  <a:lnTo>
                    <a:pt x="49047" y="6310723"/>
                  </a:lnTo>
                  <a:lnTo>
                    <a:pt x="49140" y="6310723"/>
                  </a:lnTo>
                  <a:lnTo>
                    <a:pt x="49234" y="6310723"/>
                  </a:lnTo>
                  <a:lnTo>
                    <a:pt x="49327" y="6310723"/>
                  </a:lnTo>
                  <a:lnTo>
                    <a:pt x="49420" y="6310723"/>
                  </a:lnTo>
                  <a:lnTo>
                    <a:pt x="49513" y="6310723"/>
                  </a:lnTo>
                  <a:lnTo>
                    <a:pt x="49607" y="6310723"/>
                  </a:lnTo>
                  <a:lnTo>
                    <a:pt x="49700" y="6310723"/>
                  </a:lnTo>
                  <a:lnTo>
                    <a:pt x="49793" y="6310723"/>
                  </a:lnTo>
                  <a:lnTo>
                    <a:pt x="49886" y="6310723"/>
                  </a:lnTo>
                  <a:lnTo>
                    <a:pt x="49980" y="6310723"/>
                  </a:lnTo>
                  <a:lnTo>
                    <a:pt x="50073" y="6310723"/>
                  </a:lnTo>
                  <a:lnTo>
                    <a:pt x="50166" y="6310723"/>
                  </a:lnTo>
                  <a:lnTo>
                    <a:pt x="50259" y="6310723"/>
                  </a:lnTo>
                  <a:lnTo>
                    <a:pt x="50353" y="6310723"/>
                  </a:lnTo>
                  <a:lnTo>
                    <a:pt x="50446" y="6310723"/>
                  </a:lnTo>
                  <a:lnTo>
                    <a:pt x="50539" y="6310723"/>
                  </a:lnTo>
                  <a:lnTo>
                    <a:pt x="50632" y="6310723"/>
                  </a:lnTo>
                  <a:lnTo>
                    <a:pt x="50726" y="6310723"/>
                  </a:lnTo>
                  <a:lnTo>
                    <a:pt x="50819" y="6310723"/>
                  </a:lnTo>
                  <a:lnTo>
                    <a:pt x="50912" y="6310723"/>
                  </a:lnTo>
                  <a:lnTo>
                    <a:pt x="51005" y="6310723"/>
                  </a:lnTo>
                  <a:lnTo>
                    <a:pt x="51099" y="6310723"/>
                  </a:lnTo>
                  <a:lnTo>
                    <a:pt x="51192" y="6310723"/>
                  </a:lnTo>
                  <a:lnTo>
                    <a:pt x="51285" y="6310723"/>
                  </a:lnTo>
                  <a:lnTo>
                    <a:pt x="51378" y="6310723"/>
                  </a:lnTo>
                  <a:lnTo>
                    <a:pt x="51472" y="6310723"/>
                  </a:lnTo>
                  <a:lnTo>
                    <a:pt x="51565" y="6310723"/>
                  </a:lnTo>
                  <a:lnTo>
                    <a:pt x="51658" y="6310723"/>
                  </a:lnTo>
                  <a:lnTo>
                    <a:pt x="51751" y="6310723"/>
                  </a:lnTo>
                  <a:lnTo>
                    <a:pt x="51845" y="6310723"/>
                  </a:lnTo>
                  <a:lnTo>
                    <a:pt x="51938" y="6310723"/>
                  </a:lnTo>
                  <a:lnTo>
                    <a:pt x="52031" y="6310723"/>
                  </a:lnTo>
                  <a:lnTo>
                    <a:pt x="52218" y="6310723"/>
                  </a:lnTo>
                  <a:lnTo>
                    <a:pt x="52311" y="6310723"/>
                  </a:lnTo>
                  <a:lnTo>
                    <a:pt x="52404" y="6310723"/>
                  </a:lnTo>
                  <a:lnTo>
                    <a:pt x="52497" y="6310723"/>
                  </a:lnTo>
                  <a:lnTo>
                    <a:pt x="52591" y="6310723"/>
                  </a:lnTo>
                  <a:lnTo>
                    <a:pt x="52684" y="6310723"/>
                  </a:lnTo>
                  <a:lnTo>
                    <a:pt x="52777" y="6310723"/>
                  </a:lnTo>
                  <a:lnTo>
                    <a:pt x="52870" y="6310723"/>
                  </a:lnTo>
                  <a:lnTo>
                    <a:pt x="52964" y="6310723"/>
                  </a:lnTo>
                  <a:lnTo>
                    <a:pt x="53057" y="6310723"/>
                  </a:lnTo>
                  <a:lnTo>
                    <a:pt x="53150" y="6310723"/>
                  </a:lnTo>
                  <a:lnTo>
                    <a:pt x="53243" y="6310723"/>
                  </a:lnTo>
                  <a:lnTo>
                    <a:pt x="53337" y="6310723"/>
                  </a:lnTo>
                  <a:lnTo>
                    <a:pt x="53430" y="6310723"/>
                  </a:lnTo>
                  <a:lnTo>
                    <a:pt x="53523" y="6310723"/>
                  </a:lnTo>
                  <a:lnTo>
                    <a:pt x="53616" y="6310723"/>
                  </a:lnTo>
                  <a:lnTo>
                    <a:pt x="53710" y="6310723"/>
                  </a:lnTo>
                  <a:lnTo>
                    <a:pt x="53803" y="6310723"/>
                  </a:lnTo>
                  <a:lnTo>
                    <a:pt x="53896" y="6310723"/>
                  </a:lnTo>
                  <a:lnTo>
                    <a:pt x="53989" y="6310723"/>
                  </a:lnTo>
                  <a:lnTo>
                    <a:pt x="54083" y="6310723"/>
                  </a:lnTo>
                  <a:lnTo>
                    <a:pt x="54176" y="6310723"/>
                  </a:lnTo>
                  <a:lnTo>
                    <a:pt x="54269" y="6310723"/>
                  </a:lnTo>
                  <a:lnTo>
                    <a:pt x="54362" y="6310723"/>
                  </a:lnTo>
                  <a:lnTo>
                    <a:pt x="54456" y="6310723"/>
                  </a:lnTo>
                  <a:lnTo>
                    <a:pt x="54549" y="6310723"/>
                  </a:lnTo>
                  <a:lnTo>
                    <a:pt x="54642" y="6310723"/>
                  </a:lnTo>
                  <a:lnTo>
                    <a:pt x="54735" y="6310723"/>
                  </a:lnTo>
                  <a:lnTo>
                    <a:pt x="54829" y="6310723"/>
                  </a:lnTo>
                  <a:lnTo>
                    <a:pt x="54922" y="6310723"/>
                  </a:lnTo>
                  <a:lnTo>
                    <a:pt x="55015" y="6310723"/>
                  </a:lnTo>
                  <a:lnTo>
                    <a:pt x="55108" y="6310723"/>
                  </a:lnTo>
                  <a:lnTo>
                    <a:pt x="55202" y="6310723"/>
                  </a:lnTo>
                  <a:lnTo>
                    <a:pt x="55295" y="6310723"/>
                  </a:lnTo>
                  <a:lnTo>
                    <a:pt x="55388" y="6310723"/>
                  </a:lnTo>
                  <a:lnTo>
                    <a:pt x="55481" y="6310723"/>
                  </a:lnTo>
                  <a:lnTo>
                    <a:pt x="55574" y="6310723"/>
                  </a:lnTo>
                  <a:lnTo>
                    <a:pt x="55668" y="6310723"/>
                  </a:lnTo>
                  <a:lnTo>
                    <a:pt x="55761" y="6310723"/>
                  </a:lnTo>
                  <a:lnTo>
                    <a:pt x="55947" y="6310723"/>
                  </a:lnTo>
                  <a:lnTo>
                    <a:pt x="56041" y="6310723"/>
                  </a:lnTo>
                  <a:lnTo>
                    <a:pt x="56134" y="6310723"/>
                  </a:lnTo>
                  <a:lnTo>
                    <a:pt x="56227" y="6310723"/>
                  </a:lnTo>
                  <a:lnTo>
                    <a:pt x="56320" y="6310723"/>
                  </a:lnTo>
                  <a:lnTo>
                    <a:pt x="56414" y="6310723"/>
                  </a:lnTo>
                  <a:lnTo>
                    <a:pt x="56507" y="6310723"/>
                  </a:lnTo>
                  <a:lnTo>
                    <a:pt x="56693" y="6310723"/>
                  </a:lnTo>
                  <a:lnTo>
                    <a:pt x="56787" y="6310723"/>
                  </a:lnTo>
                  <a:lnTo>
                    <a:pt x="56880" y="6310723"/>
                  </a:lnTo>
                  <a:lnTo>
                    <a:pt x="56973" y="6310723"/>
                  </a:lnTo>
                  <a:lnTo>
                    <a:pt x="57066" y="6310723"/>
                  </a:lnTo>
                  <a:lnTo>
                    <a:pt x="57160" y="6310723"/>
                  </a:lnTo>
                  <a:lnTo>
                    <a:pt x="57253" y="6310723"/>
                  </a:lnTo>
                  <a:lnTo>
                    <a:pt x="57346" y="6310723"/>
                  </a:lnTo>
                  <a:lnTo>
                    <a:pt x="57439" y="6310723"/>
                  </a:lnTo>
                  <a:lnTo>
                    <a:pt x="57533" y="6310723"/>
                  </a:lnTo>
                  <a:lnTo>
                    <a:pt x="57626" y="6310723"/>
                  </a:lnTo>
                  <a:lnTo>
                    <a:pt x="57719" y="6310723"/>
                  </a:lnTo>
                  <a:lnTo>
                    <a:pt x="57812" y="6310723"/>
                  </a:lnTo>
                  <a:lnTo>
                    <a:pt x="57906" y="6310723"/>
                  </a:lnTo>
                  <a:lnTo>
                    <a:pt x="57999" y="6310723"/>
                  </a:lnTo>
                  <a:lnTo>
                    <a:pt x="58092" y="6310723"/>
                  </a:lnTo>
                  <a:lnTo>
                    <a:pt x="58185" y="6310723"/>
                  </a:lnTo>
                  <a:lnTo>
                    <a:pt x="58279" y="6310723"/>
                  </a:lnTo>
                  <a:lnTo>
                    <a:pt x="58372" y="6310723"/>
                  </a:lnTo>
                  <a:lnTo>
                    <a:pt x="58465" y="6310723"/>
                  </a:lnTo>
                  <a:lnTo>
                    <a:pt x="58558" y="6310723"/>
                  </a:lnTo>
                  <a:lnTo>
                    <a:pt x="58652" y="6310723"/>
                  </a:lnTo>
                  <a:lnTo>
                    <a:pt x="58745" y="6310723"/>
                  </a:lnTo>
                  <a:lnTo>
                    <a:pt x="58838" y="6310723"/>
                  </a:lnTo>
                  <a:lnTo>
                    <a:pt x="58931" y="6310723"/>
                  </a:lnTo>
                  <a:lnTo>
                    <a:pt x="59025" y="6310723"/>
                  </a:lnTo>
                  <a:lnTo>
                    <a:pt x="59118" y="6310723"/>
                  </a:lnTo>
                  <a:lnTo>
                    <a:pt x="59211" y="6310723"/>
                  </a:lnTo>
                  <a:lnTo>
                    <a:pt x="59398" y="6310723"/>
                  </a:lnTo>
                  <a:lnTo>
                    <a:pt x="59491" y="6310723"/>
                  </a:lnTo>
                  <a:lnTo>
                    <a:pt x="59584" y="6310723"/>
                  </a:lnTo>
                  <a:lnTo>
                    <a:pt x="59677" y="6310723"/>
                  </a:lnTo>
                  <a:lnTo>
                    <a:pt x="59771" y="6310723"/>
                  </a:lnTo>
                  <a:lnTo>
                    <a:pt x="59864" y="6310723"/>
                  </a:lnTo>
                  <a:lnTo>
                    <a:pt x="59957" y="6310723"/>
                  </a:lnTo>
                  <a:lnTo>
                    <a:pt x="60050" y="6310723"/>
                  </a:lnTo>
                  <a:lnTo>
                    <a:pt x="60144" y="6310723"/>
                  </a:lnTo>
                  <a:lnTo>
                    <a:pt x="60237" y="6310723"/>
                  </a:lnTo>
                  <a:lnTo>
                    <a:pt x="60330" y="6310723"/>
                  </a:lnTo>
                  <a:lnTo>
                    <a:pt x="60423" y="6310723"/>
                  </a:lnTo>
                  <a:lnTo>
                    <a:pt x="60517" y="6310723"/>
                  </a:lnTo>
                  <a:lnTo>
                    <a:pt x="60610" y="6310723"/>
                  </a:lnTo>
                  <a:lnTo>
                    <a:pt x="60703" y="6310723"/>
                  </a:lnTo>
                  <a:lnTo>
                    <a:pt x="60796" y="6310723"/>
                  </a:lnTo>
                  <a:lnTo>
                    <a:pt x="60890" y="6310723"/>
                  </a:lnTo>
                  <a:lnTo>
                    <a:pt x="60983" y="6310723"/>
                  </a:lnTo>
                  <a:lnTo>
                    <a:pt x="61076" y="6310723"/>
                  </a:lnTo>
                  <a:lnTo>
                    <a:pt x="61169" y="6310723"/>
                  </a:lnTo>
                  <a:lnTo>
                    <a:pt x="61263" y="6310723"/>
                  </a:lnTo>
                  <a:lnTo>
                    <a:pt x="61356" y="6310723"/>
                  </a:lnTo>
                  <a:lnTo>
                    <a:pt x="61449" y="6310723"/>
                  </a:lnTo>
                  <a:lnTo>
                    <a:pt x="61542" y="6310723"/>
                  </a:lnTo>
                  <a:lnTo>
                    <a:pt x="61636" y="6310723"/>
                  </a:lnTo>
                  <a:lnTo>
                    <a:pt x="61729" y="6310723"/>
                  </a:lnTo>
                  <a:lnTo>
                    <a:pt x="61822" y="6310723"/>
                  </a:lnTo>
                  <a:lnTo>
                    <a:pt x="61915" y="6310723"/>
                  </a:lnTo>
                  <a:lnTo>
                    <a:pt x="62009" y="6310723"/>
                  </a:lnTo>
                  <a:lnTo>
                    <a:pt x="62102" y="6310723"/>
                  </a:lnTo>
                  <a:lnTo>
                    <a:pt x="62195" y="6310723"/>
                  </a:lnTo>
                  <a:lnTo>
                    <a:pt x="62288" y="6310723"/>
                  </a:lnTo>
                  <a:lnTo>
                    <a:pt x="62382" y="6310723"/>
                  </a:lnTo>
                  <a:lnTo>
                    <a:pt x="62475" y="6310723"/>
                  </a:lnTo>
                  <a:lnTo>
                    <a:pt x="62568" y="6310723"/>
                  </a:lnTo>
                  <a:lnTo>
                    <a:pt x="62661" y="6310723"/>
                  </a:lnTo>
                  <a:lnTo>
                    <a:pt x="62754" y="6310723"/>
                  </a:lnTo>
                  <a:lnTo>
                    <a:pt x="62848" y="6310723"/>
                  </a:lnTo>
                  <a:lnTo>
                    <a:pt x="62941" y="6310723"/>
                  </a:lnTo>
                  <a:lnTo>
                    <a:pt x="63034" y="6310723"/>
                  </a:lnTo>
                  <a:lnTo>
                    <a:pt x="63127" y="6310723"/>
                  </a:lnTo>
                  <a:lnTo>
                    <a:pt x="63221" y="6310723"/>
                  </a:lnTo>
                  <a:lnTo>
                    <a:pt x="63314" y="6310723"/>
                  </a:lnTo>
                  <a:lnTo>
                    <a:pt x="63407" y="6310723"/>
                  </a:lnTo>
                  <a:lnTo>
                    <a:pt x="63500" y="6310723"/>
                  </a:lnTo>
                  <a:lnTo>
                    <a:pt x="63594" y="6310723"/>
                  </a:lnTo>
                  <a:lnTo>
                    <a:pt x="63687" y="6310723"/>
                  </a:lnTo>
                  <a:lnTo>
                    <a:pt x="63780" y="6310723"/>
                  </a:lnTo>
                  <a:lnTo>
                    <a:pt x="63873" y="6310723"/>
                  </a:lnTo>
                  <a:lnTo>
                    <a:pt x="63967" y="6310723"/>
                  </a:lnTo>
                  <a:lnTo>
                    <a:pt x="64060" y="6310723"/>
                  </a:lnTo>
                  <a:lnTo>
                    <a:pt x="64153" y="6310723"/>
                  </a:lnTo>
                  <a:lnTo>
                    <a:pt x="64246" y="6310723"/>
                  </a:lnTo>
                  <a:lnTo>
                    <a:pt x="64340" y="6310723"/>
                  </a:lnTo>
                  <a:lnTo>
                    <a:pt x="64433" y="6310723"/>
                  </a:lnTo>
                  <a:lnTo>
                    <a:pt x="64526" y="6310723"/>
                  </a:lnTo>
                  <a:lnTo>
                    <a:pt x="64619" y="6310723"/>
                  </a:lnTo>
                  <a:lnTo>
                    <a:pt x="64806" y="6310723"/>
                  </a:lnTo>
                  <a:lnTo>
                    <a:pt x="64899" y="6310723"/>
                  </a:lnTo>
                  <a:lnTo>
                    <a:pt x="64992" y="6310723"/>
                  </a:lnTo>
                  <a:lnTo>
                    <a:pt x="65086" y="6310723"/>
                  </a:lnTo>
                  <a:lnTo>
                    <a:pt x="65179" y="6310723"/>
                  </a:lnTo>
                  <a:lnTo>
                    <a:pt x="65272" y="6310723"/>
                  </a:lnTo>
                  <a:lnTo>
                    <a:pt x="65365" y="6310723"/>
                  </a:lnTo>
                  <a:lnTo>
                    <a:pt x="65459" y="6310723"/>
                  </a:lnTo>
                  <a:lnTo>
                    <a:pt x="65552" y="6310723"/>
                  </a:lnTo>
                  <a:lnTo>
                    <a:pt x="65645" y="6310723"/>
                  </a:lnTo>
                  <a:lnTo>
                    <a:pt x="65738" y="6310723"/>
                  </a:lnTo>
                  <a:lnTo>
                    <a:pt x="65832" y="6310723"/>
                  </a:lnTo>
                  <a:lnTo>
                    <a:pt x="65925" y="6310723"/>
                  </a:lnTo>
                  <a:lnTo>
                    <a:pt x="66018" y="6310723"/>
                  </a:lnTo>
                  <a:lnTo>
                    <a:pt x="66111" y="6310723"/>
                  </a:lnTo>
                  <a:lnTo>
                    <a:pt x="66205" y="6310723"/>
                  </a:lnTo>
                  <a:lnTo>
                    <a:pt x="66298" y="6310723"/>
                  </a:lnTo>
                  <a:lnTo>
                    <a:pt x="66391" y="6310723"/>
                  </a:lnTo>
                  <a:lnTo>
                    <a:pt x="66484" y="6310723"/>
                  </a:lnTo>
                  <a:lnTo>
                    <a:pt x="66578" y="6310723"/>
                  </a:lnTo>
                  <a:lnTo>
                    <a:pt x="66671" y="6310723"/>
                  </a:lnTo>
                  <a:lnTo>
                    <a:pt x="66764" y="6310723"/>
                  </a:lnTo>
                  <a:lnTo>
                    <a:pt x="66857" y="6310723"/>
                  </a:lnTo>
                  <a:lnTo>
                    <a:pt x="66951" y="6310723"/>
                  </a:lnTo>
                  <a:lnTo>
                    <a:pt x="67044" y="6310723"/>
                  </a:lnTo>
                  <a:lnTo>
                    <a:pt x="67137" y="6310723"/>
                  </a:lnTo>
                  <a:lnTo>
                    <a:pt x="67230" y="6310723"/>
                  </a:lnTo>
                  <a:lnTo>
                    <a:pt x="67324" y="6310723"/>
                  </a:lnTo>
                  <a:lnTo>
                    <a:pt x="67417" y="6310723"/>
                  </a:lnTo>
                  <a:lnTo>
                    <a:pt x="67510" y="6310723"/>
                  </a:lnTo>
                  <a:lnTo>
                    <a:pt x="67603" y="6310723"/>
                  </a:lnTo>
                  <a:lnTo>
                    <a:pt x="67697" y="6310723"/>
                  </a:lnTo>
                  <a:lnTo>
                    <a:pt x="67790" y="6310723"/>
                  </a:lnTo>
                  <a:lnTo>
                    <a:pt x="67883" y="6310723"/>
                  </a:lnTo>
                  <a:lnTo>
                    <a:pt x="67976" y="6310723"/>
                  </a:lnTo>
                  <a:lnTo>
                    <a:pt x="68070" y="6310723"/>
                  </a:lnTo>
                  <a:lnTo>
                    <a:pt x="68163" y="6310723"/>
                  </a:lnTo>
                  <a:lnTo>
                    <a:pt x="68256" y="6310723"/>
                  </a:lnTo>
                  <a:lnTo>
                    <a:pt x="68349" y="6310723"/>
                  </a:lnTo>
                  <a:lnTo>
                    <a:pt x="68536" y="6310723"/>
                  </a:lnTo>
                  <a:lnTo>
                    <a:pt x="68629" y="6310723"/>
                  </a:lnTo>
                  <a:lnTo>
                    <a:pt x="68722" y="6310723"/>
                  </a:lnTo>
                  <a:lnTo>
                    <a:pt x="68816" y="6310723"/>
                  </a:lnTo>
                  <a:lnTo>
                    <a:pt x="68909" y="6310723"/>
                  </a:lnTo>
                  <a:lnTo>
                    <a:pt x="69002" y="6310723"/>
                  </a:lnTo>
                  <a:lnTo>
                    <a:pt x="69095" y="6310723"/>
                  </a:lnTo>
                  <a:lnTo>
                    <a:pt x="69189" y="6310723"/>
                  </a:lnTo>
                  <a:lnTo>
                    <a:pt x="69282" y="6310723"/>
                  </a:lnTo>
                  <a:lnTo>
                    <a:pt x="69375" y="6310723"/>
                  </a:lnTo>
                  <a:lnTo>
                    <a:pt x="69468" y="6310723"/>
                  </a:lnTo>
                  <a:lnTo>
                    <a:pt x="69561" y="6310723"/>
                  </a:lnTo>
                  <a:lnTo>
                    <a:pt x="69655" y="6310723"/>
                  </a:lnTo>
                  <a:lnTo>
                    <a:pt x="69748" y="6310723"/>
                  </a:lnTo>
                  <a:lnTo>
                    <a:pt x="69841" y="6310723"/>
                  </a:lnTo>
                  <a:lnTo>
                    <a:pt x="69934" y="6310723"/>
                  </a:lnTo>
                  <a:lnTo>
                    <a:pt x="70028" y="6310723"/>
                  </a:lnTo>
                  <a:lnTo>
                    <a:pt x="70121" y="6310723"/>
                  </a:lnTo>
                  <a:lnTo>
                    <a:pt x="70214" y="6310723"/>
                  </a:lnTo>
                  <a:lnTo>
                    <a:pt x="70307" y="6310723"/>
                  </a:lnTo>
                  <a:lnTo>
                    <a:pt x="70401" y="6310723"/>
                  </a:lnTo>
                  <a:lnTo>
                    <a:pt x="70494" y="6310723"/>
                  </a:lnTo>
                  <a:lnTo>
                    <a:pt x="70587" y="6310723"/>
                  </a:lnTo>
                  <a:lnTo>
                    <a:pt x="70680" y="6310723"/>
                  </a:lnTo>
                  <a:lnTo>
                    <a:pt x="70774" y="6310723"/>
                  </a:lnTo>
                  <a:lnTo>
                    <a:pt x="70867" y="6310723"/>
                  </a:lnTo>
                  <a:lnTo>
                    <a:pt x="70960" y="6310723"/>
                  </a:lnTo>
                  <a:lnTo>
                    <a:pt x="71053" y="6310723"/>
                  </a:lnTo>
                  <a:lnTo>
                    <a:pt x="71147" y="6310723"/>
                  </a:lnTo>
                  <a:lnTo>
                    <a:pt x="71240" y="6310723"/>
                  </a:lnTo>
                  <a:lnTo>
                    <a:pt x="71333" y="6310723"/>
                  </a:lnTo>
                  <a:lnTo>
                    <a:pt x="71426" y="6310723"/>
                  </a:lnTo>
                  <a:lnTo>
                    <a:pt x="71520" y="6310723"/>
                  </a:lnTo>
                  <a:lnTo>
                    <a:pt x="71613" y="6310723"/>
                  </a:lnTo>
                  <a:lnTo>
                    <a:pt x="71706" y="6310723"/>
                  </a:lnTo>
                  <a:lnTo>
                    <a:pt x="71799" y="6310723"/>
                  </a:lnTo>
                  <a:lnTo>
                    <a:pt x="71893" y="6310723"/>
                  </a:lnTo>
                  <a:lnTo>
                    <a:pt x="71986" y="6310723"/>
                  </a:lnTo>
                  <a:lnTo>
                    <a:pt x="72079" y="6310723"/>
                  </a:lnTo>
                  <a:lnTo>
                    <a:pt x="72172" y="6310723"/>
                  </a:lnTo>
                  <a:lnTo>
                    <a:pt x="72266" y="6310723"/>
                  </a:lnTo>
                  <a:lnTo>
                    <a:pt x="72359" y="6310723"/>
                  </a:lnTo>
                  <a:lnTo>
                    <a:pt x="72452" y="6310723"/>
                  </a:lnTo>
                  <a:lnTo>
                    <a:pt x="72545" y="6310723"/>
                  </a:lnTo>
                  <a:lnTo>
                    <a:pt x="72639" y="6310723"/>
                  </a:lnTo>
                  <a:lnTo>
                    <a:pt x="72732" y="6310723"/>
                  </a:lnTo>
                  <a:lnTo>
                    <a:pt x="72825" y="6310723"/>
                  </a:lnTo>
                  <a:lnTo>
                    <a:pt x="72918" y="6310723"/>
                  </a:lnTo>
                  <a:lnTo>
                    <a:pt x="73012" y="6310723"/>
                  </a:lnTo>
                  <a:lnTo>
                    <a:pt x="73105" y="6310723"/>
                  </a:lnTo>
                  <a:lnTo>
                    <a:pt x="73198" y="6310723"/>
                  </a:lnTo>
                  <a:lnTo>
                    <a:pt x="73291" y="6310723"/>
                  </a:lnTo>
                  <a:lnTo>
                    <a:pt x="73385" y="6310723"/>
                  </a:lnTo>
                  <a:lnTo>
                    <a:pt x="73478" y="6310723"/>
                  </a:lnTo>
                  <a:lnTo>
                    <a:pt x="73571" y="6310723"/>
                  </a:lnTo>
                  <a:lnTo>
                    <a:pt x="73571" y="6300769"/>
                  </a:lnTo>
                  <a:lnTo>
                    <a:pt x="73664" y="6300769"/>
                  </a:lnTo>
                  <a:lnTo>
                    <a:pt x="73758" y="6300769"/>
                  </a:lnTo>
                  <a:lnTo>
                    <a:pt x="73851" y="6300769"/>
                  </a:lnTo>
                  <a:lnTo>
                    <a:pt x="73944" y="6300769"/>
                  </a:lnTo>
                  <a:lnTo>
                    <a:pt x="74037" y="6300769"/>
                  </a:lnTo>
                  <a:lnTo>
                    <a:pt x="74131" y="6300769"/>
                  </a:lnTo>
                  <a:lnTo>
                    <a:pt x="74224" y="6300769"/>
                  </a:lnTo>
                  <a:lnTo>
                    <a:pt x="74317" y="6300769"/>
                  </a:lnTo>
                  <a:lnTo>
                    <a:pt x="74410" y="6300769"/>
                  </a:lnTo>
                  <a:lnTo>
                    <a:pt x="74504" y="6300769"/>
                  </a:lnTo>
                  <a:lnTo>
                    <a:pt x="74597" y="6300769"/>
                  </a:lnTo>
                  <a:lnTo>
                    <a:pt x="74690" y="6300769"/>
                  </a:lnTo>
                  <a:lnTo>
                    <a:pt x="74783" y="6300769"/>
                  </a:lnTo>
                  <a:lnTo>
                    <a:pt x="74877" y="6300769"/>
                  </a:lnTo>
                  <a:lnTo>
                    <a:pt x="74970" y="6300769"/>
                  </a:lnTo>
                  <a:lnTo>
                    <a:pt x="75063" y="6300769"/>
                  </a:lnTo>
                  <a:lnTo>
                    <a:pt x="75156" y="6300769"/>
                  </a:lnTo>
                  <a:lnTo>
                    <a:pt x="75250" y="6300769"/>
                  </a:lnTo>
                  <a:lnTo>
                    <a:pt x="75436" y="6300769"/>
                  </a:lnTo>
                  <a:lnTo>
                    <a:pt x="75529" y="6300769"/>
                  </a:lnTo>
                  <a:lnTo>
                    <a:pt x="75623" y="6300769"/>
                  </a:lnTo>
                  <a:lnTo>
                    <a:pt x="75716" y="6300769"/>
                  </a:lnTo>
                  <a:lnTo>
                    <a:pt x="75809" y="6300769"/>
                  </a:lnTo>
                  <a:lnTo>
                    <a:pt x="75902" y="6300769"/>
                  </a:lnTo>
                  <a:lnTo>
                    <a:pt x="75996" y="6300769"/>
                  </a:lnTo>
                  <a:lnTo>
                    <a:pt x="76089" y="6300769"/>
                  </a:lnTo>
                  <a:lnTo>
                    <a:pt x="76182" y="6300769"/>
                  </a:lnTo>
                  <a:lnTo>
                    <a:pt x="76275" y="6300769"/>
                  </a:lnTo>
                  <a:lnTo>
                    <a:pt x="76368" y="6300769"/>
                  </a:lnTo>
                  <a:lnTo>
                    <a:pt x="76462" y="6300769"/>
                  </a:lnTo>
                  <a:lnTo>
                    <a:pt x="76555" y="6300769"/>
                  </a:lnTo>
                  <a:lnTo>
                    <a:pt x="76648" y="6300769"/>
                  </a:lnTo>
                  <a:lnTo>
                    <a:pt x="76741" y="6300769"/>
                  </a:lnTo>
                  <a:lnTo>
                    <a:pt x="76835" y="6300769"/>
                  </a:lnTo>
                  <a:lnTo>
                    <a:pt x="76928" y="6300769"/>
                  </a:lnTo>
                  <a:lnTo>
                    <a:pt x="77021" y="6300769"/>
                  </a:lnTo>
                  <a:lnTo>
                    <a:pt x="77114" y="6300769"/>
                  </a:lnTo>
                  <a:lnTo>
                    <a:pt x="77208" y="6300769"/>
                  </a:lnTo>
                  <a:lnTo>
                    <a:pt x="77301" y="6300769"/>
                  </a:lnTo>
                  <a:lnTo>
                    <a:pt x="77394" y="6300769"/>
                  </a:lnTo>
                  <a:lnTo>
                    <a:pt x="77487" y="6300769"/>
                  </a:lnTo>
                  <a:lnTo>
                    <a:pt x="77581" y="6300769"/>
                  </a:lnTo>
                  <a:lnTo>
                    <a:pt x="77674" y="6300769"/>
                  </a:lnTo>
                  <a:lnTo>
                    <a:pt x="77767" y="6300769"/>
                  </a:lnTo>
                  <a:lnTo>
                    <a:pt x="77860" y="6300769"/>
                  </a:lnTo>
                  <a:lnTo>
                    <a:pt x="77954" y="6300769"/>
                  </a:lnTo>
                  <a:lnTo>
                    <a:pt x="78047" y="6300769"/>
                  </a:lnTo>
                  <a:lnTo>
                    <a:pt x="78140" y="6300769"/>
                  </a:lnTo>
                  <a:lnTo>
                    <a:pt x="78233" y="6300769"/>
                  </a:lnTo>
                  <a:lnTo>
                    <a:pt x="78327" y="6300769"/>
                  </a:lnTo>
                  <a:lnTo>
                    <a:pt x="78420" y="6300769"/>
                  </a:lnTo>
                  <a:lnTo>
                    <a:pt x="78513" y="6300769"/>
                  </a:lnTo>
                  <a:lnTo>
                    <a:pt x="78606" y="6300769"/>
                  </a:lnTo>
                  <a:lnTo>
                    <a:pt x="78700" y="6300769"/>
                  </a:lnTo>
                  <a:lnTo>
                    <a:pt x="78793" y="6300769"/>
                  </a:lnTo>
                  <a:lnTo>
                    <a:pt x="78886" y="6300769"/>
                  </a:lnTo>
                  <a:lnTo>
                    <a:pt x="78979" y="6300769"/>
                  </a:lnTo>
                  <a:lnTo>
                    <a:pt x="79073" y="6300769"/>
                  </a:lnTo>
                  <a:lnTo>
                    <a:pt x="79166" y="6300769"/>
                  </a:lnTo>
                  <a:lnTo>
                    <a:pt x="79259" y="6300769"/>
                  </a:lnTo>
                  <a:lnTo>
                    <a:pt x="79352" y="6300769"/>
                  </a:lnTo>
                  <a:lnTo>
                    <a:pt x="79446" y="6300769"/>
                  </a:lnTo>
                  <a:lnTo>
                    <a:pt x="79539" y="6300769"/>
                  </a:lnTo>
                  <a:lnTo>
                    <a:pt x="79632" y="6300769"/>
                  </a:lnTo>
                  <a:lnTo>
                    <a:pt x="79725" y="6300769"/>
                  </a:lnTo>
                  <a:lnTo>
                    <a:pt x="79819" y="6300769"/>
                  </a:lnTo>
                  <a:lnTo>
                    <a:pt x="79912" y="6300769"/>
                  </a:lnTo>
                  <a:lnTo>
                    <a:pt x="80005" y="6300769"/>
                  </a:lnTo>
                  <a:lnTo>
                    <a:pt x="80098" y="6300769"/>
                  </a:lnTo>
                  <a:lnTo>
                    <a:pt x="80192" y="6300769"/>
                  </a:lnTo>
                  <a:lnTo>
                    <a:pt x="80285" y="6300769"/>
                  </a:lnTo>
                  <a:lnTo>
                    <a:pt x="80378" y="6300769"/>
                  </a:lnTo>
                  <a:lnTo>
                    <a:pt x="80471" y="6300769"/>
                  </a:lnTo>
                  <a:lnTo>
                    <a:pt x="80565" y="6300769"/>
                  </a:lnTo>
                  <a:lnTo>
                    <a:pt x="80658" y="6300769"/>
                  </a:lnTo>
                  <a:lnTo>
                    <a:pt x="80751" y="6300769"/>
                  </a:lnTo>
                  <a:lnTo>
                    <a:pt x="80844" y="6300769"/>
                  </a:lnTo>
                  <a:lnTo>
                    <a:pt x="81031" y="6300769"/>
                  </a:lnTo>
                  <a:lnTo>
                    <a:pt x="81124" y="6300769"/>
                  </a:lnTo>
                  <a:lnTo>
                    <a:pt x="81217" y="6300769"/>
                  </a:lnTo>
                  <a:lnTo>
                    <a:pt x="81311" y="6300769"/>
                  </a:lnTo>
                  <a:lnTo>
                    <a:pt x="81404" y="6300769"/>
                  </a:lnTo>
                  <a:lnTo>
                    <a:pt x="81497" y="6300769"/>
                  </a:lnTo>
                  <a:lnTo>
                    <a:pt x="81590" y="6300769"/>
                  </a:lnTo>
                  <a:lnTo>
                    <a:pt x="81684" y="6300769"/>
                  </a:lnTo>
                  <a:lnTo>
                    <a:pt x="81777" y="6300769"/>
                  </a:lnTo>
                  <a:lnTo>
                    <a:pt x="81870" y="6300769"/>
                  </a:lnTo>
                  <a:lnTo>
                    <a:pt x="81963" y="6300769"/>
                  </a:lnTo>
                  <a:lnTo>
                    <a:pt x="82057" y="6300769"/>
                  </a:lnTo>
                  <a:lnTo>
                    <a:pt x="82150" y="6300769"/>
                  </a:lnTo>
                  <a:lnTo>
                    <a:pt x="82243" y="6300769"/>
                  </a:lnTo>
                  <a:lnTo>
                    <a:pt x="82336" y="6300769"/>
                  </a:lnTo>
                  <a:lnTo>
                    <a:pt x="82430" y="6300769"/>
                  </a:lnTo>
                  <a:lnTo>
                    <a:pt x="82523" y="6300769"/>
                  </a:lnTo>
                  <a:lnTo>
                    <a:pt x="82616" y="6300769"/>
                  </a:lnTo>
                  <a:lnTo>
                    <a:pt x="82709" y="6300769"/>
                  </a:lnTo>
                  <a:lnTo>
                    <a:pt x="82803" y="6300769"/>
                  </a:lnTo>
                  <a:lnTo>
                    <a:pt x="82896" y="6300769"/>
                  </a:lnTo>
                  <a:lnTo>
                    <a:pt x="82989" y="6300769"/>
                  </a:lnTo>
                  <a:lnTo>
                    <a:pt x="83082" y="6300769"/>
                  </a:lnTo>
                  <a:lnTo>
                    <a:pt x="83176" y="6300769"/>
                  </a:lnTo>
                  <a:lnTo>
                    <a:pt x="83269" y="6300769"/>
                  </a:lnTo>
                  <a:lnTo>
                    <a:pt x="83362" y="6300769"/>
                  </a:lnTo>
                  <a:lnTo>
                    <a:pt x="83455" y="6300769"/>
                  </a:lnTo>
                  <a:lnTo>
                    <a:pt x="83548" y="6300769"/>
                  </a:lnTo>
                  <a:lnTo>
                    <a:pt x="83642" y="6300769"/>
                  </a:lnTo>
                  <a:lnTo>
                    <a:pt x="83735" y="6300769"/>
                  </a:lnTo>
                  <a:lnTo>
                    <a:pt x="83828" y="6300769"/>
                  </a:lnTo>
                  <a:lnTo>
                    <a:pt x="83921" y="6300769"/>
                  </a:lnTo>
                  <a:lnTo>
                    <a:pt x="84015" y="6300769"/>
                  </a:lnTo>
                  <a:lnTo>
                    <a:pt x="84108" y="6300769"/>
                  </a:lnTo>
                  <a:lnTo>
                    <a:pt x="84201" y="6300769"/>
                  </a:lnTo>
                  <a:lnTo>
                    <a:pt x="84294" y="6300769"/>
                  </a:lnTo>
                  <a:lnTo>
                    <a:pt x="84388" y="6300769"/>
                  </a:lnTo>
                  <a:lnTo>
                    <a:pt x="84481" y="6300769"/>
                  </a:lnTo>
                  <a:lnTo>
                    <a:pt x="84574" y="6300769"/>
                  </a:lnTo>
                  <a:lnTo>
                    <a:pt x="84667" y="6300769"/>
                  </a:lnTo>
                  <a:lnTo>
                    <a:pt x="84761" y="6300769"/>
                  </a:lnTo>
                  <a:lnTo>
                    <a:pt x="84854" y="6300769"/>
                  </a:lnTo>
                  <a:lnTo>
                    <a:pt x="84947" y="6300769"/>
                  </a:lnTo>
                  <a:lnTo>
                    <a:pt x="85040" y="6300769"/>
                  </a:lnTo>
                  <a:lnTo>
                    <a:pt x="85134" y="6300769"/>
                  </a:lnTo>
                  <a:lnTo>
                    <a:pt x="85227" y="6300769"/>
                  </a:lnTo>
                  <a:lnTo>
                    <a:pt x="85320" y="6300769"/>
                  </a:lnTo>
                  <a:lnTo>
                    <a:pt x="85413" y="6300769"/>
                  </a:lnTo>
                  <a:lnTo>
                    <a:pt x="85507" y="6300769"/>
                  </a:lnTo>
                  <a:lnTo>
                    <a:pt x="85600" y="6300769"/>
                  </a:lnTo>
                  <a:lnTo>
                    <a:pt x="85693" y="6300769"/>
                  </a:lnTo>
                  <a:lnTo>
                    <a:pt x="85786" y="6300769"/>
                  </a:lnTo>
                  <a:lnTo>
                    <a:pt x="85880" y="6300769"/>
                  </a:lnTo>
                  <a:lnTo>
                    <a:pt x="85973" y="6300769"/>
                  </a:lnTo>
                  <a:lnTo>
                    <a:pt x="86066" y="6300769"/>
                  </a:lnTo>
                  <a:lnTo>
                    <a:pt x="86159" y="6300769"/>
                  </a:lnTo>
                  <a:lnTo>
                    <a:pt x="86253" y="6300769"/>
                  </a:lnTo>
                  <a:lnTo>
                    <a:pt x="86346" y="6300769"/>
                  </a:lnTo>
                  <a:lnTo>
                    <a:pt x="86439" y="6300769"/>
                  </a:lnTo>
                  <a:lnTo>
                    <a:pt x="86532" y="6300769"/>
                  </a:lnTo>
                  <a:lnTo>
                    <a:pt x="86719" y="6300769"/>
                  </a:lnTo>
                  <a:lnTo>
                    <a:pt x="86812" y="6300769"/>
                  </a:lnTo>
                  <a:lnTo>
                    <a:pt x="86905" y="6300769"/>
                  </a:lnTo>
                  <a:lnTo>
                    <a:pt x="86999" y="6300769"/>
                  </a:lnTo>
                  <a:lnTo>
                    <a:pt x="87092" y="6300769"/>
                  </a:lnTo>
                  <a:lnTo>
                    <a:pt x="87185" y="6300769"/>
                  </a:lnTo>
                  <a:lnTo>
                    <a:pt x="87278" y="6300769"/>
                  </a:lnTo>
                  <a:lnTo>
                    <a:pt x="87372" y="6300769"/>
                  </a:lnTo>
                  <a:lnTo>
                    <a:pt x="87465" y="6300769"/>
                  </a:lnTo>
                  <a:lnTo>
                    <a:pt x="87558" y="6300769"/>
                  </a:lnTo>
                  <a:lnTo>
                    <a:pt x="87651" y="6300769"/>
                  </a:lnTo>
                  <a:lnTo>
                    <a:pt x="87651" y="6290815"/>
                  </a:lnTo>
                  <a:lnTo>
                    <a:pt x="87745" y="6290815"/>
                  </a:lnTo>
                  <a:lnTo>
                    <a:pt x="87838" y="6290815"/>
                  </a:lnTo>
                  <a:lnTo>
                    <a:pt x="87931" y="6290815"/>
                  </a:lnTo>
                  <a:lnTo>
                    <a:pt x="88024" y="6290815"/>
                  </a:lnTo>
                  <a:lnTo>
                    <a:pt x="88118" y="6290815"/>
                  </a:lnTo>
                  <a:lnTo>
                    <a:pt x="88211" y="6290815"/>
                  </a:lnTo>
                  <a:lnTo>
                    <a:pt x="88304" y="6290815"/>
                  </a:lnTo>
                  <a:lnTo>
                    <a:pt x="88397" y="6290815"/>
                  </a:lnTo>
                  <a:lnTo>
                    <a:pt x="88491" y="6290815"/>
                  </a:lnTo>
                  <a:lnTo>
                    <a:pt x="88584" y="6290815"/>
                  </a:lnTo>
                  <a:lnTo>
                    <a:pt x="88677" y="6290815"/>
                  </a:lnTo>
                  <a:lnTo>
                    <a:pt x="88864" y="6290815"/>
                  </a:lnTo>
                  <a:lnTo>
                    <a:pt x="88957" y="6290815"/>
                  </a:lnTo>
                  <a:lnTo>
                    <a:pt x="89050" y="6290815"/>
                  </a:lnTo>
                  <a:lnTo>
                    <a:pt x="89143" y="6290815"/>
                  </a:lnTo>
                  <a:lnTo>
                    <a:pt x="89237" y="6290815"/>
                  </a:lnTo>
                  <a:lnTo>
                    <a:pt x="89330" y="6290815"/>
                  </a:lnTo>
                  <a:lnTo>
                    <a:pt x="89423" y="6290815"/>
                  </a:lnTo>
                  <a:lnTo>
                    <a:pt x="89516" y="6290815"/>
                  </a:lnTo>
                  <a:lnTo>
                    <a:pt x="89610" y="6290815"/>
                  </a:lnTo>
                  <a:lnTo>
                    <a:pt x="89703" y="6290815"/>
                  </a:lnTo>
                  <a:lnTo>
                    <a:pt x="89796" y="6290815"/>
                  </a:lnTo>
                  <a:lnTo>
                    <a:pt x="89889" y="6290815"/>
                  </a:lnTo>
                  <a:lnTo>
                    <a:pt x="89983" y="6290815"/>
                  </a:lnTo>
                  <a:lnTo>
                    <a:pt x="90076" y="6290815"/>
                  </a:lnTo>
                  <a:lnTo>
                    <a:pt x="90169" y="6290815"/>
                  </a:lnTo>
                  <a:lnTo>
                    <a:pt x="90262" y="6290815"/>
                  </a:lnTo>
                  <a:lnTo>
                    <a:pt x="90355" y="6290815"/>
                  </a:lnTo>
                  <a:lnTo>
                    <a:pt x="90449" y="6290815"/>
                  </a:lnTo>
                  <a:lnTo>
                    <a:pt x="90542" y="6290815"/>
                  </a:lnTo>
                  <a:lnTo>
                    <a:pt x="90635" y="6290815"/>
                  </a:lnTo>
                  <a:lnTo>
                    <a:pt x="90728" y="6290815"/>
                  </a:lnTo>
                  <a:lnTo>
                    <a:pt x="90822" y="6290815"/>
                  </a:lnTo>
                  <a:lnTo>
                    <a:pt x="90915" y="6290815"/>
                  </a:lnTo>
                  <a:lnTo>
                    <a:pt x="91008" y="6290815"/>
                  </a:lnTo>
                  <a:lnTo>
                    <a:pt x="91101" y="6290815"/>
                  </a:lnTo>
                  <a:lnTo>
                    <a:pt x="91195" y="6290815"/>
                  </a:lnTo>
                  <a:lnTo>
                    <a:pt x="91288" y="6290815"/>
                  </a:lnTo>
                  <a:lnTo>
                    <a:pt x="91381" y="6290815"/>
                  </a:lnTo>
                  <a:lnTo>
                    <a:pt x="91474" y="6290815"/>
                  </a:lnTo>
                  <a:lnTo>
                    <a:pt x="91568" y="6290815"/>
                  </a:lnTo>
                  <a:lnTo>
                    <a:pt x="91661" y="6290815"/>
                  </a:lnTo>
                  <a:lnTo>
                    <a:pt x="91754" y="6290815"/>
                  </a:lnTo>
                  <a:lnTo>
                    <a:pt x="91847" y="6290815"/>
                  </a:lnTo>
                  <a:lnTo>
                    <a:pt x="91941" y="6290815"/>
                  </a:lnTo>
                  <a:lnTo>
                    <a:pt x="92034" y="6290815"/>
                  </a:lnTo>
                  <a:lnTo>
                    <a:pt x="92127" y="6290815"/>
                  </a:lnTo>
                  <a:lnTo>
                    <a:pt x="92220" y="6290815"/>
                  </a:lnTo>
                  <a:lnTo>
                    <a:pt x="92314" y="6290815"/>
                  </a:lnTo>
                  <a:lnTo>
                    <a:pt x="92407" y="6290815"/>
                  </a:lnTo>
                  <a:lnTo>
                    <a:pt x="92500" y="6290815"/>
                  </a:lnTo>
                  <a:lnTo>
                    <a:pt x="92593" y="6290815"/>
                  </a:lnTo>
                  <a:lnTo>
                    <a:pt x="92687" y="6290815"/>
                  </a:lnTo>
                  <a:lnTo>
                    <a:pt x="92780" y="6290815"/>
                  </a:lnTo>
                  <a:lnTo>
                    <a:pt x="92873" y="6290815"/>
                  </a:lnTo>
                  <a:lnTo>
                    <a:pt x="92966" y="6290815"/>
                  </a:lnTo>
                  <a:lnTo>
                    <a:pt x="93060" y="6290815"/>
                  </a:lnTo>
                  <a:lnTo>
                    <a:pt x="93153" y="6290815"/>
                  </a:lnTo>
                  <a:lnTo>
                    <a:pt x="93246" y="6290815"/>
                  </a:lnTo>
                  <a:lnTo>
                    <a:pt x="93339" y="6290815"/>
                  </a:lnTo>
                  <a:lnTo>
                    <a:pt x="93526" y="6290815"/>
                  </a:lnTo>
                  <a:lnTo>
                    <a:pt x="93619" y="6290815"/>
                  </a:lnTo>
                  <a:lnTo>
                    <a:pt x="93712" y="6290815"/>
                  </a:lnTo>
                  <a:lnTo>
                    <a:pt x="93806" y="6290815"/>
                  </a:lnTo>
                  <a:lnTo>
                    <a:pt x="93899" y="6290815"/>
                  </a:lnTo>
                  <a:lnTo>
                    <a:pt x="93992" y="6290815"/>
                  </a:lnTo>
                  <a:lnTo>
                    <a:pt x="94085" y="6290815"/>
                  </a:lnTo>
                  <a:lnTo>
                    <a:pt x="94179" y="6290815"/>
                  </a:lnTo>
                  <a:lnTo>
                    <a:pt x="94272" y="6290815"/>
                  </a:lnTo>
                  <a:lnTo>
                    <a:pt x="94365" y="6290815"/>
                  </a:lnTo>
                  <a:lnTo>
                    <a:pt x="94458" y="6290815"/>
                  </a:lnTo>
                  <a:lnTo>
                    <a:pt x="94552" y="6290815"/>
                  </a:lnTo>
                  <a:lnTo>
                    <a:pt x="94645" y="6290815"/>
                  </a:lnTo>
                  <a:lnTo>
                    <a:pt x="94738" y="6290815"/>
                  </a:lnTo>
                  <a:lnTo>
                    <a:pt x="94831" y="6290815"/>
                  </a:lnTo>
                  <a:lnTo>
                    <a:pt x="94925" y="6290815"/>
                  </a:lnTo>
                  <a:lnTo>
                    <a:pt x="95018" y="6290815"/>
                  </a:lnTo>
                  <a:lnTo>
                    <a:pt x="95111" y="6290815"/>
                  </a:lnTo>
                  <a:lnTo>
                    <a:pt x="95204" y="6290815"/>
                  </a:lnTo>
                  <a:lnTo>
                    <a:pt x="95298" y="6290815"/>
                  </a:lnTo>
                  <a:lnTo>
                    <a:pt x="95391" y="6290815"/>
                  </a:lnTo>
                  <a:lnTo>
                    <a:pt x="95484" y="6290815"/>
                  </a:lnTo>
                  <a:lnTo>
                    <a:pt x="95577" y="6290815"/>
                  </a:lnTo>
                  <a:lnTo>
                    <a:pt x="95671" y="6290815"/>
                  </a:lnTo>
                  <a:lnTo>
                    <a:pt x="95764" y="6290815"/>
                  </a:lnTo>
                  <a:lnTo>
                    <a:pt x="95857" y="6290815"/>
                  </a:lnTo>
                  <a:lnTo>
                    <a:pt x="95950" y="6290815"/>
                  </a:lnTo>
                  <a:lnTo>
                    <a:pt x="96044" y="6290815"/>
                  </a:lnTo>
                  <a:lnTo>
                    <a:pt x="96137" y="6290815"/>
                  </a:lnTo>
                  <a:lnTo>
                    <a:pt x="96230" y="6290815"/>
                  </a:lnTo>
                  <a:lnTo>
                    <a:pt x="96417" y="6290815"/>
                  </a:lnTo>
                  <a:lnTo>
                    <a:pt x="96510" y="6290815"/>
                  </a:lnTo>
                  <a:lnTo>
                    <a:pt x="96603" y="6290815"/>
                  </a:lnTo>
                  <a:lnTo>
                    <a:pt x="96696" y="6290815"/>
                  </a:lnTo>
                  <a:lnTo>
                    <a:pt x="96790" y="6290815"/>
                  </a:lnTo>
                  <a:lnTo>
                    <a:pt x="96883" y="6290815"/>
                  </a:lnTo>
                  <a:lnTo>
                    <a:pt x="96976" y="6290815"/>
                  </a:lnTo>
                  <a:lnTo>
                    <a:pt x="97069" y="6280862"/>
                  </a:lnTo>
                  <a:lnTo>
                    <a:pt x="97162" y="6280862"/>
                  </a:lnTo>
                  <a:lnTo>
                    <a:pt x="97256" y="6280862"/>
                  </a:lnTo>
                  <a:lnTo>
                    <a:pt x="97349" y="6280862"/>
                  </a:lnTo>
                  <a:lnTo>
                    <a:pt x="97442" y="6280862"/>
                  </a:lnTo>
                  <a:lnTo>
                    <a:pt x="97535" y="6280862"/>
                  </a:lnTo>
                  <a:lnTo>
                    <a:pt x="97629" y="6280862"/>
                  </a:lnTo>
                  <a:lnTo>
                    <a:pt x="97722" y="6280862"/>
                  </a:lnTo>
                  <a:lnTo>
                    <a:pt x="97815" y="6280862"/>
                  </a:lnTo>
                  <a:lnTo>
                    <a:pt x="97908" y="6280862"/>
                  </a:lnTo>
                  <a:lnTo>
                    <a:pt x="98002" y="6280862"/>
                  </a:lnTo>
                  <a:lnTo>
                    <a:pt x="98095" y="6280862"/>
                  </a:lnTo>
                  <a:lnTo>
                    <a:pt x="98188" y="6280862"/>
                  </a:lnTo>
                  <a:lnTo>
                    <a:pt x="98281" y="6280862"/>
                  </a:lnTo>
                  <a:lnTo>
                    <a:pt x="98375" y="6280862"/>
                  </a:lnTo>
                  <a:lnTo>
                    <a:pt x="98468" y="6280862"/>
                  </a:lnTo>
                  <a:lnTo>
                    <a:pt x="98561" y="6280862"/>
                  </a:lnTo>
                  <a:lnTo>
                    <a:pt x="98654" y="6280862"/>
                  </a:lnTo>
                  <a:lnTo>
                    <a:pt x="98748" y="6280862"/>
                  </a:lnTo>
                  <a:lnTo>
                    <a:pt x="98841" y="6280862"/>
                  </a:lnTo>
                  <a:lnTo>
                    <a:pt x="98934" y="6280862"/>
                  </a:lnTo>
                  <a:lnTo>
                    <a:pt x="99027" y="6280862"/>
                  </a:lnTo>
                  <a:lnTo>
                    <a:pt x="99121" y="6280862"/>
                  </a:lnTo>
                  <a:lnTo>
                    <a:pt x="99214" y="6280862"/>
                  </a:lnTo>
                  <a:lnTo>
                    <a:pt x="99307" y="6280862"/>
                  </a:lnTo>
                  <a:lnTo>
                    <a:pt x="99400" y="6280862"/>
                  </a:lnTo>
                  <a:lnTo>
                    <a:pt x="99494" y="6280862"/>
                  </a:lnTo>
                  <a:lnTo>
                    <a:pt x="99587" y="6280862"/>
                  </a:lnTo>
                  <a:lnTo>
                    <a:pt x="99680" y="6280862"/>
                  </a:lnTo>
                  <a:lnTo>
                    <a:pt x="99773" y="6280862"/>
                  </a:lnTo>
                  <a:lnTo>
                    <a:pt x="99867" y="6280862"/>
                  </a:lnTo>
                  <a:lnTo>
                    <a:pt x="99960" y="6280862"/>
                  </a:lnTo>
                  <a:lnTo>
                    <a:pt x="100053" y="6280862"/>
                  </a:lnTo>
                  <a:lnTo>
                    <a:pt x="100146" y="6280862"/>
                  </a:lnTo>
                  <a:lnTo>
                    <a:pt x="100240" y="6280862"/>
                  </a:lnTo>
                  <a:lnTo>
                    <a:pt x="100333" y="6280862"/>
                  </a:lnTo>
                  <a:lnTo>
                    <a:pt x="100426" y="6280862"/>
                  </a:lnTo>
                  <a:lnTo>
                    <a:pt x="100519" y="6280862"/>
                  </a:lnTo>
                  <a:lnTo>
                    <a:pt x="100613" y="6280862"/>
                  </a:lnTo>
                  <a:lnTo>
                    <a:pt x="100706" y="6280862"/>
                  </a:lnTo>
                  <a:lnTo>
                    <a:pt x="100799" y="6280862"/>
                  </a:lnTo>
                  <a:lnTo>
                    <a:pt x="100892" y="6280862"/>
                  </a:lnTo>
                  <a:lnTo>
                    <a:pt x="100986" y="6280862"/>
                  </a:lnTo>
                  <a:lnTo>
                    <a:pt x="101079" y="6280862"/>
                  </a:lnTo>
                  <a:lnTo>
                    <a:pt x="101172" y="6280862"/>
                  </a:lnTo>
                  <a:lnTo>
                    <a:pt x="101265" y="6280862"/>
                  </a:lnTo>
                  <a:lnTo>
                    <a:pt x="101359" y="6280862"/>
                  </a:lnTo>
                  <a:lnTo>
                    <a:pt x="101545" y="6280862"/>
                  </a:lnTo>
                  <a:lnTo>
                    <a:pt x="101638" y="6280862"/>
                  </a:lnTo>
                  <a:lnTo>
                    <a:pt x="101732" y="6280862"/>
                  </a:lnTo>
                  <a:lnTo>
                    <a:pt x="101825" y="6280862"/>
                  </a:lnTo>
                  <a:lnTo>
                    <a:pt x="101918" y="6280862"/>
                  </a:lnTo>
                  <a:lnTo>
                    <a:pt x="102011" y="6280862"/>
                  </a:lnTo>
                  <a:lnTo>
                    <a:pt x="102105" y="6280862"/>
                  </a:lnTo>
                  <a:lnTo>
                    <a:pt x="102198" y="6280862"/>
                  </a:lnTo>
                  <a:lnTo>
                    <a:pt x="102291" y="6280862"/>
                  </a:lnTo>
                  <a:lnTo>
                    <a:pt x="102384" y="6280862"/>
                  </a:lnTo>
                  <a:lnTo>
                    <a:pt x="102478" y="6280862"/>
                  </a:lnTo>
                  <a:lnTo>
                    <a:pt x="102571" y="6280862"/>
                  </a:lnTo>
                  <a:lnTo>
                    <a:pt x="102664" y="6280862"/>
                  </a:lnTo>
                  <a:lnTo>
                    <a:pt x="102757" y="6280862"/>
                  </a:lnTo>
                  <a:lnTo>
                    <a:pt x="102851" y="6280862"/>
                  </a:lnTo>
                  <a:lnTo>
                    <a:pt x="102944" y="6280862"/>
                  </a:lnTo>
                  <a:lnTo>
                    <a:pt x="103037" y="6280862"/>
                  </a:lnTo>
                  <a:lnTo>
                    <a:pt x="103130" y="6280862"/>
                  </a:lnTo>
                  <a:lnTo>
                    <a:pt x="103224" y="6280862"/>
                  </a:lnTo>
                  <a:lnTo>
                    <a:pt x="103317" y="6280862"/>
                  </a:lnTo>
                  <a:lnTo>
                    <a:pt x="103410" y="6280862"/>
                  </a:lnTo>
                  <a:lnTo>
                    <a:pt x="103503" y="6280862"/>
                  </a:lnTo>
                  <a:lnTo>
                    <a:pt x="103597" y="6280862"/>
                  </a:lnTo>
                  <a:lnTo>
                    <a:pt x="103783" y="6280862"/>
                  </a:lnTo>
                  <a:lnTo>
                    <a:pt x="103876" y="6280862"/>
                  </a:lnTo>
                  <a:lnTo>
                    <a:pt x="103970" y="6280862"/>
                  </a:lnTo>
                  <a:lnTo>
                    <a:pt x="104063" y="6280862"/>
                  </a:lnTo>
                  <a:lnTo>
                    <a:pt x="104156" y="6280862"/>
                  </a:lnTo>
                  <a:lnTo>
                    <a:pt x="104249" y="6280862"/>
                  </a:lnTo>
                  <a:lnTo>
                    <a:pt x="104342" y="6280862"/>
                  </a:lnTo>
                  <a:lnTo>
                    <a:pt x="104436" y="6280862"/>
                  </a:lnTo>
                  <a:lnTo>
                    <a:pt x="104529" y="6280862"/>
                  </a:lnTo>
                  <a:lnTo>
                    <a:pt x="104622" y="6280862"/>
                  </a:lnTo>
                  <a:lnTo>
                    <a:pt x="104715" y="6280862"/>
                  </a:lnTo>
                  <a:lnTo>
                    <a:pt x="104809" y="6280862"/>
                  </a:lnTo>
                  <a:lnTo>
                    <a:pt x="104902" y="6280862"/>
                  </a:lnTo>
                  <a:lnTo>
                    <a:pt x="104995" y="6280862"/>
                  </a:lnTo>
                  <a:lnTo>
                    <a:pt x="105088" y="6280862"/>
                  </a:lnTo>
                  <a:lnTo>
                    <a:pt x="105182" y="6280862"/>
                  </a:lnTo>
                  <a:lnTo>
                    <a:pt x="105275" y="6280862"/>
                  </a:lnTo>
                  <a:lnTo>
                    <a:pt x="105461" y="6280862"/>
                  </a:lnTo>
                  <a:lnTo>
                    <a:pt x="105555" y="6280862"/>
                  </a:lnTo>
                  <a:lnTo>
                    <a:pt x="105648" y="6280862"/>
                  </a:lnTo>
                  <a:lnTo>
                    <a:pt x="105741" y="6280862"/>
                  </a:lnTo>
                  <a:lnTo>
                    <a:pt x="105834" y="6280862"/>
                  </a:lnTo>
                  <a:lnTo>
                    <a:pt x="105928" y="6280862"/>
                  </a:lnTo>
                  <a:lnTo>
                    <a:pt x="106021" y="6280862"/>
                  </a:lnTo>
                  <a:lnTo>
                    <a:pt x="106114" y="6280862"/>
                  </a:lnTo>
                  <a:lnTo>
                    <a:pt x="106207" y="6280862"/>
                  </a:lnTo>
                  <a:lnTo>
                    <a:pt x="106301" y="6280862"/>
                  </a:lnTo>
                  <a:lnTo>
                    <a:pt x="106394" y="6280862"/>
                  </a:lnTo>
                  <a:lnTo>
                    <a:pt x="106487" y="6280862"/>
                  </a:lnTo>
                  <a:lnTo>
                    <a:pt x="106580" y="6280862"/>
                  </a:lnTo>
                  <a:lnTo>
                    <a:pt x="106674" y="6280862"/>
                  </a:lnTo>
                  <a:lnTo>
                    <a:pt x="106767" y="6280862"/>
                  </a:lnTo>
                  <a:lnTo>
                    <a:pt x="106860" y="6280862"/>
                  </a:lnTo>
                  <a:lnTo>
                    <a:pt x="106953" y="6280862"/>
                  </a:lnTo>
                  <a:lnTo>
                    <a:pt x="107047" y="6280862"/>
                  </a:lnTo>
                  <a:lnTo>
                    <a:pt x="107140" y="6280862"/>
                  </a:lnTo>
                  <a:lnTo>
                    <a:pt x="107233" y="6280862"/>
                  </a:lnTo>
                  <a:lnTo>
                    <a:pt x="107326" y="6280862"/>
                  </a:lnTo>
                  <a:lnTo>
                    <a:pt x="107420" y="6280862"/>
                  </a:lnTo>
                  <a:lnTo>
                    <a:pt x="107513" y="6280862"/>
                  </a:lnTo>
                  <a:lnTo>
                    <a:pt x="107606" y="6280862"/>
                  </a:lnTo>
                  <a:lnTo>
                    <a:pt x="107699" y="6280862"/>
                  </a:lnTo>
                  <a:lnTo>
                    <a:pt x="107793" y="6280862"/>
                  </a:lnTo>
                  <a:lnTo>
                    <a:pt x="107886" y="6280862"/>
                  </a:lnTo>
                  <a:lnTo>
                    <a:pt x="107979" y="6280862"/>
                  </a:lnTo>
                  <a:lnTo>
                    <a:pt x="108072" y="6280862"/>
                  </a:lnTo>
                  <a:lnTo>
                    <a:pt x="108166" y="6280862"/>
                  </a:lnTo>
                  <a:lnTo>
                    <a:pt x="108259" y="6280862"/>
                  </a:lnTo>
                  <a:lnTo>
                    <a:pt x="108445" y="6280862"/>
                  </a:lnTo>
                  <a:lnTo>
                    <a:pt x="108539" y="6280862"/>
                  </a:lnTo>
                  <a:lnTo>
                    <a:pt x="108632" y="6280862"/>
                  </a:lnTo>
                  <a:lnTo>
                    <a:pt x="108725" y="6280862"/>
                  </a:lnTo>
                  <a:lnTo>
                    <a:pt x="108818" y="6280862"/>
                  </a:lnTo>
                  <a:lnTo>
                    <a:pt x="108912" y="6280862"/>
                  </a:lnTo>
                  <a:lnTo>
                    <a:pt x="109005" y="6280862"/>
                  </a:lnTo>
                  <a:lnTo>
                    <a:pt x="109098" y="6280862"/>
                  </a:lnTo>
                  <a:lnTo>
                    <a:pt x="109191" y="6280862"/>
                  </a:lnTo>
                  <a:lnTo>
                    <a:pt x="109285" y="6280862"/>
                  </a:lnTo>
                  <a:lnTo>
                    <a:pt x="109658" y="6280862"/>
                  </a:lnTo>
                  <a:lnTo>
                    <a:pt x="109751" y="6280862"/>
                  </a:lnTo>
                  <a:lnTo>
                    <a:pt x="109844" y="6280862"/>
                  </a:lnTo>
                  <a:lnTo>
                    <a:pt x="109937" y="6280862"/>
                  </a:lnTo>
                  <a:lnTo>
                    <a:pt x="110124" y="6280862"/>
                  </a:lnTo>
                  <a:lnTo>
                    <a:pt x="110217" y="6280862"/>
                  </a:lnTo>
                  <a:lnTo>
                    <a:pt x="110310" y="6280862"/>
                  </a:lnTo>
                  <a:lnTo>
                    <a:pt x="110404" y="6280862"/>
                  </a:lnTo>
                  <a:lnTo>
                    <a:pt x="110497" y="6280862"/>
                  </a:lnTo>
                  <a:lnTo>
                    <a:pt x="110590" y="6280862"/>
                  </a:lnTo>
                  <a:lnTo>
                    <a:pt x="110683" y="6280862"/>
                  </a:lnTo>
                  <a:lnTo>
                    <a:pt x="110683" y="6270908"/>
                  </a:lnTo>
                  <a:lnTo>
                    <a:pt x="110777" y="6270908"/>
                  </a:lnTo>
                  <a:lnTo>
                    <a:pt x="110870" y="6270908"/>
                  </a:lnTo>
                  <a:lnTo>
                    <a:pt x="110963" y="6270908"/>
                  </a:lnTo>
                  <a:lnTo>
                    <a:pt x="111056" y="6270908"/>
                  </a:lnTo>
                  <a:lnTo>
                    <a:pt x="111149" y="6270908"/>
                  </a:lnTo>
                  <a:lnTo>
                    <a:pt x="111243" y="6270908"/>
                  </a:lnTo>
                  <a:lnTo>
                    <a:pt x="111336" y="6270908"/>
                  </a:lnTo>
                  <a:lnTo>
                    <a:pt x="111429" y="6270908"/>
                  </a:lnTo>
                  <a:lnTo>
                    <a:pt x="111522" y="6270908"/>
                  </a:lnTo>
                  <a:lnTo>
                    <a:pt x="111616" y="6270908"/>
                  </a:lnTo>
                  <a:lnTo>
                    <a:pt x="111709" y="6270908"/>
                  </a:lnTo>
                  <a:lnTo>
                    <a:pt x="111802" y="6270908"/>
                  </a:lnTo>
                  <a:lnTo>
                    <a:pt x="111895" y="6270908"/>
                  </a:lnTo>
                  <a:lnTo>
                    <a:pt x="111989" y="6270908"/>
                  </a:lnTo>
                  <a:lnTo>
                    <a:pt x="112082" y="6270908"/>
                  </a:lnTo>
                  <a:lnTo>
                    <a:pt x="112175" y="6270908"/>
                  </a:lnTo>
                  <a:lnTo>
                    <a:pt x="112268" y="6270908"/>
                  </a:lnTo>
                  <a:lnTo>
                    <a:pt x="112362" y="6270908"/>
                  </a:lnTo>
                  <a:lnTo>
                    <a:pt x="112362" y="6260954"/>
                  </a:lnTo>
                  <a:lnTo>
                    <a:pt x="112455" y="6260954"/>
                  </a:lnTo>
                  <a:lnTo>
                    <a:pt x="112548" y="6260954"/>
                  </a:lnTo>
                  <a:lnTo>
                    <a:pt x="112641" y="6260954"/>
                  </a:lnTo>
                  <a:lnTo>
                    <a:pt x="112735" y="6260954"/>
                  </a:lnTo>
                  <a:lnTo>
                    <a:pt x="112828" y="6260954"/>
                  </a:lnTo>
                  <a:lnTo>
                    <a:pt x="113014" y="6260954"/>
                  </a:lnTo>
                  <a:lnTo>
                    <a:pt x="113108" y="6260954"/>
                  </a:lnTo>
                  <a:lnTo>
                    <a:pt x="113201" y="6260954"/>
                  </a:lnTo>
                  <a:lnTo>
                    <a:pt x="113294" y="6260954"/>
                  </a:lnTo>
                  <a:lnTo>
                    <a:pt x="113387" y="6260954"/>
                  </a:lnTo>
                  <a:lnTo>
                    <a:pt x="113481" y="6260954"/>
                  </a:lnTo>
                  <a:lnTo>
                    <a:pt x="113574" y="6260954"/>
                  </a:lnTo>
                  <a:lnTo>
                    <a:pt x="113667" y="6260954"/>
                  </a:lnTo>
                  <a:lnTo>
                    <a:pt x="113760" y="6260954"/>
                  </a:lnTo>
                  <a:lnTo>
                    <a:pt x="113854" y="6260954"/>
                  </a:lnTo>
                  <a:lnTo>
                    <a:pt x="113947" y="6260954"/>
                  </a:lnTo>
                  <a:lnTo>
                    <a:pt x="114040" y="6260954"/>
                  </a:lnTo>
                  <a:lnTo>
                    <a:pt x="114133" y="6260954"/>
                  </a:lnTo>
                  <a:lnTo>
                    <a:pt x="114227" y="6260954"/>
                  </a:lnTo>
                  <a:lnTo>
                    <a:pt x="114320" y="6260954"/>
                  </a:lnTo>
                  <a:lnTo>
                    <a:pt x="114413" y="6260954"/>
                  </a:lnTo>
                  <a:lnTo>
                    <a:pt x="114506" y="6260954"/>
                  </a:lnTo>
                  <a:lnTo>
                    <a:pt x="114600" y="6260954"/>
                  </a:lnTo>
                  <a:lnTo>
                    <a:pt x="114693" y="6260954"/>
                  </a:lnTo>
                  <a:lnTo>
                    <a:pt x="114786" y="6260954"/>
                  </a:lnTo>
                  <a:lnTo>
                    <a:pt x="114879" y="6260954"/>
                  </a:lnTo>
                  <a:lnTo>
                    <a:pt x="114973" y="6260954"/>
                  </a:lnTo>
                  <a:lnTo>
                    <a:pt x="115066" y="6260954"/>
                  </a:lnTo>
                  <a:lnTo>
                    <a:pt x="115159" y="6260954"/>
                  </a:lnTo>
                  <a:lnTo>
                    <a:pt x="115252" y="6260954"/>
                  </a:lnTo>
                  <a:lnTo>
                    <a:pt x="115346" y="6260954"/>
                  </a:lnTo>
                  <a:lnTo>
                    <a:pt x="115532" y="6260954"/>
                  </a:lnTo>
                  <a:lnTo>
                    <a:pt x="115625" y="6260954"/>
                  </a:lnTo>
                  <a:lnTo>
                    <a:pt x="115719" y="6260954"/>
                  </a:lnTo>
                  <a:lnTo>
                    <a:pt x="115812" y="6260954"/>
                  </a:lnTo>
                  <a:lnTo>
                    <a:pt x="115905" y="6260954"/>
                  </a:lnTo>
                  <a:lnTo>
                    <a:pt x="115998" y="6260954"/>
                  </a:lnTo>
                  <a:lnTo>
                    <a:pt x="116092" y="6260954"/>
                  </a:lnTo>
                  <a:lnTo>
                    <a:pt x="116185" y="6260954"/>
                  </a:lnTo>
                  <a:lnTo>
                    <a:pt x="116185" y="6251000"/>
                  </a:lnTo>
                  <a:lnTo>
                    <a:pt x="116278" y="6251000"/>
                  </a:lnTo>
                  <a:lnTo>
                    <a:pt x="116371" y="6251000"/>
                  </a:lnTo>
                  <a:lnTo>
                    <a:pt x="116465" y="6251000"/>
                  </a:lnTo>
                  <a:lnTo>
                    <a:pt x="116558" y="6251000"/>
                  </a:lnTo>
                  <a:lnTo>
                    <a:pt x="116651" y="6251000"/>
                  </a:lnTo>
                  <a:lnTo>
                    <a:pt x="116744" y="6251000"/>
                  </a:lnTo>
                  <a:lnTo>
                    <a:pt x="116838" y="6251000"/>
                  </a:lnTo>
                  <a:lnTo>
                    <a:pt x="116931" y="6251000"/>
                  </a:lnTo>
                  <a:lnTo>
                    <a:pt x="117024" y="6251000"/>
                  </a:lnTo>
                  <a:lnTo>
                    <a:pt x="117117" y="6251000"/>
                  </a:lnTo>
                  <a:lnTo>
                    <a:pt x="117211" y="6251000"/>
                  </a:lnTo>
                  <a:lnTo>
                    <a:pt x="117304" y="6251000"/>
                  </a:lnTo>
                  <a:lnTo>
                    <a:pt x="117397" y="6251000"/>
                  </a:lnTo>
                  <a:lnTo>
                    <a:pt x="117490" y="6251000"/>
                  </a:lnTo>
                  <a:lnTo>
                    <a:pt x="117584" y="6251000"/>
                  </a:lnTo>
                  <a:lnTo>
                    <a:pt x="117677" y="6251000"/>
                  </a:lnTo>
                  <a:lnTo>
                    <a:pt x="117770" y="6251000"/>
                  </a:lnTo>
                  <a:lnTo>
                    <a:pt x="117863" y="6251000"/>
                  </a:lnTo>
                  <a:lnTo>
                    <a:pt x="117956" y="6251000"/>
                  </a:lnTo>
                  <a:lnTo>
                    <a:pt x="118050" y="6251000"/>
                  </a:lnTo>
                  <a:lnTo>
                    <a:pt x="118143" y="6251000"/>
                  </a:lnTo>
                  <a:lnTo>
                    <a:pt x="118236" y="6251000"/>
                  </a:lnTo>
                  <a:lnTo>
                    <a:pt x="118329" y="6251000"/>
                  </a:lnTo>
                  <a:lnTo>
                    <a:pt x="118423" y="6251000"/>
                  </a:lnTo>
                  <a:lnTo>
                    <a:pt x="118423" y="6241046"/>
                  </a:lnTo>
                  <a:lnTo>
                    <a:pt x="118516" y="6241046"/>
                  </a:lnTo>
                  <a:lnTo>
                    <a:pt x="118609" y="6241046"/>
                  </a:lnTo>
                  <a:lnTo>
                    <a:pt x="118702" y="6241046"/>
                  </a:lnTo>
                  <a:lnTo>
                    <a:pt x="118796" y="6241046"/>
                  </a:lnTo>
                  <a:lnTo>
                    <a:pt x="118889" y="6241046"/>
                  </a:lnTo>
                  <a:lnTo>
                    <a:pt x="118982" y="6241046"/>
                  </a:lnTo>
                  <a:lnTo>
                    <a:pt x="119075" y="6241046"/>
                  </a:lnTo>
                  <a:lnTo>
                    <a:pt x="119169" y="6241046"/>
                  </a:lnTo>
                  <a:lnTo>
                    <a:pt x="119262" y="6241046"/>
                  </a:lnTo>
                  <a:lnTo>
                    <a:pt x="119355" y="6241046"/>
                  </a:lnTo>
                  <a:lnTo>
                    <a:pt x="119542" y="6241046"/>
                  </a:lnTo>
                  <a:lnTo>
                    <a:pt x="119635" y="6241046"/>
                  </a:lnTo>
                  <a:lnTo>
                    <a:pt x="119728" y="6241046"/>
                  </a:lnTo>
                  <a:lnTo>
                    <a:pt x="119915" y="6241046"/>
                  </a:lnTo>
                  <a:lnTo>
                    <a:pt x="120008" y="6241046"/>
                  </a:lnTo>
                  <a:lnTo>
                    <a:pt x="120101" y="6241046"/>
                  </a:lnTo>
                  <a:lnTo>
                    <a:pt x="120194" y="6241046"/>
                  </a:lnTo>
                  <a:lnTo>
                    <a:pt x="120288" y="6241046"/>
                  </a:lnTo>
                  <a:lnTo>
                    <a:pt x="120381" y="6241046"/>
                  </a:lnTo>
                  <a:lnTo>
                    <a:pt x="120474" y="6241046"/>
                  </a:lnTo>
                  <a:lnTo>
                    <a:pt x="120567" y="6241046"/>
                  </a:lnTo>
                  <a:lnTo>
                    <a:pt x="120661" y="6241046"/>
                  </a:lnTo>
                  <a:lnTo>
                    <a:pt x="120847" y="6241046"/>
                  </a:lnTo>
                  <a:lnTo>
                    <a:pt x="120940" y="6241046"/>
                  </a:lnTo>
                  <a:lnTo>
                    <a:pt x="121034" y="6241046"/>
                  </a:lnTo>
                  <a:lnTo>
                    <a:pt x="121127" y="6241046"/>
                  </a:lnTo>
                  <a:lnTo>
                    <a:pt x="121220" y="6241046"/>
                  </a:lnTo>
                  <a:lnTo>
                    <a:pt x="121313" y="6241046"/>
                  </a:lnTo>
                  <a:lnTo>
                    <a:pt x="121407" y="6241046"/>
                  </a:lnTo>
                  <a:lnTo>
                    <a:pt x="121500" y="6241046"/>
                  </a:lnTo>
                  <a:lnTo>
                    <a:pt x="121593" y="6241046"/>
                  </a:lnTo>
                  <a:lnTo>
                    <a:pt x="121686" y="6241046"/>
                  </a:lnTo>
                  <a:lnTo>
                    <a:pt x="121780" y="6241046"/>
                  </a:lnTo>
                  <a:lnTo>
                    <a:pt x="121873" y="6241046"/>
                  </a:lnTo>
                  <a:lnTo>
                    <a:pt x="121966" y="6241046"/>
                  </a:lnTo>
                  <a:lnTo>
                    <a:pt x="122059" y="6241046"/>
                  </a:lnTo>
                  <a:lnTo>
                    <a:pt x="122059" y="6231092"/>
                  </a:lnTo>
                  <a:lnTo>
                    <a:pt x="122153" y="6231092"/>
                  </a:lnTo>
                  <a:lnTo>
                    <a:pt x="122246" y="6231092"/>
                  </a:lnTo>
                  <a:lnTo>
                    <a:pt x="122339" y="6231092"/>
                  </a:lnTo>
                  <a:lnTo>
                    <a:pt x="122432" y="6231092"/>
                  </a:lnTo>
                  <a:lnTo>
                    <a:pt x="122526" y="6231092"/>
                  </a:lnTo>
                  <a:lnTo>
                    <a:pt x="122619" y="6231092"/>
                  </a:lnTo>
                  <a:lnTo>
                    <a:pt x="122712" y="6231092"/>
                  </a:lnTo>
                  <a:lnTo>
                    <a:pt x="122805" y="6231092"/>
                  </a:lnTo>
                  <a:lnTo>
                    <a:pt x="122899" y="6231092"/>
                  </a:lnTo>
                  <a:lnTo>
                    <a:pt x="122992" y="6231092"/>
                  </a:lnTo>
                  <a:lnTo>
                    <a:pt x="123272" y="6231092"/>
                  </a:lnTo>
                  <a:lnTo>
                    <a:pt x="123365" y="6231092"/>
                  </a:lnTo>
                  <a:lnTo>
                    <a:pt x="123458" y="6231092"/>
                  </a:lnTo>
                  <a:lnTo>
                    <a:pt x="123551" y="6231092"/>
                  </a:lnTo>
                  <a:lnTo>
                    <a:pt x="123645" y="6231092"/>
                  </a:lnTo>
                  <a:lnTo>
                    <a:pt x="123738" y="6231092"/>
                  </a:lnTo>
                  <a:lnTo>
                    <a:pt x="123738" y="6221139"/>
                  </a:lnTo>
                  <a:lnTo>
                    <a:pt x="123831" y="6221139"/>
                  </a:lnTo>
                  <a:lnTo>
                    <a:pt x="123924" y="6221139"/>
                  </a:lnTo>
                  <a:lnTo>
                    <a:pt x="124018" y="6221139"/>
                  </a:lnTo>
                  <a:lnTo>
                    <a:pt x="124204" y="6221139"/>
                  </a:lnTo>
                  <a:lnTo>
                    <a:pt x="124297" y="6221139"/>
                  </a:lnTo>
                  <a:lnTo>
                    <a:pt x="124391" y="6221139"/>
                  </a:lnTo>
                  <a:lnTo>
                    <a:pt x="124484" y="6221139"/>
                  </a:lnTo>
                  <a:lnTo>
                    <a:pt x="124577" y="6221139"/>
                  </a:lnTo>
                  <a:lnTo>
                    <a:pt x="124764" y="6221139"/>
                  </a:lnTo>
                  <a:lnTo>
                    <a:pt x="124857" y="6221139"/>
                  </a:lnTo>
                  <a:lnTo>
                    <a:pt x="124950" y="6221139"/>
                  </a:lnTo>
                  <a:lnTo>
                    <a:pt x="125043" y="6221139"/>
                  </a:lnTo>
                  <a:lnTo>
                    <a:pt x="125136" y="6221139"/>
                  </a:lnTo>
                  <a:lnTo>
                    <a:pt x="125230" y="6221139"/>
                  </a:lnTo>
                  <a:lnTo>
                    <a:pt x="125323" y="6221139"/>
                  </a:lnTo>
                  <a:lnTo>
                    <a:pt x="125416" y="6221139"/>
                  </a:lnTo>
                  <a:lnTo>
                    <a:pt x="125509" y="6221139"/>
                  </a:lnTo>
                  <a:lnTo>
                    <a:pt x="125603" y="6221139"/>
                  </a:lnTo>
                  <a:lnTo>
                    <a:pt x="125696" y="6221139"/>
                  </a:lnTo>
                  <a:lnTo>
                    <a:pt x="125789" y="6221139"/>
                  </a:lnTo>
                  <a:lnTo>
                    <a:pt x="125882" y="6221139"/>
                  </a:lnTo>
                  <a:lnTo>
                    <a:pt x="125976" y="6221139"/>
                  </a:lnTo>
                  <a:lnTo>
                    <a:pt x="126069" y="6221139"/>
                  </a:lnTo>
                  <a:lnTo>
                    <a:pt x="126162" y="6221139"/>
                  </a:lnTo>
                  <a:lnTo>
                    <a:pt x="126255" y="6221139"/>
                  </a:lnTo>
                  <a:lnTo>
                    <a:pt x="126442" y="6221139"/>
                  </a:lnTo>
                  <a:lnTo>
                    <a:pt x="126535" y="6221139"/>
                  </a:lnTo>
                  <a:lnTo>
                    <a:pt x="126628" y="6221139"/>
                  </a:lnTo>
                  <a:lnTo>
                    <a:pt x="126722" y="6221139"/>
                  </a:lnTo>
                  <a:lnTo>
                    <a:pt x="126815" y="6221139"/>
                  </a:lnTo>
                  <a:lnTo>
                    <a:pt x="126908" y="6221139"/>
                  </a:lnTo>
                  <a:lnTo>
                    <a:pt x="127001" y="6221139"/>
                  </a:lnTo>
                  <a:lnTo>
                    <a:pt x="127095" y="6221139"/>
                  </a:lnTo>
                  <a:lnTo>
                    <a:pt x="127188" y="6221139"/>
                  </a:lnTo>
                  <a:lnTo>
                    <a:pt x="127281" y="6221139"/>
                  </a:lnTo>
                  <a:lnTo>
                    <a:pt x="127374" y="6221139"/>
                  </a:lnTo>
                  <a:lnTo>
                    <a:pt x="127468" y="6221139"/>
                  </a:lnTo>
                  <a:lnTo>
                    <a:pt x="127561" y="6221139"/>
                  </a:lnTo>
                  <a:lnTo>
                    <a:pt x="127654" y="6221139"/>
                  </a:lnTo>
                  <a:lnTo>
                    <a:pt x="127747" y="6221139"/>
                  </a:lnTo>
                  <a:lnTo>
                    <a:pt x="127841" y="6221139"/>
                  </a:lnTo>
                  <a:lnTo>
                    <a:pt x="127934" y="6221139"/>
                  </a:lnTo>
                  <a:lnTo>
                    <a:pt x="128027" y="6221139"/>
                  </a:lnTo>
                  <a:lnTo>
                    <a:pt x="128120" y="6221139"/>
                  </a:lnTo>
                  <a:lnTo>
                    <a:pt x="128214" y="6221139"/>
                  </a:lnTo>
                  <a:lnTo>
                    <a:pt x="128307" y="6221139"/>
                  </a:lnTo>
                  <a:lnTo>
                    <a:pt x="128400" y="6221139"/>
                  </a:lnTo>
                  <a:lnTo>
                    <a:pt x="128493" y="6221139"/>
                  </a:lnTo>
                  <a:lnTo>
                    <a:pt x="128587" y="6221139"/>
                  </a:lnTo>
                  <a:lnTo>
                    <a:pt x="128680" y="6221139"/>
                  </a:lnTo>
                  <a:lnTo>
                    <a:pt x="128773" y="6221139"/>
                  </a:lnTo>
                  <a:lnTo>
                    <a:pt x="128866" y="6221139"/>
                  </a:lnTo>
                  <a:lnTo>
                    <a:pt x="128960" y="6221139"/>
                  </a:lnTo>
                  <a:lnTo>
                    <a:pt x="129053" y="6221139"/>
                  </a:lnTo>
                  <a:lnTo>
                    <a:pt x="129146" y="6221139"/>
                  </a:lnTo>
                  <a:lnTo>
                    <a:pt x="129146" y="6211185"/>
                  </a:lnTo>
                  <a:lnTo>
                    <a:pt x="129239" y="6211185"/>
                  </a:lnTo>
                  <a:lnTo>
                    <a:pt x="129333" y="6211185"/>
                  </a:lnTo>
                  <a:lnTo>
                    <a:pt x="129426" y="6211185"/>
                  </a:lnTo>
                  <a:lnTo>
                    <a:pt x="129519" y="6211185"/>
                  </a:lnTo>
                  <a:lnTo>
                    <a:pt x="129612" y="6211185"/>
                  </a:lnTo>
                  <a:lnTo>
                    <a:pt x="129706" y="6211185"/>
                  </a:lnTo>
                  <a:lnTo>
                    <a:pt x="129799" y="6211185"/>
                  </a:lnTo>
                  <a:lnTo>
                    <a:pt x="129892" y="6211185"/>
                  </a:lnTo>
                  <a:lnTo>
                    <a:pt x="129985" y="6211185"/>
                  </a:lnTo>
                  <a:lnTo>
                    <a:pt x="130079" y="6211185"/>
                  </a:lnTo>
                  <a:lnTo>
                    <a:pt x="130172" y="6211185"/>
                  </a:lnTo>
                  <a:lnTo>
                    <a:pt x="130265" y="6211185"/>
                  </a:lnTo>
                  <a:lnTo>
                    <a:pt x="130358" y="6211185"/>
                  </a:lnTo>
                  <a:lnTo>
                    <a:pt x="130452" y="6211185"/>
                  </a:lnTo>
                  <a:lnTo>
                    <a:pt x="130545" y="6211185"/>
                  </a:lnTo>
                  <a:lnTo>
                    <a:pt x="130638" y="6211185"/>
                  </a:lnTo>
                  <a:lnTo>
                    <a:pt x="130825" y="6211185"/>
                  </a:lnTo>
                  <a:lnTo>
                    <a:pt x="130918" y="6211185"/>
                  </a:lnTo>
                  <a:lnTo>
                    <a:pt x="131011" y="6211185"/>
                  </a:lnTo>
                  <a:lnTo>
                    <a:pt x="131104" y="6211185"/>
                  </a:lnTo>
                  <a:lnTo>
                    <a:pt x="131198" y="6211185"/>
                  </a:lnTo>
                  <a:lnTo>
                    <a:pt x="131291" y="6211185"/>
                  </a:lnTo>
                  <a:lnTo>
                    <a:pt x="131384" y="6211185"/>
                  </a:lnTo>
                  <a:lnTo>
                    <a:pt x="131477" y="6211185"/>
                  </a:lnTo>
                  <a:lnTo>
                    <a:pt x="131571" y="6211185"/>
                  </a:lnTo>
                  <a:lnTo>
                    <a:pt x="131664" y="6211185"/>
                  </a:lnTo>
                  <a:lnTo>
                    <a:pt x="131757" y="6211185"/>
                  </a:lnTo>
                  <a:lnTo>
                    <a:pt x="131850" y="6211185"/>
                  </a:lnTo>
                  <a:lnTo>
                    <a:pt x="131943" y="6211185"/>
                  </a:lnTo>
                  <a:lnTo>
                    <a:pt x="132037" y="6211185"/>
                  </a:lnTo>
                  <a:lnTo>
                    <a:pt x="132130" y="6211185"/>
                  </a:lnTo>
                  <a:lnTo>
                    <a:pt x="132223" y="6211185"/>
                  </a:lnTo>
                  <a:lnTo>
                    <a:pt x="132316" y="6211185"/>
                  </a:lnTo>
                  <a:lnTo>
                    <a:pt x="132316" y="6201231"/>
                  </a:lnTo>
                  <a:lnTo>
                    <a:pt x="132410" y="6201231"/>
                  </a:lnTo>
                  <a:lnTo>
                    <a:pt x="132503" y="6201231"/>
                  </a:lnTo>
                  <a:lnTo>
                    <a:pt x="132596" y="6201231"/>
                  </a:lnTo>
                  <a:lnTo>
                    <a:pt x="132689" y="6201231"/>
                  </a:lnTo>
                  <a:lnTo>
                    <a:pt x="132783" y="6201231"/>
                  </a:lnTo>
                  <a:lnTo>
                    <a:pt x="132876" y="6201231"/>
                  </a:lnTo>
                  <a:lnTo>
                    <a:pt x="132969" y="6201231"/>
                  </a:lnTo>
                  <a:lnTo>
                    <a:pt x="133062" y="6201231"/>
                  </a:lnTo>
                  <a:lnTo>
                    <a:pt x="133156" y="6201231"/>
                  </a:lnTo>
                  <a:lnTo>
                    <a:pt x="133249" y="6201231"/>
                  </a:lnTo>
                  <a:lnTo>
                    <a:pt x="133342" y="6201231"/>
                  </a:lnTo>
                  <a:lnTo>
                    <a:pt x="133435" y="6201231"/>
                  </a:lnTo>
                  <a:lnTo>
                    <a:pt x="133435" y="6191277"/>
                  </a:lnTo>
                  <a:lnTo>
                    <a:pt x="133529" y="6191277"/>
                  </a:lnTo>
                  <a:lnTo>
                    <a:pt x="133622" y="6191277"/>
                  </a:lnTo>
                  <a:lnTo>
                    <a:pt x="133715" y="6191277"/>
                  </a:lnTo>
                  <a:lnTo>
                    <a:pt x="133808" y="6191277"/>
                  </a:lnTo>
                  <a:lnTo>
                    <a:pt x="133995" y="6191277"/>
                  </a:lnTo>
                  <a:lnTo>
                    <a:pt x="134088" y="6191277"/>
                  </a:lnTo>
                  <a:lnTo>
                    <a:pt x="134181" y="6191277"/>
                  </a:lnTo>
                  <a:lnTo>
                    <a:pt x="134275" y="6191277"/>
                  </a:lnTo>
                  <a:lnTo>
                    <a:pt x="134368" y="6191277"/>
                  </a:lnTo>
                  <a:lnTo>
                    <a:pt x="134461" y="6191277"/>
                  </a:lnTo>
                  <a:lnTo>
                    <a:pt x="134554" y="6191277"/>
                  </a:lnTo>
                  <a:lnTo>
                    <a:pt x="134648" y="6191277"/>
                  </a:lnTo>
                  <a:lnTo>
                    <a:pt x="134741" y="6191277"/>
                  </a:lnTo>
                  <a:lnTo>
                    <a:pt x="134834" y="6191277"/>
                  </a:lnTo>
                  <a:lnTo>
                    <a:pt x="134927" y="6191277"/>
                  </a:lnTo>
                  <a:lnTo>
                    <a:pt x="135021" y="6191277"/>
                  </a:lnTo>
                  <a:lnTo>
                    <a:pt x="135114" y="6191277"/>
                  </a:lnTo>
                  <a:lnTo>
                    <a:pt x="135207" y="6191277"/>
                  </a:lnTo>
                  <a:lnTo>
                    <a:pt x="135300" y="6191277"/>
                  </a:lnTo>
                  <a:lnTo>
                    <a:pt x="135394" y="6191277"/>
                  </a:lnTo>
                  <a:lnTo>
                    <a:pt x="135487" y="6191277"/>
                  </a:lnTo>
                  <a:lnTo>
                    <a:pt x="135673" y="6191277"/>
                  </a:lnTo>
                  <a:lnTo>
                    <a:pt x="135767" y="6191277"/>
                  </a:lnTo>
                  <a:lnTo>
                    <a:pt x="135860" y="6191277"/>
                  </a:lnTo>
                  <a:lnTo>
                    <a:pt x="135953" y="6191277"/>
                  </a:lnTo>
                  <a:lnTo>
                    <a:pt x="136046" y="6191277"/>
                  </a:lnTo>
                  <a:lnTo>
                    <a:pt x="136140" y="6191277"/>
                  </a:lnTo>
                  <a:lnTo>
                    <a:pt x="136233" y="6191277"/>
                  </a:lnTo>
                  <a:lnTo>
                    <a:pt x="136326" y="6191277"/>
                  </a:lnTo>
                  <a:lnTo>
                    <a:pt x="136419" y="6191277"/>
                  </a:lnTo>
                  <a:lnTo>
                    <a:pt x="136513" y="6191277"/>
                  </a:lnTo>
                  <a:lnTo>
                    <a:pt x="136606" y="6191277"/>
                  </a:lnTo>
                  <a:lnTo>
                    <a:pt x="137072" y="6191277"/>
                  </a:lnTo>
                  <a:lnTo>
                    <a:pt x="137165" y="6191277"/>
                  </a:lnTo>
                  <a:lnTo>
                    <a:pt x="137259" y="6191277"/>
                  </a:lnTo>
                  <a:lnTo>
                    <a:pt x="137352" y="6191277"/>
                  </a:lnTo>
                  <a:lnTo>
                    <a:pt x="137445" y="6191277"/>
                  </a:lnTo>
                  <a:lnTo>
                    <a:pt x="137538" y="6191277"/>
                  </a:lnTo>
                  <a:lnTo>
                    <a:pt x="137632" y="6191277"/>
                  </a:lnTo>
                  <a:lnTo>
                    <a:pt x="137818" y="6191277"/>
                  </a:lnTo>
                  <a:lnTo>
                    <a:pt x="137911" y="6191277"/>
                  </a:lnTo>
                  <a:lnTo>
                    <a:pt x="138005" y="6191277"/>
                  </a:lnTo>
                  <a:lnTo>
                    <a:pt x="138191" y="6191277"/>
                  </a:lnTo>
                  <a:lnTo>
                    <a:pt x="138284" y="6191277"/>
                  </a:lnTo>
                  <a:lnTo>
                    <a:pt x="138378" y="6191277"/>
                  </a:lnTo>
                  <a:lnTo>
                    <a:pt x="138471" y="6191277"/>
                  </a:lnTo>
                  <a:lnTo>
                    <a:pt x="138564" y="6191277"/>
                  </a:lnTo>
                  <a:lnTo>
                    <a:pt x="138657" y="6191277"/>
                  </a:lnTo>
                  <a:lnTo>
                    <a:pt x="138751" y="6191277"/>
                  </a:lnTo>
                  <a:lnTo>
                    <a:pt x="138937" y="6191277"/>
                  </a:lnTo>
                  <a:lnTo>
                    <a:pt x="139030" y="6191277"/>
                  </a:lnTo>
                  <a:lnTo>
                    <a:pt x="139123" y="6191277"/>
                  </a:lnTo>
                  <a:lnTo>
                    <a:pt x="139217" y="6191277"/>
                  </a:lnTo>
                  <a:lnTo>
                    <a:pt x="139310" y="6191277"/>
                  </a:lnTo>
                  <a:lnTo>
                    <a:pt x="139403" y="6191277"/>
                  </a:lnTo>
                  <a:lnTo>
                    <a:pt x="139496" y="6191277"/>
                  </a:lnTo>
                  <a:lnTo>
                    <a:pt x="139590" y="6191277"/>
                  </a:lnTo>
                  <a:lnTo>
                    <a:pt x="139683" y="6191277"/>
                  </a:lnTo>
                  <a:lnTo>
                    <a:pt x="139776" y="6191277"/>
                  </a:lnTo>
                  <a:lnTo>
                    <a:pt x="139869" y="6191277"/>
                  </a:lnTo>
                  <a:lnTo>
                    <a:pt x="139963" y="6191277"/>
                  </a:lnTo>
                  <a:lnTo>
                    <a:pt x="140056" y="6191277"/>
                  </a:lnTo>
                  <a:lnTo>
                    <a:pt x="140149" y="6191277"/>
                  </a:lnTo>
                  <a:lnTo>
                    <a:pt x="140242" y="6191277"/>
                  </a:lnTo>
                  <a:lnTo>
                    <a:pt x="140336" y="6191277"/>
                  </a:lnTo>
                  <a:lnTo>
                    <a:pt x="140429" y="6191277"/>
                  </a:lnTo>
                  <a:lnTo>
                    <a:pt x="140522" y="6191277"/>
                  </a:lnTo>
                  <a:lnTo>
                    <a:pt x="140615" y="6191277"/>
                  </a:lnTo>
                  <a:lnTo>
                    <a:pt x="140709" y="6191277"/>
                  </a:lnTo>
                  <a:lnTo>
                    <a:pt x="140802" y="6191277"/>
                  </a:lnTo>
                  <a:lnTo>
                    <a:pt x="140895" y="6191277"/>
                  </a:lnTo>
                  <a:lnTo>
                    <a:pt x="140988" y="6191277"/>
                  </a:lnTo>
                  <a:lnTo>
                    <a:pt x="141082" y="6191277"/>
                  </a:lnTo>
                  <a:lnTo>
                    <a:pt x="141175" y="6191277"/>
                  </a:lnTo>
                  <a:lnTo>
                    <a:pt x="141268" y="6191277"/>
                  </a:lnTo>
                  <a:lnTo>
                    <a:pt x="141361" y="6191277"/>
                  </a:lnTo>
                  <a:lnTo>
                    <a:pt x="141455" y="6191277"/>
                  </a:lnTo>
                  <a:lnTo>
                    <a:pt x="141641" y="6191277"/>
                  </a:lnTo>
                  <a:lnTo>
                    <a:pt x="141734" y="6191277"/>
                  </a:lnTo>
                  <a:lnTo>
                    <a:pt x="141921" y="6191277"/>
                  </a:lnTo>
                  <a:lnTo>
                    <a:pt x="142014" y="6191277"/>
                  </a:lnTo>
                  <a:lnTo>
                    <a:pt x="142107" y="6191277"/>
                  </a:lnTo>
                  <a:lnTo>
                    <a:pt x="142201" y="6191277"/>
                  </a:lnTo>
                  <a:lnTo>
                    <a:pt x="142294" y="6191277"/>
                  </a:lnTo>
                  <a:lnTo>
                    <a:pt x="142387" y="6191277"/>
                  </a:lnTo>
                  <a:lnTo>
                    <a:pt x="142480" y="6191277"/>
                  </a:lnTo>
                  <a:lnTo>
                    <a:pt x="142574" y="6191277"/>
                  </a:lnTo>
                  <a:lnTo>
                    <a:pt x="142667" y="6191277"/>
                  </a:lnTo>
                  <a:lnTo>
                    <a:pt x="142853" y="6191277"/>
                  </a:lnTo>
                  <a:lnTo>
                    <a:pt x="142947" y="6191277"/>
                  </a:lnTo>
                  <a:lnTo>
                    <a:pt x="143040" y="6191277"/>
                  </a:lnTo>
                  <a:lnTo>
                    <a:pt x="143133" y="6191277"/>
                  </a:lnTo>
                  <a:lnTo>
                    <a:pt x="143226" y="6191277"/>
                  </a:lnTo>
                  <a:lnTo>
                    <a:pt x="143320" y="6191277"/>
                  </a:lnTo>
                  <a:lnTo>
                    <a:pt x="143413" y="6191277"/>
                  </a:lnTo>
                  <a:lnTo>
                    <a:pt x="143506" y="6191277"/>
                  </a:lnTo>
                  <a:lnTo>
                    <a:pt x="143599" y="6191277"/>
                  </a:lnTo>
                  <a:lnTo>
                    <a:pt x="143693" y="6191277"/>
                  </a:lnTo>
                  <a:lnTo>
                    <a:pt x="143786" y="6191277"/>
                  </a:lnTo>
                  <a:lnTo>
                    <a:pt x="143879" y="6191277"/>
                  </a:lnTo>
                  <a:lnTo>
                    <a:pt x="143972" y="6191277"/>
                  </a:lnTo>
                  <a:lnTo>
                    <a:pt x="144066" y="6191277"/>
                  </a:lnTo>
                  <a:lnTo>
                    <a:pt x="144159" y="6191277"/>
                  </a:lnTo>
                  <a:lnTo>
                    <a:pt x="144252" y="6191277"/>
                  </a:lnTo>
                  <a:lnTo>
                    <a:pt x="144345" y="6191277"/>
                  </a:lnTo>
                  <a:lnTo>
                    <a:pt x="144439" y="6191277"/>
                  </a:lnTo>
                  <a:lnTo>
                    <a:pt x="144532" y="6191277"/>
                  </a:lnTo>
                  <a:lnTo>
                    <a:pt x="144625" y="6191277"/>
                  </a:lnTo>
                  <a:lnTo>
                    <a:pt x="144718" y="6191277"/>
                  </a:lnTo>
                  <a:lnTo>
                    <a:pt x="144812" y="6191277"/>
                  </a:lnTo>
                  <a:lnTo>
                    <a:pt x="144905" y="6191277"/>
                  </a:lnTo>
                  <a:lnTo>
                    <a:pt x="144998" y="6191277"/>
                  </a:lnTo>
                  <a:lnTo>
                    <a:pt x="145185" y="6191277"/>
                  </a:lnTo>
                  <a:lnTo>
                    <a:pt x="145278" y="6191277"/>
                  </a:lnTo>
                  <a:lnTo>
                    <a:pt x="145371" y="6191277"/>
                  </a:lnTo>
                  <a:lnTo>
                    <a:pt x="145464" y="6191277"/>
                  </a:lnTo>
                  <a:lnTo>
                    <a:pt x="145558" y="6191277"/>
                  </a:lnTo>
                  <a:lnTo>
                    <a:pt x="145651" y="6191277"/>
                  </a:lnTo>
                  <a:lnTo>
                    <a:pt x="145744" y="6191277"/>
                  </a:lnTo>
                  <a:lnTo>
                    <a:pt x="145837" y="6191277"/>
                  </a:lnTo>
                  <a:lnTo>
                    <a:pt x="145930" y="6191277"/>
                  </a:lnTo>
                  <a:lnTo>
                    <a:pt x="146117" y="6191277"/>
                  </a:lnTo>
                  <a:lnTo>
                    <a:pt x="146210" y="6191277"/>
                  </a:lnTo>
                  <a:lnTo>
                    <a:pt x="146303" y="6191277"/>
                  </a:lnTo>
                  <a:lnTo>
                    <a:pt x="146397" y="6191277"/>
                  </a:lnTo>
                  <a:lnTo>
                    <a:pt x="146490" y="6191277"/>
                  </a:lnTo>
                  <a:lnTo>
                    <a:pt x="146583" y="6191277"/>
                  </a:lnTo>
                  <a:lnTo>
                    <a:pt x="146676" y="6191277"/>
                  </a:lnTo>
                  <a:lnTo>
                    <a:pt x="146863" y="6191277"/>
                  </a:lnTo>
                  <a:lnTo>
                    <a:pt x="146956" y="6191277"/>
                  </a:lnTo>
                  <a:lnTo>
                    <a:pt x="147049" y="6191277"/>
                  </a:lnTo>
                  <a:lnTo>
                    <a:pt x="147143" y="6191277"/>
                  </a:lnTo>
                  <a:lnTo>
                    <a:pt x="147236" y="6191277"/>
                  </a:lnTo>
                  <a:lnTo>
                    <a:pt x="147329" y="6191277"/>
                  </a:lnTo>
                  <a:lnTo>
                    <a:pt x="147422" y="6191277"/>
                  </a:lnTo>
                  <a:lnTo>
                    <a:pt x="147516" y="6191277"/>
                  </a:lnTo>
                  <a:lnTo>
                    <a:pt x="147609" y="6191277"/>
                  </a:lnTo>
                  <a:lnTo>
                    <a:pt x="147702" y="6191277"/>
                  </a:lnTo>
                  <a:lnTo>
                    <a:pt x="147795" y="6191277"/>
                  </a:lnTo>
                  <a:lnTo>
                    <a:pt x="147889" y="6191277"/>
                  </a:lnTo>
                  <a:lnTo>
                    <a:pt x="147982" y="6191277"/>
                  </a:lnTo>
                  <a:lnTo>
                    <a:pt x="148075" y="6191277"/>
                  </a:lnTo>
                  <a:lnTo>
                    <a:pt x="148168" y="6191277"/>
                  </a:lnTo>
                  <a:lnTo>
                    <a:pt x="148262" y="6191277"/>
                  </a:lnTo>
                  <a:lnTo>
                    <a:pt x="148355" y="6191277"/>
                  </a:lnTo>
                  <a:lnTo>
                    <a:pt x="148448" y="6191277"/>
                  </a:lnTo>
                  <a:lnTo>
                    <a:pt x="148541" y="6191277"/>
                  </a:lnTo>
                  <a:lnTo>
                    <a:pt x="148635" y="6191277"/>
                  </a:lnTo>
                  <a:lnTo>
                    <a:pt x="148728" y="6191277"/>
                  </a:lnTo>
                  <a:lnTo>
                    <a:pt x="148821" y="6191277"/>
                  </a:lnTo>
                  <a:lnTo>
                    <a:pt x="148914" y="6191277"/>
                  </a:lnTo>
                  <a:lnTo>
                    <a:pt x="149008" y="6191277"/>
                  </a:lnTo>
                  <a:lnTo>
                    <a:pt x="149194" y="6191277"/>
                  </a:lnTo>
                  <a:lnTo>
                    <a:pt x="149287" y="6191277"/>
                  </a:lnTo>
                  <a:lnTo>
                    <a:pt x="149381" y="6191277"/>
                  </a:lnTo>
                  <a:lnTo>
                    <a:pt x="149474" y="6191277"/>
                  </a:lnTo>
                  <a:lnTo>
                    <a:pt x="149660" y="6191277"/>
                  </a:lnTo>
                  <a:lnTo>
                    <a:pt x="149754" y="6191277"/>
                  </a:lnTo>
                  <a:lnTo>
                    <a:pt x="149847" y="6191277"/>
                  </a:lnTo>
                  <a:lnTo>
                    <a:pt x="149940" y="6191277"/>
                  </a:lnTo>
                  <a:lnTo>
                    <a:pt x="150033" y="6191277"/>
                  </a:lnTo>
                  <a:lnTo>
                    <a:pt x="150127" y="6191277"/>
                  </a:lnTo>
                  <a:lnTo>
                    <a:pt x="150220" y="6191277"/>
                  </a:lnTo>
                  <a:lnTo>
                    <a:pt x="150313" y="6191277"/>
                  </a:lnTo>
                  <a:lnTo>
                    <a:pt x="150406" y="6191277"/>
                  </a:lnTo>
                  <a:lnTo>
                    <a:pt x="150500" y="6191277"/>
                  </a:lnTo>
                  <a:lnTo>
                    <a:pt x="150593" y="6191277"/>
                  </a:lnTo>
                  <a:lnTo>
                    <a:pt x="150686" y="6191277"/>
                  </a:lnTo>
                  <a:lnTo>
                    <a:pt x="150779" y="6191277"/>
                  </a:lnTo>
                  <a:lnTo>
                    <a:pt x="150873" y="6191277"/>
                  </a:lnTo>
                  <a:lnTo>
                    <a:pt x="151059" y="6191277"/>
                  </a:lnTo>
                  <a:lnTo>
                    <a:pt x="151152" y="6191277"/>
                  </a:lnTo>
                  <a:lnTo>
                    <a:pt x="151246" y="6191277"/>
                  </a:lnTo>
                  <a:lnTo>
                    <a:pt x="151339" y="6191277"/>
                  </a:lnTo>
                  <a:lnTo>
                    <a:pt x="151432" y="6191277"/>
                  </a:lnTo>
                  <a:lnTo>
                    <a:pt x="151525" y="6191277"/>
                  </a:lnTo>
                  <a:lnTo>
                    <a:pt x="151619" y="6191277"/>
                  </a:lnTo>
                  <a:lnTo>
                    <a:pt x="151712" y="6191277"/>
                  </a:lnTo>
                  <a:lnTo>
                    <a:pt x="151805" y="6191277"/>
                  </a:lnTo>
                  <a:lnTo>
                    <a:pt x="151898" y="6191277"/>
                  </a:lnTo>
                  <a:lnTo>
                    <a:pt x="151992" y="6191277"/>
                  </a:lnTo>
                  <a:lnTo>
                    <a:pt x="152085" y="6191277"/>
                  </a:lnTo>
                  <a:lnTo>
                    <a:pt x="152178" y="6191277"/>
                  </a:lnTo>
                  <a:lnTo>
                    <a:pt x="152271" y="6191277"/>
                  </a:lnTo>
                  <a:lnTo>
                    <a:pt x="152365" y="6191277"/>
                  </a:lnTo>
                  <a:lnTo>
                    <a:pt x="152458" y="6191277"/>
                  </a:lnTo>
                  <a:lnTo>
                    <a:pt x="152551" y="6191277"/>
                  </a:lnTo>
                  <a:lnTo>
                    <a:pt x="152644" y="6191277"/>
                  </a:lnTo>
                  <a:lnTo>
                    <a:pt x="152737" y="6191277"/>
                  </a:lnTo>
                  <a:lnTo>
                    <a:pt x="152831" y="6191277"/>
                  </a:lnTo>
                  <a:lnTo>
                    <a:pt x="152924" y="6191277"/>
                  </a:lnTo>
                  <a:lnTo>
                    <a:pt x="153017" y="6191277"/>
                  </a:lnTo>
                  <a:lnTo>
                    <a:pt x="153110" y="6191277"/>
                  </a:lnTo>
                  <a:lnTo>
                    <a:pt x="153297" y="6191277"/>
                  </a:lnTo>
                  <a:lnTo>
                    <a:pt x="153390" y="6191277"/>
                  </a:lnTo>
                  <a:lnTo>
                    <a:pt x="153483" y="6191277"/>
                  </a:lnTo>
                  <a:lnTo>
                    <a:pt x="153577" y="6191277"/>
                  </a:lnTo>
                  <a:lnTo>
                    <a:pt x="153763" y="6191277"/>
                  </a:lnTo>
                  <a:lnTo>
                    <a:pt x="153856" y="6191277"/>
                  </a:lnTo>
                  <a:lnTo>
                    <a:pt x="153950" y="6191277"/>
                  </a:lnTo>
                  <a:lnTo>
                    <a:pt x="154043" y="6191277"/>
                  </a:lnTo>
                  <a:lnTo>
                    <a:pt x="154136" y="6191277"/>
                  </a:lnTo>
                  <a:lnTo>
                    <a:pt x="154229" y="6191277"/>
                  </a:lnTo>
                  <a:lnTo>
                    <a:pt x="154323" y="6191277"/>
                  </a:lnTo>
                  <a:lnTo>
                    <a:pt x="154416" y="6191277"/>
                  </a:lnTo>
                  <a:lnTo>
                    <a:pt x="154509" y="6191277"/>
                  </a:lnTo>
                  <a:lnTo>
                    <a:pt x="154602" y="6191277"/>
                  </a:lnTo>
                  <a:lnTo>
                    <a:pt x="154696" y="6191277"/>
                  </a:lnTo>
                  <a:lnTo>
                    <a:pt x="154789" y="6191277"/>
                  </a:lnTo>
                  <a:lnTo>
                    <a:pt x="154882" y="6191277"/>
                  </a:lnTo>
                  <a:lnTo>
                    <a:pt x="154975" y="6191277"/>
                  </a:lnTo>
                  <a:lnTo>
                    <a:pt x="155069" y="6191277"/>
                  </a:lnTo>
                  <a:lnTo>
                    <a:pt x="155162" y="6191277"/>
                  </a:lnTo>
                  <a:lnTo>
                    <a:pt x="155255" y="6191277"/>
                  </a:lnTo>
                  <a:lnTo>
                    <a:pt x="155348" y="6191277"/>
                  </a:lnTo>
                  <a:lnTo>
                    <a:pt x="155442" y="6191277"/>
                  </a:lnTo>
                  <a:lnTo>
                    <a:pt x="155535" y="6191277"/>
                  </a:lnTo>
                  <a:lnTo>
                    <a:pt x="155628" y="6191277"/>
                  </a:lnTo>
                  <a:lnTo>
                    <a:pt x="155721" y="6191277"/>
                  </a:lnTo>
                  <a:lnTo>
                    <a:pt x="155815" y="6191277"/>
                  </a:lnTo>
                  <a:lnTo>
                    <a:pt x="155908" y="6191277"/>
                  </a:lnTo>
                  <a:lnTo>
                    <a:pt x="156001" y="6191277"/>
                  </a:lnTo>
                  <a:lnTo>
                    <a:pt x="156094" y="6191277"/>
                  </a:lnTo>
                  <a:lnTo>
                    <a:pt x="156188" y="6191277"/>
                  </a:lnTo>
                  <a:lnTo>
                    <a:pt x="156281" y="6191277"/>
                  </a:lnTo>
                  <a:lnTo>
                    <a:pt x="156374" y="6191277"/>
                  </a:lnTo>
                  <a:lnTo>
                    <a:pt x="156467" y="6191277"/>
                  </a:lnTo>
                  <a:lnTo>
                    <a:pt x="156561" y="6191277"/>
                  </a:lnTo>
                  <a:lnTo>
                    <a:pt x="156654" y="6191277"/>
                  </a:lnTo>
                  <a:lnTo>
                    <a:pt x="156747" y="6191277"/>
                  </a:lnTo>
                  <a:lnTo>
                    <a:pt x="156840" y="6191277"/>
                  </a:lnTo>
                  <a:lnTo>
                    <a:pt x="156934" y="6191277"/>
                  </a:lnTo>
                  <a:lnTo>
                    <a:pt x="157027" y="6191277"/>
                  </a:lnTo>
                  <a:lnTo>
                    <a:pt x="157120" y="6191277"/>
                  </a:lnTo>
                  <a:lnTo>
                    <a:pt x="157213" y="6191277"/>
                  </a:lnTo>
                  <a:lnTo>
                    <a:pt x="157307" y="6191277"/>
                  </a:lnTo>
                  <a:lnTo>
                    <a:pt x="157400" y="6191277"/>
                  </a:lnTo>
                  <a:lnTo>
                    <a:pt x="157493" y="6191277"/>
                  </a:lnTo>
                  <a:lnTo>
                    <a:pt x="157586" y="6191277"/>
                  </a:lnTo>
                  <a:lnTo>
                    <a:pt x="157680" y="6191277"/>
                  </a:lnTo>
                  <a:lnTo>
                    <a:pt x="157773" y="6191277"/>
                  </a:lnTo>
                  <a:lnTo>
                    <a:pt x="157866" y="6191277"/>
                  </a:lnTo>
                  <a:lnTo>
                    <a:pt x="157959" y="6191277"/>
                  </a:lnTo>
                  <a:lnTo>
                    <a:pt x="158053" y="6191277"/>
                  </a:lnTo>
                  <a:lnTo>
                    <a:pt x="158146" y="6191277"/>
                  </a:lnTo>
                  <a:lnTo>
                    <a:pt x="158146" y="6181323"/>
                  </a:lnTo>
                  <a:lnTo>
                    <a:pt x="158239" y="6181323"/>
                  </a:lnTo>
                  <a:lnTo>
                    <a:pt x="158332" y="6181323"/>
                  </a:lnTo>
                  <a:lnTo>
                    <a:pt x="158426" y="6181323"/>
                  </a:lnTo>
                  <a:lnTo>
                    <a:pt x="158519" y="6181323"/>
                  </a:lnTo>
                  <a:lnTo>
                    <a:pt x="158612" y="6181323"/>
                  </a:lnTo>
                  <a:lnTo>
                    <a:pt x="158705" y="6181323"/>
                  </a:lnTo>
                  <a:lnTo>
                    <a:pt x="158799" y="6181323"/>
                  </a:lnTo>
                  <a:lnTo>
                    <a:pt x="158892" y="6181323"/>
                  </a:lnTo>
                  <a:lnTo>
                    <a:pt x="158985" y="6181323"/>
                  </a:lnTo>
                  <a:lnTo>
                    <a:pt x="159078" y="6181323"/>
                  </a:lnTo>
                  <a:lnTo>
                    <a:pt x="159172" y="6181323"/>
                  </a:lnTo>
                  <a:lnTo>
                    <a:pt x="159265" y="6181323"/>
                  </a:lnTo>
                  <a:lnTo>
                    <a:pt x="159358" y="6181323"/>
                  </a:lnTo>
                  <a:lnTo>
                    <a:pt x="159451" y="6181323"/>
                  </a:lnTo>
                  <a:lnTo>
                    <a:pt x="159545" y="6181323"/>
                  </a:lnTo>
                  <a:lnTo>
                    <a:pt x="159638" y="6181323"/>
                  </a:lnTo>
                  <a:lnTo>
                    <a:pt x="159731" y="6181323"/>
                  </a:lnTo>
                  <a:lnTo>
                    <a:pt x="159824" y="6181323"/>
                  </a:lnTo>
                  <a:lnTo>
                    <a:pt x="159917" y="6181323"/>
                  </a:lnTo>
                  <a:lnTo>
                    <a:pt x="160011" y="6181323"/>
                  </a:lnTo>
                  <a:lnTo>
                    <a:pt x="160104" y="6181323"/>
                  </a:lnTo>
                  <a:lnTo>
                    <a:pt x="160197" y="6181323"/>
                  </a:lnTo>
                  <a:lnTo>
                    <a:pt x="160290" y="6181323"/>
                  </a:lnTo>
                  <a:lnTo>
                    <a:pt x="160384" y="6181323"/>
                  </a:lnTo>
                  <a:lnTo>
                    <a:pt x="160477" y="6181323"/>
                  </a:lnTo>
                  <a:lnTo>
                    <a:pt x="160570" y="6181323"/>
                  </a:lnTo>
                  <a:lnTo>
                    <a:pt x="160663" y="6181323"/>
                  </a:lnTo>
                  <a:lnTo>
                    <a:pt x="160757" y="6181323"/>
                  </a:lnTo>
                  <a:lnTo>
                    <a:pt x="160850" y="6181323"/>
                  </a:lnTo>
                  <a:lnTo>
                    <a:pt x="160943" y="6181323"/>
                  </a:lnTo>
                  <a:lnTo>
                    <a:pt x="161036" y="6181323"/>
                  </a:lnTo>
                  <a:lnTo>
                    <a:pt x="161130" y="6181323"/>
                  </a:lnTo>
                  <a:lnTo>
                    <a:pt x="161223" y="6181323"/>
                  </a:lnTo>
                  <a:lnTo>
                    <a:pt x="161316" y="6181323"/>
                  </a:lnTo>
                  <a:lnTo>
                    <a:pt x="161503" y="6181323"/>
                  </a:lnTo>
                  <a:lnTo>
                    <a:pt x="161596" y="6181323"/>
                  </a:lnTo>
                  <a:lnTo>
                    <a:pt x="161689" y="6181323"/>
                  </a:lnTo>
                  <a:lnTo>
                    <a:pt x="161782" y="6181323"/>
                  </a:lnTo>
                  <a:lnTo>
                    <a:pt x="161876" y="6181323"/>
                  </a:lnTo>
                  <a:lnTo>
                    <a:pt x="161969" y="6181323"/>
                  </a:lnTo>
                  <a:lnTo>
                    <a:pt x="162062" y="6181323"/>
                  </a:lnTo>
                  <a:lnTo>
                    <a:pt x="162155" y="6181323"/>
                  </a:lnTo>
                  <a:lnTo>
                    <a:pt x="162249" y="6181323"/>
                  </a:lnTo>
                  <a:lnTo>
                    <a:pt x="162342" y="6181323"/>
                  </a:lnTo>
                  <a:lnTo>
                    <a:pt x="162435" y="6181323"/>
                  </a:lnTo>
                  <a:lnTo>
                    <a:pt x="162528" y="6181323"/>
                  </a:lnTo>
                  <a:lnTo>
                    <a:pt x="162622" y="6181323"/>
                  </a:lnTo>
                  <a:lnTo>
                    <a:pt x="162715" y="6181323"/>
                  </a:lnTo>
                  <a:lnTo>
                    <a:pt x="162808" y="6181323"/>
                  </a:lnTo>
                  <a:lnTo>
                    <a:pt x="162901" y="6181323"/>
                  </a:lnTo>
                  <a:lnTo>
                    <a:pt x="162995" y="6181323"/>
                  </a:lnTo>
                  <a:lnTo>
                    <a:pt x="163088" y="6181323"/>
                  </a:lnTo>
                  <a:lnTo>
                    <a:pt x="163181" y="6181323"/>
                  </a:lnTo>
                  <a:lnTo>
                    <a:pt x="163274" y="6181323"/>
                  </a:lnTo>
                  <a:lnTo>
                    <a:pt x="163368" y="6181323"/>
                  </a:lnTo>
                  <a:lnTo>
                    <a:pt x="163461" y="6181323"/>
                  </a:lnTo>
                  <a:lnTo>
                    <a:pt x="163554" y="6181323"/>
                  </a:lnTo>
                  <a:lnTo>
                    <a:pt x="163647" y="6181323"/>
                  </a:lnTo>
                  <a:lnTo>
                    <a:pt x="163741" y="6181323"/>
                  </a:lnTo>
                  <a:lnTo>
                    <a:pt x="163834" y="6181323"/>
                  </a:lnTo>
                  <a:lnTo>
                    <a:pt x="163927" y="6181323"/>
                  </a:lnTo>
                  <a:lnTo>
                    <a:pt x="164020" y="6181323"/>
                  </a:lnTo>
                  <a:lnTo>
                    <a:pt x="164114" y="6181323"/>
                  </a:lnTo>
                  <a:lnTo>
                    <a:pt x="164207" y="6181323"/>
                  </a:lnTo>
                  <a:lnTo>
                    <a:pt x="164300" y="6181323"/>
                  </a:lnTo>
                  <a:lnTo>
                    <a:pt x="164393" y="6181323"/>
                  </a:lnTo>
                  <a:lnTo>
                    <a:pt x="164487" y="6181323"/>
                  </a:lnTo>
                  <a:lnTo>
                    <a:pt x="164580" y="6181323"/>
                  </a:lnTo>
                  <a:lnTo>
                    <a:pt x="164673" y="6181323"/>
                  </a:lnTo>
                  <a:lnTo>
                    <a:pt x="164766" y="6181323"/>
                  </a:lnTo>
                  <a:lnTo>
                    <a:pt x="164860" y="6181323"/>
                  </a:lnTo>
                  <a:lnTo>
                    <a:pt x="164953" y="6181323"/>
                  </a:lnTo>
                  <a:lnTo>
                    <a:pt x="165046" y="6181323"/>
                  </a:lnTo>
                  <a:lnTo>
                    <a:pt x="165139" y="6181323"/>
                  </a:lnTo>
                  <a:lnTo>
                    <a:pt x="165233" y="6181323"/>
                  </a:lnTo>
                  <a:lnTo>
                    <a:pt x="165326" y="6181323"/>
                  </a:lnTo>
                  <a:lnTo>
                    <a:pt x="165419" y="6181323"/>
                  </a:lnTo>
                  <a:lnTo>
                    <a:pt x="165512" y="6181323"/>
                  </a:lnTo>
                  <a:lnTo>
                    <a:pt x="165606" y="6181323"/>
                  </a:lnTo>
                  <a:lnTo>
                    <a:pt x="165699" y="6181323"/>
                  </a:lnTo>
                  <a:lnTo>
                    <a:pt x="165792" y="6181323"/>
                  </a:lnTo>
                  <a:lnTo>
                    <a:pt x="165885" y="6181323"/>
                  </a:lnTo>
                  <a:lnTo>
                    <a:pt x="165979" y="6181323"/>
                  </a:lnTo>
                  <a:lnTo>
                    <a:pt x="166072" y="6181323"/>
                  </a:lnTo>
                  <a:lnTo>
                    <a:pt x="166165" y="6181323"/>
                  </a:lnTo>
                  <a:lnTo>
                    <a:pt x="166258" y="6181323"/>
                  </a:lnTo>
                  <a:lnTo>
                    <a:pt x="166352" y="6181323"/>
                  </a:lnTo>
                  <a:lnTo>
                    <a:pt x="166445" y="6181323"/>
                  </a:lnTo>
                  <a:lnTo>
                    <a:pt x="166538" y="6181323"/>
                  </a:lnTo>
                  <a:lnTo>
                    <a:pt x="166631" y="6181323"/>
                  </a:lnTo>
                  <a:lnTo>
                    <a:pt x="166724" y="6181323"/>
                  </a:lnTo>
                  <a:lnTo>
                    <a:pt x="166818" y="6181323"/>
                  </a:lnTo>
                  <a:lnTo>
                    <a:pt x="166911" y="6181323"/>
                  </a:lnTo>
                  <a:lnTo>
                    <a:pt x="167097" y="6181323"/>
                  </a:lnTo>
                  <a:lnTo>
                    <a:pt x="167284" y="6181323"/>
                  </a:lnTo>
                  <a:lnTo>
                    <a:pt x="167377" y="6181323"/>
                  </a:lnTo>
                  <a:lnTo>
                    <a:pt x="167470" y="6181323"/>
                  </a:lnTo>
                  <a:lnTo>
                    <a:pt x="167564" y="6181323"/>
                  </a:lnTo>
                  <a:lnTo>
                    <a:pt x="167657" y="6181323"/>
                  </a:lnTo>
                  <a:lnTo>
                    <a:pt x="167750" y="6181323"/>
                  </a:lnTo>
                  <a:lnTo>
                    <a:pt x="167843" y="6181323"/>
                  </a:lnTo>
                  <a:lnTo>
                    <a:pt x="167937" y="6181323"/>
                  </a:lnTo>
                  <a:lnTo>
                    <a:pt x="168123" y="6181323"/>
                  </a:lnTo>
                  <a:lnTo>
                    <a:pt x="168216" y="6181323"/>
                  </a:lnTo>
                  <a:lnTo>
                    <a:pt x="168310" y="6181323"/>
                  </a:lnTo>
                  <a:lnTo>
                    <a:pt x="168403" y="6181323"/>
                  </a:lnTo>
                  <a:lnTo>
                    <a:pt x="168496" y="6181323"/>
                  </a:lnTo>
                  <a:lnTo>
                    <a:pt x="168589" y="6181323"/>
                  </a:lnTo>
                  <a:lnTo>
                    <a:pt x="168869" y="6181323"/>
                  </a:lnTo>
                  <a:lnTo>
                    <a:pt x="168962" y="6181323"/>
                  </a:lnTo>
                  <a:lnTo>
                    <a:pt x="169056" y="6181323"/>
                  </a:lnTo>
                  <a:lnTo>
                    <a:pt x="169149" y="6181323"/>
                  </a:lnTo>
                  <a:lnTo>
                    <a:pt x="169242" y="6181323"/>
                  </a:lnTo>
                  <a:lnTo>
                    <a:pt x="169335" y="6181323"/>
                  </a:lnTo>
                  <a:lnTo>
                    <a:pt x="169429" y="6181323"/>
                  </a:lnTo>
                  <a:lnTo>
                    <a:pt x="169522" y="6181323"/>
                  </a:lnTo>
                  <a:lnTo>
                    <a:pt x="169615" y="6181323"/>
                  </a:lnTo>
                  <a:lnTo>
                    <a:pt x="169708" y="6181323"/>
                  </a:lnTo>
                  <a:lnTo>
                    <a:pt x="169802" y="6181323"/>
                  </a:lnTo>
                  <a:lnTo>
                    <a:pt x="169895" y="6181323"/>
                  </a:lnTo>
                  <a:lnTo>
                    <a:pt x="169988" y="6181323"/>
                  </a:lnTo>
                  <a:lnTo>
                    <a:pt x="170175" y="6181323"/>
                  </a:lnTo>
                  <a:lnTo>
                    <a:pt x="170268" y="6181323"/>
                  </a:lnTo>
                  <a:lnTo>
                    <a:pt x="170361" y="6181323"/>
                  </a:lnTo>
                  <a:lnTo>
                    <a:pt x="170454" y="6181323"/>
                  </a:lnTo>
                  <a:lnTo>
                    <a:pt x="170548" y="6181323"/>
                  </a:lnTo>
                  <a:lnTo>
                    <a:pt x="170641" y="6181323"/>
                  </a:lnTo>
                  <a:lnTo>
                    <a:pt x="170734" y="6181323"/>
                  </a:lnTo>
                  <a:lnTo>
                    <a:pt x="170827" y="6181323"/>
                  </a:lnTo>
                  <a:lnTo>
                    <a:pt x="170921" y="6181323"/>
                  </a:lnTo>
                  <a:lnTo>
                    <a:pt x="171014" y="6181323"/>
                  </a:lnTo>
                  <a:lnTo>
                    <a:pt x="171107" y="6181323"/>
                  </a:lnTo>
                  <a:lnTo>
                    <a:pt x="171200" y="6181323"/>
                  </a:lnTo>
                  <a:lnTo>
                    <a:pt x="171294" y="6181323"/>
                  </a:lnTo>
                  <a:lnTo>
                    <a:pt x="171387" y="6181323"/>
                  </a:lnTo>
                  <a:lnTo>
                    <a:pt x="171480" y="6181323"/>
                  </a:lnTo>
                  <a:lnTo>
                    <a:pt x="171573" y="6181323"/>
                  </a:lnTo>
                  <a:lnTo>
                    <a:pt x="171667" y="6181323"/>
                  </a:lnTo>
                  <a:lnTo>
                    <a:pt x="171760" y="6181323"/>
                  </a:lnTo>
                  <a:lnTo>
                    <a:pt x="171853" y="6181323"/>
                  </a:lnTo>
                  <a:lnTo>
                    <a:pt x="171946" y="6181323"/>
                  </a:lnTo>
                  <a:lnTo>
                    <a:pt x="172040" y="6181323"/>
                  </a:lnTo>
                  <a:lnTo>
                    <a:pt x="172133" y="6181323"/>
                  </a:lnTo>
                  <a:lnTo>
                    <a:pt x="172226" y="6181323"/>
                  </a:lnTo>
                  <a:lnTo>
                    <a:pt x="172319" y="6181323"/>
                  </a:lnTo>
                  <a:lnTo>
                    <a:pt x="172413" y="6181323"/>
                  </a:lnTo>
                  <a:lnTo>
                    <a:pt x="172506" y="6181323"/>
                  </a:lnTo>
                  <a:lnTo>
                    <a:pt x="172599" y="6181323"/>
                  </a:lnTo>
                  <a:lnTo>
                    <a:pt x="172692" y="6181323"/>
                  </a:lnTo>
                  <a:lnTo>
                    <a:pt x="172786" y="6181323"/>
                  </a:lnTo>
                  <a:lnTo>
                    <a:pt x="172879" y="6181323"/>
                  </a:lnTo>
                  <a:lnTo>
                    <a:pt x="172972" y="6181323"/>
                  </a:lnTo>
                  <a:lnTo>
                    <a:pt x="173065" y="6181323"/>
                  </a:lnTo>
                  <a:lnTo>
                    <a:pt x="173159" y="6181323"/>
                  </a:lnTo>
                  <a:lnTo>
                    <a:pt x="173252" y="6181323"/>
                  </a:lnTo>
                  <a:lnTo>
                    <a:pt x="173345" y="6181323"/>
                  </a:lnTo>
                  <a:lnTo>
                    <a:pt x="173438" y="6181323"/>
                  </a:lnTo>
                  <a:lnTo>
                    <a:pt x="173531" y="6181323"/>
                  </a:lnTo>
                  <a:lnTo>
                    <a:pt x="173625" y="6181323"/>
                  </a:lnTo>
                  <a:lnTo>
                    <a:pt x="173718" y="6181323"/>
                  </a:lnTo>
                  <a:lnTo>
                    <a:pt x="173904" y="6181323"/>
                  </a:lnTo>
                  <a:lnTo>
                    <a:pt x="173998" y="6181323"/>
                  </a:lnTo>
                  <a:lnTo>
                    <a:pt x="174091" y="6181323"/>
                  </a:lnTo>
                  <a:lnTo>
                    <a:pt x="174184" y="6181323"/>
                  </a:lnTo>
                  <a:lnTo>
                    <a:pt x="174277" y="6181323"/>
                  </a:lnTo>
                  <a:lnTo>
                    <a:pt x="174371" y="6181323"/>
                  </a:lnTo>
                  <a:lnTo>
                    <a:pt x="174464" y="6181323"/>
                  </a:lnTo>
                  <a:lnTo>
                    <a:pt x="174557" y="6181323"/>
                  </a:lnTo>
                  <a:lnTo>
                    <a:pt x="174650" y="6181323"/>
                  </a:lnTo>
                  <a:lnTo>
                    <a:pt x="174744" y="6181323"/>
                  </a:lnTo>
                  <a:lnTo>
                    <a:pt x="174837" y="6181323"/>
                  </a:lnTo>
                  <a:lnTo>
                    <a:pt x="175023" y="6181323"/>
                  </a:lnTo>
                  <a:lnTo>
                    <a:pt x="175117" y="6181323"/>
                  </a:lnTo>
                  <a:lnTo>
                    <a:pt x="175210" y="6181323"/>
                  </a:lnTo>
                  <a:lnTo>
                    <a:pt x="175303" y="6181323"/>
                  </a:lnTo>
                  <a:lnTo>
                    <a:pt x="175396" y="6181323"/>
                  </a:lnTo>
                  <a:lnTo>
                    <a:pt x="175490" y="6181323"/>
                  </a:lnTo>
                  <a:lnTo>
                    <a:pt x="175583" y="6181323"/>
                  </a:lnTo>
                  <a:lnTo>
                    <a:pt x="175676" y="6181323"/>
                  </a:lnTo>
                  <a:lnTo>
                    <a:pt x="175769" y="6181323"/>
                  </a:lnTo>
                  <a:lnTo>
                    <a:pt x="175863" y="6181323"/>
                  </a:lnTo>
                  <a:lnTo>
                    <a:pt x="175956" y="6181323"/>
                  </a:lnTo>
                  <a:lnTo>
                    <a:pt x="176049" y="6181323"/>
                  </a:lnTo>
                  <a:lnTo>
                    <a:pt x="176142" y="6181323"/>
                  </a:lnTo>
                  <a:lnTo>
                    <a:pt x="176236" y="6181323"/>
                  </a:lnTo>
                  <a:lnTo>
                    <a:pt x="176329" y="6181323"/>
                  </a:lnTo>
                  <a:lnTo>
                    <a:pt x="176422" y="6181323"/>
                  </a:lnTo>
                  <a:lnTo>
                    <a:pt x="176515" y="6181323"/>
                  </a:lnTo>
                  <a:lnTo>
                    <a:pt x="176609" y="6181323"/>
                  </a:lnTo>
                  <a:lnTo>
                    <a:pt x="176702" y="6181323"/>
                  </a:lnTo>
                  <a:lnTo>
                    <a:pt x="176795" y="6181323"/>
                  </a:lnTo>
                  <a:lnTo>
                    <a:pt x="176888" y="6181323"/>
                  </a:lnTo>
                  <a:lnTo>
                    <a:pt x="176982" y="6181323"/>
                  </a:lnTo>
                  <a:lnTo>
                    <a:pt x="177075" y="6181323"/>
                  </a:lnTo>
                  <a:lnTo>
                    <a:pt x="177168" y="6181323"/>
                  </a:lnTo>
                  <a:lnTo>
                    <a:pt x="177261" y="6181323"/>
                  </a:lnTo>
                  <a:lnTo>
                    <a:pt x="177355" y="6181323"/>
                  </a:lnTo>
                  <a:lnTo>
                    <a:pt x="177448" y="6181323"/>
                  </a:lnTo>
                  <a:lnTo>
                    <a:pt x="177541" y="6181323"/>
                  </a:lnTo>
                  <a:lnTo>
                    <a:pt x="177634" y="6181323"/>
                  </a:lnTo>
                  <a:lnTo>
                    <a:pt x="177728" y="6181323"/>
                  </a:lnTo>
                  <a:lnTo>
                    <a:pt x="177821" y="6181323"/>
                  </a:lnTo>
                  <a:lnTo>
                    <a:pt x="177914" y="6181323"/>
                  </a:lnTo>
                  <a:lnTo>
                    <a:pt x="178007" y="6181323"/>
                  </a:lnTo>
                  <a:lnTo>
                    <a:pt x="178101" y="6181323"/>
                  </a:lnTo>
                  <a:lnTo>
                    <a:pt x="178194" y="6181323"/>
                  </a:lnTo>
                  <a:lnTo>
                    <a:pt x="178287" y="6181323"/>
                  </a:lnTo>
                  <a:lnTo>
                    <a:pt x="178380" y="6181323"/>
                  </a:lnTo>
                  <a:lnTo>
                    <a:pt x="178474" y="6181323"/>
                  </a:lnTo>
                  <a:lnTo>
                    <a:pt x="178567" y="6181323"/>
                  </a:lnTo>
                  <a:lnTo>
                    <a:pt x="178660" y="6181323"/>
                  </a:lnTo>
                  <a:lnTo>
                    <a:pt x="178753" y="6181323"/>
                  </a:lnTo>
                  <a:lnTo>
                    <a:pt x="178847" y="6181323"/>
                  </a:lnTo>
                  <a:lnTo>
                    <a:pt x="178940" y="6181323"/>
                  </a:lnTo>
                  <a:lnTo>
                    <a:pt x="179033" y="6181323"/>
                  </a:lnTo>
                  <a:lnTo>
                    <a:pt x="179126" y="6181323"/>
                  </a:lnTo>
                  <a:lnTo>
                    <a:pt x="179220" y="6181323"/>
                  </a:lnTo>
                  <a:lnTo>
                    <a:pt x="179406" y="6181323"/>
                  </a:lnTo>
                  <a:lnTo>
                    <a:pt x="179499" y="6181323"/>
                  </a:lnTo>
                  <a:lnTo>
                    <a:pt x="179593" y="6181323"/>
                  </a:lnTo>
                  <a:lnTo>
                    <a:pt x="179686" y="6181323"/>
                  </a:lnTo>
                  <a:lnTo>
                    <a:pt x="179779" y="6181323"/>
                  </a:lnTo>
                  <a:lnTo>
                    <a:pt x="179966" y="6181323"/>
                  </a:lnTo>
                  <a:lnTo>
                    <a:pt x="180059" y="6181323"/>
                  </a:lnTo>
                  <a:lnTo>
                    <a:pt x="180152" y="6181323"/>
                  </a:lnTo>
                  <a:lnTo>
                    <a:pt x="180245" y="6181323"/>
                  </a:lnTo>
                  <a:lnTo>
                    <a:pt x="180339" y="6181323"/>
                  </a:lnTo>
                  <a:lnTo>
                    <a:pt x="180432" y="6181323"/>
                  </a:lnTo>
                  <a:lnTo>
                    <a:pt x="180525" y="6181323"/>
                  </a:lnTo>
                  <a:lnTo>
                    <a:pt x="180618" y="6181323"/>
                  </a:lnTo>
                  <a:lnTo>
                    <a:pt x="180711" y="6181323"/>
                  </a:lnTo>
                  <a:lnTo>
                    <a:pt x="180898" y="6181323"/>
                  </a:lnTo>
                  <a:lnTo>
                    <a:pt x="180991" y="6181323"/>
                  </a:lnTo>
                  <a:lnTo>
                    <a:pt x="181084" y="6181323"/>
                  </a:lnTo>
                  <a:lnTo>
                    <a:pt x="181178" y="6181323"/>
                  </a:lnTo>
                  <a:lnTo>
                    <a:pt x="181271" y="6181323"/>
                  </a:lnTo>
                  <a:lnTo>
                    <a:pt x="181364" y="6181323"/>
                  </a:lnTo>
                  <a:lnTo>
                    <a:pt x="181457" y="6181323"/>
                  </a:lnTo>
                  <a:lnTo>
                    <a:pt x="181551" y="6181323"/>
                  </a:lnTo>
                  <a:lnTo>
                    <a:pt x="181644" y="6181323"/>
                  </a:lnTo>
                  <a:lnTo>
                    <a:pt x="181737" y="6181323"/>
                  </a:lnTo>
                  <a:lnTo>
                    <a:pt x="181830" y="6181323"/>
                  </a:lnTo>
                  <a:lnTo>
                    <a:pt x="181924" y="6181323"/>
                  </a:lnTo>
                  <a:lnTo>
                    <a:pt x="182017" y="6181323"/>
                  </a:lnTo>
                  <a:lnTo>
                    <a:pt x="182110" y="6181323"/>
                  </a:lnTo>
                  <a:lnTo>
                    <a:pt x="182203" y="6181323"/>
                  </a:lnTo>
                  <a:lnTo>
                    <a:pt x="182297" y="6181323"/>
                  </a:lnTo>
                  <a:lnTo>
                    <a:pt x="182390" y="6181323"/>
                  </a:lnTo>
                  <a:lnTo>
                    <a:pt x="182483" y="6181323"/>
                  </a:lnTo>
                  <a:lnTo>
                    <a:pt x="182576" y="6181323"/>
                  </a:lnTo>
                  <a:lnTo>
                    <a:pt x="182670" y="6181323"/>
                  </a:lnTo>
                  <a:lnTo>
                    <a:pt x="182763" y="6181323"/>
                  </a:lnTo>
                  <a:lnTo>
                    <a:pt x="182856" y="6181323"/>
                  </a:lnTo>
                  <a:lnTo>
                    <a:pt x="182949" y="6181323"/>
                  </a:lnTo>
                  <a:lnTo>
                    <a:pt x="183043" y="6181323"/>
                  </a:lnTo>
                  <a:lnTo>
                    <a:pt x="183136" y="6181323"/>
                  </a:lnTo>
                  <a:lnTo>
                    <a:pt x="183229" y="6181323"/>
                  </a:lnTo>
                  <a:lnTo>
                    <a:pt x="183322" y="6181323"/>
                  </a:lnTo>
                  <a:lnTo>
                    <a:pt x="183416" y="6181323"/>
                  </a:lnTo>
                  <a:lnTo>
                    <a:pt x="183509" y="6181323"/>
                  </a:lnTo>
                  <a:lnTo>
                    <a:pt x="183602" y="6181323"/>
                  </a:lnTo>
                  <a:lnTo>
                    <a:pt x="183695" y="6181323"/>
                  </a:lnTo>
                  <a:lnTo>
                    <a:pt x="183789" y="6181323"/>
                  </a:lnTo>
                  <a:lnTo>
                    <a:pt x="183882" y="6181323"/>
                  </a:lnTo>
                  <a:lnTo>
                    <a:pt x="183975" y="6181323"/>
                  </a:lnTo>
                  <a:lnTo>
                    <a:pt x="184068" y="6181323"/>
                  </a:lnTo>
                  <a:lnTo>
                    <a:pt x="184162" y="6181323"/>
                  </a:lnTo>
                  <a:lnTo>
                    <a:pt x="184255" y="6181323"/>
                  </a:lnTo>
                  <a:lnTo>
                    <a:pt x="184348" y="6181323"/>
                  </a:lnTo>
                  <a:lnTo>
                    <a:pt x="184441" y="6181323"/>
                  </a:lnTo>
                  <a:lnTo>
                    <a:pt x="184535" y="6181323"/>
                  </a:lnTo>
                  <a:lnTo>
                    <a:pt x="184628" y="6181323"/>
                  </a:lnTo>
                  <a:lnTo>
                    <a:pt x="184814" y="6181323"/>
                  </a:lnTo>
                  <a:lnTo>
                    <a:pt x="184908" y="6181323"/>
                  </a:lnTo>
                  <a:lnTo>
                    <a:pt x="185001" y="6181323"/>
                  </a:lnTo>
                  <a:lnTo>
                    <a:pt x="185094" y="6181323"/>
                  </a:lnTo>
                  <a:lnTo>
                    <a:pt x="185187" y="6181323"/>
                  </a:lnTo>
                  <a:lnTo>
                    <a:pt x="185281" y="6181323"/>
                  </a:lnTo>
                  <a:lnTo>
                    <a:pt x="185374" y="6181323"/>
                  </a:lnTo>
                  <a:lnTo>
                    <a:pt x="185467" y="6181323"/>
                  </a:lnTo>
                  <a:lnTo>
                    <a:pt x="185560" y="6181323"/>
                  </a:lnTo>
                  <a:lnTo>
                    <a:pt x="185654" y="6181323"/>
                  </a:lnTo>
                  <a:lnTo>
                    <a:pt x="185747" y="6181323"/>
                  </a:lnTo>
                  <a:lnTo>
                    <a:pt x="185840" y="6181323"/>
                  </a:lnTo>
                  <a:lnTo>
                    <a:pt x="186027" y="6181323"/>
                  </a:lnTo>
                  <a:lnTo>
                    <a:pt x="186120" y="6181323"/>
                  </a:lnTo>
                  <a:lnTo>
                    <a:pt x="186213" y="6181323"/>
                  </a:lnTo>
                  <a:lnTo>
                    <a:pt x="186306" y="6181323"/>
                  </a:lnTo>
                  <a:lnTo>
                    <a:pt x="186400" y="6181323"/>
                  </a:lnTo>
                  <a:lnTo>
                    <a:pt x="186493" y="6181323"/>
                  </a:lnTo>
                  <a:lnTo>
                    <a:pt x="186586" y="6181323"/>
                  </a:lnTo>
                  <a:lnTo>
                    <a:pt x="186679" y="6181323"/>
                  </a:lnTo>
                  <a:lnTo>
                    <a:pt x="186959" y="6181323"/>
                  </a:lnTo>
                  <a:lnTo>
                    <a:pt x="187052" y="6181323"/>
                  </a:lnTo>
                  <a:lnTo>
                    <a:pt x="187146" y="6181323"/>
                  </a:lnTo>
                  <a:lnTo>
                    <a:pt x="187239" y="6181323"/>
                  </a:lnTo>
                  <a:lnTo>
                    <a:pt x="187518" y="6181323"/>
                  </a:lnTo>
                  <a:lnTo>
                    <a:pt x="187612" y="6181323"/>
                  </a:lnTo>
                  <a:lnTo>
                    <a:pt x="187705" y="6181323"/>
                  </a:lnTo>
                  <a:lnTo>
                    <a:pt x="187798" y="6181323"/>
                  </a:lnTo>
                  <a:lnTo>
                    <a:pt x="187891" y="6181323"/>
                  </a:lnTo>
                  <a:lnTo>
                    <a:pt x="187985" y="6181323"/>
                  </a:lnTo>
                  <a:lnTo>
                    <a:pt x="188078" y="6181323"/>
                  </a:lnTo>
                  <a:lnTo>
                    <a:pt x="188171" y="6181323"/>
                  </a:lnTo>
                  <a:lnTo>
                    <a:pt x="188358" y="6181323"/>
                  </a:lnTo>
                  <a:lnTo>
                    <a:pt x="188451" y="6181323"/>
                  </a:lnTo>
                  <a:lnTo>
                    <a:pt x="188544" y="6181323"/>
                  </a:lnTo>
                  <a:lnTo>
                    <a:pt x="188637" y="6181323"/>
                  </a:lnTo>
                  <a:lnTo>
                    <a:pt x="188731" y="6181323"/>
                  </a:lnTo>
                  <a:lnTo>
                    <a:pt x="188917" y="6181323"/>
                  </a:lnTo>
                  <a:lnTo>
                    <a:pt x="189010" y="6181323"/>
                  </a:lnTo>
                  <a:lnTo>
                    <a:pt x="189010" y="6171370"/>
                  </a:lnTo>
                  <a:lnTo>
                    <a:pt x="189104" y="6171370"/>
                  </a:lnTo>
                  <a:lnTo>
                    <a:pt x="189197" y="6171370"/>
                  </a:lnTo>
                  <a:lnTo>
                    <a:pt x="189290" y="6171370"/>
                  </a:lnTo>
                  <a:lnTo>
                    <a:pt x="189477" y="6171370"/>
                  </a:lnTo>
                  <a:lnTo>
                    <a:pt x="189570" y="6171370"/>
                  </a:lnTo>
                  <a:lnTo>
                    <a:pt x="189663" y="6171370"/>
                  </a:lnTo>
                  <a:lnTo>
                    <a:pt x="189756" y="6171370"/>
                  </a:lnTo>
                  <a:lnTo>
                    <a:pt x="189850" y="6171370"/>
                  </a:lnTo>
                  <a:lnTo>
                    <a:pt x="189943" y="6171370"/>
                  </a:lnTo>
                  <a:lnTo>
                    <a:pt x="190129" y="6171370"/>
                  </a:lnTo>
                  <a:lnTo>
                    <a:pt x="190223" y="6171370"/>
                  </a:lnTo>
                  <a:lnTo>
                    <a:pt x="190316" y="6171370"/>
                  </a:lnTo>
                  <a:lnTo>
                    <a:pt x="190409" y="6171370"/>
                  </a:lnTo>
                  <a:lnTo>
                    <a:pt x="190596" y="6171370"/>
                  </a:lnTo>
                  <a:lnTo>
                    <a:pt x="190689" y="6171370"/>
                  </a:lnTo>
                  <a:lnTo>
                    <a:pt x="190782" y="6171370"/>
                  </a:lnTo>
                  <a:lnTo>
                    <a:pt x="190875" y="6171370"/>
                  </a:lnTo>
                  <a:lnTo>
                    <a:pt x="190969" y="6171370"/>
                  </a:lnTo>
                  <a:lnTo>
                    <a:pt x="191062" y="6171370"/>
                  </a:lnTo>
                  <a:lnTo>
                    <a:pt x="191155" y="6171370"/>
                  </a:lnTo>
                  <a:lnTo>
                    <a:pt x="191248" y="6171370"/>
                  </a:lnTo>
                  <a:lnTo>
                    <a:pt x="191342" y="6171370"/>
                  </a:lnTo>
                  <a:lnTo>
                    <a:pt x="191435" y="6171370"/>
                  </a:lnTo>
                  <a:lnTo>
                    <a:pt x="191621" y="6171370"/>
                  </a:lnTo>
                  <a:lnTo>
                    <a:pt x="191715" y="6171370"/>
                  </a:lnTo>
                  <a:lnTo>
                    <a:pt x="191808" y="6171370"/>
                  </a:lnTo>
                  <a:lnTo>
                    <a:pt x="191901" y="6171370"/>
                  </a:lnTo>
                  <a:lnTo>
                    <a:pt x="191994" y="6171370"/>
                  </a:lnTo>
                  <a:lnTo>
                    <a:pt x="192088" y="6171370"/>
                  </a:lnTo>
                  <a:lnTo>
                    <a:pt x="192181" y="6171370"/>
                  </a:lnTo>
                  <a:lnTo>
                    <a:pt x="192274" y="6171370"/>
                  </a:lnTo>
                  <a:lnTo>
                    <a:pt x="192367" y="6171370"/>
                  </a:lnTo>
                  <a:lnTo>
                    <a:pt x="192461" y="6171370"/>
                  </a:lnTo>
                  <a:lnTo>
                    <a:pt x="192554" y="6171370"/>
                  </a:lnTo>
                  <a:lnTo>
                    <a:pt x="192647" y="6171370"/>
                  </a:lnTo>
                  <a:lnTo>
                    <a:pt x="192740" y="6171370"/>
                  </a:lnTo>
                  <a:lnTo>
                    <a:pt x="192927" y="6171370"/>
                  </a:lnTo>
                  <a:lnTo>
                    <a:pt x="193113" y="6171370"/>
                  </a:lnTo>
                  <a:lnTo>
                    <a:pt x="193207" y="6171370"/>
                  </a:lnTo>
                  <a:lnTo>
                    <a:pt x="193300" y="6171370"/>
                  </a:lnTo>
                  <a:lnTo>
                    <a:pt x="193393" y="6171370"/>
                  </a:lnTo>
                  <a:lnTo>
                    <a:pt x="193486" y="6171370"/>
                  </a:lnTo>
                  <a:lnTo>
                    <a:pt x="193580" y="6171370"/>
                  </a:lnTo>
                  <a:lnTo>
                    <a:pt x="193673" y="6171370"/>
                  </a:lnTo>
                  <a:lnTo>
                    <a:pt x="193766" y="6171370"/>
                  </a:lnTo>
                  <a:lnTo>
                    <a:pt x="193859" y="6171370"/>
                  </a:lnTo>
                  <a:lnTo>
                    <a:pt x="193953" y="6171370"/>
                  </a:lnTo>
                  <a:lnTo>
                    <a:pt x="194046" y="6171370"/>
                  </a:lnTo>
                  <a:lnTo>
                    <a:pt x="194139" y="6171370"/>
                  </a:lnTo>
                  <a:lnTo>
                    <a:pt x="194232" y="6171370"/>
                  </a:lnTo>
                  <a:lnTo>
                    <a:pt x="194325" y="6171370"/>
                  </a:lnTo>
                  <a:lnTo>
                    <a:pt x="194419" y="6171370"/>
                  </a:lnTo>
                  <a:lnTo>
                    <a:pt x="194605" y="6171370"/>
                  </a:lnTo>
                  <a:lnTo>
                    <a:pt x="194698" y="6171370"/>
                  </a:lnTo>
                  <a:lnTo>
                    <a:pt x="194792" y="6171370"/>
                  </a:lnTo>
                  <a:lnTo>
                    <a:pt x="195071" y="6171370"/>
                  </a:lnTo>
                  <a:lnTo>
                    <a:pt x="195165" y="6171370"/>
                  </a:lnTo>
                  <a:lnTo>
                    <a:pt x="195258" y="6171370"/>
                  </a:lnTo>
                  <a:lnTo>
                    <a:pt x="195351" y="6171370"/>
                  </a:lnTo>
                  <a:lnTo>
                    <a:pt x="195444" y="6171370"/>
                  </a:lnTo>
                  <a:lnTo>
                    <a:pt x="195538" y="6171370"/>
                  </a:lnTo>
                  <a:lnTo>
                    <a:pt x="195631" y="6171370"/>
                  </a:lnTo>
                  <a:lnTo>
                    <a:pt x="195724" y="6171370"/>
                  </a:lnTo>
                  <a:lnTo>
                    <a:pt x="195817" y="6171370"/>
                  </a:lnTo>
                  <a:lnTo>
                    <a:pt x="195911" y="6171370"/>
                  </a:lnTo>
                  <a:lnTo>
                    <a:pt x="196097" y="6171370"/>
                  </a:lnTo>
                  <a:lnTo>
                    <a:pt x="196190" y="6171370"/>
                  </a:lnTo>
                  <a:lnTo>
                    <a:pt x="196284" y="6171370"/>
                  </a:lnTo>
                  <a:lnTo>
                    <a:pt x="196377" y="6171370"/>
                  </a:lnTo>
                  <a:lnTo>
                    <a:pt x="196470" y="6171370"/>
                  </a:lnTo>
                  <a:lnTo>
                    <a:pt x="196563" y="6171370"/>
                  </a:lnTo>
                  <a:lnTo>
                    <a:pt x="196657" y="6171370"/>
                  </a:lnTo>
                  <a:lnTo>
                    <a:pt x="196750" y="6171370"/>
                  </a:lnTo>
                  <a:lnTo>
                    <a:pt x="196843" y="6171370"/>
                  </a:lnTo>
                  <a:lnTo>
                    <a:pt x="196936" y="6171370"/>
                  </a:lnTo>
                  <a:lnTo>
                    <a:pt x="197030" y="6171370"/>
                  </a:lnTo>
                  <a:lnTo>
                    <a:pt x="197123" y="6171370"/>
                  </a:lnTo>
                  <a:lnTo>
                    <a:pt x="197216" y="6171370"/>
                  </a:lnTo>
                  <a:lnTo>
                    <a:pt x="197309" y="6171370"/>
                  </a:lnTo>
                  <a:lnTo>
                    <a:pt x="197403" y="6171370"/>
                  </a:lnTo>
                  <a:lnTo>
                    <a:pt x="197496" y="6171370"/>
                  </a:lnTo>
                  <a:lnTo>
                    <a:pt x="197589" y="6171370"/>
                  </a:lnTo>
                  <a:lnTo>
                    <a:pt x="197682" y="6171370"/>
                  </a:lnTo>
                  <a:lnTo>
                    <a:pt x="197869" y="6171370"/>
                  </a:lnTo>
                  <a:lnTo>
                    <a:pt x="197962" y="6171370"/>
                  </a:lnTo>
                  <a:lnTo>
                    <a:pt x="198055" y="6171370"/>
                  </a:lnTo>
                  <a:lnTo>
                    <a:pt x="198149" y="6171370"/>
                  </a:lnTo>
                  <a:lnTo>
                    <a:pt x="198242" y="6171370"/>
                  </a:lnTo>
                  <a:lnTo>
                    <a:pt x="198335" y="6171370"/>
                  </a:lnTo>
                  <a:lnTo>
                    <a:pt x="198428" y="6171370"/>
                  </a:lnTo>
                  <a:lnTo>
                    <a:pt x="198522" y="6171370"/>
                  </a:lnTo>
                  <a:lnTo>
                    <a:pt x="198615" y="6171370"/>
                  </a:lnTo>
                  <a:lnTo>
                    <a:pt x="198708" y="6171370"/>
                  </a:lnTo>
                  <a:lnTo>
                    <a:pt x="198801" y="6171370"/>
                  </a:lnTo>
                  <a:lnTo>
                    <a:pt x="198895" y="6171370"/>
                  </a:lnTo>
                  <a:lnTo>
                    <a:pt x="198988" y="6171370"/>
                  </a:lnTo>
                  <a:lnTo>
                    <a:pt x="199081" y="6171370"/>
                  </a:lnTo>
                  <a:lnTo>
                    <a:pt x="199174" y="6171370"/>
                  </a:lnTo>
                  <a:lnTo>
                    <a:pt x="199268" y="6171370"/>
                  </a:lnTo>
                  <a:lnTo>
                    <a:pt x="199268" y="6161416"/>
                  </a:lnTo>
                  <a:lnTo>
                    <a:pt x="199361" y="6161416"/>
                  </a:lnTo>
                  <a:lnTo>
                    <a:pt x="199454" y="6161416"/>
                  </a:lnTo>
                  <a:lnTo>
                    <a:pt x="199547" y="6161416"/>
                  </a:lnTo>
                  <a:lnTo>
                    <a:pt x="199641" y="6161416"/>
                  </a:lnTo>
                  <a:lnTo>
                    <a:pt x="199734" y="6161416"/>
                  </a:lnTo>
                  <a:lnTo>
                    <a:pt x="199827" y="6161416"/>
                  </a:lnTo>
                  <a:lnTo>
                    <a:pt x="199920" y="6161416"/>
                  </a:lnTo>
                  <a:lnTo>
                    <a:pt x="200107" y="6161416"/>
                  </a:lnTo>
                  <a:lnTo>
                    <a:pt x="200200" y="6161416"/>
                  </a:lnTo>
                  <a:lnTo>
                    <a:pt x="200293" y="6161416"/>
                  </a:lnTo>
                  <a:lnTo>
                    <a:pt x="200387" y="6161416"/>
                  </a:lnTo>
                  <a:lnTo>
                    <a:pt x="200480" y="6161416"/>
                  </a:lnTo>
                  <a:lnTo>
                    <a:pt x="200573" y="6161416"/>
                  </a:lnTo>
                  <a:lnTo>
                    <a:pt x="200666" y="6161416"/>
                  </a:lnTo>
                  <a:lnTo>
                    <a:pt x="200760" y="6161416"/>
                  </a:lnTo>
                  <a:lnTo>
                    <a:pt x="200853" y="6161416"/>
                  </a:lnTo>
                  <a:lnTo>
                    <a:pt x="200946" y="6161416"/>
                  </a:lnTo>
                  <a:lnTo>
                    <a:pt x="201039" y="6161416"/>
                  </a:lnTo>
                  <a:lnTo>
                    <a:pt x="201133" y="6161416"/>
                  </a:lnTo>
                  <a:lnTo>
                    <a:pt x="201226" y="6161416"/>
                  </a:lnTo>
                  <a:lnTo>
                    <a:pt x="201412" y="6161416"/>
                  </a:lnTo>
                  <a:lnTo>
                    <a:pt x="201505" y="6161416"/>
                  </a:lnTo>
                  <a:lnTo>
                    <a:pt x="201599" y="6161416"/>
                  </a:lnTo>
                  <a:lnTo>
                    <a:pt x="201692" y="6161416"/>
                  </a:lnTo>
                  <a:lnTo>
                    <a:pt x="201785" y="6161416"/>
                  </a:lnTo>
                  <a:lnTo>
                    <a:pt x="201878" y="6161416"/>
                  </a:lnTo>
                  <a:lnTo>
                    <a:pt x="201972" y="6161416"/>
                  </a:lnTo>
                  <a:lnTo>
                    <a:pt x="202065" y="6161416"/>
                  </a:lnTo>
                  <a:lnTo>
                    <a:pt x="202158" y="6161416"/>
                  </a:lnTo>
                  <a:lnTo>
                    <a:pt x="202251" y="6161416"/>
                  </a:lnTo>
                  <a:lnTo>
                    <a:pt x="202345" y="6161416"/>
                  </a:lnTo>
                  <a:lnTo>
                    <a:pt x="202438" y="6161416"/>
                  </a:lnTo>
                  <a:lnTo>
                    <a:pt x="202531" y="6161416"/>
                  </a:lnTo>
                  <a:lnTo>
                    <a:pt x="202624" y="6161416"/>
                  </a:lnTo>
                  <a:lnTo>
                    <a:pt x="202811" y="6161416"/>
                  </a:lnTo>
                  <a:lnTo>
                    <a:pt x="202997" y="6161416"/>
                  </a:lnTo>
                  <a:lnTo>
                    <a:pt x="203091" y="6161416"/>
                  </a:lnTo>
                  <a:lnTo>
                    <a:pt x="203091" y="6151462"/>
                  </a:lnTo>
                  <a:lnTo>
                    <a:pt x="203277" y="6151462"/>
                  </a:lnTo>
                  <a:lnTo>
                    <a:pt x="203370" y="6151462"/>
                  </a:lnTo>
                  <a:lnTo>
                    <a:pt x="203464" y="6151462"/>
                  </a:lnTo>
                  <a:lnTo>
                    <a:pt x="203557" y="6151462"/>
                  </a:lnTo>
                  <a:lnTo>
                    <a:pt x="203650" y="6151462"/>
                  </a:lnTo>
                  <a:lnTo>
                    <a:pt x="203743" y="6151462"/>
                  </a:lnTo>
                  <a:lnTo>
                    <a:pt x="203837" y="6151462"/>
                  </a:lnTo>
                  <a:lnTo>
                    <a:pt x="203930" y="6151462"/>
                  </a:lnTo>
                  <a:lnTo>
                    <a:pt x="204210" y="6151462"/>
                  </a:lnTo>
                  <a:lnTo>
                    <a:pt x="204396" y="6151462"/>
                  </a:lnTo>
                  <a:lnTo>
                    <a:pt x="204489" y="6151462"/>
                  </a:lnTo>
                  <a:lnTo>
                    <a:pt x="204583" y="6151462"/>
                  </a:lnTo>
                  <a:lnTo>
                    <a:pt x="204676" y="6151462"/>
                  </a:lnTo>
                  <a:lnTo>
                    <a:pt x="204769" y="6151462"/>
                  </a:lnTo>
                  <a:lnTo>
                    <a:pt x="204862" y="6151462"/>
                  </a:lnTo>
                  <a:lnTo>
                    <a:pt x="205049" y="6151462"/>
                  </a:lnTo>
                  <a:lnTo>
                    <a:pt x="205142" y="6151462"/>
                  </a:lnTo>
                  <a:lnTo>
                    <a:pt x="205235" y="6151462"/>
                  </a:lnTo>
                  <a:lnTo>
                    <a:pt x="205329" y="6151462"/>
                  </a:lnTo>
                  <a:lnTo>
                    <a:pt x="205422" y="6151462"/>
                  </a:lnTo>
                  <a:lnTo>
                    <a:pt x="205515" y="6151462"/>
                  </a:lnTo>
                  <a:lnTo>
                    <a:pt x="205608" y="6151462"/>
                  </a:lnTo>
                  <a:lnTo>
                    <a:pt x="205608" y="6141508"/>
                  </a:lnTo>
                  <a:lnTo>
                    <a:pt x="205702" y="6141508"/>
                  </a:lnTo>
                  <a:lnTo>
                    <a:pt x="205795" y="6141508"/>
                  </a:lnTo>
                  <a:lnTo>
                    <a:pt x="205888" y="6141508"/>
                  </a:lnTo>
                  <a:lnTo>
                    <a:pt x="206075" y="6141508"/>
                  </a:lnTo>
                  <a:lnTo>
                    <a:pt x="206168" y="6141508"/>
                  </a:lnTo>
                  <a:lnTo>
                    <a:pt x="206261" y="6141508"/>
                  </a:lnTo>
                  <a:lnTo>
                    <a:pt x="206354" y="6141508"/>
                  </a:lnTo>
                  <a:lnTo>
                    <a:pt x="206448" y="6141508"/>
                  </a:lnTo>
                  <a:lnTo>
                    <a:pt x="206541" y="6141508"/>
                  </a:lnTo>
                  <a:lnTo>
                    <a:pt x="206634" y="6141508"/>
                  </a:lnTo>
                  <a:lnTo>
                    <a:pt x="206727" y="6141508"/>
                  </a:lnTo>
                  <a:lnTo>
                    <a:pt x="206821" y="6141508"/>
                  </a:lnTo>
                  <a:lnTo>
                    <a:pt x="206914" y="6141508"/>
                  </a:lnTo>
                  <a:lnTo>
                    <a:pt x="207007" y="6141508"/>
                  </a:lnTo>
                  <a:lnTo>
                    <a:pt x="207100" y="6141508"/>
                  </a:lnTo>
                  <a:lnTo>
                    <a:pt x="207194" y="6141508"/>
                  </a:lnTo>
                  <a:lnTo>
                    <a:pt x="207287" y="6141508"/>
                  </a:lnTo>
                  <a:lnTo>
                    <a:pt x="207473" y="6141508"/>
                  </a:lnTo>
                  <a:lnTo>
                    <a:pt x="207567" y="6141508"/>
                  </a:lnTo>
                  <a:lnTo>
                    <a:pt x="207660" y="6141508"/>
                  </a:lnTo>
                  <a:lnTo>
                    <a:pt x="207753" y="6141508"/>
                  </a:lnTo>
                  <a:lnTo>
                    <a:pt x="207846" y="6141508"/>
                  </a:lnTo>
                  <a:lnTo>
                    <a:pt x="207940" y="6141508"/>
                  </a:lnTo>
                  <a:lnTo>
                    <a:pt x="208126" y="6141508"/>
                  </a:lnTo>
                  <a:lnTo>
                    <a:pt x="208219" y="6141508"/>
                  </a:lnTo>
                  <a:lnTo>
                    <a:pt x="208312" y="6141508"/>
                  </a:lnTo>
                  <a:lnTo>
                    <a:pt x="208406" y="6141508"/>
                  </a:lnTo>
                  <a:lnTo>
                    <a:pt x="208499" y="6141508"/>
                  </a:lnTo>
                  <a:lnTo>
                    <a:pt x="208592" y="6141508"/>
                  </a:lnTo>
                  <a:lnTo>
                    <a:pt x="208779" y="6141508"/>
                  </a:lnTo>
                  <a:lnTo>
                    <a:pt x="208872" y="6141508"/>
                  </a:lnTo>
                  <a:lnTo>
                    <a:pt x="208965" y="6141508"/>
                  </a:lnTo>
                  <a:lnTo>
                    <a:pt x="209058" y="6141508"/>
                  </a:lnTo>
                  <a:lnTo>
                    <a:pt x="209152" y="6141508"/>
                  </a:lnTo>
                  <a:lnTo>
                    <a:pt x="209245" y="6141508"/>
                  </a:lnTo>
                  <a:lnTo>
                    <a:pt x="209338" y="6141508"/>
                  </a:lnTo>
                  <a:lnTo>
                    <a:pt x="209431" y="6141508"/>
                  </a:lnTo>
                  <a:lnTo>
                    <a:pt x="209525" y="6141508"/>
                  </a:lnTo>
                  <a:lnTo>
                    <a:pt x="209618" y="6141508"/>
                  </a:lnTo>
                  <a:lnTo>
                    <a:pt x="209711" y="6141508"/>
                  </a:lnTo>
                  <a:lnTo>
                    <a:pt x="209804" y="6141508"/>
                  </a:lnTo>
                  <a:lnTo>
                    <a:pt x="209898" y="6141508"/>
                  </a:lnTo>
                  <a:lnTo>
                    <a:pt x="209991" y="6141508"/>
                  </a:lnTo>
                  <a:lnTo>
                    <a:pt x="210084" y="6141508"/>
                  </a:lnTo>
                  <a:lnTo>
                    <a:pt x="210177" y="6141508"/>
                  </a:lnTo>
                  <a:lnTo>
                    <a:pt x="210271" y="6141508"/>
                  </a:lnTo>
                  <a:lnTo>
                    <a:pt x="210364" y="6141508"/>
                  </a:lnTo>
                  <a:lnTo>
                    <a:pt x="210550" y="6141508"/>
                  </a:lnTo>
                  <a:lnTo>
                    <a:pt x="210737" y="6141508"/>
                  </a:lnTo>
                  <a:lnTo>
                    <a:pt x="210830" y="6141508"/>
                  </a:lnTo>
                  <a:lnTo>
                    <a:pt x="210923" y="6141508"/>
                  </a:lnTo>
                  <a:lnTo>
                    <a:pt x="211017" y="6141508"/>
                  </a:lnTo>
                  <a:lnTo>
                    <a:pt x="211110" y="6141508"/>
                  </a:lnTo>
                  <a:lnTo>
                    <a:pt x="211203" y="6141508"/>
                  </a:lnTo>
                  <a:lnTo>
                    <a:pt x="211296" y="6141508"/>
                  </a:lnTo>
                  <a:lnTo>
                    <a:pt x="211390" y="6141508"/>
                  </a:lnTo>
                  <a:lnTo>
                    <a:pt x="211483" y="6141508"/>
                  </a:lnTo>
                  <a:lnTo>
                    <a:pt x="211576" y="6141508"/>
                  </a:lnTo>
                  <a:lnTo>
                    <a:pt x="211669" y="6141508"/>
                  </a:lnTo>
                  <a:lnTo>
                    <a:pt x="211669" y="6131554"/>
                  </a:lnTo>
                  <a:lnTo>
                    <a:pt x="211763" y="6131554"/>
                  </a:lnTo>
                  <a:lnTo>
                    <a:pt x="211856" y="6131554"/>
                  </a:lnTo>
                  <a:lnTo>
                    <a:pt x="211949" y="6131554"/>
                  </a:lnTo>
                  <a:lnTo>
                    <a:pt x="212042" y="6131554"/>
                  </a:lnTo>
                  <a:lnTo>
                    <a:pt x="212136" y="6131554"/>
                  </a:lnTo>
                  <a:lnTo>
                    <a:pt x="212229" y="6131554"/>
                  </a:lnTo>
                  <a:lnTo>
                    <a:pt x="212322" y="6131554"/>
                  </a:lnTo>
                  <a:lnTo>
                    <a:pt x="212509" y="6131554"/>
                  </a:lnTo>
                  <a:lnTo>
                    <a:pt x="212602" y="6131554"/>
                  </a:lnTo>
                  <a:lnTo>
                    <a:pt x="212695" y="6131554"/>
                  </a:lnTo>
                  <a:lnTo>
                    <a:pt x="212788" y="6131554"/>
                  </a:lnTo>
                  <a:lnTo>
                    <a:pt x="212975" y="6131554"/>
                  </a:lnTo>
                  <a:lnTo>
                    <a:pt x="213068" y="6131554"/>
                  </a:lnTo>
                  <a:lnTo>
                    <a:pt x="213161" y="6131554"/>
                  </a:lnTo>
                  <a:lnTo>
                    <a:pt x="213255" y="6131554"/>
                  </a:lnTo>
                  <a:lnTo>
                    <a:pt x="213348" y="6131554"/>
                  </a:lnTo>
                  <a:lnTo>
                    <a:pt x="213441" y="6131554"/>
                  </a:lnTo>
                  <a:lnTo>
                    <a:pt x="213534" y="6131554"/>
                  </a:lnTo>
                  <a:lnTo>
                    <a:pt x="213628" y="6131554"/>
                  </a:lnTo>
                  <a:lnTo>
                    <a:pt x="213814" y="6131554"/>
                  </a:lnTo>
                  <a:lnTo>
                    <a:pt x="213907" y="6131554"/>
                  </a:lnTo>
                  <a:lnTo>
                    <a:pt x="214001" y="6131554"/>
                  </a:lnTo>
                  <a:lnTo>
                    <a:pt x="214280" y="6131554"/>
                  </a:lnTo>
                  <a:lnTo>
                    <a:pt x="214374" y="6131554"/>
                  </a:lnTo>
                  <a:lnTo>
                    <a:pt x="214467" y="6131554"/>
                  </a:lnTo>
                  <a:lnTo>
                    <a:pt x="214560" y="6131554"/>
                  </a:lnTo>
                  <a:lnTo>
                    <a:pt x="214653" y="6131554"/>
                  </a:lnTo>
                  <a:lnTo>
                    <a:pt x="214747" y="6131554"/>
                  </a:lnTo>
                  <a:lnTo>
                    <a:pt x="214840" y="6131554"/>
                  </a:lnTo>
                  <a:lnTo>
                    <a:pt x="214933" y="6131554"/>
                  </a:lnTo>
                  <a:lnTo>
                    <a:pt x="215213" y="6131554"/>
                  </a:lnTo>
                  <a:lnTo>
                    <a:pt x="215306" y="6131554"/>
                  </a:lnTo>
                  <a:lnTo>
                    <a:pt x="215399" y="6131554"/>
                  </a:lnTo>
                  <a:lnTo>
                    <a:pt x="215492" y="6131554"/>
                  </a:lnTo>
                  <a:lnTo>
                    <a:pt x="215586" y="6131554"/>
                  </a:lnTo>
                  <a:lnTo>
                    <a:pt x="215679" y="6131554"/>
                  </a:lnTo>
                  <a:lnTo>
                    <a:pt x="215772" y="6131554"/>
                  </a:lnTo>
                  <a:lnTo>
                    <a:pt x="215865" y="6131554"/>
                  </a:lnTo>
                  <a:lnTo>
                    <a:pt x="215959" y="6131554"/>
                  </a:lnTo>
                  <a:lnTo>
                    <a:pt x="216145" y="6131554"/>
                  </a:lnTo>
                  <a:lnTo>
                    <a:pt x="216238" y="6131554"/>
                  </a:lnTo>
                  <a:lnTo>
                    <a:pt x="216332" y="6131554"/>
                  </a:lnTo>
                  <a:lnTo>
                    <a:pt x="216425" y="6131554"/>
                  </a:lnTo>
                  <a:lnTo>
                    <a:pt x="216518" y="6131554"/>
                  </a:lnTo>
                  <a:lnTo>
                    <a:pt x="216705" y="6131554"/>
                  </a:lnTo>
                  <a:lnTo>
                    <a:pt x="216798" y="6131554"/>
                  </a:lnTo>
                  <a:lnTo>
                    <a:pt x="216891" y="6131554"/>
                  </a:lnTo>
                  <a:lnTo>
                    <a:pt x="216984" y="6131554"/>
                  </a:lnTo>
                  <a:lnTo>
                    <a:pt x="217078" y="6131554"/>
                  </a:lnTo>
                  <a:lnTo>
                    <a:pt x="217171" y="6131554"/>
                  </a:lnTo>
                  <a:lnTo>
                    <a:pt x="217264" y="6131554"/>
                  </a:lnTo>
                  <a:lnTo>
                    <a:pt x="217357" y="6131554"/>
                  </a:lnTo>
                  <a:lnTo>
                    <a:pt x="217451" y="6131554"/>
                  </a:lnTo>
                  <a:lnTo>
                    <a:pt x="217544" y="6131554"/>
                  </a:lnTo>
                  <a:lnTo>
                    <a:pt x="217637" y="6131554"/>
                  </a:lnTo>
                  <a:lnTo>
                    <a:pt x="217730" y="6131554"/>
                  </a:lnTo>
                  <a:lnTo>
                    <a:pt x="217824" y="6131554"/>
                  </a:lnTo>
                  <a:lnTo>
                    <a:pt x="217917" y="6131554"/>
                  </a:lnTo>
                  <a:lnTo>
                    <a:pt x="218010" y="6131554"/>
                  </a:lnTo>
                  <a:lnTo>
                    <a:pt x="218290" y="6131554"/>
                  </a:lnTo>
                  <a:lnTo>
                    <a:pt x="218476" y="6131554"/>
                  </a:lnTo>
                  <a:lnTo>
                    <a:pt x="218570" y="6131554"/>
                  </a:lnTo>
                  <a:lnTo>
                    <a:pt x="218663" y="6131554"/>
                  </a:lnTo>
                  <a:lnTo>
                    <a:pt x="218849" y="6131554"/>
                  </a:lnTo>
                  <a:lnTo>
                    <a:pt x="218943" y="6131554"/>
                  </a:lnTo>
                  <a:lnTo>
                    <a:pt x="219036" y="6131554"/>
                  </a:lnTo>
                  <a:lnTo>
                    <a:pt x="219129" y="6131554"/>
                  </a:lnTo>
                  <a:lnTo>
                    <a:pt x="219222" y="6131554"/>
                  </a:lnTo>
                  <a:lnTo>
                    <a:pt x="219316" y="6131554"/>
                  </a:lnTo>
                  <a:lnTo>
                    <a:pt x="219409" y="6131554"/>
                  </a:lnTo>
                  <a:lnTo>
                    <a:pt x="219502" y="6131554"/>
                  </a:lnTo>
                  <a:lnTo>
                    <a:pt x="219689" y="6131554"/>
                  </a:lnTo>
                  <a:lnTo>
                    <a:pt x="219782" y="6131554"/>
                  </a:lnTo>
                  <a:lnTo>
                    <a:pt x="219875" y="6131554"/>
                  </a:lnTo>
                  <a:lnTo>
                    <a:pt x="219968" y="6131554"/>
                  </a:lnTo>
                  <a:lnTo>
                    <a:pt x="220062" y="6131554"/>
                  </a:lnTo>
                  <a:lnTo>
                    <a:pt x="220155" y="6131554"/>
                  </a:lnTo>
                  <a:lnTo>
                    <a:pt x="220248" y="6131554"/>
                  </a:lnTo>
                  <a:lnTo>
                    <a:pt x="220435" y="6131554"/>
                  </a:lnTo>
                  <a:lnTo>
                    <a:pt x="220528" y="6131554"/>
                  </a:lnTo>
                  <a:lnTo>
                    <a:pt x="220714" y="6131554"/>
                  </a:lnTo>
                  <a:lnTo>
                    <a:pt x="220808" y="6131554"/>
                  </a:lnTo>
                  <a:lnTo>
                    <a:pt x="220901" y="6131554"/>
                  </a:lnTo>
                  <a:lnTo>
                    <a:pt x="221087" y="6131554"/>
                  </a:lnTo>
                  <a:lnTo>
                    <a:pt x="221181" y="6131554"/>
                  </a:lnTo>
                  <a:lnTo>
                    <a:pt x="221274" y="6131554"/>
                  </a:lnTo>
                  <a:lnTo>
                    <a:pt x="221367" y="6131554"/>
                  </a:lnTo>
                  <a:lnTo>
                    <a:pt x="221460" y="6131554"/>
                  </a:lnTo>
                  <a:lnTo>
                    <a:pt x="221554" y="6131554"/>
                  </a:lnTo>
                  <a:lnTo>
                    <a:pt x="221647" y="6131554"/>
                  </a:lnTo>
                  <a:lnTo>
                    <a:pt x="221740" y="6131554"/>
                  </a:lnTo>
                  <a:lnTo>
                    <a:pt x="221833" y="6131554"/>
                  </a:lnTo>
                  <a:lnTo>
                    <a:pt x="222020" y="6131554"/>
                  </a:lnTo>
                  <a:lnTo>
                    <a:pt x="222113" y="6131554"/>
                  </a:lnTo>
                  <a:lnTo>
                    <a:pt x="222206" y="6131554"/>
                  </a:lnTo>
                  <a:lnTo>
                    <a:pt x="222299" y="6131554"/>
                  </a:lnTo>
                  <a:lnTo>
                    <a:pt x="222393" y="6131554"/>
                  </a:lnTo>
                  <a:lnTo>
                    <a:pt x="222486" y="6131554"/>
                  </a:lnTo>
                  <a:lnTo>
                    <a:pt x="222579" y="6131554"/>
                  </a:lnTo>
                  <a:lnTo>
                    <a:pt x="222672" y="6131554"/>
                  </a:lnTo>
                  <a:lnTo>
                    <a:pt x="222766" y="6131554"/>
                  </a:lnTo>
                  <a:lnTo>
                    <a:pt x="222859" y="6131554"/>
                  </a:lnTo>
                  <a:lnTo>
                    <a:pt x="222952" y="6131554"/>
                  </a:lnTo>
                  <a:lnTo>
                    <a:pt x="223045" y="6131554"/>
                  </a:lnTo>
                  <a:lnTo>
                    <a:pt x="223139" y="6131554"/>
                  </a:lnTo>
                  <a:lnTo>
                    <a:pt x="223232" y="6131554"/>
                  </a:lnTo>
                  <a:lnTo>
                    <a:pt x="223325" y="6131554"/>
                  </a:lnTo>
                  <a:lnTo>
                    <a:pt x="223418" y="6131554"/>
                  </a:lnTo>
                  <a:lnTo>
                    <a:pt x="223512" y="6131554"/>
                  </a:lnTo>
                  <a:lnTo>
                    <a:pt x="223698" y="6131554"/>
                  </a:lnTo>
                  <a:lnTo>
                    <a:pt x="223791" y="6131554"/>
                  </a:lnTo>
                  <a:lnTo>
                    <a:pt x="223885" y="6131554"/>
                  </a:lnTo>
                  <a:lnTo>
                    <a:pt x="223978" y="6131554"/>
                  </a:lnTo>
                  <a:lnTo>
                    <a:pt x="224164" y="6131554"/>
                  </a:lnTo>
                  <a:lnTo>
                    <a:pt x="224258" y="6131554"/>
                  </a:lnTo>
                  <a:lnTo>
                    <a:pt x="224351" y="6131554"/>
                  </a:lnTo>
                  <a:lnTo>
                    <a:pt x="225097" y="6131554"/>
                  </a:lnTo>
                  <a:lnTo>
                    <a:pt x="225283" y="6131554"/>
                  </a:lnTo>
                  <a:lnTo>
                    <a:pt x="225377" y="6131554"/>
                  </a:lnTo>
                  <a:lnTo>
                    <a:pt x="225470" y="6131554"/>
                  </a:lnTo>
                  <a:lnTo>
                    <a:pt x="225563" y="6131554"/>
                  </a:lnTo>
                  <a:lnTo>
                    <a:pt x="225656" y="6131554"/>
                  </a:lnTo>
                  <a:lnTo>
                    <a:pt x="225750" y="6131554"/>
                  </a:lnTo>
                  <a:lnTo>
                    <a:pt x="225843" y="6131554"/>
                  </a:lnTo>
                  <a:lnTo>
                    <a:pt x="225936" y="6131554"/>
                  </a:lnTo>
                  <a:lnTo>
                    <a:pt x="226029" y="6131554"/>
                  </a:lnTo>
                  <a:lnTo>
                    <a:pt x="226123" y="6131554"/>
                  </a:lnTo>
                  <a:lnTo>
                    <a:pt x="226216" y="6131554"/>
                  </a:lnTo>
                  <a:lnTo>
                    <a:pt x="226309" y="6131554"/>
                  </a:lnTo>
                  <a:lnTo>
                    <a:pt x="226402" y="6131554"/>
                  </a:lnTo>
                  <a:lnTo>
                    <a:pt x="226496" y="6131554"/>
                  </a:lnTo>
                  <a:lnTo>
                    <a:pt x="226589" y="6131554"/>
                  </a:lnTo>
                  <a:lnTo>
                    <a:pt x="226682" y="6131554"/>
                  </a:lnTo>
                  <a:lnTo>
                    <a:pt x="226775" y="6131554"/>
                  </a:lnTo>
                  <a:lnTo>
                    <a:pt x="226962" y="6131554"/>
                  </a:lnTo>
                  <a:lnTo>
                    <a:pt x="227055" y="6131554"/>
                  </a:lnTo>
                  <a:lnTo>
                    <a:pt x="227148" y="6131554"/>
                  </a:lnTo>
                  <a:lnTo>
                    <a:pt x="227242" y="6131554"/>
                  </a:lnTo>
                  <a:lnTo>
                    <a:pt x="227335" y="6131554"/>
                  </a:lnTo>
                  <a:lnTo>
                    <a:pt x="227428" y="6131554"/>
                  </a:lnTo>
                  <a:lnTo>
                    <a:pt x="227521" y="6131554"/>
                  </a:lnTo>
                  <a:lnTo>
                    <a:pt x="227615" y="6131554"/>
                  </a:lnTo>
                  <a:lnTo>
                    <a:pt x="227708" y="6131554"/>
                  </a:lnTo>
                  <a:lnTo>
                    <a:pt x="227801" y="6131554"/>
                  </a:lnTo>
                  <a:lnTo>
                    <a:pt x="227894" y="6131554"/>
                  </a:lnTo>
                  <a:lnTo>
                    <a:pt x="227988" y="6131554"/>
                  </a:lnTo>
                  <a:lnTo>
                    <a:pt x="228174" y="6131554"/>
                  </a:lnTo>
                  <a:lnTo>
                    <a:pt x="228267" y="6131554"/>
                  </a:lnTo>
                  <a:lnTo>
                    <a:pt x="228361" y="6131554"/>
                  </a:lnTo>
                  <a:lnTo>
                    <a:pt x="228454" y="6131554"/>
                  </a:lnTo>
                  <a:lnTo>
                    <a:pt x="228547" y="6131554"/>
                  </a:lnTo>
                  <a:lnTo>
                    <a:pt x="228640" y="6131554"/>
                  </a:lnTo>
                  <a:lnTo>
                    <a:pt x="228734" y="6131554"/>
                  </a:lnTo>
                  <a:lnTo>
                    <a:pt x="228827" y="6131554"/>
                  </a:lnTo>
                  <a:lnTo>
                    <a:pt x="228920" y="6131554"/>
                  </a:lnTo>
                  <a:lnTo>
                    <a:pt x="229013" y="6131554"/>
                  </a:lnTo>
                  <a:lnTo>
                    <a:pt x="229106" y="6131554"/>
                  </a:lnTo>
                  <a:lnTo>
                    <a:pt x="229200" y="6131554"/>
                  </a:lnTo>
                  <a:lnTo>
                    <a:pt x="229293" y="6131554"/>
                  </a:lnTo>
                  <a:lnTo>
                    <a:pt x="229386" y="6131554"/>
                  </a:lnTo>
                  <a:lnTo>
                    <a:pt x="229479" y="6131554"/>
                  </a:lnTo>
                  <a:lnTo>
                    <a:pt x="229573" y="6131554"/>
                  </a:lnTo>
                  <a:lnTo>
                    <a:pt x="229666" y="6131554"/>
                  </a:lnTo>
                  <a:lnTo>
                    <a:pt x="229759" y="6131554"/>
                  </a:lnTo>
                  <a:lnTo>
                    <a:pt x="229852" y="6131554"/>
                  </a:lnTo>
                  <a:lnTo>
                    <a:pt x="230039" y="6131554"/>
                  </a:lnTo>
                  <a:lnTo>
                    <a:pt x="230132" y="6131554"/>
                  </a:lnTo>
                  <a:lnTo>
                    <a:pt x="230225" y="6131554"/>
                  </a:lnTo>
                  <a:lnTo>
                    <a:pt x="230319" y="6131554"/>
                  </a:lnTo>
                  <a:lnTo>
                    <a:pt x="230412" y="6131554"/>
                  </a:lnTo>
                  <a:lnTo>
                    <a:pt x="230598" y="6131554"/>
                  </a:lnTo>
                  <a:lnTo>
                    <a:pt x="230785" y="6131554"/>
                  </a:lnTo>
                  <a:lnTo>
                    <a:pt x="230878" y="6131554"/>
                  </a:lnTo>
                  <a:lnTo>
                    <a:pt x="230971" y="6131554"/>
                  </a:lnTo>
                  <a:lnTo>
                    <a:pt x="231065" y="6131554"/>
                  </a:lnTo>
                  <a:lnTo>
                    <a:pt x="231158" y="6131554"/>
                  </a:lnTo>
                  <a:lnTo>
                    <a:pt x="231251" y="6131554"/>
                  </a:lnTo>
                  <a:lnTo>
                    <a:pt x="231344" y="6131554"/>
                  </a:lnTo>
                  <a:lnTo>
                    <a:pt x="231438" y="6131554"/>
                  </a:lnTo>
                  <a:lnTo>
                    <a:pt x="231531" y="6121600"/>
                  </a:lnTo>
                  <a:lnTo>
                    <a:pt x="231624" y="6121600"/>
                  </a:lnTo>
                  <a:lnTo>
                    <a:pt x="231717" y="6121600"/>
                  </a:lnTo>
                  <a:lnTo>
                    <a:pt x="231811" y="6121600"/>
                  </a:lnTo>
                  <a:lnTo>
                    <a:pt x="231904" y="6121600"/>
                  </a:lnTo>
                  <a:lnTo>
                    <a:pt x="231997" y="6121600"/>
                  </a:lnTo>
                  <a:lnTo>
                    <a:pt x="232090" y="6121600"/>
                  </a:lnTo>
                  <a:lnTo>
                    <a:pt x="232184" y="6121600"/>
                  </a:lnTo>
                  <a:lnTo>
                    <a:pt x="232277" y="6121600"/>
                  </a:lnTo>
                  <a:lnTo>
                    <a:pt x="232370" y="6121600"/>
                  </a:lnTo>
                  <a:lnTo>
                    <a:pt x="232463" y="6121600"/>
                  </a:lnTo>
                  <a:lnTo>
                    <a:pt x="232557" y="6121600"/>
                  </a:lnTo>
                  <a:lnTo>
                    <a:pt x="232650" y="6121600"/>
                  </a:lnTo>
                  <a:lnTo>
                    <a:pt x="232743" y="6121600"/>
                  </a:lnTo>
                  <a:lnTo>
                    <a:pt x="232836" y="6121600"/>
                  </a:lnTo>
                  <a:lnTo>
                    <a:pt x="232930" y="6121600"/>
                  </a:lnTo>
                  <a:lnTo>
                    <a:pt x="233116" y="6121600"/>
                  </a:lnTo>
                  <a:lnTo>
                    <a:pt x="233209" y="6121600"/>
                  </a:lnTo>
                  <a:lnTo>
                    <a:pt x="233303" y="6121600"/>
                  </a:lnTo>
                  <a:lnTo>
                    <a:pt x="233396" y="6121600"/>
                  </a:lnTo>
                  <a:lnTo>
                    <a:pt x="233489" y="6121600"/>
                  </a:lnTo>
                  <a:lnTo>
                    <a:pt x="233582" y="6121600"/>
                  </a:lnTo>
                  <a:lnTo>
                    <a:pt x="233676" y="6121600"/>
                  </a:lnTo>
                  <a:lnTo>
                    <a:pt x="233769" y="6121600"/>
                  </a:lnTo>
                  <a:lnTo>
                    <a:pt x="233862" y="6121600"/>
                  </a:lnTo>
                  <a:lnTo>
                    <a:pt x="233955" y="6121600"/>
                  </a:lnTo>
                  <a:lnTo>
                    <a:pt x="234142" y="6121600"/>
                  </a:lnTo>
                  <a:lnTo>
                    <a:pt x="234328" y="6121600"/>
                  </a:lnTo>
                  <a:lnTo>
                    <a:pt x="234422" y="6121600"/>
                  </a:lnTo>
                  <a:lnTo>
                    <a:pt x="234515" y="6121600"/>
                  </a:lnTo>
                  <a:lnTo>
                    <a:pt x="234608" y="6121600"/>
                  </a:lnTo>
                  <a:lnTo>
                    <a:pt x="234701" y="6121600"/>
                  </a:lnTo>
                  <a:lnTo>
                    <a:pt x="234795" y="6121600"/>
                  </a:lnTo>
                  <a:lnTo>
                    <a:pt x="234888" y="6121600"/>
                  </a:lnTo>
                  <a:lnTo>
                    <a:pt x="234981" y="6121600"/>
                  </a:lnTo>
                  <a:lnTo>
                    <a:pt x="235074" y="6121600"/>
                  </a:lnTo>
                  <a:lnTo>
                    <a:pt x="235261" y="6121600"/>
                  </a:lnTo>
                  <a:lnTo>
                    <a:pt x="235354" y="6121600"/>
                  </a:lnTo>
                  <a:lnTo>
                    <a:pt x="235447" y="6121600"/>
                  </a:lnTo>
                  <a:lnTo>
                    <a:pt x="235541" y="6121600"/>
                  </a:lnTo>
                  <a:lnTo>
                    <a:pt x="235727" y="6121600"/>
                  </a:lnTo>
                  <a:lnTo>
                    <a:pt x="235820" y="6121600"/>
                  </a:lnTo>
                  <a:lnTo>
                    <a:pt x="235913" y="6121600"/>
                  </a:lnTo>
                  <a:lnTo>
                    <a:pt x="236007" y="6121600"/>
                  </a:lnTo>
                  <a:lnTo>
                    <a:pt x="236100" y="6121600"/>
                  </a:lnTo>
                  <a:lnTo>
                    <a:pt x="236193" y="6121600"/>
                  </a:lnTo>
                  <a:lnTo>
                    <a:pt x="236286" y="6121600"/>
                  </a:lnTo>
                  <a:lnTo>
                    <a:pt x="236380" y="6121600"/>
                  </a:lnTo>
                  <a:lnTo>
                    <a:pt x="236566" y="6121600"/>
                  </a:lnTo>
                  <a:lnTo>
                    <a:pt x="236659" y="6121600"/>
                  </a:lnTo>
                  <a:lnTo>
                    <a:pt x="236753" y="6121600"/>
                  </a:lnTo>
                  <a:lnTo>
                    <a:pt x="236846" y="6121600"/>
                  </a:lnTo>
                  <a:lnTo>
                    <a:pt x="236939" y="6121600"/>
                  </a:lnTo>
                  <a:lnTo>
                    <a:pt x="237219" y="6121600"/>
                  </a:lnTo>
                  <a:lnTo>
                    <a:pt x="237312" y="6121600"/>
                  </a:lnTo>
                  <a:lnTo>
                    <a:pt x="237405" y="6121600"/>
                  </a:lnTo>
                  <a:lnTo>
                    <a:pt x="237499" y="6121600"/>
                  </a:lnTo>
                  <a:lnTo>
                    <a:pt x="237499" y="6111647"/>
                  </a:lnTo>
                  <a:lnTo>
                    <a:pt x="237592" y="6111647"/>
                  </a:lnTo>
                  <a:lnTo>
                    <a:pt x="237685" y="6111647"/>
                  </a:lnTo>
                  <a:lnTo>
                    <a:pt x="237778" y="6111647"/>
                  </a:lnTo>
                  <a:lnTo>
                    <a:pt x="237872" y="6111647"/>
                  </a:lnTo>
                  <a:lnTo>
                    <a:pt x="237965" y="6111647"/>
                  </a:lnTo>
                  <a:lnTo>
                    <a:pt x="238058" y="6111647"/>
                  </a:lnTo>
                  <a:lnTo>
                    <a:pt x="238151" y="6111647"/>
                  </a:lnTo>
                  <a:lnTo>
                    <a:pt x="238245" y="6111647"/>
                  </a:lnTo>
                  <a:lnTo>
                    <a:pt x="238338" y="6111647"/>
                  </a:lnTo>
                  <a:lnTo>
                    <a:pt x="238431" y="6111647"/>
                  </a:lnTo>
                  <a:lnTo>
                    <a:pt x="238524" y="6111647"/>
                  </a:lnTo>
                  <a:lnTo>
                    <a:pt x="238711" y="6111647"/>
                  </a:lnTo>
                  <a:lnTo>
                    <a:pt x="238804" y="6111647"/>
                  </a:lnTo>
                  <a:lnTo>
                    <a:pt x="238897" y="6111647"/>
                  </a:lnTo>
                  <a:lnTo>
                    <a:pt x="238991" y="6111647"/>
                  </a:lnTo>
                  <a:lnTo>
                    <a:pt x="239084" y="6111647"/>
                  </a:lnTo>
                  <a:lnTo>
                    <a:pt x="239177" y="6111647"/>
                  </a:lnTo>
                  <a:lnTo>
                    <a:pt x="239270" y="6111647"/>
                  </a:lnTo>
                  <a:lnTo>
                    <a:pt x="239364" y="6111647"/>
                  </a:lnTo>
                  <a:lnTo>
                    <a:pt x="239457" y="6111647"/>
                  </a:lnTo>
                  <a:lnTo>
                    <a:pt x="239550" y="6111647"/>
                  </a:lnTo>
                  <a:lnTo>
                    <a:pt x="239830" y="6111647"/>
                  </a:lnTo>
                  <a:lnTo>
                    <a:pt x="240016" y="6111647"/>
                  </a:lnTo>
                  <a:lnTo>
                    <a:pt x="240110" y="6111647"/>
                  </a:lnTo>
                  <a:lnTo>
                    <a:pt x="240203" y="6111647"/>
                  </a:lnTo>
                  <a:lnTo>
                    <a:pt x="240296" y="6111647"/>
                  </a:lnTo>
                  <a:lnTo>
                    <a:pt x="240389" y="6111647"/>
                  </a:lnTo>
                  <a:lnTo>
                    <a:pt x="240483" y="6111647"/>
                  </a:lnTo>
                  <a:lnTo>
                    <a:pt x="240576" y="6111647"/>
                  </a:lnTo>
                  <a:lnTo>
                    <a:pt x="240669" y="6111647"/>
                  </a:lnTo>
                  <a:lnTo>
                    <a:pt x="240762" y="6111647"/>
                  </a:lnTo>
                  <a:lnTo>
                    <a:pt x="240856" y="6111647"/>
                  </a:lnTo>
                  <a:lnTo>
                    <a:pt x="241229" y="6111647"/>
                  </a:lnTo>
                  <a:lnTo>
                    <a:pt x="241322" y="6111647"/>
                  </a:lnTo>
                  <a:lnTo>
                    <a:pt x="241415" y="6111647"/>
                  </a:lnTo>
                  <a:lnTo>
                    <a:pt x="241508" y="6111647"/>
                  </a:lnTo>
                  <a:lnTo>
                    <a:pt x="241602" y="6111647"/>
                  </a:lnTo>
                  <a:lnTo>
                    <a:pt x="241695" y="6111647"/>
                  </a:lnTo>
                  <a:lnTo>
                    <a:pt x="241881" y="6111647"/>
                  </a:lnTo>
                  <a:lnTo>
                    <a:pt x="241975" y="6111647"/>
                  </a:lnTo>
                  <a:lnTo>
                    <a:pt x="242068" y="6111647"/>
                  </a:lnTo>
                  <a:lnTo>
                    <a:pt x="242068" y="6101693"/>
                  </a:lnTo>
                  <a:lnTo>
                    <a:pt x="242161" y="6101693"/>
                  </a:lnTo>
                  <a:lnTo>
                    <a:pt x="242254" y="6101693"/>
                  </a:lnTo>
                  <a:lnTo>
                    <a:pt x="242441" y="6101693"/>
                  </a:lnTo>
                  <a:lnTo>
                    <a:pt x="242534" y="6101693"/>
                  </a:lnTo>
                  <a:lnTo>
                    <a:pt x="242627" y="6101693"/>
                  </a:lnTo>
                  <a:lnTo>
                    <a:pt x="242721" y="6101693"/>
                  </a:lnTo>
                  <a:lnTo>
                    <a:pt x="242814" y="6101693"/>
                  </a:lnTo>
                  <a:lnTo>
                    <a:pt x="242907" y="6101693"/>
                  </a:lnTo>
                  <a:lnTo>
                    <a:pt x="243000" y="6101693"/>
                  </a:lnTo>
                  <a:lnTo>
                    <a:pt x="243093" y="6101693"/>
                  </a:lnTo>
                  <a:lnTo>
                    <a:pt x="243187" y="6101693"/>
                  </a:lnTo>
                  <a:lnTo>
                    <a:pt x="243280" y="6101693"/>
                  </a:lnTo>
                  <a:lnTo>
                    <a:pt x="243373" y="6101693"/>
                  </a:lnTo>
                  <a:lnTo>
                    <a:pt x="243466" y="6101693"/>
                  </a:lnTo>
                  <a:lnTo>
                    <a:pt x="243560" y="6101693"/>
                  </a:lnTo>
                  <a:lnTo>
                    <a:pt x="243653" y="6101693"/>
                  </a:lnTo>
                  <a:lnTo>
                    <a:pt x="243746" y="6101693"/>
                  </a:lnTo>
                  <a:lnTo>
                    <a:pt x="243839" y="6101693"/>
                  </a:lnTo>
                  <a:lnTo>
                    <a:pt x="244026" y="6101693"/>
                  </a:lnTo>
                  <a:lnTo>
                    <a:pt x="244119" y="6101693"/>
                  </a:lnTo>
                  <a:lnTo>
                    <a:pt x="244212" y="6101693"/>
                  </a:lnTo>
                  <a:lnTo>
                    <a:pt x="244306" y="6101693"/>
                  </a:lnTo>
                  <a:lnTo>
                    <a:pt x="244399" y="6101693"/>
                  </a:lnTo>
                  <a:lnTo>
                    <a:pt x="244492" y="6101693"/>
                  </a:lnTo>
                  <a:lnTo>
                    <a:pt x="244585" y="6101693"/>
                  </a:lnTo>
                  <a:lnTo>
                    <a:pt x="244679" y="6101693"/>
                  </a:lnTo>
                  <a:lnTo>
                    <a:pt x="244772" y="6101693"/>
                  </a:lnTo>
                  <a:lnTo>
                    <a:pt x="244865" y="6101693"/>
                  </a:lnTo>
                  <a:lnTo>
                    <a:pt x="244958" y="6101693"/>
                  </a:lnTo>
                  <a:lnTo>
                    <a:pt x="245052" y="6101693"/>
                  </a:lnTo>
                  <a:lnTo>
                    <a:pt x="245145" y="6101693"/>
                  </a:lnTo>
                  <a:lnTo>
                    <a:pt x="245331" y="6101693"/>
                  </a:lnTo>
                  <a:lnTo>
                    <a:pt x="245518" y="6101693"/>
                  </a:lnTo>
                  <a:lnTo>
                    <a:pt x="245611" y="6101693"/>
                  </a:lnTo>
                  <a:lnTo>
                    <a:pt x="245704" y="6101693"/>
                  </a:lnTo>
                  <a:lnTo>
                    <a:pt x="245798" y="6101693"/>
                  </a:lnTo>
                  <a:lnTo>
                    <a:pt x="245891" y="6101693"/>
                  </a:lnTo>
                  <a:lnTo>
                    <a:pt x="245984" y="6101693"/>
                  </a:lnTo>
                  <a:lnTo>
                    <a:pt x="246077" y="6101693"/>
                  </a:lnTo>
                  <a:lnTo>
                    <a:pt x="246171" y="6101693"/>
                  </a:lnTo>
                  <a:lnTo>
                    <a:pt x="246264" y="6101693"/>
                  </a:lnTo>
                  <a:lnTo>
                    <a:pt x="246357" y="6101693"/>
                  </a:lnTo>
                  <a:lnTo>
                    <a:pt x="246450" y="6101693"/>
                  </a:lnTo>
                  <a:lnTo>
                    <a:pt x="246544" y="6101693"/>
                  </a:lnTo>
                  <a:lnTo>
                    <a:pt x="246637" y="6101693"/>
                  </a:lnTo>
                  <a:lnTo>
                    <a:pt x="246730" y="6101693"/>
                  </a:lnTo>
                  <a:lnTo>
                    <a:pt x="246823" y="6101693"/>
                  </a:lnTo>
                  <a:lnTo>
                    <a:pt x="246917" y="6101693"/>
                  </a:lnTo>
                  <a:lnTo>
                    <a:pt x="247010" y="6101693"/>
                  </a:lnTo>
                  <a:lnTo>
                    <a:pt x="247196" y="6101693"/>
                  </a:lnTo>
                  <a:lnTo>
                    <a:pt x="247290" y="6101693"/>
                  </a:lnTo>
                  <a:lnTo>
                    <a:pt x="247383" y="6101693"/>
                  </a:lnTo>
                  <a:lnTo>
                    <a:pt x="247476" y="6101693"/>
                  </a:lnTo>
                  <a:lnTo>
                    <a:pt x="247569" y="6101693"/>
                  </a:lnTo>
                  <a:lnTo>
                    <a:pt x="247663" y="6101693"/>
                  </a:lnTo>
                  <a:lnTo>
                    <a:pt x="247756" y="6101693"/>
                  </a:lnTo>
                  <a:lnTo>
                    <a:pt x="247849" y="6101693"/>
                  </a:lnTo>
                  <a:lnTo>
                    <a:pt x="247942" y="6101693"/>
                  </a:lnTo>
                  <a:lnTo>
                    <a:pt x="248036" y="6101693"/>
                  </a:lnTo>
                  <a:lnTo>
                    <a:pt x="248129" y="6101693"/>
                  </a:lnTo>
                  <a:lnTo>
                    <a:pt x="248222" y="6101693"/>
                  </a:lnTo>
                  <a:lnTo>
                    <a:pt x="248315" y="6101693"/>
                  </a:lnTo>
                  <a:lnTo>
                    <a:pt x="248409" y="6101693"/>
                  </a:lnTo>
                  <a:lnTo>
                    <a:pt x="248502" y="6101693"/>
                  </a:lnTo>
                  <a:lnTo>
                    <a:pt x="248595" y="6101693"/>
                  </a:lnTo>
                  <a:lnTo>
                    <a:pt x="248688" y="6101693"/>
                  </a:lnTo>
                  <a:lnTo>
                    <a:pt x="248968" y="6101693"/>
                  </a:lnTo>
                  <a:lnTo>
                    <a:pt x="249061" y="6101693"/>
                  </a:lnTo>
                  <a:lnTo>
                    <a:pt x="249155" y="6101693"/>
                  </a:lnTo>
                  <a:lnTo>
                    <a:pt x="249248" y="6101693"/>
                  </a:lnTo>
                  <a:lnTo>
                    <a:pt x="249341" y="6101693"/>
                  </a:lnTo>
                  <a:lnTo>
                    <a:pt x="249528" y="6101693"/>
                  </a:lnTo>
                  <a:lnTo>
                    <a:pt x="249621" y="6101693"/>
                  </a:lnTo>
                  <a:lnTo>
                    <a:pt x="249714" y="6101693"/>
                  </a:lnTo>
                  <a:lnTo>
                    <a:pt x="249900" y="6101693"/>
                  </a:lnTo>
                  <a:lnTo>
                    <a:pt x="249994" y="6101693"/>
                  </a:lnTo>
                  <a:lnTo>
                    <a:pt x="250087" y="6101693"/>
                  </a:lnTo>
                  <a:lnTo>
                    <a:pt x="250180" y="6101693"/>
                  </a:lnTo>
                  <a:lnTo>
                    <a:pt x="250273" y="6101693"/>
                  </a:lnTo>
                  <a:lnTo>
                    <a:pt x="250553" y="6101693"/>
                  </a:lnTo>
                  <a:lnTo>
                    <a:pt x="250646" y="6101693"/>
                  </a:lnTo>
                  <a:lnTo>
                    <a:pt x="250740" y="6101693"/>
                  </a:lnTo>
                  <a:lnTo>
                    <a:pt x="250926" y="6101693"/>
                  </a:lnTo>
                  <a:lnTo>
                    <a:pt x="251019" y="6101693"/>
                  </a:lnTo>
                  <a:lnTo>
                    <a:pt x="251113" y="6101693"/>
                  </a:lnTo>
                  <a:lnTo>
                    <a:pt x="251206" y="6101693"/>
                  </a:lnTo>
                  <a:lnTo>
                    <a:pt x="251299" y="6101693"/>
                  </a:lnTo>
                  <a:lnTo>
                    <a:pt x="251392" y="6101693"/>
                  </a:lnTo>
                  <a:lnTo>
                    <a:pt x="251486" y="6101693"/>
                  </a:lnTo>
                  <a:lnTo>
                    <a:pt x="251579" y="6101693"/>
                  </a:lnTo>
                  <a:lnTo>
                    <a:pt x="251672" y="6101693"/>
                  </a:lnTo>
                  <a:lnTo>
                    <a:pt x="251765" y="6101693"/>
                  </a:lnTo>
                  <a:lnTo>
                    <a:pt x="251859" y="6101693"/>
                  </a:lnTo>
                  <a:lnTo>
                    <a:pt x="251952" y="6101693"/>
                  </a:lnTo>
                  <a:lnTo>
                    <a:pt x="252045" y="6101693"/>
                  </a:lnTo>
                  <a:lnTo>
                    <a:pt x="252138" y="6101693"/>
                  </a:lnTo>
                  <a:lnTo>
                    <a:pt x="252232" y="6101693"/>
                  </a:lnTo>
                  <a:lnTo>
                    <a:pt x="252325" y="6101693"/>
                  </a:lnTo>
                  <a:lnTo>
                    <a:pt x="252605" y="6101693"/>
                  </a:lnTo>
                  <a:lnTo>
                    <a:pt x="252698" y="6101693"/>
                  </a:lnTo>
                  <a:lnTo>
                    <a:pt x="252791" y="6101693"/>
                  </a:lnTo>
                  <a:lnTo>
                    <a:pt x="252884" y="6101693"/>
                  </a:lnTo>
                  <a:lnTo>
                    <a:pt x="252978" y="6101693"/>
                  </a:lnTo>
                  <a:lnTo>
                    <a:pt x="253071" y="6101693"/>
                  </a:lnTo>
                  <a:lnTo>
                    <a:pt x="253164" y="6101693"/>
                  </a:lnTo>
                  <a:lnTo>
                    <a:pt x="253257" y="6101693"/>
                  </a:lnTo>
                  <a:lnTo>
                    <a:pt x="253351" y="6101693"/>
                  </a:lnTo>
                  <a:lnTo>
                    <a:pt x="253537" y="6101693"/>
                  </a:lnTo>
                  <a:lnTo>
                    <a:pt x="253630" y="6101693"/>
                  </a:lnTo>
                  <a:lnTo>
                    <a:pt x="253724" y="6101693"/>
                  </a:lnTo>
                  <a:lnTo>
                    <a:pt x="253817" y="6101693"/>
                  </a:lnTo>
                  <a:lnTo>
                    <a:pt x="253910" y="6101693"/>
                  </a:lnTo>
                  <a:lnTo>
                    <a:pt x="254003" y="6101693"/>
                  </a:lnTo>
                  <a:lnTo>
                    <a:pt x="254097" y="6101693"/>
                  </a:lnTo>
                  <a:lnTo>
                    <a:pt x="254190" y="6101693"/>
                  </a:lnTo>
                  <a:lnTo>
                    <a:pt x="254283" y="6101693"/>
                  </a:lnTo>
                  <a:lnTo>
                    <a:pt x="254470" y="6101693"/>
                  </a:lnTo>
                  <a:lnTo>
                    <a:pt x="254563" y="6101693"/>
                  </a:lnTo>
                  <a:lnTo>
                    <a:pt x="254656" y="6101693"/>
                  </a:lnTo>
                  <a:lnTo>
                    <a:pt x="254749" y="6101693"/>
                  </a:lnTo>
                  <a:lnTo>
                    <a:pt x="254843" y="6101693"/>
                  </a:lnTo>
                  <a:lnTo>
                    <a:pt x="255029" y="6101693"/>
                  </a:lnTo>
                  <a:lnTo>
                    <a:pt x="255122" y="6101693"/>
                  </a:lnTo>
                  <a:lnTo>
                    <a:pt x="255216" y="6101693"/>
                  </a:lnTo>
                  <a:lnTo>
                    <a:pt x="255309" y="6101693"/>
                  </a:lnTo>
                  <a:lnTo>
                    <a:pt x="255402" y="6101693"/>
                  </a:lnTo>
                  <a:lnTo>
                    <a:pt x="255495" y="6101693"/>
                  </a:lnTo>
                  <a:lnTo>
                    <a:pt x="255589" y="6101693"/>
                  </a:lnTo>
                  <a:lnTo>
                    <a:pt x="255682" y="6101693"/>
                  </a:lnTo>
                  <a:lnTo>
                    <a:pt x="255868" y="6101693"/>
                  </a:lnTo>
                  <a:lnTo>
                    <a:pt x="255962" y="6101693"/>
                  </a:lnTo>
                  <a:lnTo>
                    <a:pt x="256055" y="6101693"/>
                  </a:lnTo>
                  <a:lnTo>
                    <a:pt x="256148" y="6101693"/>
                  </a:lnTo>
                  <a:lnTo>
                    <a:pt x="256241" y="6101693"/>
                  </a:lnTo>
                  <a:lnTo>
                    <a:pt x="256335" y="6101693"/>
                  </a:lnTo>
                  <a:lnTo>
                    <a:pt x="256428" y="6101693"/>
                  </a:lnTo>
                  <a:lnTo>
                    <a:pt x="256521" y="6101693"/>
                  </a:lnTo>
                  <a:lnTo>
                    <a:pt x="256614" y="6101693"/>
                  </a:lnTo>
                  <a:lnTo>
                    <a:pt x="256707" y="6101693"/>
                  </a:lnTo>
                  <a:lnTo>
                    <a:pt x="256801" y="6101693"/>
                  </a:lnTo>
                  <a:lnTo>
                    <a:pt x="256987" y="6101693"/>
                  </a:lnTo>
                  <a:lnTo>
                    <a:pt x="257080" y="6101693"/>
                  </a:lnTo>
                  <a:lnTo>
                    <a:pt x="257174" y="6101693"/>
                  </a:lnTo>
                  <a:lnTo>
                    <a:pt x="257267" y="6101693"/>
                  </a:lnTo>
                  <a:lnTo>
                    <a:pt x="257360" y="6101693"/>
                  </a:lnTo>
                  <a:lnTo>
                    <a:pt x="257453" y="6101693"/>
                  </a:lnTo>
                  <a:lnTo>
                    <a:pt x="257547" y="6101693"/>
                  </a:lnTo>
                  <a:lnTo>
                    <a:pt x="257640" y="6101693"/>
                  </a:lnTo>
                  <a:lnTo>
                    <a:pt x="257733" y="6101693"/>
                  </a:lnTo>
                  <a:lnTo>
                    <a:pt x="257826" y="6101693"/>
                  </a:lnTo>
                  <a:lnTo>
                    <a:pt x="257920" y="6101693"/>
                  </a:lnTo>
                  <a:lnTo>
                    <a:pt x="258013" y="6101693"/>
                  </a:lnTo>
                  <a:lnTo>
                    <a:pt x="258106" y="6101693"/>
                  </a:lnTo>
                  <a:lnTo>
                    <a:pt x="258199" y="6101693"/>
                  </a:lnTo>
                  <a:lnTo>
                    <a:pt x="258386" y="6101693"/>
                  </a:lnTo>
                  <a:lnTo>
                    <a:pt x="258479" y="6101693"/>
                  </a:lnTo>
                  <a:lnTo>
                    <a:pt x="258666" y="6101693"/>
                  </a:lnTo>
                  <a:lnTo>
                    <a:pt x="258759" y="6101693"/>
                  </a:lnTo>
                  <a:lnTo>
                    <a:pt x="258852" y="6101693"/>
                  </a:lnTo>
                  <a:lnTo>
                    <a:pt x="259039" y="6101693"/>
                  </a:lnTo>
                  <a:lnTo>
                    <a:pt x="259132" y="6101693"/>
                  </a:lnTo>
                  <a:lnTo>
                    <a:pt x="259225" y="6101693"/>
                  </a:lnTo>
                  <a:lnTo>
                    <a:pt x="259318" y="6101693"/>
                  </a:lnTo>
                  <a:lnTo>
                    <a:pt x="259598" y="6101693"/>
                  </a:lnTo>
                  <a:lnTo>
                    <a:pt x="259785" y="6101693"/>
                  </a:lnTo>
                  <a:lnTo>
                    <a:pt x="259971" y="6101693"/>
                  </a:lnTo>
                  <a:lnTo>
                    <a:pt x="260064" y="6101693"/>
                  </a:lnTo>
                  <a:lnTo>
                    <a:pt x="260158" y="6101693"/>
                  </a:lnTo>
                  <a:lnTo>
                    <a:pt x="260251" y="6101693"/>
                  </a:lnTo>
                  <a:lnTo>
                    <a:pt x="260344" y="6101693"/>
                  </a:lnTo>
                  <a:lnTo>
                    <a:pt x="260437" y="6101693"/>
                  </a:lnTo>
                  <a:lnTo>
                    <a:pt x="260531" y="6101693"/>
                  </a:lnTo>
                  <a:lnTo>
                    <a:pt x="260624" y="6101693"/>
                  </a:lnTo>
                  <a:lnTo>
                    <a:pt x="260717" y="6101693"/>
                  </a:lnTo>
                  <a:lnTo>
                    <a:pt x="260810" y="6101693"/>
                  </a:lnTo>
                  <a:lnTo>
                    <a:pt x="260904" y="6101693"/>
                  </a:lnTo>
                  <a:lnTo>
                    <a:pt x="260997" y="6101693"/>
                  </a:lnTo>
                  <a:lnTo>
                    <a:pt x="261090" y="6101693"/>
                  </a:lnTo>
                  <a:lnTo>
                    <a:pt x="261183" y="6101693"/>
                  </a:lnTo>
                  <a:lnTo>
                    <a:pt x="261277" y="6101693"/>
                  </a:lnTo>
                  <a:lnTo>
                    <a:pt x="261370" y="6101693"/>
                  </a:lnTo>
                  <a:lnTo>
                    <a:pt x="261463" y="6101693"/>
                  </a:lnTo>
                  <a:lnTo>
                    <a:pt x="261556" y="6101693"/>
                  </a:lnTo>
                  <a:lnTo>
                    <a:pt x="261650" y="6101693"/>
                  </a:lnTo>
                  <a:lnTo>
                    <a:pt x="261743" y="6101693"/>
                  </a:lnTo>
                  <a:lnTo>
                    <a:pt x="261836" y="6101693"/>
                  </a:lnTo>
                  <a:lnTo>
                    <a:pt x="261929" y="6101693"/>
                  </a:lnTo>
                  <a:lnTo>
                    <a:pt x="262023" y="6101693"/>
                  </a:lnTo>
                  <a:lnTo>
                    <a:pt x="262116" y="6101693"/>
                  </a:lnTo>
                  <a:lnTo>
                    <a:pt x="262209" y="6101693"/>
                  </a:lnTo>
                  <a:lnTo>
                    <a:pt x="262302" y="6101693"/>
                  </a:lnTo>
                  <a:lnTo>
                    <a:pt x="262396" y="6101693"/>
                  </a:lnTo>
                  <a:lnTo>
                    <a:pt x="262489" y="6101693"/>
                  </a:lnTo>
                  <a:lnTo>
                    <a:pt x="262582" y="6101693"/>
                  </a:lnTo>
                  <a:lnTo>
                    <a:pt x="262675" y="6101693"/>
                  </a:lnTo>
                  <a:lnTo>
                    <a:pt x="262769" y="6101693"/>
                  </a:lnTo>
                  <a:lnTo>
                    <a:pt x="262862" y="6101693"/>
                  </a:lnTo>
                  <a:lnTo>
                    <a:pt x="263048" y="6101693"/>
                  </a:lnTo>
                  <a:lnTo>
                    <a:pt x="263142" y="6101693"/>
                  </a:lnTo>
                  <a:lnTo>
                    <a:pt x="263235" y="6101693"/>
                  </a:lnTo>
                  <a:lnTo>
                    <a:pt x="263328" y="6101693"/>
                  </a:lnTo>
                  <a:lnTo>
                    <a:pt x="263421" y="6101693"/>
                  </a:lnTo>
                  <a:lnTo>
                    <a:pt x="263421" y="6091739"/>
                  </a:lnTo>
                  <a:lnTo>
                    <a:pt x="263608" y="6091739"/>
                  </a:lnTo>
                  <a:lnTo>
                    <a:pt x="263701" y="6091739"/>
                  </a:lnTo>
                  <a:lnTo>
                    <a:pt x="263981" y="6091739"/>
                  </a:lnTo>
                  <a:lnTo>
                    <a:pt x="264167" y="6091739"/>
                  </a:lnTo>
                  <a:lnTo>
                    <a:pt x="264260" y="6091739"/>
                  </a:lnTo>
                  <a:lnTo>
                    <a:pt x="264354" y="6091739"/>
                  </a:lnTo>
                  <a:lnTo>
                    <a:pt x="264447" y="6091739"/>
                  </a:lnTo>
                  <a:lnTo>
                    <a:pt x="264540" y="6091739"/>
                  </a:lnTo>
                  <a:lnTo>
                    <a:pt x="264727" y="6091739"/>
                  </a:lnTo>
                  <a:lnTo>
                    <a:pt x="264820" y="6091739"/>
                  </a:lnTo>
                  <a:lnTo>
                    <a:pt x="264913" y="6091739"/>
                  </a:lnTo>
                  <a:lnTo>
                    <a:pt x="265100" y="6091739"/>
                  </a:lnTo>
                  <a:lnTo>
                    <a:pt x="265286" y="6091739"/>
                  </a:lnTo>
                  <a:lnTo>
                    <a:pt x="265379" y="6091739"/>
                  </a:lnTo>
                  <a:lnTo>
                    <a:pt x="265566" y="6091739"/>
                  </a:lnTo>
                  <a:lnTo>
                    <a:pt x="265659" y="6091739"/>
                  </a:lnTo>
                  <a:lnTo>
                    <a:pt x="265752" y="6091739"/>
                  </a:lnTo>
                  <a:lnTo>
                    <a:pt x="265939" y="6091739"/>
                  </a:lnTo>
                  <a:lnTo>
                    <a:pt x="266032" y="6091739"/>
                  </a:lnTo>
                  <a:lnTo>
                    <a:pt x="266125" y="6091739"/>
                  </a:lnTo>
                  <a:lnTo>
                    <a:pt x="266219" y="6091739"/>
                  </a:lnTo>
                  <a:lnTo>
                    <a:pt x="266312" y="6091739"/>
                  </a:lnTo>
                  <a:lnTo>
                    <a:pt x="266498" y="6091739"/>
                  </a:lnTo>
                  <a:lnTo>
                    <a:pt x="266592" y="6091739"/>
                  </a:lnTo>
                  <a:lnTo>
                    <a:pt x="266685" y="6091739"/>
                  </a:lnTo>
                  <a:lnTo>
                    <a:pt x="266778" y="6091739"/>
                  </a:lnTo>
                  <a:lnTo>
                    <a:pt x="266871" y="6091739"/>
                  </a:lnTo>
                  <a:lnTo>
                    <a:pt x="266965" y="6091739"/>
                  </a:lnTo>
                  <a:lnTo>
                    <a:pt x="267058" y="6091739"/>
                  </a:lnTo>
                  <a:lnTo>
                    <a:pt x="267151" y="6091739"/>
                  </a:lnTo>
                  <a:lnTo>
                    <a:pt x="267244" y="6091739"/>
                  </a:lnTo>
                  <a:lnTo>
                    <a:pt x="267338" y="6091739"/>
                  </a:lnTo>
                  <a:lnTo>
                    <a:pt x="267431" y="6091739"/>
                  </a:lnTo>
                  <a:lnTo>
                    <a:pt x="267524" y="6091739"/>
                  </a:lnTo>
                  <a:lnTo>
                    <a:pt x="267617" y="6091739"/>
                  </a:lnTo>
                  <a:lnTo>
                    <a:pt x="267711" y="6091739"/>
                  </a:lnTo>
                  <a:lnTo>
                    <a:pt x="267804" y="6091739"/>
                  </a:lnTo>
                  <a:lnTo>
                    <a:pt x="267897" y="6091739"/>
                  </a:lnTo>
                  <a:lnTo>
                    <a:pt x="267990" y="6091739"/>
                  </a:lnTo>
                  <a:lnTo>
                    <a:pt x="268084" y="6091739"/>
                  </a:lnTo>
                  <a:lnTo>
                    <a:pt x="268177" y="6091739"/>
                  </a:lnTo>
                  <a:lnTo>
                    <a:pt x="268270" y="6091739"/>
                  </a:lnTo>
                  <a:lnTo>
                    <a:pt x="268363" y="6091739"/>
                  </a:lnTo>
                  <a:lnTo>
                    <a:pt x="268550" y="6091739"/>
                  </a:lnTo>
                  <a:lnTo>
                    <a:pt x="268830" y="6091739"/>
                  </a:lnTo>
                  <a:lnTo>
                    <a:pt x="268923" y="6091739"/>
                  </a:lnTo>
                  <a:lnTo>
                    <a:pt x="269016" y="6091739"/>
                  </a:lnTo>
                  <a:lnTo>
                    <a:pt x="269109" y="6091739"/>
                  </a:lnTo>
                  <a:lnTo>
                    <a:pt x="269296" y="6091739"/>
                  </a:lnTo>
                  <a:lnTo>
                    <a:pt x="269389" y="6091739"/>
                  </a:lnTo>
                  <a:lnTo>
                    <a:pt x="269482" y="6091739"/>
                  </a:lnTo>
                  <a:lnTo>
                    <a:pt x="269576" y="6091739"/>
                  </a:lnTo>
                  <a:lnTo>
                    <a:pt x="269762" y="6091739"/>
                  </a:lnTo>
                  <a:lnTo>
                    <a:pt x="269855" y="6091739"/>
                  </a:lnTo>
                  <a:lnTo>
                    <a:pt x="269949" y="6091739"/>
                  </a:lnTo>
                  <a:lnTo>
                    <a:pt x="270042" y="6091739"/>
                  </a:lnTo>
                  <a:lnTo>
                    <a:pt x="270228" y="6091739"/>
                  </a:lnTo>
                  <a:lnTo>
                    <a:pt x="270322" y="6091739"/>
                  </a:lnTo>
                  <a:lnTo>
                    <a:pt x="270508" y="6091739"/>
                  </a:lnTo>
                  <a:lnTo>
                    <a:pt x="270601" y="6091739"/>
                  </a:lnTo>
                  <a:lnTo>
                    <a:pt x="270788" y="6091739"/>
                  </a:lnTo>
                  <a:lnTo>
                    <a:pt x="270881" y="6091739"/>
                  </a:lnTo>
                  <a:lnTo>
                    <a:pt x="270974" y="6091739"/>
                  </a:lnTo>
                  <a:lnTo>
                    <a:pt x="271067" y="6091739"/>
                  </a:lnTo>
                  <a:lnTo>
                    <a:pt x="271161" y="6091739"/>
                  </a:lnTo>
                  <a:lnTo>
                    <a:pt x="271254" y="6091739"/>
                  </a:lnTo>
                  <a:lnTo>
                    <a:pt x="271813" y="6091739"/>
                  </a:lnTo>
                  <a:lnTo>
                    <a:pt x="272093" y="6091739"/>
                  </a:lnTo>
                  <a:lnTo>
                    <a:pt x="272186" y="6091739"/>
                  </a:lnTo>
                  <a:lnTo>
                    <a:pt x="272280" y="6091739"/>
                  </a:lnTo>
                  <a:lnTo>
                    <a:pt x="272373" y="6091739"/>
                  </a:lnTo>
                  <a:lnTo>
                    <a:pt x="272466" y="6091739"/>
                  </a:lnTo>
                  <a:lnTo>
                    <a:pt x="272559" y="6091739"/>
                  </a:lnTo>
                  <a:lnTo>
                    <a:pt x="272653" y="6091739"/>
                  </a:lnTo>
                  <a:lnTo>
                    <a:pt x="272746" y="6091739"/>
                  </a:lnTo>
                  <a:lnTo>
                    <a:pt x="272839" y="6091739"/>
                  </a:lnTo>
                  <a:lnTo>
                    <a:pt x="272932" y="6091739"/>
                  </a:lnTo>
                  <a:lnTo>
                    <a:pt x="273026" y="6091739"/>
                  </a:lnTo>
                  <a:lnTo>
                    <a:pt x="273119" y="6091739"/>
                  </a:lnTo>
                  <a:lnTo>
                    <a:pt x="273212" y="6091739"/>
                  </a:lnTo>
                  <a:lnTo>
                    <a:pt x="273305" y="6091739"/>
                  </a:lnTo>
                  <a:lnTo>
                    <a:pt x="273399" y="6091739"/>
                  </a:lnTo>
                  <a:lnTo>
                    <a:pt x="273492" y="6091739"/>
                  </a:lnTo>
                  <a:lnTo>
                    <a:pt x="273585" y="6091739"/>
                  </a:lnTo>
                  <a:lnTo>
                    <a:pt x="273678" y="6091739"/>
                  </a:lnTo>
                  <a:lnTo>
                    <a:pt x="273772" y="6091739"/>
                  </a:lnTo>
                  <a:lnTo>
                    <a:pt x="273865" y="6091739"/>
                  </a:lnTo>
                  <a:lnTo>
                    <a:pt x="273958" y="6091739"/>
                  </a:lnTo>
                  <a:lnTo>
                    <a:pt x="274051" y="6091739"/>
                  </a:lnTo>
                  <a:lnTo>
                    <a:pt x="274238" y="6091739"/>
                  </a:lnTo>
                  <a:lnTo>
                    <a:pt x="274331" y="6091739"/>
                  </a:lnTo>
                  <a:lnTo>
                    <a:pt x="274424" y="6091739"/>
                  </a:lnTo>
                  <a:lnTo>
                    <a:pt x="274611" y="6091739"/>
                  </a:lnTo>
                  <a:lnTo>
                    <a:pt x="274704" y="6091739"/>
                  </a:lnTo>
                  <a:lnTo>
                    <a:pt x="274797" y="6091739"/>
                  </a:lnTo>
                  <a:lnTo>
                    <a:pt x="274891" y="6091739"/>
                  </a:lnTo>
                  <a:lnTo>
                    <a:pt x="274984" y="6091739"/>
                  </a:lnTo>
                  <a:lnTo>
                    <a:pt x="275170" y="6091739"/>
                  </a:lnTo>
                  <a:lnTo>
                    <a:pt x="275357" y="6091739"/>
                  </a:lnTo>
                  <a:lnTo>
                    <a:pt x="275450" y="6091739"/>
                  </a:lnTo>
                  <a:lnTo>
                    <a:pt x="275543" y="6091739"/>
                  </a:lnTo>
                  <a:lnTo>
                    <a:pt x="275637" y="6091739"/>
                  </a:lnTo>
                  <a:lnTo>
                    <a:pt x="275823" y="6091739"/>
                  </a:lnTo>
                  <a:lnTo>
                    <a:pt x="275916" y="6091739"/>
                  </a:lnTo>
                  <a:lnTo>
                    <a:pt x="276010" y="6091739"/>
                  </a:lnTo>
                  <a:lnTo>
                    <a:pt x="276196" y="6091739"/>
                  </a:lnTo>
                  <a:lnTo>
                    <a:pt x="276289" y="6091739"/>
                  </a:lnTo>
                  <a:lnTo>
                    <a:pt x="276383" y="6091739"/>
                  </a:lnTo>
                  <a:lnTo>
                    <a:pt x="276476" y="6091739"/>
                  </a:lnTo>
                  <a:lnTo>
                    <a:pt x="276569" y="6091739"/>
                  </a:lnTo>
                  <a:lnTo>
                    <a:pt x="276662" y="6091739"/>
                  </a:lnTo>
                  <a:lnTo>
                    <a:pt x="276849" y="6091739"/>
                  </a:lnTo>
                  <a:lnTo>
                    <a:pt x="276942" y="6091739"/>
                  </a:lnTo>
                  <a:lnTo>
                    <a:pt x="277035" y="6091739"/>
                  </a:lnTo>
                  <a:lnTo>
                    <a:pt x="277129" y="6091739"/>
                  </a:lnTo>
                  <a:lnTo>
                    <a:pt x="277222" y="6091739"/>
                  </a:lnTo>
                  <a:lnTo>
                    <a:pt x="277315" y="6091739"/>
                  </a:lnTo>
                  <a:lnTo>
                    <a:pt x="277408" y="6091739"/>
                  </a:lnTo>
                  <a:lnTo>
                    <a:pt x="277595" y="6091739"/>
                  </a:lnTo>
                  <a:lnTo>
                    <a:pt x="277688" y="6091739"/>
                  </a:lnTo>
                  <a:lnTo>
                    <a:pt x="277874" y="6091739"/>
                  </a:lnTo>
                  <a:lnTo>
                    <a:pt x="277968" y="6091739"/>
                  </a:lnTo>
                  <a:lnTo>
                    <a:pt x="278061" y="6091739"/>
                  </a:lnTo>
                  <a:lnTo>
                    <a:pt x="278154" y="6091739"/>
                  </a:lnTo>
                  <a:lnTo>
                    <a:pt x="278341" y="6091739"/>
                  </a:lnTo>
                  <a:lnTo>
                    <a:pt x="278527" y="6091739"/>
                  </a:lnTo>
                  <a:lnTo>
                    <a:pt x="278714" y="6091739"/>
                  </a:lnTo>
                  <a:lnTo>
                    <a:pt x="278807" y="6091739"/>
                  </a:lnTo>
                  <a:lnTo>
                    <a:pt x="278900" y="6091739"/>
                  </a:lnTo>
                  <a:lnTo>
                    <a:pt x="278993" y="6091739"/>
                  </a:lnTo>
                  <a:lnTo>
                    <a:pt x="279087" y="6091739"/>
                  </a:lnTo>
                  <a:lnTo>
                    <a:pt x="279180" y="6091739"/>
                  </a:lnTo>
                  <a:lnTo>
                    <a:pt x="279273" y="6091739"/>
                  </a:lnTo>
                  <a:lnTo>
                    <a:pt x="279366" y="6091739"/>
                  </a:lnTo>
                  <a:lnTo>
                    <a:pt x="279460" y="6091739"/>
                  </a:lnTo>
                  <a:lnTo>
                    <a:pt x="279553" y="6091739"/>
                  </a:lnTo>
                  <a:lnTo>
                    <a:pt x="279646" y="6091739"/>
                  </a:lnTo>
                  <a:lnTo>
                    <a:pt x="279739" y="6091739"/>
                  </a:lnTo>
                  <a:lnTo>
                    <a:pt x="279833" y="6091739"/>
                  </a:lnTo>
                  <a:lnTo>
                    <a:pt x="280019" y="6091739"/>
                  </a:lnTo>
                  <a:lnTo>
                    <a:pt x="280112" y="6091739"/>
                  </a:lnTo>
                  <a:lnTo>
                    <a:pt x="280206" y="6091739"/>
                  </a:lnTo>
                  <a:lnTo>
                    <a:pt x="280299" y="6091739"/>
                  </a:lnTo>
                  <a:lnTo>
                    <a:pt x="280392" y="6091739"/>
                  </a:lnTo>
                  <a:lnTo>
                    <a:pt x="280485" y="6091739"/>
                  </a:lnTo>
                  <a:lnTo>
                    <a:pt x="280579" y="6091739"/>
                  </a:lnTo>
                  <a:lnTo>
                    <a:pt x="280672" y="6091739"/>
                  </a:lnTo>
                  <a:lnTo>
                    <a:pt x="280765" y="6091739"/>
                  </a:lnTo>
                  <a:lnTo>
                    <a:pt x="280858" y="6091739"/>
                  </a:lnTo>
                  <a:lnTo>
                    <a:pt x="280952" y="6091739"/>
                  </a:lnTo>
                  <a:lnTo>
                    <a:pt x="281045" y="6091739"/>
                  </a:lnTo>
                  <a:lnTo>
                    <a:pt x="281138" y="6091739"/>
                  </a:lnTo>
                  <a:lnTo>
                    <a:pt x="281231" y="6091739"/>
                  </a:lnTo>
                  <a:lnTo>
                    <a:pt x="281325" y="6091739"/>
                  </a:lnTo>
                  <a:lnTo>
                    <a:pt x="281418" y="6091739"/>
                  </a:lnTo>
                  <a:lnTo>
                    <a:pt x="281511" y="6091739"/>
                  </a:lnTo>
                  <a:lnTo>
                    <a:pt x="281604" y="6091739"/>
                  </a:lnTo>
                  <a:lnTo>
                    <a:pt x="281698" y="6091739"/>
                  </a:lnTo>
                  <a:lnTo>
                    <a:pt x="281791" y="6091739"/>
                  </a:lnTo>
                  <a:lnTo>
                    <a:pt x="281884" y="6091739"/>
                  </a:lnTo>
                  <a:lnTo>
                    <a:pt x="281977" y="6091739"/>
                  </a:lnTo>
                  <a:lnTo>
                    <a:pt x="282071" y="6091739"/>
                  </a:lnTo>
                  <a:lnTo>
                    <a:pt x="282164" y="6091739"/>
                  </a:lnTo>
                  <a:lnTo>
                    <a:pt x="282257" y="6091739"/>
                  </a:lnTo>
                  <a:lnTo>
                    <a:pt x="282350" y="6091739"/>
                  </a:lnTo>
                  <a:lnTo>
                    <a:pt x="282444" y="6091739"/>
                  </a:lnTo>
                  <a:lnTo>
                    <a:pt x="282630" y="6091739"/>
                  </a:lnTo>
                  <a:lnTo>
                    <a:pt x="282723" y="6091739"/>
                  </a:lnTo>
                  <a:lnTo>
                    <a:pt x="282817" y="6091739"/>
                  </a:lnTo>
                  <a:lnTo>
                    <a:pt x="283003" y="6091739"/>
                  </a:lnTo>
                  <a:lnTo>
                    <a:pt x="283096" y="6091739"/>
                  </a:lnTo>
                  <a:lnTo>
                    <a:pt x="283376" y="6091739"/>
                  </a:lnTo>
                  <a:lnTo>
                    <a:pt x="283469" y="6091739"/>
                  </a:lnTo>
                  <a:lnTo>
                    <a:pt x="283563" y="6091739"/>
                  </a:lnTo>
                  <a:lnTo>
                    <a:pt x="283749" y="6091739"/>
                  </a:lnTo>
                  <a:lnTo>
                    <a:pt x="283842" y="6091739"/>
                  </a:lnTo>
                  <a:lnTo>
                    <a:pt x="283936" y="6091739"/>
                  </a:lnTo>
                  <a:lnTo>
                    <a:pt x="284029" y="6091739"/>
                  </a:lnTo>
                  <a:lnTo>
                    <a:pt x="284215" y="6091739"/>
                  </a:lnTo>
                  <a:lnTo>
                    <a:pt x="284309" y="6091739"/>
                  </a:lnTo>
                  <a:lnTo>
                    <a:pt x="284402" y="6091739"/>
                  </a:lnTo>
                  <a:lnTo>
                    <a:pt x="284495" y="6091739"/>
                  </a:lnTo>
                  <a:lnTo>
                    <a:pt x="284588" y="6091739"/>
                  </a:lnTo>
                  <a:lnTo>
                    <a:pt x="284681" y="6091739"/>
                  </a:lnTo>
                  <a:lnTo>
                    <a:pt x="284775" y="6091739"/>
                  </a:lnTo>
                  <a:lnTo>
                    <a:pt x="284868" y="6091739"/>
                  </a:lnTo>
                  <a:lnTo>
                    <a:pt x="284961" y="6091739"/>
                  </a:lnTo>
                  <a:lnTo>
                    <a:pt x="285054" y="6091739"/>
                  </a:lnTo>
                  <a:lnTo>
                    <a:pt x="285148" y="6091739"/>
                  </a:lnTo>
                  <a:lnTo>
                    <a:pt x="285241" y="6091739"/>
                  </a:lnTo>
                  <a:lnTo>
                    <a:pt x="285334" y="6091739"/>
                  </a:lnTo>
                  <a:lnTo>
                    <a:pt x="285427" y="6091739"/>
                  </a:lnTo>
                  <a:lnTo>
                    <a:pt x="285521" y="6091739"/>
                  </a:lnTo>
                  <a:lnTo>
                    <a:pt x="285614" y="6091739"/>
                  </a:lnTo>
                  <a:lnTo>
                    <a:pt x="285707" y="6091739"/>
                  </a:lnTo>
                  <a:lnTo>
                    <a:pt x="285800" y="6091739"/>
                  </a:lnTo>
                  <a:lnTo>
                    <a:pt x="285894" y="6091739"/>
                  </a:lnTo>
                  <a:lnTo>
                    <a:pt x="286080" y="6091739"/>
                  </a:lnTo>
                  <a:lnTo>
                    <a:pt x="286173" y="6091739"/>
                  </a:lnTo>
                  <a:lnTo>
                    <a:pt x="286267" y="6091739"/>
                  </a:lnTo>
                  <a:lnTo>
                    <a:pt x="286453" y="6091739"/>
                  </a:lnTo>
                  <a:lnTo>
                    <a:pt x="286546" y="6091739"/>
                  </a:lnTo>
                  <a:lnTo>
                    <a:pt x="286640" y="6091739"/>
                  </a:lnTo>
                  <a:lnTo>
                    <a:pt x="286733" y="6091739"/>
                  </a:lnTo>
                  <a:lnTo>
                    <a:pt x="286826" y="6091739"/>
                  </a:lnTo>
                  <a:lnTo>
                    <a:pt x="286919" y="6091739"/>
                  </a:lnTo>
                  <a:lnTo>
                    <a:pt x="287106" y="6091739"/>
                  </a:lnTo>
                  <a:lnTo>
                    <a:pt x="287199" y="6091739"/>
                  </a:lnTo>
                  <a:lnTo>
                    <a:pt x="287292" y="6091739"/>
                  </a:lnTo>
                  <a:lnTo>
                    <a:pt x="287386" y="6091739"/>
                  </a:lnTo>
                  <a:lnTo>
                    <a:pt x="287572" y="6091739"/>
                  </a:lnTo>
                  <a:lnTo>
                    <a:pt x="287665" y="6091739"/>
                  </a:lnTo>
                  <a:lnTo>
                    <a:pt x="287945" y="6091739"/>
                  </a:lnTo>
                  <a:lnTo>
                    <a:pt x="288038" y="6091739"/>
                  </a:lnTo>
                  <a:lnTo>
                    <a:pt x="288132" y="6091739"/>
                  </a:lnTo>
                  <a:lnTo>
                    <a:pt x="288225" y="6091739"/>
                  </a:lnTo>
                  <a:lnTo>
                    <a:pt x="288318" y="6091739"/>
                  </a:lnTo>
                  <a:lnTo>
                    <a:pt x="288411" y="6091739"/>
                  </a:lnTo>
                  <a:lnTo>
                    <a:pt x="288505" y="6091739"/>
                  </a:lnTo>
                  <a:lnTo>
                    <a:pt x="288598" y="6091739"/>
                  </a:lnTo>
                  <a:lnTo>
                    <a:pt x="288691" y="6091739"/>
                  </a:lnTo>
                  <a:lnTo>
                    <a:pt x="288784" y="6091739"/>
                  </a:lnTo>
                  <a:lnTo>
                    <a:pt x="288878" y="6091739"/>
                  </a:lnTo>
                  <a:lnTo>
                    <a:pt x="288971" y="6091739"/>
                  </a:lnTo>
                  <a:lnTo>
                    <a:pt x="289064" y="6091739"/>
                  </a:lnTo>
                  <a:lnTo>
                    <a:pt x="289157" y="6091739"/>
                  </a:lnTo>
                  <a:lnTo>
                    <a:pt x="289157" y="6081785"/>
                  </a:lnTo>
                  <a:lnTo>
                    <a:pt x="289251" y="6081785"/>
                  </a:lnTo>
                  <a:lnTo>
                    <a:pt x="289437" y="6081785"/>
                  </a:lnTo>
                  <a:lnTo>
                    <a:pt x="289530" y="6081785"/>
                  </a:lnTo>
                  <a:lnTo>
                    <a:pt x="289624" y="6081785"/>
                  </a:lnTo>
                  <a:lnTo>
                    <a:pt x="289810" y="6081785"/>
                  </a:lnTo>
                  <a:lnTo>
                    <a:pt x="289997" y="6081785"/>
                  </a:lnTo>
                  <a:lnTo>
                    <a:pt x="290090" y="6081785"/>
                  </a:lnTo>
                  <a:lnTo>
                    <a:pt x="290183" y="6081785"/>
                  </a:lnTo>
                  <a:lnTo>
                    <a:pt x="290463" y="6081785"/>
                  </a:lnTo>
                  <a:lnTo>
                    <a:pt x="290556" y="6081785"/>
                  </a:lnTo>
                  <a:lnTo>
                    <a:pt x="290649" y="6081785"/>
                  </a:lnTo>
                  <a:lnTo>
                    <a:pt x="290743" y="6081785"/>
                  </a:lnTo>
                  <a:lnTo>
                    <a:pt x="290836" y="6081785"/>
                  </a:lnTo>
                  <a:lnTo>
                    <a:pt x="290929" y="6081785"/>
                  </a:lnTo>
                  <a:lnTo>
                    <a:pt x="291022" y="6081785"/>
                  </a:lnTo>
                  <a:lnTo>
                    <a:pt x="291116" y="6081785"/>
                  </a:lnTo>
                  <a:lnTo>
                    <a:pt x="291302" y="6081785"/>
                  </a:lnTo>
                  <a:lnTo>
                    <a:pt x="291395" y="6081785"/>
                  </a:lnTo>
                  <a:lnTo>
                    <a:pt x="291488" y="6081785"/>
                  </a:lnTo>
                  <a:lnTo>
                    <a:pt x="291582" y="6081785"/>
                  </a:lnTo>
                  <a:lnTo>
                    <a:pt x="291675" y="6081785"/>
                  </a:lnTo>
                  <a:lnTo>
                    <a:pt x="291768" y="6081785"/>
                  </a:lnTo>
                  <a:lnTo>
                    <a:pt x="291861" y="6081785"/>
                  </a:lnTo>
                  <a:lnTo>
                    <a:pt x="291955" y="6081785"/>
                  </a:lnTo>
                  <a:lnTo>
                    <a:pt x="292141" y="6081785"/>
                  </a:lnTo>
                  <a:lnTo>
                    <a:pt x="292234" y="6081785"/>
                  </a:lnTo>
                  <a:lnTo>
                    <a:pt x="292328" y="6081785"/>
                  </a:lnTo>
                  <a:lnTo>
                    <a:pt x="292421" y="6081785"/>
                  </a:lnTo>
                  <a:lnTo>
                    <a:pt x="292514" y="6081785"/>
                  </a:lnTo>
                  <a:lnTo>
                    <a:pt x="292701" y="6081785"/>
                  </a:lnTo>
                  <a:lnTo>
                    <a:pt x="292794" y="6081785"/>
                  </a:lnTo>
                  <a:lnTo>
                    <a:pt x="292887" y="6081785"/>
                  </a:lnTo>
                  <a:lnTo>
                    <a:pt x="293074" y="6081785"/>
                  </a:lnTo>
                  <a:lnTo>
                    <a:pt x="293167" y="6081785"/>
                  </a:lnTo>
                  <a:lnTo>
                    <a:pt x="293260" y="6081785"/>
                  </a:lnTo>
                  <a:lnTo>
                    <a:pt x="293353" y="6071831"/>
                  </a:lnTo>
                  <a:lnTo>
                    <a:pt x="293447" y="6071831"/>
                  </a:lnTo>
                  <a:lnTo>
                    <a:pt x="293540" y="6071831"/>
                  </a:lnTo>
                  <a:lnTo>
                    <a:pt x="293633" y="6071831"/>
                  </a:lnTo>
                  <a:lnTo>
                    <a:pt x="293726" y="6071831"/>
                  </a:lnTo>
                  <a:lnTo>
                    <a:pt x="293820" y="6071831"/>
                  </a:lnTo>
                  <a:lnTo>
                    <a:pt x="293913" y="6071831"/>
                  </a:lnTo>
                  <a:lnTo>
                    <a:pt x="294006" y="6071831"/>
                  </a:lnTo>
                  <a:lnTo>
                    <a:pt x="294099" y="6071831"/>
                  </a:lnTo>
                  <a:lnTo>
                    <a:pt x="294193" y="6071831"/>
                  </a:lnTo>
                  <a:lnTo>
                    <a:pt x="294286" y="6071831"/>
                  </a:lnTo>
                  <a:lnTo>
                    <a:pt x="294379" y="6071831"/>
                  </a:lnTo>
                  <a:lnTo>
                    <a:pt x="294566" y="6071831"/>
                  </a:lnTo>
                  <a:lnTo>
                    <a:pt x="294659" y="6071831"/>
                  </a:lnTo>
                  <a:lnTo>
                    <a:pt x="294752" y="6071831"/>
                  </a:lnTo>
                  <a:lnTo>
                    <a:pt x="294845" y="6071831"/>
                  </a:lnTo>
                  <a:lnTo>
                    <a:pt x="294939" y="6071831"/>
                  </a:lnTo>
                  <a:lnTo>
                    <a:pt x="295032" y="6071831"/>
                  </a:lnTo>
                  <a:lnTo>
                    <a:pt x="295125" y="6071831"/>
                  </a:lnTo>
                  <a:lnTo>
                    <a:pt x="295218" y="6071831"/>
                  </a:lnTo>
                  <a:lnTo>
                    <a:pt x="295312" y="6071831"/>
                  </a:lnTo>
                  <a:lnTo>
                    <a:pt x="295405" y="6071831"/>
                  </a:lnTo>
                  <a:lnTo>
                    <a:pt x="295498" y="6071831"/>
                  </a:lnTo>
                  <a:lnTo>
                    <a:pt x="295591" y="6071831"/>
                  </a:lnTo>
                  <a:lnTo>
                    <a:pt x="295778" y="6071831"/>
                  </a:lnTo>
                  <a:lnTo>
                    <a:pt x="295871" y="6071831"/>
                  </a:lnTo>
                  <a:lnTo>
                    <a:pt x="295964" y="6071831"/>
                  </a:lnTo>
                  <a:lnTo>
                    <a:pt x="296058" y="6071831"/>
                  </a:lnTo>
                  <a:lnTo>
                    <a:pt x="296151" y="6071831"/>
                  </a:lnTo>
                  <a:lnTo>
                    <a:pt x="296244" y="6071831"/>
                  </a:lnTo>
                  <a:lnTo>
                    <a:pt x="296337" y="6071831"/>
                  </a:lnTo>
                  <a:lnTo>
                    <a:pt x="296524" y="6071831"/>
                  </a:lnTo>
                  <a:lnTo>
                    <a:pt x="296617" y="6071831"/>
                  </a:lnTo>
                  <a:lnTo>
                    <a:pt x="296710" y="6071831"/>
                  </a:lnTo>
                  <a:lnTo>
                    <a:pt x="296804" y="6071831"/>
                  </a:lnTo>
                  <a:lnTo>
                    <a:pt x="296897" y="6071831"/>
                  </a:lnTo>
                  <a:lnTo>
                    <a:pt x="297083" y="6071831"/>
                  </a:lnTo>
                  <a:lnTo>
                    <a:pt x="297177" y="6071831"/>
                  </a:lnTo>
                  <a:lnTo>
                    <a:pt x="297270" y="6071831"/>
                  </a:lnTo>
                  <a:lnTo>
                    <a:pt x="297363" y="6071831"/>
                  </a:lnTo>
                  <a:lnTo>
                    <a:pt x="297456" y="6071831"/>
                  </a:lnTo>
                  <a:lnTo>
                    <a:pt x="297550" y="6071831"/>
                  </a:lnTo>
                  <a:lnTo>
                    <a:pt x="297829" y="6071831"/>
                  </a:lnTo>
                  <a:lnTo>
                    <a:pt x="297923" y="6071831"/>
                  </a:lnTo>
                  <a:lnTo>
                    <a:pt x="298016" y="6071831"/>
                  </a:lnTo>
                  <a:lnTo>
                    <a:pt x="298109" y="6071831"/>
                  </a:lnTo>
                  <a:lnTo>
                    <a:pt x="298202" y="6071831"/>
                  </a:lnTo>
                  <a:lnTo>
                    <a:pt x="298296" y="6071831"/>
                  </a:lnTo>
                  <a:lnTo>
                    <a:pt x="298389" y="6071831"/>
                  </a:lnTo>
                  <a:lnTo>
                    <a:pt x="298482" y="6071831"/>
                  </a:lnTo>
                  <a:lnTo>
                    <a:pt x="298668" y="6071831"/>
                  </a:lnTo>
                  <a:lnTo>
                    <a:pt x="298762" y="6071831"/>
                  </a:lnTo>
                  <a:lnTo>
                    <a:pt x="298855" y="6071831"/>
                  </a:lnTo>
                  <a:lnTo>
                    <a:pt x="298948" y="6071831"/>
                  </a:lnTo>
                  <a:lnTo>
                    <a:pt x="299135" y="6071831"/>
                  </a:lnTo>
                  <a:lnTo>
                    <a:pt x="299228" y="6071831"/>
                  </a:lnTo>
                  <a:lnTo>
                    <a:pt x="299321" y="6071831"/>
                  </a:lnTo>
                  <a:lnTo>
                    <a:pt x="299414" y="6071831"/>
                  </a:lnTo>
                  <a:lnTo>
                    <a:pt x="299508" y="6071831"/>
                  </a:lnTo>
                  <a:lnTo>
                    <a:pt x="299601" y="6071831"/>
                  </a:lnTo>
                  <a:lnTo>
                    <a:pt x="299787" y="6071831"/>
                  </a:lnTo>
                  <a:lnTo>
                    <a:pt x="299881" y="6071831"/>
                  </a:lnTo>
                  <a:lnTo>
                    <a:pt x="299974" y="6071831"/>
                  </a:lnTo>
                  <a:lnTo>
                    <a:pt x="300067" y="6071831"/>
                  </a:lnTo>
                  <a:lnTo>
                    <a:pt x="300160" y="6071831"/>
                  </a:lnTo>
                  <a:lnTo>
                    <a:pt x="300254" y="6071831"/>
                  </a:lnTo>
                  <a:lnTo>
                    <a:pt x="300347" y="6071831"/>
                  </a:lnTo>
                  <a:lnTo>
                    <a:pt x="301000" y="6071831"/>
                  </a:lnTo>
                  <a:lnTo>
                    <a:pt x="301093" y="6071831"/>
                  </a:lnTo>
                  <a:lnTo>
                    <a:pt x="301186" y="6071831"/>
                  </a:lnTo>
                  <a:lnTo>
                    <a:pt x="301279" y="6071831"/>
                  </a:lnTo>
                  <a:lnTo>
                    <a:pt x="301466" y="6071831"/>
                  </a:lnTo>
                  <a:lnTo>
                    <a:pt x="301559" y="6071831"/>
                  </a:lnTo>
                  <a:lnTo>
                    <a:pt x="301652" y="6071831"/>
                  </a:lnTo>
                  <a:lnTo>
                    <a:pt x="301746" y="6071831"/>
                  </a:lnTo>
                  <a:lnTo>
                    <a:pt x="301839" y="6071831"/>
                  </a:lnTo>
                  <a:lnTo>
                    <a:pt x="301932" y="6071831"/>
                  </a:lnTo>
                  <a:lnTo>
                    <a:pt x="302025" y="6071831"/>
                  </a:lnTo>
                  <a:lnTo>
                    <a:pt x="302119" y="6071831"/>
                  </a:lnTo>
                  <a:lnTo>
                    <a:pt x="302212" y="6071831"/>
                  </a:lnTo>
                  <a:lnTo>
                    <a:pt x="302305" y="6071831"/>
                  </a:lnTo>
                  <a:lnTo>
                    <a:pt x="302398" y="6071831"/>
                  </a:lnTo>
                  <a:lnTo>
                    <a:pt x="302398" y="6061877"/>
                  </a:lnTo>
                  <a:lnTo>
                    <a:pt x="302492" y="6061877"/>
                  </a:lnTo>
                  <a:lnTo>
                    <a:pt x="302585" y="6061877"/>
                  </a:lnTo>
                  <a:lnTo>
                    <a:pt x="302678" y="6061877"/>
                  </a:lnTo>
                  <a:lnTo>
                    <a:pt x="302771" y="6061877"/>
                  </a:lnTo>
                  <a:lnTo>
                    <a:pt x="302958" y="6061877"/>
                  </a:lnTo>
                  <a:lnTo>
                    <a:pt x="303051" y="6061877"/>
                  </a:lnTo>
                  <a:lnTo>
                    <a:pt x="303144" y="6061877"/>
                  </a:lnTo>
                  <a:lnTo>
                    <a:pt x="303238" y="6061877"/>
                  </a:lnTo>
                  <a:lnTo>
                    <a:pt x="303331" y="6061877"/>
                  </a:lnTo>
                  <a:lnTo>
                    <a:pt x="303424" y="6061877"/>
                  </a:lnTo>
                  <a:lnTo>
                    <a:pt x="303611" y="6061877"/>
                  </a:lnTo>
                  <a:lnTo>
                    <a:pt x="303704" y="6061877"/>
                  </a:lnTo>
                  <a:lnTo>
                    <a:pt x="303890" y="6061877"/>
                  </a:lnTo>
                  <a:lnTo>
                    <a:pt x="303984" y="6061877"/>
                  </a:lnTo>
                  <a:lnTo>
                    <a:pt x="304077" y="6061877"/>
                  </a:lnTo>
                  <a:lnTo>
                    <a:pt x="304170" y="6061877"/>
                  </a:lnTo>
                  <a:lnTo>
                    <a:pt x="304357" y="6061877"/>
                  </a:lnTo>
                  <a:lnTo>
                    <a:pt x="304450" y="6061877"/>
                  </a:lnTo>
                  <a:lnTo>
                    <a:pt x="304543" y="6061877"/>
                  </a:lnTo>
                  <a:lnTo>
                    <a:pt x="304636" y="6061877"/>
                  </a:lnTo>
                  <a:lnTo>
                    <a:pt x="304730" y="6061877"/>
                  </a:lnTo>
                  <a:lnTo>
                    <a:pt x="304823" y="6061877"/>
                  </a:lnTo>
                  <a:lnTo>
                    <a:pt x="304916" y="6061877"/>
                  </a:lnTo>
                  <a:lnTo>
                    <a:pt x="305009" y="6061877"/>
                  </a:lnTo>
                  <a:lnTo>
                    <a:pt x="305103" y="6061877"/>
                  </a:lnTo>
                  <a:lnTo>
                    <a:pt x="305196" y="6061877"/>
                  </a:lnTo>
                  <a:lnTo>
                    <a:pt x="305289" y="6061877"/>
                  </a:lnTo>
                  <a:lnTo>
                    <a:pt x="305382" y="6061877"/>
                  </a:lnTo>
                  <a:lnTo>
                    <a:pt x="305475" y="6061877"/>
                  </a:lnTo>
                  <a:lnTo>
                    <a:pt x="305569" y="6061877"/>
                  </a:lnTo>
                  <a:lnTo>
                    <a:pt x="305662" y="6061877"/>
                  </a:lnTo>
                  <a:lnTo>
                    <a:pt x="305755" y="6061877"/>
                  </a:lnTo>
                  <a:lnTo>
                    <a:pt x="305848" y="6061877"/>
                  </a:lnTo>
                  <a:lnTo>
                    <a:pt x="305942" y="6061877"/>
                  </a:lnTo>
                  <a:lnTo>
                    <a:pt x="306035" y="6061877"/>
                  </a:lnTo>
                  <a:lnTo>
                    <a:pt x="306128" y="6061877"/>
                  </a:lnTo>
                  <a:lnTo>
                    <a:pt x="306221" y="6061877"/>
                  </a:lnTo>
                  <a:lnTo>
                    <a:pt x="306315" y="6061877"/>
                  </a:lnTo>
                  <a:lnTo>
                    <a:pt x="306408" y="6061877"/>
                  </a:lnTo>
                  <a:lnTo>
                    <a:pt x="306594" y="6061877"/>
                  </a:lnTo>
                  <a:lnTo>
                    <a:pt x="306688" y="6061877"/>
                  </a:lnTo>
                  <a:lnTo>
                    <a:pt x="306781" y="6061877"/>
                  </a:lnTo>
                  <a:lnTo>
                    <a:pt x="306874" y="6061877"/>
                  </a:lnTo>
                  <a:lnTo>
                    <a:pt x="307061" y="6061877"/>
                  </a:lnTo>
                  <a:lnTo>
                    <a:pt x="307154" y="6061877"/>
                  </a:lnTo>
                  <a:lnTo>
                    <a:pt x="307340" y="6061877"/>
                  </a:lnTo>
                  <a:lnTo>
                    <a:pt x="307434" y="6061877"/>
                  </a:lnTo>
                  <a:lnTo>
                    <a:pt x="307527" y="6061877"/>
                  </a:lnTo>
                  <a:lnTo>
                    <a:pt x="307713" y="6061877"/>
                  </a:lnTo>
                  <a:lnTo>
                    <a:pt x="307900" y="6061877"/>
                  </a:lnTo>
                  <a:lnTo>
                    <a:pt x="307993" y="6061877"/>
                  </a:lnTo>
                  <a:lnTo>
                    <a:pt x="308086" y="6061877"/>
                  </a:lnTo>
                  <a:lnTo>
                    <a:pt x="308180" y="6061877"/>
                  </a:lnTo>
                  <a:lnTo>
                    <a:pt x="308273" y="6061877"/>
                  </a:lnTo>
                  <a:lnTo>
                    <a:pt x="308366" y="6061877"/>
                  </a:lnTo>
                  <a:lnTo>
                    <a:pt x="308459" y="6061877"/>
                  </a:lnTo>
                  <a:lnTo>
                    <a:pt x="308553" y="6061877"/>
                  </a:lnTo>
                  <a:lnTo>
                    <a:pt x="308646" y="6061877"/>
                  </a:lnTo>
                  <a:lnTo>
                    <a:pt x="308739" y="6061877"/>
                  </a:lnTo>
                  <a:lnTo>
                    <a:pt x="308832" y="6061877"/>
                  </a:lnTo>
                  <a:lnTo>
                    <a:pt x="308926" y="6061877"/>
                  </a:lnTo>
                  <a:lnTo>
                    <a:pt x="309019" y="6061877"/>
                  </a:lnTo>
                  <a:lnTo>
                    <a:pt x="309112" y="6061877"/>
                  </a:lnTo>
                  <a:lnTo>
                    <a:pt x="309205" y="6061877"/>
                  </a:lnTo>
                  <a:lnTo>
                    <a:pt x="309299" y="6061877"/>
                  </a:lnTo>
                  <a:lnTo>
                    <a:pt x="309392" y="6061877"/>
                  </a:lnTo>
                  <a:lnTo>
                    <a:pt x="309485" y="6061877"/>
                  </a:lnTo>
                  <a:lnTo>
                    <a:pt x="309578" y="6061877"/>
                  </a:lnTo>
                  <a:lnTo>
                    <a:pt x="309765" y="6061877"/>
                  </a:lnTo>
                  <a:lnTo>
                    <a:pt x="309858" y="6061877"/>
                  </a:lnTo>
                  <a:lnTo>
                    <a:pt x="309951" y="6061877"/>
                  </a:lnTo>
                  <a:lnTo>
                    <a:pt x="310045" y="6061877"/>
                  </a:lnTo>
                  <a:lnTo>
                    <a:pt x="310138" y="6061877"/>
                  </a:lnTo>
                  <a:lnTo>
                    <a:pt x="310231" y="6061877"/>
                  </a:lnTo>
                  <a:lnTo>
                    <a:pt x="310324" y="6061877"/>
                  </a:lnTo>
                  <a:lnTo>
                    <a:pt x="310418" y="6061877"/>
                  </a:lnTo>
                  <a:lnTo>
                    <a:pt x="310697" y="6061877"/>
                  </a:lnTo>
                  <a:lnTo>
                    <a:pt x="310791" y="6061877"/>
                  </a:lnTo>
                  <a:lnTo>
                    <a:pt x="310884" y="6061877"/>
                  </a:lnTo>
                  <a:lnTo>
                    <a:pt x="310977" y="6061877"/>
                  </a:lnTo>
                  <a:lnTo>
                    <a:pt x="311070" y="6061877"/>
                  </a:lnTo>
                  <a:lnTo>
                    <a:pt x="311350" y="6061877"/>
                  </a:lnTo>
                  <a:lnTo>
                    <a:pt x="311443" y="6061877"/>
                  </a:lnTo>
                  <a:lnTo>
                    <a:pt x="311537" y="6061877"/>
                  </a:lnTo>
                  <a:lnTo>
                    <a:pt x="311630" y="6061877"/>
                  </a:lnTo>
                  <a:lnTo>
                    <a:pt x="311723" y="6061877"/>
                  </a:lnTo>
                  <a:lnTo>
                    <a:pt x="311816" y="6061877"/>
                  </a:lnTo>
                  <a:lnTo>
                    <a:pt x="311910" y="6061877"/>
                  </a:lnTo>
                  <a:lnTo>
                    <a:pt x="312003" y="6061877"/>
                  </a:lnTo>
                  <a:lnTo>
                    <a:pt x="312096" y="6061877"/>
                  </a:lnTo>
                  <a:lnTo>
                    <a:pt x="312189" y="6061877"/>
                  </a:lnTo>
                  <a:lnTo>
                    <a:pt x="312282" y="6061877"/>
                  </a:lnTo>
                  <a:lnTo>
                    <a:pt x="312376" y="6061877"/>
                  </a:lnTo>
                  <a:lnTo>
                    <a:pt x="312655" y="6061877"/>
                  </a:lnTo>
                  <a:lnTo>
                    <a:pt x="312749" y="6061877"/>
                  </a:lnTo>
                  <a:lnTo>
                    <a:pt x="312842" y="6061877"/>
                  </a:lnTo>
                  <a:lnTo>
                    <a:pt x="312935" y="6061877"/>
                  </a:lnTo>
                  <a:lnTo>
                    <a:pt x="313028" y="6061877"/>
                  </a:lnTo>
                  <a:lnTo>
                    <a:pt x="313122" y="6061877"/>
                  </a:lnTo>
                  <a:lnTo>
                    <a:pt x="313215" y="6061877"/>
                  </a:lnTo>
                  <a:lnTo>
                    <a:pt x="313401" y="6061877"/>
                  </a:lnTo>
                  <a:lnTo>
                    <a:pt x="313774" y="6061877"/>
                  </a:lnTo>
                  <a:lnTo>
                    <a:pt x="313868" y="6061877"/>
                  </a:lnTo>
                  <a:lnTo>
                    <a:pt x="313868" y="6051924"/>
                  </a:lnTo>
                  <a:lnTo>
                    <a:pt x="313961" y="6051924"/>
                  </a:lnTo>
                  <a:lnTo>
                    <a:pt x="314147" y="6051924"/>
                  </a:lnTo>
                  <a:lnTo>
                    <a:pt x="314241" y="6051924"/>
                  </a:lnTo>
                  <a:lnTo>
                    <a:pt x="314334" y="6051924"/>
                  </a:lnTo>
                  <a:lnTo>
                    <a:pt x="314427" y="6051924"/>
                  </a:lnTo>
                  <a:lnTo>
                    <a:pt x="314520" y="6051924"/>
                  </a:lnTo>
                  <a:lnTo>
                    <a:pt x="314614" y="6051924"/>
                  </a:lnTo>
                  <a:lnTo>
                    <a:pt x="314707" y="6051924"/>
                  </a:lnTo>
                  <a:lnTo>
                    <a:pt x="314800" y="6051924"/>
                  </a:lnTo>
                  <a:lnTo>
                    <a:pt x="314893" y="6051924"/>
                  </a:lnTo>
                  <a:lnTo>
                    <a:pt x="314987" y="6051924"/>
                  </a:lnTo>
                  <a:lnTo>
                    <a:pt x="315173" y="6051924"/>
                  </a:lnTo>
                  <a:lnTo>
                    <a:pt x="315266" y="6051924"/>
                  </a:lnTo>
                  <a:lnTo>
                    <a:pt x="315360" y="6051924"/>
                  </a:lnTo>
                  <a:lnTo>
                    <a:pt x="315453" y="6051924"/>
                  </a:lnTo>
                  <a:lnTo>
                    <a:pt x="315546" y="6051924"/>
                  </a:lnTo>
                  <a:lnTo>
                    <a:pt x="315639" y="6051924"/>
                  </a:lnTo>
                  <a:lnTo>
                    <a:pt x="315733" y="6051924"/>
                  </a:lnTo>
                  <a:lnTo>
                    <a:pt x="315826" y="6051924"/>
                  </a:lnTo>
                  <a:lnTo>
                    <a:pt x="316012" y="6051924"/>
                  </a:lnTo>
                  <a:lnTo>
                    <a:pt x="316106" y="6051924"/>
                  </a:lnTo>
                  <a:lnTo>
                    <a:pt x="316199" y="6051924"/>
                  </a:lnTo>
                  <a:lnTo>
                    <a:pt x="316292" y="6051924"/>
                  </a:lnTo>
                  <a:lnTo>
                    <a:pt x="316479" y="6051924"/>
                  </a:lnTo>
                  <a:lnTo>
                    <a:pt x="316758" y="6051924"/>
                  </a:lnTo>
                  <a:lnTo>
                    <a:pt x="316852" y="6051924"/>
                  </a:lnTo>
                  <a:lnTo>
                    <a:pt x="316945" y="6051924"/>
                  </a:lnTo>
                  <a:lnTo>
                    <a:pt x="317038" y="6051924"/>
                  </a:lnTo>
                  <a:lnTo>
                    <a:pt x="317131" y="6051924"/>
                  </a:lnTo>
                  <a:lnTo>
                    <a:pt x="317225" y="6051924"/>
                  </a:lnTo>
                  <a:lnTo>
                    <a:pt x="317318" y="6051924"/>
                  </a:lnTo>
                  <a:lnTo>
                    <a:pt x="317411" y="6051924"/>
                  </a:lnTo>
                  <a:lnTo>
                    <a:pt x="317504" y="6051924"/>
                  </a:lnTo>
                  <a:lnTo>
                    <a:pt x="317598" y="6051924"/>
                  </a:lnTo>
                  <a:lnTo>
                    <a:pt x="317691" y="6051924"/>
                  </a:lnTo>
                  <a:lnTo>
                    <a:pt x="317784" y="6051924"/>
                  </a:lnTo>
                  <a:lnTo>
                    <a:pt x="317971" y="6051924"/>
                  </a:lnTo>
                  <a:lnTo>
                    <a:pt x="318157" y="6051924"/>
                  </a:lnTo>
                  <a:lnTo>
                    <a:pt x="318344" y="6051924"/>
                  </a:lnTo>
                  <a:lnTo>
                    <a:pt x="318437" y="6051924"/>
                  </a:lnTo>
                  <a:lnTo>
                    <a:pt x="318530" y="6051924"/>
                  </a:lnTo>
                  <a:lnTo>
                    <a:pt x="318623" y="6051924"/>
                  </a:lnTo>
                  <a:lnTo>
                    <a:pt x="318717" y="6051924"/>
                  </a:lnTo>
                  <a:lnTo>
                    <a:pt x="318810" y="6051924"/>
                  </a:lnTo>
                  <a:lnTo>
                    <a:pt x="318903" y="6051924"/>
                  </a:lnTo>
                  <a:lnTo>
                    <a:pt x="318996" y="6051924"/>
                  </a:lnTo>
                  <a:lnTo>
                    <a:pt x="319090" y="6051924"/>
                  </a:lnTo>
                  <a:lnTo>
                    <a:pt x="319183" y="6051924"/>
                  </a:lnTo>
                  <a:lnTo>
                    <a:pt x="319276" y="6051924"/>
                  </a:lnTo>
                  <a:lnTo>
                    <a:pt x="319369" y="6051924"/>
                  </a:lnTo>
                  <a:lnTo>
                    <a:pt x="319462" y="6051924"/>
                  </a:lnTo>
                  <a:lnTo>
                    <a:pt x="319556" y="6051924"/>
                  </a:lnTo>
                  <a:lnTo>
                    <a:pt x="319649" y="6051924"/>
                  </a:lnTo>
                  <a:lnTo>
                    <a:pt x="319742" y="6051924"/>
                  </a:lnTo>
                  <a:lnTo>
                    <a:pt x="319835" y="6051924"/>
                  </a:lnTo>
                  <a:lnTo>
                    <a:pt x="319929" y="6051924"/>
                  </a:lnTo>
                  <a:lnTo>
                    <a:pt x="320022" y="6051924"/>
                  </a:lnTo>
                  <a:lnTo>
                    <a:pt x="320115" y="6051924"/>
                  </a:lnTo>
                  <a:lnTo>
                    <a:pt x="320208" y="6051924"/>
                  </a:lnTo>
                  <a:lnTo>
                    <a:pt x="320302" y="6051924"/>
                  </a:lnTo>
                  <a:lnTo>
                    <a:pt x="320395" y="6051924"/>
                  </a:lnTo>
                  <a:lnTo>
                    <a:pt x="320488" y="6051924"/>
                  </a:lnTo>
                  <a:lnTo>
                    <a:pt x="320581" y="6051924"/>
                  </a:lnTo>
                  <a:lnTo>
                    <a:pt x="320675" y="6051924"/>
                  </a:lnTo>
                  <a:lnTo>
                    <a:pt x="320768" y="6051924"/>
                  </a:lnTo>
                  <a:lnTo>
                    <a:pt x="320861" y="6051924"/>
                  </a:lnTo>
                  <a:lnTo>
                    <a:pt x="321048" y="6051924"/>
                  </a:lnTo>
                  <a:lnTo>
                    <a:pt x="321141" y="6051924"/>
                  </a:lnTo>
                  <a:lnTo>
                    <a:pt x="321234" y="6051924"/>
                  </a:lnTo>
                  <a:lnTo>
                    <a:pt x="321327" y="6051924"/>
                  </a:lnTo>
                  <a:lnTo>
                    <a:pt x="321514" y="6051924"/>
                  </a:lnTo>
                  <a:lnTo>
                    <a:pt x="321607" y="6051924"/>
                  </a:lnTo>
                  <a:lnTo>
                    <a:pt x="321700" y="6051924"/>
                  </a:lnTo>
                  <a:lnTo>
                    <a:pt x="321794" y="6051924"/>
                  </a:lnTo>
                  <a:lnTo>
                    <a:pt x="321887" y="6051924"/>
                  </a:lnTo>
                  <a:lnTo>
                    <a:pt x="321980" y="6051924"/>
                  </a:lnTo>
                  <a:lnTo>
                    <a:pt x="322073" y="6051924"/>
                  </a:lnTo>
                  <a:lnTo>
                    <a:pt x="322167" y="6051924"/>
                  </a:lnTo>
                  <a:lnTo>
                    <a:pt x="322260" y="6051924"/>
                  </a:lnTo>
                  <a:lnTo>
                    <a:pt x="322446" y="6051924"/>
                  </a:lnTo>
                  <a:lnTo>
                    <a:pt x="322633" y="6051924"/>
                  </a:lnTo>
                  <a:lnTo>
                    <a:pt x="322726" y="6051924"/>
                  </a:lnTo>
                  <a:lnTo>
                    <a:pt x="322913" y="6051924"/>
                  </a:lnTo>
                  <a:lnTo>
                    <a:pt x="323099" y="6051924"/>
                  </a:lnTo>
                  <a:lnTo>
                    <a:pt x="323192" y="6051924"/>
                  </a:lnTo>
                  <a:lnTo>
                    <a:pt x="323286" y="6051924"/>
                  </a:lnTo>
                  <a:lnTo>
                    <a:pt x="323379" y="6051924"/>
                  </a:lnTo>
                  <a:lnTo>
                    <a:pt x="323472" y="6051924"/>
                  </a:lnTo>
                  <a:lnTo>
                    <a:pt x="323565" y="6051924"/>
                  </a:lnTo>
                  <a:lnTo>
                    <a:pt x="323659" y="6051924"/>
                  </a:lnTo>
                  <a:lnTo>
                    <a:pt x="323752" y="6051924"/>
                  </a:lnTo>
                  <a:lnTo>
                    <a:pt x="323845" y="6051924"/>
                  </a:lnTo>
                  <a:lnTo>
                    <a:pt x="323938" y="6051924"/>
                  </a:lnTo>
                  <a:lnTo>
                    <a:pt x="324032" y="6051924"/>
                  </a:lnTo>
                  <a:lnTo>
                    <a:pt x="324125" y="6051924"/>
                  </a:lnTo>
                  <a:lnTo>
                    <a:pt x="324311" y="6051924"/>
                  </a:lnTo>
                  <a:lnTo>
                    <a:pt x="324405" y="6051924"/>
                  </a:lnTo>
                  <a:lnTo>
                    <a:pt x="324498" y="6051924"/>
                  </a:lnTo>
                  <a:lnTo>
                    <a:pt x="324684" y="6051924"/>
                  </a:lnTo>
                  <a:lnTo>
                    <a:pt x="324684" y="6041970"/>
                  </a:lnTo>
                  <a:lnTo>
                    <a:pt x="324778" y="6041970"/>
                  </a:lnTo>
                  <a:lnTo>
                    <a:pt x="325151" y="6041970"/>
                  </a:lnTo>
                  <a:lnTo>
                    <a:pt x="325244" y="6041970"/>
                  </a:lnTo>
                  <a:lnTo>
                    <a:pt x="325337" y="6041970"/>
                  </a:lnTo>
                  <a:lnTo>
                    <a:pt x="325430" y="6041970"/>
                  </a:lnTo>
                  <a:lnTo>
                    <a:pt x="325524" y="6041970"/>
                  </a:lnTo>
                  <a:lnTo>
                    <a:pt x="325617" y="6041970"/>
                  </a:lnTo>
                  <a:lnTo>
                    <a:pt x="325710" y="6041970"/>
                  </a:lnTo>
                  <a:lnTo>
                    <a:pt x="325803" y="6041970"/>
                  </a:lnTo>
                  <a:lnTo>
                    <a:pt x="325897" y="6041970"/>
                  </a:lnTo>
                  <a:lnTo>
                    <a:pt x="325990" y="6041970"/>
                  </a:lnTo>
                  <a:lnTo>
                    <a:pt x="326083" y="6041970"/>
                  </a:lnTo>
                  <a:lnTo>
                    <a:pt x="326176" y="6041970"/>
                  </a:lnTo>
                  <a:lnTo>
                    <a:pt x="326269" y="6041970"/>
                  </a:lnTo>
                  <a:lnTo>
                    <a:pt x="326363" y="6041970"/>
                  </a:lnTo>
                  <a:lnTo>
                    <a:pt x="326549" y="6041970"/>
                  </a:lnTo>
                  <a:lnTo>
                    <a:pt x="326642" y="6041970"/>
                  </a:lnTo>
                  <a:lnTo>
                    <a:pt x="326736" y="6041970"/>
                  </a:lnTo>
                  <a:lnTo>
                    <a:pt x="326829" y="6041970"/>
                  </a:lnTo>
                  <a:lnTo>
                    <a:pt x="326922" y="6041970"/>
                  </a:lnTo>
                  <a:lnTo>
                    <a:pt x="327109" y="6041970"/>
                  </a:lnTo>
                  <a:lnTo>
                    <a:pt x="327202" y="6041970"/>
                  </a:lnTo>
                  <a:lnTo>
                    <a:pt x="327295" y="6041970"/>
                  </a:lnTo>
                  <a:lnTo>
                    <a:pt x="327388" y="6041970"/>
                  </a:lnTo>
                  <a:lnTo>
                    <a:pt x="327482" y="6041970"/>
                  </a:lnTo>
                  <a:lnTo>
                    <a:pt x="327575" y="6041970"/>
                  </a:lnTo>
                  <a:lnTo>
                    <a:pt x="327668" y="6041970"/>
                  </a:lnTo>
                  <a:lnTo>
                    <a:pt x="327761" y="6041970"/>
                  </a:lnTo>
                  <a:lnTo>
                    <a:pt x="327855" y="6041970"/>
                  </a:lnTo>
                  <a:lnTo>
                    <a:pt x="327948" y="6041970"/>
                  </a:lnTo>
                  <a:lnTo>
                    <a:pt x="328134" y="6041970"/>
                  </a:lnTo>
                  <a:lnTo>
                    <a:pt x="328228" y="6041970"/>
                  </a:lnTo>
                  <a:lnTo>
                    <a:pt x="328321" y="6041970"/>
                  </a:lnTo>
                  <a:lnTo>
                    <a:pt x="328414" y="6041970"/>
                  </a:lnTo>
                  <a:lnTo>
                    <a:pt x="328507" y="6041970"/>
                  </a:lnTo>
                  <a:lnTo>
                    <a:pt x="328601" y="6041970"/>
                  </a:lnTo>
                  <a:lnTo>
                    <a:pt x="328694" y="6041970"/>
                  </a:lnTo>
                  <a:lnTo>
                    <a:pt x="328787" y="6041970"/>
                  </a:lnTo>
                  <a:lnTo>
                    <a:pt x="328974" y="6041970"/>
                  </a:lnTo>
                  <a:lnTo>
                    <a:pt x="329160" y="6041970"/>
                  </a:lnTo>
                  <a:lnTo>
                    <a:pt x="329253" y="6041970"/>
                  </a:lnTo>
                  <a:lnTo>
                    <a:pt x="329347" y="6041970"/>
                  </a:lnTo>
                  <a:lnTo>
                    <a:pt x="329440" y="6041970"/>
                  </a:lnTo>
                  <a:lnTo>
                    <a:pt x="329533" y="6041970"/>
                  </a:lnTo>
                  <a:lnTo>
                    <a:pt x="329626" y="6041970"/>
                  </a:lnTo>
                  <a:lnTo>
                    <a:pt x="329720" y="6041970"/>
                  </a:lnTo>
                  <a:lnTo>
                    <a:pt x="329813" y="6041970"/>
                  </a:lnTo>
                  <a:lnTo>
                    <a:pt x="329906" y="6041970"/>
                  </a:lnTo>
                  <a:lnTo>
                    <a:pt x="329999" y="6041970"/>
                  </a:lnTo>
                  <a:lnTo>
                    <a:pt x="330093" y="6041970"/>
                  </a:lnTo>
                  <a:lnTo>
                    <a:pt x="330186" y="6041970"/>
                  </a:lnTo>
                  <a:lnTo>
                    <a:pt x="330372" y="6041970"/>
                  </a:lnTo>
                  <a:lnTo>
                    <a:pt x="330466" y="6041970"/>
                  </a:lnTo>
                  <a:lnTo>
                    <a:pt x="330652" y="6041970"/>
                  </a:lnTo>
                  <a:lnTo>
                    <a:pt x="330745" y="6041970"/>
                  </a:lnTo>
                  <a:lnTo>
                    <a:pt x="330839" y="6041970"/>
                  </a:lnTo>
                  <a:lnTo>
                    <a:pt x="330932" y="6041970"/>
                  </a:lnTo>
                  <a:lnTo>
                    <a:pt x="330932" y="6032016"/>
                  </a:lnTo>
                  <a:lnTo>
                    <a:pt x="331025" y="6032016"/>
                  </a:lnTo>
                  <a:lnTo>
                    <a:pt x="331118" y="6032016"/>
                  </a:lnTo>
                  <a:lnTo>
                    <a:pt x="331212" y="6032016"/>
                  </a:lnTo>
                  <a:lnTo>
                    <a:pt x="331398" y="6032016"/>
                  </a:lnTo>
                  <a:lnTo>
                    <a:pt x="331491" y="6032016"/>
                  </a:lnTo>
                  <a:lnTo>
                    <a:pt x="331585" y="6032016"/>
                  </a:lnTo>
                  <a:lnTo>
                    <a:pt x="331678" y="6032016"/>
                  </a:lnTo>
                  <a:lnTo>
                    <a:pt x="331771" y="6032016"/>
                  </a:lnTo>
                  <a:lnTo>
                    <a:pt x="331864" y="6032016"/>
                  </a:lnTo>
                  <a:lnTo>
                    <a:pt x="331958" y="6032016"/>
                  </a:lnTo>
                  <a:lnTo>
                    <a:pt x="332051" y="6032016"/>
                  </a:lnTo>
                  <a:lnTo>
                    <a:pt x="332144" y="6032016"/>
                  </a:lnTo>
                  <a:lnTo>
                    <a:pt x="332331" y="6032016"/>
                  </a:lnTo>
                  <a:lnTo>
                    <a:pt x="332424" y="6032016"/>
                  </a:lnTo>
                  <a:lnTo>
                    <a:pt x="332517" y="6032016"/>
                  </a:lnTo>
                  <a:lnTo>
                    <a:pt x="332610" y="6032016"/>
                  </a:lnTo>
                  <a:lnTo>
                    <a:pt x="332704" y="6032016"/>
                  </a:lnTo>
                  <a:lnTo>
                    <a:pt x="332797" y="6032016"/>
                  </a:lnTo>
                  <a:lnTo>
                    <a:pt x="332890" y="6032016"/>
                  </a:lnTo>
                  <a:lnTo>
                    <a:pt x="332983" y="6032016"/>
                  </a:lnTo>
                  <a:lnTo>
                    <a:pt x="333170" y="6032016"/>
                  </a:lnTo>
                  <a:lnTo>
                    <a:pt x="333263" y="6032016"/>
                  </a:lnTo>
                  <a:lnTo>
                    <a:pt x="333356" y="6032016"/>
                  </a:lnTo>
                  <a:lnTo>
                    <a:pt x="333449" y="6032016"/>
                  </a:lnTo>
                  <a:lnTo>
                    <a:pt x="333543" y="6032016"/>
                  </a:lnTo>
                  <a:lnTo>
                    <a:pt x="333636" y="6032016"/>
                  </a:lnTo>
                  <a:lnTo>
                    <a:pt x="333729" y="6032016"/>
                  </a:lnTo>
                  <a:lnTo>
                    <a:pt x="333916" y="6032016"/>
                  </a:lnTo>
                  <a:lnTo>
                    <a:pt x="334009" y="6032016"/>
                  </a:lnTo>
                  <a:lnTo>
                    <a:pt x="334102" y="6032016"/>
                  </a:lnTo>
                  <a:lnTo>
                    <a:pt x="334195" y="6032016"/>
                  </a:lnTo>
                  <a:lnTo>
                    <a:pt x="334195" y="6022062"/>
                  </a:lnTo>
                  <a:lnTo>
                    <a:pt x="334382" y="6022062"/>
                  </a:lnTo>
                  <a:lnTo>
                    <a:pt x="334475" y="6022062"/>
                  </a:lnTo>
                  <a:lnTo>
                    <a:pt x="334568" y="6022062"/>
                  </a:lnTo>
                  <a:lnTo>
                    <a:pt x="334662" y="6022062"/>
                  </a:lnTo>
                  <a:lnTo>
                    <a:pt x="334755" y="6022062"/>
                  </a:lnTo>
                  <a:lnTo>
                    <a:pt x="334848" y="6022062"/>
                  </a:lnTo>
                  <a:lnTo>
                    <a:pt x="334941" y="6022062"/>
                  </a:lnTo>
                  <a:lnTo>
                    <a:pt x="335035" y="6022062"/>
                  </a:lnTo>
                  <a:lnTo>
                    <a:pt x="335128" y="6022062"/>
                  </a:lnTo>
                  <a:lnTo>
                    <a:pt x="335221" y="6022062"/>
                  </a:lnTo>
                  <a:lnTo>
                    <a:pt x="335314" y="6022062"/>
                  </a:lnTo>
                  <a:lnTo>
                    <a:pt x="335594" y="6022062"/>
                  </a:lnTo>
                  <a:lnTo>
                    <a:pt x="335781" y="6022062"/>
                  </a:lnTo>
                  <a:lnTo>
                    <a:pt x="335874" y="6022062"/>
                  </a:lnTo>
                  <a:lnTo>
                    <a:pt x="336060" y="6022062"/>
                  </a:lnTo>
                  <a:lnTo>
                    <a:pt x="336154" y="6022062"/>
                  </a:lnTo>
                  <a:lnTo>
                    <a:pt x="336247" y="6022062"/>
                  </a:lnTo>
                  <a:lnTo>
                    <a:pt x="336340" y="6022062"/>
                  </a:lnTo>
                  <a:lnTo>
                    <a:pt x="336433" y="6022062"/>
                  </a:lnTo>
                  <a:lnTo>
                    <a:pt x="336527" y="6022062"/>
                  </a:lnTo>
                  <a:lnTo>
                    <a:pt x="336620" y="6022062"/>
                  </a:lnTo>
                  <a:lnTo>
                    <a:pt x="336713" y="6022062"/>
                  </a:lnTo>
                  <a:lnTo>
                    <a:pt x="336900" y="6022062"/>
                  </a:lnTo>
                  <a:lnTo>
                    <a:pt x="336993" y="6022062"/>
                  </a:lnTo>
                  <a:lnTo>
                    <a:pt x="337086" y="6022062"/>
                  </a:lnTo>
                  <a:lnTo>
                    <a:pt x="337179" y="6022062"/>
                  </a:lnTo>
                  <a:lnTo>
                    <a:pt x="337273" y="6022062"/>
                  </a:lnTo>
                  <a:lnTo>
                    <a:pt x="337459" y="6022062"/>
                  </a:lnTo>
                  <a:lnTo>
                    <a:pt x="337646" y="6022062"/>
                  </a:lnTo>
                  <a:lnTo>
                    <a:pt x="337739" y="6022062"/>
                  </a:lnTo>
                  <a:lnTo>
                    <a:pt x="337832" y="6022062"/>
                  </a:lnTo>
                  <a:lnTo>
                    <a:pt x="337925" y="6022062"/>
                  </a:lnTo>
                  <a:lnTo>
                    <a:pt x="338019" y="6022062"/>
                  </a:lnTo>
                  <a:lnTo>
                    <a:pt x="338112" y="6022062"/>
                  </a:lnTo>
                  <a:lnTo>
                    <a:pt x="338205" y="6022062"/>
                  </a:lnTo>
                  <a:lnTo>
                    <a:pt x="338298" y="6022062"/>
                  </a:lnTo>
                  <a:lnTo>
                    <a:pt x="338392" y="6022062"/>
                  </a:lnTo>
                  <a:lnTo>
                    <a:pt x="338578" y="6022062"/>
                  </a:lnTo>
                  <a:lnTo>
                    <a:pt x="338671" y="6022062"/>
                  </a:lnTo>
                  <a:lnTo>
                    <a:pt x="338765" y="6022062"/>
                  </a:lnTo>
                  <a:lnTo>
                    <a:pt x="338858" y="6022062"/>
                  </a:lnTo>
                  <a:lnTo>
                    <a:pt x="339044" y="6022062"/>
                  </a:lnTo>
                  <a:lnTo>
                    <a:pt x="339138" y="6022062"/>
                  </a:lnTo>
                  <a:lnTo>
                    <a:pt x="339231" y="6022062"/>
                  </a:lnTo>
                  <a:lnTo>
                    <a:pt x="339417" y="6022062"/>
                  </a:lnTo>
                  <a:lnTo>
                    <a:pt x="339604" y="6022062"/>
                  </a:lnTo>
                  <a:lnTo>
                    <a:pt x="339697" y="6022062"/>
                  </a:lnTo>
                  <a:lnTo>
                    <a:pt x="339884" y="6022062"/>
                  </a:lnTo>
                  <a:lnTo>
                    <a:pt x="340163" y="6022062"/>
                  </a:lnTo>
                  <a:lnTo>
                    <a:pt x="340256" y="6022062"/>
                  </a:lnTo>
                  <a:lnTo>
                    <a:pt x="340350" y="6022062"/>
                  </a:lnTo>
                  <a:lnTo>
                    <a:pt x="340443" y="6022062"/>
                  </a:lnTo>
                  <a:lnTo>
                    <a:pt x="340536" y="6022062"/>
                  </a:lnTo>
                  <a:lnTo>
                    <a:pt x="340629" y="6022062"/>
                  </a:lnTo>
                  <a:lnTo>
                    <a:pt x="340723" y="6022062"/>
                  </a:lnTo>
                  <a:lnTo>
                    <a:pt x="340816" y="6022062"/>
                  </a:lnTo>
                  <a:lnTo>
                    <a:pt x="340909" y="6022062"/>
                  </a:lnTo>
                  <a:lnTo>
                    <a:pt x="341002" y="6022062"/>
                  </a:lnTo>
                  <a:lnTo>
                    <a:pt x="341096" y="6022062"/>
                  </a:lnTo>
                  <a:lnTo>
                    <a:pt x="341189" y="6022062"/>
                  </a:lnTo>
                  <a:lnTo>
                    <a:pt x="341375" y="6022062"/>
                  </a:lnTo>
                  <a:lnTo>
                    <a:pt x="341469" y="6022062"/>
                  </a:lnTo>
                  <a:lnTo>
                    <a:pt x="341562" y="6022062"/>
                  </a:lnTo>
                  <a:lnTo>
                    <a:pt x="341655" y="6022062"/>
                  </a:lnTo>
                  <a:lnTo>
                    <a:pt x="341842" y="6022062"/>
                  </a:lnTo>
                  <a:lnTo>
                    <a:pt x="341935" y="6022062"/>
                  </a:lnTo>
                  <a:lnTo>
                    <a:pt x="342028" y="6022062"/>
                  </a:lnTo>
                  <a:lnTo>
                    <a:pt x="342121" y="6022062"/>
                  </a:lnTo>
                  <a:lnTo>
                    <a:pt x="342401" y="6022062"/>
                  </a:lnTo>
                  <a:lnTo>
                    <a:pt x="342494" y="6022062"/>
                  </a:lnTo>
                  <a:lnTo>
                    <a:pt x="342588" y="6022062"/>
                  </a:lnTo>
                  <a:lnTo>
                    <a:pt x="342681" y="6022062"/>
                  </a:lnTo>
                  <a:lnTo>
                    <a:pt x="342774" y="6022062"/>
                  </a:lnTo>
                  <a:lnTo>
                    <a:pt x="342867" y="6022062"/>
                  </a:lnTo>
                  <a:lnTo>
                    <a:pt x="343054" y="6022062"/>
                  </a:lnTo>
                  <a:lnTo>
                    <a:pt x="343240" y="6022062"/>
                  </a:lnTo>
                  <a:lnTo>
                    <a:pt x="343334" y="6022062"/>
                  </a:lnTo>
                  <a:lnTo>
                    <a:pt x="343427" y="6022062"/>
                  </a:lnTo>
                  <a:lnTo>
                    <a:pt x="343613" y="6022062"/>
                  </a:lnTo>
                  <a:lnTo>
                    <a:pt x="343707" y="6022062"/>
                  </a:lnTo>
                  <a:lnTo>
                    <a:pt x="343800" y="6022062"/>
                  </a:lnTo>
                  <a:lnTo>
                    <a:pt x="343893" y="6022062"/>
                  </a:lnTo>
                  <a:lnTo>
                    <a:pt x="343986" y="6022062"/>
                  </a:lnTo>
                  <a:lnTo>
                    <a:pt x="344080" y="6022062"/>
                  </a:lnTo>
                  <a:lnTo>
                    <a:pt x="344173" y="6022062"/>
                  </a:lnTo>
                  <a:lnTo>
                    <a:pt x="344266" y="6022062"/>
                  </a:lnTo>
                  <a:lnTo>
                    <a:pt x="344359" y="6022062"/>
                  </a:lnTo>
                  <a:lnTo>
                    <a:pt x="344453" y="6022062"/>
                  </a:lnTo>
                  <a:lnTo>
                    <a:pt x="344546" y="6022062"/>
                  </a:lnTo>
                  <a:lnTo>
                    <a:pt x="344639" y="6022062"/>
                  </a:lnTo>
                  <a:lnTo>
                    <a:pt x="344826" y="6022062"/>
                  </a:lnTo>
                  <a:lnTo>
                    <a:pt x="345012" y="6022062"/>
                  </a:lnTo>
                  <a:lnTo>
                    <a:pt x="345199" y="6022062"/>
                  </a:lnTo>
                  <a:lnTo>
                    <a:pt x="345292" y="6022062"/>
                  </a:lnTo>
                  <a:lnTo>
                    <a:pt x="345385" y="6022062"/>
                  </a:lnTo>
                  <a:lnTo>
                    <a:pt x="345478" y="6022062"/>
                  </a:lnTo>
                  <a:lnTo>
                    <a:pt x="345572" y="6022062"/>
                  </a:lnTo>
                  <a:lnTo>
                    <a:pt x="345665" y="6022062"/>
                  </a:lnTo>
                  <a:lnTo>
                    <a:pt x="345851" y="6022062"/>
                  </a:lnTo>
                  <a:lnTo>
                    <a:pt x="345945" y="6022062"/>
                  </a:lnTo>
                  <a:lnTo>
                    <a:pt x="346131" y="6022062"/>
                  </a:lnTo>
                  <a:lnTo>
                    <a:pt x="346224" y="6022062"/>
                  </a:lnTo>
                  <a:lnTo>
                    <a:pt x="346318" y="6022062"/>
                  </a:lnTo>
                  <a:lnTo>
                    <a:pt x="346411" y="6022062"/>
                  </a:lnTo>
                  <a:lnTo>
                    <a:pt x="346504" y="6022062"/>
                  </a:lnTo>
                  <a:lnTo>
                    <a:pt x="346691" y="6022062"/>
                  </a:lnTo>
                  <a:lnTo>
                    <a:pt x="346877" y="6022062"/>
                  </a:lnTo>
                  <a:lnTo>
                    <a:pt x="346970" y="6022062"/>
                  </a:lnTo>
                  <a:lnTo>
                    <a:pt x="347063" y="6022062"/>
                  </a:lnTo>
                  <a:lnTo>
                    <a:pt x="347157" y="6022062"/>
                  </a:lnTo>
                  <a:lnTo>
                    <a:pt x="347250" y="6022062"/>
                  </a:lnTo>
                  <a:lnTo>
                    <a:pt x="347343" y="6022062"/>
                  </a:lnTo>
                  <a:lnTo>
                    <a:pt x="347436" y="6022062"/>
                  </a:lnTo>
                  <a:lnTo>
                    <a:pt x="347530" y="6022062"/>
                  </a:lnTo>
                  <a:lnTo>
                    <a:pt x="347623" y="6022062"/>
                  </a:lnTo>
                  <a:lnTo>
                    <a:pt x="347716" y="6022062"/>
                  </a:lnTo>
                  <a:lnTo>
                    <a:pt x="347809" y="6022062"/>
                  </a:lnTo>
                  <a:lnTo>
                    <a:pt x="347903" y="6022062"/>
                  </a:lnTo>
                  <a:lnTo>
                    <a:pt x="347996" y="6022062"/>
                  </a:lnTo>
                  <a:lnTo>
                    <a:pt x="348089" y="6022062"/>
                  </a:lnTo>
                  <a:lnTo>
                    <a:pt x="348182" y="6022062"/>
                  </a:lnTo>
                  <a:lnTo>
                    <a:pt x="348276" y="6022062"/>
                  </a:lnTo>
                  <a:lnTo>
                    <a:pt x="348369" y="6022062"/>
                  </a:lnTo>
                  <a:lnTo>
                    <a:pt x="348462" y="6022062"/>
                  </a:lnTo>
                  <a:lnTo>
                    <a:pt x="348555" y="6022062"/>
                  </a:lnTo>
                  <a:lnTo>
                    <a:pt x="348649" y="6022062"/>
                  </a:lnTo>
                  <a:lnTo>
                    <a:pt x="348835" y="6022062"/>
                  </a:lnTo>
                  <a:lnTo>
                    <a:pt x="348928" y="6022062"/>
                  </a:lnTo>
                  <a:lnTo>
                    <a:pt x="349022" y="6022062"/>
                  </a:lnTo>
                  <a:lnTo>
                    <a:pt x="349115" y="6022062"/>
                  </a:lnTo>
                  <a:lnTo>
                    <a:pt x="349208" y="6022062"/>
                  </a:lnTo>
                  <a:lnTo>
                    <a:pt x="349395" y="6022062"/>
                  </a:lnTo>
                  <a:lnTo>
                    <a:pt x="349488" y="6022062"/>
                  </a:lnTo>
                  <a:lnTo>
                    <a:pt x="349581" y="6022062"/>
                  </a:lnTo>
                  <a:lnTo>
                    <a:pt x="349674" y="6022062"/>
                  </a:lnTo>
                  <a:lnTo>
                    <a:pt x="349768" y="6022062"/>
                  </a:lnTo>
                  <a:lnTo>
                    <a:pt x="349861" y="6022062"/>
                  </a:lnTo>
                  <a:lnTo>
                    <a:pt x="349954" y="6022062"/>
                  </a:lnTo>
                  <a:lnTo>
                    <a:pt x="350047" y="6022062"/>
                  </a:lnTo>
                  <a:lnTo>
                    <a:pt x="350047" y="6012108"/>
                  </a:lnTo>
                  <a:lnTo>
                    <a:pt x="350141" y="6012108"/>
                  </a:lnTo>
                  <a:lnTo>
                    <a:pt x="350234" y="6012108"/>
                  </a:lnTo>
                  <a:lnTo>
                    <a:pt x="350327" y="6012108"/>
                  </a:lnTo>
                  <a:lnTo>
                    <a:pt x="350514" y="6012108"/>
                  </a:lnTo>
                  <a:lnTo>
                    <a:pt x="350607" y="6012108"/>
                  </a:lnTo>
                  <a:lnTo>
                    <a:pt x="350700" y="6012108"/>
                  </a:lnTo>
                  <a:lnTo>
                    <a:pt x="350793" y="6012108"/>
                  </a:lnTo>
                  <a:lnTo>
                    <a:pt x="350887" y="6012108"/>
                  </a:lnTo>
                  <a:lnTo>
                    <a:pt x="350980" y="6012108"/>
                  </a:lnTo>
                  <a:lnTo>
                    <a:pt x="351073" y="6012108"/>
                  </a:lnTo>
                  <a:lnTo>
                    <a:pt x="351166" y="6012108"/>
                  </a:lnTo>
                  <a:lnTo>
                    <a:pt x="351260" y="6012108"/>
                  </a:lnTo>
                  <a:lnTo>
                    <a:pt x="351353" y="6012108"/>
                  </a:lnTo>
                  <a:lnTo>
                    <a:pt x="351446" y="6012108"/>
                  </a:lnTo>
                  <a:lnTo>
                    <a:pt x="351539" y="6012108"/>
                  </a:lnTo>
                  <a:lnTo>
                    <a:pt x="351633" y="6012108"/>
                  </a:lnTo>
                  <a:lnTo>
                    <a:pt x="351726" y="6012108"/>
                  </a:lnTo>
                  <a:lnTo>
                    <a:pt x="351912" y="6012108"/>
                  </a:lnTo>
                  <a:lnTo>
                    <a:pt x="352006" y="6012108"/>
                  </a:lnTo>
                  <a:lnTo>
                    <a:pt x="352099" y="6012108"/>
                  </a:lnTo>
                  <a:lnTo>
                    <a:pt x="352192" y="6012108"/>
                  </a:lnTo>
                  <a:lnTo>
                    <a:pt x="352285" y="6012108"/>
                  </a:lnTo>
                  <a:lnTo>
                    <a:pt x="352379" y="6012108"/>
                  </a:lnTo>
                  <a:lnTo>
                    <a:pt x="352379" y="6002155"/>
                  </a:lnTo>
                  <a:lnTo>
                    <a:pt x="352472" y="6002155"/>
                  </a:lnTo>
                  <a:lnTo>
                    <a:pt x="352565" y="6002155"/>
                  </a:lnTo>
                  <a:lnTo>
                    <a:pt x="352658" y="6002155"/>
                  </a:lnTo>
                  <a:lnTo>
                    <a:pt x="352752" y="6002155"/>
                  </a:lnTo>
                  <a:lnTo>
                    <a:pt x="352845" y="6002155"/>
                  </a:lnTo>
                  <a:lnTo>
                    <a:pt x="352938" y="6002155"/>
                  </a:lnTo>
                  <a:lnTo>
                    <a:pt x="353031" y="6002155"/>
                  </a:lnTo>
                  <a:lnTo>
                    <a:pt x="353125" y="6002155"/>
                  </a:lnTo>
                  <a:lnTo>
                    <a:pt x="353218" y="6002155"/>
                  </a:lnTo>
                  <a:lnTo>
                    <a:pt x="353311" y="6002155"/>
                  </a:lnTo>
                  <a:lnTo>
                    <a:pt x="353404" y="6002155"/>
                  </a:lnTo>
                  <a:lnTo>
                    <a:pt x="353498" y="6002155"/>
                  </a:lnTo>
                  <a:lnTo>
                    <a:pt x="353591" y="6002155"/>
                  </a:lnTo>
                  <a:lnTo>
                    <a:pt x="353684" y="6002155"/>
                  </a:lnTo>
                  <a:lnTo>
                    <a:pt x="353777" y="6002155"/>
                  </a:lnTo>
                  <a:lnTo>
                    <a:pt x="353870" y="6002155"/>
                  </a:lnTo>
                  <a:lnTo>
                    <a:pt x="353964" y="6002155"/>
                  </a:lnTo>
                  <a:lnTo>
                    <a:pt x="354150" y="6002155"/>
                  </a:lnTo>
                  <a:lnTo>
                    <a:pt x="354243" y="6002155"/>
                  </a:lnTo>
                  <a:lnTo>
                    <a:pt x="354337" y="6002155"/>
                  </a:lnTo>
                  <a:lnTo>
                    <a:pt x="354430" y="6002155"/>
                  </a:lnTo>
                  <a:lnTo>
                    <a:pt x="354523" y="6002155"/>
                  </a:lnTo>
                  <a:lnTo>
                    <a:pt x="354616" y="6002155"/>
                  </a:lnTo>
                  <a:lnTo>
                    <a:pt x="354710" y="6002155"/>
                  </a:lnTo>
                  <a:lnTo>
                    <a:pt x="354803" y="6002155"/>
                  </a:lnTo>
                  <a:lnTo>
                    <a:pt x="354896" y="6002155"/>
                  </a:lnTo>
                  <a:lnTo>
                    <a:pt x="354989" y="6002155"/>
                  </a:lnTo>
                  <a:lnTo>
                    <a:pt x="355083" y="6002155"/>
                  </a:lnTo>
                  <a:lnTo>
                    <a:pt x="355176" y="6002155"/>
                  </a:lnTo>
                  <a:lnTo>
                    <a:pt x="355269" y="6002155"/>
                  </a:lnTo>
                  <a:lnTo>
                    <a:pt x="355362" y="6002155"/>
                  </a:lnTo>
                  <a:lnTo>
                    <a:pt x="355456" y="6002155"/>
                  </a:lnTo>
                  <a:lnTo>
                    <a:pt x="355549" y="6002155"/>
                  </a:lnTo>
                  <a:lnTo>
                    <a:pt x="355642" y="6002155"/>
                  </a:lnTo>
                  <a:lnTo>
                    <a:pt x="355735" y="6002155"/>
                  </a:lnTo>
                  <a:lnTo>
                    <a:pt x="355829" y="6002155"/>
                  </a:lnTo>
                  <a:lnTo>
                    <a:pt x="355922" y="6002155"/>
                  </a:lnTo>
                  <a:lnTo>
                    <a:pt x="356015" y="6002155"/>
                  </a:lnTo>
                  <a:lnTo>
                    <a:pt x="356108" y="6002155"/>
                  </a:lnTo>
                  <a:lnTo>
                    <a:pt x="356202" y="6002155"/>
                  </a:lnTo>
                  <a:lnTo>
                    <a:pt x="356295" y="6002155"/>
                  </a:lnTo>
                  <a:lnTo>
                    <a:pt x="356388" y="6002155"/>
                  </a:lnTo>
                  <a:lnTo>
                    <a:pt x="356668" y="6002155"/>
                  </a:lnTo>
                  <a:lnTo>
                    <a:pt x="356761" y="6002155"/>
                  </a:lnTo>
                  <a:lnTo>
                    <a:pt x="356854" y="6002155"/>
                  </a:lnTo>
                  <a:lnTo>
                    <a:pt x="356948" y="6002155"/>
                  </a:lnTo>
                  <a:lnTo>
                    <a:pt x="357041" y="6002155"/>
                  </a:lnTo>
                  <a:lnTo>
                    <a:pt x="357134" y="6002155"/>
                  </a:lnTo>
                  <a:lnTo>
                    <a:pt x="357227" y="6002155"/>
                  </a:lnTo>
                  <a:lnTo>
                    <a:pt x="357694" y="6002155"/>
                  </a:lnTo>
                  <a:lnTo>
                    <a:pt x="357787" y="6002155"/>
                  </a:lnTo>
                  <a:lnTo>
                    <a:pt x="357880" y="6002155"/>
                  </a:lnTo>
                  <a:lnTo>
                    <a:pt x="357973" y="6002155"/>
                  </a:lnTo>
                  <a:lnTo>
                    <a:pt x="358067" y="6002155"/>
                  </a:lnTo>
                  <a:lnTo>
                    <a:pt x="358160" y="6002155"/>
                  </a:lnTo>
                  <a:lnTo>
                    <a:pt x="358253" y="6002155"/>
                  </a:lnTo>
                  <a:lnTo>
                    <a:pt x="358346" y="6002155"/>
                  </a:lnTo>
                  <a:lnTo>
                    <a:pt x="358440" y="6002155"/>
                  </a:lnTo>
                  <a:lnTo>
                    <a:pt x="358533" y="6002155"/>
                  </a:lnTo>
                  <a:lnTo>
                    <a:pt x="358626" y="6002155"/>
                  </a:lnTo>
                  <a:lnTo>
                    <a:pt x="358719" y="6002155"/>
                  </a:lnTo>
                  <a:lnTo>
                    <a:pt x="358813" y="6002155"/>
                  </a:lnTo>
                  <a:lnTo>
                    <a:pt x="358906" y="6002155"/>
                  </a:lnTo>
                  <a:lnTo>
                    <a:pt x="358999" y="6002155"/>
                  </a:lnTo>
                  <a:lnTo>
                    <a:pt x="359092" y="6002155"/>
                  </a:lnTo>
                  <a:lnTo>
                    <a:pt x="359186" y="6002155"/>
                  </a:lnTo>
                  <a:lnTo>
                    <a:pt x="359279" y="6002155"/>
                  </a:lnTo>
                  <a:lnTo>
                    <a:pt x="359465" y="6002155"/>
                  </a:lnTo>
                  <a:lnTo>
                    <a:pt x="359559" y="6002155"/>
                  </a:lnTo>
                  <a:lnTo>
                    <a:pt x="359652" y="6002155"/>
                  </a:lnTo>
                  <a:lnTo>
                    <a:pt x="359838" y="6002155"/>
                  </a:lnTo>
                  <a:lnTo>
                    <a:pt x="360025" y="6002155"/>
                  </a:lnTo>
                  <a:lnTo>
                    <a:pt x="360118" y="6002155"/>
                  </a:lnTo>
                  <a:lnTo>
                    <a:pt x="360211" y="6002155"/>
                  </a:lnTo>
                  <a:lnTo>
                    <a:pt x="360678" y="6002155"/>
                  </a:lnTo>
                  <a:lnTo>
                    <a:pt x="360864" y="5992201"/>
                  </a:lnTo>
                  <a:lnTo>
                    <a:pt x="360957" y="5992201"/>
                  </a:lnTo>
                  <a:lnTo>
                    <a:pt x="361050" y="5992201"/>
                  </a:lnTo>
                  <a:lnTo>
                    <a:pt x="361144" y="5992201"/>
                  </a:lnTo>
                  <a:lnTo>
                    <a:pt x="361237" y="5992201"/>
                  </a:lnTo>
                  <a:lnTo>
                    <a:pt x="361330" y="5992201"/>
                  </a:lnTo>
                  <a:lnTo>
                    <a:pt x="361517" y="5992201"/>
                  </a:lnTo>
                  <a:lnTo>
                    <a:pt x="361610" y="5992201"/>
                  </a:lnTo>
                  <a:lnTo>
                    <a:pt x="361703" y="5992201"/>
                  </a:lnTo>
                  <a:lnTo>
                    <a:pt x="361796" y="5992201"/>
                  </a:lnTo>
                  <a:lnTo>
                    <a:pt x="361890" y="5992201"/>
                  </a:lnTo>
                  <a:lnTo>
                    <a:pt x="361983" y="5992201"/>
                  </a:lnTo>
                  <a:lnTo>
                    <a:pt x="362076" y="5992201"/>
                  </a:lnTo>
                  <a:lnTo>
                    <a:pt x="362169" y="5992201"/>
                  </a:lnTo>
                  <a:lnTo>
                    <a:pt x="362263" y="5992201"/>
                  </a:lnTo>
                  <a:lnTo>
                    <a:pt x="362356" y="5992201"/>
                  </a:lnTo>
                  <a:lnTo>
                    <a:pt x="362542" y="5992201"/>
                  </a:lnTo>
                  <a:lnTo>
                    <a:pt x="362636" y="5992201"/>
                  </a:lnTo>
                  <a:lnTo>
                    <a:pt x="362729" y="5992201"/>
                  </a:lnTo>
                  <a:lnTo>
                    <a:pt x="362822" y="5992201"/>
                  </a:lnTo>
                  <a:lnTo>
                    <a:pt x="363009" y="5992201"/>
                  </a:lnTo>
                  <a:lnTo>
                    <a:pt x="363195" y="5992201"/>
                  </a:lnTo>
                  <a:lnTo>
                    <a:pt x="363288" y="5992201"/>
                  </a:lnTo>
                  <a:lnTo>
                    <a:pt x="363382" y="5992201"/>
                  </a:lnTo>
                  <a:lnTo>
                    <a:pt x="363475" y="5992201"/>
                  </a:lnTo>
                  <a:lnTo>
                    <a:pt x="363568" y="5992201"/>
                  </a:lnTo>
                  <a:lnTo>
                    <a:pt x="363661" y="5992201"/>
                  </a:lnTo>
                  <a:lnTo>
                    <a:pt x="363941" y="5992201"/>
                  </a:lnTo>
                  <a:lnTo>
                    <a:pt x="364034" y="5992201"/>
                  </a:lnTo>
                  <a:lnTo>
                    <a:pt x="364128" y="5992201"/>
                  </a:lnTo>
                  <a:lnTo>
                    <a:pt x="364221" y="5992201"/>
                  </a:lnTo>
                  <a:lnTo>
                    <a:pt x="364314" y="5992201"/>
                  </a:lnTo>
                  <a:lnTo>
                    <a:pt x="364407" y="5992201"/>
                  </a:lnTo>
                  <a:lnTo>
                    <a:pt x="364501" y="5992201"/>
                  </a:lnTo>
                  <a:lnTo>
                    <a:pt x="364594" y="5992201"/>
                  </a:lnTo>
                  <a:lnTo>
                    <a:pt x="364687" y="5992201"/>
                  </a:lnTo>
                  <a:lnTo>
                    <a:pt x="364874" y="5992201"/>
                  </a:lnTo>
                  <a:lnTo>
                    <a:pt x="364967" y="5992201"/>
                  </a:lnTo>
                  <a:lnTo>
                    <a:pt x="365060" y="5992201"/>
                  </a:lnTo>
                  <a:lnTo>
                    <a:pt x="365153" y="5992201"/>
                  </a:lnTo>
                  <a:lnTo>
                    <a:pt x="365340" y="5992201"/>
                  </a:lnTo>
                  <a:lnTo>
                    <a:pt x="365433" y="5992201"/>
                  </a:lnTo>
                  <a:lnTo>
                    <a:pt x="365526" y="5992201"/>
                  </a:lnTo>
                  <a:lnTo>
                    <a:pt x="365620" y="5992201"/>
                  </a:lnTo>
                  <a:lnTo>
                    <a:pt x="365713" y="5992201"/>
                  </a:lnTo>
                  <a:lnTo>
                    <a:pt x="365806" y="5992201"/>
                  </a:lnTo>
                  <a:lnTo>
                    <a:pt x="365899" y="5992201"/>
                  </a:lnTo>
                  <a:lnTo>
                    <a:pt x="365993" y="5992201"/>
                  </a:lnTo>
                  <a:lnTo>
                    <a:pt x="366086" y="5992201"/>
                  </a:lnTo>
                  <a:lnTo>
                    <a:pt x="366179" y="5992201"/>
                  </a:lnTo>
                  <a:lnTo>
                    <a:pt x="366272" y="5992201"/>
                  </a:lnTo>
                  <a:lnTo>
                    <a:pt x="366366" y="5992201"/>
                  </a:lnTo>
                  <a:lnTo>
                    <a:pt x="366459" y="5992201"/>
                  </a:lnTo>
                  <a:lnTo>
                    <a:pt x="366552" y="5992201"/>
                  </a:lnTo>
                  <a:lnTo>
                    <a:pt x="366645" y="5992201"/>
                  </a:lnTo>
                  <a:lnTo>
                    <a:pt x="366925" y="5992201"/>
                  </a:lnTo>
                  <a:lnTo>
                    <a:pt x="367018" y="5992201"/>
                  </a:lnTo>
                  <a:lnTo>
                    <a:pt x="367205" y="5992201"/>
                  </a:lnTo>
                  <a:lnTo>
                    <a:pt x="367298" y="5992201"/>
                  </a:lnTo>
                  <a:lnTo>
                    <a:pt x="367391" y="5992201"/>
                  </a:lnTo>
                  <a:lnTo>
                    <a:pt x="367485" y="5992201"/>
                  </a:lnTo>
                  <a:lnTo>
                    <a:pt x="367578" y="5992201"/>
                  </a:lnTo>
                  <a:lnTo>
                    <a:pt x="367671" y="5992201"/>
                  </a:lnTo>
                  <a:lnTo>
                    <a:pt x="367764" y="5992201"/>
                  </a:lnTo>
                  <a:lnTo>
                    <a:pt x="367857" y="5992201"/>
                  </a:lnTo>
                  <a:lnTo>
                    <a:pt x="367951" y="5992201"/>
                  </a:lnTo>
                  <a:lnTo>
                    <a:pt x="368044" y="5992201"/>
                  </a:lnTo>
                  <a:lnTo>
                    <a:pt x="368137" y="5992201"/>
                  </a:lnTo>
                  <a:lnTo>
                    <a:pt x="368230" y="5992201"/>
                  </a:lnTo>
                  <a:lnTo>
                    <a:pt x="368324" y="5992201"/>
                  </a:lnTo>
                  <a:lnTo>
                    <a:pt x="368417" y="5992201"/>
                  </a:lnTo>
                  <a:lnTo>
                    <a:pt x="368510" y="5992201"/>
                  </a:lnTo>
                  <a:lnTo>
                    <a:pt x="368603" y="5992201"/>
                  </a:lnTo>
                  <a:lnTo>
                    <a:pt x="368697" y="5992201"/>
                  </a:lnTo>
                  <a:lnTo>
                    <a:pt x="368790" y="5992201"/>
                  </a:lnTo>
                  <a:lnTo>
                    <a:pt x="368883" y="5992201"/>
                  </a:lnTo>
                  <a:lnTo>
                    <a:pt x="369256" y="5992201"/>
                  </a:lnTo>
                  <a:lnTo>
                    <a:pt x="369349" y="5992201"/>
                  </a:lnTo>
                  <a:lnTo>
                    <a:pt x="369443" y="5992201"/>
                  </a:lnTo>
                  <a:lnTo>
                    <a:pt x="369443" y="5982247"/>
                  </a:lnTo>
                  <a:lnTo>
                    <a:pt x="369536" y="5982247"/>
                  </a:lnTo>
                  <a:lnTo>
                    <a:pt x="369722" y="5982247"/>
                  </a:lnTo>
                  <a:lnTo>
                    <a:pt x="369816" y="5982247"/>
                  </a:lnTo>
                  <a:lnTo>
                    <a:pt x="369909" y="5982247"/>
                  </a:lnTo>
                  <a:lnTo>
                    <a:pt x="370002" y="5982247"/>
                  </a:lnTo>
                  <a:lnTo>
                    <a:pt x="370095" y="5982247"/>
                  </a:lnTo>
                  <a:lnTo>
                    <a:pt x="370189" y="5982247"/>
                  </a:lnTo>
                  <a:lnTo>
                    <a:pt x="370282" y="5982247"/>
                  </a:lnTo>
                  <a:lnTo>
                    <a:pt x="370375" y="5982247"/>
                  </a:lnTo>
                  <a:lnTo>
                    <a:pt x="370468" y="5982247"/>
                  </a:lnTo>
                  <a:lnTo>
                    <a:pt x="370562" y="5982247"/>
                  </a:lnTo>
                  <a:lnTo>
                    <a:pt x="370655" y="5982247"/>
                  </a:lnTo>
                  <a:lnTo>
                    <a:pt x="370748" y="5982247"/>
                  </a:lnTo>
                  <a:lnTo>
                    <a:pt x="370841" y="5982247"/>
                  </a:lnTo>
                  <a:lnTo>
                    <a:pt x="371121" y="5982247"/>
                  </a:lnTo>
                  <a:lnTo>
                    <a:pt x="371214" y="5982247"/>
                  </a:lnTo>
                  <a:lnTo>
                    <a:pt x="371308" y="5982247"/>
                  </a:lnTo>
                  <a:lnTo>
                    <a:pt x="371401" y="5982247"/>
                  </a:lnTo>
                  <a:lnTo>
                    <a:pt x="371494" y="5982247"/>
                  </a:lnTo>
                  <a:lnTo>
                    <a:pt x="371587" y="5982247"/>
                  </a:lnTo>
                  <a:lnTo>
                    <a:pt x="371774" y="5982247"/>
                  </a:lnTo>
                  <a:lnTo>
                    <a:pt x="371960" y="5982247"/>
                  </a:lnTo>
                  <a:lnTo>
                    <a:pt x="372147" y="5982247"/>
                  </a:lnTo>
                  <a:lnTo>
                    <a:pt x="372240" y="5982247"/>
                  </a:lnTo>
                  <a:lnTo>
                    <a:pt x="372333" y="5982247"/>
                  </a:lnTo>
                  <a:lnTo>
                    <a:pt x="372427" y="5982247"/>
                  </a:lnTo>
                  <a:lnTo>
                    <a:pt x="372520" y="5982247"/>
                  </a:lnTo>
                  <a:lnTo>
                    <a:pt x="372613" y="5982247"/>
                  </a:lnTo>
                  <a:lnTo>
                    <a:pt x="372706" y="5982247"/>
                  </a:lnTo>
                  <a:lnTo>
                    <a:pt x="372800" y="5982247"/>
                  </a:lnTo>
                  <a:lnTo>
                    <a:pt x="372893" y="5982247"/>
                  </a:lnTo>
                  <a:lnTo>
                    <a:pt x="372986" y="5982247"/>
                  </a:lnTo>
                  <a:lnTo>
                    <a:pt x="373079" y="5982247"/>
                  </a:lnTo>
                  <a:lnTo>
                    <a:pt x="373266" y="5982247"/>
                  </a:lnTo>
                  <a:lnTo>
                    <a:pt x="373359" y="5982247"/>
                  </a:lnTo>
                  <a:lnTo>
                    <a:pt x="373452" y="5982247"/>
                  </a:lnTo>
                  <a:lnTo>
                    <a:pt x="373546" y="5982247"/>
                  </a:lnTo>
                  <a:lnTo>
                    <a:pt x="373639" y="5982247"/>
                  </a:lnTo>
                  <a:lnTo>
                    <a:pt x="373732" y="5982247"/>
                  </a:lnTo>
                  <a:lnTo>
                    <a:pt x="373825" y="5982247"/>
                  </a:lnTo>
                  <a:lnTo>
                    <a:pt x="373919" y="5982247"/>
                  </a:lnTo>
                  <a:lnTo>
                    <a:pt x="374012" y="5982247"/>
                  </a:lnTo>
                  <a:lnTo>
                    <a:pt x="374105" y="5982247"/>
                  </a:lnTo>
                  <a:lnTo>
                    <a:pt x="374198" y="5982247"/>
                  </a:lnTo>
                  <a:lnTo>
                    <a:pt x="374292" y="5982247"/>
                  </a:lnTo>
                  <a:lnTo>
                    <a:pt x="374385" y="5982247"/>
                  </a:lnTo>
                  <a:lnTo>
                    <a:pt x="374478" y="5982247"/>
                  </a:lnTo>
                  <a:lnTo>
                    <a:pt x="374571" y="5982247"/>
                  </a:lnTo>
                  <a:lnTo>
                    <a:pt x="374758" y="5982247"/>
                  </a:lnTo>
                  <a:lnTo>
                    <a:pt x="374851" y="5982247"/>
                  </a:lnTo>
                  <a:lnTo>
                    <a:pt x="374944" y="5982247"/>
                  </a:lnTo>
                  <a:lnTo>
                    <a:pt x="375037" y="5982247"/>
                  </a:lnTo>
                  <a:lnTo>
                    <a:pt x="375131" y="5982247"/>
                  </a:lnTo>
                  <a:lnTo>
                    <a:pt x="375224" y="5982247"/>
                  </a:lnTo>
                  <a:lnTo>
                    <a:pt x="375317" y="5982247"/>
                  </a:lnTo>
                  <a:lnTo>
                    <a:pt x="375410" y="5982247"/>
                  </a:lnTo>
                  <a:lnTo>
                    <a:pt x="375504" y="5982247"/>
                  </a:lnTo>
                  <a:lnTo>
                    <a:pt x="375597" y="5982247"/>
                  </a:lnTo>
                  <a:lnTo>
                    <a:pt x="375690" y="5982247"/>
                  </a:lnTo>
                  <a:lnTo>
                    <a:pt x="375783" y="5982247"/>
                  </a:lnTo>
                  <a:lnTo>
                    <a:pt x="375877" y="5982247"/>
                  </a:lnTo>
                  <a:lnTo>
                    <a:pt x="375970" y="5982247"/>
                  </a:lnTo>
                  <a:lnTo>
                    <a:pt x="376063" y="5982247"/>
                  </a:lnTo>
                  <a:lnTo>
                    <a:pt x="376156" y="5982247"/>
                  </a:lnTo>
                  <a:lnTo>
                    <a:pt x="376250" y="5982247"/>
                  </a:lnTo>
                  <a:lnTo>
                    <a:pt x="376529" y="5982247"/>
                  </a:lnTo>
                  <a:lnTo>
                    <a:pt x="376623" y="5982247"/>
                  </a:lnTo>
                  <a:lnTo>
                    <a:pt x="376716" y="5982247"/>
                  </a:lnTo>
                  <a:lnTo>
                    <a:pt x="376809" y="5982247"/>
                  </a:lnTo>
                  <a:lnTo>
                    <a:pt x="376902" y="5982247"/>
                  </a:lnTo>
                  <a:lnTo>
                    <a:pt x="376996" y="5982247"/>
                  </a:lnTo>
                  <a:lnTo>
                    <a:pt x="377089" y="5982247"/>
                  </a:lnTo>
                  <a:lnTo>
                    <a:pt x="377275" y="5982247"/>
                  </a:lnTo>
                  <a:lnTo>
                    <a:pt x="377369" y="5982247"/>
                  </a:lnTo>
                  <a:lnTo>
                    <a:pt x="377462" y="5982247"/>
                  </a:lnTo>
                  <a:lnTo>
                    <a:pt x="377835" y="5982247"/>
                  </a:lnTo>
                  <a:lnTo>
                    <a:pt x="377928" y="5982247"/>
                  </a:lnTo>
                  <a:lnTo>
                    <a:pt x="378021" y="5982247"/>
                  </a:lnTo>
                  <a:lnTo>
                    <a:pt x="378115" y="5982247"/>
                  </a:lnTo>
                  <a:lnTo>
                    <a:pt x="378208" y="5982247"/>
                  </a:lnTo>
                  <a:lnTo>
                    <a:pt x="378301" y="5982247"/>
                  </a:lnTo>
                  <a:lnTo>
                    <a:pt x="378488" y="5982247"/>
                  </a:lnTo>
                  <a:lnTo>
                    <a:pt x="378581" y="5982247"/>
                  </a:lnTo>
                  <a:lnTo>
                    <a:pt x="378674" y="5982247"/>
                  </a:lnTo>
                  <a:lnTo>
                    <a:pt x="378767" y="5982247"/>
                  </a:lnTo>
                  <a:lnTo>
                    <a:pt x="378861" y="5982247"/>
                  </a:lnTo>
                  <a:lnTo>
                    <a:pt x="378954" y="5982247"/>
                  </a:lnTo>
                  <a:lnTo>
                    <a:pt x="379047" y="5982247"/>
                  </a:lnTo>
                  <a:lnTo>
                    <a:pt x="379140" y="5982247"/>
                  </a:lnTo>
                  <a:lnTo>
                    <a:pt x="379234" y="5982247"/>
                  </a:lnTo>
                  <a:lnTo>
                    <a:pt x="379420" y="5982247"/>
                  </a:lnTo>
                  <a:lnTo>
                    <a:pt x="379793" y="5982247"/>
                  </a:lnTo>
                  <a:lnTo>
                    <a:pt x="379886" y="5982247"/>
                  </a:lnTo>
                  <a:lnTo>
                    <a:pt x="379980" y="5982247"/>
                  </a:lnTo>
                  <a:lnTo>
                    <a:pt x="380073" y="5982247"/>
                  </a:lnTo>
                  <a:lnTo>
                    <a:pt x="380259" y="5982247"/>
                  </a:lnTo>
                  <a:lnTo>
                    <a:pt x="380353" y="5982247"/>
                  </a:lnTo>
                  <a:lnTo>
                    <a:pt x="380446" y="5982247"/>
                  </a:lnTo>
                  <a:lnTo>
                    <a:pt x="380539" y="5982247"/>
                  </a:lnTo>
                  <a:lnTo>
                    <a:pt x="380632" y="5982247"/>
                  </a:lnTo>
                  <a:lnTo>
                    <a:pt x="380726" y="5982247"/>
                  </a:lnTo>
                  <a:lnTo>
                    <a:pt x="380819" y="5982247"/>
                  </a:lnTo>
                  <a:lnTo>
                    <a:pt x="380912" y="5982247"/>
                  </a:lnTo>
                  <a:lnTo>
                    <a:pt x="381005" y="5982247"/>
                  </a:lnTo>
                  <a:lnTo>
                    <a:pt x="381099" y="5982247"/>
                  </a:lnTo>
                  <a:lnTo>
                    <a:pt x="381192" y="5982247"/>
                  </a:lnTo>
                  <a:lnTo>
                    <a:pt x="381285" y="5982247"/>
                  </a:lnTo>
                  <a:lnTo>
                    <a:pt x="381472" y="5982247"/>
                  </a:lnTo>
                  <a:lnTo>
                    <a:pt x="381565" y="5982247"/>
                  </a:lnTo>
                  <a:lnTo>
                    <a:pt x="381751" y="5982247"/>
                  </a:lnTo>
                  <a:lnTo>
                    <a:pt x="381844" y="5982247"/>
                  </a:lnTo>
                  <a:lnTo>
                    <a:pt x="381938" y="5982247"/>
                  </a:lnTo>
                  <a:lnTo>
                    <a:pt x="382031" y="5982247"/>
                  </a:lnTo>
                  <a:lnTo>
                    <a:pt x="382124" y="5982247"/>
                  </a:lnTo>
                  <a:lnTo>
                    <a:pt x="382217" y="5982247"/>
                  </a:lnTo>
                  <a:lnTo>
                    <a:pt x="382311" y="5982247"/>
                  </a:lnTo>
                  <a:lnTo>
                    <a:pt x="382404" y="5982247"/>
                  </a:lnTo>
                  <a:lnTo>
                    <a:pt x="382590" y="5982247"/>
                  </a:lnTo>
                  <a:lnTo>
                    <a:pt x="383057" y="5982247"/>
                  </a:lnTo>
                  <a:lnTo>
                    <a:pt x="383150" y="5982247"/>
                  </a:lnTo>
                  <a:lnTo>
                    <a:pt x="383243" y="5982247"/>
                  </a:lnTo>
                  <a:lnTo>
                    <a:pt x="383336" y="5982247"/>
                  </a:lnTo>
                  <a:lnTo>
                    <a:pt x="383430" y="5982247"/>
                  </a:lnTo>
                  <a:lnTo>
                    <a:pt x="383523" y="5982247"/>
                  </a:lnTo>
                  <a:lnTo>
                    <a:pt x="383616" y="5982247"/>
                  </a:lnTo>
                  <a:lnTo>
                    <a:pt x="383709" y="5982247"/>
                  </a:lnTo>
                  <a:lnTo>
                    <a:pt x="383803" y="5982247"/>
                  </a:lnTo>
                  <a:lnTo>
                    <a:pt x="383896" y="5982247"/>
                  </a:lnTo>
                  <a:lnTo>
                    <a:pt x="383989" y="5982247"/>
                  </a:lnTo>
                  <a:lnTo>
                    <a:pt x="384082" y="5982247"/>
                  </a:lnTo>
                  <a:lnTo>
                    <a:pt x="384176" y="5982247"/>
                  </a:lnTo>
                  <a:lnTo>
                    <a:pt x="384269" y="5982247"/>
                  </a:lnTo>
                  <a:lnTo>
                    <a:pt x="384362" y="5982247"/>
                  </a:lnTo>
                  <a:lnTo>
                    <a:pt x="384455" y="5982247"/>
                  </a:lnTo>
                  <a:lnTo>
                    <a:pt x="384549" y="5982247"/>
                  </a:lnTo>
                  <a:lnTo>
                    <a:pt x="384735" y="5982247"/>
                  </a:lnTo>
                  <a:lnTo>
                    <a:pt x="384828" y="5982247"/>
                  </a:lnTo>
                  <a:lnTo>
                    <a:pt x="384922" y="5982247"/>
                  </a:lnTo>
                  <a:lnTo>
                    <a:pt x="385015" y="5982247"/>
                  </a:lnTo>
                  <a:lnTo>
                    <a:pt x="385108" y="5982247"/>
                  </a:lnTo>
                  <a:lnTo>
                    <a:pt x="385201" y="5982247"/>
                  </a:lnTo>
                  <a:lnTo>
                    <a:pt x="385295" y="5982247"/>
                  </a:lnTo>
                  <a:lnTo>
                    <a:pt x="385481" y="5982247"/>
                  </a:lnTo>
                  <a:lnTo>
                    <a:pt x="385574" y="5982247"/>
                  </a:lnTo>
                  <a:lnTo>
                    <a:pt x="385668" y="5982247"/>
                  </a:lnTo>
                  <a:lnTo>
                    <a:pt x="385761" y="5982247"/>
                  </a:lnTo>
                  <a:lnTo>
                    <a:pt x="385854" y="5982247"/>
                  </a:lnTo>
                  <a:lnTo>
                    <a:pt x="385947" y="5982247"/>
                  </a:lnTo>
                  <a:lnTo>
                    <a:pt x="386041" y="5982247"/>
                  </a:lnTo>
                  <a:lnTo>
                    <a:pt x="386134" y="5982247"/>
                  </a:lnTo>
                  <a:lnTo>
                    <a:pt x="386227" y="5982247"/>
                  </a:lnTo>
                  <a:lnTo>
                    <a:pt x="386320" y="5982247"/>
                  </a:lnTo>
                  <a:lnTo>
                    <a:pt x="386693" y="5982247"/>
                  </a:lnTo>
                  <a:lnTo>
                    <a:pt x="386787" y="5982247"/>
                  </a:lnTo>
                  <a:lnTo>
                    <a:pt x="386880" y="5982247"/>
                  </a:lnTo>
                  <a:lnTo>
                    <a:pt x="386973" y="5982247"/>
                  </a:lnTo>
                  <a:lnTo>
                    <a:pt x="387066" y="5982247"/>
                  </a:lnTo>
                  <a:lnTo>
                    <a:pt x="387160" y="5982247"/>
                  </a:lnTo>
                  <a:lnTo>
                    <a:pt x="387253" y="5982247"/>
                  </a:lnTo>
                  <a:lnTo>
                    <a:pt x="387346" y="5982247"/>
                  </a:lnTo>
                  <a:lnTo>
                    <a:pt x="387439" y="5982247"/>
                  </a:lnTo>
                  <a:lnTo>
                    <a:pt x="387533" y="5982247"/>
                  </a:lnTo>
                  <a:lnTo>
                    <a:pt x="387719" y="5982247"/>
                  </a:lnTo>
                  <a:lnTo>
                    <a:pt x="387812" y="5982247"/>
                  </a:lnTo>
                  <a:lnTo>
                    <a:pt x="387906" y="5982247"/>
                  </a:lnTo>
                  <a:lnTo>
                    <a:pt x="387999" y="5982247"/>
                  </a:lnTo>
                  <a:lnTo>
                    <a:pt x="388092" y="5982247"/>
                  </a:lnTo>
                  <a:lnTo>
                    <a:pt x="388465" y="5982247"/>
                  </a:lnTo>
                  <a:lnTo>
                    <a:pt x="388558" y="5982247"/>
                  </a:lnTo>
                  <a:lnTo>
                    <a:pt x="388651" y="5982247"/>
                  </a:lnTo>
                  <a:lnTo>
                    <a:pt x="388745" y="5982247"/>
                  </a:lnTo>
                  <a:lnTo>
                    <a:pt x="388838" y="5982247"/>
                  </a:lnTo>
                  <a:lnTo>
                    <a:pt x="389024" y="5982247"/>
                  </a:lnTo>
                  <a:lnTo>
                    <a:pt x="389118" y="5982247"/>
                  </a:lnTo>
                  <a:lnTo>
                    <a:pt x="389211" y="5982247"/>
                  </a:lnTo>
                  <a:lnTo>
                    <a:pt x="389304" y="5982247"/>
                  </a:lnTo>
                  <a:lnTo>
                    <a:pt x="389397" y="5982247"/>
                  </a:lnTo>
                  <a:lnTo>
                    <a:pt x="389584" y="5982247"/>
                  </a:lnTo>
                  <a:lnTo>
                    <a:pt x="389677" y="5982247"/>
                  </a:lnTo>
                  <a:lnTo>
                    <a:pt x="389770" y="5982247"/>
                  </a:lnTo>
                  <a:lnTo>
                    <a:pt x="389864" y="5982247"/>
                  </a:lnTo>
                  <a:lnTo>
                    <a:pt x="389957" y="5982247"/>
                  </a:lnTo>
                  <a:lnTo>
                    <a:pt x="390050" y="5982247"/>
                  </a:lnTo>
                  <a:lnTo>
                    <a:pt x="390237" y="5982247"/>
                  </a:lnTo>
                  <a:lnTo>
                    <a:pt x="390330" y="5982247"/>
                  </a:lnTo>
                  <a:lnTo>
                    <a:pt x="390423" y="5982247"/>
                  </a:lnTo>
                  <a:lnTo>
                    <a:pt x="390703" y="5982247"/>
                  </a:lnTo>
                  <a:lnTo>
                    <a:pt x="390796" y="5982247"/>
                  </a:lnTo>
                  <a:lnTo>
                    <a:pt x="390983" y="5982247"/>
                  </a:lnTo>
                  <a:lnTo>
                    <a:pt x="391076" y="5982247"/>
                  </a:lnTo>
                  <a:lnTo>
                    <a:pt x="391169" y="5982247"/>
                  </a:lnTo>
                  <a:lnTo>
                    <a:pt x="391262" y="5982247"/>
                  </a:lnTo>
                  <a:lnTo>
                    <a:pt x="391356" y="5982247"/>
                  </a:lnTo>
                  <a:lnTo>
                    <a:pt x="391542" y="5982247"/>
                  </a:lnTo>
                  <a:lnTo>
                    <a:pt x="391635" y="5982247"/>
                  </a:lnTo>
                  <a:lnTo>
                    <a:pt x="391822" y="5982247"/>
                  </a:lnTo>
                  <a:lnTo>
                    <a:pt x="391915" y="5982247"/>
                  </a:lnTo>
                  <a:lnTo>
                    <a:pt x="391915" y="5972293"/>
                  </a:lnTo>
                  <a:lnTo>
                    <a:pt x="392008" y="5972293"/>
                  </a:lnTo>
                  <a:lnTo>
                    <a:pt x="392102" y="5972293"/>
                  </a:lnTo>
                  <a:lnTo>
                    <a:pt x="392195" y="5972293"/>
                  </a:lnTo>
                  <a:lnTo>
                    <a:pt x="392381" y="5972293"/>
                  </a:lnTo>
                  <a:lnTo>
                    <a:pt x="392568" y="5972293"/>
                  </a:lnTo>
                  <a:lnTo>
                    <a:pt x="392661" y="5972293"/>
                  </a:lnTo>
                  <a:lnTo>
                    <a:pt x="392754" y="5972293"/>
                  </a:lnTo>
                  <a:lnTo>
                    <a:pt x="392848" y="5972293"/>
                  </a:lnTo>
                  <a:lnTo>
                    <a:pt x="392941" y="5972293"/>
                  </a:lnTo>
                  <a:lnTo>
                    <a:pt x="393034" y="5972293"/>
                  </a:lnTo>
                  <a:lnTo>
                    <a:pt x="393221" y="5972293"/>
                  </a:lnTo>
                  <a:lnTo>
                    <a:pt x="393314" y="5972293"/>
                  </a:lnTo>
                  <a:lnTo>
                    <a:pt x="393407" y="5972293"/>
                  </a:lnTo>
                  <a:lnTo>
                    <a:pt x="393500" y="5972293"/>
                  </a:lnTo>
                  <a:lnTo>
                    <a:pt x="393594" y="5962339"/>
                  </a:lnTo>
                  <a:lnTo>
                    <a:pt x="393873" y="5962339"/>
                  </a:lnTo>
                  <a:lnTo>
                    <a:pt x="393967" y="5962339"/>
                  </a:lnTo>
                  <a:lnTo>
                    <a:pt x="394060" y="5962339"/>
                  </a:lnTo>
                  <a:lnTo>
                    <a:pt x="394153" y="5962339"/>
                  </a:lnTo>
                  <a:lnTo>
                    <a:pt x="394246" y="5962339"/>
                  </a:lnTo>
                  <a:lnTo>
                    <a:pt x="394526" y="5962339"/>
                  </a:lnTo>
                  <a:lnTo>
                    <a:pt x="394619" y="5962339"/>
                  </a:lnTo>
                  <a:lnTo>
                    <a:pt x="394713" y="5962339"/>
                  </a:lnTo>
                  <a:lnTo>
                    <a:pt x="394806" y="5962339"/>
                  </a:lnTo>
                  <a:lnTo>
                    <a:pt x="394899" y="5962339"/>
                  </a:lnTo>
                  <a:lnTo>
                    <a:pt x="394992" y="5962339"/>
                  </a:lnTo>
                  <a:lnTo>
                    <a:pt x="395086" y="5962339"/>
                  </a:lnTo>
                  <a:lnTo>
                    <a:pt x="395179" y="5962339"/>
                  </a:lnTo>
                  <a:lnTo>
                    <a:pt x="395272" y="5962339"/>
                  </a:lnTo>
                  <a:lnTo>
                    <a:pt x="395365" y="5962339"/>
                  </a:lnTo>
                  <a:lnTo>
                    <a:pt x="395458" y="5962339"/>
                  </a:lnTo>
                  <a:lnTo>
                    <a:pt x="395552" y="5962339"/>
                  </a:lnTo>
                  <a:lnTo>
                    <a:pt x="395738" y="5962339"/>
                  </a:lnTo>
                  <a:lnTo>
                    <a:pt x="395831" y="5962339"/>
                  </a:lnTo>
                  <a:lnTo>
                    <a:pt x="395925" y="5962339"/>
                  </a:lnTo>
                  <a:lnTo>
                    <a:pt x="396111" y="5962339"/>
                  </a:lnTo>
                  <a:lnTo>
                    <a:pt x="396204" y="5962339"/>
                  </a:lnTo>
                  <a:lnTo>
                    <a:pt x="396484" y="5962339"/>
                  </a:lnTo>
                  <a:lnTo>
                    <a:pt x="396577" y="5962339"/>
                  </a:lnTo>
                  <a:lnTo>
                    <a:pt x="396671" y="5962339"/>
                  </a:lnTo>
                  <a:lnTo>
                    <a:pt x="396764" y="5962339"/>
                  </a:lnTo>
                  <a:lnTo>
                    <a:pt x="396857" y="5962339"/>
                  </a:lnTo>
                  <a:lnTo>
                    <a:pt x="396950" y="5962339"/>
                  </a:lnTo>
                  <a:lnTo>
                    <a:pt x="397044" y="5962339"/>
                  </a:lnTo>
                  <a:lnTo>
                    <a:pt x="397137" y="5962339"/>
                  </a:lnTo>
                  <a:lnTo>
                    <a:pt x="397230" y="5962339"/>
                  </a:lnTo>
                  <a:lnTo>
                    <a:pt x="397323" y="5962339"/>
                  </a:lnTo>
                  <a:lnTo>
                    <a:pt x="397417" y="5962339"/>
                  </a:lnTo>
                  <a:lnTo>
                    <a:pt x="397510" y="5962339"/>
                  </a:lnTo>
                  <a:lnTo>
                    <a:pt x="397696" y="5962339"/>
                  </a:lnTo>
                  <a:lnTo>
                    <a:pt x="397790" y="5962339"/>
                  </a:lnTo>
                  <a:lnTo>
                    <a:pt x="397883" y="5962339"/>
                  </a:lnTo>
                  <a:lnTo>
                    <a:pt x="397976" y="5962339"/>
                  </a:lnTo>
                  <a:lnTo>
                    <a:pt x="398069" y="5962339"/>
                  </a:lnTo>
                  <a:lnTo>
                    <a:pt x="398163" y="5962339"/>
                  </a:lnTo>
                  <a:lnTo>
                    <a:pt x="398256" y="5962339"/>
                  </a:lnTo>
                  <a:lnTo>
                    <a:pt x="398349" y="5962339"/>
                  </a:lnTo>
                  <a:lnTo>
                    <a:pt x="398442" y="5962339"/>
                  </a:lnTo>
                  <a:lnTo>
                    <a:pt x="398536" y="5962339"/>
                  </a:lnTo>
                  <a:lnTo>
                    <a:pt x="398629" y="5962339"/>
                  </a:lnTo>
                  <a:lnTo>
                    <a:pt x="398722" y="5962339"/>
                  </a:lnTo>
                  <a:lnTo>
                    <a:pt x="398815" y="5962339"/>
                  </a:lnTo>
                  <a:lnTo>
                    <a:pt x="398909" y="5962339"/>
                  </a:lnTo>
                  <a:lnTo>
                    <a:pt x="399002" y="5962339"/>
                  </a:lnTo>
                  <a:lnTo>
                    <a:pt x="399095" y="5962339"/>
                  </a:lnTo>
                  <a:lnTo>
                    <a:pt x="399095" y="5952385"/>
                  </a:lnTo>
                  <a:lnTo>
                    <a:pt x="399188" y="5952385"/>
                  </a:lnTo>
                  <a:lnTo>
                    <a:pt x="399282" y="5952385"/>
                  </a:lnTo>
                  <a:lnTo>
                    <a:pt x="399375" y="5952385"/>
                  </a:lnTo>
                  <a:lnTo>
                    <a:pt x="399468" y="5952385"/>
                  </a:lnTo>
                  <a:lnTo>
                    <a:pt x="399655" y="5952385"/>
                  </a:lnTo>
                  <a:lnTo>
                    <a:pt x="399748" y="5952385"/>
                  </a:lnTo>
                  <a:lnTo>
                    <a:pt x="399841" y="5952385"/>
                  </a:lnTo>
                  <a:lnTo>
                    <a:pt x="400028" y="5952385"/>
                  </a:lnTo>
                  <a:lnTo>
                    <a:pt x="400121" y="5952385"/>
                  </a:lnTo>
                  <a:lnTo>
                    <a:pt x="400214" y="5952385"/>
                  </a:lnTo>
                  <a:lnTo>
                    <a:pt x="400307" y="5952385"/>
                  </a:lnTo>
                  <a:lnTo>
                    <a:pt x="400401" y="5952385"/>
                  </a:lnTo>
                  <a:lnTo>
                    <a:pt x="400587" y="5952385"/>
                  </a:lnTo>
                  <a:lnTo>
                    <a:pt x="400680" y="5952385"/>
                  </a:lnTo>
                  <a:lnTo>
                    <a:pt x="400867" y="5952385"/>
                  </a:lnTo>
                  <a:lnTo>
                    <a:pt x="400960" y="5952385"/>
                  </a:lnTo>
                  <a:lnTo>
                    <a:pt x="401053" y="5952385"/>
                  </a:lnTo>
                  <a:lnTo>
                    <a:pt x="401147" y="5952385"/>
                  </a:lnTo>
                  <a:lnTo>
                    <a:pt x="401240" y="5952385"/>
                  </a:lnTo>
                  <a:lnTo>
                    <a:pt x="401333" y="5952385"/>
                  </a:lnTo>
                  <a:lnTo>
                    <a:pt x="401426" y="5952385"/>
                  </a:lnTo>
                  <a:lnTo>
                    <a:pt x="401426" y="5942432"/>
                  </a:lnTo>
                  <a:lnTo>
                    <a:pt x="401520" y="5942432"/>
                  </a:lnTo>
                  <a:lnTo>
                    <a:pt x="401613" y="5942432"/>
                  </a:lnTo>
                  <a:lnTo>
                    <a:pt x="401706" y="5942432"/>
                  </a:lnTo>
                  <a:lnTo>
                    <a:pt x="401799" y="5942432"/>
                  </a:lnTo>
                  <a:lnTo>
                    <a:pt x="401893" y="5942432"/>
                  </a:lnTo>
                  <a:lnTo>
                    <a:pt x="401986" y="5942432"/>
                  </a:lnTo>
                  <a:lnTo>
                    <a:pt x="402079" y="5942432"/>
                  </a:lnTo>
                  <a:lnTo>
                    <a:pt x="402172" y="5942432"/>
                  </a:lnTo>
                  <a:lnTo>
                    <a:pt x="402266" y="5942432"/>
                  </a:lnTo>
                  <a:lnTo>
                    <a:pt x="402359" y="5942432"/>
                  </a:lnTo>
                  <a:lnTo>
                    <a:pt x="402452" y="5942432"/>
                  </a:lnTo>
                  <a:lnTo>
                    <a:pt x="402545" y="5942432"/>
                  </a:lnTo>
                  <a:lnTo>
                    <a:pt x="402638" y="5942432"/>
                  </a:lnTo>
                  <a:lnTo>
                    <a:pt x="402732" y="5942432"/>
                  </a:lnTo>
                  <a:lnTo>
                    <a:pt x="402825" y="5942432"/>
                  </a:lnTo>
                  <a:lnTo>
                    <a:pt x="402918" y="5942432"/>
                  </a:lnTo>
                  <a:lnTo>
                    <a:pt x="403105" y="5942432"/>
                  </a:lnTo>
                  <a:lnTo>
                    <a:pt x="403198" y="5942432"/>
                  </a:lnTo>
                  <a:lnTo>
                    <a:pt x="403291" y="5942432"/>
                  </a:lnTo>
                  <a:lnTo>
                    <a:pt x="403384" y="5942432"/>
                  </a:lnTo>
                  <a:lnTo>
                    <a:pt x="403478" y="5942432"/>
                  </a:lnTo>
                  <a:lnTo>
                    <a:pt x="403664" y="5942432"/>
                  </a:lnTo>
                  <a:lnTo>
                    <a:pt x="403757" y="5942432"/>
                  </a:lnTo>
                  <a:lnTo>
                    <a:pt x="403851" y="5942432"/>
                  </a:lnTo>
                  <a:lnTo>
                    <a:pt x="403944" y="5942432"/>
                  </a:lnTo>
                  <a:lnTo>
                    <a:pt x="404037" y="5942432"/>
                  </a:lnTo>
                  <a:lnTo>
                    <a:pt x="404130" y="5942432"/>
                  </a:lnTo>
                  <a:lnTo>
                    <a:pt x="404224" y="5942432"/>
                  </a:lnTo>
                  <a:lnTo>
                    <a:pt x="404410" y="5942432"/>
                  </a:lnTo>
                  <a:lnTo>
                    <a:pt x="404503" y="5942432"/>
                  </a:lnTo>
                  <a:lnTo>
                    <a:pt x="404597" y="5942432"/>
                  </a:lnTo>
                  <a:lnTo>
                    <a:pt x="404597" y="5932478"/>
                  </a:lnTo>
                  <a:lnTo>
                    <a:pt x="404690" y="5932478"/>
                  </a:lnTo>
                  <a:lnTo>
                    <a:pt x="404783" y="5932478"/>
                  </a:lnTo>
                  <a:lnTo>
                    <a:pt x="404876" y="5932478"/>
                  </a:lnTo>
                  <a:lnTo>
                    <a:pt x="405063" y="5932478"/>
                  </a:lnTo>
                  <a:lnTo>
                    <a:pt x="405156" y="5932478"/>
                  </a:lnTo>
                  <a:lnTo>
                    <a:pt x="405249" y="5932478"/>
                  </a:lnTo>
                  <a:lnTo>
                    <a:pt x="405343" y="5932478"/>
                  </a:lnTo>
                  <a:lnTo>
                    <a:pt x="405436" y="5932478"/>
                  </a:lnTo>
                  <a:lnTo>
                    <a:pt x="405529" y="5932478"/>
                  </a:lnTo>
                  <a:lnTo>
                    <a:pt x="405622" y="5932478"/>
                  </a:lnTo>
                  <a:lnTo>
                    <a:pt x="405716" y="5932478"/>
                  </a:lnTo>
                  <a:lnTo>
                    <a:pt x="405809" y="5932478"/>
                  </a:lnTo>
                  <a:lnTo>
                    <a:pt x="405902" y="5932478"/>
                  </a:lnTo>
                  <a:lnTo>
                    <a:pt x="405995" y="5932478"/>
                  </a:lnTo>
                  <a:lnTo>
                    <a:pt x="406089" y="5932478"/>
                  </a:lnTo>
                  <a:lnTo>
                    <a:pt x="406368" y="5932478"/>
                  </a:lnTo>
                  <a:lnTo>
                    <a:pt x="406462" y="5932478"/>
                  </a:lnTo>
                  <a:lnTo>
                    <a:pt x="406555" y="5932478"/>
                  </a:lnTo>
                  <a:lnTo>
                    <a:pt x="406741" y="5932478"/>
                  </a:lnTo>
                  <a:lnTo>
                    <a:pt x="406928" y="5932478"/>
                  </a:lnTo>
                  <a:lnTo>
                    <a:pt x="407021" y="5932478"/>
                  </a:lnTo>
                  <a:lnTo>
                    <a:pt x="407114" y="5932478"/>
                  </a:lnTo>
                  <a:lnTo>
                    <a:pt x="407208" y="5932478"/>
                  </a:lnTo>
                  <a:lnTo>
                    <a:pt x="407301" y="5932478"/>
                  </a:lnTo>
                  <a:lnTo>
                    <a:pt x="407394" y="5932478"/>
                  </a:lnTo>
                  <a:lnTo>
                    <a:pt x="407487" y="5932478"/>
                  </a:lnTo>
                  <a:lnTo>
                    <a:pt x="407581" y="5932478"/>
                  </a:lnTo>
                  <a:lnTo>
                    <a:pt x="408327" y="5932478"/>
                  </a:lnTo>
                  <a:lnTo>
                    <a:pt x="408420" y="5932478"/>
                  </a:lnTo>
                  <a:lnTo>
                    <a:pt x="408513" y="5932478"/>
                  </a:lnTo>
                  <a:lnTo>
                    <a:pt x="408606" y="5932478"/>
                  </a:lnTo>
                  <a:lnTo>
                    <a:pt x="408700" y="5932478"/>
                  </a:lnTo>
                  <a:lnTo>
                    <a:pt x="408793" y="5932478"/>
                  </a:lnTo>
                  <a:lnTo>
                    <a:pt x="408886" y="5932478"/>
                  </a:lnTo>
                  <a:lnTo>
                    <a:pt x="408979" y="5932478"/>
                  </a:lnTo>
                  <a:lnTo>
                    <a:pt x="409073" y="5932478"/>
                  </a:lnTo>
                  <a:lnTo>
                    <a:pt x="409166" y="5932478"/>
                  </a:lnTo>
                  <a:lnTo>
                    <a:pt x="409259" y="5932478"/>
                  </a:lnTo>
                  <a:lnTo>
                    <a:pt x="409445" y="5932478"/>
                  </a:lnTo>
                  <a:lnTo>
                    <a:pt x="409539" y="5932478"/>
                  </a:lnTo>
                  <a:lnTo>
                    <a:pt x="409632" y="5932478"/>
                  </a:lnTo>
                  <a:lnTo>
                    <a:pt x="409912" y="5932478"/>
                  </a:lnTo>
                  <a:lnTo>
                    <a:pt x="410005" y="5932478"/>
                  </a:lnTo>
                  <a:lnTo>
                    <a:pt x="410098" y="5932478"/>
                  </a:lnTo>
                  <a:lnTo>
                    <a:pt x="410285" y="5932478"/>
                  </a:lnTo>
                  <a:lnTo>
                    <a:pt x="410658" y="5932478"/>
                  </a:lnTo>
                  <a:lnTo>
                    <a:pt x="410751" y="5932478"/>
                  </a:lnTo>
                  <a:lnTo>
                    <a:pt x="410937" y="5932478"/>
                  </a:lnTo>
                  <a:lnTo>
                    <a:pt x="411217" y="5932478"/>
                  </a:lnTo>
                  <a:lnTo>
                    <a:pt x="411310" y="5932478"/>
                  </a:lnTo>
                  <a:lnTo>
                    <a:pt x="411404" y="5932478"/>
                  </a:lnTo>
                  <a:lnTo>
                    <a:pt x="411497" y="5932478"/>
                  </a:lnTo>
                  <a:lnTo>
                    <a:pt x="411683" y="5932478"/>
                  </a:lnTo>
                  <a:lnTo>
                    <a:pt x="411777" y="5932478"/>
                  </a:lnTo>
                  <a:lnTo>
                    <a:pt x="411870" y="5932478"/>
                  </a:lnTo>
                  <a:lnTo>
                    <a:pt x="411963" y="5932478"/>
                  </a:lnTo>
                  <a:lnTo>
                    <a:pt x="412056" y="5932478"/>
                  </a:lnTo>
                  <a:lnTo>
                    <a:pt x="412150" y="5932478"/>
                  </a:lnTo>
                  <a:lnTo>
                    <a:pt x="412243" y="5932478"/>
                  </a:lnTo>
                  <a:lnTo>
                    <a:pt x="412429" y="5932478"/>
                  </a:lnTo>
                  <a:lnTo>
                    <a:pt x="412523" y="5932478"/>
                  </a:lnTo>
                  <a:lnTo>
                    <a:pt x="412616" y="5932478"/>
                  </a:lnTo>
                  <a:lnTo>
                    <a:pt x="412709" y="5932478"/>
                  </a:lnTo>
                  <a:lnTo>
                    <a:pt x="412896" y="5932478"/>
                  </a:lnTo>
                  <a:lnTo>
                    <a:pt x="413082" y="5932478"/>
                  </a:lnTo>
                  <a:lnTo>
                    <a:pt x="413175" y="5932478"/>
                  </a:lnTo>
                  <a:lnTo>
                    <a:pt x="413269" y="5932478"/>
                  </a:lnTo>
                  <a:lnTo>
                    <a:pt x="413362" y="5932478"/>
                  </a:lnTo>
                  <a:lnTo>
                    <a:pt x="413455" y="5932478"/>
                  </a:lnTo>
                  <a:lnTo>
                    <a:pt x="413548" y="5932478"/>
                  </a:lnTo>
                  <a:lnTo>
                    <a:pt x="413642" y="5932478"/>
                  </a:lnTo>
                  <a:lnTo>
                    <a:pt x="413735" y="5932478"/>
                  </a:lnTo>
                  <a:lnTo>
                    <a:pt x="413828" y="5932478"/>
                  </a:lnTo>
                  <a:lnTo>
                    <a:pt x="413921" y="5932478"/>
                  </a:lnTo>
                  <a:lnTo>
                    <a:pt x="414108" y="5932478"/>
                  </a:lnTo>
                  <a:lnTo>
                    <a:pt x="414201" y="5932478"/>
                  </a:lnTo>
                  <a:lnTo>
                    <a:pt x="414294" y="5932478"/>
                  </a:lnTo>
                  <a:lnTo>
                    <a:pt x="414481" y="5932478"/>
                  </a:lnTo>
                  <a:lnTo>
                    <a:pt x="414574" y="5932478"/>
                  </a:lnTo>
                  <a:lnTo>
                    <a:pt x="414667" y="5932478"/>
                  </a:lnTo>
                  <a:lnTo>
                    <a:pt x="414761" y="5932478"/>
                  </a:lnTo>
                  <a:lnTo>
                    <a:pt x="414854" y="5932478"/>
                  </a:lnTo>
                  <a:lnTo>
                    <a:pt x="415040" y="5932478"/>
                  </a:lnTo>
                  <a:lnTo>
                    <a:pt x="415134" y="5932478"/>
                  </a:lnTo>
                  <a:lnTo>
                    <a:pt x="415227" y="5932478"/>
                  </a:lnTo>
                  <a:lnTo>
                    <a:pt x="415320" y="5932478"/>
                  </a:lnTo>
                  <a:lnTo>
                    <a:pt x="415507" y="5932478"/>
                  </a:lnTo>
                  <a:lnTo>
                    <a:pt x="415600" y="5932478"/>
                  </a:lnTo>
                  <a:lnTo>
                    <a:pt x="415786" y="5932478"/>
                  </a:lnTo>
                  <a:lnTo>
                    <a:pt x="415880" y="5932478"/>
                  </a:lnTo>
                  <a:lnTo>
                    <a:pt x="415973" y="5932478"/>
                  </a:lnTo>
                  <a:lnTo>
                    <a:pt x="416066" y="5932478"/>
                  </a:lnTo>
                  <a:lnTo>
                    <a:pt x="416159" y="5932478"/>
                  </a:lnTo>
                  <a:lnTo>
                    <a:pt x="416253" y="5932478"/>
                  </a:lnTo>
                  <a:lnTo>
                    <a:pt x="416346" y="5932478"/>
                  </a:lnTo>
                  <a:lnTo>
                    <a:pt x="416439" y="5932478"/>
                  </a:lnTo>
                  <a:lnTo>
                    <a:pt x="416532" y="5932478"/>
                  </a:lnTo>
                  <a:lnTo>
                    <a:pt x="416625" y="5932478"/>
                  </a:lnTo>
                  <a:lnTo>
                    <a:pt x="416719" y="5932478"/>
                  </a:lnTo>
                  <a:lnTo>
                    <a:pt x="416812" y="5932478"/>
                  </a:lnTo>
                  <a:lnTo>
                    <a:pt x="416905" y="5932478"/>
                  </a:lnTo>
                  <a:lnTo>
                    <a:pt x="416998" y="5932478"/>
                  </a:lnTo>
                  <a:lnTo>
                    <a:pt x="417092" y="5932478"/>
                  </a:lnTo>
                  <a:lnTo>
                    <a:pt x="417185" y="5932478"/>
                  </a:lnTo>
                  <a:lnTo>
                    <a:pt x="417278" y="5932478"/>
                  </a:lnTo>
                  <a:lnTo>
                    <a:pt x="417371" y="5932478"/>
                  </a:lnTo>
                  <a:lnTo>
                    <a:pt x="417465" y="5932478"/>
                  </a:lnTo>
                  <a:lnTo>
                    <a:pt x="417558" y="5932478"/>
                  </a:lnTo>
                  <a:lnTo>
                    <a:pt x="417651" y="5932478"/>
                  </a:lnTo>
                  <a:lnTo>
                    <a:pt x="417838" y="5932478"/>
                  </a:lnTo>
                  <a:lnTo>
                    <a:pt x="417931" y="5932478"/>
                  </a:lnTo>
                  <a:lnTo>
                    <a:pt x="418024" y="5932478"/>
                  </a:lnTo>
                  <a:lnTo>
                    <a:pt x="418117" y="5932478"/>
                  </a:lnTo>
                  <a:lnTo>
                    <a:pt x="418211" y="5932478"/>
                  </a:lnTo>
                  <a:lnTo>
                    <a:pt x="418304" y="5932478"/>
                  </a:lnTo>
                  <a:lnTo>
                    <a:pt x="418397" y="5932478"/>
                  </a:lnTo>
                  <a:lnTo>
                    <a:pt x="418490" y="5932478"/>
                  </a:lnTo>
                  <a:lnTo>
                    <a:pt x="418584" y="5932478"/>
                  </a:lnTo>
                  <a:lnTo>
                    <a:pt x="418677" y="5932478"/>
                  </a:lnTo>
                  <a:lnTo>
                    <a:pt x="418770" y="5932478"/>
                  </a:lnTo>
                  <a:lnTo>
                    <a:pt x="418863" y="5932478"/>
                  </a:lnTo>
                  <a:lnTo>
                    <a:pt x="418957" y="5932478"/>
                  </a:lnTo>
                  <a:lnTo>
                    <a:pt x="419143" y="5932478"/>
                  </a:lnTo>
                  <a:lnTo>
                    <a:pt x="419236" y="5932478"/>
                  </a:lnTo>
                  <a:lnTo>
                    <a:pt x="419423" y="5932478"/>
                  </a:lnTo>
                  <a:lnTo>
                    <a:pt x="419516" y="5932478"/>
                  </a:lnTo>
                  <a:lnTo>
                    <a:pt x="419609" y="5932478"/>
                  </a:lnTo>
                  <a:lnTo>
                    <a:pt x="419703" y="5932478"/>
                  </a:lnTo>
                  <a:lnTo>
                    <a:pt x="419796" y="5932478"/>
                  </a:lnTo>
                  <a:lnTo>
                    <a:pt x="419982" y="5932478"/>
                  </a:lnTo>
                  <a:lnTo>
                    <a:pt x="420076" y="5932478"/>
                  </a:lnTo>
                  <a:lnTo>
                    <a:pt x="420169" y="5932478"/>
                  </a:lnTo>
                  <a:lnTo>
                    <a:pt x="420449" y="5932478"/>
                  </a:lnTo>
                  <a:lnTo>
                    <a:pt x="420542" y="5932478"/>
                  </a:lnTo>
                  <a:lnTo>
                    <a:pt x="420635" y="5932478"/>
                  </a:lnTo>
                  <a:lnTo>
                    <a:pt x="420728" y="5932478"/>
                  </a:lnTo>
                  <a:lnTo>
                    <a:pt x="420822" y="5932478"/>
                  </a:lnTo>
                  <a:lnTo>
                    <a:pt x="420915" y="5932478"/>
                  </a:lnTo>
                  <a:lnTo>
                    <a:pt x="421008" y="5932478"/>
                  </a:lnTo>
                  <a:lnTo>
                    <a:pt x="421101" y="5932478"/>
                  </a:lnTo>
                  <a:lnTo>
                    <a:pt x="421195" y="5932478"/>
                  </a:lnTo>
                  <a:lnTo>
                    <a:pt x="421288" y="5932478"/>
                  </a:lnTo>
                  <a:lnTo>
                    <a:pt x="421381" y="5932478"/>
                  </a:lnTo>
                  <a:lnTo>
                    <a:pt x="421474" y="5932478"/>
                  </a:lnTo>
                  <a:lnTo>
                    <a:pt x="421568" y="5932478"/>
                  </a:lnTo>
                  <a:lnTo>
                    <a:pt x="421661" y="5932478"/>
                  </a:lnTo>
                  <a:lnTo>
                    <a:pt x="421754" y="5922524"/>
                  </a:lnTo>
                  <a:lnTo>
                    <a:pt x="421847" y="5922524"/>
                  </a:lnTo>
                  <a:lnTo>
                    <a:pt x="422034" y="5922524"/>
                  </a:lnTo>
                  <a:lnTo>
                    <a:pt x="422220" y="5922524"/>
                  </a:lnTo>
                  <a:lnTo>
                    <a:pt x="422407" y="5922524"/>
                  </a:lnTo>
                  <a:lnTo>
                    <a:pt x="422500" y="5922524"/>
                  </a:lnTo>
                  <a:lnTo>
                    <a:pt x="422593" y="5912570"/>
                  </a:lnTo>
                  <a:lnTo>
                    <a:pt x="422687" y="5912570"/>
                  </a:lnTo>
                  <a:lnTo>
                    <a:pt x="422780" y="5912570"/>
                  </a:lnTo>
                  <a:lnTo>
                    <a:pt x="422873" y="5912570"/>
                  </a:lnTo>
                  <a:lnTo>
                    <a:pt x="422966" y="5912570"/>
                  </a:lnTo>
                  <a:lnTo>
                    <a:pt x="423153" y="5912570"/>
                  </a:lnTo>
                  <a:lnTo>
                    <a:pt x="423246" y="5912570"/>
                  </a:lnTo>
                  <a:lnTo>
                    <a:pt x="423339" y="5912570"/>
                  </a:lnTo>
                  <a:lnTo>
                    <a:pt x="423619" y="5912570"/>
                  </a:lnTo>
                  <a:lnTo>
                    <a:pt x="423805" y="5912570"/>
                  </a:lnTo>
                  <a:lnTo>
                    <a:pt x="423899" y="5912570"/>
                  </a:lnTo>
                  <a:lnTo>
                    <a:pt x="423992" y="5912570"/>
                  </a:lnTo>
                  <a:lnTo>
                    <a:pt x="424085" y="5912570"/>
                  </a:lnTo>
                  <a:lnTo>
                    <a:pt x="424178" y="5912570"/>
                  </a:lnTo>
                  <a:lnTo>
                    <a:pt x="424272" y="5912570"/>
                  </a:lnTo>
                  <a:lnTo>
                    <a:pt x="424365" y="5912570"/>
                  </a:lnTo>
                  <a:lnTo>
                    <a:pt x="424458" y="5912570"/>
                  </a:lnTo>
                  <a:lnTo>
                    <a:pt x="424551" y="5912570"/>
                  </a:lnTo>
                  <a:lnTo>
                    <a:pt x="424645" y="5912570"/>
                  </a:lnTo>
                  <a:lnTo>
                    <a:pt x="424738" y="5912570"/>
                  </a:lnTo>
                  <a:lnTo>
                    <a:pt x="424831" y="5912570"/>
                  </a:lnTo>
                  <a:lnTo>
                    <a:pt x="424924" y="5912570"/>
                  </a:lnTo>
                  <a:lnTo>
                    <a:pt x="425018" y="5912570"/>
                  </a:lnTo>
                  <a:lnTo>
                    <a:pt x="425111" y="5912570"/>
                  </a:lnTo>
                  <a:lnTo>
                    <a:pt x="425204" y="5912570"/>
                  </a:lnTo>
                  <a:lnTo>
                    <a:pt x="425297" y="5912570"/>
                  </a:lnTo>
                  <a:lnTo>
                    <a:pt x="425484" y="5912570"/>
                  </a:lnTo>
                  <a:lnTo>
                    <a:pt x="425577" y="5912570"/>
                  </a:lnTo>
                  <a:lnTo>
                    <a:pt x="425670" y="5912570"/>
                  </a:lnTo>
                  <a:lnTo>
                    <a:pt x="425857" y="5912570"/>
                  </a:lnTo>
                  <a:lnTo>
                    <a:pt x="425950" y="5912570"/>
                  </a:lnTo>
                  <a:lnTo>
                    <a:pt x="426043" y="5912570"/>
                  </a:lnTo>
                  <a:lnTo>
                    <a:pt x="426043" y="5902616"/>
                  </a:lnTo>
                  <a:lnTo>
                    <a:pt x="426137" y="5902616"/>
                  </a:lnTo>
                  <a:lnTo>
                    <a:pt x="426230" y="5902616"/>
                  </a:lnTo>
                  <a:lnTo>
                    <a:pt x="426230" y="5892663"/>
                  </a:lnTo>
                  <a:lnTo>
                    <a:pt x="426323" y="5892663"/>
                  </a:lnTo>
                  <a:lnTo>
                    <a:pt x="426416" y="5892663"/>
                  </a:lnTo>
                  <a:lnTo>
                    <a:pt x="426510" y="5892663"/>
                  </a:lnTo>
                  <a:lnTo>
                    <a:pt x="426603" y="5892663"/>
                  </a:lnTo>
                  <a:lnTo>
                    <a:pt x="426696" y="5892663"/>
                  </a:lnTo>
                  <a:lnTo>
                    <a:pt x="426789" y="5892663"/>
                  </a:lnTo>
                  <a:lnTo>
                    <a:pt x="426883" y="5892663"/>
                  </a:lnTo>
                  <a:lnTo>
                    <a:pt x="426976" y="5892663"/>
                  </a:lnTo>
                  <a:lnTo>
                    <a:pt x="427069" y="5892663"/>
                  </a:lnTo>
                  <a:lnTo>
                    <a:pt x="427162" y="5892663"/>
                  </a:lnTo>
                  <a:lnTo>
                    <a:pt x="427256" y="5892663"/>
                  </a:lnTo>
                  <a:lnTo>
                    <a:pt x="427629" y="5892663"/>
                  </a:lnTo>
                  <a:lnTo>
                    <a:pt x="427722" y="5892663"/>
                  </a:lnTo>
                  <a:lnTo>
                    <a:pt x="427815" y="5892663"/>
                  </a:lnTo>
                  <a:lnTo>
                    <a:pt x="427908" y="5892663"/>
                  </a:lnTo>
                  <a:lnTo>
                    <a:pt x="428002" y="5892663"/>
                  </a:lnTo>
                  <a:lnTo>
                    <a:pt x="428095" y="5892663"/>
                  </a:lnTo>
                  <a:lnTo>
                    <a:pt x="428281" y="5892663"/>
                  </a:lnTo>
                  <a:lnTo>
                    <a:pt x="428375" y="5892663"/>
                  </a:lnTo>
                  <a:lnTo>
                    <a:pt x="428468" y="5892663"/>
                  </a:lnTo>
                  <a:lnTo>
                    <a:pt x="428561" y="5892663"/>
                  </a:lnTo>
                  <a:lnTo>
                    <a:pt x="428748" y="5892663"/>
                  </a:lnTo>
                  <a:lnTo>
                    <a:pt x="428841" y="5892663"/>
                  </a:lnTo>
                  <a:lnTo>
                    <a:pt x="428934" y="5892663"/>
                  </a:lnTo>
                  <a:lnTo>
                    <a:pt x="429027" y="5882709"/>
                  </a:lnTo>
                  <a:lnTo>
                    <a:pt x="429121" y="5882709"/>
                  </a:lnTo>
                  <a:lnTo>
                    <a:pt x="429214" y="5882709"/>
                  </a:lnTo>
                  <a:lnTo>
                    <a:pt x="429494" y="5882709"/>
                  </a:lnTo>
                  <a:lnTo>
                    <a:pt x="429587" y="5882709"/>
                  </a:lnTo>
                  <a:lnTo>
                    <a:pt x="429680" y="5882709"/>
                  </a:lnTo>
                  <a:lnTo>
                    <a:pt x="429773" y="5882709"/>
                  </a:lnTo>
                  <a:lnTo>
                    <a:pt x="429867" y="5882709"/>
                  </a:lnTo>
                  <a:lnTo>
                    <a:pt x="429960" y="5882709"/>
                  </a:lnTo>
                  <a:lnTo>
                    <a:pt x="430239" y="5882709"/>
                  </a:lnTo>
                  <a:lnTo>
                    <a:pt x="430519" y="5882709"/>
                  </a:lnTo>
                  <a:lnTo>
                    <a:pt x="430612" y="5882709"/>
                  </a:lnTo>
                  <a:lnTo>
                    <a:pt x="430706" y="5882709"/>
                  </a:lnTo>
                  <a:lnTo>
                    <a:pt x="430892" y="5882709"/>
                  </a:lnTo>
                  <a:lnTo>
                    <a:pt x="430985" y="5882709"/>
                  </a:lnTo>
                  <a:lnTo>
                    <a:pt x="431079" y="5882709"/>
                  </a:lnTo>
                  <a:lnTo>
                    <a:pt x="431172" y="5882709"/>
                  </a:lnTo>
                  <a:lnTo>
                    <a:pt x="431358" y="5882709"/>
                  </a:lnTo>
                  <a:lnTo>
                    <a:pt x="431452" y="5882709"/>
                  </a:lnTo>
                  <a:lnTo>
                    <a:pt x="431545" y="5882709"/>
                  </a:lnTo>
                  <a:lnTo>
                    <a:pt x="431545" y="5872755"/>
                  </a:lnTo>
                  <a:lnTo>
                    <a:pt x="431825" y="5872755"/>
                  </a:lnTo>
                  <a:lnTo>
                    <a:pt x="431918" y="5872755"/>
                  </a:lnTo>
                  <a:lnTo>
                    <a:pt x="432011" y="5872755"/>
                  </a:lnTo>
                  <a:lnTo>
                    <a:pt x="432104" y="5872755"/>
                  </a:lnTo>
                  <a:lnTo>
                    <a:pt x="432291" y="5872755"/>
                  </a:lnTo>
                  <a:lnTo>
                    <a:pt x="432384" y="5872755"/>
                  </a:lnTo>
                  <a:lnTo>
                    <a:pt x="432571" y="5872755"/>
                  </a:lnTo>
                  <a:lnTo>
                    <a:pt x="432664" y="5872755"/>
                  </a:lnTo>
                  <a:lnTo>
                    <a:pt x="432757" y="5872755"/>
                  </a:lnTo>
                  <a:lnTo>
                    <a:pt x="432850" y="5872755"/>
                  </a:lnTo>
                  <a:lnTo>
                    <a:pt x="432944" y="5872755"/>
                  </a:lnTo>
                  <a:lnTo>
                    <a:pt x="433037" y="5872755"/>
                  </a:lnTo>
                  <a:lnTo>
                    <a:pt x="433223" y="5872755"/>
                  </a:lnTo>
                  <a:lnTo>
                    <a:pt x="433317" y="5872755"/>
                  </a:lnTo>
                  <a:lnTo>
                    <a:pt x="433410" y="5872755"/>
                  </a:lnTo>
                  <a:lnTo>
                    <a:pt x="433503" y="5872755"/>
                  </a:lnTo>
                  <a:lnTo>
                    <a:pt x="433596" y="5872755"/>
                  </a:lnTo>
                  <a:lnTo>
                    <a:pt x="433690" y="5872755"/>
                  </a:lnTo>
                  <a:lnTo>
                    <a:pt x="433876" y="5872755"/>
                  </a:lnTo>
                  <a:lnTo>
                    <a:pt x="433969" y="5872755"/>
                  </a:lnTo>
                  <a:lnTo>
                    <a:pt x="434063" y="5872755"/>
                  </a:lnTo>
                  <a:lnTo>
                    <a:pt x="434342" y="5872755"/>
                  </a:lnTo>
                  <a:lnTo>
                    <a:pt x="434529" y="5872755"/>
                  </a:lnTo>
                  <a:lnTo>
                    <a:pt x="434809" y="5872755"/>
                  </a:lnTo>
                  <a:lnTo>
                    <a:pt x="434902" y="5862801"/>
                  </a:lnTo>
                  <a:lnTo>
                    <a:pt x="434995" y="5862801"/>
                  </a:lnTo>
                  <a:lnTo>
                    <a:pt x="435182" y="5862801"/>
                  </a:lnTo>
                  <a:lnTo>
                    <a:pt x="435275" y="5862801"/>
                  </a:lnTo>
                  <a:lnTo>
                    <a:pt x="435368" y="5862801"/>
                  </a:lnTo>
                  <a:lnTo>
                    <a:pt x="435555" y="5862801"/>
                  </a:lnTo>
                  <a:lnTo>
                    <a:pt x="435648" y="5862801"/>
                  </a:lnTo>
                  <a:lnTo>
                    <a:pt x="435741" y="5862801"/>
                  </a:lnTo>
                  <a:lnTo>
                    <a:pt x="435834" y="5862801"/>
                  </a:lnTo>
                  <a:lnTo>
                    <a:pt x="436021" y="5862801"/>
                  </a:lnTo>
                  <a:lnTo>
                    <a:pt x="436114" y="5862801"/>
                  </a:lnTo>
                  <a:lnTo>
                    <a:pt x="436207" y="5862801"/>
                  </a:lnTo>
                  <a:lnTo>
                    <a:pt x="436301" y="5862801"/>
                  </a:lnTo>
                  <a:lnTo>
                    <a:pt x="436394" y="5862801"/>
                  </a:lnTo>
                  <a:lnTo>
                    <a:pt x="436487" y="5862801"/>
                  </a:lnTo>
                  <a:lnTo>
                    <a:pt x="436580" y="5862801"/>
                  </a:lnTo>
                  <a:lnTo>
                    <a:pt x="436767" y="5862801"/>
                  </a:lnTo>
                  <a:lnTo>
                    <a:pt x="436860" y="5862801"/>
                  </a:lnTo>
                  <a:lnTo>
                    <a:pt x="436953" y="5862801"/>
                  </a:lnTo>
                  <a:lnTo>
                    <a:pt x="437047" y="5862801"/>
                  </a:lnTo>
                  <a:lnTo>
                    <a:pt x="437140" y="5862801"/>
                  </a:lnTo>
                  <a:lnTo>
                    <a:pt x="437140" y="5852847"/>
                  </a:lnTo>
                  <a:lnTo>
                    <a:pt x="437419" y="5852847"/>
                  </a:lnTo>
                  <a:lnTo>
                    <a:pt x="437606" y="5852847"/>
                  </a:lnTo>
                  <a:lnTo>
                    <a:pt x="437699" y="5852847"/>
                  </a:lnTo>
                  <a:lnTo>
                    <a:pt x="437792" y="5852847"/>
                  </a:lnTo>
                  <a:lnTo>
                    <a:pt x="437886" y="5852847"/>
                  </a:lnTo>
                  <a:lnTo>
                    <a:pt x="437979" y="5852847"/>
                  </a:lnTo>
                  <a:lnTo>
                    <a:pt x="438072" y="5852847"/>
                  </a:lnTo>
                  <a:lnTo>
                    <a:pt x="438445" y="5852847"/>
                  </a:lnTo>
                  <a:lnTo>
                    <a:pt x="438632" y="5852847"/>
                  </a:lnTo>
                  <a:lnTo>
                    <a:pt x="438725" y="5852847"/>
                  </a:lnTo>
                  <a:lnTo>
                    <a:pt x="438818" y="5852847"/>
                  </a:lnTo>
                  <a:lnTo>
                    <a:pt x="438911" y="5852847"/>
                  </a:lnTo>
                  <a:lnTo>
                    <a:pt x="439005" y="5852847"/>
                  </a:lnTo>
                  <a:lnTo>
                    <a:pt x="439098" y="5852847"/>
                  </a:lnTo>
                  <a:lnTo>
                    <a:pt x="439284" y="5852847"/>
                  </a:lnTo>
                  <a:lnTo>
                    <a:pt x="439378" y="5852847"/>
                  </a:lnTo>
                  <a:lnTo>
                    <a:pt x="439471" y="5852847"/>
                  </a:lnTo>
                  <a:lnTo>
                    <a:pt x="439564" y="5852847"/>
                  </a:lnTo>
                  <a:lnTo>
                    <a:pt x="439657" y="5852847"/>
                  </a:lnTo>
                  <a:lnTo>
                    <a:pt x="439751" y="5852847"/>
                  </a:lnTo>
                  <a:lnTo>
                    <a:pt x="439844" y="5852847"/>
                  </a:lnTo>
                  <a:lnTo>
                    <a:pt x="440030" y="5852847"/>
                  </a:lnTo>
                  <a:lnTo>
                    <a:pt x="440124" y="5852847"/>
                  </a:lnTo>
                  <a:lnTo>
                    <a:pt x="440217" y="5852847"/>
                  </a:lnTo>
                  <a:lnTo>
                    <a:pt x="440310" y="5852847"/>
                  </a:lnTo>
                  <a:lnTo>
                    <a:pt x="440403" y="5852847"/>
                  </a:lnTo>
                  <a:lnTo>
                    <a:pt x="440497" y="5852847"/>
                  </a:lnTo>
                  <a:lnTo>
                    <a:pt x="440590" y="5852847"/>
                  </a:lnTo>
                  <a:lnTo>
                    <a:pt x="440683" y="5852847"/>
                  </a:lnTo>
                  <a:lnTo>
                    <a:pt x="440776" y="5852847"/>
                  </a:lnTo>
                  <a:lnTo>
                    <a:pt x="440870" y="5852847"/>
                  </a:lnTo>
                  <a:lnTo>
                    <a:pt x="440963" y="5852847"/>
                  </a:lnTo>
                  <a:lnTo>
                    <a:pt x="441056" y="5852847"/>
                  </a:lnTo>
                  <a:lnTo>
                    <a:pt x="441243" y="5852847"/>
                  </a:lnTo>
                  <a:lnTo>
                    <a:pt x="441336" y="5852847"/>
                  </a:lnTo>
                  <a:lnTo>
                    <a:pt x="441429" y="5852847"/>
                  </a:lnTo>
                  <a:lnTo>
                    <a:pt x="441522" y="5852847"/>
                  </a:lnTo>
                  <a:lnTo>
                    <a:pt x="441616" y="5852847"/>
                  </a:lnTo>
                  <a:lnTo>
                    <a:pt x="441709" y="5852847"/>
                  </a:lnTo>
                  <a:lnTo>
                    <a:pt x="441802" y="5852847"/>
                  </a:lnTo>
                  <a:lnTo>
                    <a:pt x="441895" y="5852847"/>
                  </a:lnTo>
                  <a:lnTo>
                    <a:pt x="441989" y="5852847"/>
                  </a:lnTo>
                  <a:lnTo>
                    <a:pt x="442082" y="5852847"/>
                  </a:lnTo>
                  <a:lnTo>
                    <a:pt x="442175" y="5852847"/>
                  </a:lnTo>
                  <a:lnTo>
                    <a:pt x="442268" y="5852847"/>
                  </a:lnTo>
                  <a:lnTo>
                    <a:pt x="442362" y="5852847"/>
                  </a:lnTo>
                  <a:lnTo>
                    <a:pt x="442455" y="5852847"/>
                  </a:lnTo>
                  <a:lnTo>
                    <a:pt x="442548" y="5852847"/>
                  </a:lnTo>
                  <a:lnTo>
                    <a:pt x="442641" y="5852847"/>
                  </a:lnTo>
                  <a:lnTo>
                    <a:pt x="442735" y="5852847"/>
                  </a:lnTo>
                  <a:lnTo>
                    <a:pt x="442828" y="5852847"/>
                  </a:lnTo>
                  <a:lnTo>
                    <a:pt x="442921" y="5852847"/>
                  </a:lnTo>
                  <a:lnTo>
                    <a:pt x="443108" y="5852847"/>
                  </a:lnTo>
                  <a:lnTo>
                    <a:pt x="443201" y="5852847"/>
                  </a:lnTo>
                  <a:lnTo>
                    <a:pt x="443294" y="5852847"/>
                  </a:lnTo>
                  <a:lnTo>
                    <a:pt x="443387" y="5852847"/>
                  </a:lnTo>
                  <a:lnTo>
                    <a:pt x="443481" y="5852847"/>
                  </a:lnTo>
                  <a:lnTo>
                    <a:pt x="443574" y="5852847"/>
                  </a:lnTo>
                  <a:lnTo>
                    <a:pt x="443760" y="5852847"/>
                  </a:lnTo>
                  <a:lnTo>
                    <a:pt x="443947" y="5852847"/>
                  </a:lnTo>
                  <a:lnTo>
                    <a:pt x="444133" y="5852847"/>
                  </a:lnTo>
                  <a:lnTo>
                    <a:pt x="444226" y="5852847"/>
                  </a:lnTo>
                  <a:lnTo>
                    <a:pt x="444320" y="5852847"/>
                  </a:lnTo>
                  <a:lnTo>
                    <a:pt x="444599" y="5852847"/>
                  </a:lnTo>
                  <a:lnTo>
                    <a:pt x="444693" y="5852847"/>
                  </a:lnTo>
                  <a:lnTo>
                    <a:pt x="444786" y="5852847"/>
                  </a:lnTo>
                  <a:lnTo>
                    <a:pt x="444972" y="5852847"/>
                  </a:lnTo>
                  <a:lnTo>
                    <a:pt x="445159" y="5852847"/>
                  </a:lnTo>
                  <a:lnTo>
                    <a:pt x="445532" y="5852847"/>
                  </a:lnTo>
                  <a:lnTo>
                    <a:pt x="445625" y="5852847"/>
                  </a:lnTo>
                  <a:lnTo>
                    <a:pt x="445718" y="5852847"/>
                  </a:lnTo>
                  <a:lnTo>
                    <a:pt x="445812" y="5852847"/>
                  </a:lnTo>
                  <a:lnTo>
                    <a:pt x="445905" y="5852847"/>
                  </a:lnTo>
                  <a:lnTo>
                    <a:pt x="445998" y="5852847"/>
                  </a:lnTo>
                  <a:lnTo>
                    <a:pt x="446278" y="5852847"/>
                  </a:lnTo>
                  <a:lnTo>
                    <a:pt x="446464" y="5852847"/>
                  </a:lnTo>
                  <a:lnTo>
                    <a:pt x="446558" y="5852847"/>
                  </a:lnTo>
                  <a:lnTo>
                    <a:pt x="447024" y="5852847"/>
                  </a:lnTo>
                  <a:lnTo>
                    <a:pt x="447210" y="5852847"/>
                  </a:lnTo>
                  <a:lnTo>
                    <a:pt x="447304" y="5852847"/>
                  </a:lnTo>
                  <a:lnTo>
                    <a:pt x="447397" y="5852847"/>
                  </a:lnTo>
                  <a:lnTo>
                    <a:pt x="447490" y="5852847"/>
                  </a:lnTo>
                  <a:lnTo>
                    <a:pt x="447583" y="5852847"/>
                  </a:lnTo>
                  <a:lnTo>
                    <a:pt x="447677" y="5852847"/>
                  </a:lnTo>
                  <a:lnTo>
                    <a:pt x="447770" y="5852847"/>
                  </a:lnTo>
                  <a:lnTo>
                    <a:pt x="447956" y="5852847"/>
                  </a:lnTo>
                  <a:lnTo>
                    <a:pt x="448143" y="5842893"/>
                  </a:lnTo>
                  <a:lnTo>
                    <a:pt x="448236" y="5842893"/>
                  </a:lnTo>
                  <a:lnTo>
                    <a:pt x="448329" y="5842893"/>
                  </a:lnTo>
                  <a:lnTo>
                    <a:pt x="448423" y="5842893"/>
                  </a:lnTo>
                  <a:lnTo>
                    <a:pt x="448516" y="5842893"/>
                  </a:lnTo>
                  <a:lnTo>
                    <a:pt x="448609" y="5842893"/>
                  </a:lnTo>
                  <a:lnTo>
                    <a:pt x="448702" y="5842893"/>
                  </a:lnTo>
                  <a:lnTo>
                    <a:pt x="448796" y="5842893"/>
                  </a:lnTo>
                  <a:lnTo>
                    <a:pt x="448889" y="5842893"/>
                  </a:lnTo>
                  <a:lnTo>
                    <a:pt x="448982" y="5842893"/>
                  </a:lnTo>
                  <a:lnTo>
                    <a:pt x="449075" y="5842893"/>
                  </a:lnTo>
                  <a:lnTo>
                    <a:pt x="449169" y="5842893"/>
                  </a:lnTo>
                  <a:lnTo>
                    <a:pt x="449262" y="5842893"/>
                  </a:lnTo>
                  <a:lnTo>
                    <a:pt x="449448" y="5842893"/>
                  </a:lnTo>
                  <a:lnTo>
                    <a:pt x="449635" y="5842893"/>
                  </a:lnTo>
                  <a:lnTo>
                    <a:pt x="449821" y="5842893"/>
                  </a:lnTo>
                  <a:lnTo>
                    <a:pt x="449915" y="5842893"/>
                  </a:lnTo>
                  <a:lnTo>
                    <a:pt x="450008" y="5842893"/>
                  </a:lnTo>
                  <a:lnTo>
                    <a:pt x="450194" y="5842893"/>
                  </a:lnTo>
                  <a:lnTo>
                    <a:pt x="450288" y="5842893"/>
                  </a:lnTo>
                  <a:lnTo>
                    <a:pt x="450474" y="5842893"/>
                  </a:lnTo>
                  <a:lnTo>
                    <a:pt x="450567" y="5842893"/>
                  </a:lnTo>
                  <a:lnTo>
                    <a:pt x="450661" y="5842893"/>
                  </a:lnTo>
                  <a:lnTo>
                    <a:pt x="450754" y="5842893"/>
                  </a:lnTo>
                  <a:lnTo>
                    <a:pt x="450847" y="5842893"/>
                  </a:lnTo>
                  <a:lnTo>
                    <a:pt x="450940" y="5842893"/>
                  </a:lnTo>
                  <a:lnTo>
                    <a:pt x="451033" y="5842893"/>
                  </a:lnTo>
                  <a:lnTo>
                    <a:pt x="451220" y="5842893"/>
                  </a:lnTo>
                  <a:lnTo>
                    <a:pt x="451313" y="5842893"/>
                  </a:lnTo>
                  <a:lnTo>
                    <a:pt x="451406" y="5842893"/>
                  </a:lnTo>
                  <a:lnTo>
                    <a:pt x="451500" y="5842893"/>
                  </a:lnTo>
                  <a:lnTo>
                    <a:pt x="451593" y="5842893"/>
                  </a:lnTo>
                  <a:lnTo>
                    <a:pt x="451686" y="5842893"/>
                  </a:lnTo>
                  <a:lnTo>
                    <a:pt x="451779" y="5842893"/>
                  </a:lnTo>
                  <a:lnTo>
                    <a:pt x="451966" y="5842893"/>
                  </a:lnTo>
                  <a:lnTo>
                    <a:pt x="452059" y="5842893"/>
                  </a:lnTo>
                  <a:lnTo>
                    <a:pt x="452152" y="5842893"/>
                  </a:lnTo>
                  <a:lnTo>
                    <a:pt x="452339" y="5842893"/>
                  </a:lnTo>
                  <a:lnTo>
                    <a:pt x="452432" y="5842893"/>
                  </a:lnTo>
                  <a:lnTo>
                    <a:pt x="452525" y="5842893"/>
                  </a:lnTo>
                  <a:lnTo>
                    <a:pt x="452805" y="5842893"/>
                  </a:lnTo>
                  <a:lnTo>
                    <a:pt x="452992" y="5842893"/>
                  </a:lnTo>
                  <a:lnTo>
                    <a:pt x="453178" y="5842893"/>
                  </a:lnTo>
                  <a:lnTo>
                    <a:pt x="453271" y="5842893"/>
                  </a:lnTo>
                  <a:lnTo>
                    <a:pt x="453458" y="5842893"/>
                  </a:lnTo>
                  <a:lnTo>
                    <a:pt x="453551" y="5842893"/>
                  </a:lnTo>
                  <a:lnTo>
                    <a:pt x="453831" y="5842893"/>
                  </a:lnTo>
                  <a:lnTo>
                    <a:pt x="454017" y="5842893"/>
                  </a:lnTo>
                  <a:lnTo>
                    <a:pt x="454111" y="5842893"/>
                  </a:lnTo>
                  <a:lnTo>
                    <a:pt x="454204" y="5842893"/>
                  </a:lnTo>
                  <a:lnTo>
                    <a:pt x="454297" y="5842893"/>
                  </a:lnTo>
                  <a:lnTo>
                    <a:pt x="454390" y="5842893"/>
                  </a:lnTo>
                  <a:lnTo>
                    <a:pt x="454484" y="5842893"/>
                  </a:lnTo>
                  <a:lnTo>
                    <a:pt x="454577" y="5842893"/>
                  </a:lnTo>
                  <a:lnTo>
                    <a:pt x="454670" y="5842893"/>
                  </a:lnTo>
                  <a:lnTo>
                    <a:pt x="454763" y="5842893"/>
                  </a:lnTo>
                  <a:lnTo>
                    <a:pt x="454857" y="5842893"/>
                  </a:lnTo>
                  <a:lnTo>
                    <a:pt x="455043" y="5842893"/>
                  </a:lnTo>
                  <a:lnTo>
                    <a:pt x="455136" y="5842893"/>
                  </a:lnTo>
                  <a:lnTo>
                    <a:pt x="455230" y="5842893"/>
                  </a:lnTo>
                  <a:lnTo>
                    <a:pt x="455323" y="5842893"/>
                  </a:lnTo>
                  <a:lnTo>
                    <a:pt x="455416" y="5842893"/>
                  </a:lnTo>
                  <a:lnTo>
                    <a:pt x="455509" y="5842893"/>
                  </a:lnTo>
                  <a:lnTo>
                    <a:pt x="455603" y="5842893"/>
                  </a:lnTo>
                  <a:lnTo>
                    <a:pt x="455696" y="5842893"/>
                  </a:lnTo>
                  <a:lnTo>
                    <a:pt x="455789" y="5842893"/>
                  </a:lnTo>
                  <a:lnTo>
                    <a:pt x="456069" y="5842893"/>
                  </a:lnTo>
                  <a:lnTo>
                    <a:pt x="456162" y="5842893"/>
                  </a:lnTo>
                  <a:lnTo>
                    <a:pt x="456255" y="5842893"/>
                  </a:lnTo>
                  <a:lnTo>
                    <a:pt x="456349" y="5842893"/>
                  </a:lnTo>
                  <a:lnTo>
                    <a:pt x="456442" y="5842893"/>
                  </a:lnTo>
                  <a:lnTo>
                    <a:pt x="456535" y="5842893"/>
                  </a:lnTo>
                  <a:lnTo>
                    <a:pt x="456535" y="5832940"/>
                  </a:lnTo>
                  <a:lnTo>
                    <a:pt x="456628" y="5832940"/>
                  </a:lnTo>
                  <a:lnTo>
                    <a:pt x="456722" y="5832940"/>
                  </a:lnTo>
                  <a:lnTo>
                    <a:pt x="456815" y="5832940"/>
                  </a:lnTo>
                  <a:lnTo>
                    <a:pt x="456908" y="5832940"/>
                  </a:lnTo>
                  <a:lnTo>
                    <a:pt x="457001" y="5832940"/>
                  </a:lnTo>
                  <a:lnTo>
                    <a:pt x="457095" y="5832940"/>
                  </a:lnTo>
                  <a:lnTo>
                    <a:pt x="457188" y="5832940"/>
                  </a:lnTo>
                  <a:lnTo>
                    <a:pt x="457188" y="5822986"/>
                  </a:lnTo>
                  <a:lnTo>
                    <a:pt x="457281" y="5822986"/>
                  </a:lnTo>
                  <a:lnTo>
                    <a:pt x="457468" y="5822986"/>
                  </a:lnTo>
                  <a:lnTo>
                    <a:pt x="457654" y="5822986"/>
                  </a:lnTo>
                  <a:lnTo>
                    <a:pt x="457841" y="5822986"/>
                  </a:lnTo>
                  <a:lnTo>
                    <a:pt x="457934" y="5822986"/>
                  </a:lnTo>
                  <a:lnTo>
                    <a:pt x="458213" y="5822986"/>
                  </a:lnTo>
                  <a:lnTo>
                    <a:pt x="458307" y="5822986"/>
                  </a:lnTo>
                  <a:lnTo>
                    <a:pt x="458400" y="5822986"/>
                  </a:lnTo>
                  <a:lnTo>
                    <a:pt x="458493" y="5822986"/>
                  </a:lnTo>
                  <a:lnTo>
                    <a:pt x="458586" y="5822986"/>
                  </a:lnTo>
                  <a:lnTo>
                    <a:pt x="458680" y="5822986"/>
                  </a:lnTo>
                  <a:lnTo>
                    <a:pt x="458866" y="5822986"/>
                  </a:lnTo>
                  <a:lnTo>
                    <a:pt x="459053" y="5822986"/>
                  </a:lnTo>
                  <a:lnTo>
                    <a:pt x="459146" y="5822986"/>
                  </a:lnTo>
                  <a:lnTo>
                    <a:pt x="459426" y="5822986"/>
                  </a:lnTo>
                  <a:lnTo>
                    <a:pt x="459519" y="5822986"/>
                  </a:lnTo>
                  <a:lnTo>
                    <a:pt x="459612" y="5822986"/>
                  </a:lnTo>
                  <a:lnTo>
                    <a:pt x="459705" y="5822986"/>
                  </a:lnTo>
                  <a:lnTo>
                    <a:pt x="459799" y="5822986"/>
                  </a:lnTo>
                  <a:lnTo>
                    <a:pt x="459892" y="5822986"/>
                  </a:lnTo>
                  <a:lnTo>
                    <a:pt x="459985" y="5822986"/>
                  </a:lnTo>
                  <a:lnTo>
                    <a:pt x="460078" y="5822986"/>
                  </a:lnTo>
                  <a:lnTo>
                    <a:pt x="460172" y="5822986"/>
                  </a:lnTo>
                  <a:lnTo>
                    <a:pt x="460265" y="5822986"/>
                  </a:lnTo>
                  <a:lnTo>
                    <a:pt x="460358" y="5822986"/>
                  </a:lnTo>
                  <a:lnTo>
                    <a:pt x="460451" y="5822986"/>
                  </a:lnTo>
                  <a:lnTo>
                    <a:pt x="460545" y="5822986"/>
                  </a:lnTo>
                  <a:lnTo>
                    <a:pt x="460638" y="5822986"/>
                  </a:lnTo>
                  <a:lnTo>
                    <a:pt x="460731" y="5822986"/>
                  </a:lnTo>
                  <a:lnTo>
                    <a:pt x="460824" y="5822986"/>
                  </a:lnTo>
                  <a:lnTo>
                    <a:pt x="460918" y="5822986"/>
                  </a:lnTo>
                  <a:lnTo>
                    <a:pt x="461011" y="5822986"/>
                  </a:lnTo>
                  <a:lnTo>
                    <a:pt x="461104" y="5822986"/>
                  </a:lnTo>
                  <a:lnTo>
                    <a:pt x="461197" y="5822986"/>
                  </a:lnTo>
                  <a:lnTo>
                    <a:pt x="461291" y="5822986"/>
                  </a:lnTo>
                  <a:lnTo>
                    <a:pt x="461291" y="5813032"/>
                  </a:lnTo>
                  <a:lnTo>
                    <a:pt x="461477" y="5813032"/>
                  </a:lnTo>
                  <a:lnTo>
                    <a:pt x="462130" y="5813032"/>
                  </a:lnTo>
                  <a:lnTo>
                    <a:pt x="462223" y="5813032"/>
                  </a:lnTo>
                  <a:lnTo>
                    <a:pt x="462316" y="5813032"/>
                  </a:lnTo>
                  <a:lnTo>
                    <a:pt x="462410" y="5813032"/>
                  </a:lnTo>
                  <a:lnTo>
                    <a:pt x="462596" y="5813032"/>
                  </a:lnTo>
                  <a:lnTo>
                    <a:pt x="462783" y="5813032"/>
                  </a:lnTo>
                  <a:lnTo>
                    <a:pt x="462876" y="5813032"/>
                  </a:lnTo>
                  <a:lnTo>
                    <a:pt x="462969" y="5813032"/>
                  </a:lnTo>
                  <a:lnTo>
                    <a:pt x="463062" y="5813032"/>
                  </a:lnTo>
                  <a:lnTo>
                    <a:pt x="463249" y="5813032"/>
                  </a:lnTo>
                  <a:lnTo>
                    <a:pt x="463435" y="5813032"/>
                  </a:lnTo>
                  <a:lnTo>
                    <a:pt x="463529" y="5813032"/>
                  </a:lnTo>
                  <a:lnTo>
                    <a:pt x="463622" y="5813032"/>
                  </a:lnTo>
                  <a:lnTo>
                    <a:pt x="463715" y="5813032"/>
                  </a:lnTo>
                  <a:lnTo>
                    <a:pt x="463808" y="5813032"/>
                  </a:lnTo>
                  <a:lnTo>
                    <a:pt x="463902" y="5813032"/>
                  </a:lnTo>
                  <a:lnTo>
                    <a:pt x="463995" y="5813032"/>
                  </a:lnTo>
                  <a:lnTo>
                    <a:pt x="464088" y="5813032"/>
                  </a:lnTo>
                  <a:lnTo>
                    <a:pt x="464181" y="5813032"/>
                  </a:lnTo>
                  <a:lnTo>
                    <a:pt x="464275" y="5813032"/>
                  </a:lnTo>
                  <a:lnTo>
                    <a:pt x="464368" y="5813032"/>
                  </a:lnTo>
                  <a:lnTo>
                    <a:pt x="464461" y="5813032"/>
                  </a:lnTo>
                  <a:lnTo>
                    <a:pt x="464554" y="5813032"/>
                  </a:lnTo>
                  <a:lnTo>
                    <a:pt x="464648" y="5813032"/>
                  </a:lnTo>
                  <a:lnTo>
                    <a:pt x="464741" y="5813032"/>
                  </a:lnTo>
                  <a:lnTo>
                    <a:pt x="464834" y="5813032"/>
                  </a:lnTo>
                  <a:lnTo>
                    <a:pt x="464927" y="5813032"/>
                  </a:lnTo>
                  <a:lnTo>
                    <a:pt x="465020" y="5813032"/>
                  </a:lnTo>
                  <a:lnTo>
                    <a:pt x="465114" y="5813032"/>
                  </a:lnTo>
                  <a:lnTo>
                    <a:pt x="465300" y="5813032"/>
                  </a:lnTo>
                  <a:lnTo>
                    <a:pt x="465393" y="5813032"/>
                  </a:lnTo>
                  <a:lnTo>
                    <a:pt x="465487" y="5813032"/>
                  </a:lnTo>
                  <a:lnTo>
                    <a:pt x="465580" y="5813032"/>
                  </a:lnTo>
                  <a:lnTo>
                    <a:pt x="465673" y="5813032"/>
                  </a:lnTo>
                  <a:lnTo>
                    <a:pt x="465953" y="5813032"/>
                  </a:lnTo>
                  <a:lnTo>
                    <a:pt x="466046" y="5813032"/>
                  </a:lnTo>
                  <a:lnTo>
                    <a:pt x="466139" y="5813032"/>
                  </a:lnTo>
                  <a:lnTo>
                    <a:pt x="466233" y="5813032"/>
                  </a:lnTo>
                  <a:lnTo>
                    <a:pt x="466326" y="5813032"/>
                  </a:lnTo>
                  <a:lnTo>
                    <a:pt x="466419" y="5813032"/>
                  </a:lnTo>
                  <a:lnTo>
                    <a:pt x="466512" y="5813032"/>
                  </a:lnTo>
                  <a:lnTo>
                    <a:pt x="466699" y="5813032"/>
                  </a:lnTo>
                  <a:lnTo>
                    <a:pt x="466792" y="5813032"/>
                  </a:lnTo>
                  <a:lnTo>
                    <a:pt x="466885" y="5813032"/>
                  </a:lnTo>
                  <a:lnTo>
                    <a:pt x="466979" y="5813032"/>
                  </a:lnTo>
                  <a:lnTo>
                    <a:pt x="467072" y="5813032"/>
                  </a:lnTo>
                  <a:lnTo>
                    <a:pt x="467165" y="5813032"/>
                  </a:lnTo>
                  <a:lnTo>
                    <a:pt x="467258" y="5813032"/>
                  </a:lnTo>
                  <a:lnTo>
                    <a:pt x="467352" y="5813032"/>
                  </a:lnTo>
                  <a:lnTo>
                    <a:pt x="467445" y="5813032"/>
                  </a:lnTo>
                  <a:lnTo>
                    <a:pt x="467631" y="5813032"/>
                  </a:lnTo>
                  <a:lnTo>
                    <a:pt x="467725" y="5813032"/>
                  </a:lnTo>
                  <a:lnTo>
                    <a:pt x="467911" y="5813032"/>
                  </a:lnTo>
                  <a:lnTo>
                    <a:pt x="468284" y="5813032"/>
                  </a:lnTo>
                  <a:lnTo>
                    <a:pt x="468377" y="5813032"/>
                  </a:lnTo>
                  <a:lnTo>
                    <a:pt x="468471" y="5813032"/>
                  </a:lnTo>
                  <a:lnTo>
                    <a:pt x="468750" y="5813032"/>
                  </a:lnTo>
                  <a:lnTo>
                    <a:pt x="468844" y="5813032"/>
                  </a:lnTo>
                  <a:lnTo>
                    <a:pt x="468937" y="5813032"/>
                  </a:lnTo>
                  <a:lnTo>
                    <a:pt x="469030" y="5813032"/>
                  </a:lnTo>
                  <a:lnTo>
                    <a:pt x="469123" y="5813032"/>
                  </a:lnTo>
                  <a:lnTo>
                    <a:pt x="469403" y="5813032"/>
                  </a:lnTo>
                  <a:lnTo>
                    <a:pt x="469683" y="5813032"/>
                  </a:lnTo>
                  <a:lnTo>
                    <a:pt x="469869" y="5813032"/>
                  </a:lnTo>
                  <a:lnTo>
                    <a:pt x="469963" y="5813032"/>
                  </a:lnTo>
                  <a:lnTo>
                    <a:pt x="470056" y="5813032"/>
                  </a:lnTo>
                  <a:lnTo>
                    <a:pt x="470149" y="5813032"/>
                  </a:lnTo>
                  <a:lnTo>
                    <a:pt x="470242" y="5813032"/>
                  </a:lnTo>
                  <a:lnTo>
                    <a:pt x="470336" y="5813032"/>
                  </a:lnTo>
                  <a:lnTo>
                    <a:pt x="470429" y="5813032"/>
                  </a:lnTo>
                  <a:lnTo>
                    <a:pt x="470522" y="5813032"/>
                  </a:lnTo>
                  <a:lnTo>
                    <a:pt x="470615" y="5813032"/>
                  </a:lnTo>
                  <a:lnTo>
                    <a:pt x="470709" y="5813032"/>
                  </a:lnTo>
                  <a:lnTo>
                    <a:pt x="470802" y="5813032"/>
                  </a:lnTo>
                  <a:lnTo>
                    <a:pt x="470895" y="5813032"/>
                  </a:lnTo>
                  <a:lnTo>
                    <a:pt x="470988" y="5813032"/>
                  </a:lnTo>
                  <a:lnTo>
                    <a:pt x="471082" y="5813032"/>
                  </a:lnTo>
                  <a:lnTo>
                    <a:pt x="471175" y="5813032"/>
                  </a:lnTo>
                  <a:lnTo>
                    <a:pt x="471268" y="5813032"/>
                  </a:lnTo>
                  <a:lnTo>
                    <a:pt x="471361" y="5813032"/>
                  </a:lnTo>
                  <a:lnTo>
                    <a:pt x="471455" y="5813032"/>
                  </a:lnTo>
                  <a:lnTo>
                    <a:pt x="471548" y="5813032"/>
                  </a:lnTo>
                  <a:lnTo>
                    <a:pt x="471641" y="5813032"/>
                  </a:lnTo>
                  <a:lnTo>
                    <a:pt x="471734" y="5813032"/>
                  </a:lnTo>
                  <a:lnTo>
                    <a:pt x="471827" y="5813032"/>
                  </a:lnTo>
                  <a:lnTo>
                    <a:pt x="471921" y="5813032"/>
                  </a:lnTo>
                  <a:lnTo>
                    <a:pt x="472014" y="5813032"/>
                  </a:lnTo>
                  <a:lnTo>
                    <a:pt x="472107" y="5813032"/>
                  </a:lnTo>
                  <a:lnTo>
                    <a:pt x="472294" y="5813032"/>
                  </a:lnTo>
                  <a:lnTo>
                    <a:pt x="472387" y="5813032"/>
                  </a:lnTo>
                  <a:lnTo>
                    <a:pt x="472480" y="5813032"/>
                  </a:lnTo>
                  <a:lnTo>
                    <a:pt x="472573" y="5813032"/>
                  </a:lnTo>
                  <a:lnTo>
                    <a:pt x="472667" y="5813032"/>
                  </a:lnTo>
                  <a:lnTo>
                    <a:pt x="472760" y="5813032"/>
                  </a:lnTo>
                  <a:lnTo>
                    <a:pt x="472853" y="5813032"/>
                  </a:lnTo>
                  <a:lnTo>
                    <a:pt x="472946" y="5813032"/>
                  </a:lnTo>
                  <a:lnTo>
                    <a:pt x="473133" y="5813032"/>
                  </a:lnTo>
                  <a:lnTo>
                    <a:pt x="473226" y="5813032"/>
                  </a:lnTo>
                  <a:lnTo>
                    <a:pt x="473319" y="5813032"/>
                  </a:lnTo>
                  <a:lnTo>
                    <a:pt x="473413" y="5813032"/>
                  </a:lnTo>
                  <a:lnTo>
                    <a:pt x="473506" y="5813032"/>
                  </a:lnTo>
                  <a:lnTo>
                    <a:pt x="473599" y="5813032"/>
                  </a:lnTo>
                  <a:lnTo>
                    <a:pt x="473692" y="5813032"/>
                  </a:lnTo>
                  <a:lnTo>
                    <a:pt x="473786" y="5813032"/>
                  </a:lnTo>
                  <a:lnTo>
                    <a:pt x="473972" y="5813032"/>
                  </a:lnTo>
                  <a:lnTo>
                    <a:pt x="474065" y="5813032"/>
                  </a:lnTo>
                  <a:lnTo>
                    <a:pt x="474159" y="5813032"/>
                  </a:lnTo>
                  <a:lnTo>
                    <a:pt x="474252" y="5813032"/>
                  </a:lnTo>
                  <a:lnTo>
                    <a:pt x="474345" y="5813032"/>
                  </a:lnTo>
                  <a:lnTo>
                    <a:pt x="474438" y="5813032"/>
                  </a:lnTo>
                  <a:lnTo>
                    <a:pt x="474532" y="5813032"/>
                  </a:lnTo>
                  <a:lnTo>
                    <a:pt x="474625" y="5813032"/>
                  </a:lnTo>
                  <a:lnTo>
                    <a:pt x="474718" y="5813032"/>
                  </a:lnTo>
                  <a:lnTo>
                    <a:pt x="474811" y="5813032"/>
                  </a:lnTo>
                  <a:lnTo>
                    <a:pt x="474998" y="5813032"/>
                  </a:lnTo>
                  <a:lnTo>
                    <a:pt x="475091" y="5813032"/>
                  </a:lnTo>
                  <a:lnTo>
                    <a:pt x="475184" y="5813032"/>
                  </a:lnTo>
                  <a:lnTo>
                    <a:pt x="475371" y="5813032"/>
                  </a:lnTo>
                  <a:lnTo>
                    <a:pt x="475557" y="5813032"/>
                  </a:lnTo>
                  <a:lnTo>
                    <a:pt x="475651" y="5813032"/>
                  </a:lnTo>
                  <a:lnTo>
                    <a:pt x="475744" y="5813032"/>
                  </a:lnTo>
                  <a:lnTo>
                    <a:pt x="475837" y="5813032"/>
                  </a:lnTo>
                  <a:lnTo>
                    <a:pt x="475930" y="5813032"/>
                  </a:lnTo>
                  <a:lnTo>
                    <a:pt x="476024" y="5813032"/>
                  </a:lnTo>
                  <a:lnTo>
                    <a:pt x="476117" y="5813032"/>
                  </a:lnTo>
                  <a:lnTo>
                    <a:pt x="476210" y="5813032"/>
                  </a:lnTo>
                  <a:lnTo>
                    <a:pt x="476583" y="5813032"/>
                  </a:lnTo>
                  <a:lnTo>
                    <a:pt x="476676" y="5813032"/>
                  </a:lnTo>
                  <a:lnTo>
                    <a:pt x="476770" y="5813032"/>
                  </a:lnTo>
                  <a:lnTo>
                    <a:pt x="476863" y="5813032"/>
                  </a:lnTo>
                  <a:lnTo>
                    <a:pt x="476956" y="5813032"/>
                  </a:lnTo>
                  <a:lnTo>
                    <a:pt x="477049" y="5813032"/>
                  </a:lnTo>
                  <a:lnTo>
                    <a:pt x="477236" y="5813032"/>
                  </a:lnTo>
                  <a:lnTo>
                    <a:pt x="477329" y="5813032"/>
                  </a:lnTo>
                  <a:lnTo>
                    <a:pt x="477422" y="5813032"/>
                  </a:lnTo>
                  <a:lnTo>
                    <a:pt x="477516" y="5813032"/>
                  </a:lnTo>
                  <a:lnTo>
                    <a:pt x="477609" y="5813032"/>
                  </a:lnTo>
                  <a:lnTo>
                    <a:pt x="477702" y="5813032"/>
                  </a:lnTo>
                  <a:lnTo>
                    <a:pt x="477795" y="5813032"/>
                  </a:lnTo>
                  <a:lnTo>
                    <a:pt x="477889" y="5813032"/>
                  </a:lnTo>
                  <a:lnTo>
                    <a:pt x="477982" y="5813032"/>
                  </a:lnTo>
                  <a:lnTo>
                    <a:pt x="478075" y="5813032"/>
                  </a:lnTo>
                  <a:lnTo>
                    <a:pt x="478168" y="5813032"/>
                  </a:lnTo>
                  <a:lnTo>
                    <a:pt x="478355" y="5813032"/>
                  </a:lnTo>
                  <a:lnTo>
                    <a:pt x="478448" y="5803078"/>
                  </a:lnTo>
                  <a:lnTo>
                    <a:pt x="478541" y="5803078"/>
                  </a:lnTo>
                  <a:lnTo>
                    <a:pt x="478635" y="5803078"/>
                  </a:lnTo>
                  <a:lnTo>
                    <a:pt x="478728" y="5803078"/>
                  </a:lnTo>
                  <a:lnTo>
                    <a:pt x="478821" y="5803078"/>
                  </a:lnTo>
                  <a:lnTo>
                    <a:pt x="478914" y="5803078"/>
                  </a:lnTo>
                  <a:lnTo>
                    <a:pt x="479007" y="5803078"/>
                  </a:lnTo>
                  <a:lnTo>
                    <a:pt x="479101" y="5803078"/>
                  </a:lnTo>
                  <a:lnTo>
                    <a:pt x="479287" y="5803078"/>
                  </a:lnTo>
                  <a:lnTo>
                    <a:pt x="479380" y="5803078"/>
                  </a:lnTo>
                  <a:lnTo>
                    <a:pt x="479474" y="5803078"/>
                  </a:lnTo>
                  <a:lnTo>
                    <a:pt x="479660" y="5803078"/>
                  </a:lnTo>
                  <a:lnTo>
                    <a:pt x="479847" y="5803078"/>
                  </a:lnTo>
                  <a:lnTo>
                    <a:pt x="479940" y="5803078"/>
                  </a:lnTo>
                  <a:lnTo>
                    <a:pt x="480033" y="5803078"/>
                  </a:lnTo>
                  <a:lnTo>
                    <a:pt x="480126" y="5803078"/>
                  </a:lnTo>
                  <a:lnTo>
                    <a:pt x="480593" y="5803078"/>
                  </a:lnTo>
                  <a:lnTo>
                    <a:pt x="480686" y="5803078"/>
                  </a:lnTo>
                  <a:lnTo>
                    <a:pt x="480872" y="5803078"/>
                  </a:lnTo>
                  <a:lnTo>
                    <a:pt x="480966" y="5803078"/>
                  </a:lnTo>
                  <a:lnTo>
                    <a:pt x="481059" y="5803078"/>
                  </a:lnTo>
                  <a:lnTo>
                    <a:pt x="481152" y="5803078"/>
                  </a:lnTo>
                  <a:lnTo>
                    <a:pt x="481432" y="5803078"/>
                  </a:lnTo>
                  <a:lnTo>
                    <a:pt x="481525" y="5803078"/>
                  </a:lnTo>
                  <a:lnTo>
                    <a:pt x="481618" y="5803078"/>
                  </a:lnTo>
                  <a:lnTo>
                    <a:pt x="481712" y="5803078"/>
                  </a:lnTo>
                  <a:lnTo>
                    <a:pt x="481898" y="5803078"/>
                  </a:lnTo>
                  <a:lnTo>
                    <a:pt x="481991" y="5803078"/>
                  </a:lnTo>
                  <a:lnTo>
                    <a:pt x="482085" y="5803078"/>
                  </a:lnTo>
                  <a:lnTo>
                    <a:pt x="482271" y="5803078"/>
                  </a:lnTo>
                  <a:lnTo>
                    <a:pt x="482364" y="5803078"/>
                  </a:lnTo>
                  <a:lnTo>
                    <a:pt x="482458" y="5803078"/>
                  </a:lnTo>
                  <a:lnTo>
                    <a:pt x="482551" y="5803078"/>
                  </a:lnTo>
                  <a:lnTo>
                    <a:pt x="482644" y="5803078"/>
                  </a:lnTo>
                  <a:lnTo>
                    <a:pt x="482737" y="5803078"/>
                  </a:lnTo>
                  <a:lnTo>
                    <a:pt x="482831" y="5803078"/>
                  </a:lnTo>
                  <a:lnTo>
                    <a:pt x="482924" y="5803078"/>
                  </a:lnTo>
                  <a:lnTo>
                    <a:pt x="483017" y="5803078"/>
                  </a:lnTo>
                  <a:lnTo>
                    <a:pt x="483110" y="5803078"/>
                  </a:lnTo>
                  <a:lnTo>
                    <a:pt x="483204" y="5803078"/>
                  </a:lnTo>
                  <a:lnTo>
                    <a:pt x="483297" y="5803078"/>
                  </a:lnTo>
                  <a:lnTo>
                    <a:pt x="483670" y="5803078"/>
                  </a:lnTo>
                  <a:lnTo>
                    <a:pt x="483763" y="5803078"/>
                  </a:lnTo>
                  <a:lnTo>
                    <a:pt x="484043" y="5803078"/>
                  </a:lnTo>
                  <a:lnTo>
                    <a:pt x="484136" y="5803078"/>
                  </a:lnTo>
                  <a:lnTo>
                    <a:pt x="484323" y="5803078"/>
                  </a:lnTo>
                  <a:lnTo>
                    <a:pt x="484416" y="5803078"/>
                  </a:lnTo>
                  <a:lnTo>
                    <a:pt x="484509" y="5803078"/>
                  </a:lnTo>
                  <a:lnTo>
                    <a:pt x="484602" y="5803078"/>
                  </a:lnTo>
                  <a:lnTo>
                    <a:pt x="484696" y="5803078"/>
                  </a:lnTo>
                  <a:lnTo>
                    <a:pt x="484789" y="5803078"/>
                  </a:lnTo>
                  <a:lnTo>
                    <a:pt x="484882" y="5803078"/>
                  </a:lnTo>
                  <a:lnTo>
                    <a:pt x="484975" y="5803078"/>
                  </a:lnTo>
                  <a:lnTo>
                    <a:pt x="485162" y="5803078"/>
                  </a:lnTo>
                  <a:lnTo>
                    <a:pt x="485255" y="5803078"/>
                  </a:lnTo>
                  <a:lnTo>
                    <a:pt x="485348" y="5803078"/>
                  </a:lnTo>
                  <a:lnTo>
                    <a:pt x="485442" y="5803078"/>
                  </a:lnTo>
                  <a:lnTo>
                    <a:pt x="485535" y="5803078"/>
                  </a:lnTo>
                  <a:lnTo>
                    <a:pt x="485628" y="5803078"/>
                  </a:lnTo>
                  <a:lnTo>
                    <a:pt x="485721" y="5803078"/>
                  </a:lnTo>
                  <a:lnTo>
                    <a:pt x="485814" y="5803078"/>
                  </a:lnTo>
                  <a:lnTo>
                    <a:pt x="486001" y="5803078"/>
                  </a:lnTo>
                  <a:lnTo>
                    <a:pt x="486094" y="5803078"/>
                  </a:lnTo>
                  <a:lnTo>
                    <a:pt x="486187" y="5803078"/>
                  </a:lnTo>
                  <a:lnTo>
                    <a:pt x="486281" y="5803078"/>
                  </a:lnTo>
                  <a:lnTo>
                    <a:pt x="486374" y="5803078"/>
                  </a:lnTo>
                  <a:lnTo>
                    <a:pt x="486467" y="5803078"/>
                  </a:lnTo>
                  <a:lnTo>
                    <a:pt x="486560" y="5803078"/>
                  </a:lnTo>
                  <a:lnTo>
                    <a:pt x="486747" y="5803078"/>
                  </a:lnTo>
                  <a:lnTo>
                    <a:pt x="486840" y="5803078"/>
                  </a:lnTo>
                  <a:lnTo>
                    <a:pt x="486933" y="5803078"/>
                  </a:lnTo>
                  <a:lnTo>
                    <a:pt x="487027" y="5803078"/>
                  </a:lnTo>
                  <a:lnTo>
                    <a:pt x="487120" y="5803078"/>
                  </a:lnTo>
                  <a:lnTo>
                    <a:pt x="487213" y="5803078"/>
                  </a:lnTo>
                  <a:lnTo>
                    <a:pt x="487306" y="5803078"/>
                  </a:lnTo>
                  <a:lnTo>
                    <a:pt x="487400" y="5803078"/>
                  </a:lnTo>
                  <a:lnTo>
                    <a:pt x="487493" y="5803078"/>
                  </a:lnTo>
                  <a:lnTo>
                    <a:pt x="487586" y="5803078"/>
                  </a:lnTo>
                  <a:lnTo>
                    <a:pt x="487679" y="5803078"/>
                  </a:lnTo>
                  <a:lnTo>
                    <a:pt x="487773" y="5803078"/>
                  </a:lnTo>
                  <a:lnTo>
                    <a:pt x="487866" y="5803078"/>
                  </a:lnTo>
                  <a:lnTo>
                    <a:pt x="487959" y="5793124"/>
                  </a:lnTo>
                  <a:lnTo>
                    <a:pt x="488052" y="5793124"/>
                  </a:lnTo>
                  <a:lnTo>
                    <a:pt x="488146" y="5793124"/>
                  </a:lnTo>
                  <a:lnTo>
                    <a:pt x="488239" y="5793124"/>
                  </a:lnTo>
                  <a:lnTo>
                    <a:pt x="488425" y="5793124"/>
                  </a:lnTo>
                  <a:lnTo>
                    <a:pt x="488519" y="5793124"/>
                  </a:lnTo>
                  <a:lnTo>
                    <a:pt x="488612" y="5793124"/>
                  </a:lnTo>
                  <a:lnTo>
                    <a:pt x="488705" y="5793124"/>
                  </a:lnTo>
                  <a:lnTo>
                    <a:pt x="488798" y="5793124"/>
                  </a:lnTo>
                  <a:lnTo>
                    <a:pt x="488892" y="5793124"/>
                  </a:lnTo>
                  <a:lnTo>
                    <a:pt x="489171" y="5793124"/>
                  </a:lnTo>
                  <a:lnTo>
                    <a:pt x="489358" y="5793124"/>
                  </a:lnTo>
                  <a:lnTo>
                    <a:pt x="489451" y="5793124"/>
                  </a:lnTo>
                  <a:lnTo>
                    <a:pt x="489544" y="5793124"/>
                  </a:lnTo>
                  <a:lnTo>
                    <a:pt x="489638" y="5793124"/>
                  </a:lnTo>
                  <a:lnTo>
                    <a:pt x="489731" y="5793124"/>
                  </a:lnTo>
                  <a:lnTo>
                    <a:pt x="489824" y="5793124"/>
                  </a:lnTo>
                  <a:lnTo>
                    <a:pt x="489917" y="5793124"/>
                  </a:lnTo>
                  <a:lnTo>
                    <a:pt x="490011" y="5793124"/>
                  </a:lnTo>
                  <a:lnTo>
                    <a:pt x="490197" y="5793124"/>
                  </a:lnTo>
                  <a:lnTo>
                    <a:pt x="490290" y="5793124"/>
                  </a:lnTo>
                  <a:lnTo>
                    <a:pt x="490384" y="5793124"/>
                  </a:lnTo>
                  <a:lnTo>
                    <a:pt x="490477" y="5793124"/>
                  </a:lnTo>
                  <a:lnTo>
                    <a:pt x="490570" y="5793124"/>
                  </a:lnTo>
                  <a:lnTo>
                    <a:pt x="490663" y="5793124"/>
                  </a:lnTo>
                  <a:lnTo>
                    <a:pt x="490757" y="5793124"/>
                  </a:lnTo>
                  <a:lnTo>
                    <a:pt x="490850" y="5793124"/>
                  </a:lnTo>
                  <a:lnTo>
                    <a:pt x="490943" y="5793124"/>
                  </a:lnTo>
                  <a:lnTo>
                    <a:pt x="491036" y="5793124"/>
                  </a:lnTo>
                  <a:lnTo>
                    <a:pt x="491130" y="5793124"/>
                  </a:lnTo>
                  <a:lnTo>
                    <a:pt x="491223" y="5793124"/>
                  </a:lnTo>
                  <a:lnTo>
                    <a:pt x="491409" y="5793124"/>
                  </a:lnTo>
                  <a:lnTo>
                    <a:pt x="491503" y="5793124"/>
                  </a:lnTo>
                  <a:lnTo>
                    <a:pt x="491596" y="5793124"/>
                  </a:lnTo>
                  <a:lnTo>
                    <a:pt x="491689" y="5793124"/>
                  </a:lnTo>
                  <a:lnTo>
                    <a:pt x="491782" y="5793124"/>
                  </a:lnTo>
                  <a:lnTo>
                    <a:pt x="491876" y="5793124"/>
                  </a:lnTo>
                  <a:lnTo>
                    <a:pt x="491969" y="5793124"/>
                  </a:lnTo>
                  <a:lnTo>
                    <a:pt x="492062" y="5793124"/>
                  </a:lnTo>
                  <a:lnTo>
                    <a:pt x="492342" y="5793124"/>
                  </a:lnTo>
                  <a:lnTo>
                    <a:pt x="492435" y="5793124"/>
                  </a:lnTo>
                  <a:lnTo>
                    <a:pt x="492528" y="5793124"/>
                  </a:lnTo>
                  <a:lnTo>
                    <a:pt x="492715" y="5793124"/>
                  </a:lnTo>
                  <a:lnTo>
                    <a:pt x="492808" y="5793124"/>
                  </a:lnTo>
                  <a:lnTo>
                    <a:pt x="492994" y="5793124"/>
                  </a:lnTo>
                  <a:lnTo>
                    <a:pt x="493088" y="5793124"/>
                  </a:lnTo>
                  <a:lnTo>
                    <a:pt x="493181" y="5793124"/>
                  </a:lnTo>
                  <a:lnTo>
                    <a:pt x="493274" y="5793124"/>
                  </a:lnTo>
                  <a:lnTo>
                    <a:pt x="493367" y="5793124"/>
                  </a:lnTo>
                  <a:lnTo>
                    <a:pt x="493554" y="5793124"/>
                  </a:lnTo>
                  <a:lnTo>
                    <a:pt x="493647" y="5793124"/>
                  </a:lnTo>
                  <a:lnTo>
                    <a:pt x="493740" y="5793124"/>
                  </a:lnTo>
                  <a:lnTo>
                    <a:pt x="493834" y="5793124"/>
                  </a:lnTo>
                  <a:lnTo>
                    <a:pt x="493927" y="5793124"/>
                  </a:lnTo>
                  <a:lnTo>
                    <a:pt x="494020" y="5793124"/>
                  </a:lnTo>
                  <a:lnTo>
                    <a:pt x="494113" y="5793124"/>
                  </a:lnTo>
                  <a:lnTo>
                    <a:pt x="494207" y="5793124"/>
                  </a:lnTo>
                  <a:lnTo>
                    <a:pt x="494300" y="5793124"/>
                  </a:lnTo>
                  <a:lnTo>
                    <a:pt x="494393" y="5793124"/>
                  </a:lnTo>
                  <a:lnTo>
                    <a:pt x="494486" y="5793124"/>
                  </a:lnTo>
                  <a:lnTo>
                    <a:pt x="494580" y="5793124"/>
                  </a:lnTo>
                  <a:lnTo>
                    <a:pt x="494673" y="5793124"/>
                  </a:lnTo>
                  <a:lnTo>
                    <a:pt x="494766" y="5793124"/>
                  </a:lnTo>
                  <a:lnTo>
                    <a:pt x="494859" y="5793124"/>
                  </a:lnTo>
                  <a:lnTo>
                    <a:pt x="494953" y="5793124"/>
                  </a:lnTo>
                  <a:lnTo>
                    <a:pt x="495046" y="5793124"/>
                  </a:lnTo>
                  <a:lnTo>
                    <a:pt x="495232" y="5793124"/>
                  </a:lnTo>
                  <a:lnTo>
                    <a:pt x="495326" y="5793124"/>
                  </a:lnTo>
                  <a:lnTo>
                    <a:pt x="495419" y="5793124"/>
                  </a:lnTo>
                  <a:lnTo>
                    <a:pt x="495605" y="5793124"/>
                  </a:lnTo>
                  <a:lnTo>
                    <a:pt x="495792" y="5793124"/>
                  </a:lnTo>
                  <a:lnTo>
                    <a:pt x="495885" y="5793124"/>
                  </a:lnTo>
                  <a:lnTo>
                    <a:pt x="495978" y="5793124"/>
                  </a:lnTo>
                  <a:lnTo>
                    <a:pt x="496165" y="5793124"/>
                  </a:lnTo>
                  <a:lnTo>
                    <a:pt x="496258" y="5793124"/>
                  </a:lnTo>
                  <a:lnTo>
                    <a:pt x="496351" y="5793124"/>
                  </a:lnTo>
                  <a:lnTo>
                    <a:pt x="496445" y="5793124"/>
                  </a:lnTo>
                  <a:lnTo>
                    <a:pt x="496538" y="5793124"/>
                  </a:lnTo>
                  <a:lnTo>
                    <a:pt x="496631" y="5793124"/>
                  </a:lnTo>
                  <a:lnTo>
                    <a:pt x="496818" y="5793124"/>
                  </a:lnTo>
                  <a:lnTo>
                    <a:pt x="496911" y="5793124"/>
                  </a:lnTo>
                  <a:lnTo>
                    <a:pt x="497004" y="5793124"/>
                  </a:lnTo>
                  <a:lnTo>
                    <a:pt x="497097" y="5793124"/>
                  </a:lnTo>
                  <a:lnTo>
                    <a:pt x="497191" y="5793124"/>
                  </a:lnTo>
                  <a:lnTo>
                    <a:pt x="497284" y="5793124"/>
                  </a:lnTo>
                  <a:lnTo>
                    <a:pt x="497377" y="5793124"/>
                  </a:lnTo>
                  <a:lnTo>
                    <a:pt x="497470" y="5793124"/>
                  </a:lnTo>
                  <a:lnTo>
                    <a:pt x="497750" y="5793124"/>
                  </a:lnTo>
                  <a:lnTo>
                    <a:pt x="497843" y="5793124"/>
                  </a:lnTo>
                  <a:lnTo>
                    <a:pt x="497843" y="5783170"/>
                  </a:lnTo>
                  <a:lnTo>
                    <a:pt x="497937" y="5783170"/>
                  </a:lnTo>
                  <a:lnTo>
                    <a:pt x="498030" y="5783170"/>
                  </a:lnTo>
                  <a:lnTo>
                    <a:pt x="498123" y="5783170"/>
                  </a:lnTo>
                  <a:lnTo>
                    <a:pt x="498216" y="5783170"/>
                  </a:lnTo>
                  <a:lnTo>
                    <a:pt x="498310" y="5783170"/>
                  </a:lnTo>
                  <a:lnTo>
                    <a:pt x="498403" y="5783170"/>
                  </a:lnTo>
                  <a:lnTo>
                    <a:pt x="498496" y="5783170"/>
                  </a:lnTo>
                  <a:lnTo>
                    <a:pt x="498589" y="5783170"/>
                  </a:lnTo>
                  <a:lnTo>
                    <a:pt x="498683" y="5783170"/>
                  </a:lnTo>
                  <a:lnTo>
                    <a:pt x="498776" y="5783170"/>
                  </a:lnTo>
                  <a:lnTo>
                    <a:pt x="498962" y="5783170"/>
                  </a:lnTo>
                  <a:lnTo>
                    <a:pt x="499335" y="5783170"/>
                  </a:lnTo>
                  <a:lnTo>
                    <a:pt x="499429" y="5783170"/>
                  </a:lnTo>
                  <a:lnTo>
                    <a:pt x="499522" y="5783170"/>
                  </a:lnTo>
                  <a:lnTo>
                    <a:pt x="499708" y="5783170"/>
                  </a:lnTo>
                  <a:lnTo>
                    <a:pt x="499801" y="5783170"/>
                  </a:lnTo>
                  <a:lnTo>
                    <a:pt x="499988" y="5783170"/>
                  </a:lnTo>
                  <a:lnTo>
                    <a:pt x="500081" y="5783170"/>
                  </a:lnTo>
                  <a:lnTo>
                    <a:pt x="500174" y="5783170"/>
                  </a:lnTo>
                  <a:lnTo>
                    <a:pt x="500361" y="5783170"/>
                  </a:lnTo>
                  <a:lnTo>
                    <a:pt x="500547" y="5783170"/>
                  </a:lnTo>
                  <a:lnTo>
                    <a:pt x="500641" y="5783170"/>
                  </a:lnTo>
                  <a:lnTo>
                    <a:pt x="500734" y="5783170"/>
                  </a:lnTo>
                  <a:lnTo>
                    <a:pt x="500827" y="5783170"/>
                  </a:lnTo>
                  <a:lnTo>
                    <a:pt x="500920" y="5783170"/>
                  </a:lnTo>
                  <a:lnTo>
                    <a:pt x="501107" y="5783170"/>
                  </a:lnTo>
                  <a:lnTo>
                    <a:pt x="501200" y="5783170"/>
                  </a:lnTo>
                  <a:lnTo>
                    <a:pt x="501293" y="5783170"/>
                  </a:lnTo>
                  <a:lnTo>
                    <a:pt x="501387" y="5783170"/>
                  </a:lnTo>
                  <a:lnTo>
                    <a:pt x="501666" y="5783170"/>
                  </a:lnTo>
                  <a:lnTo>
                    <a:pt x="501853" y="5783170"/>
                  </a:lnTo>
                  <a:lnTo>
                    <a:pt x="502039" y="5783170"/>
                  </a:lnTo>
                  <a:lnTo>
                    <a:pt x="502226" y="5783170"/>
                  </a:lnTo>
                  <a:lnTo>
                    <a:pt x="502319" y="5783170"/>
                  </a:lnTo>
                  <a:lnTo>
                    <a:pt x="502412" y="5783170"/>
                  </a:lnTo>
                  <a:lnTo>
                    <a:pt x="502599" y="5783170"/>
                  </a:lnTo>
                  <a:lnTo>
                    <a:pt x="502692" y="5783170"/>
                  </a:lnTo>
                  <a:lnTo>
                    <a:pt x="502692" y="5773217"/>
                  </a:lnTo>
                  <a:lnTo>
                    <a:pt x="502785" y="5773217"/>
                  </a:lnTo>
                  <a:lnTo>
                    <a:pt x="502879" y="5773217"/>
                  </a:lnTo>
                  <a:lnTo>
                    <a:pt x="502972" y="5773217"/>
                  </a:lnTo>
                  <a:lnTo>
                    <a:pt x="503065" y="5773217"/>
                  </a:lnTo>
                  <a:lnTo>
                    <a:pt x="503158" y="5773217"/>
                  </a:lnTo>
                  <a:lnTo>
                    <a:pt x="503345" y="5773217"/>
                  </a:lnTo>
                  <a:lnTo>
                    <a:pt x="503438" y="5773217"/>
                  </a:lnTo>
                  <a:lnTo>
                    <a:pt x="503531" y="5773217"/>
                  </a:lnTo>
                  <a:lnTo>
                    <a:pt x="503625" y="5773217"/>
                  </a:lnTo>
                  <a:lnTo>
                    <a:pt x="503718" y="5773217"/>
                  </a:lnTo>
                  <a:lnTo>
                    <a:pt x="503904" y="5773217"/>
                  </a:lnTo>
                  <a:lnTo>
                    <a:pt x="503998" y="5763263"/>
                  </a:lnTo>
                  <a:lnTo>
                    <a:pt x="504091" y="5763263"/>
                  </a:lnTo>
                  <a:lnTo>
                    <a:pt x="504277" y="5763263"/>
                  </a:lnTo>
                  <a:lnTo>
                    <a:pt x="504371" y="5763263"/>
                  </a:lnTo>
                  <a:lnTo>
                    <a:pt x="504464" y="5763263"/>
                  </a:lnTo>
                  <a:lnTo>
                    <a:pt x="504650" y="5763263"/>
                  </a:lnTo>
                  <a:lnTo>
                    <a:pt x="504744" y="5763263"/>
                  </a:lnTo>
                  <a:lnTo>
                    <a:pt x="504837" y="5763263"/>
                  </a:lnTo>
                  <a:lnTo>
                    <a:pt x="504930" y="5763263"/>
                  </a:lnTo>
                  <a:lnTo>
                    <a:pt x="505023" y="5763263"/>
                  </a:lnTo>
                  <a:lnTo>
                    <a:pt x="505117" y="5763263"/>
                  </a:lnTo>
                  <a:lnTo>
                    <a:pt x="505210" y="5763263"/>
                  </a:lnTo>
                  <a:lnTo>
                    <a:pt x="505396" y="5763263"/>
                  </a:lnTo>
                  <a:lnTo>
                    <a:pt x="505490" y="5763263"/>
                  </a:lnTo>
                  <a:lnTo>
                    <a:pt x="505583" y="5763263"/>
                  </a:lnTo>
                  <a:lnTo>
                    <a:pt x="505769" y="5763263"/>
                  </a:lnTo>
                  <a:lnTo>
                    <a:pt x="505863" y="5763263"/>
                  </a:lnTo>
                  <a:lnTo>
                    <a:pt x="505956" y="5763263"/>
                  </a:lnTo>
                  <a:lnTo>
                    <a:pt x="506049" y="5763263"/>
                  </a:lnTo>
                  <a:lnTo>
                    <a:pt x="506608" y="5763263"/>
                  </a:lnTo>
                  <a:lnTo>
                    <a:pt x="506702" y="5763263"/>
                  </a:lnTo>
                  <a:lnTo>
                    <a:pt x="506795" y="5763263"/>
                  </a:lnTo>
                  <a:lnTo>
                    <a:pt x="506888" y="5763263"/>
                  </a:lnTo>
                  <a:lnTo>
                    <a:pt x="507168" y="5763263"/>
                  </a:lnTo>
                  <a:lnTo>
                    <a:pt x="507261" y="5763263"/>
                  </a:lnTo>
                  <a:lnTo>
                    <a:pt x="507354" y="5763263"/>
                  </a:lnTo>
                  <a:lnTo>
                    <a:pt x="507541" y="5763263"/>
                  </a:lnTo>
                  <a:lnTo>
                    <a:pt x="507634" y="5763263"/>
                  </a:lnTo>
                  <a:lnTo>
                    <a:pt x="507727" y="5763263"/>
                  </a:lnTo>
                  <a:lnTo>
                    <a:pt x="508007" y="5763263"/>
                  </a:lnTo>
                  <a:lnTo>
                    <a:pt x="508100" y="5763263"/>
                  </a:lnTo>
                  <a:lnTo>
                    <a:pt x="508194" y="5763263"/>
                  </a:lnTo>
                  <a:lnTo>
                    <a:pt x="508287" y="5763263"/>
                  </a:lnTo>
                  <a:lnTo>
                    <a:pt x="508380" y="5763263"/>
                  </a:lnTo>
                  <a:lnTo>
                    <a:pt x="508473" y="5763263"/>
                  </a:lnTo>
                  <a:lnTo>
                    <a:pt x="508567" y="5763263"/>
                  </a:lnTo>
                  <a:lnTo>
                    <a:pt x="508753" y="5763263"/>
                  </a:lnTo>
                  <a:lnTo>
                    <a:pt x="509219" y="5763263"/>
                  </a:lnTo>
                  <a:lnTo>
                    <a:pt x="509313" y="5763263"/>
                  </a:lnTo>
                  <a:lnTo>
                    <a:pt x="509406" y="5763263"/>
                  </a:lnTo>
                  <a:lnTo>
                    <a:pt x="509499" y="5763263"/>
                  </a:lnTo>
                  <a:lnTo>
                    <a:pt x="509592" y="5763263"/>
                  </a:lnTo>
                  <a:lnTo>
                    <a:pt x="509686" y="5753309"/>
                  </a:lnTo>
                  <a:lnTo>
                    <a:pt x="509872" y="5753309"/>
                  </a:lnTo>
                  <a:lnTo>
                    <a:pt x="509965" y="5753309"/>
                  </a:lnTo>
                  <a:lnTo>
                    <a:pt x="510152" y="5753309"/>
                  </a:lnTo>
                  <a:lnTo>
                    <a:pt x="510245" y="5753309"/>
                  </a:lnTo>
                  <a:lnTo>
                    <a:pt x="510338" y="5753309"/>
                  </a:lnTo>
                  <a:lnTo>
                    <a:pt x="510432" y="5753309"/>
                  </a:lnTo>
                  <a:lnTo>
                    <a:pt x="510525" y="5753309"/>
                  </a:lnTo>
                  <a:lnTo>
                    <a:pt x="510618" y="5753309"/>
                  </a:lnTo>
                  <a:lnTo>
                    <a:pt x="510618" y="5743355"/>
                  </a:lnTo>
                  <a:lnTo>
                    <a:pt x="510711" y="5743355"/>
                  </a:lnTo>
                  <a:lnTo>
                    <a:pt x="510805" y="5743355"/>
                  </a:lnTo>
                  <a:lnTo>
                    <a:pt x="510898" y="5743355"/>
                  </a:lnTo>
                  <a:lnTo>
                    <a:pt x="510991" y="5743355"/>
                  </a:lnTo>
                  <a:lnTo>
                    <a:pt x="511178" y="5743355"/>
                  </a:lnTo>
                  <a:lnTo>
                    <a:pt x="511271" y="5743355"/>
                  </a:lnTo>
                  <a:lnTo>
                    <a:pt x="511364" y="5743355"/>
                  </a:lnTo>
                  <a:lnTo>
                    <a:pt x="511551" y="5743355"/>
                  </a:lnTo>
                  <a:lnTo>
                    <a:pt x="511644" y="5743355"/>
                  </a:lnTo>
                  <a:lnTo>
                    <a:pt x="511737" y="5743355"/>
                  </a:lnTo>
                  <a:lnTo>
                    <a:pt x="511830" y="5743355"/>
                  </a:lnTo>
                  <a:lnTo>
                    <a:pt x="511924" y="5743355"/>
                  </a:lnTo>
                  <a:lnTo>
                    <a:pt x="512017" y="5743355"/>
                  </a:lnTo>
                  <a:lnTo>
                    <a:pt x="512110" y="5743355"/>
                  </a:lnTo>
                  <a:lnTo>
                    <a:pt x="512203" y="5743355"/>
                  </a:lnTo>
                  <a:lnTo>
                    <a:pt x="512297" y="5743355"/>
                  </a:lnTo>
                  <a:lnTo>
                    <a:pt x="512390" y="5743355"/>
                  </a:lnTo>
                  <a:lnTo>
                    <a:pt x="512576" y="5743355"/>
                  </a:lnTo>
                  <a:lnTo>
                    <a:pt x="512670" y="5743355"/>
                  </a:lnTo>
                  <a:lnTo>
                    <a:pt x="512949" y="5743355"/>
                  </a:lnTo>
                  <a:lnTo>
                    <a:pt x="513043" y="5743355"/>
                  </a:lnTo>
                  <a:lnTo>
                    <a:pt x="513136" y="5743355"/>
                  </a:lnTo>
                  <a:lnTo>
                    <a:pt x="513322" y="5743355"/>
                  </a:lnTo>
                  <a:lnTo>
                    <a:pt x="513602" y="5743355"/>
                  </a:lnTo>
                  <a:lnTo>
                    <a:pt x="513695" y="5743355"/>
                  </a:lnTo>
                  <a:lnTo>
                    <a:pt x="513788" y="5743355"/>
                  </a:lnTo>
                  <a:lnTo>
                    <a:pt x="513882" y="5743355"/>
                  </a:lnTo>
                  <a:lnTo>
                    <a:pt x="513975" y="5743355"/>
                  </a:lnTo>
                  <a:lnTo>
                    <a:pt x="514161" y="5743355"/>
                  </a:lnTo>
                  <a:lnTo>
                    <a:pt x="514348" y="5743355"/>
                  </a:lnTo>
                  <a:lnTo>
                    <a:pt x="514441" y="5743355"/>
                  </a:lnTo>
                  <a:lnTo>
                    <a:pt x="514534" y="5743355"/>
                  </a:lnTo>
                  <a:lnTo>
                    <a:pt x="514721" y="5743355"/>
                  </a:lnTo>
                  <a:lnTo>
                    <a:pt x="514814" y="5743355"/>
                  </a:lnTo>
                  <a:lnTo>
                    <a:pt x="514907" y="5743355"/>
                  </a:lnTo>
                  <a:lnTo>
                    <a:pt x="515094" y="5743355"/>
                  </a:lnTo>
                  <a:lnTo>
                    <a:pt x="515187" y="5743355"/>
                  </a:lnTo>
                  <a:lnTo>
                    <a:pt x="515280" y="5743355"/>
                  </a:lnTo>
                  <a:lnTo>
                    <a:pt x="515653" y="5743355"/>
                  </a:lnTo>
                  <a:lnTo>
                    <a:pt x="515747" y="5743355"/>
                  </a:lnTo>
                  <a:lnTo>
                    <a:pt x="515933" y="5743355"/>
                  </a:lnTo>
                  <a:lnTo>
                    <a:pt x="516120" y="5743355"/>
                  </a:lnTo>
                  <a:lnTo>
                    <a:pt x="516213" y="5743355"/>
                  </a:lnTo>
                  <a:lnTo>
                    <a:pt x="516306" y="5743355"/>
                  </a:lnTo>
                  <a:lnTo>
                    <a:pt x="516586" y="5743355"/>
                  </a:lnTo>
                  <a:lnTo>
                    <a:pt x="516679" y="5743355"/>
                  </a:lnTo>
                  <a:lnTo>
                    <a:pt x="516772" y="5743355"/>
                  </a:lnTo>
                  <a:lnTo>
                    <a:pt x="516866" y="5743355"/>
                  </a:lnTo>
                  <a:lnTo>
                    <a:pt x="516959" y="5743355"/>
                  </a:lnTo>
                  <a:lnTo>
                    <a:pt x="517052" y="5743355"/>
                  </a:lnTo>
                  <a:lnTo>
                    <a:pt x="517145" y="5743355"/>
                  </a:lnTo>
                  <a:lnTo>
                    <a:pt x="517239" y="5743355"/>
                  </a:lnTo>
                  <a:lnTo>
                    <a:pt x="517332" y="5743355"/>
                  </a:lnTo>
                  <a:lnTo>
                    <a:pt x="517425" y="5743355"/>
                  </a:lnTo>
                  <a:lnTo>
                    <a:pt x="517518" y="5743355"/>
                  </a:lnTo>
                  <a:lnTo>
                    <a:pt x="517612" y="5743355"/>
                  </a:lnTo>
                  <a:lnTo>
                    <a:pt x="517705" y="5743355"/>
                  </a:lnTo>
                  <a:lnTo>
                    <a:pt x="517798" y="5743355"/>
                  </a:lnTo>
                  <a:lnTo>
                    <a:pt x="517891" y="5743355"/>
                  </a:lnTo>
                  <a:lnTo>
                    <a:pt x="517985" y="5743355"/>
                  </a:lnTo>
                  <a:lnTo>
                    <a:pt x="518078" y="5743355"/>
                  </a:lnTo>
                  <a:lnTo>
                    <a:pt x="518171" y="5743355"/>
                  </a:lnTo>
                  <a:lnTo>
                    <a:pt x="518264" y="5743355"/>
                  </a:lnTo>
                  <a:lnTo>
                    <a:pt x="518731" y="5743355"/>
                  </a:lnTo>
                  <a:lnTo>
                    <a:pt x="518824" y="5743355"/>
                  </a:lnTo>
                  <a:lnTo>
                    <a:pt x="518917" y="5743355"/>
                  </a:lnTo>
                  <a:lnTo>
                    <a:pt x="519010" y="5743355"/>
                  </a:lnTo>
                  <a:lnTo>
                    <a:pt x="519104" y="5743355"/>
                  </a:lnTo>
                  <a:lnTo>
                    <a:pt x="519197" y="5743355"/>
                  </a:lnTo>
                  <a:lnTo>
                    <a:pt x="519383" y="5743355"/>
                  </a:lnTo>
                  <a:lnTo>
                    <a:pt x="519570" y="5743355"/>
                  </a:lnTo>
                  <a:lnTo>
                    <a:pt x="519943" y="5743355"/>
                  </a:lnTo>
                  <a:lnTo>
                    <a:pt x="520036" y="5743355"/>
                  </a:lnTo>
                  <a:lnTo>
                    <a:pt x="520129" y="5743355"/>
                  </a:lnTo>
                  <a:lnTo>
                    <a:pt x="520129" y="5733401"/>
                  </a:lnTo>
                  <a:lnTo>
                    <a:pt x="520223" y="5733401"/>
                  </a:lnTo>
                  <a:lnTo>
                    <a:pt x="520316" y="5733401"/>
                  </a:lnTo>
                  <a:lnTo>
                    <a:pt x="520502" y="5733401"/>
                  </a:lnTo>
                  <a:lnTo>
                    <a:pt x="520782" y="5733401"/>
                  </a:lnTo>
                  <a:lnTo>
                    <a:pt x="520875" y="5733401"/>
                  </a:lnTo>
                  <a:lnTo>
                    <a:pt x="520875" y="5723448"/>
                  </a:lnTo>
                  <a:lnTo>
                    <a:pt x="520968" y="5723448"/>
                  </a:lnTo>
                  <a:lnTo>
                    <a:pt x="521062" y="5723448"/>
                  </a:lnTo>
                  <a:lnTo>
                    <a:pt x="521155" y="5723448"/>
                  </a:lnTo>
                  <a:lnTo>
                    <a:pt x="521248" y="5723448"/>
                  </a:lnTo>
                  <a:lnTo>
                    <a:pt x="521341" y="5723448"/>
                  </a:lnTo>
                  <a:lnTo>
                    <a:pt x="521528" y="5723448"/>
                  </a:lnTo>
                  <a:lnTo>
                    <a:pt x="521621" y="5723448"/>
                  </a:lnTo>
                  <a:lnTo>
                    <a:pt x="521714" y="5723448"/>
                  </a:lnTo>
                  <a:lnTo>
                    <a:pt x="521808" y="5723448"/>
                  </a:lnTo>
                  <a:lnTo>
                    <a:pt x="521901" y="5723448"/>
                  </a:lnTo>
                  <a:lnTo>
                    <a:pt x="521994" y="5723448"/>
                  </a:lnTo>
                  <a:lnTo>
                    <a:pt x="522087" y="5723448"/>
                  </a:lnTo>
                  <a:lnTo>
                    <a:pt x="522274" y="5723448"/>
                  </a:lnTo>
                  <a:lnTo>
                    <a:pt x="522460" y="5723448"/>
                  </a:lnTo>
                  <a:lnTo>
                    <a:pt x="522554" y="5723448"/>
                  </a:lnTo>
                  <a:lnTo>
                    <a:pt x="522647" y="5723448"/>
                  </a:lnTo>
                  <a:lnTo>
                    <a:pt x="522740" y="5723448"/>
                  </a:lnTo>
                  <a:lnTo>
                    <a:pt x="522833" y="5723448"/>
                  </a:lnTo>
                  <a:lnTo>
                    <a:pt x="522927" y="5723448"/>
                  </a:lnTo>
                  <a:lnTo>
                    <a:pt x="523020" y="5723448"/>
                  </a:lnTo>
                  <a:lnTo>
                    <a:pt x="523113" y="5713494"/>
                  </a:lnTo>
                  <a:lnTo>
                    <a:pt x="523300" y="5713494"/>
                  </a:lnTo>
                  <a:lnTo>
                    <a:pt x="523393" y="5713494"/>
                  </a:lnTo>
                  <a:lnTo>
                    <a:pt x="523486" y="5713494"/>
                  </a:lnTo>
                  <a:lnTo>
                    <a:pt x="523579" y="5713494"/>
                  </a:lnTo>
                  <a:lnTo>
                    <a:pt x="523859" y="5713494"/>
                  </a:lnTo>
                  <a:lnTo>
                    <a:pt x="523952" y="5713494"/>
                  </a:lnTo>
                  <a:lnTo>
                    <a:pt x="524046" y="5713494"/>
                  </a:lnTo>
                  <a:lnTo>
                    <a:pt x="524325" y="5713494"/>
                  </a:lnTo>
                  <a:lnTo>
                    <a:pt x="524419" y="5713494"/>
                  </a:lnTo>
                  <a:lnTo>
                    <a:pt x="524512" y="5713494"/>
                  </a:lnTo>
                  <a:lnTo>
                    <a:pt x="524605" y="5713494"/>
                  </a:lnTo>
                  <a:lnTo>
                    <a:pt x="524698" y="5713494"/>
                  </a:lnTo>
                  <a:lnTo>
                    <a:pt x="524792" y="5713494"/>
                  </a:lnTo>
                  <a:lnTo>
                    <a:pt x="524885" y="5713494"/>
                  </a:lnTo>
                  <a:lnTo>
                    <a:pt x="524978" y="5713494"/>
                  </a:lnTo>
                  <a:lnTo>
                    <a:pt x="525071" y="5713494"/>
                  </a:lnTo>
                  <a:lnTo>
                    <a:pt x="525258" y="5713494"/>
                  </a:lnTo>
                  <a:lnTo>
                    <a:pt x="525351" y="5713494"/>
                  </a:lnTo>
                  <a:lnTo>
                    <a:pt x="525444" y="5713494"/>
                  </a:lnTo>
                  <a:lnTo>
                    <a:pt x="525538" y="5713494"/>
                  </a:lnTo>
                  <a:lnTo>
                    <a:pt x="525724" y="5713494"/>
                  </a:lnTo>
                  <a:lnTo>
                    <a:pt x="525817" y="5713494"/>
                  </a:lnTo>
                  <a:lnTo>
                    <a:pt x="525911" y="5713494"/>
                  </a:lnTo>
                  <a:lnTo>
                    <a:pt x="526377" y="5713494"/>
                  </a:lnTo>
                  <a:lnTo>
                    <a:pt x="526470" y="5713494"/>
                  </a:lnTo>
                  <a:lnTo>
                    <a:pt x="526563" y="5713494"/>
                  </a:lnTo>
                  <a:lnTo>
                    <a:pt x="526657" y="5713494"/>
                  </a:lnTo>
                  <a:lnTo>
                    <a:pt x="526750" y="5713494"/>
                  </a:lnTo>
                  <a:lnTo>
                    <a:pt x="526843" y="5713494"/>
                  </a:lnTo>
                  <a:lnTo>
                    <a:pt x="526936" y="5713494"/>
                  </a:lnTo>
                  <a:lnTo>
                    <a:pt x="527030" y="5713494"/>
                  </a:lnTo>
                  <a:lnTo>
                    <a:pt x="527216" y="5713494"/>
                  </a:lnTo>
                  <a:lnTo>
                    <a:pt x="527496" y="5713494"/>
                  </a:lnTo>
                  <a:lnTo>
                    <a:pt x="527589" y="5713494"/>
                  </a:lnTo>
                  <a:lnTo>
                    <a:pt x="527775" y="5713494"/>
                  </a:lnTo>
                  <a:lnTo>
                    <a:pt x="527962" y="5713494"/>
                  </a:lnTo>
                  <a:lnTo>
                    <a:pt x="528055" y="5713494"/>
                  </a:lnTo>
                  <a:lnTo>
                    <a:pt x="528335" y="5713494"/>
                  </a:lnTo>
                  <a:lnTo>
                    <a:pt x="528428" y="5713494"/>
                  </a:lnTo>
                  <a:lnTo>
                    <a:pt x="528521" y="5713494"/>
                  </a:lnTo>
                  <a:lnTo>
                    <a:pt x="528615" y="5713494"/>
                  </a:lnTo>
                  <a:lnTo>
                    <a:pt x="528801" y="5713494"/>
                  </a:lnTo>
                  <a:lnTo>
                    <a:pt x="528894" y="5713494"/>
                  </a:lnTo>
                  <a:lnTo>
                    <a:pt x="528988" y="5713494"/>
                  </a:lnTo>
                  <a:lnTo>
                    <a:pt x="529081" y="5713494"/>
                  </a:lnTo>
                  <a:lnTo>
                    <a:pt x="529174" y="5713494"/>
                  </a:lnTo>
                  <a:lnTo>
                    <a:pt x="529454" y="5713494"/>
                  </a:lnTo>
                  <a:lnTo>
                    <a:pt x="529734" y="5713494"/>
                  </a:lnTo>
                  <a:lnTo>
                    <a:pt x="529920" y="5713494"/>
                  </a:lnTo>
                  <a:lnTo>
                    <a:pt x="530013" y="5713494"/>
                  </a:lnTo>
                  <a:lnTo>
                    <a:pt x="530107" y="5713494"/>
                  </a:lnTo>
                  <a:lnTo>
                    <a:pt x="530200" y="5713494"/>
                  </a:lnTo>
                  <a:lnTo>
                    <a:pt x="530386" y="5713494"/>
                  </a:lnTo>
                  <a:lnTo>
                    <a:pt x="530573" y="5713494"/>
                  </a:lnTo>
                  <a:lnTo>
                    <a:pt x="530853" y="5713494"/>
                  </a:lnTo>
                  <a:lnTo>
                    <a:pt x="531039" y="5713494"/>
                  </a:lnTo>
                  <a:lnTo>
                    <a:pt x="531132" y="5713494"/>
                  </a:lnTo>
                  <a:lnTo>
                    <a:pt x="531226" y="5713494"/>
                  </a:lnTo>
                  <a:lnTo>
                    <a:pt x="531319" y="5713494"/>
                  </a:lnTo>
                  <a:lnTo>
                    <a:pt x="531412" y="5713494"/>
                  </a:lnTo>
                  <a:lnTo>
                    <a:pt x="531505" y="5713494"/>
                  </a:lnTo>
                  <a:lnTo>
                    <a:pt x="531599" y="5713494"/>
                  </a:lnTo>
                  <a:lnTo>
                    <a:pt x="531692" y="5713494"/>
                  </a:lnTo>
                  <a:lnTo>
                    <a:pt x="531785" y="5713494"/>
                  </a:lnTo>
                  <a:lnTo>
                    <a:pt x="531878" y="5713494"/>
                  </a:lnTo>
                  <a:lnTo>
                    <a:pt x="531972" y="5713494"/>
                  </a:lnTo>
                  <a:lnTo>
                    <a:pt x="532065" y="5713494"/>
                  </a:lnTo>
                  <a:lnTo>
                    <a:pt x="532158" y="5713494"/>
                  </a:lnTo>
                  <a:lnTo>
                    <a:pt x="532251" y="5713494"/>
                  </a:lnTo>
                  <a:lnTo>
                    <a:pt x="532345" y="5713494"/>
                  </a:lnTo>
                  <a:lnTo>
                    <a:pt x="532438" y="5713494"/>
                  </a:lnTo>
                  <a:lnTo>
                    <a:pt x="532531" y="5713494"/>
                  </a:lnTo>
                  <a:lnTo>
                    <a:pt x="532624" y="5713494"/>
                  </a:lnTo>
                  <a:lnTo>
                    <a:pt x="532718" y="5713494"/>
                  </a:lnTo>
                  <a:lnTo>
                    <a:pt x="532904" y="5713494"/>
                  </a:lnTo>
                  <a:lnTo>
                    <a:pt x="532997" y="5713494"/>
                  </a:lnTo>
                  <a:lnTo>
                    <a:pt x="533091" y="5713494"/>
                  </a:lnTo>
                  <a:lnTo>
                    <a:pt x="533184" y="5713494"/>
                  </a:lnTo>
                  <a:lnTo>
                    <a:pt x="533277" y="5713494"/>
                  </a:lnTo>
                  <a:lnTo>
                    <a:pt x="533650" y="5713494"/>
                  </a:lnTo>
                  <a:lnTo>
                    <a:pt x="533743" y="5713494"/>
                  </a:lnTo>
                  <a:lnTo>
                    <a:pt x="533930" y="5713494"/>
                  </a:lnTo>
                  <a:lnTo>
                    <a:pt x="534023" y="5713494"/>
                  </a:lnTo>
                  <a:lnTo>
                    <a:pt x="534116" y="5713494"/>
                  </a:lnTo>
                  <a:lnTo>
                    <a:pt x="534303" y="5713494"/>
                  </a:lnTo>
                  <a:lnTo>
                    <a:pt x="534396" y="5713494"/>
                  </a:lnTo>
                  <a:lnTo>
                    <a:pt x="534489" y="5713494"/>
                  </a:lnTo>
                  <a:lnTo>
                    <a:pt x="534582" y="5713494"/>
                  </a:lnTo>
                  <a:lnTo>
                    <a:pt x="534676" y="5713494"/>
                  </a:lnTo>
                  <a:lnTo>
                    <a:pt x="534769" y="5713494"/>
                  </a:lnTo>
                  <a:lnTo>
                    <a:pt x="534862" y="5713494"/>
                  </a:lnTo>
                  <a:lnTo>
                    <a:pt x="534955" y="5713494"/>
                  </a:lnTo>
                  <a:lnTo>
                    <a:pt x="535235" y="5713494"/>
                  </a:lnTo>
                  <a:lnTo>
                    <a:pt x="535328" y="5713494"/>
                  </a:lnTo>
                  <a:lnTo>
                    <a:pt x="535422" y="5713494"/>
                  </a:lnTo>
                  <a:lnTo>
                    <a:pt x="535515" y="5713494"/>
                  </a:lnTo>
                  <a:lnTo>
                    <a:pt x="535608" y="5713494"/>
                  </a:lnTo>
                  <a:lnTo>
                    <a:pt x="535795" y="5713494"/>
                  </a:lnTo>
                  <a:lnTo>
                    <a:pt x="535888" y="5713494"/>
                  </a:lnTo>
                  <a:lnTo>
                    <a:pt x="535981" y="5713494"/>
                  </a:lnTo>
                  <a:lnTo>
                    <a:pt x="536074" y="5713494"/>
                  </a:lnTo>
                  <a:lnTo>
                    <a:pt x="536261" y="5713494"/>
                  </a:lnTo>
                  <a:lnTo>
                    <a:pt x="536447" y="5713494"/>
                  </a:lnTo>
                  <a:lnTo>
                    <a:pt x="536634" y="5713494"/>
                  </a:lnTo>
                  <a:lnTo>
                    <a:pt x="536727" y="5713494"/>
                  </a:lnTo>
                  <a:lnTo>
                    <a:pt x="536820" y="5713494"/>
                  </a:lnTo>
                  <a:lnTo>
                    <a:pt x="536914" y="5713494"/>
                  </a:lnTo>
                  <a:lnTo>
                    <a:pt x="537100" y="5713494"/>
                  </a:lnTo>
                  <a:lnTo>
                    <a:pt x="537193" y="5713494"/>
                  </a:lnTo>
                  <a:lnTo>
                    <a:pt x="537287" y="5713494"/>
                  </a:lnTo>
                  <a:lnTo>
                    <a:pt x="537473" y="5713494"/>
                  </a:lnTo>
                  <a:lnTo>
                    <a:pt x="537566" y="5713494"/>
                  </a:lnTo>
                  <a:lnTo>
                    <a:pt x="537660" y="5713494"/>
                  </a:lnTo>
                  <a:lnTo>
                    <a:pt x="537753" y="5713494"/>
                  </a:lnTo>
                  <a:lnTo>
                    <a:pt x="537846" y="5713494"/>
                  </a:lnTo>
                  <a:lnTo>
                    <a:pt x="537939" y="5713494"/>
                  </a:lnTo>
                  <a:lnTo>
                    <a:pt x="538126" y="5713494"/>
                  </a:lnTo>
                  <a:lnTo>
                    <a:pt x="538219" y="5713494"/>
                  </a:lnTo>
                  <a:lnTo>
                    <a:pt x="538312" y="5713494"/>
                  </a:lnTo>
                  <a:lnTo>
                    <a:pt x="538592" y="5713494"/>
                  </a:lnTo>
                  <a:lnTo>
                    <a:pt x="538685" y="5713494"/>
                  </a:lnTo>
                  <a:lnTo>
                    <a:pt x="538779" y="5713494"/>
                  </a:lnTo>
                  <a:lnTo>
                    <a:pt x="538872" y="5713494"/>
                  </a:lnTo>
                  <a:lnTo>
                    <a:pt x="539338" y="5713494"/>
                  </a:lnTo>
                  <a:lnTo>
                    <a:pt x="539525" y="5713494"/>
                  </a:lnTo>
                  <a:lnTo>
                    <a:pt x="539804" y="5713494"/>
                  </a:lnTo>
                  <a:lnTo>
                    <a:pt x="539898" y="5713494"/>
                  </a:lnTo>
                  <a:lnTo>
                    <a:pt x="540177" y="5713494"/>
                  </a:lnTo>
                  <a:lnTo>
                    <a:pt x="540364" y="5713494"/>
                  </a:lnTo>
                  <a:lnTo>
                    <a:pt x="540457" y="5713494"/>
                  </a:lnTo>
                  <a:lnTo>
                    <a:pt x="540550" y="5713494"/>
                  </a:lnTo>
                  <a:lnTo>
                    <a:pt x="540830" y="5713494"/>
                  </a:lnTo>
                  <a:lnTo>
                    <a:pt x="541110" y="5713494"/>
                  </a:lnTo>
                  <a:lnTo>
                    <a:pt x="541296" y="5713494"/>
                  </a:lnTo>
                  <a:lnTo>
                    <a:pt x="541483" y="5713494"/>
                  </a:lnTo>
                  <a:lnTo>
                    <a:pt x="541576" y="5713494"/>
                  </a:lnTo>
                  <a:lnTo>
                    <a:pt x="541669" y="5713494"/>
                  </a:lnTo>
                  <a:lnTo>
                    <a:pt x="541762" y="5713494"/>
                  </a:lnTo>
                  <a:lnTo>
                    <a:pt x="541949" y="5713494"/>
                  </a:lnTo>
                  <a:lnTo>
                    <a:pt x="542042" y="5713494"/>
                  </a:lnTo>
                  <a:lnTo>
                    <a:pt x="542229" y="5713494"/>
                  </a:lnTo>
                  <a:lnTo>
                    <a:pt x="542322" y="5713494"/>
                  </a:lnTo>
                  <a:lnTo>
                    <a:pt x="542415" y="5713494"/>
                  </a:lnTo>
                  <a:lnTo>
                    <a:pt x="542508" y="5713494"/>
                  </a:lnTo>
                  <a:lnTo>
                    <a:pt x="542602" y="5713494"/>
                  </a:lnTo>
                  <a:lnTo>
                    <a:pt x="542695" y="5713494"/>
                  </a:lnTo>
                  <a:lnTo>
                    <a:pt x="542788" y="5713494"/>
                  </a:lnTo>
                  <a:lnTo>
                    <a:pt x="542881" y="5713494"/>
                  </a:lnTo>
                  <a:lnTo>
                    <a:pt x="542975" y="5713494"/>
                  </a:lnTo>
                  <a:lnTo>
                    <a:pt x="543068" y="5713494"/>
                  </a:lnTo>
                  <a:lnTo>
                    <a:pt x="543161" y="5713494"/>
                  </a:lnTo>
                  <a:lnTo>
                    <a:pt x="543254" y="5713494"/>
                  </a:lnTo>
                  <a:lnTo>
                    <a:pt x="543348" y="5713494"/>
                  </a:lnTo>
                  <a:lnTo>
                    <a:pt x="543441" y="5713494"/>
                  </a:lnTo>
                  <a:lnTo>
                    <a:pt x="543534" y="5713494"/>
                  </a:lnTo>
                  <a:lnTo>
                    <a:pt x="543534" y="5703540"/>
                  </a:lnTo>
                  <a:lnTo>
                    <a:pt x="543627" y="5703540"/>
                  </a:lnTo>
                  <a:lnTo>
                    <a:pt x="543814" y="5703540"/>
                  </a:lnTo>
                  <a:lnTo>
                    <a:pt x="543907" y="5703540"/>
                  </a:lnTo>
                  <a:lnTo>
                    <a:pt x="544094" y="5703540"/>
                  </a:lnTo>
                  <a:lnTo>
                    <a:pt x="544187" y="5703540"/>
                  </a:lnTo>
                  <a:lnTo>
                    <a:pt x="544280" y="5703540"/>
                  </a:lnTo>
                  <a:lnTo>
                    <a:pt x="544373" y="5703540"/>
                  </a:lnTo>
                  <a:lnTo>
                    <a:pt x="544467" y="5703540"/>
                  </a:lnTo>
                  <a:lnTo>
                    <a:pt x="544560" y="5703540"/>
                  </a:lnTo>
                  <a:lnTo>
                    <a:pt x="544653" y="5703540"/>
                  </a:lnTo>
                  <a:lnTo>
                    <a:pt x="544933" y="5703540"/>
                  </a:lnTo>
                  <a:lnTo>
                    <a:pt x="545026" y="5703540"/>
                  </a:lnTo>
                  <a:lnTo>
                    <a:pt x="545119" y="5703540"/>
                  </a:lnTo>
                  <a:lnTo>
                    <a:pt x="545213" y="5703540"/>
                  </a:lnTo>
                  <a:lnTo>
                    <a:pt x="545306" y="5703540"/>
                  </a:lnTo>
                  <a:lnTo>
                    <a:pt x="545492" y="5703540"/>
                  </a:lnTo>
                  <a:lnTo>
                    <a:pt x="545586" y="5703540"/>
                  </a:lnTo>
                  <a:lnTo>
                    <a:pt x="545772" y="5703540"/>
                  </a:lnTo>
                  <a:lnTo>
                    <a:pt x="545865" y="5703540"/>
                  </a:lnTo>
                  <a:lnTo>
                    <a:pt x="545959" y="5703540"/>
                  </a:lnTo>
                  <a:lnTo>
                    <a:pt x="546145" y="5693586"/>
                  </a:lnTo>
                  <a:lnTo>
                    <a:pt x="546238" y="5693586"/>
                  </a:lnTo>
                  <a:lnTo>
                    <a:pt x="546518" y="5693586"/>
                  </a:lnTo>
                  <a:lnTo>
                    <a:pt x="546611" y="5693586"/>
                  </a:lnTo>
                  <a:lnTo>
                    <a:pt x="546705" y="5693586"/>
                  </a:lnTo>
                  <a:lnTo>
                    <a:pt x="546984" y="5693586"/>
                  </a:lnTo>
                  <a:lnTo>
                    <a:pt x="547078" y="5693586"/>
                  </a:lnTo>
                  <a:lnTo>
                    <a:pt x="547171" y="5693586"/>
                  </a:lnTo>
                  <a:lnTo>
                    <a:pt x="547264" y="5693586"/>
                  </a:lnTo>
                  <a:lnTo>
                    <a:pt x="547544" y="5693586"/>
                  </a:lnTo>
                  <a:lnTo>
                    <a:pt x="547637" y="5693586"/>
                  </a:lnTo>
                  <a:lnTo>
                    <a:pt x="547730" y="5693586"/>
                  </a:lnTo>
                  <a:lnTo>
                    <a:pt x="547917" y="5693586"/>
                  </a:lnTo>
                  <a:lnTo>
                    <a:pt x="548010" y="5693586"/>
                  </a:lnTo>
                  <a:lnTo>
                    <a:pt x="548196" y="5693586"/>
                  </a:lnTo>
                  <a:lnTo>
                    <a:pt x="548290" y="5693586"/>
                  </a:lnTo>
                  <a:lnTo>
                    <a:pt x="548383" y="5693586"/>
                  </a:lnTo>
                  <a:lnTo>
                    <a:pt x="548663" y="5693586"/>
                  </a:lnTo>
                  <a:lnTo>
                    <a:pt x="548756" y="5693586"/>
                  </a:lnTo>
                  <a:lnTo>
                    <a:pt x="548849" y="5693586"/>
                  </a:lnTo>
                  <a:lnTo>
                    <a:pt x="548849" y="5683632"/>
                  </a:lnTo>
                  <a:lnTo>
                    <a:pt x="548942" y="5683632"/>
                  </a:lnTo>
                  <a:lnTo>
                    <a:pt x="549222" y="5683632"/>
                  </a:lnTo>
                  <a:lnTo>
                    <a:pt x="549409" y="5683632"/>
                  </a:lnTo>
                  <a:lnTo>
                    <a:pt x="549502" y="5683632"/>
                  </a:lnTo>
                  <a:lnTo>
                    <a:pt x="549595" y="5683632"/>
                  </a:lnTo>
                  <a:lnTo>
                    <a:pt x="549595" y="5673678"/>
                  </a:lnTo>
                  <a:lnTo>
                    <a:pt x="549688" y="5673678"/>
                  </a:lnTo>
                  <a:lnTo>
                    <a:pt x="549782" y="5673678"/>
                  </a:lnTo>
                  <a:lnTo>
                    <a:pt x="549875" y="5673678"/>
                  </a:lnTo>
                  <a:lnTo>
                    <a:pt x="550061" y="5673678"/>
                  </a:lnTo>
                  <a:lnTo>
                    <a:pt x="550155" y="5673678"/>
                  </a:lnTo>
                  <a:lnTo>
                    <a:pt x="550248" y="5673678"/>
                  </a:lnTo>
                  <a:lnTo>
                    <a:pt x="550248" y="5663725"/>
                  </a:lnTo>
                  <a:lnTo>
                    <a:pt x="550341" y="5663725"/>
                  </a:lnTo>
                  <a:lnTo>
                    <a:pt x="550434" y="5663725"/>
                  </a:lnTo>
                  <a:lnTo>
                    <a:pt x="550528" y="5663725"/>
                  </a:lnTo>
                  <a:lnTo>
                    <a:pt x="550621" y="5663725"/>
                  </a:lnTo>
                  <a:lnTo>
                    <a:pt x="550807" y="5663725"/>
                  </a:lnTo>
                  <a:lnTo>
                    <a:pt x="550994" y="5663725"/>
                  </a:lnTo>
                  <a:lnTo>
                    <a:pt x="551087" y="5663725"/>
                  </a:lnTo>
                  <a:lnTo>
                    <a:pt x="551180" y="5663725"/>
                  </a:lnTo>
                  <a:lnTo>
                    <a:pt x="551274" y="5663725"/>
                  </a:lnTo>
                  <a:lnTo>
                    <a:pt x="551367" y="5663725"/>
                  </a:lnTo>
                  <a:lnTo>
                    <a:pt x="551460" y="5663725"/>
                  </a:lnTo>
                  <a:lnTo>
                    <a:pt x="551553" y="5663725"/>
                  </a:lnTo>
                  <a:lnTo>
                    <a:pt x="551647" y="5663725"/>
                  </a:lnTo>
                  <a:lnTo>
                    <a:pt x="551740" y="5663725"/>
                  </a:lnTo>
                  <a:lnTo>
                    <a:pt x="551926" y="5663725"/>
                  </a:lnTo>
                  <a:lnTo>
                    <a:pt x="552113" y="5663725"/>
                  </a:lnTo>
                  <a:lnTo>
                    <a:pt x="552206" y="5663725"/>
                  </a:lnTo>
                  <a:lnTo>
                    <a:pt x="552299" y="5663725"/>
                  </a:lnTo>
                  <a:lnTo>
                    <a:pt x="552393" y="5663725"/>
                  </a:lnTo>
                  <a:lnTo>
                    <a:pt x="552486" y="5663725"/>
                  </a:lnTo>
                  <a:lnTo>
                    <a:pt x="552859" y="5663725"/>
                  </a:lnTo>
                  <a:lnTo>
                    <a:pt x="552952" y="5663725"/>
                  </a:lnTo>
                  <a:lnTo>
                    <a:pt x="553045" y="5663725"/>
                  </a:lnTo>
                  <a:lnTo>
                    <a:pt x="553139" y="5663725"/>
                  </a:lnTo>
                  <a:lnTo>
                    <a:pt x="553232" y="5663725"/>
                  </a:lnTo>
                  <a:lnTo>
                    <a:pt x="553325" y="5663725"/>
                  </a:lnTo>
                  <a:lnTo>
                    <a:pt x="553418" y="5663725"/>
                  </a:lnTo>
                  <a:lnTo>
                    <a:pt x="553512" y="5663725"/>
                  </a:lnTo>
                  <a:lnTo>
                    <a:pt x="553605" y="5663725"/>
                  </a:lnTo>
                  <a:lnTo>
                    <a:pt x="553698" y="5663725"/>
                  </a:lnTo>
                  <a:lnTo>
                    <a:pt x="553791" y="5663725"/>
                  </a:lnTo>
                  <a:lnTo>
                    <a:pt x="553885" y="5663725"/>
                  </a:lnTo>
                  <a:lnTo>
                    <a:pt x="553978" y="5663725"/>
                  </a:lnTo>
                  <a:lnTo>
                    <a:pt x="554071" y="5663725"/>
                  </a:lnTo>
                  <a:lnTo>
                    <a:pt x="554258" y="5663725"/>
                  </a:lnTo>
                  <a:lnTo>
                    <a:pt x="554351" y="5663725"/>
                  </a:lnTo>
                  <a:lnTo>
                    <a:pt x="554444" y="5663725"/>
                  </a:lnTo>
                  <a:lnTo>
                    <a:pt x="554817" y="5663725"/>
                  </a:lnTo>
                  <a:lnTo>
                    <a:pt x="554910" y="5663725"/>
                  </a:lnTo>
                  <a:lnTo>
                    <a:pt x="555004" y="5663725"/>
                  </a:lnTo>
                  <a:lnTo>
                    <a:pt x="555097" y="5663725"/>
                  </a:lnTo>
                  <a:lnTo>
                    <a:pt x="555190" y="5663725"/>
                  </a:lnTo>
                  <a:lnTo>
                    <a:pt x="555283" y="5663725"/>
                  </a:lnTo>
                  <a:lnTo>
                    <a:pt x="555470" y="5663725"/>
                  </a:lnTo>
                  <a:lnTo>
                    <a:pt x="555563" y="5663725"/>
                  </a:lnTo>
                  <a:lnTo>
                    <a:pt x="555656" y="5663725"/>
                  </a:lnTo>
                  <a:lnTo>
                    <a:pt x="555749" y="5663725"/>
                  </a:lnTo>
                  <a:lnTo>
                    <a:pt x="555843" y="5663725"/>
                  </a:lnTo>
                  <a:lnTo>
                    <a:pt x="555936" y="5663725"/>
                  </a:lnTo>
                  <a:lnTo>
                    <a:pt x="556029" y="5663725"/>
                  </a:lnTo>
                  <a:lnTo>
                    <a:pt x="556122" y="5663725"/>
                  </a:lnTo>
                  <a:lnTo>
                    <a:pt x="556216" y="5663725"/>
                  </a:lnTo>
                  <a:lnTo>
                    <a:pt x="556309" y="5663725"/>
                  </a:lnTo>
                  <a:lnTo>
                    <a:pt x="556402" y="5663725"/>
                  </a:lnTo>
                  <a:lnTo>
                    <a:pt x="556495" y="5663725"/>
                  </a:lnTo>
                  <a:lnTo>
                    <a:pt x="556589" y="5663725"/>
                  </a:lnTo>
                  <a:lnTo>
                    <a:pt x="556682" y="5663725"/>
                  </a:lnTo>
                  <a:lnTo>
                    <a:pt x="556775" y="5663725"/>
                  </a:lnTo>
                  <a:lnTo>
                    <a:pt x="556868" y="5663725"/>
                  </a:lnTo>
                  <a:lnTo>
                    <a:pt x="556962" y="5663725"/>
                  </a:lnTo>
                  <a:lnTo>
                    <a:pt x="557055" y="5663725"/>
                  </a:lnTo>
                  <a:lnTo>
                    <a:pt x="557148" y="5663725"/>
                  </a:lnTo>
                  <a:lnTo>
                    <a:pt x="557241" y="5663725"/>
                  </a:lnTo>
                  <a:lnTo>
                    <a:pt x="557335" y="5663725"/>
                  </a:lnTo>
                  <a:lnTo>
                    <a:pt x="557428" y="5663725"/>
                  </a:lnTo>
                  <a:lnTo>
                    <a:pt x="557521" y="5663725"/>
                  </a:lnTo>
                  <a:lnTo>
                    <a:pt x="557801" y="5663725"/>
                  </a:lnTo>
                  <a:lnTo>
                    <a:pt x="557987" y="5663725"/>
                  </a:lnTo>
                  <a:lnTo>
                    <a:pt x="558174" y="5663725"/>
                  </a:lnTo>
                  <a:lnTo>
                    <a:pt x="558267" y="5663725"/>
                  </a:lnTo>
                  <a:lnTo>
                    <a:pt x="558454" y="5663725"/>
                  </a:lnTo>
                  <a:lnTo>
                    <a:pt x="558547" y="5663725"/>
                  </a:lnTo>
                  <a:lnTo>
                    <a:pt x="558640" y="5663725"/>
                  </a:lnTo>
                  <a:lnTo>
                    <a:pt x="558733" y="5663725"/>
                  </a:lnTo>
                  <a:lnTo>
                    <a:pt x="558920" y="5663725"/>
                  </a:lnTo>
                  <a:lnTo>
                    <a:pt x="559106" y="5663725"/>
                  </a:lnTo>
                  <a:lnTo>
                    <a:pt x="559293" y="5663725"/>
                  </a:lnTo>
                  <a:lnTo>
                    <a:pt x="559386" y="5663725"/>
                  </a:lnTo>
                  <a:lnTo>
                    <a:pt x="559479" y="5663725"/>
                  </a:lnTo>
                  <a:lnTo>
                    <a:pt x="559573" y="5663725"/>
                  </a:lnTo>
                  <a:lnTo>
                    <a:pt x="559759" y="5663725"/>
                  </a:lnTo>
                  <a:lnTo>
                    <a:pt x="559946" y="5663725"/>
                  </a:lnTo>
                  <a:lnTo>
                    <a:pt x="560132" y="5663725"/>
                  </a:lnTo>
                  <a:lnTo>
                    <a:pt x="560225" y="5663725"/>
                  </a:lnTo>
                  <a:lnTo>
                    <a:pt x="560319" y="5663725"/>
                  </a:lnTo>
                  <a:lnTo>
                    <a:pt x="560412" y="5663725"/>
                  </a:lnTo>
                  <a:lnTo>
                    <a:pt x="560505" y="5663725"/>
                  </a:lnTo>
                  <a:lnTo>
                    <a:pt x="560785" y="5663725"/>
                  </a:lnTo>
                  <a:lnTo>
                    <a:pt x="560878" y="5663725"/>
                  </a:lnTo>
                  <a:lnTo>
                    <a:pt x="560971" y="5663725"/>
                  </a:lnTo>
                  <a:lnTo>
                    <a:pt x="561065" y="5663725"/>
                  </a:lnTo>
                  <a:lnTo>
                    <a:pt x="561158" y="5663725"/>
                  </a:lnTo>
                  <a:lnTo>
                    <a:pt x="561344" y="5663725"/>
                  </a:lnTo>
                  <a:lnTo>
                    <a:pt x="561531" y="5663725"/>
                  </a:lnTo>
                  <a:lnTo>
                    <a:pt x="561624" y="5663725"/>
                  </a:lnTo>
                  <a:lnTo>
                    <a:pt x="561717" y="5663725"/>
                  </a:lnTo>
                  <a:lnTo>
                    <a:pt x="561811" y="5663725"/>
                  </a:lnTo>
                  <a:lnTo>
                    <a:pt x="561904" y="5663725"/>
                  </a:lnTo>
                  <a:lnTo>
                    <a:pt x="561997" y="5663725"/>
                  </a:lnTo>
                  <a:lnTo>
                    <a:pt x="562090" y="5663725"/>
                  </a:lnTo>
                  <a:lnTo>
                    <a:pt x="562277" y="5663725"/>
                  </a:lnTo>
                  <a:lnTo>
                    <a:pt x="562463" y="5663725"/>
                  </a:lnTo>
                  <a:lnTo>
                    <a:pt x="562556" y="5663725"/>
                  </a:lnTo>
                  <a:lnTo>
                    <a:pt x="562650" y="5663725"/>
                  </a:lnTo>
                  <a:lnTo>
                    <a:pt x="562743" y="5663725"/>
                  </a:lnTo>
                  <a:lnTo>
                    <a:pt x="562836" y="5663725"/>
                  </a:lnTo>
                  <a:lnTo>
                    <a:pt x="563396" y="5663725"/>
                  </a:lnTo>
                  <a:lnTo>
                    <a:pt x="563489" y="5663725"/>
                  </a:lnTo>
                  <a:lnTo>
                    <a:pt x="563582" y="5663725"/>
                  </a:lnTo>
                  <a:lnTo>
                    <a:pt x="563675" y="5663725"/>
                  </a:lnTo>
                  <a:lnTo>
                    <a:pt x="563769" y="5663725"/>
                  </a:lnTo>
                  <a:lnTo>
                    <a:pt x="564048" y="5663725"/>
                  </a:lnTo>
                  <a:lnTo>
                    <a:pt x="564235" y="5663725"/>
                  </a:lnTo>
                  <a:lnTo>
                    <a:pt x="564328" y="5663725"/>
                  </a:lnTo>
                  <a:lnTo>
                    <a:pt x="564608" y="5663725"/>
                  </a:lnTo>
                  <a:lnTo>
                    <a:pt x="564888" y="5663725"/>
                  </a:lnTo>
                  <a:lnTo>
                    <a:pt x="564981" y="5663725"/>
                  </a:lnTo>
                  <a:lnTo>
                    <a:pt x="565074" y="5663725"/>
                  </a:lnTo>
                  <a:lnTo>
                    <a:pt x="565167" y="5663725"/>
                  </a:lnTo>
                  <a:lnTo>
                    <a:pt x="565354" y="5663725"/>
                  </a:lnTo>
                  <a:lnTo>
                    <a:pt x="565540" y="5663725"/>
                  </a:lnTo>
                  <a:lnTo>
                    <a:pt x="565634" y="5663725"/>
                  </a:lnTo>
                  <a:lnTo>
                    <a:pt x="565727" y="5663725"/>
                  </a:lnTo>
                  <a:lnTo>
                    <a:pt x="565820" y="5663725"/>
                  </a:lnTo>
                  <a:lnTo>
                    <a:pt x="565913" y="5663725"/>
                  </a:lnTo>
                  <a:lnTo>
                    <a:pt x="566007" y="5663725"/>
                  </a:lnTo>
                  <a:lnTo>
                    <a:pt x="566100" y="5663725"/>
                  </a:lnTo>
                  <a:lnTo>
                    <a:pt x="566193" y="5663725"/>
                  </a:lnTo>
                  <a:lnTo>
                    <a:pt x="566286" y="5663725"/>
                  </a:lnTo>
                  <a:lnTo>
                    <a:pt x="566380" y="5663725"/>
                  </a:lnTo>
                  <a:lnTo>
                    <a:pt x="566473" y="5663725"/>
                  </a:lnTo>
                  <a:lnTo>
                    <a:pt x="566566" y="5663725"/>
                  </a:lnTo>
                  <a:lnTo>
                    <a:pt x="566846" y="5663725"/>
                  </a:lnTo>
                  <a:lnTo>
                    <a:pt x="566939" y="5663725"/>
                  </a:lnTo>
                  <a:lnTo>
                    <a:pt x="567032" y="5663725"/>
                  </a:lnTo>
                  <a:lnTo>
                    <a:pt x="567219" y="5663725"/>
                  </a:lnTo>
                  <a:lnTo>
                    <a:pt x="567312" y="5663725"/>
                  </a:lnTo>
                  <a:lnTo>
                    <a:pt x="567405" y="5663725"/>
                  </a:lnTo>
                  <a:lnTo>
                    <a:pt x="567499" y="5663725"/>
                  </a:lnTo>
                  <a:lnTo>
                    <a:pt x="567592" y="5663725"/>
                  </a:lnTo>
                  <a:lnTo>
                    <a:pt x="567778" y="5663725"/>
                  </a:lnTo>
                  <a:lnTo>
                    <a:pt x="567872" y="5663725"/>
                  </a:lnTo>
                  <a:lnTo>
                    <a:pt x="568058" y="5663725"/>
                  </a:lnTo>
                  <a:lnTo>
                    <a:pt x="568151" y="5663725"/>
                  </a:lnTo>
                  <a:lnTo>
                    <a:pt x="568338" y="5663725"/>
                  </a:lnTo>
                  <a:lnTo>
                    <a:pt x="568524" y="5663725"/>
                  </a:lnTo>
                  <a:lnTo>
                    <a:pt x="568618" y="5663725"/>
                  </a:lnTo>
                  <a:lnTo>
                    <a:pt x="568711" y="5663725"/>
                  </a:lnTo>
                  <a:lnTo>
                    <a:pt x="568804" y="5663725"/>
                  </a:lnTo>
                  <a:lnTo>
                    <a:pt x="568897" y="5663725"/>
                  </a:lnTo>
                  <a:lnTo>
                    <a:pt x="569084" y="5663725"/>
                  </a:lnTo>
                  <a:lnTo>
                    <a:pt x="569270" y="5663725"/>
                  </a:lnTo>
                  <a:lnTo>
                    <a:pt x="569363" y="5663725"/>
                  </a:lnTo>
                  <a:lnTo>
                    <a:pt x="569457" y="5663725"/>
                  </a:lnTo>
                  <a:lnTo>
                    <a:pt x="569550" y="5663725"/>
                  </a:lnTo>
                  <a:lnTo>
                    <a:pt x="569643" y="5663725"/>
                  </a:lnTo>
                  <a:lnTo>
                    <a:pt x="569736" y="5663725"/>
                  </a:lnTo>
                  <a:lnTo>
                    <a:pt x="569830" y="5663725"/>
                  </a:lnTo>
                  <a:lnTo>
                    <a:pt x="569923" y="5663725"/>
                  </a:lnTo>
                  <a:lnTo>
                    <a:pt x="570016" y="5663725"/>
                  </a:lnTo>
                  <a:lnTo>
                    <a:pt x="570203" y="5663725"/>
                  </a:lnTo>
                  <a:lnTo>
                    <a:pt x="570296" y="5653771"/>
                  </a:lnTo>
                  <a:lnTo>
                    <a:pt x="570576" y="5653771"/>
                  </a:lnTo>
                  <a:lnTo>
                    <a:pt x="570669" y="5653771"/>
                  </a:lnTo>
                  <a:lnTo>
                    <a:pt x="570762" y="5653771"/>
                  </a:lnTo>
                  <a:lnTo>
                    <a:pt x="570855" y="5653771"/>
                  </a:lnTo>
                  <a:lnTo>
                    <a:pt x="570949" y="5653771"/>
                  </a:lnTo>
                  <a:lnTo>
                    <a:pt x="571042" y="5653771"/>
                  </a:lnTo>
                  <a:lnTo>
                    <a:pt x="571322" y="5653771"/>
                  </a:lnTo>
                  <a:lnTo>
                    <a:pt x="571415" y="5653771"/>
                  </a:lnTo>
                  <a:lnTo>
                    <a:pt x="571508" y="5653771"/>
                  </a:lnTo>
                  <a:lnTo>
                    <a:pt x="571601" y="5653771"/>
                  </a:lnTo>
                  <a:lnTo>
                    <a:pt x="571695" y="5653771"/>
                  </a:lnTo>
                  <a:lnTo>
                    <a:pt x="571788" y="5653771"/>
                  </a:lnTo>
                  <a:lnTo>
                    <a:pt x="571881" y="5653771"/>
                  </a:lnTo>
                  <a:lnTo>
                    <a:pt x="571974" y="5653771"/>
                  </a:lnTo>
                  <a:lnTo>
                    <a:pt x="572068" y="5653771"/>
                  </a:lnTo>
                  <a:lnTo>
                    <a:pt x="572161" y="5653771"/>
                  </a:lnTo>
                  <a:lnTo>
                    <a:pt x="572254" y="5653771"/>
                  </a:lnTo>
                  <a:lnTo>
                    <a:pt x="572254" y="5643817"/>
                  </a:lnTo>
                  <a:lnTo>
                    <a:pt x="572534" y="5643817"/>
                  </a:lnTo>
                  <a:lnTo>
                    <a:pt x="572627" y="5643817"/>
                  </a:lnTo>
                  <a:lnTo>
                    <a:pt x="572627" y="5633863"/>
                  </a:lnTo>
                  <a:lnTo>
                    <a:pt x="572720" y="5633863"/>
                  </a:lnTo>
                  <a:lnTo>
                    <a:pt x="572814" y="5633863"/>
                  </a:lnTo>
                  <a:lnTo>
                    <a:pt x="572907" y="5633863"/>
                  </a:lnTo>
                  <a:lnTo>
                    <a:pt x="573000" y="5633863"/>
                  </a:lnTo>
                  <a:lnTo>
                    <a:pt x="573187" y="5633863"/>
                  </a:lnTo>
                  <a:lnTo>
                    <a:pt x="573280" y="5633863"/>
                  </a:lnTo>
                  <a:lnTo>
                    <a:pt x="573373" y="5633863"/>
                  </a:lnTo>
                  <a:lnTo>
                    <a:pt x="573653" y="5633863"/>
                  </a:lnTo>
                  <a:lnTo>
                    <a:pt x="573933" y="5633863"/>
                  </a:lnTo>
                  <a:lnTo>
                    <a:pt x="574026" y="5633863"/>
                  </a:lnTo>
                  <a:lnTo>
                    <a:pt x="574119" y="5633863"/>
                  </a:lnTo>
                  <a:lnTo>
                    <a:pt x="574212" y="5633863"/>
                  </a:lnTo>
                  <a:lnTo>
                    <a:pt x="574306" y="5633863"/>
                  </a:lnTo>
                  <a:lnTo>
                    <a:pt x="574399" y="5633863"/>
                  </a:lnTo>
                  <a:lnTo>
                    <a:pt x="574585" y="5633863"/>
                  </a:lnTo>
                  <a:lnTo>
                    <a:pt x="574772" y="5633863"/>
                  </a:lnTo>
                  <a:lnTo>
                    <a:pt x="574865" y="5633863"/>
                  </a:lnTo>
                  <a:lnTo>
                    <a:pt x="574958" y="5633863"/>
                  </a:lnTo>
                  <a:lnTo>
                    <a:pt x="575145" y="5633863"/>
                  </a:lnTo>
                  <a:lnTo>
                    <a:pt x="575238" y="5633863"/>
                  </a:lnTo>
                  <a:lnTo>
                    <a:pt x="575331" y="5633863"/>
                  </a:lnTo>
                  <a:lnTo>
                    <a:pt x="575425" y="5633863"/>
                  </a:lnTo>
                  <a:lnTo>
                    <a:pt x="575611" y="5633863"/>
                  </a:lnTo>
                  <a:lnTo>
                    <a:pt x="575704" y="5633863"/>
                  </a:lnTo>
                  <a:lnTo>
                    <a:pt x="575798" y="5633863"/>
                  </a:lnTo>
                  <a:lnTo>
                    <a:pt x="575891" y="5633863"/>
                  </a:lnTo>
                  <a:lnTo>
                    <a:pt x="575984" y="5633863"/>
                  </a:lnTo>
                  <a:lnTo>
                    <a:pt x="576077" y="5633863"/>
                  </a:lnTo>
                  <a:lnTo>
                    <a:pt x="576170" y="5633863"/>
                  </a:lnTo>
                  <a:lnTo>
                    <a:pt x="576264" y="5633863"/>
                  </a:lnTo>
                  <a:lnTo>
                    <a:pt x="576357" y="5633863"/>
                  </a:lnTo>
                  <a:lnTo>
                    <a:pt x="576450" y="5633863"/>
                  </a:lnTo>
                  <a:lnTo>
                    <a:pt x="576543" y="5633863"/>
                  </a:lnTo>
                  <a:lnTo>
                    <a:pt x="576637" y="5633863"/>
                  </a:lnTo>
                  <a:lnTo>
                    <a:pt x="576730" y="5633863"/>
                  </a:lnTo>
                  <a:lnTo>
                    <a:pt x="576823" y="5633863"/>
                  </a:lnTo>
                  <a:lnTo>
                    <a:pt x="576916" y="5633863"/>
                  </a:lnTo>
                  <a:lnTo>
                    <a:pt x="577010" y="5633863"/>
                  </a:lnTo>
                  <a:lnTo>
                    <a:pt x="577196" y="5633863"/>
                  </a:lnTo>
                  <a:lnTo>
                    <a:pt x="577289" y="5633863"/>
                  </a:lnTo>
                  <a:lnTo>
                    <a:pt x="577383" y="5633863"/>
                  </a:lnTo>
                  <a:lnTo>
                    <a:pt x="577476" y="5633863"/>
                  </a:lnTo>
                  <a:lnTo>
                    <a:pt x="577569" y="5633863"/>
                  </a:lnTo>
                  <a:lnTo>
                    <a:pt x="577662" y="5633863"/>
                  </a:lnTo>
                  <a:lnTo>
                    <a:pt x="577849" y="5633863"/>
                  </a:lnTo>
                  <a:lnTo>
                    <a:pt x="577942" y="5633863"/>
                  </a:lnTo>
                  <a:lnTo>
                    <a:pt x="578035" y="5633863"/>
                  </a:lnTo>
                  <a:lnTo>
                    <a:pt x="578222" y="5633863"/>
                  </a:lnTo>
                  <a:lnTo>
                    <a:pt x="578315" y="5633863"/>
                  </a:lnTo>
                  <a:lnTo>
                    <a:pt x="578408" y="5633863"/>
                  </a:lnTo>
                  <a:lnTo>
                    <a:pt x="578502" y="5633863"/>
                  </a:lnTo>
                  <a:lnTo>
                    <a:pt x="578688" y="5633863"/>
                  </a:lnTo>
                  <a:lnTo>
                    <a:pt x="578781" y="5633863"/>
                  </a:lnTo>
                  <a:lnTo>
                    <a:pt x="578875" y="5633863"/>
                  </a:lnTo>
                  <a:lnTo>
                    <a:pt x="578968" y="5623909"/>
                  </a:lnTo>
                  <a:lnTo>
                    <a:pt x="579061" y="5623909"/>
                  </a:lnTo>
                  <a:lnTo>
                    <a:pt x="579154" y="5623909"/>
                  </a:lnTo>
                  <a:lnTo>
                    <a:pt x="579434" y="5623909"/>
                  </a:lnTo>
                  <a:lnTo>
                    <a:pt x="579527" y="5623909"/>
                  </a:lnTo>
                  <a:lnTo>
                    <a:pt x="579621" y="5623909"/>
                  </a:lnTo>
                  <a:lnTo>
                    <a:pt x="579714" y="5623909"/>
                  </a:lnTo>
                  <a:lnTo>
                    <a:pt x="579807" y="5623909"/>
                  </a:lnTo>
                  <a:lnTo>
                    <a:pt x="579900" y="5623909"/>
                  </a:lnTo>
                  <a:lnTo>
                    <a:pt x="579994" y="5623909"/>
                  </a:lnTo>
                  <a:lnTo>
                    <a:pt x="580087" y="5623909"/>
                  </a:lnTo>
                  <a:lnTo>
                    <a:pt x="580180" y="5623909"/>
                  </a:lnTo>
                  <a:lnTo>
                    <a:pt x="580367" y="5623909"/>
                  </a:lnTo>
                  <a:lnTo>
                    <a:pt x="580460" y="5623909"/>
                  </a:lnTo>
                  <a:lnTo>
                    <a:pt x="580553" y="5623909"/>
                  </a:lnTo>
                  <a:lnTo>
                    <a:pt x="580646" y="5623909"/>
                  </a:lnTo>
                  <a:lnTo>
                    <a:pt x="580740" y="5623909"/>
                  </a:lnTo>
                  <a:lnTo>
                    <a:pt x="580926" y="5623909"/>
                  </a:lnTo>
                  <a:lnTo>
                    <a:pt x="581019" y="5623909"/>
                  </a:lnTo>
                  <a:lnTo>
                    <a:pt x="581113" y="5623909"/>
                  </a:lnTo>
                  <a:lnTo>
                    <a:pt x="581299" y="5623909"/>
                  </a:lnTo>
                  <a:lnTo>
                    <a:pt x="581392" y="5623909"/>
                  </a:lnTo>
                  <a:lnTo>
                    <a:pt x="581486" y="5623909"/>
                  </a:lnTo>
                  <a:lnTo>
                    <a:pt x="581579" y="5623909"/>
                  </a:lnTo>
                  <a:lnTo>
                    <a:pt x="581672" y="5623909"/>
                  </a:lnTo>
                  <a:lnTo>
                    <a:pt x="581765" y="5623909"/>
                  </a:lnTo>
                  <a:lnTo>
                    <a:pt x="581952" y="5623909"/>
                  </a:lnTo>
                  <a:lnTo>
                    <a:pt x="582045" y="5623909"/>
                  </a:lnTo>
                  <a:lnTo>
                    <a:pt x="582138" y="5623909"/>
                  </a:lnTo>
                  <a:lnTo>
                    <a:pt x="582232" y="5623909"/>
                  </a:lnTo>
                  <a:lnTo>
                    <a:pt x="582325" y="5623909"/>
                  </a:lnTo>
                  <a:lnTo>
                    <a:pt x="582418" y="5623909"/>
                  </a:lnTo>
                  <a:lnTo>
                    <a:pt x="582511" y="5623909"/>
                  </a:lnTo>
                  <a:lnTo>
                    <a:pt x="584563" y="5623909"/>
                  </a:lnTo>
                  <a:lnTo>
                    <a:pt x="584563" y="5613955"/>
                  </a:lnTo>
                  <a:lnTo>
                    <a:pt x="584656" y="5613955"/>
                  </a:lnTo>
                  <a:lnTo>
                    <a:pt x="584749" y="5613955"/>
                  </a:lnTo>
                  <a:lnTo>
                    <a:pt x="584842" y="5613955"/>
                  </a:lnTo>
                  <a:lnTo>
                    <a:pt x="585029" y="5613955"/>
                  </a:lnTo>
                  <a:lnTo>
                    <a:pt x="585122" y="5613955"/>
                  </a:lnTo>
                  <a:lnTo>
                    <a:pt x="585215" y="5613955"/>
                  </a:lnTo>
                  <a:lnTo>
                    <a:pt x="585309" y="5613955"/>
                  </a:lnTo>
                  <a:lnTo>
                    <a:pt x="585402" y="5613955"/>
                  </a:lnTo>
                  <a:lnTo>
                    <a:pt x="585682" y="5613955"/>
                  </a:lnTo>
                  <a:lnTo>
                    <a:pt x="585775" y="5613955"/>
                  </a:lnTo>
                  <a:lnTo>
                    <a:pt x="585868" y="5613955"/>
                  </a:lnTo>
                  <a:lnTo>
                    <a:pt x="586055" y="5613955"/>
                  </a:lnTo>
                  <a:lnTo>
                    <a:pt x="586241" y="5613955"/>
                  </a:lnTo>
                  <a:lnTo>
                    <a:pt x="586334" y="5613955"/>
                  </a:lnTo>
                  <a:lnTo>
                    <a:pt x="586428" y="5613955"/>
                  </a:lnTo>
                  <a:lnTo>
                    <a:pt x="586521" y="5613955"/>
                  </a:lnTo>
                  <a:lnTo>
                    <a:pt x="586614" y="5613955"/>
                  </a:lnTo>
                  <a:lnTo>
                    <a:pt x="586707" y="5613955"/>
                  </a:lnTo>
                  <a:lnTo>
                    <a:pt x="586801" y="5613955"/>
                  </a:lnTo>
                  <a:lnTo>
                    <a:pt x="586894" y="5613955"/>
                  </a:lnTo>
                  <a:lnTo>
                    <a:pt x="587080" y="5613955"/>
                  </a:lnTo>
                  <a:lnTo>
                    <a:pt x="587174" y="5613955"/>
                  </a:lnTo>
                  <a:lnTo>
                    <a:pt x="587267" y="5613955"/>
                  </a:lnTo>
                  <a:lnTo>
                    <a:pt x="587360" y="5613955"/>
                  </a:lnTo>
                  <a:lnTo>
                    <a:pt x="587453" y="5613955"/>
                  </a:lnTo>
                  <a:lnTo>
                    <a:pt x="587547" y="5613955"/>
                  </a:lnTo>
                  <a:lnTo>
                    <a:pt x="587640" y="5613955"/>
                  </a:lnTo>
                  <a:lnTo>
                    <a:pt x="587733" y="5613955"/>
                  </a:lnTo>
                  <a:lnTo>
                    <a:pt x="587826" y="5613955"/>
                  </a:lnTo>
                  <a:lnTo>
                    <a:pt x="587920" y="5613955"/>
                  </a:lnTo>
                  <a:lnTo>
                    <a:pt x="588013" y="5613955"/>
                  </a:lnTo>
                  <a:lnTo>
                    <a:pt x="588106" y="5613955"/>
                  </a:lnTo>
                  <a:lnTo>
                    <a:pt x="588386" y="5613955"/>
                  </a:lnTo>
                  <a:lnTo>
                    <a:pt x="588479" y="5613955"/>
                  </a:lnTo>
                  <a:lnTo>
                    <a:pt x="588572" y="5613955"/>
                  </a:lnTo>
                  <a:lnTo>
                    <a:pt x="588666" y="5613955"/>
                  </a:lnTo>
                  <a:lnTo>
                    <a:pt x="588945" y="5613955"/>
                  </a:lnTo>
                  <a:lnTo>
                    <a:pt x="589225" y="5613955"/>
                  </a:lnTo>
                  <a:lnTo>
                    <a:pt x="589318" y="5613955"/>
                  </a:lnTo>
                  <a:lnTo>
                    <a:pt x="589412" y="5613955"/>
                  </a:lnTo>
                  <a:lnTo>
                    <a:pt x="589598" y="5613955"/>
                  </a:lnTo>
                  <a:lnTo>
                    <a:pt x="589691" y="5613955"/>
                  </a:lnTo>
                  <a:lnTo>
                    <a:pt x="589784" y="5613955"/>
                  </a:lnTo>
                  <a:lnTo>
                    <a:pt x="590064" y="5613955"/>
                  </a:lnTo>
                  <a:lnTo>
                    <a:pt x="590157" y="5613955"/>
                  </a:lnTo>
                  <a:lnTo>
                    <a:pt x="590251" y="5613955"/>
                  </a:lnTo>
                  <a:lnTo>
                    <a:pt x="590344" y="5613955"/>
                  </a:lnTo>
                  <a:lnTo>
                    <a:pt x="590530" y="5613955"/>
                  </a:lnTo>
                  <a:lnTo>
                    <a:pt x="590717" y="5604002"/>
                  </a:lnTo>
                  <a:lnTo>
                    <a:pt x="590810" y="5604002"/>
                  </a:lnTo>
                  <a:lnTo>
                    <a:pt x="590903" y="5604002"/>
                  </a:lnTo>
                  <a:lnTo>
                    <a:pt x="590997" y="5604002"/>
                  </a:lnTo>
                  <a:lnTo>
                    <a:pt x="591090" y="5604002"/>
                  </a:lnTo>
                  <a:lnTo>
                    <a:pt x="591276" y="5604002"/>
                  </a:lnTo>
                  <a:lnTo>
                    <a:pt x="591370" y="5604002"/>
                  </a:lnTo>
                  <a:lnTo>
                    <a:pt x="591463" y="5604002"/>
                  </a:lnTo>
                  <a:lnTo>
                    <a:pt x="591556" y="5604002"/>
                  </a:lnTo>
                  <a:lnTo>
                    <a:pt x="591649" y="5604002"/>
                  </a:lnTo>
                  <a:lnTo>
                    <a:pt x="591743" y="5604002"/>
                  </a:lnTo>
                  <a:lnTo>
                    <a:pt x="591836" y="5604002"/>
                  </a:lnTo>
                  <a:lnTo>
                    <a:pt x="591929" y="5604002"/>
                  </a:lnTo>
                  <a:lnTo>
                    <a:pt x="592022" y="5604002"/>
                  </a:lnTo>
                  <a:lnTo>
                    <a:pt x="592209" y="5604002"/>
                  </a:lnTo>
                  <a:lnTo>
                    <a:pt x="592302" y="5604002"/>
                  </a:lnTo>
                  <a:lnTo>
                    <a:pt x="592395" y="5604002"/>
                  </a:lnTo>
                  <a:lnTo>
                    <a:pt x="592489" y="5604002"/>
                  </a:lnTo>
                  <a:lnTo>
                    <a:pt x="592675" y="5604002"/>
                  </a:lnTo>
                  <a:lnTo>
                    <a:pt x="592768" y="5604002"/>
                  </a:lnTo>
                  <a:lnTo>
                    <a:pt x="592862" y="5604002"/>
                  </a:lnTo>
                  <a:lnTo>
                    <a:pt x="592955" y="5604002"/>
                  </a:lnTo>
                  <a:lnTo>
                    <a:pt x="593048" y="5604002"/>
                  </a:lnTo>
                  <a:lnTo>
                    <a:pt x="593141" y="5604002"/>
                  </a:lnTo>
                  <a:lnTo>
                    <a:pt x="593328" y="5604002"/>
                  </a:lnTo>
                  <a:lnTo>
                    <a:pt x="593514" y="5604002"/>
                  </a:lnTo>
                  <a:lnTo>
                    <a:pt x="593608" y="5604002"/>
                  </a:lnTo>
                  <a:lnTo>
                    <a:pt x="593794" y="5604002"/>
                  </a:lnTo>
                  <a:lnTo>
                    <a:pt x="593887" y="5604002"/>
                  </a:lnTo>
                  <a:lnTo>
                    <a:pt x="593981" y="5604002"/>
                  </a:lnTo>
                  <a:lnTo>
                    <a:pt x="594260" y="5604002"/>
                  </a:lnTo>
                  <a:lnTo>
                    <a:pt x="594354" y="5604002"/>
                  </a:lnTo>
                  <a:lnTo>
                    <a:pt x="594540" y="5604002"/>
                  </a:lnTo>
                  <a:lnTo>
                    <a:pt x="594727" y="5604002"/>
                  </a:lnTo>
                  <a:lnTo>
                    <a:pt x="594820" y="5604002"/>
                  </a:lnTo>
                  <a:lnTo>
                    <a:pt x="594913" y="5604002"/>
                  </a:lnTo>
                  <a:lnTo>
                    <a:pt x="595006" y="5604002"/>
                  </a:lnTo>
                  <a:lnTo>
                    <a:pt x="595193" y="5604002"/>
                  </a:lnTo>
                  <a:lnTo>
                    <a:pt x="595286" y="5604002"/>
                  </a:lnTo>
                  <a:lnTo>
                    <a:pt x="595379" y="5604002"/>
                  </a:lnTo>
                  <a:lnTo>
                    <a:pt x="595473" y="5604002"/>
                  </a:lnTo>
                  <a:lnTo>
                    <a:pt x="595566" y="5604002"/>
                  </a:lnTo>
                  <a:lnTo>
                    <a:pt x="595659" y="5604002"/>
                  </a:lnTo>
                  <a:lnTo>
                    <a:pt x="595752" y="5604002"/>
                  </a:lnTo>
                  <a:lnTo>
                    <a:pt x="595846" y="5604002"/>
                  </a:lnTo>
                  <a:lnTo>
                    <a:pt x="596032" y="5604002"/>
                  </a:lnTo>
                  <a:lnTo>
                    <a:pt x="596125" y="5604002"/>
                  </a:lnTo>
                  <a:lnTo>
                    <a:pt x="596219" y="5604002"/>
                  </a:lnTo>
                  <a:lnTo>
                    <a:pt x="596405" y="5604002"/>
                  </a:lnTo>
                  <a:lnTo>
                    <a:pt x="596498" y="5604002"/>
                  </a:lnTo>
                  <a:lnTo>
                    <a:pt x="596592" y="5604002"/>
                  </a:lnTo>
                  <a:lnTo>
                    <a:pt x="596685" y="5604002"/>
                  </a:lnTo>
                  <a:lnTo>
                    <a:pt x="596778" y="5604002"/>
                  </a:lnTo>
                  <a:lnTo>
                    <a:pt x="596964" y="5604002"/>
                  </a:lnTo>
                  <a:lnTo>
                    <a:pt x="597151" y="5604002"/>
                  </a:lnTo>
                  <a:lnTo>
                    <a:pt x="597244" y="5604002"/>
                  </a:lnTo>
                  <a:lnTo>
                    <a:pt x="597337" y="5604002"/>
                  </a:lnTo>
                  <a:lnTo>
                    <a:pt x="597524" y="5604002"/>
                  </a:lnTo>
                  <a:lnTo>
                    <a:pt x="597990" y="5604002"/>
                  </a:lnTo>
                  <a:lnTo>
                    <a:pt x="598083" y="5604002"/>
                  </a:lnTo>
                  <a:lnTo>
                    <a:pt x="598270" y="5604002"/>
                  </a:lnTo>
                  <a:lnTo>
                    <a:pt x="598363" y="5604002"/>
                  </a:lnTo>
                  <a:lnTo>
                    <a:pt x="598456" y="5604002"/>
                  </a:lnTo>
                  <a:lnTo>
                    <a:pt x="598550" y="5604002"/>
                  </a:lnTo>
                  <a:lnTo>
                    <a:pt x="598643" y="5604002"/>
                  </a:lnTo>
                  <a:lnTo>
                    <a:pt x="598736" y="5604002"/>
                  </a:lnTo>
                  <a:lnTo>
                    <a:pt x="598923" y="5604002"/>
                  </a:lnTo>
                  <a:lnTo>
                    <a:pt x="599016" y="5604002"/>
                  </a:lnTo>
                  <a:lnTo>
                    <a:pt x="599202" y="5604002"/>
                  </a:lnTo>
                  <a:lnTo>
                    <a:pt x="599296" y="5604002"/>
                  </a:lnTo>
                  <a:lnTo>
                    <a:pt x="599575" y="5604002"/>
                  </a:lnTo>
                  <a:lnTo>
                    <a:pt x="599855" y="5604002"/>
                  </a:lnTo>
                  <a:lnTo>
                    <a:pt x="599948" y="5604002"/>
                  </a:lnTo>
                  <a:lnTo>
                    <a:pt x="600042" y="5604002"/>
                  </a:lnTo>
                  <a:lnTo>
                    <a:pt x="600135" y="5604002"/>
                  </a:lnTo>
                  <a:lnTo>
                    <a:pt x="600228" y="5604002"/>
                  </a:lnTo>
                  <a:lnTo>
                    <a:pt x="600321" y="5604002"/>
                  </a:lnTo>
                  <a:lnTo>
                    <a:pt x="600601" y="5604002"/>
                  </a:lnTo>
                  <a:lnTo>
                    <a:pt x="600788" y="5604002"/>
                  </a:lnTo>
                  <a:lnTo>
                    <a:pt x="601067" y="5604002"/>
                  </a:lnTo>
                  <a:lnTo>
                    <a:pt x="601161" y="5604002"/>
                  </a:lnTo>
                  <a:lnTo>
                    <a:pt x="601254" y="5604002"/>
                  </a:lnTo>
                  <a:lnTo>
                    <a:pt x="601347" y="5604002"/>
                  </a:lnTo>
                  <a:lnTo>
                    <a:pt x="601440" y="5604002"/>
                  </a:lnTo>
                  <a:lnTo>
                    <a:pt x="601534" y="5604002"/>
                  </a:lnTo>
                  <a:lnTo>
                    <a:pt x="601627" y="5604002"/>
                  </a:lnTo>
                  <a:lnTo>
                    <a:pt x="601720" y="5604002"/>
                  </a:lnTo>
                  <a:lnTo>
                    <a:pt x="602000" y="5604002"/>
                  </a:lnTo>
                  <a:lnTo>
                    <a:pt x="602093" y="5604002"/>
                  </a:lnTo>
                  <a:lnTo>
                    <a:pt x="602186" y="5604002"/>
                  </a:lnTo>
                  <a:lnTo>
                    <a:pt x="602280" y="5604002"/>
                  </a:lnTo>
                  <a:lnTo>
                    <a:pt x="602373" y="5604002"/>
                  </a:lnTo>
                  <a:lnTo>
                    <a:pt x="602466" y="5604002"/>
                  </a:lnTo>
                  <a:lnTo>
                    <a:pt x="602746" y="5604002"/>
                  </a:lnTo>
                  <a:lnTo>
                    <a:pt x="602839" y="5604002"/>
                  </a:lnTo>
                  <a:lnTo>
                    <a:pt x="602932" y="5604002"/>
                  </a:lnTo>
                  <a:lnTo>
                    <a:pt x="603026" y="5604002"/>
                  </a:lnTo>
                  <a:lnTo>
                    <a:pt x="603212" y="5604002"/>
                  </a:lnTo>
                  <a:lnTo>
                    <a:pt x="603305" y="5604002"/>
                  </a:lnTo>
                  <a:lnTo>
                    <a:pt x="603492" y="5604002"/>
                  </a:lnTo>
                  <a:lnTo>
                    <a:pt x="603585" y="5604002"/>
                  </a:lnTo>
                  <a:lnTo>
                    <a:pt x="603678" y="5604002"/>
                  </a:lnTo>
                  <a:lnTo>
                    <a:pt x="603771" y="5604002"/>
                  </a:lnTo>
                  <a:lnTo>
                    <a:pt x="603865" y="5604002"/>
                  </a:lnTo>
                  <a:lnTo>
                    <a:pt x="604051" y="5604002"/>
                  </a:lnTo>
                  <a:lnTo>
                    <a:pt x="604238" y="5604002"/>
                  </a:lnTo>
                  <a:lnTo>
                    <a:pt x="604424" y="5604002"/>
                  </a:lnTo>
                  <a:lnTo>
                    <a:pt x="604517" y="5604002"/>
                  </a:lnTo>
                  <a:lnTo>
                    <a:pt x="604704" y="5604002"/>
                  </a:lnTo>
                  <a:lnTo>
                    <a:pt x="604797" y="5604002"/>
                  </a:lnTo>
                  <a:lnTo>
                    <a:pt x="604984" y="5604002"/>
                  </a:lnTo>
                  <a:lnTo>
                    <a:pt x="605077" y="5604002"/>
                  </a:lnTo>
                  <a:lnTo>
                    <a:pt x="605170" y="5604002"/>
                  </a:lnTo>
                  <a:lnTo>
                    <a:pt x="605263" y="5604002"/>
                  </a:lnTo>
                  <a:lnTo>
                    <a:pt x="605543" y="5604002"/>
                  </a:lnTo>
                  <a:lnTo>
                    <a:pt x="605823" y="5604002"/>
                  </a:lnTo>
                  <a:lnTo>
                    <a:pt x="606009" y="5604002"/>
                  </a:lnTo>
                  <a:lnTo>
                    <a:pt x="606103" y="5604002"/>
                  </a:lnTo>
                  <a:lnTo>
                    <a:pt x="606196" y="5604002"/>
                  </a:lnTo>
                  <a:lnTo>
                    <a:pt x="606289" y="5604002"/>
                  </a:lnTo>
                  <a:lnTo>
                    <a:pt x="606382" y="5604002"/>
                  </a:lnTo>
                  <a:lnTo>
                    <a:pt x="606476" y="5604002"/>
                  </a:lnTo>
                  <a:lnTo>
                    <a:pt x="606569" y="5604002"/>
                  </a:lnTo>
                  <a:lnTo>
                    <a:pt x="606755" y="5604002"/>
                  </a:lnTo>
                  <a:lnTo>
                    <a:pt x="606849" y="5604002"/>
                  </a:lnTo>
                  <a:lnTo>
                    <a:pt x="607035" y="5604002"/>
                  </a:lnTo>
                  <a:lnTo>
                    <a:pt x="607128" y="5604002"/>
                  </a:lnTo>
                  <a:lnTo>
                    <a:pt x="607222" y="5604002"/>
                  </a:lnTo>
                  <a:lnTo>
                    <a:pt x="607408" y="5604002"/>
                  </a:lnTo>
                  <a:lnTo>
                    <a:pt x="607501" y="5604002"/>
                  </a:lnTo>
                  <a:lnTo>
                    <a:pt x="607688" y="5604002"/>
                  </a:lnTo>
                  <a:lnTo>
                    <a:pt x="607781" y="5604002"/>
                  </a:lnTo>
                  <a:lnTo>
                    <a:pt x="607874" y="5604002"/>
                  </a:lnTo>
                  <a:lnTo>
                    <a:pt x="608061" y="5604002"/>
                  </a:lnTo>
                  <a:lnTo>
                    <a:pt x="608154" y="5604002"/>
                  </a:lnTo>
                  <a:lnTo>
                    <a:pt x="608247" y="5604002"/>
                  </a:lnTo>
                  <a:lnTo>
                    <a:pt x="608434" y="5604002"/>
                  </a:lnTo>
                  <a:lnTo>
                    <a:pt x="608620" y="5604002"/>
                  </a:lnTo>
                  <a:lnTo>
                    <a:pt x="608714" y="5604002"/>
                  </a:lnTo>
                  <a:lnTo>
                    <a:pt x="608807" y="5604002"/>
                  </a:lnTo>
                  <a:lnTo>
                    <a:pt x="608993" y="5604002"/>
                  </a:lnTo>
                  <a:lnTo>
                    <a:pt x="609087" y="5604002"/>
                  </a:lnTo>
                  <a:lnTo>
                    <a:pt x="609180" y="5604002"/>
                  </a:lnTo>
                  <a:lnTo>
                    <a:pt x="609366" y="5604002"/>
                  </a:lnTo>
                  <a:lnTo>
                    <a:pt x="609460" y="5604002"/>
                  </a:lnTo>
                  <a:lnTo>
                    <a:pt x="609926" y="5604002"/>
                  </a:lnTo>
                  <a:lnTo>
                    <a:pt x="610019" y="5604002"/>
                  </a:lnTo>
                  <a:lnTo>
                    <a:pt x="610112" y="5604002"/>
                  </a:lnTo>
                  <a:lnTo>
                    <a:pt x="610299" y="5604002"/>
                  </a:lnTo>
                  <a:lnTo>
                    <a:pt x="610392" y="5604002"/>
                  </a:lnTo>
                  <a:lnTo>
                    <a:pt x="610485" y="5604002"/>
                  </a:lnTo>
                  <a:lnTo>
                    <a:pt x="610672" y="5604002"/>
                  </a:lnTo>
                  <a:lnTo>
                    <a:pt x="610858" y="5604002"/>
                  </a:lnTo>
                  <a:lnTo>
                    <a:pt x="611045" y="5604002"/>
                  </a:lnTo>
                  <a:lnTo>
                    <a:pt x="611138" y="5604002"/>
                  </a:lnTo>
                  <a:lnTo>
                    <a:pt x="611511" y="5604002"/>
                  </a:lnTo>
                  <a:lnTo>
                    <a:pt x="611604" y="5604002"/>
                  </a:lnTo>
                  <a:lnTo>
                    <a:pt x="611791" y="5604002"/>
                  </a:lnTo>
                  <a:lnTo>
                    <a:pt x="612164" y="5604002"/>
                  </a:lnTo>
                  <a:lnTo>
                    <a:pt x="612257" y="5604002"/>
                  </a:lnTo>
                  <a:lnTo>
                    <a:pt x="612350" y="5604002"/>
                  </a:lnTo>
                  <a:lnTo>
                    <a:pt x="612443" y="5604002"/>
                  </a:lnTo>
                  <a:lnTo>
                    <a:pt x="612537" y="5604002"/>
                  </a:lnTo>
                  <a:lnTo>
                    <a:pt x="612630" y="5604002"/>
                  </a:lnTo>
                  <a:lnTo>
                    <a:pt x="612816" y="5604002"/>
                  </a:lnTo>
                  <a:lnTo>
                    <a:pt x="613003" y="5604002"/>
                  </a:lnTo>
                  <a:lnTo>
                    <a:pt x="613283" y="5604002"/>
                  </a:lnTo>
                  <a:lnTo>
                    <a:pt x="613376" y="5604002"/>
                  </a:lnTo>
                  <a:lnTo>
                    <a:pt x="613469" y="5604002"/>
                  </a:lnTo>
                  <a:lnTo>
                    <a:pt x="613562" y="5604002"/>
                  </a:lnTo>
                  <a:lnTo>
                    <a:pt x="613656" y="5604002"/>
                  </a:lnTo>
                  <a:lnTo>
                    <a:pt x="613656" y="5594048"/>
                  </a:lnTo>
                  <a:lnTo>
                    <a:pt x="613749" y="5594048"/>
                  </a:lnTo>
                  <a:lnTo>
                    <a:pt x="613842" y="5594048"/>
                  </a:lnTo>
                  <a:lnTo>
                    <a:pt x="613935" y="5594048"/>
                  </a:lnTo>
                  <a:lnTo>
                    <a:pt x="614029" y="5594048"/>
                  </a:lnTo>
                  <a:lnTo>
                    <a:pt x="614122" y="5594048"/>
                  </a:lnTo>
                  <a:lnTo>
                    <a:pt x="614215" y="5594048"/>
                  </a:lnTo>
                  <a:lnTo>
                    <a:pt x="614308" y="5594048"/>
                  </a:lnTo>
                  <a:lnTo>
                    <a:pt x="614402" y="5594048"/>
                  </a:lnTo>
                  <a:lnTo>
                    <a:pt x="614495" y="5594048"/>
                  </a:lnTo>
                  <a:lnTo>
                    <a:pt x="614681" y="5594048"/>
                  </a:lnTo>
                  <a:lnTo>
                    <a:pt x="614775" y="5594048"/>
                  </a:lnTo>
                  <a:lnTo>
                    <a:pt x="614868" y="5594048"/>
                  </a:lnTo>
                  <a:lnTo>
                    <a:pt x="614961" y="5594048"/>
                  </a:lnTo>
                  <a:lnTo>
                    <a:pt x="615054" y="5594048"/>
                  </a:lnTo>
                  <a:lnTo>
                    <a:pt x="615148" y="5594048"/>
                  </a:lnTo>
                  <a:lnTo>
                    <a:pt x="615241" y="5594048"/>
                  </a:lnTo>
                  <a:lnTo>
                    <a:pt x="615521" y="5594048"/>
                  </a:lnTo>
                  <a:lnTo>
                    <a:pt x="615614" y="5594048"/>
                  </a:lnTo>
                  <a:lnTo>
                    <a:pt x="615800" y="5594048"/>
                  </a:lnTo>
                  <a:lnTo>
                    <a:pt x="615894" y="5594048"/>
                  </a:lnTo>
                  <a:lnTo>
                    <a:pt x="615987" y="5594048"/>
                  </a:lnTo>
                  <a:lnTo>
                    <a:pt x="616080" y="5594048"/>
                  </a:lnTo>
                  <a:lnTo>
                    <a:pt x="616173" y="5594048"/>
                  </a:lnTo>
                  <a:lnTo>
                    <a:pt x="616267" y="5594048"/>
                  </a:lnTo>
                  <a:lnTo>
                    <a:pt x="616640" y="5594048"/>
                  </a:lnTo>
                  <a:lnTo>
                    <a:pt x="616733" y="5594048"/>
                  </a:lnTo>
                  <a:lnTo>
                    <a:pt x="616826" y="5594048"/>
                  </a:lnTo>
                  <a:lnTo>
                    <a:pt x="617106" y="5594048"/>
                  </a:lnTo>
                  <a:lnTo>
                    <a:pt x="617292" y="5594048"/>
                  </a:lnTo>
                  <a:lnTo>
                    <a:pt x="617386" y="5594048"/>
                  </a:lnTo>
                  <a:lnTo>
                    <a:pt x="617945" y="5594048"/>
                  </a:lnTo>
                  <a:lnTo>
                    <a:pt x="618038" y="5594048"/>
                  </a:lnTo>
                  <a:lnTo>
                    <a:pt x="618131" y="5594048"/>
                  </a:lnTo>
                  <a:lnTo>
                    <a:pt x="618225" y="5594048"/>
                  </a:lnTo>
                  <a:lnTo>
                    <a:pt x="618318" y="5594048"/>
                  </a:lnTo>
                  <a:lnTo>
                    <a:pt x="618411" y="5594048"/>
                  </a:lnTo>
                  <a:lnTo>
                    <a:pt x="618504" y="5594048"/>
                  </a:lnTo>
                  <a:lnTo>
                    <a:pt x="618598" y="5594048"/>
                  </a:lnTo>
                  <a:lnTo>
                    <a:pt x="618784" y="5594048"/>
                  </a:lnTo>
                  <a:lnTo>
                    <a:pt x="618877" y="5594048"/>
                  </a:lnTo>
                  <a:lnTo>
                    <a:pt x="618971" y="5594048"/>
                  </a:lnTo>
                  <a:lnTo>
                    <a:pt x="619250" y="5594048"/>
                  </a:lnTo>
                  <a:lnTo>
                    <a:pt x="619437" y="5594048"/>
                  </a:lnTo>
                  <a:lnTo>
                    <a:pt x="619717" y="5594048"/>
                  </a:lnTo>
                  <a:lnTo>
                    <a:pt x="619810" y="5594048"/>
                  </a:lnTo>
                  <a:lnTo>
                    <a:pt x="619903" y="5594048"/>
                  </a:lnTo>
                  <a:lnTo>
                    <a:pt x="620090" y="5594048"/>
                  </a:lnTo>
                  <a:lnTo>
                    <a:pt x="620276" y="5594048"/>
                  </a:lnTo>
                  <a:lnTo>
                    <a:pt x="620369" y="5594048"/>
                  </a:lnTo>
                  <a:lnTo>
                    <a:pt x="620463" y="5594048"/>
                  </a:lnTo>
                  <a:lnTo>
                    <a:pt x="620649" y="5594048"/>
                  </a:lnTo>
                  <a:lnTo>
                    <a:pt x="620742" y="5594048"/>
                  </a:lnTo>
                  <a:lnTo>
                    <a:pt x="620836" y="5594048"/>
                  </a:lnTo>
                  <a:lnTo>
                    <a:pt x="621022" y="5594048"/>
                  </a:lnTo>
                  <a:lnTo>
                    <a:pt x="621115" y="5594048"/>
                  </a:lnTo>
                  <a:lnTo>
                    <a:pt x="621209" y="5594048"/>
                  </a:lnTo>
                  <a:lnTo>
                    <a:pt x="621395" y="5594048"/>
                  </a:lnTo>
                  <a:lnTo>
                    <a:pt x="621488" y="5594048"/>
                  </a:lnTo>
                  <a:lnTo>
                    <a:pt x="621582" y="5594048"/>
                  </a:lnTo>
                  <a:lnTo>
                    <a:pt x="621675" y="5594048"/>
                  </a:lnTo>
                  <a:lnTo>
                    <a:pt x="621955" y="5594048"/>
                  </a:lnTo>
                  <a:lnTo>
                    <a:pt x="622141" y="5594048"/>
                  </a:lnTo>
                  <a:lnTo>
                    <a:pt x="622234" y="5594048"/>
                  </a:lnTo>
                  <a:lnTo>
                    <a:pt x="622514" y="5594048"/>
                  </a:lnTo>
                  <a:lnTo>
                    <a:pt x="622607" y="5594048"/>
                  </a:lnTo>
                  <a:lnTo>
                    <a:pt x="622794" y="5594048"/>
                  </a:lnTo>
                  <a:lnTo>
                    <a:pt x="622887" y="5594048"/>
                  </a:lnTo>
                  <a:lnTo>
                    <a:pt x="622980" y="5594048"/>
                  </a:lnTo>
                  <a:lnTo>
                    <a:pt x="623074" y="5594048"/>
                  </a:lnTo>
                  <a:lnTo>
                    <a:pt x="623167" y="5594048"/>
                  </a:lnTo>
                  <a:lnTo>
                    <a:pt x="623260" y="5594048"/>
                  </a:lnTo>
                  <a:lnTo>
                    <a:pt x="623353" y="5594048"/>
                  </a:lnTo>
                  <a:lnTo>
                    <a:pt x="623540" y="5594048"/>
                  </a:lnTo>
                  <a:lnTo>
                    <a:pt x="623726" y="5594048"/>
                  </a:lnTo>
                  <a:lnTo>
                    <a:pt x="623820" y="5594048"/>
                  </a:lnTo>
                  <a:lnTo>
                    <a:pt x="623913" y="5594048"/>
                  </a:lnTo>
                  <a:lnTo>
                    <a:pt x="624193" y="5594048"/>
                  </a:lnTo>
                  <a:lnTo>
                    <a:pt x="624286" y="5594048"/>
                  </a:lnTo>
                  <a:lnTo>
                    <a:pt x="624379" y="5594048"/>
                  </a:lnTo>
                  <a:lnTo>
                    <a:pt x="624472" y="5594048"/>
                  </a:lnTo>
                  <a:lnTo>
                    <a:pt x="624565" y="5594048"/>
                  </a:lnTo>
                  <a:lnTo>
                    <a:pt x="624659" y="5594048"/>
                  </a:lnTo>
                  <a:lnTo>
                    <a:pt x="624752" y="5584094"/>
                  </a:lnTo>
                  <a:lnTo>
                    <a:pt x="624845" y="5584094"/>
                  </a:lnTo>
                  <a:lnTo>
                    <a:pt x="624938" y="5584094"/>
                  </a:lnTo>
                  <a:lnTo>
                    <a:pt x="625032" y="5584094"/>
                  </a:lnTo>
                  <a:lnTo>
                    <a:pt x="625125" y="5584094"/>
                  </a:lnTo>
                  <a:lnTo>
                    <a:pt x="625405" y="5584094"/>
                  </a:lnTo>
                  <a:lnTo>
                    <a:pt x="625778" y="5584094"/>
                  </a:lnTo>
                  <a:lnTo>
                    <a:pt x="626057" y="5584094"/>
                  </a:lnTo>
                  <a:lnTo>
                    <a:pt x="626244" y="5584094"/>
                  </a:lnTo>
                  <a:lnTo>
                    <a:pt x="626337" y="5584094"/>
                  </a:lnTo>
                  <a:lnTo>
                    <a:pt x="626430" y="5584094"/>
                  </a:lnTo>
                  <a:lnTo>
                    <a:pt x="626524" y="5584094"/>
                  </a:lnTo>
                  <a:lnTo>
                    <a:pt x="626710" y="5584094"/>
                  </a:lnTo>
                  <a:lnTo>
                    <a:pt x="626803" y="5584094"/>
                  </a:lnTo>
                  <a:lnTo>
                    <a:pt x="626990" y="5584094"/>
                  </a:lnTo>
                  <a:lnTo>
                    <a:pt x="627176" y="5584094"/>
                  </a:lnTo>
                  <a:lnTo>
                    <a:pt x="627363" y="5584094"/>
                  </a:lnTo>
                  <a:lnTo>
                    <a:pt x="627456" y="5584094"/>
                  </a:lnTo>
                  <a:lnTo>
                    <a:pt x="627736" y="5584094"/>
                  </a:lnTo>
                  <a:lnTo>
                    <a:pt x="627922" y="5584094"/>
                  </a:lnTo>
                  <a:lnTo>
                    <a:pt x="628016" y="5584094"/>
                  </a:lnTo>
                  <a:lnTo>
                    <a:pt x="628109" y="5584094"/>
                  </a:lnTo>
                  <a:lnTo>
                    <a:pt x="628202" y="5584094"/>
                  </a:lnTo>
                  <a:lnTo>
                    <a:pt x="628575" y="5584094"/>
                  </a:lnTo>
                  <a:lnTo>
                    <a:pt x="628668" y="5584094"/>
                  </a:lnTo>
                  <a:lnTo>
                    <a:pt x="628762" y="5584094"/>
                  </a:lnTo>
                  <a:lnTo>
                    <a:pt x="628855" y="5584094"/>
                  </a:lnTo>
                  <a:lnTo>
                    <a:pt x="628948" y="5584094"/>
                  </a:lnTo>
                  <a:lnTo>
                    <a:pt x="629135" y="5584094"/>
                  </a:lnTo>
                  <a:lnTo>
                    <a:pt x="629228" y="5584094"/>
                  </a:lnTo>
                  <a:lnTo>
                    <a:pt x="629414" y="5584094"/>
                  </a:lnTo>
                  <a:lnTo>
                    <a:pt x="629508" y="5584094"/>
                  </a:lnTo>
                  <a:lnTo>
                    <a:pt x="629601" y="5584094"/>
                  </a:lnTo>
                  <a:lnTo>
                    <a:pt x="629787" y="5584094"/>
                  </a:lnTo>
                  <a:lnTo>
                    <a:pt x="629881" y="5584094"/>
                  </a:lnTo>
                  <a:lnTo>
                    <a:pt x="629974" y="5584094"/>
                  </a:lnTo>
                  <a:lnTo>
                    <a:pt x="630067" y="5584094"/>
                  </a:lnTo>
                  <a:lnTo>
                    <a:pt x="630254" y="5584094"/>
                  </a:lnTo>
                  <a:lnTo>
                    <a:pt x="630347" y="5584094"/>
                  </a:lnTo>
                  <a:lnTo>
                    <a:pt x="630533" y="5584094"/>
                  </a:lnTo>
                  <a:lnTo>
                    <a:pt x="630627" y="5584094"/>
                  </a:lnTo>
                  <a:lnTo>
                    <a:pt x="630906" y="5584094"/>
                  </a:lnTo>
                  <a:lnTo>
                    <a:pt x="631000" y="5584094"/>
                  </a:lnTo>
                  <a:lnTo>
                    <a:pt x="631186" y="5584094"/>
                  </a:lnTo>
                  <a:lnTo>
                    <a:pt x="631279" y="5584094"/>
                  </a:lnTo>
                  <a:lnTo>
                    <a:pt x="631372" y="5584094"/>
                  </a:lnTo>
                  <a:lnTo>
                    <a:pt x="631559" y="5584094"/>
                  </a:lnTo>
                  <a:lnTo>
                    <a:pt x="631652" y="5584094"/>
                  </a:lnTo>
                  <a:lnTo>
                    <a:pt x="631745" y="5584094"/>
                  </a:lnTo>
                  <a:lnTo>
                    <a:pt x="631839" y="5584094"/>
                  </a:lnTo>
                  <a:lnTo>
                    <a:pt x="631932" y="5584094"/>
                  </a:lnTo>
                  <a:lnTo>
                    <a:pt x="632118" y="5584094"/>
                  </a:lnTo>
                  <a:lnTo>
                    <a:pt x="632212" y="5584094"/>
                  </a:lnTo>
                  <a:lnTo>
                    <a:pt x="632305" y="5584094"/>
                  </a:lnTo>
                  <a:lnTo>
                    <a:pt x="632398" y="5584094"/>
                  </a:lnTo>
                  <a:lnTo>
                    <a:pt x="632585" y="5584094"/>
                  </a:lnTo>
                  <a:lnTo>
                    <a:pt x="632678" y="5584094"/>
                  </a:lnTo>
                  <a:lnTo>
                    <a:pt x="632771" y="5584094"/>
                  </a:lnTo>
                  <a:lnTo>
                    <a:pt x="632864" y="5584094"/>
                  </a:lnTo>
                  <a:lnTo>
                    <a:pt x="633051" y="5584094"/>
                  </a:lnTo>
                  <a:lnTo>
                    <a:pt x="633331" y="5584094"/>
                  </a:lnTo>
                  <a:lnTo>
                    <a:pt x="633517" y="5584094"/>
                  </a:lnTo>
                  <a:lnTo>
                    <a:pt x="633610" y="5584094"/>
                  </a:lnTo>
                  <a:lnTo>
                    <a:pt x="633704" y="5584094"/>
                  </a:lnTo>
                  <a:lnTo>
                    <a:pt x="633797" y="5584094"/>
                  </a:lnTo>
                  <a:lnTo>
                    <a:pt x="633890" y="5584094"/>
                  </a:lnTo>
                  <a:lnTo>
                    <a:pt x="633983" y="5584094"/>
                  </a:lnTo>
                  <a:lnTo>
                    <a:pt x="634077" y="5584094"/>
                  </a:lnTo>
                  <a:lnTo>
                    <a:pt x="634170" y="5584094"/>
                  </a:lnTo>
                  <a:lnTo>
                    <a:pt x="634263" y="5584094"/>
                  </a:lnTo>
                  <a:lnTo>
                    <a:pt x="634450" y="5584094"/>
                  </a:lnTo>
                  <a:lnTo>
                    <a:pt x="634543" y="5584094"/>
                  </a:lnTo>
                  <a:lnTo>
                    <a:pt x="634729" y="5584094"/>
                  </a:lnTo>
                  <a:lnTo>
                    <a:pt x="634823" y="5584094"/>
                  </a:lnTo>
                  <a:lnTo>
                    <a:pt x="634916" y="5584094"/>
                  </a:lnTo>
                  <a:lnTo>
                    <a:pt x="635009" y="5584094"/>
                  </a:lnTo>
                  <a:lnTo>
                    <a:pt x="635196" y="5584094"/>
                  </a:lnTo>
                  <a:lnTo>
                    <a:pt x="635289" y="5584094"/>
                  </a:lnTo>
                  <a:lnTo>
                    <a:pt x="635475" y="5584094"/>
                  </a:lnTo>
                  <a:lnTo>
                    <a:pt x="635569" y="5584094"/>
                  </a:lnTo>
                  <a:lnTo>
                    <a:pt x="635662" y="5584094"/>
                  </a:lnTo>
                  <a:lnTo>
                    <a:pt x="635755" y="5584094"/>
                  </a:lnTo>
                  <a:lnTo>
                    <a:pt x="635848" y="5584094"/>
                  </a:lnTo>
                  <a:lnTo>
                    <a:pt x="636035" y="5584094"/>
                  </a:lnTo>
                  <a:lnTo>
                    <a:pt x="636128" y="5584094"/>
                  </a:lnTo>
                  <a:lnTo>
                    <a:pt x="636315" y="5584094"/>
                  </a:lnTo>
                  <a:lnTo>
                    <a:pt x="636408" y="5584094"/>
                  </a:lnTo>
                  <a:lnTo>
                    <a:pt x="636501" y="5584094"/>
                  </a:lnTo>
                  <a:lnTo>
                    <a:pt x="636594" y="5584094"/>
                  </a:lnTo>
                  <a:lnTo>
                    <a:pt x="636688" y="5584094"/>
                  </a:lnTo>
                  <a:lnTo>
                    <a:pt x="636781" y="5584094"/>
                  </a:lnTo>
                  <a:lnTo>
                    <a:pt x="637154" y="5584094"/>
                  </a:lnTo>
                  <a:lnTo>
                    <a:pt x="637340" y="5584094"/>
                  </a:lnTo>
                  <a:lnTo>
                    <a:pt x="637434" y="5584094"/>
                  </a:lnTo>
                  <a:lnTo>
                    <a:pt x="637620" y="5584094"/>
                  </a:lnTo>
                  <a:lnTo>
                    <a:pt x="637713" y="5584094"/>
                  </a:lnTo>
                  <a:lnTo>
                    <a:pt x="637807" y="5584094"/>
                  </a:lnTo>
                  <a:lnTo>
                    <a:pt x="637900" y="5584094"/>
                  </a:lnTo>
                  <a:lnTo>
                    <a:pt x="637993" y="5584094"/>
                  </a:lnTo>
                  <a:lnTo>
                    <a:pt x="638086" y="5584094"/>
                  </a:lnTo>
                  <a:lnTo>
                    <a:pt x="638180" y="5584094"/>
                  </a:lnTo>
                  <a:lnTo>
                    <a:pt x="638459" y="5584094"/>
                  </a:lnTo>
                  <a:lnTo>
                    <a:pt x="638646" y="5584094"/>
                  </a:lnTo>
                  <a:lnTo>
                    <a:pt x="638739" y="5584094"/>
                  </a:lnTo>
                  <a:lnTo>
                    <a:pt x="638832" y="5584094"/>
                  </a:lnTo>
                  <a:lnTo>
                    <a:pt x="638925" y="5584094"/>
                  </a:lnTo>
                  <a:lnTo>
                    <a:pt x="639112" y="5584094"/>
                  </a:lnTo>
                  <a:lnTo>
                    <a:pt x="639765" y="5584094"/>
                  </a:lnTo>
                  <a:lnTo>
                    <a:pt x="639858" y="5584094"/>
                  </a:lnTo>
                  <a:lnTo>
                    <a:pt x="640044" y="5584094"/>
                  </a:lnTo>
                  <a:lnTo>
                    <a:pt x="640138" y="5584094"/>
                  </a:lnTo>
                  <a:lnTo>
                    <a:pt x="640231" y="5584094"/>
                  </a:lnTo>
                  <a:lnTo>
                    <a:pt x="640417" y="5584094"/>
                  </a:lnTo>
                  <a:lnTo>
                    <a:pt x="640604" y="5584094"/>
                  </a:lnTo>
                  <a:lnTo>
                    <a:pt x="640697" y="5584094"/>
                  </a:lnTo>
                  <a:lnTo>
                    <a:pt x="640884" y="5584094"/>
                  </a:lnTo>
                  <a:lnTo>
                    <a:pt x="640977" y="5584094"/>
                  </a:lnTo>
                  <a:lnTo>
                    <a:pt x="641070" y="5584094"/>
                  </a:lnTo>
                  <a:lnTo>
                    <a:pt x="641163" y="5584094"/>
                  </a:lnTo>
                  <a:lnTo>
                    <a:pt x="641257" y="5584094"/>
                  </a:lnTo>
                  <a:lnTo>
                    <a:pt x="641257" y="5574140"/>
                  </a:lnTo>
                  <a:lnTo>
                    <a:pt x="641350" y="5574140"/>
                  </a:lnTo>
                  <a:lnTo>
                    <a:pt x="641443" y="5574140"/>
                  </a:lnTo>
                  <a:lnTo>
                    <a:pt x="641536" y="5574140"/>
                  </a:lnTo>
                  <a:lnTo>
                    <a:pt x="641630" y="5574140"/>
                  </a:lnTo>
                  <a:lnTo>
                    <a:pt x="641816" y="5574140"/>
                  </a:lnTo>
                  <a:lnTo>
                    <a:pt x="641909" y="5574140"/>
                  </a:lnTo>
                  <a:lnTo>
                    <a:pt x="642003" y="5574140"/>
                  </a:lnTo>
                  <a:lnTo>
                    <a:pt x="642096" y="5574140"/>
                  </a:lnTo>
                  <a:lnTo>
                    <a:pt x="642189" y="5574140"/>
                  </a:lnTo>
                  <a:lnTo>
                    <a:pt x="642282" y="5574140"/>
                  </a:lnTo>
                  <a:lnTo>
                    <a:pt x="642376" y="5574140"/>
                  </a:lnTo>
                  <a:lnTo>
                    <a:pt x="642469" y="5574140"/>
                  </a:lnTo>
                  <a:lnTo>
                    <a:pt x="642655" y="5574140"/>
                  </a:lnTo>
                  <a:lnTo>
                    <a:pt x="642749" y="5574140"/>
                  </a:lnTo>
                  <a:lnTo>
                    <a:pt x="643028" y="5574140"/>
                  </a:lnTo>
                  <a:lnTo>
                    <a:pt x="643215" y="5574140"/>
                  </a:lnTo>
                  <a:lnTo>
                    <a:pt x="643401" y="5574140"/>
                  </a:lnTo>
                  <a:lnTo>
                    <a:pt x="643588" y="5574140"/>
                  </a:lnTo>
                  <a:lnTo>
                    <a:pt x="643681" y="5574140"/>
                  </a:lnTo>
                  <a:lnTo>
                    <a:pt x="643774" y="5574140"/>
                  </a:lnTo>
                  <a:lnTo>
                    <a:pt x="643868" y="5574140"/>
                  </a:lnTo>
                  <a:lnTo>
                    <a:pt x="643961" y="5574140"/>
                  </a:lnTo>
                  <a:lnTo>
                    <a:pt x="644054" y="5574140"/>
                  </a:lnTo>
                  <a:lnTo>
                    <a:pt x="644147" y="5574140"/>
                  </a:lnTo>
                  <a:lnTo>
                    <a:pt x="644241" y="5574140"/>
                  </a:lnTo>
                  <a:lnTo>
                    <a:pt x="645173" y="5574140"/>
                  </a:lnTo>
                  <a:lnTo>
                    <a:pt x="645266" y="5574140"/>
                  </a:lnTo>
                  <a:lnTo>
                    <a:pt x="645359" y="5574140"/>
                  </a:lnTo>
                  <a:lnTo>
                    <a:pt x="645359" y="5564186"/>
                  </a:lnTo>
                  <a:lnTo>
                    <a:pt x="645453" y="5564186"/>
                  </a:lnTo>
                  <a:lnTo>
                    <a:pt x="645546" y="5564186"/>
                  </a:lnTo>
                  <a:lnTo>
                    <a:pt x="645639" y="5564186"/>
                  </a:lnTo>
                  <a:lnTo>
                    <a:pt x="645732" y="5564186"/>
                  </a:lnTo>
                  <a:lnTo>
                    <a:pt x="645826" y="5564186"/>
                  </a:lnTo>
                  <a:lnTo>
                    <a:pt x="646012" y="5564186"/>
                  </a:lnTo>
                  <a:lnTo>
                    <a:pt x="646105" y="5564186"/>
                  </a:lnTo>
                  <a:lnTo>
                    <a:pt x="646199" y="5564186"/>
                  </a:lnTo>
                  <a:lnTo>
                    <a:pt x="646292" y="5564186"/>
                  </a:lnTo>
                  <a:lnTo>
                    <a:pt x="646385" y="5564186"/>
                  </a:lnTo>
                  <a:lnTo>
                    <a:pt x="646665" y="5564186"/>
                  </a:lnTo>
                  <a:lnTo>
                    <a:pt x="646758" y="5564186"/>
                  </a:lnTo>
                  <a:lnTo>
                    <a:pt x="646851" y="5564186"/>
                  </a:lnTo>
                  <a:lnTo>
                    <a:pt x="646945" y="5564186"/>
                  </a:lnTo>
                  <a:lnTo>
                    <a:pt x="647224" y="5564186"/>
                  </a:lnTo>
                  <a:lnTo>
                    <a:pt x="647318" y="5564186"/>
                  </a:lnTo>
                  <a:lnTo>
                    <a:pt x="647411" y="5564186"/>
                  </a:lnTo>
                  <a:lnTo>
                    <a:pt x="647504" y="5564186"/>
                  </a:lnTo>
                  <a:lnTo>
                    <a:pt x="647597" y="5564186"/>
                  </a:lnTo>
                  <a:lnTo>
                    <a:pt x="647691" y="5564186"/>
                  </a:lnTo>
                  <a:lnTo>
                    <a:pt x="647970" y="5564186"/>
                  </a:lnTo>
                  <a:lnTo>
                    <a:pt x="648064" y="5564186"/>
                  </a:lnTo>
                  <a:lnTo>
                    <a:pt x="648157" y="5564186"/>
                  </a:lnTo>
                  <a:lnTo>
                    <a:pt x="648343" y="5564186"/>
                  </a:lnTo>
                  <a:lnTo>
                    <a:pt x="648437" y="5564186"/>
                  </a:lnTo>
                  <a:lnTo>
                    <a:pt x="648623" y="5564186"/>
                  </a:lnTo>
                  <a:lnTo>
                    <a:pt x="648716" y="5564186"/>
                  </a:lnTo>
                  <a:lnTo>
                    <a:pt x="648810" y="5564186"/>
                  </a:lnTo>
                  <a:lnTo>
                    <a:pt x="648996" y="5564186"/>
                  </a:lnTo>
                  <a:lnTo>
                    <a:pt x="649183" y="5564186"/>
                  </a:lnTo>
                  <a:lnTo>
                    <a:pt x="649276" y="5564186"/>
                  </a:lnTo>
                  <a:lnTo>
                    <a:pt x="649369" y="5564186"/>
                  </a:lnTo>
                  <a:lnTo>
                    <a:pt x="649462" y="5564186"/>
                  </a:lnTo>
                  <a:lnTo>
                    <a:pt x="649742" y="5564186"/>
                  </a:lnTo>
                  <a:lnTo>
                    <a:pt x="649929" y="5564186"/>
                  </a:lnTo>
                  <a:lnTo>
                    <a:pt x="650022" y="5564186"/>
                  </a:lnTo>
                  <a:lnTo>
                    <a:pt x="650115" y="5564186"/>
                  </a:lnTo>
                  <a:lnTo>
                    <a:pt x="650208" y="5564186"/>
                  </a:lnTo>
                  <a:lnTo>
                    <a:pt x="650302" y="5564186"/>
                  </a:lnTo>
                  <a:lnTo>
                    <a:pt x="650488" y="5564186"/>
                  </a:lnTo>
                  <a:lnTo>
                    <a:pt x="650581" y="5564186"/>
                  </a:lnTo>
                  <a:lnTo>
                    <a:pt x="650768" y="5564186"/>
                  </a:lnTo>
                  <a:lnTo>
                    <a:pt x="650861" y="5564186"/>
                  </a:lnTo>
                  <a:lnTo>
                    <a:pt x="650954" y="5564186"/>
                  </a:lnTo>
                  <a:lnTo>
                    <a:pt x="651048" y="5564186"/>
                  </a:lnTo>
                  <a:lnTo>
                    <a:pt x="651327" y="5564186"/>
                  </a:lnTo>
                  <a:lnTo>
                    <a:pt x="651421" y="5564186"/>
                  </a:lnTo>
                  <a:lnTo>
                    <a:pt x="651607" y="5564186"/>
                  </a:lnTo>
                  <a:lnTo>
                    <a:pt x="651700" y="5564186"/>
                  </a:lnTo>
                  <a:lnTo>
                    <a:pt x="651794" y="5564186"/>
                  </a:lnTo>
                  <a:lnTo>
                    <a:pt x="651980" y="5564186"/>
                  </a:lnTo>
                  <a:lnTo>
                    <a:pt x="652073" y="5564186"/>
                  </a:lnTo>
                  <a:lnTo>
                    <a:pt x="652073" y="5554233"/>
                  </a:lnTo>
                  <a:lnTo>
                    <a:pt x="652446" y="5554233"/>
                  </a:lnTo>
                  <a:lnTo>
                    <a:pt x="652446" y="5544279"/>
                  </a:lnTo>
                  <a:lnTo>
                    <a:pt x="652539" y="5544279"/>
                  </a:lnTo>
                  <a:lnTo>
                    <a:pt x="652726" y="5544279"/>
                  </a:lnTo>
                  <a:lnTo>
                    <a:pt x="652819" y="5544279"/>
                  </a:lnTo>
                  <a:lnTo>
                    <a:pt x="652912" y="5544279"/>
                  </a:lnTo>
                  <a:lnTo>
                    <a:pt x="653006" y="5544279"/>
                  </a:lnTo>
                  <a:lnTo>
                    <a:pt x="653192" y="5544279"/>
                  </a:lnTo>
                  <a:lnTo>
                    <a:pt x="653285" y="5544279"/>
                  </a:lnTo>
                  <a:lnTo>
                    <a:pt x="653379" y="5544279"/>
                  </a:lnTo>
                  <a:lnTo>
                    <a:pt x="653565" y="5544279"/>
                  </a:lnTo>
                  <a:lnTo>
                    <a:pt x="653658" y="5544279"/>
                  </a:lnTo>
                  <a:lnTo>
                    <a:pt x="653845" y="5544279"/>
                  </a:lnTo>
                  <a:lnTo>
                    <a:pt x="653938" y="5544279"/>
                  </a:lnTo>
                  <a:lnTo>
                    <a:pt x="654031" y="5544279"/>
                  </a:lnTo>
                  <a:lnTo>
                    <a:pt x="654125" y="5544279"/>
                  </a:lnTo>
                  <a:lnTo>
                    <a:pt x="654311" y="5544279"/>
                  </a:lnTo>
                  <a:lnTo>
                    <a:pt x="654404" y="5544279"/>
                  </a:lnTo>
                  <a:lnTo>
                    <a:pt x="654498" y="5544279"/>
                  </a:lnTo>
                  <a:lnTo>
                    <a:pt x="654684" y="5544279"/>
                  </a:lnTo>
                  <a:lnTo>
                    <a:pt x="654777" y="5544279"/>
                  </a:lnTo>
                  <a:lnTo>
                    <a:pt x="654964" y="5544279"/>
                  </a:lnTo>
                  <a:lnTo>
                    <a:pt x="655057" y="5544279"/>
                  </a:lnTo>
                  <a:lnTo>
                    <a:pt x="655150" y="5544279"/>
                  </a:lnTo>
                  <a:lnTo>
                    <a:pt x="655244" y="5544279"/>
                  </a:lnTo>
                  <a:lnTo>
                    <a:pt x="655337" y="5544279"/>
                  </a:lnTo>
                  <a:lnTo>
                    <a:pt x="655430" y="5544279"/>
                  </a:lnTo>
                  <a:lnTo>
                    <a:pt x="655617" y="5544279"/>
                  </a:lnTo>
                  <a:lnTo>
                    <a:pt x="655710" y="5544279"/>
                  </a:lnTo>
                  <a:lnTo>
                    <a:pt x="655803" y="5544279"/>
                  </a:lnTo>
                  <a:lnTo>
                    <a:pt x="655896" y="5544279"/>
                  </a:lnTo>
                  <a:lnTo>
                    <a:pt x="655990" y="5544279"/>
                  </a:lnTo>
                  <a:lnTo>
                    <a:pt x="656083" y="5544279"/>
                  </a:lnTo>
                  <a:lnTo>
                    <a:pt x="656176" y="5544279"/>
                  </a:lnTo>
                  <a:lnTo>
                    <a:pt x="656363" y="5544279"/>
                  </a:lnTo>
                  <a:lnTo>
                    <a:pt x="656456" y="5544279"/>
                  </a:lnTo>
                  <a:lnTo>
                    <a:pt x="656736" y="5544279"/>
                  </a:lnTo>
                  <a:lnTo>
                    <a:pt x="656829" y="5544279"/>
                  </a:lnTo>
                  <a:lnTo>
                    <a:pt x="656922" y="5544279"/>
                  </a:lnTo>
                  <a:lnTo>
                    <a:pt x="657015" y="5544279"/>
                  </a:lnTo>
                  <a:lnTo>
                    <a:pt x="657202" y="5544279"/>
                  </a:lnTo>
                  <a:lnTo>
                    <a:pt x="657295" y="5544279"/>
                  </a:lnTo>
                  <a:lnTo>
                    <a:pt x="657482" y="5544279"/>
                  </a:lnTo>
                  <a:lnTo>
                    <a:pt x="657575" y="5544279"/>
                  </a:lnTo>
                  <a:lnTo>
                    <a:pt x="657761" y="5544279"/>
                  </a:lnTo>
                  <a:lnTo>
                    <a:pt x="657855" y="5544279"/>
                  </a:lnTo>
                  <a:lnTo>
                    <a:pt x="657948" y="5544279"/>
                  </a:lnTo>
                  <a:lnTo>
                    <a:pt x="658134" y="5544279"/>
                  </a:lnTo>
                  <a:lnTo>
                    <a:pt x="658228" y="5544279"/>
                  </a:lnTo>
                  <a:lnTo>
                    <a:pt x="658321" y="5544279"/>
                  </a:lnTo>
                  <a:lnTo>
                    <a:pt x="658601" y="5544279"/>
                  </a:lnTo>
                  <a:lnTo>
                    <a:pt x="658694" y="5544279"/>
                  </a:lnTo>
                  <a:lnTo>
                    <a:pt x="658787" y="5544279"/>
                  </a:lnTo>
                  <a:lnTo>
                    <a:pt x="658974" y="5544279"/>
                  </a:lnTo>
                  <a:lnTo>
                    <a:pt x="659067" y="5544279"/>
                  </a:lnTo>
                  <a:lnTo>
                    <a:pt x="659160" y="5544279"/>
                  </a:lnTo>
                  <a:lnTo>
                    <a:pt x="659346" y="5544279"/>
                  </a:lnTo>
                  <a:lnTo>
                    <a:pt x="659440" y="5544279"/>
                  </a:lnTo>
                  <a:lnTo>
                    <a:pt x="659533" y="5544279"/>
                  </a:lnTo>
                  <a:lnTo>
                    <a:pt x="659626" y="5544279"/>
                  </a:lnTo>
                  <a:lnTo>
                    <a:pt x="659813" y="5544279"/>
                  </a:lnTo>
                  <a:lnTo>
                    <a:pt x="659906" y="5544279"/>
                  </a:lnTo>
                  <a:lnTo>
                    <a:pt x="659999" y="5544279"/>
                  </a:lnTo>
                  <a:lnTo>
                    <a:pt x="660092" y="5544279"/>
                  </a:lnTo>
                  <a:lnTo>
                    <a:pt x="660186" y="5544279"/>
                  </a:lnTo>
                  <a:lnTo>
                    <a:pt x="660372" y="5544279"/>
                  </a:lnTo>
                  <a:lnTo>
                    <a:pt x="660465" y="5544279"/>
                  </a:lnTo>
                  <a:lnTo>
                    <a:pt x="660559" y="5544279"/>
                  </a:lnTo>
                  <a:lnTo>
                    <a:pt x="660652" y="5544279"/>
                  </a:lnTo>
                  <a:lnTo>
                    <a:pt x="660745" y="5544279"/>
                  </a:lnTo>
                  <a:lnTo>
                    <a:pt x="660838" y="5544279"/>
                  </a:lnTo>
                  <a:lnTo>
                    <a:pt x="660932" y="5544279"/>
                  </a:lnTo>
                  <a:lnTo>
                    <a:pt x="661025" y="5544279"/>
                  </a:lnTo>
                  <a:lnTo>
                    <a:pt x="661118" y="5544279"/>
                  </a:lnTo>
                  <a:lnTo>
                    <a:pt x="661211" y="5544279"/>
                  </a:lnTo>
                  <a:lnTo>
                    <a:pt x="661305" y="5544279"/>
                  </a:lnTo>
                  <a:lnTo>
                    <a:pt x="661491" y="5544279"/>
                  </a:lnTo>
                  <a:lnTo>
                    <a:pt x="661584" y="5544279"/>
                  </a:lnTo>
                  <a:lnTo>
                    <a:pt x="661771" y="5544279"/>
                  </a:lnTo>
                  <a:lnTo>
                    <a:pt x="661957" y="5544279"/>
                  </a:lnTo>
                  <a:lnTo>
                    <a:pt x="662051" y="5544279"/>
                  </a:lnTo>
                  <a:lnTo>
                    <a:pt x="662237" y="5544279"/>
                  </a:lnTo>
                  <a:lnTo>
                    <a:pt x="662330" y="5544279"/>
                  </a:lnTo>
                  <a:lnTo>
                    <a:pt x="662424" y="5544279"/>
                  </a:lnTo>
                  <a:lnTo>
                    <a:pt x="662517" y="5544279"/>
                  </a:lnTo>
                  <a:lnTo>
                    <a:pt x="663170" y="5544279"/>
                  </a:lnTo>
                  <a:lnTo>
                    <a:pt x="663263" y="5544279"/>
                  </a:lnTo>
                  <a:lnTo>
                    <a:pt x="663356" y="5544279"/>
                  </a:lnTo>
                  <a:lnTo>
                    <a:pt x="663449" y="5544279"/>
                  </a:lnTo>
                  <a:lnTo>
                    <a:pt x="663543" y="5544279"/>
                  </a:lnTo>
                  <a:lnTo>
                    <a:pt x="663636" y="5544279"/>
                  </a:lnTo>
                  <a:lnTo>
                    <a:pt x="663822" y="5544279"/>
                  </a:lnTo>
                  <a:lnTo>
                    <a:pt x="663916" y="5544279"/>
                  </a:lnTo>
                  <a:lnTo>
                    <a:pt x="664009" y="5544279"/>
                  </a:lnTo>
                  <a:lnTo>
                    <a:pt x="664195" y="5544279"/>
                  </a:lnTo>
                  <a:lnTo>
                    <a:pt x="664289" y="5544279"/>
                  </a:lnTo>
                  <a:lnTo>
                    <a:pt x="664382" y="5544279"/>
                  </a:lnTo>
                  <a:lnTo>
                    <a:pt x="664475" y="5544279"/>
                  </a:lnTo>
                  <a:lnTo>
                    <a:pt x="664662" y="5544279"/>
                  </a:lnTo>
                  <a:lnTo>
                    <a:pt x="664755" y="5544279"/>
                  </a:lnTo>
                  <a:lnTo>
                    <a:pt x="664848" y="5544279"/>
                  </a:lnTo>
                  <a:lnTo>
                    <a:pt x="664941" y="5544279"/>
                  </a:lnTo>
                  <a:lnTo>
                    <a:pt x="665035" y="5544279"/>
                  </a:lnTo>
                  <a:lnTo>
                    <a:pt x="665128" y="5544279"/>
                  </a:lnTo>
                  <a:lnTo>
                    <a:pt x="665221" y="5544279"/>
                  </a:lnTo>
                  <a:lnTo>
                    <a:pt x="665314" y="5544279"/>
                  </a:lnTo>
                  <a:lnTo>
                    <a:pt x="665408" y="5544279"/>
                  </a:lnTo>
                  <a:lnTo>
                    <a:pt x="665501" y="5544279"/>
                  </a:lnTo>
                  <a:lnTo>
                    <a:pt x="665594" y="5544279"/>
                  </a:lnTo>
                  <a:lnTo>
                    <a:pt x="665687" y="5544279"/>
                  </a:lnTo>
                  <a:lnTo>
                    <a:pt x="666247" y="5534325"/>
                  </a:lnTo>
                  <a:lnTo>
                    <a:pt x="666340" y="5534325"/>
                  </a:lnTo>
                  <a:lnTo>
                    <a:pt x="666433" y="5534325"/>
                  </a:lnTo>
                  <a:lnTo>
                    <a:pt x="666526" y="5534325"/>
                  </a:lnTo>
                  <a:lnTo>
                    <a:pt x="666620" y="5534325"/>
                  </a:lnTo>
                  <a:lnTo>
                    <a:pt x="666713" y="5534325"/>
                  </a:lnTo>
                  <a:lnTo>
                    <a:pt x="666806" y="5534325"/>
                  </a:lnTo>
                  <a:lnTo>
                    <a:pt x="666899" y="5534325"/>
                  </a:lnTo>
                  <a:lnTo>
                    <a:pt x="666993" y="5534325"/>
                  </a:lnTo>
                  <a:lnTo>
                    <a:pt x="666993" y="5524371"/>
                  </a:lnTo>
                  <a:lnTo>
                    <a:pt x="667086" y="5524371"/>
                  </a:lnTo>
                  <a:lnTo>
                    <a:pt x="667179" y="5524371"/>
                  </a:lnTo>
                  <a:lnTo>
                    <a:pt x="667272" y="5524371"/>
                  </a:lnTo>
                  <a:lnTo>
                    <a:pt x="667366" y="5524371"/>
                  </a:lnTo>
                  <a:lnTo>
                    <a:pt x="667459" y="5524371"/>
                  </a:lnTo>
                  <a:lnTo>
                    <a:pt x="667645" y="5524371"/>
                  </a:lnTo>
                  <a:lnTo>
                    <a:pt x="667832" y="5524371"/>
                  </a:lnTo>
                  <a:lnTo>
                    <a:pt x="668112" y="5524371"/>
                  </a:lnTo>
                  <a:lnTo>
                    <a:pt x="668205" y="5524371"/>
                  </a:lnTo>
                  <a:lnTo>
                    <a:pt x="668298" y="5524371"/>
                  </a:lnTo>
                  <a:lnTo>
                    <a:pt x="668391" y="5524371"/>
                  </a:lnTo>
                  <a:lnTo>
                    <a:pt x="668578" y="5524371"/>
                  </a:lnTo>
                  <a:lnTo>
                    <a:pt x="668671" y="5524371"/>
                  </a:lnTo>
                  <a:lnTo>
                    <a:pt x="668764" y="5524371"/>
                  </a:lnTo>
                  <a:lnTo>
                    <a:pt x="668858" y="5524371"/>
                  </a:lnTo>
                  <a:lnTo>
                    <a:pt x="668951" y="5524371"/>
                  </a:lnTo>
                  <a:lnTo>
                    <a:pt x="669044" y="5524371"/>
                  </a:lnTo>
                  <a:lnTo>
                    <a:pt x="669137" y="5524371"/>
                  </a:lnTo>
                  <a:lnTo>
                    <a:pt x="669510" y="5524371"/>
                  </a:lnTo>
                  <a:lnTo>
                    <a:pt x="669790" y="5524371"/>
                  </a:lnTo>
                  <a:lnTo>
                    <a:pt x="669883" y="5524371"/>
                  </a:lnTo>
                  <a:lnTo>
                    <a:pt x="669977" y="5524371"/>
                  </a:lnTo>
                  <a:lnTo>
                    <a:pt x="670070" y="5524371"/>
                  </a:lnTo>
                  <a:lnTo>
                    <a:pt x="670350" y="5524371"/>
                  </a:lnTo>
                  <a:lnTo>
                    <a:pt x="670443" y="5524371"/>
                  </a:lnTo>
                  <a:lnTo>
                    <a:pt x="670536" y="5524371"/>
                  </a:lnTo>
                  <a:lnTo>
                    <a:pt x="670629" y="5524371"/>
                  </a:lnTo>
                  <a:lnTo>
                    <a:pt x="670723" y="5524371"/>
                  </a:lnTo>
                  <a:lnTo>
                    <a:pt x="670816" y="5524371"/>
                  </a:lnTo>
                  <a:lnTo>
                    <a:pt x="670909" y="5524371"/>
                  </a:lnTo>
                  <a:lnTo>
                    <a:pt x="671002" y="5524371"/>
                  </a:lnTo>
                  <a:lnTo>
                    <a:pt x="671282" y="5524371"/>
                  </a:lnTo>
                  <a:lnTo>
                    <a:pt x="671375" y="5524371"/>
                  </a:lnTo>
                  <a:lnTo>
                    <a:pt x="671562" y="5524371"/>
                  </a:lnTo>
                  <a:lnTo>
                    <a:pt x="671655" y="5524371"/>
                  </a:lnTo>
                  <a:lnTo>
                    <a:pt x="671842" y="5524371"/>
                  </a:lnTo>
                  <a:lnTo>
                    <a:pt x="672028" y="5524371"/>
                  </a:lnTo>
                  <a:lnTo>
                    <a:pt x="672028" y="5514417"/>
                  </a:lnTo>
                  <a:lnTo>
                    <a:pt x="672121" y="5514417"/>
                  </a:lnTo>
                  <a:lnTo>
                    <a:pt x="672308" y="5514417"/>
                  </a:lnTo>
                  <a:lnTo>
                    <a:pt x="672401" y="5514417"/>
                  </a:lnTo>
                  <a:lnTo>
                    <a:pt x="672494" y="5514417"/>
                  </a:lnTo>
                  <a:lnTo>
                    <a:pt x="672588" y="5514417"/>
                  </a:lnTo>
                  <a:lnTo>
                    <a:pt x="672774" y="5514417"/>
                  </a:lnTo>
                  <a:lnTo>
                    <a:pt x="673054" y="5514417"/>
                  </a:lnTo>
                  <a:lnTo>
                    <a:pt x="673240" y="5514417"/>
                  </a:lnTo>
                  <a:lnTo>
                    <a:pt x="673333" y="5514417"/>
                  </a:lnTo>
                  <a:lnTo>
                    <a:pt x="673520" y="5514417"/>
                  </a:lnTo>
                  <a:lnTo>
                    <a:pt x="673613" y="5514417"/>
                  </a:lnTo>
                  <a:lnTo>
                    <a:pt x="673893" y="5514417"/>
                  </a:lnTo>
                  <a:lnTo>
                    <a:pt x="673986" y="5514417"/>
                  </a:lnTo>
                  <a:lnTo>
                    <a:pt x="674079" y="5514417"/>
                  </a:lnTo>
                  <a:lnTo>
                    <a:pt x="674359" y="5514417"/>
                  </a:lnTo>
                  <a:lnTo>
                    <a:pt x="674452" y="5514417"/>
                  </a:lnTo>
                  <a:lnTo>
                    <a:pt x="674546" y="5514417"/>
                  </a:lnTo>
                  <a:lnTo>
                    <a:pt x="674732" y="5514417"/>
                  </a:lnTo>
                  <a:lnTo>
                    <a:pt x="674825" y="5514417"/>
                  </a:lnTo>
                  <a:lnTo>
                    <a:pt x="675012" y="5514417"/>
                  </a:lnTo>
                  <a:lnTo>
                    <a:pt x="675198" y="5514417"/>
                  </a:lnTo>
                  <a:lnTo>
                    <a:pt x="675478" y="5514417"/>
                  </a:lnTo>
                  <a:lnTo>
                    <a:pt x="675665" y="5514417"/>
                  </a:lnTo>
                  <a:lnTo>
                    <a:pt x="675758" y="5514417"/>
                  </a:lnTo>
                  <a:lnTo>
                    <a:pt x="675944" y="5514417"/>
                  </a:lnTo>
                  <a:lnTo>
                    <a:pt x="676038" y="5514417"/>
                  </a:lnTo>
                  <a:lnTo>
                    <a:pt x="676224" y="5514417"/>
                  </a:lnTo>
                  <a:lnTo>
                    <a:pt x="676317" y="5514417"/>
                  </a:lnTo>
                  <a:lnTo>
                    <a:pt x="676411" y="5514417"/>
                  </a:lnTo>
                  <a:lnTo>
                    <a:pt x="676504" y="5514417"/>
                  </a:lnTo>
                  <a:lnTo>
                    <a:pt x="676690" y="5514417"/>
                  </a:lnTo>
                  <a:lnTo>
                    <a:pt x="676970" y="5514417"/>
                  </a:lnTo>
                  <a:lnTo>
                    <a:pt x="677063" y="5514417"/>
                  </a:lnTo>
                  <a:lnTo>
                    <a:pt x="677157" y="5514417"/>
                  </a:lnTo>
                  <a:lnTo>
                    <a:pt x="677250" y="5514417"/>
                  </a:lnTo>
                  <a:lnTo>
                    <a:pt x="677343" y="5514417"/>
                  </a:lnTo>
                  <a:lnTo>
                    <a:pt x="677436" y="5514417"/>
                  </a:lnTo>
                  <a:lnTo>
                    <a:pt x="677530" y="5514417"/>
                  </a:lnTo>
                  <a:lnTo>
                    <a:pt x="677623" y="5514417"/>
                  </a:lnTo>
                  <a:lnTo>
                    <a:pt x="677809" y="5514417"/>
                  </a:lnTo>
                  <a:lnTo>
                    <a:pt x="677903" y="5514417"/>
                  </a:lnTo>
                  <a:lnTo>
                    <a:pt x="677996" y="5514417"/>
                  </a:lnTo>
                  <a:lnTo>
                    <a:pt x="678089" y="5514417"/>
                  </a:lnTo>
                  <a:lnTo>
                    <a:pt x="678276" y="5514417"/>
                  </a:lnTo>
                  <a:lnTo>
                    <a:pt x="678555" y="5514417"/>
                  </a:lnTo>
                  <a:lnTo>
                    <a:pt x="678649" y="5514417"/>
                  </a:lnTo>
                  <a:lnTo>
                    <a:pt x="678742" y="5514417"/>
                  </a:lnTo>
                  <a:lnTo>
                    <a:pt x="678835" y="5514417"/>
                  </a:lnTo>
                  <a:lnTo>
                    <a:pt x="678928" y="5514417"/>
                  </a:lnTo>
                  <a:lnTo>
                    <a:pt x="679022" y="5514417"/>
                  </a:lnTo>
                  <a:lnTo>
                    <a:pt x="679115" y="5514417"/>
                  </a:lnTo>
                  <a:lnTo>
                    <a:pt x="679208" y="5514417"/>
                  </a:lnTo>
                  <a:lnTo>
                    <a:pt x="679301" y="5514417"/>
                  </a:lnTo>
                  <a:lnTo>
                    <a:pt x="679395" y="5514417"/>
                  </a:lnTo>
                  <a:lnTo>
                    <a:pt x="679488" y="5514417"/>
                  </a:lnTo>
                  <a:lnTo>
                    <a:pt x="679768" y="5514417"/>
                  </a:lnTo>
                  <a:lnTo>
                    <a:pt x="679861" y="5514417"/>
                  </a:lnTo>
                  <a:lnTo>
                    <a:pt x="679954" y="5514417"/>
                  </a:lnTo>
                  <a:lnTo>
                    <a:pt x="679954" y="5504463"/>
                  </a:lnTo>
                  <a:lnTo>
                    <a:pt x="680047" y="5494510"/>
                  </a:lnTo>
                  <a:lnTo>
                    <a:pt x="680234" y="5494510"/>
                  </a:lnTo>
                  <a:lnTo>
                    <a:pt x="680327" y="5494510"/>
                  </a:lnTo>
                  <a:lnTo>
                    <a:pt x="680420" y="5494510"/>
                  </a:lnTo>
                  <a:lnTo>
                    <a:pt x="680513" y="5494510"/>
                  </a:lnTo>
                  <a:lnTo>
                    <a:pt x="680607" y="5494510"/>
                  </a:lnTo>
                  <a:lnTo>
                    <a:pt x="680700" y="5494510"/>
                  </a:lnTo>
                  <a:lnTo>
                    <a:pt x="680793" y="5494510"/>
                  </a:lnTo>
                  <a:lnTo>
                    <a:pt x="680980" y="5494510"/>
                  </a:lnTo>
                  <a:lnTo>
                    <a:pt x="681073" y="5494510"/>
                  </a:lnTo>
                  <a:lnTo>
                    <a:pt x="681166" y="5494510"/>
                  </a:lnTo>
                  <a:lnTo>
                    <a:pt x="681259" y="5494510"/>
                  </a:lnTo>
                  <a:lnTo>
                    <a:pt x="681353" y="5494510"/>
                  </a:lnTo>
                  <a:lnTo>
                    <a:pt x="681446" y="5494510"/>
                  </a:lnTo>
                  <a:lnTo>
                    <a:pt x="681819" y="5494510"/>
                  </a:lnTo>
                  <a:lnTo>
                    <a:pt x="681912" y="5494510"/>
                  </a:lnTo>
                  <a:lnTo>
                    <a:pt x="682005" y="5494510"/>
                  </a:lnTo>
                  <a:lnTo>
                    <a:pt x="682099" y="5494510"/>
                  </a:lnTo>
                  <a:lnTo>
                    <a:pt x="682192" y="5494510"/>
                  </a:lnTo>
                  <a:lnTo>
                    <a:pt x="682285" y="5494510"/>
                  </a:lnTo>
                  <a:lnTo>
                    <a:pt x="682378" y="5494510"/>
                  </a:lnTo>
                  <a:lnTo>
                    <a:pt x="682658" y="5484556"/>
                  </a:lnTo>
                  <a:lnTo>
                    <a:pt x="682938" y="5484556"/>
                  </a:lnTo>
                  <a:lnTo>
                    <a:pt x="683031" y="5484556"/>
                  </a:lnTo>
                  <a:lnTo>
                    <a:pt x="683124" y="5484556"/>
                  </a:lnTo>
                  <a:lnTo>
                    <a:pt x="683218" y="5484556"/>
                  </a:lnTo>
                  <a:lnTo>
                    <a:pt x="683311" y="5484556"/>
                  </a:lnTo>
                  <a:lnTo>
                    <a:pt x="683404" y="5484556"/>
                  </a:lnTo>
                  <a:lnTo>
                    <a:pt x="683497" y="5484556"/>
                  </a:lnTo>
                  <a:lnTo>
                    <a:pt x="683591" y="5484556"/>
                  </a:lnTo>
                  <a:lnTo>
                    <a:pt x="683777" y="5484556"/>
                  </a:lnTo>
                  <a:lnTo>
                    <a:pt x="683870" y="5484556"/>
                  </a:lnTo>
                  <a:lnTo>
                    <a:pt x="684057" y="5484556"/>
                  </a:lnTo>
                  <a:lnTo>
                    <a:pt x="684150" y="5484556"/>
                  </a:lnTo>
                  <a:lnTo>
                    <a:pt x="684243" y="5484556"/>
                  </a:lnTo>
                  <a:lnTo>
                    <a:pt x="684337" y="5484556"/>
                  </a:lnTo>
                  <a:lnTo>
                    <a:pt x="684523" y="5484556"/>
                  </a:lnTo>
                  <a:lnTo>
                    <a:pt x="684710" y="5484556"/>
                  </a:lnTo>
                  <a:lnTo>
                    <a:pt x="684803" y="5484556"/>
                  </a:lnTo>
                  <a:lnTo>
                    <a:pt x="684989" y="5484556"/>
                  </a:lnTo>
                  <a:lnTo>
                    <a:pt x="685083" y="5484556"/>
                  </a:lnTo>
                  <a:lnTo>
                    <a:pt x="685269" y="5484556"/>
                  </a:lnTo>
                  <a:lnTo>
                    <a:pt x="685362" y="5484556"/>
                  </a:lnTo>
                  <a:lnTo>
                    <a:pt x="685549" y="5484556"/>
                  </a:lnTo>
                  <a:lnTo>
                    <a:pt x="685642" y="5484556"/>
                  </a:lnTo>
                  <a:lnTo>
                    <a:pt x="685829" y="5484556"/>
                  </a:lnTo>
                  <a:lnTo>
                    <a:pt x="685922" y="5484556"/>
                  </a:lnTo>
                  <a:lnTo>
                    <a:pt x="686015" y="5484556"/>
                  </a:lnTo>
                  <a:lnTo>
                    <a:pt x="686108" y="5484556"/>
                  </a:lnTo>
                  <a:lnTo>
                    <a:pt x="686295" y="5484556"/>
                  </a:lnTo>
                  <a:lnTo>
                    <a:pt x="686388" y="5484556"/>
                  </a:lnTo>
                  <a:lnTo>
                    <a:pt x="686575" y="5484556"/>
                  </a:lnTo>
                  <a:lnTo>
                    <a:pt x="686668" y="5484556"/>
                  </a:lnTo>
                  <a:lnTo>
                    <a:pt x="686761" y="5484556"/>
                  </a:lnTo>
                  <a:lnTo>
                    <a:pt x="686854" y="5484556"/>
                  </a:lnTo>
                  <a:lnTo>
                    <a:pt x="686947" y="5484556"/>
                  </a:lnTo>
                  <a:lnTo>
                    <a:pt x="687320" y="5484556"/>
                  </a:lnTo>
                  <a:lnTo>
                    <a:pt x="687414" y="5484556"/>
                  </a:lnTo>
                  <a:lnTo>
                    <a:pt x="687600" y="5484556"/>
                  </a:lnTo>
                  <a:lnTo>
                    <a:pt x="687693" y="5484556"/>
                  </a:lnTo>
                  <a:lnTo>
                    <a:pt x="687880" y="5484556"/>
                  </a:lnTo>
                  <a:lnTo>
                    <a:pt x="687973" y="5484556"/>
                  </a:lnTo>
                  <a:lnTo>
                    <a:pt x="688066" y="5484556"/>
                  </a:lnTo>
                  <a:lnTo>
                    <a:pt x="688160" y="5484556"/>
                  </a:lnTo>
                  <a:lnTo>
                    <a:pt x="688253" y="5484556"/>
                  </a:lnTo>
                  <a:lnTo>
                    <a:pt x="688346" y="5484556"/>
                  </a:lnTo>
                  <a:lnTo>
                    <a:pt x="688906" y="5484556"/>
                  </a:lnTo>
                  <a:lnTo>
                    <a:pt x="688999" y="5484556"/>
                  </a:lnTo>
                  <a:lnTo>
                    <a:pt x="689092" y="5484556"/>
                  </a:lnTo>
                  <a:lnTo>
                    <a:pt x="689185" y="5484556"/>
                  </a:lnTo>
                  <a:lnTo>
                    <a:pt x="689372" y="5484556"/>
                  </a:lnTo>
                  <a:lnTo>
                    <a:pt x="689465" y="5484556"/>
                  </a:lnTo>
                  <a:lnTo>
                    <a:pt x="689558" y="5484556"/>
                  </a:lnTo>
                  <a:lnTo>
                    <a:pt x="689652" y="5484556"/>
                  </a:lnTo>
                  <a:lnTo>
                    <a:pt x="689745" y="5484556"/>
                  </a:lnTo>
                  <a:lnTo>
                    <a:pt x="689931" y="5484556"/>
                  </a:lnTo>
                  <a:lnTo>
                    <a:pt x="690025" y="5484556"/>
                  </a:lnTo>
                  <a:lnTo>
                    <a:pt x="690211" y="5484556"/>
                  </a:lnTo>
                  <a:lnTo>
                    <a:pt x="690398" y="5484556"/>
                  </a:lnTo>
                  <a:lnTo>
                    <a:pt x="690491" y="5484556"/>
                  </a:lnTo>
                  <a:lnTo>
                    <a:pt x="690864" y="5484556"/>
                  </a:lnTo>
                  <a:lnTo>
                    <a:pt x="691237" y="5484556"/>
                  </a:lnTo>
                  <a:lnTo>
                    <a:pt x="691330" y="5484556"/>
                  </a:lnTo>
                  <a:lnTo>
                    <a:pt x="691517" y="5484556"/>
                  </a:lnTo>
                  <a:lnTo>
                    <a:pt x="691610" y="5484556"/>
                  </a:lnTo>
                  <a:lnTo>
                    <a:pt x="691703" y="5484556"/>
                  </a:lnTo>
                  <a:lnTo>
                    <a:pt x="691796" y="5484556"/>
                  </a:lnTo>
                  <a:lnTo>
                    <a:pt x="691890" y="5484556"/>
                  </a:lnTo>
                  <a:lnTo>
                    <a:pt x="691983" y="5484556"/>
                  </a:lnTo>
                  <a:lnTo>
                    <a:pt x="692076" y="5484556"/>
                  </a:lnTo>
                  <a:lnTo>
                    <a:pt x="692263" y="5484556"/>
                  </a:lnTo>
                  <a:lnTo>
                    <a:pt x="692356" y="5484556"/>
                  </a:lnTo>
                  <a:lnTo>
                    <a:pt x="692449" y="5484556"/>
                  </a:lnTo>
                  <a:lnTo>
                    <a:pt x="692542" y="5484556"/>
                  </a:lnTo>
                  <a:lnTo>
                    <a:pt x="692822" y="5484556"/>
                  </a:lnTo>
                  <a:lnTo>
                    <a:pt x="692915" y="5484556"/>
                  </a:lnTo>
                  <a:lnTo>
                    <a:pt x="693009" y="5484556"/>
                  </a:lnTo>
                  <a:lnTo>
                    <a:pt x="693102" y="5484556"/>
                  </a:lnTo>
                  <a:lnTo>
                    <a:pt x="693195" y="5484556"/>
                  </a:lnTo>
                  <a:lnTo>
                    <a:pt x="693288" y="5484556"/>
                  </a:lnTo>
                  <a:lnTo>
                    <a:pt x="693382" y="5484556"/>
                  </a:lnTo>
                  <a:lnTo>
                    <a:pt x="693661" y="5474602"/>
                  </a:lnTo>
                  <a:lnTo>
                    <a:pt x="693848" y="5474602"/>
                  </a:lnTo>
                  <a:lnTo>
                    <a:pt x="693941" y="5474602"/>
                  </a:lnTo>
                  <a:lnTo>
                    <a:pt x="694221" y="5474602"/>
                  </a:lnTo>
                  <a:lnTo>
                    <a:pt x="694314" y="5474602"/>
                  </a:lnTo>
                  <a:lnTo>
                    <a:pt x="694500" y="5474602"/>
                  </a:lnTo>
                  <a:lnTo>
                    <a:pt x="694687" y="5474602"/>
                  </a:lnTo>
                  <a:lnTo>
                    <a:pt x="694780" y="5474602"/>
                  </a:lnTo>
                  <a:lnTo>
                    <a:pt x="694873" y="5474602"/>
                  </a:lnTo>
                  <a:lnTo>
                    <a:pt x="694967" y="5474602"/>
                  </a:lnTo>
                  <a:lnTo>
                    <a:pt x="695153" y="5474602"/>
                  </a:lnTo>
                  <a:lnTo>
                    <a:pt x="695246" y="5474602"/>
                  </a:lnTo>
                  <a:lnTo>
                    <a:pt x="695340" y="5474602"/>
                  </a:lnTo>
                  <a:lnTo>
                    <a:pt x="695433" y="5474602"/>
                  </a:lnTo>
                  <a:lnTo>
                    <a:pt x="695619" y="5474602"/>
                  </a:lnTo>
                  <a:lnTo>
                    <a:pt x="695713" y="5474602"/>
                  </a:lnTo>
                  <a:lnTo>
                    <a:pt x="695806" y="5474602"/>
                  </a:lnTo>
                  <a:lnTo>
                    <a:pt x="695899" y="5474602"/>
                  </a:lnTo>
                  <a:lnTo>
                    <a:pt x="695992" y="5474602"/>
                  </a:lnTo>
                  <a:lnTo>
                    <a:pt x="696086" y="5474602"/>
                  </a:lnTo>
                  <a:lnTo>
                    <a:pt x="696179" y="5474602"/>
                  </a:lnTo>
                  <a:lnTo>
                    <a:pt x="696272" y="5474602"/>
                  </a:lnTo>
                  <a:lnTo>
                    <a:pt x="696365" y="5474602"/>
                  </a:lnTo>
                  <a:lnTo>
                    <a:pt x="696459" y="5474602"/>
                  </a:lnTo>
                  <a:lnTo>
                    <a:pt x="696552" y="5474602"/>
                  </a:lnTo>
                  <a:lnTo>
                    <a:pt x="696645" y="5474602"/>
                  </a:lnTo>
                  <a:lnTo>
                    <a:pt x="696925" y="5474602"/>
                  </a:lnTo>
                  <a:lnTo>
                    <a:pt x="697298" y="5474602"/>
                  </a:lnTo>
                  <a:lnTo>
                    <a:pt x="697391" y="5474602"/>
                  </a:lnTo>
                  <a:lnTo>
                    <a:pt x="697484" y="5474602"/>
                  </a:lnTo>
                  <a:lnTo>
                    <a:pt x="697671" y="5474602"/>
                  </a:lnTo>
                  <a:lnTo>
                    <a:pt x="697764" y="5474602"/>
                  </a:lnTo>
                  <a:lnTo>
                    <a:pt x="697857" y="5474602"/>
                  </a:lnTo>
                  <a:lnTo>
                    <a:pt x="697951" y="5474602"/>
                  </a:lnTo>
                  <a:lnTo>
                    <a:pt x="698137" y="5474602"/>
                  </a:lnTo>
                  <a:lnTo>
                    <a:pt x="698230" y="5474602"/>
                  </a:lnTo>
                  <a:lnTo>
                    <a:pt x="698324" y="5474602"/>
                  </a:lnTo>
                  <a:lnTo>
                    <a:pt x="698417" y="5474602"/>
                  </a:lnTo>
                  <a:lnTo>
                    <a:pt x="698510" y="5474602"/>
                  </a:lnTo>
                  <a:lnTo>
                    <a:pt x="698603" y="5474602"/>
                  </a:lnTo>
                  <a:lnTo>
                    <a:pt x="698697" y="5474602"/>
                  </a:lnTo>
                  <a:lnTo>
                    <a:pt x="698790" y="5474602"/>
                  </a:lnTo>
                  <a:lnTo>
                    <a:pt x="698883" y="5474602"/>
                  </a:lnTo>
                  <a:lnTo>
                    <a:pt x="698976" y="5474602"/>
                  </a:lnTo>
                  <a:lnTo>
                    <a:pt x="699163" y="5474602"/>
                  </a:lnTo>
                  <a:lnTo>
                    <a:pt x="699256" y="5474602"/>
                  </a:lnTo>
                  <a:lnTo>
                    <a:pt x="699629" y="5464648"/>
                  </a:lnTo>
                  <a:lnTo>
                    <a:pt x="699722" y="5464648"/>
                  </a:lnTo>
                  <a:lnTo>
                    <a:pt x="699816" y="5464648"/>
                  </a:lnTo>
                  <a:lnTo>
                    <a:pt x="699909" y="5464648"/>
                  </a:lnTo>
                  <a:lnTo>
                    <a:pt x="700002" y="5464648"/>
                  </a:lnTo>
                  <a:lnTo>
                    <a:pt x="700189" y="5464648"/>
                  </a:lnTo>
                  <a:lnTo>
                    <a:pt x="700282" y="5464648"/>
                  </a:lnTo>
                  <a:lnTo>
                    <a:pt x="700375" y="5464648"/>
                  </a:lnTo>
                  <a:lnTo>
                    <a:pt x="700562" y="5464648"/>
                  </a:lnTo>
                  <a:lnTo>
                    <a:pt x="700655" y="5464648"/>
                  </a:lnTo>
                  <a:lnTo>
                    <a:pt x="701028" y="5464648"/>
                  </a:lnTo>
                  <a:lnTo>
                    <a:pt x="701121" y="5464648"/>
                  </a:lnTo>
                  <a:lnTo>
                    <a:pt x="701214" y="5464648"/>
                  </a:lnTo>
                  <a:lnTo>
                    <a:pt x="701401" y="5464648"/>
                  </a:lnTo>
                  <a:lnTo>
                    <a:pt x="701494" y="5454694"/>
                  </a:lnTo>
                  <a:lnTo>
                    <a:pt x="701774" y="5454694"/>
                  </a:lnTo>
                  <a:lnTo>
                    <a:pt x="701867" y="5454694"/>
                  </a:lnTo>
                  <a:lnTo>
                    <a:pt x="701960" y="5454694"/>
                  </a:lnTo>
                  <a:lnTo>
                    <a:pt x="702053" y="5454694"/>
                  </a:lnTo>
                  <a:lnTo>
                    <a:pt x="702147" y="5454694"/>
                  </a:lnTo>
                  <a:lnTo>
                    <a:pt x="702240" y="5454694"/>
                  </a:lnTo>
                  <a:lnTo>
                    <a:pt x="702333" y="5454694"/>
                  </a:lnTo>
                  <a:lnTo>
                    <a:pt x="702613" y="5454694"/>
                  </a:lnTo>
                  <a:lnTo>
                    <a:pt x="702706" y="5454694"/>
                  </a:lnTo>
                  <a:lnTo>
                    <a:pt x="702799" y="5454694"/>
                  </a:lnTo>
                  <a:lnTo>
                    <a:pt x="702893" y="5454694"/>
                  </a:lnTo>
                  <a:lnTo>
                    <a:pt x="703359" y="5454694"/>
                  </a:lnTo>
                  <a:lnTo>
                    <a:pt x="703452" y="5454694"/>
                  </a:lnTo>
                  <a:lnTo>
                    <a:pt x="703545" y="5454694"/>
                  </a:lnTo>
                  <a:lnTo>
                    <a:pt x="703732" y="5454694"/>
                  </a:lnTo>
                  <a:lnTo>
                    <a:pt x="703825" y="5454694"/>
                  </a:lnTo>
                  <a:lnTo>
                    <a:pt x="703918" y="5454694"/>
                  </a:lnTo>
                  <a:lnTo>
                    <a:pt x="704012" y="5454694"/>
                  </a:lnTo>
                  <a:lnTo>
                    <a:pt x="704105" y="5454694"/>
                  </a:lnTo>
                  <a:lnTo>
                    <a:pt x="704198" y="5454694"/>
                  </a:lnTo>
                  <a:lnTo>
                    <a:pt x="704291" y="5454694"/>
                  </a:lnTo>
                  <a:lnTo>
                    <a:pt x="704385" y="5454694"/>
                  </a:lnTo>
                  <a:lnTo>
                    <a:pt x="704478" y="5454694"/>
                  </a:lnTo>
                  <a:lnTo>
                    <a:pt x="704571" y="5444740"/>
                  </a:lnTo>
                  <a:lnTo>
                    <a:pt x="704758" y="5444740"/>
                  </a:lnTo>
                  <a:lnTo>
                    <a:pt x="704851" y="5444740"/>
                  </a:lnTo>
                  <a:lnTo>
                    <a:pt x="704944" y="5444740"/>
                  </a:lnTo>
                  <a:lnTo>
                    <a:pt x="705317" y="5444740"/>
                  </a:lnTo>
                  <a:lnTo>
                    <a:pt x="705410" y="5444740"/>
                  </a:lnTo>
                  <a:lnTo>
                    <a:pt x="705597" y="5444740"/>
                  </a:lnTo>
                  <a:lnTo>
                    <a:pt x="705690" y="5444740"/>
                  </a:lnTo>
                  <a:lnTo>
                    <a:pt x="705783" y="5444740"/>
                  </a:lnTo>
                  <a:lnTo>
                    <a:pt x="705970" y="5444740"/>
                  </a:lnTo>
                  <a:lnTo>
                    <a:pt x="706063" y="5444740"/>
                  </a:lnTo>
                  <a:lnTo>
                    <a:pt x="706156" y="5444740"/>
                  </a:lnTo>
                  <a:lnTo>
                    <a:pt x="706250" y="5444740"/>
                  </a:lnTo>
                  <a:lnTo>
                    <a:pt x="706343" y="5444740"/>
                  </a:lnTo>
                  <a:lnTo>
                    <a:pt x="706436" y="5444740"/>
                  </a:lnTo>
                  <a:lnTo>
                    <a:pt x="706529" y="5444740"/>
                  </a:lnTo>
                  <a:lnTo>
                    <a:pt x="706623" y="5444740"/>
                  </a:lnTo>
                  <a:lnTo>
                    <a:pt x="706716" y="5444740"/>
                  </a:lnTo>
                  <a:lnTo>
                    <a:pt x="706809" y="5444740"/>
                  </a:lnTo>
                  <a:lnTo>
                    <a:pt x="707928" y="5444740"/>
                  </a:lnTo>
                  <a:lnTo>
                    <a:pt x="708021" y="5444740"/>
                  </a:lnTo>
                  <a:lnTo>
                    <a:pt x="708114" y="5444740"/>
                  </a:lnTo>
                  <a:lnTo>
                    <a:pt x="708208" y="5444740"/>
                  </a:lnTo>
                  <a:lnTo>
                    <a:pt x="708301" y="5444740"/>
                  </a:lnTo>
                  <a:lnTo>
                    <a:pt x="708394" y="5444740"/>
                  </a:lnTo>
                  <a:lnTo>
                    <a:pt x="708487" y="5444740"/>
                  </a:lnTo>
                  <a:lnTo>
                    <a:pt x="708581" y="5444740"/>
                  </a:lnTo>
                  <a:lnTo>
                    <a:pt x="708674" y="5444740"/>
                  </a:lnTo>
                  <a:lnTo>
                    <a:pt x="708767" y="5444740"/>
                  </a:lnTo>
                  <a:lnTo>
                    <a:pt x="708860" y="5444740"/>
                  </a:lnTo>
                  <a:lnTo>
                    <a:pt x="708954" y="5444740"/>
                  </a:lnTo>
                  <a:lnTo>
                    <a:pt x="709047" y="5444740"/>
                  </a:lnTo>
                  <a:lnTo>
                    <a:pt x="709233" y="5444740"/>
                  </a:lnTo>
                  <a:lnTo>
                    <a:pt x="709327" y="5444740"/>
                  </a:lnTo>
                  <a:lnTo>
                    <a:pt x="709420" y="5444740"/>
                  </a:lnTo>
                  <a:lnTo>
                    <a:pt x="709513" y="5444740"/>
                  </a:lnTo>
                  <a:lnTo>
                    <a:pt x="709606" y="5444740"/>
                  </a:lnTo>
                  <a:lnTo>
                    <a:pt x="709700" y="5444740"/>
                  </a:lnTo>
                  <a:lnTo>
                    <a:pt x="709886" y="5444740"/>
                  </a:lnTo>
                  <a:lnTo>
                    <a:pt x="710446" y="5444740"/>
                  </a:lnTo>
                  <a:lnTo>
                    <a:pt x="710632" y="5444740"/>
                  </a:lnTo>
                  <a:lnTo>
                    <a:pt x="710725" y="5434787"/>
                  </a:lnTo>
                  <a:lnTo>
                    <a:pt x="710819" y="5434787"/>
                  </a:lnTo>
                  <a:lnTo>
                    <a:pt x="711005" y="5434787"/>
                  </a:lnTo>
                  <a:lnTo>
                    <a:pt x="711192" y="5434787"/>
                  </a:lnTo>
                  <a:lnTo>
                    <a:pt x="711285" y="5434787"/>
                  </a:lnTo>
                  <a:lnTo>
                    <a:pt x="711471" y="5434787"/>
                  </a:lnTo>
                  <a:lnTo>
                    <a:pt x="711658" y="5434787"/>
                  </a:lnTo>
                  <a:lnTo>
                    <a:pt x="711938" y="5434787"/>
                  </a:lnTo>
                  <a:lnTo>
                    <a:pt x="712031" y="5434787"/>
                  </a:lnTo>
                  <a:lnTo>
                    <a:pt x="712217" y="5434787"/>
                  </a:lnTo>
                  <a:lnTo>
                    <a:pt x="712311" y="5434787"/>
                  </a:lnTo>
                  <a:lnTo>
                    <a:pt x="712404" y="5434787"/>
                  </a:lnTo>
                  <a:lnTo>
                    <a:pt x="712404" y="5424833"/>
                  </a:lnTo>
                  <a:lnTo>
                    <a:pt x="712497" y="5424833"/>
                  </a:lnTo>
                  <a:lnTo>
                    <a:pt x="712684" y="5424833"/>
                  </a:lnTo>
                  <a:lnTo>
                    <a:pt x="712777" y="5424833"/>
                  </a:lnTo>
                  <a:lnTo>
                    <a:pt x="712870" y="5424833"/>
                  </a:lnTo>
                  <a:lnTo>
                    <a:pt x="712963" y="5424833"/>
                  </a:lnTo>
                  <a:lnTo>
                    <a:pt x="713150" y="5424833"/>
                  </a:lnTo>
                  <a:lnTo>
                    <a:pt x="713243" y="5424833"/>
                  </a:lnTo>
                  <a:lnTo>
                    <a:pt x="713336" y="5424833"/>
                  </a:lnTo>
                  <a:lnTo>
                    <a:pt x="713430" y="5424833"/>
                  </a:lnTo>
                  <a:lnTo>
                    <a:pt x="713523" y="5424833"/>
                  </a:lnTo>
                  <a:lnTo>
                    <a:pt x="713616" y="5424833"/>
                  </a:lnTo>
                  <a:lnTo>
                    <a:pt x="713803" y="5424833"/>
                  </a:lnTo>
                  <a:lnTo>
                    <a:pt x="714082" y="5424833"/>
                  </a:lnTo>
                  <a:lnTo>
                    <a:pt x="714176" y="5424833"/>
                  </a:lnTo>
                  <a:lnTo>
                    <a:pt x="714269" y="5424833"/>
                  </a:lnTo>
                  <a:lnTo>
                    <a:pt x="714455" y="5424833"/>
                  </a:lnTo>
                  <a:lnTo>
                    <a:pt x="714549" y="5424833"/>
                  </a:lnTo>
                  <a:lnTo>
                    <a:pt x="714735" y="5424833"/>
                  </a:lnTo>
                  <a:lnTo>
                    <a:pt x="714921" y="5424833"/>
                  </a:lnTo>
                  <a:lnTo>
                    <a:pt x="715201" y="5424833"/>
                  </a:lnTo>
                  <a:lnTo>
                    <a:pt x="715294" y="5424833"/>
                  </a:lnTo>
                  <a:lnTo>
                    <a:pt x="715388" y="5424833"/>
                  </a:lnTo>
                  <a:lnTo>
                    <a:pt x="715481" y="5424833"/>
                  </a:lnTo>
                  <a:lnTo>
                    <a:pt x="715574" y="5424833"/>
                  </a:lnTo>
                  <a:lnTo>
                    <a:pt x="715667" y="5424833"/>
                  </a:lnTo>
                  <a:lnTo>
                    <a:pt x="715854" y="5424833"/>
                  </a:lnTo>
                  <a:lnTo>
                    <a:pt x="715947" y="5424833"/>
                  </a:lnTo>
                  <a:lnTo>
                    <a:pt x="716040" y="5424833"/>
                  </a:lnTo>
                  <a:lnTo>
                    <a:pt x="716134" y="5424833"/>
                  </a:lnTo>
                  <a:lnTo>
                    <a:pt x="716413" y="5424833"/>
                  </a:lnTo>
                  <a:lnTo>
                    <a:pt x="716507" y="5424833"/>
                  </a:lnTo>
                  <a:lnTo>
                    <a:pt x="716600" y="5424833"/>
                  </a:lnTo>
                  <a:lnTo>
                    <a:pt x="716693" y="5424833"/>
                  </a:lnTo>
                  <a:lnTo>
                    <a:pt x="716786" y="5424833"/>
                  </a:lnTo>
                  <a:lnTo>
                    <a:pt x="716880" y="5424833"/>
                  </a:lnTo>
                  <a:lnTo>
                    <a:pt x="716973" y="5424833"/>
                  </a:lnTo>
                  <a:lnTo>
                    <a:pt x="717159" y="5424833"/>
                  </a:lnTo>
                  <a:lnTo>
                    <a:pt x="717253" y="5424833"/>
                  </a:lnTo>
                  <a:lnTo>
                    <a:pt x="717532" y="5424833"/>
                  </a:lnTo>
                  <a:lnTo>
                    <a:pt x="717812" y="5424833"/>
                  </a:lnTo>
                  <a:lnTo>
                    <a:pt x="717905" y="5424833"/>
                  </a:lnTo>
                  <a:lnTo>
                    <a:pt x="717999" y="5424833"/>
                  </a:lnTo>
                  <a:lnTo>
                    <a:pt x="718185" y="5424833"/>
                  </a:lnTo>
                  <a:lnTo>
                    <a:pt x="718278" y="5424833"/>
                  </a:lnTo>
                  <a:lnTo>
                    <a:pt x="718372" y="5424833"/>
                  </a:lnTo>
                  <a:lnTo>
                    <a:pt x="718745" y="5414879"/>
                  </a:lnTo>
                  <a:lnTo>
                    <a:pt x="718838" y="5414879"/>
                  </a:lnTo>
                  <a:lnTo>
                    <a:pt x="719024" y="5414879"/>
                  </a:lnTo>
                  <a:lnTo>
                    <a:pt x="719118" y="5414879"/>
                  </a:lnTo>
                  <a:lnTo>
                    <a:pt x="719211" y="5414879"/>
                  </a:lnTo>
                  <a:lnTo>
                    <a:pt x="719304" y="5414879"/>
                  </a:lnTo>
                  <a:lnTo>
                    <a:pt x="719677" y="5414879"/>
                  </a:lnTo>
                  <a:lnTo>
                    <a:pt x="719770" y="5414879"/>
                  </a:lnTo>
                  <a:lnTo>
                    <a:pt x="719957" y="5414879"/>
                  </a:lnTo>
                  <a:lnTo>
                    <a:pt x="720050" y="5414879"/>
                  </a:lnTo>
                  <a:lnTo>
                    <a:pt x="720143" y="5414879"/>
                  </a:lnTo>
                  <a:lnTo>
                    <a:pt x="720237" y="5404925"/>
                  </a:lnTo>
                  <a:lnTo>
                    <a:pt x="720516" y="5404925"/>
                  </a:lnTo>
                  <a:lnTo>
                    <a:pt x="720703" y="5404925"/>
                  </a:lnTo>
                  <a:lnTo>
                    <a:pt x="720796" y="5404925"/>
                  </a:lnTo>
                  <a:lnTo>
                    <a:pt x="720983" y="5404925"/>
                  </a:lnTo>
                  <a:lnTo>
                    <a:pt x="721076" y="5404925"/>
                  </a:lnTo>
                  <a:lnTo>
                    <a:pt x="721169" y="5404925"/>
                  </a:lnTo>
                  <a:lnTo>
                    <a:pt x="721356" y="5404925"/>
                  </a:lnTo>
                  <a:lnTo>
                    <a:pt x="721449" y="5404925"/>
                  </a:lnTo>
                  <a:lnTo>
                    <a:pt x="721542" y="5404925"/>
                  </a:lnTo>
                  <a:lnTo>
                    <a:pt x="721635" y="5404925"/>
                  </a:lnTo>
                  <a:lnTo>
                    <a:pt x="721728" y="5404925"/>
                  </a:lnTo>
                  <a:lnTo>
                    <a:pt x="721822" y="5404925"/>
                  </a:lnTo>
                  <a:lnTo>
                    <a:pt x="721915" y="5404925"/>
                  </a:lnTo>
                  <a:lnTo>
                    <a:pt x="722101" y="5404925"/>
                  </a:lnTo>
                  <a:lnTo>
                    <a:pt x="722195" y="5404925"/>
                  </a:lnTo>
                  <a:lnTo>
                    <a:pt x="722288" y="5404925"/>
                  </a:lnTo>
                  <a:lnTo>
                    <a:pt x="722381" y="5404925"/>
                  </a:lnTo>
                  <a:lnTo>
                    <a:pt x="722474" y="5404925"/>
                  </a:lnTo>
                  <a:lnTo>
                    <a:pt x="722847" y="5404925"/>
                  </a:lnTo>
                  <a:lnTo>
                    <a:pt x="722941" y="5404925"/>
                  </a:lnTo>
                  <a:lnTo>
                    <a:pt x="723220" y="5404925"/>
                  </a:lnTo>
                  <a:lnTo>
                    <a:pt x="723314" y="5404925"/>
                  </a:lnTo>
                  <a:lnTo>
                    <a:pt x="723407" y="5404925"/>
                  </a:lnTo>
                  <a:lnTo>
                    <a:pt x="723500" y="5404925"/>
                  </a:lnTo>
                  <a:lnTo>
                    <a:pt x="723593" y="5404925"/>
                  </a:lnTo>
                  <a:lnTo>
                    <a:pt x="723687" y="5404925"/>
                  </a:lnTo>
                  <a:lnTo>
                    <a:pt x="723780" y="5404925"/>
                  </a:lnTo>
                  <a:lnTo>
                    <a:pt x="723873" y="5404925"/>
                  </a:lnTo>
                  <a:lnTo>
                    <a:pt x="724060" y="5404925"/>
                  </a:lnTo>
                  <a:lnTo>
                    <a:pt x="724153" y="5404925"/>
                  </a:lnTo>
                  <a:lnTo>
                    <a:pt x="724339" y="5404925"/>
                  </a:lnTo>
                  <a:lnTo>
                    <a:pt x="724433" y="5404925"/>
                  </a:lnTo>
                  <a:lnTo>
                    <a:pt x="724526" y="5404925"/>
                  </a:lnTo>
                  <a:lnTo>
                    <a:pt x="724619" y="5404925"/>
                  </a:lnTo>
                  <a:lnTo>
                    <a:pt x="724712" y="5404925"/>
                  </a:lnTo>
                  <a:lnTo>
                    <a:pt x="724806" y="5404925"/>
                  </a:lnTo>
                  <a:lnTo>
                    <a:pt x="724899" y="5404925"/>
                  </a:lnTo>
                  <a:lnTo>
                    <a:pt x="725085" y="5404925"/>
                  </a:lnTo>
                  <a:lnTo>
                    <a:pt x="725179" y="5404925"/>
                  </a:lnTo>
                  <a:lnTo>
                    <a:pt x="725365" y="5404925"/>
                  </a:lnTo>
                  <a:lnTo>
                    <a:pt x="725552" y="5404925"/>
                  </a:lnTo>
                  <a:lnTo>
                    <a:pt x="725831" y="5404925"/>
                  </a:lnTo>
                  <a:lnTo>
                    <a:pt x="725925" y="5404925"/>
                  </a:lnTo>
                  <a:lnTo>
                    <a:pt x="726111" y="5404925"/>
                  </a:lnTo>
                  <a:lnTo>
                    <a:pt x="726204" y="5404925"/>
                  </a:lnTo>
                  <a:lnTo>
                    <a:pt x="726298" y="5404925"/>
                  </a:lnTo>
                  <a:lnTo>
                    <a:pt x="726391" y="5404925"/>
                  </a:lnTo>
                  <a:lnTo>
                    <a:pt x="726484" y="5404925"/>
                  </a:lnTo>
                  <a:lnTo>
                    <a:pt x="726671" y="5404925"/>
                  </a:lnTo>
                  <a:lnTo>
                    <a:pt x="726764" y="5404925"/>
                  </a:lnTo>
                  <a:lnTo>
                    <a:pt x="726857" y="5404925"/>
                  </a:lnTo>
                  <a:lnTo>
                    <a:pt x="726950" y="5404925"/>
                  </a:lnTo>
                  <a:lnTo>
                    <a:pt x="727044" y="5404925"/>
                  </a:lnTo>
                  <a:lnTo>
                    <a:pt x="727137" y="5404925"/>
                  </a:lnTo>
                  <a:lnTo>
                    <a:pt x="727230" y="5404925"/>
                  </a:lnTo>
                  <a:lnTo>
                    <a:pt x="727323" y="5404925"/>
                  </a:lnTo>
                  <a:lnTo>
                    <a:pt x="727790" y="5404925"/>
                  </a:lnTo>
                  <a:lnTo>
                    <a:pt x="727883" y="5404925"/>
                  </a:lnTo>
                  <a:lnTo>
                    <a:pt x="728069" y="5404925"/>
                  </a:lnTo>
                  <a:lnTo>
                    <a:pt x="728163" y="5404925"/>
                  </a:lnTo>
                  <a:lnTo>
                    <a:pt x="728256" y="5404925"/>
                  </a:lnTo>
                  <a:lnTo>
                    <a:pt x="728442" y="5404925"/>
                  </a:lnTo>
                  <a:lnTo>
                    <a:pt x="728629" y="5404925"/>
                  </a:lnTo>
                  <a:lnTo>
                    <a:pt x="728722" y="5404925"/>
                  </a:lnTo>
                  <a:lnTo>
                    <a:pt x="728815" y="5404925"/>
                  </a:lnTo>
                  <a:lnTo>
                    <a:pt x="728908" y="5404925"/>
                  </a:lnTo>
                  <a:lnTo>
                    <a:pt x="729095" y="5404925"/>
                  </a:lnTo>
                  <a:lnTo>
                    <a:pt x="729188" y="5404925"/>
                  </a:lnTo>
                  <a:lnTo>
                    <a:pt x="729375" y="5404925"/>
                  </a:lnTo>
                  <a:lnTo>
                    <a:pt x="729468" y="5404925"/>
                  </a:lnTo>
                  <a:lnTo>
                    <a:pt x="729561" y="5404925"/>
                  </a:lnTo>
                  <a:lnTo>
                    <a:pt x="729748" y="5404925"/>
                  </a:lnTo>
                  <a:lnTo>
                    <a:pt x="729934" y="5404925"/>
                  </a:lnTo>
                  <a:lnTo>
                    <a:pt x="730027" y="5404925"/>
                  </a:lnTo>
                  <a:lnTo>
                    <a:pt x="730587" y="5404925"/>
                  </a:lnTo>
                  <a:lnTo>
                    <a:pt x="730960" y="5404925"/>
                  </a:lnTo>
                  <a:lnTo>
                    <a:pt x="731146" y="5404925"/>
                  </a:lnTo>
                  <a:lnTo>
                    <a:pt x="731240" y="5404925"/>
                  </a:lnTo>
                  <a:lnTo>
                    <a:pt x="731333" y="5404925"/>
                  </a:lnTo>
                  <a:lnTo>
                    <a:pt x="731426" y="5404925"/>
                  </a:lnTo>
                  <a:lnTo>
                    <a:pt x="731706" y="5404925"/>
                  </a:lnTo>
                  <a:lnTo>
                    <a:pt x="731799" y="5404925"/>
                  </a:lnTo>
                  <a:lnTo>
                    <a:pt x="731892" y="5404925"/>
                  </a:lnTo>
                  <a:lnTo>
                    <a:pt x="731986" y="5404925"/>
                  </a:lnTo>
                  <a:lnTo>
                    <a:pt x="732172" y="5404925"/>
                  </a:lnTo>
                  <a:lnTo>
                    <a:pt x="732265" y="5404925"/>
                  </a:lnTo>
                  <a:lnTo>
                    <a:pt x="732359" y="5404925"/>
                  </a:lnTo>
                  <a:lnTo>
                    <a:pt x="733105" y="5404925"/>
                  </a:lnTo>
                  <a:lnTo>
                    <a:pt x="733198" y="5404925"/>
                  </a:lnTo>
                  <a:lnTo>
                    <a:pt x="733291" y="5404925"/>
                  </a:lnTo>
                  <a:lnTo>
                    <a:pt x="733478" y="5404925"/>
                  </a:lnTo>
                  <a:lnTo>
                    <a:pt x="733664" y="5404925"/>
                  </a:lnTo>
                  <a:lnTo>
                    <a:pt x="733944" y="5404925"/>
                  </a:lnTo>
                  <a:lnTo>
                    <a:pt x="734130" y="5404925"/>
                  </a:lnTo>
                  <a:lnTo>
                    <a:pt x="734317" y="5404925"/>
                  </a:lnTo>
                  <a:lnTo>
                    <a:pt x="734410" y="5404925"/>
                  </a:lnTo>
                  <a:lnTo>
                    <a:pt x="734503" y="5404925"/>
                  </a:lnTo>
                  <a:lnTo>
                    <a:pt x="734597" y="5404925"/>
                  </a:lnTo>
                  <a:lnTo>
                    <a:pt x="734783" y="5404925"/>
                  </a:lnTo>
                  <a:lnTo>
                    <a:pt x="735063" y="5404925"/>
                  </a:lnTo>
                  <a:lnTo>
                    <a:pt x="735156" y="5404925"/>
                  </a:lnTo>
                  <a:lnTo>
                    <a:pt x="735249" y="5404925"/>
                  </a:lnTo>
                  <a:lnTo>
                    <a:pt x="735343" y="5404925"/>
                  </a:lnTo>
                  <a:lnTo>
                    <a:pt x="735809" y="5404925"/>
                  </a:lnTo>
                  <a:lnTo>
                    <a:pt x="735902" y="5404925"/>
                  </a:lnTo>
                  <a:lnTo>
                    <a:pt x="735995" y="5404925"/>
                  </a:lnTo>
                  <a:lnTo>
                    <a:pt x="736555" y="5404925"/>
                  </a:lnTo>
                  <a:lnTo>
                    <a:pt x="736648" y="5404925"/>
                  </a:lnTo>
                  <a:lnTo>
                    <a:pt x="737021" y="5404925"/>
                  </a:lnTo>
                  <a:lnTo>
                    <a:pt x="737114" y="5404925"/>
                  </a:lnTo>
                  <a:lnTo>
                    <a:pt x="737207" y="5404925"/>
                  </a:lnTo>
                  <a:lnTo>
                    <a:pt x="737301" y="5404925"/>
                  </a:lnTo>
                  <a:lnTo>
                    <a:pt x="737394" y="5404925"/>
                  </a:lnTo>
                  <a:lnTo>
                    <a:pt x="737580" y="5404925"/>
                  </a:lnTo>
                  <a:lnTo>
                    <a:pt x="737674" y="5404925"/>
                  </a:lnTo>
                  <a:lnTo>
                    <a:pt x="737767" y="5404925"/>
                  </a:lnTo>
                  <a:lnTo>
                    <a:pt x="737860" y="5404925"/>
                  </a:lnTo>
                  <a:lnTo>
                    <a:pt x="737953" y="5404925"/>
                  </a:lnTo>
                  <a:lnTo>
                    <a:pt x="738047" y="5404925"/>
                  </a:lnTo>
                  <a:lnTo>
                    <a:pt x="738140" y="5404925"/>
                  </a:lnTo>
                  <a:lnTo>
                    <a:pt x="738233" y="5404925"/>
                  </a:lnTo>
                  <a:lnTo>
                    <a:pt x="738326" y="5404925"/>
                  </a:lnTo>
                  <a:lnTo>
                    <a:pt x="738420" y="5404925"/>
                  </a:lnTo>
                  <a:lnTo>
                    <a:pt x="738699" y="5404925"/>
                  </a:lnTo>
                  <a:lnTo>
                    <a:pt x="738793" y="5404925"/>
                  </a:lnTo>
                  <a:lnTo>
                    <a:pt x="738886" y="5404925"/>
                  </a:lnTo>
                  <a:lnTo>
                    <a:pt x="738979" y="5404925"/>
                  </a:lnTo>
                  <a:lnTo>
                    <a:pt x="739072" y="5404925"/>
                  </a:lnTo>
                  <a:lnTo>
                    <a:pt x="739539" y="5404925"/>
                  </a:lnTo>
                  <a:lnTo>
                    <a:pt x="739632" y="5404925"/>
                  </a:lnTo>
                  <a:lnTo>
                    <a:pt x="739725" y="5404925"/>
                  </a:lnTo>
                  <a:lnTo>
                    <a:pt x="739818" y="5404925"/>
                  </a:lnTo>
                  <a:lnTo>
                    <a:pt x="739912" y="5404925"/>
                  </a:lnTo>
                  <a:lnTo>
                    <a:pt x="740005" y="5404925"/>
                  </a:lnTo>
                  <a:lnTo>
                    <a:pt x="740285" y="5404925"/>
                  </a:lnTo>
                  <a:lnTo>
                    <a:pt x="740378" y="5404925"/>
                  </a:lnTo>
                  <a:lnTo>
                    <a:pt x="740471" y="5404925"/>
                  </a:lnTo>
                  <a:lnTo>
                    <a:pt x="740937" y="5404925"/>
                  </a:lnTo>
                  <a:lnTo>
                    <a:pt x="741124" y="5404925"/>
                  </a:lnTo>
                  <a:lnTo>
                    <a:pt x="741217" y="5404925"/>
                  </a:lnTo>
                  <a:lnTo>
                    <a:pt x="741590" y="5404925"/>
                  </a:lnTo>
                  <a:lnTo>
                    <a:pt x="741683" y="5404925"/>
                  </a:lnTo>
                  <a:lnTo>
                    <a:pt x="741777" y="5404925"/>
                  </a:lnTo>
                  <a:lnTo>
                    <a:pt x="741870" y="5404925"/>
                  </a:lnTo>
                  <a:lnTo>
                    <a:pt x="742150" y="5404925"/>
                  </a:lnTo>
                  <a:lnTo>
                    <a:pt x="742243" y="5404925"/>
                  </a:lnTo>
                  <a:lnTo>
                    <a:pt x="742336" y="5404925"/>
                  </a:lnTo>
                  <a:lnTo>
                    <a:pt x="742616" y="5404925"/>
                  </a:lnTo>
                  <a:lnTo>
                    <a:pt x="742709" y="5404925"/>
                  </a:lnTo>
                  <a:lnTo>
                    <a:pt x="742802" y="5404925"/>
                  </a:lnTo>
                  <a:lnTo>
                    <a:pt x="742895" y="5404925"/>
                  </a:lnTo>
                  <a:lnTo>
                    <a:pt x="742989" y="5404925"/>
                  </a:lnTo>
                  <a:lnTo>
                    <a:pt x="743082" y="5404925"/>
                  </a:lnTo>
                  <a:lnTo>
                    <a:pt x="743268" y="5404925"/>
                  </a:lnTo>
                  <a:lnTo>
                    <a:pt x="743362" y="5404925"/>
                  </a:lnTo>
                  <a:lnTo>
                    <a:pt x="743641" y="5404925"/>
                  </a:lnTo>
                  <a:lnTo>
                    <a:pt x="743735" y="5404925"/>
                  </a:lnTo>
                  <a:lnTo>
                    <a:pt x="743828" y="5404925"/>
                  </a:lnTo>
                  <a:lnTo>
                    <a:pt x="744294" y="5404925"/>
                  </a:lnTo>
                  <a:lnTo>
                    <a:pt x="744387" y="5404925"/>
                  </a:lnTo>
                  <a:lnTo>
                    <a:pt x="744481" y="5404925"/>
                  </a:lnTo>
                  <a:lnTo>
                    <a:pt x="744574" y="5404925"/>
                  </a:lnTo>
                  <a:lnTo>
                    <a:pt x="744667" y="5404925"/>
                  </a:lnTo>
                  <a:lnTo>
                    <a:pt x="744760" y="5404925"/>
                  </a:lnTo>
                  <a:lnTo>
                    <a:pt x="745133" y="5404925"/>
                  </a:lnTo>
                  <a:lnTo>
                    <a:pt x="745320" y="5404925"/>
                  </a:lnTo>
                  <a:lnTo>
                    <a:pt x="745413" y="5404925"/>
                  </a:lnTo>
                  <a:lnTo>
                    <a:pt x="745506" y="5404925"/>
                  </a:lnTo>
                  <a:lnTo>
                    <a:pt x="745600" y="5404925"/>
                  </a:lnTo>
                  <a:lnTo>
                    <a:pt x="745693" y="5404925"/>
                  </a:lnTo>
                  <a:lnTo>
                    <a:pt x="745786" y="5404925"/>
                  </a:lnTo>
                  <a:lnTo>
                    <a:pt x="745973" y="5404925"/>
                  </a:lnTo>
                  <a:lnTo>
                    <a:pt x="746532" y="5404925"/>
                  </a:lnTo>
                  <a:lnTo>
                    <a:pt x="746719" y="5404925"/>
                  </a:lnTo>
                  <a:lnTo>
                    <a:pt x="746905" y="5404925"/>
                  </a:lnTo>
                  <a:lnTo>
                    <a:pt x="747092" y="5404925"/>
                  </a:lnTo>
                  <a:lnTo>
                    <a:pt x="747278" y="5404925"/>
                  </a:lnTo>
                  <a:lnTo>
                    <a:pt x="747371" y="5404925"/>
                  </a:lnTo>
                  <a:lnTo>
                    <a:pt x="747465" y="5404925"/>
                  </a:lnTo>
                  <a:lnTo>
                    <a:pt x="747558" y="5404925"/>
                  </a:lnTo>
                  <a:lnTo>
                    <a:pt x="747651" y="5404925"/>
                  </a:lnTo>
                  <a:lnTo>
                    <a:pt x="747744" y="5404925"/>
                  </a:lnTo>
                  <a:lnTo>
                    <a:pt x="747838" y="5404925"/>
                  </a:lnTo>
                  <a:lnTo>
                    <a:pt x="748024" y="5404925"/>
                  </a:lnTo>
                  <a:lnTo>
                    <a:pt x="748117" y="5404925"/>
                  </a:lnTo>
                  <a:lnTo>
                    <a:pt x="748211" y="5404925"/>
                  </a:lnTo>
                  <a:lnTo>
                    <a:pt x="748304" y="5404925"/>
                  </a:lnTo>
                  <a:lnTo>
                    <a:pt x="748490" y="5404925"/>
                  </a:lnTo>
                  <a:lnTo>
                    <a:pt x="748584" y="5404925"/>
                  </a:lnTo>
                  <a:lnTo>
                    <a:pt x="748677" y="5404925"/>
                  </a:lnTo>
                  <a:lnTo>
                    <a:pt x="748863" y="5404925"/>
                  </a:lnTo>
                  <a:lnTo>
                    <a:pt x="749050" y="5404925"/>
                  </a:lnTo>
                  <a:lnTo>
                    <a:pt x="749143" y="5404925"/>
                  </a:lnTo>
                  <a:lnTo>
                    <a:pt x="749329" y="5404925"/>
                  </a:lnTo>
                  <a:lnTo>
                    <a:pt x="749423" y="5404925"/>
                  </a:lnTo>
                  <a:lnTo>
                    <a:pt x="749516" y="5404925"/>
                  </a:lnTo>
                  <a:lnTo>
                    <a:pt x="749609" y="5404925"/>
                  </a:lnTo>
                  <a:lnTo>
                    <a:pt x="749796" y="5404925"/>
                  </a:lnTo>
                  <a:lnTo>
                    <a:pt x="749889" y="5404925"/>
                  </a:lnTo>
                  <a:lnTo>
                    <a:pt x="750169" y="5404925"/>
                  </a:lnTo>
                  <a:lnTo>
                    <a:pt x="750262" y="5404925"/>
                  </a:lnTo>
                  <a:lnTo>
                    <a:pt x="750355" y="5404925"/>
                  </a:lnTo>
                  <a:lnTo>
                    <a:pt x="750448" y="5404925"/>
                  </a:lnTo>
                  <a:lnTo>
                    <a:pt x="750542" y="5404925"/>
                  </a:lnTo>
                  <a:lnTo>
                    <a:pt x="750635" y="5404925"/>
                  </a:lnTo>
                  <a:lnTo>
                    <a:pt x="750728" y="5404925"/>
                  </a:lnTo>
                  <a:lnTo>
                    <a:pt x="750915" y="5404925"/>
                  </a:lnTo>
                  <a:lnTo>
                    <a:pt x="751008" y="5404925"/>
                  </a:lnTo>
                  <a:lnTo>
                    <a:pt x="751101" y="5404925"/>
                  </a:lnTo>
                  <a:lnTo>
                    <a:pt x="751194" y="5404925"/>
                  </a:lnTo>
                  <a:lnTo>
                    <a:pt x="751381" y="5404925"/>
                  </a:lnTo>
                  <a:lnTo>
                    <a:pt x="751474" y="5404925"/>
                  </a:lnTo>
                  <a:lnTo>
                    <a:pt x="751567" y="5394971"/>
                  </a:lnTo>
                  <a:lnTo>
                    <a:pt x="751661" y="5394971"/>
                  </a:lnTo>
                  <a:lnTo>
                    <a:pt x="751754" y="5394971"/>
                  </a:lnTo>
                  <a:lnTo>
                    <a:pt x="751847" y="5394971"/>
                  </a:lnTo>
                  <a:lnTo>
                    <a:pt x="751940" y="5394971"/>
                  </a:lnTo>
                  <a:lnTo>
                    <a:pt x="752313" y="5394971"/>
                  </a:lnTo>
                  <a:lnTo>
                    <a:pt x="752500" y="5394971"/>
                  </a:lnTo>
                  <a:lnTo>
                    <a:pt x="752593" y="5394971"/>
                  </a:lnTo>
                  <a:lnTo>
                    <a:pt x="752686" y="5394971"/>
                  </a:lnTo>
                  <a:lnTo>
                    <a:pt x="752780" y="5394971"/>
                  </a:lnTo>
                  <a:lnTo>
                    <a:pt x="752873" y="5394971"/>
                  </a:lnTo>
                  <a:lnTo>
                    <a:pt x="752966" y="5394971"/>
                  </a:lnTo>
                  <a:lnTo>
                    <a:pt x="753059" y="5394971"/>
                  </a:lnTo>
                  <a:lnTo>
                    <a:pt x="753153" y="5394971"/>
                  </a:lnTo>
                  <a:lnTo>
                    <a:pt x="753339" y="5394971"/>
                  </a:lnTo>
                  <a:lnTo>
                    <a:pt x="753432" y="5394971"/>
                  </a:lnTo>
                  <a:lnTo>
                    <a:pt x="753526" y="5394971"/>
                  </a:lnTo>
                  <a:lnTo>
                    <a:pt x="753712" y="5394971"/>
                  </a:lnTo>
                  <a:lnTo>
                    <a:pt x="753805" y="5394971"/>
                  </a:lnTo>
                  <a:lnTo>
                    <a:pt x="753899" y="5394971"/>
                  </a:lnTo>
                  <a:lnTo>
                    <a:pt x="753992" y="5394971"/>
                  </a:lnTo>
                  <a:lnTo>
                    <a:pt x="754272" y="5394971"/>
                  </a:lnTo>
                  <a:lnTo>
                    <a:pt x="754365" y="5394971"/>
                  </a:lnTo>
                  <a:lnTo>
                    <a:pt x="754458" y="5394971"/>
                  </a:lnTo>
                  <a:lnTo>
                    <a:pt x="754645" y="5394971"/>
                  </a:lnTo>
                  <a:lnTo>
                    <a:pt x="754738" y="5394971"/>
                  </a:lnTo>
                  <a:lnTo>
                    <a:pt x="754831" y="5394971"/>
                  </a:lnTo>
                  <a:lnTo>
                    <a:pt x="755018" y="5394971"/>
                  </a:lnTo>
                  <a:lnTo>
                    <a:pt x="755111" y="5394971"/>
                  </a:lnTo>
                  <a:lnTo>
                    <a:pt x="755204" y="5394971"/>
                  </a:lnTo>
                  <a:lnTo>
                    <a:pt x="755297" y="5394971"/>
                  </a:lnTo>
                  <a:lnTo>
                    <a:pt x="755391" y="5394971"/>
                  </a:lnTo>
                  <a:lnTo>
                    <a:pt x="755577" y="5394971"/>
                  </a:lnTo>
                  <a:lnTo>
                    <a:pt x="755670" y="5394971"/>
                  </a:lnTo>
                  <a:lnTo>
                    <a:pt x="755857" y="5394971"/>
                  </a:lnTo>
                  <a:lnTo>
                    <a:pt x="755950" y="5394971"/>
                  </a:lnTo>
                  <a:lnTo>
                    <a:pt x="756323" y="5394971"/>
                  </a:lnTo>
                  <a:lnTo>
                    <a:pt x="756416" y="5394971"/>
                  </a:lnTo>
                  <a:lnTo>
                    <a:pt x="756603" y="5394971"/>
                  </a:lnTo>
                  <a:lnTo>
                    <a:pt x="756696" y="5394971"/>
                  </a:lnTo>
                  <a:lnTo>
                    <a:pt x="756789" y="5394971"/>
                  </a:lnTo>
                  <a:lnTo>
                    <a:pt x="756882" y="5394971"/>
                  </a:lnTo>
                  <a:lnTo>
                    <a:pt x="756976" y="5394971"/>
                  </a:lnTo>
                  <a:lnTo>
                    <a:pt x="757162" y="5394971"/>
                  </a:lnTo>
                  <a:lnTo>
                    <a:pt x="757442" y="5394971"/>
                  </a:lnTo>
                  <a:lnTo>
                    <a:pt x="757628" y="5394971"/>
                  </a:lnTo>
                  <a:lnTo>
                    <a:pt x="757722" y="5394971"/>
                  </a:lnTo>
                  <a:lnTo>
                    <a:pt x="758001" y="5394971"/>
                  </a:lnTo>
                  <a:lnTo>
                    <a:pt x="758281" y="5394971"/>
                  </a:lnTo>
                  <a:lnTo>
                    <a:pt x="758374" y="5394971"/>
                  </a:lnTo>
                  <a:lnTo>
                    <a:pt x="758561" y="5394971"/>
                  </a:lnTo>
                  <a:lnTo>
                    <a:pt x="758747" y="5394971"/>
                  </a:lnTo>
                  <a:lnTo>
                    <a:pt x="758841" y="5394971"/>
                  </a:lnTo>
                  <a:lnTo>
                    <a:pt x="758934" y="5394971"/>
                  </a:lnTo>
                  <a:lnTo>
                    <a:pt x="759027" y="5394971"/>
                  </a:lnTo>
                  <a:lnTo>
                    <a:pt x="759307" y="5394971"/>
                  </a:lnTo>
                  <a:lnTo>
                    <a:pt x="759400" y="5394971"/>
                  </a:lnTo>
                  <a:lnTo>
                    <a:pt x="759493" y="5394971"/>
                  </a:lnTo>
                  <a:lnTo>
                    <a:pt x="759680" y="5394971"/>
                  </a:lnTo>
                  <a:lnTo>
                    <a:pt x="759773" y="5394971"/>
                  </a:lnTo>
                  <a:lnTo>
                    <a:pt x="759960" y="5394971"/>
                  </a:lnTo>
                  <a:lnTo>
                    <a:pt x="760333" y="5394971"/>
                  </a:lnTo>
                  <a:lnTo>
                    <a:pt x="760426" y="5394971"/>
                  </a:lnTo>
                  <a:lnTo>
                    <a:pt x="760519" y="5394971"/>
                  </a:lnTo>
                  <a:lnTo>
                    <a:pt x="760612" y="5394971"/>
                  </a:lnTo>
                  <a:lnTo>
                    <a:pt x="760706" y="5394971"/>
                  </a:lnTo>
                  <a:lnTo>
                    <a:pt x="760892" y="5394971"/>
                  </a:lnTo>
                  <a:lnTo>
                    <a:pt x="760985" y="5394971"/>
                  </a:lnTo>
                  <a:lnTo>
                    <a:pt x="760985" y="5385018"/>
                  </a:lnTo>
                  <a:lnTo>
                    <a:pt x="761172" y="5385018"/>
                  </a:lnTo>
                  <a:lnTo>
                    <a:pt x="761265" y="5385018"/>
                  </a:lnTo>
                  <a:lnTo>
                    <a:pt x="761358" y="5385018"/>
                  </a:lnTo>
                  <a:lnTo>
                    <a:pt x="761545" y="5385018"/>
                  </a:lnTo>
                  <a:lnTo>
                    <a:pt x="761638" y="5385018"/>
                  </a:lnTo>
                  <a:lnTo>
                    <a:pt x="761731" y="5385018"/>
                  </a:lnTo>
                  <a:lnTo>
                    <a:pt x="761825" y="5385018"/>
                  </a:lnTo>
                  <a:lnTo>
                    <a:pt x="761918" y="5385018"/>
                  </a:lnTo>
                  <a:lnTo>
                    <a:pt x="762011" y="5385018"/>
                  </a:lnTo>
                  <a:lnTo>
                    <a:pt x="762198" y="5385018"/>
                  </a:lnTo>
                  <a:lnTo>
                    <a:pt x="762477" y="5385018"/>
                  </a:lnTo>
                  <a:lnTo>
                    <a:pt x="762571" y="5385018"/>
                  </a:lnTo>
                  <a:lnTo>
                    <a:pt x="762664" y="5385018"/>
                  </a:lnTo>
                  <a:lnTo>
                    <a:pt x="762850" y="5385018"/>
                  </a:lnTo>
                  <a:lnTo>
                    <a:pt x="763037" y="5385018"/>
                  </a:lnTo>
                  <a:lnTo>
                    <a:pt x="763130" y="5385018"/>
                  </a:lnTo>
                  <a:lnTo>
                    <a:pt x="763596" y="5385018"/>
                  </a:lnTo>
                  <a:lnTo>
                    <a:pt x="763689" y="5385018"/>
                  </a:lnTo>
                  <a:lnTo>
                    <a:pt x="763783" y="5385018"/>
                  </a:lnTo>
                  <a:lnTo>
                    <a:pt x="763969" y="5385018"/>
                  </a:lnTo>
                  <a:lnTo>
                    <a:pt x="764062" y="5385018"/>
                  </a:lnTo>
                  <a:lnTo>
                    <a:pt x="764156" y="5385018"/>
                  </a:lnTo>
                  <a:lnTo>
                    <a:pt x="764622" y="5385018"/>
                  </a:lnTo>
                  <a:lnTo>
                    <a:pt x="764715" y="5385018"/>
                  </a:lnTo>
                  <a:lnTo>
                    <a:pt x="764808" y="5385018"/>
                  </a:lnTo>
                  <a:lnTo>
                    <a:pt x="764902" y="5385018"/>
                  </a:lnTo>
                  <a:lnTo>
                    <a:pt x="764995" y="5385018"/>
                  </a:lnTo>
                  <a:lnTo>
                    <a:pt x="765088" y="5385018"/>
                  </a:lnTo>
                  <a:lnTo>
                    <a:pt x="765181" y="5385018"/>
                  </a:lnTo>
                  <a:lnTo>
                    <a:pt x="765275" y="5385018"/>
                  </a:lnTo>
                  <a:lnTo>
                    <a:pt x="765368" y="5385018"/>
                  </a:lnTo>
                  <a:lnTo>
                    <a:pt x="765461" y="5385018"/>
                  </a:lnTo>
                  <a:lnTo>
                    <a:pt x="765554" y="5385018"/>
                  </a:lnTo>
                  <a:lnTo>
                    <a:pt x="765648" y="5385018"/>
                  </a:lnTo>
                  <a:lnTo>
                    <a:pt x="765834" y="5385018"/>
                  </a:lnTo>
                  <a:lnTo>
                    <a:pt x="765927" y="5385018"/>
                  </a:lnTo>
                  <a:lnTo>
                    <a:pt x="766021" y="5385018"/>
                  </a:lnTo>
                  <a:lnTo>
                    <a:pt x="766114" y="5385018"/>
                  </a:lnTo>
                  <a:lnTo>
                    <a:pt x="766487" y="5375064"/>
                  </a:lnTo>
                  <a:lnTo>
                    <a:pt x="766580" y="5375064"/>
                  </a:lnTo>
                  <a:lnTo>
                    <a:pt x="766673" y="5375064"/>
                  </a:lnTo>
                  <a:lnTo>
                    <a:pt x="766767" y="5375064"/>
                  </a:lnTo>
                  <a:lnTo>
                    <a:pt x="766953" y="5375064"/>
                  </a:lnTo>
                  <a:lnTo>
                    <a:pt x="767046" y="5375064"/>
                  </a:lnTo>
                  <a:lnTo>
                    <a:pt x="767233" y="5375064"/>
                  </a:lnTo>
                  <a:lnTo>
                    <a:pt x="767419" y="5375064"/>
                  </a:lnTo>
                  <a:lnTo>
                    <a:pt x="767513" y="5375064"/>
                  </a:lnTo>
                  <a:lnTo>
                    <a:pt x="767606" y="5375064"/>
                  </a:lnTo>
                  <a:lnTo>
                    <a:pt x="767699" y="5375064"/>
                  </a:lnTo>
                  <a:lnTo>
                    <a:pt x="767792" y="5375064"/>
                  </a:lnTo>
                  <a:lnTo>
                    <a:pt x="767886" y="5375064"/>
                  </a:lnTo>
                  <a:lnTo>
                    <a:pt x="767979" y="5375064"/>
                  </a:lnTo>
                  <a:lnTo>
                    <a:pt x="768072" y="5375064"/>
                  </a:lnTo>
                  <a:lnTo>
                    <a:pt x="768259" y="5375064"/>
                  </a:lnTo>
                  <a:lnTo>
                    <a:pt x="768352" y="5375064"/>
                  </a:lnTo>
                  <a:lnTo>
                    <a:pt x="768445" y="5375064"/>
                  </a:lnTo>
                  <a:lnTo>
                    <a:pt x="768538" y="5375064"/>
                  </a:lnTo>
                  <a:lnTo>
                    <a:pt x="768632" y="5375064"/>
                  </a:lnTo>
                  <a:lnTo>
                    <a:pt x="768725" y="5375064"/>
                  </a:lnTo>
                  <a:lnTo>
                    <a:pt x="769284" y="5375064"/>
                  </a:lnTo>
                  <a:lnTo>
                    <a:pt x="769378" y="5375064"/>
                  </a:lnTo>
                  <a:lnTo>
                    <a:pt x="769471" y="5375064"/>
                  </a:lnTo>
                  <a:lnTo>
                    <a:pt x="769564" y="5375064"/>
                  </a:lnTo>
                  <a:lnTo>
                    <a:pt x="769564" y="5365110"/>
                  </a:lnTo>
                  <a:lnTo>
                    <a:pt x="769751" y="5365110"/>
                  </a:lnTo>
                  <a:lnTo>
                    <a:pt x="769844" y="5365110"/>
                  </a:lnTo>
                  <a:lnTo>
                    <a:pt x="769937" y="5365110"/>
                  </a:lnTo>
                  <a:lnTo>
                    <a:pt x="770030" y="5365110"/>
                  </a:lnTo>
                  <a:lnTo>
                    <a:pt x="770217" y="5365110"/>
                  </a:lnTo>
                  <a:lnTo>
                    <a:pt x="770310" y="5365110"/>
                  </a:lnTo>
                  <a:lnTo>
                    <a:pt x="770403" y="5365110"/>
                  </a:lnTo>
                  <a:lnTo>
                    <a:pt x="770590" y="5365110"/>
                  </a:lnTo>
                  <a:lnTo>
                    <a:pt x="770683" y="5365110"/>
                  </a:lnTo>
                  <a:lnTo>
                    <a:pt x="770776" y="5365110"/>
                  </a:lnTo>
                  <a:lnTo>
                    <a:pt x="770869" y="5365110"/>
                  </a:lnTo>
                  <a:lnTo>
                    <a:pt x="770963" y="5365110"/>
                  </a:lnTo>
                  <a:lnTo>
                    <a:pt x="771056" y="5365110"/>
                  </a:lnTo>
                  <a:lnTo>
                    <a:pt x="771242" y="5365110"/>
                  </a:lnTo>
                  <a:lnTo>
                    <a:pt x="771336" y="5365110"/>
                  </a:lnTo>
                  <a:lnTo>
                    <a:pt x="771429" y="5365110"/>
                  </a:lnTo>
                  <a:lnTo>
                    <a:pt x="771522" y="5365110"/>
                  </a:lnTo>
                  <a:lnTo>
                    <a:pt x="772268" y="5365110"/>
                  </a:lnTo>
                  <a:lnTo>
                    <a:pt x="772361" y="5365110"/>
                  </a:lnTo>
                  <a:lnTo>
                    <a:pt x="772455" y="5365110"/>
                  </a:lnTo>
                  <a:lnTo>
                    <a:pt x="772548" y="5365110"/>
                  </a:lnTo>
                  <a:lnTo>
                    <a:pt x="772641" y="5365110"/>
                  </a:lnTo>
                  <a:lnTo>
                    <a:pt x="772734" y="5365110"/>
                  </a:lnTo>
                  <a:lnTo>
                    <a:pt x="772828" y="5365110"/>
                  </a:lnTo>
                  <a:lnTo>
                    <a:pt x="772921" y="5365110"/>
                  </a:lnTo>
                  <a:lnTo>
                    <a:pt x="773107" y="5365110"/>
                  </a:lnTo>
                  <a:lnTo>
                    <a:pt x="773201" y="5365110"/>
                  </a:lnTo>
                  <a:lnTo>
                    <a:pt x="773574" y="5365110"/>
                  </a:lnTo>
                  <a:lnTo>
                    <a:pt x="773667" y="5365110"/>
                  </a:lnTo>
                  <a:lnTo>
                    <a:pt x="773760" y="5365110"/>
                  </a:lnTo>
                  <a:lnTo>
                    <a:pt x="773853" y="5365110"/>
                  </a:lnTo>
                  <a:lnTo>
                    <a:pt x="773947" y="5365110"/>
                  </a:lnTo>
                  <a:lnTo>
                    <a:pt x="774040" y="5365110"/>
                  </a:lnTo>
                  <a:lnTo>
                    <a:pt x="774226" y="5365110"/>
                  </a:lnTo>
                  <a:lnTo>
                    <a:pt x="774320" y="5365110"/>
                  </a:lnTo>
                  <a:lnTo>
                    <a:pt x="774506" y="5365110"/>
                  </a:lnTo>
                  <a:lnTo>
                    <a:pt x="774599" y="5365110"/>
                  </a:lnTo>
                  <a:lnTo>
                    <a:pt x="774693" y="5365110"/>
                  </a:lnTo>
                  <a:lnTo>
                    <a:pt x="774786" y="5365110"/>
                  </a:lnTo>
                  <a:lnTo>
                    <a:pt x="774879" y="5365110"/>
                  </a:lnTo>
                  <a:lnTo>
                    <a:pt x="775066" y="5365110"/>
                  </a:lnTo>
                  <a:lnTo>
                    <a:pt x="775159" y="5365110"/>
                  </a:lnTo>
                  <a:lnTo>
                    <a:pt x="775252" y="5365110"/>
                  </a:lnTo>
                  <a:lnTo>
                    <a:pt x="775532" y="5365110"/>
                  </a:lnTo>
                  <a:lnTo>
                    <a:pt x="775625" y="5365110"/>
                  </a:lnTo>
                  <a:lnTo>
                    <a:pt x="775718" y="5365110"/>
                  </a:lnTo>
                  <a:lnTo>
                    <a:pt x="775905" y="5365110"/>
                  </a:lnTo>
                  <a:lnTo>
                    <a:pt x="776091" y="5365110"/>
                  </a:lnTo>
                  <a:lnTo>
                    <a:pt x="776185" y="5365110"/>
                  </a:lnTo>
                  <a:lnTo>
                    <a:pt x="776278" y="5365110"/>
                  </a:lnTo>
                  <a:lnTo>
                    <a:pt x="776371" y="5365110"/>
                  </a:lnTo>
                  <a:lnTo>
                    <a:pt x="776464" y="5365110"/>
                  </a:lnTo>
                  <a:lnTo>
                    <a:pt x="776558" y="5365110"/>
                  </a:lnTo>
                  <a:lnTo>
                    <a:pt x="776744" y="5365110"/>
                  </a:lnTo>
                  <a:lnTo>
                    <a:pt x="776931" y="5365110"/>
                  </a:lnTo>
                  <a:lnTo>
                    <a:pt x="777303" y="5365110"/>
                  </a:lnTo>
                  <a:lnTo>
                    <a:pt x="777397" y="5365110"/>
                  </a:lnTo>
                  <a:lnTo>
                    <a:pt x="777490" y="5365110"/>
                  </a:lnTo>
                  <a:lnTo>
                    <a:pt x="777770" y="5365110"/>
                  </a:lnTo>
                  <a:lnTo>
                    <a:pt x="777956" y="5365110"/>
                  </a:lnTo>
                  <a:lnTo>
                    <a:pt x="778049" y="5365110"/>
                  </a:lnTo>
                  <a:lnTo>
                    <a:pt x="778143" y="5365110"/>
                  </a:lnTo>
                  <a:lnTo>
                    <a:pt x="778236" y="5365110"/>
                  </a:lnTo>
                  <a:lnTo>
                    <a:pt x="778329" y="5365110"/>
                  </a:lnTo>
                  <a:lnTo>
                    <a:pt x="778889" y="5365110"/>
                  </a:lnTo>
                  <a:lnTo>
                    <a:pt x="778982" y="5365110"/>
                  </a:lnTo>
                  <a:lnTo>
                    <a:pt x="779075" y="5365110"/>
                  </a:lnTo>
                  <a:lnTo>
                    <a:pt x="779262" y="5365110"/>
                  </a:lnTo>
                  <a:lnTo>
                    <a:pt x="779448" y="5365110"/>
                  </a:lnTo>
                  <a:lnTo>
                    <a:pt x="779541" y="5365110"/>
                  </a:lnTo>
                  <a:lnTo>
                    <a:pt x="779635" y="5365110"/>
                  </a:lnTo>
                  <a:lnTo>
                    <a:pt x="779728" y="5365110"/>
                  </a:lnTo>
                  <a:lnTo>
                    <a:pt x="779821" y="5365110"/>
                  </a:lnTo>
                  <a:lnTo>
                    <a:pt x="779914" y="5365110"/>
                  </a:lnTo>
                  <a:lnTo>
                    <a:pt x="780008" y="5365110"/>
                  </a:lnTo>
                  <a:lnTo>
                    <a:pt x="780101" y="5365110"/>
                  </a:lnTo>
                  <a:lnTo>
                    <a:pt x="780194" y="5365110"/>
                  </a:lnTo>
                  <a:lnTo>
                    <a:pt x="780287" y="5365110"/>
                  </a:lnTo>
                  <a:lnTo>
                    <a:pt x="780474" y="5365110"/>
                  </a:lnTo>
                  <a:lnTo>
                    <a:pt x="780567" y="5365110"/>
                  </a:lnTo>
                  <a:lnTo>
                    <a:pt x="780660" y="5365110"/>
                  </a:lnTo>
                  <a:lnTo>
                    <a:pt x="780940" y="5365110"/>
                  </a:lnTo>
                  <a:lnTo>
                    <a:pt x="781033" y="5365110"/>
                  </a:lnTo>
                  <a:lnTo>
                    <a:pt x="781127" y="5365110"/>
                  </a:lnTo>
                  <a:lnTo>
                    <a:pt x="781313" y="5365110"/>
                  </a:lnTo>
                  <a:lnTo>
                    <a:pt x="781406" y="5365110"/>
                  </a:lnTo>
                  <a:lnTo>
                    <a:pt x="781500" y="5365110"/>
                  </a:lnTo>
                  <a:lnTo>
                    <a:pt x="781593" y="5365110"/>
                  </a:lnTo>
                  <a:lnTo>
                    <a:pt x="781686" y="5365110"/>
                  </a:lnTo>
                  <a:lnTo>
                    <a:pt x="781966" y="5365110"/>
                  </a:lnTo>
                  <a:lnTo>
                    <a:pt x="782059" y="5365110"/>
                  </a:lnTo>
                  <a:lnTo>
                    <a:pt x="782152" y="5365110"/>
                  </a:lnTo>
                  <a:lnTo>
                    <a:pt x="782339" y="5365110"/>
                  </a:lnTo>
                  <a:lnTo>
                    <a:pt x="782432" y="5365110"/>
                  </a:lnTo>
                  <a:lnTo>
                    <a:pt x="782525" y="5365110"/>
                  </a:lnTo>
                  <a:lnTo>
                    <a:pt x="782619" y="5365110"/>
                  </a:lnTo>
                  <a:lnTo>
                    <a:pt x="782712" y="5365110"/>
                  </a:lnTo>
                  <a:lnTo>
                    <a:pt x="782805" y="5365110"/>
                  </a:lnTo>
                  <a:lnTo>
                    <a:pt x="782992" y="5365110"/>
                  </a:lnTo>
                  <a:lnTo>
                    <a:pt x="783178" y="5365110"/>
                  </a:lnTo>
                  <a:lnTo>
                    <a:pt x="783271" y="5365110"/>
                  </a:lnTo>
                  <a:lnTo>
                    <a:pt x="783458" y="5365110"/>
                  </a:lnTo>
                  <a:lnTo>
                    <a:pt x="783551" y="5365110"/>
                  </a:lnTo>
                  <a:lnTo>
                    <a:pt x="783644" y="5365110"/>
                  </a:lnTo>
                  <a:lnTo>
                    <a:pt x="783738" y="5365110"/>
                  </a:lnTo>
                  <a:lnTo>
                    <a:pt x="783924" y="5365110"/>
                  </a:lnTo>
                  <a:lnTo>
                    <a:pt x="784204" y="5365110"/>
                  </a:lnTo>
                  <a:lnTo>
                    <a:pt x="784297" y="5365110"/>
                  </a:lnTo>
                  <a:lnTo>
                    <a:pt x="784390" y="5365110"/>
                  </a:lnTo>
                  <a:lnTo>
                    <a:pt x="784670" y="5365110"/>
                  </a:lnTo>
                  <a:lnTo>
                    <a:pt x="784763" y="5365110"/>
                  </a:lnTo>
                  <a:lnTo>
                    <a:pt x="784950" y="5365110"/>
                  </a:lnTo>
                  <a:lnTo>
                    <a:pt x="785136" y="5365110"/>
                  </a:lnTo>
                  <a:lnTo>
                    <a:pt x="785229" y="5365110"/>
                  </a:lnTo>
                  <a:lnTo>
                    <a:pt x="785323" y="5365110"/>
                  </a:lnTo>
                  <a:lnTo>
                    <a:pt x="785602" y="5365110"/>
                  </a:lnTo>
                  <a:lnTo>
                    <a:pt x="785882" y="5365110"/>
                  </a:lnTo>
                  <a:lnTo>
                    <a:pt x="785975" y="5365110"/>
                  </a:lnTo>
                  <a:lnTo>
                    <a:pt x="786069" y="5365110"/>
                  </a:lnTo>
                  <a:lnTo>
                    <a:pt x="786162" y="5365110"/>
                  </a:lnTo>
                  <a:lnTo>
                    <a:pt x="786255" y="5365110"/>
                  </a:lnTo>
                  <a:lnTo>
                    <a:pt x="786348" y="5365110"/>
                  </a:lnTo>
                  <a:lnTo>
                    <a:pt x="786442" y="5365110"/>
                  </a:lnTo>
                  <a:lnTo>
                    <a:pt x="786535" y="5355156"/>
                  </a:lnTo>
                  <a:lnTo>
                    <a:pt x="786628" y="5355156"/>
                  </a:lnTo>
                  <a:lnTo>
                    <a:pt x="786721" y="5355156"/>
                  </a:lnTo>
                  <a:lnTo>
                    <a:pt x="786815" y="5355156"/>
                  </a:lnTo>
                  <a:lnTo>
                    <a:pt x="786908" y="5355156"/>
                  </a:lnTo>
                  <a:lnTo>
                    <a:pt x="787467" y="5355156"/>
                  </a:lnTo>
                  <a:lnTo>
                    <a:pt x="787561" y="5355156"/>
                  </a:lnTo>
                  <a:lnTo>
                    <a:pt x="787654" y="5355156"/>
                  </a:lnTo>
                  <a:lnTo>
                    <a:pt x="787840" y="5355156"/>
                  </a:lnTo>
                  <a:lnTo>
                    <a:pt x="787934" y="5355156"/>
                  </a:lnTo>
                  <a:lnTo>
                    <a:pt x="788027" y="5355156"/>
                  </a:lnTo>
                  <a:lnTo>
                    <a:pt x="788213" y="5355156"/>
                  </a:lnTo>
                  <a:lnTo>
                    <a:pt x="788307" y="5355156"/>
                  </a:lnTo>
                  <a:lnTo>
                    <a:pt x="788773" y="5355156"/>
                  </a:lnTo>
                  <a:lnTo>
                    <a:pt x="788866" y="5355156"/>
                  </a:lnTo>
                  <a:lnTo>
                    <a:pt x="788959" y="5355156"/>
                  </a:lnTo>
                  <a:lnTo>
                    <a:pt x="789053" y="5355156"/>
                  </a:lnTo>
                  <a:lnTo>
                    <a:pt x="789146" y="5355156"/>
                  </a:lnTo>
                  <a:lnTo>
                    <a:pt x="789332" y="5355156"/>
                  </a:lnTo>
                  <a:lnTo>
                    <a:pt x="789426" y="5355156"/>
                  </a:lnTo>
                  <a:lnTo>
                    <a:pt x="789612" y="5355156"/>
                  </a:lnTo>
                  <a:lnTo>
                    <a:pt x="789705" y="5355156"/>
                  </a:lnTo>
                  <a:lnTo>
                    <a:pt x="789799" y="5355156"/>
                  </a:lnTo>
                  <a:lnTo>
                    <a:pt x="789892" y="5355156"/>
                  </a:lnTo>
                  <a:lnTo>
                    <a:pt x="789985" y="5355156"/>
                  </a:lnTo>
                  <a:lnTo>
                    <a:pt x="790078" y="5355156"/>
                  </a:lnTo>
                  <a:lnTo>
                    <a:pt x="790451" y="5355156"/>
                  </a:lnTo>
                  <a:lnTo>
                    <a:pt x="790638" y="5355156"/>
                  </a:lnTo>
                  <a:lnTo>
                    <a:pt x="791011" y="5355156"/>
                  </a:lnTo>
                  <a:lnTo>
                    <a:pt x="791104" y="5355156"/>
                  </a:lnTo>
                  <a:lnTo>
                    <a:pt x="791290" y="5355156"/>
                  </a:lnTo>
                  <a:lnTo>
                    <a:pt x="791477" y="5355156"/>
                  </a:lnTo>
                  <a:lnTo>
                    <a:pt x="791663" y="5355156"/>
                  </a:lnTo>
                  <a:lnTo>
                    <a:pt x="791757" y="5355156"/>
                  </a:lnTo>
                  <a:lnTo>
                    <a:pt x="791850" y="5355156"/>
                  </a:lnTo>
                  <a:lnTo>
                    <a:pt x="791943" y="5355156"/>
                  </a:lnTo>
                  <a:lnTo>
                    <a:pt x="792036" y="5355156"/>
                  </a:lnTo>
                  <a:lnTo>
                    <a:pt x="792223" y="5355156"/>
                  </a:lnTo>
                  <a:lnTo>
                    <a:pt x="792409" y="5355156"/>
                  </a:lnTo>
                  <a:lnTo>
                    <a:pt x="792689" y="5355156"/>
                  </a:lnTo>
                  <a:lnTo>
                    <a:pt x="792782" y="5355156"/>
                  </a:lnTo>
                  <a:lnTo>
                    <a:pt x="792969" y="5355156"/>
                  </a:lnTo>
                  <a:lnTo>
                    <a:pt x="793062" y="5355156"/>
                  </a:lnTo>
                  <a:lnTo>
                    <a:pt x="793155" y="5355156"/>
                  </a:lnTo>
                  <a:lnTo>
                    <a:pt x="793249" y="5355156"/>
                  </a:lnTo>
                  <a:lnTo>
                    <a:pt x="793435" y="5355156"/>
                  </a:lnTo>
                  <a:lnTo>
                    <a:pt x="793622" y="5355156"/>
                  </a:lnTo>
                  <a:lnTo>
                    <a:pt x="793901" y="5355156"/>
                  </a:lnTo>
                  <a:lnTo>
                    <a:pt x="794088" y="5355156"/>
                  </a:lnTo>
                  <a:lnTo>
                    <a:pt x="794181" y="5355156"/>
                  </a:lnTo>
                  <a:lnTo>
                    <a:pt x="794368" y="5355156"/>
                  </a:lnTo>
                  <a:lnTo>
                    <a:pt x="794554" y="5355156"/>
                  </a:lnTo>
                  <a:lnTo>
                    <a:pt x="794647" y="5355156"/>
                  </a:lnTo>
                  <a:lnTo>
                    <a:pt x="794741" y="5355156"/>
                  </a:lnTo>
                  <a:lnTo>
                    <a:pt x="794834" y="5355156"/>
                  </a:lnTo>
                  <a:lnTo>
                    <a:pt x="794927" y="5355156"/>
                  </a:lnTo>
                  <a:lnTo>
                    <a:pt x="795207" y="5355156"/>
                  </a:lnTo>
                  <a:lnTo>
                    <a:pt x="795300" y="5355156"/>
                  </a:lnTo>
                  <a:lnTo>
                    <a:pt x="795580" y="5355156"/>
                  </a:lnTo>
                  <a:lnTo>
                    <a:pt x="795766" y="5355156"/>
                  </a:lnTo>
                  <a:lnTo>
                    <a:pt x="795860" y="5355156"/>
                  </a:lnTo>
                  <a:lnTo>
                    <a:pt x="796046" y="5355156"/>
                  </a:lnTo>
                  <a:lnTo>
                    <a:pt x="796139" y="5355156"/>
                  </a:lnTo>
                  <a:lnTo>
                    <a:pt x="796233" y="5345202"/>
                  </a:lnTo>
                  <a:lnTo>
                    <a:pt x="796326" y="5345202"/>
                  </a:lnTo>
                  <a:lnTo>
                    <a:pt x="796419" y="5345202"/>
                  </a:lnTo>
                  <a:lnTo>
                    <a:pt x="796512" y="5345202"/>
                  </a:lnTo>
                  <a:lnTo>
                    <a:pt x="796606" y="5345202"/>
                  </a:lnTo>
                  <a:lnTo>
                    <a:pt x="796699" y="5345202"/>
                  </a:lnTo>
                  <a:lnTo>
                    <a:pt x="796885" y="5345202"/>
                  </a:lnTo>
                  <a:lnTo>
                    <a:pt x="797072" y="5345202"/>
                  </a:lnTo>
                  <a:lnTo>
                    <a:pt x="797258" y="5345202"/>
                  </a:lnTo>
                  <a:lnTo>
                    <a:pt x="797352" y="5345202"/>
                  </a:lnTo>
                  <a:lnTo>
                    <a:pt x="797538" y="5345202"/>
                  </a:lnTo>
                  <a:lnTo>
                    <a:pt x="797631" y="5345202"/>
                  </a:lnTo>
                  <a:lnTo>
                    <a:pt x="797818" y="5345202"/>
                  </a:lnTo>
                  <a:lnTo>
                    <a:pt x="797911" y="5345202"/>
                  </a:lnTo>
                  <a:lnTo>
                    <a:pt x="798004" y="5345202"/>
                  </a:lnTo>
                  <a:lnTo>
                    <a:pt x="798097" y="5345202"/>
                  </a:lnTo>
                  <a:lnTo>
                    <a:pt x="798191" y="5345202"/>
                  </a:lnTo>
                  <a:lnTo>
                    <a:pt x="798284" y="5345202"/>
                  </a:lnTo>
                  <a:lnTo>
                    <a:pt x="798377" y="5345202"/>
                  </a:lnTo>
                  <a:lnTo>
                    <a:pt x="798470" y="5345202"/>
                  </a:lnTo>
                  <a:lnTo>
                    <a:pt x="798564" y="5345202"/>
                  </a:lnTo>
                  <a:lnTo>
                    <a:pt x="798564" y="5335248"/>
                  </a:lnTo>
                  <a:lnTo>
                    <a:pt x="798657" y="5335248"/>
                  </a:lnTo>
                  <a:lnTo>
                    <a:pt x="798843" y="5335248"/>
                  </a:lnTo>
                  <a:lnTo>
                    <a:pt x="798937" y="5335248"/>
                  </a:lnTo>
                  <a:lnTo>
                    <a:pt x="799030" y="5335248"/>
                  </a:lnTo>
                  <a:lnTo>
                    <a:pt x="799123" y="5335248"/>
                  </a:lnTo>
                  <a:lnTo>
                    <a:pt x="799403" y="5335248"/>
                  </a:lnTo>
                  <a:lnTo>
                    <a:pt x="799496" y="5335248"/>
                  </a:lnTo>
                  <a:lnTo>
                    <a:pt x="799776" y="5335248"/>
                  </a:lnTo>
                  <a:lnTo>
                    <a:pt x="799869" y="5335248"/>
                  </a:lnTo>
                  <a:lnTo>
                    <a:pt x="799962" y="5335248"/>
                  </a:lnTo>
                  <a:lnTo>
                    <a:pt x="800056" y="5335248"/>
                  </a:lnTo>
                  <a:lnTo>
                    <a:pt x="800149" y="5335248"/>
                  </a:lnTo>
                  <a:lnTo>
                    <a:pt x="800335" y="5335248"/>
                  </a:lnTo>
                  <a:lnTo>
                    <a:pt x="800429" y="5335248"/>
                  </a:lnTo>
                  <a:lnTo>
                    <a:pt x="800522" y="5335248"/>
                  </a:lnTo>
                  <a:lnTo>
                    <a:pt x="800615" y="5335248"/>
                  </a:lnTo>
                  <a:lnTo>
                    <a:pt x="800708" y="5335248"/>
                  </a:lnTo>
                  <a:lnTo>
                    <a:pt x="800802" y="5335248"/>
                  </a:lnTo>
                  <a:lnTo>
                    <a:pt x="800988" y="5335248"/>
                  </a:lnTo>
                  <a:lnTo>
                    <a:pt x="801081" y="5335248"/>
                  </a:lnTo>
                  <a:lnTo>
                    <a:pt x="801175" y="5335248"/>
                  </a:lnTo>
                  <a:lnTo>
                    <a:pt x="801268" y="5335248"/>
                  </a:lnTo>
                  <a:lnTo>
                    <a:pt x="801361" y="5335248"/>
                  </a:lnTo>
                  <a:lnTo>
                    <a:pt x="801454" y="5335248"/>
                  </a:lnTo>
                  <a:lnTo>
                    <a:pt x="801641" y="5335248"/>
                  </a:lnTo>
                  <a:lnTo>
                    <a:pt x="801734" y="5335248"/>
                  </a:lnTo>
                  <a:lnTo>
                    <a:pt x="802014" y="5335248"/>
                  </a:lnTo>
                  <a:lnTo>
                    <a:pt x="802200" y="5335248"/>
                  </a:lnTo>
                  <a:lnTo>
                    <a:pt x="802294" y="5335248"/>
                  </a:lnTo>
                  <a:lnTo>
                    <a:pt x="802480" y="5335248"/>
                  </a:lnTo>
                  <a:lnTo>
                    <a:pt x="802667" y="5335248"/>
                  </a:lnTo>
                  <a:lnTo>
                    <a:pt x="802760" y="5335248"/>
                  </a:lnTo>
                  <a:lnTo>
                    <a:pt x="802853" y="5335248"/>
                  </a:lnTo>
                  <a:lnTo>
                    <a:pt x="803040" y="5335248"/>
                  </a:lnTo>
                  <a:lnTo>
                    <a:pt x="803319" y="5335248"/>
                  </a:lnTo>
                  <a:lnTo>
                    <a:pt x="803413" y="5335248"/>
                  </a:lnTo>
                  <a:lnTo>
                    <a:pt x="803506" y="5335248"/>
                  </a:lnTo>
                  <a:lnTo>
                    <a:pt x="803692" y="5335248"/>
                  </a:lnTo>
                  <a:lnTo>
                    <a:pt x="803786" y="5335248"/>
                  </a:lnTo>
                  <a:lnTo>
                    <a:pt x="803972" y="5335248"/>
                  </a:lnTo>
                  <a:lnTo>
                    <a:pt x="804065" y="5335248"/>
                  </a:lnTo>
                  <a:lnTo>
                    <a:pt x="804159" y="5335248"/>
                  </a:lnTo>
                  <a:lnTo>
                    <a:pt x="804532" y="5335248"/>
                  </a:lnTo>
                  <a:lnTo>
                    <a:pt x="804625" y="5335248"/>
                  </a:lnTo>
                  <a:lnTo>
                    <a:pt x="804811" y="5335248"/>
                  </a:lnTo>
                  <a:lnTo>
                    <a:pt x="804998" y="5335248"/>
                  </a:lnTo>
                  <a:lnTo>
                    <a:pt x="805184" y="5335248"/>
                  </a:lnTo>
                  <a:lnTo>
                    <a:pt x="805277" y="5335248"/>
                  </a:lnTo>
                  <a:lnTo>
                    <a:pt x="805371" y="5335248"/>
                  </a:lnTo>
                  <a:lnTo>
                    <a:pt x="805464" y="5335248"/>
                  </a:lnTo>
                  <a:lnTo>
                    <a:pt x="805557" y="5335248"/>
                  </a:lnTo>
                  <a:lnTo>
                    <a:pt x="805837" y="5335248"/>
                  </a:lnTo>
                  <a:lnTo>
                    <a:pt x="806117" y="5335248"/>
                  </a:lnTo>
                  <a:lnTo>
                    <a:pt x="806210" y="5335248"/>
                  </a:lnTo>
                  <a:lnTo>
                    <a:pt x="806303" y="5335248"/>
                  </a:lnTo>
                  <a:lnTo>
                    <a:pt x="806396" y="5335248"/>
                  </a:lnTo>
                  <a:lnTo>
                    <a:pt x="806583" y="5335248"/>
                  </a:lnTo>
                  <a:lnTo>
                    <a:pt x="806676" y="5335248"/>
                  </a:lnTo>
                  <a:lnTo>
                    <a:pt x="806863" y="5335248"/>
                  </a:lnTo>
                  <a:lnTo>
                    <a:pt x="807049" y="5335248"/>
                  </a:lnTo>
                  <a:lnTo>
                    <a:pt x="807329" y="5335248"/>
                  </a:lnTo>
                  <a:lnTo>
                    <a:pt x="807422" y="5335248"/>
                  </a:lnTo>
                  <a:lnTo>
                    <a:pt x="807515" y="5335248"/>
                  </a:lnTo>
                  <a:lnTo>
                    <a:pt x="807609" y="5335248"/>
                  </a:lnTo>
                  <a:lnTo>
                    <a:pt x="807702" y="5335248"/>
                  </a:lnTo>
                  <a:lnTo>
                    <a:pt x="807888" y="5335248"/>
                  </a:lnTo>
                  <a:lnTo>
                    <a:pt x="808168" y="5335248"/>
                  </a:lnTo>
                  <a:lnTo>
                    <a:pt x="808355" y="5335248"/>
                  </a:lnTo>
                  <a:lnTo>
                    <a:pt x="808448" y="5335248"/>
                  </a:lnTo>
                  <a:lnTo>
                    <a:pt x="808634" y="5335248"/>
                  </a:lnTo>
                  <a:lnTo>
                    <a:pt x="808728" y="5335248"/>
                  </a:lnTo>
                  <a:lnTo>
                    <a:pt x="808821" y="5335248"/>
                  </a:lnTo>
                  <a:lnTo>
                    <a:pt x="808914" y="5335248"/>
                  </a:lnTo>
                  <a:lnTo>
                    <a:pt x="809101" y="5335248"/>
                  </a:lnTo>
                  <a:lnTo>
                    <a:pt x="809194" y="5335248"/>
                  </a:lnTo>
                  <a:lnTo>
                    <a:pt x="809380" y="5335248"/>
                  </a:lnTo>
                  <a:lnTo>
                    <a:pt x="809474" y="5335248"/>
                  </a:lnTo>
                  <a:lnTo>
                    <a:pt x="809567" y="5335248"/>
                  </a:lnTo>
                  <a:lnTo>
                    <a:pt x="809753" y="5335248"/>
                  </a:lnTo>
                  <a:lnTo>
                    <a:pt x="809847" y="5335248"/>
                  </a:lnTo>
                  <a:lnTo>
                    <a:pt x="809940" y="5335248"/>
                  </a:lnTo>
                  <a:lnTo>
                    <a:pt x="810313" y="5335248"/>
                  </a:lnTo>
                  <a:lnTo>
                    <a:pt x="810406" y="5335248"/>
                  </a:lnTo>
                  <a:lnTo>
                    <a:pt x="810593" y="5335248"/>
                  </a:lnTo>
                  <a:lnTo>
                    <a:pt x="810779" y="5335248"/>
                  </a:lnTo>
                  <a:lnTo>
                    <a:pt x="810872" y="5335248"/>
                  </a:lnTo>
                  <a:lnTo>
                    <a:pt x="810966" y="5335248"/>
                  </a:lnTo>
                  <a:lnTo>
                    <a:pt x="811059" y="5335248"/>
                  </a:lnTo>
                  <a:lnTo>
                    <a:pt x="811152" y="5335248"/>
                  </a:lnTo>
                  <a:lnTo>
                    <a:pt x="811339" y="5335248"/>
                  </a:lnTo>
                  <a:lnTo>
                    <a:pt x="811432" y="5335248"/>
                  </a:lnTo>
                  <a:lnTo>
                    <a:pt x="811618" y="5335248"/>
                  </a:lnTo>
                  <a:lnTo>
                    <a:pt x="811712" y="5335248"/>
                  </a:lnTo>
                  <a:lnTo>
                    <a:pt x="811805" y="5335248"/>
                  </a:lnTo>
                  <a:lnTo>
                    <a:pt x="811898" y="5325295"/>
                  </a:lnTo>
                  <a:lnTo>
                    <a:pt x="811991" y="5325295"/>
                  </a:lnTo>
                  <a:lnTo>
                    <a:pt x="812084" y="5325295"/>
                  </a:lnTo>
                  <a:lnTo>
                    <a:pt x="812457" y="5325295"/>
                  </a:lnTo>
                  <a:lnTo>
                    <a:pt x="812551" y="5325295"/>
                  </a:lnTo>
                  <a:lnTo>
                    <a:pt x="812644" y="5325295"/>
                  </a:lnTo>
                  <a:lnTo>
                    <a:pt x="812737" y="5325295"/>
                  </a:lnTo>
                  <a:lnTo>
                    <a:pt x="812830" y="5325295"/>
                  </a:lnTo>
                  <a:lnTo>
                    <a:pt x="812924" y="5325295"/>
                  </a:lnTo>
                  <a:lnTo>
                    <a:pt x="813017" y="5325295"/>
                  </a:lnTo>
                  <a:lnTo>
                    <a:pt x="813110" y="5325295"/>
                  </a:lnTo>
                  <a:lnTo>
                    <a:pt x="813203" y="5325295"/>
                  </a:lnTo>
                  <a:lnTo>
                    <a:pt x="813297" y="5325295"/>
                  </a:lnTo>
                  <a:lnTo>
                    <a:pt x="813390" y="5325295"/>
                  </a:lnTo>
                  <a:lnTo>
                    <a:pt x="813483" y="5325295"/>
                  </a:lnTo>
                  <a:lnTo>
                    <a:pt x="813670" y="5325295"/>
                  </a:lnTo>
                  <a:lnTo>
                    <a:pt x="813856" y="5325295"/>
                  </a:lnTo>
                  <a:lnTo>
                    <a:pt x="813949" y="5325295"/>
                  </a:lnTo>
                  <a:lnTo>
                    <a:pt x="814043" y="5325295"/>
                  </a:lnTo>
                  <a:lnTo>
                    <a:pt x="814136" y="5325295"/>
                  </a:lnTo>
                  <a:lnTo>
                    <a:pt x="814229" y="5325295"/>
                  </a:lnTo>
                  <a:lnTo>
                    <a:pt x="814322" y="5325295"/>
                  </a:lnTo>
                  <a:lnTo>
                    <a:pt x="814416" y="5325295"/>
                  </a:lnTo>
                  <a:lnTo>
                    <a:pt x="814509" y="5325295"/>
                  </a:lnTo>
                  <a:lnTo>
                    <a:pt x="814602" y="5325295"/>
                  </a:lnTo>
                  <a:lnTo>
                    <a:pt x="814695" y="5325295"/>
                  </a:lnTo>
                  <a:lnTo>
                    <a:pt x="814882" y="5325295"/>
                  </a:lnTo>
                  <a:lnTo>
                    <a:pt x="814975" y="5325295"/>
                  </a:lnTo>
                  <a:lnTo>
                    <a:pt x="815068" y="5325295"/>
                  </a:lnTo>
                  <a:lnTo>
                    <a:pt x="815162" y="5325295"/>
                  </a:lnTo>
                  <a:lnTo>
                    <a:pt x="815535" y="5325295"/>
                  </a:lnTo>
                  <a:lnTo>
                    <a:pt x="815628" y="5325295"/>
                  </a:lnTo>
                  <a:lnTo>
                    <a:pt x="815814" y="5325295"/>
                  </a:lnTo>
                  <a:lnTo>
                    <a:pt x="815908" y="5325295"/>
                  </a:lnTo>
                  <a:lnTo>
                    <a:pt x="816001" y="5325295"/>
                  </a:lnTo>
                  <a:lnTo>
                    <a:pt x="816094" y="5325295"/>
                  </a:lnTo>
                  <a:lnTo>
                    <a:pt x="816187" y="5325295"/>
                  </a:lnTo>
                  <a:lnTo>
                    <a:pt x="816281" y="5325295"/>
                  </a:lnTo>
                  <a:lnTo>
                    <a:pt x="816374" y="5325295"/>
                  </a:lnTo>
                  <a:lnTo>
                    <a:pt x="816467" y="5325295"/>
                  </a:lnTo>
                  <a:lnTo>
                    <a:pt x="816560" y="5325295"/>
                  </a:lnTo>
                  <a:lnTo>
                    <a:pt x="816654" y="5325295"/>
                  </a:lnTo>
                  <a:lnTo>
                    <a:pt x="816747" y="5325295"/>
                  </a:lnTo>
                  <a:lnTo>
                    <a:pt x="816933" y="5325295"/>
                  </a:lnTo>
                  <a:lnTo>
                    <a:pt x="817027" y="5325295"/>
                  </a:lnTo>
                  <a:lnTo>
                    <a:pt x="817586" y="5325295"/>
                  </a:lnTo>
                  <a:lnTo>
                    <a:pt x="817773" y="5325295"/>
                  </a:lnTo>
                  <a:lnTo>
                    <a:pt x="817866" y="5325295"/>
                  </a:lnTo>
                  <a:lnTo>
                    <a:pt x="817959" y="5325295"/>
                  </a:lnTo>
                  <a:lnTo>
                    <a:pt x="818052" y="5325295"/>
                  </a:lnTo>
                  <a:lnTo>
                    <a:pt x="818239" y="5325295"/>
                  </a:lnTo>
                  <a:lnTo>
                    <a:pt x="818332" y="5325295"/>
                  </a:lnTo>
                  <a:lnTo>
                    <a:pt x="818425" y="5325295"/>
                  </a:lnTo>
                  <a:lnTo>
                    <a:pt x="818519" y="5325295"/>
                  </a:lnTo>
                  <a:lnTo>
                    <a:pt x="818612" y="5325295"/>
                  </a:lnTo>
                  <a:lnTo>
                    <a:pt x="818705" y="5325295"/>
                  </a:lnTo>
                  <a:lnTo>
                    <a:pt x="818891" y="5325295"/>
                  </a:lnTo>
                  <a:lnTo>
                    <a:pt x="818985" y="5325295"/>
                  </a:lnTo>
                  <a:lnTo>
                    <a:pt x="819078" y="5325295"/>
                  </a:lnTo>
                  <a:lnTo>
                    <a:pt x="819264" y="5325295"/>
                  </a:lnTo>
                  <a:lnTo>
                    <a:pt x="819544" y="5325295"/>
                  </a:lnTo>
                  <a:lnTo>
                    <a:pt x="819637" y="5325295"/>
                  </a:lnTo>
                  <a:lnTo>
                    <a:pt x="819731" y="5325295"/>
                  </a:lnTo>
                  <a:lnTo>
                    <a:pt x="819824" y="5325295"/>
                  </a:lnTo>
                  <a:lnTo>
                    <a:pt x="819917" y="5325295"/>
                  </a:lnTo>
                  <a:lnTo>
                    <a:pt x="820010" y="5325295"/>
                  </a:lnTo>
                  <a:lnTo>
                    <a:pt x="820104" y="5325295"/>
                  </a:lnTo>
                  <a:lnTo>
                    <a:pt x="820290" y="5325295"/>
                  </a:lnTo>
                  <a:lnTo>
                    <a:pt x="820383" y="5325295"/>
                  </a:lnTo>
                  <a:lnTo>
                    <a:pt x="820477" y="5325295"/>
                  </a:lnTo>
                  <a:lnTo>
                    <a:pt x="820570" y="5325295"/>
                  </a:lnTo>
                  <a:lnTo>
                    <a:pt x="820756" y="5325295"/>
                  </a:lnTo>
                  <a:lnTo>
                    <a:pt x="820850" y="5325295"/>
                  </a:lnTo>
                  <a:lnTo>
                    <a:pt x="821036" y="5325295"/>
                  </a:lnTo>
                  <a:lnTo>
                    <a:pt x="821129" y="5325295"/>
                  </a:lnTo>
                  <a:lnTo>
                    <a:pt x="821223" y="5325295"/>
                  </a:lnTo>
                  <a:lnTo>
                    <a:pt x="821409" y="5325295"/>
                  </a:lnTo>
                  <a:lnTo>
                    <a:pt x="821502" y="5325295"/>
                  </a:lnTo>
                  <a:lnTo>
                    <a:pt x="821596" y="5325295"/>
                  </a:lnTo>
                  <a:lnTo>
                    <a:pt x="821689" y="5325295"/>
                  </a:lnTo>
                  <a:lnTo>
                    <a:pt x="821782" y="5325295"/>
                  </a:lnTo>
                  <a:lnTo>
                    <a:pt x="821875" y="5325295"/>
                  </a:lnTo>
                  <a:lnTo>
                    <a:pt x="821969" y="5325295"/>
                  </a:lnTo>
                  <a:lnTo>
                    <a:pt x="822062" y="5325295"/>
                  </a:lnTo>
                  <a:lnTo>
                    <a:pt x="822155" y="5325295"/>
                  </a:lnTo>
                  <a:lnTo>
                    <a:pt x="822248" y="5325295"/>
                  </a:lnTo>
                  <a:lnTo>
                    <a:pt x="822435" y="5325295"/>
                  </a:lnTo>
                  <a:lnTo>
                    <a:pt x="822528" y="5325295"/>
                  </a:lnTo>
                  <a:lnTo>
                    <a:pt x="822621" y="5325295"/>
                  </a:lnTo>
                  <a:lnTo>
                    <a:pt x="822715" y="5325295"/>
                  </a:lnTo>
                  <a:lnTo>
                    <a:pt x="822901" y="5325295"/>
                  </a:lnTo>
                  <a:lnTo>
                    <a:pt x="822994" y="5325295"/>
                  </a:lnTo>
                  <a:lnTo>
                    <a:pt x="823088" y="5325295"/>
                  </a:lnTo>
                  <a:lnTo>
                    <a:pt x="823181" y="5325295"/>
                  </a:lnTo>
                  <a:lnTo>
                    <a:pt x="823367" y="5325295"/>
                  </a:lnTo>
                  <a:lnTo>
                    <a:pt x="823461" y="5325295"/>
                  </a:lnTo>
                  <a:lnTo>
                    <a:pt x="823554" y="5325295"/>
                  </a:lnTo>
                  <a:lnTo>
                    <a:pt x="823647" y="5325295"/>
                  </a:lnTo>
                  <a:lnTo>
                    <a:pt x="823740" y="5325295"/>
                  </a:lnTo>
                  <a:lnTo>
                    <a:pt x="823834" y="5325295"/>
                  </a:lnTo>
                  <a:lnTo>
                    <a:pt x="824020" y="5325295"/>
                  </a:lnTo>
                  <a:lnTo>
                    <a:pt x="824300" y="5325295"/>
                  </a:lnTo>
                  <a:lnTo>
                    <a:pt x="824486" y="5325295"/>
                  </a:lnTo>
                  <a:lnTo>
                    <a:pt x="824953" y="5325295"/>
                  </a:lnTo>
                  <a:lnTo>
                    <a:pt x="825046" y="5325295"/>
                  </a:lnTo>
                  <a:lnTo>
                    <a:pt x="825139" y="5325295"/>
                  </a:lnTo>
                  <a:lnTo>
                    <a:pt x="825232" y="5325295"/>
                  </a:lnTo>
                  <a:lnTo>
                    <a:pt x="825326" y="5325295"/>
                  </a:lnTo>
                  <a:lnTo>
                    <a:pt x="825419" y="5325295"/>
                  </a:lnTo>
                  <a:lnTo>
                    <a:pt x="825512" y="5325295"/>
                  </a:lnTo>
                  <a:lnTo>
                    <a:pt x="825605" y="5325295"/>
                  </a:lnTo>
                  <a:lnTo>
                    <a:pt x="825698" y="5325295"/>
                  </a:lnTo>
                  <a:lnTo>
                    <a:pt x="825792" y="5325295"/>
                  </a:lnTo>
                  <a:lnTo>
                    <a:pt x="825885" y="5325295"/>
                  </a:lnTo>
                  <a:lnTo>
                    <a:pt x="825978" y="5325295"/>
                  </a:lnTo>
                  <a:lnTo>
                    <a:pt x="826071" y="5325295"/>
                  </a:lnTo>
                  <a:lnTo>
                    <a:pt x="826165" y="5325295"/>
                  </a:lnTo>
                  <a:lnTo>
                    <a:pt x="826258" y="5325295"/>
                  </a:lnTo>
                  <a:lnTo>
                    <a:pt x="826351" y="5325295"/>
                  </a:lnTo>
                  <a:lnTo>
                    <a:pt x="826444" y="5325295"/>
                  </a:lnTo>
                  <a:lnTo>
                    <a:pt x="826631" y="5325295"/>
                  </a:lnTo>
                  <a:lnTo>
                    <a:pt x="826724" y="5325295"/>
                  </a:lnTo>
                  <a:lnTo>
                    <a:pt x="827097" y="5325295"/>
                  </a:lnTo>
                  <a:lnTo>
                    <a:pt x="827190" y="5325295"/>
                  </a:lnTo>
                  <a:lnTo>
                    <a:pt x="827470" y="5325295"/>
                  </a:lnTo>
                  <a:lnTo>
                    <a:pt x="827563" y="5325295"/>
                  </a:lnTo>
                  <a:lnTo>
                    <a:pt x="827657" y="5325295"/>
                  </a:lnTo>
                  <a:lnTo>
                    <a:pt x="827750" y="5325295"/>
                  </a:lnTo>
                  <a:lnTo>
                    <a:pt x="827843" y="5325295"/>
                  </a:lnTo>
                  <a:lnTo>
                    <a:pt x="828216" y="5325295"/>
                  </a:lnTo>
                  <a:lnTo>
                    <a:pt x="828309" y="5325295"/>
                  </a:lnTo>
                  <a:lnTo>
                    <a:pt x="828403" y="5325295"/>
                  </a:lnTo>
                  <a:lnTo>
                    <a:pt x="828589" y="5325295"/>
                  </a:lnTo>
                  <a:lnTo>
                    <a:pt x="828776" y="5325295"/>
                  </a:lnTo>
                  <a:lnTo>
                    <a:pt x="828869" y="5325295"/>
                  </a:lnTo>
                  <a:lnTo>
                    <a:pt x="828962" y="5325295"/>
                  </a:lnTo>
                  <a:lnTo>
                    <a:pt x="829055" y="5325295"/>
                  </a:lnTo>
                  <a:lnTo>
                    <a:pt x="829149" y="5325295"/>
                  </a:lnTo>
                  <a:lnTo>
                    <a:pt x="829242" y="5325295"/>
                  </a:lnTo>
                  <a:lnTo>
                    <a:pt x="829335" y="5325295"/>
                  </a:lnTo>
                  <a:lnTo>
                    <a:pt x="829428" y="5325295"/>
                  </a:lnTo>
                  <a:lnTo>
                    <a:pt x="829708" y="5325295"/>
                  </a:lnTo>
                  <a:lnTo>
                    <a:pt x="829801" y="5325295"/>
                  </a:lnTo>
                  <a:lnTo>
                    <a:pt x="829895" y="5325295"/>
                  </a:lnTo>
                  <a:lnTo>
                    <a:pt x="829988" y="5325295"/>
                  </a:lnTo>
                  <a:lnTo>
                    <a:pt x="829988" y="5315341"/>
                  </a:lnTo>
                  <a:lnTo>
                    <a:pt x="830081" y="5315341"/>
                  </a:lnTo>
                  <a:lnTo>
                    <a:pt x="830268" y="5315341"/>
                  </a:lnTo>
                  <a:lnTo>
                    <a:pt x="830454" y="5315341"/>
                  </a:lnTo>
                  <a:lnTo>
                    <a:pt x="830547" y="5315341"/>
                  </a:lnTo>
                  <a:lnTo>
                    <a:pt x="830641" y="5315341"/>
                  </a:lnTo>
                  <a:lnTo>
                    <a:pt x="830734" y="5315341"/>
                  </a:lnTo>
                  <a:lnTo>
                    <a:pt x="831107" y="5315341"/>
                  </a:lnTo>
                  <a:lnTo>
                    <a:pt x="831107" y="5305387"/>
                  </a:lnTo>
                  <a:lnTo>
                    <a:pt x="831293" y="5305387"/>
                  </a:lnTo>
                  <a:lnTo>
                    <a:pt x="831387" y="5305387"/>
                  </a:lnTo>
                  <a:lnTo>
                    <a:pt x="831480" y="5305387"/>
                  </a:lnTo>
                  <a:lnTo>
                    <a:pt x="831573" y="5305387"/>
                  </a:lnTo>
                  <a:lnTo>
                    <a:pt x="831666" y="5305387"/>
                  </a:lnTo>
                  <a:lnTo>
                    <a:pt x="831760" y="5305387"/>
                  </a:lnTo>
                  <a:lnTo>
                    <a:pt x="831853" y="5305387"/>
                  </a:lnTo>
                  <a:lnTo>
                    <a:pt x="831946" y="5305387"/>
                  </a:lnTo>
                  <a:lnTo>
                    <a:pt x="832039" y="5305387"/>
                  </a:lnTo>
                  <a:lnTo>
                    <a:pt x="832133" y="5305387"/>
                  </a:lnTo>
                  <a:lnTo>
                    <a:pt x="832226" y="5305387"/>
                  </a:lnTo>
                  <a:lnTo>
                    <a:pt x="832319" y="5305387"/>
                  </a:lnTo>
                  <a:lnTo>
                    <a:pt x="832412" y="5305387"/>
                  </a:lnTo>
                  <a:lnTo>
                    <a:pt x="832599" y="5305387"/>
                  </a:lnTo>
                  <a:lnTo>
                    <a:pt x="832692" y="5305387"/>
                  </a:lnTo>
                  <a:lnTo>
                    <a:pt x="832785" y="5305387"/>
                  </a:lnTo>
                  <a:lnTo>
                    <a:pt x="832972" y="5305387"/>
                  </a:lnTo>
                  <a:lnTo>
                    <a:pt x="833065" y="5305387"/>
                  </a:lnTo>
                  <a:lnTo>
                    <a:pt x="833158" y="5305387"/>
                  </a:lnTo>
                  <a:lnTo>
                    <a:pt x="833251" y="5305387"/>
                  </a:lnTo>
                  <a:lnTo>
                    <a:pt x="833345" y="5305387"/>
                  </a:lnTo>
                  <a:lnTo>
                    <a:pt x="833438" y="5305387"/>
                  </a:lnTo>
                  <a:lnTo>
                    <a:pt x="833531" y="5305387"/>
                  </a:lnTo>
                  <a:lnTo>
                    <a:pt x="833718" y="5305387"/>
                  </a:lnTo>
                  <a:lnTo>
                    <a:pt x="833811" y="5305387"/>
                  </a:lnTo>
                  <a:lnTo>
                    <a:pt x="833904" y="5305387"/>
                  </a:lnTo>
                  <a:lnTo>
                    <a:pt x="833997" y="5305387"/>
                  </a:lnTo>
                  <a:lnTo>
                    <a:pt x="834091" y="5305387"/>
                  </a:lnTo>
                  <a:lnTo>
                    <a:pt x="834184" y="5305387"/>
                  </a:lnTo>
                  <a:lnTo>
                    <a:pt x="834277" y="5305387"/>
                  </a:lnTo>
                  <a:lnTo>
                    <a:pt x="834370" y="5305387"/>
                  </a:lnTo>
                  <a:lnTo>
                    <a:pt x="834557" y="5305387"/>
                  </a:lnTo>
                  <a:lnTo>
                    <a:pt x="834650" y="5305387"/>
                  </a:lnTo>
                  <a:lnTo>
                    <a:pt x="834743" y="5305387"/>
                  </a:lnTo>
                  <a:lnTo>
                    <a:pt x="834837" y="5305387"/>
                  </a:lnTo>
                  <a:lnTo>
                    <a:pt x="835023" y="5305387"/>
                  </a:lnTo>
                  <a:lnTo>
                    <a:pt x="835116" y="5305387"/>
                  </a:lnTo>
                  <a:lnTo>
                    <a:pt x="835303" y="5305387"/>
                  </a:lnTo>
                  <a:lnTo>
                    <a:pt x="835489" y="5305387"/>
                  </a:lnTo>
                  <a:lnTo>
                    <a:pt x="835676" y="5305387"/>
                  </a:lnTo>
                  <a:lnTo>
                    <a:pt x="835769" y="5305387"/>
                  </a:lnTo>
                  <a:lnTo>
                    <a:pt x="835862" y="5305387"/>
                  </a:lnTo>
                  <a:lnTo>
                    <a:pt x="835956" y="5305387"/>
                  </a:lnTo>
                  <a:lnTo>
                    <a:pt x="836142" y="5295433"/>
                  </a:lnTo>
                  <a:lnTo>
                    <a:pt x="836235" y="5295433"/>
                  </a:lnTo>
                  <a:lnTo>
                    <a:pt x="836422" y="5295433"/>
                  </a:lnTo>
                  <a:lnTo>
                    <a:pt x="836515" y="5295433"/>
                  </a:lnTo>
                  <a:lnTo>
                    <a:pt x="836608" y="5295433"/>
                  </a:lnTo>
                  <a:lnTo>
                    <a:pt x="836888" y="5295433"/>
                  </a:lnTo>
                  <a:lnTo>
                    <a:pt x="836981" y="5295433"/>
                  </a:lnTo>
                  <a:lnTo>
                    <a:pt x="837168" y="5295433"/>
                  </a:lnTo>
                  <a:lnTo>
                    <a:pt x="837261" y="5295433"/>
                  </a:lnTo>
                  <a:lnTo>
                    <a:pt x="837541" y="5295433"/>
                  </a:lnTo>
                  <a:lnTo>
                    <a:pt x="837727" y="5295433"/>
                  </a:lnTo>
                  <a:lnTo>
                    <a:pt x="837914" y="5295433"/>
                  </a:lnTo>
                  <a:lnTo>
                    <a:pt x="838007" y="5295433"/>
                  </a:lnTo>
                  <a:lnTo>
                    <a:pt x="838100" y="5295433"/>
                  </a:lnTo>
                  <a:lnTo>
                    <a:pt x="838287" y="5295433"/>
                  </a:lnTo>
                  <a:lnTo>
                    <a:pt x="838380" y="5295433"/>
                  </a:lnTo>
                  <a:lnTo>
                    <a:pt x="838473" y="5295433"/>
                  </a:lnTo>
                  <a:lnTo>
                    <a:pt x="838567" y="5295433"/>
                  </a:lnTo>
                  <a:lnTo>
                    <a:pt x="838660" y="5295433"/>
                  </a:lnTo>
                  <a:lnTo>
                    <a:pt x="838753" y="5295433"/>
                  </a:lnTo>
                  <a:lnTo>
                    <a:pt x="838846" y="5295433"/>
                  </a:lnTo>
                  <a:lnTo>
                    <a:pt x="839126" y="5295433"/>
                  </a:lnTo>
                  <a:lnTo>
                    <a:pt x="839406" y="5295433"/>
                  </a:lnTo>
                  <a:lnTo>
                    <a:pt x="839499" y="5295433"/>
                  </a:lnTo>
                  <a:lnTo>
                    <a:pt x="839685" y="5295433"/>
                  </a:lnTo>
                  <a:lnTo>
                    <a:pt x="839779" y="5295433"/>
                  </a:lnTo>
                  <a:lnTo>
                    <a:pt x="840058" y="5295433"/>
                  </a:lnTo>
                  <a:lnTo>
                    <a:pt x="840152" y="5295433"/>
                  </a:lnTo>
                  <a:lnTo>
                    <a:pt x="840245" y="5295433"/>
                  </a:lnTo>
                  <a:lnTo>
                    <a:pt x="840338" y="5295433"/>
                  </a:lnTo>
                  <a:lnTo>
                    <a:pt x="840525" y="5295433"/>
                  </a:lnTo>
                  <a:lnTo>
                    <a:pt x="840711" y="5295433"/>
                  </a:lnTo>
                  <a:lnTo>
                    <a:pt x="840804" y="5295433"/>
                  </a:lnTo>
                  <a:lnTo>
                    <a:pt x="840898" y="5295433"/>
                  </a:lnTo>
                  <a:lnTo>
                    <a:pt x="841084" y="5295433"/>
                  </a:lnTo>
                  <a:lnTo>
                    <a:pt x="841271" y="5295433"/>
                  </a:lnTo>
                  <a:lnTo>
                    <a:pt x="841364" y="5295433"/>
                  </a:lnTo>
                  <a:lnTo>
                    <a:pt x="841644" y="5295433"/>
                  </a:lnTo>
                  <a:lnTo>
                    <a:pt x="841737" y="5295433"/>
                  </a:lnTo>
                  <a:lnTo>
                    <a:pt x="841830" y="5295433"/>
                  </a:lnTo>
                  <a:lnTo>
                    <a:pt x="841923" y="5295433"/>
                  </a:lnTo>
                  <a:lnTo>
                    <a:pt x="842203" y="5295433"/>
                  </a:lnTo>
                  <a:lnTo>
                    <a:pt x="842296" y="5295433"/>
                  </a:lnTo>
                  <a:lnTo>
                    <a:pt x="842390" y="5295433"/>
                  </a:lnTo>
                  <a:lnTo>
                    <a:pt x="842483" y="5295433"/>
                  </a:lnTo>
                  <a:lnTo>
                    <a:pt x="842576" y="5295433"/>
                  </a:lnTo>
                  <a:lnTo>
                    <a:pt x="842669" y="5295433"/>
                  </a:lnTo>
                  <a:lnTo>
                    <a:pt x="842763" y="5295433"/>
                  </a:lnTo>
                  <a:lnTo>
                    <a:pt x="842856" y="5295433"/>
                  </a:lnTo>
                  <a:lnTo>
                    <a:pt x="842949" y="5295433"/>
                  </a:lnTo>
                  <a:lnTo>
                    <a:pt x="843042" y="5295433"/>
                  </a:lnTo>
                  <a:lnTo>
                    <a:pt x="843136" y="5295433"/>
                  </a:lnTo>
                  <a:lnTo>
                    <a:pt x="843229" y="5295433"/>
                  </a:lnTo>
                  <a:lnTo>
                    <a:pt x="843322" y="5295433"/>
                  </a:lnTo>
                  <a:lnTo>
                    <a:pt x="843415" y="5295433"/>
                  </a:lnTo>
                  <a:lnTo>
                    <a:pt x="843788" y="5295433"/>
                  </a:lnTo>
                  <a:lnTo>
                    <a:pt x="843882" y="5295433"/>
                  </a:lnTo>
                  <a:lnTo>
                    <a:pt x="843975" y="5295433"/>
                  </a:lnTo>
                  <a:lnTo>
                    <a:pt x="844068" y="5295433"/>
                  </a:lnTo>
                  <a:lnTo>
                    <a:pt x="844161" y="5295433"/>
                  </a:lnTo>
                  <a:lnTo>
                    <a:pt x="844255" y="5295433"/>
                  </a:lnTo>
                  <a:lnTo>
                    <a:pt x="844348" y="5295433"/>
                  </a:lnTo>
                  <a:lnTo>
                    <a:pt x="844441" y="5295433"/>
                  </a:lnTo>
                  <a:lnTo>
                    <a:pt x="844534" y="5295433"/>
                  </a:lnTo>
                  <a:lnTo>
                    <a:pt x="844721" y="5295433"/>
                  </a:lnTo>
                  <a:lnTo>
                    <a:pt x="844814" y="5295433"/>
                  </a:lnTo>
                  <a:lnTo>
                    <a:pt x="844907" y="5295433"/>
                  </a:lnTo>
                  <a:lnTo>
                    <a:pt x="845001" y="5295433"/>
                  </a:lnTo>
                  <a:lnTo>
                    <a:pt x="845094" y="5295433"/>
                  </a:lnTo>
                  <a:lnTo>
                    <a:pt x="845187" y="5295433"/>
                  </a:lnTo>
                  <a:lnTo>
                    <a:pt x="845280" y="5295433"/>
                  </a:lnTo>
                  <a:lnTo>
                    <a:pt x="845374" y="5295433"/>
                  </a:lnTo>
                  <a:lnTo>
                    <a:pt x="845467" y="5295433"/>
                  </a:lnTo>
                  <a:lnTo>
                    <a:pt x="845560" y="5295433"/>
                  </a:lnTo>
                  <a:lnTo>
                    <a:pt x="845653" y="5295433"/>
                  </a:lnTo>
                  <a:lnTo>
                    <a:pt x="845747" y="5295433"/>
                  </a:lnTo>
                  <a:lnTo>
                    <a:pt x="845840" y="5295433"/>
                  </a:lnTo>
                  <a:lnTo>
                    <a:pt x="845933" y="5295433"/>
                  </a:lnTo>
                  <a:lnTo>
                    <a:pt x="846026" y="5295433"/>
                  </a:lnTo>
                  <a:lnTo>
                    <a:pt x="846213" y="5295433"/>
                  </a:lnTo>
                  <a:lnTo>
                    <a:pt x="846306" y="5295433"/>
                  </a:lnTo>
                  <a:lnTo>
                    <a:pt x="846399" y="5295433"/>
                  </a:lnTo>
                  <a:lnTo>
                    <a:pt x="846492" y="5295433"/>
                  </a:lnTo>
                  <a:lnTo>
                    <a:pt x="846492" y="5285479"/>
                  </a:lnTo>
                  <a:lnTo>
                    <a:pt x="846679" y="5285479"/>
                  </a:lnTo>
                  <a:lnTo>
                    <a:pt x="846865" y="5285479"/>
                  </a:lnTo>
                  <a:lnTo>
                    <a:pt x="846959" y="5285479"/>
                  </a:lnTo>
                  <a:lnTo>
                    <a:pt x="847052" y="5285479"/>
                  </a:lnTo>
                  <a:lnTo>
                    <a:pt x="847145" y="5285479"/>
                  </a:lnTo>
                  <a:lnTo>
                    <a:pt x="847238" y="5285479"/>
                  </a:lnTo>
                  <a:lnTo>
                    <a:pt x="847518" y="5285479"/>
                  </a:lnTo>
                  <a:lnTo>
                    <a:pt x="847798" y="5285479"/>
                  </a:lnTo>
                  <a:lnTo>
                    <a:pt x="848078" y="5285479"/>
                  </a:lnTo>
                  <a:lnTo>
                    <a:pt x="848171" y="5285479"/>
                  </a:lnTo>
                  <a:lnTo>
                    <a:pt x="848264" y="5285479"/>
                  </a:lnTo>
                  <a:lnTo>
                    <a:pt x="848824" y="5285479"/>
                  </a:lnTo>
                  <a:lnTo>
                    <a:pt x="848917" y="5285479"/>
                  </a:lnTo>
                  <a:lnTo>
                    <a:pt x="849103" y="5285479"/>
                  </a:lnTo>
                  <a:lnTo>
                    <a:pt x="849383" y="5285479"/>
                  </a:lnTo>
                  <a:lnTo>
                    <a:pt x="849570" y="5285479"/>
                  </a:lnTo>
                  <a:lnTo>
                    <a:pt x="849943" y="5285479"/>
                  </a:lnTo>
                  <a:lnTo>
                    <a:pt x="850036" y="5285479"/>
                  </a:lnTo>
                  <a:lnTo>
                    <a:pt x="850316" y="5285479"/>
                  </a:lnTo>
                  <a:lnTo>
                    <a:pt x="850409" y="5285479"/>
                  </a:lnTo>
                  <a:lnTo>
                    <a:pt x="850595" y="5285479"/>
                  </a:lnTo>
                  <a:lnTo>
                    <a:pt x="850782" y="5285479"/>
                  </a:lnTo>
                  <a:lnTo>
                    <a:pt x="851248" y="5285479"/>
                  </a:lnTo>
                  <a:lnTo>
                    <a:pt x="851621" y="5285479"/>
                  </a:lnTo>
                  <a:lnTo>
                    <a:pt x="851714" y="5285479"/>
                  </a:lnTo>
                  <a:lnTo>
                    <a:pt x="851901" y="5285479"/>
                  </a:lnTo>
                  <a:lnTo>
                    <a:pt x="851994" y="5285479"/>
                  </a:lnTo>
                  <a:lnTo>
                    <a:pt x="852087" y="5285479"/>
                  </a:lnTo>
                  <a:lnTo>
                    <a:pt x="852181" y="5285479"/>
                  </a:lnTo>
                  <a:lnTo>
                    <a:pt x="852274" y="5285479"/>
                  </a:lnTo>
                  <a:lnTo>
                    <a:pt x="852460" y="5285479"/>
                  </a:lnTo>
                  <a:lnTo>
                    <a:pt x="852554" y="5285479"/>
                  </a:lnTo>
                  <a:lnTo>
                    <a:pt x="852740" y="5285479"/>
                  </a:lnTo>
                  <a:lnTo>
                    <a:pt x="852833" y="5285479"/>
                  </a:lnTo>
                  <a:lnTo>
                    <a:pt x="853020" y="5285479"/>
                  </a:lnTo>
                  <a:lnTo>
                    <a:pt x="853113" y="5285479"/>
                  </a:lnTo>
                  <a:lnTo>
                    <a:pt x="853206" y="5285479"/>
                  </a:lnTo>
                  <a:lnTo>
                    <a:pt x="853300" y="5285479"/>
                  </a:lnTo>
                  <a:lnTo>
                    <a:pt x="853486" y="5285479"/>
                  </a:lnTo>
                  <a:lnTo>
                    <a:pt x="853579" y="5285479"/>
                  </a:lnTo>
                  <a:lnTo>
                    <a:pt x="853672" y="5285479"/>
                  </a:lnTo>
                  <a:lnTo>
                    <a:pt x="853859" y="5285479"/>
                  </a:lnTo>
                  <a:lnTo>
                    <a:pt x="853952" y="5285479"/>
                  </a:lnTo>
                  <a:lnTo>
                    <a:pt x="854139" y="5285479"/>
                  </a:lnTo>
                  <a:lnTo>
                    <a:pt x="854232" y="5285479"/>
                  </a:lnTo>
                  <a:lnTo>
                    <a:pt x="854325" y="5285479"/>
                  </a:lnTo>
                  <a:lnTo>
                    <a:pt x="854605" y="5285479"/>
                  </a:lnTo>
                  <a:lnTo>
                    <a:pt x="854698" y="5285479"/>
                  </a:lnTo>
                  <a:lnTo>
                    <a:pt x="854791" y="5285479"/>
                  </a:lnTo>
                  <a:lnTo>
                    <a:pt x="854885" y="5285479"/>
                  </a:lnTo>
                  <a:lnTo>
                    <a:pt x="854978" y="5285479"/>
                  </a:lnTo>
                  <a:lnTo>
                    <a:pt x="855071" y="5285479"/>
                  </a:lnTo>
                  <a:lnTo>
                    <a:pt x="855164" y="5285479"/>
                  </a:lnTo>
                  <a:lnTo>
                    <a:pt x="855351" y="5285479"/>
                  </a:lnTo>
                  <a:lnTo>
                    <a:pt x="855444" y="5285479"/>
                  </a:lnTo>
                  <a:lnTo>
                    <a:pt x="855537" y="5285479"/>
                  </a:lnTo>
                  <a:lnTo>
                    <a:pt x="855631" y="5285479"/>
                  </a:lnTo>
                  <a:lnTo>
                    <a:pt x="855724" y="5285479"/>
                  </a:lnTo>
                  <a:lnTo>
                    <a:pt x="855817" y="5285479"/>
                  </a:lnTo>
                  <a:lnTo>
                    <a:pt x="855910" y="5285479"/>
                  </a:lnTo>
                  <a:lnTo>
                    <a:pt x="856004" y="5285479"/>
                  </a:lnTo>
                  <a:lnTo>
                    <a:pt x="856097" y="5285479"/>
                  </a:lnTo>
                  <a:lnTo>
                    <a:pt x="856283" y="5285479"/>
                  </a:lnTo>
                  <a:lnTo>
                    <a:pt x="856377" y="5285479"/>
                  </a:lnTo>
                  <a:lnTo>
                    <a:pt x="856470" y="5285479"/>
                  </a:lnTo>
                  <a:lnTo>
                    <a:pt x="856563" y="5285479"/>
                  </a:lnTo>
                  <a:lnTo>
                    <a:pt x="856750" y="5285479"/>
                  </a:lnTo>
                  <a:lnTo>
                    <a:pt x="857029" y="5285479"/>
                  </a:lnTo>
                  <a:lnTo>
                    <a:pt x="857123" y="5285479"/>
                  </a:lnTo>
                  <a:lnTo>
                    <a:pt x="857216" y="5285479"/>
                  </a:lnTo>
                  <a:lnTo>
                    <a:pt x="857309" y="5285479"/>
                  </a:lnTo>
                  <a:lnTo>
                    <a:pt x="857402" y="5285479"/>
                  </a:lnTo>
                  <a:lnTo>
                    <a:pt x="857496" y="5285479"/>
                  </a:lnTo>
                  <a:lnTo>
                    <a:pt x="860759" y="5285479"/>
                  </a:lnTo>
                  <a:lnTo>
                    <a:pt x="860852" y="5285479"/>
                  </a:lnTo>
                  <a:lnTo>
                    <a:pt x="860946" y="5285479"/>
                  </a:lnTo>
                  <a:lnTo>
                    <a:pt x="861039" y="5285479"/>
                  </a:lnTo>
                  <a:lnTo>
                    <a:pt x="861132" y="5285479"/>
                  </a:lnTo>
                  <a:lnTo>
                    <a:pt x="861225" y="5285479"/>
                  </a:lnTo>
                  <a:lnTo>
                    <a:pt x="861412" y="5285479"/>
                  </a:lnTo>
                  <a:lnTo>
                    <a:pt x="861505" y="5285479"/>
                  </a:lnTo>
                  <a:lnTo>
                    <a:pt x="861598" y="5285479"/>
                  </a:lnTo>
                  <a:lnTo>
                    <a:pt x="861878" y="5285479"/>
                  </a:lnTo>
                  <a:lnTo>
                    <a:pt x="861971" y="5285479"/>
                  </a:lnTo>
                  <a:lnTo>
                    <a:pt x="862158" y="5285479"/>
                  </a:lnTo>
                  <a:lnTo>
                    <a:pt x="862251" y="5285479"/>
                  </a:lnTo>
                  <a:lnTo>
                    <a:pt x="862344" y="5285479"/>
                  </a:lnTo>
                  <a:lnTo>
                    <a:pt x="862438" y="5285479"/>
                  </a:lnTo>
                  <a:lnTo>
                    <a:pt x="862531" y="5285479"/>
                  </a:lnTo>
                  <a:lnTo>
                    <a:pt x="862624" y="5285479"/>
                  </a:lnTo>
                  <a:lnTo>
                    <a:pt x="862997" y="5285479"/>
                  </a:lnTo>
                  <a:lnTo>
                    <a:pt x="863090" y="5285479"/>
                  </a:lnTo>
                  <a:lnTo>
                    <a:pt x="863184" y="5285479"/>
                  </a:lnTo>
                  <a:lnTo>
                    <a:pt x="863277" y="5285479"/>
                  </a:lnTo>
                  <a:lnTo>
                    <a:pt x="863370" y="5285479"/>
                  </a:lnTo>
                  <a:lnTo>
                    <a:pt x="863463" y="5285479"/>
                  </a:lnTo>
                  <a:lnTo>
                    <a:pt x="863650" y="5285479"/>
                  </a:lnTo>
                  <a:lnTo>
                    <a:pt x="863743" y="5285479"/>
                  </a:lnTo>
                  <a:lnTo>
                    <a:pt x="863836" y="5285479"/>
                  </a:lnTo>
                  <a:lnTo>
                    <a:pt x="863930" y="5285479"/>
                  </a:lnTo>
                  <a:lnTo>
                    <a:pt x="864116" y="5285479"/>
                  </a:lnTo>
                  <a:lnTo>
                    <a:pt x="864209" y="5285479"/>
                  </a:lnTo>
                  <a:lnTo>
                    <a:pt x="864303" y="5285479"/>
                  </a:lnTo>
                  <a:lnTo>
                    <a:pt x="864396" y="5285479"/>
                  </a:lnTo>
                  <a:lnTo>
                    <a:pt x="864489" y="5285479"/>
                  </a:lnTo>
                  <a:lnTo>
                    <a:pt x="864582" y="5285479"/>
                  </a:lnTo>
                  <a:lnTo>
                    <a:pt x="864769" y="5285479"/>
                  </a:lnTo>
                  <a:lnTo>
                    <a:pt x="864862" y="5285479"/>
                  </a:lnTo>
                  <a:lnTo>
                    <a:pt x="865049" y="5285479"/>
                  </a:lnTo>
                  <a:lnTo>
                    <a:pt x="865142" y="5285479"/>
                  </a:lnTo>
                  <a:lnTo>
                    <a:pt x="865235" y="5285479"/>
                  </a:lnTo>
                  <a:lnTo>
                    <a:pt x="865328" y="5285479"/>
                  </a:lnTo>
                  <a:lnTo>
                    <a:pt x="865608" y="5285479"/>
                  </a:lnTo>
                  <a:lnTo>
                    <a:pt x="865701" y="5285479"/>
                  </a:lnTo>
                  <a:lnTo>
                    <a:pt x="865795" y="5285479"/>
                  </a:lnTo>
                  <a:lnTo>
                    <a:pt x="865888" y="5285479"/>
                  </a:lnTo>
                  <a:lnTo>
                    <a:pt x="865981" y="5285479"/>
                  </a:lnTo>
                  <a:lnTo>
                    <a:pt x="866074" y="5285479"/>
                  </a:lnTo>
                  <a:lnTo>
                    <a:pt x="866261" y="5285479"/>
                  </a:lnTo>
                  <a:lnTo>
                    <a:pt x="866354" y="5285479"/>
                  </a:lnTo>
                  <a:lnTo>
                    <a:pt x="866541" y="5285479"/>
                  </a:lnTo>
                  <a:lnTo>
                    <a:pt x="866634" y="5285479"/>
                  </a:lnTo>
                  <a:lnTo>
                    <a:pt x="866727" y="5285479"/>
                  </a:lnTo>
                  <a:lnTo>
                    <a:pt x="866820" y="5285479"/>
                  </a:lnTo>
                  <a:lnTo>
                    <a:pt x="866914" y="5285479"/>
                  </a:lnTo>
                  <a:lnTo>
                    <a:pt x="867193" y="5285479"/>
                  </a:lnTo>
                  <a:lnTo>
                    <a:pt x="867473" y="5285479"/>
                  </a:lnTo>
                  <a:lnTo>
                    <a:pt x="867566" y="5285479"/>
                  </a:lnTo>
                  <a:lnTo>
                    <a:pt x="867659" y="5285479"/>
                  </a:lnTo>
                  <a:lnTo>
                    <a:pt x="867846" y="5285479"/>
                  </a:lnTo>
                  <a:lnTo>
                    <a:pt x="867939" y="5285479"/>
                  </a:lnTo>
                  <a:lnTo>
                    <a:pt x="868032" y="5285479"/>
                  </a:lnTo>
                  <a:lnTo>
                    <a:pt x="868126" y="5285479"/>
                  </a:lnTo>
                  <a:lnTo>
                    <a:pt x="868312" y="5285479"/>
                  </a:lnTo>
                  <a:lnTo>
                    <a:pt x="868405" y="5285479"/>
                  </a:lnTo>
                  <a:lnTo>
                    <a:pt x="868592" y="5285479"/>
                  </a:lnTo>
                  <a:lnTo>
                    <a:pt x="868685" y="5285479"/>
                  </a:lnTo>
                  <a:lnTo>
                    <a:pt x="868872" y="5285479"/>
                  </a:lnTo>
                  <a:lnTo>
                    <a:pt x="868965" y="5285479"/>
                  </a:lnTo>
                  <a:lnTo>
                    <a:pt x="869151" y="5285479"/>
                  </a:lnTo>
                  <a:lnTo>
                    <a:pt x="869245" y="5285479"/>
                  </a:lnTo>
                  <a:lnTo>
                    <a:pt x="869338" y="5285479"/>
                  </a:lnTo>
                  <a:lnTo>
                    <a:pt x="869524" y="5285479"/>
                  </a:lnTo>
                  <a:lnTo>
                    <a:pt x="869711" y="5285479"/>
                  </a:lnTo>
                  <a:lnTo>
                    <a:pt x="869897" y="5285479"/>
                  </a:lnTo>
                  <a:lnTo>
                    <a:pt x="869991" y="5285479"/>
                  </a:lnTo>
                  <a:lnTo>
                    <a:pt x="870084" y="5285479"/>
                  </a:lnTo>
                  <a:lnTo>
                    <a:pt x="870177" y="5285479"/>
                  </a:lnTo>
                  <a:lnTo>
                    <a:pt x="870364" y="5285479"/>
                  </a:lnTo>
                  <a:lnTo>
                    <a:pt x="870550" y="5285479"/>
                  </a:lnTo>
                  <a:lnTo>
                    <a:pt x="870737" y="5285479"/>
                  </a:lnTo>
                  <a:lnTo>
                    <a:pt x="870923" y="5285479"/>
                  </a:lnTo>
                  <a:lnTo>
                    <a:pt x="871016" y="5285479"/>
                  </a:lnTo>
                  <a:lnTo>
                    <a:pt x="871110" y="5285479"/>
                  </a:lnTo>
                  <a:lnTo>
                    <a:pt x="871203" y="5285479"/>
                  </a:lnTo>
                  <a:lnTo>
                    <a:pt x="871296" y="5285479"/>
                  </a:lnTo>
                  <a:lnTo>
                    <a:pt x="871389" y="5285479"/>
                  </a:lnTo>
                  <a:lnTo>
                    <a:pt x="871483" y="5285479"/>
                  </a:lnTo>
                  <a:lnTo>
                    <a:pt x="871762" y="5285479"/>
                  </a:lnTo>
                  <a:lnTo>
                    <a:pt x="871856" y="5285479"/>
                  </a:lnTo>
                  <a:lnTo>
                    <a:pt x="871949" y="5285479"/>
                  </a:lnTo>
                  <a:lnTo>
                    <a:pt x="872042" y="5285479"/>
                  </a:lnTo>
                  <a:lnTo>
                    <a:pt x="872135" y="5285479"/>
                  </a:lnTo>
                  <a:lnTo>
                    <a:pt x="872229" y="5285479"/>
                  </a:lnTo>
                  <a:lnTo>
                    <a:pt x="872322" y="5285479"/>
                  </a:lnTo>
                  <a:lnTo>
                    <a:pt x="872415" y="5285479"/>
                  </a:lnTo>
                  <a:lnTo>
                    <a:pt x="872508" y="5285479"/>
                  </a:lnTo>
                  <a:lnTo>
                    <a:pt x="872602" y="5285479"/>
                  </a:lnTo>
                  <a:lnTo>
                    <a:pt x="872695" y="5285479"/>
                  </a:lnTo>
                  <a:lnTo>
                    <a:pt x="873068" y="5285479"/>
                  </a:lnTo>
                  <a:lnTo>
                    <a:pt x="873161" y="5285479"/>
                  </a:lnTo>
                  <a:lnTo>
                    <a:pt x="873254" y="5285479"/>
                  </a:lnTo>
                  <a:lnTo>
                    <a:pt x="873534" y="5285479"/>
                  </a:lnTo>
                  <a:lnTo>
                    <a:pt x="873721" y="5285479"/>
                  </a:lnTo>
                  <a:lnTo>
                    <a:pt x="873814" y="5285479"/>
                  </a:lnTo>
                  <a:lnTo>
                    <a:pt x="874094" y="5285479"/>
                  </a:lnTo>
                  <a:lnTo>
                    <a:pt x="874560" y="5285479"/>
                  </a:lnTo>
                  <a:lnTo>
                    <a:pt x="874653" y="5285479"/>
                  </a:lnTo>
                  <a:lnTo>
                    <a:pt x="874839" y="5285479"/>
                  </a:lnTo>
                  <a:lnTo>
                    <a:pt x="874933" y="5285479"/>
                  </a:lnTo>
                  <a:lnTo>
                    <a:pt x="875026" y="5285479"/>
                  </a:lnTo>
                  <a:lnTo>
                    <a:pt x="875119" y="5285479"/>
                  </a:lnTo>
                  <a:lnTo>
                    <a:pt x="875306" y="5285479"/>
                  </a:lnTo>
                  <a:lnTo>
                    <a:pt x="875399" y="5285479"/>
                  </a:lnTo>
                  <a:lnTo>
                    <a:pt x="875679" y="5285479"/>
                  </a:lnTo>
                  <a:lnTo>
                    <a:pt x="875772" y="5285479"/>
                  </a:lnTo>
                  <a:lnTo>
                    <a:pt x="875865" y="5285479"/>
                  </a:lnTo>
                  <a:lnTo>
                    <a:pt x="875958" y="5285479"/>
                  </a:lnTo>
                  <a:lnTo>
                    <a:pt x="876145" y="5285479"/>
                  </a:lnTo>
                  <a:lnTo>
                    <a:pt x="876331" y="5285479"/>
                  </a:lnTo>
                  <a:lnTo>
                    <a:pt x="876611" y="5285479"/>
                  </a:lnTo>
                  <a:lnTo>
                    <a:pt x="876798" y="5285479"/>
                  </a:lnTo>
                  <a:lnTo>
                    <a:pt x="877077" y="5285479"/>
                  </a:lnTo>
                  <a:lnTo>
                    <a:pt x="877357" y="5285479"/>
                  </a:lnTo>
                  <a:lnTo>
                    <a:pt x="877544" y="5285479"/>
                  </a:lnTo>
                  <a:lnTo>
                    <a:pt x="877637" y="5285479"/>
                  </a:lnTo>
                  <a:lnTo>
                    <a:pt x="877730" y="5285479"/>
                  </a:lnTo>
                  <a:lnTo>
                    <a:pt x="877823" y="5285479"/>
                  </a:lnTo>
                  <a:lnTo>
                    <a:pt x="878010" y="5285479"/>
                  </a:lnTo>
                  <a:lnTo>
                    <a:pt x="878196" y="5285479"/>
                  </a:lnTo>
                  <a:lnTo>
                    <a:pt x="878476" y="5285479"/>
                  </a:lnTo>
                  <a:lnTo>
                    <a:pt x="878569" y="5285479"/>
                  </a:lnTo>
                  <a:lnTo>
                    <a:pt x="878756" y="5285479"/>
                  </a:lnTo>
                  <a:lnTo>
                    <a:pt x="878849" y="5285479"/>
                  </a:lnTo>
                  <a:lnTo>
                    <a:pt x="879222" y="5285479"/>
                  </a:lnTo>
                  <a:lnTo>
                    <a:pt x="879502" y="5285479"/>
                  </a:lnTo>
                  <a:lnTo>
                    <a:pt x="879595" y="5285479"/>
                  </a:lnTo>
                  <a:lnTo>
                    <a:pt x="879688" y="5285479"/>
                  </a:lnTo>
                  <a:lnTo>
                    <a:pt x="879782" y="5285479"/>
                  </a:lnTo>
                  <a:lnTo>
                    <a:pt x="879875" y="5285479"/>
                  </a:lnTo>
                  <a:lnTo>
                    <a:pt x="879968" y="5285479"/>
                  </a:lnTo>
                  <a:lnTo>
                    <a:pt x="880061" y="5285479"/>
                  </a:lnTo>
                  <a:lnTo>
                    <a:pt x="880155" y="5285479"/>
                  </a:lnTo>
                  <a:lnTo>
                    <a:pt x="880341" y="5285479"/>
                  </a:lnTo>
                  <a:lnTo>
                    <a:pt x="880434" y="5285479"/>
                  </a:lnTo>
                  <a:lnTo>
                    <a:pt x="880528" y="5285479"/>
                  </a:lnTo>
                  <a:lnTo>
                    <a:pt x="880621" y="5285479"/>
                  </a:lnTo>
                  <a:lnTo>
                    <a:pt x="880714" y="5285479"/>
                  </a:lnTo>
                  <a:lnTo>
                    <a:pt x="880901" y="5285479"/>
                  </a:lnTo>
                  <a:lnTo>
                    <a:pt x="881087" y="5285479"/>
                  </a:lnTo>
                  <a:lnTo>
                    <a:pt x="881273" y="5285479"/>
                  </a:lnTo>
                  <a:lnTo>
                    <a:pt x="881367" y="5285479"/>
                  </a:lnTo>
                  <a:lnTo>
                    <a:pt x="881460" y="5285479"/>
                  </a:lnTo>
                  <a:lnTo>
                    <a:pt x="881553" y="5285479"/>
                  </a:lnTo>
                  <a:lnTo>
                    <a:pt x="881740" y="5285479"/>
                  </a:lnTo>
                  <a:lnTo>
                    <a:pt x="881926" y="5285479"/>
                  </a:lnTo>
                  <a:lnTo>
                    <a:pt x="882113" y="5285479"/>
                  </a:lnTo>
                  <a:lnTo>
                    <a:pt x="882206" y="5285479"/>
                  </a:lnTo>
                  <a:lnTo>
                    <a:pt x="882392" y="5285479"/>
                  </a:lnTo>
                  <a:lnTo>
                    <a:pt x="882486" y="5285479"/>
                  </a:lnTo>
                  <a:lnTo>
                    <a:pt x="882579" y="5285479"/>
                  </a:lnTo>
                  <a:lnTo>
                    <a:pt x="882765" y="5285479"/>
                  </a:lnTo>
                  <a:lnTo>
                    <a:pt x="882859" y="5285479"/>
                  </a:lnTo>
                  <a:lnTo>
                    <a:pt x="882952" y="5285479"/>
                  </a:lnTo>
                  <a:lnTo>
                    <a:pt x="883138" y="5285479"/>
                  </a:lnTo>
                  <a:lnTo>
                    <a:pt x="883325" y="5285479"/>
                  </a:lnTo>
                  <a:lnTo>
                    <a:pt x="883418" y="5285479"/>
                  </a:lnTo>
                  <a:lnTo>
                    <a:pt x="883511" y="5285479"/>
                  </a:lnTo>
                  <a:lnTo>
                    <a:pt x="883884" y="5285479"/>
                  </a:lnTo>
                  <a:lnTo>
                    <a:pt x="883978" y="5285479"/>
                  </a:lnTo>
                  <a:lnTo>
                    <a:pt x="884071" y="5285479"/>
                  </a:lnTo>
                  <a:lnTo>
                    <a:pt x="884164" y="5285479"/>
                  </a:lnTo>
                  <a:lnTo>
                    <a:pt x="884257" y="5285479"/>
                  </a:lnTo>
                  <a:lnTo>
                    <a:pt x="884351" y="5285479"/>
                  </a:lnTo>
                  <a:lnTo>
                    <a:pt x="884444" y="5285479"/>
                  </a:lnTo>
                  <a:lnTo>
                    <a:pt x="884537" y="5285479"/>
                  </a:lnTo>
                  <a:lnTo>
                    <a:pt x="884724" y="5285479"/>
                  </a:lnTo>
                  <a:lnTo>
                    <a:pt x="884817" y="5285479"/>
                  </a:lnTo>
                  <a:lnTo>
                    <a:pt x="884910" y="5285479"/>
                  </a:lnTo>
                  <a:lnTo>
                    <a:pt x="885097" y="5285479"/>
                  </a:lnTo>
                  <a:lnTo>
                    <a:pt x="885283" y="5285479"/>
                  </a:lnTo>
                  <a:lnTo>
                    <a:pt x="885470" y="5285479"/>
                  </a:lnTo>
                  <a:lnTo>
                    <a:pt x="885563" y="5285479"/>
                  </a:lnTo>
                  <a:lnTo>
                    <a:pt x="885749" y="5285479"/>
                  </a:lnTo>
                  <a:lnTo>
                    <a:pt x="886122" y="5285479"/>
                  </a:lnTo>
                  <a:lnTo>
                    <a:pt x="886309" y="5285479"/>
                  </a:lnTo>
                  <a:lnTo>
                    <a:pt x="886402" y="5285479"/>
                  </a:lnTo>
                  <a:lnTo>
                    <a:pt x="886495" y="5285479"/>
                  </a:lnTo>
                  <a:lnTo>
                    <a:pt x="886682" y="5285479"/>
                  </a:lnTo>
                  <a:lnTo>
                    <a:pt x="886868" y="5285479"/>
                  </a:lnTo>
                  <a:lnTo>
                    <a:pt x="886962" y="5285479"/>
                  </a:lnTo>
                  <a:lnTo>
                    <a:pt x="886962" y="5275525"/>
                  </a:lnTo>
                  <a:lnTo>
                    <a:pt x="887055" y="5275525"/>
                  </a:lnTo>
                  <a:lnTo>
                    <a:pt x="887148" y="5275525"/>
                  </a:lnTo>
                  <a:lnTo>
                    <a:pt x="887241" y="5275525"/>
                  </a:lnTo>
                  <a:lnTo>
                    <a:pt x="887335" y="5275525"/>
                  </a:lnTo>
                  <a:lnTo>
                    <a:pt x="887614" y="5275525"/>
                  </a:lnTo>
                  <a:lnTo>
                    <a:pt x="887708" y="5275525"/>
                  </a:lnTo>
                  <a:lnTo>
                    <a:pt x="887894" y="5275525"/>
                  </a:lnTo>
                  <a:lnTo>
                    <a:pt x="888174" y="5275525"/>
                  </a:lnTo>
                  <a:lnTo>
                    <a:pt x="888267" y="5275525"/>
                  </a:lnTo>
                  <a:lnTo>
                    <a:pt x="888360" y="5275525"/>
                  </a:lnTo>
                  <a:lnTo>
                    <a:pt x="888453" y="5275525"/>
                  </a:lnTo>
                  <a:lnTo>
                    <a:pt x="888547" y="5275525"/>
                  </a:lnTo>
                  <a:lnTo>
                    <a:pt x="888640" y="5275525"/>
                  </a:lnTo>
                  <a:lnTo>
                    <a:pt x="888733" y="5275525"/>
                  </a:lnTo>
                  <a:lnTo>
                    <a:pt x="888826" y="5275525"/>
                  </a:lnTo>
                  <a:lnTo>
                    <a:pt x="889106" y="5275525"/>
                  </a:lnTo>
                  <a:lnTo>
                    <a:pt x="889199" y="5275525"/>
                  </a:lnTo>
                  <a:lnTo>
                    <a:pt x="889479" y="5275525"/>
                  </a:lnTo>
                  <a:lnTo>
                    <a:pt x="889572" y="5275525"/>
                  </a:lnTo>
                  <a:lnTo>
                    <a:pt x="889666" y="5275525"/>
                  </a:lnTo>
                  <a:lnTo>
                    <a:pt x="889759" y="5275525"/>
                  </a:lnTo>
                  <a:lnTo>
                    <a:pt x="889852" y="5275525"/>
                  </a:lnTo>
                  <a:lnTo>
                    <a:pt x="890039" y="5275525"/>
                  </a:lnTo>
                  <a:lnTo>
                    <a:pt x="890132" y="5275525"/>
                  </a:lnTo>
                  <a:lnTo>
                    <a:pt x="890225" y="5275525"/>
                  </a:lnTo>
                  <a:lnTo>
                    <a:pt x="890785" y="5275525"/>
                  </a:lnTo>
                  <a:lnTo>
                    <a:pt x="890878" y="5275525"/>
                  </a:lnTo>
                  <a:lnTo>
                    <a:pt x="890971" y="5275525"/>
                  </a:lnTo>
                  <a:lnTo>
                    <a:pt x="891158" y="5275525"/>
                  </a:lnTo>
                  <a:lnTo>
                    <a:pt x="891251" y="5275525"/>
                  </a:lnTo>
                  <a:lnTo>
                    <a:pt x="891344" y="5275525"/>
                  </a:lnTo>
                  <a:lnTo>
                    <a:pt x="891437" y="5275525"/>
                  </a:lnTo>
                  <a:lnTo>
                    <a:pt x="891531" y="5275525"/>
                  </a:lnTo>
                  <a:lnTo>
                    <a:pt x="891624" y="5275525"/>
                  </a:lnTo>
                  <a:lnTo>
                    <a:pt x="891717" y="5275525"/>
                  </a:lnTo>
                  <a:lnTo>
                    <a:pt x="891810" y="5275525"/>
                  </a:lnTo>
                  <a:lnTo>
                    <a:pt x="891904" y="5275525"/>
                  </a:lnTo>
                  <a:lnTo>
                    <a:pt x="891997" y="5275525"/>
                  </a:lnTo>
                  <a:lnTo>
                    <a:pt x="892183" y="5275525"/>
                  </a:lnTo>
                  <a:lnTo>
                    <a:pt x="892370" y="5265572"/>
                  </a:lnTo>
                  <a:lnTo>
                    <a:pt x="892463" y="5265572"/>
                  </a:lnTo>
                  <a:lnTo>
                    <a:pt x="892556" y="5265572"/>
                  </a:lnTo>
                  <a:lnTo>
                    <a:pt x="892650" y="5265572"/>
                  </a:lnTo>
                  <a:lnTo>
                    <a:pt x="892743" y="5265572"/>
                  </a:lnTo>
                  <a:lnTo>
                    <a:pt x="892929" y="5265572"/>
                  </a:lnTo>
                  <a:lnTo>
                    <a:pt x="893023" y="5265572"/>
                  </a:lnTo>
                  <a:lnTo>
                    <a:pt x="893116" y="5265572"/>
                  </a:lnTo>
                  <a:lnTo>
                    <a:pt x="893209" y="5265572"/>
                  </a:lnTo>
                  <a:lnTo>
                    <a:pt x="893302" y="5265572"/>
                  </a:lnTo>
                  <a:lnTo>
                    <a:pt x="893396" y="5265572"/>
                  </a:lnTo>
                  <a:lnTo>
                    <a:pt x="893489" y="5265572"/>
                  </a:lnTo>
                  <a:lnTo>
                    <a:pt x="893582" y="5265572"/>
                  </a:lnTo>
                  <a:lnTo>
                    <a:pt x="893862" y="5255618"/>
                  </a:lnTo>
                  <a:lnTo>
                    <a:pt x="893955" y="5255618"/>
                  </a:lnTo>
                  <a:lnTo>
                    <a:pt x="894048" y="5255618"/>
                  </a:lnTo>
                  <a:lnTo>
                    <a:pt x="894328" y="5255618"/>
                  </a:lnTo>
                  <a:lnTo>
                    <a:pt x="894701" y="5255618"/>
                  </a:lnTo>
                  <a:lnTo>
                    <a:pt x="894794" y="5255618"/>
                  </a:lnTo>
                  <a:lnTo>
                    <a:pt x="894888" y="5255618"/>
                  </a:lnTo>
                  <a:lnTo>
                    <a:pt x="894981" y="5255618"/>
                  </a:lnTo>
                  <a:lnTo>
                    <a:pt x="895167" y="5255618"/>
                  </a:lnTo>
                  <a:lnTo>
                    <a:pt x="895354" y="5255618"/>
                  </a:lnTo>
                  <a:lnTo>
                    <a:pt x="895540" y="5255618"/>
                  </a:lnTo>
                  <a:lnTo>
                    <a:pt x="895633" y="5255618"/>
                  </a:lnTo>
                  <a:lnTo>
                    <a:pt x="895727" y="5255618"/>
                  </a:lnTo>
                  <a:lnTo>
                    <a:pt x="896006" y="5255618"/>
                  </a:lnTo>
                  <a:lnTo>
                    <a:pt x="896193" y="5255618"/>
                  </a:lnTo>
                  <a:lnTo>
                    <a:pt x="896286" y="5255618"/>
                  </a:lnTo>
                  <a:lnTo>
                    <a:pt x="896379" y="5255618"/>
                  </a:lnTo>
                  <a:lnTo>
                    <a:pt x="896473" y="5255618"/>
                  </a:lnTo>
                  <a:lnTo>
                    <a:pt x="896566" y="5255618"/>
                  </a:lnTo>
                  <a:lnTo>
                    <a:pt x="896659" y="5255618"/>
                  </a:lnTo>
                  <a:lnTo>
                    <a:pt x="897125" y="5255618"/>
                  </a:lnTo>
                  <a:lnTo>
                    <a:pt x="897312" y="5255618"/>
                  </a:lnTo>
                  <a:lnTo>
                    <a:pt x="897405" y="5255618"/>
                  </a:lnTo>
                  <a:lnTo>
                    <a:pt x="897498" y="5255618"/>
                  </a:lnTo>
                  <a:lnTo>
                    <a:pt x="897592" y="5255618"/>
                  </a:lnTo>
                  <a:lnTo>
                    <a:pt x="897778" y="5255618"/>
                  </a:lnTo>
                  <a:lnTo>
                    <a:pt x="897965" y="5255618"/>
                  </a:lnTo>
                  <a:lnTo>
                    <a:pt x="898058" y="5255618"/>
                  </a:lnTo>
                  <a:lnTo>
                    <a:pt x="898151" y="5255618"/>
                  </a:lnTo>
                  <a:lnTo>
                    <a:pt x="898338" y="5255618"/>
                  </a:lnTo>
                  <a:lnTo>
                    <a:pt x="898897" y="5255618"/>
                  </a:lnTo>
                  <a:lnTo>
                    <a:pt x="899084" y="5255618"/>
                  </a:lnTo>
                  <a:lnTo>
                    <a:pt x="899177" y="5255618"/>
                  </a:lnTo>
                  <a:lnTo>
                    <a:pt x="899270" y="5255618"/>
                  </a:lnTo>
                  <a:lnTo>
                    <a:pt x="899550" y="5255618"/>
                  </a:lnTo>
                  <a:lnTo>
                    <a:pt x="899643" y="5255618"/>
                  </a:lnTo>
                  <a:lnTo>
                    <a:pt x="899830" y="5255618"/>
                  </a:lnTo>
                  <a:lnTo>
                    <a:pt x="899923" y="5255618"/>
                  </a:lnTo>
                  <a:lnTo>
                    <a:pt x="900016" y="5255618"/>
                  </a:lnTo>
                  <a:lnTo>
                    <a:pt x="900109" y="5255618"/>
                  </a:lnTo>
                  <a:lnTo>
                    <a:pt x="900296" y="5255618"/>
                  </a:lnTo>
                  <a:lnTo>
                    <a:pt x="900482" y="5255618"/>
                  </a:lnTo>
                  <a:lnTo>
                    <a:pt x="900669" y="5255618"/>
                  </a:lnTo>
                  <a:lnTo>
                    <a:pt x="900762" y="5255618"/>
                  </a:lnTo>
                  <a:lnTo>
                    <a:pt x="900855" y="5255618"/>
                  </a:lnTo>
                  <a:lnTo>
                    <a:pt x="901042" y="5255618"/>
                  </a:lnTo>
                  <a:lnTo>
                    <a:pt x="901228" y="5255618"/>
                  </a:lnTo>
                  <a:lnTo>
                    <a:pt x="901322" y="5255618"/>
                  </a:lnTo>
                  <a:lnTo>
                    <a:pt x="901415" y="5255618"/>
                  </a:lnTo>
                  <a:lnTo>
                    <a:pt x="901601" y="5255618"/>
                  </a:lnTo>
                  <a:lnTo>
                    <a:pt x="901695" y="5255618"/>
                  </a:lnTo>
                  <a:lnTo>
                    <a:pt x="901788" y="5255618"/>
                  </a:lnTo>
                  <a:lnTo>
                    <a:pt x="901881" y="5255618"/>
                  </a:lnTo>
                  <a:lnTo>
                    <a:pt x="901974" y="5255618"/>
                  </a:lnTo>
                  <a:lnTo>
                    <a:pt x="902254" y="5255618"/>
                  </a:lnTo>
                  <a:lnTo>
                    <a:pt x="902440" y="5255618"/>
                  </a:lnTo>
                  <a:lnTo>
                    <a:pt x="902627" y="5255618"/>
                  </a:lnTo>
                  <a:lnTo>
                    <a:pt x="902720" y="5255618"/>
                  </a:lnTo>
                  <a:lnTo>
                    <a:pt x="902813" y="5255618"/>
                  </a:lnTo>
                  <a:lnTo>
                    <a:pt x="902907" y="5255618"/>
                  </a:lnTo>
                  <a:lnTo>
                    <a:pt x="903000" y="5255618"/>
                  </a:lnTo>
                  <a:lnTo>
                    <a:pt x="903186" y="5255618"/>
                  </a:lnTo>
                  <a:lnTo>
                    <a:pt x="903280" y="5255618"/>
                  </a:lnTo>
                  <a:lnTo>
                    <a:pt x="903466" y="5255618"/>
                  </a:lnTo>
                  <a:lnTo>
                    <a:pt x="903559" y="5255618"/>
                  </a:lnTo>
                  <a:lnTo>
                    <a:pt x="903653" y="5255618"/>
                  </a:lnTo>
                  <a:lnTo>
                    <a:pt x="903746" y="5255618"/>
                  </a:lnTo>
                  <a:lnTo>
                    <a:pt x="903932" y="5255618"/>
                  </a:lnTo>
                  <a:lnTo>
                    <a:pt x="904026" y="5255618"/>
                  </a:lnTo>
                  <a:lnTo>
                    <a:pt x="904212" y="5255618"/>
                  </a:lnTo>
                  <a:lnTo>
                    <a:pt x="904305" y="5255618"/>
                  </a:lnTo>
                  <a:lnTo>
                    <a:pt x="904399" y="5255618"/>
                  </a:lnTo>
                  <a:lnTo>
                    <a:pt x="904585" y="5255618"/>
                  </a:lnTo>
                  <a:lnTo>
                    <a:pt x="904678" y="5255618"/>
                  </a:lnTo>
                  <a:lnTo>
                    <a:pt x="904772" y="5255618"/>
                  </a:lnTo>
                  <a:lnTo>
                    <a:pt x="904865" y="5255618"/>
                  </a:lnTo>
                  <a:lnTo>
                    <a:pt x="905051" y="5255618"/>
                  </a:lnTo>
                  <a:lnTo>
                    <a:pt x="905145" y="5255618"/>
                  </a:lnTo>
                  <a:lnTo>
                    <a:pt x="905238" y="5255618"/>
                  </a:lnTo>
                  <a:lnTo>
                    <a:pt x="905331" y="5255618"/>
                  </a:lnTo>
                  <a:lnTo>
                    <a:pt x="905424" y="5255618"/>
                  </a:lnTo>
                  <a:lnTo>
                    <a:pt x="905611" y="5255618"/>
                  </a:lnTo>
                  <a:lnTo>
                    <a:pt x="905704" y="5255618"/>
                  </a:lnTo>
                  <a:lnTo>
                    <a:pt x="905797" y="5255618"/>
                  </a:lnTo>
                  <a:lnTo>
                    <a:pt x="905984" y="5255618"/>
                  </a:lnTo>
                  <a:lnTo>
                    <a:pt x="906543" y="5255618"/>
                  </a:lnTo>
                  <a:lnTo>
                    <a:pt x="906637" y="5255618"/>
                  </a:lnTo>
                  <a:lnTo>
                    <a:pt x="906823" y="5255618"/>
                  </a:lnTo>
                  <a:lnTo>
                    <a:pt x="906916" y="5255618"/>
                  </a:lnTo>
                  <a:lnTo>
                    <a:pt x="907103" y="5255618"/>
                  </a:lnTo>
                  <a:lnTo>
                    <a:pt x="907196" y="5255618"/>
                  </a:lnTo>
                  <a:lnTo>
                    <a:pt x="907289" y="5255618"/>
                  </a:lnTo>
                  <a:lnTo>
                    <a:pt x="907383" y="5255618"/>
                  </a:lnTo>
                  <a:lnTo>
                    <a:pt x="907476" y="5255618"/>
                  </a:lnTo>
                  <a:lnTo>
                    <a:pt x="907662" y="5255618"/>
                  </a:lnTo>
                  <a:lnTo>
                    <a:pt x="907942" y="5255618"/>
                  </a:lnTo>
                  <a:lnTo>
                    <a:pt x="908035" y="5255618"/>
                  </a:lnTo>
                  <a:lnTo>
                    <a:pt x="908129" y="5255618"/>
                  </a:lnTo>
                  <a:lnTo>
                    <a:pt x="908315" y="5255618"/>
                  </a:lnTo>
                  <a:lnTo>
                    <a:pt x="908408" y="5255618"/>
                  </a:lnTo>
                  <a:lnTo>
                    <a:pt x="908595" y="5255618"/>
                  </a:lnTo>
                  <a:lnTo>
                    <a:pt x="908688" y="5255618"/>
                  </a:lnTo>
                  <a:lnTo>
                    <a:pt x="908781" y="5255618"/>
                  </a:lnTo>
                  <a:lnTo>
                    <a:pt x="909341" y="5255618"/>
                  </a:lnTo>
                  <a:lnTo>
                    <a:pt x="909434" y="5255618"/>
                  </a:lnTo>
                  <a:lnTo>
                    <a:pt x="909527" y="5255618"/>
                  </a:lnTo>
                  <a:lnTo>
                    <a:pt x="909714" y="5255618"/>
                  </a:lnTo>
                  <a:lnTo>
                    <a:pt x="909807" y="5255618"/>
                  </a:lnTo>
                  <a:lnTo>
                    <a:pt x="909993" y="5255618"/>
                  </a:lnTo>
                  <a:lnTo>
                    <a:pt x="910180" y="5255618"/>
                  </a:lnTo>
                  <a:lnTo>
                    <a:pt x="910366" y="5255618"/>
                  </a:lnTo>
                  <a:lnTo>
                    <a:pt x="910460" y="5255618"/>
                  </a:lnTo>
                  <a:lnTo>
                    <a:pt x="910739" y="5255618"/>
                  </a:lnTo>
                  <a:lnTo>
                    <a:pt x="910833" y="5255618"/>
                  </a:lnTo>
                  <a:lnTo>
                    <a:pt x="910926" y="5255618"/>
                  </a:lnTo>
                  <a:lnTo>
                    <a:pt x="910926" y="5245664"/>
                  </a:lnTo>
                  <a:lnTo>
                    <a:pt x="911019" y="5245664"/>
                  </a:lnTo>
                  <a:lnTo>
                    <a:pt x="911112" y="5245664"/>
                  </a:lnTo>
                  <a:lnTo>
                    <a:pt x="911206" y="5245664"/>
                  </a:lnTo>
                  <a:lnTo>
                    <a:pt x="911392" y="5245664"/>
                  </a:lnTo>
                  <a:lnTo>
                    <a:pt x="911579" y="5245664"/>
                  </a:lnTo>
                  <a:lnTo>
                    <a:pt x="911672" y="5245664"/>
                  </a:lnTo>
                  <a:lnTo>
                    <a:pt x="911858" y="5245664"/>
                  </a:lnTo>
                  <a:lnTo>
                    <a:pt x="912045" y="5245664"/>
                  </a:lnTo>
                  <a:lnTo>
                    <a:pt x="912231" y="5245664"/>
                  </a:lnTo>
                  <a:lnTo>
                    <a:pt x="912418" y="5245664"/>
                  </a:lnTo>
                  <a:lnTo>
                    <a:pt x="912511" y="5245664"/>
                  </a:lnTo>
                  <a:lnTo>
                    <a:pt x="912604" y="5245664"/>
                  </a:lnTo>
                  <a:lnTo>
                    <a:pt x="912791" y="5245664"/>
                  </a:lnTo>
                  <a:lnTo>
                    <a:pt x="912884" y="5245664"/>
                  </a:lnTo>
                  <a:lnTo>
                    <a:pt x="912977" y="5245664"/>
                  </a:lnTo>
                  <a:lnTo>
                    <a:pt x="913350" y="5245664"/>
                  </a:lnTo>
                  <a:lnTo>
                    <a:pt x="913444" y="5245664"/>
                  </a:lnTo>
                  <a:lnTo>
                    <a:pt x="913910" y="5245664"/>
                  </a:lnTo>
                  <a:lnTo>
                    <a:pt x="914003" y="5245664"/>
                  </a:lnTo>
                  <a:lnTo>
                    <a:pt x="914096" y="5245664"/>
                  </a:lnTo>
                  <a:lnTo>
                    <a:pt x="914190" y="5245664"/>
                  </a:lnTo>
                  <a:lnTo>
                    <a:pt x="914283" y="5245664"/>
                  </a:lnTo>
                  <a:lnTo>
                    <a:pt x="914469" y="5245664"/>
                  </a:lnTo>
                  <a:lnTo>
                    <a:pt x="914656" y="5245664"/>
                  </a:lnTo>
                  <a:lnTo>
                    <a:pt x="914842" y="5245664"/>
                  </a:lnTo>
                  <a:lnTo>
                    <a:pt x="915029" y="5245664"/>
                  </a:lnTo>
                  <a:lnTo>
                    <a:pt x="915122" y="5245664"/>
                  </a:lnTo>
                  <a:lnTo>
                    <a:pt x="915309" y="5245664"/>
                  </a:lnTo>
                  <a:lnTo>
                    <a:pt x="915402" y="5245664"/>
                  </a:lnTo>
                  <a:lnTo>
                    <a:pt x="915495" y="5245664"/>
                  </a:lnTo>
                  <a:lnTo>
                    <a:pt x="915588" y="5245664"/>
                  </a:lnTo>
                  <a:lnTo>
                    <a:pt x="915868" y="5245664"/>
                  </a:lnTo>
                  <a:lnTo>
                    <a:pt x="916054" y="5245664"/>
                  </a:lnTo>
                  <a:lnTo>
                    <a:pt x="916148" y="5245664"/>
                  </a:lnTo>
                  <a:lnTo>
                    <a:pt x="916241" y="5245664"/>
                  </a:lnTo>
                  <a:lnTo>
                    <a:pt x="916334" y="5245664"/>
                  </a:lnTo>
                  <a:lnTo>
                    <a:pt x="916521" y="5245664"/>
                  </a:lnTo>
                  <a:lnTo>
                    <a:pt x="916614" y="5245664"/>
                  </a:lnTo>
                  <a:lnTo>
                    <a:pt x="916707" y="5245664"/>
                  </a:lnTo>
                  <a:lnTo>
                    <a:pt x="916800" y="5245664"/>
                  </a:lnTo>
                  <a:lnTo>
                    <a:pt x="916894" y="5245664"/>
                  </a:lnTo>
                  <a:lnTo>
                    <a:pt x="916987" y="5245664"/>
                  </a:lnTo>
                  <a:lnTo>
                    <a:pt x="917173" y="5245664"/>
                  </a:lnTo>
                  <a:lnTo>
                    <a:pt x="917267" y="5245664"/>
                  </a:lnTo>
                  <a:lnTo>
                    <a:pt x="917360" y="5245664"/>
                  </a:lnTo>
                  <a:lnTo>
                    <a:pt x="917453" y="5245664"/>
                  </a:lnTo>
                  <a:lnTo>
                    <a:pt x="917546" y="5245664"/>
                  </a:lnTo>
                  <a:lnTo>
                    <a:pt x="917640" y="5245664"/>
                  </a:lnTo>
                  <a:lnTo>
                    <a:pt x="917733" y="5245664"/>
                  </a:lnTo>
                  <a:lnTo>
                    <a:pt x="917826" y="5245664"/>
                  </a:lnTo>
                  <a:lnTo>
                    <a:pt x="917919" y="5245664"/>
                  </a:lnTo>
                  <a:lnTo>
                    <a:pt x="918013" y="5245664"/>
                  </a:lnTo>
                  <a:lnTo>
                    <a:pt x="918386" y="5245664"/>
                  </a:lnTo>
                  <a:lnTo>
                    <a:pt x="918479" y="5245664"/>
                  </a:lnTo>
                  <a:lnTo>
                    <a:pt x="918759" y="5245664"/>
                  </a:lnTo>
                  <a:lnTo>
                    <a:pt x="918945" y="5245664"/>
                  </a:lnTo>
                  <a:lnTo>
                    <a:pt x="919038" y="5245664"/>
                  </a:lnTo>
                  <a:lnTo>
                    <a:pt x="919132" y="5245664"/>
                  </a:lnTo>
                  <a:lnTo>
                    <a:pt x="919225" y="5245664"/>
                  </a:lnTo>
                  <a:lnTo>
                    <a:pt x="919318" y="5245664"/>
                  </a:lnTo>
                  <a:lnTo>
                    <a:pt x="919411" y="5245664"/>
                  </a:lnTo>
                  <a:lnTo>
                    <a:pt x="919691" y="5245664"/>
                  </a:lnTo>
                  <a:lnTo>
                    <a:pt x="919971" y="5245664"/>
                  </a:lnTo>
                  <a:lnTo>
                    <a:pt x="920064" y="5245664"/>
                  </a:lnTo>
                  <a:lnTo>
                    <a:pt x="920157" y="5245664"/>
                  </a:lnTo>
                  <a:lnTo>
                    <a:pt x="920251" y="5245664"/>
                  </a:lnTo>
                  <a:lnTo>
                    <a:pt x="920344" y="5245664"/>
                  </a:lnTo>
                  <a:lnTo>
                    <a:pt x="920437" y="5245664"/>
                  </a:lnTo>
                  <a:lnTo>
                    <a:pt x="920624" y="5245664"/>
                  </a:lnTo>
                  <a:lnTo>
                    <a:pt x="920717" y="5245664"/>
                  </a:lnTo>
                  <a:lnTo>
                    <a:pt x="920810" y="5245664"/>
                  </a:lnTo>
                  <a:lnTo>
                    <a:pt x="920903" y="5245664"/>
                  </a:lnTo>
                  <a:lnTo>
                    <a:pt x="920997" y="5245664"/>
                  </a:lnTo>
                  <a:lnTo>
                    <a:pt x="921276" y="5245664"/>
                  </a:lnTo>
                  <a:lnTo>
                    <a:pt x="921463" y="5245664"/>
                  </a:lnTo>
                  <a:lnTo>
                    <a:pt x="921649" y="5245664"/>
                  </a:lnTo>
                  <a:lnTo>
                    <a:pt x="921743" y="5245664"/>
                  </a:lnTo>
                  <a:lnTo>
                    <a:pt x="921929" y="5245664"/>
                  </a:lnTo>
                  <a:lnTo>
                    <a:pt x="922022" y="5245664"/>
                  </a:lnTo>
                  <a:lnTo>
                    <a:pt x="922116" y="5245664"/>
                  </a:lnTo>
                  <a:lnTo>
                    <a:pt x="922209" y="5245664"/>
                  </a:lnTo>
                  <a:lnTo>
                    <a:pt x="922302" y="5245664"/>
                  </a:lnTo>
                  <a:lnTo>
                    <a:pt x="922675" y="5245664"/>
                  </a:lnTo>
                  <a:lnTo>
                    <a:pt x="922768" y="5245664"/>
                  </a:lnTo>
                  <a:lnTo>
                    <a:pt x="922861" y="5245664"/>
                  </a:lnTo>
                  <a:lnTo>
                    <a:pt x="922955" y="5245664"/>
                  </a:lnTo>
                  <a:lnTo>
                    <a:pt x="923141" y="5245664"/>
                  </a:lnTo>
                  <a:lnTo>
                    <a:pt x="923234" y="5245664"/>
                  </a:lnTo>
                  <a:lnTo>
                    <a:pt x="923328" y="5245664"/>
                  </a:lnTo>
                  <a:lnTo>
                    <a:pt x="923514" y="5245664"/>
                  </a:lnTo>
                  <a:lnTo>
                    <a:pt x="923607" y="5245664"/>
                  </a:lnTo>
                  <a:lnTo>
                    <a:pt x="923794" y="5245664"/>
                  </a:lnTo>
                  <a:lnTo>
                    <a:pt x="923887" y="5245664"/>
                  </a:lnTo>
                  <a:lnTo>
                    <a:pt x="923980" y="5245664"/>
                  </a:lnTo>
                  <a:lnTo>
                    <a:pt x="924633" y="5245664"/>
                  </a:lnTo>
                  <a:lnTo>
                    <a:pt x="924726" y="5245664"/>
                  </a:lnTo>
                  <a:lnTo>
                    <a:pt x="924820" y="5245664"/>
                  </a:lnTo>
                  <a:lnTo>
                    <a:pt x="924913" y="5245664"/>
                  </a:lnTo>
                  <a:lnTo>
                    <a:pt x="925006" y="5245664"/>
                  </a:lnTo>
                  <a:lnTo>
                    <a:pt x="925099" y="5245664"/>
                  </a:lnTo>
                  <a:lnTo>
                    <a:pt x="925286" y="5245664"/>
                  </a:lnTo>
                  <a:lnTo>
                    <a:pt x="925472" y="5245664"/>
                  </a:lnTo>
                  <a:lnTo>
                    <a:pt x="925566" y="5245664"/>
                  </a:lnTo>
                  <a:lnTo>
                    <a:pt x="925659" y="5245664"/>
                  </a:lnTo>
                  <a:lnTo>
                    <a:pt x="925752" y="5245664"/>
                  </a:lnTo>
                  <a:lnTo>
                    <a:pt x="925845" y="5245664"/>
                  </a:lnTo>
                  <a:lnTo>
                    <a:pt x="925939" y="5245664"/>
                  </a:lnTo>
                  <a:lnTo>
                    <a:pt x="926218" y="5245664"/>
                  </a:lnTo>
                  <a:lnTo>
                    <a:pt x="926498" y="5245664"/>
                  </a:lnTo>
                  <a:lnTo>
                    <a:pt x="926591" y="5245664"/>
                  </a:lnTo>
                  <a:lnTo>
                    <a:pt x="926685" y="5245664"/>
                  </a:lnTo>
                  <a:lnTo>
                    <a:pt x="926778" y="5245664"/>
                  </a:lnTo>
                  <a:lnTo>
                    <a:pt x="927058" y="5245664"/>
                  </a:lnTo>
                  <a:lnTo>
                    <a:pt x="927337" y="5245664"/>
                  </a:lnTo>
                  <a:lnTo>
                    <a:pt x="927431" y="5245664"/>
                  </a:lnTo>
                  <a:lnTo>
                    <a:pt x="927710" y="5245664"/>
                  </a:lnTo>
                  <a:lnTo>
                    <a:pt x="927897" y="5245664"/>
                  </a:lnTo>
                  <a:lnTo>
                    <a:pt x="927990" y="5245664"/>
                  </a:lnTo>
                  <a:lnTo>
                    <a:pt x="928083" y="5245664"/>
                  </a:lnTo>
                  <a:lnTo>
                    <a:pt x="928177" y="5245664"/>
                  </a:lnTo>
                  <a:lnTo>
                    <a:pt x="928270" y="5245664"/>
                  </a:lnTo>
                  <a:lnTo>
                    <a:pt x="928363" y="5245664"/>
                  </a:lnTo>
                  <a:lnTo>
                    <a:pt x="928456" y="5245664"/>
                  </a:lnTo>
                  <a:lnTo>
                    <a:pt x="928550" y="5245664"/>
                  </a:lnTo>
                  <a:lnTo>
                    <a:pt x="928829" y="5245664"/>
                  </a:lnTo>
                  <a:lnTo>
                    <a:pt x="928923" y="5245664"/>
                  </a:lnTo>
                  <a:lnTo>
                    <a:pt x="929109" y="5245664"/>
                  </a:lnTo>
                  <a:lnTo>
                    <a:pt x="929389" y="5245664"/>
                  </a:lnTo>
                  <a:lnTo>
                    <a:pt x="929482" y="5245664"/>
                  </a:lnTo>
                  <a:lnTo>
                    <a:pt x="929575" y="5245664"/>
                  </a:lnTo>
                  <a:lnTo>
                    <a:pt x="930135" y="5245664"/>
                  </a:lnTo>
                  <a:lnTo>
                    <a:pt x="930321" y="5245664"/>
                  </a:lnTo>
                  <a:lnTo>
                    <a:pt x="930694" y="5245664"/>
                  </a:lnTo>
                  <a:lnTo>
                    <a:pt x="930787" y="5245664"/>
                  </a:lnTo>
                  <a:lnTo>
                    <a:pt x="930881" y="5245664"/>
                  </a:lnTo>
                  <a:lnTo>
                    <a:pt x="930974" y="5245664"/>
                  </a:lnTo>
                  <a:lnTo>
                    <a:pt x="931160" y="5245664"/>
                  </a:lnTo>
                  <a:lnTo>
                    <a:pt x="931347" y="5245664"/>
                  </a:lnTo>
                  <a:lnTo>
                    <a:pt x="931533" y="5245664"/>
                  </a:lnTo>
                  <a:lnTo>
                    <a:pt x="931720" y="5245664"/>
                  </a:lnTo>
                  <a:lnTo>
                    <a:pt x="931813" y="5245664"/>
                  </a:lnTo>
                  <a:lnTo>
                    <a:pt x="932093" y="5245664"/>
                  </a:lnTo>
                  <a:lnTo>
                    <a:pt x="932279" y="5245664"/>
                  </a:lnTo>
                  <a:lnTo>
                    <a:pt x="932373" y="5245664"/>
                  </a:lnTo>
                  <a:lnTo>
                    <a:pt x="932466" y="5245664"/>
                  </a:lnTo>
                  <a:lnTo>
                    <a:pt x="932932" y="5245664"/>
                  </a:lnTo>
                  <a:lnTo>
                    <a:pt x="933025" y="5245664"/>
                  </a:lnTo>
                  <a:lnTo>
                    <a:pt x="933119" y="5245664"/>
                  </a:lnTo>
                  <a:lnTo>
                    <a:pt x="933212" y="5245664"/>
                  </a:lnTo>
                  <a:lnTo>
                    <a:pt x="933398" y="5245664"/>
                  </a:lnTo>
                  <a:lnTo>
                    <a:pt x="933492" y="5245664"/>
                  </a:lnTo>
                  <a:lnTo>
                    <a:pt x="933585" y="5245664"/>
                  </a:lnTo>
                  <a:lnTo>
                    <a:pt x="933678" y="5245664"/>
                  </a:lnTo>
                  <a:lnTo>
                    <a:pt x="933771" y="5245664"/>
                  </a:lnTo>
                  <a:lnTo>
                    <a:pt x="933865" y="5245664"/>
                  </a:lnTo>
                  <a:lnTo>
                    <a:pt x="933958" y="5245664"/>
                  </a:lnTo>
                  <a:lnTo>
                    <a:pt x="934238" y="5245664"/>
                  </a:lnTo>
                  <a:lnTo>
                    <a:pt x="934331" y="5245664"/>
                  </a:lnTo>
                  <a:lnTo>
                    <a:pt x="934424" y="5245664"/>
                  </a:lnTo>
                  <a:lnTo>
                    <a:pt x="934704" y="5245664"/>
                  </a:lnTo>
                  <a:lnTo>
                    <a:pt x="935543" y="5245664"/>
                  </a:lnTo>
                  <a:lnTo>
                    <a:pt x="935636" y="5245664"/>
                  </a:lnTo>
                  <a:lnTo>
                    <a:pt x="935730" y="5245664"/>
                  </a:lnTo>
                  <a:lnTo>
                    <a:pt x="936009" y="5245664"/>
                  </a:lnTo>
                  <a:lnTo>
                    <a:pt x="936196" y="5245664"/>
                  </a:lnTo>
                  <a:lnTo>
                    <a:pt x="936289" y="5245664"/>
                  </a:lnTo>
                  <a:lnTo>
                    <a:pt x="936476" y="5245664"/>
                  </a:lnTo>
                  <a:lnTo>
                    <a:pt x="936662" y="5245664"/>
                  </a:lnTo>
                  <a:lnTo>
                    <a:pt x="936755" y="5245664"/>
                  </a:lnTo>
                  <a:lnTo>
                    <a:pt x="936848" y="5245664"/>
                  </a:lnTo>
                  <a:lnTo>
                    <a:pt x="936942" y="5245664"/>
                  </a:lnTo>
                  <a:lnTo>
                    <a:pt x="937035" y="5245664"/>
                  </a:lnTo>
                  <a:lnTo>
                    <a:pt x="937128" y="5245664"/>
                  </a:lnTo>
                  <a:lnTo>
                    <a:pt x="937501" y="5245664"/>
                  </a:lnTo>
                  <a:lnTo>
                    <a:pt x="937594" y="5245664"/>
                  </a:lnTo>
                  <a:lnTo>
                    <a:pt x="937688" y="5245664"/>
                  </a:lnTo>
                  <a:lnTo>
                    <a:pt x="937781" y="5245664"/>
                  </a:lnTo>
                  <a:lnTo>
                    <a:pt x="938061" y="5245664"/>
                  </a:lnTo>
                  <a:lnTo>
                    <a:pt x="938154" y="5245664"/>
                  </a:lnTo>
                  <a:lnTo>
                    <a:pt x="938247" y="5245664"/>
                  </a:lnTo>
                  <a:lnTo>
                    <a:pt x="938434" y="5245664"/>
                  </a:lnTo>
                  <a:lnTo>
                    <a:pt x="938620" y="5245664"/>
                  </a:lnTo>
                  <a:lnTo>
                    <a:pt x="938713" y="5245664"/>
                  </a:lnTo>
                  <a:lnTo>
                    <a:pt x="938900" y="5245664"/>
                  </a:lnTo>
                  <a:lnTo>
                    <a:pt x="938993" y="5245664"/>
                  </a:lnTo>
                  <a:lnTo>
                    <a:pt x="939086" y="5245664"/>
                  </a:lnTo>
                  <a:lnTo>
                    <a:pt x="939273" y="5245664"/>
                  </a:lnTo>
                  <a:lnTo>
                    <a:pt x="939459" y="5245664"/>
                  </a:lnTo>
                  <a:lnTo>
                    <a:pt x="939646" y="5245664"/>
                  </a:lnTo>
                  <a:lnTo>
                    <a:pt x="939926" y="5245664"/>
                  </a:lnTo>
                  <a:lnTo>
                    <a:pt x="940112" y="5245664"/>
                  </a:lnTo>
                  <a:lnTo>
                    <a:pt x="940392" y="5245664"/>
                  </a:lnTo>
                  <a:lnTo>
                    <a:pt x="940485" y="5245664"/>
                  </a:lnTo>
                  <a:lnTo>
                    <a:pt x="940858" y="5245664"/>
                  </a:lnTo>
                  <a:lnTo>
                    <a:pt x="941045" y="5245664"/>
                  </a:lnTo>
                  <a:lnTo>
                    <a:pt x="941231" y="5245664"/>
                  </a:lnTo>
                  <a:lnTo>
                    <a:pt x="941418" y="5245664"/>
                  </a:lnTo>
                  <a:lnTo>
                    <a:pt x="941511" y="5245664"/>
                  </a:lnTo>
                  <a:lnTo>
                    <a:pt x="941604" y="5245664"/>
                  </a:lnTo>
                  <a:lnTo>
                    <a:pt x="941697" y="5245664"/>
                  </a:lnTo>
                  <a:lnTo>
                    <a:pt x="941977" y="5245664"/>
                  </a:lnTo>
                  <a:lnTo>
                    <a:pt x="941977" y="5235710"/>
                  </a:lnTo>
                  <a:lnTo>
                    <a:pt x="942164" y="5235710"/>
                  </a:lnTo>
                  <a:lnTo>
                    <a:pt x="942257" y="5235710"/>
                  </a:lnTo>
                  <a:lnTo>
                    <a:pt x="942443" y="5235710"/>
                  </a:lnTo>
                  <a:lnTo>
                    <a:pt x="942537" y="5235710"/>
                  </a:lnTo>
                  <a:lnTo>
                    <a:pt x="942630" y="5235710"/>
                  </a:lnTo>
                  <a:lnTo>
                    <a:pt x="942723" y="5235710"/>
                  </a:lnTo>
                  <a:lnTo>
                    <a:pt x="942816" y="5235710"/>
                  </a:lnTo>
                  <a:lnTo>
                    <a:pt x="942910" y="5235710"/>
                  </a:lnTo>
                  <a:lnTo>
                    <a:pt x="943003" y="5235710"/>
                  </a:lnTo>
                  <a:lnTo>
                    <a:pt x="943096" y="5235710"/>
                  </a:lnTo>
                  <a:lnTo>
                    <a:pt x="943189" y="5235710"/>
                  </a:lnTo>
                  <a:lnTo>
                    <a:pt x="943283" y="5235710"/>
                  </a:lnTo>
                  <a:lnTo>
                    <a:pt x="943376" y="5235710"/>
                  </a:lnTo>
                  <a:lnTo>
                    <a:pt x="943562" y="5235710"/>
                  </a:lnTo>
                  <a:lnTo>
                    <a:pt x="943655" y="5235710"/>
                  </a:lnTo>
                  <a:lnTo>
                    <a:pt x="943749" y="5235710"/>
                  </a:lnTo>
                  <a:lnTo>
                    <a:pt x="944122" y="5235710"/>
                  </a:lnTo>
                  <a:lnTo>
                    <a:pt x="944215" y="5235710"/>
                  </a:lnTo>
                  <a:lnTo>
                    <a:pt x="944308" y="5235710"/>
                  </a:lnTo>
                  <a:lnTo>
                    <a:pt x="944401" y="5235710"/>
                  </a:lnTo>
                  <a:lnTo>
                    <a:pt x="944588" y="5235710"/>
                  </a:lnTo>
                  <a:lnTo>
                    <a:pt x="944681" y="5235710"/>
                  </a:lnTo>
                  <a:lnTo>
                    <a:pt x="944774" y="5235710"/>
                  </a:lnTo>
                  <a:lnTo>
                    <a:pt x="944868" y="5235710"/>
                  </a:lnTo>
                  <a:lnTo>
                    <a:pt x="945054" y="5235710"/>
                  </a:lnTo>
                  <a:lnTo>
                    <a:pt x="945241" y="5235710"/>
                  </a:lnTo>
                  <a:lnTo>
                    <a:pt x="945334" y="5235710"/>
                  </a:lnTo>
                  <a:lnTo>
                    <a:pt x="945427" y="5235710"/>
                  </a:lnTo>
                  <a:lnTo>
                    <a:pt x="945614" y="5235710"/>
                  </a:lnTo>
                  <a:lnTo>
                    <a:pt x="945893" y="5235710"/>
                  </a:lnTo>
                  <a:lnTo>
                    <a:pt x="946080" y="5235710"/>
                  </a:lnTo>
                  <a:lnTo>
                    <a:pt x="946173" y="5235710"/>
                  </a:lnTo>
                  <a:lnTo>
                    <a:pt x="946360" y="5235710"/>
                  </a:lnTo>
                  <a:lnTo>
                    <a:pt x="946546" y="5235710"/>
                  </a:lnTo>
                  <a:lnTo>
                    <a:pt x="946639" y="5235710"/>
                  </a:lnTo>
                  <a:lnTo>
                    <a:pt x="946733" y="5235710"/>
                  </a:lnTo>
                  <a:lnTo>
                    <a:pt x="946826" y="5235710"/>
                  </a:lnTo>
                  <a:lnTo>
                    <a:pt x="946919" y="5235710"/>
                  </a:lnTo>
                  <a:lnTo>
                    <a:pt x="947106" y="5235710"/>
                  </a:lnTo>
                  <a:lnTo>
                    <a:pt x="947199" y="5235710"/>
                  </a:lnTo>
                  <a:lnTo>
                    <a:pt x="947292" y="5235710"/>
                  </a:lnTo>
                  <a:lnTo>
                    <a:pt x="947385" y="5235710"/>
                  </a:lnTo>
                  <a:lnTo>
                    <a:pt x="947479" y="5235710"/>
                  </a:lnTo>
                  <a:lnTo>
                    <a:pt x="947572" y="5235710"/>
                  </a:lnTo>
                  <a:lnTo>
                    <a:pt x="947665" y="5235710"/>
                  </a:lnTo>
                  <a:lnTo>
                    <a:pt x="947758" y="5235710"/>
                  </a:lnTo>
                  <a:lnTo>
                    <a:pt x="947852" y="5235710"/>
                  </a:lnTo>
                  <a:lnTo>
                    <a:pt x="947945" y="5235710"/>
                  </a:lnTo>
                  <a:lnTo>
                    <a:pt x="948038" y="5235710"/>
                  </a:lnTo>
                  <a:lnTo>
                    <a:pt x="948225" y="5235710"/>
                  </a:lnTo>
                  <a:lnTo>
                    <a:pt x="948318" y="5235710"/>
                  </a:lnTo>
                  <a:lnTo>
                    <a:pt x="948411" y="5235710"/>
                  </a:lnTo>
                  <a:lnTo>
                    <a:pt x="948504" y="5235710"/>
                  </a:lnTo>
                  <a:lnTo>
                    <a:pt x="948598" y="5235710"/>
                  </a:lnTo>
                  <a:lnTo>
                    <a:pt x="948691" y="5235710"/>
                  </a:lnTo>
                  <a:lnTo>
                    <a:pt x="948784" y="5235710"/>
                  </a:lnTo>
                  <a:lnTo>
                    <a:pt x="948877" y="5235710"/>
                  </a:lnTo>
                  <a:lnTo>
                    <a:pt x="949064" y="5235710"/>
                  </a:lnTo>
                  <a:lnTo>
                    <a:pt x="949437" y="5235710"/>
                  </a:lnTo>
                  <a:lnTo>
                    <a:pt x="949530" y="5235710"/>
                  </a:lnTo>
                  <a:lnTo>
                    <a:pt x="949810" y="5235710"/>
                  </a:lnTo>
                  <a:lnTo>
                    <a:pt x="949903" y="5235710"/>
                  </a:lnTo>
                  <a:lnTo>
                    <a:pt x="949996" y="5235710"/>
                  </a:lnTo>
                  <a:lnTo>
                    <a:pt x="950183" y="5235710"/>
                  </a:lnTo>
                  <a:lnTo>
                    <a:pt x="950276" y="5235710"/>
                  </a:lnTo>
                  <a:lnTo>
                    <a:pt x="950369" y="5235710"/>
                  </a:lnTo>
                  <a:lnTo>
                    <a:pt x="950556" y="5235710"/>
                  </a:lnTo>
                  <a:lnTo>
                    <a:pt x="950649" y="5235710"/>
                  </a:lnTo>
                  <a:lnTo>
                    <a:pt x="950742" y="5235710"/>
                  </a:lnTo>
                  <a:lnTo>
                    <a:pt x="950835" y="5235710"/>
                  </a:lnTo>
                  <a:lnTo>
                    <a:pt x="950929" y="5235710"/>
                  </a:lnTo>
                  <a:lnTo>
                    <a:pt x="951022" y="5235710"/>
                  </a:lnTo>
                  <a:lnTo>
                    <a:pt x="951115" y="5235710"/>
                  </a:lnTo>
                  <a:lnTo>
                    <a:pt x="951208" y="5235710"/>
                  </a:lnTo>
                  <a:lnTo>
                    <a:pt x="951302" y="5235710"/>
                  </a:lnTo>
                  <a:lnTo>
                    <a:pt x="951395" y="5235710"/>
                  </a:lnTo>
                  <a:lnTo>
                    <a:pt x="951488" y="5235710"/>
                  </a:lnTo>
                  <a:lnTo>
                    <a:pt x="951675" y="5235710"/>
                  </a:lnTo>
                  <a:lnTo>
                    <a:pt x="951768" y="5235710"/>
                  </a:lnTo>
                  <a:lnTo>
                    <a:pt x="951861" y="5235710"/>
                  </a:lnTo>
                  <a:lnTo>
                    <a:pt x="953073" y="5235710"/>
                  </a:lnTo>
                  <a:lnTo>
                    <a:pt x="953167" y="5235710"/>
                  </a:lnTo>
                  <a:lnTo>
                    <a:pt x="953260" y="5235710"/>
                  </a:lnTo>
                  <a:lnTo>
                    <a:pt x="953446" y="5235710"/>
                  </a:lnTo>
                  <a:lnTo>
                    <a:pt x="953540" y="5235710"/>
                  </a:lnTo>
                  <a:lnTo>
                    <a:pt x="953633" y="5235710"/>
                  </a:lnTo>
                  <a:lnTo>
                    <a:pt x="953726" y="5235710"/>
                  </a:lnTo>
                  <a:lnTo>
                    <a:pt x="953819" y="5235710"/>
                  </a:lnTo>
                  <a:lnTo>
                    <a:pt x="953913" y="5235710"/>
                  </a:lnTo>
                  <a:lnTo>
                    <a:pt x="954099" y="5235710"/>
                  </a:lnTo>
                  <a:lnTo>
                    <a:pt x="954286" y="5235710"/>
                  </a:lnTo>
                  <a:lnTo>
                    <a:pt x="954379" y="5235710"/>
                  </a:lnTo>
                  <a:lnTo>
                    <a:pt x="954472" y="5235710"/>
                  </a:lnTo>
                  <a:lnTo>
                    <a:pt x="954565" y="5235710"/>
                  </a:lnTo>
                  <a:lnTo>
                    <a:pt x="954752" y="5235710"/>
                  </a:lnTo>
                  <a:lnTo>
                    <a:pt x="954845" y="5235710"/>
                  </a:lnTo>
                  <a:lnTo>
                    <a:pt x="954938" y="5235710"/>
                  </a:lnTo>
                  <a:lnTo>
                    <a:pt x="955125" y="5235710"/>
                  </a:lnTo>
                  <a:lnTo>
                    <a:pt x="955218" y="5235710"/>
                  </a:lnTo>
                  <a:lnTo>
                    <a:pt x="955311" y="5235710"/>
                  </a:lnTo>
                  <a:lnTo>
                    <a:pt x="955405" y="5235710"/>
                  </a:lnTo>
                  <a:lnTo>
                    <a:pt x="955498" y="5235710"/>
                  </a:lnTo>
                  <a:lnTo>
                    <a:pt x="955684" y="5235710"/>
                  </a:lnTo>
                  <a:lnTo>
                    <a:pt x="955778" y="5235710"/>
                  </a:lnTo>
                  <a:lnTo>
                    <a:pt x="956057" y="5235710"/>
                  </a:lnTo>
                  <a:lnTo>
                    <a:pt x="956244" y="5225756"/>
                  </a:lnTo>
                  <a:lnTo>
                    <a:pt x="956337" y="5225756"/>
                  </a:lnTo>
                  <a:lnTo>
                    <a:pt x="956524" y="5225756"/>
                  </a:lnTo>
                  <a:lnTo>
                    <a:pt x="956710" y="5225756"/>
                  </a:lnTo>
                  <a:lnTo>
                    <a:pt x="956803" y="5225756"/>
                  </a:lnTo>
                  <a:lnTo>
                    <a:pt x="956897" y="5225756"/>
                  </a:lnTo>
                  <a:lnTo>
                    <a:pt x="956990" y="5225756"/>
                  </a:lnTo>
                  <a:lnTo>
                    <a:pt x="957083" y="5225756"/>
                  </a:lnTo>
                  <a:lnTo>
                    <a:pt x="957270" y="5225756"/>
                  </a:lnTo>
                  <a:lnTo>
                    <a:pt x="957363" y="5225756"/>
                  </a:lnTo>
                  <a:lnTo>
                    <a:pt x="957642" y="5225756"/>
                  </a:lnTo>
                  <a:lnTo>
                    <a:pt x="957829" y="5225756"/>
                  </a:lnTo>
                  <a:lnTo>
                    <a:pt x="957922" y="5225756"/>
                  </a:lnTo>
                  <a:lnTo>
                    <a:pt x="958015" y="5225756"/>
                  </a:lnTo>
                  <a:lnTo>
                    <a:pt x="958202" y="5225756"/>
                  </a:lnTo>
                  <a:lnTo>
                    <a:pt x="958482" y="5225756"/>
                  </a:lnTo>
                  <a:lnTo>
                    <a:pt x="958575" y="5225756"/>
                  </a:lnTo>
                  <a:lnTo>
                    <a:pt x="958668" y="5225756"/>
                  </a:lnTo>
                  <a:lnTo>
                    <a:pt x="958761" y="5225756"/>
                  </a:lnTo>
                  <a:lnTo>
                    <a:pt x="958948" y="5225756"/>
                  </a:lnTo>
                  <a:lnTo>
                    <a:pt x="959134" y="5225756"/>
                  </a:lnTo>
                  <a:lnTo>
                    <a:pt x="959321" y="5225756"/>
                  </a:lnTo>
                  <a:lnTo>
                    <a:pt x="959414" y="5225756"/>
                  </a:lnTo>
                  <a:lnTo>
                    <a:pt x="959507" y="5225756"/>
                  </a:lnTo>
                  <a:lnTo>
                    <a:pt x="959787" y="5225756"/>
                  </a:lnTo>
                  <a:lnTo>
                    <a:pt x="959974" y="5225756"/>
                  </a:lnTo>
                  <a:lnTo>
                    <a:pt x="960253" y="5225756"/>
                  </a:lnTo>
                  <a:lnTo>
                    <a:pt x="960347" y="5225756"/>
                  </a:lnTo>
                  <a:lnTo>
                    <a:pt x="960440" y="5225756"/>
                  </a:lnTo>
                  <a:lnTo>
                    <a:pt x="960626" y="5225756"/>
                  </a:lnTo>
                  <a:lnTo>
                    <a:pt x="960720" y="5225756"/>
                  </a:lnTo>
                  <a:lnTo>
                    <a:pt x="960906" y="5225756"/>
                  </a:lnTo>
                  <a:lnTo>
                    <a:pt x="960999" y="5225756"/>
                  </a:lnTo>
                  <a:lnTo>
                    <a:pt x="961372" y="5225756"/>
                  </a:lnTo>
                  <a:lnTo>
                    <a:pt x="961466" y="5225756"/>
                  </a:lnTo>
                  <a:lnTo>
                    <a:pt x="961559" y="5225756"/>
                  </a:lnTo>
                  <a:lnTo>
                    <a:pt x="961652" y="5225756"/>
                  </a:lnTo>
                  <a:lnTo>
                    <a:pt x="961745" y="5225756"/>
                  </a:lnTo>
                  <a:lnTo>
                    <a:pt x="961932" y="5225756"/>
                  </a:lnTo>
                  <a:lnTo>
                    <a:pt x="962025" y="5225756"/>
                  </a:lnTo>
                  <a:lnTo>
                    <a:pt x="962118" y="5225756"/>
                  </a:lnTo>
                  <a:lnTo>
                    <a:pt x="962212" y="5225756"/>
                  </a:lnTo>
                  <a:lnTo>
                    <a:pt x="962305" y="5225756"/>
                  </a:lnTo>
                  <a:lnTo>
                    <a:pt x="962491" y="5225756"/>
                  </a:lnTo>
                  <a:lnTo>
                    <a:pt x="962771" y="5225756"/>
                  </a:lnTo>
                  <a:lnTo>
                    <a:pt x="962864" y="5225756"/>
                  </a:lnTo>
                  <a:lnTo>
                    <a:pt x="963144" y="5225756"/>
                  </a:lnTo>
                  <a:lnTo>
                    <a:pt x="963331" y="5225756"/>
                  </a:lnTo>
                  <a:lnTo>
                    <a:pt x="963517" y="5225756"/>
                  </a:lnTo>
                  <a:lnTo>
                    <a:pt x="963610" y="5225756"/>
                  </a:lnTo>
                  <a:lnTo>
                    <a:pt x="963797" y="5225756"/>
                  </a:lnTo>
                  <a:lnTo>
                    <a:pt x="963983" y="5225756"/>
                  </a:lnTo>
                  <a:lnTo>
                    <a:pt x="964077" y="5225756"/>
                  </a:lnTo>
                  <a:lnTo>
                    <a:pt x="964170" y="5225756"/>
                  </a:lnTo>
                  <a:lnTo>
                    <a:pt x="964263" y="5225756"/>
                  </a:lnTo>
                  <a:lnTo>
                    <a:pt x="964449" y="5225756"/>
                  </a:lnTo>
                  <a:lnTo>
                    <a:pt x="964822" y="5225756"/>
                  </a:lnTo>
                  <a:lnTo>
                    <a:pt x="965009" y="5225756"/>
                  </a:lnTo>
                  <a:lnTo>
                    <a:pt x="965102" y="5225756"/>
                  </a:lnTo>
                  <a:lnTo>
                    <a:pt x="965195" y="5225756"/>
                  </a:lnTo>
                  <a:lnTo>
                    <a:pt x="965382" y="5225756"/>
                  </a:lnTo>
                  <a:lnTo>
                    <a:pt x="965568" y="5225756"/>
                  </a:lnTo>
                  <a:lnTo>
                    <a:pt x="965662" y="5225756"/>
                  </a:lnTo>
                  <a:lnTo>
                    <a:pt x="965848" y="5225756"/>
                  </a:lnTo>
                  <a:lnTo>
                    <a:pt x="965941" y="5225756"/>
                  </a:lnTo>
                  <a:lnTo>
                    <a:pt x="966128" y="5225756"/>
                  </a:lnTo>
                  <a:lnTo>
                    <a:pt x="966314" y="5225756"/>
                  </a:lnTo>
                  <a:lnTo>
                    <a:pt x="966594" y="5225756"/>
                  </a:lnTo>
                  <a:lnTo>
                    <a:pt x="966687" y="5225756"/>
                  </a:lnTo>
                  <a:lnTo>
                    <a:pt x="966967" y="5225756"/>
                  </a:lnTo>
                  <a:lnTo>
                    <a:pt x="967060" y="5225756"/>
                  </a:lnTo>
                  <a:lnTo>
                    <a:pt x="967154" y="5225756"/>
                  </a:lnTo>
                  <a:lnTo>
                    <a:pt x="967247" y="5225756"/>
                  </a:lnTo>
                  <a:lnTo>
                    <a:pt x="967527" y="5225756"/>
                  </a:lnTo>
                  <a:lnTo>
                    <a:pt x="967620" y="5225756"/>
                  </a:lnTo>
                  <a:lnTo>
                    <a:pt x="967713" y="5225756"/>
                  </a:lnTo>
                  <a:lnTo>
                    <a:pt x="967900" y="5225756"/>
                  </a:lnTo>
                  <a:lnTo>
                    <a:pt x="967993" y="5225756"/>
                  </a:lnTo>
                  <a:lnTo>
                    <a:pt x="968086" y="5225756"/>
                  </a:lnTo>
                  <a:lnTo>
                    <a:pt x="968179" y="5225756"/>
                  </a:lnTo>
                  <a:lnTo>
                    <a:pt x="968366" y="5225756"/>
                  </a:lnTo>
                  <a:lnTo>
                    <a:pt x="968459" y="5225756"/>
                  </a:lnTo>
                  <a:lnTo>
                    <a:pt x="968646" y="5225756"/>
                  </a:lnTo>
                  <a:lnTo>
                    <a:pt x="968832" y="5225756"/>
                  </a:lnTo>
                  <a:lnTo>
                    <a:pt x="968925" y="5225756"/>
                  </a:lnTo>
                  <a:lnTo>
                    <a:pt x="969019" y="5225756"/>
                  </a:lnTo>
                  <a:lnTo>
                    <a:pt x="969112" y="5225756"/>
                  </a:lnTo>
                  <a:lnTo>
                    <a:pt x="969205" y="5225756"/>
                  </a:lnTo>
                  <a:lnTo>
                    <a:pt x="969298" y="5225756"/>
                  </a:lnTo>
                  <a:lnTo>
                    <a:pt x="969858" y="5225756"/>
                  </a:lnTo>
                  <a:lnTo>
                    <a:pt x="970044" y="5225756"/>
                  </a:lnTo>
                  <a:lnTo>
                    <a:pt x="970231" y="5225756"/>
                  </a:lnTo>
                  <a:lnTo>
                    <a:pt x="970324" y="5225756"/>
                  </a:lnTo>
                  <a:lnTo>
                    <a:pt x="970511" y="5225756"/>
                  </a:lnTo>
                  <a:lnTo>
                    <a:pt x="970604" y="5225756"/>
                  </a:lnTo>
                  <a:lnTo>
                    <a:pt x="970790" y="5225756"/>
                  </a:lnTo>
                  <a:lnTo>
                    <a:pt x="970977" y="5225756"/>
                  </a:lnTo>
                  <a:lnTo>
                    <a:pt x="971070" y="5225756"/>
                  </a:lnTo>
                  <a:lnTo>
                    <a:pt x="971350" y="5225756"/>
                  </a:lnTo>
                  <a:lnTo>
                    <a:pt x="971443" y="5225756"/>
                  </a:lnTo>
                  <a:lnTo>
                    <a:pt x="971723" y="5225756"/>
                  </a:lnTo>
                  <a:lnTo>
                    <a:pt x="971816" y="5225756"/>
                  </a:lnTo>
                  <a:lnTo>
                    <a:pt x="972002" y="5225756"/>
                  </a:lnTo>
                  <a:lnTo>
                    <a:pt x="972189" y="5225756"/>
                  </a:lnTo>
                  <a:lnTo>
                    <a:pt x="972282" y="5225756"/>
                  </a:lnTo>
                  <a:lnTo>
                    <a:pt x="972375" y="5225756"/>
                  </a:lnTo>
                  <a:lnTo>
                    <a:pt x="972469" y="5225756"/>
                  </a:lnTo>
                  <a:lnTo>
                    <a:pt x="972562" y="5225756"/>
                  </a:lnTo>
                  <a:lnTo>
                    <a:pt x="972748" y="5225756"/>
                  </a:lnTo>
                  <a:lnTo>
                    <a:pt x="972842" y="5225756"/>
                  </a:lnTo>
                  <a:lnTo>
                    <a:pt x="972935" y="5225756"/>
                  </a:lnTo>
                  <a:lnTo>
                    <a:pt x="973028" y="5225756"/>
                  </a:lnTo>
                  <a:lnTo>
                    <a:pt x="973401" y="5225756"/>
                  </a:lnTo>
                  <a:lnTo>
                    <a:pt x="973494" y="5225756"/>
                  </a:lnTo>
                  <a:lnTo>
                    <a:pt x="973867" y="5225756"/>
                  </a:lnTo>
                  <a:lnTo>
                    <a:pt x="974147" y="5225756"/>
                  </a:lnTo>
                  <a:lnTo>
                    <a:pt x="974240" y="5225756"/>
                  </a:lnTo>
                  <a:lnTo>
                    <a:pt x="974334" y="5215803"/>
                  </a:lnTo>
                  <a:lnTo>
                    <a:pt x="974427" y="5215803"/>
                  </a:lnTo>
                  <a:lnTo>
                    <a:pt x="974520" y="5215803"/>
                  </a:lnTo>
                  <a:lnTo>
                    <a:pt x="974613" y="5215803"/>
                  </a:lnTo>
                  <a:lnTo>
                    <a:pt x="974800" y="5215803"/>
                  </a:lnTo>
                  <a:lnTo>
                    <a:pt x="974986" y="5215803"/>
                  </a:lnTo>
                  <a:lnTo>
                    <a:pt x="975080" y="5215803"/>
                  </a:lnTo>
                  <a:lnTo>
                    <a:pt x="975173" y="5215803"/>
                  </a:lnTo>
                  <a:lnTo>
                    <a:pt x="975639" y="5215803"/>
                  </a:lnTo>
                  <a:lnTo>
                    <a:pt x="975826" y="5215803"/>
                  </a:lnTo>
                  <a:lnTo>
                    <a:pt x="975919" y="5215803"/>
                  </a:lnTo>
                  <a:lnTo>
                    <a:pt x="976012" y="5215803"/>
                  </a:lnTo>
                  <a:lnTo>
                    <a:pt x="976105" y="5215803"/>
                  </a:lnTo>
                  <a:lnTo>
                    <a:pt x="976199" y="5215803"/>
                  </a:lnTo>
                  <a:lnTo>
                    <a:pt x="976478" y="5215803"/>
                  </a:lnTo>
                  <a:lnTo>
                    <a:pt x="976665" y="5215803"/>
                  </a:lnTo>
                  <a:lnTo>
                    <a:pt x="977038" y="5215803"/>
                  </a:lnTo>
                  <a:lnTo>
                    <a:pt x="977131" y="5215803"/>
                  </a:lnTo>
                  <a:lnTo>
                    <a:pt x="977224" y="5215803"/>
                  </a:lnTo>
                  <a:lnTo>
                    <a:pt x="977318" y="5215803"/>
                  </a:lnTo>
                  <a:lnTo>
                    <a:pt x="977411" y="5215803"/>
                  </a:lnTo>
                  <a:lnTo>
                    <a:pt x="977597" y="5215803"/>
                  </a:lnTo>
                  <a:lnTo>
                    <a:pt x="977784" y="5215803"/>
                  </a:lnTo>
                  <a:lnTo>
                    <a:pt x="977877" y="5215803"/>
                  </a:lnTo>
                  <a:lnTo>
                    <a:pt x="977970" y="5215803"/>
                  </a:lnTo>
                  <a:lnTo>
                    <a:pt x="978250" y="5215803"/>
                  </a:lnTo>
                  <a:lnTo>
                    <a:pt x="978343" y="5215803"/>
                  </a:lnTo>
                  <a:lnTo>
                    <a:pt x="978436" y="5215803"/>
                  </a:lnTo>
                  <a:lnTo>
                    <a:pt x="978623" y="5215803"/>
                  </a:lnTo>
                  <a:lnTo>
                    <a:pt x="978716" y="5215803"/>
                  </a:lnTo>
                  <a:lnTo>
                    <a:pt x="978809" y="5215803"/>
                  </a:lnTo>
                  <a:lnTo>
                    <a:pt x="978903" y="5215803"/>
                  </a:lnTo>
                  <a:lnTo>
                    <a:pt x="979089" y="5215803"/>
                  </a:lnTo>
                  <a:lnTo>
                    <a:pt x="979182" y="5215803"/>
                  </a:lnTo>
                  <a:lnTo>
                    <a:pt x="979462" y="5215803"/>
                  </a:lnTo>
                  <a:lnTo>
                    <a:pt x="979555" y="5215803"/>
                  </a:lnTo>
                  <a:lnTo>
                    <a:pt x="979742" y="5215803"/>
                  </a:lnTo>
                  <a:lnTo>
                    <a:pt x="979928" y="5215803"/>
                  </a:lnTo>
                  <a:lnTo>
                    <a:pt x="980115" y="5215803"/>
                  </a:lnTo>
                  <a:lnTo>
                    <a:pt x="980395" y="5215803"/>
                  </a:lnTo>
                  <a:lnTo>
                    <a:pt x="980488" y="5215803"/>
                  </a:lnTo>
                  <a:lnTo>
                    <a:pt x="980768" y="5215803"/>
                  </a:lnTo>
                  <a:lnTo>
                    <a:pt x="980861" y="5215803"/>
                  </a:lnTo>
                  <a:lnTo>
                    <a:pt x="980954" y="5215803"/>
                  </a:lnTo>
                  <a:lnTo>
                    <a:pt x="981047" y="5215803"/>
                  </a:lnTo>
                  <a:lnTo>
                    <a:pt x="981141" y="5215803"/>
                  </a:lnTo>
                  <a:lnTo>
                    <a:pt x="981607" y="5215803"/>
                  </a:lnTo>
                  <a:lnTo>
                    <a:pt x="981700" y="5215803"/>
                  </a:lnTo>
                  <a:lnTo>
                    <a:pt x="981793" y="5205849"/>
                  </a:lnTo>
                  <a:lnTo>
                    <a:pt x="981887" y="5205849"/>
                  </a:lnTo>
                  <a:lnTo>
                    <a:pt x="981980" y="5205849"/>
                  </a:lnTo>
                  <a:lnTo>
                    <a:pt x="982073" y="5205849"/>
                  </a:lnTo>
                  <a:lnTo>
                    <a:pt x="982260" y="5205849"/>
                  </a:lnTo>
                  <a:lnTo>
                    <a:pt x="982446" y="5205849"/>
                  </a:lnTo>
                  <a:lnTo>
                    <a:pt x="982539" y="5205849"/>
                  </a:lnTo>
                  <a:lnTo>
                    <a:pt x="982633" y="5205849"/>
                  </a:lnTo>
                  <a:lnTo>
                    <a:pt x="982819" y="5205849"/>
                  </a:lnTo>
                  <a:lnTo>
                    <a:pt x="982912" y="5205849"/>
                  </a:lnTo>
                  <a:lnTo>
                    <a:pt x="983006" y="5205849"/>
                  </a:lnTo>
                  <a:lnTo>
                    <a:pt x="983099" y="5205849"/>
                  </a:lnTo>
                  <a:lnTo>
                    <a:pt x="983285" y="5205849"/>
                  </a:lnTo>
                  <a:lnTo>
                    <a:pt x="983565" y="5205849"/>
                  </a:lnTo>
                  <a:lnTo>
                    <a:pt x="983658" y="5205849"/>
                  </a:lnTo>
                  <a:lnTo>
                    <a:pt x="983752" y="5205849"/>
                  </a:lnTo>
                  <a:lnTo>
                    <a:pt x="983845" y="5205849"/>
                  </a:lnTo>
                  <a:lnTo>
                    <a:pt x="983938" y="5205849"/>
                  </a:lnTo>
                  <a:lnTo>
                    <a:pt x="984031" y="5205849"/>
                  </a:lnTo>
                  <a:lnTo>
                    <a:pt x="984218" y="5205849"/>
                  </a:lnTo>
                  <a:lnTo>
                    <a:pt x="984311" y="5205849"/>
                  </a:lnTo>
                  <a:lnTo>
                    <a:pt x="984404" y="5205849"/>
                  </a:lnTo>
                  <a:lnTo>
                    <a:pt x="984498" y="5205849"/>
                  </a:lnTo>
                  <a:lnTo>
                    <a:pt x="984591" y="5205849"/>
                  </a:lnTo>
                  <a:lnTo>
                    <a:pt x="984777" y="5205849"/>
                  </a:lnTo>
                  <a:lnTo>
                    <a:pt x="984871" y="5205849"/>
                  </a:lnTo>
                  <a:lnTo>
                    <a:pt x="985057" y="5205849"/>
                  </a:lnTo>
                  <a:lnTo>
                    <a:pt x="985243" y="5205849"/>
                  </a:lnTo>
                  <a:lnTo>
                    <a:pt x="985337" y="5205849"/>
                  </a:lnTo>
                  <a:lnTo>
                    <a:pt x="985430" y="5205849"/>
                  </a:lnTo>
                  <a:lnTo>
                    <a:pt x="985523" y="5205849"/>
                  </a:lnTo>
                  <a:lnTo>
                    <a:pt x="985616" y="5205849"/>
                  </a:lnTo>
                  <a:lnTo>
                    <a:pt x="985710" y="5205849"/>
                  </a:lnTo>
                  <a:lnTo>
                    <a:pt x="985896" y="5205849"/>
                  </a:lnTo>
                  <a:lnTo>
                    <a:pt x="985989" y="5205849"/>
                  </a:lnTo>
                  <a:lnTo>
                    <a:pt x="986083" y="5205849"/>
                  </a:lnTo>
                  <a:lnTo>
                    <a:pt x="986176" y="5205849"/>
                  </a:lnTo>
                  <a:lnTo>
                    <a:pt x="986269" y="5205849"/>
                  </a:lnTo>
                  <a:lnTo>
                    <a:pt x="986362" y="5205849"/>
                  </a:lnTo>
                  <a:lnTo>
                    <a:pt x="986456" y="5205849"/>
                  </a:lnTo>
                  <a:lnTo>
                    <a:pt x="986549" y="5205849"/>
                  </a:lnTo>
                  <a:lnTo>
                    <a:pt x="987854" y="5195895"/>
                  </a:lnTo>
                  <a:lnTo>
                    <a:pt x="987948" y="5195895"/>
                  </a:lnTo>
                  <a:lnTo>
                    <a:pt x="988041" y="5195895"/>
                  </a:lnTo>
                  <a:lnTo>
                    <a:pt x="988134" y="5195895"/>
                  </a:lnTo>
                  <a:lnTo>
                    <a:pt x="988227" y="5195895"/>
                  </a:lnTo>
                  <a:lnTo>
                    <a:pt x="988414" y="5195895"/>
                  </a:lnTo>
                  <a:lnTo>
                    <a:pt x="988507" y="5195895"/>
                  </a:lnTo>
                  <a:lnTo>
                    <a:pt x="988694" y="5195895"/>
                  </a:lnTo>
                  <a:lnTo>
                    <a:pt x="988787" y="5195895"/>
                  </a:lnTo>
                  <a:lnTo>
                    <a:pt x="988880" y="5195895"/>
                  </a:lnTo>
                  <a:lnTo>
                    <a:pt x="989067" y="5195895"/>
                  </a:lnTo>
                  <a:lnTo>
                    <a:pt x="989160" y="5195895"/>
                  </a:lnTo>
                  <a:lnTo>
                    <a:pt x="989253" y="5195895"/>
                  </a:lnTo>
                  <a:lnTo>
                    <a:pt x="989346" y="5195895"/>
                  </a:lnTo>
                  <a:lnTo>
                    <a:pt x="989533" y="5195895"/>
                  </a:lnTo>
                  <a:lnTo>
                    <a:pt x="989626" y="5195895"/>
                  </a:lnTo>
                  <a:lnTo>
                    <a:pt x="989719" y="5195895"/>
                  </a:lnTo>
                  <a:lnTo>
                    <a:pt x="989813" y="5195895"/>
                  </a:lnTo>
                  <a:lnTo>
                    <a:pt x="989999" y="5195895"/>
                  </a:lnTo>
                  <a:lnTo>
                    <a:pt x="990279" y="5195895"/>
                  </a:lnTo>
                  <a:lnTo>
                    <a:pt x="990372" y="5195895"/>
                  </a:lnTo>
                  <a:lnTo>
                    <a:pt x="990465" y="5195895"/>
                  </a:lnTo>
                  <a:lnTo>
                    <a:pt x="990838" y="5195895"/>
                  </a:lnTo>
                  <a:lnTo>
                    <a:pt x="990932" y="5195895"/>
                  </a:lnTo>
                  <a:lnTo>
                    <a:pt x="991025" y="5195895"/>
                  </a:lnTo>
                  <a:lnTo>
                    <a:pt x="991118" y="5195895"/>
                  </a:lnTo>
                  <a:lnTo>
                    <a:pt x="991211" y="5195895"/>
                  </a:lnTo>
                  <a:lnTo>
                    <a:pt x="991305" y="5195895"/>
                  </a:lnTo>
                  <a:lnTo>
                    <a:pt x="991398" y="5195895"/>
                  </a:lnTo>
                  <a:lnTo>
                    <a:pt x="991584" y="5195895"/>
                  </a:lnTo>
                  <a:lnTo>
                    <a:pt x="991678" y="5195895"/>
                  </a:lnTo>
                  <a:lnTo>
                    <a:pt x="991864" y="5195895"/>
                  </a:lnTo>
                  <a:lnTo>
                    <a:pt x="991957" y="5195895"/>
                  </a:lnTo>
                  <a:lnTo>
                    <a:pt x="992237" y="5195895"/>
                  </a:lnTo>
                  <a:lnTo>
                    <a:pt x="992330" y="5195895"/>
                  </a:lnTo>
                  <a:lnTo>
                    <a:pt x="992423" y="5195895"/>
                  </a:lnTo>
                  <a:lnTo>
                    <a:pt x="992517" y="5195895"/>
                  </a:lnTo>
                  <a:lnTo>
                    <a:pt x="992610" y="5195895"/>
                  </a:lnTo>
                  <a:lnTo>
                    <a:pt x="992796" y="5195895"/>
                  </a:lnTo>
                  <a:lnTo>
                    <a:pt x="992890" y="5195895"/>
                  </a:lnTo>
                  <a:lnTo>
                    <a:pt x="992983" y="5195895"/>
                  </a:lnTo>
                  <a:lnTo>
                    <a:pt x="993076" y="5195895"/>
                  </a:lnTo>
                  <a:lnTo>
                    <a:pt x="993169" y="5195895"/>
                  </a:lnTo>
                  <a:lnTo>
                    <a:pt x="993449" y="5195895"/>
                  </a:lnTo>
                  <a:lnTo>
                    <a:pt x="993542" y="5195895"/>
                  </a:lnTo>
                  <a:lnTo>
                    <a:pt x="993636" y="5195895"/>
                  </a:lnTo>
                  <a:lnTo>
                    <a:pt x="993822" y="5195895"/>
                  </a:lnTo>
                  <a:lnTo>
                    <a:pt x="993915" y="5195895"/>
                  </a:lnTo>
                  <a:lnTo>
                    <a:pt x="994195" y="5195895"/>
                  </a:lnTo>
                  <a:lnTo>
                    <a:pt x="994288" y="5195895"/>
                  </a:lnTo>
                  <a:lnTo>
                    <a:pt x="994568" y="5195895"/>
                  </a:lnTo>
                  <a:lnTo>
                    <a:pt x="994755" y="5195895"/>
                  </a:lnTo>
                  <a:lnTo>
                    <a:pt x="994848" y="5195895"/>
                  </a:lnTo>
                  <a:lnTo>
                    <a:pt x="994941" y="5195895"/>
                  </a:lnTo>
                  <a:lnTo>
                    <a:pt x="995034" y="5195895"/>
                  </a:lnTo>
                  <a:lnTo>
                    <a:pt x="995128" y="5195895"/>
                  </a:lnTo>
                  <a:lnTo>
                    <a:pt x="995314" y="5195895"/>
                  </a:lnTo>
                  <a:lnTo>
                    <a:pt x="995407" y="5195895"/>
                  </a:lnTo>
                  <a:lnTo>
                    <a:pt x="995501" y="5195895"/>
                  </a:lnTo>
                  <a:lnTo>
                    <a:pt x="995594" y="5195895"/>
                  </a:lnTo>
                  <a:lnTo>
                    <a:pt x="995687" y="5195895"/>
                  </a:lnTo>
                  <a:lnTo>
                    <a:pt x="995874" y="5195895"/>
                  </a:lnTo>
                  <a:lnTo>
                    <a:pt x="996060" y="5195895"/>
                  </a:lnTo>
                  <a:lnTo>
                    <a:pt x="996153" y="5195895"/>
                  </a:lnTo>
                  <a:lnTo>
                    <a:pt x="996247" y="5195895"/>
                  </a:lnTo>
                  <a:lnTo>
                    <a:pt x="996340" y="5195895"/>
                  </a:lnTo>
                  <a:lnTo>
                    <a:pt x="996620" y="5195895"/>
                  </a:lnTo>
                  <a:lnTo>
                    <a:pt x="996713" y="5195895"/>
                  </a:lnTo>
                  <a:lnTo>
                    <a:pt x="996806" y="5195895"/>
                  </a:lnTo>
                  <a:lnTo>
                    <a:pt x="996993" y="5195895"/>
                  </a:lnTo>
                  <a:lnTo>
                    <a:pt x="997179" y="5195895"/>
                  </a:lnTo>
                  <a:lnTo>
                    <a:pt x="997272" y="5195895"/>
                  </a:lnTo>
                  <a:lnTo>
                    <a:pt x="997366" y="5195895"/>
                  </a:lnTo>
                  <a:lnTo>
                    <a:pt x="997459" y="5195895"/>
                  </a:lnTo>
                  <a:lnTo>
                    <a:pt x="997552" y="5195895"/>
                  </a:lnTo>
                  <a:lnTo>
                    <a:pt x="997645" y="5195895"/>
                  </a:lnTo>
                  <a:lnTo>
                    <a:pt x="997739" y="5195895"/>
                  </a:lnTo>
                  <a:lnTo>
                    <a:pt x="998205" y="5195895"/>
                  </a:lnTo>
                  <a:lnTo>
                    <a:pt x="998298" y="5195895"/>
                  </a:lnTo>
                  <a:lnTo>
                    <a:pt x="998391" y="5195895"/>
                  </a:lnTo>
                  <a:lnTo>
                    <a:pt x="998578" y="5195895"/>
                  </a:lnTo>
                  <a:lnTo>
                    <a:pt x="998671" y="5195895"/>
                  </a:lnTo>
                  <a:lnTo>
                    <a:pt x="998764" y="5195895"/>
                  </a:lnTo>
                  <a:lnTo>
                    <a:pt x="998858" y="5195895"/>
                  </a:lnTo>
                  <a:lnTo>
                    <a:pt x="999044" y="5195895"/>
                  </a:lnTo>
                  <a:lnTo>
                    <a:pt x="999510" y="5195895"/>
                  </a:lnTo>
                  <a:lnTo>
                    <a:pt x="999603" y="5195895"/>
                  </a:lnTo>
                  <a:lnTo>
                    <a:pt x="999697" y="5195895"/>
                  </a:lnTo>
                  <a:lnTo>
                    <a:pt x="999883" y="5195895"/>
                  </a:lnTo>
                  <a:lnTo>
                    <a:pt x="1000070" y="5195895"/>
                  </a:lnTo>
                  <a:lnTo>
                    <a:pt x="1000163" y="5195895"/>
                  </a:lnTo>
                  <a:lnTo>
                    <a:pt x="1000349" y="5195895"/>
                  </a:lnTo>
                  <a:lnTo>
                    <a:pt x="1000536" y="5195895"/>
                  </a:lnTo>
                  <a:lnTo>
                    <a:pt x="1000722" y="5195895"/>
                  </a:lnTo>
                  <a:lnTo>
                    <a:pt x="1001002" y="5195895"/>
                  </a:lnTo>
                  <a:lnTo>
                    <a:pt x="1001095" y="5195895"/>
                  </a:lnTo>
                  <a:lnTo>
                    <a:pt x="1001189" y="5195895"/>
                  </a:lnTo>
                  <a:lnTo>
                    <a:pt x="1001375" y="5195895"/>
                  </a:lnTo>
                  <a:lnTo>
                    <a:pt x="1001748" y="5195895"/>
                  </a:lnTo>
                  <a:lnTo>
                    <a:pt x="1002028" y="5195895"/>
                  </a:lnTo>
                  <a:lnTo>
                    <a:pt x="1002121" y="5195895"/>
                  </a:lnTo>
                  <a:lnTo>
                    <a:pt x="1002401" y="5195895"/>
                  </a:lnTo>
                  <a:lnTo>
                    <a:pt x="1002494" y="5195895"/>
                  </a:lnTo>
                  <a:lnTo>
                    <a:pt x="1002681" y="5195895"/>
                  </a:lnTo>
                  <a:lnTo>
                    <a:pt x="1002774" y="5195895"/>
                  </a:lnTo>
                  <a:lnTo>
                    <a:pt x="1002867" y="5195895"/>
                  </a:lnTo>
                  <a:lnTo>
                    <a:pt x="1003054" y="5195895"/>
                  </a:lnTo>
                  <a:lnTo>
                    <a:pt x="1003147" y="5195895"/>
                  </a:lnTo>
                  <a:lnTo>
                    <a:pt x="1003333" y="5195895"/>
                  </a:lnTo>
                  <a:lnTo>
                    <a:pt x="1003427" y="5195895"/>
                  </a:lnTo>
                  <a:lnTo>
                    <a:pt x="1003613" y="5195895"/>
                  </a:lnTo>
                  <a:lnTo>
                    <a:pt x="1003800" y="5195895"/>
                  </a:lnTo>
                  <a:lnTo>
                    <a:pt x="1003893" y="5195895"/>
                  </a:lnTo>
                  <a:lnTo>
                    <a:pt x="1003986" y="5195895"/>
                  </a:lnTo>
                  <a:lnTo>
                    <a:pt x="1004079" y="5195895"/>
                  </a:lnTo>
                  <a:lnTo>
                    <a:pt x="1004173" y="5195895"/>
                  </a:lnTo>
                  <a:lnTo>
                    <a:pt x="1004266" y="5195895"/>
                  </a:lnTo>
                  <a:lnTo>
                    <a:pt x="1004546" y="5195895"/>
                  </a:lnTo>
                  <a:lnTo>
                    <a:pt x="1004639" y="5195895"/>
                  </a:lnTo>
                  <a:lnTo>
                    <a:pt x="1004825" y="5195895"/>
                  </a:lnTo>
                  <a:lnTo>
                    <a:pt x="1005478" y="5195895"/>
                  </a:lnTo>
                  <a:lnTo>
                    <a:pt x="1005571" y="5195895"/>
                  </a:lnTo>
                  <a:lnTo>
                    <a:pt x="1005665" y="5195895"/>
                  </a:lnTo>
                  <a:lnTo>
                    <a:pt x="1005758" y="5195895"/>
                  </a:lnTo>
                  <a:lnTo>
                    <a:pt x="1006037" y="5195895"/>
                  </a:lnTo>
                  <a:lnTo>
                    <a:pt x="1006224" y="5195895"/>
                  </a:lnTo>
                  <a:lnTo>
                    <a:pt x="1006317" y="5195895"/>
                  </a:lnTo>
                  <a:lnTo>
                    <a:pt x="1006504" y="5195895"/>
                  </a:lnTo>
                  <a:lnTo>
                    <a:pt x="1006690" y="5195895"/>
                  </a:lnTo>
                  <a:lnTo>
                    <a:pt x="1006783" y="5195895"/>
                  </a:lnTo>
                  <a:lnTo>
                    <a:pt x="1006877" y="5195895"/>
                  </a:lnTo>
                  <a:lnTo>
                    <a:pt x="1006970" y="5195895"/>
                  </a:lnTo>
                  <a:lnTo>
                    <a:pt x="1007063" y="5195895"/>
                  </a:lnTo>
                  <a:lnTo>
                    <a:pt x="1007250" y="5195895"/>
                  </a:lnTo>
                  <a:lnTo>
                    <a:pt x="1007343" y="5195895"/>
                  </a:lnTo>
                  <a:lnTo>
                    <a:pt x="1007436" y="5195895"/>
                  </a:lnTo>
                  <a:lnTo>
                    <a:pt x="1007529" y="5195895"/>
                  </a:lnTo>
                  <a:lnTo>
                    <a:pt x="1007623" y="5195895"/>
                  </a:lnTo>
                  <a:lnTo>
                    <a:pt x="1007809" y="5195895"/>
                  </a:lnTo>
                  <a:lnTo>
                    <a:pt x="1007902" y="5195895"/>
                  </a:lnTo>
                  <a:lnTo>
                    <a:pt x="1007996" y="5195895"/>
                  </a:lnTo>
                  <a:lnTo>
                    <a:pt x="1008369" y="5195895"/>
                  </a:lnTo>
                  <a:lnTo>
                    <a:pt x="1008462" y="5195895"/>
                  </a:lnTo>
                  <a:lnTo>
                    <a:pt x="1008555" y="5195895"/>
                  </a:lnTo>
                  <a:lnTo>
                    <a:pt x="1008648" y="5195895"/>
                  </a:lnTo>
                  <a:lnTo>
                    <a:pt x="1008742" y="5195895"/>
                  </a:lnTo>
                  <a:lnTo>
                    <a:pt x="1009021" y="5195895"/>
                  </a:lnTo>
                  <a:lnTo>
                    <a:pt x="1009115" y="5195895"/>
                  </a:lnTo>
                  <a:lnTo>
                    <a:pt x="1009208" y="5195895"/>
                  </a:lnTo>
                  <a:lnTo>
                    <a:pt x="1009301" y="5195895"/>
                  </a:lnTo>
                  <a:lnTo>
                    <a:pt x="1009394" y="5195895"/>
                  </a:lnTo>
                  <a:lnTo>
                    <a:pt x="1009488" y="5195895"/>
                  </a:lnTo>
                  <a:lnTo>
                    <a:pt x="1009581" y="5195895"/>
                  </a:lnTo>
                  <a:lnTo>
                    <a:pt x="1009767" y="5195895"/>
                  </a:lnTo>
                  <a:lnTo>
                    <a:pt x="1009861" y="5195895"/>
                  </a:lnTo>
                  <a:lnTo>
                    <a:pt x="1009954" y="5195895"/>
                  </a:lnTo>
                  <a:lnTo>
                    <a:pt x="1010140" y="5195895"/>
                  </a:lnTo>
                  <a:lnTo>
                    <a:pt x="1010234" y="5195895"/>
                  </a:lnTo>
                  <a:lnTo>
                    <a:pt x="1010327" y="5195895"/>
                  </a:lnTo>
                  <a:lnTo>
                    <a:pt x="1010607" y="5195895"/>
                  </a:lnTo>
                  <a:lnTo>
                    <a:pt x="1010793" y="5195895"/>
                  </a:lnTo>
                  <a:lnTo>
                    <a:pt x="1010886" y="5195895"/>
                  </a:lnTo>
                  <a:lnTo>
                    <a:pt x="1011073" y="5195895"/>
                  </a:lnTo>
                  <a:lnTo>
                    <a:pt x="1011166" y="5195895"/>
                  </a:lnTo>
                  <a:lnTo>
                    <a:pt x="1011353" y="5195895"/>
                  </a:lnTo>
                  <a:lnTo>
                    <a:pt x="1011446" y="5195895"/>
                  </a:lnTo>
                  <a:lnTo>
                    <a:pt x="1011632" y="5195895"/>
                  </a:lnTo>
                  <a:lnTo>
                    <a:pt x="1011819" y="5195895"/>
                  </a:lnTo>
                  <a:lnTo>
                    <a:pt x="1011912" y="5195895"/>
                  </a:lnTo>
                  <a:lnTo>
                    <a:pt x="1012099" y="5195895"/>
                  </a:lnTo>
                  <a:lnTo>
                    <a:pt x="1012378" y="5195895"/>
                  </a:lnTo>
                  <a:lnTo>
                    <a:pt x="1012658" y="5195895"/>
                  </a:lnTo>
                  <a:lnTo>
                    <a:pt x="1012751" y="5195895"/>
                  </a:lnTo>
                  <a:lnTo>
                    <a:pt x="1013031" y="5195895"/>
                  </a:lnTo>
                  <a:lnTo>
                    <a:pt x="1013217" y="5195895"/>
                  </a:lnTo>
                  <a:lnTo>
                    <a:pt x="1013404" y="5195895"/>
                  </a:lnTo>
                  <a:lnTo>
                    <a:pt x="1013684" y="5195895"/>
                  </a:lnTo>
                  <a:lnTo>
                    <a:pt x="1013777" y="5195895"/>
                  </a:lnTo>
                  <a:lnTo>
                    <a:pt x="1013963" y="5195895"/>
                  </a:lnTo>
                  <a:lnTo>
                    <a:pt x="1014336" y="5195895"/>
                  </a:lnTo>
                  <a:lnTo>
                    <a:pt x="1014523" y="5195895"/>
                  </a:lnTo>
                  <a:lnTo>
                    <a:pt x="1014616" y="5195895"/>
                  </a:lnTo>
                  <a:lnTo>
                    <a:pt x="1014896" y="5195895"/>
                  </a:lnTo>
                  <a:lnTo>
                    <a:pt x="1015082" y="5195895"/>
                  </a:lnTo>
                  <a:lnTo>
                    <a:pt x="1015176" y="5195895"/>
                  </a:lnTo>
                  <a:lnTo>
                    <a:pt x="1015269" y="5185941"/>
                  </a:lnTo>
                  <a:lnTo>
                    <a:pt x="1015362" y="5185941"/>
                  </a:lnTo>
                  <a:lnTo>
                    <a:pt x="1015455" y="5185941"/>
                  </a:lnTo>
                  <a:lnTo>
                    <a:pt x="1015549" y="5185941"/>
                  </a:lnTo>
                  <a:lnTo>
                    <a:pt x="1015642" y="5185941"/>
                  </a:lnTo>
                  <a:lnTo>
                    <a:pt x="1015735" y="5185941"/>
                  </a:lnTo>
                  <a:lnTo>
                    <a:pt x="1015922" y="5185941"/>
                  </a:lnTo>
                  <a:lnTo>
                    <a:pt x="1016108" y="5185941"/>
                  </a:lnTo>
                  <a:lnTo>
                    <a:pt x="1016201" y="5185941"/>
                  </a:lnTo>
                  <a:lnTo>
                    <a:pt x="1016574" y="5185941"/>
                  </a:lnTo>
                  <a:lnTo>
                    <a:pt x="1016668" y="5185941"/>
                  </a:lnTo>
                  <a:lnTo>
                    <a:pt x="1016761" y="5185941"/>
                  </a:lnTo>
                  <a:lnTo>
                    <a:pt x="1016854" y="5185941"/>
                  </a:lnTo>
                  <a:lnTo>
                    <a:pt x="1016947" y="5185941"/>
                  </a:lnTo>
                  <a:lnTo>
                    <a:pt x="1017041" y="5185941"/>
                  </a:lnTo>
                  <a:lnTo>
                    <a:pt x="1017134" y="5185941"/>
                  </a:lnTo>
                  <a:lnTo>
                    <a:pt x="1017227" y="5185941"/>
                  </a:lnTo>
                  <a:lnTo>
                    <a:pt x="1017320" y="5185941"/>
                  </a:lnTo>
                  <a:lnTo>
                    <a:pt x="1017414" y="5185941"/>
                  </a:lnTo>
                  <a:lnTo>
                    <a:pt x="1017507" y="5185941"/>
                  </a:lnTo>
                  <a:lnTo>
                    <a:pt x="1017600" y="5185941"/>
                  </a:lnTo>
                  <a:lnTo>
                    <a:pt x="1017693" y="5185941"/>
                  </a:lnTo>
                  <a:lnTo>
                    <a:pt x="1017787" y="5185941"/>
                  </a:lnTo>
                  <a:lnTo>
                    <a:pt x="1017973" y="5185941"/>
                  </a:lnTo>
                  <a:lnTo>
                    <a:pt x="1018346" y="5185941"/>
                  </a:lnTo>
                  <a:lnTo>
                    <a:pt x="1018439" y="5185941"/>
                  </a:lnTo>
                  <a:lnTo>
                    <a:pt x="1018533" y="5185941"/>
                  </a:lnTo>
                  <a:lnTo>
                    <a:pt x="1018626" y="5185941"/>
                  </a:lnTo>
                  <a:lnTo>
                    <a:pt x="1018719" y="5185941"/>
                  </a:lnTo>
                  <a:lnTo>
                    <a:pt x="1018812" y="5185941"/>
                  </a:lnTo>
                  <a:lnTo>
                    <a:pt x="1018906" y="5185941"/>
                  </a:lnTo>
                  <a:lnTo>
                    <a:pt x="1019279" y="5185941"/>
                  </a:lnTo>
                  <a:lnTo>
                    <a:pt x="1019558" y="5185941"/>
                  </a:lnTo>
                  <a:lnTo>
                    <a:pt x="1019652" y="5185941"/>
                  </a:lnTo>
                  <a:lnTo>
                    <a:pt x="1019745" y="5185941"/>
                  </a:lnTo>
                  <a:lnTo>
                    <a:pt x="1019838" y="5185941"/>
                  </a:lnTo>
                  <a:lnTo>
                    <a:pt x="1019931" y="5185941"/>
                  </a:lnTo>
                  <a:lnTo>
                    <a:pt x="1020118" y="5185941"/>
                  </a:lnTo>
                  <a:lnTo>
                    <a:pt x="1020677" y="5175987"/>
                  </a:lnTo>
                  <a:lnTo>
                    <a:pt x="1020770" y="5175987"/>
                  </a:lnTo>
                  <a:lnTo>
                    <a:pt x="1020864" y="5175987"/>
                  </a:lnTo>
                  <a:lnTo>
                    <a:pt x="1020957" y="5175987"/>
                  </a:lnTo>
                  <a:lnTo>
                    <a:pt x="1021050" y="5175987"/>
                  </a:lnTo>
                  <a:lnTo>
                    <a:pt x="1021330" y="5175987"/>
                  </a:lnTo>
                  <a:lnTo>
                    <a:pt x="1021423" y="5175987"/>
                  </a:lnTo>
                  <a:lnTo>
                    <a:pt x="1021703" y="5175987"/>
                  </a:lnTo>
                  <a:lnTo>
                    <a:pt x="1021889" y="5175987"/>
                  </a:lnTo>
                  <a:lnTo>
                    <a:pt x="1021983" y="5175987"/>
                  </a:lnTo>
                  <a:lnTo>
                    <a:pt x="1022169" y="5175987"/>
                  </a:lnTo>
                  <a:lnTo>
                    <a:pt x="1022262" y="5175987"/>
                  </a:lnTo>
                  <a:lnTo>
                    <a:pt x="1022356" y="5175987"/>
                  </a:lnTo>
                  <a:lnTo>
                    <a:pt x="1022449" y="5175987"/>
                  </a:lnTo>
                  <a:lnTo>
                    <a:pt x="1022542" y="5175987"/>
                  </a:lnTo>
                  <a:lnTo>
                    <a:pt x="1022635" y="5175987"/>
                  </a:lnTo>
                  <a:lnTo>
                    <a:pt x="1022822" y="5175987"/>
                  </a:lnTo>
                  <a:lnTo>
                    <a:pt x="1023102" y="5175987"/>
                  </a:lnTo>
                  <a:lnTo>
                    <a:pt x="1023195" y="5175987"/>
                  </a:lnTo>
                  <a:lnTo>
                    <a:pt x="1023381" y="5175987"/>
                  </a:lnTo>
                  <a:lnTo>
                    <a:pt x="1023568" y="5175987"/>
                  </a:lnTo>
                  <a:lnTo>
                    <a:pt x="1023661" y="5175987"/>
                  </a:lnTo>
                  <a:lnTo>
                    <a:pt x="1023848" y="5175987"/>
                  </a:lnTo>
                  <a:lnTo>
                    <a:pt x="1023941" y="5166033"/>
                  </a:lnTo>
                  <a:lnTo>
                    <a:pt x="1024034" y="5166033"/>
                  </a:lnTo>
                  <a:lnTo>
                    <a:pt x="1024407" y="5166033"/>
                  </a:lnTo>
                  <a:lnTo>
                    <a:pt x="1024500" y="5166033"/>
                  </a:lnTo>
                  <a:lnTo>
                    <a:pt x="1024687" y="5166033"/>
                  </a:lnTo>
                  <a:lnTo>
                    <a:pt x="1024780" y="5166033"/>
                  </a:lnTo>
                  <a:lnTo>
                    <a:pt x="1025060" y="5166033"/>
                  </a:lnTo>
                  <a:lnTo>
                    <a:pt x="1025246" y="5166033"/>
                  </a:lnTo>
                  <a:lnTo>
                    <a:pt x="1025433" y="5156080"/>
                  </a:lnTo>
                  <a:lnTo>
                    <a:pt x="1025526" y="5156080"/>
                  </a:lnTo>
                  <a:lnTo>
                    <a:pt x="1025806" y="5156080"/>
                  </a:lnTo>
                  <a:lnTo>
                    <a:pt x="1025992" y="5156080"/>
                  </a:lnTo>
                  <a:lnTo>
                    <a:pt x="1026086" y="5156080"/>
                  </a:lnTo>
                  <a:lnTo>
                    <a:pt x="1026272" y="5156080"/>
                  </a:lnTo>
                  <a:lnTo>
                    <a:pt x="1026459" y="5156080"/>
                  </a:lnTo>
                  <a:lnTo>
                    <a:pt x="1026552" y="5156080"/>
                  </a:lnTo>
                  <a:lnTo>
                    <a:pt x="1026831" y="5156080"/>
                  </a:lnTo>
                  <a:lnTo>
                    <a:pt x="1026925" y="5156080"/>
                  </a:lnTo>
                  <a:lnTo>
                    <a:pt x="1027018" y="5156080"/>
                  </a:lnTo>
                  <a:lnTo>
                    <a:pt x="1027111" y="5156080"/>
                  </a:lnTo>
                  <a:lnTo>
                    <a:pt x="1027204" y="5156080"/>
                  </a:lnTo>
                  <a:lnTo>
                    <a:pt x="1027298" y="5156080"/>
                  </a:lnTo>
                  <a:lnTo>
                    <a:pt x="1027764" y="5156080"/>
                  </a:lnTo>
                  <a:lnTo>
                    <a:pt x="1027857" y="5156080"/>
                  </a:lnTo>
                  <a:lnTo>
                    <a:pt x="1028044" y="5156080"/>
                  </a:lnTo>
                  <a:lnTo>
                    <a:pt x="1028137" y="5156080"/>
                  </a:lnTo>
                  <a:lnTo>
                    <a:pt x="1028323" y="5156080"/>
                  </a:lnTo>
                  <a:lnTo>
                    <a:pt x="1028510" y="5156080"/>
                  </a:lnTo>
                  <a:lnTo>
                    <a:pt x="1028696" y="5156080"/>
                  </a:lnTo>
                  <a:lnTo>
                    <a:pt x="1028790" y="5156080"/>
                  </a:lnTo>
                  <a:lnTo>
                    <a:pt x="1029069" y="5156080"/>
                  </a:lnTo>
                  <a:lnTo>
                    <a:pt x="1029163" y="5156080"/>
                  </a:lnTo>
                  <a:lnTo>
                    <a:pt x="1029256" y="5156080"/>
                  </a:lnTo>
                  <a:lnTo>
                    <a:pt x="1029349" y="5156080"/>
                  </a:lnTo>
                  <a:lnTo>
                    <a:pt x="1029442" y="5156080"/>
                  </a:lnTo>
                  <a:lnTo>
                    <a:pt x="1029536" y="5156080"/>
                  </a:lnTo>
                  <a:lnTo>
                    <a:pt x="1029629" y="5156080"/>
                  </a:lnTo>
                  <a:lnTo>
                    <a:pt x="1029722" y="5156080"/>
                  </a:lnTo>
                  <a:lnTo>
                    <a:pt x="1029909" y="5156080"/>
                  </a:lnTo>
                  <a:lnTo>
                    <a:pt x="1030002" y="5156080"/>
                  </a:lnTo>
                  <a:lnTo>
                    <a:pt x="1030188" y="5156080"/>
                  </a:lnTo>
                  <a:lnTo>
                    <a:pt x="1030375" y="5156080"/>
                  </a:lnTo>
                  <a:lnTo>
                    <a:pt x="1030468" y="5156080"/>
                  </a:lnTo>
                  <a:lnTo>
                    <a:pt x="1030561" y="5156080"/>
                  </a:lnTo>
                  <a:lnTo>
                    <a:pt x="1030655" y="5156080"/>
                  </a:lnTo>
                  <a:lnTo>
                    <a:pt x="1030841" y="5156080"/>
                  </a:lnTo>
                  <a:lnTo>
                    <a:pt x="1030934" y="5156080"/>
                  </a:lnTo>
                  <a:lnTo>
                    <a:pt x="1031307" y="5156080"/>
                  </a:lnTo>
                  <a:lnTo>
                    <a:pt x="1031401" y="5156080"/>
                  </a:lnTo>
                  <a:lnTo>
                    <a:pt x="1031774" y="5156080"/>
                  </a:lnTo>
                  <a:lnTo>
                    <a:pt x="1031867" y="5156080"/>
                  </a:lnTo>
                  <a:lnTo>
                    <a:pt x="1031867" y="5146126"/>
                  </a:lnTo>
                  <a:lnTo>
                    <a:pt x="1032053" y="5146126"/>
                  </a:lnTo>
                  <a:lnTo>
                    <a:pt x="1032147" y="5146126"/>
                  </a:lnTo>
                  <a:lnTo>
                    <a:pt x="1032240" y="5146126"/>
                  </a:lnTo>
                  <a:lnTo>
                    <a:pt x="1032333" y="5146126"/>
                  </a:lnTo>
                  <a:lnTo>
                    <a:pt x="1032426" y="5146126"/>
                  </a:lnTo>
                  <a:lnTo>
                    <a:pt x="1032613" y="5146126"/>
                  </a:lnTo>
                  <a:lnTo>
                    <a:pt x="1032706" y="5146126"/>
                  </a:lnTo>
                  <a:lnTo>
                    <a:pt x="1032799" y="5146126"/>
                  </a:lnTo>
                  <a:lnTo>
                    <a:pt x="1032893" y="5146126"/>
                  </a:lnTo>
                  <a:lnTo>
                    <a:pt x="1033079" y="5146126"/>
                  </a:lnTo>
                  <a:lnTo>
                    <a:pt x="1033172" y="5146126"/>
                  </a:lnTo>
                  <a:lnTo>
                    <a:pt x="1033266" y="5146126"/>
                  </a:lnTo>
                  <a:lnTo>
                    <a:pt x="1033359" y="5146126"/>
                  </a:lnTo>
                  <a:lnTo>
                    <a:pt x="1033452" y="5146126"/>
                  </a:lnTo>
                  <a:lnTo>
                    <a:pt x="1033545" y="5146126"/>
                  </a:lnTo>
                  <a:lnTo>
                    <a:pt x="1033639" y="5146126"/>
                  </a:lnTo>
                  <a:lnTo>
                    <a:pt x="1033825" y="5146126"/>
                  </a:lnTo>
                  <a:lnTo>
                    <a:pt x="1033918" y="5146126"/>
                  </a:lnTo>
                  <a:lnTo>
                    <a:pt x="1034291" y="5146126"/>
                  </a:lnTo>
                  <a:lnTo>
                    <a:pt x="1034384" y="5146126"/>
                  </a:lnTo>
                  <a:lnTo>
                    <a:pt x="1034478" y="5146126"/>
                  </a:lnTo>
                  <a:lnTo>
                    <a:pt x="1034571" y="5136172"/>
                  </a:lnTo>
                  <a:lnTo>
                    <a:pt x="1034664" y="5136172"/>
                  </a:lnTo>
                  <a:lnTo>
                    <a:pt x="1034851" y="5136172"/>
                  </a:lnTo>
                  <a:lnTo>
                    <a:pt x="1034851" y="5126218"/>
                  </a:lnTo>
                  <a:lnTo>
                    <a:pt x="1035037" y="5126218"/>
                  </a:lnTo>
                  <a:lnTo>
                    <a:pt x="1035130" y="5126218"/>
                  </a:lnTo>
                  <a:lnTo>
                    <a:pt x="1035224" y="5126218"/>
                  </a:lnTo>
                  <a:lnTo>
                    <a:pt x="1035410" y="5126218"/>
                  </a:lnTo>
                  <a:lnTo>
                    <a:pt x="1035503" y="5126218"/>
                  </a:lnTo>
                  <a:lnTo>
                    <a:pt x="1035597" y="5126218"/>
                  </a:lnTo>
                  <a:lnTo>
                    <a:pt x="1035876" y="5126218"/>
                  </a:lnTo>
                  <a:lnTo>
                    <a:pt x="1035970" y="5126218"/>
                  </a:lnTo>
                  <a:lnTo>
                    <a:pt x="1036063" y="5126218"/>
                  </a:lnTo>
                  <a:lnTo>
                    <a:pt x="1036156" y="5126218"/>
                  </a:lnTo>
                  <a:lnTo>
                    <a:pt x="1036343" y="5126218"/>
                  </a:lnTo>
                  <a:lnTo>
                    <a:pt x="1036436" y="5126218"/>
                  </a:lnTo>
                  <a:lnTo>
                    <a:pt x="1036622" y="5126218"/>
                  </a:lnTo>
                  <a:lnTo>
                    <a:pt x="1036716" y="5126218"/>
                  </a:lnTo>
                  <a:lnTo>
                    <a:pt x="1036809" y="5126218"/>
                  </a:lnTo>
                  <a:lnTo>
                    <a:pt x="1036902" y="5126218"/>
                  </a:lnTo>
                  <a:lnTo>
                    <a:pt x="1036995" y="5126218"/>
                  </a:lnTo>
                  <a:lnTo>
                    <a:pt x="1037275" y="5126218"/>
                  </a:lnTo>
                  <a:lnTo>
                    <a:pt x="1037368" y="5126218"/>
                  </a:lnTo>
                  <a:lnTo>
                    <a:pt x="1037648" y="5126218"/>
                  </a:lnTo>
                  <a:lnTo>
                    <a:pt x="1037741" y="5126218"/>
                  </a:lnTo>
                  <a:lnTo>
                    <a:pt x="1038114" y="5126218"/>
                  </a:lnTo>
                  <a:lnTo>
                    <a:pt x="1038301" y="5126218"/>
                  </a:lnTo>
                  <a:lnTo>
                    <a:pt x="1038394" y="5126218"/>
                  </a:lnTo>
                  <a:lnTo>
                    <a:pt x="1038487" y="5126218"/>
                  </a:lnTo>
                  <a:lnTo>
                    <a:pt x="1038954" y="5126218"/>
                  </a:lnTo>
                  <a:lnTo>
                    <a:pt x="1039140" y="5126218"/>
                  </a:lnTo>
                  <a:lnTo>
                    <a:pt x="1039233" y="5126218"/>
                  </a:lnTo>
                  <a:lnTo>
                    <a:pt x="1039420" y="5126218"/>
                  </a:lnTo>
                  <a:lnTo>
                    <a:pt x="1039793" y="5126218"/>
                  </a:lnTo>
                  <a:lnTo>
                    <a:pt x="1039979" y="5126218"/>
                  </a:lnTo>
                  <a:lnTo>
                    <a:pt x="1040166" y="5126218"/>
                  </a:lnTo>
                  <a:lnTo>
                    <a:pt x="1040259" y="5126218"/>
                  </a:lnTo>
                  <a:lnTo>
                    <a:pt x="1040539" y="5126218"/>
                  </a:lnTo>
                  <a:lnTo>
                    <a:pt x="1040725" y="5126218"/>
                  </a:lnTo>
                  <a:lnTo>
                    <a:pt x="1040818" y="5126218"/>
                  </a:lnTo>
                  <a:lnTo>
                    <a:pt x="1041005" y="5126218"/>
                  </a:lnTo>
                  <a:lnTo>
                    <a:pt x="1041191" y="5126218"/>
                  </a:lnTo>
                  <a:lnTo>
                    <a:pt x="1041378" y="5126218"/>
                  </a:lnTo>
                  <a:lnTo>
                    <a:pt x="1041471" y="5126218"/>
                  </a:lnTo>
                  <a:lnTo>
                    <a:pt x="1041658" y="5126218"/>
                  </a:lnTo>
                  <a:lnTo>
                    <a:pt x="1041658" y="5116264"/>
                  </a:lnTo>
                  <a:lnTo>
                    <a:pt x="1041844" y="5116264"/>
                  </a:lnTo>
                  <a:lnTo>
                    <a:pt x="1041937" y="5116264"/>
                  </a:lnTo>
                  <a:lnTo>
                    <a:pt x="1042031" y="5116264"/>
                  </a:lnTo>
                  <a:lnTo>
                    <a:pt x="1042124" y="5116264"/>
                  </a:lnTo>
                  <a:lnTo>
                    <a:pt x="1042217" y="5116264"/>
                  </a:lnTo>
                  <a:lnTo>
                    <a:pt x="1042404" y="5116264"/>
                  </a:lnTo>
                  <a:lnTo>
                    <a:pt x="1042590" y="5116264"/>
                  </a:lnTo>
                  <a:lnTo>
                    <a:pt x="1042870" y="5116264"/>
                  </a:lnTo>
                  <a:lnTo>
                    <a:pt x="1043243" y="5116264"/>
                  </a:lnTo>
                  <a:lnTo>
                    <a:pt x="1043523" y="5116264"/>
                  </a:lnTo>
                  <a:lnTo>
                    <a:pt x="1043616" y="5116264"/>
                  </a:lnTo>
                  <a:lnTo>
                    <a:pt x="1043802" y="5116264"/>
                  </a:lnTo>
                  <a:lnTo>
                    <a:pt x="1043896" y="5116264"/>
                  </a:lnTo>
                  <a:lnTo>
                    <a:pt x="1043989" y="5116264"/>
                  </a:lnTo>
                  <a:lnTo>
                    <a:pt x="1044175" y="5116264"/>
                  </a:lnTo>
                  <a:lnTo>
                    <a:pt x="1044269" y="5116264"/>
                  </a:lnTo>
                  <a:lnTo>
                    <a:pt x="1044362" y="5116264"/>
                  </a:lnTo>
                  <a:lnTo>
                    <a:pt x="1044455" y="5116264"/>
                  </a:lnTo>
                  <a:lnTo>
                    <a:pt x="1044642" y="5116264"/>
                  </a:lnTo>
                  <a:lnTo>
                    <a:pt x="1045015" y="5116264"/>
                  </a:lnTo>
                  <a:lnTo>
                    <a:pt x="1045201" y="5116264"/>
                  </a:lnTo>
                  <a:lnTo>
                    <a:pt x="1045294" y="5116264"/>
                  </a:lnTo>
                  <a:lnTo>
                    <a:pt x="1045481" y="5116264"/>
                  </a:lnTo>
                  <a:lnTo>
                    <a:pt x="1045574" y="5116264"/>
                  </a:lnTo>
                  <a:lnTo>
                    <a:pt x="1045667" y="5116264"/>
                  </a:lnTo>
                  <a:lnTo>
                    <a:pt x="1045854" y="5116264"/>
                  </a:lnTo>
                  <a:lnTo>
                    <a:pt x="1045947" y="5116264"/>
                  </a:lnTo>
                  <a:lnTo>
                    <a:pt x="1046227" y="5116264"/>
                  </a:lnTo>
                  <a:lnTo>
                    <a:pt x="1046320" y="5116264"/>
                  </a:lnTo>
                  <a:lnTo>
                    <a:pt x="1046413" y="5116264"/>
                  </a:lnTo>
                  <a:lnTo>
                    <a:pt x="1046507" y="5116264"/>
                  </a:lnTo>
                  <a:lnTo>
                    <a:pt x="1046973" y="5116264"/>
                  </a:lnTo>
                  <a:lnTo>
                    <a:pt x="1047066" y="5116264"/>
                  </a:lnTo>
                  <a:lnTo>
                    <a:pt x="1047346" y="5116264"/>
                  </a:lnTo>
                  <a:lnTo>
                    <a:pt x="1047625" y="5116264"/>
                  </a:lnTo>
                  <a:lnTo>
                    <a:pt x="1047719" y="5116264"/>
                  </a:lnTo>
                  <a:lnTo>
                    <a:pt x="1047812" y="5116264"/>
                  </a:lnTo>
                  <a:lnTo>
                    <a:pt x="1047812" y="5106311"/>
                  </a:lnTo>
                  <a:lnTo>
                    <a:pt x="1047905" y="5106311"/>
                  </a:lnTo>
                  <a:lnTo>
                    <a:pt x="1047998" y="5106311"/>
                  </a:lnTo>
                  <a:lnTo>
                    <a:pt x="1048465" y="5106311"/>
                  </a:lnTo>
                  <a:lnTo>
                    <a:pt x="1048838" y="5106311"/>
                  </a:lnTo>
                  <a:lnTo>
                    <a:pt x="1048931" y="5106311"/>
                  </a:lnTo>
                  <a:lnTo>
                    <a:pt x="1049024" y="5106311"/>
                  </a:lnTo>
                  <a:lnTo>
                    <a:pt x="1049117" y="5106311"/>
                  </a:lnTo>
                  <a:lnTo>
                    <a:pt x="1049211" y="5106311"/>
                  </a:lnTo>
                  <a:lnTo>
                    <a:pt x="1049490" y="5106311"/>
                  </a:lnTo>
                  <a:lnTo>
                    <a:pt x="1049584" y="5106311"/>
                  </a:lnTo>
                  <a:lnTo>
                    <a:pt x="1049770" y="5106311"/>
                  </a:lnTo>
                  <a:lnTo>
                    <a:pt x="1049863" y="5106311"/>
                  </a:lnTo>
                  <a:lnTo>
                    <a:pt x="1049957" y="5106311"/>
                  </a:lnTo>
                  <a:lnTo>
                    <a:pt x="1050050" y="5106311"/>
                  </a:lnTo>
                  <a:lnTo>
                    <a:pt x="1050143" y="5106311"/>
                  </a:lnTo>
                  <a:lnTo>
                    <a:pt x="1050423" y="5106311"/>
                  </a:lnTo>
                  <a:lnTo>
                    <a:pt x="1050516" y="5106311"/>
                  </a:lnTo>
                  <a:lnTo>
                    <a:pt x="1050609" y="5106311"/>
                  </a:lnTo>
                  <a:lnTo>
                    <a:pt x="1050889" y="5106311"/>
                  </a:lnTo>
                  <a:lnTo>
                    <a:pt x="1050982" y="5106311"/>
                  </a:lnTo>
                  <a:lnTo>
                    <a:pt x="1051076" y="5106311"/>
                  </a:lnTo>
                  <a:lnTo>
                    <a:pt x="1051169" y="5106311"/>
                  </a:lnTo>
                  <a:lnTo>
                    <a:pt x="1051449" y="5106311"/>
                  </a:lnTo>
                  <a:lnTo>
                    <a:pt x="1051635" y="5106311"/>
                  </a:lnTo>
                  <a:lnTo>
                    <a:pt x="1051728" y="5106311"/>
                  </a:lnTo>
                  <a:lnTo>
                    <a:pt x="1051822" y="5106311"/>
                  </a:lnTo>
                  <a:lnTo>
                    <a:pt x="1052008" y="5106311"/>
                  </a:lnTo>
                  <a:lnTo>
                    <a:pt x="1052101" y="5106311"/>
                  </a:lnTo>
                  <a:lnTo>
                    <a:pt x="1052195" y="5106311"/>
                  </a:lnTo>
                  <a:lnTo>
                    <a:pt x="1052288" y="5106311"/>
                  </a:lnTo>
                  <a:lnTo>
                    <a:pt x="1052474" y="5106311"/>
                  </a:lnTo>
                  <a:lnTo>
                    <a:pt x="1052568" y="5106311"/>
                  </a:lnTo>
                  <a:lnTo>
                    <a:pt x="1052661" y="5106311"/>
                  </a:lnTo>
                  <a:lnTo>
                    <a:pt x="1052754" y="5106311"/>
                  </a:lnTo>
                  <a:lnTo>
                    <a:pt x="1052847" y="5106311"/>
                  </a:lnTo>
                  <a:lnTo>
                    <a:pt x="1053034" y="5106311"/>
                  </a:lnTo>
                  <a:lnTo>
                    <a:pt x="1053127" y="5106311"/>
                  </a:lnTo>
                  <a:lnTo>
                    <a:pt x="1053407" y="5106311"/>
                  </a:lnTo>
                  <a:lnTo>
                    <a:pt x="1053593" y="5106311"/>
                  </a:lnTo>
                  <a:lnTo>
                    <a:pt x="1053687" y="5106311"/>
                  </a:lnTo>
                  <a:lnTo>
                    <a:pt x="1053873" y="5106311"/>
                  </a:lnTo>
                  <a:lnTo>
                    <a:pt x="1053966" y="5106311"/>
                  </a:lnTo>
                  <a:lnTo>
                    <a:pt x="1054060" y="5106311"/>
                  </a:lnTo>
                  <a:lnTo>
                    <a:pt x="1054339" y="5106311"/>
                  </a:lnTo>
                  <a:lnTo>
                    <a:pt x="1054433" y="5106311"/>
                  </a:lnTo>
                  <a:lnTo>
                    <a:pt x="1054526" y="5106311"/>
                  </a:lnTo>
                  <a:lnTo>
                    <a:pt x="1054712" y="5106311"/>
                  </a:lnTo>
                  <a:lnTo>
                    <a:pt x="1054899" y="5106311"/>
                  </a:lnTo>
                  <a:lnTo>
                    <a:pt x="1054992" y="5106311"/>
                  </a:lnTo>
                  <a:lnTo>
                    <a:pt x="1055085" y="5106311"/>
                  </a:lnTo>
                  <a:lnTo>
                    <a:pt x="1055272" y="5106311"/>
                  </a:lnTo>
                  <a:lnTo>
                    <a:pt x="1055365" y="5106311"/>
                  </a:lnTo>
                  <a:lnTo>
                    <a:pt x="1055458" y="5106311"/>
                  </a:lnTo>
                  <a:lnTo>
                    <a:pt x="1055551" y="5106311"/>
                  </a:lnTo>
                  <a:lnTo>
                    <a:pt x="1056018" y="5106311"/>
                  </a:lnTo>
                  <a:lnTo>
                    <a:pt x="1056204" y="5106311"/>
                  </a:lnTo>
                  <a:lnTo>
                    <a:pt x="1056297" y="5106311"/>
                  </a:lnTo>
                  <a:lnTo>
                    <a:pt x="1056391" y="5106311"/>
                  </a:lnTo>
                  <a:lnTo>
                    <a:pt x="1056484" y="5106311"/>
                  </a:lnTo>
                  <a:lnTo>
                    <a:pt x="1056577" y="5106311"/>
                  </a:lnTo>
                  <a:lnTo>
                    <a:pt x="1056670" y="5106311"/>
                  </a:lnTo>
                  <a:lnTo>
                    <a:pt x="1056764" y="5106311"/>
                  </a:lnTo>
                  <a:lnTo>
                    <a:pt x="1056857" y="5106311"/>
                  </a:lnTo>
                  <a:lnTo>
                    <a:pt x="1056950" y="5106311"/>
                  </a:lnTo>
                  <a:lnTo>
                    <a:pt x="1057043" y="5106311"/>
                  </a:lnTo>
                  <a:lnTo>
                    <a:pt x="1057230" y="5106311"/>
                  </a:lnTo>
                  <a:lnTo>
                    <a:pt x="1057323" y="5106311"/>
                  </a:lnTo>
                  <a:lnTo>
                    <a:pt x="1057416" y="5106311"/>
                  </a:lnTo>
                  <a:lnTo>
                    <a:pt x="1057510" y="5106311"/>
                  </a:lnTo>
                  <a:lnTo>
                    <a:pt x="1057696" y="5106311"/>
                  </a:lnTo>
                  <a:lnTo>
                    <a:pt x="1057789" y="5106311"/>
                  </a:lnTo>
                  <a:lnTo>
                    <a:pt x="1057976" y="5106311"/>
                  </a:lnTo>
                  <a:lnTo>
                    <a:pt x="1058162" y="5106311"/>
                  </a:lnTo>
                  <a:lnTo>
                    <a:pt x="1058349" y="5106311"/>
                  </a:lnTo>
                  <a:lnTo>
                    <a:pt x="1058535" y="5106311"/>
                  </a:lnTo>
                  <a:lnTo>
                    <a:pt x="1058722" y="5106311"/>
                  </a:lnTo>
                  <a:lnTo>
                    <a:pt x="1059095" y="5106311"/>
                  </a:lnTo>
                  <a:lnTo>
                    <a:pt x="1059188" y="5106311"/>
                  </a:lnTo>
                  <a:lnTo>
                    <a:pt x="1059281" y="5106311"/>
                  </a:lnTo>
                  <a:lnTo>
                    <a:pt x="1059375" y="5106311"/>
                  </a:lnTo>
                  <a:lnTo>
                    <a:pt x="1059654" y="5106311"/>
                  </a:lnTo>
                  <a:lnTo>
                    <a:pt x="1059748" y="5106311"/>
                  </a:lnTo>
                  <a:lnTo>
                    <a:pt x="1059841" y="5106311"/>
                  </a:lnTo>
                  <a:lnTo>
                    <a:pt x="1059934" y="5106311"/>
                  </a:lnTo>
                  <a:lnTo>
                    <a:pt x="1060027" y="5106311"/>
                  </a:lnTo>
                  <a:lnTo>
                    <a:pt x="1060121" y="5096357"/>
                  </a:lnTo>
                  <a:lnTo>
                    <a:pt x="1060214" y="5096357"/>
                  </a:lnTo>
                  <a:lnTo>
                    <a:pt x="1061706" y="5096357"/>
                  </a:lnTo>
                  <a:lnTo>
                    <a:pt x="1062079" y="5096357"/>
                  </a:lnTo>
                  <a:lnTo>
                    <a:pt x="1062172" y="5096357"/>
                  </a:lnTo>
                  <a:lnTo>
                    <a:pt x="1062358" y="5096357"/>
                  </a:lnTo>
                  <a:lnTo>
                    <a:pt x="1062452" y="5096357"/>
                  </a:lnTo>
                  <a:lnTo>
                    <a:pt x="1062545" y="5096357"/>
                  </a:lnTo>
                  <a:lnTo>
                    <a:pt x="1062638" y="5096357"/>
                  </a:lnTo>
                  <a:lnTo>
                    <a:pt x="1062825" y="5096357"/>
                  </a:lnTo>
                  <a:lnTo>
                    <a:pt x="1062918" y="5096357"/>
                  </a:lnTo>
                  <a:lnTo>
                    <a:pt x="1063104" y="5096357"/>
                  </a:lnTo>
                  <a:lnTo>
                    <a:pt x="1063198" y="5096357"/>
                  </a:lnTo>
                  <a:lnTo>
                    <a:pt x="1063291" y="5096357"/>
                  </a:lnTo>
                  <a:lnTo>
                    <a:pt x="1063384" y="5096357"/>
                  </a:lnTo>
                  <a:lnTo>
                    <a:pt x="1063571" y="5096357"/>
                  </a:lnTo>
                  <a:lnTo>
                    <a:pt x="1063664" y="5096357"/>
                  </a:lnTo>
                  <a:lnTo>
                    <a:pt x="1063850" y="5096357"/>
                  </a:lnTo>
                  <a:lnTo>
                    <a:pt x="1063944" y="5096357"/>
                  </a:lnTo>
                  <a:lnTo>
                    <a:pt x="1064037" y="5096357"/>
                  </a:lnTo>
                  <a:lnTo>
                    <a:pt x="1064130" y="5096357"/>
                  </a:lnTo>
                  <a:lnTo>
                    <a:pt x="1064317" y="5096357"/>
                  </a:lnTo>
                  <a:lnTo>
                    <a:pt x="1064503" y="5096357"/>
                  </a:lnTo>
                  <a:lnTo>
                    <a:pt x="1064596" y="5096357"/>
                  </a:lnTo>
                  <a:lnTo>
                    <a:pt x="1064783" y="5096357"/>
                  </a:lnTo>
                  <a:lnTo>
                    <a:pt x="1064876" y="5096357"/>
                  </a:lnTo>
                  <a:lnTo>
                    <a:pt x="1064969" y="5096357"/>
                  </a:lnTo>
                  <a:lnTo>
                    <a:pt x="1065063" y="5096357"/>
                  </a:lnTo>
                  <a:lnTo>
                    <a:pt x="1065249" y="5096357"/>
                  </a:lnTo>
                  <a:lnTo>
                    <a:pt x="1065342" y="5096357"/>
                  </a:lnTo>
                  <a:lnTo>
                    <a:pt x="1065529" y="5096357"/>
                  </a:lnTo>
                  <a:lnTo>
                    <a:pt x="1065715" y="5096357"/>
                  </a:lnTo>
                  <a:lnTo>
                    <a:pt x="1065902" y="5096357"/>
                  </a:lnTo>
                  <a:lnTo>
                    <a:pt x="1065995" y="5096357"/>
                  </a:lnTo>
                  <a:lnTo>
                    <a:pt x="1066088" y="5096357"/>
                  </a:lnTo>
                  <a:lnTo>
                    <a:pt x="1066368" y="5096357"/>
                  </a:lnTo>
                  <a:lnTo>
                    <a:pt x="1066648" y="5096357"/>
                  </a:lnTo>
                  <a:lnTo>
                    <a:pt x="1066741" y="5096357"/>
                  </a:lnTo>
                  <a:lnTo>
                    <a:pt x="1066834" y="5096357"/>
                  </a:lnTo>
                  <a:lnTo>
                    <a:pt x="1066928" y="5096357"/>
                  </a:lnTo>
                  <a:lnTo>
                    <a:pt x="1067394" y="5096357"/>
                  </a:lnTo>
                  <a:lnTo>
                    <a:pt x="1067487" y="5096357"/>
                  </a:lnTo>
                  <a:lnTo>
                    <a:pt x="1067580" y="5096357"/>
                  </a:lnTo>
                  <a:lnTo>
                    <a:pt x="1067860" y="5096357"/>
                  </a:lnTo>
                  <a:lnTo>
                    <a:pt x="1067953" y="5096357"/>
                  </a:lnTo>
                  <a:lnTo>
                    <a:pt x="1068140" y="5096357"/>
                  </a:lnTo>
                  <a:lnTo>
                    <a:pt x="1068326" y="5096357"/>
                  </a:lnTo>
                  <a:lnTo>
                    <a:pt x="1068420" y="5096357"/>
                  </a:lnTo>
                  <a:lnTo>
                    <a:pt x="1068606" y="5096357"/>
                  </a:lnTo>
                  <a:lnTo>
                    <a:pt x="1068792" y="5096357"/>
                  </a:lnTo>
                  <a:lnTo>
                    <a:pt x="1068979" y="5096357"/>
                  </a:lnTo>
                  <a:lnTo>
                    <a:pt x="1069072" y="5096357"/>
                  </a:lnTo>
                  <a:lnTo>
                    <a:pt x="1069165" y="5096357"/>
                  </a:lnTo>
                  <a:lnTo>
                    <a:pt x="1069259" y="5096357"/>
                  </a:lnTo>
                  <a:lnTo>
                    <a:pt x="1069445" y="5096357"/>
                  </a:lnTo>
                  <a:lnTo>
                    <a:pt x="1069538" y="5096357"/>
                  </a:lnTo>
                  <a:lnTo>
                    <a:pt x="1069632" y="5096357"/>
                  </a:lnTo>
                  <a:lnTo>
                    <a:pt x="1069725" y="5096357"/>
                  </a:lnTo>
                  <a:lnTo>
                    <a:pt x="1069818" y="5096357"/>
                  </a:lnTo>
                  <a:lnTo>
                    <a:pt x="1069911" y="5096357"/>
                  </a:lnTo>
                  <a:lnTo>
                    <a:pt x="1070098" y="5096357"/>
                  </a:lnTo>
                  <a:lnTo>
                    <a:pt x="1070191" y="5096357"/>
                  </a:lnTo>
                  <a:lnTo>
                    <a:pt x="1070471" y="5096357"/>
                  </a:lnTo>
                  <a:lnTo>
                    <a:pt x="1070564" y="5096357"/>
                  </a:lnTo>
                  <a:lnTo>
                    <a:pt x="1070657" y="5096357"/>
                  </a:lnTo>
                  <a:lnTo>
                    <a:pt x="1070751" y="5096357"/>
                  </a:lnTo>
                  <a:lnTo>
                    <a:pt x="1070844" y="5096357"/>
                  </a:lnTo>
                  <a:lnTo>
                    <a:pt x="1070937" y="5096357"/>
                  </a:lnTo>
                  <a:lnTo>
                    <a:pt x="1071030" y="5096357"/>
                  </a:lnTo>
                  <a:lnTo>
                    <a:pt x="1071124" y="5096357"/>
                  </a:lnTo>
                  <a:lnTo>
                    <a:pt x="1071310" y="5096357"/>
                  </a:lnTo>
                  <a:lnTo>
                    <a:pt x="1071403" y="5096357"/>
                  </a:lnTo>
                  <a:lnTo>
                    <a:pt x="1071870" y="5096357"/>
                  </a:lnTo>
                  <a:lnTo>
                    <a:pt x="1071963" y="5096357"/>
                  </a:lnTo>
                  <a:lnTo>
                    <a:pt x="1072056" y="5096357"/>
                  </a:lnTo>
                  <a:lnTo>
                    <a:pt x="1072522" y="5096357"/>
                  </a:lnTo>
                  <a:lnTo>
                    <a:pt x="1072616" y="5096357"/>
                  </a:lnTo>
                  <a:lnTo>
                    <a:pt x="1072709" y="5096357"/>
                  </a:lnTo>
                  <a:lnTo>
                    <a:pt x="1072989" y="5096357"/>
                  </a:lnTo>
                  <a:lnTo>
                    <a:pt x="1073082" y="5096357"/>
                  </a:lnTo>
                  <a:lnTo>
                    <a:pt x="1073175" y="5096357"/>
                  </a:lnTo>
                  <a:lnTo>
                    <a:pt x="1073268" y="5096357"/>
                  </a:lnTo>
                  <a:lnTo>
                    <a:pt x="1073362" y="5096357"/>
                  </a:lnTo>
                  <a:lnTo>
                    <a:pt x="1073455" y="5096357"/>
                  </a:lnTo>
                  <a:lnTo>
                    <a:pt x="1073641" y="5096357"/>
                  </a:lnTo>
                  <a:lnTo>
                    <a:pt x="1074108" y="5096357"/>
                  </a:lnTo>
                  <a:lnTo>
                    <a:pt x="1074201" y="5096357"/>
                  </a:lnTo>
                  <a:lnTo>
                    <a:pt x="1074387" y="5096357"/>
                  </a:lnTo>
                  <a:lnTo>
                    <a:pt x="1074667" y="5096357"/>
                  </a:lnTo>
                  <a:lnTo>
                    <a:pt x="1074760" y="5096357"/>
                  </a:lnTo>
                  <a:lnTo>
                    <a:pt x="1074854" y="5096357"/>
                  </a:lnTo>
                  <a:lnTo>
                    <a:pt x="1075133" y="5096357"/>
                  </a:lnTo>
                  <a:lnTo>
                    <a:pt x="1075227" y="5096357"/>
                  </a:lnTo>
                  <a:lnTo>
                    <a:pt x="1075320" y="5096357"/>
                  </a:lnTo>
                  <a:lnTo>
                    <a:pt x="1075506" y="5096357"/>
                  </a:lnTo>
                  <a:lnTo>
                    <a:pt x="1075693" y="5096357"/>
                  </a:lnTo>
                  <a:lnTo>
                    <a:pt x="1076252" y="5096357"/>
                  </a:lnTo>
                  <a:lnTo>
                    <a:pt x="1076439" y="5096357"/>
                  </a:lnTo>
                  <a:lnTo>
                    <a:pt x="1076532" y="5096357"/>
                  </a:lnTo>
                  <a:lnTo>
                    <a:pt x="1076718" y="5096357"/>
                  </a:lnTo>
                  <a:lnTo>
                    <a:pt x="1076812" y="5096357"/>
                  </a:lnTo>
                  <a:lnTo>
                    <a:pt x="1076905" y="5096357"/>
                  </a:lnTo>
                  <a:lnTo>
                    <a:pt x="1077091" y="5096357"/>
                  </a:lnTo>
                  <a:lnTo>
                    <a:pt x="1077185" y="5096357"/>
                  </a:lnTo>
                  <a:lnTo>
                    <a:pt x="1077278" y="5096357"/>
                  </a:lnTo>
                  <a:lnTo>
                    <a:pt x="1077371" y="5096357"/>
                  </a:lnTo>
                  <a:lnTo>
                    <a:pt x="1077464" y="5096357"/>
                  </a:lnTo>
                  <a:lnTo>
                    <a:pt x="1077558" y="5096357"/>
                  </a:lnTo>
                  <a:lnTo>
                    <a:pt x="1077651" y="5096357"/>
                  </a:lnTo>
                  <a:lnTo>
                    <a:pt x="1077837" y="5096357"/>
                  </a:lnTo>
                  <a:lnTo>
                    <a:pt x="1077931" y="5096357"/>
                  </a:lnTo>
                  <a:lnTo>
                    <a:pt x="1078117" y="5096357"/>
                  </a:lnTo>
                  <a:lnTo>
                    <a:pt x="1078210" y="5096357"/>
                  </a:lnTo>
                  <a:lnTo>
                    <a:pt x="1078583" y="5096357"/>
                  </a:lnTo>
                  <a:lnTo>
                    <a:pt x="1078677" y="5096357"/>
                  </a:lnTo>
                  <a:lnTo>
                    <a:pt x="1078770" y="5096357"/>
                  </a:lnTo>
                  <a:lnTo>
                    <a:pt x="1078863" y="5096357"/>
                  </a:lnTo>
                  <a:lnTo>
                    <a:pt x="1079050" y="5096357"/>
                  </a:lnTo>
                  <a:lnTo>
                    <a:pt x="1079236" y="5096357"/>
                  </a:lnTo>
                  <a:lnTo>
                    <a:pt x="1079516" y="5086403"/>
                  </a:lnTo>
                  <a:lnTo>
                    <a:pt x="1079609" y="5086403"/>
                  </a:lnTo>
                  <a:lnTo>
                    <a:pt x="1080075" y="5086403"/>
                  </a:lnTo>
                  <a:lnTo>
                    <a:pt x="1080169" y="5086403"/>
                  </a:lnTo>
                  <a:lnTo>
                    <a:pt x="1080262" y="5086403"/>
                  </a:lnTo>
                  <a:lnTo>
                    <a:pt x="1080355" y="5086403"/>
                  </a:lnTo>
                  <a:lnTo>
                    <a:pt x="1080448" y="5086403"/>
                  </a:lnTo>
                  <a:lnTo>
                    <a:pt x="1080728" y="5086403"/>
                  </a:lnTo>
                  <a:lnTo>
                    <a:pt x="1080821" y="5086403"/>
                  </a:lnTo>
                  <a:lnTo>
                    <a:pt x="1081008" y="5086403"/>
                  </a:lnTo>
                  <a:lnTo>
                    <a:pt x="1081381" y="5086403"/>
                  </a:lnTo>
                  <a:lnTo>
                    <a:pt x="1081567" y="5086403"/>
                  </a:lnTo>
                  <a:lnTo>
                    <a:pt x="1081661" y="5086403"/>
                  </a:lnTo>
                  <a:lnTo>
                    <a:pt x="1081754" y="5086403"/>
                  </a:lnTo>
                  <a:lnTo>
                    <a:pt x="1081847" y="5086403"/>
                  </a:lnTo>
                  <a:lnTo>
                    <a:pt x="1081940" y="5086403"/>
                  </a:lnTo>
                  <a:lnTo>
                    <a:pt x="1082034" y="5086403"/>
                  </a:lnTo>
                  <a:lnTo>
                    <a:pt x="1082127" y="5086403"/>
                  </a:lnTo>
                  <a:lnTo>
                    <a:pt x="1082313" y="5076449"/>
                  </a:lnTo>
                  <a:lnTo>
                    <a:pt x="1082406" y="5076449"/>
                  </a:lnTo>
                  <a:lnTo>
                    <a:pt x="1082500" y="5076449"/>
                  </a:lnTo>
                  <a:lnTo>
                    <a:pt x="1082593" y="5076449"/>
                  </a:lnTo>
                  <a:lnTo>
                    <a:pt x="1082873" y="5076449"/>
                  </a:lnTo>
                  <a:lnTo>
                    <a:pt x="1082966" y="5076449"/>
                  </a:lnTo>
                  <a:lnTo>
                    <a:pt x="1083059" y="5066495"/>
                  </a:lnTo>
                  <a:lnTo>
                    <a:pt x="1083246" y="5066495"/>
                  </a:lnTo>
                  <a:lnTo>
                    <a:pt x="1083525" y="5066495"/>
                  </a:lnTo>
                  <a:lnTo>
                    <a:pt x="1083619" y="5066495"/>
                  </a:lnTo>
                  <a:lnTo>
                    <a:pt x="1083712" y="5066495"/>
                  </a:lnTo>
                  <a:lnTo>
                    <a:pt x="1083805" y="5066495"/>
                  </a:lnTo>
                  <a:lnTo>
                    <a:pt x="1084271" y="5066495"/>
                  </a:lnTo>
                  <a:lnTo>
                    <a:pt x="1084365" y="5066495"/>
                  </a:lnTo>
                  <a:lnTo>
                    <a:pt x="1084458" y="5066495"/>
                  </a:lnTo>
                  <a:lnTo>
                    <a:pt x="1084551" y="5066495"/>
                  </a:lnTo>
                  <a:lnTo>
                    <a:pt x="1084738" y="5066495"/>
                  </a:lnTo>
                  <a:lnTo>
                    <a:pt x="1084831" y="5066495"/>
                  </a:lnTo>
                  <a:lnTo>
                    <a:pt x="1085017" y="5066495"/>
                  </a:lnTo>
                  <a:lnTo>
                    <a:pt x="1085204" y="5066495"/>
                  </a:lnTo>
                  <a:lnTo>
                    <a:pt x="1085297" y="5066495"/>
                  </a:lnTo>
                  <a:lnTo>
                    <a:pt x="1085390" y="5066495"/>
                  </a:lnTo>
                  <a:lnTo>
                    <a:pt x="1085484" y="5066495"/>
                  </a:lnTo>
                  <a:lnTo>
                    <a:pt x="1085577" y="5066495"/>
                  </a:lnTo>
                  <a:lnTo>
                    <a:pt x="1085950" y="5066495"/>
                  </a:lnTo>
                  <a:lnTo>
                    <a:pt x="1086136" y="5066495"/>
                  </a:lnTo>
                  <a:lnTo>
                    <a:pt x="1086230" y="5066495"/>
                  </a:lnTo>
                  <a:lnTo>
                    <a:pt x="1086416" y="5066495"/>
                  </a:lnTo>
                  <a:lnTo>
                    <a:pt x="1086696" y="5066495"/>
                  </a:lnTo>
                  <a:lnTo>
                    <a:pt x="1086789" y="5066495"/>
                  </a:lnTo>
                  <a:lnTo>
                    <a:pt x="1086882" y="5066495"/>
                  </a:lnTo>
                  <a:lnTo>
                    <a:pt x="1087069" y="5066495"/>
                  </a:lnTo>
                  <a:lnTo>
                    <a:pt x="1087162" y="5066495"/>
                  </a:lnTo>
                  <a:lnTo>
                    <a:pt x="1087349" y="5066495"/>
                  </a:lnTo>
                  <a:lnTo>
                    <a:pt x="1087442" y="5066495"/>
                  </a:lnTo>
                  <a:lnTo>
                    <a:pt x="1087535" y="5066495"/>
                  </a:lnTo>
                  <a:lnTo>
                    <a:pt x="1087628" y="5066495"/>
                  </a:lnTo>
                  <a:lnTo>
                    <a:pt x="1087908" y="5066495"/>
                  </a:lnTo>
                  <a:lnTo>
                    <a:pt x="1088001" y="5066495"/>
                  </a:lnTo>
                  <a:lnTo>
                    <a:pt x="1088095" y="5066495"/>
                  </a:lnTo>
                  <a:lnTo>
                    <a:pt x="1088188" y="5066495"/>
                  </a:lnTo>
                  <a:lnTo>
                    <a:pt x="1088468" y="5066495"/>
                  </a:lnTo>
                  <a:lnTo>
                    <a:pt x="1088561" y="5066495"/>
                  </a:lnTo>
                  <a:lnTo>
                    <a:pt x="1088654" y="5056541"/>
                  </a:lnTo>
                  <a:lnTo>
                    <a:pt x="1088747" y="5056541"/>
                  </a:lnTo>
                  <a:lnTo>
                    <a:pt x="1089120" y="5056541"/>
                  </a:lnTo>
                  <a:lnTo>
                    <a:pt x="1089214" y="5056541"/>
                  </a:lnTo>
                  <a:lnTo>
                    <a:pt x="1089307" y="5056541"/>
                  </a:lnTo>
                  <a:lnTo>
                    <a:pt x="1089400" y="5056541"/>
                  </a:lnTo>
                  <a:lnTo>
                    <a:pt x="1089493" y="5056541"/>
                  </a:lnTo>
                  <a:lnTo>
                    <a:pt x="1089680" y="5056541"/>
                  </a:lnTo>
                  <a:lnTo>
                    <a:pt x="1090053" y="5056541"/>
                  </a:lnTo>
                  <a:lnTo>
                    <a:pt x="1090239" y="5056541"/>
                  </a:lnTo>
                  <a:lnTo>
                    <a:pt x="1090426" y="5056541"/>
                  </a:lnTo>
                  <a:lnTo>
                    <a:pt x="1090519" y="5056541"/>
                  </a:lnTo>
                  <a:lnTo>
                    <a:pt x="1090612" y="5056541"/>
                  </a:lnTo>
                  <a:lnTo>
                    <a:pt x="1090892" y="5056541"/>
                  </a:lnTo>
                  <a:lnTo>
                    <a:pt x="1091078" y="5056541"/>
                  </a:lnTo>
                  <a:lnTo>
                    <a:pt x="1091265" y="5046588"/>
                  </a:lnTo>
                  <a:lnTo>
                    <a:pt x="1091451" y="5046588"/>
                  </a:lnTo>
                  <a:lnTo>
                    <a:pt x="1091545" y="5046588"/>
                  </a:lnTo>
                  <a:lnTo>
                    <a:pt x="1091638" y="5046588"/>
                  </a:lnTo>
                  <a:lnTo>
                    <a:pt x="1091731" y="5046588"/>
                  </a:lnTo>
                  <a:lnTo>
                    <a:pt x="1091824" y="5046588"/>
                  </a:lnTo>
                  <a:lnTo>
                    <a:pt x="1091918" y="5046588"/>
                  </a:lnTo>
                  <a:lnTo>
                    <a:pt x="1092104" y="5046588"/>
                  </a:lnTo>
                  <a:lnTo>
                    <a:pt x="1092197" y="5046588"/>
                  </a:lnTo>
                  <a:lnTo>
                    <a:pt x="1092384" y="5036634"/>
                  </a:lnTo>
                  <a:lnTo>
                    <a:pt x="1092477" y="5036634"/>
                  </a:lnTo>
                  <a:lnTo>
                    <a:pt x="1092570" y="5036634"/>
                  </a:lnTo>
                  <a:lnTo>
                    <a:pt x="1092757" y="5036634"/>
                  </a:lnTo>
                  <a:lnTo>
                    <a:pt x="1092943" y="5036634"/>
                  </a:lnTo>
                  <a:lnTo>
                    <a:pt x="1093037" y="5036634"/>
                  </a:lnTo>
                  <a:lnTo>
                    <a:pt x="1093130" y="5036634"/>
                  </a:lnTo>
                  <a:lnTo>
                    <a:pt x="1093316" y="5036634"/>
                  </a:lnTo>
                  <a:lnTo>
                    <a:pt x="1093410" y="5036634"/>
                  </a:lnTo>
                  <a:lnTo>
                    <a:pt x="1093783" y="5026680"/>
                  </a:lnTo>
                  <a:lnTo>
                    <a:pt x="1093969" y="5026680"/>
                  </a:lnTo>
                  <a:lnTo>
                    <a:pt x="1094062" y="5026680"/>
                  </a:lnTo>
                  <a:lnTo>
                    <a:pt x="1094435" y="5026680"/>
                  </a:lnTo>
                  <a:lnTo>
                    <a:pt x="1094902" y="5026680"/>
                  </a:lnTo>
                  <a:lnTo>
                    <a:pt x="1094995" y="5026680"/>
                  </a:lnTo>
                  <a:lnTo>
                    <a:pt x="1095088" y="5026680"/>
                  </a:lnTo>
                  <a:lnTo>
                    <a:pt x="1095181" y="5026680"/>
                  </a:lnTo>
                  <a:lnTo>
                    <a:pt x="1095275" y="5026680"/>
                  </a:lnTo>
                  <a:lnTo>
                    <a:pt x="1095461" y="5026680"/>
                  </a:lnTo>
                  <a:lnTo>
                    <a:pt x="1095554" y="5026680"/>
                  </a:lnTo>
                  <a:lnTo>
                    <a:pt x="1096300" y="5026680"/>
                  </a:lnTo>
                  <a:lnTo>
                    <a:pt x="1096393" y="5026680"/>
                  </a:lnTo>
                  <a:lnTo>
                    <a:pt x="1096487" y="5026680"/>
                  </a:lnTo>
                  <a:lnTo>
                    <a:pt x="1096580" y="5026680"/>
                  </a:lnTo>
                  <a:lnTo>
                    <a:pt x="1096673" y="5026680"/>
                  </a:lnTo>
                  <a:lnTo>
                    <a:pt x="1096860" y="5026680"/>
                  </a:lnTo>
                  <a:lnTo>
                    <a:pt x="1097046" y="5026680"/>
                  </a:lnTo>
                  <a:lnTo>
                    <a:pt x="1097139" y="5026680"/>
                  </a:lnTo>
                  <a:lnTo>
                    <a:pt x="1097326" y="5026680"/>
                  </a:lnTo>
                  <a:lnTo>
                    <a:pt x="1097419" y="5026680"/>
                  </a:lnTo>
                  <a:lnTo>
                    <a:pt x="1097512" y="5026680"/>
                  </a:lnTo>
                  <a:lnTo>
                    <a:pt x="1097885" y="5026680"/>
                  </a:lnTo>
                  <a:lnTo>
                    <a:pt x="1097979" y="5026680"/>
                  </a:lnTo>
                  <a:lnTo>
                    <a:pt x="1098072" y="5026680"/>
                  </a:lnTo>
                  <a:lnTo>
                    <a:pt x="1098165" y="5026680"/>
                  </a:lnTo>
                  <a:lnTo>
                    <a:pt x="1098352" y="5026680"/>
                  </a:lnTo>
                  <a:lnTo>
                    <a:pt x="1098538" y="5026680"/>
                  </a:lnTo>
                  <a:lnTo>
                    <a:pt x="1098631" y="5026680"/>
                  </a:lnTo>
                  <a:lnTo>
                    <a:pt x="1098818" y="5026680"/>
                  </a:lnTo>
                  <a:lnTo>
                    <a:pt x="1099004" y="5026680"/>
                  </a:lnTo>
                  <a:lnTo>
                    <a:pt x="1099098" y="5026680"/>
                  </a:lnTo>
                  <a:lnTo>
                    <a:pt x="1099191" y="5026680"/>
                  </a:lnTo>
                  <a:lnTo>
                    <a:pt x="1099377" y="5016726"/>
                  </a:lnTo>
                  <a:lnTo>
                    <a:pt x="1099471" y="5016726"/>
                  </a:lnTo>
                  <a:lnTo>
                    <a:pt x="1099564" y="5016726"/>
                  </a:lnTo>
                  <a:lnTo>
                    <a:pt x="1099750" y="5016726"/>
                  </a:lnTo>
                  <a:lnTo>
                    <a:pt x="1100217" y="5016726"/>
                  </a:lnTo>
                  <a:lnTo>
                    <a:pt x="1100310" y="5016726"/>
                  </a:lnTo>
                  <a:lnTo>
                    <a:pt x="1100403" y="5016726"/>
                  </a:lnTo>
                  <a:lnTo>
                    <a:pt x="1100776" y="5016726"/>
                  </a:lnTo>
                  <a:lnTo>
                    <a:pt x="1100963" y="5016726"/>
                  </a:lnTo>
                  <a:lnTo>
                    <a:pt x="1101336" y="5016726"/>
                  </a:lnTo>
                  <a:lnTo>
                    <a:pt x="1101522" y="5016726"/>
                  </a:lnTo>
                  <a:lnTo>
                    <a:pt x="1101615" y="5016726"/>
                  </a:lnTo>
                  <a:lnTo>
                    <a:pt x="1101895" y="5016726"/>
                  </a:lnTo>
                  <a:lnTo>
                    <a:pt x="1101988" y="5016726"/>
                  </a:lnTo>
                  <a:lnTo>
                    <a:pt x="1102082" y="5016726"/>
                  </a:lnTo>
                  <a:lnTo>
                    <a:pt x="1102175" y="5016726"/>
                  </a:lnTo>
                  <a:lnTo>
                    <a:pt x="1102361" y="5016726"/>
                  </a:lnTo>
                  <a:lnTo>
                    <a:pt x="1102455" y="5016726"/>
                  </a:lnTo>
                  <a:lnTo>
                    <a:pt x="1102548" y="5016726"/>
                  </a:lnTo>
                  <a:lnTo>
                    <a:pt x="1102641" y="5016726"/>
                  </a:lnTo>
                  <a:lnTo>
                    <a:pt x="1102734" y="5016726"/>
                  </a:lnTo>
                  <a:lnTo>
                    <a:pt x="1102828" y="5016726"/>
                  </a:lnTo>
                  <a:lnTo>
                    <a:pt x="1103107" y="5016726"/>
                  </a:lnTo>
                  <a:lnTo>
                    <a:pt x="1103200" y="5016726"/>
                  </a:lnTo>
                  <a:lnTo>
                    <a:pt x="1103573" y="5016726"/>
                  </a:lnTo>
                  <a:lnTo>
                    <a:pt x="1103667" y="5006772"/>
                  </a:lnTo>
                  <a:lnTo>
                    <a:pt x="1103853" y="5006772"/>
                  </a:lnTo>
                  <a:lnTo>
                    <a:pt x="1103946" y="5006772"/>
                  </a:lnTo>
                  <a:lnTo>
                    <a:pt x="1104040" y="5006772"/>
                  </a:lnTo>
                  <a:lnTo>
                    <a:pt x="1104226" y="5006772"/>
                  </a:lnTo>
                  <a:lnTo>
                    <a:pt x="1104319" y="5006772"/>
                  </a:lnTo>
                  <a:lnTo>
                    <a:pt x="1104413" y="5006772"/>
                  </a:lnTo>
                  <a:lnTo>
                    <a:pt x="1104506" y="5006772"/>
                  </a:lnTo>
                  <a:lnTo>
                    <a:pt x="1104599" y="5006772"/>
                  </a:lnTo>
                  <a:lnTo>
                    <a:pt x="1104786" y="5006772"/>
                  </a:lnTo>
                  <a:lnTo>
                    <a:pt x="1104972" y="5006772"/>
                  </a:lnTo>
                  <a:lnTo>
                    <a:pt x="1105065" y="5006772"/>
                  </a:lnTo>
                  <a:lnTo>
                    <a:pt x="1105159" y="5006772"/>
                  </a:lnTo>
                  <a:lnTo>
                    <a:pt x="1105252" y="5006772"/>
                  </a:lnTo>
                  <a:lnTo>
                    <a:pt x="1105438" y="5006772"/>
                  </a:lnTo>
                  <a:lnTo>
                    <a:pt x="1105625" y="5006772"/>
                  </a:lnTo>
                  <a:lnTo>
                    <a:pt x="1105811" y="5006772"/>
                  </a:lnTo>
                  <a:lnTo>
                    <a:pt x="1105905" y="5006772"/>
                  </a:lnTo>
                  <a:lnTo>
                    <a:pt x="1106091" y="5006772"/>
                  </a:lnTo>
                  <a:lnTo>
                    <a:pt x="1106184" y="5006772"/>
                  </a:lnTo>
                  <a:lnTo>
                    <a:pt x="1106278" y="5006772"/>
                  </a:lnTo>
                  <a:lnTo>
                    <a:pt x="1106371" y="5006772"/>
                  </a:lnTo>
                  <a:lnTo>
                    <a:pt x="1106557" y="5006772"/>
                  </a:lnTo>
                  <a:lnTo>
                    <a:pt x="1106744" y="5006772"/>
                  </a:lnTo>
                  <a:lnTo>
                    <a:pt x="1106837" y="5006772"/>
                  </a:lnTo>
                  <a:lnTo>
                    <a:pt x="1106930" y="5006772"/>
                  </a:lnTo>
                  <a:lnTo>
                    <a:pt x="1107210" y="5006772"/>
                  </a:lnTo>
                  <a:lnTo>
                    <a:pt x="1107303" y="5006772"/>
                  </a:lnTo>
                  <a:lnTo>
                    <a:pt x="1107397" y="5006772"/>
                  </a:lnTo>
                  <a:lnTo>
                    <a:pt x="1107490" y="5006772"/>
                  </a:lnTo>
                  <a:lnTo>
                    <a:pt x="1107583" y="5006772"/>
                  </a:lnTo>
                  <a:lnTo>
                    <a:pt x="1107770" y="5006772"/>
                  </a:lnTo>
                  <a:lnTo>
                    <a:pt x="1108143" y="5006772"/>
                  </a:lnTo>
                  <a:lnTo>
                    <a:pt x="1108236" y="5006772"/>
                  </a:lnTo>
                  <a:lnTo>
                    <a:pt x="1108329" y="5006772"/>
                  </a:lnTo>
                  <a:lnTo>
                    <a:pt x="1108422" y="5006772"/>
                  </a:lnTo>
                  <a:lnTo>
                    <a:pt x="1108516" y="5006772"/>
                  </a:lnTo>
                  <a:lnTo>
                    <a:pt x="1108609" y="5006772"/>
                  </a:lnTo>
                  <a:lnTo>
                    <a:pt x="1108795" y="5006772"/>
                  </a:lnTo>
                  <a:lnTo>
                    <a:pt x="1108889" y="5006772"/>
                  </a:lnTo>
                  <a:lnTo>
                    <a:pt x="1109355" y="5006772"/>
                  </a:lnTo>
                  <a:lnTo>
                    <a:pt x="1109448" y="5006772"/>
                  </a:lnTo>
                  <a:lnTo>
                    <a:pt x="1109728" y="5006772"/>
                  </a:lnTo>
                  <a:lnTo>
                    <a:pt x="1109821" y="5006772"/>
                  </a:lnTo>
                  <a:lnTo>
                    <a:pt x="1110194" y="5006772"/>
                  </a:lnTo>
                  <a:lnTo>
                    <a:pt x="1110287" y="5006772"/>
                  </a:lnTo>
                  <a:lnTo>
                    <a:pt x="1110380" y="5006772"/>
                  </a:lnTo>
                  <a:lnTo>
                    <a:pt x="1110567" y="5006772"/>
                  </a:lnTo>
                  <a:lnTo>
                    <a:pt x="1110660" y="5006772"/>
                  </a:lnTo>
                  <a:lnTo>
                    <a:pt x="1110753" y="5006772"/>
                  </a:lnTo>
                  <a:lnTo>
                    <a:pt x="1110847" y="5006772"/>
                  </a:lnTo>
                  <a:lnTo>
                    <a:pt x="1111593" y="4996818"/>
                  </a:lnTo>
                  <a:lnTo>
                    <a:pt x="1111686" y="4996818"/>
                  </a:lnTo>
                  <a:lnTo>
                    <a:pt x="1111779" y="4996818"/>
                  </a:lnTo>
                  <a:lnTo>
                    <a:pt x="1111872" y="4996818"/>
                  </a:lnTo>
                  <a:lnTo>
                    <a:pt x="1111966" y="4996818"/>
                  </a:lnTo>
                  <a:lnTo>
                    <a:pt x="1112059" y="4996818"/>
                  </a:lnTo>
                  <a:lnTo>
                    <a:pt x="1112152" y="4996818"/>
                  </a:lnTo>
                  <a:lnTo>
                    <a:pt x="1112245" y="4996818"/>
                  </a:lnTo>
                  <a:lnTo>
                    <a:pt x="1112432" y="4996818"/>
                  </a:lnTo>
                  <a:lnTo>
                    <a:pt x="1112525" y="4996818"/>
                  </a:lnTo>
                  <a:lnTo>
                    <a:pt x="1112618" y="4996818"/>
                  </a:lnTo>
                  <a:lnTo>
                    <a:pt x="1112712" y="4996818"/>
                  </a:lnTo>
                  <a:lnTo>
                    <a:pt x="1112898" y="4996818"/>
                  </a:lnTo>
                  <a:lnTo>
                    <a:pt x="1112991" y="4996818"/>
                  </a:lnTo>
                  <a:lnTo>
                    <a:pt x="1113085" y="4996818"/>
                  </a:lnTo>
                  <a:lnTo>
                    <a:pt x="1113178" y="4996818"/>
                  </a:lnTo>
                  <a:lnTo>
                    <a:pt x="1113364" y="4996818"/>
                  </a:lnTo>
                  <a:lnTo>
                    <a:pt x="1113458" y="4996818"/>
                  </a:lnTo>
                  <a:lnTo>
                    <a:pt x="1113551" y="4996818"/>
                  </a:lnTo>
                  <a:lnTo>
                    <a:pt x="1113644" y="4996818"/>
                  </a:lnTo>
                  <a:lnTo>
                    <a:pt x="1113737" y="4996818"/>
                  </a:lnTo>
                  <a:lnTo>
                    <a:pt x="1114017" y="4996818"/>
                  </a:lnTo>
                  <a:lnTo>
                    <a:pt x="1114297" y="4996818"/>
                  </a:lnTo>
                  <a:lnTo>
                    <a:pt x="1114483" y="4996818"/>
                  </a:lnTo>
                  <a:lnTo>
                    <a:pt x="1114577" y="4996818"/>
                  </a:lnTo>
                  <a:lnTo>
                    <a:pt x="1114670" y="4996818"/>
                  </a:lnTo>
                  <a:lnTo>
                    <a:pt x="1114856" y="4996818"/>
                  </a:lnTo>
                  <a:lnTo>
                    <a:pt x="1114950" y="4996818"/>
                  </a:lnTo>
                  <a:lnTo>
                    <a:pt x="1115136" y="4996818"/>
                  </a:lnTo>
                  <a:lnTo>
                    <a:pt x="1115229" y="4996818"/>
                  </a:lnTo>
                  <a:lnTo>
                    <a:pt x="1115509" y="4996818"/>
                  </a:lnTo>
                  <a:lnTo>
                    <a:pt x="1115602" y="4996818"/>
                  </a:lnTo>
                  <a:lnTo>
                    <a:pt x="1115696" y="4996818"/>
                  </a:lnTo>
                  <a:lnTo>
                    <a:pt x="1116069" y="4996818"/>
                  </a:lnTo>
                  <a:lnTo>
                    <a:pt x="1116162" y="4996818"/>
                  </a:lnTo>
                  <a:lnTo>
                    <a:pt x="1116255" y="4996818"/>
                  </a:lnTo>
                  <a:lnTo>
                    <a:pt x="1116348" y="4996818"/>
                  </a:lnTo>
                  <a:lnTo>
                    <a:pt x="1116442" y="4996818"/>
                  </a:lnTo>
                  <a:lnTo>
                    <a:pt x="1116535" y="4996818"/>
                  </a:lnTo>
                  <a:lnTo>
                    <a:pt x="1116721" y="4996818"/>
                  </a:lnTo>
                  <a:lnTo>
                    <a:pt x="1117094" y="4996818"/>
                  </a:lnTo>
                  <a:lnTo>
                    <a:pt x="1117187" y="4996818"/>
                  </a:lnTo>
                  <a:lnTo>
                    <a:pt x="1117374" y="4996818"/>
                  </a:lnTo>
                  <a:lnTo>
                    <a:pt x="1117747" y="4996818"/>
                  </a:lnTo>
                  <a:lnTo>
                    <a:pt x="1117840" y="4996818"/>
                  </a:lnTo>
                  <a:lnTo>
                    <a:pt x="1118027" y="4996818"/>
                  </a:lnTo>
                  <a:lnTo>
                    <a:pt x="1118306" y="4996818"/>
                  </a:lnTo>
                  <a:lnTo>
                    <a:pt x="1118679" y="4996818"/>
                  </a:lnTo>
                  <a:lnTo>
                    <a:pt x="1118773" y="4996818"/>
                  </a:lnTo>
                  <a:lnTo>
                    <a:pt x="1118959" y="4996818"/>
                  </a:lnTo>
                  <a:lnTo>
                    <a:pt x="1119052" y="4996818"/>
                  </a:lnTo>
                  <a:lnTo>
                    <a:pt x="1119332" y="4996818"/>
                  </a:lnTo>
                  <a:lnTo>
                    <a:pt x="1119425" y="4996818"/>
                  </a:lnTo>
                  <a:lnTo>
                    <a:pt x="1119705" y="4996818"/>
                  </a:lnTo>
                  <a:lnTo>
                    <a:pt x="1119798" y="4996818"/>
                  </a:lnTo>
                  <a:lnTo>
                    <a:pt x="1119892" y="4996818"/>
                  </a:lnTo>
                  <a:lnTo>
                    <a:pt x="1120078" y="4996818"/>
                  </a:lnTo>
                  <a:lnTo>
                    <a:pt x="1120358" y="4996818"/>
                  </a:lnTo>
                  <a:lnTo>
                    <a:pt x="1120451" y="4996818"/>
                  </a:lnTo>
                  <a:lnTo>
                    <a:pt x="1120824" y="4996818"/>
                  </a:lnTo>
                  <a:lnTo>
                    <a:pt x="1120917" y="4996818"/>
                  </a:lnTo>
                  <a:lnTo>
                    <a:pt x="1121011" y="4996818"/>
                  </a:lnTo>
                  <a:lnTo>
                    <a:pt x="1121477" y="4996818"/>
                  </a:lnTo>
                  <a:lnTo>
                    <a:pt x="1121663" y="4996818"/>
                  </a:lnTo>
                  <a:lnTo>
                    <a:pt x="1121757" y="4996818"/>
                  </a:lnTo>
                  <a:lnTo>
                    <a:pt x="1121850" y="4996818"/>
                  </a:lnTo>
                  <a:lnTo>
                    <a:pt x="1122036" y="4996818"/>
                  </a:lnTo>
                  <a:lnTo>
                    <a:pt x="1122130" y="4996818"/>
                  </a:lnTo>
                  <a:lnTo>
                    <a:pt x="1122223" y="4986865"/>
                  </a:lnTo>
                  <a:lnTo>
                    <a:pt x="1122503" y="4986865"/>
                  </a:lnTo>
                  <a:lnTo>
                    <a:pt x="1123342" y="4986865"/>
                  </a:lnTo>
                  <a:lnTo>
                    <a:pt x="1123435" y="4986865"/>
                  </a:lnTo>
                  <a:lnTo>
                    <a:pt x="1123528" y="4986865"/>
                  </a:lnTo>
                  <a:lnTo>
                    <a:pt x="1123715" y="4986865"/>
                  </a:lnTo>
                  <a:lnTo>
                    <a:pt x="1123808" y="4986865"/>
                  </a:lnTo>
                  <a:lnTo>
                    <a:pt x="1123901" y="4986865"/>
                  </a:lnTo>
                  <a:lnTo>
                    <a:pt x="1123994" y="4986865"/>
                  </a:lnTo>
                  <a:lnTo>
                    <a:pt x="1124088" y="4986865"/>
                  </a:lnTo>
                  <a:lnTo>
                    <a:pt x="1124274" y="4986865"/>
                  </a:lnTo>
                  <a:lnTo>
                    <a:pt x="1124367" y="4986865"/>
                  </a:lnTo>
                  <a:lnTo>
                    <a:pt x="1124461" y="4986865"/>
                  </a:lnTo>
                  <a:lnTo>
                    <a:pt x="1124740" y="4986865"/>
                  </a:lnTo>
                  <a:lnTo>
                    <a:pt x="1124834" y="4986865"/>
                  </a:lnTo>
                  <a:lnTo>
                    <a:pt x="1124927" y="4986865"/>
                  </a:lnTo>
                  <a:lnTo>
                    <a:pt x="1125020" y="4986865"/>
                  </a:lnTo>
                  <a:lnTo>
                    <a:pt x="1125207" y="4986865"/>
                  </a:lnTo>
                  <a:lnTo>
                    <a:pt x="1125300" y="4986865"/>
                  </a:lnTo>
                  <a:lnTo>
                    <a:pt x="1125486" y="4986865"/>
                  </a:lnTo>
                  <a:lnTo>
                    <a:pt x="1125673" y="4986865"/>
                  </a:lnTo>
                  <a:lnTo>
                    <a:pt x="1125859" y="4986865"/>
                  </a:lnTo>
                  <a:lnTo>
                    <a:pt x="1125953" y="4986865"/>
                  </a:lnTo>
                  <a:lnTo>
                    <a:pt x="1126046" y="4986865"/>
                  </a:lnTo>
                  <a:lnTo>
                    <a:pt x="1126139" y="4986865"/>
                  </a:lnTo>
                  <a:lnTo>
                    <a:pt x="1126326" y="4986865"/>
                  </a:lnTo>
                  <a:lnTo>
                    <a:pt x="1126419" y="4986865"/>
                  </a:lnTo>
                  <a:lnTo>
                    <a:pt x="1126512" y="4986865"/>
                  </a:lnTo>
                  <a:lnTo>
                    <a:pt x="1126605" y="4986865"/>
                  </a:lnTo>
                  <a:lnTo>
                    <a:pt x="1126699" y="4986865"/>
                  </a:lnTo>
                  <a:lnTo>
                    <a:pt x="1126978" y="4986865"/>
                  </a:lnTo>
                  <a:lnTo>
                    <a:pt x="1127072" y="4986865"/>
                  </a:lnTo>
                  <a:lnTo>
                    <a:pt x="1127165" y="4986865"/>
                  </a:lnTo>
                  <a:lnTo>
                    <a:pt x="1127538" y="4986865"/>
                  </a:lnTo>
                  <a:lnTo>
                    <a:pt x="1127631" y="4976911"/>
                  </a:lnTo>
                  <a:lnTo>
                    <a:pt x="1127818" y="4976911"/>
                  </a:lnTo>
                  <a:lnTo>
                    <a:pt x="1127911" y="4976911"/>
                  </a:lnTo>
                  <a:lnTo>
                    <a:pt x="1128004" y="4976911"/>
                  </a:lnTo>
                  <a:lnTo>
                    <a:pt x="1128191" y="4976911"/>
                  </a:lnTo>
                  <a:lnTo>
                    <a:pt x="1128284" y="4976911"/>
                  </a:lnTo>
                  <a:lnTo>
                    <a:pt x="1128377" y="4976911"/>
                  </a:lnTo>
                  <a:lnTo>
                    <a:pt x="1128564" y="4976911"/>
                  </a:lnTo>
                  <a:lnTo>
                    <a:pt x="1128843" y="4976911"/>
                  </a:lnTo>
                  <a:lnTo>
                    <a:pt x="1129123" y="4976911"/>
                  </a:lnTo>
                  <a:lnTo>
                    <a:pt x="1129310" y="4976911"/>
                  </a:lnTo>
                  <a:lnTo>
                    <a:pt x="1129776" y="4966957"/>
                  </a:lnTo>
                  <a:lnTo>
                    <a:pt x="1129962" y="4966957"/>
                  </a:lnTo>
                  <a:lnTo>
                    <a:pt x="1130056" y="4966957"/>
                  </a:lnTo>
                  <a:lnTo>
                    <a:pt x="1130242" y="4966957"/>
                  </a:lnTo>
                  <a:lnTo>
                    <a:pt x="1130615" y="4966957"/>
                  </a:lnTo>
                  <a:lnTo>
                    <a:pt x="1130802" y="4966957"/>
                  </a:lnTo>
                  <a:lnTo>
                    <a:pt x="1131081" y="4966957"/>
                  </a:lnTo>
                  <a:lnTo>
                    <a:pt x="1131174" y="4966957"/>
                  </a:lnTo>
                  <a:lnTo>
                    <a:pt x="1131454" y="4966957"/>
                  </a:lnTo>
                  <a:lnTo>
                    <a:pt x="1131547" y="4966957"/>
                  </a:lnTo>
                  <a:lnTo>
                    <a:pt x="1131641" y="4966957"/>
                  </a:lnTo>
                  <a:lnTo>
                    <a:pt x="1131827" y="4966957"/>
                  </a:lnTo>
                  <a:lnTo>
                    <a:pt x="1131920" y="4966957"/>
                  </a:lnTo>
                  <a:lnTo>
                    <a:pt x="1132107" y="4966957"/>
                  </a:lnTo>
                  <a:lnTo>
                    <a:pt x="1132200" y="4966957"/>
                  </a:lnTo>
                  <a:lnTo>
                    <a:pt x="1132387" y="4966957"/>
                  </a:lnTo>
                  <a:lnTo>
                    <a:pt x="1132480" y="4966957"/>
                  </a:lnTo>
                  <a:lnTo>
                    <a:pt x="1132573" y="4966957"/>
                  </a:lnTo>
                  <a:lnTo>
                    <a:pt x="1132760" y="4966957"/>
                  </a:lnTo>
                  <a:lnTo>
                    <a:pt x="1132853" y="4966957"/>
                  </a:lnTo>
                  <a:lnTo>
                    <a:pt x="1132946" y="4966957"/>
                  </a:lnTo>
                  <a:lnTo>
                    <a:pt x="1133226" y="4966957"/>
                  </a:lnTo>
                  <a:lnTo>
                    <a:pt x="1133319" y="4966957"/>
                  </a:lnTo>
                  <a:lnTo>
                    <a:pt x="1133412" y="4966957"/>
                  </a:lnTo>
                  <a:lnTo>
                    <a:pt x="1133506" y="4966957"/>
                  </a:lnTo>
                  <a:lnTo>
                    <a:pt x="1133599" y="4966957"/>
                  </a:lnTo>
                  <a:lnTo>
                    <a:pt x="1133785" y="4966957"/>
                  </a:lnTo>
                  <a:lnTo>
                    <a:pt x="1133972" y="4966957"/>
                  </a:lnTo>
                  <a:lnTo>
                    <a:pt x="1134345" y="4966957"/>
                  </a:lnTo>
                  <a:lnTo>
                    <a:pt x="1134625" y="4966957"/>
                  </a:lnTo>
                  <a:lnTo>
                    <a:pt x="1134718" y="4966957"/>
                  </a:lnTo>
                  <a:lnTo>
                    <a:pt x="1134811" y="4966957"/>
                  </a:lnTo>
                  <a:lnTo>
                    <a:pt x="1134904" y="4966957"/>
                  </a:lnTo>
                  <a:lnTo>
                    <a:pt x="1134998" y="4966957"/>
                  </a:lnTo>
                  <a:lnTo>
                    <a:pt x="1135184" y="4966957"/>
                  </a:lnTo>
                  <a:lnTo>
                    <a:pt x="1135277" y="4966957"/>
                  </a:lnTo>
                  <a:lnTo>
                    <a:pt x="1135464" y="4966957"/>
                  </a:lnTo>
                  <a:lnTo>
                    <a:pt x="1135650" y="4966957"/>
                  </a:lnTo>
                  <a:lnTo>
                    <a:pt x="1135744" y="4966957"/>
                  </a:lnTo>
                  <a:lnTo>
                    <a:pt x="1135837" y="4966957"/>
                  </a:lnTo>
                  <a:lnTo>
                    <a:pt x="1135930" y="4966957"/>
                  </a:lnTo>
                  <a:lnTo>
                    <a:pt x="1136023" y="4966957"/>
                  </a:lnTo>
                  <a:lnTo>
                    <a:pt x="1136210" y="4966957"/>
                  </a:lnTo>
                  <a:lnTo>
                    <a:pt x="1136303" y="4966957"/>
                  </a:lnTo>
                  <a:lnTo>
                    <a:pt x="1136490" y="4966957"/>
                  </a:lnTo>
                  <a:lnTo>
                    <a:pt x="1136583" y="4966957"/>
                  </a:lnTo>
                  <a:lnTo>
                    <a:pt x="1137049" y="4966957"/>
                  </a:lnTo>
                  <a:lnTo>
                    <a:pt x="1137142" y="4966957"/>
                  </a:lnTo>
                  <a:lnTo>
                    <a:pt x="1137329" y="4966957"/>
                  </a:lnTo>
                  <a:lnTo>
                    <a:pt x="1137422" y="4966957"/>
                  </a:lnTo>
                  <a:lnTo>
                    <a:pt x="1137515" y="4966957"/>
                  </a:lnTo>
                  <a:lnTo>
                    <a:pt x="1137609" y="4966957"/>
                  </a:lnTo>
                  <a:lnTo>
                    <a:pt x="1137795" y="4966957"/>
                  </a:lnTo>
                  <a:lnTo>
                    <a:pt x="1137888" y="4966957"/>
                  </a:lnTo>
                  <a:lnTo>
                    <a:pt x="1138168" y="4966957"/>
                  </a:lnTo>
                  <a:lnTo>
                    <a:pt x="1138261" y="4966957"/>
                  </a:lnTo>
                  <a:lnTo>
                    <a:pt x="1138354" y="4966957"/>
                  </a:lnTo>
                  <a:lnTo>
                    <a:pt x="1138448" y="4966957"/>
                  </a:lnTo>
                  <a:lnTo>
                    <a:pt x="1138727" y="4966957"/>
                  </a:lnTo>
                  <a:lnTo>
                    <a:pt x="1138821" y="4966957"/>
                  </a:lnTo>
                  <a:lnTo>
                    <a:pt x="1138914" y="4966957"/>
                  </a:lnTo>
                  <a:lnTo>
                    <a:pt x="1139100" y="4966957"/>
                  </a:lnTo>
                  <a:lnTo>
                    <a:pt x="1139287" y="4966957"/>
                  </a:lnTo>
                  <a:lnTo>
                    <a:pt x="1139473" y="4966957"/>
                  </a:lnTo>
                  <a:lnTo>
                    <a:pt x="1139567" y="4966957"/>
                  </a:lnTo>
                  <a:lnTo>
                    <a:pt x="1139660" y="4966957"/>
                  </a:lnTo>
                  <a:lnTo>
                    <a:pt x="1139753" y="4966957"/>
                  </a:lnTo>
                  <a:lnTo>
                    <a:pt x="1139940" y="4966957"/>
                  </a:lnTo>
                  <a:lnTo>
                    <a:pt x="1140126" y="4966957"/>
                  </a:lnTo>
                  <a:lnTo>
                    <a:pt x="1140499" y="4966957"/>
                  </a:lnTo>
                  <a:lnTo>
                    <a:pt x="1140779" y="4966957"/>
                  </a:lnTo>
                  <a:lnTo>
                    <a:pt x="1140872" y="4966957"/>
                  </a:lnTo>
                  <a:lnTo>
                    <a:pt x="1140965" y="4966957"/>
                  </a:lnTo>
                  <a:lnTo>
                    <a:pt x="1141059" y="4966957"/>
                  </a:lnTo>
                  <a:lnTo>
                    <a:pt x="1141245" y="4966957"/>
                  </a:lnTo>
                  <a:lnTo>
                    <a:pt x="1141338" y="4966957"/>
                  </a:lnTo>
                  <a:lnTo>
                    <a:pt x="1141432" y="4966957"/>
                  </a:lnTo>
                  <a:lnTo>
                    <a:pt x="1141618" y="4966957"/>
                  </a:lnTo>
                  <a:lnTo>
                    <a:pt x="1141711" y="4966957"/>
                  </a:lnTo>
                  <a:lnTo>
                    <a:pt x="1141805" y="4966957"/>
                  </a:lnTo>
                  <a:lnTo>
                    <a:pt x="1141898" y="4966957"/>
                  </a:lnTo>
                  <a:lnTo>
                    <a:pt x="1141991" y="4966957"/>
                  </a:lnTo>
                  <a:lnTo>
                    <a:pt x="1142084" y="4966957"/>
                  </a:lnTo>
                  <a:lnTo>
                    <a:pt x="1142178" y="4966957"/>
                  </a:lnTo>
                  <a:lnTo>
                    <a:pt x="1142271" y="4966957"/>
                  </a:lnTo>
                  <a:lnTo>
                    <a:pt x="1142644" y="4966957"/>
                  </a:lnTo>
                  <a:lnTo>
                    <a:pt x="1142737" y="4966957"/>
                  </a:lnTo>
                  <a:lnTo>
                    <a:pt x="1142830" y="4966957"/>
                  </a:lnTo>
                  <a:lnTo>
                    <a:pt x="1144788" y="4966957"/>
                  </a:lnTo>
                  <a:lnTo>
                    <a:pt x="1145161" y="4966957"/>
                  </a:lnTo>
                  <a:lnTo>
                    <a:pt x="1145348" y="4966957"/>
                  </a:lnTo>
                  <a:lnTo>
                    <a:pt x="1145441" y="4966957"/>
                  </a:lnTo>
                  <a:lnTo>
                    <a:pt x="1145534" y="4966957"/>
                  </a:lnTo>
                  <a:lnTo>
                    <a:pt x="1145628" y="4966957"/>
                  </a:lnTo>
                  <a:lnTo>
                    <a:pt x="1145721" y="4966957"/>
                  </a:lnTo>
                  <a:lnTo>
                    <a:pt x="1145814" y="4966957"/>
                  </a:lnTo>
                  <a:lnTo>
                    <a:pt x="1145907" y="4966957"/>
                  </a:lnTo>
                  <a:lnTo>
                    <a:pt x="1146001" y="4966957"/>
                  </a:lnTo>
                  <a:lnTo>
                    <a:pt x="1146094" y="4966957"/>
                  </a:lnTo>
                  <a:lnTo>
                    <a:pt x="1146187" y="4966957"/>
                  </a:lnTo>
                  <a:lnTo>
                    <a:pt x="1146280" y="4966957"/>
                  </a:lnTo>
                  <a:lnTo>
                    <a:pt x="1146374" y="4966957"/>
                  </a:lnTo>
                  <a:lnTo>
                    <a:pt x="1146467" y="4966957"/>
                  </a:lnTo>
                  <a:lnTo>
                    <a:pt x="1146840" y="4966957"/>
                  </a:lnTo>
                  <a:lnTo>
                    <a:pt x="1147026" y="4966957"/>
                  </a:lnTo>
                  <a:lnTo>
                    <a:pt x="1147120" y="4966957"/>
                  </a:lnTo>
                  <a:lnTo>
                    <a:pt x="1147213" y="4966957"/>
                  </a:lnTo>
                  <a:lnTo>
                    <a:pt x="1147306" y="4966957"/>
                  </a:lnTo>
                  <a:lnTo>
                    <a:pt x="1147493" y="4966957"/>
                  </a:lnTo>
                  <a:lnTo>
                    <a:pt x="1147772" y="4966957"/>
                  </a:lnTo>
                  <a:lnTo>
                    <a:pt x="1147959" y="4966957"/>
                  </a:lnTo>
                  <a:lnTo>
                    <a:pt x="1148052" y="4966957"/>
                  </a:lnTo>
                  <a:lnTo>
                    <a:pt x="1148145" y="4966957"/>
                  </a:lnTo>
                  <a:lnTo>
                    <a:pt x="1148332" y="4966957"/>
                  </a:lnTo>
                  <a:lnTo>
                    <a:pt x="1148425" y="4966957"/>
                  </a:lnTo>
                  <a:lnTo>
                    <a:pt x="1148518" y="4966957"/>
                  </a:lnTo>
                  <a:lnTo>
                    <a:pt x="1148612" y="4966957"/>
                  </a:lnTo>
                  <a:lnTo>
                    <a:pt x="1148798" y="4966957"/>
                  </a:lnTo>
                  <a:lnTo>
                    <a:pt x="1148891" y="4966957"/>
                  </a:lnTo>
                  <a:lnTo>
                    <a:pt x="1148985" y="4966957"/>
                  </a:lnTo>
                  <a:lnTo>
                    <a:pt x="1149078" y="4966957"/>
                  </a:lnTo>
                  <a:lnTo>
                    <a:pt x="1149264" y="4966957"/>
                  </a:lnTo>
                  <a:lnTo>
                    <a:pt x="1149358" y="4966957"/>
                  </a:lnTo>
                  <a:lnTo>
                    <a:pt x="1149544" y="4966957"/>
                  </a:lnTo>
                  <a:lnTo>
                    <a:pt x="1149731" y="4966957"/>
                  </a:lnTo>
                  <a:lnTo>
                    <a:pt x="1149824" y="4966957"/>
                  </a:lnTo>
                  <a:lnTo>
                    <a:pt x="1149917" y="4966957"/>
                  </a:lnTo>
                  <a:lnTo>
                    <a:pt x="1150104" y="4966957"/>
                  </a:lnTo>
                  <a:lnTo>
                    <a:pt x="1150197" y="4966957"/>
                  </a:lnTo>
                  <a:lnTo>
                    <a:pt x="1150290" y="4966957"/>
                  </a:lnTo>
                  <a:lnTo>
                    <a:pt x="1150383" y="4966957"/>
                  </a:lnTo>
                  <a:lnTo>
                    <a:pt x="1150477" y="4966957"/>
                  </a:lnTo>
                  <a:lnTo>
                    <a:pt x="1150570" y="4966957"/>
                  </a:lnTo>
                  <a:lnTo>
                    <a:pt x="1150663" y="4966957"/>
                  </a:lnTo>
                  <a:lnTo>
                    <a:pt x="1150943" y="4966957"/>
                  </a:lnTo>
                  <a:lnTo>
                    <a:pt x="1151036" y="4966957"/>
                  </a:lnTo>
                  <a:lnTo>
                    <a:pt x="1151129" y="4966957"/>
                  </a:lnTo>
                  <a:lnTo>
                    <a:pt x="1151596" y="4957003"/>
                  </a:lnTo>
                  <a:lnTo>
                    <a:pt x="1151782" y="4957003"/>
                  </a:lnTo>
                  <a:lnTo>
                    <a:pt x="1152062" y="4957003"/>
                  </a:lnTo>
                  <a:lnTo>
                    <a:pt x="1152155" y="4957003"/>
                  </a:lnTo>
                  <a:lnTo>
                    <a:pt x="1152621" y="4957003"/>
                  </a:lnTo>
                  <a:lnTo>
                    <a:pt x="1152714" y="4957003"/>
                  </a:lnTo>
                  <a:lnTo>
                    <a:pt x="1152901" y="4957003"/>
                  </a:lnTo>
                  <a:lnTo>
                    <a:pt x="1153087" y="4957003"/>
                  </a:lnTo>
                  <a:lnTo>
                    <a:pt x="1153181" y="4957003"/>
                  </a:lnTo>
                  <a:lnTo>
                    <a:pt x="1153274" y="4957003"/>
                  </a:lnTo>
                  <a:lnTo>
                    <a:pt x="1153367" y="4957003"/>
                  </a:lnTo>
                  <a:lnTo>
                    <a:pt x="1153460" y="4957003"/>
                  </a:lnTo>
                  <a:lnTo>
                    <a:pt x="1153554" y="4957003"/>
                  </a:lnTo>
                  <a:lnTo>
                    <a:pt x="1153647" y="4957003"/>
                  </a:lnTo>
                  <a:lnTo>
                    <a:pt x="1153740" y="4957003"/>
                  </a:lnTo>
                  <a:lnTo>
                    <a:pt x="1154020" y="4957003"/>
                  </a:lnTo>
                  <a:lnTo>
                    <a:pt x="1154113" y="4957003"/>
                  </a:lnTo>
                  <a:lnTo>
                    <a:pt x="1154206" y="4957003"/>
                  </a:lnTo>
                  <a:lnTo>
                    <a:pt x="1154300" y="4957003"/>
                  </a:lnTo>
                  <a:lnTo>
                    <a:pt x="1154579" y="4957003"/>
                  </a:lnTo>
                  <a:lnTo>
                    <a:pt x="1154673" y="4957003"/>
                  </a:lnTo>
                  <a:lnTo>
                    <a:pt x="1154766" y="4957003"/>
                  </a:lnTo>
                  <a:lnTo>
                    <a:pt x="1154859" y="4957003"/>
                  </a:lnTo>
                  <a:lnTo>
                    <a:pt x="1154952" y="4957003"/>
                  </a:lnTo>
                  <a:lnTo>
                    <a:pt x="1155232" y="4957003"/>
                  </a:lnTo>
                  <a:lnTo>
                    <a:pt x="1155325" y="4957003"/>
                  </a:lnTo>
                  <a:lnTo>
                    <a:pt x="1155419" y="4957003"/>
                  </a:lnTo>
                  <a:lnTo>
                    <a:pt x="1155512" y="4957003"/>
                  </a:lnTo>
                  <a:lnTo>
                    <a:pt x="1155605" y="4957003"/>
                  </a:lnTo>
                  <a:lnTo>
                    <a:pt x="1155698" y="4957003"/>
                  </a:lnTo>
                  <a:lnTo>
                    <a:pt x="1155792" y="4957003"/>
                  </a:lnTo>
                  <a:lnTo>
                    <a:pt x="1156071" y="4957003"/>
                  </a:lnTo>
                  <a:lnTo>
                    <a:pt x="1156351" y="4957003"/>
                  </a:lnTo>
                  <a:lnTo>
                    <a:pt x="1156444" y="4957003"/>
                  </a:lnTo>
                  <a:lnTo>
                    <a:pt x="1156631" y="4957003"/>
                  </a:lnTo>
                  <a:lnTo>
                    <a:pt x="1156724" y="4947049"/>
                  </a:lnTo>
                  <a:lnTo>
                    <a:pt x="1157004" y="4947049"/>
                  </a:lnTo>
                  <a:lnTo>
                    <a:pt x="1157097" y="4947049"/>
                  </a:lnTo>
                  <a:lnTo>
                    <a:pt x="1157377" y="4947049"/>
                  </a:lnTo>
                  <a:lnTo>
                    <a:pt x="1157470" y="4947049"/>
                  </a:lnTo>
                  <a:lnTo>
                    <a:pt x="1157563" y="4947049"/>
                  </a:lnTo>
                  <a:lnTo>
                    <a:pt x="1157843" y="4947049"/>
                  </a:lnTo>
                  <a:lnTo>
                    <a:pt x="1158030" y="4947049"/>
                  </a:lnTo>
                  <a:lnTo>
                    <a:pt x="1158403" y="4947049"/>
                  </a:lnTo>
                  <a:lnTo>
                    <a:pt x="1158589" y="4947049"/>
                  </a:lnTo>
                  <a:lnTo>
                    <a:pt x="1158682" y="4947049"/>
                  </a:lnTo>
                  <a:lnTo>
                    <a:pt x="1158775" y="4947049"/>
                  </a:lnTo>
                  <a:lnTo>
                    <a:pt x="1158869" y="4947049"/>
                  </a:lnTo>
                  <a:lnTo>
                    <a:pt x="1159148" y="4947049"/>
                  </a:lnTo>
                  <a:lnTo>
                    <a:pt x="1159242" y="4947049"/>
                  </a:lnTo>
                  <a:lnTo>
                    <a:pt x="1159335" y="4947049"/>
                  </a:lnTo>
                  <a:lnTo>
                    <a:pt x="1159988" y="4947049"/>
                  </a:lnTo>
                  <a:lnTo>
                    <a:pt x="1160081" y="4947049"/>
                  </a:lnTo>
                  <a:lnTo>
                    <a:pt x="1160174" y="4947049"/>
                  </a:lnTo>
                  <a:lnTo>
                    <a:pt x="1160267" y="4947049"/>
                  </a:lnTo>
                  <a:lnTo>
                    <a:pt x="1160454" y="4947049"/>
                  </a:lnTo>
                  <a:lnTo>
                    <a:pt x="1160547" y="4947049"/>
                  </a:lnTo>
                  <a:lnTo>
                    <a:pt x="1160640" y="4947049"/>
                  </a:lnTo>
                  <a:lnTo>
                    <a:pt x="1160920" y="4947049"/>
                  </a:lnTo>
                  <a:lnTo>
                    <a:pt x="1161107" y="4947049"/>
                  </a:lnTo>
                  <a:lnTo>
                    <a:pt x="1161200" y="4947049"/>
                  </a:lnTo>
                  <a:lnTo>
                    <a:pt x="1161293" y="4947049"/>
                  </a:lnTo>
                  <a:lnTo>
                    <a:pt x="1161386" y="4947049"/>
                  </a:lnTo>
                  <a:lnTo>
                    <a:pt x="1161480" y="4947049"/>
                  </a:lnTo>
                  <a:lnTo>
                    <a:pt x="1161946" y="4947049"/>
                  </a:lnTo>
                  <a:lnTo>
                    <a:pt x="1162039" y="4947049"/>
                  </a:lnTo>
                  <a:lnTo>
                    <a:pt x="1162132" y="4947049"/>
                  </a:lnTo>
                  <a:lnTo>
                    <a:pt x="1162226" y="4947049"/>
                  </a:lnTo>
                  <a:lnTo>
                    <a:pt x="1162319" y="4947049"/>
                  </a:lnTo>
                  <a:lnTo>
                    <a:pt x="1162412" y="4947049"/>
                  </a:lnTo>
                  <a:lnTo>
                    <a:pt x="1162505" y="4947049"/>
                  </a:lnTo>
                  <a:lnTo>
                    <a:pt x="1162692" y="4947049"/>
                  </a:lnTo>
                  <a:lnTo>
                    <a:pt x="1162785" y="4947049"/>
                  </a:lnTo>
                  <a:lnTo>
                    <a:pt x="1162878" y="4947049"/>
                  </a:lnTo>
                  <a:lnTo>
                    <a:pt x="1163065" y="4947049"/>
                  </a:lnTo>
                  <a:lnTo>
                    <a:pt x="1163158" y="4947049"/>
                  </a:lnTo>
                  <a:lnTo>
                    <a:pt x="1163251" y="4947049"/>
                  </a:lnTo>
                  <a:lnTo>
                    <a:pt x="1163345" y="4947049"/>
                  </a:lnTo>
                  <a:lnTo>
                    <a:pt x="1163438" y="4947049"/>
                  </a:lnTo>
                  <a:lnTo>
                    <a:pt x="1163718" y="4947049"/>
                  </a:lnTo>
                  <a:lnTo>
                    <a:pt x="1163811" y="4947049"/>
                  </a:lnTo>
                  <a:lnTo>
                    <a:pt x="1163997" y="4947049"/>
                  </a:lnTo>
                  <a:lnTo>
                    <a:pt x="1164184" y="4947049"/>
                  </a:lnTo>
                  <a:lnTo>
                    <a:pt x="1164557" y="4947049"/>
                  </a:lnTo>
                  <a:lnTo>
                    <a:pt x="1164743" y="4947049"/>
                  </a:lnTo>
                  <a:lnTo>
                    <a:pt x="1164930" y="4947049"/>
                  </a:lnTo>
                  <a:lnTo>
                    <a:pt x="1165023" y="4947049"/>
                  </a:lnTo>
                  <a:lnTo>
                    <a:pt x="1165116" y="4947049"/>
                  </a:lnTo>
                  <a:lnTo>
                    <a:pt x="1165303" y="4947049"/>
                  </a:lnTo>
                  <a:lnTo>
                    <a:pt x="1165396" y="4947049"/>
                  </a:lnTo>
                  <a:lnTo>
                    <a:pt x="1165582" y="4947049"/>
                  </a:lnTo>
                  <a:lnTo>
                    <a:pt x="1165862" y="4947049"/>
                  </a:lnTo>
                  <a:lnTo>
                    <a:pt x="1166049" y="4947049"/>
                  </a:lnTo>
                  <a:lnTo>
                    <a:pt x="1166142" y="4947049"/>
                  </a:lnTo>
                  <a:lnTo>
                    <a:pt x="1166235" y="4947049"/>
                  </a:lnTo>
                  <a:lnTo>
                    <a:pt x="1166328" y="4947049"/>
                  </a:lnTo>
                  <a:lnTo>
                    <a:pt x="1166422" y="4947049"/>
                  </a:lnTo>
                  <a:lnTo>
                    <a:pt x="1166608" y="4947049"/>
                  </a:lnTo>
                  <a:lnTo>
                    <a:pt x="1166701" y="4947049"/>
                  </a:lnTo>
                  <a:lnTo>
                    <a:pt x="1166795" y="4947049"/>
                  </a:lnTo>
                  <a:lnTo>
                    <a:pt x="1166888" y="4947049"/>
                  </a:lnTo>
                  <a:lnTo>
                    <a:pt x="1167168" y="4947049"/>
                  </a:lnTo>
                  <a:lnTo>
                    <a:pt x="1167261" y="4947049"/>
                  </a:lnTo>
                  <a:lnTo>
                    <a:pt x="1167914" y="4947049"/>
                  </a:lnTo>
                  <a:lnTo>
                    <a:pt x="1168007" y="4947049"/>
                  </a:lnTo>
                  <a:lnTo>
                    <a:pt x="1168193" y="4947049"/>
                  </a:lnTo>
                  <a:lnTo>
                    <a:pt x="1168287" y="4947049"/>
                  </a:lnTo>
                  <a:lnTo>
                    <a:pt x="1168380" y="4947049"/>
                  </a:lnTo>
                  <a:lnTo>
                    <a:pt x="1168473" y="4947049"/>
                  </a:lnTo>
                  <a:lnTo>
                    <a:pt x="1168566" y="4947049"/>
                  </a:lnTo>
                  <a:lnTo>
                    <a:pt x="1168660" y="4947049"/>
                  </a:lnTo>
                  <a:lnTo>
                    <a:pt x="1168753" y="4947049"/>
                  </a:lnTo>
                  <a:lnTo>
                    <a:pt x="1169033" y="4947049"/>
                  </a:lnTo>
                  <a:lnTo>
                    <a:pt x="1169312" y="4947049"/>
                  </a:lnTo>
                  <a:lnTo>
                    <a:pt x="1169499" y="4947049"/>
                  </a:lnTo>
                  <a:lnTo>
                    <a:pt x="1169779" y="4947049"/>
                  </a:lnTo>
                  <a:lnTo>
                    <a:pt x="1170058" y="4947049"/>
                  </a:lnTo>
                  <a:lnTo>
                    <a:pt x="1170152" y="4947049"/>
                  </a:lnTo>
                  <a:lnTo>
                    <a:pt x="1170245" y="4947049"/>
                  </a:lnTo>
                  <a:lnTo>
                    <a:pt x="1170338" y="4947049"/>
                  </a:lnTo>
                  <a:lnTo>
                    <a:pt x="1170431" y="4947049"/>
                  </a:lnTo>
                  <a:lnTo>
                    <a:pt x="1170618" y="4947049"/>
                  </a:lnTo>
                  <a:lnTo>
                    <a:pt x="1170898" y="4947049"/>
                  </a:lnTo>
                  <a:lnTo>
                    <a:pt x="1171084" y="4947049"/>
                  </a:lnTo>
                  <a:lnTo>
                    <a:pt x="1171177" y="4947049"/>
                  </a:lnTo>
                  <a:lnTo>
                    <a:pt x="1171271" y="4947049"/>
                  </a:lnTo>
                  <a:lnTo>
                    <a:pt x="1171271" y="4937096"/>
                  </a:lnTo>
                  <a:lnTo>
                    <a:pt x="1171550" y="4937096"/>
                  </a:lnTo>
                  <a:lnTo>
                    <a:pt x="1171830" y="4937096"/>
                  </a:lnTo>
                  <a:lnTo>
                    <a:pt x="1171923" y="4937096"/>
                  </a:lnTo>
                  <a:lnTo>
                    <a:pt x="1172017" y="4937096"/>
                  </a:lnTo>
                  <a:lnTo>
                    <a:pt x="1172296" y="4937096"/>
                  </a:lnTo>
                  <a:lnTo>
                    <a:pt x="1172390" y="4937096"/>
                  </a:lnTo>
                  <a:lnTo>
                    <a:pt x="1172669" y="4937096"/>
                  </a:lnTo>
                  <a:lnTo>
                    <a:pt x="1172762" y="4937096"/>
                  </a:lnTo>
                  <a:lnTo>
                    <a:pt x="1172949" y="4937096"/>
                  </a:lnTo>
                  <a:lnTo>
                    <a:pt x="1173508" y="4937096"/>
                  </a:lnTo>
                  <a:lnTo>
                    <a:pt x="1173788" y="4937096"/>
                  </a:lnTo>
                  <a:lnTo>
                    <a:pt x="1173881" y="4937096"/>
                  </a:lnTo>
                  <a:lnTo>
                    <a:pt x="1173975" y="4937096"/>
                  </a:lnTo>
                  <a:lnTo>
                    <a:pt x="1174068" y="4937096"/>
                  </a:lnTo>
                  <a:lnTo>
                    <a:pt x="1174627" y="4937096"/>
                  </a:lnTo>
                  <a:lnTo>
                    <a:pt x="1174721" y="4937096"/>
                  </a:lnTo>
                  <a:lnTo>
                    <a:pt x="1174814" y="4937096"/>
                  </a:lnTo>
                  <a:lnTo>
                    <a:pt x="1175000" y="4937096"/>
                  </a:lnTo>
                  <a:lnTo>
                    <a:pt x="1175094" y="4937096"/>
                  </a:lnTo>
                  <a:lnTo>
                    <a:pt x="1175187" y="4937096"/>
                  </a:lnTo>
                  <a:lnTo>
                    <a:pt x="1175373" y="4937096"/>
                  </a:lnTo>
                  <a:lnTo>
                    <a:pt x="1175653" y="4937096"/>
                  </a:lnTo>
                  <a:lnTo>
                    <a:pt x="1175933" y="4937096"/>
                  </a:lnTo>
                  <a:lnTo>
                    <a:pt x="1176119" y="4937096"/>
                  </a:lnTo>
                  <a:lnTo>
                    <a:pt x="1176213" y="4937096"/>
                  </a:lnTo>
                  <a:lnTo>
                    <a:pt x="1176306" y="4937096"/>
                  </a:lnTo>
                  <a:lnTo>
                    <a:pt x="1176399" y="4937096"/>
                  </a:lnTo>
                  <a:lnTo>
                    <a:pt x="1176586" y="4937096"/>
                  </a:lnTo>
                  <a:lnTo>
                    <a:pt x="1176772" y="4937096"/>
                  </a:lnTo>
                  <a:lnTo>
                    <a:pt x="1177145" y="4937096"/>
                  </a:lnTo>
                  <a:lnTo>
                    <a:pt x="1177238" y="4937096"/>
                  </a:lnTo>
                  <a:lnTo>
                    <a:pt x="1177332" y="4937096"/>
                  </a:lnTo>
                  <a:lnTo>
                    <a:pt x="1177518" y="4937096"/>
                  </a:lnTo>
                  <a:lnTo>
                    <a:pt x="1178078" y="4937096"/>
                  </a:lnTo>
                  <a:lnTo>
                    <a:pt x="1178264" y="4937096"/>
                  </a:lnTo>
                  <a:lnTo>
                    <a:pt x="1178357" y="4937096"/>
                  </a:lnTo>
                  <a:lnTo>
                    <a:pt x="1178451" y="4937096"/>
                  </a:lnTo>
                  <a:lnTo>
                    <a:pt x="1178544" y="4937096"/>
                  </a:lnTo>
                  <a:lnTo>
                    <a:pt x="1178730" y="4937096"/>
                  </a:lnTo>
                  <a:lnTo>
                    <a:pt x="1179010" y="4937096"/>
                  </a:lnTo>
                  <a:lnTo>
                    <a:pt x="1179383" y="4937096"/>
                  </a:lnTo>
                  <a:lnTo>
                    <a:pt x="1179476" y="4937096"/>
                  </a:lnTo>
                  <a:lnTo>
                    <a:pt x="1179569" y="4937096"/>
                  </a:lnTo>
                  <a:lnTo>
                    <a:pt x="1179663" y="4937096"/>
                  </a:lnTo>
                  <a:lnTo>
                    <a:pt x="1179849" y="4937096"/>
                  </a:lnTo>
                  <a:lnTo>
                    <a:pt x="1179942" y="4937096"/>
                  </a:lnTo>
                  <a:lnTo>
                    <a:pt x="1180129" y="4937096"/>
                  </a:lnTo>
                  <a:lnTo>
                    <a:pt x="1180315" y="4937096"/>
                  </a:lnTo>
                  <a:lnTo>
                    <a:pt x="1180502" y="4937096"/>
                  </a:lnTo>
                  <a:lnTo>
                    <a:pt x="1180595" y="4937096"/>
                  </a:lnTo>
                  <a:lnTo>
                    <a:pt x="1180688" y="4937096"/>
                  </a:lnTo>
                  <a:lnTo>
                    <a:pt x="1180782" y="4937096"/>
                  </a:lnTo>
                  <a:lnTo>
                    <a:pt x="1180875" y="4937096"/>
                  </a:lnTo>
                  <a:lnTo>
                    <a:pt x="1180968" y="4937096"/>
                  </a:lnTo>
                  <a:lnTo>
                    <a:pt x="1181061" y="4937096"/>
                  </a:lnTo>
                  <a:lnTo>
                    <a:pt x="1181248" y="4937096"/>
                  </a:lnTo>
                  <a:lnTo>
                    <a:pt x="1181621" y="4937096"/>
                  </a:lnTo>
                  <a:lnTo>
                    <a:pt x="1181807" y="4937096"/>
                  </a:lnTo>
                  <a:lnTo>
                    <a:pt x="1181994" y="4937096"/>
                  </a:lnTo>
                  <a:lnTo>
                    <a:pt x="1182087" y="4937096"/>
                  </a:lnTo>
                  <a:lnTo>
                    <a:pt x="1182180" y="4937096"/>
                  </a:lnTo>
                  <a:lnTo>
                    <a:pt x="1182367" y="4937096"/>
                  </a:lnTo>
                  <a:lnTo>
                    <a:pt x="1182460" y="4937096"/>
                  </a:lnTo>
                  <a:lnTo>
                    <a:pt x="1182553" y="4937096"/>
                  </a:lnTo>
                  <a:lnTo>
                    <a:pt x="1183020" y="4937096"/>
                  </a:lnTo>
                  <a:lnTo>
                    <a:pt x="1183113" y="4937096"/>
                  </a:lnTo>
                  <a:lnTo>
                    <a:pt x="1183206" y="4937096"/>
                  </a:lnTo>
                  <a:lnTo>
                    <a:pt x="1183299" y="4937096"/>
                  </a:lnTo>
                  <a:lnTo>
                    <a:pt x="1183486" y="4937096"/>
                  </a:lnTo>
                  <a:lnTo>
                    <a:pt x="1183579" y="4937096"/>
                  </a:lnTo>
                  <a:lnTo>
                    <a:pt x="1183672" y="4937096"/>
                  </a:lnTo>
                  <a:lnTo>
                    <a:pt x="1183952" y="4937096"/>
                  </a:lnTo>
                  <a:lnTo>
                    <a:pt x="1184045" y="4937096"/>
                  </a:lnTo>
                  <a:lnTo>
                    <a:pt x="1184139" y="4937096"/>
                  </a:lnTo>
                  <a:lnTo>
                    <a:pt x="1184232" y="4937096"/>
                  </a:lnTo>
                  <a:lnTo>
                    <a:pt x="1184325" y="4937096"/>
                  </a:lnTo>
                  <a:lnTo>
                    <a:pt x="1184512" y="4937096"/>
                  </a:lnTo>
                  <a:lnTo>
                    <a:pt x="1184605" y="4937096"/>
                  </a:lnTo>
                  <a:lnTo>
                    <a:pt x="1184698" y="4937096"/>
                  </a:lnTo>
                  <a:lnTo>
                    <a:pt x="1184791" y="4937096"/>
                  </a:lnTo>
                  <a:lnTo>
                    <a:pt x="1184885" y="4937096"/>
                  </a:lnTo>
                  <a:lnTo>
                    <a:pt x="1185071" y="4937096"/>
                  </a:lnTo>
                  <a:lnTo>
                    <a:pt x="1185258" y="4937096"/>
                  </a:lnTo>
                  <a:lnTo>
                    <a:pt x="1185724" y="4937096"/>
                  </a:lnTo>
                  <a:lnTo>
                    <a:pt x="1185910" y="4937096"/>
                  </a:lnTo>
                  <a:lnTo>
                    <a:pt x="1186097" y="4937096"/>
                  </a:lnTo>
                  <a:lnTo>
                    <a:pt x="1186190" y="4937096"/>
                  </a:lnTo>
                  <a:lnTo>
                    <a:pt x="1186283" y="4937096"/>
                  </a:lnTo>
                  <a:lnTo>
                    <a:pt x="1186470" y="4937096"/>
                  </a:lnTo>
                  <a:lnTo>
                    <a:pt x="1186563" y="4937096"/>
                  </a:lnTo>
                  <a:lnTo>
                    <a:pt x="1186656" y="4937096"/>
                  </a:lnTo>
                  <a:lnTo>
                    <a:pt x="1186749" y="4937096"/>
                  </a:lnTo>
                  <a:lnTo>
                    <a:pt x="1186843" y="4937096"/>
                  </a:lnTo>
                  <a:lnTo>
                    <a:pt x="1186936" y="4937096"/>
                  </a:lnTo>
                  <a:lnTo>
                    <a:pt x="1187216" y="4937096"/>
                  </a:lnTo>
                  <a:lnTo>
                    <a:pt x="1187309" y="4937096"/>
                  </a:lnTo>
                  <a:lnTo>
                    <a:pt x="1187402" y="4937096"/>
                  </a:lnTo>
                  <a:lnTo>
                    <a:pt x="1187495" y="4937096"/>
                  </a:lnTo>
                  <a:lnTo>
                    <a:pt x="1188055" y="4937096"/>
                  </a:lnTo>
                  <a:lnTo>
                    <a:pt x="1188148" y="4937096"/>
                  </a:lnTo>
                  <a:lnTo>
                    <a:pt x="1188241" y="4937096"/>
                  </a:lnTo>
                  <a:lnTo>
                    <a:pt x="1188335" y="4937096"/>
                  </a:lnTo>
                  <a:lnTo>
                    <a:pt x="1188428" y="4937096"/>
                  </a:lnTo>
                  <a:lnTo>
                    <a:pt x="1188521" y="4937096"/>
                  </a:lnTo>
                  <a:lnTo>
                    <a:pt x="1188614" y="4937096"/>
                  </a:lnTo>
                  <a:lnTo>
                    <a:pt x="1188894" y="4937096"/>
                  </a:lnTo>
                  <a:lnTo>
                    <a:pt x="1188987" y="4937096"/>
                  </a:lnTo>
                  <a:lnTo>
                    <a:pt x="1189081" y="4937096"/>
                  </a:lnTo>
                  <a:lnTo>
                    <a:pt x="1189174" y="4937096"/>
                  </a:lnTo>
                  <a:lnTo>
                    <a:pt x="1189267" y="4937096"/>
                  </a:lnTo>
                  <a:lnTo>
                    <a:pt x="1189360" y="4937096"/>
                  </a:lnTo>
                  <a:lnTo>
                    <a:pt x="1189454" y="4937096"/>
                  </a:lnTo>
                  <a:lnTo>
                    <a:pt x="1189547" y="4937096"/>
                  </a:lnTo>
                  <a:lnTo>
                    <a:pt x="1189827" y="4937096"/>
                  </a:lnTo>
                  <a:lnTo>
                    <a:pt x="1190106" y="4937096"/>
                  </a:lnTo>
                  <a:lnTo>
                    <a:pt x="1190200" y="4937096"/>
                  </a:lnTo>
                  <a:lnTo>
                    <a:pt x="1190293" y="4937096"/>
                  </a:lnTo>
                  <a:lnTo>
                    <a:pt x="1190479" y="4937096"/>
                  </a:lnTo>
                  <a:lnTo>
                    <a:pt x="1190573" y="4937096"/>
                  </a:lnTo>
                  <a:lnTo>
                    <a:pt x="1190852" y="4937096"/>
                  </a:lnTo>
                  <a:lnTo>
                    <a:pt x="1191225" y="4937096"/>
                  </a:lnTo>
                  <a:lnTo>
                    <a:pt x="1191319" y="4937096"/>
                  </a:lnTo>
                  <a:lnTo>
                    <a:pt x="1191505" y="4937096"/>
                  </a:lnTo>
                  <a:lnTo>
                    <a:pt x="1191598" y="4937096"/>
                  </a:lnTo>
                  <a:lnTo>
                    <a:pt x="1191692" y="4937096"/>
                  </a:lnTo>
                  <a:lnTo>
                    <a:pt x="1191785" y="4937096"/>
                  </a:lnTo>
                  <a:lnTo>
                    <a:pt x="1192065" y="4937096"/>
                  </a:lnTo>
                  <a:lnTo>
                    <a:pt x="1192158" y="4937096"/>
                  </a:lnTo>
                  <a:lnTo>
                    <a:pt x="1192438" y="4937096"/>
                  </a:lnTo>
                  <a:lnTo>
                    <a:pt x="1192531" y="4937096"/>
                  </a:lnTo>
                  <a:lnTo>
                    <a:pt x="1192717" y="4927142"/>
                  </a:lnTo>
                  <a:lnTo>
                    <a:pt x="1192811" y="4927142"/>
                  </a:lnTo>
                  <a:lnTo>
                    <a:pt x="1192997" y="4927142"/>
                  </a:lnTo>
                  <a:lnTo>
                    <a:pt x="1193184" y="4927142"/>
                  </a:lnTo>
                  <a:lnTo>
                    <a:pt x="1193370" y="4927142"/>
                  </a:lnTo>
                  <a:lnTo>
                    <a:pt x="1193463" y="4927142"/>
                  </a:lnTo>
                  <a:lnTo>
                    <a:pt x="1193556" y="4927142"/>
                  </a:lnTo>
                  <a:lnTo>
                    <a:pt x="1194023" y="4927142"/>
                  </a:lnTo>
                  <a:lnTo>
                    <a:pt x="1194116" y="4927142"/>
                  </a:lnTo>
                  <a:lnTo>
                    <a:pt x="1194489" y="4927142"/>
                  </a:lnTo>
                  <a:lnTo>
                    <a:pt x="1194582" y="4927142"/>
                  </a:lnTo>
                  <a:lnTo>
                    <a:pt x="1194675" y="4927142"/>
                  </a:lnTo>
                  <a:lnTo>
                    <a:pt x="1194769" y="4927142"/>
                  </a:lnTo>
                  <a:lnTo>
                    <a:pt x="1194862" y="4927142"/>
                  </a:lnTo>
                  <a:lnTo>
                    <a:pt x="1195142" y="4927142"/>
                  </a:lnTo>
                  <a:lnTo>
                    <a:pt x="1195328" y="4927142"/>
                  </a:lnTo>
                  <a:lnTo>
                    <a:pt x="1195421" y="4927142"/>
                  </a:lnTo>
                  <a:lnTo>
                    <a:pt x="1195608" y="4927142"/>
                  </a:lnTo>
                  <a:lnTo>
                    <a:pt x="1196074" y="4927142"/>
                  </a:lnTo>
                  <a:lnTo>
                    <a:pt x="1196167" y="4927142"/>
                  </a:lnTo>
                  <a:lnTo>
                    <a:pt x="1196261" y="4927142"/>
                  </a:lnTo>
                  <a:lnTo>
                    <a:pt x="1196354" y="4927142"/>
                  </a:lnTo>
                  <a:lnTo>
                    <a:pt x="1196634" y="4927142"/>
                  </a:lnTo>
                  <a:lnTo>
                    <a:pt x="1196820" y="4927142"/>
                  </a:lnTo>
                  <a:lnTo>
                    <a:pt x="1197007" y="4927142"/>
                  </a:lnTo>
                  <a:lnTo>
                    <a:pt x="1197193" y="4927142"/>
                  </a:lnTo>
                  <a:lnTo>
                    <a:pt x="1197286" y="4927142"/>
                  </a:lnTo>
                  <a:lnTo>
                    <a:pt x="1197380" y="4927142"/>
                  </a:lnTo>
                  <a:lnTo>
                    <a:pt x="1197659" y="4927142"/>
                  </a:lnTo>
                  <a:lnTo>
                    <a:pt x="1197753" y="4927142"/>
                  </a:lnTo>
                  <a:lnTo>
                    <a:pt x="1197939" y="4927142"/>
                  </a:lnTo>
                  <a:lnTo>
                    <a:pt x="1198126" y="4927142"/>
                  </a:lnTo>
                  <a:lnTo>
                    <a:pt x="1198219" y="4927142"/>
                  </a:lnTo>
                  <a:lnTo>
                    <a:pt x="1198312" y="4927142"/>
                  </a:lnTo>
                  <a:lnTo>
                    <a:pt x="1198499" y="4927142"/>
                  </a:lnTo>
                  <a:lnTo>
                    <a:pt x="1199058" y="4927142"/>
                  </a:lnTo>
                  <a:lnTo>
                    <a:pt x="1199151" y="4927142"/>
                  </a:lnTo>
                  <a:lnTo>
                    <a:pt x="1199431" y="4927142"/>
                  </a:lnTo>
                  <a:lnTo>
                    <a:pt x="1199524" y="4927142"/>
                  </a:lnTo>
                  <a:lnTo>
                    <a:pt x="1199711" y="4927142"/>
                  </a:lnTo>
                  <a:lnTo>
                    <a:pt x="1199804" y="4927142"/>
                  </a:lnTo>
                  <a:lnTo>
                    <a:pt x="1199897" y="4927142"/>
                  </a:lnTo>
                  <a:lnTo>
                    <a:pt x="1199991" y="4927142"/>
                  </a:lnTo>
                  <a:lnTo>
                    <a:pt x="1200084" y="4927142"/>
                  </a:lnTo>
                  <a:lnTo>
                    <a:pt x="1200177" y="4917188"/>
                  </a:lnTo>
                  <a:lnTo>
                    <a:pt x="1200270" y="4917188"/>
                  </a:lnTo>
                  <a:lnTo>
                    <a:pt x="1200363" y="4917188"/>
                  </a:lnTo>
                  <a:lnTo>
                    <a:pt x="1200457" y="4917188"/>
                  </a:lnTo>
                  <a:lnTo>
                    <a:pt x="1200550" y="4917188"/>
                  </a:lnTo>
                  <a:lnTo>
                    <a:pt x="1200736" y="4917188"/>
                  </a:lnTo>
                  <a:lnTo>
                    <a:pt x="1200830" y="4917188"/>
                  </a:lnTo>
                  <a:lnTo>
                    <a:pt x="1200923" y="4917188"/>
                  </a:lnTo>
                  <a:lnTo>
                    <a:pt x="1201016" y="4917188"/>
                  </a:lnTo>
                  <a:lnTo>
                    <a:pt x="1201203" y="4917188"/>
                  </a:lnTo>
                  <a:lnTo>
                    <a:pt x="1201389" y="4917188"/>
                  </a:lnTo>
                  <a:lnTo>
                    <a:pt x="1201669" y="4917188"/>
                  </a:lnTo>
                  <a:lnTo>
                    <a:pt x="1201762" y="4917188"/>
                  </a:lnTo>
                  <a:lnTo>
                    <a:pt x="1201949" y="4917188"/>
                  </a:lnTo>
                  <a:lnTo>
                    <a:pt x="1202135" y="4917188"/>
                  </a:lnTo>
                  <a:lnTo>
                    <a:pt x="1202228" y="4917188"/>
                  </a:lnTo>
                  <a:lnTo>
                    <a:pt x="1202508" y="4917188"/>
                  </a:lnTo>
                  <a:lnTo>
                    <a:pt x="1202601" y="4917188"/>
                  </a:lnTo>
                  <a:lnTo>
                    <a:pt x="1202788" y="4917188"/>
                  </a:lnTo>
                  <a:lnTo>
                    <a:pt x="1202881" y="4917188"/>
                  </a:lnTo>
                  <a:lnTo>
                    <a:pt x="1202974" y="4917188"/>
                  </a:lnTo>
                  <a:lnTo>
                    <a:pt x="1203068" y="4917188"/>
                  </a:lnTo>
                  <a:lnTo>
                    <a:pt x="1203161" y="4917188"/>
                  </a:lnTo>
                  <a:lnTo>
                    <a:pt x="1203254" y="4917188"/>
                  </a:lnTo>
                  <a:lnTo>
                    <a:pt x="1203441" y="4917188"/>
                  </a:lnTo>
                  <a:lnTo>
                    <a:pt x="1203534" y="4917188"/>
                  </a:lnTo>
                  <a:lnTo>
                    <a:pt x="1203627" y="4917188"/>
                  </a:lnTo>
                  <a:lnTo>
                    <a:pt x="1203907" y="4917188"/>
                  </a:lnTo>
                  <a:lnTo>
                    <a:pt x="1204093" y="4917188"/>
                  </a:lnTo>
                  <a:lnTo>
                    <a:pt x="1204280" y="4917188"/>
                  </a:lnTo>
                  <a:lnTo>
                    <a:pt x="1204373" y="4917188"/>
                  </a:lnTo>
                  <a:lnTo>
                    <a:pt x="1204466" y="4917188"/>
                  </a:lnTo>
                  <a:lnTo>
                    <a:pt x="1204560" y="4917188"/>
                  </a:lnTo>
                  <a:lnTo>
                    <a:pt x="1204839" y="4917188"/>
                  </a:lnTo>
                  <a:lnTo>
                    <a:pt x="1204933" y="4917188"/>
                  </a:lnTo>
                  <a:lnTo>
                    <a:pt x="1205399" y="4907234"/>
                  </a:lnTo>
                  <a:lnTo>
                    <a:pt x="1205679" y="4907234"/>
                  </a:lnTo>
                  <a:lnTo>
                    <a:pt x="1205865" y="4907234"/>
                  </a:lnTo>
                  <a:lnTo>
                    <a:pt x="1205958" y="4907234"/>
                  </a:lnTo>
                  <a:lnTo>
                    <a:pt x="1206145" y="4907234"/>
                  </a:lnTo>
                  <a:lnTo>
                    <a:pt x="1206238" y="4907234"/>
                  </a:lnTo>
                  <a:lnTo>
                    <a:pt x="1206331" y="4907234"/>
                  </a:lnTo>
                  <a:lnTo>
                    <a:pt x="1206425" y="4907234"/>
                  </a:lnTo>
                  <a:lnTo>
                    <a:pt x="1206518" y="4907234"/>
                  </a:lnTo>
                  <a:lnTo>
                    <a:pt x="1206611" y="4907234"/>
                  </a:lnTo>
                  <a:lnTo>
                    <a:pt x="1206704" y="4907234"/>
                  </a:lnTo>
                  <a:lnTo>
                    <a:pt x="1206798" y="4907234"/>
                  </a:lnTo>
                  <a:lnTo>
                    <a:pt x="1206891" y="4907234"/>
                  </a:lnTo>
                  <a:lnTo>
                    <a:pt x="1206984" y="4907234"/>
                  </a:lnTo>
                  <a:lnTo>
                    <a:pt x="1207077" y="4907234"/>
                  </a:lnTo>
                  <a:lnTo>
                    <a:pt x="1207171" y="4907234"/>
                  </a:lnTo>
                  <a:lnTo>
                    <a:pt x="1207357" y="4907234"/>
                  </a:lnTo>
                  <a:lnTo>
                    <a:pt x="1207637" y="4907234"/>
                  </a:lnTo>
                  <a:lnTo>
                    <a:pt x="1207730" y="4907234"/>
                  </a:lnTo>
                  <a:lnTo>
                    <a:pt x="1207823" y="4907234"/>
                  </a:lnTo>
                  <a:lnTo>
                    <a:pt x="1207916" y="4907234"/>
                  </a:lnTo>
                  <a:lnTo>
                    <a:pt x="1208010" y="4907234"/>
                  </a:lnTo>
                  <a:lnTo>
                    <a:pt x="1208103" y="4907234"/>
                  </a:lnTo>
                  <a:lnTo>
                    <a:pt x="1208196" y="4907234"/>
                  </a:lnTo>
                  <a:lnTo>
                    <a:pt x="1208569" y="4907234"/>
                  </a:lnTo>
                  <a:lnTo>
                    <a:pt x="1208662" y="4907234"/>
                  </a:lnTo>
                  <a:lnTo>
                    <a:pt x="1208942" y="4907234"/>
                  </a:lnTo>
                  <a:lnTo>
                    <a:pt x="1209035" y="4907234"/>
                  </a:lnTo>
                  <a:lnTo>
                    <a:pt x="1209222" y="4907234"/>
                  </a:lnTo>
                  <a:lnTo>
                    <a:pt x="1209315" y="4907234"/>
                  </a:lnTo>
                  <a:lnTo>
                    <a:pt x="1209408" y="4907234"/>
                  </a:lnTo>
                  <a:lnTo>
                    <a:pt x="1209595" y="4907234"/>
                  </a:lnTo>
                  <a:lnTo>
                    <a:pt x="1209688" y="4907234"/>
                  </a:lnTo>
                  <a:lnTo>
                    <a:pt x="1211087" y="4897280"/>
                  </a:lnTo>
                  <a:lnTo>
                    <a:pt x="1211180" y="4897280"/>
                  </a:lnTo>
                  <a:lnTo>
                    <a:pt x="1211273" y="4897280"/>
                  </a:lnTo>
                  <a:lnTo>
                    <a:pt x="1211367" y="4897280"/>
                  </a:lnTo>
                  <a:lnTo>
                    <a:pt x="1211553" y="4897280"/>
                  </a:lnTo>
                  <a:lnTo>
                    <a:pt x="1211646" y="4897280"/>
                  </a:lnTo>
                  <a:lnTo>
                    <a:pt x="1211740" y="4897280"/>
                  </a:lnTo>
                  <a:lnTo>
                    <a:pt x="1211926" y="4897280"/>
                  </a:lnTo>
                  <a:lnTo>
                    <a:pt x="1212206" y="4897280"/>
                  </a:lnTo>
                  <a:lnTo>
                    <a:pt x="1212299" y="4897280"/>
                  </a:lnTo>
                  <a:lnTo>
                    <a:pt x="1212765" y="4897280"/>
                  </a:lnTo>
                  <a:lnTo>
                    <a:pt x="1212952" y="4897280"/>
                  </a:lnTo>
                  <a:lnTo>
                    <a:pt x="1213232" y="4897280"/>
                  </a:lnTo>
                  <a:lnTo>
                    <a:pt x="1213325" y="4897280"/>
                  </a:lnTo>
                  <a:lnTo>
                    <a:pt x="1213418" y="4897280"/>
                  </a:lnTo>
                  <a:lnTo>
                    <a:pt x="1213698" y="4897280"/>
                  </a:lnTo>
                  <a:lnTo>
                    <a:pt x="1213791" y="4897280"/>
                  </a:lnTo>
                  <a:lnTo>
                    <a:pt x="1213884" y="4897280"/>
                  </a:lnTo>
                  <a:lnTo>
                    <a:pt x="1213978" y="4897280"/>
                  </a:lnTo>
                  <a:lnTo>
                    <a:pt x="1214071" y="4897280"/>
                  </a:lnTo>
                  <a:lnTo>
                    <a:pt x="1214164" y="4897280"/>
                  </a:lnTo>
                  <a:lnTo>
                    <a:pt x="1214257" y="4897280"/>
                  </a:lnTo>
                  <a:lnTo>
                    <a:pt x="1214350" y="4897280"/>
                  </a:lnTo>
                  <a:lnTo>
                    <a:pt x="1214444" y="4897280"/>
                  </a:lnTo>
                  <a:lnTo>
                    <a:pt x="1214723" y="4897280"/>
                  </a:lnTo>
                  <a:lnTo>
                    <a:pt x="1214817" y="4897280"/>
                  </a:lnTo>
                  <a:lnTo>
                    <a:pt x="1214910" y="4897280"/>
                  </a:lnTo>
                  <a:lnTo>
                    <a:pt x="1215003" y="4897280"/>
                  </a:lnTo>
                  <a:lnTo>
                    <a:pt x="1215096" y="4897280"/>
                  </a:lnTo>
                  <a:lnTo>
                    <a:pt x="1215283" y="4897280"/>
                  </a:lnTo>
                  <a:lnTo>
                    <a:pt x="1215376" y="4897280"/>
                  </a:lnTo>
                  <a:lnTo>
                    <a:pt x="1215469" y="4887326"/>
                  </a:lnTo>
                  <a:lnTo>
                    <a:pt x="1215656" y="4887326"/>
                  </a:lnTo>
                  <a:lnTo>
                    <a:pt x="1215749" y="4887326"/>
                  </a:lnTo>
                  <a:lnTo>
                    <a:pt x="1215842" y="4887326"/>
                  </a:lnTo>
                  <a:lnTo>
                    <a:pt x="1215936" y="4887326"/>
                  </a:lnTo>
                  <a:lnTo>
                    <a:pt x="1216029" y="4887326"/>
                  </a:lnTo>
                  <a:lnTo>
                    <a:pt x="1216215" y="4887326"/>
                  </a:lnTo>
                  <a:lnTo>
                    <a:pt x="1216309" y="4887326"/>
                  </a:lnTo>
                  <a:lnTo>
                    <a:pt x="1216682" y="4887326"/>
                  </a:lnTo>
                  <a:lnTo>
                    <a:pt x="1216868" y="4887326"/>
                  </a:lnTo>
                  <a:lnTo>
                    <a:pt x="1216961" y="4887326"/>
                  </a:lnTo>
                  <a:lnTo>
                    <a:pt x="1217241" y="4887326"/>
                  </a:lnTo>
                  <a:lnTo>
                    <a:pt x="1217614" y="4887326"/>
                  </a:lnTo>
                  <a:lnTo>
                    <a:pt x="1217801" y="4887326"/>
                  </a:lnTo>
                  <a:lnTo>
                    <a:pt x="1217987" y="4887326"/>
                  </a:lnTo>
                  <a:lnTo>
                    <a:pt x="1218174" y="4887326"/>
                  </a:lnTo>
                  <a:lnTo>
                    <a:pt x="1218267" y="4887326"/>
                  </a:lnTo>
                  <a:lnTo>
                    <a:pt x="1218360" y="4887326"/>
                  </a:lnTo>
                  <a:lnTo>
                    <a:pt x="1218453" y="4887326"/>
                  </a:lnTo>
                  <a:lnTo>
                    <a:pt x="1218640" y="4887326"/>
                  </a:lnTo>
                  <a:lnTo>
                    <a:pt x="1218920" y="4887326"/>
                  </a:lnTo>
                  <a:lnTo>
                    <a:pt x="1219106" y="4887326"/>
                  </a:lnTo>
                  <a:lnTo>
                    <a:pt x="1219199" y="4887326"/>
                  </a:lnTo>
                  <a:lnTo>
                    <a:pt x="1219293" y="4887326"/>
                  </a:lnTo>
                  <a:lnTo>
                    <a:pt x="1219386" y="4887326"/>
                  </a:lnTo>
                  <a:lnTo>
                    <a:pt x="1219759" y="4887326"/>
                  </a:lnTo>
                  <a:lnTo>
                    <a:pt x="1219852" y="4887326"/>
                  </a:lnTo>
                  <a:lnTo>
                    <a:pt x="1220039" y="4887326"/>
                  </a:lnTo>
                  <a:lnTo>
                    <a:pt x="1220132" y="4887326"/>
                  </a:lnTo>
                  <a:lnTo>
                    <a:pt x="1220225" y="4887326"/>
                  </a:lnTo>
                  <a:lnTo>
                    <a:pt x="1220318" y="4887326"/>
                  </a:lnTo>
                  <a:lnTo>
                    <a:pt x="1220598" y="4887326"/>
                  </a:lnTo>
                  <a:lnTo>
                    <a:pt x="1221064" y="4887326"/>
                  </a:lnTo>
                  <a:lnTo>
                    <a:pt x="1221157" y="4887326"/>
                  </a:lnTo>
                  <a:lnTo>
                    <a:pt x="1221251" y="4887326"/>
                  </a:lnTo>
                  <a:lnTo>
                    <a:pt x="1221344" y="4887326"/>
                  </a:lnTo>
                  <a:lnTo>
                    <a:pt x="1221437" y="4887326"/>
                  </a:lnTo>
                  <a:lnTo>
                    <a:pt x="1221624" y="4887326"/>
                  </a:lnTo>
                  <a:lnTo>
                    <a:pt x="1222090" y="4887326"/>
                  </a:lnTo>
                  <a:lnTo>
                    <a:pt x="1222183" y="4887326"/>
                  </a:lnTo>
                  <a:lnTo>
                    <a:pt x="1222370" y="4887326"/>
                  </a:lnTo>
                  <a:lnTo>
                    <a:pt x="1222463" y="4887326"/>
                  </a:lnTo>
                  <a:lnTo>
                    <a:pt x="1222649" y="4887326"/>
                  </a:lnTo>
                  <a:lnTo>
                    <a:pt x="1222743" y="4887326"/>
                  </a:lnTo>
                  <a:lnTo>
                    <a:pt x="1222929" y="4887326"/>
                  </a:lnTo>
                  <a:lnTo>
                    <a:pt x="1223022" y="4887326"/>
                  </a:lnTo>
                  <a:lnTo>
                    <a:pt x="1223116" y="4887326"/>
                  </a:lnTo>
                  <a:lnTo>
                    <a:pt x="1223116" y="4877373"/>
                  </a:lnTo>
                  <a:lnTo>
                    <a:pt x="1223768" y="4877373"/>
                  </a:lnTo>
                  <a:lnTo>
                    <a:pt x="1223862" y="4877373"/>
                  </a:lnTo>
                  <a:lnTo>
                    <a:pt x="1223955" y="4877373"/>
                  </a:lnTo>
                  <a:lnTo>
                    <a:pt x="1224328" y="4877373"/>
                  </a:lnTo>
                  <a:lnTo>
                    <a:pt x="1224608" y="4877373"/>
                  </a:lnTo>
                  <a:lnTo>
                    <a:pt x="1224701" y="4877373"/>
                  </a:lnTo>
                  <a:lnTo>
                    <a:pt x="1224887" y="4877373"/>
                  </a:lnTo>
                  <a:lnTo>
                    <a:pt x="1225074" y="4877373"/>
                  </a:lnTo>
                  <a:lnTo>
                    <a:pt x="1225167" y="4877373"/>
                  </a:lnTo>
                  <a:lnTo>
                    <a:pt x="1225447" y="4877373"/>
                  </a:lnTo>
                  <a:lnTo>
                    <a:pt x="1225633" y="4877373"/>
                  </a:lnTo>
                  <a:lnTo>
                    <a:pt x="1225820" y="4877373"/>
                  </a:lnTo>
                  <a:lnTo>
                    <a:pt x="1225913" y="4877373"/>
                  </a:lnTo>
                  <a:lnTo>
                    <a:pt x="1226006" y="4877373"/>
                  </a:lnTo>
                  <a:lnTo>
                    <a:pt x="1226379" y="4877373"/>
                  </a:lnTo>
                  <a:lnTo>
                    <a:pt x="1226473" y="4877373"/>
                  </a:lnTo>
                  <a:lnTo>
                    <a:pt x="1226566" y="4877373"/>
                  </a:lnTo>
                  <a:lnTo>
                    <a:pt x="1226659" y="4877373"/>
                  </a:lnTo>
                  <a:lnTo>
                    <a:pt x="1227032" y="4877373"/>
                  </a:lnTo>
                  <a:lnTo>
                    <a:pt x="1227125" y="4877373"/>
                  </a:lnTo>
                  <a:lnTo>
                    <a:pt x="1227312" y="4877373"/>
                  </a:lnTo>
                  <a:lnTo>
                    <a:pt x="1227405" y="4877373"/>
                  </a:lnTo>
                  <a:lnTo>
                    <a:pt x="1227498" y="4877373"/>
                  </a:lnTo>
                  <a:lnTo>
                    <a:pt x="1227592" y="4877373"/>
                  </a:lnTo>
                  <a:lnTo>
                    <a:pt x="1227685" y="4877373"/>
                  </a:lnTo>
                  <a:lnTo>
                    <a:pt x="1227778" y="4877373"/>
                  </a:lnTo>
                  <a:lnTo>
                    <a:pt x="1227965" y="4877373"/>
                  </a:lnTo>
                  <a:lnTo>
                    <a:pt x="1228151" y="4877373"/>
                  </a:lnTo>
                  <a:lnTo>
                    <a:pt x="1228990" y="4877373"/>
                  </a:lnTo>
                  <a:lnTo>
                    <a:pt x="1229177" y="4877373"/>
                  </a:lnTo>
                  <a:lnTo>
                    <a:pt x="1229270" y="4877373"/>
                  </a:lnTo>
                  <a:lnTo>
                    <a:pt x="1229456" y="4877373"/>
                  </a:lnTo>
                  <a:lnTo>
                    <a:pt x="1229550" y="4877373"/>
                  </a:lnTo>
                  <a:lnTo>
                    <a:pt x="1229736" y="4877373"/>
                  </a:lnTo>
                  <a:lnTo>
                    <a:pt x="1230016" y="4877373"/>
                  </a:lnTo>
                  <a:lnTo>
                    <a:pt x="1230109" y="4877373"/>
                  </a:lnTo>
                  <a:lnTo>
                    <a:pt x="1230389" y="4877373"/>
                  </a:lnTo>
                  <a:lnTo>
                    <a:pt x="1230575" y="4877373"/>
                  </a:lnTo>
                  <a:lnTo>
                    <a:pt x="1230948" y="4877373"/>
                  </a:lnTo>
                  <a:lnTo>
                    <a:pt x="1231042" y="4877373"/>
                  </a:lnTo>
                  <a:lnTo>
                    <a:pt x="1231228" y="4877373"/>
                  </a:lnTo>
                  <a:lnTo>
                    <a:pt x="1231508" y="4877373"/>
                  </a:lnTo>
                  <a:lnTo>
                    <a:pt x="1231601" y="4877373"/>
                  </a:lnTo>
                  <a:lnTo>
                    <a:pt x="1231694" y="4877373"/>
                  </a:lnTo>
                  <a:lnTo>
                    <a:pt x="1231881" y="4877373"/>
                  </a:lnTo>
                  <a:lnTo>
                    <a:pt x="1231974" y="4877373"/>
                  </a:lnTo>
                  <a:lnTo>
                    <a:pt x="1232067" y="4877373"/>
                  </a:lnTo>
                  <a:lnTo>
                    <a:pt x="1232254" y="4877373"/>
                  </a:lnTo>
                  <a:lnTo>
                    <a:pt x="1232440" y="4877373"/>
                  </a:lnTo>
                  <a:lnTo>
                    <a:pt x="1232534" y="4877373"/>
                  </a:lnTo>
                  <a:lnTo>
                    <a:pt x="1232627" y="4877373"/>
                  </a:lnTo>
                  <a:lnTo>
                    <a:pt x="1232813" y="4877373"/>
                  </a:lnTo>
                  <a:lnTo>
                    <a:pt x="1232907" y="4877373"/>
                  </a:lnTo>
                  <a:lnTo>
                    <a:pt x="1233000" y="4877373"/>
                  </a:lnTo>
                  <a:lnTo>
                    <a:pt x="1233093" y="4877373"/>
                  </a:lnTo>
                  <a:lnTo>
                    <a:pt x="1233093" y="4867419"/>
                  </a:lnTo>
                  <a:lnTo>
                    <a:pt x="1233186" y="4867419"/>
                  </a:lnTo>
                  <a:lnTo>
                    <a:pt x="1233466" y="4867419"/>
                  </a:lnTo>
                  <a:lnTo>
                    <a:pt x="1233746" y="4867419"/>
                  </a:lnTo>
                  <a:lnTo>
                    <a:pt x="1233839" y="4867419"/>
                  </a:lnTo>
                  <a:lnTo>
                    <a:pt x="1234212" y="4867419"/>
                  </a:lnTo>
                  <a:lnTo>
                    <a:pt x="1234305" y="4867419"/>
                  </a:lnTo>
                  <a:lnTo>
                    <a:pt x="1234305" y="4857465"/>
                  </a:lnTo>
                  <a:lnTo>
                    <a:pt x="1234399" y="4857465"/>
                  </a:lnTo>
                  <a:lnTo>
                    <a:pt x="1234492" y="4857465"/>
                  </a:lnTo>
                  <a:lnTo>
                    <a:pt x="1234585" y="4857465"/>
                  </a:lnTo>
                  <a:lnTo>
                    <a:pt x="1234678" y="4857465"/>
                  </a:lnTo>
                  <a:lnTo>
                    <a:pt x="1235051" y="4857465"/>
                  </a:lnTo>
                  <a:lnTo>
                    <a:pt x="1235144" y="4857465"/>
                  </a:lnTo>
                  <a:lnTo>
                    <a:pt x="1235517" y="4857465"/>
                  </a:lnTo>
                  <a:lnTo>
                    <a:pt x="1235611" y="4857465"/>
                  </a:lnTo>
                  <a:lnTo>
                    <a:pt x="1235704" y="4857465"/>
                  </a:lnTo>
                  <a:lnTo>
                    <a:pt x="1235797" y="4857465"/>
                  </a:lnTo>
                  <a:lnTo>
                    <a:pt x="1235890" y="4857465"/>
                  </a:lnTo>
                  <a:lnTo>
                    <a:pt x="1235984" y="4857465"/>
                  </a:lnTo>
                  <a:lnTo>
                    <a:pt x="1236450" y="4857465"/>
                  </a:lnTo>
                  <a:lnTo>
                    <a:pt x="1236636" y="4857465"/>
                  </a:lnTo>
                  <a:lnTo>
                    <a:pt x="1236730" y="4857465"/>
                  </a:lnTo>
                  <a:lnTo>
                    <a:pt x="1237196" y="4857465"/>
                  </a:lnTo>
                  <a:lnTo>
                    <a:pt x="1237289" y="4857465"/>
                  </a:lnTo>
                  <a:lnTo>
                    <a:pt x="1237662" y="4857465"/>
                  </a:lnTo>
                  <a:lnTo>
                    <a:pt x="1237849" y="4857465"/>
                  </a:lnTo>
                  <a:lnTo>
                    <a:pt x="1237942" y="4857465"/>
                  </a:lnTo>
                  <a:lnTo>
                    <a:pt x="1238035" y="4857465"/>
                  </a:lnTo>
                  <a:lnTo>
                    <a:pt x="1238222" y="4857465"/>
                  </a:lnTo>
                  <a:lnTo>
                    <a:pt x="1238315" y="4857465"/>
                  </a:lnTo>
                  <a:lnTo>
                    <a:pt x="1238408" y="4857465"/>
                  </a:lnTo>
                  <a:lnTo>
                    <a:pt x="1238501" y="4857465"/>
                  </a:lnTo>
                  <a:lnTo>
                    <a:pt x="1238595" y="4857465"/>
                  </a:lnTo>
                  <a:lnTo>
                    <a:pt x="1238688" y="4857465"/>
                  </a:lnTo>
                  <a:lnTo>
                    <a:pt x="1238781" y="4857465"/>
                  </a:lnTo>
                  <a:lnTo>
                    <a:pt x="1238874" y="4857465"/>
                  </a:lnTo>
                  <a:lnTo>
                    <a:pt x="1239154" y="4857465"/>
                  </a:lnTo>
                  <a:lnTo>
                    <a:pt x="1239247" y="4857465"/>
                  </a:lnTo>
                  <a:lnTo>
                    <a:pt x="1239341" y="4857465"/>
                  </a:lnTo>
                  <a:lnTo>
                    <a:pt x="1239527" y="4857465"/>
                  </a:lnTo>
                  <a:lnTo>
                    <a:pt x="1239620" y="4857465"/>
                  </a:lnTo>
                  <a:lnTo>
                    <a:pt x="1239714" y="4847511"/>
                  </a:lnTo>
                  <a:lnTo>
                    <a:pt x="1239807" y="4847511"/>
                  </a:lnTo>
                  <a:lnTo>
                    <a:pt x="1239900" y="4847511"/>
                  </a:lnTo>
                  <a:lnTo>
                    <a:pt x="1239993" y="4847511"/>
                  </a:lnTo>
                  <a:lnTo>
                    <a:pt x="1240087" y="4847511"/>
                  </a:lnTo>
                  <a:lnTo>
                    <a:pt x="1240180" y="4847511"/>
                  </a:lnTo>
                  <a:lnTo>
                    <a:pt x="1240273" y="4847511"/>
                  </a:lnTo>
                  <a:lnTo>
                    <a:pt x="1241112" y="4847511"/>
                  </a:lnTo>
                  <a:lnTo>
                    <a:pt x="1241206" y="4847511"/>
                  </a:lnTo>
                  <a:lnTo>
                    <a:pt x="1241485" y="4847511"/>
                  </a:lnTo>
                  <a:lnTo>
                    <a:pt x="1241579" y="4847511"/>
                  </a:lnTo>
                  <a:lnTo>
                    <a:pt x="1241672" y="4847511"/>
                  </a:lnTo>
                  <a:lnTo>
                    <a:pt x="1241765" y="4847511"/>
                  </a:lnTo>
                  <a:lnTo>
                    <a:pt x="1241858" y="4847511"/>
                  </a:lnTo>
                  <a:lnTo>
                    <a:pt x="1241951" y="4847511"/>
                  </a:lnTo>
                  <a:lnTo>
                    <a:pt x="1242604" y="4847511"/>
                  </a:lnTo>
                  <a:lnTo>
                    <a:pt x="1242791" y="4847511"/>
                  </a:lnTo>
                  <a:lnTo>
                    <a:pt x="1242884" y="4847511"/>
                  </a:lnTo>
                  <a:lnTo>
                    <a:pt x="1243070" y="4847511"/>
                  </a:lnTo>
                  <a:lnTo>
                    <a:pt x="1243164" y="4847511"/>
                  </a:lnTo>
                  <a:lnTo>
                    <a:pt x="1243257" y="4847511"/>
                  </a:lnTo>
                  <a:lnTo>
                    <a:pt x="1243723" y="4847511"/>
                  </a:lnTo>
                  <a:lnTo>
                    <a:pt x="1243816" y="4847511"/>
                  </a:lnTo>
                  <a:lnTo>
                    <a:pt x="1244003" y="4847511"/>
                  </a:lnTo>
                  <a:lnTo>
                    <a:pt x="1244376" y="4847511"/>
                  </a:lnTo>
                  <a:lnTo>
                    <a:pt x="1244656" y="4847511"/>
                  </a:lnTo>
                  <a:lnTo>
                    <a:pt x="1244842" y="4847511"/>
                  </a:lnTo>
                  <a:lnTo>
                    <a:pt x="1244935" y="4847511"/>
                  </a:lnTo>
                  <a:lnTo>
                    <a:pt x="1245215" y="4847511"/>
                  </a:lnTo>
                  <a:lnTo>
                    <a:pt x="1245308" y="4847511"/>
                  </a:lnTo>
                  <a:lnTo>
                    <a:pt x="1245402" y="4847511"/>
                  </a:lnTo>
                  <a:lnTo>
                    <a:pt x="1245495" y="4847511"/>
                  </a:lnTo>
                  <a:lnTo>
                    <a:pt x="1245588" y="4847511"/>
                  </a:lnTo>
                  <a:lnTo>
                    <a:pt x="1245681" y="4847511"/>
                  </a:lnTo>
                  <a:lnTo>
                    <a:pt x="1245775" y="4847511"/>
                  </a:lnTo>
                  <a:lnTo>
                    <a:pt x="1246054" y="4847511"/>
                  </a:lnTo>
                  <a:lnTo>
                    <a:pt x="1246148" y="4847511"/>
                  </a:lnTo>
                  <a:lnTo>
                    <a:pt x="1246241" y="4847511"/>
                  </a:lnTo>
                  <a:lnTo>
                    <a:pt x="1246427" y="4847511"/>
                  </a:lnTo>
                  <a:lnTo>
                    <a:pt x="1246707" y="4847511"/>
                  </a:lnTo>
                  <a:lnTo>
                    <a:pt x="1246894" y="4847511"/>
                  </a:lnTo>
                  <a:lnTo>
                    <a:pt x="1247080" y="4847511"/>
                  </a:lnTo>
                  <a:lnTo>
                    <a:pt x="1247173" y="4847511"/>
                  </a:lnTo>
                  <a:lnTo>
                    <a:pt x="1247360" y="4837557"/>
                  </a:lnTo>
                  <a:lnTo>
                    <a:pt x="1247453" y="4837557"/>
                  </a:lnTo>
                  <a:lnTo>
                    <a:pt x="1247546" y="4837557"/>
                  </a:lnTo>
                  <a:lnTo>
                    <a:pt x="1247826" y="4837557"/>
                  </a:lnTo>
                  <a:lnTo>
                    <a:pt x="1248106" y="4837557"/>
                  </a:lnTo>
                  <a:lnTo>
                    <a:pt x="1248199" y="4837557"/>
                  </a:lnTo>
                  <a:lnTo>
                    <a:pt x="1248292" y="4837557"/>
                  </a:lnTo>
                  <a:lnTo>
                    <a:pt x="1248386" y="4837557"/>
                  </a:lnTo>
                  <a:lnTo>
                    <a:pt x="1248665" y="4837557"/>
                  </a:lnTo>
                  <a:lnTo>
                    <a:pt x="1248759" y="4837557"/>
                  </a:lnTo>
                  <a:lnTo>
                    <a:pt x="1249038" y="4837557"/>
                  </a:lnTo>
                  <a:lnTo>
                    <a:pt x="1249225" y="4837557"/>
                  </a:lnTo>
                  <a:lnTo>
                    <a:pt x="1249318" y="4837557"/>
                  </a:lnTo>
                  <a:lnTo>
                    <a:pt x="1249411" y="4837557"/>
                  </a:lnTo>
                  <a:lnTo>
                    <a:pt x="1249784" y="4837557"/>
                  </a:lnTo>
                  <a:lnTo>
                    <a:pt x="1249877" y="4837557"/>
                  </a:lnTo>
                  <a:lnTo>
                    <a:pt x="1249971" y="4837557"/>
                  </a:lnTo>
                  <a:lnTo>
                    <a:pt x="1250157" y="4837557"/>
                  </a:lnTo>
                  <a:lnTo>
                    <a:pt x="1250250" y="4837557"/>
                  </a:lnTo>
                  <a:lnTo>
                    <a:pt x="1250903" y="4837557"/>
                  </a:lnTo>
                  <a:lnTo>
                    <a:pt x="1250996" y="4837557"/>
                  </a:lnTo>
                  <a:lnTo>
                    <a:pt x="1251090" y="4837557"/>
                  </a:lnTo>
                  <a:lnTo>
                    <a:pt x="1251183" y="4837557"/>
                  </a:lnTo>
                  <a:lnTo>
                    <a:pt x="1251369" y="4837557"/>
                  </a:lnTo>
                  <a:lnTo>
                    <a:pt x="1251463" y="4837557"/>
                  </a:lnTo>
                  <a:lnTo>
                    <a:pt x="1251742" y="4837557"/>
                  </a:lnTo>
                  <a:lnTo>
                    <a:pt x="1251836" y="4837557"/>
                  </a:lnTo>
                  <a:lnTo>
                    <a:pt x="1251929" y="4837557"/>
                  </a:lnTo>
                  <a:lnTo>
                    <a:pt x="1252022" y="4837557"/>
                  </a:lnTo>
                  <a:lnTo>
                    <a:pt x="1252209" y="4837557"/>
                  </a:lnTo>
                  <a:lnTo>
                    <a:pt x="1252302" y="4837557"/>
                  </a:lnTo>
                  <a:lnTo>
                    <a:pt x="1252488" y="4837557"/>
                  </a:lnTo>
                  <a:lnTo>
                    <a:pt x="1252582" y="4837557"/>
                  </a:lnTo>
                  <a:lnTo>
                    <a:pt x="1252861" y="4837557"/>
                  </a:lnTo>
                  <a:lnTo>
                    <a:pt x="1252955" y="4837557"/>
                  </a:lnTo>
                  <a:lnTo>
                    <a:pt x="1253048" y="4837557"/>
                  </a:lnTo>
                  <a:lnTo>
                    <a:pt x="1253141" y="4837557"/>
                  </a:lnTo>
                  <a:lnTo>
                    <a:pt x="1253234" y="4837557"/>
                  </a:lnTo>
                  <a:lnTo>
                    <a:pt x="1253328" y="4837557"/>
                  </a:lnTo>
                  <a:lnTo>
                    <a:pt x="1253607" y="4837557"/>
                  </a:lnTo>
                  <a:lnTo>
                    <a:pt x="1253701" y="4837557"/>
                  </a:lnTo>
                  <a:lnTo>
                    <a:pt x="1253794" y="4837557"/>
                  </a:lnTo>
                  <a:lnTo>
                    <a:pt x="1254074" y="4837557"/>
                  </a:lnTo>
                  <a:lnTo>
                    <a:pt x="1254167" y="4837557"/>
                  </a:lnTo>
                  <a:lnTo>
                    <a:pt x="1254260" y="4837557"/>
                  </a:lnTo>
                  <a:lnTo>
                    <a:pt x="1254353" y="4837557"/>
                  </a:lnTo>
                  <a:lnTo>
                    <a:pt x="1254447" y="4837557"/>
                  </a:lnTo>
                  <a:lnTo>
                    <a:pt x="1254820" y="4837557"/>
                  </a:lnTo>
                  <a:lnTo>
                    <a:pt x="1255006" y="4837557"/>
                  </a:lnTo>
                  <a:lnTo>
                    <a:pt x="1255099" y="4837557"/>
                  </a:lnTo>
                  <a:lnTo>
                    <a:pt x="1255379" y="4837557"/>
                  </a:lnTo>
                  <a:lnTo>
                    <a:pt x="1255472" y="4837557"/>
                  </a:lnTo>
                  <a:lnTo>
                    <a:pt x="1255659" y="4837557"/>
                  </a:lnTo>
                  <a:lnTo>
                    <a:pt x="1255938" y="4837557"/>
                  </a:lnTo>
                  <a:lnTo>
                    <a:pt x="1256125" y="4837557"/>
                  </a:lnTo>
                  <a:lnTo>
                    <a:pt x="1256218" y="4837557"/>
                  </a:lnTo>
                  <a:lnTo>
                    <a:pt x="1256405" y="4837557"/>
                  </a:lnTo>
                  <a:lnTo>
                    <a:pt x="1256684" y="4837557"/>
                  </a:lnTo>
                  <a:lnTo>
                    <a:pt x="1256871" y="4837557"/>
                  </a:lnTo>
                  <a:lnTo>
                    <a:pt x="1256964" y="4837557"/>
                  </a:lnTo>
                  <a:lnTo>
                    <a:pt x="1257057" y="4837557"/>
                  </a:lnTo>
                  <a:lnTo>
                    <a:pt x="1257337" y="4837557"/>
                  </a:lnTo>
                  <a:lnTo>
                    <a:pt x="1257430" y="4837557"/>
                  </a:lnTo>
                  <a:lnTo>
                    <a:pt x="1257803" y="4837557"/>
                  </a:lnTo>
                  <a:lnTo>
                    <a:pt x="1257990" y="4837557"/>
                  </a:lnTo>
                  <a:lnTo>
                    <a:pt x="1258083" y="4837557"/>
                  </a:lnTo>
                  <a:lnTo>
                    <a:pt x="1258176" y="4837557"/>
                  </a:lnTo>
                  <a:lnTo>
                    <a:pt x="1258270" y="4837557"/>
                  </a:lnTo>
                  <a:lnTo>
                    <a:pt x="1258643" y="4837557"/>
                  </a:lnTo>
                  <a:lnTo>
                    <a:pt x="1259016" y="4837557"/>
                  </a:lnTo>
                  <a:lnTo>
                    <a:pt x="1259109" y="4837557"/>
                  </a:lnTo>
                  <a:lnTo>
                    <a:pt x="1259295" y="4837557"/>
                  </a:lnTo>
                  <a:lnTo>
                    <a:pt x="1259575" y="4837557"/>
                  </a:lnTo>
                  <a:lnTo>
                    <a:pt x="1259668" y="4837557"/>
                  </a:lnTo>
                  <a:lnTo>
                    <a:pt x="1260041" y="4837557"/>
                  </a:lnTo>
                  <a:lnTo>
                    <a:pt x="1260135" y="4837557"/>
                  </a:lnTo>
                  <a:lnTo>
                    <a:pt x="1260228" y="4837557"/>
                  </a:lnTo>
                  <a:lnTo>
                    <a:pt x="1260321" y="4837557"/>
                  </a:lnTo>
                  <a:lnTo>
                    <a:pt x="1260414" y="4837557"/>
                  </a:lnTo>
                  <a:lnTo>
                    <a:pt x="1260601" y="4837557"/>
                  </a:lnTo>
                  <a:lnTo>
                    <a:pt x="1260881" y="4837557"/>
                  </a:lnTo>
                  <a:lnTo>
                    <a:pt x="1260974" y="4837557"/>
                  </a:lnTo>
                  <a:lnTo>
                    <a:pt x="1261067" y="4837557"/>
                  </a:lnTo>
                  <a:lnTo>
                    <a:pt x="1261160" y="4837557"/>
                  </a:lnTo>
                  <a:lnTo>
                    <a:pt x="1261254" y="4837557"/>
                  </a:lnTo>
                  <a:lnTo>
                    <a:pt x="1261440" y="4837557"/>
                  </a:lnTo>
                  <a:lnTo>
                    <a:pt x="1261533" y="4837557"/>
                  </a:lnTo>
                  <a:lnTo>
                    <a:pt x="1261906" y="4837557"/>
                  </a:lnTo>
                  <a:lnTo>
                    <a:pt x="1262093" y="4837557"/>
                  </a:lnTo>
                  <a:lnTo>
                    <a:pt x="1262373" y="4837557"/>
                  </a:lnTo>
                  <a:lnTo>
                    <a:pt x="1262466" y="4837557"/>
                  </a:lnTo>
                  <a:lnTo>
                    <a:pt x="1262652" y="4837557"/>
                  </a:lnTo>
                  <a:lnTo>
                    <a:pt x="1262839" y="4837557"/>
                  </a:lnTo>
                  <a:lnTo>
                    <a:pt x="1262932" y="4837557"/>
                  </a:lnTo>
                  <a:lnTo>
                    <a:pt x="1263118" y="4837557"/>
                  </a:lnTo>
                  <a:lnTo>
                    <a:pt x="1263305" y="4837557"/>
                  </a:lnTo>
                  <a:lnTo>
                    <a:pt x="1263398" y="4837557"/>
                  </a:lnTo>
                  <a:lnTo>
                    <a:pt x="1263585" y="4837557"/>
                  </a:lnTo>
                  <a:lnTo>
                    <a:pt x="1263771" y="4837557"/>
                  </a:lnTo>
                  <a:lnTo>
                    <a:pt x="1263864" y="4837557"/>
                  </a:lnTo>
                  <a:lnTo>
                    <a:pt x="1263958" y="4837557"/>
                  </a:lnTo>
                  <a:lnTo>
                    <a:pt x="1264051" y="4837557"/>
                  </a:lnTo>
                  <a:lnTo>
                    <a:pt x="1264144" y="4837557"/>
                  </a:lnTo>
                  <a:lnTo>
                    <a:pt x="1264237" y="4837557"/>
                  </a:lnTo>
                  <a:lnTo>
                    <a:pt x="1264797" y="4837557"/>
                  </a:lnTo>
                  <a:lnTo>
                    <a:pt x="1264890" y="4837557"/>
                  </a:lnTo>
                  <a:lnTo>
                    <a:pt x="1264983" y="4837557"/>
                  </a:lnTo>
                  <a:lnTo>
                    <a:pt x="1265077" y="4837557"/>
                  </a:lnTo>
                  <a:lnTo>
                    <a:pt x="1265170" y="4837557"/>
                  </a:lnTo>
                  <a:lnTo>
                    <a:pt x="1265263" y="4837557"/>
                  </a:lnTo>
                  <a:lnTo>
                    <a:pt x="1265356" y="4837557"/>
                  </a:lnTo>
                  <a:lnTo>
                    <a:pt x="1265450" y="4837557"/>
                  </a:lnTo>
                  <a:lnTo>
                    <a:pt x="1265543" y="4837557"/>
                  </a:lnTo>
                  <a:lnTo>
                    <a:pt x="1265636" y="4837557"/>
                  </a:lnTo>
                  <a:lnTo>
                    <a:pt x="1265823" y="4837557"/>
                  </a:lnTo>
                  <a:lnTo>
                    <a:pt x="1266009" y="4837557"/>
                  </a:lnTo>
                  <a:lnTo>
                    <a:pt x="1266102" y="4837557"/>
                  </a:lnTo>
                  <a:lnTo>
                    <a:pt x="1266196" y="4837557"/>
                  </a:lnTo>
                  <a:lnTo>
                    <a:pt x="1266289" y="4837557"/>
                  </a:lnTo>
                  <a:lnTo>
                    <a:pt x="1266755" y="4837557"/>
                  </a:lnTo>
                  <a:lnTo>
                    <a:pt x="1267035" y="4837557"/>
                  </a:lnTo>
                  <a:lnTo>
                    <a:pt x="1267315" y="4837557"/>
                  </a:lnTo>
                  <a:lnTo>
                    <a:pt x="1267594" y="4837557"/>
                  </a:lnTo>
                  <a:lnTo>
                    <a:pt x="1267688" y="4837557"/>
                  </a:lnTo>
                  <a:lnTo>
                    <a:pt x="1267781" y="4837557"/>
                  </a:lnTo>
                  <a:lnTo>
                    <a:pt x="1267967" y="4837557"/>
                  </a:lnTo>
                  <a:lnTo>
                    <a:pt x="1268061" y="4837557"/>
                  </a:lnTo>
                  <a:lnTo>
                    <a:pt x="1268154" y="4837557"/>
                  </a:lnTo>
                  <a:lnTo>
                    <a:pt x="1268247" y="4837557"/>
                  </a:lnTo>
                  <a:lnTo>
                    <a:pt x="1268527" y="4837557"/>
                  </a:lnTo>
                  <a:lnTo>
                    <a:pt x="1268620" y="4837557"/>
                  </a:lnTo>
                  <a:lnTo>
                    <a:pt x="1268993" y="4837557"/>
                  </a:lnTo>
                  <a:lnTo>
                    <a:pt x="1269273" y="4837557"/>
                  </a:lnTo>
                  <a:lnTo>
                    <a:pt x="1269366" y="4837557"/>
                  </a:lnTo>
                  <a:lnTo>
                    <a:pt x="1269553" y="4837557"/>
                  </a:lnTo>
                  <a:lnTo>
                    <a:pt x="1269646" y="4837557"/>
                  </a:lnTo>
                  <a:lnTo>
                    <a:pt x="1269832" y="4837557"/>
                  </a:lnTo>
                  <a:lnTo>
                    <a:pt x="1270019" y="4837557"/>
                  </a:lnTo>
                  <a:lnTo>
                    <a:pt x="1270112" y="4837557"/>
                  </a:lnTo>
                  <a:lnTo>
                    <a:pt x="1270298" y="4837557"/>
                  </a:lnTo>
                  <a:lnTo>
                    <a:pt x="1270671" y="4837557"/>
                  </a:lnTo>
                  <a:lnTo>
                    <a:pt x="1270765" y="4837557"/>
                  </a:lnTo>
                  <a:lnTo>
                    <a:pt x="1270951" y="4837557"/>
                  </a:lnTo>
                  <a:lnTo>
                    <a:pt x="1271044" y="4837557"/>
                  </a:lnTo>
                  <a:lnTo>
                    <a:pt x="1271231" y="4837557"/>
                  </a:lnTo>
                  <a:lnTo>
                    <a:pt x="1271324" y="4837557"/>
                  </a:lnTo>
                  <a:lnTo>
                    <a:pt x="1271417" y="4837557"/>
                  </a:lnTo>
                  <a:lnTo>
                    <a:pt x="1271697" y="4837557"/>
                  </a:lnTo>
                  <a:lnTo>
                    <a:pt x="1271790" y="4837557"/>
                  </a:lnTo>
                  <a:lnTo>
                    <a:pt x="1271884" y="4837557"/>
                  </a:lnTo>
                  <a:lnTo>
                    <a:pt x="1272163" y="4837557"/>
                  </a:lnTo>
                  <a:lnTo>
                    <a:pt x="1272257" y="4837557"/>
                  </a:lnTo>
                  <a:lnTo>
                    <a:pt x="1272350" y="4837557"/>
                  </a:lnTo>
                  <a:lnTo>
                    <a:pt x="1272443" y="4837557"/>
                  </a:lnTo>
                  <a:lnTo>
                    <a:pt x="1272536" y="4837557"/>
                  </a:lnTo>
                  <a:lnTo>
                    <a:pt x="1272723" y="4837557"/>
                  </a:lnTo>
                  <a:lnTo>
                    <a:pt x="1272816" y="4837557"/>
                  </a:lnTo>
                  <a:lnTo>
                    <a:pt x="1272909" y="4837557"/>
                  </a:lnTo>
                  <a:lnTo>
                    <a:pt x="1273003" y="4837557"/>
                  </a:lnTo>
                  <a:lnTo>
                    <a:pt x="1273282" y="4837557"/>
                  </a:lnTo>
                  <a:lnTo>
                    <a:pt x="1273376" y="4837557"/>
                  </a:lnTo>
                  <a:lnTo>
                    <a:pt x="1273469" y="4837557"/>
                  </a:lnTo>
                  <a:lnTo>
                    <a:pt x="1273562" y="4837557"/>
                  </a:lnTo>
                  <a:lnTo>
                    <a:pt x="1273655" y="4837557"/>
                  </a:lnTo>
                  <a:lnTo>
                    <a:pt x="1273749" y="4837557"/>
                  </a:lnTo>
                  <a:lnTo>
                    <a:pt x="1273842" y="4837557"/>
                  </a:lnTo>
                  <a:lnTo>
                    <a:pt x="1273935" y="4817650"/>
                  </a:lnTo>
                  <a:lnTo>
                    <a:pt x="1274028" y="4817650"/>
                  </a:lnTo>
                  <a:lnTo>
                    <a:pt x="1274122" y="4817650"/>
                  </a:lnTo>
                  <a:lnTo>
                    <a:pt x="1274215" y="4817650"/>
                  </a:lnTo>
                  <a:lnTo>
                    <a:pt x="1274401" y="4817650"/>
                  </a:lnTo>
                  <a:lnTo>
                    <a:pt x="1274495" y="4807696"/>
                  </a:lnTo>
                  <a:lnTo>
                    <a:pt x="1274681" y="4807696"/>
                  </a:lnTo>
                  <a:lnTo>
                    <a:pt x="1274774" y="4807696"/>
                  </a:lnTo>
                  <a:lnTo>
                    <a:pt x="1274961" y="4807696"/>
                  </a:lnTo>
                  <a:lnTo>
                    <a:pt x="1275241" y="4807696"/>
                  </a:lnTo>
                  <a:lnTo>
                    <a:pt x="1275707" y="4807696"/>
                  </a:lnTo>
                  <a:lnTo>
                    <a:pt x="1275893" y="4807696"/>
                  </a:lnTo>
                  <a:lnTo>
                    <a:pt x="1275987" y="4807696"/>
                  </a:lnTo>
                  <a:lnTo>
                    <a:pt x="1276173" y="4807696"/>
                  </a:lnTo>
                  <a:lnTo>
                    <a:pt x="1276266" y="4807696"/>
                  </a:lnTo>
                  <a:lnTo>
                    <a:pt x="1276639" y="4807696"/>
                  </a:lnTo>
                  <a:lnTo>
                    <a:pt x="1276732" y="4807696"/>
                  </a:lnTo>
                  <a:lnTo>
                    <a:pt x="1276826" y="4807696"/>
                  </a:lnTo>
                  <a:lnTo>
                    <a:pt x="1276919" y="4807696"/>
                  </a:lnTo>
                  <a:lnTo>
                    <a:pt x="1277105" y="4807696"/>
                  </a:lnTo>
                  <a:lnTo>
                    <a:pt x="1277292" y="4807696"/>
                  </a:lnTo>
                  <a:lnTo>
                    <a:pt x="1277385" y="4807696"/>
                  </a:lnTo>
                  <a:lnTo>
                    <a:pt x="1277478" y="4807696"/>
                  </a:lnTo>
                  <a:lnTo>
                    <a:pt x="1277572" y="4807696"/>
                  </a:lnTo>
                  <a:lnTo>
                    <a:pt x="1277758" y="4807696"/>
                  </a:lnTo>
                  <a:lnTo>
                    <a:pt x="1277851" y="4807696"/>
                  </a:lnTo>
                  <a:lnTo>
                    <a:pt x="1277945" y="4807696"/>
                  </a:lnTo>
                  <a:lnTo>
                    <a:pt x="1278038" y="4807696"/>
                  </a:lnTo>
                  <a:lnTo>
                    <a:pt x="1278318" y="4807696"/>
                  </a:lnTo>
                  <a:lnTo>
                    <a:pt x="1278318" y="4797742"/>
                  </a:lnTo>
                  <a:lnTo>
                    <a:pt x="1278411" y="4797742"/>
                  </a:lnTo>
                  <a:lnTo>
                    <a:pt x="1278597" y="4797742"/>
                  </a:lnTo>
                  <a:lnTo>
                    <a:pt x="1278784" y="4797742"/>
                  </a:lnTo>
                  <a:lnTo>
                    <a:pt x="1278877" y="4797742"/>
                  </a:lnTo>
                  <a:lnTo>
                    <a:pt x="1278970" y="4797742"/>
                  </a:lnTo>
                  <a:lnTo>
                    <a:pt x="1279064" y="4797742"/>
                  </a:lnTo>
                  <a:lnTo>
                    <a:pt x="1279250" y="4797742"/>
                  </a:lnTo>
                  <a:lnTo>
                    <a:pt x="1279343" y="4797742"/>
                  </a:lnTo>
                  <a:lnTo>
                    <a:pt x="1279530" y="4797742"/>
                  </a:lnTo>
                  <a:lnTo>
                    <a:pt x="1279716" y="4797742"/>
                  </a:lnTo>
                  <a:lnTo>
                    <a:pt x="1279810" y="4797742"/>
                  </a:lnTo>
                  <a:lnTo>
                    <a:pt x="1279996" y="4797742"/>
                  </a:lnTo>
                  <a:lnTo>
                    <a:pt x="1280462" y="4797742"/>
                  </a:lnTo>
                  <a:lnTo>
                    <a:pt x="1280556" y="4797742"/>
                  </a:lnTo>
                  <a:lnTo>
                    <a:pt x="1280649" y="4797742"/>
                  </a:lnTo>
                  <a:lnTo>
                    <a:pt x="1280742" y="4797742"/>
                  </a:lnTo>
                  <a:lnTo>
                    <a:pt x="1280929" y="4797742"/>
                  </a:lnTo>
                  <a:lnTo>
                    <a:pt x="1281022" y="4797742"/>
                  </a:lnTo>
                  <a:lnTo>
                    <a:pt x="1281022" y="4787788"/>
                  </a:lnTo>
                  <a:lnTo>
                    <a:pt x="1281115" y="4787788"/>
                  </a:lnTo>
                  <a:lnTo>
                    <a:pt x="1281208" y="4787788"/>
                  </a:lnTo>
                  <a:lnTo>
                    <a:pt x="1281581" y="4787788"/>
                  </a:lnTo>
                  <a:lnTo>
                    <a:pt x="1281675" y="4787788"/>
                  </a:lnTo>
                  <a:lnTo>
                    <a:pt x="1281768" y="4787788"/>
                  </a:lnTo>
                  <a:lnTo>
                    <a:pt x="1281954" y="4787788"/>
                  </a:lnTo>
                  <a:lnTo>
                    <a:pt x="1282141" y="4787788"/>
                  </a:lnTo>
                  <a:lnTo>
                    <a:pt x="1282234" y="4787788"/>
                  </a:lnTo>
                  <a:lnTo>
                    <a:pt x="1282327" y="4787788"/>
                  </a:lnTo>
                  <a:lnTo>
                    <a:pt x="1282607" y="4787788"/>
                  </a:lnTo>
                  <a:lnTo>
                    <a:pt x="1282700" y="4787788"/>
                  </a:lnTo>
                  <a:lnTo>
                    <a:pt x="1282794" y="4787788"/>
                  </a:lnTo>
                  <a:lnTo>
                    <a:pt x="1282887" y="4787788"/>
                  </a:lnTo>
                  <a:lnTo>
                    <a:pt x="1282980" y="4787788"/>
                  </a:lnTo>
                  <a:lnTo>
                    <a:pt x="1283167" y="4787788"/>
                  </a:lnTo>
                  <a:lnTo>
                    <a:pt x="1283539" y="4787788"/>
                  </a:lnTo>
                  <a:lnTo>
                    <a:pt x="1283633" y="4787788"/>
                  </a:lnTo>
                  <a:lnTo>
                    <a:pt x="1283726" y="4787788"/>
                  </a:lnTo>
                  <a:lnTo>
                    <a:pt x="1284099" y="4787788"/>
                  </a:lnTo>
                  <a:lnTo>
                    <a:pt x="1284192" y="4787788"/>
                  </a:lnTo>
                  <a:lnTo>
                    <a:pt x="1284285" y="4787788"/>
                  </a:lnTo>
                  <a:lnTo>
                    <a:pt x="1284472" y="4787788"/>
                  </a:lnTo>
                  <a:lnTo>
                    <a:pt x="1284565" y="4787788"/>
                  </a:lnTo>
                  <a:lnTo>
                    <a:pt x="1284658" y="4787788"/>
                  </a:lnTo>
                  <a:lnTo>
                    <a:pt x="1284752" y="4787788"/>
                  </a:lnTo>
                  <a:lnTo>
                    <a:pt x="1284845" y="4787788"/>
                  </a:lnTo>
                  <a:lnTo>
                    <a:pt x="1284938" y="4787788"/>
                  </a:lnTo>
                  <a:lnTo>
                    <a:pt x="1285031" y="4787788"/>
                  </a:lnTo>
                  <a:lnTo>
                    <a:pt x="1285311" y="4787788"/>
                  </a:lnTo>
                  <a:lnTo>
                    <a:pt x="1285404" y="4787788"/>
                  </a:lnTo>
                  <a:lnTo>
                    <a:pt x="1285498" y="4787788"/>
                  </a:lnTo>
                  <a:lnTo>
                    <a:pt x="1285591" y="4787788"/>
                  </a:lnTo>
                  <a:lnTo>
                    <a:pt x="1285684" y="4787788"/>
                  </a:lnTo>
                  <a:lnTo>
                    <a:pt x="1285871" y="4787788"/>
                  </a:lnTo>
                  <a:lnTo>
                    <a:pt x="1285964" y="4787788"/>
                  </a:lnTo>
                  <a:lnTo>
                    <a:pt x="1286150" y="4787788"/>
                  </a:lnTo>
                  <a:lnTo>
                    <a:pt x="1286244" y="4787788"/>
                  </a:lnTo>
                  <a:lnTo>
                    <a:pt x="1286337" y="4787788"/>
                  </a:lnTo>
                  <a:lnTo>
                    <a:pt x="1286523" y="4787788"/>
                  </a:lnTo>
                  <a:lnTo>
                    <a:pt x="1286803" y="4787788"/>
                  </a:lnTo>
                  <a:lnTo>
                    <a:pt x="1286896" y="4787788"/>
                  </a:lnTo>
                  <a:lnTo>
                    <a:pt x="1286990" y="4787788"/>
                  </a:lnTo>
                  <a:lnTo>
                    <a:pt x="1287083" y="4787788"/>
                  </a:lnTo>
                  <a:lnTo>
                    <a:pt x="1287363" y="4787788"/>
                  </a:lnTo>
                  <a:lnTo>
                    <a:pt x="1287456" y="4787788"/>
                  </a:lnTo>
                  <a:lnTo>
                    <a:pt x="1287549" y="4787788"/>
                  </a:lnTo>
                  <a:lnTo>
                    <a:pt x="1287642" y="4787788"/>
                  </a:lnTo>
                  <a:lnTo>
                    <a:pt x="1287736" y="4787788"/>
                  </a:lnTo>
                  <a:lnTo>
                    <a:pt x="1287829" y="4787788"/>
                  </a:lnTo>
                  <a:lnTo>
                    <a:pt x="1287922" y="4787788"/>
                  </a:lnTo>
                  <a:lnTo>
                    <a:pt x="1288295" y="4787788"/>
                  </a:lnTo>
                  <a:lnTo>
                    <a:pt x="1288388" y="4787788"/>
                  </a:lnTo>
                  <a:lnTo>
                    <a:pt x="1288482" y="4787788"/>
                  </a:lnTo>
                  <a:lnTo>
                    <a:pt x="1288575" y="4787788"/>
                  </a:lnTo>
                  <a:lnTo>
                    <a:pt x="1288761" y="4787788"/>
                  </a:lnTo>
                  <a:lnTo>
                    <a:pt x="1288855" y="4787788"/>
                  </a:lnTo>
                  <a:lnTo>
                    <a:pt x="1289041" y="4787788"/>
                  </a:lnTo>
                  <a:lnTo>
                    <a:pt x="1289134" y="4787788"/>
                  </a:lnTo>
                  <a:lnTo>
                    <a:pt x="1289414" y="4787788"/>
                  </a:lnTo>
                  <a:lnTo>
                    <a:pt x="1289601" y="4787788"/>
                  </a:lnTo>
                  <a:lnTo>
                    <a:pt x="1289974" y="4787788"/>
                  </a:lnTo>
                  <a:lnTo>
                    <a:pt x="1290347" y="4787788"/>
                  </a:lnTo>
                  <a:lnTo>
                    <a:pt x="1290533" y="4787788"/>
                  </a:lnTo>
                  <a:lnTo>
                    <a:pt x="1290719" y="4787788"/>
                  </a:lnTo>
                  <a:lnTo>
                    <a:pt x="1291092" y="4787788"/>
                  </a:lnTo>
                  <a:lnTo>
                    <a:pt x="1291186" y="4787788"/>
                  </a:lnTo>
                  <a:lnTo>
                    <a:pt x="1291372" y="4787788"/>
                  </a:lnTo>
                  <a:lnTo>
                    <a:pt x="1291465" y="4787788"/>
                  </a:lnTo>
                  <a:lnTo>
                    <a:pt x="1291838" y="4787788"/>
                  </a:lnTo>
                  <a:lnTo>
                    <a:pt x="1292025" y="4787788"/>
                  </a:lnTo>
                  <a:lnTo>
                    <a:pt x="1292305" y="4787788"/>
                  </a:lnTo>
                  <a:lnTo>
                    <a:pt x="1292491" y="4787788"/>
                  </a:lnTo>
                  <a:lnTo>
                    <a:pt x="1292584" y="4787788"/>
                  </a:lnTo>
                  <a:lnTo>
                    <a:pt x="1292678" y="4787788"/>
                  </a:lnTo>
                  <a:lnTo>
                    <a:pt x="1292864" y="4787788"/>
                  </a:lnTo>
                  <a:lnTo>
                    <a:pt x="1293051" y="4787788"/>
                  </a:lnTo>
                  <a:lnTo>
                    <a:pt x="1293237" y="4787788"/>
                  </a:lnTo>
                  <a:lnTo>
                    <a:pt x="1293890" y="4787788"/>
                  </a:lnTo>
                  <a:lnTo>
                    <a:pt x="1293983" y="4787788"/>
                  </a:lnTo>
                  <a:lnTo>
                    <a:pt x="1294263" y="4787788"/>
                  </a:lnTo>
                  <a:lnTo>
                    <a:pt x="1294356" y="4787788"/>
                  </a:lnTo>
                  <a:lnTo>
                    <a:pt x="1294449" y="4787788"/>
                  </a:lnTo>
                  <a:lnTo>
                    <a:pt x="1294543" y="4787788"/>
                  </a:lnTo>
                  <a:lnTo>
                    <a:pt x="1294636" y="4787788"/>
                  </a:lnTo>
                  <a:lnTo>
                    <a:pt x="1294729" y="4787788"/>
                  </a:lnTo>
                  <a:lnTo>
                    <a:pt x="1294822" y="4787788"/>
                  </a:lnTo>
                  <a:lnTo>
                    <a:pt x="1295009" y="4787788"/>
                  </a:lnTo>
                  <a:lnTo>
                    <a:pt x="1295289" y="4787788"/>
                  </a:lnTo>
                  <a:lnTo>
                    <a:pt x="1295475" y="4787788"/>
                  </a:lnTo>
                  <a:lnTo>
                    <a:pt x="1295568" y="4787788"/>
                  </a:lnTo>
                  <a:lnTo>
                    <a:pt x="1295755" y="4787788"/>
                  </a:lnTo>
                  <a:lnTo>
                    <a:pt x="1295848" y="4787788"/>
                  </a:lnTo>
                  <a:lnTo>
                    <a:pt x="1296128" y="4787788"/>
                  </a:lnTo>
                  <a:lnTo>
                    <a:pt x="1296221" y="4787788"/>
                  </a:lnTo>
                  <a:lnTo>
                    <a:pt x="1296314" y="4787788"/>
                  </a:lnTo>
                  <a:lnTo>
                    <a:pt x="1296501" y="4787788"/>
                  </a:lnTo>
                  <a:lnTo>
                    <a:pt x="1296594" y="4787788"/>
                  </a:lnTo>
                  <a:lnTo>
                    <a:pt x="1296874" y="4777834"/>
                  </a:lnTo>
                  <a:lnTo>
                    <a:pt x="1296967" y="4777834"/>
                  </a:lnTo>
                  <a:lnTo>
                    <a:pt x="1297060" y="4777834"/>
                  </a:lnTo>
                  <a:lnTo>
                    <a:pt x="1297154" y="4777834"/>
                  </a:lnTo>
                  <a:lnTo>
                    <a:pt x="1297247" y="4777834"/>
                  </a:lnTo>
                  <a:lnTo>
                    <a:pt x="1297433" y="4777834"/>
                  </a:lnTo>
                  <a:lnTo>
                    <a:pt x="1297526" y="4777834"/>
                  </a:lnTo>
                  <a:lnTo>
                    <a:pt x="1297620" y="4777834"/>
                  </a:lnTo>
                  <a:lnTo>
                    <a:pt x="1297713" y="4777834"/>
                  </a:lnTo>
                  <a:lnTo>
                    <a:pt x="1297806" y="4777834"/>
                  </a:lnTo>
                  <a:lnTo>
                    <a:pt x="1298086" y="4777834"/>
                  </a:lnTo>
                  <a:lnTo>
                    <a:pt x="1298179" y="4777834"/>
                  </a:lnTo>
                  <a:lnTo>
                    <a:pt x="1298366" y="4777834"/>
                  </a:lnTo>
                  <a:lnTo>
                    <a:pt x="1298459" y="4777834"/>
                  </a:lnTo>
                  <a:lnTo>
                    <a:pt x="1298552" y="4777834"/>
                  </a:lnTo>
                  <a:lnTo>
                    <a:pt x="1298645" y="4777834"/>
                  </a:lnTo>
                  <a:lnTo>
                    <a:pt x="1298739" y="4777834"/>
                  </a:lnTo>
                  <a:lnTo>
                    <a:pt x="1298925" y="4777834"/>
                  </a:lnTo>
                  <a:lnTo>
                    <a:pt x="1299391" y="4777834"/>
                  </a:lnTo>
                  <a:lnTo>
                    <a:pt x="1299671" y="4777834"/>
                  </a:lnTo>
                  <a:lnTo>
                    <a:pt x="1299858" y="4777834"/>
                  </a:lnTo>
                  <a:lnTo>
                    <a:pt x="1299951" y="4777834"/>
                  </a:lnTo>
                  <a:lnTo>
                    <a:pt x="1300231" y="4777834"/>
                  </a:lnTo>
                  <a:lnTo>
                    <a:pt x="1300324" y="4777834"/>
                  </a:lnTo>
                  <a:lnTo>
                    <a:pt x="1300324" y="4767881"/>
                  </a:lnTo>
                  <a:lnTo>
                    <a:pt x="1300604" y="4767881"/>
                  </a:lnTo>
                  <a:lnTo>
                    <a:pt x="1300697" y="4767881"/>
                  </a:lnTo>
                  <a:lnTo>
                    <a:pt x="1300883" y="4767881"/>
                  </a:lnTo>
                  <a:lnTo>
                    <a:pt x="1301163" y="4767881"/>
                  </a:lnTo>
                  <a:lnTo>
                    <a:pt x="1301350" y="4767881"/>
                  </a:lnTo>
                  <a:lnTo>
                    <a:pt x="1301536" y="4767881"/>
                  </a:lnTo>
                  <a:lnTo>
                    <a:pt x="1301629" y="4767881"/>
                  </a:lnTo>
                  <a:lnTo>
                    <a:pt x="1301723" y="4767881"/>
                  </a:lnTo>
                  <a:lnTo>
                    <a:pt x="1301816" y="4767881"/>
                  </a:lnTo>
                  <a:lnTo>
                    <a:pt x="1302002" y="4757927"/>
                  </a:lnTo>
                  <a:lnTo>
                    <a:pt x="1302469" y="4757927"/>
                  </a:lnTo>
                  <a:lnTo>
                    <a:pt x="1302562" y="4757927"/>
                  </a:lnTo>
                  <a:lnTo>
                    <a:pt x="1302655" y="4747973"/>
                  </a:lnTo>
                  <a:lnTo>
                    <a:pt x="1302748" y="4747973"/>
                  </a:lnTo>
                  <a:lnTo>
                    <a:pt x="1302935" y="4747973"/>
                  </a:lnTo>
                  <a:lnTo>
                    <a:pt x="1303028" y="4747973"/>
                  </a:lnTo>
                  <a:lnTo>
                    <a:pt x="1303681" y="4747973"/>
                  </a:lnTo>
                  <a:lnTo>
                    <a:pt x="1303867" y="4747973"/>
                  </a:lnTo>
                  <a:lnTo>
                    <a:pt x="1303961" y="4747973"/>
                  </a:lnTo>
                  <a:lnTo>
                    <a:pt x="1304054" y="4747973"/>
                  </a:lnTo>
                  <a:lnTo>
                    <a:pt x="1304520" y="4747973"/>
                  </a:lnTo>
                  <a:lnTo>
                    <a:pt x="1304613" y="4747973"/>
                  </a:lnTo>
                  <a:lnTo>
                    <a:pt x="1304893" y="4747973"/>
                  </a:lnTo>
                  <a:lnTo>
                    <a:pt x="1305173" y="4747973"/>
                  </a:lnTo>
                  <a:lnTo>
                    <a:pt x="1305266" y="4747973"/>
                  </a:lnTo>
                  <a:lnTo>
                    <a:pt x="1305359" y="4747973"/>
                  </a:lnTo>
                  <a:lnTo>
                    <a:pt x="1305732" y="4747973"/>
                  </a:lnTo>
                  <a:lnTo>
                    <a:pt x="1305919" y="4747973"/>
                  </a:lnTo>
                  <a:lnTo>
                    <a:pt x="1306105" y="4747973"/>
                  </a:lnTo>
                  <a:lnTo>
                    <a:pt x="1306198" y="4747973"/>
                  </a:lnTo>
                  <a:lnTo>
                    <a:pt x="1306571" y="4747973"/>
                  </a:lnTo>
                  <a:lnTo>
                    <a:pt x="1306665" y="4747973"/>
                  </a:lnTo>
                  <a:lnTo>
                    <a:pt x="1306851" y="4747973"/>
                  </a:lnTo>
                  <a:lnTo>
                    <a:pt x="1307038" y="4747973"/>
                  </a:lnTo>
                  <a:lnTo>
                    <a:pt x="1307411" y="4747973"/>
                  </a:lnTo>
                  <a:lnTo>
                    <a:pt x="1307504" y="4747973"/>
                  </a:lnTo>
                  <a:lnTo>
                    <a:pt x="1307597" y="4747973"/>
                  </a:lnTo>
                  <a:lnTo>
                    <a:pt x="1307784" y="4747973"/>
                  </a:lnTo>
                  <a:lnTo>
                    <a:pt x="1307877" y="4747973"/>
                  </a:lnTo>
                  <a:lnTo>
                    <a:pt x="1307970" y="4747973"/>
                  </a:lnTo>
                  <a:lnTo>
                    <a:pt x="1308157" y="4747973"/>
                  </a:lnTo>
                  <a:lnTo>
                    <a:pt x="1308250" y="4747973"/>
                  </a:lnTo>
                  <a:lnTo>
                    <a:pt x="1308343" y="4747973"/>
                  </a:lnTo>
                  <a:lnTo>
                    <a:pt x="1308436" y="4747973"/>
                  </a:lnTo>
                  <a:lnTo>
                    <a:pt x="1308530" y="4747973"/>
                  </a:lnTo>
                  <a:lnTo>
                    <a:pt x="1308623" y="4747973"/>
                  </a:lnTo>
                  <a:lnTo>
                    <a:pt x="1308716" y="4747973"/>
                  </a:lnTo>
                  <a:lnTo>
                    <a:pt x="1308809" y="4747973"/>
                  </a:lnTo>
                  <a:lnTo>
                    <a:pt x="1308903" y="4747973"/>
                  </a:lnTo>
                  <a:lnTo>
                    <a:pt x="1308996" y="4747973"/>
                  </a:lnTo>
                  <a:lnTo>
                    <a:pt x="1309089" y="4747973"/>
                  </a:lnTo>
                  <a:lnTo>
                    <a:pt x="1309182" y="4747973"/>
                  </a:lnTo>
                  <a:lnTo>
                    <a:pt x="1309369" y="4747973"/>
                  </a:lnTo>
                  <a:lnTo>
                    <a:pt x="1309555" y="4747973"/>
                  </a:lnTo>
                  <a:lnTo>
                    <a:pt x="1309649" y="4747973"/>
                  </a:lnTo>
                  <a:lnTo>
                    <a:pt x="1309742" y="4747973"/>
                  </a:lnTo>
                  <a:lnTo>
                    <a:pt x="1309928" y="4747973"/>
                  </a:lnTo>
                  <a:lnTo>
                    <a:pt x="1310115" y="4747973"/>
                  </a:lnTo>
                  <a:lnTo>
                    <a:pt x="1310395" y="4747973"/>
                  </a:lnTo>
                  <a:lnTo>
                    <a:pt x="1310488" y="4747973"/>
                  </a:lnTo>
                  <a:lnTo>
                    <a:pt x="1310768" y="4747973"/>
                  </a:lnTo>
                  <a:lnTo>
                    <a:pt x="1310861" y="4747973"/>
                  </a:lnTo>
                  <a:lnTo>
                    <a:pt x="1310954" y="4747973"/>
                  </a:lnTo>
                  <a:lnTo>
                    <a:pt x="1311047" y="4747973"/>
                  </a:lnTo>
                  <a:lnTo>
                    <a:pt x="1311141" y="4747973"/>
                  </a:lnTo>
                  <a:lnTo>
                    <a:pt x="1311327" y="4747973"/>
                  </a:lnTo>
                  <a:lnTo>
                    <a:pt x="1311420" y="4747973"/>
                  </a:lnTo>
                  <a:lnTo>
                    <a:pt x="1311607" y="4747973"/>
                  </a:lnTo>
                  <a:lnTo>
                    <a:pt x="1311700" y="4747973"/>
                  </a:lnTo>
                  <a:lnTo>
                    <a:pt x="1311886" y="4747973"/>
                  </a:lnTo>
                  <a:lnTo>
                    <a:pt x="1312073" y="4747973"/>
                  </a:lnTo>
                  <a:lnTo>
                    <a:pt x="1312259" y="4747973"/>
                  </a:lnTo>
                  <a:lnTo>
                    <a:pt x="1312353" y="4747973"/>
                  </a:lnTo>
                  <a:lnTo>
                    <a:pt x="1312446" y="4747973"/>
                  </a:lnTo>
                  <a:lnTo>
                    <a:pt x="1312539" y="4747973"/>
                  </a:lnTo>
                  <a:lnTo>
                    <a:pt x="1312632" y="4747973"/>
                  </a:lnTo>
                  <a:lnTo>
                    <a:pt x="1312726" y="4747973"/>
                  </a:lnTo>
                  <a:lnTo>
                    <a:pt x="1312912" y="4747973"/>
                  </a:lnTo>
                  <a:lnTo>
                    <a:pt x="1313005" y="4747973"/>
                  </a:lnTo>
                  <a:lnTo>
                    <a:pt x="1313192" y="4747973"/>
                  </a:lnTo>
                  <a:lnTo>
                    <a:pt x="1313285" y="4747973"/>
                  </a:lnTo>
                  <a:lnTo>
                    <a:pt x="1313658" y="4747973"/>
                  </a:lnTo>
                  <a:lnTo>
                    <a:pt x="1313845" y="4747973"/>
                  </a:lnTo>
                  <a:lnTo>
                    <a:pt x="1313938" y="4747973"/>
                  </a:lnTo>
                  <a:lnTo>
                    <a:pt x="1314124" y="4747973"/>
                  </a:lnTo>
                  <a:lnTo>
                    <a:pt x="1314311" y="4747973"/>
                  </a:lnTo>
                  <a:lnTo>
                    <a:pt x="1314404" y="4747973"/>
                  </a:lnTo>
                  <a:lnTo>
                    <a:pt x="1314497" y="4747973"/>
                  </a:lnTo>
                  <a:lnTo>
                    <a:pt x="1314684" y="4747973"/>
                  </a:lnTo>
                  <a:lnTo>
                    <a:pt x="1314777" y="4747973"/>
                  </a:lnTo>
                  <a:lnTo>
                    <a:pt x="1314870" y="4747973"/>
                  </a:lnTo>
                  <a:lnTo>
                    <a:pt x="1314964" y="4747973"/>
                  </a:lnTo>
                  <a:lnTo>
                    <a:pt x="1320465" y="4738019"/>
                  </a:lnTo>
                  <a:lnTo>
                    <a:pt x="1320652" y="4728065"/>
                  </a:lnTo>
                  <a:lnTo>
                    <a:pt x="1320745" y="4728065"/>
                  </a:lnTo>
                  <a:lnTo>
                    <a:pt x="1321025" y="4728065"/>
                  </a:lnTo>
                  <a:lnTo>
                    <a:pt x="1321118" y="4728065"/>
                  </a:lnTo>
                  <a:lnTo>
                    <a:pt x="1321398" y="4728065"/>
                  </a:lnTo>
                  <a:lnTo>
                    <a:pt x="1321491" y="4728065"/>
                  </a:lnTo>
                  <a:lnTo>
                    <a:pt x="1321584" y="4728065"/>
                  </a:lnTo>
                  <a:lnTo>
                    <a:pt x="1321677" y="4728065"/>
                  </a:lnTo>
                  <a:lnTo>
                    <a:pt x="1321771" y="4728065"/>
                  </a:lnTo>
                  <a:lnTo>
                    <a:pt x="1321864" y="4728065"/>
                  </a:lnTo>
                  <a:lnTo>
                    <a:pt x="1321957" y="4728065"/>
                  </a:lnTo>
                  <a:lnTo>
                    <a:pt x="1322144" y="4728065"/>
                  </a:lnTo>
                  <a:lnTo>
                    <a:pt x="1322237" y="4728065"/>
                  </a:lnTo>
                  <a:lnTo>
                    <a:pt x="1322330" y="4728065"/>
                  </a:lnTo>
                  <a:lnTo>
                    <a:pt x="1322423" y="4728065"/>
                  </a:lnTo>
                  <a:lnTo>
                    <a:pt x="1322610" y="4728065"/>
                  </a:lnTo>
                  <a:lnTo>
                    <a:pt x="1322703" y="4728065"/>
                  </a:lnTo>
                  <a:lnTo>
                    <a:pt x="1322796" y="4728065"/>
                  </a:lnTo>
                  <a:lnTo>
                    <a:pt x="1322890" y="4728065"/>
                  </a:lnTo>
                  <a:lnTo>
                    <a:pt x="1323263" y="4728065"/>
                  </a:lnTo>
                  <a:lnTo>
                    <a:pt x="1323449" y="4728065"/>
                  </a:lnTo>
                  <a:lnTo>
                    <a:pt x="1323822" y="4728065"/>
                  </a:lnTo>
                  <a:lnTo>
                    <a:pt x="1323915" y="4728065"/>
                  </a:lnTo>
                  <a:lnTo>
                    <a:pt x="1324009" y="4728065"/>
                  </a:lnTo>
                  <a:lnTo>
                    <a:pt x="1324195" y="4728065"/>
                  </a:lnTo>
                  <a:lnTo>
                    <a:pt x="1324288" y="4728065"/>
                  </a:lnTo>
                  <a:lnTo>
                    <a:pt x="1324475" y="4728065"/>
                  </a:lnTo>
                  <a:lnTo>
                    <a:pt x="1324568" y="4728065"/>
                  </a:lnTo>
                  <a:lnTo>
                    <a:pt x="1324661" y="4728065"/>
                  </a:lnTo>
                  <a:lnTo>
                    <a:pt x="1324848" y="4728065"/>
                  </a:lnTo>
                  <a:lnTo>
                    <a:pt x="1324941" y="4728065"/>
                  </a:lnTo>
                  <a:lnTo>
                    <a:pt x="1325034" y="4728065"/>
                  </a:lnTo>
                  <a:lnTo>
                    <a:pt x="1325221" y="4728065"/>
                  </a:lnTo>
                  <a:lnTo>
                    <a:pt x="1325407" y="4728065"/>
                  </a:lnTo>
                  <a:lnTo>
                    <a:pt x="1325594" y="4728065"/>
                  </a:lnTo>
                  <a:lnTo>
                    <a:pt x="1325687" y="4728065"/>
                  </a:lnTo>
                  <a:lnTo>
                    <a:pt x="1325780" y="4728065"/>
                  </a:lnTo>
                  <a:lnTo>
                    <a:pt x="1325873" y="4728065"/>
                  </a:lnTo>
                  <a:lnTo>
                    <a:pt x="1325967" y="4728065"/>
                  </a:lnTo>
                  <a:lnTo>
                    <a:pt x="1326060" y="4728065"/>
                  </a:lnTo>
                  <a:lnTo>
                    <a:pt x="1326153" y="4728065"/>
                  </a:lnTo>
                  <a:lnTo>
                    <a:pt x="1326153" y="4718111"/>
                  </a:lnTo>
                  <a:lnTo>
                    <a:pt x="1326340" y="4718111"/>
                  </a:lnTo>
                  <a:lnTo>
                    <a:pt x="1326433" y="4718111"/>
                  </a:lnTo>
                  <a:lnTo>
                    <a:pt x="1326619" y="4718111"/>
                  </a:lnTo>
                  <a:lnTo>
                    <a:pt x="1326806" y="4718111"/>
                  </a:lnTo>
                  <a:lnTo>
                    <a:pt x="1327086" y="4718111"/>
                  </a:lnTo>
                  <a:lnTo>
                    <a:pt x="1327179" y="4718111"/>
                  </a:lnTo>
                  <a:lnTo>
                    <a:pt x="1327272" y="4718111"/>
                  </a:lnTo>
                  <a:lnTo>
                    <a:pt x="1327459" y="4718111"/>
                  </a:lnTo>
                  <a:lnTo>
                    <a:pt x="1327645" y="4718111"/>
                  </a:lnTo>
                  <a:lnTo>
                    <a:pt x="1327832" y="4718111"/>
                  </a:lnTo>
                  <a:lnTo>
                    <a:pt x="1327925" y="4718111"/>
                  </a:lnTo>
                  <a:lnTo>
                    <a:pt x="1328111" y="4718111"/>
                  </a:lnTo>
                  <a:lnTo>
                    <a:pt x="1328205" y="4718111"/>
                  </a:lnTo>
                  <a:lnTo>
                    <a:pt x="1328391" y="4718111"/>
                  </a:lnTo>
                  <a:lnTo>
                    <a:pt x="1328578" y="4718111"/>
                  </a:lnTo>
                  <a:lnTo>
                    <a:pt x="1328857" y="4718111"/>
                  </a:lnTo>
                  <a:lnTo>
                    <a:pt x="1329044" y="4718111"/>
                  </a:lnTo>
                  <a:lnTo>
                    <a:pt x="1329324" y="4718111"/>
                  </a:lnTo>
                  <a:lnTo>
                    <a:pt x="1329417" y="4718111"/>
                  </a:lnTo>
                  <a:lnTo>
                    <a:pt x="1329790" y="4718111"/>
                  </a:lnTo>
                  <a:lnTo>
                    <a:pt x="1329883" y="4718111"/>
                  </a:lnTo>
                  <a:lnTo>
                    <a:pt x="1329976" y="4718111"/>
                  </a:lnTo>
                  <a:lnTo>
                    <a:pt x="1330070" y="4718111"/>
                  </a:lnTo>
                  <a:lnTo>
                    <a:pt x="1330256" y="4718111"/>
                  </a:lnTo>
                  <a:lnTo>
                    <a:pt x="1330629" y="4718111"/>
                  </a:lnTo>
                  <a:lnTo>
                    <a:pt x="1330722" y="4718111"/>
                  </a:lnTo>
                  <a:lnTo>
                    <a:pt x="1330909" y="4718111"/>
                  </a:lnTo>
                  <a:lnTo>
                    <a:pt x="1331095" y="4718111"/>
                  </a:lnTo>
                  <a:lnTo>
                    <a:pt x="1331189" y="4718111"/>
                  </a:lnTo>
                  <a:lnTo>
                    <a:pt x="1331282" y="4718111"/>
                  </a:lnTo>
                  <a:lnTo>
                    <a:pt x="1331468" y="4718111"/>
                  </a:lnTo>
                  <a:lnTo>
                    <a:pt x="1331655" y="4718111"/>
                  </a:lnTo>
                  <a:lnTo>
                    <a:pt x="1331748" y="4718111"/>
                  </a:lnTo>
                  <a:lnTo>
                    <a:pt x="1331935" y="4718111"/>
                  </a:lnTo>
                  <a:lnTo>
                    <a:pt x="1332401" y="4718111"/>
                  </a:lnTo>
                  <a:lnTo>
                    <a:pt x="1332774" y="4718111"/>
                  </a:lnTo>
                  <a:lnTo>
                    <a:pt x="1332867" y="4718111"/>
                  </a:lnTo>
                  <a:lnTo>
                    <a:pt x="1333053" y="4718111"/>
                  </a:lnTo>
                  <a:lnTo>
                    <a:pt x="1333147" y="4718111"/>
                  </a:lnTo>
                  <a:lnTo>
                    <a:pt x="1333333" y="4718111"/>
                  </a:lnTo>
                  <a:lnTo>
                    <a:pt x="1333613" y="4708158"/>
                  </a:lnTo>
                  <a:lnTo>
                    <a:pt x="1333893" y="4708158"/>
                  </a:lnTo>
                  <a:lnTo>
                    <a:pt x="1334172" y="4708158"/>
                  </a:lnTo>
                  <a:lnTo>
                    <a:pt x="1334639" y="4708158"/>
                  </a:lnTo>
                  <a:lnTo>
                    <a:pt x="1334732" y="4708158"/>
                  </a:lnTo>
                  <a:lnTo>
                    <a:pt x="1335105" y="4708158"/>
                  </a:lnTo>
                  <a:lnTo>
                    <a:pt x="1335291" y="4708158"/>
                  </a:lnTo>
                  <a:lnTo>
                    <a:pt x="1335385" y="4708158"/>
                  </a:lnTo>
                  <a:lnTo>
                    <a:pt x="1335478" y="4708158"/>
                  </a:lnTo>
                  <a:lnTo>
                    <a:pt x="1335664" y="4708158"/>
                  </a:lnTo>
                  <a:lnTo>
                    <a:pt x="1335758" y="4708158"/>
                  </a:lnTo>
                  <a:lnTo>
                    <a:pt x="1335944" y="4708158"/>
                  </a:lnTo>
                  <a:lnTo>
                    <a:pt x="1336317" y="4708158"/>
                  </a:lnTo>
                  <a:lnTo>
                    <a:pt x="1336410" y="4708158"/>
                  </a:lnTo>
                  <a:lnTo>
                    <a:pt x="1336410" y="4698204"/>
                  </a:lnTo>
                  <a:lnTo>
                    <a:pt x="1336597" y="4698204"/>
                  </a:lnTo>
                  <a:lnTo>
                    <a:pt x="1336690" y="4698204"/>
                  </a:lnTo>
                  <a:lnTo>
                    <a:pt x="1336783" y="4698204"/>
                  </a:lnTo>
                  <a:lnTo>
                    <a:pt x="1336970" y="4698204"/>
                  </a:lnTo>
                  <a:lnTo>
                    <a:pt x="1337156" y="4698204"/>
                  </a:lnTo>
                  <a:lnTo>
                    <a:pt x="1337250" y="4698204"/>
                  </a:lnTo>
                  <a:lnTo>
                    <a:pt x="1337343" y="4698204"/>
                  </a:lnTo>
                  <a:lnTo>
                    <a:pt x="1337436" y="4698204"/>
                  </a:lnTo>
                  <a:lnTo>
                    <a:pt x="1337529" y="4698204"/>
                  </a:lnTo>
                  <a:lnTo>
                    <a:pt x="1337716" y="4698204"/>
                  </a:lnTo>
                  <a:lnTo>
                    <a:pt x="1337809" y="4698204"/>
                  </a:lnTo>
                  <a:lnTo>
                    <a:pt x="1337902" y="4698204"/>
                  </a:lnTo>
                  <a:lnTo>
                    <a:pt x="1337996" y="4698204"/>
                  </a:lnTo>
                  <a:lnTo>
                    <a:pt x="1338089" y="4698204"/>
                  </a:lnTo>
                  <a:lnTo>
                    <a:pt x="1338369" y="4698204"/>
                  </a:lnTo>
                  <a:lnTo>
                    <a:pt x="1338555" y="4698204"/>
                  </a:lnTo>
                  <a:lnTo>
                    <a:pt x="1338648" y="4698204"/>
                  </a:lnTo>
                  <a:lnTo>
                    <a:pt x="1338742" y="4698204"/>
                  </a:lnTo>
                  <a:lnTo>
                    <a:pt x="1338928" y="4698204"/>
                  </a:lnTo>
                  <a:lnTo>
                    <a:pt x="1339581" y="4698204"/>
                  </a:lnTo>
                  <a:lnTo>
                    <a:pt x="1339674" y="4698204"/>
                  </a:lnTo>
                  <a:lnTo>
                    <a:pt x="1339767" y="4698204"/>
                  </a:lnTo>
                  <a:lnTo>
                    <a:pt x="1339860" y="4698204"/>
                  </a:lnTo>
                  <a:lnTo>
                    <a:pt x="1339954" y="4698204"/>
                  </a:lnTo>
                  <a:lnTo>
                    <a:pt x="1340047" y="4698204"/>
                  </a:lnTo>
                  <a:lnTo>
                    <a:pt x="1340327" y="4698204"/>
                  </a:lnTo>
                  <a:lnTo>
                    <a:pt x="1340420" y="4698204"/>
                  </a:lnTo>
                  <a:lnTo>
                    <a:pt x="1340606" y="4698204"/>
                  </a:lnTo>
                  <a:lnTo>
                    <a:pt x="1340700" y="4698204"/>
                  </a:lnTo>
                  <a:lnTo>
                    <a:pt x="1340793" y="4698204"/>
                  </a:lnTo>
                  <a:lnTo>
                    <a:pt x="1340886" y="4698204"/>
                  </a:lnTo>
                  <a:lnTo>
                    <a:pt x="1341259" y="4698204"/>
                  </a:lnTo>
                  <a:lnTo>
                    <a:pt x="1341352" y="4698204"/>
                  </a:lnTo>
                  <a:lnTo>
                    <a:pt x="1341632" y="4698204"/>
                  </a:lnTo>
                  <a:lnTo>
                    <a:pt x="1341819" y="4698204"/>
                  </a:lnTo>
                  <a:lnTo>
                    <a:pt x="1341912" y="4698204"/>
                  </a:lnTo>
                  <a:lnTo>
                    <a:pt x="1342098" y="4698204"/>
                  </a:lnTo>
                  <a:lnTo>
                    <a:pt x="1342378" y="4698204"/>
                  </a:lnTo>
                  <a:lnTo>
                    <a:pt x="1342565" y="4698204"/>
                  </a:lnTo>
                  <a:lnTo>
                    <a:pt x="1342658" y="4698204"/>
                  </a:lnTo>
                  <a:lnTo>
                    <a:pt x="1343031" y="4698204"/>
                  </a:lnTo>
                  <a:lnTo>
                    <a:pt x="1343124" y="4698204"/>
                  </a:lnTo>
                  <a:lnTo>
                    <a:pt x="1343217" y="4698204"/>
                  </a:lnTo>
                  <a:lnTo>
                    <a:pt x="1343590" y="4698204"/>
                  </a:lnTo>
                  <a:lnTo>
                    <a:pt x="1343684" y="4698204"/>
                  </a:lnTo>
                  <a:lnTo>
                    <a:pt x="1343777" y="4698204"/>
                  </a:lnTo>
                  <a:lnTo>
                    <a:pt x="1343963" y="4698204"/>
                  </a:lnTo>
                  <a:lnTo>
                    <a:pt x="1344430" y="4698204"/>
                  </a:lnTo>
                  <a:lnTo>
                    <a:pt x="1344523" y="4698204"/>
                  </a:lnTo>
                  <a:lnTo>
                    <a:pt x="1344896" y="4698204"/>
                  </a:lnTo>
                  <a:lnTo>
                    <a:pt x="1344989" y="4698204"/>
                  </a:lnTo>
                  <a:lnTo>
                    <a:pt x="1345176" y="4698204"/>
                  </a:lnTo>
                  <a:lnTo>
                    <a:pt x="1345549" y="4698204"/>
                  </a:lnTo>
                  <a:lnTo>
                    <a:pt x="1345735" y="4698204"/>
                  </a:lnTo>
                  <a:lnTo>
                    <a:pt x="1345828" y="4698204"/>
                  </a:lnTo>
                  <a:lnTo>
                    <a:pt x="1345922" y="4698204"/>
                  </a:lnTo>
                  <a:lnTo>
                    <a:pt x="1346294" y="4698204"/>
                  </a:lnTo>
                  <a:lnTo>
                    <a:pt x="1346388" y="4698204"/>
                  </a:lnTo>
                  <a:lnTo>
                    <a:pt x="1346481" y="4698204"/>
                  </a:lnTo>
                  <a:lnTo>
                    <a:pt x="1346854" y="4698204"/>
                  </a:lnTo>
                  <a:lnTo>
                    <a:pt x="1347040" y="4698204"/>
                  </a:lnTo>
                  <a:lnTo>
                    <a:pt x="1347134" y="4698204"/>
                  </a:lnTo>
                  <a:lnTo>
                    <a:pt x="1347507" y="4698204"/>
                  </a:lnTo>
                  <a:lnTo>
                    <a:pt x="1347600" y="4698204"/>
                  </a:lnTo>
                  <a:lnTo>
                    <a:pt x="1347693" y="4698204"/>
                  </a:lnTo>
                  <a:lnTo>
                    <a:pt x="1347880" y="4698204"/>
                  </a:lnTo>
                  <a:lnTo>
                    <a:pt x="1348439" y="4698204"/>
                  </a:lnTo>
                  <a:lnTo>
                    <a:pt x="1348626" y="4698204"/>
                  </a:lnTo>
                  <a:lnTo>
                    <a:pt x="1348719" y="4698204"/>
                  </a:lnTo>
                  <a:lnTo>
                    <a:pt x="1348812" y="4698204"/>
                  </a:lnTo>
                  <a:lnTo>
                    <a:pt x="1348905" y="4698204"/>
                  </a:lnTo>
                  <a:lnTo>
                    <a:pt x="1348999" y="4698204"/>
                  </a:lnTo>
                  <a:lnTo>
                    <a:pt x="1349092" y="4698204"/>
                  </a:lnTo>
                  <a:lnTo>
                    <a:pt x="1349651" y="4698204"/>
                  </a:lnTo>
                  <a:lnTo>
                    <a:pt x="1349838" y="4698204"/>
                  </a:lnTo>
                  <a:lnTo>
                    <a:pt x="1349931" y="4698204"/>
                  </a:lnTo>
                  <a:lnTo>
                    <a:pt x="1350024" y="4698204"/>
                  </a:lnTo>
                  <a:lnTo>
                    <a:pt x="1350304" y="4698204"/>
                  </a:lnTo>
                  <a:lnTo>
                    <a:pt x="1350397" y="4698204"/>
                  </a:lnTo>
                  <a:lnTo>
                    <a:pt x="1350491" y="4698204"/>
                  </a:lnTo>
                  <a:lnTo>
                    <a:pt x="1350770" y="4698204"/>
                  </a:lnTo>
                  <a:lnTo>
                    <a:pt x="1351050" y="4698204"/>
                  </a:lnTo>
                  <a:lnTo>
                    <a:pt x="1351050" y="4688250"/>
                  </a:lnTo>
                  <a:lnTo>
                    <a:pt x="1351237" y="4688250"/>
                  </a:lnTo>
                  <a:lnTo>
                    <a:pt x="1351423" y="4688250"/>
                  </a:lnTo>
                  <a:lnTo>
                    <a:pt x="1351516" y="4688250"/>
                  </a:lnTo>
                  <a:lnTo>
                    <a:pt x="1351516" y="4678296"/>
                  </a:lnTo>
                  <a:lnTo>
                    <a:pt x="1351610" y="4678296"/>
                  </a:lnTo>
                  <a:lnTo>
                    <a:pt x="1351796" y="4668342"/>
                  </a:lnTo>
                  <a:lnTo>
                    <a:pt x="1351983" y="4668342"/>
                  </a:lnTo>
                  <a:lnTo>
                    <a:pt x="1352076" y="4668342"/>
                  </a:lnTo>
                  <a:lnTo>
                    <a:pt x="1352169" y="4668342"/>
                  </a:lnTo>
                  <a:lnTo>
                    <a:pt x="1352356" y="4668342"/>
                  </a:lnTo>
                  <a:lnTo>
                    <a:pt x="1352449" y="4668342"/>
                  </a:lnTo>
                  <a:lnTo>
                    <a:pt x="1352635" y="4668342"/>
                  </a:lnTo>
                  <a:lnTo>
                    <a:pt x="1352729" y="4668342"/>
                  </a:lnTo>
                  <a:lnTo>
                    <a:pt x="1352822" y="4668342"/>
                  </a:lnTo>
                  <a:lnTo>
                    <a:pt x="1352915" y="4668342"/>
                  </a:lnTo>
                  <a:lnTo>
                    <a:pt x="1353288" y="4668342"/>
                  </a:lnTo>
                  <a:lnTo>
                    <a:pt x="1353474" y="4668342"/>
                  </a:lnTo>
                  <a:lnTo>
                    <a:pt x="1353754" y="4668342"/>
                  </a:lnTo>
                  <a:lnTo>
                    <a:pt x="1353847" y="4668342"/>
                  </a:lnTo>
                  <a:lnTo>
                    <a:pt x="1354034" y="4668342"/>
                  </a:lnTo>
                  <a:lnTo>
                    <a:pt x="1354127" y="4668342"/>
                  </a:lnTo>
                  <a:lnTo>
                    <a:pt x="1354314" y="4668342"/>
                  </a:lnTo>
                  <a:lnTo>
                    <a:pt x="1354407" y="4668342"/>
                  </a:lnTo>
                  <a:lnTo>
                    <a:pt x="1354687" y="4668342"/>
                  </a:lnTo>
                  <a:lnTo>
                    <a:pt x="1354780" y="4668342"/>
                  </a:lnTo>
                  <a:lnTo>
                    <a:pt x="1354966" y="4668342"/>
                  </a:lnTo>
                  <a:lnTo>
                    <a:pt x="1355060" y="4668342"/>
                  </a:lnTo>
                  <a:lnTo>
                    <a:pt x="1355153" y="4668342"/>
                  </a:lnTo>
                  <a:lnTo>
                    <a:pt x="1355246" y="4668342"/>
                  </a:lnTo>
                  <a:lnTo>
                    <a:pt x="1355433" y="4668342"/>
                  </a:lnTo>
                  <a:lnTo>
                    <a:pt x="1355806" y="4648435"/>
                  </a:lnTo>
                  <a:lnTo>
                    <a:pt x="1355899" y="4648435"/>
                  </a:lnTo>
                  <a:lnTo>
                    <a:pt x="1356085" y="4648435"/>
                  </a:lnTo>
                  <a:lnTo>
                    <a:pt x="1356179" y="4648435"/>
                  </a:lnTo>
                  <a:lnTo>
                    <a:pt x="1356272" y="4648435"/>
                  </a:lnTo>
                  <a:lnTo>
                    <a:pt x="1356365" y="4648435"/>
                  </a:lnTo>
                  <a:lnTo>
                    <a:pt x="1356552" y="4648435"/>
                  </a:lnTo>
                  <a:lnTo>
                    <a:pt x="1356645" y="4648435"/>
                  </a:lnTo>
                  <a:lnTo>
                    <a:pt x="1356738" y="4648435"/>
                  </a:lnTo>
                  <a:lnTo>
                    <a:pt x="1356925" y="4648435"/>
                  </a:lnTo>
                  <a:lnTo>
                    <a:pt x="1357111" y="4648435"/>
                  </a:lnTo>
                  <a:lnTo>
                    <a:pt x="1357204" y="4648435"/>
                  </a:lnTo>
                  <a:lnTo>
                    <a:pt x="1357391" y="4648435"/>
                  </a:lnTo>
                  <a:lnTo>
                    <a:pt x="1357577" y="4648435"/>
                  </a:lnTo>
                  <a:lnTo>
                    <a:pt x="1357671" y="4648435"/>
                  </a:lnTo>
                  <a:lnTo>
                    <a:pt x="1357764" y="4648435"/>
                  </a:lnTo>
                  <a:lnTo>
                    <a:pt x="1357857" y="4648435"/>
                  </a:lnTo>
                  <a:lnTo>
                    <a:pt x="1357857" y="4638481"/>
                  </a:lnTo>
                  <a:lnTo>
                    <a:pt x="1358323" y="4638481"/>
                  </a:lnTo>
                  <a:lnTo>
                    <a:pt x="1358696" y="4638481"/>
                  </a:lnTo>
                  <a:lnTo>
                    <a:pt x="1358790" y="4638481"/>
                  </a:lnTo>
                  <a:lnTo>
                    <a:pt x="1358883" y="4638481"/>
                  </a:lnTo>
                  <a:lnTo>
                    <a:pt x="1358976" y="4638481"/>
                  </a:lnTo>
                  <a:lnTo>
                    <a:pt x="1359349" y="4638481"/>
                  </a:lnTo>
                  <a:lnTo>
                    <a:pt x="1359442" y="4638481"/>
                  </a:lnTo>
                  <a:lnTo>
                    <a:pt x="1359536" y="4638481"/>
                  </a:lnTo>
                  <a:lnTo>
                    <a:pt x="1359629" y="4638481"/>
                  </a:lnTo>
                  <a:lnTo>
                    <a:pt x="1359722" y="4638481"/>
                  </a:lnTo>
                  <a:lnTo>
                    <a:pt x="1359908" y="4638481"/>
                  </a:lnTo>
                  <a:lnTo>
                    <a:pt x="1360281" y="4638481"/>
                  </a:lnTo>
                  <a:lnTo>
                    <a:pt x="1360375" y="4638481"/>
                  </a:lnTo>
                  <a:lnTo>
                    <a:pt x="1360654" y="4638481"/>
                  </a:lnTo>
                  <a:lnTo>
                    <a:pt x="1360748" y="4638481"/>
                  </a:lnTo>
                  <a:lnTo>
                    <a:pt x="1360841" y="4638481"/>
                  </a:lnTo>
                  <a:lnTo>
                    <a:pt x="1361307" y="4638481"/>
                  </a:lnTo>
                  <a:lnTo>
                    <a:pt x="1361587" y="4638481"/>
                  </a:lnTo>
                  <a:lnTo>
                    <a:pt x="1361680" y="4638481"/>
                  </a:lnTo>
                  <a:lnTo>
                    <a:pt x="1361773" y="4638481"/>
                  </a:lnTo>
                  <a:lnTo>
                    <a:pt x="1361960" y="4638481"/>
                  </a:lnTo>
                  <a:lnTo>
                    <a:pt x="1362053" y="4638481"/>
                  </a:lnTo>
                  <a:lnTo>
                    <a:pt x="1362146" y="4638481"/>
                  </a:lnTo>
                  <a:lnTo>
                    <a:pt x="1362333" y="4638481"/>
                  </a:lnTo>
                  <a:lnTo>
                    <a:pt x="1362426" y="4638481"/>
                  </a:lnTo>
                  <a:lnTo>
                    <a:pt x="1362706" y="4638481"/>
                  </a:lnTo>
                  <a:lnTo>
                    <a:pt x="1362799" y="4638481"/>
                  </a:lnTo>
                  <a:lnTo>
                    <a:pt x="1362986" y="4638481"/>
                  </a:lnTo>
                  <a:lnTo>
                    <a:pt x="1363172" y="4638481"/>
                  </a:lnTo>
                  <a:lnTo>
                    <a:pt x="1363265" y="4638481"/>
                  </a:lnTo>
                  <a:lnTo>
                    <a:pt x="1363359" y="4638481"/>
                  </a:lnTo>
                  <a:lnTo>
                    <a:pt x="1363452" y="4638481"/>
                  </a:lnTo>
                  <a:lnTo>
                    <a:pt x="1363638" y="4638481"/>
                  </a:lnTo>
                  <a:lnTo>
                    <a:pt x="1364011" y="4638481"/>
                  </a:lnTo>
                  <a:lnTo>
                    <a:pt x="1364291" y="4638481"/>
                  </a:lnTo>
                  <a:lnTo>
                    <a:pt x="1364478" y="4638481"/>
                  </a:lnTo>
                  <a:lnTo>
                    <a:pt x="1364571" y="4638481"/>
                  </a:lnTo>
                  <a:lnTo>
                    <a:pt x="1364664" y="4638481"/>
                  </a:lnTo>
                  <a:lnTo>
                    <a:pt x="1364944" y="4638481"/>
                  </a:lnTo>
                  <a:lnTo>
                    <a:pt x="1365037" y="4638481"/>
                  </a:lnTo>
                  <a:lnTo>
                    <a:pt x="1365130" y="4638481"/>
                  </a:lnTo>
                  <a:lnTo>
                    <a:pt x="1365317" y="4638481"/>
                  </a:lnTo>
                  <a:lnTo>
                    <a:pt x="1365410" y="4638481"/>
                  </a:lnTo>
                  <a:lnTo>
                    <a:pt x="1365876" y="4638481"/>
                  </a:lnTo>
                  <a:lnTo>
                    <a:pt x="1366343" y="4638481"/>
                  </a:lnTo>
                  <a:lnTo>
                    <a:pt x="1366529" y="4638481"/>
                  </a:lnTo>
                  <a:lnTo>
                    <a:pt x="1366716" y="4638481"/>
                  </a:lnTo>
                  <a:lnTo>
                    <a:pt x="1366809" y="4638481"/>
                  </a:lnTo>
                  <a:lnTo>
                    <a:pt x="1366902" y="4638481"/>
                  </a:lnTo>
                  <a:lnTo>
                    <a:pt x="1367088" y="4638481"/>
                  </a:lnTo>
                  <a:lnTo>
                    <a:pt x="1367368" y="4638481"/>
                  </a:lnTo>
                  <a:lnTo>
                    <a:pt x="1367461" y="4638481"/>
                  </a:lnTo>
                  <a:lnTo>
                    <a:pt x="1367928" y="4638481"/>
                  </a:lnTo>
                  <a:lnTo>
                    <a:pt x="1368114" y="4638481"/>
                  </a:lnTo>
                  <a:lnTo>
                    <a:pt x="1368207" y="4638481"/>
                  </a:lnTo>
                  <a:lnTo>
                    <a:pt x="1368674" y="4638481"/>
                  </a:lnTo>
                  <a:lnTo>
                    <a:pt x="1368860" y="4638481"/>
                  </a:lnTo>
                  <a:lnTo>
                    <a:pt x="1368953" y="4638481"/>
                  </a:lnTo>
                  <a:lnTo>
                    <a:pt x="1369140" y="4638481"/>
                  </a:lnTo>
                  <a:lnTo>
                    <a:pt x="1369233" y="4638481"/>
                  </a:lnTo>
                  <a:lnTo>
                    <a:pt x="1369326" y="4638481"/>
                  </a:lnTo>
                  <a:lnTo>
                    <a:pt x="1369420" y="4638481"/>
                  </a:lnTo>
                  <a:lnTo>
                    <a:pt x="1369699" y="4638481"/>
                  </a:lnTo>
                  <a:lnTo>
                    <a:pt x="1369793" y="4638481"/>
                  </a:lnTo>
                  <a:lnTo>
                    <a:pt x="1369979" y="4638481"/>
                  </a:lnTo>
                  <a:lnTo>
                    <a:pt x="1370072" y="4638481"/>
                  </a:lnTo>
                  <a:lnTo>
                    <a:pt x="1370166" y="4638481"/>
                  </a:lnTo>
                  <a:lnTo>
                    <a:pt x="1370445" y="4638481"/>
                  </a:lnTo>
                  <a:lnTo>
                    <a:pt x="1370539" y="4638481"/>
                  </a:lnTo>
                  <a:lnTo>
                    <a:pt x="1370632" y="4638481"/>
                  </a:lnTo>
                  <a:lnTo>
                    <a:pt x="1370725" y="4638481"/>
                  </a:lnTo>
                  <a:lnTo>
                    <a:pt x="1370818" y="4638481"/>
                  </a:lnTo>
                  <a:lnTo>
                    <a:pt x="1370818" y="4628527"/>
                  </a:lnTo>
                  <a:lnTo>
                    <a:pt x="1370912" y="4618573"/>
                  </a:lnTo>
                  <a:lnTo>
                    <a:pt x="1371005" y="4618573"/>
                  </a:lnTo>
                  <a:lnTo>
                    <a:pt x="1371098" y="4618573"/>
                  </a:lnTo>
                  <a:lnTo>
                    <a:pt x="1371751" y="4618573"/>
                  </a:lnTo>
                  <a:lnTo>
                    <a:pt x="1371937" y="4618573"/>
                  </a:lnTo>
                  <a:lnTo>
                    <a:pt x="1372031" y="4618573"/>
                  </a:lnTo>
                  <a:lnTo>
                    <a:pt x="1372124" y="4618573"/>
                  </a:lnTo>
                  <a:lnTo>
                    <a:pt x="1372497" y="4618573"/>
                  </a:lnTo>
                  <a:lnTo>
                    <a:pt x="1372590" y="4618573"/>
                  </a:lnTo>
                  <a:lnTo>
                    <a:pt x="1372777" y="4618573"/>
                  </a:lnTo>
                  <a:lnTo>
                    <a:pt x="1372870" y="4618573"/>
                  </a:lnTo>
                  <a:lnTo>
                    <a:pt x="1372963" y="4618573"/>
                  </a:lnTo>
                  <a:lnTo>
                    <a:pt x="1373056" y="4618573"/>
                  </a:lnTo>
                  <a:lnTo>
                    <a:pt x="1373336" y="4618573"/>
                  </a:lnTo>
                  <a:lnTo>
                    <a:pt x="1373429" y="4618573"/>
                  </a:lnTo>
                  <a:lnTo>
                    <a:pt x="1373802" y="4618573"/>
                  </a:lnTo>
                  <a:lnTo>
                    <a:pt x="1373895" y="4618573"/>
                  </a:lnTo>
                  <a:lnTo>
                    <a:pt x="1374082" y="4618573"/>
                  </a:lnTo>
                  <a:lnTo>
                    <a:pt x="1374268" y="4618573"/>
                  </a:lnTo>
                  <a:lnTo>
                    <a:pt x="1374362" y="4618573"/>
                  </a:lnTo>
                  <a:lnTo>
                    <a:pt x="1374455" y="4618573"/>
                  </a:lnTo>
                  <a:lnTo>
                    <a:pt x="1374548" y="4618573"/>
                  </a:lnTo>
                  <a:lnTo>
                    <a:pt x="1374828" y="4618573"/>
                  </a:lnTo>
                  <a:lnTo>
                    <a:pt x="1375014" y="4618573"/>
                  </a:lnTo>
                  <a:lnTo>
                    <a:pt x="1375294" y="4618573"/>
                  </a:lnTo>
                  <a:lnTo>
                    <a:pt x="1375387" y="4618573"/>
                  </a:lnTo>
                  <a:lnTo>
                    <a:pt x="1375481" y="4618573"/>
                  </a:lnTo>
                  <a:lnTo>
                    <a:pt x="1375574" y="4618573"/>
                  </a:lnTo>
                  <a:lnTo>
                    <a:pt x="1375667" y="4618573"/>
                  </a:lnTo>
                  <a:lnTo>
                    <a:pt x="1375760" y="4618573"/>
                  </a:lnTo>
                  <a:lnTo>
                    <a:pt x="1375854" y="4618573"/>
                  </a:lnTo>
                  <a:lnTo>
                    <a:pt x="1376227" y="4618573"/>
                  </a:lnTo>
                  <a:lnTo>
                    <a:pt x="1376506" y="4618573"/>
                  </a:lnTo>
                  <a:lnTo>
                    <a:pt x="1376600" y="4618573"/>
                  </a:lnTo>
                  <a:lnTo>
                    <a:pt x="1376693" y="4618573"/>
                  </a:lnTo>
                  <a:lnTo>
                    <a:pt x="1377066" y="4618573"/>
                  </a:lnTo>
                  <a:lnTo>
                    <a:pt x="1377159" y="4618573"/>
                  </a:lnTo>
                  <a:lnTo>
                    <a:pt x="1377252" y="4618573"/>
                  </a:lnTo>
                  <a:lnTo>
                    <a:pt x="1377346" y="4618573"/>
                  </a:lnTo>
                  <a:lnTo>
                    <a:pt x="1377439" y="4618573"/>
                  </a:lnTo>
                  <a:lnTo>
                    <a:pt x="1377532" y="4618573"/>
                  </a:lnTo>
                  <a:lnTo>
                    <a:pt x="1377719" y="4618573"/>
                  </a:lnTo>
                  <a:lnTo>
                    <a:pt x="1377812" y="4618573"/>
                  </a:lnTo>
                  <a:lnTo>
                    <a:pt x="1377998" y="4618573"/>
                  </a:lnTo>
                  <a:lnTo>
                    <a:pt x="1378278" y="4618573"/>
                  </a:lnTo>
                  <a:lnTo>
                    <a:pt x="1378558" y="4618573"/>
                  </a:lnTo>
                  <a:lnTo>
                    <a:pt x="1378651" y="4618573"/>
                  </a:lnTo>
                  <a:lnTo>
                    <a:pt x="1378744" y="4618573"/>
                  </a:lnTo>
                  <a:lnTo>
                    <a:pt x="1378838" y="4618573"/>
                  </a:lnTo>
                  <a:lnTo>
                    <a:pt x="1378931" y="4618573"/>
                  </a:lnTo>
                  <a:lnTo>
                    <a:pt x="1379024" y="4618573"/>
                  </a:lnTo>
                  <a:lnTo>
                    <a:pt x="1379211" y="4618573"/>
                  </a:lnTo>
                  <a:lnTo>
                    <a:pt x="1379397" y="4618573"/>
                  </a:lnTo>
                  <a:lnTo>
                    <a:pt x="1379677" y="4618573"/>
                  </a:lnTo>
                  <a:lnTo>
                    <a:pt x="1379770" y="4618573"/>
                  </a:lnTo>
                  <a:lnTo>
                    <a:pt x="1379863" y="4618573"/>
                  </a:lnTo>
                  <a:lnTo>
                    <a:pt x="1379957" y="4618573"/>
                  </a:lnTo>
                  <a:lnTo>
                    <a:pt x="1380423" y="4618573"/>
                  </a:lnTo>
                  <a:lnTo>
                    <a:pt x="1380889" y="4618573"/>
                  </a:lnTo>
                  <a:lnTo>
                    <a:pt x="1380982" y="4618573"/>
                  </a:lnTo>
                  <a:lnTo>
                    <a:pt x="1381075" y="4618573"/>
                  </a:lnTo>
                  <a:lnTo>
                    <a:pt x="1381169" y="4618573"/>
                  </a:lnTo>
                  <a:lnTo>
                    <a:pt x="1381355" y="4618573"/>
                  </a:lnTo>
                  <a:lnTo>
                    <a:pt x="1381448" y="4618573"/>
                  </a:lnTo>
                  <a:lnTo>
                    <a:pt x="1381542" y="4618573"/>
                  </a:lnTo>
                  <a:lnTo>
                    <a:pt x="1381728" y="4618573"/>
                  </a:lnTo>
                  <a:lnTo>
                    <a:pt x="1381821" y="4618573"/>
                  </a:lnTo>
                  <a:lnTo>
                    <a:pt x="1382008" y="4618573"/>
                  </a:lnTo>
                  <a:lnTo>
                    <a:pt x="1382101" y="4618573"/>
                  </a:lnTo>
                  <a:lnTo>
                    <a:pt x="1382288" y="4618573"/>
                  </a:lnTo>
                  <a:lnTo>
                    <a:pt x="1382381" y="4618573"/>
                  </a:lnTo>
                  <a:lnTo>
                    <a:pt x="1382661" y="4618573"/>
                  </a:lnTo>
                  <a:lnTo>
                    <a:pt x="1382754" y="4618573"/>
                  </a:lnTo>
                  <a:lnTo>
                    <a:pt x="1382847" y="4618573"/>
                  </a:lnTo>
                  <a:lnTo>
                    <a:pt x="1383034" y="4618573"/>
                  </a:lnTo>
                  <a:lnTo>
                    <a:pt x="1383127" y="4618573"/>
                  </a:lnTo>
                  <a:lnTo>
                    <a:pt x="1383313" y="4618573"/>
                  </a:lnTo>
                  <a:lnTo>
                    <a:pt x="1383500" y="4618573"/>
                  </a:lnTo>
                  <a:lnTo>
                    <a:pt x="1383873" y="4618573"/>
                  </a:lnTo>
                  <a:lnTo>
                    <a:pt x="1383966" y="4618573"/>
                  </a:lnTo>
                  <a:lnTo>
                    <a:pt x="1384059" y="4618573"/>
                  </a:lnTo>
                  <a:lnTo>
                    <a:pt x="1384246" y="4618573"/>
                  </a:lnTo>
                  <a:lnTo>
                    <a:pt x="1384339" y="4618573"/>
                  </a:lnTo>
                  <a:lnTo>
                    <a:pt x="1384432" y="4618573"/>
                  </a:lnTo>
                  <a:lnTo>
                    <a:pt x="1384526" y="4618573"/>
                  </a:lnTo>
                  <a:lnTo>
                    <a:pt x="1384619" y="4618573"/>
                  </a:lnTo>
                  <a:lnTo>
                    <a:pt x="1384805" y="4618573"/>
                  </a:lnTo>
                  <a:lnTo>
                    <a:pt x="1384899" y="4618573"/>
                  </a:lnTo>
                  <a:lnTo>
                    <a:pt x="1384992" y="4618573"/>
                  </a:lnTo>
                  <a:lnTo>
                    <a:pt x="1385551" y="4618573"/>
                  </a:lnTo>
                  <a:lnTo>
                    <a:pt x="1385831" y="4618573"/>
                  </a:lnTo>
                  <a:lnTo>
                    <a:pt x="1386111" y="4618573"/>
                  </a:lnTo>
                  <a:lnTo>
                    <a:pt x="1386297" y="4618573"/>
                  </a:lnTo>
                  <a:lnTo>
                    <a:pt x="1386391" y="4618573"/>
                  </a:lnTo>
                  <a:lnTo>
                    <a:pt x="1386764" y="4618573"/>
                  </a:lnTo>
                  <a:lnTo>
                    <a:pt x="1386857" y="4618573"/>
                  </a:lnTo>
                  <a:lnTo>
                    <a:pt x="1386950" y="4618573"/>
                  </a:lnTo>
                  <a:lnTo>
                    <a:pt x="1387043" y="4618573"/>
                  </a:lnTo>
                  <a:lnTo>
                    <a:pt x="1387137" y="4618573"/>
                  </a:lnTo>
                  <a:lnTo>
                    <a:pt x="1387230" y="4618573"/>
                  </a:lnTo>
                  <a:lnTo>
                    <a:pt x="1387323" y="4618573"/>
                  </a:lnTo>
                  <a:lnTo>
                    <a:pt x="1387603" y="4618573"/>
                  </a:lnTo>
                  <a:lnTo>
                    <a:pt x="1387976" y="4618573"/>
                  </a:lnTo>
                  <a:lnTo>
                    <a:pt x="1388069" y="4618573"/>
                  </a:lnTo>
                  <a:lnTo>
                    <a:pt x="1388162" y="4618573"/>
                  </a:lnTo>
                  <a:lnTo>
                    <a:pt x="1388349" y="4618573"/>
                  </a:lnTo>
                  <a:lnTo>
                    <a:pt x="1388535" y="4618573"/>
                  </a:lnTo>
                  <a:lnTo>
                    <a:pt x="1388628" y="4618573"/>
                  </a:lnTo>
                  <a:lnTo>
                    <a:pt x="1388908" y="4618573"/>
                  </a:lnTo>
                  <a:lnTo>
                    <a:pt x="1389001" y="4618573"/>
                  </a:lnTo>
                  <a:lnTo>
                    <a:pt x="1389001" y="4608619"/>
                  </a:lnTo>
                  <a:lnTo>
                    <a:pt x="1389095" y="4608619"/>
                  </a:lnTo>
                  <a:lnTo>
                    <a:pt x="1389188" y="4608619"/>
                  </a:lnTo>
                  <a:lnTo>
                    <a:pt x="1389374" y="4608619"/>
                  </a:lnTo>
                  <a:lnTo>
                    <a:pt x="1389561" y="4598666"/>
                  </a:lnTo>
                  <a:lnTo>
                    <a:pt x="1389654" y="4598666"/>
                  </a:lnTo>
                  <a:lnTo>
                    <a:pt x="1389747" y="4598666"/>
                  </a:lnTo>
                  <a:lnTo>
                    <a:pt x="1389841" y="4598666"/>
                  </a:lnTo>
                  <a:lnTo>
                    <a:pt x="1389934" y="4598666"/>
                  </a:lnTo>
                  <a:lnTo>
                    <a:pt x="1390400" y="4598666"/>
                  </a:lnTo>
                  <a:lnTo>
                    <a:pt x="1390680" y="4598666"/>
                  </a:lnTo>
                  <a:lnTo>
                    <a:pt x="1390773" y="4598666"/>
                  </a:lnTo>
                  <a:lnTo>
                    <a:pt x="1390866" y="4598666"/>
                  </a:lnTo>
                  <a:lnTo>
                    <a:pt x="1391053" y="4598666"/>
                  </a:lnTo>
                  <a:lnTo>
                    <a:pt x="1391146" y="4598666"/>
                  </a:lnTo>
                  <a:lnTo>
                    <a:pt x="1391239" y="4598666"/>
                  </a:lnTo>
                  <a:lnTo>
                    <a:pt x="1391333" y="4598666"/>
                  </a:lnTo>
                  <a:lnTo>
                    <a:pt x="1391426" y="4598666"/>
                  </a:lnTo>
                  <a:lnTo>
                    <a:pt x="1391612" y="4598666"/>
                  </a:lnTo>
                  <a:lnTo>
                    <a:pt x="1392172" y="4598666"/>
                  </a:lnTo>
                  <a:lnTo>
                    <a:pt x="1392265" y="4598666"/>
                  </a:lnTo>
                  <a:lnTo>
                    <a:pt x="1392358" y="4598666"/>
                  </a:lnTo>
                  <a:lnTo>
                    <a:pt x="1392452" y="4598666"/>
                  </a:lnTo>
                  <a:lnTo>
                    <a:pt x="1392545" y="4598666"/>
                  </a:lnTo>
                  <a:lnTo>
                    <a:pt x="1392638" y="4598666"/>
                  </a:lnTo>
                  <a:lnTo>
                    <a:pt x="1392731" y="4598666"/>
                  </a:lnTo>
                  <a:lnTo>
                    <a:pt x="1392825" y="4598666"/>
                  </a:lnTo>
                  <a:lnTo>
                    <a:pt x="1392918" y="4598666"/>
                  </a:lnTo>
                  <a:lnTo>
                    <a:pt x="1393198" y="4598666"/>
                  </a:lnTo>
                  <a:lnTo>
                    <a:pt x="1393384" y="4598666"/>
                  </a:lnTo>
                  <a:lnTo>
                    <a:pt x="1393477" y="4598666"/>
                  </a:lnTo>
                  <a:lnTo>
                    <a:pt x="1393571" y="4598666"/>
                  </a:lnTo>
                  <a:lnTo>
                    <a:pt x="1393664" y="4598666"/>
                  </a:lnTo>
                  <a:lnTo>
                    <a:pt x="1393757" y="4598666"/>
                  </a:lnTo>
                  <a:lnTo>
                    <a:pt x="1393944" y="4598666"/>
                  </a:lnTo>
                  <a:lnTo>
                    <a:pt x="1394037" y="4598666"/>
                  </a:lnTo>
                  <a:lnTo>
                    <a:pt x="1394130" y="4598666"/>
                  </a:lnTo>
                  <a:lnTo>
                    <a:pt x="1394317" y="4598666"/>
                  </a:lnTo>
                  <a:lnTo>
                    <a:pt x="1394503" y="4598666"/>
                  </a:lnTo>
                  <a:lnTo>
                    <a:pt x="1394783" y="4598666"/>
                  </a:lnTo>
                  <a:lnTo>
                    <a:pt x="1394876" y="4598666"/>
                  </a:lnTo>
                  <a:lnTo>
                    <a:pt x="1395062" y="4598666"/>
                  </a:lnTo>
                  <a:lnTo>
                    <a:pt x="1395249" y="4598666"/>
                  </a:lnTo>
                  <a:lnTo>
                    <a:pt x="1395435" y="4598666"/>
                  </a:lnTo>
                  <a:lnTo>
                    <a:pt x="1395529" y="4598666"/>
                  </a:lnTo>
                  <a:lnTo>
                    <a:pt x="1395622" y="4598666"/>
                  </a:lnTo>
                  <a:lnTo>
                    <a:pt x="1395715" y="4598666"/>
                  </a:lnTo>
                  <a:lnTo>
                    <a:pt x="1395995" y="4598666"/>
                  </a:lnTo>
                  <a:lnTo>
                    <a:pt x="1396368" y="4598666"/>
                  </a:lnTo>
                  <a:lnTo>
                    <a:pt x="1396461" y="4598666"/>
                  </a:lnTo>
                  <a:lnTo>
                    <a:pt x="1396648" y="4598666"/>
                  </a:lnTo>
                  <a:lnTo>
                    <a:pt x="1396741" y="4598666"/>
                  </a:lnTo>
                  <a:lnTo>
                    <a:pt x="1396927" y="4598666"/>
                  </a:lnTo>
                  <a:lnTo>
                    <a:pt x="1397021" y="4598666"/>
                  </a:lnTo>
                  <a:lnTo>
                    <a:pt x="1397114" y="4598666"/>
                  </a:lnTo>
                  <a:lnTo>
                    <a:pt x="1397207" y="4598666"/>
                  </a:lnTo>
                  <a:lnTo>
                    <a:pt x="1397580" y="4598666"/>
                  </a:lnTo>
                  <a:lnTo>
                    <a:pt x="1397767" y="4598666"/>
                  </a:lnTo>
                  <a:lnTo>
                    <a:pt x="1397953" y="4598666"/>
                  </a:lnTo>
                  <a:lnTo>
                    <a:pt x="1398046" y="4598666"/>
                  </a:lnTo>
                  <a:lnTo>
                    <a:pt x="1398419" y="4598666"/>
                  </a:lnTo>
                  <a:lnTo>
                    <a:pt x="1398513" y="4598666"/>
                  </a:lnTo>
                  <a:lnTo>
                    <a:pt x="1398606" y="4598666"/>
                  </a:lnTo>
                  <a:lnTo>
                    <a:pt x="1398699" y="4598666"/>
                  </a:lnTo>
                  <a:lnTo>
                    <a:pt x="1398792" y="4598666"/>
                  </a:lnTo>
                  <a:lnTo>
                    <a:pt x="1398979" y="4598666"/>
                  </a:lnTo>
                  <a:lnTo>
                    <a:pt x="1399165" y="4598666"/>
                  </a:lnTo>
                  <a:lnTo>
                    <a:pt x="1399352" y="4598666"/>
                  </a:lnTo>
                  <a:lnTo>
                    <a:pt x="1399445" y="4598666"/>
                  </a:lnTo>
                  <a:lnTo>
                    <a:pt x="1399538" y="4598666"/>
                  </a:lnTo>
                  <a:lnTo>
                    <a:pt x="1399632" y="4598666"/>
                  </a:lnTo>
                  <a:lnTo>
                    <a:pt x="1399911" y="4598666"/>
                  </a:lnTo>
                  <a:lnTo>
                    <a:pt x="1400005" y="4598666"/>
                  </a:lnTo>
                  <a:lnTo>
                    <a:pt x="1400098" y="4598666"/>
                  </a:lnTo>
                  <a:lnTo>
                    <a:pt x="1400284" y="4598666"/>
                  </a:lnTo>
                  <a:lnTo>
                    <a:pt x="1400378" y="4598666"/>
                  </a:lnTo>
                  <a:lnTo>
                    <a:pt x="1400471" y="4598666"/>
                  </a:lnTo>
                  <a:lnTo>
                    <a:pt x="1400564" y="4598666"/>
                  </a:lnTo>
                  <a:lnTo>
                    <a:pt x="1401030" y="4598666"/>
                  </a:lnTo>
                  <a:lnTo>
                    <a:pt x="1401124" y="4598666"/>
                  </a:lnTo>
                  <a:lnTo>
                    <a:pt x="1401963" y="4598666"/>
                  </a:lnTo>
                  <a:lnTo>
                    <a:pt x="1402242" y="4598666"/>
                  </a:lnTo>
                  <a:lnTo>
                    <a:pt x="1402522" y="4598666"/>
                  </a:lnTo>
                  <a:lnTo>
                    <a:pt x="1402615" y="4598666"/>
                  </a:lnTo>
                  <a:lnTo>
                    <a:pt x="1402709" y="4598666"/>
                  </a:lnTo>
                  <a:lnTo>
                    <a:pt x="1402802" y="4598666"/>
                  </a:lnTo>
                  <a:lnTo>
                    <a:pt x="1402988" y="4598666"/>
                  </a:lnTo>
                  <a:lnTo>
                    <a:pt x="1403361" y="4598666"/>
                  </a:lnTo>
                  <a:lnTo>
                    <a:pt x="1403455" y="4598666"/>
                  </a:lnTo>
                  <a:lnTo>
                    <a:pt x="1403734" y="4598666"/>
                  </a:lnTo>
                  <a:lnTo>
                    <a:pt x="1403828" y="4598666"/>
                  </a:lnTo>
                  <a:lnTo>
                    <a:pt x="1403921" y="4598666"/>
                  </a:lnTo>
                  <a:lnTo>
                    <a:pt x="1404201" y="4598666"/>
                  </a:lnTo>
                  <a:lnTo>
                    <a:pt x="1404294" y="4598666"/>
                  </a:lnTo>
                  <a:lnTo>
                    <a:pt x="1404387" y="4598666"/>
                  </a:lnTo>
                  <a:lnTo>
                    <a:pt x="1404480" y="4598666"/>
                  </a:lnTo>
                  <a:lnTo>
                    <a:pt x="1404574" y="4598666"/>
                  </a:lnTo>
                  <a:lnTo>
                    <a:pt x="1404760" y="4598666"/>
                  </a:lnTo>
                  <a:lnTo>
                    <a:pt x="1404853" y="4598666"/>
                  </a:lnTo>
                  <a:lnTo>
                    <a:pt x="1405133" y="4598666"/>
                  </a:lnTo>
                  <a:lnTo>
                    <a:pt x="1405226" y="4598666"/>
                  </a:lnTo>
                  <a:lnTo>
                    <a:pt x="1405413" y="4598666"/>
                  </a:lnTo>
                  <a:lnTo>
                    <a:pt x="1405506" y="4598666"/>
                  </a:lnTo>
                  <a:lnTo>
                    <a:pt x="1405599" y="4598666"/>
                  </a:lnTo>
                  <a:lnTo>
                    <a:pt x="1405879" y="4598666"/>
                  </a:lnTo>
                  <a:lnTo>
                    <a:pt x="1405972" y="4598666"/>
                  </a:lnTo>
                  <a:lnTo>
                    <a:pt x="1405972" y="4588712"/>
                  </a:lnTo>
                  <a:lnTo>
                    <a:pt x="1406159" y="4588712"/>
                  </a:lnTo>
                  <a:lnTo>
                    <a:pt x="1406345" y="4588712"/>
                  </a:lnTo>
                  <a:lnTo>
                    <a:pt x="1406625" y="4588712"/>
                  </a:lnTo>
                  <a:lnTo>
                    <a:pt x="1406718" y="4588712"/>
                  </a:lnTo>
                  <a:lnTo>
                    <a:pt x="1406905" y="4588712"/>
                  </a:lnTo>
                  <a:lnTo>
                    <a:pt x="1406998" y="4578758"/>
                  </a:lnTo>
                  <a:lnTo>
                    <a:pt x="1407278" y="4578758"/>
                  </a:lnTo>
                  <a:lnTo>
                    <a:pt x="1407371" y="4578758"/>
                  </a:lnTo>
                  <a:lnTo>
                    <a:pt x="1407464" y="4578758"/>
                  </a:lnTo>
                  <a:lnTo>
                    <a:pt x="1407651" y="4578758"/>
                  </a:lnTo>
                  <a:lnTo>
                    <a:pt x="1407744" y="4578758"/>
                  </a:lnTo>
                  <a:lnTo>
                    <a:pt x="1407837" y="4578758"/>
                  </a:lnTo>
                  <a:lnTo>
                    <a:pt x="1407931" y="4578758"/>
                  </a:lnTo>
                  <a:lnTo>
                    <a:pt x="1408583" y="4578758"/>
                  </a:lnTo>
                  <a:lnTo>
                    <a:pt x="1408676" y="4578758"/>
                  </a:lnTo>
                  <a:lnTo>
                    <a:pt x="1408863" y="4578758"/>
                  </a:lnTo>
                  <a:lnTo>
                    <a:pt x="1409049" y="4578758"/>
                  </a:lnTo>
                  <a:lnTo>
                    <a:pt x="1409143" y="4578758"/>
                  </a:lnTo>
                  <a:lnTo>
                    <a:pt x="1409236" y="4578758"/>
                  </a:lnTo>
                  <a:lnTo>
                    <a:pt x="1409329" y="4578758"/>
                  </a:lnTo>
                  <a:lnTo>
                    <a:pt x="1409422" y="4578758"/>
                  </a:lnTo>
                  <a:lnTo>
                    <a:pt x="1409516" y="4578758"/>
                  </a:lnTo>
                  <a:lnTo>
                    <a:pt x="1409609" y="4578758"/>
                  </a:lnTo>
                  <a:lnTo>
                    <a:pt x="1409702" y="4578758"/>
                  </a:lnTo>
                  <a:lnTo>
                    <a:pt x="1409795" y="4578758"/>
                  </a:lnTo>
                  <a:lnTo>
                    <a:pt x="1409982" y="4578758"/>
                  </a:lnTo>
                  <a:lnTo>
                    <a:pt x="1410075" y="4578758"/>
                  </a:lnTo>
                  <a:lnTo>
                    <a:pt x="1410168" y="4578758"/>
                  </a:lnTo>
                  <a:lnTo>
                    <a:pt x="1410355" y="4568804"/>
                  </a:lnTo>
                  <a:lnTo>
                    <a:pt x="1410448" y="4568804"/>
                  </a:lnTo>
                  <a:lnTo>
                    <a:pt x="1410635" y="4568804"/>
                  </a:lnTo>
                  <a:lnTo>
                    <a:pt x="1410728" y="4568804"/>
                  </a:lnTo>
                  <a:lnTo>
                    <a:pt x="1410914" y="4568804"/>
                  </a:lnTo>
                  <a:lnTo>
                    <a:pt x="1411381" y="4568804"/>
                  </a:lnTo>
                  <a:lnTo>
                    <a:pt x="1411567" y="4568804"/>
                  </a:lnTo>
                  <a:lnTo>
                    <a:pt x="1411660" y="4568804"/>
                  </a:lnTo>
                  <a:lnTo>
                    <a:pt x="1411940" y="4568804"/>
                  </a:lnTo>
                  <a:lnTo>
                    <a:pt x="1412033" y="4568804"/>
                  </a:lnTo>
                  <a:lnTo>
                    <a:pt x="1412127" y="4568804"/>
                  </a:lnTo>
                  <a:lnTo>
                    <a:pt x="1412313" y="4568804"/>
                  </a:lnTo>
                  <a:lnTo>
                    <a:pt x="1412406" y="4568804"/>
                  </a:lnTo>
                  <a:lnTo>
                    <a:pt x="1412500" y="4568804"/>
                  </a:lnTo>
                  <a:lnTo>
                    <a:pt x="1412779" y="4568804"/>
                  </a:lnTo>
                  <a:lnTo>
                    <a:pt x="1412966" y="4568804"/>
                  </a:lnTo>
                  <a:lnTo>
                    <a:pt x="1413246" y="4568804"/>
                  </a:lnTo>
                  <a:lnTo>
                    <a:pt x="1413619" y="4568804"/>
                  </a:lnTo>
                  <a:lnTo>
                    <a:pt x="1413805" y="4568804"/>
                  </a:lnTo>
                  <a:lnTo>
                    <a:pt x="1413898" y="4568804"/>
                  </a:lnTo>
                  <a:lnTo>
                    <a:pt x="1413992" y="4568804"/>
                  </a:lnTo>
                  <a:lnTo>
                    <a:pt x="1414178" y="4568804"/>
                  </a:lnTo>
                  <a:lnTo>
                    <a:pt x="1414271" y="4568804"/>
                  </a:lnTo>
                  <a:lnTo>
                    <a:pt x="1414365" y="4568804"/>
                  </a:lnTo>
                  <a:lnTo>
                    <a:pt x="1414458" y="4568804"/>
                  </a:lnTo>
                  <a:lnTo>
                    <a:pt x="1414644" y="4568804"/>
                  </a:lnTo>
                  <a:lnTo>
                    <a:pt x="1415297" y="4558850"/>
                  </a:lnTo>
                  <a:lnTo>
                    <a:pt x="1415577" y="4558850"/>
                  </a:lnTo>
                  <a:lnTo>
                    <a:pt x="1415670" y="4558850"/>
                  </a:lnTo>
                  <a:lnTo>
                    <a:pt x="1415856" y="4558850"/>
                  </a:lnTo>
                  <a:lnTo>
                    <a:pt x="1415950" y="4558850"/>
                  </a:lnTo>
                  <a:lnTo>
                    <a:pt x="1416229" y="4558850"/>
                  </a:lnTo>
                  <a:lnTo>
                    <a:pt x="1416323" y="4558850"/>
                  </a:lnTo>
                  <a:lnTo>
                    <a:pt x="1416509" y="4558850"/>
                  </a:lnTo>
                  <a:lnTo>
                    <a:pt x="1416602" y="4558850"/>
                  </a:lnTo>
                  <a:lnTo>
                    <a:pt x="1416975" y="4558850"/>
                  </a:lnTo>
                  <a:lnTo>
                    <a:pt x="1417255" y="4558850"/>
                  </a:lnTo>
                  <a:lnTo>
                    <a:pt x="1417721" y="4558850"/>
                  </a:lnTo>
                  <a:lnTo>
                    <a:pt x="1418001" y="4558850"/>
                  </a:lnTo>
                  <a:lnTo>
                    <a:pt x="1418094" y="4558850"/>
                  </a:lnTo>
                  <a:lnTo>
                    <a:pt x="1418188" y="4558850"/>
                  </a:lnTo>
                  <a:lnTo>
                    <a:pt x="1418374" y="4558850"/>
                  </a:lnTo>
                  <a:lnTo>
                    <a:pt x="1418467" y="4558850"/>
                  </a:lnTo>
                  <a:lnTo>
                    <a:pt x="1418561" y="4558850"/>
                  </a:lnTo>
                  <a:lnTo>
                    <a:pt x="1418934" y="4558850"/>
                  </a:lnTo>
                  <a:lnTo>
                    <a:pt x="1419027" y="4558850"/>
                  </a:lnTo>
                  <a:lnTo>
                    <a:pt x="1419213" y="4558850"/>
                  </a:lnTo>
                  <a:lnTo>
                    <a:pt x="1419307" y="4558850"/>
                  </a:lnTo>
                  <a:lnTo>
                    <a:pt x="1419493" y="4558850"/>
                  </a:lnTo>
                  <a:lnTo>
                    <a:pt x="1419586" y="4558850"/>
                  </a:lnTo>
                  <a:lnTo>
                    <a:pt x="1419866" y="4558850"/>
                  </a:lnTo>
                  <a:lnTo>
                    <a:pt x="1419959" y="4558850"/>
                  </a:lnTo>
                  <a:lnTo>
                    <a:pt x="1420053" y="4558850"/>
                  </a:lnTo>
                  <a:lnTo>
                    <a:pt x="1420146" y="4558850"/>
                  </a:lnTo>
                  <a:lnTo>
                    <a:pt x="1420332" y="4558850"/>
                  </a:lnTo>
                  <a:lnTo>
                    <a:pt x="1420892" y="4558850"/>
                  </a:lnTo>
                  <a:lnTo>
                    <a:pt x="1420985" y="4558850"/>
                  </a:lnTo>
                  <a:lnTo>
                    <a:pt x="1421172" y="4558850"/>
                  </a:lnTo>
                  <a:lnTo>
                    <a:pt x="1421451" y="4558850"/>
                  </a:lnTo>
                  <a:lnTo>
                    <a:pt x="1421638" y="4558850"/>
                  </a:lnTo>
                  <a:lnTo>
                    <a:pt x="1421731" y="4558850"/>
                  </a:lnTo>
                  <a:lnTo>
                    <a:pt x="1422011" y="4558850"/>
                  </a:lnTo>
                  <a:lnTo>
                    <a:pt x="1422104" y="4558850"/>
                  </a:lnTo>
                  <a:lnTo>
                    <a:pt x="1422290" y="4558850"/>
                  </a:lnTo>
                  <a:lnTo>
                    <a:pt x="1422477" y="4558850"/>
                  </a:lnTo>
                  <a:lnTo>
                    <a:pt x="1422757" y="4558850"/>
                  </a:lnTo>
                  <a:lnTo>
                    <a:pt x="1422850" y="4558850"/>
                  </a:lnTo>
                  <a:lnTo>
                    <a:pt x="1422943" y="4558850"/>
                  </a:lnTo>
                  <a:lnTo>
                    <a:pt x="1423036" y="4558850"/>
                  </a:lnTo>
                  <a:lnTo>
                    <a:pt x="1423223" y="4558850"/>
                  </a:lnTo>
                  <a:lnTo>
                    <a:pt x="1423503" y="4558850"/>
                  </a:lnTo>
                  <a:lnTo>
                    <a:pt x="1423689" y="4558850"/>
                  </a:lnTo>
                  <a:lnTo>
                    <a:pt x="1423876" y="4558850"/>
                  </a:lnTo>
                  <a:lnTo>
                    <a:pt x="1424062" y="4558850"/>
                  </a:lnTo>
                  <a:lnTo>
                    <a:pt x="1424249" y="4558850"/>
                  </a:lnTo>
                  <a:lnTo>
                    <a:pt x="1424528" y="4558850"/>
                  </a:lnTo>
                  <a:lnTo>
                    <a:pt x="1424715" y="4558850"/>
                  </a:lnTo>
                  <a:lnTo>
                    <a:pt x="1424808" y="4558850"/>
                  </a:lnTo>
                  <a:lnTo>
                    <a:pt x="1424901" y="4558850"/>
                  </a:lnTo>
                  <a:lnTo>
                    <a:pt x="1424995" y="4558850"/>
                  </a:lnTo>
                  <a:lnTo>
                    <a:pt x="1425088" y="4558850"/>
                  </a:lnTo>
                  <a:lnTo>
                    <a:pt x="1425181" y="4558850"/>
                  </a:lnTo>
                  <a:lnTo>
                    <a:pt x="1425834" y="4558850"/>
                  </a:lnTo>
                  <a:lnTo>
                    <a:pt x="1425927" y="4558850"/>
                  </a:lnTo>
                  <a:lnTo>
                    <a:pt x="1426020" y="4558850"/>
                  </a:lnTo>
                  <a:lnTo>
                    <a:pt x="1426114" y="4558850"/>
                  </a:lnTo>
                  <a:lnTo>
                    <a:pt x="1426207" y="4558850"/>
                  </a:lnTo>
                  <a:lnTo>
                    <a:pt x="1426300" y="4558850"/>
                  </a:lnTo>
                  <a:lnTo>
                    <a:pt x="1426393" y="4558850"/>
                  </a:lnTo>
                  <a:lnTo>
                    <a:pt x="1426580" y="4558850"/>
                  </a:lnTo>
                  <a:lnTo>
                    <a:pt x="1426766" y="4558850"/>
                  </a:lnTo>
                  <a:lnTo>
                    <a:pt x="1426953" y="4558850"/>
                  </a:lnTo>
                  <a:lnTo>
                    <a:pt x="1427046" y="4558850"/>
                  </a:lnTo>
                  <a:lnTo>
                    <a:pt x="1427139" y="4558850"/>
                  </a:lnTo>
                  <a:lnTo>
                    <a:pt x="1427233" y="4558850"/>
                  </a:lnTo>
                  <a:lnTo>
                    <a:pt x="1427512" y="4558850"/>
                  </a:lnTo>
                  <a:lnTo>
                    <a:pt x="1427699" y="4558850"/>
                  </a:lnTo>
                  <a:lnTo>
                    <a:pt x="1427792" y="4558850"/>
                  </a:lnTo>
                  <a:lnTo>
                    <a:pt x="1427885" y="4558850"/>
                  </a:lnTo>
                  <a:lnTo>
                    <a:pt x="1428072" y="4558850"/>
                  </a:lnTo>
                  <a:lnTo>
                    <a:pt x="1428165" y="4558850"/>
                  </a:lnTo>
                  <a:lnTo>
                    <a:pt x="1428538" y="4558850"/>
                  </a:lnTo>
                  <a:lnTo>
                    <a:pt x="1428725" y="4558850"/>
                  </a:lnTo>
                  <a:lnTo>
                    <a:pt x="1428818" y="4558850"/>
                  </a:lnTo>
                  <a:lnTo>
                    <a:pt x="1428911" y="4558850"/>
                  </a:lnTo>
                  <a:lnTo>
                    <a:pt x="1429191" y="4558850"/>
                  </a:lnTo>
                  <a:lnTo>
                    <a:pt x="1429284" y="4558850"/>
                  </a:lnTo>
                  <a:lnTo>
                    <a:pt x="1429377" y="4558850"/>
                  </a:lnTo>
                  <a:lnTo>
                    <a:pt x="1429470" y="4558850"/>
                  </a:lnTo>
                  <a:lnTo>
                    <a:pt x="1429564" y="4558850"/>
                  </a:lnTo>
                  <a:lnTo>
                    <a:pt x="1429657" y="4558850"/>
                  </a:lnTo>
                  <a:lnTo>
                    <a:pt x="1429750" y="4558850"/>
                  </a:lnTo>
                  <a:lnTo>
                    <a:pt x="1430030" y="4558850"/>
                  </a:lnTo>
                  <a:lnTo>
                    <a:pt x="1430216" y="4558850"/>
                  </a:lnTo>
                  <a:lnTo>
                    <a:pt x="1430496" y="4558850"/>
                  </a:lnTo>
                  <a:lnTo>
                    <a:pt x="1430589" y="4558850"/>
                  </a:lnTo>
                  <a:lnTo>
                    <a:pt x="1430683" y="4558850"/>
                  </a:lnTo>
                  <a:lnTo>
                    <a:pt x="1430776" y="4558850"/>
                  </a:lnTo>
                  <a:lnTo>
                    <a:pt x="1431056" y="4558850"/>
                  </a:lnTo>
                  <a:lnTo>
                    <a:pt x="1431242" y="4558850"/>
                  </a:lnTo>
                  <a:lnTo>
                    <a:pt x="1431429" y="4558850"/>
                  </a:lnTo>
                  <a:lnTo>
                    <a:pt x="1431522" y="4558850"/>
                  </a:lnTo>
                  <a:lnTo>
                    <a:pt x="1431615" y="4558850"/>
                  </a:lnTo>
                  <a:lnTo>
                    <a:pt x="1432081" y="4558850"/>
                  </a:lnTo>
                  <a:lnTo>
                    <a:pt x="1432175" y="4558850"/>
                  </a:lnTo>
                  <a:lnTo>
                    <a:pt x="1432268" y="4558850"/>
                  </a:lnTo>
                  <a:lnTo>
                    <a:pt x="1432548" y="4558850"/>
                  </a:lnTo>
                  <a:lnTo>
                    <a:pt x="1432641" y="4558850"/>
                  </a:lnTo>
                  <a:lnTo>
                    <a:pt x="1432827" y="4558850"/>
                  </a:lnTo>
                  <a:lnTo>
                    <a:pt x="1433014" y="4558850"/>
                  </a:lnTo>
                  <a:lnTo>
                    <a:pt x="1433107" y="4558850"/>
                  </a:lnTo>
                  <a:lnTo>
                    <a:pt x="1433200" y="4558850"/>
                  </a:lnTo>
                  <a:lnTo>
                    <a:pt x="1433760" y="4558850"/>
                  </a:lnTo>
                  <a:lnTo>
                    <a:pt x="1434133" y="4558850"/>
                  </a:lnTo>
                  <a:lnTo>
                    <a:pt x="1434226" y="4558850"/>
                  </a:lnTo>
                  <a:lnTo>
                    <a:pt x="1434319" y="4558850"/>
                  </a:lnTo>
                  <a:lnTo>
                    <a:pt x="1434599" y="4558850"/>
                  </a:lnTo>
                  <a:lnTo>
                    <a:pt x="1434692" y="4558850"/>
                  </a:lnTo>
                  <a:lnTo>
                    <a:pt x="1434786" y="4548896"/>
                  </a:lnTo>
                  <a:lnTo>
                    <a:pt x="1434879" y="4548896"/>
                  </a:lnTo>
                  <a:lnTo>
                    <a:pt x="1434972" y="4548896"/>
                  </a:lnTo>
                  <a:lnTo>
                    <a:pt x="1435065" y="4548896"/>
                  </a:lnTo>
                  <a:lnTo>
                    <a:pt x="1435438" y="4548896"/>
                  </a:lnTo>
                  <a:lnTo>
                    <a:pt x="1435625" y="4548896"/>
                  </a:lnTo>
                  <a:lnTo>
                    <a:pt x="1435905" y="4548896"/>
                  </a:lnTo>
                  <a:lnTo>
                    <a:pt x="1437117" y="4538943"/>
                  </a:lnTo>
                  <a:lnTo>
                    <a:pt x="1437210" y="4538943"/>
                  </a:lnTo>
                  <a:lnTo>
                    <a:pt x="1437396" y="4538943"/>
                  </a:lnTo>
                  <a:lnTo>
                    <a:pt x="1437490" y="4538943"/>
                  </a:lnTo>
                  <a:lnTo>
                    <a:pt x="1437583" y="4538943"/>
                  </a:lnTo>
                  <a:lnTo>
                    <a:pt x="1437769" y="4538943"/>
                  </a:lnTo>
                  <a:lnTo>
                    <a:pt x="1437863" y="4538943"/>
                  </a:lnTo>
                  <a:lnTo>
                    <a:pt x="1438049" y="4538943"/>
                  </a:lnTo>
                  <a:lnTo>
                    <a:pt x="1438142" y="4538943"/>
                  </a:lnTo>
                  <a:lnTo>
                    <a:pt x="1438142" y="4528989"/>
                  </a:lnTo>
                  <a:lnTo>
                    <a:pt x="1438422" y="4528989"/>
                  </a:lnTo>
                  <a:lnTo>
                    <a:pt x="1438609" y="4528989"/>
                  </a:lnTo>
                  <a:lnTo>
                    <a:pt x="1438702" y="4528989"/>
                  </a:lnTo>
                  <a:lnTo>
                    <a:pt x="1438795" y="4528989"/>
                  </a:lnTo>
                  <a:lnTo>
                    <a:pt x="1438982" y="4528989"/>
                  </a:lnTo>
                  <a:lnTo>
                    <a:pt x="1439168" y="4528989"/>
                  </a:lnTo>
                  <a:lnTo>
                    <a:pt x="1439355" y="4528989"/>
                  </a:lnTo>
                  <a:lnTo>
                    <a:pt x="1439541" y="4528989"/>
                  </a:lnTo>
                  <a:lnTo>
                    <a:pt x="1440007" y="4528989"/>
                  </a:lnTo>
                  <a:lnTo>
                    <a:pt x="1440101" y="4528989"/>
                  </a:lnTo>
                  <a:lnTo>
                    <a:pt x="1440194" y="4528989"/>
                  </a:lnTo>
                  <a:lnTo>
                    <a:pt x="1440474" y="4528989"/>
                  </a:lnTo>
                  <a:lnTo>
                    <a:pt x="1440567" y="4528989"/>
                  </a:lnTo>
                  <a:lnTo>
                    <a:pt x="1440660" y="4528989"/>
                  </a:lnTo>
                  <a:lnTo>
                    <a:pt x="1440753" y="4528989"/>
                  </a:lnTo>
                  <a:lnTo>
                    <a:pt x="1440940" y="4528989"/>
                  </a:lnTo>
                  <a:lnTo>
                    <a:pt x="1441033" y="4528989"/>
                  </a:lnTo>
                  <a:lnTo>
                    <a:pt x="1441126" y="4528989"/>
                  </a:lnTo>
                  <a:lnTo>
                    <a:pt x="1441406" y="4528989"/>
                  </a:lnTo>
                  <a:lnTo>
                    <a:pt x="1441499" y="4528989"/>
                  </a:lnTo>
                  <a:lnTo>
                    <a:pt x="1441593" y="4528989"/>
                  </a:lnTo>
                  <a:lnTo>
                    <a:pt x="1441779" y="4528989"/>
                  </a:lnTo>
                  <a:lnTo>
                    <a:pt x="1441872" y="4528989"/>
                  </a:lnTo>
                  <a:lnTo>
                    <a:pt x="1442339" y="4528989"/>
                  </a:lnTo>
                  <a:lnTo>
                    <a:pt x="1442432" y="4528989"/>
                  </a:lnTo>
                  <a:lnTo>
                    <a:pt x="1442805" y="4528989"/>
                  </a:lnTo>
                  <a:lnTo>
                    <a:pt x="1442898" y="4528989"/>
                  </a:lnTo>
                  <a:lnTo>
                    <a:pt x="1442991" y="4528989"/>
                  </a:lnTo>
                  <a:lnTo>
                    <a:pt x="1443084" y="4528989"/>
                  </a:lnTo>
                  <a:lnTo>
                    <a:pt x="1443644" y="4528989"/>
                  </a:lnTo>
                  <a:lnTo>
                    <a:pt x="1443737" y="4528989"/>
                  </a:lnTo>
                  <a:lnTo>
                    <a:pt x="1443924" y="4528989"/>
                  </a:lnTo>
                  <a:lnTo>
                    <a:pt x="1444017" y="4528989"/>
                  </a:lnTo>
                  <a:lnTo>
                    <a:pt x="1444110" y="4528989"/>
                  </a:lnTo>
                  <a:lnTo>
                    <a:pt x="1444203" y="4528989"/>
                  </a:lnTo>
                  <a:lnTo>
                    <a:pt x="1444670" y="4528989"/>
                  </a:lnTo>
                  <a:lnTo>
                    <a:pt x="1444763" y="4528989"/>
                  </a:lnTo>
                  <a:lnTo>
                    <a:pt x="1444856" y="4528989"/>
                  </a:lnTo>
                  <a:lnTo>
                    <a:pt x="1445043" y="4528989"/>
                  </a:lnTo>
                  <a:lnTo>
                    <a:pt x="1445229" y="4528989"/>
                  </a:lnTo>
                  <a:lnTo>
                    <a:pt x="1445416" y="4528989"/>
                  </a:lnTo>
                  <a:lnTo>
                    <a:pt x="1445509" y="4528989"/>
                  </a:lnTo>
                  <a:lnTo>
                    <a:pt x="1445602" y="4528989"/>
                  </a:lnTo>
                  <a:lnTo>
                    <a:pt x="1445882" y="4528989"/>
                  </a:lnTo>
                  <a:lnTo>
                    <a:pt x="1446068" y="4528989"/>
                  </a:lnTo>
                  <a:lnTo>
                    <a:pt x="1446162" y="4528989"/>
                  </a:lnTo>
                  <a:lnTo>
                    <a:pt x="1446348" y="4528989"/>
                  </a:lnTo>
                  <a:lnTo>
                    <a:pt x="1446535" y="4528989"/>
                  </a:lnTo>
                  <a:lnTo>
                    <a:pt x="1446628" y="4528989"/>
                  </a:lnTo>
                  <a:lnTo>
                    <a:pt x="1447187" y="4528989"/>
                  </a:lnTo>
                  <a:lnTo>
                    <a:pt x="1447281" y="4528989"/>
                  </a:lnTo>
                  <a:lnTo>
                    <a:pt x="1447560" y="4528989"/>
                  </a:lnTo>
                  <a:lnTo>
                    <a:pt x="1447654" y="4528989"/>
                  </a:lnTo>
                  <a:lnTo>
                    <a:pt x="1447933" y="4528989"/>
                  </a:lnTo>
                  <a:lnTo>
                    <a:pt x="1448120" y="4528989"/>
                  </a:lnTo>
                  <a:lnTo>
                    <a:pt x="1448400" y="4528989"/>
                  </a:lnTo>
                  <a:lnTo>
                    <a:pt x="1448586" y="4528989"/>
                  </a:lnTo>
                  <a:lnTo>
                    <a:pt x="1448866" y="4528989"/>
                  </a:lnTo>
                  <a:lnTo>
                    <a:pt x="1448959" y="4528989"/>
                  </a:lnTo>
                  <a:lnTo>
                    <a:pt x="1449052" y="4528989"/>
                  </a:lnTo>
                  <a:lnTo>
                    <a:pt x="1449146" y="4528989"/>
                  </a:lnTo>
                  <a:lnTo>
                    <a:pt x="1449239" y="4528989"/>
                  </a:lnTo>
                  <a:lnTo>
                    <a:pt x="1449332" y="4528989"/>
                  </a:lnTo>
                  <a:lnTo>
                    <a:pt x="1449425" y="4528989"/>
                  </a:lnTo>
                  <a:lnTo>
                    <a:pt x="1449519" y="4528989"/>
                  </a:lnTo>
                  <a:lnTo>
                    <a:pt x="1449612" y="4528989"/>
                  </a:lnTo>
                  <a:lnTo>
                    <a:pt x="1449798" y="4528989"/>
                  </a:lnTo>
                  <a:lnTo>
                    <a:pt x="1449892" y="4528989"/>
                  </a:lnTo>
                  <a:lnTo>
                    <a:pt x="1449985" y="4528989"/>
                  </a:lnTo>
                  <a:lnTo>
                    <a:pt x="1450078" y="4528989"/>
                  </a:lnTo>
                  <a:lnTo>
                    <a:pt x="1450264" y="4528989"/>
                  </a:lnTo>
                  <a:lnTo>
                    <a:pt x="1450358" y="4528989"/>
                  </a:lnTo>
                  <a:lnTo>
                    <a:pt x="1450637" y="4528989"/>
                  </a:lnTo>
                  <a:lnTo>
                    <a:pt x="1450731" y="4528989"/>
                  </a:lnTo>
                  <a:lnTo>
                    <a:pt x="1450824" y="4528989"/>
                  </a:lnTo>
                  <a:lnTo>
                    <a:pt x="1450917" y="4528989"/>
                  </a:lnTo>
                  <a:lnTo>
                    <a:pt x="1451010" y="4528989"/>
                  </a:lnTo>
                  <a:lnTo>
                    <a:pt x="1451104" y="4528989"/>
                  </a:lnTo>
                  <a:lnTo>
                    <a:pt x="1451197" y="4528989"/>
                  </a:lnTo>
                  <a:lnTo>
                    <a:pt x="1451290" y="4528989"/>
                  </a:lnTo>
                  <a:lnTo>
                    <a:pt x="1451570" y="4528989"/>
                  </a:lnTo>
                  <a:lnTo>
                    <a:pt x="1451663" y="4528989"/>
                  </a:lnTo>
                  <a:lnTo>
                    <a:pt x="1451756" y="4519035"/>
                  </a:lnTo>
                  <a:lnTo>
                    <a:pt x="1452223" y="4519035"/>
                  </a:lnTo>
                  <a:lnTo>
                    <a:pt x="1452316" y="4519035"/>
                  </a:lnTo>
                  <a:lnTo>
                    <a:pt x="1452502" y="4519035"/>
                  </a:lnTo>
                  <a:lnTo>
                    <a:pt x="1452689" y="4519035"/>
                  </a:lnTo>
                  <a:lnTo>
                    <a:pt x="1452782" y="4519035"/>
                  </a:lnTo>
                  <a:lnTo>
                    <a:pt x="1452875" y="4519035"/>
                  </a:lnTo>
                  <a:lnTo>
                    <a:pt x="1453062" y="4519035"/>
                  </a:lnTo>
                  <a:lnTo>
                    <a:pt x="1453342" y="4519035"/>
                  </a:lnTo>
                  <a:lnTo>
                    <a:pt x="1453528" y="4519035"/>
                  </a:lnTo>
                  <a:lnTo>
                    <a:pt x="1453715" y="4519035"/>
                  </a:lnTo>
                  <a:lnTo>
                    <a:pt x="1453808" y="4519035"/>
                  </a:lnTo>
                  <a:lnTo>
                    <a:pt x="1453994" y="4519035"/>
                  </a:lnTo>
                  <a:lnTo>
                    <a:pt x="1454088" y="4519035"/>
                  </a:lnTo>
                  <a:lnTo>
                    <a:pt x="1454274" y="4519035"/>
                  </a:lnTo>
                  <a:lnTo>
                    <a:pt x="1454367" y="4519035"/>
                  </a:lnTo>
                  <a:lnTo>
                    <a:pt x="1454647" y="4519035"/>
                  </a:lnTo>
                  <a:lnTo>
                    <a:pt x="1454834" y="4519035"/>
                  </a:lnTo>
                  <a:lnTo>
                    <a:pt x="1455020" y="4519035"/>
                  </a:lnTo>
                  <a:lnTo>
                    <a:pt x="1455113" y="4519035"/>
                  </a:lnTo>
                  <a:lnTo>
                    <a:pt x="1455393" y="4509081"/>
                  </a:lnTo>
                  <a:lnTo>
                    <a:pt x="1455673" y="4499127"/>
                  </a:lnTo>
                  <a:lnTo>
                    <a:pt x="1455766" y="4499127"/>
                  </a:lnTo>
                  <a:lnTo>
                    <a:pt x="1455953" y="4499127"/>
                  </a:lnTo>
                  <a:lnTo>
                    <a:pt x="1456232" y="4499127"/>
                  </a:lnTo>
                  <a:lnTo>
                    <a:pt x="1456326" y="4499127"/>
                  </a:lnTo>
                  <a:lnTo>
                    <a:pt x="1456419" y="4499127"/>
                  </a:lnTo>
                  <a:lnTo>
                    <a:pt x="1456512" y="4499127"/>
                  </a:lnTo>
                  <a:lnTo>
                    <a:pt x="1456699" y="4499127"/>
                  </a:lnTo>
                  <a:lnTo>
                    <a:pt x="1457351" y="4499127"/>
                  </a:lnTo>
                  <a:lnTo>
                    <a:pt x="1457444" y="4499127"/>
                  </a:lnTo>
                  <a:lnTo>
                    <a:pt x="1457631" y="4499127"/>
                  </a:lnTo>
                  <a:lnTo>
                    <a:pt x="1457911" y="4499127"/>
                  </a:lnTo>
                  <a:lnTo>
                    <a:pt x="1458004" y="4499127"/>
                  </a:lnTo>
                  <a:lnTo>
                    <a:pt x="1458190" y="4499127"/>
                  </a:lnTo>
                  <a:lnTo>
                    <a:pt x="1458284" y="4499127"/>
                  </a:lnTo>
                  <a:lnTo>
                    <a:pt x="1458563" y="4499127"/>
                  </a:lnTo>
                  <a:lnTo>
                    <a:pt x="1458750" y="4499127"/>
                  </a:lnTo>
                  <a:lnTo>
                    <a:pt x="1458843" y="4499127"/>
                  </a:lnTo>
                  <a:lnTo>
                    <a:pt x="1459216" y="4499127"/>
                  </a:lnTo>
                  <a:lnTo>
                    <a:pt x="1459309" y="4499127"/>
                  </a:lnTo>
                  <a:lnTo>
                    <a:pt x="1459403" y="4499127"/>
                  </a:lnTo>
                  <a:lnTo>
                    <a:pt x="1459496" y="4499127"/>
                  </a:lnTo>
                  <a:lnTo>
                    <a:pt x="1459589" y="4499127"/>
                  </a:lnTo>
                  <a:lnTo>
                    <a:pt x="1459682" y="4499127"/>
                  </a:lnTo>
                  <a:lnTo>
                    <a:pt x="1459869" y="4499127"/>
                  </a:lnTo>
                  <a:lnTo>
                    <a:pt x="1459962" y="4499127"/>
                  </a:lnTo>
                  <a:lnTo>
                    <a:pt x="1460335" y="4499127"/>
                  </a:lnTo>
                  <a:lnTo>
                    <a:pt x="1460428" y="4499127"/>
                  </a:lnTo>
                  <a:lnTo>
                    <a:pt x="1460522" y="4499127"/>
                  </a:lnTo>
                  <a:lnTo>
                    <a:pt x="1460615" y="4499127"/>
                  </a:lnTo>
                  <a:lnTo>
                    <a:pt x="1460708" y="4499127"/>
                  </a:lnTo>
                  <a:lnTo>
                    <a:pt x="1460801" y="4499127"/>
                  </a:lnTo>
                  <a:lnTo>
                    <a:pt x="1460895" y="4499127"/>
                  </a:lnTo>
                  <a:lnTo>
                    <a:pt x="1461268" y="4499127"/>
                  </a:lnTo>
                  <a:lnTo>
                    <a:pt x="1461641" y="4499127"/>
                  </a:lnTo>
                  <a:lnTo>
                    <a:pt x="1461827" y="4499127"/>
                  </a:lnTo>
                  <a:lnTo>
                    <a:pt x="1461920" y="4499127"/>
                  </a:lnTo>
                  <a:lnTo>
                    <a:pt x="1462200" y="4499127"/>
                  </a:lnTo>
                  <a:lnTo>
                    <a:pt x="1462480" y="4499127"/>
                  </a:lnTo>
                  <a:lnTo>
                    <a:pt x="1462573" y="4499127"/>
                  </a:lnTo>
                  <a:lnTo>
                    <a:pt x="1462760" y="4499127"/>
                  </a:lnTo>
                  <a:lnTo>
                    <a:pt x="1463226" y="4499127"/>
                  </a:lnTo>
                  <a:lnTo>
                    <a:pt x="1463319" y="4499127"/>
                  </a:lnTo>
                  <a:lnTo>
                    <a:pt x="1463412" y="4499127"/>
                  </a:lnTo>
                  <a:lnTo>
                    <a:pt x="1463506" y="4499127"/>
                  </a:lnTo>
                  <a:lnTo>
                    <a:pt x="1463599" y="4499127"/>
                  </a:lnTo>
                  <a:lnTo>
                    <a:pt x="1463599" y="4489174"/>
                  </a:lnTo>
                  <a:lnTo>
                    <a:pt x="1463692" y="4489174"/>
                  </a:lnTo>
                  <a:lnTo>
                    <a:pt x="1463785" y="4489174"/>
                  </a:lnTo>
                  <a:lnTo>
                    <a:pt x="1463878" y="4489174"/>
                  </a:lnTo>
                  <a:lnTo>
                    <a:pt x="1463972" y="4489174"/>
                  </a:lnTo>
                  <a:lnTo>
                    <a:pt x="1464251" y="4489174"/>
                  </a:lnTo>
                  <a:lnTo>
                    <a:pt x="1464345" y="4489174"/>
                  </a:lnTo>
                  <a:lnTo>
                    <a:pt x="1464438" y="4489174"/>
                  </a:lnTo>
                  <a:lnTo>
                    <a:pt x="1464531" y="4489174"/>
                  </a:lnTo>
                  <a:lnTo>
                    <a:pt x="1464718" y="4489174"/>
                  </a:lnTo>
                  <a:lnTo>
                    <a:pt x="1464811" y="4489174"/>
                  </a:lnTo>
                  <a:lnTo>
                    <a:pt x="1464997" y="4489174"/>
                  </a:lnTo>
                  <a:lnTo>
                    <a:pt x="1465184" y="4489174"/>
                  </a:lnTo>
                  <a:lnTo>
                    <a:pt x="1465277" y="4489174"/>
                  </a:lnTo>
                  <a:lnTo>
                    <a:pt x="1465743" y="4489174"/>
                  </a:lnTo>
                  <a:lnTo>
                    <a:pt x="1465930" y="4489174"/>
                  </a:lnTo>
                  <a:lnTo>
                    <a:pt x="1466023" y="4489174"/>
                  </a:lnTo>
                  <a:lnTo>
                    <a:pt x="1466116" y="4489174"/>
                  </a:lnTo>
                  <a:lnTo>
                    <a:pt x="1466303" y="4489174"/>
                  </a:lnTo>
                  <a:lnTo>
                    <a:pt x="1466489" y="4489174"/>
                  </a:lnTo>
                  <a:lnTo>
                    <a:pt x="1466862" y="4489174"/>
                  </a:lnTo>
                  <a:lnTo>
                    <a:pt x="1467049" y="4489174"/>
                  </a:lnTo>
                  <a:lnTo>
                    <a:pt x="1467235" y="4489174"/>
                  </a:lnTo>
                  <a:lnTo>
                    <a:pt x="1467329" y="4489174"/>
                  </a:lnTo>
                  <a:lnTo>
                    <a:pt x="1467329" y="4479220"/>
                  </a:lnTo>
                  <a:lnTo>
                    <a:pt x="1467515" y="4479220"/>
                  </a:lnTo>
                  <a:lnTo>
                    <a:pt x="1467608" y="4479220"/>
                  </a:lnTo>
                  <a:lnTo>
                    <a:pt x="1467888" y="4479220"/>
                  </a:lnTo>
                  <a:lnTo>
                    <a:pt x="1468261" y="4479220"/>
                  </a:lnTo>
                  <a:lnTo>
                    <a:pt x="1468354" y="4479220"/>
                  </a:lnTo>
                  <a:lnTo>
                    <a:pt x="1468541" y="4479220"/>
                  </a:lnTo>
                  <a:lnTo>
                    <a:pt x="1468821" y="4479220"/>
                  </a:lnTo>
                  <a:lnTo>
                    <a:pt x="1468914" y="4479220"/>
                  </a:lnTo>
                  <a:lnTo>
                    <a:pt x="1469007" y="4479220"/>
                  </a:lnTo>
                  <a:lnTo>
                    <a:pt x="1469100" y="4479220"/>
                  </a:lnTo>
                  <a:lnTo>
                    <a:pt x="1469287" y="4479220"/>
                  </a:lnTo>
                  <a:lnTo>
                    <a:pt x="1470406" y="4469266"/>
                  </a:lnTo>
                  <a:lnTo>
                    <a:pt x="1470499" y="4469266"/>
                  </a:lnTo>
                  <a:lnTo>
                    <a:pt x="1470592" y="4469266"/>
                  </a:lnTo>
                  <a:lnTo>
                    <a:pt x="1470686" y="4469266"/>
                  </a:lnTo>
                  <a:lnTo>
                    <a:pt x="1470779" y="4469266"/>
                  </a:lnTo>
                  <a:lnTo>
                    <a:pt x="1470872" y="4469266"/>
                  </a:lnTo>
                  <a:lnTo>
                    <a:pt x="1470965" y="4469266"/>
                  </a:lnTo>
                  <a:lnTo>
                    <a:pt x="1471058" y="4469266"/>
                  </a:lnTo>
                  <a:lnTo>
                    <a:pt x="1471152" y="4469266"/>
                  </a:lnTo>
                  <a:lnTo>
                    <a:pt x="1471338" y="4469266"/>
                  </a:lnTo>
                  <a:lnTo>
                    <a:pt x="1471431" y="4469266"/>
                  </a:lnTo>
                  <a:lnTo>
                    <a:pt x="1471525" y="4469266"/>
                  </a:lnTo>
                  <a:lnTo>
                    <a:pt x="1471618" y="4469266"/>
                  </a:lnTo>
                  <a:lnTo>
                    <a:pt x="1471711" y="4469266"/>
                  </a:lnTo>
                  <a:lnTo>
                    <a:pt x="1471804" y="4469266"/>
                  </a:lnTo>
                  <a:lnTo>
                    <a:pt x="1471991" y="4469266"/>
                  </a:lnTo>
                  <a:lnTo>
                    <a:pt x="1472177" y="4469266"/>
                  </a:lnTo>
                  <a:lnTo>
                    <a:pt x="1472271" y="4469266"/>
                  </a:lnTo>
                  <a:lnTo>
                    <a:pt x="1472364" y="4469266"/>
                  </a:lnTo>
                  <a:lnTo>
                    <a:pt x="1472457" y="4469266"/>
                  </a:lnTo>
                  <a:lnTo>
                    <a:pt x="1472550" y="4469266"/>
                  </a:lnTo>
                  <a:lnTo>
                    <a:pt x="1472644" y="4469266"/>
                  </a:lnTo>
                  <a:lnTo>
                    <a:pt x="1472737" y="4469266"/>
                  </a:lnTo>
                  <a:lnTo>
                    <a:pt x="1472830" y="4469266"/>
                  </a:lnTo>
                  <a:lnTo>
                    <a:pt x="1473017" y="4469266"/>
                  </a:lnTo>
                  <a:lnTo>
                    <a:pt x="1473110" y="4469266"/>
                  </a:lnTo>
                  <a:lnTo>
                    <a:pt x="1473296" y="4469266"/>
                  </a:lnTo>
                  <a:lnTo>
                    <a:pt x="1473390" y="4469266"/>
                  </a:lnTo>
                  <a:lnTo>
                    <a:pt x="1473669" y="4469266"/>
                  </a:lnTo>
                  <a:lnTo>
                    <a:pt x="1474136" y="4469266"/>
                  </a:lnTo>
                  <a:lnTo>
                    <a:pt x="1474229" y="4459312"/>
                  </a:lnTo>
                  <a:lnTo>
                    <a:pt x="1474322" y="4459312"/>
                  </a:lnTo>
                  <a:lnTo>
                    <a:pt x="1474415" y="4459312"/>
                  </a:lnTo>
                  <a:lnTo>
                    <a:pt x="1474695" y="4459312"/>
                  </a:lnTo>
                  <a:lnTo>
                    <a:pt x="1474788" y="4459312"/>
                  </a:lnTo>
                  <a:lnTo>
                    <a:pt x="1474882" y="4459312"/>
                  </a:lnTo>
                  <a:lnTo>
                    <a:pt x="1474975" y="4459312"/>
                  </a:lnTo>
                  <a:lnTo>
                    <a:pt x="1475068" y="4459312"/>
                  </a:lnTo>
                  <a:lnTo>
                    <a:pt x="1475161" y="4459312"/>
                  </a:lnTo>
                  <a:lnTo>
                    <a:pt x="1475255" y="4459312"/>
                  </a:lnTo>
                  <a:lnTo>
                    <a:pt x="1475534" y="4459312"/>
                  </a:lnTo>
                  <a:lnTo>
                    <a:pt x="1475628" y="4459312"/>
                  </a:lnTo>
                  <a:lnTo>
                    <a:pt x="1475721" y="4459312"/>
                  </a:lnTo>
                  <a:lnTo>
                    <a:pt x="1475814" y="4459312"/>
                  </a:lnTo>
                  <a:lnTo>
                    <a:pt x="1475907" y="4459312"/>
                  </a:lnTo>
                  <a:lnTo>
                    <a:pt x="1476001" y="4459312"/>
                  </a:lnTo>
                  <a:lnTo>
                    <a:pt x="1476187" y="4459312"/>
                  </a:lnTo>
                  <a:lnTo>
                    <a:pt x="1476280" y="4459312"/>
                  </a:lnTo>
                  <a:lnTo>
                    <a:pt x="1476374" y="4459312"/>
                  </a:lnTo>
                  <a:lnTo>
                    <a:pt x="1476747" y="4459312"/>
                  </a:lnTo>
                  <a:lnTo>
                    <a:pt x="1476840" y="4459312"/>
                  </a:lnTo>
                  <a:lnTo>
                    <a:pt x="1476933" y="4459312"/>
                  </a:lnTo>
                  <a:lnTo>
                    <a:pt x="1477399" y="4459312"/>
                  </a:lnTo>
                  <a:lnTo>
                    <a:pt x="1477493" y="4459312"/>
                  </a:lnTo>
                  <a:lnTo>
                    <a:pt x="1477679" y="4459312"/>
                  </a:lnTo>
                  <a:lnTo>
                    <a:pt x="1477959" y="4459312"/>
                  </a:lnTo>
                  <a:lnTo>
                    <a:pt x="1478332" y="4459312"/>
                  </a:lnTo>
                  <a:lnTo>
                    <a:pt x="1478425" y="4459312"/>
                  </a:lnTo>
                  <a:lnTo>
                    <a:pt x="1478518" y="4459312"/>
                  </a:lnTo>
                  <a:lnTo>
                    <a:pt x="1478611" y="4459312"/>
                  </a:lnTo>
                  <a:lnTo>
                    <a:pt x="1478705" y="4459312"/>
                  </a:lnTo>
                  <a:lnTo>
                    <a:pt x="1479078" y="4459312"/>
                  </a:lnTo>
                  <a:lnTo>
                    <a:pt x="1479171" y="4459312"/>
                  </a:lnTo>
                  <a:lnTo>
                    <a:pt x="1479264" y="4459312"/>
                  </a:lnTo>
                  <a:lnTo>
                    <a:pt x="1479357" y="4459312"/>
                  </a:lnTo>
                  <a:lnTo>
                    <a:pt x="1479544" y="4459312"/>
                  </a:lnTo>
                  <a:lnTo>
                    <a:pt x="1479730" y="4449358"/>
                  </a:lnTo>
                  <a:lnTo>
                    <a:pt x="1479917" y="4449358"/>
                  </a:lnTo>
                  <a:lnTo>
                    <a:pt x="1480103" y="4449358"/>
                  </a:lnTo>
                  <a:lnTo>
                    <a:pt x="1480197" y="4449358"/>
                  </a:lnTo>
                  <a:lnTo>
                    <a:pt x="1480290" y="4449358"/>
                  </a:lnTo>
                  <a:lnTo>
                    <a:pt x="1480383" y="4449358"/>
                  </a:lnTo>
                  <a:lnTo>
                    <a:pt x="1480849" y="4449358"/>
                  </a:lnTo>
                  <a:lnTo>
                    <a:pt x="1481036" y="4449358"/>
                  </a:lnTo>
                  <a:lnTo>
                    <a:pt x="1481222" y="4449358"/>
                  </a:lnTo>
                  <a:lnTo>
                    <a:pt x="1481316" y="4449358"/>
                  </a:lnTo>
                  <a:lnTo>
                    <a:pt x="1481502" y="4449358"/>
                  </a:lnTo>
                  <a:lnTo>
                    <a:pt x="1481595" y="4449358"/>
                  </a:lnTo>
                  <a:lnTo>
                    <a:pt x="1481875" y="4449358"/>
                  </a:lnTo>
                  <a:lnTo>
                    <a:pt x="1481968" y="4449358"/>
                  </a:lnTo>
                  <a:lnTo>
                    <a:pt x="1482248" y="4449358"/>
                  </a:lnTo>
                  <a:lnTo>
                    <a:pt x="1482341" y="4449358"/>
                  </a:lnTo>
                  <a:lnTo>
                    <a:pt x="1482435" y="4449358"/>
                  </a:lnTo>
                  <a:lnTo>
                    <a:pt x="1482808" y="4449358"/>
                  </a:lnTo>
                  <a:lnTo>
                    <a:pt x="1483087" y="4449358"/>
                  </a:lnTo>
                  <a:lnTo>
                    <a:pt x="1483181" y="4449358"/>
                  </a:lnTo>
                  <a:lnTo>
                    <a:pt x="1483274" y="4449358"/>
                  </a:lnTo>
                  <a:lnTo>
                    <a:pt x="1483367" y="4449358"/>
                  </a:lnTo>
                  <a:lnTo>
                    <a:pt x="1483554" y="4449358"/>
                  </a:lnTo>
                  <a:lnTo>
                    <a:pt x="1483647" y="4449358"/>
                  </a:lnTo>
                  <a:lnTo>
                    <a:pt x="1483740" y="4449358"/>
                  </a:lnTo>
                  <a:lnTo>
                    <a:pt x="1483833" y="4449358"/>
                  </a:lnTo>
                  <a:lnTo>
                    <a:pt x="1483927" y="4449358"/>
                  </a:lnTo>
                  <a:lnTo>
                    <a:pt x="1484300" y="4439404"/>
                  </a:lnTo>
                  <a:lnTo>
                    <a:pt x="1484393" y="4439404"/>
                  </a:lnTo>
                  <a:lnTo>
                    <a:pt x="1484486" y="4439404"/>
                  </a:lnTo>
                  <a:lnTo>
                    <a:pt x="1484673" y="4439404"/>
                  </a:lnTo>
                  <a:lnTo>
                    <a:pt x="1484766" y="4439404"/>
                  </a:lnTo>
                  <a:lnTo>
                    <a:pt x="1484952" y="4439404"/>
                  </a:lnTo>
                  <a:lnTo>
                    <a:pt x="1485045" y="4439404"/>
                  </a:lnTo>
                  <a:lnTo>
                    <a:pt x="1485232" y="4439404"/>
                  </a:lnTo>
                  <a:lnTo>
                    <a:pt x="1485325" y="4439404"/>
                  </a:lnTo>
                  <a:lnTo>
                    <a:pt x="1485418" y="4439404"/>
                  </a:lnTo>
                  <a:lnTo>
                    <a:pt x="1485512" y="4439404"/>
                  </a:lnTo>
                  <a:lnTo>
                    <a:pt x="1485978" y="4439404"/>
                  </a:lnTo>
                  <a:lnTo>
                    <a:pt x="1486071" y="4439404"/>
                  </a:lnTo>
                  <a:lnTo>
                    <a:pt x="1486258" y="4439404"/>
                  </a:lnTo>
                  <a:lnTo>
                    <a:pt x="1486351" y="4439404"/>
                  </a:lnTo>
                  <a:lnTo>
                    <a:pt x="1486537" y="4439404"/>
                  </a:lnTo>
                  <a:lnTo>
                    <a:pt x="1486724" y="4439404"/>
                  </a:lnTo>
                  <a:lnTo>
                    <a:pt x="1486817" y="4439404"/>
                  </a:lnTo>
                  <a:lnTo>
                    <a:pt x="1487004" y="4439404"/>
                  </a:lnTo>
                  <a:lnTo>
                    <a:pt x="1487097" y="4439404"/>
                  </a:lnTo>
                  <a:lnTo>
                    <a:pt x="1487190" y="4439404"/>
                  </a:lnTo>
                  <a:lnTo>
                    <a:pt x="1487283" y="4439404"/>
                  </a:lnTo>
                  <a:lnTo>
                    <a:pt x="1487470" y="4439404"/>
                  </a:lnTo>
                  <a:lnTo>
                    <a:pt x="1487750" y="4439404"/>
                  </a:lnTo>
                  <a:lnTo>
                    <a:pt x="1487843" y="4439404"/>
                  </a:lnTo>
                  <a:lnTo>
                    <a:pt x="1488216" y="4439404"/>
                  </a:lnTo>
                  <a:lnTo>
                    <a:pt x="1488496" y="4439404"/>
                  </a:lnTo>
                  <a:lnTo>
                    <a:pt x="1488589" y="4439404"/>
                  </a:lnTo>
                  <a:lnTo>
                    <a:pt x="1488682" y="4439404"/>
                  </a:lnTo>
                  <a:lnTo>
                    <a:pt x="1488775" y="4439404"/>
                  </a:lnTo>
                  <a:lnTo>
                    <a:pt x="1488869" y="4439404"/>
                  </a:lnTo>
                  <a:lnTo>
                    <a:pt x="1488962" y="4439404"/>
                  </a:lnTo>
                  <a:lnTo>
                    <a:pt x="1489148" y="4439404"/>
                  </a:lnTo>
                  <a:lnTo>
                    <a:pt x="1489242" y="4439404"/>
                  </a:lnTo>
                  <a:lnTo>
                    <a:pt x="1489335" y="4439404"/>
                  </a:lnTo>
                  <a:lnTo>
                    <a:pt x="1489428" y="4439404"/>
                  </a:lnTo>
                  <a:lnTo>
                    <a:pt x="1489615" y="4439404"/>
                  </a:lnTo>
                  <a:lnTo>
                    <a:pt x="1489708" y="4439404"/>
                  </a:lnTo>
                  <a:lnTo>
                    <a:pt x="1489988" y="4439404"/>
                  </a:lnTo>
                  <a:lnTo>
                    <a:pt x="1490734" y="4439404"/>
                  </a:lnTo>
                  <a:lnTo>
                    <a:pt x="1490827" y="4439404"/>
                  </a:lnTo>
                  <a:lnTo>
                    <a:pt x="1491013" y="4439404"/>
                  </a:lnTo>
                  <a:lnTo>
                    <a:pt x="1491107" y="4439404"/>
                  </a:lnTo>
                  <a:lnTo>
                    <a:pt x="1491200" y="4439404"/>
                  </a:lnTo>
                  <a:lnTo>
                    <a:pt x="1491293" y="4439404"/>
                  </a:lnTo>
                  <a:lnTo>
                    <a:pt x="1491386" y="4439404"/>
                  </a:lnTo>
                  <a:lnTo>
                    <a:pt x="1491480" y="4439404"/>
                  </a:lnTo>
                  <a:lnTo>
                    <a:pt x="1491759" y="4439404"/>
                  </a:lnTo>
                  <a:lnTo>
                    <a:pt x="1492785" y="4439404"/>
                  </a:lnTo>
                  <a:lnTo>
                    <a:pt x="1492878" y="4439404"/>
                  </a:lnTo>
                  <a:lnTo>
                    <a:pt x="1492971" y="4439404"/>
                  </a:lnTo>
                  <a:lnTo>
                    <a:pt x="1493065" y="4439404"/>
                  </a:lnTo>
                  <a:lnTo>
                    <a:pt x="1493251" y="4439404"/>
                  </a:lnTo>
                  <a:lnTo>
                    <a:pt x="1493344" y="4439404"/>
                  </a:lnTo>
                  <a:lnTo>
                    <a:pt x="1493438" y="4439404"/>
                  </a:lnTo>
                  <a:lnTo>
                    <a:pt x="1493624" y="4439404"/>
                  </a:lnTo>
                  <a:lnTo>
                    <a:pt x="1493717" y="4439404"/>
                  </a:lnTo>
                  <a:lnTo>
                    <a:pt x="1493811" y="4439404"/>
                  </a:lnTo>
                  <a:lnTo>
                    <a:pt x="1493904" y="4439404"/>
                  </a:lnTo>
                  <a:lnTo>
                    <a:pt x="1493997" y="4439404"/>
                  </a:lnTo>
                  <a:lnTo>
                    <a:pt x="1494090" y="4439404"/>
                  </a:lnTo>
                  <a:lnTo>
                    <a:pt x="1494370" y="4439404"/>
                  </a:lnTo>
                  <a:lnTo>
                    <a:pt x="1494650" y="4439404"/>
                  </a:lnTo>
                  <a:lnTo>
                    <a:pt x="1494930" y="4439404"/>
                  </a:lnTo>
                  <a:lnTo>
                    <a:pt x="1495116" y="4439404"/>
                  </a:lnTo>
                  <a:lnTo>
                    <a:pt x="1495209" y="4439404"/>
                  </a:lnTo>
                  <a:lnTo>
                    <a:pt x="1495303" y="4439404"/>
                  </a:lnTo>
                  <a:lnTo>
                    <a:pt x="1495396" y="4439404"/>
                  </a:lnTo>
                  <a:lnTo>
                    <a:pt x="1495582" y="4439404"/>
                  </a:lnTo>
                  <a:lnTo>
                    <a:pt x="1495676" y="4439404"/>
                  </a:lnTo>
                  <a:lnTo>
                    <a:pt x="1495955" y="4439404"/>
                  </a:lnTo>
                  <a:lnTo>
                    <a:pt x="1496049" y="4439404"/>
                  </a:lnTo>
                  <a:lnTo>
                    <a:pt x="1496235" y="4439404"/>
                  </a:lnTo>
                  <a:lnTo>
                    <a:pt x="1496328" y="4439404"/>
                  </a:lnTo>
                  <a:lnTo>
                    <a:pt x="1496608" y="4429451"/>
                  </a:lnTo>
                  <a:lnTo>
                    <a:pt x="1496701" y="4429451"/>
                  </a:lnTo>
                  <a:lnTo>
                    <a:pt x="1496888" y="4429451"/>
                  </a:lnTo>
                  <a:lnTo>
                    <a:pt x="1496981" y="4429451"/>
                  </a:lnTo>
                  <a:lnTo>
                    <a:pt x="1497168" y="4429451"/>
                  </a:lnTo>
                  <a:lnTo>
                    <a:pt x="1497261" y="4429451"/>
                  </a:lnTo>
                  <a:lnTo>
                    <a:pt x="1497354" y="4429451"/>
                  </a:lnTo>
                  <a:lnTo>
                    <a:pt x="1497634" y="4429451"/>
                  </a:lnTo>
                  <a:lnTo>
                    <a:pt x="1497727" y="4429451"/>
                  </a:lnTo>
                  <a:lnTo>
                    <a:pt x="1497820" y="4429451"/>
                  </a:lnTo>
                  <a:lnTo>
                    <a:pt x="1497914" y="4429451"/>
                  </a:lnTo>
                  <a:lnTo>
                    <a:pt x="1498007" y="4429451"/>
                  </a:lnTo>
                  <a:lnTo>
                    <a:pt x="1498193" y="4429451"/>
                  </a:lnTo>
                  <a:lnTo>
                    <a:pt x="1498287" y="4429451"/>
                  </a:lnTo>
                  <a:lnTo>
                    <a:pt x="1498473" y="4429451"/>
                  </a:lnTo>
                  <a:lnTo>
                    <a:pt x="1498566" y="4429451"/>
                  </a:lnTo>
                  <a:lnTo>
                    <a:pt x="1498659" y="4429451"/>
                  </a:lnTo>
                  <a:lnTo>
                    <a:pt x="1498846" y="4429451"/>
                  </a:lnTo>
                  <a:lnTo>
                    <a:pt x="1499032" y="4429451"/>
                  </a:lnTo>
                  <a:lnTo>
                    <a:pt x="1499126" y="4429451"/>
                  </a:lnTo>
                  <a:lnTo>
                    <a:pt x="1499219" y="4429451"/>
                  </a:lnTo>
                  <a:lnTo>
                    <a:pt x="1499312" y="4429451"/>
                  </a:lnTo>
                  <a:lnTo>
                    <a:pt x="1499405" y="4429451"/>
                  </a:lnTo>
                  <a:lnTo>
                    <a:pt x="1499499" y="4429451"/>
                  </a:lnTo>
                  <a:lnTo>
                    <a:pt x="1499592" y="4429451"/>
                  </a:lnTo>
                  <a:lnTo>
                    <a:pt x="1499778" y="4429451"/>
                  </a:lnTo>
                  <a:lnTo>
                    <a:pt x="1499872" y="4429451"/>
                  </a:lnTo>
                  <a:lnTo>
                    <a:pt x="1499965" y="4429451"/>
                  </a:lnTo>
                  <a:lnTo>
                    <a:pt x="1500338" y="4429451"/>
                  </a:lnTo>
                  <a:lnTo>
                    <a:pt x="1500431" y="4429451"/>
                  </a:lnTo>
                  <a:lnTo>
                    <a:pt x="1500897" y="4429451"/>
                  </a:lnTo>
                  <a:lnTo>
                    <a:pt x="1500991" y="4429451"/>
                  </a:lnTo>
                  <a:lnTo>
                    <a:pt x="1501177" y="4429451"/>
                  </a:lnTo>
                  <a:lnTo>
                    <a:pt x="1501550" y="4429451"/>
                  </a:lnTo>
                  <a:lnTo>
                    <a:pt x="1501830" y="4429451"/>
                  </a:lnTo>
                  <a:lnTo>
                    <a:pt x="1501923" y="4429451"/>
                  </a:lnTo>
                  <a:lnTo>
                    <a:pt x="1502203" y="4429451"/>
                  </a:lnTo>
                  <a:lnTo>
                    <a:pt x="1502296" y="4429451"/>
                  </a:lnTo>
                  <a:lnTo>
                    <a:pt x="1502483" y="4429451"/>
                  </a:lnTo>
                  <a:lnTo>
                    <a:pt x="1502669" y="4429451"/>
                  </a:lnTo>
                  <a:lnTo>
                    <a:pt x="1502856" y="4429451"/>
                  </a:lnTo>
                  <a:lnTo>
                    <a:pt x="1503042" y="4429451"/>
                  </a:lnTo>
                  <a:lnTo>
                    <a:pt x="1503229" y="4429451"/>
                  </a:lnTo>
                  <a:lnTo>
                    <a:pt x="1503322" y="4429451"/>
                  </a:lnTo>
                  <a:lnTo>
                    <a:pt x="1503415" y="4429451"/>
                  </a:lnTo>
                  <a:lnTo>
                    <a:pt x="1503508" y="4429451"/>
                  </a:lnTo>
                  <a:lnTo>
                    <a:pt x="1503788" y="4429451"/>
                  </a:lnTo>
                  <a:lnTo>
                    <a:pt x="1504161" y="4429451"/>
                  </a:lnTo>
                  <a:lnTo>
                    <a:pt x="1504348" y="4429451"/>
                  </a:lnTo>
                  <a:lnTo>
                    <a:pt x="1504441" y="4429451"/>
                  </a:lnTo>
                  <a:lnTo>
                    <a:pt x="1504534" y="4429451"/>
                  </a:lnTo>
                  <a:lnTo>
                    <a:pt x="1504627" y="4429451"/>
                  </a:lnTo>
                  <a:lnTo>
                    <a:pt x="1504721" y="4429451"/>
                  </a:lnTo>
                  <a:lnTo>
                    <a:pt x="1504814" y="4429451"/>
                  </a:lnTo>
                  <a:lnTo>
                    <a:pt x="1504907" y="4429451"/>
                  </a:lnTo>
                  <a:lnTo>
                    <a:pt x="1505000" y="4429451"/>
                  </a:lnTo>
                  <a:lnTo>
                    <a:pt x="1505094" y="4429451"/>
                  </a:lnTo>
                  <a:lnTo>
                    <a:pt x="1505187" y="4429451"/>
                  </a:lnTo>
                  <a:lnTo>
                    <a:pt x="1505467" y="4429451"/>
                  </a:lnTo>
                  <a:lnTo>
                    <a:pt x="1505839" y="4429451"/>
                  </a:lnTo>
                  <a:lnTo>
                    <a:pt x="1505933" y="4429451"/>
                  </a:lnTo>
                  <a:lnTo>
                    <a:pt x="1505933" y="4419497"/>
                  </a:lnTo>
                  <a:lnTo>
                    <a:pt x="1506306" y="4419497"/>
                  </a:lnTo>
                  <a:lnTo>
                    <a:pt x="1506679" y="4419497"/>
                  </a:lnTo>
                  <a:lnTo>
                    <a:pt x="1506772" y="4419497"/>
                  </a:lnTo>
                  <a:lnTo>
                    <a:pt x="1507052" y="4419497"/>
                  </a:lnTo>
                  <a:lnTo>
                    <a:pt x="1507238" y="4419497"/>
                  </a:lnTo>
                  <a:lnTo>
                    <a:pt x="1507331" y="4419497"/>
                  </a:lnTo>
                  <a:lnTo>
                    <a:pt x="1507425" y="4419497"/>
                  </a:lnTo>
                  <a:lnTo>
                    <a:pt x="1507518" y="4419497"/>
                  </a:lnTo>
                  <a:lnTo>
                    <a:pt x="1507704" y="4419497"/>
                  </a:lnTo>
                  <a:lnTo>
                    <a:pt x="1507891" y="4419497"/>
                  </a:lnTo>
                  <a:lnTo>
                    <a:pt x="1507984" y="4419497"/>
                  </a:lnTo>
                  <a:lnTo>
                    <a:pt x="1508077" y="4419497"/>
                  </a:lnTo>
                  <a:lnTo>
                    <a:pt x="1508823" y="4419497"/>
                  </a:lnTo>
                  <a:lnTo>
                    <a:pt x="1508917" y="4419497"/>
                  </a:lnTo>
                  <a:lnTo>
                    <a:pt x="1509010" y="4419497"/>
                  </a:lnTo>
                  <a:lnTo>
                    <a:pt x="1509103" y="4419497"/>
                  </a:lnTo>
                  <a:lnTo>
                    <a:pt x="1509196" y="4419497"/>
                  </a:lnTo>
                  <a:lnTo>
                    <a:pt x="1509476" y="4419497"/>
                  </a:lnTo>
                  <a:lnTo>
                    <a:pt x="1509569" y="4419497"/>
                  </a:lnTo>
                  <a:lnTo>
                    <a:pt x="1509756" y="4419497"/>
                  </a:lnTo>
                  <a:lnTo>
                    <a:pt x="1509942" y="4419497"/>
                  </a:lnTo>
                  <a:lnTo>
                    <a:pt x="1510036" y="4419497"/>
                  </a:lnTo>
                  <a:lnTo>
                    <a:pt x="1510129" y="4419497"/>
                  </a:lnTo>
                  <a:lnTo>
                    <a:pt x="1510409" y="4419497"/>
                  </a:lnTo>
                  <a:lnTo>
                    <a:pt x="1511155" y="4419497"/>
                  </a:lnTo>
                  <a:lnTo>
                    <a:pt x="1511248" y="4419497"/>
                  </a:lnTo>
                  <a:lnTo>
                    <a:pt x="1511434" y="4419497"/>
                  </a:lnTo>
                  <a:lnTo>
                    <a:pt x="1511528" y="4419497"/>
                  </a:lnTo>
                  <a:lnTo>
                    <a:pt x="1511621" y="4419497"/>
                  </a:lnTo>
                  <a:lnTo>
                    <a:pt x="1511714" y="4419497"/>
                  </a:lnTo>
                  <a:lnTo>
                    <a:pt x="1512367" y="4419497"/>
                  </a:lnTo>
                  <a:lnTo>
                    <a:pt x="1512460" y="4419497"/>
                  </a:lnTo>
                  <a:lnTo>
                    <a:pt x="1512833" y="4419497"/>
                  </a:lnTo>
                  <a:lnTo>
                    <a:pt x="1513019" y="4419497"/>
                  </a:lnTo>
                  <a:lnTo>
                    <a:pt x="1513113" y="4419497"/>
                  </a:lnTo>
                  <a:lnTo>
                    <a:pt x="1513206" y="4419497"/>
                  </a:lnTo>
                  <a:lnTo>
                    <a:pt x="1513392" y="4419497"/>
                  </a:lnTo>
                  <a:lnTo>
                    <a:pt x="1513579" y="4419497"/>
                  </a:lnTo>
                  <a:lnTo>
                    <a:pt x="1513672" y="4419497"/>
                  </a:lnTo>
                  <a:lnTo>
                    <a:pt x="1513952" y="4419497"/>
                  </a:lnTo>
                  <a:lnTo>
                    <a:pt x="1514138" y="4419497"/>
                  </a:lnTo>
                  <a:lnTo>
                    <a:pt x="1514325" y="4419497"/>
                  </a:lnTo>
                  <a:lnTo>
                    <a:pt x="1514418" y="4419497"/>
                  </a:lnTo>
                  <a:lnTo>
                    <a:pt x="1514511" y="4419497"/>
                  </a:lnTo>
                  <a:lnTo>
                    <a:pt x="1514605" y="4419497"/>
                  </a:lnTo>
                  <a:lnTo>
                    <a:pt x="1514791" y="4419497"/>
                  </a:lnTo>
                  <a:lnTo>
                    <a:pt x="1514978" y="4419497"/>
                  </a:lnTo>
                  <a:lnTo>
                    <a:pt x="1515071" y="4419497"/>
                  </a:lnTo>
                  <a:lnTo>
                    <a:pt x="1515257" y="4419497"/>
                  </a:lnTo>
                  <a:lnTo>
                    <a:pt x="1515351" y="4419497"/>
                  </a:lnTo>
                  <a:lnTo>
                    <a:pt x="1515537" y="4419497"/>
                  </a:lnTo>
                  <a:lnTo>
                    <a:pt x="1515630" y="4419497"/>
                  </a:lnTo>
                  <a:lnTo>
                    <a:pt x="1515817" y="4409543"/>
                  </a:lnTo>
                  <a:lnTo>
                    <a:pt x="1516003" y="4409543"/>
                  </a:lnTo>
                  <a:lnTo>
                    <a:pt x="1516097" y="4409543"/>
                  </a:lnTo>
                  <a:lnTo>
                    <a:pt x="1516376" y="4409543"/>
                  </a:lnTo>
                  <a:lnTo>
                    <a:pt x="1516470" y="4409543"/>
                  </a:lnTo>
                  <a:lnTo>
                    <a:pt x="1516656" y="4409543"/>
                  </a:lnTo>
                  <a:lnTo>
                    <a:pt x="1516749" y="4409543"/>
                  </a:lnTo>
                  <a:lnTo>
                    <a:pt x="1517029" y="4409543"/>
                  </a:lnTo>
                  <a:lnTo>
                    <a:pt x="1517309" y="4409543"/>
                  </a:lnTo>
                  <a:lnTo>
                    <a:pt x="1517495" y="4409543"/>
                  </a:lnTo>
                  <a:lnTo>
                    <a:pt x="1517682" y="4409543"/>
                  </a:lnTo>
                  <a:lnTo>
                    <a:pt x="1518428" y="4409543"/>
                  </a:lnTo>
                  <a:lnTo>
                    <a:pt x="1518708" y="4409543"/>
                  </a:lnTo>
                  <a:lnTo>
                    <a:pt x="1518894" y="4409543"/>
                  </a:lnTo>
                  <a:lnTo>
                    <a:pt x="1518987" y="4409543"/>
                  </a:lnTo>
                  <a:lnTo>
                    <a:pt x="1519081" y="4409543"/>
                  </a:lnTo>
                  <a:lnTo>
                    <a:pt x="1519174" y="4409543"/>
                  </a:lnTo>
                  <a:lnTo>
                    <a:pt x="1519267" y="4409543"/>
                  </a:lnTo>
                  <a:lnTo>
                    <a:pt x="1519453" y="4409543"/>
                  </a:lnTo>
                  <a:lnTo>
                    <a:pt x="1519733" y="4409543"/>
                  </a:lnTo>
                  <a:lnTo>
                    <a:pt x="1519826" y="4409543"/>
                  </a:lnTo>
                  <a:lnTo>
                    <a:pt x="1519920" y="4409543"/>
                  </a:lnTo>
                  <a:lnTo>
                    <a:pt x="1520013" y="4409543"/>
                  </a:lnTo>
                  <a:lnTo>
                    <a:pt x="1520106" y="4409543"/>
                  </a:lnTo>
                  <a:lnTo>
                    <a:pt x="1520199" y="4409543"/>
                  </a:lnTo>
                  <a:lnTo>
                    <a:pt x="1520293" y="4409543"/>
                  </a:lnTo>
                  <a:lnTo>
                    <a:pt x="1520386" y="4409543"/>
                  </a:lnTo>
                  <a:lnTo>
                    <a:pt x="1520479" y="4409543"/>
                  </a:lnTo>
                  <a:lnTo>
                    <a:pt x="1520666" y="4409543"/>
                  </a:lnTo>
                  <a:lnTo>
                    <a:pt x="1520759" y="4409543"/>
                  </a:lnTo>
                  <a:lnTo>
                    <a:pt x="1520852" y="4409543"/>
                  </a:lnTo>
                  <a:lnTo>
                    <a:pt x="1520945" y="4409543"/>
                  </a:lnTo>
                  <a:lnTo>
                    <a:pt x="1521132" y="4409543"/>
                  </a:lnTo>
                  <a:lnTo>
                    <a:pt x="1521318" y="4409543"/>
                  </a:lnTo>
                  <a:lnTo>
                    <a:pt x="1521412" y="4409543"/>
                  </a:lnTo>
                  <a:lnTo>
                    <a:pt x="1521598" y="4409543"/>
                  </a:lnTo>
                  <a:lnTo>
                    <a:pt x="1521691" y="4409543"/>
                  </a:lnTo>
                  <a:lnTo>
                    <a:pt x="1521878" y="4409543"/>
                  </a:lnTo>
                  <a:lnTo>
                    <a:pt x="1524023" y="4409543"/>
                  </a:lnTo>
                  <a:lnTo>
                    <a:pt x="1524116" y="4409543"/>
                  </a:lnTo>
                  <a:lnTo>
                    <a:pt x="1524302" y="4409543"/>
                  </a:lnTo>
                  <a:lnTo>
                    <a:pt x="1524769" y="4409543"/>
                  </a:lnTo>
                  <a:lnTo>
                    <a:pt x="1525328" y="4409543"/>
                  </a:lnTo>
                  <a:lnTo>
                    <a:pt x="1525608" y="4409543"/>
                  </a:lnTo>
                  <a:lnTo>
                    <a:pt x="1525888" y="4409543"/>
                  </a:lnTo>
                  <a:lnTo>
                    <a:pt x="1525981" y="4409543"/>
                  </a:lnTo>
                  <a:lnTo>
                    <a:pt x="1526074" y="4409543"/>
                  </a:lnTo>
                  <a:lnTo>
                    <a:pt x="1526167" y="4409543"/>
                  </a:lnTo>
                  <a:lnTo>
                    <a:pt x="1526447" y="4409543"/>
                  </a:lnTo>
                  <a:lnTo>
                    <a:pt x="1526540" y="4409543"/>
                  </a:lnTo>
                  <a:lnTo>
                    <a:pt x="1526633" y="4409543"/>
                  </a:lnTo>
                  <a:lnTo>
                    <a:pt x="1526727" y="4409543"/>
                  </a:lnTo>
                  <a:lnTo>
                    <a:pt x="1526820" y="4409543"/>
                  </a:lnTo>
                  <a:lnTo>
                    <a:pt x="1526913" y="4409543"/>
                  </a:lnTo>
                  <a:lnTo>
                    <a:pt x="1527006" y="4409543"/>
                  </a:lnTo>
                  <a:lnTo>
                    <a:pt x="1527100" y="4409543"/>
                  </a:lnTo>
                  <a:lnTo>
                    <a:pt x="1527286" y="4409543"/>
                  </a:lnTo>
                  <a:lnTo>
                    <a:pt x="1527379" y="4409543"/>
                  </a:lnTo>
                  <a:lnTo>
                    <a:pt x="1527939" y="4409543"/>
                  </a:lnTo>
                  <a:lnTo>
                    <a:pt x="1528032" y="4409543"/>
                  </a:lnTo>
                  <a:lnTo>
                    <a:pt x="1528125" y="4409543"/>
                  </a:lnTo>
                  <a:lnTo>
                    <a:pt x="1528312" y="4409543"/>
                  </a:lnTo>
                  <a:lnTo>
                    <a:pt x="1528498" y="4399589"/>
                  </a:lnTo>
                  <a:lnTo>
                    <a:pt x="1528592" y="4399589"/>
                  </a:lnTo>
                  <a:lnTo>
                    <a:pt x="1528685" y="4399589"/>
                  </a:lnTo>
                  <a:lnTo>
                    <a:pt x="1528778" y="4399589"/>
                  </a:lnTo>
                  <a:lnTo>
                    <a:pt x="1528871" y="4399589"/>
                  </a:lnTo>
                  <a:lnTo>
                    <a:pt x="1529151" y="4399589"/>
                  </a:lnTo>
                  <a:lnTo>
                    <a:pt x="1529244" y="4399589"/>
                  </a:lnTo>
                  <a:lnTo>
                    <a:pt x="1529338" y="4399589"/>
                  </a:lnTo>
                  <a:lnTo>
                    <a:pt x="1529431" y="4399589"/>
                  </a:lnTo>
                  <a:lnTo>
                    <a:pt x="1529524" y="4399589"/>
                  </a:lnTo>
                  <a:lnTo>
                    <a:pt x="1529617" y="4399589"/>
                  </a:lnTo>
                  <a:lnTo>
                    <a:pt x="1529711" y="4399589"/>
                  </a:lnTo>
                  <a:lnTo>
                    <a:pt x="1529804" y="4399589"/>
                  </a:lnTo>
                  <a:lnTo>
                    <a:pt x="1529897" y="4399589"/>
                  </a:lnTo>
                  <a:lnTo>
                    <a:pt x="1529990" y="4399589"/>
                  </a:lnTo>
                  <a:lnTo>
                    <a:pt x="1530084" y="4399589"/>
                  </a:lnTo>
                  <a:lnTo>
                    <a:pt x="1530270" y="4399589"/>
                  </a:lnTo>
                  <a:lnTo>
                    <a:pt x="1530363" y="4399589"/>
                  </a:lnTo>
                  <a:lnTo>
                    <a:pt x="1530457" y="4399589"/>
                  </a:lnTo>
                  <a:lnTo>
                    <a:pt x="1530550" y="4399589"/>
                  </a:lnTo>
                  <a:lnTo>
                    <a:pt x="1530923" y="4399589"/>
                  </a:lnTo>
                  <a:lnTo>
                    <a:pt x="1531016" y="4399589"/>
                  </a:lnTo>
                  <a:lnTo>
                    <a:pt x="1531109" y="4399589"/>
                  </a:lnTo>
                  <a:lnTo>
                    <a:pt x="1531296" y="4399589"/>
                  </a:lnTo>
                  <a:lnTo>
                    <a:pt x="1531389" y="4399589"/>
                  </a:lnTo>
                  <a:lnTo>
                    <a:pt x="1531482" y="4399589"/>
                  </a:lnTo>
                  <a:lnTo>
                    <a:pt x="1531669" y="4399589"/>
                  </a:lnTo>
                  <a:lnTo>
                    <a:pt x="1532042" y="4399589"/>
                  </a:lnTo>
                  <a:lnTo>
                    <a:pt x="1532322" y="4399589"/>
                  </a:lnTo>
                  <a:lnTo>
                    <a:pt x="1532601" y="4399589"/>
                  </a:lnTo>
                  <a:lnTo>
                    <a:pt x="1532788" y="4399589"/>
                  </a:lnTo>
                  <a:lnTo>
                    <a:pt x="1532881" y="4399589"/>
                  </a:lnTo>
                  <a:lnTo>
                    <a:pt x="1533254" y="4399589"/>
                  </a:lnTo>
                  <a:lnTo>
                    <a:pt x="1533440" y="4399589"/>
                  </a:lnTo>
                  <a:lnTo>
                    <a:pt x="1533534" y="4399589"/>
                  </a:lnTo>
                  <a:lnTo>
                    <a:pt x="1533627" y="4399589"/>
                  </a:lnTo>
                  <a:lnTo>
                    <a:pt x="1533720" y="4399589"/>
                  </a:lnTo>
                  <a:lnTo>
                    <a:pt x="1533907" y="4399589"/>
                  </a:lnTo>
                  <a:lnTo>
                    <a:pt x="1534000" y="4399589"/>
                  </a:lnTo>
                  <a:lnTo>
                    <a:pt x="1534093" y="4399589"/>
                  </a:lnTo>
                  <a:lnTo>
                    <a:pt x="1534280" y="4399589"/>
                  </a:lnTo>
                  <a:lnTo>
                    <a:pt x="1534653" y="4399589"/>
                  </a:lnTo>
                  <a:lnTo>
                    <a:pt x="1534839" y="4399589"/>
                  </a:lnTo>
                  <a:lnTo>
                    <a:pt x="1534932" y="4399589"/>
                  </a:lnTo>
                  <a:lnTo>
                    <a:pt x="1535026" y="4399589"/>
                  </a:lnTo>
                  <a:lnTo>
                    <a:pt x="1535119" y="4399589"/>
                  </a:lnTo>
                  <a:lnTo>
                    <a:pt x="1535305" y="4399589"/>
                  </a:lnTo>
                  <a:lnTo>
                    <a:pt x="1535585" y="4399589"/>
                  </a:lnTo>
                  <a:lnTo>
                    <a:pt x="1535772" y="4389635"/>
                  </a:lnTo>
                  <a:lnTo>
                    <a:pt x="1535958" y="4389635"/>
                  </a:lnTo>
                  <a:lnTo>
                    <a:pt x="1536145" y="4389635"/>
                  </a:lnTo>
                  <a:lnTo>
                    <a:pt x="1536518" y="4389635"/>
                  </a:lnTo>
                  <a:lnTo>
                    <a:pt x="1536611" y="4389635"/>
                  </a:lnTo>
                  <a:lnTo>
                    <a:pt x="1536704" y="4389635"/>
                  </a:lnTo>
                  <a:lnTo>
                    <a:pt x="1537077" y="4389635"/>
                  </a:lnTo>
                  <a:lnTo>
                    <a:pt x="1537264" y="4389635"/>
                  </a:lnTo>
                  <a:lnTo>
                    <a:pt x="1537357" y="4389635"/>
                  </a:lnTo>
                  <a:lnTo>
                    <a:pt x="1537543" y="4389635"/>
                  </a:lnTo>
                  <a:lnTo>
                    <a:pt x="1537543" y="4379681"/>
                  </a:lnTo>
                  <a:lnTo>
                    <a:pt x="1537730" y="4369728"/>
                  </a:lnTo>
                  <a:lnTo>
                    <a:pt x="1538010" y="4369728"/>
                  </a:lnTo>
                  <a:lnTo>
                    <a:pt x="1538103" y="4369728"/>
                  </a:lnTo>
                  <a:lnTo>
                    <a:pt x="1538196" y="4369728"/>
                  </a:lnTo>
                  <a:lnTo>
                    <a:pt x="1538289" y="4369728"/>
                  </a:lnTo>
                  <a:lnTo>
                    <a:pt x="1538476" y="4369728"/>
                  </a:lnTo>
                  <a:lnTo>
                    <a:pt x="1538662" y="4369728"/>
                  </a:lnTo>
                  <a:lnTo>
                    <a:pt x="1538756" y="4369728"/>
                  </a:lnTo>
                  <a:lnTo>
                    <a:pt x="1538849" y="4369728"/>
                  </a:lnTo>
                  <a:lnTo>
                    <a:pt x="1538942" y="4369728"/>
                  </a:lnTo>
                  <a:lnTo>
                    <a:pt x="1539129" y="4369728"/>
                  </a:lnTo>
                  <a:lnTo>
                    <a:pt x="1539408" y="4369728"/>
                  </a:lnTo>
                  <a:lnTo>
                    <a:pt x="1539688" y="4369728"/>
                  </a:lnTo>
                  <a:lnTo>
                    <a:pt x="1539781" y="4369728"/>
                  </a:lnTo>
                  <a:lnTo>
                    <a:pt x="1539968" y="4369728"/>
                  </a:lnTo>
                  <a:lnTo>
                    <a:pt x="1540247" y="4369728"/>
                  </a:lnTo>
                  <a:lnTo>
                    <a:pt x="1540341" y="4369728"/>
                  </a:lnTo>
                  <a:lnTo>
                    <a:pt x="1540620" y="4369728"/>
                  </a:lnTo>
                  <a:lnTo>
                    <a:pt x="1540714" y="4369728"/>
                  </a:lnTo>
                  <a:lnTo>
                    <a:pt x="1540900" y="4369728"/>
                  </a:lnTo>
                  <a:lnTo>
                    <a:pt x="1541087" y="4359774"/>
                  </a:lnTo>
                  <a:lnTo>
                    <a:pt x="1542392" y="4359774"/>
                  </a:lnTo>
                  <a:lnTo>
                    <a:pt x="1542485" y="4359774"/>
                  </a:lnTo>
                  <a:lnTo>
                    <a:pt x="1542672" y="4359774"/>
                  </a:lnTo>
                  <a:lnTo>
                    <a:pt x="1542765" y="4359774"/>
                  </a:lnTo>
                  <a:lnTo>
                    <a:pt x="1542858" y="4359774"/>
                  </a:lnTo>
                  <a:lnTo>
                    <a:pt x="1542952" y="4359774"/>
                  </a:lnTo>
                  <a:lnTo>
                    <a:pt x="1543138" y="4359774"/>
                  </a:lnTo>
                  <a:lnTo>
                    <a:pt x="1543325" y="4349820"/>
                  </a:lnTo>
                  <a:lnTo>
                    <a:pt x="1543418" y="4349820"/>
                  </a:lnTo>
                  <a:lnTo>
                    <a:pt x="1543511" y="4349820"/>
                  </a:lnTo>
                  <a:lnTo>
                    <a:pt x="1543698" y="4349820"/>
                  </a:lnTo>
                  <a:lnTo>
                    <a:pt x="1543791" y="4349820"/>
                  </a:lnTo>
                  <a:lnTo>
                    <a:pt x="1543884" y="4349820"/>
                  </a:lnTo>
                  <a:lnTo>
                    <a:pt x="1544257" y="4349820"/>
                  </a:lnTo>
                  <a:lnTo>
                    <a:pt x="1544444" y="4349820"/>
                  </a:lnTo>
                  <a:lnTo>
                    <a:pt x="1544537" y="4349820"/>
                  </a:lnTo>
                  <a:lnTo>
                    <a:pt x="1544630" y="4349820"/>
                  </a:lnTo>
                  <a:lnTo>
                    <a:pt x="1544723" y="4349820"/>
                  </a:lnTo>
                  <a:lnTo>
                    <a:pt x="1545096" y="4349820"/>
                  </a:lnTo>
                  <a:lnTo>
                    <a:pt x="1545190" y="4349820"/>
                  </a:lnTo>
                  <a:lnTo>
                    <a:pt x="1545283" y="4349820"/>
                  </a:lnTo>
                  <a:lnTo>
                    <a:pt x="1546122" y="4349820"/>
                  </a:lnTo>
                  <a:lnTo>
                    <a:pt x="1546215" y="4349820"/>
                  </a:lnTo>
                  <a:lnTo>
                    <a:pt x="1546309" y="4349820"/>
                  </a:lnTo>
                  <a:lnTo>
                    <a:pt x="1546402" y="4349820"/>
                  </a:lnTo>
                  <a:lnTo>
                    <a:pt x="1546775" y="4349820"/>
                  </a:lnTo>
                  <a:lnTo>
                    <a:pt x="1546961" y="4349820"/>
                  </a:lnTo>
                  <a:lnTo>
                    <a:pt x="1547055" y="4349820"/>
                  </a:lnTo>
                  <a:lnTo>
                    <a:pt x="1547241" y="4349820"/>
                  </a:lnTo>
                  <a:lnTo>
                    <a:pt x="1547334" y="4349820"/>
                  </a:lnTo>
                  <a:lnTo>
                    <a:pt x="1547614" y="4349820"/>
                  </a:lnTo>
                  <a:lnTo>
                    <a:pt x="1547800" y="4349820"/>
                  </a:lnTo>
                  <a:lnTo>
                    <a:pt x="1547894" y="4349820"/>
                  </a:lnTo>
                  <a:lnTo>
                    <a:pt x="1548080" y="4349820"/>
                  </a:lnTo>
                  <a:lnTo>
                    <a:pt x="1548173" y="4349820"/>
                  </a:lnTo>
                  <a:lnTo>
                    <a:pt x="1548453" y="4349820"/>
                  </a:lnTo>
                  <a:lnTo>
                    <a:pt x="1548546" y="4349820"/>
                  </a:lnTo>
                  <a:lnTo>
                    <a:pt x="1548640" y="4349820"/>
                  </a:lnTo>
                  <a:lnTo>
                    <a:pt x="1548826" y="4349820"/>
                  </a:lnTo>
                  <a:lnTo>
                    <a:pt x="1548919" y="4349820"/>
                  </a:lnTo>
                  <a:lnTo>
                    <a:pt x="1549013" y="4349820"/>
                  </a:lnTo>
                  <a:lnTo>
                    <a:pt x="1549106" y="4349820"/>
                  </a:lnTo>
                  <a:lnTo>
                    <a:pt x="1549292" y="4349820"/>
                  </a:lnTo>
                  <a:lnTo>
                    <a:pt x="1549572" y="4349820"/>
                  </a:lnTo>
                  <a:lnTo>
                    <a:pt x="1549665" y="4349820"/>
                  </a:lnTo>
                  <a:lnTo>
                    <a:pt x="1549852" y="4349820"/>
                  </a:lnTo>
                  <a:lnTo>
                    <a:pt x="1549945" y="4349820"/>
                  </a:lnTo>
                  <a:lnTo>
                    <a:pt x="1550132" y="4349820"/>
                  </a:lnTo>
                  <a:lnTo>
                    <a:pt x="1550505" y="4349820"/>
                  </a:lnTo>
                  <a:lnTo>
                    <a:pt x="1550598" y="4349820"/>
                  </a:lnTo>
                  <a:lnTo>
                    <a:pt x="1550691" y="4349820"/>
                  </a:lnTo>
                  <a:lnTo>
                    <a:pt x="1550691" y="4339866"/>
                  </a:lnTo>
                  <a:lnTo>
                    <a:pt x="1550971" y="4339866"/>
                  </a:lnTo>
                  <a:lnTo>
                    <a:pt x="1551064" y="4339866"/>
                  </a:lnTo>
                  <a:lnTo>
                    <a:pt x="1551157" y="4339866"/>
                  </a:lnTo>
                  <a:lnTo>
                    <a:pt x="1551251" y="4339866"/>
                  </a:lnTo>
                  <a:lnTo>
                    <a:pt x="1551530" y="4339866"/>
                  </a:lnTo>
                  <a:lnTo>
                    <a:pt x="1551717" y="4339866"/>
                  </a:lnTo>
                  <a:lnTo>
                    <a:pt x="1552090" y="4339866"/>
                  </a:lnTo>
                  <a:lnTo>
                    <a:pt x="1552183" y="4339866"/>
                  </a:lnTo>
                  <a:lnTo>
                    <a:pt x="1552370" y="4339866"/>
                  </a:lnTo>
                  <a:lnTo>
                    <a:pt x="1552649" y="4339866"/>
                  </a:lnTo>
                  <a:lnTo>
                    <a:pt x="1552743" y="4339866"/>
                  </a:lnTo>
                  <a:lnTo>
                    <a:pt x="1553116" y="4339866"/>
                  </a:lnTo>
                  <a:lnTo>
                    <a:pt x="1553395" y="4339866"/>
                  </a:lnTo>
                  <a:lnTo>
                    <a:pt x="1553582" y="4339866"/>
                  </a:lnTo>
                  <a:lnTo>
                    <a:pt x="1553768" y="4329912"/>
                  </a:lnTo>
                  <a:lnTo>
                    <a:pt x="1554048" y="4329912"/>
                  </a:lnTo>
                  <a:lnTo>
                    <a:pt x="1554234" y="4329912"/>
                  </a:lnTo>
                  <a:lnTo>
                    <a:pt x="1554514" y="4329912"/>
                  </a:lnTo>
                  <a:lnTo>
                    <a:pt x="1554607" y="4329912"/>
                  </a:lnTo>
                  <a:lnTo>
                    <a:pt x="1554701" y="4329912"/>
                  </a:lnTo>
                  <a:lnTo>
                    <a:pt x="1554887" y="4329912"/>
                  </a:lnTo>
                  <a:lnTo>
                    <a:pt x="1555074" y="4329912"/>
                  </a:lnTo>
                  <a:lnTo>
                    <a:pt x="1555167" y="4329912"/>
                  </a:lnTo>
                  <a:lnTo>
                    <a:pt x="1555260" y="4329912"/>
                  </a:lnTo>
                  <a:lnTo>
                    <a:pt x="1555353" y="4329912"/>
                  </a:lnTo>
                  <a:lnTo>
                    <a:pt x="1555447" y="4329912"/>
                  </a:lnTo>
                  <a:lnTo>
                    <a:pt x="1555726" y="4329912"/>
                  </a:lnTo>
                  <a:lnTo>
                    <a:pt x="1556099" y="4329912"/>
                  </a:lnTo>
                  <a:lnTo>
                    <a:pt x="1556193" y="4329912"/>
                  </a:lnTo>
                  <a:lnTo>
                    <a:pt x="1556472" y="4329912"/>
                  </a:lnTo>
                  <a:lnTo>
                    <a:pt x="1556566" y="4329912"/>
                  </a:lnTo>
                  <a:lnTo>
                    <a:pt x="1556752" y="4329912"/>
                  </a:lnTo>
                  <a:lnTo>
                    <a:pt x="1557032" y="4329912"/>
                  </a:lnTo>
                  <a:lnTo>
                    <a:pt x="1557591" y="4329912"/>
                  </a:lnTo>
                  <a:lnTo>
                    <a:pt x="1557964" y="4329912"/>
                  </a:lnTo>
                  <a:lnTo>
                    <a:pt x="1558151" y="4329912"/>
                  </a:lnTo>
                  <a:lnTo>
                    <a:pt x="1558244" y="4329912"/>
                  </a:lnTo>
                  <a:lnTo>
                    <a:pt x="1558617" y="4329912"/>
                  </a:lnTo>
                  <a:lnTo>
                    <a:pt x="1558710" y="4329912"/>
                  </a:lnTo>
                  <a:lnTo>
                    <a:pt x="1558804" y="4329912"/>
                  </a:lnTo>
                  <a:lnTo>
                    <a:pt x="1558897" y="4329912"/>
                  </a:lnTo>
                  <a:lnTo>
                    <a:pt x="1559363" y="4329912"/>
                  </a:lnTo>
                  <a:lnTo>
                    <a:pt x="1559456" y="4329912"/>
                  </a:lnTo>
                  <a:lnTo>
                    <a:pt x="1559643" y="4329912"/>
                  </a:lnTo>
                  <a:lnTo>
                    <a:pt x="1559829" y="4329912"/>
                  </a:lnTo>
                  <a:lnTo>
                    <a:pt x="1560016" y="4329912"/>
                  </a:lnTo>
                  <a:lnTo>
                    <a:pt x="1560202" y="4319959"/>
                  </a:lnTo>
                  <a:lnTo>
                    <a:pt x="1560296" y="4319959"/>
                  </a:lnTo>
                  <a:lnTo>
                    <a:pt x="1560389" y="4319959"/>
                  </a:lnTo>
                  <a:lnTo>
                    <a:pt x="1560575" y="4319959"/>
                  </a:lnTo>
                  <a:lnTo>
                    <a:pt x="1560669" y="4319959"/>
                  </a:lnTo>
                  <a:lnTo>
                    <a:pt x="1560762" y="4319959"/>
                  </a:lnTo>
                  <a:lnTo>
                    <a:pt x="1560948" y="4319959"/>
                  </a:lnTo>
                  <a:lnTo>
                    <a:pt x="1561041" y="4319959"/>
                  </a:lnTo>
                  <a:lnTo>
                    <a:pt x="1561135" y="4319959"/>
                  </a:lnTo>
                  <a:lnTo>
                    <a:pt x="1561228" y="4319959"/>
                  </a:lnTo>
                  <a:lnTo>
                    <a:pt x="1561414" y="4319959"/>
                  </a:lnTo>
                  <a:lnTo>
                    <a:pt x="1561787" y="4319959"/>
                  </a:lnTo>
                  <a:lnTo>
                    <a:pt x="1561974" y="4319959"/>
                  </a:lnTo>
                  <a:lnTo>
                    <a:pt x="1562067" y="4319959"/>
                  </a:lnTo>
                  <a:lnTo>
                    <a:pt x="1562160" y="4319959"/>
                  </a:lnTo>
                  <a:lnTo>
                    <a:pt x="1562347" y="4319959"/>
                  </a:lnTo>
                  <a:lnTo>
                    <a:pt x="1562533" y="4319959"/>
                  </a:lnTo>
                  <a:lnTo>
                    <a:pt x="1562813" y="4319959"/>
                  </a:lnTo>
                  <a:lnTo>
                    <a:pt x="1562906" y="4319959"/>
                  </a:lnTo>
                  <a:lnTo>
                    <a:pt x="1563000" y="4319959"/>
                  </a:lnTo>
                  <a:lnTo>
                    <a:pt x="1563093" y="4319959"/>
                  </a:lnTo>
                  <a:lnTo>
                    <a:pt x="1563373" y="4319959"/>
                  </a:lnTo>
                  <a:lnTo>
                    <a:pt x="1564025" y="4319959"/>
                  </a:lnTo>
                  <a:lnTo>
                    <a:pt x="1564305" y="4319959"/>
                  </a:lnTo>
                  <a:lnTo>
                    <a:pt x="1564398" y="4319959"/>
                  </a:lnTo>
                  <a:lnTo>
                    <a:pt x="1564492" y="4319959"/>
                  </a:lnTo>
                  <a:lnTo>
                    <a:pt x="1564771" y="4319959"/>
                  </a:lnTo>
                  <a:lnTo>
                    <a:pt x="1564865" y="4319959"/>
                  </a:lnTo>
                  <a:lnTo>
                    <a:pt x="1564958" y="4319959"/>
                  </a:lnTo>
                  <a:lnTo>
                    <a:pt x="1565051" y="4319959"/>
                  </a:lnTo>
                  <a:lnTo>
                    <a:pt x="1565144" y="4319959"/>
                  </a:lnTo>
                  <a:lnTo>
                    <a:pt x="1565238" y="4319959"/>
                  </a:lnTo>
                  <a:lnTo>
                    <a:pt x="1565517" y="4319959"/>
                  </a:lnTo>
                  <a:lnTo>
                    <a:pt x="1566077" y="4319959"/>
                  </a:lnTo>
                  <a:lnTo>
                    <a:pt x="1566170" y="4319959"/>
                  </a:lnTo>
                  <a:lnTo>
                    <a:pt x="1566263" y="4319959"/>
                  </a:lnTo>
                  <a:lnTo>
                    <a:pt x="1566357" y="4319959"/>
                  </a:lnTo>
                  <a:lnTo>
                    <a:pt x="1567009" y="4319959"/>
                  </a:lnTo>
                  <a:lnTo>
                    <a:pt x="1567196" y="4319959"/>
                  </a:lnTo>
                  <a:lnTo>
                    <a:pt x="1567382" y="4319959"/>
                  </a:lnTo>
                  <a:lnTo>
                    <a:pt x="1567662" y="4319959"/>
                  </a:lnTo>
                  <a:lnTo>
                    <a:pt x="1567942" y="4319959"/>
                  </a:lnTo>
                  <a:lnTo>
                    <a:pt x="1568221" y="4319959"/>
                  </a:lnTo>
                  <a:lnTo>
                    <a:pt x="1568315" y="4319959"/>
                  </a:lnTo>
                  <a:lnTo>
                    <a:pt x="1568594" y="4319959"/>
                  </a:lnTo>
                  <a:lnTo>
                    <a:pt x="1568688" y="4319959"/>
                  </a:lnTo>
                  <a:lnTo>
                    <a:pt x="1568781" y="4319959"/>
                  </a:lnTo>
                  <a:lnTo>
                    <a:pt x="1568874" y="4319959"/>
                  </a:lnTo>
                  <a:lnTo>
                    <a:pt x="1568967" y="4319959"/>
                  </a:lnTo>
                  <a:lnTo>
                    <a:pt x="1569247" y="4319959"/>
                  </a:lnTo>
                  <a:lnTo>
                    <a:pt x="1569527" y="4319959"/>
                  </a:lnTo>
                  <a:lnTo>
                    <a:pt x="1569713" y="4319959"/>
                  </a:lnTo>
                  <a:lnTo>
                    <a:pt x="1569807" y="4319959"/>
                  </a:lnTo>
                  <a:lnTo>
                    <a:pt x="1569900" y="4319959"/>
                  </a:lnTo>
                  <a:lnTo>
                    <a:pt x="1569993" y="4319959"/>
                  </a:lnTo>
                  <a:lnTo>
                    <a:pt x="1570086" y="4319959"/>
                  </a:lnTo>
                  <a:lnTo>
                    <a:pt x="1570553" y="4319959"/>
                  </a:lnTo>
                  <a:lnTo>
                    <a:pt x="1570832" y="4319959"/>
                  </a:lnTo>
                  <a:lnTo>
                    <a:pt x="1571205" y="4319959"/>
                  </a:lnTo>
                  <a:lnTo>
                    <a:pt x="1571299" y="4319959"/>
                  </a:lnTo>
                  <a:lnTo>
                    <a:pt x="1571485" y="4319959"/>
                  </a:lnTo>
                  <a:lnTo>
                    <a:pt x="1571578" y="4310005"/>
                  </a:lnTo>
                  <a:lnTo>
                    <a:pt x="1571765" y="4310005"/>
                  </a:lnTo>
                  <a:lnTo>
                    <a:pt x="1571858" y="4310005"/>
                  </a:lnTo>
                  <a:lnTo>
                    <a:pt x="1571951" y="4310005"/>
                  </a:lnTo>
                  <a:lnTo>
                    <a:pt x="1572045" y="4310005"/>
                  </a:lnTo>
                  <a:lnTo>
                    <a:pt x="1572231" y="4310005"/>
                  </a:lnTo>
                  <a:lnTo>
                    <a:pt x="1572324" y="4310005"/>
                  </a:lnTo>
                  <a:lnTo>
                    <a:pt x="1572511" y="4310005"/>
                  </a:lnTo>
                  <a:lnTo>
                    <a:pt x="1572604" y="4310005"/>
                  </a:lnTo>
                  <a:lnTo>
                    <a:pt x="1572697" y="4310005"/>
                  </a:lnTo>
                  <a:lnTo>
                    <a:pt x="1573164" y="4310005"/>
                  </a:lnTo>
                  <a:lnTo>
                    <a:pt x="1573257" y="4310005"/>
                  </a:lnTo>
                  <a:lnTo>
                    <a:pt x="1573630" y="4310005"/>
                  </a:lnTo>
                  <a:lnTo>
                    <a:pt x="1573816" y="4310005"/>
                  </a:lnTo>
                  <a:lnTo>
                    <a:pt x="1574469" y="4310005"/>
                  </a:lnTo>
                  <a:lnTo>
                    <a:pt x="1574749" y="4300051"/>
                  </a:lnTo>
                  <a:lnTo>
                    <a:pt x="1574935" y="4300051"/>
                  </a:lnTo>
                  <a:lnTo>
                    <a:pt x="1575028" y="4300051"/>
                  </a:lnTo>
                  <a:lnTo>
                    <a:pt x="1575122" y="4300051"/>
                  </a:lnTo>
                  <a:lnTo>
                    <a:pt x="1575215" y="4300051"/>
                  </a:lnTo>
                  <a:lnTo>
                    <a:pt x="1575308" y="4300051"/>
                  </a:lnTo>
                  <a:lnTo>
                    <a:pt x="1575588" y="4300051"/>
                  </a:lnTo>
                  <a:lnTo>
                    <a:pt x="1575681" y="4300051"/>
                  </a:lnTo>
                  <a:lnTo>
                    <a:pt x="1575961" y="4300051"/>
                  </a:lnTo>
                  <a:lnTo>
                    <a:pt x="1576147" y="4300051"/>
                  </a:lnTo>
                  <a:lnTo>
                    <a:pt x="1576241" y="4300051"/>
                  </a:lnTo>
                  <a:lnTo>
                    <a:pt x="1576614" y="4300051"/>
                  </a:lnTo>
                  <a:lnTo>
                    <a:pt x="1576707" y="4300051"/>
                  </a:lnTo>
                  <a:lnTo>
                    <a:pt x="1576800" y="4300051"/>
                  </a:lnTo>
                  <a:lnTo>
                    <a:pt x="1576987" y="4300051"/>
                  </a:lnTo>
                  <a:lnTo>
                    <a:pt x="1577360" y="4300051"/>
                  </a:lnTo>
                  <a:lnTo>
                    <a:pt x="1577546" y="4300051"/>
                  </a:lnTo>
                  <a:lnTo>
                    <a:pt x="1577826" y="4300051"/>
                  </a:lnTo>
                  <a:lnTo>
                    <a:pt x="1578012" y="4300051"/>
                  </a:lnTo>
                  <a:lnTo>
                    <a:pt x="1578199" y="4300051"/>
                  </a:lnTo>
                  <a:lnTo>
                    <a:pt x="1578292" y="4290097"/>
                  </a:lnTo>
                  <a:lnTo>
                    <a:pt x="1578385" y="4290097"/>
                  </a:lnTo>
                  <a:lnTo>
                    <a:pt x="1578479" y="4290097"/>
                  </a:lnTo>
                  <a:lnTo>
                    <a:pt x="1578758" y="4290097"/>
                  </a:lnTo>
                  <a:lnTo>
                    <a:pt x="1578945" y="4290097"/>
                  </a:lnTo>
                  <a:lnTo>
                    <a:pt x="1579225" y="4290097"/>
                  </a:lnTo>
                  <a:lnTo>
                    <a:pt x="1579318" y="4290097"/>
                  </a:lnTo>
                  <a:lnTo>
                    <a:pt x="1579504" y="4290097"/>
                  </a:lnTo>
                  <a:lnTo>
                    <a:pt x="1579598" y="4290097"/>
                  </a:lnTo>
                  <a:lnTo>
                    <a:pt x="1579691" y="4290097"/>
                  </a:lnTo>
                  <a:lnTo>
                    <a:pt x="1579784" y="4290097"/>
                  </a:lnTo>
                  <a:lnTo>
                    <a:pt x="1579877" y="4290097"/>
                  </a:lnTo>
                  <a:lnTo>
                    <a:pt x="1580157" y="4290097"/>
                  </a:lnTo>
                  <a:lnTo>
                    <a:pt x="1580437" y="4290097"/>
                  </a:lnTo>
                  <a:lnTo>
                    <a:pt x="1580530" y="4290097"/>
                  </a:lnTo>
                  <a:lnTo>
                    <a:pt x="1580810" y="4290097"/>
                  </a:lnTo>
                  <a:lnTo>
                    <a:pt x="1581276" y="4290097"/>
                  </a:lnTo>
                  <a:lnTo>
                    <a:pt x="1581556" y="4290097"/>
                  </a:lnTo>
                  <a:lnTo>
                    <a:pt x="1581742" y="4280143"/>
                  </a:lnTo>
                  <a:lnTo>
                    <a:pt x="1581835" y="4280143"/>
                  </a:lnTo>
                  <a:lnTo>
                    <a:pt x="1582208" y="4280143"/>
                  </a:lnTo>
                  <a:lnTo>
                    <a:pt x="1582302" y="4280143"/>
                  </a:lnTo>
                  <a:lnTo>
                    <a:pt x="1582488" y="4280143"/>
                  </a:lnTo>
                  <a:lnTo>
                    <a:pt x="1582768" y="4280143"/>
                  </a:lnTo>
                  <a:lnTo>
                    <a:pt x="1582861" y="4280143"/>
                  </a:lnTo>
                  <a:lnTo>
                    <a:pt x="1583048" y="4280143"/>
                  </a:lnTo>
                  <a:lnTo>
                    <a:pt x="1583141" y="4280143"/>
                  </a:lnTo>
                  <a:lnTo>
                    <a:pt x="1583327" y="4280143"/>
                  </a:lnTo>
                  <a:lnTo>
                    <a:pt x="1583421" y="4280143"/>
                  </a:lnTo>
                  <a:lnTo>
                    <a:pt x="1583607" y="4280143"/>
                  </a:lnTo>
                  <a:lnTo>
                    <a:pt x="1583887" y="4280143"/>
                  </a:lnTo>
                  <a:lnTo>
                    <a:pt x="1584167" y="4280143"/>
                  </a:lnTo>
                  <a:lnTo>
                    <a:pt x="1584260" y="4280143"/>
                  </a:lnTo>
                  <a:lnTo>
                    <a:pt x="1584446" y="4280143"/>
                  </a:lnTo>
                  <a:lnTo>
                    <a:pt x="1584633" y="4280143"/>
                  </a:lnTo>
                  <a:lnTo>
                    <a:pt x="1584913" y="4280143"/>
                  </a:lnTo>
                  <a:lnTo>
                    <a:pt x="1585006" y="4280143"/>
                  </a:lnTo>
                  <a:lnTo>
                    <a:pt x="1585099" y="4280143"/>
                  </a:lnTo>
                  <a:lnTo>
                    <a:pt x="1585192" y="4280143"/>
                  </a:lnTo>
                  <a:lnTo>
                    <a:pt x="1585286" y="4280143"/>
                  </a:lnTo>
                  <a:lnTo>
                    <a:pt x="1585379" y="4280143"/>
                  </a:lnTo>
                  <a:lnTo>
                    <a:pt x="1585472" y="4280143"/>
                  </a:lnTo>
                  <a:lnTo>
                    <a:pt x="1585659" y="4280143"/>
                  </a:lnTo>
                  <a:lnTo>
                    <a:pt x="1585938" y="4280143"/>
                  </a:lnTo>
                  <a:lnTo>
                    <a:pt x="1586125" y="4280143"/>
                  </a:lnTo>
                  <a:lnTo>
                    <a:pt x="1586218" y="4280143"/>
                  </a:lnTo>
                  <a:lnTo>
                    <a:pt x="1586311" y="4280143"/>
                  </a:lnTo>
                  <a:lnTo>
                    <a:pt x="1586498" y="4280143"/>
                  </a:lnTo>
                  <a:lnTo>
                    <a:pt x="1586591" y="4280143"/>
                  </a:lnTo>
                  <a:lnTo>
                    <a:pt x="1586684" y="4280143"/>
                  </a:lnTo>
                  <a:lnTo>
                    <a:pt x="1586871" y="4280143"/>
                  </a:lnTo>
                  <a:lnTo>
                    <a:pt x="1586964" y="4280143"/>
                  </a:lnTo>
                  <a:lnTo>
                    <a:pt x="1587057" y="4280143"/>
                  </a:lnTo>
                  <a:lnTo>
                    <a:pt x="1587151" y="4280143"/>
                  </a:lnTo>
                  <a:lnTo>
                    <a:pt x="1587244" y="4280143"/>
                  </a:lnTo>
                  <a:lnTo>
                    <a:pt x="1587337" y="4280143"/>
                  </a:lnTo>
                  <a:lnTo>
                    <a:pt x="1587524" y="4280143"/>
                  </a:lnTo>
                  <a:lnTo>
                    <a:pt x="1587617" y="4280143"/>
                  </a:lnTo>
                  <a:lnTo>
                    <a:pt x="1587990" y="4280143"/>
                  </a:lnTo>
                  <a:lnTo>
                    <a:pt x="1588083" y="4280143"/>
                  </a:lnTo>
                  <a:lnTo>
                    <a:pt x="1589482" y="4280143"/>
                  </a:lnTo>
                  <a:lnTo>
                    <a:pt x="1589668" y="4280143"/>
                  </a:lnTo>
                  <a:lnTo>
                    <a:pt x="1589761" y="4280143"/>
                  </a:lnTo>
                  <a:lnTo>
                    <a:pt x="1589855" y="4280143"/>
                  </a:lnTo>
                  <a:lnTo>
                    <a:pt x="1590134" y="4280143"/>
                  </a:lnTo>
                  <a:lnTo>
                    <a:pt x="1590414" y="4280143"/>
                  </a:lnTo>
                  <a:lnTo>
                    <a:pt x="1590601" y="4280143"/>
                  </a:lnTo>
                  <a:lnTo>
                    <a:pt x="1590787" y="4280143"/>
                  </a:lnTo>
                  <a:lnTo>
                    <a:pt x="1591160" y="4280143"/>
                  </a:lnTo>
                  <a:lnTo>
                    <a:pt x="1591347" y="4280143"/>
                  </a:lnTo>
                  <a:lnTo>
                    <a:pt x="1591440" y="4280143"/>
                  </a:lnTo>
                  <a:lnTo>
                    <a:pt x="1591626" y="4280143"/>
                  </a:lnTo>
                  <a:lnTo>
                    <a:pt x="1591720" y="4280143"/>
                  </a:lnTo>
                  <a:lnTo>
                    <a:pt x="1591906" y="4280143"/>
                  </a:lnTo>
                  <a:lnTo>
                    <a:pt x="1592372" y="4280143"/>
                  </a:lnTo>
                  <a:lnTo>
                    <a:pt x="1592559" y="4280143"/>
                  </a:lnTo>
                  <a:lnTo>
                    <a:pt x="1592839" y="4280143"/>
                  </a:lnTo>
                  <a:lnTo>
                    <a:pt x="1592932" y="4280143"/>
                  </a:lnTo>
                  <a:lnTo>
                    <a:pt x="1593025" y="4280143"/>
                  </a:lnTo>
                  <a:lnTo>
                    <a:pt x="1593212" y="4280143"/>
                  </a:lnTo>
                  <a:lnTo>
                    <a:pt x="1593398" y="4280143"/>
                  </a:lnTo>
                  <a:lnTo>
                    <a:pt x="1593491" y="4280143"/>
                  </a:lnTo>
                  <a:lnTo>
                    <a:pt x="1593771" y="4280143"/>
                  </a:lnTo>
                  <a:lnTo>
                    <a:pt x="1594144" y="4280143"/>
                  </a:lnTo>
                  <a:lnTo>
                    <a:pt x="1594237" y="4280143"/>
                  </a:lnTo>
                  <a:lnTo>
                    <a:pt x="1594331" y="4280143"/>
                  </a:lnTo>
                  <a:lnTo>
                    <a:pt x="1594424" y="4280143"/>
                  </a:lnTo>
                  <a:lnTo>
                    <a:pt x="1594797" y="4280143"/>
                  </a:lnTo>
                  <a:lnTo>
                    <a:pt x="1594890" y="4280143"/>
                  </a:lnTo>
                  <a:lnTo>
                    <a:pt x="1594983" y="4280143"/>
                  </a:lnTo>
                  <a:lnTo>
                    <a:pt x="1595170" y="4280143"/>
                  </a:lnTo>
                  <a:lnTo>
                    <a:pt x="1595263" y="4280143"/>
                  </a:lnTo>
                  <a:lnTo>
                    <a:pt x="1595450" y="4280143"/>
                  </a:lnTo>
                  <a:lnTo>
                    <a:pt x="1595636" y="4280143"/>
                  </a:lnTo>
                  <a:lnTo>
                    <a:pt x="1595729" y="4280143"/>
                  </a:lnTo>
                  <a:lnTo>
                    <a:pt x="1595916" y="4280143"/>
                  </a:lnTo>
                  <a:lnTo>
                    <a:pt x="1596289" y="4280143"/>
                  </a:lnTo>
                  <a:lnTo>
                    <a:pt x="1596382" y="4280143"/>
                  </a:lnTo>
                  <a:lnTo>
                    <a:pt x="1596662" y="4280143"/>
                  </a:lnTo>
                  <a:lnTo>
                    <a:pt x="1596755" y="4280143"/>
                  </a:lnTo>
                  <a:lnTo>
                    <a:pt x="1596848" y="4280143"/>
                  </a:lnTo>
                  <a:lnTo>
                    <a:pt x="1597035" y="4280143"/>
                  </a:lnTo>
                  <a:lnTo>
                    <a:pt x="1597128" y="4280143"/>
                  </a:lnTo>
                  <a:lnTo>
                    <a:pt x="1597221" y="4280143"/>
                  </a:lnTo>
                  <a:lnTo>
                    <a:pt x="1597314" y="4280143"/>
                  </a:lnTo>
                  <a:lnTo>
                    <a:pt x="1597408" y="4280143"/>
                  </a:lnTo>
                  <a:lnTo>
                    <a:pt x="1597594" y="4280143"/>
                  </a:lnTo>
                  <a:lnTo>
                    <a:pt x="1597967" y="4280143"/>
                  </a:lnTo>
                  <a:lnTo>
                    <a:pt x="1598060" y="4280143"/>
                  </a:lnTo>
                  <a:lnTo>
                    <a:pt x="1598247" y="4280143"/>
                  </a:lnTo>
                  <a:lnTo>
                    <a:pt x="1598340" y="4280143"/>
                  </a:lnTo>
                  <a:lnTo>
                    <a:pt x="1598527" y="4280143"/>
                  </a:lnTo>
                  <a:lnTo>
                    <a:pt x="1599179" y="4280143"/>
                  </a:lnTo>
                  <a:lnTo>
                    <a:pt x="1599366" y="4280143"/>
                  </a:lnTo>
                  <a:lnTo>
                    <a:pt x="1599459" y="4280143"/>
                  </a:lnTo>
                  <a:lnTo>
                    <a:pt x="1599552" y="4280143"/>
                  </a:lnTo>
                  <a:lnTo>
                    <a:pt x="1599646" y="4280143"/>
                  </a:lnTo>
                  <a:lnTo>
                    <a:pt x="1599832" y="4280143"/>
                  </a:lnTo>
                  <a:lnTo>
                    <a:pt x="1600019" y="4280143"/>
                  </a:lnTo>
                  <a:lnTo>
                    <a:pt x="1600205" y="4280143"/>
                  </a:lnTo>
                  <a:lnTo>
                    <a:pt x="1600392" y="4280143"/>
                  </a:lnTo>
                  <a:lnTo>
                    <a:pt x="1600765" y="4280143"/>
                  </a:lnTo>
                  <a:lnTo>
                    <a:pt x="1600858" y="4280143"/>
                  </a:lnTo>
                  <a:lnTo>
                    <a:pt x="1601324" y="4270189"/>
                  </a:lnTo>
                  <a:lnTo>
                    <a:pt x="1601417" y="4270189"/>
                  </a:lnTo>
                  <a:lnTo>
                    <a:pt x="1601511" y="4270189"/>
                  </a:lnTo>
                  <a:lnTo>
                    <a:pt x="1601790" y="4270189"/>
                  </a:lnTo>
                  <a:lnTo>
                    <a:pt x="1601884" y="4270189"/>
                  </a:lnTo>
                  <a:lnTo>
                    <a:pt x="1601977" y="4270189"/>
                  </a:lnTo>
                  <a:lnTo>
                    <a:pt x="1602070" y="4270189"/>
                  </a:lnTo>
                  <a:lnTo>
                    <a:pt x="1602163" y="4270189"/>
                  </a:lnTo>
                  <a:lnTo>
                    <a:pt x="1602443" y="4270189"/>
                  </a:lnTo>
                  <a:lnTo>
                    <a:pt x="1602723" y="4270189"/>
                  </a:lnTo>
                  <a:lnTo>
                    <a:pt x="1603096" y="4270189"/>
                  </a:lnTo>
                  <a:lnTo>
                    <a:pt x="1603189" y="4270189"/>
                  </a:lnTo>
                  <a:lnTo>
                    <a:pt x="1603469" y="4270189"/>
                  </a:lnTo>
                  <a:lnTo>
                    <a:pt x="1603562" y="4270189"/>
                  </a:lnTo>
                  <a:lnTo>
                    <a:pt x="1603655" y="4270189"/>
                  </a:lnTo>
                  <a:lnTo>
                    <a:pt x="1603842" y="4270189"/>
                  </a:lnTo>
                  <a:lnTo>
                    <a:pt x="1604028" y="4270189"/>
                  </a:lnTo>
                  <a:lnTo>
                    <a:pt x="1604215" y="4270189"/>
                  </a:lnTo>
                  <a:lnTo>
                    <a:pt x="1604401" y="4270189"/>
                  </a:lnTo>
                  <a:lnTo>
                    <a:pt x="1604494" y="4270189"/>
                  </a:lnTo>
                  <a:lnTo>
                    <a:pt x="1604774" y="4270189"/>
                  </a:lnTo>
                  <a:lnTo>
                    <a:pt x="1604961" y="4270189"/>
                  </a:lnTo>
                  <a:lnTo>
                    <a:pt x="1605147" y="4270189"/>
                  </a:lnTo>
                  <a:lnTo>
                    <a:pt x="1605240" y="4270189"/>
                  </a:lnTo>
                  <a:lnTo>
                    <a:pt x="1605334" y="4270189"/>
                  </a:lnTo>
                  <a:lnTo>
                    <a:pt x="1605427" y="4270189"/>
                  </a:lnTo>
                  <a:lnTo>
                    <a:pt x="1605613" y="4270189"/>
                  </a:lnTo>
                  <a:lnTo>
                    <a:pt x="1605986" y="4270189"/>
                  </a:lnTo>
                  <a:lnTo>
                    <a:pt x="1606919" y="4270189"/>
                  </a:lnTo>
                  <a:lnTo>
                    <a:pt x="1607012" y="4270189"/>
                  </a:lnTo>
                  <a:lnTo>
                    <a:pt x="1607199" y="4270189"/>
                  </a:lnTo>
                  <a:lnTo>
                    <a:pt x="1607385" y="4270189"/>
                  </a:lnTo>
                  <a:lnTo>
                    <a:pt x="1607665" y="4270189"/>
                  </a:lnTo>
                  <a:lnTo>
                    <a:pt x="1607851" y="4270189"/>
                  </a:lnTo>
                  <a:lnTo>
                    <a:pt x="1607945" y="4270189"/>
                  </a:lnTo>
                  <a:lnTo>
                    <a:pt x="1608224" y="4270189"/>
                  </a:lnTo>
                  <a:lnTo>
                    <a:pt x="1608411" y="4270189"/>
                  </a:lnTo>
                  <a:lnTo>
                    <a:pt x="1608597" y="4270189"/>
                  </a:lnTo>
                  <a:lnTo>
                    <a:pt x="1608691" y="4270189"/>
                  </a:lnTo>
                  <a:lnTo>
                    <a:pt x="1608970" y="4270189"/>
                  </a:lnTo>
                  <a:lnTo>
                    <a:pt x="1609343" y="4270189"/>
                  </a:lnTo>
                  <a:lnTo>
                    <a:pt x="1609623" y="4270189"/>
                  </a:lnTo>
                  <a:lnTo>
                    <a:pt x="1609716" y="4270189"/>
                  </a:lnTo>
                  <a:lnTo>
                    <a:pt x="1609809" y="4270189"/>
                  </a:lnTo>
                  <a:lnTo>
                    <a:pt x="1610089" y="4270189"/>
                  </a:lnTo>
                  <a:lnTo>
                    <a:pt x="1610182" y="4270189"/>
                  </a:lnTo>
                  <a:lnTo>
                    <a:pt x="1610276" y="4270189"/>
                  </a:lnTo>
                  <a:lnTo>
                    <a:pt x="1610369" y="4270189"/>
                  </a:lnTo>
                  <a:lnTo>
                    <a:pt x="1610555" y="4270189"/>
                  </a:lnTo>
                  <a:lnTo>
                    <a:pt x="1610742" y="4270189"/>
                  </a:lnTo>
                  <a:lnTo>
                    <a:pt x="1610835" y="4270189"/>
                  </a:lnTo>
                  <a:lnTo>
                    <a:pt x="1610928" y="4270189"/>
                  </a:lnTo>
                  <a:lnTo>
                    <a:pt x="1611115" y="4270189"/>
                  </a:lnTo>
                  <a:lnTo>
                    <a:pt x="1611208" y="4270189"/>
                  </a:lnTo>
                  <a:lnTo>
                    <a:pt x="1611301" y="4270189"/>
                  </a:lnTo>
                  <a:lnTo>
                    <a:pt x="1611395" y="4270189"/>
                  </a:lnTo>
                  <a:lnTo>
                    <a:pt x="1611488" y="4270189"/>
                  </a:lnTo>
                  <a:lnTo>
                    <a:pt x="1611581" y="4270189"/>
                  </a:lnTo>
                  <a:lnTo>
                    <a:pt x="1611674" y="4270189"/>
                  </a:lnTo>
                  <a:lnTo>
                    <a:pt x="1611954" y="4270189"/>
                  </a:lnTo>
                  <a:lnTo>
                    <a:pt x="1612420" y="4270189"/>
                  </a:lnTo>
                  <a:lnTo>
                    <a:pt x="1612514" y="4270189"/>
                  </a:lnTo>
                  <a:lnTo>
                    <a:pt x="1612607" y="4270189"/>
                  </a:lnTo>
                  <a:lnTo>
                    <a:pt x="1612700" y="4270189"/>
                  </a:lnTo>
                  <a:lnTo>
                    <a:pt x="1612980" y="4270189"/>
                  </a:lnTo>
                  <a:lnTo>
                    <a:pt x="1613073" y="4270189"/>
                  </a:lnTo>
                  <a:lnTo>
                    <a:pt x="1613166" y="4270189"/>
                  </a:lnTo>
                  <a:lnTo>
                    <a:pt x="1613353" y="4270189"/>
                  </a:lnTo>
                  <a:lnTo>
                    <a:pt x="1613633" y="4270189"/>
                  </a:lnTo>
                  <a:lnTo>
                    <a:pt x="1614006" y="4270189"/>
                  </a:lnTo>
                  <a:lnTo>
                    <a:pt x="1614099" y="4270189"/>
                  </a:lnTo>
                  <a:lnTo>
                    <a:pt x="1614192" y="4270189"/>
                  </a:lnTo>
                  <a:lnTo>
                    <a:pt x="1614379" y="4270189"/>
                  </a:lnTo>
                  <a:lnTo>
                    <a:pt x="1614565" y="4270189"/>
                  </a:lnTo>
                  <a:lnTo>
                    <a:pt x="1614938" y="4270189"/>
                  </a:lnTo>
                  <a:lnTo>
                    <a:pt x="1615031" y="4270189"/>
                  </a:lnTo>
                  <a:lnTo>
                    <a:pt x="1615125" y="4270189"/>
                  </a:lnTo>
                  <a:lnTo>
                    <a:pt x="1615218" y="4270189"/>
                  </a:lnTo>
                  <a:lnTo>
                    <a:pt x="1615311" y="4270189"/>
                  </a:lnTo>
                  <a:lnTo>
                    <a:pt x="1615498" y="4270189"/>
                  </a:lnTo>
                  <a:lnTo>
                    <a:pt x="1615684" y="4270189"/>
                  </a:lnTo>
                  <a:lnTo>
                    <a:pt x="1615871" y="4270189"/>
                  </a:lnTo>
                  <a:lnTo>
                    <a:pt x="1615964" y="4270189"/>
                  </a:lnTo>
                  <a:lnTo>
                    <a:pt x="1616057" y="4270189"/>
                  </a:lnTo>
                  <a:lnTo>
                    <a:pt x="1616150" y="4270189"/>
                  </a:lnTo>
                  <a:lnTo>
                    <a:pt x="1616337" y="4270189"/>
                  </a:lnTo>
                  <a:lnTo>
                    <a:pt x="1616710" y="4270189"/>
                  </a:lnTo>
                  <a:lnTo>
                    <a:pt x="1616803" y="4270189"/>
                  </a:lnTo>
                  <a:lnTo>
                    <a:pt x="1616896" y="4270189"/>
                  </a:lnTo>
                  <a:lnTo>
                    <a:pt x="1616989" y="4270189"/>
                  </a:lnTo>
                  <a:lnTo>
                    <a:pt x="1617176" y="4270189"/>
                  </a:lnTo>
                  <a:lnTo>
                    <a:pt x="1617269" y="4270189"/>
                  </a:lnTo>
                  <a:lnTo>
                    <a:pt x="1617456" y="4270189"/>
                  </a:lnTo>
                  <a:lnTo>
                    <a:pt x="1617549" y="4270189"/>
                  </a:lnTo>
                  <a:lnTo>
                    <a:pt x="1617642" y="4270189"/>
                  </a:lnTo>
                  <a:lnTo>
                    <a:pt x="1617735" y="4270189"/>
                  </a:lnTo>
                  <a:lnTo>
                    <a:pt x="1617922" y="4270189"/>
                  </a:lnTo>
                  <a:lnTo>
                    <a:pt x="1618015" y="4270189"/>
                  </a:lnTo>
                  <a:lnTo>
                    <a:pt x="1618108" y="4270189"/>
                  </a:lnTo>
                  <a:lnTo>
                    <a:pt x="1618202" y="4270189"/>
                  </a:lnTo>
                  <a:lnTo>
                    <a:pt x="1618388" y="4270189"/>
                  </a:lnTo>
                  <a:lnTo>
                    <a:pt x="1618575" y="4270189"/>
                  </a:lnTo>
                  <a:lnTo>
                    <a:pt x="1618668" y="4270189"/>
                  </a:lnTo>
                  <a:lnTo>
                    <a:pt x="1618761" y="4270189"/>
                  </a:lnTo>
                  <a:lnTo>
                    <a:pt x="1618948" y="4270189"/>
                  </a:lnTo>
                  <a:lnTo>
                    <a:pt x="1619227" y="4270189"/>
                  </a:lnTo>
                  <a:lnTo>
                    <a:pt x="1619321" y="4270189"/>
                  </a:lnTo>
                  <a:lnTo>
                    <a:pt x="1619414" y="4270189"/>
                  </a:lnTo>
                  <a:lnTo>
                    <a:pt x="1619787" y="4270189"/>
                  </a:lnTo>
                  <a:lnTo>
                    <a:pt x="1620160" y="4270189"/>
                  </a:lnTo>
                  <a:lnTo>
                    <a:pt x="1620253" y="4270189"/>
                  </a:lnTo>
                  <a:lnTo>
                    <a:pt x="1620346" y="4270189"/>
                  </a:lnTo>
                  <a:lnTo>
                    <a:pt x="1620440" y="4270189"/>
                  </a:lnTo>
                  <a:lnTo>
                    <a:pt x="1621092" y="4270189"/>
                  </a:lnTo>
                  <a:lnTo>
                    <a:pt x="1621186" y="4270189"/>
                  </a:lnTo>
                  <a:lnTo>
                    <a:pt x="1621465" y="4270189"/>
                  </a:lnTo>
                  <a:lnTo>
                    <a:pt x="1622025" y="4270189"/>
                  </a:lnTo>
                  <a:lnTo>
                    <a:pt x="1622211" y="4270189"/>
                  </a:lnTo>
                  <a:lnTo>
                    <a:pt x="1622305" y="4270189"/>
                  </a:lnTo>
                  <a:lnTo>
                    <a:pt x="1622491" y="4270189"/>
                  </a:lnTo>
                  <a:lnTo>
                    <a:pt x="1623237" y="4270189"/>
                  </a:lnTo>
                  <a:lnTo>
                    <a:pt x="1623424" y="4270189"/>
                  </a:lnTo>
                  <a:lnTo>
                    <a:pt x="1623517" y="4270189"/>
                  </a:lnTo>
                  <a:lnTo>
                    <a:pt x="1623796" y="4270189"/>
                  </a:lnTo>
                  <a:lnTo>
                    <a:pt x="1623890" y="4270189"/>
                  </a:lnTo>
                  <a:lnTo>
                    <a:pt x="1623983" y="4270189"/>
                  </a:lnTo>
                  <a:lnTo>
                    <a:pt x="1624076" y="4270189"/>
                  </a:lnTo>
                  <a:lnTo>
                    <a:pt x="1624169" y="4270189"/>
                  </a:lnTo>
                  <a:lnTo>
                    <a:pt x="1624263" y="4270189"/>
                  </a:lnTo>
                  <a:lnTo>
                    <a:pt x="1624356" y="4270189"/>
                  </a:lnTo>
                  <a:lnTo>
                    <a:pt x="1624449" y="4270189"/>
                  </a:lnTo>
                  <a:lnTo>
                    <a:pt x="1624822" y="4270189"/>
                  </a:lnTo>
                  <a:lnTo>
                    <a:pt x="1625009" y="4270189"/>
                  </a:lnTo>
                  <a:lnTo>
                    <a:pt x="1625102" y="4270189"/>
                  </a:lnTo>
                  <a:lnTo>
                    <a:pt x="1625288" y="4270189"/>
                  </a:lnTo>
                  <a:lnTo>
                    <a:pt x="1625475" y="4270189"/>
                  </a:lnTo>
                  <a:lnTo>
                    <a:pt x="1625848" y="4270189"/>
                  </a:lnTo>
                  <a:lnTo>
                    <a:pt x="1626034" y="4270189"/>
                  </a:lnTo>
                  <a:lnTo>
                    <a:pt x="1626407" y="4270189"/>
                  </a:lnTo>
                  <a:lnTo>
                    <a:pt x="1626407" y="4260236"/>
                  </a:lnTo>
                  <a:lnTo>
                    <a:pt x="1626501" y="4260236"/>
                  </a:lnTo>
                  <a:lnTo>
                    <a:pt x="1626594" y="4260236"/>
                  </a:lnTo>
                  <a:lnTo>
                    <a:pt x="1626780" y="4260236"/>
                  </a:lnTo>
                  <a:lnTo>
                    <a:pt x="1626874" y="4260236"/>
                  </a:lnTo>
                  <a:lnTo>
                    <a:pt x="1627060" y="4260236"/>
                  </a:lnTo>
                  <a:lnTo>
                    <a:pt x="1627433" y="4260236"/>
                  </a:lnTo>
                  <a:lnTo>
                    <a:pt x="1627526" y="4260236"/>
                  </a:lnTo>
                  <a:lnTo>
                    <a:pt x="1627620" y="4260236"/>
                  </a:lnTo>
                  <a:lnTo>
                    <a:pt x="1627806" y="4260236"/>
                  </a:lnTo>
                  <a:lnTo>
                    <a:pt x="1627899" y="4260236"/>
                  </a:lnTo>
                  <a:lnTo>
                    <a:pt x="1628086" y="4260236"/>
                  </a:lnTo>
                  <a:lnTo>
                    <a:pt x="1628179" y="4260236"/>
                  </a:lnTo>
                  <a:lnTo>
                    <a:pt x="1628272" y="4260236"/>
                  </a:lnTo>
                  <a:lnTo>
                    <a:pt x="1628459" y="4260236"/>
                  </a:lnTo>
                  <a:lnTo>
                    <a:pt x="1628552" y="4260236"/>
                  </a:lnTo>
                  <a:lnTo>
                    <a:pt x="1628645" y="4260236"/>
                  </a:lnTo>
                  <a:lnTo>
                    <a:pt x="1628739" y="4260236"/>
                  </a:lnTo>
                  <a:lnTo>
                    <a:pt x="1628832" y="4260236"/>
                  </a:lnTo>
                  <a:lnTo>
                    <a:pt x="1629018" y="4260236"/>
                  </a:lnTo>
                  <a:lnTo>
                    <a:pt x="1629391" y="4260236"/>
                  </a:lnTo>
                  <a:lnTo>
                    <a:pt x="1629951" y="4260236"/>
                  </a:lnTo>
                  <a:lnTo>
                    <a:pt x="1630044" y="4260236"/>
                  </a:lnTo>
                  <a:lnTo>
                    <a:pt x="1630231" y="4260236"/>
                  </a:lnTo>
                  <a:lnTo>
                    <a:pt x="1630417" y="4260236"/>
                  </a:lnTo>
                  <a:lnTo>
                    <a:pt x="1630603" y="4260236"/>
                  </a:lnTo>
                  <a:lnTo>
                    <a:pt x="1630883" y="4260236"/>
                  </a:lnTo>
                  <a:lnTo>
                    <a:pt x="1631256" y="4260236"/>
                  </a:lnTo>
                  <a:lnTo>
                    <a:pt x="1631349" y="4260236"/>
                  </a:lnTo>
                  <a:lnTo>
                    <a:pt x="1631722" y="4260236"/>
                  </a:lnTo>
                  <a:lnTo>
                    <a:pt x="1631816" y="4260236"/>
                  </a:lnTo>
                  <a:lnTo>
                    <a:pt x="1632282" y="4260236"/>
                  </a:lnTo>
                  <a:lnTo>
                    <a:pt x="1632468" y="4260236"/>
                  </a:lnTo>
                  <a:lnTo>
                    <a:pt x="1632841" y="4260236"/>
                  </a:lnTo>
                  <a:lnTo>
                    <a:pt x="1632935" y="4260236"/>
                  </a:lnTo>
                  <a:lnTo>
                    <a:pt x="1633028" y="4260236"/>
                  </a:lnTo>
                  <a:lnTo>
                    <a:pt x="1633214" y="4260236"/>
                  </a:lnTo>
                  <a:lnTo>
                    <a:pt x="1633308" y="4260236"/>
                  </a:lnTo>
                  <a:lnTo>
                    <a:pt x="1633494" y="4260236"/>
                  </a:lnTo>
                  <a:lnTo>
                    <a:pt x="1633587" y="4260236"/>
                  </a:lnTo>
                  <a:lnTo>
                    <a:pt x="1633960" y="4260236"/>
                  </a:lnTo>
                  <a:lnTo>
                    <a:pt x="1634054" y="4260236"/>
                  </a:lnTo>
                  <a:lnTo>
                    <a:pt x="1634427" y="4260236"/>
                  </a:lnTo>
                  <a:lnTo>
                    <a:pt x="1634706" y="4260236"/>
                  </a:lnTo>
                  <a:lnTo>
                    <a:pt x="1634800" y="4260236"/>
                  </a:lnTo>
                  <a:lnTo>
                    <a:pt x="1634986" y="4260236"/>
                  </a:lnTo>
                  <a:lnTo>
                    <a:pt x="1635079" y="4260236"/>
                  </a:lnTo>
                  <a:lnTo>
                    <a:pt x="1635173" y="4260236"/>
                  </a:lnTo>
                  <a:lnTo>
                    <a:pt x="1635546" y="4260236"/>
                  </a:lnTo>
                  <a:lnTo>
                    <a:pt x="1635639" y="4260236"/>
                  </a:lnTo>
                  <a:lnTo>
                    <a:pt x="1635732" y="4260236"/>
                  </a:lnTo>
                  <a:lnTo>
                    <a:pt x="1635732" y="4250282"/>
                  </a:lnTo>
                  <a:lnTo>
                    <a:pt x="1636012" y="4250282"/>
                  </a:lnTo>
                  <a:lnTo>
                    <a:pt x="1636105" y="4250282"/>
                  </a:lnTo>
                  <a:lnTo>
                    <a:pt x="1636198" y="4250282"/>
                  </a:lnTo>
                  <a:lnTo>
                    <a:pt x="1636292" y="4250282"/>
                  </a:lnTo>
                  <a:lnTo>
                    <a:pt x="1636385" y="4250282"/>
                  </a:lnTo>
                  <a:lnTo>
                    <a:pt x="1636571" y="4250282"/>
                  </a:lnTo>
                  <a:lnTo>
                    <a:pt x="1636851" y="4250282"/>
                  </a:lnTo>
                  <a:lnTo>
                    <a:pt x="1636944" y="4250282"/>
                  </a:lnTo>
                  <a:lnTo>
                    <a:pt x="1637224" y="4250282"/>
                  </a:lnTo>
                  <a:lnTo>
                    <a:pt x="1637410" y="4250282"/>
                  </a:lnTo>
                  <a:lnTo>
                    <a:pt x="1637504" y="4250282"/>
                  </a:lnTo>
                  <a:lnTo>
                    <a:pt x="1637970" y="4250282"/>
                  </a:lnTo>
                  <a:lnTo>
                    <a:pt x="1638436" y="4250282"/>
                  </a:lnTo>
                  <a:lnTo>
                    <a:pt x="1638529" y="4250282"/>
                  </a:lnTo>
                  <a:lnTo>
                    <a:pt x="1638716" y="4250282"/>
                  </a:lnTo>
                  <a:lnTo>
                    <a:pt x="1638902" y="4250282"/>
                  </a:lnTo>
                  <a:lnTo>
                    <a:pt x="1641140" y="4240328"/>
                  </a:lnTo>
                  <a:lnTo>
                    <a:pt x="1641420" y="4240328"/>
                  </a:lnTo>
                  <a:lnTo>
                    <a:pt x="1641513" y="4240328"/>
                  </a:lnTo>
                  <a:lnTo>
                    <a:pt x="1641700" y="4240328"/>
                  </a:lnTo>
                  <a:lnTo>
                    <a:pt x="1641793" y="4240328"/>
                  </a:lnTo>
                  <a:lnTo>
                    <a:pt x="1641980" y="4240328"/>
                  </a:lnTo>
                  <a:lnTo>
                    <a:pt x="1642166" y="4240328"/>
                  </a:lnTo>
                  <a:lnTo>
                    <a:pt x="1642259" y="4240328"/>
                  </a:lnTo>
                  <a:lnTo>
                    <a:pt x="1642632" y="4240328"/>
                  </a:lnTo>
                  <a:lnTo>
                    <a:pt x="1643005" y="4240328"/>
                  </a:lnTo>
                  <a:lnTo>
                    <a:pt x="1643192" y="4240328"/>
                  </a:lnTo>
                  <a:lnTo>
                    <a:pt x="1643565" y="4240328"/>
                  </a:lnTo>
                  <a:lnTo>
                    <a:pt x="1643658" y="4240328"/>
                  </a:lnTo>
                  <a:lnTo>
                    <a:pt x="1643751" y="4240328"/>
                  </a:lnTo>
                  <a:lnTo>
                    <a:pt x="1644031" y="4240328"/>
                  </a:lnTo>
                  <a:lnTo>
                    <a:pt x="1644124" y="4240328"/>
                  </a:lnTo>
                  <a:lnTo>
                    <a:pt x="1644218" y="4240328"/>
                  </a:lnTo>
                  <a:lnTo>
                    <a:pt x="1644404" y="4240328"/>
                  </a:lnTo>
                  <a:lnTo>
                    <a:pt x="1644590" y="4240328"/>
                  </a:lnTo>
                  <a:lnTo>
                    <a:pt x="1644684" y="4240328"/>
                  </a:lnTo>
                  <a:lnTo>
                    <a:pt x="1644963" y="4240328"/>
                  </a:lnTo>
                  <a:lnTo>
                    <a:pt x="1645057" y="4240328"/>
                  </a:lnTo>
                  <a:lnTo>
                    <a:pt x="1645150" y="4240328"/>
                  </a:lnTo>
                  <a:lnTo>
                    <a:pt x="1645243" y="4240328"/>
                  </a:lnTo>
                  <a:lnTo>
                    <a:pt x="1645336" y="4240328"/>
                  </a:lnTo>
                  <a:lnTo>
                    <a:pt x="1645430" y="4240328"/>
                  </a:lnTo>
                  <a:lnTo>
                    <a:pt x="1645616" y="4240328"/>
                  </a:lnTo>
                  <a:lnTo>
                    <a:pt x="1645709" y="4240328"/>
                  </a:lnTo>
                  <a:lnTo>
                    <a:pt x="1645803" y="4240328"/>
                  </a:lnTo>
                  <a:lnTo>
                    <a:pt x="1645896" y="4240328"/>
                  </a:lnTo>
                  <a:lnTo>
                    <a:pt x="1646082" y="4240328"/>
                  </a:lnTo>
                  <a:lnTo>
                    <a:pt x="1646269" y="4240328"/>
                  </a:lnTo>
                  <a:lnTo>
                    <a:pt x="1646362" y="4240328"/>
                  </a:lnTo>
                  <a:lnTo>
                    <a:pt x="1646362" y="4230374"/>
                  </a:lnTo>
                  <a:lnTo>
                    <a:pt x="1646455" y="4230374"/>
                  </a:lnTo>
                  <a:lnTo>
                    <a:pt x="1646549" y="4230374"/>
                  </a:lnTo>
                  <a:lnTo>
                    <a:pt x="1646642" y="4230374"/>
                  </a:lnTo>
                  <a:lnTo>
                    <a:pt x="1646828" y="4230374"/>
                  </a:lnTo>
                  <a:lnTo>
                    <a:pt x="1647108" y="4230374"/>
                  </a:lnTo>
                  <a:lnTo>
                    <a:pt x="1647201" y="4230374"/>
                  </a:lnTo>
                  <a:lnTo>
                    <a:pt x="1647295" y="4230374"/>
                  </a:lnTo>
                  <a:lnTo>
                    <a:pt x="1647388" y="4230374"/>
                  </a:lnTo>
                  <a:lnTo>
                    <a:pt x="1647481" y="4230374"/>
                  </a:lnTo>
                  <a:lnTo>
                    <a:pt x="1647761" y="4230374"/>
                  </a:lnTo>
                  <a:lnTo>
                    <a:pt x="1647854" y="4230374"/>
                  </a:lnTo>
                  <a:lnTo>
                    <a:pt x="1648041" y="4230374"/>
                  </a:lnTo>
                  <a:lnTo>
                    <a:pt x="1648134" y="4230374"/>
                  </a:lnTo>
                  <a:lnTo>
                    <a:pt x="1648693" y="4230374"/>
                  </a:lnTo>
                  <a:lnTo>
                    <a:pt x="1648880" y="4230374"/>
                  </a:lnTo>
                  <a:lnTo>
                    <a:pt x="1649346" y="4230374"/>
                  </a:lnTo>
                  <a:lnTo>
                    <a:pt x="1649533" y="4230374"/>
                  </a:lnTo>
                  <a:lnTo>
                    <a:pt x="1649906" y="4230374"/>
                  </a:lnTo>
                  <a:lnTo>
                    <a:pt x="1650092" y="4230374"/>
                  </a:lnTo>
                  <a:lnTo>
                    <a:pt x="1650185" y="4230374"/>
                  </a:lnTo>
                  <a:lnTo>
                    <a:pt x="1650558" y="4230374"/>
                  </a:lnTo>
                  <a:lnTo>
                    <a:pt x="1650745" y="4230374"/>
                  </a:lnTo>
                  <a:lnTo>
                    <a:pt x="1650838" y="4230374"/>
                  </a:lnTo>
                  <a:lnTo>
                    <a:pt x="1651025" y="4220420"/>
                  </a:lnTo>
                  <a:lnTo>
                    <a:pt x="1651118" y="4220420"/>
                  </a:lnTo>
                  <a:lnTo>
                    <a:pt x="1651211" y="4220420"/>
                  </a:lnTo>
                  <a:lnTo>
                    <a:pt x="1651397" y="4220420"/>
                  </a:lnTo>
                  <a:lnTo>
                    <a:pt x="1651584" y="4220420"/>
                  </a:lnTo>
                  <a:lnTo>
                    <a:pt x="1651770" y="4220420"/>
                  </a:lnTo>
                  <a:lnTo>
                    <a:pt x="1651864" y="4220420"/>
                  </a:lnTo>
                  <a:lnTo>
                    <a:pt x="1652050" y="4220420"/>
                  </a:lnTo>
                  <a:lnTo>
                    <a:pt x="1652330" y="4220420"/>
                  </a:lnTo>
                  <a:lnTo>
                    <a:pt x="1652423" y="4220420"/>
                  </a:lnTo>
                  <a:lnTo>
                    <a:pt x="1652516" y="4220420"/>
                  </a:lnTo>
                  <a:lnTo>
                    <a:pt x="1652610" y="4220420"/>
                  </a:lnTo>
                  <a:lnTo>
                    <a:pt x="1652703" y="4220420"/>
                  </a:lnTo>
                  <a:lnTo>
                    <a:pt x="1652796" y="4220420"/>
                  </a:lnTo>
                  <a:lnTo>
                    <a:pt x="1652889" y="4220420"/>
                  </a:lnTo>
                  <a:lnTo>
                    <a:pt x="1652983" y="4220420"/>
                  </a:lnTo>
                  <a:lnTo>
                    <a:pt x="1653076" y="4220420"/>
                  </a:lnTo>
                  <a:lnTo>
                    <a:pt x="1653169" y="4220420"/>
                  </a:lnTo>
                  <a:lnTo>
                    <a:pt x="1653262" y="4220420"/>
                  </a:lnTo>
                  <a:lnTo>
                    <a:pt x="1653356" y="4220420"/>
                  </a:lnTo>
                  <a:lnTo>
                    <a:pt x="1653542" y="4220420"/>
                  </a:lnTo>
                  <a:lnTo>
                    <a:pt x="1653729" y="4220420"/>
                  </a:lnTo>
                  <a:lnTo>
                    <a:pt x="1653822" y="4220420"/>
                  </a:lnTo>
                  <a:lnTo>
                    <a:pt x="1653915" y="4220420"/>
                  </a:lnTo>
                  <a:lnTo>
                    <a:pt x="1654102" y="4220420"/>
                  </a:lnTo>
                  <a:lnTo>
                    <a:pt x="1654102" y="4210466"/>
                  </a:lnTo>
                  <a:lnTo>
                    <a:pt x="1654195" y="4210466"/>
                  </a:lnTo>
                  <a:lnTo>
                    <a:pt x="1654288" y="4210466"/>
                  </a:lnTo>
                  <a:lnTo>
                    <a:pt x="1654381" y="4210466"/>
                  </a:lnTo>
                  <a:lnTo>
                    <a:pt x="1654475" y="4210466"/>
                  </a:lnTo>
                  <a:lnTo>
                    <a:pt x="1654568" y="4210466"/>
                  </a:lnTo>
                  <a:lnTo>
                    <a:pt x="1655034" y="4210466"/>
                  </a:lnTo>
                  <a:lnTo>
                    <a:pt x="1655407" y="4210466"/>
                  </a:lnTo>
                  <a:lnTo>
                    <a:pt x="1655407" y="4200513"/>
                  </a:lnTo>
                  <a:lnTo>
                    <a:pt x="1655500" y="4200513"/>
                  </a:lnTo>
                  <a:lnTo>
                    <a:pt x="1655594" y="4200513"/>
                  </a:lnTo>
                  <a:lnTo>
                    <a:pt x="1655687" y="4200513"/>
                  </a:lnTo>
                  <a:lnTo>
                    <a:pt x="1655780" y="4190559"/>
                  </a:lnTo>
                  <a:lnTo>
                    <a:pt x="1655873" y="4190559"/>
                  </a:lnTo>
                  <a:lnTo>
                    <a:pt x="1655967" y="4190559"/>
                  </a:lnTo>
                  <a:lnTo>
                    <a:pt x="1656246" y="4190559"/>
                  </a:lnTo>
                  <a:lnTo>
                    <a:pt x="1657179" y="4190559"/>
                  </a:lnTo>
                  <a:lnTo>
                    <a:pt x="1657459" y="4190559"/>
                  </a:lnTo>
                  <a:lnTo>
                    <a:pt x="1657738" y="4190559"/>
                  </a:lnTo>
                  <a:lnTo>
                    <a:pt x="1658018" y="4190559"/>
                  </a:lnTo>
                  <a:lnTo>
                    <a:pt x="1658111" y="4190559"/>
                  </a:lnTo>
                  <a:lnTo>
                    <a:pt x="1658204" y="4190559"/>
                  </a:lnTo>
                  <a:lnTo>
                    <a:pt x="1658484" y="4190559"/>
                  </a:lnTo>
                  <a:lnTo>
                    <a:pt x="1658577" y="4190559"/>
                  </a:lnTo>
                  <a:lnTo>
                    <a:pt x="1658950" y="4190559"/>
                  </a:lnTo>
                  <a:lnTo>
                    <a:pt x="1659230" y="4190559"/>
                  </a:lnTo>
                  <a:lnTo>
                    <a:pt x="1659510" y="4190559"/>
                  </a:lnTo>
                  <a:lnTo>
                    <a:pt x="1659603" y="4190559"/>
                  </a:lnTo>
                  <a:lnTo>
                    <a:pt x="1659790" y="4190559"/>
                  </a:lnTo>
                  <a:lnTo>
                    <a:pt x="1659883" y="4190559"/>
                  </a:lnTo>
                  <a:lnTo>
                    <a:pt x="1660163" y="4190559"/>
                  </a:lnTo>
                  <a:lnTo>
                    <a:pt x="1660442" y="4190559"/>
                  </a:lnTo>
                  <a:lnTo>
                    <a:pt x="1660629" y="4190559"/>
                  </a:lnTo>
                  <a:lnTo>
                    <a:pt x="1660722" y="4190559"/>
                  </a:lnTo>
                  <a:lnTo>
                    <a:pt x="1661095" y="4190559"/>
                  </a:lnTo>
                  <a:lnTo>
                    <a:pt x="1661188" y="4190559"/>
                  </a:lnTo>
                  <a:lnTo>
                    <a:pt x="1661282" y="4190559"/>
                  </a:lnTo>
                  <a:lnTo>
                    <a:pt x="1661841" y="4190559"/>
                  </a:lnTo>
                  <a:lnTo>
                    <a:pt x="1662214" y="4190559"/>
                  </a:lnTo>
                  <a:lnTo>
                    <a:pt x="1662307" y="4190559"/>
                  </a:lnTo>
                  <a:lnTo>
                    <a:pt x="1662587" y="4190559"/>
                  </a:lnTo>
                  <a:lnTo>
                    <a:pt x="1662680" y="4190559"/>
                  </a:lnTo>
                  <a:lnTo>
                    <a:pt x="1662774" y="4190559"/>
                  </a:lnTo>
                  <a:lnTo>
                    <a:pt x="1662867" y="4190559"/>
                  </a:lnTo>
                  <a:lnTo>
                    <a:pt x="1663240" y="4190559"/>
                  </a:lnTo>
                  <a:lnTo>
                    <a:pt x="1663333" y="4190559"/>
                  </a:lnTo>
                  <a:lnTo>
                    <a:pt x="1663426" y="4190559"/>
                  </a:lnTo>
                  <a:lnTo>
                    <a:pt x="1663799" y="4190559"/>
                  </a:lnTo>
                  <a:lnTo>
                    <a:pt x="1663893" y="4190559"/>
                  </a:lnTo>
                  <a:lnTo>
                    <a:pt x="1664359" y="4190559"/>
                  </a:lnTo>
                  <a:lnTo>
                    <a:pt x="1664452" y="4190559"/>
                  </a:lnTo>
                  <a:lnTo>
                    <a:pt x="1664825" y="4190559"/>
                  </a:lnTo>
                  <a:lnTo>
                    <a:pt x="1664918" y="4190559"/>
                  </a:lnTo>
                  <a:lnTo>
                    <a:pt x="1665012" y="4190559"/>
                  </a:lnTo>
                  <a:lnTo>
                    <a:pt x="1665478" y="4190559"/>
                  </a:lnTo>
                  <a:lnTo>
                    <a:pt x="1665664" y="4190559"/>
                  </a:lnTo>
                  <a:lnTo>
                    <a:pt x="1665851" y="4190559"/>
                  </a:lnTo>
                  <a:lnTo>
                    <a:pt x="1665944" y="4190559"/>
                  </a:lnTo>
                  <a:lnTo>
                    <a:pt x="1666037" y="4190559"/>
                  </a:lnTo>
                  <a:lnTo>
                    <a:pt x="1666130" y="4190559"/>
                  </a:lnTo>
                  <a:lnTo>
                    <a:pt x="1666410" y="4190559"/>
                  </a:lnTo>
                  <a:lnTo>
                    <a:pt x="1666597" y="4190559"/>
                  </a:lnTo>
                  <a:lnTo>
                    <a:pt x="1666783" y="4190559"/>
                  </a:lnTo>
                  <a:lnTo>
                    <a:pt x="1666876" y="4190559"/>
                  </a:lnTo>
                  <a:lnTo>
                    <a:pt x="1667063" y="4190559"/>
                  </a:lnTo>
                  <a:lnTo>
                    <a:pt x="1667156" y="4190559"/>
                  </a:lnTo>
                  <a:lnTo>
                    <a:pt x="1667343" y="4190559"/>
                  </a:lnTo>
                  <a:lnTo>
                    <a:pt x="1667436" y="4190559"/>
                  </a:lnTo>
                  <a:lnTo>
                    <a:pt x="1667716" y="4190559"/>
                  </a:lnTo>
                  <a:lnTo>
                    <a:pt x="1667809" y="4190559"/>
                  </a:lnTo>
                  <a:lnTo>
                    <a:pt x="1668182" y="4190559"/>
                  </a:lnTo>
                  <a:lnTo>
                    <a:pt x="1668368" y="4190559"/>
                  </a:lnTo>
                  <a:lnTo>
                    <a:pt x="1668462" y="4190559"/>
                  </a:lnTo>
                  <a:lnTo>
                    <a:pt x="1669208" y="4190559"/>
                  </a:lnTo>
                  <a:lnTo>
                    <a:pt x="1669301" y="4190559"/>
                  </a:lnTo>
                  <a:lnTo>
                    <a:pt x="1669394" y="4190559"/>
                  </a:lnTo>
                  <a:lnTo>
                    <a:pt x="1669487" y="4190559"/>
                  </a:lnTo>
                  <a:lnTo>
                    <a:pt x="1669860" y="4190559"/>
                  </a:lnTo>
                  <a:lnTo>
                    <a:pt x="1670233" y="4190559"/>
                  </a:lnTo>
                  <a:lnTo>
                    <a:pt x="1670513" y="4190559"/>
                  </a:lnTo>
                  <a:lnTo>
                    <a:pt x="1670606" y="4190559"/>
                  </a:lnTo>
                  <a:lnTo>
                    <a:pt x="1670793" y="4190559"/>
                  </a:lnTo>
                  <a:lnTo>
                    <a:pt x="1670886" y="4190559"/>
                  </a:lnTo>
                  <a:lnTo>
                    <a:pt x="1670979" y="4190559"/>
                  </a:lnTo>
                  <a:lnTo>
                    <a:pt x="1671073" y="4190559"/>
                  </a:lnTo>
                  <a:lnTo>
                    <a:pt x="1671166" y="4190559"/>
                  </a:lnTo>
                  <a:lnTo>
                    <a:pt x="1671352" y="4190559"/>
                  </a:lnTo>
                  <a:lnTo>
                    <a:pt x="1671446" y="4190559"/>
                  </a:lnTo>
                  <a:lnTo>
                    <a:pt x="1671446" y="4180605"/>
                  </a:lnTo>
                  <a:lnTo>
                    <a:pt x="1671725" y="4180605"/>
                  </a:lnTo>
                  <a:lnTo>
                    <a:pt x="1671819" y="4180605"/>
                  </a:lnTo>
                  <a:lnTo>
                    <a:pt x="1671912" y="4180605"/>
                  </a:lnTo>
                  <a:lnTo>
                    <a:pt x="1672005" y="4180605"/>
                  </a:lnTo>
                  <a:lnTo>
                    <a:pt x="1672098" y="4180605"/>
                  </a:lnTo>
                  <a:lnTo>
                    <a:pt x="1672191" y="4180605"/>
                  </a:lnTo>
                  <a:lnTo>
                    <a:pt x="1672285" y="4180605"/>
                  </a:lnTo>
                  <a:lnTo>
                    <a:pt x="1672378" y="4180605"/>
                  </a:lnTo>
                  <a:lnTo>
                    <a:pt x="1672564" y="4180605"/>
                  </a:lnTo>
                  <a:lnTo>
                    <a:pt x="1672751" y="4180605"/>
                  </a:lnTo>
                  <a:lnTo>
                    <a:pt x="1672937" y="4180605"/>
                  </a:lnTo>
                  <a:lnTo>
                    <a:pt x="1673031" y="4180605"/>
                  </a:lnTo>
                  <a:lnTo>
                    <a:pt x="1673124" y="4180605"/>
                  </a:lnTo>
                  <a:lnTo>
                    <a:pt x="1674150" y="4180605"/>
                  </a:lnTo>
                  <a:lnTo>
                    <a:pt x="1674336" y="4180605"/>
                  </a:lnTo>
                  <a:lnTo>
                    <a:pt x="1674429" y="4180605"/>
                  </a:lnTo>
                  <a:lnTo>
                    <a:pt x="1674616" y="4180605"/>
                  </a:lnTo>
                  <a:lnTo>
                    <a:pt x="1674709" y="4180605"/>
                  </a:lnTo>
                  <a:lnTo>
                    <a:pt x="1674989" y="4180605"/>
                  </a:lnTo>
                  <a:lnTo>
                    <a:pt x="1675082" y="4180605"/>
                  </a:lnTo>
                  <a:lnTo>
                    <a:pt x="1675175" y="4180605"/>
                  </a:lnTo>
                  <a:lnTo>
                    <a:pt x="1675269" y="4180605"/>
                  </a:lnTo>
                  <a:lnTo>
                    <a:pt x="1675455" y="4180605"/>
                  </a:lnTo>
                  <a:lnTo>
                    <a:pt x="1675548" y="4180605"/>
                  </a:lnTo>
                  <a:lnTo>
                    <a:pt x="1675828" y="4180605"/>
                  </a:lnTo>
                  <a:lnTo>
                    <a:pt x="1675921" y="4180605"/>
                  </a:lnTo>
                  <a:lnTo>
                    <a:pt x="1676108" y="4180605"/>
                  </a:lnTo>
                  <a:lnTo>
                    <a:pt x="1676201" y="4180605"/>
                  </a:lnTo>
                  <a:lnTo>
                    <a:pt x="1676388" y="4180605"/>
                  </a:lnTo>
                  <a:lnTo>
                    <a:pt x="1676667" y="4180605"/>
                  </a:lnTo>
                  <a:lnTo>
                    <a:pt x="1676761" y="4180605"/>
                  </a:lnTo>
                  <a:lnTo>
                    <a:pt x="1676854" y="4180605"/>
                  </a:lnTo>
                  <a:lnTo>
                    <a:pt x="1677040" y="4180605"/>
                  </a:lnTo>
                  <a:lnTo>
                    <a:pt x="1677134" y="4180605"/>
                  </a:lnTo>
                  <a:lnTo>
                    <a:pt x="1677413" y="4170651"/>
                  </a:lnTo>
                  <a:lnTo>
                    <a:pt x="1677507" y="4170651"/>
                  </a:lnTo>
                  <a:lnTo>
                    <a:pt x="1677600" y="4170651"/>
                  </a:lnTo>
                  <a:lnTo>
                    <a:pt x="1677786" y="4170651"/>
                  </a:lnTo>
                  <a:lnTo>
                    <a:pt x="1677973" y="4170651"/>
                  </a:lnTo>
                  <a:lnTo>
                    <a:pt x="1678066" y="4170651"/>
                  </a:lnTo>
                  <a:lnTo>
                    <a:pt x="1678159" y="4170651"/>
                  </a:lnTo>
                  <a:lnTo>
                    <a:pt x="1678253" y="4170651"/>
                  </a:lnTo>
                  <a:lnTo>
                    <a:pt x="1678812" y="4170651"/>
                  </a:lnTo>
                  <a:lnTo>
                    <a:pt x="1678905" y="4170651"/>
                  </a:lnTo>
                  <a:lnTo>
                    <a:pt x="1678998" y="4170651"/>
                  </a:lnTo>
                  <a:lnTo>
                    <a:pt x="1679092" y="4170651"/>
                  </a:lnTo>
                  <a:lnTo>
                    <a:pt x="1679185" y="4170651"/>
                  </a:lnTo>
                  <a:lnTo>
                    <a:pt x="1679278" y="4170651"/>
                  </a:lnTo>
                  <a:lnTo>
                    <a:pt x="1679651" y="4170651"/>
                  </a:lnTo>
                  <a:lnTo>
                    <a:pt x="1679744" y="4170651"/>
                  </a:lnTo>
                  <a:lnTo>
                    <a:pt x="1679838" y="4170651"/>
                  </a:lnTo>
                  <a:lnTo>
                    <a:pt x="1680304" y="4170651"/>
                  </a:lnTo>
                  <a:lnTo>
                    <a:pt x="1680397" y="4170651"/>
                  </a:lnTo>
                  <a:lnTo>
                    <a:pt x="1680584" y="4170651"/>
                  </a:lnTo>
                  <a:lnTo>
                    <a:pt x="1680677" y="4170651"/>
                  </a:lnTo>
                  <a:lnTo>
                    <a:pt x="1680770" y="4170651"/>
                  </a:lnTo>
                  <a:lnTo>
                    <a:pt x="1680863" y="4170651"/>
                  </a:lnTo>
                  <a:lnTo>
                    <a:pt x="1680957" y="4170651"/>
                  </a:lnTo>
                  <a:lnTo>
                    <a:pt x="1681050" y="4170651"/>
                  </a:lnTo>
                  <a:lnTo>
                    <a:pt x="1681609" y="4170651"/>
                  </a:lnTo>
                  <a:lnTo>
                    <a:pt x="1681703" y="4170651"/>
                  </a:lnTo>
                  <a:lnTo>
                    <a:pt x="1681796" y="4170651"/>
                  </a:lnTo>
                  <a:lnTo>
                    <a:pt x="1682355" y="4170651"/>
                  </a:lnTo>
                  <a:lnTo>
                    <a:pt x="1682822" y="4170651"/>
                  </a:lnTo>
                  <a:lnTo>
                    <a:pt x="1682915" y="4170651"/>
                  </a:lnTo>
                  <a:lnTo>
                    <a:pt x="1683101" y="4170651"/>
                  </a:lnTo>
                  <a:lnTo>
                    <a:pt x="1683288" y="4170651"/>
                  </a:lnTo>
                  <a:lnTo>
                    <a:pt x="1683474" y="4170651"/>
                  </a:lnTo>
                  <a:lnTo>
                    <a:pt x="1683661" y="4170651"/>
                  </a:lnTo>
                  <a:lnTo>
                    <a:pt x="1684127" y="4170651"/>
                  </a:lnTo>
                  <a:lnTo>
                    <a:pt x="1684220" y="4170651"/>
                  </a:lnTo>
                  <a:lnTo>
                    <a:pt x="1684407" y="4170651"/>
                  </a:lnTo>
                  <a:lnTo>
                    <a:pt x="1684593" y="4170651"/>
                  </a:lnTo>
                  <a:lnTo>
                    <a:pt x="1684780" y="4170651"/>
                  </a:lnTo>
                  <a:lnTo>
                    <a:pt x="1684966" y="4170651"/>
                  </a:lnTo>
                  <a:lnTo>
                    <a:pt x="1685060" y="4170651"/>
                  </a:lnTo>
                  <a:lnTo>
                    <a:pt x="1685153" y="4170651"/>
                  </a:lnTo>
                  <a:lnTo>
                    <a:pt x="1685246" y="4170651"/>
                  </a:lnTo>
                  <a:lnTo>
                    <a:pt x="1685339" y="4170651"/>
                  </a:lnTo>
                  <a:lnTo>
                    <a:pt x="1685433" y="4170651"/>
                  </a:lnTo>
                  <a:lnTo>
                    <a:pt x="1685526" y="4170651"/>
                  </a:lnTo>
                  <a:lnTo>
                    <a:pt x="1685619" y="4170651"/>
                  </a:lnTo>
                  <a:lnTo>
                    <a:pt x="1685712" y="4170651"/>
                  </a:lnTo>
                  <a:lnTo>
                    <a:pt x="1685806" y="4170651"/>
                  </a:lnTo>
                  <a:lnTo>
                    <a:pt x="1685899" y="4170651"/>
                  </a:lnTo>
                  <a:lnTo>
                    <a:pt x="1685992" y="4170651"/>
                  </a:lnTo>
                  <a:lnTo>
                    <a:pt x="1686085" y="4170651"/>
                  </a:lnTo>
                  <a:lnTo>
                    <a:pt x="1686178" y="4170651"/>
                  </a:lnTo>
                  <a:lnTo>
                    <a:pt x="1686272" y="4170651"/>
                  </a:lnTo>
                  <a:lnTo>
                    <a:pt x="1686365" y="4170651"/>
                  </a:lnTo>
                  <a:lnTo>
                    <a:pt x="1686458" y="4170651"/>
                  </a:lnTo>
                  <a:lnTo>
                    <a:pt x="1686831" y="4170651"/>
                  </a:lnTo>
                  <a:lnTo>
                    <a:pt x="1687018" y="4170651"/>
                  </a:lnTo>
                  <a:lnTo>
                    <a:pt x="1687111" y="4170651"/>
                  </a:lnTo>
                  <a:lnTo>
                    <a:pt x="1687391" y="4170651"/>
                  </a:lnTo>
                  <a:lnTo>
                    <a:pt x="1687484" y="4160697"/>
                  </a:lnTo>
                  <a:lnTo>
                    <a:pt x="1687764" y="4160697"/>
                  </a:lnTo>
                  <a:lnTo>
                    <a:pt x="1687857" y="4160697"/>
                  </a:lnTo>
                  <a:lnTo>
                    <a:pt x="1687950" y="4160697"/>
                  </a:lnTo>
                  <a:lnTo>
                    <a:pt x="1688230" y="4160697"/>
                  </a:lnTo>
                  <a:lnTo>
                    <a:pt x="1688323" y="4160697"/>
                  </a:lnTo>
                  <a:lnTo>
                    <a:pt x="1688416" y="4160697"/>
                  </a:lnTo>
                  <a:lnTo>
                    <a:pt x="1688603" y="4160697"/>
                  </a:lnTo>
                  <a:lnTo>
                    <a:pt x="1688696" y="4160697"/>
                  </a:lnTo>
                  <a:lnTo>
                    <a:pt x="1689069" y="4160697"/>
                  </a:lnTo>
                  <a:lnTo>
                    <a:pt x="1689162" y="4160697"/>
                  </a:lnTo>
                  <a:lnTo>
                    <a:pt x="1689256" y="4160697"/>
                  </a:lnTo>
                  <a:lnTo>
                    <a:pt x="1689442" y="4160697"/>
                  </a:lnTo>
                  <a:lnTo>
                    <a:pt x="1689535" y="4160697"/>
                  </a:lnTo>
                  <a:lnTo>
                    <a:pt x="1689629" y="4160697"/>
                  </a:lnTo>
                  <a:lnTo>
                    <a:pt x="1689722" y="4160697"/>
                  </a:lnTo>
                  <a:lnTo>
                    <a:pt x="1689908" y="4160697"/>
                  </a:lnTo>
                  <a:lnTo>
                    <a:pt x="1690002" y="4160697"/>
                  </a:lnTo>
                  <a:lnTo>
                    <a:pt x="1690095" y="4160697"/>
                  </a:lnTo>
                  <a:lnTo>
                    <a:pt x="1690281" y="4160697"/>
                  </a:lnTo>
                  <a:lnTo>
                    <a:pt x="1690654" y="4160697"/>
                  </a:lnTo>
                  <a:lnTo>
                    <a:pt x="1690934" y="4160697"/>
                  </a:lnTo>
                  <a:lnTo>
                    <a:pt x="1691121" y="4160697"/>
                  </a:lnTo>
                  <a:lnTo>
                    <a:pt x="1691214" y="4160697"/>
                  </a:lnTo>
                  <a:lnTo>
                    <a:pt x="1691307" y="4160697"/>
                  </a:lnTo>
                  <a:lnTo>
                    <a:pt x="1691494" y="4160697"/>
                  </a:lnTo>
                  <a:lnTo>
                    <a:pt x="1691587" y="4160697"/>
                  </a:lnTo>
                  <a:lnTo>
                    <a:pt x="1691680" y="4160697"/>
                  </a:lnTo>
                  <a:lnTo>
                    <a:pt x="1692146" y="4160697"/>
                  </a:lnTo>
                  <a:lnTo>
                    <a:pt x="1692240" y="4160697"/>
                  </a:lnTo>
                  <a:lnTo>
                    <a:pt x="1692333" y="4160697"/>
                  </a:lnTo>
                  <a:lnTo>
                    <a:pt x="1692426" y="4160697"/>
                  </a:lnTo>
                  <a:lnTo>
                    <a:pt x="1692613" y="4160697"/>
                  </a:lnTo>
                  <a:lnTo>
                    <a:pt x="1692892" y="4160697"/>
                  </a:lnTo>
                  <a:lnTo>
                    <a:pt x="1693638" y="4150744"/>
                  </a:lnTo>
                  <a:lnTo>
                    <a:pt x="1693825" y="4150744"/>
                  </a:lnTo>
                  <a:lnTo>
                    <a:pt x="1694011" y="4150744"/>
                  </a:lnTo>
                  <a:lnTo>
                    <a:pt x="1694198" y="4150744"/>
                  </a:lnTo>
                  <a:lnTo>
                    <a:pt x="1694384" y="4150744"/>
                  </a:lnTo>
                  <a:lnTo>
                    <a:pt x="1694477" y="4150744"/>
                  </a:lnTo>
                  <a:lnTo>
                    <a:pt x="1694571" y="4150744"/>
                  </a:lnTo>
                  <a:lnTo>
                    <a:pt x="1694757" y="4150744"/>
                  </a:lnTo>
                  <a:lnTo>
                    <a:pt x="1694944" y="4150744"/>
                  </a:lnTo>
                  <a:lnTo>
                    <a:pt x="1695130" y="4150744"/>
                  </a:lnTo>
                  <a:lnTo>
                    <a:pt x="1695223" y="4150744"/>
                  </a:lnTo>
                  <a:lnTo>
                    <a:pt x="1695410" y="4150744"/>
                  </a:lnTo>
                  <a:lnTo>
                    <a:pt x="1695596" y="4150744"/>
                  </a:lnTo>
                  <a:lnTo>
                    <a:pt x="1696249" y="4150744"/>
                  </a:lnTo>
                  <a:lnTo>
                    <a:pt x="1696529" y="4150744"/>
                  </a:lnTo>
                  <a:lnTo>
                    <a:pt x="1696622" y="4150744"/>
                  </a:lnTo>
                  <a:lnTo>
                    <a:pt x="1696809" y="4140790"/>
                  </a:lnTo>
                  <a:lnTo>
                    <a:pt x="1696902" y="4140790"/>
                  </a:lnTo>
                  <a:lnTo>
                    <a:pt x="1696995" y="4140790"/>
                  </a:lnTo>
                  <a:lnTo>
                    <a:pt x="1697368" y="4140790"/>
                  </a:lnTo>
                  <a:lnTo>
                    <a:pt x="1697648" y="4140790"/>
                  </a:lnTo>
                  <a:lnTo>
                    <a:pt x="1697834" y="4140790"/>
                  </a:lnTo>
                  <a:lnTo>
                    <a:pt x="1698301" y="4140790"/>
                  </a:lnTo>
                  <a:lnTo>
                    <a:pt x="1698580" y="4140790"/>
                  </a:lnTo>
                  <a:lnTo>
                    <a:pt x="1698674" y="4140790"/>
                  </a:lnTo>
                  <a:lnTo>
                    <a:pt x="1698767" y="4140790"/>
                  </a:lnTo>
                  <a:lnTo>
                    <a:pt x="1699047" y="4140790"/>
                  </a:lnTo>
                  <a:lnTo>
                    <a:pt x="1699140" y="4140790"/>
                  </a:lnTo>
                  <a:lnTo>
                    <a:pt x="1699233" y="4140790"/>
                  </a:lnTo>
                  <a:lnTo>
                    <a:pt x="1699326" y="4140790"/>
                  </a:lnTo>
                  <a:lnTo>
                    <a:pt x="1699420" y="4140790"/>
                  </a:lnTo>
                  <a:lnTo>
                    <a:pt x="1699513" y="4140790"/>
                  </a:lnTo>
                  <a:lnTo>
                    <a:pt x="1699606" y="4140790"/>
                  </a:lnTo>
                  <a:lnTo>
                    <a:pt x="1700072" y="4140790"/>
                  </a:lnTo>
                  <a:lnTo>
                    <a:pt x="1700445" y="4140790"/>
                  </a:lnTo>
                  <a:lnTo>
                    <a:pt x="1700538" y="4130836"/>
                  </a:lnTo>
                  <a:lnTo>
                    <a:pt x="1700725" y="4130836"/>
                  </a:lnTo>
                  <a:lnTo>
                    <a:pt x="1701098" y="4130836"/>
                  </a:lnTo>
                  <a:lnTo>
                    <a:pt x="1701191" y="4130836"/>
                  </a:lnTo>
                  <a:lnTo>
                    <a:pt x="1701284" y="4130836"/>
                  </a:lnTo>
                  <a:lnTo>
                    <a:pt x="1701378" y="4130836"/>
                  </a:lnTo>
                  <a:lnTo>
                    <a:pt x="1701751" y="4130836"/>
                  </a:lnTo>
                  <a:lnTo>
                    <a:pt x="1701844" y="4130836"/>
                  </a:lnTo>
                  <a:lnTo>
                    <a:pt x="1701937" y="4130836"/>
                  </a:lnTo>
                  <a:lnTo>
                    <a:pt x="1702217" y="4130836"/>
                  </a:lnTo>
                  <a:lnTo>
                    <a:pt x="1702683" y="4130836"/>
                  </a:lnTo>
                  <a:lnTo>
                    <a:pt x="1702776" y="4130836"/>
                  </a:lnTo>
                  <a:lnTo>
                    <a:pt x="1702870" y="4130836"/>
                  </a:lnTo>
                  <a:lnTo>
                    <a:pt x="1702963" y="4130836"/>
                  </a:lnTo>
                  <a:lnTo>
                    <a:pt x="1703149" y="4130836"/>
                  </a:lnTo>
                  <a:lnTo>
                    <a:pt x="1703522" y="4130836"/>
                  </a:lnTo>
                  <a:lnTo>
                    <a:pt x="1703616" y="4130836"/>
                  </a:lnTo>
                  <a:lnTo>
                    <a:pt x="1703802" y="4130836"/>
                  </a:lnTo>
                  <a:lnTo>
                    <a:pt x="1704082" y="4130836"/>
                  </a:lnTo>
                  <a:lnTo>
                    <a:pt x="1704175" y="4130836"/>
                  </a:lnTo>
                  <a:lnTo>
                    <a:pt x="1704268" y="4130836"/>
                  </a:lnTo>
                  <a:lnTo>
                    <a:pt x="1704362" y="4130836"/>
                  </a:lnTo>
                  <a:lnTo>
                    <a:pt x="1704641" y="4130836"/>
                  </a:lnTo>
                  <a:lnTo>
                    <a:pt x="1704828" y="4130836"/>
                  </a:lnTo>
                  <a:lnTo>
                    <a:pt x="1704921" y="4130836"/>
                  </a:lnTo>
                  <a:lnTo>
                    <a:pt x="1705014" y="4130836"/>
                  </a:lnTo>
                  <a:lnTo>
                    <a:pt x="1705294" y="4130836"/>
                  </a:lnTo>
                  <a:lnTo>
                    <a:pt x="1705387" y="4130836"/>
                  </a:lnTo>
                  <a:lnTo>
                    <a:pt x="1705481" y="4130836"/>
                  </a:lnTo>
                  <a:lnTo>
                    <a:pt x="1705574" y="4130836"/>
                  </a:lnTo>
                  <a:lnTo>
                    <a:pt x="1706040" y="4130836"/>
                  </a:lnTo>
                  <a:lnTo>
                    <a:pt x="1706133" y="4130836"/>
                  </a:lnTo>
                  <a:lnTo>
                    <a:pt x="1706320" y="4130836"/>
                  </a:lnTo>
                  <a:lnTo>
                    <a:pt x="1706506" y="4130836"/>
                  </a:lnTo>
                  <a:lnTo>
                    <a:pt x="1706693" y="4130836"/>
                  </a:lnTo>
                  <a:lnTo>
                    <a:pt x="1706879" y="4130836"/>
                  </a:lnTo>
                  <a:lnTo>
                    <a:pt x="1707345" y="4130836"/>
                  </a:lnTo>
                  <a:lnTo>
                    <a:pt x="1707439" y="4130836"/>
                  </a:lnTo>
                  <a:lnTo>
                    <a:pt x="1707532" y="4130836"/>
                  </a:lnTo>
                  <a:lnTo>
                    <a:pt x="1708278" y="4120882"/>
                  </a:lnTo>
                  <a:lnTo>
                    <a:pt x="1708371" y="4120882"/>
                  </a:lnTo>
                  <a:lnTo>
                    <a:pt x="1708464" y="4120882"/>
                  </a:lnTo>
                  <a:lnTo>
                    <a:pt x="1708651" y="4120882"/>
                  </a:lnTo>
                  <a:lnTo>
                    <a:pt x="1708744" y="4120882"/>
                  </a:lnTo>
                  <a:lnTo>
                    <a:pt x="1708837" y="4120882"/>
                  </a:lnTo>
                  <a:lnTo>
                    <a:pt x="1709024" y="4120882"/>
                  </a:lnTo>
                  <a:lnTo>
                    <a:pt x="1709210" y="4120882"/>
                  </a:lnTo>
                  <a:lnTo>
                    <a:pt x="1709304" y="4110928"/>
                  </a:lnTo>
                  <a:lnTo>
                    <a:pt x="1709770" y="4110928"/>
                  </a:lnTo>
                  <a:lnTo>
                    <a:pt x="1710143" y="4110928"/>
                  </a:lnTo>
                  <a:lnTo>
                    <a:pt x="1710329" y="4110928"/>
                  </a:lnTo>
                  <a:lnTo>
                    <a:pt x="1710423" y="4110928"/>
                  </a:lnTo>
                  <a:lnTo>
                    <a:pt x="1710609" y="4110928"/>
                  </a:lnTo>
                  <a:lnTo>
                    <a:pt x="1710796" y="4110928"/>
                  </a:lnTo>
                  <a:lnTo>
                    <a:pt x="1710982" y="4110928"/>
                  </a:lnTo>
                  <a:lnTo>
                    <a:pt x="1711075" y="4110928"/>
                  </a:lnTo>
                  <a:lnTo>
                    <a:pt x="1711448" y="4110928"/>
                  </a:lnTo>
                  <a:lnTo>
                    <a:pt x="1712008" y="4110928"/>
                  </a:lnTo>
                  <a:lnTo>
                    <a:pt x="1712101" y="4110928"/>
                  </a:lnTo>
                  <a:lnTo>
                    <a:pt x="1712194" y="4110928"/>
                  </a:lnTo>
                  <a:lnTo>
                    <a:pt x="1712288" y="4110928"/>
                  </a:lnTo>
                  <a:lnTo>
                    <a:pt x="1712474" y="4110928"/>
                  </a:lnTo>
                  <a:lnTo>
                    <a:pt x="1712661" y="4110928"/>
                  </a:lnTo>
                  <a:lnTo>
                    <a:pt x="1712847" y="4110928"/>
                  </a:lnTo>
                  <a:lnTo>
                    <a:pt x="1712940" y="4110928"/>
                  </a:lnTo>
                  <a:lnTo>
                    <a:pt x="1713313" y="4110928"/>
                  </a:lnTo>
                  <a:lnTo>
                    <a:pt x="1713593" y="4110928"/>
                  </a:lnTo>
                  <a:lnTo>
                    <a:pt x="1713873" y="4110928"/>
                  </a:lnTo>
                  <a:lnTo>
                    <a:pt x="1713966" y="4110928"/>
                  </a:lnTo>
                  <a:lnTo>
                    <a:pt x="1714246" y="4110928"/>
                  </a:lnTo>
                  <a:lnTo>
                    <a:pt x="1714525" y="4110928"/>
                  </a:lnTo>
                  <a:lnTo>
                    <a:pt x="1714619" y="4110928"/>
                  </a:lnTo>
                  <a:lnTo>
                    <a:pt x="1714992" y="4110928"/>
                  </a:lnTo>
                  <a:lnTo>
                    <a:pt x="1715085" y="4110928"/>
                  </a:lnTo>
                  <a:lnTo>
                    <a:pt x="1715178" y="4110928"/>
                  </a:lnTo>
                  <a:lnTo>
                    <a:pt x="1715271" y="4110928"/>
                  </a:lnTo>
                  <a:lnTo>
                    <a:pt x="1715365" y="4110928"/>
                  </a:lnTo>
                  <a:lnTo>
                    <a:pt x="1715458" y="4110928"/>
                  </a:lnTo>
                  <a:lnTo>
                    <a:pt x="1715644" y="4110928"/>
                  </a:lnTo>
                  <a:lnTo>
                    <a:pt x="1715738" y="4110928"/>
                  </a:lnTo>
                  <a:lnTo>
                    <a:pt x="1716111" y="4110928"/>
                  </a:lnTo>
                  <a:lnTo>
                    <a:pt x="1716204" y="4110928"/>
                  </a:lnTo>
                  <a:lnTo>
                    <a:pt x="1717323" y="4110928"/>
                  </a:lnTo>
                  <a:lnTo>
                    <a:pt x="1717416" y="4110928"/>
                  </a:lnTo>
                  <a:lnTo>
                    <a:pt x="1717509" y="4110928"/>
                  </a:lnTo>
                  <a:lnTo>
                    <a:pt x="1717603" y="4110928"/>
                  </a:lnTo>
                  <a:lnTo>
                    <a:pt x="1717603" y="4100974"/>
                  </a:lnTo>
                  <a:lnTo>
                    <a:pt x="1717882" y="4100974"/>
                  </a:lnTo>
                  <a:lnTo>
                    <a:pt x="1718069" y="4100974"/>
                  </a:lnTo>
                  <a:lnTo>
                    <a:pt x="1718349" y="4100974"/>
                  </a:lnTo>
                  <a:lnTo>
                    <a:pt x="1718442" y="4100974"/>
                  </a:lnTo>
                  <a:lnTo>
                    <a:pt x="1718535" y="4100974"/>
                  </a:lnTo>
                  <a:lnTo>
                    <a:pt x="1718628" y="4100974"/>
                  </a:lnTo>
                  <a:lnTo>
                    <a:pt x="1718815" y="4100974"/>
                  </a:lnTo>
                  <a:lnTo>
                    <a:pt x="1719001" y="4100974"/>
                  </a:lnTo>
                  <a:lnTo>
                    <a:pt x="1719095" y="4100974"/>
                  </a:lnTo>
                  <a:lnTo>
                    <a:pt x="1719281" y="4100974"/>
                  </a:lnTo>
                  <a:lnTo>
                    <a:pt x="1719374" y="4100974"/>
                  </a:lnTo>
                  <a:lnTo>
                    <a:pt x="1719468" y="4100974"/>
                  </a:lnTo>
                  <a:lnTo>
                    <a:pt x="1719561" y="4100974"/>
                  </a:lnTo>
                  <a:lnTo>
                    <a:pt x="1719747" y="4100974"/>
                  </a:lnTo>
                  <a:lnTo>
                    <a:pt x="1719841" y="4100974"/>
                  </a:lnTo>
                  <a:lnTo>
                    <a:pt x="1719934" y="4100974"/>
                  </a:lnTo>
                  <a:lnTo>
                    <a:pt x="1720027" y="4100974"/>
                  </a:lnTo>
                  <a:lnTo>
                    <a:pt x="1720120" y="4100974"/>
                  </a:lnTo>
                  <a:lnTo>
                    <a:pt x="1720214" y="4100974"/>
                  </a:lnTo>
                  <a:lnTo>
                    <a:pt x="1720586" y="4100974"/>
                  </a:lnTo>
                  <a:lnTo>
                    <a:pt x="1720680" y="4100974"/>
                  </a:lnTo>
                  <a:lnTo>
                    <a:pt x="1720959" y="4100974"/>
                  </a:lnTo>
                  <a:lnTo>
                    <a:pt x="1721053" y="4100974"/>
                  </a:lnTo>
                  <a:lnTo>
                    <a:pt x="1721146" y="4100974"/>
                  </a:lnTo>
                  <a:lnTo>
                    <a:pt x="1721426" y="4100974"/>
                  </a:lnTo>
                  <a:lnTo>
                    <a:pt x="1721519" y="4100974"/>
                  </a:lnTo>
                  <a:lnTo>
                    <a:pt x="1721612" y="4100974"/>
                  </a:lnTo>
                  <a:lnTo>
                    <a:pt x="1721705" y="4100974"/>
                  </a:lnTo>
                  <a:lnTo>
                    <a:pt x="1721799" y="4100974"/>
                  </a:lnTo>
                  <a:lnTo>
                    <a:pt x="1721892" y="4091021"/>
                  </a:lnTo>
                  <a:lnTo>
                    <a:pt x="1722172" y="4091021"/>
                  </a:lnTo>
                  <a:lnTo>
                    <a:pt x="1722451" y="4091021"/>
                  </a:lnTo>
                  <a:lnTo>
                    <a:pt x="1722824" y="4091021"/>
                  </a:lnTo>
                  <a:lnTo>
                    <a:pt x="1723011" y="4091021"/>
                  </a:lnTo>
                  <a:lnTo>
                    <a:pt x="1723104" y="4091021"/>
                  </a:lnTo>
                  <a:lnTo>
                    <a:pt x="1723477" y="4091021"/>
                  </a:lnTo>
                  <a:lnTo>
                    <a:pt x="1723664" y="4091021"/>
                  </a:lnTo>
                  <a:lnTo>
                    <a:pt x="1724037" y="4091021"/>
                  </a:lnTo>
                  <a:lnTo>
                    <a:pt x="1724130" y="4091021"/>
                  </a:lnTo>
                  <a:lnTo>
                    <a:pt x="1724689" y="4091021"/>
                  </a:lnTo>
                  <a:lnTo>
                    <a:pt x="1725062" y="4091021"/>
                  </a:lnTo>
                  <a:lnTo>
                    <a:pt x="1725249" y="4091021"/>
                  </a:lnTo>
                  <a:lnTo>
                    <a:pt x="1725435" y="4091021"/>
                  </a:lnTo>
                  <a:lnTo>
                    <a:pt x="1725715" y="4091021"/>
                  </a:lnTo>
                  <a:lnTo>
                    <a:pt x="1725808" y="4091021"/>
                  </a:lnTo>
                  <a:lnTo>
                    <a:pt x="1725808" y="4081067"/>
                  </a:lnTo>
                  <a:lnTo>
                    <a:pt x="1725995" y="4081067"/>
                  </a:lnTo>
                  <a:lnTo>
                    <a:pt x="1726088" y="4081067"/>
                  </a:lnTo>
                  <a:lnTo>
                    <a:pt x="1726368" y="4081067"/>
                  </a:lnTo>
                  <a:lnTo>
                    <a:pt x="1726741" y="4071113"/>
                  </a:lnTo>
                  <a:lnTo>
                    <a:pt x="1727021" y="4071113"/>
                  </a:lnTo>
                  <a:lnTo>
                    <a:pt x="1727207" y="4071113"/>
                  </a:lnTo>
                  <a:lnTo>
                    <a:pt x="1727394" y="4071113"/>
                  </a:lnTo>
                  <a:lnTo>
                    <a:pt x="1727487" y="4071113"/>
                  </a:lnTo>
                  <a:lnTo>
                    <a:pt x="1727580" y="4071113"/>
                  </a:lnTo>
                  <a:lnTo>
                    <a:pt x="1727766" y="4071113"/>
                  </a:lnTo>
                  <a:lnTo>
                    <a:pt x="1728233" y="4071113"/>
                  </a:lnTo>
                  <a:lnTo>
                    <a:pt x="1728326" y="4071113"/>
                  </a:lnTo>
                  <a:lnTo>
                    <a:pt x="1728419" y="4061159"/>
                  </a:lnTo>
                  <a:lnTo>
                    <a:pt x="1728699" y="4061159"/>
                  </a:lnTo>
                  <a:lnTo>
                    <a:pt x="1728885" y="4061159"/>
                  </a:lnTo>
                  <a:lnTo>
                    <a:pt x="1728979" y="4061159"/>
                  </a:lnTo>
                  <a:lnTo>
                    <a:pt x="1729258" y="4061159"/>
                  </a:lnTo>
                  <a:lnTo>
                    <a:pt x="1729352" y="4061159"/>
                  </a:lnTo>
                  <a:lnTo>
                    <a:pt x="1729445" y="4061159"/>
                  </a:lnTo>
                  <a:lnTo>
                    <a:pt x="1729631" y="4061159"/>
                  </a:lnTo>
                  <a:lnTo>
                    <a:pt x="1729911" y="4061159"/>
                  </a:lnTo>
                  <a:lnTo>
                    <a:pt x="1730004" y="4061159"/>
                  </a:lnTo>
                  <a:lnTo>
                    <a:pt x="1730098" y="4061159"/>
                  </a:lnTo>
                  <a:lnTo>
                    <a:pt x="1730191" y="4061159"/>
                  </a:lnTo>
                  <a:lnTo>
                    <a:pt x="1730937" y="4061159"/>
                  </a:lnTo>
                  <a:lnTo>
                    <a:pt x="1731217" y="4061159"/>
                  </a:lnTo>
                  <a:lnTo>
                    <a:pt x="1731310" y="4061159"/>
                  </a:lnTo>
                  <a:lnTo>
                    <a:pt x="1731496" y="4061159"/>
                  </a:lnTo>
                  <a:lnTo>
                    <a:pt x="1731590" y="4061159"/>
                  </a:lnTo>
                  <a:lnTo>
                    <a:pt x="1731683" y="4061159"/>
                  </a:lnTo>
                  <a:lnTo>
                    <a:pt x="1731776" y="4061159"/>
                  </a:lnTo>
                  <a:lnTo>
                    <a:pt x="1732242" y="4061159"/>
                  </a:lnTo>
                  <a:lnTo>
                    <a:pt x="1732336" y="4061159"/>
                  </a:lnTo>
                  <a:lnTo>
                    <a:pt x="1732709" y="4061159"/>
                  </a:lnTo>
                  <a:lnTo>
                    <a:pt x="1732988" y="4061159"/>
                  </a:lnTo>
                  <a:lnTo>
                    <a:pt x="1733082" y="4061159"/>
                  </a:lnTo>
                  <a:lnTo>
                    <a:pt x="1733175" y="4061159"/>
                  </a:lnTo>
                  <a:lnTo>
                    <a:pt x="1733268" y="4061159"/>
                  </a:lnTo>
                  <a:lnTo>
                    <a:pt x="1733361" y="4061159"/>
                  </a:lnTo>
                  <a:lnTo>
                    <a:pt x="1733828" y="4061159"/>
                  </a:lnTo>
                  <a:lnTo>
                    <a:pt x="1733921" y="4061159"/>
                  </a:lnTo>
                  <a:lnTo>
                    <a:pt x="1734014" y="4061159"/>
                  </a:lnTo>
                  <a:lnTo>
                    <a:pt x="1734107" y="4061159"/>
                  </a:lnTo>
                  <a:lnTo>
                    <a:pt x="1734667" y="4061159"/>
                  </a:lnTo>
                  <a:lnTo>
                    <a:pt x="1734760" y="4061159"/>
                  </a:lnTo>
                  <a:lnTo>
                    <a:pt x="1735133" y="4061159"/>
                  </a:lnTo>
                  <a:lnTo>
                    <a:pt x="1735226" y="4061159"/>
                  </a:lnTo>
                  <a:lnTo>
                    <a:pt x="1735319" y="4061159"/>
                  </a:lnTo>
                  <a:lnTo>
                    <a:pt x="1735413" y="4061159"/>
                  </a:lnTo>
                  <a:lnTo>
                    <a:pt x="1735506" y="4061159"/>
                  </a:lnTo>
                  <a:lnTo>
                    <a:pt x="1735599" y="4061159"/>
                  </a:lnTo>
                  <a:lnTo>
                    <a:pt x="1735972" y="4061159"/>
                  </a:lnTo>
                  <a:lnTo>
                    <a:pt x="1736252" y="4051205"/>
                  </a:lnTo>
                  <a:lnTo>
                    <a:pt x="1736345" y="4051205"/>
                  </a:lnTo>
                  <a:lnTo>
                    <a:pt x="1736625" y="4051205"/>
                  </a:lnTo>
                  <a:lnTo>
                    <a:pt x="1736718" y="4051205"/>
                  </a:lnTo>
                  <a:lnTo>
                    <a:pt x="1736811" y="4051205"/>
                  </a:lnTo>
                  <a:lnTo>
                    <a:pt x="1737091" y="4051205"/>
                  </a:lnTo>
                  <a:lnTo>
                    <a:pt x="1737278" y="4051205"/>
                  </a:lnTo>
                  <a:lnTo>
                    <a:pt x="1737744" y="4051205"/>
                  </a:lnTo>
                  <a:lnTo>
                    <a:pt x="1737930" y="4051205"/>
                  </a:lnTo>
                  <a:lnTo>
                    <a:pt x="1738210" y="4051205"/>
                  </a:lnTo>
                  <a:lnTo>
                    <a:pt x="1738397" y="4051205"/>
                  </a:lnTo>
                  <a:lnTo>
                    <a:pt x="1738676" y="4051205"/>
                  </a:lnTo>
                  <a:lnTo>
                    <a:pt x="1738770" y="4051205"/>
                  </a:lnTo>
                  <a:lnTo>
                    <a:pt x="1738863" y="4051205"/>
                  </a:lnTo>
                  <a:lnTo>
                    <a:pt x="1739049" y="4051205"/>
                  </a:lnTo>
                  <a:lnTo>
                    <a:pt x="1739236" y="4051205"/>
                  </a:lnTo>
                  <a:lnTo>
                    <a:pt x="1739329" y="4051205"/>
                  </a:lnTo>
                  <a:lnTo>
                    <a:pt x="1739702" y="4051205"/>
                  </a:lnTo>
                  <a:lnTo>
                    <a:pt x="1739889" y="4051205"/>
                  </a:lnTo>
                  <a:lnTo>
                    <a:pt x="1739982" y="4051205"/>
                  </a:lnTo>
                  <a:lnTo>
                    <a:pt x="1740262" y="4051205"/>
                  </a:lnTo>
                  <a:lnTo>
                    <a:pt x="1740355" y="4051205"/>
                  </a:lnTo>
                  <a:lnTo>
                    <a:pt x="1740728" y="4051205"/>
                  </a:lnTo>
                  <a:lnTo>
                    <a:pt x="1741008" y="4051205"/>
                  </a:lnTo>
                  <a:lnTo>
                    <a:pt x="1741101" y="4051205"/>
                  </a:lnTo>
                  <a:lnTo>
                    <a:pt x="1741287" y="4051205"/>
                  </a:lnTo>
                  <a:lnTo>
                    <a:pt x="1741474" y="4051205"/>
                  </a:lnTo>
                  <a:lnTo>
                    <a:pt x="1741660" y="4051205"/>
                  </a:lnTo>
                  <a:lnTo>
                    <a:pt x="1741847" y="4051205"/>
                  </a:lnTo>
                  <a:lnTo>
                    <a:pt x="1741940" y="4051205"/>
                  </a:lnTo>
                  <a:lnTo>
                    <a:pt x="1742033" y="4051205"/>
                  </a:lnTo>
                  <a:lnTo>
                    <a:pt x="1742126" y="4051205"/>
                  </a:lnTo>
                  <a:lnTo>
                    <a:pt x="1742499" y="4051205"/>
                  </a:lnTo>
                  <a:lnTo>
                    <a:pt x="1742966" y="4051205"/>
                  </a:lnTo>
                  <a:lnTo>
                    <a:pt x="1743152" y="4051205"/>
                  </a:lnTo>
                  <a:lnTo>
                    <a:pt x="1743245" y="4051205"/>
                  </a:lnTo>
                  <a:lnTo>
                    <a:pt x="1743339" y="4051205"/>
                  </a:lnTo>
                  <a:lnTo>
                    <a:pt x="1743432" y="4051205"/>
                  </a:lnTo>
                  <a:lnTo>
                    <a:pt x="1743618" y="4051205"/>
                  </a:lnTo>
                  <a:lnTo>
                    <a:pt x="1743712" y="4051205"/>
                  </a:lnTo>
                  <a:lnTo>
                    <a:pt x="1743991" y="4051205"/>
                  </a:lnTo>
                  <a:lnTo>
                    <a:pt x="1744085" y="4051205"/>
                  </a:lnTo>
                  <a:lnTo>
                    <a:pt x="1744271" y="4051205"/>
                  </a:lnTo>
                  <a:lnTo>
                    <a:pt x="1744737" y="4051205"/>
                  </a:lnTo>
                  <a:lnTo>
                    <a:pt x="1744831" y="4051205"/>
                  </a:lnTo>
                  <a:lnTo>
                    <a:pt x="1744924" y="4051205"/>
                  </a:lnTo>
                  <a:lnTo>
                    <a:pt x="1745017" y="4051205"/>
                  </a:lnTo>
                  <a:lnTo>
                    <a:pt x="1745204" y="4051205"/>
                  </a:lnTo>
                  <a:lnTo>
                    <a:pt x="1745297" y="4051205"/>
                  </a:lnTo>
                  <a:lnTo>
                    <a:pt x="1745390" y="4051205"/>
                  </a:lnTo>
                  <a:lnTo>
                    <a:pt x="1745577" y="4051205"/>
                  </a:lnTo>
                  <a:lnTo>
                    <a:pt x="1745670" y="4051205"/>
                  </a:lnTo>
                  <a:lnTo>
                    <a:pt x="1745763" y="4051205"/>
                  </a:lnTo>
                  <a:lnTo>
                    <a:pt x="1745950" y="4051205"/>
                  </a:lnTo>
                  <a:lnTo>
                    <a:pt x="1746043" y="4051205"/>
                  </a:lnTo>
                  <a:lnTo>
                    <a:pt x="1746229" y="4051205"/>
                  </a:lnTo>
                  <a:lnTo>
                    <a:pt x="1746323" y="4051205"/>
                  </a:lnTo>
                  <a:lnTo>
                    <a:pt x="1746509" y="4051205"/>
                  </a:lnTo>
                  <a:lnTo>
                    <a:pt x="1746602" y="4051205"/>
                  </a:lnTo>
                  <a:lnTo>
                    <a:pt x="1746789" y="4051205"/>
                  </a:lnTo>
                  <a:lnTo>
                    <a:pt x="1746882" y="4051205"/>
                  </a:lnTo>
                  <a:lnTo>
                    <a:pt x="1746975" y="4051205"/>
                  </a:lnTo>
                  <a:lnTo>
                    <a:pt x="1747069" y="4051205"/>
                  </a:lnTo>
                  <a:lnTo>
                    <a:pt x="1747255" y="4051205"/>
                  </a:lnTo>
                  <a:lnTo>
                    <a:pt x="1747628" y="4051205"/>
                  </a:lnTo>
                  <a:lnTo>
                    <a:pt x="1747721" y="4051205"/>
                  </a:lnTo>
                  <a:lnTo>
                    <a:pt x="1747908" y="4051205"/>
                  </a:lnTo>
                  <a:lnTo>
                    <a:pt x="1748467" y="4051205"/>
                  </a:lnTo>
                  <a:lnTo>
                    <a:pt x="1748840" y="4051205"/>
                  </a:lnTo>
                  <a:lnTo>
                    <a:pt x="1749120" y="4051205"/>
                  </a:lnTo>
                  <a:lnTo>
                    <a:pt x="1749213" y="4051205"/>
                  </a:lnTo>
                  <a:lnTo>
                    <a:pt x="1749400" y="4051205"/>
                  </a:lnTo>
                  <a:lnTo>
                    <a:pt x="1749493" y="4051205"/>
                  </a:lnTo>
                  <a:lnTo>
                    <a:pt x="1749586" y="4051205"/>
                  </a:lnTo>
                  <a:lnTo>
                    <a:pt x="1749679" y="4051205"/>
                  </a:lnTo>
                  <a:lnTo>
                    <a:pt x="1750146" y="4051205"/>
                  </a:lnTo>
                  <a:lnTo>
                    <a:pt x="1750239" y="4051205"/>
                  </a:lnTo>
                  <a:lnTo>
                    <a:pt x="1750332" y="4051205"/>
                  </a:lnTo>
                  <a:lnTo>
                    <a:pt x="1750425" y="4051205"/>
                  </a:lnTo>
                  <a:lnTo>
                    <a:pt x="1750519" y="4051205"/>
                  </a:lnTo>
                  <a:lnTo>
                    <a:pt x="1750612" y="4051205"/>
                  </a:lnTo>
                  <a:lnTo>
                    <a:pt x="1750705" y="4051205"/>
                  </a:lnTo>
                  <a:lnTo>
                    <a:pt x="1750798" y="4051205"/>
                  </a:lnTo>
                  <a:lnTo>
                    <a:pt x="1750985" y="4051205"/>
                  </a:lnTo>
                  <a:lnTo>
                    <a:pt x="1751171" y="4051205"/>
                  </a:lnTo>
                  <a:lnTo>
                    <a:pt x="1751265" y="4051205"/>
                  </a:lnTo>
                  <a:lnTo>
                    <a:pt x="1751358" y="4051205"/>
                  </a:lnTo>
                  <a:lnTo>
                    <a:pt x="1751731" y="4051205"/>
                  </a:lnTo>
                  <a:lnTo>
                    <a:pt x="1751824" y="4051205"/>
                  </a:lnTo>
                  <a:lnTo>
                    <a:pt x="1751917" y="4051205"/>
                  </a:lnTo>
                  <a:lnTo>
                    <a:pt x="1752290" y="4051205"/>
                  </a:lnTo>
                  <a:lnTo>
                    <a:pt x="1752663" y="4051205"/>
                  </a:lnTo>
                  <a:lnTo>
                    <a:pt x="1752850" y="4051205"/>
                  </a:lnTo>
                  <a:lnTo>
                    <a:pt x="1752943" y="4051205"/>
                  </a:lnTo>
                  <a:lnTo>
                    <a:pt x="1753036" y="4051205"/>
                  </a:lnTo>
                  <a:lnTo>
                    <a:pt x="1753130" y="4051205"/>
                  </a:lnTo>
                  <a:lnTo>
                    <a:pt x="1753223" y="4051205"/>
                  </a:lnTo>
                  <a:lnTo>
                    <a:pt x="1753316" y="4051205"/>
                  </a:lnTo>
                  <a:lnTo>
                    <a:pt x="1753409" y="4051205"/>
                  </a:lnTo>
                  <a:lnTo>
                    <a:pt x="1753503" y="4051205"/>
                  </a:lnTo>
                  <a:lnTo>
                    <a:pt x="1753596" y="4051205"/>
                  </a:lnTo>
                  <a:lnTo>
                    <a:pt x="1753782" y="4051205"/>
                  </a:lnTo>
                  <a:lnTo>
                    <a:pt x="1754155" y="4051205"/>
                  </a:lnTo>
                  <a:lnTo>
                    <a:pt x="1754249" y="4051205"/>
                  </a:lnTo>
                  <a:lnTo>
                    <a:pt x="1754435" y="4051205"/>
                  </a:lnTo>
                  <a:lnTo>
                    <a:pt x="1754622" y="4051205"/>
                  </a:lnTo>
                  <a:lnTo>
                    <a:pt x="1754715" y="4051205"/>
                  </a:lnTo>
                  <a:lnTo>
                    <a:pt x="1754995" y="4051205"/>
                  </a:lnTo>
                  <a:lnTo>
                    <a:pt x="1755181" y="4051205"/>
                  </a:lnTo>
                  <a:lnTo>
                    <a:pt x="1755274" y="4051205"/>
                  </a:lnTo>
                  <a:lnTo>
                    <a:pt x="1755367" y="4051205"/>
                  </a:lnTo>
                  <a:lnTo>
                    <a:pt x="1755461" y="4051205"/>
                  </a:lnTo>
                  <a:lnTo>
                    <a:pt x="1755834" y="4051205"/>
                  </a:lnTo>
                  <a:lnTo>
                    <a:pt x="1756300" y="4041251"/>
                  </a:lnTo>
                  <a:lnTo>
                    <a:pt x="1756393" y="4041251"/>
                  </a:lnTo>
                  <a:lnTo>
                    <a:pt x="1756580" y="4041251"/>
                  </a:lnTo>
                  <a:lnTo>
                    <a:pt x="1756673" y="4041251"/>
                  </a:lnTo>
                  <a:lnTo>
                    <a:pt x="1756859" y="4041251"/>
                  </a:lnTo>
                  <a:lnTo>
                    <a:pt x="1757046" y="4041251"/>
                  </a:lnTo>
                  <a:lnTo>
                    <a:pt x="1757139" y="4041251"/>
                  </a:lnTo>
                  <a:lnTo>
                    <a:pt x="1757232" y="4041251"/>
                  </a:lnTo>
                  <a:lnTo>
                    <a:pt x="1757605" y="4041251"/>
                  </a:lnTo>
                  <a:lnTo>
                    <a:pt x="1757699" y="4041251"/>
                  </a:lnTo>
                  <a:lnTo>
                    <a:pt x="1757885" y="4041251"/>
                  </a:lnTo>
                  <a:lnTo>
                    <a:pt x="1758258" y="4031298"/>
                  </a:lnTo>
                  <a:lnTo>
                    <a:pt x="1758351" y="4031298"/>
                  </a:lnTo>
                  <a:lnTo>
                    <a:pt x="1758724" y="4031298"/>
                  </a:lnTo>
                  <a:lnTo>
                    <a:pt x="1758818" y="4031298"/>
                  </a:lnTo>
                  <a:lnTo>
                    <a:pt x="1759097" y="4031298"/>
                  </a:lnTo>
                  <a:lnTo>
                    <a:pt x="1759191" y="4031298"/>
                  </a:lnTo>
                  <a:lnTo>
                    <a:pt x="1759284" y="4031298"/>
                  </a:lnTo>
                  <a:lnTo>
                    <a:pt x="1759750" y="4031298"/>
                  </a:lnTo>
                  <a:lnTo>
                    <a:pt x="1759843" y="4031298"/>
                  </a:lnTo>
                  <a:lnTo>
                    <a:pt x="1759937" y="4031298"/>
                  </a:lnTo>
                  <a:lnTo>
                    <a:pt x="1760030" y="4031298"/>
                  </a:lnTo>
                  <a:lnTo>
                    <a:pt x="1760216" y="4031298"/>
                  </a:lnTo>
                  <a:lnTo>
                    <a:pt x="1760403" y="4021344"/>
                  </a:lnTo>
                  <a:lnTo>
                    <a:pt x="1760496" y="4021344"/>
                  </a:lnTo>
                  <a:lnTo>
                    <a:pt x="1760683" y="4021344"/>
                  </a:lnTo>
                  <a:lnTo>
                    <a:pt x="1760776" y="4021344"/>
                  </a:lnTo>
                  <a:lnTo>
                    <a:pt x="1760869" y="4021344"/>
                  </a:lnTo>
                  <a:lnTo>
                    <a:pt x="1760962" y="4021344"/>
                  </a:lnTo>
                  <a:lnTo>
                    <a:pt x="1761056" y="4021344"/>
                  </a:lnTo>
                  <a:lnTo>
                    <a:pt x="1761149" y="4021344"/>
                  </a:lnTo>
                  <a:lnTo>
                    <a:pt x="1761242" y="4021344"/>
                  </a:lnTo>
                  <a:lnTo>
                    <a:pt x="1761708" y="4021344"/>
                  </a:lnTo>
                  <a:lnTo>
                    <a:pt x="1761802" y="4021344"/>
                  </a:lnTo>
                  <a:lnTo>
                    <a:pt x="1761895" y="4021344"/>
                  </a:lnTo>
                  <a:lnTo>
                    <a:pt x="1762175" y="4021344"/>
                  </a:lnTo>
                  <a:lnTo>
                    <a:pt x="1762268" y="4021344"/>
                  </a:lnTo>
                  <a:lnTo>
                    <a:pt x="1762361" y="4021344"/>
                  </a:lnTo>
                  <a:lnTo>
                    <a:pt x="1762454" y="4021344"/>
                  </a:lnTo>
                  <a:lnTo>
                    <a:pt x="1762734" y="4021344"/>
                  </a:lnTo>
                  <a:lnTo>
                    <a:pt x="1763014" y="4021344"/>
                  </a:lnTo>
                  <a:lnTo>
                    <a:pt x="1763200" y="4021344"/>
                  </a:lnTo>
                  <a:lnTo>
                    <a:pt x="1763293" y="4021344"/>
                  </a:lnTo>
                  <a:lnTo>
                    <a:pt x="1763387" y="4021344"/>
                  </a:lnTo>
                  <a:lnTo>
                    <a:pt x="1763480" y="4021344"/>
                  </a:lnTo>
                  <a:lnTo>
                    <a:pt x="1763666" y="4021344"/>
                  </a:lnTo>
                  <a:lnTo>
                    <a:pt x="1763853" y="4021344"/>
                  </a:lnTo>
                  <a:lnTo>
                    <a:pt x="1764226" y="4021344"/>
                  </a:lnTo>
                  <a:lnTo>
                    <a:pt x="1764412" y="4021344"/>
                  </a:lnTo>
                  <a:lnTo>
                    <a:pt x="1764506" y="4021344"/>
                  </a:lnTo>
                  <a:lnTo>
                    <a:pt x="1764599" y="4021344"/>
                  </a:lnTo>
                  <a:lnTo>
                    <a:pt x="1764692" y="4021344"/>
                  </a:lnTo>
                  <a:lnTo>
                    <a:pt x="1764785" y="4021344"/>
                  </a:lnTo>
                  <a:lnTo>
                    <a:pt x="1764879" y="4021344"/>
                  </a:lnTo>
                  <a:lnTo>
                    <a:pt x="1764972" y="4021344"/>
                  </a:lnTo>
                  <a:lnTo>
                    <a:pt x="1765065" y="4021344"/>
                  </a:lnTo>
                  <a:lnTo>
                    <a:pt x="1765438" y="4021344"/>
                  </a:lnTo>
                  <a:lnTo>
                    <a:pt x="1765718" y="4021344"/>
                  </a:lnTo>
                  <a:lnTo>
                    <a:pt x="1765811" y="4021344"/>
                  </a:lnTo>
                  <a:lnTo>
                    <a:pt x="1765998" y="4021344"/>
                  </a:lnTo>
                  <a:lnTo>
                    <a:pt x="1766464" y="4021344"/>
                  </a:lnTo>
                  <a:lnTo>
                    <a:pt x="1766557" y="4021344"/>
                  </a:lnTo>
                  <a:lnTo>
                    <a:pt x="1766650" y="4021344"/>
                  </a:lnTo>
                  <a:lnTo>
                    <a:pt x="1766930" y="4021344"/>
                  </a:lnTo>
                  <a:lnTo>
                    <a:pt x="1767210" y="4021344"/>
                  </a:lnTo>
                  <a:lnTo>
                    <a:pt x="1767303" y="4021344"/>
                  </a:lnTo>
                  <a:lnTo>
                    <a:pt x="1767396" y="4021344"/>
                  </a:lnTo>
                  <a:lnTo>
                    <a:pt x="1767583" y="4021344"/>
                  </a:lnTo>
                  <a:lnTo>
                    <a:pt x="1767676" y="4021344"/>
                  </a:lnTo>
                  <a:lnTo>
                    <a:pt x="1767769" y="4021344"/>
                  </a:lnTo>
                  <a:lnTo>
                    <a:pt x="1769821" y="4021344"/>
                  </a:lnTo>
                  <a:lnTo>
                    <a:pt x="1769914" y="4021344"/>
                  </a:lnTo>
                  <a:lnTo>
                    <a:pt x="1770007" y="4021344"/>
                  </a:lnTo>
                  <a:lnTo>
                    <a:pt x="1770194" y="4021344"/>
                  </a:lnTo>
                  <a:lnTo>
                    <a:pt x="1770380" y="4021344"/>
                  </a:lnTo>
                  <a:lnTo>
                    <a:pt x="1770567" y="4021344"/>
                  </a:lnTo>
                  <a:lnTo>
                    <a:pt x="1770660" y="4021344"/>
                  </a:lnTo>
                  <a:lnTo>
                    <a:pt x="1770753" y="4021344"/>
                  </a:lnTo>
                  <a:lnTo>
                    <a:pt x="1770846" y="4021344"/>
                  </a:lnTo>
                  <a:lnTo>
                    <a:pt x="1771033" y="4021344"/>
                  </a:lnTo>
                  <a:lnTo>
                    <a:pt x="1771219" y="4021344"/>
                  </a:lnTo>
                  <a:lnTo>
                    <a:pt x="1771313" y="4021344"/>
                  </a:lnTo>
                  <a:lnTo>
                    <a:pt x="1771499" y="4021344"/>
                  </a:lnTo>
                  <a:lnTo>
                    <a:pt x="1771592" y="4021344"/>
                  </a:lnTo>
                  <a:lnTo>
                    <a:pt x="1771686" y="4021344"/>
                  </a:lnTo>
                  <a:lnTo>
                    <a:pt x="1771779" y="4021344"/>
                  </a:lnTo>
                  <a:lnTo>
                    <a:pt x="1771779" y="4011390"/>
                  </a:lnTo>
                  <a:lnTo>
                    <a:pt x="1771965" y="4011390"/>
                  </a:lnTo>
                  <a:lnTo>
                    <a:pt x="1772152" y="4011390"/>
                  </a:lnTo>
                  <a:lnTo>
                    <a:pt x="1772245" y="4011390"/>
                  </a:lnTo>
                  <a:lnTo>
                    <a:pt x="1772432" y="4011390"/>
                  </a:lnTo>
                  <a:lnTo>
                    <a:pt x="1772525" y="4011390"/>
                  </a:lnTo>
                  <a:lnTo>
                    <a:pt x="1772711" y="4011390"/>
                  </a:lnTo>
                  <a:lnTo>
                    <a:pt x="1772898" y="4011390"/>
                  </a:lnTo>
                  <a:lnTo>
                    <a:pt x="1772991" y="4011390"/>
                  </a:lnTo>
                  <a:lnTo>
                    <a:pt x="1773364" y="4011390"/>
                  </a:lnTo>
                  <a:lnTo>
                    <a:pt x="1773737" y="4011390"/>
                  </a:lnTo>
                  <a:lnTo>
                    <a:pt x="1773830" y="4011390"/>
                  </a:lnTo>
                  <a:lnTo>
                    <a:pt x="1774203" y="4011390"/>
                  </a:lnTo>
                  <a:lnTo>
                    <a:pt x="1774390" y="4011390"/>
                  </a:lnTo>
                  <a:lnTo>
                    <a:pt x="1774483" y="4011390"/>
                  </a:lnTo>
                  <a:lnTo>
                    <a:pt x="1774856" y="4011390"/>
                  </a:lnTo>
                  <a:lnTo>
                    <a:pt x="1775229" y="4011390"/>
                  </a:lnTo>
                  <a:lnTo>
                    <a:pt x="1775509" y="4011390"/>
                  </a:lnTo>
                  <a:lnTo>
                    <a:pt x="1776068" y="4011390"/>
                  </a:lnTo>
                  <a:lnTo>
                    <a:pt x="1776255" y="4011390"/>
                  </a:lnTo>
                  <a:lnTo>
                    <a:pt x="1776441" y="4011390"/>
                  </a:lnTo>
                  <a:lnTo>
                    <a:pt x="1776628" y="4011390"/>
                  </a:lnTo>
                  <a:lnTo>
                    <a:pt x="1776907" y="4011390"/>
                  </a:lnTo>
                  <a:lnTo>
                    <a:pt x="1777001" y="4011390"/>
                  </a:lnTo>
                  <a:lnTo>
                    <a:pt x="1777094" y="4011390"/>
                  </a:lnTo>
                  <a:lnTo>
                    <a:pt x="1777280" y="4011390"/>
                  </a:lnTo>
                  <a:lnTo>
                    <a:pt x="1777374" y="4011390"/>
                  </a:lnTo>
                  <a:lnTo>
                    <a:pt x="1777467" y="4011390"/>
                  </a:lnTo>
                  <a:lnTo>
                    <a:pt x="1777653" y="4011390"/>
                  </a:lnTo>
                  <a:lnTo>
                    <a:pt x="1777747" y="4011390"/>
                  </a:lnTo>
                  <a:lnTo>
                    <a:pt x="1778026" y="4011390"/>
                  </a:lnTo>
                  <a:lnTo>
                    <a:pt x="1778213" y="4011390"/>
                  </a:lnTo>
                  <a:lnTo>
                    <a:pt x="1778493" y="4011390"/>
                  </a:lnTo>
                  <a:lnTo>
                    <a:pt x="1778679" y="4011390"/>
                  </a:lnTo>
                  <a:lnTo>
                    <a:pt x="1778772" y="4011390"/>
                  </a:lnTo>
                  <a:lnTo>
                    <a:pt x="1778959" y="4011390"/>
                  </a:lnTo>
                  <a:lnTo>
                    <a:pt x="1779332" y="4011390"/>
                  </a:lnTo>
                  <a:lnTo>
                    <a:pt x="1779425" y="4011390"/>
                  </a:lnTo>
                  <a:lnTo>
                    <a:pt x="1779612" y="4011390"/>
                  </a:lnTo>
                  <a:lnTo>
                    <a:pt x="1779705" y="4011390"/>
                  </a:lnTo>
                  <a:lnTo>
                    <a:pt x="1779798" y="4011390"/>
                  </a:lnTo>
                  <a:lnTo>
                    <a:pt x="1780078" y="4011390"/>
                  </a:lnTo>
                  <a:lnTo>
                    <a:pt x="1780171" y="4011390"/>
                  </a:lnTo>
                  <a:lnTo>
                    <a:pt x="1780731" y="4011390"/>
                  </a:lnTo>
                  <a:lnTo>
                    <a:pt x="1780917" y="4011390"/>
                  </a:lnTo>
                  <a:lnTo>
                    <a:pt x="1781197" y="4011390"/>
                  </a:lnTo>
                  <a:lnTo>
                    <a:pt x="1781383" y="4011390"/>
                  </a:lnTo>
                  <a:lnTo>
                    <a:pt x="1781663" y="4011390"/>
                  </a:lnTo>
                  <a:lnTo>
                    <a:pt x="1781850" y="4011390"/>
                  </a:lnTo>
                  <a:lnTo>
                    <a:pt x="1782129" y="4011390"/>
                  </a:lnTo>
                  <a:lnTo>
                    <a:pt x="1782223" y="4011390"/>
                  </a:lnTo>
                  <a:lnTo>
                    <a:pt x="1782409" y="4011390"/>
                  </a:lnTo>
                  <a:lnTo>
                    <a:pt x="1782502" y="4011390"/>
                  </a:lnTo>
                  <a:lnTo>
                    <a:pt x="1782689" y="4011390"/>
                  </a:lnTo>
                  <a:lnTo>
                    <a:pt x="1782782" y="4011390"/>
                  </a:lnTo>
                  <a:lnTo>
                    <a:pt x="1782875" y="4011390"/>
                  </a:lnTo>
                  <a:lnTo>
                    <a:pt x="1782969" y="4011390"/>
                  </a:lnTo>
                  <a:lnTo>
                    <a:pt x="1783248" y="4011390"/>
                  </a:lnTo>
                  <a:lnTo>
                    <a:pt x="1783528" y="4011390"/>
                  </a:lnTo>
                  <a:lnTo>
                    <a:pt x="1783714" y="4011390"/>
                  </a:lnTo>
                  <a:lnTo>
                    <a:pt x="1783808" y="4011390"/>
                  </a:lnTo>
                  <a:lnTo>
                    <a:pt x="1783901" y="4011390"/>
                  </a:lnTo>
                  <a:lnTo>
                    <a:pt x="1784181" y="4011390"/>
                  </a:lnTo>
                  <a:lnTo>
                    <a:pt x="1784367" y="4011390"/>
                  </a:lnTo>
                  <a:lnTo>
                    <a:pt x="1784554" y="4011390"/>
                  </a:lnTo>
                  <a:lnTo>
                    <a:pt x="1784647" y="4011390"/>
                  </a:lnTo>
                  <a:lnTo>
                    <a:pt x="1784740" y="4011390"/>
                  </a:lnTo>
                  <a:lnTo>
                    <a:pt x="1785113" y="4011390"/>
                  </a:lnTo>
                  <a:lnTo>
                    <a:pt x="1785206" y="4011390"/>
                  </a:lnTo>
                  <a:lnTo>
                    <a:pt x="1785300" y="4011390"/>
                  </a:lnTo>
                  <a:lnTo>
                    <a:pt x="1785393" y="4011390"/>
                  </a:lnTo>
                  <a:lnTo>
                    <a:pt x="1785486" y="4011390"/>
                  </a:lnTo>
                  <a:lnTo>
                    <a:pt x="1785579" y="4011390"/>
                  </a:lnTo>
                  <a:lnTo>
                    <a:pt x="1785766" y="4011390"/>
                  </a:lnTo>
                  <a:lnTo>
                    <a:pt x="1785952" y="4011390"/>
                  </a:lnTo>
                  <a:lnTo>
                    <a:pt x="1786232" y="4011390"/>
                  </a:lnTo>
                  <a:lnTo>
                    <a:pt x="1786512" y="4011390"/>
                  </a:lnTo>
                  <a:lnTo>
                    <a:pt x="1786605" y="4011390"/>
                  </a:lnTo>
                  <a:lnTo>
                    <a:pt x="1786698" y="4011390"/>
                  </a:lnTo>
                  <a:lnTo>
                    <a:pt x="1786792" y="4011390"/>
                  </a:lnTo>
                  <a:lnTo>
                    <a:pt x="1787165" y="4011390"/>
                  </a:lnTo>
                  <a:lnTo>
                    <a:pt x="1787631" y="4011390"/>
                  </a:lnTo>
                  <a:lnTo>
                    <a:pt x="1787911" y="4011390"/>
                  </a:lnTo>
                  <a:lnTo>
                    <a:pt x="1788004" y="4011390"/>
                  </a:lnTo>
                  <a:lnTo>
                    <a:pt x="1788377" y="4011390"/>
                  </a:lnTo>
                  <a:lnTo>
                    <a:pt x="1788470" y="4011390"/>
                  </a:lnTo>
                  <a:lnTo>
                    <a:pt x="1788563" y="4011390"/>
                  </a:lnTo>
                  <a:lnTo>
                    <a:pt x="1788657" y="4011390"/>
                  </a:lnTo>
                  <a:lnTo>
                    <a:pt x="1788843" y="4011390"/>
                  </a:lnTo>
                  <a:lnTo>
                    <a:pt x="1788936" y="4011390"/>
                  </a:lnTo>
                  <a:lnTo>
                    <a:pt x="1789309" y="4011390"/>
                  </a:lnTo>
                  <a:lnTo>
                    <a:pt x="1789403" y="4011390"/>
                  </a:lnTo>
                  <a:lnTo>
                    <a:pt x="1789869" y="4011390"/>
                  </a:lnTo>
                  <a:lnTo>
                    <a:pt x="1790242" y="4011390"/>
                  </a:lnTo>
                  <a:lnTo>
                    <a:pt x="1790335" y="4011390"/>
                  </a:lnTo>
                  <a:lnTo>
                    <a:pt x="1790521" y="4011390"/>
                  </a:lnTo>
                  <a:lnTo>
                    <a:pt x="1791081" y="4011390"/>
                  </a:lnTo>
                  <a:lnTo>
                    <a:pt x="1791174" y="4011390"/>
                  </a:lnTo>
                  <a:lnTo>
                    <a:pt x="1791267" y="4011390"/>
                  </a:lnTo>
                  <a:lnTo>
                    <a:pt x="1791454" y="4011390"/>
                  </a:lnTo>
                  <a:lnTo>
                    <a:pt x="1791547" y="4011390"/>
                  </a:lnTo>
                  <a:lnTo>
                    <a:pt x="1791640" y="4011390"/>
                  </a:lnTo>
                  <a:lnTo>
                    <a:pt x="1791920" y="4011390"/>
                  </a:lnTo>
                  <a:lnTo>
                    <a:pt x="1792013" y="4011390"/>
                  </a:lnTo>
                  <a:lnTo>
                    <a:pt x="1792107" y="4011390"/>
                  </a:lnTo>
                  <a:lnTo>
                    <a:pt x="1792200" y="4011390"/>
                  </a:lnTo>
                  <a:lnTo>
                    <a:pt x="1792480" y="4011390"/>
                  </a:lnTo>
                  <a:lnTo>
                    <a:pt x="1792573" y="4011390"/>
                  </a:lnTo>
                  <a:lnTo>
                    <a:pt x="1792759" y="4011390"/>
                  </a:lnTo>
                  <a:lnTo>
                    <a:pt x="1792946" y="4011390"/>
                  </a:lnTo>
                  <a:lnTo>
                    <a:pt x="1793039" y="4011390"/>
                  </a:lnTo>
                  <a:lnTo>
                    <a:pt x="1793132" y="4011390"/>
                  </a:lnTo>
                  <a:lnTo>
                    <a:pt x="1793319" y="4011390"/>
                  </a:lnTo>
                  <a:lnTo>
                    <a:pt x="1793412" y="4011390"/>
                  </a:lnTo>
                  <a:lnTo>
                    <a:pt x="1793505" y="4011390"/>
                  </a:lnTo>
                  <a:lnTo>
                    <a:pt x="1793878" y="4011390"/>
                  </a:lnTo>
                  <a:lnTo>
                    <a:pt x="1793972" y="4011390"/>
                  </a:lnTo>
                  <a:lnTo>
                    <a:pt x="1794065" y="4011390"/>
                  </a:lnTo>
                  <a:lnTo>
                    <a:pt x="1794158" y="4011390"/>
                  </a:lnTo>
                  <a:lnTo>
                    <a:pt x="1794345" y="4011390"/>
                  </a:lnTo>
                  <a:lnTo>
                    <a:pt x="1794718" y="4011390"/>
                  </a:lnTo>
                  <a:lnTo>
                    <a:pt x="1794811" y="4011390"/>
                  </a:lnTo>
                  <a:lnTo>
                    <a:pt x="1794904" y="4011390"/>
                  </a:lnTo>
                  <a:lnTo>
                    <a:pt x="1794997" y="4011390"/>
                  </a:lnTo>
                  <a:lnTo>
                    <a:pt x="1795184" y="4011390"/>
                  </a:lnTo>
                  <a:lnTo>
                    <a:pt x="1795930" y="4011390"/>
                  </a:lnTo>
                  <a:lnTo>
                    <a:pt x="1796023" y="4011390"/>
                  </a:lnTo>
                  <a:lnTo>
                    <a:pt x="1796116" y="4011390"/>
                  </a:lnTo>
                  <a:lnTo>
                    <a:pt x="1796210" y="4011390"/>
                  </a:lnTo>
                  <a:lnTo>
                    <a:pt x="1796396" y="4011390"/>
                  </a:lnTo>
                  <a:lnTo>
                    <a:pt x="1796583" y="4011390"/>
                  </a:lnTo>
                  <a:lnTo>
                    <a:pt x="1796955" y="4011390"/>
                  </a:lnTo>
                  <a:lnTo>
                    <a:pt x="1797049" y="4011390"/>
                  </a:lnTo>
                  <a:lnTo>
                    <a:pt x="1797422" y="4011390"/>
                  </a:lnTo>
                  <a:lnTo>
                    <a:pt x="1797888" y="4011390"/>
                  </a:lnTo>
                  <a:lnTo>
                    <a:pt x="1797981" y="4011390"/>
                  </a:lnTo>
                  <a:lnTo>
                    <a:pt x="1798168" y="4011390"/>
                  </a:lnTo>
                  <a:lnTo>
                    <a:pt x="1798261" y="4011390"/>
                  </a:lnTo>
                  <a:lnTo>
                    <a:pt x="1798354" y="4011390"/>
                  </a:lnTo>
                  <a:lnTo>
                    <a:pt x="1798447" y="4011390"/>
                  </a:lnTo>
                  <a:lnTo>
                    <a:pt x="1798634" y="4011390"/>
                  </a:lnTo>
                  <a:lnTo>
                    <a:pt x="1798727" y="4011390"/>
                  </a:lnTo>
                  <a:lnTo>
                    <a:pt x="1798820" y="4011390"/>
                  </a:lnTo>
                  <a:lnTo>
                    <a:pt x="1799100" y="4011390"/>
                  </a:lnTo>
                  <a:lnTo>
                    <a:pt x="1799473" y="4011390"/>
                  </a:lnTo>
                  <a:lnTo>
                    <a:pt x="1799753" y="4011390"/>
                  </a:lnTo>
                  <a:lnTo>
                    <a:pt x="1800126" y="4011390"/>
                  </a:lnTo>
                  <a:lnTo>
                    <a:pt x="1800219" y="4011390"/>
                  </a:lnTo>
                  <a:lnTo>
                    <a:pt x="1800312" y="4011390"/>
                  </a:lnTo>
                  <a:lnTo>
                    <a:pt x="1800406" y="4011390"/>
                  </a:lnTo>
                  <a:lnTo>
                    <a:pt x="1800592" y="4011390"/>
                  </a:lnTo>
                  <a:lnTo>
                    <a:pt x="1800872" y="4011390"/>
                  </a:lnTo>
                  <a:lnTo>
                    <a:pt x="1800965" y="4011390"/>
                  </a:lnTo>
                  <a:lnTo>
                    <a:pt x="1801058" y="4011390"/>
                  </a:lnTo>
                  <a:lnTo>
                    <a:pt x="1801338" y="4011390"/>
                  </a:lnTo>
                  <a:lnTo>
                    <a:pt x="1801525" y="4011390"/>
                  </a:lnTo>
                  <a:lnTo>
                    <a:pt x="1802177" y="4011390"/>
                  </a:lnTo>
                  <a:lnTo>
                    <a:pt x="1802457" y="4011390"/>
                  </a:lnTo>
                  <a:lnTo>
                    <a:pt x="1802737" y="4011390"/>
                  </a:lnTo>
                  <a:lnTo>
                    <a:pt x="1802830" y="4011390"/>
                  </a:lnTo>
                  <a:lnTo>
                    <a:pt x="1802923" y="4011390"/>
                  </a:lnTo>
                  <a:lnTo>
                    <a:pt x="1803576" y="4011390"/>
                  </a:lnTo>
                  <a:lnTo>
                    <a:pt x="1803669" y="4011390"/>
                  </a:lnTo>
                  <a:lnTo>
                    <a:pt x="1804042" y="4011390"/>
                  </a:lnTo>
                  <a:lnTo>
                    <a:pt x="1804415" y="4011390"/>
                  </a:lnTo>
                  <a:lnTo>
                    <a:pt x="1804695" y="4011390"/>
                  </a:lnTo>
                  <a:lnTo>
                    <a:pt x="1804788" y="4011390"/>
                  </a:lnTo>
                  <a:lnTo>
                    <a:pt x="1805068" y="4011390"/>
                  </a:lnTo>
                  <a:lnTo>
                    <a:pt x="1805254" y="4011390"/>
                  </a:lnTo>
                  <a:lnTo>
                    <a:pt x="1805348" y="4011390"/>
                  </a:lnTo>
                  <a:lnTo>
                    <a:pt x="1805441" y="4011390"/>
                  </a:lnTo>
                  <a:lnTo>
                    <a:pt x="1805534" y="4011390"/>
                  </a:lnTo>
                  <a:lnTo>
                    <a:pt x="1805814" y="4011390"/>
                  </a:lnTo>
                  <a:lnTo>
                    <a:pt x="1805814" y="4001436"/>
                  </a:lnTo>
                  <a:lnTo>
                    <a:pt x="1806280" y="4001436"/>
                  </a:lnTo>
                  <a:lnTo>
                    <a:pt x="1806467" y="4001436"/>
                  </a:lnTo>
                  <a:lnTo>
                    <a:pt x="1806560" y="4001436"/>
                  </a:lnTo>
                  <a:lnTo>
                    <a:pt x="1807026" y="4001436"/>
                  </a:lnTo>
                  <a:lnTo>
                    <a:pt x="1807213" y="4001436"/>
                  </a:lnTo>
                  <a:lnTo>
                    <a:pt x="1807492" y="4001436"/>
                  </a:lnTo>
                  <a:lnTo>
                    <a:pt x="1807679" y="4001436"/>
                  </a:lnTo>
                  <a:lnTo>
                    <a:pt x="1807772" y="4001436"/>
                  </a:lnTo>
                  <a:lnTo>
                    <a:pt x="1807865" y="4001436"/>
                  </a:lnTo>
                  <a:lnTo>
                    <a:pt x="1807959" y="4001436"/>
                  </a:lnTo>
                  <a:lnTo>
                    <a:pt x="1808052" y="4001436"/>
                  </a:lnTo>
                  <a:lnTo>
                    <a:pt x="1808238" y="4001436"/>
                  </a:lnTo>
                  <a:lnTo>
                    <a:pt x="1808332" y="4001436"/>
                  </a:lnTo>
                  <a:lnTo>
                    <a:pt x="1808425" y="4001436"/>
                  </a:lnTo>
                  <a:lnTo>
                    <a:pt x="1808705" y="4001436"/>
                  </a:lnTo>
                  <a:lnTo>
                    <a:pt x="1808798" y="4001436"/>
                  </a:lnTo>
                  <a:lnTo>
                    <a:pt x="1808891" y="4001436"/>
                  </a:lnTo>
                  <a:lnTo>
                    <a:pt x="1808984" y="4001436"/>
                  </a:lnTo>
                  <a:lnTo>
                    <a:pt x="1809171" y="4001436"/>
                  </a:lnTo>
                  <a:lnTo>
                    <a:pt x="1810570" y="4001436"/>
                  </a:lnTo>
                  <a:lnTo>
                    <a:pt x="1810663" y="4001436"/>
                  </a:lnTo>
                  <a:lnTo>
                    <a:pt x="1810942" y="4001436"/>
                  </a:lnTo>
                  <a:lnTo>
                    <a:pt x="1811222" y="4001436"/>
                  </a:lnTo>
                  <a:lnTo>
                    <a:pt x="1811315" y="4001436"/>
                  </a:lnTo>
                  <a:lnTo>
                    <a:pt x="1811409" y="4001436"/>
                  </a:lnTo>
                  <a:lnTo>
                    <a:pt x="1811595" y="4001436"/>
                  </a:lnTo>
                  <a:lnTo>
                    <a:pt x="1811688" y="4001436"/>
                  </a:lnTo>
                  <a:lnTo>
                    <a:pt x="1811875" y="4001436"/>
                  </a:lnTo>
                  <a:lnTo>
                    <a:pt x="1811968" y="4001436"/>
                  </a:lnTo>
                  <a:lnTo>
                    <a:pt x="1812155" y="4001436"/>
                  </a:lnTo>
                  <a:lnTo>
                    <a:pt x="1812248" y="4001436"/>
                  </a:lnTo>
                  <a:lnTo>
                    <a:pt x="1812341" y="4001436"/>
                  </a:lnTo>
                  <a:lnTo>
                    <a:pt x="1812621" y="3991482"/>
                  </a:lnTo>
                  <a:lnTo>
                    <a:pt x="1813087" y="3991482"/>
                  </a:lnTo>
                  <a:lnTo>
                    <a:pt x="1813180" y="3991482"/>
                  </a:lnTo>
                  <a:lnTo>
                    <a:pt x="1813367" y="3991482"/>
                  </a:lnTo>
                  <a:lnTo>
                    <a:pt x="1813833" y="3991482"/>
                  </a:lnTo>
                  <a:lnTo>
                    <a:pt x="1813926" y="3991482"/>
                  </a:lnTo>
                  <a:lnTo>
                    <a:pt x="1814020" y="3991482"/>
                  </a:lnTo>
                  <a:lnTo>
                    <a:pt x="1814113" y="3991482"/>
                  </a:lnTo>
                  <a:lnTo>
                    <a:pt x="1814206" y="3991482"/>
                  </a:lnTo>
                  <a:lnTo>
                    <a:pt x="1814393" y="3991482"/>
                  </a:lnTo>
                  <a:lnTo>
                    <a:pt x="1814486" y="3991482"/>
                  </a:lnTo>
                  <a:lnTo>
                    <a:pt x="1814766" y="3991482"/>
                  </a:lnTo>
                  <a:lnTo>
                    <a:pt x="1814952" y="3991482"/>
                  </a:lnTo>
                  <a:lnTo>
                    <a:pt x="1815418" y="3991482"/>
                  </a:lnTo>
                  <a:lnTo>
                    <a:pt x="1815512" y="3991482"/>
                  </a:lnTo>
                  <a:lnTo>
                    <a:pt x="1815605" y="3991482"/>
                  </a:lnTo>
                  <a:lnTo>
                    <a:pt x="1815885" y="3991482"/>
                  </a:lnTo>
                  <a:lnTo>
                    <a:pt x="1816071" y="3991482"/>
                  </a:lnTo>
                  <a:lnTo>
                    <a:pt x="1816164" y="3991482"/>
                  </a:lnTo>
                  <a:lnTo>
                    <a:pt x="1816258" y="3991482"/>
                  </a:lnTo>
                  <a:lnTo>
                    <a:pt x="1816351" y="3991482"/>
                  </a:lnTo>
                  <a:lnTo>
                    <a:pt x="1816444" y="3991482"/>
                  </a:lnTo>
                  <a:lnTo>
                    <a:pt x="1816817" y="3991482"/>
                  </a:lnTo>
                  <a:lnTo>
                    <a:pt x="1816910" y="3991482"/>
                  </a:lnTo>
                  <a:lnTo>
                    <a:pt x="1817004" y="3991482"/>
                  </a:lnTo>
                  <a:lnTo>
                    <a:pt x="1817470" y="3991482"/>
                  </a:lnTo>
                  <a:lnTo>
                    <a:pt x="1817563" y="3991482"/>
                  </a:lnTo>
                  <a:lnTo>
                    <a:pt x="1817656" y="3991482"/>
                  </a:lnTo>
                  <a:lnTo>
                    <a:pt x="1817843" y="3991482"/>
                  </a:lnTo>
                  <a:lnTo>
                    <a:pt x="1817936" y="3991482"/>
                  </a:lnTo>
                  <a:lnTo>
                    <a:pt x="1818029" y="3991482"/>
                  </a:lnTo>
                  <a:lnTo>
                    <a:pt x="1818122" y="3991482"/>
                  </a:lnTo>
                  <a:lnTo>
                    <a:pt x="1818216" y="3991482"/>
                  </a:lnTo>
                  <a:lnTo>
                    <a:pt x="1818402" y="3991482"/>
                  </a:lnTo>
                  <a:lnTo>
                    <a:pt x="1818589" y="3981529"/>
                  </a:lnTo>
                  <a:lnTo>
                    <a:pt x="1818682" y="3981529"/>
                  </a:lnTo>
                  <a:lnTo>
                    <a:pt x="1818868" y="3981529"/>
                  </a:lnTo>
                  <a:lnTo>
                    <a:pt x="1818962" y="3981529"/>
                  </a:lnTo>
                  <a:lnTo>
                    <a:pt x="1819055" y="3981529"/>
                  </a:lnTo>
                  <a:lnTo>
                    <a:pt x="1819241" y="3981529"/>
                  </a:lnTo>
                  <a:lnTo>
                    <a:pt x="1819335" y="3981529"/>
                  </a:lnTo>
                  <a:lnTo>
                    <a:pt x="1819428" y="3981529"/>
                  </a:lnTo>
                  <a:lnTo>
                    <a:pt x="1819521" y="3981529"/>
                  </a:lnTo>
                  <a:lnTo>
                    <a:pt x="1819987" y="3981529"/>
                  </a:lnTo>
                  <a:lnTo>
                    <a:pt x="1820081" y="3981529"/>
                  </a:lnTo>
                  <a:lnTo>
                    <a:pt x="1820174" y="3981529"/>
                  </a:lnTo>
                  <a:lnTo>
                    <a:pt x="1820267" y="3981529"/>
                  </a:lnTo>
                  <a:lnTo>
                    <a:pt x="1820360" y="3971575"/>
                  </a:lnTo>
                  <a:lnTo>
                    <a:pt x="1820454" y="3971575"/>
                  </a:lnTo>
                  <a:lnTo>
                    <a:pt x="1820547" y="3971575"/>
                  </a:lnTo>
                  <a:lnTo>
                    <a:pt x="1820640" y="3971575"/>
                  </a:lnTo>
                  <a:lnTo>
                    <a:pt x="1821013" y="3971575"/>
                  </a:lnTo>
                  <a:lnTo>
                    <a:pt x="1821200" y="3971575"/>
                  </a:lnTo>
                  <a:lnTo>
                    <a:pt x="1821293" y="3971575"/>
                  </a:lnTo>
                  <a:lnTo>
                    <a:pt x="1821852" y="3971575"/>
                  </a:lnTo>
                  <a:lnTo>
                    <a:pt x="1821946" y="3971575"/>
                  </a:lnTo>
                  <a:lnTo>
                    <a:pt x="1822225" y="3971575"/>
                  </a:lnTo>
                  <a:lnTo>
                    <a:pt x="1822505" y="3971575"/>
                  </a:lnTo>
                  <a:lnTo>
                    <a:pt x="1822505" y="3961621"/>
                  </a:lnTo>
                  <a:lnTo>
                    <a:pt x="1822598" y="3961621"/>
                  </a:lnTo>
                  <a:lnTo>
                    <a:pt x="1822692" y="3961621"/>
                  </a:lnTo>
                  <a:lnTo>
                    <a:pt x="1822878" y="3961621"/>
                  </a:lnTo>
                  <a:lnTo>
                    <a:pt x="1822971" y="3961621"/>
                  </a:lnTo>
                  <a:lnTo>
                    <a:pt x="1823158" y="3961621"/>
                  </a:lnTo>
                  <a:lnTo>
                    <a:pt x="1823251" y="3961621"/>
                  </a:lnTo>
                  <a:lnTo>
                    <a:pt x="1823904" y="3961621"/>
                  </a:lnTo>
                  <a:lnTo>
                    <a:pt x="1823997" y="3961621"/>
                  </a:lnTo>
                  <a:lnTo>
                    <a:pt x="1824184" y="3961621"/>
                  </a:lnTo>
                  <a:lnTo>
                    <a:pt x="1824277" y="3961621"/>
                  </a:lnTo>
                  <a:lnTo>
                    <a:pt x="1824370" y="3961621"/>
                  </a:lnTo>
                  <a:lnTo>
                    <a:pt x="1824557" y="3961621"/>
                  </a:lnTo>
                  <a:lnTo>
                    <a:pt x="1824743" y="3961621"/>
                  </a:lnTo>
                  <a:lnTo>
                    <a:pt x="1824836" y="3961621"/>
                  </a:lnTo>
                  <a:lnTo>
                    <a:pt x="1824929" y="3961621"/>
                  </a:lnTo>
                  <a:lnTo>
                    <a:pt x="1825116" y="3961621"/>
                  </a:lnTo>
                  <a:lnTo>
                    <a:pt x="1825209" y="3961621"/>
                  </a:lnTo>
                  <a:lnTo>
                    <a:pt x="1825302" y="3961621"/>
                  </a:lnTo>
                  <a:lnTo>
                    <a:pt x="1825675" y="3961621"/>
                  </a:lnTo>
                  <a:lnTo>
                    <a:pt x="1825955" y="3961621"/>
                  </a:lnTo>
                  <a:lnTo>
                    <a:pt x="1826048" y="3961621"/>
                  </a:lnTo>
                  <a:lnTo>
                    <a:pt x="1826235" y="3961621"/>
                  </a:lnTo>
                  <a:lnTo>
                    <a:pt x="1826328" y="3961621"/>
                  </a:lnTo>
                  <a:lnTo>
                    <a:pt x="1826421" y="3961621"/>
                  </a:lnTo>
                  <a:lnTo>
                    <a:pt x="1826701" y="3961621"/>
                  </a:lnTo>
                  <a:lnTo>
                    <a:pt x="1826981" y="3961621"/>
                  </a:lnTo>
                  <a:lnTo>
                    <a:pt x="1827074" y="3961621"/>
                  </a:lnTo>
                  <a:lnTo>
                    <a:pt x="1827167" y="3961621"/>
                  </a:lnTo>
                  <a:lnTo>
                    <a:pt x="1827261" y="3961621"/>
                  </a:lnTo>
                  <a:lnTo>
                    <a:pt x="1827540" y="3961621"/>
                  </a:lnTo>
                  <a:lnTo>
                    <a:pt x="1828100" y="3961621"/>
                  </a:lnTo>
                  <a:lnTo>
                    <a:pt x="1828286" y="3961621"/>
                  </a:lnTo>
                  <a:lnTo>
                    <a:pt x="1828380" y="3961621"/>
                  </a:lnTo>
                  <a:lnTo>
                    <a:pt x="1828473" y="3961621"/>
                  </a:lnTo>
                  <a:lnTo>
                    <a:pt x="1828846" y="3961621"/>
                  </a:lnTo>
                  <a:lnTo>
                    <a:pt x="1828939" y="3961621"/>
                  </a:lnTo>
                  <a:lnTo>
                    <a:pt x="1829032" y="3961621"/>
                  </a:lnTo>
                  <a:lnTo>
                    <a:pt x="1829126" y="3961621"/>
                  </a:lnTo>
                  <a:lnTo>
                    <a:pt x="1829965" y="3961621"/>
                  </a:lnTo>
                  <a:lnTo>
                    <a:pt x="1830058" y="3961621"/>
                  </a:lnTo>
                  <a:lnTo>
                    <a:pt x="1830151" y="3961621"/>
                  </a:lnTo>
                  <a:lnTo>
                    <a:pt x="1830431" y="3961621"/>
                  </a:lnTo>
                  <a:lnTo>
                    <a:pt x="1830618" y="3961621"/>
                  </a:lnTo>
                  <a:lnTo>
                    <a:pt x="1830711" y="3961621"/>
                  </a:lnTo>
                  <a:lnTo>
                    <a:pt x="1831270" y="3951667"/>
                  </a:lnTo>
                  <a:lnTo>
                    <a:pt x="1831364" y="3951667"/>
                  </a:lnTo>
                  <a:lnTo>
                    <a:pt x="1831457" y="3951667"/>
                  </a:lnTo>
                  <a:lnTo>
                    <a:pt x="1831550" y="3951667"/>
                  </a:lnTo>
                  <a:lnTo>
                    <a:pt x="1831643" y="3951667"/>
                  </a:lnTo>
                  <a:lnTo>
                    <a:pt x="1832016" y="3951667"/>
                  </a:lnTo>
                  <a:lnTo>
                    <a:pt x="1832389" y="3951667"/>
                  </a:lnTo>
                  <a:lnTo>
                    <a:pt x="1832576" y="3951667"/>
                  </a:lnTo>
                  <a:lnTo>
                    <a:pt x="1832669" y="3951667"/>
                  </a:lnTo>
                  <a:lnTo>
                    <a:pt x="1832762" y="3951667"/>
                  </a:lnTo>
                  <a:lnTo>
                    <a:pt x="1832855" y="3951667"/>
                  </a:lnTo>
                  <a:lnTo>
                    <a:pt x="1833228" y="3951667"/>
                  </a:lnTo>
                  <a:lnTo>
                    <a:pt x="1833322" y="3951667"/>
                  </a:lnTo>
                  <a:lnTo>
                    <a:pt x="1833415" y="3951667"/>
                  </a:lnTo>
                  <a:lnTo>
                    <a:pt x="1833508" y="3941713"/>
                  </a:lnTo>
                  <a:lnTo>
                    <a:pt x="1833601" y="3941713"/>
                  </a:lnTo>
                  <a:lnTo>
                    <a:pt x="1833695" y="3941713"/>
                  </a:lnTo>
                  <a:lnTo>
                    <a:pt x="1833788" y="3941713"/>
                  </a:lnTo>
                  <a:lnTo>
                    <a:pt x="1833881" y="3941713"/>
                  </a:lnTo>
                  <a:lnTo>
                    <a:pt x="1834068" y="3941713"/>
                  </a:lnTo>
                  <a:lnTo>
                    <a:pt x="1834347" y="3941713"/>
                  </a:lnTo>
                  <a:lnTo>
                    <a:pt x="1834441" y="3941713"/>
                  </a:lnTo>
                  <a:lnTo>
                    <a:pt x="1834627" y="3941713"/>
                  </a:lnTo>
                  <a:lnTo>
                    <a:pt x="1835000" y="3941713"/>
                  </a:lnTo>
                  <a:lnTo>
                    <a:pt x="1835093" y="3941713"/>
                  </a:lnTo>
                  <a:lnTo>
                    <a:pt x="1835280" y="3941713"/>
                  </a:lnTo>
                  <a:lnTo>
                    <a:pt x="1835839" y="3941713"/>
                  </a:lnTo>
                  <a:lnTo>
                    <a:pt x="1835933" y="3941713"/>
                  </a:lnTo>
                  <a:lnTo>
                    <a:pt x="1836026" y="3941713"/>
                  </a:lnTo>
                  <a:lnTo>
                    <a:pt x="1836119" y="3941713"/>
                  </a:lnTo>
                  <a:lnTo>
                    <a:pt x="1836306" y="3941713"/>
                  </a:lnTo>
                  <a:lnTo>
                    <a:pt x="1836679" y="3941713"/>
                  </a:lnTo>
                  <a:lnTo>
                    <a:pt x="1836772" y="3941713"/>
                  </a:lnTo>
                  <a:lnTo>
                    <a:pt x="1836865" y="3941713"/>
                  </a:lnTo>
                  <a:lnTo>
                    <a:pt x="1836958" y="3941713"/>
                  </a:lnTo>
                  <a:lnTo>
                    <a:pt x="1837052" y="3941713"/>
                  </a:lnTo>
                  <a:lnTo>
                    <a:pt x="1837238" y="3941713"/>
                  </a:lnTo>
                  <a:lnTo>
                    <a:pt x="1837704" y="3941713"/>
                  </a:lnTo>
                  <a:lnTo>
                    <a:pt x="1838077" y="3941713"/>
                  </a:lnTo>
                  <a:lnTo>
                    <a:pt x="1838264" y="3941713"/>
                  </a:lnTo>
                  <a:lnTo>
                    <a:pt x="1838543" y="3941713"/>
                  </a:lnTo>
                  <a:lnTo>
                    <a:pt x="1838637" y="3941713"/>
                  </a:lnTo>
                  <a:lnTo>
                    <a:pt x="1838730" y="3941713"/>
                  </a:lnTo>
                  <a:lnTo>
                    <a:pt x="1838916" y="3941713"/>
                  </a:lnTo>
                  <a:lnTo>
                    <a:pt x="1839103" y="3941713"/>
                  </a:lnTo>
                  <a:lnTo>
                    <a:pt x="1839476" y="3941713"/>
                  </a:lnTo>
                  <a:lnTo>
                    <a:pt x="1839756" y="3941713"/>
                  </a:lnTo>
                  <a:lnTo>
                    <a:pt x="1839849" y="3931759"/>
                  </a:lnTo>
                  <a:lnTo>
                    <a:pt x="1842273" y="3931759"/>
                  </a:lnTo>
                  <a:lnTo>
                    <a:pt x="1842460" y="3931759"/>
                  </a:lnTo>
                  <a:lnTo>
                    <a:pt x="1842553" y="3931759"/>
                  </a:lnTo>
                  <a:lnTo>
                    <a:pt x="1842646" y="3931759"/>
                  </a:lnTo>
                  <a:lnTo>
                    <a:pt x="1842833" y="3931759"/>
                  </a:lnTo>
                  <a:lnTo>
                    <a:pt x="1843113" y="3931759"/>
                  </a:lnTo>
                  <a:lnTo>
                    <a:pt x="1843299" y="3931759"/>
                  </a:lnTo>
                  <a:lnTo>
                    <a:pt x="1843392" y="3931759"/>
                  </a:lnTo>
                  <a:lnTo>
                    <a:pt x="1843486" y="3931759"/>
                  </a:lnTo>
                  <a:lnTo>
                    <a:pt x="1843579" y="3931759"/>
                  </a:lnTo>
                  <a:lnTo>
                    <a:pt x="1843859" y="3931759"/>
                  </a:lnTo>
                  <a:lnTo>
                    <a:pt x="1843952" y="3931759"/>
                  </a:lnTo>
                  <a:lnTo>
                    <a:pt x="1844045" y="3931759"/>
                  </a:lnTo>
                  <a:lnTo>
                    <a:pt x="1844232" y="3931759"/>
                  </a:lnTo>
                  <a:lnTo>
                    <a:pt x="1844325" y="3931759"/>
                  </a:lnTo>
                  <a:lnTo>
                    <a:pt x="1844511" y="3931759"/>
                  </a:lnTo>
                  <a:lnTo>
                    <a:pt x="1844605" y="3931759"/>
                  </a:lnTo>
                  <a:lnTo>
                    <a:pt x="1844698" y="3931759"/>
                  </a:lnTo>
                  <a:lnTo>
                    <a:pt x="1844978" y="3931759"/>
                  </a:lnTo>
                  <a:lnTo>
                    <a:pt x="1845071" y="3931759"/>
                  </a:lnTo>
                  <a:lnTo>
                    <a:pt x="1845257" y="3931759"/>
                  </a:lnTo>
                  <a:lnTo>
                    <a:pt x="1845351" y="3931759"/>
                  </a:lnTo>
                  <a:lnTo>
                    <a:pt x="1845444" y="3931759"/>
                  </a:lnTo>
                  <a:lnTo>
                    <a:pt x="1845910" y="3931759"/>
                  </a:lnTo>
                  <a:lnTo>
                    <a:pt x="1846656" y="3931759"/>
                  </a:lnTo>
                  <a:lnTo>
                    <a:pt x="1846936" y="3931759"/>
                  </a:lnTo>
                  <a:lnTo>
                    <a:pt x="1847309" y="3931759"/>
                  </a:lnTo>
                  <a:lnTo>
                    <a:pt x="1847588" y="3931759"/>
                  </a:lnTo>
                  <a:lnTo>
                    <a:pt x="1847682" y="3931759"/>
                  </a:lnTo>
                  <a:lnTo>
                    <a:pt x="1847775" y="3931759"/>
                  </a:lnTo>
                  <a:lnTo>
                    <a:pt x="1848241" y="3921806"/>
                  </a:lnTo>
                  <a:lnTo>
                    <a:pt x="1848334" y="3921806"/>
                  </a:lnTo>
                  <a:lnTo>
                    <a:pt x="1848428" y="3921806"/>
                  </a:lnTo>
                  <a:lnTo>
                    <a:pt x="1848521" y="3921806"/>
                  </a:lnTo>
                  <a:lnTo>
                    <a:pt x="1848801" y="3921806"/>
                  </a:lnTo>
                  <a:lnTo>
                    <a:pt x="1848894" y="3921806"/>
                  </a:lnTo>
                  <a:lnTo>
                    <a:pt x="1848987" y="3911852"/>
                  </a:lnTo>
                  <a:lnTo>
                    <a:pt x="1849267" y="3911852"/>
                  </a:lnTo>
                  <a:lnTo>
                    <a:pt x="1849360" y="3911852"/>
                  </a:lnTo>
                  <a:lnTo>
                    <a:pt x="1849453" y="3911852"/>
                  </a:lnTo>
                  <a:lnTo>
                    <a:pt x="1849826" y="3911852"/>
                  </a:lnTo>
                  <a:lnTo>
                    <a:pt x="1850013" y="3911852"/>
                  </a:lnTo>
                  <a:lnTo>
                    <a:pt x="1850293" y="3911852"/>
                  </a:lnTo>
                  <a:lnTo>
                    <a:pt x="1850386" y="3911852"/>
                  </a:lnTo>
                  <a:lnTo>
                    <a:pt x="1850479" y="3911852"/>
                  </a:lnTo>
                  <a:lnTo>
                    <a:pt x="1850852" y="3911852"/>
                  </a:lnTo>
                  <a:lnTo>
                    <a:pt x="1851132" y="3911852"/>
                  </a:lnTo>
                  <a:lnTo>
                    <a:pt x="1851225" y="3911852"/>
                  </a:lnTo>
                  <a:lnTo>
                    <a:pt x="1851505" y="3911852"/>
                  </a:lnTo>
                  <a:lnTo>
                    <a:pt x="1851598" y="3911852"/>
                  </a:lnTo>
                  <a:lnTo>
                    <a:pt x="1851878" y="3911852"/>
                  </a:lnTo>
                  <a:lnTo>
                    <a:pt x="1851971" y="3911852"/>
                  </a:lnTo>
                  <a:lnTo>
                    <a:pt x="1852251" y="3911852"/>
                  </a:lnTo>
                  <a:lnTo>
                    <a:pt x="1852344" y="3911852"/>
                  </a:lnTo>
                  <a:lnTo>
                    <a:pt x="1852530" y="3911852"/>
                  </a:lnTo>
                  <a:lnTo>
                    <a:pt x="1852810" y="3911852"/>
                  </a:lnTo>
                  <a:lnTo>
                    <a:pt x="1852997" y="3901898"/>
                  </a:lnTo>
                  <a:lnTo>
                    <a:pt x="1853276" y="3901898"/>
                  </a:lnTo>
                  <a:lnTo>
                    <a:pt x="1853370" y="3901898"/>
                  </a:lnTo>
                  <a:lnTo>
                    <a:pt x="1853556" y="3901898"/>
                  </a:lnTo>
                  <a:lnTo>
                    <a:pt x="1853649" y="3901898"/>
                  </a:lnTo>
                  <a:lnTo>
                    <a:pt x="1853743" y="3901898"/>
                  </a:lnTo>
                  <a:lnTo>
                    <a:pt x="1854582" y="3901898"/>
                  </a:lnTo>
                  <a:lnTo>
                    <a:pt x="1854862" y="3901898"/>
                  </a:lnTo>
                  <a:lnTo>
                    <a:pt x="1854955" y="3901898"/>
                  </a:lnTo>
                  <a:lnTo>
                    <a:pt x="1855048" y="3901898"/>
                  </a:lnTo>
                  <a:lnTo>
                    <a:pt x="1855141" y="3901898"/>
                  </a:lnTo>
                  <a:lnTo>
                    <a:pt x="1855421" y="3901898"/>
                  </a:lnTo>
                  <a:lnTo>
                    <a:pt x="1855981" y="3901898"/>
                  </a:lnTo>
                  <a:lnTo>
                    <a:pt x="1856354" y="3901898"/>
                  </a:lnTo>
                  <a:lnTo>
                    <a:pt x="1856447" y="3901898"/>
                  </a:lnTo>
                  <a:lnTo>
                    <a:pt x="1856633" y="3901898"/>
                  </a:lnTo>
                  <a:lnTo>
                    <a:pt x="1857100" y="3901898"/>
                  </a:lnTo>
                  <a:lnTo>
                    <a:pt x="1857286" y="3891944"/>
                  </a:lnTo>
                  <a:lnTo>
                    <a:pt x="1857379" y="3891944"/>
                  </a:lnTo>
                  <a:lnTo>
                    <a:pt x="1857473" y="3891944"/>
                  </a:lnTo>
                  <a:lnTo>
                    <a:pt x="1857566" y="3891944"/>
                  </a:lnTo>
                  <a:lnTo>
                    <a:pt x="1857939" y="3891944"/>
                  </a:lnTo>
                  <a:lnTo>
                    <a:pt x="1858032" y="3891944"/>
                  </a:lnTo>
                  <a:lnTo>
                    <a:pt x="1858312" y="3891944"/>
                  </a:lnTo>
                  <a:lnTo>
                    <a:pt x="1858405" y="3891944"/>
                  </a:lnTo>
                  <a:lnTo>
                    <a:pt x="1858871" y="3891944"/>
                  </a:lnTo>
                  <a:lnTo>
                    <a:pt x="1858965" y="3891944"/>
                  </a:lnTo>
                  <a:lnTo>
                    <a:pt x="1859058" y="3891944"/>
                  </a:lnTo>
                  <a:lnTo>
                    <a:pt x="1859337" y="3891944"/>
                  </a:lnTo>
                  <a:lnTo>
                    <a:pt x="1859431" y="3891944"/>
                  </a:lnTo>
                  <a:lnTo>
                    <a:pt x="1859524" y="3891944"/>
                  </a:lnTo>
                  <a:lnTo>
                    <a:pt x="1859617" y="3891944"/>
                  </a:lnTo>
                  <a:lnTo>
                    <a:pt x="1859804" y="3891944"/>
                  </a:lnTo>
                  <a:lnTo>
                    <a:pt x="1860643" y="3891944"/>
                  </a:lnTo>
                  <a:lnTo>
                    <a:pt x="1860736" y="3891944"/>
                  </a:lnTo>
                  <a:lnTo>
                    <a:pt x="1860923" y="3891944"/>
                  </a:lnTo>
                  <a:lnTo>
                    <a:pt x="1861016" y="3891944"/>
                  </a:lnTo>
                  <a:lnTo>
                    <a:pt x="1861202" y="3891944"/>
                  </a:lnTo>
                  <a:lnTo>
                    <a:pt x="1861296" y="3891944"/>
                  </a:lnTo>
                  <a:lnTo>
                    <a:pt x="1861575" y="3891944"/>
                  </a:lnTo>
                  <a:lnTo>
                    <a:pt x="1861948" y="3891944"/>
                  </a:lnTo>
                  <a:lnTo>
                    <a:pt x="1862788" y="3891944"/>
                  </a:lnTo>
                  <a:lnTo>
                    <a:pt x="1862974" y="3891944"/>
                  </a:lnTo>
                  <a:lnTo>
                    <a:pt x="1863161" y="3891944"/>
                  </a:lnTo>
                  <a:lnTo>
                    <a:pt x="1863347" y="3891944"/>
                  </a:lnTo>
                  <a:lnTo>
                    <a:pt x="1863440" y="3891944"/>
                  </a:lnTo>
                  <a:lnTo>
                    <a:pt x="1863534" y="3891944"/>
                  </a:lnTo>
                  <a:lnTo>
                    <a:pt x="1863627" y="3891944"/>
                  </a:lnTo>
                  <a:lnTo>
                    <a:pt x="1863720" y="3891944"/>
                  </a:lnTo>
                  <a:lnTo>
                    <a:pt x="1864000" y="3891944"/>
                  </a:lnTo>
                  <a:lnTo>
                    <a:pt x="1864466" y="3891944"/>
                  </a:lnTo>
                  <a:lnTo>
                    <a:pt x="1864653" y="3891944"/>
                  </a:lnTo>
                  <a:lnTo>
                    <a:pt x="1865212" y="3891944"/>
                  </a:lnTo>
                  <a:lnTo>
                    <a:pt x="1865305" y="3891944"/>
                  </a:lnTo>
                  <a:lnTo>
                    <a:pt x="1865399" y="3891944"/>
                  </a:lnTo>
                  <a:lnTo>
                    <a:pt x="1865678" y="3891944"/>
                  </a:lnTo>
                  <a:lnTo>
                    <a:pt x="1865772" y="3891944"/>
                  </a:lnTo>
                  <a:lnTo>
                    <a:pt x="1865865" y="3891944"/>
                  </a:lnTo>
                  <a:lnTo>
                    <a:pt x="1866051" y="3891944"/>
                  </a:lnTo>
                  <a:lnTo>
                    <a:pt x="1866145" y="3891944"/>
                  </a:lnTo>
                  <a:lnTo>
                    <a:pt x="1866238" y="3891944"/>
                  </a:lnTo>
                  <a:lnTo>
                    <a:pt x="1866611" y="3891944"/>
                  </a:lnTo>
                  <a:lnTo>
                    <a:pt x="1866704" y="3891944"/>
                  </a:lnTo>
                  <a:lnTo>
                    <a:pt x="1867077" y="3891944"/>
                  </a:lnTo>
                  <a:lnTo>
                    <a:pt x="1867170" y="3891944"/>
                  </a:lnTo>
                  <a:lnTo>
                    <a:pt x="1867263" y="3891944"/>
                  </a:lnTo>
                  <a:lnTo>
                    <a:pt x="1867357" y="3891944"/>
                  </a:lnTo>
                  <a:lnTo>
                    <a:pt x="1867450" y="3891944"/>
                  </a:lnTo>
                  <a:lnTo>
                    <a:pt x="1867543" y="3891944"/>
                  </a:lnTo>
                  <a:lnTo>
                    <a:pt x="1867636" y="3881990"/>
                  </a:lnTo>
                  <a:lnTo>
                    <a:pt x="1867730" y="3881990"/>
                  </a:lnTo>
                  <a:lnTo>
                    <a:pt x="1867823" y="3881990"/>
                  </a:lnTo>
                  <a:lnTo>
                    <a:pt x="1867916" y="3881990"/>
                  </a:lnTo>
                  <a:lnTo>
                    <a:pt x="1868103" y="3881990"/>
                  </a:lnTo>
                  <a:lnTo>
                    <a:pt x="1868382" y="3881990"/>
                  </a:lnTo>
                  <a:lnTo>
                    <a:pt x="1868476" y="3881990"/>
                  </a:lnTo>
                  <a:lnTo>
                    <a:pt x="1868755" y="3881990"/>
                  </a:lnTo>
                  <a:lnTo>
                    <a:pt x="1868942" y="3881990"/>
                  </a:lnTo>
                  <a:lnTo>
                    <a:pt x="1869781" y="3881990"/>
                  </a:lnTo>
                  <a:lnTo>
                    <a:pt x="1870061" y="3881990"/>
                  </a:lnTo>
                  <a:lnTo>
                    <a:pt x="1870247" y="3881990"/>
                  </a:lnTo>
                  <a:lnTo>
                    <a:pt x="1870341" y="3881990"/>
                  </a:lnTo>
                  <a:lnTo>
                    <a:pt x="1870434" y="3881990"/>
                  </a:lnTo>
                  <a:lnTo>
                    <a:pt x="1870714" y="3881990"/>
                  </a:lnTo>
                  <a:lnTo>
                    <a:pt x="1870900" y="3881990"/>
                  </a:lnTo>
                  <a:lnTo>
                    <a:pt x="1870993" y="3881990"/>
                  </a:lnTo>
                  <a:lnTo>
                    <a:pt x="1871273" y="3881990"/>
                  </a:lnTo>
                  <a:lnTo>
                    <a:pt x="1871366" y="3881990"/>
                  </a:lnTo>
                  <a:lnTo>
                    <a:pt x="1871460" y="3881990"/>
                  </a:lnTo>
                  <a:lnTo>
                    <a:pt x="1871553" y="3881990"/>
                  </a:lnTo>
                  <a:lnTo>
                    <a:pt x="1871646" y="3881990"/>
                  </a:lnTo>
                  <a:lnTo>
                    <a:pt x="1871833" y="3881990"/>
                  </a:lnTo>
                  <a:lnTo>
                    <a:pt x="1871926" y="3881990"/>
                  </a:lnTo>
                  <a:lnTo>
                    <a:pt x="1872019" y="3881990"/>
                  </a:lnTo>
                  <a:lnTo>
                    <a:pt x="1872112" y="3881990"/>
                  </a:lnTo>
                  <a:lnTo>
                    <a:pt x="1872392" y="3881990"/>
                  </a:lnTo>
                  <a:lnTo>
                    <a:pt x="1872485" y="3881990"/>
                  </a:lnTo>
                  <a:lnTo>
                    <a:pt x="1872765" y="3881990"/>
                  </a:lnTo>
                  <a:lnTo>
                    <a:pt x="1873045" y="3881990"/>
                  </a:lnTo>
                  <a:lnTo>
                    <a:pt x="1873231" y="3881990"/>
                  </a:lnTo>
                  <a:lnTo>
                    <a:pt x="1873511" y="3881990"/>
                  </a:lnTo>
                  <a:lnTo>
                    <a:pt x="1873697" y="3881990"/>
                  </a:lnTo>
                  <a:lnTo>
                    <a:pt x="1873791" y="3881990"/>
                  </a:lnTo>
                  <a:lnTo>
                    <a:pt x="1873884" y="3881990"/>
                  </a:lnTo>
                  <a:lnTo>
                    <a:pt x="1873977" y="3872037"/>
                  </a:lnTo>
                  <a:lnTo>
                    <a:pt x="1874070" y="3872037"/>
                  </a:lnTo>
                  <a:lnTo>
                    <a:pt x="1874443" y="3872037"/>
                  </a:lnTo>
                  <a:lnTo>
                    <a:pt x="1874537" y="3872037"/>
                  </a:lnTo>
                  <a:lnTo>
                    <a:pt x="1874630" y="3872037"/>
                  </a:lnTo>
                  <a:lnTo>
                    <a:pt x="1875189" y="3872037"/>
                  </a:lnTo>
                  <a:lnTo>
                    <a:pt x="1875283" y="3872037"/>
                  </a:lnTo>
                  <a:lnTo>
                    <a:pt x="1875656" y="3872037"/>
                  </a:lnTo>
                  <a:lnTo>
                    <a:pt x="1875749" y="3872037"/>
                  </a:lnTo>
                  <a:lnTo>
                    <a:pt x="1876029" y="3872037"/>
                  </a:lnTo>
                  <a:lnTo>
                    <a:pt x="1876122" y="3872037"/>
                  </a:lnTo>
                  <a:lnTo>
                    <a:pt x="1876308" y="3872037"/>
                  </a:lnTo>
                  <a:lnTo>
                    <a:pt x="1876588" y="3872037"/>
                  </a:lnTo>
                  <a:lnTo>
                    <a:pt x="1876775" y="3872037"/>
                  </a:lnTo>
                  <a:lnTo>
                    <a:pt x="1876868" y="3872037"/>
                  </a:lnTo>
                  <a:lnTo>
                    <a:pt x="1877241" y="3872037"/>
                  </a:lnTo>
                  <a:lnTo>
                    <a:pt x="1877334" y="3872037"/>
                  </a:lnTo>
                  <a:lnTo>
                    <a:pt x="1877521" y="3872037"/>
                  </a:lnTo>
                  <a:lnTo>
                    <a:pt x="1877707" y="3872037"/>
                  </a:lnTo>
                  <a:lnTo>
                    <a:pt x="1877800" y="3872037"/>
                  </a:lnTo>
                  <a:lnTo>
                    <a:pt x="1877894" y="3872037"/>
                  </a:lnTo>
                  <a:lnTo>
                    <a:pt x="1877987" y="3872037"/>
                  </a:lnTo>
                  <a:lnTo>
                    <a:pt x="1878267" y="3872037"/>
                  </a:lnTo>
                  <a:lnTo>
                    <a:pt x="1878453" y="3872037"/>
                  </a:lnTo>
                  <a:lnTo>
                    <a:pt x="1878546" y="3872037"/>
                  </a:lnTo>
                  <a:lnTo>
                    <a:pt x="1878826" y="3872037"/>
                  </a:lnTo>
                  <a:lnTo>
                    <a:pt x="1879013" y="3872037"/>
                  </a:lnTo>
                  <a:lnTo>
                    <a:pt x="1879106" y="3862083"/>
                  </a:lnTo>
                  <a:lnTo>
                    <a:pt x="1879292" y="3862083"/>
                  </a:lnTo>
                  <a:lnTo>
                    <a:pt x="1879665" y="3862083"/>
                  </a:lnTo>
                  <a:lnTo>
                    <a:pt x="1879759" y="3862083"/>
                  </a:lnTo>
                  <a:lnTo>
                    <a:pt x="1879852" y="3862083"/>
                  </a:lnTo>
                  <a:lnTo>
                    <a:pt x="1880225" y="3862083"/>
                  </a:lnTo>
                  <a:lnTo>
                    <a:pt x="1880598" y="3862083"/>
                  </a:lnTo>
                  <a:lnTo>
                    <a:pt x="1881623" y="3862083"/>
                  </a:lnTo>
                  <a:lnTo>
                    <a:pt x="1881810" y="3862083"/>
                  </a:lnTo>
                  <a:lnTo>
                    <a:pt x="1881903" y="3862083"/>
                  </a:lnTo>
                  <a:lnTo>
                    <a:pt x="1881996" y="3862083"/>
                  </a:lnTo>
                  <a:lnTo>
                    <a:pt x="1882090" y="3862083"/>
                  </a:lnTo>
                  <a:lnTo>
                    <a:pt x="1882183" y="3862083"/>
                  </a:lnTo>
                  <a:lnTo>
                    <a:pt x="1882463" y="3862083"/>
                  </a:lnTo>
                  <a:lnTo>
                    <a:pt x="1882742" y="3862083"/>
                  </a:lnTo>
                  <a:lnTo>
                    <a:pt x="1882929" y="3862083"/>
                  </a:lnTo>
                  <a:lnTo>
                    <a:pt x="1883022" y="3862083"/>
                  </a:lnTo>
                  <a:lnTo>
                    <a:pt x="1883115" y="3862083"/>
                  </a:lnTo>
                  <a:lnTo>
                    <a:pt x="1883209" y="3862083"/>
                  </a:lnTo>
                  <a:lnTo>
                    <a:pt x="1883488" y="3862083"/>
                  </a:lnTo>
                  <a:lnTo>
                    <a:pt x="1883582" y="3862083"/>
                  </a:lnTo>
                  <a:lnTo>
                    <a:pt x="1883955" y="3862083"/>
                  </a:lnTo>
                  <a:lnTo>
                    <a:pt x="1884328" y="3862083"/>
                  </a:lnTo>
                  <a:lnTo>
                    <a:pt x="1884980" y="3862083"/>
                  </a:lnTo>
                  <a:lnTo>
                    <a:pt x="1885167" y="3862083"/>
                  </a:lnTo>
                  <a:lnTo>
                    <a:pt x="1885447" y="3862083"/>
                  </a:lnTo>
                  <a:lnTo>
                    <a:pt x="1885633" y="3862083"/>
                  </a:lnTo>
                  <a:lnTo>
                    <a:pt x="1885820" y="3862083"/>
                  </a:lnTo>
                  <a:lnTo>
                    <a:pt x="1886006" y="3862083"/>
                  </a:lnTo>
                  <a:lnTo>
                    <a:pt x="1886286" y="3862083"/>
                  </a:lnTo>
                  <a:lnTo>
                    <a:pt x="1886472" y="3862083"/>
                  </a:lnTo>
                  <a:lnTo>
                    <a:pt x="1886659" y="3862083"/>
                  </a:lnTo>
                  <a:lnTo>
                    <a:pt x="1886752" y="3862083"/>
                  </a:lnTo>
                  <a:lnTo>
                    <a:pt x="1887032" y="3862083"/>
                  </a:lnTo>
                  <a:lnTo>
                    <a:pt x="1887498" y="3862083"/>
                  </a:lnTo>
                  <a:lnTo>
                    <a:pt x="1887591" y="3862083"/>
                  </a:lnTo>
                  <a:lnTo>
                    <a:pt x="1887684" y="3862083"/>
                  </a:lnTo>
                  <a:lnTo>
                    <a:pt x="1889549" y="3862083"/>
                  </a:lnTo>
                  <a:lnTo>
                    <a:pt x="1889643" y="3862083"/>
                  </a:lnTo>
                  <a:lnTo>
                    <a:pt x="1889736" y="3862083"/>
                  </a:lnTo>
                  <a:lnTo>
                    <a:pt x="1890016" y="3862083"/>
                  </a:lnTo>
                  <a:lnTo>
                    <a:pt x="1890109" y="3862083"/>
                  </a:lnTo>
                  <a:lnTo>
                    <a:pt x="1890202" y="3862083"/>
                  </a:lnTo>
                  <a:lnTo>
                    <a:pt x="1890482" y="3862083"/>
                  </a:lnTo>
                  <a:lnTo>
                    <a:pt x="1890575" y="3862083"/>
                  </a:lnTo>
                  <a:lnTo>
                    <a:pt x="1890668" y="3862083"/>
                  </a:lnTo>
                  <a:lnTo>
                    <a:pt x="1890762" y="3862083"/>
                  </a:lnTo>
                  <a:lnTo>
                    <a:pt x="1890855" y="3862083"/>
                  </a:lnTo>
                  <a:lnTo>
                    <a:pt x="1890948" y="3862083"/>
                  </a:lnTo>
                  <a:lnTo>
                    <a:pt x="1891041" y="3862083"/>
                  </a:lnTo>
                  <a:lnTo>
                    <a:pt x="1891135" y="3862083"/>
                  </a:lnTo>
                  <a:lnTo>
                    <a:pt x="1891228" y="3862083"/>
                  </a:lnTo>
                  <a:lnTo>
                    <a:pt x="1891321" y="3862083"/>
                  </a:lnTo>
                  <a:lnTo>
                    <a:pt x="1891508" y="3862083"/>
                  </a:lnTo>
                  <a:lnTo>
                    <a:pt x="1891787" y="3862083"/>
                  </a:lnTo>
                  <a:lnTo>
                    <a:pt x="1892160" y="3862083"/>
                  </a:lnTo>
                  <a:lnTo>
                    <a:pt x="1892254" y="3862083"/>
                  </a:lnTo>
                  <a:lnTo>
                    <a:pt x="1892347" y="3862083"/>
                  </a:lnTo>
                  <a:lnTo>
                    <a:pt x="1892720" y="3862083"/>
                  </a:lnTo>
                  <a:lnTo>
                    <a:pt x="1892813" y="3862083"/>
                  </a:lnTo>
                  <a:lnTo>
                    <a:pt x="1892906" y="3862083"/>
                  </a:lnTo>
                  <a:lnTo>
                    <a:pt x="1893000" y="3862083"/>
                  </a:lnTo>
                  <a:lnTo>
                    <a:pt x="1893279" y="3862083"/>
                  </a:lnTo>
                  <a:lnTo>
                    <a:pt x="1893559" y="3862083"/>
                  </a:lnTo>
                  <a:lnTo>
                    <a:pt x="1893652" y="3862083"/>
                  </a:lnTo>
                  <a:lnTo>
                    <a:pt x="1893746" y="3862083"/>
                  </a:lnTo>
                  <a:lnTo>
                    <a:pt x="1893839" y="3862083"/>
                  </a:lnTo>
                  <a:lnTo>
                    <a:pt x="1893932" y="3862083"/>
                  </a:lnTo>
                  <a:lnTo>
                    <a:pt x="1894025" y="3862083"/>
                  </a:lnTo>
                  <a:lnTo>
                    <a:pt x="1894118" y="3862083"/>
                  </a:lnTo>
                  <a:lnTo>
                    <a:pt x="1894212" y="3862083"/>
                  </a:lnTo>
                  <a:lnTo>
                    <a:pt x="1894305" y="3862083"/>
                  </a:lnTo>
                  <a:lnTo>
                    <a:pt x="1894398" y="3862083"/>
                  </a:lnTo>
                  <a:lnTo>
                    <a:pt x="1894771" y="3862083"/>
                  </a:lnTo>
                  <a:lnTo>
                    <a:pt x="1894864" y="3862083"/>
                  </a:lnTo>
                  <a:lnTo>
                    <a:pt x="1895144" y="3862083"/>
                  </a:lnTo>
                  <a:lnTo>
                    <a:pt x="1895331" y="3862083"/>
                  </a:lnTo>
                  <a:lnTo>
                    <a:pt x="1895517" y="3862083"/>
                  </a:lnTo>
                  <a:lnTo>
                    <a:pt x="1895610" y="3862083"/>
                  </a:lnTo>
                  <a:lnTo>
                    <a:pt x="1895610" y="3852129"/>
                  </a:lnTo>
                  <a:lnTo>
                    <a:pt x="1895890" y="3852129"/>
                  </a:lnTo>
                  <a:lnTo>
                    <a:pt x="1896077" y="3852129"/>
                  </a:lnTo>
                  <a:lnTo>
                    <a:pt x="1896170" y="3852129"/>
                  </a:lnTo>
                  <a:lnTo>
                    <a:pt x="1896450" y="3852129"/>
                  </a:lnTo>
                  <a:lnTo>
                    <a:pt x="1897102" y="3852129"/>
                  </a:lnTo>
                  <a:lnTo>
                    <a:pt x="1897289" y="3852129"/>
                  </a:lnTo>
                  <a:lnTo>
                    <a:pt x="1897382" y="3852129"/>
                  </a:lnTo>
                  <a:lnTo>
                    <a:pt x="1897475" y="3852129"/>
                  </a:lnTo>
                  <a:lnTo>
                    <a:pt x="1897942" y="3852129"/>
                  </a:lnTo>
                  <a:lnTo>
                    <a:pt x="1898128" y="3852129"/>
                  </a:lnTo>
                  <a:lnTo>
                    <a:pt x="1898781" y="3852129"/>
                  </a:lnTo>
                  <a:lnTo>
                    <a:pt x="1898967" y="3852129"/>
                  </a:lnTo>
                  <a:lnTo>
                    <a:pt x="1899061" y="3852129"/>
                  </a:lnTo>
                  <a:lnTo>
                    <a:pt x="1899434" y="3852129"/>
                  </a:lnTo>
                  <a:lnTo>
                    <a:pt x="1899713" y="3852129"/>
                  </a:lnTo>
                  <a:lnTo>
                    <a:pt x="1899807" y="3852129"/>
                  </a:lnTo>
                  <a:lnTo>
                    <a:pt x="1899900" y="3852129"/>
                  </a:lnTo>
                  <a:lnTo>
                    <a:pt x="1899993" y="3852129"/>
                  </a:lnTo>
                  <a:lnTo>
                    <a:pt x="1900086" y="3852129"/>
                  </a:lnTo>
                  <a:lnTo>
                    <a:pt x="1900366" y="3842175"/>
                  </a:lnTo>
                  <a:lnTo>
                    <a:pt x="1900459" y="3842175"/>
                  </a:lnTo>
                  <a:lnTo>
                    <a:pt x="1900553" y="3842175"/>
                  </a:lnTo>
                  <a:lnTo>
                    <a:pt x="1900646" y="3842175"/>
                  </a:lnTo>
                  <a:lnTo>
                    <a:pt x="1900739" y="3842175"/>
                  </a:lnTo>
                  <a:lnTo>
                    <a:pt x="1900832" y="3842175"/>
                  </a:lnTo>
                  <a:lnTo>
                    <a:pt x="1900926" y="3842175"/>
                  </a:lnTo>
                  <a:lnTo>
                    <a:pt x="1901112" y="3842175"/>
                  </a:lnTo>
                  <a:lnTo>
                    <a:pt x="1901298" y="3842175"/>
                  </a:lnTo>
                  <a:lnTo>
                    <a:pt x="1901485" y="3842175"/>
                  </a:lnTo>
                  <a:lnTo>
                    <a:pt x="1901765" y="3842175"/>
                  </a:lnTo>
                  <a:lnTo>
                    <a:pt x="1901951" y="3842175"/>
                  </a:lnTo>
                  <a:lnTo>
                    <a:pt x="1902044" y="3842175"/>
                  </a:lnTo>
                  <a:lnTo>
                    <a:pt x="1902231" y="3842175"/>
                  </a:lnTo>
                  <a:lnTo>
                    <a:pt x="1902417" y="3842175"/>
                  </a:lnTo>
                  <a:lnTo>
                    <a:pt x="1902697" y="3842175"/>
                  </a:lnTo>
                  <a:lnTo>
                    <a:pt x="1903070" y="3842175"/>
                  </a:lnTo>
                  <a:lnTo>
                    <a:pt x="1903163" y="3842175"/>
                  </a:lnTo>
                  <a:lnTo>
                    <a:pt x="1903257" y="3842175"/>
                  </a:lnTo>
                  <a:lnTo>
                    <a:pt x="1903350" y="3842175"/>
                  </a:lnTo>
                  <a:lnTo>
                    <a:pt x="1903816" y="3842175"/>
                  </a:lnTo>
                  <a:lnTo>
                    <a:pt x="1904096" y="3842175"/>
                  </a:lnTo>
                  <a:lnTo>
                    <a:pt x="1904189" y="3842175"/>
                  </a:lnTo>
                  <a:lnTo>
                    <a:pt x="1904282" y="3842175"/>
                  </a:lnTo>
                  <a:lnTo>
                    <a:pt x="1904376" y="3842175"/>
                  </a:lnTo>
                  <a:lnTo>
                    <a:pt x="1904562" y="3842175"/>
                  </a:lnTo>
                  <a:lnTo>
                    <a:pt x="1904655" y="3842175"/>
                  </a:lnTo>
                  <a:lnTo>
                    <a:pt x="1904749" y="3842175"/>
                  </a:lnTo>
                  <a:lnTo>
                    <a:pt x="1905868" y="3842175"/>
                  </a:lnTo>
                  <a:lnTo>
                    <a:pt x="1906147" y="3842175"/>
                  </a:lnTo>
                  <a:lnTo>
                    <a:pt x="1906241" y="3842175"/>
                  </a:lnTo>
                  <a:lnTo>
                    <a:pt x="1906334" y="3842175"/>
                  </a:lnTo>
                  <a:lnTo>
                    <a:pt x="1906427" y="3842175"/>
                  </a:lnTo>
                  <a:lnTo>
                    <a:pt x="1906520" y="3842175"/>
                  </a:lnTo>
                  <a:lnTo>
                    <a:pt x="1906893" y="3842175"/>
                  </a:lnTo>
                  <a:lnTo>
                    <a:pt x="1907080" y="3842175"/>
                  </a:lnTo>
                  <a:lnTo>
                    <a:pt x="1907546" y="3842175"/>
                  </a:lnTo>
                  <a:lnTo>
                    <a:pt x="1907546" y="3832221"/>
                  </a:lnTo>
                  <a:lnTo>
                    <a:pt x="1907639" y="3832221"/>
                  </a:lnTo>
                  <a:lnTo>
                    <a:pt x="1907733" y="3832221"/>
                  </a:lnTo>
                  <a:lnTo>
                    <a:pt x="1907826" y="3832221"/>
                  </a:lnTo>
                  <a:lnTo>
                    <a:pt x="1907919" y="3832221"/>
                  </a:lnTo>
                  <a:lnTo>
                    <a:pt x="1908199" y="3832221"/>
                  </a:lnTo>
                  <a:lnTo>
                    <a:pt x="1908758" y="3832221"/>
                  </a:lnTo>
                  <a:lnTo>
                    <a:pt x="1908851" y="3832221"/>
                  </a:lnTo>
                  <a:lnTo>
                    <a:pt x="1909131" y="3832221"/>
                  </a:lnTo>
                  <a:lnTo>
                    <a:pt x="1909318" y="3832221"/>
                  </a:lnTo>
                  <a:lnTo>
                    <a:pt x="1909877" y="3832221"/>
                  </a:lnTo>
                  <a:lnTo>
                    <a:pt x="1910064" y="3832221"/>
                  </a:lnTo>
                  <a:lnTo>
                    <a:pt x="1910250" y="3832221"/>
                  </a:lnTo>
                  <a:lnTo>
                    <a:pt x="1910343" y="3832221"/>
                  </a:lnTo>
                  <a:lnTo>
                    <a:pt x="1910530" y="3832221"/>
                  </a:lnTo>
                  <a:lnTo>
                    <a:pt x="1910623" y="3832221"/>
                  </a:lnTo>
                  <a:lnTo>
                    <a:pt x="1911089" y="3832221"/>
                  </a:lnTo>
                  <a:lnTo>
                    <a:pt x="1911369" y="3832221"/>
                  </a:lnTo>
                  <a:lnTo>
                    <a:pt x="1911556" y="3832221"/>
                  </a:lnTo>
                  <a:lnTo>
                    <a:pt x="1911649" y="3832221"/>
                  </a:lnTo>
                  <a:lnTo>
                    <a:pt x="1911742" y="3832221"/>
                  </a:lnTo>
                  <a:lnTo>
                    <a:pt x="1911835" y="3832221"/>
                  </a:lnTo>
                  <a:lnTo>
                    <a:pt x="1912115" y="3832221"/>
                  </a:lnTo>
                  <a:lnTo>
                    <a:pt x="1912675" y="3832221"/>
                  </a:lnTo>
                  <a:lnTo>
                    <a:pt x="1912768" y="3832221"/>
                  </a:lnTo>
                  <a:lnTo>
                    <a:pt x="1912954" y="3832221"/>
                  </a:lnTo>
                  <a:lnTo>
                    <a:pt x="1913234" y="3832221"/>
                  </a:lnTo>
                  <a:lnTo>
                    <a:pt x="1913514" y="3832221"/>
                  </a:lnTo>
                  <a:lnTo>
                    <a:pt x="1913700" y="3832221"/>
                  </a:lnTo>
                  <a:lnTo>
                    <a:pt x="1913887" y="3832221"/>
                  </a:lnTo>
                  <a:lnTo>
                    <a:pt x="1914073" y="3832221"/>
                  </a:lnTo>
                  <a:lnTo>
                    <a:pt x="1914260" y="3832221"/>
                  </a:lnTo>
                  <a:lnTo>
                    <a:pt x="1914353" y="3832221"/>
                  </a:lnTo>
                  <a:lnTo>
                    <a:pt x="1914633" y="3832221"/>
                  </a:lnTo>
                  <a:lnTo>
                    <a:pt x="1914819" y="3832221"/>
                  </a:lnTo>
                  <a:lnTo>
                    <a:pt x="1914912" y="3832221"/>
                  </a:lnTo>
                  <a:lnTo>
                    <a:pt x="1915006" y="3832221"/>
                  </a:lnTo>
                  <a:lnTo>
                    <a:pt x="1915099" y="3832221"/>
                  </a:lnTo>
                  <a:lnTo>
                    <a:pt x="1915192" y="3832221"/>
                  </a:lnTo>
                  <a:lnTo>
                    <a:pt x="1915845" y="3832221"/>
                  </a:lnTo>
                  <a:lnTo>
                    <a:pt x="1916031" y="3832221"/>
                  </a:lnTo>
                  <a:lnTo>
                    <a:pt x="1916404" y="3832221"/>
                  </a:lnTo>
                  <a:lnTo>
                    <a:pt x="1916498" y="3832221"/>
                  </a:lnTo>
                  <a:lnTo>
                    <a:pt x="1916777" y="3832221"/>
                  </a:lnTo>
                  <a:lnTo>
                    <a:pt x="1916871" y="3832221"/>
                  </a:lnTo>
                  <a:lnTo>
                    <a:pt x="1917150" y="3832221"/>
                  </a:lnTo>
                  <a:lnTo>
                    <a:pt x="1917244" y="3832221"/>
                  </a:lnTo>
                  <a:lnTo>
                    <a:pt x="1917430" y="3832221"/>
                  </a:lnTo>
                  <a:lnTo>
                    <a:pt x="1917523" y="3832221"/>
                  </a:lnTo>
                  <a:lnTo>
                    <a:pt x="1917803" y="3832221"/>
                  </a:lnTo>
                  <a:lnTo>
                    <a:pt x="1917990" y="3832221"/>
                  </a:lnTo>
                  <a:lnTo>
                    <a:pt x="1918083" y="3832221"/>
                  </a:lnTo>
                  <a:lnTo>
                    <a:pt x="1918176" y="3832221"/>
                  </a:lnTo>
                  <a:lnTo>
                    <a:pt x="1918363" y="3832221"/>
                  </a:lnTo>
                  <a:lnTo>
                    <a:pt x="1918456" y="3832221"/>
                  </a:lnTo>
                  <a:lnTo>
                    <a:pt x="1919295" y="3832221"/>
                  </a:lnTo>
                  <a:lnTo>
                    <a:pt x="1919482" y="3832221"/>
                  </a:lnTo>
                  <a:lnTo>
                    <a:pt x="1919575" y="3832221"/>
                  </a:lnTo>
                  <a:lnTo>
                    <a:pt x="1919668" y="3832221"/>
                  </a:lnTo>
                  <a:lnTo>
                    <a:pt x="1919761" y="3832221"/>
                  </a:lnTo>
                  <a:lnTo>
                    <a:pt x="1919948" y="3832221"/>
                  </a:lnTo>
                  <a:lnTo>
                    <a:pt x="1920321" y="3832221"/>
                  </a:lnTo>
                  <a:lnTo>
                    <a:pt x="1920787" y="3832221"/>
                  </a:lnTo>
                  <a:lnTo>
                    <a:pt x="1920880" y="3832221"/>
                  </a:lnTo>
                  <a:lnTo>
                    <a:pt x="1920974" y="3822267"/>
                  </a:lnTo>
                  <a:lnTo>
                    <a:pt x="1921160" y="3822267"/>
                  </a:lnTo>
                  <a:lnTo>
                    <a:pt x="1921440" y="3822267"/>
                  </a:lnTo>
                  <a:lnTo>
                    <a:pt x="1921533" y="3822267"/>
                  </a:lnTo>
                  <a:lnTo>
                    <a:pt x="1921626" y="3822267"/>
                  </a:lnTo>
                  <a:lnTo>
                    <a:pt x="1921720" y="3822267"/>
                  </a:lnTo>
                  <a:lnTo>
                    <a:pt x="1921813" y="3822267"/>
                  </a:lnTo>
                  <a:lnTo>
                    <a:pt x="1921999" y="3822267"/>
                  </a:lnTo>
                  <a:lnTo>
                    <a:pt x="1922186" y="3822267"/>
                  </a:lnTo>
                  <a:lnTo>
                    <a:pt x="1922465" y="3822267"/>
                  </a:lnTo>
                  <a:lnTo>
                    <a:pt x="1922745" y="3822267"/>
                  </a:lnTo>
                  <a:lnTo>
                    <a:pt x="1922932" y="3822267"/>
                  </a:lnTo>
                  <a:lnTo>
                    <a:pt x="1923118" y="3822267"/>
                  </a:lnTo>
                  <a:lnTo>
                    <a:pt x="1923211" y="3822267"/>
                  </a:lnTo>
                  <a:lnTo>
                    <a:pt x="1923584" y="3822267"/>
                  </a:lnTo>
                  <a:lnTo>
                    <a:pt x="1923678" y="3822267"/>
                  </a:lnTo>
                  <a:lnTo>
                    <a:pt x="1924051" y="3822267"/>
                  </a:lnTo>
                  <a:lnTo>
                    <a:pt x="1924144" y="3822267"/>
                  </a:lnTo>
                  <a:lnTo>
                    <a:pt x="1924237" y="3822267"/>
                  </a:lnTo>
                  <a:lnTo>
                    <a:pt x="1924330" y="3822267"/>
                  </a:lnTo>
                  <a:lnTo>
                    <a:pt x="1924517" y="3822267"/>
                  </a:lnTo>
                  <a:lnTo>
                    <a:pt x="1924610" y="3822267"/>
                  </a:lnTo>
                  <a:lnTo>
                    <a:pt x="1924703" y="3822267"/>
                  </a:lnTo>
                  <a:lnTo>
                    <a:pt x="1924797" y="3822267"/>
                  </a:lnTo>
                  <a:lnTo>
                    <a:pt x="1924983" y="3822267"/>
                  </a:lnTo>
                  <a:lnTo>
                    <a:pt x="1925170" y="3822267"/>
                  </a:lnTo>
                  <a:lnTo>
                    <a:pt x="1925356" y="3822267"/>
                  </a:lnTo>
                  <a:lnTo>
                    <a:pt x="1925449" y="3822267"/>
                  </a:lnTo>
                  <a:lnTo>
                    <a:pt x="1925636" y="3822267"/>
                  </a:lnTo>
                  <a:lnTo>
                    <a:pt x="1925822" y="3822267"/>
                  </a:lnTo>
                  <a:lnTo>
                    <a:pt x="1925916" y="3822267"/>
                  </a:lnTo>
                  <a:lnTo>
                    <a:pt x="1926009" y="3822267"/>
                  </a:lnTo>
                  <a:lnTo>
                    <a:pt x="1926195" y="3822267"/>
                  </a:lnTo>
                  <a:lnTo>
                    <a:pt x="1926289" y="3822267"/>
                  </a:lnTo>
                  <a:lnTo>
                    <a:pt x="1926568" y="3822267"/>
                  </a:lnTo>
                  <a:lnTo>
                    <a:pt x="1926848" y="3822267"/>
                  </a:lnTo>
                  <a:lnTo>
                    <a:pt x="1926941" y="3822267"/>
                  </a:lnTo>
                  <a:lnTo>
                    <a:pt x="1927128" y="3822267"/>
                  </a:lnTo>
                  <a:lnTo>
                    <a:pt x="1927314" y="3822267"/>
                  </a:lnTo>
                  <a:lnTo>
                    <a:pt x="1927501" y="3822267"/>
                  </a:lnTo>
                  <a:lnTo>
                    <a:pt x="1927594" y="3822267"/>
                  </a:lnTo>
                  <a:lnTo>
                    <a:pt x="1927781" y="3822267"/>
                  </a:lnTo>
                  <a:lnTo>
                    <a:pt x="1927874" y="3822267"/>
                  </a:lnTo>
                  <a:lnTo>
                    <a:pt x="1928060" y="3822267"/>
                  </a:lnTo>
                  <a:lnTo>
                    <a:pt x="1928247" y="3822267"/>
                  </a:lnTo>
                  <a:lnTo>
                    <a:pt x="1928806" y="3822267"/>
                  </a:lnTo>
                  <a:lnTo>
                    <a:pt x="1929179" y="3822267"/>
                  </a:lnTo>
                  <a:lnTo>
                    <a:pt x="1929179" y="3812314"/>
                  </a:lnTo>
                  <a:lnTo>
                    <a:pt x="1929366" y="3812314"/>
                  </a:lnTo>
                  <a:lnTo>
                    <a:pt x="1929925" y="3812314"/>
                  </a:lnTo>
                  <a:lnTo>
                    <a:pt x="1930485" y="3812314"/>
                  </a:lnTo>
                  <a:lnTo>
                    <a:pt x="1930578" y="3812314"/>
                  </a:lnTo>
                  <a:lnTo>
                    <a:pt x="1930671" y="3812314"/>
                  </a:lnTo>
                  <a:lnTo>
                    <a:pt x="1931231" y="3812314"/>
                  </a:lnTo>
                  <a:lnTo>
                    <a:pt x="1932070" y="3812314"/>
                  </a:lnTo>
                  <a:lnTo>
                    <a:pt x="1932163" y="3812314"/>
                  </a:lnTo>
                  <a:lnTo>
                    <a:pt x="1932256" y="3812314"/>
                  </a:lnTo>
                  <a:lnTo>
                    <a:pt x="1932350" y="3812314"/>
                  </a:lnTo>
                  <a:lnTo>
                    <a:pt x="1932443" y="3812314"/>
                  </a:lnTo>
                  <a:lnTo>
                    <a:pt x="1932723" y="3812314"/>
                  </a:lnTo>
                  <a:lnTo>
                    <a:pt x="1932909" y="3812314"/>
                  </a:lnTo>
                  <a:lnTo>
                    <a:pt x="1933002" y="3812314"/>
                  </a:lnTo>
                  <a:lnTo>
                    <a:pt x="1933562" y="3812314"/>
                  </a:lnTo>
                  <a:lnTo>
                    <a:pt x="1933748" y="3812314"/>
                  </a:lnTo>
                  <a:lnTo>
                    <a:pt x="1933842" y="3812314"/>
                  </a:lnTo>
                  <a:lnTo>
                    <a:pt x="1934028" y="3812314"/>
                  </a:lnTo>
                  <a:lnTo>
                    <a:pt x="1934215" y="3812314"/>
                  </a:lnTo>
                  <a:lnTo>
                    <a:pt x="1934588" y="3812314"/>
                  </a:lnTo>
                  <a:lnTo>
                    <a:pt x="1934681" y="3812314"/>
                  </a:lnTo>
                  <a:lnTo>
                    <a:pt x="1935147" y="3812314"/>
                  </a:lnTo>
                  <a:lnTo>
                    <a:pt x="1935240" y="3812314"/>
                  </a:lnTo>
                  <a:lnTo>
                    <a:pt x="1935706" y="3812314"/>
                  </a:lnTo>
                  <a:lnTo>
                    <a:pt x="1935800" y="3812314"/>
                  </a:lnTo>
                  <a:lnTo>
                    <a:pt x="1936079" y="3812314"/>
                  </a:lnTo>
                  <a:lnTo>
                    <a:pt x="1936173" y="3812314"/>
                  </a:lnTo>
                  <a:lnTo>
                    <a:pt x="1936359" y="3812314"/>
                  </a:lnTo>
                  <a:lnTo>
                    <a:pt x="1936452" y="3812314"/>
                  </a:lnTo>
                  <a:lnTo>
                    <a:pt x="1936825" y="3812314"/>
                  </a:lnTo>
                  <a:lnTo>
                    <a:pt x="1937292" y="3812314"/>
                  </a:lnTo>
                  <a:lnTo>
                    <a:pt x="1937665" y="3812314"/>
                  </a:lnTo>
                  <a:lnTo>
                    <a:pt x="1937758" y="3812314"/>
                  </a:lnTo>
                  <a:lnTo>
                    <a:pt x="1937851" y="3812314"/>
                  </a:lnTo>
                  <a:lnTo>
                    <a:pt x="1937944" y="3812314"/>
                  </a:lnTo>
                  <a:lnTo>
                    <a:pt x="1938690" y="3812314"/>
                  </a:lnTo>
                  <a:lnTo>
                    <a:pt x="1938784" y="3812314"/>
                  </a:lnTo>
                  <a:lnTo>
                    <a:pt x="1938970" y="3812314"/>
                  </a:lnTo>
                  <a:lnTo>
                    <a:pt x="1939063" y="3812314"/>
                  </a:lnTo>
                  <a:lnTo>
                    <a:pt x="1939157" y="3812314"/>
                  </a:lnTo>
                  <a:lnTo>
                    <a:pt x="1939903" y="3812314"/>
                  </a:lnTo>
                  <a:lnTo>
                    <a:pt x="1940089" y="3812314"/>
                  </a:lnTo>
                  <a:lnTo>
                    <a:pt x="1940182" y="3812314"/>
                  </a:lnTo>
                  <a:lnTo>
                    <a:pt x="1940276" y="3812314"/>
                  </a:lnTo>
                  <a:lnTo>
                    <a:pt x="1940462" y="3812314"/>
                  </a:lnTo>
                  <a:lnTo>
                    <a:pt x="1940649" y="3812314"/>
                  </a:lnTo>
                  <a:lnTo>
                    <a:pt x="1940835" y="3812314"/>
                  </a:lnTo>
                  <a:lnTo>
                    <a:pt x="1940928" y="3812314"/>
                  </a:lnTo>
                  <a:lnTo>
                    <a:pt x="1941022" y="3812314"/>
                  </a:lnTo>
                  <a:lnTo>
                    <a:pt x="1941115" y="3812314"/>
                  </a:lnTo>
                  <a:lnTo>
                    <a:pt x="1941861" y="3812314"/>
                  </a:lnTo>
                  <a:lnTo>
                    <a:pt x="1942047" y="3812314"/>
                  </a:lnTo>
                  <a:lnTo>
                    <a:pt x="1942141" y="3812314"/>
                  </a:lnTo>
                  <a:lnTo>
                    <a:pt x="1942327" y="3812314"/>
                  </a:lnTo>
                  <a:lnTo>
                    <a:pt x="1942700" y="3812314"/>
                  </a:lnTo>
                  <a:lnTo>
                    <a:pt x="1942793" y="3812314"/>
                  </a:lnTo>
                  <a:lnTo>
                    <a:pt x="1942980" y="3812314"/>
                  </a:lnTo>
                  <a:lnTo>
                    <a:pt x="1943166" y="3812314"/>
                  </a:lnTo>
                  <a:lnTo>
                    <a:pt x="1943446" y="3812314"/>
                  </a:lnTo>
                  <a:lnTo>
                    <a:pt x="1943819" y="3812314"/>
                  </a:lnTo>
                  <a:lnTo>
                    <a:pt x="1944192" y="3812314"/>
                  </a:lnTo>
                  <a:lnTo>
                    <a:pt x="1944378" y="3812314"/>
                  </a:lnTo>
                  <a:lnTo>
                    <a:pt x="1944472" y="3812314"/>
                  </a:lnTo>
                  <a:lnTo>
                    <a:pt x="1944565" y="3812314"/>
                  </a:lnTo>
                  <a:lnTo>
                    <a:pt x="1944658" y="3812314"/>
                  </a:lnTo>
                  <a:lnTo>
                    <a:pt x="1944845" y="3812314"/>
                  </a:lnTo>
                  <a:lnTo>
                    <a:pt x="1944938" y="3812314"/>
                  </a:lnTo>
                  <a:lnTo>
                    <a:pt x="1945031" y="3812314"/>
                  </a:lnTo>
                  <a:lnTo>
                    <a:pt x="1945311" y="3812314"/>
                  </a:lnTo>
                  <a:lnTo>
                    <a:pt x="1945684" y="3812314"/>
                  </a:lnTo>
                  <a:lnTo>
                    <a:pt x="1945870" y="3812314"/>
                  </a:lnTo>
                  <a:lnTo>
                    <a:pt x="1945964" y="3812314"/>
                  </a:lnTo>
                  <a:lnTo>
                    <a:pt x="1946243" y="3812314"/>
                  </a:lnTo>
                  <a:lnTo>
                    <a:pt x="1946803" y="3812314"/>
                  </a:lnTo>
                  <a:lnTo>
                    <a:pt x="1946989" y="3812314"/>
                  </a:lnTo>
                  <a:lnTo>
                    <a:pt x="1947083" y="3812314"/>
                  </a:lnTo>
                  <a:lnTo>
                    <a:pt x="1947083" y="3802360"/>
                  </a:lnTo>
                  <a:lnTo>
                    <a:pt x="1947362" y="3802360"/>
                  </a:lnTo>
                  <a:lnTo>
                    <a:pt x="1947456" y="3802360"/>
                  </a:lnTo>
                  <a:lnTo>
                    <a:pt x="1947549" y="3802360"/>
                  </a:lnTo>
                  <a:lnTo>
                    <a:pt x="1947735" y="3802360"/>
                  </a:lnTo>
                  <a:lnTo>
                    <a:pt x="1947829" y="3802360"/>
                  </a:lnTo>
                  <a:lnTo>
                    <a:pt x="1947922" y="3802360"/>
                  </a:lnTo>
                  <a:lnTo>
                    <a:pt x="1948015" y="3802360"/>
                  </a:lnTo>
                  <a:lnTo>
                    <a:pt x="1948108" y="3802360"/>
                  </a:lnTo>
                  <a:lnTo>
                    <a:pt x="1948202" y="3802360"/>
                  </a:lnTo>
                  <a:lnTo>
                    <a:pt x="1948481" y="3802360"/>
                  </a:lnTo>
                  <a:lnTo>
                    <a:pt x="1948668" y="3802360"/>
                  </a:lnTo>
                  <a:lnTo>
                    <a:pt x="1948948" y="3802360"/>
                  </a:lnTo>
                  <a:lnTo>
                    <a:pt x="1949041" y="3802360"/>
                  </a:lnTo>
                  <a:lnTo>
                    <a:pt x="1949227" y="3802360"/>
                  </a:lnTo>
                  <a:lnTo>
                    <a:pt x="1949414" y="3802360"/>
                  </a:lnTo>
                  <a:lnTo>
                    <a:pt x="1949507" y="3802360"/>
                  </a:lnTo>
                  <a:lnTo>
                    <a:pt x="1949693" y="3792406"/>
                  </a:lnTo>
                  <a:lnTo>
                    <a:pt x="1949787" y="3792406"/>
                  </a:lnTo>
                  <a:lnTo>
                    <a:pt x="1949880" y="3792406"/>
                  </a:lnTo>
                  <a:lnTo>
                    <a:pt x="1950066" y="3792406"/>
                  </a:lnTo>
                  <a:lnTo>
                    <a:pt x="1950626" y="3792406"/>
                  </a:lnTo>
                  <a:lnTo>
                    <a:pt x="1950719" y="3792406"/>
                  </a:lnTo>
                  <a:lnTo>
                    <a:pt x="1950906" y="3792406"/>
                  </a:lnTo>
                  <a:lnTo>
                    <a:pt x="1950999" y="3792406"/>
                  </a:lnTo>
                  <a:lnTo>
                    <a:pt x="1951092" y="3792406"/>
                  </a:lnTo>
                  <a:lnTo>
                    <a:pt x="1951185" y="3792406"/>
                  </a:lnTo>
                  <a:lnTo>
                    <a:pt x="1951279" y="3792406"/>
                  </a:lnTo>
                  <a:lnTo>
                    <a:pt x="1951372" y="3792406"/>
                  </a:lnTo>
                  <a:lnTo>
                    <a:pt x="1951652" y="3792406"/>
                  </a:lnTo>
                  <a:lnTo>
                    <a:pt x="1951931" y="3792406"/>
                  </a:lnTo>
                  <a:lnTo>
                    <a:pt x="1952118" y="3792406"/>
                  </a:lnTo>
                  <a:lnTo>
                    <a:pt x="1952211" y="3792406"/>
                  </a:lnTo>
                  <a:lnTo>
                    <a:pt x="1952491" y="3792406"/>
                  </a:lnTo>
                  <a:lnTo>
                    <a:pt x="1952957" y="3792406"/>
                  </a:lnTo>
                  <a:lnTo>
                    <a:pt x="1953050" y="3792406"/>
                  </a:lnTo>
                  <a:lnTo>
                    <a:pt x="1953517" y="3782452"/>
                  </a:lnTo>
                  <a:lnTo>
                    <a:pt x="1953610" y="3782452"/>
                  </a:lnTo>
                  <a:lnTo>
                    <a:pt x="1953890" y="3782452"/>
                  </a:lnTo>
                  <a:lnTo>
                    <a:pt x="1953983" y="3782452"/>
                  </a:lnTo>
                  <a:lnTo>
                    <a:pt x="1954263" y="3782452"/>
                  </a:lnTo>
                  <a:lnTo>
                    <a:pt x="1954542" y="3782452"/>
                  </a:lnTo>
                  <a:lnTo>
                    <a:pt x="1954636" y="3782452"/>
                  </a:lnTo>
                  <a:lnTo>
                    <a:pt x="1954822" y="3782452"/>
                  </a:lnTo>
                  <a:lnTo>
                    <a:pt x="1954915" y="3782452"/>
                  </a:lnTo>
                  <a:lnTo>
                    <a:pt x="1955009" y="3782452"/>
                  </a:lnTo>
                  <a:lnTo>
                    <a:pt x="1955288" y="3782452"/>
                  </a:lnTo>
                  <a:lnTo>
                    <a:pt x="1955661" y="3782452"/>
                  </a:lnTo>
                  <a:lnTo>
                    <a:pt x="1955755" y="3782452"/>
                  </a:lnTo>
                  <a:lnTo>
                    <a:pt x="1956034" y="3782452"/>
                  </a:lnTo>
                  <a:lnTo>
                    <a:pt x="1956128" y="3782452"/>
                  </a:lnTo>
                  <a:lnTo>
                    <a:pt x="1956221" y="3782452"/>
                  </a:lnTo>
                  <a:lnTo>
                    <a:pt x="1956314" y="3782452"/>
                  </a:lnTo>
                  <a:lnTo>
                    <a:pt x="1956594" y="3782452"/>
                  </a:lnTo>
                  <a:lnTo>
                    <a:pt x="1956780" y="3772498"/>
                  </a:lnTo>
                  <a:lnTo>
                    <a:pt x="1956873" y="3772498"/>
                  </a:lnTo>
                  <a:lnTo>
                    <a:pt x="1957246" y="3772498"/>
                  </a:lnTo>
                  <a:lnTo>
                    <a:pt x="1957340" y="3772498"/>
                  </a:lnTo>
                  <a:lnTo>
                    <a:pt x="1957433" y="3772498"/>
                  </a:lnTo>
                  <a:lnTo>
                    <a:pt x="1957526" y="3772498"/>
                  </a:lnTo>
                  <a:lnTo>
                    <a:pt x="1957713" y="3772498"/>
                  </a:lnTo>
                  <a:lnTo>
                    <a:pt x="1957806" y="3772498"/>
                  </a:lnTo>
                  <a:lnTo>
                    <a:pt x="1958925" y="3772498"/>
                  </a:lnTo>
                  <a:lnTo>
                    <a:pt x="1959018" y="3772498"/>
                  </a:lnTo>
                  <a:lnTo>
                    <a:pt x="1959111" y="3772498"/>
                  </a:lnTo>
                  <a:lnTo>
                    <a:pt x="1959111" y="3762544"/>
                  </a:lnTo>
                  <a:lnTo>
                    <a:pt x="1959205" y="3762544"/>
                  </a:lnTo>
                  <a:lnTo>
                    <a:pt x="1959298" y="3762544"/>
                  </a:lnTo>
                  <a:lnTo>
                    <a:pt x="1959391" y="3762544"/>
                  </a:lnTo>
                  <a:lnTo>
                    <a:pt x="1959484" y="3752591"/>
                  </a:lnTo>
                  <a:lnTo>
                    <a:pt x="1959578" y="3752591"/>
                  </a:lnTo>
                  <a:lnTo>
                    <a:pt x="1959671" y="3752591"/>
                  </a:lnTo>
                  <a:lnTo>
                    <a:pt x="1959764" y="3752591"/>
                  </a:lnTo>
                  <a:lnTo>
                    <a:pt x="1959951" y="3752591"/>
                  </a:lnTo>
                  <a:lnTo>
                    <a:pt x="1960324" y="3752591"/>
                  </a:lnTo>
                  <a:lnTo>
                    <a:pt x="1960417" y="3752591"/>
                  </a:lnTo>
                  <a:lnTo>
                    <a:pt x="1960976" y="3752591"/>
                  </a:lnTo>
                  <a:lnTo>
                    <a:pt x="1961256" y="3752591"/>
                  </a:lnTo>
                  <a:lnTo>
                    <a:pt x="1961349" y="3752591"/>
                  </a:lnTo>
                  <a:lnTo>
                    <a:pt x="1961536" y="3752591"/>
                  </a:lnTo>
                  <a:lnTo>
                    <a:pt x="1961629" y="3752591"/>
                  </a:lnTo>
                  <a:lnTo>
                    <a:pt x="1961909" y="3752591"/>
                  </a:lnTo>
                  <a:lnTo>
                    <a:pt x="1962002" y="3752591"/>
                  </a:lnTo>
                  <a:lnTo>
                    <a:pt x="1962095" y="3752591"/>
                  </a:lnTo>
                  <a:lnTo>
                    <a:pt x="1962189" y="3752591"/>
                  </a:lnTo>
                  <a:lnTo>
                    <a:pt x="1962282" y="3752591"/>
                  </a:lnTo>
                  <a:lnTo>
                    <a:pt x="1962468" y="3752591"/>
                  </a:lnTo>
                  <a:lnTo>
                    <a:pt x="1962748" y="3752591"/>
                  </a:lnTo>
                  <a:lnTo>
                    <a:pt x="1962841" y="3752591"/>
                  </a:lnTo>
                  <a:lnTo>
                    <a:pt x="1962935" y="3752591"/>
                  </a:lnTo>
                  <a:lnTo>
                    <a:pt x="1963028" y="3752591"/>
                  </a:lnTo>
                  <a:lnTo>
                    <a:pt x="1963121" y="3752591"/>
                  </a:lnTo>
                  <a:lnTo>
                    <a:pt x="1963401" y="3752591"/>
                  </a:lnTo>
                  <a:lnTo>
                    <a:pt x="1963494" y="3752591"/>
                  </a:lnTo>
                  <a:lnTo>
                    <a:pt x="1963960" y="3752591"/>
                  </a:lnTo>
                  <a:lnTo>
                    <a:pt x="1964147" y="3752591"/>
                  </a:lnTo>
                  <a:lnTo>
                    <a:pt x="1964240" y="3752591"/>
                  </a:lnTo>
                  <a:lnTo>
                    <a:pt x="1964333" y="3752591"/>
                  </a:lnTo>
                  <a:lnTo>
                    <a:pt x="1964520" y="3752591"/>
                  </a:lnTo>
                  <a:lnTo>
                    <a:pt x="1964799" y="3752591"/>
                  </a:lnTo>
                  <a:lnTo>
                    <a:pt x="1965172" y="3752591"/>
                  </a:lnTo>
                  <a:lnTo>
                    <a:pt x="1965359" y="3752591"/>
                  </a:lnTo>
                  <a:lnTo>
                    <a:pt x="1965452" y="3752591"/>
                  </a:lnTo>
                  <a:lnTo>
                    <a:pt x="1965639" y="3752591"/>
                  </a:lnTo>
                  <a:lnTo>
                    <a:pt x="1965825" y="3752591"/>
                  </a:lnTo>
                  <a:lnTo>
                    <a:pt x="1966105" y="3752591"/>
                  </a:lnTo>
                  <a:lnTo>
                    <a:pt x="1966291" y="3752591"/>
                  </a:lnTo>
                  <a:lnTo>
                    <a:pt x="1966385" y="3752591"/>
                  </a:lnTo>
                  <a:lnTo>
                    <a:pt x="1966478" y="3752591"/>
                  </a:lnTo>
                  <a:lnTo>
                    <a:pt x="1966664" y="3752591"/>
                  </a:lnTo>
                  <a:lnTo>
                    <a:pt x="1967131" y="3752591"/>
                  </a:lnTo>
                  <a:lnTo>
                    <a:pt x="1967131" y="3742637"/>
                  </a:lnTo>
                  <a:lnTo>
                    <a:pt x="1967317" y="3742637"/>
                  </a:lnTo>
                  <a:lnTo>
                    <a:pt x="1967410" y="3742637"/>
                  </a:lnTo>
                  <a:lnTo>
                    <a:pt x="1967504" y="3742637"/>
                  </a:lnTo>
                  <a:lnTo>
                    <a:pt x="1967597" y="3742637"/>
                  </a:lnTo>
                  <a:lnTo>
                    <a:pt x="1967690" y="3722729"/>
                  </a:lnTo>
                  <a:lnTo>
                    <a:pt x="1968063" y="3722729"/>
                  </a:lnTo>
                  <a:lnTo>
                    <a:pt x="1968250" y="3722729"/>
                  </a:lnTo>
                  <a:lnTo>
                    <a:pt x="1968529" y="3722729"/>
                  </a:lnTo>
                  <a:lnTo>
                    <a:pt x="1968623" y="3722729"/>
                  </a:lnTo>
                  <a:lnTo>
                    <a:pt x="1968716" y="3722729"/>
                  </a:lnTo>
                  <a:lnTo>
                    <a:pt x="1969089" y="3722729"/>
                  </a:lnTo>
                  <a:lnTo>
                    <a:pt x="1969182" y="3722729"/>
                  </a:lnTo>
                  <a:lnTo>
                    <a:pt x="1969275" y="3712775"/>
                  </a:lnTo>
                  <a:lnTo>
                    <a:pt x="1969369" y="3712775"/>
                  </a:lnTo>
                  <a:lnTo>
                    <a:pt x="1969462" y="3712775"/>
                  </a:lnTo>
                  <a:lnTo>
                    <a:pt x="1969648" y="3712775"/>
                  </a:lnTo>
                  <a:lnTo>
                    <a:pt x="1969742" y="3712775"/>
                  </a:lnTo>
                  <a:lnTo>
                    <a:pt x="1969928" y="3712775"/>
                  </a:lnTo>
                  <a:lnTo>
                    <a:pt x="1970021" y="3712775"/>
                  </a:lnTo>
                  <a:lnTo>
                    <a:pt x="1970115" y="3712775"/>
                  </a:lnTo>
                  <a:lnTo>
                    <a:pt x="1971140" y="3712775"/>
                  </a:lnTo>
                  <a:lnTo>
                    <a:pt x="1971233" y="3712775"/>
                  </a:lnTo>
                  <a:lnTo>
                    <a:pt x="1971327" y="3712775"/>
                  </a:lnTo>
                  <a:lnTo>
                    <a:pt x="1971513" y="3712775"/>
                  </a:lnTo>
                  <a:lnTo>
                    <a:pt x="1971606" y="3712775"/>
                  </a:lnTo>
                  <a:lnTo>
                    <a:pt x="1971793" y="3712775"/>
                  </a:lnTo>
                  <a:lnTo>
                    <a:pt x="1971886" y="3712775"/>
                  </a:lnTo>
                  <a:lnTo>
                    <a:pt x="1971979" y="3712775"/>
                  </a:lnTo>
                  <a:lnTo>
                    <a:pt x="1972073" y="3712775"/>
                  </a:lnTo>
                  <a:lnTo>
                    <a:pt x="1972352" y="3712775"/>
                  </a:lnTo>
                  <a:lnTo>
                    <a:pt x="1972539" y="3712775"/>
                  </a:lnTo>
                  <a:lnTo>
                    <a:pt x="1972632" y="3712775"/>
                  </a:lnTo>
                  <a:lnTo>
                    <a:pt x="1973005" y="3702822"/>
                  </a:lnTo>
                  <a:lnTo>
                    <a:pt x="1973285" y="3702822"/>
                  </a:lnTo>
                  <a:lnTo>
                    <a:pt x="1973565" y="3702822"/>
                  </a:lnTo>
                  <a:lnTo>
                    <a:pt x="1973938" y="3702822"/>
                  </a:lnTo>
                  <a:lnTo>
                    <a:pt x="1974124" y="3702822"/>
                  </a:lnTo>
                  <a:lnTo>
                    <a:pt x="1974311" y="3702822"/>
                  </a:lnTo>
                  <a:lnTo>
                    <a:pt x="1974404" y="3702822"/>
                  </a:lnTo>
                  <a:lnTo>
                    <a:pt x="1974497" y="3702822"/>
                  </a:lnTo>
                  <a:lnTo>
                    <a:pt x="1974684" y="3702822"/>
                  </a:lnTo>
                  <a:lnTo>
                    <a:pt x="1974777" y="3702822"/>
                  </a:lnTo>
                  <a:lnTo>
                    <a:pt x="1974870" y="3702822"/>
                  </a:lnTo>
                  <a:lnTo>
                    <a:pt x="1974963" y="3702822"/>
                  </a:lnTo>
                  <a:lnTo>
                    <a:pt x="1975057" y="3702822"/>
                  </a:lnTo>
                  <a:lnTo>
                    <a:pt x="1975336" y="3702822"/>
                  </a:lnTo>
                  <a:lnTo>
                    <a:pt x="1975616" y="3702822"/>
                  </a:lnTo>
                  <a:lnTo>
                    <a:pt x="1975709" y="3702822"/>
                  </a:lnTo>
                  <a:lnTo>
                    <a:pt x="1975803" y="3702822"/>
                  </a:lnTo>
                  <a:lnTo>
                    <a:pt x="1976549" y="3702822"/>
                  </a:lnTo>
                  <a:lnTo>
                    <a:pt x="1976642" y="3702822"/>
                  </a:lnTo>
                  <a:lnTo>
                    <a:pt x="1976922" y="3702822"/>
                  </a:lnTo>
                  <a:lnTo>
                    <a:pt x="1977015" y="3702822"/>
                  </a:lnTo>
                  <a:lnTo>
                    <a:pt x="1977481" y="3702822"/>
                  </a:lnTo>
                  <a:lnTo>
                    <a:pt x="1977574" y="3702822"/>
                  </a:lnTo>
                  <a:lnTo>
                    <a:pt x="1977667" y="3702822"/>
                  </a:lnTo>
                  <a:lnTo>
                    <a:pt x="1977761" y="3702822"/>
                  </a:lnTo>
                  <a:lnTo>
                    <a:pt x="1977854" y="3702822"/>
                  </a:lnTo>
                  <a:lnTo>
                    <a:pt x="1977947" y="3702822"/>
                  </a:lnTo>
                  <a:lnTo>
                    <a:pt x="1978040" y="3702822"/>
                  </a:lnTo>
                  <a:lnTo>
                    <a:pt x="1978413" y="3702822"/>
                  </a:lnTo>
                  <a:lnTo>
                    <a:pt x="1978507" y="3702822"/>
                  </a:lnTo>
                  <a:lnTo>
                    <a:pt x="1978786" y="3702822"/>
                  </a:lnTo>
                  <a:lnTo>
                    <a:pt x="1978973" y="3702822"/>
                  </a:lnTo>
                  <a:lnTo>
                    <a:pt x="1979159" y="3702822"/>
                  </a:lnTo>
                  <a:lnTo>
                    <a:pt x="1979253" y="3702822"/>
                  </a:lnTo>
                  <a:lnTo>
                    <a:pt x="1979346" y="3702822"/>
                  </a:lnTo>
                  <a:lnTo>
                    <a:pt x="1979439" y="3702822"/>
                  </a:lnTo>
                  <a:lnTo>
                    <a:pt x="1979532" y="3702822"/>
                  </a:lnTo>
                  <a:lnTo>
                    <a:pt x="1979626" y="3702822"/>
                  </a:lnTo>
                  <a:lnTo>
                    <a:pt x="1979905" y="3702822"/>
                  </a:lnTo>
                  <a:lnTo>
                    <a:pt x="1980092" y="3702822"/>
                  </a:lnTo>
                  <a:lnTo>
                    <a:pt x="1980185" y="3702822"/>
                  </a:lnTo>
                  <a:lnTo>
                    <a:pt x="1981491" y="3702822"/>
                  </a:lnTo>
                  <a:lnTo>
                    <a:pt x="1981864" y="3702822"/>
                  </a:lnTo>
                  <a:lnTo>
                    <a:pt x="1981957" y="3702822"/>
                  </a:lnTo>
                  <a:lnTo>
                    <a:pt x="1982050" y="3702822"/>
                  </a:lnTo>
                  <a:lnTo>
                    <a:pt x="1982143" y="3702822"/>
                  </a:lnTo>
                  <a:lnTo>
                    <a:pt x="1982330" y="3702822"/>
                  </a:lnTo>
                  <a:lnTo>
                    <a:pt x="1982516" y="3702822"/>
                  </a:lnTo>
                  <a:lnTo>
                    <a:pt x="1982610" y="3702822"/>
                  </a:lnTo>
                  <a:lnTo>
                    <a:pt x="1982703" y="3702822"/>
                  </a:lnTo>
                  <a:lnTo>
                    <a:pt x="1982796" y="3692868"/>
                  </a:lnTo>
                  <a:lnTo>
                    <a:pt x="1982889" y="3692868"/>
                  </a:lnTo>
                  <a:lnTo>
                    <a:pt x="1983076" y="3692868"/>
                  </a:lnTo>
                  <a:lnTo>
                    <a:pt x="1983356" y="3692868"/>
                  </a:lnTo>
                  <a:lnTo>
                    <a:pt x="1983449" y="3692868"/>
                  </a:lnTo>
                  <a:lnTo>
                    <a:pt x="1983822" y="3692868"/>
                  </a:lnTo>
                  <a:lnTo>
                    <a:pt x="1983915" y="3692868"/>
                  </a:lnTo>
                  <a:lnTo>
                    <a:pt x="1984008" y="3692868"/>
                  </a:lnTo>
                  <a:lnTo>
                    <a:pt x="1984102" y="3692868"/>
                  </a:lnTo>
                  <a:lnTo>
                    <a:pt x="1984195" y="3692868"/>
                  </a:lnTo>
                  <a:lnTo>
                    <a:pt x="1984288" y="3692868"/>
                  </a:lnTo>
                  <a:lnTo>
                    <a:pt x="1984568" y="3692868"/>
                  </a:lnTo>
                  <a:lnTo>
                    <a:pt x="1984754" y="3692868"/>
                  </a:lnTo>
                  <a:lnTo>
                    <a:pt x="1984941" y="3692868"/>
                  </a:lnTo>
                  <a:lnTo>
                    <a:pt x="1985407" y="3692868"/>
                  </a:lnTo>
                  <a:lnTo>
                    <a:pt x="1986153" y="3692868"/>
                  </a:lnTo>
                  <a:lnTo>
                    <a:pt x="1986246" y="3692868"/>
                  </a:lnTo>
                  <a:lnTo>
                    <a:pt x="1986339" y="3692868"/>
                  </a:lnTo>
                  <a:lnTo>
                    <a:pt x="1986712" y="3692868"/>
                  </a:lnTo>
                  <a:lnTo>
                    <a:pt x="1986992" y="3692868"/>
                  </a:lnTo>
                  <a:lnTo>
                    <a:pt x="1987365" y="3692868"/>
                  </a:lnTo>
                  <a:lnTo>
                    <a:pt x="1987831" y="3692868"/>
                  </a:lnTo>
                  <a:lnTo>
                    <a:pt x="1987925" y="3692868"/>
                  </a:lnTo>
                  <a:lnTo>
                    <a:pt x="1988018" y="3692868"/>
                  </a:lnTo>
                  <a:lnTo>
                    <a:pt x="1988391" y="3692868"/>
                  </a:lnTo>
                  <a:lnTo>
                    <a:pt x="1988577" y="3692868"/>
                  </a:lnTo>
                  <a:lnTo>
                    <a:pt x="1988671" y="3692868"/>
                  </a:lnTo>
                  <a:lnTo>
                    <a:pt x="1988764" y="3692868"/>
                  </a:lnTo>
                  <a:lnTo>
                    <a:pt x="1988857" y="3692868"/>
                  </a:lnTo>
                  <a:lnTo>
                    <a:pt x="1988950" y="3692868"/>
                  </a:lnTo>
                  <a:lnTo>
                    <a:pt x="1989044" y="3692868"/>
                  </a:lnTo>
                  <a:lnTo>
                    <a:pt x="1989883" y="3692868"/>
                  </a:lnTo>
                  <a:lnTo>
                    <a:pt x="1989976" y="3692868"/>
                  </a:lnTo>
                  <a:lnTo>
                    <a:pt x="1990349" y="3692868"/>
                  </a:lnTo>
                  <a:lnTo>
                    <a:pt x="1990442" y="3692868"/>
                  </a:lnTo>
                  <a:lnTo>
                    <a:pt x="1990536" y="3692868"/>
                  </a:lnTo>
                  <a:lnTo>
                    <a:pt x="1990629" y="3692868"/>
                  </a:lnTo>
                  <a:lnTo>
                    <a:pt x="1991095" y="3682914"/>
                  </a:lnTo>
                  <a:lnTo>
                    <a:pt x="1991468" y="3682914"/>
                  </a:lnTo>
                  <a:lnTo>
                    <a:pt x="1991561" y="3682914"/>
                  </a:lnTo>
                  <a:lnTo>
                    <a:pt x="1991654" y="3682914"/>
                  </a:lnTo>
                  <a:lnTo>
                    <a:pt x="1991748" y="3682914"/>
                  </a:lnTo>
                  <a:lnTo>
                    <a:pt x="1992121" y="3682914"/>
                  </a:lnTo>
                  <a:lnTo>
                    <a:pt x="1992400" y="3682914"/>
                  </a:lnTo>
                  <a:lnTo>
                    <a:pt x="1992494" y="3682914"/>
                  </a:lnTo>
                  <a:lnTo>
                    <a:pt x="1992587" y="3682914"/>
                  </a:lnTo>
                  <a:lnTo>
                    <a:pt x="1992773" y="3682914"/>
                  </a:lnTo>
                  <a:lnTo>
                    <a:pt x="1992960" y="3682914"/>
                  </a:lnTo>
                  <a:lnTo>
                    <a:pt x="1993333" y="3682914"/>
                  </a:lnTo>
                  <a:lnTo>
                    <a:pt x="1993426" y="3682914"/>
                  </a:lnTo>
                  <a:lnTo>
                    <a:pt x="1993706" y="3682914"/>
                  </a:lnTo>
                  <a:lnTo>
                    <a:pt x="1993799" y="3682914"/>
                  </a:lnTo>
                  <a:lnTo>
                    <a:pt x="1993986" y="3682914"/>
                  </a:lnTo>
                  <a:lnTo>
                    <a:pt x="1994265" y="3682914"/>
                  </a:lnTo>
                  <a:lnTo>
                    <a:pt x="1994545" y="3682914"/>
                  </a:lnTo>
                  <a:lnTo>
                    <a:pt x="1994638" y="3682914"/>
                  </a:lnTo>
                  <a:lnTo>
                    <a:pt x="1994732" y="3682914"/>
                  </a:lnTo>
                  <a:lnTo>
                    <a:pt x="1994825" y="3682914"/>
                  </a:lnTo>
                  <a:lnTo>
                    <a:pt x="1994918" y="3682914"/>
                  </a:lnTo>
                  <a:lnTo>
                    <a:pt x="1995105" y="3682914"/>
                  </a:lnTo>
                  <a:lnTo>
                    <a:pt x="1995478" y="3682914"/>
                  </a:lnTo>
                  <a:lnTo>
                    <a:pt x="1996037" y="3682914"/>
                  </a:lnTo>
                  <a:lnTo>
                    <a:pt x="1996317" y="3682914"/>
                  </a:lnTo>
                  <a:lnTo>
                    <a:pt x="1996503" y="3682914"/>
                  </a:lnTo>
                  <a:lnTo>
                    <a:pt x="1996783" y="3682914"/>
                  </a:lnTo>
                  <a:lnTo>
                    <a:pt x="1996876" y="3682914"/>
                  </a:lnTo>
                  <a:lnTo>
                    <a:pt x="1997063" y="3682914"/>
                  </a:lnTo>
                  <a:lnTo>
                    <a:pt x="1997156" y="3682914"/>
                  </a:lnTo>
                  <a:lnTo>
                    <a:pt x="1997249" y="3682914"/>
                  </a:lnTo>
                  <a:lnTo>
                    <a:pt x="1997436" y="3682914"/>
                  </a:lnTo>
                  <a:lnTo>
                    <a:pt x="1997622" y="3682914"/>
                  </a:lnTo>
                  <a:lnTo>
                    <a:pt x="1997716" y="3682914"/>
                  </a:lnTo>
                  <a:lnTo>
                    <a:pt x="1997809" y="3682914"/>
                  </a:lnTo>
                  <a:lnTo>
                    <a:pt x="1997902" y="3682914"/>
                  </a:lnTo>
                  <a:lnTo>
                    <a:pt x="1997995" y="3682914"/>
                  </a:lnTo>
                  <a:lnTo>
                    <a:pt x="1998275" y="3682914"/>
                  </a:lnTo>
                  <a:lnTo>
                    <a:pt x="1998461" y="3682914"/>
                  </a:lnTo>
                  <a:lnTo>
                    <a:pt x="1998555" y="3682914"/>
                  </a:lnTo>
                  <a:lnTo>
                    <a:pt x="1998648" y="3682914"/>
                  </a:lnTo>
                  <a:lnTo>
                    <a:pt x="1998741" y="3682914"/>
                  </a:lnTo>
                  <a:lnTo>
                    <a:pt x="1999114" y="3682914"/>
                  </a:lnTo>
                  <a:lnTo>
                    <a:pt x="1999207" y="3682914"/>
                  </a:lnTo>
                  <a:lnTo>
                    <a:pt x="1999301" y="3682914"/>
                  </a:lnTo>
                  <a:lnTo>
                    <a:pt x="1999487" y="3682914"/>
                  </a:lnTo>
                  <a:lnTo>
                    <a:pt x="1999674" y="3682914"/>
                  </a:lnTo>
                  <a:lnTo>
                    <a:pt x="1999767" y="3682914"/>
                  </a:lnTo>
                  <a:lnTo>
                    <a:pt x="1999860" y="3682914"/>
                  </a:lnTo>
                  <a:lnTo>
                    <a:pt x="2000047" y="3682914"/>
                  </a:lnTo>
                  <a:lnTo>
                    <a:pt x="2000140" y="3682914"/>
                  </a:lnTo>
                  <a:lnTo>
                    <a:pt x="2000326" y="3682914"/>
                  </a:lnTo>
                  <a:lnTo>
                    <a:pt x="2000606" y="3682914"/>
                  </a:lnTo>
                  <a:lnTo>
                    <a:pt x="2000979" y="3682914"/>
                  </a:lnTo>
                  <a:lnTo>
                    <a:pt x="2001072" y="3682914"/>
                  </a:lnTo>
                  <a:lnTo>
                    <a:pt x="2001166" y="3682914"/>
                  </a:lnTo>
                  <a:lnTo>
                    <a:pt x="2001539" y="3682914"/>
                  </a:lnTo>
                  <a:lnTo>
                    <a:pt x="2001632" y="3682914"/>
                  </a:lnTo>
                  <a:lnTo>
                    <a:pt x="2002098" y="3682914"/>
                  </a:lnTo>
                  <a:lnTo>
                    <a:pt x="2002191" y="3682914"/>
                  </a:lnTo>
                  <a:lnTo>
                    <a:pt x="2002471" y="3682914"/>
                  </a:lnTo>
                  <a:lnTo>
                    <a:pt x="2003124" y="3682914"/>
                  </a:lnTo>
                  <a:lnTo>
                    <a:pt x="2003404" y="3682914"/>
                  </a:lnTo>
                  <a:lnTo>
                    <a:pt x="2003497" y="3682914"/>
                  </a:lnTo>
                  <a:lnTo>
                    <a:pt x="2003590" y="3682914"/>
                  </a:lnTo>
                  <a:lnTo>
                    <a:pt x="2003683" y="3682914"/>
                  </a:lnTo>
                  <a:lnTo>
                    <a:pt x="2003777" y="3682914"/>
                  </a:lnTo>
                  <a:lnTo>
                    <a:pt x="2003963" y="3682914"/>
                  </a:lnTo>
                  <a:lnTo>
                    <a:pt x="2004056" y="3682914"/>
                  </a:lnTo>
                  <a:lnTo>
                    <a:pt x="2004150" y="3682914"/>
                  </a:lnTo>
                  <a:lnTo>
                    <a:pt x="2004429" y="3682914"/>
                  </a:lnTo>
                  <a:lnTo>
                    <a:pt x="2004709" y="3682914"/>
                  </a:lnTo>
                  <a:lnTo>
                    <a:pt x="2005175" y="3682914"/>
                  </a:lnTo>
                  <a:lnTo>
                    <a:pt x="2005268" y="3682914"/>
                  </a:lnTo>
                  <a:lnTo>
                    <a:pt x="2005362" y="3682914"/>
                  </a:lnTo>
                  <a:lnTo>
                    <a:pt x="2005548" y="3682914"/>
                  </a:lnTo>
                  <a:lnTo>
                    <a:pt x="2005641" y="3682914"/>
                  </a:lnTo>
                  <a:lnTo>
                    <a:pt x="2005735" y="3682914"/>
                  </a:lnTo>
                  <a:lnTo>
                    <a:pt x="2005828" y="3682914"/>
                  </a:lnTo>
                  <a:lnTo>
                    <a:pt x="2006108" y="3682914"/>
                  </a:lnTo>
                  <a:lnTo>
                    <a:pt x="2006201" y="3682914"/>
                  </a:lnTo>
                  <a:lnTo>
                    <a:pt x="2006294" y="3682914"/>
                  </a:lnTo>
                  <a:lnTo>
                    <a:pt x="2006481" y="3682914"/>
                  </a:lnTo>
                  <a:lnTo>
                    <a:pt x="2006574" y="3682914"/>
                  </a:lnTo>
                  <a:lnTo>
                    <a:pt x="2006947" y="3682914"/>
                  </a:lnTo>
                  <a:lnTo>
                    <a:pt x="2007133" y="3682914"/>
                  </a:lnTo>
                  <a:lnTo>
                    <a:pt x="2007320" y="3682914"/>
                  </a:lnTo>
                  <a:lnTo>
                    <a:pt x="2007413" y="3682914"/>
                  </a:lnTo>
                  <a:lnTo>
                    <a:pt x="2008252" y="3682914"/>
                  </a:lnTo>
                  <a:lnTo>
                    <a:pt x="2008625" y="3682914"/>
                  </a:lnTo>
                  <a:lnTo>
                    <a:pt x="2008719" y="3682914"/>
                  </a:lnTo>
                  <a:lnTo>
                    <a:pt x="2008905" y="3682914"/>
                  </a:lnTo>
                  <a:lnTo>
                    <a:pt x="2009092" y="3682914"/>
                  </a:lnTo>
                  <a:lnTo>
                    <a:pt x="2009371" y="3682914"/>
                  </a:lnTo>
                  <a:lnTo>
                    <a:pt x="2009465" y="3682914"/>
                  </a:lnTo>
                  <a:lnTo>
                    <a:pt x="2009558" y="3682914"/>
                  </a:lnTo>
                  <a:lnTo>
                    <a:pt x="2010117" y="3682914"/>
                  </a:lnTo>
                  <a:lnTo>
                    <a:pt x="2010211" y="3682914"/>
                  </a:lnTo>
                  <a:lnTo>
                    <a:pt x="2010304" y="3682914"/>
                  </a:lnTo>
                  <a:lnTo>
                    <a:pt x="2010397" y="3682914"/>
                  </a:lnTo>
                  <a:lnTo>
                    <a:pt x="2010770" y="3682914"/>
                  </a:lnTo>
                  <a:lnTo>
                    <a:pt x="2010863" y="3682914"/>
                  </a:lnTo>
                  <a:lnTo>
                    <a:pt x="2010957" y="3682914"/>
                  </a:lnTo>
                  <a:lnTo>
                    <a:pt x="2011050" y="3682914"/>
                  </a:lnTo>
                  <a:lnTo>
                    <a:pt x="2011143" y="3682914"/>
                  </a:lnTo>
                  <a:lnTo>
                    <a:pt x="2011796" y="3682914"/>
                  </a:lnTo>
                  <a:lnTo>
                    <a:pt x="2011796" y="3672960"/>
                  </a:lnTo>
                  <a:lnTo>
                    <a:pt x="2012075" y="3672960"/>
                  </a:lnTo>
                  <a:lnTo>
                    <a:pt x="2012169" y="3672960"/>
                  </a:lnTo>
                  <a:lnTo>
                    <a:pt x="2012355" y="3672960"/>
                  </a:lnTo>
                  <a:lnTo>
                    <a:pt x="2012448" y="3672960"/>
                  </a:lnTo>
                  <a:lnTo>
                    <a:pt x="2012728" y="3672960"/>
                  </a:lnTo>
                  <a:lnTo>
                    <a:pt x="2012821" y="3672960"/>
                  </a:lnTo>
                  <a:lnTo>
                    <a:pt x="2013101" y="3672960"/>
                  </a:lnTo>
                  <a:lnTo>
                    <a:pt x="2013194" y="3672960"/>
                  </a:lnTo>
                  <a:lnTo>
                    <a:pt x="2013474" y="3672960"/>
                  </a:lnTo>
                  <a:lnTo>
                    <a:pt x="2013567" y="3672960"/>
                  </a:lnTo>
                  <a:lnTo>
                    <a:pt x="2013661" y="3672960"/>
                  </a:lnTo>
                  <a:lnTo>
                    <a:pt x="2013754" y="3672960"/>
                  </a:lnTo>
                  <a:lnTo>
                    <a:pt x="2013940" y="3672960"/>
                  </a:lnTo>
                  <a:lnTo>
                    <a:pt x="2014127" y="3672960"/>
                  </a:lnTo>
                  <a:lnTo>
                    <a:pt x="2014220" y="3672960"/>
                  </a:lnTo>
                  <a:lnTo>
                    <a:pt x="2015059" y="3663006"/>
                  </a:lnTo>
                  <a:lnTo>
                    <a:pt x="2015339" y="3663006"/>
                  </a:lnTo>
                  <a:lnTo>
                    <a:pt x="2015526" y="3663006"/>
                  </a:lnTo>
                  <a:lnTo>
                    <a:pt x="2015805" y="3663006"/>
                  </a:lnTo>
                  <a:lnTo>
                    <a:pt x="2015992" y="3663006"/>
                  </a:lnTo>
                  <a:lnTo>
                    <a:pt x="2016178" y="3663006"/>
                  </a:lnTo>
                  <a:lnTo>
                    <a:pt x="2016272" y="3663006"/>
                  </a:lnTo>
                  <a:lnTo>
                    <a:pt x="2016365" y="3663006"/>
                  </a:lnTo>
                  <a:lnTo>
                    <a:pt x="2016551" y="3663006"/>
                  </a:lnTo>
                  <a:lnTo>
                    <a:pt x="2016738" y="3663006"/>
                  </a:lnTo>
                  <a:lnTo>
                    <a:pt x="2016831" y="3663006"/>
                  </a:lnTo>
                  <a:lnTo>
                    <a:pt x="2017018" y="3663006"/>
                  </a:lnTo>
                  <a:lnTo>
                    <a:pt x="2017111" y="3663006"/>
                  </a:lnTo>
                  <a:lnTo>
                    <a:pt x="2017204" y="3663006"/>
                  </a:lnTo>
                  <a:lnTo>
                    <a:pt x="2017297" y="3663006"/>
                  </a:lnTo>
                  <a:lnTo>
                    <a:pt x="2017391" y="3663006"/>
                  </a:lnTo>
                  <a:lnTo>
                    <a:pt x="2017484" y="3663006"/>
                  </a:lnTo>
                  <a:lnTo>
                    <a:pt x="2017577" y="3663006"/>
                  </a:lnTo>
                  <a:lnTo>
                    <a:pt x="2017764" y="3663006"/>
                  </a:lnTo>
                  <a:lnTo>
                    <a:pt x="2017950" y="3663006"/>
                  </a:lnTo>
                  <a:lnTo>
                    <a:pt x="2018043" y="3663006"/>
                  </a:lnTo>
                  <a:lnTo>
                    <a:pt x="2018137" y="3663006"/>
                  </a:lnTo>
                  <a:lnTo>
                    <a:pt x="2018696" y="3663006"/>
                  </a:lnTo>
                  <a:lnTo>
                    <a:pt x="2018789" y="3663006"/>
                  </a:lnTo>
                  <a:lnTo>
                    <a:pt x="2019162" y="3663006"/>
                  </a:lnTo>
                  <a:lnTo>
                    <a:pt x="2019255" y="3663006"/>
                  </a:lnTo>
                  <a:lnTo>
                    <a:pt x="2019349" y="3663006"/>
                  </a:lnTo>
                  <a:lnTo>
                    <a:pt x="2019442" y="3663006"/>
                  </a:lnTo>
                  <a:lnTo>
                    <a:pt x="2019628" y="3663006"/>
                  </a:lnTo>
                  <a:lnTo>
                    <a:pt x="2019722" y="3663006"/>
                  </a:lnTo>
                  <a:lnTo>
                    <a:pt x="2020095" y="3663006"/>
                  </a:lnTo>
                  <a:lnTo>
                    <a:pt x="2020374" y="3663006"/>
                  </a:lnTo>
                  <a:lnTo>
                    <a:pt x="2020468" y="3663006"/>
                  </a:lnTo>
                  <a:lnTo>
                    <a:pt x="2020561" y="3663006"/>
                  </a:lnTo>
                  <a:lnTo>
                    <a:pt x="2020654" y="3663006"/>
                  </a:lnTo>
                  <a:lnTo>
                    <a:pt x="2020934" y="3663006"/>
                  </a:lnTo>
                  <a:lnTo>
                    <a:pt x="2021120" y="3663006"/>
                  </a:lnTo>
                  <a:lnTo>
                    <a:pt x="2021214" y="3663006"/>
                  </a:lnTo>
                  <a:lnTo>
                    <a:pt x="2021400" y="3663006"/>
                  </a:lnTo>
                  <a:lnTo>
                    <a:pt x="2021493" y="3663006"/>
                  </a:lnTo>
                  <a:lnTo>
                    <a:pt x="2021773" y="3663006"/>
                  </a:lnTo>
                  <a:lnTo>
                    <a:pt x="2021866" y="3663006"/>
                  </a:lnTo>
                  <a:lnTo>
                    <a:pt x="2022053" y="3663006"/>
                  </a:lnTo>
                  <a:lnTo>
                    <a:pt x="2022146" y="3663006"/>
                  </a:lnTo>
                  <a:lnTo>
                    <a:pt x="2022333" y="3663006"/>
                  </a:lnTo>
                  <a:lnTo>
                    <a:pt x="2022519" y="3663006"/>
                  </a:lnTo>
                  <a:lnTo>
                    <a:pt x="2022892" y="3663006"/>
                  </a:lnTo>
                  <a:lnTo>
                    <a:pt x="2022985" y="3663006"/>
                  </a:lnTo>
                  <a:lnTo>
                    <a:pt x="2023079" y="3663006"/>
                  </a:lnTo>
                  <a:lnTo>
                    <a:pt x="2023172" y="3663006"/>
                  </a:lnTo>
                  <a:lnTo>
                    <a:pt x="2023265" y="3663006"/>
                  </a:lnTo>
                  <a:lnTo>
                    <a:pt x="2023545" y="3663006"/>
                  </a:lnTo>
                  <a:lnTo>
                    <a:pt x="2023731" y="3663006"/>
                  </a:lnTo>
                  <a:lnTo>
                    <a:pt x="2023825" y="3663006"/>
                  </a:lnTo>
                  <a:lnTo>
                    <a:pt x="2023918" y="3663006"/>
                  </a:lnTo>
                  <a:lnTo>
                    <a:pt x="2024104" y="3663006"/>
                  </a:lnTo>
                  <a:lnTo>
                    <a:pt x="2024384" y="3663006"/>
                  </a:lnTo>
                  <a:lnTo>
                    <a:pt x="2024571" y="3663006"/>
                  </a:lnTo>
                  <a:lnTo>
                    <a:pt x="2024664" y="3663006"/>
                  </a:lnTo>
                  <a:lnTo>
                    <a:pt x="2024850" y="3663006"/>
                  </a:lnTo>
                  <a:lnTo>
                    <a:pt x="2025223" y="3663006"/>
                  </a:lnTo>
                  <a:lnTo>
                    <a:pt x="2025410" y="3663006"/>
                  </a:lnTo>
                  <a:lnTo>
                    <a:pt x="2025503" y="3663006"/>
                  </a:lnTo>
                  <a:lnTo>
                    <a:pt x="2025596" y="3663006"/>
                  </a:lnTo>
                  <a:lnTo>
                    <a:pt x="2025876" y="3663006"/>
                  </a:lnTo>
                  <a:lnTo>
                    <a:pt x="2026435" y="3663006"/>
                  </a:lnTo>
                  <a:lnTo>
                    <a:pt x="2026622" y="3663006"/>
                  </a:lnTo>
                  <a:lnTo>
                    <a:pt x="2026715" y="3663006"/>
                  </a:lnTo>
                  <a:lnTo>
                    <a:pt x="2026808" y="3663006"/>
                  </a:lnTo>
                  <a:lnTo>
                    <a:pt x="2026902" y="3663006"/>
                  </a:lnTo>
                  <a:lnTo>
                    <a:pt x="2027275" y="3663006"/>
                  </a:lnTo>
                  <a:lnTo>
                    <a:pt x="2027461" y="3663006"/>
                  </a:lnTo>
                  <a:lnTo>
                    <a:pt x="2027648" y="3663006"/>
                  </a:lnTo>
                  <a:lnTo>
                    <a:pt x="2027741" y="3663006"/>
                  </a:lnTo>
                  <a:lnTo>
                    <a:pt x="2027834" y="3663006"/>
                  </a:lnTo>
                  <a:lnTo>
                    <a:pt x="2028300" y="3663006"/>
                  </a:lnTo>
                  <a:lnTo>
                    <a:pt x="2028673" y="3663006"/>
                  </a:lnTo>
                  <a:lnTo>
                    <a:pt x="2028767" y="3663006"/>
                  </a:lnTo>
                  <a:lnTo>
                    <a:pt x="2029046" y="3663006"/>
                  </a:lnTo>
                  <a:lnTo>
                    <a:pt x="2029419" y="3643099"/>
                  </a:lnTo>
                  <a:lnTo>
                    <a:pt x="2029699" y="3643099"/>
                  </a:lnTo>
                  <a:lnTo>
                    <a:pt x="2029792" y="3643099"/>
                  </a:lnTo>
                  <a:lnTo>
                    <a:pt x="2029979" y="3643099"/>
                  </a:lnTo>
                  <a:lnTo>
                    <a:pt x="2030072" y="3643099"/>
                  </a:lnTo>
                  <a:lnTo>
                    <a:pt x="2030259" y="3643099"/>
                  </a:lnTo>
                  <a:lnTo>
                    <a:pt x="2030352" y="3643099"/>
                  </a:lnTo>
                  <a:lnTo>
                    <a:pt x="2030725" y="3643099"/>
                  </a:lnTo>
                  <a:lnTo>
                    <a:pt x="2031005" y="3643099"/>
                  </a:lnTo>
                  <a:lnTo>
                    <a:pt x="2031284" y="3643099"/>
                  </a:lnTo>
                  <a:lnTo>
                    <a:pt x="2031378" y="3643099"/>
                  </a:lnTo>
                  <a:lnTo>
                    <a:pt x="2031751" y="3643099"/>
                  </a:lnTo>
                  <a:lnTo>
                    <a:pt x="2031937" y="3643099"/>
                  </a:lnTo>
                  <a:lnTo>
                    <a:pt x="2032030" y="3643099"/>
                  </a:lnTo>
                  <a:lnTo>
                    <a:pt x="2032124" y="3643099"/>
                  </a:lnTo>
                  <a:lnTo>
                    <a:pt x="2032963" y="3643099"/>
                  </a:lnTo>
                  <a:lnTo>
                    <a:pt x="2033056" y="3643099"/>
                  </a:lnTo>
                  <a:lnTo>
                    <a:pt x="2033056" y="3633145"/>
                  </a:lnTo>
                  <a:lnTo>
                    <a:pt x="2033242" y="3633145"/>
                  </a:lnTo>
                  <a:lnTo>
                    <a:pt x="2033336" y="3633145"/>
                  </a:lnTo>
                  <a:lnTo>
                    <a:pt x="2033429" y="3633145"/>
                  </a:lnTo>
                  <a:lnTo>
                    <a:pt x="2033522" y="3633145"/>
                  </a:lnTo>
                  <a:lnTo>
                    <a:pt x="2033615" y="3633145"/>
                  </a:lnTo>
                  <a:lnTo>
                    <a:pt x="2033895" y="3633145"/>
                  </a:lnTo>
                  <a:lnTo>
                    <a:pt x="2033988" y="3633145"/>
                  </a:lnTo>
                  <a:lnTo>
                    <a:pt x="2034082" y="3633145"/>
                  </a:lnTo>
                  <a:lnTo>
                    <a:pt x="2034268" y="3623191"/>
                  </a:lnTo>
                  <a:lnTo>
                    <a:pt x="2034455" y="3623191"/>
                  </a:lnTo>
                  <a:lnTo>
                    <a:pt x="2034734" y="3623191"/>
                  </a:lnTo>
                  <a:lnTo>
                    <a:pt x="2034921" y="3623191"/>
                  </a:lnTo>
                  <a:lnTo>
                    <a:pt x="2035107" y="3623191"/>
                  </a:lnTo>
                  <a:lnTo>
                    <a:pt x="2035201" y="3623191"/>
                  </a:lnTo>
                  <a:lnTo>
                    <a:pt x="2035480" y="3623191"/>
                  </a:lnTo>
                  <a:lnTo>
                    <a:pt x="2036040" y="3623191"/>
                  </a:lnTo>
                  <a:lnTo>
                    <a:pt x="2036133" y="3623191"/>
                  </a:lnTo>
                  <a:lnTo>
                    <a:pt x="2036413" y="3623191"/>
                  </a:lnTo>
                  <a:lnTo>
                    <a:pt x="2036506" y="3623191"/>
                  </a:lnTo>
                  <a:lnTo>
                    <a:pt x="2036879" y="3623191"/>
                  </a:lnTo>
                  <a:lnTo>
                    <a:pt x="2037066" y="3623191"/>
                  </a:lnTo>
                  <a:lnTo>
                    <a:pt x="2037159" y="3623191"/>
                  </a:lnTo>
                  <a:lnTo>
                    <a:pt x="2037252" y="3623191"/>
                  </a:lnTo>
                  <a:lnTo>
                    <a:pt x="2037345" y="3623191"/>
                  </a:lnTo>
                  <a:lnTo>
                    <a:pt x="2037625" y="3623191"/>
                  </a:lnTo>
                  <a:lnTo>
                    <a:pt x="2037718" y="3623191"/>
                  </a:lnTo>
                  <a:lnTo>
                    <a:pt x="2037998" y="3623191"/>
                  </a:lnTo>
                  <a:lnTo>
                    <a:pt x="2038371" y="3623191"/>
                  </a:lnTo>
                  <a:lnTo>
                    <a:pt x="2038558" y="3623191"/>
                  </a:lnTo>
                  <a:lnTo>
                    <a:pt x="2038651" y="3623191"/>
                  </a:lnTo>
                  <a:lnTo>
                    <a:pt x="2038744" y="3623191"/>
                  </a:lnTo>
                  <a:lnTo>
                    <a:pt x="2038837" y="3623191"/>
                  </a:lnTo>
                  <a:lnTo>
                    <a:pt x="2038931" y="3623191"/>
                  </a:lnTo>
                  <a:lnTo>
                    <a:pt x="2039304" y="3623191"/>
                  </a:lnTo>
                  <a:lnTo>
                    <a:pt x="2039583" y="3623191"/>
                  </a:lnTo>
                  <a:lnTo>
                    <a:pt x="2039770" y="3623191"/>
                  </a:lnTo>
                  <a:lnTo>
                    <a:pt x="2040049" y="3623191"/>
                  </a:lnTo>
                  <a:lnTo>
                    <a:pt x="2040236" y="3623191"/>
                  </a:lnTo>
                  <a:lnTo>
                    <a:pt x="2040329" y="3623191"/>
                  </a:lnTo>
                  <a:lnTo>
                    <a:pt x="2040422" y="3623191"/>
                  </a:lnTo>
                  <a:lnTo>
                    <a:pt x="2040702" y="3623191"/>
                  </a:lnTo>
                  <a:lnTo>
                    <a:pt x="2040889" y="3623191"/>
                  </a:lnTo>
                  <a:lnTo>
                    <a:pt x="2041168" y="3623191"/>
                  </a:lnTo>
                  <a:lnTo>
                    <a:pt x="2041355" y="3623191"/>
                  </a:lnTo>
                  <a:lnTo>
                    <a:pt x="2041448" y="3623191"/>
                  </a:lnTo>
                  <a:lnTo>
                    <a:pt x="2041541" y="3623191"/>
                  </a:lnTo>
                  <a:lnTo>
                    <a:pt x="2041635" y="3623191"/>
                  </a:lnTo>
                  <a:lnTo>
                    <a:pt x="2042101" y="3623191"/>
                  </a:lnTo>
                  <a:lnTo>
                    <a:pt x="2042287" y="3623191"/>
                  </a:lnTo>
                  <a:lnTo>
                    <a:pt x="2042660" y="3623191"/>
                  </a:lnTo>
                  <a:lnTo>
                    <a:pt x="2042847" y="3623191"/>
                  </a:lnTo>
                  <a:lnTo>
                    <a:pt x="2042940" y="3623191"/>
                  </a:lnTo>
                  <a:lnTo>
                    <a:pt x="2043127" y="3623191"/>
                  </a:lnTo>
                  <a:lnTo>
                    <a:pt x="2043313" y="3623191"/>
                  </a:lnTo>
                  <a:lnTo>
                    <a:pt x="2043406" y="3623191"/>
                  </a:lnTo>
                  <a:lnTo>
                    <a:pt x="2043500" y="3623191"/>
                  </a:lnTo>
                  <a:lnTo>
                    <a:pt x="2043779" y="3623191"/>
                  </a:lnTo>
                  <a:lnTo>
                    <a:pt x="2043873" y="3623191"/>
                  </a:lnTo>
                  <a:lnTo>
                    <a:pt x="2044059" y="3623191"/>
                  </a:lnTo>
                  <a:lnTo>
                    <a:pt x="2044152" y="3623191"/>
                  </a:lnTo>
                  <a:lnTo>
                    <a:pt x="2044246" y="3623191"/>
                  </a:lnTo>
                  <a:lnTo>
                    <a:pt x="2044339" y="3623191"/>
                  </a:lnTo>
                  <a:lnTo>
                    <a:pt x="2044619" y="3623191"/>
                  </a:lnTo>
                  <a:lnTo>
                    <a:pt x="2044898" y="3623191"/>
                  </a:lnTo>
                  <a:lnTo>
                    <a:pt x="2045085" y="3623191"/>
                  </a:lnTo>
                  <a:lnTo>
                    <a:pt x="2045271" y="3623191"/>
                  </a:lnTo>
                  <a:lnTo>
                    <a:pt x="2045365" y="3623191"/>
                  </a:lnTo>
                  <a:lnTo>
                    <a:pt x="2045458" y="3623191"/>
                  </a:lnTo>
                  <a:lnTo>
                    <a:pt x="2045644" y="3623191"/>
                  </a:lnTo>
                  <a:lnTo>
                    <a:pt x="2045831" y="3623191"/>
                  </a:lnTo>
                  <a:lnTo>
                    <a:pt x="2045924" y="3623191"/>
                  </a:lnTo>
                  <a:lnTo>
                    <a:pt x="2046017" y="3623191"/>
                  </a:lnTo>
                  <a:lnTo>
                    <a:pt x="2046111" y="3623191"/>
                  </a:lnTo>
                  <a:lnTo>
                    <a:pt x="2046390" y="3623191"/>
                  </a:lnTo>
                  <a:lnTo>
                    <a:pt x="2046484" y="3623191"/>
                  </a:lnTo>
                  <a:lnTo>
                    <a:pt x="2046577" y="3623191"/>
                  </a:lnTo>
                  <a:lnTo>
                    <a:pt x="2046670" y="3623191"/>
                  </a:lnTo>
                  <a:lnTo>
                    <a:pt x="2047136" y="3623191"/>
                  </a:lnTo>
                  <a:lnTo>
                    <a:pt x="2047229" y="3623191"/>
                  </a:lnTo>
                  <a:lnTo>
                    <a:pt x="2047323" y="3623191"/>
                  </a:lnTo>
                  <a:lnTo>
                    <a:pt x="2047509" y="3623191"/>
                  </a:lnTo>
                  <a:lnTo>
                    <a:pt x="2047789" y="3623191"/>
                  </a:lnTo>
                  <a:lnTo>
                    <a:pt x="2047975" y="3623191"/>
                  </a:lnTo>
                  <a:lnTo>
                    <a:pt x="2048069" y="3623191"/>
                  </a:lnTo>
                  <a:lnTo>
                    <a:pt x="2048442" y="3623191"/>
                  </a:lnTo>
                  <a:lnTo>
                    <a:pt x="2048721" y="3623191"/>
                  </a:lnTo>
                  <a:lnTo>
                    <a:pt x="2048815" y="3623191"/>
                  </a:lnTo>
                  <a:lnTo>
                    <a:pt x="2048908" y="3623191"/>
                  </a:lnTo>
                  <a:lnTo>
                    <a:pt x="2049467" y="3623191"/>
                  </a:lnTo>
                  <a:lnTo>
                    <a:pt x="2049654" y="3623191"/>
                  </a:lnTo>
                  <a:lnTo>
                    <a:pt x="2049840" y="3623191"/>
                  </a:lnTo>
                  <a:lnTo>
                    <a:pt x="2050120" y="3623191"/>
                  </a:lnTo>
                  <a:lnTo>
                    <a:pt x="2050773" y="3623191"/>
                  </a:lnTo>
                  <a:lnTo>
                    <a:pt x="2050959" y="3623191"/>
                  </a:lnTo>
                  <a:lnTo>
                    <a:pt x="2051053" y="3623191"/>
                  </a:lnTo>
                  <a:lnTo>
                    <a:pt x="2051612" y="3623191"/>
                  </a:lnTo>
                  <a:lnTo>
                    <a:pt x="2051892" y="3623191"/>
                  </a:lnTo>
                  <a:lnTo>
                    <a:pt x="2051985" y="3623191"/>
                  </a:lnTo>
                  <a:lnTo>
                    <a:pt x="2052078" y="3623191"/>
                  </a:lnTo>
                  <a:lnTo>
                    <a:pt x="2052172" y="3623191"/>
                  </a:lnTo>
                  <a:lnTo>
                    <a:pt x="2052545" y="3623191"/>
                  </a:lnTo>
                  <a:lnTo>
                    <a:pt x="2053011" y="3623191"/>
                  </a:lnTo>
                  <a:lnTo>
                    <a:pt x="2053104" y="3623191"/>
                  </a:lnTo>
                  <a:lnTo>
                    <a:pt x="2053477" y="3623191"/>
                  </a:lnTo>
                  <a:lnTo>
                    <a:pt x="2053663" y="3623191"/>
                  </a:lnTo>
                  <a:lnTo>
                    <a:pt x="2053757" y="3623191"/>
                  </a:lnTo>
                  <a:lnTo>
                    <a:pt x="2053850" y="3623191"/>
                  </a:lnTo>
                  <a:lnTo>
                    <a:pt x="2054130" y="3623191"/>
                  </a:lnTo>
                  <a:lnTo>
                    <a:pt x="2054316" y="3623191"/>
                  </a:lnTo>
                  <a:lnTo>
                    <a:pt x="2054503" y="3613237"/>
                  </a:lnTo>
                  <a:lnTo>
                    <a:pt x="2054689" y="3613237"/>
                  </a:lnTo>
                  <a:lnTo>
                    <a:pt x="2055062" y="3613237"/>
                  </a:lnTo>
                  <a:lnTo>
                    <a:pt x="2055249" y="3613237"/>
                  </a:lnTo>
                  <a:lnTo>
                    <a:pt x="2055342" y="3613237"/>
                  </a:lnTo>
                  <a:lnTo>
                    <a:pt x="2055995" y="3613237"/>
                  </a:lnTo>
                  <a:lnTo>
                    <a:pt x="2056274" y="3613237"/>
                  </a:lnTo>
                  <a:lnTo>
                    <a:pt x="2056461" y="3613237"/>
                  </a:lnTo>
                  <a:lnTo>
                    <a:pt x="2056554" y="3613237"/>
                  </a:lnTo>
                  <a:lnTo>
                    <a:pt x="2056741" y="3613237"/>
                  </a:lnTo>
                  <a:lnTo>
                    <a:pt x="2057114" y="3613237"/>
                  </a:lnTo>
                  <a:lnTo>
                    <a:pt x="2057393" y="3613237"/>
                  </a:lnTo>
                  <a:lnTo>
                    <a:pt x="2057673" y="3613237"/>
                  </a:lnTo>
                  <a:lnTo>
                    <a:pt x="2057860" y="3613237"/>
                  </a:lnTo>
                  <a:lnTo>
                    <a:pt x="2058233" y="3613237"/>
                  </a:lnTo>
                  <a:lnTo>
                    <a:pt x="2058326" y="3613237"/>
                  </a:lnTo>
                  <a:lnTo>
                    <a:pt x="2058512" y="3613237"/>
                  </a:lnTo>
                  <a:lnTo>
                    <a:pt x="2058699" y="3613237"/>
                  </a:lnTo>
                  <a:lnTo>
                    <a:pt x="2059072" y="3613237"/>
                  </a:lnTo>
                  <a:lnTo>
                    <a:pt x="2059165" y="3613237"/>
                  </a:lnTo>
                  <a:lnTo>
                    <a:pt x="2059258" y="3613237"/>
                  </a:lnTo>
                  <a:lnTo>
                    <a:pt x="2059538" y="3613237"/>
                  </a:lnTo>
                  <a:lnTo>
                    <a:pt x="2059725" y="3613237"/>
                  </a:lnTo>
                  <a:lnTo>
                    <a:pt x="2060004" y="3613237"/>
                  </a:lnTo>
                  <a:lnTo>
                    <a:pt x="2060098" y="3613237"/>
                  </a:lnTo>
                  <a:lnTo>
                    <a:pt x="2060284" y="3613237"/>
                  </a:lnTo>
                  <a:lnTo>
                    <a:pt x="2060377" y="3613237"/>
                  </a:lnTo>
                  <a:lnTo>
                    <a:pt x="2060657" y="3613237"/>
                  </a:lnTo>
                  <a:lnTo>
                    <a:pt x="2060750" y="3613237"/>
                  </a:lnTo>
                  <a:lnTo>
                    <a:pt x="2060843" y="3613237"/>
                  </a:lnTo>
                  <a:lnTo>
                    <a:pt x="2060937" y="3613237"/>
                  </a:lnTo>
                  <a:lnTo>
                    <a:pt x="2061123" y="3613237"/>
                  </a:lnTo>
                  <a:lnTo>
                    <a:pt x="2061216" y="3613237"/>
                  </a:lnTo>
                  <a:lnTo>
                    <a:pt x="2061310" y="3613237"/>
                  </a:lnTo>
                  <a:lnTo>
                    <a:pt x="2061403" y="3613237"/>
                  </a:lnTo>
                  <a:lnTo>
                    <a:pt x="2061496" y="3613237"/>
                  </a:lnTo>
                  <a:lnTo>
                    <a:pt x="2061589" y="3613237"/>
                  </a:lnTo>
                  <a:lnTo>
                    <a:pt x="2061776" y="3613237"/>
                  </a:lnTo>
                  <a:lnTo>
                    <a:pt x="2061962" y="3613237"/>
                  </a:lnTo>
                  <a:lnTo>
                    <a:pt x="2062056" y="3613237"/>
                  </a:lnTo>
                  <a:lnTo>
                    <a:pt x="2062242" y="3613237"/>
                  </a:lnTo>
                  <a:lnTo>
                    <a:pt x="2062335" y="3613237"/>
                  </a:lnTo>
                  <a:lnTo>
                    <a:pt x="2062429" y="3613237"/>
                  </a:lnTo>
                  <a:lnTo>
                    <a:pt x="2062615" y="3613237"/>
                  </a:lnTo>
                  <a:lnTo>
                    <a:pt x="2062708" y="3613237"/>
                  </a:lnTo>
                  <a:lnTo>
                    <a:pt x="2062802" y="3613237"/>
                  </a:lnTo>
                  <a:lnTo>
                    <a:pt x="2062895" y="3613237"/>
                  </a:lnTo>
                  <a:lnTo>
                    <a:pt x="2062988" y="3613237"/>
                  </a:lnTo>
                  <a:lnTo>
                    <a:pt x="2063268" y="3603283"/>
                  </a:lnTo>
                  <a:lnTo>
                    <a:pt x="2063454" y="3603283"/>
                  </a:lnTo>
                  <a:lnTo>
                    <a:pt x="2063827" y="3603283"/>
                  </a:lnTo>
                  <a:lnTo>
                    <a:pt x="2064014" y="3603283"/>
                  </a:lnTo>
                  <a:lnTo>
                    <a:pt x="2064107" y="3603283"/>
                  </a:lnTo>
                  <a:lnTo>
                    <a:pt x="2064294" y="3603283"/>
                  </a:lnTo>
                  <a:lnTo>
                    <a:pt x="2064573" y="3603283"/>
                  </a:lnTo>
                  <a:lnTo>
                    <a:pt x="2064667" y="3603283"/>
                  </a:lnTo>
                  <a:lnTo>
                    <a:pt x="2064760" y="3603283"/>
                  </a:lnTo>
                  <a:lnTo>
                    <a:pt x="2065133" y="3603283"/>
                  </a:lnTo>
                  <a:lnTo>
                    <a:pt x="2065226" y="3603283"/>
                  </a:lnTo>
                  <a:lnTo>
                    <a:pt x="2065319" y="3603283"/>
                  </a:lnTo>
                  <a:lnTo>
                    <a:pt x="2065413" y="3603283"/>
                  </a:lnTo>
                  <a:lnTo>
                    <a:pt x="2065506" y="3603283"/>
                  </a:lnTo>
                  <a:lnTo>
                    <a:pt x="2065599" y="3603283"/>
                  </a:lnTo>
                  <a:lnTo>
                    <a:pt x="2065786" y="3603283"/>
                  </a:lnTo>
                  <a:lnTo>
                    <a:pt x="2065879" y="3603283"/>
                  </a:lnTo>
                  <a:lnTo>
                    <a:pt x="2066438" y="3603283"/>
                  </a:lnTo>
                  <a:lnTo>
                    <a:pt x="2066718" y="3603283"/>
                  </a:lnTo>
                  <a:lnTo>
                    <a:pt x="2066905" y="3603283"/>
                  </a:lnTo>
                  <a:lnTo>
                    <a:pt x="2066998" y="3603283"/>
                  </a:lnTo>
                  <a:lnTo>
                    <a:pt x="2067278" y="3603283"/>
                  </a:lnTo>
                  <a:lnTo>
                    <a:pt x="2067371" y="3603283"/>
                  </a:lnTo>
                  <a:lnTo>
                    <a:pt x="2067464" y="3603283"/>
                  </a:lnTo>
                  <a:lnTo>
                    <a:pt x="2067744" y="3603283"/>
                  </a:lnTo>
                  <a:lnTo>
                    <a:pt x="2067837" y="3603283"/>
                  </a:lnTo>
                  <a:lnTo>
                    <a:pt x="2068023" y="3603283"/>
                  </a:lnTo>
                  <a:lnTo>
                    <a:pt x="2068117" y="3603283"/>
                  </a:lnTo>
                  <a:lnTo>
                    <a:pt x="2068396" y="3603283"/>
                  </a:lnTo>
                  <a:lnTo>
                    <a:pt x="2068583" y="3603283"/>
                  </a:lnTo>
                  <a:lnTo>
                    <a:pt x="2068769" y="3603283"/>
                  </a:lnTo>
                  <a:lnTo>
                    <a:pt x="2069142" y="3603283"/>
                  </a:lnTo>
                  <a:lnTo>
                    <a:pt x="2069329" y="3603283"/>
                  </a:lnTo>
                  <a:lnTo>
                    <a:pt x="2069422" y="3603283"/>
                  </a:lnTo>
                  <a:lnTo>
                    <a:pt x="2069515" y="3603283"/>
                  </a:lnTo>
                  <a:lnTo>
                    <a:pt x="2069609" y="3603283"/>
                  </a:lnTo>
                  <a:lnTo>
                    <a:pt x="2069982" y="3603283"/>
                  </a:lnTo>
                  <a:lnTo>
                    <a:pt x="2070075" y="3603283"/>
                  </a:lnTo>
                  <a:lnTo>
                    <a:pt x="2070261" y="3603283"/>
                  </a:lnTo>
                  <a:lnTo>
                    <a:pt x="2070355" y="3603283"/>
                  </a:lnTo>
                  <a:lnTo>
                    <a:pt x="2070541" y="3603283"/>
                  </a:lnTo>
                  <a:lnTo>
                    <a:pt x="2070634" y="3603283"/>
                  </a:lnTo>
                  <a:lnTo>
                    <a:pt x="2070728" y="3603283"/>
                  </a:lnTo>
                  <a:lnTo>
                    <a:pt x="2071007" y="3603283"/>
                  </a:lnTo>
                  <a:lnTo>
                    <a:pt x="2071101" y="3603283"/>
                  </a:lnTo>
                  <a:lnTo>
                    <a:pt x="2071380" y="3603283"/>
                  </a:lnTo>
                  <a:lnTo>
                    <a:pt x="2071567" y="3603283"/>
                  </a:lnTo>
                  <a:lnTo>
                    <a:pt x="2072126" y="3603283"/>
                  </a:lnTo>
                  <a:lnTo>
                    <a:pt x="2080052" y="3583376"/>
                  </a:lnTo>
                  <a:lnTo>
                    <a:pt x="2080146" y="3583376"/>
                  </a:lnTo>
                  <a:lnTo>
                    <a:pt x="2080239" y="3583376"/>
                  </a:lnTo>
                  <a:lnTo>
                    <a:pt x="2080332" y="3583376"/>
                  </a:lnTo>
                  <a:lnTo>
                    <a:pt x="2080425" y="3583376"/>
                  </a:lnTo>
                  <a:lnTo>
                    <a:pt x="2080798" y="3583376"/>
                  </a:lnTo>
                  <a:lnTo>
                    <a:pt x="2080985" y="3583376"/>
                  </a:lnTo>
                  <a:lnTo>
                    <a:pt x="2081358" y="3583376"/>
                  </a:lnTo>
                  <a:lnTo>
                    <a:pt x="2081544" y="3583376"/>
                  </a:lnTo>
                  <a:lnTo>
                    <a:pt x="2081637" y="3583376"/>
                  </a:lnTo>
                  <a:lnTo>
                    <a:pt x="2081917" y="3583376"/>
                  </a:lnTo>
                  <a:lnTo>
                    <a:pt x="2082010" y="3583376"/>
                  </a:lnTo>
                  <a:lnTo>
                    <a:pt x="2082104" y="3583376"/>
                  </a:lnTo>
                  <a:lnTo>
                    <a:pt x="2082197" y="3583376"/>
                  </a:lnTo>
                  <a:lnTo>
                    <a:pt x="2082290" y="3583376"/>
                  </a:lnTo>
                  <a:lnTo>
                    <a:pt x="2082383" y="3583376"/>
                  </a:lnTo>
                  <a:lnTo>
                    <a:pt x="2082477" y="3583376"/>
                  </a:lnTo>
                  <a:lnTo>
                    <a:pt x="2082663" y="3583376"/>
                  </a:lnTo>
                  <a:lnTo>
                    <a:pt x="2082756" y="3583376"/>
                  </a:lnTo>
                  <a:lnTo>
                    <a:pt x="2083036" y="3583376"/>
                  </a:lnTo>
                  <a:lnTo>
                    <a:pt x="2083129" y="3583376"/>
                  </a:lnTo>
                  <a:lnTo>
                    <a:pt x="2083223" y="3583376"/>
                  </a:lnTo>
                  <a:lnTo>
                    <a:pt x="2083409" y="3583376"/>
                  </a:lnTo>
                  <a:lnTo>
                    <a:pt x="2083502" y="3583376"/>
                  </a:lnTo>
                  <a:lnTo>
                    <a:pt x="2083596" y="3583376"/>
                  </a:lnTo>
                  <a:lnTo>
                    <a:pt x="2083875" y="3583376"/>
                  </a:lnTo>
                  <a:lnTo>
                    <a:pt x="2083969" y="3583376"/>
                  </a:lnTo>
                  <a:lnTo>
                    <a:pt x="2084062" y="3583376"/>
                  </a:lnTo>
                  <a:lnTo>
                    <a:pt x="2084155" y="3583376"/>
                  </a:lnTo>
                  <a:lnTo>
                    <a:pt x="2084715" y="3583376"/>
                  </a:lnTo>
                  <a:lnTo>
                    <a:pt x="2085088" y="3583376"/>
                  </a:lnTo>
                  <a:lnTo>
                    <a:pt x="2085181" y="3583376"/>
                  </a:lnTo>
                  <a:lnTo>
                    <a:pt x="2085367" y="3583376"/>
                  </a:lnTo>
                  <a:lnTo>
                    <a:pt x="2085461" y="3583376"/>
                  </a:lnTo>
                  <a:lnTo>
                    <a:pt x="2085554" y="3583376"/>
                  </a:lnTo>
                  <a:lnTo>
                    <a:pt x="2085647" y="3583376"/>
                  </a:lnTo>
                  <a:lnTo>
                    <a:pt x="2085927" y="3583376"/>
                  </a:lnTo>
                  <a:lnTo>
                    <a:pt x="2086020" y="3583376"/>
                  </a:lnTo>
                  <a:lnTo>
                    <a:pt x="2086113" y="3583376"/>
                  </a:lnTo>
                  <a:lnTo>
                    <a:pt x="2086300" y="3583376"/>
                  </a:lnTo>
                  <a:lnTo>
                    <a:pt x="2086393" y="3583376"/>
                  </a:lnTo>
                  <a:lnTo>
                    <a:pt x="2086486" y="3583376"/>
                  </a:lnTo>
                  <a:lnTo>
                    <a:pt x="2086486" y="3573422"/>
                  </a:lnTo>
                  <a:lnTo>
                    <a:pt x="2086673" y="3573422"/>
                  </a:lnTo>
                  <a:lnTo>
                    <a:pt x="2086859" y="3573422"/>
                  </a:lnTo>
                  <a:lnTo>
                    <a:pt x="2086953" y="3573422"/>
                  </a:lnTo>
                  <a:lnTo>
                    <a:pt x="2087139" y="3573422"/>
                  </a:lnTo>
                  <a:lnTo>
                    <a:pt x="2087419" y="3573422"/>
                  </a:lnTo>
                  <a:lnTo>
                    <a:pt x="2087512" y="3573422"/>
                  </a:lnTo>
                  <a:lnTo>
                    <a:pt x="2087605" y="3573422"/>
                  </a:lnTo>
                  <a:lnTo>
                    <a:pt x="2087699" y="3573422"/>
                  </a:lnTo>
                  <a:lnTo>
                    <a:pt x="2087792" y="3573422"/>
                  </a:lnTo>
                  <a:lnTo>
                    <a:pt x="2087885" y="3573422"/>
                  </a:lnTo>
                  <a:lnTo>
                    <a:pt x="2087978" y="3573422"/>
                  </a:lnTo>
                  <a:lnTo>
                    <a:pt x="2088165" y="3573422"/>
                  </a:lnTo>
                  <a:lnTo>
                    <a:pt x="2088258" y="3573422"/>
                  </a:lnTo>
                  <a:lnTo>
                    <a:pt x="2088351" y="3573422"/>
                  </a:lnTo>
                  <a:lnTo>
                    <a:pt x="2088444" y="3573422"/>
                  </a:lnTo>
                  <a:lnTo>
                    <a:pt x="2088538" y="3563468"/>
                  </a:lnTo>
                  <a:lnTo>
                    <a:pt x="2088817" y="3563468"/>
                  </a:lnTo>
                  <a:lnTo>
                    <a:pt x="2089004" y="3563468"/>
                  </a:lnTo>
                  <a:lnTo>
                    <a:pt x="2089097" y="3563468"/>
                  </a:lnTo>
                  <a:lnTo>
                    <a:pt x="2089190" y="3563468"/>
                  </a:lnTo>
                  <a:lnTo>
                    <a:pt x="2089377" y="3553514"/>
                  </a:lnTo>
                  <a:lnTo>
                    <a:pt x="2089750" y="3553514"/>
                  </a:lnTo>
                  <a:lnTo>
                    <a:pt x="2090030" y="3553514"/>
                  </a:lnTo>
                  <a:lnTo>
                    <a:pt x="2090403" y="3553514"/>
                  </a:lnTo>
                  <a:lnTo>
                    <a:pt x="2090496" y="3543560"/>
                  </a:lnTo>
                  <a:lnTo>
                    <a:pt x="2090589" y="3543560"/>
                  </a:lnTo>
                  <a:lnTo>
                    <a:pt x="2090776" y="3543560"/>
                  </a:lnTo>
                  <a:lnTo>
                    <a:pt x="2091149" y="3543560"/>
                  </a:lnTo>
                  <a:lnTo>
                    <a:pt x="2091242" y="3543560"/>
                  </a:lnTo>
                  <a:lnTo>
                    <a:pt x="2091428" y="3543560"/>
                  </a:lnTo>
                  <a:lnTo>
                    <a:pt x="2091615" y="3543560"/>
                  </a:lnTo>
                  <a:lnTo>
                    <a:pt x="2091801" y="3543560"/>
                  </a:lnTo>
                  <a:lnTo>
                    <a:pt x="2092174" y="3543560"/>
                  </a:lnTo>
                  <a:lnTo>
                    <a:pt x="2092268" y="3543560"/>
                  </a:lnTo>
                  <a:lnTo>
                    <a:pt x="2092361" y="3543560"/>
                  </a:lnTo>
                  <a:lnTo>
                    <a:pt x="2092547" y="3543560"/>
                  </a:lnTo>
                  <a:lnTo>
                    <a:pt x="2092641" y="3543560"/>
                  </a:lnTo>
                  <a:lnTo>
                    <a:pt x="2092734" y="3543560"/>
                  </a:lnTo>
                  <a:lnTo>
                    <a:pt x="2092920" y="3543560"/>
                  </a:lnTo>
                  <a:lnTo>
                    <a:pt x="2093200" y="3543560"/>
                  </a:lnTo>
                  <a:lnTo>
                    <a:pt x="2093480" y="3543560"/>
                  </a:lnTo>
                  <a:lnTo>
                    <a:pt x="2093666" y="3543560"/>
                  </a:lnTo>
                  <a:lnTo>
                    <a:pt x="2093760" y="3533607"/>
                  </a:lnTo>
                  <a:lnTo>
                    <a:pt x="2093946" y="3533607"/>
                  </a:lnTo>
                  <a:lnTo>
                    <a:pt x="2094039" y="3533607"/>
                  </a:lnTo>
                  <a:lnTo>
                    <a:pt x="2094412" y="3533607"/>
                  </a:lnTo>
                  <a:lnTo>
                    <a:pt x="2095065" y="3533607"/>
                  </a:lnTo>
                  <a:lnTo>
                    <a:pt x="2095158" y="3533607"/>
                  </a:lnTo>
                  <a:lnTo>
                    <a:pt x="2095811" y="3533607"/>
                  </a:lnTo>
                  <a:lnTo>
                    <a:pt x="2095904" y="3533607"/>
                  </a:lnTo>
                  <a:lnTo>
                    <a:pt x="2095997" y="3533607"/>
                  </a:lnTo>
                  <a:lnTo>
                    <a:pt x="2096277" y="3533607"/>
                  </a:lnTo>
                  <a:lnTo>
                    <a:pt x="2096370" y="3533607"/>
                  </a:lnTo>
                  <a:lnTo>
                    <a:pt x="2096650" y="3533607"/>
                  </a:lnTo>
                  <a:lnTo>
                    <a:pt x="2096743" y="3533607"/>
                  </a:lnTo>
                  <a:lnTo>
                    <a:pt x="2096930" y="3533607"/>
                  </a:lnTo>
                  <a:lnTo>
                    <a:pt x="2097489" y="3533607"/>
                  </a:lnTo>
                  <a:lnTo>
                    <a:pt x="2097956" y="3533607"/>
                  </a:lnTo>
                  <a:lnTo>
                    <a:pt x="2098422" y="3533607"/>
                  </a:lnTo>
                  <a:lnTo>
                    <a:pt x="2098702" y="3533607"/>
                  </a:lnTo>
                  <a:lnTo>
                    <a:pt x="2098795" y="3533607"/>
                  </a:lnTo>
                  <a:lnTo>
                    <a:pt x="2099354" y="3533607"/>
                  </a:lnTo>
                  <a:lnTo>
                    <a:pt x="2099448" y="3533607"/>
                  </a:lnTo>
                  <a:lnTo>
                    <a:pt x="2099541" y="3533607"/>
                  </a:lnTo>
                  <a:lnTo>
                    <a:pt x="2099727" y="3533607"/>
                  </a:lnTo>
                  <a:lnTo>
                    <a:pt x="2099914" y="3533607"/>
                  </a:lnTo>
                  <a:lnTo>
                    <a:pt x="2100100" y="3533607"/>
                  </a:lnTo>
                  <a:lnTo>
                    <a:pt x="2100473" y="3533607"/>
                  </a:lnTo>
                  <a:lnTo>
                    <a:pt x="2100660" y="3533607"/>
                  </a:lnTo>
                  <a:lnTo>
                    <a:pt x="2100753" y="3533607"/>
                  </a:lnTo>
                  <a:lnTo>
                    <a:pt x="2100846" y="3533607"/>
                  </a:lnTo>
                  <a:lnTo>
                    <a:pt x="2100940" y="3533607"/>
                  </a:lnTo>
                  <a:lnTo>
                    <a:pt x="2101033" y="3533607"/>
                  </a:lnTo>
                  <a:lnTo>
                    <a:pt x="2101499" y="3533607"/>
                  </a:lnTo>
                  <a:lnTo>
                    <a:pt x="2101592" y="3533607"/>
                  </a:lnTo>
                  <a:lnTo>
                    <a:pt x="2102152" y="3533607"/>
                  </a:lnTo>
                  <a:lnTo>
                    <a:pt x="2102245" y="3533607"/>
                  </a:lnTo>
                  <a:lnTo>
                    <a:pt x="2102338" y="3533607"/>
                  </a:lnTo>
                  <a:lnTo>
                    <a:pt x="2102525" y="3533607"/>
                  </a:lnTo>
                  <a:lnTo>
                    <a:pt x="2102618" y="3533607"/>
                  </a:lnTo>
                  <a:lnTo>
                    <a:pt x="2102711" y="3533607"/>
                  </a:lnTo>
                  <a:lnTo>
                    <a:pt x="2103271" y="3533607"/>
                  </a:lnTo>
                  <a:lnTo>
                    <a:pt x="2103457" y="3533607"/>
                  </a:lnTo>
                  <a:lnTo>
                    <a:pt x="2103550" y="3533607"/>
                  </a:lnTo>
                  <a:lnTo>
                    <a:pt x="2103644" y="3533607"/>
                  </a:lnTo>
                  <a:lnTo>
                    <a:pt x="2103737" y="3533607"/>
                  </a:lnTo>
                  <a:lnTo>
                    <a:pt x="2103830" y="3533607"/>
                  </a:lnTo>
                  <a:lnTo>
                    <a:pt x="2103923" y="3533607"/>
                  </a:lnTo>
                  <a:lnTo>
                    <a:pt x="2104296" y="3533607"/>
                  </a:lnTo>
                  <a:lnTo>
                    <a:pt x="2104390" y="3533607"/>
                  </a:lnTo>
                  <a:lnTo>
                    <a:pt x="2104669" y="3533607"/>
                  </a:lnTo>
                  <a:lnTo>
                    <a:pt x="2105042" y="3523653"/>
                  </a:lnTo>
                  <a:lnTo>
                    <a:pt x="2105322" y="3523653"/>
                  </a:lnTo>
                  <a:lnTo>
                    <a:pt x="2105415" y="3523653"/>
                  </a:lnTo>
                  <a:lnTo>
                    <a:pt x="2105509" y="3523653"/>
                  </a:lnTo>
                  <a:lnTo>
                    <a:pt x="2105602" y="3523653"/>
                  </a:lnTo>
                  <a:lnTo>
                    <a:pt x="2105788" y="3523653"/>
                  </a:lnTo>
                  <a:lnTo>
                    <a:pt x="2105882" y="3523653"/>
                  </a:lnTo>
                  <a:lnTo>
                    <a:pt x="2105975" y="3523653"/>
                  </a:lnTo>
                  <a:lnTo>
                    <a:pt x="2106068" y="3523653"/>
                  </a:lnTo>
                  <a:lnTo>
                    <a:pt x="2106161" y="3523653"/>
                  </a:lnTo>
                  <a:lnTo>
                    <a:pt x="2106255" y="3523653"/>
                  </a:lnTo>
                  <a:lnTo>
                    <a:pt x="2106348" y="3513699"/>
                  </a:lnTo>
                  <a:lnTo>
                    <a:pt x="2106814" y="3513699"/>
                  </a:lnTo>
                  <a:lnTo>
                    <a:pt x="2107001" y="3513699"/>
                  </a:lnTo>
                  <a:lnTo>
                    <a:pt x="2107094" y="3513699"/>
                  </a:lnTo>
                  <a:lnTo>
                    <a:pt x="2107280" y="3513699"/>
                  </a:lnTo>
                  <a:lnTo>
                    <a:pt x="2107560" y="3513699"/>
                  </a:lnTo>
                  <a:lnTo>
                    <a:pt x="2107653" y="3513699"/>
                  </a:lnTo>
                  <a:lnTo>
                    <a:pt x="2107747" y="3513699"/>
                  </a:lnTo>
                  <a:lnTo>
                    <a:pt x="2107840" y="3513699"/>
                  </a:lnTo>
                  <a:lnTo>
                    <a:pt x="2107933" y="3513699"/>
                  </a:lnTo>
                  <a:lnTo>
                    <a:pt x="2108026" y="3513699"/>
                  </a:lnTo>
                  <a:lnTo>
                    <a:pt x="2108120" y="3513699"/>
                  </a:lnTo>
                  <a:lnTo>
                    <a:pt x="2108306" y="3513699"/>
                  </a:lnTo>
                  <a:lnTo>
                    <a:pt x="2108399" y="3513699"/>
                  </a:lnTo>
                  <a:lnTo>
                    <a:pt x="2108493" y="3513699"/>
                  </a:lnTo>
                  <a:lnTo>
                    <a:pt x="2108586" y="3513699"/>
                  </a:lnTo>
                  <a:lnTo>
                    <a:pt x="2108772" y="3513699"/>
                  </a:lnTo>
                  <a:lnTo>
                    <a:pt x="2108866" y="3513699"/>
                  </a:lnTo>
                  <a:lnTo>
                    <a:pt x="2108959" y="3513699"/>
                  </a:lnTo>
                  <a:lnTo>
                    <a:pt x="2109052" y="3513699"/>
                  </a:lnTo>
                  <a:lnTo>
                    <a:pt x="2109145" y="3513699"/>
                  </a:lnTo>
                  <a:lnTo>
                    <a:pt x="2109425" y="3513699"/>
                  </a:lnTo>
                  <a:lnTo>
                    <a:pt x="2109518" y="3513699"/>
                  </a:lnTo>
                  <a:lnTo>
                    <a:pt x="2109798" y="3513699"/>
                  </a:lnTo>
                  <a:lnTo>
                    <a:pt x="2109984" y="3513699"/>
                  </a:lnTo>
                  <a:lnTo>
                    <a:pt x="2110357" y="3513699"/>
                  </a:lnTo>
                  <a:lnTo>
                    <a:pt x="2110544" y="3513699"/>
                  </a:lnTo>
                  <a:lnTo>
                    <a:pt x="2110824" y="3513699"/>
                  </a:lnTo>
                  <a:lnTo>
                    <a:pt x="2111010" y="3513699"/>
                  </a:lnTo>
                  <a:lnTo>
                    <a:pt x="2111103" y="3513699"/>
                  </a:lnTo>
                  <a:lnTo>
                    <a:pt x="2111290" y="3513699"/>
                  </a:lnTo>
                  <a:lnTo>
                    <a:pt x="2111570" y="3513699"/>
                  </a:lnTo>
                  <a:lnTo>
                    <a:pt x="2111663" y="3513699"/>
                  </a:lnTo>
                  <a:lnTo>
                    <a:pt x="2111756" y="3513699"/>
                  </a:lnTo>
                  <a:lnTo>
                    <a:pt x="2111943" y="3513699"/>
                  </a:lnTo>
                  <a:lnTo>
                    <a:pt x="2112316" y="3513699"/>
                  </a:lnTo>
                  <a:lnTo>
                    <a:pt x="2112409" y="3513699"/>
                  </a:lnTo>
                  <a:lnTo>
                    <a:pt x="2112502" y="3513699"/>
                  </a:lnTo>
                  <a:lnTo>
                    <a:pt x="2112595" y="3513699"/>
                  </a:lnTo>
                  <a:lnTo>
                    <a:pt x="2112689" y="3513699"/>
                  </a:lnTo>
                  <a:lnTo>
                    <a:pt x="2113248" y="3513699"/>
                  </a:lnTo>
                  <a:lnTo>
                    <a:pt x="2113435" y="3513699"/>
                  </a:lnTo>
                  <a:lnTo>
                    <a:pt x="2113528" y="3513699"/>
                  </a:lnTo>
                  <a:lnTo>
                    <a:pt x="2113621" y="3513699"/>
                  </a:lnTo>
                  <a:lnTo>
                    <a:pt x="2113714" y="3513699"/>
                  </a:lnTo>
                  <a:lnTo>
                    <a:pt x="2113808" y="3513699"/>
                  </a:lnTo>
                  <a:lnTo>
                    <a:pt x="2114181" y="3513699"/>
                  </a:lnTo>
                  <a:lnTo>
                    <a:pt x="2114274" y="3513699"/>
                  </a:lnTo>
                  <a:lnTo>
                    <a:pt x="2114460" y="3513699"/>
                  </a:lnTo>
                  <a:lnTo>
                    <a:pt x="2115020" y="3513699"/>
                  </a:lnTo>
                  <a:lnTo>
                    <a:pt x="2115393" y="3513699"/>
                  </a:lnTo>
                  <a:lnTo>
                    <a:pt x="2115486" y="3513699"/>
                  </a:lnTo>
                  <a:lnTo>
                    <a:pt x="2115579" y="3513699"/>
                  </a:lnTo>
                  <a:lnTo>
                    <a:pt x="2115952" y="3513699"/>
                  </a:lnTo>
                  <a:lnTo>
                    <a:pt x="2116139" y="3513699"/>
                  </a:lnTo>
                  <a:lnTo>
                    <a:pt x="2116325" y="3513699"/>
                  </a:lnTo>
                  <a:lnTo>
                    <a:pt x="2116605" y="3513699"/>
                  </a:lnTo>
                  <a:lnTo>
                    <a:pt x="2116791" y="3513699"/>
                  </a:lnTo>
                  <a:lnTo>
                    <a:pt x="2116885" y="3513699"/>
                  </a:lnTo>
                  <a:lnTo>
                    <a:pt x="2117071" y="3513699"/>
                  </a:lnTo>
                  <a:lnTo>
                    <a:pt x="2117258" y="3513699"/>
                  </a:lnTo>
                  <a:lnTo>
                    <a:pt x="2117351" y="3513699"/>
                  </a:lnTo>
                  <a:lnTo>
                    <a:pt x="2117817" y="3513699"/>
                  </a:lnTo>
                  <a:lnTo>
                    <a:pt x="2118004" y="3513699"/>
                  </a:lnTo>
                  <a:lnTo>
                    <a:pt x="2118097" y="3513699"/>
                  </a:lnTo>
                  <a:lnTo>
                    <a:pt x="2118283" y="3513699"/>
                  </a:lnTo>
                  <a:lnTo>
                    <a:pt x="2118377" y="3513699"/>
                  </a:lnTo>
                  <a:lnTo>
                    <a:pt x="2118843" y="3513699"/>
                  </a:lnTo>
                  <a:lnTo>
                    <a:pt x="2118936" y="3513699"/>
                  </a:lnTo>
                  <a:lnTo>
                    <a:pt x="2119029" y="3513699"/>
                  </a:lnTo>
                  <a:lnTo>
                    <a:pt x="2119123" y="3513699"/>
                  </a:lnTo>
                  <a:lnTo>
                    <a:pt x="2119216" y="3513699"/>
                  </a:lnTo>
                  <a:lnTo>
                    <a:pt x="2119309" y="3513699"/>
                  </a:lnTo>
                  <a:lnTo>
                    <a:pt x="2119775" y="3513699"/>
                  </a:lnTo>
                  <a:lnTo>
                    <a:pt x="2120055" y="3513699"/>
                  </a:lnTo>
                  <a:lnTo>
                    <a:pt x="2120428" y="3513699"/>
                  </a:lnTo>
                  <a:lnTo>
                    <a:pt x="2120894" y="3513699"/>
                  </a:lnTo>
                  <a:lnTo>
                    <a:pt x="2120988" y="3513699"/>
                  </a:lnTo>
                  <a:lnTo>
                    <a:pt x="2121267" y="3513699"/>
                  </a:lnTo>
                  <a:lnTo>
                    <a:pt x="2121361" y="3513699"/>
                  </a:lnTo>
                  <a:lnTo>
                    <a:pt x="2121547" y="3513699"/>
                  </a:lnTo>
                  <a:lnTo>
                    <a:pt x="2121827" y="3513699"/>
                  </a:lnTo>
                  <a:lnTo>
                    <a:pt x="2122480" y="3513699"/>
                  </a:lnTo>
                  <a:lnTo>
                    <a:pt x="2122573" y="3513699"/>
                  </a:lnTo>
                  <a:lnTo>
                    <a:pt x="2122759" y="3513699"/>
                  </a:lnTo>
                  <a:lnTo>
                    <a:pt x="2122946" y="3513699"/>
                  </a:lnTo>
                  <a:lnTo>
                    <a:pt x="2123319" y="3513699"/>
                  </a:lnTo>
                  <a:lnTo>
                    <a:pt x="2123692" y="3513699"/>
                  </a:lnTo>
                  <a:lnTo>
                    <a:pt x="2124438" y="3513699"/>
                  </a:lnTo>
                  <a:lnTo>
                    <a:pt x="2124531" y="3513699"/>
                  </a:lnTo>
                  <a:lnTo>
                    <a:pt x="2124624" y="3513699"/>
                  </a:lnTo>
                  <a:lnTo>
                    <a:pt x="2124717" y="3513699"/>
                  </a:lnTo>
                  <a:lnTo>
                    <a:pt x="2124904" y="3513699"/>
                  </a:lnTo>
                  <a:lnTo>
                    <a:pt x="2125184" y="3513699"/>
                  </a:lnTo>
                  <a:lnTo>
                    <a:pt x="2125557" y="3513699"/>
                  </a:lnTo>
                  <a:lnTo>
                    <a:pt x="2125650" y="3513699"/>
                  </a:lnTo>
                  <a:lnTo>
                    <a:pt x="2125743" y="3513699"/>
                  </a:lnTo>
                  <a:lnTo>
                    <a:pt x="2125836" y="3513699"/>
                  </a:lnTo>
                  <a:lnTo>
                    <a:pt x="2126023" y="3513699"/>
                  </a:lnTo>
                  <a:lnTo>
                    <a:pt x="2126116" y="3513699"/>
                  </a:lnTo>
                  <a:lnTo>
                    <a:pt x="2126396" y="3513699"/>
                  </a:lnTo>
                  <a:lnTo>
                    <a:pt x="2127049" y="3513699"/>
                  </a:lnTo>
                  <a:lnTo>
                    <a:pt x="2127142" y="3513699"/>
                  </a:lnTo>
                  <a:lnTo>
                    <a:pt x="2127608" y="3513699"/>
                  </a:lnTo>
                  <a:lnTo>
                    <a:pt x="2127701" y="3513699"/>
                  </a:lnTo>
                  <a:lnTo>
                    <a:pt x="2127888" y="3513699"/>
                  </a:lnTo>
                  <a:lnTo>
                    <a:pt x="2127981" y="3513699"/>
                  </a:lnTo>
                  <a:lnTo>
                    <a:pt x="2128074" y="3513699"/>
                  </a:lnTo>
                  <a:lnTo>
                    <a:pt x="2128168" y="3513699"/>
                  </a:lnTo>
                  <a:lnTo>
                    <a:pt x="2128634" y="3513699"/>
                  </a:lnTo>
                  <a:lnTo>
                    <a:pt x="2128727" y="3513699"/>
                  </a:lnTo>
                  <a:lnTo>
                    <a:pt x="2128820" y="3513699"/>
                  </a:lnTo>
                  <a:lnTo>
                    <a:pt x="2129100" y="3513699"/>
                  </a:lnTo>
                  <a:lnTo>
                    <a:pt x="2129193" y="3513699"/>
                  </a:lnTo>
                  <a:lnTo>
                    <a:pt x="2129380" y="3503745"/>
                  </a:lnTo>
                  <a:lnTo>
                    <a:pt x="2129473" y="3503745"/>
                  </a:lnTo>
                  <a:lnTo>
                    <a:pt x="2129566" y="3503745"/>
                  </a:lnTo>
                  <a:lnTo>
                    <a:pt x="2129846" y="3503745"/>
                  </a:lnTo>
                  <a:lnTo>
                    <a:pt x="2130312" y="3503745"/>
                  </a:lnTo>
                  <a:lnTo>
                    <a:pt x="2130499" y="3503745"/>
                  </a:lnTo>
                  <a:lnTo>
                    <a:pt x="2130592" y="3503745"/>
                  </a:lnTo>
                  <a:lnTo>
                    <a:pt x="2130778" y="3503745"/>
                  </a:lnTo>
                  <a:lnTo>
                    <a:pt x="2130872" y="3503745"/>
                  </a:lnTo>
                  <a:lnTo>
                    <a:pt x="2131058" y="3503745"/>
                  </a:lnTo>
                  <a:lnTo>
                    <a:pt x="2131618" y="3503745"/>
                  </a:lnTo>
                  <a:lnTo>
                    <a:pt x="2131804" y="3503745"/>
                  </a:lnTo>
                  <a:lnTo>
                    <a:pt x="2131897" y="3503745"/>
                  </a:lnTo>
                  <a:lnTo>
                    <a:pt x="2132177" y="3503745"/>
                  </a:lnTo>
                  <a:lnTo>
                    <a:pt x="2132270" y="3503745"/>
                  </a:lnTo>
                  <a:lnTo>
                    <a:pt x="2132364" y="3503745"/>
                  </a:lnTo>
                  <a:lnTo>
                    <a:pt x="2132457" y="3503745"/>
                  </a:lnTo>
                  <a:lnTo>
                    <a:pt x="2132643" y="3503745"/>
                  </a:lnTo>
                  <a:lnTo>
                    <a:pt x="2132923" y="3503745"/>
                  </a:lnTo>
                  <a:lnTo>
                    <a:pt x="2133016" y="3503745"/>
                  </a:lnTo>
                  <a:lnTo>
                    <a:pt x="2133203" y="3503745"/>
                  </a:lnTo>
                  <a:lnTo>
                    <a:pt x="2133296" y="3503745"/>
                  </a:lnTo>
                  <a:lnTo>
                    <a:pt x="2133669" y="3503745"/>
                  </a:lnTo>
                  <a:lnTo>
                    <a:pt x="2133856" y="3503745"/>
                  </a:lnTo>
                  <a:lnTo>
                    <a:pt x="2134135" y="3503745"/>
                  </a:lnTo>
                  <a:lnTo>
                    <a:pt x="2134322" y="3503745"/>
                  </a:lnTo>
                  <a:lnTo>
                    <a:pt x="2134602" y="3503745"/>
                  </a:lnTo>
                  <a:lnTo>
                    <a:pt x="2134695" y="3503745"/>
                  </a:lnTo>
                  <a:lnTo>
                    <a:pt x="2134788" y="3503745"/>
                  </a:lnTo>
                  <a:lnTo>
                    <a:pt x="2134975" y="3503745"/>
                  </a:lnTo>
                  <a:lnTo>
                    <a:pt x="2135348" y="3503745"/>
                  </a:lnTo>
                  <a:lnTo>
                    <a:pt x="2135441" y="3503745"/>
                  </a:lnTo>
                  <a:lnTo>
                    <a:pt x="2135814" y="3503745"/>
                  </a:lnTo>
                  <a:lnTo>
                    <a:pt x="2136000" y="3503745"/>
                  </a:lnTo>
                  <a:lnTo>
                    <a:pt x="2136187" y="3503745"/>
                  </a:lnTo>
                  <a:lnTo>
                    <a:pt x="2136280" y="3503745"/>
                  </a:lnTo>
                  <a:lnTo>
                    <a:pt x="2136373" y="3503745"/>
                  </a:lnTo>
                  <a:lnTo>
                    <a:pt x="2136746" y="3503745"/>
                  </a:lnTo>
                  <a:lnTo>
                    <a:pt x="2137026" y="3503745"/>
                  </a:lnTo>
                  <a:lnTo>
                    <a:pt x="2137399" y="3503745"/>
                  </a:lnTo>
                  <a:lnTo>
                    <a:pt x="2137585" y="3503745"/>
                  </a:lnTo>
                  <a:lnTo>
                    <a:pt x="2137679" y="3503745"/>
                  </a:lnTo>
                  <a:lnTo>
                    <a:pt x="2137772" y="3503745"/>
                  </a:lnTo>
                  <a:lnTo>
                    <a:pt x="2137958" y="3503745"/>
                  </a:lnTo>
                  <a:lnTo>
                    <a:pt x="2138052" y="3503745"/>
                  </a:lnTo>
                  <a:lnTo>
                    <a:pt x="2138238" y="3503745"/>
                  </a:lnTo>
                  <a:lnTo>
                    <a:pt x="2138518" y="3503745"/>
                  </a:lnTo>
                  <a:lnTo>
                    <a:pt x="2139357" y="3503745"/>
                  </a:lnTo>
                  <a:lnTo>
                    <a:pt x="2139450" y="3503745"/>
                  </a:lnTo>
                  <a:lnTo>
                    <a:pt x="2139544" y="3503745"/>
                  </a:lnTo>
                  <a:lnTo>
                    <a:pt x="2140010" y="3503745"/>
                  </a:lnTo>
                  <a:lnTo>
                    <a:pt x="2140569" y="3503745"/>
                  </a:lnTo>
                  <a:lnTo>
                    <a:pt x="2141036" y="3503745"/>
                  </a:lnTo>
                  <a:lnTo>
                    <a:pt x="2141129" y="3503745"/>
                  </a:lnTo>
                  <a:lnTo>
                    <a:pt x="2141409" y="3503745"/>
                  </a:lnTo>
                  <a:lnTo>
                    <a:pt x="2141502" y="3503745"/>
                  </a:lnTo>
                  <a:lnTo>
                    <a:pt x="2141595" y="3503745"/>
                  </a:lnTo>
                  <a:lnTo>
                    <a:pt x="2141968" y="3503745"/>
                  </a:lnTo>
                  <a:lnTo>
                    <a:pt x="2142248" y="3493791"/>
                  </a:lnTo>
                  <a:lnTo>
                    <a:pt x="2142434" y="3493791"/>
                  </a:lnTo>
                  <a:lnTo>
                    <a:pt x="2142621" y="3493791"/>
                  </a:lnTo>
                  <a:lnTo>
                    <a:pt x="2143460" y="3493791"/>
                  </a:lnTo>
                  <a:lnTo>
                    <a:pt x="2143553" y="3493791"/>
                  </a:lnTo>
                  <a:lnTo>
                    <a:pt x="2143740" y="3493791"/>
                  </a:lnTo>
                  <a:lnTo>
                    <a:pt x="2143926" y="3493791"/>
                  </a:lnTo>
                  <a:lnTo>
                    <a:pt x="2144392" y="3493791"/>
                  </a:lnTo>
                  <a:lnTo>
                    <a:pt x="2144486" y="3493791"/>
                  </a:lnTo>
                  <a:lnTo>
                    <a:pt x="2144672" y="3493791"/>
                  </a:lnTo>
                  <a:lnTo>
                    <a:pt x="2145325" y="3493791"/>
                  </a:lnTo>
                  <a:lnTo>
                    <a:pt x="2145418" y="3493791"/>
                  </a:lnTo>
                  <a:lnTo>
                    <a:pt x="2145791" y="3493791"/>
                  </a:lnTo>
                  <a:lnTo>
                    <a:pt x="2145884" y="3493791"/>
                  </a:lnTo>
                  <a:lnTo>
                    <a:pt x="2146351" y="3493791"/>
                  </a:lnTo>
                  <a:lnTo>
                    <a:pt x="2146630" y="3493791"/>
                  </a:lnTo>
                  <a:lnTo>
                    <a:pt x="2146724" y="3493791"/>
                  </a:lnTo>
                  <a:lnTo>
                    <a:pt x="2147749" y="3493791"/>
                  </a:lnTo>
                  <a:lnTo>
                    <a:pt x="2147843" y="3493791"/>
                  </a:lnTo>
                  <a:lnTo>
                    <a:pt x="2148029" y="3493791"/>
                  </a:lnTo>
                  <a:lnTo>
                    <a:pt x="2148122" y="3493791"/>
                  </a:lnTo>
                  <a:lnTo>
                    <a:pt x="2148309" y="3493791"/>
                  </a:lnTo>
                  <a:lnTo>
                    <a:pt x="2148495" y="3493791"/>
                  </a:lnTo>
                  <a:lnTo>
                    <a:pt x="2148775" y="3493791"/>
                  </a:lnTo>
                  <a:lnTo>
                    <a:pt x="2148868" y="3493791"/>
                  </a:lnTo>
                  <a:lnTo>
                    <a:pt x="2148962" y="3493791"/>
                  </a:lnTo>
                  <a:lnTo>
                    <a:pt x="2149428" y="3493791"/>
                  </a:lnTo>
                  <a:lnTo>
                    <a:pt x="2150081" y="3493791"/>
                  </a:lnTo>
                  <a:lnTo>
                    <a:pt x="2150360" y="3493791"/>
                  </a:lnTo>
                  <a:lnTo>
                    <a:pt x="2150733" y="3493791"/>
                  </a:lnTo>
                  <a:lnTo>
                    <a:pt x="2150920" y="3493791"/>
                  </a:lnTo>
                  <a:lnTo>
                    <a:pt x="2151013" y="3493791"/>
                  </a:lnTo>
                  <a:lnTo>
                    <a:pt x="2151106" y="3493791"/>
                  </a:lnTo>
                  <a:lnTo>
                    <a:pt x="2151572" y="3493791"/>
                  </a:lnTo>
                  <a:lnTo>
                    <a:pt x="2151759" y="3493791"/>
                  </a:lnTo>
                  <a:lnTo>
                    <a:pt x="2151852" y="3493791"/>
                  </a:lnTo>
                  <a:lnTo>
                    <a:pt x="2151945" y="3493791"/>
                  </a:lnTo>
                  <a:lnTo>
                    <a:pt x="2152225" y="3493791"/>
                  </a:lnTo>
                  <a:lnTo>
                    <a:pt x="2152505" y="3493791"/>
                  </a:lnTo>
                  <a:lnTo>
                    <a:pt x="2152598" y="3493791"/>
                  </a:lnTo>
                  <a:lnTo>
                    <a:pt x="2152691" y="3493791"/>
                  </a:lnTo>
                  <a:lnTo>
                    <a:pt x="2153158" y="3493791"/>
                  </a:lnTo>
                  <a:lnTo>
                    <a:pt x="2153344" y="3493791"/>
                  </a:lnTo>
                  <a:lnTo>
                    <a:pt x="2153624" y="3493791"/>
                  </a:lnTo>
                  <a:lnTo>
                    <a:pt x="2153717" y="3493791"/>
                  </a:lnTo>
                  <a:lnTo>
                    <a:pt x="2153810" y="3493791"/>
                  </a:lnTo>
                  <a:lnTo>
                    <a:pt x="2154090" y="3493791"/>
                  </a:lnTo>
                  <a:lnTo>
                    <a:pt x="2154183" y="3493791"/>
                  </a:lnTo>
                  <a:lnTo>
                    <a:pt x="2154277" y="3493791"/>
                  </a:lnTo>
                  <a:lnTo>
                    <a:pt x="2154463" y="3493791"/>
                  </a:lnTo>
                  <a:lnTo>
                    <a:pt x="2154556" y="3493791"/>
                  </a:lnTo>
                  <a:lnTo>
                    <a:pt x="2154836" y="3493791"/>
                  </a:lnTo>
                  <a:lnTo>
                    <a:pt x="2155116" y="3493791"/>
                  </a:lnTo>
                  <a:lnTo>
                    <a:pt x="2155209" y="3493791"/>
                  </a:lnTo>
                  <a:lnTo>
                    <a:pt x="2155302" y="3493791"/>
                  </a:lnTo>
                  <a:lnTo>
                    <a:pt x="2155396" y="3493791"/>
                  </a:lnTo>
                  <a:lnTo>
                    <a:pt x="2155489" y="3493791"/>
                  </a:lnTo>
                  <a:lnTo>
                    <a:pt x="2155582" y="3493791"/>
                  </a:lnTo>
                  <a:lnTo>
                    <a:pt x="2155862" y="3493791"/>
                  </a:lnTo>
                  <a:lnTo>
                    <a:pt x="2156142" y="3493791"/>
                  </a:lnTo>
                  <a:lnTo>
                    <a:pt x="2156235" y="3493791"/>
                  </a:lnTo>
                  <a:lnTo>
                    <a:pt x="2156328" y="3483837"/>
                  </a:lnTo>
                  <a:lnTo>
                    <a:pt x="2156515" y="3483837"/>
                  </a:lnTo>
                  <a:lnTo>
                    <a:pt x="2156608" y="3483837"/>
                  </a:lnTo>
                  <a:lnTo>
                    <a:pt x="2156888" y="3483837"/>
                  </a:lnTo>
                  <a:lnTo>
                    <a:pt x="2156888" y="3473884"/>
                  </a:lnTo>
                  <a:lnTo>
                    <a:pt x="2157074" y="3473884"/>
                  </a:lnTo>
                  <a:lnTo>
                    <a:pt x="2157167" y="3473884"/>
                  </a:lnTo>
                  <a:lnTo>
                    <a:pt x="2157261" y="3473884"/>
                  </a:lnTo>
                  <a:lnTo>
                    <a:pt x="2157354" y="3473884"/>
                  </a:lnTo>
                  <a:lnTo>
                    <a:pt x="2157447" y="3473884"/>
                  </a:lnTo>
                  <a:lnTo>
                    <a:pt x="2157540" y="3473884"/>
                  </a:lnTo>
                  <a:lnTo>
                    <a:pt x="2157634" y="3473884"/>
                  </a:lnTo>
                  <a:lnTo>
                    <a:pt x="2158006" y="3473884"/>
                  </a:lnTo>
                  <a:lnTo>
                    <a:pt x="2158100" y="3473884"/>
                  </a:lnTo>
                  <a:lnTo>
                    <a:pt x="2158473" y="3473884"/>
                  </a:lnTo>
                  <a:lnTo>
                    <a:pt x="2158752" y="3473884"/>
                  </a:lnTo>
                  <a:lnTo>
                    <a:pt x="2158939" y="3473884"/>
                  </a:lnTo>
                  <a:lnTo>
                    <a:pt x="2159032" y="3473884"/>
                  </a:lnTo>
                  <a:lnTo>
                    <a:pt x="2159125" y="3463930"/>
                  </a:lnTo>
                  <a:lnTo>
                    <a:pt x="2159219" y="3463930"/>
                  </a:lnTo>
                  <a:lnTo>
                    <a:pt x="2159498" y="3463930"/>
                  </a:lnTo>
                  <a:lnTo>
                    <a:pt x="2159871" y="3463930"/>
                  </a:lnTo>
                  <a:lnTo>
                    <a:pt x="2159965" y="3463930"/>
                  </a:lnTo>
                  <a:lnTo>
                    <a:pt x="2160804" y="3463930"/>
                  </a:lnTo>
                  <a:lnTo>
                    <a:pt x="2160897" y="3463930"/>
                  </a:lnTo>
                  <a:lnTo>
                    <a:pt x="2160990" y="3463930"/>
                  </a:lnTo>
                  <a:lnTo>
                    <a:pt x="2161084" y="3463930"/>
                  </a:lnTo>
                  <a:lnTo>
                    <a:pt x="2161550" y="3463930"/>
                  </a:lnTo>
                  <a:lnTo>
                    <a:pt x="2161643" y="3463930"/>
                  </a:lnTo>
                  <a:lnTo>
                    <a:pt x="2161736" y="3463930"/>
                  </a:lnTo>
                  <a:lnTo>
                    <a:pt x="2161830" y="3463930"/>
                  </a:lnTo>
                  <a:lnTo>
                    <a:pt x="2161923" y="3463930"/>
                  </a:lnTo>
                  <a:lnTo>
                    <a:pt x="2162482" y="3463930"/>
                  </a:lnTo>
                  <a:lnTo>
                    <a:pt x="2162855" y="3463930"/>
                  </a:lnTo>
                  <a:lnTo>
                    <a:pt x="2162949" y="3463930"/>
                  </a:lnTo>
                  <a:lnTo>
                    <a:pt x="2163042" y="3463930"/>
                  </a:lnTo>
                  <a:lnTo>
                    <a:pt x="2163135" y="3463930"/>
                  </a:lnTo>
                  <a:lnTo>
                    <a:pt x="2163322" y="3463930"/>
                  </a:lnTo>
                  <a:lnTo>
                    <a:pt x="2163508" y="3463930"/>
                  </a:lnTo>
                  <a:lnTo>
                    <a:pt x="2163788" y="3463930"/>
                  </a:lnTo>
                  <a:lnTo>
                    <a:pt x="2163881" y="3463930"/>
                  </a:lnTo>
                  <a:lnTo>
                    <a:pt x="2163974" y="3463930"/>
                  </a:lnTo>
                  <a:lnTo>
                    <a:pt x="2164068" y="3463930"/>
                  </a:lnTo>
                  <a:lnTo>
                    <a:pt x="2164534" y="3463930"/>
                  </a:lnTo>
                  <a:lnTo>
                    <a:pt x="2164720" y="3463930"/>
                  </a:lnTo>
                  <a:lnTo>
                    <a:pt x="2164813" y="3463930"/>
                  </a:lnTo>
                  <a:lnTo>
                    <a:pt x="2164907" y="3463930"/>
                  </a:lnTo>
                  <a:lnTo>
                    <a:pt x="2165093" y="3463930"/>
                  </a:lnTo>
                  <a:lnTo>
                    <a:pt x="2165186" y="3463930"/>
                  </a:lnTo>
                  <a:lnTo>
                    <a:pt x="2165280" y="3463930"/>
                  </a:lnTo>
                  <a:lnTo>
                    <a:pt x="2165559" y="3463930"/>
                  </a:lnTo>
                  <a:lnTo>
                    <a:pt x="2166026" y="3463930"/>
                  </a:lnTo>
                  <a:lnTo>
                    <a:pt x="2166212" y="3463930"/>
                  </a:lnTo>
                  <a:lnTo>
                    <a:pt x="2166305" y="3463930"/>
                  </a:lnTo>
                  <a:lnTo>
                    <a:pt x="2166399" y="3463930"/>
                  </a:lnTo>
                  <a:lnTo>
                    <a:pt x="2166678" y="3463930"/>
                  </a:lnTo>
                  <a:lnTo>
                    <a:pt x="2166772" y="3463930"/>
                  </a:lnTo>
                  <a:lnTo>
                    <a:pt x="2166865" y="3463930"/>
                  </a:lnTo>
                  <a:lnTo>
                    <a:pt x="2166958" y="3463930"/>
                  </a:lnTo>
                  <a:lnTo>
                    <a:pt x="2167051" y="3463930"/>
                  </a:lnTo>
                  <a:lnTo>
                    <a:pt x="2167238" y="3463930"/>
                  </a:lnTo>
                  <a:lnTo>
                    <a:pt x="2167331" y="3463930"/>
                  </a:lnTo>
                  <a:lnTo>
                    <a:pt x="2167611" y="3463930"/>
                  </a:lnTo>
                  <a:lnTo>
                    <a:pt x="2167797" y="3463930"/>
                  </a:lnTo>
                  <a:lnTo>
                    <a:pt x="2167984" y="3463930"/>
                  </a:lnTo>
                  <a:lnTo>
                    <a:pt x="2168450" y="3463930"/>
                  </a:lnTo>
                  <a:lnTo>
                    <a:pt x="2168637" y="3463930"/>
                  </a:lnTo>
                  <a:lnTo>
                    <a:pt x="2168916" y="3463930"/>
                  </a:lnTo>
                  <a:lnTo>
                    <a:pt x="2169010" y="3463930"/>
                  </a:lnTo>
                  <a:lnTo>
                    <a:pt x="2169103" y="3463930"/>
                  </a:lnTo>
                  <a:lnTo>
                    <a:pt x="2169196" y="3463930"/>
                  </a:lnTo>
                  <a:lnTo>
                    <a:pt x="2169289" y="3463930"/>
                  </a:lnTo>
                  <a:lnTo>
                    <a:pt x="2169756" y="3463930"/>
                  </a:lnTo>
                  <a:lnTo>
                    <a:pt x="2169849" y="3463930"/>
                  </a:lnTo>
                  <a:lnTo>
                    <a:pt x="2169942" y="3463930"/>
                  </a:lnTo>
                  <a:lnTo>
                    <a:pt x="2170035" y="3463930"/>
                  </a:lnTo>
                  <a:lnTo>
                    <a:pt x="2170222" y="3463930"/>
                  </a:lnTo>
                  <a:lnTo>
                    <a:pt x="2170408" y="3463930"/>
                  </a:lnTo>
                  <a:lnTo>
                    <a:pt x="2170688" y="3463930"/>
                  </a:lnTo>
                  <a:lnTo>
                    <a:pt x="2170781" y="3463930"/>
                  </a:lnTo>
                  <a:lnTo>
                    <a:pt x="2171061" y="3463930"/>
                  </a:lnTo>
                  <a:lnTo>
                    <a:pt x="2171341" y="3463930"/>
                  </a:lnTo>
                  <a:lnTo>
                    <a:pt x="2171434" y="3463930"/>
                  </a:lnTo>
                  <a:lnTo>
                    <a:pt x="2171527" y="3463930"/>
                  </a:lnTo>
                  <a:lnTo>
                    <a:pt x="2171620" y="3463930"/>
                  </a:lnTo>
                  <a:lnTo>
                    <a:pt x="2171993" y="3463930"/>
                  </a:lnTo>
                  <a:lnTo>
                    <a:pt x="2172180" y="3463930"/>
                  </a:lnTo>
                  <a:lnTo>
                    <a:pt x="2172366" y="3463930"/>
                  </a:lnTo>
                  <a:lnTo>
                    <a:pt x="2172926" y="3463930"/>
                  </a:lnTo>
                  <a:lnTo>
                    <a:pt x="2173019" y="3463930"/>
                  </a:lnTo>
                  <a:lnTo>
                    <a:pt x="2173112" y="3463930"/>
                  </a:lnTo>
                  <a:lnTo>
                    <a:pt x="2173392" y="3463930"/>
                  </a:lnTo>
                  <a:lnTo>
                    <a:pt x="2173579" y="3463930"/>
                  </a:lnTo>
                  <a:lnTo>
                    <a:pt x="2173672" y="3463930"/>
                  </a:lnTo>
                  <a:lnTo>
                    <a:pt x="2173952" y="3463930"/>
                  </a:lnTo>
                  <a:lnTo>
                    <a:pt x="2174045" y="3463930"/>
                  </a:lnTo>
                  <a:lnTo>
                    <a:pt x="2174511" y="3463930"/>
                  </a:lnTo>
                  <a:lnTo>
                    <a:pt x="2174604" y="3463930"/>
                  </a:lnTo>
                  <a:lnTo>
                    <a:pt x="2174698" y="3463930"/>
                  </a:lnTo>
                  <a:lnTo>
                    <a:pt x="2174977" y="3463930"/>
                  </a:lnTo>
                  <a:lnTo>
                    <a:pt x="2175817" y="3463930"/>
                  </a:lnTo>
                  <a:lnTo>
                    <a:pt x="2176003" y="3463930"/>
                  </a:lnTo>
                  <a:lnTo>
                    <a:pt x="2176096" y="3463930"/>
                  </a:lnTo>
                  <a:lnTo>
                    <a:pt x="2176190" y="3463930"/>
                  </a:lnTo>
                  <a:lnTo>
                    <a:pt x="2176469" y="3463930"/>
                  </a:lnTo>
                  <a:lnTo>
                    <a:pt x="2176563" y="3463930"/>
                  </a:lnTo>
                  <a:lnTo>
                    <a:pt x="2176656" y="3463930"/>
                  </a:lnTo>
                  <a:lnTo>
                    <a:pt x="2176749" y="3463930"/>
                  </a:lnTo>
                  <a:lnTo>
                    <a:pt x="2176842" y="3463930"/>
                  </a:lnTo>
                  <a:lnTo>
                    <a:pt x="2177495" y="3463930"/>
                  </a:lnTo>
                  <a:lnTo>
                    <a:pt x="2177588" y="3463930"/>
                  </a:lnTo>
                  <a:lnTo>
                    <a:pt x="2177682" y="3463930"/>
                  </a:lnTo>
                  <a:lnTo>
                    <a:pt x="2178521" y="3463930"/>
                  </a:lnTo>
                  <a:lnTo>
                    <a:pt x="2178800" y="3463930"/>
                  </a:lnTo>
                  <a:lnTo>
                    <a:pt x="2178894" y="3463930"/>
                  </a:lnTo>
                  <a:lnTo>
                    <a:pt x="2178987" y="3463930"/>
                  </a:lnTo>
                  <a:lnTo>
                    <a:pt x="2179080" y="3463930"/>
                  </a:lnTo>
                  <a:lnTo>
                    <a:pt x="2179173" y="3463930"/>
                  </a:lnTo>
                  <a:lnTo>
                    <a:pt x="2179267" y="3463930"/>
                  </a:lnTo>
                  <a:lnTo>
                    <a:pt x="2179360" y="3463930"/>
                  </a:lnTo>
                  <a:lnTo>
                    <a:pt x="2179453" y="3463930"/>
                  </a:lnTo>
                  <a:lnTo>
                    <a:pt x="2179640" y="3463930"/>
                  </a:lnTo>
                  <a:lnTo>
                    <a:pt x="2179733" y="3463930"/>
                  </a:lnTo>
                  <a:lnTo>
                    <a:pt x="2179826" y="3463930"/>
                  </a:lnTo>
                  <a:lnTo>
                    <a:pt x="2180013" y="3463930"/>
                  </a:lnTo>
                  <a:lnTo>
                    <a:pt x="2180386" y="3463930"/>
                  </a:lnTo>
                  <a:lnTo>
                    <a:pt x="2180665" y="3463930"/>
                  </a:lnTo>
                  <a:lnTo>
                    <a:pt x="2180945" y="3463930"/>
                  </a:lnTo>
                  <a:lnTo>
                    <a:pt x="2181225" y="3463930"/>
                  </a:lnTo>
                  <a:lnTo>
                    <a:pt x="2181318" y="3463930"/>
                  </a:lnTo>
                  <a:lnTo>
                    <a:pt x="2181411" y="3463930"/>
                  </a:lnTo>
                  <a:lnTo>
                    <a:pt x="2181598" y="3463930"/>
                  </a:lnTo>
                  <a:lnTo>
                    <a:pt x="2181784" y="3463930"/>
                  </a:lnTo>
                  <a:lnTo>
                    <a:pt x="2181971" y="3463930"/>
                  </a:lnTo>
                  <a:lnTo>
                    <a:pt x="2182437" y="3463930"/>
                  </a:lnTo>
                  <a:lnTo>
                    <a:pt x="2182624" y="3463930"/>
                  </a:lnTo>
                  <a:lnTo>
                    <a:pt x="2182717" y="3463930"/>
                  </a:lnTo>
                  <a:lnTo>
                    <a:pt x="2183183" y="3463930"/>
                  </a:lnTo>
                  <a:lnTo>
                    <a:pt x="2183276" y="3463930"/>
                  </a:lnTo>
                  <a:lnTo>
                    <a:pt x="2183463" y="3463930"/>
                  </a:lnTo>
                  <a:lnTo>
                    <a:pt x="2183556" y="3463930"/>
                  </a:lnTo>
                  <a:lnTo>
                    <a:pt x="2183649" y="3463930"/>
                  </a:lnTo>
                  <a:lnTo>
                    <a:pt x="2183743" y="3463930"/>
                  </a:lnTo>
                  <a:lnTo>
                    <a:pt x="2184116" y="3463930"/>
                  </a:lnTo>
                  <a:lnTo>
                    <a:pt x="2184209" y="3463930"/>
                  </a:lnTo>
                  <a:lnTo>
                    <a:pt x="2184302" y="3463930"/>
                  </a:lnTo>
                  <a:lnTo>
                    <a:pt x="2184395" y="3463930"/>
                  </a:lnTo>
                  <a:lnTo>
                    <a:pt x="2184489" y="3463930"/>
                  </a:lnTo>
                  <a:lnTo>
                    <a:pt x="2184582" y="3463930"/>
                  </a:lnTo>
                  <a:lnTo>
                    <a:pt x="2184675" y="3463930"/>
                  </a:lnTo>
                  <a:lnTo>
                    <a:pt x="2185048" y="3463930"/>
                  </a:lnTo>
                  <a:lnTo>
                    <a:pt x="2185141" y="3463930"/>
                  </a:lnTo>
                  <a:lnTo>
                    <a:pt x="2185607" y="3463930"/>
                  </a:lnTo>
                  <a:lnTo>
                    <a:pt x="2185794" y="3463930"/>
                  </a:lnTo>
                  <a:lnTo>
                    <a:pt x="2185887" y="3463930"/>
                  </a:lnTo>
                  <a:lnTo>
                    <a:pt x="2185980" y="3463930"/>
                  </a:lnTo>
                  <a:lnTo>
                    <a:pt x="2186074" y="3463930"/>
                  </a:lnTo>
                  <a:lnTo>
                    <a:pt x="2186167" y="3463930"/>
                  </a:lnTo>
                  <a:lnTo>
                    <a:pt x="2186260" y="3463930"/>
                  </a:lnTo>
                  <a:lnTo>
                    <a:pt x="2186447" y="3463930"/>
                  </a:lnTo>
                  <a:lnTo>
                    <a:pt x="2186540" y="3463930"/>
                  </a:lnTo>
                  <a:lnTo>
                    <a:pt x="2186633" y="3463930"/>
                  </a:lnTo>
                  <a:lnTo>
                    <a:pt x="2187006" y="3463930"/>
                  </a:lnTo>
                  <a:lnTo>
                    <a:pt x="2187099" y="3463930"/>
                  </a:lnTo>
                  <a:lnTo>
                    <a:pt x="2187286" y="3463930"/>
                  </a:lnTo>
                  <a:lnTo>
                    <a:pt x="2187566" y="3463930"/>
                  </a:lnTo>
                  <a:lnTo>
                    <a:pt x="2187939" y="3463930"/>
                  </a:lnTo>
                  <a:lnTo>
                    <a:pt x="2188032" y="3463930"/>
                  </a:lnTo>
                  <a:lnTo>
                    <a:pt x="2189058" y="3463930"/>
                  </a:lnTo>
                  <a:lnTo>
                    <a:pt x="2189151" y="3463930"/>
                  </a:lnTo>
                  <a:lnTo>
                    <a:pt x="2189431" y="3463930"/>
                  </a:lnTo>
                  <a:lnTo>
                    <a:pt x="2189524" y="3463930"/>
                  </a:lnTo>
                  <a:lnTo>
                    <a:pt x="2189897" y="3463930"/>
                  </a:lnTo>
                  <a:lnTo>
                    <a:pt x="2190363" y="3463930"/>
                  </a:lnTo>
                  <a:lnTo>
                    <a:pt x="2190456" y="3463930"/>
                  </a:lnTo>
                  <a:lnTo>
                    <a:pt x="2190550" y="3463930"/>
                  </a:lnTo>
                  <a:lnTo>
                    <a:pt x="2190923" y="3463930"/>
                  </a:lnTo>
                  <a:lnTo>
                    <a:pt x="2191016" y="3463930"/>
                  </a:lnTo>
                  <a:lnTo>
                    <a:pt x="2191109" y="3463930"/>
                  </a:lnTo>
                  <a:lnTo>
                    <a:pt x="2191482" y="3463930"/>
                  </a:lnTo>
                  <a:lnTo>
                    <a:pt x="2191575" y="3463930"/>
                  </a:lnTo>
                  <a:lnTo>
                    <a:pt x="2191669" y="3463930"/>
                  </a:lnTo>
                  <a:lnTo>
                    <a:pt x="2191762" y="3463930"/>
                  </a:lnTo>
                  <a:lnTo>
                    <a:pt x="2191855" y="3463930"/>
                  </a:lnTo>
                  <a:lnTo>
                    <a:pt x="2192042" y="3463930"/>
                  </a:lnTo>
                  <a:lnTo>
                    <a:pt x="2192508" y="3463930"/>
                  </a:lnTo>
                  <a:lnTo>
                    <a:pt x="2192601" y="3463930"/>
                  </a:lnTo>
                  <a:lnTo>
                    <a:pt x="2192694" y="3463930"/>
                  </a:lnTo>
                  <a:lnTo>
                    <a:pt x="2192974" y="3463930"/>
                  </a:lnTo>
                  <a:lnTo>
                    <a:pt x="2193067" y="3463930"/>
                  </a:lnTo>
                  <a:lnTo>
                    <a:pt x="2193440" y="3463930"/>
                  </a:lnTo>
                  <a:lnTo>
                    <a:pt x="2193627" y="3463930"/>
                  </a:lnTo>
                  <a:lnTo>
                    <a:pt x="2193906" y="3463930"/>
                  </a:lnTo>
                  <a:lnTo>
                    <a:pt x="2194373" y="3463930"/>
                  </a:lnTo>
                  <a:lnTo>
                    <a:pt x="2194466" y="3463930"/>
                  </a:lnTo>
                  <a:lnTo>
                    <a:pt x="2194559" y="3463930"/>
                  </a:lnTo>
                  <a:lnTo>
                    <a:pt x="2194652" y="3463930"/>
                  </a:lnTo>
                  <a:lnTo>
                    <a:pt x="2195119" y="3463930"/>
                  </a:lnTo>
                  <a:lnTo>
                    <a:pt x="2195585" y="3463930"/>
                  </a:lnTo>
                  <a:lnTo>
                    <a:pt x="2195678" y="3463930"/>
                  </a:lnTo>
                  <a:lnTo>
                    <a:pt x="2195771" y="3463930"/>
                  </a:lnTo>
                  <a:lnTo>
                    <a:pt x="2195865" y="3463930"/>
                  </a:lnTo>
                  <a:lnTo>
                    <a:pt x="2195958" y="3463930"/>
                  </a:lnTo>
                  <a:lnTo>
                    <a:pt x="2196144" y="3463930"/>
                  </a:lnTo>
                  <a:lnTo>
                    <a:pt x="2196238" y="3463930"/>
                  </a:lnTo>
                  <a:lnTo>
                    <a:pt x="2196517" y="3463930"/>
                  </a:lnTo>
                  <a:lnTo>
                    <a:pt x="2196611" y="3463930"/>
                  </a:lnTo>
                  <a:lnTo>
                    <a:pt x="2196704" y="3463930"/>
                  </a:lnTo>
                  <a:lnTo>
                    <a:pt x="2196797" y="3463930"/>
                  </a:lnTo>
                  <a:lnTo>
                    <a:pt x="2197450" y="3463930"/>
                  </a:lnTo>
                  <a:lnTo>
                    <a:pt x="2197543" y="3463930"/>
                  </a:lnTo>
                  <a:lnTo>
                    <a:pt x="2197636" y="3463930"/>
                  </a:lnTo>
                  <a:lnTo>
                    <a:pt x="2197730" y="3463930"/>
                  </a:lnTo>
                  <a:lnTo>
                    <a:pt x="2198009" y="3463930"/>
                  </a:lnTo>
                  <a:lnTo>
                    <a:pt x="2198103" y="3463930"/>
                  </a:lnTo>
                  <a:lnTo>
                    <a:pt x="2198569" y="3463930"/>
                  </a:lnTo>
                  <a:lnTo>
                    <a:pt x="2198662" y="3463930"/>
                  </a:lnTo>
                  <a:lnTo>
                    <a:pt x="2198942" y="3463930"/>
                  </a:lnTo>
                  <a:lnTo>
                    <a:pt x="2199035" y="3463930"/>
                  </a:lnTo>
                  <a:lnTo>
                    <a:pt x="2199688" y="3463930"/>
                  </a:lnTo>
                  <a:lnTo>
                    <a:pt x="2199781" y="3463930"/>
                  </a:lnTo>
                  <a:lnTo>
                    <a:pt x="2199874" y="3463930"/>
                  </a:lnTo>
                  <a:lnTo>
                    <a:pt x="2200154" y="3463930"/>
                  </a:lnTo>
                  <a:lnTo>
                    <a:pt x="2200247" y="3463930"/>
                  </a:lnTo>
                  <a:lnTo>
                    <a:pt x="2200340" y="3463930"/>
                  </a:lnTo>
                  <a:lnTo>
                    <a:pt x="2200434" y="3463930"/>
                  </a:lnTo>
                  <a:lnTo>
                    <a:pt x="2200620" y="3463930"/>
                  </a:lnTo>
                  <a:lnTo>
                    <a:pt x="2200807" y="3463930"/>
                  </a:lnTo>
                  <a:lnTo>
                    <a:pt x="2200993" y="3463930"/>
                  </a:lnTo>
                  <a:lnTo>
                    <a:pt x="2201180" y="3463930"/>
                  </a:lnTo>
                  <a:lnTo>
                    <a:pt x="2201273" y="3463930"/>
                  </a:lnTo>
                  <a:lnTo>
                    <a:pt x="2201459" y="3463930"/>
                  </a:lnTo>
                  <a:lnTo>
                    <a:pt x="2201832" y="3463930"/>
                  </a:lnTo>
                  <a:lnTo>
                    <a:pt x="2202019" y="3463930"/>
                  </a:lnTo>
                  <a:lnTo>
                    <a:pt x="2202578" y="3463930"/>
                  </a:lnTo>
                  <a:lnTo>
                    <a:pt x="2202858" y="3463930"/>
                  </a:lnTo>
                  <a:lnTo>
                    <a:pt x="2202951" y="3463930"/>
                  </a:lnTo>
                  <a:lnTo>
                    <a:pt x="2203138" y="3453976"/>
                  </a:lnTo>
                  <a:lnTo>
                    <a:pt x="2203791" y="3453976"/>
                  </a:lnTo>
                  <a:lnTo>
                    <a:pt x="2204070" y="3453976"/>
                  </a:lnTo>
                  <a:lnTo>
                    <a:pt x="2204257" y="3453976"/>
                  </a:lnTo>
                  <a:lnTo>
                    <a:pt x="2204443" y="3453976"/>
                  </a:lnTo>
                  <a:lnTo>
                    <a:pt x="2204537" y="3453976"/>
                  </a:lnTo>
                  <a:lnTo>
                    <a:pt x="2205096" y="3453976"/>
                  </a:lnTo>
                  <a:lnTo>
                    <a:pt x="2205562" y="3453976"/>
                  </a:lnTo>
                  <a:lnTo>
                    <a:pt x="2205749" y="3453976"/>
                  </a:lnTo>
                  <a:lnTo>
                    <a:pt x="2205935" y="3453976"/>
                  </a:lnTo>
                  <a:lnTo>
                    <a:pt x="2206029" y="3453976"/>
                  </a:lnTo>
                  <a:lnTo>
                    <a:pt x="2206122" y="3453976"/>
                  </a:lnTo>
                  <a:lnTo>
                    <a:pt x="2206215" y="3453976"/>
                  </a:lnTo>
                  <a:lnTo>
                    <a:pt x="2206401" y="3453976"/>
                  </a:lnTo>
                  <a:lnTo>
                    <a:pt x="2206681" y="3453976"/>
                  </a:lnTo>
                  <a:lnTo>
                    <a:pt x="2206774" y="3453976"/>
                  </a:lnTo>
                  <a:lnTo>
                    <a:pt x="2206868" y="3453976"/>
                  </a:lnTo>
                  <a:lnTo>
                    <a:pt x="2207241" y="3453976"/>
                  </a:lnTo>
                  <a:lnTo>
                    <a:pt x="2207614" y="3453976"/>
                  </a:lnTo>
                  <a:lnTo>
                    <a:pt x="2207707" y="3453976"/>
                  </a:lnTo>
                  <a:lnTo>
                    <a:pt x="2208266" y="3453976"/>
                  </a:lnTo>
                  <a:lnTo>
                    <a:pt x="2208826" y="3453976"/>
                  </a:lnTo>
                  <a:lnTo>
                    <a:pt x="2208919" y="3453976"/>
                  </a:lnTo>
                  <a:lnTo>
                    <a:pt x="2209012" y="3453976"/>
                  </a:lnTo>
                  <a:lnTo>
                    <a:pt x="2209292" y="3453976"/>
                  </a:lnTo>
                  <a:lnTo>
                    <a:pt x="2209665" y="3453976"/>
                  </a:lnTo>
                  <a:lnTo>
                    <a:pt x="2209758" y="3453976"/>
                  </a:lnTo>
                  <a:lnTo>
                    <a:pt x="2210318" y="3453976"/>
                  </a:lnTo>
                  <a:lnTo>
                    <a:pt x="2210504" y="3453976"/>
                  </a:lnTo>
                  <a:lnTo>
                    <a:pt x="2210598" y="3453976"/>
                  </a:lnTo>
                  <a:lnTo>
                    <a:pt x="2210691" y="3453976"/>
                  </a:lnTo>
                  <a:lnTo>
                    <a:pt x="2210784" y="3453976"/>
                  </a:lnTo>
                  <a:lnTo>
                    <a:pt x="2210971" y="3453976"/>
                  </a:lnTo>
                  <a:lnTo>
                    <a:pt x="2211250" y="3453976"/>
                  </a:lnTo>
                  <a:lnTo>
                    <a:pt x="2211437" y="3453976"/>
                  </a:lnTo>
                  <a:lnTo>
                    <a:pt x="2211996" y="3453976"/>
                  </a:lnTo>
                  <a:lnTo>
                    <a:pt x="2212090" y="3453976"/>
                  </a:lnTo>
                  <a:lnTo>
                    <a:pt x="2212183" y="3453976"/>
                  </a:lnTo>
                  <a:lnTo>
                    <a:pt x="2212369" y="3453976"/>
                  </a:lnTo>
                  <a:lnTo>
                    <a:pt x="2212463" y="3453976"/>
                  </a:lnTo>
                  <a:lnTo>
                    <a:pt x="2212649" y="3453976"/>
                  </a:lnTo>
                  <a:lnTo>
                    <a:pt x="2212836" y="3453976"/>
                  </a:lnTo>
                  <a:lnTo>
                    <a:pt x="2213395" y="3453976"/>
                  </a:lnTo>
                  <a:lnTo>
                    <a:pt x="2213488" y="3453976"/>
                  </a:lnTo>
                  <a:lnTo>
                    <a:pt x="2213861" y="3453976"/>
                  </a:lnTo>
                  <a:lnTo>
                    <a:pt x="2213954" y="3453976"/>
                  </a:lnTo>
                  <a:lnTo>
                    <a:pt x="2214421" y="3453976"/>
                  </a:lnTo>
                  <a:lnTo>
                    <a:pt x="2214607" y="3453976"/>
                  </a:lnTo>
                  <a:lnTo>
                    <a:pt x="2214887" y="3453976"/>
                  </a:lnTo>
                  <a:lnTo>
                    <a:pt x="2215167" y="3453976"/>
                  </a:lnTo>
                  <a:lnTo>
                    <a:pt x="2215260" y="3453976"/>
                  </a:lnTo>
                  <a:lnTo>
                    <a:pt x="2215353" y="3453976"/>
                  </a:lnTo>
                  <a:lnTo>
                    <a:pt x="2215726" y="3453976"/>
                  </a:lnTo>
                  <a:lnTo>
                    <a:pt x="2215819" y="3453976"/>
                  </a:lnTo>
                  <a:lnTo>
                    <a:pt x="2216006" y="3453976"/>
                  </a:lnTo>
                  <a:lnTo>
                    <a:pt x="2216099" y="3453976"/>
                  </a:lnTo>
                  <a:lnTo>
                    <a:pt x="2216286" y="3453976"/>
                  </a:lnTo>
                  <a:lnTo>
                    <a:pt x="2216379" y="3453976"/>
                  </a:lnTo>
                  <a:lnTo>
                    <a:pt x="2216472" y="3453976"/>
                  </a:lnTo>
                  <a:lnTo>
                    <a:pt x="2216565" y="3453976"/>
                  </a:lnTo>
                  <a:lnTo>
                    <a:pt x="2216752" y="3453976"/>
                  </a:lnTo>
                  <a:lnTo>
                    <a:pt x="2216845" y="3453976"/>
                  </a:lnTo>
                  <a:lnTo>
                    <a:pt x="2217311" y="3453976"/>
                  </a:lnTo>
                  <a:lnTo>
                    <a:pt x="2217498" y="3453976"/>
                  </a:lnTo>
                  <a:lnTo>
                    <a:pt x="2217591" y="3453976"/>
                  </a:lnTo>
                  <a:lnTo>
                    <a:pt x="2217684" y="3453976"/>
                  </a:lnTo>
                  <a:lnTo>
                    <a:pt x="2217871" y="3453976"/>
                  </a:lnTo>
                  <a:lnTo>
                    <a:pt x="2217964" y="3453976"/>
                  </a:lnTo>
                  <a:lnTo>
                    <a:pt x="2218057" y="3453976"/>
                  </a:lnTo>
                  <a:lnTo>
                    <a:pt x="2218151" y="3453976"/>
                  </a:lnTo>
                  <a:lnTo>
                    <a:pt x="2218337" y="3453976"/>
                  </a:lnTo>
                  <a:lnTo>
                    <a:pt x="2218430" y="3453976"/>
                  </a:lnTo>
                  <a:lnTo>
                    <a:pt x="2218710" y="3453976"/>
                  </a:lnTo>
                  <a:lnTo>
                    <a:pt x="2218803" y="3453976"/>
                  </a:lnTo>
                  <a:lnTo>
                    <a:pt x="2218897" y="3453976"/>
                  </a:lnTo>
                  <a:lnTo>
                    <a:pt x="2219083" y="3453976"/>
                  </a:lnTo>
                  <a:lnTo>
                    <a:pt x="2219176" y="3453976"/>
                  </a:lnTo>
                  <a:lnTo>
                    <a:pt x="2219549" y="3444022"/>
                  </a:lnTo>
                  <a:lnTo>
                    <a:pt x="2219643" y="3444022"/>
                  </a:lnTo>
                  <a:lnTo>
                    <a:pt x="2219829" y="3444022"/>
                  </a:lnTo>
                  <a:lnTo>
                    <a:pt x="2220388" y="3444022"/>
                  </a:lnTo>
                  <a:lnTo>
                    <a:pt x="2220575" y="3444022"/>
                  </a:lnTo>
                  <a:lnTo>
                    <a:pt x="2220948" y="3444022"/>
                  </a:lnTo>
                  <a:lnTo>
                    <a:pt x="2221414" y="3444022"/>
                  </a:lnTo>
                  <a:lnTo>
                    <a:pt x="2221601" y="3444022"/>
                  </a:lnTo>
                  <a:lnTo>
                    <a:pt x="2221694" y="3444022"/>
                  </a:lnTo>
                  <a:lnTo>
                    <a:pt x="2221787" y="3444022"/>
                  </a:lnTo>
                  <a:lnTo>
                    <a:pt x="2221880" y="3444022"/>
                  </a:lnTo>
                  <a:lnTo>
                    <a:pt x="2222347" y="3444022"/>
                  </a:lnTo>
                  <a:lnTo>
                    <a:pt x="2222533" y="3444022"/>
                  </a:lnTo>
                  <a:lnTo>
                    <a:pt x="2222626" y="3444022"/>
                  </a:lnTo>
                  <a:lnTo>
                    <a:pt x="2222999" y="3444022"/>
                  </a:lnTo>
                  <a:lnTo>
                    <a:pt x="2224025" y="3444022"/>
                  </a:lnTo>
                  <a:lnTo>
                    <a:pt x="2224118" y="3444022"/>
                  </a:lnTo>
                  <a:lnTo>
                    <a:pt x="2224212" y="3444022"/>
                  </a:lnTo>
                  <a:lnTo>
                    <a:pt x="2224305" y="3444022"/>
                  </a:lnTo>
                  <a:lnTo>
                    <a:pt x="2224585" y="3444022"/>
                  </a:lnTo>
                  <a:lnTo>
                    <a:pt x="2224678" y="3444022"/>
                  </a:lnTo>
                  <a:lnTo>
                    <a:pt x="2224771" y="3444022"/>
                  </a:lnTo>
                  <a:lnTo>
                    <a:pt x="2224864" y="3444022"/>
                  </a:lnTo>
                  <a:lnTo>
                    <a:pt x="2225051" y="3444022"/>
                  </a:lnTo>
                  <a:lnTo>
                    <a:pt x="2225144" y="3444022"/>
                  </a:lnTo>
                  <a:lnTo>
                    <a:pt x="2225424" y="3444022"/>
                  </a:lnTo>
                  <a:lnTo>
                    <a:pt x="2225704" y="3444022"/>
                  </a:lnTo>
                  <a:lnTo>
                    <a:pt x="2225797" y="3444022"/>
                  </a:lnTo>
                  <a:lnTo>
                    <a:pt x="2225890" y="3444022"/>
                  </a:lnTo>
                  <a:lnTo>
                    <a:pt x="2226077" y="3444022"/>
                  </a:lnTo>
                  <a:lnTo>
                    <a:pt x="2226170" y="3444022"/>
                  </a:lnTo>
                  <a:lnTo>
                    <a:pt x="2226356" y="3444022"/>
                  </a:lnTo>
                  <a:lnTo>
                    <a:pt x="2226636" y="3444022"/>
                  </a:lnTo>
                  <a:lnTo>
                    <a:pt x="2226729" y="3444022"/>
                  </a:lnTo>
                  <a:lnTo>
                    <a:pt x="2227009" y="3444022"/>
                  </a:lnTo>
                  <a:lnTo>
                    <a:pt x="2227102" y="3444022"/>
                  </a:lnTo>
                  <a:lnTo>
                    <a:pt x="2227568" y="3444022"/>
                  </a:lnTo>
                  <a:lnTo>
                    <a:pt x="2227662" y="3444022"/>
                  </a:lnTo>
                  <a:lnTo>
                    <a:pt x="2228128" y="3444022"/>
                  </a:lnTo>
                  <a:lnTo>
                    <a:pt x="2228314" y="3444022"/>
                  </a:lnTo>
                  <a:lnTo>
                    <a:pt x="2228687" y="3444022"/>
                  </a:lnTo>
                  <a:lnTo>
                    <a:pt x="2228967" y="3444022"/>
                  </a:lnTo>
                  <a:lnTo>
                    <a:pt x="2229060" y="3444022"/>
                  </a:lnTo>
                  <a:lnTo>
                    <a:pt x="2229154" y="3444022"/>
                  </a:lnTo>
                  <a:lnTo>
                    <a:pt x="2229247" y="3444022"/>
                  </a:lnTo>
                  <a:lnTo>
                    <a:pt x="2229340" y="3444022"/>
                  </a:lnTo>
                  <a:lnTo>
                    <a:pt x="2229713" y="3444022"/>
                  </a:lnTo>
                  <a:lnTo>
                    <a:pt x="2229900" y="3444022"/>
                  </a:lnTo>
                  <a:lnTo>
                    <a:pt x="2229993" y="3444022"/>
                  </a:lnTo>
                  <a:lnTo>
                    <a:pt x="2230179" y="3444022"/>
                  </a:lnTo>
                  <a:lnTo>
                    <a:pt x="2230366" y="3444022"/>
                  </a:lnTo>
                  <a:lnTo>
                    <a:pt x="2230552" y="3444022"/>
                  </a:lnTo>
                  <a:lnTo>
                    <a:pt x="2230739" y="3444022"/>
                  </a:lnTo>
                  <a:lnTo>
                    <a:pt x="2231019" y="3434068"/>
                  </a:lnTo>
                  <a:lnTo>
                    <a:pt x="2231205" y="3434068"/>
                  </a:lnTo>
                  <a:lnTo>
                    <a:pt x="2231298" y="3434068"/>
                  </a:lnTo>
                  <a:lnTo>
                    <a:pt x="2231485" y="3434068"/>
                  </a:lnTo>
                  <a:lnTo>
                    <a:pt x="2231578" y="3434068"/>
                  </a:lnTo>
                  <a:lnTo>
                    <a:pt x="2231765" y="3434068"/>
                  </a:lnTo>
                  <a:lnTo>
                    <a:pt x="2231858" y="3434068"/>
                  </a:lnTo>
                  <a:lnTo>
                    <a:pt x="2231951" y="3434068"/>
                  </a:lnTo>
                  <a:lnTo>
                    <a:pt x="2232044" y="3434068"/>
                  </a:lnTo>
                  <a:lnTo>
                    <a:pt x="2232138" y="3434068"/>
                  </a:lnTo>
                  <a:lnTo>
                    <a:pt x="2232231" y="3434068"/>
                  </a:lnTo>
                  <a:lnTo>
                    <a:pt x="2232417" y="3434068"/>
                  </a:lnTo>
                  <a:lnTo>
                    <a:pt x="2232511" y="3434068"/>
                  </a:lnTo>
                  <a:lnTo>
                    <a:pt x="2232604" y="3434068"/>
                  </a:lnTo>
                  <a:lnTo>
                    <a:pt x="2232790" y="3434068"/>
                  </a:lnTo>
                  <a:lnTo>
                    <a:pt x="2233163" y="3434068"/>
                  </a:lnTo>
                  <a:lnTo>
                    <a:pt x="2233257" y="3434068"/>
                  </a:lnTo>
                  <a:lnTo>
                    <a:pt x="2233350" y="3434068"/>
                  </a:lnTo>
                  <a:lnTo>
                    <a:pt x="2233443" y="3434068"/>
                  </a:lnTo>
                  <a:lnTo>
                    <a:pt x="2233536" y="3434068"/>
                  </a:lnTo>
                  <a:lnTo>
                    <a:pt x="2233630" y="3434068"/>
                  </a:lnTo>
                  <a:lnTo>
                    <a:pt x="2234189" y="3434068"/>
                  </a:lnTo>
                  <a:lnTo>
                    <a:pt x="2234375" y="3434068"/>
                  </a:lnTo>
                  <a:lnTo>
                    <a:pt x="2234469" y="3434068"/>
                  </a:lnTo>
                  <a:lnTo>
                    <a:pt x="2234655" y="3434068"/>
                  </a:lnTo>
                  <a:lnTo>
                    <a:pt x="2234842" y="3434068"/>
                  </a:lnTo>
                  <a:lnTo>
                    <a:pt x="2235028" y="3434068"/>
                  </a:lnTo>
                  <a:lnTo>
                    <a:pt x="2235121" y="3434068"/>
                  </a:lnTo>
                  <a:lnTo>
                    <a:pt x="2235588" y="3434068"/>
                  </a:lnTo>
                  <a:lnTo>
                    <a:pt x="2235961" y="3434068"/>
                  </a:lnTo>
                  <a:lnTo>
                    <a:pt x="2236054" y="3434068"/>
                  </a:lnTo>
                  <a:lnTo>
                    <a:pt x="2236334" y="3434068"/>
                  </a:lnTo>
                  <a:lnTo>
                    <a:pt x="2236427" y="3434068"/>
                  </a:lnTo>
                  <a:lnTo>
                    <a:pt x="2236520" y="3434068"/>
                  </a:lnTo>
                  <a:lnTo>
                    <a:pt x="2236707" y="3434068"/>
                  </a:lnTo>
                  <a:lnTo>
                    <a:pt x="2236800" y="3434068"/>
                  </a:lnTo>
                  <a:lnTo>
                    <a:pt x="2236893" y="3434068"/>
                  </a:lnTo>
                  <a:lnTo>
                    <a:pt x="2237173" y="3434068"/>
                  </a:lnTo>
                  <a:lnTo>
                    <a:pt x="2237266" y="3434068"/>
                  </a:lnTo>
                  <a:lnTo>
                    <a:pt x="2237639" y="3434068"/>
                  </a:lnTo>
                  <a:lnTo>
                    <a:pt x="2237732" y="3434068"/>
                  </a:lnTo>
                  <a:lnTo>
                    <a:pt x="2237826" y="3434068"/>
                  </a:lnTo>
                  <a:lnTo>
                    <a:pt x="2238012" y="3434068"/>
                  </a:lnTo>
                  <a:lnTo>
                    <a:pt x="2238105" y="3434068"/>
                  </a:lnTo>
                  <a:lnTo>
                    <a:pt x="2238199" y="3434068"/>
                  </a:lnTo>
                  <a:lnTo>
                    <a:pt x="2238665" y="3434068"/>
                  </a:lnTo>
                  <a:lnTo>
                    <a:pt x="2238851" y="3434068"/>
                  </a:lnTo>
                  <a:lnTo>
                    <a:pt x="2238945" y="3434068"/>
                  </a:lnTo>
                  <a:lnTo>
                    <a:pt x="2239504" y="3434068"/>
                  </a:lnTo>
                  <a:lnTo>
                    <a:pt x="2239597" y="3434068"/>
                  </a:lnTo>
                  <a:lnTo>
                    <a:pt x="2240064" y="3434068"/>
                  </a:lnTo>
                  <a:lnTo>
                    <a:pt x="2240157" y="3434068"/>
                  </a:lnTo>
                  <a:lnTo>
                    <a:pt x="2240343" y="3434068"/>
                  </a:lnTo>
                  <a:lnTo>
                    <a:pt x="2240437" y="3434068"/>
                  </a:lnTo>
                  <a:lnTo>
                    <a:pt x="2241182" y="3434068"/>
                  </a:lnTo>
                  <a:lnTo>
                    <a:pt x="2241369" y="3434068"/>
                  </a:lnTo>
                  <a:lnTo>
                    <a:pt x="2241462" y="3434068"/>
                  </a:lnTo>
                  <a:lnTo>
                    <a:pt x="2241555" y="3434068"/>
                  </a:lnTo>
                  <a:lnTo>
                    <a:pt x="2241649" y="3434068"/>
                  </a:lnTo>
                  <a:lnTo>
                    <a:pt x="2242022" y="3434068"/>
                  </a:lnTo>
                  <a:lnTo>
                    <a:pt x="2242208" y="3434068"/>
                  </a:lnTo>
                  <a:lnTo>
                    <a:pt x="2242395" y="3434068"/>
                  </a:lnTo>
                  <a:lnTo>
                    <a:pt x="2242581" y="3434068"/>
                  </a:lnTo>
                  <a:lnTo>
                    <a:pt x="2242861" y="3434068"/>
                  </a:lnTo>
                  <a:lnTo>
                    <a:pt x="2243047" y="3434068"/>
                  </a:lnTo>
                  <a:lnTo>
                    <a:pt x="2243141" y="3434068"/>
                  </a:lnTo>
                  <a:lnTo>
                    <a:pt x="2243327" y="3434068"/>
                  </a:lnTo>
                  <a:lnTo>
                    <a:pt x="2243607" y="3434068"/>
                  </a:lnTo>
                  <a:lnTo>
                    <a:pt x="2243793" y="3434068"/>
                  </a:lnTo>
                  <a:lnTo>
                    <a:pt x="2243887" y="3434068"/>
                  </a:lnTo>
                  <a:lnTo>
                    <a:pt x="2243980" y="3434068"/>
                  </a:lnTo>
                  <a:lnTo>
                    <a:pt x="2244073" y="3434068"/>
                  </a:lnTo>
                  <a:lnTo>
                    <a:pt x="2244166" y="3434068"/>
                  </a:lnTo>
                  <a:lnTo>
                    <a:pt x="2244260" y="3434068"/>
                  </a:lnTo>
                  <a:lnTo>
                    <a:pt x="2244353" y="3434068"/>
                  </a:lnTo>
                  <a:lnTo>
                    <a:pt x="2244446" y="3434068"/>
                  </a:lnTo>
                  <a:lnTo>
                    <a:pt x="2244539" y="3434068"/>
                  </a:lnTo>
                  <a:lnTo>
                    <a:pt x="2244819" y="3434068"/>
                  </a:lnTo>
                  <a:lnTo>
                    <a:pt x="2245099" y="3434068"/>
                  </a:lnTo>
                  <a:lnTo>
                    <a:pt x="2245379" y="3434068"/>
                  </a:lnTo>
                  <a:lnTo>
                    <a:pt x="2245472" y="3434068"/>
                  </a:lnTo>
                  <a:lnTo>
                    <a:pt x="2245565" y="3434068"/>
                  </a:lnTo>
                  <a:lnTo>
                    <a:pt x="2245658" y="3434068"/>
                  </a:lnTo>
                  <a:lnTo>
                    <a:pt x="2245752" y="3434068"/>
                  </a:lnTo>
                  <a:lnTo>
                    <a:pt x="2246218" y="3434068"/>
                  </a:lnTo>
                  <a:lnTo>
                    <a:pt x="2246498" y="3434068"/>
                  </a:lnTo>
                  <a:lnTo>
                    <a:pt x="2246684" y="3434068"/>
                  </a:lnTo>
                  <a:lnTo>
                    <a:pt x="2246777" y="3434068"/>
                  </a:lnTo>
                  <a:lnTo>
                    <a:pt x="2246964" y="3434068"/>
                  </a:lnTo>
                  <a:lnTo>
                    <a:pt x="2247150" y="3434068"/>
                  </a:lnTo>
                  <a:lnTo>
                    <a:pt x="2247244" y="3434068"/>
                  </a:lnTo>
                  <a:lnTo>
                    <a:pt x="2247337" y="3434068"/>
                  </a:lnTo>
                  <a:lnTo>
                    <a:pt x="2247430" y="3434068"/>
                  </a:lnTo>
                  <a:lnTo>
                    <a:pt x="2247523" y="3434068"/>
                  </a:lnTo>
                  <a:lnTo>
                    <a:pt x="2247617" y="3434068"/>
                  </a:lnTo>
                  <a:lnTo>
                    <a:pt x="2247710" y="3434068"/>
                  </a:lnTo>
                  <a:lnTo>
                    <a:pt x="2247803" y="3434068"/>
                  </a:lnTo>
                  <a:lnTo>
                    <a:pt x="2248735" y="3434068"/>
                  </a:lnTo>
                  <a:lnTo>
                    <a:pt x="2248829" y="3434068"/>
                  </a:lnTo>
                  <a:lnTo>
                    <a:pt x="2248922" y="3434068"/>
                  </a:lnTo>
                  <a:lnTo>
                    <a:pt x="2249202" y="3434068"/>
                  </a:lnTo>
                  <a:lnTo>
                    <a:pt x="2249295" y="3434068"/>
                  </a:lnTo>
                  <a:lnTo>
                    <a:pt x="2249388" y="3434068"/>
                  </a:lnTo>
                  <a:lnTo>
                    <a:pt x="2249481" y="3434068"/>
                  </a:lnTo>
                  <a:lnTo>
                    <a:pt x="2249854" y="3434068"/>
                  </a:lnTo>
                  <a:lnTo>
                    <a:pt x="2250041" y="3434068"/>
                  </a:lnTo>
                  <a:lnTo>
                    <a:pt x="2250134" y="3434068"/>
                  </a:lnTo>
                  <a:lnTo>
                    <a:pt x="2250414" y="3434068"/>
                  </a:lnTo>
                  <a:lnTo>
                    <a:pt x="2250507" y="3434068"/>
                  </a:lnTo>
                  <a:lnTo>
                    <a:pt x="2250600" y="3434068"/>
                  </a:lnTo>
                  <a:lnTo>
                    <a:pt x="2250694" y="3434068"/>
                  </a:lnTo>
                  <a:lnTo>
                    <a:pt x="2250787" y="3434068"/>
                  </a:lnTo>
                  <a:lnTo>
                    <a:pt x="2251067" y="3434068"/>
                  </a:lnTo>
                  <a:lnTo>
                    <a:pt x="2251626" y="3434068"/>
                  </a:lnTo>
                  <a:lnTo>
                    <a:pt x="2251719" y="3434068"/>
                  </a:lnTo>
                  <a:lnTo>
                    <a:pt x="2251813" y="3434068"/>
                  </a:lnTo>
                  <a:lnTo>
                    <a:pt x="2251999" y="3434068"/>
                  </a:lnTo>
                  <a:lnTo>
                    <a:pt x="2252559" y="3434068"/>
                  </a:lnTo>
                  <a:lnTo>
                    <a:pt x="2252838" y="3434068"/>
                  </a:lnTo>
                  <a:lnTo>
                    <a:pt x="2252932" y="3434068"/>
                  </a:lnTo>
                  <a:lnTo>
                    <a:pt x="2253118" y="3434068"/>
                  </a:lnTo>
                  <a:lnTo>
                    <a:pt x="2253211" y="3434068"/>
                  </a:lnTo>
                  <a:lnTo>
                    <a:pt x="2253305" y="3434068"/>
                  </a:lnTo>
                  <a:lnTo>
                    <a:pt x="2253398" y="3434068"/>
                  </a:lnTo>
                  <a:lnTo>
                    <a:pt x="2253491" y="3434068"/>
                  </a:lnTo>
                  <a:lnTo>
                    <a:pt x="2253771" y="3434068"/>
                  </a:lnTo>
                  <a:lnTo>
                    <a:pt x="2253957" y="3434068"/>
                  </a:lnTo>
                  <a:lnTo>
                    <a:pt x="2254051" y="3434068"/>
                  </a:lnTo>
                  <a:lnTo>
                    <a:pt x="2254330" y="3434068"/>
                  </a:lnTo>
                  <a:lnTo>
                    <a:pt x="2254424" y="3434068"/>
                  </a:lnTo>
                  <a:lnTo>
                    <a:pt x="2254703" y="3434068"/>
                  </a:lnTo>
                  <a:lnTo>
                    <a:pt x="2254796" y="3434068"/>
                  </a:lnTo>
                  <a:lnTo>
                    <a:pt x="2254890" y="3434068"/>
                  </a:lnTo>
                  <a:lnTo>
                    <a:pt x="2254983" y="3434068"/>
                  </a:lnTo>
                  <a:lnTo>
                    <a:pt x="2255169" y="3434068"/>
                  </a:lnTo>
                  <a:lnTo>
                    <a:pt x="2255449" y="3434068"/>
                  </a:lnTo>
                  <a:lnTo>
                    <a:pt x="2255636" y="3434068"/>
                  </a:lnTo>
                  <a:lnTo>
                    <a:pt x="2255729" y="3434068"/>
                  </a:lnTo>
                  <a:lnTo>
                    <a:pt x="2256009" y="3434068"/>
                  </a:lnTo>
                  <a:lnTo>
                    <a:pt x="2256195" y="3424114"/>
                  </a:lnTo>
                  <a:lnTo>
                    <a:pt x="2256288" y="3424114"/>
                  </a:lnTo>
                  <a:lnTo>
                    <a:pt x="2256382" y="3424114"/>
                  </a:lnTo>
                  <a:lnTo>
                    <a:pt x="2256755" y="3424114"/>
                  </a:lnTo>
                  <a:lnTo>
                    <a:pt x="2256848" y="3424114"/>
                  </a:lnTo>
                  <a:lnTo>
                    <a:pt x="2256941" y="3424114"/>
                  </a:lnTo>
                  <a:lnTo>
                    <a:pt x="2257034" y="3424114"/>
                  </a:lnTo>
                  <a:lnTo>
                    <a:pt x="2257128" y="3424114"/>
                  </a:lnTo>
                  <a:lnTo>
                    <a:pt x="2257314" y="3424114"/>
                  </a:lnTo>
                  <a:lnTo>
                    <a:pt x="2257407" y="3424114"/>
                  </a:lnTo>
                  <a:lnTo>
                    <a:pt x="2257501" y="3424114"/>
                  </a:lnTo>
                  <a:lnTo>
                    <a:pt x="2257687" y="3424114"/>
                  </a:lnTo>
                  <a:lnTo>
                    <a:pt x="2257780" y="3424114"/>
                  </a:lnTo>
                  <a:lnTo>
                    <a:pt x="2258340" y="3424114"/>
                  </a:lnTo>
                  <a:lnTo>
                    <a:pt x="2258433" y="3424114"/>
                  </a:lnTo>
                  <a:lnTo>
                    <a:pt x="2258620" y="3424114"/>
                  </a:lnTo>
                  <a:lnTo>
                    <a:pt x="2258713" y="3424114"/>
                  </a:lnTo>
                  <a:lnTo>
                    <a:pt x="2258806" y="3424114"/>
                  </a:lnTo>
                  <a:lnTo>
                    <a:pt x="2258899" y="3424114"/>
                  </a:lnTo>
                  <a:lnTo>
                    <a:pt x="2259179" y="3424114"/>
                  </a:lnTo>
                  <a:lnTo>
                    <a:pt x="2259272" y="3424114"/>
                  </a:lnTo>
                  <a:lnTo>
                    <a:pt x="2259366" y="3424114"/>
                  </a:lnTo>
                  <a:lnTo>
                    <a:pt x="2259925" y="3424114"/>
                  </a:lnTo>
                  <a:lnTo>
                    <a:pt x="2260205" y="3424114"/>
                  </a:lnTo>
                  <a:lnTo>
                    <a:pt x="2260298" y="3424114"/>
                  </a:lnTo>
                  <a:lnTo>
                    <a:pt x="2260391" y="3424114"/>
                  </a:lnTo>
                  <a:lnTo>
                    <a:pt x="2260485" y="3424114"/>
                  </a:lnTo>
                  <a:lnTo>
                    <a:pt x="2260858" y="3424114"/>
                  </a:lnTo>
                  <a:lnTo>
                    <a:pt x="2260951" y="3424114"/>
                  </a:lnTo>
                  <a:lnTo>
                    <a:pt x="2261044" y="3424114"/>
                  </a:lnTo>
                  <a:lnTo>
                    <a:pt x="2261324" y="3424114"/>
                  </a:lnTo>
                  <a:lnTo>
                    <a:pt x="2261510" y="3424114"/>
                  </a:lnTo>
                  <a:lnTo>
                    <a:pt x="2261697" y="3424114"/>
                  </a:lnTo>
                  <a:lnTo>
                    <a:pt x="2261790" y="3424114"/>
                  </a:lnTo>
                  <a:lnTo>
                    <a:pt x="2262070" y="3424114"/>
                  </a:lnTo>
                  <a:lnTo>
                    <a:pt x="2262163" y="3424114"/>
                  </a:lnTo>
                  <a:lnTo>
                    <a:pt x="2262256" y="3424114"/>
                  </a:lnTo>
                  <a:lnTo>
                    <a:pt x="2262443" y="3424114"/>
                  </a:lnTo>
                  <a:lnTo>
                    <a:pt x="2262536" y="3424114"/>
                  </a:lnTo>
                  <a:lnTo>
                    <a:pt x="2262629" y="3424114"/>
                  </a:lnTo>
                  <a:lnTo>
                    <a:pt x="2262722" y="3424114"/>
                  </a:lnTo>
                  <a:lnTo>
                    <a:pt x="2263095" y="3424114"/>
                  </a:lnTo>
                  <a:lnTo>
                    <a:pt x="2263282" y="3424114"/>
                  </a:lnTo>
                  <a:lnTo>
                    <a:pt x="2263935" y="3424114"/>
                  </a:lnTo>
                  <a:lnTo>
                    <a:pt x="2264028" y="3424114"/>
                  </a:lnTo>
                  <a:lnTo>
                    <a:pt x="2264121" y="3424114"/>
                  </a:lnTo>
                  <a:lnTo>
                    <a:pt x="2264401" y="3424114"/>
                  </a:lnTo>
                  <a:lnTo>
                    <a:pt x="2264587" y="3424114"/>
                  </a:lnTo>
                  <a:lnTo>
                    <a:pt x="2264774" y="3424114"/>
                  </a:lnTo>
                  <a:lnTo>
                    <a:pt x="2264960" y="3424114"/>
                  </a:lnTo>
                  <a:lnTo>
                    <a:pt x="2265054" y="3424114"/>
                  </a:lnTo>
                  <a:lnTo>
                    <a:pt x="2265147" y="3424114"/>
                  </a:lnTo>
                  <a:lnTo>
                    <a:pt x="2265427" y="3424114"/>
                  </a:lnTo>
                  <a:lnTo>
                    <a:pt x="2265520" y="3424114"/>
                  </a:lnTo>
                  <a:lnTo>
                    <a:pt x="2265613" y="3424114"/>
                  </a:lnTo>
                  <a:lnTo>
                    <a:pt x="2265706" y="3424114"/>
                  </a:lnTo>
                  <a:lnTo>
                    <a:pt x="2265893" y="3424114"/>
                  </a:lnTo>
                  <a:lnTo>
                    <a:pt x="2265986" y="3424114"/>
                  </a:lnTo>
                  <a:lnTo>
                    <a:pt x="2266173" y="3424114"/>
                  </a:lnTo>
                  <a:lnTo>
                    <a:pt x="2266546" y="3424114"/>
                  </a:lnTo>
                  <a:lnTo>
                    <a:pt x="2266732" y="3424114"/>
                  </a:lnTo>
                  <a:lnTo>
                    <a:pt x="2266919" y="3424114"/>
                  </a:lnTo>
                  <a:lnTo>
                    <a:pt x="2267012" y="3424114"/>
                  </a:lnTo>
                  <a:lnTo>
                    <a:pt x="2267198" y="3424114"/>
                  </a:lnTo>
                  <a:lnTo>
                    <a:pt x="2267571" y="3424114"/>
                  </a:lnTo>
                  <a:lnTo>
                    <a:pt x="2267665" y="3424114"/>
                  </a:lnTo>
                  <a:lnTo>
                    <a:pt x="2267944" y="3424114"/>
                  </a:lnTo>
                  <a:lnTo>
                    <a:pt x="2268131" y="3424114"/>
                  </a:lnTo>
                  <a:lnTo>
                    <a:pt x="2268224" y="3424114"/>
                  </a:lnTo>
                  <a:lnTo>
                    <a:pt x="2268317" y="3424114"/>
                  </a:lnTo>
                  <a:lnTo>
                    <a:pt x="2268411" y="3424114"/>
                  </a:lnTo>
                  <a:lnTo>
                    <a:pt x="2269156" y="3424114"/>
                  </a:lnTo>
                  <a:lnTo>
                    <a:pt x="2269343" y="3424114"/>
                  </a:lnTo>
                  <a:lnTo>
                    <a:pt x="2269436" y="3424114"/>
                  </a:lnTo>
                  <a:lnTo>
                    <a:pt x="2269623" y="3424114"/>
                  </a:lnTo>
                  <a:lnTo>
                    <a:pt x="2269716" y="3424114"/>
                  </a:lnTo>
                  <a:lnTo>
                    <a:pt x="2270182" y="3424114"/>
                  </a:lnTo>
                  <a:lnTo>
                    <a:pt x="2270369" y="3424114"/>
                  </a:lnTo>
                  <a:lnTo>
                    <a:pt x="2270462" y="3424114"/>
                  </a:lnTo>
                  <a:lnTo>
                    <a:pt x="2270648" y="3424114"/>
                  </a:lnTo>
                  <a:lnTo>
                    <a:pt x="2270742" y="3424114"/>
                  </a:lnTo>
                  <a:lnTo>
                    <a:pt x="2270928" y="3424114"/>
                  </a:lnTo>
                  <a:lnTo>
                    <a:pt x="2271021" y="3424114"/>
                  </a:lnTo>
                  <a:lnTo>
                    <a:pt x="2271115" y="3424114"/>
                  </a:lnTo>
                  <a:lnTo>
                    <a:pt x="2271394" y="3424114"/>
                  </a:lnTo>
                  <a:lnTo>
                    <a:pt x="2271674" y="3424114"/>
                  </a:lnTo>
                  <a:lnTo>
                    <a:pt x="2271861" y="3424114"/>
                  </a:lnTo>
                  <a:lnTo>
                    <a:pt x="2271954" y="3424114"/>
                  </a:lnTo>
                  <a:lnTo>
                    <a:pt x="2272047" y="3424114"/>
                  </a:lnTo>
                  <a:lnTo>
                    <a:pt x="2272234" y="3424114"/>
                  </a:lnTo>
                  <a:lnTo>
                    <a:pt x="2272327" y="3424114"/>
                  </a:lnTo>
                  <a:lnTo>
                    <a:pt x="2272793" y="3424114"/>
                  </a:lnTo>
                  <a:lnTo>
                    <a:pt x="2273073" y="3424114"/>
                  </a:lnTo>
                  <a:lnTo>
                    <a:pt x="2273259" y="3414161"/>
                  </a:lnTo>
                  <a:lnTo>
                    <a:pt x="2273353" y="3414161"/>
                  </a:lnTo>
                  <a:lnTo>
                    <a:pt x="2273726" y="3414161"/>
                  </a:lnTo>
                  <a:lnTo>
                    <a:pt x="2273912" y="3414161"/>
                  </a:lnTo>
                  <a:lnTo>
                    <a:pt x="2274658" y="3414161"/>
                  </a:lnTo>
                  <a:lnTo>
                    <a:pt x="2274751" y="3414161"/>
                  </a:lnTo>
                  <a:lnTo>
                    <a:pt x="2274938" y="3414161"/>
                  </a:lnTo>
                  <a:lnTo>
                    <a:pt x="2275404" y="3414161"/>
                  </a:lnTo>
                  <a:lnTo>
                    <a:pt x="2275591" y="3414161"/>
                  </a:lnTo>
                  <a:lnTo>
                    <a:pt x="2276057" y="3414161"/>
                  </a:lnTo>
                  <a:lnTo>
                    <a:pt x="2276243" y="3414161"/>
                  </a:lnTo>
                  <a:lnTo>
                    <a:pt x="2276336" y="3414161"/>
                  </a:lnTo>
                  <a:lnTo>
                    <a:pt x="2276523" y="3414161"/>
                  </a:lnTo>
                  <a:lnTo>
                    <a:pt x="2276709" y="3414161"/>
                  </a:lnTo>
                  <a:lnTo>
                    <a:pt x="2276803" y="3414161"/>
                  </a:lnTo>
                  <a:lnTo>
                    <a:pt x="2276896" y="3414161"/>
                  </a:lnTo>
                  <a:lnTo>
                    <a:pt x="2276989" y="3414161"/>
                  </a:lnTo>
                  <a:lnTo>
                    <a:pt x="2277176" y="3414161"/>
                  </a:lnTo>
                  <a:lnTo>
                    <a:pt x="2277269" y="3414161"/>
                  </a:lnTo>
                  <a:lnTo>
                    <a:pt x="2277269" y="3404207"/>
                  </a:lnTo>
                  <a:lnTo>
                    <a:pt x="2277455" y="3404207"/>
                  </a:lnTo>
                  <a:lnTo>
                    <a:pt x="2278201" y="3404207"/>
                  </a:lnTo>
                  <a:lnTo>
                    <a:pt x="2278388" y="3404207"/>
                  </a:lnTo>
                  <a:lnTo>
                    <a:pt x="2278668" y="3404207"/>
                  </a:lnTo>
                  <a:lnTo>
                    <a:pt x="2278761" y="3404207"/>
                  </a:lnTo>
                  <a:lnTo>
                    <a:pt x="2278854" y="3404207"/>
                  </a:lnTo>
                  <a:lnTo>
                    <a:pt x="2279134" y="3404207"/>
                  </a:lnTo>
                  <a:lnTo>
                    <a:pt x="2279227" y="3404207"/>
                  </a:lnTo>
                  <a:lnTo>
                    <a:pt x="2279414" y="3404207"/>
                  </a:lnTo>
                  <a:lnTo>
                    <a:pt x="2279693" y="3404207"/>
                  </a:lnTo>
                  <a:lnTo>
                    <a:pt x="2279787" y="3404207"/>
                  </a:lnTo>
                  <a:lnTo>
                    <a:pt x="2280066" y="3394253"/>
                  </a:lnTo>
                  <a:lnTo>
                    <a:pt x="2280160" y="3394253"/>
                  </a:lnTo>
                  <a:lnTo>
                    <a:pt x="2280253" y="3394253"/>
                  </a:lnTo>
                  <a:lnTo>
                    <a:pt x="2280533" y="3394253"/>
                  </a:lnTo>
                  <a:lnTo>
                    <a:pt x="2280626" y="3394253"/>
                  </a:lnTo>
                  <a:lnTo>
                    <a:pt x="2280719" y="3394253"/>
                  </a:lnTo>
                  <a:lnTo>
                    <a:pt x="2280906" y="3394253"/>
                  </a:lnTo>
                  <a:lnTo>
                    <a:pt x="2281092" y="3394253"/>
                  </a:lnTo>
                  <a:lnTo>
                    <a:pt x="2281185" y="3394253"/>
                  </a:lnTo>
                  <a:lnTo>
                    <a:pt x="2281279" y="3394253"/>
                  </a:lnTo>
                  <a:lnTo>
                    <a:pt x="2283050" y="3384299"/>
                  </a:lnTo>
                  <a:lnTo>
                    <a:pt x="2283143" y="3384299"/>
                  </a:lnTo>
                  <a:lnTo>
                    <a:pt x="2283330" y="3384299"/>
                  </a:lnTo>
                  <a:lnTo>
                    <a:pt x="2283516" y="3384299"/>
                  </a:lnTo>
                  <a:lnTo>
                    <a:pt x="2283796" y="3384299"/>
                  </a:lnTo>
                  <a:lnTo>
                    <a:pt x="2284076" y="3384299"/>
                  </a:lnTo>
                  <a:lnTo>
                    <a:pt x="2284449" y="3384299"/>
                  </a:lnTo>
                  <a:lnTo>
                    <a:pt x="2284729" y="3384299"/>
                  </a:lnTo>
                  <a:lnTo>
                    <a:pt x="2284915" y="3384299"/>
                  </a:lnTo>
                  <a:lnTo>
                    <a:pt x="2285008" y="3384299"/>
                  </a:lnTo>
                  <a:lnTo>
                    <a:pt x="2285102" y="3384299"/>
                  </a:lnTo>
                  <a:lnTo>
                    <a:pt x="2285381" y="3384299"/>
                  </a:lnTo>
                  <a:lnTo>
                    <a:pt x="2285568" y="3384299"/>
                  </a:lnTo>
                  <a:lnTo>
                    <a:pt x="2285661" y="3384299"/>
                  </a:lnTo>
                  <a:lnTo>
                    <a:pt x="2285754" y="3384299"/>
                  </a:lnTo>
                  <a:lnTo>
                    <a:pt x="2285941" y="3384299"/>
                  </a:lnTo>
                  <a:lnTo>
                    <a:pt x="2286034" y="3384299"/>
                  </a:lnTo>
                  <a:lnTo>
                    <a:pt x="2286221" y="3384299"/>
                  </a:lnTo>
                  <a:lnTo>
                    <a:pt x="2286314" y="3384299"/>
                  </a:lnTo>
                  <a:lnTo>
                    <a:pt x="2286500" y="3384299"/>
                  </a:lnTo>
                  <a:lnTo>
                    <a:pt x="2286780" y="3384299"/>
                  </a:lnTo>
                  <a:lnTo>
                    <a:pt x="2287340" y="3384299"/>
                  </a:lnTo>
                  <a:lnTo>
                    <a:pt x="2287992" y="3374345"/>
                  </a:lnTo>
                  <a:lnTo>
                    <a:pt x="2288552" y="3374345"/>
                  </a:lnTo>
                  <a:lnTo>
                    <a:pt x="2288832" y="3374345"/>
                  </a:lnTo>
                  <a:lnTo>
                    <a:pt x="2288925" y="3374345"/>
                  </a:lnTo>
                  <a:lnTo>
                    <a:pt x="2289205" y="3374345"/>
                  </a:lnTo>
                  <a:lnTo>
                    <a:pt x="2289298" y="3374345"/>
                  </a:lnTo>
                  <a:lnTo>
                    <a:pt x="2289391" y="3374345"/>
                  </a:lnTo>
                  <a:lnTo>
                    <a:pt x="2289484" y="3374345"/>
                  </a:lnTo>
                  <a:lnTo>
                    <a:pt x="2289577" y="3374345"/>
                  </a:lnTo>
                  <a:lnTo>
                    <a:pt x="2289671" y="3374345"/>
                  </a:lnTo>
                  <a:lnTo>
                    <a:pt x="2289950" y="3374345"/>
                  </a:lnTo>
                  <a:lnTo>
                    <a:pt x="2290044" y="3374345"/>
                  </a:lnTo>
                  <a:lnTo>
                    <a:pt x="2290230" y="3374345"/>
                  </a:lnTo>
                  <a:lnTo>
                    <a:pt x="2290603" y="3374345"/>
                  </a:lnTo>
                  <a:lnTo>
                    <a:pt x="2290696" y="3374345"/>
                  </a:lnTo>
                  <a:lnTo>
                    <a:pt x="2290790" y="3374345"/>
                  </a:lnTo>
                  <a:lnTo>
                    <a:pt x="2290883" y="3374345"/>
                  </a:lnTo>
                  <a:lnTo>
                    <a:pt x="2291069" y="3374345"/>
                  </a:lnTo>
                  <a:lnTo>
                    <a:pt x="2291163" y="3374345"/>
                  </a:lnTo>
                  <a:lnTo>
                    <a:pt x="2291442" y="3374345"/>
                  </a:lnTo>
                  <a:lnTo>
                    <a:pt x="2291629" y="3374345"/>
                  </a:lnTo>
                  <a:lnTo>
                    <a:pt x="2291815" y="3374345"/>
                  </a:lnTo>
                  <a:lnTo>
                    <a:pt x="2292002" y="3374345"/>
                  </a:lnTo>
                  <a:lnTo>
                    <a:pt x="2292282" y="3374345"/>
                  </a:lnTo>
                  <a:lnTo>
                    <a:pt x="2292841" y="3374345"/>
                  </a:lnTo>
                  <a:lnTo>
                    <a:pt x="2292934" y="3374345"/>
                  </a:lnTo>
                  <a:lnTo>
                    <a:pt x="2293028" y="3374345"/>
                  </a:lnTo>
                  <a:lnTo>
                    <a:pt x="2293121" y="3374345"/>
                  </a:lnTo>
                  <a:lnTo>
                    <a:pt x="2293214" y="3374345"/>
                  </a:lnTo>
                  <a:lnTo>
                    <a:pt x="2293307" y="3374345"/>
                  </a:lnTo>
                  <a:lnTo>
                    <a:pt x="2293401" y="3374345"/>
                  </a:lnTo>
                  <a:lnTo>
                    <a:pt x="2293587" y="3364392"/>
                  </a:lnTo>
                  <a:lnTo>
                    <a:pt x="2293960" y="3364392"/>
                  </a:lnTo>
                  <a:lnTo>
                    <a:pt x="2294147" y="3364392"/>
                  </a:lnTo>
                  <a:lnTo>
                    <a:pt x="2294240" y="3364392"/>
                  </a:lnTo>
                  <a:lnTo>
                    <a:pt x="2294520" y="3364392"/>
                  </a:lnTo>
                  <a:lnTo>
                    <a:pt x="2294986" y="3364392"/>
                  </a:lnTo>
                  <a:lnTo>
                    <a:pt x="2295079" y="3364392"/>
                  </a:lnTo>
                  <a:lnTo>
                    <a:pt x="2295172" y="3364392"/>
                  </a:lnTo>
                  <a:lnTo>
                    <a:pt x="2295266" y="3364392"/>
                  </a:lnTo>
                  <a:lnTo>
                    <a:pt x="2295359" y="3364392"/>
                  </a:lnTo>
                  <a:lnTo>
                    <a:pt x="2295545" y="3364392"/>
                  </a:lnTo>
                  <a:lnTo>
                    <a:pt x="2295732" y="3364392"/>
                  </a:lnTo>
                  <a:lnTo>
                    <a:pt x="2296105" y="3364392"/>
                  </a:lnTo>
                  <a:lnTo>
                    <a:pt x="2297037" y="3364392"/>
                  </a:lnTo>
                  <a:lnTo>
                    <a:pt x="2297317" y="3364392"/>
                  </a:lnTo>
                  <a:lnTo>
                    <a:pt x="2297503" y="3364392"/>
                  </a:lnTo>
                  <a:lnTo>
                    <a:pt x="2297690" y="3364392"/>
                  </a:lnTo>
                  <a:lnTo>
                    <a:pt x="2297783" y="3364392"/>
                  </a:lnTo>
                  <a:lnTo>
                    <a:pt x="2298249" y="3364392"/>
                  </a:lnTo>
                  <a:lnTo>
                    <a:pt x="2298436" y="3364392"/>
                  </a:lnTo>
                  <a:lnTo>
                    <a:pt x="2298529" y="3364392"/>
                  </a:lnTo>
                  <a:lnTo>
                    <a:pt x="2298995" y="3364392"/>
                  </a:lnTo>
                  <a:lnTo>
                    <a:pt x="2299275" y="3364392"/>
                  </a:lnTo>
                  <a:lnTo>
                    <a:pt x="2299368" y="3364392"/>
                  </a:lnTo>
                  <a:lnTo>
                    <a:pt x="2299648" y="3364392"/>
                  </a:lnTo>
                  <a:lnTo>
                    <a:pt x="2299835" y="3364392"/>
                  </a:lnTo>
                  <a:lnTo>
                    <a:pt x="2300208" y="3364392"/>
                  </a:lnTo>
                  <a:lnTo>
                    <a:pt x="2300301" y="3364392"/>
                  </a:lnTo>
                  <a:lnTo>
                    <a:pt x="2300394" y="3364392"/>
                  </a:lnTo>
                  <a:lnTo>
                    <a:pt x="2300487" y="3364392"/>
                  </a:lnTo>
                  <a:lnTo>
                    <a:pt x="2300954" y="3364392"/>
                  </a:lnTo>
                  <a:lnTo>
                    <a:pt x="2301047" y="3364392"/>
                  </a:lnTo>
                  <a:lnTo>
                    <a:pt x="2301140" y="3364392"/>
                  </a:lnTo>
                  <a:lnTo>
                    <a:pt x="2301327" y="3364392"/>
                  </a:lnTo>
                  <a:lnTo>
                    <a:pt x="2301420" y="3364392"/>
                  </a:lnTo>
                  <a:lnTo>
                    <a:pt x="2301606" y="3364392"/>
                  </a:lnTo>
                  <a:lnTo>
                    <a:pt x="2302166" y="3364392"/>
                  </a:lnTo>
                  <a:lnTo>
                    <a:pt x="2302259" y="3364392"/>
                  </a:lnTo>
                  <a:lnTo>
                    <a:pt x="2302352" y="3364392"/>
                  </a:lnTo>
                  <a:lnTo>
                    <a:pt x="2302446" y="3364392"/>
                  </a:lnTo>
                  <a:lnTo>
                    <a:pt x="2302725" y="3364392"/>
                  </a:lnTo>
                  <a:lnTo>
                    <a:pt x="2303098" y="3364392"/>
                  </a:lnTo>
                  <a:lnTo>
                    <a:pt x="2303658" y="3364392"/>
                  </a:lnTo>
                  <a:lnTo>
                    <a:pt x="2303844" y="3364392"/>
                  </a:lnTo>
                  <a:lnTo>
                    <a:pt x="2303937" y="3364392"/>
                  </a:lnTo>
                  <a:lnTo>
                    <a:pt x="2304217" y="3364392"/>
                  </a:lnTo>
                  <a:lnTo>
                    <a:pt x="2304404" y="3364392"/>
                  </a:lnTo>
                  <a:lnTo>
                    <a:pt x="2304870" y="3364392"/>
                  </a:lnTo>
                  <a:lnTo>
                    <a:pt x="2304963" y="3364392"/>
                  </a:lnTo>
                  <a:lnTo>
                    <a:pt x="2305243" y="3364392"/>
                  </a:lnTo>
                  <a:lnTo>
                    <a:pt x="2305336" y="3364392"/>
                  </a:lnTo>
                  <a:lnTo>
                    <a:pt x="2305429" y="3364392"/>
                  </a:lnTo>
                  <a:lnTo>
                    <a:pt x="2305523" y="3364392"/>
                  </a:lnTo>
                  <a:lnTo>
                    <a:pt x="2305616" y="3364392"/>
                  </a:lnTo>
                  <a:lnTo>
                    <a:pt x="2305709" y="3364392"/>
                  </a:lnTo>
                  <a:lnTo>
                    <a:pt x="2305896" y="3364392"/>
                  </a:lnTo>
                  <a:lnTo>
                    <a:pt x="2305989" y="3364392"/>
                  </a:lnTo>
                  <a:lnTo>
                    <a:pt x="2306362" y="3364392"/>
                  </a:lnTo>
                  <a:lnTo>
                    <a:pt x="2306642" y="3364392"/>
                  </a:lnTo>
                  <a:lnTo>
                    <a:pt x="2307854" y="3364392"/>
                  </a:lnTo>
                  <a:lnTo>
                    <a:pt x="2307947" y="3364392"/>
                  </a:lnTo>
                  <a:lnTo>
                    <a:pt x="2308134" y="3364392"/>
                  </a:lnTo>
                  <a:lnTo>
                    <a:pt x="2308227" y="3364392"/>
                  </a:lnTo>
                  <a:lnTo>
                    <a:pt x="2308413" y="3364392"/>
                  </a:lnTo>
                  <a:lnTo>
                    <a:pt x="2308507" y="3364392"/>
                  </a:lnTo>
                  <a:lnTo>
                    <a:pt x="2308880" y="3364392"/>
                  </a:lnTo>
                  <a:lnTo>
                    <a:pt x="2308973" y="3364392"/>
                  </a:lnTo>
                  <a:lnTo>
                    <a:pt x="2309066" y="3364392"/>
                  </a:lnTo>
                  <a:lnTo>
                    <a:pt x="2309159" y="3364392"/>
                  </a:lnTo>
                  <a:lnTo>
                    <a:pt x="2309253" y="3364392"/>
                  </a:lnTo>
                  <a:lnTo>
                    <a:pt x="2309346" y="3364392"/>
                  </a:lnTo>
                  <a:lnTo>
                    <a:pt x="2309626" y="3364392"/>
                  </a:lnTo>
                  <a:lnTo>
                    <a:pt x="2309999" y="3364392"/>
                  </a:lnTo>
                  <a:lnTo>
                    <a:pt x="2310092" y="3364392"/>
                  </a:lnTo>
                  <a:lnTo>
                    <a:pt x="2310185" y="3364392"/>
                  </a:lnTo>
                  <a:lnTo>
                    <a:pt x="2310744" y="3364392"/>
                  </a:lnTo>
                  <a:lnTo>
                    <a:pt x="2310838" y="3364392"/>
                  </a:lnTo>
                  <a:lnTo>
                    <a:pt x="2310931" y="3364392"/>
                  </a:lnTo>
                  <a:lnTo>
                    <a:pt x="2311024" y="3364392"/>
                  </a:lnTo>
                  <a:lnTo>
                    <a:pt x="2311304" y="3364392"/>
                  </a:lnTo>
                  <a:lnTo>
                    <a:pt x="2311490" y="3364392"/>
                  </a:lnTo>
                  <a:lnTo>
                    <a:pt x="2311677" y="3364392"/>
                  </a:lnTo>
                  <a:lnTo>
                    <a:pt x="2312330" y="3364392"/>
                  </a:lnTo>
                  <a:lnTo>
                    <a:pt x="2312609" y="3364392"/>
                  </a:lnTo>
                  <a:lnTo>
                    <a:pt x="2312796" y="3364392"/>
                  </a:lnTo>
                  <a:lnTo>
                    <a:pt x="2313262" y="3364392"/>
                  </a:lnTo>
                  <a:lnTo>
                    <a:pt x="2313449" y="3364392"/>
                  </a:lnTo>
                  <a:lnTo>
                    <a:pt x="2313822" y="3364392"/>
                  </a:lnTo>
                  <a:lnTo>
                    <a:pt x="2313915" y="3364392"/>
                  </a:lnTo>
                  <a:lnTo>
                    <a:pt x="2314101" y="3364392"/>
                  </a:lnTo>
                  <a:lnTo>
                    <a:pt x="2314288" y="3364392"/>
                  </a:lnTo>
                  <a:lnTo>
                    <a:pt x="2314474" y="3364392"/>
                  </a:lnTo>
                  <a:lnTo>
                    <a:pt x="2314568" y="3364392"/>
                  </a:lnTo>
                  <a:lnTo>
                    <a:pt x="2314754" y="3364392"/>
                  </a:lnTo>
                  <a:lnTo>
                    <a:pt x="2314847" y="3364392"/>
                  </a:lnTo>
                  <a:lnTo>
                    <a:pt x="2314941" y="3364392"/>
                  </a:lnTo>
                  <a:lnTo>
                    <a:pt x="2315127" y="3364392"/>
                  </a:lnTo>
                  <a:lnTo>
                    <a:pt x="2315220" y="3364392"/>
                  </a:lnTo>
                  <a:lnTo>
                    <a:pt x="2315407" y="3364392"/>
                  </a:lnTo>
                  <a:lnTo>
                    <a:pt x="2315593" y="3364392"/>
                  </a:lnTo>
                  <a:lnTo>
                    <a:pt x="2315687" y="3364392"/>
                  </a:lnTo>
                  <a:lnTo>
                    <a:pt x="2316060" y="3364392"/>
                  </a:lnTo>
                  <a:lnTo>
                    <a:pt x="2317085" y="3364392"/>
                  </a:lnTo>
                  <a:lnTo>
                    <a:pt x="2317272" y="3364392"/>
                  </a:lnTo>
                  <a:lnTo>
                    <a:pt x="2317365" y="3364392"/>
                  </a:lnTo>
                  <a:lnTo>
                    <a:pt x="2317645" y="3364392"/>
                  </a:lnTo>
                  <a:lnTo>
                    <a:pt x="2317738" y="3364392"/>
                  </a:lnTo>
                  <a:lnTo>
                    <a:pt x="2317831" y="3364392"/>
                  </a:lnTo>
                  <a:lnTo>
                    <a:pt x="2317924" y="3364392"/>
                  </a:lnTo>
                  <a:lnTo>
                    <a:pt x="2318297" y="3364392"/>
                  </a:lnTo>
                  <a:lnTo>
                    <a:pt x="2318391" y="3364392"/>
                  </a:lnTo>
                  <a:lnTo>
                    <a:pt x="2318764" y="3364392"/>
                  </a:lnTo>
                  <a:lnTo>
                    <a:pt x="2319043" y="3364392"/>
                  </a:lnTo>
                  <a:lnTo>
                    <a:pt x="2319137" y="3364392"/>
                  </a:lnTo>
                  <a:lnTo>
                    <a:pt x="2319230" y="3364392"/>
                  </a:lnTo>
                  <a:lnTo>
                    <a:pt x="2319323" y="3364392"/>
                  </a:lnTo>
                  <a:lnTo>
                    <a:pt x="2319510" y="3364392"/>
                  </a:lnTo>
                  <a:lnTo>
                    <a:pt x="2319696" y="3364392"/>
                  </a:lnTo>
                  <a:lnTo>
                    <a:pt x="2320256" y="3364392"/>
                  </a:lnTo>
                  <a:lnTo>
                    <a:pt x="2320442" y="3364392"/>
                  </a:lnTo>
                  <a:lnTo>
                    <a:pt x="2320535" y="3364392"/>
                  </a:lnTo>
                  <a:lnTo>
                    <a:pt x="2321095" y="3364392"/>
                  </a:lnTo>
                  <a:lnTo>
                    <a:pt x="2321188" y="3364392"/>
                  </a:lnTo>
                  <a:lnTo>
                    <a:pt x="2321281" y="3364392"/>
                  </a:lnTo>
                  <a:lnTo>
                    <a:pt x="2321375" y="3364392"/>
                  </a:lnTo>
                  <a:lnTo>
                    <a:pt x="2321468" y="3364392"/>
                  </a:lnTo>
                  <a:lnTo>
                    <a:pt x="2321561" y="3364392"/>
                  </a:lnTo>
                  <a:lnTo>
                    <a:pt x="2321748" y="3364392"/>
                  </a:lnTo>
                  <a:lnTo>
                    <a:pt x="2322307" y="3364392"/>
                  </a:lnTo>
                  <a:lnTo>
                    <a:pt x="2322587" y="3364392"/>
                  </a:lnTo>
                  <a:lnTo>
                    <a:pt x="2322680" y="3364392"/>
                  </a:lnTo>
                  <a:lnTo>
                    <a:pt x="2322773" y="3364392"/>
                  </a:lnTo>
                  <a:lnTo>
                    <a:pt x="2323053" y="3364392"/>
                  </a:lnTo>
                  <a:lnTo>
                    <a:pt x="2323146" y="3364392"/>
                  </a:lnTo>
                  <a:lnTo>
                    <a:pt x="2323426" y="3364392"/>
                  </a:lnTo>
                  <a:lnTo>
                    <a:pt x="2323519" y="3364392"/>
                  </a:lnTo>
                  <a:lnTo>
                    <a:pt x="2323613" y="3364392"/>
                  </a:lnTo>
                  <a:lnTo>
                    <a:pt x="2323799" y="3364392"/>
                  </a:lnTo>
                  <a:lnTo>
                    <a:pt x="2323892" y="3364392"/>
                  </a:lnTo>
                  <a:lnTo>
                    <a:pt x="2323986" y="3364392"/>
                  </a:lnTo>
                  <a:lnTo>
                    <a:pt x="2324079" y="3364392"/>
                  </a:lnTo>
                  <a:lnTo>
                    <a:pt x="2324172" y="3364392"/>
                  </a:lnTo>
                  <a:lnTo>
                    <a:pt x="2324545" y="3364392"/>
                  </a:lnTo>
                  <a:lnTo>
                    <a:pt x="2324638" y="3364392"/>
                  </a:lnTo>
                  <a:lnTo>
                    <a:pt x="2325011" y="3364392"/>
                  </a:lnTo>
                  <a:lnTo>
                    <a:pt x="2325198" y="3364392"/>
                  </a:lnTo>
                  <a:lnTo>
                    <a:pt x="2325291" y="3364392"/>
                  </a:lnTo>
                  <a:lnTo>
                    <a:pt x="2325477" y="3364392"/>
                  </a:lnTo>
                  <a:lnTo>
                    <a:pt x="2325664" y="3364392"/>
                  </a:lnTo>
                  <a:lnTo>
                    <a:pt x="2325757" y="3364392"/>
                  </a:lnTo>
                  <a:lnTo>
                    <a:pt x="2326130" y="3364392"/>
                  </a:lnTo>
                  <a:lnTo>
                    <a:pt x="2326223" y="3364392"/>
                  </a:lnTo>
                  <a:lnTo>
                    <a:pt x="2326410" y="3364392"/>
                  </a:lnTo>
                  <a:lnTo>
                    <a:pt x="2326876" y="3364392"/>
                  </a:lnTo>
                  <a:lnTo>
                    <a:pt x="2326969" y="3364392"/>
                  </a:lnTo>
                  <a:lnTo>
                    <a:pt x="2327063" y="3364392"/>
                  </a:lnTo>
                  <a:lnTo>
                    <a:pt x="2327156" y="3364392"/>
                  </a:lnTo>
                  <a:lnTo>
                    <a:pt x="2327342" y="3364392"/>
                  </a:lnTo>
                  <a:lnTo>
                    <a:pt x="2327436" y="3364392"/>
                  </a:lnTo>
                  <a:lnTo>
                    <a:pt x="2327529" y="3364392"/>
                  </a:lnTo>
                  <a:lnTo>
                    <a:pt x="2327622" y="3364392"/>
                  </a:lnTo>
                  <a:lnTo>
                    <a:pt x="2327809" y="3364392"/>
                  </a:lnTo>
                  <a:lnTo>
                    <a:pt x="2327902" y="3364392"/>
                  </a:lnTo>
                  <a:lnTo>
                    <a:pt x="2328088" y="3364392"/>
                  </a:lnTo>
                  <a:lnTo>
                    <a:pt x="2328275" y="3364392"/>
                  </a:lnTo>
                  <a:lnTo>
                    <a:pt x="2328368" y="3364392"/>
                  </a:lnTo>
                  <a:lnTo>
                    <a:pt x="2328555" y="3364392"/>
                  </a:lnTo>
                  <a:lnTo>
                    <a:pt x="2328648" y="3364392"/>
                  </a:lnTo>
                  <a:lnTo>
                    <a:pt x="2328834" y="3364392"/>
                  </a:lnTo>
                  <a:lnTo>
                    <a:pt x="2328928" y="3364392"/>
                  </a:lnTo>
                  <a:lnTo>
                    <a:pt x="2329114" y="3364392"/>
                  </a:lnTo>
                  <a:lnTo>
                    <a:pt x="2329580" y="3364392"/>
                  </a:lnTo>
                  <a:lnTo>
                    <a:pt x="2329674" y="3364392"/>
                  </a:lnTo>
                  <a:lnTo>
                    <a:pt x="2329953" y="3364392"/>
                  </a:lnTo>
                  <a:lnTo>
                    <a:pt x="2330140" y="3364392"/>
                  </a:lnTo>
                  <a:lnTo>
                    <a:pt x="2330233" y="3364392"/>
                  </a:lnTo>
                  <a:lnTo>
                    <a:pt x="2330326" y="3364392"/>
                  </a:lnTo>
                  <a:lnTo>
                    <a:pt x="2330606" y="3364392"/>
                  </a:lnTo>
                  <a:lnTo>
                    <a:pt x="2330886" y="3364392"/>
                  </a:lnTo>
                  <a:lnTo>
                    <a:pt x="2331259" y="3364392"/>
                  </a:lnTo>
                  <a:lnTo>
                    <a:pt x="2332657" y="3364392"/>
                  </a:lnTo>
                  <a:lnTo>
                    <a:pt x="2332751" y="3364392"/>
                  </a:lnTo>
                  <a:lnTo>
                    <a:pt x="2332844" y="3364392"/>
                  </a:lnTo>
                  <a:lnTo>
                    <a:pt x="2333124" y="3364392"/>
                  </a:lnTo>
                  <a:lnTo>
                    <a:pt x="2333310" y="3364392"/>
                  </a:lnTo>
                  <a:lnTo>
                    <a:pt x="2333590" y="3364392"/>
                  </a:lnTo>
                  <a:lnTo>
                    <a:pt x="2333776" y="3364392"/>
                  </a:lnTo>
                  <a:lnTo>
                    <a:pt x="2333870" y="3364392"/>
                  </a:lnTo>
                  <a:lnTo>
                    <a:pt x="2334056" y="3364392"/>
                  </a:lnTo>
                  <a:lnTo>
                    <a:pt x="2334243" y="3364392"/>
                  </a:lnTo>
                  <a:lnTo>
                    <a:pt x="2334709" y="3364392"/>
                  </a:lnTo>
                  <a:lnTo>
                    <a:pt x="2335082" y="3364392"/>
                  </a:lnTo>
                  <a:lnTo>
                    <a:pt x="2335268" y="3364392"/>
                  </a:lnTo>
                  <a:lnTo>
                    <a:pt x="2335548" y="3364392"/>
                  </a:lnTo>
                  <a:lnTo>
                    <a:pt x="2335641" y="3364392"/>
                  </a:lnTo>
                  <a:lnTo>
                    <a:pt x="2335735" y="3364392"/>
                  </a:lnTo>
                  <a:lnTo>
                    <a:pt x="2335828" y="3364392"/>
                  </a:lnTo>
                  <a:lnTo>
                    <a:pt x="2335921" y="3364392"/>
                  </a:lnTo>
                  <a:lnTo>
                    <a:pt x="2336108" y="3354438"/>
                  </a:lnTo>
                  <a:lnTo>
                    <a:pt x="2336294" y="3354438"/>
                  </a:lnTo>
                  <a:lnTo>
                    <a:pt x="2336387" y="3354438"/>
                  </a:lnTo>
                  <a:lnTo>
                    <a:pt x="2336481" y="3354438"/>
                  </a:lnTo>
                  <a:lnTo>
                    <a:pt x="2336574" y="3354438"/>
                  </a:lnTo>
                  <a:lnTo>
                    <a:pt x="2336667" y="3354438"/>
                  </a:lnTo>
                  <a:lnTo>
                    <a:pt x="2336947" y="3354438"/>
                  </a:lnTo>
                  <a:lnTo>
                    <a:pt x="2339185" y="3344484"/>
                  </a:lnTo>
                  <a:lnTo>
                    <a:pt x="2339371" y="3344484"/>
                  </a:lnTo>
                  <a:lnTo>
                    <a:pt x="2339464" y="3344484"/>
                  </a:lnTo>
                  <a:lnTo>
                    <a:pt x="2339558" y="3344484"/>
                  </a:lnTo>
                  <a:lnTo>
                    <a:pt x="2339744" y="3344484"/>
                  </a:lnTo>
                  <a:lnTo>
                    <a:pt x="2339837" y="3344484"/>
                  </a:lnTo>
                  <a:lnTo>
                    <a:pt x="2339931" y="3344484"/>
                  </a:lnTo>
                  <a:lnTo>
                    <a:pt x="2340117" y="3344484"/>
                  </a:lnTo>
                  <a:lnTo>
                    <a:pt x="2340304" y="3344484"/>
                  </a:lnTo>
                  <a:lnTo>
                    <a:pt x="2340490" y="3344484"/>
                  </a:lnTo>
                  <a:lnTo>
                    <a:pt x="2340677" y="3344484"/>
                  </a:lnTo>
                  <a:lnTo>
                    <a:pt x="2340863" y="3344484"/>
                  </a:lnTo>
                  <a:lnTo>
                    <a:pt x="2341143" y="3344484"/>
                  </a:lnTo>
                  <a:lnTo>
                    <a:pt x="2341329" y="3344484"/>
                  </a:lnTo>
                  <a:lnTo>
                    <a:pt x="2341516" y="3344484"/>
                  </a:lnTo>
                  <a:lnTo>
                    <a:pt x="2341702" y="3344484"/>
                  </a:lnTo>
                  <a:lnTo>
                    <a:pt x="2341889" y="3344484"/>
                  </a:lnTo>
                  <a:lnTo>
                    <a:pt x="2341982" y="3344484"/>
                  </a:lnTo>
                  <a:lnTo>
                    <a:pt x="2342075" y="3344484"/>
                  </a:lnTo>
                  <a:lnTo>
                    <a:pt x="2342355" y="3344484"/>
                  </a:lnTo>
                  <a:lnTo>
                    <a:pt x="2342448" y="3344484"/>
                  </a:lnTo>
                  <a:lnTo>
                    <a:pt x="2342542" y="3344484"/>
                  </a:lnTo>
                  <a:lnTo>
                    <a:pt x="2342635" y="3344484"/>
                  </a:lnTo>
                  <a:lnTo>
                    <a:pt x="2342728" y="3344484"/>
                  </a:lnTo>
                  <a:lnTo>
                    <a:pt x="2343194" y="3344484"/>
                  </a:lnTo>
                  <a:lnTo>
                    <a:pt x="2343381" y="3344484"/>
                  </a:lnTo>
                  <a:lnTo>
                    <a:pt x="2343847" y="3344484"/>
                  </a:lnTo>
                  <a:lnTo>
                    <a:pt x="2344034" y="3344484"/>
                  </a:lnTo>
                  <a:lnTo>
                    <a:pt x="2344127" y="3344484"/>
                  </a:lnTo>
                  <a:lnTo>
                    <a:pt x="2344313" y="3344484"/>
                  </a:lnTo>
                  <a:lnTo>
                    <a:pt x="2344966" y="3344484"/>
                  </a:lnTo>
                  <a:lnTo>
                    <a:pt x="2345246" y="3344484"/>
                  </a:lnTo>
                  <a:lnTo>
                    <a:pt x="2345619" y="3344484"/>
                  </a:lnTo>
                  <a:lnTo>
                    <a:pt x="2345992" y="3344484"/>
                  </a:lnTo>
                  <a:lnTo>
                    <a:pt x="2346458" y="3344484"/>
                  </a:lnTo>
                  <a:lnTo>
                    <a:pt x="2346551" y="3344484"/>
                  </a:lnTo>
                  <a:lnTo>
                    <a:pt x="2346924" y="3344484"/>
                  </a:lnTo>
                  <a:lnTo>
                    <a:pt x="2347017" y="3344484"/>
                  </a:lnTo>
                  <a:lnTo>
                    <a:pt x="2347017" y="3334530"/>
                  </a:lnTo>
                  <a:lnTo>
                    <a:pt x="2347204" y="3334530"/>
                  </a:lnTo>
                  <a:lnTo>
                    <a:pt x="2347297" y="3334530"/>
                  </a:lnTo>
                  <a:lnTo>
                    <a:pt x="2347577" y="3334530"/>
                  </a:lnTo>
                  <a:lnTo>
                    <a:pt x="2347670" y="3334530"/>
                  </a:lnTo>
                  <a:lnTo>
                    <a:pt x="2347763" y="3334530"/>
                  </a:lnTo>
                  <a:lnTo>
                    <a:pt x="2347857" y="3334530"/>
                  </a:lnTo>
                  <a:lnTo>
                    <a:pt x="2348136" y="3334530"/>
                  </a:lnTo>
                  <a:lnTo>
                    <a:pt x="2348323" y="3334530"/>
                  </a:lnTo>
                  <a:lnTo>
                    <a:pt x="2348416" y="3334530"/>
                  </a:lnTo>
                  <a:lnTo>
                    <a:pt x="2349069" y="3334530"/>
                  </a:lnTo>
                  <a:lnTo>
                    <a:pt x="2349162" y="3334530"/>
                  </a:lnTo>
                  <a:lnTo>
                    <a:pt x="2349255" y="3334530"/>
                  </a:lnTo>
                  <a:lnTo>
                    <a:pt x="2349349" y="3334530"/>
                  </a:lnTo>
                  <a:lnTo>
                    <a:pt x="2349815" y="3334530"/>
                  </a:lnTo>
                  <a:lnTo>
                    <a:pt x="2349908" y="3334530"/>
                  </a:lnTo>
                  <a:lnTo>
                    <a:pt x="2350001" y="3334530"/>
                  </a:lnTo>
                  <a:lnTo>
                    <a:pt x="2350095" y="3334530"/>
                  </a:lnTo>
                  <a:lnTo>
                    <a:pt x="2350188" y="3334530"/>
                  </a:lnTo>
                  <a:lnTo>
                    <a:pt x="2350281" y="3334530"/>
                  </a:lnTo>
                  <a:lnTo>
                    <a:pt x="2350374" y="3334530"/>
                  </a:lnTo>
                  <a:lnTo>
                    <a:pt x="2350654" y="3334530"/>
                  </a:lnTo>
                  <a:lnTo>
                    <a:pt x="2351120" y="3334530"/>
                  </a:lnTo>
                  <a:lnTo>
                    <a:pt x="2351307" y="3334530"/>
                  </a:lnTo>
                  <a:lnTo>
                    <a:pt x="2351400" y="3334530"/>
                  </a:lnTo>
                  <a:lnTo>
                    <a:pt x="2351493" y="3334530"/>
                  </a:lnTo>
                  <a:lnTo>
                    <a:pt x="2351680" y="3334530"/>
                  </a:lnTo>
                  <a:lnTo>
                    <a:pt x="2352053" y="3334530"/>
                  </a:lnTo>
                  <a:lnTo>
                    <a:pt x="2352146" y="3334530"/>
                  </a:lnTo>
                  <a:lnTo>
                    <a:pt x="2352426" y="3334530"/>
                  </a:lnTo>
                  <a:lnTo>
                    <a:pt x="2352705" y="3334530"/>
                  </a:lnTo>
                  <a:lnTo>
                    <a:pt x="2352892" y="3334530"/>
                  </a:lnTo>
                  <a:lnTo>
                    <a:pt x="2353078" y="3334530"/>
                  </a:lnTo>
                  <a:lnTo>
                    <a:pt x="2353265" y="3334530"/>
                  </a:lnTo>
                  <a:lnTo>
                    <a:pt x="2353358" y="3334530"/>
                  </a:lnTo>
                  <a:lnTo>
                    <a:pt x="2353731" y="3334530"/>
                  </a:lnTo>
                  <a:lnTo>
                    <a:pt x="2353824" y="3334530"/>
                  </a:lnTo>
                  <a:lnTo>
                    <a:pt x="2354291" y="3334530"/>
                  </a:lnTo>
                  <a:lnTo>
                    <a:pt x="2354384" y="3334530"/>
                  </a:lnTo>
                  <a:lnTo>
                    <a:pt x="2354477" y="3334530"/>
                  </a:lnTo>
                  <a:lnTo>
                    <a:pt x="2354664" y="3334530"/>
                  </a:lnTo>
                  <a:lnTo>
                    <a:pt x="2354943" y="3334530"/>
                  </a:lnTo>
                  <a:lnTo>
                    <a:pt x="2355037" y="3334530"/>
                  </a:lnTo>
                  <a:lnTo>
                    <a:pt x="2355316" y="3334530"/>
                  </a:lnTo>
                  <a:lnTo>
                    <a:pt x="2356062" y="3334530"/>
                  </a:lnTo>
                  <a:lnTo>
                    <a:pt x="2356156" y="3334530"/>
                  </a:lnTo>
                  <a:lnTo>
                    <a:pt x="2356249" y="3334530"/>
                  </a:lnTo>
                  <a:lnTo>
                    <a:pt x="2356435" y="3334530"/>
                  </a:lnTo>
                  <a:lnTo>
                    <a:pt x="2356529" y="3334530"/>
                  </a:lnTo>
                  <a:lnTo>
                    <a:pt x="2356715" y="3334530"/>
                  </a:lnTo>
                  <a:lnTo>
                    <a:pt x="2357368" y="3334530"/>
                  </a:lnTo>
                  <a:lnTo>
                    <a:pt x="2357461" y="3334530"/>
                  </a:lnTo>
                  <a:lnTo>
                    <a:pt x="2357554" y="3334530"/>
                  </a:lnTo>
                  <a:lnTo>
                    <a:pt x="2357648" y="3334530"/>
                  </a:lnTo>
                  <a:lnTo>
                    <a:pt x="2357741" y="3334530"/>
                  </a:lnTo>
                  <a:lnTo>
                    <a:pt x="2358021" y="3324576"/>
                  </a:lnTo>
                  <a:lnTo>
                    <a:pt x="2358673" y="3324576"/>
                  </a:lnTo>
                  <a:lnTo>
                    <a:pt x="2358860" y="3324576"/>
                  </a:lnTo>
                  <a:lnTo>
                    <a:pt x="2359139" y="3324576"/>
                  </a:lnTo>
                  <a:lnTo>
                    <a:pt x="2359233" y="3324576"/>
                  </a:lnTo>
                  <a:lnTo>
                    <a:pt x="2359326" y="3324576"/>
                  </a:lnTo>
                  <a:lnTo>
                    <a:pt x="2359512" y="3324576"/>
                  </a:lnTo>
                  <a:lnTo>
                    <a:pt x="2359699" y="3324576"/>
                  </a:lnTo>
                  <a:lnTo>
                    <a:pt x="2359979" y="3324576"/>
                  </a:lnTo>
                  <a:lnTo>
                    <a:pt x="2360072" y="3324576"/>
                  </a:lnTo>
                  <a:lnTo>
                    <a:pt x="2360445" y="3324576"/>
                  </a:lnTo>
                  <a:lnTo>
                    <a:pt x="2360538" y="3324576"/>
                  </a:lnTo>
                  <a:lnTo>
                    <a:pt x="2360725" y="3324576"/>
                  </a:lnTo>
                  <a:lnTo>
                    <a:pt x="2360818" y="3324576"/>
                  </a:lnTo>
                  <a:lnTo>
                    <a:pt x="2361377" y="3324576"/>
                  </a:lnTo>
                  <a:lnTo>
                    <a:pt x="2361471" y="3324576"/>
                  </a:lnTo>
                  <a:lnTo>
                    <a:pt x="2361564" y="3324576"/>
                  </a:lnTo>
                  <a:lnTo>
                    <a:pt x="2362030" y="3324576"/>
                  </a:lnTo>
                  <a:lnTo>
                    <a:pt x="2362123" y="3324576"/>
                  </a:lnTo>
                  <a:lnTo>
                    <a:pt x="2362403" y="3324576"/>
                  </a:lnTo>
                  <a:lnTo>
                    <a:pt x="2362869" y="3324576"/>
                  </a:lnTo>
                  <a:lnTo>
                    <a:pt x="2362963" y="3324576"/>
                  </a:lnTo>
                  <a:lnTo>
                    <a:pt x="2363242" y="3314622"/>
                  </a:lnTo>
                  <a:lnTo>
                    <a:pt x="2363429" y="3314622"/>
                  </a:lnTo>
                  <a:lnTo>
                    <a:pt x="2363522" y="3314622"/>
                  </a:lnTo>
                  <a:lnTo>
                    <a:pt x="2363615" y="3314622"/>
                  </a:lnTo>
                  <a:lnTo>
                    <a:pt x="2363802" y="3314622"/>
                  </a:lnTo>
                  <a:lnTo>
                    <a:pt x="2364082" y="3314622"/>
                  </a:lnTo>
                  <a:lnTo>
                    <a:pt x="2364734" y="3314622"/>
                  </a:lnTo>
                  <a:lnTo>
                    <a:pt x="2364921" y="3314622"/>
                  </a:lnTo>
                  <a:lnTo>
                    <a:pt x="2365014" y="3314622"/>
                  </a:lnTo>
                  <a:lnTo>
                    <a:pt x="2365480" y="3314622"/>
                  </a:lnTo>
                  <a:lnTo>
                    <a:pt x="2365574" y="3314622"/>
                  </a:lnTo>
                  <a:lnTo>
                    <a:pt x="2365760" y="3314622"/>
                  </a:lnTo>
                  <a:lnTo>
                    <a:pt x="2366133" y="3314622"/>
                  </a:lnTo>
                  <a:lnTo>
                    <a:pt x="2366226" y="3314622"/>
                  </a:lnTo>
                  <a:lnTo>
                    <a:pt x="2366413" y="3304669"/>
                  </a:lnTo>
                  <a:lnTo>
                    <a:pt x="2366506" y="3304669"/>
                  </a:lnTo>
                  <a:lnTo>
                    <a:pt x="2366599" y="3304669"/>
                  </a:lnTo>
                  <a:lnTo>
                    <a:pt x="2366972" y="3304669"/>
                  </a:lnTo>
                  <a:lnTo>
                    <a:pt x="2367065" y="3304669"/>
                  </a:lnTo>
                  <a:lnTo>
                    <a:pt x="2367811" y="3304669"/>
                  </a:lnTo>
                  <a:lnTo>
                    <a:pt x="2367905" y="3304669"/>
                  </a:lnTo>
                  <a:lnTo>
                    <a:pt x="2368184" y="3304669"/>
                  </a:lnTo>
                  <a:lnTo>
                    <a:pt x="2368371" y="3304669"/>
                  </a:lnTo>
                  <a:lnTo>
                    <a:pt x="2368930" y="3304669"/>
                  </a:lnTo>
                  <a:lnTo>
                    <a:pt x="2369210" y="3304669"/>
                  </a:lnTo>
                  <a:lnTo>
                    <a:pt x="2369397" y="3304669"/>
                  </a:lnTo>
                  <a:lnTo>
                    <a:pt x="2369490" y="3304669"/>
                  </a:lnTo>
                  <a:lnTo>
                    <a:pt x="2369583" y="3304669"/>
                  </a:lnTo>
                  <a:lnTo>
                    <a:pt x="2369770" y="3304669"/>
                  </a:lnTo>
                  <a:lnTo>
                    <a:pt x="2369863" y="3304669"/>
                  </a:lnTo>
                  <a:lnTo>
                    <a:pt x="2369956" y="3304669"/>
                  </a:lnTo>
                  <a:lnTo>
                    <a:pt x="2370143" y="3304669"/>
                  </a:lnTo>
                  <a:lnTo>
                    <a:pt x="2370236" y="3304669"/>
                  </a:lnTo>
                  <a:lnTo>
                    <a:pt x="2370329" y="3294715"/>
                  </a:lnTo>
                  <a:lnTo>
                    <a:pt x="2370422" y="3294715"/>
                  </a:lnTo>
                  <a:lnTo>
                    <a:pt x="2370516" y="3294715"/>
                  </a:lnTo>
                  <a:lnTo>
                    <a:pt x="2370702" y="3294715"/>
                  </a:lnTo>
                  <a:lnTo>
                    <a:pt x="2371262" y="3294715"/>
                  </a:lnTo>
                  <a:lnTo>
                    <a:pt x="2371448" y="3294715"/>
                  </a:lnTo>
                  <a:lnTo>
                    <a:pt x="2371541" y="3294715"/>
                  </a:lnTo>
                  <a:lnTo>
                    <a:pt x="2372008" y="3294715"/>
                  </a:lnTo>
                  <a:lnTo>
                    <a:pt x="2372194" y="3294715"/>
                  </a:lnTo>
                  <a:lnTo>
                    <a:pt x="2372287" y="3294715"/>
                  </a:lnTo>
                  <a:lnTo>
                    <a:pt x="2372567" y="3294715"/>
                  </a:lnTo>
                  <a:lnTo>
                    <a:pt x="2372847" y="3294715"/>
                  </a:lnTo>
                  <a:lnTo>
                    <a:pt x="2372940" y="3294715"/>
                  </a:lnTo>
                  <a:lnTo>
                    <a:pt x="2373033" y="3294715"/>
                  </a:lnTo>
                  <a:lnTo>
                    <a:pt x="2373872" y="3284761"/>
                  </a:lnTo>
                  <a:lnTo>
                    <a:pt x="2374152" y="3284761"/>
                  </a:lnTo>
                  <a:lnTo>
                    <a:pt x="2374432" y="3284761"/>
                  </a:lnTo>
                  <a:lnTo>
                    <a:pt x="2374525" y="3284761"/>
                  </a:lnTo>
                  <a:lnTo>
                    <a:pt x="2374712" y="3284761"/>
                  </a:lnTo>
                  <a:lnTo>
                    <a:pt x="2374805" y="3284761"/>
                  </a:lnTo>
                  <a:lnTo>
                    <a:pt x="2374991" y="3284761"/>
                  </a:lnTo>
                  <a:lnTo>
                    <a:pt x="2375085" y="3284761"/>
                  </a:lnTo>
                  <a:lnTo>
                    <a:pt x="2375737" y="3284761"/>
                  </a:lnTo>
                  <a:lnTo>
                    <a:pt x="2375831" y="3284761"/>
                  </a:lnTo>
                  <a:lnTo>
                    <a:pt x="2375924" y="3284761"/>
                  </a:lnTo>
                  <a:lnTo>
                    <a:pt x="2376110" y="3284761"/>
                  </a:lnTo>
                  <a:lnTo>
                    <a:pt x="2376204" y="3284761"/>
                  </a:lnTo>
                  <a:lnTo>
                    <a:pt x="2376390" y="3284761"/>
                  </a:lnTo>
                  <a:lnTo>
                    <a:pt x="2376483" y="3284761"/>
                  </a:lnTo>
                  <a:lnTo>
                    <a:pt x="2376577" y="3284761"/>
                  </a:lnTo>
                  <a:lnTo>
                    <a:pt x="2376763" y="3284761"/>
                  </a:lnTo>
                  <a:lnTo>
                    <a:pt x="2376856" y="3284761"/>
                  </a:lnTo>
                  <a:lnTo>
                    <a:pt x="2378069" y="3284761"/>
                  </a:lnTo>
                  <a:lnTo>
                    <a:pt x="2378162" y="3284761"/>
                  </a:lnTo>
                  <a:lnTo>
                    <a:pt x="2378255" y="3284761"/>
                  </a:lnTo>
                  <a:lnTo>
                    <a:pt x="2378348" y="3284761"/>
                  </a:lnTo>
                  <a:lnTo>
                    <a:pt x="2378442" y="3284761"/>
                  </a:lnTo>
                  <a:lnTo>
                    <a:pt x="2378535" y="3284761"/>
                  </a:lnTo>
                  <a:lnTo>
                    <a:pt x="2378628" y="3284761"/>
                  </a:lnTo>
                  <a:lnTo>
                    <a:pt x="2378721" y="3284761"/>
                  </a:lnTo>
                  <a:lnTo>
                    <a:pt x="2378908" y="3284761"/>
                  </a:lnTo>
                  <a:lnTo>
                    <a:pt x="2379094" y="3284761"/>
                  </a:lnTo>
                  <a:lnTo>
                    <a:pt x="2379281" y="3284761"/>
                  </a:lnTo>
                  <a:lnTo>
                    <a:pt x="2379374" y="3284761"/>
                  </a:lnTo>
                  <a:lnTo>
                    <a:pt x="2379467" y="3284761"/>
                  </a:lnTo>
                  <a:lnTo>
                    <a:pt x="2379840" y="3284761"/>
                  </a:lnTo>
                  <a:lnTo>
                    <a:pt x="2379933" y="3284761"/>
                  </a:lnTo>
                  <a:lnTo>
                    <a:pt x="2380400" y="3284761"/>
                  </a:lnTo>
                  <a:lnTo>
                    <a:pt x="2380493" y="3284761"/>
                  </a:lnTo>
                  <a:lnTo>
                    <a:pt x="2380586" y="3284761"/>
                  </a:lnTo>
                  <a:lnTo>
                    <a:pt x="2380866" y="3284761"/>
                  </a:lnTo>
                  <a:lnTo>
                    <a:pt x="2381612" y="3284761"/>
                  </a:lnTo>
                  <a:lnTo>
                    <a:pt x="2381798" y="3284761"/>
                  </a:lnTo>
                  <a:lnTo>
                    <a:pt x="2381892" y="3284761"/>
                  </a:lnTo>
                  <a:lnTo>
                    <a:pt x="2381985" y="3284761"/>
                  </a:lnTo>
                  <a:lnTo>
                    <a:pt x="2382078" y="3284761"/>
                  </a:lnTo>
                  <a:lnTo>
                    <a:pt x="2382171" y="3284761"/>
                  </a:lnTo>
                  <a:lnTo>
                    <a:pt x="2382451" y="3284761"/>
                  </a:lnTo>
                  <a:lnTo>
                    <a:pt x="2382544" y="3284761"/>
                  </a:lnTo>
                  <a:lnTo>
                    <a:pt x="2383104" y="3284761"/>
                  </a:lnTo>
                  <a:lnTo>
                    <a:pt x="2383384" y="3284761"/>
                  </a:lnTo>
                  <a:lnTo>
                    <a:pt x="2383477" y="3284761"/>
                  </a:lnTo>
                  <a:lnTo>
                    <a:pt x="2383663" y="3284761"/>
                  </a:lnTo>
                  <a:lnTo>
                    <a:pt x="2383757" y="3284761"/>
                  </a:lnTo>
                  <a:lnTo>
                    <a:pt x="2384036" y="3284761"/>
                  </a:lnTo>
                  <a:lnTo>
                    <a:pt x="2384130" y="3284761"/>
                  </a:lnTo>
                  <a:lnTo>
                    <a:pt x="2384689" y="3284761"/>
                  </a:lnTo>
                  <a:lnTo>
                    <a:pt x="2385901" y="3284761"/>
                  </a:lnTo>
                  <a:lnTo>
                    <a:pt x="2385995" y="3284761"/>
                  </a:lnTo>
                  <a:lnTo>
                    <a:pt x="2386181" y="3284761"/>
                  </a:lnTo>
                  <a:lnTo>
                    <a:pt x="2386647" y="3284761"/>
                  </a:lnTo>
                  <a:lnTo>
                    <a:pt x="2386834" y="3284761"/>
                  </a:lnTo>
                  <a:lnTo>
                    <a:pt x="2387020" y="3284761"/>
                  </a:lnTo>
                  <a:lnTo>
                    <a:pt x="2387207" y="3284761"/>
                  </a:lnTo>
                  <a:lnTo>
                    <a:pt x="2387300" y="3284761"/>
                  </a:lnTo>
                  <a:lnTo>
                    <a:pt x="2388046" y="3284761"/>
                  </a:lnTo>
                  <a:lnTo>
                    <a:pt x="2388232" y="3284761"/>
                  </a:lnTo>
                  <a:lnTo>
                    <a:pt x="2388326" y="3284761"/>
                  </a:lnTo>
                  <a:lnTo>
                    <a:pt x="2388419" y="3284761"/>
                  </a:lnTo>
                  <a:lnTo>
                    <a:pt x="2388512" y="3284761"/>
                  </a:lnTo>
                  <a:lnTo>
                    <a:pt x="2388605" y="3284761"/>
                  </a:lnTo>
                  <a:lnTo>
                    <a:pt x="2388699" y="3284761"/>
                  </a:lnTo>
                  <a:lnTo>
                    <a:pt x="2388885" y="3284761"/>
                  </a:lnTo>
                  <a:lnTo>
                    <a:pt x="2389165" y="3284761"/>
                  </a:lnTo>
                  <a:lnTo>
                    <a:pt x="2389445" y="3284761"/>
                  </a:lnTo>
                  <a:lnTo>
                    <a:pt x="2389631" y="3284761"/>
                  </a:lnTo>
                  <a:lnTo>
                    <a:pt x="2389911" y="3284761"/>
                  </a:lnTo>
                  <a:lnTo>
                    <a:pt x="2390004" y="3284761"/>
                  </a:lnTo>
                  <a:lnTo>
                    <a:pt x="2390470" y="3284761"/>
                  </a:lnTo>
                  <a:lnTo>
                    <a:pt x="2390843" y="3284761"/>
                  </a:lnTo>
                  <a:lnTo>
                    <a:pt x="2390937" y="3284761"/>
                  </a:lnTo>
                  <a:lnTo>
                    <a:pt x="2391496" y="3284761"/>
                  </a:lnTo>
                  <a:lnTo>
                    <a:pt x="2391589" y="3284761"/>
                  </a:lnTo>
                  <a:lnTo>
                    <a:pt x="2391776" y="3284761"/>
                  </a:lnTo>
                  <a:lnTo>
                    <a:pt x="2391869" y="3284761"/>
                  </a:lnTo>
                  <a:lnTo>
                    <a:pt x="2391962" y="3284761"/>
                  </a:lnTo>
                  <a:lnTo>
                    <a:pt x="2392149" y="3284761"/>
                  </a:lnTo>
                  <a:lnTo>
                    <a:pt x="2392242" y="3284761"/>
                  </a:lnTo>
                  <a:lnTo>
                    <a:pt x="2392429" y="3284761"/>
                  </a:lnTo>
                  <a:lnTo>
                    <a:pt x="2392522" y="3284761"/>
                  </a:lnTo>
                  <a:lnTo>
                    <a:pt x="2392988" y="3284761"/>
                  </a:lnTo>
                  <a:lnTo>
                    <a:pt x="2393175" y="3284761"/>
                  </a:lnTo>
                  <a:lnTo>
                    <a:pt x="2393268" y="3284761"/>
                  </a:lnTo>
                  <a:lnTo>
                    <a:pt x="2393361" y="3284761"/>
                  </a:lnTo>
                  <a:lnTo>
                    <a:pt x="2393827" y="3284761"/>
                  </a:lnTo>
                  <a:lnTo>
                    <a:pt x="2394107" y="3284761"/>
                  </a:lnTo>
                  <a:lnTo>
                    <a:pt x="2394293" y="3284761"/>
                  </a:lnTo>
                  <a:lnTo>
                    <a:pt x="2394480" y="3284761"/>
                  </a:lnTo>
                  <a:lnTo>
                    <a:pt x="2394573" y="3284761"/>
                  </a:lnTo>
                  <a:lnTo>
                    <a:pt x="2394666" y="3284761"/>
                  </a:lnTo>
                  <a:lnTo>
                    <a:pt x="2394760" y="3284761"/>
                  </a:lnTo>
                  <a:lnTo>
                    <a:pt x="2395506" y="3284761"/>
                  </a:lnTo>
                  <a:lnTo>
                    <a:pt x="2395599" y="3284761"/>
                  </a:lnTo>
                  <a:lnTo>
                    <a:pt x="2395692" y="3284761"/>
                  </a:lnTo>
                  <a:lnTo>
                    <a:pt x="2395785" y="3284761"/>
                  </a:lnTo>
                  <a:lnTo>
                    <a:pt x="2395879" y="3284761"/>
                  </a:lnTo>
                  <a:lnTo>
                    <a:pt x="2396158" y="3284761"/>
                  </a:lnTo>
                  <a:lnTo>
                    <a:pt x="2396531" y="3284761"/>
                  </a:lnTo>
                  <a:lnTo>
                    <a:pt x="2396718" y="3284761"/>
                  </a:lnTo>
                  <a:lnTo>
                    <a:pt x="2396811" y="3284761"/>
                  </a:lnTo>
                  <a:lnTo>
                    <a:pt x="2396998" y="3284761"/>
                  </a:lnTo>
                  <a:lnTo>
                    <a:pt x="2397184" y="3284761"/>
                  </a:lnTo>
                  <a:lnTo>
                    <a:pt x="2397371" y="3284761"/>
                  </a:lnTo>
                  <a:lnTo>
                    <a:pt x="2397650" y="3284761"/>
                  </a:lnTo>
                  <a:lnTo>
                    <a:pt x="2398210" y="3284761"/>
                  </a:lnTo>
                  <a:lnTo>
                    <a:pt x="2398303" y="3284761"/>
                  </a:lnTo>
                  <a:lnTo>
                    <a:pt x="2398863" y="3284761"/>
                  </a:lnTo>
                  <a:lnTo>
                    <a:pt x="2399049" y="3284761"/>
                  </a:lnTo>
                  <a:lnTo>
                    <a:pt x="2399142" y="3284761"/>
                  </a:lnTo>
                  <a:lnTo>
                    <a:pt x="2399236" y="3284761"/>
                  </a:lnTo>
                  <a:lnTo>
                    <a:pt x="2399329" y="3284761"/>
                  </a:lnTo>
                  <a:lnTo>
                    <a:pt x="2399515" y="3284761"/>
                  </a:lnTo>
                  <a:lnTo>
                    <a:pt x="2399609" y="3284761"/>
                  </a:lnTo>
                  <a:lnTo>
                    <a:pt x="2400168" y="3284761"/>
                  </a:lnTo>
                  <a:lnTo>
                    <a:pt x="2400355" y="3284761"/>
                  </a:lnTo>
                  <a:lnTo>
                    <a:pt x="2400448" y="3284761"/>
                  </a:lnTo>
                  <a:lnTo>
                    <a:pt x="2400821" y="3284761"/>
                  </a:lnTo>
                  <a:lnTo>
                    <a:pt x="2400914" y="3284761"/>
                  </a:lnTo>
                  <a:lnTo>
                    <a:pt x="2401007" y="3284761"/>
                  </a:lnTo>
                  <a:lnTo>
                    <a:pt x="2401100" y="3284761"/>
                  </a:lnTo>
                  <a:lnTo>
                    <a:pt x="2401287" y="3284761"/>
                  </a:lnTo>
                  <a:lnTo>
                    <a:pt x="2401380" y="3284761"/>
                  </a:lnTo>
                  <a:lnTo>
                    <a:pt x="2401473" y="3284761"/>
                  </a:lnTo>
                  <a:lnTo>
                    <a:pt x="2401660" y="3284761"/>
                  </a:lnTo>
                  <a:lnTo>
                    <a:pt x="2401753" y="3284761"/>
                  </a:lnTo>
                  <a:lnTo>
                    <a:pt x="2402126" y="3284761"/>
                  </a:lnTo>
                  <a:lnTo>
                    <a:pt x="2402779" y="3284761"/>
                  </a:lnTo>
                  <a:lnTo>
                    <a:pt x="2403152" y="3284761"/>
                  </a:lnTo>
                  <a:lnTo>
                    <a:pt x="2403245" y="3284761"/>
                  </a:lnTo>
                  <a:lnTo>
                    <a:pt x="2403338" y="3284761"/>
                  </a:lnTo>
                  <a:lnTo>
                    <a:pt x="2403432" y="3284761"/>
                  </a:lnTo>
                  <a:lnTo>
                    <a:pt x="2403525" y="3284761"/>
                  </a:lnTo>
                  <a:lnTo>
                    <a:pt x="2403711" y="3284761"/>
                  </a:lnTo>
                  <a:lnTo>
                    <a:pt x="2403991" y="3284761"/>
                  </a:lnTo>
                  <a:lnTo>
                    <a:pt x="2404084" y="3284761"/>
                  </a:lnTo>
                  <a:lnTo>
                    <a:pt x="2404364" y="3284761"/>
                  </a:lnTo>
                  <a:lnTo>
                    <a:pt x="2404457" y="3284761"/>
                  </a:lnTo>
                  <a:lnTo>
                    <a:pt x="2405203" y="3274807"/>
                  </a:lnTo>
                  <a:lnTo>
                    <a:pt x="2405390" y="3274807"/>
                  </a:lnTo>
                  <a:lnTo>
                    <a:pt x="2405483" y="3274807"/>
                  </a:lnTo>
                  <a:lnTo>
                    <a:pt x="2405670" y="3274807"/>
                  </a:lnTo>
                  <a:lnTo>
                    <a:pt x="2405856" y="3274807"/>
                  </a:lnTo>
                  <a:lnTo>
                    <a:pt x="2406043" y="3274807"/>
                  </a:lnTo>
                  <a:lnTo>
                    <a:pt x="2406136" y="3274807"/>
                  </a:lnTo>
                  <a:lnTo>
                    <a:pt x="2406229" y="3274807"/>
                  </a:lnTo>
                  <a:lnTo>
                    <a:pt x="2406695" y="3274807"/>
                  </a:lnTo>
                  <a:lnTo>
                    <a:pt x="2406975" y="3274807"/>
                  </a:lnTo>
                  <a:lnTo>
                    <a:pt x="2407162" y="3274807"/>
                  </a:lnTo>
                  <a:lnTo>
                    <a:pt x="2407348" y="3274807"/>
                  </a:lnTo>
                  <a:lnTo>
                    <a:pt x="2407534" y="3274807"/>
                  </a:lnTo>
                  <a:lnTo>
                    <a:pt x="2407721" y="3274807"/>
                  </a:lnTo>
                  <a:lnTo>
                    <a:pt x="2407814" y="3274807"/>
                  </a:lnTo>
                  <a:lnTo>
                    <a:pt x="2407907" y="3274807"/>
                  </a:lnTo>
                  <a:lnTo>
                    <a:pt x="2408374" y="3274807"/>
                  </a:lnTo>
                  <a:lnTo>
                    <a:pt x="2408467" y="3274807"/>
                  </a:lnTo>
                  <a:lnTo>
                    <a:pt x="2408560" y="3274807"/>
                  </a:lnTo>
                  <a:lnTo>
                    <a:pt x="2409120" y="3264853"/>
                  </a:lnTo>
                  <a:lnTo>
                    <a:pt x="2409213" y="3264853"/>
                  </a:lnTo>
                  <a:lnTo>
                    <a:pt x="2409399" y="3264853"/>
                  </a:lnTo>
                  <a:lnTo>
                    <a:pt x="2409493" y="3264853"/>
                  </a:lnTo>
                  <a:lnTo>
                    <a:pt x="2409959" y="3264853"/>
                  </a:lnTo>
                  <a:lnTo>
                    <a:pt x="2410145" y="3264853"/>
                  </a:lnTo>
                  <a:lnTo>
                    <a:pt x="2410239" y="3264853"/>
                  </a:lnTo>
                  <a:lnTo>
                    <a:pt x="2410332" y="3254900"/>
                  </a:lnTo>
                  <a:lnTo>
                    <a:pt x="2410425" y="3254900"/>
                  </a:lnTo>
                  <a:lnTo>
                    <a:pt x="2410518" y="3254900"/>
                  </a:lnTo>
                  <a:lnTo>
                    <a:pt x="2410798" y="3254900"/>
                  </a:lnTo>
                  <a:lnTo>
                    <a:pt x="2411078" y="3254900"/>
                  </a:lnTo>
                  <a:lnTo>
                    <a:pt x="2411358" y="3254900"/>
                  </a:lnTo>
                  <a:lnTo>
                    <a:pt x="2411637" y="3254900"/>
                  </a:lnTo>
                  <a:lnTo>
                    <a:pt x="2411731" y="3254900"/>
                  </a:lnTo>
                  <a:lnTo>
                    <a:pt x="2411824" y="3254900"/>
                  </a:lnTo>
                  <a:lnTo>
                    <a:pt x="2412010" y="3254900"/>
                  </a:lnTo>
                  <a:lnTo>
                    <a:pt x="2412756" y="3254900"/>
                  </a:lnTo>
                  <a:lnTo>
                    <a:pt x="2412850" y="3254900"/>
                  </a:lnTo>
                  <a:lnTo>
                    <a:pt x="2412943" y="3254900"/>
                  </a:lnTo>
                  <a:lnTo>
                    <a:pt x="2413036" y="3254900"/>
                  </a:lnTo>
                  <a:lnTo>
                    <a:pt x="2413223" y="3254900"/>
                  </a:lnTo>
                  <a:lnTo>
                    <a:pt x="2413316" y="3254900"/>
                  </a:lnTo>
                  <a:lnTo>
                    <a:pt x="2413409" y="3254900"/>
                  </a:lnTo>
                  <a:lnTo>
                    <a:pt x="2413689" y="3254900"/>
                  </a:lnTo>
                  <a:lnTo>
                    <a:pt x="2413782" y="3254900"/>
                  </a:lnTo>
                  <a:lnTo>
                    <a:pt x="2414062" y="3254900"/>
                  </a:lnTo>
                  <a:lnTo>
                    <a:pt x="2414155" y="3254900"/>
                  </a:lnTo>
                  <a:lnTo>
                    <a:pt x="2414435" y="3254900"/>
                  </a:lnTo>
                  <a:lnTo>
                    <a:pt x="2414528" y="3254900"/>
                  </a:lnTo>
                  <a:lnTo>
                    <a:pt x="2414621" y="3254900"/>
                  </a:lnTo>
                  <a:lnTo>
                    <a:pt x="2414714" y="3254900"/>
                  </a:lnTo>
                  <a:lnTo>
                    <a:pt x="2415274" y="3254900"/>
                  </a:lnTo>
                  <a:lnTo>
                    <a:pt x="2415367" y="3254900"/>
                  </a:lnTo>
                  <a:lnTo>
                    <a:pt x="2415554" y="3254900"/>
                  </a:lnTo>
                  <a:lnTo>
                    <a:pt x="2415927" y="3254900"/>
                  </a:lnTo>
                  <a:lnTo>
                    <a:pt x="2416020" y="3254900"/>
                  </a:lnTo>
                  <a:lnTo>
                    <a:pt x="2416113" y="3254900"/>
                  </a:lnTo>
                  <a:lnTo>
                    <a:pt x="2416486" y="3254900"/>
                  </a:lnTo>
                  <a:lnTo>
                    <a:pt x="2416766" y="3254900"/>
                  </a:lnTo>
                  <a:lnTo>
                    <a:pt x="2416859" y="3254900"/>
                  </a:lnTo>
                  <a:lnTo>
                    <a:pt x="2416952" y="3254900"/>
                  </a:lnTo>
                  <a:lnTo>
                    <a:pt x="2417139" y="3254900"/>
                  </a:lnTo>
                  <a:lnTo>
                    <a:pt x="2417232" y="3254900"/>
                  </a:lnTo>
                  <a:lnTo>
                    <a:pt x="2417325" y="3254900"/>
                  </a:lnTo>
                  <a:lnTo>
                    <a:pt x="2417419" y="3254900"/>
                  </a:lnTo>
                  <a:lnTo>
                    <a:pt x="2417698" y="3254900"/>
                  </a:lnTo>
                  <a:lnTo>
                    <a:pt x="2417885" y="3254900"/>
                  </a:lnTo>
                  <a:lnTo>
                    <a:pt x="2417978" y="3254900"/>
                  </a:lnTo>
                  <a:lnTo>
                    <a:pt x="2418817" y="3254900"/>
                  </a:lnTo>
                  <a:lnTo>
                    <a:pt x="2419190" y="3254900"/>
                  </a:lnTo>
                  <a:lnTo>
                    <a:pt x="2419843" y="3254900"/>
                  </a:lnTo>
                  <a:lnTo>
                    <a:pt x="2420030" y="3254900"/>
                  </a:lnTo>
                  <a:lnTo>
                    <a:pt x="2420123" y="3254900"/>
                  </a:lnTo>
                  <a:lnTo>
                    <a:pt x="2420309" y="3254900"/>
                  </a:lnTo>
                  <a:lnTo>
                    <a:pt x="2420403" y="3254900"/>
                  </a:lnTo>
                  <a:lnTo>
                    <a:pt x="2420496" y="3254900"/>
                  </a:lnTo>
                  <a:lnTo>
                    <a:pt x="2420589" y="3254900"/>
                  </a:lnTo>
                  <a:lnTo>
                    <a:pt x="2420682" y="3254900"/>
                  </a:lnTo>
                  <a:lnTo>
                    <a:pt x="2420776" y="3254900"/>
                  </a:lnTo>
                  <a:lnTo>
                    <a:pt x="2420869" y="3254900"/>
                  </a:lnTo>
                  <a:lnTo>
                    <a:pt x="2420962" y="3254900"/>
                  </a:lnTo>
                  <a:lnTo>
                    <a:pt x="2421055" y="3254900"/>
                  </a:lnTo>
                  <a:lnTo>
                    <a:pt x="2421428" y="3254900"/>
                  </a:lnTo>
                  <a:lnTo>
                    <a:pt x="2421521" y="3254900"/>
                  </a:lnTo>
                  <a:lnTo>
                    <a:pt x="2421801" y="3254900"/>
                  </a:lnTo>
                  <a:lnTo>
                    <a:pt x="2421988" y="3254900"/>
                  </a:lnTo>
                  <a:lnTo>
                    <a:pt x="2422174" y="3254900"/>
                  </a:lnTo>
                  <a:lnTo>
                    <a:pt x="2422547" y="3254900"/>
                  </a:lnTo>
                  <a:lnTo>
                    <a:pt x="2422640" y="3254900"/>
                  </a:lnTo>
                  <a:lnTo>
                    <a:pt x="2422734" y="3254900"/>
                  </a:lnTo>
                  <a:lnTo>
                    <a:pt x="2422920" y="3254900"/>
                  </a:lnTo>
                  <a:lnTo>
                    <a:pt x="2423200" y="3254900"/>
                  </a:lnTo>
                  <a:lnTo>
                    <a:pt x="2423293" y="3254900"/>
                  </a:lnTo>
                  <a:lnTo>
                    <a:pt x="2423386" y="3254900"/>
                  </a:lnTo>
                  <a:lnTo>
                    <a:pt x="2423946" y="3254900"/>
                  </a:lnTo>
                  <a:lnTo>
                    <a:pt x="2424039" y="3254900"/>
                  </a:lnTo>
                  <a:lnTo>
                    <a:pt x="2424132" y="3254900"/>
                  </a:lnTo>
                  <a:lnTo>
                    <a:pt x="2424412" y="3254900"/>
                  </a:lnTo>
                  <a:lnTo>
                    <a:pt x="2424878" y="3254900"/>
                  </a:lnTo>
                  <a:lnTo>
                    <a:pt x="2425065" y="3254900"/>
                  </a:lnTo>
                  <a:lnTo>
                    <a:pt x="2425158" y="3254900"/>
                  </a:lnTo>
                  <a:lnTo>
                    <a:pt x="2425438" y="3254900"/>
                  </a:lnTo>
                  <a:lnTo>
                    <a:pt x="2425624" y="3254900"/>
                  </a:lnTo>
                  <a:lnTo>
                    <a:pt x="2425718" y="3254900"/>
                  </a:lnTo>
                  <a:lnTo>
                    <a:pt x="2425811" y="3254900"/>
                  </a:lnTo>
                  <a:lnTo>
                    <a:pt x="2425997" y="3254900"/>
                  </a:lnTo>
                  <a:lnTo>
                    <a:pt x="2426091" y="3254900"/>
                  </a:lnTo>
                  <a:lnTo>
                    <a:pt x="2426184" y="3254900"/>
                  </a:lnTo>
                  <a:lnTo>
                    <a:pt x="2426370" y="3254900"/>
                  </a:lnTo>
                  <a:lnTo>
                    <a:pt x="2426464" y="3254900"/>
                  </a:lnTo>
                  <a:lnTo>
                    <a:pt x="2426557" y="3254900"/>
                  </a:lnTo>
                  <a:lnTo>
                    <a:pt x="2426743" y="3254900"/>
                  </a:lnTo>
                  <a:lnTo>
                    <a:pt x="2426930" y="3254900"/>
                  </a:lnTo>
                  <a:lnTo>
                    <a:pt x="2427023" y="3254900"/>
                  </a:lnTo>
                  <a:lnTo>
                    <a:pt x="2427303" y="3254900"/>
                  </a:lnTo>
                  <a:lnTo>
                    <a:pt x="2427396" y="3254900"/>
                  </a:lnTo>
                  <a:lnTo>
                    <a:pt x="2427583" y="3254900"/>
                  </a:lnTo>
                  <a:lnTo>
                    <a:pt x="2427676" y="3254900"/>
                  </a:lnTo>
                  <a:lnTo>
                    <a:pt x="2427956" y="3254900"/>
                  </a:lnTo>
                  <a:lnTo>
                    <a:pt x="2428049" y="3254900"/>
                  </a:lnTo>
                  <a:lnTo>
                    <a:pt x="2428235" y="3254900"/>
                  </a:lnTo>
                  <a:lnTo>
                    <a:pt x="2428328" y="3254900"/>
                  </a:lnTo>
                  <a:lnTo>
                    <a:pt x="2428515" y="3254900"/>
                  </a:lnTo>
                  <a:lnTo>
                    <a:pt x="2428608" y="3254900"/>
                  </a:lnTo>
                  <a:lnTo>
                    <a:pt x="2428701" y="3254900"/>
                  </a:lnTo>
                  <a:lnTo>
                    <a:pt x="2428888" y="3254900"/>
                  </a:lnTo>
                  <a:lnTo>
                    <a:pt x="2429074" y="3254900"/>
                  </a:lnTo>
                  <a:lnTo>
                    <a:pt x="2429261" y="3254900"/>
                  </a:lnTo>
                  <a:lnTo>
                    <a:pt x="2429541" y="3254900"/>
                  </a:lnTo>
                  <a:lnTo>
                    <a:pt x="2429634" y="3254900"/>
                  </a:lnTo>
                  <a:lnTo>
                    <a:pt x="2429820" y="3254900"/>
                  </a:lnTo>
                  <a:lnTo>
                    <a:pt x="2429914" y="3254900"/>
                  </a:lnTo>
                  <a:lnTo>
                    <a:pt x="2430007" y="3254900"/>
                  </a:lnTo>
                  <a:lnTo>
                    <a:pt x="2430100" y="3254900"/>
                  </a:lnTo>
                  <a:lnTo>
                    <a:pt x="2430193" y="3254900"/>
                  </a:lnTo>
                  <a:lnTo>
                    <a:pt x="2430566" y="3254900"/>
                  </a:lnTo>
                  <a:lnTo>
                    <a:pt x="2434110" y="3254900"/>
                  </a:lnTo>
                  <a:lnTo>
                    <a:pt x="2434296" y="3254900"/>
                  </a:lnTo>
                  <a:lnTo>
                    <a:pt x="2434669" y="3254900"/>
                  </a:lnTo>
                  <a:lnTo>
                    <a:pt x="2434949" y="3254900"/>
                  </a:lnTo>
                  <a:lnTo>
                    <a:pt x="2435042" y="3254900"/>
                  </a:lnTo>
                  <a:lnTo>
                    <a:pt x="2435136" y="3254900"/>
                  </a:lnTo>
                  <a:lnTo>
                    <a:pt x="2435229" y="3254900"/>
                  </a:lnTo>
                  <a:lnTo>
                    <a:pt x="2435508" y="3254900"/>
                  </a:lnTo>
                  <a:lnTo>
                    <a:pt x="2435881" y="3254900"/>
                  </a:lnTo>
                  <a:lnTo>
                    <a:pt x="2435975" y="3254900"/>
                  </a:lnTo>
                  <a:lnTo>
                    <a:pt x="2436068" y="3254900"/>
                  </a:lnTo>
                  <a:lnTo>
                    <a:pt x="2436534" y="3254900"/>
                  </a:lnTo>
                  <a:lnTo>
                    <a:pt x="2437000" y="3254900"/>
                  </a:lnTo>
                  <a:lnTo>
                    <a:pt x="2437094" y="3254900"/>
                  </a:lnTo>
                  <a:lnTo>
                    <a:pt x="2437373" y="3254900"/>
                  </a:lnTo>
                  <a:lnTo>
                    <a:pt x="2437467" y="3254900"/>
                  </a:lnTo>
                  <a:lnTo>
                    <a:pt x="2437840" y="3254900"/>
                  </a:lnTo>
                  <a:lnTo>
                    <a:pt x="2437933" y="3254900"/>
                  </a:lnTo>
                  <a:lnTo>
                    <a:pt x="2438026" y="3254900"/>
                  </a:lnTo>
                  <a:lnTo>
                    <a:pt x="2438119" y="3254900"/>
                  </a:lnTo>
                  <a:lnTo>
                    <a:pt x="2438399" y="3254900"/>
                  </a:lnTo>
                  <a:lnTo>
                    <a:pt x="2438492" y="3254900"/>
                  </a:lnTo>
                  <a:lnTo>
                    <a:pt x="2438679" y="3254900"/>
                  </a:lnTo>
                  <a:lnTo>
                    <a:pt x="2438772" y="3254900"/>
                  </a:lnTo>
                  <a:lnTo>
                    <a:pt x="2439145" y="3254900"/>
                  </a:lnTo>
                  <a:lnTo>
                    <a:pt x="2439611" y="3254900"/>
                  </a:lnTo>
                  <a:lnTo>
                    <a:pt x="2439705" y="3254900"/>
                  </a:lnTo>
                  <a:lnTo>
                    <a:pt x="2440264" y="3254900"/>
                  </a:lnTo>
                  <a:lnTo>
                    <a:pt x="2440730" y="3254900"/>
                  </a:lnTo>
                  <a:lnTo>
                    <a:pt x="2441010" y="3254900"/>
                  </a:lnTo>
                  <a:lnTo>
                    <a:pt x="2441383" y="3254900"/>
                  </a:lnTo>
                  <a:lnTo>
                    <a:pt x="2441476" y="3254900"/>
                  </a:lnTo>
                  <a:lnTo>
                    <a:pt x="2441849" y="3254900"/>
                  </a:lnTo>
                  <a:lnTo>
                    <a:pt x="2441943" y="3254900"/>
                  </a:lnTo>
                  <a:lnTo>
                    <a:pt x="2442129" y="3254900"/>
                  </a:lnTo>
                  <a:lnTo>
                    <a:pt x="2442688" y="3254900"/>
                  </a:lnTo>
                  <a:lnTo>
                    <a:pt x="2442875" y="3254900"/>
                  </a:lnTo>
                  <a:lnTo>
                    <a:pt x="2443155" y="3254900"/>
                  </a:lnTo>
                  <a:lnTo>
                    <a:pt x="2443621" y="3244946"/>
                  </a:lnTo>
                  <a:lnTo>
                    <a:pt x="2443901" y="3234992"/>
                  </a:lnTo>
                  <a:lnTo>
                    <a:pt x="2443994" y="3234992"/>
                  </a:lnTo>
                  <a:lnTo>
                    <a:pt x="2444087" y="3234992"/>
                  </a:lnTo>
                  <a:lnTo>
                    <a:pt x="2444274" y="3234992"/>
                  </a:lnTo>
                  <a:lnTo>
                    <a:pt x="2444367" y="3234992"/>
                  </a:lnTo>
                  <a:lnTo>
                    <a:pt x="2444553" y="3234992"/>
                  </a:lnTo>
                  <a:lnTo>
                    <a:pt x="2444647" y="3234992"/>
                  </a:lnTo>
                  <a:lnTo>
                    <a:pt x="2445020" y="3234992"/>
                  </a:lnTo>
                  <a:lnTo>
                    <a:pt x="2445113" y="3234992"/>
                  </a:lnTo>
                  <a:lnTo>
                    <a:pt x="2445299" y="3234992"/>
                  </a:lnTo>
                  <a:lnTo>
                    <a:pt x="2445393" y="3234992"/>
                  </a:lnTo>
                  <a:lnTo>
                    <a:pt x="2445486" y="3234992"/>
                  </a:lnTo>
                  <a:lnTo>
                    <a:pt x="2445672" y="3234992"/>
                  </a:lnTo>
                  <a:lnTo>
                    <a:pt x="2445766" y="3234992"/>
                  </a:lnTo>
                  <a:lnTo>
                    <a:pt x="2446045" y="3234992"/>
                  </a:lnTo>
                  <a:lnTo>
                    <a:pt x="2446139" y="3234992"/>
                  </a:lnTo>
                  <a:lnTo>
                    <a:pt x="2446232" y="3234992"/>
                  </a:lnTo>
                  <a:lnTo>
                    <a:pt x="2446418" y="3234992"/>
                  </a:lnTo>
                  <a:lnTo>
                    <a:pt x="2446698" y="3234992"/>
                  </a:lnTo>
                  <a:lnTo>
                    <a:pt x="2446791" y="3234992"/>
                  </a:lnTo>
                  <a:lnTo>
                    <a:pt x="2446885" y="3234992"/>
                  </a:lnTo>
                  <a:lnTo>
                    <a:pt x="2446978" y="3234992"/>
                  </a:lnTo>
                  <a:lnTo>
                    <a:pt x="2447071" y="3234992"/>
                  </a:lnTo>
                  <a:lnTo>
                    <a:pt x="2447351" y="3234992"/>
                  </a:lnTo>
                  <a:lnTo>
                    <a:pt x="2447444" y="3234992"/>
                  </a:lnTo>
                  <a:lnTo>
                    <a:pt x="2447724" y="3234992"/>
                  </a:lnTo>
                  <a:lnTo>
                    <a:pt x="2447817" y="3234992"/>
                  </a:lnTo>
                  <a:lnTo>
                    <a:pt x="2448470" y="3234992"/>
                  </a:lnTo>
                  <a:lnTo>
                    <a:pt x="2449029" y="3234992"/>
                  </a:lnTo>
                  <a:lnTo>
                    <a:pt x="2449402" y="3234992"/>
                  </a:lnTo>
                  <a:lnTo>
                    <a:pt x="2449682" y="3234992"/>
                  </a:lnTo>
                  <a:lnTo>
                    <a:pt x="2449962" y="3234992"/>
                  </a:lnTo>
                  <a:lnTo>
                    <a:pt x="2450614" y="3225038"/>
                  </a:lnTo>
                  <a:lnTo>
                    <a:pt x="2450894" y="3225038"/>
                  </a:lnTo>
                  <a:lnTo>
                    <a:pt x="2451360" y="3225038"/>
                  </a:lnTo>
                  <a:lnTo>
                    <a:pt x="2451454" y="3225038"/>
                  </a:lnTo>
                  <a:lnTo>
                    <a:pt x="2451547" y="3225038"/>
                  </a:lnTo>
                  <a:lnTo>
                    <a:pt x="2451640" y="3225038"/>
                  </a:lnTo>
                  <a:lnTo>
                    <a:pt x="2451733" y="3225038"/>
                  </a:lnTo>
                  <a:lnTo>
                    <a:pt x="2452200" y="3225038"/>
                  </a:lnTo>
                  <a:lnTo>
                    <a:pt x="2452386" y="3215084"/>
                  </a:lnTo>
                  <a:lnTo>
                    <a:pt x="2452479" y="3215084"/>
                  </a:lnTo>
                  <a:lnTo>
                    <a:pt x="2452573" y="3215084"/>
                  </a:lnTo>
                  <a:lnTo>
                    <a:pt x="2452666" y="3215084"/>
                  </a:lnTo>
                  <a:lnTo>
                    <a:pt x="2452759" y="3215084"/>
                  </a:lnTo>
                  <a:lnTo>
                    <a:pt x="2452946" y="3215084"/>
                  </a:lnTo>
                  <a:lnTo>
                    <a:pt x="2453132" y="3215084"/>
                  </a:lnTo>
                  <a:lnTo>
                    <a:pt x="2453319" y="3215084"/>
                  </a:lnTo>
                  <a:lnTo>
                    <a:pt x="2453412" y="3215084"/>
                  </a:lnTo>
                  <a:lnTo>
                    <a:pt x="2453692" y="3215084"/>
                  </a:lnTo>
                  <a:lnTo>
                    <a:pt x="2453785" y="3215084"/>
                  </a:lnTo>
                  <a:lnTo>
                    <a:pt x="2454624" y="3215084"/>
                  </a:lnTo>
                  <a:lnTo>
                    <a:pt x="2454811" y="3215084"/>
                  </a:lnTo>
                  <a:lnTo>
                    <a:pt x="2454904" y="3215084"/>
                  </a:lnTo>
                  <a:lnTo>
                    <a:pt x="2454997" y="3215084"/>
                  </a:lnTo>
                  <a:lnTo>
                    <a:pt x="2455184" y="3215084"/>
                  </a:lnTo>
                  <a:lnTo>
                    <a:pt x="2455277" y="3215084"/>
                  </a:lnTo>
                  <a:lnTo>
                    <a:pt x="2455463" y="3215084"/>
                  </a:lnTo>
                  <a:lnTo>
                    <a:pt x="2455743" y="3215084"/>
                  </a:lnTo>
                  <a:lnTo>
                    <a:pt x="2456023" y="3215084"/>
                  </a:lnTo>
                  <a:lnTo>
                    <a:pt x="2456116" y="3215084"/>
                  </a:lnTo>
                  <a:lnTo>
                    <a:pt x="2456302" y="3215084"/>
                  </a:lnTo>
                  <a:lnTo>
                    <a:pt x="2456396" y="3215084"/>
                  </a:lnTo>
                  <a:lnTo>
                    <a:pt x="2456489" y="3215084"/>
                  </a:lnTo>
                  <a:lnTo>
                    <a:pt x="2456675" y="3215084"/>
                  </a:lnTo>
                  <a:lnTo>
                    <a:pt x="2456955" y="3215084"/>
                  </a:lnTo>
                  <a:lnTo>
                    <a:pt x="2457048" y="3205130"/>
                  </a:lnTo>
                  <a:lnTo>
                    <a:pt x="2457421" y="3205130"/>
                  </a:lnTo>
                  <a:lnTo>
                    <a:pt x="2457701" y="3205130"/>
                  </a:lnTo>
                  <a:lnTo>
                    <a:pt x="2457794" y="3205130"/>
                  </a:lnTo>
                  <a:lnTo>
                    <a:pt x="2457888" y="3205130"/>
                  </a:lnTo>
                  <a:lnTo>
                    <a:pt x="2457981" y="3205130"/>
                  </a:lnTo>
                  <a:lnTo>
                    <a:pt x="2458074" y="3205130"/>
                  </a:lnTo>
                  <a:lnTo>
                    <a:pt x="2458261" y="3205130"/>
                  </a:lnTo>
                  <a:lnTo>
                    <a:pt x="2458447" y="3205130"/>
                  </a:lnTo>
                  <a:lnTo>
                    <a:pt x="2459193" y="3205130"/>
                  </a:lnTo>
                  <a:lnTo>
                    <a:pt x="2459286" y="3205130"/>
                  </a:lnTo>
                  <a:lnTo>
                    <a:pt x="2459380" y="3205130"/>
                  </a:lnTo>
                  <a:lnTo>
                    <a:pt x="2459473" y="3205130"/>
                  </a:lnTo>
                  <a:lnTo>
                    <a:pt x="2459566" y="3205130"/>
                  </a:lnTo>
                  <a:lnTo>
                    <a:pt x="2459659" y="3205130"/>
                  </a:lnTo>
                  <a:lnTo>
                    <a:pt x="2459939" y="3205130"/>
                  </a:lnTo>
                  <a:lnTo>
                    <a:pt x="2460032" y="3205130"/>
                  </a:lnTo>
                  <a:lnTo>
                    <a:pt x="2460126" y="3205130"/>
                  </a:lnTo>
                  <a:lnTo>
                    <a:pt x="2460219" y="3205130"/>
                  </a:lnTo>
                  <a:lnTo>
                    <a:pt x="2460405" y="3205130"/>
                  </a:lnTo>
                  <a:lnTo>
                    <a:pt x="2460592" y="3205130"/>
                  </a:lnTo>
                  <a:lnTo>
                    <a:pt x="2460685" y="3205130"/>
                  </a:lnTo>
                  <a:lnTo>
                    <a:pt x="2460778" y="3205130"/>
                  </a:lnTo>
                  <a:lnTo>
                    <a:pt x="2460872" y="3205130"/>
                  </a:lnTo>
                  <a:lnTo>
                    <a:pt x="2460965" y="3205130"/>
                  </a:lnTo>
                  <a:lnTo>
                    <a:pt x="2461058" y="3205130"/>
                  </a:lnTo>
                  <a:lnTo>
                    <a:pt x="2461618" y="3195177"/>
                  </a:lnTo>
                  <a:lnTo>
                    <a:pt x="2461711" y="3195177"/>
                  </a:lnTo>
                  <a:lnTo>
                    <a:pt x="2461897" y="3195177"/>
                  </a:lnTo>
                  <a:lnTo>
                    <a:pt x="2461991" y="3195177"/>
                  </a:lnTo>
                  <a:lnTo>
                    <a:pt x="2462084" y="3195177"/>
                  </a:lnTo>
                  <a:lnTo>
                    <a:pt x="2462270" y="3195177"/>
                  </a:lnTo>
                  <a:lnTo>
                    <a:pt x="2462457" y="3195177"/>
                  </a:lnTo>
                  <a:lnTo>
                    <a:pt x="2462550" y="3195177"/>
                  </a:lnTo>
                  <a:lnTo>
                    <a:pt x="2463389" y="3195177"/>
                  </a:lnTo>
                  <a:lnTo>
                    <a:pt x="2463762" y="3185223"/>
                  </a:lnTo>
                  <a:lnTo>
                    <a:pt x="2463855" y="3185223"/>
                  </a:lnTo>
                  <a:lnTo>
                    <a:pt x="2464601" y="3185223"/>
                  </a:lnTo>
                  <a:lnTo>
                    <a:pt x="2464974" y="3185223"/>
                  </a:lnTo>
                  <a:lnTo>
                    <a:pt x="2465068" y="3185223"/>
                  </a:lnTo>
                  <a:lnTo>
                    <a:pt x="2465254" y="3185223"/>
                  </a:lnTo>
                  <a:lnTo>
                    <a:pt x="2465441" y="3185223"/>
                  </a:lnTo>
                  <a:lnTo>
                    <a:pt x="2465720" y="3185223"/>
                  </a:lnTo>
                  <a:lnTo>
                    <a:pt x="2466187" y="3185223"/>
                  </a:lnTo>
                  <a:lnTo>
                    <a:pt x="2466466" y="3185223"/>
                  </a:lnTo>
                  <a:lnTo>
                    <a:pt x="2466560" y="3185223"/>
                  </a:lnTo>
                  <a:lnTo>
                    <a:pt x="2466746" y="3185223"/>
                  </a:lnTo>
                  <a:lnTo>
                    <a:pt x="2466839" y="3185223"/>
                  </a:lnTo>
                  <a:lnTo>
                    <a:pt x="2466933" y="3185223"/>
                  </a:lnTo>
                  <a:lnTo>
                    <a:pt x="2467026" y="3185223"/>
                  </a:lnTo>
                  <a:lnTo>
                    <a:pt x="2467212" y="3185223"/>
                  </a:lnTo>
                  <a:lnTo>
                    <a:pt x="2467306" y="3185223"/>
                  </a:lnTo>
                  <a:lnTo>
                    <a:pt x="2467585" y="3175269"/>
                  </a:lnTo>
                  <a:lnTo>
                    <a:pt x="2467772" y="3175269"/>
                  </a:lnTo>
                  <a:lnTo>
                    <a:pt x="2467865" y="3175269"/>
                  </a:lnTo>
                  <a:lnTo>
                    <a:pt x="2468052" y="3175269"/>
                  </a:lnTo>
                  <a:lnTo>
                    <a:pt x="2468238" y="3165315"/>
                  </a:lnTo>
                  <a:lnTo>
                    <a:pt x="2468331" y="3165315"/>
                  </a:lnTo>
                  <a:lnTo>
                    <a:pt x="2468425" y="3165315"/>
                  </a:lnTo>
                  <a:lnTo>
                    <a:pt x="2468704" y="3165315"/>
                  </a:lnTo>
                  <a:lnTo>
                    <a:pt x="2468798" y="3165315"/>
                  </a:lnTo>
                  <a:lnTo>
                    <a:pt x="2469171" y="3165315"/>
                  </a:lnTo>
                  <a:lnTo>
                    <a:pt x="2469357" y="3165315"/>
                  </a:lnTo>
                  <a:lnTo>
                    <a:pt x="2469450" y="3165315"/>
                  </a:lnTo>
                  <a:lnTo>
                    <a:pt x="2469730" y="3165315"/>
                  </a:lnTo>
                  <a:lnTo>
                    <a:pt x="2470103" y="3165315"/>
                  </a:lnTo>
                  <a:lnTo>
                    <a:pt x="2470196" y="3165315"/>
                  </a:lnTo>
                  <a:lnTo>
                    <a:pt x="2470383" y="3165315"/>
                  </a:lnTo>
                  <a:lnTo>
                    <a:pt x="2470756" y="3165315"/>
                  </a:lnTo>
                  <a:lnTo>
                    <a:pt x="2470942" y="3165315"/>
                  </a:lnTo>
                  <a:lnTo>
                    <a:pt x="2471035" y="3165315"/>
                  </a:lnTo>
                  <a:lnTo>
                    <a:pt x="2471129" y="3165315"/>
                  </a:lnTo>
                  <a:lnTo>
                    <a:pt x="2471688" y="3165315"/>
                  </a:lnTo>
                  <a:lnTo>
                    <a:pt x="2471781" y="3165315"/>
                  </a:lnTo>
                  <a:lnTo>
                    <a:pt x="2471875" y="3165315"/>
                  </a:lnTo>
                  <a:lnTo>
                    <a:pt x="2471968" y="3165315"/>
                  </a:lnTo>
                  <a:lnTo>
                    <a:pt x="2472061" y="3165315"/>
                  </a:lnTo>
                  <a:lnTo>
                    <a:pt x="2472154" y="3165315"/>
                  </a:lnTo>
                  <a:lnTo>
                    <a:pt x="2472527" y="3165315"/>
                  </a:lnTo>
                  <a:lnTo>
                    <a:pt x="2472714" y="3165315"/>
                  </a:lnTo>
                  <a:lnTo>
                    <a:pt x="2472807" y="3165315"/>
                  </a:lnTo>
                  <a:lnTo>
                    <a:pt x="2472900" y="3165315"/>
                  </a:lnTo>
                  <a:lnTo>
                    <a:pt x="2472994" y="3165315"/>
                  </a:lnTo>
                  <a:lnTo>
                    <a:pt x="2473367" y="3165315"/>
                  </a:lnTo>
                  <a:lnTo>
                    <a:pt x="2473460" y="3165315"/>
                  </a:lnTo>
                  <a:lnTo>
                    <a:pt x="2473833" y="3165315"/>
                  </a:lnTo>
                  <a:lnTo>
                    <a:pt x="2474486" y="3165315"/>
                  </a:lnTo>
                  <a:lnTo>
                    <a:pt x="2474579" y="3165315"/>
                  </a:lnTo>
                  <a:lnTo>
                    <a:pt x="2474765" y="3165315"/>
                  </a:lnTo>
                  <a:lnTo>
                    <a:pt x="2475045" y="3165315"/>
                  </a:lnTo>
                  <a:lnTo>
                    <a:pt x="2475325" y="3165315"/>
                  </a:lnTo>
                  <a:lnTo>
                    <a:pt x="2475605" y="3165315"/>
                  </a:lnTo>
                  <a:lnTo>
                    <a:pt x="2475698" y="3165315"/>
                  </a:lnTo>
                  <a:lnTo>
                    <a:pt x="2475791" y="3165315"/>
                  </a:lnTo>
                  <a:lnTo>
                    <a:pt x="2475884" y="3165315"/>
                  </a:lnTo>
                  <a:lnTo>
                    <a:pt x="2475978" y="3165315"/>
                  </a:lnTo>
                  <a:lnTo>
                    <a:pt x="2476071" y="3165315"/>
                  </a:lnTo>
                  <a:lnTo>
                    <a:pt x="2476257" y="3165315"/>
                  </a:lnTo>
                  <a:lnTo>
                    <a:pt x="2476630" y="3165315"/>
                  </a:lnTo>
                  <a:lnTo>
                    <a:pt x="2477003" y="3165315"/>
                  </a:lnTo>
                  <a:lnTo>
                    <a:pt x="2477096" y="3165315"/>
                  </a:lnTo>
                  <a:lnTo>
                    <a:pt x="2477749" y="3165315"/>
                  </a:lnTo>
                  <a:lnTo>
                    <a:pt x="2477842" y="3165315"/>
                  </a:lnTo>
                  <a:lnTo>
                    <a:pt x="2478029" y="3165315"/>
                  </a:lnTo>
                  <a:lnTo>
                    <a:pt x="2478309" y="3165315"/>
                  </a:lnTo>
                  <a:lnTo>
                    <a:pt x="2478588" y="3165315"/>
                  </a:lnTo>
                  <a:lnTo>
                    <a:pt x="2478682" y="3165315"/>
                  </a:lnTo>
                  <a:lnTo>
                    <a:pt x="2478775" y="3165315"/>
                  </a:lnTo>
                  <a:lnTo>
                    <a:pt x="2478868" y="3165315"/>
                  </a:lnTo>
                  <a:lnTo>
                    <a:pt x="2479334" y="3165315"/>
                  </a:lnTo>
                  <a:lnTo>
                    <a:pt x="2479428" y="3165315"/>
                  </a:lnTo>
                  <a:lnTo>
                    <a:pt x="2479894" y="3165315"/>
                  </a:lnTo>
                  <a:lnTo>
                    <a:pt x="2479987" y="3165315"/>
                  </a:lnTo>
                  <a:lnTo>
                    <a:pt x="2480267" y="3165315"/>
                  </a:lnTo>
                  <a:lnTo>
                    <a:pt x="2480360" y="3165315"/>
                  </a:lnTo>
                  <a:lnTo>
                    <a:pt x="2480733" y="3165315"/>
                  </a:lnTo>
                  <a:lnTo>
                    <a:pt x="2480920" y="3165315"/>
                  </a:lnTo>
                  <a:lnTo>
                    <a:pt x="2481013" y="3165315"/>
                  </a:lnTo>
                  <a:lnTo>
                    <a:pt x="2481293" y="3165315"/>
                  </a:lnTo>
                  <a:lnTo>
                    <a:pt x="2481386" y="3165315"/>
                  </a:lnTo>
                  <a:lnTo>
                    <a:pt x="2481479" y="3165315"/>
                  </a:lnTo>
                  <a:lnTo>
                    <a:pt x="2481572" y="3165315"/>
                  </a:lnTo>
                  <a:lnTo>
                    <a:pt x="2481759" y="3165315"/>
                  </a:lnTo>
                  <a:lnTo>
                    <a:pt x="2482318" y="3165315"/>
                  </a:lnTo>
                  <a:lnTo>
                    <a:pt x="2482691" y="3165315"/>
                  </a:lnTo>
                  <a:lnTo>
                    <a:pt x="2483064" y="3165315"/>
                  </a:lnTo>
                  <a:lnTo>
                    <a:pt x="2483158" y="3165315"/>
                  </a:lnTo>
                  <a:lnTo>
                    <a:pt x="2483624" y="3165315"/>
                  </a:lnTo>
                  <a:lnTo>
                    <a:pt x="2484090" y="3165315"/>
                  </a:lnTo>
                  <a:lnTo>
                    <a:pt x="2484183" y="3165315"/>
                  </a:lnTo>
                  <a:lnTo>
                    <a:pt x="2484276" y="3165315"/>
                  </a:lnTo>
                  <a:lnTo>
                    <a:pt x="2484370" y="3165315"/>
                  </a:lnTo>
                  <a:lnTo>
                    <a:pt x="2484463" y="3165315"/>
                  </a:lnTo>
                  <a:lnTo>
                    <a:pt x="2484556" y="3165315"/>
                  </a:lnTo>
                  <a:lnTo>
                    <a:pt x="2484649" y="3165315"/>
                  </a:lnTo>
                  <a:lnTo>
                    <a:pt x="2485489" y="3165315"/>
                  </a:lnTo>
                  <a:lnTo>
                    <a:pt x="2485582" y="3165315"/>
                  </a:lnTo>
                  <a:lnTo>
                    <a:pt x="2485675" y="3155361"/>
                  </a:lnTo>
                  <a:lnTo>
                    <a:pt x="2486048" y="3155361"/>
                  </a:lnTo>
                  <a:lnTo>
                    <a:pt x="2486141" y="3155361"/>
                  </a:lnTo>
                  <a:lnTo>
                    <a:pt x="2486328" y="3155361"/>
                  </a:lnTo>
                  <a:lnTo>
                    <a:pt x="2486421" y="3155361"/>
                  </a:lnTo>
                  <a:lnTo>
                    <a:pt x="2486514" y="3155361"/>
                  </a:lnTo>
                  <a:lnTo>
                    <a:pt x="2486608" y="3155361"/>
                  </a:lnTo>
                  <a:lnTo>
                    <a:pt x="2486701" y="3155361"/>
                  </a:lnTo>
                  <a:lnTo>
                    <a:pt x="2486794" y="3155361"/>
                  </a:lnTo>
                  <a:lnTo>
                    <a:pt x="2487167" y="3155361"/>
                  </a:lnTo>
                  <a:lnTo>
                    <a:pt x="2487354" y="3155361"/>
                  </a:lnTo>
                  <a:lnTo>
                    <a:pt x="2487447" y="3155361"/>
                  </a:lnTo>
                  <a:lnTo>
                    <a:pt x="2487540" y="3155361"/>
                  </a:lnTo>
                  <a:lnTo>
                    <a:pt x="2487727" y="3155361"/>
                  </a:lnTo>
                  <a:lnTo>
                    <a:pt x="2487820" y="3155361"/>
                  </a:lnTo>
                  <a:lnTo>
                    <a:pt x="2487913" y="3155361"/>
                  </a:lnTo>
                  <a:lnTo>
                    <a:pt x="2488100" y="3155361"/>
                  </a:lnTo>
                  <a:lnTo>
                    <a:pt x="2488379" y="3155361"/>
                  </a:lnTo>
                  <a:lnTo>
                    <a:pt x="2488566" y="3155361"/>
                  </a:lnTo>
                  <a:lnTo>
                    <a:pt x="2488752" y="3155361"/>
                  </a:lnTo>
                  <a:lnTo>
                    <a:pt x="2488846" y="3155361"/>
                  </a:lnTo>
                  <a:lnTo>
                    <a:pt x="2488939" y="3155361"/>
                  </a:lnTo>
                  <a:lnTo>
                    <a:pt x="2489312" y="3155361"/>
                  </a:lnTo>
                  <a:lnTo>
                    <a:pt x="2489592" y="3155361"/>
                  </a:lnTo>
                  <a:lnTo>
                    <a:pt x="2489685" y="3155361"/>
                  </a:lnTo>
                  <a:lnTo>
                    <a:pt x="2489965" y="3155361"/>
                  </a:lnTo>
                  <a:lnTo>
                    <a:pt x="2490524" y="3155361"/>
                  </a:lnTo>
                  <a:lnTo>
                    <a:pt x="2490617" y="3155361"/>
                  </a:lnTo>
                  <a:lnTo>
                    <a:pt x="2490804" y="3155361"/>
                  </a:lnTo>
                  <a:lnTo>
                    <a:pt x="2491083" y="3155361"/>
                  </a:lnTo>
                  <a:lnTo>
                    <a:pt x="2491456" y="3155361"/>
                  </a:lnTo>
                  <a:lnTo>
                    <a:pt x="2491829" y="3155361"/>
                  </a:lnTo>
                  <a:lnTo>
                    <a:pt x="2491923" y="3155361"/>
                  </a:lnTo>
                  <a:lnTo>
                    <a:pt x="2492109" y="3155361"/>
                  </a:lnTo>
                  <a:lnTo>
                    <a:pt x="2492762" y="3155361"/>
                  </a:lnTo>
                  <a:lnTo>
                    <a:pt x="2492855" y="3155361"/>
                  </a:lnTo>
                  <a:lnTo>
                    <a:pt x="2493042" y="3155361"/>
                  </a:lnTo>
                  <a:lnTo>
                    <a:pt x="2493135" y="3155361"/>
                  </a:lnTo>
                  <a:lnTo>
                    <a:pt x="2493321" y="3155361"/>
                  </a:lnTo>
                  <a:lnTo>
                    <a:pt x="2493974" y="3145407"/>
                  </a:lnTo>
                  <a:lnTo>
                    <a:pt x="2494067" y="3145407"/>
                  </a:lnTo>
                  <a:lnTo>
                    <a:pt x="2494254" y="3145407"/>
                  </a:lnTo>
                  <a:lnTo>
                    <a:pt x="2494347" y="3145407"/>
                  </a:lnTo>
                  <a:lnTo>
                    <a:pt x="2494440" y="3145407"/>
                  </a:lnTo>
                  <a:lnTo>
                    <a:pt x="2494534" y="3145407"/>
                  </a:lnTo>
                  <a:lnTo>
                    <a:pt x="2494720" y="3145407"/>
                  </a:lnTo>
                  <a:lnTo>
                    <a:pt x="2495093" y="3145407"/>
                  </a:lnTo>
                  <a:lnTo>
                    <a:pt x="2495186" y="3145407"/>
                  </a:lnTo>
                  <a:lnTo>
                    <a:pt x="2495559" y="3145407"/>
                  </a:lnTo>
                  <a:lnTo>
                    <a:pt x="2496399" y="3145407"/>
                  </a:lnTo>
                  <a:lnTo>
                    <a:pt x="2496492" y="3145407"/>
                  </a:lnTo>
                  <a:lnTo>
                    <a:pt x="2496678" y="3145407"/>
                  </a:lnTo>
                  <a:lnTo>
                    <a:pt x="2496772" y="3145407"/>
                  </a:lnTo>
                  <a:lnTo>
                    <a:pt x="2496958" y="3145407"/>
                  </a:lnTo>
                  <a:lnTo>
                    <a:pt x="2497238" y="3145407"/>
                  </a:lnTo>
                  <a:lnTo>
                    <a:pt x="2497331" y="3145407"/>
                  </a:lnTo>
                  <a:lnTo>
                    <a:pt x="2497797" y="3145407"/>
                  </a:lnTo>
                  <a:lnTo>
                    <a:pt x="2497890" y="3145407"/>
                  </a:lnTo>
                  <a:lnTo>
                    <a:pt x="2497984" y="3145407"/>
                  </a:lnTo>
                  <a:lnTo>
                    <a:pt x="2498170" y="3145407"/>
                  </a:lnTo>
                  <a:lnTo>
                    <a:pt x="2498357" y="3145407"/>
                  </a:lnTo>
                  <a:lnTo>
                    <a:pt x="2498450" y="3145407"/>
                  </a:lnTo>
                  <a:lnTo>
                    <a:pt x="2498543" y="3145407"/>
                  </a:lnTo>
                  <a:lnTo>
                    <a:pt x="2498730" y="3145407"/>
                  </a:lnTo>
                  <a:lnTo>
                    <a:pt x="2498823" y="3145407"/>
                  </a:lnTo>
                  <a:lnTo>
                    <a:pt x="2499103" y="3145407"/>
                  </a:lnTo>
                  <a:lnTo>
                    <a:pt x="2499196" y="3145407"/>
                  </a:lnTo>
                  <a:lnTo>
                    <a:pt x="2499289" y="3145407"/>
                  </a:lnTo>
                  <a:lnTo>
                    <a:pt x="2499476" y="3145407"/>
                  </a:lnTo>
                  <a:lnTo>
                    <a:pt x="2499569" y="3145407"/>
                  </a:lnTo>
                  <a:lnTo>
                    <a:pt x="2499755" y="3145407"/>
                  </a:lnTo>
                  <a:lnTo>
                    <a:pt x="2500035" y="3145407"/>
                  </a:lnTo>
                  <a:lnTo>
                    <a:pt x="2500128" y="3145407"/>
                  </a:lnTo>
                  <a:lnTo>
                    <a:pt x="2500222" y="3145407"/>
                  </a:lnTo>
                  <a:lnTo>
                    <a:pt x="2500408" y="3145407"/>
                  </a:lnTo>
                  <a:lnTo>
                    <a:pt x="2500595" y="3145407"/>
                  </a:lnTo>
                  <a:lnTo>
                    <a:pt x="2500688" y="3145407"/>
                  </a:lnTo>
                  <a:lnTo>
                    <a:pt x="2500781" y="3145407"/>
                  </a:lnTo>
                  <a:lnTo>
                    <a:pt x="2501061" y="3145407"/>
                  </a:lnTo>
                  <a:lnTo>
                    <a:pt x="2501154" y="3145407"/>
                  </a:lnTo>
                  <a:lnTo>
                    <a:pt x="2501247" y="3145407"/>
                  </a:lnTo>
                  <a:lnTo>
                    <a:pt x="2501434" y="3145407"/>
                  </a:lnTo>
                  <a:lnTo>
                    <a:pt x="2501714" y="3145407"/>
                  </a:lnTo>
                  <a:lnTo>
                    <a:pt x="2501807" y="3145407"/>
                  </a:lnTo>
                  <a:lnTo>
                    <a:pt x="2502087" y="3145407"/>
                  </a:lnTo>
                  <a:lnTo>
                    <a:pt x="2502180" y="3145407"/>
                  </a:lnTo>
                  <a:lnTo>
                    <a:pt x="2502366" y="3145407"/>
                  </a:lnTo>
                  <a:lnTo>
                    <a:pt x="2502460" y="3145407"/>
                  </a:lnTo>
                  <a:lnTo>
                    <a:pt x="2502739" y="3145407"/>
                  </a:lnTo>
                  <a:lnTo>
                    <a:pt x="2502833" y="3145407"/>
                  </a:lnTo>
                  <a:lnTo>
                    <a:pt x="2503112" y="3145407"/>
                  </a:lnTo>
                  <a:lnTo>
                    <a:pt x="2503765" y="3145407"/>
                  </a:lnTo>
                  <a:lnTo>
                    <a:pt x="2503858" y="3145407"/>
                  </a:lnTo>
                  <a:lnTo>
                    <a:pt x="2503952" y="3145407"/>
                  </a:lnTo>
                  <a:lnTo>
                    <a:pt x="2504138" y="3145407"/>
                  </a:lnTo>
                  <a:lnTo>
                    <a:pt x="2504231" y="3145407"/>
                  </a:lnTo>
                  <a:lnTo>
                    <a:pt x="2504325" y="3145407"/>
                  </a:lnTo>
                  <a:lnTo>
                    <a:pt x="2504418" y="3145407"/>
                  </a:lnTo>
                  <a:lnTo>
                    <a:pt x="2504511" y="3145407"/>
                  </a:lnTo>
                  <a:lnTo>
                    <a:pt x="2504884" y="3145407"/>
                  </a:lnTo>
                  <a:lnTo>
                    <a:pt x="2504977" y="3145407"/>
                  </a:lnTo>
                  <a:lnTo>
                    <a:pt x="2505164" y="3145407"/>
                  </a:lnTo>
                  <a:lnTo>
                    <a:pt x="2505257" y="3145407"/>
                  </a:lnTo>
                  <a:lnTo>
                    <a:pt x="2505350" y="3145407"/>
                  </a:lnTo>
                  <a:lnTo>
                    <a:pt x="2505537" y="3145407"/>
                  </a:lnTo>
                  <a:lnTo>
                    <a:pt x="2505816" y="3145407"/>
                  </a:lnTo>
                  <a:lnTo>
                    <a:pt x="2505910" y="3135454"/>
                  </a:lnTo>
                  <a:lnTo>
                    <a:pt x="2506096" y="3135454"/>
                  </a:lnTo>
                  <a:lnTo>
                    <a:pt x="2506562" y="3135454"/>
                  </a:lnTo>
                  <a:lnTo>
                    <a:pt x="2506842" y="3135454"/>
                  </a:lnTo>
                  <a:lnTo>
                    <a:pt x="2507215" y="3135454"/>
                  </a:lnTo>
                  <a:lnTo>
                    <a:pt x="2507308" y="3135454"/>
                  </a:lnTo>
                  <a:lnTo>
                    <a:pt x="2507681" y="3135454"/>
                  </a:lnTo>
                  <a:lnTo>
                    <a:pt x="2507775" y="3135454"/>
                  </a:lnTo>
                  <a:lnTo>
                    <a:pt x="2508148" y="3135454"/>
                  </a:lnTo>
                  <a:lnTo>
                    <a:pt x="2508427" y="3135454"/>
                  </a:lnTo>
                  <a:lnTo>
                    <a:pt x="2508614" y="3135454"/>
                  </a:lnTo>
                  <a:lnTo>
                    <a:pt x="2508707" y="3135454"/>
                  </a:lnTo>
                  <a:lnTo>
                    <a:pt x="2508800" y="3135454"/>
                  </a:lnTo>
                  <a:lnTo>
                    <a:pt x="2508894" y="3135454"/>
                  </a:lnTo>
                  <a:lnTo>
                    <a:pt x="2508987" y="3135454"/>
                  </a:lnTo>
                  <a:lnTo>
                    <a:pt x="2509080" y="3135454"/>
                  </a:lnTo>
                  <a:lnTo>
                    <a:pt x="2509267" y="3135454"/>
                  </a:lnTo>
                  <a:lnTo>
                    <a:pt x="2509360" y="3135454"/>
                  </a:lnTo>
                  <a:lnTo>
                    <a:pt x="2509453" y="3135454"/>
                  </a:lnTo>
                  <a:lnTo>
                    <a:pt x="2509546" y="3135454"/>
                  </a:lnTo>
                  <a:lnTo>
                    <a:pt x="2509733" y="3135454"/>
                  </a:lnTo>
                  <a:lnTo>
                    <a:pt x="2509826" y="3135454"/>
                  </a:lnTo>
                  <a:lnTo>
                    <a:pt x="2509919" y="3135454"/>
                  </a:lnTo>
                  <a:lnTo>
                    <a:pt x="2510106" y="3135454"/>
                  </a:lnTo>
                  <a:lnTo>
                    <a:pt x="2510199" y="3135454"/>
                  </a:lnTo>
                  <a:lnTo>
                    <a:pt x="2510386" y="3135454"/>
                  </a:lnTo>
                  <a:lnTo>
                    <a:pt x="2510665" y="3135454"/>
                  </a:lnTo>
                  <a:lnTo>
                    <a:pt x="2510852" y="3135454"/>
                  </a:lnTo>
                  <a:lnTo>
                    <a:pt x="2510945" y="3135454"/>
                  </a:lnTo>
                  <a:lnTo>
                    <a:pt x="2511038" y="3135454"/>
                  </a:lnTo>
                  <a:lnTo>
                    <a:pt x="2512810" y="3135454"/>
                  </a:lnTo>
                  <a:lnTo>
                    <a:pt x="2513183" y="3135454"/>
                  </a:lnTo>
                  <a:lnTo>
                    <a:pt x="2513276" y="3135454"/>
                  </a:lnTo>
                  <a:lnTo>
                    <a:pt x="2513369" y="3135454"/>
                  </a:lnTo>
                  <a:lnTo>
                    <a:pt x="2513463" y="3135454"/>
                  </a:lnTo>
                  <a:lnTo>
                    <a:pt x="2513556" y="3135454"/>
                  </a:lnTo>
                  <a:lnTo>
                    <a:pt x="2513649" y="3135454"/>
                  </a:lnTo>
                  <a:lnTo>
                    <a:pt x="2514209" y="3135454"/>
                  </a:lnTo>
                  <a:lnTo>
                    <a:pt x="2514302" y="3135454"/>
                  </a:lnTo>
                  <a:lnTo>
                    <a:pt x="2514582" y="3135454"/>
                  </a:lnTo>
                  <a:lnTo>
                    <a:pt x="2514675" y="3135454"/>
                  </a:lnTo>
                  <a:lnTo>
                    <a:pt x="2514861" y="3135454"/>
                  </a:lnTo>
                  <a:lnTo>
                    <a:pt x="2514955" y="3135454"/>
                  </a:lnTo>
                  <a:lnTo>
                    <a:pt x="2515048" y="3135454"/>
                  </a:lnTo>
                  <a:lnTo>
                    <a:pt x="2515141" y="3135454"/>
                  </a:lnTo>
                  <a:lnTo>
                    <a:pt x="2515234" y="3135454"/>
                  </a:lnTo>
                  <a:lnTo>
                    <a:pt x="2515328" y="3135454"/>
                  </a:lnTo>
                  <a:lnTo>
                    <a:pt x="2515514" y="3135454"/>
                  </a:lnTo>
                  <a:lnTo>
                    <a:pt x="2515794" y="3135454"/>
                  </a:lnTo>
                  <a:lnTo>
                    <a:pt x="2516167" y="3135454"/>
                  </a:lnTo>
                  <a:lnTo>
                    <a:pt x="2516540" y="3135454"/>
                  </a:lnTo>
                  <a:lnTo>
                    <a:pt x="2516726" y="3135454"/>
                  </a:lnTo>
                  <a:lnTo>
                    <a:pt x="2516913" y="3135454"/>
                  </a:lnTo>
                  <a:lnTo>
                    <a:pt x="2517006" y="3135454"/>
                  </a:lnTo>
                  <a:lnTo>
                    <a:pt x="2517099" y="3135454"/>
                  </a:lnTo>
                  <a:lnTo>
                    <a:pt x="2517379" y="3135454"/>
                  </a:lnTo>
                  <a:lnTo>
                    <a:pt x="2517659" y="3135454"/>
                  </a:lnTo>
                  <a:lnTo>
                    <a:pt x="2518032" y="3135454"/>
                  </a:lnTo>
                  <a:lnTo>
                    <a:pt x="2518405" y="3135454"/>
                  </a:lnTo>
                  <a:lnTo>
                    <a:pt x="2518591" y="3135454"/>
                  </a:lnTo>
                  <a:lnTo>
                    <a:pt x="2518778" y="3135454"/>
                  </a:lnTo>
                  <a:lnTo>
                    <a:pt x="2518964" y="3135454"/>
                  </a:lnTo>
                  <a:lnTo>
                    <a:pt x="2519057" y="3135454"/>
                  </a:lnTo>
                  <a:lnTo>
                    <a:pt x="2519151" y="3135454"/>
                  </a:lnTo>
                  <a:lnTo>
                    <a:pt x="2519244" y="3135454"/>
                  </a:lnTo>
                  <a:lnTo>
                    <a:pt x="2519524" y="3135454"/>
                  </a:lnTo>
                  <a:lnTo>
                    <a:pt x="2519617" y="3135454"/>
                  </a:lnTo>
                  <a:lnTo>
                    <a:pt x="2519710" y="3135454"/>
                  </a:lnTo>
                  <a:lnTo>
                    <a:pt x="2519803" y="3135454"/>
                  </a:lnTo>
                  <a:lnTo>
                    <a:pt x="2519897" y="3135454"/>
                  </a:lnTo>
                  <a:lnTo>
                    <a:pt x="2520176" y="3125500"/>
                  </a:lnTo>
                  <a:lnTo>
                    <a:pt x="2520643" y="3125500"/>
                  </a:lnTo>
                  <a:lnTo>
                    <a:pt x="2520736" y="3125500"/>
                  </a:lnTo>
                  <a:lnTo>
                    <a:pt x="2520922" y="3125500"/>
                  </a:lnTo>
                  <a:lnTo>
                    <a:pt x="2521016" y="3125500"/>
                  </a:lnTo>
                  <a:lnTo>
                    <a:pt x="2521202" y="3125500"/>
                  </a:lnTo>
                  <a:lnTo>
                    <a:pt x="2521389" y="3125500"/>
                  </a:lnTo>
                  <a:lnTo>
                    <a:pt x="2521482" y="3125500"/>
                  </a:lnTo>
                  <a:lnTo>
                    <a:pt x="2521575" y="3125500"/>
                  </a:lnTo>
                  <a:lnTo>
                    <a:pt x="2522041" y="3125500"/>
                  </a:lnTo>
                  <a:lnTo>
                    <a:pt x="2522228" y="3125500"/>
                  </a:lnTo>
                  <a:lnTo>
                    <a:pt x="2522414" y="3125500"/>
                  </a:lnTo>
                  <a:lnTo>
                    <a:pt x="2523254" y="3125500"/>
                  </a:lnTo>
                  <a:lnTo>
                    <a:pt x="2523347" y="3125500"/>
                  </a:lnTo>
                  <a:lnTo>
                    <a:pt x="2523440" y="3125500"/>
                  </a:lnTo>
                  <a:lnTo>
                    <a:pt x="2523533" y="3125500"/>
                  </a:lnTo>
                  <a:lnTo>
                    <a:pt x="2523627" y="3125500"/>
                  </a:lnTo>
                  <a:lnTo>
                    <a:pt x="2523720" y="3125500"/>
                  </a:lnTo>
                  <a:lnTo>
                    <a:pt x="2523813" y="3125500"/>
                  </a:lnTo>
                  <a:lnTo>
                    <a:pt x="2523906" y="3125500"/>
                  </a:lnTo>
                  <a:lnTo>
                    <a:pt x="2524373" y="3125500"/>
                  </a:lnTo>
                  <a:lnTo>
                    <a:pt x="2524559" y="3125500"/>
                  </a:lnTo>
                  <a:lnTo>
                    <a:pt x="2524652" y="3115546"/>
                  </a:lnTo>
                  <a:lnTo>
                    <a:pt x="2524932" y="3115546"/>
                  </a:lnTo>
                  <a:lnTo>
                    <a:pt x="2525212" y="3115546"/>
                  </a:lnTo>
                  <a:lnTo>
                    <a:pt x="2525305" y="3115546"/>
                  </a:lnTo>
                  <a:lnTo>
                    <a:pt x="2525398" y="3115546"/>
                  </a:lnTo>
                  <a:lnTo>
                    <a:pt x="2525585" y="3115546"/>
                  </a:lnTo>
                  <a:lnTo>
                    <a:pt x="2525678" y="3115546"/>
                  </a:lnTo>
                  <a:lnTo>
                    <a:pt x="2525771" y="3115546"/>
                  </a:lnTo>
                  <a:lnTo>
                    <a:pt x="2526517" y="3115546"/>
                  </a:lnTo>
                  <a:lnTo>
                    <a:pt x="2526890" y="3115546"/>
                  </a:lnTo>
                  <a:lnTo>
                    <a:pt x="2527077" y="3115546"/>
                  </a:lnTo>
                  <a:lnTo>
                    <a:pt x="2527356" y="3115546"/>
                  </a:lnTo>
                  <a:lnTo>
                    <a:pt x="2528009" y="3115546"/>
                  </a:lnTo>
                  <a:lnTo>
                    <a:pt x="2528102" y="3115546"/>
                  </a:lnTo>
                  <a:lnTo>
                    <a:pt x="2528289" y="3115546"/>
                  </a:lnTo>
                  <a:lnTo>
                    <a:pt x="2528475" y="3115546"/>
                  </a:lnTo>
                  <a:lnTo>
                    <a:pt x="2528662" y="3115546"/>
                  </a:lnTo>
                  <a:lnTo>
                    <a:pt x="2528848" y="3115546"/>
                  </a:lnTo>
                  <a:lnTo>
                    <a:pt x="2528942" y="3115546"/>
                  </a:lnTo>
                  <a:lnTo>
                    <a:pt x="2529315" y="3115546"/>
                  </a:lnTo>
                  <a:lnTo>
                    <a:pt x="2529501" y="3115546"/>
                  </a:lnTo>
                  <a:lnTo>
                    <a:pt x="2529781" y="3115546"/>
                  </a:lnTo>
                  <a:lnTo>
                    <a:pt x="2529874" y="3115546"/>
                  </a:lnTo>
                  <a:lnTo>
                    <a:pt x="2529967" y="3115546"/>
                  </a:lnTo>
                  <a:lnTo>
                    <a:pt x="2530247" y="3115546"/>
                  </a:lnTo>
                  <a:lnTo>
                    <a:pt x="2530434" y="3115546"/>
                  </a:lnTo>
                  <a:lnTo>
                    <a:pt x="2530527" y="3115546"/>
                  </a:lnTo>
                  <a:lnTo>
                    <a:pt x="2530713" y="3115546"/>
                  </a:lnTo>
                  <a:lnTo>
                    <a:pt x="2530807" y="3115546"/>
                  </a:lnTo>
                  <a:lnTo>
                    <a:pt x="2530900" y="3115546"/>
                  </a:lnTo>
                  <a:lnTo>
                    <a:pt x="2531273" y="3115546"/>
                  </a:lnTo>
                  <a:lnTo>
                    <a:pt x="2531459" y="3115546"/>
                  </a:lnTo>
                  <a:lnTo>
                    <a:pt x="2532112" y="3115546"/>
                  </a:lnTo>
                  <a:lnTo>
                    <a:pt x="2532298" y="3115546"/>
                  </a:lnTo>
                  <a:lnTo>
                    <a:pt x="2532485" y="3115546"/>
                  </a:lnTo>
                  <a:lnTo>
                    <a:pt x="2532578" y="3115546"/>
                  </a:lnTo>
                  <a:lnTo>
                    <a:pt x="2532765" y="3115546"/>
                  </a:lnTo>
                  <a:lnTo>
                    <a:pt x="2532858" y="3115546"/>
                  </a:lnTo>
                  <a:lnTo>
                    <a:pt x="2533044" y="3115546"/>
                  </a:lnTo>
                  <a:lnTo>
                    <a:pt x="2533138" y="3115546"/>
                  </a:lnTo>
                  <a:lnTo>
                    <a:pt x="2533324" y="3115546"/>
                  </a:lnTo>
                  <a:lnTo>
                    <a:pt x="2533417" y="3115546"/>
                  </a:lnTo>
                  <a:lnTo>
                    <a:pt x="2533697" y="3115546"/>
                  </a:lnTo>
                  <a:lnTo>
                    <a:pt x="2533884" y="3115546"/>
                  </a:lnTo>
                  <a:lnTo>
                    <a:pt x="2533977" y="3115546"/>
                  </a:lnTo>
                  <a:lnTo>
                    <a:pt x="2534163" y="3115546"/>
                  </a:lnTo>
                  <a:lnTo>
                    <a:pt x="2534443" y="3115546"/>
                  </a:lnTo>
                  <a:lnTo>
                    <a:pt x="2534536" y="3115546"/>
                  </a:lnTo>
                  <a:lnTo>
                    <a:pt x="2534630" y="3115546"/>
                  </a:lnTo>
                  <a:lnTo>
                    <a:pt x="2534723" y="3115546"/>
                  </a:lnTo>
                  <a:lnTo>
                    <a:pt x="2534816" y="3115546"/>
                  </a:lnTo>
                  <a:lnTo>
                    <a:pt x="2535189" y="3115546"/>
                  </a:lnTo>
                  <a:lnTo>
                    <a:pt x="2535282" y="3115546"/>
                  </a:lnTo>
                  <a:lnTo>
                    <a:pt x="2535655" y="3115546"/>
                  </a:lnTo>
                  <a:lnTo>
                    <a:pt x="2535749" y="3115546"/>
                  </a:lnTo>
                  <a:lnTo>
                    <a:pt x="2535842" y="3115546"/>
                  </a:lnTo>
                  <a:lnTo>
                    <a:pt x="2535935" y="3115546"/>
                  </a:lnTo>
                  <a:lnTo>
                    <a:pt x="2536028" y="3115546"/>
                  </a:lnTo>
                  <a:lnTo>
                    <a:pt x="2536401" y="3115546"/>
                  </a:lnTo>
                  <a:lnTo>
                    <a:pt x="2536588" y="3115546"/>
                  </a:lnTo>
                  <a:lnTo>
                    <a:pt x="2536774" y="3115546"/>
                  </a:lnTo>
                  <a:lnTo>
                    <a:pt x="2536868" y="3115546"/>
                  </a:lnTo>
                  <a:lnTo>
                    <a:pt x="2537147" y="3115546"/>
                  </a:lnTo>
                  <a:lnTo>
                    <a:pt x="2537707" y="3115546"/>
                  </a:lnTo>
                  <a:lnTo>
                    <a:pt x="2537893" y="3115546"/>
                  </a:lnTo>
                  <a:lnTo>
                    <a:pt x="2538173" y="3115546"/>
                  </a:lnTo>
                  <a:lnTo>
                    <a:pt x="2538266" y="3115546"/>
                  </a:lnTo>
                  <a:lnTo>
                    <a:pt x="2538360" y="3115546"/>
                  </a:lnTo>
                  <a:lnTo>
                    <a:pt x="2538639" y="3115546"/>
                  </a:lnTo>
                  <a:lnTo>
                    <a:pt x="2538733" y="3115546"/>
                  </a:lnTo>
                  <a:lnTo>
                    <a:pt x="2538826" y="3115546"/>
                  </a:lnTo>
                  <a:lnTo>
                    <a:pt x="2538919" y="3115546"/>
                  </a:lnTo>
                  <a:lnTo>
                    <a:pt x="2539012" y="3115546"/>
                  </a:lnTo>
                  <a:lnTo>
                    <a:pt x="2539106" y="3115546"/>
                  </a:lnTo>
                  <a:lnTo>
                    <a:pt x="2539478" y="3115546"/>
                  </a:lnTo>
                  <a:lnTo>
                    <a:pt x="2539572" y="3115546"/>
                  </a:lnTo>
                  <a:lnTo>
                    <a:pt x="2540597" y="3115546"/>
                  </a:lnTo>
                  <a:lnTo>
                    <a:pt x="2540691" y="3115546"/>
                  </a:lnTo>
                  <a:lnTo>
                    <a:pt x="2540877" y="3115546"/>
                  </a:lnTo>
                  <a:lnTo>
                    <a:pt x="2541064" y="3115546"/>
                  </a:lnTo>
                  <a:lnTo>
                    <a:pt x="2541530" y="3115546"/>
                  </a:lnTo>
                  <a:lnTo>
                    <a:pt x="2541623" y="3115546"/>
                  </a:lnTo>
                  <a:lnTo>
                    <a:pt x="2541810" y="3115546"/>
                  </a:lnTo>
                  <a:lnTo>
                    <a:pt x="2541996" y="3115546"/>
                  </a:lnTo>
                  <a:lnTo>
                    <a:pt x="2542089" y="3115546"/>
                  </a:lnTo>
                  <a:lnTo>
                    <a:pt x="2542276" y="3115546"/>
                  </a:lnTo>
                  <a:lnTo>
                    <a:pt x="2542556" y="3115546"/>
                  </a:lnTo>
                  <a:lnTo>
                    <a:pt x="2542649" y="3115546"/>
                  </a:lnTo>
                  <a:lnTo>
                    <a:pt x="2543022" y="3115546"/>
                  </a:lnTo>
                  <a:lnTo>
                    <a:pt x="2543115" y="3115546"/>
                  </a:lnTo>
                  <a:lnTo>
                    <a:pt x="2543208" y="3115546"/>
                  </a:lnTo>
                  <a:lnTo>
                    <a:pt x="2543395" y="3115546"/>
                  </a:lnTo>
                  <a:lnTo>
                    <a:pt x="2543581" y="3115546"/>
                  </a:lnTo>
                  <a:lnTo>
                    <a:pt x="2544421" y="3115546"/>
                  </a:lnTo>
                  <a:lnTo>
                    <a:pt x="2544700" y="3115546"/>
                  </a:lnTo>
                  <a:lnTo>
                    <a:pt x="2544794" y="3115546"/>
                  </a:lnTo>
                  <a:lnTo>
                    <a:pt x="2544980" y="3115546"/>
                  </a:lnTo>
                  <a:lnTo>
                    <a:pt x="2545073" y="3115546"/>
                  </a:lnTo>
                  <a:lnTo>
                    <a:pt x="2545260" y="3115546"/>
                  </a:lnTo>
                  <a:lnTo>
                    <a:pt x="2545353" y="3115546"/>
                  </a:lnTo>
                  <a:lnTo>
                    <a:pt x="2545633" y="3115546"/>
                  </a:lnTo>
                  <a:lnTo>
                    <a:pt x="2545913" y="3115546"/>
                  </a:lnTo>
                  <a:lnTo>
                    <a:pt x="2546006" y="3115546"/>
                  </a:lnTo>
                  <a:lnTo>
                    <a:pt x="2546192" y="3115546"/>
                  </a:lnTo>
                  <a:lnTo>
                    <a:pt x="2546285" y="3115546"/>
                  </a:lnTo>
                  <a:lnTo>
                    <a:pt x="2546752" y="3115546"/>
                  </a:lnTo>
                  <a:lnTo>
                    <a:pt x="2547031" y="3115546"/>
                  </a:lnTo>
                  <a:lnTo>
                    <a:pt x="2547498" y="3115546"/>
                  </a:lnTo>
                  <a:lnTo>
                    <a:pt x="2547591" y="3115546"/>
                  </a:lnTo>
                  <a:lnTo>
                    <a:pt x="2547684" y="3115546"/>
                  </a:lnTo>
                  <a:lnTo>
                    <a:pt x="2548057" y="3115546"/>
                  </a:lnTo>
                  <a:lnTo>
                    <a:pt x="2548150" y="3115546"/>
                  </a:lnTo>
                  <a:lnTo>
                    <a:pt x="2548244" y="3115546"/>
                  </a:lnTo>
                  <a:lnTo>
                    <a:pt x="2548523" y="3115546"/>
                  </a:lnTo>
                  <a:lnTo>
                    <a:pt x="2548896" y="3115546"/>
                  </a:lnTo>
                  <a:lnTo>
                    <a:pt x="2549083" y="3115546"/>
                  </a:lnTo>
                  <a:lnTo>
                    <a:pt x="2549363" y="3115546"/>
                  </a:lnTo>
                  <a:lnTo>
                    <a:pt x="2549642" y="3115546"/>
                  </a:lnTo>
                  <a:lnTo>
                    <a:pt x="2549736" y="3115546"/>
                  </a:lnTo>
                  <a:lnTo>
                    <a:pt x="2549829" y="3115546"/>
                  </a:lnTo>
                  <a:lnTo>
                    <a:pt x="2549922" y="3115546"/>
                  </a:lnTo>
                  <a:lnTo>
                    <a:pt x="2550295" y="3115546"/>
                  </a:lnTo>
                  <a:lnTo>
                    <a:pt x="2550482" y="3115546"/>
                  </a:lnTo>
                  <a:lnTo>
                    <a:pt x="2550761" y="3115546"/>
                  </a:lnTo>
                  <a:lnTo>
                    <a:pt x="2550855" y="3115546"/>
                  </a:lnTo>
                  <a:lnTo>
                    <a:pt x="2550948" y="3115546"/>
                  </a:lnTo>
                  <a:lnTo>
                    <a:pt x="2551041" y="3115546"/>
                  </a:lnTo>
                  <a:lnTo>
                    <a:pt x="2551134" y="3115546"/>
                  </a:lnTo>
                  <a:lnTo>
                    <a:pt x="2551228" y="3115546"/>
                  </a:lnTo>
                  <a:lnTo>
                    <a:pt x="2551507" y="3115546"/>
                  </a:lnTo>
                  <a:lnTo>
                    <a:pt x="2551694" y="3115546"/>
                  </a:lnTo>
                  <a:lnTo>
                    <a:pt x="2551787" y="3115546"/>
                  </a:lnTo>
                  <a:lnTo>
                    <a:pt x="2551880" y="3115546"/>
                  </a:lnTo>
                  <a:lnTo>
                    <a:pt x="2552067" y="3115546"/>
                  </a:lnTo>
                  <a:lnTo>
                    <a:pt x="2552440" y="3115546"/>
                  </a:lnTo>
                  <a:lnTo>
                    <a:pt x="2552720" y="3115546"/>
                  </a:lnTo>
                  <a:lnTo>
                    <a:pt x="2552999" y="3115546"/>
                  </a:lnTo>
                  <a:lnTo>
                    <a:pt x="2553465" y="3115546"/>
                  </a:lnTo>
                  <a:lnTo>
                    <a:pt x="2553838" y="3115546"/>
                  </a:lnTo>
                  <a:lnTo>
                    <a:pt x="2554305" y="3115546"/>
                  </a:lnTo>
                  <a:lnTo>
                    <a:pt x="2554398" y="3115546"/>
                  </a:lnTo>
                  <a:lnTo>
                    <a:pt x="2554491" y="3115546"/>
                  </a:lnTo>
                  <a:lnTo>
                    <a:pt x="2554678" y="3115546"/>
                  </a:lnTo>
                  <a:lnTo>
                    <a:pt x="2554864" y="3115546"/>
                  </a:lnTo>
                  <a:lnTo>
                    <a:pt x="2554957" y="3115546"/>
                  </a:lnTo>
                  <a:lnTo>
                    <a:pt x="2555051" y="3115546"/>
                  </a:lnTo>
                  <a:lnTo>
                    <a:pt x="2555144" y="3115546"/>
                  </a:lnTo>
                  <a:lnTo>
                    <a:pt x="2555330" y="3115546"/>
                  </a:lnTo>
                  <a:lnTo>
                    <a:pt x="2555424" y="3115546"/>
                  </a:lnTo>
                  <a:lnTo>
                    <a:pt x="2555517" y="3115546"/>
                  </a:lnTo>
                  <a:lnTo>
                    <a:pt x="2555703" y="3115546"/>
                  </a:lnTo>
                  <a:lnTo>
                    <a:pt x="2555983" y="3115546"/>
                  </a:lnTo>
                  <a:lnTo>
                    <a:pt x="2556076" y="3115546"/>
                  </a:lnTo>
                  <a:lnTo>
                    <a:pt x="2556263" y="3115546"/>
                  </a:lnTo>
                  <a:lnTo>
                    <a:pt x="2556449" y="3115546"/>
                  </a:lnTo>
                  <a:lnTo>
                    <a:pt x="2556636" y="3115546"/>
                  </a:lnTo>
                  <a:lnTo>
                    <a:pt x="2557475" y="3115546"/>
                  </a:lnTo>
                  <a:lnTo>
                    <a:pt x="2557662" y="3115546"/>
                  </a:lnTo>
                  <a:lnTo>
                    <a:pt x="2557941" y="3115546"/>
                  </a:lnTo>
                  <a:lnTo>
                    <a:pt x="2558221" y="3115546"/>
                  </a:lnTo>
                  <a:lnTo>
                    <a:pt x="2558314" y="3115546"/>
                  </a:lnTo>
                  <a:lnTo>
                    <a:pt x="2558501" y="3115546"/>
                  </a:lnTo>
                  <a:lnTo>
                    <a:pt x="2558594" y="3115546"/>
                  </a:lnTo>
                  <a:lnTo>
                    <a:pt x="2558687" y="3115546"/>
                  </a:lnTo>
                  <a:lnTo>
                    <a:pt x="2558967" y="3115546"/>
                  </a:lnTo>
                  <a:lnTo>
                    <a:pt x="2559247" y="3115546"/>
                  </a:lnTo>
                  <a:lnTo>
                    <a:pt x="2559433" y="3115546"/>
                  </a:lnTo>
                  <a:lnTo>
                    <a:pt x="2559806" y="3115546"/>
                  </a:lnTo>
                  <a:lnTo>
                    <a:pt x="2559900" y="3115546"/>
                  </a:lnTo>
                  <a:lnTo>
                    <a:pt x="2560179" y="3115546"/>
                  </a:lnTo>
                  <a:lnTo>
                    <a:pt x="2560272" y="3115546"/>
                  </a:lnTo>
                  <a:lnTo>
                    <a:pt x="2560459" y="3115546"/>
                  </a:lnTo>
                  <a:lnTo>
                    <a:pt x="2561298" y="3115546"/>
                  </a:lnTo>
                  <a:lnTo>
                    <a:pt x="2561391" y="3115546"/>
                  </a:lnTo>
                  <a:lnTo>
                    <a:pt x="2561485" y="3115546"/>
                  </a:lnTo>
                  <a:lnTo>
                    <a:pt x="2561578" y="3115546"/>
                  </a:lnTo>
                  <a:lnTo>
                    <a:pt x="2561671" y="3115546"/>
                  </a:lnTo>
                  <a:lnTo>
                    <a:pt x="2561764" y="3115546"/>
                  </a:lnTo>
                  <a:lnTo>
                    <a:pt x="2561951" y="3115546"/>
                  </a:lnTo>
                  <a:lnTo>
                    <a:pt x="2562044" y="3115546"/>
                  </a:lnTo>
                  <a:lnTo>
                    <a:pt x="2562231" y="3115546"/>
                  </a:lnTo>
                  <a:lnTo>
                    <a:pt x="2562324" y="3115546"/>
                  </a:lnTo>
                  <a:lnTo>
                    <a:pt x="2562604" y="3115546"/>
                  </a:lnTo>
                  <a:lnTo>
                    <a:pt x="2563163" y="3115546"/>
                  </a:lnTo>
                  <a:lnTo>
                    <a:pt x="2563723" y="3115546"/>
                  </a:lnTo>
                  <a:lnTo>
                    <a:pt x="2563816" y="3115546"/>
                  </a:lnTo>
                  <a:lnTo>
                    <a:pt x="2563909" y="3115546"/>
                  </a:lnTo>
                  <a:lnTo>
                    <a:pt x="2564189" y="3115546"/>
                  </a:lnTo>
                  <a:lnTo>
                    <a:pt x="2564375" y="3115546"/>
                  </a:lnTo>
                  <a:lnTo>
                    <a:pt x="2565028" y="3115546"/>
                  </a:lnTo>
                  <a:lnTo>
                    <a:pt x="2565121" y="3115546"/>
                  </a:lnTo>
                  <a:lnTo>
                    <a:pt x="2565494" y="3115546"/>
                  </a:lnTo>
                  <a:lnTo>
                    <a:pt x="2565588" y="3115546"/>
                  </a:lnTo>
                  <a:lnTo>
                    <a:pt x="2565774" y="3115546"/>
                  </a:lnTo>
                  <a:lnTo>
                    <a:pt x="2565867" y="3115546"/>
                  </a:lnTo>
                  <a:lnTo>
                    <a:pt x="2566054" y="3115546"/>
                  </a:lnTo>
                  <a:lnTo>
                    <a:pt x="2566147" y="3115546"/>
                  </a:lnTo>
                  <a:lnTo>
                    <a:pt x="2566240" y="3115546"/>
                  </a:lnTo>
                  <a:lnTo>
                    <a:pt x="2566707" y="3115546"/>
                  </a:lnTo>
                  <a:lnTo>
                    <a:pt x="2567079" y="3115546"/>
                  </a:lnTo>
                  <a:lnTo>
                    <a:pt x="2567173" y="3115546"/>
                  </a:lnTo>
                  <a:lnTo>
                    <a:pt x="2567452" y="3115546"/>
                  </a:lnTo>
                  <a:lnTo>
                    <a:pt x="2567639" y="3105592"/>
                  </a:lnTo>
                  <a:lnTo>
                    <a:pt x="2567732" y="3105592"/>
                  </a:lnTo>
                  <a:lnTo>
                    <a:pt x="2568105" y="3105592"/>
                  </a:lnTo>
                  <a:lnTo>
                    <a:pt x="2568198" y="3105592"/>
                  </a:lnTo>
                  <a:lnTo>
                    <a:pt x="2568385" y="3105592"/>
                  </a:lnTo>
                  <a:lnTo>
                    <a:pt x="2568571" y="3105592"/>
                  </a:lnTo>
                  <a:lnTo>
                    <a:pt x="2568758" y="3105592"/>
                  </a:lnTo>
                  <a:lnTo>
                    <a:pt x="2568851" y="3105592"/>
                  </a:lnTo>
                  <a:lnTo>
                    <a:pt x="2569038" y="3105592"/>
                  </a:lnTo>
                  <a:lnTo>
                    <a:pt x="2569131" y="3105592"/>
                  </a:lnTo>
                  <a:lnTo>
                    <a:pt x="2569317" y="3105592"/>
                  </a:lnTo>
                  <a:lnTo>
                    <a:pt x="2569411" y="3105592"/>
                  </a:lnTo>
                  <a:lnTo>
                    <a:pt x="2569504" y="3105592"/>
                  </a:lnTo>
                  <a:lnTo>
                    <a:pt x="2569597" y="3105592"/>
                  </a:lnTo>
                  <a:lnTo>
                    <a:pt x="2569970" y="3105592"/>
                  </a:lnTo>
                  <a:lnTo>
                    <a:pt x="2570436" y="3105592"/>
                  </a:lnTo>
                  <a:lnTo>
                    <a:pt x="2570530" y="3105592"/>
                  </a:lnTo>
                  <a:lnTo>
                    <a:pt x="2570623" y="3105592"/>
                  </a:lnTo>
                  <a:lnTo>
                    <a:pt x="2570716" y="3105592"/>
                  </a:lnTo>
                  <a:lnTo>
                    <a:pt x="2570809" y="3105592"/>
                  </a:lnTo>
                  <a:lnTo>
                    <a:pt x="2570903" y="3105592"/>
                  </a:lnTo>
                  <a:lnTo>
                    <a:pt x="2571276" y="3105592"/>
                  </a:lnTo>
                  <a:lnTo>
                    <a:pt x="2571742" y="3105592"/>
                  </a:lnTo>
                  <a:lnTo>
                    <a:pt x="2571835" y="3105592"/>
                  </a:lnTo>
                  <a:lnTo>
                    <a:pt x="2571928" y="3105592"/>
                  </a:lnTo>
                  <a:lnTo>
                    <a:pt x="2572022" y="3105592"/>
                  </a:lnTo>
                  <a:lnTo>
                    <a:pt x="2572208" y="3105592"/>
                  </a:lnTo>
                  <a:lnTo>
                    <a:pt x="2572301" y="3105592"/>
                  </a:lnTo>
                  <a:lnTo>
                    <a:pt x="2573420" y="3105592"/>
                  </a:lnTo>
                  <a:lnTo>
                    <a:pt x="2573607" y="3105592"/>
                  </a:lnTo>
                  <a:lnTo>
                    <a:pt x="2573700" y="3105592"/>
                  </a:lnTo>
                  <a:lnTo>
                    <a:pt x="2573793" y="3105592"/>
                  </a:lnTo>
                  <a:lnTo>
                    <a:pt x="2574073" y="3105592"/>
                  </a:lnTo>
                  <a:lnTo>
                    <a:pt x="2574166" y="3105592"/>
                  </a:lnTo>
                  <a:lnTo>
                    <a:pt x="2574446" y="3105592"/>
                  </a:lnTo>
                  <a:lnTo>
                    <a:pt x="2574539" y="3105592"/>
                  </a:lnTo>
                  <a:lnTo>
                    <a:pt x="2575005" y="3105592"/>
                  </a:lnTo>
                  <a:lnTo>
                    <a:pt x="2575378" y="3105592"/>
                  </a:lnTo>
                  <a:lnTo>
                    <a:pt x="2575472" y="3105592"/>
                  </a:lnTo>
                  <a:lnTo>
                    <a:pt x="2575565" y="3105592"/>
                  </a:lnTo>
                  <a:lnTo>
                    <a:pt x="2575658" y="3105592"/>
                  </a:lnTo>
                  <a:lnTo>
                    <a:pt x="2575751" y="3105592"/>
                  </a:lnTo>
                  <a:lnTo>
                    <a:pt x="2575845" y="3105592"/>
                  </a:lnTo>
                  <a:lnTo>
                    <a:pt x="2575938" y="3105592"/>
                  </a:lnTo>
                  <a:lnTo>
                    <a:pt x="2576031" y="3105592"/>
                  </a:lnTo>
                  <a:lnTo>
                    <a:pt x="2576404" y="3105592"/>
                  </a:lnTo>
                  <a:lnTo>
                    <a:pt x="2576591" y="3105592"/>
                  </a:lnTo>
                  <a:lnTo>
                    <a:pt x="2577430" y="3105592"/>
                  </a:lnTo>
                  <a:lnTo>
                    <a:pt x="2577616" y="3105592"/>
                  </a:lnTo>
                  <a:lnTo>
                    <a:pt x="2577896" y="3105592"/>
                  </a:lnTo>
                  <a:lnTo>
                    <a:pt x="2578083" y="3105592"/>
                  </a:lnTo>
                  <a:lnTo>
                    <a:pt x="2578176" y="3105592"/>
                  </a:lnTo>
                  <a:lnTo>
                    <a:pt x="2578362" y="3095638"/>
                  </a:lnTo>
                  <a:lnTo>
                    <a:pt x="2578456" y="3095638"/>
                  </a:lnTo>
                  <a:lnTo>
                    <a:pt x="2578549" y="3095638"/>
                  </a:lnTo>
                  <a:lnTo>
                    <a:pt x="2578642" y="3095638"/>
                  </a:lnTo>
                  <a:lnTo>
                    <a:pt x="2579015" y="3095638"/>
                  </a:lnTo>
                  <a:lnTo>
                    <a:pt x="2579108" y="3095638"/>
                  </a:lnTo>
                  <a:lnTo>
                    <a:pt x="2580041" y="3095638"/>
                  </a:lnTo>
                  <a:lnTo>
                    <a:pt x="2580134" y="3095638"/>
                  </a:lnTo>
                  <a:lnTo>
                    <a:pt x="2580414" y="3095638"/>
                  </a:lnTo>
                  <a:lnTo>
                    <a:pt x="2580414" y="3085685"/>
                  </a:lnTo>
                  <a:lnTo>
                    <a:pt x="2580507" y="3085685"/>
                  </a:lnTo>
                  <a:lnTo>
                    <a:pt x="2580600" y="3085685"/>
                  </a:lnTo>
                  <a:lnTo>
                    <a:pt x="2580694" y="3085685"/>
                  </a:lnTo>
                  <a:lnTo>
                    <a:pt x="2581066" y="3085685"/>
                  </a:lnTo>
                  <a:lnTo>
                    <a:pt x="2581533" y="3085685"/>
                  </a:lnTo>
                  <a:lnTo>
                    <a:pt x="2582092" y="3085685"/>
                  </a:lnTo>
                  <a:lnTo>
                    <a:pt x="2582279" y="3085685"/>
                  </a:lnTo>
                  <a:lnTo>
                    <a:pt x="2582558" y="3085685"/>
                  </a:lnTo>
                  <a:lnTo>
                    <a:pt x="2582745" y="3085685"/>
                  </a:lnTo>
                  <a:lnTo>
                    <a:pt x="2582931" y="3085685"/>
                  </a:lnTo>
                  <a:lnTo>
                    <a:pt x="2583398" y="3085685"/>
                  </a:lnTo>
                  <a:lnTo>
                    <a:pt x="2584050" y="3085685"/>
                  </a:lnTo>
                  <a:lnTo>
                    <a:pt x="2584423" y="3085685"/>
                  </a:lnTo>
                  <a:lnTo>
                    <a:pt x="2584796" y="3085685"/>
                  </a:lnTo>
                  <a:lnTo>
                    <a:pt x="2584890" y="3085685"/>
                  </a:lnTo>
                  <a:lnTo>
                    <a:pt x="2584983" y="3085685"/>
                  </a:lnTo>
                  <a:lnTo>
                    <a:pt x="2585169" y="3085685"/>
                  </a:lnTo>
                  <a:lnTo>
                    <a:pt x="2585263" y="3085685"/>
                  </a:lnTo>
                  <a:lnTo>
                    <a:pt x="2585449" y="3085685"/>
                  </a:lnTo>
                  <a:lnTo>
                    <a:pt x="2585729" y="3085685"/>
                  </a:lnTo>
                  <a:lnTo>
                    <a:pt x="2585822" y="3085685"/>
                  </a:lnTo>
                  <a:lnTo>
                    <a:pt x="2586382" y="3085685"/>
                  </a:lnTo>
                  <a:lnTo>
                    <a:pt x="2586475" y="3085685"/>
                  </a:lnTo>
                  <a:lnTo>
                    <a:pt x="2586568" y="3085685"/>
                  </a:lnTo>
                  <a:lnTo>
                    <a:pt x="2586848" y="3085685"/>
                  </a:lnTo>
                  <a:lnTo>
                    <a:pt x="2586941" y="3085685"/>
                  </a:lnTo>
                  <a:lnTo>
                    <a:pt x="2587034" y="3085685"/>
                  </a:lnTo>
                  <a:lnTo>
                    <a:pt x="2587128" y="3085685"/>
                  </a:lnTo>
                  <a:lnTo>
                    <a:pt x="2588153" y="3075731"/>
                  </a:lnTo>
                  <a:lnTo>
                    <a:pt x="2588433" y="3075731"/>
                  </a:lnTo>
                  <a:lnTo>
                    <a:pt x="2588526" y="3075731"/>
                  </a:lnTo>
                  <a:lnTo>
                    <a:pt x="2588619" y="3075731"/>
                  </a:lnTo>
                  <a:lnTo>
                    <a:pt x="2588806" y="3075731"/>
                  </a:lnTo>
                  <a:lnTo>
                    <a:pt x="2588992" y="3075731"/>
                  </a:lnTo>
                  <a:lnTo>
                    <a:pt x="2589086" y="3075731"/>
                  </a:lnTo>
                  <a:lnTo>
                    <a:pt x="2589645" y="3075731"/>
                  </a:lnTo>
                  <a:lnTo>
                    <a:pt x="2590298" y="3075731"/>
                  </a:lnTo>
                  <a:lnTo>
                    <a:pt x="2590484" y="3075731"/>
                  </a:lnTo>
                  <a:lnTo>
                    <a:pt x="2590578" y="3075731"/>
                  </a:lnTo>
                  <a:lnTo>
                    <a:pt x="2590671" y="3065777"/>
                  </a:lnTo>
                  <a:lnTo>
                    <a:pt x="2591044" y="3065777"/>
                  </a:lnTo>
                  <a:lnTo>
                    <a:pt x="2591137" y="3065777"/>
                  </a:lnTo>
                  <a:lnTo>
                    <a:pt x="2591230" y="3065777"/>
                  </a:lnTo>
                  <a:lnTo>
                    <a:pt x="2591324" y="3065777"/>
                  </a:lnTo>
                  <a:lnTo>
                    <a:pt x="2591417" y="3065777"/>
                  </a:lnTo>
                  <a:lnTo>
                    <a:pt x="2591510" y="3065777"/>
                  </a:lnTo>
                  <a:lnTo>
                    <a:pt x="2591790" y="3065777"/>
                  </a:lnTo>
                  <a:lnTo>
                    <a:pt x="2591976" y="3065777"/>
                  </a:lnTo>
                  <a:lnTo>
                    <a:pt x="2592070" y="3065777"/>
                  </a:lnTo>
                  <a:lnTo>
                    <a:pt x="2592163" y="3065777"/>
                  </a:lnTo>
                  <a:lnTo>
                    <a:pt x="2592349" y="3065777"/>
                  </a:lnTo>
                  <a:lnTo>
                    <a:pt x="2592443" y="3065777"/>
                  </a:lnTo>
                  <a:lnTo>
                    <a:pt x="2592722" y="3065777"/>
                  </a:lnTo>
                  <a:lnTo>
                    <a:pt x="2592909" y="3065777"/>
                  </a:lnTo>
                  <a:lnTo>
                    <a:pt x="2593189" y="3065777"/>
                  </a:lnTo>
                  <a:lnTo>
                    <a:pt x="2593282" y="3065777"/>
                  </a:lnTo>
                  <a:lnTo>
                    <a:pt x="2593562" y="3065777"/>
                  </a:lnTo>
                  <a:lnTo>
                    <a:pt x="2593655" y="3065777"/>
                  </a:lnTo>
                  <a:lnTo>
                    <a:pt x="2593748" y="3065777"/>
                  </a:lnTo>
                  <a:lnTo>
                    <a:pt x="2594028" y="3065777"/>
                  </a:lnTo>
                  <a:lnTo>
                    <a:pt x="2594121" y="3065777"/>
                  </a:lnTo>
                  <a:lnTo>
                    <a:pt x="2594214" y="3065777"/>
                  </a:lnTo>
                  <a:lnTo>
                    <a:pt x="2594867" y="3065777"/>
                  </a:lnTo>
                  <a:lnTo>
                    <a:pt x="2595333" y="3065777"/>
                  </a:lnTo>
                  <a:lnTo>
                    <a:pt x="2595426" y="3065777"/>
                  </a:lnTo>
                  <a:lnTo>
                    <a:pt x="2595613" y="3065777"/>
                  </a:lnTo>
                  <a:lnTo>
                    <a:pt x="2595986" y="3065777"/>
                  </a:lnTo>
                  <a:lnTo>
                    <a:pt x="2596266" y="3065777"/>
                  </a:lnTo>
                  <a:lnTo>
                    <a:pt x="2596732" y="3065777"/>
                  </a:lnTo>
                  <a:lnTo>
                    <a:pt x="2596825" y="3065777"/>
                  </a:lnTo>
                  <a:lnTo>
                    <a:pt x="2596918" y="3065777"/>
                  </a:lnTo>
                  <a:lnTo>
                    <a:pt x="2597105" y="3065777"/>
                  </a:lnTo>
                  <a:lnTo>
                    <a:pt x="2597385" y="3065777"/>
                  </a:lnTo>
                  <a:lnTo>
                    <a:pt x="2597478" y="3065777"/>
                  </a:lnTo>
                  <a:lnTo>
                    <a:pt x="2597664" y="3065777"/>
                  </a:lnTo>
                  <a:lnTo>
                    <a:pt x="2597758" y="3065777"/>
                  </a:lnTo>
                  <a:lnTo>
                    <a:pt x="2598131" y="3065777"/>
                  </a:lnTo>
                  <a:lnTo>
                    <a:pt x="2598690" y="3065777"/>
                  </a:lnTo>
                  <a:lnTo>
                    <a:pt x="2598783" y="3065777"/>
                  </a:lnTo>
                  <a:lnTo>
                    <a:pt x="2598970" y="3065777"/>
                  </a:lnTo>
                  <a:lnTo>
                    <a:pt x="2599156" y="3065777"/>
                  </a:lnTo>
                  <a:lnTo>
                    <a:pt x="2599436" y="3065777"/>
                  </a:lnTo>
                  <a:lnTo>
                    <a:pt x="2599623" y="3065777"/>
                  </a:lnTo>
                  <a:lnTo>
                    <a:pt x="2599716" y="3065777"/>
                  </a:lnTo>
                  <a:lnTo>
                    <a:pt x="2600182" y="3065777"/>
                  </a:lnTo>
                  <a:lnTo>
                    <a:pt x="2600555" y="3065777"/>
                  </a:lnTo>
                  <a:lnTo>
                    <a:pt x="2600742" y="3065777"/>
                  </a:lnTo>
                  <a:lnTo>
                    <a:pt x="2601021" y="3065777"/>
                  </a:lnTo>
                  <a:lnTo>
                    <a:pt x="2601488" y="3065777"/>
                  </a:lnTo>
                  <a:lnTo>
                    <a:pt x="2601767" y="3065777"/>
                  </a:lnTo>
                  <a:lnTo>
                    <a:pt x="2602047" y="3065777"/>
                  </a:lnTo>
                  <a:lnTo>
                    <a:pt x="2602140" y="3065777"/>
                  </a:lnTo>
                  <a:lnTo>
                    <a:pt x="2602233" y="3065777"/>
                  </a:lnTo>
                  <a:lnTo>
                    <a:pt x="2602327" y="3065777"/>
                  </a:lnTo>
                  <a:lnTo>
                    <a:pt x="2603166" y="3065777"/>
                  </a:lnTo>
                  <a:lnTo>
                    <a:pt x="2603446" y="3065777"/>
                  </a:lnTo>
                  <a:lnTo>
                    <a:pt x="2603725" y="3065777"/>
                  </a:lnTo>
                  <a:lnTo>
                    <a:pt x="2604005" y="3065777"/>
                  </a:lnTo>
                  <a:lnTo>
                    <a:pt x="2604471" y="3065777"/>
                  </a:lnTo>
                  <a:lnTo>
                    <a:pt x="2604565" y="3065777"/>
                  </a:lnTo>
                  <a:lnTo>
                    <a:pt x="2604751" y="3065777"/>
                  </a:lnTo>
                  <a:lnTo>
                    <a:pt x="2604844" y="3065777"/>
                  </a:lnTo>
                  <a:lnTo>
                    <a:pt x="2604938" y="3065777"/>
                  </a:lnTo>
                  <a:lnTo>
                    <a:pt x="2605124" y="3065777"/>
                  </a:lnTo>
                  <a:lnTo>
                    <a:pt x="2605217" y="3065777"/>
                  </a:lnTo>
                  <a:lnTo>
                    <a:pt x="2605311" y="3065777"/>
                  </a:lnTo>
                  <a:lnTo>
                    <a:pt x="2605404" y="3065777"/>
                  </a:lnTo>
                  <a:lnTo>
                    <a:pt x="2605684" y="3065777"/>
                  </a:lnTo>
                  <a:lnTo>
                    <a:pt x="2605777" y="3065777"/>
                  </a:lnTo>
                  <a:lnTo>
                    <a:pt x="2606057" y="3055823"/>
                  </a:lnTo>
                  <a:lnTo>
                    <a:pt x="2606523" y="3055823"/>
                  </a:lnTo>
                  <a:lnTo>
                    <a:pt x="2606896" y="3055823"/>
                  </a:lnTo>
                  <a:lnTo>
                    <a:pt x="2607082" y="3055823"/>
                  </a:lnTo>
                  <a:lnTo>
                    <a:pt x="2607176" y="3055823"/>
                  </a:lnTo>
                  <a:lnTo>
                    <a:pt x="2607362" y="3055823"/>
                  </a:lnTo>
                  <a:lnTo>
                    <a:pt x="2607455" y="3055823"/>
                  </a:lnTo>
                  <a:lnTo>
                    <a:pt x="2607549" y="3055823"/>
                  </a:lnTo>
                  <a:lnTo>
                    <a:pt x="2607642" y="3055823"/>
                  </a:lnTo>
                  <a:lnTo>
                    <a:pt x="2607828" y="3055823"/>
                  </a:lnTo>
                  <a:lnTo>
                    <a:pt x="2608015" y="3055823"/>
                  </a:lnTo>
                  <a:lnTo>
                    <a:pt x="2608108" y="3055823"/>
                  </a:lnTo>
                  <a:lnTo>
                    <a:pt x="2608295" y="3055823"/>
                  </a:lnTo>
                  <a:lnTo>
                    <a:pt x="2608388" y="3055823"/>
                  </a:lnTo>
                  <a:lnTo>
                    <a:pt x="2608481" y="3055823"/>
                  </a:lnTo>
                  <a:lnTo>
                    <a:pt x="2608574" y="3055823"/>
                  </a:lnTo>
                  <a:lnTo>
                    <a:pt x="2608667" y="3055823"/>
                  </a:lnTo>
                  <a:lnTo>
                    <a:pt x="2608761" y="3055823"/>
                  </a:lnTo>
                  <a:lnTo>
                    <a:pt x="2609134" y="3045869"/>
                  </a:lnTo>
                  <a:lnTo>
                    <a:pt x="2609227" y="3045869"/>
                  </a:lnTo>
                  <a:lnTo>
                    <a:pt x="2609320" y="3045869"/>
                  </a:lnTo>
                  <a:lnTo>
                    <a:pt x="2609413" y="3045869"/>
                  </a:lnTo>
                  <a:lnTo>
                    <a:pt x="2609600" y="3045869"/>
                  </a:lnTo>
                  <a:lnTo>
                    <a:pt x="2609973" y="3045869"/>
                  </a:lnTo>
                  <a:lnTo>
                    <a:pt x="2610159" y="3045869"/>
                  </a:lnTo>
                  <a:lnTo>
                    <a:pt x="2610253" y="3045869"/>
                  </a:lnTo>
                  <a:lnTo>
                    <a:pt x="2610812" y="3045869"/>
                  </a:lnTo>
                  <a:lnTo>
                    <a:pt x="2610905" y="3045869"/>
                  </a:lnTo>
                  <a:lnTo>
                    <a:pt x="2611092" y="3045869"/>
                  </a:lnTo>
                  <a:lnTo>
                    <a:pt x="2611185" y="3045869"/>
                  </a:lnTo>
                  <a:lnTo>
                    <a:pt x="2611838" y="3045869"/>
                  </a:lnTo>
                  <a:lnTo>
                    <a:pt x="2612024" y="3045869"/>
                  </a:lnTo>
                  <a:lnTo>
                    <a:pt x="2612677" y="3045869"/>
                  </a:lnTo>
                  <a:lnTo>
                    <a:pt x="2612770" y="3045869"/>
                  </a:lnTo>
                  <a:lnTo>
                    <a:pt x="2612864" y="3045869"/>
                  </a:lnTo>
                  <a:lnTo>
                    <a:pt x="2613610" y="3035915"/>
                  </a:lnTo>
                  <a:lnTo>
                    <a:pt x="2613796" y="3035915"/>
                  </a:lnTo>
                  <a:lnTo>
                    <a:pt x="2613889" y="3035915"/>
                  </a:lnTo>
                  <a:lnTo>
                    <a:pt x="2614729" y="3035915"/>
                  </a:lnTo>
                  <a:lnTo>
                    <a:pt x="2614822" y="3035915"/>
                  </a:lnTo>
                  <a:lnTo>
                    <a:pt x="2614915" y="3035915"/>
                  </a:lnTo>
                  <a:lnTo>
                    <a:pt x="2615102" y="3035915"/>
                  </a:lnTo>
                  <a:lnTo>
                    <a:pt x="2615941" y="3035915"/>
                  </a:lnTo>
                  <a:lnTo>
                    <a:pt x="2616034" y="3035915"/>
                  </a:lnTo>
                  <a:lnTo>
                    <a:pt x="2616314" y="3035915"/>
                  </a:lnTo>
                  <a:lnTo>
                    <a:pt x="2616966" y="3035915"/>
                  </a:lnTo>
                  <a:lnTo>
                    <a:pt x="2617060" y="3035915"/>
                  </a:lnTo>
                  <a:lnTo>
                    <a:pt x="2617153" y="3035915"/>
                  </a:lnTo>
                  <a:lnTo>
                    <a:pt x="2617339" y="3035915"/>
                  </a:lnTo>
                  <a:lnTo>
                    <a:pt x="2617433" y="3035915"/>
                  </a:lnTo>
                  <a:lnTo>
                    <a:pt x="2617619" y="3035915"/>
                  </a:lnTo>
                  <a:lnTo>
                    <a:pt x="2617992" y="3035915"/>
                  </a:lnTo>
                  <a:lnTo>
                    <a:pt x="2617992" y="3025962"/>
                  </a:lnTo>
                  <a:lnTo>
                    <a:pt x="2618085" y="3025962"/>
                  </a:lnTo>
                  <a:lnTo>
                    <a:pt x="2618458" y="3025962"/>
                  </a:lnTo>
                  <a:lnTo>
                    <a:pt x="2618552" y="3025962"/>
                  </a:lnTo>
                  <a:lnTo>
                    <a:pt x="2618831" y="3025962"/>
                  </a:lnTo>
                  <a:lnTo>
                    <a:pt x="2618925" y="3025962"/>
                  </a:lnTo>
                  <a:lnTo>
                    <a:pt x="2619018" y="3025962"/>
                  </a:lnTo>
                  <a:lnTo>
                    <a:pt x="2619111" y="3025962"/>
                  </a:lnTo>
                  <a:lnTo>
                    <a:pt x="2619577" y="3025962"/>
                  </a:lnTo>
                  <a:lnTo>
                    <a:pt x="2619671" y="3025962"/>
                  </a:lnTo>
                  <a:lnTo>
                    <a:pt x="2619950" y="3025962"/>
                  </a:lnTo>
                  <a:lnTo>
                    <a:pt x="2620137" y="3025962"/>
                  </a:lnTo>
                  <a:lnTo>
                    <a:pt x="2620323" y="3025962"/>
                  </a:lnTo>
                  <a:lnTo>
                    <a:pt x="2620417" y="3025962"/>
                  </a:lnTo>
                  <a:lnTo>
                    <a:pt x="2620510" y="3025962"/>
                  </a:lnTo>
                  <a:lnTo>
                    <a:pt x="2620696" y="3025962"/>
                  </a:lnTo>
                  <a:lnTo>
                    <a:pt x="2620883" y="3025962"/>
                  </a:lnTo>
                  <a:lnTo>
                    <a:pt x="2620976" y="3025962"/>
                  </a:lnTo>
                  <a:lnTo>
                    <a:pt x="2621069" y="3025962"/>
                  </a:lnTo>
                  <a:lnTo>
                    <a:pt x="2621349" y="3025962"/>
                  </a:lnTo>
                  <a:lnTo>
                    <a:pt x="2621442" y="3016008"/>
                  </a:lnTo>
                  <a:lnTo>
                    <a:pt x="2621722" y="3016008"/>
                  </a:lnTo>
                  <a:lnTo>
                    <a:pt x="2621815" y="3016008"/>
                  </a:lnTo>
                  <a:lnTo>
                    <a:pt x="2622002" y="3016008"/>
                  </a:lnTo>
                  <a:lnTo>
                    <a:pt x="2622282" y="3016008"/>
                  </a:lnTo>
                  <a:lnTo>
                    <a:pt x="2622375" y="3016008"/>
                  </a:lnTo>
                  <a:lnTo>
                    <a:pt x="2622561" y="3016008"/>
                  </a:lnTo>
                  <a:lnTo>
                    <a:pt x="2622748" y="3016008"/>
                  </a:lnTo>
                  <a:lnTo>
                    <a:pt x="2622934" y="3016008"/>
                  </a:lnTo>
                  <a:lnTo>
                    <a:pt x="2623027" y="3016008"/>
                  </a:lnTo>
                  <a:lnTo>
                    <a:pt x="2623121" y="3016008"/>
                  </a:lnTo>
                  <a:lnTo>
                    <a:pt x="2623494" y="3016008"/>
                  </a:lnTo>
                  <a:lnTo>
                    <a:pt x="2623587" y="3006054"/>
                  </a:lnTo>
                  <a:lnTo>
                    <a:pt x="2623867" y="3006054"/>
                  </a:lnTo>
                  <a:lnTo>
                    <a:pt x="2624240" y="3006054"/>
                  </a:lnTo>
                  <a:lnTo>
                    <a:pt x="2624333" y="3006054"/>
                  </a:lnTo>
                  <a:lnTo>
                    <a:pt x="2624519" y="3006054"/>
                  </a:lnTo>
                  <a:lnTo>
                    <a:pt x="2624613" y="3006054"/>
                  </a:lnTo>
                  <a:lnTo>
                    <a:pt x="2624799" y="3006054"/>
                  </a:lnTo>
                  <a:lnTo>
                    <a:pt x="2624892" y="3006054"/>
                  </a:lnTo>
                  <a:lnTo>
                    <a:pt x="2625079" y="3006054"/>
                  </a:lnTo>
                  <a:lnTo>
                    <a:pt x="2625172" y="3006054"/>
                  </a:lnTo>
                  <a:lnTo>
                    <a:pt x="2625545" y="3006054"/>
                  </a:lnTo>
                  <a:lnTo>
                    <a:pt x="2625732" y="3006054"/>
                  </a:lnTo>
                  <a:lnTo>
                    <a:pt x="2625918" y="3006054"/>
                  </a:lnTo>
                  <a:lnTo>
                    <a:pt x="2626105" y="3006054"/>
                  </a:lnTo>
                  <a:lnTo>
                    <a:pt x="2626105" y="2996100"/>
                  </a:lnTo>
                  <a:lnTo>
                    <a:pt x="2626291" y="2996100"/>
                  </a:lnTo>
                  <a:lnTo>
                    <a:pt x="2626384" y="2996100"/>
                  </a:lnTo>
                  <a:lnTo>
                    <a:pt x="2626478" y="2996100"/>
                  </a:lnTo>
                  <a:lnTo>
                    <a:pt x="2626664" y="2996100"/>
                  </a:lnTo>
                  <a:lnTo>
                    <a:pt x="2626851" y="2996100"/>
                  </a:lnTo>
                  <a:lnTo>
                    <a:pt x="2627130" y="2996100"/>
                  </a:lnTo>
                  <a:lnTo>
                    <a:pt x="2627224" y="2996100"/>
                  </a:lnTo>
                  <a:lnTo>
                    <a:pt x="2627317" y="2996100"/>
                  </a:lnTo>
                  <a:lnTo>
                    <a:pt x="2627503" y="2996100"/>
                  </a:lnTo>
                  <a:lnTo>
                    <a:pt x="2627597" y="2996100"/>
                  </a:lnTo>
                  <a:lnTo>
                    <a:pt x="2627690" y="2996100"/>
                  </a:lnTo>
                  <a:lnTo>
                    <a:pt x="2632632" y="2986146"/>
                  </a:lnTo>
                  <a:lnTo>
                    <a:pt x="2632818" y="2986146"/>
                  </a:lnTo>
                  <a:lnTo>
                    <a:pt x="2632912" y="2986146"/>
                  </a:lnTo>
                  <a:lnTo>
                    <a:pt x="2633098" y="2986146"/>
                  </a:lnTo>
                  <a:lnTo>
                    <a:pt x="2633285" y="2986146"/>
                  </a:lnTo>
                  <a:lnTo>
                    <a:pt x="2633471" y="2986146"/>
                  </a:lnTo>
                  <a:lnTo>
                    <a:pt x="2633564" y="2986146"/>
                  </a:lnTo>
                  <a:lnTo>
                    <a:pt x="2633844" y="2986146"/>
                  </a:lnTo>
                  <a:lnTo>
                    <a:pt x="2633937" y="2986146"/>
                  </a:lnTo>
                  <a:lnTo>
                    <a:pt x="2634031" y="2986146"/>
                  </a:lnTo>
                  <a:lnTo>
                    <a:pt x="2634217" y="2986146"/>
                  </a:lnTo>
                  <a:lnTo>
                    <a:pt x="2634590" y="2986146"/>
                  </a:lnTo>
                  <a:lnTo>
                    <a:pt x="2634777" y="2986146"/>
                  </a:lnTo>
                  <a:lnTo>
                    <a:pt x="2635150" y="2986146"/>
                  </a:lnTo>
                  <a:lnTo>
                    <a:pt x="2635243" y="2986146"/>
                  </a:lnTo>
                  <a:lnTo>
                    <a:pt x="2635429" y="2986146"/>
                  </a:lnTo>
                  <a:lnTo>
                    <a:pt x="2635523" y="2986146"/>
                  </a:lnTo>
                  <a:lnTo>
                    <a:pt x="2635616" y="2986146"/>
                  </a:lnTo>
                  <a:lnTo>
                    <a:pt x="2635896" y="2986146"/>
                  </a:lnTo>
                  <a:lnTo>
                    <a:pt x="2635989" y="2986146"/>
                  </a:lnTo>
                  <a:lnTo>
                    <a:pt x="2636175" y="2986146"/>
                  </a:lnTo>
                  <a:lnTo>
                    <a:pt x="2636269" y="2986146"/>
                  </a:lnTo>
                  <a:lnTo>
                    <a:pt x="2636548" y="2986146"/>
                  </a:lnTo>
                  <a:lnTo>
                    <a:pt x="2636828" y="2986146"/>
                  </a:lnTo>
                  <a:lnTo>
                    <a:pt x="2636921" y="2986146"/>
                  </a:lnTo>
                  <a:lnTo>
                    <a:pt x="2637014" y="2986146"/>
                  </a:lnTo>
                  <a:lnTo>
                    <a:pt x="2637294" y="2986146"/>
                  </a:lnTo>
                  <a:lnTo>
                    <a:pt x="2637574" y="2986146"/>
                  </a:lnTo>
                  <a:lnTo>
                    <a:pt x="2637854" y="2986146"/>
                  </a:lnTo>
                  <a:lnTo>
                    <a:pt x="2638040" y="2986146"/>
                  </a:lnTo>
                  <a:lnTo>
                    <a:pt x="2638133" y="2986146"/>
                  </a:lnTo>
                  <a:lnTo>
                    <a:pt x="2638506" y="2986146"/>
                  </a:lnTo>
                  <a:lnTo>
                    <a:pt x="2638786" y="2986146"/>
                  </a:lnTo>
                  <a:lnTo>
                    <a:pt x="2638973" y="2986146"/>
                  </a:lnTo>
                  <a:lnTo>
                    <a:pt x="2639066" y="2986146"/>
                  </a:lnTo>
                  <a:lnTo>
                    <a:pt x="2639719" y="2976192"/>
                  </a:lnTo>
                  <a:lnTo>
                    <a:pt x="2639905" y="2976192"/>
                  </a:lnTo>
                  <a:lnTo>
                    <a:pt x="2639998" y="2976192"/>
                  </a:lnTo>
                  <a:lnTo>
                    <a:pt x="2640278" y="2976192"/>
                  </a:lnTo>
                  <a:lnTo>
                    <a:pt x="2640744" y="2976192"/>
                  </a:lnTo>
                  <a:lnTo>
                    <a:pt x="2640931" y="2976192"/>
                  </a:lnTo>
                  <a:lnTo>
                    <a:pt x="2641117" y="2976192"/>
                  </a:lnTo>
                  <a:lnTo>
                    <a:pt x="2641677" y="2976192"/>
                  </a:lnTo>
                  <a:lnTo>
                    <a:pt x="2641863" y="2976192"/>
                  </a:lnTo>
                  <a:lnTo>
                    <a:pt x="2641957" y="2976192"/>
                  </a:lnTo>
                  <a:lnTo>
                    <a:pt x="2642143" y="2976192"/>
                  </a:lnTo>
                  <a:lnTo>
                    <a:pt x="2642236" y="2976192"/>
                  </a:lnTo>
                  <a:lnTo>
                    <a:pt x="2642330" y="2976192"/>
                  </a:lnTo>
                  <a:lnTo>
                    <a:pt x="2642516" y="2976192"/>
                  </a:lnTo>
                  <a:lnTo>
                    <a:pt x="2642609" y="2976192"/>
                  </a:lnTo>
                  <a:lnTo>
                    <a:pt x="2642889" y="2976192"/>
                  </a:lnTo>
                  <a:lnTo>
                    <a:pt x="2643076" y="2976192"/>
                  </a:lnTo>
                  <a:lnTo>
                    <a:pt x="2643262" y="2976192"/>
                  </a:lnTo>
                  <a:lnTo>
                    <a:pt x="2643821" y="2976192"/>
                  </a:lnTo>
                  <a:lnTo>
                    <a:pt x="2644288" y="2976192"/>
                  </a:lnTo>
                  <a:lnTo>
                    <a:pt x="2644381" y="2976192"/>
                  </a:lnTo>
                  <a:lnTo>
                    <a:pt x="2644474" y="2976192"/>
                  </a:lnTo>
                  <a:lnTo>
                    <a:pt x="2645034" y="2976192"/>
                  </a:lnTo>
                  <a:lnTo>
                    <a:pt x="2645313" y="2976192"/>
                  </a:lnTo>
                  <a:lnTo>
                    <a:pt x="2645407" y="2976192"/>
                  </a:lnTo>
                  <a:lnTo>
                    <a:pt x="2645500" y="2976192"/>
                  </a:lnTo>
                  <a:lnTo>
                    <a:pt x="2645966" y="2976192"/>
                  </a:lnTo>
                  <a:lnTo>
                    <a:pt x="2646339" y="2976192"/>
                  </a:lnTo>
                  <a:lnTo>
                    <a:pt x="2646712" y="2976192"/>
                  </a:lnTo>
                  <a:lnTo>
                    <a:pt x="2646899" y="2976192"/>
                  </a:lnTo>
                  <a:lnTo>
                    <a:pt x="2646992" y="2976192"/>
                  </a:lnTo>
                  <a:lnTo>
                    <a:pt x="2647085" y="2976192"/>
                  </a:lnTo>
                  <a:lnTo>
                    <a:pt x="2647365" y="2976192"/>
                  </a:lnTo>
                  <a:lnTo>
                    <a:pt x="2647458" y="2976192"/>
                  </a:lnTo>
                  <a:lnTo>
                    <a:pt x="2647645" y="2976192"/>
                  </a:lnTo>
                  <a:lnTo>
                    <a:pt x="2647738" y="2976192"/>
                  </a:lnTo>
                  <a:lnTo>
                    <a:pt x="2647831" y="2976192"/>
                  </a:lnTo>
                  <a:lnTo>
                    <a:pt x="2647924" y="2976192"/>
                  </a:lnTo>
                  <a:lnTo>
                    <a:pt x="2649043" y="2976192"/>
                  </a:lnTo>
                  <a:lnTo>
                    <a:pt x="2649323" y="2976192"/>
                  </a:lnTo>
                  <a:lnTo>
                    <a:pt x="2649416" y="2976192"/>
                  </a:lnTo>
                  <a:lnTo>
                    <a:pt x="2649510" y="2976192"/>
                  </a:lnTo>
                  <a:lnTo>
                    <a:pt x="2649603" y="2976192"/>
                  </a:lnTo>
                  <a:lnTo>
                    <a:pt x="2650069" y="2976192"/>
                  </a:lnTo>
                  <a:lnTo>
                    <a:pt x="2650255" y="2976192"/>
                  </a:lnTo>
                  <a:lnTo>
                    <a:pt x="2650349" y="2976192"/>
                  </a:lnTo>
                  <a:lnTo>
                    <a:pt x="2650442" y="2976192"/>
                  </a:lnTo>
                  <a:lnTo>
                    <a:pt x="2650815" y="2976192"/>
                  </a:lnTo>
                  <a:lnTo>
                    <a:pt x="2650908" y="2976192"/>
                  </a:lnTo>
                  <a:lnTo>
                    <a:pt x="2651001" y="2976192"/>
                  </a:lnTo>
                  <a:lnTo>
                    <a:pt x="2651095" y="2976192"/>
                  </a:lnTo>
                  <a:lnTo>
                    <a:pt x="2651188" y="2976192"/>
                  </a:lnTo>
                  <a:lnTo>
                    <a:pt x="2651934" y="2976192"/>
                  </a:lnTo>
                  <a:lnTo>
                    <a:pt x="2652027" y="2976192"/>
                  </a:lnTo>
                  <a:lnTo>
                    <a:pt x="2652120" y="2976192"/>
                  </a:lnTo>
                  <a:lnTo>
                    <a:pt x="2652214" y="2976192"/>
                  </a:lnTo>
                  <a:lnTo>
                    <a:pt x="2652400" y="2976192"/>
                  </a:lnTo>
                  <a:lnTo>
                    <a:pt x="2652493" y="2976192"/>
                  </a:lnTo>
                  <a:lnTo>
                    <a:pt x="2652587" y="2976192"/>
                  </a:lnTo>
                  <a:lnTo>
                    <a:pt x="2652773" y="2976192"/>
                  </a:lnTo>
                  <a:lnTo>
                    <a:pt x="2652866" y="2976192"/>
                  </a:lnTo>
                  <a:lnTo>
                    <a:pt x="2653053" y="2976192"/>
                  </a:lnTo>
                  <a:lnTo>
                    <a:pt x="2653146" y="2976192"/>
                  </a:lnTo>
                  <a:lnTo>
                    <a:pt x="2653519" y="2976192"/>
                  </a:lnTo>
                  <a:lnTo>
                    <a:pt x="2653612" y="2976192"/>
                  </a:lnTo>
                  <a:lnTo>
                    <a:pt x="2653706" y="2976192"/>
                  </a:lnTo>
                  <a:lnTo>
                    <a:pt x="2653799" y="2976192"/>
                  </a:lnTo>
                  <a:lnTo>
                    <a:pt x="2653892" y="2976192"/>
                  </a:lnTo>
                  <a:lnTo>
                    <a:pt x="2653985" y="2976192"/>
                  </a:lnTo>
                  <a:lnTo>
                    <a:pt x="2654265" y="2976192"/>
                  </a:lnTo>
                  <a:lnTo>
                    <a:pt x="2654358" y="2976192"/>
                  </a:lnTo>
                  <a:lnTo>
                    <a:pt x="2654452" y="2976192"/>
                  </a:lnTo>
                  <a:lnTo>
                    <a:pt x="2654638" y="2976192"/>
                  </a:lnTo>
                  <a:lnTo>
                    <a:pt x="2655104" y="2976192"/>
                  </a:lnTo>
                  <a:lnTo>
                    <a:pt x="2655291" y="2976192"/>
                  </a:lnTo>
                  <a:lnTo>
                    <a:pt x="2655571" y="2976192"/>
                  </a:lnTo>
                  <a:lnTo>
                    <a:pt x="2655664" y="2976192"/>
                  </a:lnTo>
                  <a:lnTo>
                    <a:pt x="2655850" y="2976192"/>
                  </a:lnTo>
                  <a:lnTo>
                    <a:pt x="2655944" y="2976192"/>
                  </a:lnTo>
                  <a:lnTo>
                    <a:pt x="2656223" y="2976192"/>
                  </a:lnTo>
                  <a:lnTo>
                    <a:pt x="2656317" y="2976192"/>
                  </a:lnTo>
                  <a:lnTo>
                    <a:pt x="2656596" y="2976192"/>
                  </a:lnTo>
                  <a:lnTo>
                    <a:pt x="2656690" y="2976192"/>
                  </a:lnTo>
                  <a:lnTo>
                    <a:pt x="2656969" y="2976192"/>
                  </a:lnTo>
                  <a:lnTo>
                    <a:pt x="2657342" y="2976192"/>
                  </a:lnTo>
                  <a:lnTo>
                    <a:pt x="2657435" y="2976192"/>
                  </a:lnTo>
                  <a:lnTo>
                    <a:pt x="2657529" y="2976192"/>
                  </a:lnTo>
                  <a:lnTo>
                    <a:pt x="2658275" y="2976192"/>
                  </a:lnTo>
                  <a:lnTo>
                    <a:pt x="2658368" y="2976192"/>
                  </a:lnTo>
                  <a:lnTo>
                    <a:pt x="2658741" y="2976192"/>
                  </a:lnTo>
                  <a:lnTo>
                    <a:pt x="2659673" y="2976192"/>
                  </a:lnTo>
                  <a:lnTo>
                    <a:pt x="2659860" y="2976192"/>
                  </a:lnTo>
                  <a:lnTo>
                    <a:pt x="2659953" y="2976192"/>
                  </a:lnTo>
                  <a:lnTo>
                    <a:pt x="2660419" y="2976192"/>
                  </a:lnTo>
                  <a:lnTo>
                    <a:pt x="2661072" y="2976192"/>
                  </a:lnTo>
                  <a:lnTo>
                    <a:pt x="2661259" y="2976192"/>
                  </a:lnTo>
                  <a:lnTo>
                    <a:pt x="2661818" y="2966239"/>
                  </a:lnTo>
                  <a:lnTo>
                    <a:pt x="2662005" y="2966239"/>
                  </a:lnTo>
                  <a:lnTo>
                    <a:pt x="2662284" y="2966239"/>
                  </a:lnTo>
                  <a:lnTo>
                    <a:pt x="2662751" y="2966239"/>
                  </a:lnTo>
                  <a:lnTo>
                    <a:pt x="2662937" y="2966239"/>
                  </a:lnTo>
                  <a:lnTo>
                    <a:pt x="2663030" y="2966239"/>
                  </a:lnTo>
                  <a:lnTo>
                    <a:pt x="2663217" y="2966239"/>
                  </a:lnTo>
                  <a:lnTo>
                    <a:pt x="2663217" y="2956285"/>
                  </a:lnTo>
                  <a:lnTo>
                    <a:pt x="2663497" y="2956285"/>
                  </a:lnTo>
                  <a:lnTo>
                    <a:pt x="2663683" y="2956285"/>
                  </a:lnTo>
                  <a:lnTo>
                    <a:pt x="2663776" y="2956285"/>
                  </a:lnTo>
                  <a:lnTo>
                    <a:pt x="2664149" y="2956285"/>
                  </a:lnTo>
                  <a:lnTo>
                    <a:pt x="2664709" y="2956285"/>
                  </a:lnTo>
                  <a:lnTo>
                    <a:pt x="2664802" y="2956285"/>
                  </a:lnTo>
                  <a:lnTo>
                    <a:pt x="2664895" y="2956285"/>
                  </a:lnTo>
                  <a:lnTo>
                    <a:pt x="2665082" y="2956285"/>
                  </a:lnTo>
                  <a:lnTo>
                    <a:pt x="2665268" y="2956285"/>
                  </a:lnTo>
                  <a:lnTo>
                    <a:pt x="2665734" y="2956285"/>
                  </a:lnTo>
                  <a:lnTo>
                    <a:pt x="2665921" y="2956285"/>
                  </a:lnTo>
                  <a:lnTo>
                    <a:pt x="2666014" y="2956285"/>
                  </a:lnTo>
                  <a:lnTo>
                    <a:pt x="2666201" y="2956285"/>
                  </a:lnTo>
                  <a:lnTo>
                    <a:pt x="2666294" y="2956285"/>
                  </a:lnTo>
                  <a:lnTo>
                    <a:pt x="2666387" y="2956285"/>
                  </a:lnTo>
                  <a:lnTo>
                    <a:pt x="2666480" y="2956285"/>
                  </a:lnTo>
                  <a:lnTo>
                    <a:pt x="2666574" y="2956285"/>
                  </a:lnTo>
                  <a:lnTo>
                    <a:pt x="2666667" y="2956285"/>
                  </a:lnTo>
                  <a:lnTo>
                    <a:pt x="2666760" y="2956285"/>
                  </a:lnTo>
                  <a:lnTo>
                    <a:pt x="2666853" y="2956285"/>
                  </a:lnTo>
                  <a:lnTo>
                    <a:pt x="2666947" y="2956285"/>
                  </a:lnTo>
                  <a:lnTo>
                    <a:pt x="2667133" y="2956285"/>
                  </a:lnTo>
                  <a:lnTo>
                    <a:pt x="2667320" y="2956285"/>
                  </a:lnTo>
                  <a:lnTo>
                    <a:pt x="2667599" y="2956285"/>
                  </a:lnTo>
                  <a:lnTo>
                    <a:pt x="2667879" y="2956285"/>
                  </a:lnTo>
                  <a:lnTo>
                    <a:pt x="2668066" y="2956285"/>
                  </a:lnTo>
                  <a:lnTo>
                    <a:pt x="2668532" y="2956285"/>
                  </a:lnTo>
                  <a:lnTo>
                    <a:pt x="2668812" y="2956285"/>
                  </a:lnTo>
                  <a:lnTo>
                    <a:pt x="2669371" y="2956285"/>
                  </a:lnTo>
                  <a:lnTo>
                    <a:pt x="2669558" y="2956285"/>
                  </a:lnTo>
                  <a:lnTo>
                    <a:pt x="2669651" y="2956285"/>
                  </a:lnTo>
                  <a:lnTo>
                    <a:pt x="2670210" y="2956285"/>
                  </a:lnTo>
                  <a:lnTo>
                    <a:pt x="2670490" y="2956285"/>
                  </a:lnTo>
                  <a:lnTo>
                    <a:pt x="2670583" y="2956285"/>
                  </a:lnTo>
                  <a:lnTo>
                    <a:pt x="2670677" y="2956285"/>
                  </a:lnTo>
                  <a:lnTo>
                    <a:pt x="2670770" y="2956285"/>
                  </a:lnTo>
                  <a:lnTo>
                    <a:pt x="2670863" y="2956285"/>
                  </a:lnTo>
                  <a:lnTo>
                    <a:pt x="2671889" y="2956285"/>
                  </a:lnTo>
                  <a:lnTo>
                    <a:pt x="2672075" y="2956285"/>
                  </a:lnTo>
                  <a:lnTo>
                    <a:pt x="2672355" y="2956285"/>
                  </a:lnTo>
                  <a:lnTo>
                    <a:pt x="2672448" y="2956285"/>
                  </a:lnTo>
                  <a:lnTo>
                    <a:pt x="2672541" y="2956285"/>
                  </a:lnTo>
                  <a:lnTo>
                    <a:pt x="2672635" y="2956285"/>
                  </a:lnTo>
                  <a:lnTo>
                    <a:pt x="2673381" y="2956285"/>
                  </a:lnTo>
                  <a:lnTo>
                    <a:pt x="2673474" y="2956285"/>
                  </a:lnTo>
                  <a:lnTo>
                    <a:pt x="2673754" y="2956285"/>
                  </a:lnTo>
                  <a:lnTo>
                    <a:pt x="2673847" y="2956285"/>
                  </a:lnTo>
                  <a:lnTo>
                    <a:pt x="2674127" y="2956285"/>
                  </a:lnTo>
                  <a:lnTo>
                    <a:pt x="2674406" y="2956285"/>
                  </a:lnTo>
                  <a:lnTo>
                    <a:pt x="2674873" y="2956285"/>
                  </a:lnTo>
                  <a:lnTo>
                    <a:pt x="2675059" y="2956285"/>
                  </a:lnTo>
                  <a:lnTo>
                    <a:pt x="2675246" y="2956285"/>
                  </a:lnTo>
                  <a:lnTo>
                    <a:pt x="2675432" y="2956285"/>
                  </a:lnTo>
                  <a:lnTo>
                    <a:pt x="2675619" y="2956285"/>
                  </a:lnTo>
                  <a:lnTo>
                    <a:pt x="2675805" y="2956285"/>
                  </a:lnTo>
                  <a:lnTo>
                    <a:pt x="2676458" y="2956285"/>
                  </a:lnTo>
                  <a:lnTo>
                    <a:pt x="2677017" y="2956285"/>
                  </a:lnTo>
                  <a:lnTo>
                    <a:pt x="2677111" y="2956285"/>
                  </a:lnTo>
                  <a:lnTo>
                    <a:pt x="2677204" y="2956285"/>
                  </a:lnTo>
                  <a:lnTo>
                    <a:pt x="2677763" y="2956285"/>
                  </a:lnTo>
                  <a:lnTo>
                    <a:pt x="2677857" y="2956285"/>
                  </a:lnTo>
                  <a:lnTo>
                    <a:pt x="2677950" y="2956285"/>
                  </a:lnTo>
                  <a:lnTo>
                    <a:pt x="2678229" y="2956285"/>
                  </a:lnTo>
                  <a:lnTo>
                    <a:pt x="2678696" y="2956285"/>
                  </a:lnTo>
                  <a:lnTo>
                    <a:pt x="2678789" y="2956285"/>
                  </a:lnTo>
                  <a:lnTo>
                    <a:pt x="2679069" y="2956285"/>
                  </a:lnTo>
                  <a:lnTo>
                    <a:pt x="2679162" y="2956285"/>
                  </a:lnTo>
                  <a:lnTo>
                    <a:pt x="2679348" y="2956285"/>
                  </a:lnTo>
                  <a:lnTo>
                    <a:pt x="2679442" y="2956285"/>
                  </a:lnTo>
                  <a:lnTo>
                    <a:pt x="2679628" y="2956285"/>
                  </a:lnTo>
                  <a:lnTo>
                    <a:pt x="2680094" y="2956285"/>
                  </a:lnTo>
                  <a:lnTo>
                    <a:pt x="2680281" y="2956285"/>
                  </a:lnTo>
                  <a:lnTo>
                    <a:pt x="2680374" y="2956285"/>
                  </a:lnTo>
                  <a:lnTo>
                    <a:pt x="2680467" y="2956285"/>
                  </a:lnTo>
                  <a:lnTo>
                    <a:pt x="2680840" y="2956285"/>
                  </a:lnTo>
                  <a:lnTo>
                    <a:pt x="2680934" y="2956285"/>
                  </a:lnTo>
                  <a:lnTo>
                    <a:pt x="2681027" y="2956285"/>
                  </a:lnTo>
                  <a:lnTo>
                    <a:pt x="2681866" y="2946331"/>
                  </a:lnTo>
                  <a:lnTo>
                    <a:pt x="2681959" y="2946331"/>
                  </a:lnTo>
                  <a:lnTo>
                    <a:pt x="2682332" y="2946331"/>
                  </a:lnTo>
                  <a:lnTo>
                    <a:pt x="2682612" y="2946331"/>
                  </a:lnTo>
                  <a:lnTo>
                    <a:pt x="2682799" y="2946331"/>
                  </a:lnTo>
                  <a:lnTo>
                    <a:pt x="2682892" y="2946331"/>
                  </a:lnTo>
                  <a:lnTo>
                    <a:pt x="2683172" y="2946331"/>
                  </a:lnTo>
                  <a:lnTo>
                    <a:pt x="2683358" y="2946331"/>
                  </a:lnTo>
                  <a:lnTo>
                    <a:pt x="2683545" y="2946331"/>
                  </a:lnTo>
                  <a:lnTo>
                    <a:pt x="2683824" y="2946331"/>
                  </a:lnTo>
                  <a:lnTo>
                    <a:pt x="2683918" y="2946331"/>
                  </a:lnTo>
                  <a:lnTo>
                    <a:pt x="2684011" y="2946331"/>
                  </a:lnTo>
                  <a:lnTo>
                    <a:pt x="2684384" y="2936377"/>
                  </a:lnTo>
                  <a:lnTo>
                    <a:pt x="2684477" y="2936377"/>
                  </a:lnTo>
                  <a:lnTo>
                    <a:pt x="2684757" y="2936377"/>
                  </a:lnTo>
                  <a:lnTo>
                    <a:pt x="2684943" y="2936377"/>
                  </a:lnTo>
                  <a:lnTo>
                    <a:pt x="2685036" y="2936377"/>
                  </a:lnTo>
                  <a:lnTo>
                    <a:pt x="2685409" y="2936377"/>
                  </a:lnTo>
                  <a:lnTo>
                    <a:pt x="2685876" y="2936377"/>
                  </a:lnTo>
                  <a:lnTo>
                    <a:pt x="2685969" y="2936377"/>
                  </a:lnTo>
                  <a:lnTo>
                    <a:pt x="2686435" y="2936377"/>
                  </a:lnTo>
                  <a:lnTo>
                    <a:pt x="2686528" y="2936377"/>
                  </a:lnTo>
                  <a:lnTo>
                    <a:pt x="2686622" y="2936377"/>
                  </a:lnTo>
                  <a:lnTo>
                    <a:pt x="2686715" y="2936377"/>
                  </a:lnTo>
                  <a:lnTo>
                    <a:pt x="2687088" y="2936377"/>
                  </a:lnTo>
                  <a:lnTo>
                    <a:pt x="2687181" y="2936377"/>
                  </a:lnTo>
                  <a:lnTo>
                    <a:pt x="2687274" y="2936377"/>
                  </a:lnTo>
                  <a:lnTo>
                    <a:pt x="2687554" y="2936377"/>
                  </a:lnTo>
                  <a:lnTo>
                    <a:pt x="2688487" y="2936377"/>
                  </a:lnTo>
                  <a:lnTo>
                    <a:pt x="2688766" y="2936377"/>
                  </a:lnTo>
                  <a:lnTo>
                    <a:pt x="2689046" y="2936377"/>
                  </a:lnTo>
                  <a:lnTo>
                    <a:pt x="2689233" y="2936377"/>
                  </a:lnTo>
                  <a:lnTo>
                    <a:pt x="2689419" y="2936377"/>
                  </a:lnTo>
                  <a:lnTo>
                    <a:pt x="2689512" y="2936377"/>
                  </a:lnTo>
                  <a:lnTo>
                    <a:pt x="2689979" y="2936377"/>
                  </a:lnTo>
                  <a:lnTo>
                    <a:pt x="2690352" y="2936377"/>
                  </a:lnTo>
                  <a:lnTo>
                    <a:pt x="2690445" y="2936377"/>
                  </a:lnTo>
                  <a:lnTo>
                    <a:pt x="2690538" y="2936377"/>
                  </a:lnTo>
                  <a:lnTo>
                    <a:pt x="2690725" y="2936377"/>
                  </a:lnTo>
                  <a:lnTo>
                    <a:pt x="2690911" y="2936377"/>
                  </a:lnTo>
                  <a:lnTo>
                    <a:pt x="2691004" y="2936377"/>
                  </a:lnTo>
                  <a:lnTo>
                    <a:pt x="2691191" y="2936377"/>
                  </a:lnTo>
                  <a:lnTo>
                    <a:pt x="2691471" y="2936377"/>
                  </a:lnTo>
                  <a:lnTo>
                    <a:pt x="2691564" y="2936377"/>
                  </a:lnTo>
                  <a:lnTo>
                    <a:pt x="2691657" y="2936377"/>
                  </a:lnTo>
                  <a:lnTo>
                    <a:pt x="2691750" y="2936377"/>
                  </a:lnTo>
                  <a:lnTo>
                    <a:pt x="2693149" y="2926423"/>
                  </a:lnTo>
                  <a:lnTo>
                    <a:pt x="2693429" y="2926423"/>
                  </a:lnTo>
                  <a:lnTo>
                    <a:pt x="2693522" y="2926423"/>
                  </a:lnTo>
                  <a:lnTo>
                    <a:pt x="2693615" y="2926423"/>
                  </a:lnTo>
                  <a:lnTo>
                    <a:pt x="2693708" y="2926423"/>
                  </a:lnTo>
                  <a:lnTo>
                    <a:pt x="2694175" y="2926423"/>
                  </a:lnTo>
                  <a:lnTo>
                    <a:pt x="2694268" y="2926423"/>
                  </a:lnTo>
                  <a:lnTo>
                    <a:pt x="2694454" y="2926423"/>
                  </a:lnTo>
                  <a:lnTo>
                    <a:pt x="2694548" y="2926423"/>
                  </a:lnTo>
                  <a:lnTo>
                    <a:pt x="2694641" y="2926423"/>
                  </a:lnTo>
                  <a:lnTo>
                    <a:pt x="2694921" y="2926423"/>
                  </a:lnTo>
                  <a:lnTo>
                    <a:pt x="2695200" y="2926423"/>
                  </a:lnTo>
                  <a:lnTo>
                    <a:pt x="2696040" y="2926423"/>
                  </a:lnTo>
                  <a:lnTo>
                    <a:pt x="2696226" y="2926423"/>
                  </a:lnTo>
                  <a:lnTo>
                    <a:pt x="2696413" y="2926423"/>
                  </a:lnTo>
                  <a:lnTo>
                    <a:pt x="2696506" y="2926423"/>
                  </a:lnTo>
                  <a:lnTo>
                    <a:pt x="2697438" y="2926423"/>
                  </a:lnTo>
                  <a:lnTo>
                    <a:pt x="2697532" y="2926423"/>
                  </a:lnTo>
                  <a:lnTo>
                    <a:pt x="2697718" y="2926423"/>
                  </a:lnTo>
                  <a:lnTo>
                    <a:pt x="2697905" y="2926423"/>
                  </a:lnTo>
                  <a:lnTo>
                    <a:pt x="2698184" y="2926423"/>
                  </a:lnTo>
                  <a:lnTo>
                    <a:pt x="2698464" y="2926423"/>
                  </a:lnTo>
                  <a:lnTo>
                    <a:pt x="2698557" y="2926423"/>
                  </a:lnTo>
                  <a:lnTo>
                    <a:pt x="2698651" y="2926423"/>
                  </a:lnTo>
                  <a:lnTo>
                    <a:pt x="2698930" y="2926423"/>
                  </a:lnTo>
                  <a:lnTo>
                    <a:pt x="2699023" y="2926423"/>
                  </a:lnTo>
                  <a:lnTo>
                    <a:pt x="2699396" y="2926423"/>
                  </a:lnTo>
                  <a:lnTo>
                    <a:pt x="2699769" y="2926423"/>
                  </a:lnTo>
                  <a:lnTo>
                    <a:pt x="2699863" y="2926423"/>
                  </a:lnTo>
                  <a:lnTo>
                    <a:pt x="2700329" y="2926423"/>
                  </a:lnTo>
                  <a:lnTo>
                    <a:pt x="2700795" y="2926423"/>
                  </a:lnTo>
                  <a:lnTo>
                    <a:pt x="2700888" y="2926423"/>
                  </a:lnTo>
                  <a:lnTo>
                    <a:pt x="2701168" y="2926423"/>
                  </a:lnTo>
                  <a:lnTo>
                    <a:pt x="2701355" y="2926423"/>
                  </a:lnTo>
                  <a:lnTo>
                    <a:pt x="2701634" y="2926423"/>
                  </a:lnTo>
                  <a:lnTo>
                    <a:pt x="2701728" y="2926423"/>
                  </a:lnTo>
                  <a:lnTo>
                    <a:pt x="2701821" y="2926423"/>
                  </a:lnTo>
                  <a:lnTo>
                    <a:pt x="2702007" y="2926423"/>
                  </a:lnTo>
                  <a:lnTo>
                    <a:pt x="2702194" y="2926423"/>
                  </a:lnTo>
                  <a:lnTo>
                    <a:pt x="2702380" y="2926423"/>
                  </a:lnTo>
                  <a:lnTo>
                    <a:pt x="2702753" y="2926423"/>
                  </a:lnTo>
                  <a:lnTo>
                    <a:pt x="2702847" y="2926423"/>
                  </a:lnTo>
                  <a:lnTo>
                    <a:pt x="2703220" y="2926423"/>
                  </a:lnTo>
                  <a:lnTo>
                    <a:pt x="2703313" y="2926423"/>
                  </a:lnTo>
                  <a:lnTo>
                    <a:pt x="2703686" y="2926423"/>
                  </a:lnTo>
                  <a:lnTo>
                    <a:pt x="2703872" y="2926423"/>
                  </a:lnTo>
                  <a:lnTo>
                    <a:pt x="2704152" y="2926423"/>
                  </a:lnTo>
                  <a:lnTo>
                    <a:pt x="2704339" y="2926423"/>
                  </a:lnTo>
                  <a:lnTo>
                    <a:pt x="2704525" y="2926423"/>
                  </a:lnTo>
                  <a:lnTo>
                    <a:pt x="2704618" y="2926423"/>
                  </a:lnTo>
                  <a:lnTo>
                    <a:pt x="2704805" y="2926423"/>
                  </a:lnTo>
                  <a:lnTo>
                    <a:pt x="2704898" y="2926423"/>
                  </a:lnTo>
                  <a:lnTo>
                    <a:pt x="2704991" y="2926423"/>
                  </a:lnTo>
                  <a:lnTo>
                    <a:pt x="2705085" y="2926423"/>
                  </a:lnTo>
                  <a:lnTo>
                    <a:pt x="2705458" y="2926423"/>
                  </a:lnTo>
                  <a:lnTo>
                    <a:pt x="2705644" y="2926423"/>
                  </a:lnTo>
                  <a:lnTo>
                    <a:pt x="2706297" y="2926423"/>
                  </a:lnTo>
                  <a:lnTo>
                    <a:pt x="2706390" y="2926423"/>
                  </a:lnTo>
                  <a:lnTo>
                    <a:pt x="2706483" y="2926423"/>
                  </a:lnTo>
                  <a:lnTo>
                    <a:pt x="2706576" y="2926423"/>
                  </a:lnTo>
                  <a:lnTo>
                    <a:pt x="2706856" y="2926423"/>
                  </a:lnTo>
                  <a:lnTo>
                    <a:pt x="2706949" y="2926423"/>
                  </a:lnTo>
                  <a:lnTo>
                    <a:pt x="2707322" y="2926423"/>
                  </a:lnTo>
                  <a:lnTo>
                    <a:pt x="2707416" y="2926423"/>
                  </a:lnTo>
                  <a:lnTo>
                    <a:pt x="2707695" y="2926423"/>
                  </a:lnTo>
                  <a:lnTo>
                    <a:pt x="2707882" y="2926423"/>
                  </a:lnTo>
                  <a:lnTo>
                    <a:pt x="2708068" y="2926423"/>
                  </a:lnTo>
                  <a:lnTo>
                    <a:pt x="2708162" y="2926423"/>
                  </a:lnTo>
                  <a:lnTo>
                    <a:pt x="2708255" y="2926423"/>
                  </a:lnTo>
                  <a:lnTo>
                    <a:pt x="2708535" y="2926423"/>
                  </a:lnTo>
                  <a:lnTo>
                    <a:pt x="2708721" y="2926423"/>
                  </a:lnTo>
                  <a:lnTo>
                    <a:pt x="2709001" y="2926423"/>
                  </a:lnTo>
                  <a:lnTo>
                    <a:pt x="2709187" y="2926423"/>
                  </a:lnTo>
                  <a:lnTo>
                    <a:pt x="2709374" y="2926423"/>
                  </a:lnTo>
                  <a:lnTo>
                    <a:pt x="2709467" y="2926423"/>
                  </a:lnTo>
                  <a:lnTo>
                    <a:pt x="2709933" y="2926423"/>
                  </a:lnTo>
                  <a:lnTo>
                    <a:pt x="2710027" y="2926423"/>
                  </a:lnTo>
                  <a:lnTo>
                    <a:pt x="2710120" y="2926423"/>
                  </a:lnTo>
                  <a:lnTo>
                    <a:pt x="2710213" y="2926423"/>
                  </a:lnTo>
                  <a:lnTo>
                    <a:pt x="2710400" y="2926423"/>
                  </a:lnTo>
                  <a:lnTo>
                    <a:pt x="2710586" y="2926423"/>
                  </a:lnTo>
                  <a:lnTo>
                    <a:pt x="2710679" y="2926423"/>
                  </a:lnTo>
                  <a:lnTo>
                    <a:pt x="2711052" y="2926423"/>
                  </a:lnTo>
                  <a:lnTo>
                    <a:pt x="2711239" y="2926423"/>
                  </a:lnTo>
                  <a:lnTo>
                    <a:pt x="2711519" y="2926423"/>
                  </a:lnTo>
                  <a:lnTo>
                    <a:pt x="2711705" y="2926423"/>
                  </a:lnTo>
                  <a:lnTo>
                    <a:pt x="2711798" y="2926423"/>
                  </a:lnTo>
                  <a:lnTo>
                    <a:pt x="2711892" y="2926423"/>
                  </a:lnTo>
                  <a:lnTo>
                    <a:pt x="2711985" y="2926423"/>
                  </a:lnTo>
                  <a:lnTo>
                    <a:pt x="2712078" y="2926423"/>
                  </a:lnTo>
                  <a:lnTo>
                    <a:pt x="2712358" y="2926423"/>
                  </a:lnTo>
                  <a:lnTo>
                    <a:pt x="2712731" y="2926423"/>
                  </a:lnTo>
                  <a:lnTo>
                    <a:pt x="2712824" y="2926423"/>
                  </a:lnTo>
                  <a:lnTo>
                    <a:pt x="2713197" y="2926423"/>
                  </a:lnTo>
                  <a:lnTo>
                    <a:pt x="2713290" y="2926423"/>
                  </a:lnTo>
                  <a:lnTo>
                    <a:pt x="2713477" y="2926423"/>
                  </a:lnTo>
                  <a:lnTo>
                    <a:pt x="2713663" y="2926423"/>
                  </a:lnTo>
                  <a:lnTo>
                    <a:pt x="2713850" y="2926423"/>
                  </a:lnTo>
                  <a:lnTo>
                    <a:pt x="2714223" y="2926423"/>
                  </a:lnTo>
                  <a:lnTo>
                    <a:pt x="2714596" y="2926423"/>
                  </a:lnTo>
                  <a:lnTo>
                    <a:pt x="2714782" y="2926423"/>
                  </a:lnTo>
                  <a:lnTo>
                    <a:pt x="2714875" y="2926423"/>
                  </a:lnTo>
                  <a:lnTo>
                    <a:pt x="2714969" y="2926423"/>
                  </a:lnTo>
                  <a:lnTo>
                    <a:pt x="2715155" y="2926423"/>
                  </a:lnTo>
                  <a:lnTo>
                    <a:pt x="2715248" y="2926423"/>
                  </a:lnTo>
                  <a:lnTo>
                    <a:pt x="2715528" y="2926423"/>
                  </a:lnTo>
                  <a:lnTo>
                    <a:pt x="2715621" y="2926423"/>
                  </a:lnTo>
                  <a:lnTo>
                    <a:pt x="2715994" y="2916470"/>
                  </a:lnTo>
                  <a:lnTo>
                    <a:pt x="2716088" y="2916470"/>
                  </a:lnTo>
                  <a:lnTo>
                    <a:pt x="2716367" y="2916470"/>
                  </a:lnTo>
                  <a:lnTo>
                    <a:pt x="2716461" y="2916470"/>
                  </a:lnTo>
                  <a:lnTo>
                    <a:pt x="2716554" y="2916470"/>
                  </a:lnTo>
                  <a:lnTo>
                    <a:pt x="2716740" y="2916470"/>
                  </a:lnTo>
                  <a:lnTo>
                    <a:pt x="2716927" y="2916470"/>
                  </a:lnTo>
                  <a:lnTo>
                    <a:pt x="2717020" y="2916470"/>
                  </a:lnTo>
                  <a:lnTo>
                    <a:pt x="2717207" y="2916470"/>
                  </a:lnTo>
                  <a:lnTo>
                    <a:pt x="2717486" y="2916470"/>
                  </a:lnTo>
                  <a:lnTo>
                    <a:pt x="2717580" y="2916470"/>
                  </a:lnTo>
                  <a:lnTo>
                    <a:pt x="2717766" y="2916470"/>
                  </a:lnTo>
                  <a:lnTo>
                    <a:pt x="2717953" y="2916470"/>
                  </a:lnTo>
                  <a:lnTo>
                    <a:pt x="2718232" y="2916470"/>
                  </a:lnTo>
                  <a:lnTo>
                    <a:pt x="2718326" y="2916470"/>
                  </a:lnTo>
                  <a:lnTo>
                    <a:pt x="2718419" y="2906516"/>
                  </a:lnTo>
                  <a:lnTo>
                    <a:pt x="2718699" y="2906516"/>
                  </a:lnTo>
                  <a:lnTo>
                    <a:pt x="2718885" y="2906516"/>
                  </a:lnTo>
                  <a:lnTo>
                    <a:pt x="2718978" y="2906516"/>
                  </a:lnTo>
                  <a:lnTo>
                    <a:pt x="2719072" y="2906516"/>
                  </a:lnTo>
                  <a:lnTo>
                    <a:pt x="2719258" y="2906516"/>
                  </a:lnTo>
                  <a:lnTo>
                    <a:pt x="2719351" y="2906516"/>
                  </a:lnTo>
                  <a:lnTo>
                    <a:pt x="2719817" y="2906516"/>
                  </a:lnTo>
                  <a:lnTo>
                    <a:pt x="2719911" y="2906516"/>
                  </a:lnTo>
                  <a:lnTo>
                    <a:pt x="2720190" y="2906516"/>
                  </a:lnTo>
                  <a:lnTo>
                    <a:pt x="2720284" y="2906516"/>
                  </a:lnTo>
                  <a:lnTo>
                    <a:pt x="2720377" y="2906516"/>
                  </a:lnTo>
                  <a:lnTo>
                    <a:pt x="2720657" y="2906516"/>
                  </a:lnTo>
                  <a:lnTo>
                    <a:pt x="2720750" y="2906516"/>
                  </a:lnTo>
                  <a:lnTo>
                    <a:pt x="2720843" y="2906516"/>
                  </a:lnTo>
                  <a:lnTo>
                    <a:pt x="2721123" y="2906516"/>
                  </a:lnTo>
                  <a:lnTo>
                    <a:pt x="2721309" y="2906516"/>
                  </a:lnTo>
                  <a:lnTo>
                    <a:pt x="2721403" y="2906516"/>
                  </a:lnTo>
                  <a:lnTo>
                    <a:pt x="2721496" y="2906516"/>
                  </a:lnTo>
                  <a:lnTo>
                    <a:pt x="2721589" y="2906516"/>
                  </a:lnTo>
                  <a:lnTo>
                    <a:pt x="2721869" y="2906516"/>
                  </a:lnTo>
                  <a:lnTo>
                    <a:pt x="2721962" y="2906516"/>
                  </a:lnTo>
                  <a:lnTo>
                    <a:pt x="2722055" y="2906516"/>
                  </a:lnTo>
                  <a:lnTo>
                    <a:pt x="2722149" y="2906516"/>
                  </a:lnTo>
                  <a:lnTo>
                    <a:pt x="2722615" y="2906516"/>
                  </a:lnTo>
                  <a:lnTo>
                    <a:pt x="2722708" y="2906516"/>
                  </a:lnTo>
                  <a:lnTo>
                    <a:pt x="2724014" y="2906516"/>
                  </a:lnTo>
                  <a:lnTo>
                    <a:pt x="2724107" y="2906516"/>
                  </a:lnTo>
                  <a:lnTo>
                    <a:pt x="2724200" y="2906516"/>
                  </a:lnTo>
                  <a:lnTo>
                    <a:pt x="2724387" y="2906516"/>
                  </a:lnTo>
                  <a:lnTo>
                    <a:pt x="2724760" y="2906516"/>
                  </a:lnTo>
                  <a:lnTo>
                    <a:pt x="2724853" y="2906516"/>
                  </a:lnTo>
                  <a:lnTo>
                    <a:pt x="2724946" y="2906516"/>
                  </a:lnTo>
                  <a:lnTo>
                    <a:pt x="2725226" y="2906516"/>
                  </a:lnTo>
                  <a:lnTo>
                    <a:pt x="2725319" y="2906516"/>
                  </a:lnTo>
                  <a:lnTo>
                    <a:pt x="2725506" y="2906516"/>
                  </a:lnTo>
                  <a:lnTo>
                    <a:pt x="2725599" y="2906516"/>
                  </a:lnTo>
                  <a:lnTo>
                    <a:pt x="2725972" y="2906516"/>
                  </a:lnTo>
                  <a:lnTo>
                    <a:pt x="2726065" y="2906516"/>
                  </a:lnTo>
                  <a:lnTo>
                    <a:pt x="2726345" y="2906516"/>
                  </a:lnTo>
                  <a:lnTo>
                    <a:pt x="2726531" y="2906516"/>
                  </a:lnTo>
                  <a:lnTo>
                    <a:pt x="2727184" y="2906516"/>
                  </a:lnTo>
                  <a:lnTo>
                    <a:pt x="2727277" y="2906516"/>
                  </a:lnTo>
                  <a:lnTo>
                    <a:pt x="2727464" y="2906516"/>
                  </a:lnTo>
                  <a:lnTo>
                    <a:pt x="2727743" y="2906516"/>
                  </a:lnTo>
                  <a:lnTo>
                    <a:pt x="2727837" y="2906516"/>
                  </a:lnTo>
                  <a:lnTo>
                    <a:pt x="2728023" y="2906516"/>
                  </a:lnTo>
                  <a:lnTo>
                    <a:pt x="2728303" y="2906516"/>
                  </a:lnTo>
                  <a:lnTo>
                    <a:pt x="2728396" y="2906516"/>
                  </a:lnTo>
                  <a:lnTo>
                    <a:pt x="2728489" y="2906516"/>
                  </a:lnTo>
                  <a:lnTo>
                    <a:pt x="2728583" y="2906516"/>
                  </a:lnTo>
                  <a:lnTo>
                    <a:pt x="2728862" y="2906516"/>
                  </a:lnTo>
                  <a:lnTo>
                    <a:pt x="2729049" y="2906516"/>
                  </a:lnTo>
                  <a:lnTo>
                    <a:pt x="2729329" y="2906516"/>
                  </a:lnTo>
                  <a:lnTo>
                    <a:pt x="2729795" y="2906516"/>
                  </a:lnTo>
                  <a:lnTo>
                    <a:pt x="2729981" y="2906516"/>
                  </a:lnTo>
                  <a:lnTo>
                    <a:pt x="2730448" y="2906516"/>
                  </a:lnTo>
                  <a:lnTo>
                    <a:pt x="2730541" y="2906516"/>
                  </a:lnTo>
                  <a:lnTo>
                    <a:pt x="2730727" y="2906516"/>
                  </a:lnTo>
                  <a:lnTo>
                    <a:pt x="2730821" y="2906516"/>
                  </a:lnTo>
                  <a:lnTo>
                    <a:pt x="2731100" y="2906516"/>
                  </a:lnTo>
                  <a:lnTo>
                    <a:pt x="2731194" y="2906516"/>
                  </a:lnTo>
                  <a:lnTo>
                    <a:pt x="2731473" y="2906516"/>
                  </a:lnTo>
                  <a:lnTo>
                    <a:pt x="2731567" y="2906516"/>
                  </a:lnTo>
                  <a:lnTo>
                    <a:pt x="2732313" y="2906516"/>
                  </a:lnTo>
                  <a:lnTo>
                    <a:pt x="2732406" y="2906516"/>
                  </a:lnTo>
                  <a:lnTo>
                    <a:pt x="2732592" y="2906516"/>
                  </a:lnTo>
                  <a:lnTo>
                    <a:pt x="2732965" y="2906516"/>
                  </a:lnTo>
                  <a:lnTo>
                    <a:pt x="2733059" y="2906516"/>
                  </a:lnTo>
                  <a:lnTo>
                    <a:pt x="2733618" y="2906516"/>
                  </a:lnTo>
                  <a:lnTo>
                    <a:pt x="2733804" y="2906516"/>
                  </a:lnTo>
                  <a:lnTo>
                    <a:pt x="2734737" y="2906516"/>
                  </a:lnTo>
                  <a:lnTo>
                    <a:pt x="2734923" y="2906516"/>
                  </a:lnTo>
                  <a:lnTo>
                    <a:pt x="2735017" y="2906516"/>
                  </a:lnTo>
                  <a:lnTo>
                    <a:pt x="2735203" y="2906516"/>
                  </a:lnTo>
                  <a:lnTo>
                    <a:pt x="2735576" y="2906516"/>
                  </a:lnTo>
                  <a:lnTo>
                    <a:pt x="2735576" y="2896562"/>
                  </a:lnTo>
                  <a:lnTo>
                    <a:pt x="2735669" y="2896562"/>
                  </a:lnTo>
                  <a:lnTo>
                    <a:pt x="2735856" y="2896562"/>
                  </a:lnTo>
                  <a:lnTo>
                    <a:pt x="2736229" y="2896562"/>
                  </a:lnTo>
                  <a:lnTo>
                    <a:pt x="2736322" y="2896562"/>
                  </a:lnTo>
                  <a:lnTo>
                    <a:pt x="2736602" y="2896562"/>
                  </a:lnTo>
                  <a:lnTo>
                    <a:pt x="2736695" y="2896562"/>
                  </a:lnTo>
                  <a:lnTo>
                    <a:pt x="2736788" y="2896562"/>
                  </a:lnTo>
                  <a:lnTo>
                    <a:pt x="2736882" y="2896562"/>
                  </a:lnTo>
                  <a:lnTo>
                    <a:pt x="2736975" y="2896562"/>
                  </a:lnTo>
                  <a:lnTo>
                    <a:pt x="2737068" y="2896562"/>
                  </a:lnTo>
                  <a:lnTo>
                    <a:pt x="2737255" y="2896562"/>
                  </a:lnTo>
                  <a:lnTo>
                    <a:pt x="2737348" y="2896562"/>
                  </a:lnTo>
                  <a:lnTo>
                    <a:pt x="2737907" y="2896562"/>
                  </a:lnTo>
                  <a:lnTo>
                    <a:pt x="2738001" y="2896562"/>
                  </a:lnTo>
                  <a:lnTo>
                    <a:pt x="2738280" y="2896562"/>
                  </a:lnTo>
                  <a:lnTo>
                    <a:pt x="2738374" y="2896562"/>
                  </a:lnTo>
                  <a:lnTo>
                    <a:pt x="2738467" y="2896562"/>
                  </a:lnTo>
                  <a:lnTo>
                    <a:pt x="2739866" y="2896562"/>
                  </a:lnTo>
                  <a:lnTo>
                    <a:pt x="2740239" y="2896562"/>
                  </a:lnTo>
                  <a:lnTo>
                    <a:pt x="2740332" y="2896562"/>
                  </a:lnTo>
                  <a:lnTo>
                    <a:pt x="2740425" y="2896562"/>
                  </a:lnTo>
                  <a:lnTo>
                    <a:pt x="2740798" y="2896562"/>
                  </a:lnTo>
                  <a:lnTo>
                    <a:pt x="2741451" y="2896562"/>
                  </a:lnTo>
                  <a:lnTo>
                    <a:pt x="2741917" y="2896562"/>
                  </a:lnTo>
                  <a:lnTo>
                    <a:pt x="2742290" y="2896562"/>
                  </a:lnTo>
                  <a:lnTo>
                    <a:pt x="2742663" y="2896562"/>
                  </a:lnTo>
                  <a:lnTo>
                    <a:pt x="2742756" y="2896562"/>
                  </a:lnTo>
                  <a:lnTo>
                    <a:pt x="2742849" y="2896562"/>
                  </a:lnTo>
                  <a:lnTo>
                    <a:pt x="2742943" y="2896562"/>
                  </a:lnTo>
                  <a:lnTo>
                    <a:pt x="2743316" y="2896562"/>
                  </a:lnTo>
                  <a:lnTo>
                    <a:pt x="2743409" y="2896562"/>
                  </a:lnTo>
                  <a:lnTo>
                    <a:pt x="2743689" y="2896562"/>
                  </a:lnTo>
                  <a:lnTo>
                    <a:pt x="2743875" y="2896562"/>
                  </a:lnTo>
                  <a:lnTo>
                    <a:pt x="2744808" y="2896562"/>
                  </a:lnTo>
                  <a:lnTo>
                    <a:pt x="2744994" y="2896562"/>
                  </a:lnTo>
                  <a:lnTo>
                    <a:pt x="2745181" y="2896562"/>
                  </a:lnTo>
                  <a:lnTo>
                    <a:pt x="2745274" y="2896562"/>
                  </a:lnTo>
                  <a:lnTo>
                    <a:pt x="2745367" y="2896562"/>
                  </a:lnTo>
                  <a:lnTo>
                    <a:pt x="2745740" y="2896562"/>
                  </a:lnTo>
                  <a:lnTo>
                    <a:pt x="2745833" y="2896562"/>
                  </a:lnTo>
                  <a:lnTo>
                    <a:pt x="2745927" y="2896562"/>
                  </a:lnTo>
                  <a:lnTo>
                    <a:pt x="2746113" y="2896562"/>
                  </a:lnTo>
                  <a:lnTo>
                    <a:pt x="2746206" y="2896562"/>
                  </a:lnTo>
                  <a:lnTo>
                    <a:pt x="2746300" y="2896562"/>
                  </a:lnTo>
                  <a:lnTo>
                    <a:pt x="2746859" y="2896562"/>
                  </a:lnTo>
                  <a:lnTo>
                    <a:pt x="2747139" y="2896562"/>
                  </a:lnTo>
                  <a:lnTo>
                    <a:pt x="2747232" y="2896562"/>
                  </a:lnTo>
                  <a:lnTo>
                    <a:pt x="2747325" y="2896562"/>
                  </a:lnTo>
                  <a:lnTo>
                    <a:pt x="2747512" y="2896562"/>
                  </a:lnTo>
                  <a:lnTo>
                    <a:pt x="2747698" y="2896562"/>
                  </a:lnTo>
                  <a:lnTo>
                    <a:pt x="2747791" y="2896562"/>
                  </a:lnTo>
                  <a:lnTo>
                    <a:pt x="2748071" y="2896562"/>
                  </a:lnTo>
                  <a:lnTo>
                    <a:pt x="2748164" y="2896562"/>
                  </a:lnTo>
                  <a:lnTo>
                    <a:pt x="2748351" y="2896562"/>
                  </a:lnTo>
                  <a:lnTo>
                    <a:pt x="2748631" y="2896562"/>
                  </a:lnTo>
                  <a:lnTo>
                    <a:pt x="2748817" y="2896562"/>
                  </a:lnTo>
                  <a:lnTo>
                    <a:pt x="2748910" y="2896562"/>
                  </a:lnTo>
                  <a:lnTo>
                    <a:pt x="2749283" y="2896562"/>
                  </a:lnTo>
                  <a:lnTo>
                    <a:pt x="2749377" y="2896562"/>
                  </a:lnTo>
                  <a:lnTo>
                    <a:pt x="2749470" y="2896562"/>
                  </a:lnTo>
                  <a:lnTo>
                    <a:pt x="2749563" y="2896562"/>
                  </a:lnTo>
                  <a:lnTo>
                    <a:pt x="2749843" y="2896562"/>
                  </a:lnTo>
                  <a:lnTo>
                    <a:pt x="2749936" y="2896562"/>
                  </a:lnTo>
                  <a:lnTo>
                    <a:pt x="2750869" y="2896562"/>
                  </a:lnTo>
                  <a:lnTo>
                    <a:pt x="2750962" y="2896562"/>
                  </a:lnTo>
                  <a:lnTo>
                    <a:pt x="2751055" y="2896562"/>
                  </a:lnTo>
                  <a:lnTo>
                    <a:pt x="2751521" y="2896562"/>
                  </a:lnTo>
                  <a:lnTo>
                    <a:pt x="2751615" y="2896562"/>
                  </a:lnTo>
                  <a:lnTo>
                    <a:pt x="2751615" y="2886608"/>
                  </a:lnTo>
                  <a:lnTo>
                    <a:pt x="2751801" y="2886608"/>
                  </a:lnTo>
                  <a:lnTo>
                    <a:pt x="2751894" y="2886608"/>
                  </a:lnTo>
                  <a:lnTo>
                    <a:pt x="2752174" y="2886608"/>
                  </a:lnTo>
                  <a:lnTo>
                    <a:pt x="2752640" y="2886608"/>
                  </a:lnTo>
                  <a:lnTo>
                    <a:pt x="2752734" y="2886608"/>
                  </a:lnTo>
                  <a:lnTo>
                    <a:pt x="2752827" y="2886608"/>
                  </a:lnTo>
                  <a:lnTo>
                    <a:pt x="2753013" y="2886608"/>
                  </a:lnTo>
                  <a:lnTo>
                    <a:pt x="2753107" y="2886608"/>
                  </a:lnTo>
                  <a:lnTo>
                    <a:pt x="2753200" y="2886608"/>
                  </a:lnTo>
                  <a:lnTo>
                    <a:pt x="2753293" y="2886608"/>
                  </a:lnTo>
                  <a:lnTo>
                    <a:pt x="2753666" y="2886608"/>
                  </a:lnTo>
                  <a:lnTo>
                    <a:pt x="2754226" y="2886608"/>
                  </a:lnTo>
                  <a:lnTo>
                    <a:pt x="2754505" y="2886608"/>
                  </a:lnTo>
                  <a:lnTo>
                    <a:pt x="2754692" y="2886608"/>
                  </a:lnTo>
                  <a:lnTo>
                    <a:pt x="2755158" y="2886608"/>
                  </a:lnTo>
                  <a:lnTo>
                    <a:pt x="2755624" y="2886608"/>
                  </a:lnTo>
                  <a:lnTo>
                    <a:pt x="2756090" y="2886608"/>
                  </a:lnTo>
                  <a:lnTo>
                    <a:pt x="2756184" y="2886608"/>
                  </a:lnTo>
                  <a:lnTo>
                    <a:pt x="2756277" y="2886608"/>
                  </a:lnTo>
                  <a:lnTo>
                    <a:pt x="2756370" y="2886608"/>
                  </a:lnTo>
                  <a:lnTo>
                    <a:pt x="2756463" y="2886608"/>
                  </a:lnTo>
                  <a:lnTo>
                    <a:pt x="2757116" y="2886608"/>
                  </a:lnTo>
                  <a:lnTo>
                    <a:pt x="2757862" y="2886608"/>
                  </a:lnTo>
                  <a:lnTo>
                    <a:pt x="2757955" y="2886608"/>
                  </a:lnTo>
                  <a:lnTo>
                    <a:pt x="2758049" y="2886608"/>
                  </a:lnTo>
                  <a:lnTo>
                    <a:pt x="2758608" y="2886608"/>
                  </a:lnTo>
                  <a:lnTo>
                    <a:pt x="2758701" y="2886608"/>
                  </a:lnTo>
                  <a:lnTo>
                    <a:pt x="2758888" y="2886608"/>
                  </a:lnTo>
                  <a:lnTo>
                    <a:pt x="2758981" y="2886608"/>
                  </a:lnTo>
                  <a:lnTo>
                    <a:pt x="2759261" y="2886608"/>
                  </a:lnTo>
                  <a:lnTo>
                    <a:pt x="2759541" y="2886608"/>
                  </a:lnTo>
                  <a:lnTo>
                    <a:pt x="2759820" y="2886608"/>
                  </a:lnTo>
                  <a:lnTo>
                    <a:pt x="2759914" y="2886608"/>
                  </a:lnTo>
                  <a:lnTo>
                    <a:pt x="2760100" y="2886608"/>
                  </a:lnTo>
                  <a:lnTo>
                    <a:pt x="2760193" y="2886608"/>
                  </a:lnTo>
                  <a:lnTo>
                    <a:pt x="2760380" y="2886608"/>
                  </a:lnTo>
                  <a:lnTo>
                    <a:pt x="2760473" y="2886608"/>
                  </a:lnTo>
                  <a:lnTo>
                    <a:pt x="2760566" y="2886608"/>
                  </a:lnTo>
                  <a:lnTo>
                    <a:pt x="2760660" y="2886608"/>
                  </a:lnTo>
                  <a:lnTo>
                    <a:pt x="2760753" y="2886608"/>
                  </a:lnTo>
                  <a:lnTo>
                    <a:pt x="2760846" y="2886608"/>
                  </a:lnTo>
                  <a:lnTo>
                    <a:pt x="2760939" y="2886608"/>
                  </a:lnTo>
                  <a:lnTo>
                    <a:pt x="2761126" y="2886608"/>
                  </a:lnTo>
                  <a:lnTo>
                    <a:pt x="2763364" y="2876654"/>
                  </a:lnTo>
                  <a:lnTo>
                    <a:pt x="2763457" y="2876654"/>
                  </a:lnTo>
                  <a:lnTo>
                    <a:pt x="2763737" y="2876654"/>
                  </a:lnTo>
                  <a:lnTo>
                    <a:pt x="2763923" y="2876654"/>
                  </a:lnTo>
                  <a:lnTo>
                    <a:pt x="2764203" y="2876654"/>
                  </a:lnTo>
                  <a:lnTo>
                    <a:pt x="2764296" y="2876654"/>
                  </a:lnTo>
                  <a:lnTo>
                    <a:pt x="2764483" y="2876654"/>
                  </a:lnTo>
                  <a:lnTo>
                    <a:pt x="2764762" y="2876654"/>
                  </a:lnTo>
                  <a:lnTo>
                    <a:pt x="2764856" y="2876654"/>
                  </a:lnTo>
                  <a:lnTo>
                    <a:pt x="2765135" y="2876654"/>
                  </a:lnTo>
                  <a:lnTo>
                    <a:pt x="2765229" y="2876654"/>
                  </a:lnTo>
                  <a:lnTo>
                    <a:pt x="2765322" y="2876654"/>
                  </a:lnTo>
                  <a:lnTo>
                    <a:pt x="2765415" y="2876654"/>
                  </a:lnTo>
                  <a:lnTo>
                    <a:pt x="2765508" y="2876654"/>
                  </a:lnTo>
                  <a:lnTo>
                    <a:pt x="2765788" y="2876654"/>
                  </a:lnTo>
                  <a:lnTo>
                    <a:pt x="2765975" y="2876654"/>
                  </a:lnTo>
                  <a:lnTo>
                    <a:pt x="2766161" y="2876654"/>
                  </a:lnTo>
                  <a:lnTo>
                    <a:pt x="2766627" y="2876654"/>
                  </a:lnTo>
                  <a:lnTo>
                    <a:pt x="2766721" y="2876654"/>
                  </a:lnTo>
                  <a:lnTo>
                    <a:pt x="2766814" y="2876654"/>
                  </a:lnTo>
                  <a:lnTo>
                    <a:pt x="2767094" y="2876654"/>
                  </a:lnTo>
                  <a:lnTo>
                    <a:pt x="2767280" y="2876654"/>
                  </a:lnTo>
                  <a:lnTo>
                    <a:pt x="2767560" y="2876654"/>
                  </a:lnTo>
                  <a:lnTo>
                    <a:pt x="2767653" y="2876654"/>
                  </a:lnTo>
                  <a:lnTo>
                    <a:pt x="2767746" y="2876654"/>
                  </a:lnTo>
                  <a:lnTo>
                    <a:pt x="2768026" y="2876654"/>
                  </a:lnTo>
                  <a:lnTo>
                    <a:pt x="2768399" y="2876654"/>
                  </a:lnTo>
                  <a:lnTo>
                    <a:pt x="2768772" y="2876654"/>
                  </a:lnTo>
                  <a:lnTo>
                    <a:pt x="2769238" y="2876654"/>
                  </a:lnTo>
                  <a:lnTo>
                    <a:pt x="2769331" y="2876654"/>
                  </a:lnTo>
                  <a:lnTo>
                    <a:pt x="2769425" y="2876654"/>
                  </a:lnTo>
                  <a:lnTo>
                    <a:pt x="2769518" y="2876654"/>
                  </a:lnTo>
                  <a:lnTo>
                    <a:pt x="2769798" y="2866700"/>
                  </a:lnTo>
                  <a:lnTo>
                    <a:pt x="2770077" y="2866700"/>
                  </a:lnTo>
                  <a:lnTo>
                    <a:pt x="2770264" y="2866700"/>
                  </a:lnTo>
                  <a:lnTo>
                    <a:pt x="2770544" y="2866700"/>
                  </a:lnTo>
                  <a:lnTo>
                    <a:pt x="2770823" y="2866700"/>
                  </a:lnTo>
                  <a:lnTo>
                    <a:pt x="2771196" y="2866700"/>
                  </a:lnTo>
                  <a:lnTo>
                    <a:pt x="2771569" y="2866700"/>
                  </a:lnTo>
                  <a:lnTo>
                    <a:pt x="2771849" y="2866700"/>
                  </a:lnTo>
                  <a:lnTo>
                    <a:pt x="2772129" y="2866700"/>
                  </a:lnTo>
                  <a:lnTo>
                    <a:pt x="2772222" y="2866700"/>
                  </a:lnTo>
                  <a:lnTo>
                    <a:pt x="2772315" y="2866700"/>
                  </a:lnTo>
                  <a:lnTo>
                    <a:pt x="2772409" y="2866700"/>
                  </a:lnTo>
                  <a:lnTo>
                    <a:pt x="2772502" y="2866700"/>
                  </a:lnTo>
                  <a:lnTo>
                    <a:pt x="2772595" y="2866700"/>
                  </a:lnTo>
                  <a:lnTo>
                    <a:pt x="2772688" y="2866700"/>
                  </a:lnTo>
                  <a:lnTo>
                    <a:pt x="2772968" y="2866700"/>
                  </a:lnTo>
                  <a:lnTo>
                    <a:pt x="2773341" y="2866700"/>
                  </a:lnTo>
                  <a:lnTo>
                    <a:pt x="2773434" y="2866700"/>
                  </a:lnTo>
                  <a:lnTo>
                    <a:pt x="2773528" y="2866700"/>
                  </a:lnTo>
                  <a:lnTo>
                    <a:pt x="2773901" y="2866700"/>
                  </a:lnTo>
                  <a:lnTo>
                    <a:pt x="2774367" y="2866700"/>
                  </a:lnTo>
                  <a:lnTo>
                    <a:pt x="2774460" y="2866700"/>
                  </a:lnTo>
                  <a:lnTo>
                    <a:pt x="2774740" y="2866700"/>
                  </a:lnTo>
                  <a:lnTo>
                    <a:pt x="2775672" y="2866700"/>
                  </a:lnTo>
                  <a:lnTo>
                    <a:pt x="2775952" y="2866700"/>
                  </a:lnTo>
                  <a:lnTo>
                    <a:pt x="2776045" y="2866700"/>
                  </a:lnTo>
                  <a:lnTo>
                    <a:pt x="2776138" y="2866700"/>
                  </a:lnTo>
                  <a:lnTo>
                    <a:pt x="2776325" y="2866700"/>
                  </a:lnTo>
                  <a:lnTo>
                    <a:pt x="2776698" y="2866700"/>
                  </a:lnTo>
                  <a:lnTo>
                    <a:pt x="2776791" y="2856747"/>
                  </a:lnTo>
                  <a:lnTo>
                    <a:pt x="2777164" y="2856747"/>
                  </a:lnTo>
                  <a:lnTo>
                    <a:pt x="2777444" y="2856747"/>
                  </a:lnTo>
                  <a:lnTo>
                    <a:pt x="2777630" y="2856747"/>
                  </a:lnTo>
                  <a:lnTo>
                    <a:pt x="2777724" y="2856747"/>
                  </a:lnTo>
                  <a:lnTo>
                    <a:pt x="2777817" y="2856747"/>
                  </a:lnTo>
                  <a:lnTo>
                    <a:pt x="2777910" y="2856747"/>
                  </a:lnTo>
                  <a:lnTo>
                    <a:pt x="2778190" y="2856747"/>
                  </a:lnTo>
                  <a:lnTo>
                    <a:pt x="2778283" y="2856747"/>
                  </a:lnTo>
                  <a:lnTo>
                    <a:pt x="2778376" y="2856747"/>
                  </a:lnTo>
                  <a:lnTo>
                    <a:pt x="2778563" y="2856747"/>
                  </a:lnTo>
                  <a:lnTo>
                    <a:pt x="2779122" y="2856747"/>
                  </a:lnTo>
                  <a:lnTo>
                    <a:pt x="2779309" y="2856747"/>
                  </a:lnTo>
                  <a:lnTo>
                    <a:pt x="2779402" y="2856747"/>
                  </a:lnTo>
                  <a:lnTo>
                    <a:pt x="2779495" y="2856747"/>
                  </a:lnTo>
                  <a:lnTo>
                    <a:pt x="2779589" y="2856747"/>
                  </a:lnTo>
                  <a:lnTo>
                    <a:pt x="2779682" y="2856747"/>
                  </a:lnTo>
                  <a:lnTo>
                    <a:pt x="2779868" y="2856747"/>
                  </a:lnTo>
                  <a:lnTo>
                    <a:pt x="2780148" y="2856747"/>
                  </a:lnTo>
                  <a:lnTo>
                    <a:pt x="2780335" y="2856747"/>
                  </a:lnTo>
                  <a:lnTo>
                    <a:pt x="2780428" y="2856747"/>
                  </a:lnTo>
                  <a:lnTo>
                    <a:pt x="2780614" y="2856747"/>
                  </a:lnTo>
                  <a:lnTo>
                    <a:pt x="2780708" y="2856747"/>
                  </a:lnTo>
                  <a:lnTo>
                    <a:pt x="2780801" y="2846793"/>
                  </a:lnTo>
                  <a:lnTo>
                    <a:pt x="2780987" y="2846793"/>
                  </a:lnTo>
                  <a:lnTo>
                    <a:pt x="2781360" y="2846793"/>
                  </a:lnTo>
                  <a:lnTo>
                    <a:pt x="2781640" y="2846793"/>
                  </a:lnTo>
                  <a:lnTo>
                    <a:pt x="2781827" y="2846793"/>
                  </a:lnTo>
                  <a:lnTo>
                    <a:pt x="2782013" y="2846793"/>
                  </a:lnTo>
                  <a:lnTo>
                    <a:pt x="2782199" y="2846793"/>
                  </a:lnTo>
                  <a:lnTo>
                    <a:pt x="2782479" y="2846793"/>
                  </a:lnTo>
                  <a:lnTo>
                    <a:pt x="2782572" y="2846793"/>
                  </a:lnTo>
                  <a:lnTo>
                    <a:pt x="2782666" y="2846793"/>
                  </a:lnTo>
                  <a:lnTo>
                    <a:pt x="2782945" y="2846793"/>
                  </a:lnTo>
                  <a:lnTo>
                    <a:pt x="2783225" y="2846793"/>
                  </a:lnTo>
                  <a:lnTo>
                    <a:pt x="2783878" y="2846793"/>
                  </a:lnTo>
                  <a:lnTo>
                    <a:pt x="2783971" y="2846793"/>
                  </a:lnTo>
                  <a:lnTo>
                    <a:pt x="2784064" y="2846793"/>
                  </a:lnTo>
                  <a:lnTo>
                    <a:pt x="2784158" y="2846793"/>
                  </a:lnTo>
                  <a:lnTo>
                    <a:pt x="2784251" y="2846793"/>
                  </a:lnTo>
                  <a:lnTo>
                    <a:pt x="2784344" y="2846793"/>
                  </a:lnTo>
                  <a:lnTo>
                    <a:pt x="2784904" y="2846793"/>
                  </a:lnTo>
                  <a:lnTo>
                    <a:pt x="2784997" y="2846793"/>
                  </a:lnTo>
                  <a:lnTo>
                    <a:pt x="2785183" y="2846793"/>
                  </a:lnTo>
                  <a:lnTo>
                    <a:pt x="2785463" y="2846793"/>
                  </a:lnTo>
                  <a:lnTo>
                    <a:pt x="2785743" y="2846793"/>
                  </a:lnTo>
                  <a:lnTo>
                    <a:pt x="2786209" y="2846793"/>
                  </a:lnTo>
                  <a:lnTo>
                    <a:pt x="2786302" y="2846793"/>
                  </a:lnTo>
                  <a:lnTo>
                    <a:pt x="2786396" y="2846793"/>
                  </a:lnTo>
                  <a:lnTo>
                    <a:pt x="2786489" y="2846793"/>
                  </a:lnTo>
                  <a:lnTo>
                    <a:pt x="2786769" y="2846793"/>
                  </a:lnTo>
                  <a:lnTo>
                    <a:pt x="2786862" y="2846793"/>
                  </a:lnTo>
                  <a:lnTo>
                    <a:pt x="2787048" y="2846793"/>
                  </a:lnTo>
                  <a:lnTo>
                    <a:pt x="2787235" y="2846793"/>
                  </a:lnTo>
                  <a:lnTo>
                    <a:pt x="2787328" y="2846793"/>
                  </a:lnTo>
                  <a:lnTo>
                    <a:pt x="2787794" y="2836839"/>
                  </a:lnTo>
                  <a:lnTo>
                    <a:pt x="2787888" y="2836839"/>
                  </a:lnTo>
                  <a:lnTo>
                    <a:pt x="2787981" y="2836839"/>
                  </a:lnTo>
                  <a:lnTo>
                    <a:pt x="2788074" y="2836839"/>
                  </a:lnTo>
                  <a:lnTo>
                    <a:pt x="2788261" y="2836839"/>
                  </a:lnTo>
                  <a:lnTo>
                    <a:pt x="2788820" y="2836839"/>
                  </a:lnTo>
                  <a:lnTo>
                    <a:pt x="2788913" y="2836839"/>
                  </a:lnTo>
                  <a:lnTo>
                    <a:pt x="2789100" y="2836839"/>
                  </a:lnTo>
                  <a:lnTo>
                    <a:pt x="2789473" y="2836839"/>
                  </a:lnTo>
                  <a:lnTo>
                    <a:pt x="2789659" y="2836839"/>
                  </a:lnTo>
                  <a:lnTo>
                    <a:pt x="2790032" y="2836839"/>
                  </a:lnTo>
                  <a:lnTo>
                    <a:pt x="2790219" y="2836839"/>
                  </a:lnTo>
                  <a:lnTo>
                    <a:pt x="2790405" y="2836839"/>
                  </a:lnTo>
                  <a:lnTo>
                    <a:pt x="2790498" y="2836839"/>
                  </a:lnTo>
                  <a:lnTo>
                    <a:pt x="2790592" y="2836839"/>
                  </a:lnTo>
                  <a:lnTo>
                    <a:pt x="2790778" y="2836839"/>
                  </a:lnTo>
                  <a:lnTo>
                    <a:pt x="2791151" y="2826885"/>
                  </a:lnTo>
                  <a:lnTo>
                    <a:pt x="2791338" y="2826885"/>
                  </a:lnTo>
                  <a:lnTo>
                    <a:pt x="2791431" y="2826885"/>
                  </a:lnTo>
                  <a:lnTo>
                    <a:pt x="2791711" y="2826885"/>
                  </a:lnTo>
                  <a:lnTo>
                    <a:pt x="2792177" y="2826885"/>
                  </a:lnTo>
                  <a:lnTo>
                    <a:pt x="2792363" y="2826885"/>
                  </a:lnTo>
                  <a:lnTo>
                    <a:pt x="2793016" y="2826885"/>
                  </a:lnTo>
                  <a:lnTo>
                    <a:pt x="2793109" y="2826885"/>
                  </a:lnTo>
                  <a:lnTo>
                    <a:pt x="2793203" y="2826885"/>
                  </a:lnTo>
                  <a:lnTo>
                    <a:pt x="2793296" y="2826885"/>
                  </a:lnTo>
                  <a:lnTo>
                    <a:pt x="2793389" y="2826885"/>
                  </a:lnTo>
                  <a:lnTo>
                    <a:pt x="2793576" y="2826885"/>
                  </a:lnTo>
                  <a:lnTo>
                    <a:pt x="2793669" y="2826885"/>
                  </a:lnTo>
                  <a:lnTo>
                    <a:pt x="2793762" y="2826885"/>
                  </a:lnTo>
                  <a:lnTo>
                    <a:pt x="2793855" y="2826885"/>
                  </a:lnTo>
                  <a:lnTo>
                    <a:pt x="2794042" y="2826885"/>
                  </a:lnTo>
                  <a:lnTo>
                    <a:pt x="2794228" y="2826885"/>
                  </a:lnTo>
                  <a:lnTo>
                    <a:pt x="2794322" y="2826885"/>
                  </a:lnTo>
                  <a:lnTo>
                    <a:pt x="2794415" y="2826885"/>
                  </a:lnTo>
                  <a:lnTo>
                    <a:pt x="2794508" y="2826885"/>
                  </a:lnTo>
                  <a:lnTo>
                    <a:pt x="2794601" y="2826885"/>
                  </a:lnTo>
                  <a:lnTo>
                    <a:pt x="2795068" y="2826885"/>
                  </a:lnTo>
                  <a:lnTo>
                    <a:pt x="2796373" y="2826885"/>
                  </a:lnTo>
                  <a:lnTo>
                    <a:pt x="2796466" y="2826885"/>
                  </a:lnTo>
                  <a:lnTo>
                    <a:pt x="2796653" y="2816931"/>
                  </a:lnTo>
                  <a:lnTo>
                    <a:pt x="2796746" y="2816931"/>
                  </a:lnTo>
                  <a:lnTo>
                    <a:pt x="2796932" y="2816931"/>
                  </a:lnTo>
                  <a:lnTo>
                    <a:pt x="2797026" y="2816931"/>
                  </a:lnTo>
                  <a:lnTo>
                    <a:pt x="2797119" y="2816931"/>
                  </a:lnTo>
                  <a:lnTo>
                    <a:pt x="2797212" y="2816931"/>
                  </a:lnTo>
                  <a:lnTo>
                    <a:pt x="2797305" y="2816931"/>
                  </a:lnTo>
                  <a:lnTo>
                    <a:pt x="2797492" y="2816931"/>
                  </a:lnTo>
                  <a:lnTo>
                    <a:pt x="2797585" y="2816931"/>
                  </a:lnTo>
                  <a:lnTo>
                    <a:pt x="2798145" y="2816931"/>
                  </a:lnTo>
                  <a:lnTo>
                    <a:pt x="2798704" y="2816931"/>
                  </a:lnTo>
                  <a:lnTo>
                    <a:pt x="2798797" y="2816931"/>
                  </a:lnTo>
                  <a:lnTo>
                    <a:pt x="2798891" y="2816931"/>
                  </a:lnTo>
                  <a:lnTo>
                    <a:pt x="2798984" y="2816931"/>
                  </a:lnTo>
                  <a:lnTo>
                    <a:pt x="2799357" y="2816931"/>
                  </a:lnTo>
                  <a:lnTo>
                    <a:pt x="2799543" y="2816931"/>
                  </a:lnTo>
                  <a:lnTo>
                    <a:pt x="2799823" y="2816931"/>
                  </a:lnTo>
                  <a:lnTo>
                    <a:pt x="2800010" y="2816931"/>
                  </a:lnTo>
                  <a:lnTo>
                    <a:pt x="2800103" y="2816931"/>
                  </a:lnTo>
                  <a:lnTo>
                    <a:pt x="2800289" y="2816931"/>
                  </a:lnTo>
                  <a:lnTo>
                    <a:pt x="2800476" y="2816931"/>
                  </a:lnTo>
                  <a:lnTo>
                    <a:pt x="2800569" y="2816931"/>
                  </a:lnTo>
                  <a:lnTo>
                    <a:pt x="2800662" y="2816931"/>
                  </a:lnTo>
                  <a:lnTo>
                    <a:pt x="2801129" y="2816931"/>
                  </a:lnTo>
                  <a:lnTo>
                    <a:pt x="2801222" y="2816931"/>
                  </a:lnTo>
                  <a:lnTo>
                    <a:pt x="2801875" y="2816931"/>
                  </a:lnTo>
                  <a:lnTo>
                    <a:pt x="2801968" y="2816931"/>
                  </a:lnTo>
                  <a:lnTo>
                    <a:pt x="2802154" y="2816931"/>
                  </a:lnTo>
                  <a:lnTo>
                    <a:pt x="2802248" y="2816931"/>
                  </a:lnTo>
                  <a:lnTo>
                    <a:pt x="2802341" y="2816931"/>
                  </a:lnTo>
                  <a:lnTo>
                    <a:pt x="2802621" y="2816931"/>
                  </a:lnTo>
                  <a:lnTo>
                    <a:pt x="2802714" y="2816931"/>
                  </a:lnTo>
                  <a:lnTo>
                    <a:pt x="2802807" y="2816931"/>
                  </a:lnTo>
                  <a:lnTo>
                    <a:pt x="2802993" y="2816931"/>
                  </a:lnTo>
                  <a:lnTo>
                    <a:pt x="2803087" y="2816931"/>
                  </a:lnTo>
                  <a:lnTo>
                    <a:pt x="2803833" y="2816931"/>
                  </a:lnTo>
                  <a:lnTo>
                    <a:pt x="2804019" y="2816931"/>
                  </a:lnTo>
                  <a:lnTo>
                    <a:pt x="2804485" y="2816931"/>
                  </a:lnTo>
                  <a:lnTo>
                    <a:pt x="2804672" y="2816931"/>
                  </a:lnTo>
                  <a:lnTo>
                    <a:pt x="2804765" y="2816931"/>
                  </a:lnTo>
                  <a:lnTo>
                    <a:pt x="2805045" y="2806977"/>
                  </a:lnTo>
                  <a:lnTo>
                    <a:pt x="2805231" y="2797024"/>
                  </a:lnTo>
                  <a:lnTo>
                    <a:pt x="2805325" y="2797024"/>
                  </a:lnTo>
                  <a:lnTo>
                    <a:pt x="2805511" y="2797024"/>
                  </a:lnTo>
                  <a:lnTo>
                    <a:pt x="2805791" y="2797024"/>
                  </a:lnTo>
                  <a:lnTo>
                    <a:pt x="2805884" y="2797024"/>
                  </a:lnTo>
                  <a:lnTo>
                    <a:pt x="2806350" y="2797024"/>
                  </a:lnTo>
                  <a:lnTo>
                    <a:pt x="2806723" y="2797024"/>
                  </a:lnTo>
                  <a:lnTo>
                    <a:pt x="2806817" y="2797024"/>
                  </a:lnTo>
                  <a:lnTo>
                    <a:pt x="2806910" y="2797024"/>
                  </a:lnTo>
                  <a:lnTo>
                    <a:pt x="2807003" y="2797024"/>
                  </a:lnTo>
                  <a:lnTo>
                    <a:pt x="2807096" y="2797024"/>
                  </a:lnTo>
                  <a:lnTo>
                    <a:pt x="2807469" y="2797024"/>
                  </a:lnTo>
                  <a:lnTo>
                    <a:pt x="2807936" y="2797024"/>
                  </a:lnTo>
                  <a:lnTo>
                    <a:pt x="2808029" y="2797024"/>
                  </a:lnTo>
                  <a:lnTo>
                    <a:pt x="2808122" y="2797024"/>
                  </a:lnTo>
                  <a:lnTo>
                    <a:pt x="2808215" y="2797024"/>
                  </a:lnTo>
                  <a:lnTo>
                    <a:pt x="2808309" y="2797024"/>
                  </a:lnTo>
                  <a:lnTo>
                    <a:pt x="2808495" y="2797024"/>
                  </a:lnTo>
                  <a:lnTo>
                    <a:pt x="2808682" y="2797024"/>
                  </a:lnTo>
                  <a:lnTo>
                    <a:pt x="2808775" y="2797024"/>
                  </a:lnTo>
                  <a:lnTo>
                    <a:pt x="2808868" y="2797024"/>
                  </a:lnTo>
                  <a:lnTo>
                    <a:pt x="2809055" y="2797024"/>
                  </a:lnTo>
                  <a:lnTo>
                    <a:pt x="2809148" y="2797024"/>
                  </a:lnTo>
                  <a:lnTo>
                    <a:pt x="2809521" y="2797024"/>
                  </a:lnTo>
                  <a:lnTo>
                    <a:pt x="2809614" y="2797024"/>
                  </a:lnTo>
                  <a:lnTo>
                    <a:pt x="2810267" y="2797024"/>
                  </a:lnTo>
                  <a:lnTo>
                    <a:pt x="2810360" y="2797024"/>
                  </a:lnTo>
                  <a:lnTo>
                    <a:pt x="2810546" y="2797024"/>
                  </a:lnTo>
                  <a:lnTo>
                    <a:pt x="2811013" y="2797024"/>
                  </a:lnTo>
                  <a:lnTo>
                    <a:pt x="2811199" y="2797024"/>
                  </a:lnTo>
                  <a:lnTo>
                    <a:pt x="2811292" y="2797024"/>
                  </a:lnTo>
                  <a:lnTo>
                    <a:pt x="2811386" y="2797024"/>
                  </a:lnTo>
                  <a:lnTo>
                    <a:pt x="2811479" y="2797024"/>
                  </a:lnTo>
                  <a:lnTo>
                    <a:pt x="2811572" y="2797024"/>
                  </a:lnTo>
                  <a:lnTo>
                    <a:pt x="2811852" y="2797024"/>
                  </a:lnTo>
                  <a:lnTo>
                    <a:pt x="2812132" y="2787070"/>
                  </a:lnTo>
                  <a:lnTo>
                    <a:pt x="2812225" y="2787070"/>
                  </a:lnTo>
                  <a:lnTo>
                    <a:pt x="2812505" y="2787070"/>
                  </a:lnTo>
                  <a:lnTo>
                    <a:pt x="2812784" y="2787070"/>
                  </a:lnTo>
                  <a:lnTo>
                    <a:pt x="2812878" y="2787070"/>
                  </a:lnTo>
                  <a:lnTo>
                    <a:pt x="2813064" y="2787070"/>
                  </a:lnTo>
                  <a:lnTo>
                    <a:pt x="2813530" y="2787070"/>
                  </a:lnTo>
                  <a:lnTo>
                    <a:pt x="2813997" y="2787070"/>
                  </a:lnTo>
                  <a:lnTo>
                    <a:pt x="2814183" y="2787070"/>
                  </a:lnTo>
                  <a:lnTo>
                    <a:pt x="2814276" y="2787070"/>
                  </a:lnTo>
                  <a:lnTo>
                    <a:pt x="2814370" y="2787070"/>
                  </a:lnTo>
                  <a:lnTo>
                    <a:pt x="2814463" y="2787070"/>
                  </a:lnTo>
                  <a:lnTo>
                    <a:pt x="2814743" y="2787070"/>
                  </a:lnTo>
                  <a:lnTo>
                    <a:pt x="2815302" y="2787070"/>
                  </a:lnTo>
                  <a:lnTo>
                    <a:pt x="2815395" y="2787070"/>
                  </a:lnTo>
                  <a:lnTo>
                    <a:pt x="2815582" y="2787070"/>
                  </a:lnTo>
                  <a:lnTo>
                    <a:pt x="2815675" y="2787070"/>
                  </a:lnTo>
                  <a:lnTo>
                    <a:pt x="2815955" y="2787070"/>
                  </a:lnTo>
                  <a:lnTo>
                    <a:pt x="2816141" y="2787070"/>
                  </a:lnTo>
                  <a:lnTo>
                    <a:pt x="2816514" y="2787070"/>
                  </a:lnTo>
                  <a:lnTo>
                    <a:pt x="2816794" y="2787070"/>
                  </a:lnTo>
                  <a:lnTo>
                    <a:pt x="2816887" y="2787070"/>
                  </a:lnTo>
                  <a:lnTo>
                    <a:pt x="2817074" y="2787070"/>
                  </a:lnTo>
                  <a:lnTo>
                    <a:pt x="2817167" y="2787070"/>
                  </a:lnTo>
                  <a:lnTo>
                    <a:pt x="2817260" y="2787070"/>
                  </a:lnTo>
                  <a:lnTo>
                    <a:pt x="2817353" y="2787070"/>
                  </a:lnTo>
                  <a:lnTo>
                    <a:pt x="2817540" y="2787070"/>
                  </a:lnTo>
                  <a:lnTo>
                    <a:pt x="2818659" y="2787070"/>
                  </a:lnTo>
                  <a:lnTo>
                    <a:pt x="2818752" y="2787070"/>
                  </a:lnTo>
                  <a:lnTo>
                    <a:pt x="2818845" y="2787070"/>
                  </a:lnTo>
                  <a:lnTo>
                    <a:pt x="2819032" y="2787070"/>
                  </a:lnTo>
                  <a:lnTo>
                    <a:pt x="2819218" y="2787070"/>
                  </a:lnTo>
                  <a:lnTo>
                    <a:pt x="2819405" y="2777116"/>
                  </a:lnTo>
                  <a:lnTo>
                    <a:pt x="2819498" y="2777116"/>
                  </a:lnTo>
                  <a:lnTo>
                    <a:pt x="2819591" y="2767162"/>
                  </a:lnTo>
                  <a:lnTo>
                    <a:pt x="2819685" y="2767162"/>
                  </a:lnTo>
                  <a:lnTo>
                    <a:pt x="2819778" y="2767162"/>
                  </a:lnTo>
                  <a:lnTo>
                    <a:pt x="2820710" y="2767162"/>
                  </a:lnTo>
                  <a:lnTo>
                    <a:pt x="2821083" y="2767162"/>
                  </a:lnTo>
                  <a:lnTo>
                    <a:pt x="2821270" y="2767162"/>
                  </a:lnTo>
                  <a:lnTo>
                    <a:pt x="2821363" y="2767162"/>
                  </a:lnTo>
                  <a:lnTo>
                    <a:pt x="2821550" y="2767162"/>
                  </a:lnTo>
                  <a:lnTo>
                    <a:pt x="2821736" y="2767162"/>
                  </a:lnTo>
                  <a:lnTo>
                    <a:pt x="2821829" y="2767162"/>
                  </a:lnTo>
                  <a:lnTo>
                    <a:pt x="2821923" y="2767162"/>
                  </a:lnTo>
                  <a:lnTo>
                    <a:pt x="2822575" y="2767162"/>
                  </a:lnTo>
                  <a:lnTo>
                    <a:pt x="2822669" y="2767162"/>
                  </a:lnTo>
                  <a:lnTo>
                    <a:pt x="2822762" y="2767162"/>
                  </a:lnTo>
                  <a:lnTo>
                    <a:pt x="2822855" y="2767162"/>
                  </a:lnTo>
                  <a:lnTo>
                    <a:pt x="2822948" y="2767162"/>
                  </a:lnTo>
                  <a:lnTo>
                    <a:pt x="2823135" y="2767162"/>
                  </a:lnTo>
                  <a:lnTo>
                    <a:pt x="2823321" y="2767162"/>
                  </a:lnTo>
                  <a:lnTo>
                    <a:pt x="2823415" y="2767162"/>
                  </a:lnTo>
                  <a:lnTo>
                    <a:pt x="2823601" y="2767162"/>
                  </a:lnTo>
                  <a:lnTo>
                    <a:pt x="2823694" y="2767162"/>
                  </a:lnTo>
                  <a:lnTo>
                    <a:pt x="2823787" y="2767162"/>
                  </a:lnTo>
                  <a:lnTo>
                    <a:pt x="2823881" y="2767162"/>
                  </a:lnTo>
                  <a:lnTo>
                    <a:pt x="2824533" y="2767162"/>
                  </a:lnTo>
                  <a:lnTo>
                    <a:pt x="2824627" y="2767162"/>
                  </a:lnTo>
                  <a:lnTo>
                    <a:pt x="2824720" y="2767162"/>
                  </a:lnTo>
                  <a:lnTo>
                    <a:pt x="2824906" y="2767162"/>
                  </a:lnTo>
                  <a:lnTo>
                    <a:pt x="2825466" y="2767162"/>
                  </a:lnTo>
                  <a:lnTo>
                    <a:pt x="2825559" y="2767162"/>
                  </a:lnTo>
                  <a:lnTo>
                    <a:pt x="2825652" y="2767162"/>
                  </a:lnTo>
                  <a:lnTo>
                    <a:pt x="2825746" y="2767162"/>
                  </a:lnTo>
                  <a:lnTo>
                    <a:pt x="2826212" y="2767162"/>
                  </a:lnTo>
                  <a:lnTo>
                    <a:pt x="2826492" y="2767162"/>
                  </a:lnTo>
                  <a:lnTo>
                    <a:pt x="2826678" y="2767162"/>
                  </a:lnTo>
                  <a:lnTo>
                    <a:pt x="2827051" y="2767162"/>
                  </a:lnTo>
                  <a:lnTo>
                    <a:pt x="2827144" y="2767162"/>
                  </a:lnTo>
                  <a:lnTo>
                    <a:pt x="2827331" y="2767162"/>
                  </a:lnTo>
                  <a:lnTo>
                    <a:pt x="2827424" y="2767162"/>
                  </a:lnTo>
                  <a:lnTo>
                    <a:pt x="2827611" y="2767162"/>
                  </a:lnTo>
                  <a:lnTo>
                    <a:pt x="2827890" y="2767162"/>
                  </a:lnTo>
                  <a:lnTo>
                    <a:pt x="2828263" y="2767162"/>
                  </a:lnTo>
                  <a:lnTo>
                    <a:pt x="2828543" y="2767162"/>
                  </a:lnTo>
                  <a:lnTo>
                    <a:pt x="2828636" y="2767162"/>
                  </a:lnTo>
                  <a:lnTo>
                    <a:pt x="2828730" y="2767162"/>
                  </a:lnTo>
                  <a:lnTo>
                    <a:pt x="2828823" y="2767162"/>
                  </a:lnTo>
                  <a:lnTo>
                    <a:pt x="2828916" y="2767162"/>
                  </a:lnTo>
                  <a:lnTo>
                    <a:pt x="2829009" y="2767162"/>
                  </a:lnTo>
                  <a:lnTo>
                    <a:pt x="2829382" y="2767162"/>
                  </a:lnTo>
                  <a:lnTo>
                    <a:pt x="2829662" y="2767162"/>
                  </a:lnTo>
                  <a:lnTo>
                    <a:pt x="2829662" y="2757208"/>
                  </a:lnTo>
                  <a:lnTo>
                    <a:pt x="2830128" y="2757208"/>
                  </a:lnTo>
                  <a:lnTo>
                    <a:pt x="2830222" y="2757208"/>
                  </a:lnTo>
                  <a:lnTo>
                    <a:pt x="2830967" y="2757208"/>
                  </a:lnTo>
                  <a:lnTo>
                    <a:pt x="2831061" y="2757208"/>
                  </a:lnTo>
                  <a:lnTo>
                    <a:pt x="2831154" y="2757208"/>
                  </a:lnTo>
                  <a:lnTo>
                    <a:pt x="2831340" y="2757208"/>
                  </a:lnTo>
                  <a:lnTo>
                    <a:pt x="2831434" y="2757208"/>
                  </a:lnTo>
                  <a:lnTo>
                    <a:pt x="2831527" y="2757208"/>
                  </a:lnTo>
                  <a:lnTo>
                    <a:pt x="2831713" y="2757208"/>
                  </a:lnTo>
                  <a:lnTo>
                    <a:pt x="2832366" y="2757208"/>
                  </a:lnTo>
                  <a:lnTo>
                    <a:pt x="2832646" y="2757208"/>
                  </a:lnTo>
                  <a:lnTo>
                    <a:pt x="2832832" y="2757208"/>
                  </a:lnTo>
                  <a:lnTo>
                    <a:pt x="2832926" y="2757208"/>
                  </a:lnTo>
                  <a:lnTo>
                    <a:pt x="2833019" y="2757208"/>
                  </a:lnTo>
                  <a:lnTo>
                    <a:pt x="2833672" y="2757208"/>
                  </a:lnTo>
                  <a:lnTo>
                    <a:pt x="2833858" y="2757208"/>
                  </a:lnTo>
                  <a:lnTo>
                    <a:pt x="2834138" y="2757208"/>
                  </a:lnTo>
                  <a:lnTo>
                    <a:pt x="2834231" y="2757208"/>
                  </a:lnTo>
                  <a:lnTo>
                    <a:pt x="2834324" y="2757208"/>
                  </a:lnTo>
                  <a:lnTo>
                    <a:pt x="2834418" y="2757208"/>
                  </a:lnTo>
                  <a:lnTo>
                    <a:pt x="2834511" y="2757208"/>
                  </a:lnTo>
                  <a:lnTo>
                    <a:pt x="2834697" y="2757208"/>
                  </a:lnTo>
                  <a:lnTo>
                    <a:pt x="2834977" y="2747255"/>
                  </a:lnTo>
                  <a:lnTo>
                    <a:pt x="2835070" y="2747255"/>
                  </a:lnTo>
                  <a:lnTo>
                    <a:pt x="2835257" y="2747255"/>
                  </a:lnTo>
                  <a:lnTo>
                    <a:pt x="2835630" y="2747255"/>
                  </a:lnTo>
                  <a:lnTo>
                    <a:pt x="2835723" y="2747255"/>
                  </a:lnTo>
                  <a:lnTo>
                    <a:pt x="2835816" y="2747255"/>
                  </a:lnTo>
                  <a:lnTo>
                    <a:pt x="2836283" y="2747255"/>
                  </a:lnTo>
                  <a:lnTo>
                    <a:pt x="2836469" y="2747255"/>
                  </a:lnTo>
                  <a:lnTo>
                    <a:pt x="2836562" y="2747255"/>
                  </a:lnTo>
                  <a:lnTo>
                    <a:pt x="2836842" y="2747255"/>
                  </a:lnTo>
                  <a:lnTo>
                    <a:pt x="2836935" y="2747255"/>
                  </a:lnTo>
                  <a:lnTo>
                    <a:pt x="2837308" y="2747255"/>
                  </a:lnTo>
                  <a:lnTo>
                    <a:pt x="2837402" y="2747255"/>
                  </a:lnTo>
                  <a:lnTo>
                    <a:pt x="2837588" y="2747255"/>
                  </a:lnTo>
                  <a:lnTo>
                    <a:pt x="2837774" y="2747255"/>
                  </a:lnTo>
                  <a:lnTo>
                    <a:pt x="2838241" y="2747255"/>
                  </a:lnTo>
                  <a:lnTo>
                    <a:pt x="2838334" y="2747255"/>
                  </a:lnTo>
                  <a:lnTo>
                    <a:pt x="2838427" y="2747255"/>
                  </a:lnTo>
                  <a:lnTo>
                    <a:pt x="2838520" y="2747255"/>
                  </a:lnTo>
                  <a:lnTo>
                    <a:pt x="2838520" y="2737301"/>
                  </a:lnTo>
                  <a:lnTo>
                    <a:pt x="2838800" y="2737301"/>
                  </a:lnTo>
                  <a:lnTo>
                    <a:pt x="2838893" y="2737301"/>
                  </a:lnTo>
                  <a:lnTo>
                    <a:pt x="2839266" y="2737301"/>
                  </a:lnTo>
                  <a:lnTo>
                    <a:pt x="2839453" y="2727347"/>
                  </a:lnTo>
                  <a:lnTo>
                    <a:pt x="2839546" y="2727347"/>
                  </a:lnTo>
                  <a:lnTo>
                    <a:pt x="2839826" y="2727347"/>
                  </a:lnTo>
                  <a:lnTo>
                    <a:pt x="2839919" y="2727347"/>
                  </a:lnTo>
                  <a:lnTo>
                    <a:pt x="2840292" y="2727347"/>
                  </a:lnTo>
                  <a:lnTo>
                    <a:pt x="2840572" y="2727347"/>
                  </a:lnTo>
                  <a:lnTo>
                    <a:pt x="2840852" y="2727347"/>
                  </a:lnTo>
                  <a:lnTo>
                    <a:pt x="2841225" y="2727347"/>
                  </a:lnTo>
                  <a:lnTo>
                    <a:pt x="2841318" y="2727347"/>
                  </a:lnTo>
                  <a:lnTo>
                    <a:pt x="2841504" y="2727347"/>
                  </a:lnTo>
                  <a:lnTo>
                    <a:pt x="2842064" y="2727347"/>
                  </a:lnTo>
                  <a:lnTo>
                    <a:pt x="2842344" y="2727347"/>
                  </a:lnTo>
                  <a:lnTo>
                    <a:pt x="2842437" y="2727347"/>
                  </a:lnTo>
                  <a:lnTo>
                    <a:pt x="2843183" y="2727347"/>
                  </a:lnTo>
                  <a:lnTo>
                    <a:pt x="2843463" y="2727347"/>
                  </a:lnTo>
                  <a:lnTo>
                    <a:pt x="2843649" y="2727347"/>
                  </a:lnTo>
                  <a:lnTo>
                    <a:pt x="2844115" y="2727347"/>
                  </a:lnTo>
                  <a:lnTo>
                    <a:pt x="2844209" y="2727347"/>
                  </a:lnTo>
                  <a:lnTo>
                    <a:pt x="2844395" y="2727347"/>
                  </a:lnTo>
                  <a:lnTo>
                    <a:pt x="2844488" y="2727347"/>
                  </a:lnTo>
                  <a:lnTo>
                    <a:pt x="2844954" y="2727347"/>
                  </a:lnTo>
                  <a:lnTo>
                    <a:pt x="2845141" y="2727347"/>
                  </a:lnTo>
                  <a:lnTo>
                    <a:pt x="2845514" y="2727347"/>
                  </a:lnTo>
                  <a:lnTo>
                    <a:pt x="2845607" y="2727347"/>
                  </a:lnTo>
                  <a:lnTo>
                    <a:pt x="2845700" y="2727347"/>
                  </a:lnTo>
                  <a:lnTo>
                    <a:pt x="2845794" y="2727347"/>
                  </a:lnTo>
                  <a:lnTo>
                    <a:pt x="2845887" y="2727347"/>
                  </a:lnTo>
                  <a:lnTo>
                    <a:pt x="2845980" y="2727347"/>
                  </a:lnTo>
                  <a:lnTo>
                    <a:pt x="2846167" y="2727347"/>
                  </a:lnTo>
                  <a:lnTo>
                    <a:pt x="2846353" y="2727347"/>
                  </a:lnTo>
                  <a:lnTo>
                    <a:pt x="2846446" y="2727347"/>
                  </a:lnTo>
                  <a:lnTo>
                    <a:pt x="2846540" y="2727347"/>
                  </a:lnTo>
                  <a:lnTo>
                    <a:pt x="2846726" y="2727347"/>
                  </a:lnTo>
                  <a:lnTo>
                    <a:pt x="2846819" y="2727347"/>
                  </a:lnTo>
                  <a:lnTo>
                    <a:pt x="2846913" y="2727347"/>
                  </a:lnTo>
                  <a:lnTo>
                    <a:pt x="2847099" y="2727347"/>
                  </a:lnTo>
                  <a:lnTo>
                    <a:pt x="2847379" y="2727347"/>
                  </a:lnTo>
                  <a:lnTo>
                    <a:pt x="2847472" y="2727347"/>
                  </a:lnTo>
                  <a:lnTo>
                    <a:pt x="2847565" y="2727347"/>
                  </a:lnTo>
                  <a:lnTo>
                    <a:pt x="2847659" y="2727347"/>
                  </a:lnTo>
                  <a:lnTo>
                    <a:pt x="2847938" y="2717393"/>
                  </a:lnTo>
                  <a:lnTo>
                    <a:pt x="2848125" y="2717393"/>
                  </a:lnTo>
                  <a:lnTo>
                    <a:pt x="2848218" y="2717393"/>
                  </a:lnTo>
                  <a:lnTo>
                    <a:pt x="2848778" y="2717393"/>
                  </a:lnTo>
                  <a:lnTo>
                    <a:pt x="2848871" y="2717393"/>
                  </a:lnTo>
                  <a:lnTo>
                    <a:pt x="2849151" y="2717393"/>
                  </a:lnTo>
                  <a:lnTo>
                    <a:pt x="2849617" y="2717393"/>
                  </a:lnTo>
                  <a:lnTo>
                    <a:pt x="2849897" y="2717393"/>
                  </a:lnTo>
                  <a:lnTo>
                    <a:pt x="2849990" y="2717393"/>
                  </a:lnTo>
                  <a:lnTo>
                    <a:pt x="2850270" y="2717393"/>
                  </a:lnTo>
                  <a:lnTo>
                    <a:pt x="2850456" y="2717393"/>
                  </a:lnTo>
                  <a:lnTo>
                    <a:pt x="2850922" y="2717393"/>
                  </a:lnTo>
                  <a:lnTo>
                    <a:pt x="2851016" y="2717393"/>
                  </a:lnTo>
                  <a:lnTo>
                    <a:pt x="2851109" y="2717393"/>
                  </a:lnTo>
                  <a:lnTo>
                    <a:pt x="2851482" y="2717393"/>
                  </a:lnTo>
                  <a:lnTo>
                    <a:pt x="2851761" y="2717393"/>
                  </a:lnTo>
                  <a:lnTo>
                    <a:pt x="2851855" y="2717393"/>
                  </a:lnTo>
                  <a:lnTo>
                    <a:pt x="2851948" y="2717393"/>
                  </a:lnTo>
                  <a:lnTo>
                    <a:pt x="2855118" y="2717393"/>
                  </a:lnTo>
                  <a:lnTo>
                    <a:pt x="2855491" y="2717393"/>
                  </a:lnTo>
                  <a:lnTo>
                    <a:pt x="2855585" y="2717393"/>
                  </a:lnTo>
                  <a:lnTo>
                    <a:pt x="2855678" y="2717393"/>
                  </a:lnTo>
                  <a:lnTo>
                    <a:pt x="2855771" y="2717393"/>
                  </a:lnTo>
                  <a:lnTo>
                    <a:pt x="2855958" y="2717393"/>
                  </a:lnTo>
                  <a:lnTo>
                    <a:pt x="2856517" y="2717393"/>
                  </a:lnTo>
                  <a:lnTo>
                    <a:pt x="2856610" y="2717393"/>
                  </a:lnTo>
                  <a:lnTo>
                    <a:pt x="2856890" y="2717393"/>
                  </a:lnTo>
                  <a:lnTo>
                    <a:pt x="2857170" y="2717393"/>
                  </a:lnTo>
                  <a:lnTo>
                    <a:pt x="2857263" y="2717393"/>
                  </a:lnTo>
                  <a:lnTo>
                    <a:pt x="2857356" y="2717393"/>
                  </a:lnTo>
                  <a:lnTo>
                    <a:pt x="2857450" y="2717393"/>
                  </a:lnTo>
                  <a:lnTo>
                    <a:pt x="2857636" y="2717393"/>
                  </a:lnTo>
                  <a:lnTo>
                    <a:pt x="2858009" y="2717393"/>
                  </a:lnTo>
                  <a:lnTo>
                    <a:pt x="2858289" y="2717393"/>
                  </a:lnTo>
                  <a:lnTo>
                    <a:pt x="2858382" y="2717393"/>
                  </a:lnTo>
                  <a:lnTo>
                    <a:pt x="2858662" y="2717393"/>
                  </a:lnTo>
                  <a:lnTo>
                    <a:pt x="2858941" y="2717393"/>
                  </a:lnTo>
                  <a:lnTo>
                    <a:pt x="2859221" y="2717393"/>
                  </a:lnTo>
                  <a:lnTo>
                    <a:pt x="2859314" y="2717393"/>
                  </a:lnTo>
                  <a:lnTo>
                    <a:pt x="2859594" y="2717393"/>
                  </a:lnTo>
                  <a:lnTo>
                    <a:pt x="2859687" y="2717393"/>
                  </a:lnTo>
                  <a:lnTo>
                    <a:pt x="2859781" y="2717393"/>
                  </a:lnTo>
                  <a:lnTo>
                    <a:pt x="2859874" y="2717393"/>
                  </a:lnTo>
                  <a:lnTo>
                    <a:pt x="2860060" y="2707439"/>
                  </a:lnTo>
                  <a:lnTo>
                    <a:pt x="2860154" y="2707439"/>
                  </a:lnTo>
                  <a:lnTo>
                    <a:pt x="2860247" y="2707439"/>
                  </a:lnTo>
                  <a:lnTo>
                    <a:pt x="2860340" y="2707439"/>
                  </a:lnTo>
                  <a:lnTo>
                    <a:pt x="2860433" y="2707439"/>
                  </a:lnTo>
                  <a:lnTo>
                    <a:pt x="2860620" y="2707439"/>
                  </a:lnTo>
                  <a:lnTo>
                    <a:pt x="2860713" y="2707439"/>
                  </a:lnTo>
                  <a:lnTo>
                    <a:pt x="2860900" y="2707439"/>
                  </a:lnTo>
                  <a:lnTo>
                    <a:pt x="2861086" y="2707439"/>
                  </a:lnTo>
                  <a:lnTo>
                    <a:pt x="2861179" y="2707439"/>
                  </a:lnTo>
                  <a:lnTo>
                    <a:pt x="2861366" y="2707439"/>
                  </a:lnTo>
                  <a:lnTo>
                    <a:pt x="2861459" y="2707439"/>
                  </a:lnTo>
                  <a:lnTo>
                    <a:pt x="2861646" y="2707439"/>
                  </a:lnTo>
                  <a:lnTo>
                    <a:pt x="2861925" y="2707439"/>
                  </a:lnTo>
                  <a:lnTo>
                    <a:pt x="2862205" y="2707439"/>
                  </a:lnTo>
                  <a:lnTo>
                    <a:pt x="2862485" y="2707439"/>
                  </a:lnTo>
                  <a:lnTo>
                    <a:pt x="2862578" y="2707439"/>
                  </a:lnTo>
                  <a:lnTo>
                    <a:pt x="2862671" y="2707439"/>
                  </a:lnTo>
                  <a:lnTo>
                    <a:pt x="2863417" y="2707439"/>
                  </a:lnTo>
                  <a:lnTo>
                    <a:pt x="2863697" y="2707439"/>
                  </a:lnTo>
                  <a:lnTo>
                    <a:pt x="2863790" y="2707439"/>
                  </a:lnTo>
                  <a:lnTo>
                    <a:pt x="2864630" y="2707439"/>
                  </a:lnTo>
                  <a:lnTo>
                    <a:pt x="2864723" y="2707439"/>
                  </a:lnTo>
                  <a:lnTo>
                    <a:pt x="2864816" y="2707439"/>
                  </a:lnTo>
                  <a:lnTo>
                    <a:pt x="2865469" y="2707439"/>
                  </a:lnTo>
                  <a:lnTo>
                    <a:pt x="2865562" y="2707439"/>
                  </a:lnTo>
                  <a:lnTo>
                    <a:pt x="2865748" y="2707439"/>
                  </a:lnTo>
                  <a:lnTo>
                    <a:pt x="2865842" y="2707439"/>
                  </a:lnTo>
                  <a:lnTo>
                    <a:pt x="2866215" y="2707439"/>
                  </a:lnTo>
                  <a:lnTo>
                    <a:pt x="2866588" y="2707439"/>
                  </a:lnTo>
                  <a:lnTo>
                    <a:pt x="2867054" y="2707439"/>
                  </a:lnTo>
                  <a:lnTo>
                    <a:pt x="2867240" y="2697485"/>
                  </a:lnTo>
                  <a:lnTo>
                    <a:pt x="2867613" y="2697485"/>
                  </a:lnTo>
                  <a:lnTo>
                    <a:pt x="2867986" y="2697485"/>
                  </a:lnTo>
                  <a:lnTo>
                    <a:pt x="2868080" y="2697485"/>
                  </a:lnTo>
                  <a:lnTo>
                    <a:pt x="2868173" y="2697485"/>
                  </a:lnTo>
                  <a:lnTo>
                    <a:pt x="2868266" y="2697485"/>
                  </a:lnTo>
                  <a:lnTo>
                    <a:pt x="2868359" y="2697485"/>
                  </a:lnTo>
                  <a:lnTo>
                    <a:pt x="2868546" y="2697485"/>
                  </a:lnTo>
                  <a:lnTo>
                    <a:pt x="2868732" y="2697485"/>
                  </a:lnTo>
                  <a:lnTo>
                    <a:pt x="2868826" y="2697485"/>
                  </a:lnTo>
                  <a:lnTo>
                    <a:pt x="2869199" y="2697485"/>
                  </a:lnTo>
                  <a:lnTo>
                    <a:pt x="2869478" y="2697485"/>
                  </a:lnTo>
                  <a:lnTo>
                    <a:pt x="2869758" y="2697485"/>
                  </a:lnTo>
                  <a:lnTo>
                    <a:pt x="2869851" y="2697485"/>
                  </a:lnTo>
                  <a:lnTo>
                    <a:pt x="2870038" y="2697485"/>
                  </a:lnTo>
                  <a:lnTo>
                    <a:pt x="2870597" y="2697485"/>
                  </a:lnTo>
                  <a:lnTo>
                    <a:pt x="2870691" y="2697485"/>
                  </a:lnTo>
                  <a:lnTo>
                    <a:pt x="2870784" y="2697485"/>
                  </a:lnTo>
                  <a:lnTo>
                    <a:pt x="2870970" y="2697485"/>
                  </a:lnTo>
                  <a:lnTo>
                    <a:pt x="2871343" y="2697485"/>
                  </a:lnTo>
                  <a:lnTo>
                    <a:pt x="2871623" y="2697485"/>
                  </a:lnTo>
                  <a:lnTo>
                    <a:pt x="2871810" y="2697485"/>
                  </a:lnTo>
                  <a:lnTo>
                    <a:pt x="2871903" y="2697485"/>
                  </a:lnTo>
                  <a:lnTo>
                    <a:pt x="2872369" y="2697485"/>
                  </a:lnTo>
                  <a:lnTo>
                    <a:pt x="2872649" y="2697485"/>
                  </a:lnTo>
                  <a:lnTo>
                    <a:pt x="2872649" y="2687532"/>
                  </a:lnTo>
                  <a:lnTo>
                    <a:pt x="2872835" y="2687532"/>
                  </a:lnTo>
                  <a:lnTo>
                    <a:pt x="2872928" y="2687532"/>
                  </a:lnTo>
                  <a:lnTo>
                    <a:pt x="2873022" y="2687532"/>
                  </a:lnTo>
                  <a:lnTo>
                    <a:pt x="2873395" y="2687532"/>
                  </a:lnTo>
                  <a:lnTo>
                    <a:pt x="2873768" y="2687532"/>
                  </a:lnTo>
                  <a:lnTo>
                    <a:pt x="2874141" y="2687532"/>
                  </a:lnTo>
                  <a:lnTo>
                    <a:pt x="2874234" y="2687532"/>
                  </a:lnTo>
                  <a:lnTo>
                    <a:pt x="2874514" y="2687532"/>
                  </a:lnTo>
                  <a:lnTo>
                    <a:pt x="2874607" y="2687532"/>
                  </a:lnTo>
                  <a:lnTo>
                    <a:pt x="2874700" y="2687532"/>
                  </a:lnTo>
                  <a:lnTo>
                    <a:pt x="2874887" y="2687532"/>
                  </a:lnTo>
                  <a:lnTo>
                    <a:pt x="2874980" y="2687532"/>
                  </a:lnTo>
                  <a:lnTo>
                    <a:pt x="2875073" y="2687532"/>
                  </a:lnTo>
                  <a:lnTo>
                    <a:pt x="2875353" y="2687532"/>
                  </a:lnTo>
                  <a:lnTo>
                    <a:pt x="2875912" y="2687532"/>
                  </a:lnTo>
                  <a:lnTo>
                    <a:pt x="2876006" y="2687532"/>
                  </a:lnTo>
                  <a:lnTo>
                    <a:pt x="2876192" y="2687532"/>
                  </a:lnTo>
                  <a:lnTo>
                    <a:pt x="2876285" y="2687532"/>
                  </a:lnTo>
                  <a:lnTo>
                    <a:pt x="2876379" y="2687532"/>
                  </a:lnTo>
                  <a:lnTo>
                    <a:pt x="2876472" y="2687532"/>
                  </a:lnTo>
                  <a:lnTo>
                    <a:pt x="2876752" y="2687532"/>
                  </a:lnTo>
                  <a:lnTo>
                    <a:pt x="2877125" y="2687532"/>
                  </a:lnTo>
                  <a:lnTo>
                    <a:pt x="2877591" y="2687532"/>
                  </a:lnTo>
                  <a:lnTo>
                    <a:pt x="2877777" y="2687532"/>
                  </a:lnTo>
                  <a:lnTo>
                    <a:pt x="2877871" y="2687532"/>
                  </a:lnTo>
                  <a:lnTo>
                    <a:pt x="2877964" y="2687532"/>
                  </a:lnTo>
                  <a:lnTo>
                    <a:pt x="2878244" y="2687532"/>
                  </a:lnTo>
                  <a:lnTo>
                    <a:pt x="2878430" y="2687532"/>
                  </a:lnTo>
                  <a:lnTo>
                    <a:pt x="2878523" y="2687532"/>
                  </a:lnTo>
                  <a:lnTo>
                    <a:pt x="2878617" y="2687532"/>
                  </a:lnTo>
                  <a:lnTo>
                    <a:pt x="2879083" y="2687532"/>
                  </a:lnTo>
                  <a:lnTo>
                    <a:pt x="2879549" y="2687532"/>
                  </a:lnTo>
                  <a:lnTo>
                    <a:pt x="2879642" y="2687532"/>
                  </a:lnTo>
                  <a:lnTo>
                    <a:pt x="2879735" y="2687532"/>
                  </a:lnTo>
                  <a:lnTo>
                    <a:pt x="2879829" y="2687532"/>
                  </a:lnTo>
                  <a:lnTo>
                    <a:pt x="2879922" y="2687532"/>
                  </a:lnTo>
                  <a:lnTo>
                    <a:pt x="2880015" y="2687532"/>
                  </a:lnTo>
                  <a:lnTo>
                    <a:pt x="2880295" y="2687532"/>
                  </a:lnTo>
                  <a:lnTo>
                    <a:pt x="2880388" y="2687532"/>
                  </a:lnTo>
                  <a:lnTo>
                    <a:pt x="2880481" y="2687532"/>
                  </a:lnTo>
                  <a:lnTo>
                    <a:pt x="2881041" y="2687532"/>
                  </a:lnTo>
                  <a:lnTo>
                    <a:pt x="2881134" y="2687532"/>
                  </a:lnTo>
                  <a:lnTo>
                    <a:pt x="2881227" y="2687532"/>
                  </a:lnTo>
                  <a:lnTo>
                    <a:pt x="2881787" y="2687532"/>
                  </a:lnTo>
                  <a:lnTo>
                    <a:pt x="2881880" y="2687532"/>
                  </a:lnTo>
                  <a:lnTo>
                    <a:pt x="2881973" y="2677578"/>
                  </a:lnTo>
                  <a:lnTo>
                    <a:pt x="2882160" y="2677578"/>
                  </a:lnTo>
                  <a:lnTo>
                    <a:pt x="2883186" y="2677578"/>
                  </a:lnTo>
                  <a:lnTo>
                    <a:pt x="2883279" y="2677578"/>
                  </a:lnTo>
                  <a:lnTo>
                    <a:pt x="2883372" y="2677578"/>
                  </a:lnTo>
                  <a:lnTo>
                    <a:pt x="2883465" y="2677578"/>
                  </a:lnTo>
                  <a:lnTo>
                    <a:pt x="2883559" y="2677578"/>
                  </a:lnTo>
                  <a:lnTo>
                    <a:pt x="2884491" y="2677578"/>
                  </a:lnTo>
                  <a:lnTo>
                    <a:pt x="2884864" y="2677578"/>
                  </a:lnTo>
                  <a:lnTo>
                    <a:pt x="2885051" y="2677578"/>
                  </a:lnTo>
                  <a:lnTo>
                    <a:pt x="2885424" y="2677578"/>
                  </a:lnTo>
                  <a:lnTo>
                    <a:pt x="2885517" y="2677578"/>
                  </a:lnTo>
                  <a:lnTo>
                    <a:pt x="2885610" y="2677578"/>
                  </a:lnTo>
                  <a:lnTo>
                    <a:pt x="2885890" y="2677578"/>
                  </a:lnTo>
                  <a:lnTo>
                    <a:pt x="2885983" y="2677578"/>
                  </a:lnTo>
                  <a:lnTo>
                    <a:pt x="2886449" y="2677578"/>
                  </a:lnTo>
                  <a:lnTo>
                    <a:pt x="2886542" y="2677578"/>
                  </a:lnTo>
                  <a:lnTo>
                    <a:pt x="2886729" y="2677578"/>
                  </a:lnTo>
                  <a:lnTo>
                    <a:pt x="2886822" y="2677578"/>
                  </a:lnTo>
                  <a:lnTo>
                    <a:pt x="2887102" y="2677578"/>
                  </a:lnTo>
                  <a:lnTo>
                    <a:pt x="2887475" y="2677578"/>
                  </a:lnTo>
                  <a:lnTo>
                    <a:pt x="2887568" y="2677578"/>
                  </a:lnTo>
                  <a:lnTo>
                    <a:pt x="2888034" y="2677578"/>
                  </a:lnTo>
                  <a:lnTo>
                    <a:pt x="2888407" y="2677578"/>
                  </a:lnTo>
                  <a:lnTo>
                    <a:pt x="2889340" y="2677578"/>
                  </a:lnTo>
                  <a:lnTo>
                    <a:pt x="2889526" y="2677578"/>
                  </a:lnTo>
                  <a:lnTo>
                    <a:pt x="2889620" y="2677578"/>
                  </a:lnTo>
                  <a:lnTo>
                    <a:pt x="2889806" y="2677578"/>
                  </a:lnTo>
                  <a:lnTo>
                    <a:pt x="2890179" y="2677578"/>
                  </a:lnTo>
                  <a:lnTo>
                    <a:pt x="2891205" y="2677578"/>
                  </a:lnTo>
                  <a:lnTo>
                    <a:pt x="2891298" y="2677578"/>
                  </a:lnTo>
                  <a:lnTo>
                    <a:pt x="2891391" y="2677578"/>
                  </a:lnTo>
                  <a:lnTo>
                    <a:pt x="2891485" y="2677578"/>
                  </a:lnTo>
                  <a:lnTo>
                    <a:pt x="2891578" y="2677578"/>
                  </a:lnTo>
                  <a:lnTo>
                    <a:pt x="2891764" y="2677578"/>
                  </a:lnTo>
                  <a:lnTo>
                    <a:pt x="2891951" y="2677578"/>
                  </a:lnTo>
                  <a:lnTo>
                    <a:pt x="2892510" y="2677578"/>
                  </a:lnTo>
                  <a:lnTo>
                    <a:pt x="2892604" y="2677578"/>
                  </a:lnTo>
                  <a:lnTo>
                    <a:pt x="2893163" y="2677578"/>
                  </a:lnTo>
                  <a:lnTo>
                    <a:pt x="2893349" y="2677578"/>
                  </a:lnTo>
                  <a:lnTo>
                    <a:pt x="2893443" y="2677578"/>
                  </a:lnTo>
                  <a:lnTo>
                    <a:pt x="2893722" y="2677578"/>
                  </a:lnTo>
                  <a:lnTo>
                    <a:pt x="2893816" y="2677578"/>
                  </a:lnTo>
                  <a:lnTo>
                    <a:pt x="2894002" y="2677578"/>
                  </a:lnTo>
                  <a:lnTo>
                    <a:pt x="2894375" y="2677578"/>
                  </a:lnTo>
                  <a:lnTo>
                    <a:pt x="2894468" y="2677578"/>
                  </a:lnTo>
                  <a:lnTo>
                    <a:pt x="2894748" y="2677578"/>
                  </a:lnTo>
                  <a:lnTo>
                    <a:pt x="2894841" y="2677578"/>
                  </a:lnTo>
                  <a:lnTo>
                    <a:pt x="2895028" y="2677578"/>
                  </a:lnTo>
                  <a:lnTo>
                    <a:pt x="2895121" y="2677578"/>
                  </a:lnTo>
                  <a:lnTo>
                    <a:pt x="2895401" y="2677578"/>
                  </a:lnTo>
                  <a:lnTo>
                    <a:pt x="2895494" y="2677578"/>
                  </a:lnTo>
                  <a:lnTo>
                    <a:pt x="2895681" y="2677578"/>
                  </a:lnTo>
                  <a:lnTo>
                    <a:pt x="2895774" y="2677578"/>
                  </a:lnTo>
                  <a:lnTo>
                    <a:pt x="2896054" y="2677578"/>
                  </a:lnTo>
                  <a:lnTo>
                    <a:pt x="2896147" y="2677578"/>
                  </a:lnTo>
                  <a:lnTo>
                    <a:pt x="2896427" y="2677578"/>
                  </a:lnTo>
                  <a:lnTo>
                    <a:pt x="2896613" y="2677578"/>
                  </a:lnTo>
                  <a:lnTo>
                    <a:pt x="2896986" y="2677578"/>
                  </a:lnTo>
                  <a:lnTo>
                    <a:pt x="2897079" y="2677578"/>
                  </a:lnTo>
                  <a:lnTo>
                    <a:pt x="2897173" y="2677578"/>
                  </a:lnTo>
                  <a:lnTo>
                    <a:pt x="2897266" y="2677578"/>
                  </a:lnTo>
                  <a:lnTo>
                    <a:pt x="2897732" y="2677578"/>
                  </a:lnTo>
                  <a:lnTo>
                    <a:pt x="2898105" y="2677578"/>
                  </a:lnTo>
                  <a:lnTo>
                    <a:pt x="2898292" y="2677578"/>
                  </a:lnTo>
                  <a:lnTo>
                    <a:pt x="2898571" y="2677578"/>
                  </a:lnTo>
                  <a:lnTo>
                    <a:pt x="2898665" y="2677578"/>
                  </a:lnTo>
                  <a:lnTo>
                    <a:pt x="2899224" y="2677578"/>
                  </a:lnTo>
                  <a:lnTo>
                    <a:pt x="2899411" y="2677578"/>
                  </a:lnTo>
                  <a:lnTo>
                    <a:pt x="2899690" y="2677578"/>
                  </a:lnTo>
                  <a:lnTo>
                    <a:pt x="2899784" y="2677578"/>
                  </a:lnTo>
                  <a:lnTo>
                    <a:pt x="2900436" y="2677578"/>
                  </a:lnTo>
                  <a:lnTo>
                    <a:pt x="2900716" y="2677578"/>
                  </a:lnTo>
                  <a:lnTo>
                    <a:pt x="2901275" y="2677578"/>
                  </a:lnTo>
                  <a:lnTo>
                    <a:pt x="2901555" y="2677578"/>
                  </a:lnTo>
                  <a:lnTo>
                    <a:pt x="2901648" y="2677578"/>
                  </a:lnTo>
                  <a:lnTo>
                    <a:pt x="2901835" y="2677578"/>
                  </a:lnTo>
                  <a:lnTo>
                    <a:pt x="2902394" y="2677578"/>
                  </a:lnTo>
                  <a:lnTo>
                    <a:pt x="2902954" y="2677578"/>
                  </a:lnTo>
                  <a:lnTo>
                    <a:pt x="2903140" y="2677578"/>
                  </a:lnTo>
                  <a:lnTo>
                    <a:pt x="2903234" y="2677578"/>
                  </a:lnTo>
                  <a:lnTo>
                    <a:pt x="2903327" y="2677578"/>
                  </a:lnTo>
                  <a:lnTo>
                    <a:pt x="2903607" y="2677578"/>
                  </a:lnTo>
                  <a:lnTo>
                    <a:pt x="2903980" y="2677578"/>
                  </a:lnTo>
                  <a:lnTo>
                    <a:pt x="2904353" y="2677578"/>
                  </a:lnTo>
                  <a:lnTo>
                    <a:pt x="2904446" y="2677578"/>
                  </a:lnTo>
                  <a:lnTo>
                    <a:pt x="2904539" y="2677578"/>
                  </a:lnTo>
                  <a:lnTo>
                    <a:pt x="2904726" y="2677578"/>
                  </a:lnTo>
                  <a:lnTo>
                    <a:pt x="2905845" y="2677578"/>
                  </a:lnTo>
                  <a:lnTo>
                    <a:pt x="2905938" y="2677578"/>
                  </a:lnTo>
                  <a:lnTo>
                    <a:pt x="2906218" y="2677578"/>
                  </a:lnTo>
                  <a:lnTo>
                    <a:pt x="2906311" y="2677578"/>
                  </a:lnTo>
                  <a:lnTo>
                    <a:pt x="2906497" y="2677578"/>
                  </a:lnTo>
                  <a:lnTo>
                    <a:pt x="2906591" y="2677578"/>
                  </a:lnTo>
                  <a:lnTo>
                    <a:pt x="2906684" y="2677578"/>
                  </a:lnTo>
                  <a:lnTo>
                    <a:pt x="2906870" y="2677578"/>
                  </a:lnTo>
                  <a:lnTo>
                    <a:pt x="2906963" y="2677578"/>
                  </a:lnTo>
                  <a:lnTo>
                    <a:pt x="2907150" y="2677578"/>
                  </a:lnTo>
                  <a:lnTo>
                    <a:pt x="2907430" y="2677578"/>
                  </a:lnTo>
                  <a:lnTo>
                    <a:pt x="2907523" y="2677578"/>
                  </a:lnTo>
                  <a:lnTo>
                    <a:pt x="2907616" y="2677578"/>
                  </a:lnTo>
                  <a:lnTo>
                    <a:pt x="2907709" y="2677578"/>
                  </a:lnTo>
                  <a:lnTo>
                    <a:pt x="2907989" y="2677578"/>
                  </a:lnTo>
                  <a:lnTo>
                    <a:pt x="2908642" y="2677578"/>
                  </a:lnTo>
                  <a:lnTo>
                    <a:pt x="2908735" y="2677578"/>
                  </a:lnTo>
                  <a:lnTo>
                    <a:pt x="2908922" y="2677578"/>
                  </a:lnTo>
                  <a:lnTo>
                    <a:pt x="2909108" y="2677578"/>
                  </a:lnTo>
                  <a:lnTo>
                    <a:pt x="2909481" y="2677578"/>
                  </a:lnTo>
                  <a:lnTo>
                    <a:pt x="2909574" y="2677578"/>
                  </a:lnTo>
                  <a:lnTo>
                    <a:pt x="2909668" y="2677578"/>
                  </a:lnTo>
                  <a:lnTo>
                    <a:pt x="2909947" y="2677578"/>
                  </a:lnTo>
                  <a:lnTo>
                    <a:pt x="2910134" y="2677578"/>
                  </a:lnTo>
                  <a:lnTo>
                    <a:pt x="2910600" y="2677578"/>
                  </a:lnTo>
                  <a:lnTo>
                    <a:pt x="2911160" y="2677578"/>
                  </a:lnTo>
                  <a:lnTo>
                    <a:pt x="2911253" y="2677578"/>
                  </a:lnTo>
                  <a:lnTo>
                    <a:pt x="2911346" y="2677578"/>
                  </a:lnTo>
                  <a:lnTo>
                    <a:pt x="2911626" y="2677578"/>
                  </a:lnTo>
                  <a:lnTo>
                    <a:pt x="2911719" y="2677578"/>
                  </a:lnTo>
                  <a:lnTo>
                    <a:pt x="2911906" y="2677578"/>
                  </a:lnTo>
                  <a:lnTo>
                    <a:pt x="2911999" y="2677578"/>
                  </a:lnTo>
                  <a:lnTo>
                    <a:pt x="2912092" y="2677578"/>
                  </a:lnTo>
                  <a:lnTo>
                    <a:pt x="2912558" y="2677578"/>
                  </a:lnTo>
                  <a:lnTo>
                    <a:pt x="2912838" y="2677578"/>
                  </a:lnTo>
                  <a:lnTo>
                    <a:pt x="2913677" y="2677578"/>
                  </a:lnTo>
                  <a:lnTo>
                    <a:pt x="2913771" y="2677578"/>
                  </a:lnTo>
                  <a:lnTo>
                    <a:pt x="2913864" y="2677578"/>
                  </a:lnTo>
                  <a:lnTo>
                    <a:pt x="2913957" y="2677578"/>
                  </a:lnTo>
                  <a:lnTo>
                    <a:pt x="2914050" y="2677578"/>
                  </a:lnTo>
                  <a:lnTo>
                    <a:pt x="2914237" y="2677578"/>
                  </a:lnTo>
                  <a:lnTo>
                    <a:pt x="2914423" y="2677578"/>
                  </a:lnTo>
                  <a:lnTo>
                    <a:pt x="2914796" y="2677578"/>
                  </a:lnTo>
                  <a:lnTo>
                    <a:pt x="2914889" y="2677578"/>
                  </a:lnTo>
                  <a:lnTo>
                    <a:pt x="2914983" y="2677578"/>
                  </a:lnTo>
                  <a:lnTo>
                    <a:pt x="2915262" y="2677578"/>
                  </a:lnTo>
                  <a:lnTo>
                    <a:pt x="2915356" y="2677578"/>
                  </a:lnTo>
                  <a:lnTo>
                    <a:pt x="2915356" y="2667624"/>
                  </a:lnTo>
                  <a:lnTo>
                    <a:pt x="2915449" y="2667624"/>
                  </a:lnTo>
                  <a:lnTo>
                    <a:pt x="2915542" y="2667624"/>
                  </a:lnTo>
                  <a:lnTo>
                    <a:pt x="2915729" y="2667624"/>
                  </a:lnTo>
                  <a:lnTo>
                    <a:pt x="2915822" y="2667624"/>
                  </a:lnTo>
                  <a:lnTo>
                    <a:pt x="2915915" y="2667624"/>
                  </a:lnTo>
                  <a:lnTo>
                    <a:pt x="2916102" y="2667624"/>
                  </a:lnTo>
                  <a:lnTo>
                    <a:pt x="2916381" y="2667624"/>
                  </a:lnTo>
                  <a:lnTo>
                    <a:pt x="2916475" y="2667624"/>
                  </a:lnTo>
                  <a:lnTo>
                    <a:pt x="2916941" y="2667624"/>
                  </a:lnTo>
                  <a:lnTo>
                    <a:pt x="2917314" y="2667624"/>
                  </a:lnTo>
                  <a:lnTo>
                    <a:pt x="2917407" y="2667624"/>
                  </a:lnTo>
                  <a:lnTo>
                    <a:pt x="2917500" y="2667624"/>
                  </a:lnTo>
                  <a:lnTo>
                    <a:pt x="2917873" y="2667624"/>
                  </a:lnTo>
                  <a:lnTo>
                    <a:pt x="2918619" y="2657670"/>
                  </a:lnTo>
                  <a:lnTo>
                    <a:pt x="2918992" y="2657670"/>
                  </a:lnTo>
                  <a:lnTo>
                    <a:pt x="2919459" y="2657670"/>
                  </a:lnTo>
                  <a:lnTo>
                    <a:pt x="2919645" y="2657670"/>
                  </a:lnTo>
                  <a:lnTo>
                    <a:pt x="2920018" y="2657670"/>
                  </a:lnTo>
                  <a:lnTo>
                    <a:pt x="2920205" y="2657670"/>
                  </a:lnTo>
                  <a:lnTo>
                    <a:pt x="2920578" y="2657670"/>
                  </a:lnTo>
                  <a:lnTo>
                    <a:pt x="2920764" y="2657670"/>
                  </a:lnTo>
                  <a:lnTo>
                    <a:pt x="2920857" y="2657670"/>
                  </a:lnTo>
                  <a:lnTo>
                    <a:pt x="2921044" y="2657670"/>
                  </a:lnTo>
                  <a:lnTo>
                    <a:pt x="2921230" y="2657670"/>
                  </a:lnTo>
                  <a:lnTo>
                    <a:pt x="2921510" y="2657670"/>
                  </a:lnTo>
                  <a:lnTo>
                    <a:pt x="2921603" y="2657670"/>
                  </a:lnTo>
                  <a:lnTo>
                    <a:pt x="2922909" y="2657670"/>
                  </a:lnTo>
                  <a:lnTo>
                    <a:pt x="2923188" y="2657670"/>
                  </a:lnTo>
                  <a:lnTo>
                    <a:pt x="2923282" y="2657670"/>
                  </a:lnTo>
                  <a:lnTo>
                    <a:pt x="2923468" y="2657670"/>
                  </a:lnTo>
                  <a:lnTo>
                    <a:pt x="2923561" y="2647716"/>
                  </a:lnTo>
                  <a:lnTo>
                    <a:pt x="2923655" y="2647716"/>
                  </a:lnTo>
                  <a:lnTo>
                    <a:pt x="2923748" y="2647716"/>
                  </a:lnTo>
                  <a:lnTo>
                    <a:pt x="2924307" y="2647716"/>
                  </a:lnTo>
                  <a:lnTo>
                    <a:pt x="2924494" y="2647716"/>
                  </a:lnTo>
                  <a:lnTo>
                    <a:pt x="2924587" y="2647716"/>
                  </a:lnTo>
                  <a:lnTo>
                    <a:pt x="2924680" y="2647716"/>
                  </a:lnTo>
                  <a:lnTo>
                    <a:pt x="2924960" y="2647716"/>
                  </a:lnTo>
                  <a:lnTo>
                    <a:pt x="2925147" y="2647716"/>
                  </a:lnTo>
                  <a:lnTo>
                    <a:pt x="2925240" y="2647716"/>
                  </a:lnTo>
                  <a:lnTo>
                    <a:pt x="2925426" y="2647716"/>
                  </a:lnTo>
                  <a:lnTo>
                    <a:pt x="2925520" y="2647716"/>
                  </a:lnTo>
                  <a:lnTo>
                    <a:pt x="2925986" y="2647716"/>
                  </a:lnTo>
                  <a:lnTo>
                    <a:pt x="2926079" y="2647716"/>
                  </a:lnTo>
                  <a:lnTo>
                    <a:pt x="2926825" y="2647716"/>
                  </a:lnTo>
                  <a:lnTo>
                    <a:pt x="2926918" y="2647716"/>
                  </a:lnTo>
                  <a:lnTo>
                    <a:pt x="2927012" y="2647716"/>
                  </a:lnTo>
                  <a:lnTo>
                    <a:pt x="2927198" y="2647716"/>
                  </a:lnTo>
                  <a:lnTo>
                    <a:pt x="2927385" y="2647716"/>
                  </a:lnTo>
                  <a:lnTo>
                    <a:pt x="2927478" y="2647716"/>
                  </a:lnTo>
                  <a:lnTo>
                    <a:pt x="2927664" y="2647716"/>
                  </a:lnTo>
                  <a:lnTo>
                    <a:pt x="2928037" y="2637762"/>
                  </a:lnTo>
                  <a:lnTo>
                    <a:pt x="2928130" y="2637762"/>
                  </a:lnTo>
                  <a:lnTo>
                    <a:pt x="2928317" y="2637762"/>
                  </a:lnTo>
                  <a:lnTo>
                    <a:pt x="2928503" y="2637762"/>
                  </a:lnTo>
                  <a:lnTo>
                    <a:pt x="2928876" y="2637762"/>
                  </a:lnTo>
                  <a:lnTo>
                    <a:pt x="2929249" y="2637762"/>
                  </a:lnTo>
                  <a:lnTo>
                    <a:pt x="2929436" y="2637762"/>
                  </a:lnTo>
                  <a:lnTo>
                    <a:pt x="2929716" y="2637762"/>
                  </a:lnTo>
                  <a:lnTo>
                    <a:pt x="2930182" y="2637762"/>
                  </a:lnTo>
                  <a:lnTo>
                    <a:pt x="2930462" y="2637762"/>
                  </a:lnTo>
                  <a:lnTo>
                    <a:pt x="2930928" y="2637762"/>
                  </a:lnTo>
                  <a:lnTo>
                    <a:pt x="2931021" y="2637762"/>
                  </a:lnTo>
                  <a:lnTo>
                    <a:pt x="2931208" y="2637762"/>
                  </a:lnTo>
                  <a:lnTo>
                    <a:pt x="2931581" y="2637762"/>
                  </a:lnTo>
                  <a:lnTo>
                    <a:pt x="2931860" y="2637762"/>
                  </a:lnTo>
                  <a:lnTo>
                    <a:pt x="2932513" y="2637762"/>
                  </a:lnTo>
                  <a:lnTo>
                    <a:pt x="2932700" y="2637762"/>
                  </a:lnTo>
                  <a:lnTo>
                    <a:pt x="2933259" y="2637762"/>
                  </a:lnTo>
                  <a:lnTo>
                    <a:pt x="2933446" y="2637762"/>
                  </a:lnTo>
                  <a:lnTo>
                    <a:pt x="2933632" y="2637762"/>
                  </a:lnTo>
                  <a:lnTo>
                    <a:pt x="2933819" y="2637762"/>
                  </a:lnTo>
                  <a:lnTo>
                    <a:pt x="2934285" y="2637762"/>
                  </a:lnTo>
                  <a:lnTo>
                    <a:pt x="2934471" y="2637762"/>
                  </a:lnTo>
                  <a:lnTo>
                    <a:pt x="2934844" y="2637762"/>
                  </a:lnTo>
                  <a:lnTo>
                    <a:pt x="2935497" y="2637762"/>
                  </a:lnTo>
                  <a:lnTo>
                    <a:pt x="2935870" y="2637762"/>
                  </a:lnTo>
                  <a:lnTo>
                    <a:pt x="2935963" y="2637762"/>
                  </a:lnTo>
                  <a:lnTo>
                    <a:pt x="2936336" y="2637762"/>
                  </a:lnTo>
                  <a:lnTo>
                    <a:pt x="2936429" y="2637762"/>
                  </a:lnTo>
                  <a:lnTo>
                    <a:pt x="2936523" y="2637762"/>
                  </a:lnTo>
                  <a:lnTo>
                    <a:pt x="2936709" y="2637762"/>
                  </a:lnTo>
                  <a:lnTo>
                    <a:pt x="2936989" y="2637762"/>
                  </a:lnTo>
                  <a:lnTo>
                    <a:pt x="2937921" y="2637762"/>
                  </a:lnTo>
                  <a:lnTo>
                    <a:pt x="2938108" y="2637762"/>
                  </a:lnTo>
                  <a:lnTo>
                    <a:pt x="2938294" y="2637762"/>
                  </a:lnTo>
                  <a:lnTo>
                    <a:pt x="2938388" y="2637762"/>
                  </a:lnTo>
                  <a:lnTo>
                    <a:pt x="2938854" y="2637762"/>
                  </a:lnTo>
                  <a:lnTo>
                    <a:pt x="2938947" y="2637762"/>
                  </a:lnTo>
                  <a:lnTo>
                    <a:pt x="2939040" y="2637762"/>
                  </a:lnTo>
                  <a:lnTo>
                    <a:pt x="2939134" y="2637762"/>
                  </a:lnTo>
                  <a:lnTo>
                    <a:pt x="2939786" y="2637762"/>
                  </a:lnTo>
                  <a:lnTo>
                    <a:pt x="2939880" y="2637762"/>
                  </a:lnTo>
                  <a:lnTo>
                    <a:pt x="2940066" y="2637762"/>
                  </a:lnTo>
                  <a:lnTo>
                    <a:pt x="2940532" y="2637762"/>
                  </a:lnTo>
                  <a:lnTo>
                    <a:pt x="2940626" y="2637762"/>
                  </a:lnTo>
                  <a:lnTo>
                    <a:pt x="2941092" y="2637762"/>
                  </a:lnTo>
                  <a:lnTo>
                    <a:pt x="2941372" y="2637762"/>
                  </a:lnTo>
                  <a:lnTo>
                    <a:pt x="2941465" y="2637762"/>
                  </a:lnTo>
                  <a:lnTo>
                    <a:pt x="2941558" y="2637762"/>
                  </a:lnTo>
                  <a:lnTo>
                    <a:pt x="2941651" y="2637762"/>
                  </a:lnTo>
                  <a:lnTo>
                    <a:pt x="2942024" y="2637762"/>
                  </a:lnTo>
                  <a:lnTo>
                    <a:pt x="2942211" y="2637762"/>
                  </a:lnTo>
                  <a:lnTo>
                    <a:pt x="2942490" y="2637762"/>
                  </a:lnTo>
                  <a:lnTo>
                    <a:pt x="2942770" y="2637762"/>
                  </a:lnTo>
                  <a:lnTo>
                    <a:pt x="2942863" y="2637762"/>
                  </a:lnTo>
                  <a:lnTo>
                    <a:pt x="2943050" y="2637762"/>
                  </a:lnTo>
                  <a:lnTo>
                    <a:pt x="2943236" y="2637762"/>
                  </a:lnTo>
                  <a:lnTo>
                    <a:pt x="2943330" y="2637762"/>
                  </a:lnTo>
                  <a:lnTo>
                    <a:pt x="2943516" y="2637762"/>
                  </a:lnTo>
                  <a:lnTo>
                    <a:pt x="2943609" y="2637762"/>
                  </a:lnTo>
                  <a:lnTo>
                    <a:pt x="2943703" y="2637762"/>
                  </a:lnTo>
                  <a:lnTo>
                    <a:pt x="2943796" y="2637762"/>
                  </a:lnTo>
                  <a:lnTo>
                    <a:pt x="2945381" y="2637762"/>
                  </a:lnTo>
                  <a:lnTo>
                    <a:pt x="2945754" y="2637762"/>
                  </a:lnTo>
                  <a:lnTo>
                    <a:pt x="2945847" y="2637762"/>
                  </a:lnTo>
                  <a:lnTo>
                    <a:pt x="2946034" y="2637762"/>
                  </a:lnTo>
                  <a:lnTo>
                    <a:pt x="2946220" y="2637762"/>
                  </a:lnTo>
                  <a:lnTo>
                    <a:pt x="2946314" y="2637762"/>
                  </a:lnTo>
                  <a:lnTo>
                    <a:pt x="2946873" y="2637762"/>
                  </a:lnTo>
                  <a:lnTo>
                    <a:pt x="2946966" y="2637762"/>
                  </a:lnTo>
                  <a:lnTo>
                    <a:pt x="2947060" y="2637762"/>
                  </a:lnTo>
                  <a:lnTo>
                    <a:pt x="2947339" y="2637762"/>
                  </a:lnTo>
                  <a:lnTo>
                    <a:pt x="2947526" y="2627809"/>
                  </a:lnTo>
                  <a:lnTo>
                    <a:pt x="2947619" y="2627809"/>
                  </a:lnTo>
                  <a:lnTo>
                    <a:pt x="2947712" y="2627809"/>
                  </a:lnTo>
                  <a:lnTo>
                    <a:pt x="2948272" y="2627809"/>
                  </a:lnTo>
                  <a:lnTo>
                    <a:pt x="2948365" y="2627809"/>
                  </a:lnTo>
                  <a:lnTo>
                    <a:pt x="2948458" y="2627809"/>
                  </a:lnTo>
                  <a:lnTo>
                    <a:pt x="2948552" y="2627809"/>
                  </a:lnTo>
                  <a:lnTo>
                    <a:pt x="2949018" y="2627809"/>
                  </a:lnTo>
                  <a:lnTo>
                    <a:pt x="2949111" y="2627809"/>
                  </a:lnTo>
                  <a:lnTo>
                    <a:pt x="2949204" y="2627809"/>
                  </a:lnTo>
                  <a:lnTo>
                    <a:pt x="2949484" y="2627809"/>
                  </a:lnTo>
                  <a:lnTo>
                    <a:pt x="2949577" y="2627809"/>
                  </a:lnTo>
                  <a:lnTo>
                    <a:pt x="2949670" y="2627809"/>
                  </a:lnTo>
                  <a:lnTo>
                    <a:pt x="2949857" y="2627809"/>
                  </a:lnTo>
                  <a:lnTo>
                    <a:pt x="2950043" y="2627809"/>
                  </a:lnTo>
                  <a:lnTo>
                    <a:pt x="2950230" y="2627809"/>
                  </a:lnTo>
                  <a:lnTo>
                    <a:pt x="2950416" y="2627809"/>
                  </a:lnTo>
                  <a:lnTo>
                    <a:pt x="2950603" y="2627809"/>
                  </a:lnTo>
                  <a:lnTo>
                    <a:pt x="2950789" y="2627809"/>
                  </a:lnTo>
                  <a:lnTo>
                    <a:pt x="2950883" y="2627809"/>
                  </a:lnTo>
                  <a:lnTo>
                    <a:pt x="2950976" y="2627809"/>
                  </a:lnTo>
                  <a:lnTo>
                    <a:pt x="2951162" y="2627809"/>
                  </a:lnTo>
                  <a:lnTo>
                    <a:pt x="2952002" y="2627809"/>
                  </a:lnTo>
                  <a:lnTo>
                    <a:pt x="2952095" y="2627809"/>
                  </a:lnTo>
                  <a:lnTo>
                    <a:pt x="2952281" y="2627809"/>
                  </a:lnTo>
                  <a:lnTo>
                    <a:pt x="2952375" y="2627809"/>
                  </a:lnTo>
                  <a:lnTo>
                    <a:pt x="2952468" y="2627809"/>
                  </a:lnTo>
                  <a:lnTo>
                    <a:pt x="2952561" y="2627809"/>
                  </a:lnTo>
                  <a:lnTo>
                    <a:pt x="2952654" y="2627809"/>
                  </a:lnTo>
                  <a:lnTo>
                    <a:pt x="2952748" y="2627809"/>
                  </a:lnTo>
                  <a:lnTo>
                    <a:pt x="2953121" y="2627809"/>
                  </a:lnTo>
                  <a:lnTo>
                    <a:pt x="2953214" y="2627809"/>
                  </a:lnTo>
                  <a:lnTo>
                    <a:pt x="2953307" y="2627809"/>
                  </a:lnTo>
                  <a:lnTo>
                    <a:pt x="2953400" y="2627809"/>
                  </a:lnTo>
                  <a:lnTo>
                    <a:pt x="2953587" y="2627809"/>
                  </a:lnTo>
                  <a:lnTo>
                    <a:pt x="2954146" y="2627809"/>
                  </a:lnTo>
                  <a:lnTo>
                    <a:pt x="2954333" y="2627809"/>
                  </a:lnTo>
                  <a:lnTo>
                    <a:pt x="2954519" y="2627809"/>
                  </a:lnTo>
                  <a:lnTo>
                    <a:pt x="2954706" y="2627809"/>
                  </a:lnTo>
                  <a:lnTo>
                    <a:pt x="2954799" y="2627809"/>
                  </a:lnTo>
                  <a:lnTo>
                    <a:pt x="2954892" y="2627809"/>
                  </a:lnTo>
                  <a:lnTo>
                    <a:pt x="2954986" y="2627809"/>
                  </a:lnTo>
                  <a:lnTo>
                    <a:pt x="2955079" y="2627809"/>
                  </a:lnTo>
                  <a:lnTo>
                    <a:pt x="2955172" y="2627809"/>
                  </a:lnTo>
                  <a:lnTo>
                    <a:pt x="2955265" y="2627809"/>
                  </a:lnTo>
                  <a:lnTo>
                    <a:pt x="2955545" y="2627809"/>
                  </a:lnTo>
                  <a:lnTo>
                    <a:pt x="2955918" y="2627809"/>
                  </a:lnTo>
                  <a:lnTo>
                    <a:pt x="2956011" y="2627809"/>
                  </a:lnTo>
                  <a:lnTo>
                    <a:pt x="2956104" y="2627809"/>
                  </a:lnTo>
                  <a:lnTo>
                    <a:pt x="2956198" y="2627809"/>
                  </a:lnTo>
                  <a:lnTo>
                    <a:pt x="2956664" y="2627809"/>
                  </a:lnTo>
                  <a:lnTo>
                    <a:pt x="2957037" y="2627809"/>
                  </a:lnTo>
                  <a:lnTo>
                    <a:pt x="2957503" y="2627809"/>
                  </a:lnTo>
                  <a:lnTo>
                    <a:pt x="2957596" y="2627809"/>
                  </a:lnTo>
                  <a:lnTo>
                    <a:pt x="2958249" y="2627809"/>
                  </a:lnTo>
                  <a:lnTo>
                    <a:pt x="2958529" y="2627809"/>
                  </a:lnTo>
                  <a:lnTo>
                    <a:pt x="2958622" y="2627809"/>
                  </a:lnTo>
                  <a:lnTo>
                    <a:pt x="2958809" y="2627809"/>
                  </a:lnTo>
                  <a:lnTo>
                    <a:pt x="2958995" y="2627809"/>
                  </a:lnTo>
                  <a:lnTo>
                    <a:pt x="2959275" y="2627809"/>
                  </a:lnTo>
                  <a:lnTo>
                    <a:pt x="2959648" y="2627809"/>
                  </a:lnTo>
                  <a:lnTo>
                    <a:pt x="2960021" y="2627809"/>
                  </a:lnTo>
                  <a:lnTo>
                    <a:pt x="2960114" y="2627809"/>
                  </a:lnTo>
                  <a:lnTo>
                    <a:pt x="2960301" y="2627809"/>
                  </a:lnTo>
                  <a:lnTo>
                    <a:pt x="2960394" y="2627809"/>
                  </a:lnTo>
                  <a:lnTo>
                    <a:pt x="2960580" y="2627809"/>
                  </a:lnTo>
                  <a:lnTo>
                    <a:pt x="2960674" y="2627809"/>
                  </a:lnTo>
                  <a:lnTo>
                    <a:pt x="2961047" y="2627809"/>
                  </a:lnTo>
                  <a:lnTo>
                    <a:pt x="2961606" y="2627809"/>
                  </a:lnTo>
                  <a:lnTo>
                    <a:pt x="2961886" y="2627809"/>
                  </a:lnTo>
                  <a:lnTo>
                    <a:pt x="2962352" y="2627809"/>
                  </a:lnTo>
                  <a:lnTo>
                    <a:pt x="2962538" y="2627809"/>
                  </a:lnTo>
                  <a:lnTo>
                    <a:pt x="2962632" y="2627809"/>
                  </a:lnTo>
                  <a:lnTo>
                    <a:pt x="2963284" y="2627809"/>
                  </a:lnTo>
                  <a:lnTo>
                    <a:pt x="2963471" y="2627809"/>
                  </a:lnTo>
                  <a:lnTo>
                    <a:pt x="2964030" y="2627809"/>
                  </a:lnTo>
                  <a:lnTo>
                    <a:pt x="2964124" y="2627809"/>
                  </a:lnTo>
                  <a:lnTo>
                    <a:pt x="2964403" y="2627809"/>
                  </a:lnTo>
                  <a:lnTo>
                    <a:pt x="2964776" y="2627809"/>
                  </a:lnTo>
                  <a:lnTo>
                    <a:pt x="2964870" y="2627809"/>
                  </a:lnTo>
                  <a:lnTo>
                    <a:pt x="2965149" y="2627809"/>
                  </a:lnTo>
                  <a:lnTo>
                    <a:pt x="2965243" y="2627809"/>
                  </a:lnTo>
                  <a:lnTo>
                    <a:pt x="2965522" y="2627809"/>
                  </a:lnTo>
                  <a:lnTo>
                    <a:pt x="2965802" y="2627809"/>
                  </a:lnTo>
                  <a:lnTo>
                    <a:pt x="2966082" y="2627809"/>
                  </a:lnTo>
                  <a:lnTo>
                    <a:pt x="2966175" y="2627809"/>
                  </a:lnTo>
                  <a:lnTo>
                    <a:pt x="2966362" y="2627809"/>
                  </a:lnTo>
                  <a:lnTo>
                    <a:pt x="2966641" y="2627809"/>
                  </a:lnTo>
                  <a:lnTo>
                    <a:pt x="2966828" y="2627809"/>
                  </a:lnTo>
                  <a:lnTo>
                    <a:pt x="2967854" y="2627809"/>
                  </a:lnTo>
                  <a:lnTo>
                    <a:pt x="2967947" y="2617855"/>
                  </a:lnTo>
                  <a:lnTo>
                    <a:pt x="2968413" y="2617855"/>
                  </a:lnTo>
                  <a:lnTo>
                    <a:pt x="2968506" y="2617855"/>
                  </a:lnTo>
                  <a:lnTo>
                    <a:pt x="2969159" y="2617855"/>
                  </a:lnTo>
                  <a:lnTo>
                    <a:pt x="2969532" y="2617855"/>
                  </a:lnTo>
                  <a:lnTo>
                    <a:pt x="2969998" y="2617855"/>
                  </a:lnTo>
                  <a:lnTo>
                    <a:pt x="2970091" y="2617855"/>
                  </a:lnTo>
                  <a:lnTo>
                    <a:pt x="2970744" y="2617855"/>
                  </a:lnTo>
                  <a:lnTo>
                    <a:pt x="2970837" y="2617855"/>
                  </a:lnTo>
                  <a:lnTo>
                    <a:pt x="2970931" y="2617855"/>
                  </a:lnTo>
                  <a:lnTo>
                    <a:pt x="2971024" y="2617855"/>
                  </a:lnTo>
                  <a:lnTo>
                    <a:pt x="2971117" y="2617855"/>
                  </a:lnTo>
                  <a:lnTo>
                    <a:pt x="2971397" y="2617855"/>
                  </a:lnTo>
                  <a:lnTo>
                    <a:pt x="2971490" y="2617855"/>
                  </a:lnTo>
                  <a:lnTo>
                    <a:pt x="2971583" y="2617855"/>
                  </a:lnTo>
                  <a:lnTo>
                    <a:pt x="2971863" y="2617855"/>
                  </a:lnTo>
                  <a:lnTo>
                    <a:pt x="2972236" y="2617855"/>
                  </a:lnTo>
                  <a:lnTo>
                    <a:pt x="2972329" y="2617855"/>
                  </a:lnTo>
                  <a:lnTo>
                    <a:pt x="2972796" y="2617855"/>
                  </a:lnTo>
                  <a:lnTo>
                    <a:pt x="2972889" y="2617855"/>
                  </a:lnTo>
                  <a:lnTo>
                    <a:pt x="2973075" y="2617855"/>
                  </a:lnTo>
                  <a:lnTo>
                    <a:pt x="2973542" y="2617855"/>
                  </a:lnTo>
                  <a:lnTo>
                    <a:pt x="2973915" y="2617855"/>
                  </a:lnTo>
                  <a:lnTo>
                    <a:pt x="2974008" y="2617855"/>
                  </a:lnTo>
                  <a:lnTo>
                    <a:pt x="2974101" y="2617855"/>
                  </a:lnTo>
                  <a:lnTo>
                    <a:pt x="2974474" y="2617855"/>
                  </a:lnTo>
                  <a:lnTo>
                    <a:pt x="2974567" y="2617855"/>
                  </a:lnTo>
                  <a:lnTo>
                    <a:pt x="2974661" y="2617855"/>
                  </a:lnTo>
                  <a:lnTo>
                    <a:pt x="2974754" y="2617855"/>
                  </a:lnTo>
                  <a:lnTo>
                    <a:pt x="2975034" y="2617855"/>
                  </a:lnTo>
                  <a:lnTo>
                    <a:pt x="2975127" y="2617855"/>
                  </a:lnTo>
                  <a:lnTo>
                    <a:pt x="2975220" y="2617855"/>
                  </a:lnTo>
                  <a:lnTo>
                    <a:pt x="2975780" y="2617855"/>
                  </a:lnTo>
                  <a:lnTo>
                    <a:pt x="2975873" y="2617855"/>
                  </a:lnTo>
                  <a:lnTo>
                    <a:pt x="2975966" y="2617855"/>
                  </a:lnTo>
                  <a:lnTo>
                    <a:pt x="2976059" y="2617855"/>
                  </a:lnTo>
                  <a:lnTo>
                    <a:pt x="2976153" y="2617855"/>
                  </a:lnTo>
                  <a:lnTo>
                    <a:pt x="2976339" y="2617855"/>
                  </a:lnTo>
                  <a:lnTo>
                    <a:pt x="2976619" y="2617855"/>
                  </a:lnTo>
                  <a:lnTo>
                    <a:pt x="2979976" y="2617855"/>
                  </a:lnTo>
                  <a:lnTo>
                    <a:pt x="2980349" y="2617855"/>
                  </a:lnTo>
                  <a:lnTo>
                    <a:pt x="2980535" y="2617855"/>
                  </a:lnTo>
                  <a:lnTo>
                    <a:pt x="2980722" y="2617855"/>
                  </a:lnTo>
                  <a:lnTo>
                    <a:pt x="2980815" y="2617855"/>
                  </a:lnTo>
                  <a:lnTo>
                    <a:pt x="2980908" y="2617855"/>
                  </a:lnTo>
                  <a:lnTo>
                    <a:pt x="2981095" y="2617855"/>
                  </a:lnTo>
                  <a:lnTo>
                    <a:pt x="2981188" y="2617855"/>
                  </a:lnTo>
                  <a:lnTo>
                    <a:pt x="2981281" y="2617855"/>
                  </a:lnTo>
                  <a:lnTo>
                    <a:pt x="2981374" y="2617855"/>
                  </a:lnTo>
                  <a:lnTo>
                    <a:pt x="2981468" y="2617855"/>
                  </a:lnTo>
                  <a:lnTo>
                    <a:pt x="2981747" y="2617855"/>
                  </a:lnTo>
                  <a:lnTo>
                    <a:pt x="2981934" y="2617855"/>
                  </a:lnTo>
                  <a:lnTo>
                    <a:pt x="2982120" y="2617855"/>
                  </a:lnTo>
                  <a:lnTo>
                    <a:pt x="2982307" y="2617855"/>
                  </a:lnTo>
                  <a:lnTo>
                    <a:pt x="2982680" y="2617855"/>
                  </a:lnTo>
                  <a:lnTo>
                    <a:pt x="2983053" y="2617855"/>
                  </a:lnTo>
                  <a:lnTo>
                    <a:pt x="2983146" y="2617855"/>
                  </a:lnTo>
                  <a:lnTo>
                    <a:pt x="2983239" y="2617855"/>
                  </a:lnTo>
                  <a:lnTo>
                    <a:pt x="2983332" y="2617855"/>
                  </a:lnTo>
                  <a:lnTo>
                    <a:pt x="2983426" y="2617855"/>
                  </a:lnTo>
                  <a:lnTo>
                    <a:pt x="2983612" y="2617855"/>
                  </a:lnTo>
                  <a:lnTo>
                    <a:pt x="2983799" y="2617855"/>
                  </a:lnTo>
                  <a:lnTo>
                    <a:pt x="2983892" y="2617855"/>
                  </a:lnTo>
                  <a:lnTo>
                    <a:pt x="2984078" y="2617855"/>
                  </a:lnTo>
                  <a:lnTo>
                    <a:pt x="2984451" y="2617855"/>
                  </a:lnTo>
                  <a:lnTo>
                    <a:pt x="2984638" y="2617855"/>
                  </a:lnTo>
                  <a:lnTo>
                    <a:pt x="2985197" y="2617855"/>
                  </a:lnTo>
                  <a:lnTo>
                    <a:pt x="2985291" y="2617855"/>
                  </a:lnTo>
                  <a:lnTo>
                    <a:pt x="2985757" y="2617855"/>
                  </a:lnTo>
                  <a:lnTo>
                    <a:pt x="2986316" y="2617855"/>
                  </a:lnTo>
                  <a:lnTo>
                    <a:pt x="2986410" y="2617855"/>
                  </a:lnTo>
                  <a:lnTo>
                    <a:pt x="2986503" y="2617855"/>
                  </a:lnTo>
                  <a:lnTo>
                    <a:pt x="2986596" y="2617855"/>
                  </a:lnTo>
                  <a:lnTo>
                    <a:pt x="2986689" y="2617855"/>
                  </a:lnTo>
                  <a:lnTo>
                    <a:pt x="2987249" y="2617855"/>
                  </a:lnTo>
                  <a:lnTo>
                    <a:pt x="2987342" y="2617855"/>
                  </a:lnTo>
                  <a:lnTo>
                    <a:pt x="2987622" y="2617855"/>
                  </a:lnTo>
                  <a:lnTo>
                    <a:pt x="2987995" y="2617855"/>
                  </a:lnTo>
                  <a:lnTo>
                    <a:pt x="2988461" y="2617855"/>
                  </a:lnTo>
                  <a:lnTo>
                    <a:pt x="2988648" y="2617855"/>
                  </a:lnTo>
                  <a:lnTo>
                    <a:pt x="2988834" y="2617855"/>
                  </a:lnTo>
                  <a:lnTo>
                    <a:pt x="2988927" y="2617855"/>
                  </a:lnTo>
                  <a:lnTo>
                    <a:pt x="2989021" y="2617855"/>
                  </a:lnTo>
                  <a:lnTo>
                    <a:pt x="2989114" y="2617855"/>
                  </a:lnTo>
                  <a:lnTo>
                    <a:pt x="2989207" y="2617855"/>
                  </a:lnTo>
                  <a:lnTo>
                    <a:pt x="2989487" y="2617855"/>
                  </a:lnTo>
                  <a:lnTo>
                    <a:pt x="2989673" y="2617855"/>
                  </a:lnTo>
                  <a:lnTo>
                    <a:pt x="2989860" y="2617855"/>
                  </a:lnTo>
                  <a:lnTo>
                    <a:pt x="2990140" y="2617855"/>
                  </a:lnTo>
                  <a:lnTo>
                    <a:pt x="2990233" y="2617855"/>
                  </a:lnTo>
                  <a:lnTo>
                    <a:pt x="2990512" y="2617855"/>
                  </a:lnTo>
                  <a:lnTo>
                    <a:pt x="2990606" y="2617855"/>
                  </a:lnTo>
                  <a:lnTo>
                    <a:pt x="2990699" y="2617855"/>
                  </a:lnTo>
                  <a:lnTo>
                    <a:pt x="2990885" y="2617855"/>
                  </a:lnTo>
                  <a:lnTo>
                    <a:pt x="2990979" y="2617855"/>
                  </a:lnTo>
                  <a:lnTo>
                    <a:pt x="2991072" y="2617855"/>
                  </a:lnTo>
                  <a:lnTo>
                    <a:pt x="2991258" y="2617855"/>
                  </a:lnTo>
                  <a:lnTo>
                    <a:pt x="2991352" y="2617855"/>
                  </a:lnTo>
                  <a:lnTo>
                    <a:pt x="2991445" y="2617855"/>
                  </a:lnTo>
                  <a:lnTo>
                    <a:pt x="2991631" y="2617855"/>
                  </a:lnTo>
                  <a:lnTo>
                    <a:pt x="2992377" y="2617855"/>
                  </a:lnTo>
                  <a:lnTo>
                    <a:pt x="2992844" y="2617855"/>
                  </a:lnTo>
                  <a:lnTo>
                    <a:pt x="2993403" y="2617855"/>
                  </a:lnTo>
                  <a:lnTo>
                    <a:pt x="2993496" y="2617855"/>
                  </a:lnTo>
                  <a:lnTo>
                    <a:pt x="2993776" y="2617855"/>
                  </a:lnTo>
                  <a:lnTo>
                    <a:pt x="2994056" y="2617855"/>
                  </a:lnTo>
                  <a:lnTo>
                    <a:pt x="2994336" y="2617855"/>
                  </a:lnTo>
                  <a:lnTo>
                    <a:pt x="2994429" y="2617855"/>
                  </a:lnTo>
                  <a:lnTo>
                    <a:pt x="2995361" y="2617855"/>
                  </a:lnTo>
                  <a:lnTo>
                    <a:pt x="2995455" y="2617855"/>
                  </a:lnTo>
                  <a:lnTo>
                    <a:pt x="2995548" y="2617855"/>
                  </a:lnTo>
                  <a:lnTo>
                    <a:pt x="2995734" y="2617855"/>
                  </a:lnTo>
                  <a:lnTo>
                    <a:pt x="2996201" y="2617855"/>
                  </a:lnTo>
                  <a:lnTo>
                    <a:pt x="2996387" y="2617855"/>
                  </a:lnTo>
                  <a:lnTo>
                    <a:pt x="2996480" y="2617855"/>
                  </a:lnTo>
                  <a:lnTo>
                    <a:pt x="2996853" y="2617855"/>
                  </a:lnTo>
                  <a:lnTo>
                    <a:pt x="2996947" y="2617855"/>
                  </a:lnTo>
                  <a:lnTo>
                    <a:pt x="2997319" y="2617855"/>
                  </a:lnTo>
                  <a:lnTo>
                    <a:pt x="2997506" y="2617855"/>
                  </a:lnTo>
                  <a:lnTo>
                    <a:pt x="2997599" y="2617855"/>
                  </a:lnTo>
                  <a:lnTo>
                    <a:pt x="2997786" y="2617855"/>
                  </a:lnTo>
                  <a:lnTo>
                    <a:pt x="2997879" y="2617855"/>
                  </a:lnTo>
                  <a:lnTo>
                    <a:pt x="2998065" y="2617855"/>
                  </a:lnTo>
                  <a:lnTo>
                    <a:pt x="2998252" y="2607901"/>
                  </a:lnTo>
                  <a:lnTo>
                    <a:pt x="2998345" y="2607901"/>
                  </a:lnTo>
                  <a:lnTo>
                    <a:pt x="2998532" y="2607901"/>
                  </a:lnTo>
                  <a:lnTo>
                    <a:pt x="2998625" y="2607901"/>
                  </a:lnTo>
                  <a:lnTo>
                    <a:pt x="2998998" y="2607901"/>
                  </a:lnTo>
                  <a:lnTo>
                    <a:pt x="2999184" y="2607901"/>
                  </a:lnTo>
                  <a:lnTo>
                    <a:pt x="2999278" y="2607901"/>
                  </a:lnTo>
                  <a:lnTo>
                    <a:pt x="2999371" y="2607901"/>
                  </a:lnTo>
                  <a:lnTo>
                    <a:pt x="2999837" y="2607901"/>
                  </a:lnTo>
                  <a:lnTo>
                    <a:pt x="3000210" y="2607901"/>
                  </a:lnTo>
                  <a:lnTo>
                    <a:pt x="3000583" y="2607901"/>
                  </a:lnTo>
                  <a:lnTo>
                    <a:pt x="3001049" y="2607901"/>
                  </a:lnTo>
                  <a:lnTo>
                    <a:pt x="3001143" y="2607901"/>
                  </a:lnTo>
                  <a:lnTo>
                    <a:pt x="3001609" y="2607901"/>
                  </a:lnTo>
                  <a:lnTo>
                    <a:pt x="3001702" y="2607901"/>
                  </a:lnTo>
                  <a:lnTo>
                    <a:pt x="3002262" y="2607901"/>
                  </a:lnTo>
                  <a:lnTo>
                    <a:pt x="3002635" y="2607901"/>
                  </a:lnTo>
                  <a:lnTo>
                    <a:pt x="3003008" y="2607901"/>
                  </a:lnTo>
                  <a:lnTo>
                    <a:pt x="3003287" y="2607901"/>
                  </a:lnTo>
                  <a:lnTo>
                    <a:pt x="3003567" y="2607901"/>
                  </a:lnTo>
                  <a:lnTo>
                    <a:pt x="3003847" y="2607901"/>
                  </a:lnTo>
                  <a:lnTo>
                    <a:pt x="3004033" y="2607901"/>
                  </a:lnTo>
                  <a:lnTo>
                    <a:pt x="3004593" y="2607901"/>
                  </a:lnTo>
                  <a:lnTo>
                    <a:pt x="3004872" y="2607901"/>
                  </a:lnTo>
                  <a:lnTo>
                    <a:pt x="3004966" y="2607901"/>
                  </a:lnTo>
                  <a:lnTo>
                    <a:pt x="3005059" y="2607901"/>
                  </a:lnTo>
                  <a:lnTo>
                    <a:pt x="3005152" y="2607901"/>
                  </a:lnTo>
                  <a:lnTo>
                    <a:pt x="3005525" y="2607901"/>
                  </a:lnTo>
                  <a:lnTo>
                    <a:pt x="3005898" y="2607901"/>
                  </a:lnTo>
                  <a:lnTo>
                    <a:pt x="3005991" y="2607901"/>
                  </a:lnTo>
                  <a:lnTo>
                    <a:pt x="3006924" y="2597947"/>
                  </a:lnTo>
                  <a:lnTo>
                    <a:pt x="3007017" y="2597947"/>
                  </a:lnTo>
                  <a:lnTo>
                    <a:pt x="3007110" y="2597947"/>
                  </a:lnTo>
                  <a:lnTo>
                    <a:pt x="3007577" y="2597947"/>
                  </a:lnTo>
                  <a:lnTo>
                    <a:pt x="3007763" y="2597947"/>
                  </a:lnTo>
                  <a:lnTo>
                    <a:pt x="3007856" y="2597947"/>
                  </a:lnTo>
                  <a:lnTo>
                    <a:pt x="3007950" y="2597947"/>
                  </a:lnTo>
                  <a:lnTo>
                    <a:pt x="3008136" y="2597947"/>
                  </a:lnTo>
                  <a:lnTo>
                    <a:pt x="3008229" y="2597947"/>
                  </a:lnTo>
                  <a:lnTo>
                    <a:pt x="3008416" y="2597947"/>
                  </a:lnTo>
                  <a:lnTo>
                    <a:pt x="3008882" y="2597947"/>
                  </a:lnTo>
                  <a:lnTo>
                    <a:pt x="3009069" y="2597947"/>
                  </a:lnTo>
                  <a:lnTo>
                    <a:pt x="3009162" y="2597947"/>
                  </a:lnTo>
                  <a:lnTo>
                    <a:pt x="3009442" y="2597947"/>
                  </a:lnTo>
                  <a:lnTo>
                    <a:pt x="3009535" y="2597947"/>
                  </a:lnTo>
                  <a:lnTo>
                    <a:pt x="3009815" y="2597947"/>
                  </a:lnTo>
                  <a:lnTo>
                    <a:pt x="3009908" y="2597947"/>
                  </a:lnTo>
                  <a:lnTo>
                    <a:pt x="3010001" y="2597947"/>
                  </a:lnTo>
                  <a:lnTo>
                    <a:pt x="3010374" y="2597947"/>
                  </a:lnTo>
                  <a:lnTo>
                    <a:pt x="3010561" y="2597947"/>
                  </a:lnTo>
                  <a:lnTo>
                    <a:pt x="3010654" y="2597947"/>
                  </a:lnTo>
                  <a:lnTo>
                    <a:pt x="3010747" y="2597947"/>
                  </a:lnTo>
                  <a:lnTo>
                    <a:pt x="3011400" y="2597947"/>
                  </a:lnTo>
                  <a:lnTo>
                    <a:pt x="3011586" y="2597947"/>
                  </a:lnTo>
                  <a:lnTo>
                    <a:pt x="3011959" y="2597947"/>
                  </a:lnTo>
                  <a:lnTo>
                    <a:pt x="3012052" y="2597947"/>
                  </a:lnTo>
                  <a:lnTo>
                    <a:pt x="3012146" y="2597947"/>
                  </a:lnTo>
                  <a:lnTo>
                    <a:pt x="3012425" y="2597947"/>
                  </a:lnTo>
                  <a:lnTo>
                    <a:pt x="3012705" y="2597947"/>
                  </a:lnTo>
                  <a:lnTo>
                    <a:pt x="3012892" y="2597947"/>
                  </a:lnTo>
                  <a:lnTo>
                    <a:pt x="3013171" y="2597947"/>
                  </a:lnTo>
                  <a:lnTo>
                    <a:pt x="3013265" y="2597947"/>
                  </a:lnTo>
                  <a:lnTo>
                    <a:pt x="3013358" y="2597947"/>
                  </a:lnTo>
                  <a:lnTo>
                    <a:pt x="3013824" y="2597947"/>
                  </a:lnTo>
                  <a:lnTo>
                    <a:pt x="3013917" y="2597947"/>
                  </a:lnTo>
                  <a:lnTo>
                    <a:pt x="3014011" y="2597947"/>
                  </a:lnTo>
                  <a:lnTo>
                    <a:pt x="3014197" y="2597947"/>
                  </a:lnTo>
                  <a:lnTo>
                    <a:pt x="3014384" y="2597947"/>
                  </a:lnTo>
                  <a:lnTo>
                    <a:pt x="3014477" y="2597947"/>
                  </a:lnTo>
                  <a:lnTo>
                    <a:pt x="3014757" y="2597947"/>
                  </a:lnTo>
                  <a:lnTo>
                    <a:pt x="3014850" y="2597947"/>
                  </a:lnTo>
                  <a:lnTo>
                    <a:pt x="3015130" y="2597947"/>
                  </a:lnTo>
                  <a:lnTo>
                    <a:pt x="3015223" y="2597947"/>
                  </a:lnTo>
                  <a:lnTo>
                    <a:pt x="3015409" y="2597947"/>
                  </a:lnTo>
                  <a:lnTo>
                    <a:pt x="3015503" y="2597947"/>
                  </a:lnTo>
                  <a:lnTo>
                    <a:pt x="3015596" y="2597947"/>
                  </a:lnTo>
                  <a:lnTo>
                    <a:pt x="3015689" y="2597947"/>
                  </a:lnTo>
                  <a:lnTo>
                    <a:pt x="3015876" y="2597947"/>
                  </a:lnTo>
                  <a:lnTo>
                    <a:pt x="3016155" y="2597947"/>
                  </a:lnTo>
                  <a:lnTo>
                    <a:pt x="3016342" y="2597947"/>
                  </a:lnTo>
                  <a:lnTo>
                    <a:pt x="3016622" y="2597947"/>
                  </a:lnTo>
                  <a:lnTo>
                    <a:pt x="3016715" y="2597947"/>
                  </a:lnTo>
                  <a:lnTo>
                    <a:pt x="3016808" y="2597947"/>
                  </a:lnTo>
                  <a:lnTo>
                    <a:pt x="3016995" y="2597947"/>
                  </a:lnTo>
                  <a:lnTo>
                    <a:pt x="3017274" y="2597947"/>
                  </a:lnTo>
                  <a:lnTo>
                    <a:pt x="3017461" y="2597947"/>
                  </a:lnTo>
                  <a:lnTo>
                    <a:pt x="3017554" y="2597947"/>
                  </a:lnTo>
                  <a:lnTo>
                    <a:pt x="3018393" y="2597947"/>
                  </a:lnTo>
                  <a:lnTo>
                    <a:pt x="3018486" y="2597947"/>
                  </a:lnTo>
                  <a:lnTo>
                    <a:pt x="3018580" y="2597947"/>
                  </a:lnTo>
                  <a:lnTo>
                    <a:pt x="3018766" y="2597947"/>
                  </a:lnTo>
                  <a:lnTo>
                    <a:pt x="3018859" y="2597947"/>
                  </a:lnTo>
                  <a:lnTo>
                    <a:pt x="3019046" y="2597947"/>
                  </a:lnTo>
                  <a:lnTo>
                    <a:pt x="3019139" y="2597947"/>
                  </a:lnTo>
                  <a:lnTo>
                    <a:pt x="3019232" y="2597947"/>
                  </a:lnTo>
                  <a:lnTo>
                    <a:pt x="3019419" y="2597947"/>
                  </a:lnTo>
                  <a:lnTo>
                    <a:pt x="3019512" y="2597947"/>
                  </a:lnTo>
                  <a:lnTo>
                    <a:pt x="3019605" y="2597947"/>
                  </a:lnTo>
                  <a:lnTo>
                    <a:pt x="3019885" y="2597947"/>
                  </a:lnTo>
                  <a:lnTo>
                    <a:pt x="3020072" y="2597947"/>
                  </a:lnTo>
                  <a:lnTo>
                    <a:pt x="3020165" y="2597947"/>
                  </a:lnTo>
                  <a:lnTo>
                    <a:pt x="3020351" y="2597947"/>
                  </a:lnTo>
                  <a:lnTo>
                    <a:pt x="3020445" y="2597947"/>
                  </a:lnTo>
                  <a:lnTo>
                    <a:pt x="3021191" y="2587993"/>
                  </a:lnTo>
                  <a:lnTo>
                    <a:pt x="3021377" y="2587993"/>
                  </a:lnTo>
                  <a:lnTo>
                    <a:pt x="3021750" y="2587993"/>
                  </a:lnTo>
                  <a:lnTo>
                    <a:pt x="3022030" y="2587993"/>
                  </a:lnTo>
                  <a:lnTo>
                    <a:pt x="3022123" y="2587993"/>
                  </a:lnTo>
                  <a:lnTo>
                    <a:pt x="3022216" y="2587993"/>
                  </a:lnTo>
                  <a:lnTo>
                    <a:pt x="3022403" y="2587993"/>
                  </a:lnTo>
                  <a:lnTo>
                    <a:pt x="3022496" y="2587993"/>
                  </a:lnTo>
                  <a:lnTo>
                    <a:pt x="3022869" y="2587993"/>
                  </a:lnTo>
                  <a:lnTo>
                    <a:pt x="3023429" y="2587993"/>
                  </a:lnTo>
                  <a:lnTo>
                    <a:pt x="3023522" y="2587993"/>
                  </a:lnTo>
                  <a:lnTo>
                    <a:pt x="3023615" y="2587993"/>
                  </a:lnTo>
                  <a:lnTo>
                    <a:pt x="3023895" y="2587993"/>
                  </a:lnTo>
                  <a:lnTo>
                    <a:pt x="3023988" y="2587993"/>
                  </a:lnTo>
                  <a:lnTo>
                    <a:pt x="3024361" y="2587993"/>
                  </a:lnTo>
                  <a:lnTo>
                    <a:pt x="3024454" y="2587993"/>
                  </a:lnTo>
                  <a:lnTo>
                    <a:pt x="3024641" y="2587993"/>
                  </a:lnTo>
                  <a:lnTo>
                    <a:pt x="3024641" y="2578040"/>
                  </a:lnTo>
                  <a:lnTo>
                    <a:pt x="3025200" y="2578040"/>
                  </a:lnTo>
                  <a:lnTo>
                    <a:pt x="3025293" y="2578040"/>
                  </a:lnTo>
                  <a:lnTo>
                    <a:pt x="3025387" y="2578040"/>
                  </a:lnTo>
                  <a:lnTo>
                    <a:pt x="3025573" y="2578040"/>
                  </a:lnTo>
                  <a:lnTo>
                    <a:pt x="3025853" y="2578040"/>
                  </a:lnTo>
                  <a:lnTo>
                    <a:pt x="3025946" y="2578040"/>
                  </a:lnTo>
                  <a:lnTo>
                    <a:pt x="3026039" y="2578040"/>
                  </a:lnTo>
                  <a:lnTo>
                    <a:pt x="3026319" y="2578040"/>
                  </a:lnTo>
                  <a:lnTo>
                    <a:pt x="3026692" y="2578040"/>
                  </a:lnTo>
                  <a:lnTo>
                    <a:pt x="3026785" y="2578040"/>
                  </a:lnTo>
                  <a:lnTo>
                    <a:pt x="3027252" y="2578040"/>
                  </a:lnTo>
                  <a:lnTo>
                    <a:pt x="3027531" y="2578040"/>
                  </a:lnTo>
                  <a:lnTo>
                    <a:pt x="3027904" y="2578040"/>
                  </a:lnTo>
                  <a:lnTo>
                    <a:pt x="3027998" y="2578040"/>
                  </a:lnTo>
                  <a:lnTo>
                    <a:pt x="3028091" y="2578040"/>
                  </a:lnTo>
                  <a:lnTo>
                    <a:pt x="3028277" y="2578040"/>
                  </a:lnTo>
                  <a:lnTo>
                    <a:pt x="3028371" y="2578040"/>
                  </a:lnTo>
                  <a:lnTo>
                    <a:pt x="3028744" y="2578040"/>
                  </a:lnTo>
                  <a:lnTo>
                    <a:pt x="3028837" y="2578040"/>
                  </a:lnTo>
                  <a:lnTo>
                    <a:pt x="3029863" y="2578040"/>
                  </a:lnTo>
                  <a:lnTo>
                    <a:pt x="3030142" y="2578040"/>
                  </a:lnTo>
                  <a:lnTo>
                    <a:pt x="3030236" y="2578040"/>
                  </a:lnTo>
                  <a:lnTo>
                    <a:pt x="3030422" y="2578040"/>
                  </a:lnTo>
                  <a:lnTo>
                    <a:pt x="3030515" y="2578040"/>
                  </a:lnTo>
                  <a:lnTo>
                    <a:pt x="3030795" y="2578040"/>
                  </a:lnTo>
                  <a:lnTo>
                    <a:pt x="3030888" y="2578040"/>
                  </a:lnTo>
                  <a:lnTo>
                    <a:pt x="3031168" y="2578040"/>
                  </a:lnTo>
                  <a:lnTo>
                    <a:pt x="3031261" y="2578040"/>
                  </a:lnTo>
                  <a:lnTo>
                    <a:pt x="3031355" y="2578040"/>
                  </a:lnTo>
                  <a:lnTo>
                    <a:pt x="3032007" y="2578040"/>
                  </a:lnTo>
                  <a:lnTo>
                    <a:pt x="3032100" y="2578040"/>
                  </a:lnTo>
                  <a:lnTo>
                    <a:pt x="3032194" y="2578040"/>
                  </a:lnTo>
                  <a:lnTo>
                    <a:pt x="3032473" y="2578040"/>
                  </a:lnTo>
                  <a:lnTo>
                    <a:pt x="3032753" y="2578040"/>
                  </a:lnTo>
                  <a:lnTo>
                    <a:pt x="3032846" y="2578040"/>
                  </a:lnTo>
                  <a:lnTo>
                    <a:pt x="3033406" y="2578040"/>
                  </a:lnTo>
                  <a:lnTo>
                    <a:pt x="3033779" y="2578040"/>
                  </a:lnTo>
                  <a:lnTo>
                    <a:pt x="3034059" y="2578040"/>
                  </a:lnTo>
                  <a:lnTo>
                    <a:pt x="3034245" y="2578040"/>
                  </a:lnTo>
                  <a:lnTo>
                    <a:pt x="3034432" y="2578040"/>
                  </a:lnTo>
                  <a:lnTo>
                    <a:pt x="3034525" y="2578040"/>
                  </a:lnTo>
                  <a:lnTo>
                    <a:pt x="3034805" y="2578040"/>
                  </a:lnTo>
                  <a:lnTo>
                    <a:pt x="3034898" y="2578040"/>
                  </a:lnTo>
                  <a:lnTo>
                    <a:pt x="3035178" y="2578040"/>
                  </a:lnTo>
                  <a:lnTo>
                    <a:pt x="3035364" y="2578040"/>
                  </a:lnTo>
                  <a:lnTo>
                    <a:pt x="3035551" y="2578040"/>
                  </a:lnTo>
                  <a:lnTo>
                    <a:pt x="3035644" y="2578040"/>
                  </a:lnTo>
                  <a:lnTo>
                    <a:pt x="3036017" y="2578040"/>
                  </a:lnTo>
                  <a:lnTo>
                    <a:pt x="3036110" y="2578040"/>
                  </a:lnTo>
                  <a:lnTo>
                    <a:pt x="3036297" y="2578040"/>
                  </a:lnTo>
                  <a:lnTo>
                    <a:pt x="3036390" y="2578040"/>
                  </a:lnTo>
                  <a:lnTo>
                    <a:pt x="3036763" y="2578040"/>
                  </a:lnTo>
                  <a:lnTo>
                    <a:pt x="3036856" y="2578040"/>
                  </a:lnTo>
                  <a:lnTo>
                    <a:pt x="3037043" y="2578040"/>
                  </a:lnTo>
                  <a:lnTo>
                    <a:pt x="3037136" y="2578040"/>
                  </a:lnTo>
                  <a:lnTo>
                    <a:pt x="3037322" y="2578040"/>
                  </a:lnTo>
                  <a:lnTo>
                    <a:pt x="3037416" y="2578040"/>
                  </a:lnTo>
                  <a:lnTo>
                    <a:pt x="3037509" y="2578040"/>
                  </a:lnTo>
                  <a:lnTo>
                    <a:pt x="3037602" y="2578040"/>
                  </a:lnTo>
                  <a:lnTo>
                    <a:pt x="3038348" y="2578040"/>
                  </a:lnTo>
                  <a:lnTo>
                    <a:pt x="3038814" y="2578040"/>
                  </a:lnTo>
                  <a:lnTo>
                    <a:pt x="3039001" y="2578040"/>
                  </a:lnTo>
                  <a:lnTo>
                    <a:pt x="3039467" y="2578040"/>
                  </a:lnTo>
                  <a:lnTo>
                    <a:pt x="3039747" y="2578040"/>
                  </a:lnTo>
                  <a:lnTo>
                    <a:pt x="3040026" y="2578040"/>
                  </a:lnTo>
                  <a:lnTo>
                    <a:pt x="3040120" y="2578040"/>
                  </a:lnTo>
                  <a:lnTo>
                    <a:pt x="3040399" y="2578040"/>
                  </a:lnTo>
                  <a:lnTo>
                    <a:pt x="3040586" y="2578040"/>
                  </a:lnTo>
                  <a:lnTo>
                    <a:pt x="3041052" y="2578040"/>
                  </a:lnTo>
                  <a:lnTo>
                    <a:pt x="3041145" y="2578040"/>
                  </a:lnTo>
                  <a:lnTo>
                    <a:pt x="3041239" y="2578040"/>
                  </a:lnTo>
                  <a:lnTo>
                    <a:pt x="3041705" y="2578040"/>
                  </a:lnTo>
                  <a:lnTo>
                    <a:pt x="3041891" y="2578040"/>
                  </a:lnTo>
                  <a:lnTo>
                    <a:pt x="3042171" y="2578040"/>
                  </a:lnTo>
                  <a:lnTo>
                    <a:pt x="3042264" y="2578040"/>
                  </a:lnTo>
                  <a:lnTo>
                    <a:pt x="3042451" y="2578040"/>
                  </a:lnTo>
                  <a:lnTo>
                    <a:pt x="3042824" y="2578040"/>
                  </a:lnTo>
                  <a:lnTo>
                    <a:pt x="3042917" y="2578040"/>
                  </a:lnTo>
                  <a:lnTo>
                    <a:pt x="3043197" y="2578040"/>
                  </a:lnTo>
                  <a:lnTo>
                    <a:pt x="3043290" y="2578040"/>
                  </a:lnTo>
                  <a:lnTo>
                    <a:pt x="3043943" y="2578040"/>
                  </a:lnTo>
                  <a:lnTo>
                    <a:pt x="3044036" y="2578040"/>
                  </a:lnTo>
                  <a:lnTo>
                    <a:pt x="3044129" y="2578040"/>
                  </a:lnTo>
                  <a:lnTo>
                    <a:pt x="3044502" y="2578040"/>
                  </a:lnTo>
                  <a:lnTo>
                    <a:pt x="3044689" y="2578040"/>
                  </a:lnTo>
                  <a:lnTo>
                    <a:pt x="3044875" y="2578040"/>
                  </a:lnTo>
                  <a:lnTo>
                    <a:pt x="3045155" y="2578040"/>
                  </a:lnTo>
                  <a:lnTo>
                    <a:pt x="3045248" y="2578040"/>
                  </a:lnTo>
                  <a:lnTo>
                    <a:pt x="3045528" y="2578040"/>
                  </a:lnTo>
                  <a:lnTo>
                    <a:pt x="3045621" y="2578040"/>
                  </a:lnTo>
                  <a:lnTo>
                    <a:pt x="3045714" y="2578040"/>
                  </a:lnTo>
                  <a:lnTo>
                    <a:pt x="3045808" y="2578040"/>
                  </a:lnTo>
                  <a:lnTo>
                    <a:pt x="3046181" y="2578040"/>
                  </a:lnTo>
                  <a:lnTo>
                    <a:pt x="3046274" y="2578040"/>
                  </a:lnTo>
                  <a:lnTo>
                    <a:pt x="3046367" y="2578040"/>
                  </a:lnTo>
                  <a:lnTo>
                    <a:pt x="3046554" y="2578040"/>
                  </a:lnTo>
                  <a:lnTo>
                    <a:pt x="3046647" y="2578040"/>
                  </a:lnTo>
                  <a:lnTo>
                    <a:pt x="3046833" y="2578040"/>
                  </a:lnTo>
                  <a:lnTo>
                    <a:pt x="3047206" y="2578040"/>
                  </a:lnTo>
                  <a:lnTo>
                    <a:pt x="3047206" y="2568086"/>
                  </a:lnTo>
                  <a:lnTo>
                    <a:pt x="3047579" y="2568086"/>
                  </a:lnTo>
                  <a:lnTo>
                    <a:pt x="3047766" y="2568086"/>
                  </a:lnTo>
                  <a:lnTo>
                    <a:pt x="3047859" y="2568086"/>
                  </a:lnTo>
                  <a:lnTo>
                    <a:pt x="3047952" y="2568086"/>
                  </a:lnTo>
                  <a:lnTo>
                    <a:pt x="3049631" y="2568086"/>
                  </a:lnTo>
                  <a:lnTo>
                    <a:pt x="3049911" y="2568086"/>
                  </a:lnTo>
                  <a:lnTo>
                    <a:pt x="3050097" y="2568086"/>
                  </a:lnTo>
                  <a:lnTo>
                    <a:pt x="3050284" y="2568086"/>
                  </a:lnTo>
                  <a:lnTo>
                    <a:pt x="3050470" y="2568086"/>
                  </a:lnTo>
                  <a:lnTo>
                    <a:pt x="3050750" y="2568086"/>
                  </a:lnTo>
                  <a:lnTo>
                    <a:pt x="3050843" y="2568086"/>
                  </a:lnTo>
                  <a:lnTo>
                    <a:pt x="3050936" y="2568086"/>
                  </a:lnTo>
                  <a:lnTo>
                    <a:pt x="3051030" y="2568086"/>
                  </a:lnTo>
                  <a:lnTo>
                    <a:pt x="3051309" y="2568086"/>
                  </a:lnTo>
                  <a:lnTo>
                    <a:pt x="3051869" y="2568086"/>
                  </a:lnTo>
                  <a:lnTo>
                    <a:pt x="3052335" y="2568086"/>
                  </a:lnTo>
                  <a:lnTo>
                    <a:pt x="3052522" y="2568086"/>
                  </a:lnTo>
                  <a:lnTo>
                    <a:pt x="3052801" y="2568086"/>
                  </a:lnTo>
                  <a:lnTo>
                    <a:pt x="3052988" y="2568086"/>
                  </a:lnTo>
                  <a:lnTo>
                    <a:pt x="3053081" y="2568086"/>
                  </a:lnTo>
                  <a:lnTo>
                    <a:pt x="3053267" y="2568086"/>
                  </a:lnTo>
                  <a:lnTo>
                    <a:pt x="3053361" y="2568086"/>
                  </a:lnTo>
                  <a:lnTo>
                    <a:pt x="3053454" y="2568086"/>
                  </a:lnTo>
                  <a:lnTo>
                    <a:pt x="3053547" y="2568086"/>
                  </a:lnTo>
                  <a:lnTo>
                    <a:pt x="3053640" y="2568086"/>
                  </a:lnTo>
                  <a:lnTo>
                    <a:pt x="3053827" y="2568086"/>
                  </a:lnTo>
                  <a:lnTo>
                    <a:pt x="3053920" y="2568086"/>
                  </a:lnTo>
                  <a:lnTo>
                    <a:pt x="3054107" y="2568086"/>
                  </a:lnTo>
                  <a:lnTo>
                    <a:pt x="3054386" y="2568086"/>
                  </a:lnTo>
                  <a:lnTo>
                    <a:pt x="3054573" y="2568086"/>
                  </a:lnTo>
                  <a:lnTo>
                    <a:pt x="3054666" y="2568086"/>
                  </a:lnTo>
                  <a:lnTo>
                    <a:pt x="3054946" y="2568086"/>
                  </a:lnTo>
                  <a:lnTo>
                    <a:pt x="3055132" y="2568086"/>
                  </a:lnTo>
                  <a:lnTo>
                    <a:pt x="3055226" y="2568086"/>
                  </a:lnTo>
                  <a:lnTo>
                    <a:pt x="3055319" y="2568086"/>
                  </a:lnTo>
                  <a:lnTo>
                    <a:pt x="3055785" y="2558132"/>
                  </a:lnTo>
                  <a:lnTo>
                    <a:pt x="3055878" y="2558132"/>
                  </a:lnTo>
                  <a:lnTo>
                    <a:pt x="3055972" y="2558132"/>
                  </a:lnTo>
                  <a:lnTo>
                    <a:pt x="3056251" y="2558132"/>
                  </a:lnTo>
                  <a:lnTo>
                    <a:pt x="3056531" y="2548178"/>
                  </a:lnTo>
                  <a:lnTo>
                    <a:pt x="3056718" y="2548178"/>
                  </a:lnTo>
                  <a:lnTo>
                    <a:pt x="3057091" y="2548178"/>
                  </a:lnTo>
                  <a:lnTo>
                    <a:pt x="3057650" y="2548178"/>
                  </a:lnTo>
                  <a:lnTo>
                    <a:pt x="3057743" y="2548178"/>
                  </a:lnTo>
                  <a:lnTo>
                    <a:pt x="3057930" y="2548178"/>
                  </a:lnTo>
                  <a:lnTo>
                    <a:pt x="3058210" y="2548178"/>
                  </a:lnTo>
                  <a:lnTo>
                    <a:pt x="3058303" y="2548178"/>
                  </a:lnTo>
                  <a:lnTo>
                    <a:pt x="3058489" y="2548178"/>
                  </a:lnTo>
                  <a:lnTo>
                    <a:pt x="3058676" y="2548178"/>
                  </a:lnTo>
                  <a:lnTo>
                    <a:pt x="3059049" y="2548178"/>
                  </a:lnTo>
                  <a:lnTo>
                    <a:pt x="3059142" y="2548178"/>
                  </a:lnTo>
                  <a:lnTo>
                    <a:pt x="3059608" y="2548178"/>
                  </a:lnTo>
                  <a:lnTo>
                    <a:pt x="3059795" y="2548178"/>
                  </a:lnTo>
                  <a:lnTo>
                    <a:pt x="3059981" y="2548178"/>
                  </a:lnTo>
                  <a:lnTo>
                    <a:pt x="3060074" y="2548178"/>
                  </a:lnTo>
                  <a:lnTo>
                    <a:pt x="3060541" y="2548178"/>
                  </a:lnTo>
                  <a:lnTo>
                    <a:pt x="3060727" y="2548178"/>
                  </a:lnTo>
                  <a:lnTo>
                    <a:pt x="3061380" y="2548178"/>
                  </a:lnTo>
                  <a:lnTo>
                    <a:pt x="3061473" y="2548178"/>
                  </a:lnTo>
                  <a:lnTo>
                    <a:pt x="3061753" y="2548178"/>
                  </a:lnTo>
                  <a:lnTo>
                    <a:pt x="3061846" y="2548178"/>
                  </a:lnTo>
                  <a:lnTo>
                    <a:pt x="3062685" y="2548178"/>
                  </a:lnTo>
                  <a:lnTo>
                    <a:pt x="3062965" y="2548178"/>
                  </a:lnTo>
                  <a:lnTo>
                    <a:pt x="3063431" y="2548178"/>
                  </a:lnTo>
                  <a:lnTo>
                    <a:pt x="3063525" y="2548178"/>
                  </a:lnTo>
                  <a:lnTo>
                    <a:pt x="3063711" y="2548178"/>
                  </a:lnTo>
                  <a:lnTo>
                    <a:pt x="3063804" y="2548178"/>
                  </a:lnTo>
                  <a:lnTo>
                    <a:pt x="3064084" y="2548178"/>
                  </a:lnTo>
                  <a:lnTo>
                    <a:pt x="3064271" y="2548178"/>
                  </a:lnTo>
                  <a:lnTo>
                    <a:pt x="3064364" y="2548178"/>
                  </a:lnTo>
                  <a:lnTo>
                    <a:pt x="3064457" y="2548178"/>
                  </a:lnTo>
                  <a:lnTo>
                    <a:pt x="3064644" y="2548178"/>
                  </a:lnTo>
                  <a:lnTo>
                    <a:pt x="3064737" y="2548178"/>
                  </a:lnTo>
                  <a:lnTo>
                    <a:pt x="3065110" y="2548178"/>
                  </a:lnTo>
                  <a:lnTo>
                    <a:pt x="3065390" y="2548178"/>
                  </a:lnTo>
                  <a:lnTo>
                    <a:pt x="3065483" y="2548178"/>
                  </a:lnTo>
                  <a:lnTo>
                    <a:pt x="3066229" y="2548178"/>
                  </a:lnTo>
                  <a:lnTo>
                    <a:pt x="3066415" y="2548178"/>
                  </a:lnTo>
                  <a:lnTo>
                    <a:pt x="3066508" y="2548178"/>
                  </a:lnTo>
                  <a:lnTo>
                    <a:pt x="3066602" y="2538224"/>
                  </a:lnTo>
                  <a:lnTo>
                    <a:pt x="3066788" y="2538224"/>
                  </a:lnTo>
                  <a:lnTo>
                    <a:pt x="3066881" y="2538224"/>
                  </a:lnTo>
                  <a:lnTo>
                    <a:pt x="3067254" y="2538224"/>
                  </a:lnTo>
                  <a:lnTo>
                    <a:pt x="3067348" y="2538224"/>
                  </a:lnTo>
                  <a:lnTo>
                    <a:pt x="3068467" y="2538224"/>
                  </a:lnTo>
                  <a:lnTo>
                    <a:pt x="3068560" y="2538224"/>
                  </a:lnTo>
                  <a:lnTo>
                    <a:pt x="3068746" y="2538224"/>
                  </a:lnTo>
                  <a:lnTo>
                    <a:pt x="3068933" y="2538224"/>
                  </a:lnTo>
                  <a:lnTo>
                    <a:pt x="3069119" y="2538224"/>
                  </a:lnTo>
                  <a:lnTo>
                    <a:pt x="3069399" y="2538224"/>
                  </a:lnTo>
                  <a:lnTo>
                    <a:pt x="3069772" y="2538224"/>
                  </a:lnTo>
                  <a:lnTo>
                    <a:pt x="3070145" y="2538224"/>
                  </a:lnTo>
                  <a:lnTo>
                    <a:pt x="3070425" y="2538224"/>
                  </a:lnTo>
                  <a:lnTo>
                    <a:pt x="3070518" y="2538224"/>
                  </a:lnTo>
                  <a:lnTo>
                    <a:pt x="3070891" y="2538224"/>
                  </a:lnTo>
                  <a:lnTo>
                    <a:pt x="3071078" y="2538224"/>
                  </a:lnTo>
                  <a:lnTo>
                    <a:pt x="3071171" y="2538224"/>
                  </a:lnTo>
                  <a:lnTo>
                    <a:pt x="3071451" y="2538224"/>
                  </a:lnTo>
                  <a:lnTo>
                    <a:pt x="3071917" y="2538224"/>
                  </a:lnTo>
                  <a:lnTo>
                    <a:pt x="3072383" y="2538224"/>
                  </a:lnTo>
                  <a:lnTo>
                    <a:pt x="3072756" y="2538224"/>
                  </a:lnTo>
                  <a:lnTo>
                    <a:pt x="3072849" y="2538224"/>
                  </a:lnTo>
                  <a:lnTo>
                    <a:pt x="3072943" y="2538224"/>
                  </a:lnTo>
                  <a:lnTo>
                    <a:pt x="3073222" y="2538224"/>
                  </a:lnTo>
                  <a:lnTo>
                    <a:pt x="3073502" y="2538224"/>
                  </a:lnTo>
                  <a:lnTo>
                    <a:pt x="3073595" y="2538224"/>
                  </a:lnTo>
                  <a:lnTo>
                    <a:pt x="3073688" y="2538224"/>
                  </a:lnTo>
                  <a:lnTo>
                    <a:pt x="3073782" y="2538224"/>
                  </a:lnTo>
                  <a:lnTo>
                    <a:pt x="3074061" y="2538224"/>
                  </a:lnTo>
                  <a:lnTo>
                    <a:pt x="3074155" y="2538224"/>
                  </a:lnTo>
                  <a:lnTo>
                    <a:pt x="3074248" y="2538224"/>
                  </a:lnTo>
                  <a:lnTo>
                    <a:pt x="3074994" y="2538224"/>
                  </a:lnTo>
                  <a:lnTo>
                    <a:pt x="3075180" y="2538224"/>
                  </a:lnTo>
                  <a:lnTo>
                    <a:pt x="3075460" y="2538224"/>
                  </a:lnTo>
                  <a:lnTo>
                    <a:pt x="3075553" y="2538224"/>
                  </a:lnTo>
                  <a:lnTo>
                    <a:pt x="3076020" y="2538224"/>
                  </a:lnTo>
                  <a:lnTo>
                    <a:pt x="3076113" y="2538224"/>
                  </a:lnTo>
                  <a:lnTo>
                    <a:pt x="3076206" y="2538224"/>
                  </a:lnTo>
                  <a:lnTo>
                    <a:pt x="3076299" y="2538224"/>
                  </a:lnTo>
                  <a:lnTo>
                    <a:pt x="3076486" y="2538224"/>
                  </a:lnTo>
                  <a:lnTo>
                    <a:pt x="3076766" y="2538224"/>
                  </a:lnTo>
                  <a:lnTo>
                    <a:pt x="3077885" y="2538224"/>
                  </a:lnTo>
                  <a:lnTo>
                    <a:pt x="3078258" y="2538224"/>
                  </a:lnTo>
                  <a:lnTo>
                    <a:pt x="3078817" y="2538224"/>
                  </a:lnTo>
                  <a:lnTo>
                    <a:pt x="3078910" y="2538224"/>
                  </a:lnTo>
                  <a:lnTo>
                    <a:pt x="3079097" y="2538224"/>
                  </a:lnTo>
                  <a:lnTo>
                    <a:pt x="3079377" y="2538224"/>
                  </a:lnTo>
                  <a:lnTo>
                    <a:pt x="3079936" y="2538224"/>
                  </a:lnTo>
                  <a:lnTo>
                    <a:pt x="3080309" y="2538224"/>
                  </a:lnTo>
                  <a:lnTo>
                    <a:pt x="3080775" y="2538224"/>
                  </a:lnTo>
                  <a:lnTo>
                    <a:pt x="3080868" y="2538224"/>
                  </a:lnTo>
                  <a:lnTo>
                    <a:pt x="3080962" y="2538224"/>
                  </a:lnTo>
                  <a:lnTo>
                    <a:pt x="3081055" y="2538224"/>
                  </a:lnTo>
                  <a:lnTo>
                    <a:pt x="3082081" y="2538224"/>
                  </a:lnTo>
                  <a:lnTo>
                    <a:pt x="3082174" y="2538224"/>
                  </a:lnTo>
                  <a:lnTo>
                    <a:pt x="3082360" y="2538224"/>
                  </a:lnTo>
                  <a:lnTo>
                    <a:pt x="3082454" y="2538224"/>
                  </a:lnTo>
                  <a:lnTo>
                    <a:pt x="3082827" y="2538224"/>
                  </a:lnTo>
                  <a:lnTo>
                    <a:pt x="3083293" y="2538224"/>
                  </a:lnTo>
                  <a:lnTo>
                    <a:pt x="3083386" y="2538224"/>
                  </a:lnTo>
                  <a:lnTo>
                    <a:pt x="3083759" y="2538224"/>
                  </a:lnTo>
                  <a:lnTo>
                    <a:pt x="3083946" y="2538224"/>
                  </a:lnTo>
                  <a:lnTo>
                    <a:pt x="3084039" y="2538224"/>
                  </a:lnTo>
                  <a:lnTo>
                    <a:pt x="3084132" y="2538224"/>
                  </a:lnTo>
                  <a:lnTo>
                    <a:pt x="3084225" y="2538224"/>
                  </a:lnTo>
                  <a:lnTo>
                    <a:pt x="3084319" y="2538224"/>
                  </a:lnTo>
                  <a:lnTo>
                    <a:pt x="3084598" y="2538224"/>
                  </a:lnTo>
                  <a:lnTo>
                    <a:pt x="3085438" y="2538224"/>
                  </a:lnTo>
                  <a:lnTo>
                    <a:pt x="3085531" y="2538224"/>
                  </a:lnTo>
                  <a:lnTo>
                    <a:pt x="3085811" y="2538224"/>
                  </a:lnTo>
                  <a:lnTo>
                    <a:pt x="3085904" y="2538224"/>
                  </a:lnTo>
                  <a:lnTo>
                    <a:pt x="3086277" y="2538224"/>
                  </a:lnTo>
                  <a:lnTo>
                    <a:pt x="3086463" y="2538224"/>
                  </a:lnTo>
                  <a:lnTo>
                    <a:pt x="3086650" y="2538224"/>
                  </a:lnTo>
                  <a:lnTo>
                    <a:pt x="3086743" y="2538224"/>
                  </a:lnTo>
                  <a:lnTo>
                    <a:pt x="3086836" y="2538224"/>
                  </a:lnTo>
                  <a:lnTo>
                    <a:pt x="3086930" y="2528270"/>
                  </a:lnTo>
                  <a:lnTo>
                    <a:pt x="3087582" y="2528270"/>
                  </a:lnTo>
                  <a:lnTo>
                    <a:pt x="3087675" y="2528270"/>
                  </a:lnTo>
                  <a:lnTo>
                    <a:pt x="3087769" y="2528270"/>
                  </a:lnTo>
                  <a:lnTo>
                    <a:pt x="3088048" y="2528270"/>
                  </a:lnTo>
                  <a:lnTo>
                    <a:pt x="3088701" y="2528270"/>
                  </a:lnTo>
                  <a:lnTo>
                    <a:pt x="3088981" y="2528270"/>
                  </a:lnTo>
                  <a:lnTo>
                    <a:pt x="3089074" y="2528270"/>
                  </a:lnTo>
                  <a:lnTo>
                    <a:pt x="3089354" y="2528270"/>
                  </a:lnTo>
                  <a:lnTo>
                    <a:pt x="3089540" y="2528270"/>
                  </a:lnTo>
                  <a:lnTo>
                    <a:pt x="3089913" y="2528270"/>
                  </a:lnTo>
                  <a:lnTo>
                    <a:pt x="3090100" y="2528270"/>
                  </a:lnTo>
                  <a:lnTo>
                    <a:pt x="3090286" y="2528270"/>
                  </a:lnTo>
                  <a:lnTo>
                    <a:pt x="3090473" y="2528270"/>
                  </a:lnTo>
                  <a:lnTo>
                    <a:pt x="3090566" y="2528270"/>
                  </a:lnTo>
                  <a:lnTo>
                    <a:pt x="3090659" y="2528270"/>
                  </a:lnTo>
                  <a:lnTo>
                    <a:pt x="3090753" y="2528270"/>
                  </a:lnTo>
                  <a:lnTo>
                    <a:pt x="3091126" y="2528270"/>
                  </a:lnTo>
                  <a:lnTo>
                    <a:pt x="3091592" y="2528270"/>
                  </a:lnTo>
                  <a:lnTo>
                    <a:pt x="3091685" y="2528270"/>
                  </a:lnTo>
                  <a:lnTo>
                    <a:pt x="3091778" y="2528270"/>
                  </a:lnTo>
                  <a:lnTo>
                    <a:pt x="3092338" y="2528270"/>
                  </a:lnTo>
                  <a:lnTo>
                    <a:pt x="3092711" y="2528270"/>
                  </a:lnTo>
                  <a:lnTo>
                    <a:pt x="3092991" y="2528270"/>
                  </a:lnTo>
                  <a:lnTo>
                    <a:pt x="3093643" y="2528270"/>
                  </a:lnTo>
                  <a:lnTo>
                    <a:pt x="3094016" y="2528270"/>
                  </a:lnTo>
                  <a:lnTo>
                    <a:pt x="3094203" y="2528270"/>
                  </a:lnTo>
                  <a:lnTo>
                    <a:pt x="3094296" y="2528270"/>
                  </a:lnTo>
                  <a:lnTo>
                    <a:pt x="3094389" y="2528270"/>
                  </a:lnTo>
                  <a:lnTo>
                    <a:pt x="3094669" y="2528270"/>
                  </a:lnTo>
                  <a:lnTo>
                    <a:pt x="3094762" y="2528270"/>
                  </a:lnTo>
                  <a:lnTo>
                    <a:pt x="3094855" y="2528270"/>
                  </a:lnTo>
                  <a:lnTo>
                    <a:pt x="3095322" y="2528270"/>
                  </a:lnTo>
                  <a:lnTo>
                    <a:pt x="3095415" y="2528270"/>
                  </a:lnTo>
                  <a:lnTo>
                    <a:pt x="3095508" y="2528270"/>
                  </a:lnTo>
                  <a:lnTo>
                    <a:pt x="3095788" y="2528270"/>
                  </a:lnTo>
                  <a:lnTo>
                    <a:pt x="3096627" y="2528270"/>
                  </a:lnTo>
                  <a:lnTo>
                    <a:pt x="3097093" y="2528270"/>
                  </a:lnTo>
                  <a:lnTo>
                    <a:pt x="3097187" y="2528270"/>
                  </a:lnTo>
                  <a:lnTo>
                    <a:pt x="3097373" y="2528270"/>
                  </a:lnTo>
                  <a:lnTo>
                    <a:pt x="3097466" y="2528270"/>
                  </a:lnTo>
                  <a:lnTo>
                    <a:pt x="3097746" y="2528270"/>
                  </a:lnTo>
                  <a:lnTo>
                    <a:pt x="3097839" y="2528270"/>
                  </a:lnTo>
                  <a:lnTo>
                    <a:pt x="3097933" y="2528270"/>
                  </a:lnTo>
                  <a:lnTo>
                    <a:pt x="3098026" y="2528270"/>
                  </a:lnTo>
                  <a:lnTo>
                    <a:pt x="3098212" y="2528270"/>
                  </a:lnTo>
                  <a:lnTo>
                    <a:pt x="3098958" y="2528270"/>
                  </a:lnTo>
                  <a:lnTo>
                    <a:pt x="3099052" y="2528270"/>
                  </a:lnTo>
                  <a:lnTo>
                    <a:pt x="3099145" y="2528270"/>
                  </a:lnTo>
                  <a:lnTo>
                    <a:pt x="3099331" y="2528270"/>
                  </a:lnTo>
                  <a:lnTo>
                    <a:pt x="3099425" y="2528270"/>
                  </a:lnTo>
                  <a:lnTo>
                    <a:pt x="3099704" y="2528270"/>
                  </a:lnTo>
                  <a:lnTo>
                    <a:pt x="3099891" y="2528270"/>
                  </a:lnTo>
                  <a:lnTo>
                    <a:pt x="3100171" y="2528270"/>
                  </a:lnTo>
                  <a:lnTo>
                    <a:pt x="3100264" y="2528270"/>
                  </a:lnTo>
                  <a:lnTo>
                    <a:pt x="3100544" y="2528270"/>
                  </a:lnTo>
                  <a:lnTo>
                    <a:pt x="3100823" y="2528270"/>
                  </a:lnTo>
                  <a:lnTo>
                    <a:pt x="3101010" y="2528270"/>
                  </a:lnTo>
                  <a:lnTo>
                    <a:pt x="3101103" y="2528270"/>
                  </a:lnTo>
                  <a:lnTo>
                    <a:pt x="3101476" y="2528270"/>
                  </a:lnTo>
                  <a:lnTo>
                    <a:pt x="3101569" y="2528270"/>
                  </a:lnTo>
                  <a:lnTo>
                    <a:pt x="3101662" y="2528270"/>
                  </a:lnTo>
                  <a:lnTo>
                    <a:pt x="3103061" y="2528270"/>
                  </a:lnTo>
                  <a:lnTo>
                    <a:pt x="3103527" y="2528270"/>
                  </a:lnTo>
                  <a:lnTo>
                    <a:pt x="3103714" y="2528270"/>
                  </a:lnTo>
                  <a:lnTo>
                    <a:pt x="3103994" y="2528270"/>
                  </a:lnTo>
                  <a:lnTo>
                    <a:pt x="3104180" y="2528270"/>
                  </a:lnTo>
                  <a:lnTo>
                    <a:pt x="3104460" y="2528270"/>
                  </a:lnTo>
                  <a:lnTo>
                    <a:pt x="3104553" y="2528270"/>
                  </a:lnTo>
                  <a:lnTo>
                    <a:pt x="3104646" y="2528270"/>
                  </a:lnTo>
                  <a:lnTo>
                    <a:pt x="3104833" y="2528270"/>
                  </a:lnTo>
                  <a:lnTo>
                    <a:pt x="3105206" y="2528270"/>
                  </a:lnTo>
                  <a:lnTo>
                    <a:pt x="3105392" y="2528270"/>
                  </a:lnTo>
                  <a:lnTo>
                    <a:pt x="3105486" y="2528270"/>
                  </a:lnTo>
                  <a:lnTo>
                    <a:pt x="3105672" y="2528270"/>
                  </a:lnTo>
                  <a:lnTo>
                    <a:pt x="3105765" y="2528270"/>
                  </a:lnTo>
                  <a:lnTo>
                    <a:pt x="3106232" y="2528270"/>
                  </a:lnTo>
                  <a:lnTo>
                    <a:pt x="3106511" y="2528270"/>
                  </a:lnTo>
                  <a:lnTo>
                    <a:pt x="3106698" y="2528270"/>
                  </a:lnTo>
                  <a:lnTo>
                    <a:pt x="3106978" y="2528270"/>
                  </a:lnTo>
                  <a:lnTo>
                    <a:pt x="3107351" y="2528270"/>
                  </a:lnTo>
                  <a:lnTo>
                    <a:pt x="3107817" y="2528270"/>
                  </a:lnTo>
                  <a:lnTo>
                    <a:pt x="3108003" y="2528270"/>
                  </a:lnTo>
                  <a:lnTo>
                    <a:pt x="3109029" y="2528270"/>
                  </a:lnTo>
                  <a:lnTo>
                    <a:pt x="3109122" y="2528270"/>
                  </a:lnTo>
                  <a:lnTo>
                    <a:pt x="3109402" y="2528270"/>
                  </a:lnTo>
                  <a:lnTo>
                    <a:pt x="3109868" y="2528270"/>
                  </a:lnTo>
                  <a:lnTo>
                    <a:pt x="3110055" y="2528270"/>
                  </a:lnTo>
                  <a:lnTo>
                    <a:pt x="3110148" y="2528270"/>
                  </a:lnTo>
                  <a:lnTo>
                    <a:pt x="3110334" y="2528270"/>
                  </a:lnTo>
                  <a:lnTo>
                    <a:pt x="3110428" y="2528270"/>
                  </a:lnTo>
                  <a:lnTo>
                    <a:pt x="3110614" y="2528270"/>
                  </a:lnTo>
                  <a:lnTo>
                    <a:pt x="3110894" y="2528270"/>
                  </a:lnTo>
                  <a:lnTo>
                    <a:pt x="3111080" y="2528270"/>
                  </a:lnTo>
                  <a:lnTo>
                    <a:pt x="3111174" y="2528270"/>
                  </a:lnTo>
                  <a:lnTo>
                    <a:pt x="3111453" y="2528270"/>
                  </a:lnTo>
                  <a:lnTo>
                    <a:pt x="3111640" y="2528270"/>
                  </a:lnTo>
                  <a:lnTo>
                    <a:pt x="3111920" y="2528270"/>
                  </a:lnTo>
                  <a:lnTo>
                    <a:pt x="3112199" y="2528270"/>
                  </a:lnTo>
                  <a:lnTo>
                    <a:pt x="3112479" y="2528270"/>
                  </a:lnTo>
                  <a:lnTo>
                    <a:pt x="3112852" y="2528270"/>
                  </a:lnTo>
                  <a:lnTo>
                    <a:pt x="3112945" y="2528270"/>
                  </a:lnTo>
                  <a:lnTo>
                    <a:pt x="3113132" y="2528270"/>
                  </a:lnTo>
                  <a:lnTo>
                    <a:pt x="3113505" y="2528270"/>
                  </a:lnTo>
                  <a:lnTo>
                    <a:pt x="3113691" y="2528270"/>
                  </a:lnTo>
                  <a:lnTo>
                    <a:pt x="3113878" y="2528270"/>
                  </a:lnTo>
                  <a:lnTo>
                    <a:pt x="3114158" y="2528270"/>
                  </a:lnTo>
                  <a:lnTo>
                    <a:pt x="3114810" y="2528270"/>
                  </a:lnTo>
                  <a:lnTo>
                    <a:pt x="3114997" y="2528270"/>
                  </a:lnTo>
                  <a:lnTo>
                    <a:pt x="3115090" y="2528270"/>
                  </a:lnTo>
                  <a:lnTo>
                    <a:pt x="3115183" y="2528270"/>
                  </a:lnTo>
                  <a:lnTo>
                    <a:pt x="3115556" y="2528270"/>
                  </a:lnTo>
                  <a:lnTo>
                    <a:pt x="3115649" y="2528270"/>
                  </a:lnTo>
                  <a:lnTo>
                    <a:pt x="3115836" y="2528270"/>
                  </a:lnTo>
                  <a:lnTo>
                    <a:pt x="3115929" y="2528270"/>
                  </a:lnTo>
                  <a:lnTo>
                    <a:pt x="3116489" y="2528270"/>
                  </a:lnTo>
                  <a:lnTo>
                    <a:pt x="3116675" y="2528270"/>
                  </a:lnTo>
                  <a:lnTo>
                    <a:pt x="3116862" y="2528270"/>
                  </a:lnTo>
                  <a:lnTo>
                    <a:pt x="3117141" y="2528270"/>
                  </a:lnTo>
                  <a:lnTo>
                    <a:pt x="3117421" y="2528270"/>
                  </a:lnTo>
                  <a:lnTo>
                    <a:pt x="3117514" y="2528270"/>
                  </a:lnTo>
                  <a:lnTo>
                    <a:pt x="3117794" y="2528270"/>
                  </a:lnTo>
                  <a:lnTo>
                    <a:pt x="3117887" y="2528270"/>
                  </a:lnTo>
                  <a:lnTo>
                    <a:pt x="3117981" y="2528270"/>
                  </a:lnTo>
                  <a:lnTo>
                    <a:pt x="3118074" y="2528270"/>
                  </a:lnTo>
                  <a:lnTo>
                    <a:pt x="3118260" y="2528270"/>
                  </a:lnTo>
                  <a:lnTo>
                    <a:pt x="3118354" y="2528270"/>
                  </a:lnTo>
                  <a:lnTo>
                    <a:pt x="3118447" y="2528270"/>
                  </a:lnTo>
                  <a:lnTo>
                    <a:pt x="3118913" y="2528270"/>
                  </a:lnTo>
                  <a:lnTo>
                    <a:pt x="3119006" y="2528270"/>
                  </a:lnTo>
                  <a:lnTo>
                    <a:pt x="3119100" y="2528270"/>
                  </a:lnTo>
                  <a:lnTo>
                    <a:pt x="3119473" y="2518317"/>
                  </a:lnTo>
                  <a:lnTo>
                    <a:pt x="3120219" y="2518317"/>
                  </a:lnTo>
                  <a:lnTo>
                    <a:pt x="3120498" y="2518317"/>
                  </a:lnTo>
                  <a:lnTo>
                    <a:pt x="3120778" y="2518317"/>
                  </a:lnTo>
                  <a:lnTo>
                    <a:pt x="3121058" y="2518317"/>
                  </a:lnTo>
                  <a:lnTo>
                    <a:pt x="3121338" y="2518317"/>
                  </a:lnTo>
                  <a:lnTo>
                    <a:pt x="3121990" y="2518317"/>
                  </a:lnTo>
                  <a:lnTo>
                    <a:pt x="3122083" y="2518317"/>
                  </a:lnTo>
                  <a:lnTo>
                    <a:pt x="3122177" y="2518317"/>
                  </a:lnTo>
                  <a:lnTo>
                    <a:pt x="3122363" y="2518317"/>
                  </a:lnTo>
                  <a:lnTo>
                    <a:pt x="3122456" y="2518317"/>
                  </a:lnTo>
                  <a:lnTo>
                    <a:pt x="3122643" y="2518317"/>
                  </a:lnTo>
                  <a:lnTo>
                    <a:pt x="3122736" y="2518317"/>
                  </a:lnTo>
                  <a:lnTo>
                    <a:pt x="3122829" y="2518317"/>
                  </a:lnTo>
                  <a:lnTo>
                    <a:pt x="3123109" y="2518317"/>
                  </a:lnTo>
                  <a:lnTo>
                    <a:pt x="3123482" y="2518317"/>
                  </a:lnTo>
                  <a:lnTo>
                    <a:pt x="3123762" y="2518317"/>
                  </a:lnTo>
                  <a:lnTo>
                    <a:pt x="3124228" y="2518317"/>
                  </a:lnTo>
                  <a:lnTo>
                    <a:pt x="3124508" y="2518317"/>
                  </a:lnTo>
                  <a:lnTo>
                    <a:pt x="3124881" y="2518317"/>
                  </a:lnTo>
                  <a:lnTo>
                    <a:pt x="3125067" y="2518317"/>
                  </a:lnTo>
                  <a:lnTo>
                    <a:pt x="3125161" y="2518317"/>
                  </a:lnTo>
                  <a:lnTo>
                    <a:pt x="3125254" y="2518317"/>
                  </a:lnTo>
                  <a:lnTo>
                    <a:pt x="3125627" y="2518317"/>
                  </a:lnTo>
                  <a:lnTo>
                    <a:pt x="3126000" y="2518317"/>
                  </a:lnTo>
                  <a:lnTo>
                    <a:pt x="3126186" y="2518317"/>
                  </a:lnTo>
                  <a:lnTo>
                    <a:pt x="3126280" y="2518317"/>
                  </a:lnTo>
                  <a:lnTo>
                    <a:pt x="3126466" y="2518317"/>
                  </a:lnTo>
                  <a:lnTo>
                    <a:pt x="3126559" y="2518317"/>
                  </a:lnTo>
                  <a:lnTo>
                    <a:pt x="3127492" y="2518317"/>
                  </a:lnTo>
                  <a:lnTo>
                    <a:pt x="3127585" y="2518317"/>
                  </a:lnTo>
                  <a:lnTo>
                    <a:pt x="3127678" y="2518317"/>
                  </a:lnTo>
                  <a:lnTo>
                    <a:pt x="3127958" y="2518317"/>
                  </a:lnTo>
                  <a:lnTo>
                    <a:pt x="3128051" y="2518317"/>
                  </a:lnTo>
                  <a:lnTo>
                    <a:pt x="3128424" y="2518317"/>
                  </a:lnTo>
                  <a:lnTo>
                    <a:pt x="3128984" y="2518317"/>
                  </a:lnTo>
                  <a:lnTo>
                    <a:pt x="3129263" y="2518317"/>
                  </a:lnTo>
                  <a:lnTo>
                    <a:pt x="3129543" y="2518317"/>
                  </a:lnTo>
                  <a:lnTo>
                    <a:pt x="3129636" y="2518317"/>
                  </a:lnTo>
                  <a:lnTo>
                    <a:pt x="3130289" y="2518317"/>
                  </a:lnTo>
                  <a:lnTo>
                    <a:pt x="3130382" y="2518317"/>
                  </a:lnTo>
                  <a:lnTo>
                    <a:pt x="3130942" y="2518317"/>
                  </a:lnTo>
                  <a:lnTo>
                    <a:pt x="3131222" y="2518317"/>
                  </a:lnTo>
                  <a:lnTo>
                    <a:pt x="3131315" y="2518317"/>
                  </a:lnTo>
                  <a:lnTo>
                    <a:pt x="3131408" y="2518317"/>
                  </a:lnTo>
                  <a:lnTo>
                    <a:pt x="3131595" y="2518317"/>
                  </a:lnTo>
                  <a:lnTo>
                    <a:pt x="3131688" y="2518317"/>
                  </a:lnTo>
                  <a:lnTo>
                    <a:pt x="3131781" y="2518317"/>
                  </a:lnTo>
                  <a:lnTo>
                    <a:pt x="3132061" y="2518317"/>
                  </a:lnTo>
                  <a:lnTo>
                    <a:pt x="3132154" y="2518317"/>
                  </a:lnTo>
                  <a:lnTo>
                    <a:pt x="3132247" y="2498409"/>
                  </a:lnTo>
                  <a:lnTo>
                    <a:pt x="3132341" y="2498409"/>
                  </a:lnTo>
                  <a:lnTo>
                    <a:pt x="3132714" y="2498409"/>
                  </a:lnTo>
                  <a:lnTo>
                    <a:pt x="3132993" y="2498409"/>
                  </a:lnTo>
                  <a:lnTo>
                    <a:pt x="3133366" y="2498409"/>
                  </a:lnTo>
                  <a:lnTo>
                    <a:pt x="3133553" y="2498409"/>
                  </a:lnTo>
                  <a:lnTo>
                    <a:pt x="3134299" y="2498409"/>
                  </a:lnTo>
                  <a:lnTo>
                    <a:pt x="3134485" y="2498409"/>
                  </a:lnTo>
                  <a:lnTo>
                    <a:pt x="3134858" y="2498409"/>
                  </a:lnTo>
                  <a:lnTo>
                    <a:pt x="3135045" y="2498409"/>
                  </a:lnTo>
                  <a:lnTo>
                    <a:pt x="3135231" y="2498409"/>
                  </a:lnTo>
                  <a:lnTo>
                    <a:pt x="3135325" y="2498409"/>
                  </a:lnTo>
                  <a:lnTo>
                    <a:pt x="3135511" y="2498409"/>
                  </a:lnTo>
                  <a:lnTo>
                    <a:pt x="3135604" y="2498409"/>
                  </a:lnTo>
                  <a:lnTo>
                    <a:pt x="3135698" y="2498409"/>
                  </a:lnTo>
                  <a:lnTo>
                    <a:pt x="3135884" y="2498409"/>
                  </a:lnTo>
                  <a:lnTo>
                    <a:pt x="3136070" y="2498409"/>
                  </a:lnTo>
                  <a:lnTo>
                    <a:pt x="3136443" y="2498409"/>
                  </a:lnTo>
                  <a:lnTo>
                    <a:pt x="3136537" y="2498409"/>
                  </a:lnTo>
                  <a:lnTo>
                    <a:pt x="3136816" y="2498409"/>
                  </a:lnTo>
                  <a:lnTo>
                    <a:pt x="3136910" y="2498409"/>
                  </a:lnTo>
                  <a:lnTo>
                    <a:pt x="3137003" y="2498409"/>
                  </a:lnTo>
                  <a:lnTo>
                    <a:pt x="3137376" y="2498409"/>
                  </a:lnTo>
                  <a:lnTo>
                    <a:pt x="3137469" y="2498409"/>
                  </a:lnTo>
                  <a:lnTo>
                    <a:pt x="3137562" y="2498409"/>
                  </a:lnTo>
                  <a:lnTo>
                    <a:pt x="3137656" y="2498409"/>
                  </a:lnTo>
                  <a:lnTo>
                    <a:pt x="3137842" y="2498409"/>
                  </a:lnTo>
                  <a:lnTo>
                    <a:pt x="3137935" y="2498409"/>
                  </a:lnTo>
                  <a:lnTo>
                    <a:pt x="3139614" y="2498409"/>
                  </a:lnTo>
                  <a:lnTo>
                    <a:pt x="3139707" y="2498409"/>
                  </a:lnTo>
                  <a:lnTo>
                    <a:pt x="3139800" y="2498409"/>
                  </a:lnTo>
                  <a:lnTo>
                    <a:pt x="3140267" y="2498409"/>
                  </a:lnTo>
                  <a:lnTo>
                    <a:pt x="3140360" y="2498409"/>
                  </a:lnTo>
                  <a:lnTo>
                    <a:pt x="3140453" y="2498409"/>
                  </a:lnTo>
                  <a:lnTo>
                    <a:pt x="3140733" y="2498409"/>
                  </a:lnTo>
                  <a:lnTo>
                    <a:pt x="3140826" y="2498409"/>
                  </a:lnTo>
                  <a:lnTo>
                    <a:pt x="3140919" y="2498409"/>
                  </a:lnTo>
                  <a:lnTo>
                    <a:pt x="3141013" y="2488455"/>
                  </a:lnTo>
                  <a:lnTo>
                    <a:pt x="3141199" y="2488455"/>
                  </a:lnTo>
                  <a:lnTo>
                    <a:pt x="3141479" y="2488455"/>
                  </a:lnTo>
                  <a:lnTo>
                    <a:pt x="3141665" y="2488455"/>
                  </a:lnTo>
                  <a:lnTo>
                    <a:pt x="3141759" y="2488455"/>
                  </a:lnTo>
                  <a:lnTo>
                    <a:pt x="3142691" y="2488455"/>
                  </a:lnTo>
                  <a:lnTo>
                    <a:pt x="3142784" y="2488455"/>
                  </a:lnTo>
                  <a:lnTo>
                    <a:pt x="3142971" y="2488455"/>
                  </a:lnTo>
                  <a:lnTo>
                    <a:pt x="3143903" y="2488455"/>
                  </a:lnTo>
                  <a:lnTo>
                    <a:pt x="3144276" y="2488455"/>
                  </a:lnTo>
                  <a:lnTo>
                    <a:pt x="3144369" y="2488455"/>
                  </a:lnTo>
                  <a:lnTo>
                    <a:pt x="3144649" y="2488455"/>
                  </a:lnTo>
                  <a:lnTo>
                    <a:pt x="3144836" y="2488455"/>
                  </a:lnTo>
                  <a:lnTo>
                    <a:pt x="3145302" y="2488455"/>
                  </a:lnTo>
                  <a:lnTo>
                    <a:pt x="3145488" y="2488455"/>
                  </a:lnTo>
                  <a:lnTo>
                    <a:pt x="3145768" y="2488455"/>
                  </a:lnTo>
                  <a:lnTo>
                    <a:pt x="3145861" y="2488455"/>
                  </a:lnTo>
                  <a:lnTo>
                    <a:pt x="3145955" y="2488455"/>
                  </a:lnTo>
                  <a:lnTo>
                    <a:pt x="3146234" y="2488455"/>
                  </a:lnTo>
                  <a:lnTo>
                    <a:pt x="3146328" y="2488455"/>
                  </a:lnTo>
                  <a:lnTo>
                    <a:pt x="3146701" y="2488455"/>
                  </a:lnTo>
                  <a:lnTo>
                    <a:pt x="3146980" y="2488455"/>
                  </a:lnTo>
                  <a:lnTo>
                    <a:pt x="3147074" y="2488455"/>
                  </a:lnTo>
                  <a:lnTo>
                    <a:pt x="3147167" y="2488455"/>
                  </a:lnTo>
                  <a:lnTo>
                    <a:pt x="3147260" y="2488455"/>
                  </a:lnTo>
                  <a:lnTo>
                    <a:pt x="3147353" y="2488455"/>
                  </a:lnTo>
                  <a:lnTo>
                    <a:pt x="3147726" y="2488455"/>
                  </a:lnTo>
                  <a:lnTo>
                    <a:pt x="3147913" y="2488455"/>
                  </a:lnTo>
                  <a:lnTo>
                    <a:pt x="3148752" y="2488455"/>
                  </a:lnTo>
                  <a:lnTo>
                    <a:pt x="3149032" y="2488455"/>
                  </a:lnTo>
                  <a:lnTo>
                    <a:pt x="3149312" y="2488455"/>
                  </a:lnTo>
                  <a:lnTo>
                    <a:pt x="3149498" y="2488455"/>
                  </a:lnTo>
                  <a:lnTo>
                    <a:pt x="3149964" y="2488455"/>
                  </a:lnTo>
                  <a:lnTo>
                    <a:pt x="3150057" y="2488455"/>
                  </a:lnTo>
                  <a:lnTo>
                    <a:pt x="3150430" y="2488455"/>
                  </a:lnTo>
                  <a:lnTo>
                    <a:pt x="3150524" y="2488455"/>
                  </a:lnTo>
                  <a:lnTo>
                    <a:pt x="3150617" y="2488455"/>
                  </a:lnTo>
                  <a:lnTo>
                    <a:pt x="3150710" y="2488455"/>
                  </a:lnTo>
                  <a:lnTo>
                    <a:pt x="3150990" y="2488455"/>
                  </a:lnTo>
                  <a:lnTo>
                    <a:pt x="3151083" y="2488455"/>
                  </a:lnTo>
                  <a:lnTo>
                    <a:pt x="3151270" y="2488455"/>
                  </a:lnTo>
                  <a:lnTo>
                    <a:pt x="3151456" y="2488455"/>
                  </a:lnTo>
                  <a:lnTo>
                    <a:pt x="3152109" y="2478501"/>
                  </a:lnTo>
                  <a:lnTo>
                    <a:pt x="3152202" y="2478501"/>
                  </a:lnTo>
                  <a:lnTo>
                    <a:pt x="3152389" y="2478501"/>
                  </a:lnTo>
                  <a:lnTo>
                    <a:pt x="3152482" y="2478501"/>
                  </a:lnTo>
                  <a:lnTo>
                    <a:pt x="3153321" y="2478501"/>
                  </a:lnTo>
                  <a:lnTo>
                    <a:pt x="3153414" y="2478501"/>
                  </a:lnTo>
                  <a:lnTo>
                    <a:pt x="3153974" y="2478501"/>
                  </a:lnTo>
                  <a:lnTo>
                    <a:pt x="3154254" y="2478501"/>
                  </a:lnTo>
                  <a:lnTo>
                    <a:pt x="3154440" y="2478501"/>
                  </a:lnTo>
                  <a:lnTo>
                    <a:pt x="3154906" y="2478501"/>
                  </a:lnTo>
                  <a:lnTo>
                    <a:pt x="3155279" y="2478501"/>
                  </a:lnTo>
                  <a:lnTo>
                    <a:pt x="3155466" y="2478501"/>
                  </a:lnTo>
                  <a:lnTo>
                    <a:pt x="3155559" y="2478501"/>
                  </a:lnTo>
                  <a:lnTo>
                    <a:pt x="3155932" y="2478501"/>
                  </a:lnTo>
                  <a:lnTo>
                    <a:pt x="3156212" y="2478501"/>
                  </a:lnTo>
                  <a:lnTo>
                    <a:pt x="3156398" y="2478501"/>
                  </a:lnTo>
                  <a:lnTo>
                    <a:pt x="3156864" y="2468548"/>
                  </a:lnTo>
                  <a:lnTo>
                    <a:pt x="3156958" y="2468548"/>
                  </a:lnTo>
                  <a:lnTo>
                    <a:pt x="3157144" y="2468548"/>
                  </a:lnTo>
                  <a:lnTo>
                    <a:pt x="3157331" y="2468548"/>
                  </a:lnTo>
                  <a:lnTo>
                    <a:pt x="3157797" y="2468548"/>
                  </a:lnTo>
                  <a:lnTo>
                    <a:pt x="3157890" y="2468548"/>
                  </a:lnTo>
                  <a:lnTo>
                    <a:pt x="3157983" y="2468548"/>
                  </a:lnTo>
                  <a:lnTo>
                    <a:pt x="3158263" y="2468548"/>
                  </a:lnTo>
                  <a:lnTo>
                    <a:pt x="3158636" y="2468548"/>
                  </a:lnTo>
                  <a:lnTo>
                    <a:pt x="3158729" y="2468548"/>
                  </a:lnTo>
                  <a:lnTo>
                    <a:pt x="3158823" y="2468548"/>
                  </a:lnTo>
                  <a:lnTo>
                    <a:pt x="3158823" y="2458594"/>
                  </a:lnTo>
                  <a:lnTo>
                    <a:pt x="3159102" y="2458594"/>
                  </a:lnTo>
                  <a:lnTo>
                    <a:pt x="3159196" y="2458594"/>
                  </a:lnTo>
                  <a:lnTo>
                    <a:pt x="3159662" y="2458594"/>
                  </a:lnTo>
                  <a:lnTo>
                    <a:pt x="3159848" y="2458594"/>
                  </a:lnTo>
                  <a:lnTo>
                    <a:pt x="3159942" y="2458594"/>
                  </a:lnTo>
                  <a:lnTo>
                    <a:pt x="3160035" y="2458594"/>
                  </a:lnTo>
                  <a:lnTo>
                    <a:pt x="3160408" y="2458594"/>
                  </a:lnTo>
                  <a:lnTo>
                    <a:pt x="3160501" y="2458594"/>
                  </a:lnTo>
                  <a:lnTo>
                    <a:pt x="3160594" y="2458594"/>
                  </a:lnTo>
                  <a:lnTo>
                    <a:pt x="3160967" y="2458594"/>
                  </a:lnTo>
                  <a:lnTo>
                    <a:pt x="3161527" y="2458594"/>
                  </a:lnTo>
                  <a:lnTo>
                    <a:pt x="3162553" y="2458594"/>
                  </a:lnTo>
                  <a:lnTo>
                    <a:pt x="3162646" y="2458594"/>
                  </a:lnTo>
                  <a:lnTo>
                    <a:pt x="3162739" y="2458594"/>
                  </a:lnTo>
                  <a:lnTo>
                    <a:pt x="3162832" y="2458594"/>
                  </a:lnTo>
                  <a:lnTo>
                    <a:pt x="3162926" y="2458594"/>
                  </a:lnTo>
                  <a:lnTo>
                    <a:pt x="3163112" y="2458594"/>
                  </a:lnTo>
                  <a:lnTo>
                    <a:pt x="3163205" y="2458594"/>
                  </a:lnTo>
                  <a:lnTo>
                    <a:pt x="3163299" y="2458594"/>
                  </a:lnTo>
                  <a:lnTo>
                    <a:pt x="3163392" y="2458594"/>
                  </a:lnTo>
                  <a:lnTo>
                    <a:pt x="3163485" y="2458594"/>
                  </a:lnTo>
                  <a:lnTo>
                    <a:pt x="3163578" y="2458594"/>
                  </a:lnTo>
                  <a:lnTo>
                    <a:pt x="3163671" y="2458594"/>
                  </a:lnTo>
                  <a:lnTo>
                    <a:pt x="3163951" y="2458594"/>
                  </a:lnTo>
                  <a:lnTo>
                    <a:pt x="3164044" y="2458594"/>
                  </a:lnTo>
                  <a:lnTo>
                    <a:pt x="3166003" y="2448640"/>
                  </a:lnTo>
                  <a:lnTo>
                    <a:pt x="3166096" y="2448640"/>
                  </a:lnTo>
                  <a:lnTo>
                    <a:pt x="3166189" y="2448640"/>
                  </a:lnTo>
                  <a:lnTo>
                    <a:pt x="3166469" y="2448640"/>
                  </a:lnTo>
                  <a:lnTo>
                    <a:pt x="3166655" y="2448640"/>
                  </a:lnTo>
                  <a:lnTo>
                    <a:pt x="3166749" y="2448640"/>
                  </a:lnTo>
                  <a:lnTo>
                    <a:pt x="3166935" y="2448640"/>
                  </a:lnTo>
                  <a:lnTo>
                    <a:pt x="3167028" y="2448640"/>
                  </a:lnTo>
                  <a:lnTo>
                    <a:pt x="3167122" y="2448640"/>
                  </a:lnTo>
                  <a:lnTo>
                    <a:pt x="3167401" y="2448640"/>
                  </a:lnTo>
                  <a:lnTo>
                    <a:pt x="3167495" y="2448640"/>
                  </a:lnTo>
                  <a:lnTo>
                    <a:pt x="3167774" y="2448640"/>
                  </a:lnTo>
                  <a:lnTo>
                    <a:pt x="3168241" y="2448640"/>
                  </a:lnTo>
                  <a:lnTo>
                    <a:pt x="3168334" y="2448640"/>
                  </a:lnTo>
                  <a:lnTo>
                    <a:pt x="3168427" y="2448640"/>
                  </a:lnTo>
                  <a:lnTo>
                    <a:pt x="3168707" y="2448640"/>
                  </a:lnTo>
                  <a:lnTo>
                    <a:pt x="3168893" y="2448640"/>
                  </a:lnTo>
                  <a:lnTo>
                    <a:pt x="3169080" y="2448640"/>
                  </a:lnTo>
                  <a:lnTo>
                    <a:pt x="3169360" y="2448640"/>
                  </a:lnTo>
                  <a:lnTo>
                    <a:pt x="3169453" y="2448640"/>
                  </a:lnTo>
                  <a:lnTo>
                    <a:pt x="3169639" y="2448640"/>
                  </a:lnTo>
                  <a:lnTo>
                    <a:pt x="3169733" y="2448640"/>
                  </a:lnTo>
                  <a:lnTo>
                    <a:pt x="3170012" y="2438686"/>
                  </a:lnTo>
                  <a:lnTo>
                    <a:pt x="3170199" y="2438686"/>
                  </a:lnTo>
                  <a:lnTo>
                    <a:pt x="3170758" y="2438686"/>
                  </a:lnTo>
                  <a:lnTo>
                    <a:pt x="3170851" y="2438686"/>
                  </a:lnTo>
                  <a:lnTo>
                    <a:pt x="3171038" y="2438686"/>
                  </a:lnTo>
                  <a:lnTo>
                    <a:pt x="3171131" y="2438686"/>
                  </a:lnTo>
                  <a:lnTo>
                    <a:pt x="3171411" y="2438686"/>
                  </a:lnTo>
                  <a:lnTo>
                    <a:pt x="3171504" y="2438686"/>
                  </a:lnTo>
                  <a:lnTo>
                    <a:pt x="3171691" y="2438686"/>
                  </a:lnTo>
                  <a:lnTo>
                    <a:pt x="3171877" y="2438686"/>
                  </a:lnTo>
                  <a:lnTo>
                    <a:pt x="3172343" y="2438686"/>
                  </a:lnTo>
                  <a:lnTo>
                    <a:pt x="3172437" y="2438686"/>
                  </a:lnTo>
                  <a:lnTo>
                    <a:pt x="3173089" y="2438686"/>
                  </a:lnTo>
                  <a:lnTo>
                    <a:pt x="3173835" y="2438686"/>
                  </a:lnTo>
                  <a:lnTo>
                    <a:pt x="3174488" y="2428732"/>
                  </a:lnTo>
                  <a:lnTo>
                    <a:pt x="3174581" y="2428732"/>
                  </a:lnTo>
                  <a:lnTo>
                    <a:pt x="3174768" y="2428732"/>
                  </a:lnTo>
                  <a:lnTo>
                    <a:pt x="3174861" y="2428732"/>
                  </a:lnTo>
                  <a:lnTo>
                    <a:pt x="3175048" y="2428732"/>
                  </a:lnTo>
                  <a:lnTo>
                    <a:pt x="3175141" y="2428732"/>
                  </a:lnTo>
                  <a:lnTo>
                    <a:pt x="3175327" y="2428732"/>
                  </a:lnTo>
                  <a:lnTo>
                    <a:pt x="3176633" y="2408825"/>
                  </a:lnTo>
                  <a:lnTo>
                    <a:pt x="3176819" y="2408825"/>
                  </a:lnTo>
                  <a:lnTo>
                    <a:pt x="3176913" y="2408825"/>
                  </a:lnTo>
                  <a:lnTo>
                    <a:pt x="3177099" y="2408825"/>
                  </a:lnTo>
                  <a:lnTo>
                    <a:pt x="3177192" y="2408825"/>
                  </a:lnTo>
                  <a:lnTo>
                    <a:pt x="3177286" y="2408825"/>
                  </a:lnTo>
                  <a:lnTo>
                    <a:pt x="3177379" y="2408825"/>
                  </a:lnTo>
                  <a:lnTo>
                    <a:pt x="3177658" y="2408825"/>
                  </a:lnTo>
                  <a:lnTo>
                    <a:pt x="3177845" y="2408825"/>
                  </a:lnTo>
                  <a:lnTo>
                    <a:pt x="3177938" y="2408825"/>
                  </a:lnTo>
                  <a:lnTo>
                    <a:pt x="3178031" y="2408825"/>
                  </a:lnTo>
                  <a:lnTo>
                    <a:pt x="3178218" y="2408825"/>
                  </a:lnTo>
                  <a:lnTo>
                    <a:pt x="3178684" y="2408825"/>
                  </a:lnTo>
                  <a:lnTo>
                    <a:pt x="3178871" y="2408825"/>
                  </a:lnTo>
                  <a:lnTo>
                    <a:pt x="3179057" y="2408825"/>
                  </a:lnTo>
                  <a:lnTo>
                    <a:pt x="3179150" y="2408825"/>
                  </a:lnTo>
                  <a:lnTo>
                    <a:pt x="3179337" y="2408825"/>
                  </a:lnTo>
                  <a:lnTo>
                    <a:pt x="3179803" y="2408825"/>
                  </a:lnTo>
                  <a:lnTo>
                    <a:pt x="3179896" y="2408825"/>
                  </a:lnTo>
                  <a:lnTo>
                    <a:pt x="3179990" y="2408825"/>
                  </a:lnTo>
                  <a:lnTo>
                    <a:pt x="3180176" y="2408825"/>
                  </a:lnTo>
                  <a:lnTo>
                    <a:pt x="3180549" y="2408825"/>
                  </a:lnTo>
                  <a:lnTo>
                    <a:pt x="3180736" y="2408825"/>
                  </a:lnTo>
                  <a:lnTo>
                    <a:pt x="3181015" y="2408825"/>
                  </a:lnTo>
                  <a:lnTo>
                    <a:pt x="3181668" y="2408825"/>
                  </a:lnTo>
                  <a:lnTo>
                    <a:pt x="3182041" y="2408825"/>
                  </a:lnTo>
                  <a:lnTo>
                    <a:pt x="3182134" y="2408825"/>
                  </a:lnTo>
                  <a:lnTo>
                    <a:pt x="3182321" y="2408825"/>
                  </a:lnTo>
                  <a:lnTo>
                    <a:pt x="3182507" y="2398871"/>
                  </a:lnTo>
                  <a:lnTo>
                    <a:pt x="3182787" y="2398871"/>
                  </a:lnTo>
                  <a:lnTo>
                    <a:pt x="3183067" y="2398871"/>
                  </a:lnTo>
                  <a:lnTo>
                    <a:pt x="3183160" y="2398871"/>
                  </a:lnTo>
                  <a:lnTo>
                    <a:pt x="3183253" y="2398871"/>
                  </a:lnTo>
                  <a:lnTo>
                    <a:pt x="3183347" y="2398871"/>
                  </a:lnTo>
                  <a:lnTo>
                    <a:pt x="3184093" y="2398871"/>
                  </a:lnTo>
                  <a:lnTo>
                    <a:pt x="3184093" y="2388917"/>
                  </a:lnTo>
                  <a:lnTo>
                    <a:pt x="3184279" y="2388917"/>
                  </a:lnTo>
                  <a:lnTo>
                    <a:pt x="3184372" y="2388917"/>
                  </a:lnTo>
                  <a:lnTo>
                    <a:pt x="3185025" y="2388917"/>
                  </a:lnTo>
                  <a:lnTo>
                    <a:pt x="3185305" y="2388917"/>
                  </a:lnTo>
                  <a:lnTo>
                    <a:pt x="3185491" y="2388917"/>
                  </a:lnTo>
                  <a:lnTo>
                    <a:pt x="3185678" y="2388917"/>
                  </a:lnTo>
                  <a:lnTo>
                    <a:pt x="3185957" y="2388917"/>
                  </a:lnTo>
                  <a:lnTo>
                    <a:pt x="3186051" y="2388917"/>
                  </a:lnTo>
                  <a:lnTo>
                    <a:pt x="3186237" y="2388917"/>
                  </a:lnTo>
                  <a:lnTo>
                    <a:pt x="3186424" y="2388917"/>
                  </a:lnTo>
                  <a:lnTo>
                    <a:pt x="3186610" y="2388917"/>
                  </a:lnTo>
                  <a:lnTo>
                    <a:pt x="3186983" y="2388917"/>
                  </a:lnTo>
                  <a:lnTo>
                    <a:pt x="3187076" y="2388917"/>
                  </a:lnTo>
                  <a:lnTo>
                    <a:pt x="3187170" y="2388917"/>
                  </a:lnTo>
                  <a:lnTo>
                    <a:pt x="3187263" y="2388917"/>
                  </a:lnTo>
                  <a:lnTo>
                    <a:pt x="3187356" y="2388917"/>
                  </a:lnTo>
                  <a:lnTo>
                    <a:pt x="3188475" y="2388917"/>
                  </a:lnTo>
                  <a:lnTo>
                    <a:pt x="3188568" y="2388917"/>
                  </a:lnTo>
                  <a:lnTo>
                    <a:pt x="3188848" y="2388917"/>
                  </a:lnTo>
                  <a:lnTo>
                    <a:pt x="3188941" y="2388917"/>
                  </a:lnTo>
                  <a:lnTo>
                    <a:pt x="3189035" y="2388917"/>
                  </a:lnTo>
                  <a:lnTo>
                    <a:pt x="3189221" y="2388917"/>
                  </a:lnTo>
                  <a:lnTo>
                    <a:pt x="3189314" y="2388917"/>
                  </a:lnTo>
                  <a:lnTo>
                    <a:pt x="3189874" y="2388917"/>
                  </a:lnTo>
                  <a:lnTo>
                    <a:pt x="3189967" y="2388917"/>
                  </a:lnTo>
                  <a:lnTo>
                    <a:pt x="3190154" y="2388917"/>
                  </a:lnTo>
                  <a:lnTo>
                    <a:pt x="3190527" y="2388917"/>
                  </a:lnTo>
                  <a:lnTo>
                    <a:pt x="3190713" y="2388917"/>
                  </a:lnTo>
                  <a:lnTo>
                    <a:pt x="3190993" y="2388917"/>
                  </a:lnTo>
                  <a:lnTo>
                    <a:pt x="3191273" y="2388917"/>
                  </a:lnTo>
                  <a:lnTo>
                    <a:pt x="3191366" y="2388917"/>
                  </a:lnTo>
                  <a:lnTo>
                    <a:pt x="3191552" y="2388917"/>
                  </a:lnTo>
                  <a:lnTo>
                    <a:pt x="3191739" y="2388917"/>
                  </a:lnTo>
                  <a:lnTo>
                    <a:pt x="3191832" y="2388917"/>
                  </a:lnTo>
                  <a:lnTo>
                    <a:pt x="3192018" y="2378963"/>
                  </a:lnTo>
                  <a:lnTo>
                    <a:pt x="3192485" y="2378963"/>
                  </a:lnTo>
                  <a:lnTo>
                    <a:pt x="3192578" y="2378963"/>
                  </a:lnTo>
                  <a:lnTo>
                    <a:pt x="3192951" y="2378963"/>
                  </a:lnTo>
                  <a:lnTo>
                    <a:pt x="3193604" y="2378963"/>
                  </a:lnTo>
                  <a:lnTo>
                    <a:pt x="3193883" y="2378963"/>
                  </a:lnTo>
                  <a:lnTo>
                    <a:pt x="3193977" y="2378963"/>
                  </a:lnTo>
                  <a:lnTo>
                    <a:pt x="3194350" y="2378963"/>
                  </a:lnTo>
                  <a:lnTo>
                    <a:pt x="3194536" y="2378963"/>
                  </a:lnTo>
                  <a:lnTo>
                    <a:pt x="3194723" y="2378963"/>
                  </a:lnTo>
                  <a:lnTo>
                    <a:pt x="3195655" y="2369009"/>
                  </a:lnTo>
                  <a:lnTo>
                    <a:pt x="3195842" y="2369009"/>
                  </a:lnTo>
                  <a:lnTo>
                    <a:pt x="3195935" y="2369009"/>
                  </a:lnTo>
                  <a:lnTo>
                    <a:pt x="3196121" y="2369009"/>
                  </a:lnTo>
                  <a:lnTo>
                    <a:pt x="3196401" y="2369009"/>
                  </a:lnTo>
                  <a:lnTo>
                    <a:pt x="3197427" y="2359055"/>
                  </a:lnTo>
                  <a:lnTo>
                    <a:pt x="3197613" y="2359055"/>
                  </a:lnTo>
                  <a:lnTo>
                    <a:pt x="3197986" y="2359055"/>
                  </a:lnTo>
                  <a:lnTo>
                    <a:pt x="3198080" y="2359055"/>
                  </a:lnTo>
                  <a:lnTo>
                    <a:pt x="3198266" y="2359055"/>
                  </a:lnTo>
                  <a:lnTo>
                    <a:pt x="3198546" y="2359055"/>
                  </a:lnTo>
                  <a:lnTo>
                    <a:pt x="3198732" y="2359055"/>
                  </a:lnTo>
                  <a:lnTo>
                    <a:pt x="3199292" y="2359055"/>
                  </a:lnTo>
                  <a:lnTo>
                    <a:pt x="3199478" y="2359055"/>
                  </a:lnTo>
                  <a:lnTo>
                    <a:pt x="3199571" y="2359055"/>
                  </a:lnTo>
                  <a:lnTo>
                    <a:pt x="3199665" y="2359055"/>
                  </a:lnTo>
                  <a:lnTo>
                    <a:pt x="3200038" y="2359055"/>
                  </a:lnTo>
                  <a:lnTo>
                    <a:pt x="3200317" y="2359055"/>
                  </a:lnTo>
                  <a:lnTo>
                    <a:pt x="3200411" y="2359055"/>
                  </a:lnTo>
                  <a:lnTo>
                    <a:pt x="3200504" y="2359055"/>
                  </a:lnTo>
                  <a:lnTo>
                    <a:pt x="3201063" y="2359055"/>
                  </a:lnTo>
                  <a:lnTo>
                    <a:pt x="3201157" y="2359055"/>
                  </a:lnTo>
                  <a:lnTo>
                    <a:pt x="3201250" y="2359055"/>
                  </a:lnTo>
                  <a:lnTo>
                    <a:pt x="3201343" y="2359055"/>
                  </a:lnTo>
                  <a:lnTo>
                    <a:pt x="3201530" y="2359055"/>
                  </a:lnTo>
                  <a:lnTo>
                    <a:pt x="3201623" y="2359055"/>
                  </a:lnTo>
                  <a:lnTo>
                    <a:pt x="3201716" y="2359055"/>
                  </a:lnTo>
                  <a:lnTo>
                    <a:pt x="3201903" y="2359055"/>
                  </a:lnTo>
                  <a:lnTo>
                    <a:pt x="3202835" y="2359055"/>
                  </a:lnTo>
                  <a:lnTo>
                    <a:pt x="3202928" y="2359055"/>
                  </a:lnTo>
                  <a:lnTo>
                    <a:pt x="3203395" y="2359055"/>
                  </a:lnTo>
                  <a:lnTo>
                    <a:pt x="3203488" y="2359055"/>
                  </a:lnTo>
                  <a:lnTo>
                    <a:pt x="3203674" y="2359055"/>
                  </a:lnTo>
                  <a:lnTo>
                    <a:pt x="3203861" y="2359055"/>
                  </a:lnTo>
                  <a:lnTo>
                    <a:pt x="3203954" y="2359055"/>
                  </a:lnTo>
                  <a:lnTo>
                    <a:pt x="3204234" y="2359055"/>
                  </a:lnTo>
                  <a:lnTo>
                    <a:pt x="3204700" y="2359055"/>
                  </a:lnTo>
                  <a:lnTo>
                    <a:pt x="3204980" y="2359055"/>
                  </a:lnTo>
                  <a:lnTo>
                    <a:pt x="3205073" y="2359055"/>
                  </a:lnTo>
                  <a:lnTo>
                    <a:pt x="3205166" y="2359055"/>
                  </a:lnTo>
                  <a:lnTo>
                    <a:pt x="3205260" y="2359055"/>
                  </a:lnTo>
                  <a:lnTo>
                    <a:pt x="3205819" y="2359055"/>
                  </a:lnTo>
                  <a:lnTo>
                    <a:pt x="3206005" y="2359055"/>
                  </a:lnTo>
                  <a:lnTo>
                    <a:pt x="3206378" y="2359055"/>
                  </a:lnTo>
                  <a:lnTo>
                    <a:pt x="3206472" y="2359055"/>
                  </a:lnTo>
                  <a:lnTo>
                    <a:pt x="3206565" y="2359055"/>
                  </a:lnTo>
                  <a:lnTo>
                    <a:pt x="3206658" y="2359055"/>
                  </a:lnTo>
                  <a:lnTo>
                    <a:pt x="3206751" y="2359055"/>
                  </a:lnTo>
                  <a:lnTo>
                    <a:pt x="3207124" y="2359055"/>
                  </a:lnTo>
                  <a:lnTo>
                    <a:pt x="3207497" y="2359055"/>
                  </a:lnTo>
                  <a:lnTo>
                    <a:pt x="3207591" y="2359055"/>
                  </a:lnTo>
                  <a:lnTo>
                    <a:pt x="3207684" y="2359055"/>
                  </a:lnTo>
                  <a:lnTo>
                    <a:pt x="3207777" y="2359055"/>
                  </a:lnTo>
                  <a:lnTo>
                    <a:pt x="3207870" y="2359055"/>
                  </a:lnTo>
                  <a:lnTo>
                    <a:pt x="3208243" y="2359055"/>
                  </a:lnTo>
                  <a:lnTo>
                    <a:pt x="3208430" y="2359055"/>
                  </a:lnTo>
                  <a:lnTo>
                    <a:pt x="3208710" y="2359055"/>
                  </a:lnTo>
                  <a:lnTo>
                    <a:pt x="3208803" y="2359055"/>
                  </a:lnTo>
                  <a:lnTo>
                    <a:pt x="3208989" y="2359055"/>
                  </a:lnTo>
                  <a:lnTo>
                    <a:pt x="3209362" y="2359055"/>
                  </a:lnTo>
                  <a:lnTo>
                    <a:pt x="3209456" y="2359055"/>
                  </a:lnTo>
                  <a:lnTo>
                    <a:pt x="3210015" y="2359055"/>
                  </a:lnTo>
                  <a:lnTo>
                    <a:pt x="3210295" y="2359055"/>
                  </a:lnTo>
                  <a:lnTo>
                    <a:pt x="3210481" y="2359055"/>
                  </a:lnTo>
                  <a:lnTo>
                    <a:pt x="3210575" y="2359055"/>
                  </a:lnTo>
                  <a:lnTo>
                    <a:pt x="3210668" y="2359055"/>
                  </a:lnTo>
                  <a:lnTo>
                    <a:pt x="3210948" y="2359055"/>
                  </a:lnTo>
                  <a:lnTo>
                    <a:pt x="3211227" y="2359055"/>
                  </a:lnTo>
                  <a:lnTo>
                    <a:pt x="3211694" y="2359055"/>
                  </a:lnTo>
                  <a:lnTo>
                    <a:pt x="3211973" y="2359055"/>
                  </a:lnTo>
                  <a:lnTo>
                    <a:pt x="3212439" y="2359055"/>
                  </a:lnTo>
                  <a:lnTo>
                    <a:pt x="3212812" y="2359055"/>
                  </a:lnTo>
                  <a:lnTo>
                    <a:pt x="3213185" y="2359055"/>
                  </a:lnTo>
                  <a:lnTo>
                    <a:pt x="3213558" y="2359055"/>
                  </a:lnTo>
                  <a:lnTo>
                    <a:pt x="3213838" y="2359055"/>
                  </a:lnTo>
                  <a:lnTo>
                    <a:pt x="3214025" y="2359055"/>
                  </a:lnTo>
                  <a:lnTo>
                    <a:pt x="3214304" y="2359055"/>
                  </a:lnTo>
                  <a:lnTo>
                    <a:pt x="3214491" y="2359055"/>
                  </a:lnTo>
                  <a:lnTo>
                    <a:pt x="3214584" y="2359055"/>
                  </a:lnTo>
                  <a:lnTo>
                    <a:pt x="3214771" y="2359055"/>
                  </a:lnTo>
                  <a:lnTo>
                    <a:pt x="3215050" y="2359055"/>
                  </a:lnTo>
                  <a:lnTo>
                    <a:pt x="3215237" y="2359055"/>
                  </a:lnTo>
                  <a:lnTo>
                    <a:pt x="3215330" y="2359055"/>
                  </a:lnTo>
                  <a:lnTo>
                    <a:pt x="3215796" y="2359055"/>
                  </a:lnTo>
                  <a:lnTo>
                    <a:pt x="3215890" y="2359055"/>
                  </a:lnTo>
                  <a:lnTo>
                    <a:pt x="3215983" y="2359055"/>
                  </a:lnTo>
                  <a:lnTo>
                    <a:pt x="3216356" y="2359055"/>
                  </a:lnTo>
                  <a:lnTo>
                    <a:pt x="3216636" y="2359055"/>
                  </a:lnTo>
                  <a:lnTo>
                    <a:pt x="3217009" y="2359055"/>
                  </a:lnTo>
                  <a:lnTo>
                    <a:pt x="3217102" y="2359055"/>
                  </a:lnTo>
                  <a:lnTo>
                    <a:pt x="3217661" y="2359055"/>
                  </a:lnTo>
                  <a:lnTo>
                    <a:pt x="3217755" y="2359055"/>
                  </a:lnTo>
                  <a:lnTo>
                    <a:pt x="3218034" y="2359055"/>
                  </a:lnTo>
                  <a:lnTo>
                    <a:pt x="3218128" y="2359055"/>
                  </a:lnTo>
                  <a:lnTo>
                    <a:pt x="3218314" y="2359055"/>
                  </a:lnTo>
                  <a:lnTo>
                    <a:pt x="3218407" y="2359055"/>
                  </a:lnTo>
                  <a:lnTo>
                    <a:pt x="3218501" y="2359055"/>
                  </a:lnTo>
                  <a:lnTo>
                    <a:pt x="3218874" y="2359055"/>
                  </a:lnTo>
                  <a:lnTo>
                    <a:pt x="3218967" y="2359055"/>
                  </a:lnTo>
                  <a:lnTo>
                    <a:pt x="3219246" y="2359055"/>
                  </a:lnTo>
                  <a:lnTo>
                    <a:pt x="3219899" y="2359055"/>
                  </a:lnTo>
                  <a:lnTo>
                    <a:pt x="3219992" y="2359055"/>
                  </a:lnTo>
                  <a:lnTo>
                    <a:pt x="3220272" y="2359055"/>
                  </a:lnTo>
                  <a:lnTo>
                    <a:pt x="3220365" y="2359055"/>
                  </a:lnTo>
                  <a:lnTo>
                    <a:pt x="3220645" y="2359055"/>
                  </a:lnTo>
                  <a:lnTo>
                    <a:pt x="3221111" y="2359055"/>
                  </a:lnTo>
                  <a:lnTo>
                    <a:pt x="3221205" y="2359055"/>
                  </a:lnTo>
                  <a:lnTo>
                    <a:pt x="3221764" y="2359055"/>
                  </a:lnTo>
                  <a:lnTo>
                    <a:pt x="3222137" y="2349102"/>
                  </a:lnTo>
                  <a:lnTo>
                    <a:pt x="3222230" y="2349102"/>
                  </a:lnTo>
                  <a:lnTo>
                    <a:pt x="3222790" y="2349102"/>
                  </a:lnTo>
                  <a:lnTo>
                    <a:pt x="3222883" y="2349102"/>
                  </a:lnTo>
                  <a:lnTo>
                    <a:pt x="3223349" y="2349102"/>
                  </a:lnTo>
                  <a:lnTo>
                    <a:pt x="3223443" y="2349102"/>
                  </a:lnTo>
                  <a:lnTo>
                    <a:pt x="3223909" y="2349102"/>
                  </a:lnTo>
                  <a:lnTo>
                    <a:pt x="3224562" y="2349102"/>
                  </a:lnTo>
                  <a:lnTo>
                    <a:pt x="3224935" y="2349102"/>
                  </a:lnTo>
                  <a:lnTo>
                    <a:pt x="3225028" y="2349102"/>
                  </a:lnTo>
                  <a:lnTo>
                    <a:pt x="3225214" y="2349102"/>
                  </a:lnTo>
                  <a:lnTo>
                    <a:pt x="3225587" y="2349102"/>
                  </a:lnTo>
                  <a:lnTo>
                    <a:pt x="3225960" y="2349102"/>
                  </a:lnTo>
                  <a:lnTo>
                    <a:pt x="3226054" y="2349102"/>
                  </a:lnTo>
                  <a:lnTo>
                    <a:pt x="3226240" y="2349102"/>
                  </a:lnTo>
                  <a:lnTo>
                    <a:pt x="3226426" y="2349102"/>
                  </a:lnTo>
                  <a:lnTo>
                    <a:pt x="3226706" y="2349102"/>
                  </a:lnTo>
                  <a:lnTo>
                    <a:pt x="3227545" y="2349102"/>
                  </a:lnTo>
                  <a:lnTo>
                    <a:pt x="3227639" y="2349102"/>
                  </a:lnTo>
                  <a:lnTo>
                    <a:pt x="3227732" y="2349102"/>
                  </a:lnTo>
                  <a:lnTo>
                    <a:pt x="3227825" y="2349102"/>
                  </a:lnTo>
                  <a:lnTo>
                    <a:pt x="3227918" y="2349102"/>
                  </a:lnTo>
                  <a:lnTo>
                    <a:pt x="3228198" y="2349102"/>
                  </a:lnTo>
                  <a:lnTo>
                    <a:pt x="3228478" y="2339148"/>
                  </a:lnTo>
                  <a:lnTo>
                    <a:pt x="3228571" y="2339148"/>
                  </a:lnTo>
                  <a:lnTo>
                    <a:pt x="3228851" y="2339148"/>
                  </a:lnTo>
                  <a:lnTo>
                    <a:pt x="3229224" y="2339148"/>
                  </a:lnTo>
                  <a:lnTo>
                    <a:pt x="3229317" y="2339148"/>
                  </a:lnTo>
                  <a:lnTo>
                    <a:pt x="3229410" y="2339148"/>
                  </a:lnTo>
                  <a:lnTo>
                    <a:pt x="3230063" y="2339148"/>
                  </a:lnTo>
                  <a:lnTo>
                    <a:pt x="3230436" y="2339148"/>
                  </a:lnTo>
                  <a:lnTo>
                    <a:pt x="3230529" y="2339148"/>
                  </a:lnTo>
                  <a:lnTo>
                    <a:pt x="3230623" y="2339148"/>
                  </a:lnTo>
                  <a:lnTo>
                    <a:pt x="3230716" y="2339148"/>
                  </a:lnTo>
                  <a:lnTo>
                    <a:pt x="3230996" y="2339148"/>
                  </a:lnTo>
                  <a:lnTo>
                    <a:pt x="3231182" y="2339148"/>
                  </a:lnTo>
                  <a:lnTo>
                    <a:pt x="3231275" y="2339148"/>
                  </a:lnTo>
                  <a:lnTo>
                    <a:pt x="3232115" y="2339148"/>
                  </a:lnTo>
                  <a:lnTo>
                    <a:pt x="3232208" y="2339148"/>
                  </a:lnTo>
                  <a:lnTo>
                    <a:pt x="3232301" y="2339148"/>
                  </a:lnTo>
                  <a:lnTo>
                    <a:pt x="3232581" y="2339148"/>
                  </a:lnTo>
                  <a:lnTo>
                    <a:pt x="3232861" y="2339148"/>
                  </a:lnTo>
                  <a:lnTo>
                    <a:pt x="3233327" y="2339148"/>
                  </a:lnTo>
                  <a:lnTo>
                    <a:pt x="3233420" y="2339148"/>
                  </a:lnTo>
                  <a:lnTo>
                    <a:pt x="3233886" y="2339148"/>
                  </a:lnTo>
                  <a:lnTo>
                    <a:pt x="3234166" y="2339148"/>
                  </a:lnTo>
                  <a:lnTo>
                    <a:pt x="3234819" y="2329194"/>
                  </a:lnTo>
                  <a:lnTo>
                    <a:pt x="3235751" y="2329194"/>
                  </a:lnTo>
                  <a:lnTo>
                    <a:pt x="3235844" y="2329194"/>
                  </a:lnTo>
                  <a:lnTo>
                    <a:pt x="3235938" y="2329194"/>
                  </a:lnTo>
                  <a:lnTo>
                    <a:pt x="3236031" y="2329194"/>
                  </a:lnTo>
                  <a:lnTo>
                    <a:pt x="3236124" y="2329194"/>
                  </a:lnTo>
                  <a:lnTo>
                    <a:pt x="3236404" y="2329194"/>
                  </a:lnTo>
                  <a:lnTo>
                    <a:pt x="3236497" y="2329194"/>
                  </a:lnTo>
                  <a:lnTo>
                    <a:pt x="3236684" y="2329194"/>
                  </a:lnTo>
                  <a:lnTo>
                    <a:pt x="3236870" y="2329194"/>
                  </a:lnTo>
                  <a:lnTo>
                    <a:pt x="3237150" y="2329194"/>
                  </a:lnTo>
                  <a:lnTo>
                    <a:pt x="3237243" y="2329194"/>
                  </a:lnTo>
                  <a:lnTo>
                    <a:pt x="3237336" y="2329194"/>
                  </a:lnTo>
                  <a:lnTo>
                    <a:pt x="3237523" y="2329194"/>
                  </a:lnTo>
                  <a:lnTo>
                    <a:pt x="3237709" y="2329194"/>
                  </a:lnTo>
                  <a:lnTo>
                    <a:pt x="3237803" y="2329194"/>
                  </a:lnTo>
                  <a:lnTo>
                    <a:pt x="3237896" y="2329194"/>
                  </a:lnTo>
                  <a:lnTo>
                    <a:pt x="3238922" y="2329194"/>
                  </a:lnTo>
                  <a:lnTo>
                    <a:pt x="3239015" y="2329194"/>
                  </a:lnTo>
                  <a:lnTo>
                    <a:pt x="3239201" y="2329194"/>
                  </a:lnTo>
                  <a:lnTo>
                    <a:pt x="3239295" y="2329194"/>
                  </a:lnTo>
                  <a:lnTo>
                    <a:pt x="3239388" y="2329194"/>
                  </a:lnTo>
                  <a:lnTo>
                    <a:pt x="3239574" y="2329194"/>
                  </a:lnTo>
                  <a:lnTo>
                    <a:pt x="3239761" y="2329194"/>
                  </a:lnTo>
                  <a:lnTo>
                    <a:pt x="3239947" y="2329194"/>
                  </a:lnTo>
                  <a:lnTo>
                    <a:pt x="3240227" y="2329194"/>
                  </a:lnTo>
                  <a:lnTo>
                    <a:pt x="3240320" y="2329194"/>
                  </a:lnTo>
                  <a:lnTo>
                    <a:pt x="3241626" y="2329194"/>
                  </a:lnTo>
                  <a:lnTo>
                    <a:pt x="3241905" y="2329194"/>
                  </a:lnTo>
                  <a:lnTo>
                    <a:pt x="3242185" y="2329194"/>
                  </a:lnTo>
                  <a:lnTo>
                    <a:pt x="3242372" y="2329194"/>
                  </a:lnTo>
                  <a:lnTo>
                    <a:pt x="3242465" y="2329194"/>
                  </a:lnTo>
                  <a:lnTo>
                    <a:pt x="3242558" y="2329194"/>
                  </a:lnTo>
                  <a:lnTo>
                    <a:pt x="3242838" y="2329194"/>
                  </a:lnTo>
                  <a:lnTo>
                    <a:pt x="3243024" y="2329194"/>
                  </a:lnTo>
                  <a:lnTo>
                    <a:pt x="3243304" y="2329194"/>
                  </a:lnTo>
                  <a:lnTo>
                    <a:pt x="3243397" y="2329194"/>
                  </a:lnTo>
                  <a:lnTo>
                    <a:pt x="3243491" y="2329194"/>
                  </a:lnTo>
                  <a:lnTo>
                    <a:pt x="3243677" y="2329194"/>
                  </a:lnTo>
                  <a:lnTo>
                    <a:pt x="3243770" y="2329194"/>
                  </a:lnTo>
                  <a:lnTo>
                    <a:pt x="3244516" y="2329194"/>
                  </a:lnTo>
                  <a:lnTo>
                    <a:pt x="3244610" y="2329194"/>
                  </a:lnTo>
                  <a:lnTo>
                    <a:pt x="3245076" y="2329194"/>
                  </a:lnTo>
                  <a:lnTo>
                    <a:pt x="3245542" y="2329194"/>
                  </a:lnTo>
                  <a:lnTo>
                    <a:pt x="3246102" y="2329194"/>
                  </a:lnTo>
                  <a:lnTo>
                    <a:pt x="3246195" y="2329194"/>
                  </a:lnTo>
                  <a:lnTo>
                    <a:pt x="3246381" y="2329194"/>
                  </a:lnTo>
                  <a:lnTo>
                    <a:pt x="3246848" y="2329194"/>
                  </a:lnTo>
                  <a:lnTo>
                    <a:pt x="3247127" y="2329194"/>
                  </a:lnTo>
                  <a:lnTo>
                    <a:pt x="3247220" y="2329194"/>
                  </a:lnTo>
                  <a:lnTo>
                    <a:pt x="3247407" y="2329194"/>
                  </a:lnTo>
                  <a:lnTo>
                    <a:pt x="3247500" y="2329194"/>
                  </a:lnTo>
                  <a:lnTo>
                    <a:pt x="3247593" y="2329194"/>
                  </a:lnTo>
                  <a:lnTo>
                    <a:pt x="3247687" y="2329194"/>
                  </a:lnTo>
                  <a:lnTo>
                    <a:pt x="3247873" y="2329194"/>
                  </a:lnTo>
                  <a:lnTo>
                    <a:pt x="3247966" y="2329194"/>
                  </a:lnTo>
                  <a:lnTo>
                    <a:pt x="3248246" y="2329194"/>
                  </a:lnTo>
                  <a:lnTo>
                    <a:pt x="3248526" y="2329194"/>
                  </a:lnTo>
                  <a:lnTo>
                    <a:pt x="3248992" y="2329194"/>
                  </a:lnTo>
                  <a:lnTo>
                    <a:pt x="3249085" y="2329194"/>
                  </a:lnTo>
                  <a:lnTo>
                    <a:pt x="3249179" y="2329194"/>
                  </a:lnTo>
                  <a:lnTo>
                    <a:pt x="3249365" y="2329194"/>
                  </a:lnTo>
                  <a:lnTo>
                    <a:pt x="3249645" y="2329194"/>
                  </a:lnTo>
                  <a:lnTo>
                    <a:pt x="3249831" y="2329194"/>
                  </a:lnTo>
                  <a:lnTo>
                    <a:pt x="3250018" y="2329194"/>
                  </a:lnTo>
                  <a:lnTo>
                    <a:pt x="3250671" y="2329194"/>
                  </a:lnTo>
                  <a:lnTo>
                    <a:pt x="3250764" y="2329194"/>
                  </a:lnTo>
                  <a:lnTo>
                    <a:pt x="3250950" y="2329194"/>
                  </a:lnTo>
                  <a:lnTo>
                    <a:pt x="3251323" y="2329194"/>
                  </a:lnTo>
                  <a:lnTo>
                    <a:pt x="3251696" y="2329194"/>
                  </a:lnTo>
                  <a:lnTo>
                    <a:pt x="3252069" y="2329194"/>
                  </a:lnTo>
                  <a:lnTo>
                    <a:pt x="3252256" y="2329194"/>
                  </a:lnTo>
                  <a:lnTo>
                    <a:pt x="3252349" y="2329194"/>
                  </a:lnTo>
                  <a:lnTo>
                    <a:pt x="3252442" y="2329194"/>
                  </a:lnTo>
                  <a:lnTo>
                    <a:pt x="3252722" y="2329194"/>
                  </a:lnTo>
                  <a:lnTo>
                    <a:pt x="3253468" y="2329194"/>
                  </a:lnTo>
                  <a:lnTo>
                    <a:pt x="3253655" y="2329194"/>
                  </a:lnTo>
                  <a:lnTo>
                    <a:pt x="3254121" y="2329194"/>
                  </a:lnTo>
                  <a:lnTo>
                    <a:pt x="3254214" y="2329194"/>
                  </a:lnTo>
                  <a:lnTo>
                    <a:pt x="3254307" y="2329194"/>
                  </a:lnTo>
                  <a:lnTo>
                    <a:pt x="3254494" y="2329194"/>
                  </a:lnTo>
                  <a:lnTo>
                    <a:pt x="3254773" y="2329194"/>
                  </a:lnTo>
                  <a:lnTo>
                    <a:pt x="3255053" y="2329194"/>
                  </a:lnTo>
                  <a:lnTo>
                    <a:pt x="3255146" y="2329194"/>
                  </a:lnTo>
                  <a:lnTo>
                    <a:pt x="3255613" y="2329194"/>
                  </a:lnTo>
                  <a:lnTo>
                    <a:pt x="3255986" y="2329194"/>
                  </a:lnTo>
                  <a:lnTo>
                    <a:pt x="3256079" y="2329194"/>
                  </a:lnTo>
                  <a:lnTo>
                    <a:pt x="3256732" y="2329194"/>
                  </a:lnTo>
                  <a:lnTo>
                    <a:pt x="3256825" y="2329194"/>
                  </a:lnTo>
                  <a:lnTo>
                    <a:pt x="3257105" y="2329194"/>
                  </a:lnTo>
                  <a:lnTo>
                    <a:pt x="3257105" y="2319240"/>
                  </a:lnTo>
                  <a:lnTo>
                    <a:pt x="3257198" y="2319240"/>
                  </a:lnTo>
                  <a:lnTo>
                    <a:pt x="3257478" y="2319240"/>
                  </a:lnTo>
                  <a:lnTo>
                    <a:pt x="3257757" y="2319240"/>
                  </a:lnTo>
                  <a:lnTo>
                    <a:pt x="3258130" y="2319240"/>
                  </a:lnTo>
                  <a:lnTo>
                    <a:pt x="3258317" y="2319240"/>
                  </a:lnTo>
                  <a:lnTo>
                    <a:pt x="3258783" y="2319240"/>
                  </a:lnTo>
                  <a:lnTo>
                    <a:pt x="3258970" y="2319240"/>
                  </a:lnTo>
                  <a:lnTo>
                    <a:pt x="3259063" y="2319240"/>
                  </a:lnTo>
                  <a:lnTo>
                    <a:pt x="3259249" y="2319240"/>
                  </a:lnTo>
                  <a:lnTo>
                    <a:pt x="3259716" y="2319240"/>
                  </a:lnTo>
                  <a:lnTo>
                    <a:pt x="3259809" y="2319240"/>
                  </a:lnTo>
                  <a:lnTo>
                    <a:pt x="3259995" y="2319240"/>
                  </a:lnTo>
                  <a:lnTo>
                    <a:pt x="3260089" y="2319240"/>
                  </a:lnTo>
                  <a:lnTo>
                    <a:pt x="3260182" y="2319240"/>
                  </a:lnTo>
                  <a:lnTo>
                    <a:pt x="3260555" y="2319240"/>
                  </a:lnTo>
                  <a:lnTo>
                    <a:pt x="3260928" y="2319240"/>
                  </a:lnTo>
                  <a:lnTo>
                    <a:pt x="3261207" y="2319240"/>
                  </a:lnTo>
                  <a:lnTo>
                    <a:pt x="3261674" y="2319240"/>
                  </a:lnTo>
                  <a:lnTo>
                    <a:pt x="3261767" y="2319240"/>
                  </a:lnTo>
                  <a:lnTo>
                    <a:pt x="3261953" y="2319240"/>
                  </a:lnTo>
                  <a:lnTo>
                    <a:pt x="3262699" y="2319240"/>
                  </a:lnTo>
                  <a:lnTo>
                    <a:pt x="3262793" y="2319240"/>
                  </a:lnTo>
                  <a:lnTo>
                    <a:pt x="3262886" y="2319240"/>
                  </a:lnTo>
                  <a:lnTo>
                    <a:pt x="3263072" y="2319240"/>
                  </a:lnTo>
                  <a:lnTo>
                    <a:pt x="3263166" y="2319240"/>
                  </a:lnTo>
                  <a:lnTo>
                    <a:pt x="3263445" y="2319240"/>
                  </a:lnTo>
                  <a:lnTo>
                    <a:pt x="3263539" y="2319240"/>
                  </a:lnTo>
                  <a:lnTo>
                    <a:pt x="3263632" y="2319240"/>
                  </a:lnTo>
                  <a:lnTo>
                    <a:pt x="3263725" y="2319240"/>
                  </a:lnTo>
                  <a:lnTo>
                    <a:pt x="3263912" y="2319240"/>
                  </a:lnTo>
                  <a:lnTo>
                    <a:pt x="3264005" y="2319240"/>
                  </a:lnTo>
                  <a:lnTo>
                    <a:pt x="3264658" y="2319240"/>
                  </a:lnTo>
                  <a:lnTo>
                    <a:pt x="3264844" y="2319240"/>
                  </a:lnTo>
                  <a:lnTo>
                    <a:pt x="3265124" y="2319240"/>
                  </a:lnTo>
                  <a:lnTo>
                    <a:pt x="3265310" y="2319240"/>
                  </a:lnTo>
                  <a:lnTo>
                    <a:pt x="3265777" y="2319240"/>
                  </a:lnTo>
                  <a:lnTo>
                    <a:pt x="3265870" y="2319240"/>
                  </a:lnTo>
                  <a:lnTo>
                    <a:pt x="3265963" y="2319240"/>
                  </a:lnTo>
                  <a:lnTo>
                    <a:pt x="3266150" y="2319240"/>
                  </a:lnTo>
                  <a:lnTo>
                    <a:pt x="3266336" y="2319240"/>
                  </a:lnTo>
                  <a:lnTo>
                    <a:pt x="3266709" y="2319240"/>
                  </a:lnTo>
                  <a:lnTo>
                    <a:pt x="3266802" y="2319240"/>
                  </a:lnTo>
                  <a:lnTo>
                    <a:pt x="3266896" y="2319240"/>
                  </a:lnTo>
                  <a:lnTo>
                    <a:pt x="3266989" y="2319240"/>
                  </a:lnTo>
                  <a:lnTo>
                    <a:pt x="3267082" y="2319240"/>
                  </a:lnTo>
                  <a:lnTo>
                    <a:pt x="3267548" y="2319240"/>
                  </a:lnTo>
                  <a:lnTo>
                    <a:pt x="3268574" y="2319240"/>
                  </a:lnTo>
                  <a:lnTo>
                    <a:pt x="3268667" y="2319240"/>
                  </a:lnTo>
                  <a:lnTo>
                    <a:pt x="3268760" y="2319240"/>
                  </a:lnTo>
                  <a:lnTo>
                    <a:pt x="3268854" y="2319240"/>
                  </a:lnTo>
                  <a:lnTo>
                    <a:pt x="3268947" y="2319240"/>
                  </a:lnTo>
                  <a:lnTo>
                    <a:pt x="3269227" y="2319240"/>
                  </a:lnTo>
                  <a:lnTo>
                    <a:pt x="3269413" y="2319240"/>
                  </a:lnTo>
                  <a:lnTo>
                    <a:pt x="3269506" y="2319240"/>
                  </a:lnTo>
                  <a:lnTo>
                    <a:pt x="3270252" y="2319240"/>
                  </a:lnTo>
                  <a:lnTo>
                    <a:pt x="3270625" y="2319240"/>
                  </a:lnTo>
                  <a:lnTo>
                    <a:pt x="3270719" y="2319240"/>
                  </a:lnTo>
                  <a:lnTo>
                    <a:pt x="3270998" y="2319240"/>
                  </a:lnTo>
                  <a:lnTo>
                    <a:pt x="3271092" y="2319240"/>
                  </a:lnTo>
                  <a:lnTo>
                    <a:pt x="3271744" y="2319240"/>
                  </a:lnTo>
                  <a:lnTo>
                    <a:pt x="3271838" y="2319240"/>
                  </a:lnTo>
                  <a:lnTo>
                    <a:pt x="3271931" y="2319240"/>
                  </a:lnTo>
                  <a:lnTo>
                    <a:pt x="3272304" y="2319240"/>
                  </a:lnTo>
                  <a:lnTo>
                    <a:pt x="3272677" y="2319240"/>
                  </a:lnTo>
                  <a:lnTo>
                    <a:pt x="3272770" y="2319240"/>
                  </a:lnTo>
                  <a:lnTo>
                    <a:pt x="3272863" y="2309286"/>
                  </a:lnTo>
                  <a:lnTo>
                    <a:pt x="3272957" y="2309286"/>
                  </a:lnTo>
                  <a:lnTo>
                    <a:pt x="3273330" y="2309286"/>
                  </a:lnTo>
                  <a:lnTo>
                    <a:pt x="3273609" y="2309286"/>
                  </a:lnTo>
                  <a:lnTo>
                    <a:pt x="3273703" y="2309286"/>
                  </a:lnTo>
                  <a:lnTo>
                    <a:pt x="3273889" y="2309286"/>
                  </a:lnTo>
                  <a:lnTo>
                    <a:pt x="3273982" y="2309286"/>
                  </a:lnTo>
                  <a:lnTo>
                    <a:pt x="3274169" y="2309286"/>
                  </a:lnTo>
                  <a:lnTo>
                    <a:pt x="3274262" y="2309286"/>
                  </a:lnTo>
                  <a:lnTo>
                    <a:pt x="3274542" y="2309286"/>
                  </a:lnTo>
                  <a:lnTo>
                    <a:pt x="3274635" y="2309286"/>
                  </a:lnTo>
                  <a:lnTo>
                    <a:pt x="3274635" y="2299333"/>
                  </a:lnTo>
                  <a:lnTo>
                    <a:pt x="3274821" y="2299333"/>
                  </a:lnTo>
                  <a:lnTo>
                    <a:pt x="3275381" y="2299333"/>
                  </a:lnTo>
                  <a:lnTo>
                    <a:pt x="3275474" y="2299333"/>
                  </a:lnTo>
                  <a:lnTo>
                    <a:pt x="3275661" y="2299333"/>
                  </a:lnTo>
                  <a:lnTo>
                    <a:pt x="3275754" y="2299333"/>
                  </a:lnTo>
                  <a:lnTo>
                    <a:pt x="3275940" y="2299333"/>
                  </a:lnTo>
                  <a:lnTo>
                    <a:pt x="3276873" y="2299333"/>
                  </a:lnTo>
                  <a:lnTo>
                    <a:pt x="3277246" y="2299333"/>
                  </a:lnTo>
                  <a:lnTo>
                    <a:pt x="3277712" y="2299333"/>
                  </a:lnTo>
                  <a:lnTo>
                    <a:pt x="3277805" y="2299333"/>
                  </a:lnTo>
                  <a:lnTo>
                    <a:pt x="3277899" y="2299333"/>
                  </a:lnTo>
                  <a:lnTo>
                    <a:pt x="3277992" y="2299333"/>
                  </a:lnTo>
                  <a:lnTo>
                    <a:pt x="3278178" y="2299333"/>
                  </a:lnTo>
                  <a:lnTo>
                    <a:pt x="3278458" y="2299333"/>
                  </a:lnTo>
                  <a:lnTo>
                    <a:pt x="3278831" y="2299333"/>
                  </a:lnTo>
                  <a:lnTo>
                    <a:pt x="3279018" y="2299333"/>
                  </a:lnTo>
                  <a:lnTo>
                    <a:pt x="3279204" y="2299333"/>
                  </a:lnTo>
                  <a:lnTo>
                    <a:pt x="3279297" y="2299333"/>
                  </a:lnTo>
                  <a:lnTo>
                    <a:pt x="3279764" y="2299333"/>
                  </a:lnTo>
                  <a:lnTo>
                    <a:pt x="3279950" y="2299333"/>
                  </a:lnTo>
                  <a:lnTo>
                    <a:pt x="3280043" y="2299333"/>
                  </a:lnTo>
                  <a:lnTo>
                    <a:pt x="3280137" y="2299333"/>
                  </a:lnTo>
                  <a:lnTo>
                    <a:pt x="3280230" y="2299333"/>
                  </a:lnTo>
                  <a:lnTo>
                    <a:pt x="3280603" y="2299333"/>
                  </a:lnTo>
                  <a:lnTo>
                    <a:pt x="3280789" y="2299333"/>
                  </a:lnTo>
                  <a:lnTo>
                    <a:pt x="3281069" y="2299333"/>
                  </a:lnTo>
                  <a:lnTo>
                    <a:pt x="3281349" y="2299333"/>
                  </a:lnTo>
                  <a:lnTo>
                    <a:pt x="3281535" y="2299333"/>
                  </a:lnTo>
                  <a:lnTo>
                    <a:pt x="3282001" y="2299333"/>
                  </a:lnTo>
                  <a:lnTo>
                    <a:pt x="3282095" y="2299333"/>
                  </a:lnTo>
                  <a:lnTo>
                    <a:pt x="3282188" y="2299333"/>
                  </a:lnTo>
                  <a:lnTo>
                    <a:pt x="3282561" y="2299333"/>
                  </a:lnTo>
                  <a:lnTo>
                    <a:pt x="3282654" y="2299333"/>
                  </a:lnTo>
                  <a:lnTo>
                    <a:pt x="3282747" y="2299333"/>
                  </a:lnTo>
                  <a:lnTo>
                    <a:pt x="3282841" y="2299333"/>
                  </a:lnTo>
                  <a:lnTo>
                    <a:pt x="3282934" y="2299333"/>
                  </a:lnTo>
                  <a:lnTo>
                    <a:pt x="3283027" y="2299333"/>
                  </a:lnTo>
                  <a:lnTo>
                    <a:pt x="3283400" y="2299333"/>
                  </a:lnTo>
                  <a:lnTo>
                    <a:pt x="3283493" y="2299333"/>
                  </a:lnTo>
                  <a:lnTo>
                    <a:pt x="3283587" y="2299333"/>
                  </a:lnTo>
                  <a:lnTo>
                    <a:pt x="3283680" y="2299333"/>
                  </a:lnTo>
                  <a:lnTo>
                    <a:pt x="3283960" y="2299333"/>
                  </a:lnTo>
                  <a:lnTo>
                    <a:pt x="3284426" y="2299333"/>
                  </a:lnTo>
                  <a:lnTo>
                    <a:pt x="3284612" y="2299333"/>
                  </a:lnTo>
                  <a:lnTo>
                    <a:pt x="3284706" y="2299333"/>
                  </a:lnTo>
                  <a:lnTo>
                    <a:pt x="3284799" y="2299333"/>
                  </a:lnTo>
                  <a:lnTo>
                    <a:pt x="3284985" y="2299333"/>
                  </a:lnTo>
                  <a:lnTo>
                    <a:pt x="3285079" y="2299333"/>
                  </a:lnTo>
                  <a:lnTo>
                    <a:pt x="3285638" y="2299333"/>
                  </a:lnTo>
                  <a:lnTo>
                    <a:pt x="3285918" y="2299333"/>
                  </a:lnTo>
                  <a:lnTo>
                    <a:pt x="3286011" y="2299333"/>
                  </a:lnTo>
                  <a:lnTo>
                    <a:pt x="3286104" y="2299333"/>
                  </a:lnTo>
                  <a:lnTo>
                    <a:pt x="3286384" y="2299333"/>
                  </a:lnTo>
                  <a:lnTo>
                    <a:pt x="3286477" y="2299333"/>
                  </a:lnTo>
                  <a:lnTo>
                    <a:pt x="3286757" y="2299333"/>
                  </a:lnTo>
                  <a:lnTo>
                    <a:pt x="3287130" y="2299333"/>
                  </a:lnTo>
                  <a:lnTo>
                    <a:pt x="3287317" y="2299333"/>
                  </a:lnTo>
                  <a:lnTo>
                    <a:pt x="3287410" y="2299333"/>
                  </a:lnTo>
                  <a:lnTo>
                    <a:pt x="3287690" y="2299333"/>
                  </a:lnTo>
                  <a:lnTo>
                    <a:pt x="3287783" y="2299333"/>
                  </a:lnTo>
                  <a:lnTo>
                    <a:pt x="3288249" y="2299333"/>
                  </a:lnTo>
                  <a:lnTo>
                    <a:pt x="3288529" y="2299333"/>
                  </a:lnTo>
                  <a:lnTo>
                    <a:pt x="3288622" y="2299333"/>
                  </a:lnTo>
                  <a:lnTo>
                    <a:pt x="3288808" y="2299333"/>
                  </a:lnTo>
                  <a:lnTo>
                    <a:pt x="3289181" y="2299333"/>
                  </a:lnTo>
                  <a:lnTo>
                    <a:pt x="3289648" y="2299333"/>
                  </a:lnTo>
                  <a:lnTo>
                    <a:pt x="3289927" y="2299333"/>
                  </a:lnTo>
                  <a:lnTo>
                    <a:pt x="3290207" y="2299333"/>
                  </a:lnTo>
                  <a:lnTo>
                    <a:pt x="3290394" y="2299333"/>
                  </a:lnTo>
                  <a:lnTo>
                    <a:pt x="3290487" y="2299333"/>
                  </a:lnTo>
                  <a:lnTo>
                    <a:pt x="3290580" y="2299333"/>
                  </a:lnTo>
                  <a:lnTo>
                    <a:pt x="3290953" y="2299333"/>
                  </a:lnTo>
                  <a:lnTo>
                    <a:pt x="3291419" y="2299333"/>
                  </a:lnTo>
                  <a:lnTo>
                    <a:pt x="3291699" y="2299333"/>
                  </a:lnTo>
                  <a:lnTo>
                    <a:pt x="3291792" y="2299333"/>
                  </a:lnTo>
                  <a:lnTo>
                    <a:pt x="3292072" y="2299333"/>
                  </a:lnTo>
                  <a:lnTo>
                    <a:pt x="3292165" y="2299333"/>
                  </a:lnTo>
                  <a:lnTo>
                    <a:pt x="3292352" y="2299333"/>
                  </a:lnTo>
                  <a:lnTo>
                    <a:pt x="3292445" y="2299333"/>
                  </a:lnTo>
                  <a:lnTo>
                    <a:pt x="3292538" y="2299333"/>
                  </a:lnTo>
                  <a:lnTo>
                    <a:pt x="3292818" y="2299333"/>
                  </a:lnTo>
                  <a:lnTo>
                    <a:pt x="3292911" y="2299333"/>
                  </a:lnTo>
                  <a:lnTo>
                    <a:pt x="3293471" y="2299333"/>
                  </a:lnTo>
                  <a:lnTo>
                    <a:pt x="3293751" y="2299333"/>
                  </a:lnTo>
                  <a:lnTo>
                    <a:pt x="3294217" y="2299333"/>
                  </a:lnTo>
                  <a:lnTo>
                    <a:pt x="3294310" y="2299333"/>
                  </a:lnTo>
                  <a:lnTo>
                    <a:pt x="3294403" y="2299333"/>
                  </a:lnTo>
                  <a:lnTo>
                    <a:pt x="3295056" y="2299333"/>
                  </a:lnTo>
                  <a:lnTo>
                    <a:pt x="3295243" y="2299333"/>
                  </a:lnTo>
                  <a:lnTo>
                    <a:pt x="3295336" y="2299333"/>
                  </a:lnTo>
                  <a:lnTo>
                    <a:pt x="3295429" y="2299333"/>
                  </a:lnTo>
                  <a:lnTo>
                    <a:pt x="3295709" y="2299333"/>
                  </a:lnTo>
                  <a:lnTo>
                    <a:pt x="3296268" y="2299333"/>
                  </a:lnTo>
                  <a:lnTo>
                    <a:pt x="3296361" y="2299333"/>
                  </a:lnTo>
                  <a:lnTo>
                    <a:pt x="3297107" y="2299333"/>
                  </a:lnTo>
                  <a:lnTo>
                    <a:pt x="3297201" y="2299333"/>
                  </a:lnTo>
                  <a:lnTo>
                    <a:pt x="3297294" y="2299333"/>
                  </a:lnTo>
                  <a:lnTo>
                    <a:pt x="3297387" y="2299333"/>
                  </a:lnTo>
                  <a:lnTo>
                    <a:pt x="3297480" y="2299333"/>
                  </a:lnTo>
                  <a:lnTo>
                    <a:pt x="3297574" y="2299333"/>
                  </a:lnTo>
                  <a:lnTo>
                    <a:pt x="3298320" y="2299333"/>
                  </a:lnTo>
                  <a:lnTo>
                    <a:pt x="3298506" y="2299333"/>
                  </a:lnTo>
                  <a:lnTo>
                    <a:pt x="3298599" y="2299333"/>
                  </a:lnTo>
                  <a:lnTo>
                    <a:pt x="3298879" y="2299333"/>
                  </a:lnTo>
                  <a:lnTo>
                    <a:pt x="3298972" y="2299333"/>
                  </a:lnTo>
                  <a:lnTo>
                    <a:pt x="3299066" y="2299333"/>
                  </a:lnTo>
                  <a:lnTo>
                    <a:pt x="3299998" y="2299333"/>
                  </a:lnTo>
                  <a:lnTo>
                    <a:pt x="3300185" y="2299333"/>
                  </a:lnTo>
                  <a:lnTo>
                    <a:pt x="3300371" y="2299333"/>
                  </a:lnTo>
                  <a:lnTo>
                    <a:pt x="3300464" y="2299333"/>
                  </a:lnTo>
                  <a:lnTo>
                    <a:pt x="3300931" y="2299333"/>
                  </a:lnTo>
                  <a:lnTo>
                    <a:pt x="3301863" y="2299333"/>
                  </a:lnTo>
                  <a:lnTo>
                    <a:pt x="3301956" y="2299333"/>
                  </a:lnTo>
                  <a:lnTo>
                    <a:pt x="3302889" y="2299333"/>
                  </a:lnTo>
                  <a:lnTo>
                    <a:pt x="3302982" y="2299333"/>
                  </a:lnTo>
                  <a:lnTo>
                    <a:pt x="3303168" y="2299333"/>
                  </a:lnTo>
                  <a:lnTo>
                    <a:pt x="3303262" y="2299333"/>
                  </a:lnTo>
                  <a:lnTo>
                    <a:pt x="3304194" y="2299333"/>
                  </a:lnTo>
                  <a:lnTo>
                    <a:pt x="3304847" y="2299333"/>
                  </a:lnTo>
                  <a:lnTo>
                    <a:pt x="3305313" y="2299333"/>
                  </a:lnTo>
                  <a:lnTo>
                    <a:pt x="3305406" y="2299333"/>
                  </a:lnTo>
                  <a:lnTo>
                    <a:pt x="3305500" y="2299333"/>
                  </a:lnTo>
                  <a:lnTo>
                    <a:pt x="3305593" y="2299333"/>
                  </a:lnTo>
                  <a:lnTo>
                    <a:pt x="3306339" y="2299333"/>
                  </a:lnTo>
                  <a:lnTo>
                    <a:pt x="3306432" y="2299333"/>
                  </a:lnTo>
                  <a:lnTo>
                    <a:pt x="3306712" y="2299333"/>
                  </a:lnTo>
                  <a:lnTo>
                    <a:pt x="3306992" y="2299333"/>
                  </a:lnTo>
                  <a:lnTo>
                    <a:pt x="3307178" y="2299333"/>
                  </a:lnTo>
                  <a:lnTo>
                    <a:pt x="3307271" y="2299333"/>
                  </a:lnTo>
                  <a:lnTo>
                    <a:pt x="3307365" y="2299333"/>
                  </a:lnTo>
                  <a:lnTo>
                    <a:pt x="3307458" y="2299333"/>
                  </a:lnTo>
                  <a:lnTo>
                    <a:pt x="3307924" y="2299333"/>
                  </a:lnTo>
                  <a:lnTo>
                    <a:pt x="3308017" y="2299333"/>
                  </a:lnTo>
                  <a:lnTo>
                    <a:pt x="3308484" y="2299333"/>
                  </a:lnTo>
                  <a:lnTo>
                    <a:pt x="3308577" y="2299333"/>
                  </a:lnTo>
                  <a:lnTo>
                    <a:pt x="3308670" y="2299333"/>
                  </a:lnTo>
                  <a:lnTo>
                    <a:pt x="3309136" y="2299333"/>
                  </a:lnTo>
                  <a:lnTo>
                    <a:pt x="3309230" y="2299333"/>
                  </a:lnTo>
                  <a:lnTo>
                    <a:pt x="3309323" y="2299333"/>
                  </a:lnTo>
                  <a:lnTo>
                    <a:pt x="3309509" y="2299333"/>
                  </a:lnTo>
                  <a:lnTo>
                    <a:pt x="3309602" y="2299333"/>
                  </a:lnTo>
                  <a:lnTo>
                    <a:pt x="3309789" y="2299333"/>
                  </a:lnTo>
                  <a:lnTo>
                    <a:pt x="3309882" y="2299333"/>
                  </a:lnTo>
                  <a:lnTo>
                    <a:pt x="3310348" y="2299333"/>
                  </a:lnTo>
                  <a:lnTo>
                    <a:pt x="3310442" y="2299333"/>
                  </a:lnTo>
                  <a:lnTo>
                    <a:pt x="3310721" y="2299333"/>
                  </a:lnTo>
                  <a:lnTo>
                    <a:pt x="3311188" y="2299333"/>
                  </a:lnTo>
                  <a:lnTo>
                    <a:pt x="3311281" y="2299333"/>
                  </a:lnTo>
                  <a:lnTo>
                    <a:pt x="3311374" y="2299333"/>
                  </a:lnTo>
                  <a:lnTo>
                    <a:pt x="3311561" y="2299333"/>
                  </a:lnTo>
                  <a:lnTo>
                    <a:pt x="3311840" y="2299333"/>
                  </a:lnTo>
                  <a:lnTo>
                    <a:pt x="3312400" y="2299333"/>
                  </a:lnTo>
                  <a:lnTo>
                    <a:pt x="3312493" y="2299333"/>
                  </a:lnTo>
                  <a:lnTo>
                    <a:pt x="3312586" y="2299333"/>
                  </a:lnTo>
                  <a:lnTo>
                    <a:pt x="3312680" y="2299333"/>
                  </a:lnTo>
                  <a:lnTo>
                    <a:pt x="3312866" y="2299333"/>
                  </a:lnTo>
                  <a:lnTo>
                    <a:pt x="3313053" y="2299333"/>
                  </a:lnTo>
                  <a:lnTo>
                    <a:pt x="3313146" y="2299333"/>
                  </a:lnTo>
                  <a:lnTo>
                    <a:pt x="3313332" y="2299333"/>
                  </a:lnTo>
                  <a:lnTo>
                    <a:pt x="3313426" y="2299333"/>
                  </a:lnTo>
                  <a:lnTo>
                    <a:pt x="3313612" y="2299333"/>
                  </a:lnTo>
                  <a:lnTo>
                    <a:pt x="3313799" y="2299333"/>
                  </a:lnTo>
                  <a:lnTo>
                    <a:pt x="3314078" y="2299333"/>
                  </a:lnTo>
                  <a:lnTo>
                    <a:pt x="3314172" y="2299333"/>
                  </a:lnTo>
                  <a:lnTo>
                    <a:pt x="3314265" y="2299333"/>
                  </a:lnTo>
                  <a:lnTo>
                    <a:pt x="3314358" y="2299333"/>
                  </a:lnTo>
                  <a:lnTo>
                    <a:pt x="3314824" y="2299333"/>
                  </a:lnTo>
                  <a:lnTo>
                    <a:pt x="3314918" y="2299333"/>
                  </a:lnTo>
                  <a:lnTo>
                    <a:pt x="3315011" y="2299333"/>
                  </a:lnTo>
                  <a:lnTo>
                    <a:pt x="3315197" y="2299333"/>
                  </a:lnTo>
                  <a:lnTo>
                    <a:pt x="3315757" y="2299333"/>
                  </a:lnTo>
                  <a:lnTo>
                    <a:pt x="3315850" y="2299333"/>
                  </a:lnTo>
                  <a:lnTo>
                    <a:pt x="3316130" y="2299333"/>
                  </a:lnTo>
                  <a:lnTo>
                    <a:pt x="3316223" y="2299333"/>
                  </a:lnTo>
                  <a:lnTo>
                    <a:pt x="3316316" y="2299333"/>
                  </a:lnTo>
                  <a:lnTo>
                    <a:pt x="3316409" y="2299333"/>
                  </a:lnTo>
                  <a:lnTo>
                    <a:pt x="3316689" y="2299333"/>
                  </a:lnTo>
                  <a:lnTo>
                    <a:pt x="3316782" y="2299333"/>
                  </a:lnTo>
                  <a:lnTo>
                    <a:pt x="3316969" y="2299333"/>
                  </a:lnTo>
                  <a:lnTo>
                    <a:pt x="3317062" y="2299333"/>
                  </a:lnTo>
                  <a:lnTo>
                    <a:pt x="3317155" y="2299333"/>
                  </a:lnTo>
                  <a:lnTo>
                    <a:pt x="3317249" y="2299333"/>
                  </a:lnTo>
                  <a:lnTo>
                    <a:pt x="3317528" y="2299333"/>
                  </a:lnTo>
                  <a:lnTo>
                    <a:pt x="3317715" y="2299333"/>
                  </a:lnTo>
                  <a:lnTo>
                    <a:pt x="3317808" y="2299333"/>
                  </a:lnTo>
                  <a:lnTo>
                    <a:pt x="3318274" y="2299333"/>
                  </a:lnTo>
                  <a:lnTo>
                    <a:pt x="3318461" y="2299333"/>
                  </a:lnTo>
                  <a:lnTo>
                    <a:pt x="3318647" y="2299333"/>
                  </a:lnTo>
                  <a:lnTo>
                    <a:pt x="3319020" y="2299333"/>
                  </a:lnTo>
                  <a:lnTo>
                    <a:pt x="3319114" y="2299333"/>
                  </a:lnTo>
                  <a:lnTo>
                    <a:pt x="3319300" y="2299333"/>
                  </a:lnTo>
                  <a:lnTo>
                    <a:pt x="3319393" y="2299333"/>
                  </a:lnTo>
                  <a:lnTo>
                    <a:pt x="3319580" y="2299333"/>
                  </a:lnTo>
                  <a:lnTo>
                    <a:pt x="3319673" y="2299333"/>
                  </a:lnTo>
                  <a:lnTo>
                    <a:pt x="3319953" y="2299333"/>
                  </a:lnTo>
                  <a:lnTo>
                    <a:pt x="3320139" y="2299333"/>
                  </a:lnTo>
                  <a:lnTo>
                    <a:pt x="3320419" y="2299333"/>
                  </a:lnTo>
                  <a:lnTo>
                    <a:pt x="3320792" y="2299333"/>
                  </a:lnTo>
                  <a:lnTo>
                    <a:pt x="3320885" y="2299333"/>
                  </a:lnTo>
                  <a:lnTo>
                    <a:pt x="3321072" y="2299333"/>
                  </a:lnTo>
                  <a:lnTo>
                    <a:pt x="3321165" y="2299333"/>
                  </a:lnTo>
                  <a:lnTo>
                    <a:pt x="3321258" y="2299333"/>
                  </a:lnTo>
                  <a:lnTo>
                    <a:pt x="3321352" y="2299333"/>
                  </a:lnTo>
                  <a:lnTo>
                    <a:pt x="3321538" y="2289379"/>
                  </a:lnTo>
                  <a:lnTo>
                    <a:pt x="3321818" y="2289379"/>
                  </a:lnTo>
                  <a:lnTo>
                    <a:pt x="3321911" y="2289379"/>
                  </a:lnTo>
                  <a:lnTo>
                    <a:pt x="3322004" y="2289379"/>
                  </a:lnTo>
                  <a:lnTo>
                    <a:pt x="3322191" y="2289379"/>
                  </a:lnTo>
                  <a:lnTo>
                    <a:pt x="3322284" y="2289379"/>
                  </a:lnTo>
                  <a:lnTo>
                    <a:pt x="3322377" y="2289379"/>
                  </a:lnTo>
                  <a:lnTo>
                    <a:pt x="3322750" y="2289379"/>
                  </a:lnTo>
                  <a:lnTo>
                    <a:pt x="3322844" y="2289379"/>
                  </a:lnTo>
                  <a:lnTo>
                    <a:pt x="3323216" y="2289379"/>
                  </a:lnTo>
                  <a:lnTo>
                    <a:pt x="3323310" y="2289379"/>
                  </a:lnTo>
                  <a:lnTo>
                    <a:pt x="3323496" y="2289379"/>
                  </a:lnTo>
                  <a:lnTo>
                    <a:pt x="3323589" y="2289379"/>
                  </a:lnTo>
                  <a:lnTo>
                    <a:pt x="3323683" y="2289379"/>
                  </a:lnTo>
                  <a:lnTo>
                    <a:pt x="3324242" y="2289379"/>
                  </a:lnTo>
                  <a:lnTo>
                    <a:pt x="3324335" y="2289379"/>
                  </a:lnTo>
                  <a:lnTo>
                    <a:pt x="3324522" y="2289379"/>
                  </a:lnTo>
                  <a:lnTo>
                    <a:pt x="3324802" y="2289379"/>
                  </a:lnTo>
                  <a:lnTo>
                    <a:pt x="3325175" y="2289379"/>
                  </a:lnTo>
                  <a:lnTo>
                    <a:pt x="3325361" y="2289379"/>
                  </a:lnTo>
                  <a:lnTo>
                    <a:pt x="3325454" y="2289379"/>
                  </a:lnTo>
                  <a:lnTo>
                    <a:pt x="3325734" y="2289379"/>
                  </a:lnTo>
                  <a:lnTo>
                    <a:pt x="3325827" y="2289379"/>
                  </a:lnTo>
                  <a:lnTo>
                    <a:pt x="3326014" y="2289379"/>
                  </a:lnTo>
                  <a:lnTo>
                    <a:pt x="3326200" y="2289379"/>
                  </a:lnTo>
                  <a:lnTo>
                    <a:pt x="3326387" y="2289379"/>
                  </a:lnTo>
                  <a:lnTo>
                    <a:pt x="3326853" y="2289379"/>
                  </a:lnTo>
                  <a:lnTo>
                    <a:pt x="3327226" y="2289379"/>
                  </a:lnTo>
                  <a:lnTo>
                    <a:pt x="3327413" y="2289379"/>
                  </a:lnTo>
                  <a:lnTo>
                    <a:pt x="3327506" y="2289379"/>
                  </a:lnTo>
                  <a:lnTo>
                    <a:pt x="3327692" y="2289379"/>
                  </a:lnTo>
                  <a:lnTo>
                    <a:pt x="3327879" y="2289379"/>
                  </a:lnTo>
                  <a:lnTo>
                    <a:pt x="3328252" y="2289379"/>
                  </a:lnTo>
                  <a:lnTo>
                    <a:pt x="3328438" y="2289379"/>
                  </a:lnTo>
                  <a:lnTo>
                    <a:pt x="3328532" y="2289379"/>
                  </a:lnTo>
                  <a:lnTo>
                    <a:pt x="3328625" y="2289379"/>
                  </a:lnTo>
                  <a:lnTo>
                    <a:pt x="3329091" y="2289379"/>
                  </a:lnTo>
                  <a:lnTo>
                    <a:pt x="3329184" y="2289379"/>
                  </a:lnTo>
                  <a:lnTo>
                    <a:pt x="3329278" y="2289379"/>
                  </a:lnTo>
                  <a:lnTo>
                    <a:pt x="3329744" y="2289379"/>
                  </a:lnTo>
                  <a:lnTo>
                    <a:pt x="3329744" y="2279425"/>
                  </a:lnTo>
                  <a:lnTo>
                    <a:pt x="3330024" y="2279425"/>
                  </a:lnTo>
                  <a:lnTo>
                    <a:pt x="3330210" y="2279425"/>
                  </a:lnTo>
                  <a:lnTo>
                    <a:pt x="3330303" y="2279425"/>
                  </a:lnTo>
                  <a:lnTo>
                    <a:pt x="3330490" y="2279425"/>
                  </a:lnTo>
                  <a:lnTo>
                    <a:pt x="3330583" y="2279425"/>
                  </a:lnTo>
                  <a:lnTo>
                    <a:pt x="3330956" y="2279425"/>
                  </a:lnTo>
                  <a:lnTo>
                    <a:pt x="3331049" y="2279425"/>
                  </a:lnTo>
                  <a:lnTo>
                    <a:pt x="3331795" y="2279425"/>
                  </a:lnTo>
                  <a:lnTo>
                    <a:pt x="3332261" y="2279425"/>
                  </a:lnTo>
                  <a:lnTo>
                    <a:pt x="3332914" y="2279425"/>
                  </a:lnTo>
                  <a:lnTo>
                    <a:pt x="3333007" y="2279425"/>
                  </a:lnTo>
                  <a:lnTo>
                    <a:pt x="3333567" y="2279425"/>
                  </a:lnTo>
                  <a:lnTo>
                    <a:pt x="3334220" y="2279425"/>
                  </a:lnTo>
                  <a:lnTo>
                    <a:pt x="3334686" y="2279425"/>
                  </a:lnTo>
                  <a:lnTo>
                    <a:pt x="3335152" y="2279425"/>
                  </a:lnTo>
                  <a:lnTo>
                    <a:pt x="3335339" y="2279425"/>
                  </a:lnTo>
                  <a:lnTo>
                    <a:pt x="3335805" y="2279425"/>
                  </a:lnTo>
                  <a:lnTo>
                    <a:pt x="3336364" y="2279425"/>
                  </a:lnTo>
                  <a:lnTo>
                    <a:pt x="3336737" y="2279425"/>
                  </a:lnTo>
                  <a:lnTo>
                    <a:pt x="3336924" y="2279425"/>
                  </a:lnTo>
                  <a:lnTo>
                    <a:pt x="3337390" y="2279425"/>
                  </a:lnTo>
                  <a:lnTo>
                    <a:pt x="3337483" y="2279425"/>
                  </a:lnTo>
                  <a:lnTo>
                    <a:pt x="3337763" y="2279425"/>
                  </a:lnTo>
                  <a:lnTo>
                    <a:pt x="3337856" y="2279425"/>
                  </a:lnTo>
                  <a:lnTo>
                    <a:pt x="3338229" y="2279425"/>
                  </a:lnTo>
                  <a:lnTo>
                    <a:pt x="3338322" y="2279425"/>
                  </a:lnTo>
                  <a:lnTo>
                    <a:pt x="3338882" y="2279425"/>
                  </a:lnTo>
                  <a:lnTo>
                    <a:pt x="3338975" y="2279425"/>
                  </a:lnTo>
                  <a:lnTo>
                    <a:pt x="3339068" y="2279425"/>
                  </a:lnTo>
                  <a:lnTo>
                    <a:pt x="3339255" y="2279425"/>
                  </a:lnTo>
                  <a:lnTo>
                    <a:pt x="3339348" y="2279425"/>
                  </a:lnTo>
                  <a:lnTo>
                    <a:pt x="3339441" y="2279425"/>
                  </a:lnTo>
                  <a:lnTo>
                    <a:pt x="3339535" y="2279425"/>
                  </a:lnTo>
                  <a:lnTo>
                    <a:pt x="3339814" y="2279425"/>
                  </a:lnTo>
                  <a:lnTo>
                    <a:pt x="3340094" y="2279425"/>
                  </a:lnTo>
                  <a:lnTo>
                    <a:pt x="3340187" y="2279425"/>
                  </a:lnTo>
                  <a:lnTo>
                    <a:pt x="3340281" y="2279425"/>
                  </a:lnTo>
                  <a:lnTo>
                    <a:pt x="3340654" y="2279425"/>
                  </a:lnTo>
                  <a:lnTo>
                    <a:pt x="3340840" y="2279425"/>
                  </a:lnTo>
                  <a:lnTo>
                    <a:pt x="3341027" y="2279425"/>
                  </a:lnTo>
                  <a:lnTo>
                    <a:pt x="3341120" y="2279425"/>
                  </a:lnTo>
                  <a:lnTo>
                    <a:pt x="3341306" y="2279425"/>
                  </a:lnTo>
                  <a:lnTo>
                    <a:pt x="3341493" y="2279425"/>
                  </a:lnTo>
                  <a:lnTo>
                    <a:pt x="3342052" y="2279425"/>
                  </a:lnTo>
                  <a:lnTo>
                    <a:pt x="3342146" y="2279425"/>
                  </a:lnTo>
                  <a:lnTo>
                    <a:pt x="3342332" y="2279425"/>
                  </a:lnTo>
                  <a:lnTo>
                    <a:pt x="3342425" y="2279425"/>
                  </a:lnTo>
                  <a:lnTo>
                    <a:pt x="3342612" y="2279425"/>
                  </a:lnTo>
                  <a:lnTo>
                    <a:pt x="3342705" y="2279425"/>
                  </a:lnTo>
                  <a:lnTo>
                    <a:pt x="3342892" y="2279425"/>
                  </a:lnTo>
                  <a:lnTo>
                    <a:pt x="3342985" y="2279425"/>
                  </a:lnTo>
                  <a:lnTo>
                    <a:pt x="3343078" y="2279425"/>
                  </a:lnTo>
                  <a:lnTo>
                    <a:pt x="3343544" y="2279425"/>
                  </a:lnTo>
                  <a:lnTo>
                    <a:pt x="3343731" y="2279425"/>
                  </a:lnTo>
                  <a:lnTo>
                    <a:pt x="3343824" y="2279425"/>
                  </a:lnTo>
                  <a:lnTo>
                    <a:pt x="3343917" y="2279425"/>
                  </a:lnTo>
                  <a:lnTo>
                    <a:pt x="3344011" y="2279425"/>
                  </a:lnTo>
                  <a:lnTo>
                    <a:pt x="3344104" y="2279425"/>
                  </a:lnTo>
                  <a:lnTo>
                    <a:pt x="3344197" y="2279425"/>
                  </a:lnTo>
                  <a:lnTo>
                    <a:pt x="3344570" y="2279425"/>
                  </a:lnTo>
                  <a:lnTo>
                    <a:pt x="3344663" y="2279425"/>
                  </a:lnTo>
                  <a:lnTo>
                    <a:pt x="3344756" y="2279425"/>
                  </a:lnTo>
                  <a:lnTo>
                    <a:pt x="3345036" y="2279425"/>
                  </a:lnTo>
                  <a:lnTo>
                    <a:pt x="3345409" y="2279425"/>
                  </a:lnTo>
                  <a:lnTo>
                    <a:pt x="3345502" y="2279425"/>
                  </a:lnTo>
                  <a:lnTo>
                    <a:pt x="3345596" y="2279425"/>
                  </a:lnTo>
                  <a:lnTo>
                    <a:pt x="3345689" y="2279425"/>
                  </a:lnTo>
                  <a:lnTo>
                    <a:pt x="3345782" y="2279425"/>
                  </a:lnTo>
                  <a:lnTo>
                    <a:pt x="3345969" y="2279425"/>
                  </a:lnTo>
                  <a:lnTo>
                    <a:pt x="3346155" y="2279425"/>
                  </a:lnTo>
                  <a:lnTo>
                    <a:pt x="3346342" y="2279425"/>
                  </a:lnTo>
                  <a:lnTo>
                    <a:pt x="3346435" y="2279425"/>
                  </a:lnTo>
                  <a:lnTo>
                    <a:pt x="3346528" y="2279425"/>
                  </a:lnTo>
                  <a:lnTo>
                    <a:pt x="3346621" y="2279425"/>
                  </a:lnTo>
                  <a:lnTo>
                    <a:pt x="3346715" y="2279425"/>
                  </a:lnTo>
                  <a:lnTo>
                    <a:pt x="3346808" y="2279425"/>
                  </a:lnTo>
                  <a:lnTo>
                    <a:pt x="3346901" y="2279425"/>
                  </a:lnTo>
                  <a:lnTo>
                    <a:pt x="3346994" y="2279425"/>
                  </a:lnTo>
                  <a:lnTo>
                    <a:pt x="3347088" y="2279425"/>
                  </a:lnTo>
                  <a:lnTo>
                    <a:pt x="3347461" y="2279425"/>
                  </a:lnTo>
                  <a:lnTo>
                    <a:pt x="3347647" y="2279425"/>
                  </a:lnTo>
                  <a:lnTo>
                    <a:pt x="3347834" y="2279425"/>
                  </a:lnTo>
                  <a:lnTo>
                    <a:pt x="3348113" y="2279425"/>
                  </a:lnTo>
                  <a:lnTo>
                    <a:pt x="3348393" y="2279425"/>
                  </a:lnTo>
                  <a:lnTo>
                    <a:pt x="3348486" y="2279425"/>
                  </a:lnTo>
                  <a:lnTo>
                    <a:pt x="3348673" y="2279425"/>
                  </a:lnTo>
                  <a:lnTo>
                    <a:pt x="3349046" y="2279425"/>
                  </a:lnTo>
                  <a:lnTo>
                    <a:pt x="3349232" y="2279425"/>
                  </a:lnTo>
                  <a:lnTo>
                    <a:pt x="3349512" y="2279425"/>
                  </a:lnTo>
                  <a:lnTo>
                    <a:pt x="3349605" y="2279425"/>
                  </a:lnTo>
                  <a:lnTo>
                    <a:pt x="3349792" y="2279425"/>
                  </a:lnTo>
                  <a:lnTo>
                    <a:pt x="3349885" y="2279425"/>
                  </a:lnTo>
                  <a:lnTo>
                    <a:pt x="3349978" y="2279425"/>
                  </a:lnTo>
                  <a:lnTo>
                    <a:pt x="3350072" y="2279425"/>
                  </a:lnTo>
                  <a:lnTo>
                    <a:pt x="3350258" y="2279425"/>
                  </a:lnTo>
                  <a:lnTo>
                    <a:pt x="3350724" y="2279425"/>
                  </a:lnTo>
                  <a:lnTo>
                    <a:pt x="3350818" y="2279425"/>
                  </a:lnTo>
                  <a:lnTo>
                    <a:pt x="3351004" y="2279425"/>
                  </a:lnTo>
                  <a:lnTo>
                    <a:pt x="3351097" y="2279425"/>
                  </a:lnTo>
                  <a:lnTo>
                    <a:pt x="3351470" y="2279425"/>
                  </a:lnTo>
                  <a:lnTo>
                    <a:pt x="3351470" y="2269471"/>
                  </a:lnTo>
                  <a:lnTo>
                    <a:pt x="3351936" y="2269471"/>
                  </a:lnTo>
                  <a:lnTo>
                    <a:pt x="3352030" y="2269471"/>
                  </a:lnTo>
                  <a:lnTo>
                    <a:pt x="3352309" y="2269471"/>
                  </a:lnTo>
                  <a:lnTo>
                    <a:pt x="3352403" y="2269471"/>
                  </a:lnTo>
                  <a:lnTo>
                    <a:pt x="3352496" y="2269471"/>
                  </a:lnTo>
                  <a:lnTo>
                    <a:pt x="3352589" y="2269471"/>
                  </a:lnTo>
                  <a:lnTo>
                    <a:pt x="3352682" y="2269471"/>
                  </a:lnTo>
                  <a:lnTo>
                    <a:pt x="3352776" y="2269471"/>
                  </a:lnTo>
                  <a:lnTo>
                    <a:pt x="3352962" y="2269471"/>
                  </a:lnTo>
                  <a:lnTo>
                    <a:pt x="3353055" y="2269471"/>
                  </a:lnTo>
                  <a:lnTo>
                    <a:pt x="3353428" y="2269471"/>
                  </a:lnTo>
                  <a:lnTo>
                    <a:pt x="3353615" y="2269471"/>
                  </a:lnTo>
                  <a:lnTo>
                    <a:pt x="3353801" y="2269471"/>
                  </a:lnTo>
                  <a:lnTo>
                    <a:pt x="3353988" y="2269471"/>
                  </a:lnTo>
                  <a:lnTo>
                    <a:pt x="3354454" y="2269471"/>
                  </a:lnTo>
                  <a:lnTo>
                    <a:pt x="3354920" y="2269471"/>
                  </a:lnTo>
                  <a:lnTo>
                    <a:pt x="3355200" y="2269471"/>
                  </a:lnTo>
                  <a:lnTo>
                    <a:pt x="3355293" y="2269471"/>
                  </a:lnTo>
                  <a:lnTo>
                    <a:pt x="3355387" y="2269471"/>
                  </a:lnTo>
                  <a:lnTo>
                    <a:pt x="3355480" y="2269471"/>
                  </a:lnTo>
                  <a:lnTo>
                    <a:pt x="3355573" y="2269471"/>
                  </a:lnTo>
                  <a:lnTo>
                    <a:pt x="3355760" y="2269471"/>
                  </a:lnTo>
                  <a:lnTo>
                    <a:pt x="3355946" y="2269471"/>
                  </a:lnTo>
                  <a:lnTo>
                    <a:pt x="3356319" y="2269471"/>
                  </a:lnTo>
                  <a:lnTo>
                    <a:pt x="3356412" y="2269471"/>
                  </a:lnTo>
                  <a:lnTo>
                    <a:pt x="3356506" y="2269471"/>
                  </a:lnTo>
                  <a:lnTo>
                    <a:pt x="3356692" y="2269471"/>
                  </a:lnTo>
                  <a:lnTo>
                    <a:pt x="3356785" y="2269471"/>
                  </a:lnTo>
                  <a:lnTo>
                    <a:pt x="3356879" y="2269471"/>
                  </a:lnTo>
                  <a:lnTo>
                    <a:pt x="3356972" y="2269471"/>
                  </a:lnTo>
                  <a:lnTo>
                    <a:pt x="3368721" y="2269471"/>
                  </a:lnTo>
                  <a:lnTo>
                    <a:pt x="3369467" y="2269471"/>
                  </a:lnTo>
                  <a:lnTo>
                    <a:pt x="3369560" y="2269471"/>
                  </a:lnTo>
                  <a:lnTo>
                    <a:pt x="3369653" y="2269471"/>
                  </a:lnTo>
                  <a:lnTo>
                    <a:pt x="3369747" y="2269471"/>
                  </a:lnTo>
                  <a:lnTo>
                    <a:pt x="3370026" y="2269471"/>
                  </a:lnTo>
                  <a:lnTo>
                    <a:pt x="3370120" y="2269471"/>
                  </a:lnTo>
                  <a:lnTo>
                    <a:pt x="3370213" y="2269471"/>
                  </a:lnTo>
                  <a:lnTo>
                    <a:pt x="3370306" y="2269471"/>
                  </a:lnTo>
                  <a:lnTo>
                    <a:pt x="3370493" y="2269471"/>
                  </a:lnTo>
                  <a:lnTo>
                    <a:pt x="3371239" y="2269471"/>
                  </a:lnTo>
                  <a:lnTo>
                    <a:pt x="3371518" y="2269471"/>
                  </a:lnTo>
                  <a:lnTo>
                    <a:pt x="3371705" y="2269471"/>
                  </a:lnTo>
                  <a:lnTo>
                    <a:pt x="3371798" y="2269471"/>
                  </a:lnTo>
                  <a:lnTo>
                    <a:pt x="3371891" y="2269471"/>
                  </a:lnTo>
                  <a:lnTo>
                    <a:pt x="3372264" y="2269471"/>
                  </a:lnTo>
                  <a:lnTo>
                    <a:pt x="3372357" y="2269471"/>
                  </a:lnTo>
                  <a:lnTo>
                    <a:pt x="3372451" y="2269471"/>
                  </a:lnTo>
                  <a:lnTo>
                    <a:pt x="3373197" y="2269471"/>
                  </a:lnTo>
                  <a:lnTo>
                    <a:pt x="3373290" y="2269471"/>
                  </a:lnTo>
                  <a:lnTo>
                    <a:pt x="3373383" y="2269471"/>
                  </a:lnTo>
                  <a:lnTo>
                    <a:pt x="3373476" y="2269471"/>
                  </a:lnTo>
                  <a:lnTo>
                    <a:pt x="3373756" y="2269471"/>
                  </a:lnTo>
                  <a:lnTo>
                    <a:pt x="3373849" y="2269471"/>
                  </a:lnTo>
                  <a:lnTo>
                    <a:pt x="3373943" y="2269471"/>
                  </a:lnTo>
                  <a:lnTo>
                    <a:pt x="3374036" y="2269471"/>
                  </a:lnTo>
                  <a:lnTo>
                    <a:pt x="3374129" y="2269471"/>
                  </a:lnTo>
                  <a:lnTo>
                    <a:pt x="3374222" y="2269471"/>
                  </a:lnTo>
                  <a:lnTo>
                    <a:pt x="3374502" y="2269471"/>
                  </a:lnTo>
                  <a:lnTo>
                    <a:pt x="3374595" y="2269471"/>
                  </a:lnTo>
                  <a:lnTo>
                    <a:pt x="3374782" y="2269471"/>
                  </a:lnTo>
                  <a:lnTo>
                    <a:pt x="3374875" y="2269471"/>
                  </a:lnTo>
                  <a:lnTo>
                    <a:pt x="3375062" y="2269471"/>
                  </a:lnTo>
                  <a:lnTo>
                    <a:pt x="3375155" y="2269471"/>
                  </a:lnTo>
                  <a:lnTo>
                    <a:pt x="3375248" y="2269471"/>
                  </a:lnTo>
                  <a:lnTo>
                    <a:pt x="3375341" y="2269471"/>
                  </a:lnTo>
                  <a:lnTo>
                    <a:pt x="3375528" y="2269471"/>
                  </a:lnTo>
                  <a:lnTo>
                    <a:pt x="3375621" y="2269471"/>
                  </a:lnTo>
                  <a:lnTo>
                    <a:pt x="3375714" y="2269471"/>
                  </a:lnTo>
                  <a:lnTo>
                    <a:pt x="3375994" y="2269471"/>
                  </a:lnTo>
                  <a:lnTo>
                    <a:pt x="3376087" y="2269471"/>
                  </a:lnTo>
                  <a:lnTo>
                    <a:pt x="3376740" y="2269471"/>
                  </a:lnTo>
                  <a:lnTo>
                    <a:pt x="3376833" y="2269471"/>
                  </a:lnTo>
                  <a:lnTo>
                    <a:pt x="3377206" y="2269471"/>
                  </a:lnTo>
                  <a:lnTo>
                    <a:pt x="3377579" y="2269471"/>
                  </a:lnTo>
                  <a:lnTo>
                    <a:pt x="3377673" y="2269471"/>
                  </a:lnTo>
                  <a:lnTo>
                    <a:pt x="3377766" y="2269471"/>
                  </a:lnTo>
                  <a:lnTo>
                    <a:pt x="3377859" y="2269471"/>
                  </a:lnTo>
                  <a:lnTo>
                    <a:pt x="3377952" y="2269471"/>
                  </a:lnTo>
                  <a:lnTo>
                    <a:pt x="3378046" y="2269471"/>
                  </a:lnTo>
                  <a:lnTo>
                    <a:pt x="3378232" y="2269471"/>
                  </a:lnTo>
                  <a:lnTo>
                    <a:pt x="3378325" y="2269471"/>
                  </a:lnTo>
                  <a:lnTo>
                    <a:pt x="3378419" y="2269471"/>
                  </a:lnTo>
                  <a:lnTo>
                    <a:pt x="3378791" y="2269471"/>
                  </a:lnTo>
                  <a:lnTo>
                    <a:pt x="3378885" y="2269471"/>
                  </a:lnTo>
                  <a:lnTo>
                    <a:pt x="3379071" y="2269471"/>
                  </a:lnTo>
                  <a:lnTo>
                    <a:pt x="3379164" y="2269471"/>
                  </a:lnTo>
                  <a:lnTo>
                    <a:pt x="3379258" y="2269471"/>
                  </a:lnTo>
                  <a:lnTo>
                    <a:pt x="3379444" y="2269471"/>
                  </a:lnTo>
                  <a:lnTo>
                    <a:pt x="3379537" y="2269471"/>
                  </a:lnTo>
                  <a:lnTo>
                    <a:pt x="3379631" y="2269471"/>
                  </a:lnTo>
                  <a:lnTo>
                    <a:pt x="3379817" y="2269471"/>
                  </a:lnTo>
                  <a:lnTo>
                    <a:pt x="3380283" y="2269471"/>
                  </a:lnTo>
                  <a:lnTo>
                    <a:pt x="3380377" y="2269471"/>
                  </a:lnTo>
                  <a:lnTo>
                    <a:pt x="3380750" y="2269471"/>
                  </a:lnTo>
                  <a:lnTo>
                    <a:pt x="3380843" y="2269471"/>
                  </a:lnTo>
                  <a:lnTo>
                    <a:pt x="3380936" y="2269471"/>
                  </a:lnTo>
                  <a:lnTo>
                    <a:pt x="3381216" y="2269471"/>
                  </a:lnTo>
                  <a:lnTo>
                    <a:pt x="3381496" y="2269471"/>
                  </a:lnTo>
                  <a:lnTo>
                    <a:pt x="3381962" y="2269471"/>
                  </a:lnTo>
                  <a:lnTo>
                    <a:pt x="3382055" y="2269471"/>
                  </a:lnTo>
                  <a:lnTo>
                    <a:pt x="3382242" y="2269471"/>
                  </a:lnTo>
                  <a:lnTo>
                    <a:pt x="3382335" y="2269471"/>
                  </a:lnTo>
                  <a:lnTo>
                    <a:pt x="3382428" y="2269471"/>
                  </a:lnTo>
                  <a:lnTo>
                    <a:pt x="3382521" y="2269471"/>
                  </a:lnTo>
                  <a:lnTo>
                    <a:pt x="3382615" y="2269471"/>
                  </a:lnTo>
                  <a:lnTo>
                    <a:pt x="3382801" y="2269471"/>
                  </a:lnTo>
                  <a:lnTo>
                    <a:pt x="3383267" y="2269471"/>
                  </a:lnTo>
                  <a:lnTo>
                    <a:pt x="3383640" y="2269471"/>
                  </a:lnTo>
                  <a:lnTo>
                    <a:pt x="3383734" y="2269471"/>
                  </a:lnTo>
                  <a:lnTo>
                    <a:pt x="3383920" y="2269471"/>
                  </a:lnTo>
                  <a:lnTo>
                    <a:pt x="3384200" y="2269471"/>
                  </a:lnTo>
                  <a:lnTo>
                    <a:pt x="3384573" y="2269471"/>
                  </a:lnTo>
                  <a:lnTo>
                    <a:pt x="3384853" y="2269471"/>
                  </a:lnTo>
                  <a:lnTo>
                    <a:pt x="3385505" y="2269471"/>
                  </a:lnTo>
                  <a:lnTo>
                    <a:pt x="3385599" y="2269471"/>
                  </a:lnTo>
                  <a:lnTo>
                    <a:pt x="3385785" y="2269471"/>
                  </a:lnTo>
                  <a:lnTo>
                    <a:pt x="3386251" y="2269471"/>
                  </a:lnTo>
                  <a:lnTo>
                    <a:pt x="3386624" y="2269471"/>
                  </a:lnTo>
                  <a:lnTo>
                    <a:pt x="3386904" y="2269471"/>
                  </a:lnTo>
                  <a:lnTo>
                    <a:pt x="3387277" y="2269471"/>
                  </a:lnTo>
                  <a:lnTo>
                    <a:pt x="3387370" y="2269471"/>
                  </a:lnTo>
                  <a:lnTo>
                    <a:pt x="3387743" y="2269471"/>
                  </a:lnTo>
                  <a:lnTo>
                    <a:pt x="3388023" y="2269471"/>
                  </a:lnTo>
                  <a:lnTo>
                    <a:pt x="3388209" y="2269471"/>
                  </a:lnTo>
                  <a:lnTo>
                    <a:pt x="3388303" y="2269471"/>
                  </a:lnTo>
                  <a:lnTo>
                    <a:pt x="3388862" y="2269471"/>
                  </a:lnTo>
                  <a:lnTo>
                    <a:pt x="3388955" y="2269471"/>
                  </a:lnTo>
                  <a:lnTo>
                    <a:pt x="3389328" y="2269471"/>
                  </a:lnTo>
                  <a:lnTo>
                    <a:pt x="3389515" y="2269471"/>
                  </a:lnTo>
                  <a:lnTo>
                    <a:pt x="3389701" y="2269471"/>
                  </a:lnTo>
                  <a:lnTo>
                    <a:pt x="3389795" y="2269471"/>
                  </a:lnTo>
                  <a:lnTo>
                    <a:pt x="3390074" y="2269471"/>
                  </a:lnTo>
                  <a:lnTo>
                    <a:pt x="3390168" y="2269471"/>
                  </a:lnTo>
                  <a:lnTo>
                    <a:pt x="3390447" y="2269471"/>
                  </a:lnTo>
                  <a:lnTo>
                    <a:pt x="3390727" y="2269471"/>
                  </a:lnTo>
                  <a:lnTo>
                    <a:pt x="3390820" y="2269471"/>
                  </a:lnTo>
                  <a:lnTo>
                    <a:pt x="3390914" y="2269471"/>
                  </a:lnTo>
                  <a:lnTo>
                    <a:pt x="3391007" y="2269471"/>
                  </a:lnTo>
                  <a:lnTo>
                    <a:pt x="3391100" y="2269471"/>
                  </a:lnTo>
                  <a:lnTo>
                    <a:pt x="3391193" y="2269471"/>
                  </a:lnTo>
                  <a:lnTo>
                    <a:pt x="3391287" y="2269471"/>
                  </a:lnTo>
                  <a:lnTo>
                    <a:pt x="3391380" y="2269471"/>
                  </a:lnTo>
                  <a:lnTo>
                    <a:pt x="3391473" y="2269471"/>
                  </a:lnTo>
                  <a:lnTo>
                    <a:pt x="3391566" y="2269471"/>
                  </a:lnTo>
                  <a:lnTo>
                    <a:pt x="3391660" y="2269471"/>
                  </a:lnTo>
                  <a:lnTo>
                    <a:pt x="3391753" y="2269471"/>
                  </a:lnTo>
                  <a:lnTo>
                    <a:pt x="3391846" y="2269471"/>
                  </a:lnTo>
                  <a:lnTo>
                    <a:pt x="3391939" y="2269471"/>
                  </a:lnTo>
                  <a:lnTo>
                    <a:pt x="3392033" y="2269471"/>
                  </a:lnTo>
                  <a:lnTo>
                    <a:pt x="3392592" y="2269471"/>
                  </a:lnTo>
                  <a:lnTo>
                    <a:pt x="3392778" y="2269471"/>
                  </a:lnTo>
                  <a:lnTo>
                    <a:pt x="3392872" y="2269471"/>
                  </a:lnTo>
                  <a:lnTo>
                    <a:pt x="3393245" y="2269471"/>
                  </a:lnTo>
                  <a:lnTo>
                    <a:pt x="3393618" y="2269471"/>
                  </a:lnTo>
                  <a:lnTo>
                    <a:pt x="3394177" y="2269471"/>
                  </a:lnTo>
                  <a:lnTo>
                    <a:pt x="3394457" y="2269471"/>
                  </a:lnTo>
                  <a:lnTo>
                    <a:pt x="3394550" y="2269471"/>
                  </a:lnTo>
                  <a:lnTo>
                    <a:pt x="3395016" y="2269471"/>
                  </a:lnTo>
                  <a:lnTo>
                    <a:pt x="3395296" y="2269471"/>
                  </a:lnTo>
                  <a:lnTo>
                    <a:pt x="3395389" y="2269471"/>
                  </a:lnTo>
                  <a:lnTo>
                    <a:pt x="3395949" y="2269471"/>
                  </a:lnTo>
                  <a:lnTo>
                    <a:pt x="3395949" y="2259517"/>
                  </a:lnTo>
                  <a:lnTo>
                    <a:pt x="3396135" y="2259517"/>
                  </a:lnTo>
                  <a:lnTo>
                    <a:pt x="3396415" y="2259517"/>
                  </a:lnTo>
                  <a:lnTo>
                    <a:pt x="3396602" y="2259517"/>
                  </a:lnTo>
                  <a:lnTo>
                    <a:pt x="3396975" y="2259517"/>
                  </a:lnTo>
                  <a:lnTo>
                    <a:pt x="3397907" y="2259517"/>
                  </a:lnTo>
                  <a:lnTo>
                    <a:pt x="3398187" y="2259517"/>
                  </a:lnTo>
                  <a:lnTo>
                    <a:pt x="3398280" y="2259517"/>
                  </a:lnTo>
                  <a:lnTo>
                    <a:pt x="3398467" y="2259517"/>
                  </a:lnTo>
                  <a:lnTo>
                    <a:pt x="3398560" y="2259517"/>
                  </a:lnTo>
                  <a:lnTo>
                    <a:pt x="3398933" y="2259517"/>
                  </a:lnTo>
                  <a:lnTo>
                    <a:pt x="3399772" y="2259517"/>
                  </a:lnTo>
                  <a:lnTo>
                    <a:pt x="3400331" y="2259517"/>
                  </a:lnTo>
                  <a:lnTo>
                    <a:pt x="3400425" y="2259517"/>
                  </a:lnTo>
                  <a:lnTo>
                    <a:pt x="3400798" y="2259517"/>
                  </a:lnTo>
                  <a:lnTo>
                    <a:pt x="3400891" y="2259517"/>
                  </a:lnTo>
                  <a:lnTo>
                    <a:pt x="3401171" y="2259517"/>
                  </a:lnTo>
                  <a:lnTo>
                    <a:pt x="3402196" y="2259517"/>
                  </a:lnTo>
                  <a:lnTo>
                    <a:pt x="3402569" y="2259517"/>
                  </a:lnTo>
                  <a:lnTo>
                    <a:pt x="3402756" y="2259517"/>
                  </a:lnTo>
                  <a:lnTo>
                    <a:pt x="3402849" y="2259517"/>
                  </a:lnTo>
                  <a:lnTo>
                    <a:pt x="3403409" y="2259517"/>
                  </a:lnTo>
                  <a:lnTo>
                    <a:pt x="3403875" y="2259517"/>
                  </a:lnTo>
                  <a:lnTo>
                    <a:pt x="3404061" y="2259517"/>
                  </a:lnTo>
                  <a:lnTo>
                    <a:pt x="3404155" y="2259517"/>
                  </a:lnTo>
                  <a:lnTo>
                    <a:pt x="3404621" y="2259517"/>
                  </a:lnTo>
                  <a:lnTo>
                    <a:pt x="3404807" y="2259517"/>
                  </a:lnTo>
                  <a:lnTo>
                    <a:pt x="3405087" y="2259517"/>
                  </a:lnTo>
                  <a:lnTo>
                    <a:pt x="3405180" y="2259517"/>
                  </a:lnTo>
                  <a:lnTo>
                    <a:pt x="3405833" y="2259517"/>
                  </a:lnTo>
                  <a:lnTo>
                    <a:pt x="3405926" y="2259517"/>
                  </a:lnTo>
                  <a:lnTo>
                    <a:pt x="3406206" y="2259517"/>
                  </a:lnTo>
                  <a:lnTo>
                    <a:pt x="3406299" y="2259517"/>
                  </a:lnTo>
                  <a:lnTo>
                    <a:pt x="3406672" y="2259517"/>
                  </a:lnTo>
                  <a:lnTo>
                    <a:pt x="3406952" y="2259517"/>
                  </a:lnTo>
                  <a:lnTo>
                    <a:pt x="3407138" y="2259517"/>
                  </a:lnTo>
                  <a:lnTo>
                    <a:pt x="3407232" y="2259517"/>
                  </a:lnTo>
                  <a:lnTo>
                    <a:pt x="3407325" y="2259517"/>
                  </a:lnTo>
                  <a:lnTo>
                    <a:pt x="3407978" y="2259517"/>
                  </a:lnTo>
                  <a:lnTo>
                    <a:pt x="3408071" y="2259517"/>
                  </a:lnTo>
                  <a:lnTo>
                    <a:pt x="3408257" y="2259517"/>
                  </a:lnTo>
                  <a:lnTo>
                    <a:pt x="3408724" y="2259517"/>
                  </a:lnTo>
                  <a:lnTo>
                    <a:pt x="3408910" y="2259517"/>
                  </a:lnTo>
                  <a:lnTo>
                    <a:pt x="3409097" y="2259517"/>
                  </a:lnTo>
                  <a:lnTo>
                    <a:pt x="3409097" y="2249563"/>
                  </a:lnTo>
                  <a:lnTo>
                    <a:pt x="3409190" y="2249563"/>
                  </a:lnTo>
                  <a:lnTo>
                    <a:pt x="3409283" y="2249563"/>
                  </a:lnTo>
                  <a:lnTo>
                    <a:pt x="3409376" y="2249563"/>
                  </a:lnTo>
                  <a:lnTo>
                    <a:pt x="3409936" y="2249563"/>
                  </a:lnTo>
                  <a:lnTo>
                    <a:pt x="3410029" y="2249563"/>
                  </a:lnTo>
                  <a:lnTo>
                    <a:pt x="3410122" y="2249563"/>
                  </a:lnTo>
                  <a:lnTo>
                    <a:pt x="3410402" y="2249563"/>
                  </a:lnTo>
                  <a:lnTo>
                    <a:pt x="3410775" y="2249563"/>
                  </a:lnTo>
                  <a:lnTo>
                    <a:pt x="3410868" y="2249563"/>
                  </a:lnTo>
                  <a:lnTo>
                    <a:pt x="3410962" y="2249563"/>
                  </a:lnTo>
                  <a:lnTo>
                    <a:pt x="3411241" y="2249563"/>
                  </a:lnTo>
                  <a:lnTo>
                    <a:pt x="3411335" y="2249563"/>
                  </a:lnTo>
                  <a:lnTo>
                    <a:pt x="3411987" y="2249563"/>
                  </a:lnTo>
                  <a:lnTo>
                    <a:pt x="3412174" y="2249563"/>
                  </a:lnTo>
                  <a:lnTo>
                    <a:pt x="3412360" y="2249563"/>
                  </a:lnTo>
                  <a:lnTo>
                    <a:pt x="3412640" y="2249563"/>
                  </a:lnTo>
                  <a:lnTo>
                    <a:pt x="3412827" y="2249563"/>
                  </a:lnTo>
                  <a:lnTo>
                    <a:pt x="3413200" y="2249563"/>
                  </a:lnTo>
                  <a:lnTo>
                    <a:pt x="3413386" y="2249563"/>
                  </a:lnTo>
                  <a:lnTo>
                    <a:pt x="3413572" y="2249563"/>
                  </a:lnTo>
                  <a:lnTo>
                    <a:pt x="3413852" y="2249563"/>
                  </a:lnTo>
                  <a:lnTo>
                    <a:pt x="3413945" y="2249563"/>
                  </a:lnTo>
                  <a:lnTo>
                    <a:pt x="3414132" y="2249563"/>
                  </a:lnTo>
                  <a:lnTo>
                    <a:pt x="3414318" y="2249563"/>
                  </a:lnTo>
                  <a:lnTo>
                    <a:pt x="3414505" y="2249563"/>
                  </a:lnTo>
                  <a:lnTo>
                    <a:pt x="3414878" y="2249563"/>
                  </a:lnTo>
                  <a:lnTo>
                    <a:pt x="3415064" y="2249563"/>
                  </a:lnTo>
                  <a:lnTo>
                    <a:pt x="3415158" y="2249563"/>
                  </a:lnTo>
                  <a:lnTo>
                    <a:pt x="3415251" y="2249563"/>
                  </a:lnTo>
                  <a:lnTo>
                    <a:pt x="3415531" y="2249563"/>
                  </a:lnTo>
                  <a:lnTo>
                    <a:pt x="3415717" y="2249563"/>
                  </a:lnTo>
                  <a:lnTo>
                    <a:pt x="3415810" y="2249563"/>
                  </a:lnTo>
                  <a:lnTo>
                    <a:pt x="3415997" y="2249563"/>
                  </a:lnTo>
                  <a:lnTo>
                    <a:pt x="3416277" y="2249563"/>
                  </a:lnTo>
                  <a:lnTo>
                    <a:pt x="3416463" y="2249563"/>
                  </a:lnTo>
                  <a:lnTo>
                    <a:pt x="3416556" y="2249563"/>
                  </a:lnTo>
                  <a:lnTo>
                    <a:pt x="3416650" y="2249563"/>
                  </a:lnTo>
                  <a:lnTo>
                    <a:pt x="3416929" y="2249563"/>
                  </a:lnTo>
                  <a:lnTo>
                    <a:pt x="3417116" y="2249563"/>
                  </a:lnTo>
                  <a:lnTo>
                    <a:pt x="3417489" y="2249563"/>
                  </a:lnTo>
                  <a:lnTo>
                    <a:pt x="3417582" y="2249563"/>
                  </a:lnTo>
                  <a:lnTo>
                    <a:pt x="3417862" y="2249563"/>
                  </a:lnTo>
                  <a:lnTo>
                    <a:pt x="3418048" y="2249563"/>
                  </a:lnTo>
                  <a:lnTo>
                    <a:pt x="3418235" y="2249563"/>
                  </a:lnTo>
                  <a:lnTo>
                    <a:pt x="3418981" y="2249563"/>
                  </a:lnTo>
                  <a:lnTo>
                    <a:pt x="3418981" y="2239610"/>
                  </a:lnTo>
                  <a:lnTo>
                    <a:pt x="3419074" y="2239610"/>
                  </a:lnTo>
                  <a:lnTo>
                    <a:pt x="3419261" y="2239610"/>
                  </a:lnTo>
                  <a:lnTo>
                    <a:pt x="3419354" y="2239610"/>
                  </a:lnTo>
                  <a:lnTo>
                    <a:pt x="3419540" y="2239610"/>
                  </a:lnTo>
                  <a:lnTo>
                    <a:pt x="3419727" y="2239610"/>
                  </a:lnTo>
                  <a:lnTo>
                    <a:pt x="3419820" y="2239610"/>
                  </a:lnTo>
                  <a:lnTo>
                    <a:pt x="3420100" y="2239610"/>
                  </a:lnTo>
                  <a:lnTo>
                    <a:pt x="3420473" y="2239610"/>
                  </a:lnTo>
                  <a:lnTo>
                    <a:pt x="3420566" y="2239610"/>
                  </a:lnTo>
                  <a:lnTo>
                    <a:pt x="3420846" y="2239610"/>
                  </a:lnTo>
                  <a:lnTo>
                    <a:pt x="3421032" y="2239610"/>
                  </a:lnTo>
                  <a:lnTo>
                    <a:pt x="3421312" y="2239610"/>
                  </a:lnTo>
                  <a:lnTo>
                    <a:pt x="3421685" y="2239610"/>
                  </a:lnTo>
                  <a:lnTo>
                    <a:pt x="3421778" y="2239610"/>
                  </a:lnTo>
                  <a:lnTo>
                    <a:pt x="3421871" y="2239610"/>
                  </a:lnTo>
                  <a:lnTo>
                    <a:pt x="3422151" y="2239610"/>
                  </a:lnTo>
                  <a:lnTo>
                    <a:pt x="3422338" y="2239610"/>
                  </a:lnTo>
                  <a:lnTo>
                    <a:pt x="3422711" y="2239610"/>
                  </a:lnTo>
                  <a:lnTo>
                    <a:pt x="3422990" y="2239610"/>
                  </a:lnTo>
                  <a:lnTo>
                    <a:pt x="3423363" y="2239610"/>
                  </a:lnTo>
                  <a:lnTo>
                    <a:pt x="3424203" y="2239610"/>
                  </a:lnTo>
                  <a:lnTo>
                    <a:pt x="3424482" y="2239610"/>
                  </a:lnTo>
                  <a:lnTo>
                    <a:pt x="3424669" y="2239610"/>
                  </a:lnTo>
                  <a:lnTo>
                    <a:pt x="3424855" y="2239610"/>
                  </a:lnTo>
                  <a:lnTo>
                    <a:pt x="3425228" y="2239610"/>
                  </a:lnTo>
                  <a:lnTo>
                    <a:pt x="3425322" y="2239610"/>
                  </a:lnTo>
                  <a:lnTo>
                    <a:pt x="3425788" y="2239610"/>
                  </a:lnTo>
                  <a:lnTo>
                    <a:pt x="3426534" y="2239610"/>
                  </a:lnTo>
                  <a:lnTo>
                    <a:pt x="3426907" y="2239610"/>
                  </a:lnTo>
                  <a:lnTo>
                    <a:pt x="3427093" y="2239610"/>
                  </a:lnTo>
                  <a:lnTo>
                    <a:pt x="3427373" y="2239610"/>
                  </a:lnTo>
                  <a:lnTo>
                    <a:pt x="3428026" y="2239610"/>
                  </a:lnTo>
                  <a:lnTo>
                    <a:pt x="3428119" y="2239610"/>
                  </a:lnTo>
                  <a:lnTo>
                    <a:pt x="3428305" y="2239610"/>
                  </a:lnTo>
                  <a:lnTo>
                    <a:pt x="3428399" y="2229656"/>
                  </a:lnTo>
                  <a:lnTo>
                    <a:pt x="3428492" y="2229656"/>
                  </a:lnTo>
                  <a:lnTo>
                    <a:pt x="3428585" y="2229656"/>
                  </a:lnTo>
                  <a:lnTo>
                    <a:pt x="3429145" y="2229656"/>
                  </a:lnTo>
                  <a:lnTo>
                    <a:pt x="3429238" y="2229656"/>
                  </a:lnTo>
                  <a:lnTo>
                    <a:pt x="3429331" y="2229656"/>
                  </a:lnTo>
                  <a:lnTo>
                    <a:pt x="3429424" y="2229656"/>
                  </a:lnTo>
                  <a:lnTo>
                    <a:pt x="3429518" y="2229656"/>
                  </a:lnTo>
                  <a:lnTo>
                    <a:pt x="3429611" y="2229656"/>
                  </a:lnTo>
                  <a:lnTo>
                    <a:pt x="3429704" y="2229656"/>
                  </a:lnTo>
                  <a:lnTo>
                    <a:pt x="3429797" y="2229656"/>
                  </a:lnTo>
                  <a:lnTo>
                    <a:pt x="3429891" y="2229656"/>
                  </a:lnTo>
                  <a:lnTo>
                    <a:pt x="3430730" y="2229656"/>
                  </a:lnTo>
                  <a:lnTo>
                    <a:pt x="3430823" y="2229656"/>
                  </a:lnTo>
                  <a:lnTo>
                    <a:pt x="3430916" y="2229656"/>
                  </a:lnTo>
                  <a:lnTo>
                    <a:pt x="3431010" y="2229656"/>
                  </a:lnTo>
                  <a:lnTo>
                    <a:pt x="3431103" y="2229656"/>
                  </a:lnTo>
                  <a:lnTo>
                    <a:pt x="3431196" y="2229656"/>
                  </a:lnTo>
                  <a:lnTo>
                    <a:pt x="3431289" y="2229656"/>
                  </a:lnTo>
                  <a:lnTo>
                    <a:pt x="3431383" y="2229656"/>
                  </a:lnTo>
                  <a:lnTo>
                    <a:pt x="3432129" y="2229656"/>
                  </a:lnTo>
                  <a:lnTo>
                    <a:pt x="3432315" y="2229656"/>
                  </a:lnTo>
                  <a:lnTo>
                    <a:pt x="3432408" y="2229656"/>
                  </a:lnTo>
                  <a:lnTo>
                    <a:pt x="3432688" y="2219702"/>
                  </a:lnTo>
                  <a:lnTo>
                    <a:pt x="3432781" y="2219702"/>
                  </a:lnTo>
                  <a:lnTo>
                    <a:pt x="3432968" y="2219702"/>
                  </a:lnTo>
                  <a:lnTo>
                    <a:pt x="3433621" y="2219702"/>
                  </a:lnTo>
                  <a:lnTo>
                    <a:pt x="3433714" y="2219702"/>
                  </a:lnTo>
                  <a:lnTo>
                    <a:pt x="3433807" y="2219702"/>
                  </a:lnTo>
                  <a:lnTo>
                    <a:pt x="3433994" y="2219702"/>
                  </a:lnTo>
                  <a:lnTo>
                    <a:pt x="3434087" y="2219702"/>
                  </a:lnTo>
                  <a:lnTo>
                    <a:pt x="3434739" y="2219702"/>
                  </a:lnTo>
                  <a:lnTo>
                    <a:pt x="3435485" y="2219702"/>
                  </a:lnTo>
                  <a:lnTo>
                    <a:pt x="3435579" y="2219702"/>
                  </a:lnTo>
                  <a:lnTo>
                    <a:pt x="3435672" y="2219702"/>
                  </a:lnTo>
                  <a:lnTo>
                    <a:pt x="3435858" y="2219702"/>
                  </a:lnTo>
                  <a:lnTo>
                    <a:pt x="3435952" y="2219702"/>
                  </a:lnTo>
                  <a:lnTo>
                    <a:pt x="3436698" y="2219702"/>
                  </a:lnTo>
                  <a:lnTo>
                    <a:pt x="3436791" y="2219702"/>
                  </a:lnTo>
                  <a:lnTo>
                    <a:pt x="3437257" y="2219702"/>
                  </a:lnTo>
                  <a:lnTo>
                    <a:pt x="3437817" y="2219702"/>
                  </a:lnTo>
                  <a:lnTo>
                    <a:pt x="3437910" y="2219702"/>
                  </a:lnTo>
                  <a:lnTo>
                    <a:pt x="3438003" y="2219702"/>
                  </a:lnTo>
                  <a:lnTo>
                    <a:pt x="3438749" y="2219702"/>
                  </a:lnTo>
                  <a:lnTo>
                    <a:pt x="3438842" y="2219702"/>
                  </a:lnTo>
                  <a:lnTo>
                    <a:pt x="3439029" y="2219702"/>
                  </a:lnTo>
                  <a:lnTo>
                    <a:pt x="3439122" y="2219702"/>
                  </a:lnTo>
                  <a:lnTo>
                    <a:pt x="3439402" y="2219702"/>
                  </a:lnTo>
                  <a:lnTo>
                    <a:pt x="3439961" y="2219702"/>
                  </a:lnTo>
                  <a:lnTo>
                    <a:pt x="3440055" y="2219702"/>
                  </a:lnTo>
                  <a:lnTo>
                    <a:pt x="3440148" y="2219702"/>
                  </a:lnTo>
                  <a:lnTo>
                    <a:pt x="3440241" y="2219702"/>
                  </a:lnTo>
                  <a:lnTo>
                    <a:pt x="3440334" y="2219702"/>
                  </a:lnTo>
                  <a:lnTo>
                    <a:pt x="3440428" y="2219702"/>
                  </a:lnTo>
                  <a:lnTo>
                    <a:pt x="3440707" y="2219702"/>
                  </a:lnTo>
                  <a:lnTo>
                    <a:pt x="3441826" y="2219702"/>
                  </a:lnTo>
                  <a:lnTo>
                    <a:pt x="3442106" y="2219702"/>
                  </a:lnTo>
                  <a:lnTo>
                    <a:pt x="3442199" y="2219702"/>
                  </a:lnTo>
                  <a:lnTo>
                    <a:pt x="3442292" y="2219702"/>
                  </a:lnTo>
                  <a:lnTo>
                    <a:pt x="3442572" y="2219702"/>
                  </a:lnTo>
                  <a:lnTo>
                    <a:pt x="3442665" y="2219702"/>
                  </a:lnTo>
                  <a:lnTo>
                    <a:pt x="3442759" y="2219702"/>
                  </a:lnTo>
                  <a:lnTo>
                    <a:pt x="3443132" y="2219702"/>
                  </a:lnTo>
                  <a:lnTo>
                    <a:pt x="3443411" y="2219702"/>
                  </a:lnTo>
                  <a:lnTo>
                    <a:pt x="3443505" y="2219702"/>
                  </a:lnTo>
                  <a:lnTo>
                    <a:pt x="3443598" y="2219702"/>
                  </a:lnTo>
                  <a:lnTo>
                    <a:pt x="3444437" y="2219702"/>
                  </a:lnTo>
                  <a:lnTo>
                    <a:pt x="3444624" y="2219702"/>
                  </a:lnTo>
                  <a:lnTo>
                    <a:pt x="3444717" y="2219702"/>
                  </a:lnTo>
                  <a:lnTo>
                    <a:pt x="3444997" y="2219702"/>
                  </a:lnTo>
                  <a:lnTo>
                    <a:pt x="3445090" y="2219702"/>
                  </a:lnTo>
                  <a:lnTo>
                    <a:pt x="3445183" y="2219702"/>
                  </a:lnTo>
                  <a:lnTo>
                    <a:pt x="3445556" y="2219702"/>
                  </a:lnTo>
                  <a:lnTo>
                    <a:pt x="3445649" y="2219702"/>
                  </a:lnTo>
                  <a:lnTo>
                    <a:pt x="3445836" y="2219702"/>
                  </a:lnTo>
                  <a:lnTo>
                    <a:pt x="3446116" y="2209748"/>
                  </a:lnTo>
                  <a:lnTo>
                    <a:pt x="3446302" y="2209748"/>
                  </a:lnTo>
                  <a:lnTo>
                    <a:pt x="3446582" y="2209748"/>
                  </a:lnTo>
                  <a:lnTo>
                    <a:pt x="3446582" y="2199794"/>
                  </a:lnTo>
                  <a:lnTo>
                    <a:pt x="3446675" y="2199794"/>
                  </a:lnTo>
                  <a:lnTo>
                    <a:pt x="3446768" y="2199794"/>
                  </a:lnTo>
                  <a:lnTo>
                    <a:pt x="3446862" y="2199794"/>
                  </a:lnTo>
                  <a:lnTo>
                    <a:pt x="3446955" y="2199794"/>
                  </a:lnTo>
                  <a:lnTo>
                    <a:pt x="3447328" y="2199794"/>
                  </a:lnTo>
                  <a:lnTo>
                    <a:pt x="3447608" y="2199794"/>
                  </a:lnTo>
                  <a:lnTo>
                    <a:pt x="3447794" y="2199794"/>
                  </a:lnTo>
                  <a:lnTo>
                    <a:pt x="3447981" y="2199794"/>
                  </a:lnTo>
                  <a:lnTo>
                    <a:pt x="3448074" y="2199794"/>
                  </a:lnTo>
                  <a:lnTo>
                    <a:pt x="3448447" y="2199794"/>
                  </a:lnTo>
                  <a:lnTo>
                    <a:pt x="3448633" y="2199794"/>
                  </a:lnTo>
                  <a:lnTo>
                    <a:pt x="3448820" y="2199794"/>
                  </a:lnTo>
                  <a:lnTo>
                    <a:pt x="3448913" y="2199794"/>
                  </a:lnTo>
                  <a:lnTo>
                    <a:pt x="3449379" y="2199794"/>
                  </a:lnTo>
                  <a:lnTo>
                    <a:pt x="3449472" y="2199794"/>
                  </a:lnTo>
                  <a:lnTo>
                    <a:pt x="3449659" y="2199794"/>
                  </a:lnTo>
                  <a:lnTo>
                    <a:pt x="3449752" y="2199794"/>
                  </a:lnTo>
                  <a:lnTo>
                    <a:pt x="3449939" y="2199794"/>
                  </a:lnTo>
                  <a:lnTo>
                    <a:pt x="3450312" y="2199794"/>
                  </a:lnTo>
                  <a:lnTo>
                    <a:pt x="3450498" y="2199794"/>
                  </a:lnTo>
                  <a:lnTo>
                    <a:pt x="3450685" y="2199794"/>
                  </a:lnTo>
                  <a:lnTo>
                    <a:pt x="3450871" y="2199794"/>
                  </a:lnTo>
                  <a:lnTo>
                    <a:pt x="3450964" y="2199794"/>
                  </a:lnTo>
                  <a:lnTo>
                    <a:pt x="3451431" y="2199794"/>
                  </a:lnTo>
                  <a:lnTo>
                    <a:pt x="3452456" y="2199794"/>
                  </a:lnTo>
                  <a:lnTo>
                    <a:pt x="3452923" y="2199794"/>
                  </a:lnTo>
                  <a:lnTo>
                    <a:pt x="3453016" y="2199794"/>
                  </a:lnTo>
                  <a:lnTo>
                    <a:pt x="3453296" y="2199794"/>
                  </a:lnTo>
                  <a:lnTo>
                    <a:pt x="3453389" y="2199794"/>
                  </a:lnTo>
                  <a:lnTo>
                    <a:pt x="3453575" y="2199794"/>
                  </a:lnTo>
                  <a:lnTo>
                    <a:pt x="3453669" y="2199794"/>
                  </a:lnTo>
                  <a:lnTo>
                    <a:pt x="3453855" y="2199794"/>
                  </a:lnTo>
                  <a:lnTo>
                    <a:pt x="3453948" y="2199794"/>
                  </a:lnTo>
                  <a:lnTo>
                    <a:pt x="3454228" y="2199794"/>
                  </a:lnTo>
                  <a:lnTo>
                    <a:pt x="3454415" y="2199794"/>
                  </a:lnTo>
                  <a:lnTo>
                    <a:pt x="3454508" y="2199794"/>
                  </a:lnTo>
                  <a:lnTo>
                    <a:pt x="3454601" y="2199794"/>
                  </a:lnTo>
                  <a:lnTo>
                    <a:pt x="3454881" y="2199794"/>
                  </a:lnTo>
                  <a:lnTo>
                    <a:pt x="3454974" y="2199794"/>
                  </a:lnTo>
                  <a:lnTo>
                    <a:pt x="3455627" y="2199794"/>
                  </a:lnTo>
                  <a:lnTo>
                    <a:pt x="3455720" y="2199794"/>
                  </a:lnTo>
                  <a:lnTo>
                    <a:pt x="3455813" y="2199794"/>
                  </a:lnTo>
                  <a:lnTo>
                    <a:pt x="3456093" y="2199794"/>
                  </a:lnTo>
                  <a:lnTo>
                    <a:pt x="3456559" y="2199794"/>
                  </a:lnTo>
                  <a:lnTo>
                    <a:pt x="3456652" y="2199794"/>
                  </a:lnTo>
                  <a:lnTo>
                    <a:pt x="3456746" y="2199794"/>
                  </a:lnTo>
                  <a:lnTo>
                    <a:pt x="3457212" y="2199794"/>
                  </a:lnTo>
                  <a:lnTo>
                    <a:pt x="3458331" y="2189840"/>
                  </a:lnTo>
                  <a:lnTo>
                    <a:pt x="3458517" y="2189840"/>
                  </a:lnTo>
                  <a:lnTo>
                    <a:pt x="3458704" y="2189840"/>
                  </a:lnTo>
                  <a:lnTo>
                    <a:pt x="3458797" y="2189840"/>
                  </a:lnTo>
                  <a:lnTo>
                    <a:pt x="3459263" y="2189840"/>
                  </a:lnTo>
                  <a:lnTo>
                    <a:pt x="3459450" y="2189840"/>
                  </a:lnTo>
                  <a:lnTo>
                    <a:pt x="3459730" y="2189840"/>
                  </a:lnTo>
                  <a:lnTo>
                    <a:pt x="3459823" y="2189840"/>
                  </a:lnTo>
                  <a:lnTo>
                    <a:pt x="3459916" y="2189840"/>
                  </a:lnTo>
                  <a:lnTo>
                    <a:pt x="3460009" y="2189840"/>
                  </a:lnTo>
                  <a:lnTo>
                    <a:pt x="3460755" y="2189840"/>
                  </a:lnTo>
                  <a:lnTo>
                    <a:pt x="3461128" y="2189840"/>
                  </a:lnTo>
                  <a:lnTo>
                    <a:pt x="3461222" y="2189840"/>
                  </a:lnTo>
                  <a:lnTo>
                    <a:pt x="3461315" y="2189840"/>
                  </a:lnTo>
                  <a:lnTo>
                    <a:pt x="3461501" y="2189840"/>
                  </a:lnTo>
                  <a:lnTo>
                    <a:pt x="3461688" y="2189840"/>
                  </a:lnTo>
                  <a:lnTo>
                    <a:pt x="3461781" y="2189840"/>
                  </a:lnTo>
                  <a:lnTo>
                    <a:pt x="3461967" y="2189840"/>
                  </a:lnTo>
                  <a:lnTo>
                    <a:pt x="3462247" y="2179887"/>
                  </a:lnTo>
                  <a:lnTo>
                    <a:pt x="3462434" y="2179887"/>
                  </a:lnTo>
                  <a:lnTo>
                    <a:pt x="3463180" y="2179887"/>
                  </a:lnTo>
                  <a:lnTo>
                    <a:pt x="3463273" y="2179887"/>
                  </a:lnTo>
                  <a:lnTo>
                    <a:pt x="3463459" y="2179887"/>
                  </a:lnTo>
                  <a:lnTo>
                    <a:pt x="3463646" y="2179887"/>
                  </a:lnTo>
                  <a:lnTo>
                    <a:pt x="3463646" y="2169933"/>
                  </a:lnTo>
                  <a:lnTo>
                    <a:pt x="3463832" y="2169933"/>
                  </a:lnTo>
                  <a:lnTo>
                    <a:pt x="3464299" y="2169933"/>
                  </a:lnTo>
                  <a:lnTo>
                    <a:pt x="3464485" y="2169933"/>
                  </a:lnTo>
                  <a:lnTo>
                    <a:pt x="3464578" y="2169933"/>
                  </a:lnTo>
                  <a:lnTo>
                    <a:pt x="3464672" y="2169933"/>
                  </a:lnTo>
                  <a:lnTo>
                    <a:pt x="3464951" y="2169933"/>
                  </a:lnTo>
                  <a:lnTo>
                    <a:pt x="3465045" y="2169933"/>
                  </a:lnTo>
                  <a:lnTo>
                    <a:pt x="3465324" y="2169933"/>
                  </a:lnTo>
                  <a:lnTo>
                    <a:pt x="3465697" y="2169933"/>
                  </a:lnTo>
                  <a:lnTo>
                    <a:pt x="3465791" y="2169933"/>
                  </a:lnTo>
                  <a:lnTo>
                    <a:pt x="3465977" y="2169933"/>
                  </a:lnTo>
                  <a:lnTo>
                    <a:pt x="3466070" y="2169933"/>
                  </a:lnTo>
                  <a:lnTo>
                    <a:pt x="3466350" y="2169933"/>
                  </a:lnTo>
                  <a:lnTo>
                    <a:pt x="3466443" y="2169933"/>
                  </a:lnTo>
                  <a:lnTo>
                    <a:pt x="3466630" y="2159979"/>
                  </a:lnTo>
                  <a:lnTo>
                    <a:pt x="3466723" y="2159979"/>
                  </a:lnTo>
                  <a:lnTo>
                    <a:pt x="3467003" y="2159979"/>
                  </a:lnTo>
                  <a:lnTo>
                    <a:pt x="3467935" y="2159979"/>
                  </a:lnTo>
                  <a:lnTo>
                    <a:pt x="3468029" y="2159979"/>
                  </a:lnTo>
                  <a:lnTo>
                    <a:pt x="3468402" y="2159979"/>
                  </a:lnTo>
                  <a:lnTo>
                    <a:pt x="3468588" y="2159979"/>
                  </a:lnTo>
                  <a:lnTo>
                    <a:pt x="3469054" y="2159979"/>
                  </a:lnTo>
                  <a:lnTo>
                    <a:pt x="3469241" y="2159979"/>
                  </a:lnTo>
                  <a:lnTo>
                    <a:pt x="3469520" y="2159979"/>
                  </a:lnTo>
                  <a:lnTo>
                    <a:pt x="3469614" y="2159979"/>
                  </a:lnTo>
                  <a:lnTo>
                    <a:pt x="3469800" y="2159979"/>
                  </a:lnTo>
                  <a:lnTo>
                    <a:pt x="3469893" y="2159979"/>
                  </a:lnTo>
                  <a:lnTo>
                    <a:pt x="3470453" y="2159979"/>
                  </a:lnTo>
                  <a:lnTo>
                    <a:pt x="3470639" y="2159979"/>
                  </a:lnTo>
                  <a:lnTo>
                    <a:pt x="3470919" y="2159979"/>
                  </a:lnTo>
                  <a:lnTo>
                    <a:pt x="3471012" y="2159979"/>
                  </a:lnTo>
                  <a:lnTo>
                    <a:pt x="3471292" y="2159979"/>
                  </a:lnTo>
                  <a:lnTo>
                    <a:pt x="3471572" y="2159979"/>
                  </a:lnTo>
                  <a:lnTo>
                    <a:pt x="3471665" y="2159979"/>
                  </a:lnTo>
                  <a:lnTo>
                    <a:pt x="3472225" y="2159979"/>
                  </a:lnTo>
                  <a:lnTo>
                    <a:pt x="3472877" y="2159979"/>
                  </a:lnTo>
                  <a:lnTo>
                    <a:pt x="3472971" y="2150025"/>
                  </a:lnTo>
                  <a:lnTo>
                    <a:pt x="3473157" y="2150025"/>
                  </a:lnTo>
                  <a:lnTo>
                    <a:pt x="3473250" y="2150025"/>
                  </a:lnTo>
                  <a:lnTo>
                    <a:pt x="3473437" y="2150025"/>
                  </a:lnTo>
                  <a:lnTo>
                    <a:pt x="3473623" y="2150025"/>
                  </a:lnTo>
                  <a:lnTo>
                    <a:pt x="3473717" y="2150025"/>
                  </a:lnTo>
                  <a:lnTo>
                    <a:pt x="3473810" y="2150025"/>
                  </a:lnTo>
                  <a:lnTo>
                    <a:pt x="3473996" y="2150025"/>
                  </a:lnTo>
                  <a:lnTo>
                    <a:pt x="3474183" y="2150025"/>
                  </a:lnTo>
                  <a:lnTo>
                    <a:pt x="3475395" y="2150025"/>
                  </a:lnTo>
                  <a:lnTo>
                    <a:pt x="3475488" y="2150025"/>
                  </a:lnTo>
                  <a:lnTo>
                    <a:pt x="3475675" y="2150025"/>
                  </a:lnTo>
                  <a:lnTo>
                    <a:pt x="3476048" y="2150025"/>
                  </a:lnTo>
                  <a:lnTo>
                    <a:pt x="3476141" y="2150025"/>
                  </a:lnTo>
                  <a:lnTo>
                    <a:pt x="3476234" y="2150025"/>
                  </a:lnTo>
                  <a:lnTo>
                    <a:pt x="3476327" y="2150025"/>
                  </a:lnTo>
                  <a:lnTo>
                    <a:pt x="3476607" y="2150025"/>
                  </a:lnTo>
                  <a:lnTo>
                    <a:pt x="3476700" y="2150025"/>
                  </a:lnTo>
                  <a:lnTo>
                    <a:pt x="3477446" y="2150025"/>
                  </a:lnTo>
                  <a:lnTo>
                    <a:pt x="3477540" y="2150025"/>
                  </a:lnTo>
                  <a:lnTo>
                    <a:pt x="3478006" y="2150025"/>
                  </a:lnTo>
                  <a:lnTo>
                    <a:pt x="3478099" y="2150025"/>
                  </a:lnTo>
                  <a:lnTo>
                    <a:pt x="3478286" y="2150025"/>
                  </a:lnTo>
                  <a:lnTo>
                    <a:pt x="3478379" y="2150025"/>
                  </a:lnTo>
                  <a:lnTo>
                    <a:pt x="3478565" y="2150025"/>
                  </a:lnTo>
                  <a:lnTo>
                    <a:pt x="3478938" y="2150025"/>
                  </a:lnTo>
                  <a:lnTo>
                    <a:pt x="3479032" y="2150025"/>
                  </a:lnTo>
                  <a:lnTo>
                    <a:pt x="3479405" y="2150025"/>
                  </a:lnTo>
                  <a:lnTo>
                    <a:pt x="3479498" y="2150025"/>
                  </a:lnTo>
                  <a:lnTo>
                    <a:pt x="3479778" y="2150025"/>
                  </a:lnTo>
                  <a:lnTo>
                    <a:pt x="3479871" y="2150025"/>
                  </a:lnTo>
                  <a:lnTo>
                    <a:pt x="3480057" y="2150025"/>
                  </a:lnTo>
                  <a:lnTo>
                    <a:pt x="3480430" y="2150025"/>
                  </a:lnTo>
                  <a:lnTo>
                    <a:pt x="3480524" y="2150025"/>
                  </a:lnTo>
                  <a:lnTo>
                    <a:pt x="3480710" y="2150025"/>
                  </a:lnTo>
                  <a:lnTo>
                    <a:pt x="3480803" y="2150025"/>
                  </a:lnTo>
                  <a:lnTo>
                    <a:pt x="3480897" y="2150025"/>
                  </a:lnTo>
                  <a:lnTo>
                    <a:pt x="3480990" y="2150025"/>
                  </a:lnTo>
                  <a:lnTo>
                    <a:pt x="3481270" y="2150025"/>
                  </a:lnTo>
                  <a:lnTo>
                    <a:pt x="3481736" y="2150025"/>
                  </a:lnTo>
                  <a:lnTo>
                    <a:pt x="3481829" y="2150025"/>
                  </a:lnTo>
                  <a:lnTo>
                    <a:pt x="3482855" y="2150025"/>
                  </a:lnTo>
                  <a:lnTo>
                    <a:pt x="3482948" y="2150025"/>
                  </a:lnTo>
                  <a:lnTo>
                    <a:pt x="3483134" y="2150025"/>
                  </a:lnTo>
                  <a:lnTo>
                    <a:pt x="3483228" y="2150025"/>
                  </a:lnTo>
                  <a:lnTo>
                    <a:pt x="3483321" y="2150025"/>
                  </a:lnTo>
                  <a:lnTo>
                    <a:pt x="3484067" y="2150025"/>
                  </a:lnTo>
                  <a:lnTo>
                    <a:pt x="3484347" y="2150025"/>
                  </a:lnTo>
                  <a:lnTo>
                    <a:pt x="3484440" y="2150025"/>
                  </a:lnTo>
                  <a:lnTo>
                    <a:pt x="3484813" y="2150025"/>
                  </a:lnTo>
                  <a:lnTo>
                    <a:pt x="3484906" y="2150025"/>
                  </a:lnTo>
                  <a:lnTo>
                    <a:pt x="3484999" y="2150025"/>
                  </a:lnTo>
                  <a:lnTo>
                    <a:pt x="3485093" y="2150025"/>
                  </a:lnTo>
                  <a:lnTo>
                    <a:pt x="3485186" y="2150025"/>
                  </a:lnTo>
                  <a:lnTo>
                    <a:pt x="3485279" y="2140071"/>
                  </a:lnTo>
                  <a:lnTo>
                    <a:pt x="3485372" y="2140071"/>
                  </a:lnTo>
                  <a:lnTo>
                    <a:pt x="3485466" y="2140071"/>
                  </a:lnTo>
                  <a:lnTo>
                    <a:pt x="3485652" y="2140071"/>
                  </a:lnTo>
                  <a:lnTo>
                    <a:pt x="3486118" y="2140071"/>
                  </a:lnTo>
                  <a:lnTo>
                    <a:pt x="3486585" y="2140071"/>
                  </a:lnTo>
                  <a:lnTo>
                    <a:pt x="3486958" y="2140071"/>
                  </a:lnTo>
                  <a:lnTo>
                    <a:pt x="3487051" y="2140071"/>
                  </a:lnTo>
                  <a:lnTo>
                    <a:pt x="3487144" y="2140071"/>
                  </a:lnTo>
                  <a:lnTo>
                    <a:pt x="3487237" y="2140071"/>
                  </a:lnTo>
                  <a:lnTo>
                    <a:pt x="3487331" y="2140071"/>
                  </a:lnTo>
                  <a:lnTo>
                    <a:pt x="3487424" y="2140071"/>
                  </a:lnTo>
                  <a:lnTo>
                    <a:pt x="3487797" y="2140071"/>
                  </a:lnTo>
                  <a:lnTo>
                    <a:pt x="3488356" y="2140071"/>
                  </a:lnTo>
                  <a:lnTo>
                    <a:pt x="3488823" y="2140071"/>
                  </a:lnTo>
                  <a:lnTo>
                    <a:pt x="3489009" y="2140071"/>
                  </a:lnTo>
                  <a:lnTo>
                    <a:pt x="3489289" y="2140071"/>
                  </a:lnTo>
                  <a:lnTo>
                    <a:pt x="3489755" y="2140071"/>
                  </a:lnTo>
                  <a:lnTo>
                    <a:pt x="3489848" y="2140071"/>
                  </a:lnTo>
                  <a:lnTo>
                    <a:pt x="3489941" y="2140071"/>
                  </a:lnTo>
                  <a:lnTo>
                    <a:pt x="3490687" y="2140071"/>
                  </a:lnTo>
                  <a:lnTo>
                    <a:pt x="3491154" y="2140071"/>
                  </a:lnTo>
                  <a:lnTo>
                    <a:pt x="3491340" y="2140071"/>
                  </a:lnTo>
                  <a:lnTo>
                    <a:pt x="3491620" y="2140071"/>
                  </a:lnTo>
                  <a:lnTo>
                    <a:pt x="3491713" y="2140071"/>
                  </a:lnTo>
                  <a:lnTo>
                    <a:pt x="3491806" y="2140071"/>
                  </a:lnTo>
                  <a:lnTo>
                    <a:pt x="3491993" y="2140071"/>
                  </a:lnTo>
                  <a:lnTo>
                    <a:pt x="3492179" y="2140071"/>
                  </a:lnTo>
                  <a:lnTo>
                    <a:pt x="3492366" y="2140071"/>
                  </a:lnTo>
                  <a:lnTo>
                    <a:pt x="3492459" y="2140071"/>
                  </a:lnTo>
                  <a:lnTo>
                    <a:pt x="3492552" y="2140071"/>
                  </a:lnTo>
                  <a:lnTo>
                    <a:pt x="3492832" y="2140071"/>
                  </a:lnTo>
                  <a:lnTo>
                    <a:pt x="3493019" y="2140071"/>
                  </a:lnTo>
                  <a:lnTo>
                    <a:pt x="3493392" y="2140071"/>
                  </a:lnTo>
                  <a:lnTo>
                    <a:pt x="3493671" y="2140071"/>
                  </a:lnTo>
                  <a:lnTo>
                    <a:pt x="3493765" y="2140071"/>
                  </a:lnTo>
                  <a:lnTo>
                    <a:pt x="3493951" y="2140071"/>
                  </a:lnTo>
                  <a:lnTo>
                    <a:pt x="3494138" y="2140071"/>
                  </a:lnTo>
                  <a:lnTo>
                    <a:pt x="3494231" y="2140071"/>
                  </a:lnTo>
                  <a:lnTo>
                    <a:pt x="3494324" y="2140071"/>
                  </a:lnTo>
                  <a:lnTo>
                    <a:pt x="3494511" y="2130118"/>
                  </a:lnTo>
                  <a:lnTo>
                    <a:pt x="3494604" y="2130118"/>
                  </a:lnTo>
                  <a:lnTo>
                    <a:pt x="3494977" y="2130118"/>
                  </a:lnTo>
                  <a:lnTo>
                    <a:pt x="3495070" y="2130118"/>
                  </a:lnTo>
                  <a:lnTo>
                    <a:pt x="3495443" y="2130118"/>
                  </a:lnTo>
                  <a:lnTo>
                    <a:pt x="3495816" y="2130118"/>
                  </a:lnTo>
                  <a:lnTo>
                    <a:pt x="3496189" y="2130118"/>
                  </a:lnTo>
                  <a:lnTo>
                    <a:pt x="3496282" y="2130118"/>
                  </a:lnTo>
                  <a:lnTo>
                    <a:pt x="3497028" y="2120164"/>
                  </a:lnTo>
                  <a:lnTo>
                    <a:pt x="3497588" y="2120164"/>
                  </a:lnTo>
                  <a:lnTo>
                    <a:pt x="3497681" y="2120164"/>
                  </a:lnTo>
                  <a:lnTo>
                    <a:pt x="3497774" y="2120164"/>
                  </a:lnTo>
                  <a:lnTo>
                    <a:pt x="3498240" y="2120164"/>
                  </a:lnTo>
                  <a:lnTo>
                    <a:pt x="3498334" y="2120164"/>
                  </a:lnTo>
                  <a:lnTo>
                    <a:pt x="3498800" y="2120164"/>
                  </a:lnTo>
                  <a:lnTo>
                    <a:pt x="3499266" y="2120164"/>
                  </a:lnTo>
                  <a:lnTo>
                    <a:pt x="3499359" y="2120164"/>
                  </a:lnTo>
                  <a:lnTo>
                    <a:pt x="3500199" y="2120164"/>
                  </a:lnTo>
                  <a:lnTo>
                    <a:pt x="3500292" y="2120164"/>
                  </a:lnTo>
                  <a:lnTo>
                    <a:pt x="3501691" y="2120164"/>
                  </a:lnTo>
                  <a:lnTo>
                    <a:pt x="3501784" y="2120164"/>
                  </a:lnTo>
                  <a:lnTo>
                    <a:pt x="3501970" y="2120164"/>
                  </a:lnTo>
                  <a:lnTo>
                    <a:pt x="3502064" y="2120164"/>
                  </a:lnTo>
                  <a:lnTo>
                    <a:pt x="3502157" y="2120164"/>
                  </a:lnTo>
                  <a:lnTo>
                    <a:pt x="3502343" y="2120164"/>
                  </a:lnTo>
                  <a:lnTo>
                    <a:pt x="3502716" y="2120164"/>
                  </a:lnTo>
                  <a:lnTo>
                    <a:pt x="3503089" y="2120164"/>
                  </a:lnTo>
                  <a:lnTo>
                    <a:pt x="3503183" y="2120164"/>
                  </a:lnTo>
                  <a:lnTo>
                    <a:pt x="3503369" y="2120164"/>
                  </a:lnTo>
                  <a:lnTo>
                    <a:pt x="3503462" y="2120164"/>
                  </a:lnTo>
                  <a:lnTo>
                    <a:pt x="3503928" y="2120164"/>
                  </a:lnTo>
                  <a:lnTo>
                    <a:pt x="3504022" y="2120164"/>
                  </a:lnTo>
                  <a:lnTo>
                    <a:pt x="3504208" y="2120164"/>
                  </a:lnTo>
                  <a:lnTo>
                    <a:pt x="3504301" y="2120164"/>
                  </a:lnTo>
                  <a:lnTo>
                    <a:pt x="3504488" y="2120164"/>
                  </a:lnTo>
                  <a:lnTo>
                    <a:pt x="3504581" y="2120164"/>
                  </a:lnTo>
                  <a:lnTo>
                    <a:pt x="3504674" y="2120164"/>
                  </a:lnTo>
                  <a:lnTo>
                    <a:pt x="3505234" y="2120164"/>
                  </a:lnTo>
                  <a:lnTo>
                    <a:pt x="3505420" y="2120164"/>
                  </a:lnTo>
                  <a:lnTo>
                    <a:pt x="3506073" y="2110210"/>
                  </a:lnTo>
                  <a:lnTo>
                    <a:pt x="3506353" y="2110210"/>
                  </a:lnTo>
                  <a:lnTo>
                    <a:pt x="3506446" y="2110210"/>
                  </a:lnTo>
                  <a:lnTo>
                    <a:pt x="3506539" y="2110210"/>
                  </a:lnTo>
                  <a:lnTo>
                    <a:pt x="3506912" y="2110210"/>
                  </a:lnTo>
                  <a:lnTo>
                    <a:pt x="3507099" y="2110210"/>
                  </a:lnTo>
                  <a:lnTo>
                    <a:pt x="3507379" y="2100256"/>
                  </a:lnTo>
                  <a:lnTo>
                    <a:pt x="3507472" y="2100256"/>
                  </a:lnTo>
                  <a:lnTo>
                    <a:pt x="3507752" y="2100256"/>
                  </a:lnTo>
                  <a:lnTo>
                    <a:pt x="3508031" y="2100256"/>
                  </a:lnTo>
                  <a:lnTo>
                    <a:pt x="3508498" y="2100256"/>
                  </a:lnTo>
                  <a:lnTo>
                    <a:pt x="3508777" y="2100256"/>
                  </a:lnTo>
                  <a:lnTo>
                    <a:pt x="3509057" y="2100256"/>
                  </a:lnTo>
                  <a:lnTo>
                    <a:pt x="3509150" y="2100256"/>
                  </a:lnTo>
                  <a:lnTo>
                    <a:pt x="3509337" y="2100256"/>
                  </a:lnTo>
                  <a:lnTo>
                    <a:pt x="3509803" y="2100256"/>
                  </a:lnTo>
                  <a:lnTo>
                    <a:pt x="3509990" y="2100256"/>
                  </a:lnTo>
                  <a:lnTo>
                    <a:pt x="3510269" y="2100256"/>
                  </a:lnTo>
                  <a:lnTo>
                    <a:pt x="3510549" y="2100256"/>
                  </a:lnTo>
                  <a:lnTo>
                    <a:pt x="3510922" y="2100256"/>
                  </a:lnTo>
                  <a:lnTo>
                    <a:pt x="3511015" y="2100256"/>
                  </a:lnTo>
                  <a:lnTo>
                    <a:pt x="3512227" y="2100256"/>
                  </a:lnTo>
                  <a:lnTo>
                    <a:pt x="3512321" y="2100256"/>
                  </a:lnTo>
                  <a:lnTo>
                    <a:pt x="3512507" y="2100256"/>
                  </a:lnTo>
                  <a:lnTo>
                    <a:pt x="3512694" y="2100256"/>
                  </a:lnTo>
                  <a:lnTo>
                    <a:pt x="3512973" y="2100256"/>
                  </a:lnTo>
                  <a:lnTo>
                    <a:pt x="3513160" y="2100256"/>
                  </a:lnTo>
                  <a:lnTo>
                    <a:pt x="3513346" y="2100256"/>
                  </a:lnTo>
                  <a:lnTo>
                    <a:pt x="3513813" y="2100256"/>
                  </a:lnTo>
                  <a:lnTo>
                    <a:pt x="3514092" y="2100256"/>
                  </a:lnTo>
                  <a:lnTo>
                    <a:pt x="3514838" y="2100256"/>
                  </a:lnTo>
                  <a:lnTo>
                    <a:pt x="3515025" y="2100256"/>
                  </a:lnTo>
                  <a:lnTo>
                    <a:pt x="3515118" y="2100256"/>
                  </a:lnTo>
                  <a:lnTo>
                    <a:pt x="3515398" y="2100256"/>
                  </a:lnTo>
                  <a:lnTo>
                    <a:pt x="3515678" y="2100256"/>
                  </a:lnTo>
                  <a:lnTo>
                    <a:pt x="3515771" y="2100256"/>
                  </a:lnTo>
                  <a:lnTo>
                    <a:pt x="3516703" y="2100256"/>
                  </a:lnTo>
                  <a:lnTo>
                    <a:pt x="3516890" y="2100256"/>
                  </a:lnTo>
                  <a:lnTo>
                    <a:pt x="3517263" y="2100256"/>
                  </a:lnTo>
                  <a:lnTo>
                    <a:pt x="3518009" y="2100256"/>
                  </a:lnTo>
                  <a:lnTo>
                    <a:pt x="3518102" y="2100256"/>
                  </a:lnTo>
                  <a:lnTo>
                    <a:pt x="3518195" y="2100256"/>
                  </a:lnTo>
                  <a:lnTo>
                    <a:pt x="3518288" y="2100256"/>
                  </a:lnTo>
                  <a:lnTo>
                    <a:pt x="3518475" y="2100256"/>
                  </a:lnTo>
                  <a:lnTo>
                    <a:pt x="3518568" y="2100256"/>
                  </a:lnTo>
                  <a:lnTo>
                    <a:pt x="3518661" y="2100256"/>
                  </a:lnTo>
                  <a:lnTo>
                    <a:pt x="3518755" y="2100256"/>
                  </a:lnTo>
                  <a:lnTo>
                    <a:pt x="3519034" y="2100256"/>
                  </a:lnTo>
                  <a:lnTo>
                    <a:pt x="3519221" y="2100256"/>
                  </a:lnTo>
                  <a:lnTo>
                    <a:pt x="3519314" y="2100256"/>
                  </a:lnTo>
                  <a:lnTo>
                    <a:pt x="3519594" y="2100256"/>
                  </a:lnTo>
                  <a:lnTo>
                    <a:pt x="3520060" y="2100256"/>
                  </a:lnTo>
                  <a:lnTo>
                    <a:pt x="3520153" y="2100256"/>
                  </a:lnTo>
                  <a:lnTo>
                    <a:pt x="3520247" y="2100256"/>
                  </a:lnTo>
                  <a:lnTo>
                    <a:pt x="3521272" y="2100256"/>
                  </a:lnTo>
                  <a:lnTo>
                    <a:pt x="3521366" y="2100256"/>
                  </a:lnTo>
                  <a:lnTo>
                    <a:pt x="3521832" y="2090302"/>
                  </a:lnTo>
                  <a:lnTo>
                    <a:pt x="3522018" y="2090302"/>
                  </a:lnTo>
                  <a:lnTo>
                    <a:pt x="3522205" y="2090302"/>
                  </a:lnTo>
                  <a:lnTo>
                    <a:pt x="3522485" y="2090302"/>
                  </a:lnTo>
                  <a:lnTo>
                    <a:pt x="3522858" y="2080348"/>
                  </a:lnTo>
                  <a:lnTo>
                    <a:pt x="3523044" y="2080348"/>
                  </a:lnTo>
                  <a:lnTo>
                    <a:pt x="3523137" y="2080348"/>
                  </a:lnTo>
                  <a:lnTo>
                    <a:pt x="3523231" y="2080348"/>
                  </a:lnTo>
                  <a:lnTo>
                    <a:pt x="3523417" y="2080348"/>
                  </a:lnTo>
                  <a:lnTo>
                    <a:pt x="3523883" y="2080348"/>
                  </a:lnTo>
                  <a:lnTo>
                    <a:pt x="3524256" y="2080348"/>
                  </a:lnTo>
                  <a:lnTo>
                    <a:pt x="3524536" y="2080348"/>
                  </a:lnTo>
                  <a:lnTo>
                    <a:pt x="3525468" y="2080348"/>
                  </a:lnTo>
                  <a:lnTo>
                    <a:pt x="3525562" y="2080348"/>
                  </a:lnTo>
                  <a:lnTo>
                    <a:pt x="3525655" y="2080348"/>
                  </a:lnTo>
                  <a:lnTo>
                    <a:pt x="3525935" y="2080348"/>
                  </a:lnTo>
                  <a:lnTo>
                    <a:pt x="3526121" y="2080348"/>
                  </a:lnTo>
                  <a:lnTo>
                    <a:pt x="3526494" y="2080348"/>
                  </a:lnTo>
                  <a:lnTo>
                    <a:pt x="3526587" y="2080348"/>
                  </a:lnTo>
                  <a:lnTo>
                    <a:pt x="3526681" y="2080348"/>
                  </a:lnTo>
                  <a:lnTo>
                    <a:pt x="3527333" y="2080348"/>
                  </a:lnTo>
                  <a:lnTo>
                    <a:pt x="3527427" y="2080348"/>
                  </a:lnTo>
                  <a:lnTo>
                    <a:pt x="3527800" y="2080348"/>
                  </a:lnTo>
                  <a:lnTo>
                    <a:pt x="3527893" y="2080348"/>
                  </a:lnTo>
                  <a:lnTo>
                    <a:pt x="3527986" y="2080348"/>
                  </a:lnTo>
                  <a:lnTo>
                    <a:pt x="3528173" y="2080348"/>
                  </a:lnTo>
                  <a:lnTo>
                    <a:pt x="3528359" y="2080348"/>
                  </a:lnTo>
                  <a:lnTo>
                    <a:pt x="3528452" y="2080348"/>
                  </a:lnTo>
                  <a:lnTo>
                    <a:pt x="3528546" y="2080348"/>
                  </a:lnTo>
                  <a:lnTo>
                    <a:pt x="3529198" y="2080348"/>
                  </a:lnTo>
                  <a:lnTo>
                    <a:pt x="3529292" y="2080348"/>
                  </a:lnTo>
                  <a:lnTo>
                    <a:pt x="3529385" y="2080348"/>
                  </a:lnTo>
                  <a:lnTo>
                    <a:pt x="3529478" y="2080348"/>
                  </a:lnTo>
                  <a:lnTo>
                    <a:pt x="3529571" y="2080348"/>
                  </a:lnTo>
                  <a:lnTo>
                    <a:pt x="3529665" y="2080348"/>
                  </a:lnTo>
                  <a:lnTo>
                    <a:pt x="3529758" y="2080348"/>
                  </a:lnTo>
                  <a:lnTo>
                    <a:pt x="3530038" y="2080348"/>
                  </a:lnTo>
                  <a:lnTo>
                    <a:pt x="3530970" y="2080348"/>
                  </a:lnTo>
                  <a:lnTo>
                    <a:pt x="3531063" y="2080348"/>
                  </a:lnTo>
                  <a:lnTo>
                    <a:pt x="3531157" y="2080348"/>
                  </a:lnTo>
                  <a:lnTo>
                    <a:pt x="3531250" y="2080348"/>
                  </a:lnTo>
                  <a:lnTo>
                    <a:pt x="3531343" y="2080348"/>
                  </a:lnTo>
                  <a:lnTo>
                    <a:pt x="3531436" y="2080348"/>
                  </a:lnTo>
                  <a:lnTo>
                    <a:pt x="3531716" y="2080348"/>
                  </a:lnTo>
                  <a:lnTo>
                    <a:pt x="3532275" y="2080348"/>
                  </a:lnTo>
                  <a:lnTo>
                    <a:pt x="3532369" y="2080348"/>
                  </a:lnTo>
                  <a:lnTo>
                    <a:pt x="3532555" y="2080348"/>
                  </a:lnTo>
                  <a:lnTo>
                    <a:pt x="3533021" y="2080348"/>
                  </a:lnTo>
                  <a:lnTo>
                    <a:pt x="3533115" y="2080348"/>
                  </a:lnTo>
                  <a:lnTo>
                    <a:pt x="3533208" y="2080348"/>
                  </a:lnTo>
                  <a:lnTo>
                    <a:pt x="3533394" y="2080348"/>
                  </a:lnTo>
                  <a:lnTo>
                    <a:pt x="3533674" y="2080348"/>
                  </a:lnTo>
                  <a:lnTo>
                    <a:pt x="3533954" y="2080348"/>
                  </a:lnTo>
                  <a:lnTo>
                    <a:pt x="3534234" y="2070395"/>
                  </a:lnTo>
                  <a:lnTo>
                    <a:pt x="3534327" y="2070395"/>
                  </a:lnTo>
                  <a:lnTo>
                    <a:pt x="3534607" y="2070395"/>
                  </a:lnTo>
                  <a:lnTo>
                    <a:pt x="3534700" y="2070395"/>
                  </a:lnTo>
                  <a:lnTo>
                    <a:pt x="3534793" y="2070395"/>
                  </a:lnTo>
                  <a:lnTo>
                    <a:pt x="3534980" y="2070395"/>
                  </a:lnTo>
                  <a:lnTo>
                    <a:pt x="3535073" y="2070395"/>
                  </a:lnTo>
                  <a:lnTo>
                    <a:pt x="3535259" y="2070395"/>
                  </a:lnTo>
                  <a:lnTo>
                    <a:pt x="3535446" y="2070395"/>
                  </a:lnTo>
                  <a:lnTo>
                    <a:pt x="3535539" y="2070395"/>
                  </a:lnTo>
                  <a:lnTo>
                    <a:pt x="3535726" y="2070395"/>
                  </a:lnTo>
                  <a:lnTo>
                    <a:pt x="3536658" y="2070395"/>
                  </a:lnTo>
                  <a:lnTo>
                    <a:pt x="3536751" y="2070395"/>
                  </a:lnTo>
                  <a:lnTo>
                    <a:pt x="3537124" y="2070395"/>
                  </a:lnTo>
                  <a:lnTo>
                    <a:pt x="3537404" y="2070395"/>
                  </a:lnTo>
                  <a:lnTo>
                    <a:pt x="3537870" y="2070395"/>
                  </a:lnTo>
                  <a:lnTo>
                    <a:pt x="3538057" y="2070395"/>
                  </a:lnTo>
                  <a:lnTo>
                    <a:pt x="3538430" y="2070395"/>
                  </a:lnTo>
                  <a:lnTo>
                    <a:pt x="3538523" y="2070395"/>
                  </a:lnTo>
                  <a:lnTo>
                    <a:pt x="3538616" y="2070395"/>
                  </a:lnTo>
                  <a:lnTo>
                    <a:pt x="3538803" y="2070395"/>
                  </a:lnTo>
                  <a:lnTo>
                    <a:pt x="3540295" y="2070395"/>
                  </a:lnTo>
                  <a:lnTo>
                    <a:pt x="3540481" y="2070395"/>
                  </a:lnTo>
                  <a:lnTo>
                    <a:pt x="3540574" y="2070395"/>
                  </a:lnTo>
                  <a:lnTo>
                    <a:pt x="3540947" y="2070395"/>
                  </a:lnTo>
                  <a:lnTo>
                    <a:pt x="3541227" y="2070395"/>
                  </a:lnTo>
                  <a:lnTo>
                    <a:pt x="3541414" y="2070395"/>
                  </a:lnTo>
                  <a:lnTo>
                    <a:pt x="3541507" y="2070395"/>
                  </a:lnTo>
                  <a:lnTo>
                    <a:pt x="3541600" y="2070395"/>
                  </a:lnTo>
                  <a:lnTo>
                    <a:pt x="3541693" y="2070395"/>
                  </a:lnTo>
                  <a:lnTo>
                    <a:pt x="3541880" y="2070395"/>
                  </a:lnTo>
                  <a:lnTo>
                    <a:pt x="3542160" y="2070395"/>
                  </a:lnTo>
                  <a:lnTo>
                    <a:pt x="3542533" y="2070395"/>
                  </a:lnTo>
                  <a:lnTo>
                    <a:pt x="3542626" y="2070395"/>
                  </a:lnTo>
                  <a:lnTo>
                    <a:pt x="3542906" y="2070395"/>
                  </a:lnTo>
                  <a:lnTo>
                    <a:pt x="3543092" y="2070395"/>
                  </a:lnTo>
                  <a:lnTo>
                    <a:pt x="3543185" y="2070395"/>
                  </a:lnTo>
                  <a:lnTo>
                    <a:pt x="3543745" y="2070395"/>
                  </a:lnTo>
                  <a:lnTo>
                    <a:pt x="3543838" y="2070395"/>
                  </a:lnTo>
                  <a:lnTo>
                    <a:pt x="3543931" y="2070395"/>
                  </a:lnTo>
                  <a:lnTo>
                    <a:pt x="3544118" y="2070395"/>
                  </a:lnTo>
                  <a:lnTo>
                    <a:pt x="3544211" y="2070395"/>
                  </a:lnTo>
                  <a:lnTo>
                    <a:pt x="3544677" y="2070395"/>
                  </a:lnTo>
                  <a:lnTo>
                    <a:pt x="3544864" y="2070395"/>
                  </a:lnTo>
                  <a:lnTo>
                    <a:pt x="3544957" y="2070395"/>
                  </a:lnTo>
                  <a:lnTo>
                    <a:pt x="3545050" y="2070395"/>
                  </a:lnTo>
                  <a:lnTo>
                    <a:pt x="3545237" y="2070395"/>
                  </a:lnTo>
                  <a:lnTo>
                    <a:pt x="3545330" y="2070395"/>
                  </a:lnTo>
                  <a:lnTo>
                    <a:pt x="3545610" y="2070395"/>
                  </a:lnTo>
                  <a:lnTo>
                    <a:pt x="3546169" y="2070395"/>
                  </a:lnTo>
                  <a:lnTo>
                    <a:pt x="3546542" y="2070395"/>
                  </a:lnTo>
                  <a:lnTo>
                    <a:pt x="3546635" y="2070395"/>
                  </a:lnTo>
                  <a:lnTo>
                    <a:pt x="3546729" y="2070395"/>
                  </a:lnTo>
                  <a:lnTo>
                    <a:pt x="3547381" y="2070395"/>
                  </a:lnTo>
                  <a:lnTo>
                    <a:pt x="3547568" y="2070395"/>
                  </a:lnTo>
                  <a:lnTo>
                    <a:pt x="3548221" y="2070395"/>
                  </a:lnTo>
                  <a:lnTo>
                    <a:pt x="3548314" y="2070395"/>
                  </a:lnTo>
                  <a:lnTo>
                    <a:pt x="3548407" y="2070395"/>
                  </a:lnTo>
                  <a:lnTo>
                    <a:pt x="3548500" y="2070395"/>
                  </a:lnTo>
                  <a:lnTo>
                    <a:pt x="3548594" y="2070395"/>
                  </a:lnTo>
                  <a:lnTo>
                    <a:pt x="3548873" y="2070395"/>
                  </a:lnTo>
                  <a:lnTo>
                    <a:pt x="3548967" y="2070395"/>
                  </a:lnTo>
                  <a:lnTo>
                    <a:pt x="3549060" y="2070395"/>
                  </a:lnTo>
                  <a:lnTo>
                    <a:pt x="3549806" y="2070395"/>
                  </a:lnTo>
                  <a:lnTo>
                    <a:pt x="3549899" y="2070395"/>
                  </a:lnTo>
                  <a:lnTo>
                    <a:pt x="3550086" y="2070395"/>
                  </a:lnTo>
                  <a:lnTo>
                    <a:pt x="3550552" y="2070395"/>
                  </a:lnTo>
                  <a:lnTo>
                    <a:pt x="3550645" y="2070395"/>
                  </a:lnTo>
                  <a:lnTo>
                    <a:pt x="3550738" y="2070395"/>
                  </a:lnTo>
                  <a:lnTo>
                    <a:pt x="3551018" y="2070395"/>
                  </a:lnTo>
                  <a:lnTo>
                    <a:pt x="3551205" y="2070395"/>
                  </a:lnTo>
                  <a:lnTo>
                    <a:pt x="3552230" y="2070395"/>
                  </a:lnTo>
                  <a:lnTo>
                    <a:pt x="3552510" y="2070395"/>
                  </a:lnTo>
                  <a:lnTo>
                    <a:pt x="3552696" y="2070395"/>
                  </a:lnTo>
                  <a:lnTo>
                    <a:pt x="3552790" y="2070395"/>
                  </a:lnTo>
                  <a:lnTo>
                    <a:pt x="3552883" y="2070395"/>
                  </a:lnTo>
                  <a:lnTo>
                    <a:pt x="3552976" y="2070395"/>
                  </a:lnTo>
                  <a:lnTo>
                    <a:pt x="3553163" y="2070395"/>
                  </a:lnTo>
                  <a:lnTo>
                    <a:pt x="3553256" y="2070395"/>
                  </a:lnTo>
                  <a:lnTo>
                    <a:pt x="3553349" y="2070395"/>
                  </a:lnTo>
                  <a:lnTo>
                    <a:pt x="3553536" y="2070395"/>
                  </a:lnTo>
                  <a:lnTo>
                    <a:pt x="3554002" y="2070395"/>
                  </a:lnTo>
                  <a:lnTo>
                    <a:pt x="3554095" y="2070395"/>
                  </a:lnTo>
                  <a:lnTo>
                    <a:pt x="3554188" y="2070395"/>
                  </a:lnTo>
                  <a:lnTo>
                    <a:pt x="3554282" y="2070395"/>
                  </a:lnTo>
                  <a:lnTo>
                    <a:pt x="3554468" y="2070395"/>
                  </a:lnTo>
                  <a:lnTo>
                    <a:pt x="3554561" y="2070395"/>
                  </a:lnTo>
                  <a:lnTo>
                    <a:pt x="3555028" y="2070395"/>
                  </a:lnTo>
                  <a:lnTo>
                    <a:pt x="3555307" y="2070395"/>
                  </a:lnTo>
                  <a:lnTo>
                    <a:pt x="3555494" y="2070395"/>
                  </a:lnTo>
                  <a:lnTo>
                    <a:pt x="3555680" y="2070395"/>
                  </a:lnTo>
                  <a:lnTo>
                    <a:pt x="3556426" y="2070395"/>
                  </a:lnTo>
                  <a:lnTo>
                    <a:pt x="3556613" y="2070395"/>
                  </a:lnTo>
                  <a:lnTo>
                    <a:pt x="3556706" y="2070395"/>
                  </a:lnTo>
                  <a:lnTo>
                    <a:pt x="3556893" y="2070395"/>
                  </a:lnTo>
                  <a:lnTo>
                    <a:pt x="3556986" y="2070395"/>
                  </a:lnTo>
                  <a:lnTo>
                    <a:pt x="3557079" y="2070395"/>
                  </a:lnTo>
                  <a:lnTo>
                    <a:pt x="3557266" y="2070395"/>
                  </a:lnTo>
                  <a:lnTo>
                    <a:pt x="3557359" y="2070395"/>
                  </a:lnTo>
                  <a:lnTo>
                    <a:pt x="3557452" y="2070395"/>
                  </a:lnTo>
                  <a:lnTo>
                    <a:pt x="3557825" y="2070395"/>
                  </a:lnTo>
                  <a:lnTo>
                    <a:pt x="3558105" y="2070395"/>
                  </a:lnTo>
                  <a:lnTo>
                    <a:pt x="3558385" y="2070395"/>
                  </a:lnTo>
                  <a:lnTo>
                    <a:pt x="3558478" y="2070395"/>
                  </a:lnTo>
                  <a:lnTo>
                    <a:pt x="3558664" y="2070395"/>
                  </a:lnTo>
                  <a:lnTo>
                    <a:pt x="3558944" y="2070395"/>
                  </a:lnTo>
                  <a:lnTo>
                    <a:pt x="3559037" y="2070395"/>
                  </a:lnTo>
                  <a:lnTo>
                    <a:pt x="3559410" y="2070395"/>
                  </a:lnTo>
                  <a:lnTo>
                    <a:pt x="3559970" y="2070395"/>
                  </a:lnTo>
                  <a:lnTo>
                    <a:pt x="3560156" y="2070395"/>
                  </a:lnTo>
                  <a:lnTo>
                    <a:pt x="3562021" y="2060441"/>
                  </a:lnTo>
                  <a:lnTo>
                    <a:pt x="3562394" y="2060441"/>
                  </a:lnTo>
                  <a:lnTo>
                    <a:pt x="3562487" y="2060441"/>
                  </a:lnTo>
                  <a:lnTo>
                    <a:pt x="3562581" y="2060441"/>
                  </a:lnTo>
                  <a:lnTo>
                    <a:pt x="3562674" y="2060441"/>
                  </a:lnTo>
                  <a:lnTo>
                    <a:pt x="3562954" y="2050487"/>
                  </a:lnTo>
                  <a:lnTo>
                    <a:pt x="3563047" y="2050487"/>
                  </a:lnTo>
                  <a:lnTo>
                    <a:pt x="3563233" y="2050487"/>
                  </a:lnTo>
                  <a:lnTo>
                    <a:pt x="3563513" y="2050487"/>
                  </a:lnTo>
                  <a:lnTo>
                    <a:pt x="3563606" y="2050487"/>
                  </a:lnTo>
                  <a:lnTo>
                    <a:pt x="3563793" y="2050487"/>
                  </a:lnTo>
                  <a:lnTo>
                    <a:pt x="3563886" y="2050487"/>
                  </a:lnTo>
                  <a:lnTo>
                    <a:pt x="3563979" y="2050487"/>
                  </a:lnTo>
                  <a:lnTo>
                    <a:pt x="3564073" y="2050487"/>
                  </a:lnTo>
                  <a:lnTo>
                    <a:pt x="3564166" y="2050487"/>
                  </a:lnTo>
                  <a:lnTo>
                    <a:pt x="3564259" y="2050487"/>
                  </a:lnTo>
                  <a:lnTo>
                    <a:pt x="3565098" y="2050487"/>
                  </a:lnTo>
                  <a:lnTo>
                    <a:pt x="3565378" y="2050487"/>
                  </a:lnTo>
                  <a:lnTo>
                    <a:pt x="3565565" y="2050487"/>
                  </a:lnTo>
                  <a:lnTo>
                    <a:pt x="3565658" y="2050487"/>
                  </a:lnTo>
                  <a:lnTo>
                    <a:pt x="3566031" y="2040533"/>
                  </a:lnTo>
                  <a:lnTo>
                    <a:pt x="3566217" y="2040533"/>
                  </a:lnTo>
                  <a:lnTo>
                    <a:pt x="3566683" y="2040533"/>
                  </a:lnTo>
                  <a:lnTo>
                    <a:pt x="3566870" y="2040533"/>
                  </a:lnTo>
                  <a:lnTo>
                    <a:pt x="3567336" y="2040533"/>
                  </a:lnTo>
                  <a:lnTo>
                    <a:pt x="3567429" y="2040533"/>
                  </a:lnTo>
                  <a:lnTo>
                    <a:pt x="3567709" y="2040533"/>
                  </a:lnTo>
                  <a:lnTo>
                    <a:pt x="3567896" y="2040533"/>
                  </a:lnTo>
                  <a:lnTo>
                    <a:pt x="3567989" y="2040533"/>
                  </a:lnTo>
                  <a:lnTo>
                    <a:pt x="3568362" y="2040533"/>
                  </a:lnTo>
                  <a:lnTo>
                    <a:pt x="3568455" y="2040533"/>
                  </a:lnTo>
                  <a:lnTo>
                    <a:pt x="3568735" y="2040533"/>
                  </a:lnTo>
                  <a:lnTo>
                    <a:pt x="3568921" y="2040533"/>
                  </a:lnTo>
                  <a:lnTo>
                    <a:pt x="3569108" y="2040533"/>
                  </a:lnTo>
                  <a:lnTo>
                    <a:pt x="3569201" y="2040533"/>
                  </a:lnTo>
                  <a:lnTo>
                    <a:pt x="3569388" y="2040533"/>
                  </a:lnTo>
                  <a:lnTo>
                    <a:pt x="3569667" y="2040533"/>
                  </a:lnTo>
                  <a:lnTo>
                    <a:pt x="3569761" y="2040533"/>
                  </a:lnTo>
                  <a:lnTo>
                    <a:pt x="3569854" y="2040533"/>
                  </a:lnTo>
                  <a:lnTo>
                    <a:pt x="3569947" y="2040533"/>
                  </a:lnTo>
                  <a:lnTo>
                    <a:pt x="3570040" y="2040533"/>
                  </a:lnTo>
                  <a:lnTo>
                    <a:pt x="3570227" y="2030579"/>
                  </a:lnTo>
                  <a:lnTo>
                    <a:pt x="3570320" y="2030579"/>
                  </a:lnTo>
                  <a:lnTo>
                    <a:pt x="3570600" y="2030579"/>
                  </a:lnTo>
                  <a:lnTo>
                    <a:pt x="3571066" y="2030579"/>
                  </a:lnTo>
                  <a:lnTo>
                    <a:pt x="3571159" y="2030579"/>
                  </a:lnTo>
                  <a:lnTo>
                    <a:pt x="3571626" y="2030579"/>
                  </a:lnTo>
                  <a:lnTo>
                    <a:pt x="3572465" y="2030579"/>
                  </a:lnTo>
                  <a:lnTo>
                    <a:pt x="3572745" y="2030579"/>
                  </a:lnTo>
                  <a:lnTo>
                    <a:pt x="3573117" y="2020625"/>
                  </a:lnTo>
                  <a:lnTo>
                    <a:pt x="3573211" y="2020625"/>
                  </a:lnTo>
                  <a:lnTo>
                    <a:pt x="3573304" y="2020625"/>
                  </a:lnTo>
                  <a:lnTo>
                    <a:pt x="3573490" y="2020625"/>
                  </a:lnTo>
                  <a:lnTo>
                    <a:pt x="3573584" y="2020625"/>
                  </a:lnTo>
                  <a:lnTo>
                    <a:pt x="3573677" y="2020625"/>
                  </a:lnTo>
                  <a:lnTo>
                    <a:pt x="3573770" y="2020625"/>
                  </a:lnTo>
                  <a:lnTo>
                    <a:pt x="3573863" y="2020625"/>
                  </a:lnTo>
                  <a:lnTo>
                    <a:pt x="3574236" y="2020625"/>
                  </a:lnTo>
                  <a:lnTo>
                    <a:pt x="3574703" y="2020625"/>
                  </a:lnTo>
                  <a:lnTo>
                    <a:pt x="3574796" y="2020625"/>
                  </a:lnTo>
                  <a:lnTo>
                    <a:pt x="3575169" y="2020625"/>
                  </a:lnTo>
                  <a:lnTo>
                    <a:pt x="3575262" y="2020625"/>
                  </a:lnTo>
                  <a:lnTo>
                    <a:pt x="3575449" y="2020625"/>
                  </a:lnTo>
                  <a:lnTo>
                    <a:pt x="3576101" y="2020625"/>
                  </a:lnTo>
                  <a:lnTo>
                    <a:pt x="3576195" y="2020625"/>
                  </a:lnTo>
                  <a:lnTo>
                    <a:pt x="3576474" y="2020625"/>
                  </a:lnTo>
                  <a:lnTo>
                    <a:pt x="3577034" y="2020625"/>
                  </a:lnTo>
                  <a:lnTo>
                    <a:pt x="3577127" y="2020625"/>
                  </a:lnTo>
                  <a:lnTo>
                    <a:pt x="3577407" y="2020625"/>
                  </a:lnTo>
                  <a:lnTo>
                    <a:pt x="3577500" y="2020625"/>
                  </a:lnTo>
                  <a:lnTo>
                    <a:pt x="3578339" y="2020625"/>
                  </a:lnTo>
                  <a:lnTo>
                    <a:pt x="3578433" y="2020625"/>
                  </a:lnTo>
                  <a:lnTo>
                    <a:pt x="3578619" y="2020625"/>
                  </a:lnTo>
                  <a:lnTo>
                    <a:pt x="3578712" y="2020625"/>
                  </a:lnTo>
                  <a:lnTo>
                    <a:pt x="3578806" y="2020625"/>
                  </a:lnTo>
                  <a:lnTo>
                    <a:pt x="3579085" y="2020625"/>
                  </a:lnTo>
                  <a:lnTo>
                    <a:pt x="3579179" y="2020625"/>
                  </a:lnTo>
                  <a:lnTo>
                    <a:pt x="3579272" y="2020625"/>
                  </a:lnTo>
                  <a:lnTo>
                    <a:pt x="3579552" y="2020625"/>
                  </a:lnTo>
                  <a:lnTo>
                    <a:pt x="3579645" y="2020625"/>
                  </a:lnTo>
                  <a:lnTo>
                    <a:pt x="3580297" y="2020625"/>
                  </a:lnTo>
                  <a:lnTo>
                    <a:pt x="3580391" y="2020625"/>
                  </a:lnTo>
                  <a:lnTo>
                    <a:pt x="3580484" y="2020625"/>
                  </a:lnTo>
                  <a:lnTo>
                    <a:pt x="3581510" y="2020625"/>
                  </a:lnTo>
                  <a:lnTo>
                    <a:pt x="3581603" y="2020625"/>
                  </a:lnTo>
                  <a:lnTo>
                    <a:pt x="3581789" y="2020625"/>
                  </a:lnTo>
                  <a:lnTo>
                    <a:pt x="3582069" y="2010672"/>
                  </a:lnTo>
                  <a:lnTo>
                    <a:pt x="3582162" y="2010672"/>
                  </a:lnTo>
                  <a:lnTo>
                    <a:pt x="3582442" y="2010672"/>
                  </a:lnTo>
                  <a:lnTo>
                    <a:pt x="3582629" y="2010672"/>
                  </a:lnTo>
                  <a:lnTo>
                    <a:pt x="3582722" y="2010672"/>
                  </a:lnTo>
                  <a:lnTo>
                    <a:pt x="3582815" y="2010672"/>
                  </a:lnTo>
                  <a:lnTo>
                    <a:pt x="3582908" y="2010672"/>
                  </a:lnTo>
                  <a:lnTo>
                    <a:pt x="3583002" y="2010672"/>
                  </a:lnTo>
                  <a:lnTo>
                    <a:pt x="3583095" y="2010672"/>
                  </a:lnTo>
                  <a:lnTo>
                    <a:pt x="3583188" y="2010672"/>
                  </a:lnTo>
                  <a:lnTo>
                    <a:pt x="3583561" y="2000718"/>
                  </a:lnTo>
                  <a:lnTo>
                    <a:pt x="3583748" y="2000718"/>
                  </a:lnTo>
                  <a:lnTo>
                    <a:pt x="3583934" y="2000718"/>
                  </a:lnTo>
                  <a:lnTo>
                    <a:pt x="3584027" y="2000718"/>
                  </a:lnTo>
                  <a:lnTo>
                    <a:pt x="3584121" y="2000718"/>
                  </a:lnTo>
                  <a:lnTo>
                    <a:pt x="3584307" y="2000718"/>
                  </a:lnTo>
                  <a:lnTo>
                    <a:pt x="3584400" y="2000718"/>
                  </a:lnTo>
                  <a:lnTo>
                    <a:pt x="3584867" y="2000718"/>
                  </a:lnTo>
                  <a:lnTo>
                    <a:pt x="3586452" y="1990764"/>
                  </a:lnTo>
                  <a:lnTo>
                    <a:pt x="3586638" y="1990764"/>
                  </a:lnTo>
                  <a:lnTo>
                    <a:pt x="3586732" y="1990764"/>
                  </a:lnTo>
                  <a:lnTo>
                    <a:pt x="3586825" y="1990764"/>
                  </a:lnTo>
                  <a:lnTo>
                    <a:pt x="3586918" y="1990764"/>
                  </a:lnTo>
                  <a:lnTo>
                    <a:pt x="3587011" y="1990764"/>
                  </a:lnTo>
                  <a:lnTo>
                    <a:pt x="3587104" y="1990764"/>
                  </a:lnTo>
                  <a:lnTo>
                    <a:pt x="3587291" y="1990764"/>
                  </a:lnTo>
                  <a:lnTo>
                    <a:pt x="3587477" y="1990764"/>
                  </a:lnTo>
                  <a:lnTo>
                    <a:pt x="3587571" y="1990764"/>
                  </a:lnTo>
                  <a:lnTo>
                    <a:pt x="3587944" y="1990764"/>
                  </a:lnTo>
                  <a:lnTo>
                    <a:pt x="3588037" y="1990764"/>
                  </a:lnTo>
                  <a:lnTo>
                    <a:pt x="3588130" y="1990764"/>
                  </a:lnTo>
                  <a:lnTo>
                    <a:pt x="3588410" y="1990764"/>
                  </a:lnTo>
                  <a:lnTo>
                    <a:pt x="3589063" y="1990764"/>
                  </a:lnTo>
                  <a:lnTo>
                    <a:pt x="3589622" y="1990764"/>
                  </a:lnTo>
                  <a:lnTo>
                    <a:pt x="3589715" y="1990764"/>
                  </a:lnTo>
                  <a:lnTo>
                    <a:pt x="3589902" y="1990764"/>
                  </a:lnTo>
                  <a:lnTo>
                    <a:pt x="3590088" y="1990764"/>
                  </a:lnTo>
                  <a:lnTo>
                    <a:pt x="3590182" y="1990764"/>
                  </a:lnTo>
                  <a:lnTo>
                    <a:pt x="3590461" y="1990764"/>
                  </a:lnTo>
                  <a:lnTo>
                    <a:pt x="3590555" y="1990764"/>
                  </a:lnTo>
                  <a:lnTo>
                    <a:pt x="3591114" y="1990764"/>
                  </a:lnTo>
                  <a:lnTo>
                    <a:pt x="3591394" y="1990764"/>
                  </a:lnTo>
                  <a:lnTo>
                    <a:pt x="3591860" y="1990764"/>
                  </a:lnTo>
                  <a:lnTo>
                    <a:pt x="3592326" y="1990764"/>
                  </a:lnTo>
                  <a:lnTo>
                    <a:pt x="3592793" y="1990764"/>
                  </a:lnTo>
                  <a:lnTo>
                    <a:pt x="3592886" y="1990764"/>
                  </a:lnTo>
                  <a:lnTo>
                    <a:pt x="3592979" y="1990764"/>
                  </a:lnTo>
                  <a:lnTo>
                    <a:pt x="3593072" y="1990764"/>
                  </a:lnTo>
                  <a:lnTo>
                    <a:pt x="3593166" y="1990764"/>
                  </a:lnTo>
                  <a:lnTo>
                    <a:pt x="3593725" y="1990764"/>
                  </a:lnTo>
                  <a:lnTo>
                    <a:pt x="3594098" y="1990764"/>
                  </a:lnTo>
                  <a:lnTo>
                    <a:pt x="3594191" y="1990764"/>
                  </a:lnTo>
                  <a:lnTo>
                    <a:pt x="3594284" y="1990764"/>
                  </a:lnTo>
                  <a:lnTo>
                    <a:pt x="3594378" y="1990764"/>
                  </a:lnTo>
                  <a:lnTo>
                    <a:pt x="3594657" y="1990764"/>
                  </a:lnTo>
                  <a:lnTo>
                    <a:pt x="3595124" y="1990764"/>
                  </a:lnTo>
                  <a:lnTo>
                    <a:pt x="3595310" y="1990764"/>
                  </a:lnTo>
                  <a:lnTo>
                    <a:pt x="3595497" y="1980810"/>
                  </a:lnTo>
                  <a:lnTo>
                    <a:pt x="3595590" y="1980810"/>
                  </a:lnTo>
                  <a:lnTo>
                    <a:pt x="3595870" y="1980810"/>
                  </a:lnTo>
                  <a:lnTo>
                    <a:pt x="3596056" y="1980810"/>
                  </a:lnTo>
                  <a:lnTo>
                    <a:pt x="3596149" y="1980810"/>
                  </a:lnTo>
                  <a:lnTo>
                    <a:pt x="3596802" y="1980810"/>
                  </a:lnTo>
                  <a:lnTo>
                    <a:pt x="3596989" y="1970856"/>
                  </a:lnTo>
                  <a:lnTo>
                    <a:pt x="3597082" y="1970856"/>
                  </a:lnTo>
                  <a:lnTo>
                    <a:pt x="3597175" y="1970856"/>
                  </a:lnTo>
                  <a:lnTo>
                    <a:pt x="3597268" y="1970856"/>
                  </a:lnTo>
                  <a:lnTo>
                    <a:pt x="3597641" y="1970856"/>
                  </a:lnTo>
                  <a:lnTo>
                    <a:pt x="3597735" y="1970856"/>
                  </a:lnTo>
                  <a:lnTo>
                    <a:pt x="3597828" y="1970856"/>
                  </a:lnTo>
                  <a:lnTo>
                    <a:pt x="3599133" y="1970856"/>
                  </a:lnTo>
                  <a:lnTo>
                    <a:pt x="3599320" y="1970856"/>
                  </a:lnTo>
                  <a:lnTo>
                    <a:pt x="3599413" y="1970856"/>
                  </a:lnTo>
                  <a:lnTo>
                    <a:pt x="3599786" y="1970856"/>
                  </a:lnTo>
                  <a:lnTo>
                    <a:pt x="3599973" y="1970856"/>
                  </a:lnTo>
                  <a:lnTo>
                    <a:pt x="3600066" y="1970856"/>
                  </a:lnTo>
                  <a:lnTo>
                    <a:pt x="3600159" y="1970856"/>
                  </a:lnTo>
                  <a:lnTo>
                    <a:pt x="3600812" y="1970856"/>
                  </a:lnTo>
                  <a:lnTo>
                    <a:pt x="3600905" y="1970856"/>
                  </a:lnTo>
                  <a:lnTo>
                    <a:pt x="3600998" y="1970856"/>
                  </a:lnTo>
                  <a:lnTo>
                    <a:pt x="3601091" y="1970856"/>
                  </a:lnTo>
                  <a:lnTo>
                    <a:pt x="3601185" y="1970856"/>
                  </a:lnTo>
                  <a:lnTo>
                    <a:pt x="3601371" y="1970856"/>
                  </a:lnTo>
                  <a:lnTo>
                    <a:pt x="3601651" y="1970856"/>
                  </a:lnTo>
                  <a:lnTo>
                    <a:pt x="3601837" y="1970856"/>
                  </a:lnTo>
                  <a:lnTo>
                    <a:pt x="3602490" y="1970856"/>
                  </a:lnTo>
                  <a:lnTo>
                    <a:pt x="3602956" y="1970856"/>
                  </a:lnTo>
                  <a:lnTo>
                    <a:pt x="3603143" y="1970856"/>
                  </a:lnTo>
                  <a:lnTo>
                    <a:pt x="3603236" y="1970856"/>
                  </a:lnTo>
                  <a:lnTo>
                    <a:pt x="3603329" y="1970856"/>
                  </a:lnTo>
                  <a:lnTo>
                    <a:pt x="3603423" y="1970856"/>
                  </a:lnTo>
                  <a:lnTo>
                    <a:pt x="3603702" y="1970856"/>
                  </a:lnTo>
                  <a:lnTo>
                    <a:pt x="3603889" y="1970856"/>
                  </a:lnTo>
                  <a:lnTo>
                    <a:pt x="3603982" y="1970856"/>
                  </a:lnTo>
                  <a:lnTo>
                    <a:pt x="3604635" y="1970856"/>
                  </a:lnTo>
                  <a:lnTo>
                    <a:pt x="3604728" y="1970856"/>
                  </a:lnTo>
                  <a:lnTo>
                    <a:pt x="3604915" y="1970856"/>
                  </a:lnTo>
                  <a:lnTo>
                    <a:pt x="3605194" y="1970856"/>
                  </a:lnTo>
                  <a:lnTo>
                    <a:pt x="3605288" y="1970856"/>
                  </a:lnTo>
                  <a:lnTo>
                    <a:pt x="3606407" y="1970856"/>
                  </a:lnTo>
                  <a:lnTo>
                    <a:pt x="3606873" y="1970856"/>
                  </a:lnTo>
                  <a:lnTo>
                    <a:pt x="3606966" y="1970856"/>
                  </a:lnTo>
                  <a:lnTo>
                    <a:pt x="3607619" y="1970856"/>
                  </a:lnTo>
                  <a:lnTo>
                    <a:pt x="3607992" y="1970856"/>
                  </a:lnTo>
                  <a:lnTo>
                    <a:pt x="3608085" y="1970856"/>
                  </a:lnTo>
                  <a:lnTo>
                    <a:pt x="3608831" y="1970856"/>
                  </a:lnTo>
                  <a:lnTo>
                    <a:pt x="3609017" y="1970856"/>
                  </a:lnTo>
                  <a:lnTo>
                    <a:pt x="3609577" y="1970856"/>
                  </a:lnTo>
                  <a:lnTo>
                    <a:pt x="3609857" y="1970856"/>
                  </a:lnTo>
                  <a:lnTo>
                    <a:pt x="3610136" y="1970856"/>
                  </a:lnTo>
                  <a:lnTo>
                    <a:pt x="3610509" y="1970856"/>
                  </a:lnTo>
                  <a:lnTo>
                    <a:pt x="3610603" y="1970856"/>
                  </a:lnTo>
                  <a:lnTo>
                    <a:pt x="3610696" y="1970856"/>
                  </a:lnTo>
                  <a:lnTo>
                    <a:pt x="3610882" y="1970856"/>
                  </a:lnTo>
                  <a:lnTo>
                    <a:pt x="3611628" y="1970856"/>
                  </a:lnTo>
                  <a:lnTo>
                    <a:pt x="3612095" y="1970856"/>
                  </a:lnTo>
                  <a:lnTo>
                    <a:pt x="3612374" y="1970856"/>
                  </a:lnTo>
                  <a:lnTo>
                    <a:pt x="3612561" y="1970856"/>
                  </a:lnTo>
                  <a:lnTo>
                    <a:pt x="3612934" y="1970856"/>
                  </a:lnTo>
                  <a:lnTo>
                    <a:pt x="3613307" y="1970856"/>
                  </a:lnTo>
                  <a:lnTo>
                    <a:pt x="3613400" y="1970856"/>
                  </a:lnTo>
                  <a:lnTo>
                    <a:pt x="3613866" y="1970856"/>
                  </a:lnTo>
                  <a:lnTo>
                    <a:pt x="3614239" y="1970856"/>
                  </a:lnTo>
                  <a:lnTo>
                    <a:pt x="3614333" y="1970856"/>
                  </a:lnTo>
                  <a:lnTo>
                    <a:pt x="3614426" y="1970856"/>
                  </a:lnTo>
                  <a:lnTo>
                    <a:pt x="3614612" y="1970856"/>
                  </a:lnTo>
                  <a:lnTo>
                    <a:pt x="3614985" y="1970856"/>
                  </a:lnTo>
                  <a:lnTo>
                    <a:pt x="3615172" y="1970856"/>
                  </a:lnTo>
                  <a:lnTo>
                    <a:pt x="3615265" y="1970856"/>
                  </a:lnTo>
                  <a:lnTo>
                    <a:pt x="3615358" y="1970856"/>
                  </a:lnTo>
                  <a:lnTo>
                    <a:pt x="3615451" y="1970856"/>
                  </a:lnTo>
                  <a:lnTo>
                    <a:pt x="3615824" y="1970856"/>
                  </a:lnTo>
                  <a:lnTo>
                    <a:pt x="3616011" y="1970856"/>
                  </a:lnTo>
                  <a:lnTo>
                    <a:pt x="3616104" y="1970856"/>
                  </a:lnTo>
                  <a:lnTo>
                    <a:pt x="3617969" y="1970856"/>
                  </a:lnTo>
                  <a:lnTo>
                    <a:pt x="3618062" y="1970856"/>
                  </a:lnTo>
                  <a:lnTo>
                    <a:pt x="3618249" y="1970856"/>
                  </a:lnTo>
                  <a:lnTo>
                    <a:pt x="3618529" y="1970856"/>
                  </a:lnTo>
                  <a:lnTo>
                    <a:pt x="3618715" y="1970856"/>
                  </a:lnTo>
                  <a:lnTo>
                    <a:pt x="3619181" y="1970856"/>
                  </a:lnTo>
                  <a:lnTo>
                    <a:pt x="3619275" y="1970856"/>
                  </a:lnTo>
                  <a:lnTo>
                    <a:pt x="3619368" y="1970856"/>
                  </a:lnTo>
                  <a:lnTo>
                    <a:pt x="3619554" y="1970856"/>
                  </a:lnTo>
                  <a:lnTo>
                    <a:pt x="3619648" y="1970856"/>
                  </a:lnTo>
                  <a:lnTo>
                    <a:pt x="3619834" y="1970856"/>
                  </a:lnTo>
                  <a:lnTo>
                    <a:pt x="3620114" y="1970856"/>
                  </a:lnTo>
                  <a:lnTo>
                    <a:pt x="3620207" y="1970856"/>
                  </a:lnTo>
                  <a:lnTo>
                    <a:pt x="3620300" y="1970856"/>
                  </a:lnTo>
                  <a:lnTo>
                    <a:pt x="3620580" y="1970856"/>
                  </a:lnTo>
                  <a:lnTo>
                    <a:pt x="3620673" y="1970856"/>
                  </a:lnTo>
                  <a:lnTo>
                    <a:pt x="3620767" y="1970856"/>
                  </a:lnTo>
                  <a:lnTo>
                    <a:pt x="3621326" y="1970856"/>
                  </a:lnTo>
                  <a:lnTo>
                    <a:pt x="3621606" y="1970856"/>
                  </a:lnTo>
                  <a:lnTo>
                    <a:pt x="3621885" y="1970856"/>
                  </a:lnTo>
                  <a:lnTo>
                    <a:pt x="3621979" y="1970856"/>
                  </a:lnTo>
                  <a:lnTo>
                    <a:pt x="3622072" y="1970856"/>
                  </a:lnTo>
                  <a:lnTo>
                    <a:pt x="3622165" y="1970856"/>
                  </a:lnTo>
                  <a:lnTo>
                    <a:pt x="3622631" y="1970856"/>
                  </a:lnTo>
                  <a:lnTo>
                    <a:pt x="3623004" y="1970856"/>
                  </a:lnTo>
                  <a:lnTo>
                    <a:pt x="3623098" y="1970856"/>
                  </a:lnTo>
                  <a:lnTo>
                    <a:pt x="3623191" y="1960903"/>
                  </a:lnTo>
                  <a:lnTo>
                    <a:pt x="3623284" y="1960903"/>
                  </a:lnTo>
                  <a:lnTo>
                    <a:pt x="3623471" y="1960903"/>
                  </a:lnTo>
                  <a:lnTo>
                    <a:pt x="3623750" y="1960903"/>
                  </a:lnTo>
                  <a:lnTo>
                    <a:pt x="3623937" y="1960903"/>
                  </a:lnTo>
                  <a:lnTo>
                    <a:pt x="3624403" y="1960903"/>
                  </a:lnTo>
                  <a:lnTo>
                    <a:pt x="3624590" y="1960903"/>
                  </a:lnTo>
                  <a:lnTo>
                    <a:pt x="3624776" y="1960903"/>
                  </a:lnTo>
                  <a:lnTo>
                    <a:pt x="3624963" y="1950949"/>
                  </a:lnTo>
                  <a:lnTo>
                    <a:pt x="3625149" y="1950949"/>
                  </a:lnTo>
                  <a:lnTo>
                    <a:pt x="3625242" y="1950949"/>
                  </a:lnTo>
                  <a:lnTo>
                    <a:pt x="3625429" y="1950949"/>
                  </a:lnTo>
                  <a:lnTo>
                    <a:pt x="3626455" y="1950949"/>
                  </a:lnTo>
                  <a:lnTo>
                    <a:pt x="3626641" y="1950949"/>
                  </a:lnTo>
                  <a:lnTo>
                    <a:pt x="3627014" y="1950949"/>
                  </a:lnTo>
                  <a:lnTo>
                    <a:pt x="3627947" y="1950949"/>
                  </a:lnTo>
                  <a:lnTo>
                    <a:pt x="3628133" y="1950949"/>
                  </a:lnTo>
                  <a:lnTo>
                    <a:pt x="3628226" y="1950949"/>
                  </a:lnTo>
                  <a:lnTo>
                    <a:pt x="3628506" y="1950949"/>
                  </a:lnTo>
                  <a:lnTo>
                    <a:pt x="3628879" y="1950949"/>
                  </a:lnTo>
                  <a:lnTo>
                    <a:pt x="3628972" y="1950949"/>
                  </a:lnTo>
                  <a:lnTo>
                    <a:pt x="3629065" y="1950949"/>
                  </a:lnTo>
                  <a:lnTo>
                    <a:pt x="3629438" y="1950949"/>
                  </a:lnTo>
                  <a:lnTo>
                    <a:pt x="3629532" y="1950949"/>
                  </a:lnTo>
                  <a:lnTo>
                    <a:pt x="3629625" y="1950949"/>
                  </a:lnTo>
                  <a:lnTo>
                    <a:pt x="3629718" y="1950949"/>
                  </a:lnTo>
                  <a:lnTo>
                    <a:pt x="3629811" y="1950949"/>
                  </a:lnTo>
                  <a:lnTo>
                    <a:pt x="3629905" y="1950949"/>
                  </a:lnTo>
                  <a:lnTo>
                    <a:pt x="3630278" y="1950949"/>
                  </a:lnTo>
                  <a:lnTo>
                    <a:pt x="3630464" y="1950949"/>
                  </a:lnTo>
                  <a:lnTo>
                    <a:pt x="3630837" y="1950949"/>
                  </a:lnTo>
                  <a:lnTo>
                    <a:pt x="3631024" y="1950949"/>
                  </a:lnTo>
                  <a:lnTo>
                    <a:pt x="3631303" y="1950949"/>
                  </a:lnTo>
                  <a:lnTo>
                    <a:pt x="3631397" y="1950949"/>
                  </a:lnTo>
                  <a:lnTo>
                    <a:pt x="3631490" y="1950949"/>
                  </a:lnTo>
                  <a:lnTo>
                    <a:pt x="3631770" y="1950949"/>
                  </a:lnTo>
                  <a:lnTo>
                    <a:pt x="3631863" y="1950949"/>
                  </a:lnTo>
                  <a:lnTo>
                    <a:pt x="3632049" y="1950949"/>
                  </a:lnTo>
                  <a:lnTo>
                    <a:pt x="3632143" y="1950949"/>
                  </a:lnTo>
                  <a:lnTo>
                    <a:pt x="3632422" y="1950949"/>
                  </a:lnTo>
                  <a:lnTo>
                    <a:pt x="3632516" y="1950949"/>
                  </a:lnTo>
                  <a:lnTo>
                    <a:pt x="3632982" y="1950949"/>
                  </a:lnTo>
                  <a:lnTo>
                    <a:pt x="3633075" y="1950949"/>
                  </a:lnTo>
                  <a:lnTo>
                    <a:pt x="3633168" y="1950949"/>
                  </a:lnTo>
                  <a:lnTo>
                    <a:pt x="3633821" y="1950949"/>
                  </a:lnTo>
                  <a:lnTo>
                    <a:pt x="3634381" y="1950949"/>
                  </a:lnTo>
                  <a:lnTo>
                    <a:pt x="3634660" y="1950949"/>
                  </a:lnTo>
                  <a:lnTo>
                    <a:pt x="3634847" y="1950949"/>
                  </a:lnTo>
                  <a:lnTo>
                    <a:pt x="3634847" y="1940995"/>
                  </a:lnTo>
                  <a:lnTo>
                    <a:pt x="3635220" y="1940995"/>
                  </a:lnTo>
                  <a:lnTo>
                    <a:pt x="3635406" y="1940995"/>
                  </a:lnTo>
                  <a:lnTo>
                    <a:pt x="3635779" y="1940995"/>
                  </a:lnTo>
                  <a:lnTo>
                    <a:pt x="3636339" y="1940995"/>
                  </a:lnTo>
                  <a:lnTo>
                    <a:pt x="3637364" y="1940995"/>
                  </a:lnTo>
                  <a:lnTo>
                    <a:pt x="3637551" y="1940995"/>
                  </a:lnTo>
                  <a:lnTo>
                    <a:pt x="3637737" y="1940995"/>
                  </a:lnTo>
                  <a:lnTo>
                    <a:pt x="3638017" y="1940995"/>
                  </a:lnTo>
                  <a:lnTo>
                    <a:pt x="3638110" y="1940995"/>
                  </a:lnTo>
                  <a:lnTo>
                    <a:pt x="3638297" y="1940995"/>
                  </a:lnTo>
                  <a:lnTo>
                    <a:pt x="3638483" y="1940995"/>
                  </a:lnTo>
                  <a:lnTo>
                    <a:pt x="3638577" y="1940995"/>
                  </a:lnTo>
                  <a:lnTo>
                    <a:pt x="3638763" y="1940995"/>
                  </a:lnTo>
                  <a:lnTo>
                    <a:pt x="3639043" y="1940995"/>
                  </a:lnTo>
                  <a:lnTo>
                    <a:pt x="3639323" y="1940995"/>
                  </a:lnTo>
                  <a:lnTo>
                    <a:pt x="3639696" y="1940995"/>
                  </a:lnTo>
                  <a:lnTo>
                    <a:pt x="3639789" y="1940995"/>
                  </a:lnTo>
                  <a:lnTo>
                    <a:pt x="3639882" y="1940995"/>
                  </a:lnTo>
                  <a:lnTo>
                    <a:pt x="3640069" y="1940995"/>
                  </a:lnTo>
                  <a:lnTo>
                    <a:pt x="3640162" y="1940995"/>
                  </a:lnTo>
                  <a:lnTo>
                    <a:pt x="3640348" y="1940995"/>
                  </a:lnTo>
                  <a:lnTo>
                    <a:pt x="3640628" y="1940995"/>
                  </a:lnTo>
                  <a:lnTo>
                    <a:pt x="3641188" y="1940995"/>
                  </a:lnTo>
                  <a:lnTo>
                    <a:pt x="3641374" y="1940995"/>
                  </a:lnTo>
                  <a:lnTo>
                    <a:pt x="3641561" y="1940995"/>
                  </a:lnTo>
                  <a:lnTo>
                    <a:pt x="3642027" y="1931041"/>
                  </a:lnTo>
                  <a:lnTo>
                    <a:pt x="3642120" y="1931041"/>
                  </a:lnTo>
                  <a:lnTo>
                    <a:pt x="3642586" y="1931041"/>
                  </a:lnTo>
                  <a:lnTo>
                    <a:pt x="3642679" y="1931041"/>
                  </a:lnTo>
                  <a:lnTo>
                    <a:pt x="3642773" y="1931041"/>
                  </a:lnTo>
                  <a:lnTo>
                    <a:pt x="3642866" y="1931041"/>
                  </a:lnTo>
                  <a:lnTo>
                    <a:pt x="3642959" y="1931041"/>
                  </a:lnTo>
                  <a:lnTo>
                    <a:pt x="3643146" y="1931041"/>
                  </a:lnTo>
                  <a:lnTo>
                    <a:pt x="3643425" y="1931041"/>
                  </a:lnTo>
                  <a:lnTo>
                    <a:pt x="3643519" y="1931041"/>
                  </a:lnTo>
                  <a:lnTo>
                    <a:pt x="3644078" y="1931041"/>
                  </a:lnTo>
                  <a:lnTo>
                    <a:pt x="3644265" y="1931041"/>
                  </a:lnTo>
                  <a:lnTo>
                    <a:pt x="3644638" y="1931041"/>
                  </a:lnTo>
                  <a:lnTo>
                    <a:pt x="3644824" y="1931041"/>
                  </a:lnTo>
                  <a:lnTo>
                    <a:pt x="3645197" y="1931041"/>
                  </a:lnTo>
                  <a:lnTo>
                    <a:pt x="3645757" y="1931041"/>
                  </a:lnTo>
                  <a:lnTo>
                    <a:pt x="3646503" y="1921087"/>
                  </a:lnTo>
                  <a:lnTo>
                    <a:pt x="3646689" y="1921087"/>
                  </a:lnTo>
                  <a:lnTo>
                    <a:pt x="3647435" y="1921087"/>
                  </a:lnTo>
                  <a:lnTo>
                    <a:pt x="3647528" y="1921087"/>
                  </a:lnTo>
                  <a:lnTo>
                    <a:pt x="3647715" y="1921087"/>
                  </a:lnTo>
                  <a:lnTo>
                    <a:pt x="3648088" y="1921087"/>
                  </a:lnTo>
                  <a:lnTo>
                    <a:pt x="3648181" y="1921087"/>
                  </a:lnTo>
                  <a:lnTo>
                    <a:pt x="3648274" y="1921087"/>
                  </a:lnTo>
                  <a:lnTo>
                    <a:pt x="3648741" y="1921087"/>
                  </a:lnTo>
                  <a:lnTo>
                    <a:pt x="3648834" y="1921087"/>
                  </a:lnTo>
                  <a:lnTo>
                    <a:pt x="3649114" y="1921087"/>
                  </a:lnTo>
                  <a:lnTo>
                    <a:pt x="3649207" y="1921087"/>
                  </a:lnTo>
                  <a:lnTo>
                    <a:pt x="3649486" y="1921087"/>
                  </a:lnTo>
                  <a:lnTo>
                    <a:pt x="3649580" y="1921087"/>
                  </a:lnTo>
                  <a:lnTo>
                    <a:pt x="3649766" y="1921087"/>
                  </a:lnTo>
                  <a:lnTo>
                    <a:pt x="3649953" y="1921087"/>
                  </a:lnTo>
                  <a:lnTo>
                    <a:pt x="3650139" y="1921087"/>
                  </a:lnTo>
                  <a:lnTo>
                    <a:pt x="3650232" y="1921087"/>
                  </a:lnTo>
                  <a:lnTo>
                    <a:pt x="3650232" y="1911133"/>
                  </a:lnTo>
                  <a:lnTo>
                    <a:pt x="3650326" y="1911133"/>
                  </a:lnTo>
                  <a:lnTo>
                    <a:pt x="3650512" y="1911133"/>
                  </a:lnTo>
                  <a:lnTo>
                    <a:pt x="3650885" y="1911133"/>
                  </a:lnTo>
                  <a:lnTo>
                    <a:pt x="3651351" y="1911133"/>
                  </a:lnTo>
                  <a:lnTo>
                    <a:pt x="3651631" y="1911133"/>
                  </a:lnTo>
                  <a:lnTo>
                    <a:pt x="3651631" y="1901180"/>
                  </a:lnTo>
                  <a:lnTo>
                    <a:pt x="3651818" y="1901180"/>
                  </a:lnTo>
                  <a:lnTo>
                    <a:pt x="3651911" y="1901180"/>
                  </a:lnTo>
                  <a:lnTo>
                    <a:pt x="3652284" y="1901180"/>
                  </a:lnTo>
                  <a:lnTo>
                    <a:pt x="3652843" y="1901180"/>
                  </a:lnTo>
                  <a:lnTo>
                    <a:pt x="3653216" y="1901180"/>
                  </a:lnTo>
                  <a:lnTo>
                    <a:pt x="3653310" y="1901180"/>
                  </a:lnTo>
                  <a:lnTo>
                    <a:pt x="3654149" y="1901180"/>
                  </a:lnTo>
                  <a:lnTo>
                    <a:pt x="3654802" y="1901180"/>
                  </a:lnTo>
                  <a:lnTo>
                    <a:pt x="3654895" y="1901180"/>
                  </a:lnTo>
                  <a:lnTo>
                    <a:pt x="3654988" y="1901180"/>
                  </a:lnTo>
                  <a:lnTo>
                    <a:pt x="3655921" y="1901180"/>
                  </a:lnTo>
                  <a:lnTo>
                    <a:pt x="3656014" y="1901180"/>
                  </a:lnTo>
                  <a:lnTo>
                    <a:pt x="3656200" y="1901180"/>
                  </a:lnTo>
                  <a:lnTo>
                    <a:pt x="3656387" y="1901180"/>
                  </a:lnTo>
                  <a:lnTo>
                    <a:pt x="3656480" y="1901180"/>
                  </a:lnTo>
                  <a:lnTo>
                    <a:pt x="3656573" y="1901180"/>
                  </a:lnTo>
                  <a:lnTo>
                    <a:pt x="3656666" y="1901180"/>
                  </a:lnTo>
                  <a:lnTo>
                    <a:pt x="3656853" y="1901180"/>
                  </a:lnTo>
                  <a:lnTo>
                    <a:pt x="3657039" y="1901180"/>
                  </a:lnTo>
                  <a:lnTo>
                    <a:pt x="3657319" y="1901180"/>
                  </a:lnTo>
                  <a:lnTo>
                    <a:pt x="3657412" y="1901180"/>
                  </a:lnTo>
                  <a:lnTo>
                    <a:pt x="3657506" y="1901180"/>
                  </a:lnTo>
                  <a:lnTo>
                    <a:pt x="3657599" y="1901180"/>
                  </a:lnTo>
                  <a:lnTo>
                    <a:pt x="3657692" y="1901180"/>
                  </a:lnTo>
                  <a:lnTo>
                    <a:pt x="3657785" y="1901180"/>
                  </a:lnTo>
                  <a:lnTo>
                    <a:pt x="3660583" y="1901180"/>
                  </a:lnTo>
                  <a:lnTo>
                    <a:pt x="3660676" y="1901180"/>
                  </a:lnTo>
                  <a:lnTo>
                    <a:pt x="3661049" y="1901180"/>
                  </a:lnTo>
                  <a:lnTo>
                    <a:pt x="3661142" y="1901180"/>
                  </a:lnTo>
                  <a:lnTo>
                    <a:pt x="3661236" y="1901180"/>
                  </a:lnTo>
                  <a:lnTo>
                    <a:pt x="3661329" y="1901180"/>
                  </a:lnTo>
                  <a:lnTo>
                    <a:pt x="3661888" y="1901180"/>
                  </a:lnTo>
                  <a:lnTo>
                    <a:pt x="3661982" y="1901180"/>
                  </a:lnTo>
                  <a:lnTo>
                    <a:pt x="3662261" y="1901180"/>
                  </a:lnTo>
                  <a:lnTo>
                    <a:pt x="3662634" y="1901180"/>
                  </a:lnTo>
                  <a:lnTo>
                    <a:pt x="3662821" y="1901180"/>
                  </a:lnTo>
                  <a:lnTo>
                    <a:pt x="3663007" y="1901180"/>
                  </a:lnTo>
                  <a:lnTo>
                    <a:pt x="3663287" y="1901180"/>
                  </a:lnTo>
                  <a:lnTo>
                    <a:pt x="3663753" y="1901180"/>
                  </a:lnTo>
                  <a:lnTo>
                    <a:pt x="3663940" y="1901180"/>
                  </a:lnTo>
                  <a:lnTo>
                    <a:pt x="3664033" y="1901180"/>
                  </a:lnTo>
                  <a:lnTo>
                    <a:pt x="3664126" y="1901180"/>
                  </a:lnTo>
                  <a:lnTo>
                    <a:pt x="3664406" y="1901180"/>
                  </a:lnTo>
                  <a:lnTo>
                    <a:pt x="3664499" y="1901180"/>
                  </a:lnTo>
                  <a:lnTo>
                    <a:pt x="3664872" y="1901180"/>
                  </a:lnTo>
                  <a:lnTo>
                    <a:pt x="3664965" y="1901180"/>
                  </a:lnTo>
                  <a:lnTo>
                    <a:pt x="3665059" y="1901180"/>
                  </a:lnTo>
                  <a:lnTo>
                    <a:pt x="3665711" y="1901180"/>
                  </a:lnTo>
                  <a:lnTo>
                    <a:pt x="3666084" y="1901180"/>
                  </a:lnTo>
                  <a:lnTo>
                    <a:pt x="3666457" y="1901180"/>
                  </a:lnTo>
                  <a:lnTo>
                    <a:pt x="3667297" y="1901180"/>
                  </a:lnTo>
                  <a:lnTo>
                    <a:pt x="3667390" y="1901180"/>
                  </a:lnTo>
                  <a:lnTo>
                    <a:pt x="3667576" y="1901180"/>
                  </a:lnTo>
                  <a:lnTo>
                    <a:pt x="3668043" y="1901180"/>
                  </a:lnTo>
                  <a:lnTo>
                    <a:pt x="3668322" y="1901180"/>
                  </a:lnTo>
                  <a:lnTo>
                    <a:pt x="3668416" y="1901180"/>
                  </a:lnTo>
                  <a:lnTo>
                    <a:pt x="3668602" y="1901180"/>
                  </a:lnTo>
                  <a:lnTo>
                    <a:pt x="3668882" y="1901180"/>
                  </a:lnTo>
                  <a:lnTo>
                    <a:pt x="3668975" y="1901180"/>
                  </a:lnTo>
                  <a:lnTo>
                    <a:pt x="3669628" y="1901180"/>
                  </a:lnTo>
                  <a:lnTo>
                    <a:pt x="3669814" y="1901180"/>
                  </a:lnTo>
                  <a:lnTo>
                    <a:pt x="3670001" y="1901180"/>
                  </a:lnTo>
                  <a:lnTo>
                    <a:pt x="3670094" y="1901180"/>
                  </a:lnTo>
                  <a:lnTo>
                    <a:pt x="3670280" y="1901180"/>
                  </a:lnTo>
                  <a:lnTo>
                    <a:pt x="3670653" y="1901180"/>
                  </a:lnTo>
                  <a:lnTo>
                    <a:pt x="3670747" y="1901180"/>
                  </a:lnTo>
                  <a:lnTo>
                    <a:pt x="3670933" y="1901180"/>
                  </a:lnTo>
                  <a:lnTo>
                    <a:pt x="3671026" y="1901180"/>
                  </a:lnTo>
                  <a:lnTo>
                    <a:pt x="3671213" y="1901180"/>
                  </a:lnTo>
                  <a:lnTo>
                    <a:pt x="3671493" y="1901180"/>
                  </a:lnTo>
                  <a:lnTo>
                    <a:pt x="3671866" y="1901180"/>
                  </a:lnTo>
                  <a:lnTo>
                    <a:pt x="3671959" y="1901180"/>
                  </a:lnTo>
                  <a:lnTo>
                    <a:pt x="3672052" y="1901180"/>
                  </a:lnTo>
                  <a:lnTo>
                    <a:pt x="3672239" y="1901180"/>
                  </a:lnTo>
                  <a:lnTo>
                    <a:pt x="3672332" y="1901180"/>
                  </a:lnTo>
                  <a:lnTo>
                    <a:pt x="3672612" y="1901180"/>
                  </a:lnTo>
                  <a:lnTo>
                    <a:pt x="3672705" y="1901180"/>
                  </a:lnTo>
                  <a:lnTo>
                    <a:pt x="3673544" y="1901180"/>
                  </a:lnTo>
                  <a:lnTo>
                    <a:pt x="3673637" y="1901180"/>
                  </a:lnTo>
                  <a:lnTo>
                    <a:pt x="3673917" y="1901180"/>
                  </a:lnTo>
                  <a:lnTo>
                    <a:pt x="3674104" y="1901180"/>
                  </a:lnTo>
                  <a:lnTo>
                    <a:pt x="3674197" y="1901180"/>
                  </a:lnTo>
                  <a:lnTo>
                    <a:pt x="3674570" y="1901180"/>
                  </a:lnTo>
                  <a:lnTo>
                    <a:pt x="3674850" y="1901180"/>
                  </a:lnTo>
                  <a:lnTo>
                    <a:pt x="3675129" y="1901180"/>
                  </a:lnTo>
                  <a:lnTo>
                    <a:pt x="3675223" y="1901180"/>
                  </a:lnTo>
                  <a:lnTo>
                    <a:pt x="3675502" y="1901180"/>
                  </a:lnTo>
                  <a:lnTo>
                    <a:pt x="3675969" y="1901180"/>
                  </a:lnTo>
                  <a:lnTo>
                    <a:pt x="3676155" y="1901180"/>
                  </a:lnTo>
                  <a:lnTo>
                    <a:pt x="3676342" y="1901180"/>
                  </a:lnTo>
                  <a:lnTo>
                    <a:pt x="3676435" y="1901180"/>
                  </a:lnTo>
                  <a:lnTo>
                    <a:pt x="3676621" y="1901180"/>
                  </a:lnTo>
                  <a:lnTo>
                    <a:pt x="3676901" y="1901180"/>
                  </a:lnTo>
                  <a:lnTo>
                    <a:pt x="3677274" y="1901180"/>
                  </a:lnTo>
                  <a:lnTo>
                    <a:pt x="3677367" y="1901180"/>
                  </a:lnTo>
                  <a:lnTo>
                    <a:pt x="3677460" y="1901180"/>
                  </a:lnTo>
                  <a:lnTo>
                    <a:pt x="3677554" y="1901180"/>
                  </a:lnTo>
                  <a:lnTo>
                    <a:pt x="3677647" y="1901180"/>
                  </a:lnTo>
                  <a:lnTo>
                    <a:pt x="3677833" y="1901180"/>
                  </a:lnTo>
                  <a:lnTo>
                    <a:pt x="3678300" y="1901180"/>
                  </a:lnTo>
                  <a:lnTo>
                    <a:pt x="3678393" y="1901180"/>
                  </a:lnTo>
                  <a:lnTo>
                    <a:pt x="3678486" y="1901180"/>
                  </a:lnTo>
                  <a:lnTo>
                    <a:pt x="3678673" y="1901180"/>
                  </a:lnTo>
                  <a:lnTo>
                    <a:pt x="3678859" y="1901180"/>
                  </a:lnTo>
                  <a:lnTo>
                    <a:pt x="3679605" y="1901180"/>
                  </a:lnTo>
                  <a:lnTo>
                    <a:pt x="3679885" y="1901180"/>
                  </a:lnTo>
                  <a:lnTo>
                    <a:pt x="3680258" y="1901180"/>
                  </a:lnTo>
                  <a:lnTo>
                    <a:pt x="3680351" y="1901180"/>
                  </a:lnTo>
                  <a:lnTo>
                    <a:pt x="3681004" y="1901180"/>
                  </a:lnTo>
                  <a:lnTo>
                    <a:pt x="3681377" y="1901180"/>
                  </a:lnTo>
                  <a:lnTo>
                    <a:pt x="3681470" y="1901180"/>
                  </a:lnTo>
                  <a:lnTo>
                    <a:pt x="3681563" y="1901180"/>
                  </a:lnTo>
                  <a:lnTo>
                    <a:pt x="3681657" y="1901180"/>
                  </a:lnTo>
                  <a:lnTo>
                    <a:pt x="3681936" y="1901180"/>
                  </a:lnTo>
                  <a:lnTo>
                    <a:pt x="3682030" y="1901180"/>
                  </a:lnTo>
                  <a:lnTo>
                    <a:pt x="3682123" y="1901180"/>
                  </a:lnTo>
                  <a:lnTo>
                    <a:pt x="3682496" y="1901180"/>
                  </a:lnTo>
                  <a:lnTo>
                    <a:pt x="3682776" y="1901180"/>
                  </a:lnTo>
                  <a:lnTo>
                    <a:pt x="3683055" y="1901180"/>
                  </a:lnTo>
                  <a:lnTo>
                    <a:pt x="3683335" y="1901180"/>
                  </a:lnTo>
                  <a:lnTo>
                    <a:pt x="3683895" y="1901180"/>
                  </a:lnTo>
                  <a:lnTo>
                    <a:pt x="3684174" y="1901180"/>
                  </a:lnTo>
                  <a:lnTo>
                    <a:pt x="3684267" y="1901180"/>
                  </a:lnTo>
                  <a:lnTo>
                    <a:pt x="3684640" y="1901180"/>
                  </a:lnTo>
                  <a:lnTo>
                    <a:pt x="3684827" y="1901180"/>
                  </a:lnTo>
                  <a:lnTo>
                    <a:pt x="3684920" y="1901180"/>
                  </a:lnTo>
                  <a:lnTo>
                    <a:pt x="3685107" y="1901180"/>
                  </a:lnTo>
                  <a:lnTo>
                    <a:pt x="3685200" y="1901180"/>
                  </a:lnTo>
                  <a:lnTo>
                    <a:pt x="3685386" y="1901180"/>
                  </a:lnTo>
                  <a:lnTo>
                    <a:pt x="3685480" y="1901180"/>
                  </a:lnTo>
                  <a:lnTo>
                    <a:pt x="3687158" y="1901180"/>
                  </a:lnTo>
                  <a:lnTo>
                    <a:pt x="3687251" y="1901180"/>
                  </a:lnTo>
                  <a:lnTo>
                    <a:pt x="3687345" y="1901180"/>
                  </a:lnTo>
                  <a:lnTo>
                    <a:pt x="3687531" y="1901180"/>
                  </a:lnTo>
                  <a:lnTo>
                    <a:pt x="3687718" y="1901180"/>
                  </a:lnTo>
                  <a:lnTo>
                    <a:pt x="3687904" y="1901180"/>
                  </a:lnTo>
                  <a:lnTo>
                    <a:pt x="3687997" y="1901180"/>
                  </a:lnTo>
                  <a:lnTo>
                    <a:pt x="3688091" y="1901180"/>
                  </a:lnTo>
                  <a:lnTo>
                    <a:pt x="3688650" y="1901180"/>
                  </a:lnTo>
                  <a:lnTo>
                    <a:pt x="3688743" y="1901180"/>
                  </a:lnTo>
                  <a:lnTo>
                    <a:pt x="3689023" y="1901180"/>
                  </a:lnTo>
                  <a:lnTo>
                    <a:pt x="3689116" y="1901180"/>
                  </a:lnTo>
                  <a:lnTo>
                    <a:pt x="3689583" y="1901180"/>
                  </a:lnTo>
                  <a:lnTo>
                    <a:pt x="3689769" y="1901180"/>
                  </a:lnTo>
                  <a:lnTo>
                    <a:pt x="3690049" y="1901180"/>
                  </a:lnTo>
                  <a:lnTo>
                    <a:pt x="3690142" y="1901180"/>
                  </a:lnTo>
                  <a:lnTo>
                    <a:pt x="3690235" y="1901180"/>
                  </a:lnTo>
                  <a:lnTo>
                    <a:pt x="3690515" y="1901180"/>
                  </a:lnTo>
                  <a:lnTo>
                    <a:pt x="3691541" y="1901180"/>
                  </a:lnTo>
                  <a:lnTo>
                    <a:pt x="3691634" y="1901180"/>
                  </a:lnTo>
                  <a:lnTo>
                    <a:pt x="3691914" y="1901180"/>
                  </a:lnTo>
                  <a:lnTo>
                    <a:pt x="3692007" y="1901180"/>
                  </a:lnTo>
                  <a:lnTo>
                    <a:pt x="3692007" y="1891226"/>
                  </a:lnTo>
                  <a:lnTo>
                    <a:pt x="3692287" y="1891226"/>
                  </a:lnTo>
                  <a:lnTo>
                    <a:pt x="3692380" y="1891226"/>
                  </a:lnTo>
                  <a:lnTo>
                    <a:pt x="3692473" y="1891226"/>
                  </a:lnTo>
                  <a:lnTo>
                    <a:pt x="3693126" y="1891226"/>
                  </a:lnTo>
                  <a:lnTo>
                    <a:pt x="3693592" y="1891226"/>
                  </a:lnTo>
                  <a:lnTo>
                    <a:pt x="3693779" y="1891226"/>
                  </a:lnTo>
                  <a:lnTo>
                    <a:pt x="3694058" y="1891226"/>
                  </a:lnTo>
                  <a:lnTo>
                    <a:pt x="3694152" y="1891226"/>
                  </a:lnTo>
                  <a:lnTo>
                    <a:pt x="3694338" y="1891226"/>
                  </a:lnTo>
                  <a:lnTo>
                    <a:pt x="3694431" y="1891226"/>
                  </a:lnTo>
                  <a:lnTo>
                    <a:pt x="3694618" y="1891226"/>
                  </a:lnTo>
                  <a:lnTo>
                    <a:pt x="3694711" y="1891226"/>
                  </a:lnTo>
                  <a:lnTo>
                    <a:pt x="3695177" y="1891226"/>
                  </a:lnTo>
                  <a:lnTo>
                    <a:pt x="3695271" y="1891226"/>
                  </a:lnTo>
                  <a:lnTo>
                    <a:pt x="3695737" y="1891226"/>
                  </a:lnTo>
                  <a:lnTo>
                    <a:pt x="3696017" y="1891226"/>
                  </a:lnTo>
                  <a:lnTo>
                    <a:pt x="3696390" y="1891226"/>
                  </a:lnTo>
                  <a:lnTo>
                    <a:pt x="3696483" y="1891226"/>
                  </a:lnTo>
                  <a:lnTo>
                    <a:pt x="3696576" y="1891226"/>
                  </a:lnTo>
                  <a:lnTo>
                    <a:pt x="3696763" y="1891226"/>
                  </a:lnTo>
                  <a:lnTo>
                    <a:pt x="3697042" y="1891226"/>
                  </a:lnTo>
                  <a:lnTo>
                    <a:pt x="3697136" y="1891226"/>
                  </a:lnTo>
                  <a:lnTo>
                    <a:pt x="3697788" y="1891226"/>
                  </a:lnTo>
                  <a:lnTo>
                    <a:pt x="3697975" y="1891226"/>
                  </a:lnTo>
                  <a:lnTo>
                    <a:pt x="3698068" y="1891226"/>
                  </a:lnTo>
                  <a:lnTo>
                    <a:pt x="3698161" y="1891226"/>
                  </a:lnTo>
                  <a:lnTo>
                    <a:pt x="3698348" y="1891226"/>
                  </a:lnTo>
                  <a:lnTo>
                    <a:pt x="3698441" y="1891226"/>
                  </a:lnTo>
                  <a:lnTo>
                    <a:pt x="3698534" y="1891226"/>
                  </a:lnTo>
                  <a:lnTo>
                    <a:pt x="3698814" y="1891226"/>
                  </a:lnTo>
                  <a:lnTo>
                    <a:pt x="3699094" y="1891226"/>
                  </a:lnTo>
                  <a:lnTo>
                    <a:pt x="3699560" y="1891226"/>
                  </a:lnTo>
                  <a:lnTo>
                    <a:pt x="3699653" y="1891226"/>
                  </a:lnTo>
                  <a:lnTo>
                    <a:pt x="3699840" y="1891226"/>
                  </a:lnTo>
                  <a:lnTo>
                    <a:pt x="3699933" y="1891226"/>
                  </a:lnTo>
                  <a:lnTo>
                    <a:pt x="3700119" y="1891226"/>
                  </a:lnTo>
                  <a:lnTo>
                    <a:pt x="3700213" y="1891226"/>
                  </a:lnTo>
                  <a:lnTo>
                    <a:pt x="3700306" y="1891226"/>
                  </a:lnTo>
                  <a:lnTo>
                    <a:pt x="3700586" y="1891226"/>
                  </a:lnTo>
                  <a:lnTo>
                    <a:pt x="3700865" y="1891226"/>
                  </a:lnTo>
                  <a:lnTo>
                    <a:pt x="3700959" y="1891226"/>
                  </a:lnTo>
                  <a:lnTo>
                    <a:pt x="3701052" y="1891226"/>
                  </a:lnTo>
                  <a:lnTo>
                    <a:pt x="3701332" y="1891226"/>
                  </a:lnTo>
                  <a:lnTo>
                    <a:pt x="3701798" y="1891226"/>
                  </a:lnTo>
                  <a:lnTo>
                    <a:pt x="3701984" y="1881272"/>
                  </a:lnTo>
                  <a:lnTo>
                    <a:pt x="3702264" y="1881272"/>
                  </a:lnTo>
                  <a:lnTo>
                    <a:pt x="3702357" y="1881272"/>
                  </a:lnTo>
                  <a:lnTo>
                    <a:pt x="3702544" y="1881272"/>
                  </a:lnTo>
                  <a:lnTo>
                    <a:pt x="3702730" y="1881272"/>
                  </a:lnTo>
                  <a:lnTo>
                    <a:pt x="3702824" y="1881272"/>
                  </a:lnTo>
                  <a:lnTo>
                    <a:pt x="3703103" y="1881272"/>
                  </a:lnTo>
                  <a:lnTo>
                    <a:pt x="3703290" y="1881272"/>
                  </a:lnTo>
                  <a:lnTo>
                    <a:pt x="3703756" y="1881272"/>
                  </a:lnTo>
                  <a:lnTo>
                    <a:pt x="3703849" y="1881272"/>
                  </a:lnTo>
                  <a:lnTo>
                    <a:pt x="3704316" y="1881272"/>
                  </a:lnTo>
                  <a:lnTo>
                    <a:pt x="3704502" y="1881272"/>
                  </a:lnTo>
                  <a:lnTo>
                    <a:pt x="3705341" y="1871318"/>
                  </a:lnTo>
                  <a:lnTo>
                    <a:pt x="3705434" y="1871318"/>
                  </a:lnTo>
                  <a:lnTo>
                    <a:pt x="3705528" y="1871318"/>
                  </a:lnTo>
                  <a:lnTo>
                    <a:pt x="3705807" y="1871318"/>
                  </a:lnTo>
                  <a:lnTo>
                    <a:pt x="3705901" y="1871318"/>
                  </a:lnTo>
                  <a:lnTo>
                    <a:pt x="3706180" y="1871318"/>
                  </a:lnTo>
                  <a:lnTo>
                    <a:pt x="3706740" y="1871318"/>
                  </a:lnTo>
                  <a:lnTo>
                    <a:pt x="3706833" y="1871318"/>
                  </a:lnTo>
                  <a:lnTo>
                    <a:pt x="3706926" y="1871318"/>
                  </a:lnTo>
                  <a:lnTo>
                    <a:pt x="3707393" y="1871318"/>
                  </a:lnTo>
                  <a:lnTo>
                    <a:pt x="3707486" y="1871318"/>
                  </a:lnTo>
                  <a:lnTo>
                    <a:pt x="3707579" y="1871318"/>
                  </a:lnTo>
                  <a:lnTo>
                    <a:pt x="3707672" y="1871318"/>
                  </a:lnTo>
                  <a:lnTo>
                    <a:pt x="3707859" y="1871318"/>
                  </a:lnTo>
                  <a:lnTo>
                    <a:pt x="3707952" y="1871318"/>
                  </a:lnTo>
                  <a:lnTo>
                    <a:pt x="3708045" y="1871318"/>
                  </a:lnTo>
                  <a:lnTo>
                    <a:pt x="3708139" y="1871318"/>
                  </a:lnTo>
                  <a:lnTo>
                    <a:pt x="3708325" y="1871318"/>
                  </a:lnTo>
                  <a:lnTo>
                    <a:pt x="3708418" y="1851411"/>
                  </a:lnTo>
                  <a:lnTo>
                    <a:pt x="3708885" y="1851411"/>
                  </a:lnTo>
                  <a:lnTo>
                    <a:pt x="3709258" y="1851411"/>
                  </a:lnTo>
                  <a:lnTo>
                    <a:pt x="3709351" y="1851411"/>
                  </a:lnTo>
                  <a:lnTo>
                    <a:pt x="3709537" y="1851411"/>
                  </a:lnTo>
                  <a:lnTo>
                    <a:pt x="3710004" y="1851411"/>
                  </a:lnTo>
                  <a:lnTo>
                    <a:pt x="3710190" y="1851411"/>
                  </a:lnTo>
                  <a:lnTo>
                    <a:pt x="3710283" y="1851411"/>
                  </a:lnTo>
                  <a:lnTo>
                    <a:pt x="3710563" y="1851411"/>
                  </a:lnTo>
                  <a:lnTo>
                    <a:pt x="3710656" y="1851411"/>
                  </a:lnTo>
                  <a:lnTo>
                    <a:pt x="3711123" y="1851411"/>
                  </a:lnTo>
                  <a:lnTo>
                    <a:pt x="3711216" y="1851411"/>
                  </a:lnTo>
                  <a:lnTo>
                    <a:pt x="3711402" y="1851411"/>
                  </a:lnTo>
                  <a:lnTo>
                    <a:pt x="3711496" y="1851411"/>
                  </a:lnTo>
                  <a:lnTo>
                    <a:pt x="3711589" y="1851411"/>
                  </a:lnTo>
                  <a:lnTo>
                    <a:pt x="3712521" y="1851411"/>
                  </a:lnTo>
                  <a:lnTo>
                    <a:pt x="3712894" y="1851411"/>
                  </a:lnTo>
                  <a:lnTo>
                    <a:pt x="3713174" y="1851411"/>
                  </a:lnTo>
                  <a:lnTo>
                    <a:pt x="3713454" y="1851411"/>
                  </a:lnTo>
                  <a:lnTo>
                    <a:pt x="3713547" y="1851411"/>
                  </a:lnTo>
                  <a:lnTo>
                    <a:pt x="3713733" y="1851411"/>
                  </a:lnTo>
                  <a:lnTo>
                    <a:pt x="3713920" y="1851411"/>
                  </a:lnTo>
                  <a:lnTo>
                    <a:pt x="3714013" y="1851411"/>
                  </a:lnTo>
                  <a:lnTo>
                    <a:pt x="3714293" y="1851411"/>
                  </a:lnTo>
                  <a:lnTo>
                    <a:pt x="3714573" y="1851411"/>
                  </a:lnTo>
                  <a:lnTo>
                    <a:pt x="3714852" y="1851411"/>
                  </a:lnTo>
                  <a:lnTo>
                    <a:pt x="3715039" y="1851411"/>
                  </a:lnTo>
                  <a:lnTo>
                    <a:pt x="3715319" y="1851411"/>
                  </a:lnTo>
                  <a:lnTo>
                    <a:pt x="3715412" y="1851411"/>
                  </a:lnTo>
                  <a:lnTo>
                    <a:pt x="3715505" y="1851411"/>
                  </a:lnTo>
                  <a:lnTo>
                    <a:pt x="3716065" y="1851411"/>
                  </a:lnTo>
                  <a:lnTo>
                    <a:pt x="3716438" y="1851411"/>
                  </a:lnTo>
                  <a:lnTo>
                    <a:pt x="3716531" y="1851411"/>
                  </a:lnTo>
                  <a:lnTo>
                    <a:pt x="3716624" y="1851411"/>
                  </a:lnTo>
                  <a:lnTo>
                    <a:pt x="3716717" y="1851411"/>
                  </a:lnTo>
                  <a:lnTo>
                    <a:pt x="3719235" y="1851411"/>
                  </a:lnTo>
                  <a:lnTo>
                    <a:pt x="3719515" y="1851411"/>
                  </a:lnTo>
                  <a:lnTo>
                    <a:pt x="3719794" y="1841457"/>
                  </a:lnTo>
                  <a:lnTo>
                    <a:pt x="3719981" y="1841457"/>
                  </a:lnTo>
                  <a:lnTo>
                    <a:pt x="3720167" y="1841457"/>
                  </a:lnTo>
                  <a:lnTo>
                    <a:pt x="3720261" y="1841457"/>
                  </a:lnTo>
                  <a:lnTo>
                    <a:pt x="3720634" y="1841457"/>
                  </a:lnTo>
                  <a:lnTo>
                    <a:pt x="3720727" y="1841457"/>
                  </a:lnTo>
                  <a:lnTo>
                    <a:pt x="3721473" y="1841457"/>
                  </a:lnTo>
                  <a:lnTo>
                    <a:pt x="3721566" y="1841457"/>
                  </a:lnTo>
                  <a:lnTo>
                    <a:pt x="3722032" y="1841457"/>
                  </a:lnTo>
                  <a:lnTo>
                    <a:pt x="3722592" y="1841457"/>
                  </a:lnTo>
                  <a:lnTo>
                    <a:pt x="3722778" y="1841457"/>
                  </a:lnTo>
                  <a:lnTo>
                    <a:pt x="3723151" y="1841457"/>
                  </a:lnTo>
                  <a:lnTo>
                    <a:pt x="3723338" y="1841457"/>
                  </a:lnTo>
                  <a:lnTo>
                    <a:pt x="3723524" y="1841457"/>
                  </a:lnTo>
                  <a:lnTo>
                    <a:pt x="3723618" y="1841457"/>
                  </a:lnTo>
                  <a:lnTo>
                    <a:pt x="3723804" y="1841457"/>
                  </a:lnTo>
                  <a:lnTo>
                    <a:pt x="3723897" y="1841457"/>
                  </a:lnTo>
                  <a:lnTo>
                    <a:pt x="3724084" y="1841457"/>
                  </a:lnTo>
                  <a:lnTo>
                    <a:pt x="3724177" y="1841457"/>
                  </a:lnTo>
                  <a:lnTo>
                    <a:pt x="3724364" y="1841457"/>
                  </a:lnTo>
                  <a:lnTo>
                    <a:pt x="3724643" y="1841457"/>
                  </a:lnTo>
                  <a:lnTo>
                    <a:pt x="3724737" y="1841457"/>
                  </a:lnTo>
                  <a:lnTo>
                    <a:pt x="3724830" y="1841457"/>
                  </a:lnTo>
                  <a:lnTo>
                    <a:pt x="3725669" y="1841457"/>
                  </a:lnTo>
                  <a:lnTo>
                    <a:pt x="3725949" y="1841457"/>
                  </a:lnTo>
                  <a:lnTo>
                    <a:pt x="3726508" y="1841457"/>
                  </a:lnTo>
                  <a:lnTo>
                    <a:pt x="3727161" y="1841457"/>
                  </a:lnTo>
                  <a:lnTo>
                    <a:pt x="3727254" y="1841457"/>
                  </a:lnTo>
                  <a:lnTo>
                    <a:pt x="3727347" y="1841457"/>
                  </a:lnTo>
                  <a:lnTo>
                    <a:pt x="3727720" y="1841457"/>
                  </a:lnTo>
                  <a:lnTo>
                    <a:pt x="3728280" y="1841457"/>
                  </a:lnTo>
                  <a:lnTo>
                    <a:pt x="3728653" y="1841457"/>
                  </a:lnTo>
                  <a:lnTo>
                    <a:pt x="3728746" y="1841457"/>
                  </a:lnTo>
                  <a:lnTo>
                    <a:pt x="3728839" y="1841457"/>
                  </a:lnTo>
                  <a:lnTo>
                    <a:pt x="3728933" y="1841457"/>
                  </a:lnTo>
                  <a:lnTo>
                    <a:pt x="3729492" y="1841457"/>
                  </a:lnTo>
                  <a:lnTo>
                    <a:pt x="3729679" y="1841457"/>
                  </a:lnTo>
                  <a:lnTo>
                    <a:pt x="3729865" y="1841457"/>
                  </a:lnTo>
                  <a:lnTo>
                    <a:pt x="3729958" y="1841457"/>
                  </a:lnTo>
                  <a:lnTo>
                    <a:pt x="3730331" y="1841457"/>
                  </a:lnTo>
                  <a:lnTo>
                    <a:pt x="3730984" y="1831503"/>
                  </a:lnTo>
                  <a:lnTo>
                    <a:pt x="3731264" y="1831503"/>
                  </a:lnTo>
                  <a:lnTo>
                    <a:pt x="3731544" y="1831503"/>
                  </a:lnTo>
                  <a:lnTo>
                    <a:pt x="3731823" y="1831503"/>
                  </a:lnTo>
                  <a:lnTo>
                    <a:pt x="3732196" y="1821549"/>
                  </a:lnTo>
                  <a:lnTo>
                    <a:pt x="3732569" y="1821549"/>
                  </a:lnTo>
                  <a:lnTo>
                    <a:pt x="3732849" y="1821549"/>
                  </a:lnTo>
                  <a:lnTo>
                    <a:pt x="3733035" y="1821549"/>
                  </a:lnTo>
                  <a:lnTo>
                    <a:pt x="3733781" y="1821549"/>
                  </a:lnTo>
                  <a:lnTo>
                    <a:pt x="3734341" y="1821549"/>
                  </a:lnTo>
                  <a:lnTo>
                    <a:pt x="3734434" y="1821549"/>
                  </a:lnTo>
                  <a:lnTo>
                    <a:pt x="3734527" y="1821549"/>
                  </a:lnTo>
                  <a:lnTo>
                    <a:pt x="3734714" y="1821549"/>
                  </a:lnTo>
                  <a:lnTo>
                    <a:pt x="3734807" y="1821549"/>
                  </a:lnTo>
                  <a:lnTo>
                    <a:pt x="3734900" y="1821549"/>
                  </a:lnTo>
                  <a:lnTo>
                    <a:pt x="3735553" y="1821549"/>
                  </a:lnTo>
                  <a:lnTo>
                    <a:pt x="3735646" y="1821549"/>
                  </a:lnTo>
                  <a:lnTo>
                    <a:pt x="3736019" y="1821549"/>
                  </a:lnTo>
                  <a:lnTo>
                    <a:pt x="3736113" y="1821549"/>
                  </a:lnTo>
                  <a:lnTo>
                    <a:pt x="3736206" y="1821549"/>
                  </a:lnTo>
                  <a:lnTo>
                    <a:pt x="3736299" y="1821549"/>
                  </a:lnTo>
                  <a:lnTo>
                    <a:pt x="3736672" y="1821549"/>
                  </a:lnTo>
                  <a:lnTo>
                    <a:pt x="3736765" y="1821549"/>
                  </a:lnTo>
                  <a:lnTo>
                    <a:pt x="3737045" y="1821549"/>
                  </a:lnTo>
                  <a:lnTo>
                    <a:pt x="3737325" y="1821549"/>
                  </a:lnTo>
                  <a:lnTo>
                    <a:pt x="3737605" y="1821549"/>
                  </a:lnTo>
                  <a:lnTo>
                    <a:pt x="3737791" y="1821549"/>
                  </a:lnTo>
                  <a:lnTo>
                    <a:pt x="3737884" y="1821549"/>
                  </a:lnTo>
                  <a:lnTo>
                    <a:pt x="3738257" y="1821549"/>
                  </a:lnTo>
                  <a:lnTo>
                    <a:pt x="3738630" y="1821549"/>
                  </a:lnTo>
                  <a:lnTo>
                    <a:pt x="3738724" y="1821549"/>
                  </a:lnTo>
                  <a:lnTo>
                    <a:pt x="3738817" y="1821549"/>
                  </a:lnTo>
                  <a:lnTo>
                    <a:pt x="3739563" y="1821549"/>
                  </a:lnTo>
                  <a:lnTo>
                    <a:pt x="3739656" y="1821549"/>
                  </a:lnTo>
                  <a:lnTo>
                    <a:pt x="3740029" y="1821549"/>
                  </a:lnTo>
                  <a:lnTo>
                    <a:pt x="3740122" y="1821549"/>
                  </a:lnTo>
                  <a:lnTo>
                    <a:pt x="3740309" y="1821549"/>
                  </a:lnTo>
                  <a:lnTo>
                    <a:pt x="3740588" y="1821549"/>
                  </a:lnTo>
                  <a:lnTo>
                    <a:pt x="3740775" y="1821549"/>
                  </a:lnTo>
                  <a:lnTo>
                    <a:pt x="3740775" y="1811595"/>
                  </a:lnTo>
                  <a:lnTo>
                    <a:pt x="3740961" y="1811595"/>
                  </a:lnTo>
                  <a:lnTo>
                    <a:pt x="3741894" y="1801641"/>
                  </a:lnTo>
                  <a:lnTo>
                    <a:pt x="3741987" y="1801641"/>
                  </a:lnTo>
                  <a:lnTo>
                    <a:pt x="3742080" y="1801641"/>
                  </a:lnTo>
                  <a:lnTo>
                    <a:pt x="3742267" y="1801641"/>
                  </a:lnTo>
                  <a:lnTo>
                    <a:pt x="3742360" y="1801641"/>
                  </a:lnTo>
                  <a:lnTo>
                    <a:pt x="3742826" y="1801641"/>
                  </a:lnTo>
                  <a:lnTo>
                    <a:pt x="3742920" y="1801641"/>
                  </a:lnTo>
                  <a:lnTo>
                    <a:pt x="3743106" y="1801641"/>
                  </a:lnTo>
                  <a:lnTo>
                    <a:pt x="3743293" y="1801641"/>
                  </a:lnTo>
                  <a:lnTo>
                    <a:pt x="3743572" y="1801641"/>
                  </a:lnTo>
                  <a:lnTo>
                    <a:pt x="3744039" y="1801641"/>
                  </a:lnTo>
                  <a:lnTo>
                    <a:pt x="3744412" y="1801641"/>
                  </a:lnTo>
                  <a:lnTo>
                    <a:pt x="3745158" y="1801641"/>
                  </a:lnTo>
                  <a:lnTo>
                    <a:pt x="3745344" y="1801641"/>
                  </a:lnTo>
                  <a:lnTo>
                    <a:pt x="3745437" y="1801641"/>
                  </a:lnTo>
                  <a:lnTo>
                    <a:pt x="3745531" y="1801641"/>
                  </a:lnTo>
                  <a:lnTo>
                    <a:pt x="3745717" y="1801641"/>
                  </a:lnTo>
                  <a:lnTo>
                    <a:pt x="3745810" y="1801641"/>
                  </a:lnTo>
                  <a:lnTo>
                    <a:pt x="3746090" y="1801641"/>
                  </a:lnTo>
                  <a:lnTo>
                    <a:pt x="3746183" y="1801641"/>
                  </a:lnTo>
                  <a:lnTo>
                    <a:pt x="3746277" y="1801641"/>
                  </a:lnTo>
                  <a:lnTo>
                    <a:pt x="3746370" y="1801641"/>
                  </a:lnTo>
                  <a:lnTo>
                    <a:pt x="3746463" y="1801641"/>
                  </a:lnTo>
                  <a:lnTo>
                    <a:pt x="3747768" y="1801641"/>
                  </a:lnTo>
                  <a:lnTo>
                    <a:pt x="3747955" y="1801641"/>
                  </a:lnTo>
                  <a:lnTo>
                    <a:pt x="3748328" y="1801641"/>
                  </a:lnTo>
                  <a:lnTo>
                    <a:pt x="3748608" y="1801641"/>
                  </a:lnTo>
                  <a:lnTo>
                    <a:pt x="3748794" y="1801641"/>
                  </a:lnTo>
                  <a:lnTo>
                    <a:pt x="3748981" y="1801641"/>
                  </a:lnTo>
                  <a:lnTo>
                    <a:pt x="3749447" y="1801641"/>
                  </a:lnTo>
                  <a:lnTo>
                    <a:pt x="3749820" y="1801641"/>
                  </a:lnTo>
                  <a:lnTo>
                    <a:pt x="3750006" y="1801641"/>
                  </a:lnTo>
                  <a:lnTo>
                    <a:pt x="3750193" y="1801641"/>
                  </a:lnTo>
                  <a:lnTo>
                    <a:pt x="3750379" y="1801641"/>
                  </a:lnTo>
                  <a:lnTo>
                    <a:pt x="3750659" y="1801641"/>
                  </a:lnTo>
                  <a:lnTo>
                    <a:pt x="3751125" y="1801641"/>
                  </a:lnTo>
                  <a:lnTo>
                    <a:pt x="3751219" y="1801641"/>
                  </a:lnTo>
                  <a:lnTo>
                    <a:pt x="3751871" y="1801641"/>
                  </a:lnTo>
                  <a:lnTo>
                    <a:pt x="3752151" y="1801641"/>
                  </a:lnTo>
                  <a:lnTo>
                    <a:pt x="3752431" y="1801641"/>
                  </a:lnTo>
                  <a:lnTo>
                    <a:pt x="3752617" y="1801641"/>
                  </a:lnTo>
                  <a:lnTo>
                    <a:pt x="3752711" y="1801641"/>
                  </a:lnTo>
                  <a:lnTo>
                    <a:pt x="3752804" y="1801641"/>
                  </a:lnTo>
                  <a:lnTo>
                    <a:pt x="3752897" y="1801641"/>
                  </a:lnTo>
                  <a:lnTo>
                    <a:pt x="3753084" y="1801641"/>
                  </a:lnTo>
                  <a:lnTo>
                    <a:pt x="3753736" y="1801641"/>
                  </a:lnTo>
                  <a:lnTo>
                    <a:pt x="3754109" y="1801641"/>
                  </a:lnTo>
                  <a:lnTo>
                    <a:pt x="3754762" y="1801641"/>
                  </a:lnTo>
                  <a:lnTo>
                    <a:pt x="3754855" y="1801641"/>
                  </a:lnTo>
                  <a:lnTo>
                    <a:pt x="3754948" y="1801641"/>
                  </a:lnTo>
                  <a:lnTo>
                    <a:pt x="3755228" y="1801641"/>
                  </a:lnTo>
                  <a:lnTo>
                    <a:pt x="3755321" y="1801641"/>
                  </a:lnTo>
                  <a:lnTo>
                    <a:pt x="3755694" y="1801641"/>
                  </a:lnTo>
                  <a:lnTo>
                    <a:pt x="3755881" y="1801641"/>
                  </a:lnTo>
                  <a:lnTo>
                    <a:pt x="3756161" y="1801641"/>
                  </a:lnTo>
                  <a:lnTo>
                    <a:pt x="3756254" y="1801641"/>
                  </a:lnTo>
                  <a:lnTo>
                    <a:pt x="3756347" y="1801641"/>
                  </a:lnTo>
                  <a:lnTo>
                    <a:pt x="3757280" y="1801641"/>
                  </a:lnTo>
                  <a:lnTo>
                    <a:pt x="3757373" y="1801641"/>
                  </a:lnTo>
                  <a:lnTo>
                    <a:pt x="3757932" y="1801641"/>
                  </a:lnTo>
                  <a:lnTo>
                    <a:pt x="3758212" y="1801641"/>
                  </a:lnTo>
                  <a:lnTo>
                    <a:pt x="3758305" y="1801641"/>
                  </a:lnTo>
                  <a:lnTo>
                    <a:pt x="3758492" y="1801641"/>
                  </a:lnTo>
                  <a:lnTo>
                    <a:pt x="3758585" y="1801641"/>
                  </a:lnTo>
                  <a:lnTo>
                    <a:pt x="3758772" y="1801641"/>
                  </a:lnTo>
                  <a:lnTo>
                    <a:pt x="3759238" y="1801641"/>
                  </a:lnTo>
                  <a:lnTo>
                    <a:pt x="3759704" y="1801641"/>
                  </a:lnTo>
                  <a:lnTo>
                    <a:pt x="3759891" y="1801641"/>
                  </a:lnTo>
                  <a:lnTo>
                    <a:pt x="3760077" y="1801641"/>
                  </a:lnTo>
                  <a:lnTo>
                    <a:pt x="3760264" y="1801641"/>
                  </a:lnTo>
                  <a:lnTo>
                    <a:pt x="3760450" y="1801641"/>
                  </a:lnTo>
                  <a:lnTo>
                    <a:pt x="3760543" y="1791688"/>
                  </a:lnTo>
                  <a:lnTo>
                    <a:pt x="3760823" y="1791688"/>
                  </a:lnTo>
                  <a:lnTo>
                    <a:pt x="3761103" y="1791688"/>
                  </a:lnTo>
                  <a:lnTo>
                    <a:pt x="3761196" y="1791688"/>
                  </a:lnTo>
                  <a:lnTo>
                    <a:pt x="3762781" y="1791688"/>
                  </a:lnTo>
                  <a:lnTo>
                    <a:pt x="3762874" y="1791688"/>
                  </a:lnTo>
                  <a:lnTo>
                    <a:pt x="3762968" y="1791688"/>
                  </a:lnTo>
                  <a:lnTo>
                    <a:pt x="3763341" y="1791688"/>
                  </a:lnTo>
                  <a:lnTo>
                    <a:pt x="3763434" y="1791688"/>
                  </a:lnTo>
                  <a:lnTo>
                    <a:pt x="3763714" y="1781734"/>
                  </a:lnTo>
                  <a:lnTo>
                    <a:pt x="3763807" y="1781734"/>
                  </a:lnTo>
                  <a:lnTo>
                    <a:pt x="3763900" y="1781734"/>
                  </a:lnTo>
                  <a:lnTo>
                    <a:pt x="3763993" y="1781734"/>
                  </a:lnTo>
                  <a:lnTo>
                    <a:pt x="3764273" y="1781734"/>
                  </a:lnTo>
                  <a:lnTo>
                    <a:pt x="3764366" y="1781734"/>
                  </a:lnTo>
                  <a:lnTo>
                    <a:pt x="3764646" y="1781734"/>
                  </a:lnTo>
                  <a:lnTo>
                    <a:pt x="3764739" y="1781734"/>
                  </a:lnTo>
                  <a:lnTo>
                    <a:pt x="3764926" y="1781734"/>
                  </a:lnTo>
                  <a:lnTo>
                    <a:pt x="3765019" y="1781734"/>
                  </a:lnTo>
                  <a:lnTo>
                    <a:pt x="3765299" y="1781734"/>
                  </a:lnTo>
                  <a:lnTo>
                    <a:pt x="3765392" y="1781734"/>
                  </a:lnTo>
                  <a:lnTo>
                    <a:pt x="3766045" y="1771780"/>
                  </a:lnTo>
                  <a:lnTo>
                    <a:pt x="3766325" y="1771780"/>
                  </a:lnTo>
                  <a:lnTo>
                    <a:pt x="3766418" y="1771780"/>
                  </a:lnTo>
                  <a:lnTo>
                    <a:pt x="3766698" y="1771780"/>
                  </a:lnTo>
                  <a:lnTo>
                    <a:pt x="3767071" y="1771780"/>
                  </a:lnTo>
                  <a:lnTo>
                    <a:pt x="3767164" y="1771780"/>
                  </a:lnTo>
                  <a:lnTo>
                    <a:pt x="3767257" y="1771780"/>
                  </a:lnTo>
                  <a:lnTo>
                    <a:pt x="3767443" y="1771780"/>
                  </a:lnTo>
                  <a:lnTo>
                    <a:pt x="3767537" y="1771780"/>
                  </a:lnTo>
                  <a:lnTo>
                    <a:pt x="3767723" y="1771780"/>
                  </a:lnTo>
                  <a:lnTo>
                    <a:pt x="3768003" y="1771780"/>
                  </a:lnTo>
                  <a:lnTo>
                    <a:pt x="3768096" y="1771780"/>
                  </a:lnTo>
                  <a:lnTo>
                    <a:pt x="3768376" y="1771780"/>
                  </a:lnTo>
                  <a:lnTo>
                    <a:pt x="3769029" y="1771780"/>
                  </a:lnTo>
                  <a:lnTo>
                    <a:pt x="3769122" y="1771780"/>
                  </a:lnTo>
                  <a:lnTo>
                    <a:pt x="3769215" y="1771780"/>
                  </a:lnTo>
                  <a:lnTo>
                    <a:pt x="3769402" y="1771780"/>
                  </a:lnTo>
                  <a:lnTo>
                    <a:pt x="3770427" y="1771780"/>
                  </a:lnTo>
                  <a:lnTo>
                    <a:pt x="3770894" y="1771780"/>
                  </a:lnTo>
                  <a:lnTo>
                    <a:pt x="3771360" y="1771780"/>
                  </a:lnTo>
                  <a:lnTo>
                    <a:pt x="3771453" y="1771780"/>
                  </a:lnTo>
                  <a:lnTo>
                    <a:pt x="3771640" y="1771780"/>
                  </a:lnTo>
                  <a:lnTo>
                    <a:pt x="3772013" y="1771780"/>
                  </a:lnTo>
                  <a:lnTo>
                    <a:pt x="3772199" y="1771780"/>
                  </a:lnTo>
                  <a:lnTo>
                    <a:pt x="3772292" y="1771780"/>
                  </a:lnTo>
                  <a:lnTo>
                    <a:pt x="3772386" y="1771780"/>
                  </a:lnTo>
                  <a:lnTo>
                    <a:pt x="3773132" y="1761826"/>
                  </a:lnTo>
                  <a:lnTo>
                    <a:pt x="3773225" y="1761826"/>
                  </a:lnTo>
                  <a:lnTo>
                    <a:pt x="3773318" y="1761826"/>
                  </a:lnTo>
                  <a:lnTo>
                    <a:pt x="3773784" y="1761826"/>
                  </a:lnTo>
                  <a:lnTo>
                    <a:pt x="3773971" y="1761826"/>
                  </a:lnTo>
                  <a:lnTo>
                    <a:pt x="3774157" y="1761826"/>
                  </a:lnTo>
                  <a:lnTo>
                    <a:pt x="3774250" y="1761826"/>
                  </a:lnTo>
                  <a:lnTo>
                    <a:pt x="3774344" y="1761826"/>
                  </a:lnTo>
                  <a:lnTo>
                    <a:pt x="3774996" y="1761826"/>
                  </a:lnTo>
                  <a:lnTo>
                    <a:pt x="3775090" y="1761826"/>
                  </a:lnTo>
                  <a:lnTo>
                    <a:pt x="3775183" y="1761826"/>
                  </a:lnTo>
                  <a:lnTo>
                    <a:pt x="3775369" y="1761826"/>
                  </a:lnTo>
                  <a:lnTo>
                    <a:pt x="3775649" y="1761826"/>
                  </a:lnTo>
                  <a:lnTo>
                    <a:pt x="3775929" y="1761826"/>
                  </a:lnTo>
                  <a:lnTo>
                    <a:pt x="3776302" y="1761826"/>
                  </a:lnTo>
                  <a:lnTo>
                    <a:pt x="3776488" y="1761826"/>
                  </a:lnTo>
                  <a:lnTo>
                    <a:pt x="3776582" y="1761826"/>
                  </a:lnTo>
                  <a:lnTo>
                    <a:pt x="3776675" y="1761826"/>
                  </a:lnTo>
                  <a:lnTo>
                    <a:pt x="3776955" y="1761826"/>
                  </a:lnTo>
                  <a:lnTo>
                    <a:pt x="3777048" y="1761826"/>
                  </a:lnTo>
                  <a:lnTo>
                    <a:pt x="3778447" y="1761826"/>
                  </a:lnTo>
                  <a:lnTo>
                    <a:pt x="3778540" y="1761826"/>
                  </a:lnTo>
                  <a:lnTo>
                    <a:pt x="3778633" y="1761826"/>
                  </a:lnTo>
                  <a:lnTo>
                    <a:pt x="3779193" y="1751872"/>
                  </a:lnTo>
                  <a:lnTo>
                    <a:pt x="3779379" y="1751872"/>
                  </a:lnTo>
                  <a:lnTo>
                    <a:pt x="3779566" y="1751872"/>
                  </a:lnTo>
                  <a:lnTo>
                    <a:pt x="3779845" y="1751872"/>
                  </a:lnTo>
                  <a:lnTo>
                    <a:pt x="3779939" y="1751872"/>
                  </a:lnTo>
                  <a:lnTo>
                    <a:pt x="3780032" y="1751872"/>
                  </a:lnTo>
                  <a:lnTo>
                    <a:pt x="3780405" y="1751872"/>
                  </a:lnTo>
                  <a:lnTo>
                    <a:pt x="3780591" y="1751872"/>
                  </a:lnTo>
                  <a:lnTo>
                    <a:pt x="3781244" y="1751872"/>
                  </a:lnTo>
                  <a:lnTo>
                    <a:pt x="3781430" y="1751872"/>
                  </a:lnTo>
                  <a:lnTo>
                    <a:pt x="3781524" y="1751872"/>
                  </a:lnTo>
                  <a:lnTo>
                    <a:pt x="3781617" y="1751872"/>
                  </a:lnTo>
                  <a:lnTo>
                    <a:pt x="3781710" y="1751872"/>
                  </a:lnTo>
                  <a:lnTo>
                    <a:pt x="3781897" y="1751872"/>
                  </a:lnTo>
                  <a:lnTo>
                    <a:pt x="3782176" y="1751872"/>
                  </a:lnTo>
                  <a:lnTo>
                    <a:pt x="3782549" y="1751872"/>
                  </a:lnTo>
                  <a:lnTo>
                    <a:pt x="3782643" y="1751872"/>
                  </a:lnTo>
                  <a:lnTo>
                    <a:pt x="3783016" y="1751872"/>
                  </a:lnTo>
                  <a:lnTo>
                    <a:pt x="3783389" y="1751872"/>
                  </a:lnTo>
                  <a:lnTo>
                    <a:pt x="3783575" y="1751872"/>
                  </a:lnTo>
                  <a:lnTo>
                    <a:pt x="3783762" y="1751872"/>
                  </a:lnTo>
                  <a:lnTo>
                    <a:pt x="3783855" y="1751872"/>
                  </a:lnTo>
                  <a:lnTo>
                    <a:pt x="3784228" y="1751872"/>
                  </a:lnTo>
                  <a:lnTo>
                    <a:pt x="3784881" y="1751872"/>
                  </a:lnTo>
                  <a:lnTo>
                    <a:pt x="3785440" y="1751872"/>
                  </a:lnTo>
                  <a:lnTo>
                    <a:pt x="3785533" y="1751872"/>
                  </a:lnTo>
                  <a:lnTo>
                    <a:pt x="3785720" y="1751872"/>
                  </a:lnTo>
                  <a:lnTo>
                    <a:pt x="3785906" y="1751872"/>
                  </a:lnTo>
                  <a:lnTo>
                    <a:pt x="3786093" y="1751872"/>
                  </a:lnTo>
                  <a:lnTo>
                    <a:pt x="3786186" y="1751872"/>
                  </a:lnTo>
                  <a:lnTo>
                    <a:pt x="3786279" y="1751872"/>
                  </a:lnTo>
                  <a:lnTo>
                    <a:pt x="3786559" y="1751872"/>
                  </a:lnTo>
                  <a:lnTo>
                    <a:pt x="3786652" y="1751872"/>
                  </a:lnTo>
                  <a:lnTo>
                    <a:pt x="3786932" y="1751872"/>
                  </a:lnTo>
                  <a:lnTo>
                    <a:pt x="3787865" y="1751872"/>
                  </a:lnTo>
                  <a:lnTo>
                    <a:pt x="3787958" y="1751872"/>
                  </a:lnTo>
                  <a:lnTo>
                    <a:pt x="3788237" y="1751872"/>
                  </a:lnTo>
                  <a:lnTo>
                    <a:pt x="3788331" y="1751872"/>
                  </a:lnTo>
                  <a:lnTo>
                    <a:pt x="3788517" y="1751872"/>
                  </a:lnTo>
                  <a:lnTo>
                    <a:pt x="3788890" y="1751872"/>
                  </a:lnTo>
                  <a:lnTo>
                    <a:pt x="3789077" y="1751872"/>
                  </a:lnTo>
                  <a:lnTo>
                    <a:pt x="3789636" y="1751872"/>
                  </a:lnTo>
                  <a:lnTo>
                    <a:pt x="3789729" y="1751872"/>
                  </a:lnTo>
                  <a:lnTo>
                    <a:pt x="3789823" y="1751872"/>
                  </a:lnTo>
                  <a:lnTo>
                    <a:pt x="3789823" y="1741918"/>
                  </a:lnTo>
                  <a:lnTo>
                    <a:pt x="3790196" y="1741918"/>
                  </a:lnTo>
                  <a:lnTo>
                    <a:pt x="3790289" y="1741918"/>
                  </a:lnTo>
                  <a:lnTo>
                    <a:pt x="3790382" y="1741918"/>
                  </a:lnTo>
                  <a:lnTo>
                    <a:pt x="3790662" y="1741918"/>
                  </a:lnTo>
                  <a:lnTo>
                    <a:pt x="3791221" y="1731965"/>
                  </a:lnTo>
                  <a:lnTo>
                    <a:pt x="3791315" y="1731965"/>
                  </a:lnTo>
                  <a:lnTo>
                    <a:pt x="3791594" y="1731965"/>
                  </a:lnTo>
                  <a:lnTo>
                    <a:pt x="3791967" y="1731965"/>
                  </a:lnTo>
                  <a:lnTo>
                    <a:pt x="3792527" y="1731965"/>
                  </a:lnTo>
                  <a:lnTo>
                    <a:pt x="3792713" y="1731965"/>
                  </a:lnTo>
                  <a:lnTo>
                    <a:pt x="3793646" y="1731965"/>
                  </a:lnTo>
                  <a:lnTo>
                    <a:pt x="3793739" y="1731965"/>
                  </a:lnTo>
                  <a:lnTo>
                    <a:pt x="3793832" y="1731965"/>
                  </a:lnTo>
                  <a:lnTo>
                    <a:pt x="3793926" y="1731965"/>
                  </a:lnTo>
                  <a:lnTo>
                    <a:pt x="3794019" y="1731965"/>
                  </a:lnTo>
                  <a:lnTo>
                    <a:pt x="3794112" y="1731965"/>
                  </a:lnTo>
                  <a:lnTo>
                    <a:pt x="3794299" y="1731965"/>
                  </a:lnTo>
                  <a:lnTo>
                    <a:pt x="3794858" y="1731965"/>
                  </a:lnTo>
                  <a:lnTo>
                    <a:pt x="3795044" y="1731965"/>
                  </a:lnTo>
                  <a:lnTo>
                    <a:pt x="3795417" y="1731965"/>
                  </a:lnTo>
                  <a:lnTo>
                    <a:pt x="3795511" y="1731965"/>
                  </a:lnTo>
                  <a:lnTo>
                    <a:pt x="3795604" y="1731965"/>
                  </a:lnTo>
                  <a:lnTo>
                    <a:pt x="3795697" y="1731965"/>
                  </a:lnTo>
                  <a:lnTo>
                    <a:pt x="3795977" y="1731965"/>
                  </a:lnTo>
                  <a:lnTo>
                    <a:pt x="3796630" y="1731965"/>
                  </a:lnTo>
                  <a:lnTo>
                    <a:pt x="3796909" y="1731965"/>
                  </a:lnTo>
                  <a:lnTo>
                    <a:pt x="3797003" y="1731965"/>
                  </a:lnTo>
                  <a:lnTo>
                    <a:pt x="3797096" y="1731965"/>
                  </a:lnTo>
                  <a:lnTo>
                    <a:pt x="3797189" y="1731965"/>
                  </a:lnTo>
                  <a:lnTo>
                    <a:pt x="3797469" y="1731965"/>
                  </a:lnTo>
                  <a:lnTo>
                    <a:pt x="3798215" y="1731965"/>
                  </a:lnTo>
                  <a:lnTo>
                    <a:pt x="3798308" y="1731965"/>
                  </a:lnTo>
                  <a:lnTo>
                    <a:pt x="3798401" y="1731965"/>
                  </a:lnTo>
                  <a:lnTo>
                    <a:pt x="3798681" y="1731965"/>
                  </a:lnTo>
                  <a:lnTo>
                    <a:pt x="3799054" y="1731965"/>
                  </a:lnTo>
                  <a:lnTo>
                    <a:pt x="3799147" y="1731965"/>
                  </a:lnTo>
                  <a:lnTo>
                    <a:pt x="3799800" y="1731965"/>
                  </a:lnTo>
                  <a:lnTo>
                    <a:pt x="3799987" y="1731965"/>
                  </a:lnTo>
                  <a:lnTo>
                    <a:pt x="3800173" y="1731965"/>
                  </a:lnTo>
                  <a:lnTo>
                    <a:pt x="3800266" y="1731965"/>
                  </a:lnTo>
                  <a:lnTo>
                    <a:pt x="3800453" y="1731965"/>
                  </a:lnTo>
                  <a:lnTo>
                    <a:pt x="3800639" y="1731965"/>
                  </a:lnTo>
                  <a:lnTo>
                    <a:pt x="3801012" y="1731965"/>
                  </a:lnTo>
                  <a:lnTo>
                    <a:pt x="3801199" y="1731965"/>
                  </a:lnTo>
                  <a:lnTo>
                    <a:pt x="3801292" y="1731965"/>
                  </a:lnTo>
                  <a:lnTo>
                    <a:pt x="3801945" y="1731965"/>
                  </a:lnTo>
                  <a:lnTo>
                    <a:pt x="3802038" y="1731965"/>
                  </a:lnTo>
                  <a:lnTo>
                    <a:pt x="3802131" y="1731965"/>
                  </a:lnTo>
                  <a:lnTo>
                    <a:pt x="3802504" y="1722011"/>
                  </a:lnTo>
                  <a:lnTo>
                    <a:pt x="3802597" y="1722011"/>
                  </a:lnTo>
                  <a:lnTo>
                    <a:pt x="3802597" y="1712057"/>
                  </a:lnTo>
                  <a:lnTo>
                    <a:pt x="3802691" y="1712057"/>
                  </a:lnTo>
                  <a:lnTo>
                    <a:pt x="3803250" y="1712057"/>
                  </a:lnTo>
                  <a:lnTo>
                    <a:pt x="3803343" y="1712057"/>
                  </a:lnTo>
                  <a:lnTo>
                    <a:pt x="3803716" y="1712057"/>
                  </a:lnTo>
                  <a:lnTo>
                    <a:pt x="3803903" y="1712057"/>
                  </a:lnTo>
                  <a:lnTo>
                    <a:pt x="3803996" y="1712057"/>
                  </a:lnTo>
                  <a:lnTo>
                    <a:pt x="3804276" y="1712057"/>
                  </a:lnTo>
                  <a:lnTo>
                    <a:pt x="3804369" y="1712057"/>
                  </a:lnTo>
                  <a:lnTo>
                    <a:pt x="3804649" y="1712057"/>
                  </a:lnTo>
                  <a:lnTo>
                    <a:pt x="3805115" y="1712057"/>
                  </a:lnTo>
                  <a:lnTo>
                    <a:pt x="3805208" y="1712057"/>
                  </a:lnTo>
                  <a:lnTo>
                    <a:pt x="3805302" y="1712057"/>
                  </a:lnTo>
                  <a:lnTo>
                    <a:pt x="3805395" y="1712057"/>
                  </a:lnTo>
                  <a:lnTo>
                    <a:pt x="3805954" y="1712057"/>
                  </a:lnTo>
                  <a:lnTo>
                    <a:pt x="3806141" y="1712057"/>
                  </a:lnTo>
                  <a:lnTo>
                    <a:pt x="3806514" y="1712057"/>
                  </a:lnTo>
                  <a:lnTo>
                    <a:pt x="3806700" y="1712057"/>
                  </a:lnTo>
                  <a:lnTo>
                    <a:pt x="3806794" y="1712057"/>
                  </a:lnTo>
                  <a:lnTo>
                    <a:pt x="3806980" y="1712057"/>
                  </a:lnTo>
                  <a:lnTo>
                    <a:pt x="3807073" y="1712057"/>
                  </a:lnTo>
                  <a:lnTo>
                    <a:pt x="3807446" y="1712057"/>
                  </a:lnTo>
                  <a:lnTo>
                    <a:pt x="3807819" y="1702103"/>
                  </a:lnTo>
                  <a:lnTo>
                    <a:pt x="3808099" y="1702103"/>
                  </a:lnTo>
                  <a:lnTo>
                    <a:pt x="3808379" y="1702103"/>
                  </a:lnTo>
                  <a:lnTo>
                    <a:pt x="3808659" y="1702103"/>
                  </a:lnTo>
                  <a:lnTo>
                    <a:pt x="3808752" y="1702103"/>
                  </a:lnTo>
                  <a:lnTo>
                    <a:pt x="3808845" y="1702103"/>
                  </a:lnTo>
                  <a:lnTo>
                    <a:pt x="3808938" y="1702103"/>
                  </a:lnTo>
                  <a:lnTo>
                    <a:pt x="3809031" y="1702103"/>
                  </a:lnTo>
                  <a:lnTo>
                    <a:pt x="3809125" y="1702103"/>
                  </a:lnTo>
                  <a:lnTo>
                    <a:pt x="3809218" y="1702103"/>
                  </a:lnTo>
                  <a:lnTo>
                    <a:pt x="3809311" y="1702103"/>
                  </a:lnTo>
                  <a:lnTo>
                    <a:pt x="3809404" y="1702103"/>
                  </a:lnTo>
                  <a:lnTo>
                    <a:pt x="3809498" y="1702103"/>
                  </a:lnTo>
                  <a:lnTo>
                    <a:pt x="3809777" y="1702103"/>
                  </a:lnTo>
                  <a:lnTo>
                    <a:pt x="3810150" y="1702103"/>
                  </a:lnTo>
                  <a:lnTo>
                    <a:pt x="3810244" y="1702103"/>
                  </a:lnTo>
                  <a:lnTo>
                    <a:pt x="3810617" y="1702103"/>
                  </a:lnTo>
                  <a:lnTo>
                    <a:pt x="3810803" y="1702103"/>
                  </a:lnTo>
                  <a:lnTo>
                    <a:pt x="3811083" y="1702103"/>
                  </a:lnTo>
                  <a:lnTo>
                    <a:pt x="3811176" y="1702103"/>
                  </a:lnTo>
                  <a:lnTo>
                    <a:pt x="3811269" y="1702103"/>
                  </a:lnTo>
                  <a:lnTo>
                    <a:pt x="3811363" y="1702103"/>
                  </a:lnTo>
                  <a:lnTo>
                    <a:pt x="3811642" y="1702103"/>
                  </a:lnTo>
                  <a:lnTo>
                    <a:pt x="3811736" y="1702103"/>
                  </a:lnTo>
                  <a:lnTo>
                    <a:pt x="3811829" y="1702103"/>
                  </a:lnTo>
                  <a:lnTo>
                    <a:pt x="3811922" y="1702103"/>
                  </a:lnTo>
                  <a:lnTo>
                    <a:pt x="3812015" y="1702103"/>
                  </a:lnTo>
                  <a:lnTo>
                    <a:pt x="3812109" y="1702103"/>
                  </a:lnTo>
                  <a:lnTo>
                    <a:pt x="3812202" y="1702103"/>
                  </a:lnTo>
                  <a:lnTo>
                    <a:pt x="3812295" y="1702103"/>
                  </a:lnTo>
                  <a:lnTo>
                    <a:pt x="3812575" y="1702103"/>
                  </a:lnTo>
                  <a:lnTo>
                    <a:pt x="3812855" y="1702103"/>
                  </a:lnTo>
                  <a:lnTo>
                    <a:pt x="3816398" y="1702103"/>
                  </a:lnTo>
                  <a:lnTo>
                    <a:pt x="3816678" y="1702103"/>
                  </a:lnTo>
                  <a:lnTo>
                    <a:pt x="3816771" y="1702103"/>
                  </a:lnTo>
                  <a:lnTo>
                    <a:pt x="3816864" y="1702103"/>
                  </a:lnTo>
                  <a:lnTo>
                    <a:pt x="3817144" y="1702103"/>
                  </a:lnTo>
                  <a:lnTo>
                    <a:pt x="3817237" y="1702103"/>
                  </a:lnTo>
                  <a:lnTo>
                    <a:pt x="3817330" y="1702103"/>
                  </a:lnTo>
                  <a:lnTo>
                    <a:pt x="3817610" y="1702103"/>
                  </a:lnTo>
                  <a:lnTo>
                    <a:pt x="3817797" y="1702103"/>
                  </a:lnTo>
                  <a:lnTo>
                    <a:pt x="3818076" y="1702103"/>
                  </a:lnTo>
                  <a:lnTo>
                    <a:pt x="3818170" y="1702103"/>
                  </a:lnTo>
                  <a:lnTo>
                    <a:pt x="3818263" y="1702103"/>
                  </a:lnTo>
                  <a:lnTo>
                    <a:pt x="3818916" y="1702103"/>
                  </a:lnTo>
                  <a:lnTo>
                    <a:pt x="3819009" y="1702103"/>
                  </a:lnTo>
                  <a:lnTo>
                    <a:pt x="3819102" y="1702103"/>
                  </a:lnTo>
                  <a:lnTo>
                    <a:pt x="3819289" y="1702103"/>
                  </a:lnTo>
                  <a:lnTo>
                    <a:pt x="3819475" y="1702103"/>
                  </a:lnTo>
                  <a:lnTo>
                    <a:pt x="3819568" y="1702103"/>
                  </a:lnTo>
                  <a:lnTo>
                    <a:pt x="3819941" y="1702103"/>
                  </a:lnTo>
                  <a:lnTo>
                    <a:pt x="3820128" y="1702103"/>
                  </a:lnTo>
                  <a:lnTo>
                    <a:pt x="3820594" y="1702103"/>
                  </a:lnTo>
                  <a:lnTo>
                    <a:pt x="3820594" y="1692149"/>
                  </a:lnTo>
                  <a:lnTo>
                    <a:pt x="3820874" y="1692149"/>
                  </a:lnTo>
                  <a:lnTo>
                    <a:pt x="3820967" y="1692149"/>
                  </a:lnTo>
                  <a:lnTo>
                    <a:pt x="3821154" y="1692149"/>
                  </a:lnTo>
                  <a:lnTo>
                    <a:pt x="3821247" y="1692149"/>
                  </a:lnTo>
                  <a:lnTo>
                    <a:pt x="3821340" y="1692149"/>
                  </a:lnTo>
                  <a:lnTo>
                    <a:pt x="3821433" y="1692149"/>
                  </a:lnTo>
                  <a:lnTo>
                    <a:pt x="3821620" y="1692149"/>
                  </a:lnTo>
                  <a:lnTo>
                    <a:pt x="3821713" y="1692149"/>
                  </a:lnTo>
                  <a:lnTo>
                    <a:pt x="3822366" y="1692149"/>
                  </a:lnTo>
                  <a:lnTo>
                    <a:pt x="3822552" y="1692149"/>
                  </a:lnTo>
                  <a:lnTo>
                    <a:pt x="3823485" y="1692149"/>
                  </a:lnTo>
                  <a:lnTo>
                    <a:pt x="3823858" y="1692149"/>
                  </a:lnTo>
                  <a:lnTo>
                    <a:pt x="3823951" y="1692149"/>
                  </a:lnTo>
                  <a:lnTo>
                    <a:pt x="3824324" y="1682196"/>
                  </a:lnTo>
                  <a:lnTo>
                    <a:pt x="3824604" y="1682196"/>
                  </a:lnTo>
                  <a:lnTo>
                    <a:pt x="3824697" y="1682196"/>
                  </a:lnTo>
                  <a:lnTo>
                    <a:pt x="3825163" y="1682196"/>
                  </a:lnTo>
                  <a:lnTo>
                    <a:pt x="3825256" y="1682196"/>
                  </a:lnTo>
                  <a:lnTo>
                    <a:pt x="3825443" y="1682196"/>
                  </a:lnTo>
                  <a:lnTo>
                    <a:pt x="3826002" y="1682196"/>
                  </a:lnTo>
                  <a:lnTo>
                    <a:pt x="3826189" y="1682196"/>
                  </a:lnTo>
                  <a:lnTo>
                    <a:pt x="3826469" y="1682196"/>
                  </a:lnTo>
                  <a:lnTo>
                    <a:pt x="3826935" y="1662288"/>
                  </a:lnTo>
                  <a:lnTo>
                    <a:pt x="3827028" y="1662288"/>
                  </a:lnTo>
                  <a:lnTo>
                    <a:pt x="3827308" y="1662288"/>
                  </a:lnTo>
                  <a:lnTo>
                    <a:pt x="3827867" y="1662288"/>
                  </a:lnTo>
                  <a:lnTo>
                    <a:pt x="3828240" y="1662288"/>
                  </a:lnTo>
                  <a:lnTo>
                    <a:pt x="3828334" y="1662288"/>
                  </a:lnTo>
                  <a:lnTo>
                    <a:pt x="3828800" y="1662288"/>
                  </a:lnTo>
                  <a:lnTo>
                    <a:pt x="3828893" y="1662288"/>
                  </a:lnTo>
                  <a:lnTo>
                    <a:pt x="3829266" y="1662288"/>
                  </a:lnTo>
                  <a:lnTo>
                    <a:pt x="3829359" y="1662288"/>
                  </a:lnTo>
                  <a:lnTo>
                    <a:pt x="3829732" y="1662288"/>
                  </a:lnTo>
                  <a:lnTo>
                    <a:pt x="3830012" y="1662288"/>
                  </a:lnTo>
                  <a:lnTo>
                    <a:pt x="3830105" y="1662288"/>
                  </a:lnTo>
                  <a:lnTo>
                    <a:pt x="3830198" y="1662288"/>
                  </a:lnTo>
                  <a:lnTo>
                    <a:pt x="3830292" y="1662288"/>
                  </a:lnTo>
                  <a:lnTo>
                    <a:pt x="3830478" y="1662288"/>
                  </a:lnTo>
                  <a:lnTo>
                    <a:pt x="3830571" y="1662288"/>
                  </a:lnTo>
                  <a:lnTo>
                    <a:pt x="3831131" y="1662288"/>
                  </a:lnTo>
                  <a:lnTo>
                    <a:pt x="3831317" y="1662288"/>
                  </a:lnTo>
                  <a:lnTo>
                    <a:pt x="3831411" y="1662288"/>
                  </a:lnTo>
                  <a:lnTo>
                    <a:pt x="3831504" y="1662288"/>
                  </a:lnTo>
                  <a:lnTo>
                    <a:pt x="3831597" y="1662288"/>
                  </a:lnTo>
                  <a:lnTo>
                    <a:pt x="3831784" y="1662288"/>
                  </a:lnTo>
                  <a:lnTo>
                    <a:pt x="3832063" y="1662288"/>
                  </a:lnTo>
                  <a:lnTo>
                    <a:pt x="3832343" y="1662288"/>
                  </a:lnTo>
                  <a:lnTo>
                    <a:pt x="3832996" y="1662288"/>
                  </a:lnTo>
                  <a:lnTo>
                    <a:pt x="3833089" y="1662288"/>
                  </a:lnTo>
                  <a:lnTo>
                    <a:pt x="3833276" y="1662288"/>
                  </a:lnTo>
                  <a:lnTo>
                    <a:pt x="3833369" y="1662288"/>
                  </a:lnTo>
                  <a:lnTo>
                    <a:pt x="3833462" y="1662288"/>
                  </a:lnTo>
                  <a:lnTo>
                    <a:pt x="3833555" y="1662288"/>
                  </a:lnTo>
                  <a:lnTo>
                    <a:pt x="3833835" y="1662288"/>
                  </a:lnTo>
                  <a:lnTo>
                    <a:pt x="3833928" y="1662288"/>
                  </a:lnTo>
                  <a:lnTo>
                    <a:pt x="3834208" y="1662288"/>
                  </a:lnTo>
                  <a:lnTo>
                    <a:pt x="3834301" y="1662288"/>
                  </a:lnTo>
                  <a:lnTo>
                    <a:pt x="3834395" y="1662288"/>
                  </a:lnTo>
                  <a:lnTo>
                    <a:pt x="3834488" y="1662288"/>
                  </a:lnTo>
                  <a:lnTo>
                    <a:pt x="3835607" y="1662288"/>
                  </a:lnTo>
                  <a:lnTo>
                    <a:pt x="3836073" y="1662288"/>
                  </a:lnTo>
                  <a:lnTo>
                    <a:pt x="3836166" y="1662288"/>
                  </a:lnTo>
                  <a:lnTo>
                    <a:pt x="3836446" y="1662288"/>
                  </a:lnTo>
                  <a:lnTo>
                    <a:pt x="3836912" y="1662288"/>
                  </a:lnTo>
                  <a:lnTo>
                    <a:pt x="3837285" y="1662288"/>
                  </a:lnTo>
                  <a:lnTo>
                    <a:pt x="3837658" y="1662288"/>
                  </a:lnTo>
                  <a:lnTo>
                    <a:pt x="3837938" y="1662288"/>
                  </a:lnTo>
                  <a:lnTo>
                    <a:pt x="3838031" y="1662288"/>
                  </a:lnTo>
                  <a:lnTo>
                    <a:pt x="3838124" y="1662288"/>
                  </a:lnTo>
                  <a:lnTo>
                    <a:pt x="3838218" y="1662288"/>
                  </a:lnTo>
                  <a:lnTo>
                    <a:pt x="3838311" y="1652334"/>
                  </a:lnTo>
                  <a:lnTo>
                    <a:pt x="3838684" y="1652334"/>
                  </a:lnTo>
                  <a:lnTo>
                    <a:pt x="3838870" y="1652334"/>
                  </a:lnTo>
                  <a:lnTo>
                    <a:pt x="3839337" y="1652334"/>
                  </a:lnTo>
                  <a:lnTo>
                    <a:pt x="3839523" y="1652334"/>
                  </a:lnTo>
                  <a:lnTo>
                    <a:pt x="3839616" y="1642380"/>
                  </a:lnTo>
                  <a:lnTo>
                    <a:pt x="3839896" y="1642380"/>
                  </a:lnTo>
                  <a:lnTo>
                    <a:pt x="3840083" y="1642380"/>
                  </a:lnTo>
                  <a:lnTo>
                    <a:pt x="3840829" y="1642380"/>
                  </a:lnTo>
                  <a:lnTo>
                    <a:pt x="3840922" y="1642380"/>
                  </a:lnTo>
                  <a:lnTo>
                    <a:pt x="3841015" y="1642380"/>
                  </a:lnTo>
                  <a:lnTo>
                    <a:pt x="3841388" y="1642380"/>
                  </a:lnTo>
                  <a:lnTo>
                    <a:pt x="3841481" y="1642380"/>
                  </a:lnTo>
                  <a:lnTo>
                    <a:pt x="3841575" y="1642380"/>
                  </a:lnTo>
                  <a:lnTo>
                    <a:pt x="3841854" y="1642380"/>
                  </a:lnTo>
                  <a:lnTo>
                    <a:pt x="3841948" y="1642380"/>
                  </a:lnTo>
                  <a:lnTo>
                    <a:pt x="3842414" y="1642380"/>
                  </a:lnTo>
                  <a:lnTo>
                    <a:pt x="3842600" y="1642380"/>
                  </a:lnTo>
                  <a:lnTo>
                    <a:pt x="3842694" y="1642380"/>
                  </a:lnTo>
                  <a:lnTo>
                    <a:pt x="3842880" y="1642380"/>
                  </a:lnTo>
                  <a:lnTo>
                    <a:pt x="3843253" y="1642380"/>
                  </a:lnTo>
                  <a:lnTo>
                    <a:pt x="3843533" y="1642380"/>
                  </a:lnTo>
                  <a:lnTo>
                    <a:pt x="3844185" y="1642380"/>
                  </a:lnTo>
                  <a:lnTo>
                    <a:pt x="3844279" y="1642380"/>
                  </a:lnTo>
                  <a:lnTo>
                    <a:pt x="3844372" y="1642380"/>
                  </a:lnTo>
                  <a:lnTo>
                    <a:pt x="3844558" y="1642380"/>
                  </a:lnTo>
                  <a:lnTo>
                    <a:pt x="3844652" y="1642380"/>
                  </a:lnTo>
                  <a:lnTo>
                    <a:pt x="3844931" y="1642380"/>
                  </a:lnTo>
                  <a:lnTo>
                    <a:pt x="3845025" y="1642380"/>
                  </a:lnTo>
                  <a:lnTo>
                    <a:pt x="3845211" y="1642380"/>
                  </a:lnTo>
                  <a:lnTo>
                    <a:pt x="3846796" y="1632426"/>
                  </a:lnTo>
                  <a:lnTo>
                    <a:pt x="3847263" y="1632426"/>
                  </a:lnTo>
                  <a:lnTo>
                    <a:pt x="3847449" y="1632426"/>
                  </a:lnTo>
                  <a:lnTo>
                    <a:pt x="3847636" y="1632426"/>
                  </a:lnTo>
                  <a:lnTo>
                    <a:pt x="3848009" y="1632426"/>
                  </a:lnTo>
                  <a:lnTo>
                    <a:pt x="3848288" y="1632426"/>
                  </a:lnTo>
                  <a:lnTo>
                    <a:pt x="3848568" y="1632426"/>
                  </a:lnTo>
                  <a:lnTo>
                    <a:pt x="3848941" y="1632426"/>
                  </a:lnTo>
                  <a:lnTo>
                    <a:pt x="3849407" y="1632426"/>
                  </a:lnTo>
                  <a:lnTo>
                    <a:pt x="3849687" y="1632426"/>
                  </a:lnTo>
                  <a:lnTo>
                    <a:pt x="3849780" y="1632426"/>
                  </a:lnTo>
                  <a:lnTo>
                    <a:pt x="3849874" y="1632426"/>
                  </a:lnTo>
                  <a:lnTo>
                    <a:pt x="3849967" y="1632426"/>
                  </a:lnTo>
                  <a:lnTo>
                    <a:pt x="3850060" y="1632426"/>
                  </a:lnTo>
                  <a:lnTo>
                    <a:pt x="3850433" y="1632426"/>
                  </a:lnTo>
                  <a:lnTo>
                    <a:pt x="3851272" y="1632426"/>
                  </a:lnTo>
                  <a:lnTo>
                    <a:pt x="3851459" y="1632426"/>
                  </a:lnTo>
                  <a:lnTo>
                    <a:pt x="3851645" y="1632426"/>
                  </a:lnTo>
                  <a:lnTo>
                    <a:pt x="3851738" y="1632426"/>
                  </a:lnTo>
                  <a:lnTo>
                    <a:pt x="3851832" y="1632426"/>
                  </a:lnTo>
                  <a:lnTo>
                    <a:pt x="3852205" y="1632426"/>
                  </a:lnTo>
                  <a:lnTo>
                    <a:pt x="3852391" y="1632426"/>
                  </a:lnTo>
                  <a:lnTo>
                    <a:pt x="3853137" y="1632426"/>
                  </a:lnTo>
                  <a:lnTo>
                    <a:pt x="3853230" y="1632426"/>
                  </a:lnTo>
                  <a:lnTo>
                    <a:pt x="3853510" y="1632426"/>
                  </a:lnTo>
                  <a:lnTo>
                    <a:pt x="3853603" y="1632426"/>
                  </a:lnTo>
                  <a:lnTo>
                    <a:pt x="3853790" y="1632426"/>
                  </a:lnTo>
                  <a:lnTo>
                    <a:pt x="3853883" y="1632426"/>
                  </a:lnTo>
                  <a:lnTo>
                    <a:pt x="3853976" y="1632426"/>
                  </a:lnTo>
                  <a:lnTo>
                    <a:pt x="3854256" y="1632426"/>
                  </a:lnTo>
                  <a:lnTo>
                    <a:pt x="3854629" y="1632426"/>
                  </a:lnTo>
                  <a:lnTo>
                    <a:pt x="3855095" y="1632426"/>
                  </a:lnTo>
                  <a:lnTo>
                    <a:pt x="3855189" y="1632426"/>
                  </a:lnTo>
                  <a:lnTo>
                    <a:pt x="3855282" y="1632426"/>
                  </a:lnTo>
                  <a:lnTo>
                    <a:pt x="3855375" y="1632426"/>
                  </a:lnTo>
                  <a:lnTo>
                    <a:pt x="3855562" y="1632426"/>
                  </a:lnTo>
                  <a:lnTo>
                    <a:pt x="3855655" y="1632426"/>
                  </a:lnTo>
                  <a:lnTo>
                    <a:pt x="3855935" y="1632426"/>
                  </a:lnTo>
                  <a:lnTo>
                    <a:pt x="3856028" y="1632426"/>
                  </a:lnTo>
                  <a:lnTo>
                    <a:pt x="3856121" y="1632426"/>
                  </a:lnTo>
                  <a:lnTo>
                    <a:pt x="3856214" y="1632426"/>
                  </a:lnTo>
                  <a:lnTo>
                    <a:pt x="3856401" y="1632426"/>
                  </a:lnTo>
                  <a:lnTo>
                    <a:pt x="3856587" y="1632426"/>
                  </a:lnTo>
                  <a:lnTo>
                    <a:pt x="3856960" y="1632426"/>
                  </a:lnTo>
                  <a:lnTo>
                    <a:pt x="3857240" y="1632426"/>
                  </a:lnTo>
                  <a:lnTo>
                    <a:pt x="3858639" y="1632426"/>
                  </a:lnTo>
                  <a:lnTo>
                    <a:pt x="3858825" y="1632426"/>
                  </a:lnTo>
                  <a:lnTo>
                    <a:pt x="3859012" y="1632426"/>
                  </a:lnTo>
                  <a:lnTo>
                    <a:pt x="3859385" y="1632426"/>
                  </a:lnTo>
                  <a:lnTo>
                    <a:pt x="3859478" y="1632426"/>
                  </a:lnTo>
                  <a:lnTo>
                    <a:pt x="3859571" y="1632426"/>
                  </a:lnTo>
                  <a:lnTo>
                    <a:pt x="3859664" y="1632426"/>
                  </a:lnTo>
                  <a:lnTo>
                    <a:pt x="3859944" y="1632426"/>
                  </a:lnTo>
                  <a:lnTo>
                    <a:pt x="3860317" y="1632426"/>
                  </a:lnTo>
                  <a:lnTo>
                    <a:pt x="3860783" y="1632426"/>
                  </a:lnTo>
                  <a:lnTo>
                    <a:pt x="3860970" y="1632426"/>
                  </a:lnTo>
                  <a:lnTo>
                    <a:pt x="3861343" y="1632426"/>
                  </a:lnTo>
                  <a:lnTo>
                    <a:pt x="3861436" y="1632426"/>
                  </a:lnTo>
                  <a:lnTo>
                    <a:pt x="3861529" y="1632426"/>
                  </a:lnTo>
                  <a:lnTo>
                    <a:pt x="3861809" y="1632426"/>
                  </a:lnTo>
                  <a:lnTo>
                    <a:pt x="3861902" y="1632426"/>
                  </a:lnTo>
                  <a:lnTo>
                    <a:pt x="3862462" y="1632426"/>
                  </a:lnTo>
                  <a:lnTo>
                    <a:pt x="3862648" y="1632426"/>
                  </a:lnTo>
                  <a:lnTo>
                    <a:pt x="3863488" y="1632426"/>
                  </a:lnTo>
                  <a:lnTo>
                    <a:pt x="3863674" y="1632426"/>
                  </a:lnTo>
                  <a:lnTo>
                    <a:pt x="3863861" y="1632426"/>
                  </a:lnTo>
                  <a:lnTo>
                    <a:pt x="3864047" y="1632426"/>
                  </a:lnTo>
                  <a:lnTo>
                    <a:pt x="3864327" y="1632426"/>
                  </a:lnTo>
                  <a:lnTo>
                    <a:pt x="3864420" y="1632426"/>
                  </a:lnTo>
                  <a:lnTo>
                    <a:pt x="3864606" y="1632426"/>
                  </a:lnTo>
                  <a:lnTo>
                    <a:pt x="3864793" y="1632426"/>
                  </a:lnTo>
                  <a:lnTo>
                    <a:pt x="3864886" y="1632426"/>
                  </a:lnTo>
                  <a:lnTo>
                    <a:pt x="3865073" y="1632426"/>
                  </a:lnTo>
                  <a:lnTo>
                    <a:pt x="3865259" y="1632426"/>
                  </a:lnTo>
                  <a:lnTo>
                    <a:pt x="3865352" y="1632426"/>
                  </a:lnTo>
                  <a:lnTo>
                    <a:pt x="3865446" y="1632426"/>
                  </a:lnTo>
                  <a:lnTo>
                    <a:pt x="3865539" y="1632426"/>
                  </a:lnTo>
                  <a:lnTo>
                    <a:pt x="3865632" y="1632426"/>
                  </a:lnTo>
                  <a:lnTo>
                    <a:pt x="3865725" y="1632426"/>
                  </a:lnTo>
                  <a:lnTo>
                    <a:pt x="3866285" y="1632426"/>
                  </a:lnTo>
                  <a:lnTo>
                    <a:pt x="3866378" y="1632426"/>
                  </a:lnTo>
                  <a:lnTo>
                    <a:pt x="3866565" y="1632426"/>
                  </a:lnTo>
                  <a:lnTo>
                    <a:pt x="3866658" y="1632426"/>
                  </a:lnTo>
                  <a:lnTo>
                    <a:pt x="3866938" y="1632426"/>
                  </a:lnTo>
                  <a:lnTo>
                    <a:pt x="3867031" y="1632426"/>
                  </a:lnTo>
                  <a:lnTo>
                    <a:pt x="3867404" y="1632426"/>
                  </a:lnTo>
                  <a:lnTo>
                    <a:pt x="3867870" y="1632426"/>
                  </a:lnTo>
                  <a:lnTo>
                    <a:pt x="3867963" y="1632426"/>
                  </a:lnTo>
                  <a:lnTo>
                    <a:pt x="3868057" y="1632426"/>
                  </a:lnTo>
                  <a:lnTo>
                    <a:pt x="3868150" y="1632426"/>
                  </a:lnTo>
                  <a:lnTo>
                    <a:pt x="3868336" y="1632426"/>
                  </a:lnTo>
                  <a:lnTo>
                    <a:pt x="3869642" y="1632426"/>
                  </a:lnTo>
                  <a:lnTo>
                    <a:pt x="3869735" y="1632426"/>
                  </a:lnTo>
                  <a:lnTo>
                    <a:pt x="3869922" y="1632426"/>
                  </a:lnTo>
                  <a:lnTo>
                    <a:pt x="3870295" y="1632426"/>
                  </a:lnTo>
                  <a:lnTo>
                    <a:pt x="3870388" y="1632426"/>
                  </a:lnTo>
                  <a:lnTo>
                    <a:pt x="3870854" y="1632426"/>
                  </a:lnTo>
                  <a:lnTo>
                    <a:pt x="3871041" y="1632426"/>
                  </a:lnTo>
                  <a:lnTo>
                    <a:pt x="3871134" y="1632426"/>
                  </a:lnTo>
                  <a:lnTo>
                    <a:pt x="3871693" y="1632426"/>
                  </a:lnTo>
                  <a:lnTo>
                    <a:pt x="3871786" y="1632426"/>
                  </a:lnTo>
                  <a:lnTo>
                    <a:pt x="3871973" y="1632426"/>
                  </a:lnTo>
                  <a:lnTo>
                    <a:pt x="3872159" y="1632426"/>
                  </a:lnTo>
                  <a:lnTo>
                    <a:pt x="3872253" y="1632426"/>
                  </a:lnTo>
                  <a:lnTo>
                    <a:pt x="3872346" y="1632426"/>
                  </a:lnTo>
                  <a:lnTo>
                    <a:pt x="3872812" y="1622473"/>
                  </a:lnTo>
                  <a:lnTo>
                    <a:pt x="3873092" y="1622473"/>
                  </a:lnTo>
                  <a:lnTo>
                    <a:pt x="3873185" y="1622473"/>
                  </a:lnTo>
                  <a:lnTo>
                    <a:pt x="3873278" y="1622473"/>
                  </a:lnTo>
                  <a:lnTo>
                    <a:pt x="3873838" y="1622473"/>
                  </a:lnTo>
                  <a:lnTo>
                    <a:pt x="3874397" y="1622473"/>
                  </a:lnTo>
                  <a:lnTo>
                    <a:pt x="3874491" y="1622473"/>
                  </a:lnTo>
                  <a:lnTo>
                    <a:pt x="3874584" y="1622473"/>
                  </a:lnTo>
                  <a:lnTo>
                    <a:pt x="3874677" y="1622473"/>
                  </a:lnTo>
                  <a:lnTo>
                    <a:pt x="3874770" y="1622473"/>
                  </a:lnTo>
                  <a:lnTo>
                    <a:pt x="3875330" y="1622473"/>
                  </a:lnTo>
                  <a:lnTo>
                    <a:pt x="3875423" y="1622473"/>
                  </a:lnTo>
                  <a:lnTo>
                    <a:pt x="3875610" y="1622473"/>
                  </a:lnTo>
                  <a:lnTo>
                    <a:pt x="3875796" y="1622473"/>
                  </a:lnTo>
                  <a:lnTo>
                    <a:pt x="3875889" y="1622473"/>
                  </a:lnTo>
                  <a:lnTo>
                    <a:pt x="3875983" y="1622473"/>
                  </a:lnTo>
                  <a:lnTo>
                    <a:pt x="3876356" y="1622473"/>
                  </a:lnTo>
                  <a:lnTo>
                    <a:pt x="3876449" y="1622473"/>
                  </a:lnTo>
                  <a:lnTo>
                    <a:pt x="3876915" y="1622473"/>
                  </a:lnTo>
                  <a:lnTo>
                    <a:pt x="3877288" y="1622473"/>
                  </a:lnTo>
                  <a:lnTo>
                    <a:pt x="3877941" y="1622473"/>
                  </a:lnTo>
                  <a:lnTo>
                    <a:pt x="3878127" y="1622473"/>
                  </a:lnTo>
                  <a:lnTo>
                    <a:pt x="3878593" y="1622473"/>
                  </a:lnTo>
                  <a:lnTo>
                    <a:pt x="3878780" y="1622473"/>
                  </a:lnTo>
                  <a:lnTo>
                    <a:pt x="3878780" y="1612519"/>
                  </a:lnTo>
                  <a:lnTo>
                    <a:pt x="3878966" y="1612519"/>
                  </a:lnTo>
                  <a:lnTo>
                    <a:pt x="3879060" y="1612519"/>
                  </a:lnTo>
                  <a:lnTo>
                    <a:pt x="3879339" y="1612519"/>
                  </a:lnTo>
                  <a:lnTo>
                    <a:pt x="3879433" y="1612519"/>
                  </a:lnTo>
                  <a:lnTo>
                    <a:pt x="3879899" y="1612519"/>
                  </a:lnTo>
                  <a:lnTo>
                    <a:pt x="3880365" y="1612519"/>
                  </a:lnTo>
                  <a:lnTo>
                    <a:pt x="3880831" y="1612519"/>
                  </a:lnTo>
                  <a:lnTo>
                    <a:pt x="3880925" y="1612519"/>
                  </a:lnTo>
                  <a:lnTo>
                    <a:pt x="3881204" y="1612519"/>
                  </a:lnTo>
                  <a:lnTo>
                    <a:pt x="3881671" y="1612519"/>
                  </a:lnTo>
                  <a:lnTo>
                    <a:pt x="3881764" y="1612519"/>
                  </a:lnTo>
                  <a:lnTo>
                    <a:pt x="3881950" y="1612519"/>
                  </a:lnTo>
                  <a:lnTo>
                    <a:pt x="3882323" y="1612519"/>
                  </a:lnTo>
                  <a:lnTo>
                    <a:pt x="3882417" y="1612519"/>
                  </a:lnTo>
                  <a:lnTo>
                    <a:pt x="3882603" y="1612519"/>
                  </a:lnTo>
                  <a:lnTo>
                    <a:pt x="3884282" y="1612519"/>
                  </a:lnTo>
                  <a:lnTo>
                    <a:pt x="3884748" y="1612519"/>
                  </a:lnTo>
                  <a:lnTo>
                    <a:pt x="3884841" y="1612519"/>
                  </a:lnTo>
                  <a:lnTo>
                    <a:pt x="3885028" y="1612519"/>
                  </a:lnTo>
                  <a:lnTo>
                    <a:pt x="3885121" y="1612519"/>
                  </a:lnTo>
                  <a:lnTo>
                    <a:pt x="3885307" y="1612519"/>
                  </a:lnTo>
                  <a:lnTo>
                    <a:pt x="3885400" y="1612519"/>
                  </a:lnTo>
                  <a:lnTo>
                    <a:pt x="3885494" y="1612519"/>
                  </a:lnTo>
                  <a:lnTo>
                    <a:pt x="3885960" y="1612519"/>
                  </a:lnTo>
                  <a:lnTo>
                    <a:pt x="3886146" y="1612519"/>
                  </a:lnTo>
                  <a:lnTo>
                    <a:pt x="3886333" y="1612519"/>
                  </a:lnTo>
                  <a:lnTo>
                    <a:pt x="3886426" y="1612519"/>
                  </a:lnTo>
                  <a:lnTo>
                    <a:pt x="3886706" y="1612519"/>
                  </a:lnTo>
                  <a:lnTo>
                    <a:pt x="3887079" y="1612519"/>
                  </a:lnTo>
                  <a:lnTo>
                    <a:pt x="3887172" y="1612519"/>
                  </a:lnTo>
                  <a:lnTo>
                    <a:pt x="3887638" y="1612519"/>
                  </a:lnTo>
                  <a:lnTo>
                    <a:pt x="3887732" y="1612519"/>
                  </a:lnTo>
                  <a:lnTo>
                    <a:pt x="3888291" y="1612519"/>
                  </a:lnTo>
                  <a:lnTo>
                    <a:pt x="3888757" y="1612519"/>
                  </a:lnTo>
                  <a:lnTo>
                    <a:pt x="3889037" y="1612519"/>
                  </a:lnTo>
                  <a:lnTo>
                    <a:pt x="3889224" y="1612519"/>
                  </a:lnTo>
                  <a:lnTo>
                    <a:pt x="3889970" y="1612519"/>
                  </a:lnTo>
                  <a:lnTo>
                    <a:pt x="3890156" y="1612519"/>
                  </a:lnTo>
                  <a:lnTo>
                    <a:pt x="3890249" y="1612519"/>
                  </a:lnTo>
                  <a:lnTo>
                    <a:pt x="3890343" y="1612519"/>
                  </a:lnTo>
                  <a:lnTo>
                    <a:pt x="3890436" y="1612519"/>
                  </a:lnTo>
                  <a:lnTo>
                    <a:pt x="3890716" y="1612519"/>
                  </a:lnTo>
                  <a:lnTo>
                    <a:pt x="3890809" y="1612519"/>
                  </a:lnTo>
                  <a:lnTo>
                    <a:pt x="3890995" y="1612519"/>
                  </a:lnTo>
                  <a:lnTo>
                    <a:pt x="3891275" y="1612519"/>
                  </a:lnTo>
                  <a:lnTo>
                    <a:pt x="3891648" y="1612519"/>
                  </a:lnTo>
                  <a:lnTo>
                    <a:pt x="3892207" y="1612519"/>
                  </a:lnTo>
                  <a:lnTo>
                    <a:pt x="3892301" y="1612519"/>
                  </a:lnTo>
                  <a:lnTo>
                    <a:pt x="3892394" y="1612519"/>
                  </a:lnTo>
                  <a:lnTo>
                    <a:pt x="3892580" y="1612519"/>
                  </a:lnTo>
                  <a:lnTo>
                    <a:pt x="3892860" y="1612519"/>
                  </a:lnTo>
                  <a:lnTo>
                    <a:pt x="3892953" y="1612519"/>
                  </a:lnTo>
                  <a:lnTo>
                    <a:pt x="3893606" y="1612519"/>
                  </a:lnTo>
                  <a:lnTo>
                    <a:pt x="3893699" y="1612519"/>
                  </a:lnTo>
                  <a:lnTo>
                    <a:pt x="3893793" y="1612519"/>
                  </a:lnTo>
                  <a:lnTo>
                    <a:pt x="3893886" y="1612519"/>
                  </a:lnTo>
                  <a:lnTo>
                    <a:pt x="3894445" y="1612519"/>
                  </a:lnTo>
                  <a:lnTo>
                    <a:pt x="3894539" y="1612519"/>
                  </a:lnTo>
                  <a:lnTo>
                    <a:pt x="3894725" y="1612519"/>
                  </a:lnTo>
                  <a:lnTo>
                    <a:pt x="3894818" y="1612519"/>
                  </a:lnTo>
                  <a:lnTo>
                    <a:pt x="3894912" y="1612519"/>
                  </a:lnTo>
                  <a:lnTo>
                    <a:pt x="3895191" y="1612519"/>
                  </a:lnTo>
                  <a:lnTo>
                    <a:pt x="3895378" y="1612519"/>
                  </a:lnTo>
                  <a:lnTo>
                    <a:pt x="3895564" y="1612519"/>
                  </a:lnTo>
                  <a:lnTo>
                    <a:pt x="3896031" y="1612519"/>
                  </a:lnTo>
                  <a:lnTo>
                    <a:pt x="3896124" y="1612519"/>
                  </a:lnTo>
                  <a:lnTo>
                    <a:pt x="3896404" y="1612519"/>
                  </a:lnTo>
                  <a:lnTo>
                    <a:pt x="3896590" y="1612519"/>
                  </a:lnTo>
                  <a:lnTo>
                    <a:pt x="3896963" y="1612519"/>
                  </a:lnTo>
                  <a:lnTo>
                    <a:pt x="3897150" y="1612519"/>
                  </a:lnTo>
                  <a:lnTo>
                    <a:pt x="3897243" y="1612519"/>
                  </a:lnTo>
                  <a:lnTo>
                    <a:pt x="3897336" y="1612519"/>
                  </a:lnTo>
                  <a:lnTo>
                    <a:pt x="3897989" y="1612519"/>
                  </a:lnTo>
                  <a:lnTo>
                    <a:pt x="3898082" y="1612519"/>
                  </a:lnTo>
                  <a:lnTo>
                    <a:pt x="3898175" y="1612519"/>
                  </a:lnTo>
                  <a:lnTo>
                    <a:pt x="3898362" y="1612519"/>
                  </a:lnTo>
                  <a:lnTo>
                    <a:pt x="3898548" y="1612519"/>
                  </a:lnTo>
                  <a:lnTo>
                    <a:pt x="3899015" y="1612519"/>
                  </a:lnTo>
                  <a:lnTo>
                    <a:pt x="3899854" y="1612519"/>
                  </a:lnTo>
                  <a:lnTo>
                    <a:pt x="3900227" y="1612519"/>
                  </a:lnTo>
                  <a:lnTo>
                    <a:pt x="3900413" y="1612519"/>
                  </a:lnTo>
                  <a:lnTo>
                    <a:pt x="3900506" y="1612519"/>
                  </a:lnTo>
                  <a:lnTo>
                    <a:pt x="3900600" y="1612519"/>
                  </a:lnTo>
                  <a:lnTo>
                    <a:pt x="3900693" y="1612519"/>
                  </a:lnTo>
                  <a:lnTo>
                    <a:pt x="3900879" y="1612519"/>
                  </a:lnTo>
                  <a:lnTo>
                    <a:pt x="3900973" y="1612519"/>
                  </a:lnTo>
                  <a:lnTo>
                    <a:pt x="3901252" y="1602565"/>
                  </a:lnTo>
                  <a:lnTo>
                    <a:pt x="3901625" y="1602565"/>
                  </a:lnTo>
                  <a:lnTo>
                    <a:pt x="3901812" y="1602565"/>
                  </a:lnTo>
                  <a:lnTo>
                    <a:pt x="3902185" y="1602565"/>
                  </a:lnTo>
                  <a:lnTo>
                    <a:pt x="3902278" y="1602565"/>
                  </a:lnTo>
                  <a:lnTo>
                    <a:pt x="3902838" y="1602565"/>
                  </a:lnTo>
                  <a:lnTo>
                    <a:pt x="3903211" y="1602565"/>
                  </a:lnTo>
                  <a:lnTo>
                    <a:pt x="3903397" y="1602565"/>
                  </a:lnTo>
                  <a:lnTo>
                    <a:pt x="3903490" y="1602565"/>
                  </a:lnTo>
                  <a:lnTo>
                    <a:pt x="3903677" y="1602565"/>
                  </a:lnTo>
                  <a:lnTo>
                    <a:pt x="3904050" y="1602565"/>
                  </a:lnTo>
                  <a:lnTo>
                    <a:pt x="3904236" y="1592611"/>
                  </a:lnTo>
                  <a:lnTo>
                    <a:pt x="3904516" y="1592611"/>
                  </a:lnTo>
                  <a:lnTo>
                    <a:pt x="3904796" y="1592611"/>
                  </a:lnTo>
                  <a:lnTo>
                    <a:pt x="3904982" y="1592611"/>
                  </a:lnTo>
                  <a:lnTo>
                    <a:pt x="3905262" y="1592611"/>
                  </a:lnTo>
                  <a:lnTo>
                    <a:pt x="3905355" y="1592611"/>
                  </a:lnTo>
                  <a:lnTo>
                    <a:pt x="3905822" y="1592611"/>
                  </a:lnTo>
                  <a:lnTo>
                    <a:pt x="3905915" y="1592611"/>
                  </a:lnTo>
                  <a:lnTo>
                    <a:pt x="3906381" y="1592611"/>
                  </a:lnTo>
                  <a:lnTo>
                    <a:pt x="3906754" y="1592611"/>
                  </a:lnTo>
                  <a:lnTo>
                    <a:pt x="3906847" y="1592611"/>
                  </a:lnTo>
                  <a:lnTo>
                    <a:pt x="3907034" y="1592611"/>
                  </a:lnTo>
                  <a:lnTo>
                    <a:pt x="3907220" y="1592611"/>
                  </a:lnTo>
                  <a:lnTo>
                    <a:pt x="3907313" y="1592611"/>
                  </a:lnTo>
                  <a:lnTo>
                    <a:pt x="3907686" y="1592611"/>
                  </a:lnTo>
                  <a:lnTo>
                    <a:pt x="3907873" y="1592611"/>
                  </a:lnTo>
                  <a:lnTo>
                    <a:pt x="3907966" y="1592611"/>
                  </a:lnTo>
                  <a:lnTo>
                    <a:pt x="3908059" y="1592611"/>
                  </a:lnTo>
                  <a:lnTo>
                    <a:pt x="3908153" y="1592611"/>
                  </a:lnTo>
                  <a:lnTo>
                    <a:pt x="3908432" y="1592611"/>
                  </a:lnTo>
                  <a:lnTo>
                    <a:pt x="3908526" y="1592611"/>
                  </a:lnTo>
                  <a:lnTo>
                    <a:pt x="3908619" y="1592611"/>
                  </a:lnTo>
                  <a:lnTo>
                    <a:pt x="3908712" y="1592611"/>
                  </a:lnTo>
                  <a:lnTo>
                    <a:pt x="3908805" y="1592611"/>
                  </a:lnTo>
                  <a:lnTo>
                    <a:pt x="3908899" y="1592611"/>
                  </a:lnTo>
                  <a:lnTo>
                    <a:pt x="3910857" y="1592611"/>
                  </a:lnTo>
                  <a:lnTo>
                    <a:pt x="3910950" y="1592611"/>
                  </a:lnTo>
                  <a:lnTo>
                    <a:pt x="3911510" y="1592611"/>
                  </a:lnTo>
                  <a:lnTo>
                    <a:pt x="3911696" y="1592611"/>
                  </a:lnTo>
                  <a:lnTo>
                    <a:pt x="3911976" y="1592611"/>
                  </a:lnTo>
                  <a:lnTo>
                    <a:pt x="3912069" y="1592611"/>
                  </a:lnTo>
                  <a:lnTo>
                    <a:pt x="3912256" y="1592611"/>
                  </a:lnTo>
                  <a:lnTo>
                    <a:pt x="3912442" y="1592611"/>
                  </a:lnTo>
                  <a:lnTo>
                    <a:pt x="3912535" y="1592611"/>
                  </a:lnTo>
                  <a:lnTo>
                    <a:pt x="3912722" y="1592611"/>
                  </a:lnTo>
                  <a:lnTo>
                    <a:pt x="3912815" y="1592611"/>
                  </a:lnTo>
                  <a:lnTo>
                    <a:pt x="3912908" y="1592611"/>
                  </a:lnTo>
                  <a:lnTo>
                    <a:pt x="3913001" y="1592611"/>
                  </a:lnTo>
                  <a:lnTo>
                    <a:pt x="3913095" y="1592611"/>
                  </a:lnTo>
                  <a:lnTo>
                    <a:pt x="3913281" y="1592611"/>
                  </a:lnTo>
                  <a:lnTo>
                    <a:pt x="3913747" y="1592611"/>
                  </a:lnTo>
                  <a:lnTo>
                    <a:pt x="3913841" y="1592611"/>
                  </a:lnTo>
                  <a:lnTo>
                    <a:pt x="3913934" y="1592611"/>
                  </a:lnTo>
                  <a:lnTo>
                    <a:pt x="3914214" y="1592611"/>
                  </a:lnTo>
                  <a:lnTo>
                    <a:pt x="3914493" y="1592611"/>
                  </a:lnTo>
                  <a:lnTo>
                    <a:pt x="3914587" y="1592611"/>
                  </a:lnTo>
                  <a:lnTo>
                    <a:pt x="3914773" y="1592611"/>
                  </a:lnTo>
                  <a:lnTo>
                    <a:pt x="3914960" y="1592611"/>
                  </a:lnTo>
                  <a:lnTo>
                    <a:pt x="3915053" y="1592611"/>
                  </a:lnTo>
                  <a:lnTo>
                    <a:pt x="3915146" y="1592611"/>
                  </a:lnTo>
                  <a:lnTo>
                    <a:pt x="3915519" y="1592611"/>
                  </a:lnTo>
                  <a:lnTo>
                    <a:pt x="3915799" y="1592611"/>
                  </a:lnTo>
                  <a:lnTo>
                    <a:pt x="3916265" y="1592611"/>
                  </a:lnTo>
                  <a:lnTo>
                    <a:pt x="3916918" y="1592611"/>
                  </a:lnTo>
                  <a:lnTo>
                    <a:pt x="3917198" y="1592611"/>
                  </a:lnTo>
                  <a:lnTo>
                    <a:pt x="3917477" y="1592611"/>
                  </a:lnTo>
                  <a:lnTo>
                    <a:pt x="3917571" y="1592611"/>
                  </a:lnTo>
                  <a:lnTo>
                    <a:pt x="3918223" y="1592611"/>
                  </a:lnTo>
                  <a:lnTo>
                    <a:pt x="3918317" y="1592611"/>
                  </a:lnTo>
                  <a:lnTo>
                    <a:pt x="3918596" y="1592611"/>
                  </a:lnTo>
                  <a:lnTo>
                    <a:pt x="3918690" y="1592611"/>
                  </a:lnTo>
                  <a:lnTo>
                    <a:pt x="3919063" y="1592611"/>
                  </a:lnTo>
                  <a:lnTo>
                    <a:pt x="3919249" y="1592611"/>
                  </a:lnTo>
                  <a:lnTo>
                    <a:pt x="3919529" y="1592611"/>
                  </a:lnTo>
                  <a:lnTo>
                    <a:pt x="3919995" y="1592611"/>
                  </a:lnTo>
                  <a:lnTo>
                    <a:pt x="3920088" y="1592611"/>
                  </a:lnTo>
                  <a:lnTo>
                    <a:pt x="3920275" y="1592611"/>
                  </a:lnTo>
                  <a:lnTo>
                    <a:pt x="3920461" y="1592611"/>
                  </a:lnTo>
                  <a:lnTo>
                    <a:pt x="3920554" y="1592611"/>
                  </a:lnTo>
                  <a:lnTo>
                    <a:pt x="3920741" y="1592611"/>
                  </a:lnTo>
                  <a:lnTo>
                    <a:pt x="3921207" y="1582657"/>
                  </a:lnTo>
                  <a:lnTo>
                    <a:pt x="3921673" y="1572703"/>
                  </a:lnTo>
                  <a:lnTo>
                    <a:pt x="3922046" y="1572703"/>
                  </a:lnTo>
                  <a:lnTo>
                    <a:pt x="3922140" y="1572703"/>
                  </a:lnTo>
                  <a:lnTo>
                    <a:pt x="3922233" y="1572703"/>
                  </a:lnTo>
                  <a:lnTo>
                    <a:pt x="3922326" y="1572703"/>
                  </a:lnTo>
                  <a:lnTo>
                    <a:pt x="3922419" y="1572703"/>
                  </a:lnTo>
                  <a:lnTo>
                    <a:pt x="3922699" y="1572703"/>
                  </a:lnTo>
                  <a:lnTo>
                    <a:pt x="3922792" y="1572703"/>
                  </a:lnTo>
                  <a:lnTo>
                    <a:pt x="3922886" y="1572703"/>
                  </a:lnTo>
                  <a:lnTo>
                    <a:pt x="3922979" y="1572703"/>
                  </a:lnTo>
                  <a:lnTo>
                    <a:pt x="3923259" y="1572703"/>
                  </a:lnTo>
                  <a:lnTo>
                    <a:pt x="3923352" y="1572703"/>
                  </a:lnTo>
                  <a:lnTo>
                    <a:pt x="3923538" y="1572703"/>
                  </a:lnTo>
                  <a:lnTo>
                    <a:pt x="3924005" y="1572703"/>
                  </a:lnTo>
                  <a:lnTo>
                    <a:pt x="3924098" y="1572703"/>
                  </a:lnTo>
                  <a:lnTo>
                    <a:pt x="3924284" y="1572703"/>
                  </a:lnTo>
                  <a:lnTo>
                    <a:pt x="3924378" y="1572703"/>
                  </a:lnTo>
                  <a:lnTo>
                    <a:pt x="3924564" y="1572703"/>
                  </a:lnTo>
                  <a:lnTo>
                    <a:pt x="3924751" y="1572703"/>
                  </a:lnTo>
                  <a:lnTo>
                    <a:pt x="3924844" y="1572703"/>
                  </a:lnTo>
                  <a:lnTo>
                    <a:pt x="3925217" y="1572703"/>
                  </a:lnTo>
                  <a:lnTo>
                    <a:pt x="3925310" y="1572703"/>
                  </a:lnTo>
                  <a:lnTo>
                    <a:pt x="3925590" y="1572703"/>
                  </a:lnTo>
                  <a:lnTo>
                    <a:pt x="3925776" y="1572703"/>
                  </a:lnTo>
                  <a:lnTo>
                    <a:pt x="3926243" y="1572703"/>
                  </a:lnTo>
                  <a:lnTo>
                    <a:pt x="3926429" y="1572703"/>
                  </a:lnTo>
                  <a:lnTo>
                    <a:pt x="3926522" y="1572703"/>
                  </a:lnTo>
                  <a:lnTo>
                    <a:pt x="3926616" y="1572703"/>
                  </a:lnTo>
                  <a:lnTo>
                    <a:pt x="3926988" y="1572703"/>
                  </a:lnTo>
                  <a:lnTo>
                    <a:pt x="3927361" y="1572703"/>
                  </a:lnTo>
                  <a:lnTo>
                    <a:pt x="3927455" y="1572703"/>
                  </a:lnTo>
                  <a:lnTo>
                    <a:pt x="3927548" y="1572703"/>
                  </a:lnTo>
                  <a:lnTo>
                    <a:pt x="3927641" y="1572703"/>
                  </a:lnTo>
                  <a:lnTo>
                    <a:pt x="3927734" y="1572703"/>
                  </a:lnTo>
                  <a:lnTo>
                    <a:pt x="3927921" y="1572703"/>
                  </a:lnTo>
                  <a:lnTo>
                    <a:pt x="3928107" y="1572703"/>
                  </a:lnTo>
                  <a:lnTo>
                    <a:pt x="3928480" y="1572703"/>
                  </a:lnTo>
                  <a:lnTo>
                    <a:pt x="3928574" y="1572703"/>
                  </a:lnTo>
                  <a:lnTo>
                    <a:pt x="3928947" y="1572703"/>
                  </a:lnTo>
                  <a:lnTo>
                    <a:pt x="3929040" y="1572703"/>
                  </a:lnTo>
                  <a:lnTo>
                    <a:pt x="3929320" y="1572703"/>
                  </a:lnTo>
                  <a:lnTo>
                    <a:pt x="3929413" y="1572703"/>
                  </a:lnTo>
                  <a:lnTo>
                    <a:pt x="3929506" y="1572703"/>
                  </a:lnTo>
                  <a:lnTo>
                    <a:pt x="3929693" y="1572703"/>
                  </a:lnTo>
                  <a:lnTo>
                    <a:pt x="3929786" y="1572703"/>
                  </a:lnTo>
                  <a:lnTo>
                    <a:pt x="3930532" y="1572703"/>
                  </a:lnTo>
                  <a:lnTo>
                    <a:pt x="3930812" y="1572703"/>
                  </a:lnTo>
                  <a:lnTo>
                    <a:pt x="3930905" y="1572703"/>
                  </a:lnTo>
                  <a:lnTo>
                    <a:pt x="3930998" y="1572703"/>
                  </a:lnTo>
                  <a:lnTo>
                    <a:pt x="3931278" y="1572703"/>
                  </a:lnTo>
                  <a:lnTo>
                    <a:pt x="3931371" y="1572703"/>
                  </a:lnTo>
                  <a:lnTo>
                    <a:pt x="3931464" y="1572703"/>
                  </a:lnTo>
                  <a:lnTo>
                    <a:pt x="3931558" y="1572703"/>
                  </a:lnTo>
                  <a:lnTo>
                    <a:pt x="3931931" y="1572703"/>
                  </a:lnTo>
                  <a:lnTo>
                    <a:pt x="3932117" y="1572703"/>
                  </a:lnTo>
                  <a:lnTo>
                    <a:pt x="3932210" y="1572703"/>
                  </a:lnTo>
                  <a:lnTo>
                    <a:pt x="3932397" y="1572703"/>
                  </a:lnTo>
                  <a:lnTo>
                    <a:pt x="3933143" y="1572703"/>
                  </a:lnTo>
                  <a:lnTo>
                    <a:pt x="3933236" y="1572703"/>
                  </a:lnTo>
                  <a:lnTo>
                    <a:pt x="3933609" y="1572703"/>
                  </a:lnTo>
                  <a:lnTo>
                    <a:pt x="3933702" y="1572703"/>
                  </a:lnTo>
                  <a:lnTo>
                    <a:pt x="3934075" y="1572703"/>
                  </a:lnTo>
                  <a:lnTo>
                    <a:pt x="3934262" y="1572703"/>
                  </a:lnTo>
                  <a:lnTo>
                    <a:pt x="3934448" y="1572703"/>
                  </a:lnTo>
                  <a:lnTo>
                    <a:pt x="3934541" y="1572703"/>
                  </a:lnTo>
                  <a:lnTo>
                    <a:pt x="3935381" y="1572703"/>
                  </a:lnTo>
                  <a:lnTo>
                    <a:pt x="3935567" y="1572703"/>
                  </a:lnTo>
                  <a:lnTo>
                    <a:pt x="3936033" y="1572703"/>
                  </a:lnTo>
                  <a:lnTo>
                    <a:pt x="3936686" y="1572703"/>
                  </a:lnTo>
                  <a:lnTo>
                    <a:pt x="3936686" y="1562750"/>
                  </a:lnTo>
                  <a:lnTo>
                    <a:pt x="3936779" y="1562750"/>
                  </a:lnTo>
                  <a:lnTo>
                    <a:pt x="3936873" y="1562750"/>
                  </a:lnTo>
                  <a:lnTo>
                    <a:pt x="3936966" y="1562750"/>
                  </a:lnTo>
                  <a:lnTo>
                    <a:pt x="3937992" y="1562750"/>
                  </a:lnTo>
                  <a:lnTo>
                    <a:pt x="3938085" y="1562750"/>
                  </a:lnTo>
                  <a:lnTo>
                    <a:pt x="3938271" y="1562750"/>
                  </a:lnTo>
                  <a:lnTo>
                    <a:pt x="3938644" y="1562750"/>
                  </a:lnTo>
                  <a:lnTo>
                    <a:pt x="3938831" y="1562750"/>
                  </a:lnTo>
                  <a:lnTo>
                    <a:pt x="3939297" y="1562750"/>
                  </a:lnTo>
                  <a:lnTo>
                    <a:pt x="3939390" y="1562750"/>
                  </a:lnTo>
                  <a:lnTo>
                    <a:pt x="3939763" y="1562750"/>
                  </a:lnTo>
                  <a:lnTo>
                    <a:pt x="3939950" y="1562750"/>
                  </a:lnTo>
                  <a:lnTo>
                    <a:pt x="3940043" y="1562750"/>
                  </a:lnTo>
                  <a:lnTo>
                    <a:pt x="3940136" y="1562750"/>
                  </a:lnTo>
                  <a:lnTo>
                    <a:pt x="3940696" y="1562750"/>
                  </a:lnTo>
                  <a:lnTo>
                    <a:pt x="3940789" y="1562750"/>
                  </a:lnTo>
                  <a:lnTo>
                    <a:pt x="3941069" y="1562750"/>
                  </a:lnTo>
                  <a:lnTo>
                    <a:pt x="3941348" y="1562750"/>
                  </a:lnTo>
                  <a:lnTo>
                    <a:pt x="3941535" y="1562750"/>
                  </a:lnTo>
                  <a:lnTo>
                    <a:pt x="3942001" y="1562750"/>
                  </a:lnTo>
                  <a:lnTo>
                    <a:pt x="3942281" y="1562750"/>
                  </a:lnTo>
                  <a:lnTo>
                    <a:pt x="3942467" y="1562750"/>
                  </a:lnTo>
                  <a:lnTo>
                    <a:pt x="3943027" y="1562750"/>
                  </a:lnTo>
                  <a:lnTo>
                    <a:pt x="3943307" y="1562750"/>
                  </a:lnTo>
                  <a:lnTo>
                    <a:pt x="3943866" y="1562750"/>
                  </a:lnTo>
                  <a:lnTo>
                    <a:pt x="3943959" y="1562750"/>
                  </a:lnTo>
                  <a:lnTo>
                    <a:pt x="3944146" y="1562750"/>
                  </a:lnTo>
                  <a:lnTo>
                    <a:pt x="3944239" y="1562750"/>
                  </a:lnTo>
                  <a:lnTo>
                    <a:pt x="3944332" y="1562750"/>
                  </a:lnTo>
                  <a:lnTo>
                    <a:pt x="3944426" y="1562750"/>
                  </a:lnTo>
                  <a:lnTo>
                    <a:pt x="3944799" y="1562750"/>
                  </a:lnTo>
                  <a:lnTo>
                    <a:pt x="3944892" y="1562750"/>
                  </a:lnTo>
                  <a:lnTo>
                    <a:pt x="3945172" y="1562750"/>
                  </a:lnTo>
                  <a:lnTo>
                    <a:pt x="3945358" y="1562750"/>
                  </a:lnTo>
                  <a:lnTo>
                    <a:pt x="3945545" y="1562750"/>
                  </a:lnTo>
                  <a:lnTo>
                    <a:pt x="3945638" y="1562750"/>
                  </a:lnTo>
                  <a:lnTo>
                    <a:pt x="3946197" y="1562750"/>
                  </a:lnTo>
                  <a:lnTo>
                    <a:pt x="3946384" y="1562750"/>
                  </a:lnTo>
                  <a:lnTo>
                    <a:pt x="3946477" y="1562750"/>
                  </a:lnTo>
                  <a:lnTo>
                    <a:pt x="3946664" y="1562750"/>
                  </a:lnTo>
                  <a:lnTo>
                    <a:pt x="3947410" y="1562750"/>
                  </a:lnTo>
                  <a:lnTo>
                    <a:pt x="3947596" y="1562750"/>
                  </a:lnTo>
                  <a:lnTo>
                    <a:pt x="3947876" y="1562750"/>
                  </a:lnTo>
                  <a:lnTo>
                    <a:pt x="3947969" y="1562750"/>
                  </a:lnTo>
                  <a:lnTo>
                    <a:pt x="3948435" y="1562750"/>
                  </a:lnTo>
                  <a:lnTo>
                    <a:pt x="3948715" y="1562750"/>
                  </a:lnTo>
                  <a:lnTo>
                    <a:pt x="3949461" y="1562750"/>
                  </a:lnTo>
                  <a:lnTo>
                    <a:pt x="3949554" y="1562750"/>
                  </a:lnTo>
                  <a:lnTo>
                    <a:pt x="3949647" y="1562750"/>
                  </a:lnTo>
                  <a:lnTo>
                    <a:pt x="3949741" y="1562750"/>
                  </a:lnTo>
                  <a:lnTo>
                    <a:pt x="3949834" y="1562750"/>
                  </a:lnTo>
                  <a:lnTo>
                    <a:pt x="3950207" y="1562750"/>
                  </a:lnTo>
                  <a:lnTo>
                    <a:pt x="3950860" y="1562750"/>
                  </a:lnTo>
                  <a:lnTo>
                    <a:pt x="3951046" y="1562750"/>
                  </a:lnTo>
                  <a:lnTo>
                    <a:pt x="3951139" y="1562750"/>
                  </a:lnTo>
                  <a:lnTo>
                    <a:pt x="3951326" y="1562750"/>
                  </a:lnTo>
                  <a:lnTo>
                    <a:pt x="3951979" y="1562750"/>
                  </a:lnTo>
                  <a:lnTo>
                    <a:pt x="3952072" y="1562750"/>
                  </a:lnTo>
                  <a:lnTo>
                    <a:pt x="3952165" y="1562750"/>
                  </a:lnTo>
                  <a:lnTo>
                    <a:pt x="3952445" y="1562750"/>
                  </a:lnTo>
                  <a:lnTo>
                    <a:pt x="3953004" y="1562750"/>
                  </a:lnTo>
                  <a:lnTo>
                    <a:pt x="3953098" y="1562750"/>
                  </a:lnTo>
                  <a:lnTo>
                    <a:pt x="3953191" y="1562750"/>
                  </a:lnTo>
                  <a:lnTo>
                    <a:pt x="3953564" y="1562750"/>
                  </a:lnTo>
                  <a:lnTo>
                    <a:pt x="3953657" y="1562750"/>
                  </a:lnTo>
                  <a:lnTo>
                    <a:pt x="3953937" y="1562750"/>
                  </a:lnTo>
                  <a:lnTo>
                    <a:pt x="3954030" y="1562750"/>
                  </a:lnTo>
                  <a:lnTo>
                    <a:pt x="3954217" y="1562750"/>
                  </a:lnTo>
                  <a:lnTo>
                    <a:pt x="3954496" y="1562750"/>
                  </a:lnTo>
                  <a:lnTo>
                    <a:pt x="3954589" y="1562750"/>
                  </a:lnTo>
                  <a:lnTo>
                    <a:pt x="3954962" y="1562750"/>
                  </a:lnTo>
                  <a:lnTo>
                    <a:pt x="3955149" y="1562750"/>
                  </a:lnTo>
                  <a:lnTo>
                    <a:pt x="3955242" y="1562750"/>
                  </a:lnTo>
                  <a:lnTo>
                    <a:pt x="3955522" y="1562750"/>
                  </a:lnTo>
                  <a:lnTo>
                    <a:pt x="3956081" y="1562750"/>
                  </a:lnTo>
                  <a:lnTo>
                    <a:pt x="3956175" y="1562750"/>
                  </a:lnTo>
                  <a:lnTo>
                    <a:pt x="3956268" y="1562750"/>
                  </a:lnTo>
                  <a:lnTo>
                    <a:pt x="3956454" y="1562750"/>
                  </a:lnTo>
                  <a:lnTo>
                    <a:pt x="3956641" y="1562750"/>
                  </a:lnTo>
                  <a:lnTo>
                    <a:pt x="3956734" y="1562750"/>
                  </a:lnTo>
                  <a:lnTo>
                    <a:pt x="3956921" y="1562750"/>
                  </a:lnTo>
                  <a:lnTo>
                    <a:pt x="3957387" y="1562750"/>
                  </a:lnTo>
                  <a:lnTo>
                    <a:pt x="3957667" y="1562750"/>
                  </a:lnTo>
                  <a:lnTo>
                    <a:pt x="3957760" y="1562750"/>
                  </a:lnTo>
                  <a:lnTo>
                    <a:pt x="3957946" y="1562750"/>
                  </a:lnTo>
                  <a:lnTo>
                    <a:pt x="3958226" y="1562750"/>
                  </a:lnTo>
                  <a:lnTo>
                    <a:pt x="3958413" y="1562750"/>
                  </a:lnTo>
                  <a:lnTo>
                    <a:pt x="3958879" y="1562750"/>
                  </a:lnTo>
                  <a:lnTo>
                    <a:pt x="3959159" y="1562750"/>
                  </a:lnTo>
                  <a:lnTo>
                    <a:pt x="3959252" y="1562750"/>
                  </a:lnTo>
                  <a:lnTo>
                    <a:pt x="3959438" y="1562750"/>
                  </a:lnTo>
                  <a:lnTo>
                    <a:pt x="3959905" y="1562750"/>
                  </a:lnTo>
                  <a:lnTo>
                    <a:pt x="3960651" y="1562750"/>
                  </a:lnTo>
                  <a:lnTo>
                    <a:pt x="3960744" y="1562750"/>
                  </a:lnTo>
                  <a:lnTo>
                    <a:pt x="3960837" y="1562750"/>
                  </a:lnTo>
                  <a:lnTo>
                    <a:pt x="3961117" y="1562750"/>
                  </a:lnTo>
                  <a:lnTo>
                    <a:pt x="3961210" y="1562750"/>
                  </a:lnTo>
                  <a:lnTo>
                    <a:pt x="3962142" y="1562750"/>
                  </a:lnTo>
                  <a:lnTo>
                    <a:pt x="3962329" y="1562750"/>
                  </a:lnTo>
                  <a:lnTo>
                    <a:pt x="3963261" y="1562750"/>
                  </a:lnTo>
                  <a:lnTo>
                    <a:pt x="3963355" y="1562750"/>
                  </a:lnTo>
                  <a:lnTo>
                    <a:pt x="3963728" y="1562750"/>
                  </a:lnTo>
                  <a:lnTo>
                    <a:pt x="3963914" y="1562750"/>
                  </a:lnTo>
                  <a:lnTo>
                    <a:pt x="3964380" y="1562750"/>
                  </a:lnTo>
                  <a:lnTo>
                    <a:pt x="3964474" y="1562750"/>
                  </a:lnTo>
                  <a:lnTo>
                    <a:pt x="3964567" y="1562750"/>
                  </a:lnTo>
                  <a:lnTo>
                    <a:pt x="3964660" y="1562750"/>
                  </a:lnTo>
                  <a:lnTo>
                    <a:pt x="3964847" y="1562750"/>
                  </a:lnTo>
                  <a:lnTo>
                    <a:pt x="3965126" y="1562750"/>
                  </a:lnTo>
                  <a:lnTo>
                    <a:pt x="3965499" y="1562750"/>
                  </a:lnTo>
                  <a:lnTo>
                    <a:pt x="3965593" y="1562750"/>
                  </a:lnTo>
                  <a:lnTo>
                    <a:pt x="3965872" y="1562750"/>
                  </a:lnTo>
                  <a:lnTo>
                    <a:pt x="3966059" y="1562750"/>
                  </a:lnTo>
                  <a:lnTo>
                    <a:pt x="3966152" y="1562750"/>
                  </a:lnTo>
                  <a:lnTo>
                    <a:pt x="3966245" y="1562750"/>
                  </a:lnTo>
                  <a:lnTo>
                    <a:pt x="3966525" y="1562750"/>
                  </a:lnTo>
                  <a:lnTo>
                    <a:pt x="3966618" y="1562750"/>
                  </a:lnTo>
                  <a:lnTo>
                    <a:pt x="3966991" y="1562750"/>
                  </a:lnTo>
                  <a:lnTo>
                    <a:pt x="3967085" y="1562750"/>
                  </a:lnTo>
                  <a:lnTo>
                    <a:pt x="3967178" y="1562750"/>
                  </a:lnTo>
                  <a:lnTo>
                    <a:pt x="3967271" y="1562750"/>
                  </a:lnTo>
                  <a:lnTo>
                    <a:pt x="3967364" y="1562750"/>
                  </a:lnTo>
                  <a:lnTo>
                    <a:pt x="3967644" y="1562750"/>
                  </a:lnTo>
                  <a:lnTo>
                    <a:pt x="3967924" y="1562750"/>
                  </a:lnTo>
                  <a:lnTo>
                    <a:pt x="3968017" y="1562750"/>
                  </a:lnTo>
                  <a:lnTo>
                    <a:pt x="3968110" y="1562750"/>
                  </a:lnTo>
                  <a:lnTo>
                    <a:pt x="3968297" y="1562750"/>
                  </a:lnTo>
                  <a:lnTo>
                    <a:pt x="3968483" y="1562750"/>
                  </a:lnTo>
                  <a:lnTo>
                    <a:pt x="3968763" y="1562750"/>
                  </a:lnTo>
                  <a:lnTo>
                    <a:pt x="3969043" y="1562750"/>
                  </a:lnTo>
                  <a:lnTo>
                    <a:pt x="3969229" y="1562750"/>
                  </a:lnTo>
                  <a:lnTo>
                    <a:pt x="3969509" y="1562750"/>
                  </a:lnTo>
                  <a:lnTo>
                    <a:pt x="3969882" y="1562750"/>
                  </a:lnTo>
                  <a:lnTo>
                    <a:pt x="3969975" y="1562750"/>
                  </a:lnTo>
                  <a:lnTo>
                    <a:pt x="3970162" y="1562750"/>
                  </a:lnTo>
                  <a:lnTo>
                    <a:pt x="3970255" y="1562750"/>
                  </a:lnTo>
                  <a:lnTo>
                    <a:pt x="3970535" y="1562750"/>
                  </a:lnTo>
                  <a:lnTo>
                    <a:pt x="3970628" y="1562750"/>
                  </a:lnTo>
                  <a:lnTo>
                    <a:pt x="3970721" y="1562750"/>
                  </a:lnTo>
                  <a:lnTo>
                    <a:pt x="3970814" y="1562750"/>
                  </a:lnTo>
                  <a:lnTo>
                    <a:pt x="3971187" y="1562750"/>
                  </a:lnTo>
                  <a:lnTo>
                    <a:pt x="3971281" y="1562750"/>
                  </a:lnTo>
                  <a:lnTo>
                    <a:pt x="3976409" y="1542842"/>
                  </a:lnTo>
                  <a:lnTo>
                    <a:pt x="3976502" y="1542842"/>
                  </a:lnTo>
                  <a:lnTo>
                    <a:pt x="3976782" y="1542842"/>
                  </a:lnTo>
                  <a:lnTo>
                    <a:pt x="3977062" y="1542842"/>
                  </a:lnTo>
                  <a:lnTo>
                    <a:pt x="3977621" y="1542842"/>
                  </a:lnTo>
                  <a:lnTo>
                    <a:pt x="3977994" y="1542842"/>
                  </a:lnTo>
                  <a:lnTo>
                    <a:pt x="3978088" y="1542842"/>
                  </a:lnTo>
                  <a:lnTo>
                    <a:pt x="3978181" y="1542842"/>
                  </a:lnTo>
                  <a:lnTo>
                    <a:pt x="3978367" y="1542842"/>
                  </a:lnTo>
                  <a:lnTo>
                    <a:pt x="3978554" y="1542842"/>
                  </a:lnTo>
                  <a:lnTo>
                    <a:pt x="3978647" y="1542842"/>
                  </a:lnTo>
                  <a:lnTo>
                    <a:pt x="3978740" y="1542842"/>
                  </a:lnTo>
                  <a:lnTo>
                    <a:pt x="3979113" y="1542842"/>
                  </a:lnTo>
                  <a:lnTo>
                    <a:pt x="3979207" y="1542842"/>
                  </a:lnTo>
                  <a:lnTo>
                    <a:pt x="3979300" y="1542842"/>
                  </a:lnTo>
                  <a:lnTo>
                    <a:pt x="3979766" y="1542842"/>
                  </a:lnTo>
                  <a:lnTo>
                    <a:pt x="3979953" y="1542842"/>
                  </a:lnTo>
                  <a:lnTo>
                    <a:pt x="3980139" y="1542842"/>
                  </a:lnTo>
                  <a:lnTo>
                    <a:pt x="3980232" y="1542842"/>
                  </a:lnTo>
                  <a:lnTo>
                    <a:pt x="3980326" y="1542842"/>
                  </a:lnTo>
                  <a:lnTo>
                    <a:pt x="3980605" y="1542842"/>
                  </a:lnTo>
                  <a:lnTo>
                    <a:pt x="3980699" y="1542842"/>
                  </a:lnTo>
                  <a:lnTo>
                    <a:pt x="3980792" y="1542842"/>
                  </a:lnTo>
                  <a:lnTo>
                    <a:pt x="3980885" y="1542842"/>
                  </a:lnTo>
                  <a:lnTo>
                    <a:pt x="3981258" y="1542842"/>
                  </a:lnTo>
                  <a:lnTo>
                    <a:pt x="3981351" y="1542842"/>
                  </a:lnTo>
                  <a:lnTo>
                    <a:pt x="3981445" y="1542842"/>
                  </a:lnTo>
                  <a:lnTo>
                    <a:pt x="3981538" y="1542842"/>
                  </a:lnTo>
                  <a:lnTo>
                    <a:pt x="3981631" y="1542842"/>
                  </a:lnTo>
                  <a:lnTo>
                    <a:pt x="3981911" y="1542842"/>
                  </a:lnTo>
                  <a:lnTo>
                    <a:pt x="3982097" y="1542842"/>
                  </a:lnTo>
                  <a:lnTo>
                    <a:pt x="3982191" y="1542842"/>
                  </a:lnTo>
                  <a:lnTo>
                    <a:pt x="3982563" y="1542842"/>
                  </a:lnTo>
                  <a:lnTo>
                    <a:pt x="3983030" y="1542842"/>
                  </a:lnTo>
                  <a:lnTo>
                    <a:pt x="3983123" y="1542842"/>
                  </a:lnTo>
                  <a:lnTo>
                    <a:pt x="3983216" y="1542842"/>
                  </a:lnTo>
                  <a:lnTo>
                    <a:pt x="3983589" y="1542842"/>
                  </a:lnTo>
                  <a:lnTo>
                    <a:pt x="3984242" y="1542842"/>
                  </a:lnTo>
                  <a:lnTo>
                    <a:pt x="3984428" y="1542842"/>
                  </a:lnTo>
                  <a:lnTo>
                    <a:pt x="3984522" y="1542842"/>
                  </a:lnTo>
                  <a:lnTo>
                    <a:pt x="3984615" y="1542842"/>
                  </a:lnTo>
                  <a:lnTo>
                    <a:pt x="3984895" y="1542842"/>
                  </a:lnTo>
                  <a:lnTo>
                    <a:pt x="3985268" y="1542842"/>
                  </a:lnTo>
                  <a:lnTo>
                    <a:pt x="3985361" y="1542842"/>
                  </a:lnTo>
                  <a:lnTo>
                    <a:pt x="3985454" y="1542842"/>
                  </a:lnTo>
                  <a:lnTo>
                    <a:pt x="3986480" y="1542842"/>
                  </a:lnTo>
                  <a:lnTo>
                    <a:pt x="3986573" y="1542842"/>
                  </a:lnTo>
                  <a:lnTo>
                    <a:pt x="3986666" y="1542842"/>
                  </a:lnTo>
                  <a:lnTo>
                    <a:pt x="3986946" y="1542842"/>
                  </a:lnTo>
                  <a:lnTo>
                    <a:pt x="3987599" y="1542842"/>
                  </a:lnTo>
                  <a:lnTo>
                    <a:pt x="3987785" y="1542842"/>
                  </a:lnTo>
                  <a:lnTo>
                    <a:pt x="3988252" y="1542842"/>
                  </a:lnTo>
                  <a:lnTo>
                    <a:pt x="3988345" y="1542842"/>
                  </a:lnTo>
                  <a:lnTo>
                    <a:pt x="3988625" y="1542842"/>
                  </a:lnTo>
                  <a:lnTo>
                    <a:pt x="3988718" y="1542842"/>
                  </a:lnTo>
                  <a:lnTo>
                    <a:pt x="3988811" y="1542842"/>
                  </a:lnTo>
                  <a:lnTo>
                    <a:pt x="3988904" y="1542842"/>
                  </a:lnTo>
                  <a:lnTo>
                    <a:pt x="3989091" y="1542842"/>
                  </a:lnTo>
                  <a:lnTo>
                    <a:pt x="3989743" y="1542842"/>
                  </a:lnTo>
                  <a:lnTo>
                    <a:pt x="3989837" y="1542842"/>
                  </a:lnTo>
                  <a:lnTo>
                    <a:pt x="3990023" y="1542842"/>
                  </a:lnTo>
                  <a:lnTo>
                    <a:pt x="3990116" y="1542842"/>
                  </a:lnTo>
                  <a:lnTo>
                    <a:pt x="3990303" y="1542842"/>
                  </a:lnTo>
                  <a:lnTo>
                    <a:pt x="3990862" y="1542842"/>
                  </a:lnTo>
                  <a:lnTo>
                    <a:pt x="3991142" y="1542842"/>
                  </a:lnTo>
                  <a:lnTo>
                    <a:pt x="3991422" y="1542842"/>
                  </a:lnTo>
                  <a:lnTo>
                    <a:pt x="3991515" y="1542842"/>
                  </a:lnTo>
                  <a:lnTo>
                    <a:pt x="3992448" y="1542842"/>
                  </a:lnTo>
                  <a:lnTo>
                    <a:pt x="3992727" y="1542842"/>
                  </a:lnTo>
                  <a:lnTo>
                    <a:pt x="3992821" y="1542842"/>
                  </a:lnTo>
                  <a:lnTo>
                    <a:pt x="3993100" y="1542842"/>
                  </a:lnTo>
                  <a:lnTo>
                    <a:pt x="3993380" y="1542842"/>
                  </a:lnTo>
                  <a:lnTo>
                    <a:pt x="3993473" y="1542842"/>
                  </a:lnTo>
                  <a:lnTo>
                    <a:pt x="3994033" y="1542842"/>
                  </a:lnTo>
                  <a:lnTo>
                    <a:pt x="3994313" y="1542842"/>
                  </a:lnTo>
                  <a:lnTo>
                    <a:pt x="3994499" y="1542842"/>
                  </a:lnTo>
                  <a:lnTo>
                    <a:pt x="3994686" y="1542842"/>
                  </a:lnTo>
                  <a:lnTo>
                    <a:pt x="3994779" y="1542842"/>
                  </a:lnTo>
                  <a:lnTo>
                    <a:pt x="3994872" y="1542842"/>
                  </a:lnTo>
                  <a:lnTo>
                    <a:pt x="3995525" y="1542842"/>
                  </a:lnTo>
                  <a:lnTo>
                    <a:pt x="3995618" y="1542842"/>
                  </a:lnTo>
                  <a:lnTo>
                    <a:pt x="3995991" y="1542842"/>
                  </a:lnTo>
                  <a:lnTo>
                    <a:pt x="3996364" y="1542842"/>
                  </a:lnTo>
                  <a:lnTo>
                    <a:pt x="3996457" y="1542842"/>
                  </a:lnTo>
                  <a:lnTo>
                    <a:pt x="3996550" y="1542842"/>
                  </a:lnTo>
                  <a:lnTo>
                    <a:pt x="3996923" y="1542842"/>
                  </a:lnTo>
                  <a:lnTo>
                    <a:pt x="3997017" y="1542842"/>
                  </a:lnTo>
                  <a:lnTo>
                    <a:pt x="3998042" y="1542842"/>
                  </a:lnTo>
                  <a:lnTo>
                    <a:pt x="3998229" y="1542842"/>
                  </a:lnTo>
                  <a:lnTo>
                    <a:pt x="3998695" y="1542842"/>
                  </a:lnTo>
                  <a:lnTo>
                    <a:pt x="3998788" y="1542842"/>
                  </a:lnTo>
                  <a:lnTo>
                    <a:pt x="3999161" y="1532888"/>
                  </a:lnTo>
                  <a:lnTo>
                    <a:pt x="3999721" y="1532888"/>
                  </a:lnTo>
                  <a:lnTo>
                    <a:pt x="3999814" y="1532888"/>
                  </a:lnTo>
                  <a:lnTo>
                    <a:pt x="4000280" y="1532888"/>
                  </a:lnTo>
                  <a:lnTo>
                    <a:pt x="4000374" y="1532888"/>
                  </a:lnTo>
                  <a:lnTo>
                    <a:pt x="4000467" y="1532888"/>
                  </a:lnTo>
                  <a:lnTo>
                    <a:pt x="4000560" y="1532888"/>
                  </a:lnTo>
                  <a:lnTo>
                    <a:pt x="4000653" y="1532888"/>
                  </a:lnTo>
                  <a:lnTo>
                    <a:pt x="4000747" y="1532888"/>
                  </a:lnTo>
                  <a:lnTo>
                    <a:pt x="4001306" y="1532888"/>
                  </a:lnTo>
                  <a:lnTo>
                    <a:pt x="4001772" y="1532888"/>
                  </a:lnTo>
                  <a:lnTo>
                    <a:pt x="4002239" y="1532888"/>
                  </a:lnTo>
                  <a:lnTo>
                    <a:pt x="4002425" y="1532888"/>
                  </a:lnTo>
                  <a:lnTo>
                    <a:pt x="4002798" y="1532888"/>
                  </a:lnTo>
                  <a:lnTo>
                    <a:pt x="4003078" y="1532888"/>
                  </a:lnTo>
                  <a:lnTo>
                    <a:pt x="4003264" y="1532888"/>
                  </a:lnTo>
                  <a:lnTo>
                    <a:pt x="4003637" y="1532888"/>
                  </a:lnTo>
                  <a:lnTo>
                    <a:pt x="4004103" y="1532888"/>
                  </a:lnTo>
                  <a:lnTo>
                    <a:pt x="4004383" y="1532888"/>
                  </a:lnTo>
                  <a:lnTo>
                    <a:pt x="4004570" y="1532888"/>
                  </a:lnTo>
                  <a:lnTo>
                    <a:pt x="4004663" y="1532888"/>
                  </a:lnTo>
                  <a:lnTo>
                    <a:pt x="4005595" y="1532888"/>
                  </a:lnTo>
                  <a:lnTo>
                    <a:pt x="4005689" y="1532888"/>
                  </a:lnTo>
                  <a:lnTo>
                    <a:pt x="4005875" y="1532888"/>
                  </a:lnTo>
                  <a:lnTo>
                    <a:pt x="4006435" y="1532888"/>
                  </a:lnTo>
                  <a:lnTo>
                    <a:pt x="4006901" y="1532888"/>
                  </a:lnTo>
                  <a:lnTo>
                    <a:pt x="4007833" y="1532888"/>
                  </a:lnTo>
                  <a:lnTo>
                    <a:pt x="4007927" y="1532888"/>
                  </a:lnTo>
                  <a:lnTo>
                    <a:pt x="4008020" y="1532888"/>
                  </a:lnTo>
                  <a:lnTo>
                    <a:pt x="4008300" y="1532888"/>
                  </a:lnTo>
                  <a:lnTo>
                    <a:pt x="4008486" y="1532888"/>
                  </a:lnTo>
                  <a:lnTo>
                    <a:pt x="4008859" y="1532888"/>
                  </a:lnTo>
                  <a:lnTo>
                    <a:pt x="4009232" y="1532888"/>
                  </a:lnTo>
                  <a:lnTo>
                    <a:pt x="4009419" y="1532888"/>
                  </a:lnTo>
                  <a:lnTo>
                    <a:pt x="4009698" y="1532888"/>
                  </a:lnTo>
                  <a:lnTo>
                    <a:pt x="4009792" y="1532888"/>
                  </a:lnTo>
                  <a:lnTo>
                    <a:pt x="4009978" y="1532888"/>
                  </a:lnTo>
                  <a:lnTo>
                    <a:pt x="4010444" y="1532888"/>
                  </a:lnTo>
                  <a:lnTo>
                    <a:pt x="4010631" y="1532888"/>
                  </a:lnTo>
                  <a:lnTo>
                    <a:pt x="4011004" y="1532888"/>
                  </a:lnTo>
                  <a:lnTo>
                    <a:pt x="4011377" y="1532888"/>
                  </a:lnTo>
                  <a:lnTo>
                    <a:pt x="4011750" y="1532888"/>
                  </a:lnTo>
                  <a:lnTo>
                    <a:pt x="4011936" y="1532888"/>
                  </a:lnTo>
                  <a:lnTo>
                    <a:pt x="4012029" y="1532888"/>
                  </a:lnTo>
                  <a:lnTo>
                    <a:pt x="4012682" y="1532888"/>
                  </a:lnTo>
                  <a:lnTo>
                    <a:pt x="4013055" y="1532888"/>
                  </a:lnTo>
                  <a:lnTo>
                    <a:pt x="4013148" y="1532888"/>
                  </a:lnTo>
                  <a:lnTo>
                    <a:pt x="4013242" y="1532888"/>
                  </a:lnTo>
                  <a:lnTo>
                    <a:pt x="4013335" y="1532888"/>
                  </a:lnTo>
                  <a:lnTo>
                    <a:pt x="4013521" y="1532888"/>
                  </a:lnTo>
                  <a:lnTo>
                    <a:pt x="4013615" y="1532888"/>
                  </a:lnTo>
                  <a:lnTo>
                    <a:pt x="4013708" y="1532888"/>
                  </a:lnTo>
                  <a:lnTo>
                    <a:pt x="4013988" y="1532888"/>
                  </a:lnTo>
                  <a:lnTo>
                    <a:pt x="4014081" y="1532888"/>
                  </a:lnTo>
                  <a:lnTo>
                    <a:pt x="4015013" y="1532888"/>
                  </a:lnTo>
                  <a:lnTo>
                    <a:pt x="4015386" y="1532888"/>
                  </a:lnTo>
                  <a:lnTo>
                    <a:pt x="4015480" y="1532888"/>
                  </a:lnTo>
                  <a:lnTo>
                    <a:pt x="4015573" y="1532888"/>
                  </a:lnTo>
                  <a:lnTo>
                    <a:pt x="4015853" y="1532888"/>
                  </a:lnTo>
                  <a:lnTo>
                    <a:pt x="4016319" y="1532888"/>
                  </a:lnTo>
                  <a:lnTo>
                    <a:pt x="4016412" y="1532888"/>
                  </a:lnTo>
                  <a:lnTo>
                    <a:pt x="4016785" y="1532888"/>
                  </a:lnTo>
                  <a:lnTo>
                    <a:pt x="4016878" y="1532888"/>
                  </a:lnTo>
                  <a:lnTo>
                    <a:pt x="4017438" y="1532888"/>
                  </a:lnTo>
                  <a:lnTo>
                    <a:pt x="4017531" y="1532888"/>
                  </a:lnTo>
                  <a:lnTo>
                    <a:pt x="4017811" y="1522934"/>
                  </a:lnTo>
                  <a:lnTo>
                    <a:pt x="4017904" y="1522934"/>
                  </a:lnTo>
                  <a:lnTo>
                    <a:pt x="4018090" y="1522934"/>
                  </a:lnTo>
                  <a:lnTo>
                    <a:pt x="4018277" y="1522934"/>
                  </a:lnTo>
                  <a:lnTo>
                    <a:pt x="4018650" y="1522934"/>
                  </a:lnTo>
                  <a:lnTo>
                    <a:pt x="4018743" y="1522934"/>
                  </a:lnTo>
                  <a:lnTo>
                    <a:pt x="4019116" y="1522934"/>
                  </a:lnTo>
                  <a:lnTo>
                    <a:pt x="4019209" y="1522934"/>
                  </a:lnTo>
                  <a:lnTo>
                    <a:pt x="4019303" y="1522934"/>
                  </a:lnTo>
                  <a:lnTo>
                    <a:pt x="4019582" y="1522934"/>
                  </a:lnTo>
                  <a:lnTo>
                    <a:pt x="4020235" y="1522934"/>
                  </a:lnTo>
                  <a:lnTo>
                    <a:pt x="4020328" y="1522934"/>
                  </a:lnTo>
                  <a:lnTo>
                    <a:pt x="4020422" y="1522934"/>
                  </a:lnTo>
                  <a:lnTo>
                    <a:pt x="4020515" y="1522934"/>
                  </a:lnTo>
                  <a:lnTo>
                    <a:pt x="4020701" y="1522934"/>
                  </a:lnTo>
                  <a:lnTo>
                    <a:pt x="4022193" y="1522934"/>
                  </a:lnTo>
                  <a:lnTo>
                    <a:pt x="4022380" y="1522934"/>
                  </a:lnTo>
                  <a:lnTo>
                    <a:pt x="4022473" y="1522934"/>
                  </a:lnTo>
                  <a:lnTo>
                    <a:pt x="4022846" y="1522934"/>
                  </a:lnTo>
                  <a:lnTo>
                    <a:pt x="4023033" y="1522934"/>
                  </a:lnTo>
                  <a:lnTo>
                    <a:pt x="4023126" y="1522934"/>
                  </a:lnTo>
                  <a:lnTo>
                    <a:pt x="4023219" y="1522934"/>
                  </a:lnTo>
                  <a:lnTo>
                    <a:pt x="4023499" y="1522934"/>
                  </a:lnTo>
                  <a:lnTo>
                    <a:pt x="4023685" y="1522934"/>
                  </a:lnTo>
                  <a:lnTo>
                    <a:pt x="4024151" y="1522934"/>
                  </a:lnTo>
                  <a:lnTo>
                    <a:pt x="4024431" y="1522934"/>
                  </a:lnTo>
                  <a:lnTo>
                    <a:pt x="4024804" y="1522934"/>
                  </a:lnTo>
                  <a:lnTo>
                    <a:pt x="4024897" y="1522934"/>
                  </a:lnTo>
                  <a:lnTo>
                    <a:pt x="4024991" y="1522934"/>
                  </a:lnTo>
                  <a:lnTo>
                    <a:pt x="4025270" y="1522934"/>
                  </a:lnTo>
                  <a:lnTo>
                    <a:pt x="4025737" y="1522934"/>
                  </a:lnTo>
                  <a:lnTo>
                    <a:pt x="4026483" y="1522934"/>
                  </a:lnTo>
                  <a:lnTo>
                    <a:pt x="4026762" y="1522934"/>
                  </a:lnTo>
                  <a:lnTo>
                    <a:pt x="4026856" y="1522934"/>
                  </a:lnTo>
                  <a:lnTo>
                    <a:pt x="4027322" y="1522934"/>
                  </a:lnTo>
                  <a:lnTo>
                    <a:pt x="4027508" y="1522934"/>
                  </a:lnTo>
                  <a:lnTo>
                    <a:pt x="4027602" y="1522934"/>
                  </a:lnTo>
                  <a:lnTo>
                    <a:pt x="4027788" y="1522934"/>
                  </a:lnTo>
                  <a:lnTo>
                    <a:pt x="4028441" y="1522934"/>
                  </a:lnTo>
                  <a:lnTo>
                    <a:pt x="4028534" y="1522934"/>
                  </a:lnTo>
                  <a:lnTo>
                    <a:pt x="4028627" y="1522934"/>
                  </a:lnTo>
                  <a:lnTo>
                    <a:pt x="4028627" y="1512981"/>
                  </a:lnTo>
                  <a:lnTo>
                    <a:pt x="4028721" y="1512981"/>
                  </a:lnTo>
                  <a:lnTo>
                    <a:pt x="4028814" y="1512981"/>
                  </a:lnTo>
                  <a:lnTo>
                    <a:pt x="4029000" y="1512981"/>
                  </a:lnTo>
                  <a:lnTo>
                    <a:pt x="4029280" y="1512981"/>
                  </a:lnTo>
                  <a:lnTo>
                    <a:pt x="4029560" y="1512981"/>
                  </a:lnTo>
                  <a:lnTo>
                    <a:pt x="4029840" y="1512981"/>
                  </a:lnTo>
                  <a:lnTo>
                    <a:pt x="4029933" y="1512981"/>
                  </a:lnTo>
                  <a:lnTo>
                    <a:pt x="4030586" y="1512981"/>
                  </a:lnTo>
                  <a:lnTo>
                    <a:pt x="4030679" y="1512981"/>
                  </a:lnTo>
                  <a:lnTo>
                    <a:pt x="4030772" y="1512981"/>
                  </a:lnTo>
                  <a:lnTo>
                    <a:pt x="4030958" y="1503027"/>
                  </a:lnTo>
                  <a:lnTo>
                    <a:pt x="4031331" y="1503027"/>
                  </a:lnTo>
                  <a:lnTo>
                    <a:pt x="4031518" y="1503027"/>
                  </a:lnTo>
                  <a:lnTo>
                    <a:pt x="4032077" y="1503027"/>
                  </a:lnTo>
                  <a:lnTo>
                    <a:pt x="4032171" y="1503027"/>
                  </a:lnTo>
                  <a:lnTo>
                    <a:pt x="4032450" y="1503027"/>
                  </a:lnTo>
                  <a:lnTo>
                    <a:pt x="4032917" y="1503027"/>
                  </a:lnTo>
                  <a:lnTo>
                    <a:pt x="4033010" y="1503027"/>
                  </a:lnTo>
                  <a:lnTo>
                    <a:pt x="4033290" y="1503027"/>
                  </a:lnTo>
                  <a:lnTo>
                    <a:pt x="4033383" y="1503027"/>
                  </a:lnTo>
                  <a:lnTo>
                    <a:pt x="4033476" y="1503027"/>
                  </a:lnTo>
                  <a:lnTo>
                    <a:pt x="4033569" y="1503027"/>
                  </a:lnTo>
                  <a:lnTo>
                    <a:pt x="4034875" y="1503027"/>
                  </a:lnTo>
                  <a:lnTo>
                    <a:pt x="4035248" y="1503027"/>
                  </a:lnTo>
                  <a:lnTo>
                    <a:pt x="4035528" y="1503027"/>
                  </a:lnTo>
                  <a:lnTo>
                    <a:pt x="4035621" y="1503027"/>
                  </a:lnTo>
                  <a:lnTo>
                    <a:pt x="4035807" y="1503027"/>
                  </a:lnTo>
                  <a:lnTo>
                    <a:pt x="4035901" y="1503027"/>
                  </a:lnTo>
                  <a:lnTo>
                    <a:pt x="4035994" y="1503027"/>
                  </a:lnTo>
                  <a:lnTo>
                    <a:pt x="4036087" y="1503027"/>
                  </a:lnTo>
                  <a:lnTo>
                    <a:pt x="4036274" y="1503027"/>
                  </a:lnTo>
                  <a:lnTo>
                    <a:pt x="4036833" y="1503027"/>
                  </a:lnTo>
                  <a:lnTo>
                    <a:pt x="4037020" y="1503027"/>
                  </a:lnTo>
                  <a:lnTo>
                    <a:pt x="4037113" y="1503027"/>
                  </a:lnTo>
                  <a:lnTo>
                    <a:pt x="4037393" y="1503027"/>
                  </a:lnTo>
                  <a:lnTo>
                    <a:pt x="4037952" y="1503027"/>
                  </a:lnTo>
                  <a:lnTo>
                    <a:pt x="4038325" y="1503027"/>
                  </a:lnTo>
                  <a:lnTo>
                    <a:pt x="4038418" y="1503027"/>
                  </a:lnTo>
                  <a:lnTo>
                    <a:pt x="4038698" y="1503027"/>
                  </a:lnTo>
                  <a:lnTo>
                    <a:pt x="4038791" y="1503027"/>
                  </a:lnTo>
                  <a:lnTo>
                    <a:pt x="4038978" y="1503027"/>
                  </a:lnTo>
                  <a:lnTo>
                    <a:pt x="4039257" y="1503027"/>
                  </a:lnTo>
                  <a:lnTo>
                    <a:pt x="4039444" y="1503027"/>
                  </a:lnTo>
                  <a:lnTo>
                    <a:pt x="4039537" y="1503027"/>
                  </a:lnTo>
                  <a:lnTo>
                    <a:pt x="4039724" y="1503027"/>
                  </a:lnTo>
                  <a:lnTo>
                    <a:pt x="4039817" y="1503027"/>
                  </a:lnTo>
                  <a:lnTo>
                    <a:pt x="4040003" y="1503027"/>
                  </a:lnTo>
                  <a:lnTo>
                    <a:pt x="4040563" y="1503027"/>
                  </a:lnTo>
                  <a:lnTo>
                    <a:pt x="4041029" y="1503027"/>
                  </a:lnTo>
                  <a:lnTo>
                    <a:pt x="4041402" y="1503027"/>
                  </a:lnTo>
                  <a:lnTo>
                    <a:pt x="4041495" y="1503027"/>
                  </a:lnTo>
                  <a:lnTo>
                    <a:pt x="4042148" y="1503027"/>
                  </a:lnTo>
                  <a:lnTo>
                    <a:pt x="4042241" y="1503027"/>
                  </a:lnTo>
                  <a:lnTo>
                    <a:pt x="4042708" y="1503027"/>
                  </a:lnTo>
                  <a:lnTo>
                    <a:pt x="4042894" y="1503027"/>
                  </a:lnTo>
                  <a:lnTo>
                    <a:pt x="4042987" y="1503027"/>
                  </a:lnTo>
                  <a:lnTo>
                    <a:pt x="4043360" y="1503027"/>
                  </a:lnTo>
                  <a:lnTo>
                    <a:pt x="4043733" y="1503027"/>
                  </a:lnTo>
                  <a:lnTo>
                    <a:pt x="4044106" y="1503027"/>
                  </a:lnTo>
                  <a:lnTo>
                    <a:pt x="4044200" y="1503027"/>
                  </a:lnTo>
                  <a:lnTo>
                    <a:pt x="4044293" y="1503027"/>
                  </a:lnTo>
                  <a:lnTo>
                    <a:pt x="4044852" y="1503027"/>
                  </a:lnTo>
                  <a:lnTo>
                    <a:pt x="4045225" y="1503027"/>
                  </a:lnTo>
                  <a:lnTo>
                    <a:pt x="4045412" y="1503027"/>
                  </a:lnTo>
                  <a:lnTo>
                    <a:pt x="4045785" y="1503027"/>
                  </a:lnTo>
                  <a:lnTo>
                    <a:pt x="4046158" y="1503027"/>
                  </a:lnTo>
                  <a:lnTo>
                    <a:pt x="4046437" y="1503027"/>
                  </a:lnTo>
                  <a:lnTo>
                    <a:pt x="4046624" y="1503027"/>
                  </a:lnTo>
                  <a:lnTo>
                    <a:pt x="4046717" y="1503027"/>
                  </a:lnTo>
                  <a:lnTo>
                    <a:pt x="4047090" y="1503027"/>
                  </a:lnTo>
                  <a:lnTo>
                    <a:pt x="4047556" y="1503027"/>
                  </a:lnTo>
                  <a:lnTo>
                    <a:pt x="4047743" y="1503027"/>
                  </a:lnTo>
                  <a:lnTo>
                    <a:pt x="4047836" y="1503027"/>
                  </a:lnTo>
                  <a:lnTo>
                    <a:pt x="4048209" y="1503027"/>
                  </a:lnTo>
                  <a:lnTo>
                    <a:pt x="4048302" y="1503027"/>
                  </a:lnTo>
                  <a:lnTo>
                    <a:pt x="4048396" y="1503027"/>
                  </a:lnTo>
                  <a:lnTo>
                    <a:pt x="4048489" y="1503027"/>
                  </a:lnTo>
                  <a:lnTo>
                    <a:pt x="4048769" y="1503027"/>
                  </a:lnTo>
                  <a:lnTo>
                    <a:pt x="4049328" y="1503027"/>
                  </a:lnTo>
                  <a:lnTo>
                    <a:pt x="4049421" y="1503027"/>
                  </a:lnTo>
                  <a:lnTo>
                    <a:pt x="4049888" y="1503027"/>
                  </a:lnTo>
                  <a:lnTo>
                    <a:pt x="4049981" y="1503027"/>
                  </a:lnTo>
                  <a:lnTo>
                    <a:pt x="4050074" y="1503027"/>
                  </a:lnTo>
                  <a:lnTo>
                    <a:pt x="4050167" y="1503027"/>
                  </a:lnTo>
                  <a:lnTo>
                    <a:pt x="4050354" y="1503027"/>
                  </a:lnTo>
                  <a:lnTo>
                    <a:pt x="4050540" y="1503027"/>
                  </a:lnTo>
                  <a:lnTo>
                    <a:pt x="4050634" y="1503027"/>
                  </a:lnTo>
                  <a:lnTo>
                    <a:pt x="4050913" y="1503027"/>
                  </a:lnTo>
                  <a:lnTo>
                    <a:pt x="4051286" y="1503027"/>
                  </a:lnTo>
                  <a:lnTo>
                    <a:pt x="4051380" y="1503027"/>
                  </a:lnTo>
                  <a:lnTo>
                    <a:pt x="4051473" y="1503027"/>
                  </a:lnTo>
                  <a:lnTo>
                    <a:pt x="4051752" y="1493073"/>
                  </a:lnTo>
                  <a:lnTo>
                    <a:pt x="4051846" y="1493073"/>
                  </a:lnTo>
                  <a:lnTo>
                    <a:pt x="4051939" y="1493073"/>
                  </a:lnTo>
                  <a:lnTo>
                    <a:pt x="4052125" y="1493073"/>
                  </a:lnTo>
                  <a:lnTo>
                    <a:pt x="4052219" y="1493073"/>
                  </a:lnTo>
                  <a:lnTo>
                    <a:pt x="4052965" y="1493073"/>
                  </a:lnTo>
                  <a:lnTo>
                    <a:pt x="4053058" y="1493073"/>
                  </a:lnTo>
                  <a:lnTo>
                    <a:pt x="4053151" y="1493073"/>
                  </a:lnTo>
                  <a:lnTo>
                    <a:pt x="4053897" y="1493073"/>
                  </a:lnTo>
                  <a:lnTo>
                    <a:pt x="4054177" y="1493073"/>
                  </a:lnTo>
                  <a:lnTo>
                    <a:pt x="4054363" y="1493073"/>
                  </a:lnTo>
                  <a:lnTo>
                    <a:pt x="4054550" y="1493073"/>
                  </a:lnTo>
                  <a:lnTo>
                    <a:pt x="4054643" y="1493073"/>
                  </a:lnTo>
                  <a:lnTo>
                    <a:pt x="4054736" y="1493073"/>
                  </a:lnTo>
                  <a:lnTo>
                    <a:pt x="4054830" y="1493073"/>
                  </a:lnTo>
                  <a:lnTo>
                    <a:pt x="4054923" y="1493073"/>
                  </a:lnTo>
                  <a:lnTo>
                    <a:pt x="4055109" y="1493073"/>
                  </a:lnTo>
                  <a:lnTo>
                    <a:pt x="4055296" y="1493073"/>
                  </a:lnTo>
                  <a:lnTo>
                    <a:pt x="4055389" y="1493073"/>
                  </a:lnTo>
                  <a:lnTo>
                    <a:pt x="4055482" y="1493073"/>
                  </a:lnTo>
                  <a:lnTo>
                    <a:pt x="4055576" y="1493073"/>
                  </a:lnTo>
                  <a:lnTo>
                    <a:pt x="4057254" y="1493073"/>
                  </a:lnTo>
                  <a:lnTo>
                    <a:pt x="4057347" y="1493073"/>
                  </a:lnTo>
                  <a:lnTo>
                    <a:pt x="4057441" y="1493073"/>
                  </a:lnTo>
                  <a:lnTo>
                    <a:pt x="4057627" y="1493073"/>
                  </a:lnTo>
                  <a:lnTo>
                    <a:pt x="4057720" y="1493073"/>
                  </a:lnTo>
                  <a:lnTo>
                    <a:pt x="4057907" y="1493073"/>
                  </a:lnTo>
                  <a:lnTo>
                    <a:pt x="4058000" y="1493073"/>
                  </a:lnTo>
                  <a:lnTo>
                    <a:pt x="4058187" y="1493073"/>
                  </a:lnTo>
                  <a:lnTo>
                    <a:pt x="4058280" y="1493073"/>
                  </a:lnTo>
                  <a:lnTo>
                    <a:pt x="4058466" y="1493073"/>
                  </a:lnTo>
                  <a:lnTo>
                    <a:pt x="4058560" y="1493073"/>
                  </a:lnTo>
                  <a:lnTo>
                    <a:pt x="4058653" y="1493073"/>
                  </a:lnTo>
                  <a:lnTo>
                    <a:pt x="4058746" y="1493073"/>
                  </a:lnTo>
                  <a:lnTo>
                    <a:pt x="4058839" y="1493073"/>
                  </a:lnTo>
                  <a:lnTo>
                    <a:pt x="4059026" y="1493073"/>
                  </a:lnTo>
                  <a:lnTo>
                    <a:pt x="4059585" y="1493073"/>
                  </a:lnTo>
                  <a:lnTo>
                    <a:pt x="4059772" y="1493073"/>
                  </a:lnTo>
                  <a:lnTo>
                    <a:pt x="4060238" y="1493073"/>
                  </a:lnTo>
                  <a:lnTo>
                    <a:pt x="4060331" y="1493073"/>
                  </a:lnTo>
                  <a:lnTo>
                    <a:pt x="4060424" y="1493073"/>
                  </a:lnTo>
                  <a:lnTo>
                    <a:pt x="4060611" y="1493073"/>
                  </a:lnTo>
                  <a:lnTo>
                    <a:pt x="4060891" y="1493073"/>
                  </a:lnTo>
                  <a:lnTo>
                    <a:pt x="4060984" y="1493073"/>
                  </a:lnTo>
                  <a:lnTo>
                    <a:pt x="4061264" y="1493073"/>
                  </a:lnTo>
                  <a:lnTo>
                    <a:pt x="4061357" y="1493073"/>
                  </a:lnTo>
                  <a:lnTo>
                    <a:pt x="4061916" y="1493073"/>
                  </a:lnTo>
                  <a:lnTo>
                    <a:pt x="4062103" y="1493073"/>
                  </a:lnTo>
                  <a:lnTo>
                    <a:pt x="4062756" y="1493073"/>
                  </a:lnTo>
                  <a:lnTo>
                    <a:pt x="4062942" y="1493073"/>
                  </a:lnTo>
                  <a:lnTo>
                    <a:pt x="4063408" y="1493073"/>
                  </a:lnTo>
                  <a:lnTo>
                    <a:pt x="4063502" y="1493073"/>
                  </a:lnTo>
                  <a:lnTo>
                    <a:pt x="4063875" y="1493073"/>
                  </a:lnTo>
                  <a:lnTo>
                    <a:pt x="4065180" y="1493073"/>
                  </a:lnTo>
                  <a:lnTo>
                    <a:pt x="4065273" y="1493073"/>
                  </a:lnTo>
                  <a:lnTo>
                    <a:pt x="4065460" y="1493073"/>
                  </a:lnTo>
                  <a:lnTo>
                    <a:pt x="4066952" y="1493073"/>
                  </a:lnTo>
                  <a:lnTo>
                    <a:pt x="4067231" y="1493073"/>
                  </a:lnTo>
                  <a:lnTo>
                    <a:pt x="4067325" y="1493073"/>
                  </a:lnTo>
                  <a:lnTo>
                    <a:pt x="4067604" y="1493073"/>
                  </a:lnTo>
                  <a:lnTo>
                    <a:pt x="4067698" y="1493073"/>
                  </a:lnTo>
                  <a:lnTo>
                    <a:pt x="4068164" y="1493073"/>
                  </a:lnTo>
                  <a:lnTo>
                    <a:pt x="4068630" y="1493073"/>
                  </a:lnTo>
                  <a:lnTo>
                    <a:pt x="4068817" y="1493073"/>
                  </a:lnTo>
                  <a:lnTo>
                    <a:pt x="4068910" y="1493073"/>
                  </a:lnTo>
                  <a:lnTo>
                    <a:pt x="4069003" y="1493073"/>
                  </a:lnTo>
                  <a:lnTo>
                    <a:pt x="4069469" y="1493073"/>
                  </a:lnTo>
                  <a:lnTo>
                    <a:pt x="4070029" y="1493073"/>
                  </a:lnTo>
                  <a:lnTo>
                    <a:pt x="4070215" y="1493073"/>
                  </a:lnTo>
                  <a:lnTo>
                    <a:pt x="4070309" y="1493073"/>
                  </a:lnTo>
                  <a:lnTo>
                    <a:pt x="4070402" y="1493073"/>
                  </a:lnTo>
                  <a:lnTo>
                    <a:pt x="4070588" y="1493073"/>
                  </a:lnTo>
                  <a:lnTo>
                    <a:pt x="4070775" y="1493073"/>
                  </a:lnTo>
                  <a:lnTo>
                    <a:pt x="4070868" y="1493073"/>
                  </a:lnTo>
                  <a:lnTo>
                    <a:pt x="4071241" y="1493073"/>
                  </a:lnTo>
                  <a:lnTo>
                    <a:pt x="4071334" y="1493073"/>
                  </a:lnTo>
                  <a:lnTo>
                    <a:pt x="4071614" y="1493073"/>
                  </a:lnTo>
                  <a:lnTo>
                    <a:pt x="4071707" y="1493073"/>
                  </a:lnTo>
                  <a:lnTo>
                    <a:pt x="4071801" y="1493073"/>
                  </a:lnTo>
                  <a:lnTo>
                    <a:pt x="4072080" y="1493073"/>
                  </a:lnTo>
                  <a:lnTo>
                    <a:pt x="4072174" y="1493073"/>
                  </a:lnTo>
                  <a:lnTo>
                    <a:pt x="4072733" y="1493073"/>
                  </a:lnTo>
                  <a:lnTo>
                    <a:pt x="4072919" y="1493073"/>
                  </a:lnTo>
                  <a:lnTo>
                    <a:pt x="4072919" y="1483119"/>
                  </a:lnTo>
                  <a:lnTo>
                    <a:pt x="4073106" y="1483119"/>
                  </a:lnTo>
                  <a:lnTo>
                    <a:pt x="4073199" y="1483119"/>
                  </a:lnTo>
                  <a:lnTo>
                    <a:pt x="4073292" y="1483119"/>
                  </a:lnTo>
                  <a:lnTo>
                    <a:pt x="4073479" y="1483119"/>
                  </a:lnTo>
                  <a:lnTo>
                    <a:pt x="4073665" y="1483119"/>
                  </a:lnTo>
                  <a:lnTo>
                    <a:pt x="4073759" y="1483119"/>
                  </a:lnTo>
                  <a:lnTo>
                    <a:pt x="4073852" y="1483119"/>
                  </a:lnTo>
                  <a:lnTo>
                    <a:pt x="4074318" y="1483119"/>
                  </a:lnTo>
                  <a:lnTo>
                    <a:pt x="4075064" y="1483119"/>
                  </a:lnTo>
                  <a:lnTo>
                    <a:pt x="4075157" y="1483119"/>
                  </a:lnTo>
                  <a:lnTo>
                    <a:pt x="4075251" y="1483119"/>
                  </a:lnTo>
                  <a:lnTo>
                    <a:pt x="4075344" y="1483119"/>
                  </a:lnTo>
                  <a:lnTo>
                    <a:pt x="4075530" y="1483119"/>
                  </a:lnTo>
                  <a:lnTo>
                    <a:pt x="4075810" y="1483119"/>
                  </a:lnTo>
                  <a:lnTo>
                    <a:pt x="4075903" y="1483119"/>
                  </a:lnTo>
                  <a:lnTo>
                    <a:pt x="4075997" y="1483119"/>
                  </a:lnTo>
                  <a:lnTo>
                    <a:pt x="4076183" y="1483119"/>
                  </a:lnTo>
                  <a:lnTo>
                    <a:pt x="4076276" y="1483119"/>
                  </a:lnTo>
                  <a:lnTo>
                    <a:pt x="4077022" y="1483119"/>
                  </a:lnTo>
                  <a:lnTo>
                    <a:pt x="4077675" y="1483119"/>
                  </a:lnTo>
                  <a:lnTo>
                    <a:pt x="4077862" y="1483119"/>
                  </a:lnTo>
                  <a:lnTo>
                    <a:pt x="4078421" y="1473165"/>
                  </a:lnTo>
                  <a:lnTo>
                    <a:pt x="4078514" y="1473165"/>
                  </a:lnTo>
                  <a:lnTo>
                    <a:pt x="4078887" y="1473165"/>
                  </a:lnTo>
                  <a:lnTo>
                    <a:pt x="4078981" y="1473165"/>
                  </a:lnTo>
                  <a:lnTo>
                    <a:pt x="4079354" y="1473165"/>
                  </a:lnTo>
                  <a:lnTo>
                    <a:pt x="4079540" y="1473165"/>
                  </a:lnTo>
                  <a:lnTo>
                    <a:pt x="4079726" y="1473165"/>
                  </a:lnTo>
                  <a:lnTo>
                    <a:pt x="4079820" y="1473165"/>
                  </a:lnTo>
                  <a:lnTo>
                    <a:pt x="4080006" y="1473165"/>
                  </a:lnTo>
                  <a:lnTo>
                    <a:pt x="4080099" y="1473165"/>
                  </a:lnTo>
                  <a:lnTo>
                    <a:pt x="4080472" y="1473165"/>
                  </a:lnTo>
                  <a:lnTo>
                    <a:pt x="4080566" y="1473165"/>
                  </a:lnTo>
                  <a:lnTo>
                    <a:pt x="4080845" y="1473165"/>
                  </a:lnTo>
                  <a:lnTo>
                    <a:pt x="4081218" y="1473165"/>
                  </a:lnTo>
                  <a:lnTo>
                    <a:pt x="4081312" y="1473165"/>
                  </a:lnTo>
                  <a:lnTo>
                    <a:pt x="4081685" y="1473165"/>
                  </a:lnTo>
                  <a:lnTo>
                    <a:pt x="4081871" y="1473165"/>
                  </a:lnTo>
                  <a:lnTo>
                    <a:pt x="4081964" y="1473165"/>
                  </a:lnTo>
                  <a:lnTo>
                    <a:pt x="4082804" y="1473165"/>
                  </a:lnTo>
                  <a:lnTo>
                    <a:pt x="4083363" y="1473165"/>
                  </a:lnTo>
                  <a:lnTo>
                    <a:pt x="4083456" y="1473165"/>
                  </a:lnTo>
                  <a:lnTo>
                    <a:pt x="4084016" y="1473165"/>
                  </a:lnTo>
                  <a:lnTo>
                    <a:pt x="4084109" y="1473165"/>
                  </a:lnTo>
                  <a:lnTo>
                    <a:pt x="4084389" y="1473165"/>
                  </a:lnTo>
                  <a:lnTo>
                    <a:pt x="4084669" y="1473165"/>
                  </a:lnTo>
                  <a:lnTo>
                    <a:pt x="4084762" y="1473165"/>
                  </a:lnTo>
                  <a:lnTo>
                    <a:pt x="4084855" y="1473165"/>
                  </a:lnTo>
                  <a:lnTo>
                    <a:pt x="4085228" y="1473165"/>
                  </a:lnTo>
                  <a:lnTo>
                    <a:pt x="4085601" y="1473165"/>
                  </a:lnTo>
                  <a:lnTo>
                    <a:pt x="4085694" y="1473165"/>
                  </a:lnTo>
                  <a:lnTo>
                    <a:pt x="4085974" y="1473165"/>
                  </a:lnTo>
                  <a:lnTo>
                    <a:pt x="4086067" y="1473165"/>
                  </a:lnTo>
                  <a:lnTo>
                    <a:pt x="4086161" y="1473165"/>
                  </a:lnTo>
                  <a:lnTo>
                    <a:pt x="4086254" y="1473165"/>
                  </a:lnTo>
                  <a:lnTo>
                    <a:pt x="4086440" y="1473165"/>
                  </a:lnTo>
                  <a:lnTo>
                    <a:pt x="4087373" y="1463211"/>
                  </a:lnTo>
                  <a:lnTo>
                    <a:pt x="4087466" y="1463211"/>
                  </a:lnTo>
                  <a:lnTo>
                    <a:pt x="4087746" y="1463211"/>
                  </a:lnTo>
                  <a:lnTo>
                    <a:pt x="4087932" y="1463211"/>
                  </a:lnTo>
                  <a:lnTo>
                    <a:pt x="4088025" y="1463211"/>
                  </a:lnTo>
                  <a:lnTo>
                    <a:pt x="4088119" y="1463211"/>
                  </a:lnTo>
                  <a:lnTo>
                    <a:pt x="4088212" y="1463211"/>
                  </a:lnTo>
                  <a:lnTo>
                    <a:pt x="4088398" y="1453258"/>
                  </a:lnTo>
                  <a:lnTo>
                    <a:pt x="4088492" y="1453258"/>
                  </a:lnTo>
                  <a:lnTo>
                    <a:pt x="4089144" y="1453258"/>
                  </a:lnTo>
                  <a:lnTo>
                    <a:pt x="4089238" y="1453258"/>
                  </a:lnTo>
                  <a:lnTo>
                    <a:pt x="4089517" y="1453258"/>
                  </a:lnTo>
                  <a:lnTo>
                    <a:pt x="4089704" y="1453258"/>
                  </a:lnTo>
                  <a:lnTo>
                    <a:pt x="4090170" y="1453258"/>
                  </a:lnTo>
                  <a:lnTo>
                    <a:pt x="4090450" y="1453258"/>
                  </a:lnTo>
                  <a:lnTo>
                    <a:pt x="4091289" y="1453258"/>
                  </a:lnTo>
                  <a:lnTo>
                    <a:pt x="4091849" y="1453258"/>
                  </a:lnTo>
                  <a:lnTo>
                    <a:pt x="4092222" y="1453258"/>
                  </a:lnTo>
                  <a:lnTo>
                    <a:pt x="4092315" y="1453258"/>
                  </a:lnTo>
                  <a:lnTo>
                    <a:pt x="4092408" y="1453258"/>
                  </a:lnTo>
                  <a:lnTo>
                    <a:pt x="4092781" y="1453258"/>
                  </a:lnTo>
                  <a:lnTo>
                    <a:pt x="4093247" y="1453258"/>
                  </a:lnTo>
                  <a:lnTo>
                    <a:pt x="4093340" y="1453258"/>
                  </a:lnTo>
                  <a:lnTo>
                    <a:pt x="4093527" y="1453258"/>
                  </a:lnTo>
                  <a:lnTo>
                    <a:pt x="4093713" y="1453258"/>
                  </a:lnTo>
                  <a:lnTo>
                    <a:pt x="4093807" y="1453258"/>
                  </a:lnTo>
                  <a:lnTo>
                    <a:pt x="4093900" y="1453258"/>
                  </a:lnTo>
                  <a:lnTo>
                    <a:pt x="4094086" y="1453258"/>
                  </a:lnTo>
                  <a:lnTo>
                    <a:pt x="4094180" y="1453258"/>
                  </a:lnTo>
                  <a:lnTo>
                    <a:pt x="4094459" y="1453258"/>
                  </a:lnTo>
                  <a:lnTo>
                    <a:pt x="4094646" y="1453258"/>
                  </a:lnTo>
                  <a:lnTo>
                    <a:pt x="4094739" y="1453258"/>
                  </a:lnTo>
                  <a:lnTo>
                    <a:pt x="4094832" y="1453258"/>
                  </a:lnTo>
                  <a:lnTo>
                    <a:pt x="4094926" y="1453258"/>
                  </a:lnTo>
                  <a:lnTo>
                    <a:pt x="4095019" y="1453258"/>
                  </a:lnTo>
                  <a:lnTo>
                    <a:pt x="4095951" y="1453258"/>
                  </a:lnTo>
                  <a:lnTo>
                    <a:pt x="4096324" y="1453258"/>
                  </a:lnTo>
                  <a:lnTo>
                    <a:pt x="4096418" y="1453258"/>
                  </a:lnTo>
                  <a:lnTo>
                    <a:pt x="4097537" y="1453258"/>
                  </a:lnTo>
                  <a:lnTo>
                    <a:pt x="4097816" y="1453258"/>
                  </a:lnTo>
                  <a:lnTo>
                    <a:pt x="4098189" y="1453258"/>
                  </a:lnTo>
                  <a:lnTo>
                    <a:pt x="4098283" y="1453258"/>
                  </a:lnTo>
                  <a:lnTo>
                    <a:pt x="4098469" y="1453258"/>
                  </a:lnTo>
                  <a:lnTo>
                    <a:pt x="4098562" y="1453258"/>
                  </a:lnTo>
                  <a:lnTo>
                    <a:pt x="4098749" y="1453258"/>
                  </a:lnTo>
                  <a:lnTo>
                    <a:pt x="4099495" y="1453258"/>
                  </a:lnTo>
                  <a:lnTo>
                    <a:pt x="4099681" y="1453258"/>
                  </a:lnTo>
                  <a:lnTo>
                    <a:pt x="4099961" y="1453258"/>
                  </a:lnTo>
                  <a:lnTo>
                    <a:pt x="4100054" y="1453258"/>
                  </a:lnTo>
                  <a:lnTo>
                    <a:pt x="4100520" y="1453258"/>
                  </a:lnTo>
                  <a:lnTo>
                    <a:pt x="4100614" y="1453258"/>
                  </a:lnTo>
                  <a:lnTo>
                    <a:pt x="4101080" y="1453258"/>
                  </a:lnTo>
                  <a:lnTo>
                    <a:pt x="4101360" y="1453258"/>
                  </a:lnTo>
                  <a:lnTo>
                    <a:pt x="4101546" y="1453258"/>
                  </a:lnTo>
                  <a:lnTo>
                    <a:pt x="4101826" y="1453258"/>
                  </a:lnTo>
                  <a:lnTo>
                    <a:pt x="4101919" y="1453258"/>
                  </a:lnTo>
                  <a:lnTo>
                    <a:pt x="4102012" y="1453258"/>
                  </a:lnTo>
                  <a:lnTo>
                    <a:pt x="4102106" y="1453258"/>
                  </a:lnTo>
                  <a:lnTo>
                    <a:pt x="4102199" y="1453258"/>
                  </a:lnTo>
                  <a:lnTo>
                    <a:pt x="4102292" y="1453258"/>
                  </a:lnTo>
                  <a:lnTo>
                    <a:pt x="4102385" y="1453258"/>
                  </a:lnTo>
                  <a:lnTo>
                    <a:pt x="4102852" y="1453258"/>
                  </a:lnTo>
                  <a:lnTo>
                    <a:pt x="4103131" y="1453258"/>
                  </a:lnTo>
                  <a:lnTo>
                    <a:pt x="4103225" y="1453258"/>
                  </a:lnTo>
                  <a:lnTo>
                    <a:pt x="4103411" y="1453258"/>
                  </a:lnTo>
                  <a:lnTo>
                    <a:pt x="4103598" y="1453258"/>
                  </a:lnTo>
                  <a:lnTo>
                    <a:pt x="4103691" y="1453258"/>
                  </a:lnTo>
                  <a:lnTo>
                    <a:pt x="4103784" y="1453258"/>
                  </a:lnTo>
                  <a:lnTo>
                    <a:pt x="4103877" y="1453258"/>
                  </a:lnTo>
                  <a:lnTo>
                    <a:pt x="4107141" y="1443304"/>
                  </a:lnTo>
                  <a:lnTo>
                    <a:pt x="4107327" y="1443304"/>
                  </a:lnTo>
                  <a:lnTo>
                    <a:pt x="4107421" y="1443304"/>
                  </a:lnTo>
                  <a:lnTo>
                    <a:pt x="4107607" y="1443304"/>
                  </a:lnTo>
                  <a:lnTo>
                    <a:pt x="4107700" y="1443304"/>
                  </a:lnTo>
                  <a:lnTo>
                    <a:pt x="4107980" y="1443304"/>
                  </a:lnTo>
                  <a:lnTo>
                    <a:pt x="4108260" y="1443304"/>
                  </a:lnTo>
                  <a:lnTo>
                    <a:pt x="4108353" y="1443304"/>
                  </a:lnTo>
                  <a:lnTo>
                    <a:pt x="4108446" y="1443304"/>
                  </a:lnTo>
                  <a:lnTo>
                    <a:pt x="4108540" y="1443304"/>
                  </a:lnTo>
                  <a:lnTo>
                    <a:pt x="4108726" y="1443304"/>
                  </a:lnTo>
                  <a:lnTo>
                    <a:pt x="4108819" y="1443304"/>
                  </a:lnTo>
                  <a:lnTo>
                    <a:pt x="4109006" y="1443304"/>
                  </a:lnTo>
                  <a:lnTo>
                    <a:pt x="4109379" y="1443304"/>
                  </a:lnTo>
                  <a:lnTo>
                    <a:pt x="4109565" y="1443304"/>
                  </a:lnTo>
                  <a:lnTo>
                    <a:pt x="4109659" y="1443304"/>
                  </a:lnTo>
                  <a:lnTo>
                    <a:pt x="4109752" y="1443304"/>
                  </a:lnTo>
                  <a:lnTo>
                    <a:pt x="4109845" y="1443304"/>
                  </a:lnTo>
                  <a:lnTo>
                    <a:pt x="4109938" y="1443304"/>
                  </a:lnTo>
                  <a:lnTo>
                    <a:pt x="4110032" y="1443304"/>
                  </a:lnTo>
                  <a:lnTo>
                    <a:pt x="4110125" y="1443304"/>
                  </a:lnTo>
                  <a:lnTo>
                    <a:pt x="4110218" y="1443304"/>
                  </a:lnTo>
                  <a:lnTo>
                    <a:pt x="4110311" y="1443304"/>
                  </a:lnTo>
                  <a:lnTo>
                    <a:pt x="4110405" y="1443304"/>
                  </a:lnTo>
                  <a:lnTo>
                    <a:pt x="4110498" y="1443304"/>
                  </a:lnTo>
                  <a:lnTo>
                    <a:pt x="4111057" y="1443304"/>
                  </a:lnTo>
                  <a:lnTo>
                    <a:pt x="4111151" y="1443304"/>
                  </a:lnTo>
                  <a:lnTo>
                    <a:pt x="4111710" y="1443304"/>
                  </a:lnTo>
                  <a:lnTo>
                    <a:pt x="4111803" y="1443304"/>
                  </a:lnTo>
                  <a:lnTo>
                    <a:pt x="4111897" y="1443304"/>
                  </a:lnTo>
                  <a:lnTo>
                    <a:pt x="4112456" y="1443304"/>
                  </a:lnTo>
                  <a:lnTo>
                    <a:pt x="4112549" y="1443304"/>
                  </a:lnTo>
                  <a:lnTo>
                    <a:pt x="4112643" y="1443304"/>
                  </a:lnTo>
                  <a:lnTo>
                    <a:pt x="4113295" y="1443304"/>
                  </a:lnTo>
                  <a:lnTo>
                    <a:pt x="4113389" y="1443304"/>
                  </a:lnTo>
                  <a:lnTo>
                    <a:pt x="4113668" y="1443304"/>
                  </a:lnTo>
                  <a:lnTo>
                    <a:pt x="4113762" y="1443304"/>
                  </a:lnTo>
                  <a:lnTo>
                    <a:pt x="4114134" y="1443304"/>
                  </a:lnTo>
                  <a:lnTo>
                    <a:pt x="4114507" y="1443304"/>
                  </a:lnTo>
                  <a:lnTo>
                    <a:pt x="4114694" y="1443304"/>
                  </a:lnTo>
                  <a:lnTo>
                    <a:pt x="4114787" y="1443304"/>
                  </a:lnTo>
                  <a:lnTo>
                    <a:pt x="4114974" y="1443304"/>
                  </a:lnTo>
                  <a:lnTo>
                    <a:pt x="4115067" y="1443304"/>
                  </a:lnTo>
                  <a:lnTo>
                    <a:pt x="4115533" y="1443304"/>
                  </a:lnTo>
                  <a:lnTo>
                    <a:pt x="4115626" y="1443304"/>
                  </a:lnTo>
                  <a:lnTo>
                    <a:pt x="4115999" y="1443304"/>
                  </a:lnTo>
                  <a:lnTo>
                    <a:pt x="4116093" y="1443304"/>
                  </a:lnTo>
                  <a:lnTo>
                    <a:pt x="4116186" y="1443304"/>
                  </a:lnTo>
                  <a:lnTo>
                    <a:pt x="4116372" y="1443304"/>
                  </a:lnTo>
                  <a:lnTo>
                    <a:pt x="4116652" y="1443304"/>
                  </a:lnTo>
                  <a:lnTo>
                    <a:pt x="4117118" y="1443304"/>
                  </a:lnTo>
                  <a:lnTo>
                    <a:pt x="4117212" y="1443304"/>
                  </a:lnTo>
                  <a:lnTo>
                    <a:pt x="4117398" y="1443304"/>
                  </a:lnTo>
                  <a:lnTo>
                    <a:pt x="4117491" y="1443304"/>
                  </a:lnTo>
                  <a:lnTo>
                    <a:pt x="4118331" y="1443304"/>
                  </a:lnTo>
                  <a:lnTo>
                    <a:pt x="4118424" y="1443304"/>
                  </a:lnTo>
                  <a:lnTo>
                    <a:pt x="4118704" y="1443304"/>
                  </a:lnTo>
                  <a:lnTo>
                    <a:pt x="4119729" y="1443304"/>
                  </a:lnTo>
                  <a:lnTo>
                    <a:pt x="4120196" y="1443304"/>
                  </a:lnTo>
                  <a:lnTo>
                    <a:pt x="4120662" y="1443304"/>
                  </a:lnTo>
                  <a:lnTo>
                    <a:pt x="4121035" y="1443304"/>
                  </a:lnTo>
                  <a:lnTo>
                    <a:pt x="4121221" y="1433350"/>
                  </a:lnTo>
                  <a:lnTo>
                    <a:pt x="4121501" y="1433350"/>
                  </a:lnTo>
                  <a:lnTo>
                    <a:pt x="4121594" y="1433350"/>
                  </a:lnTo>
                  <a:lnTo>
                    <a:pt x="4121781" y="1433350"/>
                  </a:lnTo>
                  <a:lnTo>
                    <a:pt x="4122247" y="1433350"/>
                  </a:lnTo>
                  <a:lnTo>
                    <a:pt x="4122340" y="1433350"/>
                  </a:lnTo>
                  <a:lnTo>
                    <a:pt x="4123086" y="1433350"/>
                  </a:lnTo>
                  <a:lnTo>
                    <a:pt x="4123179" y="1433350"/>
                  </a:lnTo>
                  <a:lnTo>
                    <a:pt x="4123739" y="1433350"/>
                  </a:lnTo>
                  <a:lnTo>
                    <a:pt x="4124019" y="1433350"/>
                  </a:lnTo>
                  <a:lnTo>
                    <a:pt x="4124112" y="1433350"/>
                  </a:lnTo>
                  <a:lnTo>
                    <a:pt x="4124205" y="1433350"/>
                  </a:lnTo>
                  <a:lnTo>
                    <a:pt x="4124298" y="1433350"/>
                  </a:lnTo>
                  <a:lnTo>
                    <a:pt x="4124298" y="1423396"/>
                  </a:lnTo>
                  <a:lnTo>
                    <a:pt x="4125044" y="1423396"/>
                  </a:lnTo>
                  <a:lnTo>
                    <a:pt x="4125138" y="1423396"/>
                  </a:lnTo>
                  <a:lnTo>
                    <a:pt x="4125231" y="1423396"/>
                  </a:lnTo>
                  <a:lnTo>
                    <a:pt x="4125790" y="1423396"/>
                  </a:lnTo>
                  <a:lnTo>
                    <a:pt x="4125977" y="1423396"/>
                  </a:lnTo>
                  <a:lnTo>
                    <a:pt x="4126163" y="1423396"/>
                  </a:lnTo>
                  <a:lnTo>
                    <a:pt x="4126536" y="1423396"/>
                  </a:lnTo>
                  <a:lnTo>
                    <a:pt x="4126630" y="1423396"/>
                  </a:lnTo>
                  <a:lnTo>
                    <a:pt x="4127003" y="1423396"/>
                  </a:lnTo>
                  <a:lnTo>
                    <a:pt x="4127842" y="1423396"/>
                  </a:lnTo>
                  <a:lnTo>
                    <a:pt x="4128028" y="1423396"/>
                  </a:lnTo>
                  <a:lnTo>
                    <a:pt x="4128308" y="1423396"/>
                  </a:lnTo>
                  <a:lnTo>
                    <a:pt x="4128494" y="1413442"/>
                  </a:lnTo>
                  <a:lnTo>
                    <a:pt x="4128681" y="1413442"/>
                  </a:lnTo>
                  <a:lnTo>
                    <a:pt x="4128867" y="1413442"/>
                  </a:lnTo>
                  <a:lnTo>
                    <a:pt x="4129147" y="1413442"/>
                  </a:lnTo>
                  <a:lnTo>
                    <a:pt x="4129240" y="1413442"/>
                  </a:lnTo>
                  <a:lnTo>
                    <a:pt x="4129427" y="1413442"/>
                  </a:lnTo>
                  <a:lnTo>
                    <a:pt x="4130359" y="1413442"/>
                  </a:lnTo>
                  <a:lnTo>
                    <a:pt x="4130639" y="1413442"/>
                  </a:lnTo>
                  <a:lnTo>
                    <a:pt x="4130732" y="1413442"/>
                  </a:lnTo>
                  <a:lnTo>
                    <a:pt x="4130826" y="1413442"/>
                  </a:lnTo>
                  <a:lnTo>
                    <a:pt x="4131012" y="1413442"/>
                  </a:lnTo>
                  <a:lnTo>
                    <a:pt x="4131105" y="1413442"/>
                  </a:lnTo>
                  <a:lnTo>
                    <a:pt x="4131292" y="1413442"/>
                  </a:lnTo>
                  <a:lnTo>
                    <a:pt x="4131385" y="1413442"/>
                  </a:lnTo>
                  <a:lnTo>
                    <a:pt x="4131758" y="1413442"/>
                  </a:lnTo>
                  <a:lnTo>
                    <a:pt x="4131851" y="1413442"/>
                  </a:lnTo>
                  <a:lnTo>
                    <a:pt x="4132224" y="1413442"/>
                  </a:lnTo>
                  <a:lnTo>
                    <a:pt x="4132318" y="1413442"/>
                  </a:lnTo>
                  <a:lnTo>
                    <a:pt x="4132691" y="1413442"/>
                  </a:lnTo>
                  <a:lnTo>
                    <a:pt x="4132877" y="1413442"/>
                  </a:lnTo>
                  <a:lnTo>
                    <a:pt x="4133064" y="1413442"/>
                  </a:lnTo>
                  <a:lnTo>
                    <a:pt x="4133157" y="1413442"/>
                  </a:lnTo>
                  <a:lnTo>
                    <a:pt x="4133250" y="1413442"/>
                  </a:lnTo>
                  <a:lnTo>
                    <a:pt x="4133343" y="1413442"/>
                  </a:lnTo>
                  <a:lnTo>
                    <a:pt x="4133623" y="1413442"/>
                  </a:lnTo>
                  <a:lnTo>
                    <a:pt x="4133716" y="1413442"/>
                  </a:lnTo>
                  <a:lnTo>
                    <a:pt x="4133903" y="1413442"/>
                  </a:lnTo>
                  <a:lnTo>
                    <a:pt x="4134556" y="1403488"/>
                  </a:lnTo>
                  <a:lnTo>
                    <a:pt x="4134742" y="1403488"/>
                  </a:lnTo>
                  <a:lnTo>
                    <a:pt x="4134928" y="1403488"/>
                  </a:lnTo>
                  <a:lnTo>
                    <a:pt x="4135208" y="1403488"/>
                  </a:lnTo>
                  <a:lnTo>
                    <a:pt x="4135861" y="1403488"/>
                  </a:lnTo>
                  <a:lnTo>
                    <a:pt x="4135954" y="1403488"/>
                  </a:lnTo>
                  <a:lnTo>
                    <a:pt x="4136047" y="1403488"/>
                  </a:lnTo>
                  <a:lnTo>
                    <a:pt x="4136327" y="1403488"/>
                  </a:lnTo>
                  <a:lnTo>
                    <a:pt x="4136514" y="1403488"/>
                  </a:lnTo>
                  <a:lnTo>
                    <a:pt x="4136607" y="1403488"/>
                  </a:lnTo>
                  <a:lnTo>
                    <a:pt x="4136700" y="1403488"/>
                  </a:lnTo>
                  <a:lnTo>
                    <a:pt x="4137633" y="1403488"/>
                  </a:lnTo>
                  <a:lnTo>
                    <a:pt x="4137726" y="1403488"/>
                  </a:lnTo>
                  <a:lnTo>
                    <a:pt x="4137819" y="1403488"/>
                  </a:lnTo>
                  <a:lnTo>
                    <a:pt x="4138099" y="1403488"/>
                  </a:lnTo>
                  <a:lnTo>
                    <a:pt x="4138192" y="1403488"/>
                  </a:lnTo>
                  <a:lnTo>
                    <a:pt x="4138379" y="1403488"/>
                  </a:lnTo>
                  <a:lnTo>
                    <a:pt x="4138565" y="1403488"/>
                  </a:lnTo>
                  <a:lnTo>
                    <a:pt x="4138752" y="1403488"/>
                  </a:lnTo>
                  <a:lnTo>
                    <a:pt x="4139031" y="1403488"/>
                  </a:lnTo>
                  <a:lnTo>
                    <a:pt x="4139684" y="1403488"/>
                  </a:lnTo>
                  <a:lnTo>
                    <a:pt x="4139777" y="1403488"/>
                  </a:lnTo>
                  <a:lnTo>
                    <a:pt x="4139871" y="1403488"/>
                  </a:lnTo>
                  <a:lnTo>
                    <a:pt x="4139964" y="1403488"/>
                  </a:lnTo>
                  <a:lnTo>
                    <a:pt x="4140617" y="1403488"/>
                  </a:lnTo>
                  <a:lnTo>
                    <a:pt x="4140896" y="1403488"/>
                  </a:lnTo>
                  <a:lnTo>
                    <a:pt x="4141269" y="1403488"/>
                  </a:lnTo>
                  <a:lnTo>
                    <a:pt x="4141456" y="1403488"/>
                  </a:lnTo>
                  <a:lnTo>
                    <a:pt x="4141829" y="1403488"/>
                  </a:lnTo>
                  <a:lnTo>
                    <a:pt x="4142015" y="1403488"/>
                  </a:lnTo>
                  <a:lnTo>
                    <a:pt x="4142202" y="1403488"/>
                  </a:lnTo>
                  <a:lnTo>
                    <a:pt x="4142575" y="1403488"/>
                  </a:lnTo>
                  <a:lnTo>
                    <a:pt x="4142948" y="1403488"/>
                  </a:lnTo>
                  <a:lnTo>
                    <a:pt x="4143414" y="1403488"/>
                  </a:lnTo>
                  <a:lnTo>
                    <a:pt x="4143507" y="1403488"/>
                  </a:lnTo>
                  <a:lnTo>
                    <a:pt x="4143787" y="1403488"/>
                  </a:lnTo>
                  <a:lnTo>
                    <a:pt x="4144067" y="1403488"/>
                  </a:lnTo>
                  <a:lnTo>
                    <a:pt x="4144253" y="1403488"/>
                  </a:lnTo>
                  <a:lnTo>
                    <a:pt x="4144346" y="1403488"/>
                  </a:lnTo>
                  <a:lnTo>
                    <a:pt x="4144440" y="1403488"/>
                  </a:lnTo>
                  <a:lnTo>
                    <a:pt x="4144533" y="1403488"/>
                  </a:lnTo>
                  <a:lnTo>
                    <a:pt x="4144626" y="1403488"/>
                  </a:lnTo>
                  <a:lnTo>
                    <a:pt x="4144906" y="1403488"/>
                  </a:lnTo>
                  <a:lnTo>
                    <a:pt x="4145186" y="1403488"/>
                  </a:lnTo>
                  <a:lnTo>
                    <a:pt x="4146025" y="1403488"/>
                  </a:lnTo>
                  <a:lnTo>
                    <a:pt x="4146305" y="1403488"/>
                  </a:lnTo>
                  <a:lnTo>
                    <a:pt x="4146398" y="1403488"/>
                  </a:lnTo>
                  <a:lnTo>
                    <a:pt x="4146491" y="1403488"/>
                  </a:lnTo>
                  <a:lnTo>
                    <a:pt x="4146584" y="1403488"/>
                  </a:lnTo>
                  <a:lnTo>
                    <a:pt x="4146678" y="1403488"/>
                  </a:lnTo>
                  <a:lnTo>
                    <a:pt x="4146771" y="1403488"/>
                  </a:lnTo>
                  <a:lnTo>
                    <a:pt x="4147051" y="1403488"/>
                  </a:lnTo>
                  <a:lnTo>
                    <a:pt x="4147144" y="1403488"/>
                  </a:lnTo>
                  <a:lnTo>
                    <a:pt x="4148263" y="1403488"/>
                  </a:lnTo>
                  <a:lnTo>
                    <a:pt x="4148356" y="1403488"/>
                  </a:lnTo>
                  <a:lnTo>
                    <a:pt x="4148636" y="1403488"/>
                  </a:lnTo>
                  <a:lnTo>
                    <a:pt x="4148729" y="1403488"/>
                  </a:lnTo>
                  <a:lnTo>
                    <a:pt x="4148822" y="1403488"/>
                  </a:lnTo>
                  <a:lnTo>
                    <a:pt x="4149568" y="1403488"/>
                  </a:lnTo>
                  <a:lnTo>
                    <a:pt x="4149755" y="1403488"/>
                  </a:lnTo>
                  <a:lnTo>
                    <a:pt x="4149941" y="1403488"/>
                  </a:lnTo>
                  <a:lnTo>
                    <a:pt x="4150034" y="1403488"/>
                  </a:lnTo>
                  <a:lnTo>
                    <a:pt x="4150780" y="1403488"/>
                  </a:lnTo>
                  <a:lnTo>
                    <a:pt x="4150874" y="1403488"/>
                  </a:lnTo>
                  <a:lnTo>
                    <a:pt x="4150967" y="1403488"/>
                  </a:lnTo>
                  <a:lnTo>
                    <a:pt x="4151060" y="1403488"/>
                  </a:lnTo>
                  <a:lnTo>
                    <a:pt x="4151340" y="1403488"/>
                  </a:lnTo>
                  <a:lnTo>
                    <a:pt x="4152086" y="1393535"/>
                  </a:lnTo>
                  <a:lnTo>
                    <a:pt x="4152179" y="1393535"/>
                  </a:lnTo>
                  <a:lnTo>
                    <a:pt x="4152272" y="1393535"/>
                  </a:lnTo>
                  <a:lnTo>
                    <a:pt x="4152366" y="1393535"/>
                  </a:lnTo>
                  <a:lnTo>
                    <a:pt x="4152832" y="1393535"/>
                  </a:lnTo>
                  <a:lnTo>
                    <a:pt x="4152925" y="1393535"/>
                  </a:lnTo>
                  <a:lnTo>
                    <a:pt x="4153018" y="1393535"/>
                  </a:lnTo>
                  <a:lnTo>
                    <a:pt x="4153205" y="1393535"/>
                  </a:lnTo>
                  <a:lnTo>
                    <a:pt x="4153298" y="1393535"/>
                  </a:lnTo>
                  <a:lnTo>
                    <a:pt x="4153391" y="1393535"/>
                  </a:lnTo>
                  <a:lnTo>
                    <a:pt x="4153671" y="1393535"/>
                  </a:lnTo>
                  <a:lnTo>
                    <a:pt x="4153764" y="1393535"/>
                  </a:lnTo>
                  <a:lnTo>
                    <a:pt x="4153951" y="1393535"/>
                  </a:lnTo>
                  <a:lnTo>
                    <a:pt x="4154883" y="1393535"/>
                  </a:lnTo>
                  <a:lnTo>
                    <a:pt x="4155163" y="1393535"/>
                  </a:lnTo>
                  <a:lnTo>
                    <a:pt x="4155629" y="1393535"/>
                  </a:lnTo>
                  <a:lnTo>
                    <a:pt x="4155723" y="1393535"/>
                  </a:lnTo>
                  <a:lnTo>
                    <a:pt x="4156468" y="1393535"/>
                  </a:lnTo>
                  <a:lnTo>
                    <a:pt x="4156562" y="1393535"/>
                  </a:lnTo>
                  <a:lnTo>
                    <a:pt x="4156748" y="1393535"/>
                  </a:lnTo>
                  <a:lnTo>
                    <a:pt x="4156841" y="1393535"/>
                  </a:lnTo>
                  <a:lnTo>
                    <a:pt x="4157494" y="1393535"/>
                  </a:lnTo>
                  <a:lnTo>
                    <a:pt x="4157587" y="1393535"/>
                  </a:lnTo>
                  <a:lnTo>
                    <a:pt x="4157681" y="1393535"/>
                  </a:lnTo>
                  <a:lnTo>
                    <a:pt x="4157960" y="1393535"/>
                  </a:lnTo>
                  <a:lnTo>
                    <a:pt x="4158054" y="1393535"/>
                  </a:lnTo>
                  <a:lnTo>
                    <a:pt x="4158147" y="1393535"/>
                  </a:lnTo>
                  <a:lnTo>
                    <a:pt x="4158240" y="1393535"/>
                  </a:lnTo>
                  <a:lnTo>
                    <a:pt x="4158427" y="1393535"/>
                  </a:lnTo>
                  <a:lnTo>
                    <a:pt x="4158520" y="1393535"/>
                  </a:lnTo>
                  <a:lnTo>
                    <a:pt x="4158613" y="1393535"/>
                  </a:lnTo>
                  <a:lnTo>
                    <a:pt x="4158800" y="1393535"/>
                  </a:lnTo>
                  <a:lnTo>
                    <a:pt x="4158986" y="1393535"/>
                  </a:lnTo>
                  <a:lnTo>
                    <a:pt x="4159079" y="1393535"/>
                  </a:lnTo>
                  <a:lnTo>
                    <a:pt x="4159173" y="1393535"/>
                  </a:lnTo>
                  <a:lnTo>
                    <a:pt x="4159359" y="1393535"/>
                  </a:lnTo>
                  <a:lnTo>
                    <a:pt x="4159452" y="1393535"/>
                  </a:lnTo>
                  <a:lnTo>
                    <a:pt x="4159546" y="1393535"/>
                  </a:lnTo>
                  <a:lnTo>
                    <a:pt x="4159825" y="1393535"/>
                  </a:lnTo>
                  <a:lnTo>
                    <a:pt x="4159919" y="1393535"/>
                  </a:lnTo>
                  <a:lnTo>
                    <a:pt x="4162436" y="1393535"/>
                  </a:lnTo>
                  <a:lnTo>
                    <a:pt x="4162623" y="1393535"/>
                  </a:lnTo>
                  <a:lnTo>
                    <a:pt x="4162716" y="1393535"/>
                  </a:lnTo>
                  <a:lnTo>
                    <a:pt x="4163648" y="1393535"/>
                  </a:lnTo>
                  <a:lnTo>
                    <a:pt x="4164021" y="1393535"/>
                  </a:lnTo>
                  <a:lnTo>
                    <a:pt x="4164208" y="1393535"/>
                  </a:lnTo>
                  <a:lnTo>
                    <a:pt x="4164394" y="1393535"/>
                  </a:lnTo>
                  <a:lnTo>
                    <a:pt x="4164581" y="1393535"/>
                  </a:lnTo>
                  <a:lnTo>
                    <a:pt x="4164767" y="1393535"/>
                  </a:lnTo>
                  <a:lnTo>
                    <a:pt x="4165047" y="1393535"/>
                  </a:lnTo>
                  <a:lnTo>
                    <a:pt x="4165234" y="1393535"/>
                  </a:lnTo>
                  <a:lnTo>
                    <a:pt x="4165327" y="1393535"/>
                  </a:lnTo>
                  <a:lnTo>
                    <a:pt x="4165700" y="1393535"/>
                  </a:lnTo>
                  <a:lnTo>
                    <a:pt x="4165793" y="1393535"/>
                  </a:lnTo>
                  <a:lnTo>
                    <a:pt x="4165886" y="1393535"/>
                  </a:lnTo>
                  <a:lnTo>
                    <a:pt x="4166259" y="1393535"/>
                  </a:lnTo>
                  <a:lnTo>
                    <a:pt x="4166353" y="1393535"/>
                  </a:lnTo>
                  <a:lnTo>
                    <a:pt x="4166446" y="1393535"/>
                  </a:lnTo>
                  <a:lnTo>
                    <a:pt x="4166539" y="1393535"/>
                  </a:lnTo>
                  <a:lnTo>
                    <a:pt x="4166632" y="1393535"/>
                  </a:lnTo>
                  <a:lnTo>
                    <a:pt x="4167005" y="1393535"/>
                  </a:lnTo>
                  <a:lnTo>
                    <a:pt x="4167099" y="1393535"/>
                  </a:lnTo>
                  <a:lnTo>
                    <a:pt x="4167751" y="1393535"/>
                  </a:lnTo>
                  <a:lnTo>
                    <a:pt x="4168218" y="1393535"/>
                  </a:lnTo>
                  <a:lnTo>
                    <a:pt x="4168404" y="1393535"/>
                  </a:lnTo>
                  <a:lnTo>
                    <a:pt x="4168964" y="1393535"/>
                  </a:lnTo>
                  <a:lnTo>
                    <a:pt x="4169057" y="1393535"/>
                  </a:lnTo>
                  <a:lnTo>
                    <a:pt x="4169150" y="1393535"/>
                  </a:lnTo>
                  <a:lnTo>
                    <a:pt x="4169709" y="1393535"/>
                  </a:lnTo>
                  <a:lnTo>
                    <a:pt x="4169989" y="1393535"/>
                  </a:lnTo>
                  <a:lnTo>
                    <a:pt x="4170082" y="1393535"/>
                  </a:lnTo>
                  <a:lnTo>
                    <a:pt x="4170362" y="1393535"/>
                  </a:lnTo>
                  <a:lnTo>
                    <a:pt x="4170455" y="1393535"/>
                  </a:lnTo>
                  <a:lnTo>
                    <a:pt x="4170642" y="1393535"/>
                  </a:lnTo>
                  <a:lnTo>
                    <a:pt x="4170735" y="1393535"/>
                  </a:lnTo>
                  <a:lnTo>
                    <a:pt x="4171015" y="1393535"/>
                  </a:lnTo>
                  <a:lnTo>
                    <a:pt x="4171668" y="1393535"/>
                  </a:lnTo>
                  <a:lnTo>
                    <a:pt x="4171761" y="1393535"/>
                  </a:lnTo>
                  <a:lnTo>
                    <a:pt x="4171947" y="1393535"/>
                  </a:lnTo>
                  <a:lnTo>
                    <a:pt x="4172041" y="1393535"/>
                  </a:lnTo>
                  <a:lnTo>
                    <a:pt x="4172134" y="1393535"/>
                  </a:lnTo>
                  <a:lnTo>
                    <a:pt x="4172227" y="1393535"/>
                  </a:lnTo>
                  <a:lnTo>
                    <a:pt x="4172973" y="1393535"/>
                  </a:lnTo>
                  <a:lnTo>
                    <a:pt x="4173066" y="1393535"/>
                  </a:lnTo>
                  <a:lnTo>
                    <a:pt x="4173160" y="1393535"/>
                  </a:lnTo>
                  <a:lnTo>
                    <a:pt x="4173253" y="1393535"/>
                  </a:lnTo>
                  <a:lnTo>
                    <a:pt x="4173439" y="1393535"/>
                  </a:lnTo>
                  <a:lnTo>
                    <a:pt x="4173533" y="1393535"/>
                  </a:lnTo>
                  <a:lnTo>
                    <a:pt x="4173906" y="1393535"/>
                  </a:lnTo>
                  <a:lnTo>
                    <a:pt x="4174092" y="1383581"/>
                  </a:lnTo>
                  <a:lnTo>
                    <a:pt x="4174465" y="1383581"/>
                  </a:lnTo>
                  <a:lnTo>
                    <a:pt x="4174558" y="1383581"/>
                  </a:lnTo>
                  <a:lnTo>
                    <a:pt x="4174745" y="1383581"/>
                  </a:lnTo>
                  <a:lnTo>
                    <a:pt x="4174838" y="1383581"/>
                  </a:lnTo>
                  <a:lnTo>
                    <a:pt x="4175211" y="1383581"/>
                  </a:lnTo>
                  <a:lnTo>
                    <a:pt x="4175491" y="1383581"/>
                  </a:lnTo>
                  <a:lnTo>
                    <a:pt x="4175584" y="1383581"/>
                  </a:lnTo>
                  <a:lnTo>
                    <a:pt x="4175771" y="1383581"/>
                  </a:lnTo>
                  <a:lnTo>
                    <a:pt x="4175864" y="1383581"/>
                  </a:lnTo>
                  <a:lnTo>
                    <a:pt x="4176610" y="1383581"/>
                  </a:lnTo>
                  <a:lnTo>
                    <a:pt x="4176703" y="1383581"/>
                  </a:lnTo>
                  <a:lnTo>
                    <a:pt x="4176889" y="1383581"/>
                  </a:lnTo>
                  <a:lnTo>
                    <a:pt x="4176983" y="1383581"/>
                  </a:lnTo>
                  <a:lnTo>
                    <a:pt x="4177169" y="1383581"/>
                  </a:lnTo>
                  <a:lnTo>
                    <a:pt x="4177262" y="1383581"/>
                  </a:lnTo>
                  <a:lnTo>
                    <a:pt x="4177542" y="1383581"/>
                  </a:lnTo>
                  <a:lnTo>
                    <a:pt x="4177915" y="1383581"/>
                  </a:lnTo>
                  <a:lnTo>
                    <a:pt x="4178008" y="1383581"/>
                  </a:lnTo>
                  <a:lnTo>
                    <a:pt x="4178102" y="1383581"/>
                  </a:lnTo>
                  <a:lnTo>
                    <a:pt x="4178475" y="1383581"/>
                  </a:lnTo>
                  <a:lnTo>
                    <a:pt x="4178568" y="1383581"/>
                  </a:lnTo>
                  <a:lnTo>
                    <a:pt x="4178848" y="1383581"/>
                  </a:lnTo>
                  <a:lnTo>
                    <a:pt x="4179687" y="1383581"/>
                  </a:lnTo>
                  <a:lnTo>
                    <a:pt x="4180153" y="1383581"/>
                  </a:lnTo>
                  <a:lnTo>
                    <a:pt x="4180246" y="1383581"/>
                  </a:lnTo>
                  <a:lnTo>
                    <a:pt x="4180526" y="1383581"/>
                  </a:lnTo>
                  <a:lnTo>
                    <a:pt x="4180619" y="1383581"/>
                  </a:lnTo>
                  <a:lnTo>
                    <a:pt x="4180713" y="1383581"/>
                  </a:lnTo>
                  <a:lnTo>
                    <a:pt x="4181086" y="1383581"/>
                  </a:lnTo>
                  <a:lnTo>
                    <a:pt x="4181365" y="1383581"/>
                  </a:lnTo>
                  <a:lnTo>
                    <a:pt x="4181459" y="1383581"/>
                  </a:lnTo>
                  <a:lnTo>
                    <a:pt x="4181925" y="1383581"/>
                  </a:lnTo>
                  <a:lnTo>
                    <a:pt x="4182018" y="1383581"/>
                  </a:lnTo>
                  <a:lnTo>
                    <a:pt x="4182111" y="1383581"/>
                  </a:lnTo>
                  <a:lnTo>
                    <a:pt x="4182484" y="1383581"/>
                  </a:lnTo>
                  <a:lnTo>
                    <a:pt x="4183137" y="1383581"/>
                  </a:lnTo>
                  <a:lnTo>
                    <a:pt x="4183230" y="1383581"/>
                  </a:lnTo>
                  <a:lnTo>
                    <a:pt x="4183510" y="1383581"/>
                  </a:lnTo>
                  <a:lnTo>
                    <a:pt x="4183696" y="1383581"/>
                  </a:lnTo>
                  <a:lnTo>
                    <a:pt x="4184442" y="1383581"/>
                  </a:lnTo>
                  <a:lnTo>
                    <a:pt x="4184536" y="1383581"/>
                  </a:lnTo>
                  <a:lnTo>
                    <a:pt x="4184815" y="1383581"/>
                  </a:lnTo>
                  <a:lnTo>
                    <a:pt x="4185282" y="1383581"/>
                  </a:lnTo>
                  <a:lnTo>
                    <a:pt x="4185561" y="1383581"/>
                  </a:lnTo>
                  <a:lnTo>
                    <a:pt x="4185841" y="1383581"/>
                  </a:lnTo>
                  <a:lnTo>
                    <a:pt x="4186028" y="1383581"/>
                  </a:lnTo>
                  <a:lnTo>
                    <a:pt x="4186121" y="1383581"/>
                  </a:lnTo>
                  <a:lnTo>
                    <a:pt x="4186214" y="1383581"/>
                  </a:lnTo>
                  <a:lnTo>
                    <a:pt x="4186307" y="1383581"/>
                  </a:lnTo>
                  <a:lnTo>
                    <a:pt x="4186401" y="1383581"/>
                  </a:lnTo>
                  <a:lnTo>
                    <a:pt x="4186494" y="1383581"/>
                  </a:lnTo>
                  <a:lnTo>
                    <a:pt x="4186587" y="1383581"/>
                  </a:lnTo>
                  <a:lnTo>
                    <a:pt x="4186774" y="1383581"/>
                  </a:lnTo>
                  <a:lnTo>
                    <a:pt x="4186867" y="1383581"/>
                  </a:lnTo>
                  <a:lnTo>
                    <a:pt x="4187053" y="1383581"/>
                  </a:lnTo>
                  <a:lnTo>
                    <a:pt x="4187706" y="1383581"/>
                  </a:lnTo>
                  <a:lnTo>
                    <a:pt x="4187893" y="1383581"/>
                  </a:lnTo>
                  <a:lnTo>
                    <a:pt x="4188079" y="1383581"/>
                  </a:lnTo>
                  <a:lnTo>
                    <a:pt x="4188825" y="1373627"/>
                  </a:lnTo>
                  <a:lnTo>
                    <a:pt x="4189105" y="1373627"/>
                  </a:lnTo>
                  <a:lnTo>
                    <a:pt x="4189478" y="1373627"/>
                  </a:lnTo>
                  <a:lnTo>
                    <a:pt x="4189851" y="1373627"/>
                  </a:lnTo>
                  <a:lnTo>
                    <a:pt x="4189944" y="1373627"/>
                  </a:lnTo>
                  <a:lnTo>
                    <a:pt x="4190037" y="1373627"/>
                  </a:lnTo>
                  <a:lnTo>
                    <a:pt x="4190224" y="1373627"/>
                  </a:lnTo>
                  <a:lnTo>
                    <a:pt x="4190690" y="1373627"/>
                  </a:lnTo>
                  <a:lnTo>
                    <a:pt x="4190876" y="1373627"/>
                  </a:lnTo>
                  <a:lnTo>
                    <a:pt x="4190970" y="1373627"/>
                  </a:lnTo>
                  <a:lnTo>
                    <a:pt x="4191156" y="1373627"/>
                  </a:lnTo>
                  <a:lnTo>
                    <a:pt x="4191249" y="1373627"/>
                  </a:lnTo>
                  <a:lnTo>
                    <a:pt x="4191343" y="1373627"/>
                  </a:lnTo>
                  <a:lnTo>
                    <a:pt x="4191436" y="1373627"/>
                  </a:lnTo>
                  <a:lnTo>
                    <a:pt x="4191529" y="1373627"/>
                  </a:lnTo>
                  <a:lnTo>
                    <a:pt x="4191622" y="1373627"/>
                  </a:lnTo>
                  <a:lnTo>
                    <a:pt x="4191902" y="1373627"/>
                  </a:lnTo>
                  <a:lnTo>
                    <a:pt x="4193767" y="1373627"/>
                  </a:lnTo>
                  <a:lnTo>
                    <a:pt x="4193860" y="1373627"/>
                  </a:lnTo>
                  <a:lnTo>
                    <a:pt x="4194047" y="1373627"/>
                  </a:lnTo>
                  <a:lnTo>
                    <a:pt x="4194606" y="1373627"/>
                  </a:lnTo>
                  <a:lnTo>
                    <a:pt x="4194700" y="1373627"/>
                  </a:lnTo>
                  <a:lnTo>
                    <a:pt x="4194793" y="1373627"/>
                  </a:lnTo>
                  <a:lnTo>
                    <a:pt x="4194886" y="1373627"/>
                  </a:lnTo>
                  <a:lnTo>
                    <a:pt x="4194979" y="1373627"/>
                  </a:lnTo>
                  <a:lnTo>
                    <a:pt x="4195352" y="1373627"/>
                  </a:lnTo>
                  <a:lnTo>
                    <a:pt x="4195446" y="1373627"/>
                  </a:lnTo>
                  <a:lnTo>
                    <a:pt x="4195725" y="1373627"/>
                  </a:lnTo>
                  <a:lnTo>
                    <a:pt x="4196005" y="1373627"/>
                  </a:lnTo>
                  <a:lnTo>
                    <a:pt x="4196192" y="1363673"/>
                  </a:lnTo>
                  <a:lnTo>
                    <a:pt x="4196378" y="1363673"/>
                  </a:lnTo>
                  <a:lnTo>
                    <a:pt x="4196471" y="1363673"/>
                  </a:lnTo>
                  <a:lnTo>
                    <a:pt x="4196658" y="1363673"/>
                  </a:lnTo>
                  <a:lnTo>
                    <a:pt x="4196751" y="1363673"/>
                  </a:lnTo>
                  <a:lnTo>
                    <a:pt x="4197124" y="1363673"/>
                  </a:lnTo>
                  <a:lnTo>
                    <a:pt x="4197217" y="1363673"/>
                  </a:lnTo>
                  <a:lnTo>
                    <a:pt x="4197404" y="1363673"/>
                  </a:lnTo>
                  <a:lnTo>
                    <a:pt x="4197777" y="1363673"/>
                  </a:lnTo>
                  <a:lnTo>
                    <a:pt x="4198056" y="1363673"/>
                  </a:lnTo>
                  <a:lnTo>
                    <a:pt x="4198336" y="1363673"/>
                  </a:lnTo>
                  <a:lnTo>
                    <a:pt x="4198523" y="1363673"/>
                  </a:lnTo>
                  <a:lnTo>
                    <a:pt x="4199642" y="1363673"/>
                  </a:lnTo>
                  <a:lnTo>
                    <a:pt x="4200108" y="1363673"/>
                  </a:lnTo>
                  <a:lnTo>
                    <a:pt x="4200481" y="1363673"/>
                  </a:lnTo>
                  <a:lnTo>
                    <a:pt x="4201134" y="1363673"/>
                  </a:lnTo>
                  <a:lnTo>
                    <a:pt x="4201227" y="1363673"/>
                  </a:lnTo>
                  <a:lnTo>
                    <a:pt x="4201320" y="1363673"/>
                  </a:lnTo>
                  <a:lnTo>
                    <a:pt x="4201413" y="1363673"/>
                  </a:lnTo>
                  <a:lnTo>
                    <a:pt x="4201600" y="1363673"/>
                  </a:lnTo>
                  <a:lnTo>
                    <a:pt x="4201786" y="1363673"/>
                  </a:lnTo>
                  <a:lnTo>
                    <a:pt x="4202159" y="1363673"/>
                  </a:lnTo>
                  <a:lnTo>
                    <a:pt x="4202253" y="1363673"/>
                  </a:lnTo>
                  <a:lnTo>
                    <a:pt x="4202439" y="1363673"/>
                  </a:lnTo>
                  <a:lnTo>
                    <a:pt x="4203185" y="1363673"/>
                  </a:lnTo>
                  <a:lnTo>
                    <a:pt x="4203745" y="1363673"/>
                  </a:lnTo>
                  <a:lnTo>
                    <a:pt x="4204211" y="1363673"/>
                  </a:lnTo>
                  <a:lnTo>
                    <a:pt x="4204304" y="1363673"/>
                  </a:lnTo>
                  <a:lnTo>
                    <a:pt x="4204584" y="1363673"/>
                  </a:lnTo>
                  <a:lnTo>
                    <a:pt x="4204677" y="1363673"/>
                  </a:lnTo>
                  <a:lnTo>
                    <a:pt x="4205236" y="1363673"/>
                  </a:lnTo>
                  <a:lnTo>
                    <a:pt x="4205609" y="1363673"/>
                  </a:lnTo>
                  <a:lnTo>
                    <a:pt x="4205796" y="1363673"/>
                  </a:lnTo>
                  <a:lnTo>
                    <a:pt x="4205982" y="1363673"/>
                  </a:lnTo>
                  <a:lnTo>
                    <a:pt x="4206076" y="1363673"/>
                  </a:lnTo>
                  <a:lnTo>
                    <a:pt x="4206262" y="1363673"/>
                  </a:lnTo>
                  <a:lnTo>
                    <a:pt x="4206355" y="1363673"/>
                  </a:lnTo>
                  <a:lnTo>
                    <a:pt x="4207474" y="1363673"/>
                  </a:lnTo>
                  <a:lnTo>
                    <a:pt x="4207754" y="1363673"/>
                  </a:lnTo>
                  <a:lnTo>
                    <a:pt x="4207847" y="1363673"/>
                  </a:lnTo>
                  <a:lnTo>
                    <a:pt x="4207941" y="1363673"/>
                  </a:lnTo>
                  <a:lnTo>
                    <a:pt x="4208034" y="1363673"/>
                  </a:lnTo>
                  <a:lnTo>
                    <a:pt x="4208127" y="1363673"/>
                  </a:lnTo>
                  <a:lnTo>
                    <a:pt x="4208220" y="1363673"/>
                  </a:lnTo>
                  <a:lnTo>
                    <a:pt x="4208314" y="1363673"/>
                  </a:lnTo>
                  <a:lnTo>
                    <a:pt x="4208407" y="1363673"/>
                  </a:lnTo>
                  <a:lnTo>
                    <a:pt x="4208500" y="1363673"/>
                  </a:lnTo>
                  <a:lnTo>
                    <a:pt x="4208780" y="1363673"/>
                  </a:lnTo>
                  <a:lnTo>
                    <a:pt x="4208966" y="1363673"/>
                  </a:lnTo>
                  <a:lnTo>
                    <a:pt x="4209246" y="1363673"/>
                  </a:lnTo>
                  <a:lnTo>
                    <a:pt x="4209339" y="1363673"/>
                  </a:lnTo>
                  <a:lnTo>
                    <a:pt x="4209526" y="1363673"/>
                  </a:lnTo>
                  <a:lnTo>
                    <a:pt x="4209712" y="1363673"/>
                  </a:lnTo>
                  <a:lnTo>
                    <a:pt x="4210458" y="1363673"/>
                  </a:lnTo>
                  <a:lnTo>
                    <a:pt x="4210552" y="1363673"/>
                  </a:lnTo>
                  <a:lnTo>
                    <a:pt x="4211111" y="1363673"/>
                  </a:lnTo>
                  <a:lnTo>
                    <a:pt x="4211204" y="1363673"/>
                  </a:lnTo>
                  <a:lnTo>
                    <a:pt x="4211297" y="1363673"/>
                  </a:lnTo>
                  <a:lnTo>
                    <a:pt x="4211577" y="1363673"/>
                  </a:lnTo>
                  <a:lnTo>
                    <a:pt x="4211764" y="1363673"/>
                  </a:lnTo>
                  <a:lnTo>
                    <a:pt x="4211950" y="1363673"/>
                  </a:lnTo>
                  <a:lnTo>
                    <a:pt x="4212416" y="1363673"/>
                  </a:lnTo>
                  <a:lnTo>
                    <a:pt x="4212510" y="1363673"/>
                  </a:lnTo>
                  <a:lnTo>
                    <a:pt x="4213349" y="1363673"/>
                  </a:lnTo>
                  <a:lnTo>
                    <a:pt x="4213815" y="1363673"/>
                  </a:lnTo>
                  <a:lnTo>
                    <a:pt x="4214002" y="1363673"/>
                  </a:lnTo>
                  <a:lnTo>
                    <a:pt x="4214188" y="1363673"/>
                  </a:lnTo>
                  <a:lnTo>
                    <a:pt x="4214375" y="1363673"/>
                  </a:lnTo>
                  <a:lnTo>
                    <a:pt x="4214468" y="1363673"/>
                  </a:lnTo>
                  <a:lnTo>
                    <a:pt x="4214748" y="1363673"/>
                  </a:lnTo>
                  <a:lnTo>
                    <a:pt x="4214841" y="1363673"/>
                  </a:lnTo>
                  <a:lnTo>
                    <a:pt x="4215307" y="1363673"/>
                  </a:lnTo>
                  <a:lnTo>
                    <a:pt x="4215400" y="1363673"/>
                  </a:lnTo>
                  <a:lnTo>
                    <a:pt x="4215773" y="1363673"/>
                  </a:lnTo>
                  <a:lnTo>
                    <a:pt x="4215867" y="1363673"/>
                  </a:lnTo>
                  <a:lnTo>
                    <a:pt x="4215960" y="1363673"/>
                  </a:lnTo>
                  <a:lnTo>
                    <a:pt x="4216240" y="1363673"/>
                  </a:lnTo>
                  <a:lnTo>
                    <a:pt x="4217825" y="1363673"/>
                  </a:lnTo>
                  <a:lnTo>
                    <a:pt x="4218105" y="1363673"/>
                  </a:lnTo>
                  <a:lnTo>
                    <a:pt x="4218291" y="1363673"/>
                  </a:lnTo>
                  <a:lnTo>
                    <a:pt x="4218571" y="1363673"/>
                  </a:lnTo>
                  <a:lnTo>
                    <a:pt x="4218757" y="1363673"/>
                  </a:lnTo>
                  <a:lnTo>
                    <a:pt x="4218944" y="1363673"/>
                  </a:lnTo>
                  <a:lnTo>
                    <a:pt x="4219037" y="1363673"/>
                  </a:lnTo>
                  <a:lnTo>
                    <a:pt x="4219130" y="1363673"/>
                  </a:lnTo>
                  <a:lnTo>
                    <a:pt x="4219410" y="1363673"/>
                  </a:lnTo>
                  <a:lnTo>
                    <a:pt x="4219503" y="1363673"/>
                  </a:lnTo>
                  <a:lnTo>
                    <a:pt x="4219783" y="1363673"/>
                  </a:lnTo>
                  <a:lnTo>
                    <a:pt x="4220715" y="1363673"/>
                  </a:lnTo>
                  <a:lnTo>
                    <a:pt x="4220902" y="1363673"/>
                  </a:lnTo>
                  <a:lnTo>
                    <a:pt x="4221182" y="1363673"/>
                  </a:lnTo>
                  <a:lnTo>
                    <a:pt x="4221275" y="1363673"/>
                  </a:lnTo>
                  <a:lnTo>
                    <a:pt x="4221461" y="1363673"/>
                  </a:lnTo>
                  <a:lnTo>
                    <a:pt x="4221555" y="1363673"/>
                  </a:lnTo>
                  <a:lnTo>
                    <a:pt x="4221648" y="1363673"/>
                  </a:lnTo>
                  <a:lnTo>
                    <a:pt x="4221741" y="1363673"/>
                  </a:lnTo>
                  <a:lnTo>
                    <a:pt x="4222021" y="1363673"/>
                  </a:lnTo>
                  <a:lnTo>
                    <a:pt x="4222207" y="1363673"/>
                  </a:lnTo>
                  <a:lnTo>
                    <a:pt x="4222580" y="1363673"/>
                  </a:lnTo>
                  <a:lnTo>
                    <a:pt x="4222674" y="1363673"/>
                  </a:lnTo>
                  <a:lnTo>
                    <a:pt x="4222767" y="1363673"/>
                  </a:lnTo>
                  <a:lnTo>
                    <a:pt x="4223326" y="1363673"/>
                  </a:lnTo>
                  <a:lnTo>
                    <a:pt x="4223420" y="1363673"/>
                  </a:lnTo>
                  <a:lnTo>
                    <a:pt x="4224166" y="1353719"/>
                  </a:lnTo>
                  <a:lnTo>
                    <a:pt x="4224352" y="1353719"/>
                  </a:lnTo>
                  <a:lnTo>
                    <a:pt x="4225378" y="1353719"/>
                  </a:lnTo>
                  <a:lnTo>
                    <a:pt x="4225657" y="1353719"/>
                  </a:lnTo>
                  <a:lnTo>
                    <a:pt x="4225751" y="1353719"/>
                  </a:lnTo>
                  <a:lnTo>
                    <a:pt x="4225937" y="1353719"/>
                  </a:lnTo>
                  <a:lnTo>
                    <a:pt x="4226124" y="1353719"/>
                  </a:lnTo>
                  <a:lnTo>
                    <a:pt x="4226217" y="1353719"/>
                  </a:lnTo>
                  <a:lnTo>
                    <a:pt x="4226310" y="1353719"/>
                  </a:lnTo>
                  <a:lnTo>
                    <a:pt x="4226403" y="1353719"/>
                  </a:lnTo>
                  <a:lnTo>
                    <a:pt x="4226963" y="1353719"/>
                  </a:lnTo>
                  <a:lnTo>
                    <a:pt x="4227336" y="1353719"/>
                  </a:lnTo>
                  <a:lnTo>
                    <a:pt x="4227522" y="1353719"/>
                  </a:lnTo>
                  <a:lnTo>
                    <a:pt x="4227802" y="1353719"/>
                  </a:lnTo>
                  <a:lnTo>
                    <a:pt x="4227895" y="1353719"/>
                  </a:lnTo>
                  <a:lnTo>
                    <a:pt x="4227989" y="1353719"/>
                  </a:lnTo>
                  <a:lnTo>
                    <a:pt x="4228268" y="1353719"/>
                  </a:lnTo>
                  <a:lnTo>
                    <a:pt x="4228455" y="1353719"/>
                  </a:lnTo>
                  <a:lnTo>
                    <a:pt x="4228735" y="1353719"/>
                  </a:lnTo>
                  <a:lnTo>
                    <a:pt x="4228735" y="1343766"/>
                  </a:lnTo>
                  <a:lnTo>
                    <a:pt x="4228828" y="1343766"/>
                  </a:lnTo>
                  <a:lnTo>
                    <a:pt x="4229014" y="1343766"/>
                  </a:lnTo>
                  <a:lnTo>
                    <a:pt x="4229201" y="1343766"/>
                  </a:lnTo>
                  <a:lnTo>
                    <a:pt x="4229481" y="1343766"/>
                  </a:lnTo>
                  <a:lnTo>
                    <a:pt x="4229574" y="1343766"/>
                  </a:lnTo>
                  <a:lnTo>
                    <a:pt x="4229667" y="1343766"/>
                  </a:lnTo>
                  <a:lnTo>
                    <a:pt x="4231252" y="1343766"/>
                  </a:lnTo>
                  <a:lnTo>
                    <a:pt x="4231439" y="1343766"/>
                  </a:lnTo>
                  <a:lnTo>
                    <a:pt x="4231625" y="1343766"/>
                  </a:lnTo>
                  <a:lnTo>
                    <a:pt x="4231719" y="1343766"/>
                  </a:lnTo>
                  <a:lnTo>
                    <a:pt x="4231812" y="1343766"/>
                  </a:lnTo>
                  <a:lnTo>
                    <a:pt x="4232091" y="1343766"/>
                  </a:lnTo>
                  <a:lnTo>
                    <a:pt x="4232185" y="1343766"/>
                  </a:lnTo>
                  <a:lnTo>
                    <a:pt x="4232278" y="1343766"/>
                  </a:lnTo>
                  <a:lnTo>
                    <a:pt x="4232371" y="1343766"/>
                  </a:lnTo>
                  <a:lnTo>
                    <a:pt x="4232558" y="1343766"/>
                  </a:lnTo>
                  <a:lnTo>
                    <a:pt x="4232931" y="1343766"/>
                  </a:lnTo>
                  <a:lnTo>
                    <a:pt x="4233024" y="1343766"/>
                  </a:lnTo>
                  <a:lnTo>
                    <a:pt x="4233117" y="1343766"/>
                  </a:lnTo>
                  <a:lnTo>
                    <a:pt x="4233863" y="1343766"/>
                  </a:lnTo>
                  <a:lnTo>
                    <a:pt x="4234143" y="1333812"/>
                  </a:lnTo>
                  <a:lnTo>
                    <a:pt x="4234329" y="1333812"/>
                  </a:lnTo>
                  <a:lnTo>
                    <a:pt x="4234423" y="1333812"/>
                  </a:lnTo>
                  <a:lnTo>
                    <a:pt x="4234516" y="1333812"/>
                  </a:lnTo>
                  <a:lnTo>
                    <a:pt x="4234609" y="1333812"/>
                  </a:lnTo>
                  <a:lnTo>
                    <a:pt x="4234702" y="1333812"/>
                  </a:lnTo>
                  <a:lnTo>
                    <a:pt x="4235728" y="1333812"/>
                  </a:lnTo>
                  <a:lnTo>
                    <a:pt x="4236194" y="1333812"/>
                  </a:lnTo>
                  <a:lnTo>
                    <a:pt x="4236567" y="1333812"/>
                  </a:lnTo>
                  <a:lnTo>
                    <a:pt x="4236661" y="1333812"/>
                  </a:lnTo>
                  <a:lnTo>
                    <a:pt x="4236754" y="1333812"/>
                  </a:lnTo>
                  <a:lnTo>
                    <a:pt x="4236940" y="1333812"/>
                  </a:lnTo>
                  <a:lnTo>
                    <a:pt x="4237407" y="1333812"/>
                  </a:lnTo>
                  <a:lnTo>
                    <a:pt x="4237500" y="1333812"/>
                  </a:lnTo>
                  <a:lnTo>
                    <a:pt x="4238059" y="1333812"/>
                  </a:lnTo>
                  <a:lnTo>
                    <a:pt x="4238153" y="1333812"/>
                  </a:lnTo>
                  <a:lnTo>
                    <a:pt x="4238432" y="1333812"/>
                  </a:lnTo>
                  <a:lnTo>
                    <a:pt x="4239178" y="1333812"/>
                  </a:lnTo>
                  <a:lnTo>
                    <a:pt x="4239365" y="1333812"/>
                  </a:lnTo>
                  <a:lnTo>
                    <a:pt x="4239458" y="1333812"/>
                  </a:lnTo>
                  <a:lnTo>
                    <a:pt x="4239551" y="1333812"/>
                  </a:lnTo>
                  <a:lnTo>
                    <a:pt x="4239644" y="1333812"/>
                  </a:lnTo>
                  <a:lnTo>
                    <a:pt x="4240017" y="1333812"/>
                  </a:lnTo>
                  <a:lnTo>
                    <a:pt x="4240297" y="1333812"/>
                  </a:lnTo>
                  <a:lnTo>
                    <a:pt x="4240577" y="1333812"/>
                  </a:lnTo>
                  <a:lnTo>
                    <a:pt x="4240670" y="1333812"/>
                  </a:lnTo>
                  <a:lnTo>
                    <a:pt x="4241323" y="1333812"/>
                  </a:lnTo>
                  <a:lnTo>
                    <a:pt x="4241696" y="1333812"/>
                  </a:lnTo>
                  <a:lnTo>
                    <a:pt x="4242255" y="1333812"/>
                  </a:lnTo>
                  <a:lnTo>
                    <a:pt x="4242535" y="1333812"/>
                  </a:lnTo>
                  <a:lnTo>
                    <a:pt x="4242908" y="1333812"/>
                  </a:lnTo>
                  <a:lnTo>
                    <a:pt x="4243095" y="1333812"/>
                  </a:lnTo>
                  <a:lnTo>
                    <a:pt x="4243281" y="1333812"/>
                  </a:lnTo>
                  <a:lnTo>
                    <a:pt x="4243468" y="1333812"/>
                  </a:lnTo>
                  <a:lnTo>
                    <a:pt x="4243841" y="1333812"/>
                  </a:lnTo>
                  <a:lnTo>
                    <a:pt x="4244027" y="1333812"/>
                  </a:lnTo>
                  <a:lnTo>
                    <a:pt x="4244960" y="1333812"/>
                  </a:lnTo>
                  <a:lnTo>
                    <a:pt x="4245053" y="1333812"/>
                  </a:lnTo>
                  <a:lnTo>
                    <a:pt x="4245146" y="1333812"/>
                  </a:lnTo>
                  <a:lnTo>
                    <a:pt x="4245612" y="1333812"/>
                  </a:lnTo>
                  <a:lnTo>
                    <a:pt x="4245706" y="1333812"/>
                  </a:lnTo>
                  <a:lnTo>
                    <a:pt x="4245799" y="1333812"/>
                  </a:lnTo>
                  <a:lnTo>
                    <a:pt x="4246358" y="1333812"/>
                  </a:lnTo>
                  <a:lnTo>
                    <a:pt x="4246451" y="1333812"/>
                  </a:lnTo>
                  <a:lnTo>
                    <a:pt x="4246545" y="1333812"/>
                  </a:lnTo>
                  <a:lnTo>
                    <a:pt x="4246731" y="1333812"/>
                  </a:lnTo>
                  <a:lnTo>
                    <a:pt x="4247477" y="1333812"/>
                  </a:lnTo>
                  <a:lnTo>
                    <a:pt x="4247570" y="1333812"/>
                  </a:lnTo>
                  <a:lnTo>
                    <a:pt x="4247664" y="1333812"/>
                  </a:lnTo>
                  <a:lnTo>
                    <a:pt x="4248410" y="1333812"/>
                  </a:lnTo>
                  <a:lnTo>
                    <a:pt x="4248503" y="1333812"/>
                  </a:lnTo>
                  <a:lnTo>
                    <a:pt x="4248783" y="1333812"/>
                  </a:lnTo>
                  <a:lnTo>
                    <a:pt x="4249249" y="1333812"/>
                  </a:lnTo>
                  <a:lnTo>
                    <a:pt x="4249342" y="1333812"/>
                  </a:lnTo>
                  <a:lnTo>
                    <a:pt x="4249435" y="1333812"/>
                  </a:lnTo>
                  <a:lnTo>
                    <a:pt x="4250648" y="1333812"/>
                  </a:lnTo>
                  <a:lnTo>
                    <a:pt x="4250834" y="1333812"/>
                  </a:lnTo>
                  <a:lnTo>
                    <a:pt x="4251021" y="1333812"/>
                  </a:lnTo>
                  <a:lnTo>
                    <a:pt x="4251114" y="1333812"/>
                  </a:lnTo>
                  <a:lnTo>
                    <a:pt x="4251487" y="1333812"/>
                  </a:lnTo>
                  <a:lnTo>
                    <a:pt x="4251580" y="1333812"/>
                  </a:lnTo>
                  <a:lnTo>
                    <a:pt x="4251673" y="1333812"/>
                  </a:lnTo>
                  <a:lnTo>
                    <a:pt x="4251767" y="1333812"/>
                  </a:lnTo>
                  <a:lnTo>
                    <a:pt x="4251953" y="1333812"/>
                  </a:lnTo>
                  <a:lnTo>
                    <a:pt x="4252046" y="1333812"/>
                  </a:lnTo>
                  <a:lnTo>
                    <a:pt x="4252233" y="1333812"/>
                  </a:lnTo>
                  <a:lnTo>
                    <a:pt x="4253072" y="1333812"/>
                  </a:lnTo>
                  <a:lnTo>
                    <a:pt x="4253165" y="1333812"/>
                  </a:lnTo>
                  <a:lnTo>
                    <a:pt x="4253445" y="1333812"/>
                  </a:lnTo>
                  <a:lnTo>
                    <a:pt x="4253538" y="1333812"/>
                  </a:lnTo>
                  <a:lnTo>
                    <a:pt x="4253631" y="1333812"/>
                  </a:lnTo>
                  <a:lnTo>
                    <a:pt x="4253818" y="1333812"/>
                  </a:lnTo>
                  <a:lnTo>
                    <a:pt x="4253911" y="1333812"/>
                  </a:lnTo>
                  <a:lnTo>
                    <a:pt x="4254191" y="1333812"/>
                  </a:lnTo>
                  <a:lnTo>
                    <a:pt x="4254377" y="1333812"/>
                  </a:lnTo>
                  <a:lnTo>
                    <a:pt x="4254750" y="1333812"/>
                  </a:lnTo>
                  <a:lnTo>
                    <a:pt x="4255496" y="1333812"/>
                  </a:lnTo>
                  <a:lnTo>
                    <a:pt x="4255590" y="1333812"/>
                  </a:lnTo>
                  <a:lnTo>
                    <a:pt x="4255869" y="1333812"/>
                  </a:lnTo>
                  <a:lnTo>
                    <a:pt x="4256149" y="1333812"/>
                  </a:lnTo>
                  <a:lnTo>
                    <a:pt x="4256429" y="1333812"/>
                  </a:lnTo>
                  <a:lnTo>
                    <a:pt x="4256522" y="1333812"/>
                  </a:lnTo>
                  <a:lnTo>
                    <a:pt x="4256802" y="1333812"/>
                  </a:lnTo>
                  <a:lnTo>
                    <a:pt x="4256988" y="1333812"/>
                  </a:lnTo>
                  <a:lnTo>
                    <a:pt x="4257361" y="1333812"/>
                  </a:lnTo>
                  <a:lnTo>
                    <a:pt x="4257455" y="1333812"/>
                  </a:lnTo>
                  <a:lnTo>
                    <a:pt x="4257641" y="1333812"/>
                  </a:lnTo>
                  <a:lnTo>
                    <a:pt x="4258853" y="1333812"/>
                  </a:lnTo>
                  <a:lnTo>
                    <a:pt x="4258947" y="1333812"/>
                  </a:lnTo>
                  <a:lnTo>
                    <a:pt x="4259040" y="1333812"/>
                  </a:lnTo>
                  <a:lnTo>
                    <a:pt x="4259320" y="1333812"/>
                  </a:lnTo>
                  <a:lnTo>
                    <a:pt x="4259413" y="1333812"/>
                  </a:lnTo>
                  <a:lnTo>
                    <a:pt x="4259599" y="1333812"/>
                  </a:lnTo>
                  <a:lnTo>
                    <a:pt x="4259879" y="1333812"/>
                  </a:lnTo>
                  <a:lnTo>
                    <a:pt x="4259972" y="1333812"/>
                  </a:lnTo>
                  <a:lnTo>
                    <a:pt x="4260252" y="1333812"/>
                  </a:lnTo>
                  <a:lnTo>
                    <a:pt x="4260532" y="1333812"/>
                  </a:lnTo>
                  <a:lnTo>
                    <a:pt x="4260625" y="1333812"/>
                  </a:lnTo>
                  <a:lnTo>
                    <a:pt x="4260811" y="1333812"/>
                  </a:lnTo>
                  <a:lnTo>
                    <a:pt x="4260905" y="1333812"/>
                  </a:lnTo>
                  <a:lnTo>
                    <a:pt x="4261371" y="1333812"/>
                  </a:lnTo>
                  <a:lnTo>
                    <a:pt x="4261464" y="1333812"/>
                  </a:lnTo>
                  <a:lnTo>
                    <a:pt x="4262024" y="1333812"/>
                  </a:lnTo>
                  <a:lnTo>
                    <a:pt x="4262583" y="1333812"/>
                  </a:lnTo>
                  <a:lnTo>
                    <a:pt x="4262676" y="1333812"/>
                  </a:lnTo>
                  <a:lnTo>
                    <a:pt x="4262770" y="1333812"/>
                  </a:lnTo>
                  <a:lnTo>
                    <a:pt x="4262956" y="1333812"/>
                  </a:lnTo>
                  <a:lnTo>
                    <a:pt x="4263049" y="1333812"/>
                  </a:lnTo>
                  <a:lnTo>
                    <a:pt x="4263422" y="1333812"/>
                  </a:lnTo>
                  <a:lnTo>
                    <a:pt x="4263982" y="1333812"/>
                  </a:lnTo>
                  <a:lnTo>
                    <a:pt x="4264075" y="1333812"/>
                  </a:lnTo>
                  <a:lnTo>
                    <a:pt x="4264168" y="1333812"/>
                  </a:lnTo>
                  <a:lnTo>
                    <a:pt x="4264355" y="1323858"/>
                  </a:lnTo>
                  <a:lnTo>
                    <a:pt x="4264541" y="1323858"/>
                  </a:lnTo>
                  <a:lnTo>
                    <a:pt x="4264635" y="1323858"/>
                  </a:lnTo>
                  <a:lnTo>
                    <a:pt x="4264821" y="1323858"/>
                  </a:lnTo>
                  <a:lnTo>
                    <a:pt x="4264914" y="1323858"/>
                  </a:lnTo>
                  <a:lnTo>
                    <a:pt x="4265008" y="1323858"/>
                  </a:lnTo>
                  <a:lnTo>
                    <a:pt x="4265101" y="1323858"/>
                  </a:lnTo>
                  <a:lnTo>
                    <a:pt x="4265474" y="1323858"/>
                  </a:lnTo>
                  <a:lnTo>
                    <a:pt x="4265567" y="1323858"/>
                  </a:lnTo>
                  <a:lnTo>
                    <a:pt x="4266406" y="1323858"/>
                  </a:lnTo>
                  <a:lnTo>
                    <a:pt x="4266500" y="1323858"/>
                  </a:lnTo>
                  <a:lnTo>
                    <a:pt x="4266593" y="1323858"/>
                  </a:lnTo>
                  <a:lnTo>
                    <a:pt x="4267152" y="1323858"/>
                  </a:lnTo>
                  <a:lnTo>
                    <a:pt x="4267898" y="1323858"/>
                  </a:lnTo>
                  <a:lnTo>
                    <a:pt x="4267991" y="1323858"/>
                  </a:lnTo>
                  <a:lnTo>
                    <a:pt x="4268085" y="1323858"/>
                  </a:lnTo>
                  <a:lnTo>
                    <a:pt x="4268458" y="1323858"/>
                  </a:lnTo>
                  <a:lnTo>
                    <a:pt x="4268551" y="1323858"/>
                  </a:lnTo>
                  <a:lnTo>
                    <a:pt x="4269110" y="1313904"/>
                  </a:lnTo>
                  <a:lnTo>
                    <a:pt x="4269204" y="1313904"/>
                  </a:lnTo>
                  <a:lnTo>
                    <a:pt x="4269297" y="1313904"/>
                  </a:lnTo>
                  <a:lnTo>
                    <a:pt x="4269577" y="1313904"/>
                  </a:lnTo>
                  <a:lnTo>
                    <a:pt x="4269670" y="1313904"/>
                  </a:lnTo>
                  <a:lnTo>
                    <a:pt x="4269763" y="1313904"/>
                  </a:lnTo>
                  <a:lnTo>
                    <a:pt x="4269856" y="1313904"/>
                  </a:lnTo>
                  <a:lnTo>
                    <a:pt x="4269950" y="1313904"/>
                  </a:lnTo>
                  <a:lnTo>
                    <a:pt x="4269950" y="1303950"/>
                  </a:lnTo>
                  <a:lnTo>
                    <a:pt x="4270136" y="1303950"/>
                  </a:lnTo>
                  <a:lnTo>
                    <a:pt x="4270975" y="1303950"/>
                  </a:lnTo>
                  <a:lnTo>
                    <a:pt x="4271348" y="1303950"/>
                  </a:lnTo>
                  <a:lnTo>
                    <a:pt x="4272188" y="1303950"/>
                  </a:lnTo>
                  <a:lnTo>
                    <a:pt x="4272467" y="1303950"/>
                  </a:lnTo>
                  <a:lnTo>
                    <a:pt x="4272840" y="1303950"/>
                  </a:lnTo>
                  <a:lnTo>
                    <a:pt x="4273493" y="1303950"/>
                  </a:lnTo>
                  <a:lnTo>
                    <a:pt x="4273493" y="1293996"/>
                  </a:lnTo>
                  <a:lnTo>
                    <a:pt x="4273866" y="1293996"/>
                  </a:lnTo>
                  <a:lnTo>
                    <a:pt x="4273959" y="1293996"/>
                  </a:lnTo>
                  <a:lnTo>
                    <a:pt x="4274052" y="1293996"/>
                  </a:lnTo>
                  <a:lnTo>
                    <a:pt x="4274146" y="1293996"/>
                  </a:lnTo>
                  <a:lnTo>
                    <a:pt x="4275078" y="1293996"/>
                  </a:lnTo>
                  <a:lnTo>
                    <a:pt x="4275358" y="1293996"/>
                  </a:lnTo>
                  <a:lnTo>
                    <a:pt x="4275451" y="1293996"/>
                  </a:lnTo>
                  <a:lnTo>
                    <a:pt x="4275544" y="1293996"/>
                  </a:lnTo>
                  <a:lnTo>
                    <a:pt x="4276197" y="1293996"/>
                  </a:lnTo>
                  <a:lnTo>
                    <a:pt x="4276384" y="1293996"/>
                  </a:lnTo>
                  <a:lnTo>
                    <a:pt x="4276477" y="1293996"/>
                  </a:lnTo>
                  <a:lnTo>
                    <a:pt x="4276850" y="1293996"/>
                  </a:lnTo>
                  <a:lnTo>
                    <a:pt x="4277036" y="1293996"/>
                  </a:lnTo>
                  <a:lnTo>
                    <a:pt x="4277409" y="1293996"/>
                  </a:lnTo>
                  <a:lnTo>
                    <a:pt x="4277782" y="1293996"/>
                  </a:lnTo>
                  <a:lnTo>
                    <a:pt x="4278155" y="1293996"/>
                  </a:lnTo>
                  <a:lnTo>
                    <a:pt x="4278249" y="1293996"/>
                  </a:lnTo>
                  <a:lnTo>
                    <a:pt x="4278342" y="1293996"/>
                  </a:lnTo>
                  <a:lnTo>
                    <a:pt x="4278435" y="1284043"/>
                  </a:lnTo>
                  <a:lnTo>
                    <a:pt x="4278622" y="1284043"/>
                  </a:lnTo>
                  <a:lnTo>
                    <a:pt x="4278808" y="1284043"/>
                  </a:lnTo>
                  <a:lnTo>
                    <a:pt x="4278901" y="1284043"/>
                  </a:lnTo>
                  <a:lnTo>
                    <a:pt x="4278995" y="1284043"/>
                  </a:lnTo>
                  <a:lnTo>
                    <a:pt x="4279368" y="1284043"/>
                  </a:lnTo>
                  <a:lnTo>
                    <a:pt x="4279554" y="1284043"/>
                  </a:lnTo>
                  <a:lnTo>
                    <a:pt x="4279647" y="1284043"/>
                  </a:lnTo>
                  <a:lnTo>
                    <a:pt x="4279741" y="1284043"/>
                  </a:lnTo>
                  <a:lnTo>
                    <a:pt x="4279834" y="1284043"/>
                  </a:lnTo>
                  <a:lnTo>
                    <a:pt x="4280114" y="1284043"/>
                  </a:lnTo>
                  <a:lnTo>
                    <a:pt x="4280207" y="1284043"/>
                  </a:lnTo>
                  <a:lnTo>
                    <a:pt x="4280300" y="1284043"/>
                  </a:lnTo>
                  <a:lnTo>
                    <a:pt x="4280393" y="1284043"/>
                  </a:lnTo>
                  <a:lnTo>
                    <a:pt x="4281046" y="1284043"/>
                  </a:lnTo>
                  <a:lnTo>
                    <a:pt x="4281419" y="1284043"/>
                  </a:lnTo>
                  <a:lnTo>
                    <a:pt x="4281978" y="1284043"/>
                  </a:lnTo>
                  <a:lnTo>
                    <a:pt x="4282072" y="1284043"/>
                  </a:lnTo>
                  <a:lnTo>
                    <a:pt x="4282445" y="1274089"/>
                  </a:lnTo>
                  <a:lnTo>
                    <a:pt x="4282538" y="1274089"/>
                  </a:lnTo>
                  <a:lnTo>
                    <a:pt x="4282631" y="1274089"/>
                  </a:lnTo>
                  <a:lnTo>
                    <a:pt x="4282724" y="1274089"/>
                  </a:lnTo>
                  <a:lnTo>
                    <a:pt x="4282818" y="1274089"/>
                  </a:lnTo>
                  <a:lnTo>
                    <a:pt x="4283191" y="1274089"/>
                  </a:lnTo>
                  <a:lnTo>
                    <a:pt x="4283470" y="1274089"/>
                  </a:lnTo>
                  <a:lnTo>
                    <a:pt x="4283657" y="1274089"/>
                  </a:lnTo>
                  <a:lnTo>
                    <a:pt x="4283750" y="1274089"/>
                  </a:lnTo>
                  <a:lnTo>
                    <a:pt x="4283843" y="1274089"/>
                  </a:lnTo>
                  <a:lnTo>
                    <a:pt x="4283937" y="1274089"/>
                  </a:lnTo>
                  <a:lnTo>
                    <a:pt x="4284123" y="1274089"/>
                  </a:lnTo>
                  <a:lnTo>
                    <a:pt x="4284403" y="1274089"/>
                  </a:lnTo>
                  <a:lnTo>
                    <a:pt x="4284589" y="1274089"/>
                  </a:lnTo>
                  <a:lnTo>
                    <a:pt x="4284869" y="1274089"/>
                  </a:lnTo>
                  <a:lnTo>
                    <a:pt x="4284962" y="1274089"/>
                  </a:lnTo>
                  <a:lnTo>
                    <a:pt x="4285149" y="1274089"/>
                  </a:lnTo>
                  <a:lnTo>
                    <a:pt x="4285335" y="1274089"/>
                  </a:lnTo>
                  <a:lnTo>
                    <a:pt x="4285522" y="1274089"/>
                  </a:lnTo>
                  <a:lnTo>
                    <a:pt x="4285615" y="1274089"/>
                  </a:lnTo>
                  <a:lnTo>
                    <a:pt x="4285895" y="1274089"/>
                  </a:lnTo>
                  <a:lnTo>
                    <a:pt x="4286175" y="1274089"/>
                  </a:lnTo>
                  <a:lnTo>
                    <a:pt x="4286641" y="1274089"/>
                  </a:lnTo>
                  <a:lnTo>
                    <a:pt x="4286921" y="1274089"/>
                  </a:lnTo>
                  <a:lnTo>
                    <a:pt x="4287294" y="1274089"/>
                  </a:lnTo>
                  <a:lnTo>
                    <a:pt x="4287387" y="1274089"/>
                  </a:lnTo>
                  <a:lnTo>
                    <a:pt x="4287573" y="1274089"/>
                  </a:lnTo>
                  <a:lnTo>
                    <a:pt x="4287666" y="1274089"/>
                  </a:lnTo>
                  <a:lnTo>
                    <a:pt x="4287946" y="1274089"/>
                  </a:lnTo>
                  <a:lnTo>
                    <a:pt x="4288506" y="1274089"/>
                  </a:lnTo>
                  <a:lnTo>
                    <a:pt x="4288599" y="1274089"/>
                  </a:lnTo>
                  <a:lnTo>
                    <a:pt x="4289158" y="1274089"/>
                  </a:lnTo>
                  <a:lnTo>
                    <a:pt x="4289438" y="1274089"/>
                  </a:lnTo>
                  <a:lnTo>
                    <a:pt x="4289625" y="1274089"/>
                  </a:lnTo>
                  <a:lnTo>
                    <a:pt x="4289811" y="1274089"/>
                  </a:lnTo>
                  <a:lnTo>
                    <a:pt x="4289904" y="1274089"/>
                  </a:lnTo>
                  <a:lnTo>
                    <a:pt x="4291023" y="1274089"/>
                  </a:lnTo>
                  <a:lnTo>
                    <a:pt x="4291863" y="1274089"/>
                  </a:lnTo>
                  <a:lnTo>
                    <a:pt x="4291956" y="1274089"/>
                  </a:lnTo>
                  <a:lnTo>
                    <a:pt x="4292049" y="1274089"/>
                  </a:lnTo>
                  <a:lnTo>
                    <a:pt x="4292888" y="1274089"/>
                  </a:lnTo>
                  <a:lnTo>
                    <a:pt x="4292982" y="1274089"/>
                  </a:lnTo>
                  <a:lnTo>
                    <a:pt x="4293168" y="1274089"/>
                  </a:lnTo>
                  <a:lnTo>
                    <a:pt x="4293261" y="1274089"/>
                  </a:lnTo>
                  <a:lnTo>
                    <a:pt x="4294101" y="1274089"/>
                  </a:lnTo>
                  <a:lnTo>
                    <a:pt x="4294567" y="1274089"/>
                  </a:lnTo>
                  <a:lnTo>
                    <a:pt x="4294846" y="1274089"/>
                  </a:lnTo>
                  <a:lnTo>
                    <a:pt x="4294940" y="1274089"/>
                  </a:lnTo>
                  <a:lnTo>
                    <a:pt x="4295592" y="1274089"/>
                  </a:lnTo>
                  <a:lnTo>
                    <a:pt x="4296152" y="1274089"/>
                  </a:lnTo>
                  <a:lnTo>
                    <a:pt x="4296618" y="1274089"/>
                  </a:lnTo>
                  <a:lnTo>
                    <a:pt x="4297271" y="1274089"/>
                  </a:lnTo>
                  <a:lnTo>
                    <a:pt x="4297737" y="1274089"/>
                  </a:lnTo>
                  <a:lnTo>
                    <a:pt x="4297830" y="1274089"/>
                  </a:lnTo>
                  <a:lnTo>
                    <a:pt x="4298110" y="1274089"/>
                  </a:lnTo>
                  <a:lnTo>
                    <a:pt x="4298203" y="1274089"/>
                  </a:lnTo>
                  <a:lnTo>
                    <a:pt x="4298297" y="1274089"/>
                  </a:lnTo>
                  <a:lnTo>
                    <a:pt x="4298670" y="1264135"/>
                  </a:lnTo>
                  <a:lnTo>
                    <a:pt x="4299136" y="1264135"/>
                  </a:lnTo>
                  <a:lnTo>
                    <a:pt x="4299322" y="1264135"/>
                  </a:lnTo>
                  <a:lnTo>
                    <a:pt x="4299789" y="1264135"/>
                  </a:lnTo>
                  <a:lnTo>
                    <a:pt x="4299975" y="1264135"/>
                  </a:lnTo>
                  <a:lnTo>
                    <a:pt x="4300628" y="1264135"/>
                  </a:lnTo>
                  <a:lnTo>
                    <a:pt x="4300908" y="1264135"/>
                  </a:lnTo>
                  <a:lnTo>
                    <a:pt x="4301001" y="1264135"/>
                  </a:lnTo>
                  <a:lnTo>
                    <a:pt x="4301281" y="1264135"/>
                  </a:lnTo>
                  <a:lnTo>
                    <a:pt x="4301374" y="1264135"/>
                  </a:lnTo>
                  <a:lnTo>
                    <a:pt x="4301467" y="1264135"/>
                  </a:lnTo>
                  <a:lnTo>
                    <a:pt x="4301653" y="1264135"/>
                  </a:lnTo>
                  <a:lnTo>
                    <a:pt x="4301747" y="1264135"/>
                  </a:lnTo>
                  <a:lnTo>
                    <a:pt x="4301840" y="1264135"/>
                  </a:lnTo>
                  <a:lnTo>
                    <a:pt x="4302213" y="1264135"/>
                  </a:lnTo>
                  <a:lnTo>
                    <a:pt x="4302306" y="1264135"/>
                  </a:lnTo>
                  <a:lnTo>
                    <a:pt x="4302493" y="1264135"/>
                  </a:lnTo>
                  <a:lnTo>
                    <a:pt x="4302586" y="1264135"/>
                  </a:lnTo>
                  <a:lnTo>
                    <a:pt x="4302679" y="1264135"/>
                  </a:lnTo>
                  <a:lnTo>
                    <a:pt x="4302772" y="1264135"/>
                  </a:lnTo>
                  <a:lnTo>
                    <a:pt x="4303425" y="1264135"/>
                  </a:lnTo>
                  <a:lnTo>
                    <a:pt x="4303518" y="1264135"/>
                  </a:lnTo>
                  <a:lnTo>
                    <a:pt x="4303891" y="1264135"/>
                  </a:lnTo>
                  <a:lnTo>
                    <a:pt x="4304171" y="1264135"/>
                  </a:lnTo>
                  <a:lnTo>
                    <a:pt x="4304264" y="1264135"/>
                  </a:lnTo>
                  <a:lnTo>
                    <a:pt x="4304451" y="1264135"/>
                  </a:lnTo>
                  <a:lnTo>
                    <a:pt x="4304637" y="1264135"/>
                  </a:lnTo>
                  <a:lnTo>
                    <a:pt x="4304731" y="1264135"/>
                  </a:lnTo>
                  <a:lnTo>
                    <a:pt x="4304824" y="1264135"/>
                  </a:lnTo>
                  <a:lnTo>
                    <a:pt x="4305104" y="1264135"/>
                  </a:lnTo>
                  <a:lnTo>
                    <a:pt x="4305197" y="1264135"/>
                  </a:lnTo>
                  <a:lnTo>
                    <a:pt x="4305383" y="1264135"/>
                  </a:lnTo>
                  <a:lnTo>
                    <a:pt x="4305663" y="1264135"/>
                  </a:lnTo>
                  <a:lnTo>
                    <a:pt x="4305756" y="1264135"/>
                  </a:lnTo>
                  <a:lnTo>
                    <a:pt x="4305850" y="1264135"/>
                  </a:lnTo>
                  <a:lnTo>
                    <a:pt x="4305943" y="1264135"/>
                  </a:lnTo>
                  <a:lnTo>
                    <a:pt x="4306129" y="1264135"/>
                  </a:lnTo>
                  <a:lnTo>
                    <a:pt x="4306223" y="1264135"/>
                  </a:lnTo>
                  <a:lnTo>
                    <a:pt x="4306316" y="1264135"/>
                  </a:lnTo>
                  <a:lnTo>
                    <a:pt x="4306409" y="1264135"/>
                  </a:lnTo>
                  <a:lnTo>
                    <a:pt x="4306502" y="1264135"/>
                  </a:lnTo>
                  <a:lnTo>
                    <a:pt x="4306689" y="1264135"/>
                  </a:lnTo>
                  <a:lnTo>
                    <a:pt x="4306875" y="1264135"/>
                  </a:lnTo>
                  <a:lnTo>
                    <a:pt x="4306969" y="1264135"/>
                  </a:lnTo>
                  <a:lnTo>
                    <a:pt x="4307248" y="1264135"/>
                  </a:lnTo>
                  <a:lnTo>
                    <a:pt x="4307342" y="1264135"/>
                  </a:lnTo>
                  <a:lnTo>
                    <a:pt x="4307435" y="1264135"/>
                  </a:lnTo>
                  <a:lnTo>
                    <a:pt x="4307621" y="1264135"/>
                  </a:lnTo>
                  <a:lnTo>
                    <a:pt x="4316013" y="1254181"/>
                  </a:lnTo>
                  <a:lnTo>
                    <a:pt x="4316107" y="1254181"/>
                  </a:lnTo>
                  <a:lnTo>
                    <a:pt x="4316200" y="1254181"/>
                  </a:lnTo>
                  <a:lnTo>
                    <a:pt x="4316759" y="1254181"/>
                  </a:lnTo>
                  <a:lnTo>
                    <a:pt x="4316853" y="1254181"/>
                  </a:lnTo>
                  <a:lnTo>
                    <a:pt x="4317319" y="1254181"/>
                  </a:lnTo>
                  <a:lnTo>
                    <a:pt x="4317505" y="1254181"/>
                  </a:lnTo>
                  <a:lnTo>
                    <a:pt x="4317692" y="1254181"/>
                  </a:lnTo>
                  <a:lnTo>
                    <a:pt x="4317785" y="1254181"/>
                  </a:lnTo>
                  <a:lnTo>
                    <a:pt x="4318065" y="1254181"/>
                  </a:lnTo>
                  <a:lnTo>
                    <a:pt x="4318438" y="1254181"/>
                  </a:lnTo>
                  <a:lnTo>
                    <a:pt x="4318531" y="1254181"/>
                  </a:lnTo>
                  <a:lnTo>
                    <a:pt x="4318624" y="1254181"/>
                  </a:lnTo>
                  <a:lnTo>
                    <a:pt x="4319557" y="1254181"/>
                  </a:lnTo>
                  <a:lnTo>
                    <a:pt x="4319650" y="1254181"/>
                  </a:lnTo>
                  <a:lnTo>
                    <a:pt x="4320303" y="1254181"/>
                  </a:lnTo>
                  <a:lnTo>
                    <a:pt x="4320676" y="1254181"/>
                  </a:lnTo>
                  <a:lnTo>
                    <a:pt x="4321235" y="1254181"/>
                  </a:lnTo>
                  <a:lnTo>
                    <a:pt x="4321329" y="1254181"/>
                  </a:lnTo>
                  <a:lnTo>
                    <a:pt x="4321702" y="1254181"/>
                  </a:lnTo>
                  <a:lnTo>
                    <a:pt x="4321795" y="1244227"/>
                  </a:lnTo>
                  <a:lnTo>
                    <a:pt x="4321888" y="1244227"/>
                  </a:lnTo>
                  <a:lnTo>
                    <a:pt x="4322261" y="1244227"/>
                  </a:lnTo>
                  <a:lnTo>
                    <a:pt x="4322447" y="1244227"/>
                  </a:lnTo>
                  <a:lnTo>
                    <a:pt x="4322820" y="1244227"/>
                  </a:lnTo>
                  <a:lnTo>
                    <a:pt x="4323007" y="1244227"/>
                  </a:lnTo>
                  <a:lnTo>
                    <a:pt x="4323380" y="1244227"/>
                  </a:lnTo>
                  <a:lnTo>
                    <a:pt x="4323566" y="1244227"/>
                  </a:lnTo>
                  <a:lnTo>
                    <a:pt x="4323660" y="1244227"/>
                  </a:lnTo>
                  <a:lnTo>
                    <a:pt x="4324126" y="1244227"/>
                  </a:lnTo>
                  <a:lnTo>
                    <a:pt x="4324499" y="1244227"/>
                  </a:lnTo>
                  <a:lnTo>
                    <a:pt x="4324685" y="1244227"/>
                  </a:lnTo>
                  <a:lnTo>
                    <a:pt x="4324779" y="1244227"/>
                  </a:lnTo>
                  <a:lnTo>
                    <a:pt x="4324872" y="1244227"/>
                  </a:lnTo>
                  <a:lnTo>
                    <a:pt x="4324965" y="1244227"/>
                  </a:lnTo>
                  <a:lnTo>
                    <a:pt x="4325152" y="1244227"/>
                  </a:lnTo>
                  <a:lnTo>
                    <a:pt x="4325245" y="1244227"/>
                  </a:lnTo>
                  <a:lnTo>
                    <a:pt x="4325338" y="1244227"/>
                  </a:lnTo>
                  <a:lnTo>
                    <a:pt x="4325618" y="1244227"/>
                  </a:lnTo>
                  <a:lnTo>
                    <a:pt x="4325711" y="1244227"/>
                  </a:lnTo>
                  <a:lnTo>
                    <a:pt x="4326177" y="1244227"/>
                  </a:lnTo>
                  <a:lnTo>
                    <a:pt x="4326271" y="1244227"/>
                  </a:lnTo>
                  <a:lnTo>
                    <a:pt x="4326364" y="1244227"/>
                  </a:lnTo>
                  <a:lnTo>
                    <a:pt x="4326550" y="1244227"/>
                  </a:lnTo>
                  <a:lnTo>
                    <a:pt x="4326644" y="1244227"/>
                  </a:lnTo>
                  <a:lnTo>
                    <a:pt x="4326737" y="1244227"/>
                  </a:lnTo>
                  <a:lnTo>
                    <a:pt x="4326830" y="1244227"/>
                  </a:lnTo>
                  <a:lnTo>
                    <a:pt x="4327017" y="1244227"/>
                  </a:lnTo>
                  <a:lnTo>
                    <a:pt x="4327483" y="1244227"/>
                  </a:lnTo>
                  <a:lnTo>
                    <a:pt x="4327576" y="1244227"/>
                  </a:lnTo>
                  <a:lnTo>
                    <a:pt x="4327669" y="1234274"/>
                  </a:lnTo>
                  <a:lnTo>
                    <a:pt x="4327856" y="1234274"/>
                  </a:lnTo>
                  <a:lnTo>
                    <a:pt x="4327949" y="1234274"/>
                  </a:lnTo>
                  <a:lnTo>
                    <a:pt x="4328229" y="1234274"/>
                  </a:lnTo>
                  <a:lnTo>
                    <a:pt x="4328322" y="1234274"/>
                  </a:lnTo>
                  <a:lnTo>
                    <a:pt x="4328415" y="1234274"/>
                  </a:lnTo>
                  <a:lnTo>
                    <a:pt x="4328602" y="1234274"/>
                  </a:lnTo>
                  <a:lnTo>
                    <a:pt x="4328882" y="1224320"/>
                  </a:lnTo>
                  <a:lnTo>
                    <a:pt x="4329627" y="1224320"/>
                  </a:lnTo>
                  <a:lnTo>
                    <a:pt x="4329907" y="1224320"/>
                  </a:lnTo>
                  <a:lnTo>
                    <a:pt x="4330094" y="1224320"/>
                  </a:lnTo>
                  <a:lnTo>
                    <a:pt x="4330187" y="1224320"/>
                  </a:lnTo>
                  <a:lnTo>
                    <a:pt x="4330840" y="1224320"/>
                  </a:lnTo>
                  <a:lnTo>
                    <a:pt x="4331119" y="1224320"/>
                  </a:lnTo>
                  <a:lnTo>
                    <a:pt x="4331306" y="1224320"/>
                  </a:lnTo>
                  <a:lnTo>
                    <a:pt x="4331399" y="1224320"/>
                  </a:lnTo>
                  <a:lnTo>
                    <a:pt x="4332145" y="1224320"/>
                  </a:lnTo>
                  <a:lnTo>
                    <a:pt x="4332238" y="1224320"/>
                  </a:lnTo>
                  <a:lnTo>
                    <a:pt x="4332891" y="1224320"/>
                  </a:lnTo>
                  <a:lnTo>
                    <a:pt x="4333171" y="1224320"/>
                  </a:lnTo>
                  <a:lnTo>
                    <a:pt x="4334290" y="1224320"/>
                  </a:lnTo>
                  <a:lnTo>
                    <a:pt x="4334570" y="1224320"/>
                  </a:lnTo>
                  <a:lnTo>
                    <a:pt x="4334756" y="1224320"/>
                  </a:lnTo>
                  <a:lnTo>
                    <a:pt x="4335316" y="1224320"/>
                  </a:lnTo>
                  <a:lnTo>
                    <a:pt x="4335502" y="1224320"/>
                  </a:lnTo>
                  <a:lnTo>
                    <a:pt x="4335782" y="1224320"/>
                  </a:lnTo>
                  <a:lnTo>
                    <a:pt x="4336155" y="1214366"/>
                  </a:lnTo>
                  <a:lnTo>
                    <a:pt x="4336341" y="1214366"/>
                  </a:lnTo>
                  <a:lnTo>
                    <a:pt x="4336621" y="1214366"/>
                  </a:lnTo>
                  <a:lnTo>
                    <a:pt x="4337274" y="1214366"/>
                  </a:lnTo>
                  <a:lnTo>
                    <a:pt x="4337647" y="1204412"/>
                  </a:lnTo>
                  <a:lnTo>
                    <a:pt x="4338020" y="1204412"/>
                  </a:lnTo>
                  <a:lnTo>
                    <a:pt x="4338206" y="1204412"/>
                  </a:lnTo>
                  <a:lnTo>
                    <a:pt x="4338393" y="1204412"/>
                  </a:lnTo>
                  <a:lnTo>
                    <a:pt x="4338766" y="1204412"/>
                  </a:lnTo>
                  <a:lnTo>
                    <a:pt x="4338952" y="1204412"/>
                  </a:lnTo>
                  <a:lnTo>
                    <a:pt x="4339139" y="1204412"/>
                  </a:lnTo>
                  <a:lnTo>
                    <a:pt x="4339232" y="1204412"/>
                  </a:lnTo>
                  <a:lnTo>
                    <a:pt x="4339418" y="1204412"/>
                  </a:lnTo>
                  <a:lnTo>
                    <a:pt x="4340258" y="1204412"/>
                  </a:lnTo>
                  <a:lnTo>
                    <a:pt x="4340351" y="1204412"/>
                  </a:lnTo>
                  <a:lnTo>
                    <a:pt x="4340444" y="1204412"/>
                  </a:lnTo>
                  <a:lnTo>
                    <a:pt x="4340631" y="1204412"/>
                  </a:lnTo>
                  <a:lnTo>
                    <a:pt x="4340817" y="1204412"/>
                  </a:lnTo>
                  <a:lnTo>
                    <a:pt x="4341004" y="1204412"/>
                  </a:lnTo>
                  <a:lnTo>
                    <a:pt x="4341470" y="1204412"/>
                  </a:lnTo>
                  <a:lnTo>
                    <a:pt x="4341563" y="1204412"/>
                  </a:lnTo>
                  <a:lnTo>
                    <a:pt x="4341656" y="1204412"/>
                  </a:lnTo>
                  <a:lnTo>
                    <a:pt x="4341750" y="1204412"/>
                  </a:lnTo>
                  <a:lnTo>
                    <a:pt x="4341843" y="1204412"/>
                  </a:lnTo>
                  <a:lnTo>
                    <a:pt x="4341936" y="1204412"/>
                  </a:lnTo>
                  <a:lnTo>
                    <a:pt x="4342216" y="1204412"/>
                  </a:lnTo>
                  <a:lnTo>
                    <a:pt x="4342309" y="1204412"/>
                  </a:lnTo>
                  <a:lnTo>
                    <a:pt x="4342589" y="1204412"/>
                  </a:lnTo>
                  <a:lnTo>
                    <a:pt x="4342682" y="1204412"/>
                  </a:lnTo>
                  <a:lnTo>
                    <a:pt x="4342775" y="1204412"/>
                  </a:lnTo>
                  <a:lnTo>
                    <a:pt x="4343241" y="1204412"/>
                  </a:lnTo>
                  <a:lnTo>
                    <a:pt x="4343335" y="1204412"/>
                  </a:lnTo>
                  <a:lnTo>
                    <a:pt x="4343894" y="1204412"/>
                  </a:lnTo>
                  <a:lnTo>
                    <a:pt x="4343987" y="1204412"/>
                  </a:lnTo>
                  <a:lnTo>
                    <a:pt x="4344640" y="1204412"/>
                  </a:lnTo>
                  <a:lnTo>
                    <a:pt x="4344733" y="1204412"/>
                  </a:lnTo>
                  <a:lnTo>
                    <a:pt x="4344827" y="1204412"/>
                  </a:lnTo>
                  <a:lnTo>
                    <a:pt x="4345013" y="1204412"/>
                  </a:lnTo>
                  <a:lnTo>
                    <a:pt x="4345106" y="1204412"/>
                  </a:lnTo>
                  <a:lnTo>
                    <a:pt x="4345200" y="1204412"/>
                  </a:lnTo>
                  <a:lnTo>
                    <a:pt x="4345386" y="1204412"/>
                  </a:lnTo>
                  <a:lnTo>
                    <a:pt x="4345573" y="1204412"/>
                  </a:lnTo>
                  <a:lnTo>
                    <a:pt x="4345666" y="1204412"/>
                  </a:lnTo>
                  <a:lnTo>
                    <a:pt x="4346039" y="1204412"/>
                  </a:lnTo>
                  <a:lnTo>
                    <a:pt x="4346319" y="1204412"/>
                  </a:lnTo>
                  <a:lnTo>
                    <a:pt x="4346878" y="1204412"/>
                  </a:lnTo>
                  <a:lnTo>
                    <a:pt x="4346971" y="1204412"/>
                  </a:lnTo>
                  <a:lnTo>
                    <a:pt x="4347158" y="1204412"/>
                  </a:lnTo>
                  <a:lnTo>
                    <a:pt x="4347531" y="1204412"/>
                  </a:lnTo>
                  <a:lnTo>
                    <a:pt x="4347624" y="1204412"/>
                  </a:lnTo>
                  <a:lnTo>
                    <a:pt x="4347997" y="1204412"/>
                  </a:lnTo>
                  <a:lnTo>
                    <a:pt x="4348277" y="1204412"/>
                  </a:lnTo>
                  <a:lnTo>
                    <a:pt x="4348370" y="1204412"/>
                  </a:lnTo>
                  <a:lnTo>
                    <a:pt x="4348463" y="1204412"/>
                  </a:lnTo>
                  <a:lnTo>
                    <a:pt x="4348557" y="1204412"/>
                  </a:lnTo>
                  <a:lnTo>
                    <a:pt x="4348650" y="1204412"/>
                  </a:lnTo>
                  <a:lnTo>
                    <a:pt x="4349303" y="1204412"/>
                  </a:lnTo>
                  <a:lnTo>
                    <a:pt x="4349396" y="1204412"/>
                  </a:lnTo>
                  <a:lnTo>
                    <a:pt x="4349489" y="1204412"/>
                  </a:lnTo>
                  <a:lnTo>
                    <a:pt x="4349676" y="1204412"/>
                  </a:lnTo>
                  <a:lnTo>
                    <a:pt x="4350608" y="1204412"/>
                  </a:lnTo>
                  <a:lnTo>
                    <a:pt x="4350701" y="1204412"/>
                  </a:lnTo>
                  <a:lnTo>
                    <a:pt x="4351074" y="1204412"/>
                  </a:lnTo>
                  <a:lnTo>
                    <a:pt x="4351167" y="1204412"/>
                  </a:lnTo>
                  <a:lnTo>
                    <a:pt x="4351727" y="1204412"/>
                  </a:lnTo>
                  <a:lnTo>
                    <a:pt x="4351820" y="1204412"/>
                  </a:lnTo>
                  <a:lnTo>
                    <a:pt x="4352007" y="1204412"/>
                  </a:lnTo>
                  <a:lnTo>
                    <a:pt x="4352286" y="1194458"/>
                  </a:lnTo>
                  <a:lnTo>
                    <a:pt x="4352939" y="1194458"/>
                  </a:lnTo>
                  <a:lnTo>
                    <a:pt x="4353032" y="1194458"/>
                  </a:lnTo>
                  <a:lnTo>
                    <a:pt x="4353872" y="1194458"/>
                  </a:lnTo>
                  <a:lnTo>
                    <a:pt x="4354151" y="1194458"/>
                  </a:lnTo>
                  <a:lnTo>
                    <a:pt x="4354245" y="1194458"/>
                  </a:lnTo>
                  <a:lnTo>
                    <a:pt x="4354338" y="1194458"/>
                  </a:lnTo>
                  <a:lnTo>
                    <a:pt x="4354431" y="1194458"/>
                  </a:lnTo>
                  <a:lnTo>
                    <a:pt x="4354618" y="1194458"/>
                  </a:lnTo>
                  <a:lnTo>
                    <a:pt x="4355457" y="1194458"/>
                  </a:lnTo>
                  <a:lnTo>
                    <a:pt x="4355550" y="1194458"/>
                  </a:lnTo>
                  <a:lnTo>
                    <a:pt x="4355923" y="1194458"/>
                  </a:lnTo>
                  <a:lnTo>
                    <a:pt x="4356016" y="1194458"/>
                  </a:lnTo>
                  <a:lnTo>
                    <a:pt x="4356110" y="1194458"/>
                  </a:lnTo>
                  <a:lnTo>
                    <a:pt x="4356203" y="1194458"/>
                  </a:lnTo>
                  <a:lnTo>
                    <a:pt x="4356389" y="1194458"/>
                  </a:lnTo>
                  <a:lnTo>
                    <a:pt x="4356669" y="1194458"/>
                  </a:lnTo>
                  <a:lnTo>
                    <a:pt x="4357228" y="1194458"/>
                  </a:lnTo>
                  <a:lnTo>
                    <a:pt x="4357601" y="1194458"/>
                  </a:lnTo>
                  <a:lnTo>
                    <a:pt x="4358068" y="1194458"/>
                  </a:lnTo>
                  <a:lnTo>
                    <a:pt x="4358161" y="1194458"/>
                  </a:lnTo>
                  <a:lnTo>
                    <a:pt x="4358441" y="1194458"/>
                  </a:lnTo>
                  <a:lnTo>
                    <a:pt x="4358534" y="1194458"/>
                  </a:lnTo>
                  <a:lnTo>
                    <a:pt x="4359000" y="1194458"/>
                  </a:lnTo>
                  <a:lnTo>
                    <a:pt x="4359093" y="1194458"/>
                  </a:lnTo>
                  <a:lnTo>
                    <a:pt x="4359560" y="1194458"/>
                  </a:lnTo>
                  <a:lnTo>
                    <a:pt x="4359933" y="1194458"/>
                  </a:lnTo>
                  <a:lnTo>
                    <a:pt x="4360026" y="1194458"/>
                  </a:lnTo>
                  <a:lnTo>
                    <a:pt x="4360399" y="1194458"/>
                  </a:lnTo>
                  <a:lnTo>
                    <a:pt x="4360958" y="1194458"/>
                  </a:lnTo>
                  <a:lnTo>
                    <a:pt x="4361052" y="1194458"/>
                  </a:lnTo>
                  <a:lnTo>
                    <a:pt x="4361518" y="1194458"/>
                  </a:lnTo>
                  <a:lnTo>
                    <a:pt x="4361984" y="1194458"/>
                  </a:lnTo>
                  <a:lnTo>
                    <a:pt x="4362171" y="1194458"/>
                  </a:lnTo>
                  <a:lnTo>
                    <a:pt x="4362450" y="1194458"/>
                  </a:lnTo>
                  <a:lnTo>
                    <a:pt x="4362823" y="1194458"/>
                  </a:lnTo>
                  <a:lnTo>
                    <a:pt x="4362917" y="1194458"/>
                  </a:lnTo>
                  <a:lnTo>
                    <a:pt x="4363756" y="1194458"/>
                  </a:lnTo>
                  <a:lnTo>
                    <a:pt x="4364035" y="1194458"/>
                  </a:lnTo>
                  <a:lnTo>
                    <a:pt x="4364315" y="1194458"/>
                  </a:lnTo>
                  <a:lnTo>
                    <a:pt x="4364408" y="1194458"/>
                  </a:lnTo>
                  <a:lnTo>
                    <a:pt x="4364688" y="1194458"/>
                  </a:lnTo>
                  <a:lnTo>
                    <a:pt x="4364875" y="1194458"/>
                  </a:lnTo>
                  <a:lnTo>
                    <a:pt x="4365154" y="1194458"/>
                  </a:lnTo>
                  <a:lnTo>
                    <a:pt x="4365248" y="1194458"/>
                  </a:lnTo>
                  <a:lnTo>
                    <a:pt x="4365341" y="1194458"/>
                  </a:lnTo>
                  <a:lnTo>
                    <a:pt x="4365434" y="1194458"/>
                  </a:lnTo>
                  <a:lnTo>
                    <a:pt x="4365994" y="1194458"/>
                  </a:lnTo>
                  <a:lnTo>
                    <a:pt x="4366087" y="1194458"/>
                  </a:lnTo>
                  <a:lnTo>
                    <a:pt x="4366273" y="1194458"/>
                  </a:lnTo>
                  <a:lnTo>
                    <a:pt x="4366367" y="1194458"/>
                  </a:lnTo>
                  <a:lnTo>
                    <a:pt x="4366460" y="1194458"/>
                  </a:lnTo>
                  <a:lnTo>
                    <a:pt x="4366553" y="1194458"/>
                  </a:lnTo>
                  <a:lnTo>
                    <a:pt x="4366926" y="1194458"/>
                  </a:lnTo>
                  <a:lnTo>
                    <a:pt x="4367392" y="1194458"/>
                  </a:lnTo>
                  <a:lnTo>
                    <a:pt x="4367486" y="1194458"/>
                  </a:lnTo>
                  <a:lnTo>
                    <a:pt x="4367579" y="1194458"/>
                  </a:lnTo>
                  <a:lnTo>
                    <a:pt x="4367672" y="1194458"/>
                  </a:lnTo>
                  <a:lnTo>
                    <a:pt x="4367765" y="1194458"/>
                  </a:lnTo>
                  <a:lnTo>
                    <a:pt x="4367859" y="1194458"/>
                  </a:lnTo>
                  <a:lnTo>
                    <a:pt x="4368511" y="1194458"/>
                  </a:lnTo>
                  <a:lnTo>
                    <a:pt x="4368605" y="1194458"/>
                  </a:lnTo>
                  <a:lnTo>
                    <a:pt x="4368791" y="1194458"/>
                  </a:lnTo>
                  <a:lnTo>
                    <a:pt x="4368978" y="1194458"/>
                  </a:lnTo>
                  <a:lnTo>
                    <a:pt x="4369071" y="1194458"/>
                  </a:lnTo>
                  <a:lnTo>
                    <a:pt x="4369817" y="1194458"/>
                  </a:lnTo>
                  <a:lnTo>
                    <a:pt x="4370563" y="1194458"/>
                  </a:lnTo>
                  <a:lnTo>
                    <a:pt x="4370656" y="1194458"/>
                  </a:lnTo>
                  <a:lnTo>
                    <a:pt x="4370749" y="1194458"/>
                  </a:lnTo>
                  <a:lnTo>
                    <a:pt x="4371215" y="1194458"/>
                  </a:lnTo>
                  <a:lnTo>
                    <a:pt x="4371309" y="1194458"/>
                  </a:lnTo>
                  <a:lnTo>
                    <a:pt x="4371495" y="1194458"/>
                  </a:lnTo>
                  <a:lnTo>
                    <a:pt x="4372055" y="1194458"/>
                  </a:lnTo>
                  <a:lnTo>
                    <a:pt x="4372241" y="1194458"/>
                  </a:lnTo>
                  <a:lnTo>
                    <a:pt x="4372334" y="1194458"/>
                  </a:lnTo>
                  <a:lnTo>
                    <a:pt x="4372428" y="1194458"/>
                  </a:lnTo>
                  <a:lnTo>
                    <a:pt x="4372521" y="1194458"/>
                  </a:lnTo>
                  <a:lnTo>
                    <a:pt x="4372987" y="1194458"/>
                  </a:lnTo>
                  <a:lnTo>
                    <a:pt x="4373174" y="1194458"/>
                  </a:lnTo>
                  <a:lnTo>
                    <a:pt x="4373547" y="1194458"/>
                  </a:lnTo>
                  <a:lnTo>
                    <a:pt x="4373733" y="1194458"/>
                  </a:lnTo>
                  <a:lnTo>
                    <a:pt x="4374013" y="1194458"/>
                  </a:lnTo>
                  <a:lnTo>
                    <a:pt x="4374199" y="1194458"/>
                  </a:lnTo>
                  <a:lnTo>
                    <a:pt x="4374293" y="1194458"/>
                  </a:lnTo>
                  <a:lnTo>
                    <a:pt x="4374386" y="1194458"/>
                  </a:lnTo>
                  <a:lnTo>
                    <a:pt x="4375225" y="1194458"/>
                  </a:lnTo>
                  <a:lnTo>
                    <a:pt x="4375318" y="1194458"/>
                  </a:lnTo>
                  <a:lnTo>
                    <a:pt x="4375505" y="1194458"/>
                  </a:lnTo>
                  <a:lnTo>
                    <a:pt x="4375598" y="1194458"/>
                  </a:lnTo>
                  <a:lnTo>
                    <a:pt x="4375785" y="1194458"/>
                  </a:lnTo>
                  <a:lnTo>
                    <a:pt x="4376064" y="1194458"/>
                  </a:lnTo>
                  <a:lnTo>
                    <a:pt x="4377277" y="1194458"/>
                  </a:lnTo>
                  <a:lnTo>
                    <a:pt x="4377463" y="1194458"/>
                  </a:lnTo>
                  <a:lnTo>
                    <a:pt x="4377556" y="1194458"/>
                  </a:lnTo>
                  <a:lnTo>
                    <a:pt x="4377650" y="1194458"/>
                  </a:lnTo>
                  <a:lnTo>
                    <a:pt x="4377743" y="1194458"/>
                  </a:lnTo>
                  <a:lnTo>
                    <a:pt x="4377836" y="1194458"/>
                  </a:lnTo>
                  <a:lnTo>
                    <a:pt x="4378209" y="1194458"/>
                  </a:lnTo>
                  <a:lnTo>
                    <a:pt x="4378582" y="1194458"/>
                  </a:lnTo>
                  <a:lnTo>
                    <a:pt x="4379421" y="1194458"/>
                  </a:lnTo>
                  <a:lnTo>
                    <a:pt x="4379514" y="1194458"/>
                  </a:lnTo>
                  <a:lnTo>
                    <a:pt x="4379608" y="1194458"/>
                  </a:lnTo>
                  <a:lnTo>
                    <a:pt x="4379981" y="1194458"/>
                  </a:lnTo>
                  <a:lnTo>
                    <a:pt x="4380167" y="1194458"/>
                  </a:lnTo>
                  <a:lnTo>
                    <a:pt x="4380354" y="1194458"/>
                  </a:lnTo>
                  <a:lnTo>
                    <a:pt x="4380820" y="1194458"/>
                  </a:lnTo>
                  <a:lnTo>
                    <a:pt x="4381006" y="1194458"/>
                  </a:lnTo>
                  <a:lnTo>
                    <a:pt x="4381100" y="1194458"/>
                  </a:lnTo>
                  <a:lnTo>
                    <a:pt x="4381286" y="1194458"/>
                  </a:lnTo>
                  <a:lnTo>
                    <a:pt x="4381379" y="1194458"/>
                  </a:lnTo>
                  <a:lnTo>
                    <a:pt x="4381659" y="1194458"/>
                  </a:lnTo>
                  <a:lnTo>
                    <a:pt x="4381846" y="1194458"/>
                  </a:lnTo>
                  <a:lnTo>
                    <a:pt x="4382032" y="1194458"/>
                  </a:lnTo>
                  <a:lnTo>
                    <a:pt x="4382592" y="1194458"/>
                  </a:lnTo>
                  <a:lnTo>
                    <a:pt x="4382685" y="1194458"/>
                  </a:lnTo>
                  <a:lnTo>
                    <a:pt x="4383058" y="1194458"/>
                  </a:lnTo>
                  <a:lnTo>
                    <a:pt x="4383617" y="1194458"/>
                  </a:lnTo>
                  <a:lnTo>
                    <a:pt x="4383990" y="1194458"/>
                  </a:lnTo>
                  <a:lnTo>
                    <a:pt x="4384363" y="1194458"/>
                  </a:lnTo>
                  <a:lnTo>
                    <a:pt x="4385389" y="1194458"/>
                  </a:lnTo>
                  <a:lnTo>
                    <a:pt x="4385575" y="1194458"/>
                  </a:lnTo>
                  <a:lnTo>
                    <a:pt x="4385948" y="1194458"/>
                  </a:lnTo>
                  <a:lnTo>
                    <a:pt x="4386042" y="1194458"/>
                  </a:lnTo>
                  <a:lnTo>
                    <a:pt x="4386601" y="1194458"/>
                  </a:lnTo>
                  <a:lnTo>
                    <a:pt x="4386694" y="1194458"/>
                  </a:lnTo>
                  <a:lnTo>
                    <a:pt x="4386881" y="1194458"/>
                  </a:lnTo>
                  <a:lnTo>
                    <a:pt x="4387254" y="1194458"/>
                  </a:lnTo>
                  <a:lnTo>
                    <a:pt x="4387627" y="1194458"/>
                  </a:lnTo>
                  <a:lnTo>
                    <a:pt x="4387813" y="1194458"/>
                  </a:lnTo>
                  <a:lnTo>
                    <a:pt x="4388186" y="1194458"/>
                  </a:lnTo>
                  <a:lnTo>
                    <a:pt x="4388280" y="1194458"/>
                  </a:lnTo>
                  <a:lnTo>
                    <a:pt x="4389212" y="1194458"/>
                  </a:lnTo>
                  <a:lnTo>
                    <a:pt x="4389399" y="1194458"/>
                  </a:lnTo>
                  <a:lnTo>
                    <a:pt x="4389492" y="1194458"/>
                  </a:lnTo>
                  <a:lnTo>
                    <a:pt x="4389772" y="1194458"/>
                  </a:lnTo>
                  <a:lnTo>
                    <a:pt x="4389865" y="1194458"/>
                  </a:lnTo>
                  <a:lnTo>
                    <a:pt x="4390051" y="1194458"/>
                  </a:lnTo>
                  <a:lnTo>
                    <a:pt x="4390145" y="1194458"/>
                  </a:lnTo>
                  <a:lnTo>
                    <a:pt x="4390238" y="1194458"/>
                  </a:lnTo>
                  <a:lnTo>
                    <a:pt x="4390518" y="1194458"/>
                  </a:lnTo>
                  <a:lnTo>
                    <a:pt x="4390797" y="1194458"/>
                  </a:lnTo>
                  <a:lnTo>
                    <a:pt x="4391357" y="1194458"/>
                  </a:lnTo>
                  <a:lnTo>
                    <a:pt x="4391450" y="1194458"/>
                  </a:lnTo>
                  <a:lnTo>
                    <a:pt x="4391916" y="1194458"/>
                  </a:lnTo>
                  <a:lnTo>
                    <a:pt x="4392009" y="1194458"/>
                  </a:lnTo>
                  <a:lnTo>
                    <a:pt x="4392289" y="1194458"/>
                  </a:lnTo>
                  <a:lnTo>
                    <a:pt x="4392382" y="1194458"/>
                  </a:lnTo>
                  <a:lnTo>
                    <a:pt x="4392476" y="1194458"/>
                  </a:lnTo>
                  <a:lnTo>
                    <a:pt x="4392569" y="1194458"/>
                  </a:lnTo>
                  <a:lnTo>
                    <a:pt x="4392755" y="1194458"/>
                  </a:lnTo>
                  <a:lnTo>
                    <a:pt x="4392849" y="1194458"/>
                  </a:lnTo>
                  <a:lnTo>
                    <a:pt x="4393408" y="1194458"/>
                  </a:lnTo>
                  <a:lnTo>
                    <a:pt x="4393688" y="1194458"/>
                  </a:lnTo>
                  <a:lnTo>
                    <a:pt x="4393968" y="1194458"/>
                  </a:lnTo>
                  <a:lnTo>
                    <a:pt x="4394061" y="1194458"/>
                  </a:lnTo>
                  <a:lnTo>
                    <a:pt x="4394154" y="1194458"/>
                  </a:lnTo>
                  <a:lnTo>
                    <a:pt x="4394527" y="1194458"/>
                  </a:lnTo>
                  <a:lnTo>
                    <a:pt x="4394807" y="1194458"/>
                  </a:lnTo>
                  <a:lnTo>
                    <a:pt x="4394900" y="1194458"/>
                  </a:lnTo>
                  <a:lnTo>
                    <a:pt x="4394993" y="1194458"/>
                  </a:lnTo>
                  <a:lnTo>
                    <a:pt x="4395366" y="1194458"/>
                  </a:lnTo>
                  <a:lnTo>
                    <a:pt x="4395926" y="1194458"/>
                  </a:lnTo>
                  <a:lnTo>
                    <a:pt x="4396019" y="1194458"/>
                  </a:lnTo>
                  <a:lnTo>
                    <a:pt x="4396112" y="1194458"/>
                  </a:lnTo>
                  <a:lnTo>
                    <a:pt x="4396299" y="1194458"/>
                  </a:lnTo>
                  <a:lnTo>
                    <a:pt x="4396579" y="1194458"/>
                  </a:lnTo>
                  <a:lnTo>
                    <a:pt x="4396672" y="1194458"/>
                  </a:lnTo>
                  <a:lnTo>
                    <a:pt x="4397138" y="1184504"/>
                  </a:lnTo>
                  <a:lnTo>
                    <a:pt x="4397325" y="1184504"/>
                  </a:lnTo>
                  <a:lnTo>
                    <a:pt x="4397418" y="1184504"/>
                  </a:lnTo>
                  <a:lnTo>
                    <a:pt x="4397511" y="1184504"/>
                  </a:lnTo>
                  <a:lnTo>
                    <a:pt x="4397977" y="1184504"/>
                  </a:lnTo>
                  <a:lnTo>
                    <a:pt x="4398537" y="1184504"/>
                  </a:lnTo>
                  <a:lnTo>
                    <a:pt x="4398630" y="1184504"/>
                  </a:lnTo>
                  <a:lnTo>
                    <a:pt x="4399283" y="1184504"/>
                  </a:lnTo>
                  <a:lnTo>
                    <a:pt x="4399469" y="1184504"/>
                  </a:lnTo>
                  <a:lnTo>
                    <a:pt x="4399842" y="1184504"/>
                  </a:lnTo>
                  <a:lnTo>
                    <a:pt x="4400308" y="1184504"/>
                  </a:lnTo>
                  <a:lnTo>
                    <a:pt x="4400402" y="1184504"/>
                  </a:lnTo>
                  <a:lnTo>
                    <a:pt x="4400495" y="1184504"/>
                  </a:lnTo>
                  <a:lnTo>
                    <a:pt x="4400681" y="1184504"/>
                  </a:lnTo>
                  <a:lnTo>
                    <a:pt x="4401054" y="1184504"/>
                  </a:lnTo>
                  <a:lnTo>
                    <a:pt x="4401148" y="1184504"/>
                  </a:lnTo>
                  <a:lnTo>
                    <a:pt x="4401241" y="1184504"/>
                  </a:lnTo>
                  <a:lnTo>
                    <a:pt x="4401334" y="1184504"/>
                  </a:lnTo>
                  <a:lnTo>
                    <a:pt x="4401614" y="1184504"/>
                  </a:lnTo>
                  <a:lnTo>
                    <a:pt x="4402080" y="1184504"/>
                  </a:lnTo>
                  <a:lnTo>
                    <a:pt x="4402173" y="1184504"/>
                  </a:lnTo>
                  <a:lnTo>
                    <a:pt x="4402360" y="1184504"/>
                  </a:lnTo>
                  <a:lnTo>
                    <a:pt x="4402546" y="1184504"/>
                  </a:lnTo>
                  <a:lnTo>
                    <a:pt x="4402640" y="1184504"/>
                  </a:lnTo>
                  <a:lnTo>
                    <a:pt x="4403292" y="1184504"/>
                  </a:lnTo>
                  <a:lnTo>
                    <a:pt x="4403386" y="1184504"/>
                  </a:lnTo>
                  <a:lnTo>
                    <a:pt x="4403572" y="1184504"/>
                  </a:lnTo>
                  <a:lnTo>
                    <a:pt x="4404132" y="1184504"/>
                  </a:lnTo>
                  <a:lnTo>
                    <a:pt x="4404318" y="1184504"/>
                  </a:lnTo>
                  <a:lnTo>
                    <a:pt x="4404505" y="1184504"/>
                  </a:lnTo>
                  <a:lnTo>
                    <a:pt x="4404784" y="1184504"/>
                  </a:lnTo>
                  <a:lnTo>
                    <a:pt x="4405344" y="1184504"/>
                  </a:lnTo>
                  <a:lnTo>
                    <a:pt x="4405437" y="1184504"/>
                  </a:lnTo>
                  <a:lnTo>
                    <a:pt x="4405810" y="1184504"/>
                  </a:lnTo>
                  <a:lnTo>
                    <a:pt x="4405903" y="1184504"/>
                  </a:lnTo>
                  <a:lnTo>
                    <a:pt x="4405996" y="1184504"/>
                  </a:lnTo>
                  <a:lnTo>
                    <a:pt x="4406183" y="1184504"/>
                  </a:lnTo>
                  <a:lnTo>
                    <a:pt x="4406276" y="1184504"/>
                  </a:lnTo>
                  <a:lnTo>
                    <a:pt x="4406742" y="1184504"/>
                  </a:lnTo>
                  <a:lnTo>
                    <a:pt x="4407115" y="1184504"/>
                  </a:lnTo>
                  <a:lnTo>
                    <a:pt x="4407302" y="1184504"/>
                  </a:lnTo>
                  <a:lnTo>
                    <a:pt x="4407395" y="1174551"/>
                  </a:lnTo>
                  <a:lnTo>
                    <a:pt x="4407582" y="1174551"/>
                  </a:lnTo>
                  <a:lnTo>
                    <a:pt x="4408141" y="1174551"/>
                  </a:lnTo>
                  <a:lnTo>
                    <a:pt x="4408234" y="1174551"/>
                  </a:lnTo>
                  <a:lnTo>
                    <a:pt x="4408421" y="1174551"/>
                  </a:lnTo>
                  <a:lnTo>
                    <a:pt x="4408514" y="1174551"/>
                  </a:lnTo>
                  <a:lnTo>
                    <a:pt x="4408607" y="1174551"/>
                  </a:lnTo>
                  <a:lnTo>
                    <a:pt x="4408980" y="1174551"/>
                  </a:lnTo>
                  <a:lnTo>
                    <a:pt x="4409167" y="1174551"/>
                  </a:lnTo>
                  <a:lnTo>
                    <a:pt x="4409260" y="1174551"/>
                  </a:lnTo>
                  <a:lnTo>
                    <a:pt x="4409913" y="1174551"/>
                  </a:lnTo>
                  <a:lnTo>
                    <a:pt x="4410006" y="1174551"/>
                  </a:lnTo>
                  <a:lnTo>
                    <a:pt x="4410286" y="1174551"/>
                  </a:lnTo>
                  <a:lnTo>
                    <a:pt x="4410659" y="1174551"/>
                  </a:lnTo>
                  <a:lnTo>
                    <a:pt x="4411032" y="1174551"/>
                  </a:lnTo>
                  <a:lnTo>
                    <a:pt x="4411218" y="1174551"/>
                  </a:lnTo>
                  <a:lnTo>
                    <a:pt x="4411591" y="1174551"/>
                  </a:lnTo>
                  <a:lnTo>
                    <a:pt x="4411685" y="1174551"/>
                  </a:lnTo>
                  <a:lnTo>
                    <a:pt x="4412244" y="1174551"/>
                  </a:lnTo>
                  <a:lnTo>
                    <a:pt x="4413270" y="1174551"/>
                  </a:lnTo>
                  <a:lnTo>
                    <a:pt x="4413363" y="1174551"/>
                  </a:lnTo>
                  <a:lnTo>
                    <a:pt x="4413456" y="1174551"/>
                  </a:lnTo>
                  <a:lnTo>
                    <a:pt x="4413549" y="1174551"/>
                  </a:lnTo>
                  <a:lnTo>
                    <a:pt x="4413829" y="1174551"/>
                  </a:lnTo>
                  <a:lnTo>
                    <a:pt x="4414109" y="1174551"/>
                  </a:lnTo>
                  <a:lnTo>
                    <a:pt x="4414202" y="1174551"/>
                  </a:lnTo>
                  <a:lnTo>
                    <a:pt x="4414295" y="1174551"/>
                  </a:lnTo>
                  <a:lnTo>
                    <a:pt x="4414389" y="1174551"/>
                  </a:lnTo>
                  <a:lnTo>
                    <a:pt x="4414668" y="1174551"/>
                  </a:lnTo>
                  <a:lnTo>
                    <a:pt x="4415135" y="1174551"/>
                  </a:lnTo>
                  <a:lnTo>
                    <a:pt x="4415321" y="1174551"/>
                  </a:lnTo>
                  <a:lnTo>
                    <a:pt x="4415508" y="1174551"/>
                  </a:lnTo>
                  <a:lnTo>
                    <a:pt x="4416254" y="1174551"/>
                  </a:lnTo>
                  <a:lnTo>
                    <a:pt x="4416347" y="1174551"/>
                  </a:lnTo>
                  <a:lnTo>
                    <a:pt x="4416627" y="1174551"/>
                  </a:lnTo>
                  <a:lnTo>
                    <a:pt x="4416720" y="1174551"/>
                  </a:lnTo>
                  <a:lnTo>
                    <a:pt x="4417093" y="1174551"/>
                  </a:lnTo>
                  <a:lnTo>
                    <a:pt x="4417186" y="1174551"/>
                  </a:lnTo>
                  <a:lnTo>
                    <a:pt x="4417466" y="1174551"/>
                  </a:lnTo>
                  <a:lnTo>
                    <a:pt x="4417746" y="1174551"/>
                  </a:lnTo>
                  <a:lnTo>
                    <a:pt x="4418585" y="1174551"/>
                  </a:lnTo>
                  <a:lnTo>
                    <a:pt x="4418771" y="1174551"/>
                  </a:lnTo>
                  <a:lnTo>
                    <a:pt x="4418958" y="1174551"/>
                  </a:lnTo>
                  <a:lnTo>
                    <a:pt x="4418958" y="1164597"/>
                  </a:lnTo>
                  <a:lnTo>
                    <a:pt x="4419424" y="1164597"/>
                  </a:lnTo>
                  <a:lnTo>
                    <a:pt x="4419517" y="1164597"/>
                  </a:lnTo>
                  <a:lnTo>
                    <a:pt x="4419704" y="1164597"/>
                  </a:lnTo>
                  <a:lnTo>
                    <a:pt x="4419983" y="1164597"/>
                  </a:lnTo>
                  <a:lnTo>
                    <a:pt x="4420263" y="1164597"/>
                  </a:lnTo>
                  <a:lnTo>
                    <a:pt x="4420729" y="1164597"/>
                  </a:lnTo>
                  <a:lnTo>
                    <a:pt x="4420916" y="1164597"/>
                  </a:lnTo>
                  <a:lnTo>
                    <a:pt x="4421102" y="1164597"/>
                  </a:lnTo>
                  <a:lnTo>
                    <a:pt x="4421475" y="1164597"/>
                  </a:lnTo>
                  <a:lnTo>
                    <a:pt x="4421755" y="1164597"/>
                  </a:lnTo>
                  <a:lnTo>
                    <a:pt x="4422594" y="1164597"/>
                  </a:lnTo>
                  <a:lnTo>
                    <a:pt x="4422688" y="1164597"/>
                  </a:lnTo>
                  <a:lnTo>
                    <a:pt x="4422967" y="1164597"/>
                  </a:lnTo>
                  <a:lnTo>
                    <a:pt x="4423340" y="1164597"/>
                  </a:lnTo>
                  <a:lnTo>
                    <a:pt x="4423713" y="1164597"/>
                  </a:lnTo>
                  <a:lnTo>
                    <a:pt x="4423900" y="1164597"/>
                  </a:lnTo>
                  <a:lnTo>
                    <a:pt x="4424273" y="1164597"/>
                  </a:lnTo>
                  <a:lnTo>
                    <a:pt x="4425299" y="1164597"/>
                  </a:lnTo>
                  <a:lnTo>
                    <a:pt x="4425578" y="1164597"/>
                  </a:lnTo>
                  <a:lnTo>
                    <a:pt x="4425765" y="1164597"/>
                  </a:lnTo>
                  <a:lnTo>
                    <a:pt x="4425858" y="1164597"/>
                  </a:lnTo>
                  <a:lnTo>
                    <a:pt x="4426045" y="1164597"/>
                  </a:lnTo>
                  <a:lnTo>
                    <a:pt x="4426138" y="1164597"/>
                  </a:lnTo>
                  <a:lnTo>
                    <a:pt x="4426977" y="1164597"/>
                  </a:lnTo>
                  <a:lnTo>
                    <a:pt x="4427350" y="1164597"/>
                  </a:lnTo>
                  <a:lnTo>
                    <a:pt x="4427909" y="1164597"/>
                  </a:lnTo>
                  <a:lnTo>
                    <a:pt x="4428003" y="1164597"/>
                  </a:lnTo>
                  <a:lnTo>
                    <a:pt x="4428562" y="1164597"/>
                  </a:lnTo>
                  <a:lnTo>
                    <a:pt x="4428842" y="1164597"/>
                  </a:lnTo>
                  <a:lnTo>
                    <a:pt x="4429215" y="1164597"/>
                  </a:lnTo>
                  <a:lnTo>
                    <a:pt x="4429308" y="1164597"/>
                  </a:lnTo>
                  <a:lnTo>
                    <a:pt x="4429681" y="1164597"/>
                  </a:lnTo>
                  <a:lnTo>
                    <a:pt x="4429961" y="1164597"/>
                  </a:lnTo>
                  <a:lnTo>
                    <a:pt x="4430147" y="1154643"/>
                  </a:lnTo>
                  <a:lnTo>
                    <a:pt x="4430893" y="1154643"/>
                  </a:lnTo>
                  <a:lnTo>
                    <a:pt x="4430987" y="1154643"/>
                  </a:lnTo>
                  <a:lnTo>
                    <a:pt x="4431173" y="1154643"/>
                  </a:lnTo>
                  <a:lnTo>
                    <a:pt x="4431733" y="1154643"/>
                  </a:lnTo>
                  <a:lnTo>
                    <a:pt x="4432106" y="1154643"/>
                  </a:lnTo>
                  <a:lnTo>
                    <a:pt x="4432199" y="1154643"/>
                  </a:lnTo>
                  <a:lnTo>
                    <a:pt x="4432292" y="1154643"/>
                  </a:lnTo>
                  <a:lnTo>
                    <a:pt x="4432572" y="1154643"/>
                  </a:lnTo>
                  <a:lnTo>
                    <a:pt x="4432945" y="1154643"/>
                  </a:lnTo>
                  <a:lnTo>
                    <a:pt x="4433038" y="1154643"/>
                  </a:lnTo>
                  <a:lnTo>
                    <a:pt x="4433225" y="1154643"/>
                  </a:lnTo>
                  <a:lnTo>
                    <a:pt x="4433318" y="1154643"/>
                  </a:lnTo>
                  <a:lnTo>
                    <a:pt x="4433411" y="1154643"/>
                  </a:lnTo>
                  <a:lnTo>
                    <a:pt x="4433597" y="1154643"/>
                  </a:lnTo>
                  <a:lnTo>
                    <a:pt x="4433691" y="1154643"/>
                  </a:lnTo>
                  <a:lnTo>
                    <a:pt x="4433877" y="1154643"/>
                  </a:lnTo>
                  <a:lnTo>
                    <a:pt x="4433970" y="1154643"/>
                  </a:lnTo>
                  <a:lnTo>
                    <a:pt x="4434903" y="1154643"/>
                  </a:lnTo>
                  <a:lnTo>
                    <a:pt x="4435369" y="1154643"/>
                  </a:lnTo>
                  <a:lnTo>
                    <a:pt x="4435462" y="1154643"/>
                  </a:lnTo>
                  <a:lnTo>
                    <a:pt x="4435556" y="1154643"/>
                  </a:lnTo>
                  <a:lnTo>
                    <a:pt x="4435556" y="1144689"/>
                  </a:lnTo>
                  <a:lnTo>
                    <a:pt x="4435649" y="1144689"/>
                  </a:lnTo>
                  <a:lnTo>
                    <a:pt x="4435742" y="1144689"/>
                  </a:lnTo>
                  <a:lnTo>
                    <a:pt x="4436954" y="1144689"/>
                  </a:lnTo>
                  <a:lnTo>
                    <a:pt x="4437234" y="1144689"/>
                  </a:lnTo>
                  <a:lnTo>
                    <a:pt x="4437327" y="1144689"/>
                  </a:lnTo>
                  <a:lnTo>
                    <a:pt x="4437700" y="1144689"/>
                  </a:lnTo>
                  <a:lnTo>
                    <a:pt x="4437794" y="1144689"/>
                  </a:lnTo>
                  <a:lnTo>
                    <a:pt x="4437980" y="1144689"/>
                  </a:lnTo>
                  <a:lnTo>
                    <a:pt x="4438073" y="1144689"/>
                  </a:lnTo>
                  <a:lnTo>
                    <a:pt x="4438167" y="1144689"/>
                  </a:lnTo>
                  <a:lnTo>
                    <a:pt x="4438260" y="1144689"/>
                  </a:lnTo>
                  <a:lnTo>
                    <a:pt x="4438726" y="1144689"/>
                  </a:lnTo>
                  <a:lnTo>
                    <a:pt x="4439099" y="1144689"/>
                  </a:lnTo>
                  <a:lnTo>
                    <a:pt x="4439286" y="1144689"/>
                  </a:lnTo>
                  <a:lnTo>
                    <a:pt x="4439659" y="1144689"/>
                  </a:lnTo>
                  <a:lnTo>
                    <a:pt x="4440218" y="1144689"/>
                  </a:lnTo>
                  <a:lnTo>
                    <a:pt x="4440404" y="1144689"/>
                  </a:lnTo>
                  <a:lnTo>
                    <a:pt x="4441057" y="1144689"/>
                  </a:lnTo>
                  <a:lnTo>
                    <a:pt x="4441244" y="1144689"/>
                  </a:lnTo>
                  <a:lnTo>
                    <a:pt x="4441523" y="1144689"/>
                  </a:lnTo>
                  <a:lnTo>
                    <a:pt x="4441617" y="1144689"/>
                  </a:lnTo>
                  <a:lnTo>
                    <a:pt x="4442083" y="1144689"/>
                  </a:lnTo>
                  <a:lnTo>
                    <a:pt x="4442176" y="1144689"/>
                  </a:lnTo>
                  <a:lnTo>
                    <a:pt x="4442363" y="1144689"/>
                  </a:lnTo>
                  <a:lnTo>
                    <a:pt x="4442456" y="1144689"/>
                  </a:lnTo>
                  <a:lnTo>
                    <a:pt x="4443109" y="1144689"/>
                  </a:lnTo>
                  <a:lnTo>
                    <a:pt x="4443202" y="1144689"/>
                  </a:lnTo>
                  <a:lnTo>
                    <a:pt x="4443295" y="1144689"/>
                  </a:lnTo>
                  <a:lnTo>
                    <a:pt x="4443575" y="1144689"/>
                  </a:lnTo>
                  <a:lnTo>
                    <a:pt x="4443761" y="1144689"/>
                  </a:lnTo>
                  <a:lnTo>
                    <a:pt x="4444041" y="1144689"/>
                  </a:lnTo>
                  <a:lnTo>
                    <a:pt x="4444507" y="1144689"/>
                  </a:lnTo>
                  <a:lnTo>
                    <a:pt x="4444601" y="1144689"/>
                  </a:lnTo>
                  <a:lnTo>
                    <a:pt x="4444787" y="1144689"/>
                  </a:lnTo>
                  <a:lnTo>
                    <a:pt x="4444974" y="1144689"/>
                  </a:lnTo>
                  <a:lnTo>
                    <a:pt x="4445347" y="1144689"/>
                  </a:lnTo>
                  <a:lnTo>
                    <a:pt x="4445440" y="1144689"/>
                  </a:lnTo>
                  <a:lnTo>
                    <a:pt x="4445533" y="1144689"/>
                  </a:lnTo>
                  <a:lnTo>
                    <a:pt x="4446372" y="1144689"/>
                  </a:lnTo>
                  <a:lnTo>
                    <a:pt x="4446745" y="1144689"/>
                  </a:lnTo>
                  <a:lnTo>
                    <a:pt x="4447118" y="1144689"/>
                  </a:lnTo>
                  <a:lnTo>
                    <a:pt x="4447211" y="1144689"/>
                  </a:lnTo>
                  <a:lnTo>
                    <a:pt x="4447398" y="1144689"/>
                  </a:lnTo>
                  <a:lnTo>
                    <a:pt x="4447491" y="1144689"/>
                  </a:lnTo>
                  <a:lnTo>
                    <a:pt x="4447584" y="1144689"/>
                  </a:lnTo>
                  <a:lnTo>
                    <a:pt x="4447864" y="1144689"/>
                  </a:lnTo>
                  <a:lnTo>
                    <a:pt x="4448051" y="1144689"/>
                  </a:lnTo>
                  <a:lnTo>
                    <a:pt x="4448517" y="1144689"/>
                  </a:lnTo>
                  <a:lnTo>
                    <a:pt x="4448610" y="1144689"/>
                  </a:lnTo>
                  <a:lnTo>
                    <a:pt x="4448703" y="1144689"/>
                  </a:lnTo>
                  <a:lnTo>
                    <a:pt x="4449449" y="1144689"/>
                  </a:lnTo>
                  <a:lnTo>
                    <a:pt x="4449543" y="1144689"/>
                  </a:lnTo>
                  <a:lnTo>
                    <a:pt x="4450102" y="1144689"/>
                  </a:lnTo>
                  <a:lnTo>
                    <a:pt x="4450195" y="1144689"/>
                  </a:lnTo>
                  <a:lnTo>
                    <a:pt x="4450289" y="1144689"/>
                  </a:lnTo>
                  <a:lnTo>
                    <a:pt x="4450382" y="1144689"/>
                  </a:lnTo>
                  <a:lnTo>
                    <a:pt x="4450662" y="1144689"/>
                  </a:lnTo>
                  <a:lnTo>
                    <a:pt x="4450848" y="1144689"/>
                  </a:lnTo>
                  <a:lnTo>
                    <a:pt x="4451221" y="1144689"/>
                  </a:lnTo>
                  <a:lnTo>
                    <a:pt x="4452154" y="1134735"/>
                  </a:lnTo>
                  <a:lnTo>
                    <a:pt x="4452433" y="1134735"/>
                  </a:lnTo>
                  <a:lnTo>
                    <a:pt x="4452620" y="1134735"/>
                  </a:lnTo>
                  <a:lnTo>
                    <a:pt x="4453086" y="1134735"/>
                  </a:lnTo>
                  <a:lnTo>
                    <a:pt x="4453179" y="1134735"/>
                  </a:lnTo>
                  <a:lnTo>
                    <a:pt x="4453366" y="1134735"/>
                  </a:lnTo>
                  <a:lnTo>
                    <a:pt x="4453459" y="1134735"/>
                  </a:lnTo>
                  <a:lnTo>
                    <a:pt x="4453739" y="1134735"/>
                  </a:lnTo>
                  <a:lnTo>
                    <a:pt x="4453832" y="1134735"/>
                  </a:lnTo>
                  <a:lnTo>
                    <a:pt x="4453925" y="1134735"/>
                  </a:lnTo>
                  <a:lnTo>
                    <a:pt x="4454112" y="1134735"/>
                  </a:lnTo>
                  <a:lnTo>
                    <a:pt x="4454205" y="1134735"/>
                  </a:lnTo>
                  <a:lnTo>
                    <a:pt x="4454298" y="1134735"/>
                  </a:lnTo>
                  <a:lnTo>
                    <a:pt x="4454391" y="1134735"/>
                  </a:lnTo>
                  <a:lnTo>
                    <a:pt x="4455044" y="1134735"/>
                  </a:lnTo>
                  <a:lnTo>
                    <a:pt x="4455137" y="1134735"/>
                  </a:lnTo>
                  <a:lnTo>
                    <a:pt x="4455231" y="1134735"/>
                  </a:lnTo>
                  <a:lnTo>
                    <a:pt x="4455417" y="1134735"/>
                  </a:lnTo>
                  <a:lnTo>
                    <a:pt x="4455604" y="1134735"/>
                  </a:lnTo>
                  <a:lnTo>
                    <a:pt x="4455790" y="1134735"/>
                  </a:lnTo>
                  <a:lnTo>
                    <a:pt x="4456256" y="1134735"/>
                  </a:lnTo>
                  <a:lnTo>
                    <a:pt x="4456909" y="1134735"/>
                  </a:lnTo>
                  <a:lnTo>
                    <a:pt x="4457096" y="1134735"/>
                  </a:lnTo>
                  <a:lnTo>
                    <a:pt x="4457189" y="1134735"/>
                  </a:lnTo>
                  <a:lnTo>
                    <a:pt x="4458028" y="1134735"/>
                  </a:lnTo>
                  <a:lnTo>
                    <a:pt x="4458308" y="1134735"/>
                  </a:lnTo>
                  <a:lnTo>
                    <a:pt x="4458401" y="1134735"/>
                  </a:lnTo>
                  <a:lnTo>
                    <a:pt x="4458494" y="1134735"/>
                  </a:lnTo>
                  <a:lnTo>
                    <a:pt x="4458588" y="1134735"/>
                  </a:lnTo>
                  <a:lnTo>
                    <a:pt x="4458681" y="1134735"/>
                  </a:lnTo>
                  <a:lnTo>
                    <a:pt x="4458774" y="1134735"/>
                  </a:lnTo>
                  <a:lnTo>
                    <a:pt x="4460080" y="1134735"/>
                  </a:lnTo>
                  <a:lnTo>
                    <a:pt x="4460173" y="1134735"/>
                  </a:lnTo>
                  <a:lnTo>
                    <a:pt x="4460546" y="1134735"/>
                  </a:lnTo>
                  <a:lnTo>
                    <a:pt x="4460732" y="1134735"/>
                  </a:lnTo>
                  <a:lnTo>
                    <a:pt x="4460826" y="1134735"/>
                  </a:lnTo>
                  <a:lnTo>
                    <a:pt x="4461198" y="1134735"/>
                  </a:lnTo>
                  <a:lnTo>
                    <a:pt x="4461292" y="1134735"/>
                  </a:lnTo>
                  <a:lnTo>
                    <a:pt x="4461385" y="1134735"/>
                  </a:lnTo>
                  <a:lnTo>
                    <a:pt x="4461571" y="1134735"/>
                  </a:lnTo>
                  <a:lnTo>
                    <a:pt x="4461665" y="1134735"/>
                  </a:lnTo>
                  <a:lnTo>
                    <a:pt x="4461944" y="1134735"/>
                  </a:lnTo>
                  <a:lnTo>
                    <a:pt x="4462131" y="1134735"/>
                  </a:lnTo>
                  <a:lnTo>
                    <a:pt x="4462224" y="1134735"/>
                  </a:lnTo>
                  <a:lnTo>
                    <a:pt x="4462504" y="1134735"/>
                  </a:lnTo>
                  <a:lnTo>
                    <a:pt x="4462690" y="1134735"/>
                  </a:lnTo>
                  <a:lnTo>
                    <a:pt x="4462784" y="1134735"/>
                  </a:lnTo>
                  <a:lnTo>
                    <a:pt x="4463250" y="1134735"/>
                  </a:lnTo>
                  <a:lnTo>
                    <a:pt x="4463343" y="1134735"/>
                  </a:lnTo>
                  <a:lnTo>
                    <a:pt x="4463623" y="1134735"/>
                  </a:lnTo>
                  <a:lnTo>
                    <a:pt x="4463809" y="1134735"/>
                  </a:lnTo>
                  <a:lnTo>
                    <a:pt x="4463996" y="1134735"/>
                  </a:lnTo>
                  <a:lnTo>
                    <a:pt x="4464089" y="1134735"/>
                  </a:lnTo>
                  <a:lnTo>
                    <a:pt x="4464462" y="1134735"/>
                  </a:lnTo>
                  <a:lnTo>
                    <a:pt x="4464649" y="1134735"/>
                  </a:lnTo>
                  <a:lnTo>
                    <a:pt x="4465115" y="1134735"/>
                  </a:lnTo>
                  <a:lnTo>
                    <a:pt x="4465208" y="1134735"/>
                  </a:lnTo>
                  <a:lnTo>
                    <a:pt x="4465581" y="1134735"/>
                  </a:lnTo>
                  <a:lnTo>
                    <a:pt x="4465768" y="1134735"/>
                  </a:lnTo>
                  <a:lnTo>
                    <a:pt x="4466607" y="1134735"/>
                  </a:lnTo>
                  <a:lnTo>
                    <a:pt x="4467073" y="1134735"/>
                  </a:lnTo>
                  <a:lnTo>
                    <a:pt x="4467166" y="1134735"/>
                  </a:lnTo>
                  <a:lnTo>
                    <a:pt x="4467260" y="1134735"/>
                  </a:lnTo>
                  <a:lnTo>
                    <a:pt x="4467353" y="1134735"/>
                  </a:lnTo>
                  <a:lnTo>
                    <a:pt x="4467446" y="1134735"/>
                  </a:lnTo>
                  <a:lnTo>
                    <a:pt x="4467539" y="1134735"/>
                  </a:lnTo>
                  <a:lnTo>
                    <a:pt x="4467633" y="1134735"/>
                  </a:lnTo>
                  <a:lnTo>
                    <a:pt x="4467912" y="1134735"/>
                  </a:lnTo>
                  <a:lnTo>
                    <a:pt x="4468005" y="1134735"/>
                  </a:lnTo>
                  <a:lnTo>
                    <a:pt x="4468378" y="1134735"/>
                  </a:lnTo>
                  <a:lnTo>
                    <a:pt x="4468472" y="1134735"/>
                  </a:lnTo>
                  <a:lnTo>
                    <a:pt x="4468565" y="1134735"/>
                  </a:lnTo>
                  <a:lnTo>
                    <a:pt x="4468751" y="1134735"/>
                  </a:lnTo>
                  <a:lnTo>
                    <a:pt x="4468845" y="1134735"/>
                  </a:lnTo>
                  <a:lnTo>
                    <a:pt x="4468938" y="1134735"/>
                  </a:lnTo>
                  <a:lnTo>
                    <a:pt x="4469031" y="1134735"/>
                  </a:lnTo>
                  <a:lnTo>
                    <a:pt x="4470523" y="1134735"/>
                  </a:lnTo>
                  <a:lnTo>
                    <a:pt x="4470616" y="1134735"/>
                  </a:lnTo>
                  <a:lnTo>
                    <a:pt x="4471269" y="1134735"/>
                  </a:lnTo>
                  <a:lnTo>
                    <a:pt x="4471362" y="1134735"/>
                  </a:lnTo>
                  <a:lnTo>
                    <a:pt x="4471456" y="1134735"/>
                  </a:lnTo>
                  <a:lnTo>
                    <a:pt x="4472108" y="1134735"/>
                  </a:lnTo>
                  <a:lnTo>
                    <a:pt x="4472202" y="1134735"/>
                  </a:lnTo>
                  <a:lnTo>
                    <a:pt x="4472295" y="1134735"/>
                  </a:lnTo>
                  <a:lnTo>
                    <a:pt x="4472388" y="1134735"/>
                  </a:lnTo>
                  <a:lnTo>
                    <a:pt x="4473134" y="1134735"/>
                  </a:lnTo>
                  <a:lnTo>
                    <a:pt x="4473227" y="1134735"/>
                  </a:lnTo>
                  <a:lnTo>
                    <a:pt x="4473321" y="1134735"/>
                  </a:lnTo>
                  <a:lnTo>
                    <a:pt x="4473507" y="1134735"/>
                  </a:lnTo>
                  <a:lnTo>
                    <a:pt x="4473787" y="1134735"/>
                  </a:lnTo>
                  <a:lnTo>
                    <a:pt x="4474067" y="1134735"/>
                  </a:lnTo>
                  <a:lnTo>
                    <a:pt x="4474160" y="1134735"/>
                  </a:lnTo>
                  <a:lnTo>
                    <a:pt x="4474253" y="1134735"/>
                  </a:lnTo>
                  <a:lnTo>
                    <a:pt x="4474346" y="1134735"/>
                  </a:lnTo>
                  <a:lnTo>
                    <a:pt x="4474440" y="1134735"/>
                  </a:lnTo>
                  <a:lnTo>
                    <a:pt x="4474626" y="1134735"/>
                  </a:lnTo>
                  <a:lnTo>
                    <a:pt x="4474813" y="1134735"/>
                  </a:lnTo>
                  <a:lnTo>
                    <a:pt x="4475279" y="1134735"/>
                  </a:lnTo>
                  <a:lnTo>
                    <a:pt x="4475838" y="1124781"/>
                  </a:lnTo>
                  <a:lnTo>
                    <a:pt x="4476025" y="1124781"/>
                  </a:lnTo>
                  <a:lnTo>
                    <a:pt x="4476304" y="1124781"/>
                  </a:lnTo>
                  <a:lnTo>
                    <a:pt x="4476491" y="1124781"/>
                  </a:lnTo>
                  <a:lnTo>
                    <a:pt x="4476957" y="1124781"/>
                  </a:lnTo>
                  <a:lnTo>
                    <a:pt x="4477330" y="1124781"/>
                  </a:lnTo>
                  <a:lnTo>
                    <a:pt x="4477423" y="1124781"/>
                  </a:lnTo>
                  <a:lnTo>
                    <a:pt x="4477517" y="1124781"/>
                  </a:lnTo>
                  <a:lnTo>
                    <a:pt x="4477703" y="1124781"/>
                  </a:lnTo>
                  <a:lnTo>
                    <a:pt x="4477796" y="1124781"/>
                  </a:lnTo>
                  <a:lnTo>
                    <a:pt x="4477890" y="1124781"/>
                  </a:lnTo>
                  <a:lnTo>
                    <a:pt x="4477983" y="1124781"/>
                  </a:lnTo>
                  <a:lnTo>
                    <a:pt x="4478356" y="1124781"/>
                  </a:lnTo>
                  <a:lnTo>
                    <a:pt x="4478729" y="1124781"/>
                  </a:lnTo>
                  <a:lnTo>
                    <a:pt x="4479009" y="1124781"/>
                  </a:lnTo>
                  <a:lnTo>
                    <a:pt x="4479288" y="1124781"/>
                  </a:lnTo>
                  <a:lnTo>
                    <a:pt x="4479661" y="1124781"/>
                  </a:lnTo>
                  <a:lnTo>
                    <a:pt x="4479848" y="1124781"/>
                  </a:lnTo>
                  <a:lnTo>
                    <a:pt x="4480128" y="1124781"/>
                  </a:lnTo>
                  <a:lnTo>
                    <a:pt x="4480221" y="1124781"/>
                  </a:lnTo>
                  <a:lnTo>
                    <a:pt x="4480687" y="1124781"/>
                  </a:lnTo>
                  <a:lnTo>
                    <a:pt x="4481153" y="1124781"/>
                  </a:lnTo>
                  <a:lnTo>
                    <a:pt x="4481247" y="1124781"/>
                  </a:lnTo>
                  <a:lnTo>
                    <a:pt x="4481433" y="1124781"/>
                  </a:lnTo>
                  <a:lnTo>
                    <a:pt x="4481620" y="1124781"/>
                  </a:lnTo>
                  <a:lnTo>
                    <a:pt x="4481713" y="1124781"/>
                  </a:lnTo>
                  <a:lnTo>
                    <a:pt x="4482925" y="1124781"/>
                  </a:lnTo>
                  <a:lnTo>
                    <a:pt x="4483484" y="1114828"/>
                  </a:lnTo>
                  <a:lnTo>
                    <a:pt x="4483578" y="1114828"/>
                  </a:lnTo>
                  <a:lnTo>
                    <a:pt x="4483671" y="1114828"/>
                  </a:lnTo>
                  <a:lnTo>
                    <a:pt x="4484044" y="1114828"/>
                  </a:lnTo>
                  <a:lnTo>
                    <a:pt x="4484510" y="1114828"/>
                  </a:lnTo>
                  <a:lnTo>
                    <a:pt x="4484603" y="1114828"/>
                  </a:lnTo>
                  <a:lnTo>
                    <a:pt x="4484976" y="1114828"/>
                  </a:lnTo>
                  <a:lnTo>
                    <a:pt x="4485070" y="1114828"/>
                  </a:lnTo>
                  <a:lnTo>
                    <a:pt x="4485163" y="1114828"/>
                  </a:lnTo>
                  <a:lnTo>
                    <a:pt x="4485443" y="1114828"/>
                  </a:lnTo>
                  <a:lnTo>
                    <a:pt x="4486468" y="1104874"/>
                  </a:lnTo>
                  <a:lnTo>
                    <a:pt x="4486562" y="1104874"/>
                  </a:lnTo>
                  <a:lnTo>
                    <a:pt x="4486655" y="1104874"/>
                  </a:lnTo>
                  <a:lnTo>
                    <a:pt x="4486841" y="1104874"/>
                  </a:lnTo>
                  <a:lnTo>
                    <a:pt x="4486935" y="1104874"/>
                  </a:lnTo>
                  <a:lnTo>
                    <a:pt x="4487028" y="1104874"/>
                  </a:lnTo>
                  <a:lnTo>
                    <a:pt x="4487214" y="1104874"/>
                  </a:lnTo>
                  <a:lnTo>
                    <a:pt x="4487494" y="1104874"/>
                  </a:lnTo>
                  <a:lnTo>
                    <a:pt x="4488054" y="1104874"/>
                  </a:lnTo>
                  <a:lnTo>
                    <a:pt x="4488147" y="1104874"/>
                  </a:lnTo>
                  <a:lnTo>
                    <a:pt x="4489079" y="1104874"/>
                  </a:lnTo>
                  <a:lnTo>
                    <a:pt x="4489172" y="1104874"/>
                  </a:lnTo>
                  <a:lnTo>
                    <a:pt x="4489359" y="1104874"/>
                  </a:lnTo>
                  <a:lnTo>
                    <a:pt x="4489639" y="1104874"/>
                  </a:lnTo>
                  <a:lnTo>
                    <a:pt x="4490105" y="1104874"/>
                  </a:lnTo>
                  <a:lnTo>
                    <a:pt x="4490944" y="1104874"/>
                  </a:lnTo>
                  <a:lnTo>
                    <a:pt x="4491037" y="1104874"/>
                  </a:lnTo>
                  <a:lnTo>
                    <a:pt x="4491131" y="1104874"/>
                  </a:lnTo>
                  <a:lnTo>
                    <a:pt x="4491224" y="1104874"/>
                  </a:lnTo>
                  <a:lnTo>
                    <a:pt x="4491410" y="1104874"/>
                  </a:lnTo>
                  <a:lnTo>
                    <a:pt x="4491783" y="1104874"/>
                  </a:lnTo>
                  <a:lnTo>
                    <a:pt x="4492156" y="1104874"/>
                  </a:lnTo>
                  <a:lnTo>
                    <a:pt x="4492436" y="1094920"/>
                  </a:lnTo>
                  <a:lnTo>
                    <a:pt x="4493275" y="1094920"/>
                  </a:lnTo>
                  <a:lnTo>
                    <a:pt x="4493369" y="1084966"/>
                  </a:lnTo>
                  <a:lnTo>
                    <a:pt x="4493462" y="1084966"/>
                  </a:lnTo>
                  <a:lnTo>
                    <a:pt x="4493555" y="1084966"/>
                  </a:lnTo>
                  <a:lnTo>
                    <a:pt x="4494021" y="1084966"/>
                  </a:lnTo>
                  <a:lnTo>
                    <a:pt x="4494115" y="1084966"/>
                  </a:lnTo>
                  <a:lnTo>
                    <a:pt x="4494208" y="1084966"/>
                  </a:lnTo>
                  <a:lnTo>
                    <a:pt x="4494861" y="1084966"/>
                  </a:lnTo>
                  <a:lnTo>
                    <a:pt x="4494954" y="1084966"/>
                  </a:lnTo>
                  <a:lnTo>
                    <a:pt x="4495047" y="1084966"/>
                  </a:lnTo>
                  <a:lnTo>
                    <a:pt x="4495140" y="1084966"/>
                  </a:lnTo>
                  <a:lnTo>
                    <a:pt x="4495234" y="1084966"/>
                  </a:lnTo>
                  <a:lnTo>
                    <a:pt x="4495979" y="1084966"/>
                  </a:lnTo>
                  <a:lnTo>
                    <a:pt x="4496632" y="1084966"/>
                  </a:lnTo>
                  <a:lnTo>
                    <a:pt x="4496725" y="1084966"/>
                  </a:lnTo>
                  <a:lnTo>
                    <a:pt x="4496912" y="1084966"/>
                  </a:lnTo>
                  <a:lnTo>
                    <a:pt x="4497098" y="1084966"/>
                  </a:lnTo>
                  <a:lnTo>
                    <a:pt x="4497192" y="1084966"/>
                  </a:lnTo>
                  <a:lnTo>
                    <a:pt x="4497751" y="1084966"/>
                  </a:lnTo>
                  <a:lnTo>
                    <a:pt x="4498031" y="1084966"/>
                  </a:lnTo>
                  <a:lnTo>
                    <a:pt x="4498124" y="1084966"/>
                  </a:lnTo>
                  <a:lnTo>
                    <a:pt x="4498311" y="1084966"/>
                  </a:lnTo>
                  <a:lnTo>
                    <a:pt x="4498590" y="1084966"/>
                  </a:lnTo>
                  <a:lnTo>
                    <a:pt x="4498684" y="1084966"/>
                  </a:lnTo>
                  <a:lnTo>
                    <a:pt x="4498777" y="1084966"/>
                  </a:lnTo>
                  <a:lnTo>
                    <a:pt x="4499336" y="1084966"/>
                  </a:lnTo>
                  <a:lnTo>
                    <a:pt x="4499523" y="1084966"/>
                  </a:lnTo>
                  <a:lnTo>
                    <a:pt x="4499616" y="1084966"/>
                  </a:lnTo>
                  <a:lnTo>
                    <a:pt x="4499803" y="1084966"/>
                  </a:lnTo>
                  <a:lnTo>
                    <a:pt x="4499989" y="1084966"/>
                  </a:lnTo>
                  <a:lnTo>
                    <a:pt x="4500455" y="1084966"/>
                  </a:lnTo>
                  <a:lnTo>
                    <a:pt x="4500735" y="1084966"/>
                  </a:lnTo>
                  <a:lnTo>
                    <a:pt x="4501108" y="1084966"/>
                  </a:lnTo>
                  <a:lnTo>
                    <a:pt x="4501201" y="1084966"/>
                  </a:lnTo>
                  <a:lnTo>
                    <a:pt x="4501388" y="1084966"/>
                  </a:lnTo>
                  <a:lnTo>
                    <a:pt x="4501481" y="1084966"/>
                  </a:lnTo>
                  <a:lnTo>
                    <a:pt x="4501761" y="1084966"/>
                  </a:lnTo>
                  <a:lnTo>
                    <a:pt x="4501854" y="1084966"/>
                  </a:lnTo>
                  <a:lnTo>
                    <a:pt x="4502134" y="1084966"/>
                  </a:lnTo>
                  <a:lnTo>
                    <a:pt x="4502507" y="1084966"/>
                  </a:lnTo>
                  <a:lnTo>
                    <a:pt x="4502600" y="1084966"/>
                  </a:lnTo>
                  <a:lnTo>
                    <a:pt x="4503346" y="1084966"/>
                  </a:lnTo>
                  <a:lnTo>
                    <a:pt x="4503719" y="1084966"/>
                  </a:lnTo>
                  <a:lnTo>
                    <a:pt x="4503812" y="1084966"/>
                  </a:lnTo>
                  <a:lnTo>
                    <a:pt x="4503905" y="1084966"/>
                  </a:lnTo>
                  <a:lnTo>
                    <a:pt x="4504092" y="1084966"/>
                  </a:lnTo>
                  <a:lnTo>
                    <a:pt x="4504278" y="1084966"/>
                  </a:lnTo>
                  <a:lnTo>
                    <a:pt x="4504372" y="1084966"/>
                  </a:lnTo>
                  <a:lnTo>
                    <a:pt x="4504465" y="1084966"/>
                  </a:lnTo>
                  <a:lnTo>
                    <a:pt x="4504558" y="1084966"/>
                  </a:lnTo>
                  <a:lnTo>
                    <a:pt x="4504651" y="1084966"/>
                  </a:lnTo>
                  <a:lnTo>
                    <a:pt x="4504745" y="1084966"/>
                  </a:lnTo>
                  <a:lnTo>
                    <a:pt x="4504838" y="1084966"/>
                  </a:lnTo>
                  <a:lnTo>
                    <a:pt x="4504931" y="1084966"/>
                  </a:lnTo>
                  <a:lnTo>
                    <a:pt x="4505957" y="1084966"/>
                  </a:lnTo>
                  <a:lnTo>
                    <a:pt x="4506050" y="1084966"/>
                  </a:lnTo>
                  <a:lnTo>
                    <a:pt x="4506330" y="1084966"/>
                  </a:lnTo>
                  <a:lnTo>
                    <a:pt x="4506516" y="1084966"/>
                  </a:lnTo>
                  <a:lnTo>
                    <a:pt x="4506703" y="1084966"/>
                  </a:lnTo>
                  <a:lnTo>
                    <a:pt x="4506796" y="1084966"/>
                  </a:lnTo>
                  <a:lnTo>
                    <a:pt x="4506983" y="1084966"/>
                  </a:lnTo>
                  <a:lnTo>
                    <a:pt x="4507076" y="1084966"/>
                  </a:lnTo>
                  <a:lnTo>
                    <a:pt x="4507822" y="1084966"/>
                  </a:lnTo>
                  <a:lnTo>
                    <a:pt x="4508102" y="1084966"/>
                  </a:lnTo>
                  <a:lnTo>
                    <a:pt x="4508288" y="1084966"/>
                  </a:lnTo>
                  <a:lnTo>
                    <a:pt x="4508568" y="1084966"/>
                  </a:lnTo>
                  <a:lnTo>
                    <a:pt x="4508754" y="1084966"/>
                  </a:lnTo>
                  <a:lnTo>
                    <a:pt x="4508848" y="1084966"/>
                  </a:lnTo>
                  <a:lnTo>
                    <a:pt x="4509127" y="1084966"/>
                  </a:lnTo>
                  <a:lnTo>
                    <a:pt x="4509687" y="1084966"/>
                  </a:lnTo>
                  <a:lnTo>
                    <a:pt x="4510339" y="1084966"/>
                  </a:lnTo>
                  <a:lnTo>
                    <a:pt x="4510806" y="1084966"/>
                  </a:lnTo>
                  <a:lnTo>
                    <a:pt x="4510899" y="1084966"/>
                  </a:lnTo>
                  <a:lnTo>
                    <a:pt x="4511179" y="1084966"/>
                  </a:lnTo>
                  <a:lnTo>
                    <a:pt x="4511272" y="1084966"/>
                  </a:lnTo>
                  <a:lnTo>
                    <a:pt x="4511458" y="1084966"/>
                  </a:lnTo>
                  <a:lnTo>
                    <a:pt x="4511645" y="1084966"/>
                  </a:lnTo>
                  <a:lnTo>
                    <a:pt x="4511738" y="1084966"/>
                  </a:lnTo>
                  <a:lnTo>
                    <a:pt x="4512577" y="1084966"/>
                  </a:lnTo>
                  <a:lnTo>
                    <a:pt x="4513044" y="1084966"/>
                  </a:lnTo>
                  <a:lnTo>
                    <a:pt x="4513137" y="1084966"/>
                  </a:lnTo>
                  <a:lnTo>
                    <a:pt x="4513230" y="1084966"/>
                  </a:lnTo>
                  <a:lnTo>
                    <a:pt x="4513323" y="1084966"/>
                  </a:lnTo>
                  <a:lnTo>
                    <a:pt x="4513417" y="1084966"/>
                  </a:lnTo>
                  <a:lnTo>
                    <a:pt x="4513603" y="1084966"/>
                  </a:lnTo>
                  <a:lnTo>
                    <a:pt x="4513790" y="1084966"/>
                  </a:lnTo>
                  <a:lnTo>
                    <a:pt x="4514442" y="1084966"/>
                  </a:lnTo>
                  <a:lnTo>
                    <a:pt x="4514536" y="1084966"/>
                  </a:lnTo>
                  <a:lnTo>
                    <a:pt x="4514629" y="1084966"/>
                  </a:lnTo>
                  <a:lnTo>
                    <a:pt x="4514722" y="1084966"/>
                  </a:lnTo>
                  <a:lnTo>
                    <a:pt x="4514815" y="1084966"/>
                  </a:lnTo>
                  <a:lnTo>
                    <a:pt x="4515375" y="1084966"/>
                  </a:lnTo>
                  <a:lnTo>
                    <a:pt x="4515468" y="1084966"/>
                  </a:lnTo>
                  <a:lnTo>
                    <a:pt x="4515655" y="1084966"/>
                  </a:lnTo>
                  <a:lnTo>
                    <a:pt x="4515748" y="1084966"/>
                  </a:lnTo>
                  <a:lnTo>
                    <a:pt x="4515934" y="1084966"/>
                  </a:lnTo>
                  <a:lnTo>
                    <a:pt x="4516307" y="1084966"/>
                  </a:lnTo>
                  <a:lnTo>
                    <a:pt x="4516773" y="1084966"/>
                  </a:lnTo>
                  <a:lnTo>
                    <a:pt x="4516867" y="1084966"/>
                  </a:lnTo>
                  <a:lnTo>
                    <a:pt x="4516960" y="1084966"/>
                  </a:lnTo>
                  <a:lnTo>
                    <a:pt x="4517053" y="1084966"/>
                  </a:lnTo>
                  <a:lnTo>
                    <a:pt x="4517519" y="1084966"/>
                  </a:lnTo>
                  <a:lnTo>
                    <a:pt x="4517799" y="1084966"/>
                  </a:lnTo>
                  <a:lnTo>
                    <a:pt x="4517892" y="1084966"/>
                  </a:lnTo>
                  <a:lnTo>
                    <a:pt x="4518079" y="1084966"/>
                  </a:lnTo>
                  <a:lnTo>
                    <a:pt x="4518172" y="1084966"/>
                  </a:lnTo>
                  <a:lnTo>
                    <a:pt x="4518265" y="1084966"/>
                  </a:lnTo>
                  <a:lnTo>
                    <a:pt x="4518452" y="1084966"/>
                  </a:lnTo>
                  <a:lnTo>
                    <a:pt x="4518638" y="1084966"/>
                  </a:lnTo>
                  <a:lnTo>
                    <a:pt x="4519105" y="1084966"/>
                  </a:lnTo>
                  <a:lnTo>
                    <a:pt x="4519198" y="1084966"/>
                  </a:lnTo>
                  <a:lnTo>
                    <a:pt x="4519291" y="1084966"/>
                  </a:lnTo>
                  <a:lnTo>
                    <a:pt x="4519384" y="1084966"/>
                  </a:lnTo>
                  <a:lnTo>
                    <a:pt x="4520037" y="1084966"/>
                  </a:lnTo>
                  <a:lnTo>
                    <a:pt x="4520410" y="1084966"/>
                  </a:lnTo>
                  <a:lnTo>
                    <a:pt x="4520503" y="1084966"/>
                  </a:lnTo>
                  <a:lnTo>
                    <a:pt x="4520970" y="1084966"/>
                  </a:lnTo>
                  <a:lnTo>
                    <a:pt x="4521063" y="1084966"/>
                  </a:lnTo>
                  <a:lnTo>
                    <a:pt x="4521156" y="1084966"/>
                  </a:lnTo>
                  <a:lnTo>
                    <a:pt x="4521995" y="1084966"/>
                  </a:lnTo>
                  <a:lnTo>
                    <a:pt x="4522368" y="1084966"/>
                  </a:lnTo>
                  <a:lnTo>
                    <a:pt x="4522462" y="1084966"/>
                  </a:lnTo>
                  <a:lnTo>
                    <a:pt x="4522741" y="1084966"/>
                  </a:lnTo>
                  <a:lnTo>
                    <a:pt x="4522835" y="1084966"/>
                  </a:lnTo>
                  <a:lnTo>
                    <a:pt x="4523208" y="1084966"/>
                  </a:lnTo>
                  <a:lnTo>
                    <a:pt x="4523301" y="1084966"/>
                  </a:lnTo>
                  <a:lnTo>
                    <a:pt x="4523860" y="1084966"/>
                  </a:lnTo>
                  <a:lnTo>
                    <a:pt x="4524140" y="1084966"/>
                  </a:lnTo>
                  <a:lnTo>
                    <a:pt x="4524233" y="1075012"/>
                  </a:lnTo>
                  <a:lnTo>
                    <a:pt x="4524513" y="1075012"/>
                  </a:lnTo>
                  <a:lnTo>
                    <a:pt x="4524606" y="1075012"/>
                  </a:lnTo>
                  <a:lnTo>
                    <a:pt x="4524793" y="1075012"/>
                  </a:lnTo>
                  <a:lnTo>
                    <a:pt x="4524979" y="1075012"/>
                  </a:lnTo>
                  <a:lnTo>
                    <a:pt x="4525072" y="1075012"/>
                  </a:lnTo>
                  <a:lnTo>
                    <a:pt x="4525259" y="1075012"/>
                  </a:lnTo>
                  <a:lnTo>
                    <a:pt x="4525352" y="1075012"/>
                  </a:lnTo>
                  <a:lnTo>
                    <a:pt x="4525445" y="1075012"/>
                  </a:lnTo>
                  <a:lnTo>
                    <a:pt x="4525539" y="1075012"/>
                  </a:lnTo>
                  <a:lnTo>
                    <a:pt x="4525632" y="1075012"/>
                  </a:lnTo>
                  <a:lnTo>
                    <a:pt x="4525818" y="1075012"/>
                  </a:lnTo>
                  <a:lnTo>
                    <a:pt x="4526005" y="1075012"/>
                  </a:lnTo>
                  <a:lnTo>
                    <a:pt x="4526378" y="1075012"/>
                  </a:lnTo>
                  <a:lnTo>
                    <a:pt x="4526658" y="1075012"/>
                  </a:lnTo>
                  <a:lnTo>
                    <a:pt x="4526751" y="1075012"/>
                  </a:lnTo>
                  <a:lnTo>
                    <a:pt x="4527031" y="1075012"/>
                  </a:lnTo>
                  <a:lnTo>
                    <a:pt x="4527310" y="1075012"/>
                  </a:lnTo>
                  <a:lnTo>
                    <a:pt x="4527404" y="1075012"/>
                  </a:lnTo>
                  <a:lnTo>
                    <a:pt x="4527590" y="1075012"/>
                  </a:lnTo>
                  <a:lnTo>
                    <a:pt x="4527683" y="1075012"/>
                  </a:lnTo>
                  <a:lnTo>
                    <a:pt x="4527870" y="1075012"/>
                  </a:lnTo>
                  <a:lnTo>
                    <a:pt x="4527963" y="1075012"/>
                  </a:lnTo>
                  <a:lnTo>
                    <a:pt x="4531320" y="1065059"/>
                  </a:lnTo>
                  <a:lnTo>
                    <a:pt x="4531506" y="1065059"/>
                  </a:lnTo>
                  <a:lnTo>
                    <a:pt x="4531879" y="1065059"/>
                  </a:lnTo>
                  <a:lnTo>
                    <a:pt x="4532159" y="1065059"/>
                  </a:lnTo>
                  <a:lnTo>
                    <a:pt x="4532439" y="1065059"/>
                  </a:lnTo>
                  <a:lnTo>
                    <a:pt x="4532812" y="1065059"/>
                  </a:lnTo>
                  <a:lnTo>
                    <a:pt x="4532998" y="1065059"/>
                  </a:lnTo>
                  <a:lnTo>
                    <a:pt x="4533371" y="1065059"/>
                  </a:lnTo>
                  <a:lnTo>
                    <a:pt x="4533558" y="1065059"/>
                  </a:lnTo>
                  <a:lnTo>
                    <a:pt x="4533651" y="1065059"/>
                  </a:lnTo>
                  <a:lnTo>
                    <a:pt x="4533744" y="1065059"/>
                  </a:lnTo>
                  <a:lnTo>
                    <a:pt x="4533838" y="1065059"/>
                  </a:lnTo>
                  <a:lnTo>
                    <a:pt x="4534024" y="1065059"/>
                  </a:lnTo>
                  <a:lnTo>
                    <a:pt x="4534117" y="1065059"/>
                  </a:lnTo>
                  <a:lnTo>
                    <a:pt x="4534211" y="1065059"/>
                  </a:lnTo>
                  <a:lnTo>
                    <a:pt x="4534397" y="1065059"/>
                  </a:lnTo>
                  <a:lnTo>
                    <a:pt x="4534584" y="1065059"/>
                  </a:lnTo>
                  <a:lnTo>
                    <a:pt x="4534957" y="1065059"/>
                  </a:lnTo>
                  <a:lnTo>
                    <a:pt x="4535236" y="1065059"/>
                  </a:lnTo>
                  <a:lnTo>
                    <a:pt x="4535516" y="1065059"/>
                  </a:lnTo>
                  <a:lnTo>
                    <a:pt x="4535889" y="1065059"/>
                  </a:lnTo>
                  <a:lnTo>
                    <a:pt x="4536169" y="1065059"/>
                  </a:lnTo>
                  <a:lnTo>
                    <a:pt x="4536728" y="1065059"/>
                  </a:lnTo>
                  <a:lnTo>
                    <a:pt x="4536915" y="1055105"/>
                  </a:lnTo>
                  <a:lnTo>
                    <a:pt x="4537008" y="1055105"/>
                  </a:lnTo>
                  <a:lnTo>
                    <a:pt x="4537288" y="1055105"/>
                  </a:lnTo>
                  <a:lnTo>
                    <a:pt x="4537754" y="1055105"/>
                  </a:lnTo>
                  <a:lnTo>
                    <a:pt x="4537847" y="1055105"/>
                  </a:lnTo>
                  <a:lnTo>
                    <a:pt x="4538127" y="1055105"/>
                  </a:lnTo>
                  <a:lnTo>
                    <a:pt x="4539059" y="1055105"/>
                  </a:lnTo>
                  <a:lnTo>
                    <a:pt x="4539339" y="1055105"/>
                  </a:lnTo>
                  <a:lnTo>
                    <a:pt x="4539526" y="1055105"/>
                  </a:lnTo>
                  <a:lnTo>
                    <a:pt x="4539805" y="1055105"/>
                  </a:lnTo>
                  <a:lnTo>
                    <a:pt x="4540178" y="1055105"/>
                  </a:lnTo>
                  <a:lnTo>
                    <a:pt x="4540458" y="1055105"/>
                  </a:lnTo>
                  <a:lnTo>
                    <a:pt x="4540924" y="1045151"/>
                  </a:lnTo>
                  <a:lnTo>
                    <a:pt x="4541111" y="1045151"/>
                  </a:lnTo>
                  <a:lnTo>
                    <a:pt x="4541297" y="1045151"/>
                  </a:lnTo>
                  <a:lnTo>
                    <a:pt x="4541391" y="1045151"/>
                  </a:lnTo>
                  <a:lnTo>
                    <a:pt x="4541764" y="1045151"/>
                  </a:lnTo>
                  <a:lnTo>
                    <a:pt x="4542137" y="1045151"/>
                  </a:lnTo>
                  <a:lnTo>
                    <a:pt x="4542230" y="1045151"/>
                  </a:lnTo>
                  <a:lnTo>
                    <a:pt x="4542323" y="1045151"/>
                  </a:lnTo>
                  <a:lnTo>
                    <a:pt x="4542416" y="1045151"/>
                  </a:lnTo>
                  <a:lnTo>
                    <a:pt x="4542603" y="1045151"/>
                  </a:lnTo>
                  <a:lnTo>
                    <a:pt x="4542696" y="1045151"/>
                  </a:lnTo>
                  <a:lnTo>
                    <a:pt x="4542883" y="1045151"/>
                  </a:lnTo>
                  <a:lnTo>
                    <a:pt x="4542976" y="1045151"/>
                  </a:lnTo>
                  <a:lnTo>
                    <a:pt x="4543069" y="1045151"/>
                  </a:lnTo>
                  <a:lnTo>
                    <a:pt x="4543256" y="1045151"/>
                  </a:lnTo>
                  <a:lnTo>
                    <a:pt x="4543629" y="1045151"/>
                  </a:lnTo>
                  <a:lnTo>
                    <a:pt x="4544095" y="1045151"/>
                  </a:lnTo>
                  <a:lnTo>
                    <a:pt x="4544281" y="1045151"/>
                  </a:lnTo>
                  <a:lnTo>
                    <a:pt x="4544374" y="1045151"/>
                  </a:lnTo>
                  <a:lnTo>
                    <a:pt x="4544561" y="1045151"/>
                  </a:lnTo>
                  <a:lnTo>
                    <a:pt x="4544654" y="1045151"/>
                  </a:lnTo>
                  <a:lnTo>
                    <a:pt x="4544747" y="1045151"/>
                  </a:lnTo>
                  <a:lnTo>
                    <a:pt x="4544841" y="1045151"/>
                  </a:lnTo>
                  <a:lnTo>
                    <a:pt x="4545493" y="1045151"/>
                  </a:lnTo>
                  <a:lnTo>
                    <a:pt x="4545587" y="1045151"/>
                  </a:lnTo>
                  <a:lnTo>
                    <a:pt x="4545680" y="1045151"/>
                  </a:lnTo>
                  <a:lnTo>
                    <a:pt x="4546053" y="1045151"/>
                  </a:lnTo>
                  <a:lnTo>
                    <a:pt x="4546146" y="1045151"/>
                  </a:lnTo>
                  <a:lnTo>
                    <a:pt x="4546892" y="1045151"/>
                  </a:lnTo>
                  <a:lnTo>
                    <a:pt x="4547172" y="1045151"/>
                  </a:lnTo>
                  <a:lnTo>
                    <a:pt x="4547452" y="1045151"/>
                  </a:lnTo>
                  <a:lnTo>
                    <a:pt x="4548664" y="1045151"/>
                  </a:lnTo>
                  <a:lnTo>
                    <a:pt x="4548757" y="1045151"/>
                  </a:lnTo>
                  <a:lnTo>
                    <a:pt x="4548850" y="1045151"/>
                  </a:lnTo>
                  <a:lnTo>
                    <a:pt x="4548944" y="1045151"/>
                  </a:lnTo>
                  <a:lnTo>
                    <a:pt x="4549223" y="1035197"/>
                  </a:lnTo>
                  <a:lnTo>
                    <a:pt x="4549317" y="1035197"/>
                  </a:lnTo>
                  <a:lnTo>
                    <a:pt x="4549410" y="1035197"/>
                  </a:lnTo>
                  <a:lnTo>
                    <a:pt x="4549503" y="1035197"/>
                  </a:lnTo>
                  <a:lnTo>
                    <a:pt x="4549596" y="1035197"/>
                  </a:lnTo>
                  <a:lnTo>
                    <a:pt x="4549690" y="1035197"/>
                  </a:lnTo>
                  <a:lnTo>
                    <a:pt x="4550249" y="1035197"/>
                  </a:lnTo>
                  <a:lnTo>
                    <a:pt x="4550902" y="1035197"/>
                  </a:lnTo>
                  <a:lnTo>
                    <a:pt x="4551182" y="1035197"/>
                  </a:lnTo>
                  <a:lnTo>
                    <a:pt x="4551275" y="1035197"/>
                  </a:lnTo>
                  <a:lnTo>
                    <a:pt x="4551368" y="1035197"/>
                  </a:lnTo>
                  <a:lnTo>
                    <a:pt x="4551834" y="1035197"/>
                  </a:lnTo>
                  <a:lnTo>
                    <a:pt x="4551927" y="1035197"/>
                  </a:lnTo>
                  <a:lnTo>
                    <a:pt x="4552114" y="1035197"/>
                  </a:lnTo>
                  <a:lnTo>
                    <a:pt x="4552300" y="1035197"/>
                  </a:lnTo>
                  <a:lnTo>
                    <a:pt x="4552394" y="1035197"/>
                  </a:lnTo>
                  <a:lnTo>
                    <a:pt x="4552487" y="1035197"/>
                  </a:lnTo>
                  <a:lnTo>
                    <a:pt x="4552767" y="1035197"/>
                  </a:lnTo>
                  <a:lnTo>
                    <a:pt x="4553140" y="1025243"/>
                  </a:lnTo>
                  <a:lnTo>
                    <a:pt x="4553233" y="1025243"/>
                  </a:lnTo>
                  <a:lnTo>
                    <a:pt x="4554259" y="1025243"/>
                  </a:lnTo>
                  <a:lnTo>
                    <a:pt x="4554445" y="1025243"/>
                  </a:lnTo>
                  <a:lnTo>
                    <a:pt x="4554538" y="1025243"/>
                  </a:lnTo>
                  <a:lnTo>
                    <a:pt x="4554632" y="1025243"/>
                  </a:lnTo>
                  <a:lnTo>
                    <a:pt x="4555284" y="1025243"/>
                  </a:lnTo>
                  <a:lnTo>
                    <a:pt x="4555564" y="1025243"/>
                  </a:lnTo>
                  <a:lnTo>
                    <a:pt x="4555751" y="1025243"/>
                  </a:lnTo>
                  <a:lnTo>
                    <a:pt x="4555937" y="1015289"/>
                  </a:lnTo>
                  <a:lnTo>
                    <a:pt x="4556030" y="1015289"/>
                  </a:lnTo>
                  <a:lnTo>
                    <a:pt x="4556776" y="1015289"/>
                  </a:lnTo>
                  <a:lnTo>
                    <a:pt x="4556870" y="1015289"/>
                  </a:lnTo>
                  <a:lnTo>
                    <a:pt x="4557429" y="1015289"/>
                  </a:lnTo>
                  <a:lnTo>
                    <a:pt x="4557522" y="1015289"/>
                  </a:lnTo>
                  <a:lnTo>
                    <a:pt x="4557616" y="1015289"/>
                  </a:lnTo>
                  <a:lnTo>
                    <a:pt x="4558361" y="1015289"/>
                  </a:lnTo>
                  <a:lnTo>
                    <a:pt x="4559014" y="1015289"/>
                  </a:lnTo>
                  <a:lnTo>
                    <a:pt x="4559107" y="1015289"/>
                  </a:lnTo>
                  <a:lnTo>
                    <a:pt x="4559201" y="1015289"/>
                  </a:lnTo>
                  <a:lnTo>
                    <a:pt x="4559760" y="1015289"/>
                  </a:lnTo>
                  <a:lnTo>
                    <a:pt x="4559947" y="1015289"/>
                  </a:lnTo>
                  <a:lnTo>
                    <a:pt x="4560786" y="1015289"/>
                  </a:lnTo>
                  <a:lnTo>
                    <a:pt x="4561066" y="1015289"/>
                  </a:lnTo>
                  <a:lnTo>
                    <a:pt x="4561252" y="1015289"/>
                  </a:lnTo>
                  <a:lnTo>
                    <a:pt x="4561345" y="1015289"/>
                  </a:lnTo>
                  <a:lnTo>
                    <a:pt x="4561532" y="1015289"/>
                  </a:lnTo>
                  <a:lnTo>
                    <a:pt x="4561625" y="1015289"/>
                  </a:lnTo>
                  <a:lnTo>
                    <a:pt x="4561718" y="1015289"/>
                  </a:lnTo>
                  <a:lnTo>
                    <a:pt x="4561812" y="1015289"/>
                  </a:lnTo>
                  <a:lnTo>
                    <a:pt x="4561998" y="1015289"/>
                  </a:lnTo>
                  <a:lnTo>
                    <a:pt x="4562185" y="1015289"/>
                  </a:lnTo>
                  <a:lnTo>
                    <a:pt x="4562278" y="1015289"/>
                  </a:lnTo>
                  <a:lnTo>
                    <a:pt x="4562371" y="1015289"/>
                  </a:lnTo>
                  <a:lnTo>
                    <a:pt x="4562744" y="1015289"/>
                  </a:lnTo>
                  <a:lnTo>
                    <a:pt x="4562837" y="1015289"/>
                  </a:lnTo>
                  <a:lnTo>
                    <a:pt x="4563117" y="1015289"/>
                  </a:lnTo>
                  <a:lnTo>
                    <a:pt x="4563210" y="1015289"/>
                  </a:lnTo>
                  <a:lnTo>
                    <a:pt x="4563770" y="1015289"/>
                  </a:lnTo>
                  <a:lnTo>
                    <a:pt x="4563956" y="1015289"/>
                  </a:lnTo>
                  <a:lnTo>
                    <a:pt x="4564236" y="1015289"/>
                  </a:lnTo>
                  <a:lnTo>
                    <a:pt x="4564423" y="1015289"/>
                  </a:lnTo>
                  <a:lnTo>
                    <a:pt x="4564609" y="1015289"/>
                  </a:lnTo>
                  <a:lnTo>
                    <a:pt x="4564889" y="1015289"/>
                  </a:lnTo>
                  <a:lnTo>
                    <a:pt x="4565168" y="1015289"/>
                  </a:lnTo>
                  <a:lnTo>
                    <a:pt x="4565635" y="1015289"/>
                  </a:lnTo>
                  <a:lnTo>
                    <a:pt x="4566754" y="1015289"/>
                  </a:lnTo>
                  <a:lnTo>
                    <a:pt x="4567406" y="1015289"/>
                  </a:lnTo>
                  <a:lnTo>
                    <a:pt x="4567779" y="1015289"/>
                  </a:lnTo>
                  <a:lnTo>
                    <a:pt x="4567873" y="1015289"/>
                  </a:lnTo>
                  <a:lnTo>
                    <a:pt x="4567966" y="1015289"/>
                  </a:lnTo>
                  <a:lnTo>
                    <a:pt x="4568059" y="1015289"/>
                  </a:lnTo>
                  <a:lnTo>
                    <a:pt x="4568152" y="1015289"/>
                  </a:lnTo>
                  <a:lnTo>
                    <a:pt x="4568992" y="1015289"/>
                  </a:lnTo>
                  <a:lnTo>
                    <a:pt x="4569178" y="1015289"/>
                  </a:lnTo>
                  <a:lnTo>
                    <a:pt x="4569365" y="1015289"/>
                  </a:lnTo>
                  <a:lnTo>
                    <a:pt x="4569644" y="1015289"/>
                  </a:lnTo>
                  <a:lnTo>
                    <a:pt x="4569738" y="1015289"/>
                  </a:lnTo>
                  <a:lnTo>
                    <a:pt x="4569831" y="1015289"/>
                  </a:lnTo>
                  <a:lnTo>
                    <a:pt x="4570017" y="1015289"/>
                  </a:lnTo>
                  <a:lnTo>
                    <a:pt x="4570390" y="1015289"/>
                  </a:lnTo>
                  <a:lnTo>
                    <a:pt x="4570484" y="1015289"/>
                  </a:lnTo>
                  <a:lnTo>
                    <a:pt x="4570670" y="1015289"/>
                  </a:lnTo>
                  <a:lnTo>
                    <a:pt x="4571323" y="1015289"/>
                  </a:lnTo>
                  <a:lnTo>
                    <a:pt x="4571416" y="1015289"/>
                  </a:lnTo>
                  <a:lnTo>
                    <a:pt x="4572348" y="1015289"/>
                  </a:lnTo>
                  <a:lnTo>
                    <a:pt x="4572535" y="1015289"/>
                  </a:lnTo>
                  <a:lnTo>
                    <a:pt x="4572628" y="1015289"/>
                  </a:lnTo>
                  <a:lnTo>
                    <a:pt x="4572721" y="1015289"/>
                  </a:lnTo>
                  <a:lnTo>
                    <a:pt x="4573001" y="1015289"/>
                  </a:lnTo>
                  <a:lnTo>
                    <a:pt x="4573467" y="1015289"/>
                  </a:lnTo>
                  <a:lnTo>
                    <a:pt x="4573561" y="1015289"/>
                  </a:lnTo>
                  <a:lnTo>
                    <a:pt x="4573934" y="1015289"/>
                  </a:lnTo>
                  <a:lnTo>
                    <a:pt x="4574027" y="1015289"/>
                  </a:lnTo>
                  <a:lnTo>
                    <a:pt x="4574586" y="1015289"/>
                  </a:lnTo>
                  <a:lnTo>
                    <a:pt x="4574680" y="1015289"/>
                  </a:lnTo>
                  <a:lnTo>
                    <a:pt x="4574866" y="1015289"/>
                  </a:lnTo>
                  <a:lnTo>
                    <a:pt x="4574959" y="1015289"/>
                  </a:lnTo>
                  <a:lnTo>
                    <a:pt x="4575053" y="1015289"/>
                  </a:lnTo>
                  <a:lnTo>
                    <a:pt x="4575146" y="1015289"/>
                  </a:lnTo>
                  <a:lnTo>
                    <a:pt x="4575239" y="1015289"/>
                  </a:lnTo>
                  <a:lnTo>
                    <a:pt x="4575612" y="1015289"/>
                  </a:lnTo>
                  <a:lnTo>
                    <a:pt x="4576265" y="1015289"/>
                  </a:lnTo>
                  <a:lnTo>
                    <a:pt x="4576451" y="1015289"/>
                  </a:lnTo>
                  <a:lnTo>
                    <a:pt x="4576731" y="1015289"/>
                  </a:lnTo>
                  <a:lnTo>
                    <a:pt x="4576918" y="1015289"/>
                  </a:lnTo>
                  <a:lnTo>
                    <a:pt x="4577011" y="1015289"/>
                  </a:lnTo>
                  <a:lnTo>
                    <a:pt x="4577197" y="1015289"/>
                  </a:lnTo>
                  <a:lnTo>
                    <a:pt x="4577384" y="1015289"/>
                  </a:lnTo>
                  <a:lnTo>
                    <a:pt x="4577477" y="1015289"/>
                  </a:lnTo>
                  <a:lnTo>
                    <a:pt x="4577943" y="1015289"/>
                  </a:lnTo>
                  <a:lnTo>
                    <a:pt x="4578037" y="1015289"/>
                  </a:lnTo>
                  <a:lnTo>
                    <a:pt x="4578130" y="1015289"/>
                  </a:lnTo>
                  <a:lnTo>
                    <a:pt x="4578316" y="1015289"/>
                  </a:lnTo>
                  <a:lnTo>
                    <a:pt x="4578596" y="1015289"/>
                  </a:lnTo>
                  <a:lnTo>
                    <a:pt x="4578783" y="1015289"/>
                  </a:lnTo>
                  <a:lnTo>
                    <a:pt x="4578969" y="1015289"/>
                  </a:lnTo>
                  <a:lnTo>
                    <a:pt x="4579155" y="1015289"/>
                  </a:lnTo>
                  <a:lnTo>
                    <a:pt x="4579435" y="1015289"/>
                  </a:lnTo>
                  <a:lnTo>
                    <a:pt x="4579995" y="1015289"/>
                  </a:lnTo>
                  <a:lnTo>
                    <a:pt x="4580088" y="1015289"/>
                  </a:lnTo>
                  <a:lnTo>
                    <a:pt x="4580834" y="1015289"/>
                  </a:lnTo>
                  <a:lnTo>
                    <a:pt x="4580927" y="1015289"/>
                  </a:lnTo>
                  <a:lnTo>
                    <a:pt x="4581020" y="1015289"/>
                  </a:lnTo>
                  <a:lnTo>
                    <a:pt x="4581300" y="1015289"/>
                  </a:lnTo>
                  <a:lnTo>
                    <a:pt x="4581487" y="1015289"/>
                  </a:lnTo>
                  <a:lnTo>
                    <a:pt x="4581673" y="1015289"/>
                  </a:lnTo>
                  <a:lnTo>
                    <a:pt x="4582139" y="1015289"/>
                  </a:lnTo>
                  <a:lnTo>
                    <a:pt x="4582326" y="1015289"/>
                  </a:lnTo>
                  <a:lnTo>
                    <a:pt x="4582419" y="1015289"/>
                  </a:lnTo>
                  <a:lnTo>
                    <a:pt x="4582512" y="1015289"/>
                  </a:lnTo>
                  <a:lnTo>
                    <a:pt x="4582792" y="1015289"/>
                  </a:lnTo>
                  <a:lnTo>
                    <a:pt x="4582979" y="1015289"/>
                  </a:lnTo>
                  <a:lnTo>
                    <a:pt x="4583445" y="1015289"/>
                  </a:lnTo>
                  <a:lnTo>
                    <a:pt x="4584004" y="1015289"/>
                  </a:lnTo>
                  <a:lnTo>
                    <a:pt x="4584377" y="1015289"/>
                  </a:lnTo>
                  <a:lnTo>
                    <a:pt x="4584471" y="1015289"/>
                  </a:lnTo>
                  <a:lnTo>
                    <a:pt x="4584657" y="1015289"/>
                  </a:lnTo>
                  <a:lnTo>
                    <a:pt x="4584750" y="1015289"/>
                  </a:lnTo>
                  <a:lnTo>
                    <a:pt x="4585123" y="1015289"/>
                  </a:lnTo>
                  <a:lnTo>
                    <a:pt x="4585310" y="1015289"/>
                  </a:lnTo>
                  <a:lnTo>
                    <a:pt x="4585403" y="1015289"/>
                  </a:lnTo>
                  <a:lnTo>
                    <a:pt x="4585496" y="1015289"/>
                  </a:lnTo>
                  <a:lnTo>
                    <a:pt x="4587641" y="1015289"/>
                  </a:lnTo>
                  <a:lnTo>
                    <a:pt x="4587921" y="1015289"/>
                  </a:lnTo>
                  <a:lnTo>
                    <a:pt x="4588014" y="1015289"/>
                  </a:lnTo>
                  <a:lnTo>
                    <a:pt x="4588294" y="1015289"/>
                  </a:lnTo>
                  <a:lnTo>
                    <a:pt x="4588667" y="1015289"/>
                  </a:lnTo>
                  <a:lnTo>
                    <a:pt x="4588760" y="1015289"/>
                  </a:lnTo>
                  <a:lnTo>
                    <a:pt x="4588853" y="1015289"/>
                  </a:lnTo>
                  <a:lnTo>
                    <a:pt x="4588946" y="1015289"/>
                  </a:lnTo>
                  <a:lnTo>
                    <a:pt x="4589040" y="1015289"/>
                  </a:lnTo>
                  <a:lnTo>
                    <a:pt x="4589133" y="1015289"/>
                  </a:lnTo>
                  <a:lnTo>
                    <a:pt x="4589413" y="1015289"/>
                  </a:lnTo>
                  <a:lnTo>
                    <a:pt x="4589599" y="1015289"/>
                  </a:lnTo>
                  <a:lnTo>
                    <a:pt x="4589972" y="1015289"/>
                  </a:lnTo>
                  <a:lnTo>
                    <a:pt x="4590065" y="1015289"/>
                  </a:lnTo>
                  <a:lnTo>
                    <a:pt x="4590159" y="1015289"/>
                  </a:lnTo>
                  <a:lnTo>
                    <a:pt x="4590345" y="1015289"/>
                  </a:lnTo>
                  <a:lnTo>
                    <a:pt x="4590532" y="1015289"/>
                  </a:lnTo>
                  <a:lnTo>
                    <a:pt x="4591091" y="1015289"/>
                  </a:lnTo>
                  <a:lnTo>
                    <a:pt x="4591184" y="1015289"/>
                  </a:lnTo>
                  <a:lnTo>
                    <a:pt x="4591464" y="1015289"/>
                  </a:lnTo>
                  <a:lnTo>
                    <a:pt x="4591557" y="1015289"/>
                  </a:lnTo>
                  <a:lnTo>
                    <a:pt x="4591651" y="1015289"/>
                  </a:lnTo>
                  <a:lnTo>
                    <a:pt x="4591744" y="1015289"/>
                  </a:lnTo>
                  <a:lnTo>
                    <a:pt x="4591837" y="1015289"/>
                  </a:lnTo>
                  <a:lnTo>
                    <a:pt x="4592863" y="1015289"/>
                  </a:lnTo>
                  <a:lnTo>
                    <a:pt x="4592956" y="1015289"/>
                  </a:lnTo>
                  <a:lnTo>
                    <a:pt x="4593049" y="1015289"/>
                  </a:lnTo>
                  <a:lnTo>
                    <a:pt x="4593422" y="1015289"/>
                  </a:lnTo>
                  <a:lnTo>
                    <a:pt x="4593515" y="1015289"/>
                  </a:lnTo>
                  <a:lnTo>
                    <a:pt x="4593982" y="1015289"/>
                  </a:lnTo>
                  <a:lnTo>
                    <a:pt x="4594075" y="1015289"/>
                  </a:lnTo>
                  <a:lnTo>
                    <a:pt x="4594261" y="1015289"/>
                  </a:lnTo>
                  <a:lnTo>
                    <a:pt x="4594541" y="1015289"/>
                  </a:lnTo>
                  <a:lnTo>
                    <a:pt x="4594821" y="1015289"/>
                  </a:lnTo>
                  <a:lnTo>
                    <a:pt x="4595007" y="1015289"/>
                  </a:lnTo>
                  <a:lnTo>
                    <a:pt x="4595287" y="1015289"/>
                  </a:lnTo>
                  <a:lnTo>
                    <a:pt x="4595567" y="1015289"/>
                  </a:lnTo>
                  <a:lnTo>
                    <a:pt x="4595847" y="1015289"/>
                  </a:lnTo>
                  <a:lnTo>
                    <a:pt x="4596593" y="1015289"/>
                  </a:lnTo>
                  <a:lnTo>
                    <a:pt x="4596686" y="1015289"/>
                  </a:lnTo>
                  <a:lnTo>
                    <a:pt x="4596779" y="1005336"/>
                  </a:lnTo>
                  <a:lnTo>
                    <a:pt x="4597152" y="1005336"/>
                  </a:lnTo>
                  <a:lnTo>
                    <a:pt x="4598271" y="1005336"/>
                  </a:lnTo>
                  <a:lnTo>
                    <a:pt x="4598364" y="1005336"/>
                  </a:lnTo>
                  <a:lnTo>
                    <a:pt x="4598458" y="1005336"/>
                  </a:lnTo>
                  <a:lnTo>
                    <a:pt x="4598551" y="1005336"/>
                  </a:lnTo>
                  <a:lnTo>
                    <a:pt x="4598644" y="1005336"/>
                  </a:lnTo>
                  <a:lnTo>
                    <a:pt x="4598737" y="1005336"/>
                  </a:lnTo>
                  <a:lnTo>
                    <a:pt x="4599017" y="1005336"/>
                  </a:lnTo>
                  <a:lnTo>
                    <a:pt x="4599110" y="1005336"/>
                  </a:lnTo>
                  <a:lnTo>
                    <a:pt x="4599204" y="1005336"/>
                  </a:lnTo>
                  <a:lnTo>
                    <a:pt x="4599577" y="1005336"/>
                  </a:lnTo>
                  <a:lnTo>
                    <a:pt x="4600043" y="1005336"/>
                  </a:lnTo>
                  <a:lnTo>
                    <a:pt x="4600136" y="1005336"/>
                  </a:lnTo>
                  <a:lnTo>
                    <a:pt x="4600229" y="1005336"/>
                  </a:lnTo>
                  <a:lnTo>
                    <a:pt x="4600695" y="1005336"/>
                  </a:lnTo>
                  <a:lnTo>
                    <a:pt x="4600789" y="1005336"/>
                  </a:lnTo>
                  <a:lnTo>
                    <a:pt x="4600882" y="1005336"/>
                  </a:lnTo>
                  <a:lnTo>
                    <a:pt x="4601628" y="1005336"/>
                  </a:lnTo>
                  <a:lnTo>
                    <a:pt x="4602467" y="1005336"/>
                  </a:lnTo>
                  <a:lnTo>
                    <a:pt x="4602560" y="1005336"/>
                  </a:lnTo>
                  <a:lnTo>
                    <a:pt x="4602747" y="1005336"/>
                  </a:lnTo>
                  <a:lnTo>
                    <a:pt x="4602933" y="1005336"/>
                  </a:lnTo>
                  <a:lnTo>
                    <a:pt x="4603027" y="1005336"/>
                  </a:lnTo>
                  <a:lnTo>
                    <a:pt x="4603586" y="1005336"/>
                  </a:lnTo>
                  <a:lnTo>
                    <a:pt x="4603773" y="1005336"/>
                  </a:lnTo>
                  <a:lnTo>
                    <a:pt x="4604239" y="1005336"/>
                  </a:lnTo>
                  <a:lnTo>
                    <a:pt x="4604519" y="1005336"/>
                  </a:lnTo>
                  <a:lnTo>
                    <a:pt x="4604705" y="1005336"/>
                  </a:lnTo>
                  <a:lnTo>
                    <a:pt x="4605078" y="1005336"/>
                  </a:lnTo>
                  <a:lnTo>
                    <a:pt x="4605171" y="1005336"/>
                  </a:lnTo>
                  <a:lnTo>
                    <a:pt x="4605451" y="1005336"/>
                  </a:lnTo>
                  <a:lnTo>
                    <a:pt x="4605731" y="1005336"/>
                  </a:lnTo>
                  <a:lnTo>
                    <a:pt x="4606011" y="1005336"/>
                  </a:lnTo>
                  <a:lnTo>
                    <a:pt x="4606104" y="1005336"/>
                  </a:lnTo>
                  <a:lnTo>
                    <a:pt x="4606290" y="1005336"/>
                  </a:lnTo>
                  <a:lnTo>
                    <a:pt x="4606477" y="1005336"/>
                  </a:lnTo>
                  <a:lnTo>
                    <a:pt x="4606663" y="1005336"/>
                  </a:lnTo>
                  <a:lnTo>
                    <a:pt x="4606850" y="1005336"/>
                  </a:lnTo>
                  <a:lnTo>
                    <a:pt x="4607036" y="1005336"/>
                  </a:lnTo>
                  <a:lnTo>
                    <a:pt x="4607223" y="1005336"/>
                  </a:lnTo>
                  <a:lnTo>
                    <a:pt x="4607316" y="1005336"/>
                  </a:lnTo>
                  <a:lnTo>
                    <a:pt x="4607689" y="1005336"/>
                  </a:lnTo>
                  <a:lnTo>
                    <a:pt x="4608062" y="1005336"/>
                  </a:lnTo>
                  <a:lnTo>
                    <a:pt x="4608342" y="1005336"/>
                  </a:lnTo>
                  <a:lnTo>
                    <a:pt x="4608528" y="1005336"/>
                  </a:lnTo>
                  <a:lnTo>
                    <a:pt x="4608621" y="1005336"/>
                  </a:lnTo>
                  <a:lnTo>
                    <a:pt x="4608715" y="1005336"/>
                  </a:lnTo>
                  <a:lnTo>
                    <a:pt x="4608808" y="1005336"/>
                  </a:lnTo>
                  <a:lnTo>
                    <a:pt x="4608994" y="1005336"/>
                  </a:lnTo>
                  <a:lnTo>
                    <a:pt x="4609647" y="1005336"/>
                  </a:lnTo>
                  <a:lnTo>
                    <a:pt x="4609740" y="1005336"/>
                  </a:lnTo>
                  <a:lnTo>
                    <a:pt x="4610113" y="1005336"/>
                  </a:lnTo>
                  <a:lnTo>
                    <a:pt x="4610393" y="1005336"/>
                  </a:lnTo>
                  <a:lnTo>
                    <a:pt x="4610673" y="1005336"/>
                  </a:lnTo>
                  <a:lnTo>
                    <a:pt x="4610953" y="1005336"/>
                  </a:lnTo>
                  <a:lnTo>
                    <a:pt x="4611232" y="1005336"/>
                  </a:lnTo>
                  <a:lnTo>
                    <a:pt x="4611326" y="1005336"/>
                  </a:lnTo>
                  <a:lnTo>
                    <a:pt x="4611419" y="1005336"/>
                  </a:lnTo>
                  <a:lnTo>
                    <a:pt x="4611605" y="1005336"/>
                  </a:lnTo>
                  <a:lnTo>
                    <a:pt x="4613377" y="1005336"/>
                  </a:lnTo>
                  <a:lnTo>
                    <a:pt x="4613470" y="1005336"/>
                  </a:lnTo>
                  <a:lnTo>
                    <a:pt x="4613564" y="1005336"/>
                  </a:lnTo>
                  <a:lnTo>
                    <a:pt x="4613657" y="1005336"/>
                  </a:lnTo>
                  <a:lnTo>
                    <a:pt x="4613843" y="1005336"/>
                  </a:lnTo>
                  <a:lnTo>
                    <a:pt x="4613936" y="1005336"/>
                  </a:lnTo>
                  <a:lnTo>
                    <a:pt x="4614216" y="1005336"/>
                  </a:lnTo>
                  <a:lnTo>
                    <a:pt x="4614589" y="1005336"/>
                  </a:lnTo>
                  <a:lnTo>
                    <a:pt x="4614682" y="1005336"/>
                  </a:lnTo>
                  <a:lnTo>
                    <a:pt x="4614869" y="1005336"/>
                  </a:lnTo>
                  <a:lnTo>
                    <a:pt x="4614962" y="1005336"/>
                  </a:lnTo>
                  <a:lnTo>
                    <a:pt x="4615335" y="1005336"/>
                  </a:lnTo>
                  <a:lnTo>
                    <a:pt x="4615522" y="1005336"/>
                  </a:lnTo>
                  <a:lnTo>
                    <a:pt x="4615988" y="1005336"/>
                  </a:lnTo>
                  <a:lnTo>
                    <a:pt x="4616361" y="1005336"/>
                  </a:lnTo>
                  <a:lnTo>
                    <a:pt x="4616454" y="1005336"/>
                  </a:lnTo>
                  <a:lnTo>
                    <a:pt x="4616827" y="1005336"/>
                  </a:lnTo>
                  <a:lnTo>
                    <a:pt x="4616920" y="1005336"/>
                  </a:lnTo>
                  <a:lnTo>
                    <a:pt x="4617107" y="1005336"/>
                  </a:lnTo>
                  <a:lnTo>
                    <a:pt x="4617293" y="1005336"/>
                  </a:lnTo>
                  <a:lnTo>
                    <a:pt x="4617387" y="1005336"/>
                  </a:lnTo>
                  <a:lnTo>
                    <a:pt x="4617853" y="1005336"/>
                  </a:lnTo>
                  <a:lnTo>
                    <a:pt x="4618039" y="995382"/>
                  </a:lnTo>
                  <a:lnTo>
                    <a:pt x="4618133" y="995382"/>
                  </a:lnTo>
                  <a:lnTo>
                    <a:pt x="4618319" y="995382"/>
                  </a:lnTo>
                  <a:lnTo>
                    <a:pt x="4618506" y="995382"/>
                  </a:lnTo>
                  <a:lnTo>
                    <a:pt x="4618879" y="995382"/>
                  </a:lnTo>
                  <a:lnTo>
                    <a:pt x="4619531" y="995382"/>
                  </a:lnTo>
                  <a:lnTo>
                    <a:pt x="4619811" y="995382"/>
                  </a:lnTo>
                  <a:lnTo>
                    <a:pt x="4619904" y="995382"/>
                  </a:lnTo>
                  <a:lnTo>
                    <a:pt x="4620091" y="995382"/>
                  </a:lnTo>
                  <a:lnTo>
                    <a:pt x="4620837" y="995382"/>
                  </a:lnTo>
                  <a:lnTo>
                    <a:pt x="4621303" y="995382"/>
                  </a:lnTo>
                  <a:lnTo>
                    <a:pt x="4621489" y="995382"/>
                  </a:lnTo>
                  <a:lnTo>
                    <a:pt x="4621676" y="985428"/>
                  </a:lnTo>
                  <a:lnTo>
                    <a:pt x="4621769" y="985428"/>
                  </a:lnTo>
                  <a:lnTo>
                    <a:pt x="4621862" y="985428"/>
                  </a:lnTo>
                  <a:lnTo>
                    <a:pt x="4622422" y="985428"/>
                  </a:lnTo>
                  <a:lnTo>
                    <a:pt x="4622608" y="985428"/>
                  </a:lnTo>
                  <a:lnTo>
                    <a:pt x="4622702" y="985428"/>
                  </a:lnTo>
                  <a:lnTo>
                    <a:pt x="4622888" y="985428"/>
                  </a:lnTo>
                  <a:lnTo>
                    <a:pt x="4622981" y="985428"/>
                  </a:lnTo>
                  <a:lnTo>
                    <a:pt x="4623448" y="985428"/>
                  </a:lnTo>
                  <a:lnTo>
                    <a:pt x="4623727" y="985428"/>
                  </a:lnTo>
                  <a:lnTo>
                    <a:pt x="4624007" y="985428"/>
                  </a:lnTo>
                  <a:lnTo>
                    <a:pt x="4624100" y="985428"/>
                  </a:lnTo>
                  <a:lnTo>
                    <a:pt x="4624473" y="985428"/>
                  </a:lnTo>
                  <a:lnTo>
                    <a:pt x="4624753" y="985428"/>
                  </a:lnTo>
                  <a:lnTo>
                    <a:pt x="4625126" y="985428"/>
                  </a:lnTo>
                  <a:lnTo>
                    <a:pt x="4625219" y="985428"/>
                  </a:lnTo>
                  <a:lnTo>
                    <a:pt x="4625313" y="985428"/>
                  </a:lnTo>
                  <a:lnTo>
                    <a:pt x="4626618" y="985428"/>
                  </a:lnTo>
                  <a:lnTo>
                    <a:pt x="4626805" y="975474"/>
                  </a:lnTo>
                  <a:lnTo>
                    <a:pt x="4626991" y="975474"/>
                  </a:lnTo>
                  <a:lnTo>
                    <a:pt x="4627084" y="975474"/>
                  </a:lnTo>
                  <a:lnTo>
                    <a:pt x="4627178" y="975474"/>
                  </a:lnTo>
                  <a:lnTo>
                    <a:pt x="4627550" y="975474"/>
                  </a:lnTo>
                  <a:lnTo>
                    <a:pt x="4627737" y="975474"/>
                  </a:lnTo>
                  <a:lnTo>
                    <a:pt x="4627923" y="965520"/>
                  </a:lnTo>
                  <a:lnTo>
                    <a:pt x="4628017" y="965520"/>
                  </a:lnTo>
                  <a:lnTo>
                    <a:pt x="4628669" y="965520"/>
                  </a:lnTo>
                  <a:lnTo>
                    <a:pt x="4628763" y="965520"/>
                  </a:lnTo>
                  <a:lnTo>
                    <a:pt x="4629042" y="965520"/>
                  </a:lnTo>
                  <a:lnTo>
                    <a:pt x="4629509" y="965520"/>
                  </a:lnTo>
                  <a:lnTo>
                    <a:pt x="4630068" y="965520"/>
                  </a:lnTo>
                  <a:lnTo>
                    <a:pt x="4630161" y="965520"/>
                  </a:lnTo>
                  <a:lnTo>
                    <a:pt x="4630907" y="965520"/>
                  </a:lnTo>
                  <a:lnTo>
                    <a:pt x="4631001" y="965520"/>
                  </a:lnTo>
                  <a:lnTo>
                    <a:pt x="4631094" y="965520"/>
                  </a:lnTo>
                  <a:lnTo>
                    <a:pt x="4632026" y="965520"/>
                  </a:lnTo>
                  <a:lnTo>
                    <a:pt x="4632399" y="965520"/>
                  </a:lnTo>
                  <a:lnTo>
                    <a:pt x="4632586" y="965520"/>
                  </a:lnTo>
                  <a:lnTo>
                    <a:pt x="4632772" y="965520"/>
                  </a:lnTo>
                  <a:lnTo>
                    <a:pt x="4632866" y="965520"/>
                  </a:lnTo>
                  <a:lnTo>
                    <a:pt x="4632959" y="965520"/>
                  </a:lnTo>
                  <a:lnTo>
                    <a:pt x="4633052" y="965520"/>
                  </a:lnTo>
                  <a:lnTo>
                    <a:pt x="4633145" y="965520"/>
                  </a:lnTo>
                  <a:lnTo>
                    <a:pt x="4633332" y="965520"/>
                  </a:lnTo>
                  <a:lnTo>
                    <a:pt x="4633612" y="965520"/>
                  </a:lnTo>
                  <a:lnTo>
                    <a:pt x="4634078" y="965520"/>
                  </a:lnTo>
                  <a:lnTo>
                    <a:pt x="4634544" y="965520"/>
                  </a:lnTo>
                  <a:lnTo>
                    <a:pt x="4634824" y="965520"/>
                  </a:lnTo>
                  <a:lnTo>
                    <a:pt x="4634917" y="965520"/>
                  </a:lnTo>
                  <a:lnTo>
                    <a:pt x="4635103" y="965520"/>
                  </a:lnTo>
                  <a:lnTo>
                    <a:pt x="4635290" y="965520"/>
                  </a:lnTo>
                  <a:lnTo>
                    <a:pt x="4635849" y="965520"/>
                  </a:lnTo>
                  <a:lnTo>
                    <a:pt x="4635943" y="965520"/>
                  </a:lnTo>
                  <a:lnTo>
                    <a:pt x="4636222" y="965520"/>
                  </a:lnTo>
                  <a:lnTo>
                    <a:pt x="4636409" y="965520"/>
                  </a:lnTo>
                  <a:lnTo>
                    <a:pt x="4636502" y="965520"/>
                  </a:lnTo>
                  <a:lnTo>
                    <a:pt x="4636595" y="965520"/>
                  </a:lnTo>
                  <a:lnTo>
                    <a:pt x="4637062" y="965520"/>
                  </a:lnTo>
                  <a:lnTo>
                    <a:pt x="4637248" y="965520"/>
                  </a:lnTo>
                  <a:lnTo>
                    <a:pt x="4637341" y="965520"/>
                  </a:lnTo>
                  <a:lnTo>
                    <a:pt x="4637528" y="965520"/>
                  </a:lnTo>
                  <a:lnTo>
                    <a:pt x="4637621" y="965520"/>
                  </a:lnTo>
                  <a:lnTo>
                    <a:pt x="4637714" y="965520"/>
                  </a:lnTo>
                  <a:lnTo>
                    <a:pt x="4638087" y="965520"/>
                  </a:lnTo>
                  <a:lnTo>
                    <a:pt x="4638367" y="955566"/>
                  </a:lnTo>
                  <a:lnTo>
                    <a:pt x="4638554" y="955566"/>
                  </a:lnTo>
                  <a:lnTo>
                    <a:pt x="4638647" y="955566"/>
                  </a:lnTo>
                  <a:lnTo>
                    <a:pt x="4638740" y="955566"/>
                  </a:lnTo>
                  <a:lnTo>
                    <a:pt x="4639673" y="955566"/>
                  </a:lnTo>
                  <a:lnTo>
                    <a:pt x="4639952" y="955566"/>
                  </a:lnTo>
                  <a:lnTo>
                    <a:pt x="4640325" y="955566"/>
                  </a:lnTo>
                  <a:lnTo>
                    <a:pt x="4640512" y="955566"/>
                  </a:lnTo>
                  <a:lnTo>
                    <a:pt x="4640698" y="955566"/>
                  </a:lnTo>
                  <a:lnTo>
                    <a:pt x="4640792" y="955566"/>
                  </a:lnTo>
                  <a:lnTo>
                    <a:pt x="4641631" y="955566"/>
                  </a:lnTo>
                  <a:lnTo>
                    <a:pt x="4642004" y="955566"/>
                  </a:lnTo>
                  <a:lnTo>
                    <a:pt x="4642283" y="955566"/>
                  </a:lnTo>
                  <a:lnTo>
                    <a:pt x="4642470" y="955566"/>
                  </a:lnTo>
                  <a:lnTo>
                    <a:pt x="4642750" y="955566"/>
                  </a:lnTo>
                  <a:lnTo>
                    <a:pt x="4642936" y="955566"/>
                  </a:lnTo>
                  <a:lnTo>
                    <a:pt x="4643309" y="955566"/>
                  </a:lnTo>
                  <a:lnTo>
                    <a:pt x="4643496" y="955566"/>
                  </a:lnTo>
                  <a:lnTo>
                    <a:pt x="4644055" y="955566"/>
                  </a:lnTo>
                  <a:lnTo>
                    <a:pt x="4644148" y="955566"/>
                  </a:lnTo>
                  <a:lnTo>
                    <a:pt x="4644801" y="955566"/>
                  </a:lnTo>
                  <a:lnTo>
                    <a:pt x="4644894" y="955566"/>
                  </a:lnTo>
                  <a:lnTo>
                    <a:pt x="4645640" y="955566"/>
                  </a:lnTo>
                  <a:lnTo>
                    <a:pt x="4646013" y="955566"/>
                  </a:lnTo>
                  <a:lnTo>
                    <a:pt x="4646386" y="955566"/>
                  </a:lnTo>
                  <a:lnTo>
                    <a:pt x="4646573" y="955566"/>
                  </a:lnTo>
                  <a:lnTo>
                    <a:pt x="4647319" y="955566"/>
                  </a:lnTo>
                  <a:lnTo>
                    <a:pt x="4647412" y="955566"/>
                  </a:lnTo>
                  <a:lnTo>
                    <a:pt x="4647505" y="955566"/>
                  </a:lnTo>
                  <a:lnTo>
                    <a:pt x="4647599" y="955566"/>
                  </a:lnTo>
                  <a:lnTo>
                    <a:pt x="4647692" y="955566"/>
                  </a:lnTo>
                  <a:lnTo>
                    <a:pt x="4647972" y="955566"/>
                  </a:lnTo>
                  <a:lnTo>
                    <a:pt x="4648065" y="955566"/>
                  </a:lnTo>
                  <a:lnTo>
                    <a:pt x="4648438" y="955566"/>
                  </a:lnTo>
                  <a:lnTo>
                    <a:pt x="4648717" y="955566"/>
                  </a:lnTo>
                  <a:lnTo>
                    <a:pt x="4649277" y="955566"/>
                  </a:lnTo>
                  <a:lnTo>
                    <a:pt x="4650116" y="945613"/>
                  </a:lnTo>
                  <a:lnTo>
                    <a:pt x="4650209" y="945613"/>
                  </a:lnTo>
                  <a:lnTo>
                    <a:pt x="4650303" y="945613"/>
                  </a:lnTo>
                  <a:lnTo>
                    <a:pt x="4650489" y="945613"/>
                  </a:lnTo>
                  <a:lnTo>
                    <a:pt x="4650582" y="945613"/>
                  </a:lnTo>
                  <a:lnTo>
                    <a:pt x="4650769" y="945613"/>
                  </a:lnTo>
                  <a:lnTo>
                    <a:pt x="4650862" y="945613"/>
                  </a:lnTo>
                  <a:lnTo>
                    <a:pt x="4651422" y="945613"/>
                  </a:lnTo>
                  <a:lnTo>
                    <a:pt x="4652354" y="945613"/>
                  </a:lnTo>
                  <a:lnTo>
                    <a:pt x="4652634" y="945613"/>
                  </a:lnTo>
                  <a:lnTo>
                    <a:pt x="4652727" y="945613"/>
                  </a:lnTo>
                  <a:lnTo>
                    <a:pt x="4652914" y="945613"/>
                  </a:lnTo>
                  <a:lnTo>
                    <a:pt x="4652914" y="935659"/>
                  </a:lnTo>
                  <a:lnTo>
                    <a:pt x="4653753" y="935659"/>
                  </a:lnTo>
                  <a:lnTo>
                    <a:pt x="4654126" y="935659"/>
                  </a:lnTo>
                  <a:lnTo>
                    <a:pt x="4654219" y="935659"/>
                  </a:lnTo>
                  <a:lnTo>
                    <a:pt x="4654406" y="935659"/>
                  </a:lnTo>
                  <a:lnTo>
                    <a:pt x="4654779" y="935659"/>
                  </a:lnTo>
                  <a:lnTo>
                    <a:pt x="4655058" y="935659"/>
                  </a:lnTo>
                  <a:lnTo>
                    <a:pt x="4655338" y="935659"/>
                  </a:lnTo>
                  <a:lnTo>
                    <a:pt x="4655524" y="935659"/>
                  </a:lnTo>
                  <a:lnTo>
                    <a:pt x="4655711" y="935659"/>
                  </a:lnTo>
                  <a:lnTo>
                    <a:pt x="4655897" y="935659"/>
                  </a:lnTo>
                  <a:lnTo>
                    <a:pt x="4655991" y="935659"/>
                  </a:lnTo>
                  <a:lnTo>
                    <a:pt x="4656457" y="935659"/>
                  </a:lnTo>
                  <a:lnTo>
                    <a:pt x="4656643" y="935659"/>
                  </a:lnTo>
                  <a:lnTo>
                    <a:pt x="4656830" y="935659"/>
                  </a:lnTo>
                  <a:lnTo>
                    <a:pt x="4656923" y="935659"/>
                  </a:lnTo>
                  <a:lnTo>
                    <a:pt x="4657016" y="935659"/>
                  </a:lnTo>
                  <a:lnTo>
                    <a:pt x="4657203" y="935659"/>
                  </a:lnTo>
                  <a:lnTo>
                    <a:pt x="4657296" y="935659"/>
                  </a:lnTo>
                  <a:lnTo>
                    <a:pt x="4657576" y="935659"/>
                  </a:lnTo>
                  <a:lnTo>
                    <a:pt x="4658135" y="935659"/>
                  </a:lnTo>
                  <a:lnTo>
                    <a:pt x="4658695" y="935659"/>
                  </a:lnTo>
                  <a:lnTo>
                    <a:pt x="4658695" y="925705"/>
                  </a:lnTo>
                  <a:lnTo>
                    <a:pt x="4658881" y="925705"/>
                  </a:lnTo>
                  <a:lnTo>
                    <a:pt x="4659068" y="925705"/>
                  </a:lnTo>
                  <a:lnTo>
                    <a:pt x="4659161" y="925705"/>
                  </a:lnTo>
                  <a:lnTo>
                    <a:pt x="4659348" y="925705"/>
                  </a:lnTo>
                  <a:lnTo>
                    <a:pt x="4659627" y="925705"/>
                  </a:lnTo>
                  <a:lnTo>
                    <a:pt x="4659814" y="925705"/>
                  </a:lnTo>
                  <a:lnTo>
                    <a:pt x="4659907" y="925705"/>
                  </a:lnTo>
                  <a:lnTo>
                    <a:pt x="4660000" y="925705"/>
                  </a:lnTo>
                  <a:lnTo>
                    <a:pt x="4660094" y="925705"/>
                  </a:lnTo>
                  <a:lnTo>
                    <a:pt x="4660840" y="925705"/>
                  </a:lnTo>
                  <a:lnTo>
                    <a:pt x="4661119" y="925705"/>
                  </a:lnTo>
                  <a:lnTo>
                    <a:pt x="4661213" y="925705"/>
                  </a:lnTo>
                  <a:lnTo>
                    <a:pt x="4661492" y="925705"/>
                  </a:lnTo>
                  <a:lnTo>
                    <a:pt x="4661865" y="925705"/>
                  </a:lnTo>
                  <a:lnTo>
                    <a:pt x="4661959" y="925705"/>
                  </a:lnTo>
                  <a:lnTo>
                    <a:pt x="4662052" y="925705"/>
                  </a:lnTo>
                  <a:lnTo>
                    <a:pt x="4662145" y="925705"/>
                  </a:lnTo>
                  <a:lnTo>
                    <a:pt x="4662425" y="925705"/>
                  </a:lnTo>
                  <a:lnTo>
                    <a:pt x="4662611" y="925705"/>
                  </a:lnTo>
                  <a:lnTo>
                    <a:pt x="4662704" y="925705"/>
                  </a:lnTo>
                  <a:lnTo>
                    <a:pt x="4662798" y="925705"/>
                  </a:lnTo>
                  <a:lnTo>
                    <a:pt x="4663077" y="925705"/>
                  </a:lnTo>
                  <a:lnTo>
                    <a:pt x="4663357" y="925705"/>
                  </a:lnTo>
                  <a:lnTo>
                    <a:pt x="4663450" y="925705"/>
                  </a:lnTo>
                  <a:lnTo>
                    <a:pt x="4663544" y="925705"/>
                  </a:lnTo>
                  <a:lnTo>
                    <a:pt x="4664010" y="925705"/>
                  </a:lnTo>
                  <a:lnTo>
                    <a:pt x="4664103" y="925705"/>
                  </a:lnTo>
                  <a:lnTo>
                    <a:pt x="4664196" y="925705"/>
                  </a:lnTo>
                  <a:lnTo>
                    <a:pt x="4665036" y="925705"/>
                  </a:lnTo>
                  <a:lnTo>
                    <a:pt x="4665315" y="925705"/>
                  </a:lnTo>
                  <a:lnTo>
                    <a:pt x="4665502" y="925705"/>
                  </a:lnTo>
                  <a:lnTo>
                    <a:pt x="4665782" y="925705"/>
                  </a:lnTo>
                  <a:lnTo>
                    <a:pt x="4665875" y="925705"/>
                  </a:lnTo>
                  <a:lnTo>
                    <a:pt x="4666901" y="925705"/>
                  </a:lnTo>
                  <a:lnTo>
                    <a:pt x="4667180" y="925705"/>
                  </a:lnTo>
                  <a:lnTo>
                    <a:pt x="4667274" y="925705"/>
                  </a:lnTo>
                  <a:lnTo>
                    <a:pt x="4667367" y="925705"/>
                  </a:lnTo>
                  <a:lnTo>
                    <a:pt x="4667460" y="925705"/>
                  </a:lnTo>
                  <a:lnTo>
                    <a:pt x="4668020" y="925705"/>
                  </a:lnTo>
                  <a:lnTo>
                    <a:pt x="4668299" y="925705"/>
                  </a:lnTo>
                  <a:lnTo>
                    <a:pt x="4668486" y="925705"/>
                  </a:lnTo>
                  <a:lnTo>
                    <a:pt x="4668859" y="925705"/>
                  </a:lnTo>
                  <a:lnTo>
                    <a:pt x="4669138" y="925705"/>
                  </a:lnTo>
                  <a:lnTo>
                    <a:pt x="4669698" y="925705"/>
                  </a:lnTo>
                  <a:lnTo>
                    <a:pt x="4669978" y="925705"/>
                  </a:lnTo>
                  <a:lnTo>
                    <a:pt x="4670444" y="925705"/>
                  </a:lnTo>
                  <a:lnTo>
                    <a:pt x="4670537" y="925705"/>
                  </a:lnTo>
                  <a:lnTo>
                    <a:pt x="4670817" y="925705"/>
                  </a:lnTo>
                  <a:lnTo>
                    <a:pt x="4671097" y="925705"/>
                  </a:lnTo>
                  <a:lnTo>
                    <a:pt x="4671190" y="925705"/>
                  </a:lnTo>
                  <a:lnTo>
                    <a:pt x="4671376" y="925705"/>
                  </a:lnTo>
                  <a:lnTo>
                    <a:pt x="4671470" y="925705"/>
                  </a:lnTo>
                  <a:lnTo>
                    <a:pt x="4671656" y="925705"/>
                  </a:lnTo>
                  <a:lnTo>
                    <a:pt x="4671749" y="925705"/>
                  </a:lnTo>
                  <a:lnTo>
                    <a:pt x="4671843" y="925705"/>
                  </a:lnTo>
                  <a:lnTo>
                    <a:pt x="4672029" y="925705"/>
                  </a:lnTo>
                  <a:lnTo>
                    <a:pt x="4672309" y="925705"/>
                  </a:lnTo>
                  <a:lnTo>
                    <a:pt x="4672495" y="925705"/>
                  </a:lnTo>
                  <a:lnTo>
                    <a:pt x="4672589" y="925705"/>
                  </a:lnTo>
                  <a:lnTo>
                    <a:pt x="4672775" y="925705"/>
                  </a:lnTo>
                  <a:lnTo>
                    <a:pt x="4672868" y="925705"/>
                  </a:lnTo>
                  <a:lnTo>
                    <a:pt x="4672962" y="925705"/>
                  </a:lnTo>
                  <a:lnTo>
                    <a:pt x="4673055" y="925705"/>
                  </a:lnTo>
                  <a:lnTo>
                    <a:pt x="4673148" y="925705"/>
                  </a:lnTo>
                  <a:lnTo>
                    <a:pt x="4673428" y="925705"/>
                  </a:lnTo>
                  <a:lnTo>
                    <a:pt x="4673987" y="925705"/>
                  </a:lnTo>
                  <a:lnTo>
                    <a:pt x="4674174" y="925705"/>
                  </a:lnTo>
                  <a:lnTo>
                    <a:pt x="4674267" y="925705"/>
                  </a:lnTo>
                  <a:lnTo>
                    <a:pt x="4674547" y="925705"/>
                  </a:lnTo>
                  <a:lnTo>
                    <a:pt x="4674640" y="925705"/>
                  </a:lnTo>
                  <a:lnTo>
                    <a:pt x="4674920" y="925705"/>
                  </a:lnTo>
                  <a:lnTo>
                    <a:pt x="4675200" y="925705"/>
                  </a:lnTo>
                  <a:lnTo>
                    <a:pt x="4675293" y="925705"/>
                  </a:lnTo>
                  <a:lnTo>
                    <a:pt x="4675386" y="925705"/>
                  </a:lnTo>
                  <a:lnTo>
                    <a:pt x="4675479" y="925705"/>
                  </a:lnTo>
                  <a:lnTo>
                    <a:pt x="4675946" y="925705"/>
                  </a:lnTo>
                  <a:lnTo>
                    <a:pt x="4676039" y="925705"/>
                  </a:lnTo>
                  <a:lnTo>
                    <a:pt x="4676132" y="925705"/>
                  </a:lnTo>
                  <a:lnTo>
                    <a:pt x="4676225" y="925705"/>
                  </a:lnTo>
                  <a:lnTo>
                    <a:pt x="4680981" y="915751"/>
                  </a:lnTo>
                  <a:lnTo>
                    <a:pt x="4681074" y="915751"/>
                  </a:lnTo>
                  <a:lnTo>
                    <a:pt x="4681447" y="915751"/>
                  </a:lnTo>
                  <a:lnTo>
                    <a:pt x="4681540" y="915751"/>
                  </a:lnTo>
                  <a:lnTo>
                    <a:pt x="4682286" y="915751"/>
                  </a:lnTo>
                  <a:lnTo>
                    <a:pt x="4682380" y="915751"/>
                  </a:lnTo>
                  <a:lnTo>
                    <a:pt x="4682473" y="915751"/>
                  </a:lnTo>
                  <a:lnTo>
                    <a:pt x="4682566" y="915751"/>
                  </a:lnTo>
                  <a:lnTo>
                    <a:pt x="4682659" y="915751"/>
                  </a:lnTo>
                  <a:lnTo>
                    <a:pt x="4682753" y="915751"/>
                  </a:lnTo>
                  <a:lnTo>
                    <a:pt x="4682939" y="915751"/>
                  </a:lnTo>
                  <a:lnTo>
                    <a:pt x="4683125" y="915751"/>
                  </a:lnTo>
                  <a:lnTo>
                    <a:pt x="4683219" y="915751"/>
                  </a:lnTo>
                  <a:lnTo>
                    <a:pt x="4683312" y="915751"/>
                  </a:lnTo>
                  <a:lnTo>
                    <a:pt x="4683405" y="915751"/>
                  </a:lnTo>
                  <a:lnTo>
                    <a:pt x="4683498" y="915751"/>
                  </a:lnTo>
                  <a:lnTo>
                    <a:pt x="4683592" y="915751"/>
                  </a:lnTo>
                  <a:lnTo>
                    <a:pt x="4683778" y="915751"/>
                  </a:lnTo>
                  <a:lnTo>
                    <a:pt x="4684151" y="915751"/>
                  </a:lnTo>
                  <a:lnTo>
                    <a:pt x="4684244" y="915751"/>
                  </a:lnTo>
                  <a:lnTo>
                    <a:pt x="4684338" y="915751"/>
                  </a:lnTo>
                  <a:lnTo>
                    <a:pt x="4684617" y="915751"/>
                  </a:lnTo>
                  <a:lnTo>
                    <a:pt x="4684711" y="915751"/>
                  </a:lnTo>
                  <a:lnTo>
                    <a:pt x="4684804" y="915751"/>
                  </a:lnTo>
                  <a:lnTo>
                    <a:pt x="4684897" y="915751"/>
                  </a:lnTo>
                  <a:lnTo>
                    <a:pt x="4685457" y="915751"/>
                  </a:lnTo>
                  <a:lnTo>
                    <a:pt x="4686203" y="915751"/>
                  </a:lnTo>
                  <a:lnTo>
                    <a:pt x="4686482" y="915751"/>
                  </a:lnTo>
                  <a:lnTo>
                    <a:pt x="4686949" y="915751"/>
                  </a:lnTo>
                  <a:lnTo>
                    <a:pt x="4687228" y="915751"/>
                  </a:lnTo>
                  <a:lnTo>
                    <a:pt x="4687601" y="915751"/>
                  </a:lnTo>
                  <a:lnTo>
                    <a:pt x="4687695" y="915751"/>
                  </a:lnTo>
                  <a:lnTo>
                    <a:pt x="4687788" y="915751"/>
                  </a:lnTo>
                  <a:lnTo>
                    <a:pt x="4687881" y="915751"/>
                  </a:lnTo>
                  <a:lnTo>
                    <a:pt x="4688068" y="915751"/>
                  </a:lnTo>
                  <a:lnTo>
                    <a:pt x="4688347" y="915751"/>
                  </a:lnTo>
                  <a:lnTo>
                    <a:pt x="4688534" y="915751"/>
                  </a:lnTo>
                  <a:lnTo>
                    <a:pt x="4688720" y="915751"/>
                  </a:lnTo>
                  <a:lnTo>
                    <a:pt x="4689093" y="915751"/>
                  </a:lnTo>
                  <a:lnTo>
                    <a:pt x="4689466" y="915751"/>
                  </a:lnTo>
                  <a:lnTo>
                    <a:pt x="4689560" y="915751"/>
                  </a:lnTo>
                  <a:lnTo>
                    <a:pt x="4690026" y="915751"/>
                  </a:lnTo>
                  <a:lnTo>
                    <a:pt x="4690119" y="915751"/>
                  </a:lnTo>
                  <a:lnTo>
                    <a:pt x="4690305" y="915751"/>
                  </a:lnTo>
                  <a:lnTo>
                    <a:pt x="4690492" y="915751"/>
                  </a:lnTo>
                  <a:lnTo>
                    <a:pt x="4690585" y="915751"/>
                  </a:lnTo>
                  <a:lnTo>
                    <a:pt x="4691331" y="915751"/>
                  </a:lnTo>
                  <a:lnTo>
                    <a:pt x="4691424" y="915751"/>
                  </a:lnTo>
                  <a:lnTo>
                    <a:pt x="4691518" y="915751"/>
                  </a:lnTo>
                  <a:lnTo>
                    <a:pt x="4691611" y="915751"/>
                  </a:lnTo>
                  <a:lnTo>
                    <a:pt x="4692357" y="915751"/>
                  </a:lnTo>
                  <a:lnTo>
                    <a:pt x="4692637" y="915751"/>
                  </a:lnTo>
                  <a:lnTo>
                    <a:pt x="4692730" y="915751"/>
                  </a:lnTo>
                  <a:lnTo>
                    <a:pt x="4693476" y="915751"/>
                  </a:lnTo>
                  <a:lnTo>
                    <a:pt x="4693662" y="915751"/>
                  </a:lnTo>
                  <a:lnTo>
                    <a:pt x="4694315" y="915751"/>
                  </a:lnTo>
                  <a:lnTo>
                    <a:pt x="4694408" y="915751"/>
                  </a:lnTo>
                  <a:lnTo>
                    <a:pt x="4694502" y="915751"/>
                  </a:lnTo>
                  <a:lnTo>
                    <a:pt x="4694595" y="915751"/>
                  </a:lnTo>
                  <a:lnTo>
                    <a:pt x="4694781" y="915751"/>
                  </a:lnTo>
                  <a:lnTo>
                    <a:pt x="4694875" y="915751"/>
                  </a:lnTo>
                  <a:lnTo>
                    <a:pt x="4695061" y="915751"/>
                  </a:lnTo>
                  <a:lnTo>
                    <a:pt x="4695154" y="915751"/>
                  </a:lnTo>
                  <a:lnTo>
                    <a:pt x="4695248" y="915751"/>
                  </a:lnTo>
                  <a:lnTo>
                    <a:pt x="4695341" y="915751"/>
                  </a:lnTo>
                  <a:lnTo>
                    <a:pt x="4695527" y="915751"/>
                  </a:lnTo>
                  <a:lnTo>
                    <a:pt x="4696087" y="915751"/>
                  </a:lnTo>
                  <a:lnTo>
                    <a:pt x="4696273" y="915751"/>
                  </a:lnTo>
                  <a:lnTo>
                    <a:pt x="4696367" y="915751"/>
                  </a:lnTo>
                  <a:lnTo>
                    <a:pt x="4696460" y="915751"/>
                  </a:lnTo>
                  <a:lnTo>
                    <a:pt x="4696553" y="915751"/>
                  </a:lnTo>
                  <a:lnTo>
                    <a:pt x="4696646" y="915751"/>
                  </a:lnTo>
                  <a:lnTo>
                    <a:pt x="4696833" y="915751"/>
                  </a:lnTo>
                  <a:lnTo>
                    <a:pt x="4697019" y="915751"/>
                  </a:lnTo>
                  <a:lnTo>
                    <a:pt x="4697206" y="915751"/>
                  </a:lnTo>
                  <a:lnTo>
                    <a:pt x="4697299" y="915751"/>
                  </a:lnTo>
                  <a:lnTo>
                    <a:pt x="4697392" y="915751"/>
                  </a:lnTo>
                  <a:lnTo>
                    <a:pt x="4697579" y="915751"/>
                  </a:lnTo>
                  <a:lnTo>
                    <a:pt x="4697672" y="915751"/>
                  </a:lnTo>
                  <a:lnTo>
                    <a:pt x="4697858" y="915751"/>
                  </a:lnTo>
                  <a:lnTo>
                    <a:pt x="4698045" y="915751"/>
                  </a:lnTo>
                  <a:lnTo>
                    <a:pt x="4698138" y="915751"/>
                  </a:lnTo>
                  <a:lnTo>
                    <a:pt x="4698418" y="915751"/>
                  </a:lnTo>
                  <a:lnTo>
                    <a:pt x="4698791" y="915751"/>
                  </a:lnTo>
                  <a:lnTo>
                    <a:pt x="4698977" y="915751"/>
                  </a:lnTo>
                  <a:lnTo>
                    <a:pt x="4699350" y="915751"/>
                  </a:lnTo>
                  <a:lnTo>
                    <a:pt x="4699444" y="915751"/>
                  </a:lnTo>
                  <a:lnTo>
                    <a:pt x="4699630" y="915751"/>
                  </a:lnTo>
                  <a:lnTo>
                    <a:pt x="4699723" y="915751"/>
                  </a:lnTo>
                  <a:lnTo>
                    <a:pt x="4700096" y="915751"/>
                  </a:lnTo>
                  <a:lnTo>
                    <a:pt x="4700563" y="915751"/>
                  </a:lnTo>
                  <a:lnTo>
                    <a:pt x="4701122" y="915751"/>
                  </a:lnTo>
                  <a:lnTo>
                    <a:pt x="4701402" y="915751"/>
                  </a:lnTo>
                  <a:lnTo>
                    <a:pt x="4701495" y="915751"/>
                  </a:lnTo>
                  <a:lnTo>
                    <a:pt x="4701868" y="915751"/>
                  </a:lnTo>
                  <a:lnTo>
                    <a:pt x="4701961" y="915751"/>
                  </a:lnTo>
                  <a:lnTo>
                    <a:pt x="4702148" y="915751"/>
                  </a:lnTo>
                  <a:lnTo>
                    <a:pt x="4702521" y="915751"/>
                  </a:lnTo>
                  <a:lnTo>
                    <a:pt x="4702987" y="915751"/>
                  </a:lnTo>
                  <a:lnTo>
                    <a:pt x="4703174" y="915751"/>
                  </a:lnTo>
                  <a:lnTo>
                    <a:pt x="4703360" y="915751"/>
                  </a:lnTo>
                  <a:lnTo>
                    <a:pt x="4703547" y="915751"/>
                  </a:lnTo>
                  <a:lnTo>
                    <a:pt x="4703640" y="915751"/>
                  </a:lnTo>
                  <a:lnTo>
                    <a:pt x="4703919" y="915751"/>
                  </a:lnTo>
                  <a:lnTo>
                    <a:pt x="4704386" y="915751"/>
                  </a:lnTo>
                  <a:lnTo>
                    <a:pt x="4704479" y="915751"/>
                  </a:lnTo>
                  <a:lnTo>
                    <a:pt x="4704759" y="915751"/>
                  </a:lnTo>
                  <a:lnTo>
                    <a:pt x="4705784" y="915751"/>
                  </a:lnTo>
                  <a:lnTo>
                    <a:pt x="4705878" y="915751"/>
                  </a:lnTo>
                  <a:lnTo>
                    <a:pt x="4706437" y="915751"/>
                  </a:lnTo>
                  <a:lnTo>
                    <a:pt x="4706530" y="915751"/>
                  </a:lnTo>
                  <a:lnTo>
                    <a:pt x="4706717" y="915751"/>
                  </a:lnTo>
                  <a:lnTo>
                    <a:pt x="4706810" y="915751"/>
                  </a:lnTo>
                  <a:lnTo>
                    <a:pt x="4706810" y="905797"/>
                  </a:lnTo>
                  <a:lnTo>
                    <a:pt x="4706903" y="905797"/>
                  </a:lnTo>
                  <a:lnTo>
                    <a:pt x="4707090" y="905797"/>
                  </a:lnTo>
                  <a:lnTo>
                    <a:pt x="4707183" y="905797"/>
                  </a:lnTo>
                  <a:lnTo>
                    <a:pt x="4708116" y="905797"/>
                  </a:lnTo>
                  <a:lnTo>
                    <a:pt x="4708209" y="905797"/>
                  </a:lnTo>
                  <a:lnTo>
                    <a:pt x="4708395" y="905797"/>
                  </a:lnTo>
                  <a:lnTo>
                    <a:pt x="4708489" y="905797"/>
                  </a:lnTo>
                  <a:lnTo>
                    <a:pt x="4708582" y="905797"/>
                  </a:lnTo>
                  <a:lnTo>
                    <a:pt x="4708675" y="905797"/>
                  </a:lnTo>
                  <a:lnTo>
                    <a:pt x="4708955" y="905797"/>
                  </a:lnTo>
                  <a:lnTo>
                    <a:pt x="4709048" y="905797"/>
                  </a:lnTo>
                  <a:lnTo>
                    <a:pt x="4709235" y="905797"/>
                  </a:lnTo>
                  <a:lnTo>
                    <a:pt x="4709421" y="905797"/>
                  </a:lnTo>
                  <a:lnTo>
                    <a:pt x="4709794" y="895844"/>
                  </a:lnTo>
                  <a:lnTo>
                    <a:pt x="4709981" y="895844"/>
                  </a:lnTo>
                  <a:lnTo>
                    <a:pt x="4710167" y="895844"/>
                  </a:lnTo>
                  <a:lnTo>
                    <a:pt x="4710260" y="895844"/>
                  </a:lnTo>
                  <a:lnTo>
                    <a:pt x="4710354" y="895844"/>
                  </a:lnTo>
                  <a:lnTo>
                    <a:pt x="4710447" y="895844"/>
                  </a:lnTo>
                  <a:lnTo>
                    <a:pt x="4710540" y="895844"/>
                  </a:lnTo>
                  <a:lnTo>
                    <a:pt x="4710820" y="895844"/>
                  </a:lnTo>
                  <a:lnTo>
                    <a:pt x="4711845" y="895844"/>
                  </a:lnTo>
                  <a:lnTo>
                    <a:pt x="4711939" y="895844"/>
                  </a:lnTo>
                  <a:lnTo>
                    <a:pt x="4712125" y="895844"/>
                  </a:lnTo>
                  <a:lnTo>
                    <a:pt x="4712218" y="895844"/>
                  </a:lnTo>
                  <a:lnTo>
                    <a:pt x="4712405" y="895844"/>
                  </a:lnTo>
                  <a:lnTo>
                    <a:pt x="4713058" y="895844"/>
                  </a:lnTo>
                  <a:lnTo>
                    <a:pt x="4713337" y="895844"/>
                  </a:lnTo>
                  <a:lnTo>
                    <a:pt x="4713617" y="895844"/>
                  </a:lnTo>
                  <a:lnTo>
                    <a:pt x="4713710" y="895844"/>
                  </a:lnTo>
                  <a:lnTo>
                    <a:pt x="4713990" y="895844"/>
                  </a:lnTo>
                  <a:lnTo>
                    <a:pt x="4714177" y="895844"/>
                  </a:lnTo>
                  <a:lnTo>
                    <a:pt x="4714270" y="895844"/>
                  </a:lnTo>
                  <a:lnTo>
                    <a:pt x="4714829" y="895844"/>
                  </a:lnTo>
                  <a:lnTo>
                    <a:pt x="4715016" y="895844"/>
                  </a:lnTo>
                  <a:lnTo>
                    <a:pt x="4715109" y="895844"/>
                  </a:lnTo>
                  <a:lnTo>
                    <a:pt x="4715389" y="895844"/>
                  </a:lnTo>
                  <a:lnTo>
                    <a:pt x="4715575" y="895844"/>
                  </a:lnTo>
                  <a:lnTo>
                    <a:pt x="4715669" y="895844"/>
                  </a:lnTo>
                  <a:lnTo>
                    <a:pt x="4715855" y="895844"/>
                  </a:lnTo>
                  <a:lnTo>
                    <a:pt x="4716415" y="895844"/>
                  </a:lnTo>
                  <a:lnTo>
                    <a:pt x="4716508" y="895844"/>
                  </a:lnTo>
                  <a:lnTo>
                    <a:pt x="4716601" y="895844"/>
                  </a:lnTo>
                  <a:lnTo>
                    <a:pt x="4716694" y="895844"/>
                  </a:lnTo>
                  <a:lnTo>
                    <a:pt x="4716788" y="895844"/>
                  </a:lnTo>
                  <a:lnTo>
                    <a:pt x="4716974" y="895844"/>
                  </a:lnTo>
                  <a:lnTo>
                    <a:pt x="4717067" y="895844"/>
                  </a:lnTo>
                  <a:lnTo>
                    <a:pt x="4717813" y="895844"/>
                  </a:lnTo>
                  <a:lnTo>
                    <a:pt x="4717906" y="895844"/>
                  </a:lnTo>
                  <a:lnTo>
                    <a:pt x="4718000" y="895844"/>
                  </a:lnTo>
                  <a:lnTo>
                    <a:pt x="4718093" y="895844"/>
                  </a:lnTo>
                  <a:lnTo>
                    <a:pt x="4718186" y="895844"/>
                  </a:lnTo>
                  <a:lnTo>
                    <a:pt x="4719025" y="895844"/>
                  </a:lnTo>
                  <a:lnTo>
                    <a:pt x="4719212" y="895844"/>
                  </a:lnTo>
                  <a:lnTo>
                    <a:pt x="4719398" y="895844"/>
                  </a:lnTo>
                  <a:lnTo>
                    <a:pt x="4719771" y="895844"/>
                  </a:lnTo>
                  <a:lnTo>
                    <a:pt x="4720051" y="895844"/>
                  </a:lnTo>
                  <a:lnTo>
                    <a:pt x="4720144" y="895844"/>
                  </a:lnTo>
                  <a:lnTo>
                    <a:pt x="4720890" y="895844"/>
                  </a:lnTo>
                  <a:lnTo>
                    <a:pt x="4720984" y="895844"/>
                  </a:lnTo>
                  <a:lnTo>
                    <a:pt x="4721543" y="895844"/>
                  </a:lnTo>
                  <a:lnTo>
                    <a:pt x="4721636" y="895844"/>
                  </a:lnTo>
                  <a:lnTo>
                    <a:pt x="4721730" y="895844"/>
                  </a:lnTo>
                  <a:lnTo>
                    <a:pt x="4721916" y="895844"/>
                  </a:lnTo>
                  <a:lnTo>
                    <a:pt x="4722009" y="895844"/>
                  </a:lnTo>
                  <a:lnTo>
                    <a:pt x="4722103" y="895844"/>
                  </a:lnTo>
                  <a:lnTo>
                    <a:pt x="4722662" y="895844"/>
                  </a:lnTo>
                  <a:lnTo>
                    <a:pt x="4722755" y="895844"/>
                  </a:lnTo>
                  <a:lnTo>
                    <a:pt x="4722849" y="895844"/>
                  </a:lnTo>
                  <a:lnTo>
                    <a:pt x="4723222" y="895844"/>
                  </a:lnTo>
                  <a:lnTo>
                    <a:pt x="4723315" y="895844"/>
                  </a:lnTo>
                  <a:lnTo>
                    <a:pt x="4723501" y="895844"/>
                  </a:lnTo>
                  <a:lnTo>
                    <a:pt x="4723595" y="895844"/>
                  </a:lnTo>
                  <a:lnTo>
                    <a:pt x="4724527" y="895844"/>
                  </a:lnTo>
                  <a:lnTo>
                    <a:pt x="4724807" y="895844"/>
                  </a:lnTo>
                  <a:lnTo>
                    <a:pt x="4724900" y="895844"/>
                  </a:lnTo>
                  <a:lnTo>
                    <a:pt x="4724993" y="895844"/>
                  </a:lnTo>
                  <a:lnTo>
                    <a:pt x="4725086" y="895844"/>
                  </a:lnTo>
                  <a:lnTo>
                    <a:pt x="4725273" y="895844"/>
                  </a:lnTo>
                  <a:lnTo>
                    <a:pt x="4725553" y="895844"/>
                  </a:lnTo>
                  <a:lnTo>
                    <a:pt x="4725646" y="895844"/>
                  </a:lnTo>
                  <a:lnTo>
                    <a:pt x="4726205" y="895844"/>
                  </a:lnTo>
                  <a:lnTo>
                    <a:pt x="4726392" y="895844"/>
                  </a:lnTo>
                  <a:lnTo>
                    <a:pt x="4726578" y="895844"/>
                  </a:lnTo>
                  <a:lnTo>
                    <a:pt x="4727231" y="895844"/>
                  </a:lnTo>
                  <a:lnTo>
                    <a:pt x="4727324" y="895844"/>
                  </a:lnTo>
                  <a:lnTo>
                    <a:pt x="4727418" y="895844"/>
                  </a:lnTo>
                  <a:lnTo>
                    <a:pt x="4727604" y="895844"/>
                  </a:lnTo>
                  <a:lnTo>
                    <a:pt x="4727977" y="885890"/>
                  </a:lnTo>
                  <a:lnTo>
                    <a:pt x="4728070" y="885890"/>
                  </a:lnTo>
                  <a:lnTo>
                    <a:pt x="4728350" y="885890"/>
                  </a:lnTo>
                  <a:lnTo>
                    <a:pt x="4728443" y="885890"/>
                  </a:lnTo>
                  <a:lnTo>
                    <a:pt x="4728910" y="885890"/>
                  </a:lnTo>
                  <a:lnTo>
                    <a:pt x="4729842" y="875936"/>
                  </a:lnTo>
                  <a:lnTo>
                    <a:pt x="4730029" y="875936"/>
                  </a:lnTo>
                  <a:lnTo>
                    <a:pt x="4730122" y="875936"/>
                  </a:lnTo>
                  <a:lnTo>
                    <a:pt x="4730215" y="875936"/>
                  </a:lnTo>
                  <a:lnTo>
                    <a:pt x="4730495" y="875936"/>
                  </a:lnTo>
                  <a:lnTo>
                    <a:pt x="4730681" y="875936"/>
                  </a:lnTo>
                  <a:lnTo>
                    <a:pt x="4730868" y="875936"/>
                  </a:lnTo>
                  <a:lnTo>
                    <a:pt x="4731054" y="875936"/>
                  </a:lnTo>
                  <a:lnTo>
                    <a:pt x="4731148" y="875936"/>
                  </a:lnTo>
                  <a:lnTo>
                    <a:pt x="4731521" y="875936"/>
                  </a:lnTo>
                  <a:lnTo>
                    <a:pt x="4731614" y="875936"/>
                  </a:lnTo>
                  <a:lnTo>
                    <a:pt x="4731707" y="875936"/>
                  </a:lnTo>
                  <a:lnTo>
                    <a:pt x="4731800" y="875936"/>
                  </a:lnTo>
                  <a:lnTo>
                    <a:pt x="4731893" y="875936"/>
                  </a:lnTo>
                  <a:lnTo>
                    <a:pt x="4732173" y="875936"/>
                  </a:lnTo>
                  <a:lnTo>
                    <a:pt x="4733106" y="875936"/>
                  </a:lnTo>
                  <a:lnTo>
                    <a:pt x="4733292" y="875936"/>
                  </a:lnTo>
                  <a:lnTo>
                    <a:pt x="4733479" y="875936"/>
                  </a:lnTo>
                  <a:lnTo>
                    <a:pt x="4733758" y="875936"/>
                  </a:lnTo>
                  <a:lnTo>
                    <a:pt x="4733852" y="875936"/>
                  </a:lnTo>
                  <a:lnTo>
                    <a:pt x="4733945" y="875936"/>
                  </a:lnTo>
                  <a:lnTo>
                    <a:pt x="4734038" y="875936"/>
                  </a:lnTo>
                  <a:lnTo>
                    <a:pt x="4734131" y="875936"/>
                  </a:lnTo>
                  <a:lnTo>
                    <a:pt x="4734225" y="875936"/>
                  </a:lnTo>
                  <a:lnTo>
                    <a:pt x="4734318" y="875936"/>
                  </a:lnTo>
                  <a:lnTo>
                    <a:pt x="4734411" y="875936"/>
                  </a:lnTo>
                  <a:lnTo>
                    <a:pt x="4734504" y="875936"/>
                  </a:lnTo>
                  <a:lnTo>
                    <a:pt x="4734598" y="875936"/>
                  </a:lnTo>
                  <a:lnTo>
                    <a:pt x="4735437" y="875936"/>
                  </a:lnTo>
                  <a:lnTo>
                    <a:pt x="4735530" y="875936"/>
                  </a:lnTo>
                  <a:lnTo>
                    <a:pt x="4735623" y="875936"/>
                  </a:lnTo>
                  <a:lnTo>
                    <a:pt x="4735810" y="875936"/>
                  </a:lnTo>
                  <a:lnTo>
                    <a:pt x="4735903" y="875936"/>
                  </a:lnTo>
                  <a:lnTo>
                    <a:pt x="4735996" y="875936"/>
                  </a:lnTo>
                  <a:lnTo>
                    <a:pt x="4736090" y="875936"/>
                  </a:lnTo>
                  <a:lnTo>
                    <a:pt x="4736276" y="875936"/>
                  </a:lnTo>
                  <a:lnTo>
                    <a:pt x="4736369" y="875936"/>
                  </a:lnTo>
                  <a:lnTo>
                    <a:pt x="4736463" y="875936"/>
                  </a:lnTo>
                  <a:lnTo>
                    <a:pt x="4736929" y="875936"/>
                  </a:lnTo>
                  <a:lnTo>
                    <a:pt x="4737022" y="875936"/>
                  </a:lnTo>
                  <a:lnTo>
                    <a:pt x="4737302" y="875936"/>
                  </a:lnTo>
                  <a:lnTo>
                    <a:pt x="4738048" y="875936"/>
                  </a:lnTo>
                  <a:lnTo>
                    <a:pt x="4738141" y="875936"/>
                  </a:lnTo>
                  <a:lnTo>
                    <a:pt x="4738421" y="875936"/>
                  </a:lnTo>
                  <a:lnTo>
                    <a:pt x="4738514" y="875936"/>
                  </a:lnTo>
                  <a:lnTo>
                    <a:pt x="4738607" y="875936"/>
                  </a:lnTo>
                  <a:lnTo>
                    <a:pt x="4738700" y="875936"/>
                  </a:lnTo>
                  <a:lnTo>
                    <a:pt x="4738980" y="875936"/>
                  </a:lnTo>
                  <a:lnTo>
                    <a:pt x="4739353" y="875936"/>
                  </a:lnTo>
                  <a:lnTo>
                    <a:pt x="4739446" y="875936"/>
                  </a:lnTo>
                  <a:lnTo>
                    <a:pt x="4739726" y="875936"/>
                  </a:lnTo>
                  <a:lnTo>
                    <a:pt x="4740286" y="875936"/>
                  </a:lnTo>
                  <a:lnTo>
                    <a:pt x="4740379" y="875936"/>
                  </a:lnTo>
                  <a:lnTo>
                    <a:pt x="4740472" y="875936"/>
                  </a:lnTo>
                  <a:lnTo>
                    <a:pt x="4740565" y="875936"/>
                  </a:lnTo>
                  <a:lnTo>
                    <a:pt x="4741871" y="875936"/>
                  </a:lnTo>
                  <a:lnTo>
                    <a:pt x="4742244" y="875936"/>
                  </a:lnTo>
                  <a:lnTo>
                    <a:pt x="4742524" y="875936"/>
                  </a:lnTo>
                  <a:lnTo>
                    <a:pt x="4742617" y="875936"/>
                  </a:lnTo>
                  <a:lnTo>
                    <a:pt x="4742710" y="875936"/>
                  </a:lnTo>
                  <a:lnTo>
                    <a:pt x="4743363" y="875936"/>
                  </a:lnTo>
                  <a:lnTo>
                    <a:pt x="4743549" y="875936"/>
                  </a:lnTo>
                  <a:lnTo>
                    <a:pt x="4743736" y="875936"/>
                  </a:lnTo>
                  <a:lnTo>
                    <a:pt x="4743829" y="875936"/>
                  </a:lnTo>
                  <a:lnTo>
                    <a:pt x="4743922" y="875936"/>
                  </a:lnTo>
                  <a:lnTo>
                    <a:pt x="4744389" y="875936"/>
                  </a:lnTo>
                  <a:lnTo>
                    <a:pt x="4744482" y="875936"/>
                  </a:lnTo>
                  <a:lnTo>
                    <a:pt x="4744668" y="875936"/>
                  </a:lnTo>
                  <a:lnTo>
                    <a:pt x="4745228" y="875936"/>
                  </a:lnTo>
                  <a:lnTo>
                    <a:pt x="4745321" y="875936"/>
                  </a:lnTo>
                  <a:lnTo>
                    <a:pt x="4745414" y="875936"/>
                  </a:lnTo>
                  <a:lnTo>
                    <a:pt x="4745601" y="875936"/>
                  </a:lnTo>
                  <a:lnTo>
                    <a:pt x="4745694" y="875936"/>
                  </a:lnTo>
                  <a:lnTo>
                    <a:pt x="4745974" y="875936"/>
                  </a:lnTo>
                  <a:lnTo>
                    <a:pt x="4746067" y="875936"/>
                  </a:lnTo>
                  <a:lnTo>
                    <a:pt x="4747186" y="875936"/>
                  </a:lnTo>
                  <a:lnTo>
                    <a:pt x="4747279" y="875936"/>
                  </a:lnTo>
                  <a:lnTo>
                    <a:pt x="4747372" y="875936"/>
                  </a:lnTo>
                  <a:lnTo>
                    <a:pt x="4748025" y="875936"/>
                  </a:lnTo>
                  <a:lnTo>
                    <a:pt x="4748118" y="875936"/>
                  </a:lnTo>
                  <a:lnTo>
                    <a:pt x="4748212" y="875936"/>
                  </a:lnTo>
                  <a:lnTo>
                    <a:pt x="4748958" y="875936"/>
                  </a:lnTo>
                  <a:lnTo>
                    <a:pt x="4749051" y="875936"/>
                  </a:lnTo>
                  <a:lnTo>
                    <a:pt x="4749144" y="875936"/>
                  </a:lnTo>
                  <a:lnTo>
                    <a:pt x="4749237" y="875936"/>
                  </a:lnTo>
                  <a:lnTo>
                    <a:pt x="4749331" y="875936"/>
                  </a:lnTo>
                  <a:lnTo>
                    <a:pt x="4749424" y="875936"/>
                  </a:lnTo>
                  <a:lnTo>
                    <a:pt x="4749610" y="875936"/>
                  </a:lnTo>
                  <a:lnTo>
                    <a:pt x="4749797" y="875936"/>
                  </a:lnTo>
                  <a:lnTo>
                    <a:pt x="4749890" y="875936"/>
                  </a:lnTo>
                  <a:lnTo>
                    <a:pt x="4750356" y="875936"/>
                  </a:lnTo>
                  <a:lnTo>
                    <a:pt x="4752221" y="875936"/>
                  </a:lnTo>
                  <a:lnTo>
                    <a:pt x="4752315" y="875936"/>
                  </a:lnTo>
                  <a:lnTo>
                    <a:pt x="4752408" y="875936"/>
                  </a:lnTo>
                  <a:lnTo>
                    <a:pt x="4752687" y="875936"/>
                  </a:lnTo>
                  <a:lnTo>
                    <a:pt x="4752874" y="875936"/>
                  </a:lnTo>
                  <a:lnTo>
                    <a:pt x="4753154" y="875936"/>
                  </a:lnTo>
                  <a:lnTo>
                    <a:pt x="4753620" y="875936"/>
                  </a:lnTo>
                  <a:lnTo>
                    <a:pt x="4753713" y="875936"/>
                  </a:lnTo>
                  <a:lnTo>
                    <a:pt x="4753900" y="875936"/>
                  </a:lnTo>
                  <a:lnTo>
                    <a:pt x="4753993" y="875936"/>
                  </a:lnTo>
                  <a:lnTo>
                    <a:pt x="4754086" y="875936"/>
                  </a:lnTo>
                  <a:lnTo>
                    <a:pt x="4754179" y="875936"/>
                  </a:lnTo>
                  <a:lnTo>
                    <a:pt x="4754646" y="875936"/>
                  </a:lnTo>
                  <a:lnTo>
                    <a:pt x="4754925" y="875936"/>
                  </a:lnTo>
                  <a:lnTo>
                    <a:pt x="4755298" y="875936"/>
                  </a:lnTo>
                  <a:lnTo>
                    <a:pt x="4755392" y="875936"/>
                  </a:lnTo>
                  <a:lnTo>
                    <a:pt x="4755485" y="875936"/>
                  </a:lnTo>
                  <a:lnTo>
                    <a:pt x="4756884" y="875936"/>
                  </a:lnTo>
                  <a:lnTo>
                    <a:pt x="4757350" y="875936"/>
                  </a:lnTo>
                  <a:lnTo>
                    <a:pt x="4757443" y="875936"/>
                  </a:lnTo>
                  <a:lnTo>
                    <a:pt x="4757630" y="875936"/>
                  </a:lnTo>
                  <a:lnTo>
                    <a:pt x="4757723" y="875936"/>
                  </a:lnTo>
                  <a:lnTo>
                    <a:pt x="4758096" y="875936"/>
                  </a:lnTo>
                  <a:lnTo>
                    <a:pt x="4758469" y="875936"/>
                  </a:lnTo>
                  <a:lnTo>
                    <a:pt x="4758749" y="875936"/>
                  </a:lnTo>
                  <a:lnTo>
                    <a:pt x="4759028" y="875936"/>
                  </a:lnTo>
                  <a:lnTo>
                    <a:pt x="4759308" y="865982"/>
                  </a:lnTo>
                  <a:lnTo>
                    <a:pt x="4759401" y="865982"/>
                  </a:lnTo>
                  <a:lnTo>
                    <a:pt x="4759588" y="865982"/>
                  </a:lnTo>
                  <a:lnTo>
                    <a:pt x="4759774" y="865982"/>
                  </a:lnTo>
                  <a:lnTo>
                    <a:pt x="4760613" y="865982"/>
                  </a:lnTo>
                  <a:lnTo>
                    <a:pt x="4760800" y="865982"/>
                  </a:lnTo>
                  <a:lnTo>
                    <a:pt x="4760893" y="865982"/>
                  </a:lnTo>
                  <a:lnTo>
                    <a:pt x="4760986" y="865982"/>
                  </a:lnTo>
                  <a:lnTo>
                    <a:pt x="4761080" y="865982"/>
                  </a:lnTo>
                  <a:lnTo>
                    <a:pt x="4761173" y="865982"/>
                  </a:lnTo>
                  <a:lnTo>
                    <a:pt x="4761453" y="865982"/>
                  </a:lnTo>
                  <a:lnTo>
                    <a:pt x="4761546" y="865982"/>
                  </a:lnTo>
                  <a:lnTo>
                    <a:pt x="4761639" y="865982"/>
                  </a:lnTo>
                  <a:lnTo>
                    <a:pt x="4762665" y="865982"/>
                  </a:lnTo>
                  <a:lnTo>
                    <a:pt x="4762851" y="865982"/>
                  </a:lnTo>
                  <a:lnTo>
                    <a:pt x="4762945" y="865982"/>
                  </a:lnTo>
                  <a:lnTo>
                    <a:pt x="4763131" y="865982"/>
                  </a:lnTo>
                  <a:lnTo>
                    <a:pt x="4763318" y="865982"/>
                  </a:lnTo>
                  <a:lnTo>
                    <a:pt x="4763411" y="865982"/>
                  </a:lnTo>
                  <a:lnTo>
                    <a:pt x="4763504" y="865982"/>
                  </a:lnTo>
                  <a:lnTo>
                    <a:pt x="4763784" y="865982"/>
                  </a:lnTo>
                  <a:lnTo>
                    <a:pt x="4763877" y="865982"/>
                  </a:lnTo>
                  <a:lnTo>
                    <a:pt x="4764996" y="865982"/>
                  </a:lnTo>
                  <a:lnTo>
                    <a:pt x="4765089" y="865982"/>
                  </a:lnTo>
                  <a:lnTo>
                    <a:pt x="4765183" y="865982"/>
                  </a:lnTo>
                  <a:lnTo>
                    <a:pt x="4765929" y="865982"/>
                  </a:lnTo>
                  <a:lnTo>
                    <a:pt x="4766208" y="865982"/>
                  </a:lnTo>
                  <a:lnTo>
                    <a:pt x="4766301" y="865982"/>
                  </a:lnTo>
                  <a:lnTo>
                    <a:pt x="4766581" y="865982"/>
                  </a:lnTo>
                  <a:lnTo>
                    <a:pt x="4766674" y="865982"/>
                  </a:lnTo>
                  <a:lnTo>
                    <a:pt x="4767047" y="865982"/>
                  </a:lnTo>
                  <a:lnTo>
                    <a:pt x="4767141" y="865982"/>
                  </a:lnTo>
                  <a:lnTo>
                    <a:pt x="4767420" y="865982"/>
                  </a:lnTo>
                  <a:lnTo>
                    <a:pt x="4767980" y="865982"/>
                  </a:lnTo>
                  <a:lnTo>
                    <a:pt x="4768166" y="865982"/>
                  </a:lnTo>
                  <a:lnTo>
                    <a:pt x="4768260" y="865982"/>
                  </a:lnTo>
                  <a:lnTo>
                    <a:pt x="4768539" y="865982"/>
                  </a:lnTo>
                  <a:lnTo>
                    <a:pt x="4768633" y="865982"/>
                  </a:lnTo>
                  <a:lnTo>
                    <a:pt x="4769099" y="865982"/>
                  </a:lnTo>
                  <a:lnTo>
                    <a:pt x="4769192" y="865982"/>
                  </a:lnTo>
                  <a:lnTo>
                    <a:pt x="4769379" y="865982"/>
                  </a:lnTo>
                  <a:lnTo>
                    <a:pt x="4769472" y="865982"/>
                  </a:lnTo>
                  <a:lnTo>
                    <a:pt x="4769938" y="865982"/>
                  </a:lnTo>
                  <a:lnTo>
                    <a:pt x="4770031" y="865982"/>
                  </a:lnTo>
                  <a:lnTo>
                    <a:pt x="4770404" y="865982"/>
                  </a:lnTo>
                  <a:lnTo>
                    <a:pt x="4770591" y="865982"/>
                  </a:lnTo>
                  <a:lnTo>
                    <a:pt x="4770684" y="865982"/>
                  </a:lnTo>
                  <a:lnTo>
                    <a:pt x="4770777" y="865982"/>
                  </a:lnTo>
                  <a:lnTo>
                    <a:pt x="4770964" y="865982"/>
                  </a:lnTo>
                  <a:lnTo>
                    <a:pt x="4771244" y="865982"/>
                  </a:lnTo>
                  <a:lnTo>
                    <a:pt x="4771896" y="865982"/>
                  </a:lnTo>
                  <a:lnTo>
                    <a:pt x="4772176" y="856028"/>
                  </a:lnTo>
                  <a:lnTo>
                    <a:pt x="4772269" y="856028"/>
                  </a:lnTo>
                  <a:lnTo>
                    <a:pt x="4772642" y="856028"/>
                  </a:lnTo>
                  <a:lnTo>
                    <a:pt x="4772736" y="856028"/>
                  </a:lnTo>
                  <a:lnTo>
                    <a:pt x="4772829" y="856028"/>
                  </a:lnTo>
                  <a:lnTo>
                    <a:pt x="4772922" y="856028"/>
                  </a:lnTo>
                  <a:lnTo>
                    <a:pt x="4773668" y="856028"/>
                  </a:lnTo>
                  <a:lnTo>
                    <a:pt x="4773761" y="856028"/>
                  </a:lnTo>
                  <a:lnTo>
                    <a:pt x="4773854" y="856028"/>
                  </a:lnTo>
                  <a:lnTo>
                    <a:pt x="4774134" y="856028"/>
                  </a:lnTo>
                  <a:lnTo>
                    <a:pt x="4774227" y="856028"/>
                  </a:lnTo>
                  <a:lnTo>
                    <a:pt x="4775160" y="856028"/>
                  </a:lnTo>
                  <a:lnTo>
                    <a:pt x="4775253" y="856028"/>
                  </a:lnTo>
                  <a:lnTo>
                    <a:pt x="4775346" y="856028"/>
                  </a:lnTo>
                  <a:lnTo>
                    <a:pt x="4775533" y="856028"/>
                  </a:lnTo>
                  <a:lnTo>
                    <a:pt x="4775813" y="856028"/>
                  </a:lnTo>
                  <a:lnTo>
                    <a:pt x="4775813" y="846074"/>
                  </a:lnTo>
                  <a:lnTo>
                    <a:pt x="4775906" y="846074"/>
                  </a:lnTo>
                  <a:lnTo>
                    <a:pt x="4775999" y="846074"/>
                  </a:lnTo>
                  <a:lnTo>
                    <a:pt x="4776092" y="846074"/>
                  </a:lnTo>
                  <a:lnTo>
                    <a:pt x="4776559" y="846074"/>
                  </a:lnTo>
                  <a:lnTo>
                    <a:pt x="4777118" y="846074"/>
                  </a:lnTo>
                  <a:lnTo>
                    <a:pt x="4777211" y="846074"/>
                  </a:lnTo>
                  <a:lnTo>
                    <a:pt x="4777491" y="846074"/>
                  </a:lnTo>
                  <a:lnTo>
                    <a:pt x="4777771" y="846074"/>
                  </a:lnTo>
                  <a:lnTo>
                    <a:pt x="4778144" y="846074"/>
                  </a:lnTo>
                  <a:lnTo>
                    <a:pt x="4778424" y="846074"/>
                  </a:lnTo>
                  <a:lnTo>
                    <a:pt x="4778517" y="846074"/>
                  </a:lnTo>
                  <a:lnTo>
                    <a:pt x="4778797" y="846074"/>
                  </a:lnTo>
                  <a:lnTo>
                    <a:pt x="4779263" y="846074"/>
                  </a:lnTo>
                  <a:lnTo>
                    <a:pt x="4779356" y="846074"/>
                  </a:lnTo>
                  <a:lnTo>
                    <a:pt x="4780288" y="846074"/>
                  </a:lnTo>
                  <a:lnTo>
                    <a:pt x="4780661" y="846074"/>
                  </a:lnTo>
                  <a:lnTo>
                    <a:pt x="4780755" y="846074"/>
                  </a:lnTo>
                  <a:lnTo>
                    <a:pt x="4780848" y="846074"/>
                  </a:lnTo>
                  <a:lnTo>
                    <a:pt x="4780941" y="846074"/>
                  </a:lnTo>
                  <a:lnTo>
                    <a:pt x="4781314" y="846074"/>
                  </a:lnTo>
                  <a:lnTo>
                    <a:pt x="4781687" y="846074"/>
                  </a:lnTo>
                  <a:lnTo>
                    <a:pt x="4781780" y="846074"/>
                  </a:lnTo>
                  <a:lnTo>
                    <a:pt x="4782153" y="846074"/>
                  </a:lnTo>
                  <a:lnTo>
                    <a:pt x="4782247" y="846074"/>
                  </a:lnTo>
                  <a:lnTo>
                    <a:pt x="4782713" y="846074"/>
                  </a:lnTo>
                  <a:lnTo>
                    <a:pt x="4782806" y="846074"/>
                  </a:lnTo>
                  <a:lnTo>
                    <a:pt x="4783086" y="846074"/>
                  </a:lnTo>
                  <a:lnTo>
                    <a:pt x="4783179" y="846074"/>
                  </a:lnTo>
                  <a:lnTo>
                    <a:pt x="4783459" y="846074"/>
                  </a:lnTo>
                  <a:lnTo>
                    <a:pt x="4785044" y="846074"/>
                  </a:lnTo>
                  <a:lnTo>
                    <a:pt x="4785137" y="846074"/>
                  </a:lnTo>
                  <a:lnTo>
                    <a:pt x="4785231" y="846074"/>
                  </a:lnTo>
                  <a:lnTo>
                    <a:pt x="4785417" y="846074"/>
                  </a:lnTo>
                  <a:lnTo>
                    <a:pt x="4785417" y="836121"/>
                  </a:lnTo>
                  <a:lnTo>
                    <a:pt x="4785790" y="836121"/>
                  </a:lnTo>
                  <a:lnTo>
                    <a:pt x="4785883" y="836121"/>
                  </a:lnTo>
                  <a:lnTo>
                    <a:pt x="4786070" y="836121"/>
                  </a:lnTo>
                  <a:lnTo>
                    <a:pt x="4786350" y="836121"/>
                  </a:lnTo>
                  <a:lnTo>
                    <a:pt x="4786443" y="836121"/>
                  </a:lnTo>
                  <a:lnTo>
                    <a:pt x="4786723" y="836121"/>
                  </a:lnTo>
                  <a:lnTo>
                    <a:pt x="4786909" y="836121"/>
                  </a:lnTo>
                  <a:lnTo>
                    <a:pt x="4787002" y="836121"/>
                  </a:lnTo>
                  <a:lnTo>
                    <a:pt x="4787189" y="836121"/>
                  </a:lnTo>
                  <a:lnTo>
                    <a:pt x="4787282" y="836121"/>
                  </a:lnTo>
                  <a:lnTo>
                    <a:pt x="4787562" y="836121"/>
                  </a:lnTo>
                  <a:lnTo>
                    <a:pt x="4788028" y="836121"/>
                  </a:lnTo>
                  <a:lnTo>
                    <a:pt x="4788308" y="836121"/>
                  </a:lnTo>
                  <a:lnTo>
                    <a:pt x="4789333" y="836121"/>
                  </a:lnTo>
                  <a:lnTo>
                    <a:pt x="4789893" y="836121"/>
                  </a:lnTo>
                  <a:lnTo>
                    <a:pt x="4789986" y="836121"/>
                  </a:lnTo>
                  <a:lnTo>
                    <a:pt x="4790079" y="836121"/>
                  </a:lnTo>
                  <a:lnTo>
                    <a:pt x="4790173" y="836121"/>
                  </a:lnTo>
                  <a:lnTo>
                    <a:pt x="4790546" y="836121"/>
                  </a:lnTo>
                  <a:lnTo>
                    <a:pt x="4790825" y="836121"/>
                  </a:lnTo>
                  <a:lnTo>
                    <a:pt x="4791105" y="836121"/>
                  </a:lnTo>
                  <a:lnTo>
                    <a:pt x="4791292" y="836121"/>
                  </a:lnTo>
                  <a:lnTo>
                    <a:pt x="4791385" y="836121"/>
                  </a:lnTo>
                  <a:lnTo>
                    <a:pt x="4791478" y="836121"/>
                  </a:lnTo>
                  <a:lnTo>
                    <a:pt x="4791665" y="836121"/>
                  </a:lnTo>
                  <a:lnTo>
                    <a:pt x="4791758" y="836121"/>
                  </a:lnTo>
                  <a:lnTo>
                    <a:pt x="4791851" y="836121"/>
                  </a:lnTo>
                  <a:lnTo>
                    <a:pt x="4792224" y="836121"/>
                  </a:lnTo>
                  <a:lnTo>
                    <a:pt x="4792597" y="836121"/>
                  </a:lnTo>
                  <a:lnTo>
                    <a:pt x="4792877" y="836121"/>
                  </a:lnTo>
                  <a:lnTo>
                    <a:pt x="4792970" y="836121"/>
                  </a:lnTo>
                  <a:lnTo>
                    <a:pt x="4793157" y="836121"/>
                  </a:lnTo>
                  <a:lnTo>
                    <a:pt x="4793250" y="836121"/>
                  </a:lnTo>
                  <a:lnTo>
                    <a:pt x="4793436" y="836121"/>
                  </a:lnTo>
                  <a:lnTo>
                    <a:pt x="4793716" y="836121"/>
                  </a:lnTo>
                  <a:lnTo>
                    <a:pt x="4794742" y="836121"/>
                  </a:lnTo>
                  <a:lnTo>
                    <a:pt x="4795021" y="836121"/>
                  </a:lnTo>
                  <a:lnTo>
                    <a:pt x="4795115" y="836121"/>
                  </a:lnTo>
                  <a:lnTo>
                    <a:pt x="4795301" y="836121"/>
                  </a:lnTo>
                  <a:lnTo>
                    <a:pt x="4796047" y="836121"/>
                  </a:lnTo>
                  <a:lnTo>
                    <a:pt x="4796140" y="836121"/>
                  </a:lnTo>
                  <a:lnTo>
                    <a:pt x="4796607" y="836121"/>
                  </a:lnTo>
                  <a:lnTo>
                    <a:pt x="4796700" y="836121"/>
                  </a:lnTo>
                  <a:lnTo>
                    <a:pt x="4796793" y="836121"/>
                  </a:lnTo>
                  <a:lnTo>
                    <a:pt x="4796980" y="836121"/>
                  </a:lnTo>
                  <a:lnTo>
                    <a:pt x="4797166" y="836121"/>
                  </a:lnTo>
                  <a:lnTo>
                    <a:pt x="4797446" y="836121"/>
                  </a:lnTo>
                  <a:lnTo>
                    <a:pt x="4797539" y="836121"/>
                  </a:lnTo>
                  <a:lnTo>
                    <a:pt x="4797726" y="836121"/>
                  </a:lnTo>
                  <a:lnTo>
                    <a:pt x="4797819" y="836121"/>
                  </a:lnTo>
                  <a:lnTo>
                    <a:pt x="4797912" y="836121"/>
                  </a:lnTo>
                  <a:lnTo>
                    <a:pt x="4798005" y="836121"/>
                  </a:lnTo>
                  <a:lnTo>
                    <a:pt x="4798099" y="836121"/>
                  </a:lnTo>
                  <a:lnTo>
                    <a:pt x="4798845" y="836121"/>
                  </a:lnTo>
                  <a:lnTo>
                    <a:pt x="4799031" y="836121"/>
                  </a:lnTo>
                  <a:lnTo>
                    <a:pt x="4799124" y="836121"/>
                  </a:lnTo>
                  <a:lnTo>
                    <a:pt x="4799777" y="836121"/>
                  </a:lnTo>
                  <a:lnTo>
                    <a:pt x="4799870" y="836121"/>
                  </a:lnTo>
                  <a:lnTo>
                    <a:pt x="4799964" y="836121"/>
                  </a:lnTo>
                  <a:lnTo>
                    <a:pt x="4800057" y="836121"/>
                  </a:lnTo>
                  <a:lnTo>
                    <a:pt x="4800616" y="836121"/>
                  </a:lnTo>
                  <a:lnTo>
                    <a:pt x="4800710" y="836121"/>
                  </a:lnTo>
                  <a:lnTo>
                    <a:pt x="4800803" y="836121"/>
                  </a:lnTo>
                  <a:lnTo>
                    <a:pt x="4800896" y="836121"/>
                  </a:lnTo>
                  <a:lnTo>
                    <a:pt x="4800989" y="836121"/>
                  </a:lnTo>
                  <a:lnTo>
                    <a:pt x="4801082" y="836121"/>
                  </a:lnTo>
                  <a:lnTo>
                    <a:pt x="4802108" y="836121"/>
                  </a:lnTo>
                  <a:lnTo>
                    <a:pt x="4802388" y="836121"/>
                  </a:lnTo>
                  <a:lnTo>
                    <a:pt x="4802668" y="836121"/>
                  </a:lnTo>
                  <a:lnTo>
                    <a:pt x="4802854" y="836121"/>
                  </a:lnTo>
                  <a:lnTo>
                    <a:pt x="4802947" y="836121"/>
                  </a:lnTo>
                  <a:lnTo>
                    <a:pt x="4803507" y="836121"/>
                  </a:lnTo>
                  <a:lnTo>
                    <a:pt x="4803880" y="836121"/>
                  </a:lnTo>
                  <a:lnTo>
                    <a:pt x="4804253" y="836121"/>
                  </a:lnTo>
                  <a:lnTo>
                    <a:pt x="4804533" y="836121"/>
                  </a:lnTo>
                  <a:lnTo>
                    <a:pt x="4804626" y="836121"/>
                  </a:lnTo>
                  <a:lnTo>
                    <a:pt x="4804812" y="836121"/>
                  </a:lnTo>
                  <a:lnTo>
                    <a:pt x="4805092" y="836121"/>
                  </a:lnTo>
                  <a:lnTo>
                    <a:pt x="4805279" y="836121"/>
                  </a:lnTo>
                  <a:lnTo>
                    <a:pt x="4805372" y="836121"/>
                  </a:lnTo>
                  <a:lnTo>
                    <a:pt x="4805465" y="836121"/>
                  </a:lnTo>
                  <a:lnTo>
                    <a:pt x="4805745" y="836121"/>
                  </a:lnTo>
                  <a:lnTo>
                    <a:pt x="4805931" y="836121"/>
                  </a:lnTo>
                  <a:lnTo>
                    <a:pt x="4806118" y="836121"/>
                  </a:lnTo>
                  <a:lnTo>
                    <a:pt x="4806211" y="836121"/>
                  </a:lnTo>
                  <a:lnTo>
                    <a:pt x="4806304" y="836121"/>
                  </a:lnTo>
                  <a:lnTo>
                    <a:pt x="4806398" y="836121"/>
                  </a:lnTo>
                  <a:lnTo>
                    <a:pt x="4806677" y="836121"/>
                  </a:lnTo>
                  <a:lnTo>
                    <a:pt x="4806771" y="836121"/>
                  </a:lnTo>
                  <a:lnTo>
                    <a:pt x="4806864" y="836121"/>
                  </a:lnTo>
                  <a:lnTo>
                    <a:pt x="4807423" y="836121"/>
                  </a:lnTo>
                  <a:lnTo>
                    <a:pt x="4807517" y="836121"/>
                  </a:lnTo>
                  <a:lnTo>
                    <a:pt x="4807610" y="836121"/>
                  </a:lnTo>
                  <a:lnTo>
                    <a:pt x="4808169" y="836121"/>
                  </a:lnTo>
                  <a:lnTo>
                    <a:pt x="4808822" y="836121"/>
                  </a:lnTo>
                  <a:lnTo>
                    <a:pt x="4809195" y="836121"/>
                  </a:lnTo>
                  <a:lnTo>
                    <a:pt x="4809288" y="836121"/>
                  </a:lnTo>
                  <a:lnTo>
                    <a:pt x="4809381" y="836121"/>
                  </a:lnTo>
                  <a:lnTo>
                    <a:pt x="4809568" y="836121"/>
                  </a:lnTo>
                  <a:lnTo>
                    <a:pt x="4809754" y="836121"/>
                  </a:lnTo>
                  <a:lnTo>
                    <a:pt x="4810034" y="836121"/>
                  </a:lnTo>
                  <a:lnTo>
                    <a:pt x="4810127" y="836121"/>
                  </a:lnTo>
                  <a:lnTo>
                    <a:pt x="4810687" y="836121"/>
                  </a:lnTo>
                  <a:lnTo>
                    <a:pt x="4811060" y="836121"/>
                  </a:lnTo>
                  <a:lnTo>
                    <a:pt x="4811340" y="826167"/>
                  </a:lnTo>
                  <a:lnTo>
                    <a:pt x="4811526" y="826167"/>
                  </a:lnTo>
                  <a:lnTo>
                    <a:pt x="4811619" y="826167"/>
                  </a:lnTo>
                  <a:lnTo>
                    <a:pt x="4811713" y="826167"/>
                  </a:lnTo>
                  <a:lnTo>
                    <a:pt x="4812086" y="826167"/>
                  </a:lnTo>
                  <a:lnTo>
                    <a:pt x="4812365" y="826167"/>
                  </a:lnTo>
                  <a:lnTo>
                    <a:pt x="4814417" y="816213"/>
                  </a:lnTo>
                  <a:lnTo>
                    <a:pt x="4814510" y="816213"/>
                  </a:lnTo>
                  <a:lnTo>
                    <a:pt x="4814603" y="816213"/>
                  </a:lnTo>
                  <a:lnTo>
                    <a:pt x="4814697" y="816213"/>
                  </a:lnTo>
                  <a:lnTo>
                    <a:pt x="4815163" y="816213"/>
                  </a:lnTo>
                  <a:lnTo>
                    <a:pt x="4815256" y="816213"/>
                  </a:lnTo>
                  <a:lnTo>
                    <a:pt x="4815349" y="816213"/>
                  </a:lnTo>
                  <a:lnTo>
                    <a:pt x="4815536" y="816213"/>
                  </a:lnTo>
                  <a:lnTo>
                    <a:pt x="4815629" y="816213"/>
                  </a:lnTo>
                  <a:lnTo>
                    <a:pt x="4815722" y="816213"/>
                  </a:lnTo>
                  <a:lnTo>
                    <a:pt x="4815815" y="816213"/>
                  </a:lnTo>
                  <a:lnTo>
                    <a:pt x="4816095" y="816213"/>
                  </a:lnTo>
                  <a:lnTo>
                    <a:pt x="4816748" y="816213"/>
                  </a:lnTo>
                  <a:lnTo>
                    <a:pt x="4817307" y="816213"/>
                  </a:lnTo>
                  <a:lnTo>
                    <a:pt x="4817587" y="816213"/>
                  </a:lnTo>
                  <a:lnTo>
                    <a:pt x="4818240" y="816213"/>
                  </a:lnTo>
                  <a:lnTo>
                    <a:pt x="4818333" y="816213"/>
                  </a:lnTo>
                  <a:lnTo>
                    <a:pt x="4818426" y="816213"/>
                  </a:lnTo>
                  <a:lnTo>
                    <a:pt x="4818986" y="816213"/>
                  </a:lnTo>
                  <a:lnTo>
                    <a:pt x="4819079" y="816213"/>
                  </a:lnTo>
                  <a:lnTo>
                    <a:pt x="4819172" y="816213"/>
                  </a:lnTo>
                  <a:lnTo>
                    <a:pt x="4819545" y="816213"/>
                  </a:lnTo>
                  <a:lnTo>
                    <a:pt x="4819732" y="816213"/>
                  </a:lnTo>
                  <a:lnTo>
                    <a:pt x="4819825" y="816213"/>
                  </a:lnTo>
                  <a:lnTo>
                    <a:pt x="4820478" y="816213"/>
                  </a:lnTo>
                  <a:lnTo>
                    <a:pt x="4820664" y="816213"/>
                  </a:lnTo>
                  <a:lnTo>
                    <a:pt x="4821037" y="816213"/>
                  </a:lnTo>
                  <a:lnTo>
                    <a:pt x="4821876" y="816213"/>
                  </a:lnTo>
                  <a:lnTo>
                    <a:pt x="4821970" y="816213"/>
                  </a:lnTo>
                  <a:lnTo>
                    <a:pt x="4822343" y="816213"/>
                  </a:lnTo>
                  <a:lnTo>
                    <a:pt x="4822436" y="816213"/>
                  </a:lnTo>
                  <a:lnTo>
                    <a:pt x="4822529" y="816213"/>
                  </a:lnTo>
                  <a:lnTo>
                    <a:pt x="4822622" y="816213"/>
                  </a:lnTo>
                  <a:lnTo>
                    <a:pt x="4822995" y="816213"/>
                  </a:lnTo>
                  <a:lnTo>
                    <a:pt x="4823089" y="816213"/>
                  </a:lnTo>
                  <a:lnTo>
                    <a:pt x="4823368" y="816213"/>
                  </a:lnTo>
                  <a:lnTo>
                    <a:pt x="4823741" y="816213"/>
                  </a:lnTo>
                  <a:lnTo>
                    <a:pt x="4824860" y="816213"/>
                  </a:lnTo>
                  <a:lnTo>
                    <a:pt x="4825233" y="816213"/>
                  </a:lnTo>
                  <a:lnTo>
                    <a:pt x="4825420" y="816213"/>
                  </a:lnTo>
                  <a:lnTo>
                    <a:pt x="4825513" y="816213"/>
                  </a:lnTo>
                  <a:lnTo>
                    <a:pt x="4825606" y="816213"/>
                  </a:lnTo>
                  <a:lnTo>
                    <a:pt x="4825886" y="816213"/>
                  </a:lnTo>
                  <a:lnTo>
                    <a:pt x="4826073" y="816213"/>
                  </a:lnTo>
                  <a:lnTo>
                    <a:pt x="4826352" y="816213"/>
                  </a:lnTo>
                  <a:lnTo>
                    <a:pt x="4826539" y="816213"/>
                  </a:lnTo>
                  <a:lnTo>
                    <a:pt x="4827098" y="816213"/>
                  </a:lnTo>
                  <a:lnTo>
                    <a:pt x="4827192" y="816213"/>
                  </a:lnTo>
                  <a:lnTo>
                    <a:pt x="4827285" y="816213"/>
                  </a:lnTo>
                  <a:lnTo>
                    <a:pt x="4827378" y="816213"/>
                  </a:lnTo>
                  <a:lnTo>
                    <a:pt x="4827471" y="816213"/>
                  </a:lnTo>
                  <a:lnTo>
                    <a:pt x="4827658" y="816213"/>
                  </a:lnTo>
                  <a:lnTo>
                    <a:pt x="4827938" y="816213"/>
                  </a:lnTo>
                  <a:lnTo>
                    <a:pt x="4828124" y="816213"/>
                  </a:lnTo>
                  <a:lnTo>
                    <a:pt x="4828217" y="816213"/>
                  </a:lnTo>
                  <a:lnTo>
                    <a:pt x="4828590" y="816213"/>
                  </a:lnTo>
                  <a:lnTo>
                    <a:pt x="4828963" y="816213"/>
                  </a:lnTo>
                  <a:lnTo>
                    <a:pt x="4829056" y="816213"/>
                  </a:lnTo>
                  <a:lnTo>
                    <a:pt x="4829336" y="816213"/>
                  </a:lnTo>
                  <a:lnTo>
                    <a:pt x="4829429" y="816213"/>
                  </a:lnTo>
                  <a:lnTo>
                    <a:pt x="4829896" y="816213"/>
                  </a:lnTo>
                  <a:lnTo>
                    <a:pt x="4829989" y="816213"/>
                  </a:lnTo>
                  <a:lnTo>
                    <a:pt x="4830175" y="816213"/>
                  </a:lnTo>
                  <a:lnTo>
                    <a:pt x="4831015" y="816213"/>
                  </a:lnTo>
                  <a:lnTo>
                    <a:pt x="4831201" y="816213"/>
                  </a:lnTo>
                  <a:lnTo>
                    <a:pt x="4831574" y="816213"/>
                  </a:lnTo>
                  <a:lnTo>
                    <a:pt x="4831854" y="816213"/>
                  </a:lnTo>
                  <a:lnTo>
                    <a:pt x="4831947" y="816213"/>
                  </a:lnTo>
                  <a:lnTo>
                    <a:pt x="4832693" y="816213"/>
                  </a:lnTo>
                  <a:lnTo>
                    <a:pt x="4832973" y="816213"/>
                  </a:lnTo>
                  <a:lnTo>
                    <a:pt x="4833066" y="816213"/>
                  </a:lnTo>
                  <a:lnTo>
                    <a:pt x="4833253" y="816213"/>
                  </a:lnTo>
                  <a:lnTo>
                    <a:pt x="4833719" y="816213"/>
                  </a:lnTo>
                  <a:lnTo>
                    <a:pt x="4833999" y="816213"/>
                  </a:lnTo>
                  <a:lnTo>
                    <a:pt x="4834372" y="816213"/>
                  </a:lnTo>
                  <a:lnTo>
                    <a:pt x="4834558" y="816213"/>
                  </a:lnTo>
                  <a:lnTo>
                    <a:pt x="4834651" y="816213"/>
                  </a:lnTo>
                  <a:lnTo>
                    <a:pt x="4835024" y="816213"/>
                  </a:lnTo>
                  <a:lnTo>
                    <a:pt x="4835118" y="816213"/>
                  </a:lnTo>
                  <a:lnTo>
                    <a:pt x="4835304" y="816213"/>
                  </a:lnTo>
                  <a:lnTo>
                    <a:pt x="4835584" y="816213"/>
                  </a:lnTo>
                  <a:lnTo>
                    <a:pt x="4836330" y="816213"/>
                  </a:lnTo>
                  <a:lnTo>
                    <a:pt x="4836609" y="806259"/>
                  </a:lnTo>
                  <a:lnTo>
                    <a:pt x="4836889" y="806259"/>
                  </a:lnTo>
                  <a:lnTo>
                    <a:pt x="4836982" y="806259"/>
                  </a:lnTo>
                  <a:lnTo>
                    <a:pt x="4837076" y="806259"/>
                  </a:lnTo>
                  <a:lnTo>
                    <a:pt x="4837169" y="806259"/>
                  </a:lnTo>
                  <a:lnTo>
                    <a:pt x="4837822" y="806259"/>
                  </a:lnTo>
                  <a:lnTo>
                    <a:pt x="4837915" y="806259"/>
                  </a:lnTo>
                  <a:lnTo>
                    <a:pt x="4838474" y="806259"/>
                  </a:lnTo>
                  <a:lnTo>
                    <a:pt x="4838661" y="806259"/>
                  </a:lnTo>
                  <a:lnTo>
                    <a:pt x="4839127" y="806259"/>
                  </a:lnTo>
                  <a:lnTo>
                    <a:pt x="4839687" y="806259"/>
                  </a:lnTo>
                  <a:lnTo>
                    <a:pt x="4839780" y="806259"/>
                  </a:lnTo>
                  <a:lnTo>
                    <a:pt x="4839873" y="806259"/>
                  </a:lnTo>
                  <a:lnTo>
                    <a:pt x="4840153" y="806259"/>
                  </a:lnTo>
                  <a:lnTo>
                    <a:pt x="4840433" y="806259"/>
                  </a:lnTo>
                  <a:lnTo>
                    <a:pt x="4840526" y="806259"/>
                  </a:lnTo>
                  <a:lnTo>
                    <a:pt x="4840619" y="806259"/>
                  </a:lnTo>
                  <a:lnTo>
                    <a:pt x="4840899" y="806259"/>
                  </a:lnTo>
                  <a:lnTo>
                    <a:pt x="4841458" y="806259"/>
                  </a:lnTo>
                  <a:lnTo>
                    <a:pt x="4841831" y="806259"/>
                  </a:lnTo>
                  <a:lnTo>
                    <a:pt x="4842391" y="806259"/>
                  </a:lnTo>
                  <a:lnTo>
                    <a:pt x="4842484" y="806259"/>
                  </a:lnTo>
                  <a:lnTo>
                    <a:pt x="4842764" y="806259"/>
                  </a:lnTo>
                  <a:lnTo>
                    <a:pt x="4843137" y="806259"/>
                  </a:lnTo>
                  <a:lnTo>
                    <a:pt x="4843230" y="806259"/>
                  </a:lnTo>
                  <a:lnTo>
                    <a:pt x="4843323" y="806259"/>
                  </a:lnTo>
                  <a:lnTo>
                    <a:pt x="4843603" y="796305"/>
                  </a:lnTo>
                  <a:lnTo>
                    <a:pt x="4844069" y="796305"/>
                  </a:lnTo>
                  <a:lnTo>
                    <a:pt x="4844162" y="796305"/>
                  </a:lnTo>
                  <a:lnTo>
                    <a:pt x="4844256" y="796305"/>
                  </a:lnTo>
                  <a:lnTo>
                    <a:pt x="4844629" y="796305"/>
                  </a:lnTo>
                  <a:lnTo>
                    <a:pt x="4844815" y="796305"/>
                  </a:lnTo>
                  <a:lnTo>
                    <a:pt x="4844908" y="796305"/>
                  </a:lnTo>
                  <a:lnTo>
                    <a:pt x="4845002" y="796305"/>
                  </a:lnTo>
                  <a:lnTo>
                    <a:pt x="4845095" y="796305"/>
                  </a:lnTo>
                  <a:lnTo>
                    <a:pt x="4845188" y="796305"/>
                  </a:lnTo>
                  <a:lnTo>
                    <a:pt x="4845281" y="796305"/>
                  </a:lnTo>
                  <a:lnTo>
                    <a:pt x="4845375" y="786351"/>
                  </a:lnTo>
                  <a:lnTo>
                    <a:pt x="4845841" y="786351"/>
                  </a:lnTo>
                  <a:lnTo>
                    <a:pt x="4845934" y="786351"/>
                  </a:lnTo>
                  <a:lnTo>
                    <a:pt x="4846027" y="786351"/>
                  </a:lnTo>
                  <a:lnTo>
                    <a:pt x="4846214" y="786351"/>
                  </a:lnTo>
                  <a:lnTo>
                    <a:pt x="4846680" y="786351"/>
                  </a:lnTo>
                  <a:lnTo>
                    <a:pt x="4846867" y="786351"/>
                  </a:lnTo>
                  <a:lnTo>
                    <a:pt x="4846960" y="786351"/>
                  </a:lnTo>
                  <a:lnTo>
                    <a:pt x="4847053" y="786351"/>
                  </a:lnTo>
                  <a:lnTo>
                    <a:pt x="4847613" y="786351"/>
                  </a:lnTo>
                  <a:lnTo>
                    <a:pt x="4847799" y="786351"/>
                  </a:lnTo>
                  <a:lnTo>
                    <a:pt x="4847892" y="786351"/>
                  </a:lnTo>
                  <a:lnTo>
                    <a:pt x="4847986" y="786351"/>
                  </a:lnTo>
                  <a:lnTo>
                    <a:pt x="4848359" y="786351"/>
                  </a:lnTo>
                  <a:lnTo>
                    <a:pt x="4848545" y="786351"/>
                  </a:lnTo>
                  <a:lnTo>
                    <a:pt x="4848638" y="786351"/>
                  </a:lnTo>
                  <a:lnTo>
                    <a:pt x="4848732" y="786351"/>
                  </a:lnTo>
                  <a:lnTo>
                    <a:pt x="4848918" y="786351"/>
                  </a:lnTo>
                  <a:lnTo>
                    <a:pt x="4849105" y="786351"/>
                  </a:lnTo>
                  <a:lnTo>
                    <a:pt x="4849198" y="786351"/>
                  </a:lnTo>
                  <a:lnTo>
                    <a:pt x="4849291" y="786351"/>
                  </a:lnTo>
                  <a:lnTo>
                    <a:pt x="4849478" y="786351"/>
                  </a:lnTo>
                  <a:lnTo>
                    <a:pt x="4849850" y="786351"/>
                  </a:lnTo>
                  <a:lnTo>
                    <a:pt x="4850223" y="786351"/>
                  </a:lnTo>
                  <a:lnTo>
                    <a:pt x="4850317" y="786351"/>
                  </a:lnTo>
                  <a:lnTo>
                    <a:pt x="4850410" y="786351"/>
                  </a:lnTo>
                  <a:lnTo>
                    <a:pt x="4850690" y="786351"/>
                  </a:lnTo>
                  <a:lnTo>
                    <a:pt x="4850969" y="786351"/>
                  </a:lnTo>
                  <a:lnTo>
                    <a:pt x="4851063" y="786351"/>
                  </a:lnTo>
                  <a:lnTo>
                    <a:pt x="4851436" y="786351"/>
                  </a:lnTo>
                  <a:lnTo>
                    <a:pt x="4851529" y="786351"/>
                  </a:lnTo>
                  <a:lnTo>
                    <a:pt x="4851809" y="786351"/>
                  </a:lnTo>
                  <a:lnTo>
                    <a:pt x="4852182" y="786351"/>
                  </a:lnTo>
                  <a:lnTo>
                    <a:pt x="4852275" y="786351"/>
                  </a:lnTo>
                  <a:lnTo>
                    <a:pt x="4852368" y="786351"/>
                  </a:lnTo>
                  <a:lnTo>
                    <a:pt x="4852555" y="786351"/>
                  </a:lnTo>
                  <a:lnTo>
                    <a:pt x="4852648" y="786351"/>
                  </a:lnTo>
                  <a:lnTo>
                    <a:pt x="4852741" y="786351"/>
                  </a:lnTo>
                  <a:lnTo>
                    <a:pt x="4852834" y="786351"/>
                  </a:lnTo>
                  <a:lnTo>
                    <a:pt x="4853301" y="786351"/>
                  </a:lnTo>
                  <a:lnTo>
                    <a:pt x="4853487" y="786351"/>
                  </a:lnTo>
                  <a:lnTo>
                    <a:pt x="4853767" y="786351"/>
                  </a:lnTo>
                  <a:lnTo>
                    <a:pt x="4853953" y="786351"/>
                  </a:lnTo>
                  <a:lnTo>
                    <a:pt x="4854513" y="786351"/>
                  </a:lnTo>
                  <a:lnTo>
                    <a:pt x="4854606" y="786351"/>
                  </a:lnTo>
                  <a:lnTo>
                    <a:pt x="4855166" y="786351"/>
                  </a:lnTo>
                  <a:lnTo>
                    <a:pt x="4855352" y="786351"/>
                  </a:lnTo>
                  <a:lnTo>
                    <a:pt x="4855725" y="786351"/>
                  </a:lnTo>
                  <a:lnTo>
                    <a:pt x="4856285" y="786351"/>
                  </a:lnTo>
                  <a:lnTo>
                    <a:pt x="4856378" y="786351"/>
                  </a:lnTo>
                  <a:lnTo>
                    <a:pt x="4856751" y="786351"/>
                  </a:lnTo>
                  <a:lnTo>
                    <a:pt x="4856937" y="786351"/>
                  </a:lnTo>
                  <a:lnTo>
                    <a:pt x="4857124" y="786351"/>
                  </a:lnTo>
                  <a:lnTo>
                    <a:pt x="4857403" y="786351"/>
                  </a:lnTo>
                  <a:lnTo>
                    <a:pt x="4857683" y="786351"/>
                  </a:lnTo>
                  <a:lnTo>
                    <a:pt x="4858056" y="786351"/>
                  </a:lnTo>
                  <a:lnTo>
                    <a:pt x="4858243" y="786351"/>
                  </a:lnTo>
                  <a:lnTo>
                    <a:pt x="4858336" y="786351"/>
                  </a:lnTo>
                  <a:lnTo>
                    <a:pt x="4858429" y="786351"/>
                  </a:lnTo>
                  <a:lnTo>
                    <a:pt x="4858895" y="786351"/>
                  </a:lnTo>
                  <a:lnTo>
                    <a:pt x="4859362" y="776398"/>
                  </a:lnTo>
                  <a:lnTo>
                    <a:pt x="4859455" y="776398"/>
                  </a:lnTo>
                  <a:lnTo>
                    <a:pt x="4859548" y="776398"/>
                  </a:lnTo>
                  <a:lnTo>
                    <a:pt x="4859828" y="776398"/>
                  </a:lnTo>
                  <a:lnTo>
                    <a:pt x="4860014" y="776398"/>
                  </a:lnTo>
                  <a:lnTo>
                    <a:pt x="4860108" y="776398"/>
                  </a:lnTo>
                  <a:lnTo>
                    <a:pt x="4860201" y="776398"/>
                  </a:lnTo>
                  <a:lnTo>
                    <a:pt x="4860294" y="776398"/>
                  </a:lnTo>
                  <a:lnTo>
                    <a:pt x="4860387" y="776398"/>
                  </a:lnTo>
                  <a:lnTo>
                    <a:pt x="4860481" y="776398"/>
                  </a:lnTo>
                  <a:lnTo>
                    <a:pt x="4860854" y="776398"/>
                  </a:lnTo>
                  <a:lnTo>
                    <a:pt x="4861227" y="776398"/>
                  </a:lnTo>
                  <a:lnTo>
                    <a:pt x="4861693" y="776398"/>
                  </a:lnTo>
                  <a:lnTo>
                    <a:pt x="4861879" y="776398"/>
                  </a:lnTo>
                  <a:lnTo>
                    <a:pt x="4861973" y="776398"/>
                  </a:lnTo>
                  <a:lnTo>
                    <a:pt x="4862252" y="776398"/>
                  </a:lnTo>
                  <a:lnTo>
                    <a:pt x="4862346" y="776398"/>
                  </a:lnTo>
                  <a:lnTo>
                    <a:pt x="4862439" y="776398"/>
                  </a:lnTo>
                  <a:lnTo>
                    <a:pt x="4862719" y="776398"/>
                  </a:lnTo>
                  <a:lnTo>
                    <a:pt x="4862812" y="776398"/>
                  </a:lnTo>
                  <a:lnTo>
                    <a:pt x="4862998" y="776398"/>
                  </a:lnTo>
                  <a:lnTo>
                    <a:pt x="4863185" y="776398"/>
                  </a:lnTo>
                  <a:lnTo>
                    <a:pt x="4863558" y="776398"/>
                  </a:lnTo>
                  <a:lnTo>
                    <a:pt x="4867847" y="776398"/>
                  </a:lnTo>
                  <a:lnTo>
                    <a:pt x="4867940" y="776398"/>
                  </a:lnTo>
                  <a:lnTo>
                    <a:pt x="4868034" y="776398"/>
                  </a:lnTo>
                  <a:lnTo>
                    <a:pt x="4868127" y="776398"/>
                  </a:lnTo>
                  <a:lnTo>
                    <a:pt x="4868220" y="776398"/>
                  </a:lnTo>
                  <a:lnTo>
                    <a:pt x="4868313" y="776398"/>
                  </a:lnTo>
                  <a:lnTo>
                    <a:pt x="4868407" y="776398"/>
                  </a:lnTo>
                  <a:lnTo>
                    <a:pt x="4868500" y="776398"/>
                  </a:lnTo>
                  <a:lnTo>
                    <a:pt x="4868593" y="776398"/>
                  </a:lnTo>
                  <a:lnTo>
                    <a:pt x="4868686" y="776398"/>
                  </a:lnTo>
                  <a:lnTo>
                    <a:pt x="4868780" y="776398"/>
                  </a:lnTo>
                  <a:lnTo>
                    <a:pt x="4868873" y="776398"/>
                  </a:lnTo>
                  <a:lnTo>
                    <a:pt x="4868966" y="776398"/>
                  </a:lnTo>
                  <a:lnTo>
                    <a:pt x="4869432" y="776398"/>
                  </a:lnTo>
                  <a:lnTo>
                    <a:pt x="4869526" y="776398"/>
                  </a:lnTo>
                  <a:lnTo>
                    <a:pt x="4869712" y="776398"/>
                  </a:lnTo>
                  <a:lnTo>
                    <a:pt x="4869899" y="776398"/>
                  </a:lnTo>
                  <a:lnTo>
                    <a:pt x="4869992" y="776398"/>
                  </a:lnTo>
                  <a:lnTo>
                    <a:pt x="4870085" y="776398"/>
                  </a:lnTo>
                  <a:lnTo>
                    <a:pt x="4870178" y="776398"/>
                  </a:lnTo>
                  <a:lnTo>
                    <a:pt x="4870272" y="776398"/>
                  </a:lnTo>
                  <a:lnTo>
                    <a:pt x="4870738" y="776398"/>
                  </a:lnTo>
                  <a:lnTo>
                    <a:pt x="4871111" y="776398"/>
                  </a:lnTo>
                  <a:lnTo>
                    <a:pt x="4871204" y="776398"/>
                  </a:lnTo>
                  <a:lnTo>
                    <a:pt x="4871577" y="776398"/>
                  </a:lnTo>
                  <a:lnTo>
                    <a:pt x="4871670" y="776398"/>
                  </a:lnTo>
                  <a:lnTo>
                    <a:pt x="4871857" y="776398"/>
                  </a:lnTo>
                  <a:lnTo>
                    <a:pt x="4871950" y="776398"/>
                  </a:lnTo>
                  <a:lnTo>
                    <a:pt x="4872043" y="776398"/>
                  </a:lnTo>
                  <a:lnTo>
                    <a:pt x="4872323" y="776398"/>
                  </a:lnTo>
                  <a:lnTo>
                    <a:pt x="4872696" y="776398"/>
                  </a:lnTo>
                  <a:lnTo>
                    <a:pt x="4872976" y="776398"/>
                  </a:lnTo>
                  <a:lnTo>
                    <a:pt x="4873069" y="776398"/>
                  </a:lnTo>
                  <a:lnTo>
                    <a:pt x="4873628" y="776398"/>
                  </a:lnTo>
                  <a:lnTo>
                    <a:pt x="4874001" y="776398"/>
                  </a:lnTo>
                  <a:lnTo>
                    <a:pt x="4874188" y="776398"/>
                  </a:lnTo>
                  <a:lnTo>
                    <a:pt x="4874561" y="776398"/>
                  </a:lnTo>
                  <a:lnTo>
                    <a:pt x="4875214" y="776398"/>
                  </a:lnTo>
                  <a:lnTo>
                    <a:pt x="4875587" y="776398"/>
                  </a:lnTo>
                  <a:lnTo>
                    <a:pt x="4875773" y="776398"/>
                  </a:lnTo>
                  <a:lnTo>
                    <a:pt x="4876053" y="776398"/>
                  </a:lnTo>
                  <a:lnTo>
                    <a:pt x="4876612" y="776398"/>
                  </a:lnTo>
                  <a:lnTo>
                    <a:pt x="4876985" y="776398"/>
                  </a:lnTo>
                  <a:lnTo>
                    <a:pt x="4877079" y="776398"/>
                  </a:lnTo>
                  <a:lnTo>
                    <a:pt x="4877451" y="776398"/>
                  </a:lnTo>
                  <a:lnTo>
                    <a:pt x="4877545" y="776398"/>
                  </a:lnTo>
                  <a:lnTo>
                    <a:pt x="4877918" y="776398"/>
                  </a:lnTo>
                  <a:lnTo>
                    <a:pt x="4878197" y="776398"/>
                  </a:lnTo>
                  <a:lnTo>
                    <a:pt x="4878291" y="776398"/>
                  </a:lnTo>
                  <a:lnTo>
                    <a:pt x="4878477" y="776398"/>
                  </a:lnTo>
                  <a:lnTo>
                    <a:pt x="4878570" y="776398"/>
                  </a:lnTo>
                  <a:lnTo>
                    <a:pt x="4878850" y="776398"/>
                  </a:lnTo>
                  <a:lnTo>
                    <a:pt x="4879130" y="776398"/>
                  </a:lnTo>
                  <a:lnTo>
                    <a:pt x="4879410" y="776398"/>
                  </a:lnTo>
                  <a:lnTo>
                    <a:pt x="4879689" y="776398"/>
                  </a:lnTo>
                  <a:lnTo>
                    <a:pt x="4879783" y="776398"/>
                  </a:lnTo>
                  <a:lnTo>
                    <a:pt x="4879969" y="776398"/>
                  </a:lnTo>
                  <a:lnTo>
                    <a:pt x="4880062" y="776398"/>
                  </a:lnTo>
                  <a:lnTo>
                    <a:pt x="4880249" y="776398"/>
                  </a:lnTo>
                  <a:lnTo>
                    <a:pt x="4880342" y="776398"/>
                  </a:lnTo>
                  <a:lnTo>
                    <a:pt x="4880529" y="776398"/>
                  </a:lnTo>
                  <a:lnTo>
                    <a:pt x="4880902" y="776398"/>
                  </a:lnTo>
                  <a:lnTo>
                    <a:pt x="4881461" y="776398"/>
                  </a:lnTo>
                  <a:lnTo>
                    <a:pt x="4881554" y="776398"/>
                  </a:lnTo>
                  <a:lnTo>
                    <a:pt x="4881834" y="776398"/>
                  </a:lnTo>
                  <a:lnTo>
                    <a:pt x="4882207" y="776398"/>
                  </a:lnTo>
                  <a:lnTo>
                    <a:pt x="4882300" y="776398"/>
                  </a:lnTo>
                  <a:lnTo>
                    <a:pt x="4882487" y="776398"/>
                  </a:lnTo>
                  <a:lnTo>
                    <a:pt x="4882580" y="776398"/>
                  </a:lnTo>
                  <a:lnTo>
                    <a:pt x="4883046" y="776398"/>
                  </a:lnTo>
                  <a:lnTo>
                    <a:pt x="4883792" y="776398"/>
                  </a:lnTo>
                  <a:lnTo>
                    <a:pt x="4883886" y="776398"/>
                  </a:lnTo>
                  <a:lnTo>
                    <a:pt x="4883979" y="776398"/>
                  </a:lnTo>
                  <a:lnTo>
                    <a:pt x="4884352" y="776398"/>
                  </a:lnTo>
                  <a:lnTo>
                    <a:pt x="4884631" y="776398"/>
                  </a:lnTo>
                  <a:lnTo>
                    <a:pt x="4885191" y="776398"/>
                  </a:lnTo>
                  <a:lnTo>
                    <a:pt x="4885471" y="766444"/>
                  </a:lnTo>
                  <a:lnTo>
                    <a:pt x="4885657" y="766444"/>
                  </a:lnTo>
                  <a:lnTo>
                    <a:pt x="4885937" y="766444"/>
                  </a:lnTo>
                  <a:lnTo>
                    <a:pt x="4886217" y="766444"/>
                  </a:lnTo>
                  <a:lnTo>
                    <a:pt x="4886403" y="766444"/>
                  </a:lnTo>
                  <a:lnTo>
                    <a:pt x="4887429" y="766444"/>
                  </a:lnTo>
                  <a:lnTo>
                    <a:pt x="4887709" y="766444"/>
                  </a:lnTo>
                  <a:lnTo>
                    <a:pt x="4887802" y="766444"/>
                  </a:lnTo>
                  <a:lnTo>
                    <a:pt x="4887895" y="766444"/>
                  </a:lnTo>
                  <a:lnTo>
                    <a:pt x="4887988" y="766444"/>
                  </a:lnTo>
                  <a:lnTo>
                    <a:pt x="4888268" y="766444"/>
                  </a:lnTo>
                  <a:lnTo>
                    <a:pt x="4888455" y="766444"/>
                  </a:lnTo>
                  <a:lnTo>
                    <a:pt x="4889201" y="766444"/>
                  </a:lnTo>
                  <a:lnTo>
                    <a:pt x="4889294" y="766444"/>
                  </a:lnTo>
                  <a:lnTo>
                    <a:pt x="4889480" y="766444"/>
                  </a:lnTo>
                  <a:lnTo>
                    <a:pt x="4889574" y="766444"/>
                  </a:lnTo>
                  <a:lnTo>
                    <a:pt x="4890320" y="766444"/>
                  </a:lnTo>
                  <a:lnTo>
                    <a:pt x="4890599" y="766444"/>
                  </a:lnTo>
                  <a:lnTo>
                    <a:pt x="4890786" y="766444"/>
                  </a:lnTo>
                  <a:lnTo>
                    <a:pt x="4891066" y="766444"/>
                  </a:lnTo>
                  <a:lnTo>
                    <a:pt x="4891998" y="766444"/>
                  </a:lnTo>
                  <a:lnTo>
                    <a:pt x="4892091" y="766444"/>
                  </a:lnTo>
                  <a:lnTo>
                    <a:pt x="4892278" y="766444"/>
                  </a:lnTo>
                  <a:lnTo>
                    <a:pt x="4892371" y="766444"/>
                  </a:lnTo>
                  <a:lnTo>
                    <a:pt x="4892557" y="766444"/>
                  </a:lnTo>
                  <a:lnTo>
                    <a:pt x="4892651" y="766444"/>
                  </a:lnTo>
                  <a:lnTo>
                    <a:pt x="4892744" y="766444"/>
                  </a:lnTo>
                  <a:lnTo>
                    <a:pt x="4893024" y="766444"/>
                  </a:lnTo>
                  <a:lnTo>
                    <a:pt x="4893210" y="766444"/>
                  </a:lnTo>
                  <a:lnTo>
                    <a:pt x="4893676" y="766444"/>
                  </a:lnTo>
                  <a:lnTo>
                    <a:pt x="4893863" y="766444"/>
                  </a:lnTo>
                  <a:lnTo>
                    <a:pt x="4894049" y="766444"/>
                  </a:lnTo>
                  <a:lnTo>
                    <a:pt x="4894236" y="766444"/>
                  </a:lnTo>
                  <a:lnTo>
                    <a:pt x="4894329" y="766444"/>
                  </a:lnTo>
                  <a:lnTo>
                    <a:pt x="4894609" y="766444"/>
                  </a:lnTo>
                  <a:lnTo>
                    <a:pt x="4894702" y="766444"/>
                  </a:lnTo>
                  <a:lnTo>
                    <a:pt x="4895448" y="766444"/>
                  </a:lnTo>
                  <a:lnTo>
                    <a:pt x="4895635" y="766444"/>
                  </a:lnTo>
                  <a:lnTo>
                    <a:pt x="4895728" y="766444"/>
                  </a:lnTo>
                  <a:lnTo>
                    <a:pt x="4896008" y="766444"/>
                  </a:lnTo>
                  <a:lnTo>
                    <a:pt x="4896101" y="766444"/>
                  </a:lnTo>
                  <a:lnTo>
                    <a:pt x="4896194" y="766444"/>
                  </a:lnTo>
                  <a:lnTo>
                    <a:pt x="4896287" y="766444"/>
                  </a:lnTo>
                  <a:lnTo>
                    <a:pt x="4896660" y="766444"/>
                  </a:lnTo>
                  <a:lnTo>
                    <a:pt x="4897593" y="766444"/>
                  </a:lnTo>
                  <a:lnTo>
                    <a:pt x="4897686" y="766444"/>
                  </a:lnTo>
                  <a:lnTo>
                    <a:pt x="4898059" y="766444"/>
                  </a:lnTo>
                  <a:lnTo>
                    <a:pt x="4898525" y="766444"/>
                  </a:lnTo>
                  <a:lnTo>
                    <a:pt x="4898991" y="766444"/>
                  </a:lnTo>
                  <a:lnTo>
                    <a:pt x="4899085" y="766444"/>
                  </a:lnTo>
                  <a:lnTo>
                    <a:pt x="4899551" y="766444"/>
                  </a:lnTo>
                  <a:lnTo>
                    <a:pt x="4899644" y="766444"/>
                  </a:lnTo>
                  <a:lnTo>
                    <a:pt x="4899737" y="766444"/>
                  </a:lnTo>
                  <a:lnTo>
                    <a:pt x="4899924" y="756490"/>
                  </a:lnTo>
                  <a:lnTo>
                    <a:pt x="4900483" y="756490"/>
                  </a:lnTo>
                  <a:lnTo>
                    <a:pt x="4900577" y="756490"/>
                  </a:lnTo>
                  <a:lnTo>
                    <a:pt x="4900670" y="756490"/>
                  </a:lnTo>
                  <a:lnTo>
                    <a:pt x="4900763" y="756490"/>
                  </a:lnTo>
                  <a:lnTo>
                    <a:pt x="4901043" y="756490"/>
                  </a:lnTo>
                  <a:lnTo>
                    <a:pt x="4901136" y="756490"/>
                  </a:lnTo>
                  <a:lnTo>
                    <a:pt x="4901602" y="756490"/>
                  </a:lnTo>
                  <a:lnTo>
                    <a:pt x="4901975" y="756490"/>
                  </a:lnTo>
                  <a:lnTo>
                    <a:pt x="4902069" y="756490"/>
                  </a:lnTo>
                  <a:lnTo>
                    <a:pt x="4902442" y="756490"/>
                  </a:lnTo>
                  <a:lnTo>
                    <a:pt x="4902815" y="746536"/>
                  </a:lnTo>
                  <a:lnTo>
                    <a:pt x="4902908" y="746536"/>
                  </a:lnTo>
                  <a:lnTo>
                    <a:pt x="4903467" y="746536"/>
                  </a:lnTo>
                  <a:lnTo>
                    <a:pt x="4903747" y="746536"/>
                  </a:lnTo>
                  <a:lnTo>
                    <a:pt x="4903840" y="746536"/>
                  </a:lnTo>
                  <a:lnTo>
                    <a:pt x="4904680" y="746536"/>
                  </a:lnTo>
                  <a:lnTo>
                    <a:pt x="4904773" y="746536"/>
                  </a:lnTo>
                  <a:lnTo>
                    <a:pt x="4904866" y="746536"/>
                  </a:lnTo>
                  <a:lnTo>
                    <a:pt x="4905052" y="746536"/>
                  </a:lnTo>
                  <a:lnTo>
                    <a:pt x="4905425" y="746536"/>
                  </a:lnTo>
                  <a:lnTo>
                    <a:pt x="4905519" y="746536"/>
                  </a:lnTo>
                  <a:lnTo>
                    <a:pt x="4905705" y="746536"/>
                  </a:lnTo>
                  <a:lnTo>
                    <a:pt x="4905985" y="746536"/>
                  </a:lnTo>
                  <a:lnTo>
                    <a:pt x="4906078" y="746536"/>
                  </a:lnTo>
                  <a:lnTo>
                    <a:pt x="4906265" y="746536"/>
                  </a:lnTo>
                  <a:lnTo>
                    <a:pt x="4906265" y="736582"/>
                  </a:lnTo>
                  <a:lnTo>
                    <a:pt x="4906917" y="736582"/>
                  </a:lnTo>
                  <a:lnTo>
                    <a:pt x="4907384" y="736582"/>
                  </a:lnTo>
                  <a:lnTo>
                    <a:pt x="4908036" y="736582"/>
                  </a:lnTo>
                  <a:lnTo>
                    <a:pt x="4908130" y="736582"/>
                  </a:lnTo>
                  <a:lnTo>
                    <a:pt x="4908223" y="736582"/>
                  </a:lnTo>
                  <a:lnTo>
                    <a:pt x="4908596" y="736582"/>
                  </a:lnTo>
                  <a:lnTo>
                    <a:pt x="4908689" y="736582"/>
                  </a:lnTo>
                  <a:lnTo>
                    <a:pt x="4909062" y="736582"/>
                  </a:lnTo>
                  <a:lnTo>
                    <a:pt x="4909249" y="736582"/>
                  </a:lnTo>
                  <a:lnTo>
                    <a:pt x="4909342" y="736582"/>
                  </a:lnTo>
                  <a:lnTo>
                    <a:pt x="4909715" y="736582"/>
                  </a:lnTo>
                  <a:lnTo>
                    <a:pt x="4909901" y="736582"/>
                  </a:lnTo>
                  <a:lnTo>
                    <a:pt x="4910088" y="736582"/>
                  </a:lnTo>
                  <a:lnTo>
                    <a:pt x="4910647" y="736582"/>
                  </a:lnTo>
                  <a:lnTo>
                    <a:pt x="4910927" y="736582"/>
                  </a:lnTo>
                  <a:lnTo>
                    <a:pt x="4911114" y="736582"/>
                  </a:lnTo>
                  <a:lnTo>
                    <a:pt x="4911207" y="736582"/>
                  </a:lnTo>
                  <a:lnTo>
                    <a:pt x="4911300" y="736582"/>
                  </a:lnTo>
                  <a:lnTo>
                    <a:pt x="4911393" y="736582"/>
                  </a:lnTo>
                  <a:lnTo>
                    <a:pt x="4911487" y="736582"/>
                  </a:lnTo>
                  <a:lnTo>
                    <a:pt x="4911673" y="736582"/>
                  </a:lnTo>
                  <a:lnTo>
                    <a:pt x="4911860" y="736582"/>
                  </a:lnTo>
                  <a:lnTo>
                    <a:pt x="4912232" y="736582"/>
                  </a:lnTo>
                  <a:lnTo>
                    <a:pt x="4912419" y="736582"/>
                  </a:lnTo>
                  <a:lnTo>
                    <a:pt x="4912978" y="736582"/>
                  </a:lnTo>
                  <a:lnTo>
                    <a:pt x="4913351" y="736582"/>
                  </a:lnTo>
                  <a:lnTo>
                    <a:pt x="4913445" y="736582"/>
                  </a:lnTo>
                  <a:lnTo>
                    <a:pt x="4914004" y="736582"/>
                  </a:lnTo>
                  <a:lnTo>
                    <a:pt x="4914284" y="736582"/>
                  </a:lnTo>
                  <a:lnTo>
                    <a:pt x="4914564" y="736582"/>
                  </a:lnTo>
                  <a:lnTo>
                    <a:pt x="4914843" y="736582"/>
                  </a:lnTo>
                  <a:lnTo>
                    <a:pt x="4914937" y="736582"/>
                  </a:lnTo>
                  <a:lnTo>
                    <a:pt x="4915123" y="736582"/>
                  </a:lnTo>
                  <a:lnTo>
                    <a:pt x="4915496" y="736582"/>
                  </a:lnTo>
                  <a:lnTo>
                    <a:pt x="4915683" y="736582"/>
                  </a:lnTo>
                  <a:lnTo>
                    <a:pt x="4916056" y="736582"/>
                  </a:lnTo>
                  <a:lnTo>
                    <a:pt x="4916149" y="736582"/>
                  </a:lnTo>
                  <a:lnTo>
                    <a:pt x="4916615" y="736582"/>
                  </a:lnTo>
                  <a:lnTo>
                    <a:pt x="4917081" y="736582"/>
                  </a:lnTo>
                  <a:lnTo>
                    <a:pt x="4917175" y="736582"/>
                  </a:lnTo>
                  <a:lnTo>
                    <a:pt x="4917268" y="736582"/>
                  </a:lnTo>
                  <a:lnTo>
                    <a:pt x="4917361" y="736582"/>
                  </a:lnTo>
                  <a:lnTo>
                    <a:pt x="4917454" y="736582"/>
                  </a:lnTo>
                  <a:lnTo>
                    <a:pt x="4917548" y="736582"/>
                  </a:lnTo>
                  <a:lnTo>
                    <a:pt x="4917921" y="736582"/>
                  </a:lnTo>
                  <a:lnTo>
                    <a:pt x="4918573" y="736582"/>
                  </a:lnTo>
                  <a:lnTo>
                    <a:pt x="4918946" y="736582"/>
                  </a:lnTo>
                  <a:lnTo>
                    <a:pt x="4919133" y="736582"/>
                  </a:lnTo>
                  <a:lnTo>
                    <a:pt x="4919226" y="736582"/>
                  </a:lnTo>
                  <a:lnTo>
                    <a:pt x="4919506" y="736582"/>
                  </a:lnTo>
                  <a:lnTo>
                    <a:pt x="4920625" y="726629"/>
                  </a:lnTo>
                  <a:lnTo>
                    <a:pt x="4920718" y="726629"/>
                  </a:lnTo>
                  <a:lnTo>
                    <a:pt x="4920998" y="726629"/>
                  </a:lnTo>
                  <a:lnTo>
                    <a:pt x="4921091" y="726629"/>
                  </a:lnTo>
                  <a:lnTo>
                    <a:pt x="4921744" y="726629"/>
                  </a:lnTo>
                  <a:lnTo>
                    <a:pt x="4921837" y="726629"/>
                  </a:lnTo>
                  <a:lnTo>
                    <a:pt x="4922023" y="726629"/>
                  </a:lnTo>
                  <a:lnTo>
                    <a:pt x="4922210" y="726629"/>
                  </a:lnTo>
                  <a:lnTo>
                    <a:pt x="4922396" y="726629"/>
                  </a:lnTo>
                  <a:lnTo>
                    <a:pt x="4922583" y="726629"/>
                  </a:lnTo>
                  <a:lnTo>
                    <a:pt x="4922863" y="726629"/>
                  </a:lnTo>
                  <a:lnTo>
                    <a:pt x="4923142" y="726629"/>
                  </a:lnTo>
                  <a:lnTo>
                    <a:pt x="4923329" y="726629"/>
                  </a:lnTo>
                  <a:lnTo>
                    <a:pt x="4923422" y="706721"/>
                  </a:lnTo>
                  <a:lnTo>
                    <a:pt x="4923609" y="706721"/>
                  </a:lnTo>
                  <a:lnTo>
                    <a:pt x="4923702" y="706721"/>
                  </a:lnTo>
                  <a:lnTo>
                    <a:pt x="4923795" y="706721"/>
                  </a:lnTo>
                  <a:lnTo>
                    <a:pt x="4923888" y="706721"/>
                  </a:lnTo>
                  <a:lnTo>
                    <a:pt x="4924355" y="696767"/>
                  </a:lnTo>
                  <a:lnTo>
                    <a:pt x="4924448" y="696767"/>
                  </a:lnTo>
                  <a:lnTo>
                    <a:pt x="4924541" y="696767"/>
                  </a:lnTo>
                  <a:lnTo>
                    <a:pt x="4925194" y="696767"/>
                  </a:lnTo>
                  <a:lnTo>
                    <a:pt x="4925380" y="696767"/>
                  </a:lnTo>
                  <a:lnTo>
                    <a:pt x="4925660" y="696767"/>
                  </a:lnTo>
                  <a:lnTo>
                    <a:pt x="4925753" y="696767"/>
                  </a:lnTo>
                  <a:lnTo>
                    <a:pt x="4925846" y="696767"/>
                  </a:lnTo>
                  <a:lnTo>
                    <a:pt x="4926033" y="696767"/>
                  </a:lnTo>
                  <a:lnTo>
                    <a:pt x="4926779" y="696767"/>
                  </a:lnTo>
                  <a:lnTo>
                    <a:pt x="4926872" y="696767"/>
                  </a:lnTo>
                  <a:lnTo>
                    <a:pt x="4927059" y="696767"/>
                  </a:lnTo>
                  <a:lnTo>
                    <a:pt x="4927152" y="696767"/>
                  </a:lnTo>
                  <a:lnTo>
                    <a:pt x="4927338" y="696767"/>
                  </a:lnTo>
                  <a:lnTo>
                    <a:pt x="4927991" y="696767"/>
                  </a:lnTo>
                  <a:lnTo>
                    <a:pt x="4928084" y="696767"/>
                  </a:lnTo>
                  <a:lnTo>
                    <a:pt x="4928178" y="696767"/>
                  </a:lnTo>
                  <a:lnTo>
                    <a:pt x="4928551" y="686813"/>
                  </a:lnTo>
                  <a:lnTo>
                    <a:pt x="4929763" y="686813"/>
                  </a:lnTo>
                  <a:lnTo>
                    <a:pt x="4929949" y="686813"/>
                  </a:lnTo>
                  <a:lnTo>
                    <a:pt x="4930229" y="676859"/>
                  </a:lnTo>
                  <a:lnTo>
                    <a:pt x="4930322" y="676859"/>
                  </a:lnTo>
                  <a:lnTo>
                    <a:pt x="4930416" y="676859"/>
                  </a:lnTo>
                  <a:lnTo>
                    <a:pt x="4930509" y="676859"/>
                  </a:lnTo>
                  <a:lnTo>
                    <a:pt x="4930602" y="676859"/>
                  </a:lnTo>
                  <a:lnTo>
                    <a:pt x="4930882" y="676859"/>
                  </a:lnTo>
                  <a:lnTo>
                    <a:pt x="4930975" y="676859"/>
                  </a:lnTo>
                  <a:lnTo>
                    <a:pt x="4931068" y="676859"/>
                  </a:lnTo>
                  <a:lnTo>
                    <a:pt x="4931162" y="676859"/>
                  </a:lnTo>
                  <a:lnTo>
                    <a:pt x="4931255" y="676859"/>
                  </a:lnTo>
                  <a:lnTo>
                    <a:pt x="4931348" y="676859"/>
                  </a:lnTo>
                  <a:lnTo>
                    <a:pt x="4931535" y="676859"/>
                  </a:lnTo>
                  <a:lnTo>
                    <a:pt x="4931814" y="676859"/>
                  </a:lnTo>
                  <a:lnTo>
                    <a:pt x="4932187" y="676859"/>
                  </a:lnTo>
                  <a:lnTo>
                    <a:pt x="4932374" y="676859"/>
                  </a:lnTo>
                  <a:lnTo>
                    <a:pt x="4932654" y="676859"/>
                  </a:lnTo>
                  <a:lnTo>
                    <a:pt x="4933399" y="676859"/>
                  </a:lnTo>
                  <a:lnTo>
                    <a:pt x="4933399" y="666906"/>
                  </a:lnTo>
                  <a:lnTo>
                    <a:pt x="4933679" y="666906"/>
                  </a:lnTo>
                  <a:lnTo>
                    <a:pt x="4934145" y="666906"/>
                  </a:lnTo>
                  <a:lnTo>
                    <a:pt x="4934332" y="666906"/>
                  </a:lnTo>
                  <a:lnTo>
                    <a:pt x="4934425" y="666906"/>
                  </a:lnTo>
                  <a:lnTo>
                    <a:pt x="4934705" y="666906"/>
                  </a:lnTo>
                  <a:lnTo>
                    <a:pt x="4934891" y="666906"/>
                  </a:lnTo>
                  <a:lnTo>
                    <a:pt x="4935171" y="666906"/>
                  </a:lnTo>
                  <a:lnTo>
                    <a:pt x="4935358" y="666906"/>
                  </a:lnTo>
                  <a:lnTo>
                    <a:pt x="4935731" y="666906"/>
                  </a:lnTo>
                  <a:lnTo>
                    <a:pt x="4935824" y="666906"/>
                  </a:lnTo>
                  <a:lnTo>
                    <a:pt x="4936570" y="666906"/>
                  </a:lnTo>
                  <a:lnTo>
                    <a:pt x="4936850" y="666906"/>
                  </a:lnTo>
                  <a:lnTo>
                    <a:pt x="4936943" y="666906"/>
                  </a:lnTo>
                  <a:lnTo>
                    <a:pt x="4937689" y="666906"/>
                  </a:lnTo>
                  <a:lnTo>
                    <a:pt x="4938062" y="666906"/>
                  </a:lnTo>
                  <a:lnTo>
                    <a:pt x="4938155" y="666906"/>
                  </a:lnTo>
                  <a:lnTo>
                    <a:pt x="4938248" y="666906"/>
                  </a:lnTo>
                  <a:lnTo>
                    <a:pt x="4938435" y="666906"/>
                  </a:lnTo>
                  <a:lnTo>
                    <a:pt x="4938901" y="666906"/>
                  </a:lnTo>
                  <a:lnTo>
                    <a:pt x="4938994" y="666906"/>
                  </a:lnTo>
                  <a:lnTo>
                    <a:pt x="4939461" y="666906"/>
                  </a:lnTo>
                  <a:lnTo>
                    <a:pt x="4939554" y="666906"/>
                  </a:lnTo>
                  <a:lnTo>
                    <a:pt x="4939647" y="666906"/>
                  </a:lnTo>
                  <a:lnTo>
                    <a:pt x="4940393" y="666906"/>
                  </a:lnTo>
                  <a:lnTo>
                    <a:pt x="4940486" y="666906"/>
                  </a:lnTo>
                  <a:lnTo>
                    <a:pt x="4940766" y="666906"/>
                  </a:lnTo>
                  <a:lnTo>
                    <a:pt x="4940952" y="666906"/>
                  </a:lnTo>
                  <a:lnTo>
                    <a:pt x="4941046" y="666906"/>
                  </a:lnTo>
                  <a:lnTo>
                    <a:pt x="4941325" y="666906"/>
                  </a:lnTo>
                  <a:lnTo>
                    <a:pt x="4941419" y="666906"/>
                  </a:lnTo>
                  <a:lnTo>
                    <a:pt x="4941605" y="666906"/>
                  </a:lnTo>
                  <a:lnTo>
                    <a:pt x="4941698" y="666906"/>
                  </a:lnTo>
                  <a:lnTo>
                    <a:pt x="4942258" y="666906"/>
                  </a:lnTo>
                  <a:lnTo>
                    <a:pt x="4942351" y="666906"/>
                  </a:lnTo>
                  <a:lnTo>
                    <a:pt x="4942444" y="666906"/>
                  </a:lnTo>
                  <a:lnTo>
                    <a:pt x="4942911" y="666906"/>
                  </a:lnTo>
                  <a:lnTo>
                    <a:pt x="4943097" y="666906"/>
                  </a:lnTo>
                  <a:lnTo>
                    <a:pt x="4943190" y="666906"/>
                  </a:lnTo>
                  <a:lnTo>
                    <a:pt x="4943470" y="666906"/>
                  </a:lnTo>
                  <a:lnTo>
                    <a:pt x="4943563" y="666906"/>
                  </a:lnTo>
                  <a:lnTo>
                    <a:pt x="4943750" y="656952"/>
                  </a:lnTo>
                  <a:lnTo>
                    <a:pt x="4943936" y="656952"/>
                  </a:lnTo>
                  <a:lnTo>
                    <a:pt x="4944030" y="656952"/>
                  </a:lnTo>
                  <a:lnTo>
                    <a:pt x="4944776" y="656952"/>
                  </a:lnTo>
                  <a:lnTo>
                    <a:pt x="4944962" y="656952"/>
                  </a:lnTo>
                  <a:lnTo>
                    <a:pt x="4945055" y="656952"/>
                  </a:lnTo>
                  <a:lnTo>
                    <a:pt x="4945428" y="656952"/>
                  </a:lnTo>
                  <a:lnTo>
                    <a:pt x="4945522" y="656952"/>
                  </a:lnTo>
                  <a:lnTo>
                    <a:pt x="4945615" y="656952"/>
                  </a:lnTo>
                  <a:lnTo>
                    <a:pt x="4946081" y="656952"/>
                  </a:lnTo>
                  <a:lnTo>
                    <a:pt x="4946641" y="656952"/>
                  </a:lnTo>
                  <a:lnTo>
                    <a:pt x="4947200" y="656952"/>
                  </a:lnTo>
                  <a:lnTo>
                    <a:pt x="4947666" y="656952"/>
                  </a:lnTo>
                  <a:lnTo>
                    <a:pt x="4947759" y="656952"/>
                  </a:lnTo>
                  <a:lnTo>
                    <a:pt x="4947853" y="656952"/>
                  </a:lnTo>
                  <a:lnTo>
                    <a:pt x="4947946" y="656952"/>
                  </a:lnTo>
                  <a:lnTo>
                    <a:pt x="4948319" y="656952"/>
                  </a:lnTo>
                  <a:lnTo>
                    <a:pt x="4948412" y="656952"/>
                  </a:lnTo>
                  <a:lnTo>
                    <a:pt x="4948505" y="656952"/>
                  </a:lnTo>
                  <a:lnTo>
                    <a:pt x="4949158" y="656952"/>
                  </a:lnTo>
                  <a:lnTo>
                    <a:pt x="4949531" y="656952"/>
                  </a:lnTo>
                  <a:lnTo>
                    <a:pt x="4949624" y="656952"/>
                  </a:lnTo>
                  <a:lnTo>
                    <a:pt x="4949904" y="656952"/>
                  </a:lnTo>
                  <a:lnTo>
                    <a:pt x="4950091" y="656952"/>
                  </a:lnTo>
                  <a:lnTo>
                    <a:pt x="4950370" y="656952"/>
                  </a:lnTo>
                  <a:lnTo>
                    <a:pt x="4950650" y="656952"/>
                  </a:lnTo>
                  <a:lnTo>
                    <a:pt x="4950837" y="646998"/>
                  </a:lnTo>
                  <a:lnTo>
                    <a:pt x="4950930" y="646998"/>
                  </a:lnTo>
                  <a:lnTo>
                    <a:pt x="4951210" y="646998"/>
                  </a:lnTo>
                  <a:lnTo>
                    <a:pt x="4951396" y="646998"/>
                  </a:lnTo>
                  <a:lnTo>
                    <a:pt x="4951583" y="646998"/>
                  </a:lnTo>
                  <a:lnTo>
                    <a:pt x="4951676" y="646998"/>
                  </a:lnTo>
                  <a:lnTo>
                    <a:pt x="4951769" y="646998"/>
                  </a:lnTo>
                  <a:lnTo>
                    <a:pt x="4952142" y="646998"/>
                  </a:lnTo>
                  <a:lnTo>
                    <a:pt x="4952235" y="646998"/>
                  </a:lnTo>
                  <a:lnTo>
                    <a:pt x="4952329" y="646998"/>
                  </a:lnTo>
                  <a:lnTo>
                    <a:pt x="4952981" y="646998"/>
                  </a:lnTo>
                  <a:lnTo>
                    <a:pt x="4953168" y="646998"/>
                  </a:lnTo>
                  <a:lnTo>
                    <a:pt x="4953261" y="646998"/>
                  </a:lnTo>
                  <a:lnTo>
                    <a:pt x="4953634" y="646998"/>
                  </a:lnTo>
                  <a:lnTo>
                    <a:pt x="4953820" y="646998"/>
                  </a:lnTo>
                  <a:lnTo>
                    <a:pt x="4954007" y="646998"/>
                  </a:lnTo>
                  <a:lnTo>
                    <a:pt x="4954100" y="646998"/>
                  </a:lnTo>
                  <a:lnTo>
                    <a:pt x="4954753" y="646998"/>
                  </a:lnTo>
                  <a:lnTo>
                    <a:pt x="4954939" y="646998"/>
                  </a:lnTo>
                  <a:lnTo>
                    <a:pt x="4955219" y="646998"/>
                  </a:lnTo>
                  <a:lnTo>
                    <a:pt x="4955499" y="646998"/>
                  </a:lnTo>
                  <a:lnTo>
                    <a:pt x="4955592" y="646998"/>
                  </a:lnTo>
                  <a:lnTo>
                    <a:pt x="4956058" y="646998"/>
                  </a:lnTo>
                  <a:lnTo>
                    <a:pt x="4956245" y="646998"/>
                  </a:lnTo>
                  <a:lnTo>
                    <a:pt x="4956618" y="646998"/>
                  </a:lnTo>
                  <a:lnTo>
                    <a:pt x="4957084" y="646998"/>
                  </a:lnTo>
                  <a:lnTo>
                    <a:pt x="4957177" y="646998"/>
                  </a:lnTo>
                  <a:lnTo>
                    <a:pt x="4957364" y="646998"/>
                  </a:lnTo>
                  <a:lnTo>
                    <a:pt x="4957737" y="646998"/>
                  </a:lnTo>
                  <a:lnTo>
                    <a:pt x="4957830" y="646998"/>
                  </a:lnTo>
                  <a:lnTo>
                    <a:pt x="4958017" y="646998"/>
                  </a:lnTo>
                  <a:lnTo>
                    <a:pt x="4958203" y="646998"/>
                  </a:lnTo>
                  <a:lnTo>
                    <a:pt x="4958669" y="646998"/>
                  </a:lnTo>
                  <a:lnTo>
                    <a:pt x="4958763" y="646998"/>
                  </a:lnTo>
                  <a:lnTo>
                    <a:pt x="4958856" y="646998"/>
                  </a:lnTo>
                  <a:lnTo>
                    <a:pt x="4959136" y="646998"/>
                  </a:lnTo>
                  <a:lnTo>
                    <a:pt x="4959229" y="646998"/>
                  </a:lnTo>
                  <a:lnTo>
                    <a:pt x="4959322" y="646998"/>
                  </a:lnTo>
                  <a:lnTo>
                    <a:pt x="4959415" y="646998"/>
                  </a:lnTo>
                  <a:lnTo>
                    <a:pt x="4959788" y="646998"/>
                  </a:lnTo>
                  <a:lnTo>
                    <a:pt x="4960161" y="646998"/>
                  </a:lnTo>
                  <a:lnTo>
                    <a:pt x="4960348" y="646998"/>
                  </a:lnTo>
                  <a:lnTo>
                    <a:pt x="4960534" y="646998"/>
                  </a:lnTo>
                  <a:lnTo>
                    <a:pt x="4961280" y="646998"/>
                  </a:lnTo>
                  <a:lnTo>
                    <a:pt x="4961373" y="646998"/>
                  </a:lnTo>
                  <a:lnTo>
                    <a:pt x="4961653" y="646998"/>
                  </a:lnTo>
                  <a:lnTo>
                    <a:pt x="4961746" y="646998"/>
                  </a:lnTo>
                  <a:lnTo>
                    <a:pt x="4962492" y="646998"/>
                  </a:lnTo>
                  <a:lnTo>
                    <a:pt x="4962586" y="646998"/>
                  </a:lnTo>
                  <a:lnTo>
                    <a:pt x="4962679" y="646998"/>
                  </a:lnTo>
                  <a:lnTo>
                    <a:pt x="4962772" y="646998"/>
                  </a:lnTo>
                  <a:lnTo>
                    <a:pt x="4962865" y="646998"/>
                  </a:lnTo>
                  <a:lnTo>
                    <a:pt x="4962959" y="646998"/>
                  </a:lnTo>
                  <a:lnTo>
                    <a:pt x="4963052" y="646998"/>
                  </a:lnTo>
                  <a:lnTo>
                    <a:pt x="4963425" y="646998"/>
                  </a:lnTo>
                  <a:lnTo>
                    <a:pt x="4963518" y="646998"/>
                  </a:lnTo>
                  <a:lnTo>
                    <a:pt x="4963611" y="646998"/>
                  </a:lnTo>
                  <a:lnTo>
                    <a:pt x="4963705" y="646998"/>
                  </a:lnTo>
                  <a:lnTo>
                    <a:pt x="4963798" y="646998"/>
                  </a:lnTo>
                  <a:lnTo>
                    <a:pt x="4964078" y="646998"/>
                  </a:lnTo>
                  <a:lnTo>
                    <a:pt x="4964171" y="646998"/>
                  </a:lnTo>
                  <a:lnTo>
                    <a:pt x="4964544" y="646998"/>
                  </a:lnTo>
                  <a:lnTo>
                    <a:pt x="4964917" y="646998"/>
                  </a:lnTo>
                  <a:lnTo>
                    <a:pt x="4965103" y="646998"/>
                  </a:lnTo>
                  <a:lnTo>
                    <a:pt x="4965197" y="646998"/>
                  </a:lnTo>
                  <a:lnTo>
                    <a:pt x="4965290" y="646998"/>
                  </a:lnTo>
                  <a:lnTo>
                    <a:pt x="4965570" y="646998"/>
                  </a:lnTo>
                  <a:lnTo>
                    <a:pt x="4965663" y="646998"/>
                  </a:lnTo>
                  <a:lnTo>
                    <a:pt x="4965849" y="646998"/>
                  </a:lnTo>
                  <a:lnTo>
                    <a:pt x="4966129" y="646998"/>
                  </a:lnTo>
                  <a:lnTo>
                    <a:pt x="4966316" y="646998"/>
                  </a:lnTo>
                  <a:lnTo>
                    <a:pt x="4966409" y="646998"/>
                  </a:lnTo>
                  <a:lnTo>
                    <a:pt x="4966595" y="646998"/>
                  </a:lnTo>
                  <a:lnTo>
                    <a:pt x="4967435" y="646998"/>
                  </a:lnTo>
                  <a:lnTo>
                    <a:pt x="4967528" y="646998"/>
                  </a:lnTo>
                  <a:lnTo>
                    <a:pt x="4967807" y="646998"/>
                  </a:lnTo>
                  <a:lnTo>
                    <a:pt x="4968087" y="646998"/>
                  </a:lnTo>
                  <a:lnTo>
                    <a:pt x="4968274" y="646998"/>
                  </a:lnTo>
                  <a:lnTo>
                    <a:pt x="4968367" y="646998"/>
                  </a:lnTo>
                  <a:lnTo>
                    <a:pt x="4968740" y="646998"/>
                  </a:lnTo>
                  <a:lnTo>
                    <a:pt x="4969020" y="646998"/>
                  </a:lnTo>
                  <a:lnTo>
                    <a:pt x="4969206" y="646998"/>
                  </a:lnTo>
                  <a:lnTo>
                    <a:pt x="4969393" y="646998"/>
                  </a:lnTo>
                  <a:lnTo>
                    <a:pt x="4969952" y="646998"/>
                  </a:lnTo>
                  <a:lnTo>
                    <a:pt x="4970418" y="646998"/>
                  </a:lnTo>
                  <a:lnTo>
                    <a:pt x="4970512" y="646998"/>
                  </a:lnTo>
                  <a:lnTo>
                    <a:pt x="4970605" y="646998"/>
                  </a:lnTo>
                  <a:lnTo>
                    <a:pt x="4970978" y="646998"/>
                  </a:lnTo>
                  <a:lnTo>
                    <a:pt x="4971071" y="646998"/>
                  </a:lnTo>
                  <a:lnTo>
                    <a:pt x="4971164" y="646998"/>
                  </a:lnTo>
                  <a:lnTo>
                    <a:pt x="4971351" y="646998"/>
                  </a:lnTo>
                  <a:lnTo>
                    <a:pt x="4971537" y="646998"/>
                  </a:lnTo>
                  <a:lnTo>
                    <a:pt x="4972097" y="646998"/>
                  </a:lnTo>
                  <a:lnTo>
                    <a:pt x="4972190" y="646998"/>
                  </a:lnTo>
                  <a:lnTo>
                    <a:pt x="4972377" y="646998"/>
                  </a:lnTo>
                  <a:lnTo>
                    <a:pt x="4972563" y="646998"/>
                  </a:lnTo>
                  <a:lnTo>
                    <a:pt x="4972750" y="646998"/>
                  </a:lnTo>
                  <a:lnTo>
                    <a:pt x="4973029" y="646998"/>
                  </a:lnTo>
                  <a:lnTo>
                    <a:pt x="4973123" y="646998"/>
                  </a:lnTo>
                  <a:lnTo>
                    <a:pt x="4973309" y="646998"/>
                  </a:lnTo>
                  <a:lnTo>
                    <a:pt x="4973496" y="646998"/>
                  </a:lnTo>
                  <a:lnTo>
                    <a:pt x="4973589" y="646998"/>
                  </a:lnTo>
                  <a:lnTo>
                    <a:pt x="4973775" y="646998"/>
                  </a:lnTo>
                  <a:lnTo>
                    <a:pt x="4974055" y="646998"/>
                  </a:lnTo>
                  <a:lnTo>
                    <a:pt x="4976852" y="646998"/>
                  </a:lnTo>
                  <a:lnTo>
                    <a:pt x="4976946" y="646998"/>
                  </a:lnTo>
                  <a:lnTo>
                    <a:pt x="4977039" y="646998"/>
                  </a:lnTo>
                  <a:lnTo>
                    <a:pt x="4977132" y="646998"/>
                  </a:lnTo>
                  <a:lnTo>
                    <a:pt x="4977319" y="646998"/>
                  </a:lnTo>
                  <a:lnTo>
                    <a:pt x="4977412" y="646998"/>
                  </a:lnTo>
                  <a:lnTo>
                    <a:pt x="4977598" y="646998"/>
                  </a:lnTo>
                  <a:lnTo>
                    <a:pt x="4977971" y="646998"/>
                  </a:lnTo>
                  <a:lnTo>
                    <a:pt x="4978065" y="646998"/>
                  </a:lnTo>
                  <a:lnTo>
                    <a:pt x="4978251" y="646998"/>
                  </a:lnTo>
                  <a:lnTo>
                    <a:pt x="4978624" y="646998"/>
                  </a:lnTo>
                  <a:lnTo>
                    <a:pt x="4978904" y="646998"/>
                  </a:lnTo>
                  <a:lnTo>
                    <a:pt x="4979277" y="646998"/>
                  </a:lnTo>
                  <a:lnTo>
                    <a:pt x="4979370" y="646998"/>
                  </a:lnTo>
                  <a:lnTo>
                    <a:pt x="4979557" y="646998"/>
                  </a:lnTo>
                  <a:lnTo>
                    <a:pt x="4979836" y="646998"/>
                  </a:lnTo>
                  <a:lnTo>
                    <a:pt x="4980116" y="646998"/>
                  </a:lnTo>
                  <a:lnTo>
                    <a:pt x="4980209" y="646998"/>
                  </a:lnTo>
                  <a:lnTo>
                    <a:pt x="4980396" y="646998"/>
                  </a:lnTo>
                  <a:lnTo>
                    <a:pt x="4981049" y="646998"/>
                  </a:lnTo>
                  <a:lnTo>
                    <a:pt x="4981328" y="646998"/>
                  </a:lnTo>
                  <a:lnTo>
                    <a:pt x="4981421" y="646998"/>
                  </a:lnTo>
                  <a:lnTo>
                    <a:pt x="4981701" y="646998"/>
                  </a:lnTo>
                  <a:lnTo>
                    <a:pt x="4982727" y="646998"/>
                  </a:lnTo>
                  <a:lnTo>
                    <a:pt x="4982820" y="646998"/>
                  </a:lnTo>
                  <a:lnTo>
                    <a:pt x="4983007" y="646998"/>
                  </a:lnTo>
                  <a:lnTo>
                    <a:pt x="4983286" y="646998"/>
                  </a:lnTo>
                  <a:lnTo>
                    <a:pt x="4983380" y="646998"/>
                  </a:lnTo>
                  <a:lnTo>
                    <a:pt x="4983473" y="646998"/>
                  </a:lnTo>
                  <a:lnTo>
                    <a:pt x="4983566" y="646998"/>
                  </a:lnTo>
                  <a:lnTo>
                    <a:pt x="4984405" y="646998"/>
                  </a:lnTo>
                  <a:lnTo>
                    <a:pt x="4984499" y="646998"/>
                  </a:lnTo>
                  <a:lnTo>
                    <a:pt x="4984685" y="646998"/>
                  </a:lnTo>
                  <a:lnTo>
                    <a:pt x="4984778" y="646998"/>
                  </a:lnTo>
                  <a:lnTo>
                    <a:pt x="4984965" y="646998"/>
                  </a:lnTo>
                  <a:lnTo>
                    <a:pt x="4985058" y="646998"/>
                  </a:lnTo>
                  <a:lnTo>
                    <a:pt x="4985245" y="646998"/>
                  </a:lnTo>
                  <a:lnTo>
                    <a:pt x="4985804" y="637044"/>
                  </a:lnTo>
                  <a:lnTo>
                    <a:pt x="4985897" y="637044"/>
                  </a:lnTo>
                  <a:lnTo>
                    <a:pt x="4986177" y="637044"/>
                  </a:lnTo>
                  <a:lnTo>
                    <a:pt x="4986457" y="637044"/>
                  </a:lnTo>
                  <a:lnTo>
                    <a:pt x="4986643" y="637044"/>
                  </a:lnTo>
                  <a:lnTo>
                    <a:pt x="4986737" y="637044"/>
                  </a:lnTo>
                  <a:lnTo>
                    <a:pt x="4986923" y="637044"/>
                  </a:lnTo>
                  <a:lnTo>
                    <a:pt x="4987016" y="637044"/>
                  </a:lnTo>
                  <a:lnTo>
                    <a:pt x="4987203" y="637044"/>
                  </a:lnTo>
                  <a:lnTo>
                    <a:pt x="4987296" y="637044"/>
                  </a:lnTo>
                  <a:lnTo>
                    <a:pt x="4987576" y="637044"/>
                  </a:lnTo>
                  <a:lnTo>
                    <a:pt x="4987669" y="637044"/>
                  </a:lnTo>
                  <a:lnTo>
                    <a:pt x="4988322" y="637044"/>
                  </a:lnTo>
                  <a:lnTo>
                    <a:pt x="4988415" y="637044"/>
                  </a:lnTo>
                  <a:lnTo>
                    <a:pt x="4988508" y="637044"/>
                  </a:lnTo>
                  <a:lnTo>
                    <a:pt x="4988881" y="637044"/>
                  </a:lnTo>
                  <a:lnTo>
                    <a:pt x="4989068" y="637044"/>
                  </a:lnTo>
                  <a:lnTo>
                    <a:pt x="4989254" y="637044"/>
                  </a:lnTo>
                  <a:lnTo>
                    <a:pt x="4989441" y="637044"/>
                  </a:lnTo>
                  <a:lnTo>
                    <a:pt x="4989814" y="637044"/>
                  </a:lnTo>
                  <a:lnTo>
                    <a:pt x="4989907" y="637044"/>
                  </a:lnTo>
                  <a:lnTo>
                    <a:pt x="4990280" y="637044"/>
                  </a:lnTo>
                  <a:lnTo>
                    <a:pt x="4990466" y="637044"/>
                  </a:lnTo>
                  <a:lnTo>
                    <a:pt x="4991492" y="637044"/>
                  </a:lnTo>
                  <a:lnTo>
                    <a:pt x="4991585" y="637044"/>
                  </a:lnTo>
                  <a:lnTo>
                    <a:pt x="4991679" y="637044"/>
                  </a:lnTo>
                  <a:lnTo>
                    <a:pt x="4991772" y="637044"/>
                  </a:lnTo>
                  <a:lnTo>
                    <a:pt x="4992145" y="637044"/>
                  </a:lnTo>
                  <a:lnTo>
                    <a:pt x="4992704" y="637044"/>
                  </a:lnTo>
                  <a:lnTo>
                    <a:pt x="4993077" y="627090"/>
                  </a:lnTo>
                  <a:lnTo>
                    <a:pt x="4993171" y="627090"/>
                  </a:lnTo>
                  <a:lnTo>
                    <a:pt x="4993450" y="627090"/>
                  </a:lnTo>
                  <a:lnTo>
                    <a:pt x="4993637" y="627090"/>
                  </a:lnTo>
                  <a:lnTo>
                    <a:pt x="4994010" y="627090"/>
                  </a:lnTo>
                  <a:lnTo>
                    <a:pt x="4994290" y="627090"/>
                  </a:lnTo>
                  <a:lnTo>
                    <a:pt x="4994849" y="627090"/>
                  </a:lnTo>
                  <a:lnTo>
                    <a:pt x="4995222" y="627090"/>
                  </a:lnTo>
                  <a:lnTo>
                    <a:pt x="4995315" y="627090"/>
                  </a:lnTo>
                  <a:lnTo>
                    <a:pt x="4995595" y="627090"/>
                  </a:lnTo>
                  <a:lnTo>
                    <a:pt x="4995688" y="627090"/>
                  </a:lnTo>
                  <a:lnTo>
                    <a:pt x="4995781" y="627090"/>
                  </a:lnTo>
                  <a:lnTo>
                    <a:pt x="4996061" y="627090"/>
                  </a:lnTo>
                  <a:lnTo>
                    <a:pt x="4996714" y="627090"/>
                  </a:lnTo>
                  <a:lnTo>
                    <a:pt x="4996994" y="627090"/>
                  </a:lnTo>
                  <a:lnTo>
                    <a:pt x="4997180" y="627090"/>
                  </a:lnTo>
                  <a:lnTo>
                    <a:pt x="4997273" y="627090"/>
                  </a:lnTo>
                  <a:lnTo>
                    <a:pt x="4997740" y="627090"/>
                  </a:lnTo>
                  <a:lnTo>
                    <a:pt x="4998019" y="627090"/>
                  </a:lnTo>
                  <a:lnTo>
                    <a:pt x="4998486" y="627090"/>
                  </a:lnTo>
                  <a:lnTo>
                    <a:pt x="4998579" y="627090"/>
                  </a:lnTo>
                  <a:lnTo>
                    <a:pt x="4998765" y="627090"/>
                  </a:lnTo>
                  <a:lnTo>
                    <a:pt x="4998859" y="627090"/>
                  </a:lnTo>
                  <a:lnTo>
                    <a:pt x="4999232" y="627090"/>
                  </a:lnTo>
                  <a:lnTo>
                    <a:pt x="4999325" y="627090"/>
                  </a:lnTo>
                  <a:lnTo>
                    <a:pt x="4999418" y="627090"/>
                  </a:lnTo>
                  <a:lnTo>
                    <a:pt x="4999605" y="627090"/>
                  </a:lnTo>
                  <a:lnTo>
                    <a:pt x="5000257" y="627090"/>
                  </a:lnTo>
                  <a:lnTo>
                    <a:pt x="5000351" y="627090"/>
                  </a:lnTo>
                  <a:lnTo>
                    <a:pt x="5000817" y="627090"/>
                  </a:lnTo>
                  <a:lnTo>
                    <a:pt x="5001003" y="627090"/>
                  </a:lnTo>
                  <a:lnTo>
                    <a:pt x="5001097" y="627090"/>
                  </a:lnTo>
                  <a:lnTo>
                    <a:pt x="5001283" y="627090"/>
                  </a:lnTo>
                  <a:lnTo>
                    <a:pt x="5001376" y="627090"/>
                  </a:lnTo>
                  <a:lnTo>
                    <a:pt x="5001749" y="627090"/>
                  </a:lnTo>
                  <a:lnTo>
                    <a:pt x="5002309" y="627090"/>
                  </a:lnTo>
                  <a:lnTo>
                    <a:pt x="5002495" y="627090"/>
                  </a:lnTo>
                  <a:lnTo>
                    <a:pt x="5003894" y="627090"/>
                  </a:lnTo>
                  <a:lnTo>
                    <a:pt x="5004267" y="627090"/>
                  </a:lnTo>
                  <a:lnTo>
                    <a:pt x="5004920" y="627090"/>
                  </a:lnTo>
                  <a:lnTo>
                    <a:pt x="5005106" y="627090"/>
                  </a:lnTo>
                  <a:lnTo>
                    <a:pt x="5005293" y="627090"/>
                  </a:lnTo>
                  <a:lnTo>
                    <a:pt x="5005479" y="627090"/>
                  </a:lnTo>
                  <a:lnTo>
                    <a:pt x="5005572" y="627090"/>
                  </a:lnTo>
                  <a:lnTo>
                    <a:pt x="5005666" y="627090"/>
                  </a:lnTo>
                  <a:lnTo>
                    <a:pt x="5005945" y="627090"/>
                  </a:lnTo>
                  <a:lnTo>
                    <a:pt x="5006039" y="627090"/>
                  </a:lnTo>
                  <a:lnTo>
                    <a:pt x="5006318" y="627090"/>
                  </a:lnTo>
                  <a:lnTo>
                    <a:pt x="5006878" y="627090"/>
                  </a:lnTo>
                  <a:lnTo>
                    <a:pt x="5007251" y="627090"/>
                  </a:lnTo>
                  <a:lnTo>
                    <a:pt x="5007344" y="627090"/>
                  </a:lnTo>
                  <a:lnTo>
                    <a:pt x="5007531" y="627090"/>
                  </a:lnTo>
                  <a:lnTo>
                    <a:pt x="5007997" y="627090"/>
                  </a:lnTo>
                  <a:lnTo>
                    <a:pt x="5008463" y="627090"/>
                  </a:lnTo>
                  <a:lnTo>
                    <a:pt x="5009395" y="627090"/>
                  </a:lnTo>
                  <a:lnTo>
                    <a:pt x="5009489" y="627090"/>
                  </a:lnTo>
                  <a:lnTo>
                    <a:pt x="5009582" y="627090"/>
                  </a:lnTo>
                  <a:lnTo>
                    <a:pt x="5009675" y="627090"/>
                  </a:lnTo>
                  <a:lnTo>
                    <a:pt x="5010328" y="627090"/>
                  </a:lnTo>
                  <a:lnTo>
                    <a:pt x="5010514" y="627090"/>
                  </a:lnTo>
                  <a:lnTo>
                    <a:pt x="5010981" y="627090"/>
                  </a:lnTo>
                  <a:lnTo>
                    <a:pt x="5011074" y="627090"/>
                  </a:lnTo>
                  <a:lnTo>
                    <a:pt x="5011260" y="627090"/>
                  </a:lnTo>
                  <a:lnTo>
                    <a:pt x="5011820" y="627090"/>
                  </a:lnTo>
                  <a:lnTo>
                    <a:pt x="5011913" y="627090"/>
                  </a:lnTo>
                  <a:lnTo>
                    <a:pt x="5012100" y="627090"/>
                  </a:lnTo>
                  <a:lnTo>
                    <a:pt x="5012473" y="617137"/>
                  </a:lnTo>
                  <a:lnTo>
                    <a:pt x="5012846" y="617137"/>
                  </a:lnTo>
                  <a:lnTo>
                    <a:pt x="5012939" y="617137"/>
                  </a:lnTo>
                  <a:lnTo>
                    <a:pt x="5013405" y="617137"/>
                  </a:lnTo>
                  <a:lnTo>
                    <a:pt x="5013778" y="617137"/>
                  </a:lnTo>
                  <a:lnTo>
                    <a:pt x="5014151" y="617137"/>
                  </a:lnTo>
                  <a:lnTo>
                    <a:pt x="5014244" y="617137"/>
                  </a:lnTo>
                  <a:lnTo>
                    <a:pt x="5014338" y="617137"/>
                  </a:lnTo>
                  <a:lnTo>
                    <a:pt x="5014617" y="617137"/>
                  </a:lnTo>
                  <a:lnTo>
                    <a:pt x="5014804" y="617137"/>
                  </a:lnTo>
                  <a:lnTo>
                    <a:pt x="5014990" y="617137"/>
                  </a:lnTo>
                  <a:lnTo>
                    <a:pt x="5015177" y="617137"/>
                  </a:lnTo>
                  <a:lnTo>
                    <a:pt x="5015270" y="617137"/>
                  </a:lnTo>
                  <a:lnTo>
                    <a:pt x="5016016" y="617137"/>
                  </a:lnTo>
                  <a:lnTo>
                    <a:pt x="5016389" y="617137"/>
                  </a:lnTo>
                  <a:lnTo>
                    <a:pt x="5016482" y="617137"/>
                  </a:lnTo>
                  <a:lnTo>
                    <a:pt x="5016762" y="617137"/>
                  </a:lnTo>
                  <a:lnTo>
                    <a:pt x="5017042" y="617137"/>
                  </a:lnTo>
                  <a:lnTo>
                    <a:pt x="5017135" y="617137"/>
                  </a:lnTo>
                  <a:lnTo>
                    <a:pt x="5017228" y="617137"/>
                  </a:lnTo>
                  <a:lnTo>
                    <a:pt x="5017321" y="617137"/>
                  </a:lnTo>
                  <a:lnTo>
                    <a:pt x="5017694" y="617137"/>
                  </a:lnTo>
                  <a:lnTo>
                    <a:pt x="5017788" y="617137"/>
                  </a:lnTo>
                  <a:lnTo>
                    <a:pt x="5017881" y="617137"/>
                  </a:lnTo>
                  <a:lnTo>
                    <a:pt x="5018254" y="617137"/>
                  </a:lnTo>
                  <a:lnTo>
                    <a:pt x="5018627" y="617137"/>
                  </a:lnTo>
                  <a:lnTo>
                    <a:pt x="5018813" y="617137"/>
                  </a:lnTo>
                  <a:lnTo>
                    <a:pt x="5019093" y="617137"/>
                  </a:lnTo>
                  <a:lnTo>
                    <a:pt x="5019373" y="617137"/>
                  </a:lnTo>
                  <a:lnTo>
                    <a:pt x="5019466" y="617137"/>
                  </a:lnTo>
                  <a:lnTo>
                    <a:pt x="5019839" y="617137"/>
                  </a:lnTo>
                  <a:lnTo>
                    <a:pt x="5019932" y="617137"/>
                  </a:lnTo>
                  <a:lnTo>
                    <a:pt x="5020119" y="617137"/>
                  </a:lnTo>
                  <a:lnTo>
                    <a:pt x="5020212" y="617137"/>
                  </a:lnTo>
                  <a:lnTo>
                    <a:pt x="5020399" y="617137"/>
                  </a:lnTo>
                  <a:lnTo>
                    <a:pt x="5021145" y="607183"/>
                  </a:lnTo>
                  <a:lnTo>
                    <a:pt x="5021238" y="607183"/>
                  </a:lnTo>
                  <a:lnTo>
                    <a:pt x="5021331" y="607183"/>
                  </a:lnTo>
                  <a:lnTo>
                    <a:pt x="5021704" y="607183"/>
                  </a:lnTo>
                  <a:lnTo>
                    <a:pt x="5022170" y="607183"/>
                  </a:lnTo>
                  <a:lnTo>
                    <a:pt x="5022264" y="607183"/>
                  </a:lnTo>
                  <a:lnTo>
                    <a:pt x="5022543" y="607183"/>
                  </a:lnTo>
                  <a:lnTo>
                    <a:pt x="5022637" y="607183"/>
                  </a:lnTo>
                  <a:lnTo>
                    <a:pt x="5023476" y="607183"/>
                  </a:lnTo>
                  <a:lnTo>
                    <a:pt x="5023755" y="607183"/>
                  </a:lnTo>
                  <a:lnTo>
                    <a:pt x="5023849" y="607183"/>
                  </a:lnTo>
                  <a:lnTo>
                    <a:pt x="5023942" y="607183"/>
                  </a:lnTo>
                  <a:lnTo>
                    <a:pt x="5024408" y="607183"/>
                  </a:lnTo>
                  <a:lnTo>
                    <a:pt x="5024595" y="607183"/>
                  </a:lnTo>
                  <a:lnTo>
                    <a:pt x="5024781" y="607183"/>
                  </a:lnTo>
                  <a:lnTo>
                    <a:pt x="5024968" y="607183"/>
                  </a:lnTo>
                  <a:lnTo>
                    <a:pt x="5025061" y="607183"/>
                  </a:lnTo>
                  <a:lnTo>
                    <a:pt x="5025154" y="607183"/>
                  </a:lnTo>
                  <a:lnTo>
                    <a:pt x="5025247" y="587275"/>
                  </a:lnTo>
                  <a:lnTo>
                    <a:pt x="5025434" y="587275"/>
                  </a:lnTo>
                  <a:lnTo>
                    <a:pt x="5025527" y="587275"/>
                  </a:lnTo>
                  <a:lnTo>
                    <a:pt x="5025807" y="587275"/>
                  </a:lnTo>
                  <a:lnTo>
                    <a:pt x="5025900" y="587275"/>
                  </a:lnTo>
                  <a:lnTo>
                    <a:pt x="5025993" y="587275"/>
                  </a:lnTo>
                  <a:lnTo>
                    <a:pt x="5026366" y="587275"/>
                  </a:lnTo>
                  <a:lnTo>
                    <a:pt x="5026553" y="587275"/>
                  </a:lnTo>
                  <a:lnTo>
                    <a:pt x="5026553" y="577321"/>
                  </a:lnTo>
                  <a:lnTo>
                    <a:pt x="5026926" y="577321"/>
                  </a:lnTo>
                  <a:lnTo>
                    <a:pt x="5027019" y="577321"/>
                  </a:lnTo>
                  <a:lnTo>
                    <a:pt x="5027112" y="577321"/>
                  </a:lnTo>
                  <a:lnTo>
                    <a:pt x="5027206" y="577321"/>
                  </a:lnTo>
                  <a:lnTo>
                    <a:pt x="5027485" y="577321"/>
                  </a:lnTo>
                  <a:lnTo>
                    <a:pt x="5028511" y="577321"/>
                  </a:lnTo>
                  <a:lnTo>
                    <a:pt x="5028604" y="577321"/>
                  </a:lnTo>
                  <a:lnTo>
                    <a:pt x="5028698" y="577321"/>
                  </a:lnTo>
                  <a:lnTo>
                    <a:pt x="5028884" y="577321"/>
                  </a:lnTo>
                  <a:lnTo>
                    <a:pt x="5028977" y="577321"/>
                  </a:lnTo>
                  <a:lnTo>
                    <a:pt x="5029164" y="577321"/>
                  </a:lnTo>
                  <a:lnTo>
                    <a:pt x="5029350" y="577321"/>
                  </a:lnTo>
                  <a:lnTo>
                    <a:pt x="5029817" y="577321"/>
                  </a:lnTo>
                  <a:lnTo>
                    <a:pt x="5030562" y="577321"/>
                  </a:lnTo>
                  <a:lnTo>
                    <a:pt x="5030842" y="577321"/>
                  </a:lnTo>
                  <a:lnTo>
                    <a:pt x="5030935" y="577321"/>
                  </a:lnTo>
                  <a:lnTo>
                    <a:pt x="5031122" y="577321"/>
                  </a:lnTo>
                  <a:lnTo>
                    <a:pt x="5031215" y="577321"/>
                  </a:lnTo>
                  <a:lnTo>
                    <a:pt x="5031308" y="577321"/>
                  </a:lnTo>
                  <a:lnTo>
                    <a:pt x="5032054" y="577321"/>
                  </a:lnTo>
                  <a:lnTo>
                    <a:pt x="5032148" y="577321"/>
                  </a:lnTo>
                  <a:lnTo>
                    <a:pt x="5032521" y="577321"/>
                  </a:lnTo>
                  <a:lnTo>
                    <a:pt x="5032614" y="577321"/>
                  </a:lnTo>
                  <a:lnTo>
                    <a:pt x="5032800" y="577321"/>
                  </a:lnTo>
                  <a:lnTo>
                    <a:pt x="5032894" y="577321"/>
                  </a:lnTo>
                  <a:lnTo>
                    <a:pt x="5032987" y="577321"/>
                  </a:lnTo>
                  <a:lnTo>
                    <a:pt x="5033080" y="577321"/>
                  </a:lnTo>
                  <a:lnTo>
                    <a:pt x="5033360" y="567367"/>
                  </a:lnTo>
                  <a:lnTo>
                    <a:pt x="5033546" y="567367"/>
                  </a:lnTo>
                  <a:lnTo>
                    <a:pt x="5033826" y="567367"/>
                  </a:lnTo>
                  <a:lnTo>
                    <a:pt x="5034013" y="567367"/>
                  </a:lnTo>
                  <a:lnTo>
                    <a:pt x="5034292" y="567367"/>
                  </a:lnTo>
                  <a:lnTo>
                    <a:pt x="5034945" y="567367"/>
                  </a:lnTo>
                  <a:lnTo>
                    <a:pt x="5035038" y="567367"/>
                  </a:lnTo>
                  <a:lnTo>
                    <a:pt x="5035132" y="567367"/>
                  </a:lnTo>
                  <a:lnTo>
                    <a:pt x="5035225" y="567367"/>
                  </a:lnTo>
                  <a:lnTo>
                    <a:pt x="5035505" y="567367"/>
                  </a:lnTo>
                  <a:lnTo>
                    <a:pt x="5035691" y="567367"/>
                  </a:lnTo>
                  <a:lnTo>
                    <a:pt x="5036437" y="567367"/>
                  </a:lnTo>
                  <a:lnTo>
                    <a:pt x="5036996" y="567367"/>
                  </a:lnTo>
                  <a:lnTo>
                    <a:pt x="5037090" y="567367"/>
                  </a:lnTo>
                  <a:lnTo>
                    <a:pt x="5037463" y="567367"/>
                  </a:lnTo>
                  <a:lnTo>
                    <a:pt x="5037556" y="567367"/>
                  </a:lnTo>
                  <a:lnTo>
                    <a:pt x="5037742" y="567367"/>
                  </a:lnTo>
                  <a:lnTo>
                    <a:pt x="5038582" y="567367"/>
                  </a:lnTo>
                  <a:lnTo>
                    <a:pt x="5038675" y="567367"/>
                  </a:lnTo>
                  <a:lnTo>
                    <a:pt x="5038861" y="567367"/>
                  </a:lnTo>
                  <a:lnTo>
                    <a:pt x="5039048" y="567367"/>
                  </a:lnTo>
                  <a:lnTo>
                    <a:pt x="5039514" y="567367"/>
                  </a:lnTo>
                  <a:lnTo>
                    <a:pt x="5039607" y="567367"/>
                  </a:lnTo>
                  <a:lnTo>
                    <a:pt x="5039794" y="567367"/>
                  </a:lnTo>
                  <a:lnTo>
                    <a:pt x="5040074" y="567367"/>
                  </a:lnTo>
                  <a:lnTo>
                    <a:pt x="5040260" y="567367"/>
                  </a:lnTo>
                  <a:lnTo>
                    <a:pt x="5040540" y="567367"/>
                  </a:lnTo>
                  <a:lnTo>
                    <a:pt x="5040726" y="567367"/>
                  </a:lnTo>
                  <a:lnTo>
                    <a:pt x="5041286" y="567367"/>
                  </a:lnTo>
                  <a:lnTo>
                    <a:pt x="5041659" y="567367"/>
                  </a:lnTo>
                  <a:lnTo>
                    <a:pt x="5041845" y="567367"/>
                  </a:lnTo>
                  <a:lnTo>
                    <a:pt x="5042405" y="567367"/>
                  </a:lnTo>
                  <a:lnTo>
                    <a:pt x="5042498" y="567367"/>
                  </a:lnTo>
                  <a:lnTo>
                    <a:pt x="5042685" y="567367"/>
                  </a:lnTo>
                  <a:lnTo>
                    <a:pt x="5043151" y="567367"/>
                  </a:lnTo>
                  <a:lnTo>
                    <a:pt x="5043244" y="567367"/>
                  </a:lnTo>
                  <a:lnTo>
                    <a:pt x="5043710" y="567367"/>
                  </a:lnTo>
                  <a:lnTo>
                    <a:pt x="5044083" y="567367"/>
                  </a:lnTo>
                  <a:lnTo>
                    <a:pt x="5044363" y="567367"/>
                  </a:lnTo>
                  <a:lnTo>
                    <a:pt x="5044549" y="567367"/>
                  </a:lnTo>
                  <a:lnTo>
                    <a:pt x="5045482" y="567367"/>
                  </a:lnTo>
                  <a:lnTo>
                    <a:pt x="5045948" y="567367"/>
                  </a:lnTo>
                  <a:lnTo>
                    <a:pt x="5046414" y="567367"/>
                  </a:lnTo>
                  <a:lnTo>
                    <a:pt x="5046601" y="567367"/>
                  </a:lnTo>
                  <a:lnTo>
                    <a:pt x="5047254" y="567367"/>
                  </a:lnTo>
                  <a:lnTo>
                    <a:pt x="5047440" y="567367"/>
                  </a:lnTo>
                  <a:lnTo>
                    <a:pt x="5047720" y="567367"/>
                  </a:lnTo>
                  <a:lnTo>
                    <a:pt x="5047813" y="567367"/>
                  </a:lnTo>
                  <a:lnTo>
                    <a:pt x="5048186" y="567367"/>
                  </a:lnTo>
                  <a:lnTo>
                    <a:pt x="5048279" y="567367"/>
                  </a:lnTo>
                  <a:lnTo>
                    <a:pt x="5048373" y="567367"/>
                  </a:lnTo>
                  <a:lnTo>
                    <a:pt x="5048652" y="567367"/>
                  </a:lnTo>
                  <a:lnTo>
                    <a:pt x="5049025" y="567367"/>
                  </a:lnTo>
                  <a:lnTo>
                    <a:pt x="5049398" y="557414"/>
                  </a:lnTo>
                  <a:lnTo>
                    <a:pt x="5049771" y="557414"/>
                  </a:lnTo>
                  <a:lnTo>
                    <a:pt x="5049958" y="557414"/>
                  </a:lnTo>
                  <a:lnTo>
                    <a:pt x="5050517" y="557414"/>
                  </a:lnTo>
                  <a:lnTo>
                    <a:pt x="5050611" y="557414"/>
                  </a:lnTo>
                  <a:lnTo>
                    <a:pt x="5050704" y="557414"/>
                  </a:lnTo>
                  <a:lnTo>
                    <a:pt x="5050983" y="557414"/>
                  </a:lnTo>
                  <a:lnTo>
                    <a:pt x="5051356" y="557414"/>
                  </a:lnTo>
                  <a:lnTo>
                    <a:pt x="5051450" y="557414"/>
                  </a:lnTo>
                  <a:lnTo>
                    <a:pt x="5051543" y="557414"/>
                  </a:lnTo>
                  <a:lnTo>
                    <a:pt x="5052102" y="557414"/>
                  </a:lnTo>
                  <a:lnTo>
                    <a:pt x="5052196" y="557414"/>
                  </a:lnTo>
                  <a:lnTo>
                    <a:pt x="5054154" y="547460"/>
                  </a:lnTo>
                  <a:lnTo>
                    <a:pt x="5054247" y="547460"/>
                  </a:lnTo>
                  <a:lnTo>
                    <a:pt x="5054807" y="547460"/>
                  </a:lnTo>
                  <a:lnTo>
                    <a:pt x="5054900" y="547460"/>
                  </a:lnTo>
                  <a:lnTo>
                    <a:pt x="5055086" y="547460"/>
                  </a:lnTo>
                  <a:lnTo>
                    <a:pt x="5055646" y="547460"/>
                  </a:lnTo>
                  <a:lnTo>
                    <a:pt x="5055739" y="547460"/>
                  </a:lnTo>
                  <a:lnTo>
                    <a:pt x="5055926" y="547460"/>
                  </a:lnTo>
                  <a:lnTo>
                    <a:pt x="5056112" y="547460"/>
                  </a:lnTo>
                  <a:lnTo>
                    <a:pt x="5056485" y="547460"/>
                  </a:lnTo>
                  <a:lnTo>
                    <a:pt x="5056672" y="547460"/>
                  </a:lnTo>
                  <a:lnTo>
                    <a:pt x="5056858" y="547460"/>
                  </a:lnTo>
                  <a:lnTo>
                    <a:pt x="5057045" y="547460"/>
                  </a:lnTo>
                  <a:lnTo>
                    <a:pt x="5057138" y="547460"/>
                  </a:lnTo>
                  <a:lnTo>
                    <a:pt x="5057418" y="547460"/>
                  </a:lnTo>
                  <a:lnTo>
                    <a:pt x="5057511" y="547460"/>
                  </a:lnTo>
                  <a:lnTo>
                    <a:pt x="5057604" y="547460"/>
                  </a:lnTo>
                  <a:lnTo>
                    <a:pt x="5057977" y="547460"/>
                  </a:lnTo>
                  <a:lnTo>
                    <a:pt x="5058163" y="547460"/>
                  </a:lnTo>
                  <a:lnTo>
                    <a:pt x="5058257" y="547460"/>
                  </a:lnTo>
                  <a:lnTo>
                    <a:pt x="5058443" y="547460"/>
                  </a:lnTo>
                  <a:lnTo>
                    <a:pt x="5058536" y="547460"/>
                  </a:lnTo>
                  <a:lnTo>
                    <a:pt x="5058723" y="547460"/>
                  </a:lnTo>
                  <a:lnTo>
                    <a:pt x="5058816" y="547460"/>
                  </a:lnTo>
                  <a:lnTo>
                    <a:pt x="5059003" y="547460"/>
                  </a:lnTo>
                  <a:lnTo>
                    <a:pt x="5059842" y="547460"/>
                  </a:lnTo>
                  <a:lnTo>
                    <a:pt x="5060868" y="547460"/>
                  </a:lnTo>
                  <a:lnTo>
                    <a:pt x="5060961" y="547460"/>
                  </a:lnTo>
                  <a:lnTo>
                    <a:pt x="5061241" y="547460"/>
                  </a:lnTo>
                  <a:lnTo>
                    <a:pt x="5061893" y="547460"/>
                  </a:lnTo>
                  <a:lnTo>
                    <a:pt x="5061987" y="547460"/>
                  </a:lnTo>
                  <a:lnTo>
                    <a:pt x="5062080" y="547460"/>
                  </a:lnTo>
                  <a:lnTo>
                    <a:pt x="5062546" y="547460"/>
                  </a:lnTo>
                  <a:lnTo>
                    <a:pt x="5062733" y="547460"/>
                  </a:lnTo>
                  <a:lnTo>
                    <a:pt x="5062826" y="547460"/>
                  </a:lnTo>
                  <a:lnTo>
                    <a:pt x="5063106" y="547460"/>
                  </a:lnTo>
                  <a:lnTo>
                    <a:pt x="5063292" y="547460"/>
                  </a:lnTo>
                  <a:lnTo>
                    <a:pt x="5063385" y="547460"/>
                  </a:lnTo>
                  <a:lnTo>
                    <a:pt x="5063572" y="547460"/>
                  </a:lnTo>
                  <a:lnTo>
                    <a:pt x="5063945" y="547460"/>
                  </a:lnTo>
                  <a:lnTo>
                    <a:pt x="5064225" y="547460"/>
                  </a:lnTo>
                  <a:lnTo>
                    <a:pt x="5064318" y="547460"/>
                  </a:lnTo>
                  <a:lnTo>
                    <a:pt x="5064411" y="547460"/>
                  </a:lnTo>
                  <a:lnTo>
                    <a:pt x="5064877" y="547460"/>
                  </a:lnTo>
                  <a:lnTo>
                    <a:pt x="5065064" y="547460"/>
                  </a:lnTo>
                  <a:lnTo>
                    <a:pt x="5065437" y="547460"/>
                  </a:lnTo>
                  <a:lnTo>
                    <a:pt x="5065903" y="547460"/>
                  </a:lnTo>
                  <a:lnTo>
                    <a:pt x="5066089" y="547460"/>
                  </a:lnTo>
                  <a:lnTo>
                    <a:pt x="5066183" y="547460"/>
                  </a:lnTo>
                  <a:lnTo>
                    <a:pt x="5066276" y="547460"/>
                  </a:lnTo>
                  <a:lnTo>
                    <a:pt x="5066369" y="547460"/>
                  </a:lnTo>
                  <a:lnTo>
                    <a:pt x="5066649" y="547460"/>
                  </a:lnTo>
                  <a:lnTo>
                    <a:pt x="5067395" y="547460"/>
                  </a:lnTo>
                  <a:lnTo>
                    <a:pt x="5067768" y="547460"/>
                  </a:lnTo>
                  <a:lnTo>
                    <a:pt x="5067954" y="547460"/>
                  </a:lnTo>
                  <a:lnTo>
                    <a:pt x="5068234" y="547460"/>
                  </a:lnTo>
                  <a:lnTo>
                    <a:pt x="5068514" y="547460"/>
                  </a:lnTo>
                  <a:lnTo>
                    <a:pt x="5068607" y="547460"/>
                  </a:lnTo>
                  <a:lnTo>
                    <a:pt x="5069260" y="547460"/>
                  </a:lnTo>
                  <a:lnTo>
                    <a:pt x="5069819" y="547460"/>
                  </a:lnTo>
                  <a:lnTo>
                    <a:pt x="5069913" y="547460"/>
                  </a:lnTo>
                  <a:lnTo>
                    <a:pt x="5070192" y="537506"/>
                  </a:lnTo>
                  <a:lnTo>
                    <a:pt x="5070286" y="537506"/>
                  </a:lnTo>
                  <a:lnTo>
                    <a:pt x="5070472" y="537506"/>
                  </a:lnTo>
                  <a:lnTo>
                    <a:pt x="5070565" y="537506"/>
                  </a:lnTo>
                  <a:lnTo>
                    <a:pt x="5070938" y="537506"/>
                  </a:lnTo>
                  <a:lnTo>
                    <a:pt x="5071125" y="537506"/>
                  </a:lnTo>
                  <a:lnTo>
                    <a:pt x="5071218" y="537506"/>
                  </a:lnTo>
                  <a:lnTo>
                    <a:pt x="5071311" y="537506"/>
                  </a:lnTo>
                  <a:lnTo>
                    <a:pt x="5071405" y="537506"/>
                  </a:lnTo>
                  <a:lnTo>
                    <a:pt x="5071591" y="537506"/>
                  </a:lnTo>
                  <a:lnTo>
                    <a:pt x="5071871" y="537506"/>
                  </a:lnTo>
                  <a:lnTo>
                    <a:pt x="5072057" y="537506"/>
                  </a:lnTo>
                  <a:lnTo>
                    <a:pt x="5072150" y="537506"/>
                  </a:lnTo>
                  <a:lnTo>
                    <a:pt x="5072617" y="537506"/>
                  </a:lnTo>
                  <a:lnTo>
                    <a:pt x="5073642" y="537506"/>
                  </a:lnTo>
                  <a:lnTo>
                    <a:pt x="5073829" y="537506"/>
                  </a:lnTo>
                  <a:lnTo>
                    <a:pt x="5074109" y="537506"/>
                  </a:lnTo>
                  <a:lnTo>
                    <a:pt x="5074202" y="537506"/>
                  </a:lnTo>
                  <a:lnTo>
                    <a:pt x="5074295" y="537506"/>
                  </a:lnTo>
                  <a:lnTo>
                    <a:pt x="5074575" y="537506"/>
                  </a:lnTo>
                  <a:lnTo>
                    <a:pt x="5074668" y="537506"/>
                  </a:lnTo>
                  <a:lnTo>
                    <a:pt x="5075414" y="537506"/>
                  </a:lnTo>
                  <a:lnTo>
                    <a:pt x="5075507" y="537506"/>
                  </a:lnTo>
                  <a:lnTo>
                    <a:pt x="5075694" y="537506"/>
                  </a:lnTo>
                  <a:lnTo>
                    <a:pt x="5075880" y="537506"/>
                  </a:lnTo>
                  <a:lnTo>
                    <a:pt x="5075974" y="537506"/>
                  </a:lnTo>
                  <a:lnTo>
                    <a:pt x="5076253" y="537506"/>
                  </a:lnTo>
                  <a:lnTo>
                    <a:pt x="5076440" y="537506"/>
                  </a:lnTo>
                  <a:lnTo>
                    <a:pt x="5076533" y="537506"/>
                  </a:lnTo>
                  <a:lnTo>
                    <a:pt x="5076999" y="537506"/>
                  </a:lnTo>
                  <a:lnTo>
                    <a:pt x="5077652" y="537506"/>
                  </a:lnTo>
                  <a:lnTo>
                    <a:pt x="5077745" y="537506"/>
                  </a:lnTo>
                  <a:lnTo>
                    <a:pt x="5078118" y="537506"/>
                  </a:lnTo>
                  <a:lnTo>
                    <a:pt x="5078398" y="537506"/>
                  </a:lnTo>
                  <a:lnTo>
                    <a:pt x="5078864" y="537506"/>
                  </a:lnTo>
                  <a:lnTo>
                    <a:pt x="5079051" y="537506"/>
                  </a:lnTo>
                  <a:lnTo>
                    <a:pt x="5079330" y="537506"/>
                  </a:lnTo>
                  <a:lnTo>
                    <a:pt x="5079424" y="537506"/>
                  </a:lnTo>
                  <a:lnTo>
                    <a:pt x="5079517" y="537506"/>
                  </a:lnTo>
                  <a:lnTo>
                    <a:pt x="5079703" y="537506"/>
                  </a:lnTo>
                  <a:lnTo>
                    <a:pt x="5079797" y="537506"/>
                  </a:lnTo>
                  <a:lnTo>
                    <a:pt x="5079890" y="537506"/>
                  </a:lnTo>
                  <a:lnTo>
                    <a:pt x="5079890" y="527552"/>
                  </a:lnTo>
                  <a:lnTo>
                    <a:pt x="5081009" y="527552"/>
                  </a:lnTo>
                  <a:lnTo>
                    <a:pt x="5081102" y="527552"/>
                  </a:lnTo>
                  <a:lnTo>
                    <a:pt x="5081195" y="527552"/>
                  </a:lnTo>
                  <a:lnTo>
                    <a:pt x="5081662" y="527552"/>
                  </a:lnTo>
                  <a:lnTo>
                    <a:pt x="5081755" y="527552"/>
                  </a:lnTo>
                  <a:lnTo>
                    <a:pt x="5081848" y="527552"/>
                  </a:lnTo>
                  <a:lnTo>
                    <a:pt x="5082035" y="527552"/>
                  </a:lnTo>
                  <a:lnTo>
                    <a:pt x="5082128" y="527552"/>
                  </a:lnTo>
                  <a:lnTo>
                    <a:pt x="5082501" y="527552"/>
                  </a:lnTo>
                  <a:lnTo>
                    <a:pt x="5082874" y="527552"/>
                  </a:lnTo>
                  <a:lnTo>
                    <a:pt x="5083154" y="527552"/>
                  </a:lnTo>
                  <a:lnTo>
                    <a:pt x="5083247" y="527552"/>
                  </a:lnTo>
                  <a:lnTo>
                    <a:pt x="5083433" y="527552"/>
                  </a:lnTo>
                  <a:lnTo>
                    <a:pt x="5083806" y="527552"/>
                  </a:lnTo>
                  <a:lnTo>
                    <a:pt x="5083900" y="527552"/>
                  </a:lnTo>
                  <a:lnTo>
                    <a:pt x="5083993" y="527552"/>
                  </a:lnTo>
                  <a:lnTo>
                    <a:pt x="5084179" y="527552"/>
                  </a:lnTo>
                  <a:lnTo>
                    <a:pt x="5084273" y="527552"/>
                  </a:lnTo>
                  <a:lnTo>
                    <a:pt x="5084459" y="527552"/>
                  </a:lnTo>
                  <a:lnTo>
                    <a:pt x="5084552" y="527552"/>
                  </a:lnTo>
                  <a:lnTo>
                    <a:pt x="5084646" y="527552"/>
                  </a:lnTo>
                  <a:lnTo>
                    <a:pt x="5084925" y="527552"/>
                  </a:lnTo>
                  <a:lnTo>
                    <a:pt x="5085298" y="527552"/>
                  </a:lnTo>
                  <a:lnTo>
                    <a:pt x="5085485" y="527552"/>
                  </a:lnTo>
                  <a:lnTo>
                    <a:pt x="5085578" y="527552"/>
                  </a:lnTo>
                  <a:lnTo>
                    <a:pt x="5085764" y="527552"/>
                  </a:lnTo>
                  <a:lnTo>
                    <a:pt x="5085858" y="527552"/>
                  </a:lnTo>
                  <a:lnTo>
                    <a:pt x="5086324" y="527552"/>
                  </a:lnTo>
                  <a:lnTo>
                    <a:pt x="5086417" y="527552"/>
                  </a:lnTo>
                  <a:lnTo>
                    <a:pt x="5086790" y="527552"/>
                  </a:lnTo>
                  <a:lnTo>
                    <a:pt x="5087070" y="527552"/>
                  </a:lnTo>
                  <a:lnTo>
                    <a:pt x="5087350" y="527552"/>
                  </a:lnTo>
                  <a:lnTo>
                    <a:pt x="5087443" y="527552"/>
                  </a:lnTo>
                  <a:lnTo>
                    <a:pt x="5087536" y="527552"/>
                  </a:lnTo>
                  <a:lnTo>
                    <a:pt x="5087816" y="527552"/>
                  </a:lnTo>
                  <a:lnTo>
                    <a:pt x="5087909" y="527552"/>
                  </a:lnTo>
                  <a:lnTo>
                    <a:pt x="5088002" y="527552"/>
                  </a:lnTo>
                  <a:lnTo>
                    <a:pt x="5088189" y="527552"/>
                  </a:lnTo>
                  <a:lnTo>
                    <a:pt x="5088842" y="527552"/>
                  </a:lnTo>
                  <a:lnTo>
                    <a:pt x="5089308" y="527552"/>
                  </a:lnTo>
                  <a:lnTo>
                    <a:pt x="5089681" y="527552"/>
                  </a:lnTo>
                  <a:lnTo>
                    <a:pt x="5089867" y="527552"/>
                  </a:lnTo>
                  <a:lnTo>
                    <a:pt x="5090427" y="527552"/>
                  </a:lnTo>
                  <a:lnTo>
                    <a:pt x="5090707" y="527552"/>
                  </a:lnTo>
                  <a:lnTo>
                    <a:pt x="5091080" y="527552"/>
                  </a:lnTo>
                  <a:lnTo>
                    <a:pt x="5091173" y="527552"/>
                  </a:lnTo>
                  <a:lnTo>
                    <a:pt x="5091453" y="527552"/>
                  </a:lnTo>
                  <a:lnTo>
                    <a:pt x="5091732" y="527552"/>
                  </a:lnTo>
                  <a:lnTo>
                    <a:pt x="5092385" y="517598"/>
                  </a:lnTo>
                  <a:lnTo>
                    <a:pt x="5093690" y="517598"/>
                  </a:lnTo>
                  <a:lnTo>
                    <a:pt x="5093970" y="517598"/>
                  </a:lnTo>
                  <a:lnTo>
                    <a:pt x="5094063" y="517598"/>
                  </a:lnTo>
                  <a:lnTo>
                    <a:pt x="5094716" y="517598"/>
                  </a:lnTo>
                  <a:lnTo>
                    <a:pt x="5095369" y="517598"/>
                  </a:lnTo>
                  <a:lnTo>
                    <a:pt x="5095555" y="517598"/>
                  </a:lnTo>
                  <a:lnTo>
                    <a:pt x="5095928" y="517598"/>
                  </a:lnTo>
                  <a:lnTo>
                    <a:pt x="5096115" y="517598"/>
                  </a:lnTo>
                  <a:lnTo>
                    <a:pt x="5096488" y="517598"/>
                  </a:lnTo>
                  <a:lnTo>
                    <a:pt x="5096581" y="517598"/>
                  </a:lnTo>
                  <a:lnTo>
                    <a:pt x="5096674" y="517598"/>
                  </a:lnTo>
                  <a:lnTo>
                    <a:pt x="5096954" y="517598"/>
                  </a:lnTo>
                  <a:lnTo>
                    <a:pt x="5097047" y="517598"/>
                  </a:lnTo>
                  <a:lnTo>
                    <a:pt x="5097141" y="517598"/>
                  </a:lnTo>
                  <a:lnTo>
                    <a:pt x="5097234" y="517598"/>
                  </a:lnTo>
                  <a:lnTo>
                    <a:pt x="5097607" y="517598"/>
                  </a:lnTo>
                  <a:lnTo>
                    <a:pt x="5097887" y="517598"/>
                  </a:lnTo>
                  <a:lnTo>
                    <a:pt x="5098446" y="517598"/>
                  </a:lnTo>
                  <a:lnTo>
                    <a:pt x="5098539" y="517598"/>
                  </a:lnTo>
                  <a:lnTo>
                    <a:pt x="5098633" y="517598"/>
                  </a:lnTo>
                  <a:lnTo>
                    <a:pt x="5099099" y="517598"/>
                  </a:lnTo>
                  <a:lnTo>
                    <a:pt x="5099192" y="517598"/>
                  </a:lnTo>
                  <a:lnTo>
                    <a:pt x="5099472" y="517598"/>
                  </a:lnTo>
                  <a:lnTo>
                    <a:pt x="5099938" y="517598"/>
                  </a:lnTo>
                  <a:lnTo>
                    <a:pt x="5100404" y="517598"/>
                  </a:lnTo>
                  <a:lnTo>
                    <a:pt x="5100497" y="517598"/>
                  </a:lnTo>
                  <a:lnTo>
                    <a:pt x="5101243" y="517598"/>
                  </a:lnTo>
                  <a:lnTo>
                    <a:pt x="5101337" y="517598"/>
                  </a:lnTo>
                  <a:lnTo>
                    <a:pt x="5101710" y="517598"/>
                  </a:lnTo>
                  <a:lnTo>
                    <a:pt x="5102549" y="517598"/>
                  </a:lnTo>
                  <a:lnTo>
                    <a:pt x="5102735" y="517598"/>
                  </a:lnTo>
                  <a:lnTo>
                    <a:pt x="5102922" y="517598"/>
                  </a:lnTo>
                  <a:lnTo>
                    <a:pt x="5103202" y="517598"/>
                  </a:lnTo>
                  <a:lnTo>
                    <a:pt x="5103295" y="517598"/>
                  </a:lnTo>
                  <a:lnTo>
                    <a:pt x="5103388" y="517598"/>
                  </a:lnTo>
                  <a:lnTo>
                    <a:pt x="5103948" y="507644"/>
                  </a:lnTo>
                  <a:lnTo>
                    <a:pt x="5104041" y="507644"/>
                  </a:lnTo>
                  <a:lnTo>
                    <a:pt x="5104227" y="507644"/>
                  </a:lnTo>
                  <a:lnTo>
                    <a:pt x="5104321" y="507644"/>
                  </a:lnTo>
                  <a:lnTo>
                    <a:pt x="5104414" y="507644"/>
                  </a:lnTo>
                  <a:lnTo>
                    <a:pt x="5104507" y="507644"/>
                  </a:lnTo>
                  <a:lnTo>
                    <a:pt x="5104600" y="507644"/>
                  </a:lnTo>
                  <a:lnTo>
                    <a:pt x="5104694" y="507644"/>
                  </a:lnTo>
                  <a:lnTo>
                    <a:pt x="5104973" y="507644"/>
                  </a:lnTo>
                  <a:lnTo>
                    <a:pt x="5105160" y="507644"/>
                  </a:lnTo>
                  <a:lnTo>
                    <a:pt x="5105253" y="507644"/>
                  </a:lnTo>
                  <a:lnTo>
                    <a:pt x="5105346" y="507644"/>
                  </a:lnTo>
                  <a:lnTo>
                    <a:pt x="5105719" y="507644"/>
                  </a:lnTo>
                  <a:lnTo>
                    <a:pt x="5105813" y="507644"/>
                  </a:lnTo>
                  <a:lnTo>
                    <a:pt x="5105999" y="507644"/>
                  </a:lnTo>
                  <a:lnTo>
                    <a:pt x="5106931" y="507644"/>
                  </a:lnTo>
                  <a:lnTo>
                    <a:pt x="5107584" y="507644"/>
                  </a:lnTo>
                  <a:lnTo>
                    <a:pt x="5108050" y="507644"/>
                  </a:lnTo>
                  <a:lnTo>
                    <a:pt x="5108144" y="507644"/>
                  </a:lnTo>
                  <a:lnTo>
                    <a:pt x="5108237" y="507644"/>
                  </a:lnTo>
                  <a:lnTo>
                    <a:pt x="5108423" y="507644"/>
                  </a:lnTo>
                  <a:lnTo>
                    <a:pt x="5108703" y="507644"/>
                  </a:lnTo>
                  <a:lnTo>
                    <a:pt x="5108890" y="507644"/>
                  </a:lnTo>
                  <a:lnTo>
                    <a:pt x="5109076" y="507644"/>
                  </a:lnTo>
                  <a:lnTo>
                    <a:pt x="5109169" y="507644"/>
                  </a:lnTo>
                  <a:lnTo>
                    <a:pt x="5109356" y="507644"/>
                  </a:lnTo>
                  <a:lnTo>
                    <a:pt x="5109449" y="507644"/>
                  </a:lnTo>
                  <a:lnTo>
                    <a:pt x="5109542" y="507644"/>
                  </a:lnTo>
                  <a:lnTo>
                    <a:pt x="5110009" y="507644"/>
                  </a:lnTo>
                  <a:lnTo>
                    <a:pt x="5110102" y="507644"/>
                  </a:lnTo>
                  <a:lnTo>
                    <a:pt x="5110382" y="507644"/>
                  </a:lnTo>
                  <a:lnTo>
                    <a:pt x="5112806" y="507644"/>
                  </a:lnTo>
                  <a:lnTo>
                    <a:pt x="5112993" y="507644"/>
                  </a:lnTo>
                  <a:lnTo>
                    <a:pt x="5113459" y="507644"/>
                  </a:lnTo>
                  <a:lnTo>
                    <a:pt x="5113738" y="507644"/>
                  </a:lnTo>
                  <a:lnTo>
                    <a:pt x="5113832" y="507644"/>
                  </a:lnTo>
                  <a:lnTo>
                    <a:pt x="5113925" y="507644"/>
                  </a:lnTo>
                  <a:lnTo>
                    <a:pt x="5114018" y="497691"/>
                  </a:lnTo>
                  <a:lnTo>
                    <a:pt x="5114111" y="497691"/>
                  </a:lnTo>
                  <a:lnTo>
                    <a:pt x="5114205" y="497691"/>
                  </a:lnTo>
                  <a:lnTo>
                    <a:pt x="5114298" y="497691"/>
                  </a:lnTo>
                  <a:lnTo>
                    <a:pt x="5114671" y="497691"/>
                  </a:lnTo>
                  <a:lnTo>
                    <a:pt x="5114764" y="497691"/>
                  </a:lnTo>
                  <a:lnTo>
                    <a:pt x="5114951" y="497691"/>
                  </a:lnTo>
                  <a:lnTo>
                    <a:pt x="5115044" y="497691"/>
                  </a:lnTo>
                  <a:lnTo>
                    <a:pt x="5115137" y="497691"/>
                  </a:lnTo>
                  <a:lnTo>
                    <a:pt x="5115883" y="497691"/>
                  </a:lnTo>
                  <a:lnTo>
                    <a:pt x="5116070" y="497691"/>
                  </a:lnTo>
                  <a:lnTo>
                    <a:pt x="5116349" y="497691"/>
                  </a:lnTo>
                  <a:lnTo>
                    <a:pt x="5117189" y="497691"/>
                  </a:lnTo>
                  <a:lnTo>
                    <a:pt x="5117655" y="497691"/>
                  </a:lnTo>
                  <a:lnTo>
                    <a:pt x="5117748" y="497691"/>
                  </a:lnTo>
                  <a:lnTo>
                    <a:pt x="5118028" y="497691"/>
                  </a:lnTo>
                  <a:lnTo>
                    <a:pt x="5118308" y="497691"/>
                  </a:lnTo>
                  <a:lnTo>
                    <a:pt x="5118587" y="497691"/>
                  </a:lnTo>
                  <a:lnTo>
                    <a:pt x="5118867" y="497691"/>
                  </a:lnTo>
                  <a:lnTo>
                    <a:pt x="5118960" y="497691"/>
                  </a:lnTo>
                  <a:lnTo>
                    <a:pt x="5119054" y="497691"/>
                  </a:lnTo>
                  <a:lnTo>
                    <a:pt x="5119333" y="497691"/>
                  </a:lnTo>
                  <a:lnTo>
                    <a:pt x="5119520" y="497691"/>
                  </a:lnTo>
                  <a:lnTo>
                    <a:pt x="5120359" y="497691"/>
                  </a:lnTo>
                  <a:lnTo>
                    <a:pt x="5120452" y="497691"/>
                  </a:lnTo>
                  <a:lnTo>
                    <a:pt x="5120545" y="497691"/>
                  </a:lnTo>
                  <a:lnTo>
                    <a:pt x="5120639" y="497691"/>
                  </a:lnTo>
                  <a:lnTo>
                    <a:pt x="5121012" y="497691"/>
                  </a:lnTo>
                  <a:lnTo>
                    <a:pt x="5121198" y="497691"/>
                  </a:lnTo>
                  <a:lnTo>
                    <a:pt x="5121291" y="497691"/>
                  </a:lnTo>
                  <a:lnTo>
                    <a:pt x="5122317" y="497691"/>
                  </a:lnTo>
                  <a:lnTo>
                    <a:pt x="5122410" y="497691"/>
                  </a:lnTo>
                  <a:lnTo>
                    <a:pt x="5122504" y="497691"/>
                  </a:lnTo>
                  <a:lnTo>
                    <a:pt x="5122597" y="497691"/>
                  </a:lnTo>
                  <a:lnTo>
                    <a:pt x="5122970" y="497691"/>
                  </a:lnTo>
                  <a:lnTo>
                    <a:pt x="5123250" y="497691"/>
                  </a:lnTo>
                  <a:lnTo>
                    <a:pt x="5123436" y="497691"/>
                  </a:lnTo>
                  <a:lnTo>
                    <a:pt x="5123529" y="497691"/>
                  </a:lnTo>
                  <a:lnTo>
                    <a:pt x="5123623" y="497691"/>
                  </a:lnTo>
                  <a:lnTo>
                    <a:pt x="5123902" y="497691"/>
                  </a:lnTo>
                  <a:lnTo>
                    <a:pt x="5123996" y="497691"/>
                  </a:lnTo>
                  <a:lnTo>
                    <a:pt x="5124089" y="497691"/>
                  </a:lnTo>
                  <a:lnTo>
                    <a:pt x="5124835" y="497691"/>
                  </a:lnTo>
                  <a:lnTo>
                    <a:pt x="5124928" y="497691"/>
                  </a:lnTo>
                  <a:lnTo>
                    <a:pt x="5125021" y="497691"/>
                  </a:lnTo>
                  <a:lnTo>
                    <a:pt x="5125115" y="497691"/>
                  </a:lnTo>
                  <a:lnTo>
                    <a:pt x="5125208" y="497691"/>
                  </a:lnTo>
                  <a:lnTo>
                    <a:pt x="5125301" y="497691"/>
                  </a:lnTo>
                  <a:lnTo>
                    <a:pt x="5126047" y="497691"/>
                  </a:lnTo>
                  <a:lnTo>
                    <a:pt x="5126140" y="497691"/>
                  </a:lnTo>
                  <a:lnTo>
                    <a:pt x="5126234" y="497691"/>
                  </a:lnTo>
                  <a:lnTo>
                    <a:pt x="5126327" y="497691"/>
                  </a:lnTo>
                  <a:lnTo>
                    <a:pt x="5126420" y="497691"/>
                  </a:lnTo>
                  <a:lnTo>
                    <a:pt x="5126513" y="497691"/>
                  </a:lnTo>
                  <a:lnTo>
                    <a:pt x="5126607" y="497691"/>
                  </a:lnTo>
                  <a:lnTo>
                    <a:pt x="5126700" y="497691"/>
                  </a:lnTo>
                  <a:lnTo>
                    <a:pt x="5126980" y="497691"/>
                  </a:lnTo>
                  <a:lnTo>
                    <a:pt x="5127073" y="497691"/>
                  </a:lnTo>
                  <a:lnTo>
                    <a:pt x="5127166" y="497691"/>
                  </a:lnTo>
                  <a:lnTo>
                    <a:pt x="5127539" y="497691"/>
                  </a:lnTo>
                  <a:lnTo>
                    <a:pt x="5127912" y="497691"/>
                  </a:lnTo>
                  <a:lnTo>
                    <a:pt x="5128005" y="497691"/>
                  </a:lnTo>
                  <a:lnTo>
                    <a:pt x="5128098" y="497691"/>
                  </a:lnTo>
                  <a:lnTo>
                    <a:pt x="5128192" y="497691"/>
                  </a:lnTo>
                  <a:lnTo>
                    <a:pt x="5128378" y="497691"/>
                  </a:lnTo>
                  <a:lnTo>
                    <a:pt x="5128565" y="497691"/>
                  </a:lnTo>
                  <a:lnTo>
                    <a:pt x="5128938" y="497691"/>
                  </a:lnTo>
                  <a:lnTo>
                    <a:pt x="5129031" y="497691"/>
                  </a:lnTo>
                  <a:lnTo>
                    <a:pt x="5129497" y="497691"/>
                  </a:lnTo>
                  <a:lnTo>
                    <a:pt x="5129777" y="497691"/>
                  </a:lnTo>
                  <a:lnTo>
                    <a:pt x="5129870" y="497691"/>
                  </a:lnTo>
                  <a:lnTo>
                    <a:pt x="5129963" y="497691"/>
                  </a:lnTo>
                  <a:lnTo>
                    <a:pt x="5130150" y="497691"/>
                  </a:lnTo>
                  <a:lnTo>
                    <a:pt x="5130336" y="497691"/>
                  </a:lnTo>
                  <a:lnTo>
                    <a:pt x="5130523" y="497691"/>
                  </a:lnTo>
                  <a:lnTo>
                    <a:pt x="5130616" y="497691"/>
                  </a:lnTo>
                  <a:lnTo>
                    <a:pt x="5130709" y="497691"/>
                  </a:lnTo>
                  <a:lnTo>
                    <a:pt x="5131269" y="487737"/>
                  </a:lnTo>
                  <a:lnTo>
                    <a:pt x="5131362" y="487737"/>
                  </a:lnTo>
                  <a:lnTo>
                    <a:pt x="5131455" y="487737"/>
                  </a:lnTo>
                  <a:lnTo>
                    <a:pt x="5131642" y="487737"/>
                  </a:lnTo>
                  <a:lnTo>
                    <a:pt x="5132108" y="487737"/>
                  </a:lnTo>
                  <a:lnTo>
                    <a:pt x="5132201" y="487737"/>
                  </a:lnTo>
                  <a:lnTo>
                    <a:pt x="5132481" y="487737"/>
                  </a:lnTo>
                  <a:lnTo>
                    <a:pt x="5132574" y="487737"/>
                  </a:lnTo>
                  <a:lnTo>
                    <a:pt x="5133041" y="487737"/>
                  </a:lnTo>
                  <a:lnTo>
                    <a:pt x="5133134" y="487737"/>
                  </a:lnTo>
                  <a:lnTo>
                    <a:pt x="5133507" y="487737"/>
                  </a:lnTo>
                  <a:lnTo>
                    <a:pt x="5133600" y="487737"/>
                  </a:lnTo>
                  <a:lnTo>
                    <a:pt x="5133880" y="487737"/>
                  </a:lnTo>
                  <a:lnTo>
                    <a:pt x="5133973" y="487737"/>
                  </a:lnTo>
                  <a:lnTo>
                    <a:pt x="5134626" y="487737"/>
                  </a:lnTo>
                  <a:lnTo>
                    <a:pt x="5134905" y="487737"/>
                  </a:lnTo>
                  <a:lnTo>
                    <a:pt x="5134999" y="487737"/>
                  </a:lnTo>
                  <a:lnTo>
                    <a:pt x="5135092" y="487737"/>
                  </a:lnTo>
                  <a:lnTo>
                    <a:pt x="5135185" y="487737"/>
                  </a:lnTo>
                  <a:lnTo>
                    <a:pt x="5135651" y="487737"/>
                  </a:lnTo>
                  <a:lnTo>
                    <a:pt x="5136024" y="487737"/>
                  </a:lnTo>
                  <a:lnTo>
                    <a:pt x="5136677" y="487737"/>
                  </a:lnTo>
                  <a:lnTo>
                    <a:pt x="5136957" y="487737"/>
                  </a:lnTo>
                  <a:lnTo>
                    <a:pt x="5137143" y="487737"/>
                  </a:lnTo>
                  <a:lnTo>
                    <a:pt x="5137237" y="487737"/>
                  </a:lnTo>
                  <a:lnTo>
                    <a:pt x="5137330" y="487737"/>
                  </a:lnTo>
                  <a:lnTo>
                    <a:pt x="5137796" y="487737"/>
                  </a:lnTo>
                  <a:lnTo>
                    <a:pt x="5137983" y="487737"/>
                  </a:lnTo>
                  <a:lnTo>
                    <a:pt x="5138356" y="487737"/>
                  </a:lnTo>
                  <a:lnTo>
                    <a:pt x="5138449" y="487737"/>
                  </a:lnTo>
                  <a:lnTo>
                    <a:pt x="5138729" y="487737"/>
                  </a:lnTo>
                  <a:lnTo>
                    <a:pt x="5139195" y="487737"/>
                  </a:lnTo>
                  <a:lnTo>
                    <a:pt x="5139288" y="487737"/>
                  </a:lnTo>
                  <a:lnTo>
                    <a:pt x="5139381" y="487737"/>
                  </a:lnTo>
                  <a:lnTo>
                    <a:pt x="5139568" y="487737"/>
                  </a:lnTo>
                  <a:lnTo>
                    <a:pt x="5139754" y="487737"/>
                  </a:lnTo>
                  <a:lnTo>
                    <a:pt x="5140407" y="487737"/>
                  </a:lnTo>
                  <a:lnTo>
                    <a:pt x="5140594" y="487737"/>
                  </a:lnTo>
                  <a:lnTo>
                    <a:pt x="5140873" y="487737"/>
                  </a:lnTo>
                  <a:lnTo>
                    <a:pt x="5140966" y="487737"/>
                  </a:lnTo>
                  <a:lnTo>
                    <a:pt x="5141246" y="487737"/>
                  </a:lnTo>
                  <a:lnTo>
                    <a:pt x="5141433" y="487737"/>
                  </a:lnTo>
                  <a:lnTo>
                    <a:pt x="5142272" y="487737"/>
                  </a:lnTo>
                  <a:lnTo>
                    <a:pt x="5142831" y="487737"/>
                  </a:lnTo>
                  <a:lnTo>
                    <a:pt x="5143204" y="487737"/>
                  </a:lnTo>
                  <a:lnTo>
                    <a:pt x="5143298" y="487737"/>
                  </a:lnTo>
                  <a:lnTo>
                    <a:pt x="5143577" y="487737"/>
                  </a:lnTo>
                  <a:lnTo>
                    <a:pt x="5144044" y="487737"/>
                  </a:lnTo>
                  <a:lnTo>
                    <a:pt x="5144976" y="487737"/>
                  </a:lnTo>
                  <a:lnTo>
                    <a:pt x="5145069" y="487737"/>
                  </a:lnTo>
                  <a:lnTo>
                    <a:pt x="5145163" y="487737"/>
                  </a:lnTo>
                  <a:lnTo>
                    <a:pt x="5145442" y="487737"/>
                  </a:lnTo>
                  <a:lnTo>
                    <a:pt x="5145629" y="487737"/>
                  </a:lnTo>
                  <a:lnTo>
                    <a:pt x="5145722" y="487737"/>
                  </a:lnTo>
                  <a:lnTo>
                    <a:pt x="5145815" y="487737"/>
                  </a:lnTo>
                  <a:lnTo>
                    <a:pt x="5146002" y="487737"/>
                  </a:lnTo>
                  <a:lnTo>
                    <a:pt x="5146188" y="487737"/>
                  </a:lnTo>
                  <a:lnTo>
                    <a:pt x="5146282" y="487737"/>
                  </a:lnTo>
                  <a:lnTo>
                    <a:pt x="5146375" y="487737"/>
                  </a:lnTo>
                  <a:lnTo>
                    <a:pt x="5146561" y="487737"/>
                  </a:lnTo>
                  <a:lnTo>
                    <a:pt x="5146748" y="487737"/>
                  </a:lnTo>
                  <a:lnTo>
                    <a:pt x="5147028" y="487737"/>
                  </a:lnTo>
                  <a:lnTo>
                    <a:pt x="5147494" y="487737"/>
                  </a:lnTo>
                  <a:lnTo>
                    <a:pt x="5147680" y="487737"/>
                  </a:lnTo>
                  <a:lnTo>
                    <a:pt x="5147774" y="487737"/>
                  </a:lnTo>
                  <a:lnTo>
                    <a:pt x="5149172" y="487737"/>
                  </a:lnTo>
                  <a:lnTo>
                    <a:pt x="5149359" y="487737"/>
                  </a:lnTo>
                  <a:lnTo>
                    <a:pt x="5149452" y="487737"/>
                  </a:lnTo>
                  <a:lnTo>
                    <a:pt x="5149732" y="487737"/>
                  </a:lnTo>
                  <a:lnTo>
                    <a:pt x="5150011" y="487737"/>
                  </a:lnTo>
                  <a:lnTo>
                    <a:pt x="5150664" y="487737"/>
                  </a:lnTo>
                  <a:lnTo>
                    <a:pt x="5150851" y="487737"/>
                  </a:lnTo>
                  <a:lnTo>
                    <a:pt x="5151037" y="487737"/>
                  </a:lnTo>
                  <a:lnTo>
                    <a:pt x="5151130" y="487737"/>
                  </a:lnTo>
                  <a:lnTo>
                    <a:pt x="5151503" y="487737"/>
                  </a:lnTo>
                  <a:lnTo>
                    <a:pt x="5151690" y="487737"/>
                  </a:lnTo>
                  <a:lnTo>
                    <a:pt x="5151876" y="487737"/>
                  </a:lnTo>
                  <a:lnTo>
                    <a:pt x="5151970" y="487737"/>
                  </a:lnTo>
                  <a:lnTo>
                    <a:pt x="5152063" y="487737"/>
                  </a:lnTo>
                  <a:lnTo>
                    <a:pt x="5152156" y="487737"/>
                  </a:lnTo>
                  <a:lnTo>
                    <a:pt x="5152343" y="487737"/>
                  </a:lnTo>
                  <a:lnTo>
                    <a:pt x="5154394" y="487737"/>
                  </a:lnTo>
                  <a:lnTo>
                    <a:pt x="5154674" y="487737"/>
                  </a:lnTo>
                  <a:lnTo>
                    <a:pt x="5155047" y="487737"/>
                  </a:lnTo>
                  <a:lnTo>
                    <a:pt x="5155140" y="487737"/>
                  </a:lnTo>
                  <a:lnTo>
                    <a:pt x="5155326" y="487737"/>
                  </a:lnTo>
                  <a:lnTo>
                    <a:pt x="5155420" y="487737"/>
                  </a:lnTo>
                  <a:lnTo>
                    <a:pt x="5155886" y="487737"/>
                  </a:lnTo>
                  <a:lnTo>
                    <a:pt x="5156166" y="487737"/>
                  </a:lnTo>
                  <a:lnTo>
                    <a:pt x="5156259" y="487737"/>
                  </a:lnTo>
                  <a:lnTo>
                    <a:pt x="5156352" y="487737"/>
                  </a:lnTo>
                  <a:lnTo>
                    <a:pt x="5156539" y="487737"/>
                  </a:lnTo>
                  <a:lnTo>
                    <a:pt x="5156725" y="487737"/>
                  </a:lnTo>
                  <a:lnTo>
                    <a:pt x="5156818" y="487737"/>
                  </a:lnTo>
                  <a:lnTo>
                    <a:pt x="5157471" y="487737"/>
                  </a:lnTo>
                  <a:lnTo>
                    <a:pt x="5157564" y="487737"/>
                  </a:lnTo>
                  <a:lnTo>
                    <a:pt x="5158404" y="487737"/>
                  </a:lnTo>
                  <a:lnTo>
                    <a:pt x="5158497" y="487737"/>
                  </a:lnTo>
                  <a:lnTo>
                    <a:pt x="5158590" y="487737"/>
                  </a:lnTo>
                  <a:lnTo>
                    <a:pt x="5158870" y="487737"/>
                  </a:lnTo>
                  <a:lnTo>
                    <a:pt x="5159243" y="487737"/>
                  </a:lnTo>
                  <a:lnTo>
                    <a:pt x="5159523" y="487737"/>
                  </a:lnTo>
                  <a:lnTo>
                    <a:pt x="5159616" y="487737"/>
                  </a:lnTo>
                  <a:lnTo>
                    <a:pt x="5159802" y="487737"/>
                  </a:lnTo>
                  <a:lnTo>
                    <a:pt x="5159989" y="487737"/>
                  </a:lnTo>
                  <a:lnTo>
                    <a:pt x="5160175" y="487737"/>
                  </a:lnTo>
                  <a:lnTo>
                    <a:pt x="5160455" y="487737"/>
                  </a:lnTo>
                  <a:lnTo>
                    <a:pt x="5160548" y="487737"/>
                  </a:lnTo>
                  <a:lnTo>
                    <a:pt x="5160828" y="487737"/>
                  </a:lnTo>
                  <a:lnTo>
                    <a:pt x="5161015" y="487737"/>
                  </a:lnTo>
                  <a:lnTo>
                    <a:pt x="5161481" y="487737"/>
                  </a:lnTo>
                  <a:lnTo>
                    <a:pt x="5161947" y="487737"/>
                  </a:lnTo>
                  <a:lnTo>
                    <a:pt x="5162040" y="487737"/>
                  </a:lnTo>
                  <a:lnTo>
                    <a:pt x="5162133" y="487737"/>
                  </a:lnTo>
                  <a:lnTo>
                    <a:pt x="5163159" y="487737"/>
                  </a:lnTo>
                  <a:lnTo>
                    <a:pt x="5163252" y="487737"/>
                  </a:lnTo>
                  <a:lnTo>
                    <a:pt x="5163346" y="487737"/>
                  </a:lnTo>
                  <a:lnTo>
                    <a:pt x="5163532" y="487737"/>
                  </a:lnTo>
                  <a:lnTo>
                    <a:pt x="5164744" y="487737"/>
                  </a:lnTo>
                  <a:lnTo>
                    <a:pt x="5164931" y="487737"/>
                  </a:lnTo>
                  <a:lnTo>
                    <a:pt x="5165490" y="487737"/>
                  </a:lnTo>
                  <a:lnTo>
                    <a:pt x="5165584" y="487737"/>
                  </a:lnTo>
                  <a:lnTo>
                    <a:pt x="5165677" y="487737"/>
                  </a:lnTo>
                  <a:lnTo>
                    <a:pt x="5165770" y="487737"/>
                  </a:lnTo>
                  <a:lnTo>
                    <a:pt x="5165863" y="487737"/>
                  </a:lnTo>
                  <a:lnTo>
                    <a:pt x="5166050" y="487737"/>
                  </a:lnTo>
                  <a:lnTo>
                    <a:pt x="5166236" y="487737"/>
                  </a:lnTo>
                  <a:lnTo>
                    <a:pt x="5166330" y="487737"/>
                  </a:lnTo>
                  <a:lnTo>
                    <a:pt x="5166423" y="487737"/>
                  </a:lnTo>
                  <a:lnTo>
                    <a:pt x="5166609" y="487737"/>
                  </a:lnTo>
                  <a:lnTo>
                    <a:pt x="5167262" y="487737"/>
                  </a:lnTo>
                  <a:lnTo>
                    <a:pt x="5167355" y="487737"/>
                  </a:lnTo>
                  <a:lnTo>
                    <a:pt x="5167542" y="487737"/>
                  </a:lnTo>
                  <a:lnTo>
                    <a:pt x="5167915" y="487737"/>
                  </a:lnTo>
                  <a:lnTo>
                    <a:pt x="5168008" y="487737"/>
                  </a:lnTo>
                  <a:lnTo>
                    <a:pt x="5168101" y="487737"/>
                  </a:lnTo>
                  <a:lnTo>
                    <a:pt x="5168195" y="487737"/>
                  </a:lnTo>
                  <a:lnTo>
                    <a:pt x="5168568" y="487737"/>
                  </a:lnTo>
                  <a:lnTo>
                    <a:pt x="5168661" y="487737"/>
                  </a:lnTo>
                  <a:lnTo>
                    <a:pt x="5168754" y="487737"/>
                  </a:lnTo>
                  <a:lnTo>
                    <a:pt x="5168847" y="487737"/>
                  </a:lnTo>
                  <a:lnTo>
                    <a:pt x="5168940" y="487737"/>
                  </a:lnTo>
                  <a:lnTo>
                    <a:pt x="5169034" y="487737"/>
                  </a:lnTo>
                  <a:lnTo>
                    <a:pt x="5169127" y="487737"/>
                  </a:lnTo>
                  <a:lnTo>
                    <a:pt x="5170153" y="477783"/>
                  </a:lnTo>
                  <a:lnTo>
                    <a:pt x="5170339" y="477783"/>
                  </a:lnTo>
                  <a:lnTo>
                    <a:pt x="5170432" y="477783"/>
                  </a:lnTo>
                  <a:lnTo>
                    <a:pt x="5170619" y="477783"/>
                  </a:lnTo>
                  <a:lnTo>
                    <a:pt x="5170805" y="477783"/>
                  </a:lnTo>
                  <a:lnTo>
                    <a:pt x="5170992" y="477783"/>
                  </a:lnTo>
                  <a:lnTo>
                    <a:pt x="5171178" y="477783"/>
                  </a:lnTo>
                  <a:lnTo>
                    <a:pt x="5172111" y="477783"/>
                  </a:lnTo>
                  <a:lnTo>
                    <a:pt x="5172577" y="477783"/>
                  </a:lnTo>
                  <a:lnTo>
                    <a:pt x="5172857" y="477783"/>
                  </a:lnTo>
                  <a:lnTo>
                    <a:pt x="5172950" y="477783"/>
                  </a:lnTo>
                  <a:lnTo>
                    <a:pt x="5173043" y="477783"/>
                  </a:lnTo>
                  <a:lnTo>
                    <a:pt x="5173230" y="477783"/>
                  </a:lnTo>
                  <a:lnTo>
                    <a:pt x="5173323" y="477783"/>
                  </a:lnTo>
                  <a:lnTo>
                    <a:pt x="5173416" y="477783"/>
                  </a:lnTo>
                  <a:lnTo>
                    <a:pt x="5173603" y="477783"/>
                  </a:lnTo>
                  <a:lnTo>
                    <a:pt x="5174069" y="477783"/>
                  </a:lnTo>
                  <a:lnTo>
                    <a:pt x="5174162" y="477783"/>
                  </a:lnTo>
                  <a:lnTo>
                    <a:pt x="5174256" y="477783"/>
                  </a:lnTo>
                  <a:lnTo>
                    <a:pt x="5174722" y="477783"/>
                  </a:lnTo>
                  <a:lnTo>
                    <a:pt x="5175002" y="477783"/>
                  </a:lnTo>
                  <a:lnTo>
                    <a:pt x="5175747" y="477783"/>
                  </a:lnTo>
                  <a:lnTo>
                    <a:pt x="5175841" y="477783"/>
                  </a:lnTo>
                  <a:lnTo>
                    <a:pt x="5176027" y="477783"/>
                  </a:lnTo>
                  <a:lnTo>
                    <a:pt x="5176120" y="477783"/>
                  </a:lnTo>
                  <a:lnTo>
                    <a:pt x="5176680" y="477783"/>
                  </a:lnTo>
                  <a:lnTo>
                    <a:pt x="5176773" y="477783"/>
                  </a:lnTo>
                  <a:lnTo>
                    <a:pt x="5176866" y="477783"/>
                  </a:lnTo>
                  <a:lnTo>
                    <a:pt x="5177239" y="477783"/>
                  </a:lnTo>
                  <a:lnTo>
                    <a:pt x="5177799" y="477783"/>
                  </a:lnTo>
                  <a:lnTo>
                    <a:pt x="5178358" y="477783"/>
                  </a:lnTo>
                  <a:lnTo>
                    <a:pt x="5178545" y="477783"/>
                  </a:lnTo>
                  <a:lnTo>
                    <a:pt x="5178918" y="477783"/>
                  </a:lnTo>
                  <a:lnTo>
                    <a:pt x="5179011" y="477783"/>
                  </a:lnTo>
                  <a:lnTo>
                    <a:pt x="5179198" y="477783"/>
                  </a:lnTo>
                  <a:lnTo>
                    <a:pt x="5179757" y="477783"/>
                  </a:lnTo>
                  <a:lnTo>
                    <a:pt x="5179944" y="477783"/>
                  </a:lnTo>
                  <a:lnTo>
                    <a:pt x="5180596" y="477783"/>
                  </a:lnTo>
                  <a:lnTo>
                    <a:pt x="5180690" y="477783"/>
                  </a:lnTo>
                  <a:lnTo>
                    <a:pt x="5181529" y="477783"/>
                  </a:lnTo>
                  <a:lnTo>
                    <a:pt x="5181809" y="477783"/>
                  </a:lnTo>
                  <a:lnTo>
                    <a:pt x="5181902" y="477783"/>
                  </a:lnTo>
                  <a:lnTo>
                    <a:pt x="5182088" y="477783"/>
                  </a:lnTo>
                  <a:lnTo>
                    <a:pt x="5182461" y="477783"/>
                  </a:lnTo>
                  <a:lnTo>
                    <a:pt x="5182834" y="477783"/>
                  </a:lnTo>
                  <a:lnTo>
                    <a:pt x="5183580" y="477783"/>
                  </a:lnTo>
                  <a:lnTo>
                    <a:pt x="5183860" y="477783"/>
                  </a:lnTo>
                  <a:lnTo>
                    <a:pt x="5183953" y="477783"/>
                  </a:lnTo>
                  <a:lnTo>
                    <a:pt x="5184046" y="477783"/>
                  </a:lnTo>
                  <a:lnTo>
                    <a:pt x="5184419" y="477783"/>
                  </a:lnTo>
                  <a:lnTo>
                    <a:pt x="5184513" y="477783"/>
                  </a:lnTo>
                  <a:lnTo>
                    <a:pt x="5184792" y="477783"/>
                  </a:lnTo>
                  <a:lnTo>
                    <a:pt x="5184886" y="477783"/>
                  </a:lnTo>
                  <a:lnTo>
                    <a:pt x="5185072" y="477783"/>
                  </a:lnTo>
                  <a:lnTo>
                    <a:pt x="5186471" y="477783"/>
                  </a:lnTo>
                  <a:lnTo>
                    <a:pt x="5186564" y="477783"/>
                  </a:lnTo>
                  <a:lnTo>
                    <a:pt x="5186657" y="477783"/>
                  </a:lnTo>
                  <a:lnTo>
                    <a:pt x="5186751" y="477783"/>
                  </a:lnTo>
                  <a:lnTo>
                    <a:pt x="5187217" y="477783"/>
                  </a:lnTo>
                  <a:lnTo>
                    <a:pt x="5187590" y="477783"/>
                  </a:lnTo>
                  <a:lnTo>
                    <a:pt x="5187683" y="477783"/>
                  </a:lnTo>
                  <a:lnTo>
                    <a:pt x="5188149" y="477783"/>
                  </a:lnTo>
                  <a:lnTo>
                    <a:pt x="5188429" y="477783"/>
                  </a:lnTo>
                  <a:lnTo>
                    <a:pt x="5188522" y="477783"/>
                  </a:lnTo>
                  <a:lnTo>
                    <a:pt x="5188616" y="477783"/>
                  </a:lnTo>
                  <a:lnTo>
                    <a:pt x="5188709" y="477783"/>
                  </a:lnTo>
                  <a:lnTo>
                    <a:pt x="5188895" y="477783"/>
                  </a:lnTo>
                  <a:lnTo>
                    <a:pt x="5189082" y="477783"/>
                  </a:lnTo>
                  <a:lnTo>
                    <a:pt x="5189175" y="477783"/>
                  </a:lnTo>
                  <a:lnTo>
                    <a:pt x="5189268" y="477783"/>
                  </a:lnTo>
                  <a:lnTo>
                    <a:pt x="5190201" y="477783"/>
                  </a:lnTo>
                  <a:lnTo>
                    <a:pt x="5191133" y="477783"/>
                  </a:lnTo>
                  <a:lnTo>
                    <a:pt x="5191320" y="477783"/>
                  </a:lnTo>
                  <a:lnTo>
                    <a:pt x="5191879" y="477783"/>
                  </a:lnTo>
                  <a:lnTo>
                    <a:pt x="5191972" y="477783"/>
                  </a:lnTo>
                  <a:lnTo>
                    <a:pt x="5192066" y="477783"/>
                  </a:lnTo>
                  <a:lnTo>
                    <a:pt x="5192252" y="477783"/>
                  </a:lnTo>
                  <a:lnTo>
                    <a:pt x="5192625" y="477783"/>
                  </a:lnTo>
                  <a:lnTo>
                    <a:pt x="5192718" y="477783"/>
                  </a:lnTo>
                  <a:lnTo>
                    <a:pt x="5192812" y="477783"/>
                  </a:lnTo>
                  <a:lnTo>
                    <a:pt x="5192905" y="477783"/>
                  </a:lnTo>
                  <a:lnTo>
                    <a:pt x="5192998" y="477783"/>
                  </a:lnTo>
                  <a:lnTo>
                    <a:pt x="5193185" y="477783"/>
                  </a:lnTo>
                  <a:lnTo>
                    <a:pt x="5193278" y="477783"/>
                  </a:lnTo>
                  <a:lnTo>
                    <a:pt x="5193464" y="477783"/>
                  </a:lnTo>
                  <a:lnTo>
                    <a:pt x="5193558" y="477783"/>
                  </a:lnTo>
                  <a:lnTo>
                    <a:pt x="5193651" y="477783"/>
                  </a:lnTo>
                  <a:lnTo>
                    <a:pt x="5193744" y="477783"/>
                  </a:lnTo>
                  <a:lnTo>
                    <a:pt x="5193837" y="477783"/>
                  </a:lnTo>
                  <a:lnTo>
                    <a:pt x="5194024" y="477783"/>
                  </a:lnTo>
                  <a:lnTo>
                    <a:pt x="5194117" y="477783"/>
                  </a:lnTo>
                  <a:lnTo>
                    <a:pt x="5194397" y="477783"/>
                  </a:lnTo>
                  <a:lnTo>
                    <a:pt x="5194677" y="477783"/>
                  </a:lnTo>
                  <a:lnTo>
                    <a:pt x="5194863" y="477783"/>
                  </a:lnTo>
                  <a:lnTo>
                    <a:pt x="5194956" y="477783"/>
                  </a:lnTo>
                  <a:lnTo>
                    <a:pt x="5195050" y="477783"/>
                  </a:lnTo>
                  <a:lnTo>
                    <a:pt x="5195329" y="477783"/>
                  </a:lnTo>
                  <a:lnTo>
                    <a:pt x="5195423" y="477783"/>
                  </a:lnTo>
                  <a:lnTo>
                    <a:pt x="5195796" y="477783"/>
                  </a:lnTo>
                  <a:lnTo>
                    <a:pt x="5195982" y="477783"/>
                  </a:lnTo>
                  <a:lnTo>
                    <a:pt x="5196262" y="477783"/>
                  </a:lnTo>
                  <a:lnTo>
                    <a:pt x="5196448" y="477783"/>
                  </a:lnTo>
                  <a:lnTo>
                    <a:pt x="5196821" y="477783"/>
                  </a:lnTo>
                  <a:lnTo>
                    <a:pt x="5196914" y="477783"/>
                  </a:lnTo>
                  <a:lnTo>
                    <a:pt x="5197287" y="477783"/>
                  </a:lnTo>
                  <a:lnTo>
                    <a:pt x="5197381" y="477783"/>
                  </a:lnTo>
                  <a:lnTo>
                    <a:pt x="5198033" y="477783"/>
                  </a:lnTo>
                  <a:lnTo>
                    <a:pt x="5198127" y="477783"/>
                  </a:lnTo>
                  <a:lnTo>
                    <a:pt x="5198220" y="477783"/>
                  </a:lnTo>
                  <a:lnTo>
                    <a:pt x="5198593" y="477783"/>
                  </a:lnTo>
                  <a:lnTo>
                    <a:pt x="5199432" y="477783"/>
                  </a:lnTo>
                  <a:lnTo>
                    <a:pt x="5199712" y="477783"/>
                  </a:lnTo>
                  <a:lnTo>
                    <a:pt x="5200458" y="477783"/>
                  </a:lnTo>
                  <a:lnTo>
                    <a:pt x="5200644" y="477783"/>
                  </a:lnTo>
                  <a:lnTo>
                    <a:pt x="5200831" y="477783"/>
                  </a:lnTo>
                  <a:lnTo>
                    <a:pt x="5201017" y="477783"/>
                  </a:lnTo>
                  <a:lnTo>
                    <a:pt x="5201111" y="477783"/>
                  </a:lnTo>
                  <a:lnTo>
                    <a:pt x="5201204" y="477783"/>
                  </a:lnTo>
                  <a:lnTo>
                    <a:pt x="5201297" y="477783"/>
                  </a:lnTo>
                  <a:lnTo>
                    <a:pt x="5201390" y="477783"/>
                  </a:lnTo>
                  <a:lnTo>
                    <a:pt x="5201763" y="467829"/>
                  </a:lnTo>
                  <a:lnTo>
                    <a:pt x="5202043" y="467829"/>
                  </a:lnTo>
                  <a:lnTo>
                    <a:pt x="5202323" y="467829"/>
                  </a:lnTo>
                  <a:lnTo>
                    <a:pt x="5202416" y="467829"/>
                  </a:lnTo>
                  <a:lnTo>
                    <a:pt x="5202882" y="467829"/>
                  </a:lnTo>
                  <a:lnTo>
                    <a:pt x="5202976" y="467829"/>
                  </a:lnTo>
                  <a:lnTo>
                    <a:pt x="5203069" y="467829"/>
                  </a:lnTo>
                  <a:lnTo>
                    <a:pt x="5203535" y="467829"/>
                  </a:lnTo>
                  <a:lnTo>
                    <a:pt x="5203721" y="467829"/>
                  </a:lnTo>
                  <a:lnTo>
                    <a:pt x="5204188" y="467829"/>
                  </a:lnTo>
                  <a:lnTo>
                    <a:pt x="5204281" y="467829"/>
                  </a:lnTo>
                  <a:lnTo>
                    <a:pt x="5205027" y="467829"/>
                  </a:lnTo>
                  <a:lnTo>
                    <a:pt x="5205120" y="467829"/>
                  </a:lnTo>
                  <a:lnTo>
                    <a:pt x="5205213" y="467829"/>
                  </a:lnTo>
                  <a:lnTo>
                    <a:pt x="5205586" y="467829"/>
                  </a:lnTo>
                  <a:lnTo>
                    <a:pt x="5205866" y="467829"/>
                  </a:lnTo>
                  <a:lnTo>
                    <a:pt x="5206146" y="467829"/>
                  </a:lnTo>
                  <a:lnTo>
                    <a:pt x="5206239" y="467829"/>
                  </a:lnTo>
                  <a:lnTo>
                    <a:pt x="5206332" y="467829"/>
                  </a:lnTo>
                  <a:lnTo>
                    <a:pt x="5206519" y="467829"/>
                  </a:lnTo>
                  <a:lnTo>
                    <a:pt x="5206612" y="467829"/>
                  </a:lnTo>
                  <a:lnTo>
                    <a:pt x="5206705" y="467829"/>
                  </a:lnTo>
                  <a:lnTo>
                    <a:pt x="5206799" y="467829"/>
                  </a:lnTo>
                  <a:lnTo>
                    <a:pt x="5207545" y="467829"/>
                  </a:lnTo>
                  <a:lnTo>
                    <a:pt x="5208197" y="467829"/>
                  </a:lnTo>
                  <a:lnTo>
                    <a:pt x="5208664" y="467829"/>
                  </a:lnTo>
                  <a:lnTo>
                    <a:pt x="5208943" y="467829"/>
                  </a:lnTo>
                  <a:lnTo>
                    <a:pt x="5209037" y="467829"/>
                  </a:lnTo>
                  <a:lnTo>
                    <a:pt x="5209223" y="467829"/>
                  </a:lnTo>
                  <a:lnTo>
                    <a:pt x="5209316" y="467829"/>
                  </a:lnTo>
                  <a:lnTo>
                    <a:pt x="5209503" y="467829"/>
                  </a:lnTo>
                  <a:lnTo>
                    <a:pt x="5209596" y="467829"/>
                  </a:lnTo>
                  <a:lnTo>
                    <a:pt x="5209969" y="467829"/>
                  </a:lnTo>
                  <a:lnTo>
                    <a:pt x="5210062" y="467829"/>
                  </a:lnTo>
                  <a:lnTo>
                    <a:pt x="5210156" y="467829"/>
                  </a:lnTo>
                  <a:lnTo>
                    <a:pt x="5210528" y="467829"/>
                  </a:lnTo>
                  <a:lnTo>
                    <a:pt x="5210622" y="467829"/>
                  </a:lnTo>
                  <a:lnTo>
                    <a:pt x="5210715" y="467829"/>
                  </a:lnTo>
                  <a:lnTo>
                    <a:pt x="5210995" y="467829"/>
                  </a:lnTo>
                  <a:lnTo>
                    <a:pt x="5211088" y="467829"/>
                  </a:lnTo>
                  <a:lnTo>
                    <a:pt x="5211274" y="467829"/>
                  </a:lnTo>
                  <a:lnTo>
                    <a:pt x="5212020" y="467829"/>
                  </a:lnTo>
                  <a:lnTo>
                    <a:pt x="5212207" y="467829"/>
                  </a:lnTo>
                  <a:lnTo>
                    <a:pt x="5212300" y="467829"/>
                  </a:lnTo>
                  <a:lnTo>
                    <a:pt x="5212393" y="467829"/>
                  </a:lnTo>
                  <a:lnTo>
                    <a:pt x="5212580" y="467829"/>
                  </a:lnTo>
                  <a:lnTo>
                    <a:pt x="5212860" y="467829"/>
                  </a:lnTo>
                  <a:lnTo>
                    <a:pt x="5213419" y="467829"/>
                  </a:lnTo>
                  <a:lnTo>
                    <a:pt x="5213885" y="467829"/>
                  </a:lnTo>
                  <a:lnTo>
                    <a:pt x="5213979" y="467829"/>
                  </a:lnTo>
                  <a:lnTo>
                    <a:pt x="5214072" y="467829"/>
                  </a:lnTo>
                  <a:lnTo>
                    <a:pt x="5214258" y="467829"/>
                  </a:lnTo>
                  <a:lnTo>
                    <a:pt x="5214725" y="467829"/>
                  </a:lnTo>
                  <a:lnTo>
                    <a:pt x="5215004" y="467829"/>
                  </a:lnTo>
                  <a:lnTo>
                    <a:pt x="5215377" y="467829"/>
                  </a:lnTo>
                  <a:lnTo>
                    <a:pt x="5216123" y="457875"/>
                  </a:lnTo>
                  <a:lnTo>
                    <a:pt x="5216776" y="457875"/>
                  </a:lnTo>
                  <a:lnTo>
                    <a:pt x="5216963" y="457875"/>
                  </a:lnTo>
                  <a:lnTo>
                    <a:pt x="5217335" y="457875"/>
                  </a:lnTo>
                  <a:lnTo>
                    <a:pt x="5217895" y="457875"/>
                  </a:lnTo>
                  <a:lnTo>
                    <a:pt x="5217988" y="457875"/>
                  </a:lnTo>
                  <a:lnTo>
                    <a:pt x="5218175" y="457875"/>
                  </a:lnTo>
                  <a:lnTo>
                    <a:pt x="5218268" y="457875"/>
                  </a:lnTo>
                  <a:lnTo>
                    <a:pt x="5218641" y="457875"/>
                  </a:lnTo>
                  <a:lnTo>
                    <a:pt x="5218921" y="457875"/>
                  </a:lnTo>
                  <a:lnTo>
                    <a:pt x="5219014" y="457875"/>
                  </a:lnTo>
                  <a:lnTo>
                    <a:pt x="5219200" y="457875"/>
                  </a:lnTo>
                  <a:lnTo>
                    <a:pt x="5219387" y="457875"/>
                  </a:lnTo>
                  <a:lnTo>
                    <a:pt x="5219573" y="457875"/>
                  </a:lnTo>
                  <a:lnTo>
                    <a:pt x="5220226" y="457875"/>
                  </a:lnTo>
                  <a:lnTo>
                    <a:pt x="5220319" y="457875"/>
                  </a:lnTo>
                  <a:lnTo>
                    <a:pt x="5220692" y="457875"/>
                  </a:lnTo>
                  <a:lnTo>
                    <a:pt x="5220786" y="457875"/>
                  </a:lnTo>
                  <a:lnTo>
                    <a:pt x="5221065" y="457875"/>
                  </a:lnTo>
                  <a:lnTo>
                    <a:pt x="5221159" y="457875"/>
                  </a:lnTo>
                  <a:lnTo>
                    <a:pt x="5221811" y="457875"/>
                  </a:lnTo>
                  <a:lnTo>
                    <a:pt x="5221905" y="457875"/>
                  </a:lnTo>
                  <a:lnTo>
                    <a:pt x="5221998" y="457875"/>
                  </a:lnTo>
                  <a:lnTo>
                    <a:pt x="5222091" y="457875"/>
                  </a:lnTo>
                  <a:lnTo>
                    <a:pt x="5222184" y="457875"/>
                  </a:lnTo>
                  <a:lnTo>
                    <a:pt x="5222557" y="457875"/>
                  </a:lnTo>
                  <a:lnTo>
                    <a:pt x="5223676" y="457875"/>
                  </a:lnTo>
                  <a:lnTo>
                    <a:pt x="5224236" y="457875"/>
                  </a:lnTo>
                  <a:lnTo>
                    <a:pt x="5224422" y="457875"/>
                  </a:lnTo>
                  <a:lnTo>
                    <a:pt x="5224515" y="457875"/>
                  </a:lnTo>
                  <a:lnTo>
                    <a:pt x="5224609" y="457875"/>
                  </a:lnTo>
                  <a:lnTo>
                    <a:pt x="5224888" y="447922"/>
                  </a:lnTo>
                  <a:lnTo>
                    <a:pt x="5224982" y="447922"/>
                  </a:lnTo>
                  <a:lnTo>
                    <a:pt x="5225075" y="447922"/>
                  </a:lnTo>
                  <a:lnTo>
                    <a:pt x="5225168" y="447922"/>
                  </a:lnTo>
                  <a:lnTo>
                    <a:pt x="5225541" y="447922"/>
                  </a:lnTo>
                  <a:lnTo>
                    <a:pt x="5225634" y="447922"/>
                  </a:lnTo>
                  <a:lnTo>
                    <a:pt x="5225728" y="447922"/>
                  </a:lnTo>
                  <a:lnTo>
                    <a:pt x="5226101" y="447922"/>
                  </a:lnTo>
                  <a:lnTo>
                    <a:pt x="5226380" y="447922"/>
                  </a:lnTo>
                  <a:lnTo>
                    <a:pt x="5226474" y="447922"/>
                  </a:lnTo>
                  <a:lnTo>
                    <a:pt x="5226753" y="447922"/>
                  </a:lnTo>
                  <a:lnTo>
                    <a:pt x="5227499" y="447922"/>
                  </a:lnTo>
                  <a:lnTo>
                    <a:pt x="5227779" y="447922"/>
                  </a:lnTo>
                  <a:lnTo>
                    <a:pt x="5227966" y="447922"/>
                  </a:lnTo>
                  <a:lnTo>
                    <a:pt x="5228059" y="447922"/>
                  </a:lnTo>
                  <a:lnTo>
                    <a:pt x="5228152" y="447922"/>
                  </a:lnTo>
                  <a:lnTo>
                    <a:pt x="5228245" y="447922"/>
                  </a:lnTo>
                  <a:lnTo>
                    <a:pt x="5228339" y="447922"/>
                  </a:lnTo>
                  <a:lnTo>
                    <a:pt x="5228432" y="447922"/>
                  </a:lnTo>
                  <a:lnTo>
                    <a:pt x="5228712" y="447922"/>
                  </a:lnTo>
                  <a:lnTo>
                    <a:pt x="5229458" y="447922"/>
                  </a:lnTo>
                  <a:lnTo>
                    <a:pt x="5230110" y="447922"/>
                  </a:lnTo>
                  <a:lnTo>
                    <a:pt x="5230204" y="447922"/>
                  </a:lnTo>
                  <a:lnTo>
                    <a:pt x="5230297" y="447922"/>
                  </a:lnTo>
                  <a:lnTo>
                    <a:pt x="5230390" y="447922"/>
                  </a:lnTo>
                  <a:lnTo>
                    <a:pt x="5230670" y="447922"/>
                  </a:lnTo>
                  <a:lnTo>
                    <a:pt x="5230856" y="447922"/>
                  </a:lnTo>
                  <a:lnTo>
                    <a:pt x="5230950" y="447922"/>
                  </a:lnTo>
                  <a:lnTo>
                    <a:pt x="5231229" y="447922"/>
                  </a:lnTo>
                  <a:lnTo>
                    <a:pt x="5231695" y="447922"/>
                  </a:lnTo>
                  <a:lnTo>
                    <a:pt x="5231975" y="447922"/>
                  </a:lnTo>
                  <a:lnTo>
                    <a:pt x="5232068" y="447922"/>
                  </a:lnTo>
                  <a:lnTo>
                    <a:pt x="5232348" y="447922"/>
                  </a:lnTo>
                  <a:lnTo>
                    <a:pt x="5232441" y="447922"/>
                  </a:lnTo>
                  <a:lnTo>
                    <a:pt x="5232535" y="447922"/>
                  </a:lnTo>
                  <a:lnTo>
                    <a:pt x="5234120" y="437968"/>
                  </a:lnTo>
                  <a:lnTo>
                    <a:pt x="5234400" y="437968"/>
                  </a:lnTo>
                  <a:lnTo>
                    <a:pt x="5234493" y="437968"/>
                  </a:lnTo>
                  <a:lnTo>
                    <a:pt x="5234679" y="437968"/>
                  </a:lnTo>
                  <a:lnTo>
                    <a:pt x="5234866" y="437968"/>
                  </a:lnTo>
                  <a:lnTo>
                    <a:pt x="5234959" y="437968"/>
                  </a:lnTo>
                  <a:lnTo>
                    <a:pt x="5235052" y="437968"/>
                  </a:lnTo>
                  <a:lnTo>
                    <a:pt x="5235519" y="437968"/>
                  </a:lnTo>
                  <a:lnTo>
                    <a:pt x="5235705" y="437968"/>
                  </a:lnTo>
                  <a:lnTo>
                    <a:pt x="5235798" y="437968"/>
                  </a:lnTo>
                  <a:lnTo>
                    <a:pt x="5235892" y="437968"/>
                  </a:lnTo>
                  <a:lnTo>
                    <a:pt x="5236078" y="437968"/>
                  </a:lnTo>
                  <a:lnTo>
                    <a:pt x="5236171" y="437968"/>
                  </a:lnTo>
                  <a:lnTo>
                    <a:pt x="5236544" y="437968"/>
                  </a:lnTo>
                  <a:lnTo>
                    <a:pt x="5236638" y="437968"/>
                  </a:lnTo>
                  <a:lnTo>
                    <a:pt x="5236731" y="437968"/>
                  </a:lnTo>
                  <a:lnTo>
                    <a:pt x="5237104" y="437968"/>
                  </a:lnTo>
                  <a:lnTo>
                    <a:pt x="5238223" y="437968"/>
                  </a:lnTo>
                  <a:lnTo>
                    <a:pt x="5238316" y="437968"/>
                  </a:lnTo>
                  <a:lnTo>
                    <a:pt x="5238502" y="437968"/>
                  </a:lnTo>
                  <a:lnTo>
                    <a:pt x="5238596" y="437968"/>
                  </a:lnTo>
                  <a:lnTo>
                    <a:pt x="5238782" y="437968"/>
                  </a:lnTo>
                  <a:lnTo>
                    <a:pt x="5239062" y="437968"/>
                  </a:lnTo>
                  <a:lnTo>
                    <a:pt x="5239155" y="437968"/>
                  </a:lnTo>
                  <a:lnTo>
                    <a:pt x="5239342" y="437968"/>
                  </a:lnTo>
                  <a:lnTo>
                    <a:pt x="5239621" y="437968"/>
                  </a:lnTo>
                  <a:lnTo>
                    <a:pt x="5239715" y="437968"/>
                  </a:lnTo>
                  <a:lnTo>
                    <a:pt x="5239901" y="437968"/>
                  </a:lnTo>
                  <a:lnTo>
                    <a:pt x="5240834" y="437968"/>
                  </a:lnTo>
                  <a:lnTo>
                    <a:pt x="5241020" y="437968"/>
                  </a:lnTo>
                  <a:lnTo>
                    <a:pt x="5241113" y="437968"/>
                  </a:lnTo>
                  <a:lnTo>
                    <a:pt x="5241300" y="437968"/>
                  </a:lnTo>
                  <a:lnTo>
                    <a:pt x="5241486" y="437968"/>
                  </a:lnTo>
                  <a:lnTo>
                    <a:pt x="5241580" y="437968"/>
                  </a:lnTo>
                  <a:lnTo>
                    <a:pt x="5243072" y="437968"/>
                  </a:lnTo>
                  <a:lnTo>
                    <a:pt x="5243165" y="437968"/>
                  </a:lnTo>
                  <a:lnTo>
                    <a:pt x="5243351" y="437968"/>
                  </a:lnTo>
                  <a:lnTo>
                    <a:pt x="5243445" y="437968"/>
                  </a:lnTo>
                  <a:lnTo>
                    <a:pt x="5243631" y="437968"/>
                  </a:lnTo>
                  <a:lnTo>
                    <a:pt x="5243818" y="437968"/>
                  </a:lnTo>
                  <a:lnTo>
                    <a:pt x="5243911" y="437968"/>
                  </a:lnTo>
                  <a:lnTo>
                    <a:pt x="5244004" y="437968"/>
                  </a:lnTo>
                  <a:lnTo>
                    <a:pt x="5244097" y="437968"/>
                  </a:lnTo>
                  <a:lnTo>
                    <a:pt x="5244470" y="437968"/>
                  </a:lnTo>
                  <a:lnTo>
                    <a:pt x="5245030" y="437968"/>
                  </a:lnTo>
                  <a:lnTo>
                    <a:pt x="5245123" y="437968"/>
                  </a:lnTo>
                  <a:lnTo>
                    <a:pt x="5245216" y="437968"/>
                  </a:lnTo>
                  <a:lnTo>
                    <a:pt x="5245403" y="437968"/>
                  </a:lnTo>
                  <a:lnTo>
                    <a:pt x="5245496" y="437968"/>
                  </a:lnTo>
                  <a:lnTo>
                    <a:pt x="5245589" y="437968"/>
                  </a:lnTo>
                  <a:lnTo>
                    <a:pt x="5245776" y="437968"/>
                  </a:lnTo>
                  <a:lnTo>
                    <a:pt x="5246335" y="437968"/>
                  </a:lnTo>
                  <a:lnTo>
                    <a:pt x="5246428" y="437968"/>
                  </a:lnTo>
                  <a:lnTo>
                    <a:pt x="5246615" y="437968"/>
                  </a:lnTo>
                  <a:lnTo>
                    <a:pt x="5246708" y="437968"/>
                  </a:lnTo>
                  <a:lnTo>
                    <a:pt x="5246988" y="437968"/>
                  </a:lnTo>
                  <a:lnTo>
                    <a:pt x="5247081" y="437968"/>
                  </a:lnTo>
                  <a:lnTo>
                    <a:pt x="5247547" y="437968"/>
                  </a:lnTo>
                  <a:lnTo>
                    <a:pt x="5247641" y="437968"/>
                  </a:lnTo>
                  <a:lnTo>
                    <a:pt x="5248200" y="437968"/>
                  </a:lnTo>
                  <a:lnTo>
                    <a:pt x="5248946" y="437968"/>
                  </a:lnTo>
                  <a:lnTo>
                    <a:pt x="5249039" y="437968"/>
                  </a:lnTo>
                  <a:lnTo>
                    <a:pt x="5249226" y="437968"/>
                  </a:lnTo>
                  <a:lnTo>
                    <a:pt x="5249692" y="437968"/>
                  </a:lnTo>
                  <a:lnTo>
                    <a:pt x="5249785" y="437968"/>
                  </a:lnTo>
                  <a:lnTo>
                    <a:pt x="5249879" y="437968"/>
                  </a:lnTo>
                  <a:lnTo>
                    <a:pt x="5250065" y="437968"/>
                  </a:lnTo>
                  <a:lnTo>
                    <a:pt x="5250252" y="437968"/>
                  </a:lnTo>
                  <a:lnTo>
                    <a:pt x="5250345" y="437968"/>
                  </a:lnTo>
                  <a:lnTo>
                    <a:pt x="5250531" y="437968"/>
                  </a:lnTo>
                  <a:lnTo>
                    <a:pt x="5250718" y="437968"/>
                  </a:lnTo>
                  <a:lnTo>
                    <a:pt x="5250998" y="437968"/>
                  </a:lnTo>
                  <a:lnTo>
                    <a:pt x="5251091" y="437968"/>
                  </a:lnTo>
                  <a:lnTo>
                    <a:pt x="5251277" y="437968"/>
                  </a:lnTo>
                  <a:lnTo>
                    <a:pt x="5251371" y="437968"/>
                  </a:lnTo>
                  <a:lnTo>
                    <a:pt x="5253142" y="437968"/>
                  </a:lnTo>
                  <a:lnTo>
                    <a:pt x="5253235" y="437968"/>
                  </a:lnTo>
                  <a:lnTo>
                    <a:pt x="5253515" y="437968"/>
                  </a:lnTo>
                  <a:lnTo>
                    <a:pt x="5253702" y="437968"/>
                  </a:lnTo>
                  <a:lnTo>
                    <a:pt x="5254075" y="437968"/>
                  </a:lnTo>
                  <a:lnTo>
                    <a:pt x="5254168" y="437968"/>
                  </a:lnTo>
                  <a:lnTo>
                    <a:pt x="5254261" y="437968"/>
                  </a:lnTo>
                  <a:lnTo>
                    <a:pt x="5254354" y="437968"/>
                  </a:lnTo>
                  <a:lnTo>
                    <a:pt x="5254448" y="437968"/>
                  </a:lnTo>
                  <a:lnTo>
                    <a:pt x="5254541" y="437968"/>
                  </a:lnTo>
                  <a:lnTo>
                    <a:pt x="5254914" y="437968"/>
                  </a:lnTo>
                  <a:lnTo>
                    <a:pt x="5255287" y="437968"/>
                  </a:lnTo>
                  <a:lnTo>
                    <a:pt x="5255940" y="437968"/>
                  </a:lnTo>
                  <a:lnTo>
                    <a:pt x="5256033" y="437968"/>
                  </a:lnTo>
                  <a:lnTo>
                    <a:pt x="5256219" y="437968"/>
                  </a:lnTo>
                  <a:lnTo>
                    <a:pt x="5256313" y="437968"/>
                  </a:lnTo>
                  <a:lnTo>
                    <a:pt x="5256499" y="437968"/>
                  </a:lnTo>
                  <a:lnTo>
                    <a:pt x="5257059" y="437968"/>
                  </a:lnTo>
                  <a:lnTo>
                    <a:pt x="5257432" y="437968"/>
                  </a:lnTo>
                  <a:lnTo>
                    <a:pt x="5257711" y="437968"/>
                  </a:lnTo>
                  <a:lnTo>
                    <a:pt x="5258084" y="437968"/>
                  </a:lnTo>
                  <a:lnTo>
                    <a:pt x="5258271" y="437968"/>
                  </a:lnTo>
                  <a:lnTo>
                    <a:pt x="5258551" y="437968"/>
                  </a:lnTo>
                  <a:lnTo>
                    <a:pt x="5258644" y="437968"/>
                  </a:lnTo>
                  <a:lnTo>
                    <a:pt x="5258737" y="437968"/>
                  </a:lnTo>
                  <a:lnTo>
                    <a:pt x="5259017" y="437968"/>
                  </a:lnTo>
                  <a:lnTo>
                    <a:pt x="5259110" y="437968"/>
                  </a:lnTo>
                  <a:lnTo>
                    <a:pt x="5259390" y="437968"/>
                  </a:lnTo>
                  <a:lnTo>
                    <a:pt x="5259763" y="437968"/>
                  </a:lnTo>
                  <a:lnTo>
                    <a:pt x="5260322" y="437968"/>
                  </a:lnTo>
                  <a:lnTo>
                    <a:pt x="5260509" y="437968"/>
                  </a:lnTo>
                  <a:lnTo>
                    <a:pt x="5261441" y="437968"/>
                  </a:lnTo>
                  <a:lnTo>
                    <a:pt x="5261814" y="437968"/>
                  </a:lnTo>
                  <a:lnTo>
                    <a:pt x="5261907" y="437968"/>
                  </a:lnTo>
                  <a:lnTo>
                    <a:pt x="5262001" y="437968"/>
                  </a:lnTo>
                  <a:lnTo>
                    <a:pt x="5262280" y="437968"/>
                  </a:lnTo>
                  <a:lnTo>
                    <a:pt x="5262374" y="437968"/>
                  </a:lnTo>
                  <a:lnTo>
                    <a:pt x="5262933" y="437968"/>
                  </a:lnTo>
                  <a:lnTo>
                    <a:pt x="5263306" y="437968"/>
                  </a:lnTo>
                  <a:lnTo>
                    <a:pt x="5263493" y="437968"/>
                  </a:lnTo>
                  <a:lnTo>
                    <a:pt x="5263866" y="437968"/>
                  </a:lnTo>
                  <a:lnTo>
                    <a:pt x="5263959" y="437968"/>
                  </a:lnTo>
                  <a:lnTo>
                    <a:pt x="5264052" y="437968"/>
                  </a:lnTo>
                  <a:lnTo>
                    <a:pt x="5264332" y="437968"/>
                  </a:lnTo>
                  <a:lnTo>
                    <a:pt x="5264518" y="437968"/>
                  </a:lnTo>
                  <a:lnTo>
                    <a:pt x="5265078" y="437968"/>
                  </a:lnTo>
                  <a:lnTo>
                    <a:pt x="5265171" y="437968"/>
                  </a:lnTo>
                  <a:lnTo>
                    <a:pt x="5265264" y="437968"/>
                  </a:lnTo>
                  <a:lnTo>
                    <a:pt x="5265637" y="437968"/>
                  </a:lnTo>
                  <a:lnTo>
                    <a:pt x="5265917" y="437968"/>
                  </a:lnTo>
                  <a:lnTo>
                    <a:pt x="5266197" y="437968"/>
                  </a:lnTo>
                  <a:lnTo>
                    <a:pt x="5266756" y="437968"/>
                  </a:lnTo>
                  <a:lnTo>
                    <a:pt x="5266943" y="437968"/>
                  </a:lnTo>
                  <a:lnTo>
                    <a:pt x="5267036" y="437968"/>
                  </a:lnTo>
                  <a:lnTo>
                    <a:pt x="5267129" y="437968"/>
                  </a:lnTo>
                  <a:lnTo>
                    <a:pt x="5267222" y="437968"/>
                  </a:lnTo>
                  <a:lnTo>
                    <a:pt x="5267409" y="437968"/>
                  </a:lnTo>
                  <a:lnTo>
                    <a:pt x="5267595" y="437968"/>
                  </a:lnTo>
                  <a:lnTo>
                    <a:pt x="5267782" y="437968"/>
                  </a:lnTo>
                  <a:lnTo>
                    <a:pt x="5267875" y="437968"/>
                  </a:lnTo>
                  <a:lnTo>
                    <a:pt x="5267968" y="437968"/>
                  </a:lnTo>
                  <a:lnTo>
                    <a:pt x="5269554" y="428014"/>
                  </a:lnTo>
                  <a:lnTo>
                    <a:pt x="5269647" y="428014"/>
                  </a:lnTo>
                  <a:lnTo>
                    <a:pt x="5269833" y="428014"/>
                  </a:lnTo>
                  <a:lnTo>
                    <a:pt x="5269927" y="428014"/>
                  </a:lnTo>
                  <a:lnTo>
                    <a:pt x="5270113" y="428014"/>
                  </a:lnTo>
                  <a:lnTo>
                    <a:pt x="5270206" y="428014"/>
                  </a:lnTo>
                  <a:lnTo>
                    <a:pt x="5270300" y="428014"/>
                  </a:lnTo>
                  <a:lnTo>
                    <a:pt x="5270486" y="428014"/>
                  </a:lnTo>
                  <a:lnTo>
                    <a:pt x="5270673" y="428014"/>
                  </a:lnTo>
                  <a:lnTo>
                    <a:pt x="5271046" y="428014"/>
                  </a:lnTo>
                  <a:lnTo>
                    <a:pt x="5271419" y="428014"/>
                  </a:lnTo>
                  <a:lnTo>
                    <a:pt x="5272165" y="428014"/>
                  </a:lnTo>
                  <a:lnTo>
                    <a:pt x="5272258" y="428014"/>
                  </a:lnTo>
                  <a:lnTo>
                    <a:pt x="5272724" y="428014"/>
                  </a:lnTo>
                  <a:lnTo>
                    <a:pt x="5272817" y="428014"/>
                  </a:lnTo>
                  <a:lnTo>
                    <a:pt x="5272910" y="428014"/>
                  </a:lnTo>
                  <a:lnTo>
                    <a:pt x="5273097" y="428014"/>
                  </a:lnTo>
                  <a:lnTo>
                    <a:pt x="5273190" y="428014"/>
                  </a:lnTo>
                  <a:lnTo>
                    <a:pt x="5273470" y="428014"/>
                  </a:lnTo>
                  <a:lnTo>
                    <a:pt x="5273563" y="428014"/>
                  </a:lnTo>
                  <a:lnTo>
                    <a:pt x="5273750" y="428014"/>
                  </a:lnTo>
                  <a:lnTo>
                    <a:pt x="5274216" y="428014"/>
                  </a:lnTo>
                  <a:lnTo>
                    <a:pt x="5274496" y="428014"/>
                  </a:lnTo>
                  <a:lnTo>
                    <a:pt x="5274589" y="428014"/>
                  </a:lnTo>
                  <a:lnTo>
                    <a:pt x="5274682" y="428014"/>
                  </a:lnTo>
                  <a:lnTo>
                    <a:pt x="5275521" y="428014"/>
                  </a:lnTo>
                  <a:lnTo>
                    <a:pt x="5275615" y="428014"/>
                  </a:lnTo>
                  <a:lnTo>
                    <a:pt x="5275708" y="428014"/>
                  </a:lnTo>
                  <a:lnTo>
                    <a:pt x="5275801" y="428014"/>
                  </a:lnTo>
                  <a:lnTo>
                    <a:pt x="5276081" y="428014"/>
                  </a:lnTo>
                  <a:lnTo>
                    <a:pt x="5276174" y="428014"/>
                  </a:lnTo>
                  <a:lnTo>
                    <a:pt x="5276640" y="428014"/>
                  </a:lnTo>
                  <a:lnTo>
                    <a:pt x="5277107" y="428014"/>
                  </a:lnTo>
                  <a:lnTo>
                    <a:pt x="5277293" y="428014"/>
                  </a:lnTo>
                  <a:lnTo>
                    <a:pt x="5277573" y="428014"/>
                  </a:lnTo>
                  <a:lnTo>
                    <a:pt x="5277666" y="428014"/>
                  </a:lnTo>
                  <a:lnTo>
                    <a:pt x="5277759" y="428014"/>
                  </a:lnTo>
                  <a:lnTo>
                    <a:pt x="5278319" y="428014"/>
                  </a:lnTo>
                  <a:lnTo>
                    <a:pt x="5278412" y="428014"/>
                  </a:lnTo>
                  <a:lnTo>
                    <a:pt x="5278505" y="428014"/>
                  </a:lnTo>
                  <a:lnTo>
                    <a:pt x="5278599" y="428014"/>
                  </a:lnTo>
                  <a:lnTo>
                    <a:pt x="5278878" y="428014"/>
                  </a:lnTo>
                  <a:lnTo>
                    <a:pt x="5279251" y="428014"/>
                  </a:lnTo>
                  <a:lnTo>
                    <a:pt x="5279811" y="428014"/>
                  </a:lnTo>
                  <a:lnTo>
                    <a:pt x="5279904" y="428014"/>
                  </a:lnTo>
                  <a:lnTo>
                    <a:pt x="5280184" y="428014"/>
                  </a:lnTo>
                  <a:lnTo>
                    <a:pt x="5280650" y="428014"/>
                  </a:lnTo>
                  <a:lnTo>
                    <a:pt x="5280743" y="428014"/>
                  </a:lnTo>
                  <a:lnTo>
                    <a:pt x="5280836" y="428014"/>
                  </a:lnTo>
                  <a:lnTo>
                    <a:pt x="5282235" y="428014"/>
                  </a:lnTo>
                  <a:lnTo>
                    <a:pt x="5282328" y="428014"/>
                  </a:lnTo>
                  <a:lnTo>
                    <a:pt x="5282795" y="428014"/>
                  </a:lnTo>
                  <a:lnTo>
                    <a:pt x="5283074" y="428014"/>
                  </a:lnTo>
                  <a:lnTo>
                    <a:pt x="5283168" y="428014"/>
                  </a:lnTo>
                  <a:lnTo>
                    <a:pt x="5283354" y="428014"/>
                  </a:lnTo>
                  <a:lnTo>
                    <a:pt x="5283447" y="428014"/>
                  </a:lnTo>
                  <a:lnTo>
                    <a:pt x="5283634" y="428014"/>
                  </a:lnTo>
                  <a:lnTo>
                    <a:pt x="5283727" y="428014"/>
                  </a:lnTo>
                  <a:lnTo>
                    <a:pt x="5284007" y="428014"/>
                  </a:lnTo>
                  <a:lnTo>
                    <a:pt x="5284193" y="428014"/>
                  </a:lnTo>
                  <a:lnTo>
                    <a:pt x="5284287" y="428014"/>
                  </a:lnTo>
                  <a:lnTo>
                    <a:pt x="5284660" y="428014"/>
                  </a:lnTo>
                  <a:lnTo>
                    <a:pt x="5284753" y="428014"/>
                  </a:lnTo>
                  <a:lnTo>
                    <a:pt x="5284846" y="428014"/>
                  </a:lnTo>
                  <a:lnTo>
                    <a:pt x="5285033" y="428014"/>
                  </a:lnTo>
                  <a:lnTo>
                    <a:pt x="5285126" y="428014"/>
                  </a:lnTo>
                  <a:lnTo>
                    <a:pt x="5285312" y="428014"/>
                  </a:lnTo>
                  <a:lnTo>
                    <a:pt x="5285592" y="428014"/>
                  </a:lnTo>
                  <a:lnTo>
                    <a:pt x="5286152" y="428014"/>
                  </a:lnTo>
                  <a:lnTo>
                    <a:pt x="5286245" y="428014"/>
                  </a:lnTo>
                  <a:lnTo>
                    <a:pt x="5286338" y="428014"/>
                  </a:lnTo>
                  <a:lnTo>
                    <a:pt x="5286431" y="428014"/>
                  </a:lnTo>
                  <a:lnTo>
                    <a:pt x="5286525" y="428014"/>
                  </a:lnTo>
                  <a:lnTo>
                    <a:pt x="5286991" y="428014"/>
                  </a:lnTo>
                  <a:lnTo>
                    <a:pt x="5287643" y="428014"/>
                  </a:lnTo>
                  <a:lnTo>
                    <a:pt x="5287737" y="428014"/>
                  </a:lnTo>
                  <a:lnTo>
                    <a:pt x="5287923" y="428014"/>
                  </a:lnTo>
                  <a:lnTo>
                    <a:pt x="5288016" y="428014"/>
                  </a:lnTo>
                  <a:lnTo>
                    <a:pt x="5288110" y="428014"/>
                  </a:lnTo>
                  <a:lnTo>
                    <a:pt x="5288762" y="428014"/>
                  </a:lnTo>
                  <a:lnTo>
                    <a:pt x="5288856" y="428014"/>
                  </a:lnTo>
                  <a:lnTo>
                    <a:pt x="5289042" y="428014"/>
                  </a:lnTo>
                  <a:lnTo>
                    <a:pt x="5289415" y="428014"/>
                  </a:lnTo>
                  <a:lnTo>
                    <a:pt x="5289508" y="428014"/>
                  </a:lnTo>
                  <a:lnTo>
                    <a:pt x="5289602" y="428014"/>
                  </a:lnTo>
                  <a:lnTo>
                    <a:pt x="5289695" y="428014"/>
                  </a:lnTo>
                  <a:lnTo>
                    <a:pt x="5290068" y="428014"/>
                  </a:lnTo>
                  <a:lnTo>
                    <a:pt x="5290441" y="428014"/>
                  </a:lnTo>
                  <a:lnTo>
                    <a:pt x="5290907" y="428014"/>
                  </a:lnTo>
                  <a:lnTo>
                    <a:pt x="5291373" y="428014"/>
                  </a:lnTo>
                  <a:lnTo>
                    <a:pt x="5291467" y="428014"/>
                  </a:lnTo>
                  <a:lnTo>
                    <a:pt x="5291653" y="428014"/>
                  </a:lnTo>
                  <a:lnTo>
                    <a:pt x="5291746" y="428014"/>
                  </a:lnTo>
                  <a:lnTo>
                    <a:pt x="5292026" y="428014"/>
                  </a:lnTo>
                  <a:lnTo>
                    <a:pt x="5292119" y="428014"/>
                  </a:lnTo>
                  <a:lnTo>
                    <a:pt x="5293518" y="428014"/>
                  </a:lnTo>
                  <a:lnTo>
                    <a:pt x="5293798" y="428014"/>
                  </a:lnTo>
                  <a:lnTo>
                    <a:pt x="5293891" y="428014"/>
                  </a:lnTo>
                  <a:lnTo>
                    <a:pt x="5294077" y="428014"/>
                  </a:lnTo>
                  <a:lnTo>
                    <a:pt x="5294264" y="428014"/>
                  </a:lnTo>
                  <a:lnTo>
                    <a:pt x="5294357" y="428014"/>
                  </a:lnTo>
                  <a:lnTo>
                    <a:pt x="5294450" y="428014"/>
                  </a:lnTo>
                  <a:lnTo>
                    <a:pt x="5294637" y="428014"/>
                  </a:lnTo>
                  <a:lnTo>
                    <a:pt x="5295010" y="428014"/>
                  </a:lnTo>
                  <a:lnTo>
                    <a:pt x="5295290" y="428014"/>
                  </a:lnTo>
                  <a:lnTo>
                    <a:pt x="5296129" y="418060"/>
                  </a:lnTo>
                  <a:lnTo>
                    <a:pt x="5296502" y="418060"/>
                  </a:lnTo>
                  <a:lnTo>
                    <a:pt x="5296688" y="418060"/>
                  </a:lnTo>
                  <a:lnTo>
                    <a:pt x="5296875" y="418060"/>
                  </a:lnTo>
                  <a:lnTo>
                    <a:pt x="5296968" y="418060"/>
                  </a:lnTo>
                  <a:lnTo>
                    <a:pt x="5297248" y="418060"/>
                  </a:lnTo>
                  <a:lnTo>
                    <a:pt x="5297341" y="418060"/>
                  </a:lnTo>
                  <a:lnTo>
                    <a:pt x="5297714" y="418060"/>
                  </a:lnTo>
                  <a:lnTo>
                    <a:pt x="5298180" y="418060"/>
                  </a:lnTo>
                  <a:lnTo>
                    <a:pt x="5298740" y="418060"/>
                  </a:lnTo>
                  <a:lnTo>
                    <a:pt x="5299020" y="418060"/>
                  </a:lnTo>
                  <a:lnTo>
                    <a:pt x="5299393" y="418060"/>
                  </a:lnTo>
                  <a:lnTo>
                    <a:pt x="5299766" y="418060"/>
                  </a:lnTo>
                  <a:lnTo>
                    <a:pt x="5299859" y="418060"/>
                  </a:lnTo>
                  <a:lnTo>
                    <a:pt x="5300045" y="418060"/>
                  </a:lnTo>
                  <a:lnTo>
                    <a:pt x="5300139" y="418060"/>
                  </a:lnTo>
                  <a:lnTo>
                    <a:pt x="5300605" y="418060"/>
                  </a:lnTo>
                  <a:lnTo>
                    <a:pt x="5300698" y="418060"/>
                  </a:lnTo>
                  <a:lnTo>
                    <a:pt x="5300978" y="418060"/>
                  </a:lnTo>
                  <a:lnTo>
                    <a:pt x="5301630" y="418060"/>
                  </a:lnTo>
                  <a:lnTo>
                    <a:pt x="5302097" y="418060"/>
                  </a:lnTo>
                  <a:lnTo>
                    <a:pt x="5302283" y="418060"/>
                  </a:lnTo>
                  <a:lnTo>
                    <a:pt x="5302749" y="418060"/>
                  </a:lnTo>
                  <a:lnTo>
                    <a:pt x="5303122" y="418060"/>
                  </a:lnTo>
                  <a:lnTo>
                    <a:pt x="5303216" y="418060"/>
                  </a:lnTo>
                  <a:lnTo>
                    <a:pt x="5303309" y="418060"/>
                  </a:lnTo>
                  <a:lnTo>
                    <a:pt x="5303402" y="418060"/>
                  </a:lnTo>
                  <a:lnTo>
                    <a:pt x="5303495" y="418060"/>
                  </a:lnTo>
                  <a:lnTo>
                    <a:pt x="5303589" y="418060"/>
                  </a:lnTo>
                  <a:lnTo>
                    <a:pt x="5303775" y="418060"/>
                  </a:lnTo>
                  <a:lnTo>
                    <a:pt x="5303962" y="418060"/>
                  </a:lnTo>
                  <a:lnTo>
                    <a:pt x="5304055" y="418060"/>
                  </a:lnTo>
                  <a:lnTo>
                    <a:pt x="5304148" y="418060"/>
                  </a:lnTo>
                  <a:lnTo>
                    <a:pt x="5304241" y="418060"/>
                  </a:lnTo>
                  <a:lnTo>
                    <a:pt x="5305547" y="418060"/>
                  </a:lnTo>
                  <a:lnTo>
                    <a:pt x="5305640" y="418060"/>
                  </a:lnTo>
                  <a:lnTo>
                    <a:pt x="5305733" y="418060"/>
                  </a:lnTo>
                  <a:lnTo>
                    <a:pt x="5306200" y="418060"/>
                  </a:lnTo>
                  <a:lnTo>
                    <a:pt x="5306386" y="418060"/>
                  </a:lnTo>
                  <a:lnTo>
                    <a:pt x="5306479" y="418060"/>
                  </a:lnTo>
                  <a:lnTo>
                    <a:pt x="5306573" y="418060"/>
                  </a:lnTo>
                  <a:lnTo>
                    <a:pt x="5306666" y="418060"/>
                  </a:lnTo>
                  <a:lnTo>
                    <a:pt x="5306852" y="418060"/>
                  </a:lnTo>
                  <a:lnTo>
                    <a:pt x="5306946" y="418060"/>
                  </a:lnTo>
                  <a:lnTo>
                    <a:pt x="5307225" y="418060"/>
                  </a:lnTo>
                  <a:lnTo>
                    <a:pt x="5307505" y="418060"/>
                  </a:lnTo>
                  <a:lnTo>
                    <a:pt x="5307598" y="418060"/>
                  </a:lnTo>
                  <a:lnTo>
                    <a:pt x="5307971" y="418060"/>
                  </a:lnTo>
                  <a:lnTo>
                    <a:pt x="5308064" y="418060"/>
                  </a:lnTo>
                  <a:lnTo>
                    <a:pt x="5308158" y="418060"/>
                  </a:lnTo>
                  <a:lnTo>
                    <a:pt x="5308344" y="418060"/>
                  </a:lnTo>
                  <a:lnTo>
                    <a:pt x="5308531" y="418060"/>
                  </a:lnTo>
                  <a:lnTo>
                    <a:pt x="5308624" y="418060"/>
                  </a:lnTo>
                  <a:lnTo>
                    <a:pt x="5309277" y="418060"/>
                  </a:lnTo>
                  <a:lnTo>
                    <a:pt x="5309370" y="418060"/>
                  </a:lnTo>
                  <a:lnTo>
                    <a:pt x="5309556" y="418060"/>
                  </a:lnTo>
                  <a:lnTo>
                    <a:pt x="5310302" y="408106"/>
                  </a:lnTo>
                  <a:lnTo>
                    <a:pt x="5310396" y="408106"/>
                  </a:lnTo>
                  <a:lnTo>
                    <a:pt x="5310489" y="408106"/>
                  </a:lnTo>
                  <a:lnTo>
                    <a:pt x="5310862" y="408106"/>
                  </a:lnTo>
                  <a:lnTo>
                    <a:pt x="5311515" y="408106"/>
                  </a:lnTo>
                  <a:lnTo>
                    <a:pt x="5311608" y="408106"/>
                  </a:lnTo>
                  <a:lnTo>
                    <a:pt x="5311701" y="408106"/>
                  </a:lnTo>
                  <a:lnTo>
                    <a:pt x="5312167" y="408106"/>
                  </a:lnTo>
                  <a:lnTo>
                    <a:pt x="5312913" y="408106"/>
                  </a:lnTo>
                  <a:lnTo>
                    <a:pt x="5313100" y="408106"/>
                  </a:lnTo>
                  <a:lnTo>
                    <a:pt x="5313193" y="408106"/>
                  </a:lnTo>
                  <a:lnTo>
                    <a:pt x="5314405" y="408106"/>
                  </a:lnTo>
                  <a:lnTo>
                    <a:pt x="5314592" y="408106"/>
                  </a:lnTo>
                  <a:lnTo>
                    <a:pt x="5314685" y="408106"/>
                  </a:lnTo>
                  <a:lnTo>
                    <a:pt x="5314778" y="408106"/>
                  </a:lnTo>
                  <a:lnTo>
                    <a:pt x="5314871" y="408106"/>
                  </a:lnTo>
                  <a:lnTo>
                    <a:pt x="5314965" y="408106"/>
                  </a:lnTo>
                  <a:lnTo>
                    <a:pt x="5315151" y="408106"/>
                  </a:lnTo>
                  <a:lnTo>
                    <a:pt x="5315244" y="408106"/>
                  </a:lnTo>
                  <a:lnTo>
                    <a:pt x="5315338" y="408106"/>
                  </a:lnTo>
                  <a:lnTo>
                    <a:pt x="5315990" y="408106"/>
                  </a:lnTo>
                  <a:lnTo>
                    <a:pt x="5316270" y="408106"/>
                  </a:lnTo>
                  <a:lnTo>
                    <a:pt x="5316457" y="408106"/>
                  </a:lnTo>
                  <a:lnTo>
                    <a:pt x="5317016" y="408106"/>
                  </a:lnTo>
                  <a:lnTo>
                    <a:pt x="5317389" y="408106"/>
                  </a:lnTo>
                  <a:lnTo>
                    <a:pt x="5317482" y="408106"/>
                  </a:lnTo>
                  <a:lnTo>
                    <a:pt x="5317576" y="408106"/>
                  </a:lnTo>
                  <a:lnTo>
                    <a:pt x="5317949" y="408106"/>
                  </a:lnTo>
                  <a:lnTo>
                    <a:pt x="5318322" y="408106"/>
                  </a:lnTo>
                  <a:lnTo>
                    <a:pt x="5318695" y="408106"/>
                  </a:lnTo>
                  <a:lnTo>
                    <a:pt x="5318881" y="408106"/>
                  </a:lnTo>
                  <a:lnTo>
                    <a:pt x="5319161" y="408106"/>
                  </a:lnTo>
                  <a:lnTo>
                    <a:pt x="5319534" y="408106"/>
                  </a:lnTo>
                  <a:lnTo>
                    <a:pt x="5320466" y="408106"/>
                  </a:lnTo>
                  <a:lnTo>
                    <a:pt x="5320653" y="408106"/>
                  </a:lnTo>
                  <a:lnTo>
                    <a:pt x="5320839" y="408106"/>
                  </a:lnTo>
                  <a:lnTo>
                    <a:pt x="5321026" y="408106"/>
                  </a:lnTo>
                  <a:lnTo>
                    <a:pt x="5321678" y="408106"/>
                  </a:lnTo>
                  <a:lnTo>
                    <a:pt x="5321772" y="408106"/>
                  </a:lnTo>
                  <a:lnTo>
                    <a:pt x="5321958" y="408106"/>
                  </a:lnTo>
                  <a:lnTo>
                    <a:pt x="5322051" y="408106"/>
                  </a:lnTo>
                  <a:lnTo>
                    <a:pt x="5322145" y="408106"/>
                  </a:lnTo>
                  <a:lnTo>
                    <a:pt x="5322518" y="408106"/>
                  </a:lnTo>
                  <a:lnTo>
                    <a:pt x="5322891" y="408106"/>
                  </a:lnTo>
                  <a:lnTo>
                    <a:pt x="5322984" y="408106"/>
                  </a:lnTo>
                  <a:lnTo>
                    <a:pt x="5323264" y="408106"/>
                  </a:lnTo>
                  <a:lnTo>
                    <a:pt x="5323543" y="408106"/>
                  </a:lnTo>
                  <a:lnTo>
                    <a:pt x="5323637" y="408106"/>
                  </a:lnTo>
                  <a:lnTo>
                    <a:pt x="5323730" y="408106"/>
                  </a:lnTo>
                  <a:lnTo>
                    <a:pt x="5324010" y="408106"/>
                  </a:lnTo>
                  <a:lnTo>
                    <a:pt x="5324756" y="408106"/>
                  </a:lnTo>
                  <a:lnTo>
                    <a:pt x="5324849" y="408106"/>
                  </a:lnTo>
                  <a:lnTo>
                    <a:pt x="5325129" y="408106"/>
                  </a:lnTo>
                  <a:lnTo>
                    <a:pt x="5325315" y="408106"/>
                  </a:lnTo>
                  <a:lnTo>
                    <a:pt x="5325408" y="408106"/>
                  </a:lnTo>
                  <a:lnTo>
                    <a:pt x="5325502" y="408106"/>
                  </a:lnTo>
                  <a:lnTo>
                    <a:pt x="5326061" y="408106"/>
                  </a:lnTo>
                  <a:lnTo>
                    <a:pt x="5327087" y="408106"/>
                  </a:lnTo>
                  <a:lnTo>
                    <a:pt x="5327273" y="408106"/>
                  </a:lnTo>
                  <a:lnTo>
                    <a:pt x="5327367" y="408106"/>
                  </a:lnTo>
                  <a:lnTo>
                    <a:pt x="5327460" y="408106"/>
                  </a:lnTo>
                  <a:lnTo>
                    <a:pt x="5327926" y="408106"/>
                  </a:lnTo>
                  <a:lnTo>
                    <a:pt x="5328019" y="408106"/>
                  </a:lnTo>
                  <a:lnTo>
                    <a:pt x="5328113" y="408106"/>
                  </a:lnTo>
                  <a:lnTo>
                    <a:pt x="5328206" y="408106"/>
                  </a:lnTo>
                  <a:lnTo>
                    <a:pt x="5328485" y="408106"/>
                  </a:lnTo>
                  <a:lnTo>
                    <a:pt x="5329231" y="408106"/>
                  </a:lnTo>
                  <a:lnTo>
                    <a:pt x="5329418" y="408106"/>
                  </a:lnTo>
                  <a:lnTo>
                    <a:pt x="5329791" y="408106"/>
                  </a:lnTo>
                  <a:lnTo>
                    <a:pt x="5329884" y="408106"/>
                  </a:lnTo>
                  <a:lnTo>
                    <a:pt x="5329977" y="408106"/>
                  </a:lnTo>
                  <a:lnTo>
                    <a:pt x="5330071" y="408106"/>
                  </a:lnTo>
                  <a:lnTo>
                    <a:pt x="5330537" y="408106"/>
                  </a:lnTo>
                  <a:lnTo>
                    <a:pt x="5330910" y="408106"/>
                  </a:lnTo>
                  <a:lnTo>
                    <a:pt x="5331283" y="408106"/>
                  </a:lnTo>
                  <a:lnTo>
                    <a:pt x="5331469" y="408106"/>
                  </a:lnTo>
                  <a:lnTo>
                    <a:pt x="5331936" y="408106"/>
                  </a:lnTo>
                  <a:lnTo>
                    <a:pt x="5332588" y="408106"/>
                  </a:lnTo>
                  <a:lnTo>
                    <a:pt x="5332775" y="408106"/>
                  </a:lnTo>
                  <a:lnTo>
                    <a:pt x="5332961" y="408106"/>
                  </a:lnTo>
                  <a:lnTo>
                    <a:pt x="5333055" y="408106"/>
                  </a:lnTo>
                  <a:lnTo>
                    <a:pt x="5333148" y="408106"/>
                  </a:lnTo>
                  <a:lnTo>
                    <a:pt x="5333521" y="408106"/>
                  </a:lnTo>
                  <a:lnTo>
                    <a:pt x="5333614" y="408106"/>
                  </a:lnTo>
                  <a:lnTo>
                    <a:pt x="5333987" y="408106"/>
                  </a:lnTo>
                  <a:lnTo>
                    <a:pt x="5334174" y="408106"/>
                  </a:lnTo>
                  <a:lnTo>
                    <a:pt x="5334360" y="408106"/>
                  </a:lnTo>
                  <a:lnTo>
                    <a:pt x="5334453" y="408106"/>
                  </a:lnTo>
                  <a:lnTo>
                    <a:pt x="5334640" y="408106"/>
                  </a:lnTo>
                  <a:lnTo>
                    <a:pt x="5334733" y="408106"/>
                  </a:lnTo>
                  <a:lnTo>
                    <a:pt x="5334920" y="408106"/>
                  </a:lnTo>
                  <a:lnTo>
                    <a:pt x="5335106" y="408106"/>
                  </a:lnTo>
                  <a:lnTo>
                    <a:pt x="5335479" y="408106"/>
                  </a:lnTo>
                  <a:lnTo>
                    <a:pt x="5335572" y="408106"/>
                  </a:lnTo>
                  <a:lnTo>
                    <a:pt x="5335665" y="408106"/>
                  </a:lnTo>
                  <a:lnTo>
                    <a:pt x="5335759" y="408106"/>
                  </a:lnTo>
                  <a:lnTo>
                    <a:pt x="5336038" y="408106"/>
                  </a:lnTo>
                  <a:lnTo>
                    <a:pt x="5336132" y="408106"/>
                  </a:lnTo>
                  <a:lnTo>
                    <a:pt x="5336318" y="408106"/>
                  </a:lnTo>
                  <a:lnTo>
                    <a:pt x="5336505" y="408106"/>
                  </a:lnTo>
                  <a:lnTo>
                    <a:pt x="5336878" y="408106"/>
                  </a:lnTo>
                  <a:lnTo>
                    <a:pt x="5337530" y="408106"/>
                  </a:lnTo>
                  <a:lnTo>
                    <a:pt x="5337810" y="408106"/>
                  </a:lnTo>
                  <a:lnTo>
                    <a:pt x="5337997" y="408106"/>
                  </a:lnTo>
                  <a:lnTo>
                    <a:pt x="5338276" y="408106"/>
                  </a:lnTo>
                  <a:lnTo>
                    <a:pt x="5338556" y="408106"/>
                  </a:lnTo>
                  <a:lnTo>
                    <a:pt x="5338649" y="408106"/>
                  </a:lnTo>
                  <a:lnTo>
                    <a:pt x="5339302" y="408106"/>
                  </a:lnTo>
                  <a:lnTo>
                    <a:pt x="5339489" y="408106"/>
                  </a:lnTo>
                  <a:lnTo>
                    <a:pt x="5339768" y="408106"/>
                  </a:lnTo>
                  <a:lnTo>
                    <a:pt x="5340235" y="408106"/>
                  </a:lnTo>
                  <a:lnTo>
                    <a:pt x="5340328" y="408106"/>
                  </a:lnTo>
                  <a:lnTo>
                    <a:pt x="5340421" y="408106"/>
                  </a:lnTo>
                  <a:lnTo>
                    <a:pt x="5340514" y="408106"/>
                  </a:lnTo>
                  <a:lnTo>
                    <a:pt x="5340701" y="408106"/>
                  </a:lnTo>
                  <a:lnTo>
                    <a:pt x="5340887" y="408106"/>
                  </a:lnTo>
                  <a:lnTo>
                    <a:pt x="5341074" y="408106"/>
                  </a:lnTo>
                  <a:lnTo>
                    <a:pt x="5341167" y="408106"/>
                  </a:lnTo>
                  <a:lnTo>
                    <a:pt x="5341260" y="408106"/>
                  </a:lnTo>
                  <a:lnTo>
                    <a:pt x="5341354" y="408106"/>
                  </a:lnTo>
                  <a:lnTo>
                    <a:pt x="5341447" y="408106"/>
                  </a:lnTo>
                  <a:lnTo>
                    <a:pt x="5342006" y="408106"/>
                  </a:lnTo>
                  <a:lnTo>
                    <a:pt x="5342379" y="408106"/>
                  </a:lnTo>
                  <a:lnTo>
                    <a:pt x="5342659" y="408106"/>
                  </a:lnTo>
                  <a:lnTo>
                    <a:pt x="5342752" y="408106"/>
                  </a:lnTo>
                  <a:lnTo>
                    <a:pt x="5342845" y="408106"/>
                  </a:lnTo>
                  <a:lnTo>
                    <a:pt x="5343032" y="408106"/>
                  </a:lnTo>
                  <a:lnTo>
                    <a:pt x="5343685" y="408106"/>
                  </a:lnTo>
                  <a:lnTo>
                    <a:pt x="5344244" y="408106"/>
                  </a:lnTo>
                  <a:lnTo>
                    <a:pt x="5344431" y="408106"/>
                  </a:lnTo>
                  <a:lnTo>
                    <a:pt x="5344524" y="408106"/>
                  </a:lnTo>
                  <a:lnTo>
                    <a:pt x="5344710" y="408106"/>
                  </a:lnTo>
                  <a:lnTo>
                    <a:pt x="5344804" y="408106"/>
                  </a:lnTo>
                  <a:lnTo>
                    <a:pt x="5345270" y="408106"/>
                  </a:lnTo>
                  <a:lnTo>
                    <a:pt x="5345456" y="408106"/>
                  </a:lnTo>
                  <a:lnTo>
                    <a:pt x="5345550" y="408106"/>
                  </a:lnTo>
                  <a:lnTo>
                    <a:pt x="5345643" y="408106"/>
                  </a:lnTo>
                  <a:lnTo>
                    <a:pt x="5345829" y="408106"/>
                  </a:lnTo>
                  <a:lnTo>
                    <a:pt x="5346296" y="408106"/>
                  </a:lnTo>
                  <a:lnTo>
                    <a:pt x="5346389" y="408106"/>
                  </a:lnTo>
                  <a:lnTo>
                    <a:pt x="5346482" y="408106"/>
                  </a:lnTo>
                  <a:lnTo>
                    <a:pt x="5347042" y="408106"/>
                  </a:lnTo>
                  <a:lnTo>
                    <a:pt x="5347228" y="408106"/>
                  </a:lnTo>
                  <a:lnTo>
                    <a:pt x="5347321" y="408106"/>
                  </a:lnTo>
                  <a:lnTo>
                    <a:pt x="5347601" y="408106"/>
                  </a:lnTo>
                  <a:lnTo>
                    <a:pt x="5347694" y="408106"/>
                  </a:lnTo>
                  <a:lnTo>
                    <a:pt x="5347788" y="408106"/>
                  </a:lnTo>
                  <a:lnTo>
                    <a:pt x="5348907" y="408106"/>
                  </a:lnTo>
                  <a:lnTo>
                    <a:pt x="5349000" y="408106"/>
                  </a:lnTo>
                  <a:lnTo>
                    <a:pt x="5349373" y="398152"/>
                  </a:lnTo>
                  <a:lnTo>
                    <a:pt x="5349839" y="398152"/>
                  </a:lnTo>
                  <a:lnTo>
                    <a:pt x="5350025" y="398152"/>
                  </a:lnTo>
                  <a:lnTo>
                    <a:pt x="5350119" y="398152"/>
                  </a:lnTo>
                  <a:lnTo>
                    <a:pt x="5350305" y="398152"/>
                  </a:lnTo>
                  <a:lnTo>
                    <a:pt x="5350585" y="398152"/>
                  </a:lnTo>
                  <a:lnTo>
                    <a:pt x="5350678" y="398152"/>
                  </a:lnTo>
                  <a:lnTo>
                    <a:pt x="5350771" y="398152"/>
                  </a:lnTo>
                  <a:lnTo>
                    <a:pt x="5351051" y="398152"/>
                  </a:lnTo>
                  <a:lnTo>
                    <a:pt x="5351704" y="398152"/>
                  </a:lnTo>
                  <a:lnTo>
                    <a:pt x="5351984" y="398152"/>
                  </a:lnTo>
                  <a:lnTo>
                    <a:pt x="5352077" y="398152"/>
                  </a:lnTo>
                  <a:lnTo>
                    <a:pt x="5352263" y="398152"/>
                  </a:lnTo>
                  <a:lnTo>
                    <a:pt x="5352636" y="398152"/>
                  </a:lnTo>
                  <a:lnTo>
                    <a:pt x="5352730" y="398152"/>
                  </a:lnTo>
                  <a:lnTo>
                    <a:pt x="5352823" y="398152"/>
                  </a:lnTo>
                  <a:lnTo>
                    <a:pt x="5353103" y="398152"/>
                  </a:lnTo>
                  <a:lnTo>
                    <a:pt x="5353289" y="398152"/>
                  </a:lnTo>
                  <a:lnTo>
                    <a:pt x="5353382" y="398152"/>
                  </a:lnTo>
                  <a:lnTo>
                    <a:pt x="5353476" y="398152"/>
                  </a:lnTo>
                  <a:lnTo>
                    <a:pt x="5354035" y="398152"/>
                  </a:lnTo>
                  <a:lnTo>
                    <a:pt x="5354128" y="398152"/>
                  </a:lnTo>
                  <a:lnTo>
                    <a:pt x="5354222" y="398152"/>
                  </a:lnTo>
                  <a:lnTo>
                    <a:pt x="5354408" y="398152"/>
                  </a:lnTo>
                  <a:lnTo>
                    <a:pt x="5354595" y="398152"/>
                  </a:lnTo>
                  <a:lnTo>
                    <a:pt x="5354874" y="398152"/>
                  </a:lnTo>
                  <a:lnTo>
                    <a:pt x="5354968" y="398152"/>
                  </a:lnTo>
                  <a:lnTo>
                    <a:pt x="5355714" y="398152"/>
                  </a:lnTo>
                  <a:lnTo>
                    <a:pt x="5355900" y="398152"/>
                  </a:lnTo>
                  <a:lnTo>
                    <a:pt x="5356086" y="398152"/>
                  </a:lnTo>
                  <a:lnTo>
                    <a:pt x="5356180" y="398152"/>
                  </a:lnTo>
                  <a:lnTo>
                    <a:pt x="5356553" y="398152"/>
                  </a:lnTo>
                  <a:lnTo>
                    <a:pt x="5356646" y="398152"/>
                  </a:lnTo>
                  <a:lnTo>
                    <a:pt x="5357578" y="398152"/>
                  </a:lnTo>
                  <a:lnTo>
                    <a:pt x="5357672" y="398152"/>
                  </a:lnTo>
                  <a:lnTo>
                    <a:pt x="5357765" y="398152"/>
                  </a:lnTo>
                  <a:lnTo>
                    <a:pt x="5357858" y="398152"/>
                  </a:lnTo>
                  <a:lnTo>
                    <a:pt x="5358138" y="398152"/>
                  </a:lnTo>
                  <a:lnTo>
                    <a:pt x="5358324" y="398152"/>
                  </a:lnTo>
                  <a:lnTo>
                    <a:pt x="5358604" y="398152"/>
                  </a:lnTo>
                  <a:lnTo>
                    <a:pt x="5358697" y="398152"/>
                  </a:lnTo>
                  <a:lnTo>
                    <a:pt x="5359164" y="398152"/>
                  </a:lnTo>
                  <a:lnTo>
                    <a:pt x="5359257" y="398152"/>
                  </a:lnTo>
                  <a:lnTo>
                    <a:pt x="5359350" y="398152"/>
                  </a:lnTo>
                  <a:lnTo>
                    <a:pt x="5360376" y="398152"/>
                  </a:lnTo>
                  <a:lnTo>
                    <a:pt x="5360562" y="398152"/>
                  </a:lnTo>
                  <a:lnTo>
                    <a:pt x="5360656" y="398152"/>
                  </a:lnTo>
                  <a:lnTo>
                    <a:pt x="5360842" y="398152"/>
                  </a:lnTo>
                  <a:lnTo>
                    <a:pt x="5361029" y="398152"/>
                  </a:lnTo>
                  <a:lnTo>
                    <a:pt x="5361215" y="398152"/>
                  </a:lnTo>
                  <a:lnTo>
                    <a:pt x="5361308" y="398152"/>
                  </a:lnTo>
                  <a:lnTo>
                    <a:pt x="5361402" y="398152"/>
                  </a:lnTo>
                  <a:lnTo>
                    <a:pt x="5361495" y="398152"/>
                  </a:lnTo>
                  <a:lnTo>
                    <a:pt x="5362054" y="398152"/>
                  </a:lnTo>
                  <a:lnTo>
                    <a:pt x="5362148" y="398152"/>
                  </a:lnTo>
                  <a:lnTo>
                    <a:pt x="5362241" y="398152"/>
                  </a:lnTo>
                  <a:lnTo>
                    <a:pt x="5362521" y="398152"/>
                  </a:lnTo>
                  <a:lnTo>
                    <a:pt x="5362614" y="398152"/>
                  </a:lnTo>
                  <a:lnTo>
                    <a:pt x="5362987" y="398152"/>
                  </a:lnTo>
                  <a:lnTo>
                    <a:pt x="5363080" y="398152"/>
                  </a:lnTo>
                  <a:lnTo>
                    <a:pt x="5363266" y="398152"/>
                  </a:lnTo>
                  <a:lnTo>
                    <a:pt x="5363360" y="398152"/>
                  </a:lnTo>
                  <a:lnTo>
                    <a:pt x="5363453" y="398152"/>
                  </a:lnTo>
                  <a:lnTo>
                    <a:pt x="5364199" y="398152"/>
                  </a:lnTo>
                  <a:lnTo>
                    <a:pt x="5364479" y="398152"/>
                  </a:lnTo>
                  <a:lnTo>
                    <a:pt x="5364665" y="398152"/>
                  </a:lnTo>
                  <a:lnTo>
                    <a:pt x="5364758" y="398152"/>
                  </a:lnTo>
                  <a:lnTo>
                    <a:pt x="5365971" y="398152"/>
                  </a:lnTo>
                  <a:lnTo>
                    <a:pt x="5366064" y="398152"/>
                  </a:lnTo>
                  <a:lnTo>
                    <a:pt x="5366250" y="398152"/>
                  </a:lnTo>
                  <a:lnTo>
                    <a:pt x="5366344" y="398152"/>
                  </a:lnTo>
                  <a:lnTo>
                    <a:pt x="5366530" y="398152"/>
                  </a:lnTo>
                  <a:lnTo>
                    <a:pt x="5366810" y="398152"/>
                  </a:lnTo>
                  <a:lnTo>
                    <a:pt x="5366903" y="398152"/>
                  </a:lnTo>
                  <a:lnTo>
                    <a:pt x="5366996" y="398152"/>
                  </a:lnTo>
                  <a:lnTo>
                    <a:pt x="5367556" y="398152"/>
                  </a:lnTo>
                  <a:lnTo>
                    <a:pt x="5367836" y="398152"/>
                  </a:lnTo>
                  <a:lnTo>
                    <a:pt x="5367929" y="398152"/>
                  </a:lnTo>
                  <a:lnTo>
                    <a:pt x="5368022" y="398152"/>
                  </a:lnTo>
                  <a:lnTo>
                    <a:pt x="5368395" y="398152"/>
                  </a:lnTo>
                  <a:lnTo>
                    <a:pt x="5368488" y="398152"/>
                  </a:lnTo>
                  <a:lnTo>
                    <a:pt x="5368582" y="398152"/>
                  </a:lnTo>
                  <a:lnTo>
                    <a:pt x="5368675" y="398152"/>
                  </a:lnTo>
                  <a:lnTo>
                    <a:pt x="5368768" y="398152"/>
                  </a:lnTo>
                  <a:lnTo>
                    <a:pt x="5369234" y="398152"/>
                  </a:lnTo>
                  <a:lnTo>
                    <a:pt x="5369421" y="398152"/>
                  </a:lnTo>
                  <a:lnTo>
                    <a:pt x="5369887" y="398152"/>
                  </a:lnTo>
                  <a:lnTo>
                    <a:pt x="5370726" y="398152"/>
                  </a:lnTo>
                  <a:lnTo>
                    <a:pt x="5370819" y="398152"/>
                  </a:lnTo>
                  <a:lnTo>
                    <a:pt x="5371099" y="398152"/>
                  </a:lnTo>
                  <a:lnTo>
                    <a:pt x="5371286" y="398152"/>
                  </a:lnTo>
                  <a:lnTo>
                    <a:pt x="5371938" y="398152"/>
                  </a:lnTo>
                  <a:lnTo>
                    <a:pt x="5372032" y="398152"/>
                  </a:lnTo>
                  <a:lnTo>
                    <a:pt x="5372405" y="398152"/>
                  </a:lnTo>
                  <a:lnTo>
                    <a:pt x="5372498" y="398152"/>
                  </a:lnTo>
                  <a:lnTo>
                    <a:pt x="5372684" y="398152"/>
                  </a:lnTo>
                  <a:lnTo>
                    <a:pt x="5372871" y="398152"/>
                  </a:lnTo>
                  <a:lnTo>
                    <a:pt x="5373151" y="398152"/>
                  </a:lnTo>
                  <a:lnTo>
                    <a:pt x="5373803" y="398152"/>
                  </a:lnTo>
                  <a:lnTo>
                    <a:pt x="5373897" y="398152"/>
                  </a:lnTo>
                  <a:lnTo>
                    <a:pt x="5374176" y="398152"/>
                  </a:lnTo>
                  <a:lnTo>
                    <a:pt x="5374549" y="398152"/>
                  </a:lnTo>
                  <a:lnTo>
                    <a:pt x="5375016" y="398152"/>
                  </a:lnTo>
                  <a:lnTo>
                    <a:pt x="5375482" y="398152"/>
                  </a:lnTo>
                  <a:lnTo>
                    <a:pt x="5375575" y="398152"/>
                  </a:lnTo>
                  <a:lnTo>
                    <a:pt x="5375948" y="398152"/>
                  </a:lnTo>
                  <a:lnTo>
                    <a:pt x="5376041" y="398152"/>
                  </a:lnTo>
                  <a:lnTo>
                    <a:pt x="5376414" y="398152"/>
                  </a:lnTo>
                  <a:lnTo>
                    <a:pt x="5376974" y="398152"/>
                  </a:lnTo>
                  <a:lnTo>
                    <a:pt x="5377067" y="398152"/>
                  </a:lnTo>
                  <a:lnTo>
                    <a:pt x="5377440" y="398152"/>
                  </a:lnTo>
                  <a:lnTo>
                    <a:pt x="5377533" y="398152"/>
                  </a:lnTo>
                  <a:lnTo>
                    <a:pt x="5377626" y="398152"/>
                  </a:lnTo>
                  <a:lnTo>
                    <a:pt x="5377813" y="398152"/>
                  </a:lnTo>
                  <a:lnTo>
                    <a:pt x="5377906" y="398152"/>
                  </a:lnTo>
                  <a:lnTo>
                    <a:pt x="5378652" y="388199"/>
                  </a:lnTo>
                  <a:lnTo>
                    <a:pt x="5378745" y="388199"/>
                  </a:lnTo>
                  <a:lnTo>
                    <a:pt x="5379025" y="388199"/>
                  </a:lnTo>
                  <a:lnTo>
                    <a:pt x="5379398" y="388199"/>
                  </a:lnTo>
                  <a:lnTo>
                    <a:pt x="5379491" y="388199"/>
                  </a:lnTo>
                  <a:lnTo>
                    <a:pt x="5379678" y="388199"/>
                  </a:lnTo>
                  <a:lnTo>
                    <a:pt x="5379771" y="388199"/>
                  </a:lnTo>
                  <a:lnTo>
                    <a:pt x="5379958" y="388199"/>
                  </a:lnTo>
                  <a:lnTo>
                    <a:pt x="5380517" y="388199"/>
                  </a:lnTo>
                  <a:lnTo>
                    <a:pt x="5380983" y="388199"/>
                  </a:lnTo>
                  <a:lnTo>
                    <a:pt x="5381356" y="388199"/>
                  </a:lnTo>
                  <a:lnTo>
                    <a:pt x="5381450" y="388199"/>
                  </a:lnTo>
                  <a:lnTo>
                    <a:pt x="5381729" y="388199"/>
                  </a:lnTo>
                  <a:lnTo>
                    <a:pt x="5381916" y="388199"/>
                  </a:lnTo>
                  <a:lnTo>
                    <a:pt x="5382009" y="388199"/>
                  </a:lnTo>
                  <a:lnTo>
                    <a:pt x="5382102" y="388199"/>
                  </a:lnTo>
                  <a:lnTo>
                    <a:pt x="5382475" y="388199"/>
                  </a:lnTo>
                  <a:lnTo>
                    <a:pt x="5382569" y="378245"/>
                  </a:lnTo>
                  <a:lnTo>
                    <a:pt x="5383035" y="378245"/>
                  </a:lnTo>
                  <a:lnTo>
                    <a:pt x="5383221" y="378245"/>
                  </a:lnTo>
                  <a:lnTo>
                    <a:pt x="5383408" y="378245"/>
                  </a:lnTo>
                  <a:lnTo>
                    <a:pt x="5383688" y="378245"/>
                  </a:lnTo>
                  <a:lnTo>
                    <a:pt x="5383781" y="378245"/>
                  </a:lnTo>
                  <a:lnTo>
                    <a:pt x="5383874" y="378245"/>
                  </a:lnTo>
                  <a:lnTo>
                    <a:pt x="5384154" y="378245"/>
                  </a:lnTo>
                  <a:lnTo>
                    <a:pt x="5384340" y="378245"/>
                  </a:lnTo>
                  <a:lnTo>
                    <a:pt x="5384433" y="378245"/>
                  </a:lnTo>
                  <a:lnTo>
                    <a:pt x="5384620" y="378245"/>
                  </a:lnTo>
                  <a:lnTo>
                    <a:pt x="5384713" y="378245"/>
                  </a:lnTo>
                  <a:lnTo>
                    <a:pt x="5384993" y="378245"/>
                  </a:lnTo>
                  <a:lnTo>
                    <a:pt x="5385366" y="378245"/>
                  </a:lnTo>
                  <a:lnTo>
                    <a:pt x="5385459" y="378245"/>
                  </a:lnTo>
                  <a:lnTo>
                    <a:pt x="5385646" y="378245"/>
                  </a:lnTo>
                  <a:lnTo>
                    <a:pt x="5385739" y="378245"/>
                  </a:lnTo>
                  <a:lnTo>
                    <a:pt x="5385925" y="378245"/>
                  </a:lnTo>
                  <a:lnTo>
                    <a:pt x="5386392" y="378245"/>
                  </a:lnTo>
                  <a:lnTo>
                    <a:pt x="5386485" y="378245"/>
                  </a:lnTo>
                  <a:lnTo>
                    <a:pt x="5386578" y="378245"/>
                  </a:lnTo>
                  <a:lnTo>
                    <a:pt x="5386671" y="378245"/>
                  </a:lnTo>
                  <a:lnTo>
                    <a:pt x="5386951" y="378245"/>
                  </a:lnTo>
                  <a:lnTo>
                    <a:pt x="5387138" y="368291"/>
                  </a:lnTo>
                  <a:lnTo>
                    <a:pt x="5387697" y="368291"/>
                  </a:lnTo>
                  <a:lnTo>
                    <a:pt x="5387790" y="368291"/>
                  </a:lnTo>
                  <a:lnTo>
                    <a:pt x="5387884" y="368291"/>
                  </a:lnTo>
                  <a:lnTo>
                    <a:pt x="5388070" y="368291"/>
                  </a:lnTo>
                  <a:lnTo>
                    <a:pt x="5388257" y="368291"/>
                  </a:lnTo>
                  <a:lnTo>
                    <a:pt x="5388350" y="368291"/>
                  </a:lnTo>
                  <a:lnTo>
                    <a:pt x="5388443" y="368291"/>
                  </a:lnTo>
                  <a:lnTo>
                    <a:pt x="5388536" y="368291"/>
                  </a:lnTo>
                  <a:lnTo>
                    <a:pt x="5388723" y="368291"/>
                  </a:lnTo>
                  <a:lnTo>
                    <a:pt x="5388909" y="368291"/>
                  </a:lnTo>
                  <a:lnTo>
                    <a:pt x="5389096" y="368291"/>
                  </a:lnTo>
                  <a:lnTo>
                    <a:pt x="5389189" y="368291"/>
                  </a:lnTo>
                  <a:lnTo>
                    <a:pt x="5389282" y="368291"/>
                  </a:lnTo>
                  <a:lnTo>
                    <a:pt x="5389376" y="368291"/>
                  </a:lnTo>
                  <a:lnTo>
                    <a:pt x="5389562" y="368291"/>
                  </a:lnTo>
                  <a:lnTo>
                    <a:pt x="5389655" y="368291"/>
                  </a:lnTo>
                  <a:lnTo>
                    <a:pt x="5389749" y="368291"/>
                  </a:lnTo>
                  <a:lnTo>
                    <a:pt x="5389935" y="368291"/>
                  </a:lnTo>
                  <a:lnTo>
                    <a:pt x="5390028" y="368291"/>
                  </a:lnTo>
                  <a:lnTo>
                    <a:pt x="5390401" y="368291"/>
                  </a:lnTo>
                  <a:lnTo>
                    <a:pt x="5390495" y="368291"/>
                  </a:lnTo>
                  <a:lnTo>
                    <a:pt x="5390867" y="368291"/>
                  </a:lnTo>
                  <a:lnTo>
                    <a:pt x="5390961" y="368291"/>
                  </a:lnTo>
                  <a:lnTo>
                    <a:pt x="5391147" y="368291"/>
                  </a:lnTo>
                  <a:lnTo>
                    <a:pt x="5391334" y="368291"/>
                  </a:lnTo>
                  <a:lnTo>
                    <a:pt x="5391893" y="368291"/>
                  </a:lnTo>
                  <a:lnTo>
                    <a:pt x="5391986" y="368291"/>
                  </a:lnTo>
                  <a:lnTo>
                    <a:pt x="5392080" y="368291"/>
                  </a:lnTo>
                  <a:lnTo>
                    <a:pt x="5392173" y="368291"/>
                  </a:lnTo>
                  <a:lnTo>
                    <a:pt x="5392639" y="368291"/>
                  </a:lnTo>
                  <a:lnTo>
                    <a:pt x="5392732" y="368291"/>
                  </a:lnTo>
                  <a:lnTo>
                    <a:pt x="5393105" y="368291"/>
                  </a:lnTo>
                  <a:lnTo>
                    <a:pt x="5393385" y="368291"/>
                  </a:lnTo>
                  <a:lnTo>
                    <a:pt x="5393478" y="368291"/>
                  </a:lnTo>
                  <a:lnTo>
                    <a:pt x="5393572" y="368291"/>
                  </a:lnTo>
                  <a:lnTo>
                    <a:pt x="5393665" y="368291"/>
                  </a:lnTo>
                  <a:lnTo>
                    <a:pt x="5393945" y="368291"/>
                  </a:lnTo>
                  <a:lnTo>
                    <a:pt x="5394038" y="368291"/>
                  </a:lnTo>
                  <a:lnTo>
                    <a:pt x="5394318" y="368291"/>
                  </a:lnTo>
                  <a:lnTo>
                    <a:pt x="5394504" y="368291"/>
                  </a:lnTo>
                  <a:lnTo>
                    <a:pt x="5394784" y="368291"/>
                  </a:lnTo>
                  <a:lnTo>
                    <a:pt x="5395623" y="368291"/>
                  </a:lnTo>
                  <a:lnTo>
                    <a:pt x="5395716" y="368291"/>
                  </a:lnTo>
                  <a:lnTo>
                    <a:pt x="5395996" y="368291"/>
                  </a:lnTo>
                  <a:lnTo>
                    <a:pt x="5396089" y="368291"/>
                  </a:lnTo>
                  <a:lnTo>
                    <a:pt x="5396369" y="358337"/>
                  </a:lnTo>
                  <a:lnTo>
                    <a:pt x="5396649" y="358337"/>
                  </a:lnTo>
                  <a:lnTo>
                    <a:pt x="5396742" y="358337"/>
                  </a:lnTo>
                  <a:lnTo>
                    <a:pt x="5396929" y="358337"/>
                  </a:lnTo>
                  <a:lnTo>
                    <a:pt x="5397115" y="358337"/>
                  </a:lnTo>
                  <a:lnTo>
                    <a:pt x="5397954" y="358337"/>
                  </a:lnTo>
                  <a:lnTo>
                    <a:pt x="5398047" y="358337"/>
                  </a:lnTo>
                  <a:lnTo>
                    <a:pt x="5398141" y="358337"/>
                  </a:lnTo>
                  <a:lnTo>
                    <a:pt x="5398234" y="358337"/>
                  </a:lnTo>
                  <a:lnTo>
                    <a:pt x="5398420" y="358337"/>
                  </a:lnTo>
                  <a:lnTo>
                    <a:pt x="5398607" y="358337"/>
                  </a:lnTo>
                  <a:lnTo>
                    <a:pt x="5399166" y="358337"/>
                  </a:lnTo>
                  <a:lnTo>
                    <a:pt x="5399260" y="358337"/>
                  </a:lnTo>
                  <a:lnTo>
                    <a:pt x="5399539" y="358337"/>
                  </a:lnTo>
                  <a:lnTo>
                    <a:pt x="5400099" y="358337"/>
                  </a:lnTo>
                  <a:lnTo>
                    <a:pt x="5400192" y="358337"/>
                  </a:lnTo>
                  <a:lnTo>
                    <a:pt x="5400285" y="358337"/>
                  </a:lnTo>
                  <a:lnTo>
                    <a:pt x="5401125" y="358337"/>
                  </a:lnTo>
                  <a:lnTo>
                    <a:pt x="5401777" y="358337"/>
                  </a:lnTo>
                  <a:lnTo>
                    <a:pt x="5402057" y="358337"/>
                  </a:lnTo>
                  <a:lnTo>
                    <a:pt x="5402150" y="358337"/>
                  </a:lnTo>
                  <a:lnTo>
                    <a:pt x="5402617" y="358337"/>
                  </a:lnTo>
                  <a:lnTo>
                    <a:pt x="5402710" y="358337"/>
                  </a:lnTo>
                  <a:lnTo>
                    <a:pt x="5402896" y="358337"/>
                  </a:lnTo>
                  <a:lnTo>
                    <a:pt x="5403642" y="358337"/>
                  </a:lnTo>
                  <a:lnTo>
                    <a:pt x="5404015" y="358337"/>
                  </a:lnTo>
                  <a:lnTo>
                    <a:pt x="5404109" y="358337"/>
                  </a:lnTo>
                  <a:lnTo>
                    <a:pt x="5404575" y="358337"/>
                  </a:lnTo>
                  <a:lnTo>
                    <a:pt x="5404668" y="358337"/>
                  </a:lnTo>
                  <a:lnTo>
                    <a:pt x="5404948" y="358337"/>
                  </a:lnTo>
                  <a:lnTo>
                    <a:pt x="5405507" y="358337"/>
                  </a:lnTo>
                  <a:lnTo>
                    <a:pt x="5405787" y="358337"/>
                  </a:lnTo>
                  <a:lnTo>
                    <a:pt x="5406067" y="358337"/>
                  </a:lnTo>
                  <a:lnTo>
                    <a:pt x="5406160" y="358337"/>
                  </a:lnTo>
                  <a:lnTo>
                    <a:pt x="5406346" y="358337"/>
                  </a:lnTo>
                  <a:lnTo>
                    <a:pt x="5406813" y="358337"/>
                  </a:lnTo>
                  <a:lnTo>
                    <a:pt x="5407092" y="358337"/>
                  </a:lnTo>
                  <a:lnTo>
                    <a:pt x="5407652" y="358337"/>
                  </a:lnTo>
                  <a:lnTo>
                    <a:pt x="5407932" y="358337"/>
                  </a:lnTo>
                  <a:lnTo>
                    <a:pt x="5408491" y="358337"/>
                  </a:lnTo>
                  <a:lnTo>
                    <a:pt x="5408957" y="358337"/>
                  </a:lnTo>
                  <a:lnTo>
                    <a:pt x="5409237" y="358337"/>
                  </a:lnTo>
                  <a:lnTo>
                    <a:pt x="5409703" y="358337"/>
                  </a:lnTo>
                  <a:lnTo>
                    <a:pt x="5410263" y="358337"/>
                  </a:lnTo>
                  <a:lnTo>
                    <a:pt x="5410543" y="358337"/>
                  </a:lnTo>
                  <a:lnTo>
                    <a:pt x="5410636" y="358337"/>
                  </a:lnTo>
                  <a:lnTo>
                    <a:pt x="5410916" y="358337"/>
                  </a:lnTo>
                  <a:lnTo>
                    <a:pt x="5411289" y="358337"/>
                  </a:lnTo>
                  <a:lnTo>
                    <a:pt x="5411475" y="358337"/>
                  </a:lnTo>
                  <a:lnTo>
                    <a:pt x="5411568" y="348383"/>
                  </a:lnTo>
                  <a:lnTo>
                    <a:pt x="5411848" y="348383"/>
                  </a:lnTo>
                  <a:lnTo>
                    <a:pt x="5412221" y="348383"/>
                  </a:lnTo>
                  <a:lnTo>
                    <a:pt x="5412501" y="348383"/>
                  </a:lnTo>
                  <a:lnTo>
                    <a:pt x="5412687" y="348383"/>
                  </a:lnTo>
                  <a:lnTo>
                    <a:pt x="5412874" y="348383"/>
                  </a:lnTo>
                  <a:lnTo>
                    <a:pt x="5413526" y="348383"/>
                  </a:lnTo>
                  <a:lnTo>
                    <a:pt x="5413620" y="348383"/>
                  </a:lnTo>
                  <a:lnTo>
                    <a:pt x="5413806" y="348383"/>
                  </a:lnTo>
                  <a:lnTo>
                    <a:pt x="5413899" y="348383"/>
                  </a:lnTo>
                  <a:lnTo>
                    <a:pt x="5413993" y="348383"/>
                  </a:lnTo>
                  <a:lnTo>
                    <a:pt x="5414086" y="348383"/>
                  </a:lnTo>
                  <a:lnTo>
                    <a:pt x="5414272" y="348383"/>
                  </a:lnTo>
                  <a:lnTo>
                    <a:pt x="5414459" y="348383"/>
                  </a:lnTo>
                  <a:lnTo>
                    <a:pt x="5414552" y="348383"/>
                  </a:lnTo>
                  <a:lnTo>
                    <a:pt x="5414645" y="348383"/>
                  </a:lnTo>
                  <a:lnTo>
                    <a:pt x="5414925" y="348383"/>
                  </a:lnTo>
                  <a:lnTo>
                    <a:pt x="5415018" y="348383"/>
                  </a:lnTo>
                  <a:lnTo>
                    <a:pt x="5415205" y="348383"/>
                  </a:lnTo>
                  <a:lnTo>
                    <a:pt x="5415578" y="348383"/>
                  </a:lnTo>
                  <a:lnTo>
                    <a:pt x="5415671" y="348383"/>
                  </a:lnTo>
                  <a:lnTo>
                    <a:pt x="5415764" y="348383"/>
                  </a:lnTo>
                  <a:lnTo>
                    <a:pt x="5415858" y="348383"/>
                  </a:lnTo>
                  <a:lnTo>
                    <a:pt x="5415951" y="348383"/>
                  </a:lnTo>
                  <a:lnTo>
                    <a:pt x="5416044" y="348383"/>
                  </a:lnTo>
                  <a:lnTo>
                    <a:pt x="5416231" y="348383"/>
                  </a:lnTo>
                  <a:lnTo>
                    <a:pt x="5416324" y="348383"/>
                  </a:lnTo>
                  <a:lnTo>
                    <a:pt x="5416417" y="348383"/>
                  </a:lnTo>
                  <a:lnTo>
                    <a:pt x="5416510" y="348383"/>
                  </a:lnTo>
                  <a:lnTo>
                    <a:pt x="5416604" y="348383"/>
                  </a:lnTo>
                  <a:lnTo>
                    <a:pt x="5416883" y="348383"/>
                  </a:lnTo>
                  <a:lnTo>
                    <a:pt x="5416977" y="348383"/>
                  </a:lnTo>
                  <a:lnTo>
                    <a:pt x="5417070" y="348383"/>
                  </a:lnTo>
                  <a:lnTo>
                    <a:pt x="5417163" y="348383"/>
                  </a:lnTo>
                  <a:lnTo>
                    <a:pt x="5417350" y="348383"/>
                  </a:lnTo>
                  <a:lnTo>
                    <a:pt x="5417443" y="348383"/>
                  </a:lnTo>
                  <a:lnTo>
                    <a:pt x="5417723" y="348383"/>
                  </a:lnTo>
                  <a:lnTo>
                    <a:pt x="5418002" y="348383"/>
                  </a:lnTo>
                  <a:lnTo>
                    <a:pt x="5418282" y="348383"/>
                  </a:lnTo>
                  <a:lnTo>
                    <a:pt x="5418468" y="348383"/>
                  </a:lnTo>
                  <a:lnTo>
                    <a:pt x="5418655" y="348383"/>
                  </a:lnTo>
                  <a:lnTo>
                    <a:pt x="5418935" y="348383"/>
                  </a:lnTo>
                  <a:lnTo>
                    <a:pt x="5419028" y="348383"/>
                  </a:lnTo>
                  <a:lnTo>
                    <a:pt x="5419214" y="348383"/>
                  </a:lnTo>
                  <a:lnTo>
                    <a:pt x="5419587" y="348383"/>
                  </a:lnTo>
                  <a:lnTo>
                    <a:pt x="5419681" y="348383"/>
                  </a:lnTo>
                  <a:lnTo>
                    <a:pt x="5419867" y="348383"/>
                  </a:lnTo>
                  <a:lnTo>
                    <a:pt x="5420054" y="348383"/>
                  </a:lnTo>
                  <a:lnTo>
                    <a:pt x="5420427" y="348383"/>
                  </a:lnTo>
                  <a:lnTo>
                    <a:pt x="5420520" y="348383"/>
                  </a:lnTo>
                  <a:lnTo>
                    <a:pt x="5420706" y="348383"/>
                  </a:lnTo>
                  <a:lnTo>
                    <a:pt x="5420986" y="348383"/>
                  </a:lnTo>
                  <a:lnTo>
                    <a:pt x="5421452" y="348383"/>
                  </a:lnTo>
                  <a:lnTo>
                    <a:pt x="5421639" y="348383"/>
                  </a:lnTo>
                  <a:lnTo>
                    <a:pt x="5421919" y="348383"/>
                  </a:lnTo>
                  <a:lnTo>
                    <a:pt x="5422012" y="348383"/>
                  </a:lnTo>
                  <a:lnTo>
                    <a:pt x="5422198" y="348383"/>
                  </a:lnTo>
                  <a:lnTo>
                    <a:pt x="5422292" y="348383"/>
                  </a:lnTo>
                  <a:lnTo>
                    <a:pt x="5422665" y="348383"/>
                  </a:lnTo>
                  <a:lnTo>
                    <a:pt x="5422944" y="348383"/>
                  </a:lnTo>
                  <a:lnTo>
                    <a:pt x="5423224" y="348383"/>
                  </a:lnTo>
                  <a:lnTo>
                    <a:pt x="5423504" y="348383"/>
                  </a:lnTo>
                  <a:lnTo>
                    <a:pt x="5423690" y="348383"/>
                  </a:lnTo>
                  <a:lnTo>
                    <a:pt x="5423784" y="348383"/>
                  </a:lnTo>
                  <a:lnTo>
                    <a:pt x="5423877" y="348383"/>
                  </a:lnTo>
                  <a:lnTo>
                    <a:pt x="5423970" y="348383"/>
                  </a:lnTo>
                  <a:lnTo>
                    <a:pt x="5424063" y="348383"/>
                  </a:lnTo>
                  <a:lnTo>
                    <a:pt x="5424530" y="348383"/>
                  </a:lnTo>
                  <a:lnTo>
                    <a:pt x="5424903" y="348383"/>
                  </a:lnTo>
                  <a:lnTo>
                    <a:pt x="5424996" y="348383"/>
                  </a:lnTo>
                  <a:lnTo>
                    <a:pt x="5425182" y="348383"/>
                  </a:lnTo>
                  <a:lnTo>
                    <a:pt x="5425369" y="348383"/>
                  </a:lnTo>
                  <a:lnTo>
                    <a:pt x="5425462" y="348383"/>
                  </a:lnTo>
                  <a:lnTo>
                    <a:pt x="5425648" y="348383"/>
                  </a:lnTo>
                  <a:lnTo>
                    <a:pt x="5425742" y="348383"/>
                  </a:lnTo>
                  <a:lnTo>
                    <a:pt x="5425835" y="348383"/>
                  </a:lnTo>
                  <a:lnTo>
                    <a:pt x="5425928" y="348383"/>
                  </a:lnTo>
                  <a:lnTo>
                    <a:pt x="5426021" y="348383"/>
                  </a:lnTo>
                  <a:lnTo>
                    <a:pt x="5426394" y="348383"/>
                  </a:lnTo>
                  <a:lnTo>
                    <a:pt x="5426488" y="348383"/>
                  </a:lnTo>
                  <a:lnTo>
                    <a:pt x="5426581" y="348383"/>
                  </a:lnTo>
                  <a:lnTo>
                    <a:pt x="5426674" y="348383"/>
                  </a:lnTo>
                  <a:lnTo>
                    <a:pt x="5426767" y="348383"/>
                  </a:lnTo>
                  <a:lnTo>
                    <a:pt x="5426861" y="348383"/>
                  </a:lnTo>
                  <a:lnTo>
                    <a:pt x="5427234" y="348383"/>
                  </a:lnTo>
                  <a:lnTo>
                    <a:pt x="5427607" y="348383"/>
                  </a:lnTo>
                  <a:lnTo>
                    <a:pt x="5427700" y="348383"/>
                  </a:lnTo>
                  <a:lnTo>
                    <a:pt x="5428073" y="348383"/>
                  </a:lnTo>
                  <a:lnTo>
                    <a:pt x="5428166" y="348383"/>
                  </a:lnTo>
                  <a:lnTo>
                    <a:pt x="5428259" y="348383"/>
                  </a:lnTo>
                  <a:lnTo>
                    <a:pt x="5428353" y="348383"/>
                  </a:lnTo>
                  <a:lnTo>
                    <a:pt x="5428446" y="348383"/>
                  </a:lnTo>
                  <a:lnTo>
                    <a:pt x="5428632" y="348383"/>
                  </a:lnTo>
                  <a:lnTo>
                    <a:pt x="5428726" y="348383"/>
                  </a:lnTo>
                  <a:lnTo>
                    <a:pt x="5428819" y="348383"/>
                  </a:lnTo>
                  <a:lnTo>
                    <a:pt x="5428912" y="348383"/>
                  </a:lnTo>
                  <a:lnTo>
                    <a:pt x="5429005" y="348383"/>
                  </a:lnTo>
                  <a:lnTo>
                    <a:pt x="5429472" y="348383"/>
                  </a:lnTo>
                  <a:lnTo>
                    <a:pt x="5429565" y="348383"/>
                  </a:lnTo>
                  <a:lnTo>
                    <a:pt x="5429751" y="348383"/>
                  </a:lnTo>
                  <a:lnTo>
                    <a:pt x="5429845" y="348383"/>
                  </a:lnTo>
                  <a:lnTo>
                    <a:pt x="5429938" y="348383"/>
                  </a:lnTo>
                  <a:lnTo>
                    <a:pt x="5430031" y="348383"/>
                  </a:lnTo>
                  <a:lnTo>
                    <a:pt x="5430311" y="348383"/>
                  </a:lnTo>
                  <a:lnTo>
                    <a:pt x="5430591" y="348383"/>
                  </a:lnTo>
                  <a:lnTo>
                    <a:pt x="5430684" y="348383"/>
                  </a:lnTo>
                  <a:lnTo>
                    <a:pt x="5430777" y="348383"/>
                  </a:lnTo>
                  <a:lnTo>
                    <a:pt x="5431057" y="348383"/>
                  </a:lnTo>
                  <a:lnTo>
                    <a:pt x="5431150" y="348383"/>
                  </a:lnTo>
                  <a:lnTo>
                    <a:pt x="5431243" y="348383"/>
                  </a:lnTo>
                  <a:lnTo>
                    <a:pt x="5431523" y="348383"/>
                  </a:lnTo>
                  <a:lnTo>
                    <a:pt x="5431616" y="348383"/>
                  </a:lnTo>
                  <a:lnTo>
                    <a:pt x="5431710" y="348383"/>
                  </a:lnTo>
                  <a:lnTo>
                    <a:pt x="5431803" y="348383"/>
                  </a:lnTo>
                  <a:lnTo>
                    <a:pt x="5431896" y="348383"/>
                  </a:lnTo>
                  <a:lnTo>
                    <a:pt x="5431989" y="348383"/>
                  </a:lnTo>
                  <a:lnTo>
                    <a:pt x="5447655" y="348383"/>
                  </a:lnTo>
                  <a:lnTo>
                    <a:pt x="5447841" y="348383"/>
                  </a:lnTo>
                  <a:lnTo>
                    <a:pt x="5448028" y="348383"/>
                  </a:lnTo>
                  <a:lnTo>
                    <a:pt x="5448587" y="348383"/>
                  </a:lnTo>
                  <a:lnTo>
                    <a:pt x="5448680" y="348383"/>
                  </a:lnTo>
                  <a:lnTo>
                    <a:pt x="5448867" y="348383"/>
                  </a:lnTo>
                  <a:lnTo>
                    <a:pt x="5449053" y="348383"/>
                  </a:lnTo>
                  <a:lnTo>
                    <a:pt x="5449147" y="348383"/>
                  </a:lnTo>
                  <a:lnTo>
                    <a:pt x="5449240" y="348383"/>
                  </a:lnTo>
                  <a:lnTo>
                    <a:pt x="5449520" y="348383"/>
                  </a:lnTo>
                  <a:lnTo>
                    <a:pt x="5450172" y="348383"/>
                  </a:lnTo>
                  <a:lnTo>
                    <a:pt x="5450266" y="348383"/>
                  </a:lnTo>
                  <a:lnTo>
                    <a:pt x="5450545" y="348383"/>
                  </a:lnTo>
                  <a:lnTo>
                    <a:pt x="5450825" y="348383"/>
                  </a:lnTo>
                  <a:lnTo>
                    <a:pt x="5450918" y="348383"/>
                  </a:lnTo>
                  <a:lnTo>
                    <a:pt x="5451012" y="348383"/>
                  </a:lnTo>
                  <a:lnTo>
                    <a:pt x="5451105" y="348383"/>
                  </a:lnTo>
                  <a:lnTo>
                    <a:pt x="5451198" y="348383"/>
                  </a:lnTo>
                  <a:lnTo>
                    <a:pt x="5451385" y="348383"/>
                  </a:lnTo>
                  <a:lnTo>
                    <a:pt x="5451571" y="348383"/>
                  </a:lnTo>
                  <a:lnTo>
                    <a:pt x="5451664" y="348383"/>
                  </a:lnTo>
                  <a:lnTo>
                    <a:pt x="5452131" y="348383"/>
                  </a:lnTo>
                  <a:lnTo>
                    <a:pt x="5452410" y="348383"/>
                  </a:lnTo>
                  <a:lnTo>
                    <a:pt x="5452783" y="348383"/>
                  </a:lnTo>
                  <a:lnTo>
                    <a:pt x="5452877" y="348383"/>
                  </a:lnTo>
                  <a:lnTo>
                    <a:pt x="5452970" y="348383"/>
                  </a:lnTo>
                  <a:lnTo>
                    <a:pt x="5453156" y="348383"/>
                  </a:lnTo>
                  <a:lnTo>
                    <a:pt x="5453249" y="348383"/>
                  </a:lnTo>
                  <a:lnTo>
                    <a:pt x="5453716" y="348383"/>
                  </a:lnTo>
                  <a:lnTo>
                    <a:pt x="5453995" y="348383"/>
                  </a:lnTo>
                  <a:lnTo>
                    <a:pt x="5454089" y="348383"/>
                  </a:lnTo>
                  <a:lnTo>
                    <a:pt x="5454275" y="348383"/>
                  </a:lnTo>
                  <a:lnTo>
                    <a:pt x="5454555" y="348383"/>
                  </a:lnTo>
                  <a:lnTo>
                    <a:pt x="5454648" y="348383"/>
                  </a:lnTo>
                  <a:lnTo>
                    <a:pt x="5454741" y="348383"/>
                  </a:lnTo>
                  <a:lnTo>
                    <a:pt x="5454928" y="348383"/>
                  </a:lnTo>
                  <a:lnTo>
                    <a:pt x="5455208" y="348383"/>
                  </a:lnTo>
                  <a:lnTo>
                    <a:pt x="5455301" y="348383"/>
                  </a:lnTo>
                  <a:lnTo>
                    <a:pt x="5455581" y="348383"/>
                  </a:lnTo>
                  <a:lnTo>
                    <a:pt x="5455674" y="348383"/>
                  </a:lnTo>
                  <a:lnTo>
                    <a:pt x="5455767" y="348383"/>
                  </a:lnTo>
                  <a:lnTo>
                    <a:pt x="5455860" y="348383"/>
                  </a:lnTo>
                  <a:lnTo>
                    <a:pt x="5456140" y="348383"/>
                  </a:lnTo>
                  <a:lnTo>
                    <a:pt x="5456327" y="348383"/>
                  </a:lnTo>
                  <a:lnTo>
                    <a:pt x="5456420" y="348383"/>
                  </a:lnTo>
                  <a:lnTo>
                    <a:pt x="5456513" y="348383"/>
                  </a:lnTo>
                  <a:lnTo>
                    <a:pt x="5456700" y="348383"/>
                  </a:lnTo>
                  <a:lnTo>
                    <a:pt x="5457073" y="348383"/>
                  </a:lnTo>
                  <a:lnTo>
                    <a:pt x="5457352" y="348383"/>
                  </a:lnTo>
                  <a:lnTo>
                    <a:pt x="5457446" y="348383"/>
                  </a:lnTo>
                  <a:lnTo>
                    <a:pt x="5457539" y="348383"/>
                  </a:lnTo>
                  <a:lnTo>
                    <a:pt x="5458005" y="348383"/>
                  </a:lnTo>
                  <a:lnTo>
                    <a:pt x="5458192" y="348383"/>
                  </a:lnTo>
                  <a:lnTo>
                    <a:pt x="5458378" y="348383"/>
                  </a:lnTo>
                  <a:lnTo>
                    <a:pt x="5458471" y="348383"/>
                  </a:lnTo>
                  <a:lnTo>
                    <a:pt x="5458565" y="348383"/>
                  </a:lnTo>
                  <a:lnTo>
                    <a:pt x="5458658" y="348383"/>
                  </a:lnTo>
                  <a:lnTo>
                    <a:pt x="5458751" y="348383"/>
                  </a:lnTo>
                  <a:lnTo>
                    <a:pt x="5459031" y="348383"/>
                  </a:lnTo>
                  <a:lnTo>
                    <a:pt x="5459217" y="348383"/>
                  </a:lnTo>
                  <a:lnTo>
                    <a:pt x="5459684" y="348383"/>
                  </a:lnTo>
                  <a:lnTo>
                    <a:pt x="5459777" y="348383"/>
                  </a:lnTo>
                  <a:lnTo>
                    <a:pt x="5459963" y="348383"/>
                  </a:lnTo>
                  <a:lnTo>
                    <a:pt x="5460056" y="348383"/>
                  </a:lnTo>
                  <a:lnTo>
                    <a:pt x="5460429" y="348383"/>
                  </a:lnTo>
                  <a:lnTo>
                    <a:pt x="5460523" y="348383"/>
                  </a:lnTo>
                  <a:lnTo>
                    <a:pt x="5460802" y="348383"/>
                  </a:lnTo>
                  <a:lnTo>
                    <a:pt x="5460896" y="348383"/>
                  </a:lnTo>
                  <a:lnTo>
                    <a:pt x="5461175" y="348383"/>
                  </a:lnTo>
                  <a:lnTo>
                    <a:pt x="5461269" y="348383"/>
                  </a:lnTo>
                  <a:lnTo>
                    <a:pt x="5461362" y="348383"/>
                  </a:lnTo>
                  <a:lnTo>
                    <a:pt x="5461455" y="348383"/>
                  </a:lnTo>
                  <a:lnTo>
                    <a:pt x="5461828" y="348383"/>
                  </a:lnTo>
                  <a:lnTo>
                    <a:pt x="5461921" y="348383"/>
                  </a:lnTo>
                  <a:lnTo>
                    <a:pt x="5462015" y="348383"/>
                  </a:lnTo>
                  <a:lnTo>
                    <a:pt x="5462294" y="348383"/>
                  </a:lnTo>
                  <a:lnTo>
                    <a:pt x="5462388" y="348383"/>
                  </a:lnTo>
                  <a:lnTo>
                    <a:pt x="5462574" y="348383"/>
                  </a:lnTo>
                  <a:lnTo>
                    <a:pt x="5462667" y="348383"/>
                  </a:lnTo>
                  <a:lnTo>
                    <a:pt x="5462854" y="348383"/>
                  </a:lnTo>
                  <a:lnTo>
                    <a:pt x="5462947" y="348383"/>
                  </a:lnTo>
                  <a:lnTo>
                    <a:pt x="5463040" y="348383"/>
                  </a:lnTo>
                  <a:lnTo>
                    <a:pt x="5463134" y="348383"/>
                  </a:lnTo>
                  <a:lnTo>
                    <a:pt x="5463320" y="348383"/>
                  </a:lnTo>
                  <a:lnTo>
                    <a:pt x="5463413" y="348383"/>
                  </a:lnTo>
                  <a:lnTo>
                    <a:pt x="5463600" y="348383"/>
                  </a:lnTo>
                  <a:lnTo>
                    <a:pt x="5463786" y="348383"/>
                  </a:lnTo>
                  <a:lnTo>
                    <a:pt x="5463973" y="348383"/>
                  </a:lnTo>
                  <a:lnTo>
                    <a:pt x="5464159" y="348383"/>
                  </a:lnTo>
                  <a:lnTo>
                    <a:pt x="5464253" y="348383"/>
                  </a:lnTo>
                  <a:lnTo>
                    <a:pt x="5464346" y="348383"/>
                  </a:lnTo>
                  <a:lnTo>
                    <a:pt x="5464719" y="348383"/>
                  </a:lnTo>
                  <a:lnTo>
                    <a:pt x="5464812" y="348383"/>
                  </a:lnTo>
                  <a:lnTo>
                    <a:pt x="5465092" y="348383"/>
                  </a:lnTo>
                  <a:lnTo>
                    <a:pt x="5465278" y="348383"/>
                  </a:lnTo>
                  <a:lnTo>
                    <a:pt x="5465558" y="348383"/>
                  </a:lnTo>
                  <a:lnTo>
                    <a:pt x="5465651" y="348383"/>
                  </a:lnTo>
                  <a:lnTo>
                    <a:pt x="5465838" y="348383"/>
                  </a:lnTo>
                  <a:lnTo>
                    <a:pt x="5466304" y="348383"/>
                  </a:lnTo>
                  <a:lnTo>
                    <a:pt x="5466584" y="348383"/>
                  </a:lnTo>
                  <a:lnTo>
                    <a:pt x="5466677" y="348383"/>
                  </a:lnTo>
                  <a:lnTo>
                    <a:pt x="5466957" y="348383"/>
                  </a:lnTo>
                  <a:lnTo>
                    <a:pt x="5467143" y="348383"/>
                  </a:lnTo>
                  <a:lnTo>
                    <a:pt x="5467236" y="348383"/>
                  </a:lnTo>
                  <a:lnTo>
                    <a:pt x="5467423" y="348383"/>
                  </a:lnTo>
                  <a:lnTo>
                    <a:pt x="5467516" y="348383"/>
                  </a:lnTo>
                  <a:lnTo>
                    <a:pt x="5468076" y="348383"/>
                  </a:lnTo>
                  <a:lnTo>
                    <a:pt x="5469101" y="348383"/>
                  </a:lnTo>
                  <a:lnTo>
                    <a:pt x="5469474" y="348383"/>
                  </a:lnTo>
                  <a:lnTo>
                    <a:pt x="5469941" y="348383"/>
                  </a:lnTo>
                  <a:lnTo>
                    <a:pt x="5470220" y="348383"/>
                  </a:lnTo>
                  <a:lnTo>
                    <a:pt x="5470500" y="348383"/>
                  </a:lnTo>
                  <a:lnTo>
                    <a:pt x="5470687" y="348383"/>
                  </a:lnTo>
                  <a:lnTo>
                    <a:pt x="5471433" y="348383"/>
                  </a:lnTo>
                  <a:lnTo>
                    <a:pt x="5471899" y="348383"/>
                  </a:lnTo>
                  <a:lnTo>
                    <a:pt x="5471992" y="348383"/>
                  </a:lnTo>
                  <a:lnTo>
                    <a:pt x="5472179" y="348383"/>
                  </a:lnTo>
                  <a:lnTo>
                    <a:pt x="5472272" y="348383"/>
                  </a:lnTo>
                  <a:lnTo>
                    <a:pt x="5472552" y="348383"/>
                  </a:lnTo>
                  <a:lnTo>
                    <a:pt x="5473018" y="348383"/>
                  </a:lnTo>
                  <a:lnTo>
                    <a:pt x="5473111" y="348383"/>
                  </a:lnTo>
                  <a:lnTo>
                    <a:pt x="5473204" y="348383"/>
                  </a:lnTo>
                  <a:lnTo>
                    <a:pt x="5473298" y="348383"/>
                  </a:lnTo>
                  <a:lnTo>
                    <a:pt x="5473671" y="348383"/>
                  </a:lnTo>
                  <a:lnTo>
                    <a:pt x="5473857" y="348383"/>
                  </a:lnTo>
                  <a:lnTo>
                    <a:pt x="5474696" y="348383"/>
                  </a:lnTo>
                  <a:lnTo>
                    <a:pt x="5474789" y="348383"/>
                  </a:lnTo>
                  <a:lnTo>
                    <a:pt x="5475256" y="348383"/>
                  </a:lnTo>
                  <a:lnTo>
                    <a:pt x="5475349" y="348383"/>
                  </a:lnTo>
                  <a:lnTo>
                    <a:pt x="5476002" y="348383"/>
                  </a:lnTo>
                  <a:lnTo>
                    <a:pt x="5476188" y="348383"/>
                  </a:lnTo>
                  <a:lnTo>
                    <a:pt x="5476375" y="348383"/>
                  </a:lnTo>
                  <a:lnTo>
                    <a:pt x="5476934" y="348383"/>
                  </a:lnTo>
                  <a:lnTo>
                    <a:pt x="5477121" y="348383"/>
                  </a:lnTo>
                  <a:lnTo>
                    <a:pt x="5477214" y="348383"/>
                  </a:lnTo>
                  <a:lnTo>
                    <a:pt x="5477307" y="348383"/>
                  </a:lnTo>
                  <a:lnTo>
                    <a:pt x="5477867" y="348383"/>
                  </a:lnTo>
                  <a:lnTo>
                    <a:pt x="5477960" y="348383"/>
                  </a:lnTo>
                  <a:lnTo>
                    <a:pt x="5478053" y="348383"/>
                  </a:lnTo>
                  <a:lnTo>
                    <a:pt x="5478613" y="348383"/>
                  </a:lnTo>
                  <a:lnTo>
                    <a:pt x="5478706" y="348383"/>
                  </a:lnTo>
                  <a:lnTo>
                    <a:pt x="5479079" y="348383"/>
                  </a:lnTo>
                  <a:lnTo>
                    <a:pt x="5479265" y="348383"/>
                  </a:lnTo>
                  <a:lnTo>
                    <a:pt x="5479732" y="348383"/>
                  </a:lnTo>
                  <a:lnTo>
                    <a:pt x="5480011" y="348383"/>
                  </a:lnTo>
                  <a:lnTo>
                    <a:pt x="5480198" y="348383"/>
                  </a:lnTo>
                  <a:lnTo>
                    <a:pt x="5480384" y="348383"/>
                  </a:lnTo>
                  <a:lnTo>
                    <a:pt x="5480944" y="348383"/>
                  </a:lnTo>
                  <a:lnTo>
                    <a:pt x="5481037" y="348383"/>
                  </a:lnTo>
                  <a:lnTo>
                    <a:pt x="5481130" y="348383"/>
                  </a:lnTo>
                  <a:lnTo>
                    <a:pt x="5481223" y="348383"/>
                  </a:lnTo>
                  <a:lnTo>
                    <a:pt x="5481317" y="348383"/>
                  </a:lnTo>
                  <a:lnTo>
                    <a:pt x="5481410" y="348383"/>
                  </a:lnTo>
                  <a:lnTo>
                    <a:pt x="5481596" y="348383"/>
                  </a:lnTo>
                  <a:lnTo>
                    <a:pt x="5481690" y="348383"/>
                  </a:lnTo>
                  <a:lnTo>
                    <a:pt x="5481783" y="348383"/>
                  </a:lnTo>
                  <a:lnTo>
                    <a:pt x="5481876" y="348383"/>
                  </a:lnTo>
                  <a:lnTo>
                    <a:pt x="5481969" y="348383"/>
                  </a:lnTo>
                  <a:lnTo>
                    <a:pt x="5482063" y="348383"/>
                  </a:lnTo>
                  <a:lnTo>
                    <a:pt x="5482156" y="348383"/>
                  </a:lnTo>
                  <a:lnTo>
                    <a:pt x="5482249" y="348383"/>
                  </a:lnTo>
                  <a:lnTo>
                    <a:pt x="5482342" y="348383"/>
                  </a:lnTo>
                  <a:lnTo>
                    <a:pt x="5482529" y="348383"/>
                  </a:lnTo>
                  <a:lnTo>
                    <a:pt x="5482622" y="348383"/>
                  </a:lnTo>
                  <a:lnTo>
                    <a:pt x="5482715" y="348383"/>
                  </a:lnTo>
                  <a:lnTo>
                    <a:pt x="5482809" y="348383"/>
                  </a:lnTo>
                  <a:lnTo>
                    <a:pt x="5482902" y="348383"/>
                  </a:lnTo>
                  <a:lnTo>
                    <a:pt x="5482995" y="348383"/>
                  </a:lnTo>
                  <a:lnTo>
                    <a:pt x="5483088" y="348383"/>
                  </a:lnTo>
                  <a:lnTo>
                    <a:pt x="5483275" y="348383"/>
                  </a:lnTo>
                  <a:lnTo>
                    <a:pt x="5483275" y="338429"/>
                  </a:lnTo>
                  <a:lnTo>
                    <a:pt x="5483461" y="338429"/>
                  </a:lnTo>
                  <a:lnTo>
                    <a:pt x="5483555" y="338429"/>
                  </a:lnTo>
                  <a:lnTo>
                    <a:pt x="5483741" y="338429"/>
                  </a:lnTo>
                  <a:lnTo>
                    <a:pt x="5483834" y="338429"/>
                  </a:lnTo>
                  <a:lnTo>
                    <a:pt x="5484114" y="338429"/>
                  </a:lnTo>
                  <a:lnTo>
                    <a:pt x="5484207" y="338429"/>
                  </a:lnTo>
                  <a:lnTo>
                    <a:pt x="5484394" y="338429"/>
                  </a:lnTo>
                  <a:lnTo>
                    <a:pt x="5484487" y="338429"/>
                  </a:lnTo>
                  <a:lnTo>
                    <a:pt x="5484580" y="338429"/>
                  </a:lnTo>
                  <a:lnTo>
                    <a:pt x="5484860" y="338429"/>
                  </a:lnTo>
                  <a:lnTo>
                    <a:pt x="5485233" y="338429"/>
                  </a:lnTo>
                  <a:lnTo>
                    <a:pt x="5485513" y="338429"/>
                  </a:lnTo>
                  <a:lnTo>
                    <a:pt x="5485699" y="338429"/>
                  </a:lnTo>
                  <a:lnTo>
                    <a:pt x="5485886" y="338429"/>
                  </a:lnTo>
                  <a:lnTo>
                    <a:pt x="5486166" y="338429"/>
                  </a:lnTo>
                  <a:lnTo>
                    <a:pt x="5486259" y="338429"/>
                  </a:lnTo>
                  <a:lnTo>
                    <a:pt x="5486352" y="338429"/>
                  </a:lnTo>
                  <a:lnTo>
                    <a:pt x="5486445" y="338429"/>
                  </a:lnTo>
                  <a:lnTo>
                    <a:pt x="5486539" y="338429"/>
                  </a:lnTo>
                  <a:lnTo>
                    <a:pt x="5486632" y="338429"/>
                  </a:lnTo>
                  <a:lnTo>
                    <a:pt x="5486725" y="338429"/>
                  </a:lnTo>
                  <a:lnTo>
                    <a:pt x="5486818" y="338429"/>
                  </a:lnTo>
                  <a:lnTo>
                    <a:pt x="5486912" y="338429"/>
                  </a:lnTo>
                  <a:lnTo>
                    <a:pt x="5487471" y="338429"/>
                  </a:lnTo>
                  <a:lnTo>
                    <a:pt x="5487564" y="338429"/>
                  </a:lnTo>
                  <a:lnTo>
                    <a:pt x="5488124" y="338429"/>
                  </a:lnTo>
                  <a:lnTo>
                    <a:pt x="5488403" y="338429"/>
                  </a:lnTo>
                  <a:lnTo>
                    <a:pt x="5488590" y="338429"/>
                  </a:lnTo>
                  <a:lnTo>
                    <a:pt x="5488683" y="338429"/>
                  </a:lnTo>
                  <a:lnTo>
                    <a:pt x="5488776" y="338429"/>
                  </a:lnTo>
                  <a:lnTo>
                    <a:pt x="5488870" y="338429"/>
                  </a:lnTo>
                  <a:lnTo>
                    <a:pt x="5489056" y="338429"/>
                  </a:lnTo>
                  <a:lnTo>
                    <a:pt x="5489336" y="338429"/>
                  </a:lnTo>
                  <a:lnTo>
                    <a:pt x="5489429" y="338429"/>
                  </a:lnTo>
                  <a:lnTo>
                    <a:pt x="5489989" y="338429"/>
                  </a:lnTo>
                  <a:lnTo>
                    <a:pt x="5490641" y="338429"/>
                  </a:lnTo>
                  <a:lnTo>
                    <a:pt x="5491108" y="338429"/>
                  </a:lnTo>
                  <a:lnTo>
                    <a:pt x="5491667" y="338429"/>
                  </a:lnTo>
                  <a:lnTo>
                    <a:pt x="5491947" y="338429"/>
                  </a:lnTo>
                  <a:lnTo>
                    <a:pt x="5492040" y="338429"/>
                  </a:lnTo>
                  <a:lnTo>
                    <a:pt x="5492227" y="338429"/>
                  </a:lnTo>
                  <a:lnTo>
                    <a:pt x="5492320" y="338429"/>
                  </a:lnTo>
                  <a:lnTo>
                    <a:pt x="5492786" y="338429"/>
                  </a:lnTo>
                  <a:lnTo>
                    <a:pt x="5493159" y="338429"/>
                  </a:lnTo>
                  <a:lnTo>
                    <a:pt x="5493532" y="338429"/>
                  </a:lnTo>
                  <a:lnTo>
                    <a:pt x="5493719" y="338429"/>
                  </a:lnTo>
                  <a:lnTo>
                    <a:pt x="5494092" y="338429"/>
                  </a:lnTo>
                  <a:lnTo>
                    <a:pt x="5494278" y="338429"/>
                  </a:lnTo>
                  <a:lnTo>
                    <a:pt x="5494465" y="338429"/>
                  </a:lnTo>
                  <a:lnTo>
                    <a:pt x="5494651" y="338429"/>
                  </a:lnTo>
                  <a:lnTo>
                    <a:pt x="5495117" y="338429"/>
                  </a:lnTo>
                  <a:lnTo>
                    <a:pt x="5495210" y="338429"/>
                  </a:lnTo>
                  <a:lnTo>
                    <a:pt x="5495304" y="338429"/>
                  </a:lnTo>
                  <a:lnTo>
                    <a:pt x="5495583" y="338429"/>
                  </a:lnTo>
                  <a:lnTo>
                    <a:pt x="5495677" y="338429"/>
                  </a:lnTo>
                  <a:lnTo>
                    <a:pt x="5495863" y="338429"/>
                  </a:lnTo>
                  <a:lnTo>
                    <a:pt x="5496143" y="338429"/>
                  </a:lnTo>
                  <a:lnTo>
                    <a:pt x="5496329" y="338429"/>
                  </a:lnTo>
                  <a:lnTo>
                    <a:pt x="5496609" y="338429"/>
                  </a:lnTo>
                  <a:lnTo>
                    <a:pt x="5496796" y="338429"/>
                  </a:lnTo>
                  <a:lnTo>
                    <a:pt x="5496889" y="338429"/>
                  </a:lnTo>
                  <a:lnTo>
                    <a:pt x="5497169" y="338429"/>
                  </a:lnTo>
                  <a:lnTo>
                    <a:pt x="5497262" y="338429"/>
                  </a:lnTo>
                  <a:lnTo>
                    <a:pt x="5497542" y="338429"/>
                  </a:lnTo>
                  <a:lnTo>
                    <a:pt x="5497635" y="338429"/>
                  </a:lnTo>
                  <a:lnTo>
                    <a:pt x="5497728" y="338429"/>
                  </a:lnTo>
                  <a:lnTo>
                    <a:pt x="5498008" y="328476"/>
                  </a:lnTo>
                  <a:lnTo>
                    <a:pt x="5498101" y="328476"/>
                  </a:lnTo>
                  <a:lnTo>
                    <a:pt x="5498381" y="328476"/>
                  </a:lnTo>
                  <a:lnTo>
                    <a:pt x="5498754" y="328476"/>
                  </a:lnTo>
                  <a:lnTo>
                    <a:pt x="5498847" y="328476"/>
                  </a:lnTo>
                  <a:lnTo>
                    <a:pt x="5498940" y="328476"/>
                  </a:lnTo>
                  <a:lnTo>
                    <a:pt x="5499127" y="328476"/>
                  </a:lnTo>
                  <a:lnTo>
                    <a:pt x="5499220" y="328476"/>
                  </a:lnTo>
                  <a:lnTo>
                    <a:pt x="5499313" y="328476"/>
                  </a:lnTo>
                  <a:lnTo>
                    <a:pt x="5499407" y="328476"/>
                  </a:lnTo>
                  <a:lnTo>
                    <a:pt x="5499500" y="328476"/>
                  </a:lnTo>
                  <a:lnTo>
                    <a:pt x="5499686" y="328476"/>
                  </a:lnTo>
                  <a:lnTo>
                    <a:pt x="5500246" y="328476"/>
                  </a:lnTo>
                  <a:lnTo>
                    <a:pt x="5500619" y="328476"/>
                  </a:lnTo>
                  <a:lnTo>
                    <a:pt x="5500712" y="328476"/>
                  </a:lnTo>
                  <a:lnTo>
                    <a:pt x="5500805" y="328476"/>
                  </a:lnTo>
                  <a:lnTo>
                    <a:pt x="5500899" y="328476"/>
                  </a:lnTo>
                  <a:lnTo>
                    <a:pt x="5501085" y="328476"/>
                  </a:lnTo>
                  <a:lnTo>
                    <a:pt x="5501272" y="328476"/>
                  </a:lnTo>
                  <a:lnTo>
                    <a:pt x="5501551" y="328476"/>
                  </a:lnTo>
                  <a:lnTo>
                    <a:pt x="5502111" y="328476"/>
                  </a:lnTo>
                  <a:lnTo>
                    <a:pt x="5502204" y="328476"/>
                  </a:lnTo>
                  <a:lnTo>
                    <a:pt x="5502297" y="328476"/>
                  </a:lnTo>
                  <a:lnTo>
                    <a:pt x="5502390" y="328476"/>
                  </a:lnTo>
                  <a:lnTo>
                    <a:pt x="5502763" y="328476"/>
                  </a:lnTo>
                  <a:lnTo>
                    <a:pt x="5502857" y="328476"/>
                  </a:lnTo>
                  <a:lnTo>
                    <a:pt x="5502950" y="328476"/>
                  </a:lnTo>
                  <a:lnTo>
                    <a:pt x="5503323" y="328476"/>
                  </a:lnTo>
                  <a:lnTo>
                    <a:pt x="5503416" y="328476"/>
                  </a:lnTo>
                  <a:lnTo>
                    <a:pt x="5503603" y="328476"/>
                  </a:lnTo>
                  <a:lnTo>
                    <a:pt x="5503789" y="328476"/>
                  </a:lnTo>
                  <a:lnTo>
                    <a:pt x="5504069" y="328476"/>
                  </a:lnTo>
                  <a:lnTo>
                    <a:pt x="5504162" y="328476"/>
                  </a:lnTo>
                  <a:lnTo>
                    <a:pt x="5504255" y="328476"/>
                  </a:lnTo>
                  <a:lnTo>
                    <a:pt x="5504442" y="328476"/>
                  </a:lnTo>
                  <a:lnTo>
                    <a:pt x="5504628" y="328476"/>
                  </a:lnTo>
                  <a:lnTo>
                    <a:pt x="5504908" y="328476"/>
                  </a:lnTo>
                  <a:lnTo>
                    <a:pt x="5505374" y="328476"/>
                  </a:lnTo>
                  <a:lnTo>
                    <a:pt x="5505468" y="328476"/>
                  </a:lnTo>
                  <a:lnTo>
                    <a:pt x="5505561" y="328476"/>
                  </a:lnTo>
                  <a:lnTo>
                    <a:pt x="5506493" y="328476"/>
                  </a:lnTo>
                  <a:lnTo>
                    <a:pt x="5506773" y="328476"/>
                  </a:lnTo>
                  <a:lnTo>
                    <a:pt x="5507333" y="328476"/>
                  </a:lnTo>
                  <a:lnTo>
                    <a:pt x="5507519" y="328476"/>
                  </a:lnTo>
                  <a:lnTo>
                    <a:pt x="5507706" y="328476"/>
                  </a:lnTo>
                  <a:lnTo>
                    <a:pt x="5507985" y="328476"/>
                  </a:lnTo>
                  <a:lnTo>
                    <a:pt x="5508172" y="328476"/>
                  </a:lnTo>
                  <a:lnTo>
                    <a:pt x="5508545" y="328476"/>
                  </a:lnTo>
                  <a:lnTo>
                    <a:pt x="5508638" y="328476"/>
                  </a:lnTo>
                  <a:lnTo>
                    <a:pt x="5508731" y="328476"/>
                  </a:lnTo>
                  <a:lnTo>
                    <a:pt x="5508824" y="328476"/>
                  </a:lnTo>
                  <a:lnTo>
                    <a:pt x="5508918" y="328476"/>
                  </a:lnTo>
                  <a:lnTo>
                    <a:pt x="5509384" y="328476"/>
                  </a:lnTo>
                  <a:lnTo>
                    <a:pt x="5509757" y="328476"/>
                  </a:lnTo>
                  <a:lnTo>
                    <a:pt x="5509850" y="328476"/>
                  </a:lnTo>
                  <a:lnTo>
                    <a:pt x="5510503" y="328476"/>
                  </a:lnTo>
                  <a:lnTo>
                    <a:pt x="5510783" y="328476"/>
                  </a:lnTo>
                  <a:lnTo>
                    <a:pt x="5510876" y="328476"/>
                  </a:lnTo>
                  <a:lnTo>
                    <a:pt x="5511062" y="328476"/>
                  </a:lnTo>
                  <a:lnTo>
                    <a:pt x="5511249" y="328476"/>
                  </a:lnTo>
                  <a:lnTo>
                    <a:pt x="5511435" y="328476"/>
                  </a:lnTo>
                  <a:lnTo>
                    <a:pt x="5512088" y="328476"/>
                  </a:lnTo>
                  <a:lnTo>
                    <a:pt x="5512181" y="328476"/>
                  </a:lnTo>
                  <a:lnTo>
                    <a:pt x="5512275" y="328476"/>
                  </a:lnTo>
                  <a:lnTo>
                    <a:pt x="5512554" y="328476"/>
                  </a:lnTo>
                  <a:lnTo>
                    <a:pt x="5513021" y="328476"/>
                  </a:lnTo>
                  <a:lnTo>
                    <a:pt x="5513207" y="328476"/>
                  </a:lnTo>
                  <a:lnTo>
                    <a:pt x="5513300" y="328476"/>
                  </a:lnTo>
                  <a:lnTo>
                    <a:pt x="5513580" y="328476"/>
                  </a:lnTo>
                  <a:lnTo>
                    <a:pt x="5513860" y="328476"/>
                  </a:lnTo>
                  <a:lnTo>
                    <a:pt x="5513953" y="328476"/>
                  </a:lnTo>
                  <a:lnTo>
                    <a:pt x="5514233" y="328476"/>
                  </a:lnTo>
                  <a:lnTo>
                    <a:pt x="5514699" y="328476"/>
                  </a:lnTo>
                  <a:lnTo>
                    <a:pt x="5514792" y="328476"/>
                  </a:lnTo>
                  <a:lnTo>
                    <a:pt x="5515538" y="328476"/>
                  </a:lnTo>
                  <a:lnTo>
                    <a:pt x="5515725" y="328476"/>
                  </a:lnTo>
                  <a:lnTo>
                    <a:pt x="5516564" y="328476"/>
                  </a:lnTo>
                  <a:lnTo>
                    <a:pt x="5516657" y="328476"/>
                  </a:lnTo>
                  <a:lnTo>
                    <a:pt x="5516844" y="328476"/>
                  </a:lnTo>
                  <a:lnTo>
                    <a:pt x="5517030" y="328476"/>
                  </a:lnTo>
                  <a:lnTo>
                    <a:pt x="5517217" y="328476"/>
                  </a:lnTo>
                  <a:lnTo>
                    <a:pt x="5517496" y="328476"/>
                  </a:lnTo>
                  <a:lnTo>
                    <a:pt x="5517590" y="328476"/>
                  </a:lnTo>
                  <a:lnTo>
                    <a:pt x="5517776" y="328476"/>
                  </a:lnTo>
                  <a:lnTo>
                    <a:pt x="5518056" y="328476"/>
                  </a:lnTo>
                  <a:lnTo>
                    <a:pt x="5518429" y="328476"/>
                  </a:lnTo>
                  <a:lnTo>
                    <a:pt x="5518522" y="328476"/>
                  </a:lnTo>
                  <a:lnTo>
                    <a:pt x="5518802" y="328476"/>
                  </a:lnTo>
                  <a:lnTo>
                    <a:pt x="5519082" y="328476"/>
                  </a:lnTo>
                  <a:lnTo>
                    <a:pt x="5519268" y="328476"/>
                  </a:lnTo>
                  <a:lnTo>
                    <a:pt x="5519641" y="328476"/>
                  </a:lnTo>
                  <a:lnTo>
                    <a:pt x="5519828" y="328476"/>
                  </a:lnTo>
                  <a:lnTo>
                    <a:pt x="5520014" y="328476"/>
                  </a:lnTo>
                  <a:lnTo>
                    <a:pt x="5520480" y="328476"/>
                  </a:lnTo>
                  <a:lnTo>
                    <a:pt x="5520667" y="328476"/>
                  </a:lnTo>
                  <a:lnTo>
                    <a:pt x="5521226" y="328476"/>
                  </a:lnTo>
                  <a:lnTo>
                    <a:pt x="5521879" y="328476"/>
                  </a:lnTo>
                  <a:lnTo>
                    <a:pt x="5522066" y="328476"/>
                  </a:lnTo>
                  <a:lnTo>
                    <a:pt x="5522532" y="328476"/>
                  </a:lnTo>
                  <a:lnTo>
                    <a:pt x="5522625" y="328476"/>
                  </a:lnTo>
                  <a:lnTo>
                    <a:pt x="5522811" y="328476"/>
                  </a:lnTo>
                  <a:lnTo>
                    <a:pt x="5522905" y="328476"/>
                  </a:lnTo>
                  <a:lnTo>
                    <a:pt x="5523184" y="328476"/>
                  </a:lnTo>
                  <a:lnTo>
                    <a:pt x="5523557" y="328476"/>
                  </a:lnTo>
                  <a:lnTo>
                    <a:pt x="5524117" y="328476"/>
                  </a:lnTo>
                  <a:lnTo>
                    <a:pt x="5524210" y="328476"/>
                  </a:lnTo>
                  <a:lnTo>
                    <a:pt x="5524397" y="328476"/>
                  </a:lnTo>
                  <a:lnTo>
                    <a:pt x="5524676" y="328476"/>
                  </a:lnTo>
                  <a:lnTo>
                    <a:pt x="5524956" y="328476"/>
                  </a:lnTo>
                  <a:lnTo>
                    <a:pt x="5525049" y="328476"/>
                  </a:lnTo>
                  <a:lnTo>
                    <a:pt x="5525143" y="328476"/>
                  </a:lnTo>
                  <a:lnTo>
                    <a:pt x="5525329" y="328476"/>
                  </a:lnTo>
                  <a:lnTo>
                    <a:pt x="5525422" y="328476"/>
                  </a:lnTo>
                  <a:lnTo>
                    <a:pt x="5525795" y="328476"/>
                  </a:lnTo>
                  <a:lnTo>
                    <a:pt x="5526355" y="328476"/>
                  </a:lnTo>
                  <a:lnTo>
                    <a:pt x="5526448" y="328476"/>
                  </a:lnTo>
                  <a:lnTo>
                    <a:pt x="5526541" y="328476"/>
                  </a:lnTo>
                  <a:lnTo>
                    <a:pt x="5526728" y="328476"/>
                  </a:lnTo>
                  <a:lnTo>
                    <a:pt x="5526821" y="328476"/>
                  </a:lnTo>
                  <a:lnTo>
                    <a:pt x="5526914" y="328476"/>
                  </a:lnTo>
                  <a:lnTo>
                    <a:pt x="5527194" y="328476"/>
                  </a:lnTo>
                  <a:lnTo>
                    <a:pt x="5527474" y="328476"/>
                  </a:lnTo>
                  <a:lnTo>
                    <a:pt x="5528220" y="328476"/>
                  </a:lnTo>
                  <a:lnTo>
                    <a:pt x="5528779" y="328476"/>
                  </a:lnTo>
                  <a:lnTo>
                    <a:pt x="5528873" y="328476"/>
                  </a:lnTo>
                  <a:lnTo>
                    <a:pt x="5529246" y="328476"/>
                  </a:lnTo>
                  <a:lnTo>
                    <a:pt x="5529712" y="328476"/>
                  </a:lnTo>
                  <a:lnTo>
                    <a:pt x="5529805" y="328476"/>
                  </a:lnTo>
                  <a:lnTo>
                    <a:pt x="5530085" y="328476"/>
                  </a:lnTo>
                  <a:lnTo>
                    <a:pt x="5530364" y="328476"/>
                  </a:lnTo>
                  <a:lnTo>
                    <a:pt x="5530551" y="328476"/>
                  </a:lnTo>
                  <a:lnTo>
                    <a:pt x="5530644" y="328476"/>
                  </a:lnTo>
                  <a:lnTo>
                    <a:pt x="5530831" y="328476"/>
                  </a:lnTo>
                  <a:lnTo>
                    <a:pt x="5530924" y="328476"/>
                  </a:lnTo>
                  <a:lnTo>
                    <a:pt x="5531017" y="328476"/>
                  </a:lnTo>
                  <a:lnTo>
                    <a:pt x="5531390" y="328476"/>
                  </a:lnTo>
                  <a:lnTo>
                    <a:pt x="5531483" y="328476"/>
                  </a:lnTo>
                  <a:lnTo>
                    <a:pt x="5531670" y="328476"/>
                  </a:lnTo>
                  <a:lnTo>
                    <a:pt x="5531763" y="328476"/>
                  </a:lnTo>
                  <a:lnTo>
                    <a:pt x="5532136" y="328476"/>
                  </a:lnTo>
                  <a:lnTo>
                    <a:pt x="5532975" y="328476"/>
                  </a:lnTo>
                  <a:lnTo>
                    <a:pt x="5533069" y="328476"/>
                  </a:lnTo>
                  <a:lnTo>
                    <a:pt x="5533442" y="328476"/>
                  </a:lnTo>
                  <a:lnTo>
                    <a:pt x="5533815" y="328476"/>
                  </a:lnTo>
                  <a:lnTo>
                    <a:pt x="5534188" y="328476"/>
                  </a:lnTo>
                  <a:lnTo>
                    <a:pt x="5534467" y="328476"/>
                  </a:lnTo>
                  <a:lnTo>
                    <a:pt x="5534747" y="328476"/>
                  </a:lnTo>
                  <a:lnTo>
                    <a:pt x="5534840" y="328476"/>
                  </a:lnTo>
                  <a:lnTo>
                    <a:pt x="5535027" y="328476"/>
                  </a:lnTo>
                  <a:lnTo>
                    <a:pt x="5535120" y="328476"/>
                  </a:lnTo>
                  <a:lnTo>
                    <a:pt x="5535213" y="328476"/>
                  </a:lnTo>
                  <a:lnTo>
                    <a:pt x="5535400" y="328476"/>
                  </a:lnTo>
                  <a:lnTo>
                    <a:pt x="5535586" y="328476"/>
                  </a:lnTo>
                  <a:lnTo>
                    <a:pt x="5536239" y="328476"/>
                  </a:lnTo>
                  <a:lnTo>
                    <a:pt x="5536332" y="328476"/>
                  </a:lnTo>
                  <a:lnTo>
                    <a:pt x="5536612" y="328476"/>
                  </a:lnTo>
                  <a:lnTo>
                    <a:pt x="5537078" y="328476"/>
                  </a:lnTo>
                  <a:lnTo>
                    <a:pt x="5537171" y="328476"/>
                  </a:lnTo>
                  <a:lnTo>
                    <a:pt x="5537544" y="328476"/>
                  </a:lnTo>
                  <a:lnTo>
                    <a:pt x="5537917" y="328476"/>
                  </a:lnTo>
                  <a:lnTo>
                    <a:pt x="5538104" y="328476"/>
                  </a:lnTo>
                  <a:lnTo>
                    <a:pt x="5538663" y="328476"/>
                  </a:lnTo>
                  <a:lnTo>
                    <a:pt x="5538757" y="328476"/>
                  </a:lnTo>
                  <a:lnTo>
                    <a:pt x="5538850" y="328476"/>
                  </a:lnTo>
                  <a:lnTo>
                    <a:pt x="5539036" y="328476"/>
                  </a:lnTo>
                  <a:lnTo>
                    <a:pt x="5539130" y="328476"/>
                  </a:lnTo>
                  <a:lnTo>
                    <a:pt x="5539223" y="328476"/>
                  </a:lnTo>
                  <a:lnTo>
                    <a:pt x="5539409" y="328476"/>
                  </a:lnTo>
                  <a:lnTo>
                    <a:pt x="5539596" y="328476"/>
                  </a:lnTo>
                  <a:lnTo>
                    <a:pt x="5539782" y="328476"/>
                  </a:lnTo>
                  <a:lnTo>
                    <a:pt x="5539969" y="328476"/>
                  </a:lnTo>
                  <a:lnTo>
                    <a:pt x="5540155" y="328476"/>
                  </a:lnTo>
                  <a:lnTo>
                    <a:pt x="5540249" y="328476"/>
                  </a:lnTo>
                  <a:lnTo>
                    <a:pt x="5540435" y="328476"/>
                  </a:lnTo>
                  <a:lnTo>
                    <a:pt x="5540528" y="328476"/>
                  </a:lnTo>
                  <a:lnTo>
                    <a:pt x="5540622" y="328476"/>
                  </a:lnTo>
                  <a:lnTo>
                    <a:pt x="5541274" y="328476"/>
                  </a:lnTo>
                  <a:lnTo>
                    <a:pt x="5541554" y="328476"/>
                  </a:lnTo>
                  <a:lnTo>
                    <a:pt x="5542020" y="328476"/>
                  </a:lnTo>
                  <a:lnTo>
                    <a:pt x="5542393" y="328476"/>
                  </a:lnTo>
                  <a:lnTo>
                    <a:pt x="5542487" y="328476"/>
                  </a:lnTo>
                  <a:lnTo>
                    <a:pt x="5542673" y="328476"/>
                  </a:lnTo>
                  <a:lnTo>
                    <a:pt x="5542953" y="328476"/>
                  </a:lnTo>
                  <a:lnTo>
                    <a:pt x="5543139" y="328476"/>
                  </a:lnTo>
                  <a:lnTo>
                    <a:pt x="5543233" y="328476"/>
                  </a:lnTo>
                  <a:lnTo>
                    <a:pt x="5543419" y="328476"/>
                  </a:lnTo>
                  <a:lnTo>
                    <a:pt x="5544165" y="328476"/>
                  </a:lnTo>
                  <a:lnTo>
                    <a:pt x="5544538" y="328476"/>
                  </a:lnTo>
                  <a:lnTo>
                    <a:pt x="5544818" y="328476"/>
                  </a:lnTo>
                  <a:lnTo>
                    <a:pt x="5545284" y="328476"/>
                  </a:lnTo>
                  <a:lnTo>
                    <a:pt x="5545377" y="328476"/>
                  </a:lnTo>
                  <a:lnTo>
                    <a:pt x="5545564" y="328476"/>
                  </a:lnTo>
                  <a:lnTo>
                    <a:pt x="5545657" y="328476"/>
                  </a:lnTo>
                  <a:lnTo>
                    <a:pt x="5545750" y="328476"/>
                  </a:lnTo>
                  <a:lnTo>
                    <a:pt x="5545843" y="328476"/>
                  </a:lnTo>
                  <a:lnTo>
                    <a:pt x="5545937" y="328476"/>
                  </a:lnTo>
                  <a:lnTo>
                    <a:pt x="5546869" y="328476"/>
                  </a:lnTo>
                  <a:lnTo>
                    <a:pt x="5546962" y="328476"/>
                  </a:lnTo>
                  <a:lnTo>
                    <a:pt x="5547056" y="328476"/>
                  </a:lnTo>
                  <a:lnTo>
                    <a:pt x="5547149" y="328476"/>
                  </a:lnTo>
                  <a:lnTo>
                    <a:pt x="5547429" y="328476"/>
                  </a:lnTo>
                  <a:lnTo>
                    <a:pt x="5547522" y="318522"/>
                  </a:lnTo>
                  <a:lnTo>
                    <a:pt x="5547615" y="318522"/>
                  </a:lnTo>
                  <a:lnTo>
                    <a:pt x="5547708" y="318522"/>
                  </a:lnTo>
                  <a:lnTo>
                    <a:pt x="5548081" y="318522"/>
                  </a:lnTo>
                  <a:lnTo>
                    <a:pt x="5548921" y="318522"/>
                  </a:lnTo>
                  <a:lnTo>
                    <a:pt x="5549107" y="318522"/>
                  </a:lnTo>
                  <a:lnTo>
                    <a:pt x="5549200" y="318522"/>
                  </a:lnTo>
                  <a:lnTo>
                    <a:pt x="5549760" y="318522"/>
                  </a:lnTo>
                  <a:lnTo>
                    <a:pt x="5550040" y="318522"/>
                  </a:lnTo>
                  <a:lnTo>
                    <a:pt x="5550506" y="318522"/>
                  </a:lnTo>
                  <a:lnTo>
                    <a:pt x="5550785" y="318522"/>
                  </a:lnTo>
                  <a:lnTo>
                    <a:pt x="5550879" y="318522"/>
                  </a:lnTo>
                  <a:lnTo>
                    <a:pt x="5551252" y="318522"/>
                  </a:lnTo>
                  <a:lnTo>
                    <a:pt x="5551345" y="318522"/>
                  </a:lnTo>
                  <a:lnTo>
                    <a:pt x="5551718" y="318522"/>
                  </a:lnTo>
                  <a:lnTo>
                    <a:pt x="5551811" y="318522"/>
                  </a:lnTo>
                  <a:lnTo>
                    <a:pt x="5551904" y="318522"/>
                  </a:lnTo>
                  <a:lnTo>
                    <a:pt x="5551998" y="318522"/>
                  </a:lnTo>
                  <a:lnTo>
                    <a:pt x="5552650" y="318522"/>
                  </a:lnTo>
                  <a:lnTo>
                    <a:pt x="5553117" y="318522"/>
                  </a:lnTo>
                  <a:lnTo>
                    <a:pt x="5553210" y="318522"/>
                  </a:lnTo>
                  <a:lnTo>
                    <a:pt x="5553303" y="318522"/>
                  </a:lnTo>
                  <a:lnTo>
                    <a:pt x="5553583" y="318522"/>
                  </a:lnTo>
                  <a:lnTo>
                    <a:pt x="5554142" y="318522"/>
                  </a:lnTo>
                  <a:lnTo>
                    <a:pt x="5554329" y="318522"/>
                  </a:lnTo>
                  <a:lnTo>
                    <a:pt x="5554515" y="318522"/>
                  </a:lnTo>
                  <a:lnTo>
                    <a:pt x="5555075" y="318522"/>
                  </a:lnTo>
                  <a:lnTo>
                    <a:pt x="5555728" y="318522"/>
                  </a:lnTo>
                  <a:lnTo>
                    <a:pt x="5555821" y="318522"/>
                  </a:lnTo>
                  <a:lnTo>
                    <a:pt x="5556007" y="318522"/>
                  </a:lnTo>
                  <a:lnTo>
                    <a:pt x="5556101" y="318522"/>
                  </a:lnTo>
                  <a:lnTo>
                    <a:pt x="5556380" y="318522"/>
                  </a:lnTo>
                  <a:lnTo>
                    <a:pt x="5556660" y="318522"/>
                  </a:lnTo>
                  <a:lnTo>
                    <a:pt x="5556753" y="318522"/>
                  </a:lnTo>
                  <a:lnTo>
                    <a:pt x="5556940" y="318522"/>
                  </a:lnTo>
                  <a:lnTo>
                    <a:pt x="5557033" y="318522"/>
                  </a:lnTo>
                  <a:lnTo>
                    <a:pt x="5557219" y="318522"/>
                  </a:lnTo>
                  <a:lnTo>
                    <a:pt x="5557313" y="318522"/>
                  </a:lnTo>
                  <a:lnTo>
                    <a:pt x="5557406" y="318522"/>
                  </a:lnTo>
                  <a:lnTo>
                    <a:pt x="5557872" y="318522"/>
                  </a:lnTo>
                  <a:lnTo>
                    <a:pt x="5557965" y="318522"/>
                  </a:lnTo>
                  <a:lnTo>
                    <a:pt x="5558059" y="318522"/>
                  </a:lnTo>
                  <a:lnTo>
                    <a:pt x="5558711" y="318522"/>
                  </a:lnTo>
                  <a:lnTo>
                    <a:pt x="5558805" y="318522"/>
                  </a:lnTo>
                  <a:lnTo>
                    <a:pt x="5558898" y="318522"/>
                  </a:lnTo>
                  <a:lnTo>
                    <a:pt x="5559084" y="318522"/>
                  </a:lnTo>
                  <a:lnTo>
                    <a:pt x="5559178" y="318522"/>
                  </a:lnTo>
                  <a:lnTo>
                    <a:pt x="5559457" y="318522"/>
                  </a:lnTo>
                  <a:lnTo>
                    <a:pt x="5559551" y="318522"/>
                  </a:lnTo>
                  <a:lnTo>
                    <a:pt x="5559830" y="318522"/>
                  </a:lnTo>
                  <a:lnTo>
                    <a:pt x="5560576" y="318522"/>
                  </a:lnTo>
                  <a:lnTo>
                    <a:pt x="5561136" y="318522"/>
                  </a:lnTo>
                  <a:lnTo>
                    <a:pt x="5561602" y="318522"/>
                  </a:lnTo>
                  <a:lnTo>
                    <a:pt x="5561882" y="318522"/>
                  </a:lnTo>
                  <a:lnTo>
                    <a:pt x="5562068" y="318522"/>
                  </a:lnTo>
                  <a:lnTo>
                    <a:pt x="5562348" y="318522"/>
                  </a:lnTo>
                  <a:lnTo>
                    <a:pt x="5562535" y="318522"/>
                  </a:lnTo>
                  <a:lnTo>
                    <a:pt x="5563001" y="308568"/>
                  </a:lnTo>
                  <a:lnTo>
                    <a:pt x="5563187" y="308568"/>
                  </a:lnTo>
                  <a:lnTo>
                    <a:pt x="5563281" y="308568"/>
                  </a:lnTo>
                  <a:lnTo>
                    <a:pt x="5563840" y="308568"/>
                  </a:lnTo>
                  <a:lnTo>
                    <a:pt x="5563933" y="308568"/>
                  </a:lnTo>
                  <a:lnTo>
                    <a:pt x="5564027" y="308568"/>
                  </a:lnTo>
                  <a:lnTo>
                    <a:pt x="5564399" y="308568"/>
                  </a:lnTo>
                  <a:lnTo>
                    <a:pt x="5564679" y="308568"/>
                  </a:lnTo>
                  <a:lnTo>
                    <a:pt x="5564772" y="308568"/>
                  </a:lnTo>
                  <a:lnTo>
                    <a:pt x="5565239" y="308568"/>
                  </a:lnTo>
                  <a:lnTo>
                    <a:pt x="5565332" y="308568"/>
                  </a:lnTo>
                  <a:lnTo>
                    <a:pt x="5565425" y="308568"/>
                  </a:lnTo>
                  <a:lnTo>
                    <a:pt x="5565985" y="308568"/>
                  </a:lnTo>
                  <a:lnTo>
                    <a:pt x="5566264" y="308568"/>
                  </a:lnTo>
                  <a:lnTo>
                    <a:pt x="5566358" y="308568"/>
                  </a:lnTo>
                  <a:lnTo>
                    <a:pt x="5566824" y="308568"/>
                  </a:lnTo>
                  <a:lnTo>
                    <a:pt x="5566917" y="308568"/>
                  </a:lnTo>
                  <a:lnTo>
                    <a:pt x="5567010" y="308568"/>
                  </a:lnTo>
                  <a:lnTo>
                    <a:pt x="5567104" y="308568"/>
                  </a:lnTo>
                  <a:lnTo>
                    <a:pt x="5567197" y="308568"/>
                  </a:lnTo>
                  <a:lnTo>
                    <a:pt x="5567383" y="308568"/>
                  </a:lnTo>
                  <a:lnTo>
                    <a:pt x="5567477" y="308568"/>
                  </a:lnTo>
                  <a:lnTo>
                    <a:pt x="5567850" y="308568"/>
                  </a:lnTo>
                  <a:lnTo>
                    <a:pt x="5568316" y="308568"/>
                  </a:lnTo>
                  <a:lnTo>
                    <a:pt x="5568409" y="308568"/>
                  </a:lnTo>
                  <a:lnTo>
                    <a:pt x="5569062" y="308568"/>
                  </a:lnTo>
                  <a:lnTo>
                    <a:pt x="5569248" y="308568"/>
                  </a:lnTo>
                  <a:lnTo>
                    <a:pt x="5569342" y="308568"/>
                  </a:lnTo>
                  <a:lnTo>
                    <a:pt x="5569435" y="308568"/>
                  </a:lnTo>
                  <a:lnTo>
                    <a:pt x="5569808" y="308568"/>
                  </a:lnTo>
                  <a:lnTo>
                    <a:pt x="5570740" y="308568"/>
                  </a:lnTo>
                  <a:lnTo>
                    <a:pt x="5570927" y="308568"/>
                  </a:lnTo>
                  <a:lnTo>
                    <a:pt x="5571113" y="308568"/>
                  </a:lnTo>
                  <a:lnTo>
                    <a:pt x="5571300" y="308568"/>
                  </a:lnTo>
                  <a:lnTo>
                    <a:pt x="5571673" y="308568"/>
                  </a:lnTo>
                  <a:lnTo>
                    <a:pt x="5571766" y="308568"/>
                  </a:lnTo>
                  <a:lnTo>
                    <a:pt x="5571859" y="308568"/>
                  </a:lnTo>
                  <a:lnTo>
                    <a:pt x="5572139" y="308568"/>
                  </a:lnTo>
                  <a:lnTo>
                    <a:pt x="5572512" y="308568"/>
                  </a:lnTo>
                  <a:lnTo>
                    <a:pt x="5572605" y="308568"/>
                  </a:lnTo>
                  <a:lnTo>
                    <a:pt x="5572698" y="308568"/>
                  </a:lnTo>
                  <a:lnTo>
                    <a:pt x="5572885" y="308568"/>
                  </a:lnTo>
                  <a:lnTo>
                    <a:pt x="5573258" y="308568"/>
                  </a:lnTo>
                  <a:lnTo>
                    <a:pt x="5573444" y="308568"/>
                  </a:lnTo>
                  <a:lnTo>
                    <a:pt x="5573911" y="308568"/>
                  </a:lnTo>
                  <a:lnTo>
                    <a:pt x="5574470" y="308568"/>
                  </a:lnTo>
                  <a:lnTo>
                    <a:pt x="5575403" y="308568"/>
                  </a:lnTo>
                  <a:lnTo>
                    <a:pt x="5575496" y="308568"/>
                  </a:lnTo>
                  <a:lnTo>
                    <a:pt x="5575589" y="308568"/>
                  </a:lnTo>
                  <a:lnTo>
                    <a:pt x="5575776" y="308568"/>
                  </a:lnTo>
                  <a:lnTo>
                    <a:pt x="5576055" y="308568"/>
                  </a:lnTo>
                  <a:lnTo>
                    <a:pt x="5576149" y="308568"/>
                  </a:lnTo>
                  <a:lnTo>
                    <a:pt x="5576428" y="308568"/>
                  </a:lnTo>
                  <a:lnTo>
                    <a:pt x="5576522" y="308568"/>
                  </a:lnTo>
                  <a:lnTo>
                    <a:pt x="5576615" y="308568"/>
                  </a:lnTo>
                  <a:lnTo>
                    <a:pt x="5576708" y="308568"/>
                  </a:lnTo>
                  <a:lnTo>
                    <a:pt x="5577454" y="308568"/>
                  </a:lnTo>
                  <a:lnTo>
                    <a:pt x="5577547" y="308568"/>
                  </a:lnTo>
                  <a:lnTo>
                    <a:pt x="5577641" y="308568"/>
                  </a:lnTo>
                  <a:lnTo>
                    <a:pt x="5577734" y="308568"/>
                  </a:lnTo>
                  <a:lnTo>
                    <a:pt x="5577827" y="308568"/>
                  </a:lnTo>
                  <a:lnTo>
                    <a:pt x="5578200" y="308568"/>
                  </a:lnTo>
                  <a:lnTo>
                    <a:pt x="5578293" y="308568"/>
                  </a:lnTo>
                  <a:lnTo>
                    <a:pt x="5578573" y="308568"/>
                  </a:lnTo>
                  <a:lnTo>
                    <a:pt x="5578666" y="308568"/>
                  </a:lnTo>
                  <a:lnTo>
                    <a:pt x="5578946" y="308568"/>
                  </a:lnTo>
                  <a:lnTo>
                    <a:pt x="5579039" y="308568"/>
                  </a:lnTo>
                  <a:lnTo>
                    <a:pt x="5579132" y="308568"/>
                  </a:lnTo>
                  <a:lnTo>
                    <a:pt x="5579785" y="308568"/>
                  </a:lnTo>
                  <a:lnTo>
                    <a:pt x="5580438" y="308568"/>
                  </a:lnTo>
                  <a:lnTo>
                    <a:pt x="5580624" y="308568"/>
                  </a:lnTo>
                  <a:lnTo>
                    <a:pt x="5580811" y="308568"/>
                  </a:lnTo>
                  <a:lnTo>
                    <a:pt x="5581091" y="308568"/>
                  </a:lnTo>
                  <a:lnTo>
                    <a:pt x="5581650" y="308568"/>
                  </a:lnTo>
                  <a:lnTo>
                    <a:pt x="5581930" y="308568"/>
                  </a:lnTo>
                  <a:lnTo>
                    <a:pt x="5582116" y="308568"/>
                  </a:lnTo>
                  <a:lnTo>
                    <a:pt x="5582210" y="308568"/>
                  </a:lnTo>
                  <a:lnTo>
                    <a:pt x="5582303" y="308568"/>
                  </a:lnTo>
                  <a:lnTo>
                    <a:pt x="5582396" y="308568"/>
                  </a:lnTo>
                  <a:lnTo>
                    <a:pt x="5582489" y="308568"/>
                  </a:lnTo>
                  <a:lnTo>
                    <a:pt x="5582583" y="308568"/>
                  </a:lnTo>
                  <a:lnTo>
                    <a:pt x="5582769" y="308568"/>
                  </a:lnTo>
                  <a:lnTo>
                    <a:pt x="5583049" y="298614"/>
                  </a:lnTo>
                  <a:lnTo>
                    <a:pt x="5583235" y="298614"/>
                  </a:lnTo>
                  <a:lnTo>
                    <a:pt x="5583329" y="298614"/>
                  </a:lnTo>
                  <a:lnTo>
                    <a:pt x="5583422" y="298614"/>
                  </a:lnTo>
                  <a:lnTo>
                    <a:pt x="5583515" y="298614"/>
                  </a:lnTo>
                  <a:lnTo>
                    <a:pt x="5583608" y="298614"/>
                  </a:lnTo>
                  <a:lnTo>
                    <a:pt x="5583702" y="298614"/>
                  </a:lnTo>
                  <a:lnTo>
                    <a:pt x="5584354" y="298614"/>
                  </a:lnTo>
                  <a:lnTo>
                    <a:pt x="5584821" y="298614"/>
                  </a:lnTo>
                  <a:lnTo>
                    <a:pt x="5585007" y="298614"/>
                  </a:lnTo>
                  <a:lnTo>
                    <a:pt x="5585193" y="298614"/>
                  </a:lnTo>
                  <a:lnTo>
                    <a:pt x="5585566" y="298614"/>
                  </a:lnTo>
                  <a:lnTo>
                    <a:pt x="5585846" y="298614"/>
                  </a:lnTo>
                  <a:lnTo>
                    <a:pt x="5585939" y="298614"/>
                  </a:lnTo>
                  <a:lnTo>
                    <a:pt x="5586033" y="298614"/>
                  </a:lnTo>
                  <a:lnTo>
                    <a:pt x="5586406" y="298614"/>
                  </a:lnTo>
                  <a:lnTo>
                    <a:pt x="5586499" y="298614"/>
                  </a:lnTo>
                  <a:lnTo>
                    <a:pt x="5587058" y="298614"/>
                  </a:lnTo>
                  <a:lnTo>
                    <a:pt x="5587431" y="298614"/>
                  </a:lnTo>
                  <a:lnTo>
                    <a:pt x="5587525" y="298614"/>
                  </a:lnTo>
                  <a:lnTo>
                    <a:pt x="5587898" y="298614"/>
                  </a:lnTo>
                  <a:lnTo>
                    <a:pt x="5588084" y="298614"/>
                  </a:lnTo>
                  <a:lnTo>
                    <a:pt x="5588271" y="298614"/>
                  </a:lnTo>
                  <a:lnTo>
                    <a:pt x="5588364" y="298614"/>
                  </a:lnTo>
                  <a:lnTo>
                    <a:pt x="5588457" y="298614"/>
                  </a:lnTo>
                  <a:lnTo>
                    <a:pt x="5588644" y="298614"/>
                  </a:lnTo>
                  <a:lnTo>
                    <a:pt x="5589017" y="288660"/>
                  </a:lnTo>
                  <a:lnTo>
                    <a:pt x="5589296" y="288660"/>
                  </a:lnTo>
                  <a:lnTo>
                    <a:pt x="5589576" y="288660"/>
                  </a:lnTo>
                  <a:lnTo>
                    <a:pt x="5589763" y="288660"/>
                  </a:lnTo>
                  <a:lnTo>
                    <a:pt x="5590322" y="288660"/>
                  </a:lnTo>
                  <a:lnTo>
                    <a:pt x="5590975" y="288660"/>
                  </a:lnTo>
                  <a:lnTo>
                    <a:pt x="5591161" y="288660"/>
                  </a:lnTo>
                  <a:lnTo>
                    <a:pt x="5591255" y="288660"/>
                  </a:lnTo>
                  <a:lnTo>
                    <a:pt x="5591628" y="288660"/>
                  </a:lnTo>
                  <a:lnTo>
                    <a:pt x="5591721" y="288660"/>
                  </a:lnTo>
                  <a:lnTo>
                    <a:pt x="5591907" y="288660"/>
                  </a:lnTo>
                  <a:lnTo>
                    <a:pt x="5592187" y="288660"/>
                  </a:lnTo>
                  <a:lnTo>
                    <a:pt x="5592373" y="288660"/>
                  </a:lnTo>
                  <a:lnTo>
                    <a:pt x="5592653" y="288660"/>
                  </a:lnTo>
                  <a:lnTo>
                    <a:pt x="5593213" y="278707"/>
                  </a:lnTo>
                  <a:lnTo>
                    <a:pt x="5593679" y="278707"/>
                  </a:lnTo>
                  <a:lnTo>
                    <a:pt x="5593865" y="268753"/>
                  </a:lnTo>
                  <a:lnTo>
                    <a:pt x="5594332" y="268753"/>
                  </a:lnTo>
                  <a:lnTo>
                    <a:pt x="5594518" y="268753"/>
                  </a:lnTo>
                  <a:lnTo>
                    <a:pt x="5594891" y="268753"/>
                  </a:lnTo>
                  <a:lnTo>
                    <a:pt x="5594984" y="268753"/>
                  </a:lnTo>
                  <a:lnTo>
                    <a:pt x="5595078" y="268753"/>
                  </a:lnTo>
                  <a:lnTo>
                    <a:pt x="5595357" y="268753"/>
                  </a:lnTo>
                  <a:lnTo>
                    <a:pt x="5595451" y="268753"/>
                  </a:lnTo>
                  <a:lnTo>
                    <a:pt x="5595544" y="268753"/>
                  </a:lnTo>
                  <a:lnTo>
                    <a:pt x="5596570" y="268753"/>
                  </a:lnTo>
                  <a:lnTo>
                    <a:pt x="5597129" y="268753"/>
                  </a:lnTo>
                  <a:lnTo>
                    <a:pt x="5597316" y="268753"/>
                  </a:lnTo>
                  <a:lnTo>
                    <a:pt x="5597782" y="268753"/>
                  </a:lnTo>
                  <a:lnTo>
                    <a:pt x="5597875" y="268753"/>
                  </a:lnTo>
                  <a:lnTo>
                    <a:pt x="5598062" y="268753"/>
                  </a:lnTo>
                  <a:lnTo>
                    <a:pt x="5598155" y="268753"/>
                  </a:lnTo>
                  <a:lnTo>
                    <a:pt x="5598248" y="268753"/>
                  </a:lnTo>
                  <a:lnTo>
                    <a:pt x="5598341" y="268753"/>
                  </a:lnTo>
                  <a:lnTo>
                    <a:pt x="5598807" y="268753"/>
                  </a:lnTo>
                  <a:lnTo>
                    <a:pt x="5598994" y="268753"/>
                  </a:lnTo>
                  <a:lnTo>
                    <a:pt x="5599460" y="268753"/>
                  </a:lnTo>
                  <a:lnTo>
                    <a:pt x="5599553" y="268753"/>
                  </a:lnTo>
                  <a:lnTo>
                    <a:pt x="5599647" y="268753"/>
                  </a:lnTo>
                  <a:lnTo>
                    <a:pt x="5600113" y="268753"/>
                  </a:lnTo>
                  <a:lnTo>
                    <a:pt x="5600579" y="268753"/>
                  </a:lnTo>
                  <a:lnTo>
                    <a:pt x="5600672" y="268753"/>
                  </a:lnTo>
                  <a:lnTo>
                    <a:pt x="5600859" y="268753"/>
                  </a:lnTo>
                  <a:lnTo>
                    <a:pt x="5600952" y="268753"/>
                  </a:lnTo>
                  <a:lnTo>
                    <a:pt x="5601045" y="268753"/>
                  </a:lnTo>
                  <a:lnTo>
                    <a:pt x="5601139" y="268753"/>
                  </a:lnTo>
                  <a:lnTo>
                    <a:pt x="5601418" y="268753"/>
                  </a:lnTo>
                  <a:lnTo>
                    <a:pt x="5601512" y="268753"/>
                  </a:lnTo>
                  <a:lnTo>
                    <a:pt x="5601605" y="268753"/>
                  </a:lnTo>
                  <a:lnTo>
                    <a:pt x="5602537" y="268753"/>
                  </a:lnTo>
                  <a:lnTo>
                    <a:pt x="5602631" y="268753"/>
                  </a:lnTo>
                  <a:lnTo>
                    <a:pt x="5602724" y="268753"/>
                  </a:lnTo>
                  <a:lnTo>
                    <a:pt x="5602910" y="268753"/>
                  </a:lnTo>
                  <a:lnTo>
                    <a:pt x="5603004" y="268753"/>
                  </a:lnTo>
                  <a:lnTo>
                    <a:pt x="5603563" y="268753"/>
                  </a:lnTo>
                  <a:lnTo>
                    <a:pt x="5603656" y="268753"/>
                  </a:lnTo>
                  <a:lnTo>
                    <a:pt x="5603936" y="268753"/>
                  </a:lnTo>
                  <a:lnTo>
                    <a:pt x="5604029" y="268753"/>
                  </a:lnTo>
                  <a:lnTo>
                    <a:pt x="5604216" y="268753"/>
                  </a:lnTo>
                  <a:lnTo>
                    <a:pt x="5604402" y="268753"/>
                  </a:lnTo>
                  <a:lnTo>
                    <a:pt x="5604682" y="268753"/>
                  </a:lnTo>
                  <a:lnTo>
                    <a:pt x="5604775" y="268753"/>
                  </a:lnTo>
                  <a:lnTo>
                    <a:pt x="5605335" y="268753"/>
                  </a:lnTo>
                  <a:lnTo>
                    <a:pt x="5605521" y="268753"/>
                  </a:lnTo>
                  <a:lnTo>
                    <a:pt x="5605615" y="268753"/>
                  </a:lnTo>
                  <a:lnTo>
                    <a:pt x="5606081" y="268753"/>
                  </a:lnTo>
                  <a:lnTo>
                    <a:pt x="5606174" y="268753"/>
                  </a:lnTo>
                  <a:lnTo>
                    <a:pt x="5606267" y="268753"/>
                  </a:lnTo>
                  <a:lnTo>
                    <a:pt x="5606547" y="268753"/>
                  </a:lnTo>
                  <a:lnTo>
                    <a:pt x="5606733" y="268753"/>
                  </a:lnTo>
                  <a:lnTo>
                    <a:pt x="5606827" y="268753"/>
                  </a:lnTo>
                  <a:lnTo>
                    <a:pt x="5606920" y="268753"/>
                  </a:lnTo>
                  <a:lnTo>
                    <a:pt x="5607106" y="268753"/>
                  </a:lnTo>
                  <a:lnTo>
                    <a:pt x="5607200" y="268753"/>
                  </a:lnTo>
                  <a:lnTo>
                    <a:pt x="5607759" y="268753"/>
                  </a:lnTo>
                  <a:lnTo>
                    <a:pt x="5607946" y="268753"/>
                  </a:lnTo>
                  <a:lnTo>
                    <a:pt x="5608039" y="268753"/>
                  </a:lnTo>
                  <a:lnTo>
                    <a:pt x="5609438" y="268753"/>
                  </a:lnTo>
                  <a:lnTo>
                    <a:pt x="5609624" y="268753"/>
                  </a:lnTo>
                  <a:lnTo>
                    <a:pt x="5609811" y="268753"/>
                  </a:lnTo>
                  <a:lnTo>
                    <a:pt x="5609997" y="268753"/>
                  </a:lnTo>
                  <a:lnTo>
                    <a:pt x="5610090" y="268753"/>
                  </a:lnTo>
                  <a:lnTo>
                    <a:pt x="5610463" y="268753"/>
                  </a:lnTo>
                  <a:lnTo>
                    <a:pt x="5610557" y="268753"/>
                  </a:lnTo>
                  <a:lnTo>
                    <a:pt x="5610650" y="268753"/>
                  </a:lnTo>
                  <a:lnTo>
                    <a:pt x="5610743" y="268753"/>
                  </a:lnTo>
                  <a:lnTo>
                    <a:pt x="5610930" y="268753"/>
                  </a:lnTo>
                  <a:lnTo>
                    <a:pt x="5611862" y="268753"/>
                  </a:lnTo>
                  <a:lnTo>
                    <a:pt x="5612049" y="268753"/>
                  </a:lnTo>
                  <a:lnTo>
                    <a:pt x="5612142" y="268753"/>
                  </a:lnTo>
                  <a:lnTo>
                    <a:pt x="5612608" y="268753"/>
                  </a:lnTo>
                  <a:lnTo>
                    <a:pt x="5612701" y="268753"/>
                  </a:lnTo>
                  <a:lnTo>
                    <a:pt x="5613074" y="268753"/>
                  </a:lnTo>
                  <a:lnTo>
                    <a:pt x="5613167" y="268753"/>
                  </a:lnTo>
                  <a:lnTo>
                    <a:pt x="5613261" y="268753"/>
                  </a:lnTo>
                  <a:lnTo>
                    <a:pt x="5613447" y="268753"/>
                  </a:lnTo>
                  <a:lnTo>
                    <a:pt x="5613913" y="268753"/>
                  </a:lnTo>
                  <a:lnTo>
                    <a:pt x="5614007" y="268753"/>
                  </a:lnTo>
                  <a:lnTo>
                    <a:pt x="5614473" y="268753"/>
                  </a:lnTo>
                  <a:lnTo>
                    <a:pt x="5614566" y="268753"/>
                  </a:lnTo>
                  <a:lnTo>
                    <a:pt x="5614659" y="268753"/>
                  </a:lnTo>
                  <a:lnTo>
                    <a:pt x="5615032" y="268753"/>
                  </a:lnTo>
                  <a:lnTo>
                    <a:pt x="5615499" y="268753"/>
                  </a:lnTo>
                  <a:lnTo>
                    <a:pt x="5615685" y="268753"/>
                  </a:lnTo>
                  <a:lnTo>
                    <a:pt x="5615872" y="268753"/>
                  </a:lnTo>
                  <a:lnTo>
                    <a:pt x="5616058" y="268753"/>
                  </a:lnTo>
                  <a:lnTo>
                    <a:pt x="5616151" y="268753"/>
                  </a:lnTo>
                  <a:lnTo>
                    <a:pt x="5616245" y="268753"/>
                  </a:lnTo>
                  <a:lnTo>
                    <a:pt x="5616804" y="268753"/>
                  </a:lnTo>
                  <a:lnTo>
                    <a:pt x="5616897" y="268753"/>
                  </a:lnTo>
                  <a:lnTo>
                    <a:pt x="5616991" y="268753"/>
                  </a:lnTo>
                  <a:lnTo>
                    <a:pt x="5617084" y="268753"/>
                  </a:lnTo>
                  <a:lnTo>
                    <a:pt x="5617364" y="268753"/>
                  </a:lnTo>
                  <a:lnTo>
                    <a:pt x="5617457" y="268753"/>
                  </a:lnTo>
                  <a:lnTo>
                    <a:pt x="5617737" y="268753"/>
                  </a:lnTo>
                  <a:lnTo>
                    <a:pt x="5618203" y="268753"/>
                  </a:lnTo>
                  <a:lnTo>
                    <a:pt x="5618576" y="268753"/>
                  </a:lnTo>
                  <a:lnTo>
                    <a:pt x="5618669" y="268753"/>
                  </a:lnTo>
                  <a:lnTo>
                    <a:pt x="5618762" y="268753"/>
                  </a:lnTo>
                  <a:lnTo>
                    <a:pt x="5618856" y="268753"/>
                  </a:lnTo>
                  <a:lnTo>
                    <a:pt x="5619042" y="268753"/>
                  </a:lnTo>
                  <a:lnTo>
                    <a:pt x="5619229" y="268753"/>
                  </a:lnTo>
                  <a:lnTo>
                    <a:pt x="5619881" y="268753"/>
                  </a:lnTo>
                  <a:lnTo>
                    <a:pt x="5619974" y="268753"/>
                  </a:lnTo>
                  <a:lnTo>
                    <a:pt x="5620254" y="268753"/>
                  </a:lnTo>
                  <a:lnTo>
                    <a:pt x="5620441" y="268753"/>
                  </a:lnTo>
                  <a:lnTo>
                    <a:pt x="5620534" y="268753"/>
                  </a:lnTo>
                  <a:lnTo>
                    <a:pt x="5620814" y="268753"/>
                  </a:lnTo>
                  <a:lnTo>
                    <a:pt x="5620907" y="268753"/>
                  </a:lnTo>
                  <a:lnTo>
                    <a:pt x="5621280" y="268753"/>
                  </a:lnTo>
                  <a:lnTo>
                    <a:pt x="5622306" y="268753"/>
                  </a:lnTo>
                  <a:lnTo>
                    <a:pt x="5622399" y="268753"/>
                  </a:lnTo>
                  <a:lnTo>
                    <a:pt x="5622492" y="268753"/>
                  </a:lnTo>
                  <a:lnTo>
                    <a:pt x="5622679" y="268753"/>
                  </a:lnTo>
                  <a:lnTo>
                    <a:pt x="5622865" y="268753"/>
                  </a:lnTo>
                  <a:lnTo>
                    <a:pt x="5623052" y="268753"/>
                  </a:lnTo>
                  <a:lnTo>
                    <a:pt x="5623425" y="268753"/>
                  </a:lnTo>
                  <a:lnTo>
                    <a:pt x="5623518" y="268753"/>
                  </a:lnTo>
                  <a:lnTo>
                    <a:pt x="5623798" y="268753"/>
                  </a:lnTo>
                  <a:lnTo>
                    <a:pt x="5623891" y="268753"/>
                  </a:lnTo>
                  <a:lnTo>
                    <a:pt x="5624171" y="268753"/>
                  </a:lnTo>
                  <a:lnTo>
                    <a:pt x="5624264" y="268753"/>
                  </a:lnTo>
                  <a:lnTo>
                    <a:pt x="5624450" y="268753"/>
                  </a:lnTo>
                  <a:lnTo>
                    <a:pt x="5624544" y="268753"/>
                  </a:lnTo>
                  <a:lnTo>
                    <a:pt x="5624637" y="268753"/>
                  </a:lnTo>
                  <a:lnTo>
                    <a:pt x="5624730" y="268753"/>
                  </a:lnTo>
                  <a:lnTo>
                    <a:pt x="5625383" y="268753"/>
                  </a:lnTo>
                  <a:lnTo>
                    <a:pt x="5625476" y="268753"/>
                  </a:lnTo>
                  <a:lnTo>
                    <a:pt x="5625663" y="268753"/>
                  </a:lnTo>
                  <a:lnTo>
                    <a:pt x="5625756" y="268753"/>
                  </a:lnTo>
                  <a:lnTo>
                    <a:pt x="5625849" y="268753"/>
                  </a:lnTo>
                  <a:lnTo>
                    <a:pt x="5626036" y="268753"/>
                  </a:lnTo>
                  <a:lnTo>
                    <a:pt x="5626315" y="268753"/>
                  </a:lnTo>
                  <a:lnTo>
                    <a:pt x="5626409" y="268753"/>
                  </a:lnTo>
                  <a:lnTo>
                    <a:pt x="5626502" y="268753"/>
                  </a:lnTo>
                  <a:lnTo>
                    <a:pt x="5626781" y="268753"/>
                  </a:lnTo>
                  <a:lnTo>
                    <a:pt x="5627434" y="268753"/>
                  </a:lnTo>
                  <a:lnTo>
                    <a:pt x="5627714" y="268753"/>
                  </a:lnTo>
                  <a:lnTo>
                    <a:pt x="5627807" y="268753"/>
                  </a:lnTo>
                  <a:lnTo>
                    <a:pt x="5628273" y="268753"/>
                  </a:lnTo>
                  <a:lnTo>
                    <a:pt x="5628367" y="268753"/>
                  </a:lnTo>
                  <a:lnTo>
                    <a:pt x="5628553" y="268753"/>
                  </a:lnTo>
                  <a:lnTo>
                    <a:pt x="5628926" y="268753"/>
                  </a:lnTo>
                  <a:lnTo>
                    <a:pt x="5629019" y="268753"/>
                  </a:lnTo>
                  <a:lnTo>
                    <a:pt x="5629113" y="268753"/>
                  </a:lnTo>
                  <a:lnTo>
                    <a:pt x="5629392" y="268753"/>
                  </a:lnTo>
                  <a:lnTo>
                    <a:pt x="5629486" y="268753"/>
                  </a:lnTo>
                  <a:lnTo>
                    <a:pt x="5629859" y="268753"/>
                  </a:lnTo>
                  <a:lnTo>
                    <a:pt x="5629952" y="268753"/>
                  </a:lnTo>
                  <a:lnTo>
                    <a:pt x="5630232" y="268753"/>
                  </a:lnTo>
                  <a:lnTo>
                    <a:pt x="5630511" y="268753"/>
                  </a:lnTo>
                  <a:lnTo>
                    <a:pt x="5630884" y="268753"/>
                  </a:lnTo>
                  <a:lnTo>
                    <a:pt x="5631351" y="268753"/>
                  </a:lnTo>
                  <a:lnTo>
                    <a:pt x="5631444" y="268753"/>
                  </a:lnTo>
                  <a:lnTo>
                    <a:pt x="5631724" y="268753"/>
                  </a:lnTo>
                  <a:lnTo>
                    <a:pt x="5631817" y="268753"/>
                  </a:lnTo>
                  <a:lnTo>
                    <a:pt x="5632190" y="268753"/>
                  </a:lnTo>
                  <a:lnTo>
                    <a:pt x="5632376" y="268753"/>
                  </a:lnTo>
                  <a:lnTo>
                    <a:pt x="5632470" y="268753"/>
                  </a:lnTo>
                  <a:lnTo>
                    <a:pt x="5632749" y="268753"/>
                  </a:lnTo>
                  <a:lnTo>
                    <a:pt x="5632936" y="268753"/>
                  </a:lnTo>
                  <a:lnTo>
                    <a:pt x="5633029" y="268753"/>
                  </a:lnTo>
                  <a:lnTo>
                    <a:pt x="5633309" y="268753"/>
                  </a:lnTo>
                  <a:lnTo>
                    <a:pt x="5633402" y="268753"/>
                  </a:lnTo>
                  <a:lnTo>
                    <a:pt x="5633868" y="268753"/>
                  </a:lnTo>
                  <a:lnTo>
                    <a:pt x="5633961" y="268753"/>
                  </a:lnTo>
                  <a:lnTo>
                    <a:pt x="5634055" y="268753"/>
                  </a:lnTo>
                  <a:lnTo>
                    <a:pt x="5634428" y="268753"/>
                  </a:lnTo>
                  <a:lnTo>
                    <a:pt x="5634614" y="268753"/>
                  </a:lnTo>
                  <a:lnTo>
                    <a:pt x="5634707" y="268753"/>
                  </a:lnTo>
                  <a:lnTo>
                    <a:pt x="5635174" y="268753"/>
                  </a:lnTo>
                  <a:lnTo>
                    <a:pt x="5635453" y="268753"/>
                  </a:lnTo>
                  <a:lnTo>
                    <a:pt x="5635547" y="268753"/>
                  </a:lnTo>
                  <a:lnTo>
                    <a:pt x="5635640" y="268753"/>
                  </a:lnTo>
                  <a:lnTo>
                    <a:pt x="5635733" y="268753"/>
                  </a:lnTo>
                  <a:lnTo>
                    <a:pt x="5636106" y="268753"/>
                  </a:lnTo>
                  <a:lnTo>
                    <a:pt x="5636199" y="268753"/>
                  </a:lnTo>
                  <a:lnTo>
                    <a:pt x="5636386" y="268753"/>
                  </a:lnTo>
                  <a:lnTo>
                    <a:pt x="5636479" y="268753"/>
                  </a:lnTo>
                  <a:lnTo>
                    <a:pt x="5636572" y="268753"/>
                  </a:lnTo>
                  <a:lnTo>
                    <a:pt x="5636666" y="268753"/>
                  </a:lnTo>
                  <a:lnTo>
                    <a:pt x="5636759" y="268753"/>
                  </a:lnTo>
                  <a:lnTo>
                    <a:pt x="5637971" y="268753"/>
                  </a:lnTo>
                  <a:lnTo>
                    <a:pt x="5638251" y="268753"/>
                  </a:lnTo>
                  <a:lnTo>
                    <a:pt x="5638344" y="268753"/>
                  </a:lnTo>
                  <a:lnTo>
                    <a:pt x="5638437" y="268753"/>
                  </a:lnTo>
                  <a:lnTo>
                    <a:pt x="5638531" y="268753"/>
                  </a:lnTo>
                  <a:lnTo>
                    <a:pt x="5638717" y="268753"/>
                  </a:lnTo>
                  <a:lnTo>
                    <a:pt x="5638904" y="268753"/>
                  </a:lnTo>
                  <a:lnTo>
                    <a:pt x="5639183" y="268753"/>
                  </a:lnTo>
                  <a:lnTo>
                    <a:pt x="5639277" y="268753"/>
                  </a:lnTo>
                  <a:lnTo>
                    <a:pt x="5639836" y="268753"/>
                  </a:lnTo>
                  <a:lnTo>
                    <a:pt x="5640116" y="268753"/>
                  </a:lnTo>
                  <a:lnTo>
                    <a:pt x="5640209" y="268753"/>
                  </a:lnTo>
                  <a:lnTo>
                    <a:pt x="5640675" y="268753"/>
                  </a:lnTo>
                  <a:lnTo>
                    <a:pt x="5640768" y="268753"/>
                  </a:lnTo>
                  <a:lnTo>
                    <a:pt x="5641141" y="268753"/>
                  </a:lnTo>
                  <a:lnTo>
                    <a:pt x="5641235" y="268753"/>
                  </a:lnTo>
                  <a:lnTo>
                    <a:pt x="5641608" y="268753"/>
                  </a:lnTo>
                  <a:lnTo>
                    <a:pt x="5641701" y="268753"/>
                  </a:lnTo>
                  <a:lnTo>
                    <a:pt x="5641887" y="268753"/>
                  </a:lnTo>
                  <a:lnTo>
                    <a:pt x="5642074" y="268753"/>
                  </a:lnTo>
                  <a:lnTo>
                    <a:pt x="5642447" y="268753"/>
                  </a:lnTo>
                  <a:lnTo>
                    <a:pt x="5642727" y="268753"/>
                  </a:lnTo>
                  <a:lnTo>
                    <a:pt x="5643006" y="268753"/>
                  </a:lnTo>
                  <a:lnTo>
                    <a:pt x="5643100" y="268753"/>
                  </a:lnTo>
                  <a:lnTo>
                    <a:pt x="5643193" y="268753"/>
                  </a:lnTo>
                  <a:lnTo>
                    <a:pt x="5643286" y="268753"/>
                  </a:lnTo>
                  <a:lnTo>
                    <a:pt x="5643846" y="268753"/>
                  </a:lnTo>
                  <a:lnTo>
                    <a:pt x="5643939" y="268753"/>
                  </a:lnTo>
                  <a:lnTo>
                    <a:pt x="5644032" y="268753"/>
                  </a:lnTo>
                  <a:lnTo>
                    <a:pt x="5644219" y="268753"/>
                  </a:lnTo>
                  <a:lnTo>
                    <a:pt x="5644405" y="268753"/>
                  </a:lnTo>
                  <a:lnTo>
                    <a:pt x="5644498" y="268753"/>
                  </a:lnTo>
                  <a:lnTo>
                    <a:pt x="5644871" y="268753"/>
                  </a:lnTo>
                  <a:lnTo>
                    <a:pt x="5644965" y="268753"/>
                  </a:lnTo>
                  <a:lnTo>
                    <a:pt x="5645431" y="268753"/>
                  </a:lnTo>
                  <a:lnTo>
                    <a:pt x="5645897" y="268753"/>
                  </a:lnTo>
                  <a:lnTo>
                    <a:pt x="5646643" y="268753"/>
                  </a:lnTo>
                  <a:lnTo>
                    <a:pt x="5646923" y="268753"/>
                  </a:lnTo>
                  <a:lnTo>
                    <a:pt x="5647016" y="268753"/>
                  </a:lnTo>
                  <a:lnTo>
                    <a:pt x="5647762" y="268753"/>
                  </a:lnTo>
                  <a:lnTo>
                    <a:pt x="5647948" y="268753"/>
                  </a:lnTo>
                  <a:lnTo>
                    <a:pt x="5648042" y="268753"/>
                  </a:lnTo>
                  <a:lnTo>
                    <a:pt x="5648415" y="268753"/>
                  </a:lnTo>
                  <a:lnTo>
                    <a:pt x="5648508" y="268753"/>
                  </a:lnTo>
                  <a:lnTo>
                    <a:pt x="5648601" y="268753"/>
                  </a:lnTo>
                  <a:lnTo>
                    <a:pt x="5648694" y="268753"/>
                  </a:lnTo>
                  <a:lnTo>
                    <a:pt x="5648974" y="268753"/>
                  </a:lnTo>
                  <a:lnTo>
                    <a:pt x="5649067" y="268753"/>
                  </a:lnTo>
                  <a:lnTo>
                    <a:pt x="5649254" y="268753"/>
                  </a:lnTo>
                  <a:lnTo>
                    <a:pt x="5649347" y="268753"/>
                  </a:lnTo>
                  <a:lnTo>
                    <a:pt x="5649440" y="268753"/>
                  </a:lnTo>
                  <a:lnTo>
                    <a:pt x="5649627" y="268753"/>
                  </a:lnTo>
                  <a:lnTo>
                    <a:pt x="5649907" y="268753"/>
                  </a:lnTo>
                  <a:lnTo>
                    <a:pt x="5650466" y="268753"/>
                  </a:lnTo>
                  <a:lnTo>
                    <a:pt x="5650653" y="268753"/>
                  </a:lnTo>
                  <a:lnTo>
                    <a:pt x="5650746" y="268753"/>
                  </a:lnTo>
                  <a:lnTo>
                    <a:pt x="5651119" y="268753"/>
                  </a:lnTo>
                  <a:lnTo>
                    <a:pt x="5651212" y="268753"/>
                  </a:lnTo>
                  <a:lnTo>
                    <a:pt x="5651399" y="268753"/>
                  </a:lnTo>
                  <a:lnTo>
                    <a:pt x="5651492" y="268753"/>
                  </a:lnTo>
                  <a:lnTo>
                    <a:pt x="5651585" y="268753"/>
                  </a:lnTo>
                  <a:lnTo>
                    <a:pt x="5651865" y="268753"/>
                  </a:lnTo>
                  <a:lnTo>
                    <a:pt x="5652145" y="268753"/>
                  </a:lnTo>
                  <a:lnTo>
                    <a:pt x="5652611" y="268753"/>
                  </a:lnTo>
                  <a:lnTo>
                    <a:pt x="5652704" y="268753"/>
                  </a:lnTo>
                  <a:lnTo>
                    <a:pt x="5653170" y="268753"/>
                  </a:lnTo>
                  <a:lnTo>
                    <a:pt x="5653450" y="268753"/>
                  </a:lnTo>
                  <a:lnTo>
                    <a:pt x="5653543" y="268753"/>
                  </a:lnTo>
                  <a:lnTo>
                    <a:pt x="5653916" y="268753"/>
                  </a:lnTo>
                  <a:lnTo>
                    <a:pt x="5654569" y="268753"/>
                  </a:lnTo>
                  <a:lnTo>
                    <a:pt x="5654662" y="268753"/>
                  </a:lnTo>
                  <a:lnTo>
                    <a:pt x="5655222" y="268753"/>
                  </a:lnTo>
                  <a:lnTo>
                    <a:pt x="5655315" y="268753"/>
                  </a:lnTo>
                  <a:lnTo>
                    <a:pt x="5655688" y="268753"/>
                  </a:lnTo>
                  <a:lnTo>
                    <a:pt x="5655781" y="268753"/>
                  </a:lnTo>
                  <a:lnTo>
                    <a:pt x="5656061" y="268753"/>
                  </a:lnTo>
                  <a:lnTo>
                    <a:pt x="5656247" y="268753"/>
                  </a:lnTo>
                  <a:lnTo>
                    <a:pt x="5656527" y="268753"/>
                  </a:lnTo>
                  <a:lnTo>
                    <a:pt x="5656620" y="268753"/>
                  </a:lnTo>
                  <a:lnTo>
                    <a:pt x="5656714" y="268753"/>
                  </a:lnTo>
                  <a:lnTo>
                    <a:pt x="5658206" y="268753"/>
                  </a:lnTo>
                  <a:lnTo>
                    <a:pt x="5658392" y="268753"/>
                  </a:lnTo>
                  <a:lnTo>
                    <a:pt x="5658952" y="268753"/>
                  </a:lnTo>
                  <a:lnTo>
                    <a:pt x="5659138" y="268753"/>
                  </a:lnTo>
                  <a:lnTo>
                    <a:pt x="5659325" y="268753"/>
                  </a:lnTo>
                  <a:lnTo>
                    <a:pt x="5659511" y="268753"/>
                  </a:lnTo>
                  <a:lnTo>
                    <a:pt x="5659698" y="268753"/>
                  </a:lnTo>
                  <a:lnTo>
                    <a:pt x="5659791" y="268753"/>
                  </a:lnTo>
                  <a:lnTo>
                    <a:pt x="5659884" y="268753"/>
                  </a:lnTo>
                  <a:lnTo>
                    <a:pt x="5660257" y="268753"/>
                  </a:lnTo>
                  <a:lnTo>
                    <a:pt x="5660350" y="268753"/>
                  </a:lnTo>
                  <a:lnTo>
                    <a:pt x="5660444" y="268753"/>
                  </a:lnTo>
                  <a:lnTo>
                    <a:pt x="5660817" y="268753"/>
                  </a:lnTo>
                  <a:lnTo>
                    <a:pt x="5660910" y="268753"/>
                  </a:lnTo>
                  <a:lnTo>
                    <a:pt x="5661003" y="268753"/>
                  </a:lnTo>
                  <a:lnTo>
                    <a:pt x="5661376" y="268753"/>
                  </a:lnTo>
                  <a:lnTo>
                    <a:pt x="5661469" y="268753"/>
                  </a:lnTo>
                  <a:lnTo>
                    <a:pt x="5661562" y="268753"/>
                  </a:lnTo>
                  <a:lnTo>
                    <a:pt x="5661842" y="268753"/>
                  </a:lnTo>
                  <a:lnTo>
                    <a:pt x="5661935" y="268753"/>
                  </a:lnTo>
                  <a:lnTo>
                    <a:pt x="5662308" y="268753"/>
                  </a:lnTo>
                  <a:lnTo>
                    <a:pt x="5662495" y="268753"/>
                  </a:lnTo>
                  <a:lnTo>
                    <a:pt x="5662868" y="268753"/>
                  </a:lnTo>
                  <a:lnTo>
                    <a:pt x="5662961" y="268753"/>
                  </a:lnTo>
                  <a:lnTo>
                    <a:pt x="5663148" y="268753"/>
                  </a:lnTo>
                  <a:lnTo>
                    <a:pt x="5663241" y="268753"/>
                  </a:lnTo>
                  <a:lnTo>
                    <a:pt x="5663521" y="268753"/>
                  </a:lnTo>
                  <a:lnTo>
                    <a:pt x="5663707" y="268753"/>
                  </a:lnTo>
                  <a:lnTo>
                    <a:pt x="5663800" y="268753"/>
                  </a:lnTo>
                  <a:lnTo>
                    <a:pt x="5663987" y="268753"/>
                  </a:lnTo>
                  <a:lnTo>
                    <a:pt x="5664267" y="268753"/>
                  </a:lnTo>
                  <a:lnTo>
                    <a:pt x="5664360" y="268753"/>
                  </a:lnTo>
                  <a:lnTo>
                    <a:pt x="5664453" y="268753"/>
                  </a:lnTo>
                  <a:lnTo>
                    <a:pt x="5665106" y="268753"/>
                  </a:lnTo>
                  <a:lnTo>
                    <a:pt x="5665479" y="268753"/>
                  </a:lnTo>
                  <a:lnTo>
                    <a:pt x="5665665" y="268753"/>
                  </a:lnTo>
                  <a:lnTo>
                    <a:pt x="5665945" y="268753"/>
                  </a:lnTo>
                  <a:lnTo>
                    <a:pt x="5666038" y="268753"/>
                  </a:lnTo>
                  <a:lnTo>
                    <a:pt x="5666132" y="268753"/>
                  </a:lnTo>
                  <a:lnTo>
                    <a:pt x="5666318" y="268753"/>
                  </a:lnTo>
                  <a:lnTo>
                    <a:pt x="5666598" y="268753"/>
                  </a:lnTo>
                  <a:lnTo>
                    <a:pt x="5666971" y="268753"/>
                  </a:lnTo>
                  <a:lnTo>
                    <a:pt x="5667437" y="268753"/>
                  </a:lnTo>
                  <a:lnTo>
                    <a:pt x="5667530" y="268753"/>
                  </a:lnTo>
                  <a:lnTo>
                    <a:pt x="5667624" y="268753"/>
                  </a:lnTo>
                  <a:lnTo>
                    <a:pt x="5667717" y="268753"/>
                  </a:lnTo>
                  <a:lnTo>
                    <a:pt x="5667810" y="268753"/>
                  </a:lnTo>
                  <a:lnTo>
                    <a:pt x="5667903" y="268753"/>
                  </a:lnTo>
                  <a:lnTo>
                    <a:pt x="5668183" y="268753"/>
                  </a:lnTo>
                  <a:lnTo>
                    <a:pt x="5668463" y="268753"/>
                  </a:lnTo>
                  <a:lnTo>
                    <a:pt x="5668649" y="268753"/>
                  </a:lnTo>
                  <a:lnTo>
                    <a:pt x="5668742" y="268753"/>
                  </a:lnTo>
                  <a:lnTo>
                    <a:pt x="5669115" y="258799"/>
                  </a:lnTo>
                  <a:lnTo>
                    <a:pt x="5669302" y="258799"/>
                  </a:lnTo>
                  <a:lnTo>
                    <a:pt x="5669395" y="258799"/>
                  </a:lnTo>
                  <a:lnTo>
                    <a:pt x="5669582" y="258799"/>
                  </a:lnTo>
                  <a:lnTo>
                    <a:pt x="5669675" y="258799"/>
                  </a:lnTo>
                  <a:lnTo>
                    <a:pt x="5670421" y="258799"/>
                  </a:lnTo>
                  <a:lnTo>
                    <a:pt x="5670514" y="258799"/>
                  </a:lnTo>
                  <a:lnTo>
                    <a:pt x="5670607" y="258799"/>
                  </a:lnTo>
                  <a:lnTo>
                    <a:pt x="5670701" y="258799"/>
                  </a:lnTo>
                  <a:lnTo>
                    <a:pt x="5671074" y="258799"/>
                  </a:lnTo>
                  <a:lnTo>
                    <a:pt x="5671260" y="258799"/>
                  </a:lnTo>
                  <a:lnTo>
                    <a:pt x="5671353" y="258799"/>
                  </a:lnTo>
                  <a:lnTo>
                    <a:pt x="5671540" y="258799"/>
                  </a:lnTo>
                  <a:lnTo>
                    <a:pt x="5671726" y="258799"/>
                  </a:lnTo>
                  <a:lnTo>
                    <a:pt x="5672006" y="258799"/>
                  </a:lnTo>
                  <a:lnTo>
                    <a:pt x="5672193" y="258799"/>
                  </a:lnTo>
                  <a:lnTo>
                    <a:pt x="5672286" y="258799"/>
                  </a:lnTo>
                  <a:lnTo>
                    <a:pt x="5672659" y="258799"/>
                  </a:lnTo>
                  <a:lnTo>
                    <a:pt x="5672752" y="258799"/>
                  </a:lnTo>
                  <a:lnTo>
                    <a:pt x="5673591" y="258799"/>
                  </a:lnTo>
                  <a:lnTo>
                    <a:pt x="5673685" y="258799"/>
                  </a:lnTo>
                  <a:lnTo>
                    <a:pt x="5674244" y="258799"/>
                  </a:lnTo>
                  <a:lnTo>
                    <a:pt x="5674337" y="258799"/>
                  </a:lnTo>
                  <a:lnTo>
                    <a:pt x="5674431" y="258799"/>
                  </a:lnTo>
                  <a:lnTo>
                    <a:pt x="5674804" y="258799"/>
                  </a:lnTo>
                  <a:lnTo>
                    <a:pt x="5674897" y="258799"/>
                  </a:lnTo>
                  <a:lnTo>
                    <a:pt x="5675363" y="258799"/>
                  </a:lnTo>
                  <a:lnTo>
                    <a:pt x="5675456" y="258799"/>
                  </a:lnTo>
                  <a:lnTo>
                    <a:pt x="5675829" y="258799"/>
                  </a:lnTo>
                  <a:lnTo>
                    <a:pt x="5676202" y="258799"/>
                  </a:lnTo>
                  <a:lnTo>
                    <a:pt x="5676389" y="258799"/>
                  </a:lnTo>
                  <a:lnTo>
                    <a:pt x="5676482" y="258799"/>
                  </a:lnTo>
                  <a:lnTo>
                    <a:pt x="5676575" y="258799"/>
                  </a:lnTo>
                  <a:lnTo>
                    <a:pt x="5676668" y="258799"/>
                  </a:lnTo>
                  <a:lnTo>
                    <a:pt x="5677321" y="258799"/>
                  </a:lnTo>
                  <a:lnTo>
                    <a:pt x="5677601" y="258799"/>
                  </a:lnTo>
                  <a:lnTo>
                    <a:pt x="5677694" y="258799"/>
                  </a:lnTo>
                  <a:lnTo>
                    <a:pt x="5677787" y="258799"/>
                  </a:lnTo>
                  <a:lnTo>
                    <a:pt x="5677974" y="258799"/>
                  </a:lnTo>
                  <a:lnTo>
                    <a:pt x="5678160" y="258799"/>
                  </a:lnTo>
                  <a:lnTo>
                    <a:pt x="5678440" y="258799"/>
                  </a:lnTo>
                  <a:lnTo>
                    <a:pt x="5678627" y="258799"/>
                  </a:lnTo>
                  <a:lnTo>
                    <a:pt x="5678720" y="258799"/>
                  </a:lnTo>
                  <a:lnTo>
                    <a:pt x="5678813" y="258799"/>
                  </a:lnTo>
                  <a:lnTo>
                    <a:pt x="5680305" y="258799"/>
                  </a:lnTo>
                  <a:lnTo>
                    <a:pt x="5680492" y="258799"/>
                  </a:lnTo>
                  <a:lnTo>
                    <a:pt x="5680678" y="258799"/>
                  </a:lnTo>
                  <a:lnTo>
                    <a:pt x="5681051" y="258799"/>
                  </a:lnTo>
                  <a:lnTo>
                    <a:pt x="5681238" y="258799"/>
                  </a:lnTo>
                  <a:lnTo>
                    <a:pt x="5681331" y="258799"/>
                  </a:lnTo>
                  <a:lnTo>
                    <a:pt x="5681424" y="258799"/>
                  </a:lnTo>
                  <a:lnTo>
                    <a:pt x="5681517" y="258799"/>
                  </a:lnTo>
                  <a:lnTo>
                    <a:pt x="5681704" y="258799"/>
                  </a:lnTo>
                  <a:lnTo>
                    <a:pt x="5681984" y="258799"/>
                  </a:lnTo>
                  <a:lnTo>
                    <a:pt x="5682077" y="258799"/>
                  </a:lnTo>
                  <a:lnTo>
                    <a:pt x="5682170" y="258799"/>
                  </a:lnTo>
                  <a:lnTo>
                    <a:pt x="5682356" y="258799"/>
                  </a:lnTo>
                  <a:lnTo>
                    <a:pt x="5682543" y="258799"/>
                  </a:lnTo>
                  <a:lnTo>
                    <a:pt x="5683382" y="258799"/>
                  </a:lnTo>
                  <a:lnTo>
                    <a:pt x="5683848" y="258799"/>
                  </a:lnTo>
                  <a:lnTo>
                    <a:pt x="5684315" y="258799"/>
                  </a:lnTo>
                  <a:lnTo>
                    <a:pt x="5684781" y="258799"/>
                  </a:lnTo>
                  <a:lnTo>
                    <a:pt x="5684874" y="258799"/>
                  </a:lnTo>
                  <a:lnTo>
                    <a:pt x="5684967" y="258799"/>
                  </a:lnTo>
                  <a:lnTo>
                    <a:pt x="5685154" y="258799"/>
                  </a:lnTo>
                  <a:lnTo>
                    <a:pt x="5685247" y="258799"/>
                  </a:lnTo>
                  <a:lnTo>
                    <a:pt x="5685434" y="258799"/>
                  </a:lnTo>
                  <a:lnTo>
                    <a:pt x="5685713" y="258799"/>
                  </a:lnTo>
                  <a:lnTo>
                    <a:pt x="5685807" y="258799"/>
                  </a:lnTo>
                  <a:lnTo>
                    <a:pt x="5686086" y="258799"/>
                  </a:lnTo>
                  <a:lnTo>
                    <a:pt x="5686273" y="258799"/>
                  </a:lnTo>
                  <a:lnTo>
                    <a:pt x="5686366" y="258799"/>
                  </a:lnTo>
                  <a:lnTo>
                    <a:pt x="5686459" y="258799"/>
                  </a:lnTo>
                  <a:lnTo>
                    <a:pt x="5686553" y="258799"/>
                  </a:lnTo>
                  <a:lnTo>
                    <a:pt x="5686646" y="258799"/>
                  </a:lnTo>
                  <a:lnTo>
                    <a:pt x="5687112" y="258799"/>
                  </a:lnTo>
                  <a:lnTo>
                    <a:pt x="5687299" y="258799"/>
                  </a:lnTo>
                  <a:lnTo>
                    <a:pt x="5687485" y="258799"/>
                  </a:lnTo>
                  <a:lnTo>
                    <a:pt x="5687578" y="258799"/>
                  </a:lnTo>
                  <a:lnTo>
                    <a:pt x="5687672" y="258799"/>
                  </a:lnTo>
                  <a:lnTo>
                    <a:pt x="5687765" y="258799"/>
                  </a:lnTo>
                  <a:lnTo>
                    <a:pt x="5688324" y="258799"/>
                  </a:lnTo>
                  <a:lnTo>
                    <a:pt x="5688791" y="258799"/>
                  </a:lnTo>
                  <a:lnTo>
                    <a:pt x="5689163" y="258799"/>
                  </a:lnTo>
                  <a:lnTo>
                    <a:pt x="5689257" y="258799"/>
                  </a:lnTo>
                  <a:lnTo>
                    <a:pt x="5689350" y="258799"/>
                  </a:lnTo>
                  <a:lnTo>
                    <a:pt x="5689536" y="258799"/>
                  </a:lnTo>
                  <a:lnTo>
                    <a:pt x="5689630" y="258799"/>
                  </a:lnTo>
                  <a:lnTo>
                    <a:pt x="5689816" y="258799"/>
                  </a:lnTo>
                  <a:lnTo>
                    <a:pt x="5689909" y="258799"/>
                  </a:lnTo>
                  <a:lnTo>
                    <a:pt x="5690096" y="258799"/>
                  </a:lnTo>
                  <a:lnTo>
                    <a:pt x="5690655" y="258799"/>
                  </a:lnTo>
                  <a:lnTo>
                    <a:pt x="5690842" y="258799"/>
                  </a:lnTo>
                  <a:lnTo>
                    <a:pt x="5691308" y="258799"/>
                  </a:lnTo>
                  <a:lnTo>
                    <a:pt x="5691401" y="258799"/>
                  </a:lnTo>
                  <a:lnTo>
                    <a:pt x="5691495" y="258799"/>
                  </a:lnTo>
                  <a:lnTo>
                    <a:pt x="5691588" y="258799"/>
                  </a:lnTo>
                  <a:lnTo>
                    <a:pt x="5691681" y="258799"/>
                  </a:lnTo>
                  <a:lnTo>
                    <a:pt x="5691774" y="258799"/>
                  </a:lnTo>
                  <a:lnTo>
                    <a:pt x="5692427" y="258799"/>
                  </a:lnTo>
                  <a:lnTo>
                    <a:pt x="5692520" y="258799"/>
                  </a:lnTo>
                  <a:lnTo>
                    <a:pt x="5692893" y="258799"/>
                  </a:lnTo>
                  <a:lnTo>
                    <a:pt x="5693173" y="258799"/>
                  </a:lnTo>
                  <a:lnTo>
                    <a:pt x="5693266" y="258799"/>
                  </a:lnTo>
                  <a:lnTo>
                    <a:pt x="5693546" y="258799"/>
                  </a:lnTo>
                  <a:lnTo>
                    <a:pt x="5693639" y="258799"/>
                  </a:lnTo>
                  <a:lnTo>
                    <a:pt x="5693733" y="258799"/>
                  </a:lnTo>
                  <a:lnTo>
                    <a:pt x="5694012" y="258799"/>
                  </a:lnTo>
                  <a:lnTo>
                    <a:pt x="5694199" y="258799"/>
                  </a:lnTo>
                  <a:lnTo>
                    <a:pt x="5694665" y="258799"/>
                  </a:lnTo>
                  <a:lnTo>
                    <a:pt x="5694758" y="258799"/>
                  </a:lnTo>
                  <a:lnTo>
                    <a:pt x="5695411" y="258799"/>
                  </a:lnTo>
                  <a:lnTo>
                    <a:pt x="5695691" y="258799"/>
                  </a:lnTo>
                  <a:lnTo>
                    <a:pt x="5695784" y="258799"/>
                  </a:lnTo>
                  <a:lnTo>
                    <a:pt x="5695970" y="258799"/>
                  </a:lnTo>
                  <a:lnTo>
                    <a:pt x="5696157" y="258799"/>
                  </a:lnTo>
                  <a:lnTo>
                    <a:pt x="5696250" y="258799"/>
                  </a:lnTo>
                  <a:lnTo>
                    <a:pt x="5696437" y="258799"/>
                  </a:lnTo>
                  <a:lnTo>
                    <a:pt x="5696623" y="258799"/>
                  </a:lnTo>
                  <a:lnTo>
                    <a:pt x="5696716" y="258799"/>
                  </a:lnTo>
                  <a:lnTo>
                    <a:pt x="5696810" y="258799"/>
                  </a:lnTo>
                  <a:lnTo>
                    <a:pt x="5696903" y="258799"/>
                  </a:lnTo>
                  <a:lnTo>
                    <a:pt x="5696996" y="258799"/>
                  </a:lnTo>
                  <a:lnTo>
                    <a:pt x="5697089" y="258799"/>
                  </a:lnTo>
                  <a:lnTo>
                    <a:pt x="5697276" y="258799"/>
                  </a:lnTo>
                  <a:lnTo>
                    <a:pt x="5697369" y="258799"/>
                  </a:lnTo>
                  <a:lnTo>
                    <a:pt x="5697556" y="258799"/>
                  </a:lnTo>
                  <a:lnTo>
                    <a:pt x="5697649" y="258799"/>
                  </a:lnTo>
                  <a:lnTo>
                    <a:pt x="5698302" y="258799"/>
                  </a:lnTo>
                  <a:lnTo>
                    <a:pt x="5698395" y="258799"/>
                  </a:lnTo>
                  <a:lnTo>
                    <a:pt x="5698768" y="258799"/>
                  </a:lnTo>
                  <a:lnTo>
                    <a:pt x="5698861" y="258799"/>
                  </a:lnTo>
                  <a:lnTo>
                    <a:pt x="5699048" y="258799"/>
                  </a:lnTo>
                  <a:lnTo>
                    <a:pt x="5699794" y="258799"/>
                  </a:lnTo>
                  <a:lnTo>
                    <a:pt x="5700073" y="258799"/>
                  </a:lnTo>
                  <a:lnTo>
                    <a:pt x="5700260" y="258799"/>
                  </a:lnTo>
                  <a:lnTo>
                    <a:pt x="5700540" y="258799"/>
                  </a:lnTo>
                  <a:lnTo>
                    <a:pt x="5700633" y="258799"/>
                  </a:lnTo>
                  <a:lnTo>
                    <a:pt x="5700726" y="258799"/>
                  </a:lnTo>
                  <a:lnTo>
                    <a:pt x="5700819" y="258799"/>
                  </a:lnTo>
                  <a:lnTo>
                    <a:pt x="5701006" y="258799"/>
                  </a:lnTo>
                  <a:lnTo>
                    <a:pt x="5701192" y="258799"/>
                  </a:lnTo>
                  <a:lnTo>
                    <a:pt x="5701286" y="258799"/>
                  </a:lnTo>
                  <a:lnTo>
                    <a:pt x="5701379" y="258799"/>
                  </a:lnTo>
                  <a:lnTo>
                    <a:pt x="5701565" y="258799"/>
                  </a:lnTo>
                  <a:lnTo>
                    <a:pt x="5701752" y="258799"/>
                  </a:lnTo>
                  <a:lnTo>
                    <a:pt x="5701938" y="258799"/>
                  </a:lnTo>
                  <a:lnTo>
                    <a:pt x="5702218" y="258799"/>
                  </a:lnTo>
                  <a:lnTo>
                    <a:pt x="5702311" y="258799"/>
                  </a:lnTo>
                  <a:lnTo>
                    <a:pt x="5702964" y="258799"/>
                  </a:lnTo>
                  <a:lnTo>
                    <a:pt x="5703057" y="258799"/>
                  </a:lnTo>
                  <a:lnTo>
                    <a:pt x="5703430" y="258799"/>
                  </a:lnTo>
                  <a:lnTo>
                    <a:pt x="5703523" y="258799"/>
                  </a:lnTo>
                  <a:lnTo>
                    <a:pt x="5703803" y="258799"/>
                  </a:lnTo>
                  <a:lnTo>
                    <a:pt x="5703990" y="258799"/>
                  </a:lnTo>
                  <a:lnTo>
                    <a:pt x="5704083" y="258799"/>
                  </a:lnTo>
                  <a:lnTo>
                    <a:pt x="5704269" y="258799"/>
                  </a:lnTo>
                  <a:lnTo>
                    <a:pt x="5704549" y="258799"/>
                  </a:lnTo>
                  <a:lnTo>
                    <a:pt x="5704642" y="258799"/>
                  </a:lnTo>
                  <a:lnTo>
                    <a:pt x="5704736" y="258799"/>
                  </a:lnTo>
                  <a:lnTo>
                    <a:pt x="5704829" y="258799"/>
                  </a:lnTo>
                  <a:lnTo>
                    <a:pt x="5704922" y="258799"/>
                  </a:lnTo>
                  <a:lnTo>
                    <a:pt x="5705015" y="258799"/>
                  </a:lnTo>
                  <a:lnTo>
                    <a:pt x="5705295" y="258799"/>
                  </a:lnTo>
                  <a:lnTo>
                    <a:pt x="5705575" y="258799"/>
                  </a:lnTo>
                  <a:lnTo>
                    <a:pt x="5706228" y="258799"/>
                  </a:lnTo>
                  <a:lnTo>
                    <a:pt x="5706321" y="258799"/>
                  </a:lnTo>
                  <a:lnTo>
                    <a:pt x="5707720" y="248845"/>
                  </a:lnTo>
                  <a:lnTo>
                    <a:pt x="5707906" y="248845"/>
                  </a:lnTo>
                  <a:lnTo>
                    <a:pt x="5708093" y="248845"/>
                  </a:lnTo>
                  <a:lnTo>
                    <a:pt x="5708279" y="248845"/>
                  </a:lnTo>
                  <a:lnTo>
                    <a:pt x="5708466" y="248845"/>
                  </a:lnTo>
                  <a:lnTo>
                    <a:pt x="5708559" y="248845"/>
                  </a:lnTo>
                  <a:lnTo>
                    <a:pt x="5708839" y="248845"/>
                  </a:lnTo>
                  <a:lnTo>
                    <a:pt x="5709305" y="248845"/>
                  </a:lnTo>
                  <a:lnTo>
                    <a:pt x="5709398" y="248845"/>
                  </a:lnTo>
                  <a:lnTo>
                    <a:pt x="5709585" y="248845"/>
                  </a:lnTo>
                  <a:lnTo>
                    <a:pt x="5709678" y="248845"/>
                  </a:lnTo>
                  <a:lnTo>
                    <a:pt x="5709771" y="248845"/>
                  </a:lnTo>
                  <a:lnTo>
                    <a:pt x="5709957" y="248845"/>
                  </a:lnTo>
                  <a:lnTo>
                    <a:pt x="5710144" y="248845"/>
                  </a:lnTo>
                  <a:lnTo>
                    <a:pt x="5710610" y="248845"/>
                  </a:lnTo>
                  <a:lnTo>
                    <a:pt x="5711076" y="248845"/>
                  </a:lnTo>
                  <a:lnTo>
                    <a:pt x="5711356" y="248845"/>
                  </a:lnTo>
                  <a:lnTo>
                    <a:pt x="5711729" y="248845"/>
                  </a:lnTo>
                  <a:lnTo>
                    <a:pt x="5711822" y="248845"/>
                  </a:lnTo>
                  <a:lnTo>
                    <a:pt x="5712009" y="248845"/>
                  </a:lnTo>
                  <a:lnTo>
                    <a:pt x="5712195" y="248845"/>
                  </a:lnTo>
                  <a:lnTo>
                    <a:pt x="5712475" y="248845"/>
                  </a:lnTo>
                  <a:lnTo>
                    <a:pt x="5712568" y="248845"/>
                  </a:lnTo>
                  <a:lnTo>
                    <a:pt x="5712662" y="248845"/>
                  </a:lnTo>
                  <a:lnTo>
                    <a:pt x="5712755" y="248845"/>
                  </a:lnTo>
                  <a:lnTo>
                    <a:pt x="5712848" y="248845"/>
                  </a:lnTo>
                  <a:lnTo>
                    <a:pt x="5713035" y="248845"/>
                  </a:lnTo>
                  <a:lnTo>
                    <a:pt x="5713501" y="248845"/>
                  </a:lnTo>
                  <a:lnTo>
                    <a:pt x="5713594" y="248845"/>
                  </a:lnTo>
                  <a:lnTo>
                    <a:pt x="5713687" y="248845"/>
                  </a:lnTo>
                  <a:lnTo>
                    <a:pt x="5713874" y="248845"/>
                  </a:lnTo>
                  <a:lnTo>
                    <a:pt x="5713967" y="248845"/>
                  </a:lnTo>
                  <a:lnTo>
                    <a:pt x="5714060" y="248845"/>
                  </a:lnTo>
                  <a:lnTo>
                    <a:pt x="5714154" y="248845"/>
                  </a:lnTo>
                  <a:lnTo>
                    <a:pt x="5714527" y="248845"/>
                  </a:lnTo>
                  <a:lnTo>
                    <a:pt x="5714713" y="248845"/>
                  </a:lnTo>
                  <a:lnTo>
                    <a:pt x="5714900" y="248845"/>
                  </a:lnTo>
                  <a:lnTo>
                    <a:pt x="5715086" y="248845"/>
                  </a:lnTo>
                  <a:lnTo>
                    <a:pt x="5715273" y="248845"/>
                  </a:lnTo>
                  <a:lnTo>
                    <a:pt x="5715739" y="248845"/>
                  </a:lnTo>
                  <a:lnTo>
                    <a:pt x="5715832" y="248845"/>
                  </a:lnTo>
                  <a:lnTo>
                    <a:pt x="5716205" y="248845"/>
                  </a:lnTo>
                  <a:lnTo>
                    <a:pt x="5716298" y="248845"/>
                  </a:lnTo>
                  <a:lnTo>
                    <a:pt x="5716485" y="248845"/>
                  </a:lnTo>
                  <a:lnTo>
                    <a:pt x="5716671" y="248845"/>
                  </a:lnTo>
                  <a:lnTo>
                    <a:pt x="5716764" y="248845"/>
                  </a:lnTo>
                  <a:lnTo>
                    <a:pt x="5717604" y="248845"/>
                  </a:lnTo>
                  <a:lnTo>
                    <a:pt x="5717697" y="248845"/>
                  </a:lnTo>
                  <a:lnTo>
                    <a:pt x="5717977" y="248845"/>
                  </a:lnTo>
                  <a:lnTo>
                    <a:pt x="5718070" y="248845"/>
                  </a:lnTo>
                  <a:lnTo>
                    <a:pt x="5718163" y="248845"/>
                  </a:lnTo>
                  <a:lnTo>
                    <a:pt x="5718256" y="248845"/>
                  </a:lnTo>
                  <a:lnTo>
                    <a:pt x="5718350" y="248845"/>
                  </a:lnTo>
                  <a:lnTo>
                    <a:pt x="5718629" y="248845"/>
                  </a:lnTo>
                  <a:lnTo>
                    <a:pt x="5719002" y="248845"/>
                  </a:lnTo>
                  <a:lnTo>
                    <a:pt x="5719189" y="248845"/>
                  </a:lnTo>
                  <a:lnTo>
                    <a:pt x="5719375" y="248845"/>
                  </a:lnTo>
                  <a:lnTo>
                    <a:pt x="5719562" y="248845"/>
                  </a:lnTo>
                  <a:lnTo>
                    <a:pt x="5719655" y="248845"/>
                  </a:lnTo>
                  <a:lnTo>
                    <a:pt x="5719935" y="248845"/>
                  </a:lnTo>
                  <a:lnTo>
                    <a:pt x="5720028" y="248845"/>
                  </a:lnTo>
                  <a:lnTo>
                    <a:pt x="5720121" y="248845"/>
                  </a:lnTo>
                  <a:lnTo>
                    <a:pt x="5720494" y="248845"/>
                  </a:lnTo>
                  <a:lnTo>
                    <a:pt x="5720774" y="248845"/>
                  </a:lnTo>
                  <a:lnTo>
                    <a:pt x="5720867" y="248845"/>
                  </a:lnTo>
                  <a:lnTo>
                    <a:pt x="5720867" y="238891"/>
                  </a:lnTo>
                  <a:lnTo>
                    <a:pt x="5721334" y="238891"/>
                  </a:lnTo>
                  <a:lnTo>
                    <a:pt x="5721427" y="238891"/>
                  </a:lnTo>
                  <a:lnTo>
                    <a:pt x="5721707" y="238891"/>
                  </a:lnTo>
                  <a:lnTo>
                    <a:pt x="5721800" y="238891"/>
                  </a:lnTo>
                  <a:lnTo>
                    <a:pt x="5721893" y="238891"/>
                  </a:lnTo>
                  <a:lnTo>
                    <a:pt x="5722266" y="238891"/>
                  </a:lnTo>
                  <a:lnTo>
                    <a:pt x="5723572" y="238891"/>
                  </a:lnTo>
                  <a:lnTo>
                    <a:pt x="5723851" y="238891"/>
                  </a:lnTo>
                  <a:lnTo>
                    <a:pt x="5723944" y="238891"/>
                  </a:lnTo>
                  <a:lnTo>
                    <a:pt x="5724038" y="238891"/>
                  </a:lnTo>
                  <a:lnTo>
                    <a:pt x="5724317" y="238891"/>
                  </a:lnTo>
                  <a:lnTo>
                    <a:pt x="5724504" y="238891"/>
                  </a:lnTo>
                  <a:lnTo>
                    <a:pt x="5724597" y="238891"/>
                  </a:lnTo>
                  <a:lnTo>
                    <a:pt x="5724784" y="238891"/>
                  </a:lnTo>
                  <a:lnTo>
                    <a:pt x="5724877" y="238891"/>
                  </a:lnTo>
                  <a:lnTo>
                    <a:pt x="5724970" y="238891"/>
                  </a:lnTo>
                  <a:lnTo>
                    <a:pt x="5725250" y="238891"/>
                  </a:lnTo>
                  <a:lnTo>
                    <a:pt x="5725809" y="238891"/>
                  </a:lnTo>
                  <a:lnTo>
                    <a:pt x="5725903" y="238891"/>
                  </a:lnTo>
                  <a:lnTo>
                    <a:pt x="5725996" y="238891"/>
                  </a:lnTo>
                  <a:lnTo>
                    <a:pt x="5726276" y="238891"/>
                  </a:lnTo>
                  <a:lnTo>
                    <a:pt x="5726462" y="238891"/>
                  </a:lnTo>
                  <a:lnTo>
                    <a:pt x="5726555" y="238891"/>
                  </a:lnTo>
                  <a:lnTo>
                    <a:pt x="5726649" y="238891"/>
                  </a:lnTo>
                  <a:lnTo>
                    <a:pt x="5726835" y="238891"/>
                  </a:lnTo>
                  <a:lnTo>
                    <a:pt x="5727022" y="238891"/>
                  </a:lnTo>
                  <a:lnTo>
                    <a:pt x="5727395" y="238891"/>
                  </a:lnTo>
                  <a:lnTo>
                    <a:pt x="5727674" y="238891"/>
                  </a:lnTo>
                  <a:lnTo>
                    <a:pt x="5727861" y="238891"/>
                  </a:lnTo>
                  <a:lnTo>
                    <a:pt x="5728234" y="238891"/>
                  </a:lnTo>
                  <a:lnTo>
                    <a:pt x="5728607" y="238891"/>
                  </a:lnTo>
                  <a:lnTo>
                    <a:pt x="5728887" y="238891"/>
                  </a:lnTo>
                  <a:lnTo>
                    <a:pt x="5728980" y="238891"/>
                  </a:lnTo>
                  <a:lnTo>
                    <a:pt x="5729539" y="238891"/>
                  </a:lnTo>
                  <a:lnTo>
                    <a:pt x="5729819" y="238891"/>
                  </a:lnTo>
                  <a:lnTo>
                    <a:pt x="5729912" y="238891"/>
                  </a:lnTo>
                  <a:lnTo>
                    <a:pt x="5730006" y="238891"/>
                  </a:lnTo>
                  <a:lnTo>
                    <a:pt x="5730099" y="238891"/>
                  </a:lnTo>
                  <a:lnTo>
                    <a:pt x="5730285" y="238891"/>
                  </a:lnTo>
                  <a:lnTo>
                    <a:pt x="5730751" y="238891"/>
                  </a:lnTo>
                  <a:lnTo>
                    <a:pt x="5730938" y="238891"/>
                  </a:lnTo>
                  <a:lnTo>
                    <a:pt x="5731311" y="238891"/>
                  </a:lnTo>
                  <a:lnTo>
                    <a:pt x="5731591" y="238891"/>
                  </a:lnTo>
                  <a:lnTo>
                    <a:pt x="5731777" y="238891"/>
                  </a:lnTo>
                  <a:lnTo>
                    <a:pt x="5731870" y="238891"/>
                  </a:lnTo>
                  <a:lnTo>
                    <a:pt x="5731964" y="238891"/>
                  </a:lnTo>
                  <a:lnTo>
                    <a:pt x="5732057" y="238891"/>
                  </a:lnTo>
                  <a:lnTo>
                    <a:pt x="5732150" y="238891"/>
                  </a:lnTo>
                  <a:lnTo>
                    <a:pt x="5732243" y="238891"/>
                  </a:lnTo>
                  <a:lnTo>
                    <a:pt x="5732430" y="238891"/>
                  </a:lnTo>
                  <a:lnTo>
                    <a:pt x="5733549" y="238891"/>
                  </a:lnTo>
                  <a:lnTo>
                    <a:pt x="5733642" y="238891"/>
                  </a:lnTo>
                  <a:lnTo>
                    <a:pt x="5733922" y="238891"/>
                  </a:lnTo>
                  <a:lnTo>
                    <a:pt x="5734015" y="238891"/>
                  </a:lnTo>
                  <a:lnTo>
                    <a:pt x="5734108" y="238891"/>
                  </a:lnTo>
                  <a:lnTo>
                    <a:pt x="5734388" y="238891"/>
                  </a:lnTo>
                  <a:lnTo>
                    <a:pt x="5734481" y="238891"/>
                  </a:lnTo>
                  <a:lnTo>
                    <a:pt x="5735041" y="238891"/>
                  </a:lnTo>
                  <a:lnTo>
                    <a:pt x="5735134" y="238891"/>
                  </a:lnTo>
                  <a:lnTo>
                    <a:pt x="5735227" y="238891"/>
                  </a:lnTo>
                  <a:lnTo>
                    <a:pt x="5735414" y="238891"/>
                  </a:lnTo>
                  <a:lnTo>
                    <a:pt x="5735600" y="238891"/>
                  </a:lnTo>
                  <a:lnTo>
                    <a:pt x="5735694" y="238891"/>
                  </a:lnTo>
                  <a:lnTo>
                    <a:pt x="5736160" y="238891"/>
                  </a:lnTo>
                  <a:lnTo>
                    <a:pt x="5736440" y="238891"/>
                  </a:lnTo>
                  <a:lnTo>
                    <a:pt x="5736626" y="238891"/>
                  </a:lnTo>
                  <a:lnTo>
                    <a:pt x="5736813" y="238891"/>
                  </a:lnTo>
                  <a:lnTo>
                    <a:pt x="5736906" y="238891"/>
                  </a:lnTo>
                  <a:lnTo>
                    <a:pt x="5737465" y="238891"/>
                  </a:lnTo>
                  <a:lnTo>
                    <a:pt x="5737838" y="238891"/>
                  </a:lnTo>
                  <a:lnTo>
                    <a:pt x="5738304" y="238891"/>
                  </a:lnTo>
                  <a:lnTo>
                    <a:pt x="5738491" y="238891"/>
                  </a:lnTo>
                  <a:lnTo>
                    <a:pt x="5738771" y="238891"/>
                  </a:lnTo>
                  <a:lnTo>
                    <a:pt x="5738864" y="238891"/>
                  </a:lnTo>
                  <a:lnTo>
                    <a:pt x="5738957" y="238891"/>
                  </a:lnTo>
                  <a:lnTo>
                    <a:pt x="5739050" y="238891"/>
                  </a:lnTo>
                  <a:lnTo>
                    <a:pt x="5739330" y="238891"/>
                  </a:lnTo>
                  <a:lnTo>
                    <a:pt x="5739423" y="238891"/>
                  </a:lnTo>
                  <a:lnTo>
                    <a:pt x="5739517" y="238891"/>
                  </a:lnTo>
                  <a:lnTo>
                    <a:pt x="5739703" y="238891"/>
                  </a:lnTo>
                  <a:lnTo>
                    <a:pt x="5739796" y="238891"/>
                  </a:lnTo>
                  <a:lnTo>
                    <a:pt x="5739890" y="238891"/>
                  </a:lnTo>
                  <a:lnTo>
                    <a:pt x="5739983" y="238891"/>
                  </a:lnTo>
                  <a:lnTo>
                    <a:pt x="5740263" y="238891"/>
                  </a:lnTo>
                  <a:lnTo>
                    <a:pt x="5740449" y="238891"/>
                  </a:lnTo>
                  <a:lnTo>
                    <a:pt x="5740542" y="238891"/>
                  </a:lnTo>
                  <a:lnTo>
                    <a:pt x="5740729" y="238891"/>
                  </a:lnTo>
                  <a:lnTo>
                    <a:pt x="5740915" y="238891"/>
                  </a:lnTo>
                  <a:lnTo>
                    <a:pt x="5741009" y="238891"/>
                  </a:lnTo>
                  <a:lnTo>
                    <a:pt x="5741102" y="238891"/>
                  </a:lnTo>
                  <a:lnTo>
                    <a:pt x="5741288" y="238891"/>
                  </a:lnTo>
                  <a:lnTo>
                    <a:pt x="5741382" y="238891"/>
                  </a:lnTo>
                  <a:lnTo>
                    <a:pt x="5743806" y="238891"/>
                  </a:lnTo>
                  <a:lnTo>
                    <a:pt x="5744086" y="238891"/>
                  </a:lnTo>
                  <a:lnTo>
                    <a:pt x="5744272" y="238891"/>
                  </a:lnTo>
                  <a:lnTo>
                    <a:pt x="5744645" y="238891"/>
                  </a:lnTo>
                  <a:lnTo>
                    <a:pt x="5744738" y="238891"/>
                  </a:lnTo>
                  <a:lnTo>
                    <a:pt x="5744832" y="238891"/>
                  </a:lnTo>
                  <a:lnTo>
                    <a:pt x="5745018" y="238891"/>
                  </a:lnTo>
                  <a:lnTo>
                    <a:pt x="5745111" y="238891"/>
                  </a:lnTo>
                  <a:lnTo>
                    <a:pt x="5745205" y="238891"/>
                  </a:lnTo>
                  <a:lnTo>
                    <a:pt x="5745671" y="238891"/>
                  </a:lnTo>
                  <a:lnTo>
                    <a:pt x="5745764" y="238891"/>
                  </a:lnTo>
                  <a:lnTo>
                    <a:pt x="5745857" y="238891"/>
                  </a:lnTo>
                  <a:lnTo>
                    <a:pt x="5746044" y="238891"/>
                  </a:lnTo>
                  <a:lnTo>
                    <a:pt x="5746230" y="238891"/>
                  </a:lnTo>
                  <a:lnTo>
                    <a:pt x="5746324" y="238891"/>
                  </a:lnTo>
                  <a:lnTo>
                    <a:pt x="5746603" y="238891"/>
                  </a:lnTo>
                  <a:lnTo>
                    <a:pt x="5746697" y="238891"/>
                  </a:lnTo>
                  <a:lnTo>
                    <a:pt x="5746976" y="238891"/>
                  </a:lnTo>
                  <a:lnTo>
                    <a:pt x="5747070" y="238891"/>
                  </a:lnTo>
                  <a:lnTo>
                    <a:pt x="5747163" y="238891"/>
                  </a:lnTo>
                  <a:lnTo>
                    <a:pt x="5747443" y="238891"/>
                  </a:lnTo>
                  <a:lnTo>
                    <a:pt x="5748002" y="238891"/>
                  </a:lnTo>
                  <a:lnTo>
                    <a:pt x="5748095" y="238891"/>
                  </a:lnTo>
                  <a:lnTo>
                    <a:pt x="5748189" y="238891"/>
                  </a:lnTo>
                  <a:lnTo>
                    <a:pt x="5748282" y="238891"/>
                  </a:lnTo>
                  <a:lnTo>
                    <a:pt x="5748375" y="238891"/>
                  </a:lnTo>
                  <a:lnTo>
                    <a:pt x="5748562" y="238891"/>
                  </a:lnTo>
                  <a:lnTo>
                    <a:pt x="5748655" y="238891"/>
                  </a:lnTo>
                  <a:lnTo>
                    <a:pt x="5748841" y="238891"/>
                  </a:lnTo>
                  <a:lnTo>
                    <a:pt x="5749028" y="238891"/>
                  </a:lnTo>
                  <a:lnTo>
                    <a:pt x="5749214" y="238891"/>
                  </a:lnTo>
                  <a:lnTo>
                    <a:pt x="5749774" y="238891"/>
                  </a:lnTo>
                  <a:lnTo>
                    <a:pt x="5749960" y="238891"/>
                  </a:lnTo>
                  <a:lnTo>
                    <a:pt x="5750054" y="238891"/>
                  </a:lnTo>
                  <a:lnTo>
                    <a:pt x="5750240" y="238891"/>
                  </a:lnTo>
                  <a:lnTo>
                    <a:pt x="5750333" y="238891"/>
                  </a:lnTo>
                  <a:lnTo>
                    <a:pt x="5750800" y="238891"/>
                  </a:lnTo>
                  <a:lnTo>
                    <a:pt x="5751079" y="238891"/>
                  </a:lnTo>
                  <a:lnTo>
                    <a:pt x="5751545" y="238891"/>
                  </a:lnTo>
                  <a:lnTo>
                    <a:pt x="5751825" y="238891"/>
                  </a:lnTo>
                  <a:lnTo>
                    <a:pt x="5752385" y="238891"/>
                  </a:lnTo>
                  <a:lnTo>
                    <a:pt x="5752478" y="238891"/>
                  </a:lnTo>
                  <a:lnTo>
                    <a:pt x="5753131" y="238891"/>
                  </a:lnTo>
                  <a:lnTo>
                    <a:pt x="5753597" y="238891"/>
                  </a:lnTo>
                  <a:lnTo>
                    <a:pt x="5753783" y="238891"/>
                  </a:lnTo>
                  <a:lnTo>
                    <a:pt x="5753970" y="238891"/>
                  </a:lnTo>
                  <a:lnTo>
                    <a:pt x="5754063" y="238891"/>
                  </a:lnTo>
                  <a:lnTo>
                    <a:pt x="5754250" y="238891"/>
                  </a:lnTo>
                  <a:lnTo>
                    <a:pt x="5754343" y="238891"/>
                  </a:lnTo>
                  <a:lnTo>
                    <a:pt x="5754436" y="238891"/>
                  </a:lnTo>
                  <a:lnTo>
                    <a:pt x="5754809" y="238891"/>
                  </a:lnTo>
                  <a:lnTo>
                    <a:pt x="5754902" y="238891"/>
                  </a:lnTo>
                  <a:lnTo>
                    <a:pt x="5754996" y="238891"/>
                  </a:lnTo>
                  <a:lnTo>
                    <a:pt x="5755182" y="238891"/>
                  </a:lnTo>
                  <a:lnTo>
                    <a:pt x="5755275" y="238891"/>
                  </a:lnTo>
                  <a:lnTo>
                    <a:pt x="5755369" y="238891"/>
                  </a:lnTo>
                  <a:lnTo>
                    <a:pt x="5755462" y="238891"/>
                  </a:lnTo>
                  <a:lnTo>
                    <a:pt x="5755555" y="238891"/>
                  </a:lnTo>
                  <a:lnTo>
                    <a:pt x="5755648" y="238891"/>
                  </a:lnTo>
                  <a:lnTo>
                    <a:pt x="5755742" y="238891"/>
                  </a:lnTo>
                  <a:lnTo>
                    <a:pt x="5756021" y="238891"/>
                  </a:lnTo>
                  <a:lnTo>
                    <a:pt x="5756301" y="238891"/>
                  </a:lnTo>
                  <a:lnTo>
                    <a:pt x="5756954" y="238891"/>
                  </a:lnTo>
                  <a:lnTo>
                    <a:pt x="5757140" y="238891"/>
                  </a:lnTo>
                  <a:lnTo>
                    <a:pt x="5757234" y="238891"/>
                  </a:lnTo>
                  <a:lnTo>
                    <a:pt x="5757513" y="238891"/>
                  </a:lnTo>
                  <a:lnTo>
                    <a:pt x="5757607" y="238891"/>
                  </a:lnTo>
                  <a:lnTo>
                    <a:pt x="5757700" y="238891"/>
                  </a:lnTo>
                  <a:lnTo>
                    <a:pt x="5757793" y="238891"/>
                  </a:lnTo>
                  <a:lnTo>
                    <a:pt x="5758446" y="238891"/>
                  </a:lnTo>
                  <a:lnTo>
                    <a:pt x="5758539" y="238891"/>
                  </a:lnTo>
                  <a:lnTo>
                    <a:pt x="5758632" y="238891"/>
                  </a:lnTo>
                  <a:lnTo>
                    <a:pt x="5758725" y="238891"/>
                  </a:lnTo>
                  <a:lnTo>
                    <a:pt x="5759005" y="238891"/>
                  </a:lnTo>
                  <a:lnTo>
                    <a:pt x="5759192" y="238891"/>
                  </a:lnTo>
                  <a:lnTo>
                    <a:pt x="5759565" y="238891"/>
                  </a:lnTo>
                  <a:lnTo>
                    <a:pt x="5759751" y="238891"/>
                  </a:lnTo>
                  <a:lnTo>
                    <a:pt x="5759938" y="238891"/>
                  </a:lnTo>
                  <a:lnTo>
                    <a:pt x="5760217" y="238891"/>
                  </a:lnTo>
                  <a:lnTo>
                    <a:pt x="5760311" y="238891"/>
                  </a:lnTo>
                  <a:lnTo>
                    <a:pt x="5760684" y="238891"/>
                  </a:lnTo>
                  <a:lnTo>
                    <a:pt x="5760870" y="238891"/>
                  </a:lnTo>
                  <a:lnTo>
                    <a:pt x="5760963" y="238891"/>
                  </a:lnTo>
                  <a:lnTo>
                    <a:pt x="5761150" y="238891"/>
                  </a:lnTo>
                  <a:lnTo>
                    <a:pt x="5761336" y="238891"/>
                  </a:lnTo>
                  <a:lnTo>
                    <a:pt x="5761523" y="238891"/>
                  </a:lnTo>
                  <a:lnTo>
                    <a:pt x="5761709" y="238891"/>
                  </a:lnTo>
                  <a:lnTo>
                    <a:pt x="5762082" y="238891"/>
                  </a:lnTo>
                  <a:lnTo>
                    <a:pt x="5762176" y="238891"/>
                  </a:lnTo>
                  <a:lnTo>
                    <a:pt x="5762269" y="238891"/>
                  </a:lnTo>
                  <a:lnTo>
                    <a:pt x="5762362" y="238891"/>
                  </a:lnTo>
                  <a:lnTo>
                    <a:pt x="5762549" y="238891"/>
                  </a:lnTo>
                  <a:lnTo>
                    <a:pt x="5762642" y="238891"/>
                  </a:lnTo>
                  <a:lnTo>
                    <a:pt x="5763108" y="238891"/>
                  </a:lnTo>
                  <a:lnTo>
                    <a:pt x="5763201" y="238891"/>
                  </a:lnTo>
                  <a:lnTo>
                    <a:pt x="5763574" y="238891"/>
                  </a:lnTo>
                  <a:lnTo>
                    <a:pt x="5763668" y="238891"/>
                  </a:lnTo>
                  <a:lnTo>
                    <a:pt x="5763854" y="238891"/>
                  </a:lnTo>
                  <a:lnTo>
                    <a:pt x="5764041" y="238891"/>
                  </a:lnTo>
                  <a:lnTo>
                    <a:pt x="5764134" y="238891"/>
                  </a:lnTo>
                  <a:lnTo>
                    <a:pt x="5764414" y="238891"/>
                  </a:lnTo>
                  <a:lnTo>
                    <a:pt x="5764787" y="238891"/>
                  </a:lnTo>
                  <a:lnTo>
                    <a:pt x="5765719" y="238891"/>
                  </a:lnTo>
                  <a:lnTo>
                    <a:pt x="5765812" y="238891"/>
                  </a:lnTo>
                  <a:lnTo>
                    <a:pt x="5765999" y="238891"/>
                  </a:lnTo>
                  <a:lnTo>
                    <a:pt x="5766185" y="238891"/>
                  </a:lnTo>
                  <a:lnTo>
                    <a:pt x="5766278" y="238891"/>
                  </a:lnTo>
                  <a:lnTo>
                    <a:pt x="5766465" y="238891"/>
                  </a:lnTo>
                  <a:lnTo>
                    <a:pt x="5766651" y="238891"/>
                  </a:lnTo>
                  <a:lnTo>
                    <a:pt x="5766838" y="238891"/>
                  </a:lnTo>
                  <a:lnTo>
                    <a:pt x="5766931" y="238891"/>
                  </a:lnTo>
                  <a:lnTo>
                    <a:pt x="5767118" y="238891"/>
                  </a:lnTo>
                  <a:lnTo>
                    <a:pt x="5767304" y="238891"/>
                  </a:lnTo>
                  <a:lnTo>
                    <a:pt x="5767491" y="238891"/>
                  </a:lnTo>
                  <a:lnTo>
                    <a:pt x="5768050" y="238891"/>
                  </a:lnTo>
                  <a:lnTo>
                    <a:pt x="5768143" y="238891"/>
                  </a:lnTo>
                  <a:lnTo>
                    <a:pt x="5768237" y="238891"/>
                  </a:lnTo>
                  <a:lnTo>
                    <a:pt x="5768610" y="238891"/>
                  </a:lnTo>
                  <a:lnTo>
                    <a:pt x="5768983" y="238891"/>
                  </a:lnTo>
                  <a:lnTo>
                    <a:pt x="5769076" y="238891"/>
                  </a:lnTo>
                  <a:lnTo>
                    <a:pt x="5769262" y="238891"/>
                  </a:lnTo>
                  <a:lnTo>
                    <a:pt x="5769449" y="238891"/>
                  </a:lnTo>
                  <a:lnTo>
                    <a:pt x="5770102" y="238891"/>
                  </a:lnTo>
                  <a:lnTo>
                    <a:pt x="5770195" y="238891"/>
                  </a:lnTo>
                  <a:lnTo>
                    <a:pt x="5770381" y="238891"/>
                  </a:lnTo>
                  <a:lnTo>
                    <a:pt x="5770475" y="238891"/>
                  </a:lnTo>
                  <a:lnTo>
                    <a:pt x="5770754" y="238891"/>
                  </a:lnTo>
                  <a:lnTo>
                    <a:pt x="5770941" y="238891"/>
                  </a:lnTo>
                  <a:lnTo>
                    <a:pt x="5771034" y="238891"/>
                  </a:lnTo>
                  <a:lnTo>
                    <a:pt x="5771127" y="238891"/>
                  </a:lnTo>
                  <a:lnTo>
                    <a:pt x="5771221" y="238891"/>
                  </a:lnTo>
                  <a:lnTo>
                    <a:pt x="5771314" y="238891"/>
                  </a:lnTo>
                  <a:lnTo>
                    <a:pt x="5771407" y="238891"/>
                  </a:lnTo>
                  <a:lnTo>
                    <a:pt x="5771594" y="238891"/>
                  </a:lnTo>
                  <a:lnTo>
                    <a:pt x="5771687" y="238891"/>
                  </a:lnTo>
                  <a:lnTo>
                    <a:pt x="5772153" y="238891"/>
                  </a:lnTo>
                  <a:lnTo>
                    <a:pt x="5772246" y="238891"/>
                  </a:lnTo>
                  <a:lnTo>
                    <a:pt x="5772526" y="238891"/>
                  </a:lnTo>
                  <a:lnTo>
                    <a:pt x="5772619" y="238891"/>
                  </a:lnTo>
                  <a:lnTo>
                    <a:pt x="5772806" y="238891"/>
                  </a:lnTo>
                  <a:lnTo>
                    <a:pt x="5772899" y="238891"/>
                  </a:lnTo>
                  <a:lnTo>
                    <a:pt x="5773272" y="238891"/>
                  </a:lnTo>
                  <a:lnTo>
                    <a:pt x="5773645" y="238891"/>
                  </a:lnTo>
                  <a:lnTo>
                    <a:pt x="5774018" y="238891"/>
                  </a:lnTo>
                  <a:lnTo>
                    <a:pt x="5774204" y="238891"/>
                  </a:lnTo>
                  <a:lnTo>
                    <a:pt x="5774391" y="238891"/>
                  </a:lnTo>
                  <a:lnTo>
                    <a:pt x="5775137" y="238891"/>
                  </a:lnTo>
                  <a:lnTo>
                    <a:pt x="5775230" y="238891"/>
                  </a:lnTo>
                  <a:lnTo>
                    <a:pt x="5775510" y="238891"/>
                  </a:lnTo>
                  <a:lnTo>
                    <a:pt x="5775696" y="238891"/>
                  </a:lnTo>
                  <a:lnTo>
                    <a:pt x="5775790" y="238891"/>
                  </a:lnTo>
                  <a:lnTo>
                    <a:pt x="5776069" y="238891"/>
                  </a:lnTo>
                  <a:lnTo>
                    <a:pt x="5776163" y="238891"/>
                  </a:lnTo>
                  <a:lnTo>
                    <a:pt x="5776256" y="238891"/>
                  </a:lnTo>
                  <a:lnTo>
                    <a:pt x="5776722" y="238891"/>
                  </a:lnTo>
                  <a:lnTo>
                    <a:pt x="5776815" y="238891"/>
                  </a:lnTo>
                  <a:lnTo>
                    <a:pt x="5777002" y="238891"/>
                  </a:lnTo>
                  <a:lnTo>
                    <a:pt x="5777468" y="238891"/>
                  </a:lnTo>
                  <a:lnTo>
                    <a:pt x="5777655" y="238891"/>
                  </a:lnTo>
                  <a:lnTo>
                    <a:pt x="5778121" y="238891"/>
                  </a:lnTo>
                  <a:lnTo>
                    <a:pt x="5778307" y="238891"/>
                  </a:lnTo>
                  <a:lnTo>
                    <a:pt x="5778401" y="238891"/>
                  </a:lnTo>
                  <a:lnTo>
                    <a:pt x="5778774" y="238891"/>
                  </a:lnTo>
                  <a:lnTo>
                    <a:pt x="5778867" y="238891"/>
                  </a:lnTo>
                  <a:lnTo>
                    <a:pt x="5779147" y="228937"/>
                  </a:lnTo>
                  <a:lnTo>
                    <a:pt x="5779240" y="228937"/>
                  </a:lnTo>
                  <a:lnTo>
                    <a:pt x="5779333" y="228937"/>
                  </a:lnTo>
                  <a:lnTo>
                    <a:pt x="5779706" y="228937"/>
                  </a:lnTo>
                  <a:lnTo>
                    <a:pt x="5779799" y="228937"/>
                  </a:lnTo>
                  <a:lnTo>
                    <a:pt x="5779892" y="228937"/>
                  </a:lnTo>
                  <a:lnTo>
                    <a:pt x="5779986" y="228937"/>
                  </a:lnTo>
                  <a:lnTo>
                    <a:pt x="5780452" y="228937"/>
                  </a:lnTo>
                  <a:lnTo>
                    <a:pt x="5780638" y="228937"/>
                  </a:lnTo>
                  <a:lnTo>
                    <a:pt x="5780732" y="228937"/>
                  </a:lnTo>
                  <a:lnTo>
                    <a:pt x="5780918" y="228937"/>
                  </a:lnTo>
                  <a:lnTo>
                    <a:pt x="5781105" y="228937"/>
                  </a:lnTo>
                  <a:lnTo>
                    <a:pt x="5781291" y="228937"/>
                  </a:lnTo>
                  <a:lnTo>
                    <a:pt x="5781664" y="228937"/>
                  </a:lnTo>
                  <a:lnTo>
                    <a:pt x="5782037" y="228937"/>
                  </a:lnTo>
                  <a:lnTo>
                    <a:pt x="5782317" y="228937"/>
                  </a:lnTo>
                  <a:lnTo>
                    <a:pt x="5782597" y="228937"/>
                  </a:lnTo>
                  <a:lnTo>
                    <a:pt x="5782690" y="228937"/>
                  </a:lnTo>
                  <a:lnTo>
                    <a:pt x="5783156" y="228937"/>
                  </a:lnTo>
                  <a:lnTo>
                    <a:pt x="5783343" y="228937"/>
                  </a:lnTo>
                  <a:lnTo>
                    <a:pt x="5783436" y="228937"/>
                  </a:lnTo>
                  <a:lnTo>
                    <a:pt x="5783529" y="228937"/>
                  </a:lnTo>
                  <a:lnTo>
                    <a:pt x="5783716" y="228937"/>
                  </a:lnTo>
                  <a:lnTo>
                    <a:pt x="5783809" y="228937"/>
                  </a:lnTo>
                  <a:lnTo>
                    <a:pt x="5783902" y="228937"/>
                  </a:lnTo>
                  <a:lnTo>
                    <a:pt x="5783995" y="228937"/>
                  </a:lnTo>
                  <a:lnTo>
                    <a:pt x="5784089" y="228937"/>
                  </a:lnTo>
                  <a:lnTo>
                    <a:pt x="5784275" y="228937"/>
                  </a:lnTo>
                  <a:lnTo>
                    <a:pt x="5784555" y="228937"/>
                  </a:lnTo>
                  <a:lnTo>
                    <a:pt x="5785114" y="228937"/>
                  </a:lnTo>
                  <a:lnTo>
                    <a:pt x="5785487" y="228937"/>
                  </a:lnTo>
                  <a:lnTo>
                    <a:pt x="5785674" y="228937"/>
                  </a:lnTo>
                  <a:lnTo>
                    <a:pt x="5785954" y="228937"/>
                  </a:lnTo>
                  <a:lnTo>
                    <a:pt x="5786420" y="228937"/>
                  </a:lnTo>
                  <a:lnTo>
                    <a:pt x="5786793" y="228937"/>
                  </a:lnTo>
                  <a:lnTo>
                    <a:pt x="5787539" y="228937"/>
                  </a:lnTo>
                  <a:lnTo>
                    <a:pt x="5788098" y="228937"/>
                  </a:lnTo>
                  <a:lnTo>
                    <a:pt x="5788378" y="228937"/>
                  </a:lnTo>
                  <a:lnTo>
                    <a:pt x="5788658" y="228937"/>
                  </a:lnTo>
                  <a:lnTo>
                    <a:pt x="5788844" y="228937"/>
                  </a:lnTo>
                  <a:lnTo>
                    <a:pt x="5789031" y="228937"/>
                  </a:lnTo>
                  <a:lnTo>
                    <a:pt x="5789217" y="228937"/>
                  </a:lnTo>
                  <a:lnTo>
                    <a:pt x="5789310" y="228937"/>
                  </a:lnTo>
                  <a:lnTo>
                    <a:pt x="5789404" y="228937"/>
                  </a:lnTo>
                  <a:lnTo>
                    <a:pt x="5789590" y="228937"/>
                  </a:lnTo>
                  <a:lnTo>
                    <a:pt x="5789683" y="228937"/>
                  </a:lnTo>
                  <a:lnTo>
                    <a:pt x="5789963" y="228937"/>
                  </a:lnTo>
                  <a:lnTo>
                    <a:pt x="5790243" y="228937"/>
                  </a:lnTo>
                  <a:lnTo>
                    <a:pt x="5790336" y="228937"/>
                  </a:lnTo>
                  <a:lnTo>
                    <a:pt x="5790616" y="228937"/>
                  </a:lnTo>
                  <a:lnTo>
                    <a:pt x="5790709" y="228937"/>
                  </a:lnTo>
                  <a:lnTo>
                    <a:pt x="5790802" y="228937"/>
                  </a:lnTo>
                  <a:lnTo>
                    <a:pt x="5790989" y="228937"/>
                  </a:lnTo>
                  <a:lnTo>
                    <a:pt x="5791175" y="228937"/>
                  </a:lnTo>
                  <a:lnTo>
                    <a:pt x="5791269" y="228937"/>
                  </a:lnTo>
                  <a:lnTo>
                    <a:pt x="5794066" y="228937"/>
                  </a:lnTo>
                  <a:lnTo>
                    <a:pt x="5794439" y="228937"/>
                  </a:lnTo>
                  <a:lnTo>
                    <a:pt x="5794812" y="228937"/>
                  </a:lnTo>
                  <a:lnTo>
                    <a:pt x="5795092" y="228937"/>
                  </a:lnTo>
                  <a:lnTo>
                    <a:pt x="5795371" y="228937"/>
                  </a:lnTo>
                  <a:lnTo>
                    <a:pt x="5795651" y="228937"/>
                  </a:lnTo>
                  <a:lnTo>
                    <a:pt x="5795744" y="228937"/>
                  </a:lnTo>
                  <a:lnTo>
                    <a:pt x="5795931" y="228937"/>
                  </a:lnTo>
                  <a:lnTo>
                    <a:pt x="5796211" y="228937"/>
                  </a:lnTo>
                  <a:lnTo>
                    <a:pt x="5796397" y="228937"/>
                  </a:lnTo>
                  <a:lnTo>
                    <a:pt x="5796490" y="228937"/>
                  </a:lnTo>
                  <a:lnTo>
                    <a:pt x="5796584" y="228937"/>
                  </a:lnTo>
                  <a:lnTo>
                    <a:pt x="5796863" y="228937"/>
                  </a:lnTo>
                  <a:lnTo>
                    <a:pt x="5797143" y="228937"/>
                  </a:lnTo>
                  <a:lnTo>
                    <a:pt x="5797330" y="228937"/>
                  </a:lnTo>
                  <a:lnTo>
                    <a:pt x="5797423" y="228937"/>
                  </a:lnTo>
                  <a:lnTo>
                    <a:pt x="5797982" y="228937"/>
                  </a:lnTo>
                  <a:lnTo>
                    <a:pt x="5798076" y="228937"/>
                  </a:lnTo>
                  <a:lnTo>
                    <a:pt x="5798169" y="228937"/>
                  </a:lnTo>
                  <a:lnTo>
                    <a:pt x="5798262" y="228937"/>
                  </a:lnTo>
                  <a:lnTo>
                    <a:pt x="5798355" y="228937"/>
                  </a:lnTo>
                  <a:lnTo>
                    <a:pt x="5798449" y="228937"/>
                  </a:lnTo>
                  <a:lnTo>
                    <a:pt x="5798728" y="228937"/>
                  </a:lnTo>
                  <a:lnTo>
                    <a:pt x="5799101" y="228937"/>
                  </a:lnTo>
                  <a:lnTo>
                    <a:pt x="5799195" y="228937"/>
                  </a:lnTo>
                  <a:lnTo>
                    <a:pt x="5799474" y="228937"/>
                  </a:lnTo>
                  <a:lnTo>
                    <a:pt x="5799661" y="228937"/>
                  </a:lnTo>
                  <a:lnTo>
                    <a:pt x="5799754" y="228937"/>
                  </a:lnTo>
                  <a:lnTo>
                    <a:pt x="5799941" y="228937"/>
                  </a:lnTo>
                  <a:lnTo>
                    <a:pt x="5800034" y="228937"/>
                  </a:lnTo>
                  <a:lnTo>
                    <a:pt x="5800313" y="228937"/>
                  </a:lnTo>
                  <a:lnTo>
                    <a:pt x="5800407" y="228937"/>
                  </a:lnTo>
                  <a:lnTo>
                    <a:pt x="5800593" y="228937"/>
                  </a:lnTo>
                  <a:lnTo>
                    <a:pt x="5800966" y="228937"/>
                  </a:lnTo>
                  <a:lnTo>
                    <a:pt x="5801059" y="228937"/>
                  </a:lnTo>
                  <a:lnTo>
                    <a:pt x="5801153" y="228937"/>
                  </a:lnTo>
                  <a:lnTo>
                    <a:pt x="5801339" y="228937"/>
                  </a:lnTo>
                  <a:lnTo>
                    <a:pt x="5801619" y="228937"/>
                  </a:lnTo>
                  <a:lnTo>
                    <a:pt x="5801805" y="228937"/>
                  </a:lnTo>
                  <a:lnTo>
                    <a:pt x="5802178" y="228937"/>
                  </a:lnTo>
                  <a:lnTo>
                    <a:pt x="5802365" y="228937"/>
                  </a:lnTo>
                  <a:lnTo>
                    <a:pt x="5802738" y="228937"/>
                  </a:lnTo>
                  <a:lnTo>
                    <a:pt x="5802924" y="228937"/>
                  </a:lnTo>
                  <a:lnTo>
                    <a:pt x="5803018" y="228937"/>
                  </a:lnTo>
                  <a:lnTo>
                    <a:pt x="5803111" y="228937"/>
                  </a:lnTo>
                  <a:lnTo>
                    <a:pt x="5803297" y="228937"/>
                  </a:lnTo>
                  <a:lnTo>
                    <a:pt x="5803391" y="228937"/>
                  </a:lnTo>
                  <a:lnTo>
                    <a:pt x="5803484" y="228937"/>
                  </a:lnTo>
                  <a:lnTo>
                    <a:pt x="5803857" y="228937"/>
                  </a:lnTo>
                  <a:lnTo>
                    <a:pt x="5804043" y="228937"/>
                  </a:lnTo>
                  <a:lnTo>
                    <a:pt x="5804230" y="218984"/>
                  </a:lnTo>
                  <a:lnTo>
                    <a:pt x="5804323" y="218984"/>
                  </a:lnTo>
                  <a:lnTo>
                    <a:pt x="5804510" y="218984"/>
                  </a:lnTo>
                  <a:lnTo>
                    <a:pt x="5804603" y="218984"/>
                  </a:lnTo>
                  <a:lnTo>
                    <a:pt x="5804696" y="218984"/>
                  </a:lnTo>
                  <a:lnTo>
                    <a:pt x="5804883" y="218984"/>
                  </a:lnTo>
                  <a:lnTo>
                    <a:pt x="5805069" y="218984"/>
                  </a:lnTo>
                  <a:lnTo>
                    <a:pt x="5805256" y="218984"/>
                  </a:lnTo>
                  <a:lnTo>
                    <a:pt x="5805535" y="218984"/>
                  </a:lnTo>
                  <a:lnTo>
                    <a:pt x="5805629" y="218984"/>
                  </a:lnTo>
                  <a:lnTo>
                    <a:pt x="5805722" y="218984"/>
                  </a:lnTo>
                  <a:lnTo>
                    <a:pt x="5805908" y="218984"/>
                  </a:lnTo>
                  <a:lnTo>
                    <a:pt x="5806002" y="218984"/>
                  </a:lnTo>
                  <a:lnTo>
                    <a:pt x="5806188" y="218984"/>
                  </a:lnTo>
                  <a:lnTo>
                    <a:pt x="5806748" y="218984"/>
                  </a:lnTo>
                  <a:lnTo>
                    <a:pt x="5806934" y="218984"/>
                  </a:lnTo>
                  <a:lnTo>
                    <a:pt x="5807027" y="218984"/>
                  </a:lnTo>
                  <a:lnTo>
                    <a:pt x="5807120" y="218984"/>
                  </a:lnTo>
                  <a:lnTo>
                    <a:pt x="5807866" y="218984"/>
                  </a:lnTo>
                  <a:lnTo>
                    <a:pt x="5808239" y="218984"/>
                  </a:lnTo>
                  <a:lnTo>
                    <a:pt x="5808333" y="218984"/>
                  </a:lnTo>
                  <a:lnTo>
                    <a:pt x="5808519" y="218984"/>
                  </a:lnTo>
                  <a:lnTo>
                    <a:pt x="5808706" y="218984"/>
                  </a:lnTo>
                  <a:lnTo>
                    <a:pt x="5808892" y="218984"/>
                  </a:lnTo>
                  <a:lnTo>
                    <a:pt x="5809265" y="218984"/>
                  </a:lnTo>
                  <a:lnTo>
                    <a:pt x="5809545" y="218984"/>
                  </a:lnTo>
                  <a:lnTo>
                    <a:pt x="5809638" y="218984"/>
                  </a:lnTo>
                  <a:lnTo>
                    <a:pt x="5809825" y="218984"/>
                  </a:lnTo>
                  <a:lnTo>
                    <a:pt x="5810198" y="218984"/>
                  </a:lnTo>
                  <a:lnTo>
                    <a:pt x="5810477" y="218984"/>
                  </a:lnTo>
                  <a:lnTo>
                    <a:pt x="5810571" y="218984"/>
                  </a:lnTo>
                  <a:lnTo>
                    <a:pt x="5810757" y="218984"/>
                  </a:lnTo>
                  <a:lnTo>
                    <a:pt x="5810944" y="218984"/>
                  </a:lnTo>
                  <a:lnTo>
                    <a:pt x="5811037" y="218984"/>
                  </a:lnTo>
                  <a:lnTo>
                    <a:pt x="5811317" y="218984"/>
                  </a:lnTo>
                  <a:lnTo>
                    <a:pt x="5811690" y="218984"/>
                  </a:lnTo>
                  <a:lnTo>
                    <a:pt x="5812249" y="218984"/>
                  </a:lnTo>
                  <a:lnTo>
                    <a:pt x="5812342" y="218984"/>
                  </a:lnTo>
                  <a:lnTo>
                    <a:pt x="5812436" y="218984"/>
                  </a:lnTo>
                  <a:lnTo>
                    <a:pt x="5812529" y="218984"/>
                  </a:lnTo>
                  <a:lnTo>
                    <a:pt x="5812715" y="218984"/>
                  </a:lnTo>
                  <a:lnTo>
                    <a:pt x="5812809" y="218984"/>
                  </a:lnTo>
                  <a:lnTo>
                    <a:pt x="5812902" y="218984"/>
                  </a:lnTo>
                  <a:lnTo>
                    <a:pt x="5812995" y="218984"/>
                  </a:lnTo>
                  <a:lnTo>
                    <a:pt x="5813461" y="218984"/>
                  </a:lnTo>
                  <a:lnTo>
                    <a:pt x="5813555" y="218984"/>
                  </a:lnTo>
                  <a:lnTo>
                    <a:pt x="5813834" y="218984"/>
                  </a:lnTo>
                  <a:lnTo>
                    <a:pt x="5813927" y="218984"/>
                  </a:lnTo>
                  <a:lnTo>
                    <a:pt x="5814021" y="218984"/>
                  </a:lnTo>
                  <a:lnTo>
                    <a:pt x="5814300" y="218984"/>
                  </a:lnTo>
                  <a:lnTo>
                    <a:pt x="5814394" y="218984"/>
                  </a:lnTo>
                  <a:lnTo>
                    <a:pt x="5814487" y="218984"/>
                  </a:lnTo>
                  <a:lnTo>
                    <a:pt x="5814673" y="218984"/>
                  </a:lnTo>
                  <a:lnTo>
                    <a:pt x="5814953" y="218984"/>
                  </a:lnTo>
                  <a:lnTo>
                    <a:pt x="5815140" y="218984"/>
                  </a:lnTo>
                  <a:lnTo>
                    <a:pt x="5815419" y="218984"/>
                  </a:lnTo>
                  <a:lnTo>
                    <a:pt x="5815979" y="218984"/>
                  </a:lnTo>
                  <a:lnTo>
                    <a:pt x="5816072" y="218984"/>
                  </a:lnTo>
                  <a:lnTo>
                    <a:pt x="5816352" y="218984"/>
                  </a:lnTo>
                  <a:lnTo>
                    <a:pt x="5816445" y="218984"/>
                  </a:lnTo>
                  <a:lnTo>
                    <a:pt x="5816538" y="218984"/>
                  </a:lnTo>
                  <a:lnTo>
                    <a:pt x="5816632" y="218984"/>
                  </a:lnTo>
                  <a:lnTo>
                    <a:pt x="5817005" y="218984"/>
                  </a:lnTo>
                  <a:lnTo>
                    <a:pt x="5817098" y="218984"/>
                  </a:lnTo>
                  <a:lnTo>
                    <a:pt x="5817284" y="218984"/>
                  </a:lnTo>
                  <a:lnTo>
                    <a:pt x="5817471" y="209030"/>
                  </a:lnTo>
                  <a:lnTo>
                    <a:pt x="5817564" y="209030"/>
                  </a:lnTo>
                  <a:lnTo>
                    <a:pt x="5818030" y="209030"/>
                  </a:lnTo>
                  <a:lnTo>
                    <a:pt x="5818217" y="209030"/>
                  </a:lnTo>
                  <a:lnTo>
                    <a:pt x="5818403" y="209030"/>
                  </a:lnTo>
                  <a:lnTo>
                    <a:pt x="5818497" y="209030"/>
                  </a:lnTo>
                  <a:lnTo>
                    <a:pt x="5818590" y="209030"/>
                  </a:lnTo>
                  <a:lnTo>
                    <a:pt x="5818683" y="209030"/>
                  </a:lnTo>
                  <a:lnTo>
                    <a:pt x="5819709" y="209030"/>
                  </a:lnTo>
                  <a:lnTo>
                    <a:pt x="5819895" y="209030"/>
                  </a:lnTo>
                  <a:lnTo>
                    <a:pt x="5819989" y="209030"/>
                  </a:lnTo>
                  <a:lnTo>
                    <a:pt x="5820082" y="209030"/>
                  </a:lnTo>
                  <a:lnTo>
                    <a:pt x="5820455" y="209030"/>
                  </a:lnTo>
                  <a:lnTo>
                    <a:pt x="5820735" y="209030"/>
                  </a:lnTo>
                  <a:lnTo>
                    <a:pt x="5820828" y="209030"/>
                  </a:lnTo>
                  <a:lnTo>
                    <a:pt x="5820921" y="209030"/>
                  </a:lnTo>
                  <a:lnTo>
                    <a:pt x="5821014" y="209030"/>
                  </a:lnTo>
                  <a:lnTo>
                    <a:pt x="5821201" y="209030"/>
                  </a:lnTo>
                  <a:lnTo>
                    <a:pt x="5821480" y="209030"/>
                  </a:lnTo>
                  <a:lnTo>
                    <a:pt x="5821667" y="209030"/>
                  </a:lnTo>
                  <a:lnTo>
                    <a:pt x="5821853" y="209030"/>
                  </a:lnTo>
                  <a:lnTo>
                    <a:pt x="5822040" y="209030"/>
                  </a:lnTo>
                  <a:lnTo>
                    <a:pt x="5822133" y="209030"/>
                  </a:lnTo>
                  <a:lnTo>
                    <a:pt x="5822226" y="209030"/>
                  </a:lnTo>
                  <a:lnTo>
                    <a:pt x="5823252" y="209030"/>
                  </a:lnTo>
                  <a:lnTo>
                    <a:pt x="5823345" y="209030"/>
                  </a:lnTo>
                  <a:lnTo>
                    <a:pt x="5823439" y="209030"/>
                  </a:lnTo>
                  <a:lnTo>
                    <a:pt x="5823532" y="209030"/>
                  </a:lnTo>
                  <a:lnTo>
                    <a:pt x="5823625" y="209030"/>
                  </a:lnTo>
                  <a:lnTo>
                    <a:pt x="5823812" y="209030"/>
                  </a:lnTo>
                  <a:lnTo>
                    <a:pt x="5823998" y="209030"/>
                  </a:lnTo>
                  <a:lnTo>
                    <a:pt x="5824185" y="209030"/>
                  </a:lnTo>
                  <a:lnTo>
                    <a:pt x="5824651" y="209030"/>
                  </a:lnTo>
                  <a:lnTo>
                    <a:pt x="5824744" y="209030"/>
                  </a:lnTo>
                  <a:lnTo>
                    <a:pt x="5825024" y="209030"/>
                  </a:lnTo>
                  <a:lnTo>
                    <a:pt x="5825304" y="209030"/>
                  </a:lnTo>
                  <a:lnTo>
                    <a:pt x="5825397" y="209030"/>
                  </a:lnTo>
                  <a:lnTo>
                    <a:pt x="5826143" y="209030"/>
                  </a:lnTo>
                  <a:lnTo>
                    <a:pt x="5826329" y="209030"/>
                  </a:lnTo>
                  <a:lnTo>
                    <a:pt x="5826423" y="209030"/>
                  </a:lnTo>
                  <a:lnTo>
                    <a:pt x="5826609" y="209030"/>
                  </a:lnTo>
                  <a:lnTo>
                    <a:pt x="5826889" y="209030"/>
                  </a:lnTo>
                  <a:lnTo>
                    <a:pt x="5827355" y="209030"/>
                  </a:lnTo>
                  <a:lnTo>
                    <a:pt x="5827448" y="209030"/>
                  </a:lnTo>
                  <a:lnTo>
                    <a:pt x="5827542" y="209030"/>
                  </a:lnTo>
                  <a:lnTo>
                    <a:pt x="5827635" y="209030"/>
                  </a:lnTo>
                  <a:lnTo>
                    <a:pt x="5828008" y="209030"/>
                  </a:lnTo>
                  <a:lnTo>
                    <a:pt x="5828381" y="209030"/>
                  </a:lnTo>
                  <a:lnTo>
                    <a:pt x="5828474" y="209030"/>
                  </a:lnTo>
                  <a:lnTo>
                    <a:pt x="5828567" y="209030"/>
                  </a:lnTo>
                  <a:lnTo>
                    <a:pt x="5828660" y="209030"/>
                  </a:lnTo>
                  <a:lnTo>
                    <a:pt x="5828754" y="209030"/>
                  </a:lnTo>
                  <a:lnTo>
                    <a:pt x="5829220" y="209030"/>
                  </a:lnTo>
                  <a:lnTo>
                    <a:pt x="5829500" y="209030"/>
                  </a:lnTo>
                  <a:lnTo>
                    <a:pt x="5829593" y="209030"/>
                  </a:lnTo>
                  <a:lnTo>
                    <a:pt x="5829686" y="209030"/>
                  </a:lnTo>
                  <a:lnTo>
                    <a:pt x="5829779" y="209030"/>
                  </a:lnTo>
                  <a:lnTo>
                    <a:pt x="5829873" y="209030"/>
                  </a:lnTo>
                  <a:lnTo>
                    <a:pt x="5829966" y="209030"/>
                  </a:lnTo>
                  <a:lnTo>
                    <a:pt x="5830152" y="209030"/>
                  </a:lnTo>
                  <a:lnTo>
                    <a:pt x="5830898" y="209030"/>
                  </a:lnTo>
                  <a:lnTo>
                    <a:pt x="5830992" y="209030"/>
                  </a:lnTo>
                  <a:lnTo>
                    <a:pt x="5831085" y="209030"/>
                  </a:lnTo>
                  <a:lnTo>
                    <a:pt x="5831458" y="209030"/>
                  </a:lnTo>
                  <a:lnTo>
                    <a:pt x="5831644" y="209030"/>
                  </a:lnTo>
                  <a:lnTo>
                    <a:pt x="5831738" y="209030"/>
                  </a:lnTo>
                  <a:lnTo>
                    <a:pt x="5832204" y="209030"/>
                  </a:lnTo>
                  <a:lnTo>
                    <a:pt x="5832297" y="209030"/>
                  </a:lnTo>
                  <a:lnTo>
                    <a:pt x="5832763" y="209030"/>
                  </a:lnTo>
                  <a:lnTo>
                    <a:pt x="5832950" y="209030"/>
                  </a:lnTo>
                  <a:lnTo>
                    <a:pt x="5833136" y="209030"/>
                  </a:lnTo>
                  <a:lnTo>
                    <a:pt x="5833230" y="209030"/>
                  </a:lnTo>
                  <a:lnTo>
                    <a:pt x="5833509" y="209030"/>
                  </a:lnTo>
                  <a:lnTo>
                    <a:pt x="5833603" y="209030"/>
                  </a:lnTo>
                  <a:lnTo>
                    <a:pt x="5833882" y="209030"/>
                  </a:lnTo>
                  <a:lnTo>
                    <a:pt x="5833976" y="209030"/>
                  </a:lnTo>
                  <a:lnTo>
                    <a:pt x="5834069" y="209030"/>
                  </a:lnTo>
                  <a:lnTo>
                    <a:pt x="5834908" y="209030"/>
                  </a:lnTo>
                  <a:lnTo>
                    <a:pt x="5835001" y="209030"/>
                  </a:lnTo>
                  <a:lnTo>
                    <a:pt x="5835094" y="209030"/>
                  </a:lnTo>
                  <a:lnTo>
                    <a:pt x="5835188" y="209030"/>
                  </a:lnTo>
                  <a:lnTo>
                    <a:pt x="5835281" y="209030"/>
                  </a:lnTo>
                  <a:lnTo>
                    <a:pt x="5835654" y="209030"/>
                  </a:lnTo>
                  <a:lnTo>
                    <a:pt x="5835747" y="209030"/>
                  </a:lnTo>
                  <a:lnTo>
                    <a:pt x="5835934" y="209030"/>
                  </a:lnTo>
                  <a:lnTo>
                    <a:pt x="5836027" y="209030"/>
                  </a:lnTo>
                  <a:lnTo>
                    <a:pt x="5836213" y="209030"/>
                  </a:lnTo>
                  <a:lnTo>
                    <a:pt x="5836680" y="209030"/>
                  </a:lnTo>
                  <a:lnTo>
                    <a:pt x="5837053" y="209030"/>
                  </a:lnTo>
                  <a:lnTo>
                    <a:pt x="5837146" y="209030"/>
                  </a:lnTo>
                  <a:lnTo>
                    <a:pt x="5837612" y="209030"/>
                  </a:lnTo>
                  <a:lnTo>
                    <a:pt x="5837705" y="209030"/>
                  </a:lnTo>
                  <a:lnTo>
                    <a:pt x="5837985" y="209030"/>
                  </a:lnTo>
                  <a:lnTo>
                    <a:pt x="5838172" y="209030"/>
                  </a:lnTo>
                  <a:lnTo>
                    <a:pt x="5838265" y="209030"/>
                  </a:lnTo>
                  <a:lnTo>
                    <a:pt x="5838358" y="209030"/>
                  </a:lnTo>
                  <a:lnTo>
                    <a:pt x="5838451" y="209030"/>
                  </a:lnTo>
                  <a:lnTo>
                    <a:pt x="5838545" y="209030"/>
                  </a:lnTo>
                  <a:lnTo>
                    <a:pt x="5838731" y="209030"/>
                  </a:lnTo>
                  <a:lnTo>
                    <a:pt x="5838824" y="199076"/>
                  </a:lnTo>
                  <a:lnTo>
                    <a:pt x="5839011" y="199076"/>
                  </a:lnTo>
                  <a:lnTo>
                    <a:pt x="5839104" y="199076"/>
                  </a:lnTo>
                  <a:lnTo>
                    <a:pt x="5839197" y="199076"/>
                  </a:lnTo>
                  <a:lnTo>
                    <a:pt x="5839477" y="199076"/>
                  </a:lnTo>
                  <a:lnTo>
                    <a:pt x="5839570" y="199076"/>
                  </a:lnTo>
                  <a:lnTo>
                    <a:pt x="5840037" y="199076"/>
                  </a:lnTo>
                  <a:lnTo>
                    <a:pt x="5840316" y="199076"/>
                  </a:lnTo>
                  <a:lnTo>
                    <a:pt x="5841156" y="199076"/>
                  </a:lnTo>
                  <a:lnTo>
                    <a:pt x="5841249" y="199076"/>
                  </a:lnTo>
                  <a:lnTo>
                    <a:pt x="5841622" y="199076"/>
                  </a:lnTo>
                  <a:lnTo>
                    <a:pt x="5841995" y="199076"/>
                  </a:lnTo>
                  <a:lnTo>
                    <a:pt x="5842274" y="199076"/>
                  </a:lnTo>
                  <a:lnTo>
                    <a:pt x="5842368" y="199076"/>
                  </a:lnTo>
                  <a:lnTo>
                    <a:pt x="5842461" y="199076"/>
                  </a:lnTo>
                  <a:lnTo>
                    <a:pt x="5842647" y="199076"/>
                  </a:lnTo>
                  <a:lnTo>
                    <a:pt x="5842741" y="199076"/>
                  </a:lnTo>
                  <a:lnTo>
                    <a:pt x="5843020" y="199076"/>
                  </a:lnTo>
                  <a:lnTo>
                    <a:pt x="5843114" y="199076"/>
                  </a:lnTo>
                  <a:lnTo>
                    <a:pt x="5843207" y="199076"/>
                  </a:lnTo>
                  <a:lnTo>
                    <a:pt x="5843673" y="199076"/>
                  </a:lnTo>
                  <a:lnTo>
                    <a:pt x="5843860" y="199076"/>
                  </a:lnTo>
                  <a:lnTo>
                    <a:pt x="5844233" y="199076"/>
                  </a:lnTo>
                  <a:lnTo>
                    <a:pt x="5844885" y="199076"/>
                  </a:lnTo>
                  <a:lnTo>
                    <a:pt x="5844979" y="199076"/>
                  </a:lnTo>
                  <a:lnTo>
                    <a:pt x="5844979" y="189122"/>
                  </a:lnTo>
                  <a:lnTo>
                    <a:pt x="5845072" y="189122"/>
                  </a:lnTo>
                  <a:lnTo>
                    <a:pt x="5845445" y="189122"/>
                  </a:lnTo>
                  <a:lnTo>
                    <a:pt x="5845538" y="189122"/>
                  </a:lnTo>
                  <a:lnTo>
                    <a:pt x="5845725" y="189122"/>
                  </a:lnTo>
                  <a:lnTo>
                    <a:pt x="5846098" y="189122"/>
                  </a:lnTo>
                  <a:lnTo>
                    <a:pt x="5846284" y="189122"/>
                  </a:lnTo>
                  <a:lnTo>
                    <a:pt x="5846937" y="189122"/>
                  </a:lnTo>
                  <a:lnTo>
                    <a:pt x="5847030" y="189122"/>
                  </a:lnTo>
                  <a:lnTo>
                    <a:pt x="5847590" y="189122"/>
                  </a:lnTo>
                  <a:lnTo>
                    <a:pt x="5847776" y="189122"/>
                  </a:lnTo>
                  <a:lnTo>
                    <a:pt x="5848056" y="189122"/>
                  </a:lnTo>
                  <a:lnTo>
                    <a:pt x="5848708" y="179168"/>
                  </a:lnTo>
                  <a:lnTo>
                    <a:pt x="5848802" y="179168"/>
                  </a:lnTo>
                  <a:lnTo>
                    <a:pt x="5848895" y="179168"/>
                  </a:lnTo>
                  <a:lnTo>
                    <a:pt x="5849081" y="179168"/>
                  </a:lnTo>
                  <a:lnTo>
                    <a:pt x="5849175" y="179168"/>
                  </a:lnTo>
                  <a:lnTo>
                    <a:pt x="5849921" y="179168"/>
                  </a:lnTo>
                  <a:lnTo>
                    <a:pt x="5850107" y="179168"/>
                  </a:lnTo>
                  <a:lnTo>
                    <a:pt x="5850480" y="179168"/>
                  </a:lnTo>
                  <a:lnTo>
                    <a:pt x="5850573" y="179168"/>
                  </a:lnTo>
                  <a:lnTo>
                    <a:pt x="5850760" y="179168"/>
                  </a:lnTo>
                  <a:lnTo>
                    <a:pt x="5850853" y="179168"/>
                  </a:lnTo>
                  <a:lnTo>
                    <a:pt x="5850946" y="179168"/>
                  </a:lnTo>
                  <a:lnTo>
                    <a:pt x="5851133" y="179168"/>
                  </a:lnTo>
                  <a:lnTo>
                    <a:pt x="5851226" y="179168"/>
                  </a:lnTo>
                  <a:lnTo>
                    <a:pt x="5851319" y="179168"/>
                  </a:lnTo>
                  <a:lnTo>
                    <a:pt x="5851506" y="179168"/>
                  </a:lnTo>
                  <a:lnTo>
                    <a:pt x="5851599" y="179168"/>
                  </a:lnTo>
                  <a:lnTo>
                    <a:pt x="5851786" y="179168"/>
                  </a:lnTo>
                  <a:lnTo>
                    <a:pt x="5851972" y="179168"/>
                  </a:lnTo>
                  <a:lnTo>
                    <a:pt x="5852065" y="179168"/>
                  </a:lnTo>
                  <a:lnTo>
                    <a:pt x="5852345" y="179168"/>
                  </a:lnTo>
                  <a:lnTo>
                    <a:pt x="5852905" y="179168"/>
                  </a:lnTo>
                  <a:lnTo>
                    <a:pt x="5852998" y="179168"/>
                  </a:lnTo>
                  <a:lnTo>
                    <a:pt x="5853184" y="169214"/>
                  </a:lnTo>
                  <a:lnTo>
                    <a:pt x="5853278" y="169214"/>
                  </a:lnTo>
                  <a:lnTo>
                    <a:pt x="5853651" y="169214"/>
                  </a:lnTo>
                  <a:lnTo>
                    <a:pt x="5853744" y="169214"/>
                  </a:lnTo>
                  <a:lnTo>
                    <a:pt x="5854303" y="169214"/>
                  </a:lnTo>
                  <a:lnTo>
                    <a:pt x="5854676" y="169214"/>
                  </a:lnTo>
                  <a:lnTo>
                    <a:pt x="5854770" y="169214"/>
                  </a:lnTo>
                  <a:lnTo>
                    <a:pt x="5854863" y="169214"/>
                  </a:lnTo>
                  <a:lnTo>
                    <a:pt x="5854956" y="169214"/>
                  </a:lnTo>
                  <a:lnTo>
                    <a:pt x="5855143" y="169214"/>
                  </a:lnTo>
                  <a:lnTo>
                    <a:pt x="5855422" y="169214"/>
                  </a:lnTo>
                  <a:lnTo>
                    <a:pt x="5855515" y="169214"/>
                  </a:lnTo>
                  <a:lnTo>
                    <a:pt x="5855609" y="169214"/>
                  </a:lnTo>
                  <a:lnTo>
                    <a:pt x="5855888" y="169214"/>
                  </a:lnTo>
                  <a:lnTo>
                    <a:pt x="5856261" y="169214"/>
                  </a:lnTo>
                  <a:lnTo>
                    <a:pt x="5856541" y="169214"/>
                  </a:lnTo>
                  <a:lnTo>
                    <a:pt x="5856634" y="169214"/>
                  </a:lnTo>
                  <a:lnTo>
                    <a:pt x="5856728" y="169214"/>
                  </a:lnTo>
                  <a:lnTo>
                    <a:pt x="5856821" y="169214"/>
                  </a:lnTo>
                  <a:lnTo>
                    <a:pt x="5856914" y="169214"/>
                  </a:lnTo>
                  <a:lnTo>
                    <a:pt x="5857007" y="169214"/>
                  </a:lnTo>
                  <a:lnTo>
                    <a:pt x="5857194" y="169214"/>
                  </a:lnTo>
                  <a:lnTo>
                    <a:pt x="5857287" y="169214"/>
                  </a:lnTo>
                  <a:lnTo>
                    <a:pt x="5857567" y="169214"/>
                  </a:lnTo>
                  <a:lnTo>
                    <a:pt x="5858033" y="169214"/>
                  </a:lnTo>
                  <a:lnTo>
                    <a:pt x="5858406" y="169214"/>
                  </a:lnTo>
                  <a:lnTo>
                    <a:pt x="5858499" y="169214"/>
                  </a:lnTo>
                  <a:lnTo>
                    <a:pt x="5858593" y="169214"/>
                  </a:lnTo>
                  <a:lnTo>
                    <a:pt x="5858686" y="169214"/>
                  </a:lnTo>
                  <a:lnTo>
                    <a:pt x="5858872" y="169214"/>
                  </a:lnTo>
                  <a:lnTo>
                    <a:pt x="5858966" y="169214"/>
                  </a:lnTo>
                  <a:lnTo>
                    <a:pt x="5859059" y="169214"/>
                  </a:lnTo>
                  <a:lnTo>
                    <a:pt x="5859152" y="169214"/>
                  </a:lnTo>
                  <a:lnTo>
                    <a:pt x="5859245" y="169214"/>
                  </a:lnTo>
                  <a:lnTo>
                    <a:pt x="5859339" y="169214"/>
                  </a:lnTo>
                  <a:lnTo>
                    <a:pt x="5861856" y="169214"/>
                  </a:lnTo>
                  <a:lnTo>
                    <a:pt x="5861950" y="169214"/>
                  </a:lnTo>
                  <a:lnTo>
                    <a:pt x="5862043" y="169214"/>
                  </a:lnTo>
                  <a:lnTo>
                    <a:pt x="5862136" y="169214"/>
                  </a:lnTo>
                  <a:lnTo>
                    <a:pt x="5862229" y="169214"/>
                  </a:lnTo>
                  <a:lnTo>
                    <a:pt x="5862416" y="169214"/>
                  </a:lnTo>
                  <a:lnTo>
                    <a:pt x="5862509" y="169214"/>
                  </a:lnTo>
                  <a:lnTo>
                    <a:pt x="5862695" y="169214"/>
                  </a:lnTo>
                  <a:lnTo>
                    <a:pt x="5862789" y="159261"/>
                  </a:lnTo>
                  <a:lnTo>
                    <a:pt x="5862882" y="159261"/>
                  </a:lnTo>
                  <a:lnTo>
                    <a:pt x="5862975" y="159261"/>
                  </a:lnTo>
                  <a:lnTo>
                    <a:pt x="5863162" y="159261"/>
                  </a:lnTo>
                  <a:lnTo>
                    <a:pt x="5863255" y="159261"/>
                  </a:lnTo>
                  <a:lnTo>
                    <a:pt x="5863535" y="159261"/>
                  </a:lnTo>
                  <a:lnTo>
                    <a:pt x="5864001" y="159261"/>
                  </a:lnTo>
                  <a:lnTo>
                    <a:pt x="5864374" y="159261"/>
                  </a:lnTo>
                  <a:lnTo>
                    <a:pt x="5864654" y="159261"/>
                  </a:lnTo>
                  <a:lnTo>
                    <a:pt x="5864747" y="159261"/>
                  </a:lnTo>
                  <a:lnTo>
                    <a:pt x="5865120" y="159261"/>
                  </a:lnTo>
                  <a:lnTo>
                    <a:pt x="5865586" y="159261"/>
                  </a:lnTo>
                  <a:lnTo>
                    <a:pt x="5866146" y="159261"/>
                  </a:lnTo>
                  <a:lnTo>
                    <a:pt x="5866425" y="159261"/>
                  </a:lnTo>
                  <a:lnTo>
                    <a:pt x="5866705" y="159261"/>
                  </a:lnTo>
                  <a:lnTo>
                    <a:pt x="5866892" y="159261"/>
                  </a:lnTo>
                  <a:lnTo>
                    <a:pt x="5867078" y="159261"/>
                  </a:lnTo>
                  <a:lnTo>
                    <a:pt x="5867171" y="159261"/>
                  </a:lnTo>
                  <a:lnTo>
                    <a:pt x="5867265" y="159261"/>
                  </a:lnTo>
                  <a:lnTo>
                    <a:pt x="5867544" y="159261"/>
                  </a:lnTo>
                  <a:lnTo>
                    <a:pt x="5867638" y="159261"/>
                  </a:lnTo>
                  <a:lnTo>
                    <a:pt x="5867731" y="159261"/>
                  </a:lnTo>
                  <a:lnTo>
                    <a:pt x="5867824" y="159261"/>
                  </a:lnTo>
                  <a:lnTo>
                    <a:pt x="5868197" y="159261"/>
                  </a:lnTo>
                  <a:lnTo>
                    <a:pt x="5868290" y="159261"/>
                  </a:lnTo>
                  <a:lnTo>
                    <a:pt x="5868477" y="159261"/>
                  </a:lnTo>
                  <a:lnTo>
                    <a:pt x="5868570" y="159261"/>
                  </a:lnTo>
                  <a:lnTo>
                    <a:pt x="5868943" y="159261"/>
                  </a:lnTo>
                  <a:lnTo>
                    <a:pt x="5869036" y="159261"/>
                  </a:lnTo>
                  <a:lnTo>
                    <a:pt x="5869130" y="159261"/>
                  </a:lnTo>
                  <a:lnTo>
                    <a:pt x="5869223" y="159261"/>
                  </a:lnTo>
                  <a:lnTo>
                    <a:pt x="5869316" y="159261"/>
                  </a:lnTo>
                  <a:lnTo>
                    <a:pt x="5869502" y="159261"/>
                  </a:lnTo>
                  <a:lnTo>
                    <a:pt x="5869689" y="159261"/>
                  </a:lnTo>
                  <a:lnTo>
                    <a:pt x="5869782" y="159261"/>
                  </a:lnTo>
                  <a:lnTo>
                    <a:pt x="5869875" y="159261"/>
                  </a:lnTo>
                  <a:lnTo>
                    <a:pt x="5869969" y="159261"/>
                  </a:lnTo>
                  <a:lnTo>
                    <a:pt x="5870155" y="159261"/>
                  </a:lnTo>
                  <a:lnTo>
                    <a:pt x="5870248" y="159261"/>
                  </a:lnTo>
                  <a:lnTo>
                    <a:pt x="5870342" y="159261"/>
                  </a:lnTo>
                  <a:lnTo>
                    <a:pt x="5870621" y="159261"/>
                  </a:lnTo>
                  <a:lnTo>
                    <a:pt x="5870808" y="159261"/>
                  </a:lnTo>
                  <a:lnTo>
                    <a:pt x="5870901" y="159261"/>
                  </a:lnTo>
                  <a:lnTo>
                    <a:pt x="5872020" y="159261"/>
                  </a:lnTo>
                  <a:lnTo>
                    <a:pt x="5872207" y="159261"/>
                  </a:lnTo>
                  <a:lnTo>
                    <a:pt x="5872393" y="159261"/>
                  </a:lnTo>
                  <a:lnTo>
                    <a:pt x="5872766" y="159261"/>
                  </a:lnTo>
                  <a:lnTo>
                    <a:pt x="5873326" y="159261"/>
                  </a:lnTo>
                  <a:lnTo>
                    <a:pt x="5873792" y="159261"/>
                  </a:lnTo>
                  <a:lnTo>
                    <a:pt x="5873978" y="159261"/>
                  </a:lnTo>
                  <a:lnTo>
                    <a:pt x="5874258" y="159261"/>
                  </a:lnTo>
                  <a:lnTo>
                    <a:pt x="5874351" y="159261"/>
                  </a:lnTo>
                  <a:lnTo>
                    <a:pt x="5874445" y="159261"/>
                  </a:lnTo>
                  <a:lnTo>
                    <a:pt x="5874724" y="159261"/>
                  </a:lnTo>
                  <a:lnTo>
                    <a:pt x="5874818" y="159261"/>
                  </a:lnTo>
                  <a:lnTo>
                    <a:pt x="5875004" y="159261"/>
                  </a:lnTo>
                  <a:lnTo>
                    <a:pt x="5875191" y="159261"/>
                  </a:lnTo>
                  <a:lnTo>
                    <a:pt x="5875284" y="159261"/>
                  </a:lnTo>
                  <a:lnTo>
                    <a:pt x="5875377" y="159261"/>
                  </a:lnTo>
                  <a:lnTo>
                    <a:pt x="5875470" y="159261"/>
                  </a:lnTo>
                  <a:lnTo>
                    <a:pt x="5876030" y="159261"/>
                  </a:lnTo>
                  <a:lnTo>
                    <a:pt x="5876216" y="159261"/>
                  </a:lnTo>
                  <a:lnTo>
                    <a:pt x="5876310" y="159261"/>
                  </a:lnTo>
                  <a:lnTo>
                    <a:pt x="5876403" y="159261"/>
                  </a:lnTo>
                  <a:lnTo>
                    <a:pt x="5877055" y="159261"/>
                  </a:lnTo>
                  <a:lnTo>
                    <a:pt x="5877149" y="159261"/>
                  </a:lnTo>
                  <a:lnTo>
                    <a:pt x="5877242" y="159261"/>
                  </a:lnTo>
                  <a:lnTo>
                    <a:pt x="5877801" y="159261"/>
                  </a:lnTo>
                  <a:lnTo>
                    <a:pt x="5877895" y="159261"/>
                  </a:lnTo>
                  <a:lnTo>
                    <a:pt x="5877988" y="159261"/>
                  </a:lnTo>
                  <a:lnTo>
                    <a:pt x="5878268" y="159261"/>
                  </a:lnTo>
                  <a:lnTo>
                    <a:pt x="5878361" y="159261"/>
                  </a:lnTo>
                  <a:lnTo>
                    <a:pt x="5878641" y="159261"/>
                  </a:lnTo>
                  <a:lnTo>
                    <a:pt x="5879107" y="159261"/>
                  </a:lnTo>
                  <a:lnTo>
                    <a:pt x="5879200" y="159261"/>
                  </a:lnTo>
                  <a:lnTo>
                    <a:pt x="5879387" y="159261"/>
                  </a:lnTo>
                  <a:lnTo>
                    <a:pt x="5879480" y="159261"/>
                  </a:lnTo>
                  <a:lnTo>
                    <a:pt x="5879666" y="159261"/>
                  </a:lnTo>
                  <a:lnTo>
                    <a:pt x="5879946" y="159261"/>
                  </a:lnTo>
                  <a:lnTo>
                    <a:pt x="5880039" y="159261"/>
                  </a:lnTo>
                  <a:lnTo>
                    <a:pt x="5880226" y="159261"/>
                  </a:lnTo>
                  <a:lnTo>
                    <a:pt x="5880319" y="159261"/>
                  </a:lnTo>
                  <a:lnTo>
                    <a:pt x="5880412" y="159261"/>
                  </a:lnTo>
                  <a:lnTo>
                    <a:pt x="5880692" y="159261"/>
                  </a:lnTo>
                  <a:lnTo>
                    <a:pt x="5880785" y="159261"/>
                  </a:lnTo>
                  <a:lnTo>
                    <a:pt x="5881438" y="159261"/>
                  </a:lnTo>
                  <a:lnTo>
                    <a:pt x="5881531" y="159261"/>
                  </a:lnTo>
                  <a:lnTo>
                    <a:pt x="5881625" y="159261"/>
                  </a:lnTo>
                  <a:lnTo>
                    <a:pt x="5881718" y="159261"/>
                  </a:lnTo>
                  <a:lnTo>
                    <a:pt x="5881904" y="159261"/>
                  </a:lnTo>
                  <a:lnTo>
                    <a:pt x="5881998" y="159261"/>
                  </a:lnTo>
                  <a:lnTo>
                    <a:pt x="5882277" y="159261"/>
                  </a:lnTo>
                  <a:lnTo>
                    <a:pt x="5882371" y="159261"/>
                  </a:lnTo>
                  <a:lnTo>
                    <a:pt x="5882557" y="159261"/>
                  </a:lnTo>
                  <a:lnTo>
                    <a:pt x="5882744" y="159261"/>
                  </a:lnTo>
                  <a:lnTo>
                    <a:pt x="5883023" y="159261"/>
                  </a:lnTo>
                  <a:lnTo>
                    <a:pt x="5883303" y="159261"/>
                  </a:lnTo>
                  <a:lnTo>
                    <a:pt x="5883396" y="159261"/>
                  </a:lnTo>
                  <a:lnTo>
                    <a:pt x="5883583" y="159261"/>
                  </a:lnTo>
                  <a:lnTo>
                    <a:pt x="5883769" y="159261"/>
                  </a:lnTo>
                  <a:lnTo>
                    <a:pt x="5884235" y="159261"/>
                  </a:lnTo>
                  <a:lnTo>
                    <a:pt x="5884515" y="139353"/>
                  </a:lnTo>
                  <a:lnTo>
                    <a:pt x="5884795" y="139353"/>
                  </a:lnTo>
                  <a:lnTo>
                    <a:pt x="5884888" y="139353"/>
                  </a:lnTo>
                  <a:lnTo>
                    <a:pt x="5885168" y="139353"/>
                  </a:lnTo>
                  <a:lnTo>
                    <a:pt x="5885448" y="139353"/>
                  </a:lnTo>
                  <a:lnTo>
                    <a:pt x="5885821" y="139353"/>
                  </a:lnTo>
                  <a:lnTo>
                    <a:pt x="5886380" y="139353"/>
                  </a:lnTo>
                  <a:lnTo>
                    <a:pt x="5886473" y="139353"/>
                  </a:lnTo>
                  <a:lnTo>
                    <a:pt x="5886660" y="139353"/>
                  </a:lnTo>
                  <a:lnTo>
                    <a:pt x="5886753" y="139353"/>
                  </a:lnTo>
                  <a:lnTo>
                    <a:pt x="5886940" y="139353"/>
                  </a:lnTo>
                  <a:lnTo>
                    <a:pt x="5887033" y="139353"/>
                  </a:lnTo>
                  <a:lnTo>
                    <a:pt x="5887126" y="139353"/>
                  </a:lnTo>
                  <a:lnTo>
                    <a:pt x="5887219" y="139353"/>
                  </a:lnTo>
                  <a:lnTo>
                    <a:pt x="5887592" y="139353"/>
                  </a:lnTo>
                  <a:lnTo>
                    <a:pt x="5887779" y="139353"/>
                  </a:lnTo>
                  <a:lnTo>
                    <a:pt x="5887965" y="139353"/>
                  </a:lnTo>
                  <a:lnTo>
                    <a:pt x="5888059" y="139353"/>
                  </a:lnTo>
                  <a:lnTo>
                    <a:pt x="5888618" y="139353"/>
                  </a:lnTo>
                  <a:lnTo>
                    <a:pt x="5888898" y="139353"/>
                  </a:lnTo>
                  <a:lnTo>
                    <a:pt x="5888991" y="139353"/>
                  </a:lnTo>
                  <a:lnTo>
                    <a:pt x="5889084" y="139353"/>
                  </a:lnTo>
                  <a:lnTo>
                    <a:pt x="5889178" y="139353"/>
                  </a:lnTo>
                  <a:lnTo>
                    <a:pt x="5889457" y="139353"/>
                  </a:lnTo>
                  <a:lnTo>
                    <a:pt x="5889551" y="139353"/>
                  </a:lnTo>
                  <a:lnTo>
                    <a:pt x="5889644" y="139353"/>
                  </a:lnTo>
                  <a:lnTo>
                    <a:pt x="5890017" y="139353"/>
                  </a:lnTo>
                  <a:lnTo>
                    <a:pt x="5890296" y="139353"/>
                  </a:lnTo>
                  <a:lnTo>
                    <a:pt x="5890483" y="139353"/>
                  </a:lnTo>
                  <a:lnTo>
                    <a:pt x="5890949" y="139353"/>
                  </a:lnTo>
                  <a:lnTo>
                    <a:pt x="5891042" y="139353"/>
                  </a:lnTo>
                  <a:lnTo>
                    <a:pt x="5891136" y="139353"/>
                  </a:lnTo>
                  <a:lnTo>
                    <a:pt x="5891415" y="139353"/>
                  </a:lnTo>
                  <a:lnTo>
                    <a:pt x="5891602" y="139353"/>
                  </a:lnTo>
                  <a:lnTo>
                    <a:pt x="5891882" y="139353"/>
                  </a:lnTo>
                  <a:lnTo>
                    <a:pt x="5891975" y="139353"/>
                  </a:lnTo>
                  <a:lnTo>
                    <a:pt x="5892068" y="139353"/>
                  </a:lnTo>
                  <a:lnTo>
                    <a:pt x="5892255" y="139353"/>
                  </a:lnTo>
                  <a:lnTo>
                    <a:pt x="5892348" y="139353"/>
                  </a:lnTo>
                  <a:lnTo>
                    <a:pt x="5892628" y="139353"/>
                  </a:lnTo>
                  <a:lnTo>
                    <a:pt x="5892814" y="139353"/>
                  </a:lnTo>
                  <a:lnTo>
                    <a:pt x="5893094" y="139353"/>
                  </a:lnTo>
                  <a:lnTo>
                    <a:pt x="5893187" y="139353"/>
                  </a:lnTo>
                  <a:lnTo>
                    <a:pt x="5893280" y="139353"/>
                  </a:lnTo>
                  <a:lnTo>
                    <a:pt x="5893560" y="139353"/>
                  </a:lnTo>
                  <a:lnTo>
                    <a:pt x="5893840" y="139353"/>
                  </a:lnTo>
                  <a:lnTo>
                    <a:pt x="5894026" y="139353"/>
                  </a:lnTo>
                  <a:lnTo>
                    <a:pt x="5894213" y="139353"/>
                  </a:lnTo>
                  <a:lnTo>
                    <a:pt x="5894306" y="139353"/>
                  </a:lnTo>
                  <a:lnTo>
                    <a:pt x="5894399" y="139353"/>
                  </a:lnTo>
                  <a:lnTo>
                    <a:pt x="5894493" y="139353"/>
                  </a:lnTo>
                  <a:lnTo>
                    <a:pt x="5894586" y="139353"/>
                  </a:lnTo>
                  <a:lnTo>
                    <a:pt x="5894679" y="139353"/>
                  </a:lnTo>
                  <a:lnTo>
                    <a:pt x="5894866" y="139353"/>
                  </a:lnTo>
                  <a:lnTo>
                    <a:pt x="5895425" y="139353"/>
                  </a:lnTo>
                  <a:lnTo>
                    <a:pt x="5895518" y="139353"/>
                  </a:lnTo>
                  <a:lnTo>
                    <a:pt x="5895612" y="139353"/>
                  </a:lnTo>
                  <a:lnTo>
                    <a:pt x="5895891" y="139353"/>
                  </a:lnTo>
                  <a:lnTo>
                    <a:pt x="5896078" y="139353"/>
                  </a:lnTo>
                  <a:lnTo>
                    <a:pt x="5896358" y="139353"/>
                  </a:lnTo>
                  <a:lnTo>
                    <a:pt x="5896824" y="139353"/>
                  </a:lnTo>
                  <a:lnTo>
                    <a:pt x="5897104" y="139353"/>
                  </a:lnTo>
                  <a:lnTo>
                    <a:pt x="5897476" y="139353"/>
                  </a:lnTo>
                  <a:lnTo>
                    <a:pt x="5897570" y="139353"/>
                  </a:lnTo>
                  <a:lnTo>
                    <a:pt x="5897756" y="139353"/>
                  </a:lnTo>
                  <a:lnTo>
                    <a:pt x="5897849" y="139353"/>
                  </a:lnTo>
                  <a:lnTo>
                    <a:pt x="5898129" y="139353"/>
                  </a:lnTo>
                  <a:lnTo>
                    <a:pt x="5898316" y="139353"/>
                  </a:lnTo>
                  <a:lnTo>
                    <a:pt x="5898595" y="139353"/>
                  </a:lnTo>
                  <a:lnTo>
                    <a:pt x="5898689" y="139353"/>
                  </a:lnTo>
                  <a:lnTo>
                    <a:pt x="5898875" y="139353"/>
                  </a:lnTo>
                  <a:lnTo>
                    <a:pt x="5899062" y="139353"/>
                  </a:lnTo>
                  <a:lnTo>
                    <a:pt x="5899155" y="139353"/>
                  </a:lnTo>
                  <a:lnTo>
                    <a:pt x="5899621" y="139353"/>
                  </a:lnTo>
                  <a:lnTo>
                    <a:pt x="5899714" y="139353"/>
                  </a:lnTo>
                  <a:lnTo>
                    <a:pt x="5900087" y="139353"/>
                  </a:lnTo>
                  <a:lnTo>
                    <a:pt x="5900181" y="139353"/>
                  </a:lnTo>
                  <a:lnTo>
                    <a:pt x="5900274" y="139353"/>
                  </a:lnTo>
                  <a:lnTo>
                    <a:pt x="5900833" y="139353"/>
                  </a:lnTo>
                  <a:lnTo>
                    <a:pt x="5901020" y="139353"/>
                  </a:lnTo>
                  <a:lnTo>
                    <a:pt x="5901113" y="139353"/>
                  </a:lnTo>
                  <a:lnTo>
                    <a:pt x="5901300" y="139353"/>
                  </a:lnTo>
                  <a:lnTo>
                    <a:pt x="5901393" y="139353"/>
                  </a:lnTo>
                  <a:lnTo>
                    <a:pt x="5901486" y="139353"/>
                  </a:lnTo>
                  <a:lnTo>
                    <a:pt x="5901766" y="139353"/>
                  </a:lnTo>
                  <a:lnTo>
                    <a:pt x="5901859" y="139353"/>
                  </a:lnTo>
                  <a:lnTo>
                    <a:pt x="5901952" y="139353"/>
                  </a:lnTo>
                  <a:lnTo>
                    <a:pt x="5902046" y="139353"/>
                  </a:lnTo>
                  <a:lnTo>
                    <a:pt x="5902139" y="139353"/>
                  </a:lnTo>
                  <a:lnTo>
                    <a:pt x="5902232" y="139353"/>
                  </a:lnTo>
                  <a:lnTo>
                    <a:pt x="5902512" y="139353"/>
                  </a:lnTo>
                  <a:lnTo>
                    <a:pt x="5902605" y="139353"/>
                  </a:lnTo>
                  <a:lnTo>
                    <a:pt x="5902792" y="139353"/>
                  </a:lnTo>
                  <a:lnTo>
                    <a:pt x="5903911" y="139353"/>
                  </a:lnTo>
                  <a:lnTo>
                    <a:pt x="5904004" y="139353"/>
                  </a:lnTo>
                  <a:lnTo>
                    <a:pt x="5904190" y="139353"/>
                  </a:lnTo>
                  <a:lnTo>
                    <a:pt x="5904750" y="139353"/>
                  </a:lnTo>
                  <a:lnTo>
                    <a:pt x="5904843" y="139353"/>
                  </a:lnTo>
                  <a:lnTo>
                    <a:pt x="5904936" y="139353"/>
                  </a:lnTo>
                  <a:lnTo>
                    <a:pt x="5905029" y="139353"/>
                  </a:lnTo>
                  <a:lnTo>
                    <a:pt x="5905309" y="139353"/>
                  </a:lnTo>
                  <a:lnTo>
                    <a:pt x="5905589" y="139353"/>
                  </a:lnTo>
                  <a:lnTo>
                    <a:pt x="5905682" y="139353"/>
                  </a:lnTo>
                  <a:lnTo>
                    <a:pt x="5905775" y="139353"/>
                  </a:lnTo>
                  <a:lnTo>
                    <a:pt x="5905962" y="139353"/>
                  </a:lnTo>
                  <a:lnTo>
                    <a:pt x="5906148" y="139353"/>
                  </a:lnTo>
                  <a:lnTo>
                    <a:pt x="5906521" y="139353"/>
                  </a:lnTo>
                  <a:lnTo>
                    <a:pt x="5907174" y="139353"/>
                  </a:lnTo>
                  <a:lnTo>
                    <a:pt x="5907267" y="139353"/>
                  </a:lnTo>
                  <a:lnTo>
                    <a:pt x="5907640" y="139353"/>
                  </a:lnTo>
                  <a:lnTo>
                    <a:pt x="5907920" y="139353"/>
                  </a:lnTo>
                  <a:lnTo>
                    <a:pt x="5908013" y="139353"/>
                  </a:lnTo>
                  <a:lnTo>
                    <a:pt x="5908107" y="139353"/>
                  </a:lnTo>
                  <a:lnTo>
                    <a:pt x="5908293" y="139353"/>
                  </a:lnTo>
                  <a:lnTo>
                    <a:pt x="5908386" y="139353"/>
                  </a:lnTo>
                  <a:lnTo>
                    <a:pt x="5908480" y="139353"/>
                  </a:lnTo>
                  <a:lnTo>
                    <a:pt x="5908573" y="139353"/>
                  </a:lnTo>
                  <a:lnTo>
                    <a:pt x="5908666" y="139353"/>
                  </a:lnTo>
                  <a:lnTo>
                    <a:pt x="5908946" y="139353"/>
                  </a:lnTo>
                  <a:lnTo>
                    <a:pt x="5909132" y="139353"/>
                  </a:lnTo>
                  <a:lnTo>
                    <a:pt x="5909226" y="139353"/>
                  </a:lnTo>
                  <a:lnTo>
                    <a:pt x="5909505" y="139353"/>
                  </a:lnTo>
                  <a:lnTo>
                    <a:pt x="5909785" y="139353"/>
                  </a:lnTo>
                  <a:lnTo>
                    <a:pt x="5909878" y="139353"/>
                  </a:lnTo>
                  <a:lnTo>
                    <a:pt x="5910158" y="139353"/>
                  </a:lnTo>
                  <a:lnTo>
                    <a:pt x="5910345" y="139353"/>
                  </a:lnTo>
                  <a:lnTo>
                    <a:pt x="5910438" y="139353"/>
                  </a:lnTo>
                  <a:lnTo>
                    <a:pt x="5910531" y="139353"/>
                  </a:lnTo>
                  <a:lnTo>
                    <a:pt x="5910904" y="139353"/>
                  </a:lnTo>
                  <a:lnTo>
                    <a:pt x="5911557" y="139353"/>
                  </a:lnTo>
                  <a:lnTo>
                    <a:pt x="5911650" y="139353"/>
                  </a:lnTo>
                  <a:lnTo>
                    <a:pt x="5911836" y="139353"/>
                  </a:lnTo>
                  <a:lnTo>
                    <a:pt x="5911930" y="139353"/>
                  </a:lnTo>
                  <a:lnTo>
                    <a:pt x="5912023" y="139353"/>
                  </a:lnTo>
                  <a:lnTo>
                    <a:pt x="5912303" y="139353"/>
                  </a:lnTo>
                  <a:lnTo>
                    <a:pt x="5912582" y="139353"/>
                  </a:lnTo>
                  <a:lnTo>
                    <a:pt x="5912676" y="139353"/>
                  </a:lnTo>
                  <a:lnTo>
                    <a:pt x="5912769" y="139353"/>
                  </a:lnTo>
                  <a:lnTo>
                    <a:pt x="5913328" y="139353"/>
                  </a:lnTo>
                  <a:lnTo>
                    <a:pt x="5913422" y="139353"/>
                  </a:lnTo>
                  <a:lnTo>
                    <a:pt x="5913608" y="139353"/>
                  </a:lnTo>
                  <a:lnTo>
                    <a:pt x="5913888" y="139353"/>
                  </a:lnTo>
                  <a:lnTo>
                    <a:pt x="5914074" y="139353"/>
                  </a:lnTo>
                  <a:lnTo>
                    <a:pt x="5914354" y="139353"/>
                  </a:lnTo>
                  <a:lnTo>
                    <a:pt x="5914727" y="139353"/>
                  </a:lnTo>
                  <a:lnTo>
                    <a:pt x="5914820" y="139353"/>
                  </a:lnTo>
                  <a:lnTo>
                    <a:pt x="5915100" y="139353"/>
                  </a:lnTo>
                  <a:lnTo>
                    <a:pt x="5915380" y="139353"/>
                  </a:lnTo>
                  <a:lnTo>
                    <a:pt x="5915566" y="139353"/>
                  </a:lnTo>
                  <a:lnTo>
                    <a:pt x="5915753" y="139353"/>
                  </a:lnTo>
                  <a:lnTo>
                    <a:pt x="5915846" y="139353"/>
                  </a:lnTo>
                  <a:lnTo>
                    <a:pt x="5916406" y="139353"/>
                  </a:lnTo>
                  <a:lnTo>
                    <a:pt x="5916685" y="139353"/>
                  </a:lnTo>
                  <a:lnTo>
                    <a:pt x="5916779" y="139353"/>
                  </a:lnTo>
                  <a:lnTo>
                    <a:pt x="5916872" y="139353"/>
                  </a:lnTo>
                  <a:lnTo>
                    <a:pt x="5916965" y="139353"/>
                  </a:lnTo>
                  <a:lnTo>
                    <a:pt x="5917058" y="139353"/>
                  </a:lnTo>
                  <a:lnTo>
                    <a:pt x="5917245" y="139353"/>
                  </a:lnTo>
                  <a:lnTo>
                    <a:pt x="5917804" y="139353"/>
                  </a:lnTo>
                  <a:lnTo>
                    <a:pt x="5917898" y="139353"/>
                  </a:lnTo>
                  <a:lnTo>
                    <a:pt x="5918364" y="139353"/>
                  </a:lnTo>
                  <a:lnTo>
                    <a:pt x="5918457" y="139353"/>
                  </a:lnTo>
                  <a:lnTo>
                    <a:pt x="5918643" y="139353"/>
                  </a:lnTo>
                  <a:lnTo>
                    <a:pt x="5919016" y="139353"/>
                  </a:lnTo>
                  <a:lnTo>
                    <a:pt x="5919203" y="139353"/>
                  </a:lnTo>
                  <a:lnTo>
                    <a:pt x="5919296" y="139353"/>
                  </a:lnTo>
                  <a:lnTo>
                    <a:pt x="5919576" y="139353"/>
                  </a:lnTo>
                  <a:lnTo>
                    <a:pt x="5919949" y="139353"/>
                  </a:lnTo>
                  <a:lnTo>
                    <a:pt x="5920788" y="139353"/>
                  </a:lnTo>
                  <a:lnTo>
                    <a:pt x="5921068" y="139353"/>
                  </a:lnTo>
                  <a:lnTo>
                    <a:pt x="5921161" y="139353"/>
                  </a:lnTo>
                  <a:lnTo>
                    <a:pt x="5921534" y="139353"/>
                  </a:lnTo>
                  <a:lnTo>
                    <a:pt x="5921721" y="139353"/>
                  </a:lnTo>
                  <a:lnTo>
                    <a:pt x="5921907" y="139353"/>
                  </a:lnTo>
                  <a:lnTo>
                    <a:pt x="5922187" y="139353"/>
                  </a:lnTo>
                  <a:lnTo>
                    <a:pt x="5922467" y="139353"/>
                  </a:lnTo>
                  <a:lnTo>
                    <a:pt x="5922560" y="139353"/>
                  </a:lnTo>
                  <a:lnTo>
                    <a:pt x="5922653" y="139353"/>
                  </a:lnTo>
                  <a:lnTo>
                    <a:pt x="5922840" y="139353"/>
                  </a:lnTo>
                  <a:lnTo>
                    <a:pt x="5922933" y="139353"/>
                  </a:lnTo>
                  <a:lnTo>
                    <a:pt x="5923586" y="139353"/>
                  </a:lnTo>
                  <a:lnTo>
                    <a:pt x="5923679" y="139353"/>
                  </a:lnTo>
                  <a:lnTo>
                    <a:pt x="5923772" y="139353"/>
                  </a:lnTo>
                  <a:lnTo>
                    <a:pt x="5924052" y="139353"/>
                  </a:lnTo>
                  <a:lnTo>
                    <a:pt x="5924145" y="139353"/>
                  </a:lnTo>
                  <a:lnTo>
                    <a:pt x="5924332" y="139353"/>
                  </a:lnTo>
                  <a:lnTo>
                    <a:pt x="5924611" y="139353"/>
                  </a:lnTo>
                  <a:lnTo>
                    <a:pt x="5925264" y="139353"/>
                  </a:lnTo>
                  <a:lnTo>
                    <a:pt x="5925544" y="139353"/>
                  </a:lnTo>
                  <a:lnTo>
                    <a:pt x="5925637" y="139353"/>
                  </a:lnTo>
                  <a:lnTo>
                    <a:pt x="5925730" y="139353"/>
                  </a:lnTo>
                  <a:lnTo>
                    <a:pt x="5925823" y="139353"/>
                  </a:lnTo>
                  <a:lnTo>
                    <a:pt x="5926103" y="139353"/>
                  </a:lnTo>
                  <a:lnTo>
                    <a:pt x="5926196" y="139353"/>
                  </a:lnTo>
                  <a:lnTo>
                    <a:pt x="5926476" y="139353"/>
                  </a:lnTo>
                  <a:lnTo>
                    <a:pt x="5926756" y="139353"/>
                  </a:lnTo>
                  <a:lnTo>
                    <a:pt x="5926849" y="139353"/>
                  </a:lnTo>
                  <a:lnTo>
                    <a:pt x="5926942" y="139353"/>
                  </a:lnTo>
                  <a:lnTo>
                    <a:pt x="5927036" y="139353"/>
                  </a:lnTo>
                  <a:lnTo>
                    <a:pt x="5927129" y="139353"/>
                  </a:lnTo>
                  <a:lnTo>
                    <a:pt x="5927222" y="139353"/>
                  </a:lnTo>
                  <a:lnTo>
                    <a:pt x="5927315" y="139353"/>
                  </a:lnTo>
                  <a:lnTo>
                    <a:pt x="5927409" y="139353"/>
                  </a:lnTo>
                  <a:lnTo>
                    <a:pt x="5927688" y="129399"/>
                  </a:lnTo>
                  <a:lnTo>
                    <a:pt x="5927782" y="129399"/>
                  </a:lnTo>
                  <a:lnTo>
                    <a:pt x="5928248" y="129399"/>
                  </a:lnTo>
                  <a:lnTo>
                    <a:pt x="5928341" y="129399"/>
                  </a:lnTo>
                  <a:lnTo>
                    <a:pt x="5928528" y="129399"/>
                  </a:lnTo>
                  <a:lnTo>
                    <a:pt x="5928714" y="129399"/>
                  </a:lnTo>
                  <a:lnTo>
                    <a:pt x="5928994" y="129399"/>
                  </a:lnTo>
                  <a:lnTo>
                    <a:pt x="5929180" y="129399"/>
                  </a:lnTo>
                  <a:lnTo>
                    <a:pt x="5929274" y="129399"/>
                  </a:lnTo>
                  <a:lnTo>
                    <a:pt x="5930579" y="119445"/>
                  </a:lnTo>
                  <a:lnTo>
                    <a:pt x="5930766" y="119445"/>
                  </a:lnTo>
                  <a:lnTo>
                    <a:pt x="5930859" y="119445"/>
                  </a:lnTo>
                  <a:lnTo>
                    <a:pt x="5931045" y="119445"/>
                  </a:lnTo>
                  <a:lnTo>
                    <a:pt x="5931418" y="119445"/>
                  </a:lnTo>
                  <a:lnTo>
                    <a:pt x="5931698" y="119445"/>
                  </a:lnTo>
                  <a:lnTo>
                    <a:pt x="5931884" y="119445"/>
                  </a:lnTo>
                  <a:lnTo>
                    <a:pt x="5932257" y="119445"/>
                  </a:lnTo>
                  <a:lnTo>
                    <a:pt x="5932537" y="119445"/>
                  </a:lnTo>
                  <a:lnTo>
                    <a:pt x="5932630" y="119445"/>
                  </a:lnTo>
                  <a:lnTo>
                    <a:pt x="5932817" y="119445"/>
                  </a:lnTo>
                  <a:lnTo>
                    <a:pt x="5933003" y="119445"/>
                  </a:lnTo>
                  <a:lnTo>
                    <a:pt x="5933097" y="119445"/>
                  </a:lnTo>
                  <a:lnTo>
                    <a:pt x="5933190" y="119445"/>
                  </a:lnTo>
                  <a:lnTo>
                    <a:pt x="5933470" y="119445"/>
                  </a:lnTo>
                  <a:lnTo>
                    <a:pt x="5933563" y="119445"/>
                  </a:lnTo>
                  <a:lnTo>
                    <a:pt x="5933749" y="119445"/>
                  </a:lnTo>
                  <a:lnTo>
                    <a:pt x="5934029" y="119445"/>
                  </a:lnTo>
                  <a:lnTo>
                    <a:pt x="5934216" y="119445"/>
                  </a:lnTo>
                  <a:lnTo>
                    <a:pt x="5934402" y="119445"/>
                  </a:lnTo>
                  <a:lnTo>
                    <a:pt x="5934962" y="119445"/>
                  </a:lnTo>
                  <a:lnTo>
                    <a:pt x="5935055" y="119445"/>
                  </a:lnTo>
                  <a:lnTo>
                    <a:pt x="5935148" y="119445"/>
                  </a:lnTo>
                  <a:lnTo>
                    <a:pt x="5935335" y="119445"/>
                  </a:lnTo>
                  <a:lnTo>
                    <a:pt x="5935428" y="119445"/>
                  </a:lnTo>
                  <a:lnTo>
                    <a:pt x="5935708" y="119445"/>
                  </a:lnTo>
                  <a:lnTo>
                    <a:pt x="5935801" y="119445"/>
                  </a:lnTo>
                  <a:lnTo>
                    <a:pt x="5936174" y="119445"/>
                  </a:lnTo>
                  <a:lnTo>
                    <a:pt x="5936454" y="119445"/>
                  </a:lnTo>
                  <a:lnTo>
                    <a:pt x="5936547" y="119445"/>
                  </a:lnTo>
                  <a:lnTo>
                    <a:pt x="5936640" y="119445"/>
                  </a:lnTo>
                  <a:lnTo>
                    <a:pt x="5936827" y="119445"/>
                  </a:lnTo>
                  <a:lnTo>
                    <a:pt x="5937200" y="119445"/>
                  </a:lnTo>
                  <a:lnTo>
                    <a:pt x="5937293" y="119445"/>
                  </a:lnTo>
                  <a:lnTo>
                    <a:pt x="5938039" y="119445"/>
                  </a:lnTo>
                  <a:lnTo>
                    <a:pt x="5938225" y="119445"/>
                  </a:lnTo>
                  <a:lnTo>
                    <a:pt x="5938412" y="119445"/>
                  </a:lnTo>
                  <a:lnTo>
                    <a:pt x="5938692" y="119445"/>
                  </a:lnTo>
                  <a:lnTo>
                    <a:pt x="5938878" y="119445"/>
                  </a:lnTo>
                  <a:lnTo>
                    <a:pt x="5939064" y="119445"/>
                  </a:lnTo>
                  <a:lnTo>
                    <a:pt x="5939904" y="119445"/>
                  </a:lnTo>
                  <a:lnTo>
                    <a:pt x="5939997" y="119445"/>
                  </a:lnTo>
                  <a:lnTo>
                    <a:pt x="5940090" y="119445"/>
                  </a:lnTo>
                  <a:lnTo>
                    <a:pt x="5940183" y="119445"/>
                  </a:lnTo>
                  <a:lnTo>
                    <a:pt x="5940463" y="119445"/>
                  </a:lnTo>
                  <a:lnTo>
                    <a:pt x="5940743" y="119445"/>
                  </a:lnTo>
                  <a:lnTo>
                    <a:pt x="5940929" y="119445"/>
                  </a:lnTo>
                  <a:lnTo>
                    <a:pt x="5941023" y="119445"/>
                  </a:lnTo>
                  <a:lnTo>
                    <a:pt x="5941116" y="119445"/>
                  </a:lnTo>
                  <a:lnTo>
                    <a:pt x="5941302" y="119445"/>
                  </a:lnTo>
                  <a:lnTo>
                    <a:pt x="5941396" y="119445"/>
                  </a:lnTo>
                  <a:lnTo>
                    <a:pt x="5941489" y="119445"/>
                  </a:lnTo>
                  <a:lnTo>
                    <a:pt x="5941582" y="119445"/>
                  </a:lnTo>
                  <a:lnTo>
                    <a:pt x="5941675" y="119445"/>
                  </a:lnTo>
                  <a:lnTo>
                    <a:pt x="5941862" y="119445"/>
                  </a:lnTo>
                  <a:lnTo>
                    <a:pt x="5942048" y="119445"/>
                  </a:lnTo>
                  <a:lnTo>
                    <a:pt x="5942235" y="119445"/>
                  </a:lnTo>
                  <a:lnTo>
                    <a:pt x="5942421" y="119445"/>
                  </a:lnTo>
                  <a:lnTo>
                    <a:pt x="5943354" y="119445"/>
                  </a:lnTo>
                  <a:lnTo>
                    <a:pt x="5943447" y="119445"/>
                  </a:lnTo>
                  <a:lnTo>
                    <a:pt x="5943820" y="119445"/>
                  </a:lnTo>
                  <a:lnTo>
                    <a:pt x="5944193" y="119445"/>
                  </a:lnTo>
                  <a:lnTo>
                    <a:pt x="5944286" y="119445"/>
                  </a:lnTo>
                  <a:lnTo>
                    <a:pt x="5944566" y="119445"/>
                  </a:lnTo>
                  <a:lnTo>
                    <a:pt x="5944939" y="119445"/>
                  </a:lnTo>
                  <a:lnTo>
                    <a:pt x="5945219" y="119445"/>
                  </a:lnTo>
                  <a:lnTo>
                    <a:pt x="5945312" y="119445"/>
                  </a:lnTo>
                  <a:lnTo>
                    <a:pt x="5945405" y="119445"/>
                  </a:lnTo>
                  <a:lnTo>
                    <a:pt x="5945685" y="119445"/>
                  </a:lnTo>
                  <a:lnTo>
                    <a:pt x="5945778" y="119445"/>
                  </a:lnTo>
                  <a:lnTo>
                    <a:pt x="5945871" y="119445"/>
                  </a:lnTo>
                  <a:lnTo>
                    <a:pt x="5945965" y="119445"/>
                  </a:lnTo>
                  <a:lnTo>
                    <a:pt x="5946058" y="119445"/>
                  </a:lnTo>
                  <a:lnTo>
                    <a:pt x="5946151" y="119445"/>
                  </a:lnTo>
                  <a:lnTo>
                    <a:pt x="5946244" y="119445"/>
                  </a:lnTo>
                  <a:lnTo>
                    <a:pt x="5946338" y="119445"/>
                  </a:lnTo>
                  <a:lnTo>
                    <a:pt x="5946431" y="119445"/>
                  </a:lnTo>
                  <a:lnTo>
                    <a:pt x="5946711" y="119445"/>
                  </a:lnTo>
                  <a:lnTo>
                    <a:pt x="5946804" y="119445"/>
                  </a:lnTo>
                  <a:lnTo>
                    <a:pt x="5946897" y="119445"/>
                  </a:lnTo>
                  <a:lnTo>
                    <a:pt x="5947270" y="119445"/>
                  </a:lnTo>
                  <a:lnTo>
                    <a:pt x="5947550" y="119445"/>
                  </a:lnTo>
                  <a:lnTo>
                    <a:pt x="5947643" y="119445"/>
                  </a:lnTo>
                  <a:lnTo>
                    <a:pt x="5948016" y="119445"/>
                  </a:lnTo>
                  <a:lnTo>
                    <a:pt x="5948296" y="119445"/>
                  </a:lnTo>
                  <a:lnTo>
                    <a:pt x="5948762" y="119445"/>
                  </a:lnTo>
                  <a:lnTo>
                    <a:pt x="5948949" y="119445"/>
                  </a:lnTo>
                  <a:lnTo>
                    <a:pt x="5949135" y="119445"/>
                  </a:lnTo>
                  <a:lnTo>
                    <a:pt x="5949228" y="119445"/>
                  </a:lnTo>
                  <a:lnTo>
                    <a:pt x="5949601" y="119445"/>
                  </a:lnTo>
                  <a:lnTo>
                    <a:pt x="5949695" y="119445"/>
                  </a:lnTo>
                  <a:lnTo>
                    <a:pt x="5949881" y="119445"/>
                  </a:lnTo>
                  <a:lnTo>
                    <a:pt x="5950534" y="119445"/>
                  </a:lnTo>
                  <a:lnTo>
                    <a:pt x="5950627" y="119445"/>
                  </a:lnTo>
                  <a:lnTo>
                    <a:pt x="5950907" y="119445"/>
                  </a:lnTo>
                  <a:lnTo>
                    <a:pt x="5951187" y="119445"/>
                  </a:lnTo>
                  <a:lnTo>
                    <a:pt x="5951653" y="119445"/>
                  </a:lnTo>
                  <a:lnTo>
                    <a:pt x="5951839" y="119445"/>
                  </a:lnTo>
                  <a:lnTo>
                    <a:pt x="5952492" y="119445"/>
                  </a:lnTo>
                  <a:lnTo>
                    <a:pt x="5952772" y="119445"/>
                  </a:lnTo>
                  <a:lnTo>
                    <a:pt x="5952958" y="119445"/>
                  </a:lnTo>
                  <a:lnTo>
                    <a:pt x="5953051" y="119445"/>
                  </a:lnTo>
                  <a:lnTo>
                    <a:pt x="5953145" y="119445"/>
                  </a:lnTo>
                  <a:lnTo>
                    <a:pt x="5953518" y="119445"/>
                  </a:lnTo>
                  <a:lnTo>
                    <a:pt x="5953611" y="119445"/>
                  </a:lnTo>
                  <a:lnTo>
                    <a:pt x="5953704" y="119445"/>
                  </a:lnTo>
                  <a:lnTo>
                    <a:pt x="5953797" y="119445"/>
                  </a:lnTo>
                  <a:lnTo>
                    <a:pt x="5953891" y="119445"/>
                  </a:lnTo>
                  <a:lnTo>
                    <a:pt x="5953984" y="119445"/>
                  </a:lnTo>
                  <a:lnTo>
                    <a:pt x="5954077" y="119445"/>
                  </a:lnTo>
                  <a:lnTo>
                    <a:pt x="5954170" y="119445"/>
                  </a:lnTo>
                  <a:lnTo>
                    <a:pt x="5954264" y="119445"/>
                  </a:lnTo>
                  <a:lnTo>
                    <a:pt x="5954357" y="119445"/>
                  </a:lnTo>
                  <a:lnTo>
                    <a:pt x="5954543" y="119445"/>
                  </a:lnTo>
                  <a:lnTo>
                    <a:pt x="5954637" y="119445"/>
                  </a:lnTo>
                  <a:lnTo>
                    <a:pt x="5954730" y="119445"/>
                  </a:lnTo>
                  <a:lnTo>
                    <a:pt x="5954823" y="119445"/>
                  </a:lnTo>
                  <a:lnTo>
                    <a:pt x="5954916" y="119445"/>
                  </a:lnTo>
                  <a:lnTo>
                    <a:pt x="5955289" y="119445"/>
                  </a:lnTo>
                  <a:lnTo>
                    <a:pt x="5955383" y="119445"/>
                  </a:lnTo>
                  <a:lnTo>
                    <a:pt x="5955569" y="119445"/>
                  </a:lnTo>
                  <a:lnTo>
                    <a:pt x="5955662" y="119445"/>
                  </a:lnTo>
                  <a:lnTo>
                    <a:pt x="5955756" y="119445"/>
                  </a:lnTo>
                  <a:lnTo>
                    <a:pt x="5955849" y="119445"/>
                  </a:lnTo>
                  <a:lnTo>
                    <a:pt x="5958833" y="119445"/>
                  </a:lnTo>
                  <a:lnTo>
                    <a:pt x="5958926" y="119445"/>
                  </a:lnTo>
                  <a:lnTo>
                    <a:pt x="5959113" y="119445"/>
                  </a:lnTo>
                  <a:lnTo>
                    <a:pt x="5959206" y="119445"/>
                  </a:lnTo>
                  <a:lnTo>
                    <a:pt x="5959299" y="119445"/>
                  </a:lnTo>
                  <a:lnTo>
                    <a:pt x="5959392" y="119445"/>
                  </a:lnTo>
                  <a:lnTo>
                    <a:pt x="5959486" y="119445"/>
                  </a:lnTo>
                  <a:lnTo>
                    <a:pt x="5959672" y="119445"/>
                  </a:lnTo>
                  <a:lnTo>
                    <a:pt x="5960045" y="119445"/>
                  </a:lnTo>
                  <a:lnTo>
                    <a:pt x="5960511" y="119445"/>
                  </a:lnTo>
                  <a:lnTo>
                    <a:pt x="5960604" y="119445"/>
                  </a:lnTo>
                  <a:lnTo>
                    <a:pt x="5960791" y="119445"/>
                  </a:lnTo>
                  <a:lnTo>
                    <a:pt x="5961071" y="119445"/>
                  </a:lnTo>
                  <a:lnTo>
                    <a:pt x="5961164" y="119445"/>
                  </a:lnTo>
                  <a:lnTo>
                    <a:pt x="5961257" y="119445"/>
                  </a:lnTo>
                  <a:lnTo>
                    <a:pt x="5961350" y="119445"/>
                  </a:lnTo>
                  <a:lnTo>
                    <a:pt x="5961444" y="119445"/>
                  </a:lnTo>
                  <a:lnTo>
                    <a:pt x="5961537" y="119445"/>
                  </a:lnTo>
                  <a:lnTo>
                    <a:pt x="5961723" y="119445"/>
                  </a:lnTo>
                  <a:lnTo>
                    <a:pt x="5962003" y="119445"/>
                  </a:lnTo>
                  <a:lnTo>
                    <a:pt x="5962376" y="119445"/>
                  </a:lnTo>
                  <a:lnTo>
                    <a:pt x="5962469" y="119445"/>
                  </a:lnTo>
                  <a:lnTo>
                    <a:pt x="5962749" y="119445"/>
                  </a:lnTo>
                  <a:lnTo>
                    <a:pt x="5962842" y="119445"/>
                  </a:lnTo>
                  <a:lnTo>
                    <a:pt x="5962936" y="119445"/>
                  </a:lnTo>
                  <a:lnTo>
                    <a:pt x="5963029" y="119445"/>
                  </a:lnTo>
                  <a:lnTo>
                    <a:pt x="5963122" y="119445"/>
                  </a:lnTo>
                  <a:lnTo>
                    <a:pt x="5963215" y="119445"/>
                  </a:lnTo>
                  <a:lnTo>
                    <a:pt x="5963309" y="119445"/>
                  </a:lnTo>
                  <a:lnTo>
                    <a:pt x="5963495" y="119445"/>
                  </a:lnTo>
                  <a:lnTo>
                    <a:pt x="5963868" y="119445"/>
                  </a:lnTo>
                  <a:lnTo>
                    <a:pt x="5963961" y="119445"/>
                  </a:lnTo>
                  <a:lnTo>
                    <a:pt x="5964428" y="119445"/>
                  </a:lnTo>
                  <a:lnTo>
                    <a:pt x="5964521" y="119445"/>
                  </a:lnTo>
                  <a:lnTo>
                    <a:pt x="5964894" y="119445"/>
                  </a:lnTo>
                  <a:lnTo>
                    <a:pt x="5964987" y="119445"/>
                  </a:lnTo>
                  <a:lnTo>
                    <a:pt x="5965267" y="119445"/>
                  </a:lnTo>
                  <a:lnTo>
                    <a:pt x="5965453" y="109492"/>
                  </a:lnTo>
                  <a:lnTo>
                    <a:pt x="5965547" y="109492"/>
                  </a:lnTo>
                  <a:lnTo>
                    <a:pt x="5965640" y="109492"/>
                  </a:lnTo>
                  <a:lnTo>
                    <a:pt x="5965826" y="109492"/>
                  </a:lnTo>
                  <a:lnTo>
                    <a:pt x="5965920" y="109492"/>
                  </a:lnTo>
                  <a:lnTo>
                    <a:pt x="5966013" y="109492"/>
                  </a:lnTo>
                  <a:lnTo>
                    <a:pt x="5966106" y="109492"/>
                  </a:lnTo>
                  <a:lnTo>
                    <a:pt x="5966199" y="109492"/>
                  </a:lnTo>
                  <a:lnTo>
                    <a:pt x="5966293" y="109492"/>
                  </a:lnTo>
                  <a:lnTo>
                    <a:pt x="5966572" y="109492"/>
                  </a:lnTo>
                  <a:lnTo>
                    <a:pt x="5966665" y="109492"/>
                  </a:lnTo>
                  <a:lnTo>
                    <a:pt x="5966759" y="109492"/>
                  </a:lnTo>
                  <a:lnTo>
                    <a:pt x="5966945" y="109492"/>
                  </a:lnTo>
                  <a:lnTo>
                    <a:pt x="5967038" y="109492"/>
                  </a:lnTo>
                  <a:lnTo>
                    <a:pt x="5967132" y="109492"/>
                  </a:lnTo>
                  <a:lnTo>
                    <a:pt x="5967411" y="109492"/>
                  </a:lnTo>
                  <a:lnTo>
                    <a:pt x="5967505" y="109492"/>
                  </a:lnTo>
                  <a:lnTo>
                    <a:pt x="5967971" y="109492"/>
                  </a:lnTo>
                  <a:lnTo>
                    <a:pt x="5968064" y="109492"/>
                  </a:lnTo>
                  <a:lnTo>
                    <a:pt x="5968157" y="109492"/>
                  </a:lnTo>
                  <a:lnTo>
                    <a:pt x="5968344" y="109492"/>
                  </a:lnTo>
                  <a:lnTo>
                    <a:pt x="5968437" y="109492"/>
                  </a:lnTo>
                  <a:lnTo>
                    <a:pt x="5968530" y="109492"/>
                  </a:lnTo>
                  <a:lnTo>
                    <a:pt x="5968624" y="109492"/>
                  </a:lnTo>
                  <a:lnTo>
                    <a:pt x="5968810" y="109492"/>
                  </a:lnTo>
                  <a:lnTo>
                    <a:pt x="5969090" y="109492"/>
                  </a:lnTo>
                  <a:lnTo>
                    <a:pt x="5969183" y="109492"/>
                  </a:lnTo>
                  <a:lnTo>
                    <a:pt x="5969370" y="109492"/>
                  </a:lnTo>
                  <a:lnTo>
                    <a:pt x="5969463" y="109492"/>
                  </a:lnTo>
                  <a:lnTo>
                    <a:pt x="5970022" y="109492"/>
                  </a:lnTo>
                  <a:lnTo>
                    <a:pt x="5970209" y="109492"/>
                  </a:lnTo>
                  <a:lnTo>
                    <a:pt x="5970489" y="109492"/>
                  </a:lnTo>
                  <a:lnTo>
                    <a:pt x="5970582" y="109492"/>
                  </a:lnTo>
                  <a:lnTo>
                    <a:pt x="5971048" y="109492"/>
                  </a:lnTo>
                  <a:lnTo>
                    <a:pt x="5971235" y="109492"/>
                  </a:lnTo>
                  <a:lnTo>
                    <a:pt x="5971421" y="109492"/>
                  </a:lnTo>
                  <a:lnTo>
                    <a:pt x="5971514" y="109492"/>
                  </a:lnTo>
                  <a:lnTo>
                    <a:pt x="5971701" y="109492"/>
                  </a:lnTo>
                  <a:lnTo>
                    <a:pt x="5971794" y="109492"/>
                  </a:lnTo>
                  <a:lnTo>
                    <a:pt x="5971887" y="109492"/>
                  </a:lnTo>
                  <a:lnTo>
                    <a:pt x="5972260" y="109492"/>
                  </a:lnTo>
                  <a:lnTo>
                    <a:pt x="5972354" y="109492"/>
                  </a:lnTo>
                  <a:lnTo>
                    <a:pt x="5972447" y="109492"/>
                  </a:lnTo>
                  <a:lnTo>
                    <a:pt x="5972633" y="109492"/>
                  </a:lnTo>
                  <a:lnTo>
                    <a:pt x="5972913" y="109492"/>
                  </a:lnTo>
                  <a:lnTo>
                    <a:pt x="5973006" y="109492"/>
                  </a:lnTo>
                  <a:lnTo>
                    <a:pt x="5973100" y="109492"/>
                  </a:lnTo>
                  <a:lnTo>
                    <a:pt x="5973379" y="109492"/>
                  </a:lnTo>
                  <a:lnTo>
                    <a:pt x="5973472" y="109492"/>
                  </a:lnTo>
                  <a:lnTo>
                    <a:pt x="5973845" y="109492"/>
                  </a:lnTo>
                  <a:lnTo>
                    <a:pt x="5973939" y="109492"/>
                  </a:lnTo>
                  <a:lnTo>
                    <a:pt x="5974032" y="109492"/>
                  </a:lnTo>
                  <a:lnTo>
                    <a:pt x="5974218" y="109492"/>
                  </a:lnTo>
                  <a:lnTo>
                    <a:pt x="5974405" y="109492"/>
                  </a:lnTo>
                  <a:lnTo>
                    <a:pt x="5974591" y="109492"/>
                  </a:lnTo>
                  <a:lnTo>
                    <a:pt x="5974778" y="99538"/>
                  </a:lnTo>
                  <a:lnTo>
                    <a:pt x="5974871" y="99538"/>
                  </a:lnTo>
                  <a:lnTo>
                    <a:pt x="5974964" y="99538"/>
                  </a:lnTo>
                  <a:lnTo>
                    <a:pt x="5975058" y="99538"/>
                  </a:lnTo>
                  <a:lnTo>
                    <a:pt x="5975431" y="99538"/>
                  </a:lnTo>
                  <a:lnTo>
                    <a:pt x="5975617" y="99538"/>
                  </a:lnTo>
                  <a:lnTo>
                    <a:pt x="5975804" y="99538"/>
                  </a:lnTo>
                  <a:lnTo>
                    <a:pt x="5975897" y="99538"/>
                  </a:lnTo>
                  <a:lnTo>
                    <a:pt x="5976083" y="99538"/>
                  </a:lnTo>
                  <a:lnTo>
                    <a:pt x="5976270" y="99538"/>
                  </a:lnTo>
                  <a:lnTo>
                    <a:pt x="5976736" y="99538"/>
                  </a:lnTo>
                  <a:lnTo>
                    <a:pt x="5976829" y="89584"/>
                  </a:lnTo>
                  <a:lnTo>
                    <a:pt x="5976923" y="89584"/>
                  </a:lnTo>
                  <a:lnTo>
                    <a:pt x="5977109" y="89584"/>
                  </a:lnTo>
                  <a:lnTo>
                    <a:pt x="5977202" y="89584"/>
                  </a:lnTo>
                  <a:lnTo>
                    <a:pt x="5977669" y="89584"/>
                  </a:lnTo>
                  <a:lnTo>
                    <a:pt x="5977762" y="89584"/>
                  </a:lnTo>
                  <a:lnTo>
                    <a:pt x="5978042" y="89584"/>
                  </a:lnTo>
                  <a:lnTo>
                    <a:pt x="5978601" y="89584"/>
                  </a:lnTo>
                  <a:lnTo>
                    <a:pt x="5978788" y="89584"/>
                  </a:lnTo>
                  <a:lnTo>
                    <a:pt x="5978881" y="89584"/>
                  </a:lnTo>
                  <a:lnTo>
                    <a:pt x="5978974" y="89584"/>
                  </a:lnTo>
                  <a:lnTo>
                    <a:pt x="5979067" y="89584"/>
                  </a:lnTo>
                  <a:lnTo>
                    <a:pt x="5979161" y="89584"/>
                  </a:lnTo>
                  <a:lnTo>
                    <a:pt x="5979627" y="89584"/>
                  </a:lnTo>
                  <a:lnTo>
                    <a:pt x="5979813" y="89584"/>
                  </a:lnTo>
                  <a:lnTo>
                    <a:pt x="5980000" y="89584"/>
                  </a:lnTo>
                  <a:lnTo>
                    <a:pt x="5980186" y="89584"/>
                  </a:lnTo>
                  <a:lnTo>
                    <a:pt x="5980280" y="89584"/>
                  </a:lnTo>
                  <a:lnTo>
                    <a:pt x="5980373" y="89584"/>
                  </a:lnTo>
                  <a:lnTo>
                    <a:pt x="5980746" y="89584"/>
                  </a:lnTo>
                  <a:lnTo>
                    <a:pt x="5980839" y="89584"/>
                  </a:lnTo>
                  <a:lnTo>
                    <a:pt x="5981212" y="89584"/>
                  </a:lnTo>
                  <a:lnTo>
                    <a:pt x="5981305" y="89584"/>
                  </a:lnTo>
                  <a:lnTo>
                    <a:pt x="5981398" y="89584"/>
                  </a:lnTo>
                  <a:lnTo>
                    <a:pt x="5981771" y="89584"/>
                  </a:lnTo>
                  <a:lnTo>
                    <a:pt x="5981865" y="89584"/>
                  </a:lnTo>
                  <a:lnTo>
                    <a:pt x="5982051" y="89584"/>
                  </a:lnTo>
                  <a:lnTo>
                    <a:pt x="5982331" y="89584"/>
                  </a:lnTo>
                  <a:lnTo>
                    <a:pt x="5982890" y="89584"/>
                  </a:lnTo>
                  <a:lnTo>
                    <a:pt x="5982984" y="89584"/>
                  </a:lnTo>
                  <a:lnTo>
                    <a:pt x="5983077" y="89584"/>
                  </a:lnTo>
                  <a:lnTo>
                    <a:pt x="5983170" y="89584"/>
                  </a:lnTo>
                  <a:lnTo>
                    <a:pt x="5983263" y="89584"/>
                  </a:lnTo>
                  <a:lnTo>
                    <a:pt x="5983357" y="89584"/>
                  </a:lnTo>
                  <a:lnTo>
                    <a:pt x="5983636" y="89584"/>
                  </a:lnTo>
                  <a:lnTo>
                    <a:pt x="5983730" y="89584"/>
                  </a:lnTo>
                  <a:lnTo>
                    <a:pt x="5983916" y="89584"/>
                  </a:lnTo>
                  <a:lnTo>
                    <a:pt x="5984103" y="89584"/>
                  </a:lnTo>
                  <a:lnTo>
                    <a:pt x="5984476" y="89584"/>
                  </a:lnTo>
                  <a:lnTo>
                    <a:pt x="5984662" y="89584"/>
                  </a:lnTo>
                  <a:lnTo>
                    <a:pt x="5984755" y="89584"/>
                  </a:lnTo>
                  <a:lnTo>
                    <a:pt x="5984942" y="89584"/>
                  </a:lnTo>
                  <a:lnTo>
                    <a:pt x="5985035" y="89584"/>
                  </a:lnTo>
                  <a:lnTo>
                    <a:pt x="5985128" y="89584"/>
                  </a:lnTo>
                  <a:lnTo>
                    <a:pt x="5985408" y="89584"/>
                  </a:lnTo>
                  <a:lnTo>
                    <a:pt x="5985501" y="89584"/>
                  </a:lnTo>
                  <a:lnTo>
                    <a:pt x="5985688" y="89584"/>
                  </a:lnTo>
                  <a:lnTo>
                    <a:pt x="5985781" y="89584"/>
                  </a:lnTo>
                  <a:lnTo>
                    <a:pt x="5986061" y="89584"/>
                  </a:lnTo>
                  <a:lnTo>
                    <a:pt x="5986714" y="89584"/>
                  </a:lnTo>
                  <a:lnTo>
                    <a:pt x="5986993" y="89584"/>
                  </a:lnTo>
                  <a:lnTo>
                    <a:pt x="5987087" y="89584"/>
                  </a:lnTo>
                  <a:lnTo>
                    <a:pt x="5987180" y="89584"/>
                  </a:lnTo>
                  <a:lnTo>
                    <a:pt x="5987273" y="89584"/>
                  </a:lnTo>
                  <a:lnTo>
                    <a:pt x="5987366" y="89584"/>
                  </a:lnTo>
                  <a:lnTo>
                    <a:pt x="5987459" y="89584"/>
                  </a:lnTo>
                  <a:lnTo>
                    <a:pt x="5987832" y="89584"/>
                  </a:lnTo>
                  <a:lnTo>
                    <a:pt x="5987926" y="89584"/>
                  </a:lnTo>
                  <a:lnTo>
                    <a:pt x="5988019" y="89584"/>
                  </a:lnTo>
                  <a:lnTo>
                    <a:pt x="5988112" y="89584"/>
                  </a:lnTo>
                  <a:lnTo>
                    <a:pt x="5988205" y="89584"/>
                  </a:lnTo>
                  <a:lnTo>
                    <a:pt x="5988299" y="89584"/>
                  </a:lnTo>
                  <a:lnTo>
                    <a:pt x="5988485" y="89584"/>
                  </a:lnTo>
                  <a:lnTo>
                    <a:pt x="5988578" y="89584"/>
                  </a:lnTo>
                  <a:lnTo>
                    <a:pt x="5988672" y="89584"/>
                  </a:lnTo>
                  <a:lnTo>
                    <a:pt x="5988765" y="89584"/>
                  </a:lnTo>
                  <a:lnTo>
                    <a:pt x="5989045" y="89584"/>
                  </a:lnTo>
                  <a:lnTo>
                    <a:pt x="5989511" y="89584"/>
                  </a:lnTo>
                  <a:lnTo>
                    <a:pt x="5989604" y="89584"/>
                  </a:lnTo>
                  <a:lnTo>
                    <a:pt x="5989791" y="89584"/>
                  </a:lnTo>
                  <a:lnTo>
                    <a:pt x="5989884" y="89584"/>
                  </a:lnTo>
                  <a:lnTo>
                    <a:pt x="5990443" y="89584"/>
                  </a:lnTo>
                  <a:lnTo>
                    <a:pt x="5990537" y="89584"/>
                  </a:lnTo>
                  <a:lnTo>
                    <a:pt x="5990630" y="89584"/>
                  </a:lnTo>
                  <a:lnTo>
                    <a:pt x="5990723" y="89584"/>
                  </a:lnTo>
                  <a:lnTo>
                    <a:pt x="5991003" y="89584"/>
                  </a:lnTo>
                  <a:lnTo>
                    <a:pt x="5991189" y="89584"/>
                  </a:lnTo>
                  <a:lnTo>
                    <a:pt x="5991283" y="89584"/>
                  </a:lnTo>
                  <a:lnTo>
                    <a:pt x="5991376" y="89584"/>
                  </a:lnTo>
                  <a:lnTo>
                    <a:pt x="5991469" y="89584"/>
                  </a:lnTo>
                  <a:lnTo>
                    <a:pt x="5991656" y="89584"/>
                  </a:lnTo>
                  <a:lnTo>
                    <a:pt x="5991749" y="89584"/>
                  </a:lnTo>
                  <a:lnTo>
                    <a:pt x="5991935" y="89584"/>
                  </a:lnTo>
                  <a:lnTo>
                    <a:pt x="5992122" y="89584"/>
                  </a:lnTo>
                  <a:lnTo>
                    <a:pt x="5992215" y="89584"/>
                  </a:lnTo>
                  <a:lnTo>
                    <a:pt x="5992402" y="89584"/>
                  </a:lnTo>
                  <a:lnTo>
                    <a:pt x="5993054" y="89584"/>
                  </a:lnTo>
                  <a:lnTo>
                    <a:pt x="5993148" y="89584"/>
                  </a:lnTo>
                  <a:lnTo>
                    <a:pt x="5993241" y="89584"/>
                  </a:lnTo>
                  <a:lnTo>
                    <a:pt x="5993334" y="89584"/>
                  </a:lnTo>
                  <a:lnTo>
                    <a:pt x="5993427" y="89584"/>
                  </a:lnTo>
                  <a:lnTo>
                    <a:pt x="5993614" y="89584"/>
                  </a:lnTo>
                  <a:lnTo>
                    <a:pt x="5993707" y="89584"/>
                  </a:lnTo>
                  <a:lnTo>
                    <a:pt x="5994080" y="89584"/>
                  </a:lnTo>
                  <a:lnTo>
                    <a:pt x="5994266" y="89584"/>
                  </a:lnTo>
                  <a:lnTo>
                    <a:pt x="5994360" y="89584"/>
                  </a:lnTo>
                  <a:lnTo>
                    <a:pt x="5994453" y="89584"/>
                  </a:lnTo>
                  <a:lnTo>
                    <a:pt x="5994546" y="89584"/>
                  </a:lnTo>
                  <a:lnTo>
                    <a:pt x="5994639" y="89584"/>
                  </a:lnTo>
                  <a:lnTo>
                    <a:pt x="5994733" y="89584"/>
                  </a:lnTo>
                  <a:lnTo>
                    <a:pt x="5994826" y="89584"/>
                  </a:lnTo>
                  <a:lnTo>
                    <a:pt x="5995572" y="89584"/>
                  </a:lnTo>
                  <a:lnTo>
                    <a:pt x="5995665" y="89584"/>
                  </a:lnTo>
                  <a:lnTo>
                    <a:pt x="5995945" y="89584"/>
                  </a:lnTo>
                  <a:lnTo>
                    <a:pt x="5996131" y="89584"/>
                  </a:lnTo>
                  <a:lnTo>
                    <a:pt x="5996225" y="89584"/>
                  </a:lnTo>
                  <a:lnTo>
                    <a:pt x="5996504" y="89584"/>
                  </a:lnTo>
                  <a:lnTo>
                    <a:pt x="5996598" y="89584"/>
                  </a:lnTo>
                  <a:lnTo>
                    <a:pt x="5996691" y="89584"/>
                  </a:lnTo>
                  <a:lnTo>
                    <a:pt x="5996784" y="89584"/>
                  </a:lnTo>
                  <a:lnTo>
                    <a:pt x="5996877" y="89584"/>
                  </a:lnTo>
                  <a:lnTo>
                    <a:pt x="5997530" y="89584"/>
                  </a:lnTo>
                  <a:lnTo>
                    <a:pt x="5997810" y="89584"/>
                  </a:lnTo>
                  <a:lnTo>
                    <a:pt x="5998090" y="89584"/>
                  </a:lnTo>
                  <a:lnTo>
                    <a:pt x="5998183" y="89584"/>
                  </a:lnTo>
                  <a:lnTo>
                    <a:pt x="5998369" y="89584"/>
                  </a:lnTo>
                  <a:lnTo>
                    <a:pt x="5998463" y="89584"/>
                  </a:lnTo>
                  <a:lnTo>
                    <a:pt x="5998556" y="89584"/>
                  </a:lnTo>
                  <a:lnTo>
                    <a:pt x="5998649" y="89584"/>
                  </a:lnTo>
                  <a:lnTo>
                    <a:pt x="5998836" y="89584"/>
                  </a:lnTo>
                  <a:lnTo>
                    <a:pt x="5999022" y="89584"/>
                  </a:lnTo>
                  <a:lnTo>
                    <a:pt x="5999209" y="89584"/>
                  </a:lnTo>
                  <a:lnTo>
                    <a:pt x="5999302" y="89584"/>
                  </a:lnTo>
                  <a:lnTo>
                    <a:pt x="5999768" y="89584"/>
                  </a:lnTo>
                  <a:lnTo>
                    <a:pt x="5999955" y="89584"/>
                  </a:lnTo>
                  <a:lnTo>
                    <a:pt x="6000048" y="89584"/>
                  </a:lnTo>
                  <a:lnTo>
                    <a:pt x="6000607" y="89584"/>
                  </a:lnTo>
                  <a:lnTo>
                    <a:pt x="6000701" y="89584"/>
                  </a:lnTo>
                  <a:lnTo>
                    <a:pt x="6000794" y="89584"/>
                  </a:lnTo>
                  <a:lnTo>
                    <a:pt x="6000887" y="89584"/>
                  </a:lnTo>
                  <a:lnTo>
                    <a:pt x="6001074" y="89584"/>
                  </a:lnTo>
                  <a:lnTo>
                    <a:pt x="6001353" y="89584"/>
                  </a:lnTo>
                  <a:lnTo>
                    <a:pt x="6001540" y="89584"/>
                  </a:lnTo>
                  <a:lnTo>
                    <a:pt x="6001726" y="89584"/>
                  </a:lnTo>
                  <a:lnTo>
                    <a:pt x="6001913" y="89584"/>
                  </a:lnTo>
                  <a:lnTo>
                    <a:pt x="6002006" y="89584"/>
                  </a:lnTo>
                  <a:lnTo>
                    <a:pt x="6002099" y="89584"/>
                  </a:lnTo>
                  <a:lnTo>
                    <a:pt x="6002192" y="89584"/>
                  </a:lnTo>
                  <a:lnTo>
                    <a:pt x="6002752" y="89584"/>
                  </a:lnTo>
                  <a:lnTo>
                    <a:pt x="6002845" y="89584"/>
                  </a:lnTo>
                  <a:lnTo>
                    <a:pt x="6003125" y="89584"/>
                  </a:lnTo>
                  <a:lnTo>
                    <a:pt x="6003218" y="89584"/>
                  </a:lnTo>
                  <a:lnTo>
                    <a:pt x="6003405" y="89584"/>
                  </a:lnTo>
                  <a:lnTo>
                    <a:pt x="6003498" y="89584"/>
                  </a:lnTo>
                  <a:lnTo>
                    <a:pt x="6003684" y="89584"/>
                  </a:lnTo>
                  <a:lnTo>
                    <a:pt x="6003778" y="89584"/>
                  </a:lnTo>
                  <a:lnTo>
                    <a:pt x="6003964" y="89584"/>
                  </a:lnTo>
                  <a:lnTo>
                    <a:pt x="6004057" y="89584"/>
                  </a:lnTo>
                  <a:lnTo>
                    <a:pt x="6004244" y="89584"/>
                  </a:lnTo>
                  <a:lnTo>
                    <a:pt x="6004430" y="89584"/>
                  </a:lnTo>
                  <a:lnTo>
                    <a:pt x="6004617" y="89584"/>
                  </a:lnTo>
                  <a:lnTo>
                    <a:pt x="6004710" y="89584"/>
                  </a:lnTo>
                  <a:lnTo>
                    <a:pt x="6004990" y="89584"/>
                  </a:lnTo>
                  <a:lnTo>
                    <a:pt x="6005083" y="89584"/>
                  </a:lnTo>
                  <a:lnTo>
                    <a:pt x="6005176" y="89584"/>
                  </a:lnTo>
                  <a:lnTo>
                    <a:pt x="6005363" y="89584"/>
                  </a:lnTo>
                  <a:lnTo>
                    <a:pt x="6005549" y="89584"/>
                  </a:lnTo>
                  <a:lnTo>
                    <a:pt x="6006109" y="89584"/>
                  </a:lnTo>
                  <a:lnTo>
                    <a:pt x="6006202" y="89584"/>
                  </a:lnTo>
                  <a:lnTo>
                    <a:pt x="6006295" y="89584"/>
                  </a:lnTo>
                  <a:lnTo>
                    <a:pt x="6006482" y="89584"/>
                  </a:lnTo>
                  <a:lnTo>
                    <a:pt x="6006575" y="89584"/>
                  </a:lnTo>
                  <a:lnTo>
                    <a:pt x="6006668" y="89584"/>
                  </a:lnTo>
                  <a:lnTo>
                    <a:pt x="6006762" y="89584"/>
                  </a:lnTo>
                  <a:lnTo>
                    <a:pt x="6006855" y="89584"/>
                  </a:lnTo>
                  <a:lnTo>
                    <a:pt x="6006948" y="89584"/>
                  </a:lnTo>
                  <a:lnTo>
                    <a:pt x="6007041" y="89584"/>
                  </a:lnTo>
                  <a:lnTo>
                    <a:pt x="6007135" y="89584"/>
                  </a:lnTo>
                  <a:lnTo>
                    <a:pt x="6007228" y="89584"/>
                  </a:lnTo>
                  <a:lnTo>
                    <a:pt x="6007321" y="89584"/>
                  </a:lnTo>
                  <a:lnTo>
                    <a:pt x="6007508" y="89584"/>
                  </a:lnTo>
                  <a:lnTo>
                    <a:pt x="6007694" y="89584"/>
                  </a:lnTo>
                  <a:lnTo>
                    <a:pt x="6008253" y="89584"/>
                  </a:lnTo>
                  <a:lnTo>
                    <a:pt x="6008347" y="89584"/>
                  </a:lnTo>
                  <a:lnTo>
                    <a:pt x="6008440" y="89584"/>
                  </a:lnTo>
                  <a:lnTo>
                    <a:pt x="6008813" y="89584"/>
                  </a:lnTo>
                  <a:lnTo>
                    <a:pt x="6008999" y="89584"/>
                  </a:lnTo>
                  <a:lnTo>
                    <a:pt x="6009466" y="89584"/>
                  </a:lnTo>
                  <a:lnTo>
                    <a:pt x="6009652" y="89584"/>
                  </a:lnTo>
                  <a:lnTo>
                    <a:pt x="6010025" y="89584"/>
                  </a:lnTo>
                  <a:lnTo>
                    <a:pt x="6010398" y="89584"/>
                  </a:lnTo>
                  <a:lnTo>
                    <a:pt x="6010491" y="89584"/>
                  </a:lnTo>
                  <a:lnTo>
                    <a:pt x="6010585" y="89584"/>
                  </a:lnTo>
                  <a:lnTo>
                    <a:pt x="6010678" y="89584"/>
                  </a:lnTo>
                  <a:lnTo>
                    <a:pt x="6010771" y="89584"/>
                  </a:lnTo>
                  <a:lnTo>
                    <a:pt x="6010864" y="89584"/>
                  </a:lnTo>
                  <a:lnTo>
                    <a:pt x="6010958" y="89584"/>
                  </a:lnTo>
                  <a:lnTo>
                    <a:pt x="6011051" y="89584"/>
                  </a:lnTo>
                  <a:lnTo>
                    <a:pt x="6011144" y="89584"/>
                  </a:lnTo>
                  <a:lnTo>
                    <a:pt x="6011237" y="89584"/>
                  </a:lnTo>
                  <a:lnTo>
                    <a:pt x="6011331" y="89584"/>
                  </a:lnTo>
                  <a:lnTo>
                    <a:pt x="6011424" y="89584"/>
                  </a:lnTo>
                  <a:lnTo>
                    <a:pt x="6011610" y="89584"/>
                  </a:lnTo>
                  <a:lnTo>
                    <a:pt x="6011890" y="89584"/>
                  </a:lnTo>
                  <a:lnTo>
                    <a:pt x="6012077" y="89584"/>
                  </a:lnTo>
                  <a:lnTo>
                    <a:pt x="6012450" y="89584"/>
                  </a:lnTo>
                  <a:lnTo>
                    <a:pt x="6012543" y="89584"/>
                  </a:lnTo>
                  <a:lnTo>
                    <a:pt x="6012729" y="89584"/>
                  </a:lnTo>
                  <a:lnTo>
                    <a:pt x="6013009" y="89584"/>
                  </a:lnTo>
                  <a:lnTo>
                    <a:pt x="6013102" y="89584"/>
                  </a:lnTo>
                  <a:lnTo>
                    <a:pt x="6013289" y="89584"/>
                  </a:lnTo>
                  <a:lnTo>
                    <a:pt x="6013755" y="89584"/>
                  </a:lnTo>
                  <a:lnTo>
                    <a:pt x="6013848" y="89584"/>
                  </a:lnTo>
                  <a:lnTo>
                    <a:pt x="6014035" y="89584"/>
                  </a:lnTo>
                  <a:lnTo>
                    <a:pt x="6014221" y="89584"/>
                  </a:lnTo>
                  <a:lnTo>
                    <a:pt x="6014501" y="89584"/>
                  </a:lnTo>
                  <a:lnTo>
                    <a:pt x="6014594" y="89584"/>
                  </a:lnTo>
                  <a:lnTo>
                    <a:pt x="6014688" y="89584"/>
                  </a:lnTo>
                  <a:lnTo>
                    <a:pt x="6014967" y="89584"/>
                  </a:lnTo>
                  <a:lnTo>
                    <a:pt x="6015061" y="89584"/>
                  </a:lnTo>
                  <a:lnTo>
                    <a:pt x="6015247" y="89584"/>
                  </a:lnTo>
                  <a:lnTo>
                    <a:pt x="6015340" y="89584"/>
                  </a:lnTo>
                  <a:lnTo>
                    <a:pt x="6015527" y="89584"/>
                  </a:lnTo>
                  <a:lnTo>
                    <a:pt x="6017205" y="89584"/>
                  </a:lnTo>
                  <a:lnTo>
                    <a:pt x="6017578" y="89584"/>
                  </a:lnTo>
                  <a:lnTo>
                    <a:pt x="6017671" y="89584"/>
                  </a:lnTo>
                  <a:lnTo>
                    <a:pt x="6017858" y="89584"/>
                  </a:lnTo>
                  <a:lnTo>
                    <a:pt x="6017951" y="89584"/>
                  </a:lnTo>
                  <a:lnTo>
                    <a:pt x="6018044" y="89584"/>
                  </a:lnTo>
                  <a:lnTo>
                    <a:pt x="6018138" y="89584"/>
                  </a:lnTo>
                  <a:lnTo>
                    <a:pt x="6018511" y="89584"/>
                  </a:lnTo>
                  <a:lnTo>
                    <a:pt x="6018604" y="89584"/>
                  </a:lnTo>
                  <a:lnTo>
                    <a:pt x="6018884" y="89584"/>
                  </a:lnTo>
                  <a:lnTo>
                    <a:pt x="6018977" y="89584"/>
                  </a:lnTo>
                  <a:lnTo>
                    <a:pt x="6019070" y="89584"/>
                  </a:lnTo>
                  <a:lnTo>
                    <a:pt x="6019163" y="89584"/>
                  </a:lnTo>
                  <a:lnTo>
                    <a:pt x="6019536" y="89584"/>
                  </a:lnTo>
                  <a:lnTo>
                    <a:pt x="6019630" y="89584"/>
                  </a:lnTo>
                  <a:lnTo>
                    <a:pt x="6019816" y="89584"/>
                  </a:lnTo>
                  <a:lnTo>
                    <a:pt x="6020562" y="89584"/>
                  </a:lnTo>
                  <a:lnTo>
                    <a:pt x="6021122" y="89584"/>
                  </a:lnTo>
                  <a:lnTo>
                    <a:pt x="6021588" y="89584"/>
                  </a:lnTo>
                  <a:lnTo>
                    <a:pt x="6021681" y="89584"/>
                  </a:lnTo>
                  <a:lnTo>
                    <a:pt x="6021868" y="89584"/>
                  </a:lnTo>
                  <a:lnTo>
                    <a:pt x="6021961" y="89584"/>
                  </a:lnTo>
                  <a:lnTo>
                    <a:pt x="6022147" y="89584"/>
                  </a:lnTo>
                  <a:lnTo>
                    <a:pt x="6022240" y="89584"/>
                  </a:lnTo>
                  <a:lnTo>
                    <a:pt x="6022334" y="89584"/>
                  </a:lnTo>
                  <a:lnTo>
                    <a:pt x="6022427" y="89584"/>
                  </a:lnTo>
                  <a:lnTo>
                    <a:pt x="6022520" y="89584"/>
                  </a:lnTo>
                  <a:lnTo>
                    <a:pt x="6022613" y="89584"/>
                  </a:lnTo>
                  <a:lnTo>
                    <a:pt x="6022707" y="89584"/>
                  </a:lnTo>
                  <a:lnTo>
                    <a:pt x="6022893" y="89584"/>
                  </a:lnTo>
                  <a:lnTo>
                    <a:pt x="6023266" y="89584"/>
                  </a:lnTo>
                  <a:lnTo>
                    <a:pt x="6023359" y="89584"/>
                  </a:lnTo>
                  <a:lnTo>
                    <a:pt x="6023732" y="89584"/>
                  </a:lnTo>
                  <a:lnTo>
                    <a:pt x="6023826" y="89584"/>
                  </a:lnTo>
                  <a:lnTo>
                    <a:pt x="6023919" y="89584"/>
                  </a:lnTo>
                  <a:lnTo>
                    <a:pt x="6024012" y="89584"/>
                  </a:lnTo>
                  <a:lnTo>
                    <a:pt x="6024665" y="89584"/>
                  </a:lnTo>
                  <a:lnTo>
                    <a:pt x="6024758" y="89584"/>
                  </a:lnTo>
                  <a:lnTo>
                    <a:pt x="6024851" y="89584"/>
                  </a:lnTo>
                  <a:lnTo>
                    <a:pt x="6025038" y="89584"/>
                  </a:lnTo>
                  <a:lnTo>
                    <a:pt x="6025131" y="89584"/>
                  </a:lnTo>
                  <a:lnTo>
                    <a:pt x="6025318" y="89584"/>
                  </a:lnTo>
                  <a:lnTo>
                    <a:pt x="6025411" y="89584"/>
                  </a:lnTo>
                  <a:lnTo>
                    <a:pt x="6025784" y="89584"/>
                  </a:lnTo>
                  <a:lnTo>
                    <a:pt x="6025970" y="89584"/>
                  </a:lnTo>
                  <a:lnTo>
                    <a:pt x="6026157" y="89584"/>
                  </a:lnTo>
                  <a:lnTo>
                    <a:pt x="6026343" y="89584"/>
                  </a:lnTo>
                  <a:lnTo>
                    <a:pt x="6026530" y="89584"/>
                  </a:lnTo>
                  <a:lnTo>
                    <a:pt x="6026623" y="89584"/>
                  </a:lnTo>
                  <a:lnTo>
                    <a:pt x="6026810" y="89584"/>
                  </a:lnTo>
                  <a:lnTo>
                    <a:pt x="6027183" y="89584"/>
                  </a:lnTo>
                  <a:lnTo>
                    <a:pt x="6027462" y="89584"/>
                  </a:lnTo>
                  <a:lnTo>
                    <a:pt x="6027556" y="89584"/>
                  </a:lnTo>
                  <a:lnTo>
                    <a:pt x="6027649" y="89584"/>
                  </a:lnTo>
                  <a:lnTo>
                    <a:pt x="6027742" y="89584"/>
                  </a:lnTo>
                  <a:lnTo>
                    <a:pt x="6028022" y="89584"/>
                  </a:lnTo>
                  <a:lnTo>
                    <a:pt x="6028302" y="89584"/>
                  </a:lnTo>
                  <a:lnTo>
                    <a:pt x="6028581" y="89584"/>
                  </a:lnTo>
                  <a:lnTo>
                    <a:pt x="6028954" y="89584"/>
                  </a:lnTo>
                  <a:lnTo>
                    <a:pt x="6029047" y="89584"/>
                  </a:lnTo>
                  <a:lnTo>
                    <a:pt x="6029234" y="89584"/>
                  </a:lnTo>
                  <a:lnTo>
                    <a:pt x="6029420" y="89584"/>
                  </a:lnTo>
                  <a:lnTo>
                    <a:pt x="6029514" y="89584"/>
                  </a:lnTo>
                  <a:lnTo>
                    <a:pt x="6029514" y="79630"/>
                  </a:lnTo>
                  <a:lnTo>
                    <a:pt x="6029607" y="79630"/>
                  </a:lnTo>
                  <a:lnTo>
                    <a:pt x="6029700" y="79630"/>
                  </a:lnTo>
                  <a:lnTo>
                    <a:pt x="6029793" y="79630"/>
                  </a:lnTo>
                  <a:lnTo>
                    <a:pt x="6029980" y="79630"/>
                  </a:lnTo>
                  <a:lnTo>
                    <a:pt x="6030073" y="79630"/>
                  </a:lnTo>
                  <a:lnTo>
                    <a:pt x="6030446" y="79630"/>
                  </a:lnTo>
                  <a:lnTo>
                    <a:pt x="6030539" y="79630"/>
                  </a:lnTo>
                  <a:lnTo>
                    <a:pt x="6030912" y="79630"/>
                  </a:lnTo>
                  <a:lnTo>
                    <a:pt x="6031006" y="79630"/>
                  </a:lnTo>
                  <a:lnTo>
                    <a:pt x="6031472" y="79630"/>
                  </a:lnTo>
                  <a:lnTo>
                    <a:pt x="6031658" y="79630"/>
                  </a:lnTo>
                  <a:lnTo>
                    <a:pt x="6031845" y="79630"/>
                  </a:lnTo>
                  <a:lnTo>
                    <a:pt x="6031938" y="79630"/>
                  </a:lnTo>
                  <a:lnTo>
                    <a:pt x="6032031" y="79630"/>
                  </a:lnTo>
                  <a:lnTo>
                    <a:pt x="6032125" y="79630"/>
                  </a:lnTo>
                  <a:lnTo>
                    <a:pt x="6032404" y="79630"/>
                  </a:lnTo>
                  <a:lnTo>
                    <a:pt x="6032498" y="79630"/>
                  </a:lnTo>
                  <a:lnTo>
                    <a:pt x="6032591" y="79630"/>
                  </a:lnTo>
                  <a:lnTo>
                    <a:pt x="6032777" y="79630"/>
                  </a:lnTo>
                  <a:lnTo>
                    <a:pt x="6033057" y="79630"/>
                  </a:lnTo>
                  <a:lnTo>
                    <a:pt x="6033150" y="79630"/>
                  </a:lnTo>
                  <a:lnTo>
                    <a:pt x="6033337" y="79630"/>
                  </a:lnTo>
                  <a:lnTo>
                    <a:pt x="6033430" y="79630"/>
                  </a:lnTo>
                  <a:lnTo>
                    <a:pt x="6033523" y="79630"/>
                  </a:lnTo>
                  <a:lnTo>
                    <a:pt x="6033710" y="79630"/>
                  </a:lnTo>
                  <a:lnTo>
                    <a:pt x="6033803" y="79630"/>
                  </a:lnTo>
                  <a:lnTo>
                    <a:pt x="6034083" y="79630"/>
                  </a:lnTo>
                  <a:lnTo>
                    <a:pt x="6034176" y="79630"/>
                  </a:lnTo>
                  <a:lnTo>
                    <a:pt x="6034269" y="79630"/>
                  </a:lnTo>
                  <a:lnTo>
                    <a:pt x="6034363" y="79630"/>
                  </a:lnTo>
                  <a:lnTo>
                    <a:pt x="6034456" y="79630"/>
                  </a:lnTo>
                  <a:lnTo>
                    <a:pt x="6034549" y="79630"/>
                  </a:lnTo>
                  <a:lnTo>
                    <a:pt x="6034642" y="79630"/>
                  </a:lnTo>
                  <a:lnTo>
                    <a:pt x="6034736" y="79630"/>
                  </a:lnTo>
                  <a:lnTo>
                    <a:pt x="6034829" y="79630"/>
                  </a:lnTo>
                  <a:lnTo>
                    <a:pt x="6034922" y="79630"/>
                  </a:lnTo>
                  <a:lnTo>
                    <a:pt x="6035202" y="79630"/>
                  </a:lnTo>
                  <a:lnTo>
                    <a:pt x="6035388" y="79630"/>
                  </a:lnTo>
                  <a:lnTo>
                    <a:pt x="6035761" y="79630"/>
                  </a:lnTo>
                  <a:lnTo>
                    <a:pt x="6035948" y="79630"/>
                  </a:lnTo>
                  <a:lnTo>
                    <a:pt x="6036041" y="79630"/>
                  </a:lnTo>
                  <a:lnTo>
                    <a:pt x="6036134" y="79630"/>
                  </a:lnTo>
                  <a:lnTo>
                    <a:pt x="6036321" y="79630"/>
                  </a:lnTo>
                  <a:lnTo>
                    <a:pt x="6036600" y="79630"/>
                  </a:lnTo>
                  <a:lnTo>
                    <a:pt x="6036787" y="79630"/>
                  </a:lnTo>
                  <a:lnTo>
                    <a:pt x="6036880" y="79630"/>
                  </a:lnTo>
                  <a:lnTo>
                    <a:pt x="6037253" y="79630"/>
                  </a:lnTo>
                  <a:lnTo>
                    <a:pt x="6037440" y="79630"/>
                  </a:lnTo>
                  <a:lnTo>
                    <a:pt x="6037626" y="79630"/>
                  </a:lnTo>
                  <a:lnTo>
                    <a:pt x="6037999" y="79630"/>
                  </a:lnTo>
                  <a:lnTo>
                    <a:pt x="6038092" y="79630"/>
                  </a:lnTo>
                  <a:lnTo>
                    <a:pt x="6038465" y="79630"/>
                  </a:lnTo>
                  <a:lnTo>
                    <a:pt x="6038559" y="79630"/>
                  </a:lnTo>
                  <a:lnTo>
                    <a:pt x="6038932" y="79630"/>
                  </a:lnTo>
                  <a:lnTo>
                    <a:pt x="6039864" y="79630"/>
                  </a:lnTo>
                  <a:lnTo>
                    <a:pt x="6040237" y="79630"/>
                  </a:lnTo>
                  <a:lnTo>
                    <a:pt x="6040424" y="79630"/>
                  </a:lnTo>
                  <a:lnTo>
                    <a:pt x="6040517" y="79630"/>
                  </a:lnTo>
                  <a:lnTo>
                    <a:pt x="6040703" y="79630"/>
                  </a:lnTo>
                  <a:lnTo>
                    <a:pt x="6041170" y="79630"/>
                  </a:lnTo>
                  <a:lnTo>
                    <a:pt x="6041263" y="79630"/>
                  </a:lnTo>
                  <a:lnTo>
                    <a:pt x="6041449" y="79630"/>
                  </a:lnTo>
                  <a:lnTo>
                    <a:pt x="6041729" y="79630"/>
                  </a:lnTo>
                  <a:lnTo>
                    <a:pt x="6041916" y="79630"/>
                  </a:lnTo>
                  <a:lnTo>
                    <a:pt x="6042195" y="79630"/>
                  </a:lnTo>
                  <a:lnTo>
                    <a:pt x="6042382" y="79630"/>
                  </a:lnTo>
                  <a:lnTo>
                    <a:pt x="6043128" y="79630"/>
                  </a:lnTo>
                  <a:lnTo>
                    <a:pt x="6043221" y="79630"/>
                  </a:lnTo>
                  <a:lnTo>
                    <a:pt x="6043314" y="79630"/>
                  </a:lnTo>
                  <a:lnTo>
                    <a:pt x="6043501" y="79630"/>
                  </a:lnTo>
                  <a:lnTo>
                    <a:pt x="6043780" y="79630"/>
                  </a:lnTo>
                  <a:lnTo>
                    <a:pt x="6043967" y="79630"/>
                  </a:lnTo>
                  <a:lnTo>
                    <a:pt x="6044153" y="79630"/>
                  </a:lnTo>
                  <a:lnTo>
                    <a:pt x="6044247" y="79630"/>
                  </a:lnTo>
                  <a:lnTo>
                    <a:pt x="6044340" y="79630"/>
                  </a:lnTo>
                  <a:lnTo>
                    <a:pt x="6044433" y="79630"/>
                  </a:lnTo>
                  <a:lnTo>
                    <a:pt x="6044526" y="79630"/>
                  </a:lnTo>
                  <a:lnTo>
                    <a:pt x="6044620" y="79630"/>
                  </a:lnTo>
                  <a:lnTo>
                    <a:pt x="6044713" y="79630"/>
                  </a:lnTo>
                  <a:lnTo>
                    <a:pt x="6044899" y="79630"/>
                  </a:lnTo>
                  <a:lnTo>
                    <a:pt x="6045552" y="79630"/>
                  </a:lnTo>
                  <a:lnTo>
                    <a:pt x="6045645" y="79630"/>
                  </a:lnTo>
                  <a:lnTo>
                    <a:pt x="6045739" y="79630"/>
                  </a:lnTo>
                  <a:lnTo>
                    <a:pt x="6046018" y="79630"/>
                  </a:lnTo>
                  <a:lnTo>
                    <a:pt x="6046298" y="79630"/>
                  </a:lnTo>
                  <a:lnTo>
                    <a:pt x="6046485" y="79630"/>
                  </a:lnTo>
                  <a:lnTo>
                    <a:pt x="6046671" y="79630"/>
                  </a:lnTo>
                  <a:lnTo>
                    <a:pt x="6047137" y="79630"/>
                  </a:lnTo>
                  <a:lnTo>
                    <a:pt x="6047604" y="79630"/>
                  </a:lnTo>
                  <a:lnTo>
                    <a:pt x="6047790" y="79630"/>
                  </a:lnTo>
                  <a:lnTo>
                    <a:pt x="6048070" y="79630"/>
                  </a:lnTo>
                  <a:lnTo>
                    <a:pt x="6048163" y="79630"/>
                  </a:lnTo>
                  <a:lnTo>
                    <a:pt x="6048256" y="79630"/>
                  </a:lnTo>
                  <a:lnTo>
                    <a:pt x="6048443" y="79630"/>
                  </a:lnTo>
                  <a:lnTo>
                    <a:pt x="6048536" y="79630"/>
                  </a:lnTo>
                  <a:lnTo>
                    <a:pt x="6048629" y="79630"/>
                  </a:lnTo>
                  <a:lnTo>
                    <a:pt x="6048723" y="79630"/>
                  </a:lnTo>
                  <a:lnTo>
                    <a:pt x="6048816" y="79630"/>
                  </a:lnTo>
                  <a:lnTo>
                    <a:pt x="6049002" y="79630"/>
                  </a:lnTo>
                  <a:lnTo>
                    <a:pt x="6049189" y="79630"/>
                  </a:lnTo>
                  <a:lnTo>
                    <a:pt x="6049282" y="79630"/>
                  </a:lnTo>
                  <a:lnTo>
                    <a:pt x="6049375" y="79630"/>
                  </a:lnTo>
                  <a:lnTo>
                    <a:pt x="6049655" y="79630"/>
                  </a:lnTo>
                  <a:lnTo>
                    <a:pt x="6049748" y="79630"/>
                  </a:lnTo>
                  <a:lnTo>
                    <a:pt x="6050028" y="79630"/>
                  </a:lnTo>
                  <a:lnTo>
                    <a:pt x="6050587" y="79630"/>
                  </a:lnTo>
                  <a:lnTo>
                    <a:pt x="6051147" y="79630"/>
                  </a:lnTo>
                  <a:lnTo>
                    <a:pt x="6051520" y="79630"/>
                  </a:lnTo>
                  <a:lnTo>
                    <a:pt x="6051800" y="79630"/>
                  </a:lnTo>
                  <a:lnTo>
                    <a:pt x="6051986" y="79630"/>
                  </a:lnTo>
                  <a:lnTo>
                    <a:pt x="6052079" y="79630"/>
                  </a:lnTo>
                  <a:lnTo>
                    <a:pt x="6052173" y="79630"/>
                  </a:lnTo>
                  <a:lnTo>
                    <a:pt x="6052266" y="79630"/>
                  </a:lnTo>
                  <a:lnTo>
                    <a:pt x="6052359" y="79630"/>
                  </a:lnTo>
                  <a:lnTo>
                    <a:pt x="6052452" y="79630"/>
                  </a:lnTo>
                  <a:lnTo>
                    <a:pt x="6052546" y="79630"/>
                  </a:lnTo>
                  <a:lnTo>
                    <a:pt x="6052825" y="79630"/>
                  </a:lnTo>
                  <a:lnTo>
                    <a:pt x="6053012" y="79630"/>
                  </a:lnTo>
                  <a:lnTo>
                    <a:pt x="6053105" y="79630"/>
                  </a:lnTo>
                  <a:lnTo>
                    <a:pt x="6053198" y="79630"/>
                  </a:lnTo>
                  <a:lnTo>
                    <a:pt x="6054224" y="79630"/>
                  </a:lnTo>
                  <a:lnTo>
                    <a:pt x="6054317" y="79630"/>
                  </a:lnTo>
                  <a:lnTo>
                    <a:pt x="6054411" y="79630"/>
                  </a:lnTo>
                  <a:lnTo>
                    <a:pt x="6054504" y="79630"/>
                  </a:lnTo>
                  <a:lnTo>
                    <a:pt x="6054597" y="79630"/>
                  </a:lnTo>
                  <a:lnTo>
                    <a:pt x="6054784" y="79630"/>
                  </a:lnTo>
                  <a:lnTo>
                    <a:pt x="6054877" y="79630"/>
                  </a:lnTo>
                  <a:lnTo>
                    <a:pt x="6055343" y="79630"/>
                  </a:lnTo>
                  <a:lnTo>
                    <a:pt x="6055436" y="79630"/>
                  </a:lnTo>
                  <a:lnTo>
                    <a:pt x="6055530" y="79630"/>
                  </a:lnTo>
                  <a:lnTo>
                    <a:pt x="6055623" y="79630"/>
                  </a:lnTo>
                  <a:lnTo>
                    <a:pt x="6055716" y="79630"/>
                  </a:lnTo>
                  <a:lnTo>
                    <a:pt x="6055809" y="79630"/>
                  </a:lnTo>
                  <a:lnTo>
                    <a:pt x="6055903" y="79630"/>
                  </a:lnTo>
                  <a:lnTo>
                    <a:pt x="6055996" y="79630"/>
                  </a:lnTo>
                  <a:lnTo>
                    <a:pt x="6056182" y="79630"/>
                  </a:lnTo>
                  <a:lnTo>
                    <a:pt x="6056835" y="79630"/>
                  </a:lnTo>
                  <a:lnTo>
                    <a:pt x="6056928" y="79630"/>
                  </a:lnTo>
                  <a:lnTo>
                    <a:pt x="6057488" y="79630"/>
                  </a:lnTo>
                  <a:lnTo>
                    <a:pt x="6057674" y="79630"/>
                  </a:lnTo>
                  <a:lnTo>
                    <a:pt x="6057767" y="79630"/>
                  </a:lnTo>
                  <a:lnTo>
                    <a:pt x="6057954" y="79630"/>
                  </a:lnTo>
                  <a:lnTo>
                    <a:pt x="6058047" y="79630"/>
                  </a:lnTo>
                  <a:lnTo>
                    <a:pt x="6058140" y="79630"/>
                  </a:lnTo>
                  <a:lnTo>
                    <a:pt x="6058513" y="79630"/>
                  </a:lnTo>
                  <a:lnTo>
                    <a:pt x="6058607" y="79630"/>
                  </a:lnTo>
                  <a:lnTo>
                    <a:pt x="6058793" y="79630"/>
                  </a:lnTo>
                  <a:lnTo>
                    <a:pt x="6058980" y="79630"/>
                  </a:lnTo>
                  <a:lnTo>
                    <a:pt x="6059166" y="79630"/>
                  </a:lnTo>
                  <a:lnTo>
                    <a:pt x="6059259" y="79630"/>
                  </a:lnTo>
                  <a:lnTo>
                    <a:pt x="6059446" y="79630"/>
                  </a:lnTo>
                  <a:lnTo>
                    <a:pt x="6059539" y="79630"/>
                  </a:lnTo>
                  <a:lnTo>
                    <a:pt x="6059632" y="79630"/>
                  </a:lnTo>
                  <a:lnTo>
                    <a:pt x="6059726" y="79630"/>
                  </a:lnTo>
                  <a:lnTo>
                    <a:pt x="6060751" y="79630"/>
                  </a:lnTo>
                  <a:lnTo>
                    <a:pt x="6060938" y="79630"/>
                  </a:lnTo>
                  <a:lnTo>
                    <a:pt x="6061031" y="79630"/>
                  </a:lnTo>
                  <a:lnTo>
                    <a:pt x="6061124" y="79630"/>
                  </a:lnTo>
                  <a:lnTo>
                    <a:pt x="6061218" y="79630"/>
                  </a:lnTo>
                  <a:lnTo>
                    <a:pt x="6061404" y="79630"/>
                  </a:lnTo>
                  <a:lnTo>
                    <a:pt x="6061777" y="79630"/>
                  </a:lnTo>
                  <a:lnTo>
                    <a:pt x="6061964" y="79630"/>
                  </a:lnTo>
                  <a:lnTo>
                    <a:pt x="6062150" y="79630"/>
                  </a:lnTo>
                  <a:lnTo>
                    <a:pt x="6062243" y="79630"/>
                  </a:lnTo>
                  <a:lnTo>
                    <a:pt x="6062430" y="79630"/>
                  </a:lnTo>
                  <a:lnTo>
                    <a:pt x="6062523" y="79630"/>
                  </a:lnTo>
                  <a:lnTo>
                    <a:pt x="6062896" y="79630"/>
                  </a:lnTo>
                  <a:lnTo>
                    <a:pt x="6062989" y="79630"/>
                  </a:lnTo>
                  <a:lnTo>
                    <a:pt x="6063362" y="79630"/>
                  </a:lnTo>
                  <a:lnTo>
                    <a:pt x="6063456" y="79630"/>
                  </a:lnTo>
                  <a:lnTo>
                    <a:pt x="6063828" y="79630"/>
                  </a:lnTo>
                  <a:lnTo>
                    <a:pt x="6063922" y="79630"/>
                  </a:lnTo>
                  <a:lnTo>
                    <a:pt x="6064201" y="79630"/>
                  </a:lnTo>
                  <a:lnTo>
                    <a:pt x="6064481" y="79630"/>
                  </a:lnTo>
                  <a:lnTo>
                    <a:pt x="6064574" y="79630"/>
                  </a:lnTo>
                  <a:lnTo>
                    <a:pt x="6064761" y="79630"/>
                  </a:lnTo>
                  <a:lnTo>
                    <a:pt x="6064854" y="79630"/>
                  </a:lnTo>
                  <a:lnTo>
                    <a:pt x="6064947" y="79630"/>
                  </a:lnTo>
                  <a:lnTo>
                    <a:pt x="6065041" y="79630"/>
                  </a:lnTo>
                  <a:lnTo>
                    <a:pt x="6065134" y="79630"/>
                  </a:lnTo>
                  <a:lnTo>
                    <a:pt x="6065320" y="79630"/>
                  </a:lnTo>
                  <a:lnTo>
                    <a:pt x="6065414" y="79630"/>
                  </a:lnTo>
                  <a:lnTo>
                    <a:pt x="6065600" y="79630"/>
                  </a:lnTo>
                  <a:lnTo>
                    <a:pt x="6065693" y="79630"/>
                  </a:lnTo>
                  <a:lnTo>
                    <a:pt x="6065880" y="79630"/>
                  </a:lnTo>
                  <a:lnTo>
                    <a:pt x="6065973" y="79630"/>
                  </a:lnTo>
                  <a:lnTo>
                    <a:pt x="6066160" y="79630"/>
                  </a:lnTo>
                  <a:lnTo>
                    <a:pt x="6066253" y="79630"/>
                  </a:lnTo>
                  <a:lnTo>
                    <a:pt x="6066533" y="79630"/>
                  </a:lnTo>
                  <a:lnTo>
                    <a:pt x="6066999" y="79630"/>
                  </a:lnTo>
                  <a:lnTo>
                    <a:pt x="6067092" y="79630"/>
                  </a:lnTo>
                  <a:lnTo>
                    <a:pt x="6067372" y="79630"/>
                  </a:lnTo>
                  <a:lnTo>
                    <a:pt x="6067558" y="79630"/>
                  </a:lnTo>
                  <a:lnTo>
                    <a:pt x="6067652" y="79630"/>
                  </a:lnTo>
                  <a:lnTo>
                    <a:pt x="6067745" y="79630"/>
                  </a:lnTo>
                  <a:lnTo>
                    <a:pt x="6068398" y="79630"/>
                  </a:lnTo>
                  <a:lnTo>
                    <a:pt x="6068491" y="79630"/>
                  </a:lnTo>
                  <a:lnTo>
                    <a:pt x="6068584" y="79630"/>
                  </a:lnTo>
                  <a:lnTo>
                    <a:pt x="6068957" y="79630"/>
                  </a:lnTo>
                  <a:lnTo>
                    <a:pt x="6069050" y="79630"/>
                  </a:lnTo>
                  <a:lnTo>
                    <a:pt x="6069330" y="79630"/>
                  </a:lnTo>
                  <a:lnTo>
                    <a:pt x="6069423" y="79630"/>
                  </a:lnTo>
                  <a:lnTo>
                    <a:pt x="6069610" y="79630"/>
                  </a:lnTo>
                  <a:lnTo>
                    <a:pt x="6069703" y="79630"/>
                  </a:lnTo>
                  <a:lnTo>
                    <a:pt x="6069796" y="79630"/>
                  </a:lnTo>
                  <a:lnTo>
                    <a:pt x="6069890" y="79630"/>
                  </a:lnTo>
                  <a:lnTo>
                    <a:pt x="6069983" y="79630"/>
                  </a:lnTo>
                  <a:lnTo>
                    <a:pt x="6070263" y="79630"/>
                  </a:lnTo>
                  <a:lnTo>
                    <a:pt x="6070542" y="79630"/>
                  </a:lnTo>
                  <a:lnTo>
                    <a:pt x="6070729" y="79630"/>
                  </a:lnTo>
                  <a:lnTo>
                    <a:pt x="6071008" y="79630"/>
                  </a:lnTo>
                  <a:lnTo>
                    <a:pt x="6071102" y="79630"/>
                  </a:lnTo>
                  <a:lnTo>
                    <a:pt x="6071288" y="79630"/>
                  </a:lnTo>
                  <a:lnTo>
                    <a:pt x="6071754" y="79630"/>
                  </a:lnTo>
                  <a:lnTo>
                    <a:pt x="6071941" y="79630"/>
                  </a:lnTo>
                  <a:lnTo>
                    <a:pt x="6072221" y="79630"/>
                  </a:lnTo>
                  <a:lnTo>
                    <a:pt x="6072314" y="79630"/>
                  </a:lnTo>
                  <a:lnTo>
                    <a:pt x="6072687" y="79630"/>
                  </a:lnTo>
                  <a:lnTo>
                    <a:pt x="6072780" y="79630"/>
                  </a:lnTo>
                  <a:lnTo>
                    <a:pt x="6073060" y="79630"/>
                  </a:lnTo>
                  <a:lnTo>
                    <a:pt x="6073153" y="79630"/>
                  </a:lnTo>
                  <a:lnTo>
                    <a:pt x="6073433" y="79630"/>
                  </a:lnTo>
                  <a:lnTo>
                    <a:pt x="6073806" y="79630"/>
                  </a:lnTo>
                  <a:lnTo>
                    <a:pt x="6073899" y="79630"/>
                  </a:lnTo>
                  <a:lnTo>
                    <a:pt x="6074179" y="79630"/>
                  </a:lnTo>
                  <a:lnTo>
                    <a:pt x="6074459" y="79630"/>
                  </a:lnTo>
                  <a:lnTo>
                    <a:pt x="6074552" y="79630"/>
                  </a:lnTo>
                  <a:lnTo>
                    <a:pt x="6074738" y="79630"/>
                  </a:lnTo>
                  <a:lnTo>
                    <a:pt x="6075205" y="79630"/>
                  </a:lnTo>
                  <a:lnTo>
                    <a:pt x="6075391" y="79630"/>
                  </a:lnTo>
                  <a:lnTo>
                    <a:pt x="6075578" y="79630"/>
                  </a:lnTo>
                  <a:lnTo>
                    <a:pt x="6075857" y="79630"/>
                  </a:lnTo>
                  <a:lnTo>
                    <a:pt x="6076044" y="79630"/>
                  </a:lnTo>
                  <a:lnTo>
                    <a:pt x="6076510" y="79630"/>
                  </a:lnTo>
                  <a:lnTo>
                    <a:pt x="6076603" y="79630"/>
                  </a:lnTo>
                  <a:lnTo>
                    <a:pt x="6076697" y="79630"/>
                  </a:lnTo>
                  <a:lnTo>
                    <a:pt x="6076790" y="79630"/>
                  </a:lnTo>
                  <a:lnTo>
                    <a:pt x="6076976" y="79630"/>
                  </a:lnTo>
                  <a:lnTo>
                    <a:pt x="6077256" y="79630"/>
                  </a:lnTo>
                  <a:lnTo>
                    <a:pt x="6077536" y="79630"/>
                  </a:lnTo>
                  <a:lnTo>
                    <a:pt x="6077629" y="79630"/>
                  </a:lnTo>
                  <a:lnTo>
                    <a:pt x="6077722" y="79630"/>
                  </a:lnTo>
                  <a:lnTo>
                    <a:pt x="6077815" y="79630"/>
                  </a:lnTo>
                  <a:lnTo>
                    <a:pt x="6077909" y="79630"/>
                  </a:lnTo>
                  <a:lnTo>
                    <a:pt x="6078095" y="79630"/>
                  </a:lnTo>
                  <a:lnTo>
                    <a:pt x="6078561" y="79630"/>
                  </a:lnTo>
                  <a:lnTo>
                    <a:pt x="6078841" y="79630"/>
                  </a:lnTo>
                  <a:lnTo>
                    <a:pt x="6078934" y="79630"/>
                  </a:lnTo>
                  <a:lnTo>
                    <a:pt x="6079121" y="79630"/>
                  </a:lnTo>
                  <a:lnTo>
                    <a:pt x="6079214" y="79630"/>
                  </a:lnTo>
                  <a:lnTo>
                    <a:pt x="6079307" y="79630"/>
                  </a:lnTo>
                  <a:lnTo>
                    <a:pt x="6079494" y="79630"/>
                  </a:lnTo>
                  <a:lnTo>
                    <a:pt x="6079774" y="79630"/>
                  </a:lnTo>
                  <a:lnTo>
                    <a:pt x="6079867" y="79630"/>
                  </a:lnTo>
                  <a:lnTo>
                    <a:pt x="6079960" y="79630"/>
                  </a:lnTo>
                  <a:lnTo>
                    <a:pt x="6080147" y="79630"/>
                  </a:lnTo>
                  <a:lnTo>
                    <a:pt x="6080333" y="79630"/>
                  </a:lnTo>
                  <a:lnTo>
                    <a:pt x="6080426" y="79630"/>
                  </a:lnTo>
                  <a:lnTo>
                    <a:pt x="6080706" y="79630"/>
                  </a:lnTo>
                  <a:lnTo>
                    <a:pt x="6080893" y="79630"/>
                  </a:lnTo>
                  <a:lnTo>
                    <a:pt x="6081172" y="79630"/>
                  </a:lnTo>
                  <a:lnTo>
                    <a:pt x="6081359" y="79630"/>
                  </a:lnTo>
                  <a:lnTo>
                    <a:pt x="6081452" y="79630"/>
                  </a:lnTo>
                  <a:lnTo>
                    <a:pt x="6081639" y="79630"/>
                  </a:lnTo>
                  <a:lnTo>
                    <a:pt x="6081732" y="79630"/>
                  </a:lnTo>
                  <a:lnTo>
                    <a:pt x="6081825" y="79630"/>
                  </a:lnTo>
                  <a:lnTo>
                    <a:pt x="6081918" y="79630"/>
                  </a:lnTo>
                  <a:lnTo>
                    <a:pt x="6082012" y="79630"/>
                  </a:lnTo>
                  <a:lnTo>
                    <a:pt x="6082105" y="79630"/>
                  </a:lnTo>
                  <a:lnTo>
                    <a:pt x="6082198" y="79630"/>
                  </a:lnTo>
                  <a:lnTo>
                    <a:pt x="6082291" y="79630"/>
                  </a:lnTo>
                  <a:lnTo>
                    <a:pt x="6082385" y="79630"/>
                  </a:lnTo>
                  <a:lnTo>
                    <a:pt x="6082664" y="79630"/>
                  </a:lnTo>
                  <a:lnTo>
                    <a:pt x="6082758" y="79630"/>
                  </a:lnTo>
                  <a:lnTo>
                    <a:pt x="6082851" y="79630"/>
                  </a:lnTo>
                  <a:lnTo>
                    <a:pt x="6083037" y="79630"/>
                  </a:lnTo>
                  <a:lnTo>
                    <a:pt x="6083504" y="79630"/>
                  </a:lnTo>
                  <a:lnTo>
                    <a:pt x="6083783" y="79630"/>
                  </a:lnTo>
                  <a:lnTo>
                    <a:pt x="6083877" y="79630"/>
                  </a:lnTo>
                  <a:lnTo>
                    <a:pt x="6083970" y="79630"/>
                  </a:lnTo>
                  <a:lnTo>
                    <a:pt x="6084063" y="79630"/>
                  </a:lnTo>
                  <a:lnTo>
                    <a:pt x="6084156" y="79630"/>
                  </a:lnTo>
                  <a:lnTo>
                    <a:pt x="6084250" y="79630"/>
                  </a:lnTo>
                  <a:lnTo>
                    <a:pt x="6084343" y="79630"/>
                  </a:lnTo>
                  <a:lnTo>
                    <a:pt x="6084436" y="79630"/>
                  </a:lnTo>
                  <a:lnTo>
                    <a:pt x="6084622" y="79630"/>
                  </a:lnTo>
                  <a:lnTo>
                    <a:pt x="6084902" y="79630"/>
                  </a:lnTo>
                  <a:lnTo>
                    <a:pt x="6085089" y="79630"/>
                  </a:lnTo>
                  <a:lnTo>
                    <a:pt x="6085462" y="79630"/>
                  </a:lnTo>
                  <a:lnTo>
                    <a:pt x="6085648" y="79630"/>
                  </a:lnTo>
                  <a:lnTo>
                    <a:pt x="6085928" y="79630"/>
                  </a:lnTo>
                  <a:lnTo>
                    <a:pt x="6085928" y="69676"/>
                  </a:lnTo>
                  <a:lnTo>
                    <a:pt x="6086021" y="69676"/>
                  </a:lnTo>
                  <a:lnTo>
                    <a:pt x="6086114" y="69676"/>
                  </a:lnTo>
                  <a:lnTo>
                    <a:pt x="6086208" y="69676"/>
                  </a:lnTo>
                  <a:lnTo>
                    <a:pt x="6086301" y="69676"/>
                  </a:lnTo>
                  <a:lnTo>
                    <a:pt x="6086394" y="69676"/>
                  </a:lnTo>
                  <a:lnTo>
                    <a:pt x="6086487" y="69676"/>
                  </a:lnTo>
                  <a:lnTo>
                    <a:pt x="6086674" y="69676"/>
                  </a:lnTo>
                  <a:lnTo>
                    <a:pt x="6086860" y="69676"/>
                  </a:lnTo>
                  <a:lnTo>
                    <a:pt x="6086954" y="69676"/>
                  </a:lnTo>
                  <a:lnTo>
                    <a:pt x="6087140" y="69676"/>
                  </a:lnTo>
                  <a:lnTo>
                    <a:pt x="6087327" y="69676"/>
                  </a:lnTo>
                  <a:lnTo>
                    <a:pt x="6087420" y="69676"/>
                  </a:lnTo>
                  <a:lnTo>
                    <a:pt x="6087606" y="69676"/>
                  </a:lnTo>
                  <a:lnTo>
                    <a:pt x="6087700" y="69676"/>
                  </a:lnTo>
                  <a:lnTo>
                    <a:pt x="6087793" y="69676"/>
                  </a:lnTo>
                  <a:lnTo>
                    <a:pt x="6087886" y="69676"/>
                  </a:lnTo>
                  <a:lnTo>
                    <a:pt x="6087979" y="69676"/>
                  </a:lnTo>
                  <a:lnTo>
                    <a:pt x="6088166" y="69676"/>
                  </a:lnTo>
                  <a:lnTo>
                    <a:pt x="6088539" y="69676"/>
                  </a:lnTo>
                  <a:lnTo>
                    <a:pt x="6088632" y="69676"/>
                  </a:lnTo>
                  <a:lnTo>
                    <a:pt x="6088819" y="69676"/>
                  </a:lnTo>
                  <a:lnTo>
                    <a:pt x="6088912" y="69676"/>
                  </a:lnTo>
                  <a:lnTo>
                    <a:pt x="6089285" y="69676"/>
                  </a:lnTo>
                  <a:lnTo>
                    <a:pt x="6089471" y="69676"/>
                  </a:lnTo>
                  <a:lnTo>
                    <a:pt x="6089565" y="69676"/>
                  </a:lnTo>
                  <a:lnTo>
                    <a:pt x="6089938" y="69676"/>
                  </a:lnTo>
                  <a:lnTo>
                    <a:pt x="6090124" y="69676"/>
                  </a:lnTo>
                  <a:lnTo>
                    <a:pt x="6090497" y="69676"/>
                  </a:lnTo>
                  <a:lnTo>
                    <a:pt x="6090684" y="69676"/>
                  </a:lnTo>
                  <a:lnTo>
                    <a:pt x="6093574" y="69676"/>
                  </a:lnTo>
                  <a:lnTo>
                    <a:pt x="6093667" y="69676"/>
                  </a:lnTo>
                  <a:lnTo>
                    <a:pt x="6093854" y="69676"/>
                  </a:lnTo>
                  <a:lnTo>
                    <a:pt x="6093947" y="69676"/>
                  </a:lnTo>
                  <a:lnTo>
                    <a:pt x="6094040" y="69676"/>
                  </a:lnTo>
                  <a:lnTo>
                    <a:pt x="6094413" y="69676"/>
                  </a:lnTo>
                  <a:lnTo>
                    <a:pt x="6094600" y="69676"/>
                  </a:lnTo>
                  <a:lnTo>
                    <a:pt x="6094693" y="69676"/>
                  </a:lnTo>
                  <a:lnTo>
                    <a:pt x="6094786" y="69676"/>
                  </a:lnTo>
                  <a:lnTo>
                    <a:pt x="6094880" y="69676"/>
                  </a:lnTo>
                  <a:lnTo>
                    <a:pt x="6094973" y="69676"/>
                  </a:lnTo>
                  <a:lnTo>
                    <a:pt x="6095066" y="69676"/>
                  </a:lnTo>
                  <a:lnTo>
                    <a:pt x="6095159" y="69676"/>
                  </a:lnTo>
                  <a:lnTo>
                    <a:pt x="6095253" y="69676"/>
                  </a:lnTo>
                  <a:lnTo>
                    <a:pt x="6095439" y="69676"/>
                  </a:lnTo>
                  <a:lnTo>
                    <a:pt x="6095626" y="69676"/>
                  </a:lnTo>
                  <a:lnTo>
                    <a:pt x="6095812" y="69676"/>
                  </a:lnTo>
                  <a:lnTo>
                    <a:pt x="6095999" y="69676"/>
                  </a:lnTo>
                  <a:lnTo>
                    <a:pt x="6096092" y="69676"/>
                  </a:lnTo>
                  <a:lnTo>
                    <a:pt x="6096185" y="69676"/>
                  </a:lnTo>
                  <a:lnTo>
                    <a:pt x="6096465" y="69676"/>
                  </a:lnTo>
                  <a:lnTo>
                    <a:pt x="6096558" y="69676"/>
                  </a:lnTo>
                  <a:lnTo>
                    <a:pt x="6096651" y="69676"/>
                  </a:lnTo>
                  <a:lnTo>
                    <a:pt x="6096745" y="69676"/>
                  </a:lnTo>
                  <a:lnTo>
                    <a:pt x="6096838" y="69676"/>
                  </a:lnTo>
                  <a:lnTo>
                    <a:pt x="6096931" y="69676"/>
                  </a:lnTo>
                  <a:lnTo>
                    <a:pt x="6097118" y="69676"/>
                  </a:lnTo>
                  <a:lnTo>
                    <a:pt x="6097491" y="69676"/>
                  </a:lnTo>
                  <a:lnTo>
                    <a:pt x="6097584" y="69676"/>
                  </a:lnTo>
                  <a:lnTo>
                    <a:pt x="6097677" y="69676"/>
                  </a:lnTo>
                  <a:lnTo>
                    <a:pt x="6097864" y="69676"/>
                  </a:lnTo>
                  <a:lnTo>
                    <a:pt x="6097957" y="69676"/>
                  </a:lnTo>
                  <a:lnTo>
                    <a:pt x="6098237" y="69676"/>
                  </a:lnTo>
                  <a:lnTo>
                    <a:pt x="6098330" y="69676"/>
                  </a:lnTo>
                  <a:lnTo>
                    <a:pt x="6098516" y="69676"/>
                  </a:lnTo>
                  <a:lnTo>
                    <a:pt x="6098703" y="69676"/>
                  </a:lnTo>
                  <a:lnTo>
                    <a:pt x="6098889" y="69676"/>
                  </a:lnTo>
                  <a:lnTo>
                    <a:pt x="6099076" y="69676"/>
                  </a:lnTo>
                  <a:lnTo>
                    <a:pt x="6099355" y="69676"/>
                  </a:lnTo>
                  <a:lnTo>
                    <a:pt x="6099542" y="69676"/>
                  </a:lnTo>
                  <a:lnTo>
                    <a:pt x="6099635" y="69676"/>
                  </a:lnTo>
                  <a:lnTo>
                    <a:pt x="6100008" y="69676"/>
                  </a:lnTo>
                  <a:lnTo>
                    <a:pt x="6100195" y="69676"/>
                  </a:lnTo>
                  <a:lnTo>
                    <a:pt x="6100568" y="69676"/>
                  </a:lnTo>
                  <a:lnTo>
                    <a:pt x="6100754" y="69676"/>
                  </a:lnTo>
                  <a:lnTo>
                    <a:pt x="6100847" y="69676"/>
                  </a:lnTo>
                  <a:lnTo>
                    <a:pt x="6100941" y="69676"/>
                  </a:lnTo>
                  <a:lnTo>
                    <a:pt x="6101127" y="69676"/>
                  </a:lnTo>
                  <a:lnTo>
                    <a:pt x="6101220" y="69676"/>
                  </a:lnTo>
                  <a:lnTo>
                    <a:pt x="6101314" y="69676"/>
                  </a:lnTo>
                  <a:lnTo>
                    <a:pt x="6101687" y="69676"/>
                  </a:lnTo>
                  <a:lnTo>
                    <a:pt x="6101780" y="69676"/>
                  </a:lnTo>
                  <a:lnTo>
                    <a:pt x="6101873" y="69676"/>
                  </a:lnTo>
                  <a:lnTo>
                    <a:pt x="6101966" y="69676"/>
                  </a:lnTo>
                  <a:lnTo>
                    <a:pt x="6102060" y="69676"/>
                  </a:lnTo>
                  <a:lnTo>
                    <a:pt x="6102153" y="69676"/>
                  </a:lnTo>
                  <a:lnTo>
                    <a:pt x="6102246" y="69676"/>
                  </a:lnTo>
                  <a:lnTo>
                    <a:pt x="6102339" y="69676"/>
                  </a:lnTo>
                  <a:lnTo>
                    <a:pt x="6102433" y="69676"/>
                  </a:lnTo>
                  <a:lnTo>
                    <a:pt x="6102526" y="69676"/>
                  </a:lnTo>
                  <a:lnTo>
                    <a:pt x="6102712" y="69676"/>
                  </a:lnTo>
                  <a:lnTo>
                    <a:pt x="6102899" y="69676"/>
                  </a:lnTo>
                  <a:lnTo>
                    <a:pt x="6102992" y="69676"/>
                  </a:lnTo>
                  <a:lnTo>
                    <a:pt x="6103179" y="69676"/>
                  </a:lnTo>
                  <a:lnTo>
                    <a:pt x="6103272" y="69676"/>
                  </a:lnTo>
                  <a:lnTo>
                    <a:pt x="6103365" y="69676"/>
                  </a:lnTo>
                  <a:lnTo>
                    <a:pt x="6103458" y="69676"/>
                  </a:lnTo>
                  <a:lnTo>
                    <a:pt x="6103738" y="69676"/>
                  </a:lnTo>
                  <a:lnTo>
                    <a:pt x="6103925" y="69676"/>
                  </a:lnTo>
                  <a:lnTo>
                    <a:pt x="6104018" y="69676"/>
                  </a:lnTo>
                  <a:lnTo>
                    <a:pt x="6104298" y="69676"/>
                  </a:lnTo>
                  <a:lnTo>
                    <a:pt x="6104484" y="69676"/>
                  </a:lnTo>
                  <a:lnTo>
                    <a:pt x="6104577" y="69676"/>
                  </a:lnTo>
                  <a:lnTo>
                    <a:pt x="6104671" y="69676"/>
                  </a:lnTo>
                  <a:lnTo>
                    <a:pt x="6104857" y="69676"/>
                  </a:lnTo>
                  <a:lnTo>
                    <a:pt x="6104950" y="69676"/>
                  </a:lnTo>
                  <a:lnTo>
                    <a:pt x="6105044" y="69676"/>
                  </a:lnTo>
                  <a:lnTo>
                    <a:pt x="6105230" y="69676"/>
                  </a:lnTo>
                  <a:lnTo>
                    <a:pt x="6105323" y="69676"/>
                  </a:lnTo>
                  <a:lnTo>
                    <a:pt x="6105416" y="69676"/>
                  </a:lnTo>
                  <a:lnTo>
                    <a:pt x="6105510" y="69676"/>
                  </a:lnTo>
                  <a:lnTo>
                    <a:pt x="6105696" y="69676"/>
                  </a:lnTo>
                  <a:lnTo>
                    <a:pt x="6105976" y="69676"/>
                  </a:lnTo>
                  <a:lnTo>
                    <a:pt x="6106069" y="69676"/>
                  </a:lnTo>
                  <a:lnTo>
                    <a:pt x="6106162" y="69676"/>
                  </a:lnTo>
                  <a:lnTo>
                    <a:pt x="6106442" y="69676"/>
                  </a:lnTo>
                  <a:lnTo>
                    <a:pt x="6106535" y="69676"/>
                  </a:lnTo>
                  <a:lnTo>
                    <a:pt x="6106722" y="69676"/>
                  </a:lnTo>
                  <a:lnTo>
                    <a:pt x="6106908" y="69676"/>
                  </a:lnTo>
                  <a:lnTo>
                    <a:pt x="6107375" y="69676"/>
                  </a:lnTo>
                  <a:lnTo>
                    <a:pt x="6107468" y="69676"/>
                  </a:lnTo>
                  <a:lnTo>
                    <a:pt x="6107748" y="69676"/>
                  </a:lnTo>
                  <a:lnTo>
                    <a:pt x="6107934" y="69676"/>
                  </a:lnTo>
                  <a:lnTo>
                    <a:pt x="6108121" y="69676"/>
                  </a:lnTo>
                  <a:lnTo>
                    <a:pt x="6108214" y="69676"/>
                  </a:lnTo>
                  <a:lnTo>
                    <a:pt x="6108307" y="69676"/>
                  </a:lnTo>
                  <a:lnTo>
                    <a:pt x="6108400" y="69676"/>
                  </a:lnTo>
                  <a:lnTo>
                    <a:pt x="6108494" y="69676"/>
                  </a:lnTo>
                  <a:lnTo>
                    <a:pt x="6108587" y="69676"/>
                  </a:lnTo>
                  <a:lnTo>
                    <a:pt x="6108680" y="69676"/>
                  </a:lnTo>
                  <a:lnTo>
                    <a:pt x="6108960" y="69676"/>
                  </a:lnTo>
                  <a:lnTo>
                    <a:pt x="6109053" y="69676"/>
                  </a:lnTo>
                  <a:lnTo>
                    <a:pt x="6109146" y="69676"/>
                  </a:lnTo>
                  <a:lnTo>
                    <a:pt x="6109333" y="69676"/>
                  </a:lnTo>
                  <a:lnTo>
                    <a:pt x="6109426" y="69676"/>
                  </a:lnTo>
                  <a:lnTo>
                    <a:pt x="6109613" y="69676"/>
                  </a:lnTo>
                  <a:lnTo>
                    <a:pt x="6109799" y="69676"/>
                  </a:lnTo>
                  <a:lnTo>
                    <a:pt x="6110265" y="69676"/>
                  </a:lnTo>
                  <a:lnTo>
                    <a:pt x="6110359" y="69676"/>
                  </a:lnTo>
                  <a:lnTo>
                    <a:pt x="6110452" y="69676"/>
                  </a:lnTo>
                  <a:lnTo>
                    <a:pt x="6110545" y="69676"/>
                  </a:lnTo>
                  <a:lnTo>
                    <a:pt x="6111011" y="69676"/>
                  </a:lnTo>
                  <a:lnTo>
                    <a:pt x="6111198" y="69676"/>
                  </a:lnTo>
                  <a:lnTo>
                    <a:pt x="6111291" y="69676"/>
                  </a:lnTo>
                  <a:lnTo>
                    <a:pt x="6111478" y="69676"/>
                  </a:lnTo>
                  <a:lnTo>
                    <a:pt x="6111757" y="69676"/>
                  </a:lnTo>
                  <a:lnTo>
                    <a:pt x="6112130" y="69676"/>
                  </a:lnTo>
                  <a:lnTo>
                    <a:pt x="6112317" y="69676"/>
                  </a:lnTo>
                  <a:lnTo>
                    <a:pt x="6112410" y="69676"/>
                  </a:lnTo>
                  <a:lnTo>
                    <a:pt x="6112596" y="69676"/>
                  </a:lnTo>
                  <a:lnTo>
                    <a:pt x="6112690" y="69676"/>
                  </a:lnTo>
                  <a:lnTo>
                    <a:pt x="6112876" y="69676"/>
                  </a:lnTo>
                  <a:lnTo>
                    <a:pt x="6112969" y="69676"/>
                  </a:lnTo>
                  <a:lnTo>
                    <a:pt x="6113622" y="69676"/>
                  </a:lnTo>
                  <a:lnTo>
                    <a:pt x="6113809" y="69676"/>
                  </a:lnTo>
                  <a:lnTo>
                    <a:pt x="6114088" y="69676"/>
                  </a:lnTo>
                  <a:lnTo>
                    <a:pt x="6114182" y="69676"/>
                  </a:lnTo>
                  <a:lnTo>
                    <a:pt x="6114461" y="69676"/>
                  </a:lnTo>
                  <a:lnTo>
                    <a:pt x="6114555" y="69676"/>
                  </a:lnTo>
                  <a:lnTo>
                    <a:pt x="6114834" y="69676"/>
                  </a:lnTo>
                  <a:lnTo>
                    <a:pt x="6115207" y="69676"/>
                  </a:lnTo>
                  <a:lnTo>
                    <a:pt x="6115301" y="69676"/>
                  </a:lnTo>
                  <a:lnTo>
                    <a:pt x="6115674" y="69676"/>
                  </a:lnTo>
                  <a:lnTo>
                    <a:pt x="6115767" y="69676"/>
                  </a:lnTo>
                  <a:lnTo>
                    <a:pt x="6115860" y="69676"/>
                  </a:lnTo>
                  <a:lnTo>
                    <a:pt x="6115953" y="69676"/>
                  </a:lnTo>
                  <a:lnTo>
                    <a:pt x="6116047" y="69676"/>
                  </a:lnTo>
                  <a:lnTo>
                    <a:pt x="6116140" y="69676"/>
                  </a:lnTo>
                  <a:lnTo>
                    <a:pt x="6116233" y="69676"/>
                  </a:lnTo>
                  <a:lnTo>
                    <a:pt x="6116420" y="69676"/>
                  </a:lnTo>
                  <a:lnTo>
                    <a:pt x="6116606" y="69676"/>
                  </a:lnTo>
                  <a:lnTo>
                    <a:pt x="6116886" y="69676"/>
                  </a:lnTo>
                  <a:lnTo>
                    <a:pt x="6116979" y="69676"/>
                  </a:lnTo>
                  <a:lnTo>
                    <a:pt x="6117072" y="69676"/>
                  </a:lnTo>
                  <a:lnTo>
                    <a:pt x="6117259" y="69676"/>
                  </a:lnTo>
                  <a:lnTo>
                    <a:pt x="6117352" y="69676"/>
                  </a:lnTo>
                  <a:lnTo>
                    <a:pt x="6117725" y="69676"/>
                  </a:lnTo>
                  <a:lnTo>
                    <a:pt x="6117818" y="69676"/>
                  </a:lnTo>
                  <a:lnTo>
                    <a:pt x="6118005" y="69676"/>
                  </a:lnTo>
                  <a:lnTo>
                    <a:pt x="6118098" y="69676"/>
                  </a:lnTo>
                  <a:lnTo>
                    <a:pt x="6118285" y="69676"/>
                  </a:lnTo>
                  <a:lnTo>
                    <a:pt x="6118471" y="69676"/>
                  </a:lnTo>
                  <a:lnTo>
                    <a:pt x="6118564" y="69676"/>
                  </a:lnTo>
                  <a:lnTo>
                    <a:pt x="6118751" y="69676"/>
                  </a:lnTo>
                  <a:lnTo>
                    <a:pt x="6118844" y="69676"/>
                  </a:lnTo>
                  <a:lnTo>
                    <a:pt x="6119031" y="69676"/>
                  </a:lnTo>
                  <a:lnTo>
                    <a:pt x="6119124" y="69676"/>
                  </a:lnTo>
                  <a:lnTo>
                    <a:pt x="6119310" y="69676"/>
                  </a:lnTo>
                  <a:lnTo>
                    <a:pt x="6119403" y="69676"/>
                  </a:lnTo>
                  <a:lnTo>
                    <a:pt x="6119590" y="69676"/>
                  </a:lnTo>
                  <a:lnTo>
                    <a:pt x="6119963" y="69676"/>
                  </a:lnTo>
                  <a:lnTo>
                    <a:pt x="6120243" y="69676"/>
                  </a:lnTo>
                  <a:lnTo>
                    <a:pt x="6120336" y="69676"/>
                  </a:lnTo>
                  <a:lnTo>
                    <a:pt x="6120429" y="69676"/>
                  </a:lnTo>
                  <a:lnTo>
                    <a:pt x="6120709" y="69676"/>
                  </a:lnTo>
                  <a:lnTo>
                    <a:pt x="6120802" y="69676"/>
                  </a:lnTo>
                  <a:lnTo>
                    <a:pt x="6120989" y="69676"/>
                  </a:lnTo>
                  <a:lnTo>
                    <a:pt x="6121455" y="69676"/>
                  </a:lnTo>
                  <a:lnTo>
                    <a:pt x="6121641" y="69676"/>
                  </a:lnTo>
                  <a:lnTo>
                    <a:pt x="6121735" y="69676"/>
                  </a:lnTo>
                  <a:lnTo>
                    <a:pt x="6121828" y="69676"/>
                  </a:lnTo>
                  <a:lnTo>
                    <a:pt x="6122201" y="69676"/>
                  </a:lnTo>
                  <a:lnTo>
                    <a:pt x="6122667" y="69676"/>
                  </a:lnTo>
                  <a:lnTo>
                    <a:pt x="6122854" y="69676"/>
                  </a:lnTo>
                  <a:lnTo>
                    <a:pt x="6123040" y="69676"/>
                  </a:lnTo>
                  <a:lnTo>
                    <a:pt x="6123133" y="69676"/>
                  </a:lnTo>
                  <a:lnTo>
                    <a:pt x="6123320" y="69676"/>
                  </a:lnTo>
                  <a:lnTo>
                    <a:pt x="6123506" y="69676"/>
                  </a:lnTo>
                  <a:lnTo>
                    <a:pt x="6123600" y="69676"/>
                  </a:lnTo>
                  <a:lnTo>
                    <a:pt x="6123879" y="69676"/>
                  </a:lnTo>
                  <a:lnTo>
                    <a:pt x="6123973" y="69676"/>
                  </a:lnTo>
                  <a:lnTo>
                    <a:pt x="6124159" y="69676"/>
                  </a:lnTo>
                  <a:lnTo>
                    <a:pt x="6124252" y="69676"/>
                  </a:lnTo>
                  <a:lnTo>
                    <a:pt x="6124532" y="69676"/>
                  </a:lnTo>
                  <a:lnTo>
                    <a:pt x="6124719" y="69676"/>
                  </a:lnTo>
                  <a:lnTo>
                    <a:pt x="6124905" y="69676"/>
                  </a:lnTo>
                  <a:lnTo>
                    <a:pt x="6124998" y="69676"/>
                  </a:lnTo>
                  <a:lnTo>
                    <a:pt x="6125092" y="69676"/>
                  </a:lnTo>
                  <a:lnTo>
                    <a:pt x="6125185" y="69676"/>
                  </a:lnTo>
                  <a:lnTo>
                    <a:pt x="6125278" y="69676"/>
                  </a:lnTo>
                  <a:lnTo>
                    <a:pt x="6125371" y="69676"/>
                  </a:lnTo>
                  <a:lnTo>
                    <a:pt x="6125465" y="69676"/>
                  </a:lnTo>
                  <a:lnTo>
                    <a:pt x="6125931" y="69676"/>
                  </a:lnTo>
                  <a:lnTo>
                    <a:pt x="6126117" y="69676"/>
                  </a:lnTo>
                  <a:lnTo>
                    <a:pt x="6126397" y="69676"/>
                  </a:lnTo>
                  <a:lnTo>
                    <a:pt x="6126490" y="69676"/>
                  </a:lnTo>
                  <a:lnTo>
                    <a:pt x="6126677" y="69676"/>
                  </a:lnTo>
                  <a:lnTo>
                    <a:pt x="6126770" y="69676"/>
                  </a:lnTo>
                  <a:lnTo>
                    <a:pt x="6126863" y="69676"/>
                  </a:lnTo>
                  <a:lnTo>
                    <a:pt x="6126956" y="69676"/>
                  </a:lnTo>
                  <a:lnTo>
                    <a:pt x="6127143" y="69676"/>
                  </a:lnTo>
                  <a:lnTo>
                    <a:pt x="6127329" y="69676"/>
                  </a:lnTo>
                  <a:lnTo>
                    <a:pt x="6127516" y="69676"/>
                  </a:lnTo>
                  <a:lnTo>
                    <a:pt x="6127702" y="69676"/>
                  </a:lnTo>
                  <a:lnTo>
                    <a:pt x="6127889" y="69676"/>
                  </a:lnTo>
                  <a:lnTo>
                    <a:pt x="6127982" y="69676"/>
                  </a:lnTo>
                  <a:lnTo>
                    <a:pt x="6128075" y="69676"/>
                  </a:lnTo>
                  <a:lnTo>
                    <a:pt x="6128169" y="69676"/>
                  </a:lnTo>
                  <a:lnTo>
                    <a:pt x="6128262" y="69676"/>
                  </a:lnTo>
                  <a:lnTo>
                    <a:pt x="6128355" y="69676"/>
                  </a:lnTo>
                  <a:lnTo>
                    <a:pt x="6128635" y="69676"/>
                  </a:lnTo>
                  <a:lnTo>
                    <a:pt x="6128728" y="69676"/>
                  </a:lnTo>
                  <a:lnTo>
                    <a:pt x="6128821" y="69676"/>
                  </a:lnTo>
                  <a:lnTo>
                    <a:pt x="6129008" y="69676"/>
                  </a:lnTo>
                  <a:lnTo>
                    <a:pt x="6129101" y="69676"/>
                  </a:lnTo>
                  <a:lnTo>
                    <a:pt x="6129194" y="69676"/>
                  </a:lnTo>
                  <a:lnTo>
                    <a:pt x="6129754" y="69676"/>
                  </a:lnTo>
                  <a:lnTo>
                    <a:pt x="6129847" y="69676"/>
                  </a:lnTo>
                  <a:lnTo>
                    <a:pt x="6130034" y="69676"/>
                  </a:lnTo>
                  <a:lnTo>
                    <a:pt x="6130313" y="69676"/>
                  </a:lnTo>
                  <a:lnTo>
                    <a:pt x="6130500" y="69676"/>
                  </a:lnTo>
                  <a:lnTo>
                    <a:pt x="6130593" y="69676"/>
                  </a:lnTo>
                  <a:lnTo>
                    <a:pt x="6130873" y="69676"/>
                  </a:lnTo>
                  <a:lnTo>
                    <a:pt x="6131059" y="69676"/>
                  </a:lnTo>
                  <a:lnTo>
                    <a:pt x="6131153" y="69676"/>
                  </a:lnTo>
                  <a:lnTo>
                    <a:pt x="6131246" y="69676"/>
                  </a:lnTo>
                  <a:lnTo>
                    <a:pt x="6131339" y="69676"/>
                  </a:lnTo>
                  <a:lnTo>
                    <a:pt x="6131432" y="69676"/>
                  </a:lnTo>
                  <a:lnTo>
                    <a:pt x="6131526" y="69676"/>
                  </a:lnTo>
                  <a:lnTo>
                    <a:pt x="6131619" y="69676"/>
                  </a:lnTo>
                  <a:lnTo>
                    <a:pt x="6131712" y="69676"/>
                  </a:lnTo>
                  <a:lnTo>
                    <a:pt x="6131805" y="69676"/>
                  </a:lnTo>
                  <a:lnTo>
                    <a:pt x="6131899" y="69676"/>
                  </a:lnTo>
                  <a:lnTo>
                    <a:pt x="6131992" y="69676"/>
                  </a:lnTo>
                  <a:lnTo>
                    <a:pt x="6132085" y="69676"/>
                  </a:lnTo>
                  <a:lnTo>
                    <a:pt x="6132365" y="69676"/>
                  </a:lnTo>
                  <a:lnTo>
                    <a:pt x="6132458" y="69676"/>
                  </a:lnTo>
                  <a:lnTo>
                    <a:pt x="6132645" y="69676"/>
                  </a:lnTo>
                  <a:lnTo>
                    <a:pt x="6132738" y="69676"/>
                  </a:lnTo>
                  <a:lnTo>
                    <a:pt x="6132924" y="69676"/>
                  </a:lnTo>
                  <a:lnTo>
                    <a:pt x="6133204" y="69676"/>
                  </a:lnTo>
                  <a:lnTo>
                    <a:pt x="6133390" y="69676"/>
                  </a:lnTo>
                  <a:lnTo>
                    <a:pt x="6133484" y="69676"/>
                  </a:lnTo>
                  <a:lnTo>
                    <a:pt x="6133577" y="69676"/>
                  </a:lnTo>
                  <a:lnTo>
                    <a:pt x="6134043" y="69676"/>
                  </a:lnTo>
                  <a:lnTo>
                    <a:pt x="6134136" y="69676"/>
                  </a:lnTo>
                  <a:lnTo>
                    <a:pt x="6134230" y="69676"/>
                  </a:lnTo>
                  <a:lnTo>
                    <a:pt x="6134323" y="69676"/>
                  </a:lnTo>
                  <a:lnTo>
                    <a:pt x="6134416" y="69676"/>
                  </a:lnTo>
                  <a:lnTo>
                    <a:pt x="6134603" y="69676"/>
                  </a:lnTo>
                  <a:lnTo>
                    <a:pt x="6134696" y="69676"/>
                  </a:lnTo>
                  <a:lnTo>
                    <a:pt x="6134789" y="69676"/>
                  </a:lnTo>
                  <a:lnTo>
                    <a:pt x="6134882" y="69676"/>
                  </a:lnTo>
                  <a:lnTo>
                    <a:pt x="6134976" y="69676"/>
                  </a:lnTo>
                  <a:lnTo>
                    <a:pt x="6135349" y="69676"/>
                  </a:lnTo>
                  <a:lnTo>
                    <a:pt x="6135628" y="69676"/>
                  </a:lnTo>
                  <a:lnTo>
                    <a:pt x="6135722" y="69676"/>
                  </a:lnTo>
                  <a:lnTo>
                    <a:pt x="6135908" y="69676"/>
                  </a:lnTo>
                  <a:lnTo>
                    <a:pt x="6136001" y="69676"/>
                  </a:lnTo>
                  <a:lnTo>
                    <a:pt x="6136374" y="69676"/>
                  </a:lnTo>
                  <a:lnTo>
                    <a:pt x="6136468" y="69676"/>
                  </a:lnTo>
                  <a:lnTo>
                    <a:pt x="6136747" y="69676"/>
                  </a:lnTo>
                  <a:lnTo>
                    <a:pt x="6136841" y="69676"/>
                  </a:lnTo>
                  <a:lnTo>
                    <a:pt x="6137120" y="69676"/>
                  </a:lnTo>
                  <a:lnTo>
                    <a:pt x="6137493" y="69676"/>
                  </a:lnTo>
                  <a:lnTo>
                    <a:pt x="6137680" y="69676"/>
                  </a:lnTo>
                  <a:lnTo>
                    <a:pt x="6137866" y="69676"/>
                  </a:lnTo>
                  <a:lnTo>
                    <a:pt x="6138146" y="69676"/>
                  </a:lnTo>
                  <a:lnTo>
                    <a:pt x="6138239" y="69676"/>
                  </a:lnTo>
                  <a:lnTo>
                    <a:pt x="6138426" y="69676"/>
                  </a:lnTo>
                  <a:lnTo>
                    <a:pt x="6138612" y="69676"/>
                  </a:lnTo>
                  <a:lnTo>
                    <a:pt x="6138799" y="69676"/>
                  </a:lnTo>
                  <a:lnTo>
                    <a:pt x="6138892" y="69676"/>
                  </a:lnTo>
                  <a:lnTo>
                    <a:pt x="6138985" y="69676"/>
                  </a:lnTo>
                  <a:lnTo>
                    <a:pt x="6139079" y="69676"/>
                  </a:lnTo>
                  <a:lnTo>
                    <a:pt x="6139452" y="69676"/>
                  </a:lnTo>
                  <a:lnTo>
                    <a:pt x="6139638" y="69676"/>
                  </a:lnTo>
                  <a:lnTo>
                    <a:pt x="6139731" y="69676"/>
                  </a:lnTo>
                  <a:lnTo>
                    <a:pt x="6140104" y="69676"/>
                  </a:lnTo>
                  <a:lnTo>
                    <a:pt x="6140197" y="69676"/>
                  </a:lnTo>
                  <a:lnTo>
                    <a:pt x="6140291" y="69676"/>
                  </a:lnTo>
                  <a:lnTo>
                    <a:pt x="6140384" y="69676"/>
                  </a:lnTo>
                  <a:lnTo>
                    <a:pt x="6140664" y="69676"/>
                  </a:lnTo>
                  <a:lnTo>
                    <a:pt x="6140757" y="69676"/>
                  </a:lnTo>
                  <a:lnTo>
                    <a:pt x="6140850" y="69676"/>
                  </a:lnTo>
                  <a:lnTo>
                    <a:pt x="6140943" y="69676"/>
                  </a:lnTo>
                  <a:lnTo>
                    <a:pt x="6141037" y="69676"/>
                  </a:lnTo>
                  <a:lnTo>
                    <a:pt x="6141130" y="69676"/>
                  </a:lnTo>
                  <a:lnTo>
                    <a:pt x="6141223" y="69676"/>
                  </a:lnTo>
                  <a:lnTo>
                    <a:pt x="6141316" y="69676"/>
                  </a:lnTo>
                  <a:lnTo>
                    <a:pt x="6141410" y="69676"/>
                  </a:lnTo>
                  <a:lnTo>
                    <a:pt x="6141503" y="69676"/>
                  </a:lnTo>
                  <a:lnTo>
                    <a:pt x="6141689" y="69676"/>
                  </a:lnTo>
                  <a:lnTo>
                    <a:pt x="6141783" y="69676"/>
                  </a:lnTo>
                  <a:lnTo>
                    <a:pt x="6141876" y="69676"/>
                  </a:lnTo>
                  <a:lnTo>
                    <a:pt x="6142156" y="69676"/>
                  </a:lnTo>
                  <a:lnTo>
                    <a:pt x="6142249" y="69676"/>
                  </a:lnTo>
                  <a:lnTo>
                    <a:pt x="6142622" y="69676"/>
                  </a:lnTo>
                  <a:lnTo>
                    <a:pt x="6142902" y="69676"/>
                  </a:lnTo>
                  <a:lnTo>
                    <a:pt x="6142995" y="69676"/>
                  </a:lnTo>
                  <a:lnTo>
                    <a:pt x="6143088" y="69676"/>
                  </a:lnTo>
                  <a:lnTo>
                    <a:pt x="6143368" y="69676"/>
                  </a:lnTo>
                  <a:lnTo>
                    <a:pt x="6143741" y="69676"/>
                  </a:lnTo>
                  <a:lnTo>
                    <a:pt x="6143834" y="69676"/>
                  </a:lnTo>
                  <a:lnTo>
                    <a:pt x="6144021" y="69676"/>
                  </a:lnTo>
                  <a:lnTo>
                    <a:pt x="6144207" y="69676"/>
                  </a:lnTo>
                  <a:lnTo>
                    <a:pt x="6144300" y="69676"/>
                  </a:lnTo>
                  <a:lnTo>
                    <a:pt x="6144673" y="69676"/>
                  </a:lnTo>
                  <a:lnTo>
                    <a:pt x="6144860" y="69676"/>
                  </a:lnTo>
                  <a:lnTo>
                    <a:pt x="6145046" y="69676"/>
                  </a:lnTo>
                  <a:lnTo>
                    <a:pt x="6145326" y="69676"/>
                  </a:lnTo>
                  <a:lnTo>
                    <a:pt x="6145419" y="69676"/>
                  </a:lnTo>
                  <a:lnTo>
                    <a:pt x="6145513" y="69676"/>
                  </a:lnTo>
                  <a:lnTo>
                    <a:pt x="6145606" y="69676"/>
                  </a:lnTo>
                  <a:lnTo>
                    <a:pt x="6145699" y="69676"/>
                  </a:lnTo>
                  <a:lnTo>
                    <a:pt x="6145792" y="69676"/>
                  </a:lnTo>
                  <a:lnTo>
                    <a:pt x="6145886" y="69676"/>
                  </a:lnTo>
                  <a:lnTo>
                    <a:pt x="6145979" y="69676"/>
                  </a:lnTo>
                  <a:lnTo>
                    <a:pt x="6146072" y="69676"/>
                  </a:lnTo>
                  <a:lnTo>
                    <a:pt x="6146165" y="69676"/>
                  </a:lnTo>
                  <a:lnTo>
                    <a:pt x="6146259" y="69676"/>
                  </a:lnTo>
                  <a:lnTo>
                    <a:pt x="6146445" y="69676"/>
                  </a:lnTo>
                  <a:lnTo>
                    <a:pt x="6146632" y="69676"/>
                  </a:lnTo>
                  <a:lnTo>
                    <a:pt x="6146911" y="69676"/>
                  </a:lnTo>
                  <a:lnTo>
                    <a:pt x="6147004" y="69676"/>
                  </a:lnTo>
                  <a:lnTo>
                    <a:pt x="6147098" y="69676"/>
                  </a:lnTo>
                  <a:lnTo>
                    <a:pt x="6147191" y="69676"/>
                  </a:lnTo>
                  <a:lnTo>
                    <a:pt x="6147284" y="69676"/>
                  </a:lnTo>
                  <a:lnTo>
                    <a:pt x="6147471" y="69676"/>
                  </a:lnTo>
                  <a:lnTo>
                    <a:pt x="6147657" y="69676"/>
                  </a:lnTo>
                  <a:lnTo>
                    <a:pt x="6147750" y="69676"/>
                  </a:lnTo>
                  <a:lnTo>
                    <a:pt x="6147844" y="69676"/>
                  </a:lnTo>
                  <a:lnTo>
                    <a:pt x="6148310" y="69676"/>
                  </a:lnTo>
                  <a:lnTo>
                    <a:pt x="6148403" y="69676"/>
                  </a:lnTo>
                  <a:lnTo>
                    <a:pt x="6148496" y="69676"/>
                  </a:lnTo>
                  <a:lnTo>
                    <a:pt x="6148590" y="69676"/>
                  </a:lnTo>
                  <a:lnTo>
                    <a:pt x="6148776" y="69676"/>
                  </a:lnTo>
                  <a:lnTo>
                    <a:pt x="6150268" y="69676"/>
                  </a:lnTo>
                  <a:lnTo>
                    <a:pt x="6150361" y="69676"/>
                  </a:lnTo>
                  <a:lnTo>
                    <a:pt x="6150455" y="69676"/>
                  </a:lnTo>
                  <a:lnTo>
                    <a:pt x="6150641" y="69676"/>
                  </a:lnTo>
                  <a:lnTo>
                    <a:pt x="6150828" y="69676"/>
                  </a:lnTo>
                  <a:lnTo>
                    <a:pt x="6150921" y="69676"/>
                  </a:lnTo>
                  <a:lnTo>
                    <a:pt x="6151107" y="69676"/>
                  </a:lnTo>
                  <a:lnTo>
                    <a:pt x="6151201" y="69676"/>
                  </a:lnTo>
                  <a:lnTo>
                    <a:pt x="6151387" y="69676"/>
                  </a:lnTo>
                  <a:lnTo>
                    <a:pt x="6151480" y="69676"/>
                  </a:lnTo>
                  <a:lnTo>
                    <a:pt x="6151574" y="69676"/>
                  </a:lnTo>
                  <a:lnTo>
                    <a:pt x="6151760" y="69676"/>
                  </a:lnTo>
                  <a:lnTo>
                    <a:pt x="6151853" y="69676"/>
                  </a:lnTo>
                  <a:lnTo>
                    <a:pt x="6151947" y="69676"/>
                  </a:lnTo>
                  <a:lnTo>
                    <a:pt x="6152133" y="69676"/>
                  </a:lnTo>
                  <a:lnTo>
                    <a:pt x="6152320" y="69676"/>
                  </a:lnTo>
                  <a:lnTo>
                    <a:pt x="6152506" y="69676"/>
                  </a:lnTo>
                  <a:lnTo>
                    <a:pt x="6152599" y="69676"/>
                  </a:lnTo>
                  <a:lnTo>
                    <a:pt x="6152879" y="69676"/>
                  </a:lnTo>
                  <a:lnTo>
                    <a:pt x="6152972" y="69676"/>
                  </a:lnTo>
                  <a:lnTo>
                    <a:pt x="6153066" y="69676"/>
                  </a:lnTo>
                  <a:lnTo>
                    <a:pt x="6153252" y="69676"/>
                  </a:lnTo>
                  <a:lnTo>
                    <a:pt x="6153345" y="69676"/>
                  </a:lnTo>
                  <a:lnTo>
                    <a:pt x="6153532" y="69676"/>
                  </a:lnTo>
                  <a:lnTo>
                    <a:pt x="6153625" y="69676"/>
                  </a:lnTo>
                  <a:lnTo>
                    <a:pt x="6153718" y="69676"/>
                  </a:lnTo>
                  <a:lnTo>
                    <a:pt x="6153812" y="69676"/>
                  </a:lnTo>
                  <a:lnTo>
                    <a:pt x="6153905" y="69676"/>
                  </a:lnTo>
                  <a:lnTo>
                    <a:pt x="6153998" y="69676"/>
                  </a:lnTo>
                  <a:lnTo>
                    <a:pt x="6154091" y="69676"/>
                  </a:lnTo>
                  <a:lnTo>
                    <a:pt x="6154371" y="69676"/>
                  </a:lnTo>
                  <a:lnTo>
                    <a:pt x="6154464" y="69676"/>
                  </a:lnTo>
                  <a:lnTo>
                    <a:pt x="6154557" y="69676"/>
                  </a:lnTo>
                  <a:lnTo>
                    <a:pt x="6154651" y="69676"/>
                  </a:lnTo>
                  <a:lnTo>
                    <a:pt x="6154744" y="69676"/>
                  </a:lnTo>
                  <a:lnTo>
                    <a:pt x="6154930" y="69676"/>
                  </a:lnTo>
                  <a:lnTo>
                    <a:pt x="6155117" y="69676"/>
                  </a:lnTo>
                  <a:lnTo>
                    <a:pt x="6155210" y="69676"/>
                  </a:lnTo>
                  <a:lnTo>
                    <a:pt x="6155303" y="69676"/>
                  </a:lnTo>
                  <a:lnTo>
                    <a:pt x="6155676" y="69676"/>
                  </a:lnTo>
                  <a:lnTo>
                    <a:pt x="6155770" y="69676"/>
                  </a:lnTo>
                  <a:lnTo>
                    <a:pt x="6156049" y="69676"/>
                  </a:lnTo>
                  <a:lnTo>
                    <a:pt x="6156143" y="69676"/>
                  </a:lnTo>
                  <a:lnTo>
                    <a:pt x="6156329" y="69676"/>
                  </a:lnTo>
                  <a:lnTo>
                    <a:pt x="6156889" y="69676"/>
                  </a:lnTo>
                  <a:lnTo>
                    <a:pt x="6156982" y="69676"/>
                  </a:lnTo>
                  <a:lnTo>
                    <a:pt x="6157075" y="69676"/>
                  </a:lnTo>
                  <a:lnTo>
                    <a:pt x="6157168" y="69676"/>
                  </a:lnTo>
                  <a:lnTo>
                    <a:pt x="6157262" y="69676"/>
                  </a:lnTo>
                  <a:lnTo>
                    <a:pt x="6157355" y="69676"/>
                  </a:lnTo>
                  <a:lnTo>
                    <a:pt x="6157448" y="69676"/>
                  </a:lnTo>
                  <a:lnTo>
                    <a:pt x="6157541" y="69676"/>
                  </a:lnTo>
                  <a:lnTo>
                    <a:pt x="6157635" y="69676"/>
                  </a:lnTo>
                  <a:lnTo>
                    <a:pt x="6157914" y="69676"/>
                  </a:lnTo>
                  <a:lnTo>
                    <a:pt x="6158008" y="69676"/>
                  </a:lnTo>
                  <a:lnTo>
                    <a:pt x="6158101" y="69676"/>
                  </a:lnTo>
                  <a:lnTo>
                    <a:pt x="6158287" y="69676"/>
                  </a:lnTo>
                  <a:lnTo>
                    <a:pt x="6158567" y="69676"/>
                  </a:lnTo>
                  <a:lnTo>
                    <a:pt x="6158660" y="69676"/>
                  </a:lnTo>
                  <a:lnTo>
                    <a:pt x="6158754" y="69676"/>
                  </a:lnTo>
                  <a:lnTo>
                    <a:pt x="6158847" y="69676"/>
                  </a:lnTo>
                  <a:lnTo>
                    <a:pt x="6158940" y="69676"/>
                  </a:lnTo>
                  <a:lnTo>
                    <a:pt x="6159127" y="69676"/>
                  </a:lnTo>
                  <a:lnTo>
                    <a:pt x="6159220" y="69676"/>
                  </a:lnTo>
                  <a:lnTo>
                    <a:pt x="6159313" y="69676"/>
                  </a:lnTo>
                  <a:lnTo>
                    <a:pt x="6159500" y="69676"/>
                  </a:lnTo>
                  <a:lnTo>
                    <a:pt x="6159593" y="69676"/>
                  </a:lnTo>
                  <a:lnTo>
                    <a:pt x="6159686" y="69676"/>
                  </a:lnTo>
                  <a:lnTo>
                    <a:pt x="6159779" y="69676"/>
                  </a:lnTo>
                  <a:lnTo>
                    <a:pt x="6159873" y="69676"/>
                  </a:lnTo>
                  <a:lnTo>
                    <a:pt x="6159966" y="69676"/>
                  </a:lnTo>
                  <a:lnTo>
                    <a:pt x="6160059" y="69676"/>
                  </a:lnTo>
                  <a:lnTo>
                    <a:pt x="6160152" y="69676"/>
                  </a:lnTo>
                  <a:lnTo>
                    <a:pt x="6160246" y="69676"/>
                  </a:lnTo>
                  <a:lnTo>
                    <a:pt x="6160432" y="69676"/>
                  </a:lnTo>
                  <a:lnTo>
                    <a:pt x="6160991" y="69676"/>
                  </a:lnTo>
                  <a:lnTo>
                    <a:pt x="6161178" y="69676"/>
                  </a:lnTo>
                  <a:lnTo>
                    <a:pt x="6161271" y="69676"/>
                  </a:lnTo>
                  <a:lnTo>
                    <a:pt x="6161364" y="69676"/>
                  </a:lnTo>
                  <a:lnTo>
                    <a:pt x="6161458" y="69676"/>
                  </a:lnTo>
                  <a:lnTo>
                    <a:pt x="6161551" y="69676"/>
                  </a:lnTo>
                  <a:lnTo>
                    <a:pt x="6161644" y="69676"/>
                  </a:lnTo>
                  <a:lnTo>
                    <a:pt x="6161924" y="69676"/>
                  </a:lnTo>
                  <a:lnTo>
                    <a:pt x="6162017" y="69676"/>
                  </a:lnTo>
                  <a:lnTo>
                    <a:pt x="6162204" y="69676"/>
                  </a:lnTo>
                  <a:lnTo>
                    <a:pt x="6162297" y="69676"/>
                  </a:lnTo>
                  <a:lnTo>
                    <a:pt x="6162483" y="69676"/>
                  </a:lnTo>
                  <a:lnTo>
                    <a:pt x="6162670" y="69676"/>
                  </a:lnTo>
                  <a:lnTo>
                    <a:pt x="6162763" y="69676"/>
                  </a:lnTo>
                  <a:lnTo>
                    <a:pt x="6162950" y="69676"/>
                  </a:lnTo>
                  <a:lnTo>
                    <a:pt x="6163136" y="69676"/>
                  </a:lnTo>
                  <a:lnTo>
                    <a:pt x="6163229" y="69676"/>
                  </a:lnTo>
                  <a:lnTo>
                    <a:pt x="6163323" y="69676"/>
                  </a:lnTo>
                  <a:lnTo>
                    <a:pt x="6163509" y="69676"/>
                  </a:lnTo>
                  <a:lnTo>
                    <a:pt x="6163602" y="69676"/>
                  </a:lnTo>
                  <a:lnTo>
                    <a:pt x="6163789" y="69676"/>
                  </a:lnTo>
                  <a:lnTo>
                    <a:pt x="6163882" y="69676"/>
                  </a:lnTo>
                  <a:lnTo>
                    <a:pt x="6163975" y="69676"/>
                  </a:lnTo>
                  <a:lnTo>
                    <a:pt x="6164069" y="69676"/>
                  </a:lnTo>
                  <a:lnTo>
                    <a:pt x="6164162" y="69676"/>
                  </a:lnTo>
                  <a:lnTo>
                    <a:pt x="6164255" y="69676"/>
                  </a:lnTo>
                  <a:lnTo>
                    <a:pt x="6164535" y="69676"/>
                  </a:lnTo>
                  <a:lnTo>
                    <a:pt x="6164628" y="69676"/>
                  </a:lnTo>
                  <a:lnTo>
                    <a:pt x="6164721" y="69676"/>
                  </a:lnTo>
                  <a:lnTo>
                    <a:pt x="6164815" y="69676"/>
                  </a:lnTo>
                  <a:lnTo>
                    <a:pt x="6164908" y="69676"/>
                  </a:lnTo>
                  <a:lnTo>
                    <a:pt x="6165001" y="69676"/>
                  </a:lnTo>
                  <a:lnTo>
                    <a:pt x="6165188" y="69676"/>
                  </a:lnTo>
                  <a:lnTo>
                    <a:pt x="6165374" y="69676"/>
                  </a:lnTo>
                  <a:lnTo>
                    <a:pt x="6165654" y="69676"/>
                  </a:lnTo>
                  <a:lnTo>
                    <a:pt x="6165747" y="69676"/>
                  </a:lnTo>
                  <a:lnTo>
                    <a:pt x="6165934" y="69676"/>
                  </a:lnTo>
                  <a:lnTo>
                    <a:pt x="6166120" y="69676"/>
                  </a:lnTo>
                  <a:lnTo>
                    <a:pt x="6166213" y="69676"/>
                  </a:lnTo>
                  <a:lnTo>
                    <a:pt x="6166400" y="69676"/>
                  </a:lnTo>
                  <a:lnTo>
                    <a:pt x="6166493" y="69676"/>
                  </a:lnTo>
                  <a:lnTo>
                    <a:pt x="6166586" y="69676"/>
                  </a:lnTo>
                  <a:lnTo>
                    <a:pt x="6166680" y="69676"/>
                  </a:lnTo>
                  <a:lnTo>
                    <a:pt x="6166773" y="69676"/>
                  </a:lnTo>
                  <a:lnTo>
                    <a:pt x="6166866" y="69676"/>
                  </a:lnTo>
                  <a:lnTo>
                    <a:pt x="6166959" y="69676"/>
                  </a:lnTo>
                  <a:lnTo>
                    <a:pt x="6167146" y="69676"/>
                  </a:lnTo>
                  <a:lnTo>
                    <a:pt x="6167239" y="69676"/>
                  </a:lnTo>
                  <a:lnTo>
                    <a:pt x="6167332" y="69676"/>
                  </a:lnTo>
                  <a:lnTo>
                    <a:pt x="6167612" y="69676"/>
                  </a:lnTo>
                  <a:lnTo>
                    <a:pt x="6167705" y="69676"/>
                  </a:lnTo>
                  <a:lnTo>
                    <a:pt x="6167798" y="69676"/>
                  </a:lnTo>
                  <a:lnTo>
                    <a:pt x="6167985" y="69676"/>
                  </a:lnTo>
                  <a:lnTo>
                    <a:pt x="6168078" y="69676"/>
                  </a:lnTo>
                  <a:lnTo>
                    <a:pt x="6168171" y="69676"/>
                  </a:lnTo>
                  <a:lnTo>
                    <a:pt x="6168265" y="69676"/>
                  </a:lnTo>
                  <a:lnTo>
                    <a:pt x="6168358" y="69676"/>
                  </a:lnTo>
                  <a:lnTo>
                    <a:pt x="6168917" y="69676"/>
                  </a:lnTo>
                  <a:lnTo>
                    <a:pt x="6169197" y="69676"/>
                  </a:lnTo>
                  <a:lnTo>
                    <a:pt x="6169663" y="69676"/>
                  </a:lnTo>
                  <a:lnTo>
                    <a:pt x="6169757" y="69676"/>
                  </a:lnTo>
                  <a:lnTo>
                    <a:pt x="6170036" y="69676"/>
                  </a:lnTo>
                  <a:lnTo>
                    <a:pt x="6170223" y="69676"/>
                  </a:lnTo>
                  <a:lnTo>
                    <a:pt x="6170316" y="69676"/>
                  </a:lnTo>
                  <a:lnTo>
                    <a:pt x="6170503" y="69676"/>
                  </a:lnTo>
                  <a:lnTo>
                    <a:pt x="6170876" y="69676"/>
                  </a:lnTo>
                  <a:lnTo>
                    <a:pt x="6170969" y="69676"/>
                  </a:lnTo>
                  <a:lnTo>
                    <a:pt x="6171062" y="69676"/>
                  </a:lnTo>
                  <a:lnTo>
                    <a:pt x="6171155" y="69676"/>
                  </a:lnTo>
                  <a:lnTo>
                    <a:pt x="6171249" y="69676"/>
                  </a:lnTo>
                  <a:lnTo>
                    <a:pt x="6171528" y="69676"/>
                  </a:lnTo>
                  <a:lnTo>
                    <a:pt x="6171622" y="69676"/>
                  </a:lnTo>
                  <a:lnTo>
                    <a:pt x="6171715" y="69676"/>
                  </a:lnTo>
                  <a:lnTo>
                    <a:pt x="6171808" y="69676"/>
                  </a:lnTo>
                  <a:lnTo>
                    <a:pt x="6172088" y="69676"/>
                  </a:lnTo>
                  <a:lnTo>
                    <a:pt x="6172181" y="69676"/>
                  </a:lnTo>
                  <a:lnTo>
                    <a:pt x="6172368" y="69676"/>
                  </a:lnTo>
                  <a:lnTo>
                    <a:pt x="6173020" y="69676"/>
                  </a:lnTo>
                  <a:lnTo>
                    <a:pt x="6173207" y="69676"/>
                  </a:lnTo>
                  <a:lnTo>
                    <a:pt x="6173487" y="69676"/>
                  </a:lnTo>
                  <a:lnTo>
                    <a:pt x="6173580" y="69676"/>
                  </a:lnTo>
                  <a:lnTo>
                    <a:pt x="6173673" y="69676"/>
                  </a:lnTo>
                  <a:lnTo>
                    <a:pt x="6173766" y="69676"/>
                  </a:lnTo>
                  <a:lnTo>
                    <a:pt x="6173860" y="69676"/>
                  </a:lnTo>
                  <a:lnTo>
                    <a:pt x="6173953" y="69676"/>
                  </a:lnTo>
                  <a:lnTo>
                    <a:pt x="6174233" y="69676"/>
                  </a:lnTo>
                  <a:lnTo>
                    <a:pt x="6174326" y="69676"/>
                  </a:lnTo>
                  <a:lnTo>
                    <a:pt x="6174419" y="69676"/>
                  </a:lnTo>
                  <a:lnTo>
                    <a:pt x="6174512" y="69676"/>
                  </a:lnTo>
                  <a:lnTo>
                    <a:pt x="6174606" y="69676"/>
                  </a:lnTo>
                  <a:lnTo>
                    <a:pt x="6174699" y="69676"/>
                  </a:lnTo>
                  <a:lnTo>
                    <a:pt x="6174792" y="69676"/>
                  </a:lnTo>
                  <a:lnTo>
                    <a:pt x="6175072" y="69676"/>
                  </a:lnTo>
                  <a:lnTo>
                    <a:pt x="6175445" y="69676"/>
                  </a:lnTo>
                  <a:lnTo>
                    <a:pt x="6175911" y="69676"/>
                  </a:lnTo>
                  <a:lnTo>
                    <a:pt x="6176097" y="69676"/>
                  </a:lnTo>
                  <a:lnTo>
                    <a:pt x="6176657" y="69676"/>
                  </a:lnTo>
                  <a:lnTo>
                    <a:pt x="6176750" y="69676"/>
                  </a:lnTo>
                  <a:lnTo>
                    <a:pt x="6176843" y="69676"/>
                  </a:lnTo>
                  <a:lnTo>
                    <a:pt x="6177030" y="69676"/>
                  </a:lnTo>
                  <a:lnTo>
                    <a:pt x="6177123" y="69676"/>
                  </a:lnTo>
                  <a:lnTo>
                    <a:pt x="6177216" y="69676"/>
                  </a:lnTo>
                  <a:lnTo>
                    <a:pt x="6177310" y="69676"/>
                  </a:lnTo>
                  <a:lnTo>
                    <a:pt x="6177403" y="69676"/>
                  </a:lnTo>
                  <a:lnTo>
                    <a:pt x="6177496" y="69676"/>
                  </a:lnTo>
                  <a:lnTo>
                    <a:pt x="6177869" y="69676"/>
                  </a:lnTo>
                  <a:lnTo>
                    <a:pt x="6177962" y="69676"/>
                  </a:lnTo>
                  <a:lnTo>
                    <a:pt x="6178056" y="69676"/>
                  </a:lnTo>
                  <a:lnTo>
                    <a:pt x="6178149" y="69676"/>
                  </a:lnTo>
                  <a:lnTo>
                    <a:pt x="6178242" y="69676"/>
                  </a:lnTo>
                  <a:lnTo>
                    <a:pt x="6178429" y="69676"/>
                  </a:lnTo>
                  <a:lnTo>
                    <a:pt x="6178615" y="69676"/>
                  </a:lnTo>
                  <a:lnTo>
                    <a:pt x="6180387" y="69676"/>
                  </a:lnTo>
                  <a:lnTo>
                    <a:pt x="6180573" y="69676"/>
                  </a:lnTo>
                  <a:lnTo>
                    <a:pt x="6180667" y="69676"/>
                  </a:lnTo>
                  <a:lnTo>
                    <a:pt x="6180853" y="69676"/>
                  </a:lnTo>
                  <a:lnTo>
                    <a:pt x="6181040" y="69676"/>
                  </a:lnTo>
                  <a:lnTo>
                    <a:pt x="6181133" y="69676"/>
                  </a:lnTo>
                  <a:lnTo>
                    <a:pt x="6181319" y="69676"/>
                  </a:lnTo>
                  <a:lnTo>
                    <a:pt x="6181599" y="69676"/>
                  </a:lnTo>
                  <a:lnTo>
                    <a:pt x="6181692" y="69676"/>
                  </a:lnTo>
                  <a:lnTo>
                    <a:pt x="6181785" y="69676"/>
                  </a:lnTo>
                  <a:lnTo>
                    <a:pt x="6181879" y="69676"/>
                  </a:lnTo>
                  <a:lnTo>
                    <a:pt x="6181972" y="69676"/>
                  </a:lnTo>
                  <a:lnTo>
                    <a:pt x="6182158" y="69676"/>
                  </a:lnTo>
                  <a:lnTo>
                    <a:pt x="6182252" y="69676"/>
                  </a:lnTo>
                  <a:lnTo>
                    <a:pt x="6182345" y="69676"/>
                  </a:lnTo>
                  <a:lnTo>
                    <a:pt x="6182438" y="69676"/>
                  </a:lnTo>
                  <a:lnTo>
                    <a:pt x="6182531" y="69676"/>
                  </a:lnTo>
                  <a:lnTo>
                    <a:pt x="6182625" y="69676"/>
                  </a:lnTo>
                  <a:lnTo>
                    <a:pt x="6182811" y="69676"/>
                  </a:lnTo>
                  <a:lnTo>
                    <a:pt x="6182998" y="69676"/>
                  </a:lnTo>
                  <a:lnTo>
                    <a:pt x="6183184" y="69676"/>
                  </a:lnTo>
                  <a:lnTo>
                    <a:pt x="6183277" y="69676"/>
                  </a:lnTo>
                  <a:lnTo>
                    <a:pt x="6183371" y="69676"/>
                  </a:lnTo>
                  <a:lnTo>
                    <a:pt x="6183464" y="69676"/>
                  </a:lnTo>
                  <a:lnTo>
                    <a:pt x="6183650" y="69676"/>
                  </a:lnTo>
                  <a:lnTo>
                    <a:pt x="6183930" y="69676"/>
                  </a:lnTo>
                  <a:lnTo>
                    <a:pt x="6184023" y="69676"/>
                  </a:lnTo>
                  <a:lnTo>
                    <a:pt x="6184117" y="69676"/>
                  </a:lnTo>
                  <a:lnTo>
                    <a:pt x="6184210" y="69676"/>
                  </a:lnTo>
                  <a:lnTo>
                    <a:pt x="6184303" y="69676"/>
                  </a:lnTo>
                  <a:lnTo>
                    <a:pt x="6184396" y="69676"/>
                  </a:lnTo>
                  <a:lnTo>
                    <a:pt x="6184490" y="69676"/>
                  </a:lnTo>
                  <a:lnTo>
                    <a:pt x="6184676" y="69676"/>
                  </a:lnTo>
                  <a:lnTo>
                    <a:pt x="6184769" y="69676"/>
                  </a:lnTo>
                  <a:lnTo>
                    <a:pt x="6184863" y="69676"/>
                  </a:lnTo>
                  <a:lnTo>
                    <a:pt x="6184956" y="69676"/>
                  </a:lnTo>
                  <a:lnTo>
                    <a:pt x="6185329" y="69676"/>
                  </a:lnTo>
                  <a:lnTo>
                    <a:pt x="6185422" y="69676"/>
                  </a:lnTo>
                  <a:lnTo>
                    <a:pt x="6185515" y="69676"/>
                  </a:lnTo>
                  <a:lnTo>
                    <a:pt x="6185609" y="69676"/>
                  </a:lnTo>
                  <a:lnTo>
                    <a:pt x="6185888" y="69676"/>
                  </a:lnTo>
                  <a:lnTo>
                    <a:pt x="6185982" y="69676"/>
                  </a:lnTo>
                  <a:lnTo>
                    <a:pt x="6186075" y="69676"/>
                  </a:lnTo>
                  <a:lnTo>
                    <a:pt x="6186168" y="69676"/>
                  </a:lnTo>
                  <a:lnTo>
                    <a:pt x="6186355" y="69676"/>
                  </a:lnTo>
                  <a:lnTo>
                    <a:pt x="6186541" y="69676"/>
                  </a:lnTo>
                  <a:lnTo>
                    <a:pt x="6186634" y="69676"/>
                  </a:lnTo>
                  <a:lnTo>
                    <a:pt x="6186821" y="59722"/>
                  </a:lnTo>
                  <a:lnTo>
                    <a:pt x="6186914" y="59722"/>
                  </a:lnTo>
                  <a:lnTo>
                    <a:pt x="6187007" y="59722"/>
                  </a:lnTo>
                  <a:lnTo>
                    <a:pt x="6187101" y="59722"/>
                  </a:lnTo>
                  <a:lnTo>
                    <a:pt x="6187287" y="59722"/>
                  </a:lnTo>
                  <a:lnTo>
                    <a:pt x="6187474" y="59722"/>
                  </a:lnTo>
                  <a:lnTo>
                    <a:pt x="6187567" y="59722"/>
                  </a:lnTo>
                  <a:lnTo>
                    <a:pt x="6187660" y="59722"/>
                  </a:lnTo>
                  <a:lnTo>
                    <a:pt x="6187753" y="59722"/>
                  </a:lnTo>
                  <a:lnTo>
                    <a:pt x="6187847" y="59722"/>
                  </a:lnTo>
                  <a:lnTo>
                    <a:pt x="6188033" y="59722"/>
                  </a:lnTo>
                  <a:lnTo>
                    <a:pt x="6188499" y="59722"/>
                  </a:lnTo>
                  <a:lnTo>
                    <a:pt x="6188592" y="59722"/>
                  </a:lnTo>
                  <a:lnTo>
                    <a:pt x="6188686" y="59722"/>
                  </a:lnTo>
                  <a:lnTo>
                    <a:pt x="6188779" y="59722"/>
                  </a:lnTo>
                  <a:lnTo>
                    <a:pt x="6188872" y="59722"/>
                  </a:lnTo>
                  <a:lnTo>
                    <a:pt x="6189152" y="59722"/>
                  </a:lnTo>
                  <a:lnTo>
                    <a:pt x="6189245" y="59722"/>
                  </a:lnTo>
                  <a:lnTo>
                    <a:pt x="6189338" y="59722"/>
                  </a:lnTo>
                  <a:lnTo>
                    <a:pt x="6189525" y="59722"/>
                  </a:lnTo>
                  <a:lnTo>
                    <a:pt x="6189618" y="59722"/>
                  </a:lnTo>
                  <a:lnTo>
                    <a:pt x="6189898" y="59722"/>
                  </a:lnTo>
                  <a:lnTo>
                    <a:pt x="6189991" y="59722"/>
                  </a:lnTo>
                  <a:lnTo>
                    <a:pt x="6190178" y="59722"/>
                  </a:lnTo>
                  <a:lnTo>
                    <a:pt x="6190364" y="59722"/>
                  </a:lnTo>
                  <a:lnTo>
                    <a:pt x="6190457" y="59722"/>
                  </a:lnTo>
                  <a:lnTo>
                    <a:pt x="6190551" y="59722"/>
                  </a:lnTo>
                  <a:lnTo>
                    <a:pt x="6190644" y="59722"/>
                  </a:lnTo>
                  <a:lnTo>
                    <a:pt x="6190830" y="59722"/>
                  </a:lnTo>
                  <a:lnTo>
                    <a:pt x="6190924" y="59722"/>
                  </a:lnTo>
                  <a:lnTo>
                    <a:pt x="6191203" y="59722"/>
                  </a:lnTo>
                  <a:lnTo>
                    <a:pt x="6191576" y="59722"/>
                  </a:lnTo>
                  <a:lnTo>
                    <a:pt x="6191670" y="59722"/>
                  </a:lnTo>
                  <a:lnTo>
                    <a:pt x="6191763" y="59722"/>
                  </a:lnTo>
                  <a:lnTo>
                    <a:pt x="6192322" y="59722"/>
                  </a:lnTo>
                  <a:lnTo>
                    <a:pt x="6192416" y="59722"/>
                  </a:lnTo>
                  <a:lnTo>
                    <a:pt x="6192509" y="59722"/>
                  </a:lnTo>
                  <a:lnTo>
                    <a:pt x="6192602" y="59722"/>
                  </a:lnTo>
                  <a:lnTo>
                    <a:pt x="6192695" y="59722"/>
                  </a:lnTo>
                  <a:lnTo>
                    <a:pt x="6192789" y="59722"/>
                  </a:lnTo>
                  <a:lnTo>
                    <a:pt x="6192882" y="59722"/>
                  </a:lnTo>
                  <a:lnTo>
                    <a:pt x="6193068" y="59722"/>
                  </a:lnTo>
                  <a:lnTo>
                    <a:pt x="6193162" y="59722"/>
                  </a:lnTo>
                  <a:lnTo>
                    <a:pt x="6193535" y="59722"/>
                  </a:lnTo>
                  <a:lnTo>
                    <a:pt x="6193628" y="59722"/>
                  </a:lnTo>
                  <a:lnTo>
                    <a:pt x="6194094" y="59722"/>
                  </a:lnTo>
                  <a:lnTo>
                    <a:pt x="6194187" y="59722"/>
                  </a:lnTo>
                  <a:lnTo>
                    <a:pt x="6194281" y="59722"/>
                  </a:lnTo>
                  <a:lnTo>
                    <a:pt x="6194654" y="59722"/>
                  </a:lnTo>
                  <a:lnTo>
                    <a:pt x="6194747" y="59722"/>
                  </a:lnTo>
                  <a:lnTo>
                    <a:pt x="6194933" y="59722"/>
                  </a:lnTo>
                  <a:lnTo>
                    <a:pt x="6195027" y="59722"/>
                  </a:lnTo>
                  <a:lnTo>
                    <a:pt x="6195306" y="59722"/>
                  </a:lnTo>
                  <a:lnTo>
                    <a:pt x="6195400" y="59722"/>
                  </a:lnTo>
                  <a:lnTo>
                    <a:pt x="6195493" y="59722"/>
                  </a:lnTo>
                  <a:lnTo>
                    <a:pt x="6195586" y="59722"/>
                  </a:lnTo>
                  <a:lnTo>
                    <a:pt x="6195679" y="59722"/>
                  </a:lnTo>
                  <a:lnTo>
                    <a:pt x="6196052" y="59722"/>
                  </a:lnTo>
                  <a:lnTo>
                    <a:pt x="6196145" y="59722"/>
                  </a:lnTo>
                  <a:lnTo>
                    <a:pt x="6196239" y="59722"/>
                  </a:lnTo>
                  <a:lnTo>
                    <a:pt x="6196332" y="59722"/>
                  </a:lnTo>
                  <a:lnTo>
                    <a:pt x="6196705" y="59722"/>
                  </a:lnTo>
                  <a:lnTo>
                    <a:pt x="6196891" y="59722"/>
                  </a:lnTo>
                  <a:lnTo>
                    <a:pt x="6196985" y="59722"/>
                  </a:lnTo>
                  <a:lnTo>
                    <a:pt x="6197171" y="59722"/>
                  </a:lnTo>
                  <a:lnTo>
                    <a:pt x="6197264" y="59722"/>
                  </a:lnTo>
                  <a:lnTo>
                    <a:pt x="6197358" y="59722"/>
                  </a:lnTo>
                  <a:lnTo>
                    <a:pt x="6197451" y="59722"/>
                  </a:lnTo>
                  <a:lnTo>
                    <a:pt x="6197544" y="59722"/>
                  </a:lnTo>
                  <a:lnTo>
                    <a:pt x="6197731" y="59722"/>
                  </a:lnTo>
                  <a:lnTo>
                    <a:pt x="6197824" y="59722"/>
                  </a:lnTo>
                  <a:lnTo>
                    <a:pt x="6197917" y="59722"/>
                  </a:lnTo>
                  <a:lnTo>
                    <a:pt x="6198010" y="59722"/>
                  </a:lnTo>
                  <a:lnTo>
                    <a:pt x="6198104" y="59722"/>
                  </a:lnTo>
                  <a:lnTo>
                    <a:pt x="6198197" y="59722"/>
                  </a:lnTo>
                  <a:lnTo>
                    <a:pt x="6198477" y="59722"/>
                  </a:lnTo>
                  <a:lnTo>
                    <a:pt x="6198663" y="59722"/>
                  </a:lnTo>
                  <a:lnTo>
                    <a:pt x="6198756" y="59722"/>
                  </a:lnTo>
                  <a:lnTo>
                    <a:pt x="6198850" y="59722"/>
                  </a:lnTo>
                  <a:lnTo>
                    <a:pt x="6199129" y="59722"/>
                  </a:lnTo>
                  <a:lnTo>
                    <a:pt x="6199223" y="59722"/>
                  </a:lnTo>
                  <a:lnTo>
                    <a:pt x="6199782" y="59722"/>
                  </a:lnTo>
                  <a:lnTo>
                    <a:pt x="6199875" y="59722"/>
                  </a:lnTo>
                  <a:lnTo>
                    <a:pt x="6199969" y="59722"/>
                  </a:lnTo>
                  <a:lnTo>
                    <a:pt x="6200062" y="59722"/>
                  </a:lnTo>
                  <a:lnTo>
                    <a:pt x="6200248" y="59722"/>
                  </a:lnTo>
                  <a:lnTo>
                    <a:pt x="6200342" y="59722"/>
                  </a:lnTo>
                  <a:lnTo>
                    <a:pt x="6200435" y="59722"/>
                  </a:lnTo>
                  <a:lnTo>
                    <a:pt x="6200528" y="59722"/>
                  </a:lnTo>
                  <a:lnTo>
                    <a:pt x="6200621" y="59722"/>
                  </a:lnTo>
                  <a:lnTo>
                    <a:pt x="6200715" y="59722"/>
                  </a:lnTo>
                  <a:lnTo>
                    <a:pt x="6200901" y="59722"/>
                  </a:lnTo>
                  <a:lnTo>
                    <a:pt x="6200994" y="59722"/>
                  </a:lnTo>
                  <a:lnTo>
                    <a:pt x="6201088" y="59722"/>
                  </a:lnTo>
                  <a:lnTo>
                    <a:pt x="6201367" y="59722"/>
                  </a:lnTo>
                  <a:lnTo>
                    <a:pt x="6201461" y="59722"/>
                  </a:lnTo>
                  <a:lnTo>
                    <a:pt x="6201554" y="59722"/>
                  </a:lnTo>
                  <a:lnTo>
                    <a:pt x="6201647" y="59722"/>
                  </a:lnTo>
                  <a:lnTo>
                    <a:pt x="6202020" y="59722"/>
                  </a:lnTo>
                  <a:lnTo>
                    <a:pt x="6202393" y="59722"/>
                  </a:lnTo>
                  <a:lnTo>
                    <a:pt x="6202486" y="59722"/>
                  </a:lnTo>
                  <a:lnTo>
                    <a:pt x="6202673" y="59722"/>
                  </a:lnTo>
                  <a:lnTo>
                    <a:pt x="6202766" y="59722"/>
                  </a:lnTo>
                  <a:lnTo>
                    <a:pt x="6202859" y="59722"/>
                  </a:lnTo>
                  <a:lnTo>
                    <a:pt x="6202952" y="59722"/>
                  </a:lnTo>
                  <a:lnTo>
                    <a:pt x="6203046" y="59722"/>
                  </a:lnTo>
                  <a:lnTo>
                    <a:pt x="6203419" y="59722"/>
                  </a:lnTo>
                  <a:lnTo>
                    <a:pt x="6203512" y="59722"/>
                  </a:lnTo>
                  <a:lnTo>
                    <a:pt x="6203792" y="59722"/>
                  </a:lnTo>
                  <a:lnTo>
                    <a:pt x="6203885" y="59722"/>
                  </a:lnTo>
                  <a:lnTo>
                    <a:pt x="6204071" y="59722"/>
                  </a:lnTo>
                  <a:lnTo>
                    <a:pt x="6204165" y="59722"/>
                  </a:lnTo>
                  <a:lnTo>
                    <a:pt x="6204258" y="59722"/>
                  </a:lnTo>
                  <a:lnTo>
                    <a:pt x="6204351" y="59722"/>
                  </a:lnTo>
                  <a:lnTo>
                    <a:pt x="6204817" y="59722"/>
                  </a:lnTo>
                  <a:lnTo>
                    <a:pt x="6204911" y="59722"/>
                  </a:lnTo>
                  <a:lnTo>
                    <a:pt x="6205004" y="59722"/>
                  </a:lnTo>
                  <a:lnTo>
                    <a:pt x="6205097" y="59722"/>
                  </a:lnTo>
                  <a:lnTo>
                    <a:pt x="6205190" y="59722"/>
                  </a:lnTo>
                  <a:lnTo>
                    <a:pt x="6205377" y="59722"/>
                  </a:lnTo>
                  <a:lnTo>
                    <a:pt x="6205470" y="59722"/>
                  </a:lnTo>
                  <a:lnTo>
                    <a:pt x="6205563" y="59722"/>
                  </a:lnTo>
                  <a:lnTo>
                    <a:pt x="6205657" y="59722"/>
                  </a:lnTo>
                  <a:lnTo>
                    <a:pt x="6205936" y="59722"/>
                  </a:lnTo>
                  <a:lnTo>
                    <a:pt x="6206030" y="59722"/>
                  </a:lnTo>
                  <a:lnTo>
                    <a:pt x="6206309" y="59722"/>
                  </a:lnTo>
                  <a:lnTo>
                    <a:pt x="6206403" y="59722"/>
                  </a:lnTo>
                  <a:lnTo>
                    <a:pt x="6206496" y="59722"/>
                  </a:lnTo>
                  <a:lnTo>
                    <a:pt x="6206776" y="59722"/>
                  </a:lnTo>
                  <a:lnTo>
                    <a:pt x="6206962" y="59722"/>
                  </a:lnTo>
                  <a:lnTo>
                    <a:pt x="6207149" y="59722"/>
                  </a:lnTo>
                  <a:lnTo>
                    <a:pt x="6207242" y="59722"/>
                  </a:lnTo>
                  <a:lnTo>
                    <a:pt x="6207335" y="59722"/>
                  </a:lnTo>
                  <a:lnTo>
                    <a:pt x="6207428" y="59722"/>
                  </a:lnTo>
                  <a:lnTo>
                    <a:pt x="6207522" y="59722"/>
                  </a:lnTo>
                  <a:lnTo>
                    <a:pt x="6207615" y="59722"/>
                  </a:lnTo>
                  <a:lnTo>
                    <a:pt x="6207801" y="59722"/>
                  </a:lnTo>
                  <a:lnTo>
                    <a:pt x="6207895" y="59722"/>
                  </a:lnTo>
                  <a:lnTo>
                    <a:pt x="6207988" y="59722"/>
                  </a:lnTo>
                  <a:lnTo>
                    <a:pt x="6208081" y="59722"/>
                  </a:lnTo>
                  <a:lnTo>
                    <a:pt x="6208174" y="59722"/>
                  </a:lnTo>
                  <a:lnTo>
                    <a:pt x="6208268" y="59722"/>
                  </a:lnTo>
                  <a:lnTo>
                    <a:pt x="6208361" y="59722"/>
                  </a:lnTo>
                  <a:lnTo>
                    <a:pt x="6208547" y="59722"/>
                  </a:lnTo>
                  <a:lnTo>
                    <a:pt x="6208827" y="59722"/>
                  </a:lnTo>
                  <a:lnTo>
                    <a:pt x="6208920" y="59722"/>
                  </a:lnTo>
                  <a:lnTo>
                    <a:pt x="6209107" y="59722"/>
                  </a:lnTo>
                  <a:lnTo>
                    <a:pt x="6209200" y="59722"/>
                  </a:lnTo>
                  <a:lnTo>
                    <a:pt x="6209386" y="59722"/>
                  </a:lnTo>
                  <a:lnTo>
                    <a:pt x="6209666" y="59722"/>
                  </a:lnTo>
                  <a:lnTo>
                    <a:pt x="6209759" y="59722"/>
                  </a:lnTo>
                  <a:lnTo>
                    <a:pt x="6209853" y="59722"/>
                  </a:lnTo>
                  <a:lnTo>
                    <a:pt x="6209946" y="59722"/>
                  </a:lnTo>
                  <a:lnTo>
                    <a:pt x="6210039" y="59722"/>
                  </a:lnTo>
                  <a:lnTo>
                    <a:pt x="6210132" y="59722"/>
                  </a:lnTo>
                  <a:lnTo>
                    <a:pt x="6210319" y="59722"/>
                  </a:lnTo>
                  <a:lnTo>
                    <a:pt x="6210412" y="59722"/>
                  </a:lnTo>
                  <a:lnTo>
                    <a:pt x="6210692" y="59722"/>
                  </a:lnTo>
                  <a:lnTo>
                    <a:pt x="6210878" y="59722"/>
                  </a:lnTo>
                  <a:lnTo>
                    <a:pt x="6210972" y="59722"/>
                  </a:lnTo>
                  <a:lnTo>
                    <a:pt x="6211065" y="59722"/>
                  </a:lnTo>
                  <a:lnTo>
                    <a:pt x="6211158" y="59722"/>
                  </a:lnTo>
                  <a:lnTo>
                    <a:pt x="6211251" y="59722"/>
                  </a:lnTo>
                  <a:lnTo>
                    <a:pt x="6211345" y="59722"/>
                  </a:lnTo>
                  <a:lnTo>
                    <a:pt x="6211438" y="59722"/>
                  </a:lnTo>
                  <a:lnTo>
                    <a:pt x="6211531" y="59722"/>
                  </a:lnTo>
                  <a:lnTo>
                    <a:pt x="6211624" y="59722"/>
                  </a:lnTo>
                  <a:lnTo>
                    <a:pt x="6211718" y="59722"/>
                  </a:lnTo>
                  <a:lnTo>
                    <a:pt x="6211904" y="59722"/>
                  </a:lnTo>
                  <a:lnTo>
                    <a:pt x="6212743" y="59722"/>
                  </a:lnTo>
                  <a:lnTo>
                    <a:pt x="6212837" y="59722"/>
                  </a:lnTo>
                  <a:lnTo>
                    <a:pt x="6212930" y="59722"/>
                  </a:lnTo>
                  <a:lnTo>
                    <a:pt x="6213116" y="59722"/>
                  </a:lnTo>
                  <a:lnTo>
                    <a:pt x="6213210" y="59722"/>
                  </a:lnTo>
                  <a:lnTo>
                    <a:pt x="6213303" y="59722"/>
                  </a:lnTo>
                  <a:lnTo>
                    <a:pt x="6213396" y="59722"/>
                  </a:lnTo>
                  <a:lnTo>
                    <a:pt x="6213489" y="59722"/>
                  </a:lnTo>
                  <a:lnTo>
                    <a:pt x="6213769" y="59722"/>
                  </a:lnTo>
                  <a:lnTo>
                    <a:pt x="6213956" y="59722"/>
                  </a:lnTo>
                  <a:lnTo>
                    <a:pt x="6214049" y="59722"/>
                  </a:lnTo>
                  <a:lnTo>
                    <a:pt x="6214142" y="59722"/>
                  </a:lnTo>
                  <a:lnTo>
                    <a:pt x="6214235" y="59722"/>
                  </a:lnTo>
                  <a:lnTo>
                    <a:pt x="6214422" y="59722"/>
                  </a:lnTo>
                  <a:lnTo>
                    <a:pt x="6214515" y="59722"/>
                  </a:lnTo>
                  <a:lnTo>
                    <a:pt x="6214608" y="59722"/>
                  </a:lnTo>
                  <a:lnTo>
                    <a:pt x="6214981" y="59722"/>
                  </a:lnTo>
                  <a:lnTo>
                    <a:pt x="6215261" y="59722"/>
                  </a:lnTo>
                  <a:lnTo>
                    <a:pt x="6215354" y="59722"/>
                  </a:lnTo>
                  <a:lnTo>
                    <a:pt x="6215541" y="59722"/>
                  </a:lnTo>
                  <a:lnTo>
                    <a:pt x="6215634" y="59722"/>
                  </a:lnTo>
                  <a:lnTo>
                    <a:pt x="6216007" y="59722"/>
                  </a:lnTo>
                  <a:lnTo>
                    <a:pt x="6216100" y="59722"/>
                  </a:lnTo>
                  <a:lnTo>
                    <a:pt x="6216194" y="59722"/>
                  </a:lnTo>
                  <a:lnTo>
                    <a:pt x="6216566" y="59722"/>
                  </a:lnTo>
                  <a:lnTo>
                    <a:pt x="6216753" y="59722"/>
                  </a:lnTo>
                  <a:lnTo>
                    <a:pt x="6216939" y="59722"/>
                  </a:lnTo>
                  <a:lnTo>
                    <a:pt x="6217033" y="59722"/>
                  </a:lnTo>
                  <a:lnTo>
                    <a:pt x="6217126" y="59722"/>
                  </a:lnTo>
                  <a:lnTo>
                    <a:pt x="6217406" y="59722"/>
                  </a:lnTo>
                  <a:lnTo>
                    <a:pt x="6217499" y="59722"/>
                  </a:lnTo>
                  <a:lnTo>
                    <a:pt x="6217592" y="59722"/>
                  </a:lnTo>
                  <a:lnTo>
                    <a:pt x="6217685" y="59722"/>
                  </a:lnTo>
                  <a:lnTo>
                    <a:pt x="6217779" y="59722"/>
                  </a:lnTo>
                  <a:lnTo>
                    <a:pt x="6217872" y="59722"/>
                  </a:lnTo>
                  <a:lnTo>
                    <a:pt x="6217965" y="59722"/>
                  </a:lnTo>
                  <a:lnTo>
                    <a:pt x="6218058" y="59722"/>
                  </a:lnTo>
                  <a:lnTo>
                    <a:pt x="6218245" y="59722"/>
                  </a:lnTo>
                  <a:lnTo>
                    <a:pt x="6218338" y="59722"/>
                  </a:lnTo>
                  <a:lnTo>
                    <a:pt x="6218431" y="59722"/>
                  </a:lnTo>
                  <a:lnTo>
                    <a:pt x="6218618" y="59722"/>
                  </a:lnTo>
                  <a:lnTo>
                    <a:pt x="6218711" y="59722"/>
                  </a:lnTo>
                  <a:lnTo>
                    <a:pt x="6218898" y="59722"/>
                  </a:lnTo>
                  <a:lnTo>
                    <a:pt x="6218991" y="59722"/>
                  </a:lnTo>
                  <a:lnTo>
                    <a:pt x="6219364" y="59722"/>
                  </a:lnTo>
                  <a:lnTo>
                    <a:pt x="6219550" y="49769"/>
                  </a:lnTo>
                  <a:lnTo>
                    <a:pt x="6219644" y="49769"/>
                  </a:lnTo>
                  <a:lnTo>
                    <a:pt x="6219923" y="49769"/>
                  </a:lnTo>
                  <a:lnTo>
                    <a:pt x="6220017" y="49769"/>
                  </a:lnTo>
                  <a:lnTo>
                    <a:pt x="6220110" y="49769"/>
                  </a:lnTo>
                  <a:lnTo>
                    <a:pt x="6220296" y="49769"/>
                  </a:lnTo>
                  <a:lnTo>
                    <a:pt x="6220390" y="49769"/>
                  </a:lnTo>
                  <a:lnTo>
                    <a:pt x="6220576" y="49769"/>
                  </a:lnTo>
                  <a:lnTo>
                    <a:pt x="6220669" y="49769"/>
                  </a:lnTo>
                  <a:lnTo>
                    <a:pt x="6220763" y="49769"/>
                  </a:lnTo>
                  <a:lnTo>
                    <a:pt x="6221042" y="49769"/>
                  </a:lnTo>
                  <a:lnTo>
                    <a:pt x="6221229" y="49769"/>
                  </a:lnTo>
                  <a:lnTo>
                    <a:pt x="6221415" y="49769"/>
                  </a:lnTo>
                  <a:lnTo>
                    <a:pt x="6221509" y="49769"/>
                  </a:lnTo>
                  <a:lnTo>
                    <a:pt x="6221602" y="49769"/>
                  </a:lnTo>
                  <a:lnTo>
                    <a:pt x="6221695" y="49769"/>
                  </a:lnTo>
                  <a:lnTo>
                    <a:pt x="6222068" y="49769"/>
                  </a:lnTo>
                  <a:lnTo>
                    <a:pt x="6222161" y="49769"/>
                  </a:lnTo>
                  <a:lnTo>
                    <a:pt x="6222255" y="49769"/>
                  </a:lnTo>
                  <a:lnTo>
                    <a:pt x="6222441" y="49769"/>
                  </a:lnTo>
                  <a:lnTo>
                    <a:pt x="6222534" y="49769"/>
                  </a:lnTo>
                  <a:lnTo>
                    <a:pt x="6222628" y="49769"/>
                  </a:lnTo>
                  <a:lnTo>
                    <a:pt x="6222907" y="49769"/>
                  </a:lnTo>
                  <a:lnTo>
                    <a:pt x="6223001" y="49769"/>
                  </a:lnTo>
                  <a:lnTo>
                    <a:pt x="6223094" y="49769"/>
                  </a:lnTo>
                  <a:lnTo>
                    <a:pt x="6223280" y="49769"/>
                  </a:lnTo>
                  <a:lnTo>
                    <a:pt x="6223373" y="49769"/>
                  </a:lnTo>
                  <a:lnTo>
                    <a:pt x="6223560" y="49769"/>
                  </a:lnTo>
                  <a:lnTo>
                    <a:pt x="6223840" y="49769"/>
                  </a:lnTo>
                  <a:lnTo>
                    <a:pt x="6223933" y="49769"/>
                  </a:lnTo>
                  <a:lnTo>
                    <a:pt x="6224026" y="49769"/>
                  </a:lnTo>
                  <a:lnTo>
                    <a:pt x="6224306" y="49769"/>
                  </a:lnTo>
                  <a:lnTo>
                    <a:pt x="6224679" y="49769"/>
                  </a:lnTo>
                  <a:lnTo>
                    <a:pt x="6225052" y="49769"/>
                  </a:lnTo>
                  <a:lnTo>
                    <a:pt x="6225238" y="49769"/>
                  </a:lnTo>
                  <a:lnTo>
                    <a:pt x="6225332" y="49769"/>
                  </a:lnTo>
                  <a:lnTo>
                    <a:pt x="6225425" y="49769"/>
                  </a:lnTo>
                  <a:lnTo>
                    <a:pt x="6225518" y="49769"/>
                  </a:lnTo>
                  <a:lnTo>
                    <a:pt x="6225611" y="49769"/>
                  </a:lnTo>
                  <a:lnTo>
                    <a:pt x="6225705" y="49769"/>
                  </a:lnTo>
                  <a:lnTo>
                    <a:pt x="6225984" y="49769"/>
                  </a:lnTo>
                  <a:lnTo>
                    <a:pt x="6226171" y="49769"/>
                  </a:lnTo>
                  <a:lnTo>
                    <a:pt x="6226357" y="49769"/>
                  </a:lnTo>
                  <a:lnTo>
                    <a:pt x="6226544" y="49769"/>
                  </a:lnTo>
                  <a:lnTo>
                    <a:pt x="6226637" y="49769"/>
                  </a:lnTo>
                  <a:lnTo>
                    <a:pt x="6226730" y="49769"/>
                  </a:lnTo>
                  <a:lnTo>
                    <a:pt x="6226824" y="49769"/>
                  </a:lnTo>
                  <a:lnTo>
                    <a:pt x="6226917" y="49769"/>
                  </a:lnTo>
                  <a:lnTo>
                    <a:pt x="6227010" y="49769"/>
                  </a:lnTo>
                  <a:lnTo>
                    <a:pt x="6227197" y="49769"/>
                  </a:lnTo>
                  <a:lnTo>
                    <a:pt x="6227290" y="49769"/>
                  </a:lnTo>
                  <a:lnTo>
                    <a:pt x="6227383" y="49769"/>
                  </a:lnTo>
                  <a:lnTo>
                    <a:pt x="6227570" y="49769"/>
                  </a:lnTo>
                  <a:lnTo>
                    <a:pt x="6228316" y="49769"/>
                  </a:lnTo>
                  <a:lnTo>
                    <a:pt x="6228409" y="49769"/>
                  </a:lnTo>
                  <a:lnTo>
                    <a:pt x="6228502" y="49769"/>
                  </a:lnTo>
                  <a:lnTo>
                    <a:pt x="6228782" y="49769"/>
                  </a:lnTo>
                  <a:lnTo>
                    <a:pt x="6228875" y="49769"/>
                  </a:lnTo>
                  <a:lnTo>
                    <a:pt x="6228968" y="49769"/>
                  </a:lnTo>
                  <a:lnTo>
                    <a:pt x="6229062" y="49769"/>
                  </a:lnTo>
                  <a:lnTo>
                    <a:pt x="6229155" y="49769"/>
                  </a:lnTo>
                  <a:lnTo>
                    <a:pt x="6229341" y="49769"/>
                  </a:lnTo>
                  <a:lnTo>
                    <a:pt x="6229528" y="49769"/>
                  </a:lnTo>
                  <a:lnTo>
                    <a:pt x="6229621" y="49769"/>
                  </a:lnTo>
                  <a:lnTo>
                    <a:pt x="6229714" y="49769"/>
                  </a:lnTo>
                  <a:lnTo>
                    <a:pt x="6229994" y="49769"/>
                  </a:lnTo>
                  <a:lnTo>
                    <a:pt x="6230087" y="49769"/>
                  </a:lnTo>
                  <a:lnTo>
                    <a:pt x="6230180" y="49769"/>
                  </a:lnTo>
                  <a:lnTo>
                    <a:pt x="6230367" y="49769"/>
                  </a:lnTo>
                  <a:lnTo>
                    <a:pt x="6230460" y="49769"/>
                  </a:lnTo>
                  <a:lnTo>
                    <a:pt x="6230553" y="49769"/>
                  </a:lnTo>
                  <a:lnTo>
                    <a:pt x="6230740" y="49769"/>
                  </a:lnTo>
                  <a:lnTo>
                    <a:pt x="6230833" y="49769"/>
                  </a:lnTo>
                  <a:lnTo>
                    <a:pt x="6230926" y="49769"/>
                  </a:lnTo>
                  <a:lnTo>
                    <a:pt x="6231299" y="49769"/>
                  </a:lnTo>
                  <a:lnTo>
                    <a:pt x="6231393" y="49769"/>
                  </a:lnTo>
                  <a:lnTo>
                    <a:pt x="6231486" y="49769"/>
                  </a:lnTo>
                  <a:lnTo>
                    <a:pt x="6231859" y="49769"/>
                  </a:lnTo>
                  <a:lnTo>
                    <a:pt x="6231952" y="49769"/>
                  </a:lnTo>
                  <a:lnTo>
                    <a:pt x="6232045" y="49769"/>
                  </a:lnTo>
                  <a:lnTo>
                    <a:pt x="6232139" y="49769"/>
                  </a:lnTo>
                  <a:lnTo>
                    <a:pt x="6232232" y="49769"/>
                  </a:lnTo>
                  <a:lnTo>
                    <a:pt x="6232512" y="49769"/>
                  </a:lnTo>
                  <a:lnTo>
                    <a:pt x="6232698" y="49769"/>
                  </a:lnTo>
                  <a:lnTo>
                    <a:pt x="6232791" y="49769"/>
                  </a:lnTo>
                  <a:lnTo>
                    <a:pt x="6232885" y="49769"/>
                  </a:lnTo>
                  <a:lnTo>
                    <a:pt x="6232978" y="49769"/>
                  </a:lnTo>
                  <a:lnTo>
                    <a:pt x="6233071" y="49769"/>
                  </a:lnTo>
                  <a:lnTo>
                    <a:pt x="6233258" y="49769"/>
                  </a:lnTo>
                  <a:lnTo>
                    <a:pt x="6233351" y="49769"/>
                  </a:lnTo>
                  <a:lnTo>
                    <a:pt x="6233444" y="49769"/>
                  </a:lnTo>
                  <a:lnTo>
                    <a:pt x="6233537" y="49769"/>
                  </a:lnTo>
                  <a:lnTo>
                    <a:pt x="6233724" y="49769"/>
                  </a:lnTo>
                  <a:lnTo>
                    <a:pt x="6233817" y="49769"/>
                  </a:lnTo>
                  <a:lnTo>
                    <a:pt x="6234190" y="49769"/>
                  </a:lnTo>
                  <a:lnTo>
                    <a:pt x="6234470" y="49769"/>
                  </a:lnTo>
                  <a:lnTo>
                    <a:pt x="6235029" y="49769"/>
                  </a:lnTo>
                  <a:lnTo>
                    <a:pt x="6235123" y="49769"/>
                  </a:lnTo>
                  <a:lnTo>
                    <a:pt x="6235216" y="49769"/>
                  </a:lnTo>
                  <a:lnTo>
                    <a:pt x="6235309" y="49769"/>
                  </a:lnTo>
                  <a:lnTo>
                    <a:pt x="6235402" y="49769"/>
                  </a:lnTo>
                  <a:lnTo>
                    <a:pt x="6235589" y="49769"/>
                  </a:lnTo>
                  <a:lnTo>
                    <a:pt x="6235682" y="49769"/>
                  </a:lnTo>
                  <a:lnTo>
                    <a:pt x="6235869" y="49769"/>
                  </a:lnTo>
                  <a:lnTo>
                    <a:pt x="6235962" y="49769"/>
                  </a:lnTo>
                  <a:lnTo>
                    <a:pt x="6236148" y="49769"/>
                  </a:lnTo>
                  <a:lnTo>
                    <a:pt x="6236242" y="49769"/>
                  </a:lnTo>
                  <a:lnTo>
                    <a:pt x="6236335" y="49769"/>
                  </a:lnTo>
                  <a:lnTo>
                    <a:pt x="6236428" y="49769"/>
                  </a:lnTo>
                  <a:lnTo>
                    <a:pt x="6236521" y="49769"/>
                  </a:lnTo>
                  <a:lnTo>
                    <a:pt x="6236615" y="49769"/>
                  </a:lnTo>
                  <a:lnTo>
                    <a:pt x="6236801" y="49769"/>
                  </a:lnTo>
                  <a:lnTo>
                    <a:pt x="6236894" y="49769"/>
                  </a:lnTo>
                  <a:lnTo>
                    <a:pt x="6236988" y="49769"/>
                  </a:lnTo>
                  <a:lnTo>
                    <a:pt x="6237081" y="49769"/>
                  </a:lnTo>
                  <a:lnTo>
                    <a:pt x="6237174" y="49769"/>
                  </a:lnTo>
                  <a:lnTo>
                    <a:pt x="6237360" y="49769"/>
                  </a:lnTo>
                  <a:lnTo>
                    <a:pt x="6237547" y="49769"/>
                  </a:lnTo>
                  <a:lnTo>
                    <a:pt x="6237640" y="49769"/>
                  </a:lnTo>
                  <a:lnTo>
                    <a:pt x="6237733" y="49769"/>
                  </a:lnTo>
                  <a:lnTo>
                    <a:pt x="6237827" y="49769"/>
                  </a:lnTo>
                  <a:lnTo>
                    <a:pt x="6237920" y="49769"/>
                  </a:lnTo>
                  <a:lnTo>
                    <a:pt x="6238013" y="49769"/>
                  </a:lnTo>
                  <a:lnTo>
                    <a:pt x="6238106" y="49769"/>
                  </a:lnTo>
                  <a:lnTo>
                    <a:pt x="6238293" y="49769"/>
                  </a:lnTo>
                  <a:lnTo>
                    <a:pt x="6238386" y="49769"/>
                  </a:lnTo>
                  <a:lnTo>
                    <a:pt x="6238573" y="49769"/>
                  </a:lnTo>
                  <a:lnTo>
                    <a:pt x="6238666" y="49769"/>
                  </a:lnTo>
                  <a:lnTo>
                    <a:pt x="6238759" y="49769"/>
                  </a:lnTo>
                  <a:lnTo>
                    <a:pt x="6238852" y="49769"/>
                  </a:lnTo>
                  <a:lnTo>
                    <a:pt x="6238946" y="49769"/>
                  </a:lnTo>
                  <a:lnTo>
                    <a:pt x="6239132" y="49769"/>
                  </a:lnTo>
                  <a:lnTo>
                    <a:pt x="6239225" y="49769"/>
                  </a:lnTo>
                  <a:lnTo>
                    <a:pt x="6239319" y="49769"/>
                  </a:lnTo>
                  <a:lnTo>
                    <a:pt x="6239505" y="49769"/>
                  </a:lnTo>
                  <a:lnTo>
                    <a:pt x="6239692" y="49769"/>
                  </a:lnTo>
                  <a:lnTo>
                    <a:pt x="6239785" y="49769"/>
                  </a:lnTo>
                  <a:lnTo>
                    <a:pt x="6239878" y="49769"/>
                  </a:lnTo>
                  <a:lnTo>
                    <a:pt x="6240158" y="49769"/>
                  </a:lnTo>
                  <a:lnTo>
                    <a:pt x="6240251" y="49769"/>
                  </a:lnTo>
                  <a:lnTo>
                    <a:pt x="6240344" y="49769"/>
                  </a:lnTo>
                  <a:lnTo>
                    <a:pt x="6240438" y="49769"/>
                  </a:lnTo>
                  <a:lnTo>
                    <a:pt x="6240531" y="49769"/>
                  </a:lnTo>
                  <a:lnTo>
                    <a:pt x="6240624" y="49769"/>
                  </a:lnTo>
                  <a:lnTo>
                    <a:pt x="6240717" y="49769"/>
                  </a:lnTo>
                  <a:lnTo>
                    <a:pt x="6240811" y="49769"/>
                  </a:lnTo>
                  <a:lnTo>
                    <a:pt x="6240904" y="49769"/>
                  </a:lnTo>
                  <a:lnTo>
                    <a:pt x="6240997" y="49769"/>
                  </a:lnTo>
                  <a:lnTo>
                    <a:pt x="6241184" y="49769"/>
                  </a:lnTo>
                  <a:lnTo>
                    <a:pt x="6241463" y="49769"/>
                  </a:lnTo>
                  <a:lnTo>
                    <a:pt x="6241557" y="49769"/>
                  </a:lnTo>
                  <a:lnTo>
                    <a:pt x="6241836" y="49769"/>
                  </a:lnTo>
                  <a:lnTo>
                    <a:pt x="6241930" y="49769"/>
                  </a:lnTo>
                  <a:lnTo>
                    <a:pt x="6242023" y="49769"/>
                  </a:lnTo>
                  <a:lnTo>
                    <a:pt x="6242116" y="49769"/>
                  </a:lnTo>
                  <a:lnTo>
                    <a:pt x="6242209" y="49769"/>
                  </a:lnTo>
                  <a:lnTo>
                    <a:pt x="6242303" y="49769"/>
                  </a:lnTo>
                  <a:lnTo>
                    <a:pt x="6242396" y="49769"/>
                  </a:lnTo>
                  <a:lnTo>
                    <a:pt x="6242582" y="49769"/>
                  </a:lnTo>
                  <a:lnTo>
                    <a:pt x="6242862" y="49769"/>
                  </a:lnTo>
                  <a:lnTo>
                    <a:pt x="6242955" y="49769"/>
                  </a:lnTo>
                  <a:lnTo>
                    <a:pt x="6243142" y="49769"/>
                  </a:lnTo>
                  <a:lnTo>
                    <a:pt x="6243235" y="49769"/>
                  </a:lnTo>
                  <a:lnTo>
                    <a:pt x="6243422" y="49769"/>
                  </a:lnTo>
                  <a:lnTo>
                    <a:pt x="6243795" y="49769"/>
                  </a:lnTo>
                  <a:lnTo>
                    <a:pt x="6243888" y="49769"/>
                  </a:lnTo>
                  <a:lnTo>
                    <a:pt x="6243981" y="49769"/>
                  </a:lnTo>
                  <a:lnTo>
                    <a:pt x="6244167" y="49769"/>
                  </a:lnTo>
                  <a:lnTo>
                    <a:pt x="6244261" y="49769"/>
                  </a:lnTo>
                  <a:lnTo>
                    <a:pt x="6244354" y="49769"/>
                  </a:lnTo>
                  <a:lnTo>
                    <a:pt x="6244447" y="49769"/>
                  </a:lnTo>
                  <a:lnTo>
                    <a:pt x="6244540" y="49769"/>
                  </a:lnTo>
                  <a:lnTo>
                    <a:pt x="6244727" y="49769"/>
                  </a:lnTo>
                  <a:lnTo>
                    <a:pt x="6244913" y="49769"/>
                  </a:lnTo>
                  <a:lnTo>
                    <a:pt x="6245007" y="49769"/>
                  </a:lnTo>
                  <a:lnTo>
                    <a:pt x="6245193" y="39815"/>
                  </a:lnTo>
                  <a:lnTo>
                    <a:pt x="6245286" y="39815"/>
                  </a:lnTo>
                  <a:lnTo>
                    <a:pt x="6245380" y="39815"/>
                  </a:lnTo>
                  <a:lnTo>
                    <a:pt x="6245473" y="39815"/>
                  </a:lnTo>
                  <a:lnTo>
                    <a:pt x="6245566" y="39815"/>
                  </a:lnTo>
                  <a:lnTo>
                    <a:pt x="6245659" y="39815"/>
                  </a:lnTo>
                  <a:lnTo>
                    <a:pt x="6245753" y="39815"/>
                  </a:lnTo>
                  <a:lnTo>
                    <a:pt x="6245939" y="39815"/>
                  </a:lnTo>
                  <a:lnTo>
                    <a:pt x="6246312" y="39815"/>
                  </a:lnTo>
                  <a:lnTo>
                    <a:pt x="6246405" y="39815"/>
                  </a:lnTo>
                  <a:lnTo>
                    <a:pt x="6246592" y="39815"/>
                  </a:lnTo>
                  <a:lnTo>
                    <a:pt x="6246685" y="39815"/>
                  </a:lnTo>
                  <a:lnTo>
                    <a:pt x="6246872" y="39815"/>
                  </a:lnTo>
                  <a:lnTo>
                    <a:pt x="6246965" y="39815"/>
                  </a:lnTo>
                  <a:lnTo>
                    <a:pt x="6247151" y="39815"/>
                  </a:lnTo>
                  <a:lnTo>
                    <a:pt x="6247245" y="39815"/>
                  </a:lnTo>
                  <a:lnTo>
                    <a:pt x="6247338" y="39815"/>
                  </a:lnTo>
                  <a:lnTo>
                    <a:pt x="6247618" y="39815"/>
                  </a:lnTo>
                  <a:lnTo>
                    <a:pt x="6247711" y="39815"/>
                  </a:lnTo>
                  <a:lnTo>
                    <a:pt x="6247804" y="39815"/>
                  </a:lnTo>
                  <a:lnTo>
                    <a:pt x="6247897" y="39815"/>
                  </a:lnTo>
                  <a:lnTo>
                    <a:pt x="6248084" y="39815"/>
                  </a:lnTo>
                  <a:lnTo>
                    <a:pt x="6248270" y="39815"/>
                  </a:lnTo>
                  <a:lnTo>
                    <a:pt x="6248457" y="39815"/>
                  </a:lnTo>
                  <a:lnTo>
                    <a:pt x="6248643" y="39815"/>
                  </a:lnTo>
                  <a:lnTo>
                    <a:pt x="6248737" y="39815"/>
                  </a:lnTo>
                  <a:lnTo>
                    <a:pt x="6248830" y="39815"/>
                  </a:lnTo>
                  <a:lnTo>
                    <a:pt x="6249016" y="39815"/>
                  </a:lnTo>
                  <a:lnTo>
                    <a:pt x="6249389" y="39815"/>
                  </a:lnTo>
                  <a:lnTo>
                    <a:pt x="6249483" y="39815"/>
                  </a:lnTo>
                  <a:lnTo>
                    <a:pt x="6249576" y="39815"/>
                  </a:lnTo>
                  <a:lnTo>
                    <a:pt x="6249669" y="39815"/>
                  </a:lnTo>
                  <a:lnTo>
                    <a:pt x="6249856" y="39815"/>
                  </a:lnTo>
                  <a:lnTo>
                    <a:pt x="6249949" y="39815"/>
                  </a:lnTo>
                  <a:lnTo>
                    <a:pt x="6250042" y="39815"/>
                  </a:lnTo>
                  <a:lnTo>
                    <a:pt x="6250135" y="39815"/>
                  </a:lnTo>
                  <a:lnTo>
                    <a:pt x="6250229" y="39815"/>
                  </a:lnTo>
                  <a:lnTo>
                    <a:pt x="6250322" y="39815"/>
                  </a:lnTo>
                  <a:lnTo>
                    <a:pt x="6250415" y="39815"/>
                  </a:lnTo>
                  <a:lnTo>
                    <a:pt x="6250508" y="39815"/>
                  </a:lnTo>
                  <a:lnTo>
                    <a:pt x="6250602" y="39815"/>
                  </a:lnTo>
                  <a:lnTo>
                    <a:pt x="6251068" y="39815"/>
                  </a:lnTo>
                  <a:lnTo>
                    <a:pt x="6251161" y="39815"/>
                  </a:lnTo>
                  <a:lnTo>
                    <a:pt x="6251254" y="39815"/>
                  </a:lnTo>
                  <a:lnTo>
                    <a:pt x="6251347" y="39815"/>
                  </a:lnTo>
                  <a:lnTo>
                    <a:pt x="6251441" y="39815"/>
                  </a:lnTo>
                  <a:lnTo>
                    <a:pt x="6251627" y="39815"/>
                  </a:lnTo>
                  <a:lnTo>
                    <a:pt x="6251814" y="39815"/>
                  </a:lnTo>
                  <a:lnTo>
                    <a:pt x="6251907" y="39815"/>
                  </a:lnTo>
                  <a:lnTo>
                    <a:pt x="6252000" y="39815"/>
                  </a:lnTo>
                  <a:lnTo>
                    <a:pt x="6252187" y="39815"/>
                  </a:lnTo>
                  <a:lnTo>
                    <a:pt x="6252280" y="39815"/>
                  </a:lnTo>
                  <a:lnTo>
                    <a:pt x="6252373" y="39815"/>
                  </a:lnTo>
                  <a:lnTo>
                    <a:pt x="6252466" y="39815"/>
                  </a:lnTo>
                  <a:lnTo>
                    <a:pt x="6252933" y="39815"/>
                  </a:lnTo>
                  <a:lnTo>
                    <a:pt x="6253212" y="39815"/>
                  </a:lnTo>
                  <a:lnTo>
                    <a:pt x="6253306" y="39815"/>
                  </a:lnTo>
                  <a:lnTo>
                    <a:pt x="6253399" y="39815"/>
                  </a:lnTo>
                  <a:lnTo>
                    <a:pt x="6253492" y="39815"/>
                  </a:lnTo>
                  <a:lnTo>
                    <a:pt x="6253585" y="39815"/>
                  </a:lnTo>
                  <a:lnTo>
                    <a:pt x="6253679" y="39815"/>
                  </a:lnTo>
                  <a:lnTo>
                    <a:pt x="6253772" y="39815"/>
                  </a:lnTo>
                  <a:lnTo>
                    <a:pt x="6254052" y="39815"/>
                  </a:lnTo>
                  <a:lnTo>
                    <a:pt x="6254145" y="39815"/>
                  </a:lnTo>
                  <a:lnTo>
                    <a:pt x="6254238" y="39815"/>
                  </a:lnTo>
                  <a:lnTo>
                    <a:pt x="6254331" y="39815"/>
                  </a:lnTo>
                  <a:lnTo>
                    <a:pt x="6254425" y="39815"/>
                  </a:lnTo>
                  <a:lnTo>
                    <a:pt x="6254518" y="39815"/>
                  </a:lnTo>
                  <a:lnTo>
                    <a:pt x="6254518" y="29861"/>
                  </a:lnTo>
                  <a:lnTo>
                    <a:pt x="6254611" y="29861"/>
                  </a:lnTo>
                  <a:lnTo>
                    <a:pt x="6254704" y="29861"/>
                  </a:lnTo>
                  <a:lnTo>
                    <a:pt x="6254798" y="29861"/>
                  </a:lnTo>
                  <a:lnTo>
                    <a:pt x="6254984" y="29861"/>
                  </a:lnTo>
                  <a:lnTo>
                    <a:pt x="6255077" y="29861"/>
                  </a:lnTo>
                  <a:lnTo>
                    <a:pt x="6255171" y="29861"/>
                  </a:lnTo>
                  <a:lnTo>
                    <a:pt x="6255264" y="29861"/>
                  </a:lnTo>
                  <a:lnTo>
                    <a:pt x="6255450" y="29861"/>
                  </a:lnTo>
                  <a:lnTo>
                    <a:pt x="6255544" y="29861"/>
                  </a:lnTo>
                  <a:lnTo>
                    <a:pt x="6255730" y="29861"/>
                  </a:lnTo>
                  <a:lnTo>
                    <a:pt x="6255917" y="29861"/>
                  </a:lnTo>
                  <a:lnTo>
                    <a:pt x="6256103" y="29861"/>
                  </a:lnTo>
                  <a:lnTo>
                    <a:pt x="6256569" y="29861"/>
                  </a:lnTo>
                  <a:lnTo>
                    <a:pt x="6256663" y="29861"/>
                  </a:lnTo>
                  <a:lnTo>
                    <a:pt x="6256756" y="29861"/>
                  </a:lnTo>
                  <a:lnTo>
                    <a:pt x="6256849" y="29861"/>
                  </a:lnTo>
                  <a:lnTo>
                    <a:pt x="6256942" y="29861"/>
                  </a:lnTo>
                  <a:lnTo>
                    <a:pt x="6257129" y="29861"/>
                  </a:lnTo>
                  <a:lnTo>
                    <a:pt x="6257409" y="29861"/>
                  </a:lnTo>
                  <a:lnTo>
                    <a:pt x="6257502" y="29861"/>
                  </a:lnTo>
                  <a:lnTo>
                    <a:pt x="6257595" y="29861"/>
                  </a:lnTo>
                  <a:lnTo>
                    <a:pt x="6257688" y="29861"/>
                  </a:lnTo>
                  <a:lnTo>
                    <a:pt x="6257782" y="29861"/>
                  </a:lnTo>
                  <a:lnTo>
                    <a:pt x="6257875" y="29861"/>
                  </a:lnTo>
                  <a:lnTo>
                    <a:pt x="6257968" y="29861"/>
                  </a:lnTo>
                  <a:lnTo>
                    <a:pt x="6258061" y="29861"/>
                  </a:lnTo>
                  <a:lnTo>
                    <a:pt x="6258154" y="29861"/>
                  </a:lnTo>
                  <a:lnTo>
                    <a:pt x="6258248" y="29861"/>
                  </a:lnTo>
                  <a:lnTo>
                    <a:pt x="6258434" y="29861"/>
                  </a:lnTo>
                  <a:lnTo>
                    <a:pt x="6258527" y="29861"/>
                  </a:lnTo>
                  <a:lnTo>
                    <a:pt x="6258621" y="29861"/>
                  </a:lnTo>
                  <a:lnTo>
                    <a:pt x="6258714" y="29861"/>
                  </a:lnTo>
                  <a:lnTo>
                    <a:pt x="6258807" y="29861"/>
                  </a:lnTo>
                  <a:lnTo>
                    <a:pt x="6258994" y="29861"/>
                  </a:lnTo>
                  <a:lnTo>
                    <a:pt x="6259087" y="29861"/>
                  </a:lnTo>
                  <a:lnTo>
                    <a:pt x="6259180" y="29861"/>
                  </a:lnTo>
                  <a:lnTo>
                    <a:pt x="6259460" y="29861"/>
                  </a:lnTo>
                  <a:lnTo>
                    <a:pt x="6259553" y="29861"/>
                  </a:lnTo>
                  <a:lnTo>
                    <a:pt x="6259740" y="29861"/>
                  </a:lnTo>
                  <a:lnTo>
                    <a:pt x="6259833" y="29861"/>
                  </a:lnTo>
                  <a:lnTo>
                    <a:pt x="6259926" y="29861"/>
                  </a:lnTo>
                  <a:lnTo>
                    <a:pt x="6260019" y="29861"/>
                  </a:lnTo>
                  <a:lnTo>
                    <a:pt x="6260113" y="29861"/>
                  </a:lnTo>
                  <a:lnTo>
                    <a:pt x="6260206" y="29861"/>
                  </a:lnTo>
                  <a:lnTo>
                    <a:pt x="6260299" y="29861"/>
                  </a:lnTo>
                  <a:lnTo>
                    <a:pt x="6260486" y="29861"/>
                  </a:lnTo>
                  <a:lnTo>
                    <a:pt x="6260579" y="29861"/>
                  </a:lnTo>
                  <a:lnTo>
                    <a:pt x="6260672" y="29861"/>
                  </a:lnTo>
                  <a:lnTo>
                    <a:pt x="6260765" y="29861"/>
                  </a:lnTo>
                  <a:lnTo>
                    <a:pt x="6260859" y="29861"/>
                  </a:lnTo>
                  <a:lnTo>
                    <a:pt x="6261045" y="29861"/>
                  </a:lnTo>
                  <a:lnTo>
                    <a:pt x="6261138" y="29861"/>
                  </a:lnTo>
                  <a:lnTo>
                    <a:pt x="6261325" y="29861"/>
                  </a:lnTo>
                  <a:lnTo>
                    <a:pt x="6261418" y="29861"/>
                  </a:lnTo>
                  <a:lnTo>
                    <a:pt x="6261511" y="29861"/>
                  </a:lnTo>
                  <a:lnTo>
                    <a:pt x="6261605" y="29861"/>
                  </a:lnTo>
                  <a:lnTo>
                    <a:pt x="6261791" y="29861"/>
                  </a:lnTo>
                  <a:lnTo>
                    <a:pt x="6261884" y="29861"/>
                  </a:lnTo>
                  <a:lnTo>
                    <a:pt x="6261978" y="29861"/>
                  </a:lnTo>
                  <a:lnTo>
                    <a:pt x="6262071" y="29861"/>
                  </a:lnTo>
                  <a:lnTo>
                    <a:pt x="6262257" y="29861"/>
                  </a:lnTo>
                  <a:lnTo>
                    <a:pt x="6262444" y="29861"/>
                  </a:lnTo>
                  <a:lnTo>
                    <a:pt x="6262537" y="29861"/>
                  </a:lnTo>
                  <a:lnTo>
                    <a:pt x="6262630" y="29861"/>
                  </a:lnTo>
                  <a:lnTo>
                    <a:pt x="6262910" y="29861"/>
                  </a:lnTo>
                  <a:lnTo>
                    <a:pt x="6263003" y="29861"/>
                  </a:lnTo>
                  <a:lnTo>
                    <a:pt x="6263190" y="29861"/>
                  </a:lnTo>
                  <a:lnTo>
                    <a:pt x="6263283" y="29861"/>
                  </a:lnTo>
                  <a:lnTo>
                    <a:pt x="6263376" y="29861"/>
                  </a:lnTo>
                  <a:lnTo>
                    <a:pt x="6263470" y="29861"/>
                  </a:lnTo>
                  <a:lnTo>
                    <a:pt x="6263563" y="29861"/>
                  </a:lnTo>
                  <a:lnTo>
                    <a:pt x="6263656" y="29861"/>
                  </a:lnTo>
                  <a:lnTo>
                    <a:pt x="6263749" y="29861"/>
                  </a:lnTo>
                  <a:lnTo>
                    <a:pt x="6263936" y="29861"/>
                  </a:lnTo>
                  <a:lnTo>
                    <a:pt x="6264122" y="29861"/>
                  </a:lnTo>
                  <a:lnTo>
                    <a:pt x="6264216" y="29861"/>
                  </a:lnTo>
                  <a:lnTo>
                    <a:pt x="6264309" y="29861"/>
                  </a:lnTo>
                  <a:lnTo>
                    <a:pt x="6264402" y="29861"/>
                  </a:lnTo>
                  <a:lnTo>
                    <a:pt x="6264589" y="29861"/>
                  </a:lnTo>
                  <a:lnTo>
                    <a:pt x="6264868" y="29861"/>
                  </a:lnTo>
                  <a:lnTo>
                    <a:pt x="6265055" y="29861"/>
                  </a:lnTo>
                  <a:lnTo>
                    <a:pt x="6265334" y="29861"/>
                  </a:lnTo>
                  <a:lnTo>
                    <a:pt x="6265428" y="29861"/>
                  </a:lnTo>
                  <a:lnTo>
                    <a:pt x="6265707" y="29861"/>
                  </a:lnTo>
                  <a:lnTo>
                    <a:pt x="6265801" y="29861"/>
                  </a:lnTo>
                  <a:lnTo>
                    <a:pt x="6265987" y="29861"/>
                  </a:lnTo>
                  <a:lnTo>
                    <a:pt x="6266174" y="29861"/>
                  </a:lnTo>
                  <a:lnTo>
                    <a:pt x="6266267" y="29861"/>
                  </a:lnTo>
                  <a:lnTo>
                    <a:pt x="6266453" y="29861"/>
                  </a:lnTo>
                  <a:lnTo>
                    <a:pt x="6266640" y="29861"/>
                  </a:lnTo>
                  <a:lnTo>
                    <a:pt x="6266733" y="29861"/>
                  </a:lnTo>
                  <a:lnTo>
                    <a:pt x="6266826" y="19907"/>
                  </a:lnTo>
                  <a:lnTo>
                    <a:pt x="6266920" y="19907"/>
                  </a:lnTo>
                  <a:lnTo>
                    <a:pt x="6267013" y="19907"/>
                  </a:lnTo>
                  <a:lnTo>
                    <a:pt x="6267106" y="19907"/>
                  </a:lnTo>
                  <a:lnTo>
                    <a:pt x="6267199" y="19907"/>
                  </a:lnTo>
                  <a:lnTo>
                    <a:pt x="6267293" y="19907"/>
                  </a:lnTo>
                  <a:lnTo>
                    <a:pt x="6267479" y="19907"/>
                  </a:lnTo>
                  <a:lnTo>
                    <a:pt x="6267572" y="19907"/>
                  </a:lnTo>
                  <a:lnTo>
                    <a:pt x="6267666" y="19907"/>
                  </a:lnTo>
                  <a:lnTo>
                    <a:pt x="6267759" y="19907"/>
                  </a:lnTo>
                  <a:lnTo>
                    <a:pt x="6268132" y="19907"/>
                  </a:lnTo>
                  <a:lnTo>
                    <a:pt x="6268225" y="19907"/>
                  </a:lnTo>
                  <a:lnTo>
                    <a:pt x="6268318" y="19907"/>
                  </a:lnTo>
                  <a:lnTo>
                    <a:pt x="6268412" y="19907"/>
                  </a:lnTo>
                  <a:lnTo>
                    <a:pt x="6268505" y="19907"/>
                  </a:lnTo>
                  <a:lnTo>
                    <a:pt x="6268878" y="19907"/>
                  </a:lnTo>
                  <a:lnTo>
                    <a:pt x="6268971" y="19907"/>
                  </a:lnTo>
                  <a:lnTo>
                    <a:pt x="6269064" y="19907"/>
                  </a:lnTo>
                  <a:lnTo>
                    <a:pt x="6269158" y="19907"/>
                  </a:lnTo>
                  <a:lnTo>
                    <a:pt x="6269251" y="19907"/>
                  </a:lnTo>
                  <a:lnTo>
                    <a:pt x="6269344" y="19907"/>
                  </a:lnTo>
                  <a:lnTo>
                    <a:pt x="6269437" y="19907"/>
                  </a:lnTo>
                  <a:lnTo>
                    <a:pt x="6269531" y="19907"/>
                  </a:lnTo>
                  <a:lnTo>
                    <a:pt x="6269624" y="19907"/>
                  </a:lnTo>
                  <a:lnTo>
                    <a:pt x="6269717" y="19907"/>
                  </a:lnTo>
                  <a:lnTo>
                    <a:pt x="6269810" y="19907"/>
                  </a:lnTo>
                  <a:lnTo>
                    <a:pt x="6269904" y="19907"/>
                  </a:lnTo>
                  <a:lnTo>
                    <a:pt x="6269997" y="19907"/>
                  </a:lnTo>
                  <a:lnTo>
                    <a:pt x="6270183" y="19907"/>
                  </a:lnTo>
                  <a:lnTo>
                    <a:pt x="6270277" y="19907"/>
                  </a:lnTo>
                  <a:lnTo>
                    <a:pt x="6270463" y="19907"/>
                  </a:lnTo>
                  <a:lnTo>
                    <a:pt x="6270556" y="19907"/>
                  </a:lnTo>
                  <a:lnTo>
                    <a:pt x="6270650" y="19907"/>
                  </a:lnTo>
                  <a:lnTo>
                    <a:pt x="6270836" y="19907"/>
                  </a:lnTo>
                  <a:lnTo>
                    <a:pt x="6271023" y="19907"/>
                  </a:lnTo>
                  <a:lnTo>
                    <a:pt x="6271209" y="19907"/>
                  </a:lnTo>
                  <a:lnTo>
                    <a:pt x="6271396" y="19907"/>
                  </a:lnTo>
                  <a:lnTo>
                    <a:pt x="6271582" y="19907"/>
                  </a:lnTo>
                  <a:lnTo>
                    <a:pt x="6271862" y="19907"/>
                  </a:lnTo>
                  <a:lnTo>
                    <a:pt x="6271955" y="19907"/>
                  </a:lnTo>
                  <a:lnTo>
                    <a:pt x="6272048" y="19907"/>
                  </a:lnTo>
                  <a:lnTo>
                    <a:pt x="6272141" y="19907"/>
                  </a:lnTo>
                  <a:lnTo>
                    <a:pt x="6272235" y="19907"/>
                  </a:lnTo>
                  <a:lnTo>
                    <a:pt x="6274100" y="19907"/>
                  </a:lnTo>
                  <a:lnTo>
                    <a:pt x="6274193" y="19907"/>
                  </a:lnTo>
                  <a:lnTo>
                    <a:pt x="6274286" y="19907"/>
                  </a:lnTo>
                  <a:lnTo>
                    <a:pt x="6274379" y="19907"/>
                  </a:lnTo>
                  <a:lnTo>
                    <a:pt x="6274473" y="19907"/>
                  </a:lnTo>
                  <a:lnTo>
                    <a:pt x="6274566" y="19907"/>
                  </a:lnTo>
                  <a:lnTo>
                    <a:pt x="6274846" y="19907"/>
                  </a:lnTo>
                  <a:lnTo>
                    <a:pt x="6274939" y="19907"/>
                  </a:lnTo>
                  <a:lnTo>
                    <a:pt x="6275125" y="19907"/>
                  </a:lnTo>
                  <a:lnTo>
                    <a:pt x="6275219" y="19907"/>
                  </a:lnTo>
                  <a:lnTo>
                    <a:pt x="6275498" y="19907"/>
                  </a:lnTo>
                  <a:lnTo>
                    <a:pt x="6275592" y="19907"/>
                  </a:lnTo>
                  <a:lnTo>
                    <a:pt x="6275871" y="19907"/>
                  </a:lnTo>
                  <a:lnTo>
                    <a:pt x="6275965" y="19907"/>
                  </a:lnTo>
                  <a:lnTo>
                    <a:pt x="6276058" y="19907"/>
                  </a:lnTo>
                  <a:lnTo>
                    <a:pt x="6276151" y="19907"/>
                  </a:lnTo>
                  <a:lnTo>
                    <a:pt x="6276244" y="19907"/>
                  </a:lnTo>
                  <a:lnTo>
                    <a:pt x="6276338" y="19907"/>
                  </a:lnTo>
                  <a:lnTo>
                    <a:pt x="6276431" y="19907"/>
                  </a:lnTo>
                  <a:lnTo>
                    <a:pt x="6276524" y="19907"/>
                  </a:lnTo>
                  <a:lnTo>
                    <a:pt x="6276617" y="19907"/>
                  </a:lnTo>
                  <a:lnTo>
                    <a:pt x="6276711" y="19907"/>
                  </a:lnTo>
                  <a:lnTo>
                    <a:pt x="6276804" y="19907"/>
                  </a:lnTo>
                  <a:lnTo>
                    <a:pt x="6276897" y="19907"/>
                  </a:lnTo>
                  <a:lnTo>
                    <a:pt x="6276990" y="9953"/>
                  </a:lnTo>
                  <a:lnTo>
                    <a:pt x="6277177" y="9953"/>
                  </a:lnTo>
                  <a:lnTo>
                    <a:pt x="6277270" y="9953"/>
                  </a:lnTo>
                  <a:lnTo>
                    <a:pt x="6277457" y="9953"/>
                  </a:lnTo>
                  <a:lnTo>
                    <a:pt x="6277550" y="9953"/>
                  </a:lnTo>
                  <a:lnTo>
                    <a:pt x="6277643" y="9953"/>
                  </a:lnTo>
                  <a:lnTo>
                    <a:pt x="6277736" y="9953"/>
                  </a:lnTo>
                  <a:lnTo>
                    <a:pt x="6277830" y="9953"/>
                  </a:lnTo>
                  <a:lnTo>
                    <a:pt x="6277923" y="9953"/>
                  </a:lnTo>
                  <a:lnTo>
                    <a:pt x="6278109" y="9953"/>
                  </a:lnTo>
                  <a:lnTo>
                    <a:pt x="6278389" y="9953"/>
                  </a:lnTo>
                  <a:lnTo>
                    <a:pt x="6278482" y="9953"/>
                  </a:lnTo>
                  <a:lnTo>
                    <a:pt x="6278576" y="9953"/>
                  </a:lnTo>
                  <a:lnTo>
                    <a:pt x="6278669" y="9953"/>
                  </a:lnTo>
                  <a:lnTo>
                    <a:pt x="6278762" y="9953"/>
                  </a:lnTo>
                  <a:lnTo>
                    <a:pt x="6278855" y="9953"/>
                  </a:lnTo>
                  <a:lnTo>
                    <a:pt x="6278948" y="9953"/>
                  </a:lnTo>
                  <a:lnTo>
                    <a:pt x="6279042" y="9953"/>
                  </a:lnTo>
                  <a:lnTo>
                    <a:pt x="6279135" y="9953"/>
                  </a:lnTo>
                  <a:lnTo>
                    <a:pt x="6279228" y="9953"/>
                  </a:lnTo>
                  <a:lnTo>
                    <a:pt x="6279321" y="9953"/>
                  </a:lnTo>
                  <a:lnTo>
                    <a:pt x="6279508" y="9953"/>
                  </a:lnTo>
                  <a:lnTo>
                    <a:pt x="6279601" y="9953"/>
                  </a:lnTo>
                  <a:lnTo>
                    <a:pt x="6279694" y="9953"/>
                  </a:lnTo>
                  <a:lnTo>
                    <a:pt x="6279788" y="9953"/>
                  </a:lnTo>
                  <a:lnTo>
                    <a:pt x="6279974" y="9953"/>
                  </a:lnTo>
                  <a:lnTo>
                    <a:pt x="6280161" y="9953"/>
                  </a:lnTo>
                  <a:lnTo>
                    <a:pt x="6280254" y="9953"/>
                  </a:lnTo>
                  <a:lnTo>
                    <a:pt x="6280534" y="9953"/>
                  </a:lnTo>
                  <a:lnTo>
                    <a:pt x="6280627" y="9953"/>
                  </a:lnTo>
                  <a:lnTo>
                    <a:pt x="6280720" y="9953"/>
                  </a:lnTo>
                  <a:lnTo>
                    <a:pt x="6280907" y="9953"/>
                  </a:lnTo>
                  <a:lnTo>
                    <a:pt x="6281000" y="9953"/>
                  </a:lnTo>
                  <a:lnTo>
                    <a:pt x="6281093" y="9953"/>
                  </a:lnTo>
                  <a:lnTo>
                    <a:pt x="6281186" y="9953"/>
                  </a:lnTo>
                  <a:lnTo>
                    <a:pt x="6281373" y="9953"/>
                  </a:lnTo>
                  <a:lnTo>
                    <a:pt x="6281466" y="9953"/>
                  </a:lnTo>
                  <a:lnTo>
                    <a:pt x="6281559" y="9953"/>
                  </a:lnTo>
                  <a:lnTo>
                    <a:pt x="6281746" y="9953"/>
                  </a:lnTo>
                  <a:lnTo>
                    <a:pt x="6281932" y="9953"/>
                  </a:lnTo>
                  <a:lnTo>
                    <a:pt x="6282119" y="9953"/>
                  </a:lnTo>
                  <a:lnTo>
                    <a:pt x="6282212" y="9953"/>
                  </a:lnTo>
                  <a:lnTo>
                    <a:pt x="6282305" y="9953"/>
                  </a:lnTo>
                  <a:lnTo>
                    <a:pt x="6282399" y="9953"/>
                  </a:lnTo>
                  <a:lnTo>
                    <a:pt x="6282678" y="9953"/>
                  </a:lnTo>
                  <a:lnTo>
                    <a:pt x="6282772" y="9953"/>
                  </a:lnTo>
                  <a:lnTo>
                    <a:pt x="6282865" y="9953"/>
                  </a:lnTo>
                  <a:lnTo>
                    <a:pt x="6282958" y="9953"/>
                  </a:lnTo>
                  <a:lnTo>
                    <a:pt x="6283051" y="9953"/>
                  </a:lnTo>
                  <a:lnTo>
                    <a:pt x="6283145" y="9953"/>
                  </a:lnTo>
                  <a:lnTo>
                    <a:pt x="6283238" y="9953"/>
                  </a:lnTo>
                  <a:lnTo>
                    <a:pt x="6283331" y="9953"/>
                  </a:lnTo>
                  <a:lnTo>
                    <a:pt x="6283424" y="9953"/>
                  </a:lnTo>
                  <a:lnTo>
                    <a:pt x="6283518" y="9953"/>
                  </a:lnTo>
                  <a:lnTo>
                    <a:pt x="6283611" y="9953"/>
                  </a:lnTo>
                  <a:lnTo>
                    <a:pt x="6283797" y="9953"/>
                  </a:lnTo>
                  <a:lnTo>
                    <a:pt x="6284077" y="9953"/>
                  </a:lnTo>
                  <a:lnTo>
                    <a:pt x="6284170" y="9953"/>
                  </a:lnTo>
                  <a:lnTo>
                    <a:pt x="6284264" y="9953"/>
                  </a:lnTo>
                  <a:lnTo>
                    <a:pt x="6284357" y="9953"/>
                  </a:lnTo>
                  <a:lnTo>
                    <a:pt x="6284450" y="9953"/>
                  </a:lnTo>
                  <a:lnTo>
                    <a:pt x="6284543" y="9953"/>
                  </a:lnTo>
                  <a:lnTo>
                    <a:pt x="6284637" y="9953"/>
                  </a:lnTo>
                  <a:lnTo>
                    <a:pt x="6284823" y="9953"/>
                  </a:lnTo>
                  <a:lnTo>
                    <a:pt x="6284916" y="9953"/>
                  </a:lnTo>
                  <a:lnTo>
                    <a:pt x="6285010" y="9953"/>
                  </a:lnTo>
                  <a:lnTo>
                    <a:pt x="6285103" y="9953"/>
                  </a:lnTo>
                  <a:lnTo>
                    <a:pt x="6285289" y="9953"/>
                  </a:lnTo>
                  <a:lnTo>
                    <a:pt x="6285383" y="9953"/>
                  </a:lnTo>
                  <a:lnTo>
                    <a:pt x="6285569" y="9953"/>
                  </a:lnTo>
                  <a:lnTo>
                    <a:pt x="6285662" y="9953"/>
                  </a:lnTo>
                  <a:lnTo>
                    <a:pt x="6285849" y="9953"/>
                  </a:lnTo>
                  <a:lnTo>
                    <a:pt x="6285942" y="9953"/>
                  </a:lnTo>
                  <a:lnTo>
                    <a:pt x="6286035" y="9953"/>
                  </a:lnTo>
                  <a:lnTo>
                    <a:pt x="6286128" y="9953"/>
                  </a:lnTo>
                  <a:lnTo>
                    <a:pt x="6286315" y="9953"/>
                  </a:lnTo>
                  <a:lnTo>
                    <a:pt x="6286408" y="9953"/>
                  </a:lnTo>
                  <a:lnTo>
                    <a:pt x="6286501" y="9953"/>
                  </a:lnTo>
                  <a:lnTo>
                    <a:pt x="6286595" y="9953"/>
                  </a:lnTo>
                  <a:lnTo>
                    <a:pt x="6286781" y="9953"/>
                  </a:lnTo>
                  <a:lnTo>
                    <a:pt x="6286874" y="9953"/>
                  </a:lnTo>
                  <a:lnTo>
                    <a:pt x="6286968" y="9953"/>
                  </a:lnTo>
                  <a:lnTo>
                    <a:pt x="6287061" y="9953"/>
                  </a:lnTo>
                  <a:lnTo>
                    <a:pt x="6287247" y="9953"/>
                  </a:lnTo>
                  <a:lnTo>
                    <a:pt x="6287341" y="9953"/>
                  </a:lnTo>
                  <a:lnTo>
                    <a:pt x="6287434" y="9953"/>
                  </a:lnTo>
                  <a:lnTo>
                    <a:pt x="6287527" y="9953"/>
                  </a:lnTo>
                  <a:lnTo>
                    <a:pt x="6287714" y="9953"/>
                  </a:lnTo>
                  <a:lnTo>
                    <a:pt x="6287807" y="9953"/>
                  </a:lnTo>
                  <a:lnTo>
                    <a:pt x="6287900" y="9953"/>
                  </a:lnTo>
                  <a:lnTo>
                    <a:pt x="6287993" y="9953"/>
                  </a:lnTo>
                  <a:lnTo>
                    <a:pt x="6288087" y="9953"/>
                  </a:lnTo>
                  <a:lnTo>
                    <a:pt x="6288180" y="9953"/>
                  </a:lnTo>
                  <a:lnTo>
                    <a:pt x="6288273" y="9953"/>
                  </a:lnTo>
                  <a:lnTo>
                    <a:pt x="6288366" y="9953"/>
                  </a:lnTo>
                  <a:lnTo>
                    <a:pt x="6288460" y="9953"/>
                  </a:lnTo>
                  <a:lnTo>
                    <a:pt x="6288553" y="9953"/>
                  </a:lnTo>
                  <a:lnTo>
                    <a:pt x="6288646" y="9953"/>
                  </a:lnTo>
                  <a:lnTo>
                    <a:pt x="6288739" y="9953"/>
                  </a:lnTo>
                  <a:lnTo>
                    <a:pt x="6288833" y="9953"/>
                  </a:lnTo>
                  <a:lnTo>
                    <a:pt x="6289019" y="9953"/>
                  </a:lnTo>
                  <a:lnTo>
                    <a:pt x="6289112" y="9953"/>
                  </a:lnTo>
                  <a:lnTo>
                    <a:pt x="6289299" y="9953"/>
                  </a:lnTo>
                  <a:lnTo>
                    <a:pt x="6289392" y="9953"/>
                  </a:lnTo>
                  <a:lnTo>
                    <a:pt x="6289485" y="9953"/>
                  </a:lnTo>
                  <a:lnTo>
                    <a:pt x="6289579" y="9953"/>
                  </a:lnTo>
                  <a:lnTo>
                    <a:pt x="6289672" y="9953"/>
                  </a:lnTo>
                  <a:lnTo>
                    <a:pt x="6289765" y="9953"/>
                  </a:lnTo>
                  <a:lnTo>
                    <a:pt x="6289858" y="9953"/>
                  </a:lnTo>
                  <a:lnTo>
                    <a:pt x="6290138" y="9953"/>
                  </a:lnTo>
                  <a:lnTo>
                    <a:pt x="6290511" y="9953"/>
                  </a:lnTo>
                  <a:lnTo>
                    <a:pt x="6290604" y="9953"/>
                  </a:lnTo>
                  <a:lnTo>
                    <a:pt x="6290698" y="9953"/>
                  </a:lnTo>
                  <a:lnTo>
                    <a:pt x="6290791" y="9953"/>
                  </a:lnTo>
                  <a:lnTo>
                    <a:pt x="6290884" y="9953"/>
                  </a:lnTo>
                  <a:lnTo>
                    <a:pt x="6290977" y="9953"/>
                  </a:lnTo>
                  <a:lnTo>
                    <a:pt x="6291071" y="9953"/>
                  </a:lnTo>
                  <a:lnTo>
                    <a:pt x="6291257" y="9953"/>
                  </a:lnTo>
                  <a:lnTo>
                    <a:pt x="6291350" y="9953"/>
                  </a:lnTo>
                  <a:lnTo>
                    <a:pt x="6291537" y="9953"/>
                  </a:lnTo>
                  <a:lnTo>
                    <a:pt x="6291630" y="9953"/>
                  </a:lnTo>
                  <a:lnTo>
                    <a:pt x="6291723" y="9953"/>
                  </a:lnTo>
                  <a:lnTo>
                    <a:pt x="6291817" y="9953"/>
                  </a:lnTo>
                  <a:lnTo>
                    <a:pt x="6291910" y="9953"/>
                  </a:lnTo>
                  <a:lnTo>
                    <a:pt x="6292003" y="9953"/>
                  </a:lnTo>
                  <a:lnTo>
                    <a:pt x="6292096" y="9953"/>
                  </a:lnTo>
                  <a:lnTo>
                    <a:pt x="6292190" y="9953"/>
                  </a:lnTo>
                  <a:lnTo>
                    <a:pt x="6292469" y="9953"/>
                  </a:lnTo>
                  <a:lnTo>
                    <a:pt x="6292656" y="9953"/>
                  </a:lnTo>
                  <a:lnTo>
                    <a:pt x="6292842" y="9953"/>
                  </a:lnTo>
                  <a:lnTo>
                    <a:pt x="6292935" y="9953"/>
                  </a:lnTo>
                  <a:lnTo>
                    <a:pt x="6293029" y="9953"/>
                  </a:lnTo>
                  <a:lnTo>
                    <a:pt x="6293122" y="9953"/>
                  </a:lnTo>
                  <a:lnTo>
                    <a:pt x="6293215" y="9953"/>
                  </a:lnTo>
                  <a:lnTo>
                    <a:pt x="6293308" y="9953"/>
                  </a:lnTo>
                  <a:lnTo>
                    <a:pt x="6293588" y="9953"/>
                  </a:lnTo>
                  <a:lnTo>
                    <a:pt x="6293681" y="9953"/>
                  </a:lnTo>
                  <a:lnTo>
                    <a:pt x="6293775" y="9953"/>
                  </a:lnTo>
                  <a:lnTo>
                    <a:pt x="6293868" y="9953"/>
                  </a:lnTo>
                  <a:lnTo>
                    <a:pt x="6294054" y="9953"/>
                  </a:lnTo>
                  <a:lnTo>
                    <a:pt x="6294334" y="9953"/>
                  </a:lnTo>
                  <a:lnTo>
                    <a:pt x="6294427" y="9953"/>
                  </a:lnTo>
                  <a:lnTo>
                    <a:pt x="6294614" y="9953"/>
                  </a:lnTo>
                  <a:lnTo>
                    <a:pt x="6294707" y="9953"/>
                  </a:lnTo>
                  <a:lnTo>
                    <a:pt x="6294800" y="9953"/>
                  </a:lnTo>
                  <a:lnTo>
                    <a:pt x="6294987" y="9953"/>
                  </a:lnTo>
                  <a:lnTo>
                    <a:pt x="6295080" y="9953"/>
                  </a:lnTo>
                  <a:lnTo>
                    <a:pt x="6295173" y="9953"/>
                  </a:lnTo>
                  <a:lnTo>
                    <a:pt x="6295267" y="9953"/>
                  </a:lnTo>
                  <a:lnTo>
                    <a:pt x="6295453" y="9953"/>
                  </a:lnTo>
                  <a:lnTo>
                    <a:pt x="6295640" y="9953"/>
                  </a:lnTo>
                  <a:lnTo>
                    <a:pt x="6295826" y="9953"/>
                  </a:lnTo>
                  <a:lnTo>
                    <a:pt x="6295919" y="9953"/>
                  </a:lnTo>
                  <a:lnTo>
                    <a:pt x="6296013" y="9953"/>
                  </a:lnTo>
                  <a:lnTo>
                    <a:pt x="6296106" y="9953"/>
                  </a:lnTo>
                  <a:lnTo>
                    <a:pt x="6296665" y="9953"/>
                  </a:lnTo>
                  <a:lnTo>
                    <a:pt x="6296759" y="9953"/>
                  </a:lnTo>
                  <a:lnTo>
                    <a:pt x="6296852" y="9953"/>
                  </a:lnTo>
                  <a:lnTo>
                    <a:pt x="6296945" y="9953"/>
                  </a:lnTo>
                  <a:lnTo>
                    <a:pt x="6297132" y="9953"/>
                  </a:lnTo>
                  <a:lnTo>
                    <a:pt x="6297225" y="9953"/>
                  </a:lnTo>
                  <a:lnTo>
                    <a:pt x="6297318" y="9953"/>
                  </a:lnTo>
                  <a:lnTo>
                    <a:pt x="6297505" y="9953"/>
                  </a:lnTo>
                  <a:lnTo>
                    <a:pt x="6297598" y="9953"/>
                  </a:lnTo>
                  <a:lnTo>
                    <a:pt x="6297691" y="9953"/>
                  </a:lnTo>
                  <a:lnTo>
                    <a:pt x="6297878" y="9953"/>
                  </a:lnTo>
                  <a:lnTo>
                    <a:pt x="6297971" y="9953"/>
                  </a:lnTo>
                  <a:lnTo>
                    <a:pt x="6298064" y="9953"/>
                  </a:lnTo>
                  <a:lnTo>
                    <a:pt x="6298157" y="9953"/>
                  </a:lnTo>
                  <a:lnTo>
                    <a:pt x="6298251" y="9953"/>
                  </a:lnTo>
                  <a:lnTo>
                    <a:pt x="6298437" y="9953"/>
                  </a:lnTo>
                  <a:lnTo>
                    <a:pt x="6298530" y="9953"/>
                  </a:lnTo>
                  <a:lnTo>
                    <a:pt x="6298624" y="9953"/>
                  </a:lnTo>
                  <a:lnTo>
                    <a:pt x="6298717" y="9953"/>
                  </a:lnTo>
                  <a:lnTo>
                    <a:pt x="6298903" y="9953"/>
                  </a:lnTo>
                  <a:lnTo>
                    <a:pt x="6298997" y="9953"/>
                  </a:lnTo>
                  <a:lnTo>
                    <a:pt x="6299090" y="9953"/>
                  </a:lnTo>
                  <a:lnTo>
                    <a:pt x="6299183" y="9953"/>
                  </a:lnTo>
                  <a:lnTo>
                    <a:pt x="6299370" y="9953"/>
                  </a:lnTo>
                  <a:lnTo>
                    <a:pt x="6299463" y="9953"/>
                  </a:lnTo>
                  <a:lnTo>
                    <a:pt x="6299836" y="9953"/>
                  </a:lnTo>
                  <a:lnTo>
                    <a:pt x="6299929" y="9953"/>
                  </a:lnTo>
                  <a:lnTo>
                    <a:pt x="6300022" y="9953"/>
                  </a:lnTo>
                  <a:lnTo>
                    <a:pt x="6300395" y="9953"/>
                  </a:lnTo>
                  <a:lnTo>
                    <a:pt x="6300488" y="9953"/>
                  </a:lnTo>
                  <a:lnTo>
                    <a:pt x="6300582" y="9953"/>
                  </a:lnTo>
                  <a:lnTo>
                    <a:pt x="6300675" y="9953"/>
                  </a:lnTo>
                  <a:lnTo>
                    <a:pt x="6300768" y="9953"/>
                  </a:lnTo>
                  <a:lnTo>
                    <a:pt x="6300861" y="9953"/>
                  </a:lnTo>
                  <a:lnTo>
                    <a:pt x="6300955" y="9953"/>
                  </a:lnTo>
                  <a:lnTo>
                    <a:pt x="6301048" y="9953"/>
                  </a:lnTo>
                  <a:lnTo>
                    <a:pt x="6301141" y="9953"/>
                  </a:lnTo>
                  <a:lnTo>
                    <a:pt x="6301234" y="9953"/>
                  </a:lnTo>
                  <a:lnTo>
                    <a:pt x="6301328" y="9953"/>
                  </a:lnTo>
                  <a:lnTo>
                    <a:pt x="6301514" y="9953"/>
                  </a:lnTo>
                  <a:lnTo>
                    <a:pt x="6301607" y="9953"/>
                  </a:lnTo>
                  <a:lnTo>
                    <a:pt x="6301794" y="9953"/>
                  </a:lnTo>
                  <a:lnTo>
                    <a:pt x="6301887" y="9953"/>
                  </a:lnTo>
                  <a:lnTo>
                    <a:pt x="6302074" y="9953"/>
                  </a:lnTo>
                  <a:lnTo>
                    <a:pt x="6302167" y="9953"/>
                  </a:lnTo>
                  <a:lnTo>
                    <a:pt x="6302260" y="9953"/>
                  </a:lnTo>
                  <a:lnTo>
                    <a:pt x="6302353" y="9953"/>
                  </a:lnTo>
                  <a:lnTo>
                    <a:pt x="6302447" y="9953"/>
                  </a:lnTo>
                  <a:lnTo>
                    <a:pt x="6302540" y="9953"/>
                  </a:lnTo>
                  <a:lnTo>
                    <a:pt x="6302633" y="9953"/>
                  </a:lnTo>
                  <a:lnTo>
                    <a:pt x="6302726" y="9953"/>
                  </a:lnTo>
                  <a:lnTo>
                    <a:pt x="6302820" y="9953"/>
                  </a:lnTo>
                  <a:lnTo>
                    <a:pt x="6302913" y="9953"/>
                  </a:lnTo>
                  <a:lnTo>
                    <a:pt x="6303006" y="9953"/>
                  </a:lnTo>
                  <a:lnTo>
                    <a:pt x="6303099" y="9953"/>
                  </a:lnTo>
                  <a:lnTo>
                    <a:pt x="6303193" y="9953"/>
                  </a:lnTo>
                  <a:lnTo>
                    <a:pt x="6303286" y="9953"/>
                  </a:lnTo>
                  <a:lnTo>
                    <a:pt x="6303379" y="9953"/>
                  </a:lnTo>
                  <a:lnTo>
                    <a:pt x="6303472" y="9953"/>
                  </a:lnTo>
                  <a:lnTo>
                    <a:pt x="6303566" y="9953"/>
                  </a:lnTo>
                  <a:lnTo>
                    <a:pt x="6303659" y="9953"/>
                  </a:lnTo>
                  <a:lnTo>
                    <a:pt x="6303752" y="9953"/>
                  </a:lnTo>
                  <a:lnTo>
                    <a:pt x="6303845" y="9953"/>
                  </a:lnTo>
                  <a:lnTo>
                    <a:pt x="6303939" y="9953"/>
                  </a:lnTo>
                  <a:lnTo>
                    <a:pt x="6304032" y="9953"/>
                  </a:lnTo>
                  <a:lnTo>
                    <a:pt x="6304125" y="9953"/>
                  </a:lnTo>
                  <a:lnTo>
                    <a:pt x="6304218" y="9953"/>
                  </a:lnTo>
                  <a:lnTo>
                    <a:pt x="6304312" y="9953"/>
                  </a:lnTo>
                  <a:lnTo>
                    <a:pt x="6304591" y="9953"/>
                  </a:lnTo>
                  <a:lnTo>
                    <a:pt x="6304685" y="9953"/>
                  </a:lnTo>
                  <a:lnTo>
                    <a:pt x="6304778" y="9953"/>
                  </a:lnTo>
                  <a:lnTo>
                    <a:pt x="6304871" y="9953"/>
                  </a:lnTo>
                  <a:lnTo>
                    <a:pt x="6305058" y="9953"/>
                  </a:lnTo>
                  <a:lnTo>
                    <a:pt x="6305244" y="9953"/>
                  </a:lnTo>
                  <a:lnTo>
                    <a:pt x="6305337" y="9953"/>
                  </a:lnTo>
                  <a:lnTo>
                    <a:pt x="6305524" y="9953"/>
                  </a:lnTo>
                  <a:lnTo>
                    <a:pt x="6305710" y="9953"/>
                  </a:lnTo>
                  <a:lnTo>
                    <a:pt x="6305804" y="9953"/>
                  </a:lnTo>
                  <a:lnTo>
                    <a:pt x="6305897" y="9953"/>
                  </a:lnTo>
                  <a:lnTo>
                    <a:pt x="6305990" y="9953"/>
                  </a:lnTo>
                  <a:lnTo>
                    <a:pt x="6306083" y="9953"/>
                  </a:lnTo>
                  <a:lnTo>
                    <a:pt x="6306177" y="9953"/>
                  </a:lnTo>
                  <a:lnTo>
                    <a:pt x="6306270" y="9953"/>
                  </a:lnTo>
                  <a:lnTo>
                    <a:pt x="6306363" y="9953"/>
                  </a:lnTo>
                  <a:lnTo>
                    <a:pt x="6306456" y="9953"/>
                  </a:lnTo>
                  <a:lnTo>
                    <a:pt x="6306643" y="9953"/>
                  </a:lnTo>
                  <a:lnTo>
                    <a:pt x="6306736" y="9953"/>
                  </a:lnTo>
                  <a:lnTo>
                    <a:pt x="6306922" y="9953"/>
                  </a:lnTo>
                  <a:lnTo>
                    <a:pt x="6307016" y="9953"/>
                  </a:lnTo>
                  <a:lnTo>
                    <a:pt x="6307109" y="9953"/>
                  </a:lnTo>
                  <a:lnTo>
                    <a:pt x="6307202" y="9953"/>
                  </a:lnTo>
                  <a:lnTo>
                    <a:pt x="6307295" y="9953"/>
                  </a:lnTo>
                  <a:lnTo>
                    <a:pt x="6307389" y="9953"/>
                  </a:lnTo>
                  <a:lnTo>
                    <a:pt x="6307575" y="9953"/>
                  </a:lnTo>
                  <a:lnTo>
                    <a:pt x="6307668" y="9953"/>
                  </a:lnTo>
                  <a:lnTo>
                    <a:pt x="6307948" y="9953"/>
                  </a:lnTo>
                  <a:lnTo>
                    <a:pt x="6308228" y="9953"/>
                  </a:lnTo>
                  <a:lnTo>
                    <a:pt x="6308321" y="9953"/>
                  </a:lnTo>
                  <a:lnTo>
                    <a:pt x="6308414" y="9953"/>
                  </a:lnTo>
                  <a:lnTo>
                    <a:pt x="6308601" y="9953"/>
                  </a:lnTo>
                  <a:lnTo>
                    <a:pt x="6308694" y="9953"/>
                  </a:lnTo>
                  <a:lnTo>
                    <a:pt x="6308787" y="9953"/>
                  </a:lnTo>
                  <a:lnTo>
                    <a:pt x="6308881" y="9953"/>
                  </a:lnTo>
                  <a:lnTo>
                    <a:pt x="6308974" y="9953"/>
                  </a:lnTo>
                  <a:lnTo>
                    <a:pt x="6309067" y="9953"/>
                  </a:lnTo>
                  <a:lnTo>
                    <a:pt x="6309254" y="9953"/>
                  </a:lnTo>
                  <a:lnTo>
                    <a:pt x="6309347" y="9953"/>
                  </a:lnTo>
                  <a:lnTo>
                    <a:pt x="6309440" y="9953"/>
                  </a:lnTo>
                  <a:lnTo>
                    <a:pt x="6309533" y="9953"/>
                  </a:lnTo>
                  <a:lnTo>
                    <a:pt x="6309627" y="9953"/>
                  </a:lnTo>
                  <a:lnTo>
                    <a:pt x="6309813" y="9953"/>
                  </a:lnTo>
                  <a:lnTo>
                    <a:pt x="6309906" y="9953"/>
                  </a:lnTo>
                  <a:lnTo>
                    <a:pt x="6310000" y="9953"/>
                  </a:lnTo>
                  <a:lnTo>
                    <a:pt x="6310093" y="9953"/>
                  </a:lnTo>
                  <a:lnTo>
                    <a:pt x="6310186" y="9953"/>
                  </a:lnTo>
                  <a:lnTo>
                    <a:pt x="6310279" y="9953"/>
                  </a:lnTo>
                  <a:lnTo>
                    <a:pt x="6310466" y="9953"/>
                  </a:lnTo>
                  <a:lnTo>
                    <a:pt x="6310559" y="9953"/>
                  </a:lnTo>
                  <a:lnTo>
                    <a:pt x="6310652" y="9953"/>
                  </a:lnTo>
                  <a:lnTo>
                    <a:pt x="6310746" y="9953"/>
                  </a:lnTo>
                  <a:lnTo>
                    <a:pt x="6310839" y="9953"/>
                  </a:lnTo>
                  <a:lnTo>
                    <a:pt x="6311025" y="9953"/>
                  </a:lnTo>
                  <a:lnTo>
                    <a:pt x="6311119" y="9953"/>
                  </a:lnTo>
                  <a:lnTo>
                    <a:pt x="6311212" y="9953"/>
                  </a:lnTo>
                  <a:lnTo>
                    <a:pt x="6311398" y="9953"/>
                  </a:lnTo>
                  <a:lnTo>
                    <a:pt x="6311585" y="9953"/>
                  </a:lnTo>
                  <a:lnTo>
                    <a:pt x="6311678" y="9953"/>
                  </a:lnTo>
                  <a:lnTo>
                    <a:pt x="6311771" y="9953"/>
                  </a:lnTo>
                  <a:lnTo>
                    <a:pt x="6311865" y="9953"/>
                  </a:lnTo>
                  <a:lnTo>
                    <a:pt x="6311958" y="9953"/>
                  </a:lnTo>
                  <a:lnTo>
                    <a:pt x="6312144" y="9953"/>
                  </a:lnTo>
                  <a:lnTo>
                    <a:pt x="6312238" y="9953"/>
                  </a:lnTo>
                  <a:lnTo>
                    <a:pt x="6312331" y="9953"/>
                  </a:lnTo>
                  <a:lnTo>
                    <a:pt x="6312517" y="9953"/>
                  </a:lnTo>
                  <a:lnTo>
                    <a:pt x="6312611" y="9953"/>
                  </a:lnTo>
                  <a:lnTo>
                    <a:pt x="6312704" y="9953"/>
                  </a:lnTo>
                  <a:lnTo>
                    <a:pt x="6312797" y="9953"/>
                  </a:lnTo>
                  <a:lnTo>
                    <a:pt x="6312890" y="9953"/>
                  </a:lnTo>
                  <a:lnTo>
                    <a:pt x="6312984" y="9953"/>
                  </a:lnTo>
                  <a:lnTo>
                    <a:pt x="6313170" y="9953"/>
                  </a:lnTo>
                  <a:lnTo>
                    <a:pt x="6313263" y="9953"/>
                  </a:lnTo>
                  <a:lnTo>
                    <a:pt x="6313357" y="9953"/>
                  </a:lnTo>
                  <a:lnTo>
                    <a:pt x="6313543" y="9953"/>
                  </a:lnTo>
                  <a:lnTo>
                    <a:pt x="6313636" y="9953"/>
                  </a:lnTo>
                  <a:lnTo>
                    <a:pt x="6313823" y="9953"/>
                  </a:lnTo>
                  <a:lnTo>
                    <a:pt x="6313916" y="9953"/>
                  </a:lnTo>
                  <a:lnTo>
                    <a:pt x="6314102" y="9953"/>
                  </a:lnTo>
                  <a:lnTo>
                    <a:pt x="6314196" y="9953"/>
                  </a:lnTo>
                  <a:lnTo>
                    <a:pt x="6314382" y="9953"/>
                  </a:lnTo>
                  <a:lnTo>
                    <a:pt x="6314475" y="9953"/>
                  </a:lnTo>
                  <a:lnTo>
                    <a:pt x="6314569" y="9953"/>
                  </a:lnTo>
                  <a:lnTo>
                    <a:pt x="6314662" y="9953"/>
                  </a:lnTo>
                  <a:lnTo>
                    <a:pt x="6314848" y="9953"/>
                  </a:lnTo>
                  <a:lnTo>
                    <a:pt x="6314942" y="9953"/>
                  </a:lnTo>
                  <a:lnTo>
                    <a:pt x="6315035" y="9953"/>
                  </a:lnTo>
                  <a:lnTo>
                    <a:pt x="6315128" y="9953"/>
                  </a:lnTo>
                  <a:lnTo>
                    <a:pt x="6315221" y="9953"/>
                  </a:lnTo>
                  <a:lnTo>
                    <a:pt x="6315408" y="9953"/>
                  </a:lnTo>
                  <a:lnTo>
                    <a:pt x="6315501" y="9953"/>
                  </a:lnTo>
                  <a:lnTo>
                    <a:pt x="6315594" y="9953"/>
                  </a:lnTo>
                  <a:lnTo>
                    <a:pt x="6315688" y="9953"/>
                  </a:lnTo>
                  <a:lnTo>
                    <a:pt x="6315781" y="9953"/>
                  </a:lnTo>
                  <a:lnTo>
                    <a:pt x="6316061" y="9953"/>
                  </a:lnTo>
                  <a:lnTo>
                    <a:pt x="6316154" y="9953"/>
                  </a:lnTo>
                  <a:lnTo>
                    <a:pt x="6316340" y="9953"/>
                  </a:lnTo>
                  <a:lnTo>
                    <a:pt x="6316434" y="9953"/>
                  </a:lnTo>
                  <a:lnTo>
                    <a:pt x="6316527" y="9953"/>
                  </a:lnTo>
                  <a:lnTo>
                    <a:pt x="6316620" y="9953"/>
                  </a:lnTo>
                  <a:lnTo>
                    <a:pt x="6316713" y="9953"/>
                  </a:lnTo>
                  <a:lnTo>
                    <a:pt x="6316807" y="9953"/>
                  </a:lnTo>
                  <a:lnTo>
                    <a:pt x="6316900" y="9953"/>
                  </a:lnTo>
                  <a:lnTo>
                    <a:pt x="6317180" y="9953"/>
                  </a:lnTo>
                  <a:lnTo>
                    <a:pt x="6317273" y="9953"/>
                  </a:lnTo>
                  <a:lnTo>
                    <a:pt x="6317366" y="9953"/>
                  </a:lnTo>
                  <a:lnTo>
                    <a:pt x="6317459" y="9953"/>
                  </a:lnTo>
                  <a:lnTo>
                    <a:pt x="6317553" y="9953"/>
                  </a:lnTo>
                  <a:lnTo>
                    <a:pt x="6317739" y="9953"/>
                  </a:lnTo>
                  <a:lnTo>
                    <a:pt x="6317832" y="9953"/>
                  </a:lnTo>
                  <a:lnTo>
                    <a:pt x="6317926" y="9953"/>
                  </a:lnTo>
                  <a:lnTo>
                    <a:pt x="6318112" y="9953"/>
                  </a:lnTo>
                  <a:lnTo>
                    <a:pt x="6318205" y="9953"/>
                  </a:lnTo>
                  <a:lnTo>
                    <a:pt x="6318299" y="9953"/>
                  </a:lnTo>
                  <a:lnTo>
                    <a:pt x="6318392" y="9953"/>
                  </a:lnTo>
                  <a:lnTo>
                    <a:pt x="6318485" y="9953"/>
                  </a:lnTo>
                  <a:lnTo>
                    <a:pt x="6318672" y="9953"/>
                  </a:lnTo>
                  <a:lnTo>
                    <a:pt x="6318765" y="9953"/>
                  </a:lnTo>
                  <a:lnTo>
                    <a:pt x="6318858" y="9953"/>
                  </a:lnTo>
                  <a:lnTo>
                    <a:pt x="6318951" y="9953"/>
                  </a:lnTo>
                  <a:lnTo>
                    <a:pt x="6319045" y="9953"/>
                  </a:lnTo>
                  <a:lnTo>
                    <a:pt x="6319231" y="9953"/>
                  </a:lnTo>
                  <a:lnTo>
                    <a:pt x="6319324" y="9953"/>
                  </a:lnTo>
                  <a:lnTo>
                    <a:pt x="6319604" y="9953"/>
                  </a:lnTo>
                  <a:lnTo>
                    <a:pt x="6319697" y="9953"/>
                  </a:lnTo>
                  <a:lnTo>
                    <a:pt x="6319791" y="9953"/>
                  </a:lnTo>
                  <a:lnTo>
                    <a:pt x="6319884" y="9953"/>
                  </a:lnTo>
                  <a:lnTo>
                    <a:pt x="6320164" y="9953"/>
                  </a:lnTo>
                  <a:lnTo>
                    <a:pt x="6320257" y="9953"/>
                  </a:lnTo>
                  <a:lnTo>
                    <a:pt x="6320350" y="9953"/>
                  </a:lnTo>
                  <a:lnTo>
                    <a:pt x="6320536" y="9953"/>
                  </a:lnTo>
                  <a:lnTo>
                    <a:pt x="6320723" y="9953"/>
                  </a:lnTo>
                  <a:lnTo>
                    <a:pt x="6320816" y="9953"/>
                  </a:lnTo>
                  <a:lnTo>
                    <a:pt x="6320909" y="9953"/>
                  </a:lnTo>
                  <a:lnTo>
                    <a:pt x="6321003" y="9953"/>
                  </a:lnTo>
                  <a:lnTo>
                    <a:pt x="6321096" y="9953"/>
                  </a:lnTo>
                  <a:lnTo>
                    <a:pt x="6321189" y="9953"/>
                  </a:lnTo>
                  <a:lnTo>
                    <a:pt x="6321282" y="9953"/>
                  </a:lnTo>
                  <a:lnTo>
                    <a:pt x="6321376" y="9953"/>
                  </a:lnTo>
                  <a:lnTo>
                    <a:pt x="6321562" y="9953"/>
                  </a:lnTo>
                  <a:lnTo>
                    <a:pt x="6321655" y="9953"/>
                  </a:lnTo>
                  <a:lnTo>
                    <a:pt x="6321749" y="9953"/>
                  </a:lnTo>
                  <a:lnTo>
                    <a:pt x="6321935" y="9953"/>
                  </a:lnTo>
                  <a:lnTo>
                    <a:pt x="6322028" y="9953"/>
                  </a:lnTo>
                  <a:lnTo>
                    <a:pt x="6322122" y="9953"/>
                  </a:lnTo>
                  <a:lnTo>
                    <a:pt x="6322215" y="9953"/>
                  </a:lnTo>
                  <a:lnTo>
                    <a:pt x="6322308" y="9953"/>
                  </a:lnTo>
                  <a:lnTo>
                    <a:pt x="6322401" y="9953"/>
                  </a:lnTo>
                  <a:lnTo>
                    <a:pt x="6322495" y="9953"/>
                  </a:lnTo>
                  <a:lnTo>
                    <a:pt x="6322588" y="9953"/>
                  </a:lnTo>
                  <a:lnTo>
                    <a:pt x="6322681" y="9953"/>
                  </a:lnTo>
                  <a:lnTo>
                    <a:pt x="6323334" y="9953"/>
                  </a:lnTo>
                  <a:lnTo>
                    <a:pt x="6323427" y="9953"/>
                  </a:lnTo>
                  <a:lnTo>
                    <a:pt x="6323520" y="9953"/>
                  </a:lnTo>
                  <a:lnTo>
                    <a:pt x="6323614" y="9953"/>
                  </a:lnTo>
                  <a:lnTo>
                    <a:pt x="6323707" y="9953"/>
                  </a:lnTo>
                  <a:lnTo>
                    <a:pt x="6323800" y="9953"/>
                  </a:lnTo>
                  <a:lnTo>
                    <a:pt x="6323893" y="9953"/>
                  </a:lnTo>
                  <a:lnTo>
                    <a:pt x="6323987" y="9953"/>
                  </a:lnTo>
                  <a:lnTo>
                    <a:pt x="6324080" y="9953"/>
                  </a:lnTo>
                  <a:lnTo>
                    <a:pt x="6324173" y="9953"/>
                  </a:lnTo>
                  <a:lnTo>
                    <a:pt x="6324266" y="9953"/>
                  </a:lnTo>
                  <a:lnTo>
                    <a:pt x="6324360" y="9953"/>
                  </a:lnTo>
                  <a:lnTo>
                    <a:pt x="6324453" y="9953"/>
                  </a:lnTo>
                  <a:lnTo>
                    <a:pt x="6324546" y="9953"/>
                  </a:lnTo>
                  <a:lnTo>
                    <a:pt x="6324639" y="9953"/>
                  </a:lnTo>
                  <a:lnTo>
                    <a:pt x="6324733" y="9953"/>
                  </a:lnTo>
                  <a:lnTo>
                    <a:pt x="6324826" y="9953"/>
                  </a:lnTo>
                  <a:lnTo>
                    <a:pt x="6324919" y="9953"/>
                  </a:lnTo>
                  <a:lnTo>
                    <a:pt x="6325012" y="9953"/>
                  </a:lnTo>
                  <a:lnTo>
                    <a:pt x="6325199" y="9953"/>
                  </a:lnTo>
                  <a:lnTo>
                    <a:pt x="6325385" y="9953"/>
                  </a:lnTo>
                  <a:lnTo>
                    <a:pt x="6325479" y="9953"/>
                  </a:lnTo>
                  <a:lnTo>
                    <a:pt x="6325572" y="9953"/>
                  </a:lnTo>
                  <a:lnTo>
                    <a:pt x="6325665" y="9953"/>
                  </a:lnTo>
                  <a:lnTo>
                    <a:pt x="6325758" y="9953"/>
                  </a:lnTo>
                  <a:lnTo>
                    <a:pt x="6325852" y="9953"/>
                  </a:lnTo>
                  <a:lnTo>
                    <a:pt x="6325945" y="9953"/>
                  </a:lnTo>
                  <a:lnTo>
                    <a:pt x="6326038" y="9953"/>
                  </a:lnTo>
                  <a:lnTo>
                    <a:pt x="6326131" y="9953"/>
                  </a:lnTo>
                  <a:lnTo>
                    <a:pt x="6326225" y="9953"/>
                  </a:lnTo>
                  <a:lnTo>
                    <a:pt x="6326318" y="9953"/>
                  </a:lnTo>
                  <a:lnTo>
                    <a:pt x="6326411" y="9953"/>
                  </a:lnTo>
                  <a:lnTo>
                    <a:pt x="6326504" y="9953"/>
                  </a:lnTo>
                  <a:lnTo>
                    <a:pt x="6326598" y="0"/>
                  </a:lnTo>
                  <a:lnTo>
                    <a:pt x="6326598" y="0"/>
                  </a:lnTo>
                  <a:lnTo>
                    <a:pt x="6326691" y="0"/>
                  </a:lnTo>
                  <a:lnTo>
                    <a:pt x="6326784" y="0"/>
                  </a:lnTo>
                  <a:lnTo>
                    <a:pt x="6326877" y="0"/>
                  </a:lnTo>
                  <a:lnTo>
                    <a:pt x="6326971" y="0"/>
                  </a:lnTo>
                  <a:lnTo>
                    <a:pt x="6327064" y="0"/>
                  </a:lnTo>
                  <a:lnTo>
                    <a:pt x="6327157" y="0"/>
                  </a:lnTo>
                  <a:lnTo>
                    <a:pt x="6327250" y="0"/>
                  </a:lnTo>
                  <a:lnTo>
                    <a:pt x="6327343" y="0"/>
                  </a:lnTo>
                  <a:lnTo>
                    <a:pt x="6327437" y="0"/>
                  </a:lnTo>
                  <a:lnTo>
                    <a:pt x="6327530" y="0"/>
                  </a:lnTo>
                  <a:lnTo>
                    <a:pt x="6327810" y="0"/>
                  </a:lnTo>
                  <a:lnTo>
                    <a:pt x="6327903" y="0"/>
                  </a:lnTo>
                  <a:lnTo>
                    <a:pt x="6327996" y="0"/>
                  </a:lnTo>
                  <a:lnTo>
                    <a:pt x="6328089" y="0"/>
                  </a:lnTo>
                  <a:lnTo>
                    <a:pt x="6328183" y="0"/>
                  </a:lnTo>
                  <a:lnTo>
                    <a:pt x="6328369" y="0"/>
                  </a:lnTo>
                  <a:lnTo>
                    <a:pt x="6328462" y="0"/>
                  </a:lnTo>
                  <a:lnTo>
                    <a:pt x="6328556" y="0"/>
                  </a:lnTo>
                  <a:lnTo>
                    <a:pt x="6328649" y="0"/>
                  </a:lnTo>
                  <a:lnTo>
                    <a:pt x="6328742" y="0"/>
                  </a:lnTo>
                  <a:lnTo>
                    <a:pt x="6328835" y="0"/>
                  </a:lnTo>
                  <a:lnTo>
                    <a:pt x="6329022" y="0"/>
                  </a:lnTo>
                  <a:lnTo>
                    <a:pt x="6329115" y="0"/>
                  </a:lnTo>
                  <a:lnTo>
                    <a:pt x="6329208" y="0"/>
                  </a:lnTo>
                  <a:lnTo>
                    <a:pt x="6329302" y="0"/>
                  </a:lnTo>
                  <a:lnTo>
                    <a:pt x="6329395" y="0"/>
                  </a:lnTo>
                  <a:lnTo>
                    <a:pt x="6329488" y="0"/>
                  </a:lnTo>
                  <a:lnTo>
                    <a:pt x="6329581" y="0"/>
                  </a:lnTo>
                  <a:lnTo>
                    <a:pt x="6329675" y="0"/>
                  </a:lnTo>
                  <a:lnTo>
                    <a:pt x="6329768" y="0"/>
                  </a:lnTo>
                  <a:lnTo>
                    <a:pt x="6329861" y="0"/>
                  </a:lnTo>
                  <a:lnTo>
                    <a:pt x="6329954" y="0"/>
                  </a:lnTo>
                  <a:lnTo>
                    <a:pt x="6330048" y="0"/>
                  </a:lnTo>
                  <a:lnTo>
                    <a:pt x="6330141" y="0"/>
                  </a:lnTo>
                  <a:lnTo>
                    <a:pt x="6330234" y="0"/>
                  </a:lnTo>
                  <a:lnTo>
                    <a:pt x="6330327" y="0"/>
                  </a:lnTo>
                  <a:lnTo>
                    <a:pt x="6330514" y="0"/>
                  </a:lnTo>
                  <a:lnTo>
                    <a:pt x="6330607" y="0"/>
                  </a:lnTo>
                  <a:lnTo>
                    <a:pt x="6330700" y="0"/>
                  </a:lnTo>
                  <a:lnTo>
                    <a:pt x="6330794" y="0"/>
                  </a:lnTo>
                  <a:lnTo>
                    <a:pt x="6330887" y="0"/>
                  </a:lnTo>
                  <a:lnTo>
                    <a:pt x="6330980" y="0"/>
                  </a:lnTo>
                  <a:lnTo>
                    <a:pt x="6331073" y="0"/>
                  </a:lnTo>
                  <a:lnTo>
                    <a:pt x="6331167" y="0"/>
                  </a:lnTo>
                  <a:lnTo>
                    <a:pt x="6331260" y="0"/>
                  </a:lnTo>
                  <a:lnTo>
                    <a:pt x="6331353" y="0"/>
                  </a:lnTo>
                  <a:lnTo>
                    <a:pt x="6331446" y="0"/>
                  </a:lnTo>
                  <a:lnTo>
                    <a:pt x="6331540" y="0"/>
                  </a:lnTo>
                  <a:lnTo>
                    <a:pt x="6331633" y="0"/>
                  </a:lnTo>
                  <a:lnTo>
                    <a:pt x="6331726" y="0"/>
                  </a:lnTo>
                  <a:lnTo>
                    <a:pt x="6331819" y="0"/>
                  </a:lnTo>
                  <a:lnTo>
                    <a:pt x="6331913" y="0"/>
                  </a:lnTo>
                  <a:lnTo>
                    <a:pt x="6332099" y="0"/>
                  </a:lnTo>
                  <a:lnTo>
                    <a:pt x="6332192" y="0"/>
                  </a:lnTo>
                  <a:lnTo>
                    <a:pt x="6332286" y="0"/>
                  </a:lnTo>
                  <a:lnTo>
                    <a:pt x="6332659" y="0"/>
                  </a:lnTo>
                  <a:lnTo>
                    <a:pt x="6332752" y="0"/>
                  </a:lnTo>
                  <a:lnTo>
                    <a:pt x="6332845" y="0"/>
                  </a:lnTo>
                  <a:lnTo>
                    <a:pt x="6332938" y="0"/>
                  </a:lnTo>
                  <a:lnTo>
                    <a:pt x="6333032" y="0"/>
                  </a:lnTo>
                  <a:lnTo>
                    <a:pt x="6333125" y="0"/>
                  </a:lnTo>
                  <a:lnTo>
                    <a:pt x="6333218" y="0"/>
                  </a:lnTo>
                  <a:lnTo>
                    <a:pt x="6333311" y="0"/>
                  </a:lnTo>
                  <a:lnTo>
                    <a:pt x="6333405" y="0"/>
                  </a:lnTo>
                  <a:lnTo>
                    <a:pt x="6333498" y="0"/>
                  </a:lnTo>
                  <a:lnTo>
                    <a:pt x="6333591" y="0"/>
                  </a:lnTo>
                  <a:lnTo>
                    <a:pt x="6333684" y="0"/>
                  </a:lnTo>
                  <a:lnTo>
                    <a:pt x="6333778" y="0"/>
                  </a:lnTo>
                  <a:lnTo>
                    <a:pt x="6333871" y="0"/>
                  </a:lnTo>
                  <a:lnTo>
                    <a:pt x="6333964" y="0"/>
                  </a:lnTo>
                  <a:lnTo>
                    <a:pt x="6334057" y="0"/>
                  </a:lnTo>
                  <a:lnTo>
                    <a:pt x="6334151" y="0"/>
                  </a:lnTo>
                  <a:lnTo>
                    <a:pt x="6334244" y="0"/>
                  </a:lnTo>
                  <a:lnTo>
                    <a:pt x="6334337" y="0"/>
                  </a:lnTo>
                  <a:lnTo>
                    <a:pt x="6334430" y="0"/>
                  </a:lnTo>
                  <a:lnTo>
                    <a:pt x="6334523" y="0"/>
                  </a:lnTo>
                  <a:lnTo>
                    <a:pt x="6334617" y="0"/>
                  </a:lnTo>
                  <a:lnTo>
                    <a:pt x="6334710" y="0"/>
                  </a:lnTo>
                  <a:lnTo>
                    <a:pt x="6334803" y="0"/>
                  </a:lnTo>
                  <a:lnTo>
                    <a:pt x="6334896" y="0"/>
                  </a:lnTo>
                  <a:lnTo>
                    <a:pt x="6334990" y="0"/>
                  </a:lnTo>
                  <a:lnTo>
                    <a:pt x="6335083" y="0"/>
                  </a:lnTo>
                  <a:lnTo>
                    <a:pt x="6335176" y="0"/>
                  </a:lnTo>
                  <a:lnTo>
                    <a:pt x="6335269" y="0"/>
                  </a:lnTo>
                  <a:lnTo>
                    <a:pt x="6335363" y="0"/>
                  </a:lnTo>
                  <a:lnTo>
                    <a:pt x="6335456" y="0"/>
                  </a:lnTo>
                  <a:lnTo>
                    <a:pt x="6335549" y="0"/>
                  </a:lnTo>
                  <a:lnTo>
                    <a:pt x="6335642" y="0"/>
                  </a:lnTo>
                  <a:lnTo>
                    <a:pt x="6335736" y="0"/>
                  </a:lnTo>
                  <a:lnTo>
                    <a:pt x="6335829" y="0"/>
                  </a:lnTo>
                  <a:lnTo>
                    <a:pt x="6335922" y="0"/>
                  </a:lnTo>
                  <a:lnTo>
                    <a:pt x="6336015" y="0"/>
                  </a:lnTo>
                  <a:lnTo>
                    <a:pt x="6336109" y="0"/>
                  </a:lnTo>
                  <a:lnTo>
                    <a:pt x="6336202" y="0"/>
                  </a:lnTo>
                  <a:lnTo>
                    <a:pt x="6336295" y="0"/>
                  </a:lnTo>
                  <a:lnTo>
                    <a:pt x="6336388" y="0"/>
                  </a:lnTo>
                  <a:lnTo>
                    <a:pt x="6336482" y="0"/>
                  </a:lnTo>
                  <a:lnTo>
                    <a:pt x="6336575" y="0"/>
                  </a:lnTo>
                  <a:lnTo>
                    <a:pt x="6336668" y="0"/>
                  </a:lnTo>
                  <a:lnTo>
                    <a:pt x="6336761" y="0"/>
                  </a:lnTo>
                  <a:lnTo>
                    <a:pt x="6336855" y="0"/>
                  </a:lnTo>
                  <a:lnTo>
                    <a:pt x="6337041" y="0"/>
                  </a:lnTo>
                  <a:lnTo>
                    <a:pt x="6337134" y="0"/>
                  </a:lnTo>
                  <a:lnTo>
                    <a:pt x="6337228" y="0"/>
                  </a:lnTo>
                  <a:lnTo>
                    <a:pt x="6337321" y="0"/>
                  </a:lnTo>
                  <a:lnTo>
                    <a:pt x="6337414" y="0"/>
                  </a:lnTo>
                  <a:lnTo>
                    <a:pt x="6337507" y="0"/>
                  </a:lnTo>
                  <a:lnTo>
                    <a:pt x="6337601" y="0"/>
                  </a:lnTo>
                  <a:lnTo>
                    <a:pt x="6337694" y="0"/>
                  </a:lnTo>
                  <a:lnTo>
                    <a:pt x="6337787" y="0"/>
                  </a:lnTo>
                  <a:lnTo>
                    <a:pt x="6337880" y="0"/>
                  </a:lnTo>
                  <a:lnTo>
                    <a:pt x="6337974" y="0"/>
                  </a:lnTo>
                  <a:lnTo>
                    <a:pt x="6338067" y="0"/>
                  </a:lnTo>
                  <a:lnTo>
                    <a:pt x="6338160" y="0"/>
                  </a:lnTo>
                  <a:lnTo>
                    <a:pt x="6338253" y="0"/>
                  </a:lnTo>
                  <a:lnTo>
                    <a:pt x="6338347" y="0"/>
                  </a:lnTo>
                  <a:lnTo>
                    <a:pt x="6338440" y="0"/>
                  </a:lnTo>
                  <a:lnTo>
                    <a:pt x="6338533" y="0"/>
                  </a:lnTo>
                  <a:lnTo>
                    <a:pt x="6338626" y="0"/>
                  </a:lnTo>
                  <a:lnTo>
                    <a:pt x="6338720" y="0"/>
                  </a:lnTo>
                  <a:lnTo>
                    <a:pt x="6338813" y="0"/>
                  </a:lnTo>
                  <a:lnTo>
                    <a:pt x="6338906" y="0"/>
                  </a:lnTo>
                  <a:lnTo>
                    <a:pt x="6338999" y="0"/>
                  </a:lnTo>
                  <a:lnTo>
                    <a:pt x="6339093" y="0"/>
                  </a:lnTo>
                  <a:lnTo>
                    <a:pt x="6339186" y="0"/>
                  </a:lnTo>
                  <a:lnTo>
                    <a:pt x="6339279" y="0"/>
                  </a:lnTo>
                  <a:lnTo>
                    <a:pt x="6339372" y="0"/>
                  </a:lnTo>
                  <a:lnTo>
                    <a:pt x="6339466" y="0"/>
                  </a:lnTo>
                  <a:lnTo>
                    <a:pt x="6339559" y="0"/>
                  </a:lnTo>
                  <a:lnTo>
                    <a:pt x="6339652" y="0"/>
                  </a:lnTo>
                  <a:lnTo>
                    <a:pt x="6339745" y="0"/>
                  </a:lnTo>
                  <a:lnTo>
                    <a:pt x="6339839" y="0"/>
                  </a:lnTo>
                  <a:lnTo>
                    <a:pt x="6339932" y="0"/>
                  </a:lnTo>
                  <a:lnTo>
                    <a:pt x="6340025" y="0"/>
                  </a:lnTo>
                  <a:lnTo>
                    <a:pt x="6340118" y="0"/>
                  </a:lnTo>
                  <a:lnTo>
                    <a:pt x="6340212" y="0"/>
                  </a:lnTo>
                  <a:lnTo>
                    <a:pt x="6340305" y="0"/>
                  </a:lnTo>
                  <a:lnTo>
                    <a:pt x="6340398" y="0"/>
                  </a:lnTo>
                  <a:lnTo>
                    <a:pt x="6340491" y="0"/>
                  </a:lnTo>
                  <a:lnTo>
                    <a:pt x="6340585" y="0"/>
                  </a:lnTo>
                  <a:lnTo>
                    <a:pt x="6340585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652822" y="69589"/>
              <a:ext cx="6340585" cy="6340585"/>
            </a:xfrm>
            <a:custGeom>
              <a:avLst/>
              <a:pathLst>
                <a:path w="6340585" h="6340585">
                  <a:moveTo>
                    <a:pt x="0" y="6340585"/>
                  </a:moveTo>
                  <a:lnTo>
                    <a:pt x="93" y="6340585"/>
                  </a:lnTo>
                  <a:lnTo>
                    <a:pt x="186" y="6340585"/>
                  </a:lnTo>
                  <a:lnTo>
                    <a:pt x="279" y="6340585"/>
                  </a:lnTo>
                  <a:lnTo>
                    <a:pt x="372" y="6340585"/>
                  </a:lnTo>
                  <a:lnTo>
                    <a:pt x="466" y="6340585"/>
                  </a:lnTo>
                  <a:lnTo>
                    <a:pt x="559" y="6340585"/>
                  </a:lnTo>
                  <a:lnTo>
                    <a:pt x="652" y="6340585"/>
                  </a:lnTo>
                  <a:lnTo>
                    <a:pt x="745" y="6340585"/>
                  </a:lnTo>
                  <a:lnTo>
                    <a:pt x="839" y="6340585"/>
                  </a:lnTo>
                  <a:lnTo>
                    <a:pt x="932" y="6340585"/>
                  </a:lnTo>
                  <a:lnTo>
                    <a:pt x="1025" y="6340585"/>
                  </a:lnTo>
                  <a:lnTo>
                    <a:pt x="1118" y="6340585"/>
                  </a:lnTo>
                  <a:lnTo>
                    <a:pt x="1212" y="6340585"/>
                  </a:lnTo>
                  <a:lnTo>
                    <a:pt x="1305" y="6340585"/>
                  </a:lnTo>
                  <a:lnTo>
                    <a:pt x="1398" y="6340585"/>
                  </a:lnTo>
                  <a:lnTo>
                    <a:pt x="1491" y="6340585"/>
                  </a:lnTo>
                  <a:lnTo>
                    <a:pt x="1585" y="6340585"/>
                  </a:lnTo>
                  <a:lnTo>
                    <a:pt x="1678" y="6340585"/>
                  </a:lnTo>
                  <a:lnTo>
                    <a:pt x="1771" y="6340585"/>
                  </a:lnTo>
                  <a:lnTo>
                    <a:pt x="1864" y="6340585"/>
                  </a:lnTo>
                  <a:lnTo>
                    <a:pt x="1958" y="6340585"/>
                  </a:lnTo>
                  <a:lnTo>
                    <a:pt x="2051" y="6340585"/>
                  </a:lnTo>
                  <a:lnTo>
                    <a:pt x="2144" y="6340585"/>
                  </a:lnTo>
                  <a:lnTo>
                    <a:pt x="2237" y="6340585"/>
                  </a:lnTo>
                  <a:lnTo>
                    <a:pt x="2331" y="6340585"/>
                  </a:lnTo>
                  <a:lnTo>
                    <a:pt x="2424" y="6340585"/>
                  </a:lnTo>
                  <a:lnTo>
                    <a:pt x="2517" y="6340585"/>
                  </a:lnTo>
                  <a:lnTo>
                    <a:pt x="2610" y="6340585"/>
                  </a:lnTo>
                  <a:lnTo>
                    <a:pt x="2704" y="6340585"/>
                  </a:lnTo>
                  <a:lnTo>
                    <a:pt x="2797" y="6340585"/>
                  </a:lnTo>
                  <a:lnTo>
                    <a:pt x="2890" y="6340585"/>
                  </a:lnTo>
                  <a:lnTo>
                    <a:pt x="2983" y="6340585"/>
                  </a:lnTo>
                  <a:lnTo>
                    <a:pt x="3077" y="6340585"/>
                  </a:lnTo>
                  <a:lnTo>
                    <a:pt x="3170" y="6340585"/>
                  </a:lnTo>
                  <a:lnTo>
                    <a:pt x="3263" y="6340585"/>
                  </a:lnTo>
                  <a:lnTo>
                    <a:pt x="3356" y="6340585"/>
                  </a:lnTo>
                  <a:lnTo>
                    <a:pt x="3450" y="6340585"/>
                  </a:lnTo>
                  <a:lnTo>
                    <a:pt x="3543" y="6340585"/>
                  </a:lnTo>
                  <a:lnTo>
                    <a:pt x="3636" y="6340585"/>
                  </a:lnTo>
                  <a:lnTo>
                    <a:pt x="3729" y="6340585"/>
                  </a:lnTo>
                  <a:lnTo>
                    <a:pt x="3823" y="6340585"/>
                  </a:lnTo>
                  <a:lnTo>
                    <a:pt x="3916" y="6340585"/>
                  </a:lnTo>
                  <a:lnTo>
                    <a:pt x="4009" y="6340585"/>
                  </a:lnTo>
                  <a:lnTo>
                    <a:pt x="4102" y="6340585"/>
                  </a:lnTo>
                  <a:lnTo>
                    <a:pt x="4196" y="6340585"/>
                  </a:lnTo>
                  <a:lnTo>
                    <a:pt x="4289" y="6340585"/>
                  </a:lnTo>
                  <a:lnTo>
                    <a:pt x="4382" y="6340585"/>
                  </a:lnTo>
                  <a:lnTo>
                    <a:pt x="4475" y="6340585"/>
                  </a:lnTo>
                  <a:lnTo>
                    <a:pt x="4569" y="6340585"/>
                  </a:lnTo>
                  <a:lnTo>
                    <a:pt x="4662" y="6340585"/>
                  </a:lnTo>
                  <a:lnTo>
                    <a:pt x="4755" y="6340585"/>
                  </a:lnTo>
                  <a:lnTo>
                    <a:pt x="4848" y="6340585"/>
                  </a:lnTo>
                  <a:lnTo>
                    <a:pt x="4942" y="6340585"/>
                  </a:lnTo>
                  <a:lnTo>
                    <a:pt x="5035" y="6340585"/>
                  </a:lnTo>
                  <a:lnTo>
                    <a:pt x="5128" y="6340585"/>
                  </a:lnTo>
                  <a:lnTo>
                    <a:pt x="5221" y="6340585"/>
                  </a:lnTo>
                  <a:lnTo>
                    <a:pt x="5315" y="6340585"/>
                  </a:lnTo>
                  <a:lnTo>
                    <a:pt x="5408" y="6340585"/>
                  </a:lnTo>
                  <a:lnTo>
                    <a:pt x="5501" y="6340585"/>
                  </a:lnTo>
                  <a:lnTo>
                    <a:pt x="5594" y="6340585"/>
                  </a:lnTo>
                  <a:lnTo>
                    <a:pt x="5688" y="6340585"/>
                  </a:lnTo>
                  <a:lnTo>
                    <a:pt x="5781" y="6340585"/>
                  </a:lnTo>
                  <a:lnTo>
                    <a:pt x="5874" y="6340585"/>
                  </a:lnTo>
                  <a:lnTo>
                    <a:pt x="5967" y="6340585"/>
                  </a:lnTo>
                  <a:lnTo>
                    <a:pt x="6061" y="6340585"/>
                  </a:lnTo>
                  <a:lnTo>
                    <a:pt x="6154" y="6340585"/>
                  </a:lnTo>
                  <a:lnTo>
                    <a:pt x="6247" y="6340585"/>
                  </a:lnTo>
                  <a:lnTo>
                    <a:pt x="6340" y="6340585"/>
                  </a:lnTo>
                  <a:lnTo>
                    <a:pt x="6434" y="6340585"/>
                  </a:lnTo>
                  <a:lnTo>
                    <a:pt x="6527" y="6340585"/>
                  </a:lnTo>
                  <a:lnTo>
                    <a:pt x="6620" y="6340585"/>
                  </a:lnTo>
                  <a:lnTo>
                    <a:pt x="6713" y="6340585"/>
                  </a:lnTo>
                  <a:lnTo>
                    <a:pt x="6807" y="6340585"/>
                  </a:lnTo>
                  <a:lnTo>
                    <a:pt x="6900" y="6340585"/>
                  </a:lnTo>
                  <a:lnTo>
                    <a:pt x="6993" y="6340585"/>
                  </a:lnTo>
                  <a:lnTo>
                    <a:pt x="7086" y="6340585"/>
                  </a:lnTo>
                  <a:lnTo>
                    <a:pt x="7179" y="6340585"/>
                  </a:lnTo>
                  <a:lnTo>
                    <a:pt x="7273" y="6340585"/>
                  </a:lnTo>
                  <a:lnTo>
                    <a:pt x="7366" y="6340585"/>
                  </a:lnTo>
                  <a:lnTo>
                    <a:pt x="7459" y="6340585"/>
                  </a:lnTo>
                  <a:lnTo>
                    <a:pt x="7552" y="6340585"/>
                  </a:lnTo>
                  <a:lnTo>
                    <a:pt x="7646" y="6340585"/>
                  </a:lnTo>
                  <a:lnTo>
                    <a:pt x="7739" y="6340585"/>
                  </a:lnTo>
                  <a:lnTo>
                    <a:pt x="7832" y="6340585"/>
                  </a:lnTo>
                  <a:lnTo>
                    <a:pt x="7925" y="6340585"/>
                  </a:lnTo>
                  <a:lnTo>
                    <a:pt x="8019" y="6340585"/>
                  </a:lnTo>
                  <a:lnTo>
                    <a:pt x="8112" y="6340585"/>
                  </a:lnTo>
                  <a:lnTo>
                    <a:pt x="8205" y="6340585"/>
                  </a:lnTo>
                  <a:lnTo>
                    <a:pt x="8298" y="6340585"/>
                  </a:lnTo>
                  <a:lnTo>
                    <a:pt x="8392" y="6340585"/>
                  </a:lnTo>
                  <a:lnTo>
                    <a:pt x="8485" y="6340585"/>
                  </a:lnTo>
                  <a:lnTo>
                    <a:pt x="8578" y="6340585"/>
                  </a:lnTo>
                  <a:lnTo>
                    <a:pt x="8671" y="6340585"/>
                  </a:lnTo>
                  <a:lnTo>
                    <a:pt x="8765" y="6340585"/>
                  </a:lnTo>
                  <a:lnTo>
                    <a:pt x="8858" y="6340585"/>
                  </a:lnTo>
                  <a:lnTo>
                    <a:pt x="8951" y="6340585"/>
                  </a:lnTo>
                  <a:lnTo>
                    <a:pt x="9044" y="6340585"/>
                  </a:lnTo>
                  <a:lnTo>
                    <a:pt x="9138" y="6340585"/>
                  </a:lnTo>
                  <a:lnTo>
                    <a:pt x="9231" y="6340585"/>
                  </a:lnTo>
                  <a:lnTo>
                    <a:pt x="9324" y="6340585"/>
                  </a:lnTo>
                  <a:lnTo>
                    <a:pt x="9417" y="6340585"/>
                  </a:lnTo>
                  <a:lnTo>
                    <a:pt x="9511" y="6340585"/>
                  </a:lnTo>
                  <a:lnTo>
                    <a:pt x="9604" y="6340585"/>
                  </a:lnTo>
                  <a:lnTo>
                    <a:pt x="9697" y="6340585"/>
                  </a:lnTo>
                  <a:lnTo>
                    <a:pt x="9790" y="6340585"/>
                  </a:lnTo>
                  <a:lnTo>
                    <a:pt x="9884" y="6340585"/>
                  </a:lnTo>
                  <a:lnTo>
                    <a:pt x="9977" y="6340585"/>
                  </a:lnTo>
                  <a:lnTo>
                    <a:pt x="10070" y="6340585"/>
                  </a:lnTo>
                  <a:lnTo>
                    <a:pt x="10163" y="6340585"/>
                  </a:lnTo>
                  <a:lnTo>
                    <a:pt x="10257" y="6340585"/>
                  </a:lnTo>
                  <a:lnTo>
                    <a:pt x="10350" y="6340585"/>
                  </a:lnTo>
                  <a:lnTo>
                    <a:pt x="10443" y="6340585"/>
                  </a:lnTo>
                  <a:lnTo>
                    <a:pt x="10536" y="6340585"/>
                  </a:lnTo>
                  <a:lnTo>
                    <a:pt x="10630" y="6340585"/>
                  </a:lnTo>
                  <a:lnTo>
                    <a:pt x="10630" y="6330631"/>
                  </a:lnTo>
                  <a:lnTo>
                    <a:pt x="10723" y="6330631"/>
                  </a:lnTo>
                  <a:lnTo>
                    <a:pt x="10816" y="6330631"/>
                  </a:lnTo>
                  <a:lnTo>
                    <a:pt x="10909" y="6330631"/>
                  </a:lnTo>
                  <a:lnTo>
                    <a:pt x="11003" y="6330631"/>
                  </a:lnTo>
                  <a:lnTo>
                    <a:pt x="11096" y="6330631"/>
                  </a:lnTo>
                  <a:lnTo>
                    <a:pt x="11189" y="6330631"/>
                  </a:lnTo>
                  <a:lnTo>
                    <a:pt x="11282" y="6330631"/>
                  </a:lnTo>
                  <a:lnTo>
                    <a:pt x="11376" y="6330631"/>
                  </a:lnTo>
                  <a:lnTo>
                    <a:pt x="11469" y="6330631"/>
                  </a:lnTo>
                  <a:lnTo>
                    <a:pt x="11562" y="6330631"/>
                  </a:lnTo>
                  <a:lnTo>
                    <a:pt x="11655" y="6330631"/>
                  </a:lnTo>
                  <a:lnTo>
                    <a:pt x="11749" y="6330631"/>
                  </a:lnTo>
                  <a:lnTo>
                    <a:pt x="11842" y="6330631"/>
                  </a:lnTo>
                  <a:lnTo>
                    <a:pt x="11935" y="6330631"/>
                  </a:lnTo>
                  <a:lnTo>
                    <a:pt x="12028" y="6330631"/>
                  </a:lnTo>
                  <a:lnTo>
                    <a:pt x="12122" y="6330631"/>
                  </a:lnTo>
                  <a:lnTo>
                    <a:pt x="12215" y="6330631"/>
                  </a:lnTo>
                  <a:lnTo>
                    <a:pt x="12308" y="6330631"/>
                  </a:lnTo>
                  <a:lnTo>
                    <a:pt x="12401" y="6330631"/>
                  </a:lnTo>
                  <a:lnTo>
                    <a:pt x="12495" y="6330631"/>
                  </a:lnTo>
                  <a:lnTo>
                    <a:pt x="12588" y="6330631"/>
                  </a:lnTo>
                  <a:lnTo>
                    <a:pt x="12681" y="6330631"/>
                  </a:lnTo>
                  <a:lnTo>
                    <a:pt x="12774" y="6330631"/>
                  </a:lnTo>
                  <a:lnTo>
                    <a:pt x="12868" y="6330631"/>
                  </a:lnTo>
                  <a:lnTo>
                    <a:pt x="12961" y="6330631"/>
                  </a:lnTo>
                  <a:lnTo>
                    <a:pt x="13054" y="6330631"/>
                  </a:lnTo>
                  <a:lnTo>
                    <a:pt x="13147" y="6330631"/>
                  </a:lnTo>
                  <a:lnTo>
                    <a:pt x="13241" y="6330631"/>
                  </a:lnTo>
                  <a:lnTo>
                    <a:pt x="13334" y="6330631"/>
                  </a:lnTo>
                  <a:lnTo>
                    <a:pt x="13427" y="6330631"/>
                  </a:lnTo>
                  <a:lnTo>
                    <a:pt x="13520" y="6330631"/>
                  </a:lnTo>
                  <a:lnTo>
                    <a:pt x="13614" y="6330631"/>
                  </a:lnTo>
                  <a:lnTo>
                    <a:pt x="13707" y="6330631"/>
                  </a:lnTo>
                  <a:lnTo>
                    <a:pt x="13800" y="6330631"/>
                  </a:lnTo>
                  <a:lnTo>
                    <a:pt x="13893" y="6330631"/>
                  </a:lnTo>
                  <a:lnTo>
                    <a:pt x="13986" y="6330631"/>
                  </a:lnTo>
                  <a:lnTo>
                    <a:pt x="14080" y="6330631"/>
                  </a:lnTo>
                  <a:lnTo>
                    <a:pt x="14080" y="6320677"/>
                  </a:lnTo>
                  <a:lnTo>
                    <a:pt x="14173" y="6320677"/>
                  </a:lnTo>
                  <a:lnTo>
                    <a:pt x="14266" y="6320677"/>
                  </a:lnTo>
                  <a:lnTo>
                    <a:pt x="14359" y="6320677"/>
                  </a:lnTo>
                  <a:lnTo>
                    <a:pt x="14453" y="6320677"/>
                  </a:lnTo>
                  <a:lnTo>
                    <a:pt x="14546" y="6320677"/>
                  </a:lnTo>
                  <a:lnTo>
                    <a:pt x="14639" y="6320677"/>
                  </a:lnTo>
                  <a:lnTo>
                    <a:pt x="14732" y="6320677"/>
                  </a:lnTo>
                  <a:lnTo>
                    <a:pt x="14826" y="6320677"/>
                  </a:lnTo>
                  <a:lnTo>
                    <a:pt x="14919" y="6320677"/>
                  </a:lnTo>
                  <a:lnTo>
                    <a:pt x="15012" y="6320677"/>
                  </a:lnTo>
                  <a:lnTo>
                    <a:pt x="15105" y="6320677"/>
                  </a:lnTo>
                  <a:lnTo>
                    <a:pt x="15199" y="6320677"/>
                  </a:lnTo>
                  <a:lnTo>
                    <a:pt x="15292" y="6320677"/>
                  </a:lnTo>
                  <a:lnTo>
                    <a:pt x="15385" y="6320677"/>
                  </a:lnTo>
                  <a:lnTo>
                    <a:pt x="15478" y="6320677"/>
                  </a:lnTo>
                  <a:lnTo>
                    <a:pt x="15572" y="6320677"/>
                  </a:lnTo>
                  <a:lnTo>
                    <a:pt x="15665" y="6320677"/>
                  </a:lnTo>
                  <a:lnTo>
                    <a:pt x="15758" y="6320677"/>
                  </a:lnTo>
                  <a:lnTo>
                    <a:pt x="15851" y="6320677"/>
                  </a:lnTo>
                  <a:lnTo>
                    <a:pt x="15945" y="6320677"/>
                  </a:lnTo>
                  <a:lnTo>
                    <a:pt x="16038" y="6320677"/>
                  </a:lnTo>
                  <a:lnTo>
                    <a:pt x="16131" y="6320677"/>
                  </a:lnTo>
                  <a:lnTo>
                    <a:pt x="16224" y="6320677"/>
                  </a:lnTo>
                  <a:lnTo>
                    <a:pt x="16318" y="6320677"/>
                  </a:lnTo>
                  <a:lnTo>
                    <a:pt x="16411" y="6320677"/>
                  </a:lnTo>
                  <a:lnTo>
                    <a:pt x="16504" y="6320677"/>
                  </a:lnTo>
                  <a:lnTo>
                    <a:pt x="16597" y="6320677"/>
                  </a:lnTo>
                  <a:lnTo>
                    <a:pt x="16691" y="6320677"/>
                  </a:lnTo>
                  <a:lnTo>
                    <a:pt x="16784" y="6320677"/>
                  </a:lnTo>
                  <a:lnTo>
                    <a:pt x="16877" y="6320677"/>
                  </a:lnTo>
                  <a:lnTo>
                    <a:pt x="16970" y="6320677"/>
                  </a:lnTo>
                  <a:lnTo>
                    <a:pt x="17064" y="6320677"/>
                  </a:lnTo>
                  <a:lnTo>
                    <a:pt x="17157" y="6320677"/>
                  </a:lnTo>
                  <a:lnTo>
                    <a:pt x="17250" y="6320677"/>
                  </a:lnTo>
                  <a:lnTo>
                    <a:pt x="17343" y="6320677"/>
                  </a:lnTo>
                  <a:lnTo>
                    <a:pt x="17437" y="6320677"/>
                  </a:lnTo>
                  <a:lnTo>
                    <a:pt x="17530" y="6320677"/>
                  </a:lnTo>
                  <a:lnTo>
                    <a:pt x="17623" y="6320677"/>
                  </a:lnTo>
                  <a:lnTo>
                    <a:pt x="17716" y="6320677"/>
                  </a:lnTo>
                  <a:lnTo>
                    <a:pt x="17810" y="6320677"/>
                  </a:lnTo>
                  <a:lnTo>
                    <a:pt x="17903" y="6320677"/>
                  </a:lnTo>
                  <a:lnTo>
                    <a:pt x="17996" y="6320677"/>
                  </a:lnTo>
                  <a:lnTo>
                    <a:pt x="18089" y="6320677"/>
                  </a:lnTo>
                  <a:lnTo>
                    <a:pt x="18183" y="6320677"/>
                  </a:lnTo>
                  <a:lnTo>
                    <a:pt x="18276" y="6320677"/>
                  </a:lnTo>
                  <a:lnTo>
                    <a:pt x="18369" y="6320677"/>
                  </a:lnTo>
                  <a:lnTo>
                    <a:pt x="18462" y="6320677"/>
                  </a:lnTo>
                  <a:lnTo>
                    <a:pt x="18556" y="6320677"/>
                  </a:lnTo>
                  <a:lnTo>
                    <a:pt x="18649" y="6320677"/>
                  </a:lnTo>
                  <a:lnTo>
                    <a:pt x="18742" y="6320677"/>
                  </a:lnTo>
                  <a:lnTo>
                    <a:pt x="18835" y="6320677"/>
                  </a:lnTo>
                  <a:lnTo>
                    <a:pt x="18929" y="6320677"/>
                  </a:lnTo>
                  <a:lnTo>
                    <a:pt x="19022" y="6320677"/>
                  </a:lnTo>
                  <a:lnTo>
                    <a:pt x="19115" y="6320677"/>
                  </a:lnTo>
                  <a:lnTo>
                    <a:pt x="19208" y="6320677"/>
                  </a:lnTo>
                  <a:lnTo>
                    <a:pt x="19302" y="6320677"/>
                  </a:lnTo>
                  <a:lnTo>
                    <a:pt x="19395" y="6320677"/>
                  </a:lnTo>
                  <a:lnTo>
                    <a:pt x="19488" y="6320677"/>
                  </a:lnTo>
                  <a:lnTo>
                    <a:pt x="19581" y="6320677"/>
                  </a:lnTo>
                  <a:lnTo>
                    <a:pt x="19675" y="6320677"/>
                  </a:lnTo>
                  <a:lnTo>
                    <a:pt x="19768" y="6320677"/>
                  </a:lnTo>
                  <a:lnTo>
                    <a:pt x="19861" y="6320677"/>
                  </a:lnTo>
                  <a:lnTo>
                    <a:pt x="19954" y="6320677"/>
                  </a:lnTo>
                  <a:lnTo>
                    <a:pt x="20048" y="6320677"/>
                  </a:lnTo>
                  <a:lnTo>
                    <a:pt x="20141" y="6320677"/>
                  </a:lnTo>
                  <a:lnTo>
                    <a:pt x="20234" y="6320677"/>
                  </a:lnTo>
                  <a:lnTo>
                    <a:pt x="20327" y="6320677"/>
                  </a:lnTo>
                  <a:lnTo>
                    <a:pt x="20421" y="6320677"/>
                  </a:lnTo>
                  <a:lnTo>
                    <a:pt x="20514" y="6320677"/>
                  </a:lnTo>
                  <a:lnTo>
                    <a:pt x="20607" y="6320677"/>
                  </a:lnTo>
                  <a:lnTo>
                    <a:pt x="20700" y="6320677"/>
                  </a:lnTo>
                  <a:lnTo>
                    <a:pt x="20794" y="6320677"/>
                  </a:lnTo>
                  <a:lnTo>
                    <a:pt x="20887" y="6320677"/>
                  </a:lnTo>
                  <a:lnTo>
                    <a:pt x="20980" y="6320677"/>
                  </a:lnTo>
                  <a:lnTo>
                    <a:pt x="21073" y="6320677"/>
                  </a:lnTo>
                  <a:lnTo>
                    <a:pt x="21166" y="6320677"/>
                  </a:lnTo>
                  <a:lnTo>
                    <a:pt x="21260" y="6320677"/>
                  </a:lnTo>
                  <a:lnTo>
                    <a:pt x="21353" y="6320677"/>
                  </a:lnTo>
                  <a:lnTo>
                    <a:pt x="21446" y="6320677"/>
                  </a:lnTo>
                  <a:lnTo>
                    <a:pt x="21539" y="6320677"/>
                  </a:lnTo>
                  <a:lnTo>
                    <a:pt x="21633" y="6320677"/>
                  </a:lnTo>
                  <a:lnTo>
                    <a:pt x="21726" y="6320677"/>
                  </a:lnTo>
                  <a:lnTo>
                    <a:pt x="21819" y="6320677"/>
                  </a:lnTo>
                  <a:lnTo>
                    <a:pt x="21912" y="6320677"/>
                  </a:lnTo>
                  <a:lnTo>
                    <a:pt x="22006" y="6320677"/>
                  </a:lnTo>
                  <a:lnTo>
                    <a:pt x="22099" y="6320677"/>
                  </a:lnTo>
                  <a:lnTo>
                    <a:pt x="22192" y="6320677"/>
                  </a:lnTo>
                  <a:lnTo>
                    <a:pt x="22285" y="6320677"/>
                  </a:lnTo>
                  <a:lnTo>
                    <a:pt x="22379" y="6320677"/>
                  </a:lnTo>
                  <a:lnTo>
                    <a:pt x="22472" y="6320677"/>
                  </a:lnTo>
                  <a:lnTo>
                    <a:pt x="22565" y="6320677"/>
                  </a:lnTo>
                  <a:lnTo>
                    <a:pt x="22658" y="6320677"/>
                  </a:lnTo>
                  <a:lnTo>
                    <a:pt x="22752" y="6320677"/>
                  </a:lnTo>
                  <a:lnTo>
                    <a:pt x="22845" y="6320677"/>
                  </a:lnTo>
                  <a:lnTo>
                    <a:pt x="22938" y="6320677"/>
                  </a:lnTo>
                  <a:lnTo>
                    <a:pt x="23031" y="6320677"/>
                  </a:lnTo>
                  <a:lnTo>
                    <a:pt x="23125" y="6320677"/>
                  </a:lnTo>
                  <a:lnTo>
                    <a:pt x="23218" y="6320677"/>
                  </a:lnTo>
                  <a:lnTo>
                    <a:pt x="23311" y="6320677"/>
                  </a:lnTo>
                  <a:lnTo>
                    <a:pt x="23404" y="6320677"/>
                  </a:lnTo>
                  <a:lnTo>
                    <a:pt x="23498" y="6320677"/>
                  </a:lnTo>
                  <a:lnTo>
                    <a:pt x="23591" y="6320677"/>
                  </a:lnTo>
                  <a:lnTo>
                    <a:pt x="23684" y="6320677"/>
                  </a:lnTo>
                  <a:lnTo>
                    <a:pt x="23777" y="6320677"/>
                  </a:lnTo>
                  <a:lnTo>
                    <a:pt x="23871" y="6320677"/>
                  </a:lnTo>
                  <a:lnTo>
                    <a:pt x="23964" y="6320677"/>
                  </a:lnTo>
                  <a:lnTo>
                    <a:pt x="24057" y="6320677"/>
                  </a:lnTo>
                  <a:lnTo>
                    <a:pt x="24150" y="6320677"/>
                  </a:lnTo>
                  <a:lnTo>
                    <a:pt x="24244" y="6320677"/>
                  </a:lnTo>
                  <a:lnTo>
                    <a:pt x="24337" y="6320677"/>
                  </a:lnTo>
                  <a:lnTo>
                    <a:pt x="24430" y="6320677"/>
                  </a:lnTo>
                  <a:lnTo>
                    <a:pt x="24523" y="6320677"/>
                  </a:lnTo>
                  <a:lnTo>
                    <a:pt x="24617" y="6320677"/>
                  </a:lnTo>
                  <a:lnTo>
                    <a:pt x="24710" y="6320677"/>
                  </a:lnTo>
                  <a:lnTo>
                    <a:pt x="24803" y="6320677"/>
                  </a:lnTo>
                  <a:lnTo>
                    <a:pt x="24896" y="6320677"/>
                  </a:lnTo>
                  <a:lnTo>
                    <a:pt x="24990" y="6320677"/>
                  </a:lnTo>
                  <a:lnTo>
                    <a:pt x="25083" y="6320677"/>
                  </a:lnTo>
                  <a:lnTo>
                    <a:pt x="25176" y="6320677"/>
                  </a:lnTo>
                  <a:lnTo>
                    <a:pt x="25269" y="6320677"/>
                  </a:lnTo>
                  <a:lnTo>
                    <a:pt x="25363" y="6320677"/>
                  </a:lnTo>
                  <a:lnTo>
                    <a:pt x="25456" y="6320677"/>
                  </a:lnTo>
                  <a:lnTo>
                    <a:pt x="25549" y="6320677"/>
                  </a:lnTo>
                  <a:lnTo>
                    <a:pt x="25642" y="6320677"/>
                  </a:lnTo>
                  <a:lnTo>
                    <a:pt x="25736" y="6320677"/>
                  </a:lnTo>
                  <a:lnTo>
                    <a:pt x="25829" y="6320677"/>
                  </a:lnTo>
                  <a:lnTo>
                    <a:pt x="25922" y="6320677"/>
                  </a:lnTo>
                  <a:lnTo>
                    <a:pt x="26015" y="6320677"/>
                  </a:lnTo>
                  <a:lnTo>
                    <a:pt x="26109" y="6320677"/>
                  </a:lnTo>
                  <a:lnTo>
                    <a:pt x="26202" y="6320677"/>
                  </a:lnTo>
                  <a:lnTo>
                    <a:pt x="26295" y="6320677"/>
                  </a:lnTo>
                  <a:lnTo>
                    <a:pt x="26388" y="6320677"/>
                  </a:lnTo>
                  <a:lnTo>
                    <a:pt x="26482" y="6320677"/>
                  </a:lnTo>
                  <a:lnTo>
                    <a:pt x="26575" y="6320677"/>
                  </a:lnTo>
                  <a:lnTo>
                    <a:pt x="26668" y="6320677"/>
                  </a:lnTo>
                  <a:lnTo>
                    <a:pt x="26761" y="6320677"/>
                  </a:lnTo>
                  <a:lnTo>
                    <a:pt x="26855" y="6320677"/>
                  </a:lnTo>
                  <a:lnTo>
                    <a:pt x="26948" y="6320677"/>
                  </a:lnTo>
                  <a:lnTo>
                    <a:pt x="27041" y="6320677"/>
                  </a:lnTo>
                  <a:lnTo>
                    <a:pt x="27134" y="6320677"/>
                  </a:lnTo>
                  <a:lnTo>
                    <a:pt x="27228" y="6320677"/>
                  </a:lnTo>
                  <a:lnTo>
                    <a:pt x="27321" y="6320677"/>
                  </a:lnTo>
                  <a:lnTo>
                    <a:pt x="27414" y="6320677"/>
                  </a:lnTo>
                  <a:lnTo>
                    <a:pt x="27507" y="6320677"/>
                  </a:lnTo>
                  <a:lnTo>
                    <a:pt x="27601" y="6320677"/>
                  </a:lnTo>
                  <a:lnTo>
                    <a:pt x="27694" y="6320677"/>
                  </a:lnTo>
                  <a:lnTo>
                    <a:pt x="27787" y="6320677"/>
                  </a:lnTo>
                  <a:lnTo>
                    <a:pt x="27880" y="6320677"/>
                  </a:lnTo>
                  <a:lnTo>
                    <a:pt x="27973" y="6320677"/>
                  </a:lnTo>
                  <a:lnTo>
                    <a:pt x="28067" y="6320677"/>
                  </a:lnTo>
                  <a:lnTo>
                    <a:pt x="28160" y="6320677"/>
                  </a:lnTo>
                  <a:lnTo>
                    <a:pt x="28253" y="6320677"/>
                  </a:lnTo>
                  <a:lnTo>
                    <a:pt x="28346" y="6320677"/>
                  </a:lnTo>
                  <a:lnTo>
                    <a:pt x="28440" y="6320677"/>
                  </a:lnTo>
                  <a:lnTo>
                    <a:pt x="28533" y="6320677"/>
                  </a:lnTo>
                  <a:lnTo>
                    <a:pt x="28626" y="6320677"/>
                  </a:lnTo>
                  <a:lnTo>
                    <a:pt x="28719" y="6320677"/>
                  </a:lnTo>
                  <a:lnTo>
                    <a:pt x="28813" y="6320677"/>
                  </a:lnTo>
                  <a:lnTo>
                    <a:pt x="28906" y="6320677"/>
                  </a:lnTo>
                  <a:lnTo>
                    <a:pt x="28999" y="6320677"/>
                  </a:lnTo>
                  <a:lnTo>
                    <a:pt x="29092" y="6320677"/>
                  </a:lnTo>
                  <a:lnTo>
                    <a:pt x="29186" y="6320677"/>
                  </a:lnTo>
                  <a:lnTo>
                    <a:pt x="29279" y="6320677"/>
                  </a:lnTo>
                  <a:lnTo>
                    <a:pt x="29372" y="6320677"/>
                  </a:lnTo>
                  <a:lnTo>
                    <a:pt x="29465" y="6320677"/>
                  </a:lnTo>
                  <a:lnTo>
                    <a:pt x="29559" y="6320677"/>
                  </a:lnTo>
                  <a:lnTo>
                    <a:pt x="29652" y="6320677"/>
                  </a:lnTo>
                  <a:lnTo>
                    <a:pt x="29745" y="6320677"/>
                  </a:lnTo>
                  <a:lnTo>
                    <a:pt x="29838" y="6320677"/>
                  </a:lnTo>
                  <a:lnTo>
                    <a:pt x="29932" y="6320677"/>
                  </a:lnTo>
                  <a:lnTo>
                    <a:pt x="30025" y="6320677"/>
                  </a:lnTo>
                  <a:lnTo>
                    <a:pt x="30118" y="6320677"/>
                  </a:lnTo>
                  <a:lnTo>
                    <a:pt x="30211" y="6320677"/>
                  </a:lnTo>
                  <a:lnTo>
                    <a:pt x="30305" y="6320677"/>
                  </a:lnTo>
                  <a:lnTo>
                    <a:pt x="30398" y="6320677"/>
                  </a:lnTo>
                  <a:lnTo>
                    <a:pt x="30491" y="6320677"/>
                  </a:lnTo>
                  <a:lnTo>
                    <a:pt x="30584" y="6320677"/>
                  </a:lnTo>
                  <a:lnTo>
                    <a:pt x="30678" y="6320677"/>
                  </a:lnTo>
                  <a:lnTo>
                    <a:pt x="30771" y="6320677"/>
                  </a:lnTo>
                  <a:lnTo>
                    <a:pt x="30864" y="6320677"/>
                  </a:lnTo>
                  <a:lnTo>
                    <a:pt x="30957" y="6320677"/>
                  </a:lnTo>
                  <a:lnTo>
                    <a:pt x="31051" y="6320677"/>
                  </a:lnTo>
                  <a:lnTo>
                    <a:pt x="31144" y="6320677"/>
                  </a:lnTo>
                  <a:lnTo>
                    <a:pt x="31237" y="6320677"/>
                  </a:lnTo>
                  <a:lnTo>
                    <a:pt x="31330" y="6320677"/>
                  </a:lnTo>
                  <a:lnTo>
                    <a:pt x="31424" y="6320677"/>
                  </a:lnTo>
                  <a:lnTo>
                    <a:pt x="31517" y="6320677"/>
                  </a:lnTo>
                  <a:lnTo>
                    <a:pt x="31610" y="6320677"/>
                  </a:lnTo>
                  <a:lnTo>
                    <a:pt x="31703" y="6320677"/>
                  </a:lnTo>
                  <a:lnTo>
                    <a:pt x="31797" y="6320677"/>
                  </a:lnTo>
                  <a:lnTo>
                    <a:pt x="31890" y="6320677"/>
                  </a:lnTo>
                  <a:lnTo>
                    <a:pt x="31983" y="6320677"/>
                  </a:lnTo>
                  <a:lnTo>
                    <a:pt x="32076" y="6320677"/>
                  </a:lnTo>
                  <a:lnTo>
                    <a:pt x="32170" y="6320677"/>
                  </a:lnTo>
                  <a:lnTo>
                    <a:pt x="32263" y="6320677"/>
                  </a:lnTo>
                  <a:lnTo>
                    <a:pt x="32356" y="6320677"/>
                  </a:lnTo>
                  <a:lnTo>
                    <a:pt x="32449" y="6320677"/>
                  </a:lnTo>
                  <a:lnTo>
                    <a:pt x="32543" y="6320677"/>
                  </a:lnTo>
                  <a:lnTo>
                    <a:pt x="32636" y="6320677"/>
                  </a:lnTo>
                  <a:lnTo>
                    <a:pt x="32729" y="6320677"/>
                  </a:lnTo>
                  <a:lnTo>
                    <a:pt x="32822" y="6320677"/>
                  </a:lnTo>
                  <a:lnTo>
                    <a:pt x="32916" y="6320677"/>
                  </a:lnTo>
                  <a:lnTo>
                    <a:pt x="33009" y="6320677"/>
                  </a:lnTo>
                  <a:lnTo>
                    <a:pt x="33009" y="6310723"/>
                  </a:lnTo>
                  <a:lnTo>
                    <a:pt x="33102" y="6310723"/>
                  </a:lnTo>
                  <a:lnTo>
                    <a:pt x="33195" y="6310723"/>
                  </a:lnTo>
                  <a:lnTo>
                    <a:pt x="33289" y="6310723"/>
                  </a:lnTo>
                  <a:lnTo>
                    <a:pt x="33382" y="6310723"/>
                  </a:lnTo>
                  <a:lnTo>
                    <a:pt x="33475" y="6310723"/>
                  </a:lnTo>
                  <a:lnTo>
                    <a:pt x="33568" y="6310723"/>
                  </a:lnTo>
                  <a:lnTo>
                    <a:pt x="33662" y="6310723"/>
                  </a:lnTo>
                  <a:lnTo>
                    <a:pt x="33755" y="6310723"/>
                  </a:lnTo>
                  <a:lnTo>
                    <a:pt x="33848" y="6310723"/>
                  </a:lnTo>
                  <a:lnTo>
                    <a:pt x="33941" y="6310723"/>
                  </a:lnTo>
                  <a:lnTo>
                    <a:pt x="34035" y="6310723"/>
                  </a:lnTo>
                  <a:lnTo>
                    <a:pt x="34128" y="6310723"/>
                  </a:lnTo>
                  <a:lnTo>
                    <a:pt x="34221" y="6310723"/>
                  </a:lnTo>
                  <a:lnTo>
                    <a:pt x="34314" y="6310723"/>
                  </a:lnTo>
                  <a:lnTo>
                    <a:pt x="34408" y="6310723"/>
                  </a:lnTo>
                  <a:lnTo>
                    <a:pt x="34501" y="6310723"/>
                  </a:lnTo>
                  <a:lnTo>
                    <a:pt x="34594" y="6310723"/>
                  </a:lnTo>
                  <a:lnTo>
                    <a:pt x="34687" y="6310723"/>
                  </a:lnTo>
                  <a:lnTo>
                    <a:pt x="34780" y="6310723"/>
                  </a:lnTo>
                  <a:lnTo>
                    <a:pt x="34874" y="6310723"/>
                  </a:lnTo>
                  <a:lnTo>
                    <a:pt x="34967" y="6310723"/>
                  </a:lnTo>
                  <a:lnTo>
                    <a:pt x="35060" y="6310723"/>
                  </a:lnTo>
                  <a:lnTo>
                    <a:pt x="35153" y="6310723"/>
                  </a:lnTo>
                  <a:lnTo>
                    <a:pt x="35247" y="6310723"/>
                  </a:lnTo>
                  <a:lnTo>
                    <a:pt x="35340" y="6310723"/>
                  </a:lnTo>
                  <a:lnTo>
                    <a:pt x="35433" y="6310723"/>
                  </a:lnTo>
                  <a:lnTo>
                    <a:pt x="35526" y="6310723"/>
                  </a:lnTo>
                  <a:lnTo>
                    <a:pt x="35620" y="6310723"/>
                  </a:lnTo>
                  <a:lnTo>
                    <a:pt x="35713" y="6310723"/>
                  </a:lnTo>
                  <a:lnTo>
                    <a:pt x="35806" y="6310723"/>
                  </a:lnTo>
                  <a:lnTo>
                    <a:pt x="35899" y="6310723"/>
                  </a:lnTo>
                  <a:lnTo>
                    <a:pt x="35993" y="6310723"/>
                  </a:lnTo>
                  <a:lnTo>
                    <a:pt x="36086" y="6310723"/>
                  </a:lnTo>
                  <a:lnTo>
                    <a:pt x="36179" y="6310723"/>
                  </a:lnTo>
                  <a:lnTo>
                    <a:pt x="36272" y="6310723"/>
                  </a:lnTo>
                  <a:lnTo>
                    <a:pt x="36366" y="6310723"/>
                  </a:lnTo>
                  <a:lnTo>
                    <a:pt x="36459" y="6310723"/>
                  </a:lnTo>
                  <a:lnTo>
                    <a:pt x="36552" y="6310723"/>
                  </a:lnTo>
                  <a:lnTo>
                    <a:pt x="36645" y="6310723"/>
                  </a:lnTo>
                  <a:lnTo>
                    <a:pt x="36739" y="6310723"/>
                  </a:lnTo>
                  <a:lnTo>
                    <a:pt x="36832" y="6310723"/>
                  </a:lnTo>
                  <a:lnTo>
                    <a:pt x="36925" y="6310723"/>
                  </a:lnTo>
                  <a:lnTo>
                    <a:pt x="37018" y="6310723"/>
                  </a:lnTo>
                  <a:lnTo>
                    <a:pt x="37112" y="6310723"/>
                  </a:lnTo>
                  <a:lnTo>
                    <a:pt x="37205" y="6310723"/>
                  </a:lnTo>
                  <a:lnTo>
                    <a:pt x="37298" y="6310723"/>
                  </a:lnTo>
                  <a:lnTo>
                    <a:pt x="37391" y="6310723"/>
                  </a:lnTo>
                  <a:lnTo>
                    <a:pt x="37485" y="6310723"/>
                  </a:lnTo>
                  <a:lnTo>
                    <a:pt x="37578" y="6310723"/>
                  </a:lnTo>
                  <a:lnTo>
                    <a:pt x="37671" y="6310723"/>
                  </a:lnTo>
                  <a:lnTo>
                    <a:pt x="37764" y="6310723"/>
                  </a:lnTo>
                  <a:lnTo>
                    <a:pt x="37858" y="6310723"/>
                  </a:lnTo>
                  <a:lnTo>
                    <a:pt x="37951" y="6310723"/>
                  </a:lnTo>
                  <a:lnTo>
                    <a:pt x="38044" y="6310723"/>
                  </a:lnTo>
                  <a:lnTo>
                    <a:pt x="38137" y="6310723"/>
                  </a:lnTo>
                  <a:lnTo>
                    <a:pt x="38231" y="6310723"/>
                  </a:lnTo>
                  <a:lnTo>
                    <a:pt x="38324" y="6310723"/>
                  </a:lnTo>
                  <a:lnTo>
                    <a:pt x="38417" y="6310723"/>
                  </a:lnTo>
                  <a:lnTo>
                    <a:pt x="38510" y="6310723"/>
                  </a:lnTo>
                  <a:lnTo>
                    <a:pt x="38604" y="6310723"/>
                  </a:lnTo>
                  <a:lnTo>
                    <a:pt x="38697" y="6310723"/>
                  </a:lnTo>
                  <a:lnTo>
                    <a:pt x="38790" y="6310723"/>
                  </a:lnTo>
                  <a:lnTo>
                    <a:pt x="38883" y="6310723"/>
                  </a:lnTo>
                  <a:lnTo>
                    <a:pt x="38977" y="6310723"/>
                  </a:lnTo>
                  <a:lnTo>
                    <a:pt x="39070" y="6310723"/>
                  </a:lnTo>
                  <a:lnTo>
                    <a:pt x="39163" y="6310723"/>
                  </a:lnTo>
                  <a:lnTo>
                    <a:pt x="39256" y="6310723"/>
                  </a:lnTo>
                  <a:lnTo>
                    <a:pt x="39350" y="6310723"/>
                  </a:lnTo>
                  <a:lnTo>
                    <a:pt x="39443" y="6310723"/>
                  </a:lnTo>
                  <a:lnTo>
                    <a:pt x="39536" y="6310723"/>
                  </a:lnTo>
                  <a:lnTo>
                    <a:pt x="39629" y="6310723"/>
                  </a:lnTo>
                  <a:lnTo>
                    <a:pt x="39723" y="6310723"/>
                  </a:lnTo>
                  <a:lnTo>
                    <a:pt x="39816" y="6310723"/>
                  </a:lnTo>
                  <a:lnTo>
                    <a:pt x="39909" y="6310723"/>
                  </a:lnTo>
                  <a:lnTo>
                    <a:pt x="40002" y="6310723"/>
                  </a:lnTo>
                  <a:lnTo>
                    <a:pt x="40096" y="6310723"/>
                  </a:lnTo>
                  <a:lnTo>
                    <a:pt x="40189" y="6310723"/>
                  </a:lnTo>
                  <a:lnTo>
                    <a:pt x="40282" y="6310723"/>
                  </a:lnTo>
                  <a:lnTo>
                    <a:pt x="40375" y="6310723"/>
                  </a:lnTo>
                  <a:lnTo>
                    <a:pt x="40469" y="6310723"/>
                  </a:lnTo>
                  <a:lnTo>
                    <a:pt x="40562" y="6310723"/>
                  </a:lnTo>
                  <a:lnTo>
                    <a:pt x="40655" y="6310723"/>
                  </a:lnTo>
                  <a:lnTo>
                    <a:pt x="40748" y="6310723"/>
                  </a:lnTo>
                  <a:lnTo>
                    <a:pt x="40842" y="6310723"/>
                  </a:lnTo>
                  <a:lnTo>
                    <a:pt x="40935" y="6310723"/>
                  </a:lnTo>
                  <a:lnTo>
                    <a:pt x="41028" y="6310723"/>
                  </a:lnTo>
                  <a:lnTo>
                    <a:pt x="41121" y="6310723"/>
                  </a:lnTo>
                  <a:lnTo>
                    <a:pt x="41215" y="6310723"/>
                  </a:lnTo>
                  <a:lnTo>
                    <a:pt x="41308" y="6310723"/>
                  </a:lnTo>
                  <a:lnTo>
                    <a:pt x="41401" y="6310723"/>
                  </a:lnTo>
                  <a:lnTo>
                    <a:pt x="41494" y="6310723"/>
                  </a:lnTo>
                  <a:lnTo>
                    <a:pt x="41588" y="6310723"/>
                  </a:lnTo>
                  <a:lnTo>
                    <a:pt x="41681" y="6310723"/>
                  </a:lnTo>
                  <a:lnTo>
                    <a:pt x="41774" y="6310723"/>
                  </a:lnTo>
                  <a:lnTo>
                    <a:pt x="41867" y="6310723"/>
                  </a:lnTo>
                  <a:lnTo>
                    <a:pt x="41960" y="6310723"/>
                  </a:lnTo>
                  <a:lnTo>
                    <a:pt x="42054" y="6310723"/>
                  </a:lnTo>
                  <a:lnTo>
                    <a:pt x="42147" y="6310723"/>
                  </a:lnTo>
                  <a:lnTo>
                    <a:pt x="42240" y="6310723"/>
                  </a:lnTo>
                  <a:lnTo>
                    <a:pt x="42333" y="6310723"/>
                  </a:lnTo>
                  <a:lnTo>
                    <a:pt x="42427" y="6310723"/>
                  </a:lnTo>
                  <a:lnTo>
                    <a:pt x="42520" y="6310723"/>
                  </a:lnTo>
                  <a:lnTo>
                    <a:pt x="42613" y="6310723"/>
                  </a:lnTo>
                  <a:lnTo>
                    <a:pt x="42706" y="6310723"/>
                  </a:lnTo>
                  <a:lnTo>
                    <a:pt x="42800" y="6310723"/>
                  </a:lnTo>
                  <a:lnTo>
                    <a:pt x="42893" y="6310723"/>
                  </a:lnTo>
                  <a:lnTo>
                    <a:pt x="42986" y="6310723"/>
                  </a:lnTo>
                  <a:lnTo>
                    <a:pt x="43079" y="6310723"/>
                  </a:lnTo>
                  <a:lnTo>
                    <a:pt x="43173" y="6310723"/>
                  </a:lnTo>
                  <a:lnTo>
                    <a:pt x="43266" y="6310723"/>
                  </a:lnTo>
                  <a:lnTo>
                    <a:pt x="43359" y="6310723"/>
                  </a:lnTo>
                  <a:lnTo>
                    <a:pt x="43452" y="6310723"/>
                  </a:lnTo>
                  <a:lnTo>
                    <a:pt x="43546" y="6310723"/>
                  </a:lnTo>
                  <a:lnTo>
                    <a:pt x="43639" y="6310723"/>
                  </a:lnTo>
                  <a:lnTo>
                    <a:pt x="43732" y="6310723"/>
                  </a:lnTo>
                  <a:lnTo>
                    <a:pt x="43825" y="6310723"/>
                  </a:lnTo>
                  <a:lnTo>
                    <a:pt x="43919" y="6310723"/>
                  </a:lnTo>
                  <a:lnTo>
                    <a:pt x="44012" y="6310723"/>
                  </a:lnTo>
                  <a:lnTo>
                    <a:pt x="44105" y="6310723"/>
                  </a:lnTo>
                  <a:lnTo>
                    <a:pt x="44198" y="6310723"/>
                  </a:lnTo>
                  <a:lnTo>
                    <a:pt x="44292" y="6310723"/>
                  </a:lnTo>
                  <a:lnTo>
                    <a:pt x="44385" y="6310723"/>
                  </a:lnTo>
                  <a:lnTo>
                    <a:pt x="44478" y="6310723"/>
                  </a:lnTo>
                  <a:lnTo>
                    <a:pt x="44571" y="6310723"/>
                  </a:lnTo>
                  <a:lnTo>
                    <a:pt x="44665" y="6310723"/>
                  </a:lnTo>
                  <a:lnTo>
                    <a:pt x="44758" y="6310723"/>
                  </a:lnTo>
                  <a:lnTo>
                    <a:pt x="44851" y="6310723"/>
                  </a:lnTo>
                  <a:lnTo>
                    <a:pt x="44944" y="6310723"/>
                  </a:lnTo>
                  <a:lnTo>
                    <a:pt x="45038" y="6310723"/>
                  </a:lnTo>
                  <a:lnTo>
                    <a:pt x="45131" y="6310723"/>
                  </a:lnTo>
                  <a:lnTo>
                    <a:pt x="45224" y="6310723"/>
                  </a:lnTo>
                  <a:lnTo>
                    <a:pt x="45317" y="6310723"/>
                  </a:lnTo>
                  <a:lnTo>
                    <a:pt x="45411" y="6310723"/>
                  </a:lnTo>
                  <a:lnTo>
                    <a:pt x="45504" y="6310723"/>
                  </a:lnTo>
                  <a:lnTo>
                    <a:pt x="45597" y="6310723"/>
                  </a:lnTo>
                  <a:lnTo>
                    <a:pt x="45690" y="6310723"/>
                  </a:lnTo>
                  <a:lnTo>
                    <a:pt x="45784" y="6310723"/>
                  </a:lnTo>
                  <a:lnTo>
                    <a:pt x="45877" y="6310723"/>
                  </a:lnTo>
                  <a:lnTo>
                    <a:pt x="45970" y="6310723"/>
                  </a:lnTo>
                  <a:lnTo>
                    <a:pt x="46063" y="6310723"/>
                  </a:lnTo>
                  <a:lnTo>
                    <a:pt x="46157" y="6310723"/>
                  </a:lnTo>
                  <a:lnTo>
                    <a:pt x="46250" y="6310723"/>
                  </a:lnTo>
                  <a:lnTo>
                    <a:pt x="46343" y="6310723"/>
                  </a:lnTo>
                  <a:lnTo>
                    <a:pt x="46436" y="6310723"/>
                  </a:lnTo>
                  <a:lnTo>
                    <a:pt x="46530" y="6310723"/>
                  </a:lnTo>
                  <a:lnTo>
                    <a:pt x="46623" y="6310723"/>
                  </a:lnTo>
                  <a:lnTo>
                    <a:pt x="46623" y="6300769"/>
                  </a:lnTo>
                  <a:lnTo>
                    <a:pt x="46716" y="6300769"/>
                  </a:lnTo>
                  <a:lnTo>
                    <a:pt x="46809" y="6300769"/>
                  </a:lnTo>
                  <a:lnTo>
                    <a:pt x="46903" y="6300769"/>
                  </a:lnTo>
                  <a:lnTo>
                    <a:pt x="46996" y="6300769"/>
                  </a:lnTo>
                  <a:lnTo>
                    <a:pt x="47089" y="6300769"/>
                  </a:lnTo>
                  <a:lnTo>
                    <a:pt x="47182" y="6300769"/>
                  </a:lnTo>
                  <a:lnTo>
                    <a:pt x="47276" y="6300769"/>
                  </a:lnTo>
                  <a:lnTo>
                    <a:pt x="47369" y="6300769"/>
                  </a:lnTo>
                  <a:lnTo>
                    <a:pt x="47462" y="6300769"/>
                  </a:lnTo>
                  <a:lnTo>
                    <a:pt x="47555" y="6300769"/>
                  </a:lnTo>
                  <a:lnTo>
                    <a:pt x="47649" y="6300769"/>
                  </a:lnTo>
                  <a:lnTo>
                    <a:pt x="47742" y="6300769"/>
                  </a:lnTo>
                  <a:lnTo>
                    <a:pt x="47835" y="6300769"/>
                  </a:lnTo>
                  <a:lnTo>
                    <a:pt x="47928" y="6300769"/>
                  </a:lnTo>
                  <a:lnTo>
                    <a:pt x="48022" y="6300769"/>
                  </a:lnTo>
                  <a:lnTo>
                    <a:pt x="48115" y="6300769"/>
                  </a:lnTo>
                  <a:lnTo>
                    <a:pt x="48208" y="6300769"/>
                  </a:lnTo>
                  <a:lnTo>
                    <a:pt x="48301" y="6300769"/>
                  </a:lnTo>
                  <a:lnTo>
                    <a:pt x="48395" y="6300769"/>
                  </a:lnTo>
                  <a:lnTo>
                    <a:pt x="48488" y="6300769"/>
                  </a:lnTo>
                  <a:lnTo>
                    <a:pt x="48581" y="6300769"/>
                  </a:lnTo>
                  <a:lnTo>
                    <a:pt x="48674" y="6300769"/>
                  </a:lnTo>
                  <a:lnTo>
                    <a:pt x="48767" y="6300769"/>
                  </a:lnTo>
                  <a:lnTo>
                    <a:pt x="48861" y="6300769"/>
                  </a:lnTo>
                  <a:lnTo>
                    <a:pt x="48954" y="6300769"/>
                  </a:lnTo>
                  <a:lnTo>
                    <a:pt x="49047" y="6300769"/>
                  </a:lnTo>
                  <a:lnTo>
                    <a:pt x="49140" y="6300769"/>
                  </a:lnTo>
                  <a:lnTo>
                    <a:pt x="49234" y="6300769"/>
                  </a:lnTo>
                  <a:lnTo>
                    <a:pt x="49327" y="6300769"/>
                  </a:lnTo>
                  <a:lnTo>
                    <a:pt x="49420" y="6300769"/>
                  </a:lnTo>
                  <a:lnTo>
                    <a:pt x="49513" y="6300769"/>
                  </a:lnTo>
                  <a:lnTo>
                    <a:pt x="49607" y="6300769"/>
                  </a:lnTo>
                  <a:lnTo>
                    <a:pt x="49700" y="6300769"/>
                  </a:lnTo>
                  <a:lnTo>
                    <a:pt x="49793" y="6300769"/>
                  </a:lnTo>
                  <a:lnTo>
                    <a:pt x="49886" y="6300769"/>
                  </a:lnTo>
                  <a:lnTo>
                    <a:pt x="49980" y="6300769"/>
                  </a:lnTo>
                  <a:lnTo>
                    <a:pt x="50073" y="6300769"/>
                  </a:lnTo>
                  <a:lnTo>
                    <a:pt x="50166" y="6300769"/>
                  </a:lnTo>
                  <a:lnTo>
                    <a:pt x="50259" y="6300769"/>
                  </a:lnTo>
                  <a:lnTo>
                    <a:pt x="50353" y="6300769"/>
                  </a:lnTo>
                  <a:lnTo>
                    <a:pt x="50446" y="6300769"/>
                  </a:lnTo>
                  <a:lnTo>
                    <a:pt x="50539" y="6300769"/>
                  </a:lnTo>
                  <a:lnTo>
                    <a:pt x="50632" y="6300769"/>
                  </a:lnTo>
                  <a:lnTo>
                    <a:pt x="50726" y="6300769"/>
                  </a:lnTo>
                  <a:lnTo>
                    <a:pt x="50819" y="6300769"/>
                  </a:lnTo>
                  <a:lnTo>
                    <a:pt x="50912" y="6300769"/>
                  </a:lnTo>
                  <a:lnTo>
                    <a:pt x="51005" y="6300769"/>
                  </a:lnTo>
                  <a:lnTo>
                    <a:pt x="51099" y="6300769"/>
                  </a:lnTo>
                  <a:lnTo>
                    <a:pt x="51192" y="6300769"/>
                  </a:lnTo>
                  <a:lnTo>
                    <a:pt x="51285" y="6300769"/>
                  </a:lnTo>
                  <a:lnTo>
                    <a:pt x="51378" y="6300769"/>
                  </a:lnTo>
                  <a:lnTo>
                    <a:pt x="51472" y="6300769"/>
                  </a:lnTo>
                  <a:lnTo>
                    <a:pt x="51565" y="6300769"/>
                  </a:lnTo>
                  <a:lnTo>
                    <a:pt x="51658" y="6300769"/>
                  </a:lnTo>
                  <a:lnTo>
                    <a:pt x="51751" y="6300769"/>
                  </a:lnTo>
                  <a:lnTo>
                    <a:pt x="51845" y="6300769"/>
                  </a:lnTo>
                  <a:lnTo>
                    <a:pt x="51938" y="6300769"/>
                  </a:lnTo>
                  <a:lnTo>
                    <a:pt x="52031" y="6300769"/>
                  </a:lnTo>
                  <a:lnTo>
                    <a:pt x="52124" y="6300769"/>
                  </a:lnTo>
                  <a:lnTo>
                    <a:pt x="52218" y="6300769"/>
                  </a:lnTo>
                  <a:lnTo>
                    <a:pt x="52311" y="6300769"/>
                  </a:lnTo>
                  <a:lnTo>
                    <a:pt x="52404" y="6300769"/>
                  </a:lnTo>
                  <a:lnTo>
                    <a:pt x="52497" y="6300769"/>
                  </a:lnTo>
                  <a:lnTo>
                    <a:pt x="52591" y="6300769"/>
                  </a:lnTo>
                  <a:lnTo>
                    <a:pt x="52684" y="6300769"/>
                  </a:lnTo>
                  <a:lnTo>
                    <a:pt x="52777" y="6300769"/>
                  </a:lnTo>
                  <a:lnTo>
                    <a:pt x="52870" y="6300769"/>
                  </a:lnTo>
                  <a:lnTo>
                    <a:pt x="52964" y="6300769"/>
                  </a:lnTo>
                  <a:lnTo>
                    <a:pt x="53057" y="6300769"/>
                  </a:lnTo>
                  <a:lnTo>
                    <a:pt x="53150" y="6300769"/>
                  </a:lnTo>
                  <a:lnTo>
                    <a:pt x="53243" y="6300769"/>
                  </a:lnTo>
                  <a:lnTo>
                    <a:pt x="53337" y="6300769"/>
                  </a:lnTo>
                  <a:lnTo>
                    <a:pt x="53430" y="6300769"/>
                  </a:lnTo>
                  <a:lnTo>
                    <a:pt x="53523" y="6300769"/>
                  </a:lnTo>
                  <a:lnTo>
                    <a:pt x="53616" y="6300769"/>
                  </a:lnTo>
                  <a:lnTo>
                    <a:pt x="53710" y="6300769"/>
                  </a:lnTo>
                  <a:lnTo>
                    <a:pt x="53803" y="6300769"/>
                  </a:lnTo>
                  <a:lnTo>
                    <a:pt x="53896" y="6300769"/>
                  </a:lnTo>
                  <a:lnTo>
                    <a:pt x="53989" y="6300769"/>
                  </a:lnTo>
                  <a:lnTo>
                    <a:pt x="54083" y="6300769"/>
                  </a:lnTo>
                  <a:lnTo>
                    <a:pt x="54176" y="6300769"/>
                  </a:lnTo>
                  <a:lnTo>
                    <a:pt x="54269" y="6300769"/>
                  </a:lnTo>
                  <a:lnTo>
                    <a:pt x="54362" y="6300769"/>
                  </a:lnTo>
                  <a:lnTo>
                    <a:pt x="54456" y="6300769"/>
                  </a:lnTo>
                  <a:lnTo>
                    <a:pt x="54549" y="6300769"/>
                  </a:lnTo>
                  <a:lnTo>
                    <a:pt x="54642" y="6300769"/>
                  </a:lnTo>
                  <a:lnTo>
                    <a:pt x="54735" y="6300769"/>
                  </a:lnTo>
                  <a:lnTo>
                    <a:pt x="54829" y="6300769"/>
                  </a:lnTo>
                  <a:lnTo>
                    <a:pt x="54922" y="6300769"/>
                  </a:lnTo>
                  <a:lnTo>
                    <a:pt x="55015" y="6300769"/>
                  </a:lnTo>
                  <a:lnTo>
                    <a:pt x="55108" y="6300769"/>
                  </a:lnTo>
                  <a:lnTo>
                    <a:pt x="55202" y="6300769"/>
                  </a:lnTo>
                  <a:lnTo>
                    <a:pt x="55295" y="6300769"/>
                  </a:lnTo>
                  <a:lnTo>
                    <a:pt x="55388" y="6300769"/>
                  </a:lnTo>
                  <a:lnTo>
                    <a:pt x="55481" y="6300769"/>
                  </a:lnTo>
                  <a:lnTo>
                    <a:pt x="55574" y="6300769"/>
                  </a:lnTo>
                  <a:lnTo>
                    <a:pt x="55668" y="6300769"/>
                  </a:lnTo>
                  <a:lnTo>
                    <a:pt x="55761" y="6300769"/>
                  </a:lnTo>
                  <a:lnTo>
                    <a:pt x="55854" y="6300769"/>
                  </a:lnTo>
                  <a:lnTo>
                    <a:pt x="55947" y="6300769"/>
                  </a:lnTo>
                  <a:lnTo>
                    <a:pt x="56041" y="6300769"/>
                  </a:lnTo>
                  <a:lnTo>
                    <a:pt x="56134" y="6300769"/>
                  </a:lnTo>
                  <a:lnTo>
                    <a:pt x="56227" y="6300769"/>
                  </a:lnTo>
                  <a:lnTo>
                    <a:pt x="56320" y="6300769"/>
                  </a:lnTo>
                  <a:lnTo>
                    <a:pt x="56414" y="6300769"/>
                  </a:lnTo>
                  <a:lnTo>
                    <a:pt x="56507" y="6300769"/>
                  </a:lnTo>
                  <a:lnTo>
                    <a:pt x="56600" y="6300769"/>
                  </a:lnTo>
                  <a:lnTo>
                    <a:pt x="56693" y="6300769"/>
                  </a:lnTo>
                  <a:lnTo>
                    <a:pt x="56787" y="6300769"/>
                  </a:lnTo>
                  <a:lnTo>
                    <a:pt x="56880" y="6300769"/>
                  </a:lnTo>
                  <a:lnTo>
                    <a:pt x="56973" y="6300769"/>
                  </a:lnTo>
                  <a:lnTo>
                    <a:pt x="57066" y="6300769"/>
                  </a:lnTo>
                  <a:lnTo>
                    <a:pt x="57160" y="6300769"/>
                  </a:lnTo>
                  <a:lnTo>
                    <a:pt x="57253" y="6300769"/>
                  </a:lnTo>
                  <a:lnTo>
                    <a:pt x="57346" y="6300769"/>
                  </a:lnTo>
                  <a:lnTo>
                    <a:pt x="57346" y="6290815"/>
                  </a:lnTo>
                  <a:lnTo>
                    <a:pt x="57439" y="6290815"/>
                  </a:lnTo>
                  <a:lnTo>
                    <a:pt x="57533" y="6290815"/>
                  </a:lnTo>
                  <a:lnTo>
                    <a:pt x="57626" y="6290815"/>
                  </a:lnTo>
                  <a:lnTo>
                    <a:pt x="57719" y="6290815"/>
                  </a:lnTo>
                  <a:lnTo>
                    <a:pt x="57812" y="6290815"/>
                  </a:lnTo>
                  <a:lnTo>
                    <a:pt x="57906" y="6290815"/>
                  </a:lnTo>
                  <a:lnTo>
                    <a:pt x="57999" y="6290815"/>
                  </a:lnTo>
                  <a:lnTo>
                    <a:pt x="58092" y="6290815"/>
                  </a:lnTo>
                  <a:lnTo>
                    <a:pt x="58185" y="6290815"/>
                  </a:lnTo>
                  <a:lnTo>
                    <a:pt x="58279" y="6290815"/>
                  </a:lnTo>
                  <a:lnTo>
                    <a:pt x="58372" y="6290815"/>
                  </a:lnTo>
                  <a:lnTo>
                    <a:pt x="58465" y="6290815"/>
                  </a:lnTo>
                  <a:lnTo>
                    <a:pt x="58558" y="6290815"/>
                  </a:lnTo>
                  <a:lnTo>
                    <a:pt x="58652" y="6290815"/>
                  </a:lnTo>
                  <a:lnTo>
                    <a:pt x="58745" y="6290815"/>
                  </a:lnTo>
                  <a:lnTo>
                    <a:pt x="58838" y="6290815"/>
                  </a:lnTo>
                  <a:lnTo>
                    <a:pt x="58931" y="6290815"/>
                  </a:lnTo>
                  <a:lnTo>
                    <a:pt x="59025" y="6290815"/>
                  </a:lnTo>
                  <a:lnTo>
                    <a:pt x="59025" y="6280862"/>
                  </a:lnTo>
                  <a:lnTo>
                    <a:pt x="59118" y="6280862"/>
                  </a:lnTo>
                  <a:lnTo>
                    <a:pt x="59211" y="6280862"/>
                  </a:lnTo>
                  <a:lnTo>
                    <a:pt x="59304" y="6280862"/>
                  </a:lnTo>
                  <a:lnTo>
                    <a:pt x="59398" y="6280862"/>
                  </a:lnTo>
                  <a:lnTo>
                    <a:pt x="59491" y="6280862"/>
                  </a:lnTo>
                  <a:lnTo>
                    <a:pt x="59584" y="6280862"/>
                  </a:lnTo>
                  <a:lnTo>
                    <a:pt x="59677" y="6280862"/>
                  </a:lnTo>
                  <a:lnTo>
                    <a:pt x="59771" y="6280862"/>
                  </a:lnTo>
                  <a:lnTo>
                    <a:pt x="59864" y="6280862"/>
                  </a:lnTo>
                  <a:lnTo>
                    <a:pt x="59957" y="6280862"/>
                  </a:lnTo>
                  <a:lnTo>
                    <a:pt x="60050" y="6280862"/>
                  </a:lnTo>
                  <a:lnTo>
                    <a:pt x="60144" y="6280862"/>
                  </a:lnTo>
                  <a:lnTo>
                    <a:pt x="60237" y="6280862"/>
                  </a:lnTo>
                  <a:lnTo>
                    <a:pt x="60330" y="6280862"/>
                  </a:lnTo>
                  <a:lnTo>
                    <a:pt x="60423" y="6280862"/>
                  </a:lnTo>
                  <a:lnTo>
                    <a:pt x="60517" y="6280862"/>
                  </a:lnTo>
                  <a:lnTo>
                    <a:pt x="60610" y="6280862"/>
                  </a:lnTo>
                  <a:lnTo>
                    <a:pt x="60703" y="6280862"/>
                  </a:lnTo>
                  <a:lnTo>
                    <a:pt x="60796" y="6280862"/>
                  </a:lnTo>
                  <a:lnTo>
                    <a:pt x="60890" y="6280862"/>
                  </a:lnTo>
                  <a:lnTo>
                    <a:pt x="60983" y="6280862"/>
                  </a:lnTo>
                  <a:lnTo>
                    <a:pt x="61076" y="6280862"/>
                  </a:lnTo>
                  <a:lnTo>
                    <a:pt x="61169" y="6280862"/>
                  </a:lnTo>
                  <a:lnTo>
                    <a:pt x="61263" y="6280862"/>
                  </a:lnTo>
                  <a:lnTo>
                    <a:pt x="61356" y="6280862"/>
                  </a:lnTo>
                  <a:lnTo>
                    <a:pt x="61449" y="6280862"/>
                  </a:lnTo>
                  <a:lnTo>
                    <a:pt x="61542" y="6280862"/>
                  </a:lnTo>
                  <a:lnTo>
                    <a:pt x="61636" y="6280862"/>
                  </a:lnTo>
                  <a:lnTo>
                    <a:pt x="61729" y="6280862"/>
                  </a:lnTo>
                  <a:lnTo>
                    <a:pt x="61822" y="6280862"/>
                  </a:lnTo>
                  <a:lnTo>
                    <a:pt x="61915" y="6280862"/>
                  </a:lnTo>
                  <a:lnTo>
                    <a:pt x="62009" y="6280862"/>
                  </a:lnTo>
                  <a:lnTo>
                    <a:pt x="62102" y="6280862"/>
                  </a:lnTo>
                  <a:lnTo>
                    <a:pt x="62195" y="6280862"/>
                  </a:lnTo>
                  <a:lnTo>
                    <a:pt x="62288" y="6280862"/>
                  </a:lnTo>
                  <a:lnTo>
                    <a:pt x="62382" y="6280862"/>
                  </a:lnTo>
                  <a:lnTo>
                    <a:pt x="62475" y="6280862"/>
                  </a:lnTo>
                  <a:lnTo>
                    <a:pt x="62568" y="6280862"/>
                  </a:lnTo>
                  <a:lnTo>
                    <a:pt x="62661" y="6280862"/>
                  </a:lnTo>
                  <a:lnTo>
                    <a:pt x="62661" y="6270908"/>
                  </a:lnTo>
                  <a:lnTo>
                    <a:pt x="62754" y="6270908"/>
                  </a:lnTo>
                  <a:lnTo>
                    <a:pt x="62848" y="6270908"/>
                  </a:lnTo>
                  <a:lnTo>
                    <a:pt x="62941" y="6270908"/>
                  </a:lnTo>
                  <a:lnTo>
                    <a:pt x="63034" y="6270908"/>
                  </a:lnTo>
                  <a:lnTo>
                    <a:pt x="63127" y="6270908"/>
                  </a:lnTo>
                  <a:lnTo>
                    <a:pt x="63221" y="6270908"/>
                  </a:lnTo>
                  <a:lnTo>
                    <a:pt x="63314" y="6270908"/>
                  </a:lnTo>
                  <a:lnTo>
                    <a:pt x="63407" y="6270908"/>
                  </a:lnTo>
                  <a:lnTo>
                    <a:pt x="63500" y="6270908"/>
                  </a:lnTo>
                  <a:lnTo>
                    <a:pt x="63594" y="6270908"/>
                  </a:lnTo>
                  <a:lnTo>
                    <a:pt x="63687" y="6270908"/>
                  </a:lnTo>
                  <a:lnTo>
                    <a:pt x="63780" y="6270908"/>
                  </a:lnTo>
                  <a:lnTo>
                    <a:pt x="63873" y="6270908"/>
                  </a:lnTo>
                  <a:lnTo>
                    <a:pt x="63967" y="6270908"/>
                  </a:lnTo>
                  <a:lnTo>
                    <a:pt x="64060" y="6270908"/>
                  </a:lnTo>
                  <a:lnTo>
                    <a:pt x="64153" y="6270908"/>
                  </a:lnTo>
                  <a:lnTo>
                    <a:pt x="64246" y="6270908"/>
                  </a:lnTo>
                  <a:lnTo>
                    <a:pt x="64340" y="6270908"/>
                  </a:lnTo>
                  <a:lnTo>
                    <a:pt x="64433" y="6270908"/>
                  </a:lnTo>
                  <a:lnTo>
                    <a:pt x="64526" y="6270908"/>
                  </a:lnTo>
                  <a:lnTo>
                    <a:pt x="64619" y="6270908"/>
                  </a:lnTo>
                  <a:lnTo>
                    <a:pt x="64713" y="6270908"/>
                  </a:lnTo>
                  <a:lnTo>
                    <a:pt x="64806" y="6270908"/>
                  </a:lnTo>
                  <a:lnTo>
                    <a:pt x="64899" y="6270908"/>
                  </a:lnTo>
                  <a:lnTo>
                    <a:pt x="64992" y="6270908"/>
                  </a:lnTo>
                  <a:lnTo>
                    <a:pt x="65086" y="6270908"/>
                  </a:lnTo>
                  <a:lnTo>
                    <a:pt x="65179" y="6270908"/>
                  </a:lnTo>
                  <a:lnTo>
                    <a:pt x="65272" y="6270908"/>
                  </a:lnTo>
                  <a:lnTo>
                    <a:pt x="65365" y="6270908"/>
                  </a:lnTo>
                  <a:lnTo>
                    <a:pt x="65459" y="6270908"/>
                  </a:lnTo>
                  <a:lnTo>
                    <a:pt x="65552" y="6270908"/>
                  </a:lnTo>
                  <a:lnTo>
                    <a:pt x="65645" y="6270908"/>
                  </a:lnTo>
                  <a:lnTo>
                    <a:pt x="65738" y="6270908"/>
                  </a:lnTo>
                  <a:lnTo>
                    <a:pt x="65832" y="6270908"/>
                  </a:lnTo>
                  <a:lnTo>
                    <a:pt x="65925" y="6270908"/>
                  </a:lnTo>
                  <a:lnTo>
                    <a:pt x="66018" y="6270908"/>
                  </a:lnTo>
                  <a:lnTo>
                    <a:pt x="66111" y="6270908"/>
                  </a:lnTo>
                  <a:lnTo>
                    <a:pt x="66205" y="6270908"/>
                  </a:lnTo>
                  <a:lnTo>
                    <a:pt x="66298" y="6270908"/>
                  </a:lnTo>
                  <a:lnTo>
                    <a:pt x="66391" y="6270908"/>
                  </a:lnTo>
                  <a:lnTo>
                    <a:pt x="66484" y="6270908"/>
                  </a:lnTo>
                  <a:lnTo>
                    <a:pt x="66578" y="6270908"/>
                  </a:lnTo>
                  <a:lnTo>
                    <a:pt x="66671" y="6270908"/>
                  </a:lnTo>
                  <a:lnTo>
                    <a:pt x="66764" y="6270908"/>
                  </a:lnTo>
                  <a:lnTo>
                    <a:pt x="66857" y="6270908"/>
                  </a:lnTo>
                  <a:lnTo>
                    <a:pt x="66951" y="6270908"/>
                  </a:lnTo>
                  <a:lnTo>
                    <a:pt x="67044" y="6270908"/>
                  </a:lnTo>
                  <a:lnTo>
                    <a:pt x="67137" y="6270908"/>
                  </a:lnTo>
                  <a:lnTo>
                    <a:pt x="67230" y="6270908"/>
                  </a:lnTo>
                  <a:lnTo>
                    <a:pt x="67324" y="6270908"/>
                  </a:lnTo>
                  <a:lnTo>
                    <a:pt x="67417" y="6270908"/>
                  </a:lnTo>
                  <a:lnTo>
                    <a:pt x="67510" y="6270908"/>
                  </a:lnTo>
                  <a:lnTo>
                    <a:pt x="67603" y="6270908"/>
                  </a:lnTo>
                  <a:lnTo>
                    <a:pt x="67697" y="6270908"/>
                  </a:lnTo>
                  <a:lnTo>
                    <a:pt x="67790" y="6270908"/>
                  </a:lnTo>
                  <a:lnTo>
                    <a:pt x="67883" y="6270908"/>
                  </a:lnTo>
                  <a:lnTo>
                    <a:pt x="67976" y="6270908"/>
                  </a:lnTo>
                  <a:lnTo>
                    <a:pt x="68070" y="6270908"/>
                  </a:lnTo>
                  <a:lnTo>
                    <a:pt x="68163" y="6270908"/>
                  </a:lnTo>
                  <a:lnTo>
                    <a:pt x="68256" y="6270908"/>
                  </a:lnTo>
                  <a:lnTo>
                    <a:pt x="68349" y="6270908"/>
                  </a:lnTo>
                  <a:lnTo>
                    <a:pt x="68443" y="6270908"/>
                  </a:lnTo>
                  <a:lnTo>
                    <a:pt x="68536" y="6270908"/>
                  </a:lnTo>
                  <a:lnTo>
                    <a:pt x="68629" y="6270908"/>
                  </a:lnTo>
                  <a:lnTo>
                    <a:pt x="68722" y="6270908"/>
                  </a:lnTo>
                  <a:lnTo>
                    <a:pt x="68816" y="6270908"/>
                  </a:lnTo>
                  <a:lnTo>
                    <a:pt x="68909" y="6270908"/>
                  </a:lnTo>
                  <a:lnTo>
                    <a:pt x="69002" y="6270908"/>
                  </a:lnTo>
                  <a:lnTo>
                    <a:pt x="69095" y="6270908"/>
                  </a:lnTo>
                  <a:lnTo>
                    <a:pt x="69189" y="6270908"/>
                  </a:lnTo>
                  <a:lnTo>
                    <a:pt x="69282" y="6270908"/>
                  </a:lnTo>
                  <a:lnTo>
                    <a:pt x="69375" y="6270908"/>
                  </a:lnTo>
                  <a:lnTo>
                    <a:pt x="69468" y="6270908"/>
                  </a:lnTo>
                  <a:lnTo>
                    <a:pt x="69561" y="6270908"/>
                  </a:lnTo>
                  <a:lnTo>
                    <a:pt x="69655" y="6270908"/>
                  </a:lnTo>
                  <a:lnTo>
                    <a:pt x="69748" y="6270908"/>
                  </a:lnTo>
                  <a:lnTo>
                    <a:pt x="69841" y="6270908"/>
                  </a:lnTo>
                  <a:lnTo>
                    <a:pt x="69934" y="6270908"/>
                  </a:lnTo>
                  <a:lnTo>
                    <a:pt x="70028" y="6270908"/>
                  </a:lnTo>
                  <a:lnTo>
                    <a:pt x="70121" y="6270908"/>
                  </a:lnTo>
                  <a:lnTo>
                    <a:pt x="70214" y="6270908"/>
                  </a:lnTo>
                  <a:lnTo>
                    <a:pt x="70307" y="6270908"/>
                  </a:lnTo>
                  <a:lnTo>
                    <a:pt x="70401" y="6270908"/>
                  </a:lnTo>
                  <a:lnTo>
                    <a:pt x="70494" y="6270908"/>
                  </a:lnTo>
                  <a:lnTo>
                    <a:pt x="70587" y="6270908"/>
                  </a:lnTo>
                  <a:lnTo>
                    <a:pt x="70680" y="6270908"/>
                  </a:lnTo>
                  <a:lnTo>
                    <a:pt x="70774" y="6270908"/>
                  </a:lnTo>
                  <a:lnTo>
                    <a:pt x="70867" y="6270908"/>
                  </a:lnTo>
                  <a:lnTo>
                    <a:pt x="70960" y="6270908"/>
                  </a:lnTo>
                  <a:lnTo>
                    <a:pt x="71053" y="6270908"/>
                  </a:lnTo>
                  <a:lnTo>
                    <a:pt x="71147" y="6270908"/>
                  </a:lnTo>
                  <a:lnTo>
                    <a:pt x="71240" y="6270908"/>
                  </a:lnTo>
                  <a:lnTo>
                    <a:pt x="71333" y="6270908"/>
                  </a:lnTo>
                  <a:lnTo>
                    <a:pt x="71426" y="6270908"/>
                  </a:lnTo>
                  <a:lnTo>
                    <a:pt x="71520" y="6270908"/>
                  </a:lnTo>
                  <a:lnTo>
                    <a:pt x="71613" y="6270908"/>
                  </a:lnTo>
                  <a:lnTo>
                    <a:pt x="71706" y="6270908"/>
                  </a:lnTo>
                  <a:lnTo>
                    <a:pt x="71799" y="6270908"/>
                  </a:lnTo>
                  <a:lnTo>
                    <a:pt x="71893" y="6270908"/>
                  </a:lnTo>
                  <a:lnTo>
                    <a:pt x="71986" y="6270908"/>
                  </a:lnTo>
                  <a:lnTo>
                    <a:pt x="72079" y="6270908"/>
                  </a:lnTo>
                  <a:lnTo>
                    <a:pt x="72172" y="6270908"/>
                  </a:lnTo>
                  <a:lnTo>
                    <a:pt x="72266" y="6270908"/>
                  </a:lnTo>
                  <a:lnTo>
                    <a:pt x="72359" y="6270908"/>
                  </a:lnTo>
                  <a:lnTo>
                    <a:pt x="72452" y="6270908"/>
                  </a:lnTo>
                  <a:lnTo>
                    <a:pt x="72545" y="6270908"/>
                  </a:lnTo>
                  <a:lnTo>
                    <a:pt x="72639" y="6270908"/>
                  </a:lnTo>
                  <a:lnTo>
                    <a:pt x="72732" y="6270908"/>
                  </a:lnTo>
                  <a:lnTo>
                    <a:pt x="72825" y="6270908"/>
                  </a:lnTo>
                  <a:lnTo>
                    <a:pt x="72918" y="6270908"/>
                  </a:lnTo>
                  <a:lnTo>
                    <a:pt x="73012" y="6270908"/>
                  </a:lnTo>
                  <a:lnTo>
                    <a:pt x="73105" y="6270908"/>
                  </a:lnTo>
                  <a:lnTo>
                    <a:pt x="73198" y="6270908"/>
                  </a:lnTo>
                  <a:lnTo>
                    <a:pt x="73291" y="6270908"/>
                  </a:lnTo>
                  <a:lnTo>
                    <a:pt x="73385" y="6270908"/>
                  </a:lnTo>
                  <a:lnTo>
                    <a:pt x="73478" y="6270908"/>
                  </a:lnTo>
                  <a:lnTo>
                    <a:pt x="73571" y="6270908"/>
                  </a:lnTo>
                  <a:lnTo>
                    <a:pt x="73664" y="6270908"/>
                  </a:lnTo>
                  <a:lnTo>
                    <a:pt x="73758" y="6270908"/>
                  </a:lnTo>
                  <a:lnTo>
                    <a:pt x="73851" y="6270908"/>
                  </a:lnTo>
                  <a:lnTo>
                    <a:pt x="73944" y="6270908"/>
                  </a:lnTo>
                  <a:lnTo>
                    <a:pt x="74037" y="6270908"/>
                  </a:lnTo>
                  <a:lnTo>
                    <a:pt x="74131" y="6270908"/>
                  </a:lnTo>
                  <a:lnTo>
                    <a:pt x="74224" y="6270908"/>
                  </a:lnTo>
                  <a:lnTo>
                    <a:pt x="74317" y="6270908"/>
                  </a:lnTo>
                  <a:lnTo>
                    <a:pt x="74410" y="6270908"/>
                  </a:lnTo>
                  <a:lnTo>
                    <a:pt x="74504" y="6270908"/>
                  </a:lnTo>
                  <a:lnTo>
                    <a:pt x="74597" y="6270908"/>
                  </a:lnTo>
                  <a:lnTo>
                    <a:pt x="74690" y="6270908"/>
                  </a:lnTo>
                  <a:lnTo>
                    <a:pt x="74783" y="6270908"/>
                  </a:lnTo>
                  <a:lnTo>
                    <a:pt x="74877" y="6270908"/>
                  </a:lnTo>
                  <a:lnTo>
                    <a:pt x="74970" y="6270908"/>
                  </a:lnTo>
                  <a:lnTo>
                    <a:pt x="75063" y="6270908"/>
                  </a:lnTo>
                  <a:lnTo>
                    <a:pt x="75156" y="6270908"/>
                  </a:lnTo>
                  <a:lnTo>
                    <a:pt x="75250" y="6270908"/>
                  </a:lnTo>
                  <a:lnTo>
                    <a:pt x="75343" y="6270908"/>
                  </a:lnTo>
                  <a:lnTo>
                    <a:pt x="75436" y="6270908"/>
                  </a:lnTo>
                  <a:lnTo>
                    <a:pt x="75529" y="6270908"/>
                  </a:lnTo>
                  <a:lnTo>
                    <a:pt x="75623" y="6270908"/>
                  </a:lnTo>
                  <a:lnTo>
                    <a:pt x="75716" y="6270908"/>
                  </a:lnTo>
                  <a:lnTo>
                    <a:pt x="75809" y="6270908"/>
                  </a:lnTo>
                  <a:lnTo>
                    <a:pt x="75902" y="6270908"/>
                  </a:lnTo>
                  <a:lnTo>
                    <a:pt x="75996" y="6270908"/>
                  </a:lnTo>
                  <a:lnTo>
                    <a:pt x="76089" y="6270908"/>
                  </a:lnTo>
                  <a:lnTo>
                    <a:pt x="76182" y="6270908"/>
                  </a:lnTo>
                  <a:lnTo>
                    <a:pt x="76275" y="6270908"/>
                  </a:lnTo>
                  <a:lnTo>
                    <a:pt x="76368" y="6270908"/>
                  </a:lnTo>
                  <a:lnTo>
                    <a:pt x="76462" y="6270908"/>
                  </a:lnTo>
                  <a:lnTo>
                    <a:pt x="76555" y="6270908"/>
                  </a:lnTo>
                  <a:lnTo>
                    <a:pt x="76648" y="6270908"/>
                  </a:lnTo>
                  <a:lnTo>
                    <a:pt x="76648" y="6260954"/>
                  </a:lnTo>
                  <a:lnTo>
                    <a:pt x="76741" y="6260954"/>
                  </a:lnTo>
                  <a:lnTo>
                    <a:pt x="76835" y="6260954"/>
                  </a:lnTo>
                  <a:lnTo>
                    <a:pt x="76928" y="6260954"/>
                  </a:lnTo>
                  <a:lnTo>
                    <a:pt x="77021" y="6260954"/>
                  </a:lnTo>
                  <a:lnTo>
                    <a:pt x="77114" y="6260954"/>
                  </a:lnTo>
                  <a:lnTo>
                    <a:pt x="77208" y="6260954"/>
                  </a:lnTo>
                  <a:lnTo>
                    <a:pt x="77301" y="6260954"/>
                  </a:lnTo>
                  <a:lnTo>
                    <a:pt x="77394" y="6260954"/>
                  </a:lnTo>
                  <a:lnTo>
                    <a:pt x="77487" y="6260954"/>
                  </a:lnTo>
                  <a:lnTo>
                    <a:pt x="77581" y="6260954"/>
                  </a:lnTo>
                  <a:lnTo>
                    <a:pt x="77674" y="6260954"/>
                  </a:lnTo>
                  <a:lnTo>
                    <a:pt x="77674" y="6251000"/>
                  </a:lnTo>
                  <a:lnTo>
                    <a:pt x="77767" y="6251000"/>
                  </a:lnTo>
                  <a:lnTo>
                    <a:pt x="77860" y="6251000"/>
                  </a:lnTo>
                  <a:lnTo>
                    <a:pt x="77954" y="6251000"/>
                  </a:lnTo>
                  <a:lnTo>
                    <a:pt x="78047" y="6251000"/>
                  </a:lnTo>
                  <a:lnTo>
                    <a:pt x="78140" y="6251000"/>
                  </a:lnTo>
                  <a:lnTo>
                    <a:pt x="78233" y="6251000"/>
                  </a:lnTo>
                  <a:lnTo>
                    <a:pt x="78327" y="6251000"/>
                  </a:lnTo>
                  <a:lnTo>
                    <a:pt x="78420" y="6251000"/>
                  </a:lnTo>
                  <a:lnTo>
                    <a:pt x="78513" y="6251000"/>
                  </a:lnTo>
                  <a:lnTo>
                    <a:pt x="78606" y="6251000"/>
                  </a:lnTo>
                  <a:lnTo>
                    <a:pt x="78700" y="6251000"/>
                  </a:lnTo>
                  <a:lnTo>
                    <a:pt x="78793" y="6251000"/>
                  </a:lnTo>
                  <a:lnTo>
                    <a:pt x="78886" y="6251000"/>
                  </a:lnTo>
                  <a:lnTo>
                    <a:pt x="78979" y="6251000"/>
                  </a:lnTo>
                  <a:lnTo>
                    <a:pt x="79073" y="6251000"/>
                  </a:lnTo>
                  <a:lnTo>
                    <a:pt x="79166" y="6251000"/>
                  </a:lnTo>
                  <a:lnTo>
                    <a:pt x="79259" y="6251000"/>
                  </a:lnTo>
                  <a:lnTo>
                    <a:pt x="79352" y="6251000"/>
                  </a:lnTo>
                  <a:lnTo>
                    <a:pt x="79446" y="6251000"/>
                  </a:lnTo>
                  <a:lnTo>
                    <a:pt x="79539" y="6251000"/>
                  </a:lnTo>
                  <a:lnTo>
                    <a:pt x="79632" y="6251000"/>
                  </a:lnTo>
                  <a:lnTo>
                    <a:pt x="79725" y="6251000"/>
                  </a:lnTo>
                  <a:lnTo>
                    <a:pt x="79819" y="6251000"/>
                  </a:lnTo>
                  <a:lnTo>
                    <a:pt x="79912" y="6251000"/>
                  </a:lnTo>
                  <a:lnTo>
                    <a:pt x="80005" y="6251000"/>
                  </a:lnTo>
                  <a:lnTo>
                    <a:pt x="80098" y="6251000"/>
                  </a:lnTo>
                  <a:lnTo>
                    <a:pt x="80192" y="6251000"/>
                  </a:lnTo>
                  <a:lnTo>
                    <a:pt x="80285" y="6251000"/>
                  </a:lnTo>
                  <a:lnTo>
                    <a:pt x="80378" y="6251000"/>
                  </a:lnTo>
                  <a:lnTo>
                    <a:pt x="80471" y="6251000"/>
                  </a:lnTo>
                  <a:lnTo>
                    <a:pt x="80565" y="6251000"/>
                  </a:lnTo>
                  <a:lnTo>
                    <a:pt x="80658" y="6251000"/>
                  </a:lnTo>
                  <a:lnTo>
                    <a:pt x="80751" y="6251000"/>
                  </a:lnTo>
                  <a:lnTo>
                    <a:pt x="80751" y="6241046"/>
                  </a:lnTo>
                  <a:lnTo>
                    <a:pt x="80844" y="6241046"/>
                  </a:lnTo>
                  <a:lnTo>
                    <a:pt x="80938" y="6241046"/>
                  </a:lnTo>
                  <a:lnTo>
                    <a:pt x="81031" y="6241046"/>
                  </a:lnTo>
                  <a:lnTo>
                    <a:pt x="81124" y="6241046"/>
                  </a:lnTo>
                  <a:lnTo>
                    <a:pt x="81217" y="6241046"/>
                  </a:lnTo>
                  <a:lnTo>
                    <a:pt x="81311" y="6241046"/>
                  </a:lnTo>
                  <a:lnTo>
                    <a:pt x="81404" y="6241046"/>
                  </a:lnTo>
                  <a:lnTo>
                    <a:pt x="81497" y="6241046"/>
                  </a:lnTo>
                  <a:lnTo>
                    <a:pt x="81590" y="6241046"/>
                  </a:lnTo>
                  <a:lnTo>
                    <a:pt x="81684" y="6241046"/>
                  </a:lnTo>
                  <a:lnTo>
                    <a:pt x="81684" y="6231092"/>
                  </a:lnTo>
                  <a:lnTo>
                    <a:pt x="81777" y="6231092"/>
                  </a:lnTo>
                  <a:lnTo>
                    <a:pt x="81870" y="6231092"/>
                  </a:lnTo>
                  <a:lnTo>
                    <a:pt x="81963" y="6231092"/>
                  </a:lnTo>
                  <a:lnTo>
                    <a:pt x="82057" y="6231092"/>
                  </a:lnTo>
                  <a:lnTo>
                    <a:pt x="82150" y="6231092"/>
                  </a:lnTo>
                  <a:lnTo>
                    <a:pt x="82243" y="6231092"/>
                  </a:lnTo>
                  <a:lnTo>
                    <a:pt x="82336" y="6231092"/>
                  </a:lnTo>
                  <a:lnTo>
                    <a:pt x="82430" y="6231092"/>
                  </a:lnTo>
                  <a:lnTo>
                    <a:pt x="82523" y="6231092"/>
                  </a:lnTo>
                  <a:lnTo>
                    <a:pt x="82616" y="6231092"/>
                  </a:lnTo>
                  <a:lnTo>
                    <a:pt x="82709" y="6231092"/>
                  </a:lnTo>
                  <a:lnTo>
                    <a:pt x="82803" y="6231092"/>
                  </a:lnTo>
                  <a:lnTo>
                    <a:pt x="82896" y="6231092"/>
                  </a:lnTo>
                  <a:lnTo>
                    <a:pt x="82989" y="6231092"/>
                  </a:lnTo>
                  <a:lnTo>
                    <a:pt x="83082" y="6231092"/>
                  </a:lnTo>
                  <a:lnTo>
                    <a:pt x="83176" y="6231092"/>
                  </a:lnTo>
                  <a:lnTo>
                    <a:pt x="83269" y="6231092"/>
                  </a:lnTo>
                  <a:lnTo>
                    <a:pt x="83362" y="6231092"/>
                  </a:lnTo>
                  <a:lnTo>
                    <a:pt x="83455" y="6231092"/>
                  </a:lnTo>
                  <a:lnTo>
                    <a:pt x="83548" y="6231092"/>
                  </a:lnTo>
                  <a:lnTo>
                    <a:pt x="83642" y="6231092"/>
                  </a:lnTo>
                  <a:lnTo>
                    <a:pt x="83735" y="6231092"/>
                  </a:lnTo>
                  <a:lnTo>
                    <a:pt x="83735" y="6221139"/>
                  </a:lnTo>
                  <a:lnTo>
                    <a:pt x="83828" y="6221139"/>
                  </a:lnTo>
                  <a:lnTo>
                    <a:pt x="83921" y="6221139"/>
                  </a:lnTo>
                  <a:lnTo>
                    <a:pt x="84015" y="6221139"/>
                  </a:lnTo>
                  <a:lnTo>
                    <a:pt x="84108" y="6221139"/>
                  </a:lnTo>
                  <a:lnTo>
                    <a:pt x="84201" y="6221139"/>
                  </a:lnTo>
                  <a:lnTo>
                    <a:pt x="84294" y="6221139"/>
                  </a:lnTo>
                  <a:lnTo>
                    <a:pt x="84388" y="6221139"/>
                  </a:lnTo>
                  <a:lnTo>
                    <a:pt x="84481" y="6221139"/>
                  </a:lnTo>
                  <a:lnTo>
                    <a:pt x="84574" y="6221139"/>
                  </a:lnTo>
                  <a:lnTo>
                    <a:pt x="84667" y="6221139"/>
                  </a:lnTo>
                  <a:lnTo>
                    <a:pt x="84761" y="6221139"/>
                  </a:lnTo>
                  <a:lnTo>
                    <a:pt x="84854" y="6221139"/>
                  </a:lnTo>
                  <a:lnTo>
                    <a:pt x="84947" y="6221139"/>
                  </a:lnTo>
                  <a:lnTo>
                    <a:pt x="85040" y="6221139"/>
                  </a:lnTo>
                  <a:lnTo>
                    <a:pt x="85134" y="6221139"/>
                  </a:lnTo>
                  <a:lnTo>
                    <a:pt x="85227" y="6221139"/>
                  </a:lnTo>
                  <a:lnTo>
                    <a:pt x="85320" y="6221139"/>
                  </a:lnTo>
                  <a:lnTo>
                    <a:pt x="85413" y="6221139"/>
                  </a:lnTo>
                  <a:lnTo>
                    <a:pt x="85507" y="6221139"/>
                  </a:lnTo>
                  <a:lnTo>
                    <a:pt x="85600" y="6221139"/>
                  </a:lnTo>
                  <a:lnTo>
                    <a:pt x="85693" y="6221139"/>
                  </a:lnTo>
                  <a:lnTo>
                    <a:pt x="85786" y="6221139"/>
                  </a:lnTo>
                  <a:lnTo>
                    <a:pt x="85880" y="6221139"/>
                  </a:lnTo>
                  <a:lnTo>
                    <a:pt x="85973" y="6221139"/>
                  </a:lnTo>
                  <a:lnTo>
                    <a:pt x="86066" y="6221139"/>
                  </a:lnTo>
                  <a:lnTo>
                    <a:pt x="86159" y="6221139"/>
                  </a:lnTo>
                  <a:lnTo>
                    <a:pt x="86253" y="6221139"/>
                  </a:lnTo>
                  <a:lnTo>
                    <a:pt x="86346" y="6221139"/>
                  </a:lnTo>
                  <a:lnTo>
                    <a:pt x="86439" y="6221139"/>
                  </a:lnTo>
                  <a:lnTo>
                    <a:pt x="86532" y="6221139"/>
                  </a:lnTo>
                  <a:lnTo>
                    <a:pt x="86626" y="6221139"/>
                  </a:lnTo>
                  <a:lnTo>
                    <a:pt x="86719" y="6221139"/>
                  </a:lnTo>
                  <a:lnTo>
                    <a:pt x="86812" y="6221139"/>
                  </a:lnTo>
                  <a:lnTo>
                    <a:pt x="86905" y="6221139"/>
                  </a:lnTo>
                  <a:lnTo>
                    <a:pt x="86999" y="6221139"/>
                  </a:lnTo>
                  <a:lnTo>
                    <a:pt x="87092" y="6221139"/>
                  </a:lnTo>
                  <a:lnTo>
                    <a:pt x="87092" y="6211185"/>
                  </a:lnTo>
                  <a:lnTo>
                    <a:pt x="87185" y="6211185"/>
                  </a:lnTo>
                  <a:lnTo>
                    <a:pt x="87278" y="6211185"/>
                  </a:lnTo>
                  <a:lnTo>
                    <a:pt x="87372" y="6211185"/>
                  </a:lnTo>
                  <a:lnTo>
                    <a:pt x="87465" y="6211185"/>
                  </a:lnTo>
                  <a:lnTo>
                    <a:pt x="87558" y="6211185"/>
                  </a:lnTo>
                  <a:lnTo>
                    <a:pt x="87651" y="6211185"/>
                  </a:lnTo>
                  <a:lnTo>
                    <a:pt x="87745" y="6211185"/>
                  </a:lnTo>
                  <a:lnTo>
                    <a:pt x="87838" y="6211185"/>
                  </a:lnTo>
                  <a:lnTo>
                    <a:pt x="87931" y="6211185"/>
                  </a:lnTo>
                  <a:lnTo>
                    <a:pt x="88024" y="6211185"/>
                  </a:lnTo>
                  <a:lnTo>
                    <a:pt x="88118" y="6211185"/>
                  </a:lnTo>
                  <a:lnTo>
                    <a:pt x="88211" y="6211185"/>
                  </a:lnTo>
                  <a:lnTo>
                    <a:pt x="88304" y="6211185"/>
                  </a:lnTo>
                  <a:lnTo>
                    <a:pt x="88397" y="6211185"/>
                  </a:lnTo>
                  <a:lnTo>
                    <a:pt x="88491" y="6211185"/>
                  </a:lnTo>
                  <a:lnTo>
                    <a:pt x="88584" y="6211185"/>
                  </a:lnTo>
                  <a:lnTo>
                    <a:pt x="88677" y="6211185"/>
                  </a:lnTo>
                  <a:lnTo>
                    <a:pt x="88770" y="6211185"/>
                  </a:lnTo>
                  <a:lnTo>
                    <a:pt x="88864" y="6211185"/>
                  </a:lnTo>
                  <a:lnTo>
                    <a:pt x="88957" y="6211185"/>
                  </a:lnTo>
                  <a:lnTo>
                    <a:pt x="89050" y="6211185"/>
                  </a:lnTo>
                  <a:lnTo>
                    <a:pt x="89143" y="6211185"/>
                  </a:lnTo>
                  <a:lnTo>
                    <a:pt x="89237" y="6211185"/>
                  </a:lnTo>
                  <a:lnTo>
                    <a:pt x="89330" y="6211185"/>
                  </a:lnTo>
                  <a:lnTo>
                    <a:pt x="89423" y="6211185"/>
                  </a:lnTo>
                  <a:lnTo>
                    <a:pt x="89516" y="6211185"/>
                  </a:lnTo>
                  <a:lnTo>
                    <a:pt x="89610" y="6211185"/>
                  </a:lnTo>
                  <a:lnTo>
                    <a:pt x="89703" y="6211185"/>
                  </a:lnTo>
                  <a:lnTo>
                    <a:pt x="89796" y="6211185"/>
                  </a:lnTo>
                  <a:lnTo>
                    <a:pt x="89889" y="6211185"/>
                  </a:lnTo>
                  <a:lnTo>
                    <a:pt x="89983" y="6211185"/>
                  </a:lnTo>
                  <a:lnTo>
                    <a:pt x="90076" y="6211185"/>
                  </a:lnTo>
                  <a:lnTo>
                    <a:pt x="90169" y="6211185"/>
                  </a:lnTo>
                  <a:lnTo>
                    <a:pt x="90262" y="6211185"/>
                  </a:lnTo>
                  <a:lnTo>
                    <a:pt x="90355" y="6211185"/>
                  </a:lnTo>
                  <a:lnTo>
                    <a:pt x="90449" y="6211185"/>
                  </a:lnTo>
                  <a:lnTo>
                    <a:pt x="90542" y="6211185"/>
                  </a:lnTo>
                  <a:lnTo>
                    <a:pt x="90635" y="6211185"/>
                  </a:lnTo>
                  <a:lnTo>
                    <a:pt x="90728" y="6211185"/>
                  </a:lnTo>
                  <a:lnTo>
                    <a:pt x="90822" y="6211185"/>
                  </a:lnTo>
                  <a:lnTo>
                    <a:pt x="90915" y="6211185"/>
                  </a:lnTo>
                  <a:lnTo>
                    <a:pt x="91008" y="6211185"/>
                  </a:lnTo>
                  <a:lnTo>
                    <a:pt x="91101" y="6211185"/>
                  </a:lnTo>
                  <a:lnTo>
                    <a:pt x="91195" y="6211185"/>
                  </a:lnTo>
                  <a:lnTo>
                    <a:pt x="91288" y="6211185"/>
                  </a:lnTo>
                  <a:lnTo>
                    <a:pt x="91381" y="6211185"/>
                  </a:lnTo>
                  <a:lnTo>
                    <a:pt x="91474" y="6211185"/>
                  </a:lnTo>
                  <a:lnTo>
                    <a:pt x="91568" y="6211185"/>
                  </a:lnTo>
                  <a:lnTo>
                    <a:pt x="91661" y="6211185"/>
                  </a:lnTo>
                  <a:lnTo>
                    <a:pt x="91754" y="6211185"/>
                  </a:lnTo>
                  <a:lnTo>
                    <a:pt x="91847" y="6211185"/>
                  </a:lnTo>
                  <a:lnTo>
                    <a:pt x="91941" y="6211185"/>
                  </a:lnTo>
                  <a:lnTo>
                    <a:pt x="92034" y="6211185"/>
                  </a:lnTo>
                  <a:lnTo>
                    <a:pt x="92127" y="6211185"/>
                  </a:lnTo>
                  <a:lnTo>
                    <a:pt x="92220" y="6211185"/>
                  </a:lnTo>
                  <a:lnTo>
                    <a:pt x="92314" y="6211185"/>
                  </a:lnTo>
                  <a:lnTo>
                    <a:pt x="92407" y="6211185"/>
                  </a:lnTo>
                  <a:lnTo>
                    <a:pt x="92500" y="6211185"/>
                  </a:lnTo>
                  <a:lnTo>
                    <a:pt x="92593" y="6211185"/>
                  </a:lnTo>
                  <a:lnTo>
                    <a:pt x="92687" y="6211185"/>
                  </a:lnTo>
                  <a:lnTo>
                    <a:pt x="92780" y="6211185"/>
                  </a:lnTo>
                  <a:lnTo>
                    <a:pt x="92873" y="6211185"/>
                  </a:lnTo>
                  <a:lnTo>
                    <a:pt x="92966" y="6211185"/>
                  </a:lnTo>
                  <a:lnTo>
                    <a:pt x="93060" y="6211185"/>
                  </a:lnTo>
                  <a:lnTo>
                    <a:pt x="93153" y="6211185"/>
                  </a:lnTo>
                  <a:lnTo>
                    <a:pt x="93246" y="6211185"/>
                  </a:lnTo>
                  <a:lnTo>
                    <a:pt x="93339" y="6211185"/>
                  </a:lnTo>
                  <a:lnTo>
                    <a:pt x="93433" y="6211185"/>
                  </a:lnTo>
                  <a:lnTo>
                    <a:pt x="93526" y="6211185"/>
                  </a:lnTo>
                  <a:lnTo>
                    <a:pt x="93619" y="6211185"/>
                  </a:lnTo>
                  <a:lnTo>
                    <a:pt x="93712" y="6211185"/>
                  </a:lnTo>
                  <a:lnTo>
                    <a:pt x="93806" y="6211185"/>
                  </a:lnTo>
                  <a:lnTo>
                    <a:pt x="93899" y="6211185"/>
                  </a:lnTo>
                  <a:lnTo>
                    <a:pt x="93992" y="6211185"/>
                  </a:lnTo>
                  <a:lnTo>
                    <a:pt x="94085" y="6211185"/>
                  </a:lnTo>
                  <a:lnTo>
                    <a:pt x="94179" y="6211185"/>
                  </a:lnTo>
                  <a:lnTo>
                    <a:pt x="94272" y="6211185"/>
                  </a:lnTo>
                  <a:lnTo>
                    <a:pt x="94365" y="6211185"/>
                  </a:lnTo>
                  <a:lnTo>
                    <a:pt x="94458" y="6211185"/>
                  </a:lnTo>
                  <a:lnTo>
                    <a:pt x="94552" y="6211185"/>
                  </a:lnTo>
                  <a:lnTo>
                    <a:pt x="94645" y="6211185"/>
                  </a:lnTo>
                  <a:lnTo>
                    <a:pt x="94738" y="6211185"/>
                  </a:lnTo>
                  <a:lnTo>
                    <a:pt x="94831" y="6211185"/>
                  </a:lnTo>
                  <a:lnTo>
                    <a:pt x="94925" y="6211185"/>
                  </a:lnTo>
                  <a:lnTo>
                    <a:pt x="95018" y="6211185"/>
                  </a:lnTo>
                  <a:lnTo>
                    <a:pt x="95111" y="6211185"/>
                  </a:lnTo>
                  <a:lnTo>
                    <a:pt x="95204" y="6211185"/>
                  </a:lnTo>
                  <a:lnTo>
                    <a:pt x="95298" y="6211185"/>
                  </a:lnTo>
                  <a:lnTo>
                    <a:pt x="95391" y="6211185"/>
                  </a:lnTo>
                  <a:lnTo>
                    <a:pt x="95484" y="6211185"/>
                  </a:lnTo>
                  <a:lnTo>
                    <a:pt x="95577" y="6211185"/>
                  </a:lnTo>
                  <a:lnTo>
                    <a:pt x="95671" y="6211185"/>
                  </a:lnTo>
                  <a:lnTo>
                    <a:pt x="95764" y="6211185"/>
                  </a:lnTo>
                  <a:lnTo>
                    <a:pt x="95857" y="6211185"/>
                  </a:lnTo>
                  <a:lnTo>
                    <a:pt x="95950" y="6211185"/>
                  </a:lnTo>
                  <a:lnTo>
                    <a:pt x="96044" y="6211185"/>
                  </a:lnTo>
                  <a:lnTo>
                    <a:pt x="96137" y="6211185"/>
                  </a:lnTo>
                  <a:lnTo>
                    <a:pt x="96230" y="6211185"/>
                  </a:lnTo>
                  <a:lnTo>
                    <a:pt x="96323" y="6211185"/>
                  </a:lnTo>
                  <a:lnTo>
                    <a:pt x="96323" y="6201231"/>
                  </a:lnTo>
                  <a:lnTo>
                    <a:pt x="96417" y="6201231"/>
                  </a:lnTo>
                  <a:lnTo>
                    <a:pt x="96510" y="6201231"/>
                  </a:lnTo>
                  <a:lnTo>
                    <a:pt x="96603" y="6201231"/>
                  </a:lnTo>
                  <a:lnTo>
                    <a:pt x="96696" y="6201231"/>
                  </a:lnTo>
                  <a:lnTo>
                    <a:pt x="96790" y="6201231"/>
                  </a:lnTo>
                  <a:lnTo>
                    <a:pt x="96883" y="6201231"/>
                  </a:lnTo>
                  <a:lnTo>
                    <a:pt x="96976" y="6201231"/>
                  </a:lnTo>
                  <a:lnTo>
                    <a:pt x="97069" y="6201231"/>
                  </a:lnTo>
                  <a:lnTo>
                    <a:pt x="97162" y="6201231"/>
                  </a:lnTo>
                  <a:lnTo>
                    <a:pt x="97256" y="6201231"/>
                  </a:lnTo>
                  <a:lnTo>
                    <a:pt x="97349" y="6201231"/>
                  </a:lnTo>
                  <a:lnTo>
                    <a:pt x="97442" y="6201231"/>
                  </a:lnTo>
                  <a:lnTo>
                    <a:pt x="97535" y="6201231"/>
                  </a:lnTo>
                  <a:lnTo>
                    <a:pt x="97629" y="6201231"/>
                  </a:lnTo>
                  <a:lnTo>
                    <a:pt x="97722" y="6201231"/>
                  </a:lnTo>
                  <a:lnTo>
                    <a:pt x="97722" y="6191277"/>
                  </a:lnTo>
                  <a:lnTo>
                    <a:pt x="97815" y="6191277"/>
                  </a:lnTo>
                  <a:lnTo>
                    <a:pt x="97908" y="6191277"/>
                  </a:lnTo>
                  <a:lnTo>
                    <a:pt x="98002" y="6191277"/>
                  </a:lnTo>
                  <a:lnTo>
                    <a:pt x="98095" y="6191277"/>
                  </a:lnTo>
                  <a:lnTo>
                    <a:pt x="98188" y="6191277"/>
                  </a:lnTo>
                  <a:lnTo>
                    <a:pt x="98281" y="6191277"/>
                  </a:lnTo>
                  <a:lnTo>
                    <a:pt x="98375" y="6191277"/>
                  </a:lnTo>
                  <a:lnTo>
                    <a:pt x="98468" y="6191277"/>
                  </a:lnTo>
                  <a:lnTo>
                    <a:pt x="98561" y="6191277"/>
                  </a:lnTo>
                  <a:lnTo>
                    <a:pt x="98654" y="6191277"/>
                  </a:lnTo>
                  <a:lnTo>
                    <a:pt x="98748" y="6191277"/>
                  </a:lnTo>
                  <a:lnTo>
                    <a:pt x="98841" y="6191277"/>
                  </a:lnTo>
                  <a:lnTo>
                    <a:pt x="98934" y="6191277"/>
                  </a:lnTo>
                  <a:lnTo>
                    <a:pt x="98934" y="6181323"/>
                  </a:lnTo>
                  <a:lnTo>
                    <a:pt x="99027" y="6181323"/>
                  </a:lnTo>
                  <a:lnTo>
                    <a:pt x="99121" y="6181323"/>
                  </a:lnTo>
                  <a:lnTo>
                    <a:pt x="99214" y="6181323"/>
                  </a:lnTo>
                  <a:lnTo>
                    <a:pt x="99307" y="6181323"/>
                  </a:lnTo>
                  <a:lnTo>
                    <a:pt x="99400" y="6181323"/>
                  </a:lnTo>
                  <a:lnTo>
                    <a:pt x="99494" y="6181323"/>
                  </a:lnTo>
                  <a:lnTo>
                    <a:pt x="99587" y="6181323"/>
                  </a:lnTo>
                  <a:lnTo>
                    <a:pt x="99680" y="6181323"/>
                  </a:lnTo>
                  <a:lnTo>
                    <a:pt x="99773" y="6181323"/>
                  </a:lnTo>
                  <a:lnTo>
                    <a:pt x="99867" y="6181323"/>
                  </a:lnTo>
                  <a:lnTo>
                    <a:pt x="99960" y="6181323"/>
                  </a:lnTo>
                  <a:lnTo>
                    <a:pt x="100053" y="6181323"/>
                  </a:lnTo>
                  <a:lnTo>
                    <a:pt x="100146" y="6181323"/>
                  </a:lnTo>
                  <a:lnTo>
                    <a:pt x="100240" y="6181323"/>
                  </a:lnTo>
                  <a:lnTo>
                    <a:pt x="100333" y="6181323"/>
                  </a:lnTo>
                  <a:lnTo>
                    <a:pt x="100426" y="6181323"/>
                  </a:lnTo>
                  <a:lnTo>
                    <a:pt x="100519" y="6181323"/>
                  </a:lnTo>
                  <a:lnTo>
                    <a:pt x="100613" y="6181323"/>
                  </a:lnTo>
                  <a:lnTo>
                    <a:pt x="100706" y="6181323"/>
                  </a:lnTo>
                  <a:lnTo>
                    <a:pt x="100799" y="6181323"/>
                  </a:lnTo>
                  <a:lnTo>
                    <a:pt x="100892" y="6181323"/>
                  </a:lnTo>
                  <a:lnTo>
                    <a:pt x="100986" y="6181323"/>
                  </a:lnTo>
                  <a:lnTo>
                    <a:pt x="101079" y="6181323"/>
                  </a:lnTo>
                  <a:lnTo>
                    <a:pt x="101172" y="6181323"/>
                  </a:lnTo>
                  <a:lnTo>
                    <a:pt x="101265" y="6181323"/>
                  </a:lnTo>
                  <a:lnTo>
                    <a:pt x="101359" y="6181323"/>
                  </a:lnTo>
                  <a:lnTo>
                    <a:pt x="101452" y="6181323"/>
                  </a:lnTo>
                  <a:lnTo>
                    <a:pt x="101545" y="6181323"/>
                  </a:lnTo>
                  <a:lnTo>
                    <a:pt x="101638" y="6181323"/>
                  </a:lnTo>
                  <a:lnTo>
                    <a:pt x="101732" y="6181323"/>
                  </a:lnTo>
                  <a:lnTo>
                    <a:pt x="101825" y="6181323"/>
                  </a:lnTo>
                  <a:lnTo>
                    <a:pt x="101918" y="6181323"/>
                  </a:lnTo>
                  <a:lnTo>
                    <a:pt x="102011" y="6181323"/>
                  </a:lnTo>
                  <a:lnTo>
                    <a:pt x="102105" y="6181323"/>
                  </a:lnTo>
                  <a:lnTo>
                    <a:pt x="102198" y="6181323"/>
                  </a:lnTo>
                  <a:lnTo>
                    <a:pt x="102291" y="6181323"/>
                  </a:lnTo>
                  <a:lnTo>
                    <a:pt x="102384" y="6181323"/>
                  </a:lnTo>
                  <a:lnTo>
                    <a:pt x="102478" y="6181323"/>
                  </a:lnTo>
                  <a:lnTo>
                    <a:pt x="102571" y="6181323"/>
                  </a:lnTo>
                  <a:lnTo>
                    <a:pt x="102664" y="6181323"/>
                  </a:lnTo>
                  <a:lnTo>
                    <a:pt x="102757" y="6181323"/>
                  </a:lnTo>
                  <a:lnTo>
                    <a:pt x="102851" y="6181323"/>
                  </a:lnTo>
                  <a:lnTo>
                    <a:pt x="102944" y="6181323"/>
                  </a:lnTo>
                  <a:lnTo>
                    <a:pt x="103037" y="6181323"/>
                  </a:lnTo>
                  <a:lnTo>
                    <a:pt x="103130" y="6181323"/>
                  </a:lnTo>
                  <a:lnTo>
                    <a:pt x="103224" y="6181323"/>
                  </a:lnTo>
                  <a:lnTo>
                    <a:pt x="103317" y="6181323"/>
                  </a:lnTo>
                  <a:lnTo>
                    <a:pt x="103410" y="6181323"/>
                  </a:lnTo>
                  <a:lnTo>
                    <a:pt x="103503" y="6181323"/>
                  </a:lnTo>
                  <a:lnTo>
                    <a:pt x="103597" y="6181323"/>
                  </a:lnTo>
                  <a:lnTo>
                    <a:pt x="103690" y="6181323"/>
                  </a:lnTo>
                  <a:lnTo>
                    <a:pt x="103783" y="6181323"/>
                  </a:lnTo>
                  <a:lnTo>
                    <a:pt x="103876" y="6181323"/>
                  </a:lnTo>
                  <a:lnTo>
                    <a:pt x="103970" y="6181323"/>
                  </a:lnTo>
                  <a:lnTo>
                    <a:pt x="104063" y="6181323"/>
                  </a:lnTo>
                  <a:lnTo>
                    <a:pt x="104156" y="6181323"/>
                  </a:lnTo>
                  <a:lnTo>
                    <a:pt x="104249" y="6181323"/>
                  </a:lnTo>
                  <a:lnTo>
                    <a:pt x="104342" y="6181323"/>
                  </a:lnTo>
                  <a:lnTo>
                    <a:pt x="104436" y="6181323"/>
                  </a:lnTo>
                  <a:lnTo>
                    <a:pt x="104529" y="6181323"/>
                  </a:lnTo>
                  <a:lnTo>
                    <a:pt x="104622" y="6181323"/>
                  </a:lnTo>
                  <a:lnTo>
                    <a:pt x="104715" y="6181323"/>
                  </a:lnTo>
                  <a:lnTo>
                    <a:pt x="104809" y="6181323"/>
                  </a:lnTo>
                  <a:lnTo>
                    <a:pt x="104902" y="6181323"/>
                  </a:lnTo>
                  <a:lnTo>
                    <a:pt x="104995" y="6181323"/>
                  </a:lnTo>
                  <a:lnTo>
                    <a:pt x="105088" y="6181323"/>
                  </a:lnTo>
                  <a:lnTo>
                    <a:pt x="105182" y="6181323"/>
                  </a:lnTo>
                  <a:lnTo>
                    <a:pt x="105275" y="6181323"/>
                  </a:lnTo>
                  <a:lnTo>
                    <a:pt x="105368" y="6181323"/>
                  </a:lnTo>
                  <a:lnTo>
                    <a:pt x="105461" y="6181323"/>
                  </a:lnTo>
                  <a:lnTo>
                    <a:pt x="105555" y="6181323"/>
                  </a:lnTo>
                  <a:lnTo>
                    <a:pt x="105648" y="6181323"/>
                  </a:lnTo>
                  <a:lnTo>
                    <a:pt x="105741" y="6181323"/>
                  </a:lnTo>
                  <a:lnTo>
                    <a:pt x="105834" y="6181323"/>
                  </a:lnTo>
                  <a:lnTo>
                    <a:pt x="105928" y="6181323"/>
                  </a:lnTo>
                  <a:lnTo>
                    <a:pt x="106021" y="6181323"/>
                  </a:lnTo>
                  <a:lnTo>
                    <a:pt x="106114" y="6181323"/>
                  </a:lnTo>
                  <a:lnTo>
                    <a:pt x="106207" y="6181323"/>
                  </a:lnTo>
                  <a:lnTo>
                    <a:pt x="106301" y="6181323"/>
                  </a:lnTo>
                  <a:lnTo>
                    <a:pt x="106394" y="6181323"/>
                  </a:lnTo>
                  <a:lnTo>
                    <a:pt x="106487" y="6181323"/>
                  </a:lnTo>
                  <a:lnTo>
                    <a:pt x="106580" y="6181323"/>
                  </a:lnTo>
                  <a:lnTo>
                    <a:pt x="106674" y="6181323"/>
                  </a:lnTo>
                  <a:lnTo>
                    <a:pt x="106767" y="6181323"/>
                  </a:lnTo>
                  <a:lnTo>
                    <a:pt x="106860" y="6181323"/>
                  </a:lnTo>
                  <a:lnTo>
                    <a:pt x="106953" y="6181323"/>
                  </a:lnTo>
                  <a:lnTo>
                    <a:pt x="107047" y="6181323"/>
                  </a:lnTo>
                  <a:lnTo>
                    <a:pt x="107140" y="6181323"/>
                  </a:lnTo>
                  <a:lnTo>
                    <a:pt x="107233" y="6181323"/>
                  </a:lnTo>
                  <a:lnTo>
                    <a:pt x="107326" y="6181323"/>
                  </a:lnTo>
                  <a:lnTo>
                    <a:pt x="107420" y="6181323"/>
                  </a:lnTo>
                  <a:lnTo>
                    <a:pt x="107513" y="6181323"/>
                  </a:lnTo>
                  <a:lnTo>
                    <a:pt x="107606" y="6181323"/>
                  </a:lnTo>
                  <a:lnTo>
                    <a:pt x="107699" y="6181323"/>
                  </a:lnTo>
                  <a:lnTo>
                    <a:pt x="107793" y="6181323"/>
                  </a:lnTo>
                  <a:lnTo>
                    <a:pt x="107886" y="6181323"/>
                  </a:lnTo>
                  <a:lnTo>
                    <a:pt x="107979" y="6181323"/>
                  </a:lnTo>
                  <a:lnTo>
                    <a:pt x="108072" y="6181323"/>
                  </a:lnTo>
                  <a:lnTo>
                    <a:pt x="108166" y="6181323"/>
                  </a:lnTo>
                  <a:lnTo>
                    <a:pt x="108259" y="6181323"/>
                  </a:lnTo>
                  <a:lnTo>
                    <a:pt x="108352" y="6181323"/>
                  </a:lnTo>
                  <a:lnTo>
                    <a:pt x="108445" y="6181323"/>
                  </a:lnTo>
                  <a:lnTo>
                    <a:pt x="108539" y="6181323"/>
                  </a:lnTo>
                  <a:lnTo>
                    <a:pt x="108632" y="6181323"/>
                  </a:lnTo>
                  <a:lnTo>
                    <a:pt x="108725" y="6181323"/>
                  </a:lnTo>
                  <a:lnTo>
                    <a:pt x="108818" y="6181323"/>
                  </a:lnTo>
                  <a:lnTo>
                    <a:pt x="108912" y="6181323"/>
                  </a:lnTo>
                  <a:lnTo>
                    <a:pt x="109005" y="6181323"/>
                  </a:lnTo>
                  <a:lnTo>
                    <a:pt x="109098" y="6181323"/>
                  </a:lnTo>
                  <a:lnTo>
                    <a:pt x="109191" y="6181323"/>
                  </a:lnTo>
                  <a:lnTo>
                    <a:pt x="109285" y="6181323"/>
                  </a:lnTo>
                  <a:lnTo>
                    <a:pt x="109378" y="6181323"/>
                  </a:lnTo>
                  <a:lnTo>
                    <a:pt x="109471" y="6181323"/>
                  </a:lnTo>
                  <a:lnTo>
                    <a:pt x="109564" y="6181323"/>
                  </a:lnTo>
                  <a:lnTo>
                    <a:pt x="109658" y="6181323"/>
                  </a:lnTo>
                  <a:lnTo>
                    <a:pt x="109751" y="6181323"/>
                  </a:lnTo>
                  <a:lnTo>
                    <a:pt x="109844" y="6181323"/>
                  </a:lnTo>
                  <a:lnTo>
                    <a:pt x="109937" y="6181323"/>
                  </a:lnTo>
                  <a:lnTo>
                    <a:pt x="110031" y="6181323"/>
                  </a:lnTo>
                  <a:lnTo>
                    <a:pt x="110124" y="6181323"/>
                  </a:lnTo>
                  <a:lnTo>
                    <a:pt x="110217" y="6181323"/>
                  </a:lnTo>
                  <a:lnTo>
                    <a:pt x="110310" y="6181323"/>
                  </a:lnTo>
                  <a:lnTo>
                    <a:pt x="110404" y="6181323"/>
                  </a:lnTo>
                  <a:lnTo>
                    <a:pt x="110497" y="6181323"/>
                  </a:lnTo>
                  <a:lnTo>
                    <a:pt x="110590" y="6181323"/>
                  </a:lnTo>
                  <a:lnTo>
                    <a:pt x="110683" y="6181323"/>
                  </a:lnTo>
                  <a:lnTo>
                    <a:pt x="110777" y="6181323"/>
                  </a:lnTo>
                  <a:lnTo>
                    <a:pt x="110870" y="6181323"/>
                  </a:lnTo>
                  <a:lnTo>
                    <a:pt x="110963" y="6181323"/>
                  </a:lnTo>
                  <a:lnTo>
                    <a:pt x="111056" y="6181323"/>
                  </a:lnTo>
                  <a:lnTo>
                    <a:pt x="111149" y="6181323"/>
                  </a:lnTo>
                  <a:lnTo>
                    <a:pt x="111243" y="6181323"/>
                  </a:lnTo>
                  <a:lnTo>
                    <a:pt x="111336" y="6181323"/>
                  </a:lnTo>
                  <a:lnTo>
                    <a:pt x="111429" y="6181323"/>
                  </a:lnTo>
                  <a:lnTo>
                    <a:pt x="111522" y="6181323"/>
                  </a:lnTo>
                  <a:lnTo>
                    <a:pt x="111616" y="6181323"/>
                  </a:lnTo>
                  <a:lnTo>
                    <a:pt x="111709" y="6181323"/>
                  </a:lnTo>
                  <a:lnTo>
                    <a:pt x="111802" y="6181323"/>
                  </a:lnTo>
                  <a:lnTo>
                    <a:pt x="111895" y="6181323"/>
                  </a:lnTo>
                  <a:lnTo>
                    <a:pt x="111989" y="6181323"/>
                  </a:lnTo>
                  <a:lnTo>
                    <a:pt x="112082" y="6181323"/>
                  </a:lnTo>
                  <a:lnTo>
                    <a:pt x="112175" y="6181323"/>
                  </a:lnTo>
                  <a:lnTo>
                    <a:pt x="112268" y="6181323"/>
                  </a:lnTo>
                  <a:lnTo>
                    <a:pt x="112362" y="6181323"/>
                  </a:lnTo>
                  <a:lnTo>
                    <a:pt x="112455" y="6181323"/>
                  </a:lnTo>
                  <a:lnTo>
                    <a:pt x="112548" y="6181323"/>
                  </a:lnTo>
                  <a:lnTo>
                    <a:pt x="112641" y="6181323"/>
                  </a:lnTo>
                  <a:lnTo>
                    <a:pt x="112735" y="6181323"/>
                  </a:lnTo>
                  <a:lnTo>
                    <a:pt x="112828" y="6181323"/>
                  </a:lnTo>
                  <a:lnTo>
                    <a:pt x="112921" y="6181323"/>
                  </a:lnTo>
                  <a:lnTo>
                    <a:pt x="113014" y="6181323"/>
                  </a:lnTo>
                  <a:lnTo>
                    <a:pt x="113108" y="6181323"/>
                  </a:lnTo>
                  <a:lnTo>
                    <a:pt x="113201" y="6181323"/>
                  </a:lnTo>
                  <a:lnTo>
                    <a:pt x="113294" y="6181323"/>
                  </a:lnTo>
                  <a:lnTo>
                    <a:pt x="113387" y="6181323"/>
                  </a:lnTo>
                  <a:lnTo>
                    <a:pt x="113481" y="6181323"/>
                  </a:lnTo>
                  <a:lnTo>
                    <a:pt x="113574" y="6181323"/>
                  </a:lnTo>
                  <a:lnTo>
                    <a:pt x="113667" y="6181323"/>
                  </a:lnTo>
                  <a:lnTo>
                    <a:pt x="113760" y="6181323"/>
                  </a:lnTo>
                  <a:lnTo>
                    <a:pt x="113854" y="6181323"/>
                  </a:lnTo>
                  <a:lnTo>
                    <a:pt x="113947" y="6181323"/>
                  </a:lnTo>
                  <a:lnTo>
                    <a:pt x="114040" y="6181323"/>
                  </a:lnTo>
                  <a:lnTo>
                    <a:pt x="114133" y="6181323"/>
                  </a:lnTo>
                  <a:lnTo>
                    <a:pt x="114227" y="6181323"/>
                  </a:lnTo>
                  <a:lnTo>
                    <a:pt x="114320" y="6181323"/>
                  </a:lnTo>
                  <a:lnTo>
                    <a:pt x="114413" y="6181323"/>
                  </a:lnTo>
                  <a:lnTo>
                    <a:pt x="114506" y="6181323"/>
                  </a:lnTo>
                  <a:lnTo>
                    <a:pt x="114600" y="6181323"/>
                  </a:lnTo>
                  <a:lnTo>
                    <a:pt x="114693" y="6181323"/>
                  </a:lnTo>
                  <a:lnTo>
                    <a:pt x="114786" y="6181323"/>
                  </a:lnTo>
                  <a:lnTo>
                    <a:pt x="114879" y="6181323"/>
                  </a:lnTo>
                  <a:lnTo>
                    <a:pt x="114973" y="6181323"/>
                  </a:lnTo>
                  <a:lnTo>
                    <a:pt x="115066" y="6181323"/>
                  </a:lnTo>
                  <a:lnTo>
                    <a:pt x="115159" y="6181323"/>
                  </a:lnTo>
                  <a:lnTo>
                    <a:pt x="115252" y="6181323"/>
                  </a:lnTo>
                  <a:lnTo>
                    <a:pt x="115346" y="6181323"/>
                  </a:lnTo>
                  <a:lnTo>
                    <a:pt x="115439" y="6181323"/>
                  </a:lnTo>
                  <a:lnTo>
                    <a:pt x="115532" y="6181323"/>
                  </a:lnTo>
                  <a:lnTo>
                    <a:pt x="115625" y="6181323"/>
                  </a:lnTo>
                  <a:lnTo>
                    <a:pt x="115719" y="6181323"/>
                  </a:lnTo>
                  <a:lnTo>
                    <a:pt x="115812" y="6181323"/>
                  </a:lnTo>
                  <a:lnTo>
                    <a:pt x="115905" y="6181323"/>
                  </a:lnTo>
                  <a:lnTo>
                    <a:pt x="115998" y="6181323"/>
                  </a:lnTo>
                  <a:lnTo>
                    <a:pt x="116092" y="6181323"/>
                  </a:lnTo>
                  <a:lnTo>
                    <a:pt x="116185" y="6181323"/>
                  </a:lnTo>
                  <a:lnTo>
                    <a:pt x="116278" y="6181323"/>
                  </a:lnTo>
                  <a:lnTo>
                    <a:pt x="116371" y="6181323"/>
                  </a:lnTo>
                  <a:lnTo>
                    <a:pt x="116465" y="6181323"/>
                  </a:lnTo>
                  <a:lnTo>
                    <a:pt x="116558" y="6181323"/>
                  </a:lnTo>
                  <a:lnTo>
                    <a:pt x="116651" y="6181323"/>
                  </a:lnTo>
                  <a:lnTo>
                    <a:pt x="116744" y="6181323"/>
                  </a:lnTo>
                  <a:lnTo>
                    <a:pt x="116838" y="6181323"/>
                  </a:lnTo>
                  <a:lnTo>
                    <a:pt x="116931" y="6181323"/>
                  </a:lnTo>
                  <a:lnTo>
                    <a:pt x="117024" y="6181323"/>
                  </a:lnTo>
                  <a:lnTo>
                    <a:pt x="117117" y="6181323"/>
                  </a:lnTo>
                  <a:lnTo>
                    <a:pt x="117211" y="6181323"/>
                  </a:lnTo>
                  <a:lnTo>
                    <a:pt x="117304" y="6181323"/>
                  </a:lnTo>
                  <a:lnTo>
                    <a:pt x="117397" y="6181323"/>
                  </a:lnTo>
                  <a:lnTo>
                    <a:pt x="117490" y="6181323"/>
                  </a:lnTo>
                  <a:lnTo>
                    <a:pt x="117584" y="6181323"/>
                  </a:lnTo>
                  <a:lnTo>
                    <a:pt x="117677" y="6181323"/>
                  </a:lnTo>
                  <a:lnTo>
                    <a:pt x="117770" y="6181323"/>
                  </a:lnTo>
                  <a:lnTo>
                    <a:pt x="117863" y="6181323"/>
                  </a:lnTo>
                  <a:lnTo>
                    <a:pt x="117956" y="6181323"/>
                  </a:lnTo>
                  <a:lnTo>
                    <a:pt x="118050" y="6181323"/>
                  </a:lnTo>
                  <a:lnTo>
                    <a:pt x="118143" y="6181323"/>
                  </a:lnTo>
                  <a:lnTo>
                    <a:pt x="118236" y="6181323"/>
                  </a:lnTo>
                  <a:lnTo>
                    <a:pt x="118329" y="6181323"/>
                  </a:lnTo>
                  <a:lnTo>
                    <a:pt x="118423" y="6181323"/>
                  </a:lnTo>
                  <a:lnTo>
                    <a:pt x="118516" y="6181323"/>
                  </a:lnTo>
                  <a:lnTo>
                    <a:pt x="118609" y="6181323"/>
                  </a:lnTo>
                  <a:lnTo>
                    <a:pt x="118702" y="6181323"/>
                  </a:lnTo>
                  <a:lnTo>
                    <a:pt x="118796" y="6181323"/>
                  </a:lnTo>
                  <a:lnTo>
                    <a:pt x="118889" y="6181323"/>
                  </a:lnTo>
                  <a:lnTo>
                    <a:pt x="118982" y="6181323"/>
                  </a:lnTo>
                  <a:lnTo>
                    <a:pt x="119075" y="6181323"/>
                  </a:lnTo>
                  <a:lnTo>
                    <a:pt x="119169" y="6181323"/>
                  </a:lnTo>
                  <a:lnTo>
                    <a:pt x="119262" y="6181323"/>
                  </a:lnTo>
                  <a:lnTo>
                    <a:pt x="119355" y="6181323"/>
                  </a:lnTo>
                  <a:lnTo>
                    <a:pt x="119448" y="6181323"/>
                  </a:lnTo>
                  <a:lnTo>
                    <a:pt x="119542" y="6181323"/>
                  </a:lnTo>
                  <a:lnTo>
                    <a:pt x="119635" y="6181323"/>
                  </a:lnTo>
                  <a:lnTo>
                    <a:pt x="119728" y="6181323"/>
                  </a:lnTo>
                  <a:lnTo>
                    <a:pt x="119821" y="6181323"/>
                  </a:lnTo>
                  <a:lnTo>
                    <a:pt x="119915" y="6181323"/>
                  </a:lnTo>
                  <a:lnTo>
                    <a:pt x="120008" y="6181323"/>
                  </a:lnTo>
                  <a:lnTo>
                    <a:pt x="120101" y="6181323"/>
                  </a:lnTo>
                  <a:lnTo>
                    <a:pt x="120194" y="6181323"/>
                  </a:lnTo>
                  <a:lnTo>
                    <a:pt x="120288" y="6181323"/>
                  </a:lnTo>
                  <a:lnTo>
                    <a:pt x="120381" y="6181323"/>
                  </a:lnTo>
                  <a:lnTo>
                    <a:pt x="120474" y="6181323"/>
                  </a:lnTo>
                  <a:lnTo>
                    <a:pt x="120567" y="6181323"/>
                  </a:lnTo>
                  <a:lnTo>
                    <a:pt x="120661" y="6181323"/>
                  </a:lnTo>
                  <a:lnTo>
                    <a:pt x="120754" y="6181323"/>
                  </a:lnTo>
                  <a:lnTo>
                    <a:pt x="120847" y="6181323"/>
                  </a:lnTo>
                  <a:lnTo>
                    <a:pt x="120940" y="6181323"/>
                  </a:lnTo>
                  <a:lnTo>
                    <a:pt x="121034" y="6181323"/>
                  </a:lnTo>
                  <a:lnTo>
                    <a:pt x="121127" y="6181323"/>
                  </a:lnTo>
                  <a:lnTo>
                    <a:pt x="121220" y="6181323"/>
                  </a:lnTo>
                  <a:lnTo>
                    <a:pt x="121313" y="6181323"/>
                  </a:lnTo>
                  <a:lnTo>
                    <a:pt x="121407" y="6181323"/>
                  </a:lnTo>
                  <a:lnTo>
                    <a:pt x="121500" y="6181323"/>
                  </a:lnTo>
                  <a:lnTo>
                    <a:pt x="121593" y="6181323"/>
                  </a:lnTo>
                  <a:lnTo>
                    <a:pt x="121686" y="6181323"/>
                  </a:lnTo>
                  <a:lnTo>
                    <a:pt x="121780" y="6181323"/>
                  </a:lnTo>
                  <a:lnTo>
                    <a:pt x="121873" y="6181323"/>
                  </a:lnTo>
                  <a:lnTo>
                    <a:pt x="121966" y="6181323"/>
                  </a:lnTo>
                  <a:lnTo>
                    <a:pt x="122059" y="6181323"/>
                  </a:lnTo>
                  <a:lnTo>
                    <a:pt x="122153" y="6181323"/>
                  </a:lnTo>
                  <a:lnTo>
                    <a:pt x="122246" y="6181323"/>
                  </a:lnTo>
                  <a:lnTo>
                    <a:pt x="122339" y="6181323"/>
                  </a:lnTo>
                  <a:lnTo>
                    <a:pt x="122432" y="6181323"/>
                  </a:lnTo>
                  <a:lnTo>
                    <a:pt x="122526" y="6181323"/>
                  </a:lnTo>
                  <a:lnTo>
                    <a:pt x="122619" y="6181323"/>
                  </a:lnTo>
                  <a:lnTo>
                    <a:pt x="122712" y="6181323"/>
                  </a:lnTo>
                  <a:lnTo>
                    <a:pt x="122805" y="6181323"/>
                  </a:lnTo>
                  <a:lnTo>
                    <a:pt x="122805" y="6171370"/>
                  </a:lnTo>
                  <a:lnTo>
                    <a:pt x="122899" y="6171370"/>
                  </a:lnTo>
                  <a:lnTo>
                    <a:pt x="122992" y="6171370"/>
                  </a:lnTo>
                  <a:lnTo>
                    <a:pt x="123085" y="6171370"/>
                  </a:lnTo>
                  <a:lnTo>
                    <a:pt x="123178" y="6171370"/>
                  </a:lnTo>
                  <a:lnTo>
                    <a:pt x="123272" y="6171370"/>
                  </a:lnTo>
                  <a:lnTo>
                    <a:pt x="123365" y="6171370"/>
                  </a:lnTo>
                  <a:lnTo>
                    <a:pt x="123458" y="6171370"/>
                  </a:lnTo>
                  <a:lnTo>
                    <a:pt x="123551" y="6171370"/>
                  </a:lnTo>
                  <a:lnTo>
                    <a:pt x="123645" y="6171370"/>
                  </a:lnTo>
                  <a:lnTo>
                    <a:pt x="123738" y="6171370"/>
                  </a:lnTo>
                  <a:lnTo>
                    <a:pt x="123831" y="6171370"/>
                  </a:lnTo>
                  <a:lnTo>
                    <a:pt x="123924" y="6171370"/>
                  </a:lnTo>
                  <a:lnTo>
                    <a:pt x="124018" y="6171370"/>
                  </a:lnTo>
                  <a:lnTo>
                    <a:pt x="124111" y="6171370"/>
                  </a:lnTo>
                  <a:lnTo>
                    <a:pt x="124204" y="6171370"/>
                  </a:lnTo>
                  <a:lnTo>
                    <a:pt x="124297" y="6171370"/>
                  </a:lnTo>
                  <a:lnTo>
                    <a:pt x="124391" y="6171370"/>
                  </a:lnTo>
                  <a:lnTo>
                    <a:pt x="124484" y="6171370"/>
                  </a:lnTo>
                  <a:lnTo>
                    <a:pt x="124577" y="6171370"/>
                  </a:lnTo>
                  <a:lnTo>
                    <a:pt x="124670" y="6171370"/>
                  </a:lnTo>
                  <a:lnTo>
                    <a:pt x="124764" y="6171370"/>
                  </a:lnTo>
                  <a:lnTo>
                    <a:pt x="124857" y="6171370"/>
                  </a:lnTo>
                  <a:lnTo>
                    <a:pt x="124950" y="6171370"/>
                  </a:lnTo>
                  <a:lnTo>
                    <a:pt x="125043" y="6171370"/>
                  </a:lnTo>
                  <a:lnTo>
                    <a:pt x="125136" y="6171370"/>
                  </a:lnTo>
                  <a:lnTo>
                    <a:pt x="125230" y="6171370"/>
                  </a:lnTo>
                  <a:lnTo>
                    <a:pt x="125323" y="6171370"/>
                  </a:lnTo>
                  <a:lnTo>
                    <a:pt x="125416" y="6171370"/>
                  </a:lnTo>
                  <a:lnTo>
                    <a:pt x="125509" y="6171370"/>
                  </a:lnTo>
                  <a:lnTo>
                    <a:pt x="125603" y="6171370"/>
                  </a:lnTo>
                  <a:lnTo>
                    <a:pt x="125696" y="6171370"/>
                  </a:lnTo>
                  <a:lnTo>
                    <a:pt x="125789" y="6171370"/>
                  </a:lnTo>
                  <a:lnTo>
                    <a:pt x="125882" y="6171370"/>
                  </a:lnTo>
                  <a:lnTo>
                    <a:pt x="125976" y="6171370"/>
                  </a:lnTo>
                  <a:lnTo>
                    <a:pt x="126069" y="6171370"/>
                  </a:lnTo>
                  <a:lnTo>
                    <a:pt x="126162" y="6171370"/>
                  </a:lnTo>
                  <a:lnTo>
                    <a:pt x="126255" y="6171370"/>
                  </a:lnTo>
                  <a:lnTo>
                    <a:pt x="126349" y="6171370"/>
                  </a:lnTo>
                  <a:lnTo>
                    <a:pt x="126442" y="6171370"/>
                  </a:lnTo>
                  <a:lnTo>
                    <a:pt x="126535" y="6171370"/>
                  </a:lnTo>
                  <a:lnTo>
                    <a:pt x="126628" y="6171370"/>
                  </a:lnTo>
                  <a:lnTo>
                    <a:pt x="126722" y="6171370"/>
                  </a:lnTo>
                  <a:lnTo>
                    <a:pt x="126815" y="6171370"/>
                  </a:lnTo>
                  <a:lnTo>
                    <a:pt x="126908" y="6171370"/>
                  </a:lnTo>
                  <a:lnTo>
                    <a:pt x="127001" y="6171370"/>
                  </a:lnTo>
                  <a:lnTo>
                    <a:pt x="127095" y="6171370"/>
                  </a:lnTo>
                  <a:lnTo>
                    <a:pt x="127188" y="6171370"/>
                  </a:lnTo>
                  <a:lnTo>
                    <a:pt x="127281" y="6171370"/>
                  </a:lnTo>
                  <a:lnTo>
                    <a:pt x="127374" y="6171370"/>
                  </a:lnTo>
                  <a:lnTo>
                    <a:pt x="127468" y="6171370"/>
                  </a:lnTo>
                  <a:lnTo>
                    <a:pt x="127561" y="6171370"/>
                  </a:lnTo>
                  <a:lnTo>
                    <a:pt x="127654" y="6171370"/>
                  </a:lnTo>
                  <a:lnTo>
                    <a:pt x="127747" y="6171370"/>
                  </a:lnTo>
                  <a:lnTo>
                    <a:pt x="127841" y="6171370"/>
                  </a:lnTo>
                  <a:lnTo>
                    <a:pt x="127934" y="6171370"/>
                  </a:lnTo>
                  <a:lnTo>
                    <a:pt x="128027" y="6171370"/>
                  </a:lnTo>
                  <a:lnTo>
                    <a:pt x="128120" y="6171370"/>
                  </a:lnTo>
                  <a:lnTo>
                    <a:pt x="128214" y="6171370"/>
                  </a:lnTo>
                  <a:lnTo>
                    <a:pt x="128307" y="6171370"/>
                  </a:lnTo>
                  <a:lnTo>
                    <a:pt x="128400" y="6171370"/>
                  </a:lnTo>
                  <a:lnTo>
                    <a:pt x="128493" y="6171370"/>
                  </a:lnTo>
                  <a:lnTo>
                    <a:pt x="128587" y="6171370"/>
                  </a:lnTo>
                  <a:lnTo>
                    <a:pt x="128680" y="6171370"/>
                  </a:lnTo>
                  <a:lnTo>
                    <a:pt x="128773" y="6171370"/>
                  </a:lnTo>
                  <a:lnTo>
                    <a:pt x="128866" y="6171370"/>
                  </a:lnTo>
                  <a:lnTo>
                    <a:pt x="128960" y="6171370"/>
                  </a:lnTo>
                  <a:lnTo>
                    <a:pt x="129053" y="6171370"/>
                  </a:lnTo>
                  <a:lnTo>
                    <a:pt x="129146" y="6171370"/>
                  </a:lnTo>
                  <a:lnTo>
                    <a:pt x="129239" y="6171370"/>
                  </a:lnTo>
                  <a:lnTo>
                    <a:pt x="129333" y="6171370"/>
                  </a:lnTo>
                  <a:lnTo>
                    <a:pt x="129426" y="6171370"/>
                  </a:lnTo>
                  <a:lnTo>
                    <a:pt x="129519" y="6171370"/>
                  </a:lnTo>
                  <a:lnTo>
                    <a:pt x="129612" y="6171370"/>
                  </a:lnTo>
                  <a:lnTo>
                    <a:pt x="129706" y="6171370"/>
                  </a:lnTo>
                  <a:lnTo>
                    <a:pt x="129799" y="6171370"/>
                  </a:lnTo>
                  <a:lnTo>
                    <a:pt x="129892" y="6171370"/>
                  </a:lnTo>
                  <a:lnTo>
                    <a:pt x="129985" y="6171370"/>
                  </a:lnTo>
                  <a:lnTo>
                    <a:pt x="130079" y="6171370"/>
                  </a:lnTo>
                  <a:lnTo>
                    <a:pt x="130172" y="6171370"/>
                  </a:lnTo>
                  <a:lnTo>
                    <a:pt x="130265" y="6171370"/>
                  </a:lnTo>
                  <a:lnTo>
                    <a:pt x="130358" y="6171370"/>
                  </a:lnTo>
                  <a:lnTo>
                    <a:pt x="130452" y="6171370"/>
                  </a:lnTo>
                  <a:lnTo>
                    <a:pt x="130545" y="6171370"/>
                  </a:lnTo>
                  <a:lnTo>
                    <a:pt x="130638" y="6171370"/>
                  </a:lnTo>
                  <a:lnTo>
                    <a:pt x="130731" y="6171370"/>
                  </a:lnTo>
                  <a:lnTo>
                    <a:pt x="130825" y="6171370"/>
                  </a:lnTo>
                  <a:lnTo>
                    <a:pt x="130918" y="6171370"/>
                  </a:lnTo>
                  <a:lnTo>
                    <a:pt x="131011" y="6171370"/>
                  </a:lnTo>
                  <a:lnTo>
                    <a:pt x="131104" y="6171370"/>
                  </a:lnTo>
                  <a:lnTo>
                    <a:pt x="131198" y="6171370"/>
                  </a:lnTo>
                  <a:lnTo>
                    <a:pt x="131291" y="6171370"/>
                  </a:lnTo>
                  <a:lnTo>
                    <a:pt x="131384" y="6171370"/>
                  </a:lnTo>
                  <a:lnTo>
                    <a:pt x="131477" y="6171370"/>
                  </a:lnTo>
                  <a:lnTo>
                    <a:pt x="131571" y="6171370"/>
                  </a:lnTo>
                  <a:lnTo>
                    <a:pt x="131664" y="6171370"/>
                  </a:lnTo>
                  <a:lnTo>
                    <a:pt x="131757" y="6171370"/>
                  </a:lnTo>
                  <a:lnTo>
                    <a:pt x="131850" y="6171370"/>
                  </a:lnTo>
                  <a:lnTo>
                    <a:pt x="131943" y="6171370"/>
                  </a:lnTo>
                  <a:lnTo>
                    <a:pt x="132037" y="6171370"/>
                  </a:lnTo>
                  <a:lnTo>
                    <a:pt x="132130" y="6171370"/>
                  </a:lnTo>
                  <a:lnTo>
                    <a:pt x="132223" y="6171370"/>
                  </a:lnTo>
                  <a:lnTo>
                    <a:pt x="132316" y="6171370"/>
                  </a:lnTo>
                  <a:lnTo>
                    <a:pt x="132410" y="6171370"/>
                  </a:lnTo>
                  <a:lnTo>
                    <a:pt x="132503" y="6171370"/>
                  </a:lnTo>
                  <a:lnTo>
                    <a:pt x="132596" y="6171370"/>
                  </a:lnTo>
                  <a:lnTo>
                    <a:pt x="132689" y="6171370"/>
                  </a:lnTo>
                  <a:lnTo>
                    <a:pt x="132783" y="6171370"/>
                  </a:lnTo>
                  <a:lnTo>
                    <a:pt x="132876" y="6171370"/>
                  </a:lnTo>
                  <a:lnTo>
                    <a:pt x="132969" y="6171370"/>
                  </a:lnTo>
                  <a:lnTo>
                    <a:pt x="133062" y="6171370"/>
                  </a:lnTo>
                  <a:lnTo>
                    <a:pt x="133156" y="6171370"/>
                  </a:lnTo>
                  <a:lnTo>
                    <a:pt x="133249" y="6171370"/>
                  </a:lnTo>
                  <a:lnTo>
                    <a:pt x="133342" y="6171370"/>
                  </a:lnTo>
                  <a:lnTo>
                    <a:pt x="133435" y="6171370"/>
                  </a:lnTo>
                  <a:lnTo>
                    <a:pt x="133529" y="6171370"/>
                  </a:lnTo>
                  <a:lnTo>
                    <a:pt x="133622" y="6171370"/>
                  </a:lnTo>
                  <a:lnTo>
                    <a:pt x="133715" y="6171370"/>
                  </a:lnTo>
                  <a:lnTo>
                    <a:pt x="133808" y="6171370"/>
                  </a:lnTo>
                  <a:lnTo>
                    <a:pt x="133902" y="6171370"/>
                  </a:lnTo>
                  <a:lnTo>
                    <a:pt x="133995" y="6171370"/>
                  </a:lnTo>
                  <a:lnTo>
                    <a:pt x="134088" y="6171370"/>
                  </a:lnTo>
                  <a:lnTo>
                    <a:pt x="134181" y="6171370"/>
                  </a:lnTo>
                  <a:lnTo>
                    <a:pt x="134275" y="6171370"/>
                  </a:lnTo>
                  <a:lnTo>
                    <a:pt x="134368" y="6171370"/>
                  </a:lnTo>
                  <a:lnTo>
                    <a:pt x="134461" y="6171370"/>
                  </a:lnTo>
                  <a:lnTo>
                    <a:pt x="134554" y="6171370"/>
                  </a:lnTo>
                  <a:lnTo>
                    <a:pt x="134648" y="6171370"/>
                  </a:lnTo>
                  <a:lnTo>
                    <a:pt x="134741" y="6171370"/>
                  </a:lnTo>
                  <a:lnTo>
                    <a:pt x="134834" y="6171370"/>
                  </a:lnTo>
                  <a:lnTo>
                    <a:pt x="134927" y="6171370"/>
                  </a:lnTo>
                  <a:lnTo>
                    <a:pt x="135021" y="6171370"/>
                  </a:lnTo>
                  <a:lnTo>
                    <a:pt x="135114" y="6171370"/>
                  </a:lnTo>
                  <a:lnTo>
                    <a:pt x="135207" y="6171370"/>
                  </a:lnTo>
                  <a:lnTo>
                    <a:pt x="135300" y="6171370"/>
                  </a:lnTo>
                  <a:lnTo>
                    <a:pt x="135394" y="6171370"/>
                  </a:lnTo>
                  <a:lnTo>
                    <a:pt x="135487" y="6171370"/>
                  </a:lnTo>
                  <a:lnTo>
                    <a:pt x="135580" y="6171370"/>
                  </a:lnTo>
                  <a:lnTo>
                    <a:pt x="135673" y="6171370"/>
                  </a:lnTo>
                  <a:lnTo>
                    <a:pt x="135767" y="6171370"/>
                  </a:lnTo>
                  <a:lnTo>
                    <a:pt x="135860" y="6171370"/>
                  </a:lnTo>
                  <a:lnTo>
                    <a:pt x="135953" y="6171370"/>
                  </a:lnTo>
                  <a:lnTo>
                    <a:pt x="136046" y="6171370"/>
                  </a:lnTo>
                  <a:lnTo>
                    <a:pt x="136140" y="6171370"/>
                  </a:lnTo>
                  <a:lnTo>
                    <a:pt x="136233" y="6171370"/>
                  </a:lnTo>
                  <a:lnTo>
                    <a:pt x="136326" y="6171370"/>
                  </a:lnTo>
                  <a:lnTo>
                    <a:pt x="136419" y="6171370"/>
                  </a:lnTo>
                  <a:lnTo>
                    <a:pt x="136513" y="6171370"/>
                  </a:lnTo>
                  <a:lnTo>
                    <a:pt x="136606" y="6171370"/>
                  </a:lnTo>
                  <a:lnTo>
                    <a:pt x="136699" y="6171370"/>
                  </a:lnTo>
                  <a:lnTo>
                    <a:pt x="136792" y="6171370"/>
                  </a:lnTo>
                  <a:lnTo>
                    <a:pt x="136886" y="6171370"/>
                  </a:lnTo>
                  <a:lnTo>
                    <a:pt x="136979" y="6171370"/>
                  </a:lnTo>
                  <a:lnTo>
                    <a:pt x="137072" y="6171370"/>
                  </a:lnTo>
                  <a:lnTo>
                    <a:pt x="137165" y="6171370"/>
                  </a:lnTo>
                  <a:lnTo>
                    <a:pt x="137259" y="6171370"/>
                  </a:lnTo>
                  <a:lnTo>
                    <a:pt x="137352" y="6171370"/>
                  </a:lnTo>
                  <a:lnTo>
                    <a:pt x="137445" y="6171370"/>
                  </a:lnTo>
                  <a:lnTo>
                    <a:pt x="137538" y="6171370"/>
                  </a:lnTo>
                  <a:lnTo>
                    <a:pt x="137632" y="6171370"/>
                  </a:lnTo>
                  <a:lnTo>
                    <a:pt x="137632" y="6161416"/>
                  </a:lnTo>
                  <a:lnTo>
                    <a:pt x="137725" y="6161416"/>
                  </a:lnTo>
                  <a:lnTo>
                    <a:pt x="137818" y="6161416"/>
                  </a:lnTo>
                  <a:lnTo>
                    <a:pt x="137911" y="6161416"/>
                  </a:lnTo>
                  <a:lnTo>
                    <a:pt x="138005" y="6161416"/>
                  </a:lnTo>
                  <a:lnTo>
                    <a:pt x="138098" y="6161416"/>
                  </a:lnTo>
                  <a:lnTo>
                    <a:pt x="138191" y="6161416"/>
                  </a:lnTo>
                  <a:lnTo>
                    <a:pt x="138284" y="6161416"/>
                  </a:lnTo>
                  <a:lnTo>
                    <a:pt x="138378" y="6161416"/>
                  </a:lnTo>
                  <a:lnTo>
                    <a:pt x="138471" y="6161416"/>
                  </a:lnTo>
                  <a:lnTo>
                    <a:pt x="138564" y="6161416"/>
                  </a:lnTo>
                  <a:lnTo>
                    <a:pt x="138657" y="6161416"/>
                  </a:lnTo>
                  <a:lnTo>
                    <a:pt x="138751" y="6161416"/>
                  </a:lnTo>
                  <a:lnTo>
                    <a:pt x="138844" y="6161416"/>
                  </a:lnTo>
                  <a:lnTo>
                    <a:pt x="138937" y="6161416"/>
                  </a:lnTo>
                  <a:lnTo>
                    <a:pt x="139030" y="6161416"/>
                  </a:lnTo>
                  <a:lnTo>
                    <a:pt x="139123" y="6161416"/>
                  </a:lnTo>
                  <a:lnTo>
                    <a:pt x="139217" y="6161416"/>
                  </a:lnTo>
                  <a:lnTo>
                    <a:pt x="139310" y="6161416"/>
                  </a:lnTo>
                  <a:lnTo>
                    <a:pt x="139403" y="6161416"/>
                  </a:lnTo>
                  <a:lnTo>
                    <a:pt x="139496" y="6161416"/>
                  </a:lnTo>
                  <a:lnTo>
                    <a:pt x="139590" y="6161416"/>
                  </a:lnTo>
                  <a:lnTo>
                    <a:pt x="139683" y="6161416"/>
                  </a:lnTo>
                  <a:lnTo>
                    <a:pt x="139776" y="6161416"/>
                  </a:lnTo>
                  <a:lnTo>
                    <a:pt x="139869" y="6161416"/>
                  </a:lnTo>
                  <a:lnTo>
                    <a:pt x="139963" y="6161416"/>
                  </a:lnTo>
                  <a:lnTo>
                    <a:pt x="140056" y="6161416"/>
                  </a:lnTo>
                  <a:lnTo>
                    <a:pt x="140149" y="6161416"/>
                  </a:lnTo>
                  <a:lnTo>
                    <a:pt x="140242" y="6161416"/>
                  </a:lnTo>
                  <a:lnTo>
                    <a:pt x="140336" y="6161416"/>
                  </a:lnTo>
                  <a:lnTo>
                    <a:pt x="140429" y="6161416"/>
                  </a:lnTo>
                  <a:lnTo>
                    <a:pt x="140522" y="6161416"/>
                  </a:lnTo>
                  <a:lnTo>
                    <a:pt x="140615" y="6161416"/>
                  </a:lnTo>
                  <a:lnTo>
                    <a:pt x="140709" y="6161416"/>
                  </a:lnTo>
                  <a:lnTo>
                    <a:pt x="140802" y="6161416"/>
                  </a:lnTo>
                  <a:lnTo>
                    <a:pt x="140895" y="6161416"/>
                  </a:lnTo>
                  <a:lnTo>
                    <a:pt x="140988" y="6161416"/>
                  </a:lnTo>
                  <a:lnTo>
                    <a:pt x="141082" y="6161416"/>
                  </a:lnTo>
                  <a:lnTo>
                    <a:pt x="141175" y="6161416"/>
                  </a:lnTo>
                  <a:lnTo>
                    <a:pt x="141268" y="6161416"/>
                  </a:lnTo>
                  <a:lnTo>
                    <a:pt x="141361" y="6161416"/>
                  </a:lnTo>
                  <a:lnTo>
                    <a:pt x="141455" y="6161416"/>
                  </a:lnTo>
                  <a:lnTo>
                    <a:pt x="141548" y="6161416"/>
                  </a:lnTo>
                  <a:lnTo>
                    <a:pt x="141641" y="6161416"/>
                  </a:lnTo>
                  <a:lnTo>
                    <a:pt x="141734" y="6161416"/>
                  </a:lnTo>
                  <a:lnTo>
                    <a:pt x="141828" y="6161416"/>
                  </a:lnTo>
                  <a:lnTo>
                    <a:pt x="141921" y="6161416"/>
                  </a:lnTo>
                  <a:lnTo>
                    <a:pt x="142014" y="6161416"/>
                  </a:lnTo>
                  <a:lnTo>
                    <a:pt x="142107" y="6161416"/>
                  </a:lnTo>
                  <a:lnTo>
                    <a:pt x="142201" y="6161416"/>
                  </a:lnTo>
                  <a:lnTo>
                    <a:pt x="142294" y="6161416"/>
                  </a:lnTo>
                  <a:lnTo>
                    <a:pt x="142387" y="6161416"/>
                  </a:lnTo>
                  <a:lnTo>
                    <a:pt x="142480" y="6161416"/>
                  </a:lnTo>
                  <a:lnTo>
                    <a:pt x="142574" y="6161416"/>
                  </a:lnTo>
                  <a:lnTo>
                    <a:pt x="142667" y="6161416"/>
                  </a:lnTo>
                  <a:lnTo>
                    <a:pt x="142760" y="6161416"/>
                  </a:lnTo>
                  <a:lnTo>
                    <a:pt x="142853" y="6161416"/>
                  </a:lnTo>
                  <a:lnTo>
                    <a:pt x="142947" y="6161416"/>
                  </a:lnTo>
                  <a:lnTo>
                    <a:pt x="143040" y="6161416"/>
                  </a:lnTo>
                  <a:lnTo>
                    <a:pt x="143133" y="6161416"/>
                  </a:lnTo>
                  <a:lnTo>
                    <a:pt x="143226" y="6161416"/>
                  </a:lnTo>
                  <a:lnTo>
                    <a:pt x="143320" y="6161416"/>
                  </a:lnTo>
                  <a:lnTo>
                    <a:pt x="143413" y="6161416"/>
                  </a:lnTo>
                  <a:lnTo>
                    <a:pt x="143506" y="6161416"/>
                  </a:lnTo>
                  <a:lnTo>
                    <a:pt x="143599" y="6161416"/>
                  </a:lnTo>
                  <a:lnTo>
                    <a:pt x="143693" y="6161416"/>
                  </a:lnTo>
                  <a:lnTo>
                    <a:pt x="143786" y="6161416"/>
                  </a:lnTo>
                  <a:lnTo>
                    <a:pt x="143879" y="6161416"/>
                  </a:lnTo>
                  <a:lnTo>
                    <a:pt x="143972" y="6161416"/>
                  </a:lnTo>
                  <a:lnTo>
                    <a:pt x="144066" y="6161416"/>
                  </a:lnTo>
                  <a:lnTo>
                    <a:pt x="144159" y="6161416"/>
                  </a:lnTo>
                  <a:lnTo>
                    <a:pt x="144252" y="6161416"/>
                  </a:lnTo>
                  <a:lnTo>
                    <a:pt x="144345" y="6161416"/>
                  </a:lnTo>
                  <a:lnTo>
                    <a:pt x="144439" y="6161416"/>
                  </a:lnTo>
                  <a:lnTo>
                    <a:pt x="144532" y="6161416"/>
                  </a:lnTo>
                  <a:lnTo>
                    <a:pt x="144625" y="6161416"/>
                  </a:lnTo>
                  <a:lnTo>
                    <a:pt x="144718" y="6161416"/>
                  </a:lnTo>
                  <a:lnTo>
                    <a:pt x="144812" y="6161416"/>
                  </a:lnTo>
                  <a:lnTo>
                    <a:pt x="144905" y="6161416"/>
                  </a:lnTo>
                  <a:lnTo>
                    <a:pt x="144998" y="6161416"/>
                  </a:lnTo>
                  <a:lnTo>
                    <a:pt x="145091" y="6161416"/>
                  </a:lnTo>
                  <a:lnTo>
                    <a:pt x="145185" y="6161416"/>
                  </a:lnTo>
                  <a:lnTo>
                    <a:pt x="145278" y="6161416"/>
                  </a:lnTo>
                  <a:lnTo>
                    <a:pt x="145371" y="6161416"/>
                  </a:lnTo>
                  <a:lnTo>
                    <a:pt x="145464" y="6161416"/>
                  </a:lnTo>
                  <a:lnTo>
                    <a:pt x="145558" y="6161416"/>
                  </a:lnTo>
                  <a:lnTo>
                    <a:pt x="145651" y="6161416"/>
                  </a:lnTo>
                  <a:lnTo>
                    <a:pt x="145744" y="6161416"/>
                  </a:lnTo>
                  <a:lnTo>
                    <a:pt x="145837" y="6161416"/>
                  </a:lnTo>
                  <a:lnTo>
                    <a:pt x="145930" y="6161416"/>
                  </a:lnTo>
                  <a:lnTo>
                    <a:pt x="146024" y="6161416"/>
                  </a:lnTo>
                  <a:lnTo>
                    <a:pt x="146117" y="6161416"/>
                  </a:lnTo>
                  <a:lnTo>
                    <a:pt x="146210" y="6161416"/>
                  </a:lnTo>
                  <a:lnTo>
                    <a:pt x="146303" y="6161416"/>
                  </a:lnTo>
                  <a:lnTo>
                    <a:pt x="146397" y="6161416"/>
                  </a:lnTo>
                  <a:lnTo>
                    <a:pt x="146490" y="6161416"/>
                  </a:lnTo>
                  <a:lnTo>
                    <a:pt x="146583" y="6161416"/>
                  </a:lnTo>
                  <a:lnTo>
                    <a:pt x="146676" y="6161416"/>
                  </a:lnTo>
                  <a:lnTo>
                    <a:pt x="146770" y="6161416"/>
                  </a:lnTo>
                  <a:lnTo>
                    <a:pt x="146863" y="6161416"/>
                  </a:lnTo>
                  <a:lnTo>
                    <a:pt x="146956" y="6161416"/>
                  </a:lnTo>
                  <a:lnTo>
                    <a:pt x="147049" y="6161416"/>
                  </a:lnTo>
                  <a:lnTo>
                    <a:pt x="147143" y="6161416"/>
                  </a:lnTo>
                  <a:lnTo>
                    <a:pt x="147236" y="6161416"/>
                  </a:lnTo>
                  <a:lnTo>
                    <a:pt x="147329" y="6161416"/>
                  </a:lnTo>
                  <a:lnTo>
                    <a:pt x="147422" y="6161416"/>
                  </a:lnTo>
                  <a:lnTo>
                    <a:pt x="147516" y="6161416"/>
                  </a:lnTo>
                  <a:lnTo>
                    <a:pt x="147609" y="6161416"/>
                  </a:lnTo>
                  <a:lnTo>
                    <a:pt x="147702" y="6161416"/>
                  </a:lnTo>
                  <a:lnTo>
                    <a:pt x="147795" y="6161416"/>
                  </a:lnTo>
                  <a:lnTo>
                    <a:pt x="147889" y="6161416"/>
                  </a:lnTo>
                  <a:lnTo>
                    <a:pt x="147982" y="6161416"/>
                  </a:lnTo>
                  <a:lnTo>
                    <a:pt x="148075" y="6161416"/>
                  </a:lnTo>
                  <a:lnTo>
                    <a:pt x="148168" y="6161416"/>
                  </a:lnTo>
                  <a:lnTo>
                    <a:pt x="148262" y="6161416"/>
                  </a:lnTo>
                  <a:lnTo>
                    <a:pt x="148355" y="6161416"/>
                  </a:lnTo>
                  <a:lnTo>
                    <a:pt x="148448" y="6161416"/>
                  </a:lnTo>
                  <a:lnTo>
                    <a:pt x="148541" y="6161416"/>
                  </a:lnTo>
                  <a:lnTo>
                    <a:pt x="148635" y="6161416"/>
                  </a:lnTo>
                  <a:lnTo>
                    <a:pt x="148728" y="6161416"/>
                  </a:lnTo>
                  <a:lnTo>
                    <a:pt x="148821" y="6161416"/>
                  </a:lnTo>
                  <a:lnTo>
                    <a:pt x="148914" y="6161416"/>
                  </a:lnTo>
                  <a:lnTo>
                    <a:pt x="149008" y="6161416"/>
                  </a:lnTo>
                  <a:lnTo>
                    <a:pt x="149101" y="6161416"/>
                  </a:lnTo>
                  <a:lnTo>
                    <a:pt x="149194" y="6161416"/>
                  </a:lnTo>
                  <a:lnTo>
                    <a:pt x="149287" y="6161416"/>
                  </a:lnTo>
                  <a:lnTo>
                    <a:pt x="149381" y="6161416"/>
                  </a:lnTo>
                  <a:lnTo>
                    <a:pt x="149474" y="6161416"/>
                  </a:lnTo>
                  <a:lnTo>
                    <a:pt x="149567" y="6161416"/>
                  </a:lnTo>
                  <a:lnTo>
                    <a:pt x="149660" y="6161416"/>
                  </a:lnTo>
                  <a:lnTo>
                    <a:pt x="149754" y="6161416"/>
                  </a:lnTo>
                  <a:lnTo>
                    <a:pt x="149847" y="6161416"/>
                  </a:lnTo>
                  <a:lnTo>
                    <a:pt x="149940" y="6161416"/>
                  </a:lnTo>
                  <a:lnTo>
                    <a:pt x="150033" y="6161416"/>
                  </a:lnTo>
                  <a:lnTo>
                    <a:pt x="150127" y="6161416"/>
                  </a:lnTo>
                  <a:lnTo>
                    <a:pt x="150220" y="6161416"/>
                  </a:lnTo>
                  <a:lnTo>
                    <a:pt x="150313" y="6161416"/>
                  </a:lnTo>
                  <a:lnTo>
                    <a:pt x="150406" y="6161416"/>
                  </a:lnTo>
                  <a:lnTo>
                    <a:pt x="150500" y="6161416"/>
                  </a:lnTo>
                  <a:lnTo>
                    <a:pt x="150593" y="6161416"/>
                  </a:lnTo>
                  <a:lnTo>
                    <a:pt x="150686" y="6161416"/>
                  </a:lnTo>
                  <a:lnTo>
                    <a:pt x="150779" y="6161416"/>
                  </a:lnTo>
                  <a:lnTo>
                    <a:pt x="150873" y="6161416"/>
                  </a:lnTo>
                  <a:lnTo>
                    <a:pt x="150966" y="6161416"/>
                  </a:lnTo>
                  <a:lnTo>
                    <a:pt x="151059" y="6161416"/>
                  </a:lnTo>
                  <a:lnTo>
                    <a:pt x="151152" y="6161416"/>
                  </a:lnTo>
                  <a:lnTo>
                    <a:pt x="151246" y="6161416"/>
                  </a:lnTo>
                  <a:lnTo>
                    <a:pt x="151339" y="6161416"/>
                  </a:lnTo>
                  <a:lnTo>
                    <a:pt x="151432" y="6161416"/>
                  </a:lnTo>
                  <a:lnTo>
                    <a:pt x="151525" y="6161416"/>
                  </a:lnTo>
                  <a:lnTo>
                    <a:pt x="151619" y="6161416"/>
                  </a:lnTo>
                  <a:lnTo>
                    <a:pt x="151712" y="6161416"/>
                  </a:lnTo>
                  <a:lnTo>
                    <a:pt x="151805" y="6161416"/>
                  </a:lnTo>
                  <a:lnTo>
                    <a:pt x="151898" y="6161416"/>
                  </a:lnTo>
                  <a:lnTo>
                    <a:pt x="151992" y="6161416"/>
                  </a:lnTo>
                  <a:lnTo>
                    <a:pt x="152085" y="6161416"/>
                  </a:lnTo>
                  <a:lnTo>
                    <a:pt x="152178" y="6161416"/>
                  </a:lnTo>
                  <a:lnTo>
                    <a:pt x="152271" y="6161416"/>
                  </a:lnTo>
                  <a:lnTo>
                    <a:pt x="152365" y="6161416"/>
                  </a:lnTo>
                  <a:lnTo>
                    <a:pt x="152458" y="6161416"/>
                  </a:lnTo>
                  <a:lnTo>
                    <a:pt x="152551" y="6161416"/>
                  </a:lnTo>
                  <a:lnTo>
                    <a:pt x="152644" y="6161416"/>
                  </a:lnTo>
                  <a:lnTo>
                    <a:pt x="152737" y="6161416"/>
                  </a:lnTo>
                  <a:lnTo>
                    <a:pt x="152831" y="6161416"/>
                  </a:lnTo>
                  <a:lnTo>
                    <a:pt x="152924" y="6161416"/>
                  </a:lnTo>
                  <a:lnTo>
                    <a:pt x="153017" y="6161416"/>
                  </a:lnTo>
                  <a:lnTo>
                    <a:pt x="153017" y="6151462"/>
                  </a:lnTo>
                  <a:lnTo>
                    <a:pt x="153110" y="6151462"/>
                  </a:lnTo>
                  <a:lnTo>
                    <a:pt x="153204" y="6151462"/>
                  </a:lnTo>
                  <a:lnTo>
                    <a:pt x="153297" y="6151462"/>
                  </a:lnTo>
                  <a:lnTo>
                    <a:pt x="153390" y="6151462"/>
                  </a:lnTo>
                  <a:lnTo>
                    <a:pt x="153483" y="6151462"/>
                  </a:lnTo>
                  <a:lnTo>
                    <a:pt x="153577" y="6151462"/>
                  </a:lnTo>
                  <a:lnTo>
                    <a:pt x="153670" y="6151462"/>
                  </a:lnTo>
                  <a:lnTo>
                    <a:pt x="153763" y="6151462"/>
                  </a:lnTo>
                  <a:lnTo>
                    <a:pt x="153856" y="6151462"/>
                  </a:lnTo>
                  <a:lnTo>
                    <a:pt x="153950" y="6151462"/>
                  </a:lnTo>
                  <a:lnTo>
                    <a:pt x="154043" y="6151462"/>
                  </a:lnTo>
                  <a:lnTo>
                    <a:pt x="154136" y="6151462"/>
                  </a:lnTo>
                  <a:lnTo>
                    <a:pt x="154229" y="6151462"/>
                  </a:lnTo>
                  <a:lnTo>
                    <a:pt x="154323" y="6151462"/>
                  </a:lnTo>
                  <a:lnTo>
                    <a:pt x="154416" y="6151462"/>
                  </a:lnTo>
                  <a:lnTo>
                    <a:pt x="154509" y="6151462"/>
                  </a:lnTo>
                  <a:lnTo>
                    <a:pt x="154602" y="6151462"/>
                  </a:lnTo>
                  <a:lnTo>
                    <a:pt x="154696" y="6151462"/>
                  </a:lnTo>
                  <a:lnTo>
                    <a:pt x="154789" y="6151462"/>
                  </a:lnTo>
                  <a:lnTo>
                    <a:pt x="154882" y="6151462"/>
                  </a:lnTo>
                  <a:lnTo>
                    <a:pt x="154975" y="6151462"/>
                  </a:lnTo>
                  <a:lnTo>
                    <a:pt x="155069" y="6151462"/>
                  </a:lnTo>
                  <a:lnTo>
                    <a:pt x="155162" y="6151462"/>
                  </a:lnTo>
                  <a:lnTo>
                    <a:pt x="155255" y="6151462"/>
                  </a:lnTo>
                  <a:lnTo>
                    <a:pt x="155348" y="6151462"/>
                  </a:lnTo>
                  <a:lnTo>
                    <a:pt x="155442" y="6151462"/>
                  </a:lnTo>
                  <a:lnTo>
                    <a:pt x="155535" y="6151462"/>
                  </a:lnTo>
                  <a:lnTo>
                    <a:pt x="155628" y="6151462"/>
                  </a:lnTo>
                  <a:lnTo>
                    <a:pt x="155721" y="6151462"/>
                  </a:lnTo>
                  <a:lnTo>
                    <a:pt x="155815" y="6151462"/>
                  </a:lnTo>
                  <a:lnTo>
                    <a:pt x="155908" y="6151462"/>
                  </a:lnTo>
                  <a:lnTo>
                    <a:pt x="156001" y="6151462"/>
                  </a:lnTo>
                  <a:lnTo>
                    <a:pt x="156094" y="6151462"/>
                  </a:lnTo>
                  <a:lnTo>
                    <a:pt x="156188" y="6151462"/>
                  </a:lnTo>
                  <a:lnTo>
                    <a:pt x="156281" y="6151462"/>
                  </a:lnTo>
                  <a:lnTo>
                    <a:pt x="156374" y="6151462"/>
                  </a:lnTo>
                  <a:lnTo>
                    <a:pt x="156467" y="6151462"/>
                  </a:lnTo>
                  <a:lnTo>
                    <a:pt x="156561" y="6151462"/>
                  </a:lnTo>
                  <a:lnTo>
                    <a:pt x="156654" y="6151462"/>
                  </a:lnTo>
                  <a:lnTo>
                    <a:pt x="156747" y="6151462"/>
                  </a:lnTo>
                  <a:lnTo>
                    <a:pt x="156840" y="6151462"/>
                  </a:lnTo>
                  <a:lnTo>
                    <a:pt x="156934" y="6151462"/>
                  </a:lnTo>
                  <a:lnTo>
                    <a:pt x="157027" y="6151462"/>
                  </a:lnTo>
                  <a:lnTo>
                    <a:pt x="157120" y="6151462"/>
                  </a:lnTo>
                  <a:lnTo>
                    <a:pt x="157213" y="6151462"/>
                  </a:lnTo>
                  <a:lnTo>
                    <a:pt x="157307" y="6151462"/>
                  </a:lnTo>
                  <a:lnTo>
                    <a:pt x="157400" y="6151462"/>
                  </a:lnTo>
                  <a:lnTo>
                    <a:pt x="157493" y="6151462"/>
                  </a:lnTo>
                  <a:lnTo>
                    <a:pt x="157586" y="6151462"/>
                  </a:lnTo>
                  <a:lnTo>
                    <a:pt x="157680" y="6151462"/>
                  </a:lnTo>
                  <a:lnTo>
                    <a:pt x="157773" y="6151462"/>
                  </a:lnTo>
                  <a:lnTo>
                    <a:pt x="157866" y="6151462"/>
                  </a:lnTo>
                  <a:lnTo>
                    <a:pt x="157959" y="6151462"/>
                  </a:lnTo>
                  <a:lnTo>
                    <a:pt x="158053" y="6151462"/>
                  </a:lnTo>
                  <a:lnTo>
                    <a:pt x="158146" y="6151462"/>
                  </a:lnTo>
                  <a:lnTo>
                    <a:pt x="158239" y="6151462"/>
                  </a:lnTo>
                  <a:lnTo>
                    <a:pt x="158332" y="6151462"/>
                  </a:lnTo>
                  <a:lnTo>
                    <a:pt x="158426" y="6151462"/>
                  </a:lnTo>
                  <a:lnTo>
                    <a:pt x="158519" y="6151462"/>
                  </a:lnTo>
                  <a:lnTo>
                    <a:pt x="158612" y="6151462"/>
                  </a:lnTo>
                  <a:lnTo>
                    <a:pt x="158705" y="6151462"/>
                  </a:lnTo>
                  <a:lnTo>
                    <a:pt x="158799" y="6151462"/>
                  </a:lnTo>
                  <a:lnTo>
                    <a:pt x="158892" y="6151462"/>
                  </a:lnTo>
                  <a:lnTo>
                    <a:pt x="158985" y="6151462"/>
                  </a:lnTo>
                  <a:lnTo>
                    <a:pt x="159078" y="6151462"/>
                  </a:lnTo>
                  <a:lnTo>
                    <a:pt x="159172" y="6151462"/>
                  </a:lnTo>
                  <a:lnTo>
                    <a:pt x="159265" y="6151462"/>
                  </a:lnTo>
                  <a:lnTo>
                    <a:pt x="159358" y="6151462"/>
                  </a:lnTo>
                  <a:lnTo>
                    <a:pt x="159451" y="6151462"/>
                  </a:lnTo>
                  <a:lnTo>
                    <a:pt x="159451" y="6141508"/>
                  </a:lnTo>
                  <a:lnTo>
                    <a:pt x="159545" y="6141508"/>
                  </a:lnTo>
                  <a:lnTo>
                    <a:pt x="159638" y="6141508"/>
                  </a:lnTo>
                  <a:lnTo>
                    <a:pt x="159731" y="6141508"/>
                  </a:lnTo>
                  <a:lnTo>
                    <a:pt x="159824" y="6141508"/>
                  </a:lnTo>
                  <a:lnTo>
                    <a:pt x="159917" y="6141508"/>
                  </a:lnTo>
                  <a:lnTo>
                    <a:pt x="160011" y="6141508"/>
                  </a:lnTo>
                  <a:lnTo>
                    <a:pt x="160104" y="6141508"/>
                  </a:lnTo>
                  <a:lnTo>
                    <a:pt x="160197" y="6141508"/>
                  </a:lnTo>
                  <a:lnTo>
                    <a:pt x="160290" y="6141508"/>
                  </a:lnTo>
                  <a:lnTo>
                    <a:pt x="160384" y="6141508"/>
                  </a:lnTo>
                  <a:lnTo>
                    <a:pt x="160477" y="6141508"/>
                  </a:lnTo>
                  <a:lnTo>
                    <a:pt x="160570" y="6141508"/>
                  </a:lnTo>
                  <a:lnTo>
                    <a:pt x="160663" y="6141508"/>
                  </a:lnTo>
                  <a:lnTo>
                    <a:pt x="160757" y="6141508"/>
                  </a:lnTo>
                  <a:lnTo>
                    <a:pt x="160850" y="6141508"/>
                  </a:lnTo>
                  <a:lnTo>
                    <a:pt x="160943" y="6141508"/>
                  </a:lnTo>
                  <a:lnTo>
                    <a:pt x="161036" y="6141508"/>
                  </a:lnTo>
                  <a:lnTo>
                    <a:pt x="161130" y="6141508"/>
                  </a:lnTo>
                  <a:lnTo>
                    <a:pt x="161223" y="6141508"/>
                  </a:lnTo>
                  <a:lnTo>
                    <a:pt x="161316" y="6141508"/>
                  </a:lnTo>
                  <a:lnTo>
                    <a:pt x="161409" y="6141508"/>
                  </a:lnTo>
                  <a:lnTo>
                    <a:pt x="161503" y="6141508"/>
                  </a:lnTo>
                  <a:lnTo>
                    <a:pt x="161596" y="6141508"/>
                  </a:lnTo>
                  <a:lnTo>
                    <a:pt x="161689" y="6141508"/>
                  </a:lnTo>
                  <a:lnTo>
                    <a:pt x="161782" y="6141508"/>
                  </a:lnTo>
                  <a:lnTo>
                    <a:pt x="161876" y="6141508"/>
                  </a:lnTo>
                  <a:lnTo>
                    <a:pt x="161969" y="6141508"/>
                  </a:lnTo>
                  <a:lnTo>
                    <a:pt x="162062" y="6141508"/>
                  </a:lnTo>
                  <a:lnTo>
                    <a:pt x="162155" y="6141508"/>
                  </a:lnTo>
                  <a:lnTo>
                    <a:pt x="162249" y="6141508"/>
                  </a:lnTo>
                  <a:lnTo>
                    <a:pt x="162342" y="6141508"/>
                  </a:lnTo>
                  <a:lnTo>
                    <a:pt x="162435" y="6141508"/>
                  </a:lnTo>
                  <a:lnTo>
                    <a:pt x="162528" y="6141508"/>
                  </a:lnTo>
                  <a:lnTo>
                    <a:pt x="162622" y="6141508"/>
                  </a:lnTo>
                  <a:lnTo>
                    <a:pt x="162715" y="6141508"/>
                  </a:lnTo>
                  <a:lnTo>
                    <a:pt x="162808" y="6141508"/>
                  </a:lnTo>
                  <a:lnTo>
                    <a:pt x="162901" y="6141508"/>
                  </a:lnTo>
                  <a:lnTo>
                    <a:pt x="162995" y="6141508"/>
                  </a:lnTo>
                  <a:lnTo>
                    <a:pt x="163088" y="6141508"/>
                  </a:lnTo>
                  <a:lnTo>
                    <a:pt x="163181" y="6141508"/>
                  </a:lnTo>
                  <a:lnTo>
                    <a:pt x="163274" y="6141508"/>
                  </a:lnTo>
                  <a:lnTo>
                    <a:pt x="163368" y="6141508"/>
                  </a:lnTo>
                  <a:lnTo>
                    <a:pt x="163461" y="6141508"/>
                  </a:lnTo>
                  <a:lnTo>
                    <a:pt x="163554" y="6141508"/>
                  </a:lnTo>
                  <a:lnTo>
                    <a:pt x="163647" y="6141508"/>
                  </a:lnTo>
                  <a:lnTo>
                    <a:pt x="163741" y="6141508"/>
                  </a:lnTo>
                  <a:lnTo>
                    <a:pt x="163834" y="6141508"/>
                  </a:lnTo>
                  <a:lnTo>
                    <a:pt x="163927" y="6141508"/>
                  </a:lnTo>
                  <a:lnTo>
                    <a:pt x="164020" y="6141508"/>
                  </a:lnTo>
                  <a:lnTo>
                    <a:pt x="164114" y="6141508"/>
                  </a:lnTo>
                  <a:lnTo>
                    <a:pt x="164207" y="6141508"/>
                  </a:lnTo>
                  <a:lnTo>
                    <a:pt x="164300" y="6141508"/>
                  </a:lnTo>
                  <a:lnTo>
                    <a:pt x="164393" y="6141508"/>
                  </a:lnTo>
                  <a:lnTo>
                    <a:pt x="164487" y="6141508"/>
                  </a:lnTo>
                  <a:lnTo>
                    <a:pt x="164580" y="6141508"/>
                  </a:lnTo>
                  <a:lnTo>
                    <a:pt x="164673" y="6141508"/>
                  </a:lnTo>
                  <a:lnTo>
                    <a:pt x="164766" y="6141508"/>
                  </a:lnTo>
                  <a:lnTo>
                    <a:pt x="164860" y="6141508"/>
                  </a:lnTo>
                  <a:lnTo>
                    <a:pt x="164953" y="6141508"/>
                  </a:lnTo>
                  <a:lnTo>
                    <a:pt x="165046" y="6141508"/>
                  </a:lnTo>
                  <a:lnTo>
                    <a:pt x="165139" y="6141508"/>
                  </a:lnTo>
                  <a:lnTo>
                    <a:pt x="165233" y="6141508"/>
                  </a:lnTo>
                  <a:lnTo>
                    <a:pt x="165326" y="6141508"/>
                  </a:lnTo>
                  <a:lnTo>
                    <a:pt x="165419" y="6141508"/>
                  </a:lnTo>
                  <a:lnTo>
                    <a:pt x="165512" y="6141508"/>
                  </a:lnTo>
                  <a:lnTo>
                    <a:pt x="165606" y="6141508"/>
                  </a:lnTo>
                  <a:lnTo>
                    <a:pt x="165606" y="6131554"/>
                  </a:lnTo>
                  <a:lnTo>
                    <a:pt x="165699" y="6131554"/>
                  </a:lnTo>
                  <a:lnTo>
                    <a:pt x="165792" y="6131554"/>
                  </a:lnTo>
                  <a:lnTo>
                    <a:pt x="165885" y="6131554"/>
                  </a:lnTo>
                  <a:lnTo>
                    <a:pt x="165979" y="6131554"/>
                  </a:lnTo>
                  <a:lnTo>
                    <a:pt x="166072" y="6131554"/>
                  </a:lnTo>
                  <a:lnTo>
                    <a:pt x="166165" y="6131554"/>
                  </a:lnTo>
                  <a:lnTo>
                    <a:pt x="166258" y="6131554"/>
                  </a:lnTo>
                  <a:lnTo>
                    <a:pt x="166352" y="6131554"/>
                  </a:lnTo>
                  <a:lnTo>
                    <a:pt x="166445" y="6131554"/>
                  </a:lnTo>
                  <a:lnTo>
                    <a:pt x="166538" y="6131554"/>
                  </a:lnTo>
                  <a:lnTo>
                    <a:pt x="166631" y="6131554"/>
                  </a:lnTo>
                  <a:lnTo>
                    <a:pt x="166724" y="6131554"/>
                  </a:lnTo>
                  <a:lnTo>
                    <a:pt x="166818" y="6131554"/>
                  </a:lnTo>
                  <a:lnTo>
                    <a:pt x="166911" y="6131554"/>
                  </a:lnTo>
                  <a:lnTo>
                    <a:pt x="167004" y="6131554"/>
                  </a:lnTo>
                  <a:lnTo>
                    <a:pt x="167097" y="6131554"/>
                  </a:lnTo>
                  <a:lnTo>
                    <a:pt x="167191" y="6131554"/>
                  </a:lnTo>
                  <a:lnTo>
                    <a:pt x="167284" y="6131554"/>
                  </a:lnTo>
                  <a:lnTo>
                    <a:pt x="167377" y="6131554"/>
                  </a:lnTo>
                  <a:lnTo>
                    <a:pt x="167470" y="6131554"/>
                  </a:lnTo>
                  <a:lnTo>
                    <a:pt x="167564" y="6131554"/>
                  </a:lnTo>
                  <a:lnTo>
                    <a:pt x="167657" y="6131554"/>
                  </a:lnTo>
                  <a:lnTo>
                    <a:pt x="167750" y="6131554"/>
                  </a:lnTo>
                  <a:lnTo>
                    <a:pt x="167843" y="6131554"/>
                  </a:lnTo>
                  <a:lnTo>
                    <a:pt x="167937" y="6131554"/>
                  </a:lnTo>
                  <a:lnTo>
                    <a:pt x="168030" y="6131554"/>
                  </a:lnTo>
                  <a:lnTo>
                    <a:pt x="168123" y="6131554"/>
                  </a:lnTo>
                  <a:lnTo>
                    <a:pt x="168216" y="6131554"/>
                  </a:lnTo>
                  <a:lnTo>
                    <a:pt x="168310" y="6131554"/>
                  </a:lnTo>
                  <a:lnTo>
                    <a:pt x="168403" y="6131554"/>
                  </a:lnTo>
                  <a:lnTo>
                    <a:pt x="168496" y="6131554"/>
                  </a:lnTo>
                  <a:lnTo>
                    <a:pt x="168589" y="6131554"/>
                  </a:lnTo>
                  <a:lnTo>
                    <a:pt x="168683" y="6131554"/>
                  </a:lnTo>
                  <a:lnTo>
                    <a:pt x="168776" y="6131554"/>
                  </a:lnTo>
                  <a:lnTo>
                    <a:pt x="168869" y="6131554"/>
                  </a:lnTo>
                  <a:lnTo>
                    <a:pt x="168962" y="6131554"/>
                  </a:lnTo>
                  <a:lnTo>
                    <a:pt x="169056" y="6131554"/>
                  </a:lnTo>
                  <a:lnTo>
                    <a:pt x="169149" y="6131554"/>
                  </a:lnTo>
                  <a:lnTo>
                    <a:pt x="169242" y="6131554"/>
                  </a:lnTo>
                  <a:lnTo>
                    <a:pt x="169335" y="6131554"/>
                  </a:lnTo>
                  <a:lnTo>
                    <a:pt x="169429" y="6131554"/>
                  </a:lnTo>
                  <a:lnTo>
                    <a:pt x="169522" y="6131554"/>
                  </a:lnTo>
                  <a:lnTo>
                    <a:pt x="169615" y="6131554"/>
                  </a:lnTo>
                  <a:lnTo>
                    <a:pt x="169708" y="6131554"/>
                  </a:lnTo>
                  <a:lnTo>
                    <a:pt x="169802" y="6131554"/>
                  </a:lnTo>
                  <a:lnTo>
                    <a:pt x="169895" y="6131554"/>
                  </a:lnTo>
                  <a:lnTo>
                    <a:pt x="169988" y="6131554"/>
                  </a:lnTo>
                  <a:lnTo>
                    <a:pt x="170081" y="6131554"/>
                  </a:lnTo>
                  <a:lnTo>
                    <a:pt x="170175" y="6131554"/>
                  </a:lnTo>
                  <a:lnTo>
                    <a:pt x="170268" y="6131554"/>
                  </a:lnTo>
                  <a:lnTo>
                    <a:pt x="170361" y="6131554"/>
                  </a:lnTo>
                  <a:lnTo>
                    <a:pt x="170454" y="6131554"/>
                  </a:lnTo>
                  <a:lnTo>
                    <a:pt x="170548" y="6131554"/>
                  </a:lnTo>
                  <a:lnTo>
                    <a:pt x="170641" y="6131554"/>
                  </a:lnTo>
                  <a:lnTo>
                    <a:pt x="170734" y="6131554"/>
                  </a:lnTo>
                  <a:lnTo>
                    <a:pt x="170827" y="6131554"/>
                  </a:lnTo>
                  <a:lnTo>
                    <a:pt x="170921" y="6131554"/>
                  </a:lnTo>
                  <a:lnTo>
                    <a:pt x="171014" y="6131554"/>
                  </a:lnTo>
                  <a:lnTo>
                    <a:pt x="171107" y="6131554"/>
                  </a:lnTo>
                  <a:lnTo>
                    <a:pt x="171200" y="6131554"/>
                  </a:lnTo>
                  <a:lnTo>
                    <a:pt x="171294" y="6131554"/>
                  </a:lnTo>
                  <a:lnTo>
                    <a:pt x="171387" y="6131554"/>
                  </a:lnTo>
                  <a:lnTo>
                    <a:pt x="171480" y="6131554"/>
                  </a:lnTo>
                  <a:lnTo>
                    <a:pt x="171573" y="6131554"/>
                  </a:lnTo>
                  <a:lnTo>
                    <a:pt x="171667" y="6131554"/>
                  </a:lnTo>
                  <a:lnTo>
                    <a:pt x="171760" y="6131554"/>
                  </a:lnTo>
                  <a:lnTo>
                    <a:pt x="171853" y="6131554"/>
                  </a:lnTo>
                  <a:lnTo>
                    <a:pt x="171946" y="6131554"/>
                  </a:lnTo>
                  <a:lnTo>
                    <a:pt x="172040" y="6131554"/>
                  </a:lnTo>
                  <a:lnTo>
                    <a:pt x="172133" y="6131554"/>
                  </a:lnTo>
                  <a:lnTo>
                    <a:pt x="172226" y="6131554"/>
                  </a:lnTo>
                  <a:lnTo>
                    <a:pt x="172319" y="6131554"/>
                  </a:lnTo>
                  <a:lnTo>
                    <a:pt x="172413" y="6131554"/>
                  </a:lnTo>
                  <a:lnTo>
                    <a:pt x="172506" y="6131554"/>
                  </a:lnTo>
                  <a:lnTo>
                    <a:pt x="172599" y="6131554"/>
                  </a:lnTo>
                  <a:lnTo>
                    <a:pt x="172692" y="6131554"/>
                  </a:lnTo>
                  <a:lnTo>
                    <a:pt x="172786" y="6131554"/>
                  </a:lnTo>
                  <a:lnTo>
                    <a:pt x="172879" y="6131554"/>
                  </a:lnTo>
                  <a:lnTo>
                    <a:pt x="172972" y="6131554"/>
                  </a:lnTo>
                  <a:lnTo>
                    <a:pt x="173065" y="6131554"/>
                  </a:lnTo>
                  <a:lnTo>
                    <a:pt x="173159" y="6131554"/>
                  </a:lnTo>
                  <a:lnTo>
                    <a:pt x="173252" y="6131554"/>
                  </a:lnTo>
                  <a:lnTo>
                    <a:pt x="173345" y="6131554"/>
                  </a:lnTo>
                  <a:lnTo>
                    <a:pt x="173438" y="6131554"/>
                  </a:lnTo>
                  <a:lnTo>
                    <a:pt x="173531" y="6131554"/>
                  </a:lnTo>
                  <a:lnTo>
                    <a:pt x="173625" y="6131554"/>
                  </a:lnTo>
                  <a:lnTo>
                    <a:pt x="173718" y="6131554"/>
                  </a:lnTo>
                  <a:lnTo>
                    <a:pt x="173811" y="6131554"/>
                  </a:lnTo>
                  <a:lnTo>
                    <a:pt x="173904" y="6131554"/>
                  </a:lnTo>
                  <a:lnTo>
                    <a:pt x="173998" y="6131554"/>
                  </a:lnTo>
                  <a:lnTo>
                    <a:pt x="174091" y="6131554"/>
                  </a:lnTo>
                  <a:lnTo>
                    <a:pt x="174184" y="6131554"/>
                  </a:lnTo>
                  <a:lnTo>
                    <a:pt x="174277" y="6131554"/>
                  </a:lnTo>
                  <a:lnTo>
                    <a:pt x="174371" y="6131554"/>
                  </a:lnTo>
                  <a:lnTo>
                    <a:pt x="174464" y="6131554"/>
                  </a:lnTo>
                  <a:lnTo>
                    <a:pt x="174557" y="6131554"/>
                  </a:lnTo>
                  <a:lnTo>
                    <a:pt x="174650" y="6131554"/>
                  </a:lnTo>
                  <a:lnTo>
                    <a:pt x="174744" y="6131554"/>
                  </a:lnTo>
                  <a:lnTo>
                    <a:pt x="174837" y="6131554"/>
                  </a:lnTo>
                  <a:lnTo>
                    <a:pt x="174930" y="6131554"/>
                  </a:lnTo>
                  <a:lnTo>
                    <a:pt x="175023" y="6131554"/>
                  </a:lnTo>
                  <a:lnTo>
                    <a:pt x="175117" y="6131554"/>
                  </a:lnTo>
                  <a:lnTo>
                    <a:pt x="175210" y="6131554"/>
                  </a:lnTo>
                  <a:lnTo>
                    <a:pt x="175303" y="6131554"/>
                  </a:lnTo>
                  <a:lnTo>
                    <a:pt x="175396" y="6131554"/>
                  </a:lnTo>
                  <a:lnTo>
                    <a:pt x="175490" y="6131554"/>
                  </a:lnTo>
                  <a:lnTo>
                    <a:pt x="175583" y="6131554"/>
                  </a:lnTo>
                  <a:lnTo>
                    <a:pt x="175676" y="6131554"/>
                  </a:lnTo>
                  <a:lnTo>
                    <a:pt x="175769" y="6131554"/>
                  </a:lnTo>
                  <a:lnTo>
                    <a:pt x="175863" y="6131554"/>
                  </a:lnTo>
                  <a:lnTo>
                    <a:pt x="175956" y="6131554"/>
                  </a:lnTo>
                  <a:lnTo>
                    <a:pt x="176049" y="6131554"/>
                  </a:lnTo>
                  <a:lnTo>
                    <a:pt x="176142" y="6131554"/>
                  </a:lnTo>
                  <a:lnTo>
                    <a:pt x="176236" y="6131554"/>
                  </a:lnTo>
                  <a:lnTo>
                    <a:pt x="176329" y="6131554"/>
                  </a:lnTo>
                  <a:lnTo>
                    <a:pt x="176422" y="6131554"/>
                  </a:lnTo>
                  <a:lnTo>
                    <a:pt x="176515" y="6131554"/>
                  </a:lnTo>
                  <a:lnTo>
                    <a:pt x="176609" y="6131554"/>
                  </a:lnTo>
                  <a:lnTo>
                    <a:pt x="176702" y="6131554"/>
                  </a:lnTo>
                  <a:lnTo>
                    <a:pt x="176795" y="6131554"/>
                  </a:lnTo>
                  <a:lnTo>
                    <a:pt x="176888" y="6131554"/>
                  </a:lnTo>
                  <a:lnTo>
                    <a:pt x="176982" y="6131554"/>
                  </a:lnTo>
                  <a:lnTo>
                    <a:pt x="177075" y="6131554"/>
                  </a:lnTo>
                  <a:lnTo>
                    <a:pt x="177168" y="6131554"/>
                  </a:lnTo>
                  <a:lnTo>
                    <a:pt x="177261" y="6131554"/>
                  </a:lnTo>
                  <a:lnTo>
                    <a:pt x="177355" y="6131554"/>
                  </a:lnTo>
                  <a:lnTo>
                    <a:pt x="177448" y="6131554"/>
                  </a:lnTo>
                  <a:lnTo>
                    <a:pt x="177541" y="6131554"/>
                  </a:lnTo>
                  <a:lnTo>
                    <a:pt x="177634" y="6131554"/>
                  </a:lnTo>
                  <a:lnTo>
                    <a:pt x="177728" y="6131554"/>
                  </a:lnTo>
                  <a:lnTo>
                    <a:pt x="177821" y="6131554"/>
                  </a:lnTo>
                  <a:lnTo>
                    <a:pt x="177914" y="6131554"/>
                  </a:lnTo>
                  <a:lnTo>
                    <a:pt x="178007" y="6131554"/>
                  </a:lnTo>
                  <a:lnTo>
                    <a:pt x="178101" y="6131554"/>
                  </a:lnTo>
                  <a:lnTo>
                    <a:pt x="178194" y="6131554"/>
                  </a:lnTo>
                  <a:lnTo>
                    <a:pt x="178287" y="6131554"/>
                  </a:lnTo>
                  <a:lnTo>
                    <a:pt x="178380" y="6131554"/>
                  </a:lnTo>
                  <a:lnTo>
                    <a:pt x="178474" y="6131554"/>
                  </a:lnTo>
                  <a:lnTo>
                    <a:pt x="178567" y="6131554"/>
                  </a:lnTo>
                  <a:lnTo>
                    <a:pt x="178660" y="6131554"/>
                  </a:lnTo>
                  <a:lnTo>
                    <a:pt x="178753" y="6131554"/>
                  </a:lnTo>
                  <a:lnTo>
                    <a:pt x="178847" y="6131554"/>
                  </a:lnTo>
                  <a:lnTo>
                    <a:pt x="178940" y="6131554"/>
                  </a:lnTo>
                  <a:lnTo>
                    <a:pt x="179033" y="6131554"/>
                  </a:lnTo>
                  <a:lnTo>
                    <a:pt x="179126" y="6131554"/>
                  </a:lnTo>
                  <a:lnTo>
                    <a:pt x="179220" y="6131554"/>
                  </a:lnTo>
                  <a:lnTo>
                    <a:pt x="179313" y="6131554"/>
                  </a:lnTo>
                  <a:lnTo>
                    <a:pt x="179406" y="6131554"/>
                  </a:lnTo>
                  <a:lnTo>
                    <a:pt x="179499" y="6131554"/>
                  </a:lnTo>
                  <a:lnTo>
                    <a:pt x="179593" y="6131554"/>
                  </a:lnTo>
                  <a:lnTo>
                    <a:pt x="179686" y="6131554"/>
                  </a:lnTo>
                  <a:lnTo>
                    <a:pt x="179779" y="6131554"/>
                  </a:lnTo>
                  <a:lnTo>
                    <a:pt x="179872" y="6131554"/>
                  </a:lnTo>
                  <a:lnTo>
                    <a:pt x="179966" y="6131554"/>
                  </a:lnTo>
                  <a:lnTo>
                    <a:pt x="180059" y="6131554"/>
                  </a:lnTo>
                  <a:lnTo>
                    <a:pt x="180152" y="6131554"/>
                  </a:lnTo>
                  <a:lnTo>
                    <a:pt x="180245" y="6131554"/>
                  </a:lnTo>
                  <a:lnTo>
                    <a:pt x="180339" y="6131554"/>
                  </a:lnTo>
                  <a:lnTo>
                    <a:pt x="180432" y="6131554"/>
                  </a:lnTo>
                  <a:lnTo>
                    <a:pt x="180525" y="6131554"/>
                  </a:lnTo>
                  <a:lnTo>
                    <a:pt x="180618" y="6131554"/>
                  </a:lnTo>
                  <a:lnTo>
                    <a:pt x="180711" y="6131554"/>
                  </a:lnTo>
                  <a:lnTo>
                    <a:pt x="180805" y="6131554"/>
                  </a:lnTo>
                  <a:lnTo>
                    <a:pt x="180898" y="6131554"/>
                  </a:lnTo>
                  <a:lnTo>
                    <a:pt x="180991" y="6131554"/>
                  </a:lnTo>
                  <a:lnTo>
                    <a:pt x="181084" y="6131554"/>
                  </a:lnTo>
                  <a:lnTo>
                    <a:pt x="181178" y="6131554"/>
                  </a:lnTo>
                  <a:lnTo>
                    <a:pt x="181271" y="6131554"/>
                  </a:lnTo>
                  <a:lnTo>
                    <a:pt x="181364" y="6131554"/>
                  </a:lnTo>
                  <a:lnTo>
                    <a:pt x="181457" y="6131554"/>
                  </a:lnTo>
                  <a:lnTo>
                    <a:pt x="181551" y="6131554"/>
                  </a:lnTo>
                  <a:lnTo>
                    <a:pt x="181644" y="6131554"/>
                  </a:lnTo>
                  <a:lnTo>
                    <a:pt x="181737" y="6131554"/>
                  </a:lnTo>
                  <a:lnTo>
                    <a:pt x="181830" y="6131554"/>
                  </a:lnTo>
                  <a:lnTo>
                    <a:pt x="181924" y="6131554"/>
                  </a:lnTo>
                  <a:lnTo>
                    <a:pt x="182017" y="6131554"/>
                  </a:lnTo>
                  <a:lnTo>
                    <a:pt x="182110" y="6131554"/>
                  </a:lnTo>
                  <a:lnTo>
                    <a:pt x="182203" y="6131554"/>
                  </a:lnTo>
                  <a:lnTo>
                    <a:pt x="182297" y="6131554"/>
                  </a:lnTo>
                  <a:lnTo>
                    <a:pt x="182390" y="6131554"/>
                  </a:lnTo>
                  <a:lnTo>
                    <a:pt x="182483" y="6131554"/>
                  </a:lnTo>
                  <a:lnTo>
                    <a:pt x="182576" y="6131554"/>
                  </a:lnTo>
                  <a:lnTo>
                    <a:pt x="182670" y="6131554"/>
                  </a:lnTo>
                  <a:lnTo>
                    <a:pt x="182763" y="6131554"/>
                  </a:lnTo>
                  <a:lnTo>
                    <a:pt x="182856" y="6131554"/>
                  </a:lnTo>
                  <a:lnTo>
                    <a:pt x="182949" y="6131554"/>
                  </a:lnTo>
                  <a:lnTo>
                    <a:pt x="183043" y="6131554"/>
                  </a:lnTo>
                  <a:lnTo>
                    <a:pt x="183136" y="6131554"/>
                  </a:lnTo>
                  <a:lnTo>
                    <a:pt x="183229" y="6131554"/>
                  </a:lnTo>
                  <a:lnTo>
                    <a:pt x="183322" y="6131554"/>
                  </a:lnTo>
                  <a:lnTo>
                    <a:pt x="183416" y="6131554"/>
                  </a:lnTo>
                  <a:lnTo>
                    <a:pt x="183509" y="6131554"/>
                  </a:lnTo>
                  <a:lnTo>
                    <a:pt x="183602" y="6131554"/>
                  </a:lnTo>
                  <a:lnTo>
                    <a:pt x="183695" y="6131554"/>
                  </a:lnTo>
                  <a:lnTo>
                    <a:pt x="183789" y="6131554"/>
                  </a:lnTo>
                  <a:lnTo>
                    <a:pt x="183882" y="6131554"/>
                  </a:lnTo>
                  <a:lnTo>
                    <a:pt x="183975" y="6131554"/>
                  </a:lnTo>
                  <a:lnTo>
                    <a:pt x="184068" y="6131554"/>
                  </a:lnTo>
                  <a:lnTo>
                    <a:pt x="184162" y="6131554"/>
                  </a:lnTo>
                  <a:lnTo>
                    <a:pt x="184255" y="6131554"/>
                  </a:lnTo>
                  <a:lnTo>
                    <a:pt x="184348" y="6131554"/>
                  </a:lnTo>
                  <a:lnTo>
                    <a:pt x="184441" y="6131554"/>
                  </a:lnTo>
                  <a:lnTo>
                    <a:pt x="184535" y="6131554"/>
                  </a:lnTo>
                  <a:lnTo>
                    <a:pt x="184628" y="6131554"/>
                  </a:lnTo>
                  <a:lnTo>
                    <a:pt x="184721" y="6131554"/>
                  </a:lnTo>
                  <a:lnTo>
                    <a:pt x="184814" y="6131554"/>
                  </a:lnTo>
                  <a:lnTo>
                    <a:pt x="184908" y="6131554"/>
                  </a:lnTo>
                  <a:lnTo>
                    <a:pt x="185001" y="6131554"/>
                  </a:lnTo>
                  <a:lnTo>
                    <a:pt x="185094" y="6131554"/>
                  </a:lnTo>
                  <a:lnTo>
                    <a:pt x="185187" y="6131554"/>
                  </a:lnTo>
                  <a:lnTo>
                    <a:pt x="185281" y="6131554"/>
                  </a:lnTo>
                  <a:lnTo>
                    <a:pt x="185374" y="6131554"/>
                  </a:lnTo>
                  <a:lnTo>
                    <a:pt x="185467" y="6131554"/>
                  </a:lnTo>
                  <a:lnTo>
                    <a:pt x="185560" y="6131554"/>
                  </a:lnTo>
                  <a:lnTo>
                    <a:pt x="185654" y="6131554"/>
                  </a:lnTo>
                  <a:lnTo>
                    <a:pt x="185747" y="6131554"/>
                  </a:lnTo>
                  <a:lnTo>
                    <a:pt x="185840" y="6131554"/>
                  </a:lnTo>
                  <a:lnTo>
                    <a:pt x="185933" y="6131554"/>
                  </a:lnTo>
                  <a:lnTo>
                    <a:pt x="185933" y="6121600"/>
                  </a:lnTo>
                  <a:lnTo>
                    <a:pt x="186027" y="6121600"/>
                  </a:lnTo>
                  <a:lnTo>
                    <a:pt x="186120" y="6121600"/>
                  </a:lnTo>
                  <a:lnTo>
                    <a:pt x="186213" y="6121600"/>
                  </a:lnTo>
                  <a:lnTo>
                    <a:pt x="186306" y="6121600"/>
                  </a:lnTo>
                  <a:lnTo>
                    <a:pt x="186400" y="6121600"/>
                  </a:lnTo>
                  <a:lnTo>
                    <a:pt x="186493" y="6121600"/>
                  </a:lnTo>
                  <a:lnTo>
                    <a:pt x="186586" y="6121600"/>
                  </a:lnTo>
                  <a:lnTo>
                    <a:pt x="186679" y="6121600"/>
                  </a:lnTo>
                  <a:lnTo>
                    <a:pt x="186773" y="6121600"/>
                  </a:lnTo>
                  <a:lnTo>
                    <a:pt x="186866" y="6121600"/>
                  </a:lnTo>
                  <a:lnTo>
                    <a:pt x="186959" y="6121600"/>
                  </a:lnTo>
                  <a:lnTo>
                    <a:pt x="187052" y="6121600"/>
                  </a:lnTo>
                  <a:lnTo>
                    <a:pt x="187146" y="6121600"/>
                  </a:lnTo>
                  <a:lnTo>
                    <a:pt x="187239" y="6121600"/>
                  </a:lnTo>
                  <a:lnTo>
                    <a:pt x="187332" y="6121600"/>
                  </a:lnTo>
                  <a:lnTo>
                    <a:pt x="187425" y="6121600"/>
                  </a:lnTo>
                  <a:lnTo>
                    <a:pt x="187518" y="6121600"/>
                  </a:lnTo>
                  <a:lnTo>
                    <a:pt x="187612" y="6121600"/>
                  </a:lnTo>
                  <a:lnTo>
                    <a:pt x="187705" y="6121600"/>
                  </a:lnTo>
                  <a:lnTo>
                    <a:pt x="187798" y="6121600"/>
                  </a:lnTo>
                  <a:lnTo>
                    <a:pt x="187891" y="6121600"/>
                  </a:lnTo>
                  <a:lnTo>
                    <a:pt x="187985" y="6121600"/>
                  </a:lnTo>
                  <a:lnTo>
                    <a:pt x="188078" y="6121600"/>
                  </a:lnTo>
                  <a:lnTo>
                    <a:pt x="188171" y="6121600"/>
                  </a:lnTo>
                  <a:lnTo>
                    <a:pt x="188264" y="6121600"/>
                  </a:lnTo>
                  <a:lnTo>
                    <a:pt x="188358" y="6121600"/>
                  </a:lnTo>
                  <a:lnTo>
                    <a:pt x="188451" y="6121600"/>
                  </a:lnTo>
                  <a:lnTo>
                    <a:pt x="188544" y="6121600"/>
                  </a:lnTo>
                  <a:lnTo>
                    <a:pt x="188637" y="6121600"/>
                  </a:lnTo>
                  <a:lnTo>
                    <a:pt x="188731" y="6121600"/>
                  </a:lnTo>
                  <a:lnTo>
                    <a:pt x="188824" y="6121600"/>
                  </a:lnTo>
                  <a:lnTo>
                    <a:pt x="188917" y="6121600"/>
                  </a:lnTo>
                  <a:lnTo>
                    <a:pt x="189010" y="6121600"/>
                  </a:lnTo>
                  <a:lnTo>
                    <a:pt x="189104" y="6121600"/>
                  </a:lnTo>
                  <a:lnTo>
                    <a:pt x="189197" y="6121600"/>
                  </a:lnTo>
                  <a:lnTo>
                    <a:pt x="189290" y="6121600"/>
                  </a:lnTo>
                  <a:lnTo>
                    <a:pt x="189383" y="6121600"/>
                  </a:lnTo>
                  <a:lnTo>
                    <a:pt x="189477" y="6121600"/>
                  </a:lnTo>
                  <a:lnTo>
                    <a:pt x="189570" y="6121600"/>
                  </a:lnTo>
                  <a:lnTo>
                    <a:pt x="189663" y="6121600"/>
                  </a:lnTo>
                  <a:lnTo>
                    <a:pt x="189756" y="6121600"/>
                  </a:lnTo>
                  <a:lnTo>
                    <a:pt x="189850" y="6121600"/>
                  </a:lnTo>
                  <a:lnTo>
                    <a:pt x="189943" y="6121600"/>
                  </a:lnTo>
                  <a:lnTo>
                    <a:pt x="190036" y="6121600"/>
                  </a:lnTo>
                  <a:lnTo>
                    <a:pt x="190129" y="6121600"/>
                  </a:lnTo>
                  <a:lnTo>
                    <a:pt x="190223" y="6121600"/>
                  </a:lnTo>
                  <a:lnTo>
                    <a:pt x="190316" y="6121600"/>
                  </a:lnTo>
                  <a:lnTo>
                    <a:pt x="190409" y="6121600"/>
                  </a:lnTo>
                  <a:lnTo>
                    <a:pt x="190502" y="6121600"/>
                  </a:lnTo>
                  <a:lnTo>
                    <a:pt x="190596" y="6121600"/>
                  </a:lnTo>
                  <a:lnTo>
                    <a:pt x="190689" y="6121600"/>
                  </a:lnTo>
                  <a:lnTo>
                    <a:pt x="190782" y="6121600"/>
                  </a:lnTo>
                  <a:lnTo>
                    <a:pt x="190875" y="6121600"/>
                  </a:lnTo>
                  <a:lnTo>
                    <a:pt x="190969" y="6121600"/>
                  </a:lnTo>
                  <a:lnTo>
                    <a:pt x="191062" y="6121600"/>
                  </a:lnTo>
                  <a:lnTo>
                    <a:pt x="191155" y="6121600"/>
                  </a:lnTo>
                  <a:lnTo>
                    <a:pt x="191248" y="6121600"/>
                  </a:lnTo>
                  <a:lnTo>
                    <a:pt x="191342" y="6121600"/>
                  </a:lnTo>
                  <a:lnTo>
                    <a:pt x="191435" y="6121600"/>
                  </a:lnTo>
                  <a:lnTo>
                    <a:pt x="191528" y="6121600"/>
                  </a:lnTo>
                  <a:lnTo>
                    <a:pt x="191621" y="6121600"/>
                  </a:lnTo>
                  <a:lnTo>
                    <a:pt x="191715" y="6121600"/>
                  </a:lnTo>
                  <a:lnTo>
                    <a:pt x="191808" y="6121600"/>
                  </a:lnTo>
                  <a:lnTo>
                    <a:pt x="191901" y="6121600"/>
                  </a:lnTo>
                  <a:lnTo>
                    <a:pt x="191994" y="6121600"/>
                  </a:lnTo>
                  <a:lnTo>
                    <a:pt x="192088" y="6121600"/>
                  </a:lnTo>
                  <a:lnTo>
                    <a:pt x="192088" y="6111647"/>
                  </a:lnTo>
                  <a:lnTo>
                    <a:pt x="192181" y="6111647"/>
                  </a:lnTo>
                  <a:lnTo>
                    <a:pt x="192274" y="6111647"/>
                  </a:lnTo>
                  <a:lnTo>
                    <a:pt x="192367" y="6111647"/>
                  </a:lnTo>
                  <a:lnTo>
                    <a:pt x="192461" y="6111647"/>
                  </a:lnTo>
                  <a:lnTo>
                    <a:pt x="192554" y="6111647"/>
                  </a:lnTo>
                  <a:lnTo>
                    <a:pt x="192647" y="6111647"/>
                  </a:lnTo>
                  <a:lnTo>
                    <a:pt x="192740" y="6111647"/>
                  </a:lnTo>
                  <a:lnTo>
                    <a:pt x="192834" y="6111647"/>
                  </a:lnTo>
                  <a:lnTo>
                    <a:pt x="192927" y="6111647"/>
                  </a:lnTo>
                  <a:lnTo>
                    <a:pt x="193020" y="6111647"/>
                  </a:lnTo>
                  <a:lnTo>
                    <a:pt x="193113" y="6111647"/>
                  </a:lnTo>
                  <a:lnTo>
                    <a:pt x="193207" y="6111647"/>
                  </a:lnTo>
                  <a:lnTo>
                    <a:pt x="193300" y="6111647"/>
                  </a:lnTo>
                  <a:lnTo>
                    <a:pt x="193393" y="6111647"/>
                  </a:lnTo>
                  <a:lnTo>
                    <a:pt x="193486" y="6111647"/>
                  </a:lnTo>
                  <a:lnTo>
                    <a:pt x="193580" y="6111647"/>
                  </a:lnTo>
                  <a:lnTo>
                    <a:pt x="193673" y="6111647"/>
                  </a:lnTo>
                  <a:lnTo>
                    <a:pt x="193766" y="6111647"/>
                  </a:lnTo>
                  <a:lnTo>
                    <a:pt x="193859" y="6111647"/>
                  </a:lnTo>
                  <a:lnTo>
                    <a:pt x="193953" y="6111647"/>
                  </a:lnTo>
                  <a:lnTo>
                    <a:pt x="194046" y="6111647"/>
                  </a:lnTo>
                  <a:lnTo>
                    <a:pt x="194139" y="6111647"/>
                  </a:lnTo>
                  <a:lnTo>
                    <a:pt x="194232" y="6111647"/>
                  </a:lnTo>
                  <a:lnTo>
                    <a:pt x="194325" y="6111647"/>
                  </a:lnTo>
                  <a:lnTo>
                    <a:pt x="194419" y="6111647"/>
                  </a:lnTo>
                  <a:lnTo>
                    <a:pt x="194512" y="6111647"/>
                  </a:lnTo>
                  <a:lnTo>
                    <a:pt x="194605" y="6111647"/>
                  </a:lnTo>
                  <a:lnTo>
                    <a:pt x="194698" y="6111647"/>
                  </a:lnTo>
                  <a:lnTo>
                    <a:pt x="194792" y="6111647"/>
                  </a:lnTo>
                  <a:lnTo>
                    <a:pt x="194885" y="6111647"/>
                  </a:lnTo>
                  <a:lnTo>
                    <a:pt x="194978" y="6111647"/>
                  </a:lnTo>
                  <a:lnTo>
                    <a:pt x="195071" y="6111647"/>
                  </a:lnTo>
                  <a:lnTo>
                    <a:pt x="195165" y="6111647"/>
                  </a:lnTo>
                  <a:lnTo>
                    <a:pt x="195258" y="6111647"/>
                  </a:lnTo>
                  <a:lnTo>
                    <a:pt x="195351" y="6111647"/>
                  </a:lnTo>
                  <a:lnTo>
                    <a:pt x="195444" y="6111647"/>
                  </a:lnTo>
                  <a:lnTo>
                    <a:pt x="195538" y="6111647"/>
                  </a:lnTo>
                  <a:lnTo>
                    <a:pt x="195631" y="6111647"/>
                  </a:lnTo>
                  <a:lnTo>
                    <a:pt x="195724" y="6111647"/>
                  </a:lnTo>
                  <a:lnTo>
                    <a:pt x="195817" y="6111647"/>
                  </a:lnTo>
                  <a:lnTo>
                    <a:pt x="195911" y="6111647"/>
                  </a:lnTo>
                  <a:lnTo>
                    <a:pt x="196004" y="6111647"/>
                  </a:lnTo>
                  <a:lnTo>
                    <a:pt x="196097" y="6111647"/>
                  </a:lnTo>
                  <a:lnTo>
                    <a:pt x="196190" y="6111647"/>
                  </a:lnTo>
                  <a:lnTo>
                    <a:pt x="196284" y="6111647"/>
                  </a:lnTo>
                  <a:lnTo>
                    <a:pt x="196377" y="6111647"/>
                  </a:lnTo>
                  <a:lnTo>
                    <a:pt x="196470" y="6111647"/>
                  </a:lnTo>
                  <a:lnTo>
                    <a:pt x="196563" y="6111647"/>
                  </a:lnTo>
                  <a:lnTo>
                    <a:pt x="196657" y="6111647"/>
                  </a:lnTo>
                  <a:lnTo>
                    <a:pt x="196750" y="6111647"/>
                  </a:lnTo>
                  <a:lnTo>
                    <a:pt x="196843" y="6111647"/>
                  </a:lnTo>
                  <a:lnTo>
                    <a:pt x="196936" y="6111647"/>
                  </a:lnTo>
                  <a:lnTo>
                    <a:pt x="197030" y="6111647"/>
                  </a:lnTo>
                  <a:lnTo>
                    <a:pt x="197123" y="6111647"/>
                  </a:lnTo>
                  <a:lnTo>
                    <a:pt x="197216" y="6111647"/>
                  </a:lnTo>
                  <a:lnTo>
                    <a:pt x="197309" y="6111647"/>
                  </a:lnTo>
                  <a:lnTo>
                    <a:pt x="197403" y="6111647"/>
                  </a:lnTo>
                  <a:lnTo>
                    <a:pt x="197496" y="6111647"/>
                  </a:lnTo>
                  <a:lnTo>
                    <a:pt x="197589" y="6111647"/>
                  </a:lnTo>
                  <a:lnTo>
                    <a:pt x="197682" y="6111647"/>
                  </a:lnTo>
                  <a:lnTo>
                    <a:pt x="197776" y="6111647"/>
                  </a:lnTo>
                  <a:lnTo>
                    <a:pt x="197869" y="6111647"/>
                  </a:lnTo>
                  <a:lnTo>
                    <a:pt x="197962" y="6111647"/>
                  </a:lnTo>
                  <a:lnTo>
                    <a:pt x="198055" y="6111647"/>
                  </a:lnTo>
                  <a:lnTo>
                    <a:pt x="198149" y="6111647"/>
                  </a:lnTo>
                  <a:lnTo>
                    <a:pt x="198242" y="6111647"/>
                  </a:lnTo>
                  <a:lnTo>
                    <a:pt x="198335" y="6111647"/>
                  </a:lnTo>
                  <a:lnTo>
                    <a:pt x="198428" y="6111647"/>
                  </a:lnTo>
                  <a:lnTo>
                    <a:pt x="198522" y="6111647"/>
                  </a:lnTo>
                  <a:lnTo>
                    <a:pt x="198615" y="6111647"/>
                  </a:lnTo>
                  <a:lnTo>
                    <a:pt x="198708" y="6111647"/>
                  </a:lnTo>
                  <a:lnTo>
                    <a:pt x="198801" y="6111647"/>
                  </a:lnTo>
                  <a:lnTo>
                    <a:pt x="198895" y="6111647"/>
                  </a:lnTo>
                  <a:lnTo>
                    <a:pt x="198988" y="6111647"/>
                  </a:lnTo>
                  <a:lnTo>
                    <a:pt x="199081" y="6111647"/>
                  </a:lnTo>
                  <a:lnTo>
                    <a:pt x="199174" y="6111647"/>
                  </a:lnTo>
                  <a:lnTo>
                    <a:pt x="199268" y="6111647"/>
                  </a:lnTo>
                  <a:lnTo>
                    <a:pt x="199361" y="6111647"/>
                  </a:lnTo>
                  <a:lnTo>
                    <a:pt x="199454" y="6111647"/>
                  </a:lnTo>
                  <a:lnTo>
                    <a:pt x="199547" y="6111647"/>
                  </a:lnTo>
                  <a:lnTo>
                    <a:pt x="199641" y="6111647"/>
                  </a:lnTo>
                  <a:lnTo>
                    <a:pt x="199734" y="6111647"/>
                  </a:lnTo>
                  <a:lnTo>
                    <a:pt x="199827" y="6111647"/>
                  </a:lnTo>
                  <a:lnTo>
                    <a:pt x="199920" y="6111647"/>
                  </a:lnTo>
                  <a:lnTo>
                    <a:pt x="200014" y="6111647"/>
                  </a:lnTo>
                  <a:lnTo>
                    <a:pt x="200107" y="6111647"/>
                  </a:lnTo>
                  <a:lnTo>
                    <a:pt x="200107" y="6101693"/>
                  </a:lnTo>
                  <a:lnTo>
                    <a:pt x="200200" y="6101693"/>
                  </a:lnTo>
                  <a:lnTo>
                    <a:pt x="200293" y="6101693"/>
                  </a:lnTo>
                  <a:lnTo>
                    <a:pt x="200387" y="6101693"/>
                  </a:lnTo>
                  <a:lnTo>
                    <a:pt x="200480" y="6101693"/>
                  </a:lnTo>
                  <a:lnTo>
                    <a:pt x="200573" y="6101693"/>
                  </a:lnTo>
                  <a:lnTo>
                    <a:pt x="200666" y="6101693"/>
                  </a:lnTo>
                  <a:lnTo>
                    <a:pt x="200760" y="6101693"/>
                  </a:lnTo>
                  <a:lnTo>
                    <a:pt x="200853" y="6101693"/>
                  </a:lnTo>
                  <a:lnTo>
                    <a:pt x="200946" y="6101693"/>
                  </a:lnTo>
                  <a:lnTo>
                    <a:pt x="201039" y="6101693"/>
                  </a:lnTo>
                  <a:lnTo>
                    <a:pt x="201133" y="6101693"/>
                  </a:lnTo>
                  <a:lnTo>
                    <a:pt x="201226" y="6101693"/>
                  </a:lnTo>
                  <a:lnTo>
                    <a:pt x="201319" y="6101693"/>
                  </a:lnTo>
                  <a:lnTo>
                    <a:pt x="201412" y="6101693"/>
                  </a:lnTo>
                  <a:lnTo>
                    <a:pt x="201505" y="6101693"/>
                  </a:lnTo>
                  <a:lnTo>
                    <a:pt x="201505" y="6091739"/>
                  </a:lnTo>
                  <a:lnTo>
                    <a:pt x="201599" y="6091739"/>
                  </a:lnTo>
                  <a:lnTo>
                    <a:pt x="201692" y="6091739"/>
                  </a:lnTo>
                  <a:lnTo>
                    <a:pt x="201785" y="6091739"/>
                  </a:lnTo>
                  <a:lnTo>
                    <a:pt x="201878" y="6091739"/>
                  </a:lnTo>
                  <a:lnTo>
                    <a:pt x="201972" y="6091739"/>
                  </a:lnTo>
                  <a:lnTo>
                    <a:pt x="202065" y="6091739"/>
                  </a:lnTo>
                  <a:lnTo>
                    <a:pt x="202158" y="6091739"/>
                  </a:lnTo>
                  <a:lnTo>
                    <a:pt x="202251" y="6091739"/>
                  </a:lnTo>
                  <a:lnTo>
                    <a:pt x="202345" y="6091739"/>
                  </a:lnTo>
                  <a:lnTo>
                    <a:pt x="202438" y="6091739"/>
                  </a:lnTo>
                  <a:lnTo>
                    <a:pt x="202531" y="6091739"/>
                  </a:lnTo>
                  <a:lnTo>
                    <a:pt x="202624" y="6091739"/>
                  </a:lnTo>
                  <a:lnTo>
                    <a:pt x="202718" y="6091739"/>
                  </a:lnTo>
                  <a:lnTo>
                    <a:pt x="202811" y="6091739"/>
                  </a:lnTo>
                  <a:lnTo>
                    <a:pt x="202904" y="6091739"/>
                  </a:lnTo>
                  <a:lnTo>
                    <a:pt x="202997" y="6091739"/>
                  </a:lnTo>
                  <a:lnTo>
                    <a:pt x="203091" y="6091739"/>
                  </a:lnTo>
                  <a:lnTo>
                    <a:pt x="203184" y="6091739"/>
                  </a:lnTo>
                  <a:lnTo>
                    <a:pt x="203277" y="6091739"/>
                  </a:lnTo>
                  <a:lnTo>
                    <a:pt x="203370" y="6091739"/>
                  </a:lnTo>
                  <a:lnTo>
                    <a:pt x="203464" y="6091739"/>
                  </a:lnTo>
                  <a:lnTo>
                    <a:pt x="203557" y="6091739"/>
                  </a:lnTo>
                  <a:lnTo>
                    <a:pt x="203650" y="6091739"/>
                  </a:lnTo>
                  <a:lnTo>
                    <a:pt x="203743" y="6091739"/>
                  </a:lnTo>
                  <a:lnTo>
                    <a:pt x="203837" y="6091739"/>
                  </a:lnTo>
                  <a:lnTo>
                    <a:pt x="203930" y="6091739"/>
                  </a:lnTo>
                  <a:lnTo>
                    <a:pt x="204023" y="6091739"/>
                  </a:lnTo>
                  <a:lnTo>
                    <a:pt x="204116" y="6091739"/>
                  </a:lnTo>
                  <a:lnTo>
                    <a:pt x="204210" y="6091739"/>
                  </a:lnTo>
                  <a:lnTo>
                    <a:pt x="204303" y="6091739"/>
                  </a:lnTo>
                  <a:lnTo>
                    <a:pt x="204396" y="6091739"/>
                  </a:lnTo>
                  <a:lnTo>
                    <a:pt x="204489" y="6091739"/>
                  </a:lnTo>
                  <a:lnTo>
                    <a:pt x="204583" y="6091739"/>
                  </a:lnTo>
                  <a:lnTo>
                    <a:pt x="204676" y="6091739"/>
                  </a:lnTo>
                  <a:lnTo>
                    <a:pt x="204769" y="6091739"/>
                  </a:lnTo>
                  <a:lnTo>
                    <a:pt x="204862" y="6091739"/>
                  </a:lnTo>
                  <a:lnTo>
                    <a:pt x="204956" y="6091739"/>
                  </a:lnTo>
                  <a:lnTo>
                    <a:pt x="205049" y="6091739"/>
                  </a:lnTo>
                  <a:lnTo>
                    <a:pt x="205142" y="6091739"/>
                  </a:lnTo>
                  <a:lnTo>
                    <a:pt x="205235" y="6091739"/>
                  </a:lnTo>
                  <a:lnTo>
                    <a:pt x="205329" y="6091739"/>
                  </a:lnTo>
                  <a:lnTo>
                    <a:pt x="205422" y="6091739"/>
                  </a:lnTo>
                  <a:lnTo>
                    <a:pt x="205515" y="6091739"/>
                  </a:lnTo>
                  <a:lnTo>
                    <a:pt x="205608" y="6091739"/>
                  </a:lnTo>
                  <a:lnTo>
                    <a:pt x="205702" y="6091739"/>
                  </a:lnTo>
                  <a:lnTo>
                    <a:pt x="205795" y="6091739"/>
                  </a:lnTo>
                  <a:lnTo>
                    <a:pt x="205888" y="6091739"/>
                  </a:lnTo>
                  <a:lnTo>
                    <a:pt x="205981" y="6091739"/>
                  </a:lnTo>
                  <a:lnTo>
                    <a:pt x="206075" y="6091739"/>
                  </a:lnTo>
                  <a:lnTo>
                    <a:pt x="206168" y="6091739"/>
                  </a:lnTo>
                  <a:lnTo>
                    <a:pt x="206261" y="6091739"/>
                  </a:lnTo>
                  <a:lnTo>
                    <a:pt x="206354" y="6091739"/>
                  </a:lnTo>
                  <a:lnTo>
                    <a:pt x="206448" y="6091739"/>
                  </a:lnTo>
                  <a:lnTo>
                    <a:pt x="206541" y="6091739"/>
                  </a:lnTo>
                  <a:lnTo>
                    <a:pt x="206634" y="6091739"/>
                  </a:lnTo>
                  <a:lnTo>
                    <a:pt x="206727" y="6091739"/>
                  </a:lnTo>
                  <a:lnTo>
                    <a:pt x="206821" y="6091739"/>
                  </a:lnTo>
                  <a:lnTo>
                    <a:pt x="206914" y="6091739"/>
                  </a:lnTo>
                  <a:lnTo>
                    <a:pt x="207007" y="6091739"/>
                  </a:lnTo>
                  <a:lnTo>
                    <a:pt x="207100" y="6091739"/>
                  </a:lnTo>
                  <a:lnTo>
                    <a:pt x="207194" y="6091739"/>
                  </a:lnTo>
                  <a:lnTo>
                    <a:pt x="207287" y="6091739"/>
                  </a:lnTo>
                  <a:lnTo>
                    <a:pt x="207380" y="6091739"/>
                  </a:lnTo>
                  <a:lnTo>
                    <a:pt x="207473" y="6091739"/>
                  </a:lnTo>
                  <a:lnTo>
                    <a:pt x="207567" y="6091739"/>
                  </a:lnTo>
                  <a:lnTo>
                    <a:pt x="207660" y="6091739"/>
                  </a:lnTo>
                  <a:lnTo>
                    <a:pt x="207753" y="6091739"/>
                  </a:lnTo>
                  <a:lnTo>
                    <a:pt x="207846" y="6091739"/>
                  </a:lnTo>
                  <a:lnTo>
                    <a:pt x="207940" y="6091739"/>
                  </a:lnTo>
                  <a:lnTo>
                    <a:pt x="208033" y="6091739"/>
                  </a:lnTo>
                  <a:lnTo>
                    <a:pt x="208126" y="6091739"/>
                  </a:lnTo>
                  <a:lnTo>
                    <a:pt x="208219" y="6091739"/>
                  </a:lnTo>
                  <a:lnTo>
                    <a:pt x="208312" y="6091739"/>
                  </a:lnTo>
                  <a:lnTo>
                    <a:pt x="208406" y="6091739"/>
                  </a:lnTo>
                  <a:lnTo>
                    <a:pt x="208499" y="6091739"/>
                  </a:lnTo>
                  <a:lnTo>
                    <a:pt x="208592" y="6091739"/>
                  </a:lnTo>
                  <a:lnTo>
                    <a:pt x="208685" y="6091739"/>
                  </a:lnTo>
                  <a:lnTo>
                    <a:pt x="208779" y="6091739"/>
                  </a:lnTo>
                  <a:lnTo>
                    <a:pt x="208872" y="6091739"/>
                  </a:lnTo>
                  <a:lnTo>
                    <a:pt x="208965" y="6091739"/>
                  </a:lnTo>
                  <a:lnTo>
                    <a:pt x="209058" y="6091739"/>
                  </a:lnTo>
                  <a:lnTo>
                    <a:pt x="209152" y="6091739"/>
                  </a:lnTo>
                  <a:lnTo>
                    <a:pt x="209245" y="6091739"/>
                  </a:lnTo>
                  <a:lnTo>
                    <a:pt x="209338" y="6091739"/>
                  </a:lnTo>
                  <a:lnTo>
                    <a:pt x="209431" y="6091739"/>
                  </a:lnTo>
                  <a:lnTo>
                    <a:pt x="209525" y="6091739"/>
                  </a:lnTo>
                  <a:lnTo>
                    <a:pt x="209618" y="6091739"/>
                  </a:lnTo>
                  <a:lnTo>
                    <a:pt x="209711" y="6091739"/>
                  </a:lnTo>
                  <a:lnTo>
                    <a:pt x="209804" y="6091739"/>
                  </a:lnTo>
                  <a:lnTo>
                    <a:pt x="209898" y="6091739"/>
                  </a:lnTo>
                  <a:lnTo>
                    <a:pt x="209991" y="6091739"/>
                  </a:lnTo>
                  <a:lnTo>
                    <a:pt x="210084" y="6091739"/>
                  </a:lnTo>
                  <a:lnTo>
                    <a:pt x="210177" y="6091739"/>
                  </a:lnTo>
                  <a:lnTo>
                    <a:pt x="210271" y="6091739"/>
                  </a:lnTo>
                  <a:lnTo>
                    <a:pt x="210364" y="6091739"/>
                  </a:lnTo>
                  <a:lnTo>
                    <a:pt x="210457" y="6091739"/>
                  </a:lnTo>
                  <a:lnTo>
                    <a:pt x="210550" y="6091739"/>
                  </a:lnTo>
                  <a:lnTo>
                    <a:pt x="210644" y="6091739"/>
                  </a:lnTo>
                  <a:lnTo>
                    <a:pt x="210737" y="6091739"/>
                  </a:lnTo>
                  <a:lnTo>
                    <a:pt x="210830" y="6091739"/>
                  </a:lnTo>
                  <a:lnTo>
                    <a:pt x="210923" y="6091739"/>
                  </a:lnTo>
                  <a:lnTo>
                    <a:pt x="211017" y="6091739"/>
                  </a:lnTo>
                  <a:lnTo>
                    <a:pt x="211110" y="6091739"/>
                  </a:lnTo>
                  <a:lnTo>
                    <a:pt x="211203" y="6091739"/>
                  </a:lnTo>
                  <a:lnTo>
                    <a:pt x="211296" y="6091739"/>
                  </a:lnTo>
                  <a:lnTo>
                    <a:pt x="211390" y="6091739"/>
                  </a:lnTo>
                  <a:lnTo>
                    <a:pt x="211483" y="6091739"/>
                  </a:lnTo>
                  <a:lnTo>
                    <a:pt x="211576" y="6091739"/>
                  </a:lnTo>
                  <a:lnTo>
                    <a:pt x="211669" y="6091739"/>
                  </a:lnTo>
                  <a:lnTo>
                    <a:pt x="211763" y="6091739"/>
                  </a:lnTo>
                  <a:lnTo>
                    <a:pt x="211856" y="6091739"/>
                  </a:lnTo>
                  <a:lnTo>
                    <a:pt x="211949" y="6091739"/>
                  </a:lnTo>
                  <a:lnTo>
                    <a:pt x="212042" y="6091739"/>
                  </a:lnTo>
                  <a:lnTo>
                    <a:pt x="212136" y="6091739"/>
                  </a:lnTo>
                  <a:lnTo>
                    <a:pt x="212229" y="6091739"/>
                  </a:lnTo>
                  <a:lnTo>
                    <a:pt x="212322" y="6091739"/>
                  </a:lnTo>
                  <a:lnTo>
                    <a:pt x="212415" y="6091739"/>
                  </a:lnTo>
                  <a:lnTo>
                    <a:pt x="212509" y="6091739"/>
                  </a:lnTo>
                  <a:lnTo>
                    <a:pt x="212602" y="6091739"/>
                  </a:lnTo>
                  <a:lnTo>
                    <a:pt x="212695" y="6091739"/>
                  </a:lnTo>
                  <a:lnTo>
                    <a:pt x="212788" y="6091739"/>
                  </a:lnTo>
                  <a:lnTo>
                    <a:pt x="212882" y="6091739"/>
                  </a:lnTo>
                  <a:lnTo>
                    <a:pt x="212975" y="6091739"/>
                  </a:lnTo>
                  <a:lnTo>
                    <a:pt x="213068" y="6091739"/>
                  </a:lnTo>
                  <a:lnTo>
                    <a:pt x="213161" y="6091739"/>
                  </a:lnTo>
                  <a:lnTo>
                    <a:pt x="213255" y="6091739"/>
                  </a:lnTo>
                  <a:lnTo>
                    <a:pt x="213348" y="6091739"/>
                  </a:lnTo>
                  <a:lnTo>
                    <a:pt x="213441" y="6091739"/>
                  </a:lnTo>
                  <a:lnTo>
                    <a:pt x="213534" y="6091739"/>
                  </a:lnTo>
                  <a:lnTo>
                    <a:pt x="213628" y="6091739"/>
                  </a:lnTo>
                  <a:lnTo>
                    <a:pt x="213721" y="6091739"/>
                  </a:lnTo>
                  <a:lnTo>
                    <a:pt x="213814" y="6091739"/>
                  </a:lnTo>
                  <a:lnTo>
                    <a:pt x="213907" y="6091739"/>
                  </a:lnTo>
                  <a:lnTo>
                    <a:pt x="214001" y="6091739"/>
                  </a:lnTo>
                  <a:lnTo>
                    <a:pt x="214094" y="6091739"/>
                  </a:lnTo>
                  <a:lnTo>
                    <a:pt x="214187" y="6091739"/>
                  </a:lnTo>
                  <a:lnTo>
                    <a:pt x="214280" y="6091739"/>
                  </a:lnTo>
                  <a:lnTo>
                    <a:pt x="214374" y="6091739"/>
                  </a:lnTo>
                  <a:lnTo>
                    <a:pt x="214467" y="6091739"/>
                  </a:lnTo>
                  <a:lnTo>
                    <a:pt x="214560" y="6091739"/>
                  </a:lnTo>
                  <a:lnTo>
                    <a:pt x="214653" y="6091739"/>
                  </a:lnTo>
                  <a:lnTo>
                    <a:pt x="214747" y="6091739"/>
                  </a:lnTo>
                  <a:lnTo>
                    <a:pt x="214840" y="6091739"/>
                  </a:lnTo>
                  <a:lnTo>
                    <a:pt x="214933" y="6091739"/>
                  </a:lnTo>
                  <a:lnTo>
                    <a:pt x="215026" y="6091739"/>
                  </a:lnTo>
                  <a:lnTo>
                    <a:pt x="215119" y="6091739"/>
                  </a:lnTo>
                  <a:lnTo>
                    <a:pt x="215213" y="6091739"/>
                  </a:lnTo>
                  <a:lnTo>
                    <a:pt x="215306" y="6091739"/>
                  </a:lnTo>
                  <a:lnTo>
                    <a:pt x="215399" y="6091739"/>
                  </a:lnTo>
                  <a:lnTo>
                    <a:pt x="215492" y="6091739"/>
                  </a:lnTo>
                  <a:lnTo>
                    <a:pt x="215586" y="6091739"/>
                  </a:lnTo>
                  <a:lnTo>
                    <a:pt x="215679" y="6091739"/>
                  </a:lnTo>
                  <a:lnTo>
                    <a:pt x="215772" y="6091739"/>
                  </a:lnTo>
                  <a:lnTo>
                    <a:pt x="215865" y="6091739"/>
                  </a:lnTo>
                  <a:lnTo>
                    <a:pt x="215959" y="6091739"/>
                  </a:lnTo>
                  <a:lnTo>
                    <a:pt x="216052" y="6091739"/>
                  </a:lnTo>
                  <a:lnTo>
                    <a:pt x="216145" y="6091739"/>
                  </a:lnTo>
                  <a:lnTo>
                    <a:pt x="216238" y="6091739"/>
                  </a:lnTo>
                  <a:lnTo>
                    <a:pt x="216332" y="6091739"/>
                  </a:lnTo>
                  <a:lnTo>
                    <a:pt x="216425" y="6091739"/>
                  </a:lnTo>
                  <a:lnTo>
                    <a:pt x="216518" y="6091739"/>
                  </a:lnTo>
                  <a:lnTo>
                    <a:pt x="216611" y="6091739"/>
                  </a:lnTo>
                  <a:lnTo>
                    <a:pt x="216705" y="6091739"/>
                  </a:lnTo>
                  <a:lnTo>
                    <a:pt x="216798" y="6091739"/>
                  </a:lnTo>
                  <a:lnTo>
                    <a:pt x="216891" y="6091739"/>
                  </a:lnTo>
                  <a:lnTo>
                    <a:pt x="216984" y="6091739"/>
                  </a:lnTo>
                  <a:lnTo>
                    <a:pt x="217078" y="6091739"/>
                  </a:lnTo>
                  <a:lnTo>
                    <a:pt x="217171" y="6091739"/>
                  </a:lnTo>
                  <a:lnTo>
                    <a:pt x="217264" y="6091739"/>
                  </a:lnTo>
                  <a:lnTo>
                    <a:pt x="217357" y="6091739"/>
                  </a:lnTo>
                  <a:lnTo>
                    <a:pt x="217451" y="6091739"/>
                  </a:lnTo>
                  <a:lnTo>
                    <a:pt x="217544" y="6091739"/>
                  </a:lnTo>
                  <a:lnTo>
                    <a:pt x="217637" y="6091739"/>
                  </a:lnTo>
                  <a:lnTo>
                    <a:pt x="217730" y="6091739"/>
                  </a:lnTo>
                  <a:lnTo>
                    <a:pt x="217824" y="6091739"/>
                  </a:lnTo>
                  <a:lnTo>
                    <a:pt x="217917" y="6091739"/>
                  </a:lnTo>
                  <a:lnTo>
                    <a:pt x="218010" y="6091739"/>
                  </a:lnTo>
                  <a:lnTo>
                    <a:pt x="218103" y="6091739"/>
                  </a:lnTo>
                  <a:lnTo>
                    <a:pt x="218197" y="6091739"/>
                  </a:lnTo>
                  <a:lnTo>
                    <a:pt x="218290" y="6091739"/>
                  </a:lnTo>
                  <a:lnTo>
                    <a:pt x="218383" y="6091739"/>
                  </a:lnTo>
                  <a:lnTo>
                    <a:pt x="218476" y="6091739"/>
                  </a:lnTo>
                  <a:lnTo>
                    <a:pt x="218570" y="6091739"/>
                  </a:lnTo>
                  <a:lnTo>
                    <a:pt x="218663" y="6091739"/>
                  </a:lnTo>
                  <a:lnTo>
                    <a:pt x="218756" y="6091739"/>
                  </a:lnTo>
                  <a:lnTo>
                    <a:pt x="218849" y="6091739"/>
                  </a:lnTo>
                  <a:lnTo>
                    <a:pt x="218943" y="6091739"/>
                  </a:lnTo>
                  <a:lnTo>
                    <a:pt x="219036" y="6091739"/>
                  </a:lnTo>
                  <a:lnTo>
                    <a:pt x="219129" y="6091739"/>
                  </a:lnTo>
                  <a:lnTo>
                    <a:pt x="219222" y="6091739"/>
                  </a:lnTo>
                  <a:lnTo>
                    <a:pt x="219316" y="6091739"/>
                  </a:lnTo>
                  <a:lnTo>
                    <a:pt x="219409" y="6091739"/>
                  </a:lnTo>
                  <a:lnTo>
                    <a:pt x="219502" y="6091739"/>
                  </a:lnTo>
                  <a:lnTo>
                    <a:pt x="219595" y="6091739"/>
                  </a:lnTo>
                  <a:lnTo>
                    <a:pt x="219689" y="6091739"/>
                  </a:lnTo>
                  <a:lnTo>
                    <a:pt x="219782" y="6091739"/>
                  </a:lnTo>
                  <a:lnTo>
                    <a:pt x="219875" y="6091739"/>
                  </a:lnTo>
                  <a:lnTo>
                    <a:pt x="219968" y="6091739"/>
                  </a:lnTo>
                  <a:lnTo>
                    <a:pt x="220062" y="6091739"/>
                  </a:lnTo>
                  <a:lnTo>
                    <a:pt x="220155" y="6091739"/>
                  </a:lnTo>
                  <a:lnTo>
                    <a:pt x="220248" y="6091739"/>
                  </a:lnTo>
                  <a:lnTo>
                    <a:pt x="220341" y="6091739"/>
                  </a:lnTo>
                  <a:lnTo>
                    <a:pt x="220435" y="6091739"/>
                  </a:lnTo>
                  <a:lnTo>
                    <a:pt x="220528" y="6091739"/>
                  </a:lnTo>
                  <a:lnTo>
                    <a:pt x="220621" y="6091739"/>
                  </a:lnTo>
                  <a:lnTo>
                    <a:pt x="220714" y="6091739"/>
                  </a:lnTo>
                  <a:lnTo>
                    <a:pt x="220808" y="6091739"/>
                  </a:lnTo>
                  <a:lnTo>
                    <a:pt x="220901" y="6091739"/>
                  </a:lnTo>
                  <a:lnTo>
                    <a:pt x="220994" y="6091739"/>
                  </a:lnTo>
                  <a:lnTo>
                    <a:pt x="221087" y="6091739"/>
                  </a:lnTo>
                  <a:lnTo>
                    <a:pt x="221181" y="6091739"/>
                  </a:lnTo>
                  <a:lnTo>
                    <a:pt x="221274" y="6091739"/>
                  </a:lnTo>
                  <a:lnTo>
                    <a:pt x="221367" y="6091739"/>
                  </a:lnTo>
                  <a:lnTo>
                    <a:pt x="221460" y="6091739"/>
                  </a:lnTo>
                  <a:lnTo>
                    <a:pt x="221554" y="6091739"/>
                  </a:lnTo>
                  <a:lnTo>
                    <a:pt x="221647" y="6091739"/>
                  </a:lnTo>
                  <a:lnTo>
                    <a:pt x="221740" y="6091739"/>
                  </a:lnTo>
                  <a:lnTo>
                    <a:pt x="221833" y="6091739"/>
                  </a:lnTo>
                  <a:lnTo>
                    <a:pt x="221927" y="6091739"/>
                  </a:lnTo>
                  <a:lnTo>
                    <a:pt x="222020" y="6091739"/>
                  </a:lnTo>
                  <a:lnTo>
                    <a:pt x="222113" y="6091739"/>
                  </a:lnTo>
                  <a:lnTo>
                    <a:pt x="222206" y="6091739"/>
                  </a:lnTo>
                  <a:lnTo>
                    <a:pt x="222299" y="6091739"/>
                  </a:lnTo>
                  <a:lnTo>
                    <a:pt x="222393" y="6091739"/>
                  </a:lnTo>
                  <a:lnTo>
                    <a:pt x="222486" y="6091739"/>
                  </a:lnTo>
                  <a:lnTo>
                    <a:pt x="222579" y="6091739"/>
                  </a:lnTo>
                  <a:lnTo>
                    <a:pt x="222672" y="6091739"/>
                  </a:lnTo>
                  <a:lnTo>
                    <a:pt x="222766" y="6091739"/>
                  </a:lnTo>
                  <a:lnTo>
                    <a:pt x="222859" y="6091739"/>
                  </a:lnTo>
                  <a:lnTo>
                    <a:pt x="222952" y="6091739"/>
                  </a:lnTo>
                  <a:lnTo>
                    <a:pt x="223045" y="6091739"/>
                  </a:lnTo>
                  <a:lnTo>
                    <a:pt x="223139" y="6091739"/>
                  </a:lnTo>
                  <a:lnTo>
                    <a:pt x="223232" y="6091739"/>
                  </a:lnTo>
                  <a:lnTo>
                    <a:pt x="223325" y="6091739"/>
                  </a:lnTo>
                  <a:lnTo>
                    <a:pt x="223418" y="6091739"/>
                  </a:lnTo>
                  <a:lnTo>
                    <a:pt x="223512" y="6091739"/>
                  </a:lnTo>
                  <a:lnTo>
                    <a:pt x="223605" y="6091739"/>
                  </a:lnTo>
                  <a:lnTo>
                    <a:pt x="223698" y="6091739"/>
                  </a:lnTo>
                  <a:lnTo>
                    <a:pt x="223791" y="6091739"/>
                  </a:lnTo>
                  <a:lnTo>
                    <a:pt x="223885" y="6091739"/>
                  </a:lnTo>
                  <a:lnTo>
                    <a:pt x="223978" y="6091739"/>
                  </a:lnTo>
                  <a:lnTo>
                    <a:pt x="224071" y="6091739"/>
                  </a:lnTo>
                  <a:lnTo>
                    <a:pt x="224164" y="6091739"/>
                  </a:lnTo>
                  <a:lnTo>
                    <a:pt x="224258" y="6091739"/>
                  </a:lnTo>
                  <a:lnTo>
                    <a:pt x="224351" y="6091739"/>
                  </a:lnTo>
                  <a:lnTo>
                    <a:pt x="224444" y="6091739"/>
                  </a:lnTo>
                  <a:lnTo>
                    <a:pt x="224537" y="6091739"/>
                  </a:lnTo>
                  <a:lnTo>
                    <a:pt x="224631" y="6091739"/>
                  </a:lnTo>
                  <a:lnTo>
                    <a:pt x="224724" y="6091739"/>
                  </a:lnTo>
                  <a:lnTo>
                    <a:pt x="224724" y="6081785"/>
                  </a:lnTo>
                  <a:lnTo>
                    <a:pt x="224817" y="6081785"/>
                  </a:lnTo>
                  <a:lnTo>
                    <a:pt x="224910" y="6081785"/>
                  </a:lnTo>
                  <a:lnTo>
                    <a:pt x="225004" y="6081785"/>
                  </a:lnTo>
                  <a:lnTo>
                    <a:pt x="225097" y="6081785"/>
                  </a:lnTo>
                  <a:lnTo>
                    <a:pt x="225190" y="6081785"/>
                  </a:lnTo>
                  <a:lnTo>
                    <a:pt x="225283" y="6081785"/>
                  </a:lnTo>
                  <a:lnTo>
                    <a:pt x="225377" y="6081785"/>
                  </a:lnTo>
                  <a:lnTo>
                    <a:pt x="225470" y="6081785"/>
                  </a:lnTo>
                  <a:lnTo>
                    <a:pt x="225563" y="6081785"/>
                  </a:lnTo>
                  <a:lnTo>
                    <a:pt x="225656" y="6081785"/>
                  </a:lnTo>
                  <a:lnTo>
                    <a:pt x="225750" y="6081785"/>
                  </a:lnTo>
                  <a:lnTo>
                    <a:pt x="225843" y="6081785"/>
                  </a:lnTo>
                  <a:lnTo>
                    <a:pt x="225936" y="6081785"/>
                  </a:lnTo>
                  <a:lnTo>
                    <a:pt x="226029" y="6081785"/>
                  </a:lnTo>
                  <a:lnTo>
                    <a:pt x="226123" y="6081785"/>
                  </a:lnTo>
                  <a:lnTo>
                    <a:pt x="226216" y="6081785"/>
                  </a:lnTo>
                  <a:lnTo>
                    <a:pt x="226309" y="6081785"/>
                  </a:lnTo>
                  <a:lnTo>
                    <a:pt x="226402" y="6081785"/>
                  </a:lnTo>
                  <a:lnTo>
                    <a:pt x="226496" y="6081785"/>
                  </a:lnTo>
                  <a:lnTo>
                    <a:pt x="226589" y="6081785"/>
                  </a:lnTo>
                  <a:lnTo>
                    <a:pt x="226682" y="6081785"/>
                  </a:lnTo>
                  <a:lnTo>
                    <a:pt x="226775" y="6081785"/>
                  </a:lnTo>
                  <a:lnTo>
                    <a:pt x="226869" y="6081785"/>
                  </a:lnTo>
                  <a:lnTo>
                    <a:pt x="226962" y="6081785"/>
                  </a:lnTo>
                  <a:lnTo>
                    <a:pt x="227055" y="6081785"/>
                  </a:lnTo>
                  <a:lnTo>
                    <a:pt x="227148" y="6081785"/>
                  </a:lnTo>
                  <a:lnTo>
                    <a:pt x="227242" y="6081785"/>
                  </a:lnTo>
                  <a:lnTo>
                    <a:pt x="227335" y="6081785"/>
                  </a:lnTo>
                  <a:lnTo>
                    <a:pt x="227428" y="6081785"/>
                  </a:lnTo>
                  <a:lnTo>
                    <a:pt x="227521" y="6081785"/>
                  </a:lnTo>
                  <a:lnTo>
                    <a:pt x="227615" y="6081785"/>
                  </a:lnTo>
                  <a:lnTo>
                    <a:pt x="227708" y="6081785"/>
                  </a:lnTo>
                  <a:lnTo>
                    <a:pt x="227801" y="6081785"/>
                  </a:lnTo>
                  <a:lnTo>
                    <a:pt x="227894" y="6081785"/>
                  </a:lnTo>
                  <a:lnTo>
                    <a:pt x="227988" y="6081785"/>
                  </a:lnTo>
                  <a:lnTo>
                    <a:pt x="228081" y="6081785"/>
                  </a:lnTo>
                  <a:lnTo>
                    <a:pt x="228174" y="6081785"/>
                  </a:lnTo>
                  <a:lnTo>
                    <a:pt x="228267" y="6081785"/>
                  </a:lnTo>
                  <a:lnTo>
                    <a:pt x="228267" y="6071831"/>
                  </a:lnTo>
                  <a:lnTo>
                    <a:pt x="228361" y="6071831"/>
                  </a:lnTo>
                  <a:lnTo>
                    <a:pt x="228454" y="6071831"/>
                  </a:lnTo>
                  <a:lnTo>
                    <a:pt x="228547" y="6071831"/>
                  </a:lnTo>
                  <a:lnTo>
                    <a:pt x="228640" y="6071831"/>
                  </a:lnTo>
                  <a:lnTo>
                    <a:pt x="228734" y="6071831"/>
                  </a:lnTo>
                  <a:lnTo>
                    <a:pt x="228827" y="6071831"/>
                  </a:lnTo>
                  <a:lnTo>
                    <a:pt x="228920" y="6071831"/>
                  </a:lnTo>
                  <a:lnTo>
                    <a:pt x="229013" y="6071831"/>
                  </a:lnTo>
                  <a:lnTo>
                    <a:pt x="229106" y="6071831"/>
                  </a:lnTo>
                  <a:lnTo>
                    <a:pt x="229200" y="6071831"/>
                  </a:lnTo>
                  <a:lnTo>
                    <a:pt x="229293" y="6071831"/>
                  </a:lnTo>
                  <a:lnTo>
                    <a:pt x="229386" y="6071831"/>
                  </a:lnTo>
                  <a:lnTo>
                    <a:pt x="229479" y="6071831"/>
                  </a:lnTo>
                  <a:lnTo>
                    <a:pt x="229573" y="6071831"/>
                  </a:lnTo>
                  <a:lnTo>
                    <a:pt x="229666" y="6071831"/>
                  </a:lnTo>
                  <a:lnTo>
                    <a:pt x="229759" y="6071831"/>
                  </a:lnTo>
                  <a:lnTo>
                    <a:pt x="229852" y="6071831"/>
                  </a:lnTo>
                  <a:lnTo>
                    <a:pt x="229946" y="6071831"/>
                  </a:lnTo>
                  <a:lnTo>
                    <a:pt x="230039" y="6071831"/>
                  </a:lnTo>
                  <a:lnTo>
                    <a:pt x="230132" y="6071831"/>
                  </a:lnTo>
                  <a:lnTo>
                    <a:pt x="230225" y="6071831"/>
                  </a:lnTo>
                  <a:lnTo>
                    <a:pt x="230319" y="6071831"/>
                  </a:lnTo>
                  <a:lnTo>
                    <a:pt x="230412" y="6071831"/>
                  </a:lnTo>
                  <a:lnTo>
                    <a:pt x="230505" y="6071831"/>
                  </a:lnTo>
                  <a:lnTo>
                    <a:pt x="230598" y="6071831"/>
                  </a:lnTo>
                  <a:lnTo>
                    <a:pt x="230692" y="6071831"/>
                  </a:lnTo>
                  <a:lnTo>
                    <a:pt x="230785" y="6071831"/>
                  </a:lnTo>
                  <a:lnTo>
                    <a:pt x="230878" y="6071831"/>
                  </a:lnTo>
                  <a:lnTo>
                    <a:pt x="230971" y="6071831"/>
                  </a:lnTo>
                  <a:lnTo>
                    <a:pt x="231065" y="6071831"/>
                  </a:lnTo>
                  <a:lnTo>
                    <a:pt x="231158" y="6071831"/>
                  </a:lnTo>
                  <a:lnTo>
                    <a:pt x="231251" y="6071831"/>
                  </a:lnTo>
                  <a:lnTo>
                    <a:pt x="231344" y="6071831"/>
                  </a:lnTo>
                  <a:lnTo>
                    <a:pt x="231438" y="6071831"/>
                  </a:lnTo>
                  <a:lnTo>
                    <a:pt x="231531" y="6071831"/>
                  </a:lnTo>
                  <a:lnTo>
                    <a:pt x="231624" y="6071831"/>
                  </a:lnTo>
                  <a:lnTo>
                    <a:pt x="231717" y="6071831"/>
                  </a:lnTo>
                  <a:lnTo>
                    <a:pt x="231811" y="6071831"/>
                  </a:lnTo>
                  <a:lnTo>
                    <a:pt x="231904" y="6071831"/>
                  </a:lnTo>
                  <a:lnTo>
                    <a:pt x="231997" y="6071831"/>
                  </a:lnTo>
                  <a:lnTo>
                    <a:pt x="232090" y="6071831"/>
                  </a:lnTo>
                  <a:lnTo>
                    <a:pt x="232184" y="6071831"/>
                  </a:lnTo>
                  <a:lnTo>
                    <a:pt x="232277" y="6071831"/>
                  </a:lnTo>
                  <a:lnTo>
                    <a:pt x="232370" y="6071831"/>
                  </a:lnTo>
                  <a:lnTo>
                    <a:pt x="232463" y="6071831"/>
                  </a:lnTo>
                  <a:lnTo>
                    <a:pt x="232557" y="6071831"/>
                  </a:lnTo>
                  <a:lnTo>
                    <a:pt x="232650" y="6071831"/>
                  </a:lnTo>
                  <a:lnTo>
                    <a:pt x="232743" y="6071831"/>
                  </a:lnTo>
                  <a:lnTo>
                    <a:pt x="232743" y="6061877"/>
                  </a:lnTo>
                  <a:lnTo>
                    <a:pt x="232836" y="6061877"/>
                  </a:lnTo>
                  <a:lnTo>
                    <a:pt x="232930" y="6061877"/>
                  </a:lnTo>
                  <a:lnTo>
                    <a:pt x="233023" y="6061877"/>
                  </a:lnTo>
                  <a:lnTo>
                    <a:pt x="233116" y="6061877"/>
                  </a:lnTo>
                  <a:lnTo>
                    <a:pt x="233209" y="6061877"/>
                  </a:lnTo>
                  <a:lnTo>
                    <a:pt x="233303" y="6061877"/>
                  </a:lnTo>
                  <a:lnTo>
                    <a:pt x="233396" y="6061877"/>
                  </a:lnTo>
                  <a:lnTo>
                    <a:pt x="233489" y="6061877"/>
                  </a:lnTo>
                  <a:lnTo>
                    <a:pt x="233582" y="6061877"/>
                  </a:lnTo>
                  <a:lnTo>
                    <a:pt x="233676" y="6061877"/>
                  </a:lnTo>
                  <a:lnTo>
                    <a:pt x="233769" y="6061877"/>
                  </a:lnTo>
                  <a:lnTo>
                    <a:pt x="233862" y="6061877"/>
                  </a:lnTo>
                  <a:lnTo>
                    <a:pt x="233955" y="6061877"/>
                  </a:lnTo>
                  <a:lnTo>
                    <a:pt x="234049" y="6061877"/>
                  </a:lnTo>
                  <a:lnTo>
                    <a:pt x="234142" y="6061877"/>
                  </a:lnTo>
                  <a:lnTo>
                    <a:pt x="234235" y="6061877"/>
                  </a:lnTo>
                  <a:lnTo>
                    <a:pt x="234328" y="6061877"/>
                  </a:lnTo>
                  <a:lnTo>
                    <a:pt x="234422" y="6061877"/>
                  </a:lnTo>
                  <a:lnTo>
                    <a:pt x="234515" y="6061877"/>
                  </a:lnTo>
                  <a:lnTo>
                    <a:pt x="234608" y="6061877"/>
                  </a:lnTo>
                  <a:lnTo>
                    <a:pt x="234701" y="6061877"/>
                  </a:lnTo>
                  <a:lnTo>
                    <a:pt x="234795" y="6061877"/>
                  </a:lnTo>
                  <a:lnTo>
                    <a:pt x="234888" y="6061877"/>
                  </a:lnTo>
                  <a:lnTo>
                    <a:pt x="234981" y="6061877"/>
                  </a:lnTo>
                  <a:lnTo>
                    <a:pt x="235074" y="6061877"/>
                  </a:lnTo>
                  <a:lnTo>
                    <a:pt x="235168" y="6061877"/>
                  </a:lnTo>
                  <a:lnTo>
                    <a:pt x="235261" y="6061877"/>
                  </a:lnTo>
                  <a:lnTo>
                    <a:pt x="235354" y="6061877"/>
                  </a:lnTo>
                  <a:lnTo>
                    <a:pt x="235354" y="6051924"/>
                  </a:lnTo>
                  <a:lnTo>
                    <a:pt x="235447" y="6051924"/>
                  </a:lnTo>
                  <a:lnTo>
                    <a:pt x="235541" y="6051924"/>
                  </a:lnTo>
                  <a:lnTo>
                    <a:pt x="235634" y="6051924"/>
                  </a:lnTo>
                  <a:lnTo>
                    <a:pt x="235727" y="6051924"/>
                  </a:lnTo>
                  <a:lnTo>
                    <a:pt x="235820" y="6051924"/>
                  </a:lnTo>
                  <a:lnTo>
                    <a:pt x="235913" y="6051924"/>
                  </a:lnTo>
                  <a:lnTo>
                    <a:pt x="236007" y="6051924"/>
                  </a:lnTo>
                  <a:lnTo>
                    <a:pt x="236100" y="6051924"/>
                  </a:lnTo>
                  <a:lnTo>
                    <a:pt x="236193" y="6051924"/>
                  </a:lnTo>
                  <a:lnTo>
                    <a:pt x="236286" y="6051924"/>
                  </a:lnTo>
                  <a:lnTo>
                    <a:pt x="236380" y="6051924"/>
                  </a:lnTo>
                  <a:lnTo>
                    <a:pt x="236380" y="6041970"/>
                  </a:lnTo>
                  <a:lnTo>
                    <a:pt x="236473" y="6041970"/>
                  </a:lnTo>
                  <a:lnTo>
                    <a:pt x="236566" y="6041970"/>
                  </a:lnTo>
                  <a:lnTo>
                    <a:pt x="236659" y="6041970"/>
                  </a:lnTo>
                  <a:lnTo>
                    <a:pt x="236753" y="6041970"/>
                  </a:lnTo>
                  <a:lnTo>
                    <a:pt x="236846" y="6041970"/>
                  </a:lnTo>
                  <a:lnTo>
                    <a:pt x="236939" y="6041970"/>
                  </a:lnTo>
                  <a:lnTo>
                    <a:pt x="237032" y="6041970"/>
                  </a:lnTo>
                  <a:lnTo>
                    <a:pt x="237126" y="6041970"/>
                  </a:lnTo>
                  <a:lnTo>
                    <a:pt x="237219" y="6041970"/>
                  </a:lnTo>
                  <a:lnTo>
                    <a:pt x="237312" y="6041970"/>
                  </a:lnTo>
                  <a:lnTo>
                    <a:pt x="237405" y="6041970"/>
                  </a:lnTo>
                  <a:lnTo>
                    <a:pt x="237499" y="6041970"/>
                  </a:lnTo>
                  <a:lnTo>
                    <a:pt x="237592" y="6041970"/>
                  </a:lnTo>
                  <a:lnTo>
                    <a:pt x="237685" y="6041970"/>
                  </a:lnTo>
                  <a:lnTo>
                    <a:pt x="237778" y="6041970"/>
                  </a:lnTo>
                  <a:lnTo>
                    <a:pt x="237872" y="6041970"/>
                  </a:lnTo>
                  <a:lnTo>
                    <a:pt x="237965" y="6041970"/>
                  </a:lnTo>
                  <a:lnTo>
                    <a:pt x="238058" y="6041970"/>
                  </a:lnTo>
                  <a:lnTo>
                    <a:pt x="238151" y="6041970"/>
                  </a:lnTo>
                  <a:lnTo>
                    <a:pt x="238245" y="6041970"/>
                  </a:lnTo>
                  <a:lnTo>
                    <a:pt x="238338" y="6041970"/>
                  </a:lnTo>
                  <a:lnTo>
                    <a:pt x="238431" y="6041970"/>
                  </a:lnTo>
                  <a:lnTo>
                    <a:pt x="238524" y="6041970"/>
                  </a:lnTo>
                  <a:lnTo>
                    <a:pt x="238618" y="6041970"/>
                  </a:lnTo>
                  <a:lnTo>
                    <a:pt x="238711" y="6041970"/>
                  </a:lnTo>
                  <a:lnTo>
                    <a:pt x="238804" y="6041970"/>
                  </a:lnTo>
                  <a:lnTo>
                    <a:pt x="238897" y="6041970"/>
                  </a:lnTo>
                  <a:lnTo>
                    <a:pt x="238991" y="6041970"/>
                  </a:lnTo>
                  <a:lnTo>
                    <a:pt x="239084" y="6041970"/>
                  </a:lnTo>
                  <a:lnTo>
                    <a:pt x="239177" y="6041970"/>
                  </a:lnTo>
                  <a:lnTo>
                    <a:pt x="239270" y="6041970"/>
                  </a:lnTo>
                  <a:lnTo>
                    <a:pt x="239364" y="6041970"/>
                  </a:lnTo>
                  <a:lnTo>
                    <a:pt x="239457" y="6041970"/>
                  </a:lnTo>
                  <a:lnTo>
                    <a:pt x="239550" y="6041970"/>
                  </a:lnTo>
                  <a:lnTo>
                    <a:pt x="239643" y="6041970"/>
                  </a:lnTo>
                  <a:lnTo>
                    <a:pt x="239737" y="6041970"/>
                  </a:lnTo>
                  <a:lnTo>
                    <a:pt x="239830" y="6041970"/>
                  </a:lnTo>
                  <a:lnTo>
                    <a:pt x="239923" y="6041970"/>
                  </a:lnTo>
                  <a:lnTo>
                    <a:pt x="240016" y="6041970"/>
                  </a:lnTo>
                  <a:lnTo>
                    <a:pt x="240110" y="6041970"/>
                  </a:lnTo>
                  <a:lnTo>
                    <a:pt x="240203" y="6041970"/>
                  </a:lnTo>
                  <a:lnTo>
                    <a:pt x="240296" y="6041970"/>
                  </a:lnTo>
                  <a:lnTo>
                    <a:pt x="240389" y="6041970"/>
                  </a:lnTo>
                  <a:lnTo>
                    <a:pt x="240483" y="6041970"/>
                  </a:lnTo>
                  <a:lnTo>
                    <a:pt x="240576" y="6041970"/>
                  </a:lnTo>
                  <a:lnTo>
                    <a:pt x="240669" y="6041970"/>
                  </a:lnTo>
                  <a:lnTo>
                    <a:pt x="240762" y="6041970"/>
                  </a:lnTo>
                  <a:lnTo>
                    <a:pt x="240856" y="6041970"/>
                  </a:lnTo>
                  <a:lnTo>
                    <a:pt x="240949" y="6041970"/>
                  </a:lnTo>
                  <a:lnTo>
                    <a:pt x="241042" y="6041970"/>
                  </a:lnTo>
                  <a:lnTo>
                    <a:pt x="241135" y="6041970"/>
                  </a:lnTo>
                  <a:lnTo>
                    <a:pt x="241229" y="6041970"/>
                  </a:lnTo>
                  <a:lnTo>
                    <a:pt x="241322" y="6041970"/>
                  </a:lnTo>
                  <a:lnTo>
                    <a:pt x="241415" y="6041970"/>
                  </a:lnTo>
                  <a:lnTo>
                    <a:pt x="241508" y="6041970"/>
                  </a:lnTo>
                  <a:lnTo>
                    <a:pt x="241602" y="6041970"/>
                  </a:lnTo>
                  <a:lnTo>
                    <a:pt x="241695" y="6041970"/>
                  </a:lnTo>
                  <a:lnTo>
                    <a:pt x="241788" y="6041970"/>
                  </a:lnTo>
                  <a:lnTo>
                    <a:pt x="241881" y="6041970"/>
                  </a:lnTo>
                  <a:lnTo>
                    <a:pt x="241975" y="6041970"/>
                  </a:lnTo>
                  <a:lnTo>
                    <a:pt x="242068" y="6041970"/>
                  </a:lnTo>
                  <a:lnTo>
                    <a:pt x="242161" y="6041970"/>
                  </a:lnTo>
                  <a:lnTo>
                    <a:pt x="242254" y="6041970"/>
                  </a:lnTo>
                  <a:lnTo>
                    <a:pt x="242348" y="6041970"/>
                  </a:lnTo>
                  <a:lnTo>
                    <a:pt x="242441" y="6041970"/>
                  </a:lnTo>
                  <a:lnTo>
                    <a:pt x="242534" y="6041970"/>
                  </a:lnTo>
                  <a:lnTo>
                    <a:pt x="242627" y="6041970"/>
                  </a:lnTo>
                  <a:lnTo>
                    <a:pt x="242721" y="6041970"/>
                  </a:lnTo>
                  <a:lnTo>
                    <a:pt x="242814" y="6041970"/>
                  </a:lnTo>
                  <a:lnTo>
                    <a:pt x="242907" y="6041970"/>
                  </a:lnTo>
                  <a:lnTo>
                    <a:pt x="243000" y="6041970"/>
                  </a:lnTo>
                  <a:lnTo>
                    <a:pt x="243093" y="6041970"/>
                  </a:lnTo>
                  <a:lnTo>
                    <a:pt x="243187" y="6041970"/>
                  </a:lnTo>
                  <a:lnTo>
                    <a:pt x="243280" y="6041970"/>
                  </a:lnTo>
                  <a:lnTo>
                    <a:pt x="243373" y="6041970"/>
                  </a:lnTo>
                  <a:lnTo>
                    <a:pt x="243466" y="6041970"/>
                  </a:lnTo>
                  <a:lnTo>
                    <a:pt x="243560" y="6041970"/>
                  </a:lnTo>
                  <a:lnTo>
                    <a:pt x="243653" y="6041970"/>
                  </a:lnTo>
                  <a:lnTo>
                    <a:pt x="243746" y="6041970"/>
                  </a:lnTo>
                  <a:lnTo>
                    <a:pt x="243839" y="6041970"/>
                  </a:lnTo>
                  <a:lnTo>
                    <a:pt x="243933" y="6041970"/>
                  </a:lnTo>
                  <a:lnTo>
                    <a:pt x="244026" y="6041970"/>
                  </a:lnTo>
                  <a:lnTo>
                    <a:pt x="244119" y="6041970"/>
                  </a:lnTo>
                  <a:lnTo>
                    <a:pt x="244212" y="6041970"/>
                  </a:lnTo>
                  <a:lnTo>
                    <a:pt x="244306" y="6041970"/>
                  </a:lnTo>
                  <a:lnTo>
                    <a:pt x="244399" y="6041970"/>
                  </a:lnTo>
                  <a:lnTo>
                    <a:pt x="244492" y="6041970"/>
                  </a:lnTo>
                  <a:lnTo>
                    <a:pt x="244585" y="6041970"/>
                  </a:lnTo>
                  <a:lnTo>
                    <a:pt x="244679" y="6041970"/>
                  </a:lnTo>
                  <a:lnTo>
                    <a:pt x="244772" y="6041970"/>
                  </a:lnTo>
                  <a:lnTo>
                    <a:pt x="244865" y="6041970"/>
                  </a:lnTo>
                  <a:lnTo>
                    <a:pt x="244958" y="6041970"/>
                  </a:lnTo>
                  <a:lnTo>
                    <a:pt x="245052" y="6041970"/>
                  </a:lnTo>
                  <a:lnTo>
                    <a:pt x="245145" y="6041970"/>
                  </a:lnTo>
                  <a:lnTo>
                    <a:pt x="245238" y="6041970"/>
                  </a:lnTo>
                  <a:lnTo>
                    <a:pt x="245331" y="6041970"/>
                  </a:lnTo>
                  <a:lnTo>
                    <a:pt x="245425" y="6041970"/>
                  </a:lnTo>
                  <a:lnTo>
                    <a:pt x="245518" y="6041970"/>
                  </a:lnTo>
                  <a:lnTo>
                    <a:pt x="245611" y="6041970"/>
                  </a:lnTo>
                  <a:lnTo>
                    <a:pt x="245704" y="6041970"/>
                  </a:lnTo>
                  <a:lnTo>
                    <a:pt x="245798" y="6041970"/>
                  </a:lnTo>
                  <a:lnTo>
                    <a:pt x="245891" y="6041970"/>
                  </a:lnTo>
                  <a:lnTo>
                    <a:pt x="245984" y="6041970"/>
                  </a:lnTo>
                  <a:lnTo>
                    <a:pt x="246077" y="6041970"/>
                  </a:lnTo>
                  <a:lnTo>
                    <a:pt x="246171" y="6041970"/>
                  </a:lnTo>
                  <a:lnTo>
                    <a:pt x="246264" y="6041970"/>
                  </a:lnTo>
                  <a:lnTo>
                    <a:pt x="246357" y="6041970"/>
                  </a:lnTo>
                  <a:lnTo>
                    <a:pt x="246450" y="6041970"/>
                  </a:lnTo>
                  <a:lnTo>
                    <a:pt x="246544" y="6041970"/>
                  </a:lnTo>
                  <a:lnTo>
                    <a:pt x="246637" y="6041970"/>
                  </a:lnTo>
                  <a:lnTo>
                    <a:pt x="246730" y="6041970"/>
                  </a:lnTo>
                  <a:lnTo>
                    <a:pt x="246823" y="6041970"/>
                  </a:lnTo>
                  <a:lnTo>
                    <a:pt x="246917" y="6041970"/>
                  </a:lnTo>
                  <a:lnTo>
                    <a:pt x="247010" y="6041970"/>
                  </a:lnTo>
                  <a:lnTo>
                    <a:pt x="247103" y="6041970"/>
                  </a:lnTo>
                  <a:lnTo>
                    <a:pt x="247196" y="6041970"/>
                  </a:lnTo>
                  <a:lnTo>
                    <a:pt x="247290" y="6041970"/>
                  </a:lnTo>
                  <a:lnTo>
                    <a:pt x="247383" y="6041970"/>
                  </a:lnTo>
                  <a:lnTo>
                    <a:pt x="247476" y="6041970"/>
                  </a:lnTo>
                  <a:lnTo>
                    <a:pt x="247569" y="6041970"/>
                  </a:lnTo>
                  <a:lnTo>
                    <a:pt x="247663" y="6041970"/>
                  </a:lnTo>
                  <a:lnTo>
                    <a:pt x="247756" y="6041970"/>
                  </a:lnTo>
                  <a:lnTo>
                    <a:pt x="247849" y="6041970"/>
                  </a:lnTo>
                  <a:lnTo>
                    <a:pt x="247942" y="6041970"/>
                  </a:lnTo>
                  <a:lnTo>
                    <a:pt x="248036" y="6041970"/>
                  </a:lnTo>
                  <a:lnTo>
                    <a:pt x="248129" y="6041970"/>
                  </a:lnTo>
                  <a:lnTo>
                    <a:pt x="248222" y="6041970"/>
                  </a:lnTo>
                  <a:lnTo>
                    <a:pt x="248315" y="6041970"/>
                  </a:lnTo>
                  <a:lnTo>
                    <a:pt x="248409" y="6041970"/>
                  </a:lnTo>
                  <a:lnTo>
                    <a:pt x="248502" y="6041970"/>
                  </a:lnTo>
                  <a:lnTo>
                    <a:pt x="248595" y="6041970"/>
                  </a:lnTo>
                  <a:lnTo>
                    <a:pt x="248688" y="6041970"/>
                  </a:lnTo>
                  <a:lnTo>
                    <a:pt x="248782" y="6041970"/>
                  </a:lnTo>
                  <a:lnTo>
                    <a:pt x="248875" y="6041970"/>
                  </a:lnTo>
                  <a:lnTo>
                    <a:pt x="248968" y="6041970"/>
                  </a:lnTo>
                  <a:lnTo>
                    <a:pt x="249061" y="6041970"/>
                  </a:lnTo>
                  <a:lnTo>
                    <a:pt x="249155" y="6041970"/>
                  </a:lnTo>
                  <a:lnTo>
                    <a:pt x="249248" y="6041970"/>
                  </a:lnTo>
                  <a:lnTo>
                    <a:pt x="249341" y="6041970"/>
                  </a:lnTo>
                  <a:lnTo>
                    <a:pt x="249434" y="6041970"/>
                  </a:lnTo>
                  <a:lnTo>
                    <a:pt x="249528" y="6041970"/>
                  </a:lnTo>
                  <a:lnTo>
                    <a:pt x="249621" y="6041970"/>
                  </a:lnTo>
                  <a:lnTo>
                    <a:pt x="249714" y="6041970"/>
                  </a:lnTo>
                  <a:lnTo>
                    <a:pt x="249807" y="6041970"/>
                  </a:lnTo>
                  <a:lnTo>
                    <a:pt x="249900" y="6041970"/>
                  </a:lnTo>
                  <a:lnTo>
                    <a:pt x="249994" y="6041970"/>
                  </a:lnTo>
                  <a:lnTo>
                    <a:pt x="250087" y="6041970"/>
                  </a:lnTo>
                  <a:lnTo>
                    <a:pt x="250180" y="6041970"/>
                  </a:lnTo>
                  <a:lnTo>
                    <a:pt x="250273" y="6041970"/>
                  </a:lnTo>
                  <a:lnTo>
                    <a:pt x="250367" y="6041970"/>
                  </a:lnTo>
                  <a:lnTo>
                    <a:pt x="250460" y="6041970"/>
                  </a:lnTo>
                  <a:lnTo>
                    <a:pt x="250553" y="6041970"/>
                  </a:lnTo>
                  <a:lnTo>
                    <a:pt x="250646" y="6041970"/>
                  </a:lnTo>
                  <a:lnTo>
                    <a:pt x="250740" y="6041970"/>
                  </a:lnTo>
                  <a:lnTo>
                    <a:pt x="250833" y="6041970"/>
                  </a:lnTo>
                  <a:lnTo>
                    <a:pt x="250926" y="6041970"/>
                  </a:lnTo>
                  <a:lnTo>
                    <a:pt x="251019" y="6041970"/>
                  </a:lnTo>
                  <a:lnTo>
                    <a:pt x="251113" y="6041970"/>
                  </a:lnTo>
                  <a:lnTo>
                    <a:pt x="251206" y="6041970"/>
                  </a:lnTo>
                  <a:lnTo>
                    <a:pt x="251299" y="6041970"/>
                  </a:lnTo>
                  <a:lnTo>
                    <a:pt x="251392" y="6041970"/>
                  </a:lnTo>
                  <a:lnTo>
                    <a:pt x="251486" y="6041970"/>
                  </a:lnTo>
                  <a:lnTo>
                    <a:pt x="251579" y="6041970"/>
                  </a:lnTo>
                  <a:lnTo>
                    <a:pt x="251672" y="6041970"/>
                  </a:lnTo>
                  <a:lnTo>
                    <a:pt x="251765" y="6041970"/>
                  </a:lnTo>
                  <a:lnTo>
                    <a:pt x="251859" y="6041970"/>
                  </a:lnTo>
                  <a:lnTo>
                    <a:pt x="251952" y="6041970"/>
                  </a:lnTo>
                  <a:lnTo>
                    <a:pt x="252045" y="6041970"/>
                  </a:lnTo>
                  <a:lnTo>
                    <a:pt x="252138" y="6041970"/>
                  </a:lnTo>
                  <a:lnTo>
                    <a:pt x="252232" y="6041970"/>
                  </a:lnTo>
                  <a:lnTo>
                    <a:pt x="252325" y="6041970"/>
                  </a:lnTo>
                  <a:lnTo>
                    <a:pt x="252418" y="6041970"/>
                  </a:lnTo>
                  <a:lnTo>
                    <a:pt x="252511" y="6041970"/>
                  </a:lnTo>
                  <a:lnTo>
                    <a:pt x="252605" y="6041970"/>
                  </a:lnTo>
                  <a:lnTo>
                    <a:pt x="252698" y="6041970"/>
                  </a:lnTo>
                  <a:lnTo>
                    <a:pt x="252791" y="6041970"/>
                  </a:lnTo>
                  <a:lnTo>
                    <a:pt x="252884" y="6041970"/>
                  </a:lnTo>
                  <a:lnTo>
                    <a:pt x="252978" y="6041970"/>
                  </a:lnTo>
                  <a:lnTo>
                    <a:pt x="253071" y="6041970"/>
                  </a:lnTo>
                  <a:lnTo>
                    <a:pt x="253164" y="6041970"/>
                  </a:lnTo>
                  <a:lnTo>
                    <a:pt x="253257" y="6041970"/>
                  </a:lnTo>
                  <a:lnTo>
                    <a:pt x="253351" y="6041970"/>
                  </a:lnTo>
                  <a:lnTo>
                    <a:pt x="253444" y="6041970"/>
                  </a:lnTo>
                  <a:lnTo>
                    <a:pt x="253537" y="6041970"/>
                  </a:lnTo>
                  <a:lnTo>
                    <a:pt x="253630" y="6041970"/>
                  </a:lnTo>
                  <a:lnTo>
                    <a:pt x="253724" y="6041970"/>
                  </a:lnTo>
                  <a:lnTo>
                    <a:pt x="253817" y="6041970"/>
                  </a:lnTo>
                  <a:lnTo>
                    <a:pt x="253910" y="6041970"/>
                  </a:lnTo>
                  <a:lnTo>
                    <a:pt x="254003" y="6041970"/>
                  </a:lnTo>
                  <a:lnTo>
                    <a:pt x="254097" y="6041970"/>
                  </a:lnTo>
                  <a:lnTo>
                    <a:pt x="254190" y="6041970"/>
                  </a:lnTo>
                  <a:lnTo>
                    <a:pt x="254283" y="6041970"/>
                  </a:lnTo>
                  <a:lnTo>
                    <a:pt x="254376" y="6041970"/>
                  </a:lnTo>
                  <a:lnTo>
                    <a:pt x="254470" y="6041970"/>
                  </a:lnTo>
                  <a:lnTo>
                    <a:pt x="254563" y="6041970"/>
                  </a:lnTo>
                  <a:lnTo>
                    <a:pt x="254656" y="6041970"/>
                  </a:lnTo>
                  <a:lnTo>
                    <a:pt x="254749" y="6041970"/>
                  </a:lnTo>
                  <a:lnTo>
                    <a:pt x="254843" y="6041970"/>
                  </a:lnTo>
                  <a:lnTo>
                    <a:pt x="254936" y="6041970"/>
                  </a:lnTo>
                  <a:lnTo>
                    <a:pt x="255029" y="6041970"/>
                  </a:lnTo>
                  <a:lnTo>
                    <a:pt x="255122" y="6041970"/>
                  </a:lnTo>
                  <a:lnTo>
                    <a:pt x="255216" y="6041970"/>
                  </a:lnTo>
                  <a:lnTo>
                    <a:pt x="255309" y="6041970"/>
                  </a:lnTo>
                  <a:lnTo>
                    <a:pt x="255402" y="6041970"/>
                  </a:lnTo>
                  <a:lnTo>
                    <a:pt x="255495" y="6041970"/>
                  </a:lnTo>
                  <a:lnTo>
                    <a:pt x="255589" y="6041970"/>
                  </a:lnTo>
                  <a:lnTo>
                    <a:pt x="255682" y="6041970"/>
                  </a:lnTo>
                  <a:lnTo>
                    <a:pt x="255775" y="6041970"/>
                  </a:lnTo>
                  <a:lnTo>
                    <a:pt x="255868" y="6041970"/>
                  </a:lnTo>
                  <a:lnTo>
                    <a:pt x="255962" y="6041970"/>
                  </a:lnTo>
                  <a:lnTo>
                    <a:pt x="256055" y="6041970"/>
                  </a:lnTo>
                  <a:lnTo>
                    <a:pt x="256148" y="6041970"/>
                  </a:lnTo>
                  <a:lnTo>
                    <a:pt x="256241" y="6041970"/>
                  </a:lnTo>
                  <a:lnTo>
                    <a:pt x="256335" y="6041970"/>
                  </a:lnTo>
                  <a:lnTo>
                    <a:pt x="256428" y="6041970"/>
                  </a:lnTo>
                  <a:lnTo>
                    <a:pt x="256521" y="6041970"/>
                  </a:lnTo>
                  <a:lnTo>
                    <a:pt x="256614" y="6041970"/>
                  </a:lnTo>
                  <a:lnTo>
                    <a:pt x="256707" y="6041970"/>
                  </a:lnTo>
                  <a:lnTo>
                    <a:pt x="256801" y="6041970"/>
                  </a:lnTo>
                  <a:lnTo>
                    <a:pt x="256894" y="6041970"/>
                  </a:lnTo>
                  <a:lnTo>
                    <a:pt x="256987" y="6041970"/>
                  </a:lnTo>
                  <a:lnTo>
                    <a:pt x="257080" y="6041970"/>
                  </a:lnTo>
                  <a:lnTo>
                    <a:pt x="257174" y="6041970"/>
                  </a:lnTo>
                  <a:lnTo>
                    <a:pt x="257267" y="6041970"/>
                  </a:lnTo>
                  <a:lnTo>
                    <a:pt x="257360" y="6041970"/>
                  </a:lnTo>
                  <a:lnTo>
                    <a:pt x="257453" y="6041970"/>
                  </a:lnTo>
                  <a:lnTo>
                    <a:pt x="257547" y="6041970"/>
                  </a:lnTo>
                  <a:lnTo>
                    <a:pt x="257640" y="6041970"/>
                  </a:lnTo>
                  <a:lnTo>
                    <a:pt x="257733" y="6041970"/>
                  </a:lnTo>
                  <a:lnTo>
                    <a:pt x="257826" y="6041970"/>
                  </a:lnTo>
                  <a:lnTo>
                    <a:pt x="257920" y="6041970"/>
                  </a:lnTo>
                  <a:lnTo>
                    <a:pt x="258013" y="6041970"/>
                  </a:lnTo>
                  <a:lnTo>
                    <a:pt x="258106" y="6041970"/>
                  </a:lnTo>
                  <a:lnTo>
                    <a:pt x="258199" y="6041970"/>
                  </a:lnTo>
                  <a:lnTo>
                    <a:pt x="258293" y="6041970"/>
                  </a:lnTo>
                  <a:lnTo>
                    <a:pt x="258386" y="6041970"/>
                  </a:lnTo>
                  <a:lnTo>
                    <a:pt x="258479" y="6041970"/>
                  </a:lnTo>
                  <a:lnTo>
                    <a:pt x="258572" y="6041970"/>
                  </a:lnTo>
                  <a:lnTo>
                    <a:pt x="258666" y="6041970"/>
                  </a:lnTo>
                  <a:lnTo>
                    <a:pt x="258759" y="6041970"/>
                  </a:lnTo>
                  <a:lnTo>
                    <a:pt x="258852" y="6041970"/>
                  </a:lnTo>
                  <a:lnTo>
                    <a:pt x="258945" y="6041970"/>
                  </a:lnTo>
                  <a:lnTo>
                    <a:pt x="259039" y="6041970"/>
                  </a:lnTo>
                  <a:lnTo>
                    <a:pt x="259132" y="6041970"/>
                  </a:lnTo>
                  <a:lnTo>
                    <a:pt x="259225" y="6041970"/>
                  </a:lnTo>
                  <a:lnTo>
                    <a:pt x="259225" y="6032016"/>
                  </a:lnTo>
                  <a:lnTo>
                    <a:pt x="259318" y="6032016"/>
                  </a:lnTo>
                  <a:lnTo>
                    <a:pt x="259412" y="6032016"/>
                  </a:lnTo>
                  <a:lnTo>
                    <a:pt x="259505" y="6032016"/>
                  </a:lnTo>
                  <a:lnTo>
                    <a:pt x="259598" y="6032016"/>
                  </a:lnTo>
                  <a:lnTo>
                    <a:pt x="259691" y="6032016"/>
                  </a:lnTo>
                  <a:lnTo>
                    <a:pt x="259785" y="6032016"/>
                  </a:lnTo>
                  <a:lnTo>
                    <a:pt x="259878" y="6032016"/>
                  </a:lnTo>
                  <a:lnTo>
                    <a:pt x="259971" y="6032016"/>
                  </a:lnTo>
                  <a:lnTo>
                    <a:pt x="260064" y="6032016"/>
                  </a:lnTo>
                  <a:lnTo>
                    <a:pt x="260158" y="6032016"/>
                  </a:lnTo>
                  <a:lnTo>
                    <a:pt x="260251" y="6032016"/>
                  </a:lnTo>
                  <a:lnTo>
                    <a:pt x="260344" y="6032016"/>
                  </a:lnTo>
                  <a:lnTo>
                    <a:pt x="260437" y="6032016"/>
                  </a:lnTo>
                  <a:lnTo>
                    <a:pt x="260531" y="6032016"/>
                  </a:lnTo>
                  <a:lnTo>
                    <a:pt x="260624" y="6032016"/>
                  </a:lnTo>
                  <a:lnTo>
                    <a:pt x="260717" y="6032016"/>
                  </a:lnTo>
                  <a:lnTo>
                    <a:pt x="260810" y="6032016"/>
                  </a:lnTo>
                  <a:lnTo>
                    <a:pt x="260904" y="6032016"/>
                  </a:lnTo>
                  <a:lnTo>
                    <a:pt x="260997" y="6032016"/>
                  </a:lnTo>
                  <a:lnTo>
                    <a:pt x="261090" y="6032016"/>
                  </a:lnTo>
                  <a:lnTo>
                    <a:pt x="261183" y="6032016"/>
                  </a:lnTo>
                  <a:lnTo>
                    <a:pt x="261277" y="6032016"/>
                  </a:lnTo>
                  <a:lnTo>
                    <a:pt x="261370" y="6032016"/>
                  </a:lnTo>
                  <a:lnTo>
                    <a:pt x="261463" y="6032016"/>
                  </a:lnTo>
                  <a:lnTo>
                    <a:pt x="261556" y="6032016"/>
                  </a:lnTo>
                  <a:lnTo>
                    <a:pt x="261650" y="6032016"/>
                  </a:lnTo>
                  <a:lnTo>
                    <a:pt x="261743" y="6032016"/>
                  </a:lnTo>
                  <a:lnTo>
                    <a:pt x="261836" y="6032016"/>
                  </a:lnTo>
                  <a:lnTo>
                    <a:pt x="261929" y="6032016"/>
                  </a:lnTo>
                  <a:lnTo>
                    <a:pt x="262023" y="6032016"/>
                  </a:lnTo>
                  <a:lnTo>
                    <a:pt x="262116" y="6032016"/>
                  </a:lnTo>
                  <a:lnTo>
                    <a:pt x="262209" y="6032016"/>
                  </a:lnTo>
                  <a:lnTo>
                    <a:pt x="262302" y="6032016"/>
                  </a:lnTo>
                  <a:lnTo>
                    <a:pt x="262396" y="6032016"/>
                  </a:lnTo>
                  <a:lnTo>
                    <a:pt x="262489" y="6032016"/>
                  </a:lnTo>
                  <a:lnTo>
                    <a:pt x="262582" y="6032016"/>
                  </a:lnTo>
                  <a:lnTo>
                    <a:pt x="262675" y="6032016"/>
                  </a:lnTo>
                  <a:lnTo>
                    <a:pt x="262675" y="6022062"/>
                  </a:lnTo>
                  <a:lnTo>
                    <a:pt x="262769" y="6022062"/>
                  </a:lnTo>
                  <a:lnTo>
                    <a:pt x="262862" y="6022062"/>
                  </a:lnTo>
                  <a:lnTo>
                    <a:pt x="262955" y="6022062"/>
                  </a:lnTo>
                  <a:lnTo>
                    <a:pt x="263048" y="6022062"/>
                  </a:lnTo>
                  <a:lnTo>
                    <a:pt x="263142" y="6022062"/>
                  </a:lnTo>
                  <a:lnTo>
                    <a:pt x="263235" y="6022062"/>
                  </a:lnTo>
                  <a:lnTo>
                    <a:pt x="263328" y="6022062"/>
                  </a:lnTo>
                  <a:lnTo>
                    <a:pt x="263421" y="6022062"/>
                  </a:lnTo>
                  <a:lnTo>
                    <a:pt x="263515" y="6022062"/>
                  </a:lnTo>
                  <a:lnTo>
                    <a:pt x="263608" y="6022062"/>
                  </a:lnTo>
                  <a:lnTo>
                    <a:pt x="263701" y="6022062"/>
                  </a:lnTo>
                  <a:lnTo>
                    <a:pt x="263794" y="6022062"/>
                  </a:lnTo>
                  <a:lnTo>
                    <a:pt x="263887" y="6022062"/>
                  </a:lnTo>
                  <a:lnTo>
                    <a:pt x="263981" y="6022062"/>
                  </a:lnTo>
                  <a:lnTo>
                    <a:pt x="264074" y="6022062"/>
                  </a:lnTo>
                  <a:lnTo>
                    <a:pt x="264167" y="6022062"/>
                  </a:lnTo>
                  <a:lnTo>
                    <a:pt x="264260" y="6022062"/>
                  </a:lnTo>
                  <a:lnTo>
                    <a:pt x="264354" y="6022062"/>
                  </a:lnTo>
                  <a:lnTo>
                    <a:pt x="264447" y="6022062"/>
                  </a:lnTo>
                  <a:lnTo>
                    <a:pt x="264540" y="6022062"/>
                  </a:lnTo>
                  <a:lnTo>
                    <a:pt x="264633" y="6022062"/>
                  </a:lnTo>
                  <a:lnTo>
                    <a:pt x="264727" y="6022062"/>
                  </a:lnTo>
                  <a:lnTo>
                    <a:pt x="264820" y="6022062"/>
                  </a:lnTo>
                  <a:lnTo>
                    <a:pt x="264913" y="6022062"/>
                  </a:lnTo>
                  <a:lnTo>
                    <a:pt x="265006" y="6022062"/>
                  </a:lnTo>
                  <a:lnTo>
                    <a:pt x="265006" y="6012108"/>
                  </a:lnTo>
                  <a:lnTo>
                    <a:pt x="265100" y="6012108"/>
                  </a:lnTo>
                  <a:lnTo>
                    <a:pt x="265193" y="6012108"/>
                  </a:lnTo>
                  <a:lnTo>
                    <a:pt x="265286" y="6012108"/>
                  </a:lnTo>
                  <a:lnTo>
                    <a:pt x="265379" y="6012108"/>
                  </a:lnTo>
                  <a:lnTo>
                    <a:pt x="265473" y="6012108"/>
                  </a:lnTo>
                  <a:lnTo>
                    <a:pt x="265566" y="6012108"/>
                  </a:lnTo>
                  <a:lnTo>
                    <a:pt x="265659" y="6012108"/>
                  </a:lnTo>
                  <a:lnTo>
                    <a:pt x="265752" y="6012108"/>
                  </a:lnTo>
                  <a:lnTo>
                    <a:pt x="265846" y="6012108"/>
                  </a:lnTo>
                  <a:lnTo>
                    <a:pt x="265939" y="6012108"/>
                  </a:lnTo>
                  <a:lnTo>
                    <a:pt x="266032" y="6012108"/>
                  </a:lnTo>
                  <a:lnTo>
                    <a:pt x="266125" y="6012108"/>
                  </a:lnTo>
                  <a:lnTo>
                    <a:pt x="266219" y="6012108"/>
                  </a:lnTo>
                  <a:lnTo>
                    <a:pt x="266312" y="6012108"/>
                  </a:lnTo>
                  <a:lnTo>
                    <a:pt x="266405" y="6012108"/>
                  </a:lnTo>
                  <a:lnTo>
                    <a:pt x="266498" y="6012108"/>
                  </a:lnTo>
                  <a:lnTo>
                    <a:pt x="266592" y="6012108"/>
                  </a:lnTo>
                  <a:lnTo>
                    <a:pt x="266685" y="6012108"/>
                  </a:lnTo>
                  <a:lnTo>
                    <a:pt x="266778" y="6012108"/>
                  </a:lnTo>
                  <a:lnTo>
                    <a:pt x="266871" y="6012108"/>
                  </a:lnTo>
                  <a:lnTo>
                    <a:pt x="266965" y="6012108"/>
                  </a:lnTo>
                  <a:lnTo>
                    <a:pt x="267058" y="6012108"/>
                  </a:lnTo>
                  <a:lnTo>
                    <a:pt x="267151" y="6012108"/>
                  </a:lnTo>
                  <a:lnTo>
                    <a:pt x="267244" y="6012108"/>
                  </a:lnTo>
                  <a:lnTo>
                    <a:pt x="267338" y="6012108"/>
                  </a:lnTo>
                  <a:lnTo>
                    <a:pt x="267431" y="6012108"/>
                  </a:lnTo>
                  <a:lnTo>
                    <a:pt x="267524" y="6012108"/>
                  </a:lnTo>
                  <a:lnTo>
                    <a:pt x="267617" y="6012108"/>
                  </a:lnTo>
                  <a:lnTo>
                    <a:pt x="267711" y="6012108"/>
                  </a:lnTo>
                  <a:lnTo>
                    <a:pt x="267804" y="6012108"/>
                  </a:lnTo>
                  <a:lnTo>
                    <a:pt x="267897" y="6012108"/>
                  </a:lnTo>
                  <a:lnTo>
                    <a:pt x="267990" y="6012108"/>
                  </a:lnTo>
                  <a:lnTo>
                    <a:pt x="268084" y="6012108"/>
                  </a:lnTo>
                  <a:lnTo>
                    <a:pt x="268177" y="6012108"/>
                  </a:lnTo>
                  <a:lnTo>
                    <a:pt x="268270" y="6012108"/>
                  </a:lnTo>
                  <a:lnTo>
                    <a:pt x="268363" y="6012108"/>
                  </a:lnTo>
                  <a:lnTo>
                    <a:pt x="268457" y="6012108"/>
                  </a:lnTo>
                  <a:lnTo>
                    <a:pt x="268550" y="6012108"/>
                  </a:lnTo>
                  <a:lnTo>
                    <a:pt x="268643" y="6012108"/>
                  </a:lnTo>
                  <a:lnTo>
                    <a:pt x="268736" y="6012108"/>
                  </a:lnTo>
                  <a:lnTo>
                    <a:pt x="268830" y="6012108"/>
                  </a:lnTo>
                  <a:lnTo>
                    <a:pt x="268923" y="6012108"/>
                  </a:lnTo>
                  <a:lnTo>
                    <a:pt x="269016" y="6012108"/>
                  </a:lnTo>
                  <a:lnTo>
                    <a:pt x="269109" y="6012108"/>
                  </a:lnTo>
                  <a:lnTo>
                    <a:pt x="269203" y="6012108"/>
                  </a:lnTo>
                  <a:lnTo>
                    <a:pt x="269296" y="6012108"/>
                  </a:lnTo>
                  <a:lnTo>
                    <a:pt x="269389" y="6012108"/>
                  </a:lnTo>
                  <a:lnTo>
                    <a:pt x="269482" y="6012108"/>
                  </a:lnTo>
                  <a:lnTo>
                    <a:pt x="269576" y="6012108"/>
                  </a:lnTo>
                  <a:lnTo>
                    <a:pt x="269669" y="6012108"/>
                  </a:lnTo>
                  <a:lnTo>
                    <a:pt x="269762" y="6012108"/>
                  </a:lnTo>
                  <a:lnTo>
                    <a:pt x="269855" y="6012108"/>
                  </a:lnTo>
                  <a:lnTo>
                    <a:pt x="269949" y="6012108"/>
                  </a:lnTo>
                  <a:lnTo>
                    <a:pt x="270042" y="6012108"/>
                  </a:lnTo>
                  <a:lnTo>
                    <a:pt x="270135" y="6012108"/>
                  </a:lnTo>
                  <a:lnTo>
                    <a:pt x="270228" y="6012108"/>
                  </a:lnTo>
                  <a:lnTo>
                    <a:pt x="270322" y="6012108"/>
                  </a:lnTo>
                  <a:lnTo>
                    <a:pt x="270415" y="6012108"/>
                  </a:lnTo>
                  <a:lnTo>
                    <a:pt x="270508" y="6012108"/>
                  </a:lnTo>
                  <a:lnTo>
                    <a:pt x="270601" y="6012108"/>
                  </a:lnTo>
                  <a:lnTo>
                    <a:pt x="270694" y="6012108"/>
                  </a:lnTo>
                  <a:lnTo>
                    <a:pt x="270788" y="6012108"/>
                  </a:lnTo>
                  <a:lnTo>
                    <a:pt x="270881" y="6012108"/>
                  </a:lnTo>
                  <a:lnTo>
                    <a:pt x="270974" y="6012108"/>
                  </a:lnTo>
                  <a:lnTo>
                    <a:pt x="271067" y="6012108"/>
                  </a:lnTo>
                  <a:lnTo>
                    <a:pt x="271161" y="6012108"/>
                  </a:lnTo>
                  <a:lnTo>
                    <a:pt x="271254" y="6012108"/>
                  </a:lnTo>
                  <a:lnTo>
                    <a:pt x="271347" y="6012108"/>
                  </a:lnTo>
                  <a:lnTo>
                    <a:pt x="271440" y="6012108"/>
                  </a:lnTo>
                  <a:lnTo>
                    <a:pt x="271534" y="6012108"/>
                  </a:lnTo>
                  <a:lnTo>
                    <a:pt x="271627" y="6012108"/>
                  </a:lnTo>
                  <a:lnTo>
                    <a:pt x="271720" y="6012108"/>
                  </a:lnTo>
                  <a:lnTo>
                    <a:pt x="271813" y="6012108"/>
                  </a:lnTo>
                  <a:lnTo>
                    <a:pt x="271907" y="6012108"/>
                  </a:lnTo>
                  <a:lnTo>
                    <a:pt x="272000" y="6012108"/>
                  </a:lnTo>
                  <a:lnTo>
                    <a:pt x="272093" y="6012108"/>
                  </a:lnTo>
                  <a:lnTo>
                    <a:pt x="272186" y="6012108"/>
                  </a:lnTo>
                  <a:lnTo>
                    <a:pt x="272280" y="6012108"/>
                  </a:lnTo>
                  <a:lnTo>
                    <a:pt x="272373" y="6012108"/>
                  </a:lnTo>
                  <a:lnTo>
                    <a:pt x="272466" y="6012108"/>
                  </a:lnTo>
                  <a:lnTo>
                    <a:pt x="272559" y="6012108"/>
                  </a:lnTo>
                  <a:lnTo>
                    <a:pt x="272653" y="6012108"/>
                  </a:lnTo>
                  <a:lnTo>
                    <a:pt x="272746" y="6012108"/>
                  </a:lnTo>
                  <a:lnTo>
                    <a:pt x="272839" y="6012108"/>
                  </a:lnTo>
                  <a:lnTo>
                    <a:pt x="272932" y="6012108"/>
                  </a:lnTo>
                  <a:lnTo>
                    <a:pt x="273026" y="6012108"/>
                  </a:lnTo>
                  <a:lnTo>
                    <a:pt x="273119" y="6012108"/>
                  </a:lnTo>
                  <a:lnTo>
                    <a:pt x="273212" y="6012108"/>
                  </a:lnTo>
                  <a:lnTo>
                    <a:pt x="273305" y="6012108"/>
                  </a:lnTo>
                  <a:lnTo>
                    <a:pt x="273399" y="6012108"/>
                  </a:lnTo>
                  <a:lnTo>
                    <a:pt x="273492" y="6012108"/>
                  </a:lnTo>
                  <a:lnTo>
                    <a:pt x="273492" y="6002155"/>
                  </a:lnTo>
                  <a:lnTo>
                    <a:pt x="273585" y="6002155"/>
                  </a:lnTo>
                  <a:lnTo>
                    <a:pt x="273678" y="6002155"/>
                  </a:lnTo>
                  <a:lnTo>
                    <a:pt x="273772" y="6002155"/>
                  </a:lnTo>
                  <a:lnTo>
                    <a:pt x="273865" y="6002155"/>
                  </a:lnTo>
                  <a:lnTo>
                    <a:pt x="273958" y="6002155"/>
                  </a:lnTo>
                  <a:lnTo>
                    <a:pt x="274051" y="6002155"/>
                  </a:lnTo>
                  <a:lnTo>
                    <a:pt x="274145" y="6002155"/>
                  </a:lnTo>
                  <a:lnTo>
                    <a:pt x="274238" y="6002155"/>
                  </a:lnTo>
                  <a:lnTo>
                    <a:pt x="274331" y="6002155"/>
                  </a:lnTo>
                  <a:lnTo>
                    <a:pt x="274424" y="6002155"/>
                  </a:lnTo>
                  <a:lnTo>
                    <a:pt x="274518" y="6002155"/>
                  </a:lnTo>
                  <a:lnTo>
                    <a:pt x="274611" y="6002155"/>
                  </a:lnTo>
                  <a:lnTo>
                    <a:pt x="274704" y="6002155"/>
                  </a:lnTo>
                  <a:lnTo>
                    <a:pt x="274797" y="6002155"/>
                  </a:lnTo>
                  <a:lnTo>
                    <a:pt x="274891" y="6002155"/>
                  </a:lnTo>
                  <a:lnTo>
                    <a:pt x="274984" y="6002155"/>
                  </a:lnTo>
                  <a:lnTo>
                    <a:pt x="275077" y="6002155"/>
                  </a:lnTo>
                  <a:lnTo>
                    <a:pt x="275170" y="6002155"/>
                  </a:lnTo>
                  <a:lnTo>
                    <a:pt x="275264" y="6002155"/>
                  </a:lnTo>
                  <a:lnTo>
                    <a:pt x="275357" y="6002155"/>
                  </a:lnTo>
                  <a:lnTo>
                    <a:pt x="275450" y="6002155"/>
                  </a:lnTo>
                  <a:lnTo>
                    <a:pt x="275543" y="6002155"/>
                  </a:lnTo>
                  <a:lnTo>
                    <a:pt x="275637" y="6002155"/>
                  </a:lnTo>
                  <a:lnTo>
                    <a:pt x="275730" y="6002155"/>
                  </a:lnTo>
                  <a:lnTo>
                    <a:pt x="275823" y="6002155"/>
                  </a:lnTo>
                  <a:lnTo>
                    <a:pt x="275916" y="6002155"/>
                  </a:lnTo>
                  <a:lnTo>
                    <a:pt x="276010" y="6002155"/>
                  </a:lnTo>
                  <a:lnTo>
                    <a:pt x="276103" y="6002155"/>
                  </a:lnTo>
                  <a:lnTo>
                    <a:pt x="276196" y="6002155"/>
                  </a:lnTo>
                  <a:lnTo>
                    <a:pt x="276289" y="6002155"/>
                  </a:lnTo>
                  <a:lnTo>
                    <a:pt x="276383" y="6002155"/>
                  </a:lnTo>
                  <a:lnTo>
                    <a:pt x="276476" y="6002155"/>
                  </a:lnTo>
                  <a:lnTo>
                    <a:pt x="276569" y="6002155"/>
                  </a:lnTo>
                  <a:lnTo>
                    <a:pt x="276662" y="6002155"/>
                  </a:lnTo>
                  <a:lnTo>
                    <a:pt x="276756" y="6002155"/>
                  </a:lnTo>
                  <a:lnTo>
                    <a:pt x="276849" y="6002155"/>
                  </a:lnTo>
                  <a:lnTo>
                    <a:pt x="276942" y="6002155"/>
                  </a:lnTo>
                  <a:lnTo>
                    <a:pt x="277035" y="6002155"/>
                  </a:lnTo>
                  <a:lnTo>
                    <a:pt x="277129" y="6002155"/>
                  </a:lnTo>
                  <a:lnTo>
                    <a:pt x="277222" y="6002155"/>
                  </a:lnTo>
                  <a:lnTo>
                    <a:pt x="277315" y="6002155"/>
                  </a:lnTo>
                  <a:lnTo>
                    <a:pt x="277408" y="6002155"/>
                  </a:lnTo>
                  <a:lnTo>
                    <a:pt x="277502" y="6002155"/>
                  </a:lnTo>
                  <a:lnTo>
                    <a:pt x="277595" y="6002155"/>
                  </a:lnTo>
                  <a:lnTo>
                    <a:pt x="277688" y="6002155"/>
                  </a:lnTo>
                  <a:lnTo>
                    <a:pt x="277781" y="6002155"/>
                  </a:lnTo>
                  <a:lnTo>
                    <a:pt x="277874" y="6002155"/>
                  </a:lnTo>
                  <a:lnTo>
                    <a:pt x="277968" y="6002155"/>
                  </a:lnTo>
                  <a:lnTo>
                    <a:pt x="278061" y="6002155"/>
                  </a:lnTo>
                  <a:lnTo>
                    <a:pt x="278154" y="6002155"/>
                  </a:lnTo>
                  <a:lnTo>
                    <a:pt x="278247" y="6002155"/>
                  </a:lnTo>
                  <a:lnTo>
                    <a:pt x="278341" y="6002155"/>
                  </a:lnTo>
                  <a:lnTo>
                    <a:pt x="278341" y="5992201"/>
                  </a:lnTo>
                  <a:lnTo>
                    <a:pt x="278434" y="5992201"/>
                  </a:lnTo>
                  <a:lnTo>
                    <a:pt x="278527" y="5992201"/>
                  </a:lnTo>
                  <a:lnTo>
                    <a:pt x="278620" y="5992201"/>
                  </a:lnTo>
                  <a:lnTo>
                    <a:pt x="278714" y="5992201"/>
                  </a:lnTo>
                  <a:lnTo>
                    <a:pt x="278807" y="5992201"/>
                  </a:lnTo>
                  <a:lnTo>
                    <a:pt x="278900" y="5992201"/>
                  </a:lnTo>
                  <a:lnTo>
                    <a:pt x="278993" y="5992201"/>
                  </a:lnTo>
                  <a:lnTo>
                    <a:pt x="279087" y="5992201"/>
                  </a:lnTo>
                  <a:lnTo>
                    <a:pt x="279180" y="5992201"/>
                  </a:lnTo>
                  <a:lnTo>
                    <a:pt x="279273" y="5992201"/>
                  </a:lnTo>
                  <a:lnTo>
                    <a:pt x="279366" y="5992201"/>
                  </a:lnTo>
                  <a:lnTo>
                    <a:pt x="279460" y="5992201"/>
                  </a:lnTo>
                  <a:lnTo>
                    <a:pt x="279553" y="5992201"/>
                  </a:lnTo>
                  <a:lnTo>
                    <a:pt x="279646" y="5992201"/>
                  </a:lnTo>
                  <a:lnTo>
                    <a:pt x="279739" y="5992201"/>
                  </a:lnTo>
                  <a:lnTo>
                    <a:pt x="279833" y="5992201"/>
                  </a:lnTo>
                  <a:lnTo>
                    <a:pt x="279926" y="5992201"/>
                  </a:lnTo>
                  <a:lnTo>
                    <a:pt x="280019" y="5992201"/>
                  </a:lnTo>
                  <a:lnTo>
                    <a:pt x="280019" y="5982247"/>
                  </a:lnTo>
                  <a:lnTo>
                    <a:pt x="280112" y="5982247"/>
                  </a:lnTo>
                  <a:lnTo>
                    <a:pt x="280206" y="5982247"/>
                  </a:lnTo>
                  <a:lnTo>
                    <a:pt x="280299" y="5982247"/>
                  </a:lnTo>
                  <a:lnTo>
                    <a:pt x="280392" y="5982247"/>
                  </a:lnTo>
                  <a:lnTo>
                    <a:pt x="280485" y="5982247"/>
                  </a:lnTo>
                  <a:lnTo>
                    <a:pt x="280579" y="5982247"/>
                  </a:lnTo>
                  <a:lnTo>
                    <a:pt x="280672" y="5982247"/>
                  </a:lnTo>
                  <a:lnTo>
                    <a:pt x="280765" y="5982247"/>
                  </a:lnTo>
                  <a:lnTo>
                    <a:pt x="280858" y="5982247"/>
                  </a:lnTo>
                  <a:lnTo>
                    <a:pt x="280952" y="5982247"/>
                  </a:lnTo>
                  <a:lnTo>
                    <a:pt x="281045" y="5982247"/>
                  </a:lnTo>
                  <a:lnTo>
                    <a:pt x="281138" y="5982247"/>
                  </a:lnTo>
                  <a:lnTo>
                    <a:pt x="281231" y="5982247"/>
                  </a:lnTo>
                  <a:lnTo>
                    <a:pt x="281325" y="5982247"/>
                  </a:lnTo>
                  <a:lnTo>
                    <a:pt x="281418" y="5982247"/>
                  </a:lnTo>
                  <a:lnTo>
                    <a:pt x="281511" y="5982247"/>
                  </a:lnTo>
                  <a:lnTo>
                    <a:pt x="281604" y="5982247"/>
                  </a:lnTo>
                  <a:lnTo>
                    <a:pt x="281698" y="5982247"/>
                  </a:lnTo>
                  <a:lnTo>
                    <a:pt x="281791" y="5982247"/>
                  </a:lnTo>
                  <a:lnTo>
                    <a:pt x="281884" y="5982247"/>
                  </a:lnTo>
                  <a:lnTo>
                    <a:pt x="281977" y="5982247"/>
                  </a:lnTo>
                  <a:lnTo>
                    <a:pt x="282071" y="5982247"/>
                  </a:lnTo>
                  <a:lnTo>
                    <a:pt x="282164" y="5982247"/>
                  </a:lnTo>
                  <a:lnTo>
                    <a:pt x="282257" y="5982247"/>
                  </a:lnTo>
                  <a:lnTo>
                    <a:pt x="282257" y="5972293"/>
                  </a:lnTo>
                  <a:lnTo>
                    <a:pt x="282350" y="5972293"/>
                  </a:lnTo>
                  <a:lnTo>
                    <a:pt x="282444" y="5972293"/>
                  </a:lnTo>
                  <a:lnTo>
                    <a:pt x="282537" y="5972293"/>
                  </a:lnTo>
                  <a:lnTo>
                    <a:pt x="282630" y="5972293"/>
                  </a:lnTo>
                  <a:lnTo>
                    <a:pt x="282723" y="5972293"/>
                  </a:lnTo>
                  <a:lnTo>
                    <a:pt x="282817" y="5972293"/>
                  </a:lnTo>
                  <a:lnTo>
                    <a:pt x="282910" y="5972293"/>
                  </a:lnTo>
                  <a:lnTo>
                    <a:pt x="283003" y="5972293"/>
                  </a:lnTo>
                  <a:lnTo>
                    <a:pt x="283096" y="5972293"/>
                  </a:lnTo>
                  <a:lnTo>
                    <a:pt x="283190" y="5972293"/>
                  </a:lnTo>
                  <a:lnTo>
                    <a:pt x="283283" y="5972293"/>
                  </a:lnTo>
                  <a:lnTo>
                    <a:pt x="283376" y="5972293"/>
                  </a:lnTo>
                  <a:lnTo>
                    <a:pt x="283469" y="5972293"/>
                  </a:lnTo>
                  <a:lnTo>
                    <a:pt x="283563" y="5972293"/>
                  </a:lnTo>
                  <a:lnTo>
                    <a:pt x="283656" y="5972293"/>
                  </a:lnTo>
                  <a:lnTo>
                    <a:pt x="283749" y="5972293"/>
                  </a:lnTo>
                  <a:lnTo>
                    <a:pt x="283842" y="5972293"/>
                  </a:lnTo>
                  <a:lnTo>
                    <a:pt x="283936" y="5972293"/>
                  </a:lnTo>
                  <a:lnTo>
                    <a:pt x="284029" y="5972293"/>
                  </a:lnTo>
                  <a:lnTo>
                    <a:pt x="284122" y="5972293"/>
                  </a:lnTo>
                  <a:lnTo>
                    <a:pt x="284215" y="5972293"/>
                  </a:lnTo>
                  <a:lnTo>
                    <a:pt x="284309" y="5972293"/>
                  </a:lnTo>
                  <a:lnTo>
                    <a:pt x="284402" y="5972293"/>
                  </a:lnTo>
                  <a:lnTo>
                    <a:pt x="284495" y="5972293"/>
                  </a:lnTo>
                  <a:lnTo>
                    <a:pt x="284588" y="5972293"/>
                  </a:lnTo>
                  <a:lnTo>
                    <a:pt x="284681" y="5972293"/>
                  </a:lnTo>
                  <a:lnTo>
                    <a:pt x="284775" y="5972293"/>
                  </a:lnTo>
                  <a:lnTo>
                    <a:pt x="284868" y="5972293"/>
                  </a:lnTo>
                  <a:lnTo>
                    <a:pt x="284961" y="5972293"/>
                  </a:lnTo>
                  <a:lnTo>
                    <a:pt x="285054" y="5972293"/>
                  </a:lnTo>
                  <a:lnTo>
                    <a:pt x="285148" y="5972293"/>
                  </a:lnTo>
                  <a:lnTo>
                    <a:pt x="285241" y="5972293"/>
                  </a:lnTo>
                  <a:lnTo>
                    <a:pt x="285334" y="5972293"/>
                  </a:lnTo>
                  <a:lnTo>
                    <a:pt x="285427" y="5972293"/>
                  </a:lnTo>
                  <a:lnTo>
                    <a:pt x="285521" y="5972293"/>
                  </a:lnTo>
                  <a:lnTo>
                    <a:pt x="285614" y="5972293"/>
                  </a:lnTo>
                  <a:lnTo>
                    <a:pt x="285707" y="5972293"/>
                  </a:lnTo>
                  <a:lnTo>
                    <a:pt x="285800" y="5972293"/>
                  </a:lnTo>
                  <a:lnTo>
                    <a:pt x="285894" y="5972293"/>
                  </a:lnTo>
                  <a:lnTo>
                    <a:pt x="285987" y="5972293"/>
                  </a:lnTo>
                  <a:lnTo>
                    <a:pt x="286080" y="5972293"/>
                  </a:lnTo>
                  <a:lnTo>
                    <a:pt x="286173" y="5972293"/>
                  </a:lnTo>
                  <a:lnTo>
                    <a:pt x="286267" y="5972293"/>
                  </a:lnTo>
                  <a:lnTo>
                    <a:pt x="286360" y="5972293"/>
                  </a:lnTo>
                  <a:lnTo>
                    <a:pt x="286453" y="5972293"/>
                  </a:lnTo>
                  <a:lnTo>
                    <a:pt x="286546" y="5972293"/>
                  </a:lnTo>
                  <a:lnTo>
                    <a:pt x="286640" y="5972293"/>
                  </a:lnTo>
                  <a:lnTo>
                    <a:pt x="286733" y="5972293"/>
                  </a:lnTo>
                  <a:lnTo>
                    <a:pt x="286826" y="5972293"/>
                  </a:lnTo>
                  <a:lnTo>
                    <a:pt x="286919" y="5972293"/>
                  </a:lnTo>
                  <a:lnTo>
                    <a:pt x="287013" y="5972293"/>
                  </a:lnTo>
                  <a:lnTo>
                    <a:pt x="287106" y="5972293"/>
                  </a:lnTo>
                  <a:lnTo>
                    <a:pt x="287199" y="5972293"/>
                  </a:lnTo>
                  <a:lnTo>
                    <a:pt x="287292" y="5972293"/>
                  </a:lnTo>
                  <a:lnTo>
                    <a:pt x="287386" y="5972293"/>
                  </a:lnTo>
                  <a:lnTo>
                    <a:pt x="287479" y="5972293"/>
                  </a:lnTo>
                  <a:lnTo>
                    <a:pt x="287572" y="5972293"/>
                  </a:lnTo>
                  <a:lnTo>
                    <a:pt x="287665" y="5972293"/>
                  </a:lnTo>
                  <a:lnTo>
                    <a:pt x="287759" y="5972293"/>
                  </a:lnTo>
                  <a:lnTo>
                    <a:pt x="287852" y="5972293"/>
                  </a:lnTo>
                  <a:lnTo>
                    <a:pt x="287945" y="5972293"/>
                  </a:lnTo>
                  <a:lnTo>
                    <a:pt x="288038" y="5972293"/>
                  </a:lnTo>
                  <a:lnTo>
                    <a:pt x="288132" y="5972293"/>
                  </a:lnTo>
                  <a:lnTo>
                    <a:pt x="288225" y="5972293"/>
                  </a:lnTo>
                  <a:lnTo>
                    <a:pt x="288318" y="5972293"/>
                  </a:lnTo>
                  <a:lnTo>
                    <a:pt x="288411" y="5972293"/>
                  </a:lnTo>
                  <a:lnTo>
                    <a:pt x="288505" y="5972293"/>
                  </a:lnTo>
                  <a:lnTo>
                    <a:pt x="288598" y="5972293"/>
                  </a:lnTo>
                  <a:lnTo>
                    <a:pt x="288691" y="5972293"/>
                  </a:lnTo>
                  <a:lnTo>
                    <a:pt x="288784" y="5972293"/>
                  </a:lnTo>
                  <a:lnTo>
                    <a:pt x="288878" y="5972293"/>
                  </a:lnTo>
                  <a:lnTo>
                    <a:pt x="288971" y="5972293"/>
                  </a:lnTo>
                  <a:lnTo>
                    <a:pt x="289064" y="5972293"/>
                  </a:lnTo>
                  <a:lnTo>
                    <a:pt x="289157" y="5972293"/>
                  </a:lnTo>
                  <a:lnTo>
                    <a:pt x="289251" y="5972293"/>
                  </a:lnTo>
                  <a:lnTo>
                    <a:pt x="289344" y="5972293"/>
                  </a:lnTo>
                  <a:lnTo>
                    <a:pt x="289437" y="5972293"/>
                  </a:lnTo>
                  <a:lnTo>
                    <a:pt x="289530" y="5972293"/>
                  </a:lnTo>
                  <a:lnTo>
                    <a:pt x="289624" y="5972293"/>
                  </a:lnTo>
                  <a:lnTo>
                    <a:pt x="289717" y="5972293"/>
                  </a:lnTo>
                  <a:lnTo>
                    <a:pt x="289810" y="5972293"/>
                  </a:lnTo>
                  <a:lnTo>
                    <a:pt x="289903" y="5972293"/>
                  </a:lnTo>
                  <a:lnTo>
                    <a:pt x="289997" y="5972293"/>
                  </a:lnTo>
                  <a:lnTo>
                    <a:pt x="290090" y="5972293"/>
                  </a:lnTo>
                  <a:lnTo>
                    <a:pt x="290183" y="5972293"/>
                  </a:lnTo>
                  <a:lnTo>
                    <a:pt x="290276" y="5972293"/>
                  </a:lnTo>
                  <a:lnTo>
                    <a:pt x="290370" y="5972293"/>
                  </a:lnTo>
                  <a:lnTo>
                    <a:pt x="290463" y="5972293"/>
                  </a:lnTo>
                  <a:lnTo>
                    <a:pt x="290556" y="5972293"/>
                  </a:lnTo>
                  <a:lnTo>
                    <a:pt x="290649" y="5972293"/>
                  </a:lnTo>
                  <a:lnTo>
                    <a:pt x="290743" y="5972293"/>
                  </a:lnTo>
                  <a:lnTo>
                    <a:pt x="290836" y="5972293"/>
                  </a:lnTo>
                  <a:lnTo>
                    <a:pt x="290929" y="5972293"/>
                  </a:lnTo>
                  <a:lnTo>
                    <a:pt x="291022" y="5972293"/>
                  </a:lnTo>
                  <a:lnTo>
                    <a:pt x="291116" y="5972293"/>
                  </a:lnTo>
                  <a:lnTo>
                    <a:pt x="291209" y="5972293"/>
                  </a:lnTo>
                  <a:lnTo>
                    <a:pt x="291302" y="5972293"/>
                  </a:lnTo>
                  <a:lnTo>
                    <a:pt x="291395" y="5972293"/>
                  </a:lnTo>
                  <a:lnTo>
                    <a:pt x="291488" y="5972293"/>
                  </a:lnTo>
                  <a:lnTo>
                    <a:pt x="291582" y="5972293"/>
                  </a:lnTo>
                  <a:lnTo>
                    <a:pt x="291675" y="5972293"/>
                  </a:lnTo>
                  <a:lnTo>
                    <a:pt x="291768" y="5972293"/>
                  </a:lnTo>
                  <a:lnTo>
                    <a:pt x="291861" y="5972293"/>
                  </a:lnTo>
                  <a:lnTo>
                    <a:pt x="291955" y="5972293"/>
                  </a:lnTo>
                  <a:lnTo>
                    <a:pt x="292048" y="5972293"/>
                  </a:lnTo>
                  <a:lnTo>
                    <a:pt x="292141" y="5972293"/>
                  </a:lnTo>
                  <a:lnTo>
                    <a:pt x="292234" y="5972293"/>
                  </a:lnTo>
                  <a:lnTo>
                    <a:pt x="292328" y="5972293"/>
                  </a:lnTo>
                  <a:lnTo>
                    <a:pt x="292421" y="5972293"/>
                  </a:lnTo>
                  <a:lnTo>
                    <a:pt x="292514" y="5972293"/>
                  </a:lnTo>
                  <a:lnTo>
                    <a:pt x="292607" y="5972293"/>
                  </a:lnTo>
                  <a:lnTo>
                    <a:pt x="292701" y="5972293"/>
                  </a:lnTo>
                  <a:lnTo>
                    <a:pt x="292794" y="5972293"/>
                  </a:lnTo>
                  <a:lnTo>
                    <a:pt x="292887" y="5972293"/>
                  </a:lnTo>
                  <a:lnTo>
                    <a:pt x="292980" y="5972293"/>
                  </a:lnTo>
                  <a:lnTo>
                    <a:pt x="293074" y="5972293"/>
                  </a:lnTo>
                  <a:lnTo>
                    <a:pt x="293167" y="5972293"/>
                  </a:lnTo>
                  <a:lnTo>
                    <a:pt x="293260" y="5972293"/>
                  </a:lnTo>
                  <a:lnTo>
                    <a:pt x="293353" y="5972293"/>
                  </a:lnTo>
                  <a:lnTo>
                    <a:pt x="293447" y="5972293"/>
                  </a:lnTo>
                  <a:lnTo>
                    <a:pt x="293540" y="5972293"/>
                  </a:lnTo>
                  <a:lnTo>
                    <a:pt x="293633" y="5972293"/>
                  </a:lnTo>
                  <a:lnTo>
                    <a:pt x="293726" y="5972293"/>
                  </a:lnTo>
                  <a:lnTo>
                    <a:pt x="293820" y="5972293"/>
                  </a:lnTo>
                  <a:lnTo>
                    <a:pt x="293913" y="5972293"/>
                  </a:lnTo>
                  <a:lnTo>
                    <a:pt x="294006" y="5972293"/>
                  </a:lnTo>
                  <a:lnTo>
                    <a:pt x="294099" y="5972293"/>
                  </a:lnTo>
                  <a:lnTo>
                    <a:pt x="294193" y="5972293"/>
                  </a:lnTo>
                  <a:lnTo>
                    <a:pt x="294286" y="5972293"/>
                  </a:lnTo>
                  <a:lnTo>
                    <a:pt x="294379" y="5972293"/>
                  </a:lnTo>
                  <a:lnTo>
                    <a:pt x="294472" y="5972293"/>
                  </a:lnTo>
                  <a:lnTo>
                    <a:pt x="294566" y="5972293"/>
                  </a:lnTo>
                  <a:lnTo>
                    <a:pt x="294659" y="5972293"/>
                  </a:lnTo>
                  <a:lnTo>
                    <a:pt x="294752" y="5972293"/>
                  </a:lnTo>
                  <a:lnTo>
                    <a:pt x="294845" y="5972293"/>
                  </a:lnTo>
                  <a:lnTo>
                    <a:pt x="294939" y="5972293"/>
                  </a:lnTo>
                  <a:lnTo>
                    <a:pt x="295032" y="5972293"/>
                  </a:lnTo>
                  <a:lnTo>
                    <a:pt x="295125" y="5972293"/>
                  </a:lnTo>
                  <a:lnTo>
                    <a:pt x="295218" y="5972293"/>
                  </a:lnTo>
                  <a:lnTo>
                    <a:pt x="295312" y="5972293"/>
                  </a:lnTo>
                  <a:lnTo>
                    <a:pt x="295405" y="5972293"/>
                  </a:lnTo>
                  <a:lnTo>
                    <a:pt x="295498" y="5972293"/>
                  </a:lnTo>
                  <a:lnTo>
                    <a:pt x="295591" y="5972293"/>
                  </a:lnTo>
                  <a:lnTo>
                    <a:pt x="295685" y="5972293"/>
                  </a:lnTo>
                  <a:lnTo>
                    <a:pt x="295778" y="5972293"/>
                  </a:lnTo>
                  <a:lnTo>
                    <a:pt x="295871" y="5972293"/>
                  </a:lnTo>
                  <a:lnTo>
                    <a:pt x="295964" y="5972293"/>
                  </a:lnTo>
                  <a:lnTo>
                    <a:pt x="296058" y="5972293"/>
                  </a:lnTo>
                  <a:lnTo>
                    <a:pt x="296151" y="5972293"/>
                  </a:lnTo>
                  <a:lnTo>
                    <a:pt x="296244" y="5972293"/>
                  </a:lnTo>
                  <a:lnTo>
                    <a:pt x="296337" y="5972293"/>
                  </a:lnTo>
                  <a:lnTo>
                    <a:pt x="296431" y="5972293"/>
                  </a:lnTo>
                  <a:lnTo>
                    <a:pt x="296524" y="5972293"/>
                  </a:lnTo>
                  <a:lnTo>
                    <a:pt x="296617" y="5972293"/>
                  </a:lnTo>
                  <a:lnTo>
                    <a:pt x="296710" y="5972293"/>
                  </a:lnTo>
                  <a:lnTo>
                    <a:pt x="296804" y="5972293"/>
                  </a:lnTo>
                  <a:lnTo>
                    <a:pt x="296897" y="5972293"/>
                  </a:lnTo>
                  <a:lnTo>
                    <a:pt x="296990" y="5972293"/>
                  </a:lnTo>
                  <a:lnTo>
                    <a:pt x="297083" y="5972293"/>
                  </a:lnTo>
                  <a:lnTo>
                    <a:pt x="297177" y="5972293"/>
                  </a:lnTo>
                  <a:lnTo>
                    <a:pt x="297270" y="5972293"/>
                  </a:lnTo>
                  <a:lnTo>
                    <a:pt x="297363" y="5972293"/>
                  </a:lnTo>
                  <a:lnTo>
                    <a:pt x="297456" y="5972293"/>
                  </a:lnTo>
                  <a:lnTo>
                    <a:pt x="297550" y="5972293"/>
                  </a:lnTo>
                  <a:lnTo>
                    <a:pt x="297643" y="5972293"/>
                  </a:lnTo>
                  <a:lnTo>
                    <a:pt x="297736" y="5972293"/>
                  </a:lnTo>
                  <a:lnTo>
                    <a:pt x="297829" y="5972293"/>
                  </a:lnTo>
                  <a:lnTo>
                    <a:pt x="297923" y="5972293"/>
                  </a:lnTo>
                  <a:lnTo>
                    <a:pt x="298016" y="5972293"/>
                  </a:lnTo>
                  <a:lnTo>
                    <a:pt x="298109" y="5972293"/>
                  </a:lnTo>
                  <a:lnTo>
                    <a:pt x="298202" y="5972293"/>
                  </a:lnTo>
                  <a:lnTo>
                    <a:pt x="298296" y="5972293"/>
                  </a:lnTo>
                  <a:lnTo>
                    <a:pt x="298389" y="5972293"/>
                  </a:lnTo>
                  <a:lnTo>
                    <a:pt x="298482" y="5972293"/>
                  </a:lnTo>
                  <a:lnTo>
                    <a:pt x="298575" y="5972293"/>
                  </a:lnTo>
                  <a:lnTo>
                    <a:pt x="298668" y="5972293"/>
                  </a:lnTo>
                  <a:lnTo>
                    <a:pt x="298762" y="5972293"/>
                  </a:lnTo>
                  <a:lnTo>
                    <a:pt x="298855" y="5972293"/>
                  </a:lnTo>
                  <a:lnTo>
                    <a:pt x="298855" y="5962339"/>
                  </a:lnTo>
                  <a:lnTo>
                    <a:pt x="298948" y="5962339"/>
                  </a:lnTo>
                  <a:lnTo>
                    <a:pt x="299041" y="5962339"/>
                  </a:lnTo>
                  <a:lnTo>
                    <a:pt x="299135" y="5962339"/>
                  </a:lnTo>
                  <a:lnTo>
                    <a:pt x="299228" y="5962339"/>
                  </a:lnTo>
                  <a:lnTo>
                    <a:pt x="299321" y="5962339"/>
                  </a:lnTo>
                  <a:lnTo>
                    <a:pt x="299414" y="5962339"/>
                  </a:lnTo>
                  <a:lnTo>
                    <a:pt x="299508" y="5962339"/>
                  </a:lnTo>
                  <a:lnTo>
                    <a:pt x="299601" y="5962339"/>
                  </a:lnTo>
                  <a:lnTo>
                    <a:pt x="299694" y="5962339"/>
                  </a:lnTo>
                  <a:lnTo>
                    <a:pt x="299787" y="5962339"/>
                  </a:lnTo>
                  <a:lnTo>
                    <a:pt x="299881" y="5962339"/>
                  </a:lnTo>
                  <a:lnTo>
                    <a:pt x="299974" y="5962339"/>
                  </a:lnTo>
                  <a:lnTo>
                    <a:pt x="300067" y="5962339"/>
                  </a:lnTo>
                  <a:lnTo>
                    <a:pt x="300160" y="5962339"/>
                  </a:lnTo>
                  <a:lnTo>
                    <a:pt x="300254" y="5962339"/>
                  </a:lnTo>
                  <a:lnTo>
                    <a:pt x="300347" y="5962339"/>
                  </a:lnTo>
                  <a:lnTo>
                    <a:pt x="300440" y="5962339"/>
                  </a:lnTo>
                  <a:lnTo>
                    <a:pt x="300533" y="5962339"/>
                  </a:lnTo>
                  <a:lnTo>
                    <a:pt x="300627" y="5962339"/>
                  </a:lnTo>
                  <a:lnTo>
                    <a:pt x="300720" y="5962339"/>
                  </a:lnTo>
                  <a:lnTo>
                    <a:pt x="300813" y="5962339"/>
                  </a:lnTo>
                  <a:lnTo>
                    <a:pt x="300906" y="5962339"/>
                  </a:lnTo>
                  <a:lnTo>
                    <a:pt x="301000" y="5962339"/>
                  </a:lnTo>
                  <a:lnTo>
                    <a:pt x="301093" y="5962339"/>
                  </a:lnTo>
                  <a:lnTo>
                    <a:pt x="301186" y="5962339"/>
                  </a:lnTo>
                  <a:lnTo>
                    <a:pt x="301279" y="5962339"/>
                  </a:lnTo>
                  <a:lnTo>
                    <a:pt x="301373" y="5962339"/>
                  </a:lnTo>
                  <a:lnTo>
                    <a:pt x="301466" y="5962339"/>
                  </a:lnTo>
                  <a:lnTo>
                    <a:pt x="301559" y="5962339"/>
                  </a:lnTo>
                  <a:lnTo>
                    <a:pt x="301652" y="5962339"/>
                  </a:lnTo>
                  <a:lnTo>
                    <a:pt x="301746" y="5962339"/>
                  </a:lnTo>
                  <a:lnTo>
                    <a:pt x="301839" y="5962339"/>
                  </a:lnTo>
                  <a:lnTo>
                    <a:pt x="301932" y="5962339"/>
                  </a:lnTo>
                  <a:lnTo>
                    <a:pt x="302025" y="5962339"/>
                  </a:lnTo>
                  <a:lnTo>
                    <a:pt x="302119" y="5962339"/>
                  </a:lnTo>
                  <a:lnTo>
                    <a:pt x="302212" y="5962339"/>
                  </a:lnTo>
                  <a:lnTo>
                    <a:pt x="302305" y="5962339"/>
                  </a:lnTo>
                  <a:lnTo>
                    <a:pt x="302398" y="5962339"/>
                  </a:lnTo>
                  <a:lnTo>
                    <a:pt x="302492" y="5962339"/>
                  </a:lnTo>
                  <a:lnTo>
                    <a:pt x="302585" y="5962339"/>
                  </a:lnTo>
                  <a:lnTo>
                    <a:pt x="302678" y="5962339"/>
                  </a:lnTo>
                  <a:lnTo>
                    <a:pt x="302771" y="5962339"/>
                  </a:lnTo>
                  <a:lnTo>
                    <a:pt x="302865" y="5962339"/>
                  </a:lnTo>
                  <a:lnTo>
                    <a:pt x="302958" y="5962339"/>
                  </a:lnTo>
                  <a:lnTo>
                    <a:pt x="303051" y="5962339"/>
                  </a:lnTo>
                  <a:lnTo>
                    <a:pt x="303144" y="5962339"/>
                  </a:lnTo>
                  <a:lnTo>
                    <a:pt x="303238" y="5962339"/>
                  </a:lnTo>
                  <a:lnTo>
                    <a:pt x="303331" y="5962339"/>
                  </a:lnTo>
                  <a:lnTo>
                    <a:pt x="303424" y="5962339"/>
                  </a:lnTo>
                  <a:lnTo>
                    <a:pt x="303517" y="5962339"/>
                  </a:lnTo>
                  <a:lnTo>
                    <a:pt x="303611" y="5962339"/>
                  </a:lnTo>
                  <a:lnTo>
                    <a:pt x="303704" y="5962339"/>
                  </a:lnTo>
                  <a:lnTo>
                    <a:pt x="303797" y="5962339"/>
                  </a:lnTo>
                  <a:lnTo>
                    <a:pt x="303890" y="5962339"/>
                  </a:lnTo>
                  <a:lnTo>
                    <a:pt x="303984" y="5962339"/>
                  </a:lnTo>
                  <a:lnTo>
                    <a:pt x="304077" y="5962339"/>
                  </a:lnTo>
                  <a:lnTo>
                    <a:pt x="304170" y="5962339"/>
                  </a:lnTo>
                  <a:lnTo>
                    <a:pt x="304263" y="5962339"/>
                  </a:lnTo>
                  <a:lnTo>
                    <a:pt x="304357" y="5962339"/>
                  </a:lnTo>
                  <a:lnTo>
                    <a:pt x="304450" y="5962339"/>
                  </a:lnTo>
                  <a:lnTo>
                    <a:pt x="304543" y="5962339"/>
                  </a:lnTo>
                  <a:lnTo>
                    <a:pt x="304636" y="5962339"/>
                  </a:lnTo>
                  <a:lnTo>
                    <a:pt x="304730" y="5962339"/>
                  </a:lnTo>
                  <a:lnTo>
                    <a:pt x="304823" y="5962339"/>
                  </a:lnTo>
                  <a:lnTo>
                    <a:pt x="304916" y="5962339"/>
                  </a:lnTo>
                  <a:lnTo>
                    <a:pt x="305009" y="5962339"/>
                  </a:lnTo>
                  <a:lnTo>
                    <a:pt x="305103" y="5962339"/>
                  </a:lnTo>
                  <a:lnTo>
                    <a:pt x="305196" y="5962339"/>
                  </a:lnTo>
                  <a:lnTo>
                    <a:pt x="305289" y="5962339"/>
                  </a:lnTo>
                  <a:lnTo>
                    <a:pt x="305382" y="5962339"/>
                  </a:lnTo>
                  <a:lnTo>
                    <a:pt x="305475" y="5962339"/>
                  </a:lnTo>
                  <a:lnTo>
                    <a:pt x="305569" y="5962339"/>
                  </a:lnTo>
                  <a:lnTo>
                    <a:pt x="305662" y="5962339"/>
                  </a:lnTo>
                  <a:lnTo>
                    <a:pt x="305755" y="5962339"/>
                  </a:lnTo>
                  <a:lnTo>
                    <a:pt x="305848" y="5962339"/>
                  </a:lnTo>
                  <a:lnTo>
                    <a:pt x="305942" y="5962339"/>
                  </a:lnTo>
                  <a:lnTo>
                    <a:pt x="306035" y="5962339"/>
                  </a:lnTo>
                  <a:lnTo>
                    <a:pt x="306128" y="5962339"/>
                  </a:lnTo>
                  <a:lnTo>
                    <a:pt x="306221" y="5962339"/>
                  </a:lnTo>
                  <a:lnTo>
                    <a:pt x="306315" y="5962339"/>
                  </a:lnTo>
                  <a:lnTo>
                    <a:pt x="306408" y="5962339"/>
                  </a:lnTo>
                  <a:lnTo>
                    <a:pt x="306501" y="5962339"/>
                  </a:lnTo>
                  <a:lnTo>
                    <a:pt x="306594" y="5962339"/>
                  </a:lnTo>
                  <a:lnTo>
                    <a:pt x="306688" y="5962339"/>
                  </a:lnTo>
                  <a:lnTo>
                    <a:pt x="306781" y="5962339"/>
                  </a:lnTo>
                  <a:lnTo>
                    <a:pt x="306874" y="5962339"/>
                  </a:lnTo>
                  <a:lnTo>
                    <a:pt x="306967" y="5962339"/>
                  </a:lnTo>
                  <a:lnTo>
                    <a:pt x="307061" y="5962339"/>
                  </a:lnTo>
                  <a:lnTo>
                    <a:pt x="307154" y="5962339"/>
                  </a:lnTo>
                  <a:lnTo>
                    <a:pt x="307247" y="5962339"/>
                  </a:lnTo>
                  <a:lnTo>
                    <a:pt x="307340" y="5962339"/>
                  </a:lnTo>
                  <a:lnTo>
                    <a:pt x="307434" y="5962339"/>
                  </a:lnTo>
                  <a:lnTo>
                    <a:pt x="307527" y="5962339"/>
                  </a:lnTo>
                  <a:lnTo>
                    <a:pt x="307620" y="5962339"/>
                  </a:lnTo>
                  <a:lnTo>
                    <a:pt x="307713" y="5962339"/>
                  </a:lnTo>
                  <a:lnTo>
                    <a:pt x="307807" y="5962339"/>
                  </a:lnTo>
                  <a:lnTo>
                    <a:pt x="307900" y="5962339"/>
                  </a:lnTo>
                  <a:lnTo>
                    <a:pt x="307993" y="5962339"/>
                  </a:lnTo>
                  <a:lnTo>
                    <a:pt x="308086" y="5962339"/>
                  </a:lnTo>
                  <a:lnTo>
                    <a:pt x="308180" y="5962339"/>
                  </a:lnTo>
                  <a:lnTo>
                    <a:pt x="308273" y="5962339"/>
                  </a:lnTo>
                  <a:lnTo>
                    <a:pt x="308366" y="5962339"/>
                  </a:lnTo>
                  <a:lnTo>
                    <a:pt x="308459" y="5962339"/>
                  </a:lnTo>
                  <a:lnTo>
                    <a:pt x="308553" y="5962339"/>
                  </a:lnTo>
                  <a:lnTo>
                    <a:pt x="308646" y="5962339"/>
                  </a:lnTo>
                  <a:lnTo>
                    <a:pt x="308739" y="5962339"/>
                  </a:lnTo>
                  <a:lnTo>
                    <a:pt x="308832" y="5962339"/>
                  </a:lnTo>
                  <a:lnTo>
                    <a:pt x="308926" y="5962339"/>
                  </a:lnTo>
                  <a:lnTo>
                    <a:pt x="309019" y="5962339"/>
                  </a:lnTo>
                  <a:lnTo>
                    <a:pt x="309112" y="5962339"/>
                  </a:lnTo>
                  <a:lnTo>
                    <a:pt x="309205" y="5962339"/>
                  </a:lnTo>
                  <a:lnTo>
                    <a:pt x="309299" y="5962339"/>
                  </a:lnTo>
                  <a:lnTo>
                    <a:pt x="309392" y="5962339"/>
                  </a:lnTo>
                  <a:lnTo>
                    <a:pt x="309485" y="5962339"/>
                  </a:lnTo>
                  <a:lnTo>
                    <a:pt x="309578" y="5962339"/>
                  </a:lnTo>
                  <a:lnTo>
                    <a:pt x="309672" y="5962339"/>
                  </a:lnTo>
                  <a:lnTo>
                    <a:pt x="309765" y="5962339"/>
                  </a:lnTo>
                  <a:lnTo>
                    <a:pt x="309858" y="5962339"/>
                  </a:lnTo>
                  <a:lnTo>
                    <a:pt x="309951" y="5962339"/>
                  </a:lnTo>
                  <a:lnTo>
                    <a:pt x="310045" y="5962339"/>
                  </a:lnTo>
                  <a:lnTo>
                    <a:pt x="310138" y="5962339"/>
                  </a:lnTo>
                  <a:lnTo>
                    <a:pt x="310231" y="5962339"/>
                  </a:lnTo>
                  <a:lnTo>
                    <a:pt x="310324" y="5962339"/>
                  </a:lnTo>
                  <a:lnTo>
                    <a:pt x="310418" y="5962339"/>
                  </a:lnTo>
                  <a:lnTo>
                    <a:pt x="310511" y="5962339"/>
                  </a:lnTo>
                  <a:lnTo>
                    <a:pt x="310604" y="5962339"/>
                  </a:lnTo>
                  <a:lnTo>
                    <a:pt x="310697" y="5962339"/>
                  </a:lnTo>
                  <a:lnTo>
                    <a:pt x="310791" y="5962339"/>
                  </a:lnTo>
                  <a:lnTo>
                    <a:pt x="310884" y="5962339"/>
                  </a:lnTo>
                  <a:lnTo>
                    <a:pt x="310977" y="5962339"/>
                  </a:lnTo>
                  <a:lnTo>
                    <a:pt x="311070" y="5962339"/>
                  </a:lnTo>
                  <a:lnTo>
                    <a:pt x="311164" y="5962339"/>
                  </a:lnTo>
                  <a:lnTo>
                    <a:pt x="311257" y="5962339"/>
                  </a:lnTo>
                  <a:lnTo>
                    <a:pt x="311350" y="5962339"/>
                  </a:lnTo>
                  <a:lnTo>
                    <a:pt x="311443" y="5962339"/>
                  </a:lnTo>
                  <a:lnTo>
                    <a:pt x="311537" y="5962339"/>
                  </a:lnTo>
                  <a:lnTo>
                    <a:pt x="311630" y="5962339"/>
                  </a:lnTo>
                  <a:lnTo>
                    <a:pt x="311723" y="5962339"/>
                  </a:lnTo>
                  <a:lnTo>
                    <a:pt x="311816" y="5962339"/>
                  </a:lnTo>
                  <a:lnTo>
                    <a:pt x="311910" y="5962339"/>
                  </a:lnTo>
                  <a:lnTo>
                    <a:pt x="312003" y="5962339"/>
                  </a:lnTo>
                  <a:lnTo>
                    <a:pt x="312096" y="5962339"/>
                  </a:lnTo>
                  <a:lnTo>
                    <a:pt x="312189" y="5962339"/>
                  </a:lnTo>
                  <a:lnTo>
                    <a:pt x="312282" y="5962339"/>
                  </a:lnTo>
                  <a:lnTo>
                    <a:pt x="312376" y="5962339"/>
                  </a:lnTo>
                  <a:lnTo>
                    <a:pt x="312469" y="5962339"/>
                  </a:lnTo>
                  <a:lnTo>
                    <a:pt x="312562" y="5962339"/>
                  </a:lnTo>
                  <a:lnTo>
                    <a:pt x="312655" y="5962339"/>
                  </a:lnTo>
                  <a:lnTo>
                    <a:pt x="312749" y="5962339"/>
                  </a:lnTo>
                  <a:lnTo>
                    <a:pt x="312842" y="5962339"/>
                  </a:lnTo>
                  <a:lnTo>
                    <a:pt x="312935" y="5962339"/>
                  </a:lnTo>
                  <a:lnTo>
                    <a:pt x="313028" y="5962339"/>
                  </a:lnTo>
                  <a:lnTo>
                    <a:pt x="313122" y="5962339"/>
                  </a:lnTo>
                  <a:lnTo>
                    <a:pt x="313215" y="5962339"/>
                  </a:lnTo>
                  <a:lnTo>
                    <a:pt x="313308" y="5962339"/>
                  </a:lnTo>
                  <a:lnTo>
                    <a:pt x="313401" y="5962339"/>
                  </a:lnTo>
                  <a:lnTo>
                    <a:pt x="313495" y="5962339"/>
                  </a:lnTo>
                  <a:lnTo>
                    <a:pt x="313588" y="5962339"/>
                  </a:lnTo>
                  <a:lnTo>
                    <a:pt x="313681" y="5962339"/>
                  </a:lnTo>
                  <a:lnTo>
                    <a:pt x="313774" y="5962339"/>
                  </a:lnTo>
                  <a:lnTo>
                    <a:pt x="313868" y="5962339"/>
                  </a:lnTo>
                  <a:lnTo>
                    <a:pt x="313961" y="5962339"/>
                  </a:lnTo>
                  <a:lnTo>
                    <a:pt x="314054" y="5962339"/>
                  </a:lnTo>
                  <a:lnTo>
                    <a:pt x="314147" y="5962339"/>
                  </a:lnTo>
                  <a:lnTo>
                    <a:pt x="314241" y="5962339"/>
                  </a:lnTo>
                  <a:lnTo>
                    <a:pt x="314334" y="5962339"/>
                  </a:lnTo>
                  <a:lnTo>
                    <a:pt x="314427" y="5962339"/>
                  </a:lnTo>
                  <a:lnTo>
                    <a:pt x="314520" y="5962339"/>
                  </a:lnTo>
                  <a:lnTo>
                    <a:pt x="314614" y="5962339"/>
                  </a:lnTo>
                  <a:lnTo>
                    <a:pt x="314707" y="5962339"/>
                  </a:lnTo>
                  <a:lnTo>
                    <a:pt x="314800" y="5962339"/>
                  </a:lnTo>
                  <a:lnTo>
                    <a:pt x="314893" y="5962339"/>
                  </a:lnTo>
                  <a:lnTo>
                    <a:pt x="314987" y="5962339"/>
                  </a:lnTo>
                  <a:lnTo>
                    <a:pt x="315080" y="5962339"/>
                  </a:lnTo>
                  <a:lnTo>
                    <a:pt x="315173" y="5962339"/>
                  </a:lnTo>
                  <a:lnTo>
                    <a:pt x="315266" y="5962339"/>
                  </a:lnTo>
                  <a:lnTo>
                    <a:pt x="315360" y="5962339"/>
                  </a:lnTo>
                  <a:lnTo>
                    <a:pt x="315453" y="5962339"/>
                  </a:lnTo>
                  <a:lnTo>
                    <a:pt x="315546" y="5962339"/>
                  </a:lnTo>
                  <a:lnTo>
                    <a:pt x="315639" y="5962339"/>
                  </a:lnTo>
                  <a:lnTo>
                    <a:pt x="315733" y="5962339"/>
                  </a:lnTo>
                  <a:lnTo>
                    <a:pt x="315826" y="5962339"/>
                  </a:lnTo>
                  <a:lnTo>
                    <a:pt x="315919" y="5962339"/>
                  </a:lnTo>
                  <a:lnTo>
                    <a:pt x="316012" y="5962339"/>
                  </a:lnTo>
                  <a:lnTo>
                    <a:pt x="316106" y="5962339"/>
                  </a:lnTo>
                  <a:lnTo>
                    <a:pt x="316199" y="5962339"/>
                  </a:lnTo>
                  <a:lnTo>
                    <a:pt x="316292" y="5962339"/>
                  </a:lnTo>
                  <a:lnTo>
                    <a:pt x="316385" y="5962339"/>
                  </a:lnTo>
                  <a:lnTo>
                    <a:pt x="316479" y="5962339"/>
                  </a:lnTo>
                  <a:lnTo>
                    <a:pt x="316572" y="5962339"/>
                  </a:lnTo>
                  <a:lnTo>
                    <a:pt x="316665" y="5962339"/>
                  </a:lnTo>
                  <a:lnTo>
                    <a:pt x="316758" y="5962339"/>
                  </a:lnTo>
                  <a:lnTo>
                    <a:pt x="316852" y="5962339"/>
                  </a:lnTo>
                  <a:lnTo>
                    <a:pt x="316945" y="5962339"/>
                  </a:lnTo>
                  <a:lnTo>
                    <a:pt x="317038" y="5962339"/>
                  </a:lnTo>
                  <a:lnTo>
                    <a:pt x="317131" y="5962339"/>
                  </a:lnTo>
                  <a:lnTo>
                    <a:pt x="317225" y="5962339"/>
                  </a:lnTo>
                  <a:lnTo>
                    <a:pt x="317318" y="5962339"/>
                  </a:lnTo>
                  <a:lnTo>
                    <a:pt x="317411" y="5962339"/>
                  </a:lnTo>
                  <a:lnTo>
                    <a:pt x="317504" y="5962339"/>
                  </a:lnTo>
                  <a:lnTo>
                    <a:pt x="317598" y="5962339"/>
                  </a:lnTo>
                  <a:lnTo>
                    <a:pt x="317691" y="5962339"/>
                  </a:lnTo>
                  <a:lnTo>
                    <a:pt x="317784" y="5962339"/>
                  </a:lnTo>
                  <a:lnTo>
                    <a:pt x="317877" y="5962339"/>
                  </a:lnTo>
                  <a:lnTo>
                    <a:pt x="317971" y="5962339"/>
                  </a:lnTo>
                  <a:lnTo>
                    <a:pt x="318064" y="5962339"/>
                  </a:lnTo>
                  <a:lnTo>
                    <a:pt x="318157" y="5962339"/>
                  </a:lnTo>
                  <a:lnTo>
                    <a:pt x="318250" y="5962339"/>
                  </a:lnTo>
                  <a:lnTo>
                    <a:pt x="318344" y="5962339"/>
                  </a:lnTo>
                  <a:lnTo>
                    <a:pt x="318437" y="5962339"/>
                  </a:lnTo>
                  <a:lnTo>
                    <a:pt x="318530" y="5962339"/>
                  </a:lnTo>
                  <a:lnTo>
                    <a:pt x="318623" y="5962339"/>
                  </a:lnTo>
                  <a:lnTo>
                    <a:pt x="318717" y="5962339"/>
                  </a:lnTo>
                  <a:lnTo>
                    <a:pt x="318810" y="5962339"/>
                  </a:lnTo>
                  <a:lnTo>
                    <a:pt x="318903" y="5962339"/>
                  </a:lnTo>
                  <a:lnTo>
                    <a:pt x="318996" y="5962339"/>
                  </a:lnTo>
                  <a:lnTo>
                    <a:pt x="319090" y="5962339"/>
                  </a:lnTo>
                  <a:lnTo>
                    <a:pt x="319183" y="5962339"/>
                  </a:lnTo>
                  <a:lnTo>
                    <a:pt x="319276" y="5962339"/>
                  </a:lnTo>
                  <a:lnTo>
                    <a:pt x="319369" y="5962339"/>
                  </a:lnTo>
                  <a:lnTo>
                    <a:pt x="319462" y="5962339"/>
                  </a:lnTo>
                  <a:lnTo>
                    <a:pt x="319556" y="5962339"/>
                  </a:lnTo>
                  <a:lnTo>
                    <a:pt x="319649" y="5962339"/>
                  </a:lnTo>
                  <a:lnTo>
                    <a:pt x="319742" y="5962339"/>
                  </a:lnTo>
                  <a:lnTo>
                    <a:pt x="319835" y="5962339"/>
                  </a:lnTo>
                  <a:lnTo>
                    <a:pt x="319929" y="5962339"/>
                  </a:lnTo>
                  <a:lnTo>
                    <a:pt x="320022" y="5962339"/>
                  </a:lnTo>
                  <a:lnTo>
                    <a:pt x="320115" y="5962339"/>
                  </a:lnTo>
                  <a:lnTo>
                    <a:pt x="320208" y="5962339"/>
                  </a:lnTo>
                  <a:lnTo>
                    <a:pt x="320302" y="5962339"/>
                  </a:lnTo>
                  <a:lnTo>
                    <a:pt x="320395" y="5962339"/>
                  </a:lnTo>
                  <a:lnTo>
                    <a:pt x="320488" y="5962339"/>
                  </a:lnTo>
                  <a:lnTo>
                    <a:pt x="320581" y="5962339"/>
                  </a:lnTo>
                  <a:lnTo>
                    <a:pt x="320675" y="5962339"/>
                  </a:lnTo>
                  <a:lnTo>
                    <a:pt x="320768" y="5962339"/>
                  </a:lnTo>
                  <a:lnTo>
                    <a:pt x="320861" y="5962339"/>
                  </a:lnTo>
                  <a:lnTo>
                    <a:pt x="320954" y="5962339"/>
                  </a:lnTo>
                  <a:lnTo>
                    <a:pt x="321048" y="5962339"/>
                  </a:lnTo>
                  <a:lnTo>
                    <a:pt x="321141" y="5962339"/>
                  </a:lnTo>
                  <a:lnTo>
                    <a:pt x="321234" y="5962339"/>
                  </a:lnTo>
                  <a:lnTo>
                    <a:pt x="321327" y="5962339"/>
                  </a:lnTo>
                  <a:lnTo>
                    <a:pt x="321421" y="5962339"/>
                  </a:lnTo>
                  <a:lnTo>
                    <a:pt x="321514" y="5962339"/>
                  </a:lnTo>
                  <a:lnTo>
                    <a:pt x="321607" y="5962339"/>
                  </a:lnTo>
                  <a:lnTo>
                    <a:pt x="321700" y="5962339"/>
                  </a:lnTo>
                  <a:lnTo>
                    <a:pt x="321794" y="5962339"/>
                  </a:lnTo>
                  <a:lnTo>
                    <a:pt x="321887" y="5962339"/>
                  </a:lnTo>
                  <a:lnTo>
                    <a:pt x="321980" y="5962339"/>
                  </a:lnTo>
                  <a:lnTo>
                    <a:pt x="322073" y="5962339"/>
                  </a:lnTo>
                  <a:lnTo>
                    <a:pt x="322167" y="5962339"/>
                  </a:lnTo>
                  <a:lnTo>
                    <a:pt x="322260" y="5962339"/>
                  </a:lnTo>
                  <a:lnTo>
                    <a:pt x="322353" y="5962339"/>
                  </a:lnTo>
                  <a:lnTo>
                    <a:pt x="322446" y="5962339"/>
                  </a:lnTo>
                  <a:lnTo>
                    <a:pt x="322540" y="5962339"/>
                  </a:lnTo>
                  <a:lnTo>
                    <a:pt x="322633" y="5962339"/>
                  </a:lnTo>
                  <a:lnTo>
                    <a:pt x="322726" y="5962339"/>
                  </a:lnTo>
                  <a:lnTo>
                    <a:pt x="322819" y="5962339"/>
                  </a:lnTo>
                  <a:lnTo>
                    <a:pt x="322913" y="5962339"/>
                  </a:lnTo>
                  <a:lnTo>
                    <a:pt x="323006" y="5962339"/>
                  </a:lnTo>
                  <a:lnTo>
                    <a:pt x="323099" y="5962339"/>
                  </a:lnTo>
                  <a:lnTo>
                    <a:pt x="323192" y="5962339"/>
                  </a:lnTo>
                  <a:lnTo>
                    <a:pt x="323286" y="5962339"/>
                  </a:lnTo>
                  <a:lnTo>
                    <a:pt x="323379" y="5962339"/>
                  </a:lnTo>
                  <a:lnTo>
                    <a:pt x="323472" y="5962339"/>
                  </a:lnTo>
                  <a:lnTo>
                    <a:pt x="323565" y="5962339"/>
                  </a:lnTo>
                  <a:lnTo>
                    <a:pt x="323659" y="5962339"/>
                  </a:lnTo>
                  <a:lnTo>
                    <a:pt x="323752" y="5962339"/>
                  </a:lnTo>
                  <a:lnTo>
                    <a:pt x="323845" y="5962339"/>
                  </a:lnTo>
                  <a:lnTo>
                    <a:pt x="323938" y="5962339"/>
                  </a:lnTo>
                  <a:lnTo>
                    <a:pt x="324032" y="5962339"/>
                  </a:lnTo>
                  <a:lnTo>
                    <a:pt x="324125" y="5962339"/>
                  </a:lnTo>
                  <a:lnTo>
                    <a:pt x="324218" y="5962339"/>
                  </a:lnTo>
                  <a:lnTo>
                    <a:pt x="324311" y="5962339"/>
                  </a:lnTo>
                  <a:lnTo>
                    <a:pt x="324405" y="5962339"/>
                  </a:lnTo>
                  <a:lnTo>
                    <a:pt x="324498" y="5962339"/>
                  </a:lnTo>
                  <a:lnTo>
                    <a:pt x="324591" y="5962339"/>
                  </a:lnTo>
                  <a:lnTo>
                    <a:pt x="324684" y="5962339"/>
                  </a:lnTo>
                  <a:lnTo>
                    <a:pt x="324778" y="5962339"/>
                  </a:lnTo>
                  <a:lnTo>
                    <a:pt x="324871" y="5962339"/>
                  </a:lnTo>
                  <a:lnTo>
                    <a:pt x="324964" y="5962339"/>
                  </a:lnTo>
                  <a:lnTo>
                    <a:pt x="325057" y="5962339"/>
                  </a:lnTo>
                  <a:lnTo>
                    <a:pt x="325151" y="5962339"/>
                  </a:lnTo>
                  <a:lnTo>
                    <a:pt x="325244" y="5962339"/>
                  </a:lnTo>
                  <a:lnTo>
                    <a:pt x="325337" y="5962339"/>
                  </a:lnTo>
                  <a:lnTo>
                    <a:pt x="325430" y="5962339"/>
                  </a:lnTo>
                  <a:lnTo>
                    <a:pt x="325524" y="5962339"/>
                  </a:lnTo>
                  <a:lnTo>
                    <a:pt x="325617" y="5962339"/>
                  </a:lnTo>
                  <a:lnTo>
                    <a:pt x="325710" y="5962339"/>
                  </a:lnTo>
                  <a:lnTo>
                    <a:pt x="325803" y="5962339"/>
                  </a:lnTo>
                  <a:lnTo>
                    <a:pt x="325897" y="5962339"/>
                  </a:lnTo>
                  <a:lnTo>
                    <a:pt x="325990" y="5962339"/>
                  </a:lnTo>
                  <a:lnTo>
                    <a:pt x="326083" y="5962339"/>
                  </a:lnTo>
                  <a:lnTo>
                    <a:pt x="326176" y="5962339"/>
                  </a:lnTo>
                  <a:lnTo>
                    <a:pt x="326269" y="5962339"/>
                  </a:lnTo>
                  <a:lnTo>
                    <a:pt x="326363" y="5962339"/>
                  </a:lnTo>
                  <a:lnTo>
                    <a:pt x="326456" y="5962339"/>
                  </a:lnTo>
                  <a:lnTo>
                    <a:pt x="326549" y="5962339"/>
                  </a:lnTo>
                  <a:lnTo>
                    <a:pt x="326642" y="5962339"/>
                  </a:lnTo>
                  <a:lnTo>
                    <a:pt x="326736" y="5962339"/>
                  </a:lnTo>
                  <a:lnTo>
                    <a:pt x="326829" y="5962339"/>
                  </a:lnTo>
                  <a:lnTo>
                    <a:pt x="326922" y="5962339"/>
                  </a:lnTo>
                  <a:lnTo>
                    <a:pt x="327015" y="5962339"/>
                  </a:lnTo>
                  <a:lnTo>
                    <a:pt x="327109" y="5962339"/>
                  </a:lnTo>
                  <a:lnTo>
                    <a:pt x="327202" y="5962339"/>
                  </a:lnTo>
                  <a:lnTo>
                    <a:pt x="327295" y="5962339"/>
                  </a:lnTo>
                  <a:lnTo>
                    <a:pt x="327388" y="5962339"/>
                  </a:lnTo>
                  <a:lnTo>
                    <a:pt x="327482" y="5962339"/>
                  </a:lnTo>
                  <a:lnTo>
                    <a:pt x="327575" y="5962339"/>
                  </a:lnTo>
                  <a:lnTo>
                    <a:pt x="327668" y="5962339"/>
                  </a:lnTo>
                  <a:lnTo>
                    <a:pt x="327761" y="5962339"/>
                  </a:lnTo>
                  <a:lnTo>
                    <a:pt x="327855" y="5962339"/>
                  </a:lnTo>
                  <a:lnTo>
                    <a:pt x="327948" y="5962339"/>
                  </a:lnTo>
                  <a:lnTo>
                    <a:pt x="328041" y="5962339"/>
                  </a:lnTo>
                  <a:lnTo>
                    <a:pt x="328134" y="5962339"/>
                  </a:lnTo>
                  <a:lnTo>
                    <a:pt x="328228" y="5962339"/>
                  </a:lnTo>
                  <a:lnTo>
                    <a:pt x="328321" y="5962339"/>
                  </a:lnTo>
                  <a:lnTo>
                    <a:pt x="328414" y="5962339"/>
                  </a:lnTo>
                  <a:lnTo>
                    <a:pt x="328507" y="5962339"/>
                  </a:lnTo>
                  <a:lnTo>
                    <a:pt x="328601" y="5962339"/>
                  </a:lnTo>
                  <a:lnTo>
                    <a:pt x="328694" y="5962339"/>
                  </a:lnTo>
                  <a:lnTo>
                    <a:pt x="328787" y="5962339"/>
                  </a:lnTo>
                  <a:lnTo>
                    <a:pt x="328880" y="5962339"/>
                  </a:lnTo>
                  <a:lnTo>
                    <a:pt x="328974" y="5962339"/>
                  </a:lnTo>
                  <a:lnTo>
                    <a:pt x="329067" y="5962339"/>
                  </a:lnTo>
                  <a:lnTo>
                    <a:pt x="329160" y="5962339"/>
                  </a:lnTo>
                  <a:lnTo>
                    <a:pt x="329253" y="5962339"/>
                  </a:lnTo>
                  <a:lnTo>
                    <a:pt x="329347" y="5962339"/>
                  </a:lnTo>
                  <a:lnTo>
                    <a:pt x="329440" y="5962339"/>
                  </a:lnTo>
                  <a:lnTo>
                    <a:pt x="329533" y="5962339"/>
                  </a:lnTo>
                  <a:lnTo>
                    <a:pt x="329626" y="5962339"/>
                  </a:lnTo>
                  <a:lnTo>
                    <a:pt x="329720" y="5962339"/>
                  </a:lnTo>
                  <a:lnTo>
                    <a:pt x="329813" y="5962339"/>
                  </a:lnTo>
                  <a:lnTo>
                    <a:pt x="329906" y="5962339"/>
                  </a:lnTo>
                  <a:lnTo>
                    <a:pt x="329999" y="5962339"/>
                  </a:lnTo>
                  <a:lnTo>
                    <a:pt x="330093" y="5962339"/>
                  </a:lnTo>
                  <a:lnTo>
                    <a:pt x="330186" y="5962339"/>
                  </a:lnTo>
                  <a:lnTo>
                    <a:pt x="330279" y="5962339"/>
                  </a:lnTo>
                  <a:lnTo>
                    <a:pt x="330372" y="5962339"/>
                  </a:lnTo>
                  <a:lnTo>
                    <a:pt x="330466" y="5962339"/>
                  </a:lnTo>
                  <a:lnTo>
                    <a:pt x="330466" y="5952385"/>
                  </a:lnTo>
                  <a:lnTo>
                    <a:pt x="330559" y="5952385"/>
                  </a:lnTo>
                  <a:lnTo>
                    <a:pt x="330652" y="5952385"/>
                  </a:lnTo>
                  <a:lnTo>
                    <a:pt x="330745" y="5952385"/>
                  </a:lnTo>
                  <a:lnTo>
                    <a:pt x="330839" y="5952385"/>
                  </a:lnTo>
                  <a:lnTo>
                    <a:pt x="330932" y="5952385"/>
                  </a:lnTo>
                  <a:lnTo>
                    <a:pt x="331025" y="5952385"/>
                  </a:lnTo>
                  <a:lnTo>
                    <a:pt x="331118" y="5952385"/>
                  </a:lnTo>
                  <a:lnTo>
                    <a:pt x="331212" y="5952385"/>
                  </a:lnTo>
                  <a:lnTo>
                    <a:pt x="331305" y="5952385"/>
                  </a:lnTo>
                  <a:lnTo>
                    <a:pt x="331398" y="5952385"/>
                  </a:lnTo>
                  <a:lnTo>
                    <a:pt x="331491" y="5952385"/>
                  </a:lnTo>
                  <a:lnTo>
                    <a:pt x="331585" y="5952385"/>
                  </a:lnTo>
                  <a:lnTo>
                    <a:pt x="331678" y="5952385"/>
                  </a:lnTo>
                  <a:lnTo>
                    <a:pt x="331771" y="5952385"/>
                  </a:lnTo>
                  <a:lnTo>
                    <a:pt x="331864" y="5952385"/>
                  </a:lnTo>
                  <a:lnTo>
                    <a:pt x="331958" y="5952385"/>
                  </a:lnTo>
                  <a:lnTo>
                    <a:pt x="332051" y="5952385"/>
                  </a:lnTo>
                  <a:lnTo>
                    <a:pt x="332144" y="5952385"/>
                  </a:lnTo>
                  <a:lnTo>
                    <a:pt x="332237" y="5952385"/>
                  </a:lnTo>
                  <a:lnTo>
                    <a:pt x="332331" y="5952385"/>
                  </a:lnTo>
                  <a:lnTo>
                    <a:pt x="332424" y="5952385"/>
                  </a:lnTo>
                  <a:lnTo>
                    <a:pt x="332517" y="5952385"/>
                  </a:lnTo>
                  <a:lnTo>
                    <a:pt x="332610" y="5952385"/>
                  </a:lnTo>
                  <a:lnTo>
                    <a:pt x="332704" y="5952385"/>
                  </a:lnTo>
                  <a:lnTo>
                    <a:pt x="332797" y="5952385"/>
                  </a:lnTo>
                  <a:lnTo>
                    <a:pt x="332890" y="5952385"/>
                  </a:lnTo>
                  <a:lnTo>
                    <a:pt x="332983" y="5952385"/>
                  </a:lnTo>
                  <a:lnTo>
                    <a:pt x="333076" y="5952385"/>
                  </a:lnTo>
                  <a:lnTo>
                    <a:pt x="333170" y="5952385"/>
                  </a:lnTo>
                  <a:lnTo>
                    <a:pt x="333263" y="5952385"/>
                  </a:lnTo>
                  <a:lnTo>
                    <a:pt x="333356" y="5952385"/>
                  </a:lnTo>
                  <a:lnTo>
                    <a:pt x="333449" y="5952385"/>
                  </a:lnTo>
                  <a:lnTo>
                    <a:pt x="333543" y="5952385"/>
                  </a:lnTo>
                  <a:lnTo>
                    <a:pt x="333636" y="5952385"/>
                  </a:lnTo>
                  <a:lnTo>
                    <a:pt x="333729" y="5952385"/>
                  </a:lnTo>
                  <a:lnTo>
                    <a:pt x="333822" y="5952385"/>
                  </a:lnTo>
                  <a:lnTo>
                    <a:pt x="333916" y="5952385"/>
                  </a:lnTo>
                  <a:lnTo>
                    <a:pt x="334009" y="5952385"/>
                  </a:lnTo>
                  <a:lnTo>
                    <a:pt x="334102" y="5952385"/>
                  </a:lnTo>
                  <a:lnTo>
                    <a:pt x="334195" y="5952385"/>
                  </a:lnTo>
                  <a:lnTo>
                    <a:pt x="334289" y="5952385"/>
                  </a:lnTo>
                  <a:lnTo>
                    <a:pt x="334382" y="5952385"/>
                  </a:lnTo>
                  <a:lnTo>
                    <a:pt x="334475" y="5952385"/>
                  </a:lnTo>
                  <a:lnTo>
                    <a:pt x="334568" y="5952385"/>
                  </a:lnTo>
                  <a:lnTo>
                    <a:pt x="334662" y="5952385"/>
                  </a:lnTo>
                  <a:lnTo>
                    <a:pt x="334755" y="5952385"/>
                  </a:lnTo>
                  <a:lnTo>
                    <a:pt x="334848" y="5952385"/>
                  </a:lnTo>
                  <a:lnTo>
                    <a:pt x="334941" y="5952385"/>
                  </a:lnTo>
                  <a:lnTo>
                    <a:pt x="335035" y="5952385"/>
                  </a:lnTo>
                  <a:lnTo>
                    <a:pt x="335128" y="5952385"/>
                  </a:lnTo>
                  <a:lnTo>
                    <a:pt x="335221" y="5952385"/>
                  </a:lnTo>
                  <a:lnTo>
                    <a:pt x="335314" y="5952385"/>
                  </a:lnTo>
                  <a:lnTo>
                    <a:pt x="335408" y="5952385"/>
                  </a:lnTo>
                  <a:lnTo>
                    <a:pt x="335501" y="5952385"/>
                  </a:lnTo>
                  <a:lnTo>
                    <a:pt x="335594" y="5952385"/>
                  </a:lnTo>
                  <a:lnTo>
                    <a:pt x="335687" y="5952385"/>
                  </a:lnTo>
                  <a:lnTo>
                    <a:pt x="335781" y="5952385"/>
                  </a:lnTo>
                  <a:lnTo>
                    <a:pt x="335874" y="5952385"/>
                  </a:lnTo>
                  <a:lnTo>
                    <a:pt x="335967" y="5952385"/>
                  </a:lnTo>
                  <a:lnTo>
                    <a:pt x="336060" y="5952385"/>
                  </a:lnTo>
                  <a:lnTo>
                    <a:pt x="336154" y="5952385"/>
                  </a:lnTo>
                  <a:lnTo>
                    <a:pt x="336247" y="5952385"/>
                  </a:lnTo>
                  <a:lnTo>
                    <a:pt x="336340" y="5952385"/>
                  </a:lnTo>
                  <a:lnTo>
                    <a:pt x="336433" y="5952385"/>
                  </a:lnTo>
                  <a:lnTo>
                    <a:pt x="336527" y="5952385"/>
                  </a:lnTo>
                  <a:lnTo>
                    <a:pt x="336620" y="5952385"/>
                  </a:lnTo>
                  <a:lnTo>
                    <a:pt x="336713" y="5952385"/>
                  </a:lnTo>
                  <a:lnTo>
                    <a:pt x="336806" y="5952385"/>
                  </a:lnTo>
                  <a:lnTo>
                    <a:pt x="336900" y="5952385"/>
                  </a:lnTo>
                  <a:lnTo>
                    <a:pt x="336993" y="5952385"/>
                  </a:lnTo>
                  <a:lnTo>
                    <a:pt x="337086" y="5952385"/>
                  </a:lnTo>
                  <a:lnTo>
                    <a:pt x="337179" y="5952385"/>
                  </a:lnTo>
                  <a:lnTo>
                    <a:pt x="337273" y="5952385"/>
                  </a:lnTo>
                  <a:lnTo>
                    <a:pt x="337366" y="5952385"/>
                  </a:lnTo>
                  <a:lnTo>
                    <a:pt x="337459" y="5952385"/>
                  </a:lnTo>
                  <a:lnTo>
                    <a:pt x="337552" y="5952385"/>
                  </a:lnTo>
                  <a:lnTo>
                    <a:pt x="337646" y="5952385"/>
                  </a:lnTo>
                  <a:lnTo>
                    <a:pt x="337739" y="5952385"/>
                  </a:lnTo>
                  <a:lnTo>
                    <a:pt x="337832" y="5952385"/>
                  </a:lnTo>
                  <a:lnTo>
                    <a:pt x="337925" y="5952385"/>
                  </a:lnTo>
                  <a:lnTo>
                    <a:pt x="338019" y="5952385"/>
                  </a:lnTo>
                  <a:lnTo>
                    <a:pt x="338112" y="5952385"/>
                  </a:lnTo>
                  <a:lnTo>
                    <a:pt x="338205" y="5952385"/>
                  </a:lnTo>
                  <a:lnTo>
                    <a:pt x="338298" y="5952385"/>
                  </a:lnTo>
                  <a:lnTo>
                    <a:pt x="338392" y="5952385"/>
                  </a:lnTo>
                  <a:lnTo>
                    <a:pt x="338485" y="5952385"/>
                  </a:lnTo>
                  <a:lnTo>
                    <a:pt x="338578" y="5952385"/>
                  </a:lnTo>
                  <a:lnTo>
                    <a:pt x="338671" y="5952385"/>
                  </a:lnTo>
                  <a:lnTo>
                    <a:pt x="338765" y="5952385"/>
                  </a:lnTo>
                  <a:lnTo>
                    <a:pt x="338858" y="5952385"/>
                  </a:lnTo>
                  <a:lnTo>
                    <a:pt x="338951" y="5952385"/>
                  </a:lnTo>
                  <a:lnTo>
                    <a:pt x="339044" y="5952385"/>
                  </a:lnTo>
                  <a:lnTo>
                    <a:pt x="339138" y="5952385"/>
                  </a:lnTo>
                  <a:lnTo>
                    <a:pt x="339231" y="5952385"/>
                  </a:lnTo>
                  <a:lnTo>
                    <a:pt x="339324" y="5952385"/>
                  </a:lnTo>
                  <a:lnTo>
                    <a:pt x="339417" y="5952385"/>
                  </a:lnTo>
                  <a:lnTo>
                    <a:pt x="339511" y="5952385"/>
                  </a:lnTo>
                  <a:lnTo>
                    <a:pt x="339604" y="5952385"/>
                  </a:lnTo>
                  <a:lnTo>
                    <a:pt x="339697" y="5952385"/>
                  </a:lnTo>
                  <a:lnTo>
                    <a:pt x="339790" y="5952385"/>
                  </a:lnTo>
                  <a:lnTo>
                    <a:pt x="339884" y="5952385"/>
                  </a:lnTo>
                  <a:lnTo>
                    <a:pt x="339977" y="5952385"/>
                  </a:lnTo>
                  <a:lnTo>
                    <a:pt x="340070" y="5952385"/>
                  </a:lnTo>
                  <a:lnTo>
                    <a:pt x="340163" y="5952385"/>
                  </a:lnTo>
                  <a:lnTo>
                    <a:pt x="340256" y="5952385"/>
                  </a:lnTo>
                  <a:lnTo>
                    <a:pt x="340350" y="5952385"/>
                  </a:lnTo>
                  <a:lnTo>
                    <a:pt x="340443" y="5952385"/>
                  </a:lnTo>
                  <a:lnTo>
                    <a:pt x="340536" y="5952385"/>
                  </a:lnTo>
                  <a:lnTo>
                    <a:pt x="340629" y="5952385"/>
                  </a:lnTo>
                  <a:lnTo>
                    <a:pt x="340723" y="5952385"/>
                  </a:lnTo>
                  <a:lnTo>
                    <a:pt x="340816" y="5952385"/>
                  </a:lnTo>
                  <a:lnTo>
                    <a:pt x="340909" y="5952385"/>
                  </a:lnTo>
                  <a:lnTo>
                    <a:pt x="341002" y="5952385"/>
                  </a:lnTo>
                  <a:lnTo>
                    <a:pt x="341096" y="5952385"/>
                  </a:lnTo>
                  <a:lnTo>
                    <a:pt x="341189" y="5952385"/>
                  </a:lnTo>
                  <a:lnTo>
                    <a:pt x="341282" y="5952385"/>
                  </a:lnTo>
                  <a:lnTo>
                    <a:pt x="341375" y="5952385"/>
                  </a:lnTo>
                  <a:lnTo>
                    <a:pt x="341469" y="5952385"/>
                  </a:lnTo>
                  <a:lnTo>
                    <a:pt x="341562" y="5952385"/>
                  </a:lnTo>
                  <a:lnTo>
                    <a:pt x="341655" y="5952385"/>
                  </a:lnTo>
                  <a:lnTo>
                    <a:pt x="341748" y="5952385"/>
                  </a:lnTo>
                  <a:lnTo>
                    <a:pt x="341842" y="5952385"/>
                  </a:lnTo>
                  <a:lnTo>
                    <a:pt x="341935" y="5952385"/>
                  </a:lnTo>
                  <a:lnTo>
                    <a:pt x="342028" y="5952385"/>
                  </a:lnTo>
                  <a:lnTo>
                    <a:pt x="342121" y="5952385"/>
                  </a:lnTo>
                  <a:lnTo>
                    <a:pt x="342215" y="5952385"/>
                  </a:lnTo>
                  <a:lnTo>
                    <a:pt x="342308" y="5952385"/>
                  </a:lnTo>
                  <a:lnTo>
                    <a:pt x="342401" y="5952385"/>
                  </a:lnTo>
                  <a:lnTo>
                    <a:pt x="342494" y="5952385"/>
                  </a:lnTo>
                  <a:lnTo>
                    <a:pt x="342588" y="5952385"/>
                  </a:lnTo>
                  <a:lnTo>
                    <a:pt x="342681" y="5952385"/>
                  </a:lnTo>
                  <a:lnTo>
                    <a:pt x="342774" y="5952385"/>
                  </a:lnTo>
                  <a:lnTo>
                    <a:pt x="342867" y="5952385"/>
                  </a:lnTo>
                  <a:lnTo>
                    <a:pt x="342961" y="5952385"/>
                  </a:lnTo>
                  <a:lnTo>
                    <a:pt x="343054" y="5952385"/>
                  </a:lnTo>
                  <a:lnTo>
                    <a:pt x="343054" y="5942432"/>
                  </a:lnTo>
                  <a:lnTo>
                    <a:pt x="343147" y="5942432"/>
                  </a:lnTo>
                  <a:lnTo>
                    <a:pt x="343240" y="5942432"/>
                  </a:lnTo>
                  <a:lnTo>
                    <a:pt x="343334" y="5942432"/>
                  </a:lnTo>
                  <a:lnTo>
                    <a:pt x="343427" y="5942432"/>
                  </a:lnTo>
                  <a:lnTo>
                    <a:pt x="343520" y="5942432"/>
                  </a:lnTo>
                  <a:lnTo>
                    <a:pt x="343613" y="5942432"/>
                  </a:lnTo>
                  <a:lnTo>
                    <a:pt x="343707" y="5942432"/>
                  </a:lnTo>
                  <a:lnTo>
                    <a:pt x="343800" y="5942432"/>
                  </a:lnTo>
                  <a:lnTo>
                    <a:pt x="343893" y="5942432"/>
                  </a:lnTo>
                  <a:lnTo>
                    <a:pt x="343986" y="5942432"/>
                  </a:lnTo>
                  <a:lnTo>
                    <a:pt x="344080" y="5942432"/>
                  </a:lnTo>
                  <a:lnTo>
                    <a:pt x="344080" y="5932478"/>
                  </a:lnTo>
                  <a:lnTo>
                    <a:pt x="344173" y="5932478"/>
                  </a:lnTo>
                  <a:lnTo>
                    <a:pt x="344266" y="5932478"/>
                  </a:lnTo>
                  <a:lnTo>
                    <a:pt x="344359" y="5932478"/>
                  </a:lnTo>
                  <a:lnTo>
                    <a:pt x="344453" y="5932478"/>
                  </a:lnTo>
                  <a:lnTo>
                    <a:pt x="344546" y="5932478"/>
                  </a:lnTo>
                  <a:lnTo>
                    <a:pt x="344639" y="5932478"/>
                  </a:lnTo>
                  <a:lnTo>
                    <a:pt x="344732" y="5932478"/>
                  </a:lnTo>
                  <a:lnTo>
                    <a:pt x="344826" y="5932478"/>
                  </a:lnTo>
                  <a:lnTo>
                    <a:pt x="344919" y="5932478"/>
                  </a:lnTo>
                  <a:lnTo>
                    <a:pt x="345012" y="5932478"/>
                  </a:lnTo>
                  <a:lnTo>
                    <a:pt x="345105" y="5932478"/>
                  </a:lnTo>
                  <a:lnTo>
                    <a:pt x="345199" y="5932478"/>
                  </a:lnTo>
                  <a:lnTo>
                    <a:pt x="345292" y="5932478"/>
                  </a:lnTo>
                  <a:lnTo>
                    <a:pt x="345385" y="5932478"/>
                  </a:lnTo>
                  <a:lnTo>
                    <a:pt x="345478" y="5932478"/>
                  </a:lnTo>
                  <a:lnTo>
                    <a:pt x="345572" y="5932478"/>
                  </a:lnTo>
                  <a:lnTo>
                    <a:pt x="345665" y="5932478"/>
                  </a:lnTo>
                  <a:lnTo>
                    <a:pt x="345758" y="5932478"/>
                  </a:lnTo>
                  <a:lnTo>
                    <a:pt x="345851" y="5932478"/>
                  </a:lnTo>
                  <a:lnTo>
                    <a:pt x="345945" y="5932478"/>
                  </a:lnTo>
                  <a:lnTo>
                    <a:pt x="346038" y="5932478"/>
                  </a:lnTo>
                  <a:lnTo>
                    <a:pt x="346131" y="5932478"/>
                  </a:lnTo>
                  <a:lnTo>
                    <a:pt x="346224" y="5932478"/>
                  </a:lnTo>
                  <a:lnTo>
                    <a:pt x="346318" y="5932478"/>
                  </a:lnTo>
                  <a:lnTo>
                    <a:pt x="346411" y="5932478"/>
                  </a:lnTo>
                  <a:lnTo>
                    <a:pt x="346504" y="5932478"/>
                  </a:lnTo>
                  <a:lnTo>
                    <a:pt x="346597" y="5932478"/>
                  </a:lnTo>
                  <a:lnTo>
                    <a:pt x="346691" y="5932478"/>
                  </a:lnTo>
                  <a:lnTo>
                    <a:pt x="346784" y="5932478"/>
                  </a:lnTo>
                  <a:lnTo>
                    <a:pt x="346877" y="5932478"/>
                  </a:lnTo>
                  <a:lnTo>
                    <a:pt x="346970" y="5932478"/>
                  </a:lnTo>
                  <a:lnTo>
                    <a:pt x="347063" y="5932478"/>
                  </a:lnTo>
                  <a:lnTo>
                    <a:pt x="347157" y="5932478"/>
                  </a:lnTo>
                  <a:lnTo>
                    <a:pt x="347250" y="5932478"/>
                  </a:lnTo>
                  <a:lnTo>
                    <a:pt x="347343" y="5932478"/>
                  </a:lnTo>
                  <a:lnTo>
                    <a:pt x="347436" y="5932478"/>
                  </a:lnTo>
                  <a:lnTo>
                    <a:pt x="347530" y="5932478"/>
                  </a:lnTo>
                  <a:lnTo>
                    <a:pt x="347623" y="5932478"/>
                  </a:lnTo>
                  <a:lnTo>
                    <a:pt x="347716" y="5932478"/>
                  </a:lnTo>
                  <a:lnTo>
                    <a:pt x="347809" y="5932478"/>
                  </a:lnTo>
                  <a:lnTo>
                    <a:pt x="347903" y="5932478"/>
                  </a:lnTo>
                  <a:lnTo>
                    <a:pt x="347996" y="5932478"/>
                  </a:lnTo>
                  <a:lnTo>
                    <a:pt x="348089" y="5932478"/>
                  </a:lnTo>
                  <a:lnTo>
                    <a:pt x="348182" y="5932478"/>
                  </a:lnTo>
                  <a:lnTo>
                    <a:pt x="348276" y="5932478"/>
                  </a:lnTo>
                  <a:lnTo>
                    <a:pt x="348369" y="5932478"/>
                  </a:lnTo>
                  <a:lnTo>
                    <a:pt x="348462" y="5932478"/>
                  </a:lnTo>
                  <a:lnTo>
                    <a:pt x="348555" y="5932478"/>
                  </a:lnTo>
                  <a:lnTo>
                    <a:pt x="348649" y="5932478"/>
                  </a:lnTo>
                  <a:lnTo>
                    <a:pt x="348742" y="5932478"/>
                  </a:lnTo>
                  <a:lnTo>
                    <a:pt x="348835" y="5932478"/>
                  </a:lnTo>
                  <a:lnTo>
                    <a:pt x="348928" y="5932478"/>
                  </a:lnTo>
                  <a:lnTo>
                    <a:pt x="349022" y="5932478"/>
                  </a:lnTo>
                  <a:lnTo>
                    <a:pt x="349022" y="5922524"/>
                  </a:lnTo>
                  <a:lnTo>
                    <a:pt x="349115" y="5922524"/>
                  </a:lnTo>
                  <a:lnTo>
                    <a:pt x="349208" y="5922524"/>
                  </a:lnTo>
                  <a:lnTo>
                    <a:pt x="349301" y="5922524"/>
                  </a:lnTo>
                  <a:lnTo>
                    <a:pt x="349395" y="5922524"/>
                  </a:lnTo>
                  <a:lnTo>
                    <a:pt x="349395" y="5912570"/>
                  </a:lnTo>
                  <a:lnTo>
                    <a:pt x="349488" y="5912570"/>
                  </a:lnTo>
                  <a:lnTo>
                    <a:pt x="349581" y="5912570"/>
                  </a:lnTo>
                  <a:lnTo>
                    <a:pt x="349674" y="5912570"/>
                  </a:lnTo>
                  <a:lnTo>
                    <a:pt x="349768" y="5912570"/>
                  </a:lnTo>
                  <a:lnTo>
                    <a:pt x="349861" y="5912570"/>
                  </a:lnTo>
                  <a:lnTo>
                    <a:pt x="349954" y="5912570"/>
                  </a:lnTo>
                  <a:lnTo>
                    <a:pt x="350047" y="5912570"/>
                  </a:lnTo>
                  <a:lnTo>
                    <a:pt x="350141" y="5912570"/>
                  </a:lnTo>
                  <a:lnTo>
                    <a:pt x="350234" y="5912570"/>
                  </a:lnTo>
                  <a:lnTo>
                    <a:pt x="350327" y="5912570"/>
                  </a:lnTo>
                  <a:lnTo>
                    <a:pt x="350420" y="5912570"/>
                  </a:lnTo>
                  <a:lnTo>
                    <a:pt x="350514" y="5912570"/>
                  </a:lnTo>
                  <a:lnTo>
                    <a:pt x="350607" y="5912570"/>
                  </a:lnTo>
                  <a:lnTo>
                    <a:pt x="350700" y="5912570"/>
                  </a:lnTo>
                  <a:lnTo>
                    <a:pt x="350793" y="5912570"/>
                  </a:lnTo>
                  <a:lnTo>
                    <a:pt x="350887" y="5912570"/>
                  </a:lnTo>
                  <a:lnTo>
                    <a:pt x="350980" y="5912570"/>
                  </a:lnTo>
                  <a:lnTo>
                    <a:pt x="351073" y="5912570"/>
                  </a:lnTo>
                  <a:lnTo>
                    <a:pt x="351166" y="5912570"/>
                  </a:lnTo>
                  <a:lnTo>
                    <a:pt x="351260" y="5912570"/>
                  </a:lnTo>
                  <a:lnTo>
                    <a:pt x="351353" y="5912570"/>
                  </a:lnTo>
                  <a:lnTo>
                    <a:pt x="351446" y="5912570"/>
                  </a:lnTo>
                  <a:lnTo>
                    <a:pt x="351539" y="5912570"/>
                  </a:lnTo>
                  <a:lnTo>
                    <a:pt x="351633" y="5912570"/>
                  </a:lnTo>
                  <a:lnTo>
                    <a:pt x="351726" y="5912570"/>
                  </a:lnTo>
                  <a:lnTo>
                    <a:pt x="351819" y="5912570"/>
                  </a:lnTo>
                  <a:lnTo>
                    <a:pt x="351912" y="5912570"/>
                  </a:lnTo>
                  <a:lnTo>
                    <a:pt x="352006" y="5912570"/>
                  </a:lnTo>
                  <a:lnTo>
                    <a:pt x="352099" y="5912570"/>
                  </a:lnTo>
                  <a:lnTo>
                    <a:pt x="352192" y="5912570"/>
                  </a:lnTo>
                  <a:lnTo>
                    <a:pt x="352285" y="5912570"/>
                  </a:lnTo>
                  <a:lnTo>
                    <a:pt x="352379" y="5912570"/>
                  </a:lnTo>
                  <a:lnTo>
                    <a:pt x="352472" y="5912570"/>
                  </a:lnTo>
                  <a:lnTo>
                    <a:pt x="352565" y="5912570"/>
                  </a:lnTo>
                  <a:lnTo>
                    <a:pt x="352658" y="5912570"/>
                  </a:lnTo>
                  <a:lnTo>
                    <a:pt x="352752" y="5912570"/>
                  </a:lnTo>
                  <a:lnTo>
                    <a:pt x="352845" y="5912570"/>
                  </a:lnTo>
                  <a:lnTo>
                    <a:pt x="352938" y="5912570"/>
                  </a:lnTo>
                  <a:lnTo>
                    <a:pt x="353031" y="5912570"/>
                  </a:lnTo>
                  <a:lnTo>
                    <a:pt x="353125" y="5912570"/>
                  </a:lnTo>
                  <a:lnTo>
                    <a:pt x="353218" y="5912570"/>
                  </a:lnTo>
                  <a:lnTo>
                    <a:pt x="353311" y="5912570"/>
                  </a:lnTo>
                  <a:lnTo>
                    <a:pt x="353404" y="5912570"/>
                  </a:lnTo>
                  <a:lnTo>
                    <a:pt x="353498" y="5912570"/>
                  </a:lnTo>
                  <a:lnTo>
                    <a:pt x="353591" y="5912570"/>
                  </a:lnTo>
                  <a:lnTo>
                    <a:pt x="353684" y="5912570"/>
                  </a:lnTo>
                  <a:lnTo>
                    <a:pt x="353777" y="5912570"/>
                  </a:lnTo>
                  <a:lnTo>
                    <a:pt x="353870" y="5912570"/>
                  </a:lnTo>
                  <a:lnTo>
                    <a:pt x="353964" y="5912570"/>
                  </a:lnTo>
                  <a:lnTo>
                    <a:pt x="354057" y="5912570"/>
                  </a:lnTo>
                  <a:lnTo>
                    <a:pt x="354057" y="5902616"/>
                  </a:lnTo>
                  <a:lnTo>
                    <a:pt x="354150" y="5902616"/>
                  </a:lnTo>
                  <a:lnTo>
                    <a:pt x="354243" y="5902616"/>
                  </a:lnTo>
                  <a:lnTo>
                    <a:pt x="354337" y="5902616"/>
                  </a:lnTo>
                  <a:lnTo>
                    <a:pt x="354430" y="5902616"/>
                  </a:lnTo>
                  <a:lnTo>
                    <a:pt x="354523" y="5902616"/>
                  </a:lnTo>
                  <a:lnTo>
                    <a:pt x="354616" y="5902616"/>
                  </a:lnTo>
                  <a:lnTo>
                    <a:pt x="354710" y="5902616"/>
                  </a:lnTo>
                  <a:lnTo>
                    <a:pt x="354803" y="5902616"/>
                  </a:lnTo>
                  <a:lnTo>
                    <a:pt x="354896" y="5902616"/>
                  </a:lnTo>
                  <a:lnTo>
                    <a:pt x="354989" y="5902616"/>
                  </a:lnTo>
                  <a:lnTo>
                    <a:pt x="355083" y="5902616"/>
                  </a:lnTo>
                  <a:lnTo>
                    <a:pt x="355176" y="5902616"/>
                  </a:lnTo>
                  <a:lnTo>
                    <a:pt x="355269" y="5902616"/>
                  </a:lnTo>
                  <a:lnTo>
                    <a:pt x="355362" y="5902616"/>
                  </a:lnTo>
                  <a:lnTo>
                    <a:pt x="355456" y="5902616"/>
                  </a:lnTo>
                  <a:lnTo>
                    <a:pt x="355549" y="5902616"/>
                  </a:lnTo>
                  <a:lnTo>
                    <a:pt x="355642" y="5902616"/>
                  </a:lnTo>
                  <a:lnTo>
                    <a:pt x="355735" y="5902616"/>
                  </a:lnTo>
                  <a:lnTo>
                    <a:pt x="355829" y="5902616"/>
                  </a:lnTo>
                  <a:lnTo>
                    <a:pt x="355922" y="5902616"/>
                  </a:lnTo>
                  <a:lnTo>
                    <a:pt x="356015" y="5902616"/>
                  </a:lnTo>
                  <a:lnTo>
                    <a:pt x="356108" y="5902616"/>
                  </a:lnTo>
                  <a:lnTo>
                    <a:pt x="356202" y="5902616"/>
                  </a:lnTo>
                  <a:lnTo>
                    <a:pt x="356295" y="5902616"/>
                  </a:lnTo>
                  <a:lnTo>
                    <a:pt x="356388" y="5902616"/>
                  </a:lnTo>
                  <a:lnTo>
                    <a:pt x="356481" y="5902616"/>
                  </a:lnTo>
                  <a:lnTo>
                    <a:pt x="356575" y="5902616"/>
                  </a:lnTo>
                  <a:lnTo>
                    <a:pt x="356668" y="5902616"/>
                  </a:lnTo>
                  <a:lnTo>
                    <a:pt x="356761" y="5902616"/>
                  </a:lnTo>
                  <a:lnTo>
                    <a:pt x="356854" y="5902616"/>
                  </a:lnTo>
                  <a:lnTo>
                    <a:pt x="356948" y="5902616"/>
                  </a:lnTo>
                  <a:lnTo>
                    <a:pt x="357041" y="5902616"/>
                  </a:lnTo>
                  <a:lnTo>
                    <a:pt x="357134" y="5902616"/>
                  </a:lnTo>
                  <a:lnTo>
                    <a:pt x="357227" y="5902616"/>
                  </a:lnTo>
                  <a:lnTo>
                    <a:pt x="357321" y="5902616"/>
                  </a:lnTo>
                  <a:lnTo>
                    <a:pt x="357414" y="5902616"/>
                  </a:lnTo>
                  <a:lnTo>
                    <a:pt x="357507" y="5902616"/>
                  </a:lnTo>
                  <a:lnTo>
                    <a:pt x="357600" y="5902616"/>
                  </a:lnTo>
                  <a:lnTo>
                    <a:pt x="357694" y="5902616"/>
                  </a:lnTo>
                  <a:lnTo>
                    <a:pt x="357787" y="5902616"/>
                  </a:lnTo>
                  <a:lnTo>
                    <a:pt x="357880" y="5902616"/>
                  </a:lnTo>
                  <a:lnTo>
                    <a:pt x="357973" y="5902616"/>
                  </a:lnTo>
                  <a:lnTo>
                    <a:pt x="358067" y="5902616"/>
                  </a:lnTo>
                  <a:lnTo>
                    <a:pt x="358160" y="5902616"/>
                  </a:lnTo>
                  <a:lnTo>
                    <a:pt x="358253" y="5902616"/>
                  </a:lnTo>
                  <a:lnTo>
                    <a:pt x="358346" y="5902616"/>
                  </a:lnTo>
                  <a:lnTo>
                    <a:pt x="358440" y="5902616"/>
                  </a:lnTo>
                  <a:lnTo>
                    <a:pt x="358533" y="5902616"/>
                  </a:lnTo>
                  <a:lnTo>
                    <a:pt x="358626" y="5902616"/>
                  </a:lnTo>
                  <a:lnTo>
                    <a:pt x="358719" y="5902616"/>
                  </a:lnTo>
                  <a:lnTo>
                    <a:pt x="358813" y="5902616"/>
                  </a:lnTo>
                  <a:lnTo>
                    <a:pt x="358906" y="5902616"/>
                  </a:lnTo>
                  <a:lnTo>
                    <a:pt x="358999" y="5902616"/>
                  </a:lnTo>
                  <a:lnTo>
                    <a:pt x="359092" y="5902616"/>
                  </a:lnTo>
                  <a:lnTo>
                    <a:pt x="359186" y="5902616"/>
                  </a:lnTo>
                  <a:lnTo>
                    <a:pt x="359279" y="5902616"/>
                  </a:lnTo>
                  <a:lnTo>
                    <a:pt x="359372" y="5902616"/>
                  </a:lnTo>
                  <a:lnTo>
                    <a:pt x="359465" y="5902616"/>
                  </a:lnTo>
                  <a:lnTo>
                    <a:pt x="359559" y="5902616"/>
                  </a:lnTo>
                  <a:lnTo>
                    <a:pt x="359652" y="5902616"/>
                  </a:lnTo>
                  <a:lnTo>
                    <a:pt x="359745" y="5902616"/>
                  </a:lnTo>
                  <a:lnTo>
                    <a:pt x="359838" y="5902616"/>
                  </a:lnTo>
                  <a:lnTo>
                    <a:pt x="359932" y="5902616"/>
                  </a:lnTo>
                  <a:lnTo>
                    <a:pt x="360025" y="5902616"/>
                  </a:lnTo>
                  <a:lnTo>
                    <a:pt x="360118" y="5902616"/>
                  </a:lnTo>
                  <a:lnTo>
                    <a:pt x="360211" y="5902616"/>
                  </a:lnTo>
                  <a:lnTo>
                    <a:pt x="360305" y="5902616"/>
                  </a:lnTo>
                  <a:lnTo>
                    <a:pt x="360398" y="5902616"/>
                  </a:lnTo>
                  <a:lnTo>
                    <a:pt x="360491" y="5902616"/>
                  </a:lnTo>
                  <a:lnTo>
                    <a:pt x="360584" y="5902616"/>
                  </a:lnTo>
                  <a:lnTo>
                    <a:pt x="360584" y="5892663"/>
                  </a:lnTo>
                  <a:lnTo>
                    <a:pt x="360678" y="5892663"/>
                  </a:lnTo>
                  <a:lnTo>
                    <a:pt x="360771" y="5892663"/>
                  </a:lnTo>
                  <a:lnTo>
                    <a:pt x="360864" y="5892663"/>
                  </a:lnTo>
                  <a:lnTo>
                    <a:pt x="360957" y="5892663"/>
                  </a:lnTo>
                  <a:lnTo>
                    <a:pt x="361050" y="5892663"/>
                  </a:lnTo>
                  <a:lnTo>
                    <a:pt x="361144" y="5892663"/>
                  </a:lnTo>
                  <a:lnTo>
                    <a:pt x="361237" y="5892663"/>
                  </a:lnTo>
                  <a:lnTo>
                    <a:pt x="361330" y="5892663"/>
                  </a:lnTo>
                  <a:lnTo>
                    <a:pt x="361423" y="5892663"/>
                  </a:lnTo>
                  <a:lnTo>
                    <a:pt x="361517" y="5892663"/>
                  </a:lnTo>
                  <a:lnTo>
                    <a:pt x="361610" y="5892663"/>
                  </a:lnTo>
                  <a:lnTo>
                    <a:pt x="361703" y="5892663"/>
                  </a:lnTo>
                  <a:lnTo>
                    <a:pt x="361796" y="5892663"/>
                  </a:lnTo>
                  <a:lnTo>
                    <a:pt x="361796" y="5882709"/>
                  </a:lnTo>
                  <a:lnTo>
                    <a:pt x="361890" y="5882709"/>
                  </a:lnTo>
                  <a:lnTo>
                    <a:pt x="361983" y="5882709"/>
                  </a:lnTo>
                  <a:lnTo>
                    <a:pt x="362076" y="5882709"/>
                  </a:lnTo>
                  <a:lnTo>
                    <a:pt x="362169" y="5882709"/>
                  </a:lnTo>
                  <a:lnTo>
                    <a:pt x="362263" y="5882709"/>
                  </a:lnTo>
                  <a:lnTo>
                    <a:pt x="362356" y="5882709"/>
                  </a:lnTo>
                  <a:lnTo>
                    <a:pt x="362449" y="5882709"/>
                  </a:lnTo>
                  <a:lnTo>
                    <a:pt x="362542" y="5882709"/>
                  </a:lnTo>
                  <a:lnTo>
                    <a:pt x="362636" y="5882709"/>
                  </a:lnTo>
                  <a:lnTo>
                    <a:pt x="362729" y="5882709"/>
                  </a:lnTo>
                  <a:lnTo>
                    <a:pt x="362822" y="5882709"/>
                  </a:lnTo>
                  <a:lnTo>
                    <a:pt x="362915" y="5882709"/>
                  </a:lnTo>
                  <a:lnTo>
                    <a:pt x="363009" y="5882709"/>
                  </a:lnTo>
                  <a:lnTo>
                    <a:pt x="363102" y="5882709"/>
                  </a:lnTo>
                  <a:lnTo>
                    <a:pt x="363195" y="5882709"/>
                  </a:lnTo>
                  <a:lnTo>
                    <a:pt x="363288" y="5882709"/>
                  </a:lnTo>
                  <a:lnTo>
                    <a:pt x="363382" y="5882709"/>
                  </a:lnTo>
                  <a:lnTo>
                    <a:pt x="363475" y="5882709"/>
                  </a:lnTo>
                  <a:lnTo>
                    <a:pt x="363568" y="5882709"/>
                  </a:lnTo>
                  <a:lnTo>
                    <a:pt x="363661" y="5882709"/>
                  </a:lnTo>
                  <a:lnTo>
                    <a:pt x="363755" y="5882709"/>
                  </a:lnTo>
                  <a:lnTo>
                    <a:pt x="363848" y="5882709"/>
                  </a:lnTo>
                  <a:lnTo>
                    <a:pt x="363941" y="5882709"/>
                  </a:lnTo>
                  <a:lnTo>
                    <a:pt x="364034" y="5882709"/>
                  </a:lnTo>
                  <a:lnTo>
                    <a:pt x="364128" y="5882709"/>
                  </a:lnTo>
                  <a:lnTo>
                    <a:pt x="364221" y="5882709"/>
                  </a:lnTo>
                  <a:lnTo>
                    <a:pt x="364314" y="5882709"/>
                  </a:lnTo>
                  <a:lnTo>
                    <a:pt x="364407" y="5882709"/>
                  </a:lnTo>
                  <a:lnTo>
                    <a:pt x="364501" y="5882709"/>
                  </a:lnTo>
                  <a:lnTo>
                    <a:pt x="364594" y="5882709"/>
                  </a:lnTo>
                  <a:lnTo>
                    <a:pt x="364687" y="5882709"/>
                  </a:lnTo>
                  <a:lnTo>
                    <a:pt x="364780" y="5882709"/>
                  </a:lnTo>
                  <a:lnTo>
                    <a:pt x="364874" y="5882709"/>
                  </a:lnTo>
                  <a:lnTo>
                    <a:pt x="364967" y="5882709"/>
                  </a:lnTo>
                  <a:lnTo>
                    <a:pt x="365060" y="5882709"/>
                  </a:lnTo>
                  <a:lnTo>
                    <a:pt x="365153" y="5882709"/>
                  </a:lnTo>
                  <a:lnTo>
                    <a:pt x="365247" y="5882709"/>
                  </a:lnTo>
                  <a:lnTo>
                    <a:pt x="365340" y="5882709"/>
                  </a:lnTo>
                  <a:lnTo>
                    <a:pt x="365433" y="5882709"/>
                  </a:lnTo>
                  <a:lnTo>
                    <a:pt x="365526" y="5882709"/>
                  </a:lnTo>
                  <a:lnTo>
                    <a:pt x="365620" y="5882709"/>
                  </a:lnTo>
                  <a:lnTo>
                    <a:pt x="365713" y="5882709"/>
                  </a:lnTo>
                  <a:lnTo>
                    <a:pt x="365806" y="5882709"/>
                  </a:lnTo>
                  <a:lnTo>
                    <a:pt x="365899" y="5882709"/>
                  </a:lnTo>
                  <a:lnTo>
                    <a:pt x="365993" y="5882709"/>
                  </a:lnTo>
                  <a:lnTo>
                    <a:pt x="366086" y="5882709"/>
                  </a:lnTo>
                  <a:lnTo>
                    <a:pt x="366179" y="5882709"/>
                  </a:lnTo>
                  <a:lnTo>
                    <a:pt x="366272" y="5882709"/>
                  </a:lnTo>
                  <a:lnTo>
                    <a:pt x="366366" y="5882709"/>
                  </a:lnTo>
                  <a:lnTo>
                    <a:pt x="366459" y="5882709"/>
                  </a:lnTo>
                  <a:lnTo>
                    <a:pt x="366552" y="5882709"/>
                  </a:lnTo>
                  <a:lnTo>
                    <a:pt x="366645" y="5882709"/>
                  </a:lnTo>
                  <a:lnTo>
                    <a:pt x="366739" y="5882709"/>
                  </a:lnTo>
                  <a:lnTo>
                    <a:pt x="366832" y="5882709"/>
                  </a:lnTo>
                  <a:lnTo>
                    <a:pt x="366925" y="5882709"/>
                  </a:lnTo>
                  <a:lnTo>
                    <a:pt x="367018" y="5882709"/>
                  </a:lnTo>
                  <a:lnTo>
                    <a:pt x="367112" y="5882709"/>
                  </a:lnTo>
                  <a:lnTo>
                    <a:pt x="367205" y="5882709"/>
                  </a:lnTo>
                  <a:lnTo>
                    <a:pt x="367298" y="5882709"/>
                  </a:lnTo>
                  <a:lnTo>
                    <a:pt x="367391" y="5882709"/>
                  </a:lnTo>
                  <a:lnTo>
                    <a:pt x="367485" y="5882709"/>
                  </a:lnTo>
                  <a:lnTo>
                    <a:pt x="367578" y="5882709"/>
                  </a:lnTo>
                  <a:lnTo>
                    <a:pt x="367671" y="5882709"/>
                  </a:lnTo>
                  <a:lnTo>
                    <a:pt x="367764" y="5882709"/>
                  </a:lnTo>
                  <a:lnTo>
                    <a:pt x="367857" y="5882709"/>
                  </a:lnTo>
                  <a:lnTo>
                    <a:pt x="367951" y="5882709"/>
                  </a:lnTo>
                  <a:lnTo>
                    <a:pt x="368044" y="5882709"/>
                  </a:lnTo>
                  <a:lnTo>
                    <a:pt x="368137" y="5882709"/>
                  </a:lnTo>
                  <a:lnTo>
                    <a:pt x="368230" y="5882709"/>
                  </a:lnTo>
                  <a:lnTo>
                    <a:pt x="368324" y="5882709"/>
                  </a:lnTo>
                  <a:lnTo>
                    <a:pt x="368417" y="5882709"/>
                  </a:lnTo>
                  <a:lnTo>
                    <a:pt x="368510" y="5882709"/>
                  </a:lnTo>
                  <a:lnTo>
                    <a:pt x="368603" y="5882709"/>
                  </a:lnTo>
                  <a:lnTo>
                    <a:pt x="368603" y="5872755"/>
                  </a:lnTo>
                  <a:lnTo>
                    <a:pt x="368697" y="5872755"/>
                  </a:lnTo>
                  <a:lnTo>
                    <a:pt x="368790" y="5872755"/>
                  </a:lnTo>
                  <a:lnTo>
                    <a:pt x="368883" y="5872755"/>
                  </a:lnTo>
                  <a:lnTo>
                    <a:pt x="368976" y="5872755"/>
                  </a:lnTo>
                  <a:lnTo>
                    <a:pt x="369070" y="5872755"/>
                  </a:lnTo>
                  <a:lnTo>
                    <a:pt x="369163" y="5872755"/>
                  </a:lnTo>
                  <a:lnTo>
                    <a:pt x="369256" y="5872755"/>
                  </a:lnTo>
                  <a:lnTo>
                    <a:pt x="369349" y="5872755"/>
                  </a:lnTo>
                  <a:lnTo>
                    <a:pt x="369443" y="5872755"/>
                  </a:lnTo>
                  <a:lnTo>
                    <a:pt x="369536" y="5872755"/>
                  </a:lnTo>
                  <a:lnTo>
                    <a:pt x="369629" y="5872755"/>
                  </a:lnTo>
                  <a:lnTo>
                    <a:pt x="369722" y="5872755"/>
                  </a:lnTo>
                  <a:lnTo>
                    <a:pt x="369816" y="5872755"/>
                  </a:lnTo>
                  <a:lnTo>
                    <a:pt x="369909" y="5872755"/>
                  </a:lnTo>
                  <a:lnTo>
                    <a:pt x="370002" y="5872755"/>
                  </a:lnTo>
                  <a:lnTo>
                    <a:pt x="370095" y="5872755"/>
                  </a:lnTo>
                  <a:lnTo>
                    <a:pt x="370189" y="5872755"/>
                  </a:lnTo>
                  <a:lnTo>
                    <a:pt x="370282" y="5872755"/>
                  </a:lnTo>
                  <a:lnTo>
                    <a:pt x="370375" y="5872755"/>
                  </a:lnTo>
                  <a:lnTo>
                    <a:pt x="370468" y="5872755"/>
                  </a:lnTo>
                  <a:lnTo>
                    <a:pt x="370562" y="5872755"/>
                  </a:lnTo>
                  <a:lnTo>
                    <a:pt x="370655" y="5872755"/>
                  </a:lnTo>
                  <a:lnTo>
                    <a:pt x="370748" y="5872755"/>
                  </a:lnTo>
                  <a:lnTo>
                    <a:pt x="370841" y="5872755"/>
                  </a:lnTo>
                  <a:lnTo>
                    <a:pt x="370841" y="5862801"/>
                  </a:lnTo>
                  <a:lnTo>
                    <a:pt x="370935" y="5862801"/>
                  </a:lnTo>
                  <a:lnTo>
                    <a:pt x="371028" y="5862801"/>
                  </a:lnTo>
                  <a:lnTo>
                    <a:pt x="371121" y="5862801"/>
                  </a:lnTo>
                  <a:lnTo>
                    <a:pt x="371214" y="5862801"/>
                  </a:lnTo>
                  <a:lnTo>
                    <a:pt x="371308" y="5862801"/>
                  </a:lnTo>
                  <a:lnTo>
                    <a:pt x="371401" y="5862801"/>
                  </a:lnTo>
                  <a:lnTo>
                    <a:pt x="371494" y="5862801"/>
                  </a:lnTo>
                  <a:lnTo>
                    <a:pt x="371587" y="5862801"/>
                  </a:lnTo>
                  <a:lnTo>
                    <a:pt x="371681" y="5862801"/>
                  </a:lnTo>
                  <a:lnTo>
                    <a:pt x="371774" y="5862801"/>
                  </a:lnTo>
                  <a:lnTo>
                    <a:pt x="371867" y="5862801"/>
                  </a:lnTo>
                  <a:lnTo>
                    <a:pt x="371960" y="5862801"/>
                  </a:lnTo>
                  <a:lnTo>
                    <a:pt x="372054" y="5862801"/>
                  </a:lnTo>
                  <a:lnTo>
                    <a:pt x="372147" y="5862801"/>
                  </a:lnTo>
                  <a:lnTo>
                    <a:pt x="372240" y="5862801"/>
                  </a:lnTo>
                  <a:lnTo>
                    <a:pt x="372333" y="5862801"/>
                  </a:lnTo>
                  <a:lnTo>
                    <a:pt x="372427" y="5862801"/>
                  </a:lnTo>
                  <a:lnTo>
                    <a:pt x="372520" y="5862801"/>
                  </a:lnTo>
                  <a:lnTo>
                    <a:pt x="372613" y="5862801"/>
                  </a:lnTo>
                  <a:lnTo>
                    <a:pt x="372706" y="5862801"/>
                  </a:lnTo>
                  <a:lnTo>
                    <a:pt x="372800" y="5862801"/>
                  </a:lnTo>
                  <a:lnTo>
                    <a:pt x="372893" y="5862801"/>
                  </a:lnTo>
                  <a:lnTo>
                    <a:pt x="372986" y="5862801"/>
                  </a:lnTo>
                  <a:lnTo>
                    <a:pt x="373079" y="5862801"/>
                  </a:lnTo>
                  <a:lnTo>
                    <a:pt x="373173" y="5862801"/>
                  </a:lnTo>
                  <a:lnTo>
                    <a:pt x="373266" y="5862801"/>
                  </a:lnTo>
                  <a:lnTo>
                    <a:pt x="373359" y="5862801"/>
                  </a:lnTo>
                  <a:lnTo>
                    <a:pt x="373452" y="5862801"/>
                  </a:lnTo>
                  <a:lnTo>
                    <a:pt x="373546" y="5862801"/>
                  </a:lnTo>
                  <a:lnTo>
                    <a:pt x="373639" y="5862801"/>
                  </a:lnTo>
                  <a:lnTo>
                    <a:pt x="373732" y="5862801"/>
                  </a:lnTo>
                  <a:lnTo>
                    <a:pt x="373825" y="5862801"/>
                  </a:lnTo>
                  <a:lnTo>
                    <a:pt x="373919" y="5862801"/>
                  </a:lnTo>
                  <a:lnTo>
                    <a:pt x="374012" y="5862801"/>
                  </a:lnTo>
                  <a:lnTo>
                    <a:pt x="374105" y="5862801"/>
                  </a:lnTo>
                  <a:lnTo>
                    <a:pt x="374198" y="5862801"/>
                  </a:lnTo>
                  <a:lnTo>
                    <a:pt x="374292" y="5862801"/>
                  </a:lnTo>
                  <a:lnTo>
                    <a:pt x="374385" y="5862801"/>
                  </a:lnTo>
                  <a:lnTo>
                    <a:pt x="374478" y="5862801"/>
                  </a:lnTo>
                  <a:lnTo>
                    <a:pt x="374571" y="5862801"/>
                  </a:lnTo>
                  <a:lnTo>
                    <a:pt x="374664" y="5862801"/>
                  </a:lnTo>
                  <a:lnTo>
                    <a:pt x="374758" y="5862801"/>
                  </a:lnTo>
                  <a:lnTo>
                    <a:pt x="374851" y="5862801"/>
                  </a:lnTo>
                  <a:lnTo>
                    <a:pt x="374944" y="5862801"/>
                  </a:lnTo>
                  <a:lnTo>
                    <a:pt x="375037" y="5862801"/>
                  </a:lnTo>
                  <a:lnTo>
                    <a:pt x="375131" y="5862801"/>
                  </a:lnTo>
                  <a:lnTo>
                    <a:pt x="375224" y="5862801"/>
                  </a:lnTo>
                  <a:lnTo>
                    <a:pt x="375317" y="5862801"/>
                  </a:lnTo>
                  <a:lnTo>
                    <a:pt x="375317" y="5852847"/>
                  </a:lnTo>
                  <a:lnTo>
                    <a:pt x="375410" y="5852847"/>
                  </a:lnTo>
                  <a:lnTo>
                    <a:pt x="375504" y="5852847"/>
                  </a:lnTo>
                  <a:lnTo>
                    <a:pt x="375597" y="5852847"/>
                  </a:lnTo>
                  <a:lnTo>
                    <a:pt x="375690" y="5852847"/>
                  </a:lnTo>
                  <a:lnTo>
                    <a:pt x="375783" y="5852847"/>
                  </a:lnTo>
                  <a:lnTo>
                    <a:pt x="375877" y="5852847"/>
                  </a:lnTo>
                  <a:lnTo>
                    <a:pt x="375877" y="5842893"/>
                  </a:lnTo>
                  <a:lnTo>
                    <a:pt x="375970" y="5842893"/>
                  </a:lnTo>
                  <a:lnTo>
                    <a:pt x="376063" y="5842893"/>
                  </a:lnTo>
                  <a:lnTo>
                    <a:pt x="376156" y="5842893"/>
                  </a:lnTo>
                  <a:lnTo>
                    <a:pt x="376250" y="5842893"/>
                  </a:lnTo>
                  <a:lnTo>
                    <a:pt x="376343" y="5842893"/>
                  </a:lnTo>
                  <a:lnTo>
                    <a:pt x="376436" y="5842893"/>
                  </a:lnTo>
                  <a:lnTo>
                    <a:pt x="376529" y="5842893"/>
                  </a:lnTo>
                  <a:lnTo>
                    <a:pt x="376623" y="5842893"/>
                  </a:lnTo>
                  <a:lnTo>
                    <a:pt x="376716" y="5842893"/>
                  </a:lnTo>
                  <a:lnTo>
                    <a:pt x="376809" y="5842893"/>
                  </a:lnTo>
                  <a:lnTo>
                    <a:pt x="376902" y="5842893"/>
                  </a:lnTo>
                  <a:lnTo>
                    <a:pt x="376996" y="5842893"/>
                  </a:lnTo>
                  <a:lnTo>
                    <a:pt x="377089" y="5842893"/>
                  </a:lnTo>
                  <a:lnTo>
                    <a:pt x="377182" y="5842893"/>
                  </a:lnTo>
                  <a:lnTo>
                    <a:pt x="377275" y="5842893"/>
                  </a:lnTo>
                  <a:lnTo>
                    <a:pt x="377369" y="5842893"/>
                  </a:lnTo>
                  <a:lnTo>
                    <a:pt x="377462" y="5842893"/>
                  </a:lnTo>
                  <a:lnTo>
                    <a:pt x="377555" y="5842893"/>
                  </a:lnTo>
                  <a:lnTo>
                    <a:pt x="377648" y="5842893"/>
                  </a:lnTo>
                  <a:lnTo>
                    <a:pt x="377742" y="5842893"/>
                  </a:lnTo>
                  <a:lnTo>
                    <a:pt x="377835" y="5842893"/>
                  </a:lnTo>
                  <a:lnTo>
                    <a:pt x="377928" y="5842893"/>
                  </a:lnTo>
                  <a:lnTo>
                    <a:pt x="378021" y="5842893"/>
                  </a:lnTo>
                  <a:lnTo>
                    <a:pt x="378115" y="5842893"/>
                  </a:lnTo>
                  <a:lnTo>
                    <a:pt x="378208" y="5842893"/>
                  </a:lnTo>
                  <a:lnTo>
                    <a:pt x="378301" y="5842893"/>
                  </a:lnTo>
                  <a:lnTo>
                    <a:pt x="378394" y="5842893"/>
                  </a:lnTo>
                  <a:lnTo>
                    <a:pt x="378488" y="5842893"/>
                  </a:lnTo>
                  <a:lnTo>
                    <a:pt x="378581" y="5842893"/>
                  </a:lnTo>
                  <a:lnTo>
                    <a:pt x="378674" y="5842893"/>
                  </a:lnTo>
                  <a:lnTo>
                    <a:pt x="378767" y="5842893"/>
                  </a:lnTo>
                  <a:lnTo>
                    <a:pt x="378861" y="5842893"/>
                  </a:lnTo>
                  <a:lnTo>
                    <a:pt x="378954" y="5842893"/>
                  </a:lnTo>
                  <a:lnTo>
                    <a:pt x="379047" y="5842893"/>
                  </a:lnTo>
                  <a:lnTo>
                    <a:pt x="379140" y="5842893"/>
                  </a:lnTo>
                  <a:lnTo>
                    <a:pt x="379234" y="5842893"/>
                  </a:lnTo>
                  <a:lnTo>
                    <a:pt x="379327" y="5842893"/>
                  </a:lnTo>
                  <a:lnTo>
                    <a:pt x="379420" y="5842893"/>
                  </a:lnTo>
                  <a:lnTo>
                    <a:pt x="379513" y="5842893"/>
                  </a:lnTo>
                  <a:lnTo>
                    <a:pt x="379607" y="5842893"/>
                  </a:lnTo>
                  <a:lnTo>
                    <a:pt x="379700" y="5842893"/>
                  </a:lnTo>
                  <a:lnTo>
                    <a:pt x="379793" y="5842893"/>
                  </a:lnTo>
                  <a:lnTo>
                    <a:pt x="379886" y="5842893"/>
                  </a:lnTo>
                  <a:lnTo>
                    <a:pt x="379980" y="5842893"/>
                  </a:lnTo>
                  <a:lnTo>
                    <a:pt x="380073" y="5842893"/>
                  </a:lnTo>
                  <a:lnTo>
                    <a:pt x="380166" y="5842893"/>
                  </a:lnTo>
                  <a:lnTo>
                    <a:pt x="380259" y="5842893"/>
                  </a:lnTo>
                  <a:lnTo>
                    <a:pt x="380353" y="5842893"/>
                  </a:lnTo>
                  <a:lnTo>
                    <a:pt x="380446" y="5842893"/>
                  </a:lnTo>
                  <a:lnTo>
                    <a:pt x="380539" y="5842893"/>
                  </a:lnTo>
                  <a:lnTo>
                    <a:pt x="380632" y="5842893"/>
                  </a:lnTo>
                  <a:lnTo>
                    <a:pt x="380726" y="5842893"/>
                  </a:lnTo>
                  <a:lnTo>
                    <a:pt x="380819" y="5842893"/>
                  </a:lnTo>
                  <a:lnTo>
                    <a:pt x="380912" y="5842893"/>
                  </a:lnTo>
                  <a:lnTo>
                    <a:pt x="381005" y="5842893"/>
                  </a:lnTo>
                  <a:lnTo>
                    <a:pt x="381099" y="5842893"/>
                  </a:lnTo>
                  <a:lnTo>
                    <a:pt x="381192" y="5842893"/>
                  </a:lnTo>
                  <a:lnTo>
                    <a:pt x="381285" y="5842893"/>
                  </a:lnTo>
                  <a:lnTo>
                    <a:pt x="381378" y="5842893"/>
                  </a:lnTo>
                  <a:lnTo>
                    <a:pt x="381472" y="5842893"/>
                  </a:lnTo>
                  <a:lnTo>
                    <a:pt x="381565" y="5842893"/>
                  </a:lnTo>
                  <a:lnTo>
                    <a:pt x="381658" y="5842893"/>
                  </a:lnTo>
                  <a:lnTo>
                    <a:pt x="381751" y="5842893"/>
                  </a:lnTo>
                  <a:lnTo>
                    <a:pt x="381844" y="5842893"/>
                  </a:lnTo>
                  <a:lnTo>
                    <a:pt x="381938" y="5842893"/>
                  </a:lnTo>
                  <a:lnTo>
                    <a:pt x="382031" y="5842893"/>
                  </a:lnTo>
                  <a:lnTo>
                    <a:pt x="382124" y="5842893"/>
                  </a:lnTo>
                  <a:lnTo>
                    <a:pt x="382217" y="5842893"/>
                  </a:lnTo>
                  <a:lnTo>
                    <a:pt x="382311" y="5842893"/>
                  </a:lnTo>
                  <a:lnTo>
                    <a:pt x="382404" y="5842893"/>
                  </a:lnTo>
                  <a:lnTo>
                    <a:pt x="382497" y="5842893"/>
                  </a:lnTo>
                  <a:lnTo>
                    <a:pt x="382590" y="5842893"/>
                  </a:lnTo>
                  <a:lnTo>
                    <a:pt x="382684" y="5842893"/>
                  </a:lnTo>
                  <a:lnTo>
                    <a:pt x="382684" y="5832940"/>
                  </a:lnTo>
                  <a:lnTo>
                    <a:pt x="382777" y="5832940"/>
                  </a:lnTo>
                  <a:lnTo>
                    <a:pt x="382870" y="5832940"/>
                  </a:lnTo>
                  <a:lnTo>
                    <a:pt x="382963" y="5832940"/>
                  </a:lnTo>
                  <a:lnTo>
                    <a:pt x="383057" y="5832940"/>
                  </a:lnTo>
                  <a:lnTo>
                    <a:pt x="383150" y="5832940"/>
                  </a:lnTo>
                  <a:lnTo>
                    <a:pt x="383243" y="5832940"/>
                  </a:lnTo>
                  <a:lnTo>
                    <a:pt x="383336" y="5832940"/>
                  </a:lnTo>
                  <a:lnTo>
                    <a:pt x="383430" y="5832940"/>
                  </a:lnTo>
                  <a:lnTo>
                    <a:pt x="383523" y="5832940"/>
                  </a:lnTo>
                  <a:lnTo>
                    <a:pt x="383616" y="5832940"/>
                  </a:lnTo>
                  <a:lnTo>
                    <a:pt x="383709" y="5832940"/>
                  </a:lnTo>
                  <a:lnTo>
                    <a:pt x="383803" y="5832940"/>
                  </a:lnTo>
                  <a:lnTo>
                    <a:pt x="383896" y="5832940"/>
                  </a:lnTo>
                  <a:lnTo>
                    <a:pt x="383989" y="5832940"/>
                  </a:lnTo>
                  <a:lnTo>
                    <a:pt x="384082" y="5832940"/>
                  </a:lnTo>
                  <a:lnTo>
                    <a:pt x="384176" y="5832940"/>
                  </a:lnTo>
                  <a:lnTo>
                    <a:pt x="384269" y="5832940"/>
                  </a:lnTo>
                  <a:lnTo>
                    <a:pt x="384362" y="5832940"/>
                  </a:lnTo>
                  <a:lnTo>
                    <a:pt x="384455" y="5832940"/>
                  </a:lnTo>
                  <a:lnTo>
                    <a:pt x="384549" y="5832940"/>
                  </a:lnTo>
                  <a:lnTo>
                    <a:pt x="384642" y="5832940"/>
                  </a:lnTo>
                  <a:lnTo>
                    <a:pt x="384735" y="5832940"/>
                  </a:lnTo>
                  <a:lnTo>
                    <a:pt x="384828" y="5832940"/>
                  </a:lnTo>
                  <a:lnTo>
                    <a:pt x="384922" y="5832940"/>
                  </a:lnTo>
                  <a:lnTo>
                    <a:pt x="385015" y="5832940"/>
                  </a:lnTo>
                  <a:lnTo>
                    <a:pt x="385108" y="5832940"/>
                  </a:lnTo>
                  <a:lnTo>
                    <a:pt x="385201" y="5832940"/>
                  </a:lnTo>
                  <a:lnTo>
                    <a:pt x="385295" y="5832940"/>
                  </a:lnTo>
                  <a:lnTo>
                    <a:pt x="385388" y="5832940"/>
                  </a:lnTo>
                  <a:lnTo>
                    <a:pt x="385481" y="5832940"/>
                  </a:lnTo>
                  <a:lnTo>
                    <a:pt x="385574" y="5832940"/>
                  </a:lnTo>
                  <a:lnTo>
                    <a:pt x="385668" y="5832940"/>
                  </a:lnTo>
                  <a:lnTo>
                    <a:pt x="385761" y="5832940"/>
                  </a:lnTo>
                  <a:lnTo>
                    <a:pt x="385854" y="5832940"/>
                  </a:lnTo>
                  <a:lnTo>
                    <a:pt x="385947" y="5832940"/>
                  </a:lnTo>
                  <a:lnTo>
                    <a:pt x="386041" y="5832940"/>
                  </a:lnTo>
                  <a:lnTo>
                    <a:pt x="386134" y="5832940"/>
                  </a:lnTo>
                  <a:lnTo>
                    <a:pt x="386227" y="5832940"/>
                  </a:lnTo>
                  <a:lnTo>
                    <a:pt x="386320" y="5832940"/>
                  </a:lnTo>
                  <a:lnTo>
                    <a:pt x="386414" y="5832940"/>
                  </a:lnTo>
                  <a:lnTo>
                    <a:pt x="386507" y="5832940"/>
                  </a:lnTo>
                  <a:lnTo>
                    <a:pt x="386600" y="5832940"/>
                  </a:lnTo>
                  <a:lnTo>
                    <a:pt x="386693" y="5832940"/>
                  </a:lnTo>
                  <a:lnTo>
                    <a:pt x="386787" y="5832940"/>
                  </a:lnTo>
                  <a:lnTo>
                    <a:pt x="386880" y="5832940"/>
                  </a:lnTo>
                  <a:lnTo>
                    <a:pt x="386973" y="5832940"/>
                  </a:lnTo>
                  <a:lnTo>
                    <a:pt x="387066" y="5832940"/>
                  </a:lnTo>
                  <a:lnTo>
                    <a:pt x="387160" y="5832940"/>
                  </a:lnTo>
                  <a:lnTo>
                    <a:pt x="387253" y="5832940"/>
                  </a:lnTo>
                  <a:lnTo>
                    <a:pt x="387346" y="5832940"/>
                  </a:lnTo>
                  <a:lnTo>
                    <a:pt x="387439" y="5832940"/>
                  </a:lnTo>
                  <a:lnTo>
                    <a:pt x="387533" y="5832940"/>
                  </a:lnTo>
                  <a:lnTo>
                    <a:pt x="387626" y="5832940"/>
                  </a:lnTo>
                  <a:lnTo>
                    <a:pt x="387719" y="5832940"/>
                  </a:lnTo>
                  <a:lnTo>
                    <a:pt x="387812" y="5832940"/>
                  </a:lnTo>
                  <a:lnTo>
                    <a:pt x="387906" y="5832940"/>
                  </a:lnTo>
                  <a:lnTo>
                    <a:pt x="387999" y="5832940"/>
                  </a:lnTo>
                  <a:lnTo>
                    <a:pt x="388092" y="5832940"/>
                  </a:lnTo>
                  <a:lnTo>
                    <a:pt x="388185" y="5832940"/>
                  </a:lnTo>
                  <a:lnTo>
                    <a:pt x="388279" y="5832940"/>
                  </a:lnTo>
                  <a:lnTo>
                    <a:pt x="388372" y="5832940"/>
                  </a:lnTo>
                  <a:lnTo>
                    <a:pt x="388465" y="5832940"/>
                  </a:lnTo>
                  <a:lnTo>
                    <a:pt x="388558" y="5832940"/>
                  </a:lnTo>
                  <a:lnTo>
                    <a:pt x="388651" y="5832940"/>
                  </a:lnTo>
                  <a:lnTo>
                    <a:pt x="388745" y="5832940"/>
                  </a:lnTo>
                  <a:lnTo>
                    <a:pt x="388838" y="5832940"/>
                  </a:lnTo>
                  <a:lnTo>
                    <a:pt x="388931" y="5832940"/>
                  </a:lnTo>
                  <a:lnTo>
                    <a:pt x="389024" y="5832940"/>
                  </a:lnTo>
                  <a:lnTo>
                    <a:pt x="389118" y="5832940"/>
                  </a:lnTo>
                  <a:lnTo>
                    <a:pt x="389211" y="5832940"/>
                  </a:lnTo>
                  <a:lnTo>
                    <a:pt x="389304" y="5832940"/>
                  </a:lnTo>
                  <a:lnTo>
                    <a:pt x="389397" y="5832940"/>
                  </a:lnTo>
                  <a:lnTo>
                    <a:pt x="389491" y="5832940"/>
                  </a:lnTo>
                  <a:lnTo>
                    <a:pt x="389584" y="5832940"/>
                  </a:lnTo>
                  <a:lnTo>
                    <a:pt x="389677" y="5832940"/>
                  </a:lnTo>
                  <a:lnTo>
                    <a:pt x="389770" y="5832940"/>
                  </a:lnTo>
                  <a:lnTo>
                    <a:pt x="389864" y="5832940"/>
                  </a:lnTo>
                  <a:lnTo>
                    <a:pt x="389957" y="5832940"/>
                  </a:lnTo>
                  <a:lnTo>
                    <a:pt x="390050" y="5832940"/>
                  </a:lnTo>
                  <a:lnTo>
                    <a:pt x="390143" y="5832940"/>
                  </a:lnTo>
                  <a:lnTo>
                    <a:pt x="390237" y="5832940"/>
                  </a:lnTo>
                  <a:lnTo>
                    <a:pt x="390330" y="5832940"/>
                  </a:lnTo>
                  <a:lnTo>
                    <a:pt x="390423" y="5832940"/>
                  </a:lnTo>
                  <a:lnTo>
                    <a:pt x="390516" y="5832940"/>
                  </a:lnTo>
                  <a:lnTo>
                    <a:pt x="390610" y="5832940"/>
                  </a:lnTo>
                  <a:lnTo>
                    <a:pt x="390703" y="5832940"/>
                  </a:lnTo>
                  <a:lnTo>
                    <a:pt x="390796" y="5832940"/>
                  </a:lnTo>
                  <a:lnTo>
                    <a:pt x="390889" y="5832940"/>
                  </a:lnTo>
                  <a:lnTo>
                    <a:pt x="390983" y="5832940"/>
                  </a:lnTo>
                  <a:lnTo>
                    <a:pt x="391076" y="5832940"/>
                  </a:lnTo>
                  <a:lnTo>
                    <a:pt x="391169" y="5832940"/>
                  </a:lnTo>
                  <a:lnTo>
                    <a:pt x="391262" y="5832940"/>
                  </a:lnTo>
                  <a:lnTo>
                    <a:pt x="391356" y="5832940"/>
                  </a:lnTo>
                  <a:lnTo>
                    <a:pt x="391449" y="5832940"/>
                  </a:lnTo>
                  <a:lnTo>
                    <a:pt x="391542" y="5832940"/>
                  </a:lnTo>
                  <a:lnTo>
                    <a:pt x="391635" y="5832940"/>
                  </a:lnTo>
                  <a:lnTo>
                    <a:pt x="391729" y="5832940"/>
                  </a:lnTo>
                  <a:lnTo>
                    <a:pt x="391822" y="5832940"/>
                  </a:lnTo>
                  <a:lnTo>
                    <a:pt x="391915" y="5832940"/>
                  </a:lnTo>
                  <a:lnTo>
                    <a:pt x="392008" y="5832940"/>
                  </a:lnTo>
                  <a:lnTo>
                    <a:pt x="392102" y="5832940"/>
                  </a:lnTo>
                  <a:lnTo>
                    <a:pt x="392195" y="5832940"/>
                  </a:lnTo>
                  <a:lnTo>
                    <a:pt x="392288" y="5832940"/>
                  </a:lnTo>
                  <a:lnTo>
                    <a:pt x="392381" y="5832940"/>
                  </a:lnTo>
                  <a:lnTo>
                    <a:pt x="392475" y="5832940"/>
                  </a:lnTo>
                  <a:lnTo>
                    <a:pt x="392568" y="5832940"/>
                  </a:lnTo>
                  <a:lnTo>
                    <a:pt x="392661" y="5832940"/>
                  </a:lnTo>
                  <a:lnTo>
                    <a:pt x="392754" y="5832940"/>
                  </a:lnTo>
                  <a:lnTo>
                    <a:pt x="392848" y="5832940"/>
                  </a:lnTo>
                  <a:lnTo>
                    <a:pt x="392941" y="5832940"/>
                  </a:lnTo>
                  <a:lnTo>
                    <a:pt x="393034" y="5832940"/>
                  </a:lnTo>
                  <a:lnTo>
                    <a:pt x="393127" y="5832940"/>
                  </a:lnTo>
                  <a:lnTo>
                    <a:pt x="393221" y="5832940"/>
                  </a:lnTo>
                  <a:lnTo>
                    <a:pt x="393314" y="5832940"/>
                  </a:lnTo>
                  <a:lnTo>
                    <a:pt x="393407" y="5832940"/>
                  </a:lnTo>
                  <a:lnTo>
                    <a:pt x="393500" y="5832940"/>
                  </a:lnTo>
                  <a:lnTo>
                    <a:pt x="393594" y="5832940"/>
                  </a:lnTo>
                  <a:lnTo>
                    <a:pt x="393687" y="5832940"/>
                  </a:lnTo>
                  <a:lnTo>
                    <a:pt x="393780" y="5832940"/>
                  </a:lnTo>
                  <a:lnTo>
                    <a:pt x="393873" y="5832940"/>
                  </a:lnTo>
                  <a:lnTo>
                    <a:pt x="393967" y="5832940"/>
                  </a:lnTo>
                  <a:lnTo>
                    <a:pt x="394060" y="5832940"/>
                  </a:lnTo>
                  <a:lnTo>
                    <a:pt x="394153" y="5832940"/>
                  </a:lnTo>
                  <a:lnTo>
                    <a:pt x="394246" y="5832940"/>
                  </a:lnTo>
                  <a:lnTo>
                    <a:pt x="394340" y="5832940"/>
                  </a:lnTo>
                  <a:lnTo>
                    <a:pt x="394433" y="5832940"/>
                  </a:lnTo>
                  <a:lnTo>
                    <a:pt x="394526" y="5832940"/>
                  </a:lnTo>
                  <a:lnTo>
                    <a:pt x="394619" y="5832940"/>
                  </a:lnTo>
                  <a:lnTo>
                    <a:pt x="394713" y="5832940"/>
                  </a:lnTo>
                  <a:lnTo>
                    <a:pt x="394806" y="5832940"/>
                  </a:lnTo>
                  <a:lnTo>
                    <a:pt x="394899" y="5832940"/>
                  </a:lnTo>
                  <a:lnTo>
                    <a:pt x="394992" y="5832940"/>
                  </a:lnTo>
                  <a:lnTo>
                    <a:pt x="395086" y="5832940"/>
                  </a:lnTo>
                  <a:lnTo>
                    <a:pt x="395179" y="5832940"/>
                  </a:lnTo>
                  <a:lnTo>
                    <a:pt x="395272" y="5832940"/>
                  </a:lnTo>
                  <a:lnTo>
                    <a:pt x="395365" y="5832940"/>
                  </a:lnTo>
                  <a:lnTo>
                    <a:pt x="395458" y="5832940"/>
                  </a:lnTo>
                  <a:lnTo>
                    <a:pt x="395552" y="5832940"/>
                  </a:lnTo>
                  <a:lnTo>
                    <a:pt x="395645" y="5832940"/>
                  </a:lnTo>
                  <a:lnTo>
                    <a:pt x="395645" y="5822986"/>
                  </a:lnTo>
                  <a:lnTo>
                    <a:pt x="395738" y="5822986"/>
                  </a:lnTo>
                  <a:lnTo>
                    <a:pt x="395831" y="5822986"/>
                  </a:lnTo>
                  <a:lnTo>
                    <a:pt x="395925" y="5822986"/>
                  </a:lnTo>
                  <a:lnTo>
                    <a:pt x="395925" y="5813032"/>
                  </a:lnTo>
                  <a:lnTo>
                    <a:pt x="396018" y="5813032"/>
                  </a:lnTo>
                  <a:lnTo>
                    <a:pt x="396111" y="5813032"/>
                  </a:lnTo>
                  <a:lnTo>
                    <a:pt x="396204" y="5813032"/>
                  </a:lnTo>
                  <a:lnTo>
                    <a:pt x="396298" y="5813032"/>
                  </a:lnTo>
                  <a:lnTo>
                    <a:pt x="396391" y="5813032"/>
                  </a:lnTo>
                  <a:lnTo>
                    <a:pt x="396484" y="5813032"/>
                  </a:lnTo>
                  <a:lnTo>
                    <a:pt x="396577" y="5813032"/>
                  </a:lnTo>
                  <a:lnTo>
                    <a:pt x="396671" y="5813032"/>
                  </a:lnTo>
                  <a:lnTo>
                    <a:pt x="396764" y="5813032"/>
                  </a:lnTo>
                  <a:lnTo>
                    <a:pt x="396857" y="5813032"/>
                  </a:lnTo>
                  <a:lnTo>
                    <a:pt x="396950" y="5813032"/>
                  </a:lnTo>
                  <a:lnTo>
                    <a:pt x="397044" y="5813032"/>
                  </a:lnTo>
                  <a:lnTo>
                    <a:pt x="397137" y="5813032"/>
                  </a:lnTo>
                  <a:lnTo>
                    <a:pt x="397230" y="5813032"/>
                  </a:lnTo>
                  <a:lnTo>
                    <a:pt x="397323" y="5813032"/>
                  </a:lnTo>
                  <a:lnTo>
                    <a:pt x="397417" y="5813032"/>
                  </a:lnTo>
                  <a:lnTo>
                    <a:pt x="397510" y="5813032"/>
                  </a:lnTo>
                  <a:lnTo>
                    <a:pt x="397603" y="5813032"/>
                  </a:lnTo>
                  <a:lnTo>
                    <a:pt x="397696" y="5813032"/>
                  </a:lnTo>
                  <a:lnTo>
                    <a:pt x="397790" y="5813032"/>
                  </a:lnTo>
                  <a:lnTo>
                    <a:pt x="397883" y="5813032"/>
                  </a:lnTo>
                  <a:lnTo>
                    <a:pt x="397976" y="5813032"/>
                  </a:lnTo>
                  <a:lnTo>
                    <a:pt x="398069" y="5813032"/>
                  </a:lnTo>
                  <a:lnTo>
                    <a:pt x="398163" y="5813032"/>
                  </a:lnTo>
                  <a:lnTo>
                    <a:pt x="398256" y="5813032"/>
                  </a:lnTo>
                  <a:lnTo>
                    <a:pt x="398349" y="5813032"/>
                  </a:lnTo>
                  <a:lnTo>
                    <a:pt x="398442" y="5813032"/>
                  </a:lnTo>
                  <a:lnTo>
                    <a:pt x="398536" y="5813032"/>
                  </a:lnTo>
                  <a:lnTo>
                    <a:pt x="398629" y="5813032"/>
                  </a:lnTo>
                  <a:lnTo>
                    <a:pt x="398722" y="5813032"/>
                  </a:lnTo>
                  <a:lnTo>
                    <a:pt x="398815" y="5813032"/>
                  </a:lnTo>
                  <a:lnTo>
                    <a:pt x="398909" y="5813032"/>
                  </a:lnTo>
                  <a:lnTo>
                    <a:pt x="399002" y="5813032"/>
                  </a:lnTo>
                  <a:lnTo>
                    <a:pt x="399095" y="5813032"/>
                  </a:lnTo>
                  <a:lnTo>
                    <a:pt x="399188" y="5813032"/>
                  </a:lnTo>
                  <a:lnTo>
                    <a:pt x="399282" y="5813032"/>
                  </a:lnTo>
                  <a:lnTo>
                    <a:pt x="399375" y="5813032"/>
                  </a:lnTo>
                  <a:lnTo>
                    <a:pt x="399468" y="5813032"/>
                  </a:lnTo>
                  <a:lnTo>
                    <a:pt x="399561" y="5813032"/>
                  </a:lnTo>
                  <a:lnTo>
                    <a:pt x="399655" y="5813032"/>
                  </a:lnTo>
                  <a:lnTo>
                    <a:pt x="399748" y="5813032"/>
                  </a:lnTo>
                  <a:lnTo>
                    <a:pt x="399841" y="5813032"/>
                  </a:lnTo>
                  <a:lnTo>
                    <a:pt x="399934" y="5813032"/>
                  </a:lnTo>
                  <a:lnTo>
                    <a:pt x="400028" y="5813032"/>
                  </a:lnTo>
                  <a:lnTo>
                    <a:pt x="400121" y="5813032"/>
                  </a:lnTo>
                  <a:lnTo>
                    <a:pt x="400214" y="5813032"/>
                  </a:lnTo>
                  <a:lnTo>
                    <a:pt x="400307" y="5813032"/>
                  </a:lnTo>
                  <a:lnTo>
                    <a:pt x="400401" y="5813032"/>
                  </a:lnTo>
                  <a:lnTo>
                    <a:pt x="400494" y="5813032"/>
                  </a:lnTo>
                  <a:lnTo>
                    <a:pt x="400587" y="5813032"/>
                  </a:lnTo>
                  <a:lnTo>
                    <a:pt x="400680" y="5813032"/>
                  </a:lnTo>
                  <a:lnTo>
                    <a:pt x="400774" y="5813032"/>
                  </a:lnTo>
                  <a:lnTo>
                    <a:pt x="400867" y="5813032"/>
                  </a:lnTo>
                  <a:lnTo>
                    <a:pt x="400960" y="5813032"/>
                  </a:lnTo>
                  <a:lnTo>
                    <a:pt x="401053" y="5813032"/>
                  </a:lnTo>
                  <a:lnTo>
                    <a:pt x="401147" y="5813032"/>
                  </a:lnTo>
                  <a:lnTo>
                    <a:pt x="401240" y="5813032"/>
                  </a:lnTo>
                  <a:lnTo>
                    <a:pt x="401333" y="5813032"/>
                  </a:lnTo>
                  <a:lnTo>
                    <a:pt x="401426" y="5813032"/>
                  </a:lnTo>
                  <a:lnTo>
                    <a:pt x="401520" y="5813032"/>
                  </a:lnTo>
                  <a:lnTo>
                    <a:pt x="401613" y="5813032"/>
                  </a:lnTo>
                  <a:lnTo>
                    <a:pt x="401706" y="5813032"/>
                  </a:lnTo>
                  <a:lnTo>
                    <a:pt x="401799" y="5813032"/>
                  </a:lnTo>
                  <a:lnTo>
                    <a:pt x="401893" y="5813032"/>
                  </a:lnTo>
                  <a:lnTo>
                    <a:pt x="401986" y="5813032"/>
                  </a:lnTo>
                  <a:lnTo>
                    <a:pt x="402079" y="5813032"/>
                  </a:lnTo>
                  <a:lnTo>
                    <a:pt x="402172" y="5813032"/>
                  </a:lnTo>
                  <a:lnTo>
                    <a:pt x="402266" y="5813032"/>
                  </a:lnTo>
                  <a:lnTo>
                    <a:pt x="402359" y="5813032"/>
                  </a:lnTo>
                  <a:lnTo>
                    <a:pt x="402452" y="5813032"/>
                  </a:lnTo>
                  <a:lnTo>
                    <a:pt x="402545" y="5813032"/>
                  </a:lnTo>
                  <a:lnTo>
                    <a:pt x="402638" y="5813032"/>
                  </a:lnTo>
                  <a:lnTo>
                    <a:pt x="402732" y="5813032"/>
                  </a:lnTo>
                  <a:lnTo>
                    <a:pt x="402825" y="5813032"/>
                  </a:lnTo>
                  <a:lnTo>
                    <a:pt x="402918" y="5813032"/>
                  </a:lnTo>
                  <a:lnTo>
                    <a:pt x="403011" y="5813032"/>
                  </a:lnTo>
                  <a:lnTo>
                    <a:pt x="403105" y="5813032"/>
                  </a:lnTo>
                  <a:lnTo>
                    <a:pt x="403198" y="5813032"/>
                  </a:lnTo>
                  <a:lnTo>
                    <a:pt x="403291" y="5813032"/>
                  </a:lnTo>
                  <a:lnTo>
                    <a:pt x="403384" y="5813032"/>
                  </a:lnTo>
                  <a:lnTo>
                    <a:pt x="403478" y="5813032"/>
                  </a:lnTo>
                  <a:lnTo>
                    <a:pt x="403571" y="5813032"/>
                  </a:lnTo>
                  <a:lnTo>
                    <a:pt x="403664" y="5813032"/>
                  </a:lnTo>
                  <a:lnTo>
                    <a:pt x="403757" y="5813032"/>
                  </a:lnTo>
                  <a:lnTo>
                    <a:pt x="403851" y="5813032"/>
                  </a:lnTo>
                  <a:lnTo>
                    <a:pt x="403944" y="5813032"/>
                  </a:lnTo>
                  <a:lnTo>
                    <a:pt x="404037" y="5813032"/>
                  </a:lnTo>
                  <a:lnTo>
                    <a:pt x="404130" y="5813032"/>
                  </a:lnTo>
                  <a:lnTo>
                    <a:pt x="404224" y="5813032"/>
                  </a:lnTo>
                  <a:lnTo>
                    <a:pt x="404317" y="5813032"/>
                  </a:lnTo>
                  <a:lnTo>
                    <a:pt x="404410" y="5813032"/>
                  </a:lnTo>
                  <a:lnTo>
                    <a:pt x="404503" y="5813032"/>
                  </a:lnTo>
                  <a:lnTo>
                    <a:pt x="404597" y="5813032"/>
                  </a:lnTo>
                  <a:lnTo>
                    <a:pt x="404690" y="5813032"/>
                  </a:lnTo>
                  <a:lnTo>
                    <a:pt x="404783" y="5813032"/>
                  </a:lnTo>
                  <a:lnTo>
                    <a:pt x="404876" y="5813032"/>
                  </a:lnTo>
                  <a:lnTo>
                    <a:pt x="404970" y="5813032"/>
                  </a:lnTo>
                  <a:lnTo>
                    <a:pt x="405063" y="5813032"/>
                  </a:lnTo>
                  <a:lnTo>
                    <a:pt x="405156" y="5813032"/>
                  </a:lnTo>
                  <a:lnTo>
                    <a:pt x="405249" y="5813032"/>
                  </a:lnTo>
                  <a:lnTo>
                    <a:pt x="405343" y="5813032"/>
                  </a:lnTo>
                  <a:lnTo>
                    <a:pt x="405436" y="5813032"/>
                  </a:lnTo>
                  <a:lnTo>
                    <a:pt x="405529" y="5813032"/>
                  </a:lnTo>
                  <a:lnTo>
                    <a:pt x="405622" y="5813032"/>
                  </a:lnTo>
                  <a:lnTo>
                    <a:pt x="405716" y="5813032"/>
                  </a:lnTo>
                  <a:lnTo>
                    <a:pt x="405809" y="5813032"/>
                  </a:lnTo>
                  <a:lnTo>
                    <a:pt x="405902" y="5813032"/>
                  </a:lnTo>
                  <a:lnTo>
                    <a:pt x="405995" y="5813032"/>
                  </a:lnTo>
                  <a:lnTo>
                    <a:pt x="406089" y="5813032"/>
                  </a:lnTo>
                  <a:lnTo>
                    <a:pt x="406182" y="5813032"/>
                  </a:lnTo>
                  <a:lnTo>
                    <a:pt x="406275" y="5813032"/>
                  </a:lnTo>
                  <a:lnTo>
                    <a:pt x="406368" y="5813032"/>
                  </a:lnTo>
                  <a:lnTo>
                    <a:pt x="406462" y="5813032"/>
                  </a:lnTo>
                  <a:lnTo>
                    <a:pt x="406555" y="5813032"/>
                  </a:lnTo>
                  <a:lnTo>
                    <a:pt x="406648" y="5813032"/>
                  </a:lnTo>
                  <a:lnTo>
                    <a:pt x="406741" y="5813032"/>
                  </a:lnTo>
                  <a:lnTo>
                    <a:pt x="406835" y="5813032"/>
                  </a:lnTo>
                  <a:lnTo>
                    <a:pt x="406928" y="5813032"/>
                  </a:lnTo>
                  <a:lnTo>
                    <a:pt x="407021" y="5813032"/>
                  </a:lnTo>
                  <a:lnTo>
                    <a:pt x="407114" y="5813032"/>
                  </a:lnTo>
                  <a:lnTo>
                    <a:pt x="407208" y="5813032"/>
                  </a:lnTo>
                  <a:lnTo>
                    <a:pt x="407301" y="5813032"/>
                  </a:lnTo>
                  <a:lnTo>
                    <a:pt x="407394" y="5813032"/>
                  </a:lnTo>
                  <a:lnTo>
                    <a:pt x="407487" y="5813032"/>
                  </a:lnTo>
                  <a:lnTo>
                    <a:pt x="407581" y="5813032"/>
                  </a:lnTo>
                  <a:lnTo>
                    <a:pt x="407674" y="5813032"/>
                  </a:lnTo>
                  <a:lnTo>
                    <a:pt x="407767" y="5813032"/>
                  </a:lnTo>
                  <a:lnTo>
                    <a:pt x="407860" y="5813032"/>
                  </a:lnTo>
                  <a:lnTo>
                    <a:pt x="407954" y="5813032"/>
                  </a:lnTo>
                  <a:lnTo>
                    <a:pt x="408047" y="5813032"/>
                  </a:lnTo>
                  <a:lnTo>
                    <a:pt x="408140" y="5813032"/>
                  </a:lnTo>
                  <a:lnTo>
                    <a:pt x="408233" y="5813032"/>
                  </a:lnTo>
                  <a:lnTo>
                    <a:pt x="408327" y="5813032"/>
                  </a:lnTo>
                  <a:lnTo>
                    <a:pt x="408420" y="5813032"/>
                  </a:lnTo>
                  <a:lnTo>
                    <a:pt x="408513" y="5813032"/>
                  </a:lnTo>
                  <a:lnTo>
                    <a:pt x="408606" y="5813032"/>
                  </a:lnTo>
                  <a:lnTo>
                    <a:pt x="408700" y="5813032"/>
                  </a:lnTo>
                  <a:lnTo>
                    <a:pt x="408793" y="5813032"/>
                  </a:lnTo>
                  <a:lnTo>
                    <a:pt x="408886" y="5813032"/>
                  </a:lnTo>
                  <a:lnTo>
                    <a:pt x="408979" y="5813032"/>
                  </a:lnTo>
                  <a:lnTo>
                    <a:pt x="409073" y="5813032"/>
                  </a:lnTo>
                  <a:lnTo>
                    <a:pt x="409166" y="5813032"/>
                  </a:lnTo>
                  <a:lnTo>
                    <a:pt x="409259" y="5813032"/>
                  </a:lnTo>
                  <a:lnTo>
                    <a:pt x="409352" y="5813032"/>
                  </a:lnTo>
                  <a:lnTo>
                    <a:pt x="409445" y="5813032"/>
                  </a:lnTo>
                  <a:lnTo>
                    <a:pt x="409445" y="5803078"/>
                  </a:lnTo>
                  <a:lnTo>
                    <a:pt x="409539" y="5803078"/>
                  </a:lnTo>
                  <a:lnTo>
                    <a:pt x="409632" y="5803078"/>
                  </a:lnTo>
                  <a:lnTo>
                    <a:pt x="409725" y="5803078"/>
                  </a:lnTo>
                  <a:lnTo>
                    <a:pt x="409818" y="5803078"/>
                  </a:lnTo>
                  <a:lnTo>
                    <a:pt x="409912" y="5803078"/>
                  </a:lnTo>
                  <a:lnTo>
                    <a:pt x="410005" y="5803078"/>
                  </a:lnTo>
                  <a:lnTo>
                    <a:pt x="410098" y="5803078"/>
                  </a:lnTo>
                  <a:lnTo>
                    <a:pt x="410191" y="5803078"/>
                  </a:lnTo>
                  <a:lnTo>
                    <a:pt x="410285" y="5803078"/>
                  </a:lnTo>
                  <a:lnTo>
                    <a:pt x="410378" y="5803078"/>
                  </a:lnTo>
                  <a:lnTo>
                    <a:pt x="410471" y="5803078"/>
                  </a:lnTo>
                  <a:lnTo>
                    <a:pt x="410564" y="5803078"/>
                  </a:lnTo>
                  <a:lnTo>
                    <a:pt x="410658" y="5803078"/>
                  </a:lnTo>
                  <a:lnTo>
                    <a:pt x="410751" y="5803078"/>
                  </a:lnTo>
                  <a:lnTo>
                    <a:pt x="410844" y="5803078"/>
                  </a:lnTo>
                  <a:lnTo>
                    <a:pt x="410937" y="5803078"/>
                  </a:lnTo>
                  <a:lnTo>
                    <a:pt x="411031" y="5803078"/>
                  </a:lnTo>
                  <a:lnTo>
                    <a:pt x="411124" y="5803078"/>
                  </a:lnTo>
                  <a:lnTo>
                    <a:pt x="411217" y="5803078"/>
                  </a:lnTo>
                  <a:lnTo>
                    <a:pt x="411310" y="5803078"/>
                  </a:lnTo>
                  <a:lnTo>
                    <a:pt x="411404" y="5803078"/>
                  </a:lnTo>
                  <a:lnTo>
                    <a:pt x="411497" y="5803078"/>
                  </a:lnTo>
                  <a:lnTo>
                    <a:pt x="411590" y="5803078"/>
                  </a:lnTo>
                  <a:lnTo>
                    <a:pt x="411683" y="5803078"/>
                  </a:lnTo>
                  <a:lnTo>
                    <a:pt x="411777" y="5803078"/>
                  </a:lnTo>
                  <a:lnTo>
                    <a:pt x="411870" y="5803078"/>
                  </a:lnTo>
                  <a:lnTo>
                    <a:pt x="411963" y="5803078"/>
                  </a:lnTo>
                  <a:lnTo>
                    <a:pt x="412056" y="5803078"/>
                  </a:lnTo>
                  <a:lnTo>
                    <a:pt x="412150" y="5803078"/>
                  </a:lnTo>
                  <a:lnTo>
                    <a:pt x="412243" y="5803078"/>
                  </a:lnTo>
                  <a:lnTo>
                    <a:pt x="412336" y="5803078"/>
                  </a:lnTo>
                  <a:lnTo>
                    <a:pt x="412429" y="5803078"/>
                  </a:lnTo>
                  <a:lnTo>
                    <a:pt x="412523" y="5803078"/>
                  </a:lnTo>
                  <a:lnTo>
                    <a:pt x="412616" y="5803078"/>
                  </a:lnTo>
                  <a:lnTo>
                    <a:pt x="412709" y="5803078"/>
                  </a:lnTo>
                  <a:lnTo>
                    <a:pt x="412802" y="5803078"/>
                  </a:lnTo>
                  <a:lnTo>
                    <a:pt x="412896" y="5803078"/>
                  </a:lnTo>
                  <a:lnTo>
                    <a:pt x="412989" y="5803078"/>
                  </a:lnTo>
                  <a:lnTo>
                    <a:pt x="413082" y="5803078"/>
                  </a:lnTo>
                  <a:lnTo>
                    <a:pt x="413175" y="5803078"/>
                  </a:lnTo>
                  <a:lnTo>
                    <a:pt x="413269" y="5803078"/>
                  </a:lnTo>
                  <a:lnTo>
                    <a:pt x="413362" y="5803078"/>
                  </a:lnTo>
                  <a:lnTo>
                    <a:pt x="413455" y="5803078"/>
                  </a:lnTo>
                  <a:lnTo>
                    <a:pt x="413548" y="5803078"/>
                  </a:lnTo>
                  <a:lnTo>
                    <a:pt x="413642" y="5803078"/>
                  </a:lnTo>
                  <a:lnTo>
                    <a:pt x="413735" y="5803078"/>
                  </a:lnTo>
                  <a:lnTo>
                    <a:pt x="413828" y="5803078"/>
                  </a:lnTo>
                  <a:lnTo>
                    <a:pt x="413921" y="5803078"/>
                  </a:lnTo>
                  <a:lnTo>
                    <a:pt x="414015" y="5803078"/>
                  </a:lnTo>
                  <a:lnTo>
                    <a:pt x="414108" y="5803078"/>
                  </a:lnTo>
                  <a:lnTo>
                    <a:pt x="414201" y="5803078"/>
                  </a:lnTo>
                  <a:lnTo>
                    <a:pt x="414294" y="5803078"/>
                  </a:lnTo>
                  <a:lnTo>
                    <a:pt x="414388" y="5803078"/>
                  </a:lnTo>
                  <a:lnTo>
                    <a:pt x="414481" y="5803078"/>
                  </a:lnTo>
                  <a:lnTo>
                    <a:pt x="414574" y="5803078"/>
                  </a:lnTo>
                  <a:lnTo>
                    <a:pt x="414667" y="5803078"/>
                  </a:lnTo>
                  <a:lnTo>
                    <a:pt x="414761" y="5803078"/>
                  </a:lnTo>
                  <a:lnTo>
                    <a:pt x="414854" y="5803078"/>
                  </a:lnTo>
                  <a:lnTo>
                    <a:pt x="414947" y="5803078"/>
                  </a:lnTo>
                  <a:lnTo>
                    <a:pt x="415040" y="5803078"/>
                  </a:lnTo>
                  <a:lnTo>
                    <a:pt x="415134" y="5803078"/>
                  </a:lnTo>
                  <a:lnTo>
                    <a:pt x="415227" y="5803078"/>
                  </a:lnTo>
                  <a:lnTo>
                    <a:pt x="415320" y="5803078"/>
                  </a:lnTo>
                  <a:lnTo>
                    <a:pt x="415413" y="5803078"/>
                  </a:lnTo>
                  <a:lnTo>
                    <a:pt x="415507" y="5803078"/>
                  </a:lnTo>
                  <a:lnTo>
                    <a:pt x="415600" y="5803078"/>
                  </a:lnTo>
                  <a:lnTo>
                    <a:pt x="415600" y="5793124"/>
                  </a:lnTo>
                  <a:lnTo>
                    <a:pt x="415693" y="5793124"/>
                  </a:lnTo>
                  <a:lnTo>
                    <a:pt x="415786" y="5793124"/>
                  </a:lnTo>
                  <a:lnTo>
                    <a:pt x="415880" y="5793124"/>
                  </a:lnTo>
                  <a:lnTo>
                    <a:pt x="415973" y="5793124"/>
                  </a:lnTo>
                  <a:lnTo>
                    <a:pt x="416066" y="5793124"/>
                  </a:lnTo>
                  <a:lnTo>
                    <a:pt x="416159" y="5793124"/>
                  </a:lnTo>
                  <a:lnTo>
                    <a:pt x="416253" y="5793124"/>
                  </a:lnTo>
                  <a:lnTo>
                    <a:pt x="416346" y="5793124"/>
                  </a:lnTo>
                  <a:lnTo>
                    <a:pt x="416439" y="5793124"/>
                  </a:lnTo>
                  <a:lnTo>
                    <a:pt x="416532" y="5793124"/>
                  </a:lnTo>
                  <a:lnTo>
                    <a:pt x="416625" y="5793124"/>
                  </a:lnTo>
                  <a:lnTo>
                    <a:pt x="416719" y="5793124"/>
                  </a:lnTo>
                  <a:lnTo>
                    <a:pt x="416812" y="5793124"/>
                  </a:lnTo>
                  <a:lnTo>
                    <a:pt x="416905" y="5793124"/>
                  </a:lnTo>
                  <a:lnTo>
                    <a:pt x="416998" y="5793124"/>
                  </a:lnTo>
                  <a:lnTo>
                    <a:pt x="417092" y="5793124"/>
                  </a:lnTo>
                  <a:lnTo>
                    <a:pt x="417185" y="5793124"/>
                  </a:lnTo>
                  <a:lnTo>
                    <a:pt x="417278" y="5793124"/>
                  </a:lnTo>
                  <a:lnTo>
                    <a:pt x="417371" y="5793124"/>
                  </a:lnTo>
                  <a:lnTo>
                    <a:pt x="417465" y="5793124"/>
                  </a:lnTo>
                  <a:lnTo>
                    <a:pt x="417558" y="5793124"/>
                  </a:lnTo>
                  <a:lnTo>
                    <a:pt x="417651" y="5793124"/>
                  </a:lnTo>
                  <a:lnTo>
                    <a:pt x="417744" y="5793124"/>
                  </a:lnTo>
                  <a:lnTo>
                    <a:pt x="417838" y="5793124"/>
                  </a:lnTo>
                  <a:lnTo>
                    <a:pt x="417931" y="5793124"/>
                  </a:lnTo>
                  <a:lnTo>
                    <a:pt x="418024" y="5793124"/>
                  </a:lnTo>
                  <a:lnTo>
                    <a:pt x="418117" y="5793124"/>
                  </a:lnTo>
                  <a:lnTo>
                    <a:pt x="418211" y="5793124"/>
                  </a:lnTo>
                  <a:lnTo>
                    <a:pt x="418304" y="5793124"/>
                  </a:lnTo>
                  <a:lnTo>
                    <a:pt x="418397" y="5793124"/>
                  </a:lnTo>
                  <a:lnTo>
                    <a:pt x="418490" y="5793124"/>
                  </a:lnTo>
                  <a:lnTo>
                    <a:pt x="418584" y="5793124"/>
                  </a:lnTo>
                  <a:lnTo>
                    <a:pt x="418677" y="5793124"/>
                  </a:lnTo>
                  <a:lnTo>
                    <a:pt x="418770" y="5793124"/>
                  </a:lnTo>
                  <a:lnTo>
                    <a:pt x="418863" y="5793124"/>
                  </a:lnTo>
                  <a:lnTo>
                    <a:pt x="418957" y="5793124"/>
                  </a:lnTo>
                  <a:lnTo>
                    <a:pt x="419050" y="5793124"/>
                  </a:lnTo>
                  <a:lnTo>
                    <a:pt x="419143" y="5793124"/>
                  </a:lnTo>
                  <a:lnTo>
                    <a:pt x="419236" y="5793124"/>
                  </a:lnTo>
                  <a:lnTo>
                    <a:pt x="419330" y="5793124"/>
                  </a:lnTo>
                  <a:lnTo>
                    <a:pt x="419423" y="5793124"/>
                  </a:lnTo>
                  <a:lnTo>
                    <a:pt x="419516" y="5793124"/>
                  </a:lnTo>
                  <a:lnTo>
                    <a:pt x="419609" y="5793124"/>
                  </a:lnTo>
                  <a:lnTo>
                    <a:pt x="419703" y="5793124"/>
                  </a:lnTo>
                  <a:lnTo>
                    <a:pt x="419796" y="5793124"/>
                  </a:lnTo>
                  <a:lnTo>
                    <a:pt x="419889" y="5793124"/>
                  </a:lnTo>
                  <a:lnTo>
                    <a:pt x="419982" y="5793124"/>
                  </a:lnTo>
                  <a:lnTo>
                    <a:pt x="420076" y="5793124"/>
                  </a:lnTo>
                  <a:lnTo>
                    <a:pt x="420169" y="5793124"/>
                  </a:lnTo>
                  <a:lnTo>
                    <a:pt x="420262" y="5793124"/>
                  </a:lnTo>
                  <a:lnTo>
                    <a:pt x="420355" y="5793124"/>
                  </a:lnTo>
                  <a:lnTo>
                    <a:pt x="420449" y="5793124"/>
                  </a:lnTo>
                  <a:lnTo>
                    <a:pt x="420542" y="5793124"/>
                  </a:lnTo>
                  <a:lnTo>
                    <a:pt x="420635" y="5793124"/>
                  </a:lnTo>
                  <a:lnTo>
                    <a:pt x="420728" y="5793124"/>
                  </a:lnTo>
                  <a:lnTo>
                    <a:pt x="420822" y="5793124"/>
                  </a:lnTo>
                  <a:lnTo>
                    <a:pt x="420915" y="5793124"/>
                  </a:lnTo>
                  <a:lnTo>
                    <a:pt x="421008" y="5793124"/>
                  </a:lnTo>
                  <a:lnTo>
                    <a:pt x="421101" y="5793124"/>
                  </a:lnTo>
                  <a:lnTo>
                    <a:pt x="421101" y="5783170"/>
                  </a:lnTo>
                  <a:lnTo>
                    <a:pt x="421195" y="5783170"/>
                  </a:lnTo>
                  <a:lnTo>
                    <a:pt x="421288" y="5783170"/>
                  </a:lnTo>
                  <a:lnTo>
                    <a:pt x="421381" y="5783170"/>
                  </a:lnTo>
                  <a:lnTo>
                    <a:pt x="421474" y="5783170"/>
                  </a:lnTo>
                  <a:lnTo>
                    <a:pt x="421568" y="5783170"/>
                  </a:lnTo>
                  <a:lnTo>
                    <a:pt x="421661" y="5783170"/>
                  </a:lnTo>
                  <a:lnTo>
                    <a:pt x="421754" y="5783170"/>
                  </a:lnTo>
                  <a:lnTo>
                    <a:pt x="421847" y="5783170"/>
                  </a:lnTo>
                  <a:lnTo>
                    <a:pt x="421941" y="5783170"/>
                  </a:lnTo>
                  <a:lnTo>
                    <a:pt x="422034" y="5783170"/>
                  </a:lnTo>
                  <a:lnTo>
                    <a:pt x="422127" y="5783170"/>
                  </a:lnTo>
                  <a:lnTo>
                    <a:pt x="422220" y="5783170"/>
                  </a:lnTo>
                  <a:lnTo>
                    <a:pt x="422314" y="5783170"/>
                  </a:lnTo>
                  <a:lnTo>
                    <a:pt x="422407" y="5783170"/>
                  </a:lnTo>
                  <a:lnTo>
                    <a:pt x="422500" y="5783170"/>
                  </a:lnTo>
                  <a:lnTo>
                    <a:pt x="422593" y="5783170"/>
                  </a:lnTo>
                  <a:lnTo>
                    <a:pt x="422687" y="5783170"/>
                  </a:lnTo>
                  <a:lnTo>
                    <a:pt x="422780" y="5783170"/>
                  </a:lnTo>
                  <a:lnTo>
                    <a:pt x="422873" y="5783170"/>
                  </a:lnTo>
                  <a:lnTo>
                    <a:pt x="422966" y="5783170"/>
                  </a:lnTo>
                  <a:lnTo>
                    <a:pt x="423060" y="5783170"/>
                  </a:lnTo>
                  <a:lnTo>
                    <a:pt x="423153" y="5783170"/>
                  </a:lnTo>
                  <a:lnTo>
                    <a:pt x="423246" y="5783170"/>
                  </a:lnTo>
                  <a:lnTo>
                    <a:pt x="423339" y="5783170"/>
                  </a:lnTo>
                  <a:lnTo>
                    <a:pt x="423432" y="5783170"/>
                  </a:lnTo>
                  <a:lnTo>
                    <a:pt x="423526" y="5783170"/>
                  </a:lnTo>
                  <a:lnTo>
                    <a:pt x="423619" y="5783170"/>
                  </a:lnTo>
                  <a:lnTo>
                    <a:pt x="423712" y="5783170"/>
                  </a:lnTo>
                  <a:lnTo>
                    <a:pt x="423805" y="5783170"/>
                  </a:lnTo>
                  <a:lnTo>
                    <a:pt x="423899" y="5783170"/>
                  </a:lnTo>
                  <a:lnTo>
                    <a:pt x="423992" y="5783170"/>
                  </a:lnTo>
                  <a:lnTo>
                    <a:pt x="424085" y="5783170"/>
                  </a:lnTo>
                  <a:lnTo>
                    <a:pt x="424178" y="5783170"/>
                  </a:lnTo>
                  <a:lnTo>
                    <a:pt x="424272" y="5783170"/>
                  </a:lnTo>
                  <a:lnTo>
                    <a:pt x="424365" y="5783170"/>
                  </a:lnTo>
                  <a:lnTo>
                    <a:pt x="424458" y="5783170"/>
                  </a:lnTo>
                  <a:lnTo>
                    <a:pt x="424551" y="5783170"/>
                  </a:lnTo>
                  <a:lnTo>
                    <a:pt x="424645" y="5783170"/>
                  </a:lnTo>
                  <a:lnTo>
                    <a:pt x="424738" y="5783170"/>
                  </a:lnTo>
                  <a:lnTo>
                    <a:pt x="424831" y="5783170"/>
                  </a:lnTo>
                  <a:lnTo>
                    <a:pt x="424924" y="5783170"/>
                  </a:lnTo>
                  <a:lnTo>
                    <a:pt x="425018" y="5783170"/>
                  </a:lnTo>
                  <a:lnTo>
                    <a:pt x="425111" y="5783170"/>
                  </a:lnTo>
                  <a:lnTo>
                    <a:pt x="425204" y="5783170"/>
                  </a:lnTo>
                  <a:lnTo>
                    <a:pt x="425297" y="5783170"/>
                  </a:lnTo>
                  <a:lnTo>
                    <a:pt x="425391" y="5783170"/>
                  </a:lnTo>
                  <a:lnTo>
                    <a:pt x="425484" y="5783170"/>
                  </a:lnTo>
                  <a:lnTo>
                    <a:pt x="425577" y="5783170"/>
                  </a:lnTo>
                  <a:lnTo>
                    <a:pt x="425670" y="5783170"/>
                  </a:lnTo>
                  <a:lnTo>
                    <a:pt x="425764" y="5783170"/>
                  </a:lnTo>
                  <a:lnTo>
                    <a:pt x="425857" y="5783170"/>
                  </a:lnTo>
                  <a:lnTo>
                    <a:pt x="425950" y="5783170"/>
                  </a:lnTo>
                  <a:lnTo>
                    <a:pt x="426043" y="5783170"/>
                  </a:lnTo>
                  <a:lnTo>
                    <a:pt x="426137" y="5783170"/>
                  </a:lnTo>
                  <a:lnTo>
                    <a:pt x="426230" y="5783170"/>
                  </a:lnTo>
                  <a:lnTo>
                    <a:pt x="426323" y="5783170"/>
                  </a:lnTo>
                  <a:lnTo>
                    <a:pt x="426416" y="5783170"/>
                  </a:lnTo>
                  <a:lnTo>
                    <a:pt x="426510" y="5783170"/>
                  </a:lnTo>
                  <a:lnTo>
                    <a:pt x="426603" y="5783170"/>
                  </a:lnTo>
                  <a:lnTo>
                    <a:pt x="426696" y="5783170"/>
                  </a:lnTo>
                  <a:lnTo>
                    <a:pt x="426789" y="5783170"/>
                  </a:lnTo>
                  <a:lnTo>
                    <a:pt x="426883" y="5783170"/>
                  </a:lnTo>
                  <a:lnTo>
                    <a:pt x="426976" y="5783170"/>
                  </a:lnTo>
                  <a:lnTo>
                    <a:pt x="427069" y="5783170"/>
                  </a:lnTo>
                  <a:lnTo>
                    <a:pt x="427162" y="5783170"/>
                  </a:lnTo>
                  <a:lnTo>
                    <a:pt x="427256" y="5783170"/>
                  </a:lnTo>
                  <a:lnTo>
                    <a:pt x="427349" y="5783170"/>
                  </a:lnTo>
                  <a:lnTo>
                    <a:pt x="427442" y="5783170"/>
                  </a:lnTo>
                  <a:lnTo>
                    <a:pt x="427535" y="5783170"/>
                  </a:lnTo>
                  <a:lnTo>
                    <a:pt x="427629" y="5783170"/>
                  </a:lnTo>
                  <a:lnTo>
                    <a:pt x="427722" y="5783170"/>
                  </a:lnTo>
                  <a:lnTo>
                    <a:pt x="427815" y="5783170"/>
                  </a:lnTo>
                  <a:lnTo>
                    <a:pt x="427908" y="5783170"/>
                  </a:lnTo>
                  <a:lnTo>
                    <a:pt x="428002" y="5783170"/>
                  </a:lnTo>
                  <a:lnTo>
                    <a:pt x="428095" y="5783170"/>
                  </a:lnTo>
                  <a:lnTo>
                    <a:pt x="428188" y="5783170"/>
                  </a:lnTo>
                  <a:lnTo>
                    <a:pt x="428281" y="5783170"/>
                  </a:lnTo>
                  <a:lnTo>
                    <a:pt x="428375" y="5783170"/>
                  </a:lnTo>
                  <a:lnTo>
                    <a:pt x="428468" y="5783170"/>
                  </a:lnTo>
                  <a:lnTo>
                    <a:pt x="428561" y="5783170"/>
                  </a:lnTo>
                  <a:lnTo>
                    <a:pt x="428654" y="5783170"/>
                  </a:lnTo>
                  <a:lnTo>
                    <a:pt x="428748" y="5783170"/>
                  </a:lnTo>
                  <a:lnTo>
                    <a:pt x="428841" y="5783170"/>
                  </a:lnTo>
                  <a:lnTo>
                    <a:pt x="428934" y="5783170"/>
                  </a:lnTo>
                  <a:lnTo>
                    <a:pt x="429027" y="5783170"/>
                  </a:lnTo>
                  <a:lnTo>
                    <a:pt x="429121" y="5783170"/>
                  </a:lnTo>
                  <a:lnTo>
                    <a:pt x="429214" y="5783170"/>
                  </a:lnTo>
                  <a:lnTo>
                    <a:pt x="429307" y="5783170"/>
                  </a:lnTo>
                  <a:lnTo>
                    <a:pt x="429400" y="5783170"/>
                  </a:lnTo>
                  <a:lnTo>
                    <a:pt x="429494" y="5783170"/>
                  </a:lnTo>
                  <a:lnTo>
                    <a:pt x="429587" y="5783170"/>
                  </a:lnTo>
                  <a:lnTo>
                    <a:pt x="429680" y="5783170"/>
                  </a:lnTo>
                  <a:lnTo>
                    <a:pt x="429773" y="5783170"/>
                  </a:lnTo>
                  <a:lnTo>
                    <a:pt x="429867" y="5783170"/>
                  </a:lnTo>
                  <a:lnTo>
                    <a:pt x="429960" y="5783170"/>
                  </a:lnTo>
                  <a:lnTo>
                    <a:pt x="430053" y="5783170"/>
                  </a:lnTo>
                  <a:lnTo>
                    <a:pt x="430146" y="5783170"/>
                  </a:lnTo>
                  <a:lnTo>
                    <a:pt x="430239" y="5783170"/>
                  </a:lnTo>
                  <a:lnTo>
                    <a:pt x="430333" y="5783170"/>
                  </a:lnTo>
                  <a:lnTo>
                    <a:pt x="430426" y="5783170"/>
                  </a:lnTo>
                  <a:lnTo>
                    <a:pt x="430519" y="5783170"/>
                  </a:lnTo>
                  <a:lnTo>
                    <a:pt x="430612" y="5783170"/>
                  </a:lnTo>
                  <a:lnTo>
                    <a:pt x="430706" y="5783170"/>
                  </a:lnTo>
                  <a:lnTo>
                    <a:pt x="430799" y="5783170"/>
                  </a:lnTo>
                  <a:lnTo>
                    <a:pt x="430892" y="5783170"/>
                  </a:lnTo>
                  <a:lnTo>
                    <a:pt x="430985" y="5783170"/>
                  </a:lnTo>
                  <a:lnTo>
                    <a:pt x="431079" y="5783170"/>
                  </a:lnTo>
                  <a:lnTo>
                    <a:pt x="431172" y="5783170"/>
                  </a:lnTo>
                  <a:lnTo>
                    <a:pt x="431265" y="5783170"/>
                  </a:lnTo>
                  <a:lnTo>
                    <a:pt x="431358" y="5783170"/>
                  </a:lnTo>
                  <a:lnTo>
                    <a:pt x="431452" y="5783170"/>
                  </a:lnTo>
                  <a:lnTo>
                    <a:pt x="431545" y="5783170"/>
                  </a:lnTo>
                  <a:lnTo>
                    <a:pt x="431638" y="5783170"/>
                  </a:lnTo>
                  <a:lnTo>
                    <a:pt x="431731" y="5783170"/>
                  </a:lnTo>
                  <a:lnTo>
                    <a:pt x="431825" y="5783170"/>
                  </a:lnTo>
                  <a:lnTo>
                    <a:pt x="431918" y="5783170"/>
                  </a:lnTo>
                  <a:lnTo>
                    <a:pt x="432011" y="5783170"/>
                  </a:lnTo>
                  <a:lnTo>
                    <a:pt x="432104" y="5783170"/>
                  </a:lnTo>
                  <a:lnTo>
                    <a:pt x="432198" y="5783170"/>
                  </a:lnTo>
                  <a:lnTo>
                    <a:pt x="432291" y="5783170"/>
                  </a:lnTo>
                  <a:lnTo>
                    <a:pt x="432384" y="5783170"/>
                  </a:lnTo>
                  <a:lnTo>
                    <a:pt x="432477" y="5783170"/>
                  </a:lnTo>
                  <a:lnTo>
                    <a:pt x="432571" y="5783170"/>
                  </a:lnTo>
                  <a:lnTo>
                    <a:pt x="432664" y="5783170"/>
                  </a:lnTo>
                  <a:lnTo>
                    <a:pt x="432757" y="5783170"/>
                  </a:lnTo>
                  <a:lnTo>
                    <a:pt x="432757" y="5773217"/>
                  </a:lnTo>
                  <a:lnTo>
                    <a:pt x="432850" y="5773217"/>
                  </a:lnTo>
                  <a:lnTo>
                    <a:pt x="432944" y="5773217"/>
                  </a:lnTo>
                  <a:lnTo>
                    <a:pt x="433037" y="5773217"/>
                  </a:lnTo>
                  <a:lnTo>
                    <a:pt x="433130" y="5773217"/>
                  </a:lnTo>
                  <a:lnTo>
                    <a:pt x="433223" y="5773217"/>
                  </a:lnTo>
                  <a:lnTo>
                    <a:pt x="433317" y="5773217"/>
                  </a:lnTo>
                  <a:lnTo>
                    <a:pt x="433410" y="5773217"/>
                  </a:lnTo>
                  <a:lnTo>
                    <a:pt x="433503" y="5773217"/>
                  </a:lnTo>
                  <a:lnTo>
                    <a:pt x="433596" y="5773217"/>
                  </a:lnTo>
                  <a:lnTo>
                    <a:pt x="433690" y="5773217"/>
                  </a:lnTo>
                  <a:lnTo>
                    <a:pt x="433783" y="5773217"/>
                  </a:lnTo>
                  <a:lnTo>
                    <a:pt x="433876" y="5773217"/>
                  </a:lnTo>
                  <a:lnTo>
                    <a:pt x="433969" y="5773217"/>
                  </a:lnTo>
                  <a:lnTo>
                    <a:pt x="434063" y="5773217"/>
                  </a:lnTo>
                  <a:lnTo>
                    <a:pt x="434156" y="5773217"/>
                  </a:lnTo>
                  <a:lnTo>
                    <a:pt x="434249" y="5773217"/>
                  </a:lnTo>
                  <a:lnTo>
                    <a:pt x="434342" y="5773217"/>
                  </a:lnTo>
                  <a:lnTo>
                    <a:pt x="434436" y="5773217"/>
                  </a:lnTo>
                  <a:lnTo>
                    <a:pt x="434529" y="5773217"/>
                  </a:lnTo>
                  <a:lnTo>
                    <a:pt x="434622" y="5773217"/>
                  </a:lnTo>
                  <a:lnTo>
                    <a:pt x="434715" y="5773217"/>
                  </a:lnTo>
                  <a:lnTo>
                    <a:pt x="434809" y="5773217"/>
                  </a:lnTo>
                  <a:lnTo>
                    <a:pt x="434902" y="5773217"/>
                  </a:lnTo>
                  <a:lnTo>
                    <a:pt x="434995" y="5773217"/>
                  </a:lnTo>
                  <a:lnTo>
                    <a:pt x="435088" y="5773217"/>
                  </a:lnTo>
                  <a:lnTo>
                    <a:pt x="435182" y="5773217"/>
                  </a:lnTo>
                  <a:lnTo>
                    <a:pt x="435275" y="5773217"/>
                  </a:lnTo>
                  <a:lnTo>
                    <a:pt x="435368" y="5773217"/>
                  </a:lnTo>
                  <a:lnTo>
                    <a:pt x="435461" y="5773217"/>
                  </a:lnTo>
                  <a:lnTo>
                    <a:pt x="435555" y="5773217"/>
                  </a:lnTo>
                  <a:lnTo>
                    <a:pt x="435648" y="5773217"/>
                  </a:lnTo>
                  <a:lnTo>
                    <a:pt x="435741" y="5773217"/>
                  </a:lnTo>
                  <a:lnTo>
                    <a:pt x="435834" y="5773217"/>
                  </a:lnTo>
                  <a:lnTo>
                    <a:pt x="435928" y="5773217"/>
                  </a:lnTo>
                  <a:lnTo>
                    <a:pt x="436021" y="5773217"/>
                  </a:lnTo>
                  <a:lnTo>
                    <a:pt x="436114" y="5773217"/>
                  </a:lnTo>
                  <a:lnTo>
                    <a:pt x="436207" y="5773217"/>
                  </a:lnTo>
                  <a:lnTo>
                    <a:pt x="436301" y="5773217"/>
                  </a:lnTo>
                  <a:lnTo>
                    <a:pt x="436394" y="5773217"/>
                  </a:lnTo>
                  <a:lnTo>
                    <a:pt x="436487" y="5773217"/>
                  </a:lnTo>
                  <a:lnTo>
                    <a:pt x="436580" y="5773217"/>
                  </a:lnTo>
                  <a:lnTo>
                    <a:pt x="436674" y="5773217"/>
                  </a:lnTo>
                  <a:lnTo>
                    <a:pt x="436767" y="5773217"/>
                  </a:lnTo>
                  <a:lnTo>
                    <a:pt x="436860" y="5773217"/>
                  </a:lnTo>
                  <a:lnTo>
                    <a:pt x="436953" y="5773217"/>
                  </a:lnTo>
                  <a:lnTo>
                    <a:pt x="437047" y="5773217"/>
                  </a:lnTo>
                  <a:lnTo>
                    <a:pt x="437140" y="5773217"/>
                  </a:lnTo>
                  <a:lnTo>
                    <a:pt x="437233" y="5773217"/>
                  </a:lnTo>
                  <a:lnTo>
                    <a:pt x="437326" y="5773217"/>
                  </a:lnTo>
                  <a:lnTo>
                    <a:pt x="437419" y="5773217"/>
                  </a:lnTo>
                  <a:lnTo>
                    <a:pt x="437513" y="5773217"/>
                  </a:lnTo>
                  <a:lnTo>
                    <a:pt x="437606" y="5773217"/>
                  </a:lnTo>
                  <a:lnTo>
                    <a:pt x="437699" y="5773217"/>
                  </a:lnTo>
                  <a:lnTo>
                    <a:pt x="437792" y="5773217"/>
                  </a:lnTo>
                  <a:lnTo>
                    <a:pt x="437886" y="5773217"/>
                  </a:lnTo>
                  <a:lnTo>
                    <a:pt x="437979" y="5773217"/>
                  </a:lnTo>
                  <a:lnTo>
                    <a:pt x="438072" y="5773217"/>
                  </a:lnTo>
                  <a:lnTo>
                    <a:pt x="438165" y="5773217"/>
                  </a:lnTo>
                  <a:lnTo>
                    <a:pt x="438259" y="5773217"/>
                  </a:lnTo>
                  <a:lnTo>
                    <a:pt x="438352" y="5773217"/>
                  </a:lnTo>
                  <a:lnTo>
                    <a:pt x="438445" y="5773217"/>
                  </a:lnTo>
                  <a:lnTo>
                    <a:pt x="438538" y="5773217"/>
                  </a:lnTo>
                  <a:lnTo>
                    <a:pt x="438632" y="5773217"/>
                  </a:lnTo>
                  <a:lnTo>
                    <a:pt x="438725" y="5773217"/>
                  </a:lnTo>
                  <a:lnTo>
                    <a:pt x="438818" y="5773217"/>
                  </a:lnTo>
                  <a:lnTo>
                    <a:pt x="438911" y="5773217"/>
                  </a:lnTo>
                  <a:lnTo>
                    <a:pt x="439005" y="5773217"/>
                  </a:lnTo>
                  <a:lnTo>
                    <a:pt x="439098" y="5773217"/>
                  </a:lnTo>
                  <a:lnTo>
                    <a:pt x="439191" y="5773217"/>
                  </a:lnTo>
                  <a:lnTo>
                    <a:pt x="439284" y="5773217"/>
                  </a:lnTo>
                  <a:lnTo>
                    <a:pt x="439378" y="5773217"/>
                  </a:lnTo>
                  <a:lnTo>
                    <a:pt x="439471" y="5773217"/>
                  </a:lnTo>
                  <a:lnTo>
                    <a:pt x="439564" y="5773217"/>
                  </a:lnTo>
                  <a:lnTo>
                    <a:pt x="439657" y="5773217"/>
                  </a:lnTo>
                  <a:lnTo>
                    <a:pt x="439751" y="5773217"/>
                  </a:lnTo>
                  <a:lnTo>
                    <a:pt x="439844" y="5773217"/>
                  </a:lnTo>
                  <a:lnTo>
                    <a:pt x="439937" y="5773217"/>
                  </a:lnTo>
                  <a:lnTo>
                    <a:pt x="440030" y="5773217"/>
                  </a:lnTo>
                  <a:lnTo>
                    <a:pt x="440124" y="5773217"/>
                  </a:lnTo>
                  <a:lnTo>
                    <a:pt x="440217" y="5773217"/>
                  </a:lnTo>
                  <a:lnTo>
                    <a:pt x="440310" y="5773217"/>
                  </a:lnTo>
                  <a:lnTo>
                    <a:pt x="440403" y="5773217"/>
                  </a:lnTo>
                  <a:lnTo>
                    <a:pt x="440497" y="5773217"/>
                  </a:lnTo>
                  <a:lnTo>
                    <a:pt x="440590" y="5773217"/>
                  </a:lnTo>
                  <a:lnTo>
                    <a:pt x="440683" y="5773217"/>
                  </a:lnTo>
                  <a:lnTo>
                    <a:pt x="440776" y="5773217"/>
                  </a:lnTo>
                  <a:lnTo>
                    <a:pt x="440870" y="5773217"/>
                  </a:lnTo>
                  <a:lnTo>
                    <a:pt x="440963" y="5773217"/>
                  </a:lnTo>
                  <a:lnTo>
                    <a:pt x="441056" y="5773217"/>
                  </a:lnTo>
                  <a:lnTo>
                    <a:pt x="441149" y="5773217"/>
                  </a:lnTo>
                  <a:lnTo>
                    <a:pt x="441243" y="5773217"/>
                  </a:lnTo>
                  <a:lnTo>
                    <a:pt x="441336" y="5773217"/>
                  </a:lnTo>
                  <a:lnTo>
                    <a:pt x="441429" y="5773217"/>
                  </a:lnTo>
                  <a:lnTo>
                    <a:pt x="441522" y="5773217"/>
                  </a:lnTo>
                  <a:lnTo>
                    <a:pt x="441616" y="5773217"/>
                  </a:lnTo>
                  <a:lnTo>
                    <a:pt x="441709" y="5773217"/>
                  </a:lnTo>
                  <a:lnTo>
                    <a:pt x="441802" y="5773217"/>
                  </a:lnTo>
                  <a:lnTo>
                    <a:pt x="441895" y="5773217"/>
                  </a:lnTo>
                  <a:lnTo>
                    <a:pt x="441989" y="5773217"/>
                  </a:lnTo>
                  <a:lnTo>
                    <a:pt x="442082" y="5773217"/>
                  </a:lnTo>
                  <a:lnTo>
                    <a:pt x="442175" y="5773217"/>
                  </a:lnTo>
                  <a:lnTo>
                    <a:pt x="442268" y="5773217"/>
                  </a:lnTo>
                  <a:lnTo>
                    <a:pt x="442362" y="5773217"/>
                  </a:lnTo>
                  <a:lnTo>
                    <a:pt x="442455" y="5773217"/>
                  </a:lnTo>
                  <a:lnTo>
                    <a:pt x="442548" y="5773217"/>
                  </a:lnTo>
                  <a:lnTo>
                    <a:pt x="442641" y="5773217"/>
                  </a:lnTo>
                  <a:lnTo>
                    <a:pt x="442735" y="5773217"/>
                  </a:lnTo>
                  <a:lnTo>
                    <a:pt x="442828" y="5773217"/>
                  </a:lnTo>
                  <a:lnTo>
                    <a:pt x="442921" y="5773217"/>
                  </a:lnTo>
                  <a:lnTo>
                    <a:pt x="443014" y="5773217"/>
                  </a:lnTo>
                  <a:lnTo>
                    <a:pt x="443108" y="5773217"/>
                  </a:lnTo>
                  <a:lnTo>
                    <a:pt x="443201" y="5773217"/>
                  </a:lnTo>
                  <a:lnTo>
                    <a:pt x="443294" y="5773217"/>
                  </a:lnTo>
                  <a:lnTo>
                    <a:pt x="443387" y="5773217"/>
                  </a:lnTo>
                  <a:lnTo>
                    <a:pt x="443481" y="5773217"/>
                  </a:lnTo>
                  <a:lnTo>
                    <a:pt x="443574" y="5773217"/>
                  </a:lnTo>
                  <a:lnTo>
                    <a:pt x="443667" y="5773217"/>
                  </a:lnTo>
                  <a:lnTo>
                    <a:pt x="443760" y="5773217"/>
                  </a:lnTo>
                  <a:lnTo>
                    <a:pt x="443854" y="5773217"/>
                  </a:lnTo>
                  <a:lnTo>
                    <a:pt x="443947" y="5773217"/>
                  </a:lnTo>
                  <a:lnTo>
                    <a:pt x="444040" y="5773217"/>
                  </a:lnTo>
                  <a:lnTo>
                    <a:pt x="444133" y="5773217"/>
                  </a:lnTo>
                  <a:lnTo>
                    <a:pt x="444226" y="5773217"/>
                  </a:lnTo>
                  <a:lnTo>
                    <a:pt x="444320" y="5773217"/>
                  </a:lnTo>
                  <a:lnTo>
                    <a:pt x="444413" y="5773217"/>
                  </a:lnTo>
                  <a:lnTo>
                    <a:pt x="444506" y="5773217"/>
                  </a:lnTo>
                  <a:lnTo>
                    <a:pt x="444599" y="5773217"/>
                  </a:lnTo>
                  <a:lnTo>
                    <a:pt x="444693" y="5773217"/>
                  </a:lnTo>
                  <a:lnTo>
                    <a:pt x="444786" y="5773217"/>
                  </a:lnTo>
                  <a:lnTo>
                    <a:pt x="444879" y="5773217"/>
                  </a:lnTo>
                  <a:lnTo>
                    <a:pt x="444972" y="5773217"/>
                  </a:lnTo>
                  <a:lnTo>
                    <a:pt x="445066" y="5773217"/>
                  </a:lnTo>
                  <a:lnTo>
                    <a:pt x="445159" y="5773217"/>
                  </a:lnTo>
                  <a:lnTo>
                    <a:pt x="445252" y="5773217"/>
                  </a:lnTo>
                  <a:lnTo>
                    <a:pt x="445252" y="5763263"/>
                  </a:lnTo>
                  <a:lnTo>
                    <a:pt x="445345" y="5763263"/>
                  </a:lnTo>
                  <a:lnTo>
                    <a:pt x="445439" y="5763263"/>
                  </a:lnTo>
                  <a:lnTo>
                    <a:pt x="445532" y="5763263"/>
                  </a:lnTo>
                  <a:lnTo>
                    <a:pt x="445625" y="5763263"/>
                  </a:lnTo>
                  <a:lnTo>
                    <a:pt x="445718" y="5763263"/>
                  </a:lnTo>
                  <a:lnTo>
                    <a:pt x="445812" y="5763263"/>
                  </a:lnTo>
                  <a:lnTo>
                    <a:pt x="445905" y="5763263"/>
                  </a:lnTo>
                  <a:lnTo>
                    <a:pt x="445998" y="5763263"/>
                  </a:lnTo>
                  <a:lnTo>
                    <a:pt x="446091" y="5763263"/>
                  </a:lnTo>
                  <a:lnTo>
                    <a:pt x="446185" y="5763263"/>
                  </a:lnTo>
                  <a:lnTo>
                    <a:pt x="446278" y="5763263"/>
                  </a:lnTo>
                  <a:lnTo>
                    <a:pt x="446371" y="5763263"/>
                  </a:lnTo>
                  <a:lnTo>
                    <a:pt x="446464" y="5763263"/>
                  </a:lnTo>
                  <a:lnTo>
                    <a:pt x="446558" y="5763263"/>
                  </a:lnTo>
                  <a:lnTo>
                    <a:pt x="446651" y="5763263"/>
                  </a:lnTo>
                  <a:lnTo>
                    <a:pt x="446744" y="5763263"/>
                  </a:lnTo>
                  <a:lnTo>
                    <a:pt x="446837" y="5763263"/>
                  </a:lnTo>
                  <a:lnTo>
                    <a:pt x="446931" y="5763263"/>
                  </a:lnTo>
                  <a:lnTo>
                    <a:pt x="447024" y="5763263"/>
                  </a:lnTo>
                  <a:lnTo>
                    <a:pt x="447117" y="5763263"/>
                  </a:lnTo>
                  <a:lnTo>
                    <a:pt x="447210" y="5763263"/>
                  </a:lnTo>
                  <a:lnTo>
                    <a:pt x="447304" y="5763263"/>
                  </a:lnTo>
                  <a:lnTo>
                    <a:pt x="447397" y="5763263"/>
                  </a:lnTo>
                  <a:lnTo>
                    <a:pt x="447490" y="5763263"/>
                  </a:lnTo>
                  <a:lnTo>
                    <a:pt x="447583" y="5763263"/>
                  </a:lnTo>
                  <a:lnTo>
                    <a:pt x="447677" y="5763263"/>
                  </a:lnTo>
                  <a:lnTo>
                    <a:pt x="447770" y="5763263"/>
                  </a:lnTo>
                  <a:lnTo>
                    <a:pt x="447863" y="5763263"/>
                  </a:lnTo>
                  <a:lnTo>
                    <a:pt x="447956" y="5763263"/>
                  </a:lnTo>
                  <a:lnTo>
                    <a:pt x="448050" y="5763263"/>
                  </a:lnTo>
                  <a:lnTo>
                    <a:pt x="448143" y="5763263"/>
                  </a:lnTo>
                  <a:lnTo>
                    <a:pt x="448236" y="5763263"/>
                  </a:lnTo>
                  <a:lnTo>
                    <a:pt x="448329" y="5763263"/>
                  </a:lnTo>
                  <a:lnTo>
                    <a:pt x="448423" y="5763263"/>
                  </a:lnTo>
                  <a:lnTo>
                    <a:pt x="448423" y="5753309"/>
                  </a:lnTo>
                  <a:lnTo>
                    <a:pt x="448516" y="5753309"/>
                  </a:lnTo>
                  <a:lnTo>
                    <a:pt x="448609" y="5753309"/>
                  </a:lnTo>
                  <a:lnTo>
                    <a:pt x="448702" y="5753309"/>
                  </a:lnTo>
                  <a:lnTo>
                    <a:pt x="448796" y="5753309"/>
                  </a:lnTo>
                  <a:lnTo>
                    <a:pt x="448889" y="5753309"/>
                  </a:lnTo>
                  <a:lnTo>
                    <a:pt x="448982" y="5753309"/>
                  </a:lnTo>
                  <a:lnTo>
                    <a:pt x="449075" y="5753309"/>
                  </a:lnTo>
                  <a:lnTo>
                    <a:pt x="449169" y="5753309"/>
                  </a:lnTo>
                  <a:lnTo>
                    <a:pt x="449262" y="5753309"/>
                  </a:lnTo>
                  <a:lnTo>
                    <a:pt x="449355" y="5753309"/>
                  </a:lnTo>
                  <a:lnTo>
                    <a:pt x="449448" y="5753309"/>
                  </a:lnTo>
                  <a:lnTo>
                    <a:pt x="449542" y="5753309"/>
                  </a:lnTo>
                  <a:lnTo>
                    <a:pt x="449635" y="5753309"/>
                  </a:lnTo>
                  <a:lnTo>
                    <a:pt x="449728" y="5753309"/>
                  </a:lnTo>
                  <a:lnTo>
                    <a:pt x="449821" y="5753309"/>
                  </a:lnTo>
                  <a:lnTo>
                    <a:pt x="449915" y="5753309"/>
                  </a:lnTo>
                  <a:lnTo>
                    <a:pt x="450008" y="5753309"/>
                  </a:lnTo>
                  <a:lnTo>
                    <a:pt x="450101" y="5753309"/>
                  </a:lnTo>
                  <a:lnTo>
                    <a:pt x="450194" y="5753309"/>
                  </a:lnTo>
                  <a:lnTo>
                    <a:pt x="450288" y="5753309"/>
                  </a:lnTo>
                  <a:lnTo>
                    <a:pt x="450381" y="5753309"/>
                  </a:lnTo>
                  <a:lnTo>
                    <a:pt x="450474" y="5753309"/>
                  </a:lnTo>
                  <a:lnTo>
                    <a:pt x="450567" y="5753309"/>
                  </a:lnTo>
                  <a:lnTo>
                    <a:pt x="450661" y="5753309"/>
                  </a:lnTo>
                  <a:lnTo>
                    <a:pt x="450754" y="5753309"/>
                  </a:lnTo>
                  <a:lnTo>
                    <a:pt x="450847" y="5753309"/>
                  </a:lnTo>
                  <a:lnTo>
                    <a:pt x="450940" y="5753309"/>
                  </a:lnTo>
                  <a:lnTo>
                    <a:pt x="451033" y="5753309"/>
                  </a:lnTo>
                  <a:lnTo>
                    <a:pt x="451127" y="5753309"/>
                  </a:lnTo>
                  <a:lnTo>
                    <a:pt x="451220" y="5753309"/>
                  </a:lnTo>
                  <a:lnTo>
                    <a:pt x="451313" y="5753309"/>
                  </a:lnTo>
                  <a:lnTo>
                    <a:pt x="451406" y="5753309"/>
                  </a:lnTo>
                  <a:lnTo>
                    <a:pt x="451500" y="5753309"/>
                  </a:lnTo>
                  <a:lnTo>
                    <a:pt x="451593" y="5753309"/>
                  </a:lnTo>
                  <a:lnTo>
                    <a:pt x="451686" y="5753309"/>
                  </a:lnTo>
                  <a:lnTo>
                    <a:pt x="451779" y="5753309"/>
                  </a:lnTo>
                  <a:lnTo>
                    <a:pt x="451873" y="5753309"/>
                  </a:lnTo>
                  <a:lnTo>
                    <a:pt x="451966" y="5753309"/>
                  </a:lnTo>
                  <a:lnTo>
                    <a:pt x="452059" y="5753309"/>
                  </a:lnTo>
                  <a:lnTo>
                    <a:pt x="452152" y="5753309"/>
                  </a:lnTo>
                  <a:lnTo>
                    <a:pt x="452246" y="5753309"/>
                  </a:lnTo>
                  <a:lnTo>
                    <a:pt x="452339" y="5753309"/>
                  </a:lnTo>
                  <a:lnTo>
                    <a:pt x="452432" y="5753309"/>
                  </a:lnTo>
                  <a:lnTo>
                    <a:pt x="452525" y="5753309"/>
                  </a:lnTo>
                  <a:lnTo>
                    <a:pt x="452619" y="5753309"/>
                  </a:lnTo>
                  <a:lnTo>
                    <a:pt x="452712" y="5753309"/>
                  </a:lnTo>
                  <a:lnTo>
                    <a:pt x="452805" y="5753309"/>
                  </a:lnTo>
                  <a:lnTo>
                    <a:pt x="452898" y="5753309"/>
                  </a:lnTo>
                  <a:lnTo>
                    <a:pt x="452898" y="5743355"/>
                  </a:lnTo>
                  <a:lnTo>
                    <a:pt x="452992" y="5743355"/>
                  </a:lnTo>
                  <a:lnTo>
                    <a:pt x="453085" y="5743355"/>
                  </a:lnTo>
                  <a:lnTo>
                    <a:pt x="453178" y="5743355"/>
                  </a:lnTo>
                  <a:lnTo>
                    <a:pt x="453271" y="5743355"/>
                  </a:lnTo>
                  <a:lnTo>
                    <a:pt x="453365" y="5743355"/>
                  </a:lnTo>
                  <a:lnTo>
                    <a:pt x="453458" y="5743355"/>
                  </a:lnTo>
                  <a:lnTo>
                    <a:pt x="453551" y="5743355"/>
                  </a:lnTo>
                  <a:lnTo>
                    <a:pt x="453644" y="5743355"/>
                  </a:lnTo>
                  <a:lnTo>
                    <a:pt x="453738" y="5743355"/>
                  </a:lnTo>
                  <a:lnTo>
                    <a:pt x="453831" y="5743355"/>
                  </a:lnTo>
                  <a:lnTo>
                    <a:pt x="453924" y="5743355"/>
                  </a:lnTo>
                  <a:lnTo>
                    <a:pt x="454017" y="5743355"/>
                  </a:lnTo>
                  <a:lnTo>
                    <a:pt x="454111" y="5743355"/>
                  </a:lnTo>
                  <a:lnTo>
                    <a:pt x="454204" y="5743355"/>
                  </a:lnTo>
                  <a:lnTo>
                    <a:pt x="454297" y="5743355"/>
                  </a:lnTo>
                  <a:lnTo>
                    <a:pt x="454390" y="5743355"/>
                  </a:lnTo>
                  <a:lnTo>
                    <a:pt x="454484" y="5743355"/>
                  </a:lnTo>
                  <a:lnTo>
                    <a:pt x="454577" y="5743355"/>
                  </a:lnTo>
                  <a:lnTo>
                    <a:pt x="454670" y="5743355"/>
                  </a:lnTo>
                  <a:lnTo>
                    <a:pt x="454763" y="5743355"/>
                  </a:lnTo>
                  <a:lnTo>
                    <a:pt x="454857" y="5743355"/>
                  </a:lnTo>
                  <a:lnTo>
                    <a:pt x="454950" y="5743355"/>
                  </a:lnTo>
                  <a:lnTo>
                    <a:pt x="455043" y="5743355"/>
                  </a:lnTo>
                  <a:lnTo>
                    <a:pt x="455136" y="5743355"/>
                  </a:lnTo>
                  <a:lnTo>
                    <a:pt x="455230" y="5743355"/>
                  </a:lnTo>
                  <a:lnTo>
                    <a:pt x="455323" y="5743355"/>
                  </a:lnTo>
                  <a:lnTo>
                    <a:pt x="455416" y="5743355"/>
                  </a:lnTo>
                  <a:lnTo>
                    <a:pt x="455509" y="5743355"/>
                  </a:lnTo>
                  <a:lnTo>
                    <a:pt x="455603" y="5743355"/>
                  </a:lnTo>
                  <a:lnTo>
                    <a:pt x="455696" y="5743355"/>
                  </a:lnTo>
                  <a:lnTo>
                    <a:pt x="455789" y="5743355"/>
                  </a:lnTo>
                  <a:lnTo>
                    <a:pt x="455882" y="5743355"/>
                  </a:lnTo>
                  <a:lnTo>
                    <a:pt x="455976" y="5743355"/>
                  </a:lnTo>
                  <a:lnTo>
                    <a:pt x="456069" y="5743355"/>
                  </a:lnTo>
                  <a:lnTo>
                    <a:pt x="456162" y="5743355"/>
                  </a:lnTo>
                  <a:lnTo>
                    <a:pt x="456255" y="5743355"/>
                  </a:lnTo>
                  <a:lnTo>
                    <a:pt x="456349" y="5743355"/>
                  </a:lnTo>
                  <a:lnTo>
                    <a:pt x="456442" y="5743355"/>
                  </a:lnTo>
                  <a:lnTo>
                    <a:pt x="456535" y="5743355"/>
                  </a:lnTo>
                  <a:lnTo>
                    <a:pt x="456628" y="5743355"/>
                  </a:lnTo>
                  <a:lnTo>
                    <a:pt x="456722" y="5743355"/>
                  </a:lnTo>
                  <a:lnTo>
                    <a:pt x="456815" y="5743355"/>
                  </a:lnTo>
                  <a:lnTo>
                    <a:pt x="456908" y="5743355"/>
                  </a:lnTo>
                  <a:lnTo>
                    <a:pt x="457001" y="5743355"/>
                  </a:lnTo>
                  <a:lnTo>
                    <a:pt x="457095" y="5743355"/>
                  </a:lnTo>
                  <a:lnTo>
                    <a:pt x="457188" y="5743355"/>
                  </a:lnTo>
                  <a:lnTo>
                    <a:pt x="457281" y="5743355"/>
                  </a:lnTo>
                  <a:lnTo>
                    <a:pt x="457374" y="5743355"/>
                  </a:lnTo>
                  <a:lnTo>
                    <a:pt x="457468" y="5743355"/>
                  </a:lnTo>
                  <a:lnTo>
                    <a:pt x="457561" y="5743355"/>
                  </a:lnTo>
                  <a:lnTo>
                    <a:pt x="457654" y="5743355"/>
                  </a:lnTo>
                  <a:lnTo>
                    <a:pt x="457747" y="5743355"/>
                  </a:lnTo>
                  <a:lnTo>
                    <a:pt x="457841" y="5743355"/>
                  </a:lnTo>
                  <a:lnTo>
                    <a:pt x="457934" y="5743355"/>
                  </a:lnTo>
                  <a:lnTo>
                    <a:pt x="457934" y="5733401"/>
                  </a:lnTo>
                  <a:lnTo>
                    <a:pt x="458027" y="5733401"/>
                  </a:lnTo>
                  <a:lnTo>
                    <a:pt x="458120" y="5733401"/>
                  </a:lnTo>
                  <a:lnTo>
                    <a:pt x="458213" y="5733401"/>
                  </a:lnTo>
                  <a:lnTo>
                    <a:pt x="458307" y="5733401"/>
                  </a:lnTo>
                  <a:lnTo>
                    <a:pt x="458400" y="5733401"/>
                  </a:lnTo>
                  <a:lnTo>
                    <a:pt x="458493" y="5733401"/>
                  </a:lnTo>
                  <a:lnTo>
                    <a:pt x="458586" y="5733401"/>
                  </a:lnTo>
                  <a:lnTo>
                    <a:pt x="458680" y="5733401"/>
                  </a:lnTo>
                  <a:lnTo>
                    <a:pt x="458773" y="5733401"/>
                  </a:lnTo>
                  <a:lnTo>
                    <a:pt x="458866" y="5733401"/>
                  </a:lnTo>
                  <a:lnTo>
                    <a:pt x="458959" y="5733401"/>
                  </a:lnTo>
                  <a:lnTo>
                    <a:pt x="459053" y="5733401"/>
                  </a:lnTo>
                  <a:lnTo>
                    <a:pt x="459146" y="5733401"/>
                  </a:lnTo>
                  <a:lnTo>
                    <a:pt x="459146" y="5723448"/>
                  </a:lnTo>
                  <a:lnTo>
                    <a:pt x="459239" y="5723448"/>
                  </a:lnTo>
                  <a:lnTo>
                    <a:pt x="459332" y="5723448"/>
                  </a:lnTo>
                  <a:lnTo>
                    <a:pt x="459426" y="5723448"/>
                  </a:lnTo>
                  <a:lnTo>
                    <a:pt x="459519" y="5723448"/>
                  </a:lnTo>
                  <a:lnTo>
                    <a:pt x="459612" y="5723448"/>
                  </a:lnTo>
                  <a:lnTo>
                    <a:pt x="459705" y="5723448"/>
                  </a:lnTo>
                  <a:lnTo>
                    <a:pt x="459799" y="5723448"/>
                  </a:lnTo>
                  <a:lnTo>
                    <a:pt x="459892" y="5723448"/>
                  </a:lnTo>
                  <a:lnTo>
                    <a:pt x="459985" y="5723448"/>
                  </a:lnTo>
                  <a:lnTo>
                    <a:pt x="460078" y="5723448"/>
                  </a:lnTo>
                  <a:lnTo>
                    <a:pt x="460172" y="5723448"/>
                  </a:lnTo>
                  <a:lnTo>
                    <a:pt x="460265" y="5723448"/>
                  </a:lnTo>
                  <a:lnTo>
                    <a:pt x="460358" y="5723448"/>
                  </a:lnTo>
                  <a:lnTo>
                    <a:pt x="460451" y="5723448"/>
                  </a:lnTo>
                  <a:lnTo>
                    <a:pt x="460545" y="5723448"/>
                  </a:lnTo>
                  <a:lnTo>
                    <a:pt x="460638" y="5723448"/>
                  </a:lnTo>
                  <a:lnTo>
                    <a:pt x="460731" y="5723448"/>
                  </a:lnTo>
                  <a:lnTo>
                    <a:pt x="460824" y="5723448"/>
                  </a:lnTo>
                  <a:lnTo>
                    <a:pt x="460918" y="5723448"/>
                  </a:lnTo>
                  <a:lnTo>
                    <a:pt x="461011" y="5723448"/>
                  </a:lnTo>
                  <a:lnTo>
                    <a:pt x="461104" y="5723448"/>
                  </a:lnTo>
                  <a:lnTo>
                    <a:pt x="461197" y="5723448"/>
                  </a:lnTo>
                  <a:lnTo>
                    <a:pt x="461291" y="5723448"/>
                  </a:lnTo>
                  <a:lnTo>
                    <a:pt x="461384" y="5723448"/>
                  </a:lnTo>
                  <a:lnTo>
                    <a:pt x="461477" y="5723448"/>
                  </a:lnTo>
                  <a:lnTo>
                    <a:pt x="461570" y="5723448"/>
                  </a:lnTo>
                  <a:lnTo>
                    <a:pt x="461664" y="5723448"/>
                  </a:lnTo>
                  <a:lnTo>
                    <a:pt x="461757" y="5723448"/>
                  </a:lnTo>
                  <a:lnTo>
                    <a:pt x="461850" y="5723448"/>
                  </a:lnTo>
                  <a:lnTo>
                    <a:pt x="461943" y="5723448"/>
                  </a:lnTo>
                  <a:lnTo>
                    <a:pt x="462037" y="5723448"/>
                  </a:lnTo>
                  <a:lnTo>
                    <a:pt x="462130" y="5723448"/>
                  </a:lnTo>
                  <a:lnTo>
                    <a:pt x="462223" y="5723448"/>
                  </a:lnTo>
                  <a:lnTo>
                    <a:pt x="462316" y="5723448"/>
                  </a:lnTo>
                  <a:lnTo>
                    <a:pt x="462410" y="5723448"/>
                  </a:lnTo>
                  <a:lnTo>
                    <a:pt x="462503" y="5723448"/>
                  </a:lnTo>
                  <a:lnTo>
                    <a:pt x="462596" y="5723448"/>
                  </a:lnTo>
                  <a:lnTo>
                    <a:pt x="462689" y="5723448"/>
                  </a:lnTo>
                  <a:lnTo>
                    <a:pt x="462783" y="5723448"/>
                  </a:lnTo>
                  <a:lnTo>
                    <a:pt x="462876" y="5723448"/>
                  </a:lnTo>
                  <a:lnTo>
                    <a:pt x="462876" y="5713494"/>
                  </a:lnTo>
                  <a:lnTo>
                    <a:pt x="462969" y="5713494"/>
                  </a:lnTo>
                  <a:lnTo>
                    <a:pt x="463062" y="5713494"/>
                  </a:lnTo>
                  <a:lnTo>
                    <a:pt x="463156" y="5713494"/>
                  </a:lnTo>
                  <a:lnTo>
                    <a:pt x="463249" y="5713494"/>
                  </a:lnTo>
                  <a:lnTo>
                    <a:pt x="463342" y="5713494"/>
                  </a:lnTo>
                  <a:lnTo>
                    <a:pt x="463435" y="5713494"/>
                  </a:lnTo>
                  <a:lnTo>
                    <a:pt x="463529" y="5713494"/>
                  </a:lnTo>
                  <a:lnTo>
                    <a:pt x="463622" y="5713494"/>
                  </a:lnTo>
                  <a:lnTo>
                    <a:pt x="463715" y="5713494"/>
                  </a:lnTo>
                  <a:lnTo>
                    <a:pt x="463808" y="5713494"/>
                  </a:lnTo>
                  <a:lnTo>
                    <a:pt x="463902" y="5713494"/>
                  </a:lnTo>
                  <a:lnTo>
                    <a:pt x="463995" y="5713494"/>
                  </a:lnTo>
                  <a:lnTo>
                    <a:pt x="464088" y="5713494"/>
                  </a:lnTo>
                  <a:lnTo>
                    <a:pt x="464181" y="5713494"/>
                  </a:lnTo>
                  <a:lnTo>
                    <a:pt x="464275" y="5713494"/>
                  </a:lnTo>
                  <a:lnTo>
                    <a:pt x="464368" y="5713494"/>
                  </a:lnTo>
                  <a:lnTo>
                    <a:pt x="464461" y="5713494"/>
                  </a:lnTo>
                  <a:lnTo>
                    <a:pt x="464554" y="5713494"/>
                  </a:lnTo>
                  <a:lnTo>
                    <a:pt x="464648" y="5713494"/>
                  </a:lnTo>
                  <a:lnTo>
                    <a:pt x="464648" y="5703540"/>
                  </a:lnTo>
                  <a:lnTo>
                    <a:pt x="464741" y="5703540"/>
                  </a:lnTo>
                  <a:lnTo>
                    <a:pt x="464834" y="5703540"/>
                  </a:lnTo>
                  <a:lnTo>
                    <a:pt x="464927" y="5703540"/>
                  </a:lnTo>
                  <a:lnTo>
                    <a:pt x="465020" y="5703540"/>
                  </a:lnTo>
                  <a:lnTo>
                    <a:pt x="465114" y="5703540"/>
                  </a:lnTo>
                  <a:lnTo>
                    <a:pt x="465207" y="5703540"/>
                  </a:lnTo>
                  <a:lnTo>
                    <a:pt x="465300" y="5703540"/>
                  </a:lnTo>
                  <a:lnTo>
                    <a:pt x="465393" y="5703540"/>
                  </a:lnTo>
                  <a:lnTo>
                    <a:pt x="465487" y="5703540"/>
                  </a:lnTo>
                  <a:lnTo>
                    <a:pt x="465580" y="5703540"/>
                  </a:lnTo>
                  <a:lnTo>
                    <a:pt x="465673" y="5703540"/>
                  </a:lnTo>
                  <a:lnTo>
                    <a:pt x="465766" y="5703540"/>
                  </a:lnTo>
                  <a:lnTo>
                    <a:pt x="465860" y="5703540"/>
                  </a:lnTo>
                  <a:lnTo>
                    <a:pt x="465953" y="5703540"/>
                  </a:lnTo>
                  <a:lnTo>
                    <a:pt x="466046" y="5703540"/>
                  </a:lnTo>
                  <a:lnTo>
                    <a:pt x="466139" y="5703540"/>
                  </a:lnTo>
                  <a:lnTo>
                    <a:pt x="466233" y="5703540"/>
                  </a:lnTo>
                  <a:lnTo>
                    <a:pt x="466326" y="5703540"/>
                  </a:lnTo>
                  <a:lnTo>
                    <a:pt x="466419" y="5703540"/>
                  </a:lnTo>
                  <a:lnTo>
                    <a:pt x="466512" y="5703540"/>
                  </a:lnTo>
                  <a:lnTo>
                    <a:pt x="466606" y="5703540"/>
                  </a:lnTo>
                  <a:lnTo>
                    <a:pt x="466699" y="5703540"/>
                  </a:lnTo>
                  <a:lnTo>
                    <a:pt x="466792" y="5703540"/>
                  </a:lnTo>
                  <a:lnTo>
                    <a:pt x="466885" y="5703540"/>
                  </a:lnTo>
                  <a:lnTo>
                    <a:pt x="466979" y="5703540"/>
                  </a:lnTo>
                  <a:lnTo>
                    <a:pt x="467072" y="5703540"/>
                  </a:lnTo>
                  <a:lnTo>
                    <a:pt x="467165" y="5703540"/>
                  </a:lnTo>
                  <a:lnTo>
                    <a:pt x="467258" y="5703540"/>
                  </a:lnTo>
                  <a:lnTo>
                    <a:pt x="467352" y="5703540"/>
                  </a:lnTo>
                  <a:lnTo>
                    <a:pt x="467445" y="5703540"/>
                  </a:lnTo>
                  <a:lnTo>
                    <a:pt x="467538" y="5703540"/>
                  </a:lnTo>
                  <a:lnTo>
                    <a:pt x="467631" y="5703540"/>
                  </a:lnTo>
                  <a:lnTo>
                    <a:pt x="467725" y="5703540"/>
                  </a:lnTo>
                  <a:lnTo>
                    <a:pt x="467818" y="5703540"/>
                  </a:lnTo>
                  <a:lnTo>
                    <a:pt x="467911" y="5703540"/>
                  </a:lnTo>
                  <a:lnTo>
                    <a:pt x="468004" y="5703540"/>
                  </a:lnTo>
                  <a:lnTo>
                    <a:pt x="468098" y="5703540"/>
                  </a:lnTo>
                  <a:lnTo>
                    <a:pt x="468191" y="5703540"/>
                  </a:lnTo>
                  <a:lnTo>
                    <a:pt x="468284" y="5703540"/>
                  </a:lnTo>
                  <a:lnTo>
                    <a:pt x="468377" y="5703540"/>
                  </a:lnTo>
                  <a:lnTo>
                    <a:pt x="468471" y="5703540"/>
                  </a:lnTo>
                  <a:lnTo>
                    <a:pt x="468564" y="5703540"/>
                  </a:lnTo>
                  <a:lnTo>
                    <a:pt x="468657" y="5703540"/>
                  </a:lnTo>
                  <a:lnTo>
                    <a:pt x="468750" y="5703540"/>
                  </a:lnTo>
                  <a:lnTo>
                    <a:pt x="468844" y="5703540"/>
                  </a:lnTo>
                  <a:lnTo>
                    <a:pt x="468937" y="5703540"/>
                  </a:lnTo>
                  <a:lnTo>
                    <a:pt x="469030" y="5703540"/>
                  </a:lnTo>
                  <a:lnTo>
                    <a:pt x="469123" y="5703540"/>
                  </a:lnTo>
                  <a:lnTo>
                    <a:pt x="469217" y="5703540"/>
                  </a:lnTo>
                  <a:lnTo>
                    <a:pt x="469310" y="5703540"/>
                  </a:lnTo>
                  <a:lnTo>
                    <a:pt x="469403" y="5703540"/>
                  </a:lnTo>
                  <a:lnTo>
                    <a:pt x="469496" y="5703540"/>
                  </a:lnTo>
                  <a:lnTo>
                    <a:pt x="469590" y="5703540"/>
                  </a:lnTo>
                  <a:lnTo>
                    <a:pt x="469683" y="5703540"/>
                  </a:lnTo>
                  <a:lnTo>
                    <a:pt x="469776" y="5703540"/>
                  </a:lnTo>
                  <a:lnTo>
                    <a:pt x="469869" y="5703540"/>
                  </a:lnTo>
                  <a:lnTo>
                    <a:pt x="469963" y="5703540"/>
                  </a:lnTo>
                  <a:lnTo>
                    <a:pt x="470056" y="5703540"/>
                  </a:lnTo>
                  <a:lnTo>
                    <a:pt x="470149" y="5703540"/>
                  </a:lnTo>
                  <a:lnTo>
                    <a:pt x="470242" y="5703540"/>
                  </a:lnTo>
                  <a:lnTo>
                    <a:pt x="470336" y="5703540"/>
                  </a:lnTo>
                  <a:lnTo>
                    <a:pt x="470429" y="5703540"/>
                  </a:lnTo>
                  <a:lnTo>
                    <a:pt x="470522" y="5703540"/>
                  </a:lnTo>
                  <a:lnTo>
                    <a:pt x="470615" y="5703540"/>
                  </a:lnTo>
                  <a:lnTo>
                    <a:pt x="470709" y="5703540"/>
                  </a:lnTo>
                  <a:lnTo>
                    <a:pt x="470802" y="5703540"/>
                  </a:lnTo>
                  <a:lnTo>
                    <a:pt x="470895" y="5703540"/>
                  </a:lnTo>
                  <a:lnTo>
                    <a:pt x="470988" y="5703540"/>
                  </a:lnTo>
                  <a:lnTo>
                    <a:pt x="471082" y="5703540"/>
                  </a:lnTo>
                  <a:lnTo>
                    <a:pt x="471175" y="5703540"/>
                  </a:lnTo>
                  <a:lnTo>
                    <a:pt x="471268" y="5703540"/>
                  </a:lnTo>
                  <a:lnTo>
                    <a:pt x="471361" y="5703540"/>
                  </a:lnTo>
                  <a:lnTo>
                    <a:pt x="471455" y="5703540"/>
                  </a:lnTo>
                  <a:lnTo>
                    <a:pt x="471548" y="5703540"/>
                  </a:lnTo>
                  <a:lnTo>
                    <a:pt x="471641" y="5703540"/>
                  </a:lnTo>
                  <a:lnTo>
                    <a:pt x="471734" y="5703540"/>
                  </a:lnTo>
                  <a:lnTo>
                    <a:pt x="471827" y="5703540"/>
                  </a:lnTo>
                  <a:lnTo>
                    <a:pt x="471921" y="5703540"/>
                  </a:lnTo>
                  <a:lnTo>
                    <a:pt x="472014" y="5703540"/>
                  </a:lnTo>
                  <a:lnTo>
                    <a:pt x="472107" y="5703540"/>
                  </a:lnTo>
                  <a:lnTo>
                    <a:pt x="472200" y="5703540"/>
                  </a:lnTo>
                  <a:lnTo>
                    <a:pt x="472294" y="5703540"/>
                  </a:lnTo>
                  <a:lnTo>
                    <a:pt x="472387" y="5703540"/>
                  </a:lnTo>
                  <a:lnTo>
                    <a:pt x="472480" y="5703540"/>
                  </a:lnTo>
                  <a:lnTo>
                    <a:pt x="472573" y="5703540"/>
                  </a:lnTo>
                  <a:lnTo>
                    <a:pt x="472667" y="5703540"/>
                  </a:lnTo>
                  <a:lnTo>
                    <a:pt x="472760" y="5703540"/>
                  </a:lnTo>
                  <a:lnTo>
                    <a:pt x="472853" y="5703540"/>
                  </a:lnTo>
                  <a:lnTo>
                    <a:pt x="472946" y="5703540"/>
                  </a:lnTo>
                  <a:lnTo>
                    <a:pt x="473040" y="5703540"/>
                  </a:lnTo>
                  <a:lnTo>
                    <a:pt x="473133" y="5703540"/>
                  </a:lnTo>
                  <a:lnTo>
                    <a:pt x="473226" y="5703540"/>
                  </a:lnTo>
                  <a:lnTo>
                    <a:pt x="473319" y="5703540"/>
                  </a:lnTo>
                  <a:lnTo>
                    <a:pt x="473413" y="5703540"/>
                  </a:lnTo>
                  <a:lnTo>
                    <a:pt x="473506" y="5703540"/>
                  </a:lnTo>
                  <a:lnTo>
                    <a:pt x="473599" y="5703540"/>
                  </a:lnTo>
                  <a:lnTo>
                    <a:pt x="473692" y="5703540"/>
                  </a:lnTo>
                  <a:lnTo>
                    <a:pt x="473786" y="5703540"/>
                  </a:lnTo>
                  <a:lnTo>
                    <a:pt x="473879" y="5703540"/>
                  </a:lnTo>
                  <a:lnTo>
                    <a:pt x="473972" y="5703540"/>
                  </a:lnTo>
                  <a:lnTo>
                    <a:pt x="474065" y="5703540"/>
                  </a:lnTo>
                  <a:lnTo>
                    <a:pt x="474159" y="5703540"/>
                  </a:lnTo>
                  <a:lnTo>
                    <a:pt x="474252" y="5703540"/>
                  </a:lnTo>
                  <a:lnTo>
                    <a:pt x="474345" y="5703540"/>
                  </a:lnTo>
                  <a:lnTo>
                    <a:pt x="474438" y="5703540"/>
                  </a:lnTo>
                  <a:lnTo>
                    <a:pt x="474532" y="5703540"/>
                  </a:lnTo>
                  <a:lnTo>
                    <a:pt x="474625" y="5703540"/>
                  </a:lnTo>
                  <a:lnTo>
                    <a:pt x="474718" y="5703540"/>
                  </a:lnTo>
                  <a:lnTo>
                    <a:pt x="474811" y="5703540"/>
                  </a:lnTo>
                  <a:lnTo>
                    <a:pt x="474905" y="5703540"/>
                  </a:lnTo>
                  <a:lnTo>
                    <a:pt x="474998" y="5703540"/>
                  </a:lnTo>
                  <a:lnTo>
                    <a:pt x="475091" y="5703540"/>
                  </a:lnTo>
                  <a:lnTo>
                    <a:pt x="475184" y="5703540"/>
                  </a:lnTo>
                  <a:lnTo>
                    <a:pt x="475278" y="5703540"/>
                  </a:lnTo>
                  <a:lnTo>
                    <a:pt x="475278" y="5693586"/>
                  </a:lnTo>
                  <a:lnTo>
                    <a:pt x="475371" y="5693586"/>
                  </a:lnTo>
                  <a:lnTo>
                    <a:pt x="475464" y="5693586"/>
                  </a:lnTo>
                  <a:lnTo>
                    <a:pt x="475557" y="5693586"/>
                  </a:lnTo>
                  <a:lnTo>
                    <a:pt x="475651" y="5693586"/>
                  </a:lnTo>
                  <a:lnTo>
                    <a:pt x="475744" y="5693586"/>
                  </a:lnTo>
                  <a:lnTo>
                    <a:pt x="475837" y="5693586"/>
                  </a:lnTo>
                  <a:lnTo>
                    <a:pt x="475930" y="5693586"/>
                  </a:lnTo>
                  <a:lnTo>
                    <a:pt x="476024" y="5693586"/>
                  </a:lnTo>
                  <a:lnTo>
                    <a:pt x="476117" y="5693586"/>
                  </a:lnTo>
                  <a:lnTo>
                    <a:pt x="476210" y="5693586"/>
                  </a:lnTo>
                  <a:lnTo>
                    <a:pt x="476303" y="5693586"/>
                  </a:lnTo>
                  <a:lnTo>
                    <a:pt x="476397" y="5693586"/>
                  </a:lnTo>
                  <a:lnTo>
                    <a:pt x="476490" y="5693586"/>
                  </a:lnTo>
                  <a:lnTo>
                    <a:pt x="476583" y="5693586"/>
                  </a:lnTo>
                  <a:lnTo>
                    <a:pt x="476676" y="5693586"/>
                  </a:lnTo>
                  <a:lnTo>
                    <a:pt x="476770" y="5693586"/>
                  </a:lnTo>
                  <a:lnTo>
                    <a:pt x="476863" y="5693586"/>
                  </a:lnTo>
                  <a:lnTo>
                    <a:pt x="476956" y="5693586"/>
                  </a:lnTo>
                  <a:lnTo>
                    <a:pt x="477049" y="5693586"/>
                  </a:lnTo>
                  <a:lnTo>
                    <a:pt x="477143" y="5693586"/>
                  </a:lnTo>
                  <a:lnTo>
                    <a:pt x="477236" y="5693586"/>
                  </a:lnTo>
                  <a:lnTo>
                    <a:pt x="477329" y="5693586"/>
                  </a:lnTo>
                  <a:lnTo>
                    <a:pt x="477422" y="5693586"/>
                  </a:lnTo>
                  <a:lnTo>
                    <a:pt x="477516" y="5693586"/>
                  </a:lnTo>
                  <a:lnTo>
                    <a:pt x="477609" y="5693586"/>
                  </a:lnTo>
                  <a:lnTo>
                    <a:pt x="477702" y="5693586"/>
                  </a:lnTo>
                  <a:lnTo>
                    <a:pt x="477795" y="5693586"/>
                  </a:lnTo>
                  <a:lnTo>
                    <a:pt x="477889" y="5693586"/>
                  </a:lnTo>
                  <a:lnTo>
                    <a:pt x="477982" y="5693586"/>
                  </a:lnTo>
                  <a:lnTo>
                    <a:pt x="478075" y="5693586"/>
                  </a:lnTo>
                  <a:lnTo>
                    <a:pt x="478168" y="5693586"/>
                  </a:lnTo>
                  <a:lnTo>
                    <a:pt x="478262" y="5693586"/>
                  </a:lnTo>
                  <a:lnTo>
                    <a:pt x="478355" y="5693586"/>
                  </a:lnTo>
                  <a:lnTo>
                    <a:pt x="478448" y="5693586"/>
                  </a:lnTo>
                  <a:lnTo>
                    <a:pt x="478541" y="5693586"/>
                  </a:lnTo>
                  <a:lnTo>
                    <a:pt x="478635" y="5693586"/>
                  </a:lnTo>
                  <a:lnTo>
                    <a:pt x="478728" y="5693586"/>
                  </a:lnTo>
                  <a:lnTo>
                    <a:pt x="478821" y="5693586"/>
                  </a:lnTo>
                  <a:lnTo>
                    <a:pt x="478914" y="5693586"/>
                  </a:lnTo>
                  <a:lnTo>
                    <a:pt x="479007" y="5693586"/>
                  </a:lnTo>
                  <a:lnTo>
                    <a:pt x="479101" y="5693586"/>
                  </a:lnTo>
                  <a:lnTo>
                    <a:pt x="479194" y="5693586"/>
                  </a:lnTo>
                  <a:lnTo>
                    <a:pt x="479287" y="5693586"/>
                  </a:lnTo>
                  <a:lnTo>
                    <a:pt x="479380" y="5693586"/>
                  </a:lnTo>
                  <a:lnTo>
                    <a:pt x="479474" y="5693586"/>
                  </a:lnTo>
                  <a:lnTo>
                    <a:pt x="479567" y="5693586"/>
                  </a:lnTo>
                  <a:lnTo>
                    <a:pt x="479660" y="5693586"/>
                  </a:lnTo>
                  <a:lnTo>
                    <a:pt x="479753" y="5693586"/>
                  </a:lnTo>
                  <a:lnTo>
                    <a:pt x="479847" y="5693586"/>
                  </a:lnTo>
                  <a:lnTo>
                    <a:pt x="479940" y="5693586"/>
                  </a:lnTo>
                  <a:lnTo>
                    <a:pt x="480033" y="5693586"/>
                  </a:lnTo>
                  <a:lnTo>
                    <a:pt x="480126" y="5693586"/>
                  </a:lnTo>
                  <a:lnTo>
                    <a:pt x="480220" y="5693586"/>
                  </a:lnTo>
                  <a:lnTo>
                    <a:pt x="480313" y="5693586"/>
                  </a:lnTo>
                  <a:lnTo>
                    <a:pt x="480406" y="5693586"/>
                  </a:lnTo>
                  <a:lnTo>
                    <a:pt x="480499" y="5693586"/>
                  </a:lnTo>
                  <a:lnTo>
                    <a:pt x="480593" y="5693586"/>
                  </a:lnTo>
                  <a:lnTo>
                    <a:pt x="480686" y="5693586"/>
                  </a:lnTo>
                  <a:lnTo>
                    <a:pt x="480779" y="5693586"/>
                  </a:lnTo>
                  <a:lnTo>
                    <a:pt x="480872" y="5693586"/>
                  </a:lnTo>
                  <a:lnTo>
                    <a:pt x="480966" y="5693586"/>
                  </a:lnTo>
                  <a:lnTo>
                    <a:pt x="481059" y="5693586"/>
                  </a:lnTo>
                  <a:lnTo>
                    <a:pt x="481152" y="5693586"/>
                  </a:lnTo>
                  <a:lnTo>
                    <a:pt x="481152" y="5683632"/>
                  </a:lnTo>
                  <a:lnTo>
                    <a:pt x="481245" y="5683632"/>
                  </a:lnTo>
                  <a:lnTo>
                    <a:pt x="481339" y="5683632"/>
                  </a:lnTo>
                  <a:lnTo>
                    <a:pt x="481432" y="5683632"/>
                  </a:lnTo>
                  <a:lnTo>
                    <a:pt x="481525" y="5683632"/>
                  </a:lnTo>
                  <a:lnTo>
                    <a:pt x="481618" y="5683632"/>
                  </a:lnTo>
                  <a:lnTo>
                    <a:pt x="481712" y="5683632"/>
                  </a:lnTo>
                  <a:lnTo>
                    <a:pt x="481805" y="5683632"/>
                  </a:lnTo>
                  <a:lnTo>
                    <a:pt x="481898" y="5683632"/>
                  </a:lnTo>
                  <a:lnTo>
                    <a:pt x="481991" y="5683632"/>
                  </a:lnTo>
                  <a:lnTo>
                    <a:pt x="482085" y="5683632"/>
                  </a:lnTo>
                  <a:lnTo>
                    <a:pt x="482178" y="5683632"/>
                  </a:lnTo>
                  <a:lnTo>
                    <a:pt x="482271" y="5683632"/>
                  </a:lnTo>
                  <a:lnTo>
                    <a:pt x="482364" y="5683632"/>
                  </a:lnTo>
                  <a:lnTo>
                    <a:pt x="482458" y="5683632"/>
                  </a:lnTo>
                  <a:lnTo>
                    <a:pt x="482551" y="5683632"/>
                  </a:lnTo>
                  <a:lnTo>
                    <a:pt x="482644" y="5683632"/>
                  </a:lnTo>
                  <a:lnTo>
                    <a:pt x="482737" y="5683632"/>
                  </a:lnTo>
                  <a:lnTo>
                    <a:pt x="482831" y="5683632"/>
                  </a:lnTo>
                  <a:lnTo>
                    <a:pt x="482924" y="5683632"/>
                  </a:lnTo>
                  <a:lnTo>
                    <a:pt x="483017" y="5683632"/>
                  </a:lnTo>
                  <a:lnTo>
                    <a:pt x="483110" y="5683632"/>
                  </a:lnTo>
                  <a:lnTo>
                    <a:pt x="483204" y="5683632"/>
                  </a:lnTo>
                  <a:lnTo>
                    <a:pt x="483297" y="5683632"/>
                  </a:lnTo>
                  <a:lnTo>
                    <a:pt x="483390" y="5683632"/>
                  </a:lnTo>
                  <a:lnTo>
                    <a:pt x="483483" y="5683632"/>
                  </a:lnTo>
                  <a:lnTo>
                    <a:pt x="483577" y="5683632"/>
                  </a:lnTo>
                  <a:lnTo>
                    <a:pt x="483670" y="5683632"/>
                  </a:lnTo>
                  <a:lnTo>
                    <a:pt x="483763" y="5683632"/>
                  </a:lnTo>
                  <a:lnTo>
                    <a:pt x="483856" y="5683632"/>
                  </a:lnTo>
                  <a:lnTo>
                    <a:pt x="483950" y="5683632"/>
                  </a:lnTo>
                  <a:lnTo>
                    <a:pt x="484043" y="5683632"/>
                  </a:lnTo>
                  <a:lnTo>
                    <a:pt x="484136" y="5683632"/>
                  </a:lnTo>
                  <a:lnTo>
                    <a:pt x="484229" y="5683632"/>
                  </a:lnTo>
                  <a:lnTo>
                    <a:pt x="484323" y="5683632"/>
                  </a:lnTo>
                  <a:lnTo>
                    <a:pt x="484416" y="5683632"/>
                  </a:lnTo>
                  <a:lnTo>
                    <a:pt x="484509" y="5683632"/>
                  </a:lnTo>
                  <a:lnTo>
                    <a:pt x="484602" y="5683632"/>
                  </a:lnTo>
                  <a:lnTo>
                    <a:pt x="484696" y="5683632"/>
                  </a:lnTo>
                  <a:lnTo>
                    <a:pt x="484789" y="5683632"/>
                  </a:lnTo>
                  <a:lnTo>
                    <a:pt x="484882" y="5683632"/>
                  </a:lnTo>
                  <a:lnTo>
                    <a:pt x="484882" y="5673678"/>
                  </a:lnTo>
                  <a:lnTo>
                    <a:pt x="484975" y="5673678"/>
                  </a:lnTo>
                  <a:lnTo>
                    <a:pt x="484975" y="5663725"/>
                  </a:lnTo>
                  <a:lnTo>
                    <a:pt x="485069" y="5663725"/>
                  </a:lnTo>
                  <a:lnTo>
                    <a:pt x="485162" y="5663725"/>
                  </a:lnTo>
                  <a:lnTo>
                    <a:pt x="485255" y="5663725"/>
                  </a:lnTo>
                  <a:lnTo>
                    <a:pt x="485348" y="5663725"/>
                  </a:lnTo>
                  <a:lnTo>
                    <a:pt x="485442" y="5663725"/>
                  </a:lnTo>
                  <a:lnTo>
                    <a:pt x="485535" y="5663725"/>
                  </a:lnTo>
                  <a:lnTo>
                    <a:pt x="485628" y="5663725"/>
                  </a:lnTo>
                  <a:lnTo>
                    <a:pt x="485721" y="5663725"/>
                  </a:lnTo>
                  <a:lnTo>
                    <a:pt x="485814" y="5663725"/>
                  </a:lnTo>
                  <a:lnTo>
                    <a:pt x="485908" y="5663725"/>
                  </a:lnTo>
                  <a:lnTo>
                    <a:pt x="486001" y="5663725"/>
                  </a:lnTo>
                  <a:lnTo>
                    <a:pt x="486094" y="5663725"/>
                  </a:lnTo>
                  <a:lnTo>
                    <a:pt x="486187" y="5663725"/>
                  </a:lnTo>
                  <a:lnTo>
                    <a:pt x="486281" y="5663725"/>
                  </a:lnTo>
                  <a:lnTo>
                    <a:pt x="486374" y="5663725"/>
                  </a:lnTo>
                  <a:lnTo>
                    <a:pt x="486467" y="5663725"/>
                  </a:lnTo>
                  <a:lnTo>
                    <a:pt x="486560" y="5663725"/>
                  </a:lnTo>
                  <a:lnTo>
                    <a:pt x="486654" y="5663725"/>
                  </a:lnTo>
                  <a:lnTo>
                    <a:pt x="486747" y="5663725"/>
                  </a:lnTo>
                  <a:lnTo>
                    <a:pt x="486840" y="5663725"/>
                  </a:lnTo>
                  <a:lnTo>
                    <a:pt x="486933" y="5663725"/>
                  </a:lnTo>
                  <a:lnTo>
                    <a:pt x="487027" y="5663725"/>
                  </a:lnTo>
                  <a:lnTo>
                    <a:pt x="487120" y="5663725"/>
                  </a:lnTo>
                  <a:lnTo>
                    <a:pt x="487213" y="5663725"/>
                  </a:lnTo>
                  <a:lnTo>
                    <a:pt x="487306" y="5663725"/>
                  </a:lnTo>
                  <a:lnTo>
                    <a:pt x="487400" y="5663725"/>
                  </a:lnTo>
                  <a:lnTo>
                    <a:pt x="487493" y="5663725"/>
                  </a:lnTo>
                  <a:lnTo>
                    <a:pt x="487586" y="5663725"/>
                  </a:lnTo>
                  <a:lnTo>
                    <a:pt x="487679" y="5663725"/>
                  </a:lnTo>
                  <a:lnTo>
                    <a:pt x="487773" y="5663725"/>
                  </a:lnTo>
                  <a:lnTo>
                    <a:pt x="487866" y="5663725"/>
                  </a:lnTo>
                  <a:lnTo>
                    <a:pt x="487959" y="5663725"/>
                  </a:lnTo>
                  <a:lnTo>
                    <a:pt x="488052" y="5663725"/>
                  </a:lnTo>
                  <a:lnTo>
                    <a:pt x="488146" y="5663725"/>
                  </a:lnTo>
                  <a:lnTo>
                    <a:pt x="488239" y="5663725"/>
                  </a:lnTo>
                  <a:lnTo>
                    <a:pt x="488332" y="5663725"/>
                  </a:lnTo>
                  <a:lnTo>
                    <a:pt x="488425" y="5663725"/>
                  </a:lnTo>
                  <a:lnTo>
                    <a:pt x="488519" y="5663725"/>
                  </a:lnTo>
                  <a:lnTo>
                    <a:pt x="488612" y="5663725"/>
                  </a:lnTo>
                  <a:lnTo>
                    <a:pt x="488705" y="5663725"/>
                  </a:lnTo>
                  <a:lnTo>
                    <a:pt x="488798" y="5663725"/>
                  </a:lnTo>
                  <a:lnTo>
                    <a:pt x="488892" y="5663725"/>
                  </a:lnTo>
                  <a:lnTo>
                    <a:pt x="488985" y="5663725"/>
                  </a:lnTo>
                  <a:lnTo>
                    <a:pt x="489078" y="5663725"/>
                  </a:lnTo>
                  <a:lnTo>
                    <a:pt x="489171" y="5663725"/>
                  </a:lnTo>
                  <a:lnTo>
                    <a:pt x="489265" y="5663725"/>
                  </a:lnTo>
                  <a:lnTo>
                    <a:pt x="489358" y="5663725"/>
                  </a:lnTo>
                  <a:lnTo>
                    <a:pt x="489451" y="5663725"/>
                  </a:lnTo>
                  <a:lnTo>
                    <a:pt x="489544" y="5663725"/>
                  </a:lnTo>
                  <a:lnTo>
                    <a:pt x="489638" y="5663725"/>
                  </a:lnTo>
                  <a:lnTo>
                    <a:pt x="489731" y="5663725"/>
                  </a:lnTo>
                  <a:lnTo>
                    <a:pt x="489824" y="5663725"/>
                  </a:lnTo>
                  <a:lnTo>
                    <a:pt x="489917" y="5663725"/>
                  </a:lnTo>
                  <a:lnTo>
                    <a:pt x="490011" y="5663725"/>
                  </a:lnTo>
                  <a:lnTo>
                    <a:pt x="490104" y="5663725"/>
                  </a:lnTo>
                  <a:lnTo>
                    <a:pt x="490197" y="5663725"/>
                  </a:lnTo>
                  <a:lnTo>
                    <a:pt x="490290" y="5663725"/>
                  </a:lnTo>
                  <a:lnTo>
                    <a:pt x="490384" y="5663725"/>
                  </a:lnTo>
                  <a:lnTo>
                    <a:pt x="490477" y="5663725"/>
                  </a:lnTo>
                  <a:lnTo>
                    <a:pt x="490570" y="5663725"/>
                  </a:lnTo>
                  <a:lnTo>
                    <a:pt x="490663" y="5663725"/>
                  </a:lnTo>
                  <a:lnTo>
                    <a:pt x="490757" y="5663725"/>
                  </a:lnTo>
                  <a:lnTo>
                    <a:pt x="490850" y="5663725"/>
                  </a:lnTo>
                  <a:lnTo>
                    <a:pt x="490850" y="5653771"/>
                  </a:lnTo>
                  <a:lnTo>
                    <a:pt x="490943" y="5653771"/>
                  </a:lnTo>
                  <a:lnTo>
                    <a:pt x="491036" y="5653771"/>
                  </a:lnTo>
                  <a:lnTo>
                    <a:pt x="491130" y="5653771"/>
                  </a:lnTo>
                  <a:lnTo>
                    <a:pt x="491223" y="5653771"/>
                  </a:lnTo>
                  <a:lnTo>
                    <a:pt x="491316" y="5653771"/>
                  </a:lnTo>
                  <a:lnTo>
                    <a:pt x="491409" y="5653771"/>
                  </a:lnTo>
                  <a:lnTo>
                    <a:pt x="491503" y="5653771"/>
                  </a:lnTo>
                  <a:lnTo>
                    <a:pt x="491596" y="5653771"/>
                  </a:lnTo>
                  <a:lnTo>
                    <a:pt x="491689" y="5653771"/>
                  </a:lnTo>
                  <a:lnTo>
                    <a:pt x="491782" y="5653771"/>
                  </a:lnTo>
                  <a:lnTo>
                    <a:pt x="491876" y="5653771"/>
                  </a:lnTo>
                  <a:lnTo>
                    <a:pt x="491876" y="5643817"/>
                  </a:lnTo>
                  <a:lnTo>
                    <a:pt x="491969" y="5643817"/>
                  </a:lnTo>
                  <a:lnTo>
                    <a:pt x="492062" y="5643817"/>
                  </a:lnTo>
                  <a:lnTo>
                    <a:pt x="492155" y="5643817"/>
                  </a:lnTo>
                  <a:lnTo>
                    <a:pt x="492249" y="5643817"/>
                  </a:lnTo>
                  <a:lnTo>
                    <a:pt x="492342" y="5643817"/>
                  </a:lnTo>
                  <a:lnTo>
                    <a:pt x="492435" y="5643817"/>
                  </a:lnTo>
                  <a:lnTo>
                    <a:pt x="492528" y="5643817"/>
                  </a:lnTo>
                  <a:lnTo>
                    <a:pt x="492621" y="5643817"/>
                  </a:lnTo>
                  <a:lnTo>
                    <a:pt x="492715" y="5643817"/>
                  </a:lnTo>
                  <a:lnTo>
                    <a:pt x="492808" y="5643817"/>
                  </a:lnTo>
                  <a:lnTo>
                    <a:pt x="492808" y="5633863"/>
                  </a:lnTo>
                  <a:lnTo>
                    <a:pt x="492901" y="5633863"/>
                  </a:lnTo>
                  <a:lnTo>
                    <a:pt x="492994" y="5633863"/>
                  </a:lnTo>
                  <a:lnTo>
                    <a:pt x="493088" y="5633863"/>
                  </a:lnTo>
                  <a:lnTo>
                    <a:pt x="493181" y="5633863"/>
                  </a:lnTo>
                  <a:lnTo>
                    <a:pt x="493274" y="5633863"/>
                  </a:lnTo>
                  <a:lnTo>
                    <a:pt x="493367" y="5633863"/>
                  </a:lnTo>
                  <a:lnTo>
                    <a:pt x="493461" y="5633863"/>
                  </a:lnTo>
                  <a:lnTo>
                    <a:pt x="493554" y="5633863"/>
                  </a:lnTo>
                  <a:lnTo>
                    <a:pt x="493647" y="5633863"/>
                  </a:lnTo>
                  <a:lnTo>
                    <a:pt x="493740" y="5633863"/>
                  </a:lnTo>
                  <a:lnTo>
                    <a:pt x="493834" y="5633863"/>
                  </a:lnTo>
                  <a:lnTo>
                    <a:pt x="493927" y="5633863"/>
                  </a:lnTo>
                  <a:lnTo>
                    <a:pt x="494020" y="5633863"/>
                  </a:lnTo>
                  <a:lnTo>
                    <a:pt x="494113" y="5633863"/>
                  </a:lnTo>
                  <a:lnTo>
                    <a:pt x="494207" y="5633863"/>
                  </a:lnTo>
                  <a:lnTo>
                    <a:pt x="494300" y="5633863"/>
                  </a:lnTo>
                  <a:lnTo>
                    <a:pt x="494393" y="5633863"/>
                  </a:lnTo>
                  <a:lnTo>
                    <a:pt x="494393" y="5623909"/>
                  </a:lnTo>
                  <a:lnTo>
                    <a:pt x="494486" y="5623909"/>
                  </a:lnTo>
                  <a:lnTo>
                    <a:pt x="494580" y="5623909"/>
                  </a:lnTo>
                  <a:lnTo>
                    <a:pt x="494673" y="5623909"/>
                  </a:lnTo>
                  <a:lnTo>
                    <a:pt x="494766" y="5623909"/>
                  </a:lnTo>
                  <a:lnTo>
                    <a:pt x="494859" y="5623909"/>
                  </a:lnTo>
                  <a:lnTo>
                    <a:pt x="494953" y="5623909"/>
                  </a:lnTo>
                  <a:lnTo>
                    <a:pt x="495046" y="5623909"/>
                  </a:lnTo>
                  <a:lnTo>
                    <a:pt x="495139" y="5623909"/>
                  </a:lnTo>
                  <a:lnTo>
                    <a:pt x="495232" y="5623909"/>
                  </a:lnTo>
                  <a:lnTo>
                    <a:pt x="495326" y="5623909"/>
                  </a:lnTo>
                  <a:lnTo>
                    <a:pt x="495419" y="5623909"/>
                  </a:lnTo>
                  <a:lnTo>
                    <a:pt x="495512" y="5623909"/>
                  </a:lnTo>
                  <a:lnTo>
                    <a:pt x="495605" y="5623909"/>
                  </a:lnTo>
                  <a:lnTo>
                    <a:pt x="495699" y="5623909"/>
                  </a:lnTo>
                  <a:lnTo>
                    <a:pt x="495792" y="5623909"/>
                  </a:lnTo>
                  <a:lnTo>
                    <a:pt x="495885" y="5623909"/>
                  </a:lnTo>
                  <a:lnTo>
                    <a:pt x="495978" y="5623909"/>
                  </a:lnTo>
                  <a:lnTo>
                    <a:pt x="496072" y="5623909"/>
                  </a:lnTo>
                  <a:lnTo>
                    <a:pt x="496165" y="5623909"/>
                  </a:lnTo>
                  <a:lnTo>
                    <a:pt x="496258" y="5623909"/>
                  </a:lnTo>
                  <a:lnTo>
                    <a:pt x="496351" y="5623909"/>
                  </a:lnTo>
                  <a:lnTo>
                    <a:pt x="496445" y="5623909"/>
                  </a:lnTo>
                  <a:lnTo>
                    <a:pt x="496538" y="5623909"/>
                  </a:lnTo>
                  <a:lnTo>
                    <a:pt x="496538" y="5613955"/>
                  </a:lnTo>
                  <a:lnTo>
                    <a:pt x="496631" y="5613955"/>
                  </a:lnTo>
                  <a:lnTo>
                    <a:pt x="496724" y="5613955"/>
                  </a:lnTo>
                  <a:lnTo>
                    <a:pt x="496818" y="5613955"/>
                  </a:lnTo>
                  <a:lnTo>
                    <a:pt x="496911" y="5613955"/>
                  </a:lnTo>
                  <a:lnTo>
                    <a:pt x="497004" y="5613955"/>
                  </a:lnTo>
                  <a:lnTo>
                    <a:pt x="497097" y="5613955"/>
                  </a:lnTo>
                  <a:lnTo>
                    <a:pt x="497191" y="5613955"/>
                  </a:lnTo>
                  <a:lnTo>
                    <a:pt x="497284" y="5613955"/>
                  </a:lnTo>
                  <a:lnTo>
                    <a:pt x="497377" y="5613955"/>
                  </a:lnTo>
                  <a:lnTo>
                    <a:pt x="497470" y="5613955"/>
                  </a:lnTo>
                  <a:lnTo>
                    <a:pt x="497564" y="5613955"/>
                  </a:lnTo>
                  <a:lnTo>
                    <a:pt x="497657" y="5613955"/>
                  </a:lnTo>
                  <a:lnTo>
                    <a:pt x="497750" y="5613955"/>
                  </a:lnTo>
                  <a:lnTo>
                    <a:pt x="497843" y="5613955"/>
                  </a:lnTo>
                  <a:lnTo>
                    <a:pt x="497937" y="5613955"/>
                  </a:lnTo>
                  <a:lnTo>
                    <a:pt x="498030" y="5613955"/>
                  </a:lnTo>
                  <a:lnTo>
                    <a:pt x="498123" y="5613955"/>
                  </a:lnTo>
                  <a:lnTo>
                    <a:pt x="498216" y="5613955"/>
                  </a:lnTo>
                  <a:lnTo>
                    <a:pt x="498310" y="5613955"/>
                  </a:lnTo>
                  <a:lnTo>
                    <a:pt x="498403" y="5613955"/>
                  </a:lnTo>
                  <a:lnTo>
                    <a:pt x="498496" y="5613955"/>
                  </a:lnTo>
                  <a:lnTo>
                    <a:pt x="498496" y="5604002"/>
                  </a:lnTo>
                  <a:lnTo>
                    <a:pt x="498589" y="5604002"/>
                  </a:lnTo>
                  <a:lnTo>
                    <a:pt x="498683" y="5604002"/>
                  </a:lnTo>
                  <a:lnTo>
                    <a:pt x="498776" y="5604002"/>
                  </a:lnTo>
                  <a:lnTo>
                    <a:pt x="498869" y="5604002"/>
                  </a:lnTo>
                  <a:lnTo>
                    <a:pt x="498962" y="5604002"/>
                  </a:lnTo>
                  <a:lnTo>
                    <a:pt x="499056" y="5604002"/>
                  </a:lnTo>
                  <a:lnTo>
                    <a:pt x="499149" y="5604002"/>
                  </a:lnTo>
                  <a:lnTo>
                    <a:pt x="499242" y="5604002"/>
                  </a:lnTo>
                  <a:lnTo>
                    <a:pt x="499335" y="5604002"/>
                  </a:lnTo>
                  <a:lnTo>
                    <a:pt x="499429" y="5604002"/>
                  </a:lnTo>
                  <a:lnTo>
                    <a:pt x="499522" y="5604002"/>
                  </a:lnTo>
                  <a:lnTo>
                    <a:pt x="499615" y="5604002"/>
                  </a:lnTo>
                  <a:lnTo>
                    <a:pt x="499708" y="5604002"/>
                  </a:lnTo>
                  <a:lnTo>
                    <a:pt x="499801" y="5604002"/>
                  </a:lnTo>
                  <a:lnTo>
                    <a:pt x="499895" y="5604002"/>
                  </a:lnTo>
                  <a:lnTo>
                    <a:pt x="499988" y="5604002"/>
                  </a:lnTo>
                  <a:lnTo>
                    <a:pt x="500081" y="5604002"/>
                  </a:lnTo>
                  <a:lnTo>
                    <a:pt x="500174" y="5604002"/>
                  </a:lnTo>
                  <a:lnTo>
                    <a:pt x="500268" y="5604002"/>
                  </a:lnTo>
                  <a:lnTo>
                    <a:pt x="500361" y="5604002"/>
                  </a:lnTo>
                  <a:lnTo>
                    <a:pt x="500361" y="5594048"/>
                  </a:lnTo>
                  <a:lnTo>
                    <a:pt x="500454" y="5594048"/>
                  </a:lnTo>
                  <a:lnTo>
                    <a:pt x="500547" y="5594048"/>
                  </a:lnTo>
                  <a:lnTo>
                    <a:pt x="500641" y="5594048"/>
                  </a:lnTo>
                  <a:lnTo>
                    <a:pt x="500734" y="5594048"/>
                  </a:lnTo>
                  <a:lnTo>
                    <a:pt x="500827" y="5594048"/>
                  </a:lnTo>
                  <a:lnTo>
                    <a:pt x="500920" y="5594048"/>
                  </a:lnTo>
                  <a:lnTo>
                    <a:pt x="501014" y="5594048"/>
                  </a:lnTo>
                  <a:lnTo>
                    <a:pt x="501107" y="5594048"/>
                  </a:lnTo>
                  <a:lnTo>
                    <a:pt x="501200" y="5594048"/>
                  </a:lnTo>
                  <a:lnTo>
                    <a:pt x="501293" y="5594048"/>
                  </a:lnTo>
                  <a:lnTo>
                    <a:pt x="501387" y="5594048"/>
                  </a:lnTo>
                  <a:lnTo>
                    <a:pt x="501480" y="5594048"/>
                  </a:lnTo>
                  <a:lnTo>
                    <a:pt x="501573" y="5594048"/>
                  </a:lnTo>
                  <a:lnTo>
                    <a:pt x="501666" y="5594048"/>
                  </a:lnTo>
                  <a:lnTo>
                    <a:pt x="501760" y="5594048"/>
                  </a:lnTo>
                  <a:lnTo>
                    <a:pt x="501853" y="5594048"/>
                  </a:lnTo>
                  <a:lnTo>
                    <a:pt x="501946" y="5594048"/>
                  </a:lnTo>
                  <a:lnTo>
                    <a:pt x="502039" y="5594048"/>
                  </a:lnTo>
                  <a:lnTo>
                    <a:pt x="502133" y="5594048"/>
                  </a:lnTo>
                  <a:lnTo>
                    <a:pt x="502226" y="5594048"/>
                  </a:lnTo>
                  <a:lnTo>
                    <a:pt x="502319" y="5594048"/>
                  </a:lnTo>
                  <a:lnTo>
                    <a:pt x="502412" y="5594048"/>
                  </a:lnTo>
                  <a:lnTo>
                    <a:pt x="502506" y="5594048"/>
                  </a:lnTo>
                  <a:lnTo>
                    <a:pt x="502599" y="5594048"/>
                  </a:lnTo>
                  <a:lnTo>
                    <a:pt x="502692" y="5594048"/>
                  </a:lnTo>
                  <a:lnTo>
                    <a:pt x="502785" y="5594048"/>
                  </a:lnTo>
                  <a:lnTo>
                    <a:pt x="502879" y="5594048"/>
                  </a:lnTo>
                  <a:lnTo>
                    <a:pt x="502972" y="5594048"/>
                  </a:lnTo>
                  <a:lnTo>
                    <a:pt x="503065" y="5594048"/>
                  </a:lnTo>
                  <a:lnTo>
                    <a:pt x="503158" y="5594048"/>
                  </a:lnTo>
                  <a:lnTo>
                    <a:pt x="503252" y="5594048"/>
                  </a:lnTo>
                  <a:lnTo>
                    <a:pt x="503252" y="5584094"/>
                  </a:lnTo>
                  <a:lnTo>
                    <a:pt x="503345" y="5584094"/>
                  </a:lnTo>
                  <a:lnTo>
                    <a:pt x="503438" y="5584094"/>
                  </a:lnTo>
                  <a:lnTo>
                    <a:pt x="503531" y="5584094"/>
                  </a:lnTo>
                  <a:lnTo>
                    <a:pt x="503625" y="5584094"/>
                  </a:lnTo>
                  <a:lnTo>
                    <a:pt x="503718" y="5584094"/>
                  </a:lnTo>
                  <a:lnTo>
                    <a:pt x="503811" y="5584094"/>
                  </a:lnTo>
                  <a:lnTo>
                    <a:pt x="503904" y="5584094"/>
                  </a:lnTo>
                  <a:lnTo>
                    <a:pt x="503998" y="5584094"/>
                  </a:lnTo>
                  <a:lnTo>
                    <a:pt x="504091" y="5584094"/>
                  </a:lnTo>
                  <a:lnTo>
                    <a:pt x="504184" y="5584094"/>
                  </a:lnTo>
                  <a:lnTo>
                    <a:pt x="504277" y="5584094"/>
                  </a:lnTo>
                  <a:lnTo>
                    <a:pt x="504371" y="5584094"/>
                  </a:lnTo>
                  <a:lnTo>
                    <a:pt x="504464" y="5584094"/>
                  </a:lnTo>
                  <a:lnTo>
                    <a:pt x="504557" y="5584094"/>
                  </a:lnTo>
                  <a:lnTo>
                    <a:pt x="504650" y="5584094"/>
                  </a:lnTo>
                  <a:lnTo>
                    <a:pt x="504744" y="5584094"/>
                  </a:lnTo>
                  <a:lnTo>
                    <a:pt x="504837" y="5584094"/>
                  </a:lnTo>
                  <a:lnTo>
                    <a:pt x="504930" y="5584094"/>
                  </a:lnTo>
                  <a:lnTo>
                    <a:pt x="505023" y="5584094"/>
                  </a:lnTo>
                  <a:lnTo>
                    <a:pt x="505117" y="5584094"/>
                  </a:lnTo>
                  <a:lnTo>
                    <a:pt x="505210" y="5584094"/>
                  </a:lnTo>
                  <a:lnTo>
                    <a:pt x="505303" y="5584094"/>
                  </a:lnTo>
                  <a:lnTo>
                    <a:pt x="505396" y="5584094"/>
                  </a:lnTo>
                  <a:lnTo>
                    <a:pt x="505490" y="5584094"/>
                  </a:lnTo>
                  <a:lnTo>
                    <a:pt x="505583" y="5584094"/>
                  </a:lnTo>
                  <a:lnTo>
                    <a:pt x="505676" y="5584094"/>
                  </a:lnTo>
                  <a:lnTo>
                    <a:pt x="505769" y="5584094"/>
                  </a:lnTo>
                  <a:lnTo>
                    <a:pt x="505863" y="5584094"/>
                  </a:lnTo>
                  <a:lnTo>
                    <a:pt x="505956" y="5584094"/>
                  </a:lnTo>
                  <a:lnTo>
                    <a:pt x="506049" y="5584094"/>
                  </a:lnTo>
                  <a:lnTo>
                    <a:pt x="506142" y="5584094"/>
                  </a:lnTo>
                  <a:lnTo>
                    <a:pt x="506236" y="5584094"/>
                  </a:lnTo>
                  <a:lnTo>
                    <a:pt x="506329" y="5584094"/>
                  </a:lnTo>
                  <a:lnTo>
                    <a:pt x="506422" y="5584094"/>
                  </a:lnTo>
                  <a:lnTo>
                    <a:pt x="506515" y="5584094"/>
                  </a:lnTo>
                  <a:lnTo>
                    <a:pt x="506608" y="5584094"/>
                  </a:lnTo>
                  <a:lnTo>
                    <a:pt x="506702" y="5584094"/>
                  </a:lnTo>
                  <a:lnTo>
                    <a:pt x="506795" y="5584094"/>
                  </a:lnTo>
                  <a:lnTo>
                    <a:pt x="506888" y="5584094"/>
                  </a:lnTo>
                  <a:lnTo>
                    <a:pt x="506981" y="5584094"/>
                  </a:lnTo>
                  <a:lnTo>
                    <a:pt x="507075" y="5584094"/>
                  </a:lnTo>
                  <a:lnTo>
                    <a:pt x="507168" y="5584094"/>
                  </a:lnTo>
                  <a:lnTo>
                    <a:pt x="507261" y="5584094"/>
                  </a:lnTo>
                  <a:lnTo>
                    <a:pt x="507354" y="5584094"/>
                  </a:lnTo>
                  <a:lnTo>
                    <a:pt x="507448" y="5584094"/>
                  </a:lnTo>
                  <a:lnTo>
                    <a:pt x="507541" y="5584094"/>
                  </a:lnTo>
                  <a:lnTo>
                    <a:pt x="507634" y="5584094"/>
                  </a:lnTo>
                  <a:lnTo>
                    <a:pt x="507727" y="5584094"/>
                  </a:lnTo>
                  <a:lnTo>
                    <a:pt x="507821" y="5584094"/>
                  </a:lnTo>
                  <a:lnTo>
                    <a:pt x="507914" y="5584094"/>
                  </a:lnTo>
                  <a:lnTo>
                    <a:pt x="507914" y="5574140"/>
                  </a:lnTo>
                  <a:lnTo>
                    <a:pt x="508007" y="5574140"/>
                  </a:lnTo>
                  <a:lnTo>
                    <a:pt x="508100" y="5574140"/>
                  </a:lnTo>
                  <a:lnTo>
                    <a:pt x="508194" y="5574140"/>
                  </a:lnTo>
                  <a:lnTo>
                    <a:pt x="508287" y="5574140"/>
                  </a:lnTo>
                  <a:lnTo>
                    <a:pt x="508380" y="5574140"/>
                  </a:lnTo>
                  <a:lnTo>
                    <a:pt x="508473" y="5574140"/>
                  </a:lnTo>
                  <a:lnTo>
                    <a:pt x="508567" y="5574140"/>
                  </a:lnTo>
                  <a:lnTo>
                    <a:pt x="508660" y="5574140"/>
                  </a:lnTo>
                  <a:lnTo>
                    <a:pt x="508753" y="5574140"/>
                  </a:lnTo>
                  <a:lnTo>
                    <a:pt x="508846" y="5574140"/>
                  </a:lnTo>
                  <a:lnTo>
                    <a:pt x="508940" y="5574140"/>
                  </a:lnTo>
                  <a:lnTo>
                    <a:pt x="509033" y="5574140"/>
                  </a:lnTo>
                  <a:lnTo>
                    <a:pt x="509126" y="5574140"/>
                  </a:lnTo>
                  <a:lnTo>
                    <a:pt x="509219" y="5574140"/>
                  </a:lnTo>
                  <a:lnTo>
                    <a:pt x="509313" y="5574140"/>
                  </a:lnTo>
                  <a:lnTo>
                    <a:pt x="509406" y="5574140"/>
                  </a:lnTo>
                  <a:lnTo>
                    <a:pt x="509499" y="5574140"/>
                  </a:lnTo>
                  <a:lnTo>
                    <a:pt x="509592" y="5574140"/>
                  </a:lnTo>
                  <a:lnTo>
                    <a:pt x="509686" y="5574140"/>
                  </a:lnTo>
                  <a:lnTo>
                    <a:pt x="509779" y="5574140"/>
                  </a:lnTo>
                  <a:lnTo>
                    <a:pt x="509872" y="5574140"/>
                  </a:lnTo>
                  <a:lnTo>
                    <a:pt x="509965" y="5574140"/>
                  </a:lnTo>
                  <a:lnTo>
                    <a:pt x="510059" y="5574140"/>
                  </a:lnTo>
                  <a:lnTo>
                    <a:pt x="510152" y="5574140"/>
                  </a:lnTo>
                  <a:lnTo>
                    <a:pt x="510245" y="5574140"/>
                  </a:lnTo>
                  <a:lnTo>
                    <a:pt x="510338" y="5574140"/>
                  </a:lnTo>
                  <a:lnTo>
                    <a:pt x="510432" y="5574140"/>
                  </a:lnTo>
                  <a:lnTo>
                    <a:pt x="510525" y="5574140"/>
                  </a:lnTo>
                  <a:lnTo>
                    <a:pt x="510618" y="5574140"/>
                  </a:lnTo>
                  <a:lnTo>
                    <a:pt x="510711" y="5574140"/>
                  </a:lnTo>
                  <a:lnTo>
                    <a:pt x="510805" y="5574140"/>
                  </a:lnTo>
                  <a:lnTo>
                    <a:pt x="510898" y="5574140"/>
                  </a:lnTo>
                  <a:lnTo>
                    <a:pt x="510991" y="5574140"/>
                  </a:lnTo>
                  <a:lnTo>
                    <a:pt x="511084" y="5574140"/>
                  </a:lnTo>
                  <a:lnTo>
                    <a:pt x="511178" y="5574140"/>
                  </a:lnTo>
                  <a:lnTo>
                    <a:pt x="511271" y="5574140"/>
                  </a:lnTo>
                  <a:lnTo>
                    <a:pt x="511364" y="5574140"/>
                  </a:lnTo>
                  <a:lnTo>
                    <a:pt x="511457" y="5574140"/>
                  </a:lnTo>
                  <a:lnTo>
                    <a:pt x="511551" y="5574140"/>
                  </a:lnTo>
                  <a:lnTo>
                    <a:pt x="511644" y="5574140"/>
                  </a:lnTo>
                  <a:lnTo>
                    <a:pt x="511737" y="5574140"/>
                  </a:lnTo>
                  <a:lnTo>
                    <a:pt x="511830" y="5574140"/>
                  </a:lnTo>
                  <a:lnTo>
                    <a:pt x="511924" y="5574140"/>
                  </a:lnTo>
                  <a:lnTo>
                    <a:pt x="512017" y="5574140"/>
                  </a:lnTo>
                  <a:lnTo>
                    <a:pt x="512110" y="5574140"/>
                  </a:lnTo>
                  <a:lnTo>
                    <a:pt x="512203" y="5574140"/>
                  </a:lnTo>
                  <a:lnTo>
                    <a:pt x="512297" y="5574140"/>
                  </a:lnTo>
                  <a:lnTo>
                    <a:pt x="512390" y="5574140"/>
                  </a:lnTo>
                  <a:lnTo>
                    <a:pt x="512483" y="5574140"/>
                  </a:lnTo>
                  <a:lnTo>
                    <a:pt x="512576" y="5574140"/>
                  </a:lnTo>
                  <a:lnTo>
                    <a:pt x="512670" y="5574140"/>
                  </a:lnTo>
                  <a:lnTo>
                    <a:pt x="512763" y="5574140"/>
                  </a:lnTo>
                  <a:lnTo>
                    <a:pt x="512856" y="5574140"/>
                  </a:lnTo>
                  <a:lnTo>
                    <a:pt x="512949" y="5574140"/>
                  </a:lnTo>
                  <a:lnTo>
                    <a:pt x="513043" y="5574140"/>
                  </a:lnTo>
                  <a:lnTo>
                    <a:pt x="513136" y="5574140"/>
                  </a:lnTo>
                  <a:lnTo>
                    <a:pt x="513229" y="5574140"/>
                  </a:lnTo>
                  <a:lnTo>
                    <a:pt x="513322" y="5574140"/>
                  </a:lnTo>
                  <a:lnTo>
                    <a:pt x="513415" y="5574140"/>
                  </a:lnTo>
                  <a:lnTo>
                    <a:pt x="513509" y="5574140"/>
                  </a:lnTo>
                  <a:lnTo>
                    <a:pt x="513602" y="5574140"/>
                  </a:lnTo>
                  <a:lnTo>
                    <a:pt x="513695" y="5574140"/>
                  </a:lnTo>
                  <a:lnTo>
                    <a:pt x="513788" y="5574140"/>
                  </a:lnTo>
                  <a:lnTo>
                    <a:pt x="513882" y="5574140"/>
                  </a:lnTo>
                  <a:lnTo>
                    <a:pt x="513882" y="5564186"/>
                  </a:lnTo>
                  <a:lnTo>
                    <a:pt x="513975" y="5564186"/>
                  </a:lnTo>
                  <a:lnTo>
                    <a:pt x="514068" y="5564186"/>
                  </a:lnTo>
                  <a:lnTo>
                    <a:pt x="514161" y="5564186"/>
                  </a:lnTo>
                  <a:lnTo>
                    <a:pt x="514255" y="5564186"/>
                  </a:lnTo>
                  <a:lnTo>
                    <a:pt x="514348" y="5564186"/>
                  </a:lnTo>
                  <a:lnTo>
                    <a:pt x="514441" y="5564186"/>
                  </a:lnTo>
                  <a:lnTo>
                    <a:pt x="514534" y="5564186"/>
                  </a:lnTo>
                  <a:lnTo>
                    <a:pt x="514628" y="5564186"/>
                  </a:lnTo>
                  <a:lnTo>
                    <a:pt x="514721" y="5564186"/>
                  </a:lnTo>
                  <a:lnTo>
                    <a:pt x="514814" y="5564186"/>
                  </a:lnTo>
                  <a:lnTo>
                    <a:pt x="514907" y="5564186"/>
                  </a:lnTo>
                  <a:lnTo>
                    <a:pt x="515001" y="5564186"/>
                  </a:lnTo>
                  <a:lnTo>
                    <a:pt x="515094" y="5564186"/>
                  </a:lnTo>
                  <a:lnTo>
                    <a:pt x="515187" y="5564186"/>
                  </a:lnTo>
                  <a:lnTo>
                    <a:pt x="515280" y="5564186"/>
                  </a:lnTo>
                  <a:lnTo>
                    <a:pt x="515374" y="5564186"/>
                  </a:lnTo>
                  <a:lnTo>
                    <a:pt x="515467" y="5564186"/>
                  </a:lnTo>
                  <a:lnTo>
                    <a:pt x="515560" y="5564186"/>
                  </a:lnTo>
                  <a:lnTo>
                    <a:pt x="515653" y="5564186"/>
                  </a:lnTo>
                  <a:lnTo>
                    <a:pt x="515747" y="5564186"/>
                  </a:lnTo>
                  <a:lnTo>
                    <a:pt x="515840" y="5564186"/>
                  </a:lnTo>
                  <a:lnTo>
                    <a:pt x="515933" y="5564186"/>
                  </a:lnTo>
                  <a:lnTo>
                    <a:pt x="516026" y="5564186"/>
                  </a:lnTo>
                  <a:lnTo>
                    <a:pt x="516120" y="5564186"/>
                  </a:lnTo>
                  <a:lnTo>
                    <a:pt x="516213" y="5564186"/>
                  </a:lnTo>
                  <a:lnTo>
                    <a:pt x="516306" y="5564186"/>
                  </a:lnTo>
                  <a:lnTo>
                    <a:pt x="516399" y="5564186"/>
                  </a:lnTo>
                  <a:lnTo>
                    <a:pt x="516493" y="5564186"/>
                  </a:lnTo>
                  <a:lnTo>
                    <a:pt x="516586" y="5564186"/>
                  </a:lnTo>
                  <a:lnTo>
                    <a:pt x="516679" y="5564186"/>
                  </a:lnTo>
                  <a:lnTo>
                    <a:pt x="516772" y="5564186"/>
                  </a:lnTo>
                  <a:lnTo>
                    <a:pt x="516866" y="5564186"/>
                  </a:lnTo>
                  <a:lnTo>
                    <a:pt x="516959" y="5564186"/>
                  </a:lnTo>
                  <a:lnTo>
                    <a:pt x="517052" y="5564186"/>
                  </a:lnTo>
                  <a:lnTo>
                    <a:pt x="517145" y="5564186"/>
                  </a:lnTo>
                  <a:lnTo>
                    <a:pt x="517239" y="5564186"/>
                  </a:lnTo>
                  <a:lnTo>
                    <a:pt x="517332" y="5564186"/>
                  </a:lnTo>
                  <a:lnTo>
                    <a:pt x="517425" y="5564186"/>
                  </a:lnTo>
                  <a:lnTo>
                    <a:pt x="517518" y="5564186"/>
                  </a:lnTo>
                  <a:lnTo>
                    <a:pt x="517612" y="5564186"/>
                  </a:lnTo>
                  <a:lnTo>
                    <a:pt x="517705" y="5564186"/>
                  </a:lnTo>
                  <a:lnTo>
                    <a:pt x="517798" y="5564186"/>
                  </a:lnTo>
                  <a:lnTo>
                    <a:pt x="517891" y="5564186"/>
                  </a:lnTo>
                  <a:lnTo>
                    <a:pt x="517985" y="5564186"/>
                  </a:lnTo>
                  <a:lnTo>
                    <a:pt x="518078" y="5564186"/>
                  </a:lnTo>
                  <a:lnTo>
                    <a:pt x="518171" y="5564186"/>
                  </a:lnTo>
                  <a:lnTo>
                    <a:pt x="518264" y="5564186"/>
                  </a:lnTo>
                  <a:lnTo>
                    <a:pt x="518358" y="5564186"/>
                  </a:lnTo>
                  <a:lnTo>
                    <a:pt x="518451" y="5564186"/>
                  </a:lnTo>
                  <a:lnTo>
                    <a:pt x="518544" y="5564186"/>
                  </a:lnTo>
                  <a:lnTo>
                    <a:pt x="518637" y="5564186"/>
                  </a:lnTo>
                  <a:lnTo>
                    <a:pt x="518731" y="5564186"/>
                  </a:lnTo>
                  <a:lnTo>
                    <a:pt x="518824" y="5564186"/>
                  </a:lnTo>
                  <a:lnTo>
                    <a:pt x="518917" y="5564186"/>
                  </a:lnTo>
                  <a:lnTo>
                    <a:pt x="519010" y="5564186"/>
                  </a:lnTo>
                  <a:lnTo>
                    <a:pt x="519104" y="5564186"/>
                  </a:lnTo>
                  <a:lnTo>
                    <a:pt x="519197" y="5564186"/>
                  </a:lnTo>
                  <a:lnTo>
                    <a:pt x="519290" y="5564186"/>
                  </a:lnTo>
                  <a:lnTo>
                    <a:pt x="519383" y="5564186"/>
                  </a:lnTo>
                  <a:lnTo>
                    <a:pt x="519477" y="5564186"/>
                  </a:lnTo>
                  <a:lnTo>
                    <a:pt x="519570" y="5564186"/>
                  </a:lnTo>
                  <a:lnTo>
                    <a:pt x="519663" y="5564186"/>
                  </a:lnTo>
                  <a:lnTo>
                    <a:pt x="519756" y="5564186"/>
                  </a:lnTo>
                  <a:lnTo>
                    <a:pt x="519850" y="5564186"/>
                  </a:lnTo>
                  <a:lnTo>
                    <a:pt x="519943" y="5564186"/>
                  </a:lnTo>
                  <a:lnTo>
                    <a:pt x="520036" y="5564186"/>
                  </a:lnTo>
                  <a:lnTo>
                    <a:pt x="520129" y="5564186"/>
                  </a:lnTo>
                  <a:lnTo>
                    <a:pt x="520223" y="5564186"/>
                  </a:lnTo>
                  <a:lnTo>
                    <a:pt x="520316" y="5564186"/>
                  </a:lnTo>
                  <a:lnTo>
                    <a:pt x="520409" y="5564186"/>
                  </a:lnTo>
                  <a:lnTo>
                    <a:pt x="520502" y="5564186"/>
                  </a:lnTo>
                  <a:lnTo>
                    <a:pt x="520595" y="5564186"/>
                  </a:lnTo>
                  <a:lnTo>
                    <a:pt x="520689" y="5564186"/>
                  </a:lnTo>
                  <a:lnTo>
                    <a:pt x="520782" y="5564186"/>
                  </a:lnTo>
                  <a:lnTo>
                    <a:pt x="520875" y="5564186"/>
                  </a:lnTo>
                  <a:lnTo>
                    <a:pt x="520968" y="5564186"/>
                  </a:lnTo>
                  <a:lnTo>
                    <a:pt x="521062" y="5564186"/>
                  </a:lnTo>
                  <a:lnTo>
                    <a:pt x="521155" y="5564186"/>
                  </a:lnTo>
                  <a:lnTo>
                    <a:pt x="521248" y="5564186"/>
                  </a:lnTo>
                  <a:lnTo>
                    <a:pt x="521341" y="5564186"/>
                  </a:lnTo>
                  <a:lnTo>
                    <a:pt x="521435" y="5564186"/>
                  </a:lnTo>
                  <a:lnTo>
                    <a:pt x="521528" y="5564186"/>
                  </a:lnTo>
                  <a:lnTo>
                    <a:pt x="521621" y="5564186"/>
                  </a:lnTo>
                  <a:lnTo>
                    <a:pt x="521714" y="5564186"/>
                  </a:lnTo>
                  <a:lnTo>
                    <a:pt x="521808" y="5564186"/>
                  </a:lnTo>
                  <a:lnTo>
                    <a:pt x="521901" y="5564186"/>
                  </a:lnTo>
                  <a:lnTo>
                    <a:pt x="521994" y="5564186"/>
                  </a:lnTo>
                  <a:lnTo>
                    <a:pt x="522087" y="5564186"/>
                  </a:lnTo>
                  <a:lnTo>
                    <a:pt x="522181" y="5564186"/>
                  </a:lnTo>
                  <a:lnTo>
                    <a:pt x="522274" y="5564186"/>
                  </a:lnTo>
                  <a:lnTo>
                    <a:pt x="522367" y="5564186"/>
                  </a:lnTo>
                  <a:lnTo>
                    <a:pt x="522460" y="5564186"/>
                  </a:lnTo>
                  <a:lnTo>
                    <a:pt x="522554" y="5564186"/>
                  </a:lnTo>
                  <a:lnTo>
                    <a:pt x="522647" y="5564186"/>
                  </a:lnTo>
                  <a:lnTo>
                    <a:pt x="522740" y="5564186"/>
                  </a:lnTo>
                  <a:lnTo>
                    <a:pt x="522740" y="5554233"/>
                  </a:lnTo>
                  <a:lnTo>
                    <a:pt x="522833" y="5554233"/>
                  </a:lnTo>
                  <a:lnTo>
                    <a:pt x="522927" y="5554233"/>
                  </a:lnTo>
                  <a:lnTo>
                    <a:pt x="523020" y="5554233"/>
                  </a:lnTo>
                  <a:lnTo>
                    <a:pt x="523113" y="5554233"/>
                  </a:lnTo>
                  <a:lnTo>
                    <a:pt x="523206" y="5554233"/>
                  </a:lnTo>
                  <a:lnTo>
                    <a:pt x="523300" y="5554233"/>
                  </a:lnTo>
                  <a:lnTo>
                    <a:pt x="523393" y="5554233"/>
                  </a:lnTo>
                  <a:lnTo>
                    <a:pt x="523486" y="5554233"/>
                  </a:lnTo>
                  <a:lnTo>
                    <a:pt x="523579" y="5554233"/>
                  </a:lnTo>
                  <a:lnTo>
                    <a:pt x="523673" y="5554233"/>
                  </a:lnTo>
                  <a:lnTo>
                    <a:pt x="523766" y="5554233"/>
                  </a:lnTo>
                  <a:lnTo>
                    <a:pt x="523859" y="5554233"/>
                  </a:lnTo>
                  <a:lnTo>
                    <a:pt x="523952" y="5554233"/>
                  </a:lnTo>
                  <a:lnTo>
                    <a:pt x="524046" y="5554233"/>
                  </a:lnTo>
                  <a:lnTo>
                    <a:pt x="524139" y="5554233"/>
                  </a:lnTo>
                  <a:lnTo>
                    <a:pt x="524232" y="5554233"/>
                  </a:lnTo>
                  <a:lnTo>
                    <a:pt x="524325" y="5554233"/>
                  </a:lnTo>
                  <a:lnTo>
                    <a:pt x="524419" y="5554233"/>
                  </a:lnTo>
                  <a:lnTo>
                    <a:pt x="524512" y="5554233"/>
                  </a:lnTo>
                  <a:lnTo>
                    <a:pt x="524605" y="5554233"/>
                  </a:lnTo>
                  <a:lnTo>
                    <a:pt x="524698" y="5554233"/>
                  </a:lnTo>
                  <a:lnTo>
                    <a:pt x="524792" y="5554233"/>
                  </a:lnTo>
                  <a:lnTo>
                    <a:pt x="524885" y="5554233"/>
                  </a:lnTo>
                  <a:lnTo>
                    <a:pt x="524978" y="5554233"/>
                  </a:lnTo>
                  <a:lnTo>
                    <a:pt x="525071" y="5554233"/>
                  </a:lnTo>
                  <a:lnTo>
                    <a:pt x="525165" y="5554233"/>
                  </a:lnTo>
                  <a:lnTo>
                    <a:pt x="525258" y="5554233"/>
                  </a:lnTo>
                  <a:lnTo>
                    <a:pt x="525351" y="5554233"/>
                  </a:lnTo>
                  <a:lnTo>
                    <a:pt x="525444" y="5554233"/>
                  </a:lnTo>
                  <a:lnTo>
                    <a:pt x="525538" y="5554233"/>
                  </a:lnTo>
                  <a:lnTo>
                    <a:pt x="525538" y="5544279"/>
                  </a:lnTo>
                  <a:lnTo>
                    <a:pt x="525631" y="5544279"/>
                  </a:lnTo>
                  <a:lnTo>
                    <a:pt x="525724" y="5544279"/>
                  </a:lnTo>
                  <a:lnTo>
                    <a:pt x="525817" y="5544279"/>
                  </a:lnTo>
                  <a:lnTo>
                    <a:pt x="525911" y="5544279"/>
                  </a:lnTo>
                  <a:lnTo>
                    <a:pt x="526004" y="5544279"/>
                  </a:lnTo>
                  <a:lnTo>
                    <a:pt x="526097" y="5544279"/>
                  </a:lnTo>
                  <a:lnTo>
                    <a:pt x="526190" y="5544279"/>
                  </a:lnTo>
                  <a:lnTo>
                    <a:pt x="526284" y="5544279"/>
                  </a:lnTo>
                  <a:lnTo>
                    <a:pt x="526377" y="5544279"/>
                  </a:lnTo>
                  <a:lnTo>
                    <a:pt x="526470" y="5544279"/>
                  </a:lnTo>
                  <a:lnTo>
                    <a:pt x="526563" y="5544279"/>
                  </a:lnTo>
                  <a:lnTo>
                    <a:pt x="526657" y="5544279"/>
                  </a:lnTo>
                  <a:lnTo>
                    <a:pt x="526657" y="5534325"/>
                  </a:lnTo>
                  <a:lnTo>
                    <a:pt x="526750" y="5534325"/>
                  </a:lnTo>
                  <a:lnTo>
                    <a:pt x="526843" y="5534325"/>
                  </a:lnTo>
                  <a:lnTo>
                    <a:pt x="526936" y="5534325"/>
                  </a:lnTo>
                  <a:lnTo>
                    <a:pt x="527030" y="5534325"/>
                  </a:lnTo>
                  <a:lnTo>
                    <a:pt x="527123" y="5534325"/>
                  </a:lnTo>
                  <a:lnTo>
                    <a:pt x="527216" y="5534325"/>
                  </a:lnTo>
                  <a:lnTo>
                    <a:pt x="527309" y="5534325"/>
                  </a:lnTo>
                  <a:lnTo>
                    <a:pt x="527402" y="5534325"/>
                  </a:lnTo>
                  <a:lnTo>
                    <a:pt x="527496" y="5534325"/>
                  </a:lnTo>
                  <a:lnTo>
                    <a:pt x="527589" y="5534325"/>
                  </a:lnTo>
                  <a:lnTo>
                    <a:pt x="527682" y="5534325"/>
                  </a:lnTo>
                  <a:lnTo>
                    <a:pt x="527775" y="5534325"/>
                  </a:lnTo>
                  <a:lnTo>
                    <a:pt x="527869" y="5534325"/>
                  </a:lnTo>
                  <a:lnTo>
                    <a:pt x="527962" y="5534325"/>
                  </a:lnTo>
                  <a:lnTo>
                    <a:pt x="528055" y="5534325"/>
                  </a:lnTo>
                  <a:lnTo>
                    <a:pt x="528148" y="5534325"/>
                  </a:lnTo>
                  <a:lnTo>
                    <a:pt x="528242" y="5534325"/>
                  </a:lnTo>
                  <a:lnTo>
                    <a:pt x="528335" y="5534325"/>
                  </a:lnTo>
                  <a:lnTo>
                    <a:pt x="528428" y="5534325"/>
                  </a:lnTo>
                  <a:lnTo>
                    <a:pt x="528521" y="5534325"/>
                  </a:lnTo>
                  <a:lnTo>
                    <a:pt x="528615" y="5534325"/>
                  </a:lnTo>
                  <a:lnTo>
                    <a:pt x="528708" y="5534325"/>
                  </a:lnTo>
                  <a:lnTo>
                    <a:pt x="528801" y="5534325"/>
                  </a:lnTo>
                  <a:lnTo>
                    <a:pt x="528894" y="5534325"/>
                  </a:lnTo>
                  <a:lnTo>
                    <a:pt x="528988" y="5534325"/>
                  </a:lnTo>
                  <a:lnTo>
                    <a:pt x="529081" y="5534325"/>
                  </a:lnTo>
                  <a:lnTo>
                    <a:pt x="529174" y="5534325"/>
                  </a:lnTo>
                  <a:lnTo>
                    <a:pt x="529267" y="5534325"/>
                  </a:lnTo>
                  <a:lnTo>
                    <a:pt x="529361" y="5534325"/>
                  </a:lnTo>
                  <a:lnTo>
                    <a:pt x="529454" y="5534325"/>
                  </a:lnTo>
                  <a:lnTo>
                    <a:pt x="529547" y="5534325"/>
                  </a:lnTo>
                  <a:lnTo>
                    <a:pt x="529640" y="5534325"/>
                  </a:lnTo>
                  <a:lnTo>
                    <a:pt x="529734" y="5534325"/>
                  </a:lnTo>
                  <a:lnTo>
                    <a:pt x="529827" y="5534325"/>
                  </a:lnTo>
                  <a:lnTo>
                    <a:pt x="529920" y="5534325"/>
                  </a:lnTo>
                  <a:lnTo>
                    <a:pt x="530013" y="5534325"/>
                  </a:lnTo>
                  <a:lnTo>
                    <a:pt x="530107" y="5534325"/>
                  </a:lnTo>
                  <a:lnTo>
                    <a:pt x="530200" y="5534325"/>
                  </a:lnTo>
                  <a:lnTo>
                    <a:pt x="530293" y="5534325"/>
                  </a:lnTo>
                  <a:lnTo>
                    <a:pt x="530386" y="5534325"/>
                  </a:lnTo>
                  <a:lnTo>
                    <a:pt x="530480" y="5534325"/>
                  </a:lnTo>
                  <a:lnTo>
                    <a:pt x="530573" y="5534325"/>
                  </a:lnTo>
                  <a:lnTo>
                    <a:pt x="530666" y="5534325"/>
                  </a:lnTo>
                  <a:lnTo>
                    <a:pt x="530759" y="5534325"/>
                  </a:lnTo>
                  <a:lnTo>
                    <a:pt x="530853" y="5534325"/>
                  </a:lnTo>
                  <a:lnTo>
                    <a:pt x="530946" y="5534325"/>
                  </a:lnTo>
                  <a:lnTo>
                    <a:pt x="531039" y="5534325"/>
                  </a:lnTo>
                  <a:lnTo>
                    <a:pt x="531132" y="5534325"/>
                  </a:lnTo>
                  <a:lnTo>
                    <a:pt x="531226" y="5534325"/>
                  </a:lnTo>
                  <a:lnTo>
                    <a:pt x="531319" y="5534325"/>
                  </a:lnTo>
                  <a:lnTo>
                    <a:pt x="531412" y="5534325"/>
                  </a:lnTo>
                  <a:lnTo>
                    <a:pt x="531505" y="5534325"/>
                  </a:lnTo>
                  <a:lnTo>
                    <a:pt x="531599" y="5534325"/>
                  </a:lnTo>
                  <a:lnTo>
                    <a:pt x="531692" y="5534325"/>
                  </a:lnTo>
                  <a:lnTo>
                    <a:pt x="531785" y="5534325"/>
                  </a:lnTo>
                  <a:lnTo>
                    <a:pt x="531878" y="5534325"/>
                  </a:lnTo>
                  <a:lnTo>
                    <a:pt x="531878" y="5524371"/>
                  </a:lnTo>
                  <a:lnTo>
                    <a:pt x="531972" y="5524371"/>
                  </a:lnTo>
                  <a:lnTo>
                    <a:pt x="532065" y="5524371"/>
                  </a:lnTo>
                  <a:lnTo>
                    <a:pt x="532158" y="5524371"/>
                  </a:lnTo>
                  <a:lnTo>
                    <a:pt x="532251" y="5524371"/>
                  </a:lnTo>
                  <a:lnTo>
                    <a:pt x="532345" y="5524371"/>
                  </a:lnTo>
                  <a:lnTo>
                    <a:pt x="532438" y="5524371"/>
                  </a:lnTo>
                  <a:lnTo>
                    <a:pt x="532531" y="5524371"/>
                  </a:lnTo>
                  <a:lnTo>
                    <a:pt x="532624" y="5524371"/>
                  </a:lnTo>
                  <a:lnTo>
                    <a:pt x="532718" y="5524371"/>
                  </a:lnTo>
                  <a:lnTo>
                    <a:pt x="532811" y="5524371"/>
                  </a:lnTo>
                  <a:lnTo>
                    <a:pt x="532904" y="5524371"/>
                  </a:lnTo>
                  <a:lnTo>
                    <a:pt x="532997" y="5524371"/>
                  </a:lnTo>
                  <a:lnTo>
                    <a:pt x="533091" y="5524371"/>
                  </a:lnTo>
                  <a:lnTo>
                    <a:pt x="533184" y="5524371"/>
                  </a:lnTo>
                  <a:lnTo>
                    <a:pt x="533277" y="5524371"/>
                  </a:lnTo>
                  <a:lnTo>
                    <a:pt x="533370" y="5524371"/>
                  </a:lnTo>
                  <a:lnTo>
                    <a:pt x="533464" y="5524371"/>
                  </a:lnTo>
                  <a:lnTo>
                    <a:pt x="533557" y="5524371"/>
                  </a:lnTo>
                  <a:lnTo>
                    <a:pt x="533650" y="5524371"/>
                  </a:lnTo>
                  <a:lnTo>
                    <a:pt x="533743" y="5524371"/>
                  </a:lnTo>
                  <a:lnTo>
                    <a:pt x="533837" y="5524371"/>
                  </a:lnTo>
                  <a:lnTo>
                    <a:pt x="533930" y="5524371"/>
                  </a:lnTo>
                  <a:lnTo>
                    <a:pt x="534023" y="5524371"/>
                  </a:lnTo>
                  <a:lnTo>
                    <a:pt x="534116" y="5524371"/>
                  </a:lnTo>
                  <a:lnTo>
                    <a:pt x="534210" y="5524371"/>
                  </a:lnTo>
                  <a:lnTo>
                    <a:pt x="534303" y="5524371"/>
                  </a:lnTo>
                  <a:lnTo>
                    <a:pt x="534396" y="5524371"/>
                  </a:lnTo>
                  <a:lnTo>
                    <a:pt x="534489" y="5524371"/>
                  </a:lnTo>
                  <a:lnTo>
                    <a:pt x="534582" y="5524371"/>
                  </a:lnTo>
                  <a:lnTo>
                    <a:pt x="534676" y="5524371"/>
                  </a:lnTo>
                  <a:lnTo>
                    <a:pt x="534769" y="5524371"/>
                  </a:lnTo>
                  <a:lnTo>
                    <a:pt x="534862" y="5524371"/>
                  </a:lnTo>
                  <a:lnTo>
                    <a:pt x="534955" y="5524371"/>
                  </a:lnTo>
                  <a:lnTo>
                    <a:pt x="535049" y="5524371"/>
                  </a:lnTo>
                  <a:lnTo>
                    <a:pt x="535142" y="5524371"/>
                  </a:lnTo>
                  <a:lnTo>
                    <a:pt x="535235" y="5524371"/>
                  </a:lnTo>
                  <a:lnTo>
                    <a:pt x="535328" y="5524371"/>
                  </a:lnTo>
                  <a:lnTo>
                    <a:pt x="535422" y="5524371"/>
                  </a:lnTo>
                  <a:lnTo>
                    <a:pt x="535515" y="5524371"/>
                  </a:lnTo>
                  <a:lnTo>
                    <a:pt x="535608" y="5524371"/>
                  </a:lnTo>
                  <a:lnTo>
                    <a:pt x="535701" y="5524371"/>
                  </a:lnTo>
                  <a:lnTo>
                    <a:pt x="535795" y="5524371"/>
                  </a:lnTo>
                  <a:lnTo>
                    <a:pt x="535888" y="5524371"/>
                  </a:lnTo>
                  <a:lnTo>
                    <a:pt x="535981" y="5524371"/>
                  </a:lnTo>
                  <a:lnTo>
                    <a:pt x="536074" y="5524371"/>
                  </a:lnTo>
                  <a:lnTo>
                    <a:pt x="536168" y="5524371"/>
                  </a:lnTo>
                  <a:lnTo>
                    <a:pt x="536261" y="5524371"/>
                  </a:lnTo>
                  <a:lnTo>
                    <a:pt x="536354" y="5524371"/>
                  </a:lnTo>
                  <a:lnTo>
                    <a:pt x="536447" y="5524371"/>
                  </a:lnTo>
                  <a:lnTo>
                    <a:pt x="536541" y="5524371"/>
                  </a:lnTo>
                  <a:lnTo>
                    <a:pt x="536634" y="5524371"/>
                  </a:lnTo>
                  <a:lnTo>
                    <a:pt x="536727" y="5524371"/>
                  </a:lnTo>
                  <a:lnTo>
                    <a:pt x="536820" y="5524371"/>
                  </a:lnTo>
                  <a:lnTo>
                    <a:pt x="536914" y="5524371"/>
                  </a:lnTo>
                  <a:lnTo>
                    <a:pt x="537007" y="5524371"/>
                  </a:lnTo>
                  <a:lnTo>
                    <a:pt x="537100" y="5524371"/>
                  </a:lnTo>
                  <a:lnTo>
                    <a:pt x="537193" y="5524371"/>
                  </a:lnTo>
                  <a:lnTo>
                    <a:pt x="537287" y="5524371"/>
                  </a:lnTo>
                  <a:lnTo>
                    <a:pt x="537380" y="5524371"/>
                  </a:lnTo>
                  <a:lnTo>
                    <a:pt x="537473" y="5524371"/>
                  </a:lnTo>
                  <a:lnTo>
                    <a:pt x="537566" y="5524371"/>
                  </a:lnTo>
                  <a:lnTo>
                    <a:pt x="537660" y="5524371"/>
                  </a:lnTo>
                  <a:lnTo>
                    <a:pt x="537753" y="5524371"/>
                  </a:lnTo>
                  <a:lnTo>
                    <a:pt x="537846" y="5524371"/>
                  </a:lnTo>
                  <a:lnTo>
                    <a:pt x="537939" y="5524371"/>
                  </a:lnTo>
                  <a:lnTo>
                    <a:pt x="538033" y="5524371"/>
                  </a:lnTo>
                  <a:lnTo>
                    <a:pt x="538126" y="5524371"/>
                  </a:lnTo>
                  <a:lnTo>
                    <a:pt x="538219" y="5524371"/>
                  </a:lnTo>
                  <a:lnTo>
                    <a:pt x="538312" y="5524371"/>
                  </a:lnTo>
                  <a:lnTo>
                    <a:pt x="538406" y="5524371"/>
                  </a:lnTo>
                  <a:lnTo>
                    <a:pt x="538499" y="5524371"/>
                  </a:lnTo>
                  <a:lnTo>
                    <a:pt x="538592" y="5524371"/>
                  </a:lnTo>
                  <a:lnTo>
                    <a:pt x="538685" y="5524371"/>
                  </a:lnTo>
                  <a:lnTo>
                    <a:pt x="538779" y="5524371"/>
                  </a:lnTo>
                  <a:lnTo>
                    <a:pt x="538872" y="5524371"/>
                  </a:lnTo>
                  <a:lnTo>
                    <a:pt x="538872" y="5514417"/>
                  </a:lnTo>
                  <a:lnTo>
                    <a:pt x="538965" y="5514417"/>
                  </a:lnTo>
                  <a:lnTo>
                    <a:pt x="539058" y="5514417"/>
                  </a:lnTo>
                  <a:lnTo>
                    <a:pt x="539152" y="5514417"/>
                  </a:lnTo>
                  <a:lnTo>
                    <a:pt x="539245" y="5514417"/>
                  </a:lnTo>
                  <a:lnTo>
                    <a:pt x="539338" y="5514417"/>
                  </a:lnTo>
                  <a:lnTo>
                    <a:pt x="539431" y="5514417"/>
                  </a:lnTo>
                  <a:lnTo>
                    <a:pt x="539525" y="5514417"/>
                  </a:lnTo>
                  <a:lnTo>
                    <a:pt x="539618" y="5514417"/>
                  </a:lnTo>
                  <a:lnTo>
                    <a:pt x="539711" y="5514417"/>
                  </a:lnTo>
                  <a:lnTo>
                    <a:pt x="539804" y="5514417"/>
                  </a:lnTo>
                  <a:lnTo>
                    <a:pt x="539898" y="5514417"/>
                  </a:lnTo>
                  <a:lnTo>
                    <a:pt x="539991" y="5514417"/>
                  </a:lnTo>
                  <a:lnTo>
                    <a:pt x="540084" y="5514417"/>
                  </a:lnTo>
                  <a:lnTo>
                    <a:pt x="540177" y="5514417"/>
                  </a:lnTo>
                  <a:lnTo>
                    <a:pt x="540271" y="5514417"/>
                  </a:lnTo>
                  <a:lnTo>
                    <a:pt x="540364" y="5514417"/>
                  </a:lnTo>
                  <a:lnTo>
                    <a:pt x="540457" y="5514417"/>
                  </a:lnTo>
                  <a:lnTo>
                    <a:pt x="540550" y="5514417"/>
                  </a:lnTo>
                  <a:lnTo>
                    <a:pt x="540644" y="5514417"/>
                  </a:lnTo>
                  <a:lnTo>
                    <a:pt x="540737" y="5514417"/>
                  </a:lnTo>
                  <a:lnTo>
                    <a:pt x="540830" y="5514417"/>
                  </a:lnTo>
                  <a:lnTo>
                    <a:pt x="540923" y="5514417"/>
                  </a:lnTo>
                  <a:lnTo>
                    <a:pt x="541017" y="5514417"/>
                  </a:lnTo>
                  <a:lnTo>
                    <a:pt x="541110" y="5514417"/>
                  </a:lnTo>
                  <a:lnTo>
                    <a:pt x="541203" y="5514417"/>
                  </a:lnTo>
                  <a:lnTo>
                    <a:pt x="541296" y="5514417"/>
                  </a:lnTo>
                  <a:lnTo>
                    <a:pt x="541389" y="5514417"/>
                  </a:lnTo>
                  <a:lnTo>
                    <a:pt x="541483" y="5514417"/>
                  </a:lnTo>
                  <a:lnTo>
                    <a:pt x="541576" y="5514417"/>
                  </a:lnTo>
                  <a:lnTo>
                    <a:pt x="541669" y="5514417"/>
                  </a:lnTo>
                  <a:lnTo>
                    <a:pt x="541762" y="5514417"/>
                  </a:lnTo>
                  <a:lnTo>
                    <a:pt x="541856" y="5514417"/>
                  </a:lnTo>
                  <a:lnTo>
                    <a:pt x="541949" y="5514417"/>
                  </a:lnTo>
                  <a:lnTo>
                    <a:pt x="542042" y="5514417"/>
                  </a:lnTo>
                  <a:lnTo>
                    <a:pt x="542135" y="5514417"/>
                  </a:lnTo>
                  <a:lnTo>
                    <a:pt x="542229" y="5514417"/>
                  </a:lnTo>
                  <a:lnTo>
                    <a:pt x="542322" y="5514417"/>
                  </a:lnTo>
                  <a:lnTo>
                    <a:pt x="542415" y="5514417"/>
                  </a:lnTo>
                  <a:lnTo>
                    <a:pt x="542508" y="5514417"/>
                  </a:lnTo>
                  <a:lnTo>
                    <a:pt x="542602" y="5514417"/>
                  </a:lnTo>
                  <a:lnTo>
                    <a:pt x="542695" y="5514417"/>
                  </a:lnTo>
                  <a:lnTo>
                    <a:pt x="542788" y="5514417"/>
                  </a:lnTo>
                  <a:lnTo>
                    <a:pt x="542881" y="5514417"/>
                  </a:lnTo>
                  <a:lnTo>
                    <a:pt x="542975" y="5514417"/>
                  </a:lnTo>
                  <a:lnTo>
                    <a:pt x="543068" y="5514417"/>
                  </a:lnTo>
                  <a:lnTo>
                    <a:pt x="543161" y="5514417"/>
                  </a:lnTo>
                  <a:lnTo>
                    <a:pt x="543254" y="5514417"/>
                  </a:lnTo>
                  <a:lnTo>
                    <a:pt x="543348" y="5514417"/>
                  </a:lnTo>
                  <a:lnTo>
                    <a:pt x="543441" y="5514417"/>
                  </a:lnTo>
                  <a:lnTo>
                    <a:pt x="543534" y="5514417"/>
                  </a:lnTo>
                  <a:lnTo>
                    <a:pt x="543627" y="5514417"/>
                  </a:lnTo>
                  <a:lnTo>
                    <a:pt x="543721" y="5514417"/>
                  </a:lnTo>
                  <a:lnTo>
                    <a:pt x="543814" y="5514417"/>
                  </a:lnTo>
                  <a:lnTo>
                    <a:pt x="543907" y="5514417"/>
                  </a:lnTo>
                  <a:lnTo>
                    <a:pt x="544000" y="5514417"/>
                  </a:lnTo>
                  <a:lnTo>
                    <a:pt x="544094" y="5514417"/>
                  </a:lnTo>
                  <a:lnTo>
                    <a:pt x="544187" y="5514417"/>
                  </a:lnTo>
                  <a:lnTo>
                    <a:pt x="544280" y="5514417"/>
                  </a:lnTo>
                  <a:lnTo>
                    <a:pt x="544373" y="5514417"/>
                  </a:lnTo>
                  <a:lnTo>
                    <a:pt x="544467" y="5514417"/>
                  </a:lnTo>
                  <a:lnTo>
                    <a:pt x="544560" y="5514417"/>
                  </a:lnTo>
                  <a:lnTo>
                    <a:pt x="544653" y="5514417"/>
                  </a:lnTo>
                  <a:lnTo>
                    <a:pt x="544746" y="5514417"/>
                  </a:lnTo>
                  <a:lnTo>
                    <a:pt x="544840" y="5514417"/>
                  </a:lnTo>
                  <a:lnTo>
                    <a:pt x="544933" y="5514417"/>
                  </a:lnTo>
                  <a:lnTo>
                    <a:pt x="545026" y="5514417"/>
                  </a:lnTo>
                  <a:lnTo>
                    <a:pt x="545119" y="5514417"/>
                  </a:lnTo>
                  <a:lnTo>
                    <a:pt x="545213" y="5514417"/>
                  </a:lnTo>
                  <a:lnTo>
                    <a:pt x="545306" y="5514417"/>
                  </a:lnTo>
                  <a:lnTo>
                    <a:pt x="545399" y="5514417"/>
                  </a:lnTo>
                  <a:lnTo>
                    <a:pt x="545492" y="5514417"/>
                  </a:lnTo>
                  <a:lnTo>
                    <a:pt x="545586" y="5514417"/>
                  </a:lnTo>
                  <a:lnTo>
                    <a:pt x="545679" y="5514417"/>
                  </a:lnTo>
                  <a:lnTo>
                    <a:pt x="545772" y="5514417"/>
                  </a:lnTo>
                  <a:lnTo>
                    <a:pt x="545865" y="5514417"/>
                  </a:lnTo>
                  <a:lnTo>
                    <a:pt x="545959" y="5514417"/>
                  </a:lnTo>
                  <a:lnTo>
                    <a:pt x="546052" y="5514417"/>
                  </a:lnTo>
                  <a:lnTo>
                    <a:pt x="546145" y="5514417"/>
                  </a:lnTo>
                  <a:lnTo>
                    <a:pt x="546238" y="5514417"/>
                  </a:lnTo>
                  <a:lnTo>
                    <a:pt x="546332" y="5514417"/>
                  </a:lnTo>
                  <a:lnTo>
                    <a:pt x="546425" y="5514417"/>
                  </a:lnTo>
                  <a:lnTo>
                    <a:pt x="546518" y="5514417"/>
                  </a:lnTo>
                  <a:lnTo>
                    <a:pt x="546611" y="5514417"/>
                  </a:lnTo>
                  <a:lnTo>
                    <a:pt x="546705" y="5514417"/>
                  </a:lnTo>
                  <a:lnTo>
                    <a:pt x="546798" y="5514417"/>
                  </a:lnTo>
                  <a:lnTo>
                    <a:pt x="546891" y="5514417"/>
                  </a:lnTo>
                  <a:lnTo>
                    <a:pt x="546984" y="5514417"/>
                  </a:lnTo>
                  <a:lnTo>
                    <a:pt x="547078" y="5514417"/>
                  </a:lnTo>
                  <a:lnTo>
                    <a:pt x="547171" y="5514417"/>
                  </a:lnTo>
                  <a:lnTo>
                    <a:pt x="547264" y="5514417"/>
                  </a:lnTo>
                  <a:lnTo>
                    <a:pt x="547357" y="5514417"/>
                  </a:lnTo>
                  <a:lnTo>
                    <a:pt x="547451" y="5514417"/>
                  </a:lnTo>
                  <a:lnTo>
                    <a:pt x="547544" y="5514417"/>
                  </a:lnTo>
                  <a:lnTo>
                    <a:pt x="547637" y="5514417"/>
                  </a:lnTo>
                  <a:lnTo>
                    <a:pt x="547730" y="5514417"/>
                  </a:lnTo>
                  <a:lnTo>
                    <a:pt x="547824" y="5514417"/>
                  </a:lnTo>
                  <a:lnTo>
                    <a:pt x="547917" y="5514417"/>
                  </a:lnTo>
                  <a:lnTo>
                    <a:pt x="548010" y="5514417"/>
                  </a:lnTo>
                  <a:lnTo>
                    <a:pt x="548103" y="5514417"/>
                  </a:lnTo>
                  <a:lnTo>
                    <a:pt x="548196" y="5514417"/>
                  </a:lnTo>
                  <a:lnTo>
                    <a:pt x="548290" y="5514417"/>
                  </a:lnTo>
                  <a:lnTo>
                    <a:pt x="548383" y="5514417"/>
                  </a:lnTo>
                  <a:lnTo>
                    <a:pt x="548476" y="5514417"/>
                  </a:lnTo>
                  <a:lnTo>
                    <a:pt x="548569" y="5514417"/>
                  </a:lnTo>
                  <a:lnTo>
                    <a:pt x="548663" y="5514417"/>
                  </a:lnTo>
                  <a:lnTo>
                    <a:pt x="548756" y="5514417"/>
                  </a:lnTo>
                  <a:lnTo>
                    <a:pt x="548849" y="5514417"/>
                  </a:lnTo>
                  <a:lnTo>
                    <a:pt x="548942" y="5514417"/>
                  </a:lnTo>
                  <a:lnTo>
                    <a:pt x="549036" y="5514417"/>
                  </a:lnTo>
                  <a:lnTo>
                    <a:pt x="549129" y="5514417"/>
                  </a:lnTo>
                  <a:lnTo>
                    <a:pt x="549222" y="5514417"/>
                  </a:lnTo>
                  <a:lnTo>
                    <a:pt x="549315" y="5514417"/>
                  </a:lnTo>
                  <a:lnTo>
                    <a:pt x="549409" y="5514417"/>
                  </a:lnTo>
                  <a:lnTo>
                    <a:pt x="549502" y="5514417"/>
                  </a:lnTo>
                  <a:lnTo>
                    <a:pt x="549595" y="5514417"/>
                  </a:lnTo>
                  <a:lnTo>
                    <a:pt x="549688" y="5514417"/>
                  </a:lnTo>
                  <a:lnTo>
                    <a:pt x="549782" y="5514417"/>
                  </a:lnTo>
                  <a:lnTo>
                    <a:pt x="549875" y="5514417"/>
                  </a:lnTo>
                  <a:lnTo>
                    <a:pt x="549968" y="5514417"/>
                  </a:lnTo>
                  <a:lnTo>
                    <a:pt x="550061" y="5514417"/>
                  </a:lnTo>
                  <a:lnTo>
                    <a:pt x="550155" y="5514417"/>
                  </a:lnTo>
                  <a:lnTo>
                    <a:pt x="550248" y="5514417"/>
                  </a:lnTo>
                  <a:lnTo>
                    <a:pt x="550341" y="5514417"/>
                  </a:lnTo>
                  <a:lnTo>
                    <a:pt x="550434" y="5514417"/>
                  </a:lnTo>
                  <a:lnTo>
                    <a:pt x="550528" y="5514417"/>
                  </a:lnTo>
                  <a:lnTo>
                    <a:pt x="550621" y="5514417"/>
                  </a:lnTo>
                  <a:lnTo>
                    <a:pt x="550714" y="5514417"/>
                  </a:lnTo>
                  <a:lnTo>
                    <a:pt x="550807" y="5514417"/>
                  </a:lnTo>
                  <a:lnTo>
                    <a:pt x="550901" y="5514417"/>
                  </a:lnTo>
                  <a:lnTo>
                    <a:pt x="550994" y="5514417"/>
                  </a:lnTo>
                  <a:lnTo>
                    <a:pt x="551087" y="5514417"/>
                  </a:lnTo>
                  <a:lnTo>
                    <a:pt x="551180" y="5514417"/>
                  </a:lnTo>
                  <a:lnTo>
                    <a:pt x="551274" y="5514417"/>
                  </a:lnTo>
                  <a:lnTo>
                    <a:pt x="551367" y="5514417"/>
                  </a:lnTo>
                  <a:lnTo>
                    <a:pt x="551460" y="5514417"/>
                  </a:lnTo>
                  <a:lnTo>
                    <a:pt x="551553" y="5514417"/>
                  </a:lnTo>
                  <a:lnTo>
                    <a:pt x="551647" y="5514417"/>
                  </a:lnTo>
                  <a:lnTo>
                    <a:pt x="551740" y="5514417"/>
                  </a:lnTo>
                  <a:lnTo>
                    <a:pt x="551833" y="5514417"/>
                  </a:lnTo>
                  <a:lnTo>
                    <a:pt x="551926" y="5514417"/>
                  </a:lnTo>
                  <a:lnTo>
                    <a:pt x="552020" y="5514417"/>
                  </a:lnTo>
                  <a:lnTo>
                    <a:pt x="552113" y="5514417"/>
                  </a:lnTo>
                  <a:lnTo>
                    <a:pt x="552206" y="5514417"/>
                  </a:lnTo>
                  <a:lnTo>
                    <a:pt x="552299" y="5514417"/>
                  </a:lnTo>
                  <a:lnTo>
                    <a:pt x="552393" y="5514417"/>
                  </a:lnTo>
                  <a:lnTo>
                    <a:pt x="552486" y="5514417"/>
                  </a:lnTo>
                  <a:lnTo>
                    <a:pt x="552579" y="5514417"/>
                  </a:lnTo>
                  <a:lnTo>
                    <a:pt x="552672" y="5514417"/>
                  </a:lnTo>
                  <a:lnTo>
                    <a:pt x="552766" y="5514417"/>
                  </a:lnTo>
                  <a:lnTo>
                    <a:pt x="552859" y="5514417"/>
                  </a:lnTo>
                  <a:lnTo>
                    <a:pt x="552859" y="5504463"/>
                  </a:lnTo>
                  <a:lnTo>
                    <a:pt x="552952" y="5504463"/>
                  </a:lnTo>
                  <a:lnTo>
                    <a:pt x="553045" y="5504463"/>
                  </a:lnTo>
                  <a:lnTo>
                    <a:pt x="553139" y="5504463"/>
                  </a:lnTo>
                  <a:lnTo>
                    <a:pt x="553232" y="5504463"/>
                  </a:lnTo>
                  <a:lnTo>
                    <a:pt x="553325" y="5504463"/>
                  </a:lnTo>
                  <a:lnTo>
                    <a:pt x="553418" y="5504463"/>
                  </a:lnTo>
                  <a:lnTo>
                    <a:pt x="553512" y="5504463"/>
                  </a:lnTo>
                  <a:lnTo>
                    <a:pt x="553605" y="5504463"/>
                  </a:lnTo>
                  <a:lnTo>
                    <a:pt x="553698" y="5504463"/>
                  </a:lnTo>
                  <a:lnTo>
                    <a:pt x="553791" y="5504463"/>
                  </a:lnTo>
                  <a:lnTo>
                    <a:pt x="553885" y="5504463"/>
                  </a:lnTo>
                  <a:lnTo>
                    <a:pt x="553978" y="5504463"/>
                  </a:lnTo>
                  <a:lnTo>
                    <a:pt x="554071" y="5504463"/>
                  </a:lnTo>
                  <a:lnTo>
                    <a:pt x="554164" y="5504463"/>
                  </a:lnTo>
                  <a:lnTo>
                    <a:pt x="554258" y="5504463"/>
                  </a:lnTo>
                  <a:lnTo>
                    <a:pt x="554351" y="5504463"/>
                  </a:lnTo>
                  <a:lnTo>
                    <a:pt x="554444" y="5504463"/>
                  </a:lnTo>
                  <a:lnTo>
                    <a:pt x="554537" y="5504463"/>
                  </a:lnTo>
                  <a:lnTo>
                    <a:pt x="554631" y="5504463"/>
                  </a:lnTo>
                  <a:lnTo>
                    <a:pt x="554724" y="5504463"/>
                  </a:lnTo>
                  <a:lnTo>
                    <a:pt x="554817" y="5504463"/>
                  </a:lnTo>
                  <a:lnTo>
                    <a:pt x="554910" y="5504463"/>
                  </a:lnTo>
                  <a:lnTo>
                    <a:pt x="555004" y="5504463"/>
                  </a:lnTo>
                  <a:lnTo>
                    <a:pt x="555097" y="5504463"/>
                  </a:lnTo>
                  <a:lnTo>
                    <a:pt x="555190" y="5504463"/>
                  </a:lnTo>
                  <a:lnTo>
                    <a:pt x="555283" y="5504463"/>
                  </a:lnTo>
                  <a:lnTo>
                    <a:pt x="555376" y="5504463"/>
                  </a:lnTo>
                  <a:lnTo>
                    <a:pt x="555470" y="5504463"/>
                  </a:lnTo>
                  <a:lnTo>
                    <a:pt x="555563" y="5504463"/>
                  </a:lnTo>
                  <a:lnTo>
                    <a:pt x="555656" y="5504463"/>
                  </a:lnTo>
                  <a:lnTo>
                    <a:pt x="555749" y="5504463"/>
                  </a:lnTo>
                  <a:lnTo>
                    <a:pt x="555843" y="5504463"/>
                  </a:lnTo>
                  <a:lnTo>
                    <a:pt x="555936" y="5504463"/>
                  </a:lnTo>
                  <a:lnTo>
                    <a:pt x="556029" y="5504463"/>
                  </a:lnTo>
                  <a:lnTo>
                    <a:pt x="556122" y="5504463"/>
                  </a:lnTo>
                  <a:lnTo>
                    <a:pt x="556216" y="5504463"/>
                  </a:lnTo>
                  <a:lnTo>
                    <a:pt x="556309" y="5504463"/>
                  </a:lnTo>
                  <a:lnTo>
                    <a:pt x="556402" y="5504463"/>
                  </a:lnTo>
                  <a:lnTo>
                    <a:pt x="556495" y="5504463"/>
                  </a:lnTo>
                  <a:lnTo>
                    <a:pt x="556589" y="5504463"/>
                  </a:lnTo>
                  <a:lnTo>
                    <a:pt x="556682" y="5504463"/>
                  </a:lnTo>
                  <a:lnTo>
                    <a:pt x="556775" y="5504463"/>
                  </a:lnTo>
                  <a:lnTo>
                    <a:pt x="556868" y="5504463"/>
                  </a:lnTo>
                  <a:lnTo>
                    <a:pt x="556962" y="5504463"/>
                  </a:lnTo>
                  <a:lnTo>
                    <a:pt x="557055" y="5504463"/>
                  </a:lnTo>
                  <a:lnTo>
                    <a:pt x="557148" y="5504463"/>
                  </a:lnTo>
                  <a:lnTo>
                    <a:pt x="557241" y="5504463"/>
                  </a:lnTo>
                  <a:lnTo>
                    <a:pt x="557335" y="5504463"/>
                  </a:lnTo>
                  <a:lnTo>
                    <a:pt x="557428" y="5504463"/>
                  </a:lnTo>
                  <a:lnTo>
                    <a:pt x="557521" y="5504463"/>
                  </a:lnTo>
                  <a:lnTo>
                    <a:pt x="557614" y="5504463"/>
                  </a:lnTo>
                  <a:lnTo>
                    <a:pt x="557708" y="5504463"/>
                  </a:lnTo>
                  <a:lnTo>
                    <a:pt x="557801" y="5504463"/>
                  </a:lnTo>
                  <a:lnTo>
                    <a:pt x="557894" y="5504463"/>
                  </a:lnTo>
                  <a:lnTo>
                    <a:pt x="557987" y="5504463"/>
                  </a:lnTo>
                  <a:lnTo>
                    <a:pt x="558081" y="5504463"/>
                  </a:lnTo>
                  <a:lnTo>
                    <a:pt x="558174" y="5504463"/>
                  </a:lnTo>
                  <a:lnTo>
                    <a:pt x="558267" y="5504463"/>
                  </a:lnTo>
                  <a:lnTo>
                    <a:pt x="558360" y="5504463"/>
                  </a:lnTo>
                  <a:lnTo>
                    <a:pt x="558454" y="5504463"/>
                  </a:lnTo>
                  <a:lnTo>
                    <a:pt x="558547" y="5504463"/>
                  </a:lnTo>
                  <a:lnTo>
                    <a:pt x="558640" y="5504463"/>
                  </a:lnTo>
                  <a:lnTo>
                    <a:pt x="558733" y="5504463"/>
                  </a:lnTo>
                  <a:lnTo>
                    <a:pt x="558827" y="5504463"/>
                  </a:lnTo>
                  <a:lnTo>
                    <a:pt x="558920" y="5504463"/>
                  </a:lnTo>
                  <a:lnTo>
                    <a:pt x="559013" y="5504463"/>
                  </a:lnTo>
                  <a:lnTo>
                    <a:pt x="559106" y="5504463"/>
                  </a:lnTo>
                  <a:lnTo>
                    <a:pt x="559200" y="5504463"/>
                  </a:lnTo>
                  <a:lnTo>
                    <a:pt x="559293" y="5504463"/>
                  </a:lnTo>
                  <a:lnTo>
                    <a:pt x="559386" y="5504463"/>
                  </a:lnTo>
                  <a:lnTo>
                    <a:pt x="559479" y="5504463"/>
                  </a:lnTo>
                  <a:lnTo>
                    <a:pt x="559573" y="5504463"/>
                  </a:lnTo>
                  <a:lnTo>
                    <a:pt x="559666" y="5504463"/>
                  </a:lnTo>
                  <a:lnTo>
                    <a:pt x="559759" y="5504463"/>
                  </a:lnTo>
                  <a:lnTo>
                    <a:pt x="559852" y="5504463"/>
                  </a:lnTo>
                  <a:lnTo>
                    <a:pt x="559946" y="5504463"/>
                  </a:lnTo>
                  <a:lnTo>
                    <a:pt x="560039" y="5504463"/>
                  </a:lnTo>
                  <a:lnTo>
                    <a:pt x="560132" y="5504463"/>
                  </a:lnTo>
                  <a:lnTo>
                    <a:pt x="560225" y="5504463"/>
                  </a:lnTo>
                  <a:lnTo>
                    <a:pt x="560319" y="5504463"/>
                  </a:lnTo>
                  <a:lnTo>
                    <a:pt x="560412" y="5504463"/>
                  </a:lnTo>
                  <a:lnTo>
                    <a:pt x="560505" y="5504463"/>
                  </a:lnTo>
                  <a:lnTo>
                    <a:pt x="560598" y="5504463"/>
                  </a:lnTo>
                  <a:lnTo>
                    <a:pt x="560692" y="5504463"/>
                  </a:lnTo>
                  <a:lnTo>
                    <a:pt x="560785" y="5504463"/>
                  </a:lnTo>
                  <a:lnTo>
                    <a:pt x="560878" y="5504463"/>
                  </a:lnTo>
                  <a:lnTo>
                    <a:pt x="560971" y="5504463"/>
                  </a:lnTo>
                  <a:lnTo>
                    <a:pt x="561065" y="5504463"/>
                  </a:lnTo>
                  <a:lnTo>
                    <a:pt x="561158" y="5504463"/>
                  </a:lnTo>
                  <a:lnTo>
                    <a:pt x="561251" y="5504463"/>
                  </a:lnTo>
                  <a:lnTo>
                    <a:pt x="561344" y="5504463"/>
                  </a:lnTo>
                  <a:lnTo>
                    <a:pt x="561438" y="5504463"/>
                  </a:lnTo>
                  <a:lnTo>
                    <a:pt x="561531" y="5504463"/>
                  </a:lnTo>
                  <a:lnTo>
                    <a:pt x="561624" y="5504463"/>
                  </a:lnTo>
                  <a:lnTo>
                    <a:pt x="561717" y="5504463"/>
                  </a:lnTo>
                  <a:lnTo>
                    <a:pt x="561811" y="5504463"/>
                  </a:lnTo>
                  <a:lnTo>
                    <a:pt x="561904" y="5504463"/>
                  </a:lnTo>
                  <a:lnTo>
                    <a:pt x="561997" y="5504463"/>
                  </a:lnTo>
                  <a:lnTo>
                    <a:pt x="562090" y="5504463"/>
                  </a:lnTo>
                  <a:lnTo>
                    <a:pt x="562183" y="5504463"/>
                  </a:lnTo>
                  <a:lnTo>
                    <a:pt x="562277" y="5504463"/>
                  </a:lnTo>
                  <a:lnTo>
                    <a:pt x="562370" y="5504463"/>
                  </a:lnTo>
                  <a:lnTo>
                    <a:pt x="562463" y="5504463"/>
                  </a:lnTo>
                  <a:lnTo>
                    <a:pt x="562556" y="5504463"/>
                  </a:lnTo>
                  <a:lnTo>
                    <a:pt x="562650" y="5504463"/>
                  </a:lnTo>
                  <a:lnTo>
                    <a:pt x="562743" y="5504463"/>
                  </a:lnTo>
                  <a:lnTo>
                    <a:pt x="562836" y="5504463"/>
                  </a:lnTo>
                  <a:lnTo>
                    <a:pt x="562836" y="5494510"/>
                  </a:lnTo>
                  <a:lnTo>
                    <a:pt x="562929" y="5494510"/>
                  </a:lnTo>
                  <a:lnTo>
                    <a:pt x="563023" y="5494510"/>
                  </a:lnTo>
                  <a:lnTo>
                    <a:pt x="563116" y="5494510"/>
                  </a:lnTo>
                  <a:lnTo>
                    <a:pt x="563209" y="5494510"/>
                  </a:lnTo>
                  <a:lnTo>
                    <a:pt x="563302" y="5494510"/>
                  </a:lnTo>
                  <a:lnTo>
                    <a:pt x="563396" y="5494510"/>
                  </a:lnTo>
                  <a:lnTo>
                    <a:pt x="563489" y="5494510"/>
                  </a:lnTo>
                  <a:lnTo>
                    <a:pt x="563582" y="5494510"/>
                  </a:lnTo>
                  <a:lnTo>
                    <a:pt x="563675" y="5494510"/>
                  </a:lnTo>
                  <a:lnTo>
                    <a:pt x="563769" y="5494510"/>
                  </a:lnTo>
                  <a:lnTo>
                    <a:pt x="563862" y="5494510"/>
                  </a:lnTo>
                  <a:lnTo>
                    <a:pt x="563955" y="5494510"/>
                  </a:lnTo>
                  <a:lnTo>
                    <a:pt x="564048" y="5494510"/>
                  </a:lnTo>
                  <a:lnTo>
                    <a:pt x="564142" y="5494510"/>
                  </a:lnTo>
                  <a:lnTo>
                    <a:pt x="564235" y="5494510"/>
                  </a:lnTo>
                  <a:lnTo>
                    <a:pt x="564328" y="5494510"/>
                  </a:lnTo>
                  <a:lnTo>
                    <a:pt x="564421" y="5494510"/>
                  </a:lnTo>
                  <a:lnTo>
                    <a:pt x="564515" y="5494510"/>
                  </a:lnTo>
                  <a:lnTo>
                    <a:pt x="564608" y="5494510"/>
                  </a:lnTo>
                  <a:lnTo>
                    <a:pt x="564701" y="5494510"/>
                  </a:lnTo>
                  <a:lnTo>
                    <a:pt x="564794" y="5494510"/>
                  </a:lnTo>
                  <a:lnTo>
                    <a:pt x="564888" y="5494510"/>
                  </a:lnTo>
                  <a:lnTo>
                    <a:pt x="564981" y="5494510"/>
                  </a:lnTo>
                  <a:lnTo>
                    <a:pt x="565074" y="5494510"/>
                  </a:lnTo>
                  <a:lnTo>
                    <a:pt x="565167" y="5494510"/>
                  </a:lnTo>
                  <a:lnTo>
                    <a:pt x="565261" y="5494510"/>
                  </a:lnTo>
                  <a:lnTo>
                    <a:pt x="565354" y="5494510"/>
                  </a:lnTo>
                  <a:lnTo>
                    <a:pt x="565447" y="5494510"/>
                  </a:lnTo>
                  <a:lnTo>
                    <a:pt x="565540" y="5494510"/>
                  </a:lnTo>
                  <a:lnTo>
                    <a:pt x="565634" y="5494510"/>
                  </a:lnTo>
                  <a:lnTo>
                    <a:pt x="565727" y="5494510"/>
                  </a:lnTo>
                  <a:lnTo>
                    <a:pt x="565820" y="5494510"/>
                  </a:lnTo>
                  <a:lnTo>
                    <a:pt x="565913" y="5494510"/>
                  </a:lnTo>
                  <a:lnTo>
                    <a:pt x="566007" y="5494510"/>
                  </a:lnTo>
                  <a:lnTo>
                    <a:pt x="566100" y="5494510"/>
                  </a:lnTo>
                  <a:lnTo>
                    <a:pt x="566193" y="5494510"/>
                  </a:lnTo>
                  <a:lnTo>
                    <a:pt x="566286" y="5494510"/>
                  </a:lnTo>
                  <a:lnTo>
                    <a:pt x="566380" y="5494510"/>
                  </a:lnTo>
                  <a:lnTo>
                    <a:pt x="566473" y="5494510"/>
                  </a:lnTo>
                  <a:lnTo>
                    <a:pt x="566566" y="5494510"/>
                  </a:lnTo>
                  <a:lnTo>
                    <a:pt x="566659" y="5494510"/>
                  </a:lnTo>
                  <a:lnTo>
                    <a:pt x="566753" y="5494510"/>
                  </a:lnTo>
                  <a:lnTo>
                    <a:pt x="566846" y="5494510"/>
                  </a:lnTo>
                  <a:lnTo>
                    <a:pt x="566939" y="5494510"/>
                  </a:lnTo>
                  <a:lnTo>
                    <a:pt x="567032" y="5494510"/>
                  </a:lnTo>
                  <a:lnTo>
                    <a:pt x="567126" y="5494510"/>
                  </a:lnTo>
                  <a:lnTo>
                    <a:pt x="567219" y="5494510"/>
                  </a:lnTo>
                  <a:lnTo>
                    <a:pt x="567312" y="5494510"/>
                  </a:lnTo>
                  <a:lnTo>
                    <a:pt x="567405" y="5494510"/>
                  </a:lnTo>
                  <a:lnTo>
                    <a:pt x="567405" y="5484556"/>
                  </a:lnTo>
                  <a:lnTo>
                    <a:pt x="567499" y="5484556"/>
                  </a:lnTo>
                  <a:lnTo>
                    <a:pt x="567592" y="5484556"/>
                  </a:lnTo>
                  <a:lnTo>
                    <a:pt x="567685" y="5484556"/>
                  </a:lnTo>
                  <a:lnTo>
                    <a:pt x="567778" y="5484556"/>
                  </a:lnTo>
                  <a:lnTo>
                    <a:pt x="567872" y="5484556"/>
                  </a:lnTo>
                  <a:lnTo>
                    <a:pt x="567965" y="5484556"/>
                  </a:lnTo>
                  <a:lnTo>
                    <a:pt x="568058" y="5484556"/>
                  </a:lnTo>
                  <a:lnTo>
                    <a:pt x="568151" y="5484556"/>
                  </a:lnTo>
                  <a:lnTo>
                    <a:pt x="568245" y="5484556"/>
                  </a:lnTo>
                  <a:lnTo>
                    <a:pt x="568338" y="5484556"/>
                  </a:lnTo>
                  <a:lnTo>
                    <a:pt x="568431" y="5484556"/>
                  </a:lnTo>
                  <a:lnTo>
                    <a:pt x="568524" y="5484556"/>
                  </a:lnTo>
                  <a:lnTo>
                    <a:pt x="568618" y="5484556"/>
                  </a:lnTo>
                  <a:lnTo>
                    <a:pt x="568711" y="5484556"/>
                  </a:lnTo>
                  <a:lnTo>
                    <a:pt x="568804" y="5484556"/>
                  </a:lnTo>
                  <a:lnTo>
                    <a:pt x="568897" y="5484556"/>
                  </a:lnTo>
                  <a:lnTo>
                    <a:pt x="568990" y="5484556"/>
                  </a:lnTo>
                  <a:lnTo>
                    <a:pt x="569084" y="5484556"/>
                  </a:lnTo>
                  <a:lnTo>
                    <a:pt x="569177" y="5484556"/>
                  </a:lnTo>
                  <a:lnTo>
                    <a:pt x="569270" y="5484556"/>
                  </a:lnTo>
                  <a:lnTo>
                    <a:pt x="569363" y="5484556"/>
                  </a:lnTo>
                  <a:lnTo>
                    <a:pt x="569457" y="5484556"/>
                  </a:lnTo>
                  <a:lnTo>
                    <a:pt x="569550" y="5484556"/>
                  </a:lnTo>
                  <a:lnTo>
                    <a:pt x="569643" y="5484556"/>
                  </a:lnTo>
                  <a:lnTo>
                    <a:pt x="569736" y="5484556"/>
                  </a:lnTo>
                  <a:lnTo>
                    <a:pt x="569830" y="5484556"/>
                  </a:lnTo>
                  <a:lnTo>
                    <a:pt x="569923" y="5484556"/>
                  </a:lnTo>
                  <a:lnTo>
                    <a:pt x="570016" y="5484556"/>
                  </a:lnTo>
                  <a:lnTo>
                    <a:pt x="570109" y="5484556"/>
                  </a:lnTo>
                  <a:lnTo>
                    <a:pt x="570203" y="5484556"/>
                  </a:lnTo>
                  <a:lnTo>
                    <a:pt x="570296" y="5484556"/>
                  </a:lnTo>
                  <a:lnTo>
                    <a:pt x="570389" y="5484556"/>
                  </a:lnTo>
                  <a:lnTo>
                    <a:pt x="570482" y="5484556"/>
                  </a:lnTo>
                  <a:lnTo>
                    <a:pt x="570576" y="5484556"/>
                  </a:lnTo>
                  <a:lnTo>
                    <a:pt x="570669" y="5484556"/>
                  </a:lnTo>
                  <a:lnTo>
                    <a:pt x="570762" y="5484556"/>
                  </a:lnTo>
                  <a:lnTo>
                    <a:pt x="570855" y="5484556"/>
                  </a:lnTo>
                  <a:lnTo>
                    <a:pt x="570949" y="5484556"/>
                  </a:lnTo>
                  <a:lnTo>
                    <a:pt x="571042" y="5484556"/>
                  </a:lnTo>
                  <a:lnTo>
                    <a:pt x="571135" y="5484556"/>
                  </a:lnTo>
                  <a:lnTo>
                    <a:pt x="571228" y="5484556"/>
                  </a:lnTo>
                  <a:lnTo>
                    <a:pt x="571322" y="5484556"/>
                  </a:lnTo>
                  <a:lnTo>
                    <a:pt x="571415" y="5484556"/>
                  </a:lnTo>
                  <a:lnTo>
                    <a:pt x="571508" y="5484556"/>
                  </a:lnTo>
                  <a:lnTo>
                    <a:pt x="571601" y="5484556"/>
                  </a:lnTo>
                  <a:lnTo>
                    <a:pt x="571695" y="5484556"/>
                  </a:lnTo>
                  <a:lnTo>
                    <a:pt x="571788" y="5484556"/>
                  </a:lnTo>
                  <a:lnTo>
                    <a:pt x="571881" y="5484556"/>
                  </a:lnTo>
                  <a:lnTo>
                    <a:pt x="571974" y="5484556"/>
                  </a:lnTo>
                  <a:lnTo>
                    <a:pt x="572068" y="5484556"/>
                  </a:lnTo>
                  <a:lnTo>
                    <a:pt x="572161" y="5484556"/>
                  </a:lnTo>
                  <a:lnTo>
                    <a:pt x="572254" y="5484556"/>
                  </a:lnTo>
                  <a:lnTo>
                    <a:pt x="572347" y="5484556"/>
                  </a:lnTo>
                  <a:lnTo>
                    <a:pt x="572441" y="5484556"/>
                  </a:lnTo>
                  <a:lnTo>
                    <a:pt x="572534" y="5484556"/>
                  </a:lnTo>
                  <a:lnTo>
                    <a:pt x="572627" y="5484556"/>
                  </a:lnTo>
                  <a:lnTo>
                    <a:pt x="572720" y="5484556"/>
                  </a:lnTo>
                  <a:lnTo>
                    <a:pt x="572814" y="5484556"/>
                  </a:lnTo>
                  <a:lnTo>
                    <a:pt x="572907" y="5484556"/>
                  </a:lnTo>
                  <a:lnTo>
                    <a:pt x="573000" y="5484556"/>
                  </a:lnTo>
                  <a:lnTo>
                    <a:pt x="573093" y="5484556"/>
                  </a:lnTo>
                  <a:lnTo>
                    <a:pt x="573187" y="5484556"/>
                  </a:lnTo>
                  <a:lnTo>
                    <a:pt x="573280" y="5484556"/>
                  </a:lnTo>
                  <a:lnTo>
                    <a:pt x="573373" y="5484556"/>
                  </a:lnTo>
                  <a:lnTo>
                    <a:pt x="573466" y="5484556"/>
                  </a:lnTo>
                  <a:lnTo>
                    <a:pt x="573560" y="5484556"/>
                  </a:lnTo>
                  <a:lnTo>
                    <a:pt x="573653" y="5484556"/>
                  </a:lnTo>
                  <a:lnTo>
                    <a:pt x="573746" y="5484556"/>
                  </a:lnTo>
                  <a:lnTo>
                    <a:pt x="573839" y="5484556"/>
                  </a:lnTo>
                  <a:lnTo>
                    <a:pt x="573933" y="5484556"/>
                  </a:lnTo>
                  <a:lnTo>
                    <a:pt x="574026" y="5484556"/>
                  </a:lnTo>
                  <a:lnTo>
                    <a:pt x="574119" y="5484556"/>
                  </a:lnTo>
                  <a:lnTo>
                    <a:pt x="574212" y="5484556"/>
                  </a:lnTo>
                  <a:lnTo>
                    <a:pt x="574306" y="5484556"/>
                  </a:lnTo>
                  <a:lnTo>
                    <a:pt x="574399" y="5484556"/>
                  </a:lnTo>
                  <a:lnTo>
                    <a:pt x="574492" y="5484556"/>
                  </a:lnTo>
                  <a:lnTo>
                    <a:pt x="574585" y="5484556"/>
                  </a:lnTo>
                  <a:lnTo>
                    <a:pt x="574679" y="5484556"/>
                  </a:lnTo>
                  <a:lnTo>
                    <a:pt x="574772" y="5484556"/>
                  </a:lnTo>
                  <a:lnTo>
                    <a:pt x="574865" y="5484556"/>
                  </a:lnTo>
                  <a:lnTo>
                    <a:pt x="574958" y="5484556"/>
                  </a:lnTo>
                  <a:lnTo>
                    <a:pt x="575052" y="5484556"/>
                  </a:lnTo>
                  <a:lnTo>
                    <a:pt x="575145" y="5484556"/>
                  </a:lnTo>
                  <a:lnTo>
                    <a:pt x="575238" y="5484556"/>
                  </a:lnTo>
                  <a:lnTo>
                    <a:pt x="575331" y="5484556"/>
                  </a:lnTo>
                  <a:lnTo>
                    <a:pt x="575425" y="5484556"/>
                  </a:lnTo>
                  <a:lnTo>
                    <a:pt x="575518" y="5484556"/>
                  </a:lnTo>
                  <a:lnTo>
                    <a:pt x="575611" y="5484556"/>
                  </a:lnTo>
                  <a:lnTo>
                    <a:pt x="575704" y="5484556"/>
                  </a:lnTo>
                  <a:lnTo>
                    <a:pt x="575798" y="5484556"/>
                  </a:lnTo>
                  <a:lnTo>
                    <a:pt x="575891" y="5484556"/>
                  </a:lnTo>
                  <a:lnTo>
                    <a:pt x="575984" y="5484556"/>
                  </a:lnTo>
                  <a:lnTo>
                    <a:pt x="576077" y="5484556"/>
                  </a:lnTo>
                  <a:lnTo>
                    <a:pt x="576170" y="5484556"/>
                  </a:lnTo>
                  <a:lnTo>
                    <a:pt x="576264" y="5484556"/>
                  </a:lnTo>
                  <a:lnTo>
                    <a:pt x="576357" y="5484556"/>
                  </a:lnTo>
                  <a:lnTo>
                    <a:pt x="576450" y="5484556"/>
                  </a:lnTo>
                  <a:lnTo>
                    <a:pt x="576543" y="5484556"/>
                  </a:lnTo>
                  <a:lnTo>
                    <a:pt x="576637" y="5484556"/>
                  </a:lnTo>
                  <a:lnTo>
                    <a:pt x="576730" y="5484556"/>
                  </a:lnTo>
                  <a:lnTo>
                    <a:pt x="576823" y="5484556"/>
                  </a:lnTo>
                  <a:lnTo>
                    <a:pt x="576916" y="5484556"/>
                  </a:lnTo>
                  <a:lnTo>
                    <a:pt x="577010" y="5484556"/>
                  </a:lnTo>
                  <a:lnTo>
                    <a:pt x="577103" y="5484556"/>
                  </a:lnTo>
                  <a:lnTo>
                    <a:pt x="577196" y="5484556"/>
                  </a:lnTo>
                  <a:lnTo>
                    <a:pt x="577289" y="5484556"/>
                  </a:lnTo>
                  <a:lnTo>
                    <a:pt x="577383" y="5484556"/>
                  </a:lnTo>
                  <a:lnTo>
                    <a:pt x="577476" y="5484556"/>
                  </a:lnTo>
                  <a:lnTo>
                    <a:pt x="577569" y="5484556"/>
                  </a:lnTo>
                  <a:lnTo>
                    <a:pt x="577662" y="5484556"/>
                  </a:lnTo>
                  <a:lnTo>
                    <a:pt x="577756" y="5484556"/>
                  </a:lnTo>
                  <a:lnTo>
                    <a:pt x="577849" y="5484556"/>
                  </a:lnTo>
                  <a:lnTo>
                    <a:pt x="577942" y="5484556"/>
                  </a:lnTo>
                  <a:lnTo>
                    <a:pt x="578035" y="5484556"/>
                  </a:lnTo>
                  <a:lnTo>
                    <a:pt x="578129" y="5484556"/>
                  </a:lnTo>
                  <a:lnTo>
                    <a:pt x="578129" y="5474602"/>
                  </a:lnTo>
                  <a:lnTo>
                    <a:pt x="578222" y="5474602"/>
                  </a:lnTo>
                  <a:lnTo>
                    <a:pt x="578315" y="5474602"/>
                  </a:lnTo>
                  <a:lnTo>
                    <a:pt x="578408" y="5474602"/>
                  </a:lnTo>
                  <a:lnTo>
                    <a:pt x="578502" y="5474602"/>
                  </a:lnTo>
                  <a:lnTo>
                    <a:pt x="578595" y="5474602"/>
                  </a:lnTo>
                  <a:lnTo>
                    <a:pt x="578688" y="5474602"/>
                  </a:lnTo>
                  <a:lnTo>
                    <a:pt x="578781" y="5474602"/>
                  </a:lnTo>
                  <a:lnTo>
                    <a:pt x="578875" y="5474602"/>
                  </a:lnTo>
                  <a:lnTo>
                    <a:pt x="578968" y="5474602"/>
                  </a:lnTo>
                  <a:lnTo>
                    <a:pt x="579061" y="5474602"/>
                  </a:lnTo>
                  <a:lnTo>
                    <a:pt x="579154" y="5474602"/>
                  </a:lnTo>
                  <a:lnTo>
                    <a:pt x="579248" y="5474602"/>
                  </a:lnTo>
                  <a:lnTo>
                    <a:pt x="579341" y="5474602"/>
                  </a:lnTo>
                  <a:lnTo>
                    <a:pt x="579434" y="5474602"/>
                  </a:lnTo>
                  <a:lnTo>
                    <a:pt x="579527" y="5474602"/>
                  </a:lnTo>
                  <a:lnTo>
                    <a:pt x="579621" y="5474602"/>
                  </a:lnTo>
                  <a:lnTo>
                    <a:pt x="579714" y="5474602"/>
                  </a:lnTo>
                  <a:lnTo>
                    <a:pt x="579807" y="5474602"/>
                  </a:lnTo>
                  <a:lnTo>
                    <a:pt x="579900" y="5474602"/>
                  </a:lnTo>
                  <a:lnTo>
                    <a:pt x="579994" y="5474602"/>
                  </a:lnTo>
                  <a:lnTo>
                    <a:pt x="580087" y="5474602"/>
                  </a:lnTo>
                  <a:lnTo>
                    <a:pt x="580180" y="5474602"/>
                  </a:lnTo>
                  <a:lnTo>
                    <a:pt x="580273" y="5474602"/>
                  </a:lnTo>
                  <a:lnTo>
                    <a:pt x="580367" y="5474602"/>
                  </a:lnTo>
                  <a:lnTo>
                    <a:pt x="580460" y="5474602"/>
                  </a:lnTo>
                  <a:lnTo>
                    <a:pt x="580553" y="5474602"/>
                  </a:lnTo>
                  <a:lnTo>
                    <a:pt x="580646" y="5474602"/>
                  </a:lnTo>
                  <a:lnTo>
                    <a:pt x="580740" y="5474602"/>
                  </a:lnTo>
                  <a:lnTo>
                    <a:pt x="580833" y="5474602"/>
                  </a:lnTo>
                  <a:lnTo>
                    <a:pt x="580926" y="5474602"/>
                  </a:lnTo>
                  <a:lnTo>
                    <a:pt x="581019" y="5474602"/>
                  </a:lnTo>
                  <a:lnTo>
                    <a:pt x="581113" y="5474602"/>
                  </a:lnTo>
                  <a:lnTo>
                    <a:pt x="581206" y="5474602"/>
                  </a:lnTo>
                  <a:lnTo>
                    <a:pt x="581299" y="5474602"/>
                  </a:lnTo>
                  <a:lnTo>
                    <a:pt x="581392" y="5474602"/>
                  </a:lnTo>
                  <a:lnTo>
                    <a:pt x="581486" y="5474602"/>
                  </a:lnTo>
                  <a:lnTo>
                    <a:pt x="581579" y="5474602"/>
                  </a:lnTo>
                  <a:lnTo>
                    <a:pt x="581672" y="5474602"/>
                  </a:lnTo>
                  <a:lnTo>
                    <a:pt x="581765" y="5474602"/>
                  </a:lnTo>
                  <a:lnTo>
                    <a:pt x="581859" y="5474602"/>
                  </a:lnTo>
                  <a:lnTo>
                    <a:pt x="581952" y="5474602"/>
                  </a:lnTo>
                  <a:lnTo>
                    <a:pt x="582045" y="5474602"/>
                  </a:lnTo>
                  <a:lnTo>
                    <a:pt x="582138" y="5474602"/>
                  </a:lnTo>
                  <a:lnTo>
                    <a:pt x="582232" y="5474602"/>
                  </a:lnTo>
                  <a:lnTo>
                    <a:pt x="582325" y="5474602"/>
                  </a:lnTo>
                  <a:lnTo>
                    <a:pt x="582418" y="5474602"/>
                  </a:lnTo>
                  <a:lnTo>
                    <a:pt x="582511" y="5474602"/>
                  </a:lnTo>
                  <a:lnTo>
                    <a:pt x="582605" y="5474602"/>
                  </a:lnTo>
                  <a:lnTo>
                    <a:pt x="582698" y="5474602"/>
                  </a:lnTo>
                  <a:lnTo>
                    <a:pt x="582791" y="5474602"/>
                  </a:lnTo>
                  <a:lnTo>
                    <a:pt x="582884" y="5474602"/>
                  </a:lnTo>
                  <a:lnTo>
                    <a:pt x="582977" y="5474602"/>
                  </a:lnTo>
                  <a:lnTo>
                    <a:pt x="583071" y="5474602"/>
                  </a:lnTo>
                  <a:lnTo>
                    <a:pt x="583164" y="5474602"/>
                  </a:lnTo>
                  <a:lnTo>
                    <a:pt x="583257" y="5474602"/>
                  </a:lnTo>
                  <a:lnTo>
                    <a:pt x="583350" y="5474602"/>
                  </a:lnTo>
                  <a:lnTo>
                    <a:pt x="583444" y="5474602"/>
                  </a:lnTo>
                  <a:lnTo>
                    <a:pt x="583537" y="5474602"/>
                  </a:lnTo>
                  <a:lnTo>
                    <a:pt x="583630" y="5474602"/>
                  </a:lnTo>
                  <a:lnTo>
                    <a:pt x="583723" y="5474602"/>
                  </a:lnTo>
                  <a:lnTo>
                    <a:pt x="583817" y="5474602"/>
                  </a:lnTo>
                  <a:lnTo>
                    <a:pt x="583910" y="5474602"/>
                  </a:lnTo>
                  <a:lnTo>
                    <a:pt x="584003" y="5474602"/>
                  </a:lnTo>
                  <a:lnTo>
                    <a:pt x="584096" y="5474602"/>
                  </a:lnTo>
                  <a:lnTo>
                    <a:pt x="584190" y="5474602"/>
                  </a:lnTo>
                  <a:lnTo>
                    <a:pt x="584283" y="5474602"/>
                  </a:lnTo>
                  <a:lnTo>
                    <a:pt x="584376" y="5474602"/>
                  </a:lnTo>
                  <a:lnTo>
                    <a:pt x="584469" y="5474602"/>
                  </a:lnTo>
                  <a:lnTo>
                    <a:pt x="584563" y="5474602"/>
                  </a:lnTo>
                  <a:lnTo>
                    <a:pt x="584656" y="5474602"/>
                  </a:lnTo>
                  <a:lnTo>
                    <a:pt x="584749" y="5474602"/>
                  </a:lnTo>
                  <a:lnTo>
                    <a:pt x="584749" y="5464648"/>
                  </a:lnTo>
                  <a:lnTo>
                    <a:pt x="584842" y="5464648"/>
                  </a:lnTo>
                  <a:lnTo>
                    <a:pt x="584936" y="5464648"/>
                  </a:lnTo>
                  <a:lnTo>
                    <a:pt x="585029" y="5464648"/>
                  </a:lnTo>
                  <a:lnTo>
                    <a:pt x="585122" y="5464648"/>
                  </a:lnTo>
                  <a:lnTo>
                    <a:pt x="585215" y="5464648"/>
                  </a:lnTo>
                  <a:lnTo>
                    <a:pt x="585309" y="5464648"/>
                  </a:lnTo>
                  <a:lnTo>
                    <a:pt x="585402" y="5464648"/>
                  </a:lnTo>
                  <a:lnTo>
                    <a:pt x="585495" y="5464648"/>
                  </a:lnTo>
                  <a:lnTo>
                    <a:pt x="585588" y="5464648"/>
                  </a:lnTo>
                  <a:lnTo>
                    <a:pt x="585682" y="5464648"/>
                  </a:lnTo>
                  <a:lnTo>
                    <a:pt x="585775" y="5464648"/>
                  </a:lnTo>
                  <a:lnTo>
                    <a:pt x="585868" y="5464648"/>
                  </a:lnTo>
                  <a:lnTo>
                    <a:pt x="585961" y="5464648"/>
                  </a:lnTo>
                  <a:lnTo>
                    <a:pt x="586055" y="5464648"/>
                  </a:lnTo>
                  <a:lnTo>
                    <a:pt x="586148" y="5464648"/>
                  </a:lnTo>
                  <a:lnTo>
                    <a:pt x="586241" y="5464648"/>
                  </a:lnTo>
                  <a:lnTo>
                    <a:pt x="586334" y="5464648"/>
                  </a:lnTo>
                  <a:lnTo>
                    <a:pt x="586428" y="5464648"/>
                  </a:lnTo>
                  <a:lnTo>
                    <a:pt x="586521" y="5464648"/>
                  </a:lnTo>
                  <a:lnTo>
                    <a:pt x="586614" y="5464648"/>
                  </a:lnTo>
                  <a:lnTo>
                    <a:pt x="586707" y="5464648"/>
                  </a:lnTo>
                  <a:lnTo>
                    <a:pt x="586801" y="5464648"/>
                  </a:lnTo>
                  <a:lnTo>
                    <a:pt x="586894" y="5464648"/>
                  </a:lnTo>
                  <a:lnTo>
                    <a:pt x="586987" y="5464648"/>
                  </a:lnTo>
                  <a:lnTo>
                    <a:pt x="587080" y="5464648"/>
                  </a:lnTo>
                  <a:lnTo>
                    <a:pt x="587174" y="5464648"/>
                  </a:lnTo>
                  <a:lnTo>
                    <a:pt x="587267" y="5464648"/>
                  </a:lnTo>
                  <a:lnTo>
                    <a:pt x="587360" y="5464648"/>
                  </a:lnTo>
                  <a:lnTo>
                    <a:pt x="587453" y="5464648"/>
                  </a:lnTo>
                  <a:lnTo>
                    <a:pt x="587547" y="5464648"/>
                  </a:lnTo>
                  <a:lnTo>
                    <a:pt x="587640" y="5464648"/>
                  </a:lnTo>
                  <a:lnTo>
                    <a:pt x="587733" y="5464648"/>
                  </a:lnTo>
                  <a:lnTo>
                    <a:pt x="587826" y="5464648"/>
                  </a:lnTo>
                  <a:lnTo>
                    <a:pt x="587920" y="5464648"/>
                  </a:lnTo>
                  <a:lnTo>
                    <a:pt x="588013" y="5464648"/>
                  </a:lnTo>
                  <a:lnTo>
                    <a:pt x="588106" y="5464648"/>
                  </a:lnTo>
                  <a:lnTo>
                    <a:pt x="588199" y="5464648"/>
                  </a:lnTo>
                  <a:lnTo>
                    <a:pt x="588293" y="5464648"/>
                  </a:lnTo>
                  <a:lnTo>
                    <a:pt x="588386" y="5464648"/>
                  </a:lnTo>
                  <a:lnTo>
                    <a:pt x="588479" y="5464648"/>
                  </a:lnTo>
                  <a:lnTo>
                    <a:pt x="588572" y="5464648"/>
                  </a:lnTo>
                  <a:lnTo>
                    <a:pt x="588666" y="5464648"/>
                  </a:lnTo>
                  <a:lnTo>
                    <a:pt x="588759" y="5464648"/>
                  </a:lnTo>
                  <a:lnTo>
                    <a:pt x="588852" y="5464648"/>
                  </a:lnTo>
                  <a:lnTo>
                    <a:pt x="588945" y="5464648"/>
                  </a:lnTo>
                  <a:lnTo>
                    <a:pt x="589039" y="5464648"/>
                  </a:lnTo>
                  <a:lnTo>
                    <a:pt x="589132" y="5464648"/>
                  </a:lnTo>
                  <a:lnTo>
                    <a:pt x="589225" y="5464648"/>
                  </a:lnTo>
                  <a:lnTo>
                    <a:pt x="589318" y="5464648"/>
                  </a:lnTo>
                  <a:lnTo>
                    <a:pt x="589412" y="5464648"/>
                  </a:lnTo>
                  <a:lnTo>
                    <a:pt x="589505" y="5464648"/>
                  </a:lnTo>
                  <a:lnTo>
                    <a:pt x="589598" y="5464648"/>
                  </a:lnTo>
                  <a:lnTo>
                    <a:pt x="589691" y="5464648"/>
                  </a:lnTo>
                  <a:lnTo>
                    <a:pt x="589784" y="5464648"/>
                  </a:lnTo>
                  <a:lnTo>
                    <a:pt x="589878" y="5464648"/>
                  </a:lnTo>
                  <a:lnTo>
                    <a:pt x="589971" y="5464648"/>
                  </a:lnTo>
                  <a:lnTo>
                    <a:pt x="590064" y="5464648"/>
                  </a:lnTo>
                  <a:lnTo>
                    <a:pt x="590157" y="5464648"/>
                  </a:lnTo>
                  <a:lnTo>
                    <a:pt x="590157" y="5454694"/>
                  </a:lnTo>
                  <a:lnTo>
                    <a:pt x="590251" y="5454694"/>
                  </a:lnTo>
                  <a:lnTo>
                    <a:pt x="590344" y="5454694"/>
                  </a:lnTo>
                  <a:lnTo>
                    <a:pt x="590437" y="5454694"/>
                  </a:lnTo>
                  <a:lnTo>
                    <a:pt x="590530" y="5454694"/>
                  </a:lnTo>
                  <a:lnTo>
                    <a:pt x="590624" y="5454694"/>
                  </a:lnTo>
                  <a:lnTo>
                    <a:pt x="590717" y="5454694"/>
                  </a:lnTo>
                  <a:lnTo>
                    <a:pt x="590810" y="5454694"/>
                  </a:lnTo>
                  <a:lnTo>
                    <a:pt x="590903" y="5454694"/>
                  </a:lnTo>
                  <a:lnTo>
                    <a:pt x="590997" y="5454694"/>
                  </a:lnTo>
                  <a:lnTo>
                    <a:pt x="591090" y="5454694"/>
                  </a:lnTo>
                  <a:lnTo>
                    <a:pt x="591183" y="5454694"/>
                  </a:lnTo>
                  <a:lnTo>
                    <a:pt x="591276" y="5454694"/>
                  </a:lnTo>
                  <a:lnTo>
                    <a:pt x="591370" y="5454694"/>
                  </a:lnTo>
                  <a:lnTo>
                    <a:pt x="591463" y="5454694"/>
                  </a:lnTo>
                  <a:lnTo>
                    <a:pt x="591556" y="5454694"/>
                  </a:lnTo>
                  <a:lnTo>
                    <a:pt x="591649" y="5454694"/>
                  </a:lnTo>
                  <a:lnTo>
                    <a:pt x="591743" y="5454694"/>
                  </a:lnTo>
                  <a:lnTo>
                    <a:pt x="591836" y="5454694"/>
                  </a:lnTo>
                  <a:lnTo>
                    <a:pt x="591929" y="5454694"/>
                  </a:lnTo>
                  <a:lnTo>
                    <a:pt x="592022" y="5454694"/>
                  </a:lnTo>
                  <a:lnTo>
                    <a:pt x="592116" y="5454694"/>
                  </a:lnTo>
                  <a:lnTo>
                    <a:pt x="592209" y="5454694"/>
                  </a:lnTo>
                  <a:lnTo>
                    <a:pt x="592302" y="5454694"/>
                  </a:lnTo>
                  <a:lnTo>
                    <a:pt x="592395" y="5454694"/>
                  </a:lnTo>
                  <a:lnTo>
                    <a:pt x="592489" y="5454694"/>
                  </a:lnTo>
                  <a:lnTo>
                    <a:pt x="592582" y="5454694"/>
                  </a:lnTo>
                  <a:lnTo>
                    <a:pt x="592675" y="5454694"/>
                  </a:lnTo>
                  <a:lnTo>
                    <a:pt x="592768" y="5454694"/>
                  </a:lnTo>
                  <a:lnTo>
                    <a:pt x="592862" y="5454694"/>
                  </a:lnTo>
                  <a:lnTo>
                    <a:pt x="592955" y="5454694"/>
                  </a:lnTo>
                  <a:lnTo>
                    <a:pt x="593048" y="5454694"/>
                  </a:lnTo>
                  <a:lnTo>
                    <a:pt x="593141" y="5454694"/>
                  </a:lnTo>
                  <a:lnTo>
                    <a:pt x="593235" y="5454694"/>
                  </a:lnTo>
                  <a:lnTo>
                    <a:pt x="593328" y="5454694"/>
                  </a:lnTo>
                  <a:lnTo>
                    <a:pt x="593421" y="5454694"/>
                  </a:lnTo>
                  <a:lnTo>
                    <a:pt x="593514" y="5454694"/>
                  </a:lnTo>
                  <a:lnTo>
                    <a:pt x="593608" y="5454694"/>
                  </a:lnTo>
                  <a:lnTo>
                    <a:pt x="593701" y="5454694"/>
                  </a:lnTo>
                  <a:lnTo>
                    <a:pt x="593794" y="5454694"/>
                  </a:lnTo>
                  <a:lnTo>
                    <a:pt x="593887" y="5454694"/>
                  </a:lnTo>
                  <a:lnTo>
                    <a:pt x="593981" y="5454694"/>
                  </a:lnTo>
                  <a:lnTo>
                    <a:pt x="593981" y="5444740"/>
                  </a:lnTo>
                  <a:lnTo>
                    <a:pt x="594074" y="5444740"/>
                  </a:lnTo>
                  <a:lnTo>
                    <a:pt x="594167" y="5444740"/>
                  </a:lnTo>
                  <a:lnTo>
                    <a:pt x="594260" y="5444740"/>
                  </a:lnTo>
                  <a:lnTo>
                    <a:pt x="594354" y="5444740"/>
                  </a:lnTo>
                  <a:lnTo>
                    <a:pt x="594447" y="5444740"/>
                  </a:lnTo>
                  <a:lnTo>
                    <a:pt x="594540" y="5444740"/>
                  </a:lnTo>
                  <a:lnTo>
                    <a:pt x="594633" y="5444740"/>
                  </a:lnTo>
                  <a:lnTo>
                    <a:pt x="594727" y="5444740"/>
                  </a:lnTo>
                  <a:lnTo>
                    <a:pt x="594820" y="5444740"/>
                  </a:lnTo>
                  <a:lnTo>
                    <a:pt x="594913" y="5444740"/>
                  </a:lnTo>
                  <a:lnTo>
                    <a:pt x="594913" y="5434787"/>
                  </a:lnTo>
                  <a:lnTo>
                    <a:pt x="595006" y="5434787"/>
                  </a:lnTo>
                  <a:lnTo>
                    <a:pt x="595100" y="5434787"/>
                  </a:lnTo>
                  <a:lnTo>
                    <a:pt x="595193" y="5434787"/>
                  </a:lnTo>
                  <a:lnTo>
                    <a:pt x="595286" y="5434787"/>
                  </a:lnTo>
                  <a:lnTo>
                    <a:pt x="595379" y="5434787"/>
                  </a:lnTo>
                  <a:lnTo>
                    <a:pt x="595473" y="5434787"/>
                  </a:lnTo>
                  <a:lnTo>
                    <a:pt x="595566" y="5434787"/>
                  </a:lnTo>
                  <a:lnTo>
                    <a:pt x="595659" y="5434787"/>
                  </a:lnTo>
                  <a:lnTo>
                    <a:pt x="595752" y="5434787"/>
                  </a:lnTo>
                  <a:lnTo>
                    <a:pt x="595846" y="5434787"/>
                  </a:lnTo>
                  <a:lnTo>
                    <a:pt x="595939" y="5434787"/>
                  </a:lnTo>
                  <a:lnTo>
                    <a:pt x="596032" y="5434787"/>
                  </a:lnTo>
                  <a:lnTo>
                    <a:pt x="596125" y="5434787"/>
                  </a:lnTo>
                  <a:lnTo>
                    <a:pt x="596219" y="5434787"/>
                  </a:lnTo>
                  <a:lnTo>
                    <a:pt x="596312" y="5434787"/>
                  </a:lnTo>
                  <a:lnTo>
                    <a:pt x="596405" y="5434787"/>
                  </a:lnTo>
                  <a:lnTo>
                    <a:pt x="596498" y="5434787"/>
                  </a:lnTo>
                  <a:lnTo>
                    <a:pt x="596592" y="5434787"/>
                  </a:lnTo>
                  <a:lnTo>
                    <a:pt x="596685" y="5434787"/>
                  </a:lnTo>
                  <a:lnTo>
                    <a:pt x="596778" y="5434787"/>
                  </a:lnTo>
                  <a:lnTo>
                    <a:pt x="596778" y="5424833"/>
                  </a:lnTo>
                  <a:lnTo>
                    <a:pt x="596871" y="5424833"/>
                  </a:lnTo>
                  <a:lnTo>
                    <a:pt x="596964" y="5424833"/>
                  </a:lnTo>
                  <a:lnTo>
                    <a:pt x="597058" y="5424833"/>
                  </a:lnTo>
                  <a:lnTo>
                    <a:pt x="597151" y="5424833"/>
                  </a:lnTo>
                  <a:lnTo>
                    <a:pt x="597244" y="5424833"/>
                  </a:lnTo>
                  <a:lnTo>
                    <a:pt x="597337" y="5424833"/>
                  </a:lnTo>
                  <a:lnTo>
                    <a:pt x="597431" y="5424833"/>
                  </a:lnTo>
                  <a:lnTo>
                    <a:pt x="597524" y="5424833"/>
                  </a:lnTo>
                  <a:lnTo>
                    <a:pt x="597617" y="5424833"/>
                  </a:lnTo>
                  <a:lnTo>
                    <a:pt x="597710" y="5424833"/>
                  </a:lnTo>
                  <a:lnTo>
                    <a:pt x="597804" y="5424833"/>
                  </a:lnTo>
                  <a:lnTo>
                    <a:pt x="597897" y="5424833"/>
                  </a:lnTo>
                  <a:lnTo>
                    <a:pt x="597990" y="5424833"/>
                  </a:lnTo>
                  <a:lnTo>
                    <a:pt x="598083" y="5424833"/>
                  </a:lnTo>
                  <a:lnTo>
                    <a:pt x="598177" y="5424833"/>
                  </a:lnTo>
                  <a:lnTo>
                    <a:pt x="598270" y="5424833"/>
                  </a:lnTo>
                  <a:lnTo>
                    <a:pt x="598363" y="5424833"/>
                  </a:lnTo>
                  <a:lnTo>
                    <a:pt x="598456" y="5424833"/>
                  </a:lnTo>
                  <a:lnTo>
                    <a:pt x="598550" y="5424833"/>
                  </a:lnTo>
                  <a:lnTo>
                    <a:pt x="598643" y="5424833"/>
                  </a:lnTo>
                  <a:lnTo>
                    <a:pt x="598736" y="5424833"/>
                  </a:lnTo>
                  <a:lnTo>
                    <a:pt x="598829" y="5424833"/>
                  </a:lnTo>
                  <a:lnTo>
                    <a:pt x="598923" y="5424833"/>
                  </a:lnTo>
                  <a:lnTo>
                    <a:pt x="599016" y="5424833"/>
                  </a:lnTo>
                  <a:lnTo>
                    <a:pt x="599109" y="5424833"/>
                  </a:lnTo>
                  <a:lnTo>
                    <a:pt x="599202" y="5424833"/>
                  </a:lnTo>
                  <a:lnTo>
                    <a:pt x="599296" y="5424833"/>
                  </a:lnTo>
                  <a:lnTo>
                    <a:pt x="599389" y="5424833"/>
                  </a:lnTo>
                  <a:lnTo>
                    <a:pt x="599482" y="5424833"/>
                  </a:lnTo>
                  <a:lnTo>
                    <a:pt x="599575" y="5424833"/>
                  </a:lnTo>
                  <a:lnTo>
                    <a:pt x="599669" y="5424833"/>
                  </a:lnTo>
                  <a:lnTo>
                    <a:pt x="599762" y="5424833"/>
                  </a:lnTo>
                  <a:lnTo>
                    <a:pt x="599855" y="5424833"/>
                  </a:lnTo>
                  <a:lnTo>
                    <a:pt x="599948" y="5424833"/>
                  </a:lnTo>
                  <a:lnTo>
                    <a:pt x="600042" y="5424833"/>
                  </a:lnTo>
                  <a:lnTo>
                    <a:pt x="600135" y="5424833"/>
                  </a:lnTo>
                  <a:lnTo>
                    <a:pt x="600228" y="5424833"/>
                  </a:lnTo>
                  <a:lnTo>
                    <a:pt x="600321" y="5424833"/>
                  </a:lnTo>
                  <a:lnTo>
                    <a:pt x="600415" y="5424833"/>
                  </a:lnTo>
                  <a:lnTo>
                    <a:pt x="600508" y="5424833"/>
                  </a:lnTo>
                  <a:lnTo>
                    <a:pt x="600601" y="5424833"/>
                  </a:lnTo>
                  <a:lnTo>
                    <a:pt x="600694" y="5424833"/>
                  </a:lnTo>
                  <a:lnTo>
                    <a:pt x="600788" y="5424833"/>
                  </a:lnTo>
                  <a:lnTo>
                    <a:pt x="600788" y="5414879"/>
                  </a:lnTo>
                  <a:lnTo>
                    <a:pt x="600881" y="5414879"/>
                  </a:lnTo>
                  <a:lnTo>
                    <a:pt x="600974" y="5414879"/>
                  </a:lnTo>
                  <a:lnTo>
                    <a:pt x="601067" y="5414879"/>
                  </a:lnTo>
                  <a:lnTo>
                    <a:pt x="601161" y="5414879"/>
                  </a:lnTo>
                  <a:lnTo>
                    <a:pt x="601254" y="5414879"/>
                  </a:lnTo>
                  <a:lnTo>
                    <a:pt x="601347" y="5414879"/>
                  </a:lnTo>
                  <a:lnTo>
                    <a:pt x="601440" y="5414879"/>
                  </a:lnTo>
                  <a:lnTo>
                    <a:pt x="601534" y="5414879"/>
                  </a:lnTo>
                  <a:lnTo>
                    <a:pt x="601627" y="5414879"/>
                  </a:lnTo>
                  <a:lnTo>
                    <a:pt x="601720" y="5414879"/>
                  </a:lnTo>
                  <a:lnTo>
                    <a:pt x="601813" y="5414879"/>
                  </a:lnTo>
                  <a:lnTo>
                    <a:pt x="601907" y="5414879"/>
                  </a:lnTo>
                  <a:lnTo>
                    <a:pt x="602000" y="5414879"/>
                  </a:lnTo>
                  <a:lnTo>
                    <a:pt x="602093" y="5414879"/>
                  </a:lnTo>
                  <a:lnTo>
                    <a:pt x="602186" y="5414879"/>
                  </a:lnTo>
                  <a:lnTo>
                    <a:pt x="602280" y="5414879"/>
                  </a:lnTo>
                  <a:lnTo>
                    <a:pt x="602373" y="5414879"/>
                  </a:lnTo>
                  <a:lnTo>
                    <a:pt x="602466" y="5414879"/>
                  </a:lnTo>
                  <a:lnTo>
                    <a:pt x="602559" y="5414879"/>
                  </a:lnTo>
                  <a:lnTo>
                    <a:pt x="602653" y="5414879"/>
                  </a:lnTo>
                  <a:lnTo>
                    <a:pt x="602746" y="5414879"/>
                  </a:lnTo>
                  <a:lnTo>
                    <a:pt x="602839" y="5414879"/>
                  </a:lnTo>
                  <a:lnTo>
                    <a:pt x="602932" y="5414879"/>
                  </a:lnTo>
                  <a:lnTo>
                    <a:pt x="603026" y="5414879"/>
                  </a:lnTo>
                  <a:lnTo>
                    <a:pt x="603119" y="5414879"/>
                  </a:lnTo>
                  <a:lnTo>
                    <a:pt x="603212" y="5414879"/>
                  </a:lnTo>
                  <a:lnTo>
                    <a:pt x="603305" y="5414879"/>
                  </a:lnTo>
                  <a:lnTo>
                    <a:pt x="603399" y="5414879"/>
                  </a:lnTo>
                  <a:lnTo>
                    <a:pt x="603492" y="5414879"/>
                  </a:lnTo>
                  <a:lnTo>
                    <a:pt x="603585" y="5414879"/>
                  </a:lnTo>
                  <a:lnTo>
                    <a:pt x="603678" y="5414879"/>
                  </a:lnTo>
                  <a:lnTo>
                    <a:pt x="603771" y="5414879"/>
                  </a:lnTo>
                  <a:lnTo>
                    <a:pt x="603865" y="5414879"/>
                  </a:lnTo>
                  <a:lnTo>
                    <a:pt x="603958" y="5414879"/>
                  </a:lnTo>
                  <a:lnTo>
                    <a:pt x="604051" y="5414879"/>
                  </a:lnTo>
                  <a:lnTo>
                    <a:pt x="604144" y="5414879"/>
                  </a:lnTo>
                  <a:lnTo>
                    <a:pt x="604238" y="5414879"/>
                  </a:lnTo>
                  <a:lnTo>
                    <a:pt x="604331" y="5414879"/>
                  </a:lnTo>
                  <a:lnTo>
                    <a:pt x="604424" y="5414879"/>
                  </a:lnTo>
                  <a:lnTo>
                    <a:pt x="604517" y="5414879"/>
                  </a:lnTo>
                  <a:lnTo>
                    <a:pt x="604611" y="5414879"/>
                  </a:lnTo>
                  <a:lnTo>
                    <a:pt x="604704" y="5414879"/>
                  </a:lnTo>
                  <a:lnTo>
                    <a:pt x="604797" y="5414879"/>
                  </a:lnTo>
                  <a:lnTo>
                    <a:pt x="604890" y="5414879"/>
                  </a:lnTo>
                  <a:lnTo>
                    <a:pt x="604984" y="5414879"/>
                  </a:lnTo>
                  <a:lnTo>
                    <a:pt x="605077" y="5414879"/>
                  </a:lnTo>
                  <a:lnTo>
                    <a:pt x="605170" y="5414879"/>
                  </a:lnTo>
                  <a:lnTo>
                    <a:pt x="605263" y="5414879"/>
                  </a:lnTo>
                  <a:lnTo>
                    <a:pt x="605357" y="5414879"/>
                  </a:lnTo>
                  <a:lnTo>
                    <a:pt x="605450" y="5414879"/>
                  </a:lnTo>
                  <a:lnTo>
                    <a:pt x="605543" y="5414879"/>
                  </a:lnTo>
                  <a:lnTo>
                    <a:pt x="605636" y="5414879"/>
                  </a:lnTo>
                  <a:lnTo>
                    <a:pt x="605730" y="5414879"/>
                  </a:lnTo>
                  <a:lnTo>
                    <a:pt x="605823" y="5414879"/>
                  </a:lnTo>
                  <a:lnTo>
                    <a:pt x="605916" y="5414879"/>
                  </a:lnTo>
                  <a:lnTo>
                    <a:pt x="606009" y="5414879"/>
                  </a:lnTo>
                  <a:lnTo>
                    <a:pt x="606103" y="5414879"/>
                  </a:lnTo>
                  <a:lnTo>
                    <a:pt x="606196" y="5414879"/>
                  </a:lnTo>
                  <a:lnTo>
                    <a:pt x="606289" y="5414879"/>
                  </a:lnTo>
                  <a:lnTo>
                    <a:pt x="606382" y="5414879"/>
                  </a:lnTo>
                  <a:lnTo>
                    <a:pt x="606476" y="5414879"/>
                  </a:lnTo>
                  <a:lnTo>
                    <a:pt x="606569" y="5414879"/>
                  </a:lnTo>
                  <a:lnTo>
                    <a:pt x="606662" y="5414879"/>
                  </a:lnTo>
                  <a:lnTo>
                    <a:pt x="606755" y="5414879"/>
                  </a:lnTo>
                  <a:lnTo>
                    <a:pt x="606849" y="5414879"/>
                  </a:lnTo>
                  <a:lnTo>
                    <a:pt x="606942" y="5414879"/>
                  </a:lnTo>
                  <a:lnTo>
                    <a:pt x="607035" y="5414879"/>
                  </a:lnTo>
                  <a:lnTo>
                    <a:pt x="607128" y="5414879"/>
                  </a:lnTo>
                  <a:lnTo>
                    <a:pt x="607222" y="5414879"/>
                  </a:lnTo>
                  <a:lnTo>
                    <a:pt x="607315" y="5414879"/>
                  </a:lnTo>
                  <a:lnTo>
                    <a:pt x="607408" y="5414879"/>
                  </a:lnTo>
                  <a:lnTo>
                    <a:pt x="607501" y="5414879"/>
                  </a:lnTo>
                  <a:lnTo>
                    <a:pt x="607595" y="5414879"/>
                  </a:lnTo>
                  <a:lnTo>
                    <a:pt x="607688" y="5414879"/>
                  </a:lnTo>
                  <a:lnTo>
                    <a:pt x="607781" y="5414879"/>
                  </a:lnTo>
                  <a:lnTo>
                    <a:pt x="607874" y="5414879"/>
                  </a:lnTo>
                  <a:lnTo>
                    <a:pt x="607968" y="5414879"/>
                  </a:lnTo>
                  <a:lnTo>
                    <a:pt x="608061" y="5414879"/>
                  </a:lnTo>
                  <a:lnTo>
                    <a:pt x="608154" y="5414879"/>
                  </a:lnTo>
                  <a:lnTo>
                    <a:pt x="608247" y="5414879"/>
                  </a:lnTo>
                  <a:lnTo>
                    <a:pt x="608341" y="5414879"/>
                  </a:lnTo>
                  <a:lnTo>
                    <a:pt x="608434" y="5414879"/>
                  </a:lnTo>
                  <a:lnTo>
                    <a:pt x="608527" y="5414879"/>
                  </a:lnTo>
                  <a:lnTo>
                    <a:pt x="608620" y="5414879"/>
                  </a:lnTo>
                  <a:lnTo>
                    <a:pt x="608714" y="5414879"/>
                  </a:lnTo>
                  <a:lnTo>
                    <a:pt x="608807" y="5414879"/>
                  </a:lnTo>
                  <a:lnTo>
                    <a:pt x="608900" y="5414879"/>
                  </a:lnTo>
                  <a:lnTo>
                    <a:pt x="608993" y="5414879"/>
                  </a:lnTo>
                  <a:lnTo>
                    <a:pt x="609087" y="5414879"/>
                  </a:lnTo>
                  <a:lnTo>
                    <a:pt x="609180" y="5414879"/>
                  </a:lnTo>
                  <a:lnTo>
                    <a:pt x="609273" y="5414879"/>
                  </a:lnTo>
                  <a:lnTo>
                    <a:pt x="609366" y="5414879"/>
                  </a:lnTo>
                  <a:lnTo>
                    <a:pt x="609460" y="5414879"/>
                  </a:lnTo>
                  <a:lnTo>
                    <a:pt x="609553" y="5414879"/>
                  </a:lnTo>
                  <a:lnTo>
                    <a:pt x="609646" y="5414879"/>
                  </a:lnTo>
                  <a:lnTo>
                    <a:pt x="609739" y="5414879"/>
                  </a:lnTo>
                  <a:lnTo>
                    <a:pt x="609833" y="5414879"/>
                  </a:lnTo>
                  <a:lnTo>
                    <a:pt x="609926" y="5414879"/>
                  </a:lnTo>
                  <a:lnTo>
                    <a:pt x="610019" y="5414879"/>
                  </a:lnTo>
                  <a:lnTo>
                    <a:pt x="610112" y="5414879"/>
                  </a:lnTo>
                  <a:lnTo>
                    <a:pt x="610206" y="5414879"/>
                  </a:lnTo>
                  <a:lnTo>
                    <a:pt x="610299" y="5414879"/>
                  </a:lnTo>
                  <a:lnTo>
                    <a:pt x="610392" y="5414879"/>
                  </a:lnTo>
                  <a:lnTo>
                    <a:pt x="610485" y="5414879"/>
                  </a:lnTo>
                  <a:lnTo>
                    <a:pt x="610578" y="5414879"/>
                  </a:lnTo>
                  <a:lnTo>
                    <a:pt x="610672" y="5414879"/>
                  </a:lnTo>
                  <a:lnTo>
                    <a:pt x="610765" y="5414879"/>
                  </a:lnTo>
                  <a:lnTo>
                    <a:pt x="610858" y="5414879"/>
                  </a:lnTo>
                  <a:lnTo>
                    <a:pt x="610951" y="5414879"/>
                  </a:lnTo>
                  <a:lnTo>
                    <a:pt x="611045" y="5414879"/>
                  </a:lnTo>
                  <a:lnTo>
                    <a:pt x="611138" y="5414879"/>
                  </a:lnTo>
                  <a:lnTo>
                    <a:pt x="611138" y="5404925"/>
                  </a:lnTo>
                  <a:lnTo>
                    <a:pt x="611231" y="5404925"/>
                  </a:lnTo>
                  <a:lnTo>
                    <a:pt x="611324" y="5404925"/>
                  </a:lnTo>
                  <a:lnTo>
                    <a:pt x="611418" y="5404925"/>
                  </a:lnTo>
                  <a:lnTo>
                    <a:pt x="611511" y="5404925"/>
                  </a:lnTo>
                  <a:lnTo>
                    <a:pt x="611604" y="5404925"/>
                  </a:lnTo>
                  <a:lnTo>
                    <a:pt x="611697" y="5404925"/>
                  </a:lnTo>
                  <a:lnTo>
                    <a:pt x="611791" y="5404925"/>
                  </a:lnTo>
                  <a:lnTo>
                    <a:pt x="611884" y="5404925"/>
                  </a:lnTo>
                  <a:lnTo>
                    <a:pt x="611977" y="5404925"/>
                  </a:lnTo>
                  <a:lnTo>
                    <a:pt x="612070" y="5404925"/>
                  </a:lnTo>
                  <a:lnTo>
                    <a:pt x="612164" y="5404925"/>
                  </a:lnTo>
                  <a:lnTo>
                    <a:pt x="612257" y="5404925"/>
                  </a:lnTo>
                  <a:lnTo>
                    <a:pt x="612350" y="5404925"/>
                  </a:lnTo>
                  <a:lnTo>
                    <a:pt x="612443" y="5404925"/>
                  </a:lnTo>
                  <a:lnTo>
                    <a:pt x="612537" y="5404925"/>
                  </a:lnTo>
                  <a:lnTo>
                    <a:pt x="612630" y="5404925"/>
                  </a:lnTo>
                  <a:lnTo>
                    <a:pt x="612723" y="5404925"/>
                  </a:lnTo>
                  <a:lnTo>
                    <a:pt x="612816" y="5404925"/>
                  </a:lnTo>
                  <a:lnTo>
                    <a:pt x="612910" y="5404925"/>
                  </a:lnTo>
                  <a:lnTo>
                    <a:pt x="613003" y="5404925"/>
                  </a:lnTo>
                  <a:lnTo>
                    <a:pt x="613096" y="5404925"/>
                  </a:lnTo>
                  <a:lnTo>
                    <a:pt x="613189" y="5404925"/>
                  </a:lnTo>
                  <a:lnTo>
                    <a:pt x="613283" y="5404925"/>
                  </a:lnTo>
                  <a:lnTo>
                    <a:pt x="613376" y="5404925"/>
                  </a:lnTo>
                  <a:lnTo>
                    <a:pt x="613469" y="5404925"/>
                  </a:lnTo>
                  <a:lnTo>
                    <a:pt x="613562" y="5404925"/>
                  </a:lnTo>
                  <a:lnTo>
                    <a:pt x="613656" y="5404925"/>
                  </a:lnTo>
                  <a:lnTo>
                    <a:pt x="613749" y="5404925"/>
                  </a:lnTo>
                  <a:lnTo>
                    <a:pt x="613842" y="5404925"/>
                  </a:lnTo>
                  <a:lnTo>
                    <a:pt x="613935" y="5404925"/>
                  </a:lnTo>
                  <a:lnTo>
                    <a:pt x="614029" y="5404925"/>
                  </a:lnTo>
                  <a:lnTo>
                    <a:pt x="614122" y="5404925"/>
                  </a:lnTo>
                  <a:lnTo>
                    <a:pt x="614215" y="5404925"/>
                  </a:lnTo>
                  <a:lnTo>
                    <a:pt x="614308" y="5404925"/>
                  </a:lnTo>
                  <a:lnTo>
                    <a:pt x="614402" y="5404925"/>
                  </a:lnTo>
                  <a:lnTo>
                    <a:pt x="614495" y="5404925"/>
                  </a:lnTo>
                  <a:lnTo>
                    <a:pt x="614588" y="5404925"/>
                  </a:lnTo>
                  <a:lnTo>
                    <a:pt x="614681" y="5404925"/>
                  </a:lnTo>
                  <a:lnTo>
                    <a:pt x="614775" y="5404925"/>
                  </a:lnTo>
                  <a:lnTo>
                    <a:pt x="614868" y="5404925"/>
                  </a:lnTo>
                  <a:lnTo>
                    <a:pt x="614961" y="5404925"/>
                  </a:lnTo>
                  <a:lnTo>
                    <a:pt x="615054" y="5404925"/>
                  </a:lnTo>
                  <a:lnTo>
                    <a:pt x="615148" y="5404925"/>
                  </a:lnTo>
                  <a:lnTo>
                    <a:pt x="615241" y="5404925"/>
                  </a:lnTo>
                  <a:lnTo>
                    <a:pt x="615334" y="5404925"/>
                  </a:lnTo>
                  <a:lnTo>
                    <a:pt x="615427" y="5404925"/>
                  </a:lnTo>
                  <a:lnTo>
                    <a:pt x="615521" y="5404925"/>
                  </a:lnTo>
                  <a:lnTo>
                    <a:pt x="615614" y="5404925"/>
                  </a:lnTo>
                  <a:lnTo>
                    <a:pt x="615707" y="5404925"/>
                  </a:lnTo>
                  <a:lnTo>
                    <a:pt x="615800" y="5404925"/>
                  </a:lnTo>
                  <a:lnTo>
                    <a:pt x="615894" y="5404925"/>
                  </a:lnTo>
                  <a:lnTo>
                    <a:pt x="615987" y="5404925"/>
                  </a:lnTo>
                  <a:lnTo>
                    <a:pt x="616080" y="5404925"/>
                  </a:lnTo>
                  <a:lnTo>
                    <a:pt x="616173" y="5404925"/>
                  </a:lnTo>
                  <a:lnTo>
                    <a:pt x="616173" y="5394971"/>
                  </a:lnTo>
                  <a:lnTo>
                    <a:pt x="616267" y="5394971"/>
                  </a:lnTo>
                  <a:lnTo>
                    <a:pt x="616360" y="5394971"/>
                  </a:lnTo>
                  <a:lnTo>
                    <a:pt x="616453" y="5394971"/>
                  </a:lnTo>
                  <a:lnTo>
                    <a:pt x="616546" y="5394971"/>
                  </a:lnTo>
                  <a:lnTo>
                    <a:pt x="616640" y="5394971"/>
                  </a:lnTo>
                  <a:lnTo>
                    <a:pt x="616733" y="5394971"/>
                  </a:lnTo>
                  <a:lnTo>
                    <a:pt x="616826" y="5394971"/>
                  </a:lnTo>
                  <a:lnTo>
                    <a:pt x="616919" y="5394971"/>
                  </a:lnTo>
                  <a:lnTo>
                    <a:pt x="617013" y="5394971"/>
                  </a:lnTo>
                  <a:lnTo>
                    <a:pt x="617106" y="5394971"/>
                  </a:lnTo>
                  <a:lnTo>
                    <a:pt x="617199" y="5394971"/>
                  </a:lnTo>
                  <a:lnTo>
                    <a:pt x="617292" y="5394971"/>
                  </a:lnTo>
                  <a:lnTo>
                    <a:pt x="617386" y="5394971"/>
                  </a:lnTo>
                  <a:lnTo>
                    <a:pt x="617479" y="5394971"/>
                  </a:lnTo>
                  <a:lnTo>
                    <a:pt x="617572" y="5394971"/>
                  </a:lnTo>
                  <a:lnTo>
                    <a:pt x="617665" y="5394971"/>
                  </a:lnTo>
                  <a:lnTo>
                    <a:pt x="617758" y="5394971"/>
                  </a:lnTo>
                  <a:lnTo>
                    <a:pt x="617852" y="5394971"/>
                  </a:lnTo>
                  <a:lnTo>
                    <a:pt x="617945" y="5394971"/>
                  </a:lnTo>
                  <a:lnTo>
                    <a:pt x="618038" y="5394971"/>
                  </a:lnTo>
                  <a:lnTo>
                    <a:pt x="618131" y="5394971"/>
                  </a:lnTo>
                  <a:lnTo>
                    <a:pt x="618225" y="5394971"/>
                  </a:lnTo>
                  <a:lnTo>
                    <a:pt x="618318" y="5394971"/>
                  </a:lnTo>
                  <a:lnTo>
                    <a:pt x="618411" y="5394971"/>
                  </a:lnTo>
                  <a:lnTo>
                    <a:pt x="618504" y="5394971"/>
                  </a:lnTo>
                  <a:lnTo>
                    <a:pt x="618598" y="5394971"/>
                  </a:lnTo>
                  <a:lnTo>
                    <a:pt x="618691" y="5394971"/>
                  </a:lnTo>
                  <a:lnTo>
                    <a:pt x="618784" y="5394971"/>
                  </a:lnTo>
                  <a:lnTo>
                    <a:pt x="618877" y="5394971"/>
                  </a:lnTo>
                  <a:lnTo>
                    <a:pt x="618971" y="5394971"/>
                  </a:lnTo>
                  <a:lnTo>
                    <a:pt x="619064" y="5394971"/>
                  </a:lnTo>
                  <a:lnTo>
                    <a:pt x="619157" y="5394971"/>
                  </a:lnTo>
                  <a:lnTo>
                    <a:pt x="619250" y="5394971"/>
                  </a:lnTo>
                  <a:lnTo>
                    <a:pt x="619344" y="5394971"/>
                  </a:lnTo>
                  <a:lnTo>
                    <a:pt x="619437" y="5394971"/>
                  </a:lnTo>
                  <a:lnTo>
                    <a:pt x="619530" y="5394971"/>
                  </a:lnTo>
                  <a:lnTo>
                    <a:pt x="619623" y="5394971"/>
                  </a:lnTo>
                  <a:lnTo>
                    <a:pt x="619717" y="5394971"/>
                  </a:lnTo>
                  <a:lnTo>
                    <a:pt x="619810" y="5394971"/>
                  </a:lnTo>
                  <a:lnTo>
                    <a:pt x="619903" y="5394971"/>
                  </a:lnTo>
                  <a:lnTo>
                    <a:pt x="619996" y="5394971"/>
                  </a:lnTo>
                  <a:lnTo>
                    <a:pt x="620090" y="5394971"/>
                  </a:lnTo>
                  <a:lnTo>
                    <a:pt x="620183" y="5394971"/>
                  </a:lnTo>
                  <a:lnTo>
                    <a:pt x="620276" y="5394971"/>
                  </a:lnTo>
                  <a:lnTo>
                    <a:pt x="620369" y="5394971"/>
                  </a:lnTo>
                  <a:lnTo>
                    <a:pt x="620463" y="5394971"/>
                  </a:lnTo>
                  <a:lnTo>
                    <a:pt x="620556" y="5394971"/>
                  </a:lnTo>
                  <a:lnTo>
                    <a:pt x="620649" y="5394971"/>
                  </a:lnTo>
                  <a:lnTo>
                    <a:pt x="620742" y="5394971"/>
                  </a:lnTo>
                  <a:lnTo>
                    <a:pt x="620836" y="5394971"/>
                  </a:lnTo>
                  <a:lnTo>
                    <a:pt x="620929" y="5394971"/>
                  </a:lnTo>
                  <a:lnTo>
                    <a:pt x="621022" y="5394971"/>
                  </a:lnTo>
                  <a:lnTo>
                    <a:pt x="621115" y="5394971"/>
                  </a:lnTo>
                  <a:lnTo>
                    <a:pt x="621209" y="5394971"/>
                  </a:lnTo>
                  <a:lnTo>
                    <a:pt x="621302" y="5394971"/>
                  </a:lnTo>
                  <a:lnTo>
                    <a:pt x="621395" y="5394971"/>
                  </a:lnTo>
                  <a:lnTo>
                    <a:pt x="621488" y="5394971"/>
                  </a:lnTo>
                  <a:lnTo>
                    <a:pt x="621582" y="5394971"/>
                  </a:lnTo>
                  <a:lnTo>
                    <a:pt x="621675" y="5394971"/>
                  </a:lnTo>
                  <a:lnTo>
                    <a:pt x="621768" y="5394971"/>
                  </a:lnTo>
                  <a:lnTo>
                    <a:pt x="621861" y="5394971"/>
                  </a:lnTo>
                  <a:lnTo>
                    <a:pt x="621955" y="5394971"/>
                  </a:lnTo>
                  <a:lnTo>
                    <a:pt x="622048" y="5394971"/>
                  </a:lnTo>
                  <a:lnTo>
                    <a:pt x="622141" y="5394971"/>
                  </a:lnTo>
                  <a:lnTo>
                    <a:pt x="622234" y="5394971"/>
                  </a:lnTo>
                  <a:lnTo>
                    <a:pt x="622328" y="5394971"/>
                  </a:lnTo>
                  <a:lnTo>
                    <a:pt x="622421" y="5394971"/>
                  </a:lnTo>
                  <a:lnTo>
                    <a:pt x="622514" y="5394971"/>
                  </a:lnTo>
                  <a:lnTo>
                    <a:pt x="622607" y="5394971"/>
                  </a:lnTo>
                  <a:lnTo>
                    <a:pt x="622701" y="5394971"/>
                  </a:lnTo>
                  <a:lnTo>
                    <a:pt x="622794" y="5394971"/>
                  </a:lnTo>
                  <a:lnTo>
                    <a:pt x="622887" y="5394971"/>
                  </a:lnTo>
                  <a:lnTo>
                    <a:pt x="622980" y="5394971"/>
                  </a:lnTo>
                  <a:lnTo>
                    <a:pt x="623074" y="5394971"/>
                  </a:lnTo>
                  <a:lnTo>
                    <a:pt x="623167" y="5394971"/>
                  </a:lnTo>
                  <a:lnTo>
                    <a:pt x="623260" y="5394971"/>
                  </a:lnTo>
                  <a:lnTo>
                    <a:pt x="623353" y="5394971"/>
                  </a:lnTo>
                  <a:lnTo>
                    <a:pt x="623447" y="5394971"/>
                  </a:lnTo>
                  <a:lnTo>
                    <a:pt x="623540" y="5394971"/>
                  </a:lnTo>
                  <a:lnTo>
                    <a:pt x="623633" y="5394971"/>
                  </a:lnTo>
                  <a:lnTo>
                    <a:pt x="623726" y="5394971"/>
                  </a:lnTo>
                  <a:lnTo>
                    <a:pt x="623820" y="5394971"/>
                  </a:lnTo>
                  <a:lnTo>
                    <a:pt x="623913" y="5394971"/>
                  </a:lnTo>
                  <a:lnTo>
                    <a:pt x="624006" y="5394971"/>
                  </a:lnTo>
                  <a:lnTo>
                    <a:pt x="624099" y="5394971"/>
                  </a:lnTo>
                  <a:lnTo>
                    <a:pt x="624193" y="5394971"/>
                  </a:lnTo>
                  <a:lnTo>
                    <a:pt x="624286" y="5394971"/>
                  </a:lnTo>
                  <a:lnTo>
                    <a:pt x="624379" y="5394971"/>
                  </a:lnTo>
                  <a:lnTo>
                    <a:pt x="624472" y="5394971"/>
                  </a:lnTo>
                  <a:lnTo>
                    <a:pt x="624565" y="5394971"/>
                  </a:lnTo>
                  <a:lnTo>
                    <a:pt x="624659" y="5394971"/>
                  </a:lnTo>
                  <a:lnTo>
                    <a:pt x="624752" y="5394971"/>
                  </a:lnTo>
                  <a:lnTo>
                    <a:pt x="624845" y="5394971"/>
                  </a:lnTo>
                  <a:lnTo>
                    <a:pt x="624938" y="5394971"/>
                  </a:lnTo>
                  <a:lnTo>
                    <a:pt x="625032" y="5394971"/>
                  </a:lnTo>
                  <a:lnTo>
                    <a:pt x="625125" y="5394971"/>
                  </a:lnTo>
                  <a:lnTo>
                    <a:pt x="625218" y="5394971"/>
                  </a:lnTo>
                  <a:lnTo>
                    <a:pt x="625311" y="5394971"/>
                  </a:lnTo>
                  <a:lnTo>
                    <a:pt x="625405" y="5394971"/>
                  </a:lnTo>
                  <a:lnTo>
                    <a:pt x="625498" y="5394971"/>
                  </a:lnTo>
                  <a:lnTo>
                    <a:pt x="625591" y="5394971"/>
                  </a:lnTo>
                  <a:lnTo>
                    <a:pt x="625684" y="5394971"/>
                  </a:lnTo>
                  <a:lnTo>
                    <a:pt x="625778" y="5394971"/>
                  </a:lnTo>
                  <a:lnTo>
                    <a:pt x="625871" y="5394971"/>
                  </a:lnTo>
                  <a:lnTo>
                    <a:pt x="625964" y="5394971"/>
                  </a:lnTo>
                  <a:lnTo>
                    <a:pt x="626057" y="5394971"/>
                  </a:lnTo>
                  <a:lnTo>
                    <a:pt x="626151" y="5394971"/>
                  </a:lnTo>
                  <a:lnTo>
                    <a:pt x="626244" y="5394971"/>
                  </a:lnTo>
                  <a:lnTo>
                    <a:pt x="626337" y="5394971"/>
                  </a:lnTo>
                  <a:lnTo>
                    <a:pt x="626430" y="5394971"/>
                  </a:lnTo>
                  <a:lnTo>
                    <a:pt x="626430" y="5385018"/>
                  </a:lnTo>
                  <a:lnTo>
                    <a:pt x="626524" y="5385018"/>
                  </a:lnTo>
                  <a:lnTo>
                    <a:pt x="626617" y="5385018"/>
                  </a:lnTo>
                  <a:lnTo>
                    <a:pt x="626710" y="5385018"/>
                  </a:lnTo>
                  <a:lnTo>
                    <a:pt x="626803" y="5385018"/>
                  </a:lnTo>
                  <a:lnTo>
                    <a:pt x="626897" y="5385018"/>
                  </a:lnTo>
                  <a:lnTo>
                    <a:pt x="626990" y="5385018"/>
                  </a:lnTo>
                  <a:lnTo>
                    <a:pt x="627083" y="5385018"/>
                  </a:lnTo>
                  <a:lnTo>
                    <a:pt x="627176" y="5385018"/>
                  </a:lnTo>
                  <a:lnTo>
                    <a:pt x="627270" y="5385018"/>
                  </a:lnTo>
                  <a:lnTo>
                    <a:pt x="627363" y="5385018"/>
                  </a:lnTo>
                  <a:lnTo>
                    <a:pt x="627456" y="5385018"/>
                  </a:lnTo>
                  <a:lnTo>
                    <a:pt x="627549" y="5385018"/>
                  </a:lnTo>
                  <a:lnTo>
                    <a:pt x="627643" y="5385018"/>
                  </a:lnTo>
                  <a:lnTo>
                    <a:pt x="627736" y="5385018"/>
                  </a:lnTo>
                  <a:lnTo>
                    <a:pt x="627829" y="5385018"/>
                  </a:lnTo>
                  <a:lnTo>
                    <a:pt x="627922" y="5385018"/>
                  </a:lnTo>
                  <a:lnTo>
                    <a:pt x="628016" y="5385018"/>
                  </a:lnTo>
                  <a:lnTo>
                    <a:pt x="628109" y="5385018"/>
                  </a:lnTo>
                  <a:lnTo>
                    <a:pt x="628202" y="5385018"/>
                  </a:lnTo>
                  <a:lnTo>
                    <a:pt x="628295" y="5385018"/>
                  </a:lnTo>
                  <a:lnTo>
                    <a:pt x="628389" y="5385018"/>
                  </a:lnTo>
                  <a:lnTo>
                    <a:pt x="628482" y="5385018"/>
                  </a:lnTo>
                  <a:lnTo>
                    <a:pt x="628575" y="5385018"/>
                  </a:lnTo>
                  <a:lnTo>
                    <a:pt x="628668" y="5385018"/>
                  </a:lnTo>
                  <a:lnTo>
                    <a:pt x="628762" y="5385018"/>
                  </a:lnTo>
                  <a:lnTo>
                    <a:pt x="628855" y="5385018"/>
                  </a:lnTo>
                  <a:lnTo>
                    <a:pt x="628948" y="5385018"/>
                  </a:lnTo>
                  <a:lnTo>
                    <a:pt x="629041" y="5385018"/>
                  </a:lnTo>
                  <a:lnTo>
                    <a:pt x="629135" y="5385018"/>
                  </a:lnTo>
                  <a:lnTo>
                    <a:pt x="629228" y="5385018"/>
                  </a:lnTo>
                  <a:lnTo>
                    <a:pt x="629321" y="5385018"/>
                  </a:lnTo>
                  <a:lnTo>
                    <a:pt x="629414" y="5385018"/>
                  </a:lnTo>
                  <a:lnTo>
                    <a:pt x="629508" y="5385018"/>
                  </a:lnTo>
                  <a:lnTo>
                    <a:pt x="629601" y="5385018"/>
                  </a:lnTo>
                  <a:lnTo>
                    <a:pt x="629694" y="5385018"/>
                  </a:lnTo>
                  <a:lnTo>
                    <a:pt x="629787" y="5385018"/>
                  </a:lnTo>
                  <a:lnTo>
                    <a:pt x="629881" y="5385018"/>
                  </a:lnTo>
                  <a:lnTo>
                    <a:pt x="629974" y="5385018"/>
                  </a:lnTo>
                  <a:lnTo>
                    <a:pt x="630067" y="5385018"/>
                  </a:lnTo>
                  <a:lnTo>
                    <a:pt x="630160" y="5385018"/>
                  </a:lnTo>
                  <a:lnTo>
                    <a:pt x="630254" y="5385018"/>
                  </a:lnTo>
                  <a:lnTo>
                    <a:pt x="630347" y="5385018"/>
                  </a:lnTo>
                  <a:lnTo>
                    <a:pt x="630440" y="5385018"/>
                  </a:lnTo>
                  <a:lnTo>
                    <a:pt x="630533" y="5385018"/>
                  </a:lnTo>
                  <a:lnTo>
                    <a:pt x="630627" y="5385018"/>
                  </a:lnTo>
                  <a:lnTo>
                    <a:pt x="630720" y="5385018"/>
                  </a:lnTo>
                  <a:lnTo>
                    <a:pt x="630813" y="5385018"/>
                  </a:lnTo>
                  <a:lnTo>
                    <a:pt x="630906" y="5385018"/>
                  </a:lnTo>
                  <a:lnTo>
                    <a:pt x="631000" y="5385018"/>
                  </a:lnTo>
                  <a:lnTo>
                    <a:pt x="631093" y="5385018"/>
                  </a:lnTo>
                  <a:lnTo>
                    <a:pt x="631186" y="5385018"/>
                  </a:lnTo>
                  <a:lnTo>
                    <a:pt x="631279" y="5385018"/>
                  </a:lnTo>
                  <a:lnTo>
                    <a:pt x="631372" y="5385018"/>
                  </a:lnTo>
                  <a:lnTo>
                    <a:pt x="631466" y="5385018"/>
                  </a:lnTo>
                  <a:lnTo>
                    <a:pt x="631559" y="5385018"/>
                  </a:lnTo>
                  <a:lnTo>
                    <a:pt x="631652" y="5385018"/>
                  </a:lnTo>
                  <a:lnTo>
                    <a:pt x="631745" y="5385018"/>
                  </a:lnTo>
                  <a:lnTo>
                    <a:pt x="631839" y="5385018"/>
                  </a:lnTo>
                  <a:lnTo>
                    <a:pt x="631932" y="5385018"/>
                  </a:lnTo>
                  <a:lnTo>
                    <a:pt x="632025" y="5385018"/>
                  </a:lnTo>
                  <a:lnTo>
                    <a:pt x="632118" y="5385018"/>
                  </a:lnTo>
                  <a:lnTo>
                    <a:pt x="632212" y="5385018"/>
                  </a:lnTo>
                  <a:lnTo>
                    <a:pt x="632305" y="5385018"/>
                  </a:lnTo>
                  <a:lnTo>
                    <a:pt x="632398" y="5385018"/>
                  </a:lnTo>
                  <a:lnTo>
                    <a:pt x="632491" y="5385018"/>
                  </a:lnTo>
                  <a:lnTo>
                    <a:pt x="632585" y="5385018"/>
                  </a:lnTo>
                  <a:lnTo>
                    <a:pt x="632678" y="5385018"/>
                  </a:lnTo>
                  <a:lnTo>
                    <a:pt x="632771" y="5385018"/>
                  </a:lnTo>
                  <a:lnTo>
                    <a:pt x="632864" y="5385018"/>
                  </a:lnTo>
                  <a:lnTo>
                    <a:pt x="632958" y="5385018"/>
                  </a:lnTo>
                  <a:lnTo>
                    <a:pt x="633051" y="5385018"/>
                  </a:lnTo>
                  <a:lnTo>
                    <a:pt x="633144" y="5385018"/>
                  </a:lnTo>
                  <a:lnTo>
                    <a:pt x="633237" y="5385018"/>
                  </a:lnTo>
                  <a:lnTo>
                    <a:pt x="633331" y="5385018"/>
                  </a:lnTo>
                  <a:lnTo>
                    <a:pt x="633424" y="5385018"/>
                  </a:lnTo>
                  <a:lnTo>
                    <a:pt x="633517" y="5385018"/>
                  </a:lnTo>
                  <a:lnTo>
                    <a:pt x="633610" y="5385018"/>
                  </a:lnTo>
                  <a:lnTo>
                    <a:pt x="633704" y="5385018"/>
                  </a:lnTo>
                  <a:lnTo>
                    <a:pt x="633797" y="5385018"/>
                  </a:lnTo>
                  <a:lnTo>
                    <a:pt x="633890" y="5385018"/>
                  </a:lnTo>
                  <a:lnTo>
                    <a:pt x="633983" y="5385018"/>
                  </a:lnTo>
                  <a:lnTo>
                    <a:pt x="634077" y="5385018"/>
                  </a:lnTo>
                  <a:lnTo>
                    <a:pt x="634170" y="5385018"/>
                  </a:lnTo>
                  <a:lnTo>
                    <a:pt x="634263" y="5385018"/>
                  </a:lnTo>
                  <a:lnTo>
                    <a:pt x="634356" y="5385018"/>
                  </a:lnTo>
                  <a:lnTo>
                    <a:pt x="634450" y="5385018"/>
                  </a:lnTo>
                  <a:lnTo>
                    <a:pt x="634543" y="5385018"/>
                  </a:lnTo>
                  <a:lnTo>
                    <a:pt x="634636" y="5385018"/>
                  </a:lnTo>
                  <a:lnTo>
                    <a:pt x="634729" y="5385018"/>
                  </a:lnTo>
                  <a:lnTo>
                    <a:pt x="634823" y="5385018"/>
                  </a:lnTo>
                  <a:lnTo>
                    <a:pt x="634916" y="5385018"/>
                  </a:lnTo>
                  <a:lnTo>
                    <a:pt x="635009" y="5385018"/>
                  </a:lnTo>
                  <a:lnTo>
                    <a:pt x="635102" y="5385018"/>
                  </a:lnTo>
                  <a:lnTo>
                    <a:pt x="635196" y="5385018"/>
                  </a:lnTo>
                  <a:lnTo>
                    <a:pt x="635289" y="5385018"/>
                  </a:lnTo>
                  <a:lnTo>
                    <a:pt x="635382" y="5385018"/>
                  </a:lnTo>
                  <a:lnTo>
                    <a:pt x="635475" y="5385018"/>
                  </a:lnTo>
                  <a:lnTo>
                    <a:pt x="635569" y="5385018"/>
                  </a:lnTo>
                  <a:lnTo>
                    <a:pt x="635662" y="5385018"/>
                  </a:lnTo>
                  <a:lnTo>
                    <a:pt x="635755" y="5385018"/>
                  </a:lnTo>
                  <a:lnTo>
                    <a:pt x="635848" y="5385018"/>
                  </a:lnTo>
                  <a:lnTo>
                    <a:pt x="635942" y="5385018"/>
                  </a:lnTo>
                  <a:lnTo>
                    <a:pt x="636035" y="5385018"/>
                  </a:lnTo>
                  <a:lnTo>
                    <a:pt x="636128" y="5385018"/>
                  </a:lnTo>
                  <a:lnTo>
                    <a:pt x="636221" y="5385018"/>
                  </a:lnTo>
                  <a:lnTo>
                    <a:pt x="636315" y="5385018"/>
                  </a:lnTo>
                  <a:lnTo>
                    <a:pt x="636408" y="5385018"/>
                  </a:lnTo>
                  <a:lnTo>
                    <a:pt x="636501" y="5385018"/>
                  </a:lnTo>
                  <a:lnTo>
                    <a:pt x="636594" y="5385018"/>
                  </a:lnTo>
                  <a:lnTo>
                    <a:pt x="636688" y="5385018"/>
                  </a:lnTo>
                  <a:lnTo>
                    <a:pt x="636781" y="5385018"/>
                  </a:lnTo>
                  <a:lnTo>
                    <a:pt x="636874" y="5385018"/>
                  </a:lnTo>
                  <a:lnTo>
                    <a:pt x="636967" y="5385018"/>
                  </a:lnTo>
                  <a:lnTo>
                    <a:pt x="637061" y="5385018"/>
                  </a:lnTo>
                  <a:lnTo>
                    <a:pt x="637154" y="5385018"/>
                  </a:lnTo>
                  <a:lnTo>
                    <a:pt x="637247" y="5385018"/>
                  </a:lnTo>
                  <a:lnTo>
                    <a:pt x="637340" y="5385018"/>
                  </a:lnTo>
                  <a:lnTo>
                    <a:pt x="637434" y="5385018"/>
                  </a:lnTo>
                  <a:lnTo>
                    <a:pt x="637527" y="5385018"/>
                  </a:lnTo>
                  <a:lnTo>
                    <a:pt x="637620" y="5385018"/>
                  </a:lnTo>
                  <a:lnTo>
                    <a:pt x="637713" y="5385018"/>
                  </a:lnTo>
                  <a:lnTo>
                    <a:pt x="637807" y="5385018"/>
                  </a:lnTo>
                  <a:lnTo>
                    <a:pt x="637900" y="5385018"/>
                  </a:lnTo>
                  <a:lnTo>
                    <a:pt x="637993" y="5385018"/>
                  </a:lnTo>
                  <a:lnTo>
                    <a:pt x="638086" y="5385018"/>
                  </a:lnTo>
                  <a:lnTo>
                    <a:pt x="638180" y="5385018"/>
                  </a:lnTo>
                  <a:lnTo>
                    <a:pt x="638273" y="5385018"/>
                  </a:lnTo>
                  <a:lnTo>
                    <a:pt x="638366" y="5385018"/>
                  </a:lnTo>
                  <a:lnTo>
                    <a:pt x="638459" y="5385018"/>
                  </a:lnTo>
                  <a:lnTo>
                    <a:pt x="638552" y="5385018"/>
                  </a:lnTo>
                  <a:lnTo>
                    <a:pt x="638646" y="5385018"/>
                  </a:lnTo>
                  <a:lnTo>
                    <a:pt x="638739" y="5385018"/>
                  </a:lnTo>
                  <a:lnTo>
                    <a:pt x="638832" y="5385018"/>
                  </a:lnTo>
                  <a:lnTo>
                    <a:pt x="638925" y="5385018"/>
                  </a:lnTo>
                  <a:lnTo>
                    <a:pt x="639019" y="5385018"/>
                  </a:lnTo>
                  <a:lnTo>
                    <a:pt x="639112" y="5385018"/>
                  </a:lnTo>
                  <a:lnTo>
                    <a:pt x="639205" y="5385018"/>
                  </a:lnTo>
                  <a:lnTo>
                    <a:pt x="639298" y="5385018"/>
                  </a:lnTo>
                  <a:lnTo>
                    <a:pt x="639392" y="5385018"/>
                  </a:lnTo>
                  <a:lnTo>
                    <a:pt x="639485" y="5385018"/>
                  </a:lnTo>
                  <a:lnTo>
                    <a:pt x="639578" y="5385018"/>
                  </a:lnTo>
                  <a:lnTo>
                    <a:pt x="639671" y="5385018"/>
                  </a:lnTo>
                  <a:lnTo>
                    <a:pt x="639765" y="5385018"/>
                  </a:lnTo>
                  <a:lnTo>
                    <a:pt x="639858" y="5385018"/>
                  </a:lnTo>
                  <a:lnTo>
                    <a:pt x="639951" y="5385018"/>
                  </a:lnTo>
                  <a:lnTo>
                    <a:pt x="640044" y="5385018"/>
                  </a:lnTo>
                  <a:lnTo>
                    <a:pt x="640138" y="5385018"/>
                  </a:lnTo>
                  <a:lnTo>
                    <a:pt x="640231" y="5385018"/>
                  </a:lnTo>
                  <a:lnTo>
                    <a:pt x="640324" y="5385018"/>
                  </a:lnTo>
                  <a:lnTo>
                    <a:pt x="640417" y="5385018"/>
                  </a:lnTo>
                  <a:lnTo>
                    <a:pt x="640511" y="5385018"/>
                  </a:lnTo>
                  <a:lnTo>
                    <a:pt x="640604" y="5385018"/>
                  </a:lnTo>
                  <a:lnTo>
                    <a:pt x="640697" y="5385018"/>
                  </a:lnTo>
                  <a:lnTo>
                    <a:pt x="640790" y="5385018"/>
                  </a:lnTo>
                  <a:lnTo>
                    <a:pt x="640884" y="5385018"/>
                  </a:lnTo>
                  <a:lnTo>
                    <a:pt x="640977" y="5385018"/>
                  </a:lnTo>
                  <a:lnTo>
                    <a:pt x="641070" y="5385018"/>
                  </a:lnTo>
                  <a:lnTo>
                    <a:pt x="641163" y="5385018"/>
                  </a:lnTo>
                  <a:lnTo>
                    <a:pt x="641257" y="5385018"/>
                  </a:lnTo>
                  <a:lnTo>
                    <a:pt x="641350" y="5385018"/>
                  </a:lnTo>
                  <a:lnTo>
                    <a:pt x="641443" y="5385018"/>
                  </a:lnTo>
                  <a:lnTo>
                    <a:pt x="641536" y="5385018"/>
                  </a:lnTo>
                  <a:lnTo>
                    <a:pt x="641630" y="5385018"/>
                  </a:lnTo>
                  <a:lnTo>
                    <a:pt x="641723" y="5385018"/>
                  </a:lnTo>
                  <a:lnTo>
                    <a:pt x="641816" y="5385018"/>
                  </a:lnTo>
                  <a:lnTo>
                    <a:pt x="641909" y="5385018"/>
                  </a:lnTo>
                  <a:lnTo>
                    <a:pt x="642003" y="5385018"/>
                  </a:lnTo>
                  <a:lnTo>
                    <a:pt x="642096" y="5385018"/>
                  </a:lnTo>
                  <a:lnTo>
                    <a:pt x="642189" y="5385018"/>
                  </a:lnTo>
                  <a:lnTo>
                    <a:pt x="642282" y="5385018"/>
                  </a:lnTo>
                  <a:lnTo>
                    <a:pt x="642376" y="5385018"/>
                  </a:lnTo>
                  <a:lnTo>
                    <a:pt x="642469" y="5385018"/>
                  </a:lnTo>
                  <a:lnTo>
                    <a:pt x="642562" y="5385018"/>
                  </a:lnTo>
                  <a:lnTo>
                    <a:pt x="642655" y="5385018"/>
                  </a:lnTo>
                  <a:lnTo>
                    <a:pt x="642749" y="5385018"/>
                  </a:lnTo>
                  <a:lnTo>
                    <a:pt x="642842" y="5385018"/>
                  </a:lnTo>
                  <a:lnTo>
                    <a:pt x="642935" y="5385018"/>
                  </a:lnTo>
                  <a:lnTo>
                    <a:pt x="643028" y="5385018"/>
                  </a:lnTo>
                  <a:lnTo>
                    <a:pt x="643122" y="5385018"/>
                  </a:lnTo>
                  <a:lnTo>
                    <a:pt x="643215" y="5385018"/>
                  </a:lnTo>
                  <a:lnTo>
                    <a:pt x="643308" y="5385018"/>
                  </a:lnTo>
                  <a:lnTo>
                    <a:pt x="643401" y="5385018"/>
                  </a:lnTo>
                  <a:lnTo>
                    <a:pt x="643495" y="5385018"/>
                  </a:lnTo>
                  <a:lnTo>
                    <a:pt x="643588" y="5385018"/>
                  </a:lnTo>
                  <a:lnTo>
                    <a:pt x="643681" y="5385018"/>
                  </a:lnTo>
                  <a:lnTo>
                    <a:pt x="643774" y="5385018"/>
                  </a:lnTo>
                  <a:lnTo>
                    <a:pt x="643868" y="5385018"/>
                  </a:lnTo>
                  <a:lnTo>
                    <a:pt x="643961" y="5385018"/>
                  </a:lnTo>
                  <a:lnTo>
                    <a:pt x="644054" y="5385018"/>
                  </a:lnTo>
                  <a:lnTo>
                    <a:pt x="644147" y="5385018"/>
                  </a:lnTo>
                  <a:lnTo>
                    <a:pt x="644241" y="5385018"/>
                  </a:lnTo>
                  <a:lnTo>
                    <a:pt x="644334" y="5385018"/>
                  </a:lnTo>
                  <a:lnTo>
                    <a:pt x="644427" y="5385018"/>
                  </a:lnTo>
                  <a:lnTo>
                    <a:pt x="644520" y="5385018"/>
                  </a:lnTo>
                  <a:lnTo>
                    <a:pt x="644614" y="5385018"/>
                  </a:lnTo>
                  <a:lnTo>
                    <a:pt x="644707" y="5385018"/>
                  </a:lnTo>
                  <a:lnTo>
                    <a:pt x="644800" y="5385018"/>
                  </a:lnTo>
                  <a:lnTo>
                    <a:pt x="644893" y="5385018"/>
                  </a:lnTo>
                  <a:lnTo>
                    <a:pt x="644987" y="5385018"/>
                  </a:lnTo>
                  <a:lnTo>
                    <a:pt x="645080" y="5385018"/>
                  </a:lnTo>
                  <a:lnTo>
                    <a:pt x="645173" y="5385018"/>
                  </a:lnTo>
                  <a:lnTo>
                    <a:pt x="645266" y="5385018"/>
                  </a:lnTo>
                  <a:lnTo>
                    <a:pt x="645359" y="5385018"/>
                  </a:lnTo>
                  <a:lnTo>
                    <a:pt x="645453" y="5385018"/>
                  </a:lnTo>
                  <a:lnTo>
                    <a:pt x="645546" y="5385018"/>
                  </a:lnTo>
                  <a:lnTo>
                    <a:pt x="645639" y="5385018"/>
                  </a:lnTo>
                  <a:lnTo>
                    <a:pt x="645732" y="5385018"/>
                  </a:lnTo>
                  <a:lnTo>
                    <a:pt x="645826" y="5385018"/>
                  </a:lnTo>
                  <a:lnTo>
                    <a:pt x="645919" y="5385018"/>
                  </a:lnTo>
                  <a:lnTo>
                    <a:pt x="646012" y="5385018"/>
                  </a:lnTo>
                  <a:lnTo>
                    <a:pt x="646105" y="5385018"/>
                  </a:lnTo>
                  <a:lnTo>
                    <a:pt x="646199" y="5385018"/>
                  </a:lnTo>
                  <a:lnTo>
                    <a:pt x="646292" y="5385018"/>
                  </a:lnTo>
                  <a:lnTo>
                    <a:pt x="646385" y="5385018"/>
                  </a:lnTo>
                  <a:lnTo>
                    <a:pt x="646478" y="5385018"/>
                  </a:lnTo>
                  <a:lnTo>
                    <a:pt x="646572" y="5385018"/>
                  </a:lnTo>
                  <a:lnTo>
                    <a:pt x="646665" y="5385018"/>
                  </a:lnTo>
                  <a:lnTo>
                    <a:pt x="646758" y="5385018"/>
                  </a:lnTo>
                  <a:lnTo>
                    <a:pt x="646851" y="5385018"/>
                  </a:lnTo>
                  <a:lnTo>
                    <a:pt x="646945" y="5385018"/>
                  </a:lnTo>
                  <a:lnTo>
                    <a:pt x="647038" y="5385018"/>
                  </a:lnTo>
                  <a:lnTo>
                    <a:pt x="647131" y="5385018"/>
                  </a:lnTo>
                  <a:lnTo>
                    <a:pt x="647224" y="5385018"/>
                  </a:lnTo>
                  <a:lnTo>
                    <a:pt x="647318" y="5385018"/>
                  </a:lnTo>
                  <a:lnTo>
                    <a:pt x="647411" y="5385018"/>
                  </a:lnTo>
                  <a:lnTo>
                    <a:pt x="647504" y="5385018"/>
                  </a:lnTo>
                  <a:lnTo>
                    <a:pt x="647597" y="5385018"/>
                  </a:lnTo>
                  <a:lnTo>
                    <a:pt x="647691" y="5385018"/>
                  </a:lnTo>
                  <a:lnTo>
                    <a:pt x="647784" y="5385018"/>
                  </a:lnTo>
                  <a:lnTo>
                    <a:pt x="647877" y="5385018"/>
                  </a:lnTo>
                  <a:lnTo>
                    <a:pt x="647970" y="5385018"/>
                  </a:lnTo>
                  <a:lnTo>
                    <a:pt x="648064" y="5385018"/>
                  </a:lnTo>
                  <a:lnTo>
                    <a:pt x="648157" y="5385018"/>
                  </a:lnTo>
                  <a:lnTo>
                    <a:pt x="648250" y="5385018"/>
                  </a:lnTo>
                  <a:lnTo>
                    <a:pt x="648343" y="5385018"/>
                  </a:lnTo>
                  <a:lnTo>
                    <a:pt x="648437" y="5385018"/>
                  </a:lnTo>
                  <a:lnTo>
                    <a:pt x="648530" y="5385018"/>
                  </a:lnTo>
                  <a:lnTo>
                    <a:pt x="648623" y="5385018"/>
                  </a:lnTo>
                  <a:lnTo>
                    <a:pt x="648716" y="5385018"/>
                  </a:lnTo>
                  <a:lnTo>
                    <a:pt x="648810" y="5385018"/>
                  </a:lnTo>
                  <a:lnTo>
                    <a:pt x="648903" y="5385018"/>
                  </a:lnTo>
                  <a:lnTo>
                    <a:pt x="648996" y="5385018"/>
                  </a:lnTo>
                  <a:lnTo>
                    <a:pt x="649089" y="5385018"/>
                  </a:lnTo>
                  <a:lnTo>
                    <a:pt x="649183" y="5385018"/>
                  </a:lnTo>
                  <a:lnTo>
                    <a:pt x="649276" y="5385018"/>
                  </a:lnTo>
                  <a:lnTo>
                    <a:pt x="649369" y="5385018"/>
                  </a:lnTo>
                  <a:lnTo>
                    <a:pt x="649462" y="5385018"/>
                  </a:lnTo>
                  <a:lnTo>
                    <a:pt x="649556" y="5385018"/>
                  </a:lnTo>
                  <a:lnTo>
                    <a:pt x="649649" y="5385018"/>
                  </a:lnTo>
                  <a:lnTo>
                    <a:pt x="649742" y="5385018"/>
                  </a:lnTo>
                  <a:lnTo>
                    <a:pt x="649835" y="5385018"/>
                  </a:lnTo>
                  <a:lnTo>
                    <a:pt x="649929" y="5385018"/>
                  </a:lnTo>
                  <a:lnTo>
                    <a:pt x="650022" y="5385018"/>
                  </a:lnTo>
                  <a:lnTo>
                    <a:pt x="650115" y="5385018"/>
                  </a:lnTo>
                  <a:lnTo>
                    <a:pt x="650208" y="5385018"/>
                  </a:lnTo>
                  <a:lnTo>
                    <a:pt x="650302" y="5385018"/>
                  </a:lnTo>
                  <a:lnTo>
                    <a:pt x="650395" y="5385018"/>
                  </a:lnTo>
                  <a:lnTo>
                    <a:pt x="650488" y="5385018"/>
                  </a:lnTo>
                  <a:lnTo>
                    <a:pt x="650581" y="5385018"/>
                  </a:lnTo>
                  <a:lnTo>
                    <a:pt x="650675" y="5385018"/>
                  </a:lnTo>
                  <a:lnTo>
                    <a:pt x="650768" y="5385018"/>
                  </a:lnTo>
                  <a:lnTo>
                    <a:pt x="650861" y="5385018"/>
                  </a:lnTo>
                  <a:lnTo>
                    <a:pt x="650954" y="5385018"/>
                  </a:lnTo>
                  <a:lnTo>
                    <a:pt x="651048" y="5385018"/>
                  </a:lnTo>
                  <a:lnTo>
                    <a:pt x="651141" y="5385018"/>
                  </a:lnTo>
                  <a:lnTo>
                    <a:pt x="651234" y="5385018"/>
                  </a:lnTo>
                  <a:lnTo>
                    <a:pt x="651327" y="5385018"/>
                  </a:lnTo>
                  <a:lnTo>
                    <a:pt x="651421" y="5385018"/>
                  </a:lnTo>
                  <a:lnTo>
                    <a:pt x="651514" y="5385018"/>
                  </a:lnTo>
                  <a:lnTo>
                    <a:pt x="651607" y="5385018"/>
                  </a:lnTo>
                  <a:lnTo>
                    <a:pt x="651700" y="5385018"/>
                  </a:lnTo>
                  <a:lnTo>
                    <a:pt x="651794" y="5385018"/>
                  </a:lnTo>
                  <a:lnTo>
                    <a:pt x="651887" y="5385018"/>
                  </a:lnTo>
                  <a:lnTo>
                    <a:pt x="651980" y="5385018"/>
                  </a:lnTo>
                  <a:lnTo>
                    <a:pt x="652073" y="5385018"/>
                  </a:lnTo>
                  <a:lnTo>
                    <a:pt x="652166" y="5385018"/>
                  </a:lnTo>
                  <a:lnTo>
                    <a:pt x="652260" y="5385018"/>
                  </a:lnTo>
                  <a:lnTo>
                    <a:pt x="652353" y="5385018"/>
                  </a:lnTo>
                  <a:lnTo>
                    <a:pt x="652446" y="5385018"/>
                  </a:lnTo>
                  <a:lnTo>
                    <a:pt x="652539" y="5385018"/>
                  </a:lnTo>
                  <a:lnTo>
                    <a:pt x="652633" y="5385018"/>
                  </a:lnTo>
                  <a:lnTo>
                    <a:pt x="652726" y="5385018"/>
                  </a:lnTo>
                  <a:lnTo>
                    <a:pt x="652819" y="5385018"/>
                  </a:lnTo>
                  <a:lnTo>
                    <a:pt x="652912" y="5385018"/>
                  </a:lnTo>
                  <a:lnTo>
                    <a:pt x="653006" y="5385018"/>
                  </a:lnTo>
                  <a:lnTo>
                    <a:pt x="653099" y="5385018"/>
                  </a:lnTo>
                  <a:lnTo>
                    <a:pt x="653192" y="5385018"/>
                  </a:lnTo>
                  <a:lnTo>
                    <a:pt x="653285" y="5385018"/>
                  </a:lnTo>
                  <a:lnTo>
                    <a:pt x="653379" y="5385018"/>
                  </a:lnTo>
                  <a:lnTo>
                    <a:pt x="653472" y="5385018"/>
                  </a:lnTo>
                  <a:lnTo>
                    <a:pt x="653565" y="5385018"/>
                  </a:lnTo>
                  <a:lnTo>
                    <a:pt x="653658" y="5385018"/>
                  </a:lnTo>
                  <a:lnTo>
                    <a:pt x="653752" y="5385018"/>
                  </a:lnTo>
                  <a:lnTo>
                    <a:pt x="653845" y="5385018"/>
                  </a:lnTo>
                  <a:lnTo>
                    <a:pt x="653938" y="5385018"/>
                  </a:lnTo>
                  <a:lnTo>
                    <a:pt x="654031" y="5385018"/>
                  </a:lnTo>
                  <a:lnTo>
                    <a:pt x="654125" y="5385018"/>
                  </a:lnTo>
                  <a:lnTo>
                    <a:pt x="654218" y="5385018"/>
                  </a:lnTo>
                  <a:lnTo>
                    <a:pt x="654311" y="5385018"/>
                  </a:lnTo>
                  <a:lnTo>
                    <a:pt x="654404" y="5385018"/>
                  </a:lnTo>
                  <a:lnTo>
                    <a:pt x="654498" y="5385018"/>
                  </a:lnTo>
                  <a:lnTo>
                    <a:pt x="654591" y="5385018"/>
                  </a:lnTo>
                  <a:lnTo>
                    <a:pt x="654684" y="5385018"/>
                  </a:lnTo>
                  <a:lnTo>
                    <a:pt x="654777" y="5385018"/>
                  </a:lnTo>
                  <a:lnTo>
                    <a:pt x="654871" y="5385018"/>
                  </a:lnTo>
                  <a:lnTo>
                    <a:pt x="654964" y="5385018"/>
                  </a:lnTo>
                  <a:lnTo>
                    <a:pt x="655057" y="5385018"/>
                  </a:lnTo>
                  <a:lnTo>
                    <a:pt x="655150" y="5385018"/>
                  </a:lnTo>
                  <a:lnTo>
                    <a:pt x="655244" y="5385018"/>
                  </a:lnTo>
                  <a:lnTo>
                    <a:pt x="655337" y="5385018"/>
                  </a:lnTo>
                  <a:lnTo>
                    <a:pt x="655430" y="5385018"/>
                  </a:lnTo>
                  <a:lnTo>
                    <a:pt x="655523" y="5385018"/>
                  </a:lnTo>
                  <a:lnTo>
                    <a:pt x="655617" y="5385018"/>
                  </a:lnTo>
                  <a:lnTo>
                    <a:pt x="655710" y="5385018"/>
                  </a:lnTo>
                  <a:lnTo>
                    <a:pt x="655803" y="5385018"/>
                  </a:lnTo>
                  <a:lnTo>
                    <a:pt x="655896" y="5385018"/>
                  </a:lnTo>
                  <a:lnTo>
                    <a:pt x="655990" y="5385018"/>
                  </a:lnTo>
                  <a:lnTo>
                    <a:pt x="656083" y="5385018"/>
                  </a:lnTo>
                  <a:lnTo>
                    <a:pt x="656176" y="5385018"/>
                  </a:lnTo>
                  <a:lnTo>
                    <a:pt x="656269" y="5385018"/>
                  </a:lnTo>
                  <a:lnTo>
                    <a:pt x="656363" y="5385018"/>
                  </a:lnTo>
                  <a:lnTo>
                    <a:pt x="656456" y="5385018"/>
                  </a:lnTo>
                  <a:lnTo>
                    <a:pt x="656549" y="5385018"/>
                  </a:lnTo>
                  <a:lnTo>
                    <a:pt x="656642" y="5385018"/>
                  </a:lnTo>
                  <a:lnTo>
                    <a:pt x="656736" y="5385018"/>
                  </a:lnTo>
                  <a:lnTo>
                    <a:pt x="656829" y="5385018"/>
                  </a:lnTo>
                  <a:lnTo>
                    <a:pt x="656922" y="5385018"/>
                  </a:lnTo>
                  <a:lnTo>
                    <a:pt x="657015" y="5385018"/>
                  </a:lnTo>
                  <a:lnTo>
                    <a:pt x="657109" y="5385018"/>
                  </a:lnTo>
                  <a:lnTo>
                    <a:pt x="657202" y="5385018"/>
                  </a:lnTo>
                  <a:lnTo>
                    <a:pt x="657295" y="5385018"/>
                  </a:lnTo>
                  <a:lnTo>
                    <a:pt x="657388" y="5385018"/>
                  </a:lnTo>
                  <a:lnTo>
                    <a:pt x="657482" y="5385018"/>
                  </a:lnTo>
                  <a:lnTo>
                    <a:pt x="657575" y="5385018"/>
                  </a:lnTo>
                  <a:lnTo>
                    <a:pt x="657668" y="5385018"/>
                  </a:lnTo>
                  <a:lnTo>
                    <a:pt x="657761" y="5385018"/>
                  </a:lnTo>
                  <a:lnTo>
                    <a:pt x="657855" y="5385018"/>
                  </a:lnTo>
                  <a:lnTo>
                    <a:pt x="657948" y="5385018"/>
                  </a:lnTo>
                  <a:lnTo>
                    <a:pt x="658041" y="5385018"/>
                  </a:lnTo>
                  <a:lnTo>
                    <a:pt x="658134" y="5385018"/>
                  </a:lnTo>
                  <a:lnTo>
                    <a:pt x="658228" y="5385018"/>
                  </a:lnTo>
                  <a:lnTo>
                    <a:pt x="658321" y="5385018"/>
                  </a:lnTo>
                  <a:lnTo>
                    <a:pt x="658414" y="5385018"/>
                  </a:lnTo>
                  <a:lnTo>
                    <a:pt x="658507" y="5385018"/>
                  </a:lnTo>
                  <a:lnTo>
                    <a:pt x="658601" y="5385018"/>
                  </a:lnTo>
                  <a:lnTo>
                    <a:pt x="658694" y="5385018"/>
                  </a:lnTo>
                  <a:lnTo>
                    <a:pt x="658787" y="5385018"/>
                  </a:lnTo>
                  <a:lnTo>
                    <a:pt x="658880" y="5385018"/>
                  </a:lnTo>
                  <a:lnTo>
                    <a:pt x="658974" y="5385018"/>
                  </a:lnTo>
                  <a:lnTo>
                    <a:pt x="659067" y="5385018"/>
                  </a:lnTo>
                  <a:lnTo>
                    <a:pt x="659160" y="5385018"/>
                  </a:lnTo>
                  <a:lnTo>
                    <a:pt x="659253" y="5385018"/>
                  </a:lnTo>
                  <a:lnTo>
                    <a:pt x="659346" y="5385018"/>
                  </a:lnTo>
                  <a:lnTo>
                    <a:pt x="659440" y="5385018"/>
                  </a:lnTo>
                  <a:lnTo>
                    <a:pt x="659533" y="5385018"/>
                  </a:lnTo>
                  <a:lnTo>
                    <a:pt x="659626" y="5385018"/>
                  </a:lnTo>
                  <a:lnTo>
                    <a:pt x="659719" y="5385018"/>
                  </a:lnTo>
                  <a:lnTo>
                    <a:pt x="659813" y="5385018"/>
                  </a:lnTo>
                  <a:lnTo>
                    <a:pt x="659906" y="5385018"/>
                  </a:lnTo>
                  <a:lnTo>
                    <a:pt x="659999" y="5385018"/>
                  </a:lnTo>
                  <a:lnTo>
                    <a:pt x="660092" y="5385018"/>
                  </a:lnTo>
                  <a:lnTo>
                    <a:pt x="660186" y="5385018"/>
                  </a:lnTo>
                  <a:lnTo>
                    <a:pt x="660279" y="5385018"/>
                  </a:lnTo>
                  <a:lnTo>
                    <a:pt x="660372" y="5385018"/>
                  </a:lnTo>
                  <a:lnTo>
                    <a:pt x="660465" y="5385018"/>
                  </a:lnTo>
                  <a:lnTo>
                    <a:pt x="660559" y="5385018"/>
                  </a:lnTo>
                  <a:lnTo>
                    <a:pt x="660652" y="5385018"/>
                  </a:lnTo>
                  <a:lnTo>
                    <a:pt x="660745" y="5385018"/>
                  </a:lnTo>
                  <a:lnTo>
                    <a:pt x="660838" y="5385018"/>
                  </a:lnTo>
                  <a:lnTo>
                    <a:pt x="660932" y="5385018"/>
                  </a:lnTo>
                  <a:lnTo>
                    <a:pt x="661025" y="5385018"/>
                  </a:lnTo>
                  <a:lnTo>
                    <a:pt x="661118" y="5385018"/>
                  </a:lnTo>
                  <a:lnTo>
                    <a:pt x="661211" y="5385018"/>
                  </a:lnTo>
                  <a:lnTo>
                    <a:pt x="661305" y="5385018"/>
                  </a:lnTo>
                  <a:lnTo>
                    <a:pt x="661398" y="5385018"/>
                  </a:lnTo>
                  <a:lnTo>
                    <a:pt x="661491" y="5385018"/>
                  </a:lnTo>
                  <a:lnTo>
                    <a:pt x="661584" y="5385018"/>
                  </a:lnTo>
                  <a:lnTo>
                    <a:pt x="661678" y="5385018"/>
                  </a:lnTo>
                  <a:lnTo>
                    <a:pt x="661771" y="5385018"/>
                  </a:lnTo>
                  <a:lnTo>
                    <a:pt x="661864" y="5385018"/>
                  </a:lnTo>
                  <a:lnTo>
                    <a:pt x="661957" y="5385018"/>
                  </a:lnTo>
                  <a:lnTo>
                    <a:pt x="662051" y="5385018"/>
                  </a:lnTo>
                  <a:lnTo>
                    <a:pt x="662144" y="5385018"/>
                  </a:lnTo>
                  <a:lnTo>
                    <a:pt x="662237" y="5385018"/>
                  </a:lnTo>
                  <a:lnTo>
                    <a:pt x="662330" y="5385018"/>
                  </a:lnTo>
                  <a:lnTo>
                    <a:pt x="662424" y="5385018"/>
                  </a:lnTo>
                  <a:lnTo>
                    <a:pt x="662517" y="5385018"/>
                  </a:lnTo>
                  <a:lnTo>
                    <a:pt x="662610" y="5385018"/>
                  </a:lnTo>
                  <a:lnTo>
                    <a:pt x="662703" y="5385018"/>
                  </a:lnTo>
                  <a:lnTo>
                    <a:pt x="662797" y="5385018"/>
                  </a:lnTo>
                  <a:lnTo>
                    <a:pt x="662890" y="5385018"/>
                  </a:lnTo>
                  <a:lnTo>
                    <a:pt x="662983" y="5385018"/>
                  </a:lnTo>
                  <a:lnTo>
                    <a:pt x="663076" y="5385018"/>
                  </a:lnTo>
                  <a:lnTo>
                    <a:pt x="663170" y="5385018"/>
                  </a:lnTo>
                  <a:lnTo>
                    <a:pt x="663263" y="5385018"/>
                  </a:lnTo>
                  <a:lnTo>
                    <a:pt x="663356" y="5385018"/>
                  </a:lnTo>
                  <a:lnTo>
                    <a:pt x="663449" y="5385018"/>
                  </a:lnTo>
                  <a:lnTo>
                    <a:pt x="663543" y="5385018"/>
                  </a:lnTo>
                  <a:lnTo>
                    <a:pt x="663636" y="5385018"/>
                  </a:lnTo>
                  <a:lnTo>
                    <a:pt x="663729" y="5385018"/>
                  </a:lnTo>
                  <a:lnTo>
                    <a:pt x="663822" y="5385018"/>
                  </a:lnTo>
                  <a:lnTo>
                    <a:pt x="663916" y="5385018"/>
                  </a:lnTo>
                  <a:lnTo>
                    <a:pt x="664009" y="5385018"/>
                  </a:lnTo>
                  <a:lnTo>
                    <a:pt x="664102" y="5385018"/>
                  </a:lnTo>
                  <a:lnTo>
                    <a:pt x="664195" y="5385018"/>
                  </a:lnTo>
                  <a:lnTo>
                    <a:pt x="664289" y="5385018"/>
                  </a:lnTo>
                  <a:lnTo>
                    <a:pt x="664382" y="5385018"/>
                  </a:lnTo>
                  <a:lnTo>
                    <a:pt x="664475" y="5385018"/>
                  </a:lnTo>
                  <a:lnTo>
                    <a:pt x="664568" y="5385018"/>
                  </a:lnTo>
                  <a:lnTo>
                    <a:pt x="664662" y="5385018"/>
                  </a:lnTo>
                  <a:lnTo>
                    <a:pt x="664755" y="5385018"/>
                  </a:lnTo>
                  <a:lnTo>
                    <a:pt x="664848" y="5385018"/>
                  </a:lnTo>
                  <a:lnTo>
                    <a:pt x="664941" y="5385018"/>
                  </a:lnTo>
                  <a:lnTo>
                    <a:pt x="665035" y="5385018"/>
                  </a:lnTo>
                  <a:lnTo>
                    <a:pt x="665128" y="5385018"/>
                  </a:lnTo>
                  <a:lnTo>
                    <a:pt x="665221" y="5385018"/>
                  </a:lnTo>
                  <a:lnTo>
                    <a:pt x="665314" y="5385018"/>
                  </a:lnTo>
                  <a:lnTo>
                    <a:pt x="665408" y="5385018"/>
                  </a:lnTo>
                  <a:lnTo>
                    <a:pt x="665501" y="5385018"/>
                  </a:lnTo>
                  <a:lnTo>
                    <a:pt x="665594" y="5385018"/>
                  </a:lnTo>
                  <a:lnTo>
                    <a:pt x="665687" y="5385018"/>
                  </a:lnTo>
                  <a:lnTo>
                    <a:pt x="665781" y="5385018"/>
                  </a:lnTo>
                  <a:lnTo>
                    <a:pt x="665874" y="5385018"/>
                  </a:lnTo>
                  <a:lnTo>
                    <a:pt x="665967" y="5385018"/>
                  </a:lnTo>
                  <a:lnTo>
                    <a:pt x="666060" y="5385018"/>
                  </a:lnTo>
                  <a:lnTo>
                    <a:pt x="666153" y="5385018"/>
                  </a:lnTo>
                  <a:lnTo>
                    <a:pt x="666247" y="5385018"/>
                  </a:lnTo>
                  <a:lnTo>
                    <a:pt x="666340" y="5385018"/>
                  </a:lnTo>
                  <a:lnTo>
                    <a:pt x="666433" y="5385018"/>
                  </a:lnTo>
                  <a:lnTo>
                    <a:pt x="666526" y="5385018"/>
                  </a:lnTo>
                  <a:lnTo>
                    <a:pt x="666620" y="5385018"/>
                  </a:lnTo>
                  <a:lnTo>
                    <a:pt x="666713" y="5385018"/>
                  </a:lnTo>
                  <a:lnTo>
                    <a:pt x="666806" y="5385018"/>
                  </a:lnTo>
                  <a:lnTo>
                    <a:pt x="666899" y="5385018"/>
                  </a:lnTo>
                  <a:lnTo>
                    <a:pt x="666993" y="5385018"/>
                  </a:lnTo>
                  <a:lnTo>
                    <a:pt x="667086" y="5385018"/>
                  </a:lnTo>
                  <a:lnTo>
                    <a:pt x="667179" y="5385018"/>
                  </a:lnTo>
                  <a:lnTo>
                    <a:pt x="667272" y="5385018"/>
                  </a:lnTo>
                  <a:lnTo>
                    <a:pt x="667366" y="5385018"/>
                  </a:lnTo>
                  <a:lnTo>
                    <a:pt x="667459" y="5385018"/>
                  </a:lnTo>
                  <a:lnTo>
                    <a:pt x="667552" y="5385018"/>
                  </a:lnTo>
                  <a:lnTo>
                    <a:pt x="667645" y="5385018"/>
                  </a:lnTo>
                  <a:lnTo>
                    <a:pt x="667739" y="5385018"/>
                  </a:lnTo>
                  <a:lnTo>
                    <a:pt x="667832" y="5385018"/>
                  </a:lnTo>
                  <a:lnTo>
                    <a:pt x="667925" y="5385018"/>
                  </a:lnTo>
                  <a:lnTo>
                    <a:pt x="668018" y="5385018"/>
                  </a:lnTo>
                  <a:lnTo>
                    <a:pt x="668112" y="5385018"/>
                  </a:lnTo>
                  <a:lnTo>
                    <a:pt x="668205" y="5385018"/>
                  </a:lnTo>
                  <a:lnTo>
                    <a:pt x="668298" y="5385018"/>
                  </a:lnTo>
                  <a:lnTo>
                    <a:pt x="668391" y="5385018"/>
                  </a:lnTo>
                  <a:lnTo>
                    <a:pt x="668485" y="5385018"/>
                  </a:lnTo>
                  <a:lnTo>
                    <a:pt x="668578" y="5385018"/>
                  </a:lnTo>
                  <a:lnTo>
                    <a:pt x="668671" y="5385018"/>
                  </a:lnTo>
                  <a:lnTo>
                    <a:pt x="668764" y="5385018"/>
                  </a:lnTo>
                  <a:lnTo>
                    <a:pt x="668858" y="5385018"/>
                  </a:lnTo>
                  <a:lnTo>
                    <a:pt x="668951" y="5385018"/>
                  </a:lnTo>
                  <a:lnTo>
                    <a:pt x="669044" y="5385018"/>
                  </a:lnTo>
                  <a:lnTo>
                    <a:pt x="669137" y="5385018"/>
                  </a:lnTo>
                  <a:lnTo>
                    <a:pt x="669231" y="5385018"/>
                  </a:lnTo>
                  <a:lnTo>
                    <a:pt x="669324" y="5385018"/>
                  </a:lnTo>
                  <a:lnTo>
                    <a:pt x="669417" y="5385018"/>
                  </a:lnTo>
                  <a:lnTo>
                    <a:pt x="669510" y="5385018"/>
                  </a:lnTo>
                  <a:lnTo>
                    <a:pt x="669604" y="5385018"/>
                  </a:lnTo>
                  <a:lnTo>
                    <a:pt x="669697" y="5385018"/>
                  </a:lnTo>
                  <a:lnTo>
                    <a:pt x="669790" y="5385018"/>
                  </a:lnTo>
                  <a:lnTo>
                    <a:pt x="669883" y="5385018"/>
                  </a:lnTo>
                  <a:lnTo>
                    <a:pt x="669977" y="5385018"/>
                  </a:lnTo>
                  <a:lnTo>
                    <a:pt x="670070" y="5385018"/>
                  </a:lnTo>
                  <a:lnTo>
                    <a:pt x="670163" y="5385018"/>
                  </a:lnTo>
                  <a:lnTo>
                    <a:pt x="670256" y="5385018"/>
                  </a:lnTo>
                  <a:lnTo>
                    <a:pt x="670350" y="5385018"/>
                  </a:lnTo>
                  <a:lnTo>
                    <a:pt x="670443" y="5385018"/>
                  </a:lnTo>
                  <a:lnTo>
                    <a:pt x="670536" y="5385018"/>
                  </a:lnTo>
                  <a:lnTo>
                    <a:pt x="670629" y="5385018"/>
                  </a:lnTo>
                  <a:lnTo>
                    <a:pt x="670723" y="5385018"/>
                  </a:lnTo>
                  <a:lnTo>
                    <a:pt x="670816" y="5385018"/>
                  </a:lnTo>
                  <a:lnTo>
                    <a:pt x="670909" y="5385018"/>
                  </a:lnTo>
                  <a:lnTo>
                    <a:pt x="671002" y="5385018"/>
                  </a:lnTo>
                  <a:lnTo>
                    <a:pt x="671096" y="5385018"/>
                  </a:lnTo>
                  <a:lnTo>
                    <a:pt x="671189" y="5385018"/>
                  </a:lnTo>
                  <a:lnTo>
                    <a:pt x="671282" y="5385018"/>
                  </a:lnTo>
                  <a:lnTo>
                    <a:pt x="671375" y="5385018"/>
                  </a:lnTo>
                  <a:lnTo>
                    <a:pt x="671469" y="5385018"/>
                  </a:lnTo>
                  <a:lnTo>
                    <a:pt x="671562" y="5385018"/>
                  </a:lnTo>
                  <a:lnTo>
                    <a:pt x="671655" y="5385018"/>
                  </a:lnTo>
                  <a:lnTo>
                    <a:pt x="671748" y="5385018"/>
                  </a:lnTo>
                  <a:lnTo>
                    <a:pt x="671842" y="5385018"/>
                  </a:lnTo>
                  <a:lnTo>
                    <a:pt x="671935" y="5385018"/>
                  </a:lnTo>
                  <a:lnTo>
                    <a:pt x="672028" y="5385018"/>
                  </a:lnTo>
                  <a:lnTo>
                    <a:pt x="672121" y="5385018"/>
                  </a:lnTo>
                  <a:lnTo>
                    <a:pt x="672215" y="5385018"/>
                  </a:lnTo>
                  <a:lnTo>
                    <a:pt x="672308" y="5385018"/>
                  </a:lnTo>
                  <a:lnTo>
                    <a:pt x="672401" y="5385018"/>
                  </a:lnTo>
                  <a:lnTo>
                    <a:pt x="672494" y="5385018"/>
                  </a:lnTo>
                  <a:lnTo>
                    <a:pt x="672588" y="5385018"/>
                  </a:lnTo>
                  <a:lnTo>
                    <a:pt x="672681" y="5385018"/>
                  </a:lnTo>
                  <a:lnTo>
                    <a:pt x="672774" y="5385018"/>
                  </a:lnTo>
                  <a:lnTo>
                    <a:pt x="672867" y="5385018"/>
                  </a:lnTo>
                  <a:lnTo>
                    <a:pt x="672961" y="5385018"/>
                  </a:lnTo>
                  <a:lnTo>
                    <a:pt x="673054" y="5385018"/>
                  </a:lnTo>
                  <a:lnTo>
                    <a:pt x="673147" y="5385018"/>
                  </a:lnTo>
                  <a:lnTo>
                    <a:pt x="673240" y="5385018"/>
                  </a:lnTo>
                  <a:lnTo>
                    <a:pt x="673333" y="5385018"/>
                  </a:lnTo>
                  <a:lnTo>
                    <a:pt x="673427" y="5385018"/>
                  </a:lnTo>
                  <a:lnTo>
                    <a:pt x="673520" y="5385018"/>
                  </a:lnTo>
                  <a:lnTo>
                    <a:pt x="673613" y="5385018"/>
                  </a:lnTo>
                  <a:lnTo>
                    <a:pt x="673706" y="5385018"/>
                  </a:lnTo>
                  <a:lnTo>
                    <a:pt x="673800" y="5385018"/>
                  </a:lnTo>
                  <a:lnTo>
                    <a:pt x="673893" y="5385018"/>
                  </a:lnTo>
                  <a:lnTo>
                    <a:pt x="673986" y="5385018"/>
                  </a:lnTo>
                  <a:lnTo>
                    <a:pt x="674079" y="5385018"/>
                  </a:lnTo>
                  <a:lnTo>
                    <a:pt x="674173" y="5385018"/>
                  </a:lnTo>
                  <a:lnTo>
                    <a:pt x="674266" y="5385018"/>
                  </a:lnTo>
                  <a:lnTo>
                    <a:pt x="674359" y="5385018"/>
                  </a:lnTo>
                  <a:lnTo>
                    <a:pt x="674452" y="5385018"/>
                  </a:lnTo>
                  <a:lnTo>
                    <a:pt x="674546" y="5385018"/>
                  </a:lnTo>
                  <a:lnTo>
                    <a:pt x="674639" y="5385018"/>
                  </a:lnTo>
                  <a:lnTo>
                    <a:pt x="674732" y="5385018"/>
                  </a:lnTo>
                  <a:lnTo>
                    <a:pt x="674825" y="5385018"/>
                  </a:lnTo>
                  <a:lnTo>
                    <a:pt x="674919" y="5385018"/>
                  </a:lnTo>
                  <a:lnTo>
                    <a:pt x="675012" y="5385018"/>
                  </a:lnTo>
                  <a:lnTo>
                    <a:pt x="675105" y="5385018"/>
                  </a:lnTo>
                  <a:lnTo>
                    <a:pt x="675198" y="5385018"/>
                  </a:lnTo>
                  <a:lnTo>
                    <a:pt x="675292" y="5385018"/>
                  </a:lnTo>
                  <a:lnTo>
                    <a:pt x="675385" y="5385018"/>
                  </a:lnTo>
                  <a:lnTo>
                    <a:pt x="675478" y="5385018"/>
                  </a:lnTo>
                  <a:lnTo>
                    <a:pt x="675571" y="5385018"/>
                  </a:lnTo>
                  <a:lnTo>
                    <a:pt x="675665" y="5385018"/>
                  </a:lnTo>
                  <a:lnTo>
                    <a:pt x="675665" y="5375064"/>
                  </a:lnTo>
                  <a:lnTo>
                    <a:pt x="675758" y="5375064"/>
                  </a:lnTo>
                  <a:lnTo>
                    <a:pt x="675851" y="5375064"/>
                  </a:lnTo>
                  <a:lnTo>
                    <a:pt x="675944" y="5375064"/>
                  </a:lnTo>
                  <a:lnTo>
                    <a:pt x="675944" y="5365110"/>
                  </a:lnTo>
                  <a:lnTo>
                    <a:pt x="676038" y="5365110"/>
                  </a:lnTo>
                  <a:lnTo>
                    <a:pt x="676131" y="5365110"/>
                  </a:lnTo>
                  <a:lnTo>
                    <a:pt x="676224" y="5365110"/>
                  </a:lnTo>
                  <a:lnTo>
                    <a:pt x="676317" y="5365110"/>
                  </a:lnTo>
                  <a:lnTo>
                    <a:pt x="676317" y="5355156"/>
                  </a:lnTo>
                  <a:lnTo>
                    <a:pt x="676411" y="5355156"/>
                  </a:lnTo>
                  <a:lnTo>
                    <a:pt x="676504" y="5355156"/>
                  </a:lnTo>
                  <a:lnTo>
                    <a:pt x="676597" y="5355156"/>
                  </a:lnTo>
                  <a:lnTo>
                    <a:pt x="676690" y="5355156"/>
                  </a:lnTo>
                  <a:lnTo>
                    <a:pt x="676784" y="5355156"/>
                  </a:lnTo>
                  <a:lnTo>
                    <a:pt x="676877" y="5355156"/>
                  </a:lnTo>
                  <a:lnTo>
                    <a:pt x="676970" y="5355156"/>
                  </a:lnTo>
                  <a:lnTo>
                    <a:pt x="677063" y="5355156"/>
                  </a:lnTo>
                  <a:lnTo>
                    <a:pt x="677157" y="5355156"/>
                  </a:lnTo>
                  <a:lnTo>
                    <a:pt x="677250" y="5355156"/>
                  </a:lnTo>
                  <a:lnTo>
                    <a:pt x="677343" y="5355156"/>
                  </a:lnTo>
                  <a:lnTo>
                    <a:pt x="677436" y="5355156"/>
                  </a:lnTo>
                  <a:lnTo>
                    <a:pt x="677530" y="5355156"/>
                  </a:lnTo>
                  <a:lnTo>
                    <a:pt x="677623" y="5355156"/>
                  </a:lnTo>
                  <a:lnTo>
                    <a:pt x="677716" y="5355156"/>
                  </a:lnTo>
                  <a:lnTo>
                    <a:pt x="677809" y="5355156"/>
                  </a:lnTo>
                  <a:lnTo>
                    <a:pt x="677903" y="5355156"/>
                  </a:lnTo>
                  <a:lnTo>
                    <a:pt x="677996" y="5355156"/>
                  </a:lnTo>
                  <a:lnTo>
                    <a:pt x="678089" y="5355156"/>
                  </a:lnTo>
                  <a:lnTo>
                    <a:pt x="678182" y="5355156"/>
                  </a:lnTo>
                  <a:lnTo>
                    <a:pt x="678276" y="5355156"/>
                  </a:lnTo>
                  <a:lnTo>
                    <a:pt x="678369" y="5355156"/>
                  </a:lnTo>
                  <a:lnTo>
                    <a:pt x="678462" y="5355156"/>
                  </a:lnTo>
                  <a:lnTo>
                    <a:pt x="678555" y="5355156"/>
                  </a:lnTo>
                  <a:lnTo>
                    <a:pt x="678649" y="5355156"/>
                  </a:lnTo>
                  <a:lnTo>
                    <a:pt x="678742" y="5355156"/>
                  </a:lnTo>
                  <a:lnTo>
                    <a:pt x="678835" y="5355156"/>
                  </a:lnTo>
                  <a:lnTo>
                    <a:pt x="678928" y="5355156"/>
                  </a:lnTo>
                  <a:lnTo>
                    <a:pt x="679022" y="5355156"/>
                  </a:lnTo>
                  <a:lnTo>
                    <a:pt x="679115" y="5355156"/>
                  </a:lnTo>
                  <a:lnTo>
                    <a:pt x="679208" y="5355156"/>
                  </a:lnTo>
                  <a:lnTo>
                    <a:pt x="679208" y="5345202"/>
                  </a:lnTo>
                  <a:lnTo>
                    <a:pt x="679301" y="5345202"/>
                  </a:lnTo>
                  <a:lnTo>
                    <a:pt x="679395" y="5345202"/>
                  </a:lnTo>
                  <a:lnTo>
                    <a:pt x="679488" y="5345202"/>
                  </a:lnTo>
                  <a:lnTo>
                    <a:pt x="679581" y="5345202"/>
                  </a:lnTo>
                  <a:lnTo>
                    <a:pt x="679674" y="5345202"/>
                  </a:lnTo>
                  <a:lnTo>
                    <a:pt x="679768" y="5345202"/>
                  </a:lnTo>
                  <a:lnTo>
                    <a:pt x="679861" y="5345202"/>
                  </a:lnTo>
                  <a:lnTo>
                    <a:pt x="679954" y="5345202"/>
                  </a:lnTo>
                  <a:lnTo>
                    <a:pt x="680047" y="5345202"/>
                  </a:lnTo>
                  <a:lnTo>
                    <a:pt x="680140" y="5345202"/>
                  </a:lnTo>
                  <a:lnTo>
                    <a:pt x="680234" y="5345202"/>
                  </a:lnTo>
                  <a:lnTo>
                    <a:pt x="680327" y="5345202"/>
                  </a:lnTo>
                  <a:lnTo>
                    <a:pt x="680420" y="5345202"/>
                  </a:lnTo>
                  <a:lnTo>
                    <a:pt x="680513" y="5345202"/>
                  </a:lnTo>
                  <a:lnTo>
                    <a:pt x="680607" y="5345202"/>
                  </a:lnTo>
                  <a:lnTo>
                    <a:pt x="680700" y="5345202"/>
                  </a:lnTo>
                  <a:lnTo>
                    <a:pt x="680793" y="5345202"/>
                  </a:lnTo>
                  <a:lnTo>
                    <a:pt x="680886" y="5345202"/>
                  </a:lnTo>
                  <a:lnTo>
                    <a:pt x="680980" y="5345202"/>
                  </a:lnTo>
                  <a:lnTo>
                    <a:pt x="681073" y="5345202"/>
                  </a:lnTo>
                  <a:lnTo>
                    <a:pt x="681166" y="5345202"/>
                  </a:lnTo>
                  <a:lnTo>
                    <a:pt x="681259" y="5345202"/>
                  </a:lnTo>
                  <a:lnTo>
                    <a:pt x="681353" y="5345202"/>
                  </a:lnTo>
                  <a:lnTo>
                    <a:pt x="681446" y="5345202"/>
                  </a:lnTo>
                  <a:lnTo>
                    <a:pt x="681539" y="5345202"/>
                  </a:lnTo>
                  <a:lnTo>
                    <a:pt x="681632" y="5345202"/>
                  </a:lnTo>
                  <a:lnTo>
                    <a:pt x="681726" y="5345202"/>
                  </a:lnTo>
                  <a:lnTo>
                    <a:pt x="681819" y="5345202"/>
                  </a:lnTo>
                  <a:lnTo>
                    <a:pt x="681912" y="5345202"/>
                  </a:lnTo>
                  <a:lnTo>
                    <a:pt x="682005" y="5345202"/>
                  </a:lnTo>
                  <a:lnTo>
                    <a:pt x="682099" y="5345202"/>
                  </a:lnTo>
                  <a:lnTo>
                    <a:pt x="682192" y="5345202"/>
                  </a:lnTo>
                  <a:lnTo>
                    <a:pt x="682285" y="5345202"/>
                  </a:lnTo>
                  <a:lnTo>
                    <a:pt x="682378" y="5345202"/>
                  </a:lnTo>
                  <a:lnTo>
                    <a:pt x="682472" y="5345202"/>
                  </a:lnTo>
                  <a:lnTo>
                    <a:pt x="682565" y="5345202"/>
                  </a:lnTo>
                  <a:lnTo>
                    <a:pt x="682658" y="5345202"/>
                  </a:lnTo>
                  <a:lnTo>
                    <a:pt x="682751" y="5345202"/>
                  </a:lnTo>
                  <a:lnTo>
                    <a:pt x="682845" y="5345202"/>
                  </a:lnTo>
                  <a:lnTo>
                    <a:pt x="682938" y="5345202"/>
                  </a:lnTo>
                  <a:lnTo>
                    <a:pt x="683031" y="5345202"/>
                  </a:lnTo>
                  <a:lnTo>
                    <a:pt x="683124" y="5345202"/>
                  </a:lnTo>
                  <a:lnTo>
                    <a:pt x="683218" y="5345202"/>
                  </a:lnTo>
                  <a:lnTo>
                    <a:pt x="683311" y="5345202"/>
                  </a:lnTo>
                  <a:lnTo>
                    <a:pt x="683404" y="5345202"/>
                  </a:lnTo>
                  <a:lnTo>
                    <a:pt x="683497" y="5345202"/>
                  </a:lnTo>
                  <a:lnTo>
                    <a:pt x="683591" y="5345202"/>
                  </a:lnTo>
                  <a:lnTo>
                    <a:pt x="683684" y="5345202"/>
                  </a:lnTo>
                  <a:lnTo>
                    <a:pt x="683777" y="5345202"/>
                  </a:lnTo>
                  <a:lnTo>
                    <a:pt x="683870" y="5345202"/>
                  </a:lnTo>
                  <a:lnTo>
                    <a:pt x="683964" y="5345202"/>
                  </a:lnTo>
                  <a:lnTo>
                    <a:pt x="684057" y="5345202"/>
                  </a:lnTo>
                  <a:lnTo>
                    <a:pt x="684150" y="5345202"/>
                  </a:lnTo>
                  <a:lnTo>
                    <a:pt x="684243" y="5345202"/>
                  </a:lnTo>
                  <a:lnTo>
                    <a:pt x="684337" y="5345202"/>
                  </a:lnTo>
                  <a:lnTo>
                    <a:pt x="684430" y="5345202"/>
                  </a:lnTo>
                  <a:lnTo>
                    <a:pt x="684523" y="5345202"/>
                  </a:lnTo>
                  <a:lnTo>
                    <a:pt x="684616" y="5345202"/>
                  </a:lnTo>
                  <a:lnTo>
                    <a:pt x="684710" y="5345202"/>
                  </a:lnTo>
                  <a:lnTo>
                    <a:pt x="684803" y="5345202"/>
                  </a:lnTo>
                  <a:lnTo>
                    <a:pt x="684896" y="5345202"/>
                  </a:lnTo>
                  <a:lnTo>
                    <a:pt x="684989" y="5345202"/>
                  </a:lnTo>
                  <a:lnTo>
                    <a:pt x="685083" y="5345202"/>
                  </a:lnTo>
                  <a:lnTo>
                    <a:pt x="685176" y="5345202"/>
                  </a:lnTo>
                  <a:lnTo>
                    <a:pt x="685269" y="5345202"/>
                  </a:lnTo>
                  <a:lnTo>
                    <a:pt x="685362" y="5345202"/>
                  </a:lnTo>
                  <a:lnTo>
                    <a:pt x="685456" y="5345202"/>
                  </a:lnTo>
                  <a:lnTo>
                    <a:pt x="685549" y="5345202"/>
                  </a:lnTo>
                  <a:lnTo>
                    <a:pt x="685642" y="5345202"/>
                  </a:lnTo>
                  <a:lnTo>
                    <a:pt x="685735" y="5345202"/>
                  </a:lnTo>
                  <a:lnTo>
                    <a:pt x="685829" y="5345202"/>
                  </a:lnTo>
                  <a:lnTo>
                    <a:pt x="685922" y="5345202"/>
                  </a:lnTo>
                  <a:lnTo>
                    <a:pt x="686015" y="5345202"/>
                  </a:lnTo>
                  <a:lnTo>
                    <a:pt x="686108" y="5345202"/>
                  </a:lnTo>
                  <a:lnTo>
                    <a:pt x="686202" y="5345202"/>
                  </a:lnTo>
                  <a:lnTo>
                    <a:pt x="686295" y="5345202"/>
                  </a:lnTo>
                  <a:lnTo>
                    <a:pt x="686388" y="5345202"/>
                  </a:lnTo>
                  <a:lnTo>
                    <a:pt x="686481" y="5345202"/>
                  </a:lnTo>
                  <a:lnTo>
                    <a:pt x="686575" y="5345202"/>
                  </a:lnTo>
                  <a:lnTo>
                    <a:pt x="686668" y="5345202"/>
                  </a:lnTo>
                  <a:lnTo>
                    <a:pt x="686761" y="5345202"/>
                  </a:lnTo>
                  <a:lnTo>
                    <a:pt x="686854" y="5345202"/>
                  </a:lnTo>
                  <a:lnTo>
                    <a:pt x="686947" y="5345202"/>
                  </a:lnTo>
                  <a:lnTo>
                    <a:pt x="687041" y="5345202"/>
                  </a:lnTo>
                  <a:lnTo>
                    <a:pt x="687134" y="5345202"/>
                  </a:lnTo>
                  <a:lnTo>
                    <a:pt x="687227" y="5345202"/>
                  </a:lnTo>
                  <a:lnTo>
                    <a:pt x="687320" y="5345202"/>
                  </a:lnTo>
                  <a:lnTo>
                    <a:pt x="687414" y="5345202"/>
                  </a:lnTo>
                  <a:lnTo>
                    <a:pt x="687507" y="5345202"/>
                  </a:lnTo>
                  <a:lnTo>
                    <a:pt x="687600" y="5345202"/>
                  </a:lnTo>
                  <a:lnTo>
                    <a:pt x="687693" y="5345202"/>
                  </a:lnTo>
                  <a:lnTo>
                    <a:pt x="687787" y="5345202"/>
                  </a:lnTo>
                  <a:lnTo>
                    <a:pt x="687880" y="5345202"/>
                  </a:lnTo>
                  <a:lnTo>
                    <a:pt x="687973" y="5345202"/>
                  </a:lnTo>
                  <a:lnTo>
                    <a:pt x="688066" y="5345202"/>
                  </a:lnTo>
                  <a:lnTo>
                    <a:pt x="688160" y="5345202"/>
                  </a:lnTo>
                  <a:lnTo>
                    <a:pt x="688253" y="5345202"/>
                  </a:lnTo>
                  <a:lnTo>
                    <a:pt x="688346" y="5345202"/>
                  </a:lnTo>
                  <a:lnTo>
                    <a:pt x="688439" y="5345202"/>
                  </a:lnTo>
                  <a:lnTo>
                    <a:pt x="688533" y="5345202"/>
                  </a:lnTo>
                  <a:lnTo>
                    <a:pt x="688626" y="5345202"/>
                  </a:lnTo>
                  <a:lnTo>
                    <a:pt x="688719" y="5345202"/>
                  </a:lnTo>
                  <a:lnTo>
                    <a:pt x="688812" y="5345202"/>
                  </a:lnTo>
                  <a:lnTo>
                    <a:pt x="688906" y="5345202"/>
                  </a:lnTo>
                  <a:lnTo>
                    <a:pt x="688999" y="5345202"/>
                  </a:lnTo>
                  <a:lnTo>
                    <a:pt x="689092" y="5345202"/>
                  </a:lnTo>
                  <a:lnTo>
                    <a:pt x="689185" y="5345202"/>
                  </a:lnTo>
                  <a:lnTo>
                    <a:pt x="689279" y="5345202"/>
                  </a:lnTo>
                  <a:lnTo>
                    <a:pt x="689372" y="5345202"/>
                  </a:lnTo>
                  <a:lnTo>
                    <a:pt x="689465" y="5345202"/>
                  </a:lnTo>
                  <a:lnTo>
                    <a:pt x="689558" y="5345202"/>
                  </a:lnTo>
                  <a:lnTo>
                    <a:pt x="689652" y="5345202"/>
                  </a:lnTo>
                  <a:lnTo>
                    <a:pt x="689745" y="5345202"/>
                  </a:lnTo>
                  <a:lnTo>
                    <a:pt x="689838" y="5345202"/>
                  </a:lnTo>
                  <a:lnTo>
                    <a:pt x="689931" y="5345202"/>
                  </a:lnTo>
                  <a:lnTo>
                    <a:pt x="690025" y="5345202"/>
                  </a:lnTo>
                  <a:lnTo>
                    <a:pt x="690118" y="5345202"/>
                  </a:lnTo>
                  <a:lnTo>
                    <a:pt x="690211" y="5345202"/>
                  </a:lnTo>
                  <a:lnTo>
                    <a:pt x="690304" y="5345202"/>
                  </a:lnTo>
                  <a:lnTo>
                    <a:pt x="690398" y="5345202"/>
                  </a:lnTo>
                  <a:lnTo>
                    <a:pt x="690491" y="5345202"/>
                  </a:lnTo>
                  <a:lnTo>
                    <a:pt x="690584" y="5345202"/>
                  </a:lnTo>
                  <a:lnTo>
                    <a:pt x="690677" y="5345202"/>
                  </a:lnTo>
                  <a:lnTo>
                    <a:pt x="690771" y="5345202"/>
                  </a:lnTo>
                  <a:lnTo>
                    <a:pt x="690864" y="5345202"/>
                  </a:lnTo>
                  <a:lnTo>
                    <a:pt x="690957" y="5345202"/>
                  </a:lnTo>
                  <a:lnTo>
                    <a:pt x="691050" y="5345202"/>
                  </a:lnTo>
                  <a:lnTo>
                    <a:pt x="691144" y="5345202"/>
                  </a:lnTo>
                  <a:lnTo>
                    <a:pt x="691237" y="5345202"/>
                  </a:lnTo>
                  <a:lnTo>
                    <a:pt x="691330" y="5345202"/>
                  </a:lnTo>
                  <a:lnTo>
                    <a:pt x="691423" y="5345202"/>
                  </a:lnTo>
                  <a:lnTo>
                    <a:pt x="691517" y="5345202"/>
                  </a:lnTo>
                  <a:lnTo>
                    <a:pt x="691610" y="5345202"/>
                  </a:lnTo>
                  <a:lnTo>
                    <a:pt x="691703" y="5345202"/>
                  </a:lnTo>
                  <a:lnTo>
                    <a:pt x="691796" y="5345202"/>
                  </a:lnTo>
                  <a:lnTo>
                    <a:pt x="691890" y="5345202"/>
                  </a:lnTo>
                  <a:lnTo>
                    <a:pt x="691983" y="5345202"/>
                  </a:lnTo>
                  <a:lnTo>
                    <a:pt x="691983" y="5335248"/>
                  </a:lnTo>
                  <a:lnTo>
                    <a:pt x="692076" y="5335248"/>
                  </a:lnTo>
                  <a:lnTo>
                    <a:pt x="692169" y="5335248"/>
                  </a:lnTo>
                  <a:lnTo>
                    <a:pt x="692263" y="5335248"/>
                  </a:lnTo>
                  <a:lnTo>
                    <a:pt x="692356" y="5335248"/>
                  </a:lnTo>
                  <a:lnTo>
                    <a:pt x="692449" y="5335248"/>
                  </a:lnTo>
                  <a:lnTo>
                    <a:pt x="692542" y="5335248"/>
                  </a:lnTo>
                  <a:lnTo>
                    <a:pt x="692636" y="5335248"/>
                  </a:lnTo>
                  <a:lnTo>
                    <a:pt x="692729" y="5335248"/>
                  </a:lnTo>
                  <a:lnTo>
                    <a:pt x="692822" y="5335248"/>
                  </a:lnTo>
                  <a:lnTo>
                    <a:pt x="692915" y="5335248"/>
                  </a:lnTo>
                  <a:lnTo>
                    <a:pt x="693009" y="5335248"/>
                  </a:lnTo>
                  <a:lnTo>
                    <a:pt x="693102" y="5335248"/>
                  </a:lnTo>
                  <a:lnTo>
                    <a:pt x="693195" y="5335248"/>
                  </a:lnTo>
                  <a:lnTo>
                    <a:pt x="693288" y="5335248"/>
                  </a:lnTo>
                  <a:lnTo>
                    <a:pt x="693382" y="5335248"/>
                  </a:lnTo>
                  <a:lnTo>
                    <a:pt x="693475" y="5335248"/>
                  </a:lnTo>
                  <a:lnTo>
                    <a:pt x="693568" y="5335248"/>
                  </a:lnTo>
                  <a:lnTo>
                    <a:pt x="693661" y="5335248"/>
                  </a:lnTo>
                  <a:lnTo>
                    <a:pt x="693755" y="5335248"/>
                  </a:lnTo>
                  <a:lnTo>
                    <a:pt x="693848" y="5335248"/>
                  </a:lnTo>
                  <a:lnTo>
                    <a:pt x="693941" y="5335248"/>
                  </a:lnTo>
                  <a:lnTo>
                    <a:pt x="694034" y="5335248"/>
                  </a:lnTo>
                  <a:lnTo>
                    <a:pt x="694127" y="5335248"/>
                  </a:lnTo>
                  <a:lnTo>
                    <a:pt x="694221" y="5335248"/>
                  </a:lnTo>
                  <a:lnTo>
                    <a:pt x="694314" y="5335248"/>
                  </a:lnTo>
                  <a:lnTo>
                    <a:pt x="694407" y="5335248"/>
                  </a:lnTo>
                  <a:lnTo>
                    <a:pt x="694500" y="5335248"/>
                  </a:lnTo>
                  <a:lnTo>
                    <a:pt x="694594" y="5335248"/>
                  </a:lnTo>
                  <a:lnTo>
                    <a:pt x="694687" y="5335248"/>
                  </a:lnTo>
                  <a:lnTo>
                    <a:pt x="694780" y="5335248"/>
                  </a:lnTo>
                  <a:lnTo>
                    <a:pt x="694873" y="5335248"/>
                  </a:lnTo>
                  <a:lnTo>
                    <a:pt x="694967" y="5335248"/>
                  </a:lnTo>
                  <a:lnTo>
                    <a:pt x="695060" y="5335248"/>
                  </a:lnTo>
                  <a:lnTo>
                    <a:pt x="695153" y="5335248"/>
                  </a:lnTo>
                  <a:lnTo>
                    <a:pt x="695246" y="5335248"/>
                  </a:lnTo>
                  <a:lnTo>
                    <a:pt x="695340" y="5335248"/>
                  </a:lnTo>
                  <a:lnTo>
                    <a:pt x="695433" y="5335248"/>
                  </a:lnTo>
                  <a:lnTo>
                    <a:pt x="695526" y="5335248"/>
                  </a:lnTo>
                  <a:lnTo>
                    <a:pt x="695619" y="5335248"/>
                  </a:lnTo>
                  <a:lnTo>
                    <a:pt x="695713" y="5335248"/>
                  </a:lnTo>
                  <a:lnTo>
                    <a:pt x="695806" y="5335248"/>
                  </a:lnTo>
                  <a:lnTo>
                    <a:pt x="695899" y="5335248"/>
                  </a:lnTo>
                  <a:lnTo>
                    <a:pt x="695992" y="5335248"/>
                  </a:lnTo>
                  <a:lnTo>
                    <a:pt x="696086" y="5335248"/>
                  </a:lnTo>
                  <a:lnTo>
                    <a:pt x="696179" y="5335248"/>
                  </a:lnTo>
                  <a:lnTo>
                    <a:pt x="696272" y="5335248"/>
                  </a:lnTo>
                  <a:lnTo>
                    <a:pt x="696365" y="5335248"/>
                  </a:lnTo>
                  <a:lnTo>
                    <a:pt x="696459" y="5335248"/>
                  </a:lnTo>
                  <a:lnTo>
                    <a:pt x="696552" y="5335248"/>
                  </a:lnTo>
                  <a:lnTo>
                    <a:pt x="696645" y="5335248"/>
                  </a:lnTo>
                  <a:lnTo>
                    <a:pt x="696738" y="5335248"/>
                  </a:lnTo>
                  <a:lnTo>
                    <a:pt x="696738" y="5325295"/>
                  </a:lnTo>
                  <a:lnTo>
                    <a:pt x="696832" y="5325295"/>
                  </a:lnTo>
                  <a:lnTo>
                    <a:pt x="696925" y="5325295"/>
                  </a:lnTo>
                  <a:lnTo>
                    <a:pt x="697018" y="5325295"/>
                  </a:lnTo>
                  <a:lnTo>
                    <a:pt x="697111" y="5325295"/>
                  </a:lnTo>
                  <a:lnTo>
                    <a:pt x="697205" y="5325295"/>
                  </a:lnTo>
                  <a:lnTo>
                    <a:pt x="697298" y="5325295"/>
                  </a:lnTo>
                  <a:lnTo>
                    <a:pt x="697391" y="5325295"/>
                  </a:lnTo>
                  <a:lnTo>
                    <a:pt x="697484" y="5325295"/>
                  </a:lnTo>
                  <a:lnTo>
                    <a:pt x="697578" y="5325295"/>
                  </a:lnTo>
                  <a:lnTo>
                    <a:pt x="697671" y="5325295"/>
                  </a:lnTo>
                  <a:lnTo>
                    <a:pt x="697764" y="5325295"/>
                  </a:lnTo>
                  <a:lnTo>
                    <a:pt x="697857" y="5325295"/>
                  </a:lnTo>
                  <a:lnTo>
                    <a:pt x="697951" y="5325295"/>
                  </a:lnTo>
                  <a:lnTo>
                    <a:pt x="698044" y="5325295"/>
                  </a:lnTo>
                  <a:lnTo>
                    <a:pt x="698137" y="5325295"/>
                  </a:lnTo>
                  <a:lnTo>
                    <a:pt x="698230" y="5325295"/>
                  </a:lnTo>
                  <a:lnTo>
                    <a:pt x="698324" y="5325295"/>
                  </a:lnTo>
                  <a:lnTo>
                    <a:pt x="698417" y="5325295"/>
                  </a:lnTo>
                  <a:lnTo>
                    <a:pt x="698510" y="5325295"/>
                  </a:lnTo>
                  <a:lnTo>
                    <a:pt x="698603" y="5325295"/>
                  </a:lnTo>
                  <a:lnTo>
                    <a:pt x="698697" y="5325295"/>
                  </a:lnTo>
                  <a:lnTo>
                    <a:pt x="698697" y="5315341"/>
                  </a:lnTo>
                  <a:lnTo>
                    <a:pt x="698790" y="5315341"/>
                  </a:lnTo>
                  <a:lnTo>
                    <a:pt x="698883" y="5315341"/>
                  </a:lnTo>
                  <a:lnTo>
                    <a:pt x="698976" y="5315341"/>
                  </a:lnTo>
                  <a:lnTo>
                    <a:pt x="699070" y="5315341"/>
                  </a:lnTo>
                  <a:lnTo>
                    <a:pt x="699163" y="5315341"/>
                  </a:lnTo>
                  <a:lnTo>
                    <a:pt x="699256" y="5315341"/>
                  </a:lnTo>
                  <a:lnTo>
                    <a:pt x="699349" y="5315341"/>
                  </a:lnTo>
                  <a:lnTo>
                    <a:pt x="699443" y="5315341"/>
                  </a:lnTo>
                  <a:lnTo>
                    <a:pt x="699536" y="5315341"/>
                  </a:lnTo>
                  <a:lnTo>
                    <a:pt x="699629" y="5315341"/>
                  </a:lnTo>
                  <a:lnTo>
                    <a:pt x="699722" y="5315341"/>
                  </a:lnTo>
                  <a:lnTo>
                    <a:pt x="699722" y="5305387"/>
                  </a:lnTo>
                  <a:lnTo>
                    <a:pt x="699816" y="5305387"/>
                  </a:lnTo>
                  <a:lnTo>
                    <a:pt x="699909" y="5305387"/>
                  </a:lnTo>
                  <a:lnTo>
                    <a:pt x="700002" y="5305387"/>
                  </a:lnTo>
                  <a:lnTo>
                    <a:pt x="700095" y="5305387"/>
                  </a:lnTo>
                  <a:lnTo>
                    <a:pt x="700189" y="5305387"/>
                  </a:lnTo>
                  <a:lnTo>
                    <a:pt x="700189" y="5295433"/>
                  </a:lnTo>
                  <a:lnTo>
                    <a:pt x="700282" y="5295433"/>
                  </a:lnTo>
                  <a:lnTo>
                    <a:pt x="700375" y="5295433"/>
                  </a:lnTo>
                  <a:lnTo>
                    <a:pt x="700468" y="5295433"/>
                  </a:lnTo>
                  <a:lnTo>
                    <a:pt x="700562" y="5295433"/>
                  </a:lnTo>
                  <a:lnTo>
                    <a:pt x="700655" y="5295433"/>
                  </a:lnTo>
                  <a:lnTo>
                    <a:pt x="700748" y="5295433"/>
                  </a:lnTo>
                  <a:lnTo>
                    <a:pt x="700841" y="5295433"/>
                  </a:lnTo>
                  <a:lnTo>
                    <a:pt x="700934" y="5295433"/>
                  </a:lnTo>
                  <a:lnTo>
                    <a:pt x="701028" y="5295433"/>
                  </a:lnTo>
                  <a:lnTo>
                    <a:pt x="701121" y="5295433"/>
                  </a:lnTo>
                  <a:lnTo>
                    <a:pt x="701214" y="5295433"/>
                  </a:lnTo>
                  <a:lnTo>
                    <a:pt x="701307" y="5295433"/>
                  </a:lnTo>
                  <a:lnTo>
                    <a:pt x="701401" y="5295433"/>
                  </a:lnTo>
                  <a:lnTo>
                    <a:pt x="701494" y="5295433"/>
                  </a:lnTo>
                  <a:lnTo>
                    <a:pt x="701587" y="5295433"/>
                  </a:lnTo>
                  <a:lnTo>
                    <a:pt x="701680" y="5295433"/>
                  </a:lnTo>
                  <a:lnTo>
                    <a:pt x="701774" y="5295433"/>
                  </a:lnTo>
                  <a:lnTo>
                    <a:pt x="701867" y="5295433"/>
                  </a:lnTo>
                  <a:lnTo>
                    <a:pt x="701960" y="5295433"/>
                  </a:lnTo>
                  <a:lnTo>
                    <a:pt x="702053" y="5295433"/>
                  </a:lnTo>
                  <a:lnTo>
                    <a:pt x="702147" y="5295433"/>
                  </a:lnTo>
                  <a:lnTo>
                    <a:pt x="702240" y="5295433"/>
                  </a:lnTo>
                  <a:lnTo>
                    <a:pt x="702333" y="5295433"/>
                  </a:lnTo>
                  <a:lnTo>
                    <a:pt x="702426" y="5295433"/>
                  </a:lnTo>
                  <a:lnTo>
                    <a:pt x="702520" y="5295433"/>
                  </a:lnTo>
                  <a:lnTo>
                    <a:pt x="702613" y="5295433"/>
                  </a:lnTo>
                  <a:lnTo>
                    <a:pt x="702706" y="5295433"/>
                  </a:lnTo>
                  <a:lnTo>
                    <a:pt x="702799" y="5295433"/>
                  </a:lnTo>
                  <a:lnTo>
                    <a:pt x="702893" y="5295433"/>
                  </a:lnTo>
                  <a:lnTo>
                    <a:pt x="702986" y="5295433"/>
                  </a:lnTo>
                  <a:lnTo>
                    <a:pt x="703079" y="5295433"/>
                  </a:lnTo>
                  <a:lnTo>
                    <a:pt x="703172" y="5295433"/>
                  </a:lnTo>
                  <a:lnTo>
                    <a:pt x="703266" y="5295433"/>
                  </a:lnTo>
                  <a:lnTo>
                    <a:pt x="703359" y="5295433"/>
                  </a:lnTo>
                  <a:lnTo>
                    <a:pt x="703452" y="5295433"/>
                  </a:lnTo>
                  <a:lnTo>
                    <a:pt x="703545" y="5295433"/>
                  </a:lnTo>
                  <a:lnTo>
                    <a:pt x="703639" y="5295433"/>
                  </a:lnTo>
                  <a:lnTo>
                    <a:pt x="703732" y="5295433"/>
                  </a:lnTo>
                  <a:lnTo>
                    <a:pt x="703825" y="5295433"/>
                  </a:lnTo>
                  <a:lnTo>
                    <a:pt x="703918" y="5295433"/>
                  </a:lnTo>
                  <a:lnTo>
                    <a:pt x="703918" y="5285479"/>
                  </a:lnTo>
                  <a:lnTo>
                    <a:pt x="704012" y="5285479"/>
                  </a:lnTo>
                  <a:lnTo>
                    <a:pt x="704105" y="5285479"/>
                  </a:lnTo>
                  <a:lnTo>
                    <a:pt x="704198" y="5285479"/>
                  </a:lnTo>
                  <a:lnTo>
                    <a:pt x="704291" y="5285479"/>
                  </a:lnTo>
                  <a:lnTo>
                    <a:pt x="704385" y="5285479"/>
                  </a:lnTo>
                  <a:lnTo>
                    <a:pt x="704478" y="5285479"/>
                  </a:lnTo>
                  <a:lnTo>
                    <a:pt x="704571" y="5285479"/>
                  </a:lnTo>
                  <a:lnTo>
                    <a:pt x="704664" y="5285479"/>
                  </a:lnTo>
                  <a:lnTo>
                    <a:pt x="704758" y="5285479"/>
                  </a:lnTo>
                  <a:lnTo>
                    <a:pt x="704851" y="5285479"/>
                  </a:lnTo>
                  <a:lnTo>
                    <a:pt x="704944" y="5285479"/>
                  </a:lnTo>
                  <a:lnTo>
                    <a:pt x="705037" y="5285479"/>
                  </a:lnTo>
                  <a:lnTo>
                    <a:pt x="705131" y="5285479"/>
                  </a:lnTo>
                  <a:lnTo>
                    <a:pt x="705224" y="5285479"/>
                  </a:lnTo>
                  <a:lnTo>
                    <a:pt x="705317" y="5285479"/>
                  </a:lnTo>
                  <a:lnTo>
                    <a:pt x="705410" y="5285479"/>
                  </a:lnTo>
                  <a:lnTo>
                    <a:pt x="705504" y="5285479"/>
                  </a:lnTo>
                  <a:lnTo>
                    <a:pt x="705597" y="5285479"/>
                  </a:lnTo>
                  <a:lnTo>
                    <a:pt x="705690" y="5285479"/>
                  </a:lnTo>
                  <a:lnTo>
                    <a:pt x="705783" y="5285479"/>
                  </a:lnTo>
                  <a:lnTo>
                    <a:pt x="705877" y="5285479"/>
                  </a:lnTo>
                  <a:lnTo>
                    <a:pt x="705970" y="5285479"/>
                  </a:lnTo>
                  <a:lnTo>
                    <a:pt x="706063" y="5285479"/>
                  </a:lnTo>
                  <a:lnTo>
                    <a:pt x="706156" y="5285479"/>
                  </a:lnTo>
                  <a:lnTo>
                    <a:pt x="706250" y="5285479"/>
                  </a:lnTo>
                  <a:lnTo>
                    <a:pt x="706343" y="5285479"/>
                  </a:lnTo>
                  <a:lnTo>
                    <a:pt x="706436" y="5285479"/>
                  </a:lnTo>
                  <a:lnTo>
                    <a:pt x="706529" y="5285479"/>
                  </a:lnTo>
                  <a:lnTo>
                    <a:pt x="706623" y="5285479"/>
                  </a:lnTo>
                  <a:lnTo>
                    <a:pt x="706716" y="5285479"/>
                  </a:lnTo>
                  <a:lnTo>
                    <a:pt x="706809" y="5285479"/>
                  </a:lnTo>
                  <a:lnTo>
                    <a:pt x="706902" y="5285479"/>
                  </a:lnTo>
                  <a:lnTo>
                    <a:pt x="706996" y="5285479"/>
                  </a:lnTo>
                  <a:lnTo>
                    <a:pt x="707089" y="5285479"/>
                  </a:lnTo>
                  <a:lnTo>
                    <a:pt x="707182" y="5285479"/>
                  </a:lnTo>
                  <a:lnTo>
                    <a:pt x="707275" y="5285479"/>
                  </a:lnTo>
                  <a:lnTo>
                    <a:pt x="707369" y="5285479"/>
                  </a:lnTo>
                  <a:lnTo>
                    <a:pt x="707462" y="5285479"/>
                  </a:lnTo>
                  <a:lnTo>
                    <a:pt x="707555" y="5285479"/>
                  </a:lnTo>
                  <a:lnTo>
                    <a:pt x="707648" y="5285479"/>
                  </a:lnTo>
                  <a:lnTo>
                    <a:pt x="707741" y="5285479"/>
                  </a:lnTo>
                  <a:lnTo>
                    <a:pt x="707835" y="5285479"/>
                  </a:lnTo>
                  <a:lnTo>
                    <a:pt x="707928" y="5285479"/>
                  </a:lnTo>
                  <a:lnTo>
                    <a:pt x="708021" y="5285479"/>
                  </a:lnTo>
                  <a:lnTo>
                    <a:pt x="708114" y="5285479"/>
                  </a:lnTo>
                  <a:lnTo>
                    <a:pt x="708208" y="5285479"/>
                  </a:lnTo>
                  <a:lnTo>
                    <a:pt x="708301" y="5285479"/>
                  </a:lnTo>
                  <a:lnTo>
                    <a:pt x="708394" y="5285479"/>
                  </a:lnTo>
                  <a:lnTo>
                    <a:pt x="708487" y="5285479"/>
                  </a:lnTo>
                  <a:lnTo>
                    <a:pt x="708581" y="5285479"/>
                  </a:lnTo>
                  <a:lnTo>
                    <a:pt x="708674" y="5285479"/>
                  </a:lnTo>
                  <a:lnTo>
                    <a:pt x="708767" y="5285479"/>
                  </a:lnTo>
                  <a:lnTo>
                    <a:pt x="708860" y="5285479"/>
                  </a:lnTo>
                  <a:lnTo>
                    <a:pt x="708954" y="5285479"/>
                  </a:lnTo>
                  <a:lnTo>
                    <a:pt x="709047" y="5285479"/>
                  </a:lnTo>
                  <a:lnTo>
                    <a:pt x="709140" y="5285479"/>
                  </a:lnTo>
                  <a:lnTo>
                    <a:pt x="709233" y="5285479"/>
                  </a:lnTo>
                  <a:lnTo>
                    <a:pt x="709327" y="5285479"/>
                  </a:lnTo>
                  <a:lnTo>
                    <a:pt x="709420" y="5285479"/>
                  </a:lnTo>
                  <a:lnTo>
                    <a:pt x="709513" y="5285479"/>
                  </a:lnTo>
                  <a:lnTo>
                    <a:pt x="709606" y="5285479"/>
                  </a:lnTo>
                  <a:lnTo>
                    <a:pt x="709700" y="5285479"/>
                  </a:lnTo>
                  <a:lnTo>
                    <a:pt x="709793" y="5285479"/>
                  </a:lnTo>
                  <a:lnTo>
                    <a:pt x="709886" y="5285479"/>
                  </a:lnTo>
                  <a:lnTo>
                    <a:pt x="709979" y="5285479"/>
                  </a:lnTo>
                  <a:lnTo>
                    <a:pt x="710073" y="5285479"/>
                  </a:lnTo>
                  <a:lnTo>
                    <a:pt x="710166" y="5285479"/>
                  </a:lnTo>
                  <a:lnTo>
                    <a:pt x="710259" y="5285479"/>
                  </a:lnTo>
                  <a:lnTo>
                    <a:pt x="710352" y="5285479"/>
                  </a:lnTo>
                  <a:lnTo>
                    <a:pt x="710446" y="5285479"/>
                  </a:lnTo>
                  <a:lnTo>
                    <a:pt x="710539" y="5285479"/>
                  </a:lnTo>
                  <a:lnTo>
                    <a:pt x="710632" y="5285479"/>
                  </a:lnTo>
                  <a:lnTo>
                    <a:pt x="710725" y="5285479"/>
                  </a:lnTo>
                  <a:lnTo>
                    <a:pt x="710819" y="5285479"/>
                  </a:lnTo>
                  <a:lnTo>
                    <a:pt x="710912" y="5285479"/>
                  </a:lnTo>
                  <a:lnTo>
                    <a:pt x="711005" y="5285479"/>
                  </a:lnTo>
                  <a:lnTo>
                    <a:pt x="711098" y="5285479"/>
                  </a:lnTo>
                  <a:lnTo>
                    <a:pt x="711192" y="5285479"/>
                  </a:lnTo>
                  <a:lnTo>
                    <a:pt x="711285" y="5285479"/>
                  </a:lnTo>
                  <a:lnTo>
                    <a:pt x="711378" y="5285479"/>
                  </a:lnTo>
                  <a:lnTo>
                    <a:pt x="711471" y="5285479"/>
                  </a:lnTo>
                  <a:lnTo>
                    <a:pt x="711565" y="5285479"/>
                  </a:lnTo>
                  <a:lnTo>
                    <a:pt x="711658" y="5285479"/>
                  </a:lnTo>
                  <a:lnTo>
                    <a:pt x="711751" y="5285479"/>
                  </a:lnTo>
                  <a:lnTo>
                    <a:pt x="711844" y="5285479"/>
                  </a:lnTo>
                  <a:lnTo>
                    <a:pt x="711938" y="5285479"/>
                  </a:lnTo>
                  <a:lnTo>
                    <a:pt x="712031" y="5285479"/>
                  </a:lnTo>
                  <a:lnTo>
                    <a:pt x="712124" y="5285479"/>
                  </a:lnTo>
                  <a:lnTo>
                    <a:pt x="712217" y="5285479"/>
                  </a:lnTo>
                  <a:lnTo>
                    <a:pt x="712311" y="5285479"/>
                  </a:lnTo>
                  <a:lnTo>
                    <a:pt x="712404" y="5285479"/>
                  </a:lnTo>
                  <a:lnTo>
                    <a:pt x="712497" y="5285479"/>
                  </a:lnTo>
                  <a:lnTo>
                    <a:pt x="712590" y="5285479"/>
                  </a:lnTo>
                  <a:lnTo>
                    <a:pt x="712684" y="5285479"/>
                  </a:lnTo>
                  <a:lnTo>
                    <a:pt x="712777" y="5285479"/>
                  </a:lnTo>
                  <a:lnTo>
                    <a:pt x="712870" y="5285479"/>
                  </a:lnTo>
                  <a:lnTo>
                    <a:pt x="712963" y="5285479"/>
                  </a:lnTo>
                  <a:lnTo>
                    <a:pt x="713057" y="5285479"/>
                  </a:lnTo>
                  <a:lnTo>
                    <a:pt x="713150" y="5285479"/>
                  </a:lnTo>
                  <a:lnTo>
                    <a:pt x="713243" y="5285479"/>
                  </a:lnTo>
                  <a:lnTo>
                    <a:pt x="713336" y="5285479"/>
                  </a:lnTo>
                  <a:lnTo>
                    <a:pt x="713430" y="5285479"/>
                  </a:lnTo>
                  <a:lnTo>
                    <a:pt x="713523" y="5285479"/>
                  </a:lnTo>
                  <a:lnTo>
                    <a:pt x="713616" y="5285479"/>
                  </a:lnTo>
                  <a:lnTo>
                    <a:pt x="713709" y="5285479"/>
                  </a:lnTo>
                  <a:lnTo>
                    <a:pt x="713803" y="5285479"/>
                  </a:lnTo>
                  <a:lnTo>
                    <a:pt x="713896" y="5285479"/>
                  </a:lnTo>
                  <a:lnTo>
                    <a:pt x="713989" y="5285479"/>
                  </a:lnTo>
                  <a:lnTo>
                    <a:pt x="714082" y="5285479"/>
                  </a:lnTo>
                  <a:lnTo>
                    <a:pt x="714176" y="5285479"/>
                  </a:lnTo>
                  <a:lnTo>
                    <a:pt x="714269" y="5285479"/>
                  </a:lnTo>
                  <a:lnTo>
                    <a:pt x="714362" y="5285479"/>
                  </a:lnTo>
                  <a:lnTo>
                    <a:pt x="714455" y="5285479"/>
                  </a:lnTo>
                  <a:lnTo>
                    <a:pt x="714549" y="5285479"/>
                  </a:lnTo>
                  <a:lnTo>
                    <a:pt x="714642" y="5285479"/>
                  </a:lnTo>
                  <a:lnTo>
                    <a:pt x="714735" y="5285479"/>
                  </a:lnTo>
                  <a:lnTo>
                    <a:pt x="714828" y="5285479"/>
                  </a:lnTo>
                  <a:lnTo>
                    <a:pt x="714921" y="5285479"/>
                  </a:lnTo>
                  <a:lnTo>
                    <a:pt x="715015" y="5285479"/>
                  </a:lnTo>
                  <a:lnTo>
                    <a:pt x="715108" y="5285479"/>
                  </a:lnTo>
                  <a:lnTo>
                    <a:pt x="715201" y="5285479"/>
                  </a:lnTo>
                  <a:lnTo>
                    <a:pt x="715294" y="5285479"/>
                  </a:lnTo>
                  <a:lnTo>
                    <a:pt x="715388" y="5285479"/>
                  </a:lnTo>
                  <a:lnTo>
                    <a:pt x="715481" y="5285479"/>
                  </a:lnTo>
                  <a:lnTo>
                    <a:pt x="715574" y="5285479"/>
                  </a:lnTo>
                  <a:lnTo>
                    <a:pt x="715667" y="5285479"/>
                  </a:lnTo>
                  <a:lnTo>
                    <a:pt x="715761" y="5285479"/>
                  </a:lnTo>
                  <a:lnTo>
                    <a:pt x="715854" y="5285479"/>
                  </a:lnTo>
                  <a:lnTo>
                    <a:pt x="715947" y="5285479"/>
                  </a:lnTo>
                  <a:lnTo>
                    <a:pt x="716040" y="5285479"/>
                  </a:lnTo>
                  <a:lnTo>
                    <a:pt x="716134" y="5285479"/>
                  </a:lnTo>
                  <a:lnTo>
                    <a:pt x="716227" y="5285479"/>
                  </a:lnTo>
                  <a:lnTo>
                    <a:pt x="716320" y="5285479"/>
                  </a:lnTo>
                  <a:lnTo>
                    <a:pt x="716413" y="5285479"/>
                  </a:lnTo>
                  <a:lnTo>
                    <a:pt x="716507" y="5285479"/>
                  </a:lnTo>
                  <a:lnTo>
                    <a:pt x="716600" y="5285479"/>
                  </a:lnTo>
                  <a:lnTo>
                    <a:pt x="716693" y="5285479"/>
                  </a:lnTo>
                  <a:lnTo>
                    <a:pt x="716786" y="5285479"/>
                  </a:lnTo>
                  <a:lnTo>
                    <a:pt x="716880" y="5285479"/>
                  </a:lnTo>
                  <a:lnTo>
                    <a:pt x="716973" y="5285479"/>
                  </a:lnTo>
                  <a:lnTo>
                    <a:pt x="717066" y="5285479"/>
                  </a:lnTo>
                  <a:lnTo>
                    <a:pt x="717159" y="5285479"/>
                  </a:lnTo>
                  <a:lnTo>
                    <a:pt x="717253" y="5285479"/>
                  </a:lnTo>
                  <a:lnTo>
                    <a:pt x="717346" y="5285479"/>
                  </a:lnTo>
                  <a:lnTo>
                    <a:pt x="717346" y="5275525"/>
                  </a:lnTo>
                  <a:lnTo>
                    <a:pt x="717439" y="5275525"/>
                  </a:lnTo>
                  <a:lnTo>
                    <a:pt x="717532" y="5275525"/>
                  </a:lnTo>
                  <a:lnTo>
                    <a:pt x="717626" y="5275525"/>
                  </a:lnTo>
                  <a:lnTo>
                    <a:pt x="717719" y="5275525"/>
                  </a:lnTo>
                  <a:lnTo>
                    <a:pt x="717812" y="5275525"/>
                  </a:lnTo>
                  <a:lnTo>
                    <a:pt x="717905" y="5275525"/>
                  </a:lnTo>
                  <a:lnTo>
                    <a:pt x="717999" y="5275525"/>
                  </a:lnTo>
                  <a:lnTo>
                    <a:pt x="718092" y="5275525"/>
                  </a:lnTo>
                  <a:lnTo>
                    <a:pt x="718185" y="5275525"/>
                  </a:lnTo>
                  <a:lnTo>
                    <a:pt x="718278" y="5275525"/>
                  </a:lnTo>
                  <a:lnTo>
                    <a:pt x="718372" y="5275525"/>
                  </a:lnTo>
                  <a:lnTo>
                    <a:pt x="718465" y="5275525"/>
                  </a:lnTo>
                  <a:lnTo>
                    <a:pt x="718558" y="5275525"/>
                  </a:lnTo>
                  <a:lnTo>
                    <a:pt x="718651" y="5275525"/>
                  </a:lnTo>
                  <a:lnTo>
                    <a:pt x="718745" y="5275525"/>
                  </a:lnTo>
                  <a:lnTo>
                    <a:pt x="718838" y="5275525"/>
                  </a:lnTo>
                  <a:lnTo>
                    <a:pt x="718931" y="5275525"/>
                  </a:lnTo>
                  <a:lnTo>
                    <a:pt x="719024" y="5275525"/>
                  </a:lnTo>
                  <a:lnTo>
                    <a:pt x="719118" y="5275525"/>
                  </a:lnTo>
                  <a:lnTo>
                    <a:pt x="719211" y="5275525"/>
                  </a:lnTo>
                  <a:lnTo>
                    <a:pt x="719304" y="5275525"/>
                  </a:lnTo>
                  <a:lnTo>
                    <a:pt x="719397" y="5275525"/>
                  </a:lnTo>
                  <a:lnTo>
                    <a:pt x="719491" y="5275525"/>
                  </a:lnTo>
                  <a:lnTo>
                    <a:pt x="719584" y="5275525"/>
                  </a:lnTo>
                  <a:lnTo>
                    <a:pt x="719677" y="5275525"/>
                  </a:lnTo>
                  <a:lnTo>
                    <a:pt x="719770" y="5275525"/>
                  </a:lnTo>
                  <a:lnTo>
                    <a:pt x="719864" y="5275525"/>
                  </a:lnTo>
                  <a:lnTo>
                    <a:pt x="719957" y="5275525"/>
                  </a:lnTo>
                  <a:lnTo>
                    <a:pt x="720050" y="5275525"/>
                  </a:lnTo>
                  <a:lnTo>
                    <a:pt x="720143" y="5275525"/>
                  </a:lnTo>
                  <a:lnTo>
                    <a:pt x="720237" y="5275525"/>
                  </a:lnTo>
                  <a:lnTo>
                    <a:pt x="720330" y="5275525"/>
                  </a:lnTo>
                  <a:lnTo>
                    <a:pt x="720423" y="5275525"/>
                  </a:lnTo>
                  <a:lnTo>
                    <a:pt x="720516" y="5275525"/>
                  </a:lnTo>
                  <a:lnTo>
                    <a:pt x="720610" y="5275525"/>
                  </a:lnTo>
                  <a:lnTo>
                    <a:pt x="720703" y="5275525"/>
                  </a:lnTo>
                  <a:lnTo>
                    <a:pt x="720796" y="5275525"/>
                  </a:lnTo>
                  <a:lnTo>
                    <a:pt x="720889" y="5275525"/>
                  </a:lnTo>
                  <a:lnTo>
                    <a:pt x="720983" y="5275525"/>
                  </a:lnTo>
                  <a:lnTo>
                    <a:pt x="721076" y="5275525"/>
                  </a:lnTo>
                  <a:lnTo>
                    <a:pt x="721169" y="5275525"/>
                  </a:lnTo>
                  <a:lnTo>
                    <a:pt x="721262" y="5275525"/>
                  </a:lnTo>
                  <a:lnTo>
                    <a:pt x="721356" y="5275525"/>
                  </a:lnTo>
                  <a:lnTo>
                    <a:pt x="721449" y="5275525"/>
                  </a:lnTo>
                  <a:lnTo>
                    <a:pt x="721542" y="5275525"/>
                  </a:lnTo>
                  <a:lnTo>
                    <a:pt x="721635" y="5275525"/>
                  </a:lnTo>
                  <a:lnTo>
                    <a:pt x="721728" y="5275525"/>
                  </a:lnTo>
                  <a:lnTo>
                    <a:pt x="721822" y="5275525"/>
                  </a:lnTo>
                  <a:lnTo>
                    <a:pt x="721915" y="5275525"/>
                  </a:lnTo>
                  <a:lnTo>
                    <a:pt x="722008" y="5275525"/>
                  </a:lnTo>
                  <a:lnTo>
                    <a:pt x="722101" y="5275525"/>
                  </a:lnTo>
                  <a:lnTo>
                    <a:pt x="722195" y="5275525"/>
                  </a:lnTo>
                  <a:lnTo>
                    <a:pt x="722288" y="5275525"/>
                  </a:lnTo>
                  <a:lnTo>
                    <a:pt x="722381" y="5275525"/>
                  </a:lnTo>
                  <a:lnTo>
                    <a:pt x="722474" y="5275525"/>
                  </a:lnTo>
                  <a:lnTo>
                    <a:pt x="722568" y="5275525"/>
                  </a:lnTo>
                  <a:lnTo>
                    <a:pt x="722661" y="5275525"/>
                  </a:lnTo>
                  <a:lnTo>
                    <a:pt x="722754" y="5275525"/>
                  </a:lnTo>
                  <a:lnTo>
                    <a:pt x="722847" y="5275525"/>
                  </a:lnTo>
                  <a:lnTo>
                    <a:pt x="722941" y="5275525"/>
                  </a:lnTo>
                  <a:lnTo>
                    <a:pt x="723034" y="5275525"/>
                  </a:lnTo>
                  <a:lnTo>
                    <a:pt x="723127" y="5275525"/>
                  </a:lnTo>
                  <a:lnTo>
                    <a:pt x="723220" y="5275525"/>
                  </a:lnTo>
                  <a:lnTo>
                    <a:pt x="723314" y="5275525"/>
                  </a:lnTo>
                  <a:lnTo>
                    <a:pt x="723407" y="5275525"/>
                  </a:lnTo>
                  <a:lnTo>
                    <a:pt x="723500" y="5275525"/>
                  </a:lnTo>
                  <a:lnTo>
                    <a:pt x="723593" y="5275525"/>
                  </a:lnTo>
                  <a:lnTo>
                    <a:pt x="723687" y="5275525"/>
                  </a:lnTo>
                  <a:lnTo>
                    <a:pt x="723780" y="5275525"/>
                  </a:lnTo>
                  <a:lnTo>
                    <a:pt x="723873" y="5275525"/>
                  </a:lnTo>
                  <a:lnTo>
                    <a:pt x="723966" y="5275525"/>
                  </a:lnTo>
                  <a:lnTo>
                    <a:pt x="724060" y="5275525"/>
                  </a:lnTo>
                  <a:lnTo>
                    <a:pt x="724153" y="5275525"/>
                  </a:lnTo>
                  <a:lnTo>
                    <a:pt x="724246" y="5275525"/>
                  </a:lnTo>
                  <a:lnTo>
                    <a:pt x="724339" y="5275525"/>
                  </a:lnTo>
                  <a:lnTo>
                    <a:pt x="724433" y="5275525"/>
                  </a:lnTo>
                  <a:lnTo>
                    <a:pt x="724526" y="5275525"/>
                  </a:lnTo>
                  <a:lnTo>
                    <a:pt x="724619" y="5275525"/>
                  </a:lnTo>
                  <a:lnTo>
                    <a:pt x="724712" y="5275525"/>
                  </a:lnTo>
                  <a:lnTo>
                    <a:pt x="724806" y="5275525"/>
                  </a:lnTo>
                  <a:lnTo>
                    <a:pt x="724899" y="5275525"/>
                  </a:lnTo>
                  <a:lnTo>
                    <a:pt x="724992" y="5275525"/>
                  </a:lnTo>
                  <a:lnTo>
                    <a:pt x="725085" y="5275525"/>
                  </a:lnTo>
                  <a:lnTo>
                    <a:pt x="725179" y="5275525"/>
                  </a:lnTo>
                  <a:lnTo>
                    <a:pt x="725272" y="5275525"/>
                  </a:lnTo>
                  <a:lnTo>
                    <a:pt x="725365" y="5275525"/>
                  </a:lnTo>
                  <a:lnTo>
                    <a:pt x="725458" y="5275525"/>
                  </a:lnTo>
                  <a:lnTo>
                    <a:pt x="725552" y="5275525"/>
                  </a:lnTo>
                  <a:lnTo>
                    <a:pt x="725645" y="5275525"/>
                  </a:lnTo>
                  <a:lnTo>
                    <a:pt x="725738" y="5275525"/>
                  </a:lnTo>
                  <a:lnTo>
                    <a:pt x="725831" y="5275525"/>
                  </a:lnTo>
                  <a:lnTo>
                    <a:pt x="725925" y="5275525"/>
                  </a:lnTo>
                  <a:lnTo>
                    <a:pt x="726018" y="5275525"/>
                  </a:lnTo>
                  <a:lnTo>
                    <a:pt x="726111" y="5275525"/>
                  </a:lnTo>
                  <a:lnTo>
                    <a:pt x="726204" y="5275525"/>
                  </a:lnTo>
                  <a:lnTo>
                    <a:pt x="726298" y="5275525"/>
                  </a:lnTo>
                  <a:lnTo>
                    <a:pt x="726298" y="5265572"/>
                  </a:lnTo>
                  <a:lnTo>
                    <a:pt x="726391" y="5265572"/>
                  </a:lnTo>
                  <a:lnTo>
                    <a:pt x="726484" y="5265572"/>
                  </a:lnTo>
                  <a:lnTo>
                    <a:pt x="726577" y="5265572"/>
                  </a:lnTo>
                  <a:lnTo>
                    <a:pt x="726671" y="5265572"/>
                  </a:lnTo>
                  <a:lnTo>
                    <a:pt x="726764" y="5265572"/>
                  </a:lnTo>
                  <a:lnTo>
                    <a:pt x="726857" y="5265572"/>
                  </a:lnTo>
                  <a:lnTo>
                    <a:pt x="726950" y="5265572"/>
                  </a:lnTo>
                  <a:lnTo>
                    <a:pt x="727044" y="5265572"/>
                  </a:lnTo>
                  <a:lnTo>
                    <a:pt x="727137" y="5265572"/>
                  </a:lnTo>
                  <a:lnTo>
                    <a:pt x="727230" y="5265572"/>
                  </a:lnTo>
                  <a:lnTo>
                    <a:pt x="727323" y="5265572"/>
                  </a:lnTo>
                  <a:lnTo>
                    <a:pt x="727417" y="5265572"/>
                  </a:lnTo>
                  <a:lnTo>
                    <a:pt x="727510" y="5265572"/>
                  </a:lnTo>
                  <a:lnTo>
                    <a:pt x="727603" y="5265572"/>
                  </a:lnTo>
                  <a:lnTo>
                    <a:pt x="727696" y="5265572"/>
                  </a:lnTo>
                  <a:lnTo>
                    <a:pt x="727790" y="5265572"/>
                  </a:lnTo>
                  <a:lnTo>
                    <a:pt x="727883" y="5265572"/>
                  </a:lnTo>
                  <a:lnTo>
                    <a:pt x="727976" y="5265572"/>
                  </a:lnTo>
                  <a:lnTo>
                    <a:pt x="728069" y="5265572"/>
                  </a:lnTo>
                  <a:lnTo>
                    <a:pt x="728163" y="5265572"/>
                  </a:lnTo>
                  <a:lnTo>
                    <a:pt x="728256" y="5265572"/>
                  </a:lnTo>
                  <a:lnTo>
                    <a:pt x="728349" y="5265572"/>
                  </a:lnTo>
                  <a:lnTo>
                    <a:pt x="728442" y="5265572"/>
                  </a:lnTo>
                  <a:lnTo>
                    <a:pt x="728535" y="5265572"/>
                  </a:lnTo>
                  <a:lnTo>
                    <a:pt x="728629" y="5265572"/>
                  </a:lnTo>
                  <a:lnTo>
                    <a:pt x="728722" y="5265572"/>
                  </a:lnTo>
                  <a:lnTo>
                    <a:pt x="728815" y="5265572"/>
                  </a:lnTo>
                  <a:lnTo>
                    <a:pt x="728908" y="5265572"/>
                  </a:lnTo>
                  <a:lnTo>
                    <a:pt x="729002" y="5265572"/>
                  </a:lnTo>
                  <a:lnTo>
                    <a:pt x="729095" y="5265572"/>
                  </a:lnTo>
                  <a:lnTo>
                    <a:pt x="729188" y="5265572"/>
                  </a:lnTo>
                  <a:lnTo>
                    <a:pt x="729281" y="5265572"/>
                  </a:lnTo>
                  <a:lnTo>
                    <a:pt x="729375" y="5265572"/>
                  </a:lnTo>
                  <a:lnTo>
                    <a:pt x="729468" y="5265572"/>
                  </a:lnTo>
                  <a:lnTo>
                    <a:pt x="729561" y="5265572"/>
                  </a:lnTo>
                  <a:lnTo>
                    <a:pt x="729654" y="5265572"/>
                  </a:lnTo>
                  <a:lnTo>
                    <a:pt x="729748" y="5265572"/>
                  </a:lnTo>
                  <a:lnTo>
                    <a:pt x="729841" y="5265572"/>
                  </a:lnTo>
                  <a:lnTo>
                    <a:pt x="729934" y="5265572"/>
                  </a:lnTo>
                  <a:lnTo>
                    <a:pt x="730027" y="5265572"/>
                  </a:lnTo>
                  <a:lnTo>
                    <a:pt x="730121" y="5265572"/>
                  </a:lnTo>
                  <a:lnTo>
                    <a:pt x="730214" y="5265572"/>
                  </a:lnTo>
                  <a:lnTo>
                    <a:pt x="730307" y="5265572"/>
                  </a:lnTo>
                  <a:lnTo>
                    <a:pt x="730400" y="5265572"/>
                  </a:lnTo>
                  <a:lnTo>
                    <a:pt x="730494" y="5265572"/>
                  </a:lnTo>
                  <a:lnTo>
                    <a:pt x="730587" y="5265572"/>
                  </a:lnTo>
                  <a:lnTo>
                    <a:pt x="730680" y="5265572"/>
                  </a:lnTo>
                  <a:lnTo>
                    <a:pt x="730773" y="5265572"/>
                  </a:lnTo>
                  <a:lnTo>
                    <a:pt x="730867" y="5265572"/>
                  </a:lnTo>
                  <a:lnTo>
                    <a:pt x="730960" y="5265572"/>
                  </a:lnTo>
                  <a:lnTo>
                    <a:pt x="731053" y="5265572"/>
                  </a:lnTo>
                  <a:lnTo>
                    <a:pt x="731146" y="5265572"/>
                  </a:lnTo>
                  <a:lnTo>
                    <a:pt x="731240" y="5265572"/>
                  </a:lnTo>
                  <a:lnTo>
                    <a:pt x="731333" y="5265572"/>
                  </a:lnTo>
                  <a:lnTo>
                    <a:pt x="731426" y="5265572"/>
                  </a:lnTo>
                  <a:lnTo>
                    <a:pt x="731519" y="5265572"/>
                  </a:lnTo>
                  <a:lnTo>
                    <a:pt x="731613" y="5265572"/>
                  </a:lnTo>
                  <a:lnTo>
                    <a:pt x="731706" y="5265572"/>
                  </a:lnTo>
                  <a:lnTo>
                    <a:pt x="731799" y="5265572"/>
                  </a:lnTo>
                  <a:lnTo>
                    <a:pt x="731892" y="5265572"/>
                  </a:lnTo>
                  <a:lnTo>
                    <a:pt x="731986" y="5265572"/>
                  </a:lnTo>
                  <a:lnTo>
                    <a:pt x="732079" y="5265572"/>
                  </a:lnTo>
                  <a:lnTo>
                    <a:pt x="732172" y="5265572"/>
                  </a:lnTo>
                  <a:lnTo>
                    <a:pt x="732265" y="5265572"/>
                  </a:lnTo>
                  <a:lnTo>
                    <a:pt x="732359" y="5265572"/>
                  </a:lnTo>
                  <a:lnTo>
                    <a:pt x="732452" y="5265572"/>
                  </a:lnTo>
                  <a:lnTo>
                    <a:pt x="732545" y="5265572"/>
                  </a:lnTo>
                  <a:lnTo>
                    <a:pt x="732638" y="5265572"/>
                  </a:lnTo>
                  <a:lnTo>
                    <a:pt x="732732" y="5265572"/>
                  </a:lnTo>
                  <a:lnTo>
                    <a:pt x="732825" y="5265572"/>
                  </a:lnTo>
                  <a:lnTo>
                    <a:pt x="732918" y="5265572"/>
                  </a:lnTo>
                  <a:lnTo>
                    <a:pt x="733011" y="5265572"/>
                  </a:lnTo>
                  <a:lnTo>
                    <a:pt x="733105" y="5265572"/>
                  </a:lnTo>
                  <a:lnTo>
                    <a:pt x="733198" y="5265572"/>
                  </a:lnTo>
                  <a:lnTo>
                    <a:pt x="733291" y="5265572"/>
                  </a:lnTo>
                  <a:lnTo>
                    <a:pt x="733384" y="5265572"/>
                  </a:lnTo>
                  <a:lnTo>
                    <a:pt x="733478" y="5265572"/>
                  </a:lnTo>
                  <a:lnTo>
                    <a:pt x="733571" y="5265572"/>
                  </a:lnTo>
                  <a:lnTo>
                    <a:pt x="733664" y="5265572"/>
                  </a:lnTo>
                  <a:lnTo>
                    <a:pt x="733757" y="5265572"/>
                  </a:lnTo>
                  <a:lnTo>
                    <a:pt x="733851" y="5265572"/>
                  </a:lnTo>
                  <a:lnTo>
                    <a:pt x="733944" y="5265572"/>
                  </a:lnTo>
                  <a:lnTo>
                    <a:pt x="734037" y="5265572"/>
                  </a:lnTo>
                  <a:lnTo>
                    <a:pt x="734130" y="5265572"/>
                  </a:lnTo>
                  <a:lnTo>
                    <a:pt x="734130" y="5255618"/>
                  </a:lnTo>
                  <a:lnTo>
                    <a:pt x="734224" y="5255618"/>
                  </a:lnTo>
                  <a:lnTo>
                    <a:pt x="734317" y="5255618"/>
                  </a:lnTo>
                  <a:lnTo>
                    <a:pt x="734410" y="5255618"/>
                  </a:lnTo>
                  <a:lnTo>
                    <a:pt x="734503" y="5255618"/>
                  </a:lnTo>
                  <a:lnTo>
                    <a:pt x="734597" y="5255618"/>
                  </a:lnTo>
                  <a:lnTo>
                    <a:pt x="734690" y="5255618"/>
                  </a:lnTo>
                  <a:lnTo>
                    <a:pt x="734783" y="5255618"/>
                  </a:lnTo>
                  <a:lnTo>
                    <a:pt x="734876" y="5255618"/>
                  </a:lnTo>
                  <a:lnTo>
                    <a:pt x="734970" y="5255618"/>
                  </a:lnTo>
                  <a:lnTo>
                    <a:pt x="735063" y="5255618"/>
                  </a:lnTo>
                  <a:lnTo>
                    <a:pt x="735156" y="5255618"/>
                  </a:lnTo>
                  <a:lnTo>
                    <a:pt x="735249" y="5255618"/>
                  </a:lnTo>
                  <a:lnTo>
                    <a:pt x="735343" y="5255618"/>
                  </a:lnTo>
                  <a:lnTo>
                    <a:pt x="735436" y="5255618"/>
                  </a:lnTo>
                  <a:lnTo>
                    <a:pt x="735529" y="5255618"/>
                  </a:lnTo>
                  <a:lnTo>
                    <a:pt x="735622" y="5255618"/>
                  </a:lnTo>
                  <a:lnTo>
                    <a:pt x="735715" y="5255618"/>
                  </a:lnTo>
                  <a:lnTo>
                    <a:pt x="735809" y="5255618"/>
                  </a:lnTo>
                  <a:lnTo>
                    <a:pt x="735902" y="5255618"/>
                  </a:lnTo>
                  <a:lnTo>
                    <a:pt x="735995" y="5255618"/>
                  </a:lnTo>
                  <a:lnTo>
                    <a:pt x="736088" y="5255618"/>
                  </a:lnTo>
                  <a:lnTo>
                    <a:pt x="736182" y="5255618"/>
                  </a:lnTo>
                  <a:lnTo>
                    <a:pt x="736275" y="5255618"/>
                  </a:lnTo>
                  <a:lnTo>
                    <a:pt x="736368" y="5255618"/>
                  </a:lnTo>
                  <a:lnTo>
                    <a:pt x="736461" y="5255618"/>
                  </a:lnTo>
                  <a:lnTo>
                    <a:pt x="736555" y="5255618"/>
                  </a:lnTo>
                  <a:lnTo>
                    <a:pt x="736648" y="5255618"/>
                  </a:lnTo>
                  <a:lnTo>
                    <a:pt x="736741" y="5255618"/>
                  </a:lnTo>
                  <a:lnTo>
                    <a:pt x="736834" y="5255618"/>
                  </a:lnTo>
                  <a:lnTo>
                    <a:pt x="736928" y="5255618"/>
                  </a:lnTo>
                  <a:lnTo>
                    <a:pt x="737021" y="5255618"/>
                  </a:lnTo>
                  <a:lnTo>
                    <a:pt x="737114" y="5255618"/>
                  </a:lnTo>
                  <a:lnTo>
                    <a:pt x="737207" y="5255618"/>
                  </a:lnTo>
                  <a:lnTo>
                    <a:pt x="737301" y="5255618"/>
                  </a:lnTo>
                  <a:lnTo>
                    <a:pt x="737394" y="5255618"/>
                  </a:lnTo>
                  <a:lnTo>
                    <a:pt x="737487" y="5255618"/>
                  </a:lnTo>
                  <a:lnTo>
                    <a:pt x="737580" y="5255618"/>
                  </a:lnTo>
                  <a:lnTo>
                    <a:pt x="737674" y="5255618"/>
                  </a:lnTo>
                  <a:lnTo>
                    <a:pt x="737767" y="5255618"/>
                  </a:lnTo>
                  <a:lnTo>
                    <a:pt x="737860" y="5255618"/>
                  </a:lnTo>
                  <a:lnTo>
                    <a:pt x="737953" y="5255618"/>
                  </a:lnTo>
                  <a:lnTo>
                    <a:pt x="738047" y="5255618"/>
                  </a:lnTo>
                  <a:lnTo>
                    <a:pt x="738140" y="5255618"/>
                  </a:lnTo>
                  <a:lnTo>
                    <a:pt x="738233" y="5255618"/>
                  </a:lnTo>
                  <a:lnTo>
                    <a:pt x="738326" y="5255618"/>
                  </a:lnTo>
                  <a:lnTo>
                    <a:pt x="738420" y="5255618"/>
                  </a:lnTo>
                  <a:lnTo>
                    <a:pt x="738513" y="5255618"/>
                  </a:lnTo>
                  <a:lnTo>
                    <a:pt x="738606" y="5255618"/>
                  </a:lnTo>
                  <a:lnTo>
                    <a:pt x="738699" y="5255618"/>
                  </a:lnTo>
                  <a:lnTo>
                    <a:pt x="738793" y="5255618"/>
                  </a:lnTo>
                  <a:lnTo>
                    <a:pt x="738886" y="5255618"/>
                  </a:lnTo>
                  <a:lnTo>
                    <a:pt x="738979" y="5255618"/>
                  </a:lnTo>
                  <a:lnTo>
                    <a:pt x="739072" y="5255618"/>
                  </a:lnTo>
                  <a:lnTo>
                    <a:pt x="739166" y="5255618"/>
                  </a:lnTo>
                  <a:lnTo>
                    <a:pt x="739259" y="5255618"/>
                  </a:lnTo>
                  <a:lnTo>
                    <a:pt x="739352" y="5255618"/>
                  </a:lnTo>
                  <a:lnTo>
                    <a:pt x="739445" y="5255618"/>
                  </a:lnTo>
                  <a:lnTo>
                    <a:pt x="739539" y="5255618"/>
                  </a:lnTo>
                  <a:lnTo>
                    <a:pt x="739632" y="5255618"/>
                  </a:lnTo>
                  <a:lnTo>
                    <a:pt x="739725" y="5255618"/>
                  </a:lnTo>
                  <a:lnTo>
                    <a:pt x="739818" y="5255618"/>
                  </a:lnTo>
                  <a:lnTo>
                    <a:pt x="739912" y="5255618"/>
                  </a:lnTo>
                  <a:lnTo>
                    <a:pt x="740005" y="5255618"/>
                  </a:lnTo>
                  <a:lnTo>
                    <a:pt x="740098" y="5255618"/>
                  </a:lnTo>
                  <a:lnTo>
                    <a:pt x="740191" y="5255618"/>
                  </a:lnTo>
                  <a:lnTo>
                    <a:pt x="740285" y="5255618"/>
                  </a:lnTo>
                  <a:lnTo>
                    <a:pt x="740378" y="5255618"/>
                  </a:lnTo>
                  <a:lnTo>
                    <a:pt x="740471" y="5255618"/>
                  </a:lnTo>
                  <a:lnTo>
                    <a:pt x="740564" y="5255618"/>
                  </a:lnTo>
                  <a:lnTo>
                    <a:pt x="740658" y="5255618"/>
                  </a:lnTo>
                  <a:lnTo>
                    <a:pt x="740751" y="5255618"/>
                  </a:lnTo>
                  <a:lnTo>
                    <a:pt x="740844" y="5255618"/>
                  </a:lnTo>
                  <a:lnTo>
                    <a:pt x="740937" y="5255618"/>
                  </a:lnTo>
                  <a:lnTo>
                    <a:pt x="741031" y="5255618"/>
                  </a:lnTo>
                  <a:lnTo>
                    <a:pt x="741124" y="5255618"/>
                  </a:lnTo>
                  <a:lnTo>
                    <a:pt x="741217" y="5255618"/>
                  </a:lnTo>
                  <a:lnTo>
                    <a:pt x="741310" y="5255618"/>
                  </a:lnTo>
                  <a:lnTo>
                    <a:pt x="741404" y="5255618"/>
                  </a:lnTo>
                  <a:lnTo>
                    <a:pt x="741497" y="5255618"/>
                  </a:lnTo>
                  <a:lnTo>
                    <a:pt x="741590" y="5255618"/>
                  </a:lnTo>
                  <a:lnTo>
                    <a:pt x="741683" y="5255618"/>
                  </a:lnTo>
                  <a:lnTo>
                    <a:pt x="741777" y="5255618"/>
                  </a:lnTo>
                  <a:lnTo>
                    <a:pt x="741870" y="5255618"/>
                  </a:lnTo>
                  <a:lnTo>
                    <a:pt x="741963" y="5255618"/>
                  </a:lnTo>
                  <a:lnTo>
                    <a:pt x="742056" y="5255618"/>
                  </a:lnTo>
                  <a:lnTo>
                    <a:pt x="742056" y="5245664"/>
                  </a:lnTo>
                  <a:lnTo>
                    <a:pt x="742150" y="5245664"/>
                  </a:lnTo>
                  <a:lnTo>
                    <a:pt x="742243" y="5245664"/>
                  </a:lnTo>
                  <a:lnTo>
                    <a:pt x="742336" y="5245664"/>
                  </a:lnTo>
                  <a:lnTo>
                    <a:pt x="742429" y="5245664"/>
                  </a:lnTo>
                  <a:lnTo>
                    <a:pt x="742522" y="5245664"/>
                  </a:lnTo>
                  <a:lnTo>
                    <a:pt x="742616" y="5245664"/>
                  </a:lnTo>
                  <a:lnTo>
                    <a:pt x="742709" y="5245664"/>
                  </a:lnTo>
                  <a:lnTo>
                    <a:pt x="742802" y="5245664"/>
                  </a:lnTo>
                  <a:lnTo>
                    <a:pt x="742895" y="5245664"/>
                  </a:lnTo>
                  <a:lnTo>
                    <a:pt x="742989" y="5245664"/>
                  </a:lnTo>
                  <a:lnTo>
                    <a:pt x="743082" y="5245664"/>
                  </a:lnTo>
                  <a:lnTo>
                    <a:pt x="743175" y="5245664"/>
                  </a:lnTo>
                  <a:lnTo>
                    <a:pt x="743268" y="5245664"/>
                  </a:lnTo>
                  <a:lnTo>
                    <a:pt x="743362" y="5245664"/>
                  </a:lnTo>
                  <a:lnTo>
                    <a:pt x="743455" y="5245664"/>
                  </a:lnTo>
                  <a:lnTo>
                    <a:pt x="743548" y="5245664"/>
                  </a:lnTo>
                  <a:lnTo>
                    <a:pt x="743641" y="5245664"/>
                  </a:lnTo>
                  <a:lnTo>
                    <a:pt x="743735" y="5245664"/>
                  </a:lnTo>
                  <a:lnTo>
                    <a:pt x="743828" y="5245664"/>
                  </a:lnTo>
                  <a:lnTo>
                    <a:pt x="743921" y="5245664"/>
                  </a:lnTo>
                  <a:lnTo>
                    <a:pt x="744014" y="5245664"/>
                  </a:lnTo>
                  <a:lnTo>
                    <a:pt x="744108" y="5245664"/>
                  </a:lnTo>
                  <a:lnTo>
                    <a:pt x="744201" y="5245664"/>
                  </a:lnTo>
                  <a:lnTo>
                    <a:pt x="744294" y="5245664"/>
                  </a:lnTo>
                  <a:lnTo>
                    <a:pt x="744387" y="5245664"/>
                  </a:lnTo>
                  <a:lnTo>
                    <a:pt x="744387" y="5235710"/>
                  </a:lnTo>
                  <a:lnTo>
                    <a:pt x="744481" y="5235710"/>
                  </a:lnTo>
                  <a:lnTo>
                    <a:pt x="744574" y="5235710"/>
                  </a:lnTo>
                  <a:lnTo>
                    <a:pt x="744667" y="5235710"/>
                  </a:lnTo>
                  <a:lnTo>
                    <a:pt x="744760" y="5235710"/>
                  </a:lnTo>
                  <a:lnTo>
                    <a:pt x="744854" y="5235710"/>
                  </a:lnTo>
                  <a:lnTo>
                    <a:pt x="744947" y="5235710"/>
                  </a:lnTo>
                  <a:lnTo>
                    <a:pt x="745040" y="5235710"/>
                  </a:lnTo>
                  <a:lnTo>
                    <a:pt x="745133" y="5235710"/>
                  </a:lnTo>
                  <a:lnTo>
                    <a:pt x="745227" y="5235710"/>
                  </a:lnTo>
                  <a:lnTo>
                    <a:pt x="745320" y="5235710"/>
                  </a:lnTo>
                  <a:lnTo>
                    <a:pt x="745413" y="5235710"/>
                  </a:lnTo>
                  <a:lnTo>
                    <a:pt x="745506" y="5235710"/>
                  </a:lnTo>
                  <a:lnTo>
                    <a:pt x="745600" y="5235710"/>
                  </a:lnTo>
                  <a:lnTo>
                    <a:pt x="745693" y="5235710"/>
                  </a:lnTo>
                  <a:lnTo>
                    <a:pt x="745786" y="5235710"/>
                  </a:lnTo>
                  <a:lnTo>
                    <a:pt x="745879" y="5235710"/>
                  </a:lnTo>
                  <a:lnTo>
                    <a:pt x="745973" y="5235710"/>
                  </a:lnTo>
                  <a:lnTo>
                    <a:pt x="746066" y="5235710"/>
                  </a:lnTo>
                  <a:lnTo>
                    <a:pt x="746159" y="5235710"/>
                  </a:lnTo>
                  <a:lnTo>
                    <a:pt x="746252" y="5235710"/>
                  </a:lnTo>
                  <a:lnTo>
                    <a:pt x="746346" y="5235710"/>
                  </a:lnTo>
                  <a:lnTo>
                    <a:pt x="746439" y="5235710"/>
                  </a:lnTo>
                  <a:lnTo>
                    <a:pt x="746532" y="5235710"/>
                  </a:lnTo>
                  <a:lnTo>
                    <a:pt x="746625" y="5235710"/>
                  </a:lnTo>
                  <a:lnTo>
                    <a:pt x="746719" y="5235710"/>
                  </a:lnTo>
                  <a:lnTo>
                    <a:pt x="746812" y="5235710"/>
                  </a:lnTo>
                  <a:lnTo>
                    <a:pt x="746905" y="5235710"/>
                  </a:lnTo>
                  <a:lnTo>
                    <a:pt x="746998" y="5235710"/>
                  </a:lnTo>
                  <a:lnTo>
                    <a:pt x="747092" y="5235710"/>
                  </a:lnTo>
                  <a:lnTo>
                    <a:pt x="747185" y="5235710"/>
                  </a:lnTo>
                  <a:lnTo>
                    <a:pt x="747278" y="5235710"/>
                  </a:lnTo>
                  <a:lnTo>
                    <a:pt x="747371" y="5235710"/>
                  </a:lnTo>
                  <a:lnTo>
                    <a:pt x="747465" y="5235710"/>
                  </a:lnTo>
                  <a:lnTo>
                    <a:pt x="747558" y="5235710"/>
                  </a:lnTo>
                  <a:lnTo>
                    <a:pt x="747651" y="5235710"/>
                  </a:lnTo>
                  <a:lnTo>
                    <a:pt x="747744" y="5235710"/>
                  </a:lnTo>
                  <a:lnTo>
                    <a:pt x="747838" y="5235710"/>
                  </a:lnTo>
                  <a:lnTo>
                    <a:pt x="747931" y="5235710"/>
                  </a:lnTo>
                  <a:lnTo>
                    <a:pt x="748024" y="5235710"/>
                  </a:lnTo>
                  <a:lnTo>
                    <a:pt x="748117" y="5235710"/>
                  </a:lnTo>
                  <a:lnTo>
                    <a:pt x="748211" y="5235710"/>
                  </a:lnTo>
                  <a:lnTo>
                    <a:pt x="748304" y="5235710"/>
                  </a:lnTo>
                  <a:lnTo>
                    <a:pt x="748397" y="5235710"/>
                  </a:lnTo>
                  <a:lnTo>
                    <a:pt x="748490" y="5235710"/>
                  </a:lnTo>
                  <a:lnTo>
                    <a:pt x="748584" y="5235710"/>
                  </a:lnTo>
                  <a:lnTo>
                    <a:pt x="748677" y="5235710"/>
                  </a:lnTo>
                  <a:lnTo>
                    <a:pt x="748770" y="5235710"/>
                  </a:lnTo>
                  <a:lnTo>
                    <a:pt x="748863" y="5235710"/>
                  </a:lnTo>
                  <a:lnTo>
                    <a:pt x="748957" y="5235710"/>
                  </a:lnTo>
                  <a:lnTo>
                    <a:pt x="749050" y="5235710"/>
                  </a:lnTo>
                  <a:lnTo>
                    <a:pt x="749143" y="5235710"/>
                  </a:lnTo>
                  <a:lnTo>
                    <a:pt x="749236" y="5235710"/>
                  </a:lnTo>
                  <a:lnTo>
                    <a:pt x="749329" y="5235710"/>
                  </a:lnTo>
                  <a:lnTo>
                    <a:pt x="749423" y="5235710"/>
                  </a:lnTo>
                  <a:lnTo>
                    <a:pt x="749516" y="5235710"/>
                  </a:lnTo>
                  <a:lnTo>
                    <a:pt x="749609" y="5235710"/>
                  </a:lnTo>
                  <a:lnTo>
                    <a:pt x="749702" y="5235710"/>
                  </a:lnTo>
                  <a:lnTo>
                    <a:pt x="749796" y="5235710"/>
                  </a:lnTo>
                  <a:lnTo>
                    <a:pt x="749889" y="5235710"/>
                  </a:lnTo>
                  <a:lnTo>
                    <a:pt x="749982" y="5235710"/>
                  </a:lnTo>
                  <a:lnTo>
                    <a:pt x="750075" y="5235710"/>
                  </a:lnTo>
                  <a:lnTo>
                    <a:pt x="750169" y="5235710"/>
                  </a:lnTo>
                  <a:lnTo>
                    <a:pt x="750262" y="5235710"/>
                  </a:lnTo>
                  <a:lnTo>
                    <a:pt x="750355" y="5235710"/>
                  </a:lnTo>
                  <a:lnTo>
                    <a:pt x="750448" y="5235710"/>
                  </a:lnTo>
                  <a:lnTo>
                    <a:pt x="750542" y="5235710"/>
                  </a:lnTo>
                  <a:lnTo>
                    <a:pt x="750635" y="5235710"/>
                  </a:lnTo>
                  <a:lnTo>
                    <a:pt x="750728" y="5235710"/>
                  </a:lnTo>
                  <a:lnTo>
                    <a:pt x="750821" y="5235710"/>
                  </a:lnTo>
                  <a:lnTo>
                    <a:pt x="750915" y="5235710"/>
                  </a:lnTo>
                  <a:lnTo>
                    <a:pt x="751008" y="5235710"/>
                  </a:lnTo>
                  <a:lnTo>
                    <a:pt x="751101" y="5235710"/>
                  </a:lnTo>
                  <a:lnTo>
                    <a:pt x="751194" y="5235710"/>
                  </a:lnTo>
                  <a:lnTo>
                    <a:pt x="751288" y="5235710"/>
                  </a:lnTo>
                  <a:lnTo>
                    <a:pt x="751381" y="5235710"/>
                  </a:lnTo>
                  <a:lnTo>
                    <a:pt x="751474" y="5235710"/>
                  </a:lnTo>
                  <a:lnTo>
                    <a:pt x="751567" y="5235710"/>
                  </a:lnTo>
                  <a:lnTo>
                    <a:pt x="751661" y="5235710"/>
                  </a:lnTo>
                  <a:lnTo>
                    <a:pt x="751754" y="5235710"/>
                  </a:lnTo>
                  <a:lnTo>
                    <a:pt x="751847" y="5235710"/>
                  </a:lnTo>
                  <a:lnTo>
                    <a:pt x="751940" y="5235710"/>
                  </a:lnTo>
                  <a:lnTo>
                    <a:pt x="752034" y="5235710"/>
                  </a:lnTo>
                  <a:lnTo>
                    <a:pt x="752127" y="5235710"/>
                  </a:lnTo>
                  <a:lnTo>
                    <a:pt x="752220" y="5235710"/>
                  </a:lnTo>
                  <a:lnTo>
                    <a:pt x="752313" y="5235710"/>
                  </a:lnTo>
                  <a:lnTo>
                    <a:pt x="752407" y="5235710"/>
                  </a:lnTo>
                  <a:lnTo>
                    <a:pt x="752500" y="5235710"/>
                  </a:lnTo>
                  <a:lnTo>
                    <a:pt x="752593" y="5235710"/>
                  </a:lnTo>
                  <a:lnTo>
                    <a:pt x="752686" y="5235710"/>
                  </a:lnTo>
                  <a:lnTo>
                    <a:pt x="752780" y="5235710"/>
                  </a:lnTo>
                  <a:lnTo>
                    <a:pt x="752873" y="5235710"/>
                  </a:lnTo>
                  <a:lnTo>
                    <a:pt x="752966" y="5235710"/>
                  </a:lnTo>
                  <a:lnTo>
                    <a:pt x="753059" y="5235710"/>
                  </a:lnTo>
                  <a:lnTo>
                    <a:pt x="753153" y="5235710"/>
                  </a:lnTo>
                  <a:lnTo>
                    <a:pt x="753246" y="5235710"/>
                  </a:lnTo>
                  <a:lnTo>
                    <a:pt x="753339" y="5235710"/>
                  </a:lnTo>
                  <a:lnTo>
                    <a:pt x="753432" y="5235710"/>
                  </a:lnTo>
                  <a:lnTo>
                    <a:pt x="753432" y="5225756"/>
                  </a:lnTo>
                  <a:lnTo>
                    <a:pt x="753526" y="5225756"/>
                  </a:lnTo>
                  <a:lnTo>
                    <a:pt x="753619" y="5225756"/>
                  </a:lnTo>
                  <a:lnTo>
                    <a:pt x="753712" y="5225756"/>
                  </a:lnTo>
                  <a:lnTo>
                    <a:pt x="753805" y="5225756"/>
                  </a:lnTo>
                  <a:lnTo>
                    <a:pt x="753899" y="5225756"/>
                  </a:lnTo>
                  <a:lnTo>
                    <a:pt x="753992" y="5225756"/>
                  </a:lnTo>
                  <a:lnTo>
                    <a:pt x="754085" y="5225756"/>
                  </a:lnTo>
                  <a:lnTo>
                    <a:pt x="754178" y="5225756"/>
                  </a:lnTo>
                  <a:lnTo>
                    <a:pt x="754272" y="5225756"/>
                  </a:lnTo>
                  <a:lnTo>
                    <a:pt x="754365" y="5225756"/>
                  </a:lnTo>
                  <a:lnTo>
                    <a:pt x="754458" y="5225756"/>
                  </a:lnTo>
                  <a:lnTo>
                    <a:pt x="754458" y="5215803"/>
                  </a:lnTo>
                  <a:lnTo>
                    <a:pt x="754551" y="5215803"/>
                  </a:lnTo>
                  <a:lnTo>
                    <a:pt x="754645" y="5215803"/>
                  </a:lnTo>
                  <a:lnTo>
                    <a:pt x="754738" y="5215803"/>
                  </a:lnTo>
                  <a:lnTo>
                    <a:pt x="754831" y="5215803"/>
                  </a:lnTo>
                  <a:lnTo>
                    <a:pt x="754924" y="5215803"/>
                  </a:lnTo>
                  <a:lnTo>
                    <a:pt x="755018" y="5215803"/>
                  </a:lnTo>
                  <a:lnTo>
                    <a:pt x="755111" y="5215803"/>
                  </a:lnTo>
                  <a:lnTo>
                    <a:pt x="755204" y="5215803"/>
                  </a:lnTo>
                  <a:lnTo>
                    <a:pt x="755297" y="5215803"/>
                  </a:lnTo>
                  <a:lnTo>
                    <a:pt x="755391" y="5215803"/>
                  </a:lnTo>
                  <a:lnTo>
                    <a:pt x="755484" y="5215803"/>
                  </a:lnTo>
                  <a:lnTo>
                    <a:pt x="755577" y="5215803"/>
                  </a:lnTo>
                  <a:lnTo>
                    <a:pt x="755670" y="5215803"/>
                  </a:lnTo>
                  <a:lnTo>
                    <a:pt x="755764" y="5215803"/>
                  </a:lnTo>
                  <a:lnTo>
                    <a:pt x="755857" y="5215803"/>
                  </a:lnTo>
                  <a:lnTo>
                    <a:pt x="755950" y="5215803"/>
                  </a:lnTo>
                  <a:lnTo>
                    <a:pt x="756043" y="5215803"/>
                  </a:lnTo>
                  <a:lnTo>
                    <a:pt x="756137" y="5215803"/>
                  </a:lnTo>
                  <a:lnTo>
                    <a:pt x="756230" y="5215803"/>
                  </a:lnTo>
                  <a:lnTo>
                    <a:pt x="756323" y="5215803"/>
                  </a:lnTo>
                  <a:lnTo>
                    <a:pt x="756416" y="5215803"/>
                  </a:lnTo>
                  <a:lnTo>
                    <a:pt x="756509" y="5215803"/>
                  </a:lnTo>
                  <a:lnTo>
                    <a:pt x="756603" y="5215803"/>
                  </a:lnTo>
                  <a:lnTo>
                    <a:pt x="756696" y="5215803"/>
                  </a:lnTo>
                  <a:lnTo>
                    <a:pt x="756789" y="5215803"/>
                  </a:lnTo>
                  <a:lnTo>
                    <a:pt x="756882" y="5215803"/>
                  </a:lnTo>
                  <a:lnTo>
                    <a:pt x="756976" y="5215803"/>
                  </a:lnTo>
                  <a:lnTo>
                    <a:pt x="757069" y="5215803"/>
                  </a:lnTo>
                  <a:lnTo>
                    <a:pt x="757162" y="5215803"/>
                  </a:lnTo>
                  <a:lnTo>
                    <a:pt x="757255" y="5215803"/>
                  </a:lnTo>
                  <a:lnTo>
                    <a:pt x="757349" y="5215803"/>
                  </a:lnTo>
                  <a:lnTo>
                    <a:pt x="757442" y="5215803"/>
                  </a:lnTo>
                  <a:lnTo>
                    <a:pt x="757535" y="5215803"/>
                  </a:lnTo>
                  <a:lnTo>
                    <a:pt x="757628" y="5215803"/>
                  </a:lnTo>
                  <a:lnTo>
                    <a:pt x="757722" y="5215803"/>
                  </a:lnTo>
                  <a:lnTo>
                    <a:pt x="757815" y="5215803"/>
                  </a:lnTo>
                  <a:lnTo>
                    <a:pt x="757908" y="5215803"/>
                  </a:lnTo>
                  <a:lnTo>
                    <a:pt x="758001" y="5215803"/>
                  </a:lnTo>
                  <a:lnTo>
                    <a:pt x="758095" y="5215803"/>
                  </a:lnTo>
                  <a:lnTo>
                    <a:pt x="758188" y="5215803"/>
                  </a:lnTo>
                  <a:lnTo>
                    <a:pt x="758281" y="5215803"/>
                  </a:lnTo>
                  <a:lnTo>
                    <a:pt x="758374" y="5215803"/>
                  </a:lnTo>
                  <a:lnTo>
                    <a:pt x="758468" y="5215803"/>
                  </a:lnTo>
                  <a:lnTo>
                    <a:pt x="758561" y="5215803"/>
                  </a:lnTo>
                  <a:lnTo>
                    <a:pt x="758654" y="5215803"/>
                  </a:lnTo>
                  <a:lnTo>
                    <a:pt x="758747" y="5215803"/>
                  </a:lnTo>
                  <a:lnTo>
                    <a:pt x="758841" y="5215803"/>
                  </a:lnTo>
                  <a:lnTo>
                    <a:pt x="758934" y="5215803"/>
                  </a:lnTo>
                  <a:lnTo>
                    <a:pt x="759027" y="5215803"/>
                  </a:lnTo>
                  <a:lnTo>
                    <a:pt x="759120" y="5215803"/>
                  </a:lnTo>
                  <a:lnTo>
                    <a:pt x="759214" y="5215803"/>
                  </a:lnTo>
                  <a:lnTo>
                    <a:pt x="759307" y="5215803"/>
                  </a:lnTo>
                  <a:lnTo>
                    <a:pt x="759400" y="5215803"/>
                  </a:lnTo>
                  <a:lnTo>
                    <a:pt x="759493" y="5215803"/>
                  </a:lnTo>
                  <a:lnTo>
                    <a:pt x="759587" y="5215803"/>
                  </a:lnTo>
                  <a:lnTo>
                    <a:pt x="759680" y="5215803"/>
                  </a:lnTo>
                  <a:lnTo>
                    <a:pt x="759773" y="5215803"/>
                  </a:lnTo>
                  <a:lnTo>
                    <a:pt x="759866" y="5215803"/>
                  </a:lnTo>
                  <a:lnTo>
                    <a:pt x="759960" y="5215803"/>
                  </a:lnTo>
                  <a:lnTo>
                    <a:pt x="760053" y="5215803"/>
                  </a:lnTo>
                  <a:lnTo>
                    <a:pt x="760146" y="5215803"/>
                  </a:lnTo>
                  <a:lnTo>
                    <a:pt x="760239" y="5215803"/>
                  </a:lnTo>
                  <a:lnTo>
                    <a:pt x="760333" y="5215803"/>
                  </a:lnTo>
                  <a:lnTo>
                    <a:pt x="760426" y="5215803"/>
                  </a:lnTo>
                  <a:lnTo>
                    <a:pt x="760519" y="5215803"/>
                  </a:lnTo>
                  <a:lnTo>
                    <a:pt x="760612" y="5215803"/>
                  </a:lnTo>
                  <a:lnTo>
                    <a:pt x="760706" y="5215803"/>
                  </a:lnTo>
                  <a:lnTo>
                    <a:pt x="760799" y="5215803"/>
                  </a:lnTo>
                  <a:lnTo>
                    <a:pt x="760892" y="5215803"/>
                  </a:lnTo>
                  <a:lnTo>
                    <a:pt x="760985" y="5215803"/>
                  </a:lnTo>
                  <a:lnTo>
                    <a:pt x="761079" y="5215803"/>
                  </a:lnTo>
                  <a:lnTo>
                    <a:pt x="761172" y="5215803"/>
                  </a:lnTo>
                  <a:lnTo>
                    <a:pt x="761265" y="5215803"/>
                  </a:lnTo>
                  <a:lnTo>
                    <a:pt x="761358" y="5215803"/>
                  </a:lnTo>
                  <a:lnTo>
                    <a:pt x="761452" y="5215803"/>
                  </a:lnTo>
                  <a:lnTo>
                    <a:pt x="761545" y="5215803"/>
                  </a:lnTo>
                  <a:lnTo>
                    <a:pt x="761638" y="5215803"/>
                  </a:lnTo>
                  <a:lnTo>
                    <a:pt x="761731" y="5215803"/>
                  </a:lnTo>
                  <a:lnTo>
                    <a:pt x="761825" y="5215803"/>
                  </a:lnTo>
                  <a:lnTo>
                    <a:pt x="761918" y="5215803"/>
                  </a:lnTo>
                  <a:lnTo>
                    <a:pt x="762011" y="5215803"/>
                  </a:lnTo>
                  <a:lnTo>
                    <a:pt x="762104" y="5215803"/>
                  </a:lnTo>
                  <a:lnTo>
                    <a:pt x="762198" y="5215803"/>
                  </a:lnTo>
                  <a:lnTo>
                    <a:pt x="762291" y="5215803"/>
                  </a:lnTo>
                  <a:lnTo>
                    <a:pt x="762384" y="5215803"/>
                  </a:lnTo>
                  <a:lnTo>
                    <a:pt x="762477" y="5215803"/>
                  </a:lnTo>
                  <a:lnTo>
                    <a:pt x="762571" y="5215803"/>
                  </a:lnTo>
                  <a:lnTo>
                    <a:pt x="762664" y="5215803"/>
                  </a:lnTo>
                  <a:lnTo>
                    <a:pt x="762757" y="5215803"/>
                  </a:lnTo>
                  <a:lnTo>
                    <a:pt x="762850" y="5215803"/>
                  </a:lnTo>
                  <a:lnTo>
                    <a:pt x="762944" y="5215803"/>
                  </a:lnTo>
                  <a:lnTo>
                    <a:pt x="763037" y="5215803"/>
                  </a:lnTo>
                  <a:lnTo>
                    <a:pt x="763130" y="5215803"/>
                  </a:lnTo>
                  <a:lnTo>
                    <a:pt x="763223" y="5215803"/>
                  </a:lnTo>
                  <a:lnTo>
                    <a:pt x="763316" y="5215803"/>
                  </a:lnTo>
                  <a:lnTo>
                    <a:pt x="763410" y="5215803"/>
                  </a:lnTo>
                  <a:lnTo>
                    <a:pt x="763503" y="5215803"/>
                  </a:lnTo>
                  <a:lnTo>
                    <a:pt x="763596" y="5215803"/>
                  </a:lnTo>
                  <a:lnTo>
                    <a:pt x="763689" y="5215803"/>
                  </a:lnTo>
                  <a:lnTo>
                    <a:pt x="763783" y="5215803"/>
                  </a:lnTo>
                  <a:lnTo>
                    <a:pt x="763876" y="5215803"/>
                  </a:lnTo>
                  <a:lnTo>
                    <a:pt x="763969" y="5215803"/>
                  </a:lnTo>
                  <a:lnTo>
                    <a:pt x="764062" y="5215803"/>
                  </a:lnTo>
                  <a:lnTo>
                    <a:pt x="764156" y="5215803"/>
                  </a:lnTo>
                  <a:lnTo>
                    <a:pt x="764249" y="5215803"/>
                  </a:lnTo>
                  <a:lnTo>
                    <a:pt x="764342" y="5215803"/>
                  </a:lnTo>
                  <a:lnTo>
                    <a:pt x="764342" y="5205849"/>
                  </a:lnTo>
                  <a:lnTo>
                    <a:pt x="764435" y="5205849"/>
                  </a:lnTo>
                  <a:lnTo>
                    <a:pt x="764529" y="5205849"/>
                  </a:lnTo>
                  <a:lnTo>
                    <a:pt x="764622" y="5205849"/>
                  </a:lnTo>
                  <a:lnTo>
                    <a:pt x="764715" y="5205849"/>
                  </a:lnTo>
                  <a:lnTo>
                    <a:pt x="764808" y="5205849"/>
                  </a:lnTo>
                  <a:lnTo>
                    <a:pt x="764902" y="5205849"/>
                  </a:lnTo>
                  <a:lnTo>
                    <a:pt x="764995" y="5205849"/>
                  </a:lnTo>
                  <a:lnTo>
                    <a:pt x="765088" y="5205849"/>
                  </a:lnTo>
                  <a:lnTo>
                    <a:pt x="765181" y="5205849"/>
                  </a:lnTo>
                  <a:lnTo>
                    <a:pt x="765275" y="5205849"/>
                  </a:lnTo>
                  <a:lnTo>
                    <a:pt x="765368" y="5205849"/>
                  </a:lnTo>
                  <a:lnTo>
                    <a:pt x="765461" y="5205849"/>
                  </a:lnTo>
                  <a:lnTo>
                    <a:pt x="765554" y="5205849"/>
                  </a:lnTo>
                  <a:lnTo>
                    <a:pt x="765648" y="5205849"/>
                  </a:lnTo>
                  <a:lnTo>
                    <a:pt x="765741" y="5205849"/>
                  </a:lnTo>
                  <a:lnTo>
                    <a:pt x="765834" y="5205849"/>
                  </a:lnTo>
                  <a:lnTo>
                    <a:pt x="765927" y="5205849"/>
                  </a:lnTo>
                  <a:lnTo>
                    <a:pt x="766021" y="5205849"/>
                  </a:lnTo>
                  <a:lnTo>
                    <a:pt x="766114" y="5205849"/>
                  </a:lnTo>
                  <a:lnTo>
                    <a:pt x="766207" y="5205849"/>
                  </a:lnTo>
                  <a:lnTo>
                    <a:pt x="766300" y="5205849"/>
                  </a:lnTo>
                  <a:lnTo>
                    <a:pt x="766394" y="5205849"/>
                  </a:lnTo>
                  <a:lnTo>
                    <a:pt x="766487" y="5205849"/>
                  </a:lnTo>
                  <a:lnTo>
                    <a:pt x="766487" y="5195895"/>
                  </a:lnTo>
                  <a:lnTo>
                    <a:pt x="766580" y="5195895"/>
                  </a:lnTo>
                  <a:lnTo>
                    <a:pt x="766673" y="5195895"/>
                  </a:lnTo>
                  <a:lnTo>
                    <a:pt x="766767" y="5195895"/>
                  </a:lnTo>
                  <a:lnTo>
                    <a:pt x="766860" y="5195895"/>
                  </a:lnTo>
                  <a:lnTo>
                    <a:pt x="766953" y="5195895"/>
                  </a:lnTo>
                  <a:lnTo>
                    <a:pt x="767046" y="5195895"/>
                  </a:lnTo>
                  <a:lnTo>
                    <a:pt x="767046" y="5185941"/>
                  </a:lnTo>
                  <a:lnTo>
                    <a:pt x="767140" y="5185941"/>
                  </a:lnTo>
                  <a:lnTo>
                    <a:pt x="767233" y="5185941"/>
                  </a:lnTo>
                  <a:lnTo>
                    <a:pt x="767326" y="5185941"/>
                  </a:lnTo>
                  <a:lnTo>
                    <a:pt x="767419" y="5185941"/>
                  </a:lnTo>
                  <a:lnTo>
                    <a:pt x="767513" y="5185941"/>
                  </a:lnTo>
                  <a:lnTo>
                    <a:pt x="767606" y="5185941"/>
                  </a:lnTo>
                  <a:lnTo>
                    <a:pt x="767699" y="5185941"/>
                  </a:lnTo>
                  <a:lnTo>
                    <a:pt x="767792" y="5185941"/>
                  </a:lnTo>
                  <a:lnTo>
                    <a:pt x="767886" y="5185941"/>
                  </a:lnTo>
                  <a:lnTo>
                    <a:pt x="767979" y="5185941"/>
                  </a:lnTo>
                  <a:lnTo>
                    <a:pt x="768072" y="5185941"/>
                  </a:lnTo>
                  <a:lnTo>
                    <a:pt x="768165" y="5185941"/>
                  </a:lnTo>
                  <a:lnTo>
                    <a:pt x="768259" y="5185941"/>
                  </a:lnTo>
                  <a:lnTo>
                    <a:pt x="768352" y="5185941"/>
                  </a:lnTo>
                  <a:lnTo>
                    <a:pt x="768445" y="5185941"/>
                  </a:lnTo>
                  <a:lnTo>
                    <a:pt x="768538" y="5185941"/>
                  </a:lnTo>
                  <a:lnTo>
                    <a:pt x="768632" y="5185941"/>
                  </a:lnTo>
                  <a:lnTo>
                    <a:pt x="768725" y="5185941"/>
                  </a:lnTo>
                  <a:lnTo>
                    <a:pt x="768818" y="5185941"/>
                  </a:lnTo>
                  <a:lnTo>
                    <a:pt x="768911" y="5185941"/>
                  </a:lnTo>
                  <a:lnTo>
                    <a:pt x="769005" y="5185941"/>
                  </a:lnTo>
                  <a:lnTo>
                    <a:pt x="769098" y="5185941"/>
                  </a:lnTo>
                  <a:lnTo>
                    <a:pt x="769191" y="5185941"/>
                  </a:lnTo>
                  <a:lnTo>
                    <a:pt x="769284" y="5185941"/>
                  </a:lnTo>
                  <a:lnTo>
                    <a:pt x="769378" y="5185941"/>
                  </a:lnTo>
                  <a:lnTo>
                    <a:pt x="769471" y="5185941"/>
                  </a:lnTo>
                  <a:lnTo>
                    <a:pt x="769564" y="5185941"/>
                  </a:lnTo>
                  <a:lnTo>
                    <a:pt x="769657" y="5185941"/>
                  </a:lnTo>
                  <a:lnTo>
                    <a:pt x="769751" y="5185941"/>
                  </a:lnTo>
                  <a:lnTo>
                    <a:pt x="769844" y="5185941"/>
                  </a:lnTo>
                  <a:lnTo>
                    <a:pt x="769937" y="5185941"/>
                  </a:lnTo>
                  <a:lnTo>
                    <a:pt x="770030" y="5185941"/>
                  </a:lnTo>
                  <a:lnTo>
                    <a:pt x="770123" y="5185941"/>
                  </a:lnTo>
                  <a:lnTo>
                    <a:pt x="770217" y="5185941"/>
                  </a:lnTo>
                  <a:lnTo>
                    <a:pt x="770310" y="5185941"/>
                  </a:lnTo>
                  <a:lnTo>
                    <a:pt x="770403" y="5185941"/>
                  </a:lnTo>
                  <a:lnTo>
                    <a:pt x="770496" y="5185941"/>
                  </a:lnTo>
                  <a:lnTo>
                    <a:pt x="770590" y="5185941"/>
                  </a:lnTo>
                  <a:lnTo>
                    <a:pt x="770683" y="5185941"/>
                  </a:lnTo>
                  <a:lnTo>
                    <a:pt x="770776" y="5185941"/>
                  </a:lnTo>
                  <a:lnTo>
                    <a:pt x="770869" y="5185941"/>
                  </a:lnTo>
                  <a:lnTo>
                    <a:pt x="770963" y="5185941"/>
                  </a:lnTo>
                  <a:lnTo>
                    <a:pt x="771056" y="5185941"/>
                  </a:lnTo>
                  <a:lnTo>
                    <a:pt x="771149" y="5185941"/>
                  </a:lnTo>
                  <a:lnTo>
                    <a:pt x="771242" y="5185941"/>
                  </a:lnTo>
                  <a:lnTo>
                    <a:pt x="771336" y="5185941"/>
                  </a:lnTo>
                  <a:lnTo>
                    <a:pt x="771429" y="5185941"/>
                  </a:lnTo>
                  <a:lnTo>
                    <a:pt x="771522" y="5185941"/>
                  </a:lnTo>
                  <a:lnTo>
                    <a:pt x="771615" y="5185941"/>
                  </a:lnTo>
                  <a:lnTo>
                    <a:pt x="771709" y="5185941"/>
                  </a:lnTo>
                  <a:lnTo>
                    <a:pt x="771802" y="5185941"/>
                  </a:lnTo>
                  <a:lnTo>
                    <a:pt x="771895" y="5185941"/>
                  </a:lnTo>
                  <a:lnTo>
                    <a:pt x="771988" y="5185941"/>
                  </a:lnTo>
                  <a:lnTo>
                    <a:pt x="772082" y="5185941"/>
                  </a:lnTo>
                  <a:lnTo>
                    <a:pt x="772175" y="5185941"/>
                  </a:lnTo>
                  <a:lnTo>
                    <a:pt x="772268" y="5185941"/>
                  </a:lnTo>
                  <a:lnTo>
                    <a:pt x="772361" y="5185941"/>
                  </a:lnTo>
                  <a:lnTo>
                    <a:pt x="772455" y="5185941"/>
                  </a:lnTo>
                  <a:lnTo>
                    <a:pt x="772548" y="5185941"/>
                  </a:lnTo>
                  <a:lnTo>
                    <a:pt x="772641" y="5185941"/>
                  </a:lnTo>
                  <a:lnTo>
                    <a:pt x="772734" y="5185941"/>
                  </a:lnTo>
                  <a:lnTo>
                    <a:pt x="772828" y="5185941"/>
                  </a:lnTo>
                  <a:lnTo>
                    <a:pt x="772828" y="5175987"/>
                  </a:lnTo>
                  <a:lnTo>
                    <a:pt x="772921" y="5175987"/>
                  </a:lnTo>
                  <a:lnTo>
                    <a:pt x="773014" y="5175987"/>
                  </a:lnTo>
                  <a:lnTo>
                    <a:pt x="773107" y="5175987"/>
                  </a:lnTo>
                  <a:lnTo>
                    <a:pt x="773201" y="5175987"/>
                  </a:lnTo>
                  <a:lnTo>
                    <a:pt x="773294" y="5175987"/>
                  </a:lnTo>
                  <a:lnTo>
                    <a:pt x="773387" y="5175987"/>
                  </a:lnTo>
                  <a:lnTo>
                    <a:pt x="773480" y="5175987"/>
                  </a:lnTo>
                  <a:lnTo>
                    <a:pt x="773574" y="5175987"/>
                  </a:lnTo>
                  <a:lnTo>
                    <a:pt x="773667" y="5175987"/>
                  </a:lnTo>
                  <a:lnTo>
                    <a:pt x="773760" y="5175987"/>
                  </a:lnTo>
                  <a:lnTo>
                    <a:pt x="773853" y="5175987"/>
                  </a:lnTo>
                  <a:lnTo>
                    <a:pt x="773947" y="5175987"/>
                  </a:lnTo>
                  <a:lnTo>
                    <a:pt x="774040" y="5175987"/>
                  </a:lnTo>
                  <a:lnTo>
                    <a:pt x="774133" y="5175987"/>
                  </a:lnTo>
                  <a:lnTo>
                    <a:pt x="774226" y="5175987"/>
                  </a:lnTo>
                  <a:lnTo>
                    <a:pt x="774320" y="5175987"/>
                  </a:lnTo>
                  <a:lnTo>
                    <a:pt x="774413" y="5175987"/>
                  </a:lnTo>
                  <a:lnTo>
                    <a:pt x="774506" y="5175987"/>
                  </a:lnTo>
                  <a:lnTo>
                    <a:pt x="774599" y="5175987"/>
                  </a:lnTo>
                  <a:lnTo>
                    <a:pt x="774693" y="5175987"/>
                  </a:lnTo>
                  <a:lnTo>
                    <a:pt x="774786" y="5175987"/>
                  </a:lnTo>
                  <a:lnTo>
                    <a:pt x="774879" y="5175987"/>
                  </a:lnTo>
                  <a:lnTo>
                    <a:pt x="774972" y="5175987"/>
                  </a:lnTo>
                  <a:lnTo>
                    <a:pt x="775066" y="5175987"/>
                  </a:lnTo>
                  <a:lnTo>
                    <a:pt x="775159" y="5175987"/>
                  </a:lnTo>
                  <a:lnTo>
                    <a:pt x="775252" y="5175987"/>
                  </a:lnTo>
                  <a:lnTo>
                    <a:pt x="775345" y="5175987"/>
                  </a:lnTo>
                  <a:lnTo>
                    <a:pt x="775439" y="5175987"/>
                  </a:lnTo>
                  <a:lnTo>
                    <a:pt x="775532" y="5175987"/>
                  </a:lnTo>
                  <a:lnTo>
                    <a:pt x="775625" y="5175987"/>
                  </a:lnTo>
                  <a:lnTo>
                    <a:pt x="775718" y="5175987"/>
                  </a:lnTo>
                  <a:lnTo>
                    <a:pt x="775812" y="5175987"/>
                  </a:lnTo>
                  <a:lnTo>
                    <a:pt x="775905" y="5175987"/>
                  </a:lnTo>
                  <a:lnTo>
                    <a:pt x="775998" y="5175987"/>
                  </a:lnTo>
                  <a:lnTo>
                    <a:pt x="776091" y="5175987"/>
                  </a:lnTo>
                  <a:lnTo>
                    <a:pt x="776185" y="5175987"/>
                  </a:lnTo>
                  <a:lnTo>
                    <a:pt x="776278" y="5175987"/>
                  </a:lnTo>
                  <a:lnTo>
                    <a:pt x="776371" y="5175987"/>
                  </a:lnTo>
                  <a:lnTo>
                    <a:pt x="776464" y="5175987"/>
                  </a:lnTo>
                  <a:lnTo>
                    <a:pt x="776558" y="5175987"/>
                  </a:lnTo>
                  <a:lnTo>
                    <a:pt x="776651" y="5175987"/>
                  </a:lnTo>
                  <a:lnTo>
                    <a:pt x="776744" y="5175987"/>
                  </a:lnTo>
                  <a:lnTo>
                    <a:pt x="776837" y="5175987"/>
                  </a:lnTo>
                  <a:lnTo>
                    <a:pt x="776931" y="5175987"/>
                  </a:lnTo>
                  <a:lnTo>
                    <a:pt x="777024" y="5175987"/>
                  </a:lnTo>
                  <a:lnTo>
                    <a:pt x="777117" y="5175987"/>
                  </a:lnTo>
                  <a:lnTo>
                    <a:pt x="777210" y="5175987"/>
                  </a:lnTo>
                  <a:lnTo>
                    <a:pt x="777303" y="5175987"/>
                  </a:lnTo>
                  <a:lnTo>
                    <a:pt x="777397" y="5175987"/>
                  </a:lnTo>
                  <a:lnTo>
                    <a:pt x="777490" y="5175987"/>
                  </a:lnTo>
                  <a:lnTo>
                    <a:pt x="777583" y="5175987"/>
                  </a:lnTo>
                  <a:lnTo>
                    <a:pt x="777676" y="5175987"/>
                  </a:lnTo>
                  <a:lnTo>
                    <a:pt x="777770" y="5175987"/>
                  </a:lnTo>
                  <a:lnTo>
                    <a:pt x="777863" y="5175987"/>
                  </a:lnTo>
                  <a:lnTo>
                    <a:pt x="777956" y="5175987"/>
                  </a:lnTo>
                  <a:lnTo>
                    <a:pt x="778049" y="5175987"/>
                  </a:lnTo>
                  <a:lnTo>
                    <a:pt x="778143" y="5175987"/>
                  </a:lnTo>
                  <a:lnTo>
                    <a:pt x="778236" y="5175987"/>
                  </a:lnTo>
                  <a:lnTo>
                    <a:pt x="778329" y="5175987"/>
                  </a:lnTo>
                  <a:lnTo>
                    <a:pt x="778422" y="5175987"/>
                  </a:lnTo>
                  <a:lnTo>
                    <a:pt x="778516" y="5175987"/>
                  </a:lnTo>
                  <a:lnTo>
                    <a:pt x="778609" y="5175987"/>
                  </a:lnTo>
                  <a:lnTo>
                    <a:pt x="778702" y="5175987"/>
                  </a:lnTo>
                  <a:lnTo>
                    <a:pt x="778795" y="5175987"/>
                  </a:lnTo>
                  <a:lnTo>
                    <a:pt x="778889" y="5175987"/>
                  </a:lnTo>
                  <a:lnTo>
                    <a:pt x="778982" y="5175987"/>
                  </a:lnTo>
                  <a:lnTo>
                    <a:pt x="779075" y="5175987"/>
                  </a:lnTo>
                  <a:lnTo>
                    <a:pt x="779168" y="5175987"/>
                  </a:lnTo>
                  <a:lnTo>
                    <a:pt x="779262" y="5175987"/>
                  </a:lnTo>
                  <a:lnTo>
                    <a:pt x="779355" y="5175987"/>
                  </a:lnTo>
                  <a:lnTo>
                    <a:pt x="779448" y="5175987"/>
                  </a:lnTo>
                  <a:lnTo>
                    <a:pt x="779541" y="5175987"/>
                  </a:lnTo>
                  <a:lnTo>
                    <a:pt x="779635" y="5175987"/>
                  </a:lnTo>
                  <a:lnTo>
                    <a:pt x="779728" y="5175987"/>
                  </a:lnTo>
                  <a:lnTo>
                    <a:pt x="779821" y="5175987"/>
                  </a:lnTo>
                  <a:lnTo>
                    <a:pt x="779914" y="5175987"/>
                  </a:lnTo>
                  <a:lnTo>
                    <a:pt x="780008" y="5175987"/>
                  </a:lnTo>
                  <a:lnTo>
                    <a:pt x="780101" y="5175987"/>
                  </a:lnTo>
                  <a:lnTo>
                    <a:pt x="780194" y="5175987"/>
                  </a:lnTo>
                  <a:lnTo>
                    <a:pt x="780287" y="5175987"/>
                  </a:lnTo>
                  <a:lnTo>
                    <a:pt x="780381" y="5175987"/>
                  </a:lnTo>
                  <a:lnTo>
                    <a:pt x="780474" y="5175987"/>
                  </a:lnTo>
                  <a:lnTo>
                    <a:pt x="780567" y="5175987"/>
                  </a:lnTo>
                  <a:lnTo>
                    <a:pt x="780660" y="5175987"/>
                  </a:lnTo>
                  <a:lnTo>
                    <a:pt x="780754" y="5175987"/>
                  </a:lnTo>
                  <a:lnTo>
                    <a:pt x="780847" y="5175987"/>
                  </a:lnTo>
                  <a:lnTo>
                    <a:pt x="780940" y="5175987"/>
                  </a:lnTo>
                  <a:lnTo>
                    <a:pt x="781033" y="5175987"/>
                  </a:lnTo>
                  <a:lnTo>
                    <a:pt x="781127" y="5175987"/>
                  </a:lnTo>
                  <a:lnTo>
                    <a:pt x="781220" y="5175987"/>
                  </a:lnTo>
                  <a:lnTo>
                    <a:pt x="781313" y="5175987"/>
                  </a:lnTo>
                  <a:lnTo>
                    <a:pt x="781406" y="5175987"/>
                  </a:lnTo>
                  <a:lnTo>
                    <a:pt x="781500" y="5175987"/>
                  </a:lnTo>
                  <a:lnTo>
                    <a:pt x="781593" y="5175987"/>
                  </a:lnTo>
                  <a:lnTo>
                    <a:pt x="781686" y="5175987"/>
                  </a:lnTo>
                  <a:lnTo>
                    <a:pt x="781779" y="5175987"/>
                  </a:lnTo>
                  <a:lnTo>
                    <a:pt x="781873" y="5175987"/>
                  </a:lnTo>
                  <a:lnTo>
                    <a:pt x="781966" y="5175987"/>
                  </a:lnTo>
                  <a:lnTo>
                    <a:pt x="782059" y="5175987"/>
                  </a:lnTo>
                  <a:lnTo>
                    <a:pt x="782152" y="5175987"/>
                  </a:lnTo>
                  <a:lnTo>
                    <a:pt x="782246" y="5175987"/>
                  </a:lnTo>
                  <a:lnTo>
                    <a:pt x="782339" y="5175987"/>
                  </a:lnTo>
                  <a:lnTo>
                    <a:pt x="782432" y="5175987"/>
                  </a:lnTo>
                  <a:lnTo>
                    <a:pt x="782525" y="5175987"/>
                  </a:lnTo>
                  <a:lnTo>
                    <a:pt x="782619" y="5175987"/>
                  </a:lnTo>
                  <a:lnTo>
                    <a:pt x="782712" y="5175987"/>
                  </a:lnTo>
                  <a:lnTo>
                    <a:pt x="782805" y="5175987"/>
                  </a:lnTo>
                  <a:lnTo>
                    <a:pt x="782898" y="5175987"/>
                  </a:lnTo>
                  <a:lnTo>
                    <a:pt x="782992" y="5175987"/>
                  </a:lnTo>
                  <a:lnTo>
                    <a:pt x="783085" y="5175987"/>
                  </a:lnTo>
                  <a:lnTo>
                    <a:pt x="783178" y="5175987"/>
                  </a:lnTo>
                  <a:lnTo>
                    <a:pt x="783271" y="5175987"/>
                  </a:lnTo>
                  <a:lnTo>
                    <a:pt x="783365" y="5175987"/>
                  </a:lnTo>
                  <a:lnTo>
                    <a:pt x="783458" y="5175987"/>
                  </a:lnTo>
                  <a:lnTo>
                    <a:pt x="783551" y="5175987"/>
                  </a:lnTo>
                  <a:lnTo>
                    <a:pt x="783644" y="5175987"/>
                  </a:lnTo>
                  <a:lnTo>
                    <a:pt x="783738" y="5175987"/>
                  </a:lnTo>
                  <a:lnTo>
                    <a:pt x="783831" y="5175987"/>
                  </a:lnTo>
                  <a:lnTo>
                    <a:pt x="783924" y="5175987"/>
                  </a:lnTo>
                  <a:lnTo>
                    <a:pt x="784017" y="5175987"/>
                  </a:lnTo>
                  <a:lnTo>
                    <a:pt x="784110" y="5175987"/>
                  </a:lnTo>
                  <a:lnTo>
                    <a:pt x="784204" y="5175987"/>
                  </a:lnTo>
                  <a:lnTo>
                    <a:pt x="784297" y="5175987"/>
                  </a:lnTo>
                  <a:lnTo>
                    <a:pt x="784390" y="5175987"/>
                  </a:lnTo>
                  <a:lnTo>
                    <a:pt x="784483" y="5175987"/>
                  </a:lnTo>
                  <a:lnTo>
                    <a:pt x="784577" y="5175987"/>
                  </a:lnTo>
                  <a:lnTo>
                    <a:pt x="784670" y="5175987"/>
                  </a:lnTo>
                  <a:lnTo>
                    <a:pt x="784763" y="5175987"/>
                  </a:lnTo>
                  <a:lnTo>
                    <a:pt x="784856" y="5175987"/>
                  </a:lnTo>
                  <a:lnTo>
                    <a:pt x="784950" y="5175987"/>
                  </a:lnTo>
                  <a:lnTo>
                    <a:pt x="785043" y="5175987"/>
                  </a:lnTo>
                  <a:lnTo>
                    <a:pt x="785136" y="5175987"/>
                  </a:lnTo>
                  <a:lnTo>
                    <a:pt x="785229" y="5175987"/>
                  </a:lnTo>
                  <a:lnTo>
                    <a:pt x="785323" y="5175987"/>
                  </a:lnTo>
                  <a:lnTo>
                    <a:pt x="785416" y="5175987"/>
                  </a:lnTo>
                  <a:lnTo>
                    <a:pt x="785509" y="5175987"/>
                  </a:lnTo>
                  <a:lnTo>
                    <a:pt x="785602" y="5175987"/>
                  </a:lnTo>
                  <a:lnTo>
                    <a:pt x="785696" y="5175987"/>
                  </a:lnTo>
                  <a:lnTo>
                    <a:pt x="785789" y="5175987"/>
                  </a:lnTo>
                  <a:lnTo>
                    <a:pt x="785882" y="5175987"/>
                  </a:lnTo>
                  <a:lnTo>
                    <a:pt x="785975" y="5175987"/>
                  </a:lnTo>
                  <a:lnTo>
                    <a:pt x="786069" y="5175987"/>
                  </a:lnTo>
                  <a:lnTo>
                    <a:pt x="786162" y="5175987"/>
                  </a:lnTo>
                  <a:lnTo>
                    <a:pt x="786255" y="5175987"/>
                  </a:lnTo>
                  <a:lnTo>
                    <a:pt x="786348" y="5175987"/>
                  </a:lnTo>
                  <a:lnTo>
                    <a:pt x="786442" y="5175987"/>
                  </a:lnTo>
                  <a:lnTo>
                    <a:pt x="786535" y="5175987"/>
                  </a:lnTo>
                  <a:lnTo>
                    <a:pt x="786628" y="5175987"/>
                  </a:lnTo>
                  <a:lnTo>
                    <a:pt x="786721" y="5175987"/>
                  </a:lnTo>
                  <a:lnTo>
                    <a:pt x="786815" y="5175987"/>
                  </a:lnTo>
                  <a:lnTo>
                    <a:pt x="786908" y="5175987"/>
                  </a:lnTo>
                  <a:lnTo>
                    <a:pt x="787001" y="5175987"/>
                  </a:lnTo>
                  <a:lnTo>
                    <a:pt x="787094" y="5175987"/>
                  </a:lnTo>
                  <a:lnTo>
                    <a:pt x="787188" y="5175987"/>
                  </a:lnTo>
                  <a:lnTo>
                    <a:pt x="787281" y="5175987"/>
                  </a:lnTo>
                  <a:lnTo>
                    <a:pt x="787374" y="5175987"/>
                  </a:lnTo>
                  <a:lnTo>
                    <a:pt x="787467" y="5175987"/>
                  </a:lnTo>
                  <a:lnTo>
                    <a:pt x="787561" y="5175987"/>
                  </a:lnTo>
                  <a:lnTo>
                    <a:pt x="787654" y="5175987"/>
                  </a:lnTo>
                  <a:lnTo>
                    <a:pt x="787747" y="5175987"/>
                  </a:lnTo>
                  <a:lnTo>
                    <a:pt x="787840" y="5175987"/>
                  </a:lnTo>
                  <a:lnTo>
                    <a:pt x="787934" y="5175987"/>
                  </a:lnTo>
                  <a:lnTo>
                    <a:pt x="788027" y="5175987"/>
                  </a:lnTo>
                  <a:lnTo>
                    <a:pt x="788120" y="5175987"/>
                  </a:lnTo>
                  <a:lnTo>
                    <a:pt x="788213" y="5175987"/>
                  </a:lnTo>
                  <a:lnTo>
                    <a:pt x="788307" y="5175987"/>
                  </a:lnTo>
                  <a:lnTo>
                    <a:pt x="788400" y="5175987"/>
                  </a:lnTo>
                  <a:lnTo>
                    <a:pt x="788493" y="5175987"/>
                  </a:lnTo>
                  <a:lnTo>
                    <a:pt x="788586" y="5175987"/>
                  </a:lnTo>
                  <a:lnTo>
                    <a:pt x="788680" y="5175987"/>
                  </a:lnTo>
                  <a:lnTo>
                    <a:pt x="788773" y="5175987"/>
                  </a:lnTo>
                  <a:lnTo>
                    <a:pt x="788866" y="5175987"/>
                  </a:lnTo>
                  <a:lnTo>
                    <a:pt x="788959" y="5175987"/>
                  </a:lnTo>
                  <a:lnTo>
                    <a:pt x="789053" y="5175987"/>
                  </a:lnTo>
                  <a:lnTo>
                    <a:pt x="789146" y="5175987"/>
                  </a:lnTo>
                  <a:lnTo>
                    <a:pt x="789239" y="5175987"/>
                  </a:lnTo>
                  <a:lnTo>
                    <a:pt x="789332" y="5175987"/>
                  </a:lnTo>
                  <a:lnTo>
                    <a:pt x="789426" y="5175987"/>
                  </a:lnTo>
                  <a:lnTo>
                    <a:pt x="789519" y="5175987"/>
                  </a:lnTo>
                  <a:lnTo>
                    <a:pt x="789612" y="5175987"/>
                  </a:lnTo>
                  <a:lnTo>
                    <a:pt x="789705" y="5175987"/>
                  </a:lnTo>
                  <a:lnTo>
                    <a:pt x="789799" y="5175987"/>
                  </a:lnTo>
                  <a:lnTo>
                    <a:pt x="789892" y="5175987"/>
                  </a:lnTo>
                  <a:lnTo>
                    <a:pt x="789985" y="5175987"/>
                  </a:lnTo>
                  <a:lnTo>
                    <a:pt x="790078" y="5175987"/>
                  </a:lnTo>
                  <a:lnTo>
                    <a:pt x="790172" y="5175987"/>
                  </a:lnTo>
                  <a:lnTo>
                    <a:pt x="790265" y="5175987"/>
                  </a:lnTo>
                  <a:lnTo>
                    <a:pt x="790358" y="5175987"/>
                  </a:lnTo>
                  <a:lnTo>
                    <a:pt x="790451" y="5175987"/>
                  </a:lnTo>
                  <a:lnTo>
                    <a:pt x="790545" y="5175987"/>
                  </a:lnTo>
                  <a:lnTo>
                    <a:pt x="790638" y="5175987"/>
                  </a:lnTo>
                  <a:lnTo>
                    <a:pt x="790731" y="5175987"/>
                  </a:lnTo>
                  <a:lnTo>
                    <a:pt x="790824" y="5175987"/>
                  </a:lnTo>
                  <a:lnTo>
                    <a:pt x="790917" y="5175987"/>
                  </a:lnTo>
                  <a:lnTo>
                    <a:pt x="791011" y="5175987"/>
                  </a:lnTo>
                  <a:lnTo>
                    <a:pt x="791104" y="5175987"/>
                  </a:lnTo>
                  <a:lnTo>
                    <a:pt x="791197" y="5175987"/>
                  </a:lnTo>
                  <a:lnTo>
                    <a:pt x="791290" y="5175987"/>
                  </a:lnTo>
                  <a:lnTo>
                    <a:pt x="791384" y="5175987"/>
                  </a:lnTo>
                  <a:lnTo>
                    <a:pt x="791477" y="5175987"/>
                  </a:lnTo>
                  <a:lnTo>
                    <a:pt x="791570" y="5175987"/>
                  </a:lnTo>
                  <a:lnTo>
                    <a:pt x="791663" y="5175987"/>
                  </a:lnTo>
                  <a:lnTo>
                    <a:pt x="791757" y="5175987"/>
                  </a:lnTo>
                  <a:lnTo>
                    <a:pt x="791850" y="5175987"/>
                  </a:lnTo>
                  <a:lnTo>
                    <a:pt x="791943" y="5175987"/>
                  </a:lnTo>
                  <a:lnTo>
                    <a:pt x="792036" y="5175987"/>
                  </a:lnTo>
                  <a:lnTo>
                    <a:pt x="792130" y="5175987"/>
                  </a:lnTo>
                  <a:lnTo>
                    <a:pt x="792223" y="5175987"/>
                  </a:lnTo>
                  <a:lnTo>
                    <a:pt x="792316" y="5175987"/>
                  </a:lnTo>
                  <a:lnTo>
                    <a:pt x="792409" y="5175987"/>
                  </a:lnTo>
                  <a:lnTo>
                    <a:pt x="792503" y="5175987"/>
                  </a:lnTo>
                  <a:lnTo>
                    <a:pt x="792596" y="5175987"/>
                  </a:lnTo>
                  <a:lnTo>
                    <a:pt x="792689" y="5175987"/>
                  </a:lnTo>
                  <a:lnTo>
                    <a:pt x="792782" y="5175987"/>
                  </a:lnTo>
                  <a:lnTo>
                    <a:pt x="792876" y="5175987"/>
                  </a:lnTo>
                  <a:lnTo>
                    <a:pt x="792969" y="5175987"/>
                  </a:lnTo>
                  <a:lnTo>
                    <a:pt x="792969" y="5166033"/>
                  </a:lnTo>
                  <a:lnTo>
                    <a:pt x="793062" y="5166033"/>
                  </a:lnTo>
                  <a:lnTo>
                    <a:pt x="793155" y="5166033"/>
                  </a:lnTo>
                  <a:lnTo>
                    <a:pt x="793249" y="5166033"/>
                  </a:lnTo>
                  <a:lnTo>
                    <a:pt x="793342" y="5166033"/>
                  </a:lnTo>
                  <a:lnTo>
                    <a:pt x="793435" y="5166033"/>
                  </a:lnTo>
                  <a:lnTo>
                    <a:pt x="793528" y="5166033"/>
                  </a:lnTo>
                  <a:lnTo>
                    <a:pt x="793622" y="5166033"/>
                  </a:lnTo>
                  <a:lnTo>
                    <a:pt x="793715" y="5166033"/>
                  </a:lnTo>
                  <a:lnTo>
                    <a:pt x="793808" y="5166033"/>
                  </a:lnTo>
                  <a:lnTo>
                    <a:pt x="793901" y="5166033"/>
                  </a:lnTo>
                  <a:lnTo>
                    <a:pt x="793995" y="5166033"/>
                  </a:lnTo>
                  <a:lnTo>
                    <a:pt x="794088" y="5166033"/>
                  </a:lnTo>
                  <a:lnTo>
                    <a:pt x="794181" y="5166033"/>
                  </a:lnTo>
                  <a:lnTo>
                    <a:pt x="794274" y="5166033"/>
                  </a:lnTo>
                  <a:lnTo>
                    <a:pt x="794368" y="5166033"/>
                  </a:lnTo>
                  <a:lnTo>
                    <a:pt x="794461" y="5166033"/>
                  </a:lnTo>
                  <a:lnTo>
                    <a:pt x="794554" y="5166033"/>
                  </a:lnTo>
                  <a:lnTo>
                    <a:pt x="794647" y="5166033"/>
                  </a:lnTo>
                  <a:lnTo>
                    <a:pt x="794741" y="5166033"/>
                  </a:lnTo>
                  <a:lnTo>
                    <a:pt x="794834" y="5166033"/>
                  </a:lnTo>
                  <a:lnTo>
                    <a:pt x="794927" y="5166033"/>
                  </a:lnTo>
                  <a:lnTo>
                    <a:pt x="795020" y="5166033"/>
                  </a:lnTo>
                  <a:lnTo>
                    <a:pt x="795114" y="5166033"/>
                  </a:lnTo>
                  <a:lnTo>
                    <a:pt x="795207" y="5166033"/>
                  </a:lnTo>
                  <a:lnTo>
                    <a:pt x="795300" y="5166033"/>
                  </a:lnTo>
                  <a:lnTo>
                    <a:pt x="795393" y="5166033"/>
                  </a:lnTo>
                  <a:lnTo>
                    <a:pt x="795487" y="5166033"/>
                  </a:lnTo>
                  <a:lnTo>
                    <a:pt x="795580" y="5166033"/>
                  </a:lnTo>
                  <a:lnTo>
                    <a:pt x="795673" y="5166033"/>
                  </a:lnTo>
                  <a:lnTo>
                    <a:pt x="795766" y="5166033"/>
                  </a:lnTo>
                  <a:lnTo>
                    <a:pt x="795860" y="5166033"/>
                  </a:lnTo>
                  <a:lnTo>
                    <a:pt x="795953" y="5166033"/>
                  </a:lnTo>
                  <a:lnTo>
                    <a:pt x="796046" y="5166033"/>
                  </a:lnTo>
                  <a:lnTo>
                    <a:pt x="796139" y="5166033"/>
                  </a:lnTo>
                  <a:lnTo>
                    <a:pt x="796233" y="5166033"/>
                  </a:lnTo>
                  <a:lnTo>
                    <a:pt x="796326" y="5166033"/>
                  </a:lnTo>
                  <a:lnTo>
                    <a:pt x="796419" y="5166033"/>
                  </a:lnTo>
                  <a:lnTo>
                    <a:pt x="796512" y="5166033"/>
                  </a:lnTo>
                  <a:lnTo>
                    <a:pt x="796606" y="5166033"/>
                  </a:lnTo>
                  <a:lnTo>
                    <a:pt x="796699" y="5166033"/>
                  </a:lnTo>
                  <a:lnTo>
                    <a:pt x="796792" y="5166033"/>
                  </a:lnTo>
                  <a:lnTo>
                    <a:pt x="796885" y="5166033"/>
                  </a:lnTo>
                  <a:lnTo>
                    <a:pt x="796979" y="5166033"/>
                  </a:lnTo>
                  <a:lnTo>
                    <a:pt x="797072" y="5166033"/>
                  </a:lnTo>
                  <a:lnTo>
                    <a:pt x="797165" y="5166033"/>
                  </a:lnTo>
                  <a:lnTo>
                    <a:pt x="797258" y="5166033"/>
                  </a:lnTo>
                  <a:lnTo>
                    <a:pt x="797258" y="5156080"/>
                  </a:lnTo>
                  <a:lnTo>
                    <a:pt x="797352" y="5156080"/>
                  </a:lnTo>
                  <a:lnTo>
                    <a:pt x="797445" y="5156080"/>
                  </a:lnTo>
                  <a:lnTo>
                    <a:pt x="797538" y="5156080"/>
                  </a:lnTo>
                  <a:lnTo>
                    <a:pt x="797631" y="5156080"/>
                  </a:lnTo>
                  <a:lnTo>
                    <a:pt x="797725" y="5156080"/>
                  </a:lnTo>
                  <a:lnTo>
                    <a:pt x="797818" y="5156080"/>
                  </a:lnTo>
                  <a:lnTo>
                    <a:pt x="797911" y="5156080"/>
                  </a:lnTo>
                  <a:lnTo>
                    <a:pt x="798004" y="5156080"/>
                  </a:lnTo>
                  <a:lnTo>
                    <a:pt x="798097" y="5156080"/>
                  </a:lnTo>
                  <a:lnTo>
                    <a:pt x="798191" y="5156080"/>
                  </a:lnTo>
                  <a:lnTo>
                    <a:pt x="798284" y="5156080"/>
                  </a:lnTo>
                  <a:lnTo>
                    <a:pt x="798377" y="5156080"/>
                  </a:lnTo>
                  <a:lnTo>
                    <a:pt x="798470" y="5156080"/>
                  </a:lnTo>
                  <a:lnTo>
                    <a:pt x="798564" y="5156080"/>
                  </a:lnTo>
                  <a:lnTo>
                    <a:pt x="798657" y="5156080"/>
                  </a:lnTo>
                  <a:lnTo>
                    <a:pt x="798750" y="5156080"/>
                  </a:lnTo>
                  <a:lnTo>
                    <a:pt x="798843" y="5156080"/>
                  </a:lnTo>
                  <a:lnTo>
                    <a:pt x="798937" y="5156080"/>
                  </a:lnTo>
                  <a:lnTo>
                    <a:pt x="799030" y="5156080"/>
                  </a:lnTo>
                  <a:lnTo>
                    <a:pt x="799123" y="5156080"/>
                  </a:lnTo>
                  <a:lnTo>
                    <a:pt x="799216" y="5156080"/>
                  </a:lnTo>
                  <a:lnTo>
                    <a:pt x="799310" y="5156080"/>
                  </a:lnTo>
                  <a:lnTo>
                    <a:pt x="799403" y="5156080"/>
                  </a:lnTo>
                  <a:lnTo>
                    <a:pt x="799496" y="5156080"/>
                  </a:lnTo>
                  <a:lnTo>
                    <a:pt x="799589" y="5156080"/>
                  </a:lnTo>
                  <a:lnTo>
                    <a:pt x="799683" y="5156080"/>
                  </a:lnTo>
                  <a:lnTo>
                    <a:pt x="799776" y="5156080"/>
                  </a:lnTo>
                  <a:lnTo>
                    <a:pt x="799869" y="5156080"/>
                  </a:lnTo>
                  <a:lnTo>
                    <a:pt x="799962" y="5156080"/>
                  </a:lnTo>
                  <a:lnTo>
                    <a:pt x="800056" y="5156080"/>
                  </a:lnTo>
                  <a:lnTo>
                    <a:pt x="800149" y="5156080"/>
                  </a:lnTo>
                  <a:lnTo>
                    <a:pt x="800242" y="5156080"/>
                  </a:lnTo>
                  <a:lnTo>
                    <a:pt x="800335" y="5156080"/>
                  </a:lnTo>
                  <a:lnTo>
                    <a:pt x="800429" y="5156080"/>
                  </a:lnTo>
                  <a:lnTo>
                    <a:pt x="800522" y="5156080"/>
                  </a:lnTo>
                  <a:lnTo>
                    <a:pt x="800615" y="5156080"/>
                  </a:lnTo>
                  <a:lnTo>
                    <a:pt x="800708" y="5156080"/>
                  </a:lnTo>
                  <a:lnTo>
                    <a:pt x="800802" y="5156080"/>
                  </a:lnTo>
                  <a:lnTo>
                    <a:pt x="800895" y="5156080"/>
                  </a:lnTo>
                  <a:lnTo>
                    <a:pt x="800988" y="5156080"/>
                  </a:lnTo>
                  <a:lnTo>
                    <a:pt x="801081" y="5156080"/>
                  </a:lnTo>
                  <a:lnTo>
                    <a:pt x="801175" y="5156080"/>
                  </a:lnTo>
                  <a:lnTo>
                    <a:pt x="801268" y="5156080"/>
                  </a:lnTo>
                  <a:lnTo>
                    <a:pt x="801361" y="5156080"/>
                  </a:lnTo>
                  <a:lnTo>
                    <a:pt x="801454" y="5156080"/>
                  </a:lnTo>
                  <a:lnTo>
                    <a:pt x="801548" y="5156080"/>
                  </a:lnTo>
                  <a:lnTo>
                    <a:pt x="801548" y="5146126"/>
                  </a:lnTo>
                  <a:lnTo>
                    <a:pt x="801641" y="5146126"/>
                  </a:lnTo>
                  <a:lnTo>
                    <a:pt x="801734" y="5146126"/>
                  </a:lnTo>
                  <a:lnTo>
                    <a:pt x="801827" y="5146126"/>
                  </a:lnTo>
                  <a:lnTo>
                    <a:pt x="801921" y="5146126"/>
                  </a:lnTo>
                  <a:lnTo>
                    <a:pt x="802014" y="5146126"/>
                  </a:lnTo>
                  <a:lnTo>
                    <a:pt x="802107" y="5146126"/>
                  </a:lnTo>
                  <a:lnTo>
                    <a:pt x="802200" y="5146126"/>
                  </a:lnTo>
                  <a:lnTo>
                    <a:pt x="802294" y="5146126"/>
                  </a:lnTo>
                  <a:lnTo>
                    <a:pt x="802387" y="5146126"/>
                  </a:lnTo>
                  <a:lnTo>
                    <a:pt x="802480" y="5146126"/>
                  </a:lnTo>
                  <a:lnTo>
                    <a:pt x="802573" y="5146126"/>
                  </a:lnTo>
                  <a:lnTo>
                    <a:pt x="802667" y="5146126"/>
                  </a:lnTo>
                  <a:lnTo>
                    <a:pt x="802760" y="5146126"/>
                  </a:lnTo>
                  <a:lnTo>
                    <a:pt x="802853" y="5146126"/>
                  </a:lnTo>
                  <a:lnTo>
                    <a:pt x="802946" y="5146126"/>
                  </a:lnTo>
                  <a:lnTo>
                    <a:pt x="803040" y="5146126"/>
                  </a:lnTo>
                  <a:lnTo>
                    <a:pt x="803133" y="5146126"/>
                  </a:lnTo>
                  <a:lnTo>
                    <a:pt x="803226" y="5146126"/>
                  </a:lnTo>
                  <a:lnTo>
                    <a:pt x="803319" y="5146126"/>
                  </a:lnTo>
                  <a:lnTo>
                    <a:pt x="803413" y="5146126"/>
                  </a:lnTo>
                  <a:lnTo>
                    <a:pt x="803506" y="5146126"/>
                  </a:lnTo>
                  <a:lnTo>
                    <a:pt x="803599" y="5146126"/>
                  </a:lnTo>
                  <a:lnTo>
                    <a:pt x="803692" y="5146126"/>
                  </a:lnTo>
                  <a:lnTo>
                    <a:pt x="803786" y="5146126"/>
                  </a:lnTo>
                  <a:lnTo>
                    <a:pt x="803879" y="5146126"/>
                  </a:lnTo>
                  <a:lnTo>
                    <a:pt x="803972" y="5146126"/>
                  </a:lnTo>
                  <a:lnTo>
                    <a:pt x="804065" y="5146126"/>
                  </a:lnTo>
                  <a:lnTo>
                    <a:pt x="804159" y="5146126"/>
                  </a:lnTo>
                  <a:lnTo>
                    <a:pt x="804252" y="5146126"/>
                  </a:lnTo>
                  <a:lnTo>
                    <a:pt x="804345" y="5146126"/>
                  </a:lnTo>
                  <a:lnTo>
                    <a:pt x="804438" y="5146126"/>
                  </a:lnTo>
                  <a:lnTo>
                    <a:pt x="804532" y="5146126"/>
                  </a:lnTo>
                  <a:lnTo>
                    <a:pt x="804625" y="5146126"/>
                  </a:lnTo>
                  <a:lnTo>
                    <a:pt x="804718" y="5146126"/>
                  </a:lnTo>
                  <a:lnTo>
                    <a:pt x="804811" y="5146126"/>
                  </a:lnTo>
                  <a:lnTo>
                    <a:pt x="804904" y="5146126"/>
                  </a:lnTo>
                  <a:lnTo>
                    <a:pt x="804998" y="5146126"/>
                  </a:lnTo>
                  <a:lnTo>
                    <a:pt x="805091" y="5146126"/>
                  </a:lnTo>
                  <a:lnTo>
                    <a:pt x="805184" y="5146126"/>
                  </a:lnTo>
                  <a:lnTo>
                    <a:pt x="805277" y="5146126"/>
                  </a:lnTo>
                  <a:lnTo>
                    <a:pt x="805371" y="5146126"/>
                  </a:lnTo>
                  <a:lnTo>
                    <a:pt x="805464" y="5146126"/>
                  </a:lnTo>
                  <a:lnTo>
                    <a:pt x="805557" y="5146126"/>
                  </a:lnTo>
                  <a:lnTo>
                    <a:pt x="805650" y="5146126"/>
                  </a:lnTo>
                  <a:lnTo>
                    <a:pt x="805744" y="5146126"/>
                  </a:lnTo>
                  <a:lnTo>
                    <a:pt x="805837" y="5146126"/>
                  </a:lnTo>
                  <a:lnTo>
                    <a:pt x="805930" y="5146126"/>
                  </a:lnTo>
                  <a:lnTo>
                    <a:pt x="806023" y="5146126"/>
                  </a:lnTo>
                  <a:lnTo>
                    <a:pt x="806117" y="5146126"/>
                  </a:lnTo>
                  <a:lnTo>
                    <a:pt x="806210" y="5146126"/>
                  </a:lnTo>
                  <a:lnTo>
                    <a:pt x="806303" y="5146126"/>
                  </a:lnTo>
                  <a:lnTo>
                    <a:pt x="806396" y="5146126"/>
                  </a:lnTo>
                  <a:lnTo>
                    <a:pt x="806490" y="5146126"/>
                  </a:lnTo>
                  <a:lnTo>
                    <a:pt x="806583" y="5146126"/>
                  </a:lnTo>
                  <a:lnTo>
                    <a:pt x="806676" y="5146126"/>
                  </a:lnTo>
                  <a:lnTo>
                    <a:pt x="806769" y="5146126"/>
                  </a:lnTo>
                  <a:lnTo>
                    <a:pt x="806863" y="5146126"/>
                  </a:lnTo>
                  <a:lnTo>
                    <a:pt x="806956" y="5146126"/>
                  </a:lnTo>
                  <a:lnTo>
                    <a:pt x="807049" y="5146126"/>
                  </a:lnTo>
                  <a:lnTo>
                    <a:pt x="807142" y="5146126"/>
                  </a:lnTo>
                  <a:lnTo>
                    <a:pt x="807236" y="5146126"/>
                  </a:lnTo>
                  <a:lnTo>
                    <a:pt x="807329" y="5146126"/>
                  </a:lnTo>
                  <a:lnTo>
                    <a:pt x="807422" y="5146126"/>
                  </a:lnTo>
                  <a:lnTo>
                    <a:pt x="807515" y="5146126"/>
                  </a:lnTo>
                  <a:lnTo>
                    <a:pt x="807609" y="5146126"/>
                  </a:lnTo>
                  <a:lnTo>
                    <a:pt x="807702" y="5146126"/>
                  </a:lnTo>
                  <a:lnTo>
                    <a:pt x="807795" y="5146126"/>
                  </a:lnTo>
                  <a:lnTo>
                    <a:pt x="807888" y="5146126"/>
                  </a:lnTo>
                  <a:lnTo>
                    <a:pt x="807982" y="5146126"/>
                  </a:lnTo>
                  <a:lnTo>
                    <a:pt x="808075" y="5146126"/>
                  </a:lnTo>
                  <a:lnTo>
                    <a:pt x="808168" y="5146126"/>
                  </a:lnTo>
                  <a:lnTo>
                    <a:pt x="808261" y="5146126"/>
                  </a:lnTo>
                  <a:lnTo>
                    <a:pt x="808355" y="5146126"/>
                  </a:lnTo>
                  <a:lnTo>
                    <a:pt x="808448" y="5146126"/>
                  </a:lnTo>
                  <a:lnTo>
                    <a:pt x="808541" y="5146126"/>
                  </a:lnTo>
                  <a:lnTo>
                    <a:pt x="808634" y="5146126"/>
                  </a:lnTo>
                  <a:lnTo>
                    <a:pt x="808728" y="5146126"/>
                  </a:lnTo>
                  <a:lnTo>
                    <a:pt x="808728" y="5136172"/>
                  </a:lnTo>
                  <a:lnTo>
                    <a:pt x="808821" y="5136172"/>
                  </a:lnTo>
                  <a:lnTo>
                    <a:pt x="808914" y="5136172"/>
                  </a:lnTo>
                  <a:lnTo>
                    <a:pt x="809007" y="5136172"/>
                  </a:lnTo>
                  <a:lnTo>
                    <a:pt x="809101" y="5136172"/>
                  </a:lnTo>
                  <a:lnTo>
                    <a:pt x="809194" y="5136172"/>
                  </a:lnTo>
                  <a:lnTo>
                    <a:pt x="809287" y="5136172"/>
                  </a:lnTo>
                  <a:lnTo>
                    <a:pt x="809380" y="5136172"/>
                  </a:lnTo>
                  <a:lnTo>
                    <a:pt x="809474" y="5136172"/>
                  </a:lnTo>
                  <a:lnTo>
                    <a:pt x="809567" y="5136172"/>
                  </a:lnTo>
                  <a:lnTo>
                    <a:pt x="809660" y="5136172"/>
                  </a:lnTo>
                  <a:lnTo>
                    <a:pt x="809753" y="5136172"/>
                  </a:lnTo>
                  <a:lnTo>
                    <a:pt x="809847" y="5136172"/>
                  </a:lnTo>
                  <a:lnTo>
                    <a:pt x="809940" y="5136172"/>
                  </a:lnTo>
                  <a:lnTo>
                    <a:pt x="810033" y="5136172"/>
                  </a:lnTo>
                  <a:lnTo>
                    <a:pt x="810126" y="5136172"/>
                  </a:lnTo>
                  <a:lnTo>
                    <a:pt x="810220" y="5136172"/>
                  </a:lnTo>
                  <a:lnTo>
                    <a:pt x="810313" y="5136172"/>
                  </a:lnTo>
                  <a:lnTo>
                    <a:pt x="810406" y="5136172"/>
                  </a:lnTo>
                  <a:lnTo>
                    <a:pt x="810499" y="5136172"/>
                  </a:lnTo>
                  <a:lnTo>
                    <a:pt x="810593" y="5136172"/>
                  </a:lnTo>
                  <a:lnTo>
                    <a:pt x="810686" y="5136172"/>
                  </a:lnTo>
                  <a:lnTo>
                    <a:pt x="810779" y="5136172"/>
                  </a:lnTo>
                  <a:lnTo>
                    <a:pt x="810872" y="5136172"/>
                  </a:lnTo>
                  <a:lnTo>
                    <a:pt x="810872" y="5126218"/>
                  </a:lnTo>
                  <a:lnTo>
                    <a:pt x="810966" y="5126218"/>
                  </a:lnTo>
                  <a:lnTo>
                    <a:pt x="811059" y="5126218"/>
                  </a:lnTo>
                  <a:lnTo>
                    <a:pt x="811152" y="5126218"/>
                  </a:lnTo>
                  <a:lnTo>
                    <a:pt x="811245" y="5126218"/>
                  </a:lnTo>
                  <a:lnTo>
                    <a:pt x="811339" y="5126218"/>
                  </a:lnTo>
                  <a:lnTo>
                    <a:pt x="811432" y="5126218"/>
                  </a:lnTo>
                  <a:lnTo>
                    <a:pt x="811525" y="5126218"/>
                  </a:lnTo>
                  <a:lnTo>
                    <a:pt x="811618" y="5126218"/>
                  </a:lnTo>
                  <a:lnTo>
                    <a:pt x="811712" y="5126218"/>
                  </a:lnTo>
                  <a:lnTo>
                    <a:pt x="811805" y="5126218"/>
                  </a:lnTo>
                  <a:lnTo>
                    <a:pt x="811898" y="5126218"/>
                  </a:lnTo>
                  <a:lnTo>
                    <a:pt x="811991" y="5126218"/>
                  </a:lnTo>
                  <a:lnTo>
                    <a:pt x="812084" y="5126218"/>
                  </a:lnTo>
                  <a:lnTo>
                    <a:pt x="812178" y="5126218"/>
                  </a:lnTo>
                  <a:lnTo>
                    <a:pt x="812271" y="5126218"/>
                  </a:lnTo>
                  <a:lnTo>
                    <a:pt x="812364" y="5126218"/>
                  </a:lnTo>
                  <a:lnTo>
                    <a:pt x="812457" y="5126218"/>
                  </a:lnTo>
                  <a:lnTo>
                    <a:pt x="812551" y="5126218"/>
                  </a:lnTo>
                  <a:lnTo>
                    <a:pt x="812644" y="5126218"/>
                  </a:lnTo>
                  <a:lnTo>
                    <a:pt x="812737" y="5126218"/>
                  </a:lnTo>
                  <a:lnTo>
                    <a:pt x="812830" y="5126218"/>
                  </a:lnTo>
                  <a:lnTo>
                    <a:pt x="812924" y="5126218"/>
                  </a:lnTo>
                  <a:lnTo>
                    <a:pt x="813017" y="5126218"/>
                  </a:lnTo>
                  <a:lnTo>
                    <a:pt x="813110" y="5126218"/>
                  </a:lnTo>
                  <a:lnTo>
                    <a:pt x="813203" y="5126218"/>
                  </a:lnTo>
                  <a:lnTo>
                    <a:pt x="813297" y="5126218"/>
                  </a:lnTo>
                  <a:lnTo>
                    <a:pt x="813390" y="5126218"/>
                  </a:lnTo>
                  <a:lnTo>
                    <a:pt x="813483" y="5126218"/>
                  </a:lnTo>
                  <a:lnTo>
                    <a:pt x="813576" y="5126218"/>
                  </a:lnTo>
                  <a:lnTo>
                    <a:pt x="813670" y="5126218"/>
                  </a:lnTo>
                  <a:lnTo>
                    <a:pt x="813763" y="5126218"/>
                  </a:lnTo>
                  <a:lnTo>
                    <a:pt x="813856" y="5126218"/>
                  </a:lnTo>
                  <a:lnTo>
                    <a:pt x="813949" y="5126218"/>
                  </a:lnTo>
                  <a:lnTo>
                    <a:pt x="814043" y="5126218"/>
                  </a:lnTo>
                  <a:lnTo>
                    <a:pt x="814136" y="5126218"/>
                  </a:lnTo>
                  <a:lnTo>
                    <a:pt x="814229" y="5126218"/>
                  </a:lnTo>
                  <a:lnTo>
                    <a:pt x="814322" y="5126218"/>
                  </a:lnTo>
                  <a:lnTo>
                    <a:pt x="814416" y="5126218"/>
                  </a:lnTo>
                  <a:lnTo>
                    <a:pt x="814509" y="5126218"/>
                  </a:lnTo>
                  <a:lnTo>
                    <a:pt x="814602" y="5126218"/>
                  </a:lnTo>
                  <a:lnTo>
                    <a:pt x="814695" y="5126218"/>
                  </a:lnTo>
                  <a:lnTo>
                    <a:pt x="814789" y="5126218"/>
                  </a:lnTo>
                  <a:lnTo>
                    <a:pt x="814882" y="5126218"/>
                  </a:lnTo>
                  <a:lnTo>
                    <a:pt x="814975" y="5126218"/>
                  </a:lnTo>
                  <a:lnTo>
                    <a:pt x="815068" y="5126218"/>
                  </a:lnTo>
                  <a:lnTo>
                    <a:pt x="815162" y="5126218"/>
                  </a:lnTo>
                  <a:lnTo>
                    <a:pt x="815255" y="5126218"/>
                  </a:lnTo>
                  <a:lnTo>
                    <a:pt x="815348" y="5126218"/>
                  </a:lnTo>
                  <a:lnTo>
                    <a:pt x="815441" y="5126218"/>
                  </a:lnTo>
                  <a:lnTo>
                    <a:pt x="815535" y="5126218"/>
                  </a:lnTo>
                  <a:lnTo>
                    <a:pt x="815628" y="5126218"/>
                  </a:lnTo>
                  <a:lnTo>
                    <a:pt x="815721" y="5126218"/>
                  </a:lnTo>
                  <a:lnTo>
                    <a:pt x="815814" y="5126218"/>
                  </a:lnTo>
                  <a:lnTo>
                    <a:pt x="815908" y="5126218"/>
                  </a:lnTo>
                  <a:lnTo>
                    <a:pt x="816001" y="5126218"/>
                  </a:lnTo>
                  <a:lnTo>
                    <a:pt x="816094" y="5126218"/>
                  </a:lnTo>
                  <a:lnTo>
                    <a:pt x="816187" y="5126218"/>
                  </a:lnTo>
                  <a:lnTo>
                    <a:pt x="816281" y="5126218"/>
                  </a:lnTo>
                  <a:lnTo>
                    <a:pt x="816374" y="5126218"/>
                  </a:lnTo>
                  <a:lnTo>
                    <a:pt x="816467" y="5126218"/>
                  </a:lnTo>
                  <a:lnTo>
                    <a:pt x="816560" y="5126218"/>
                  </a:lnTo>
                  <a:lnTo>
                    <a:pt x="816654" y="5126218"/>
                  </a:lnTo>
                  <a:lnTo>
                    <a:pt x="816747" y="5126218"/>
                  </a:lnTo>
                  <a:lnTo>
                    <a:pt x="816840" y="5126218"/>
                  </a:lnTo>
                  <a:lnTo>
                    <a:pt x="816933" y="5126218"/>
                  </a:lnTo>
                  <a:lnTo>
                    <a:pt x="817027" y="5126218"/>
                  </a:lnTo>
                  <a:lnTo>
                    <a:pt x="817120" y="5126218"/>
                  </a:lnTo>
                  <a:lnTo>
                    <a:pt x="817213" y="5126218"/>
                  </a:lnTo>
                  <a:lnTo>
                    <a:pt x="817306" y="5126218"/>
                  </a:lnTo>
                  <a:lnTo>
                    <a:pt x="817400" y="5126218"/>
                  </a:lnTo>
                  <a:lnTo>
                    <a:pt x="817493" y="5126218"/>
                  </a:lnTo>
                  <a:lnTo>
                    <a:pt x="817586" y="5126218"/>
                  </a:lnTo>
                  <a:lnTo>
                    <a:pt x="817679" y="5126218"/>
                  </a:lnTo>
                  <a:lnTo>
                    <a:pt x="817773" y="5126218"/>
                  </a:lnTo>
                  <a:lnTo>
                    <a:pt x="817866" y="5126218"/>
                  </a:lnTo>
                  <a:lnTo>
                    <a:pt x="817959" y="5126218"/>
                  </a:lnTo>
                  <a:lnTo>
                    <a:pt x="818052" y="5126218"/>
                  </a:lnTo>
                  <a:lnTo>
                    <a:pt x="818146" y="5126218"/>
                  </a:lnTo>
                  <a:lnTo>
                    <a:pt x="818239" y="5126218"/>
                  </a:lnTo>
                  <a:lnTo>
                    <a:pt x="818332" y="5126218"/>
                  </a:lnTo>
                  <a:lnTo>
                    <a:pt x="818425" y="5126218"/>
                  </a:lnTo>
                  <a:lnTo>
                    <a:pt x="818519" y="5126218"/>
                  </a:lnTo>
                  <a:lnTo>
                    <a:pt x="818612" y="5126218"/>
                  </a:lnTo>
                  <a:lnTo>
                    <a:pt x="818705" y="5126218"/>
                  </a:lnTo>
                  <a:lnTo>
                    <a:pt x="818798" y="5126218"/>
                  </a:lnTo>
                  <a:lnTo>
                    <a:pt x="818891" y="5126218"/>
                  </a:lnTo>
                  <a:lnTo>
                    <a:pt x="818985" y="5126218"/>
                  </a:lnTo>
                  <a:lnTo>
                    <a:pt x="819078" y="5126218"/>
                  </a:lnTo>
                  <a:lnTo>
                    <a:pt x="819171" y="5126218"/>
                  </a:lnTo>
                  <a:lnTo>
                    <a:pt x="819264" y="5126218"/>
                  </a:lnTo>
                  <a:lnTo>
                    <a:pt x="819358" y="5126218"/>
                  </a:lnTo>
                  <a:lnTo>
                    <a:pt x="819451" y="5126218"/>
                  </a:lnTo>
                  <a:lnTo>
                    <a:pt x="819544" y="5126218"/>
                  </a:lnTo>
                  <a:lnTo>
                    <a:pt x="819637" y="5126218"/>
                  </a:lnTo>
                  <a:lnTo>
                    <a:pt x="819731" y="5126218"/>
                  </a:lnTo>
                  <a:lnTo>
                    <a:pt x="819824" y="5126218"/>
                  </a:lnTo>
                  <a:lnTo>
                    <a:pt x="819917" y="5126218"/>
                  </a:lnTo>
                  <a:lnTo>
                    <a:pt x="820010" y="5126218"/>
                  </a:lnTo>
                  <a:lnTo>
                    <a:pt x="820104" y="5126218"/>
                  </a:lnTo>
                  <a:lnTo>
                    <a:pt x="820197" y="5126218"/>
                  </a:lnTo>
                  <a:lnTo>
                    <a:pt x="820290" y="5126218"/>
                  </a:lnTo>
                  <a:lnTo>
                    <a:pt x="820383" y="5126218"/>
                  </a:lnTo>
                  <a:lnTo>
                    <a:pt x="820383" y="5116264"/>
                  </a:lnTo>
                  <a:lnTo>
                    <a:pt x="820477" y="5116264"/>
                  </a:lnTo>
                  <a:lnTo>
                    <a:pt x="820570" y="5116264"/>
                  </a:lnTo>
                  <a:lnTo>
                    <a:pt x="820663" y="5116264"/>
                  </a:lnTo>
                  <a:lnTo>
                    <a:pt x="820756" y="5116264"/>
                  </a:lnTo>
                  <a:lnTo>
                    <a:pt x="820850" y="5116264"/>
                  </a:lnTo>
                  <a:lnTo>
                    <a:pt x="820943" y="5116264"/>
                  </a:lnTo>
                  <a:lnTo>
                    <a:pt x="821036" y="5116264"/>
                  </a:lnTo>
                  <a:lnTo>
                    <a:pt x="821129" y="5116264"/>
                  </a:lnTo>
                  <a:lnTo>
                    <a:pt x="821223" y="5116264"/>
                  </a:lnTo>
                  <a:lnTo>
                    <a:pt x="821316" y="5116264"/>
                  </a:lnTo>
                  <a:lnTo>
                    <a:pt x="821409" y="5116264"/>
                  </a:lnTo>
                  <a:lnTo>
                    <a:pt x="821502" y="5116264"/>
                  </a:lnTo>
                  <a:lnTo>
                    <a:pt x="821596" y="5116264"/>
                  </a:lnTo>
                  <a:lnTo>
                    <a:pt x="821689" y="5116264"/>
                  </a:lnTo>
                  <a:lnTo>
                    <a:pt x="821782" y="5116264"/>
                  </a:lnTo>
                  <a:lnTo>
                    <a:pt x="821875" y="5116264"/>
                  </a:lnTo>
                  <a:lnTo>
                    <a:pt x="821969" y="5116264"/>
                  </a:lnTo>
                  <a:lnTo>
                    <a:pt x="822062" y="5116264"/>
                  </a:lnTo>
                  <a:lnTo>
                    <a:pt x="822155" y="5116264"/>
                  </a:lnTo>
                  <a:lnTo>
                    <a:pt x="822248" y="5116264"/>
                  </a:lnTo>
                  <a:lnTo>
                    <a:pt x="822342" y="5116264"/>
                  </a:lnTo>
                  <a:lnTo>
                    <a:pt x="822435" y="5116264"/>
                  </a:lnTo>
                  <a:lnTo>
                    <a:pt x="822528" y="5116264"/>
                  </a:lnTo>
                  <a:lnTo>
                    <a:pt x="822621" y="5116264"/>
                  </a:lnTo>
                  <a:lnTo>
                    <a:pt x="822715" y="5116264"/>
                  </a:lnTo>
                  <a:lnTo>
                    <a:pt x="822808" y="5116264"/>
                  </a:lnTo>
                  <a:lnTo>
                    <a:pt x="822901" y="5116264"/>
                  </a:lnTo>
                  <a:lnTo>
                    <a:pt x="822994" y="5116264"/>
                  </a:lnTo>
                  <a:lnTo>
                    <a:pt x="823088" y="5116264"/>
                  </a:lnTo>
                  <a:lnTo>
                    <a:pt x="823181" y="5116264"/>
                  </a:lnTo>
                  <a:lnTo>
                    <a:pt x="823274" y="5116264"/>
                  </a:lnTo>
                  <a:lnTo>
                    <a:pt x="823367" y="5116264"/>
                  </a:lnTo>
                  <a:lnTo>
                    <a:pt x="823461" y="5116264"/>
                  </a:lnTo>
                  <a:lnTo>
                    <a:pt x="823554" y="5116264"/>
                  </a:lnTo>
                  <a:lnTo>
                    <a:pt x="823554" y="5106311"/>
                  </a:lnTo>
                  <a:lnTo>
                    <a:pt x="823647" y="5106311"/>
                  </a:lnTo>
                  <a:lnTo>
                    <a:pt x="823740" y="5106311"/>
                  </a:lnTo>
                  <a:lnTo>
                    <a:pt x="823834" y="5106311"/>
                  </a:lnTo>
                  <a:lnTo>
                    <a:pt x="823927" y="5106311"/>
                  </a:lnTo>
                  <a:lnTo>
                    <a:pt x="824020" y="5106311"/>
                  </a:lnTo>
                  <a:lnTo>
                    <a:pt x="824113" y="5106311"/>
                  </a:lnTo>
                  <a:lnTo>
                    <a:pt x="824207" y="5106311"/>
                  </a:lnTo>
                  <a:lnTo>
                    <a:pt x="824207" y="5096357"/>
                  </a:lnTo>
                  <a:lnTo>
                    <a:pt x="824300" y="5096357"/>
                  </a:lnTo>
                  <a:lnTo>
                    <a:pt x="824393" y="5096357"/>
                  </a:lnTo>
                  <a:lnTo>
                    <a:pt x="824486" y="5096357"/>
                  </a:lnTo>
                  <a:lnTo>
                    <a:pt x="824580" y="5096357"/>
                  </a:lnTo>
                  <a:lnTo>
                    <a:pt x="824673" y="5096357"/>
                  </a:lnTo>
                  <a:lnTo>
                    <a:pt x="824766" y="5096357"/>
                  </a:lnTo>
                  <a:lnTo>
                    <a:pt x="824859" y="5096357"/>
                  </a:lnTo>
                  <a:lnTo>
                    <a:pt x="824953" y="5096357"/>
                  </a:lnTo>
                  <a:lnTo>
                    <a:pt x="825046" y="5096357"/>
                  </a:lnTo>
                  <a:lnTo>
                    <a:pt x="825139" y="5096357"/>
                  </a:lnTo>
                  <a:lnTo>
                    <a:pt x="825232" y="5096357"/>
                  </a:lnTo>
                  <a:lnTo>
                    <a:pt x="825326" y="5096357"/>
                  </a:lnTo>
                  <a:lnTo>
                    <a:pt x="825419" y="5096357"/>
                  </a:lnTo>
                  <a:lnTo>
                    <a:pt x="825512" y="5096357"/>
                  </a:lnTo>
                  <a:lnTo>
                    <a:pt x="825605" y="5096357"/>
                  </a:lnTo>
                  <a:lnTo>
                    <a:pt x="825698" y="5096357"/>
                  </a:lnTo>
                  <a:lnTo>
                    <a:pt x="825792" y="5096357"/>
                  </a:lnTo>
                  <a:lnTo>
                    <a:pt x="825885" y="5096357"/>
                  </a:lnTo>
                  <a:lnTo>
                    <a:pt x="825978" y="5096357"/>
                  </a:lnTo>
                  <a:lnTo>
                    <a:pt x="826071" y="5096357"/>
                  </a:lnTo>
                  <a:lnTo>
                    <a:pt x="826165" y="5096357"/>
                  </a:lnTo>
                  <a:lnTo>
                    <a:pt x="826258" y="5096357"/>
                  </a:lnTo>
                  <a:lnTo>
                    <a:pt x="826351" y="5096357"/>
                  </a:lnTo>
                  <a:lnTo>
                    <a:pt x="826444" y="5096357"/>
                  </a:lnTo>
                  <a:lnTo>
                    <a:pt x="826538" y="5096357"/>
                  </a:lnTo>
                  <a:lnTo>
                    <a:pt x="826631" y="5096357"/>
                  </a:lnTo>
                  <a:lnTo>
                    <a:pt x="826724" y="5096357"/>
                  </a:lnTo>
                  <a:lnTo>
                    <a:pt x="826817" y="5096357"/>
                  </a:lnTo>
                  <a:lnTo>
                    <a:pt x="826817" y="5086403"/>
                  </a:lnTo>
                  <a:lnTo>
                    <a:pt x="826911" y="5086403"/>
                  </a:lnTo>
                  <a:lnTo>
                    <a:pt x="827004" y="5086403"/>
                  </a:lnTo>
                  <a:lnTo>
                    <a:pt x="827097" y="5086403"/>
                  </a:lnTo>
                  <a:lnTo>
                    <a:pt x="827190" y="5086403"/>
                  </a:lnTo>
                  <a:lnTo>
                    <a:pt x="827284" y="5086403"/>
                  </a:lnTo>
                  <a:lnTo>
                    <a:pt x="827377" y="5086403"/>
                  </a:lnTo>
                  <a:lnTo>
                    <a:pt x="827470" y="5086403"/>
                  </a:lnTo>
                  <a:lnTo>
                    <a:pt x="827563" y="5086403"/>
                  </a:lnTo>
                  <a:lnTo>
                    <a:pt x="827657" y="5086403"/>
                  </a:lnTo>
                  <a:lnTo>
                    <a:pt x="827750" y="5086403"/>
                  </a:lnTo>
                  <a:lnTo>
                    <a:pt x="827843" y="5086403"/>
                  </a:lnTo>
                  <a:lnTo>
                    <a:pt x="827936" y="5086403"/>
                  </a:lnTo>
                  <a:lnTo>
                    <a:pt x="828030" y="5086403"/>
                  </a:lnTo>
                  <a:lnTo>
                    <a:pt x="828123" y="5086403"/>
                  </a:lnTo>
                  <a:lnTo>
                    <a:pt x="828216" y="5086403"/>
                  </a:lnTo>
                  <a:lnTo>
                    <a:pt x="828309" y="5086403"/>
                  </a:lnTo>
                  <a:lnTo>
                    <a:pt x="828403" y="5086403"/>
                  </a:lnTo>
                  <a:lnTo>
                    <a:pt x="828496" y="5086403"/>
                  </a:lnTo>
                  <a:lnTo>
                    <a:pt x="828589" y="5086403"/>
                  </a:lnTo>
                  <a:lnTo>
                    <a:pt x="828682" y="5086403"/>
                  </a:lnTo>
                  <a:lnTo>
                    <a:pt x="828776" y="5086403"/>
                  </a:lnTo>
                  <a:lnTo>
                    <a:pt x="828869" y="5086403"/>
                  </a:lnTo>
                  <a:lnTo>
                    <a:pt x="828869" y="5076449"/>
                  </a:lnTo>
                  <a:lnTo>
                    <a:pt x="828962" y="5076449"/>
                  </a:lnTo>
                  <a:lnTo>
                    <a:pt x="829055" y="5076449"/>
                  </a:lnTo>
                  <a:lnTo>
                    <a:pt x="829149" y="5076449"/>
                  </a:lnTo>
                  <a:lnTo>
                    <a:pt x="829242" y="5076449"/>
                  </a:lnTo>
                  <a:lnTo>
                    <a:pt x="829335" y="5076449"/>
                  </a:lnTo>
                  <a:lnTo>
                    <a:pt x="829428" y="5076449"/>
                  </a:lnTo>
                  <a:lnTo>
                    <a:pt x="829522" y="5076449"/>
                  </a:lnTo>
                  <a:lnTo>
                    <a:pt x="829615" y="5076449"/>
                  </a:lnTo>
                  <a:lnTo>
                    <a:pt x="829708" y="5076449"/>
                  </a:lnTo>
                  <a:lnTo>
                    <a:pt x="829801" y="5076449"/>
                  </a:lnTo>
                  <a:lnTo>
                    <a:pt x="829895" y="5076449"/>
                  </a:lnTo>
                  <a:lnTo>
                    <a:pt x="829895" y="5066495"/>
                  </a:lnTo>
                  <a:lnTo>
                    <a:pt x="829988" y="5066495"/>
                  </a:lnTo>
                  <a:lnTo>
                    <a:pt x="830081" y="5066495"/>
                  </a:lnTo>
                  <a:lnTo>
                    <a:pt x="830174" y="5066495"/>
                  </a:lnTo>
                  <a:lnTo>
                    <a:pt x="830268" y="5066495"/>
                  </a:lnTo>
                  <a:lnTo>
                    <a:pt x="830361" y="5066495"/>
                  </a:lnTo>
                  <a:lnTo>
                    <a:pt x="830454" y="5066495"/>
                  </a:lnTo>
                  <a:lnTo>
                    <a:pt x="830547" y="5066495"/>
                  </a:lnTo>
                  <a:lnTo>
                    <a:pt x="830641" y="5066495"/>
                  </a:lnTo>
                  <a:lnTo>
                    <a:pt x="830734" y="5066495"/>
                  </a:lnTo>
                  <a:lnTo>
                    <a:pt x="830827" y="5066495"/>
                  </a:lnTo>
                  <a:lnTo>
                    <a:pt x="830920" y="5066495"/>
                  </a:lnTo>
                  <a:lnTo>
                    <a:pt x="831014" y="5066495"/>
                  </a:lnTo>
                  <a:lnTo>
                    <a:pt x="831107" y="5066495"/>
                  </a:lnTo>
                  <a:lnTo>
                    <a:pt x="831200" y="5066495"/>
                  </a:lnTo>
                  <a:lnTo>
                    <a:pt x="831293" y="5066495"/>
                  </a:lnTo>
                  <a:lnTo>
                    <a:pt x="831387" y="5066495"/>
                  </a:lnTo>
                  <a:lnTo>
                    <a:pt x="831480" y="5066495"/>
                  </a:lnTo>
                  <a:lnTo>
                    <a:pt x="831573" y="5066495"/>
                  </a:lnTo>
                  <a:lnTo>
                    <a:pt x="831666" y="5066495"/>
                  </a:lnTo>
                  <a:lnTo>
                    <a:pt x="831760" y="5066495"/>
                  </a:lnTo>
                  <a:lnTo>
                    <a:pt x="831853" y="5066495"/>
                  </a:lnTo>
                  <a:lnTo>
                    <a:pt x="831946" y="5066495"/>
                  </a:lnTo>
                  <a:lnTo>
                    <a:pt x="832039" y="5066495"/>
                  </a:lnTo>
                  <a:lnTo>
                    <a:pt x="832133" y="5066495"/>
                  </a:lnTo>
                  <a:lnTo>
                    <a:pt x="832226" y="5066495"/>
                  </a:lnTo>
                  <a:lnTo>
                    <a:pt x="832319" y="5066495"/>
                  </a:lnTo>
                  <a:lnTo>
                    <a:pt x="832412" y="5066495"/>
                  </a:lnTo>
                  <a:lnTo>
                    <a:pt x="832506" y="5066495"/>
                  </a:lnTo>
                  <a:lnTo>
                    <a:pt x="832599" y="5066495"/>
                  </a:lnTo>
                  <a:lnTo>
                    <a:pt x="832692" y="5066495"/>
                  </a:lnTo>
                  <a:lnTo>
                    <a:pt x="832785" y="5066495"/>
                  </a:lnTo>
                  <a:lnTo>
                    <a:pt x="832878" y="5066495"/>
                  </a:lnTo>
                  <a:lnTo>
                    <a:pt x="832972" y="5066495"/>
                  </a:lnTo>
                  <a:lnTo>
                    <a:pt x="833065" y="5066495"/>
                  </a:lnTo>
                  <a:lnTo>
                    <a:pt x="833158" y="5066495"/>
                  </a:lnTo>
                  <a:lnTo>
                    <a:pt x="833251" y="5066495"/>
                  </a:lnTo>
                  <a:lnTo>
                    <a:pt x="833345" y="5066495"/>
                  </a:lnTo>
                  <a:lnTo>
                    <a:pt x="833438" y="5066495"/>
                  </a:lnTo>
                  <a:lnTo>
                    <a:pt x="833531" y="5066495"/>
                  </a:lnTo>
                  <a:lnTo>
                    <a:pt x="833624" y="5066495"/>
                  </a:lnTo>
                  <a:lnTo>
                    <a:pt x="833718" y="5066495"/>
                  </a:lnTo>
                  <a:lnTo>
                    <a:pt x="833811" y="5066495"/>
                  </a:lnTo>
                  <a:lnTo>
                    <a:pt x="833904" y="5066495"/>
                  </a:lnTo>
                  <a:lnTo>
                    <a:pt x="833997" y="5066495"/>
                  </a:lnTo>
                  <a:lnTo>
                    <a:pt x="834091" y="5066495"/>
                  </a:lnTo>
                  <a:lnTo>
                    <a:pt x="834184" y="5066495"/>
                  </a:lnTo>
                  <a:lnTo>
                    <a:pt x="834277" y="5066495"/>
                  </a:lnTo>
                  <a:lnTo>
                    <a:pt x="834370" y="5066495"/>
                  </a:lnTo>
                  <a:lnTo>
                    <a:pt x="834370" y="5056541"/>
                  </a:lnTo>
                  <a:lnTo>
                    <a:pt x="834464" y="5056541"/>
                  </a:lnTo>
                  <a:lnTo>
                    <a:pt x="834557" y="5056541"/>
                  </a:lnTo>
                  <a:lnTo>
                    <a:pt x="834650" y="5056541"/>
                  </a:lnTo>
                  <a:lnTo>
                    <a:pt x="834743" y="5056541"/>
                  </a:lnTo>
                  <a:lnTo>
                    <a:pt x="834837" y="5056541"/>
                  </a:lnTo>
                  <a:lnTo>
                    <a:pt x="834930" y="5056541"/>
                  </a:lnTo>
                  <a:lnTo>
                    <a:pt x="835023" y="5056541"/>
                  </a:lnTo>
                  <a:lnTo>
                    <a:pt x="835116" y="5056541"/>
                  </a:lnTo>
                  <a:lnTo>
                    <a:pt x="835210" y="5056541"/>
                  </a:lnTo>
                  <a:lnTo>
                    <a:pt x="835303" y="5056541"/>
                  </a:lnTo>
                  <a:lnTo>
                    <a:pt x="835396" y="5056541"/>
                  </a:lnTo>
                  <a:lnTo>
                    <a:pt x="835489" y="5056541"/>
                  </a:lnTo>
                  <a:lnTo>
                    <a:pt x="835583" y="5056541"/>
                  </a:lnTo>
                  <a:lnTo>
                    <a:pt x="835676" y="5056541"/>
                  </a:lnTo>
                  <a:lnTo>
                    <a:pt x="835769" y="5056541"/>
                  </a:lnTo>
                  <a:lnTo>
                    <a:pt x="835862" y="5056541"/>
                  </a:lnTo>
                  <a:lnTo>
                    <a:pt x="835956" y="5056541"/>
                  </a:lnTo>
                  <a:lnTo>
                    <a:pt x="836049" y="5056541"/>
                  </a:lnTo>
                  <a:lnTo>
                    <a:pt x="836142" y="5056541"/>
                  </a:lnTo>
                  <a:lnTo>
                    <a:pt x="836235" y="5056541"/>
                  </a:lnTo>
                  <a:lnTo>
                    <a:pt x="836329" y="5056541"/>
                  </a:lnTo>
                  <a:lnTo>
                    <a:pt x="836422" y="5056541"/>
                  </a:lnTo>
                  <a:lnTo>
                    <a:pt x="836515" y="5056541"/>
                  </a:lnTo>
                  <a:lnTo>
                    <a:pt x="836608" y="5056541"/>
                  </a:lnTo>
                  <a:lnTo>
                    <a:pt x="836702" y="5056541"/>
                  </a:lnTo>
                  <a:lnTo>
                    <a:pt x="836795" y="5056541"/>
                  </a:lnTo>
                  <a:lnTo>
                    <a:pt x="836888" y="5056541"/>
                  </a:lnTo>
                  <a:lnTo>
                    <a:pt x="836981" y="5056541"/>
                  </a:lnTo>
                  <a:lnTo>
                    <a:pt x="837075" y="5056541"/>
                  </a:lnTo>
                  <a:lnTo>
                    <a:pt x="837168" y="5056541"/>
                  </a:lnTo>
                  <a:lnTo>
                    <a:pt x="837261" y="5056541"/>
                  </a:lnTo>
                  <a:lnTo>
                    <a:pt x="837354" y="5056541"/>
                  </a:lnTo>
                  <a:lnTo>
                    <a:pt x="837448" y="5056541"/>
                  </a:lnTo>
                  <a:lnTo>
                    <a:pt x="837541" y="5056541"/>
                  </a:lnTo>
                  <a:lnTo>
                    <a:pt x="837634" y="5056541"/>
                  </a:lnTo>
                  <a:lnTo>
                    <a:pt x="837727" y="5056541"/>
                  </a:lnTo>
                  <a:lnTo>
                    <a:pt x="837821" y="5056541"/>
                  </a:lnTo>
                  <a:lnTo>
                    <a:pt x="837914" y="5056541"/>
                  </a:lnTo>
                  <a:lnTo>
                    <a:pt x="838007" y="5056541"/>
                  </a:lnTo>
                  <a:lnTo>
                    <a:pt x="838100" y="5056541"/>
                  </a:lnTo>
                  <a:lnTo>
                    <a:pt x="838194" y="5056541"/>
                  </a:lnTo>
                  <a:lnTo>
                    <a:pt x="838287" y="5056541"/>
                  </a:lnTo>
                  <a:lnTo>
                    <a:pt x="838380" y="5056541"/>
                  </a:lnTo>
                  <a:lnTo>
                    <a:pt x="838473" y="5056541"/>
                  </a:lnTo>
                  <a:lnTo>
                    <a:pt x="838567" y="5056541"/>
                  </a:lnTo>
                  <a:lnTo>
                    <a:pt x="838660" y="5056541"/>
                  </a:lnTo>
                  <a:lnTo>
                    <a:pt x="838753" y="5056541"/>
                  </a:lnTo>
                  <a:lnTo>
                    <a:pt x="838846" y="5056541"/>
                  </a:lnTo>
                  <a:lnTo>
                    <a:pt x="838940" y="5056541"/>
                  </a:lnTo>
                  <a:lnTo>
                    <a:pt x="839033" y="5056541"/>
                  </a:lnTo>
                  <a:lnTo>
                    <a:pt x="839126" y="5056541"/>
                  </a:lnTo>
                  <a:lnTo>
                    <a:pt x="839219" y="5056541"/>
                  </a:lnTo>
                  <a:lnTo>
                    <a:pt x="839313" y="5056541"/>
                  </a:lnTo>
                  <a:lnTo>
                    <a:pt x="839406" y="5056541"/>
                  </a:lnTo>
                  <a:lnTo>
                    <a:pt x="839499" y="5056541"/>
                  </a:lnTo>
                  <a:lnTo>
                    <a:pt x="839592" y="5056541"/>
                  </a:lnTo>
                  <a:lnTo>
                    <a:pt x="839685" y="5056541"/>
                  </a:lnTo>
                  <a:lnTo>
                    <a:pt x="839779" y="5056541"/>
                  </a:lnTo>
                  <a:lnTo>
                    <a:pt x="839872" y="5056541"/>
                  </a:lnTo>
                  <a:lnTo>
                    <a:pt x="839965" y="5056541"/>
                  </a:lnTo>
                  <a:lnTo>
                    <a:pt x="840058" y="5056541"/>
                  </a:lnTo>
                  <a:lnTo>
                    <a:pt x="840152" y="5056541"/>
                  </a:lnTo>
                  <a:lnTo>
                    <a:pt x="840245" y="5056541"/>
                  </a:lnTo>
                  <a:lnTo>
                    <a:pt x="840338" y="5056541"/>
                  </a:lnTo>
                  <a:lnTo>
                    <a:pt x="840431" y="5056541"/>
                  </a:lnTo>
                  <a:lnTo>
                    <a:pt x="840525" y="5056541"/>
                  </a:lnTo>
                  <a:lnTo>
                    <a:pt x="840618" y="5056541"/>
                  </a:lnTo>
                  <a:lnTo>
                    <a:pt x="840711" y="5056541"/>
                  </a:lnTo>
                  <a:lnTo>
                    <a:pt x="840804" y="5056541"/>
                  </a:lnTo>
                  <a:lnTo>
                    <a:pt x="840898" y="5056541"/>
                  </a:lnTo>
                  <a:lnTo>
                    <a:pt x="840991" y="5056541"/>
                  </a:lnTo>
                  <a:lnTo>
                    <a:pt x="841084" y="5056541"/>
                  </a:lnTo>
                  <a:lnTo>
                    <a:pt x="841177" y="5056541"/>
                  </a:lnTo>
                  <a:lnTo>
                    <a:pt x="841271" y="5056541"/>
                  </a:lnTo>
                  <a:lnTo>
                    <a:pt x="841364" y="5056541"/>
                  </a:lnTo>
                  <a:lnTo>
                    <a:pt x="841457" y="5056541"/>
                  </a:lnTo>
                  <a:lnTo>
                    <a:pt x="841550" y="5056541"/>
                  </a:lnTo>
                  <a:lnTo>
                    <a:pt x="841644" y="5056541"/>
                  </a:lnTo>
                  <a:lnTo>
                    <a:pt x="841737" y="5056541"/>
                  </a:lnTo>
                  <a:lnTo>
                    <a:pt x="841830" y="5056541"/>
                  </a:lnTo>
                  <a:lnTo>
                    <a:pt x="841923" y="5056541"/>
                  </a:lnTo>
                  <a:lnTo>
                    <a:pt x="842017" y="5056541"/>
                  </a:lnTo>
                  <a:lnTo>
                    <a:pt x="842110" y="5056541"/>
                  </a:lnTo>
                  <a:lnTo>
                    <a:pt x="842203" y="5056541"/>
                  </a:lnTo>
                  <a:lnTo>
                    <a:pt x="842296" y="5056541"/>
                  </a:lnTo>
                  <a:lnTo>
                    <a:pt x="842390" y="5056541"/>
                  </a:lnTo>
                  <a:lnTo>
                    <a:pt x="842483" y="5056541"/>
                  </a:lnTo>
                  <a:lnTo>
                    <a:pt x="842576" y="5056541"/>
                  </a:lnTo>
                  <a:lnTo>
                    <a:pt x="842669" y="5056541"/>
                  </a:lnTo>
                  <a:lnTo>
                    <a:pt x="842763" y="5056541"/>
                  </a:lnTo>
                  <a:lnTo>
                    <a:pt x="842856" y="5056541"/>
                  </a:lnTo>
                  <a:lnTo>
                    <a:pt x="842949" y="5056541"/>
                  </a:lnTo>
                  <a:lnTo>
                    <a:pt x="843042" y="5056541"/>
                  </a:lnTo>
                  <a:lnTo>
                    <a:pt x="843136" y="5056541"/>
                  </a:lnTo>
                  <a:lnTo>
                    <a:pt x="843229" y="5056541"/>
                  </a:lnTo>
                  <a:lnTo>
                    <a:pt x="843322" y="5056541"/>
                  </a:lnTo>
                  <a:lnTo>
                    <a:pt x="843415" y="5056541"/>
                  </a:lnTo>
                  <a:lnTo>
                    <a:pt x="843509" y="5056541"/>
                  </a:lnTo>
                  <a:lnTo>
                    <a:pt x="843602" y="5056541"/>
                  </a:lnTo>
                  <a:lnTo>
                    <a:pt x="843695" y="5056541"/>
                  </a:lnTo>
                  <a:lnTo>
                    <a:pt x="843788" y="5056541"/>
                  </a:lnTo>
                  <a:lnTo>
                    <a:pt x="843882" y="5056541"/>
                  </a:lnTo>
                  <a:lnTo>
                    <a:pt x="843882" y="5046588"/>
                  </a:lnTo>
                  <a:lnTo>
                    <a:pt x="843975" y="5046588"/>
                  </a:lnTo>
                  <a:lnTo>
                    <a:pt x="844068" y="5046588"/>
                  </a:lnTo>
                  <a:lnTo>
                    <a:pt x="844161" y="5046588"/>
                  </a:lnTo>
                  <a:lnTo>
                    <a:pt x="844255" y="5046588"/>
                  </a:lnTo>
                  <a:lnTo>
                    <a:pt x="844348" y="5046588"/>
                  </a:lnTo>
                  <a:lnTo>
                    <a:pt x="844441" y="5046588"/>
                  </a:lnTo>
                  <a:lnTo>
                    <a:pt x="844534" y="5046588"/>
                  </a:lnTo>
                  <a:lnTo>
                    <a:pt x="844628" y="5046588"/>
                  </a:lnTo>
                  <a:lnTo>
                    <a:pt x="844721" y="5046588"/>
                  </a:lnTo>
                  <a:lnTo>
                    <a:pt x="844814" y="5046588"/>
                  </a:lnTo>
                  <a:lnTo>
                    <a:pt x="844907" y="5046588"/>
                  </a:lnTo>
                  <a:lnTo>
                    <a:pt x="845001" y="5046588"/>
                  </a:lnTo>
                  <a:lnTo>
                    <a:pt x="845094" y="5046588"/>
                  </a:lnTo>
                  <a:lnTo>
                    <a:pt x="845187" y="5046588"/>
                  </a:lnTo>
                  <a:lnTo>
                    <a:pt x="845280" y="5046588"/>
                  </a:lnTo>
                  <a:lnTo>
                    <a:pt x="845374" y="5046588"/>
                  </a:lnTo>
                  <a:lnTo>
                    <a:pt x="845467" y="5046588"/>
                  </a:lnTo>
                  <a:lnTo>
                    <a:pt x="845560" y="5046588"/>
                  </a:lnTo>
                  <a:lnTo>
                    <a:pt x="845653" y="5046588"/>
                  </a:lnTo>
                  <a:lnTo>
                    <a:pt x="845747" y="5046588"/>
                  </a:lnTo>
                  <a:lnTo>
                    <a:pt x="845840" y="5046588"/>
                  </a:lnTo>
                  <a:lnTo>
                    <a:pt x="845933" y="5046588"/>
                  </a:lnTo>
                  <a:lnTo>
                    <a:pt x="846026" y="5046588"/>
                  </a:lnTo>
                  <a:lnTo>
                    <a:pt x="846120" y="5046588"/>
                  </a:lnTo>
                  <a:lnTo>
                    <a:pt x="846213" y="5046588"/>
                  </a:lnTo>
                  <a:lnTo>
                    <a:pt x="846306" y="5046588"/>
                  </a:lnTo>
                  <a:lnTo>
                    <a:pt x="846399" y="5046588"/>
                  </a:lnTo>
                  <a:lnTo>
                    <a:pt x="846492" y="5046588"/>
                  </a:lnTo>
                  <a:lnTo>
                    <a:pt x="846586" y="5046588"/>
                  </a:lnTo>
                  <a:lnTo>
                    <a:pt x="846679" y="5046588"/>
                  </a:lnTo>
                  <a:lnTo>
                    <a:pt x="846772" y="5046588"/>
                  </a:lnTo>
                  <a:lnTo>
                    <a:pt x="846865" y="5046588"/>
                  </a:lnTo>
                  <a:lnTo>
                    <a:pt x="846959" y="5046588"/>
                  </a:lnTo>
                  <a:lnTo>
                    <a:pt x="847052" y="5046588"/>
                  </a:lnTo>
                  <a:lnTo>
                    <a:pt x="847145" y="5046588"/>
                  </a:lnTo>
                  <a:lnTo>
                    <a:pt x="847238" y="5046588"/>
                  </a:lnTo>
                  <a:lnTo>
                    <a:pt x="847332" y="5046588"/>
                  </a:lnTo>
                  <a:lnTo>
                    <a:pt x="847425" y="5046588"/>
                  </a:lnTo>
                  <a:lnTo>
                    <a:pt x="847518" y="5046588"/>
                  </a:lnTo>
                  <a:lnTo>
                    <a:pt x="847611" y="5046588"/>
                  </a:lnTo>
                  <a:lnTo>
                    <a:pt x="847705" y="5046588"/>
                  </a:lnTo>
                  <a:lnTo>
                    <a:pt x="847705" y="5036634"/>
                  </a:lnTo>
                  <a:lnTo>
                    <a:pt x="847798" y="5036634"/>
                  </a:lnTo>
                  <a:lnTo>
                    <a:pt x="847891" y="5036634"/>
                  </a:lnTo>
                  <a:lnTo>
                    <a:pt x="847984" y="5036634"/>
                  </a:lnTo>
                  <a:lnTo>
                    <a:pt x="848078" y="5036634"/>
                  </a:lnTo>
                  <a:lnTo>
                    <a:pt x="848171" y="5036634"/>
                  </a:lnTo>
                  <a:lnTo>
                    <a:pt x="848264" y="5036634"/>
                  </a:lnTo>
                  <a:lnTo>
                    <a:pt x="848357" y="5036634"/>
                  </a:lnTo>
                  <a:lnTo>
                    <a:pt x="848451" y="5036634"/>
                  </a:lnTo>
                  <a:lnTo>
                    <a:pt x="848544" y="5036634"/>
                  </a:lnTo>
                  <a:lnTo>
                    <a:pt x="848637" y="5036634"/>
                  </a:lnTo>
                  <a:lnTo>
                    <a:pt x="848730" y="5036634"/>
                  </a:lnTo>
                  <a:lnTo>
                    <a:pt x="848824" y="5036634"/>
                  </a:lnTo>
                  <a:lnTo>
                    <a:pt x="848917" y="5036634"/>
                  </a:lnTo>
                  <a:lnTo>
                    <a:pt x="849010" y="5036634"/>
                  </a:lnTo>
                  <a:lnTo>
                    <a:pt x="849103" y="5036634"/>
                  </a:lnTo>
                  <a:lnTo>
                    <a:pt x="849197" y="5036634"/>
                  </a:lnTo>
                  <a:lnTo>
                    <a:pt x="849290" y="5036634"/>
                  </a:lnTo>
                  <a:lnTo>
                    <a:pt x="849383" y="5036634"/>
                  </a:lnTo>
                  <a:lnTo>
                    <a:pt x="849476" y="5036634"/>
                  </a:lnTo>
                  <a:lnTo>
                    <a:pt x="849570" y="5036634"/>
                  </a:lnTo>
                  <a:lnTo>
                    <a:pt x="849663" y="5036634"/>
                  </a:lnTo>
                  <a:lnTo>
                    <a:pt x="849756" y="5036634"/>
                  </a:lnTo>
                  <a:lnTo>
                    <a:pt x="849849" y="5036634"/>
                  </a:lnTo>
                  <a:lnTo>
                    <a:pt x="849943" y="5036634"/>
                  </a:lnTo>
                  <a:lnTo>
                    <a:pt x="850036" y="5036634"/>
                  </a:lnTo>
                  <a:lnTo>
                    <a:pt x="850129" y="5036634"/>
                  </a:lnTo>
                  <a:lnTo>
                    <a:pt x="850222" y="5036634"/>
                  </a:lnTo>
                  <a:lnTo>
                    <a:pt x="850316" y="5036634"/>
                  </a:lnTo>
                  <a:lnTo>
                    <a:pt x="850409" y="5036634"/>
                  </a:lnTo>
                  <a:lnTo>
                    <a:pt x="850502" y="5036634"/>
                  </a:lnTo>
                  <a:lnTo>
                    <a:pt x="850595" y="5036634"/>
                  </a:lnTo>
                  <a:lnTo>
                    <a:pt x="850689" y="5036634"/>
                  </a:lnTo>
                  <a:lnTo>
                    <a:pt x="850782" y="5036634"/>
                  </a:lnTo>
                  <a:lnTo>
                    <a:pt x="850875" y="5036634"/>
                  </a:lnTo>
                  <a:lnTo>
                    <a:pt x="850968" y="5036634"/>
                  </a:lnTo>
                  <a:lnTo>
                    <a:pt x="851062" y="5036634"/>
                  </a:lnTo>
                  <a:lnTo>
                    <a:pt x="851155" y="5036634"/>
                  </a:lnTo>
                  <a:lnTo>
                    <a:pt x="851248" y="5036634"/>
                  </a:lnTo>
                  <a:lnTo>
                    <a:pt x="851341" y="5036634"/>
                  </a:lnTo>
                  <a:lnTo>
                    <a:pt x="851435" y="5036634"/>
                  </a:lnTo>
                  <a:lnTo>
                    <a:pt x="851528" y="5036634"/>
                  </a:lnTo>
                  <a:lnTo>
                    <a:pt x="851621" y="5036634"/>
                  </a:lnTo>
                  <a:lnTo>
                    <a:pt x="851714" y="5036634"/>
                  </a:lnTo>
                  <a:lnTo>
                    <a:pt x="851808" y="5036634"/>
                  </a:lnTo>
                  <a:lnTo>
                    <a:pt x="851901" y="5036634"/>
                  </a:lnTo>
                  <a:lnTo>
                    <a:pt x="851994" y="5036634"/>
                  </a:lnTo>
                  <a:lnTo>
                    <a:pt x="852087" y="5036634"/>
                  </a:lnTo>
                  <a:lnTo>
                    <a:pt x="852181" y="5036634"/>
                  </a:lnTo>
                  <a:lnTo>
                    <a:pt x="852274" y="5036634"/>
                  </a:lnTo>
                  <a:lnTo>
                    <a:pt x="852367" y="5036634"/>
                  </a:lnTo>
                  <a:lnTo>
                    <a:pt x="852460" y="5036634"/>
                  </a:lnTo>
                  <a:lnTo>
                    <a:pt x="852554" y="5036634"/>
                  </a:lnTo>
                  <a:lnTo>
                    <a:pt x="852647" y="5036634"/>
                  </a:lnTo>
                  <a:lnTo>
                    <a:pt x="852740" y="5036634"/>
                  </a:lnTo>
                  <a:lnTo>
                    <a:pt x="852833" y="5036634"/>
                  </a:lnTo>
                  <a:lnTo>
                    <a:pt x="852927" y="5036634"/>
                  </a:lnTo>
                  <a:lnTo>
                    <a:pt x="853020" y="5036634"/>
                  </a:lnTo>
                  <a:lnTo>
                    <a:pt x="853113" y="5036634"/>
                  </a:lnTo>
                  <a:lnTo>
                    <a:pt x="853206" y="5036634"/>
                  </a:lnTo>
                  <a:lnTo>
                    <a:pt x="853300" y="5036634"/>
                  </a:lnTo>
                  <a:lnTo>
                    <a:pt x="853393" y="5036634"/>
                  </a:lnTo>
                  <a:lnTo>
                    <a:pt x="853486" y="5036634"/>
                  </a:lnTo>
                  <a:lnTo>
                    <a:pt x="853579" y="5036634"/>
                  </a:lnTo>
                  <a:lnTo>
                    <a:pt x="853672" y="5036634"/>
                  </a:lnTo>
                  <a:lnTo>
                    <a:pt x="853766" y="5036634"/>
                  </a:lnTo>
                  <a:lnTo>
                    <a:pt x="853859" y="5036634"/>
                  </a:lnTo>
                  <a:lnTo>
                    <a:pt x="853952" y="5036634"/>
                  </a:lnTo>
                  <a:lnTo>
                    <a:pt x="854045" y="5036634"/>
                  </a:lnTo>
                  <a:lnTo>
                    <a:pt x="854139" y="5036634"/>
                  </a:lnTo>
                  <a:lnTo>
                    <a:pt x="854232" y="5036634"/>
                  </a:lnTo>
                  <a:lnTo>
                    <a:pt x="854325" y="5036634"/>
                  </a:lnTo>
                  <a:lnTo>
                    <a:pt x="854418" y="5036634"/>
                  </a:lnTo>
                  <a:lnTo>
                    <a:pt x="854512" y="5036634"/>
                  </a:lnTo>
                  <a:lnTo>
                    <a:pt x="854605" y="5036634"/>
                  </a:lnTo>
                  <a:lnTo>
                    <a:pt x="854698" y="5036634"/>
                  </a:lnTo>
                  <a:lnTo>
                    <a:pt x="854791" y="5036634"/>
                  </a:lnTo>
                  <a:lnTo>
                    <a:pt x="854885" y="5036634"/>
                  </a:lnTo>
                  <a:lnTo>
                    <a:pt x="854978" y="5036634"/>
                  </a:lnTo>
                  <a:lnTo>
                    <a:pt x="855071" y="5036634"/>
                  </a:lnTo>
                  <a:lnTo>
                    <a:pt x="855164" y="5036634"/>
                  </a:lnTo>
                  <a:lnTo>
                    <a:pt x="855258" y="5036634"/>
                  </a:lnTo>
                  <a:lnTo>
                    <a:pt x="855351" y="5036634"/>
                  </a:lnTo>
                  <a:lnTo>
                    <a:pt x="855444" y="5036634"/>
                  </a:lnTo>
                  <a:lnTo>
                    <a:pt x="855537" y="5036634"/>
                  </a:lnTo>
                  <a:lnTo>
                    <a:pt x="855631" y="5036634"/>
                  </a:lnTo>
                  <a:lnTo>
                    <a:pt x="855724" y="5036634"/>
                  </a:lnTo>
                  <a:lnTo>
                    <a:pt x="855817" y="5036634"/>
                  </a:lnTo>
                  <a:lnTo>
                    <a:pt x="855910" y="5036634"/>
                  </a:lnTo>
                  <a:lnTo>
                    <a:pt x="856004" y="5036634"/>
                  </a:lnTo>
                  <a:lnTo>
                    <a:pt x="856097" y="5036634"/>
                  </a:lnTo>
                  <a:lnTo>
                    <a:pt x="856190" y="5036634"/>
                  </a:lnTo>
                  <a:lnTo>
                    <a:pt x="856283" y="5036634"/>
                  </a:lnTo>
                  <a:lnTo>
                    <a:pt x="856377" y="5036634"/>
                  </a:lnTo>
                  <a:lnTo>
                    <a:pt x="856470" y="5036634"/>
                  </a:lnTo>
                  <a:lnTo>
                    <a:pt x="856563" y="5036634"/>
                  </a:lnTo>
                  <a:lnTo>
                    <a:pt x="856656" y="5036634"/>
                  </a:lnTo>
                  <a:lnTo>
                    <a:pt x="856750" y="5036634"/>
                  </a:lnTo>
                  <a:lnTo>
                    <a:pt x="856843" y="5036634"/>
                  </a:lnTo>
                  <a:lnTo>
                    <a:pt x="856936" y="5036634"/>
                  </a:lnTo>
                  <a:lnTo>
                    <a:pt x="857029" y="5036634"/>
                  </a:lnTo>
                  <a:lnTo>
                    <a:pt x="857123" y="5036634"/>
                  </a:lnTo>
                  <a:lnTo>
                    <a:pt x="857216" y="5036634"/>
                  </a:lnTo>
                  <a:lnTo>
                    <a:pt x="857309" y="5036634"/>
                  </a:lnTo>
                  <a:lnTo>
                    <a:pt x="857402" y="5036634"/>
                  </a:lnTo>
                  <a:lnTo>
                    <a:pt x="857496" y="5036634"/>
                  </a:lnTo>
                  <a:lnTo>
                    <a:pt x="857589" y="5036634"/>
                  </a:lnTo>
                  <a:lnTo>
                    <a:pt x="857682" y="5036634"/>
                  </a:lnTo>
                  <a:lnTo>
                    <a:pt x="857775" y="5036634"/>
                  </a:lnTo>
                  <a:lnTo>
                    <a:pt x="857869" y="5036634"/>
                  </a:lnTo>
                  <a:lnTo>
                    <a:pt x="857962" y="5036634"/>
                  </a:lnTo>
                  <a:lnTo>
                    <a:pt x="858055" y="5036634"/>
                  </a:lnTo>
                  <a:lnTo>
                    <a:pt x="858148" y="5036634"/>
                  </a:lnTo>
                  <a:lnTo>
                    <a:pt x="858242" y="5036634"/>
                  </a:lnTo>
                  <a:lnTo>
                    <a:pt x="858335" y="5036634"/>
                  </a:lnTo>
                  <a:lnTo>
                    <a:pt x="858428" y="5036634"/>
                  </a:lnTo>
                  <a:lnTo>
                    <a:pt x="858521" y="5036634"/>
                  </a:lnTo>
                  <a:lnTo>
                    <a:pt x="858615" y="5036634"/>
                  </a:lnTo>
                  <a:lnTo>
                    <a:pt x="858708" y="5036634"/>
                  </a:lnTo>
                  <a:lnTo>
                    <a:pt x="858801" y="5036634"/>
                  </a:lnTo>
                  <a:lnTo>
                    <a:pt x="858894" y="5036634"/>
                  </a:lnTo>
                  <a:lnTo>
                    <a:pt x="858988" y="5036634"/>
                  </a:lnTo>
                  <a:lnTo>
                    <a:pt x="859081" y="5036634"/>
                  </a:lnTo>
                  <a:lnTo>
                    <a:pt x="859174" y="5036634"/>
                  </a:lnTo>
                  <a:lnTo>
                    <a:pt x="859267" y="5036634"/>
                  </a:lnTo>
                  <a:lnTo>
                    <a:pt x="859361" y="5036634"/>
                  </a:lnTo>
                  <a:lnTo>
                    <a:pt x="859454" y="5036634"/>
                  </a:lnTo>
                  <a:lnTo>
                    <a:pt x="859547" y="5036634"/>
                  </a:lnTo>
                  <a:lnTo>
                    <a:pt x="859640" y="5036634"/>
                  </a:lnTo>
                  <a:lnTo>
                    <a:pt x="859734" y="5036634"/>
                  </a:lnTo>
                  <a:lnTo>
                    <a:pt x="859827" y="5036634"/>
                  </a:lnTo>
                  <a:lnTo>
                    <a:pt x="859920" y="5036634"/>
                  </a:lnTo>
                  <a:lnTo>
                    <a:pt x="860013" y="5036634"/>
                  </a:lnTo>
                  <a:lnTo>
                    <a:pt x="860107" y="5036634"/>
                  </a:lnTo>
                  <a:lnTo>
                    <a:pt x="860200" y="5036634"/>
                  </a:lnTo>
                  <a:lnTo>
                    <a:pt x="860200" y="5026680"/>
                  </a:lnTo>
                  <a:lnTo>
                    <a:pt x="860293" y="5026680"/>
                  </a:lnTo>
                  <a:lnTo>
                    <a:pt x="860386" y="5026680"/>
                  </a:lnTo>
                  <a:lnTo>
                    <a:pt x="860479" y="5026680"/>
                  </a:lnTo>
                  <a:lnTo>
                    <a:pt x="860573" y="5026680"/>
                  </a:lnTo>
                  <a:lnTo>
                    <a:pt x="860666" y="5026680"/>
                  </a:lnTo>
                  <a:lnTo>
                    <a:pt x="860759" y="5026680"/>
                  </a:lnTo>
                  <a:lnTo>
                    <a:pt x="860852" y="5026680"/>
                  </a:lnTo>
                  <a:lnTo>
                    <a:pt x="860946" y="5026680"/>
                  </a:lnTo>
                  <a:lnTo>
                    <a:pt x="861039" y="5026680"/>
                  </a:lnTo>
                  <a:lnTo>
                    <a:pt x="861132" y="5026680"/>
                  </a:lnTo>
                  <a:lnTo>
                    <a:pt x="861225" y="5026680"/>
                  </a:lnTo>
                  <a:lnTo>
                    <a:pt x="861319" y="5026680"/>
                  </a:lnTo>
                  <a:lnTo>
                    <a:pt x="861412" y="5026680"/>
                  </a:lnTo>
                  <a:lnTo>
                    <a:pt x="861505" y="5026680"/>
                  </a:lnTo>
                  <a:lnTo>
                    <a:pt x="861598" y="5026680"/>
                  </a:lnTo>
                  <a:lnTo>
                    <a:pt x="861692" y="5026680"/>
                  </a:lnTo>
                  <a:lnTo>
                    <a:pt x="861785" y="5026680"/>
                  </a:lnTo>
                  <a:lnTo>
                    <a:pt x="861878" y="5026680"/>
                  </a:lnTo>
                  <a:lnTo>
                    <a:pt x="861971" y="5026680"/>
                  </a:lnTo>
                  <a:lnTo>
                    <a:pt x="862065" y="5026680"/>
                  </a:lnTo>
                  <a:lnTo>
                    <a:pt x="862158" y="5026680"/>
                  </a:lnTo>
                  <a:lnTo>
                    <a:pt x="862251" y="5026680"/>
                  </a:lnTo>
                  <a:lnTo>
                    <a:pt x="862344" y="5026680"/>
                  </a:lnTo>
                  <a:lnTo>
                    <a:pt x="862438" y="5026680"/>
                  </a:lnTo>
                  <a:lnTo>
                    <a:pt x="862531" y="5026680"/>
                  </a:lnTo>
                  <a:lnTo>
                    <a:pt x="862624" y="5026680"/>
                  </a:lnTo>
                  <a:lnTo>
                    <a:pt x="862717" y="5026680"/>
                  </a:lnTo>
                  <a:lnTo>
                    <a:pt x="862811" y="5026680"/>
                  </a:lnTo>
                  <a:lnTo>
                    <a:pt x="862904" y="5026680"/>
                  </a:lnTo>
                  <a:lnTo>
                    <a:pt x="862997" y="5026680"/>
                  </a:lnTo>
                  <a:lnTo>
                    <a:pt x="863090" y="5026680"/>
                  </a:lnTo>
                  <a:lnTo>
                    <a:pt x="863184" y="5026680"/>
                  </a:lnTo>
                  <a:lnTo>
                    <a:pt x="863277" y="5026680"/>
                  </a:lnTo>
                  <a:lnTo>
                    <a:pt x="863370" y="5026680"/>
                  </a:lnTo>
                  <a:lnTo>
                    <a:pt x="863463" y="5026680"/>
                  </a:lnTo>
                  <a:lnTo>
                    <a:pt x="863557" y="5026680"/>
                  </a:lnTo>
                  <a:lnTo>
                    <a:pt x="863650" y="5026680"/>
                  </a:lnTo>
                  <a:lnTo>
                    <a:pt x="863743" y="5026680"/>
                  </a:lnTo>
                  <a:lnTo>
                    <a:pt x="863836" y="5026680"/>
                  </a:lnTo>
                  <a:lnTo>
                    <a:pt x="863930" y="5026680"/>
                  </a:lnTo>
                  <a:lnTo>
                    <a:pt x="864023" y="5026680"/>
                  </a:lnTo>
                  <a:lnTo>
                    <a:pt x="864116" y="5026680"/>
                  </a:lnTo>
                  <a:lnTo>
                    <a:pt x="864209" y="5026680"/>
                  </a:lnTo>
                  <a:lnTo>
                    <a:pt x="864303" y="5026680"/>
                  </a:lnTo>
                  <a:lnTo>
                    <a:pt x="864396" y="5026680"/>
                  </a:lnTo>
                  <a:lnTo>
                    <a:pt x="864489" y="5026680"/>
                  </a:lnTo>
                  <a:lnTo>
                    <a:pt x="864582" y="5026680"/>
                  </a:lnTo>
                  <a:lnTo>
                    <a:pt x="864676" y="5026680"/>
                  </a:lnTo>
                  <a:lnTo>
                    <a:pt x="864769" y="5026680"/>
                  </a:lnTo>
                  <a:lnTo>
                    <a:pt x="864862" y="5026680"/>
                  </a:lnTo>
                  <a:lnTo>
                    <a:pt x="864955" y="5026680"/>
                  </a:lnTo>
                  <a:lnTo>
                    <a:pt x="865049" y="5026680"/>
                  </a:lnTo>
                  <a:lnTo>
                    <a:pt x="865142" y="5026680"/>
                  </a:lnTo>
                  <a:lnTo>
                    <a:pt x="865235" y="5026680"/>
                  </a:lnTo>
                  <a:lnTo>
                    <a:pt x="865328" y="5026680"/>
                  </a:lnTo>
                  <a:lnTo>
                    <a:pt x="865422" y="5026680"/>
                  </a:lnTo>
                  <a:lnTo>
                    <a:pt x="865515" y="5026680"/>
                  </a:lnTo>
                  <a:lnTo>
                    <a:pt x="865608" y="5026680"/>
                  </a:lnTo>
                  <a:lnTo>
                    <a:pt x="865701" y="5026680"/>
                  </a:lnTo>
                  <a:lnTo>
                    <a:pt x="865795" y="5026680"/>
                  </a:lnTo>
                  <a:lnTo>
                    <a:pt x="865888" y="5026680"/>
                  </a:lnTo>
                  <a:lnTo>
                    <a:pt x="865981" y="5026680"/>
                  </a:lnTo>
                  <a:lnTo>
                    <a:pt x="866074" y="5026680"/>
                  </a:lnTo>
                  <a:lnTo>
                    <a:pt x="866168" y="5026680"/>
                  </a:lnTo>
                  <a:lnTo>
                    <a:pt x="866261" y="5026680"/>
                  </a:lnTo>
                  <a:lnTo>
                    <a:pt x="866354" y="5026680"/>
                  </a:lnTo>
                  <a:lnTo>
                    <a:pt x="866447" y="5026680"/>
                  </a:lnTo>
                  <a:lnTo>
                    <a:pt x="866541" y="5026680"/>
                  </a:lnTo>
                  <a:lnTo>
                    <a:pt x="866634" y="5026680"/>
                  </a:lnTo>
                  <a:lnTo>
                    <a:pt x="866727" y="5026680"/>
                  </a:lnTo>
                  <a:lnTo>
                    <a:pt x="866820" y="5026680"/>
                  </a:lnTo>
                  <a:lnTo>
                    <a:pt x="866914" y="5026680"/>
                  </a:lnTo>
                  <a:lnTo>
                    <a:pt x="867007" y="5026680"/>
                  </a:lnTo>
                  <a:lnTo>
                    <a:pt x="867007" y="5016726"/>
                  </a:lnTo>
                  <a:lnTo>
                    <a:pt x="867100" y="5016726"/>
                  </a:lnTo>
                  <a:lnTo>
                    <a:pt x="867193" y="5016726"/>
                  </a:lnTo>
                  <a:lnTo>
                    <a:pt x="867286" y="5016726"/>
                  </a:lnTo>
                  <a:lnTo>
                    <a:pt x="867380" y="5016726"/>
                  </a:lnTo>
                  <a:lnTo>
                    <a:pt x="867473" y="5016726"/>
                  </a:lnTo>
                  <a:lnTo>
                    <a:pt x="867566" y="5016726"/>
                  </a:lnTo>
                  <a:lnTo>
                    <a:pt x="867659" y="5016726"/>
                  </a:lnTo>
                  <a:lnTo>
                    <a:pt x="867753" y="5016726"/>
                  </a:lnTo>
                  <a:lnTo>
                    <a:pt x="867846" y="5016726"/>
                  </a:lnTo>
                  <a:lnTo>
                    <a:pt x="867939" y="5016726"/>
                  </a:lnTo>
                  <a:lnTo>
                    <a:pt x="868032" y="5016726"/>
                  </a:lnTo>
                  <a:lnTo>
                    <a:pt x="868126" y="5016726"/>
                  </a:lnTo>
                  <a:lnTo>
                    <a:pt x="868219" y="5016726"/>
                  </a:lnTo>
                  <a:lnTo>
                    <a:pt x="868312" y="5016726"/>
                  </a:lnTo>
                  <a:lnTo>
                    <a:pt x="868405" y="5016726"/>
                  </a:lnTo>
                  <a:lnTo>
                    <a:pt x="868499" y="5016726"/>
                  </a:lnTo>
                  <a:lnTo>
                    <a:pt x="868592" y="5016726"/>
                  </a:lnTo>
                  <a:lnTo>
                    <a:pt x="868685" y="5016726"/>
                  </a:lnTo>
                  <a:lnTo>
                    <a:pt x="868778" y="5016726"/>
                  </a:lnTo>
                  <a:lnTo>
                    <a:pt x="868872" y="5016726"/>
                  </a:lnTo>
                  <a:lnTo>
                    <a:pt x="868965" y="5016726"/>
                  </a:lnTo>
                  <a:lnTo>
                    <a:pt x="869058" y="5016726"/>
                  </a:lnTo>
                  <a:lnTo>
                    <a:pt x="869151" y="5016726"/>
                  </a:lnTo>
                  <a:lnTo>
                    <a:pt x="869245" y="5016726"/>
                  </a:lnTo>
                  <a:lnTo>
                    <a:pt x="869338" y="5016726"/>
                  </a:lnTo>
                  <a:lnTo>
                    <a:pt x="869431" y="5016726"/>
                  </a:lnTo>
                  <a:lnTo>
                    <a:pt x="869524" y="5016726"/>
                  </a:lnTo>
                  <a:lnTo>
                    <a:pt x="869618" y="5016726"/>
                  </a:lnTo>
                  <a:lnTo>
                    <a:pt x="869711" y="5016726"/>
                  </a:lnTo>
                  <a:lnTo>
                    <a:pt x="869804" y="5016726"/>
                  </a:lnTo>
                  <a:lnTo>
                    <a:pt x="869897" y="5016726"/>
                  </a:lnTo>
                  <a:lnTo>
                    <a:pt x="869991" y="5016726"/>
                  </a:lnTo>
                  <a:lnTo>
                    <a:pt x="870084" y="5016726"/>
                  </a:lnTo>
                  <a:lnTo>
                    <a:pt x="870177" y="5016726"/>
                  </a:lnTo>
                  <a:lnTo>
                    <a:pt x="870270" y="5016726"/>
                  </a:lnTo>
                  <a:lnTo>
                    <a:pt x="870364" y="5016726"/>
                  </a:lnTo>
                  <a:lnTo>
                    <a:pt x="870457" y="5016726"/>
                  </a:lnTo>
                  <a:lnTo>
                    <a:pt x="870550" y="5016726"/>
                  </a:lnTo>
                  <a:lnTo>
                    <a:pt x="870643" y="5016726"/>
                  </a:lnTo>
                  <a:lnTo>
                    <a:pt x="870737" y="5016726"/>
                  </a:lnTo>
                  <a:lnTo>
                    <a:pt x="870830" y="5016726"/>
                  </a:lnTo>
                  <a:lnTo>
                    <a:pt x="870923" y="5016726"/>
                  </a:lnTo>
                  <a:lnTo>
                    <a:pt x="871016" y="5016726"/>
                  </a:lnTo>
                  <a:lnTo>
                    <a:pt x="871110" y="5016726"/>
                  </a:lnTo>
                  <a:lnTo>
                    <a:pt x="871203" y="5016726"/>
                  </a:lnTo>
                  <a:lnTo>
                    <a:pt x="871296" y="5016726"/>
                  </a:lnTo>
                  <a:lnTo>
                    <a:pt x="871389" y="5016726"/>
                  </a:lnTo>
                  <a:lnTo>
                    <a:pt x="871483" y="5016726"/>
                  </a:lnTo>
                  <a:lnTo>
                    <a:pt x="871576" y="5016726"/>
                  </a:lnTo>
                  <a:lnTo>
                    <a:pt x="871669" y="5016726"/>
                  </a:lnTo>
                  <a:lnTo>
                    <a:pt x="871762" y="5016726"/>
                  </a:lnTo>
                  <a:lnTo>
                    <a:pt x="871856" y="5016726"/>
                  </a:lnTo>
                  <a:lnTo>
                    <a:pt x="871949" y="5016726"/>
                  </a:lnTo>
                  <a:lnTo>
                    <a:pt x="872042" y="5016726"/>
                  </a:lnTo>
                  <a:lnTo>
                    <a:pt x="872135" y="5016726"/>
                  </a:lnTo>
                  <a:lnTo>
                    <a:pt x="872229" y="5016726"/>
                  </a:lnTo>
                  <a:lnTo>
                    <a:pt x="872322" y="5016726"/>
                  </a:lnTo>
                  <a:lnTo>
                    <a:pt x="872415" y="5016726"/>
                  </a:lnTo>
                  <a:lnTo>
                    <a:pt x="872508" y="5016726"/>
                  </a:lnTo>
                  <a:lnTo>
                    <a:pt x="872602" y="5016726"/>
                  </a:lnTo>
                  <a:lnTo>
                    <a:pt x="872695" y="5016726"/>
                  </a:lnTo>
                  <a:lnTo>
                    <a:pt x="872788" y="5016726"/>
                  </a:lnTo>
                  <a:lnTo>
                    <a:pt x="872881" y="5016726"/>
                  </a:lnTo>
                  <a:lnTo>
                    <a:pt x="872975" y="5016726"/>
                  </a:lnTo>
                  <a:lnTo>
                    <a:pt x="873068" y="5016726"/>
                  </a:lnTo>
                  <a:lnTo>
                    <a:pt x="873161" y="5016726"/>
                  </a:lnTo>
                  <a:lnTo>
                    <a:pt x="873254" y="5016726"/>
                  </a:lnTo>
                  <a:lnTo>
                    <a:pt x="873348" y="5016726"/>
                  </a:lnTo>
                  <a:lnTo>
                    <a:pt x="873441" y="5016726"/>
                  </a:lnTo>
                  <a:lnTo>
                    <a:pt x="873534" y="5016726"/>
                  </a:lnTo>
                  <a:lnTo>
                    <a:pt x="873534" y="5006772"/>
                  </a:lnTo>
                  <a:lnTo>
                    <a:pt x="873627" y="5006772"/>
                  </a:lnTo>
                  <a:lnTo>
                    <a:pt x="873721" y="5006772"/>
                  </a:lnTo>
                  <a:lnTo>
                    <a:pt x="873814" y="5006772"/>
                  </a:lnTo>
                  <a:lnTo>
                    <a:pt x="873907" y="5006772"/>
                  </a:lnTo>
                  <a:lnTo>
                    <a:pt x="874000" y="5006772"/>
                  </a:lnTo>
                  <a:lnTo>
                    <a:pt x="874094" y="5006772"/>
                  </a:lnTo>
                  <a:lnTo>
                    <a:pt x="874187" y="5006772"/>
                  </a:lnTo>
                  <a:lnTo>
                    <a:pt x="874280" y="5006772"/>
                  </a:lnTo>
                  <a:lnTo>
                    <a:pt x="874373" y="5006772"/>
                  </a:lnTo>
                  <a:lnTo>
                    <a:pt x="874466" y="5006772"/>
                  </a:lnTo>
                  <a:lnTo>
                    <a:pt x="874560" y="5006772"/>
                  </a:lnTo>
                  <a:lnTo>
                    <a:pt x="874653" y="5006772"/>
                  </a:lnTo>
                  <a:lnTo>
                    <a:pt x="874746" y="5006772"/>
                  </a:lnTo>
                  <a:lnTo>
                    <a:pt x="874839" y="5006772"/>
                  </a:lnTo>
                  <a:lnTo>
                    <a:pt x="874933" y="5006772"/>
                  </a:lnTo>
                  <a:lnTo>
                    <a:pt x="875026" y="5006772"/>
                  </a:lnTo>
                  <a:lnTo>
                    <a:pt x="875119" y="5006772"/>
                  </a:lnTo>
                  <a:lnTo>
                    <a:pt x="875212" y="5006772"/>
                  </a:lnTo>
                  <a:lnTo>
                    <a:pt x="875306" y="5006772"/>
                  </a:lnTo>
                  <a:lnTo>
                    <a:pt x="875399" y="5006772"/>
                  </a:lnTo>
                  <a:lnTo>
                    <a:pt x="875492" y="5006772"/>
                  </a:lnTo>
                  <a:lnTo>
                    <a:pt x="875585" y="5006772"/>
                  </a:lnTo>
                  <a:lnTo>
                    <a:pt x="875679" y="5006772"/>
                  </a:lnTo>
                  <a:lnTo>
                    <a:pt x="875772" y="5006772"/>
                  </a:lnTo>
                  <a:lnTo>
                    <a:pt x="875865" y="5006772"/>
                  </a:lnTo>
                  <a:lnTo>
                    <a:pt x="875958" y="5006772"/>
                  </a:lnTo>
                  <a:lnTo>
                    <a:pt x="876052" y="5006772"/>
                  </a:lnTo>
                  <a:lnTo>
                    <a:pt x="876145" y="5006772"/>
                  </a:lnTo>
                  <a:lnTo>
                    <a:pt x="876238" y="5006772"/>
                  </a:lnTo>
                  <a:lnTo>
                    <a:pt x="876331" y="5006772"/>
                  </a:lnTo>
                  <a:lnTo>
                    <a:pt x="876425" y="5006772"/>
                  </a:lnTo>
                  <a:lnTo>
                    <a:pt x="876518" y="5006772"/>
                  </a:lnTo>
                  <a:lnTo>
                    <a:pt x="876611" y="5006772"/>
                  </a:lnTo>
                  <a:lnTo>
                    <a:pt x="876704" y="5006772"/>
                  </a:lnTo>
                  <a:lnTo>
                    <a:pt x="876798" y="5006772"/>
                  </a:lnTo>
                  <a:lnTo>
                    <a:pt x="876891" y="5006772"/>
                  </a:lnTo>
                  <a:lnTo>
                    <a:pt x="876984" y="5006772"/>
                  </a:lnTo>
                  <a:lnTo>
                    <a:pt x="877077" y="5006772"/>
                  </a:lnTo>
                  <a:lnTo>
                    <a:pt x="877171" y="5006772"/>
                  </a:lnTo>
                  <a:lnTo>
                    <a:pt x="877264" y="5006772"/>
                  </a:lnTo>
                  <a:lnTo>
                    <a:pt x="877357" y="5006772"/>
                  </a:lnTo>
                  <a:lnTo>
                    <a:pt x="877450" y="5006772"/>
                  </a:lnTo>
                  <a:lnTo>
                    <a:pt x="877544" y="5006772"/>
                  </a:lnTo>
                  <a:lnTo>
                    <a:pt x="877637" y="5006772"/>
                  </a:lnTo>
                  <a:lnTo>
                    <a:pt x="877730" y="5006772"/>
                  </a:lnTo>
                  <a:lnTo>
                    <a:pt x="877823" y="5006772"/>
                  </a:lnTo>
                  <a:lnTo>
                    <a:pt x="877917" y="5006772"/>
                  </a:lnTo>
                  <a:lnTo>
                    <a:pt x="878010" y="5006772"/>
                  </a:lnTo>
                  <a:lnTo>
                    <a:pt x="878103" y="5006772"/>
                  </a:lnTo>
                  <a:lnTo>
                    <a:pt x="878196" y="5006772"/>
                  </a:lnTo>
                  <a:lnTo>
                    <a:pt x="878290" y="5006772"/>
                  </a:lnTo>
                  <a:lnTo>
                    <a:pt x="878383" y="5006772"/>
                  </a:lnTo>
                  <a:lnTo>
                    <a:pt x="878476" y="5006772"/>
                  </a:lnTo>
                  <a:lnTo>
                    <a:pt x="878569" y="5006772"/>
                  </a:lnTo>
                  <a:lnTo>
                    <a:pt x="878663" y="5006772"/>
                  </a:lnTo>
                  <a:lnTo>
                    <a:pt x="878756" y="5006772"/>
                  </a:lnTo>
                  <a:lnTo>
                    <a:pt x="878849" y="5006772"/>
                  </a:lnTo>
                  <a:lnTo>
                    <a:pt x="878942" y="5006772"/>
                  </a:lnTo>
                  <a:lnTo>
                    <a:pt x="879036" y="5006772"/>
                  </a:lnTo>
                  <a:lnTo>
                    <a:pt x="879129" y="5006772"/>
                  </a:lnTo>
                  <a:lnTo>
                    <a:pt x="879222" y="5006772"/>
                  </a:lnTo>
                  <a:lnTo>
                    <a:pt x="879315" y="5006772"/>
                  </a:lnTo>
                  <a:lnTo>
                    <a:pt x="879409" y="5006772"/>
                  </a:lnTo>
                  <a:lnTo>
                    <a:pt x="879502" y="5006772"/>
                  </a:lnTo>
                  <a:lnTo>
                    <a:pt x="879595" y="5006772"/>
                  </a:lnTo>
                  <a:lnTo>
                    <a:pt x="879688" y="5006772"/>
                  </a:lnTo>
                  <a:lnTo>
                    <a:pt x="879782" y="5006772"/>
                  </a:lnTo>
                  <a:lnTo>
                    <a:pt x="879875" y="5006772"/>
                  </a:lnTo>
                  <a:lnTo>
                    <a:pt x="879968" y="5006772"/>
                  </a:lnTo>
                  <a:lnTo>
                    <a:pt x="880061" y="5006772"/>
                  </a:lnTo>
                  <a:lnTo>
                    <a:pt x="880155" y="5006772"/>
                  </a:lnTo>
                  <a:lnTo>
                    <a:pt x="880248" y="5006772"/>
                  </a:lnTo>
                  <a:lnTo>
                    <a:pt x="880341" y="5006772"/>
                  </a:lnTo>
                  <a:lnTo>
                    <a:pt x="880434" y="5006772"/>
                  </a:lnTo>
                  <a:lnTo>
                    <a:pt x="880528" y="5006772"/>
                  </a:lnTo>
                  <a:lnTo>
                    <a:pt x="880621" y="5006772"/>
                  </a:lnTo>
                  <a:lnTo>
                    <a:pt x="880714" y="5006772"/>
                  </a:lnTo>
                  <a:lnTo>
                    <a:pt x="880807" y="5006772"/>
                  </a:lnTo>
                  <a:lnTo>
                    <a:pt x="880901" y="5006772"/>
                  </a:lnTo>
                  <a:lnTo>
                    <a:pt x="880994" y="5006772"/>
                  </a:lnTo>
                  <a:lnTo>
                    <a:pt x="881087" y="5006772"/>
                  </a:lnTo>
                  <a:lnTo>
                    <a:pt x="881180" y="5006772"/>
                  </a:lnTo>
                  <a:lnTo>
                    <a:pt x="881273" y="5006772"/>
                  </a:lnTo>
                  <a:lnTo>
                    <a:pt x="881367" y="5006772"/>
                  </a:lnTo>
                  <a:lnTo>
                    <a:pt x="881460" y="5006772"/>
                  </a:lnTo>
                  <a:lnTo>
                    <a:pt x="881553" y="5006772"/>
                  </a:lnTo>
                  <a:lnTo>
                    <a:pt x="881646" y="5006772"/>
                  </a:lnTo>
                  <a:lnTo>
                    <a:pt x="881740" y="5006772"/>
                  </a:lnTo>
                  <a:lnTo>
                    <a:pt x="881833" y="5006772"/>
                  </a:lnTo>
                  <a:lnTo>
                    <a:pt x="881926" y="5006772"/>
                  </a:lnTo>
                  <a:lnTo>
                    <a:pt x="882019" y="5006772"/>
                  </a:lnTo>
                  <a:lnTo>
                    <a:pt x="882113" y="5006772"/>
                  </a:lnTo>
                  <a:lnTo>
                    <a:pt x="882206" y="5006772"/>
                  </a:lnTo>
                  <a:lnTo>
                    <a:pt x="882299" y="5006772"/>
                  </a:lnTo>
                  <a:lnTo>
                    <a:pt x="882392" y="5006772"/>
                  </a:lnTo>
                  <a:lnTo>
                    <a:pt x="882486" y="5006772"/>
                  </a:lnTo>
                  <a:lnTo>
                    <a:pt x="882579" y="5006772"/>
                  </a:lnTo>
                  <a:lnTo>
                    <a:pt x="882672" y="5006772"/>
                  </a:lnTo>
                  <a:lnTo>
                    <a:pt x="882765" y="5006772"/>
                  </a:lnTo>
                  <a:lnTo>
                    <a:pt x="882859" y="5006772"/>
                  </a:lnTo>
                  <a:lnTo>
                    <a:pt x="882952" y="5006772"/>
                  </a:lnTo>
                  <a:lnTo>
                    <a:pt x="883045" y="5006772"/>
                  </a:lnTo>
                  <a:lnTo>
                    <a:pt x="883138" y="5006772"/>
                  </a:lnTo>
                  <a:lnTo>
                    <a:pt x="883232" y="5006772"/>
                  </a:lnTo>
                  <a:lnTo>
                    <a:pt x="883325" y="5006772"/>
                  </a:lnTo>
                  <a:lnTo>
                    <a:pt x="883418" y="5006772"/>
                  </a:lnTo>
                  <a:lnTo>
                    <a:pt x="883511" y="5006772"/>
                  </a:lnTo>
                  <a:lnTo>
                    <a:pt x="883605" y="5006772"/>
                  </a:lnTo>
                  <a:lnTo>
                    <a:pt x="883698" y="5006772"/>
                  </a:lnTo>
                  <a:lnTo>
                    <a:pt x="883791" y="5006772"/>
                  </a:lnTo>
                  <a:lnTo>
                    <a:pt x="883884" y="5006772"/>
                  </a:lnTo>
                  <a:lnTo>
                    <a:pt x="883978" y="5006772"/>
                  </a:lnTo>
                  <a:lnTo>
                    <a:pt x="884071" y="5006772"/>
                  </a:lnTo>
                  <a:lnTo>
                    <a:pt x="884164" y="5006772"/>
                  </a:lnTo>
                  <a:lnTo>
                    <a:pt x="884257" y="5006772"/>
                  </a:lnTo>
                  <a:lnTo>
                    <a:pt x="884351" y="5006772"/>
                  </a:lnTo>
                  <a:lnTo>
                    <a:pt x="884444" y="5006772"/>
                  </a:lnTo>
                  <a:lnTo>
                    <a:pt x="884537" y="5006772"/>
                  </a:lnTo>
                  <a:lnTo>
                    <a:pt x="884630" y="5006772"/>
                  </a:lnTo>
                  <a:lnTo>
                    <a:pt x="884724" y="5006772"/>
                  </a:lnTo>
                  <a:lnTo>
                    <a:pt x="884817" y="5006772"/>
                  </a:lnTo>
                  <a:lnTo>
                    <a:pt x="884910" y="5006772"/>
                  </a:lnTo>
                  <a:lnTo>
                    <a:pt x="885003" y="5006772"/>
                  </a:lnTo>
                  <a:lnTo>
                    <a:pt x="885097" y="5006772"/>
                  </a:lnTo>
                  <a:lnTo>
                    <a:pt x="885190" y="5006772"/>
                  </a:lnTo>
                  <a:lnTo>
                    <a:pt x="885283" y="5006772"/>
                  </a:lnTo>
                  <a:lnTo>
                    <a:pt x="885283" y="4996818"/>
                  </a:lnTo>
                  <a:lnTo>
                    <a:pt x="885376" y="4996818"/>
                  </a:lnTo>
                  <a:lnTo>
                    <a:pt x="885470" y="4996818"/>
                  </a:lnTo>
                  <a:lnTo>
                    <a:pt x="885563" y="4996818"/>
                  </a:lnTo>
                  <a:lnTo>
                    <a:pt x="885656" y="4996818"/>
                  </a:lnTo>
                  <a:lnTo>
                    <a:pt x="885749" y="4996818"/>
                  </a:lnTo>
                  <a:lnTo>
                    <a:pt x="885843" y="4996818"/>
                  </a:lnTo>
                  <a:lnTo>
                    <a:pt x="885936" y="4996818"/>
                  </a:lnTo>
                  <a:lnTo>
                    <a:pt x="886029" y="4996818"/>
                  </a:lnTo>
                  <a:lnTo>
                    <a:pt x="886122" y="4996818"/>
                  </a:lnTo>
                  <a:lnTo>
                    <a:pt x="886216" y="4996818"/>
                  </a:lnTo>
                  <a:lnTo>
                    <a:pt x="886309" y="4996818"/>
                  </a:lnTo>
                  <a:lnTo>
                    <a:pt x="886402" y="4996818"/>
                  </a:lnTo>
                  <a:lnTo>
                    <a:pt x="886495" y="4996818"/>
                  </a:lnTo>
                  <a:lnTo>
                    <a:pt x="886589" y="4996818"/>
                  </a:lnTo>
                  <a:lnTo>
                    <a:pt x="886682" y="4996818"/>
                  </a:lnTo>
                  <a:lnTo>
                    <a:pt x="886775" y="4996818"/>
                  </a:lnTo>
                  <a:lnTo>
                    <a:pt x="886868" y="4996818"/>
                  </a:lnTo>
                  <a:lnTo>
                    <a:pt x="886962" y="4996818"/>
                  </a:lnTo>
                  <a:lnTo>
                    <a:pt x="887055" y="4996818"/>
                  </a:lnTo>
                  <a:lnTo>
                    <a:pt x="887148" y="4996818"/>
                  </a:lnTo>
                  <a:lnTo>
                    <a:pt x="887241" y="4996818"/>
                  </a:lnTo>
                  <a:lnTo>
                    <a:pt x="887335" y="4996818"/>
                  </a:lnTo>
                  <a:lnTo>
                    <a:pt x="887428" y="4996818"/>
                  </a:lnTo>
                  <a:lnTo>
                    <a:pt x="887521" y="4996818"/>
                  </a:lnTo>
                  <a:lnTo>
                    <a:pt x="887614" y="4996818"/>
                  </a:lnTo>
                  <a:lnTo>
                    <a:pt x="887708" y="4996818"/>
                  </a:lnTo>
                  <a:lnTo>
                    <a:pt x="887801" y="4996818"/>
                  </a:lnTo>
                  <a:lnTo>
                    <a:pt x="887894" y="4996818"/>
                  </a:lnTo>
                  <a:lnTo>
                    <a:pt x="887987" y="4996818"/>
                  </a:lnTo>
                  <a:lnTo>
                    <a:pt x="888080" y="4996818"/>
                  </a:lnTo>
                  <a:lnTo>
                    <a:pt x="888174" y="4996818"/>
                  </a:lnTo>
                  <a:lnTo>
                    <a:pt x="888267" y="4996818"/>
                  </a:lnTo>
                  <a:lnTo>
                    <a:pt x="888360" y="4996818"/>
                  </a:lnTo>
                  <a:lnTo>
                    <a:pt x="888453" y="4996818"/>
                  </a:lnTo>
                  <a:lnTo>
                    <a:pt x="888547" y="4996818"/>
                  </a:lnTo>
                  <a:lnTo>
                    <a:pt x="888640" y="4996818"/>
                  </a:lnTo>
                  <a:lnTo>
                    <a:pt x="888733" y="4996818"/>
                  </a:lnTo>
                  <a:lnTo>
                    <a:pt x="888826" y="4996818"/>
                  </a:lnTo>
                  <a:lnTo>
                    <a:pt x="888920" y="4996818"/>
                  </a:lnTo>
                  <a:lnTo>
                    <a:pt x="889013" y="4996818"/>
                  </a:lnTo>
                  <a:lnTo>
                    <a:pt x="889106" y="4996818"/>
                  </a:lnTo>
                  <a:lnTo>
                    <a:pt x="889199" y="4996818"/>
                  </a:lnTo>
                  <a:lnTo>
                    <a:pt x="889293" y="4996818"/>
                  </a:lnTo>
                  <a:lnTo>
                    <a:pt x="889293" y="4986865"/>
                  </a:lnTo>
                  <a:lnTo>
                    <a:pt x="889386" y="4986865"/>
                  </a:lnTo>
                  <a:lnTo>
                    <a:pt x="889479" y="4986865"/>
                  </a:lnTo>
                  <a:lnTo>
                    <a:pt x="889572" y="4986865"/>
                  </a:lnTo>
                  <a:lnTo>
                    <a:pt x="889666" y="4986865"/>
                  </a:lnTo>
                  <a:lnTo>
                    <a:pt x="889759" y="4986865"/>
                  </a:lnTo>
                  <a:lnTo>
                    <a:pt x="889852" y="4986865"/>
                  </a:lnTo>
                  <a:lnTo>
                    <a:pt x="889945" y="4986865"/>
                  </a:lnTo>
                  <a:lnTo>
                    <a:pt x="890039" y="4986865"/>
                  </a:lnTo>
                  <a:lnTo>
                    <a:pt x="890132" y="4986865"/>
                  </a:lnTo>
                  <a:lnTo>
                    <a:pt x="890225" y="4986865"/>
                  </a:lnTo>
                  <a:lnTo>
                    <a:pt x="890318" y="4986865"/>
                  </a:lnTo>
                  <a:lnTo>
                    <a:pt x="890412" y="4986865"/>
                  </a:lnTo>
                  <a:lnTo>
                    <a:pt x="890505" y="4986865"/>
                  </a:lnTo>
                  <a:lnTo>
                    <a:pt x="890598" y="4986865"/>
                  </a:lnTo>
                  <a:lnTo>
                    <a:pt x="890691" y="4986865"/>
                  </a:lnTo>
                  <a:lnTo>
                    <a:pt x="890785" y="4986865"/>
                  </a:lnTo>
                  <a:lnTo>
                    <a:pt x="890878" y="4986865"/>
                  </a:lnTo>
                  <a:lnTo>
                    <a:pt x="890971" y="4986865"/>
                  </a:lnTo>
                  <a:lnTo>
                    <a:pt x="891064" y="4986865"/>
                  </a:lnTo>
                  <a:lnTo>
                    <a:pt x="891158" y="4986865"/>
                  </a:lnTo>
                  <a:lnTo>
                    <a:pt x="891251" y="4986865"/>
                  </a:lnTo>
                  <a:lnTo>
                    <a:pt x="891344" y="4986865"/>
                  </a:lnTo>
                  <a:lnTo>
                    <a:pt x="891437" y="4986865"/>
                  </a:lnTo>
                  <a:lnTo>
                    <a:pt x="891531" y="4986865"/>
                  </a:lnTo>
                  <a:lnTo>
                    <a:pt x="891624" y="4986865"/>
                  </a:lnTo>
                  <a:lnTo>
                    <a:pt x="891717" y="4986865"/>
                  </a:lnTo>
                  <a:lnTo>
                    <a:pt x="891810" y="4986865"/>
                  </a:lnTo>
                  <a:lnTo>
                    <a:pt x="891904" y="4986865"/>
                  </a:lnTo>
                  <a:lnTo>
                    <a:pt x="891997" y="4986865"/>
                  </a:lnTo>
                  <a:lnTo>
                    <a:pt x="892090" y="4986865"/>
                  </a:lnTo>
                  <a:lnTo>
                    <a:pt x="892183" y="4986865"/>
                  </a:lnTo>
                  <a:lnTo>
                    <a:pt x="892277" y="4986865"/>
                  </a:lnTo>
                  <a:lnTo>
                    <a:pt x="892370" y="4986865"/>
                  </a:lnTo>
                  <a:lnTo>
                    <a:pt x="892463" y="4986865"/>
                  </a:lnTo>
                  <a:lnTo>
                    <a:pt x="892556" y="4986865"/>
                  </a:lnTo>
                  <a:lnTo>
                    <a:pt x="892650" y="4986865"/>
                  </a:lnTo>
                  <a:lnTo>
                    <a:pt x="892743" y="4986865"/>
                  </a:lnTo>
                  <a:lnTo>
                    <a:pt x="892836" y="4986865"/>
                  </a:lnTo>
                  <a:lnTo>
                    <a:pt x="892929" y="4986865"/>
                  </a:lnTo>
                  <a:lnTo>
                    <a:pt x="893023" y="4986865"/>
                  </a:lnTo>
                  <a:lnTo>
                    <a:pt x="893116" y="4986865"/>
                  </a:lnTo>
                  <a:lnTo>
                    <a:pt x="893209" y="4986865"/>
                  </a:lnTo>
                  <a:lnTo>
                    <a:pt x="893302" y="4986865"/>
                  </a:lnTo>
                  <a:lnTo>
                    <a:pt x="893396" y="4986865"/>
                  </a:lnTo>
                  <a:lnTo>
                    <a:pt x="893489" y="4986865"/>
                  </a:lnTo>
                  <a:lnTo>
                    <a:pt x="893582" y="4986865"/>
                  </a:lnTo>
                  <a:lnTo>
                    <a:pt x="893675" y="4986865"/>
                  </a:lnTo>
                  <a:lnTo>
                    <a:pt x="893769" y="4986865"/>
                  </a:lnTo>
                  <a:lnTo>
                    <a:pt x="893862" y="4986865"/>
                  </a:lnTo>
                  <a:lnTo>
                    <a:pt x="893955" y="4986865"/>
                  </a:lnTo>
                  <a:lnTo>
                    <a:pt x="894048" y="4986865"/>
                  </a:lnTo>
                  <a:lnTo>
                    <a:pt x="894142" y="4986865"/>
                  </a:lnTo>
                  <a:lnTo>
                    <a:pt x="894235" y="4986865"/>
                  </a:lnTo>
                  <a:lnTo>
                    <a:pt x="894328" y="4986865"/>
                  </a:lnTo>
                  <a:lnTo>
                    <a:pt x="894421" y="4986865"/>
                  </a:lnTo>
                  <a:lnTo>
                    <a:pt x="894515" y="4986865"/>
                  </a:lnTo>
                  <a:lnTo>
                    <a:pt x="894608" y="4986865"/>
                  </a:lnTo>
                  <a:lnTo>
                    <a:pt x="894701" y="4986865"/>
                  </a:lnTo>
                  <a:lnTo>
                    <a:pt x="894794" y="4986865"/>
                  </a:lnTo>
                  <a:lnTo>
                    <a:pt x="894888" y="4986865"/>
                  </a:lnTo>
                  <a:lnTo>
                    <a:pt x="894981" y="4986865"/>
                  </a:lnTo>
                  <a:lnTo>
                    <a:pt x="895074" y="4986865"/>
                  </a:lnTo>
                  <a:lnTo>
                    <a:pt x="895167" y="4986865"/>
                  </a:lnTo>
                  <a:lnTo>
                    <a:pt x="895260" y="4986865"/>
                  </a:lnTo>
                  <a:lnTo>
                    <a:pt x="895354" y="4986865"/>
                  </a:lnTo>
                  <a:lnTo>
                    <a:pt x="895354" y="4976911"/>
                  </a:lnTo>
                  <a:lnTo>
                    <a:pt x="895447" y="4976911"/>
                  </a:lnTo>
                  <a:lnTo>
                    <a:pt x="895540" y="4976911"/>
                  </a:lnTo>
                  <a:lnTo>
                    <a:pt x="895633" y="4976911"/>
                  </a:lnTo>
                  <a:lnTo>
                    <a:pt x="895727" y="4976911"/>
                  </a:lnTo>
                  <a:lnTo>
                    <a:pt x="895820" y="4976911"/>
                  </a:lnTo>
                  <a:lnTo>
                    <a:pt x="895913" y="4976911"/>
                  </a:lnTo>
                  <a:lnTo>
                    <a:pt x="895913" y="4966957"/>
                  </a:lnTo>
                  <a:lnTo>
                    <a:pt x="896006" y="4966957"/>
                  </a:lnTo>
                  <a:lnTo>
                    <a:pt x="896100" y="4966957"/>
                  </a:lnTo>
                  <a:lnTo>
                    <a:pt x="896193" y="4966957"/>
                  </a:lnTo>
                  <a:lnTo>
                    <a:pt x="896286" y="4966957"/>
                  </a:lnTo>
                  <a:lnTo>
                    <a:pt x="896379" y="4966957"/>
                  </a:lnTo>
                  <a:lnTo>
                    <a:pt x="896473" y="4966957"/>
                  </a:lnTo>
                  <a:lnTo>
                    <a:pt x="896566" y="4966957"/>
                  </a:lnTo>
                  <a:lnTo>
                    <a:pt x="896659" y="4966957"/>
                  </a:lnTo>
                  <a:lnTo>
                    <a:pt x="896752" y="4966957"/>
                  </a:lnTo>
                  <a:lnTo>
                    <a:pt x="896846" y="4966957"/>
                  </a:lnTo>
                  <a:lnTo>
                    <a:pt x="896939" y="4966957"/>
                  </a:lnTo>
                  <a:lnTo>
                    <a:pt x="897032" y="4966957"/>
                  </a:lnTo>
                  <a:lnTo>
                    <a:pt x="897125" y="4966957"/>
                  </a:lnTo>
                  <a:lnTo>
                    <a:pt x="897219" y="4966957"/>
                  </a:lnTo>
                  <a:lnTo>
                    <a:pt x="897312" y="4966957"/>
                  </a:lnTo>
                  <a:lnTo>
                    <a:pt x="897405" y="4966957"/>
                  </a:lnTo>
                  <a:lnTo>
                    <a:pt x="897498" y="4966957"/>
                  </a:lnTo>
                  <a:lnTo>
                    <a:pt x="897592" y="4966957"/>
                  </a:lnTo>
                  <a:lnTo>
                    <a:pt x="897685" y="4966957"/>
                  </a:lnTo>
                  <a:lnTo>
                    <a:pt x="897778" y="4966957"/>
                  </a:lnTo>
                  <a:lnTo>
                    <a:pt x="897871" y="4966957"/>
                  </a:lnTo>
                  <a:lnTo>
                    <a:pt x="897965" y="4966957"/>
                  </a:lnTo>
                  <a:lnTo>
                    <a:pt x="898058" y="4966957"/>
                  </a:lnTo>
                  <a:lnTo>
                    <a:pt x="898151" y="4966957"/>
                  </a:lnTo>
                  <a:lnTo>
                    <a:pt x="898244" y="4966957"/>
                  </a:lnTo>
                  <a:lnTo>
                    <a:pt x="898338" y="4966957"/>
                  </a:lnTo>
                  <a:lnTo>
                    <a:pt x="898431" y="4966957"/>
                  </a:lnTo>
                  <a:lnTo>
                    <a:pt x="898524" y="4966957"/>
                  </a:lnTo>
                  <a:lnTo>
                    <a:pt x="898617" y="4966957"/>
                  </a:lnTo>
                  <a:lnTo>
                    <a:pt x="898711" y="4966957"/>
                  </a:lnTo>
                  <a:lnTo>
                    <a:pt x="898804" y="4966957"/>
                  </a:lnTo>
                  <a:lnTo>
                    <a:pt x="898897" y="4966957"/>
                  </a:lnTo>
                  <a:lnTo>
                    <a:pt x="898990" y="4966957"/>
                  </a:lnTo>
                  <a:lnTo>
                    <a:pt x="899084" y="4966957"/>
                  </a:lnTo>
                  <a:lnTo>
                    <a:pt x="899177" y="4966957"/>
                  </a:lnTo>
                  <a:lnTo>
                    <a:pt x="899270" y="4966957"/>
                  </a:lnTo>
                  <a:lnTo>
                    <a:pt x="899363" y="4966957"/>
                  </a:lnTo>
                  <a:lnTo>
                    <a:pt x="899457" y="4966957"/>
                  </a:lnTo>
                  <a:lnTo>
                    <a:pt x="899550" y="4966957"/>
                  </a:lnTo>
                  <a:lnTo>
                    <a:pt x="899643" y="4966957"/>
                  </a:lnTo>
                  <a:lnTo>
                    <a:pt x="899736" y="4966957"/>
                  </a:lnTo>
                  <a:lnTo>
                    <a:pt x="899830" y="4966957"/>
                  </a:lnTo>
                  <a:lnTo>
                    <a:pt x="899923" y="4966957"/>
                  </a:lnTo>
                  <a:lnTo>
                    <a:pt x="900016" y="4966957"/>
                  </a:lnTo>
                  <a:lnTo>
                    <a:pt x="900109" y="4966957"/>
                  </a:lnTo>
                  <a:lnTo>
                    <a:pt x="900203" y="4966957"/>
                  </a:lnTo>
                  <a:lnTo>
                    <a:pt x="900296" y="4966957"/>
                  </a:lnTo>
                  <a:lnTo>
                    <a:pt x="900389" y="4966957"/>
                  </a:lnTo>
                  <a:lnTo>
                    <a:pt x="900482" y="4966957"/>
                  </a:lnTo>
                  <a:lnTo>
                    <a:pt x="900576" y="4966957"/>
                  </a:lnTo>
                  <a:lnTo>
                    <a:pt x="900669" y="4966957"/>
                  </a:lnTo>
                  <a:lnTo>
                    <a:pt x="900762" y="4966957"/>
                  </a:lnTo>
                  <a:lnTo>
                    <a:pt x="900855" y="4966957"/>
                  </a:lnTo>
                  <a:lnTo>
                    <a:pt x="900949" y="4966957"/>
                  </a:lnTo>
                  <a:lnTo>
                    <a:pt x="901042" y="4966957"/>
                  </a:lnTo>
                  <a:lnTo>
                    <a:pt x="901135" y="4966957"/>
                  </a:lnTo>
                  <a:lnTo>
                    <a:pt x="901228" y="4966957"/>
                  </a:lnTo>
                  <a:lnTo>
                    <a:pt x="901322" y="4966957"/>
                  </a:lnTo>
                  <a:lnTo>
                    <a:pt x="901415" y="4966957"/>
                  </a:lnTo>
                  <a:lnTo>
                    <a:pt x="901508" y="4966957"/>
                  </a:lnTo>
                  <a:lnTo>
                    <a:pt x="901601" y="4966957"/>
                  </a:lnTo>
                  <a:lnTo>
                    <a:pt x="901695" y="4966957"/>
                  </a:lnTo>
                  <a:lnTo>
                    <a:pt x="901788" y="4966957"/>
                  </a:lnTo>
                  <a:lnTo>
                    <a:pt x="901881" y="4966957"/>
                  </a:lnTo>
                  <a:lnTo>
                    <a:pt x="901974" y="4966957"/>
                  </a:lnTo>
                  <a:lnTo>
                    <a:pt x="902067" y="4966957"/>
                  </a:lnTo>
                  <a:lnTo>
                    <a:pt x="902161" y="4966957"/>
                  </a:lnTo>
                  <a:lnTo>
                    <a:pt x="902254" y="4966957"/>
                  </a:lnTo>
                  <a:lnTo>
                    <a:pt x="902347" y="4966957"/>
                  </a:lnTo>
                  <a:lnTo>
                    <a:pt x="902440" y="4966957"/>
                  </a:lnTo>
                  <a:lnTo>
                    <a:pt x="902534" y="4966957"/>
                  </a:lnTo>
                  <a:lnTo>
                    <a:pt x="902627" y="4966957"/>
                  </a:lnTo>
                  <a:lnTo>
                    <a:pt x="902720" y="4966957"/>
                  </a:lnTo>
                  <a:lnTo>
                    <a:pt x="902813" y="4966957"/>
                  </a:lnTo>
                  <a:lnTo>
                    <a:pt x="902907" y="4966957"/>
                  </a:lnTo>
                  <a:lnTo>
                    <a:pt x="903000" y="4966957"/>
                  </a:lnTo>
                  <a:lnTo>
                    <a:pt x="903093" y="4966957"/>
                  </a:lnTo>
                  <a:lnTo>
                    <a:pt x="903186" y="4966957"/>
                  </a:lnTo>
                  <a:lnTo>
                    <a:pt x="903280" y="4966957"/>
                  </a:lnTo>
                  <a:lnTo>
                    <a:pt x="903373" y="4966957"/>
                  </a:lnTo>
                  <a:lnTo>
                    <a:pt x="903466" y="4966957"/>
                  </a:lnTo>
                  <a:lnTo>
                    <a:pt x="903559" y="4966957"/>
                  </a:lnTo>
                  <a:lnTo>
                    <a:pt x="903653" y="4966957"/>
                  </a:lnTo>
                  <a:lnTo>
                    <a:pt x="903746" y="4966957"/>
                  </a:lnTo>
                  <a:lnTo>
                    <a:pt x="903839" y="4966957"/>
                  </a:lnTo>
                  <a:lnTo>
                    <a:pt x="903932" y="4966957"/>
                  </a:lnTo>
                  <a:lnTo>
                    <a:pt x="904026" y="4966957"/>
                  </a:lnTo>
                  <a:lnTo>
                    <a:pt x="904119" y="4966957"/>
                  </a:lnTo>
                  <a:lnTo>
                    <a:pt x="904212" y="4966957"/>
                  </a:lnTo>
                  <a:lnTo>
                    <a:pt x="904305" y="4966957"/>
                  </a:lnTo>
                  <a:lnTo>
                    <a:pt x="904399" y="4966957"/>
                  </a:lnTo>
                  <a:lnTo>
                    <a:pt x="904492" y="4966957"/>
                  </a:lnTo>
                  <a:lnTo>
                    <a:pt x="904585" y="4966957"/>
                  </a:lnTo>
                  <a:lnTo>
                    <a:pt x="904678" y="4966957"/>
                  </a:lnTo>
                  <a:lnTo>
                    <a:pt x="904772" y="4966957"/>
                  </a:lnTo>
                  <a:lnTo>
                    <a:pt x="904865" y="4966957"/>
                  </a:lnTo>
                  <a:lnTo>
                    <a:pt x="904958" y="4966957"/>
                  </a:lnTo>
                  <a:lnTo>
                    <a:pt x="905051" y="4966957"/>
                  </a:lnTo>
                  <a:lnTo>
                    <a:pt x="905145" y="4966957"/>
                  </a:lnTo>
                  <a:lnTo>
                    <a:pt x="905238" y="4966957"/>
                  </a:lnTo>
                  <a:lnTo>
                    <a:pt x="905331" y="4966957"/>
                  </a:lnTo>
                  <a:lnTo>
                    <a:pt x="905424" y="4966957"/>
                  </a:lnTo>
                  <a:lnTo>
                    <a:pt x="905518" y="4966957"/>
                  </a:lnTo>
                  <a:lnTo>
                    <a:pt x="905611" y="4966957"/>
                  </a:lnTo>
                  <a:lnTo>
                    <a:pt x="905704" y="4966957"/>
                  </a:lnTo>
                  <a:lnTo>
                    <a:pt x="905797" y="4966957"/>
                  </a:lnTo>
                  <a:lnTo>
                    <a:pt x="905891" y="4966957"/>
                  </a:lnTo>
                  <a:lnTo>
                    <a:pt x="905984" y="4966957"/>
                  </a:lnTo>
                  <a:lnTo>
                    <a:pt x="906077" y="4966957"/>
                  </a:lnTo>
                  <a:lnTo>
                    <a:pt x="906170" y="4966957"/>
                  </a:lnTo>
                  <a:lnTo>
                    <a:pt x="906264" y="4966957"/>
                  </a:lnTo>
                  <a:lnTo>
                    <a:pt x="906357" y="4966957"/>
                  </a:lnTo>
                  <a:lnTo>
                    <a:pt x="906450" y="4966957"/>
                  </a:lnTo>
                  <a:lnTo>
                    <a:pt x="906543" y="4966957"/>
                  </a:lnTo>
                  <a:lnTo>
                    <a:pt x="906637" y="4966957"/>
                  </a:lnTo>
                  <a:lnTo>
                    <a:pt x="906730" y="4966957"/>
                  </a:lnTo>
                  <a:lnTo>
                    <a:pt x="906823" y="4966957"/>
                  </a:lnTo>
                  <a:lnTo>
                    <a:pt x="906916" y="4966957"/>
                  </a:lnTo>
                  <a:lnTo>
                    <a:pt x="907010" y="4966957"/>
                  </a:lnTo>
                  <a:lnTo>
                    <a:pt x="907103" y="4966957"/>
                  </a:lnTo>
                  <a:lnTo>
                    <a:pt x="907196" y="4966957"/>
                  </a:lnTo>
                  <a:lnTo>
                    <a:pt x="907289" y="4966957"/>
                  </a:lnTo>
                  <a:lnTo>
                    <a:pt x="907383" y="4966957"/>
                  </a:lnTo>
                  <a:lnTo>
                    <a:pt x="907476" y="4966957"/>
                  </a:lnTo>
                  <a:lnTo>
                    <a:pt x="907569" y="4966957"/>
                  </a:lnTo>
                  <a:lnTo>
                    <a:pt x="907662" y="4966957"/>
                  </a:lnTo>
                  <a:lnTo>
                    <a:pt x="907756" y="4966957"/>
                  </a:lnTo>
                  <a:lnTo>
                    <a:pt x="907849" y="4966957"/>
                  </a:lnTo>
                  <a:lnTo>
                    <a:pt x="907942" y="4966957"/>
                  </a:lnTo>
                  <a:lnTo>
                    <a:pt x="908035" y="4966957"/>
                  </a:lnTo>
                  <a:lnTo>
                    <a:pt x="908129" y="4966957"/>
                  </a:lnTo>
                  <a:lnTo>
                    <a:pt x="908222" y="4966957"/>
                  </a:lnTo>
                  <a:lnTo>
                    <a:pt x="908315" y="4966957"/>
                  </a:lnTo>
                  <a:lnTo>
                    <a:pt x="908408" y="4966957"/>
                  </a:lnTo>
                  <a:lnTo>
                    <a:pt x="908502" y="4966957"/>
                  </a:lnTo>
                  <a:lnTo>
                    <a:pt x="908595" y="4966957"/>
                  </a:lnTo>
                  <a:lnTo>
                    <a:pt x="908688" y="4966957"/>
                  </a:lnTo>
                  <a:lnTo>
                    <a:pt x="908781" y="4966957"/>
                  </a:lnTo>
                  <a:lnTo>
                    <a:pt x="908874" y="4966957"/>
                  </a:lnTo>
                  <a:lnTo>
                    <a:pt x="908968" y="4966957"/>
                  </a:lnTo>
                  <a:lnTo>
                    <a:pt x="909061" y="4966957"/>
                  </a:lnTo>
                  <a:lnTo>
                    <a:pt x="909154" y="4966957"/>
                  </a:lnTo>
                  <a:lnTo>
                    <a:pt x="909247" y="4966957"/>
                  </a:lnTo>
                  <a:lnTo>
                    <a:pt x="909341" y="4966957"/>
                  </a:lnTo>
                  <a:lnTo>
                    <a:pt x="909434" y="4966957"/>
                  </a:lnTo>
                  <a:lnTo>
                    <a:pt x="909527" y="4966957"/>
                  </a:lnTo>
                  <a:lnTo>
                    <a:pt x="909620" y="4966957"/>
                  </a:lnTo>
                  <a:lnTo>
                    <a:pt x="909714" y="4966957"/>
                  </a:lnTo>
                  <a:lnTo>
                    <a:pt x="909807" y="4966957"/>
                  </a:lnTo>
                  <a:lnTo>
                    <a:pt x="909900" y="4966957"/>
                  </a:lnTo>
                  <a:lnTo>
                    <a:pt x="909993" y="4966957"/>
                  </a:lnTo>
                  <a:lnTo>
                    <a:pt x="910087" y="4966957"/>
                  </a:lnTo>
                  <a:lnTo>
                    <a:pt x="910180" y="4966957"/>
                  </a:lnTo>
                  <a:lnTo>
                    <a:pt x="910273" y="4966957"/>
                  </a:lnTo>
                  <a:lnTo>
                    <a:pt x="910366" y="4966957"/>
                  </a:lnTo>
                  <a:lnTo>
                    <a:pt x="910460" y="4966957"/>
                  </a:lnTo>
                  <a:lnTo>
                    <a:pt x="910553" y="4966957"/>
                  </a:lnTo>
                  <a:lnTo>
                    <a:pt x="910646" y="4966957"/>
                  </a:lnTo>
                  <a:lnTo>
                    <a:pt x="910739" y="4966957"/>
                  </a:lnTo>
                  <a:lnTo>
                    <a:pt x="910833" y="4966957"/>
                  </a:lnTo>
                  <a:lnTo>
                    <a:pt x="910926" y="4966957"/>
                  </a:lnTo>
                  <a:lnTo>
                    <a:pt x="911019" y="4966957"/>
                  </a:lnTo>
                  <a:lnTo>
                    <a:pt x="911112" y="4966957"/>
                  </a:lnTo>
                  <a:lnTo>
                    <a:pt x="911206" y="4966957"/>
                  </a:lnTo>
                  <a:lnTo>
                    <a:pt x="911299" y="4966957"/>
                  </a:lnTo>
                  <a:lnTo>
                    <a:pt x="911299" y="4957003"/>
                  </a:lnTo>
                  <a:lnTo>
                    <a:pt x="911392" y="4957003"/>
                  </a:lnTo>
                  <a:lnTo>
                    <a:pt x="911485" y="4957003"/>
                  </a:lnTo>
                  <a:lnTo>
                    <a:pt x="911579" y="4957003"/>
                  </a:lnTo>
                  <a:lnTo>
                    <a:pt x="911672" y="4957003"/>
                  </a:lnTo>
                  <a:lnTo>
                    <a:pt x="911765" y="4957003"/>
                  </a:lnTo>
                  <a:lnTo>
                    <a:pt x="911858" y="4957003"/>
                  </a:lnTo>
                  <a:lnTo>
                    <a:pt x="911952" y="4957003"/>
                  </a:lnTo>
                  <a:lnTo>
                    <a:pt x="912045" y="4957003"/>
                  </a:lnTo>
                  <a:lnTo>
                    <a:pt x="912138" y="4957003"/>
                  </a:lnTo>
                  <a:lnTo>
                    <a:pt x="912231" y="4957003"/>
                  </a:lnTo>
                  <a:lnTo>
                    <a:pt x="912325" y="4957003"/>
                  </a:lnTo>
                  <a:lnTo>
                    <a:pt x="912418" y="4957003"/>
                  </a:lnTo>
                  <a:lnTo>
                    <a:pt x="912511" y="4957003"/>
                  </a:lnTo>
                  <a:lnTo>
                    <a:pt x="912604" y="4957003"/>
                  </a:lnTo>
                  <a:lnTo>
                    <a:pt x="912698" y="4957003"/>
                  </a:lnTo>
                  <a:lnTo>
                    <a:pt x="912791" y="4957003"/>
                  </a:lnTo>
                  <a:lnTo>
                    <a:pt x="912884" y="4957003"/>
                  </a:lnTo>
                  <a:lnTo>
                    <a:pt x="912977" y="4957003"/>
                  </a:lnTo>
                  <a:lnTo>
                    <a:pt x="913071" y="4957003"/>
                  </a:lnTo>
                  <a:lnTo>
                    <a:pt x="913164" y="4957003"/>
                  </a:lnTo>
                  <a:lnTo>
                    <a:pt x="913257" y="4957003"/>
                  </a:lnTo>
                  <a:lnTo>
                    <a:pt x="913350" y="4957003"/>
                  </a:lnTo>
                  <a:lnTo>
                    <a:pt x="913444" y="4957003"/>
                  </a:lnTo>
                  <a:lnTo>
                    <a:pt x="913537" y="4957003"/>
                  </a:lnTo>
                  <a:lnTo>
                    <a:pt x="913630" y="4957003"/>
                  </a:lnTo>
                  <a:lnTo>
                    <a:pt x="913723" y="4957003"/>
                  </a:lnTo>
                  <a:lnTo>
                    <a:pt x="913817" y="4957003"/>
                  </a:lnTo>
                  <a:lnTo>
                    <a:pt x="913910" y="4957003"/>
                  </a:lnTo>
                  <a:lnTo>
                    <a:pt x="914003" y="4957003"/>
                  </a:lnTo>
                  <a:lnTo>
                    <a:pt x="914096" y="4957003"/>
                  </a:lnTo>
                  <a:lnTo>
                    <a:pt x="914190" y="4957003"/>
                  </a:lnTo>
                  <a:lnTo>
                    <a:pt x="914283" y="4957003"/>
                  </a:lnTo>
                  <a:lnTo>
                    <a:pt x="914376" y="4957003"/>
                  </a:lnTo>
                  <a:lnTo>
                    <a:pt x="914469" y="4957003"/>
                  </a:lnTo>
                  <a:lnTo>
                    <a:pt x="914563" y="4957003"/>
                  </a:lnTo>
                  <a:lnTo>
                    <a:pt x="914656" y="4957003"/>
                  </a:lnTo>
                  <a:lnTo>
                    <a:pt x="914749" y="4957003"/>
                  </a:lnTo>
                  <a:lnTo>
                    <a:pt x="914842" y="4957003"/>
                  </a:lnTo>
                  <a:lnTo>
                    <a:pt x="914936" y="4957003"/>
                  </a:lnTo>
                  <a:lnTo>
                    <a:pt x="915029" y="4957003"/>
                  </a:lnTo>
                  <a:lnTo>
                    <a:pt x="915122" y="4957003"/>
                  </a:lnTo>
                  <a:lnTo>
                    <a:pt x="915215" y="4957003"/>
                  </a:lnTo>
                  <a:lnTo>
                    <a:pt x="915309" y="4957003"/>
                  </a:lnTo>
                  <a:lnTo>
                    <a:pt x="915402" y="4957003"/>
                  </a:lnTo>
                  <a:lnTo>
                    <a:pt x="915495" y="4957003"/>
                  </a:lnTo>
                  <a:lnTo>
                    <a:pt x="915588" y="4957003"/>
                  </a:lnTo>
                  <a:lnTo>
                    <a:pt x="915682" y="4957003"/>
                  </a:lnTo>
                  <a:lnTo>
                    <a:pt x="915775" y="4957003"/>
                  </a:lnTo>
                  <a:lnTo>
                    <a:pt x="915868" y="4957003"/>
                  </a:lnTo>
                  <a:lnTo>
                    <a:pt x="915961" y="4957003"/>
                  </a:lnTo>
                  <a:lnTo>
                    <a:pt x="916054" y="4957003"/>
                  </a:lnTo>
                  <a:lnTo>
                    <a:pt x="916148" y="4957003"/>
                  </a:lnTo>
                  <a:lnTo>
                    <a:pt x="916241" y="4957003"/>
                  </a:lnTo>
                  <a:lnTo>
                    <a:pt x="916334" y="4957003"/>
                  </a:lnTo>
                  <a:lnTo>
                    <a:pt x="916427" y="4957003"/>
                  </a:lnTo>
                  <a:lnTo>
                    <a:pt x="916521" y="4957003"/>
                  </a:lnTo>
                  <a:lnTo>
                    <a:pt x="916614" y="4957003"/>
                  </a:lnTo>
                  <a:lnTo>
                    <a:pt x="916707" y="4957003"/>
                  </a:lnTo>
                  <a:lnTo>
                    <a:pt x="916800" y="4957003"/>
                  </a:lnTo>
                  <a:lnTo>
                    <a:pt x="916894" y="4957003"/>
                  </a:lnTo>
                  <a:lnTo>
                    <a:pt x="916987" y="4957003"/>
                  </a:lnTo>
                  <a:lnTo>
                    <a:pt x="917080" y="4957003"/>
                  </a:lnTo>
                  <a:lnTo>
                    <a:pt x="917173" y="4957003"/>
                  </a:lnTo>
                  <a:lnTo>
                    <a:pt x="917173" y="4947049"/>
                  </a:lnTo>
                  <a:lnTo>
                    <a:pt x="917267" y="4947049"/>
                  </a:lnTo>
                  <a:lnTo>
                    <a:pt x="917360" y="4947049"/>
                  </a:lnTo>
                  <a:lnTo>
                    <a:pt x="917453" y="4947049"/>
                  </a:lnTo>
                  <a:lnTo>
                    <a:pt x="917546" y="4947049"/>
                  </a:lnTo>
                  <a:lnTo>
                    <a:pt x="917640" y="4947049"/>
                  </a:lnTo>
                  <a:lnTo>
                    <a:pt x="917733" y="4947049"/>
                  </a:lnTo>
                  <a:lnTo>
                    <a:pt x="917826" y="4947049"/>
                  </a:lnTo>
                  <a:lnTo>
                    <a:pt x="917919" y="4947049"/>
                  </a:lnTo>
                  <a:lnTo>
                    <a:pt x="918013" y="4947049"/>
                  </a:lnTo>
                  <a:lnTo>
                    <a:pt x="918106" y="4947049"/>
                  </a:lnTo>
                  <a:lnTo>
                    <a:pt x="918199" y="4947049"/>
                  </a:lnTo>
                  <a:lnTo>
                    <a:pt x="918292" y="4947049"/>
                  </a:lnTo>
                  <a:lnTo>
                    <a:pt x="918386" y="4947049"/>
                  </a:lnTo>
                  <a:lnTo>
                    <a:pt x="918479" y="4947049"/>
                  </a:lnTo>
                  <a:lnTo>
                    <a:pt x="918479" y="4937096"/>
                  </a:lnTo>
                  <a:lnTo>
                    <a:pt x="918572" y="4937096"/>
                  </a:lnTo>
                  <a:lnTo>
                    <a:pt x="918665" y="4937096"/>
                  </a:lnTo>
                  <a:lnTo>
                    <a:pt x="918759" y="4937096"/>
                  </a:lnTo>
                  <a:lnTo>
                    <a:pt x="918852" y="4937096"/>
                  </a:lnTo>
                  <a:lnTo>
                    <a:pt x="918945" y="4937096"/>
                  </a:lnTo>
                  <a:lnTo>
                    <a:pt x="919038" y="4937096"/>
                  </a:lnTo>
                  <a:lnTo>
                    <a:pt x="919132" y="4937096"/>
                  </a:lnTo>
                  <a:lnTo>
                    <a:pt x="919225" y="4937096"/>
                  </a:lnTo>
                  <a:lnTo>
                    <a:pt x="919318" y="4937096"/>
                  </a:lnTo>
                  <a:lnTo>
                    <a:pt x="919411" y="4937096"/>
                  </a:lnTo>
                  <a:lnTo>
                    <a:pt x="919505" y="4937096"/>
                  </a:lnTo>
                  <a:lnTo>
                    <a:pt x="919598" y="4937096"/>
                  </a:lnTo>
                  <a:lnTo>
                    <a:pt x="919691" y="4937096"/>
                  </a:lnTo>
                  <a:lnTo>
                    <a:pt x="919784" y="4937096"/>
                  </a:lnTo>
                  <a:lnTo>
                    <a:pt x="919784" y="4927142"/>
                  </a:lnTo>
                  <a:lnTo>
                    <a:pt x="919878" y="4927142"/>
                  </a:lnTo>
                  <a:lnTo>
                    <a:pt x="919971" y="4927142"/>
                  </a:lnTo>
                  <a:lnTo>
                    <a:pt x="920064" y="4927142"/>
                  </a:lnTo>
                  <a:lnTo>
                    <a:pt x="920157" y="4927142"/>
                  </a:lnTo>
                  <a:lnTo>
                    <a:pt x="920251" y="4927142"/>
                  </a:lnTo>
                  <a:lnTo>
                    <a:pt x="920344" y="4927142"/>
                  </a:lnTo>
                  <a:lnTo>
                    <a:pt x="920437" y="4927142"/>
                  </a:lnTo>
                  <a:lnTo>
                    <a:pt x="920530" y="4927142"/>
                  </a:lnTo>
                  <a:lnTo>
                    <a:pt x="920624" y="4927142"/>
                  </a:lnTo>
                  <a:lnTo>
                    <a:pt x="920717" y="4927142"/>
                  </a:lnTo>
                  <a:lnTo>
                    <a:pt x="920810" y="4927142"/>
                  </a:lnTo>
                  <a:lnTo>
                    <a:pt x="920903" y="4927142"/>
                  </a:lnTo>
                  <a:lnTo>
                    <a:pt x="920997" y="4927142"/>
                  </a:lnTo>
                  <a:lnTo>
                    <a:pt x="921090" y="4927142"/>
                  </a:lnTo>
                  <a:lnTo>
                    <a:pt x="921183" y="4927142"/>
                  </a:lnTo>
                  <a:lnTo>
                    <a:pt x="921276" y="4927142"/>
                  </a:lnTo>
                  <a:lnTo>
                    <a:pt x="921370" y="4927142"/>
                  </a:lnTo>
                  <a:lnTo>
                    <a:pt x="921463" y="4927142"/>
                  </a:lnTo>
                  <a:lnTo>
                    <a:pt x="921556" y="4927142"/>
                  </a:lnTo>
                  <a:lnTo>
                    <a:pt x="921649" y="4927142"/>
                  </a:lnTo>
                  <a:lnTo>
                    <a:pt x="921743" y="4927142"/>
                  </a:lnTo>
                  <a:lnTo>
                    <a:pt x="921836" y="4927142"/>
                  </a:lnTo>
                  <a:lnTo>
                    <a:pt x="921929" y="4927142"/>
                  </a:lnTo>
                  <a:lnTo>
                    <a:pt x="922022" y="4927142"/>
                  </a:lnTo>
                  <a:lnTo>
                    <a:pt x="922116" y="4927142"/>
                  </a:lnTo>
                  <a:lnTo>
                    <a:pt x="922209" y="4927142"/>
                  </a:lnTo>
                  <a:lnTo>
                    <a:pt x="922302" y="4927142"/>
                  </a:lnTo>
                  <a:lnTo>
                    <a:pt x="922395" y="4927142"/>
                  </a:lnTo>
                  <a:lnTo>
                    <a:pt x="922395" y="4917188"/>
                  </a:lnTo>
                  <a:lnTo>
                    <a:pt x="922489" y="4917188"/>
                  </a:lnTo>
                  <a:lnTo>
                    <a:pt x="922582" y="4917188"/>
                  </a:lnTo>
                  <a:lnTo>
                    <a:pt x="922675" y="4917188"/>
                  </a:lnTo>
                  <a:lnTo>
                    <a:pt x="922768" y="4917188"/>
                  </a:lnTo>
                  <a:lnTo>
                    <a:pt x="922861" y="4917188"/>
                  </a:lnTo>
                  <a:lnTo>
                    <a:pt x="922955" y="4917188"/>
                  </a:lnTo>
                  <a:lnTo>
                    <a:pt x="923048" y="4917188"/>
                  </a:lnTo>
                  <a:lnTo>
                    <a:pt x="923141" y="4917188"/>
                  </a:lnTo>
                  <a:lnTo>
                    <a:pt x="923234" y="4917188"/>
                  </a:lnTo>
                  <a:lnTo>
                    <a:pt x="923328" y="4917188"/>
                  </a:lnTo>
                  <a:lnTo>
                    <a:pt x="923421" y="4917188"/>
                  </a:lnTo>
                  <a:lnTo>
                    <a:pt x="923514" y="4917188"/>
                  </a:lnTo>
                  <a:lnTo>
                    <a:pt x="923607" y="4917188"/>
                  </a:lnTo>
                  <a:lnTo>
                    <a:pt x="923701" y="4917188"/>
                  </a:lnTo>
                  <a:lnTo>
                    <a:pt x="923794" y="4917188"/>
                  </a:lnTo>
                  <a:lnTo>
                    <a:pt x="923887" y="4917188"/>
                  </a:lnTo>
                  <a:lnTo>
                    <a:pt x="923980" y="4917188"/>
                  </a:lnTo>
                  <a:lnTo>
                    <a:pt x="924074" y="4917188"/>
                  </a:lnTo>
                  <a:lnTo>
                    <a:pt x="924167" y="4917188"/>
                  </a:lnTo>
                  <a:lnTo>
                    <a:pt x="924260" y="4917188"/>
                  </a:lnTo>
                  <a:lnTo>
                    <a:pt x="924353" y="4917188"/>
                  </a:lnTo>
                  <a:lnTo>
                    <a:pt x="924447" y="4917188"/>
                  </a:lnTo>
                  <a:lnTo>
                    <a:pt x="924540" y="4917188"/>
                  </a:lnTo>
                  <a:lnTo>
                    <a:pt x="924633" y="4917188"/>
                  </a:lnTo>
                  <a:lnTo>
                    <a:pt x="924726" y="4917188"/>
                  </a:lnTo>
                  <a:lnTo>
                    <a:pt x="924820" y="4917188"/>
                  </a:lnTo>
                  <a:lnTo>
                    <a:pt x="924913" y="4917188"/>
                  </a:lnTo>
                  <a:lnTo>
                    <a:pt x="925006" y="4917188"/>
                  </a:lnTo>
                  <a:lnTo>
                    <a:pt x="925099" y="4917188"/>
                  </a:lnTo>
                  <a:lnTo>
                    <a:pt x="925193" y="4917188"/>
                  </a:lnTo>
                  <a:lnTo>
                    <a:pt x="925286" y="4917188"/>
                  </a:lnTo>
                  <a:lnTo>
                    <a:pt x="925379" y="4917188"/>
                  </a:lnTo>
                  <a:lnTo>
                    <a:pt x="925472" y="4917188"/>
                  </a:lnTo>
                  <a:lnTo>
                    <a:pt x="925566" y="4917188"/>
                  </a:lnTo>
                  <a:lnTo>
                    <a:pt x="925566" y="4907234"/>
                  </a:lnTo>
                  <a:lnTo>
                    <a:pt x="925659" y="4907234"/>
                  </a:lnTo>
                  <a:lnTo>
                    <a:pt x="925752" y="4907234"/>
                  </a:lnTo>
                  <a:lnTo>
                    <a:pt x="925845" y="4907234"/>
                  </a:lnTo>
                  <a:lnTo>
                    <a:pt x="925939" y="4907234"/>
                  </a:lnTo>
                  <a:lnTo>
                    <a:pt x="926032" y="4907234"/>
                  </a:lnTo>
                  <a:lnTo>
                    <a:pt x="926125" y="4907234"/>
                  </a:lnTo>
                  <a:lnTo>
                    <a:pt x="926218" y="4907234"/>
                  </a:lnTo>
                  <a:lnTo>
                    <a:pt x="926312" y="4907234"/>
                  </a:lnTo>
                  <a:lnTo>
                    <a:pt x="926405" y="4907234"/>
                  </a:lnTo>
                  <a:lnTo>
                    <a:pt x="926498" y="4907234"/>
                  </a:lnTo>
                  <a:lnTo>
                    <a:pt x="926591" y="4907234"/>
                  </a:lnTo>
                  <a:lnTo>
                    <a:pt x="926685" y="4907234"/>
                  </a:lnTo>
                  <a:lnTo>
                    <a:pt x="926778" y="4907234"/>
                  </a:lnTo>
                  <a:lnTo>
                    <a:pt x="926871" y="4907234"/>
                  </a:lnTo>
                  <a:lnTo>
                    <a:pt x="926964" y="4907234"/>
                  </a:lnTo>
                  <a:lnTo>
                    <a:pt x="927058" y="4907234"/>
                  </a:lnTo>
                  <a:lnTo>
                    <a:pt x="927151" y="4907234"/>
                  </a:lnTo>
                  <a:lnTo>
                    <a:pt x="927244" y="4907234"/>
                  </a:lnTo>
                  <a:lnTo>
                    <a:pt x="927337" y="4907234"/>
                  </a:lnTo>
                  <a:lnTo>
                    <a:pt x="927431" y="4907234"/>
                  </a:lnTo>
                  <a:lnTo>
                    <a:pt x="927524" y="4907234"/>
                  </a:lnTo>
                  <a:lnTo>
                    <a:pt x="927617" y="4907234"/>
                  </a:lnTo>
                  <a:lnTo>
                    <a:pt x="927710" y="4907234"/>
                  </a:lnTo>
                  <a:lnTo>
                    <a:pt x="927804" y="4907234"/>
                  </a:lnTo>
                  <a:lnTo>
                    <a:pt x="927897" y="4907234"/>
                  </a:lnTo>
                  <a:lnTo>
                    <a:pt x="927990" y="4907234"/>
                  </a:lnTo>
                  <a:lnTo>
                    <a:pt x="928083" y="4907234"/>
                  </a:lnTo>
                  <a:lnTo>
                    <a:pt x="928177" y="4907234"/>
                  </a:lnTo>
                  <a:lnTo>
                    <a:pt x="928270" y="4907234"/>
                  </a:lnTo>
                  <a:lnTo>
                    <a:pt x="928363" y="4907234"/>
                  </a:lnTo>
                  <a:lnTo>
                    <a:pt x="928456" y="4907234"/>
                  </a:lnTo>
                  <a:lnTo>
                    <a:pt x="928550" y="4907234"/>
                  </a:lnTo>
                  <a:lnTo>
                    <a:pt x="928643" y="4907234"/>
                  </a:lnTo>
                  <a:lnTo>
                    <a:pt x="928736" y="4907234"/>
                  </a:lnTo>
                  <a:lnTo>
                    <a:pt x="928829" y="4907234"/>
                  </a:lnTo>
                  <a:lnTo>
                    <a:pt x="928923" y="4907234"/>
                  </a:lnTo>
                  <a:lnTo>
                    <a:pt x="929016" y="4907234"/>
                  </a:lnTo>
                  <a:lnTo>
                    <a:pt x="929109" y="4907234"/>
                  </a:lnTo>
                  <a:lnTo>
                    <a:pt x="929202" y="4907234"/>
                  </a:lnTo>
                  <a:lnTo>
                    <a:pt x="929296" y="4907234"/>
                  </a:lnTo>
                  <a:lnTo>
                    <a:pt x="929389" y="4907234"/>
                  </a:lnTo>
                  <a:lnTo>
                    <a:pt x="929482" y="4907234"/>
                  </a:lnTo>
                  <a:lnTo>
                    <a:pt x="929575" y="4907234"/>
                  </a:lnTo>
                  <a:lnTo>
                    <a:pt x="929668" y="4907234"/>
                  </a:lnTo>
                  <a:lnTo>
                    <a:pt x="929762" y="4907234"/>
                  </a:lnTo>
                  <a:lnTo>
                    <a:pt x="929855" y="4907234"/>
                  </a:lnTo>
                  <a:lnTo>
                    <a:pt x="929948" y="4907234"/>
                  </a:lnTo>
                  <a:lnTo>
                    <a:pt x="930041" y="4907234"/>
                  </a:lnTo>
                  <a:lnTo>
                    <a:pt x="930135" y="4907234"/>
                  </a:lnTo>
                  <a:lnTo>
                    <a:pt x="930228" y="4907234"/>
                  </a:lnTo>
                  <a:lnTo>
                    <a:pt x="930321" y="4907234"/>
                  </a:lnTo>
                  <a:lnTo>
                    <a:pt x="930414" y="4907234"/>
                  </a:lnTo>
                  <a:lnTo>
                    <a:pt x="930508" y="4907234"/>
                  </a:lnTo>
                  <a:lnTo>
                    <a:pt x="930601" y="4907234"/>
                  </a:lnTo>
                  <a:lnTo>
                    <a:pt x="930694" y="4907234"/>
                  </a:lnTo>
                  <a:lnTo>
                    <a:pt x="930787" y="4907234"/>
                  </a:lnTo>
                  <a:lnTo>
                    <a:pt x="930881" y="4907234"/>
                  </a:lnTo>
                  <a:lnTo>
                    <a:pt x="930974" y="4907234"/>
                  </a:lnTo>
                  <a:lnTo>
                    <a:pt x="931067" y="4907234"/>
                  </a:lnTo>
                  <a:lnTo>
                    <a:pt x="931160" y="4907234"/>
                  </a:lnTo>
                  <a:lnTo>
                    <a:pt x="931254" y="4907234"/>
                  </a:lnTo>
                  <a:lnTo>
                    <a:pt x="931347" y="4907234"/>
                  </a:lnTo>
                  <a:lnTo>
                    <a:pt x="931440" y="4907234"/>
                  </a:lnTo>
                  <a:lnTo>
                    <a:pt x="931533" y="4907234"/>
                  </a:lnTo>
                  <a:lnTo>
                    <a:pt x="931627" y="4907234"/>
                  </a:lnTo>
                  <a:lnTo>
                    <a:pt x="931720" y="4907234"/>
                  </a:lnTo>
                  <a:lnTo>
                    <a:pt x="931813" y="4907234"/>
                  </a:lnTo>
                  <a:lnTo>
                    <a:pt x="931906" y="4907234"/>
                  </a:lnTo>
                  <a:lnTo>
                    <a:pt x="932000" y="4907234"/>
                  </a:lnTo>
                  <a:lnTo>
                    <a:pt x="932093" y="4907234"/>
                  </a:lnTo>
                  <a:lnTo>
                    <a:pt x="932186" y="4907234"/>
                  </a:lnTo>
                  <a:lnTo>
                    <a:pt x="932279" y="4907234"/>
                  </a:lnTo>
                  <a:lnTo>
                    <a:pt x="932373" y="4907234"/>
                  </a:lnTo>
                  <a:lnTo>
                    <a:pt x="932466" y="4907234"/>
                  </a:lnTo>
                  <a:lnTo>
                    <a:pt x="932559" y="4907234"/>
                  </a:lnTo>
                  <a:lnTo>
                    <a:pt x="932652" y="4907234"/>
                  </a:lnTo>
                  <a:lnTo>
                    <a:pt x="932746" y="4907234"/>
                  </a:lnTo>
                  <a:lnTo>
                    <a:pt x="932839" y="4907234"/>
                  </a:lnTo>
                  <a:lnTo>
                    <a:pt x="932932" y="4907234"/>
                  </a:lnTo>
                  <a:lnTo>
                    <a:pt x="933025" y="4907234"/>
                  </a:lnTo>
                  <a:lnTo>
                    <a:pt x="933119" y="4907234"/>
                  </a:lnTo>
                  <a:lnTo>
                    <a:pt x="933212" y="4907234"/>
                  </a:lnTo>
                  <a:lnTo>
                    <a:pt x="933305" y="4907234"/>
                  </a:lnTo>
                  <a:lnTo>
                    <a:pt x="933398" y="4907234"/>
                  </a:lnTo>
                  <a:lnTo>
                    <a:pt x="933492" y="4907234"/>
                  </a:lnTo>
                  <a:lnTo>
                    <a:pt x="933585" y="4907234"/>
                  </a:lnTo>
                  <a:lnTo>
                    <a:pt x="933678" y="4907234"/>
                  </a:lnTo>
                  <a:lnTo>
                    <a:pt x="933771" y="4907234"/>
                  </a:lnTo>
                  <a:lnTo>
                    <a:pt x="933865" y="4907234"/>
                  </a:lnTo>
                  <a:lnTo>
                    <a:pt x="933958" y="4907234"/>
                  </a:lnTo>
                  <a:lnTo>
                    <a:pt x="934051" y="4907234"/>
                  </a:lnTo>
                  <a:lnTo>
                    <a:pt x="934144" y="4907234"/>
                  </a:lnTo>
                  <a:lnTo>
                    <a:pt x="934238" y="4907234"/>
                  </a:lnTo>
                  <a:lnTo>
                    <a:pt x="934331" y="4907234"/>
                  </a:lnTo>
                  <a:lnTo>
                    <a:pt x="934424" y="4907234"/>
                  </a:lnTo>
                  <a:lnTo>
                    <a:pt x="934517" y="4907234"/>
                  </a:lnTo>
                  <a:lnTo>
                    <a:pt x="934611" y="4907234"/>
                  </a:lnTo>
                  <a:lnTo>
                    <a:pt x="934704" y="4907234"/>
                  </a:lnTo>
                  <a:lnTo>
                    <a:pt x="934797" y="4907234"/>
                  </a:lnTo>
                  <a:lnTo>
                    <a:pt x="934890" y="4907234"/>
                  </a:lnTo>
                  <a:lnTo>
                    <a:pt x="934984" y="4907234"/>
                  </a:lnTo>
                  <a:lnTo>
                    <a:pt x="935077" y="4907234"/>
                  </a:lnTo>
                  <a:lnTo>
                    <a:pt x="935170" y="4907234"/>
                  </a:lnTo>
                  <a:lnTo>
                    <a:pt x="935263" y="4907234"/>
                  </a:lnTo>
                  <a:lnTo>
                    <a:pt x="935357" y="4907234"/>
                  </a:lnTo>
                  <a:lnTo>
                    <a:pt x="935450" y="4907234"/>
                  </a:lnTo>
                  <a:lnTo>
                    <a:pt x="935543" y="4907234"/>
                  </a:lnTo>
                  <a:lnTo>
                    <a:pt x="935636" y="4907234"/>
                  </a:lnTo>
                  <a:lnTo>
                    <a:pt x="935730" y="4907234"/>
                  </a:lnTo>
                  <a:lnTo>
                    <a:pt x="935823" y="4907234"/>
                  </a:lnTo>
                  <a:lnTo>
                    <a:pt x="935916" y="4907234"/>
                  </a:lnTo>
                  <a:lnTo>
                    <a:pt x="936009" y="4907234"/>
                  </a:lnTo>
                  <a:lnTo>
                    <a:pt x="936103" y="4907234"/>
                  </a:lnTo>
                  <a:lnTo>
                    <a:pt x="936196" y="4907234"/>
                  </a:lnTo>
                  <a:lnTo>
                    <a:pt x="936289" y="4907234"/>
                  </a:lnTo>
                  <a:lnTo>
                    <a:pt x="936382" y="4907234"/>
                  </a:lnTo>
                  <a:lnTo>
                    <a:pt x="936476" y="4907234"/>
                  </a:lnTo>
                  <a:lnTo>
                    <a:pt x="936569" y="4907234"/>
                  </a:lnTo>
                  <a:lnTo>
                    <a:pt x="936662" y="4907234"/>
                  </a:lnTo>
                  <a:lnTo>
                    <a:pt x="936755" y="4907234"/>
                  </a:lnTo>
                  <a:lnTo>
                    <a:pt x="936848" y="4907234"/>
                  </a:lnTo>
                  <a:lnTo>
                    <a:pt x="936942" y="4907234"/>
                  </a:lnTo>
                  <a:lnTo>
                    <a:pt x="936942" y="4897280"/>
                  </a:lnTo>
                  <a:lnTo>
                    <a:pt x="937035" y="4897280"/>
                  </a:lnTo>
                  <a:lnTo>
                    <a:pt x="937128" y="4897280"/>
                  </a:lnTo>
                  <a:lnTo>
                    <a:pt x="937221" y="4897280"/>
                  </a:lnTo>
                  <a:lnTo>
                    <a:pt x="937315" y="4897280"/>
                  </a:lnTo>
                  <a:lnTo>
                    <a:pt x="937408" y="4897280"/>
                  </a:lnTo>
                  <a:lnTo>
                    <a:pt x="937501" y="4897280"/>
                  </a:lnTo>
                  <a:lnTo>
                    <a:pt x="937501" y="4887326"/>
                  </a:lnTo>
                  <a:lnTo>
                    <a:pt x="937594" y="4887326"/>
                  </a:lnTo>
                  <a:lnTo>
                    <a:pt x="937688" y="4887326"/>
                  </a:lnTo>
                  <a:lnTo>
                    <a:pt x="937781" y="4887326"/>
                  </a:lnTo>
                  <a:lnTo>
                    <a:pt x="937874" y="4887326"/>
                  </a:lnTo>
                  <a:lnTo>
                    <a:pt x="937967" y="4887326"/>
                  </a:lnTo>
                  <a:lnTo>
                    <a:pt x="938061" y="4887326"/>
                  </a:lnTo>
                  <a:lnTo>
                    <a:pt x="938154" y="4887326"/>
                  </a:lnTo>
                  <a:lnTo>
                    <a:pt x="938247" y="4887326"/>
                  </a:lnTo>
                  <a:lnTo>
                    <a:pt x="938340" y="4887326"/>
                  </a:lnTo>
                  <a:lnTo>
                    <a:pt x="938434" y="4887326"/>
                  </a:lnTo>
                  <a:lnTo>
                    <a:pt x="938527" y="4887326"/>
                  </a:lnTo>
                  <a:lnTo>
                    <a:pt x="938620" y="4887326"/>
                  </a:lnTo>
                  <a:lnTo>
                    <a:pt x="938713" y="4887326"/>
                  </a:lnTo>
                  <a:lnTo>
                    <a:pt x="938807" y="4887326"/>
                  </a:lnTo>
                  <a:lnTo>
                    <a:pt x="938900" y="4887326"/>
                  </a:lnTo>
                  <a:lnTo>
                    <a:pt x="938993" y="4887326"/>
                  </a:lnTo>
                  <a:lnTo>
                    <a:pt x="939086" y="4887326"/>
                  </a:lnTo>
                  <a:lnTo>
                    <a:pt x="939180" y="4887326"/>
                  </a:lnTo>
                  <a:lnTo>
                    <a:pt x="939273" y="4887326"/>
                  </a:lnTo>
                  <a:lnTo>
                    <a:pt x="939366" y="4887326"/>
                  </a:lnTo>
                  <a:lnTo>
                    <a:pt x="939459" y="4887326"/>
                  </a:lnTo>
                  <a:lnTo>
                    <a:pt x="939553" y="4887326"/>
                  </a:lnTo>
                  <a:lnTo>
                    <a:pt x="939646" y="4887326"/>
                  </a:lnTo>
                  <a:lnTo>
                    <a:pt x="939739" y="4887326"/>
                  </a:lnTo>
                  <a:lnTo>
                    <a:pt x="939832" y="4887326"/>
                  </a:lnTo>
                  <a:lnTo>
                    <a:pt x="939926" y="4887326"/>
                  </a:lnTo>
                  <a:lnTo>
                    <a:pt x="940019" y="4887326"/>
                  </a:lnTo>
                  <a:lnTo>
                    <a:pt x="940112" y="4887326"/>
                  </a:lnTo>
                  <a:lnTo>
                    <a:pt x="940205" y="4887326"/>
                  </a:lnTo>
                  <a:lnTo>
                    <a:pt x="940299" y="4887326"/>
                  </a:lnTo>
                  <a:lnTo>
                    <a:pt x="940392" y="4887326"/>
                  </a:lnTo>
                  <a:lnTo>
                    <a:pt x="940485" y="4887326"/>
                  </a:lnTo>
                  <a:lnTo>
                    <a:pt x="940578" y="4887326"/>
                  </a:lnTo>
                  <a:lnTo>
                    <a:pt x="940672" y="4887326"/>
                  </a:lnTo>
                  <a:lnTo>
                    <a:pt x="940765" y="4887326"/>
                  </a:lnTo>
                  <a:lnTo>
                    <a:pt x="940858" y="4887326"/>
                  </a:lnTo>
                  <a:lnTo>
                    <a:pt x="940951" y="4887326"/>
                  </a:lnTo>
                  <a:lnTo>
                    <a:pt x="941045" y="4887326"/>
                  </a:lnTo>
                  <a:lnTo>
                    <a:pt x="941138" y="4887326"/>
                  </a:lnTo>
                  <a:lnTo>
                    <a:pt x="941231" y="4887326"/>
                  </a:lnTo>
                  <a:lnTo>
                    <a:pt x="941324" y="4887326"/>
                  </a:lnTo>
                  <a:lnTo>
                    <a:pt x="941418" y="4887326"/>
                  </a:lnTo>
                  <a:lnTo>
                    <a:pt x="941511" y="4887326"/>
                  </a:lnTo>
                  <a:lnTo>
                    <a:pt x="941604" y="4887326"/>
                  </a:lnTo>
                  <a:lnTo>
                    <a:pt x="941697" y="4887326"/>
                  </a:lnTo>
                  <a:lnTo>
                    <a:pt x="941791" y="4887326"/>
                  </a:lnTo>
                  <a:lnTo>
                    <a:pt x="941884" y="4887326"/>
                  </a:lnTo>
                  <a:lnTo>
                    <a:pt x="941977" y="4887326"/>
                  </a:lnTo>
                  <a:lnTo>
                    <a:pt x="942070" y="4887326"/>
                  </a:lnTo>
                  <a:lnTo>
                    <a:pt x="942164" y="4887326"/>
                  </a:lnTo>
                  <a:lnTo>
                    <a:pt x="942257" y="4887326"/>
                  </a:lnTo>
                  <a:lnTo>
                    <a:pt x="942350" y="4887326"/>
                  </a:lnTo>
                  <a:lnTo>
                    <a:pt x="942443" y="4887326"/>
                  </a:lnTo>
                  <a:lnTo>
                    <a:pt x="942537" y="4887326"/>
                  </a:lnTo>
                  <a:lnTo>
                    <a:pt x="942630" y="4887326"/>
                  </a:lnTo>
                  <a:lnTo>
                    <a:pt x="942723" y="4887326"/>
                  </a:lnTo>
                  <a:lnTo>
                    <a:pt x="942816" y="4887326"/>
                  </a:lnTo>
                  <a:lnTo>
                    <a:pt x="942910" y="4887326"/>
                  </a:lnTo>
                  <a:lnTo>
                    <a:pt x="943003" y="4887326"/>
                  </a:lnTo>
                  <a:lnTo>
                    <a:pt x="943096" y="4887326"/>
                  </a:lnTo>
                  <a:lnTo>
                    <a:pt x="943189" y="4887326"/>
                  </a:lnTo>
                  <a:lnTo>
                    <a:pt x="943283" y="4887326"/>
                  </a:lnTo>
                  <a:lnTo>
                    <a:pt x="943376" y="4887326"/>
                  </a:lnTo>
                  <a:lnTo>
                    <a:pt x="943469" y="4887326"/>
                  </a:lnTo>
                  <a:lnTo>
                    <a:pt x="943562" y="4887326"/>
                  </a:lnTo>
                  <a:lnTo>
                    <a:pt x="943655" y="4887326"/>
                  </a:lnTo>
                  <a:lnTo>
                    <a:pt x="943749" y="4887326"/>
                  </a:lnTo>
                  <a:lnTo>
                    <a:pt x="943842" y="4887326"/>
                  </a:lnTo>
                  <a:lnTo>
                    <a:pt x="943935" y="4887326"/>
                  </a:lnTo>
                  <a:lnTo>
                    <a:pt x="944028" y="4887326"/>
                  </a:lnTo>
                  <a:lnTo>
                    <a:pt x="944122" y="4887326"/>
                  </a:lnTo>
                  <a:lnTo>
                    <a:pt x="944215" y="4887326"/>
                  </a:lnTo>
                  <a:lnTo>
                    <a:pt x="944308" y="4887326"/>
                  </a:lnTo>
                  <a:lnTo>
                    <a:pt x="944401" y="4887326"/>
                  </a:lnTo>
                  <a:lnTo>
                    <a:pt x="944495" y="4887326"/>
                  </a:lnTo>
                  <a:lnTo>
                    <a:pt x="944588" y="4887326"/>
                  </a:lnTo>
                  <a:lnTo>
                    <a:pt x="944681" y="4887326"/>
                  </a:lnTo>
                  <a:lnTo>
                    <a:pt x="944774" y="4887326"/>
                  </a:lnTo>
                  <a:lnTo>
                    <a:pt x="944868" y="4887326"/>
                  </a:lnTo>
                  <a:lnTo>
                    <a:pt x="944961" y="4887326"/>
                  </a:lnTo>
                  <a:lnTo>
                    <a:pt x="945054" y="4887326"/>
                  </a:lnTo>
                  <a:lnTo>
                    <a:pt x="945147" y="4887326"/>
                  </a:lnTo>
                  <a:lnTo>
                    <a:pt x="945241" y="4887326"/>
                  </a:lnTo>
                  <a:lnTo>
                    <a:pt x="945334" y="4887326"/>
                  </a:lnTo>
                  <a:lnTo>
                    <a:pt x="945427" y="4887326"/>
                  </a:lnTo>
                  <a:lnTo>
                    <a:pt x="945520" y="4887326"/>
                  </a:lnTo>
                  <a:lnTo>
                    <a:pt x="945614" y="4887326"/>
                  </a:lnTo>
                  <a:lnTo>
                    <a:pt x="945707" y="4887326"/>
                  </a:lnTo>
                  <a:lnTo>
                    <a:pt x="945800" y="4887326"/>
                  </a:lnTo>
                  <a:lnTo>
                    <a:pt x="945893" y="4887326"/>
                  </a:lnTo>
                  <a:lnTo>
                    <a:pt x="945987" y="4887326"/>
                  </a:lnTo>
                  <a:lnTo>
                    <a:pt x="946080" y="4887326"/>
                  </a:lnTo>
                  <a:lnTo>
                    <a:pt x="946173" y="4887326"/>
                  </a:lnTo>
                  <a:lnTo>
                    <a:pt x="946266" y="4887326"/>
                  </a:lnTo>
                  <a:lnTo>
                    <a:pt x="946360" y="4887326"/>
                  </a:lnTo>
                  <a:lnTo>
                    <a:pt x="946453" y="4887326"/>
                  </a:lnTo>
                  <a:lnTo>
                    <a:pt x="946546" y="4887326"/>
                  </a:lnTo>
                  <a:lnTo>
                    <a:pt x="946639" y="4887326"/>
                  </a:lnTo>
                  <a:lnTo>
                    <a:pt x="946733" y="4887326"/>
                  </a:lnTo>
                  <a:lnTo>
                    <a:pt x="946826" y="4887326"/>
                  </a:lnTo>
                  <a:lnTo>
                    <a:pt x="946919" y="4887326"/>
                  </a:lnTo>
                  <a:lnTo>
                    <a:pt x="947012" y="4887326"/>
                  </a:lnTo>
                  <a:lnTo>
                    <a:pt x="947106" y="4887326"/>
                  </a:lnTo>
                  <a:lnTo>
                    <a:pt x="947199" y="4887326"/>
                  </a:lnTo>
                  <a:lnTo>
                    <a:pt x="947292" y="4887326"/>
                  </a:lnTo>
                  <a:lnTo>
                    <a:pt x="947385" y="4887326"/>
                  </a:lnTo>
                  <a:lnTo>
                    <a:pt x="947479" y="4887326"/>
                  </a:lnTo>
                  <a:lnTo>
                    <a:pt x="947572" y="4887326"/>
                  </a:lnTo>
                  <a:lnTo>
                    <a:pt x="947665" y="4887326"/>
                  </a:lnTo>
                  <a:lnTo>
                    <a:pt x="947758" y="4887326"/>
                  </a:lnTo>
                  <a:lnTo>
                    <a:pt x="947852" y="4887326"/>
                  </a:lnTo>
                  <a:lnTo>
                    <a:pt x="947945" y="4887326"/>
                  </a:lnTo>
                  <a:lnTo>
                    <a:pt x="948038" y="4887326"/>
                  </a:lnTo>
                  <a:lnTo>
                    <a:pt x="948131" y="4887326"/>
                  </a:lnTo>
                  <a:lnTo>
                    <a:pt x="948225" y="4887326"/>
                  </a:lnTo>
                  <a:lnTo>
                    <a:pt x="948318" y="4887326"/>
                  </a:lnTo>
                  <a:lnTo>
                    <a:pt x="948411" y="4887326"/>
                  </a:lnTo>
                  <a:lnTo>
                    <a:pt x="948504" y="4887326"/>
                  </a:lnTo>
                  <a:lnTo>
                    <a:pt x="948598" y="4887326"/>
                  </a:lnTo>
                  <a:lnTo>
                    <a:pt x="948691" y="4887326"/>
                  </a:lnTo>
                  <a:lnTo>
                    <a:pt x="948784" y="4887326"/>
                  </a:lnTo>
                  <a:lnTo>
                    <a:pt x="948877" y="4887326"/>
                  </a:lnTo>
                  <a:lnTo>
                    <a:pt x="948971" y="4887326"/>
                  </a:lnTo>
                  <a:lnTo>
                    <a:pt x="949064" y="4887326"/>
                  </a:lnTo>
                  <a:lnTo>
                    <a:pt x="949157" y="4887326"/>
                  </a:lnTo>
                  <a:lnTo>
                    <a:pt x="949250" y="4887326"/>
                  </a:lnTo>
                  <a:lnTo>
                    <a:pt x="949344" y="4887326"/>
                  </a:lnTo>
                  <a:lnTo>
                    <a:pt x="949437" y="4887326"/>
                  </a:lnTo>
                  <a:lnTo>
                    <a:pt x="949530" y="4887326"/>
                  </a:lnTo>
                  <a:lnTo>
                    <a:pt x="949623" y="4887326"/>
                  </a:lnTo>
                  <a:lnTo>
                    <a:pt x="949717" y="4887326"/>
                  </a:lnTo>
                  <a:lnTo>
                    <a:pt x="949810" y="4887326"/>
                  </a:lnTo>
                  <a:lnTo>
                    <a:pt x="949903" y="4887326"/>
                  </a:lnTo>
                  <a:lnTo>
                    <a:pt x="949996" y="4887326"/>
                  </a:lnTo>
                  <a:lnTo>
                    <a:pt x="950090" y="4887326"/>
                  </a:lnTo>
                  <a:lnTo>
                    <a:pt x="950183" y="4887326"/>
                  </a:lnTo>
                  <a:lnTo>
                    <a:pt x="950276" y="4887326"/>
                  </a:lnTo>
                  <a:lnTo>
                    <a:pt x="950369" y="4887326"/>
                  </a:lnTo>
                  <a:lnTo>
                    <a:pt x="950463" y="4887326"/>
                  </a:lnTo>
                  <a:lnTo>
                    <a:pt x="950556" y="4887326"/>
                  </a:lnTo>
                  <a:lnTo>
                    <a:pt x="950649" y="4887326"/>
                  </a:lnTo>
                  <a:lnTo>
                    <a:pt x="950742" y="4887326"/>
                  </a:lnTo>
                  <a:lnTo>
                    <a:pt x="950835" y="4887326"/>
                  </a:lnTo>
                  <a:lnTo>
                    <a:pt x="950929" y="4887326"/>
                  </a:lnTo>
                  <a:lnTo>
                    <a:pt x="951022" y="4887326"/>
                  </a:lnTo>
                  <a:lnTo>
                    <a:pt x="951115" y="4887326"/>
                  </a:lnTo>
                  <a:lnTo>
                    <a:pt x="951208" y="4887326"/>
                  </a:lnTo>
                  <a:lnTo>
                    <a:pt x="951302" y="4887326"/>
                  </a:lnTo>
                  <a:lnTo>
                    <a:pt x="951395" y="4887326"/>
                  </a:lnTo>
                  <a:lnTo>
                    <a:pt x="951488" y="4887326"/>
                  </a:lnTo>
                  <a:lnTo>
                    <a:pt x="951581" y="4887326"/>
                  </a:lnTo>
                  <a:lnTo>
                    <a:pt x="951675" y="4887326"/>
                  </a:lnTo>
                  <a:lnTo>
                    <a:pt x="951768" y="4887326"/>
                  </a:lnTo>
                  <a:lnTo>
                    <a:pt x="951861" y="4887326"/>
                  </a:lnTo>
                  <a:lnTo>
                    <a:pt x="951954" y="4887326"/>
                  </a:lnTo>
                  <a:lnTo>
                    <a:pt x="952048" y="4887326"/>
                  </a:lnTo>
                  <a:lnTo>
                    <a:pt x="952141" y="4887326"/>
                  </a:lnTo>
                  <a:lnTo>
                    <a:pt x="952234" y="4887326"/>
                  </a:lnTo>
                  <a:lnTo>
                    <a:pt x="952327" y="4887326"/>
                  </a:lnTo>
                  <a:lnTo>
                    <a:pt x="952421" y="4887326"/>
                  </a:lnTo>
                  <a:lnTo>
                    <a:pt x="952514" y="4887326"/>
                  </a:lnTo>
                  <a:lnTo>
                    <a:pt x="952607" y="4887326"/>
                  </a:lnTo>
                  <a:lnTo>
                    <a:pt x="952700" y="4887326"/>
                  </a:lnTo>
                  <a:lnTo>
                    <a:pt x="952794" y="4887326"/>
                  </a:lnTo>
                  <a:lnTo>
                    <a:pt x="952887" y="4887326"/>
                  </a:lnTo>
                  <a:lnTo>
                    <a:pt x="952980" y="4887326"/>
                  </a:lnTo>
                  <a:lnTo>
                    <a:pt x="953073" y="4887326"/>
                  </a:lnTo>
                  <a:lnTo>
                    <a:pt x="953167" y="4887326"/>
                  </a:lnTo>
                  <a:lnTo>
                    <a:pt x="953260" y="4887326"/>
                  </a:lnTo>
                  <a:lnTo>
                    <a:pt x="953353" y="4887326"/>
                  </a:lnTo>
                  <a:lnTo>
                    <a:pt x="953446" y="4887326"/>
                  </a:lnTo>
                  <a:lnTo>
                    <a:pt x="953540" y="4887326"/>
                  </a:lnTo>
                  <a:lnTo>
                    <a:pt x="953633" y="4887326"/>
                  </a:lnTo>
                  <a:lnTo>
                    <a:pt x="953726" y="4887326"/>
                  </a:lnTo>
                  <a:lnTo>
                    <a:pt x="953819" y="4887326"/>
                  </a:lnTo>
                  <a:lnTo>
                    <a:pt x="953913" y="4887326"/>
                  </a:lnTo>
                  <a:lnTo>
                    <a:pt x="954006" y="4887326"/>
                  </a:lnTo>
                  <a:lnTo>
                    <a:pt x="954099" y="4887326"/>
                  </a:lnTo>
                  <a:lnTo>
                    <a:pt x="954192" y="4887326"/>
                  </a:lnTo>
                  <a:lnTo>
                    <a:pt x="954286" y="4887326"/>
                  </a:lnTo>
                  <a:lnTo>
                    <a:pt x="954379" y="4887326"/>
                  </a:lnTo>
                  <a:lnTo>
                    <a:pt x="954472" y="4887326"/>
                  </a:lnTo>
                  <a:lnTo>
                    <a:pt x="954565" y="4887326"/>
                  </a:lnTo>
                  <a:lnTo>
                    <a:pt x="954659" y="4887326"/>
                  </a:lnTo>
                  <a:lnTo>
                    <a:pt x="954752" y="4887326"/>
                  </a:lnTo>
                  <a:lnTo>
                    <a:pt x="954845" y="4887326"/>
                  </a:lnTo>
                  <a:lnTo>
                    <a:pt x="954938" y="4887326"/>
                  </a:lnTo>
                  <a:lnTo>
                    <a:pt x="955032" y="4887326"/>
                  </a:lnTo>
                  <a:lnTo>
                    <a:pt x="955125" y="4887326"/>
                  </a:lnTo>
                  <a:lnTo>
                    <a:pt x="955218" y="4887326"/>
                  </a:lnTo>
                  <a:lnTo>
                    <a:pt x="955311" y="4887326"/>
                  </a:lnTo>
                  <a:lnTo>
                    <a:pt x="955405" y="4887326"/>
                  </a:lnTo>
                  <a:lnTo>
                    <a:pt x="955498" y="4887326"/>
                  </a:lnTo>
                  <a:lnTo>
                    <a:pt x="955591" y="4887326"/>
                  </a:lnTo>
                  <a:lnTo>
                    <a:pt x="955684" y="4887326"/>
                  </a:lnTo>
                  <a:lnTo>
                    <a:pt x="955778" y="4887326"/>
                  </a:lnTo>
                  <a:lnTo>
                    <a:pt x="955871" y="4887326"/>
                  </a:lnTo>
                  <a:lnTo>
                    <a:pt x="955964" y="4887326"/>
                  </a:lnTo>
                  <a:lnTo>
                    <a:pt x="956057" y="4887326"/>
                  </a:lnTo>
                  <a:lnTo>
                    <a:pt x="956151" y="4887326"/>
                  </a:lnTo>
                  <a:lnTo>
                    <a:pt x="956244" y="4887326"/>
                  </a:lnTo>
                  <a:lnTo>
                    <a:pt x="956337" y="4887326"/>
                  </a:lnTo>
                  <a:lnTo>
                    <a:pt x="956430" y="4887326"/>
                  </a:lnTo>
                  <a:lnTo>
                    <a:pt x="956524" y="4887326"/>
                  </a:lnTo>
                  <a:lnTo>
                    <a:pt x="956617" y="4887326"/>
                  </a:lnTo>
                  <a:lnTo>
                    <a:pt x="956710" y="4887326"/>
                  </a:lnTo>
                  <a:lnTo>
                    <a:pt x="956803" y="4887326"/>
                  </a:lnTo>
                  <a:lnTo>
                    <a:pt x="956897" y="4887326"/>
                  </a:lnTo>
                  <a:lnTo>
                    <a:pt x="956990" y="4887326"/>
                  </a:lnTo>
                  <a:lnTo>
                    <a:pt x="957083" y="4887326"/>
                  </a:lnTo>
                  <a:lnTo>
                    <a:pt x="957176" y="4887326"/>
                  </a:lnTo>
                  <a:lnTo>
                    <a:pt x="957270" y="4887326"/>
                  </a:lnTo>
                  <a:lnTo>
                    <a:pt x="957363" y="4887326"/>
                  </a:lnTo>
                  <a:lnTo>
                    <a:pt x="957456" y="4887326"/>
                  </a:lnTo>
                  <a:lnTo>
                    <a:pt x="957549" y="4887326"/>
                  </a:lnTo>
                  <a:lnTo>
                    <a:pt x="957642" y="4887326"/>
                  </a:lnTo>
                  <a:lnTo>
                    <a:pt x="957736" y="4887326"/>
                  </a:lnTo>
                  <a:lnTo>
                    <a:pt x="957829" y="4887326"/>
                  </a:lnTo>
                  <a:lnTo>
                    <a:pt x="957922" y="4887326"/>
                  </a:lnTo>
                  <a:lnTo>
                    <a:pt x="958015" y="4887326"/>
                  </a:lnTo>
                  <a:lnTo>
                    <a:pt x="958109" y="4887326"/>
                  </a:lnTo>
                  <a:lnTo>
                    <a:pt x="958202" y="4887326"/>
                  </a:lnTo>
                  <a:lnTo>
                    <a:pt x="958295" y="4887326"/>
                  </a:lnTo>
                  <a:lnTo>
                    <a:pt x="958388" y="4887326"/>
                  </a:lnTo>
                  <a:lnTo>
                    <a:pt x="958482" y="4887326"/>
                  </a:lnTo>
                  <a:lnTo>
                    <a:pt x="958575" y="4887326"/>
                  </a:lnTo>
                  <a:lnTo>
                    <a:pt x="958668" y="4887326"/>
                  </a:lnTo>
                  <a:lnTo>
                    <a:pt x="958761" y="4887326"/>
                  </a:lnTo>
                  <a:lnTo>
                    <a:pt x="958855" y="4887326"/>
                  </a:lnTo>
                  <a:lnTo>
                    <a:pt x="958948" y="4887326"/>
                  </a:lnTo>
                  <a:lnTo>
                    <a:pt x="959041" y="4887326"/>
                  </a:lnTo>
                  <a:lnTo>
                    <a:pt x="959134" y="4887326"/>
                  </a:lnTo>
                  <a:lnTo>
                    <a:pt x="959228" y="4887326"/>
                  </a:lnTo>
                  <a:lnTo>
                    <a:pt x="959321" y="4887326"/>
                  </a:lnTo>
                  <a:lnTo>
                    <a:pt x="959414" y="4887326"/>
                  </a:lnTo>
                  <a:lnTo>
                    <a:pt x="959507" y="4887326"/>
                  </a:lnTo>
                  <a:lnTo>
                    <a:pt x="959601" y="4887326"/>
                  </a:lnTo>
                  <a:lnTo>
                    <a:pt x="959694" y="4887326"/>
                  </a:lnTo>
                  <a:lnTo>
                    <a:pt x="959787" y="4887326"/>
                  </a:lnTo>
                  <a:lnTo>
                    <a:pt x="959880" y="4887326"/>
                  </a:lnTo>
                  <a:lnTo>
                    <a:pt x="959974" y="4887326"/>
                  </a:lnTo>
                  <a:lnTo>
                    <a:pt x="960067" y="4887326"/>
                  </a:lnTo>
                  <a:lnTo>
                    <a:pt x="960160" y="4887326"/>
                  </a:lnTo>
                  <a:lnTo>
                    <a:pt x="960253" y="4887326"/>
                  </a:lnTo>
                  <a:lnTo>
                    <a:pt x="960347" y="4887326"/>
                  </a:lnTo>
                  <a:lnTo>
                    <a:pt x="960440" y="4887326"/>
                  </a:lnTo>
                  <a:lnTo>
                    <a:pt x="960533" y="4887326"/>
                  </a:lnTo>
                  <a:lnTo>
                    <a:pt x="960626" y="4887326"/>
                  </a:lnTo>
                  <a:lnTo>
                    <a:pt x="960720" y="4887326"/>
                  </a:lnTo>
                  <a:lnTo>
                    <a:pt x="960813" y="4887326"/>
                  </a:lnTo>
                  <a:lnTo>
                    <a:pt x="960906" y="4887326"/>
                  </a:lnTo>
                  <a:lnTo>
                    <a:pt x="960999" y="4887326"/>
                  </a:lnTo>
                  <a:lnTo>
                    <a:pt x="961093" y="4887326"/>
                  </a:lnTo>
                  <a:lnTo>
                    <a:pt x="961186" y="4887326"/>
                  </a:lnTo>
                  <a:lnTo>
                    <a:pt x="961279" y="4887326"/>
                  </a:lnTo>
                  <a:lnTo>
                    <a:pt x="961372" y="4887326"/>
                  </a:lnTo>
                  <a:lnTo>
                    <a:pt x="961466" y="4887326"/>
                  </a:lnTo>
                  <a:lnTo>
                    <a:pt x="961559" y="4887326"/>
                  </a:lnTo>
                  <a:lnTo>
                    <a:pt x="961652" y="4887326"/>
                  </a:lnTo>
                  <a:lnTo>
                    <a:pt x="961745" y="4887326"/>
                  </a:lnTo>
                  <a:lnTo>
                    <a:pt x="961839" y="4887326"/>
                  </a:lnTo>
                  <a:lnTo>
                    <a:pt x="961932" y="4887326"/>
                  </a:lnTo>
                  <a:lnTo>
                    <a:pt x="962025" y="4887326"/>
                  </a:lnTo>
                  <a:lnTo>
                    <a:pt x="962118" y="4887326"/>
                  </a:lnTo>
                  <a:lnTo>
                    <a:pt x="962212" y="4887326"/>
                  </a:lnTo>
                  <a:lnTo>
                    <a:pt x="962305" y="4887326"/>
                  </a:lnTo>
                  <a:lnTo>
                    <a:pt x="962398" y="4887326"/>
                  </a:lnTo>
                  <a:lnTo>
                    <a:pt x="962491" y="4887326"/>
                  </a:lnTo>
                  <a:lnTo>
                    <a:pt x="962585" y="4887326"/>
                  </a:lnTo>
                  <a:lnTo>
                    <a:pt x="962678" y="4887326"/>
                  </a:lnTo>
                  <a:lnTo>
                    <a:pt x="962771" y="4887326"/>
                  </a:lnTo>
                  <a:lnTo>
                    <a:pt x="962864" y="4887326"/>
                  </a:lnTo>
                  <a:lnTo>
                    <a:pt x="962958" y="4887326"/>
                  </a:lnTo>
                  <a:lnTo>
                    <a:pt x="963051" y="4887326"/>
                  </a:lnTo>
                  <a:lnTo>
                    <a:pt x="963144" y="4887326"/>
                  </a:lnTo>
                  <a:lnTo>
                    <a:pt x="963237" y="4887326"/>
                  </a:lnTo>
                  <a:lnTo>
                    <a:pt x="963331" y="4887326"/>
                  </a:lnTo>
                  <a:lnTo>
                    <a:pt x="963424" y="4887326"/>
                  </a:lnTo>
                  <a:lnTo>
                    <a:pt x="963517" y="4887326"/>
                  </a:lnTo>
                  <a:lnTo>
                    <a:pt x="963610" y="4887326"/>
                  </a:lnTo>
                  <a:lnTo>
                    <a:pt x="963704" y="4887326"/>
                  </a:lnTo>
                  <a:lnTo>
                    <a:pt x="963797" y="4887326"/>
                  </a:lnTo>
                  <a:lnTo>
                    <a:pt x="963890" y="4887326"/>
                  </a:lnTo>
                  <a:lnTo>
                    <a:pt x="963983" y="4887326"/>
                  </a:lnTo>
                  <a:lnTo>
                    <a:pt x="964077" y="4887326"/>
                  </a:lnTo>
                  <a:lnTo>
                    <a:pt x="964170" y="4887326"/>
                  </a:lnTo>
                  <a:lnTo>
                    <a:pt x="964263" y="4887326"/>
                  </a:lnTo>
                  <a:lnTo>
                    <a:pt x="964263" y="4877373"/>
                  </a:lnTo>
                  <a:lnTo>
                    <a:pt x="964356" y="4877373"/>
                  </a:lnTo>
                  <a:lnTo>
                    <a:pt x="964449" y="4877373"/>
                  </a:lnTo>
                  <a:lnTo>
                    <a:pt x="964449" y="4867419"/>
                  </a:lnTo>
                  <a:lnTo>
                    <a:pt x="964543" y="4867419"/>
                  </a:lnTo>
                  <a:lnTo>
                    <a:pt x="964636" y="4867419"/>
                  </a:lnTo>
                  <a:lnTo>
                    <a:pt x="964729" y="4867419"/>
                  </a:lnTo>
                  <a:lnTo>
                    <a:pt x="964822" y="4867419"/>
                  </a:lnTo>
                  <a:lnTo>
                    <a:pt x="964916" y="4867419"/>
                  </a:lnTo>
                  <a:lnTo>
                    <a:pt x="965009" y="4867419"/>
                  </a:lnTo>
                  <a:lnTo>
                    <a:pt x="965102" y="4867419"/>
                  </a:lnTo>
                  <a:lnTo>
                    <a:pt x="965195" y="4867419"/>
                  </a:lnTo>
                  <a:lnTo>
                    <a:pt x="965289" y="4867419"/>
                  </a:lnTo>
                  <a:lnTo>
                    <a:pt x="965382" y="4867419"/>
                  </a:lnTo>
                  <a:lnTo>
                    <a:pt x="965382" y="4857465"/>
                  </a:lnTo>
                  <a:lnTo>
                    <a:pt x="965475" y="4857465"/>
                  </a:lnTo>
                  <a:lnTo>
                    <a:pt x="965568" y="4857465"/>
                  </a:lnTo>
                  <a:lnTo>
                    <a:pt x="965662" y="4857465"/>
                  </a:lnTo>
                  <a:lnTo>
                    <a:pt x="965755" y="4857465"/>
                  </a:lnTo>
                  <a:lnTo>
                    <a:pt x="965848" y="4857465"/>
                  </a:lnTo>
                  <a:lnTo>
                    <a:pt x="965941" y="4857465"/>
                  </a:lnTo>
                  <a:lnTo>
                    <a:pt x="966035" y="4857465"/>
                  </a:lnTo>
                  <a:lnTo>
                    <a:pt x="966128" y="4857465"/>
                  </a:lnTo>
                  <a:lnTo>
                    <a:pt x="966221" y="4857465"/>
                  </a:lnTo>
                  <a:lnTo>
                    <a:pt x="966314" y="4857465"/>
                  </a:lnTo>
                  <a:lnTo>
                    <a:pt x="966408" y="4857465"/>
                  </a:lnTo>
                  <a:lnTo>
                    <a:pt x="966501" y="4857465"/>
                  </a:lnTo>
                  <a:lnTo>
                    <a:pt x="966594" y="4857465"/>
                  </a:lnTo>
                  <a:lnTo>
                    <a:pt x="966687" y="4857465"/>
                  </a:lnTo>
                  <a:lnTo>
                    <a:pt x="966781" y="4857465"/>
                  </a:lnTo>
                  <a:lnTo>
                    <a:pt x="966874" y="4857465"/>
                  </a:lnTo>
                  <a:lnTo>
                    <a:pt x="966967" y="4857465"/>
                  </a:lnTo>
                  <a:lnTo>
                    <a:pt x="967060" y="4857465"/>
                  </a:lnTo>
                  <a:lnTo>
                    <a:pt x="967154" y="4857465"/>
                  </a:lnTo>
                  <a:lnTo>
                    <a:pt x="967247" y="4857465"/>
                  </a:lnTo>
                  <a:lnTo>
                    <a:pt x="967340" y="4857465"/>
                  </a:lnTo>
                  <a:lnTo>
                    <a:pt x="967433" y="4857465"/>
                  </a:lnTo>
                  <a:lnTo>
                    <a:pt x="967433" y="4847511"/>
                  </a:lnTo>
                  <a:lnTo>
                    <a:pt x="967527" y="4847511"/>
                  </a:lnTo>
                  <a:lnTo>
                    <a:pt x="967620" y="4847511"/>
                  </a:lnTo>
                  <a:lnTo>
                    <a:pt x="967713" y="4847511"/>
                  </a:lnTo>
                  <a:lnTo>
                    <a:pt x="967806" y="4847511"/>
                  </a:lnTo>
                  <a:lnTo>
                    <a:pt x="967900" y="4847511"/>
                  </a:lnTo>
                  <a:lnTo>
                    <a:pt x="967993" y="4847511"/>
                  </a:lnTo>
                  <a:lnTo>
                    <a:pt x="968086" y="4847511"/>
                  </a:lnTo>
                  <a:lnTo>
                    <a:pt x="968179" y="4847511"/>
                  </a:lnTo>
                  <a:lnTo>
                    <a:pt x="968273" y="4847511"/>
                  </a:lnTo>
                  <a:lnTo>
                    <a:pt x="968366" y="4847511"/>
                  </a:lnTo>
                  <a:lnTo>
                    <a:pt x="968459" y="4847511"/>
                  </a:lnTo>
                  <a:lnTo>
                    <a:pt x="968552" y="4847511"/>
                  </a:lnTo>
                  <a:lnTo>
                    <a:pt x="968646" y="4847511"/>
                  </a:lnTo>
                  <a:lnTo>
                    <a:pt x="968739" y="4847511"/>
                  </a:lnTo>
                  <a:lnTo>
                    <a:pt x="968832" y="4847511"/>
                  </a:lnTo>
                  <a:lnTo>
                    <a:pt x="968925" y="4847511"/>
                  </a:lnTo>
                  <a:lnTo>
                    <a:pt x="969019" y="4847511"/>
                  </a:lnTo>
                  <a:lnTo>
                    <a:pt x="969112" y="4847511"/>
                  </a:lnTo>
                  <a:lnTo>
                    <a:pt x="969205" y="4847511"/>
                  </a:lnTo>
                  <a:lnTo>
                    <a:pt x="969298" y="4847511"/>
                  </a:lnTo>
                  <a:lnTo>
                    <a:pt x="969392" y="4847511"/>
                  </a:lnTo>
                  <a:lnTo>
                    <a:pt x="969485" y="4847511"/>
                  </a:lnTo>
                  <a:lnTo>
                    <a:pt x="969578" y="4847511"/>
                  </a:lnTo>
                  <a:lnTo>
                    <a:pt x="969671" y="4847511"/>
                  </a:lnTo>
                  <a:lnTo>
                    <a:pt x="969765" y="4847511"/>
                  </a:lnTo>
                  <a:lnTo>
                    <a:pt x="969858" y="4847511"/>
                  </a:lnTo>
                  <a:lnTo>
                    <a:pt x="969951" y="4847511"/>
                  </a:lnTo>
                  <a:lnTo>
                    <a:pt x="970044" y="4847511"/>
                  </a:lnTo>
                  <a:lnTo>
                    <a:pt x="970138" y="4847511"/>
                  </a:lnTo>
                  <a:lnTo>
                    <a:pt x="970231" y="4847511"/>
                  </a:lnTo>
                  <a:lnTo>
                    <a:pt x="970324" y="4847511"/>
                  </a:lnTo>
                  <a:lnTo>
                    <a:pt x="970417" y="4847511"/>
                  </a:lnTo>
                  <a:lnTo>
                    <a:pt x="970511" y="4847511"/>
                  </a:lnTo>
                  <a:lnTo>
                    <a:pt x="970604" y="4847511"/>
                  </a:lnTo>
                  <a:lnTo>
                    <a:pt x="970697" y="4847511"/>
                  </a:lnTo>
                  <a:lnTo>
                    <a:pt x="970790" y="4847511"/>
                  </a:lnTo>
                  <a:lnTo>
                    <a:pt x="970884" y="4847511"/>
                  </a:lnTo>
                  <a:lnTo>
                    <a:pt x="970977" y="4847511"/>
                  </a:lnTo>
                  <a:lnTo>
                    <a:pt x="971070" y="4847511"/>
                  </a:lnTo>
                  <a:lnTo>
                    <a:pt x="971163" y="4847511"/>
                  </a:lnTo>
                  <a:lnTo>
                    <a:pt x="971257" y="4847511"/>
                  </a:lnTo>
                  <a:lnTo>
                    <a:pt x="971350" y="4847511"/>
                  </a:lnTo>
                  <a:lnTo>
                    <a:pt x="971443" y="4847511"/>
                  </a:lnTo>
                  <a:lnTo>
                    <a:pt x="971536" y="4847511"/>
                  </a:lnTo>
                  <a:lnTo>
                    <a:pt x="971629" y="4847511"/>
                  </a:lnTo>
                  <a:lnTo>
                    <a:pt x="971723" y="4847511"/>
                  </a:lnTo>
                  <a:lnTo>
                    <a:pt x="971816" y="4847511"/>
                  </a:lnTo>
                  <a:lnTo>
                    <a:pt x="971909" y="4847511"/>
                  </a:lnTo>
                  <a:lnTo>
                    <a:pt x="972002" y="4847511"/>
                  </a:lnTo>
                  <a:lnTo>
                    <a:pt x="972096" y="4847511"/>
                  </a:lnTo>
                  <a:lnTo>
                    <a:pt x="972189" y="4847511"/>
                  </a:lnTo>
                  <a:lnTo>
                    <a:pt x="972282" y="4847511"/>
                  </a:lnTo>
                  <a:lnTo>
                    <a:pt x="972375" y="4847511"/>
                  </a:lnTo>
                  <a:lnTo>
                    <a:pt x="972469" y="4847511"/>
                  </a:lnTo>
                  <a:lnTo>
                    <a:pt x="972562" y="4847511"/>
                  </a:lnTo>
                  <a:lnTo>
                    <a:pt x="972655" y="4847511"/>
                  </a:lnTo>
                  <a:lnTo>
                    <a:pt x="972748" y="4847511"/>
                  </a:lnTo>
                  <a:lnTo>
                    <a:pt x="972842" y="4847511"/>
                  </a:lnTo>
                  <a:lnTo>
                    <a:pt x="972935" y="4847511"/>
                  </a:lnTo>
                  <a:lnTo>
                    <a:pt x="973028" y="4847511"/>
                  </a:lnTo>
                  <a:lnTo>
                    <a:pt x="973121" y="4847511"/>
                  </a:lnTo>
                  <a:lnTo>
                    <a:pt x="973215" y="4847511"/>
                  </a:lnTo>
                  <a:lnTo>
                    <a:pt x="973308" y="4847511"/>
                  </a:lnTo>
                  <a:lnTo>
                    <a:pt x="973401" y="4847511"/>
                  </a:lnTo>
                  <a:lnTo>
                    <a:pt x="973494" y="4847511"/>
                  </a:lnTo>
                  <a:lnTo>
                    <a:pt x="973588" y="4847511"/>
                  </a:lnTo>
                  <a:lnTo>
                    <a:pt x="973681" y="4847511"/>
                  </a:lnTo>
                  <a:lnTo>
                    <a:pt x="973774" y="4847511"/>
                  </a:lnTo>
                  <a:lnTo>
                    <a:pt x="973867" y="4847511"/>
                  </a:lnTo>
                  <a:lnTo>
                    <a:pt x="973961" y="4847511"/>
                  </a:lnTo>
                  <a:lnTo>
                    <a:pt x="974054" y="4847511"/>
                  </a:lnTo>
                  <a:lnTo>
                    <a:pt x="974147" y="4847511"/>
                  </a:lnTo>
                  <a:lnTo>
                    <a:pt x="974240" y="4847511"/>
                  </a:lnTo>
                  <a:lnTo>
                    <a:pt x="974334" y="4847511"/>
                  </a:lnTo>
                  <a:lnTo>
                    <a:pt x="974427" y="4847511"/>
                  </a:lnTo>
                  <a:lnTo>
                    <a:pt x="974520" y="4847511"/>
                  </a:lnTo>
                  <a:lnTo>
                    <a:pt x="974613" y="4847511"/>
                  </a:lnTo>
                  <a:lnTo>
                    <a:pt x="974707" y="4847511"/>
                  </a:lnTo>
                  <a:lnTo>
                    <a:pt x="974800" y="4847511"/>
                  </a:lnTo>
                  <a:lnTo>
                    <a:pt x="974893" y="4847511"/>
                  </a:lnTo>
                  <a:lnTo>
                    <a:pt x="974986" y="4847511"/>
                  </a:lnTo>
                  <a:lnTo>
                    <a:pt x="975080" y="4847511"/>
                  </a:lnTo>
                  <a:lnTo>
                    <a:pt x="975173" y="4847511"/>
                  </a:lnTo>
                  <a:lnTo>
                    <a:pt x="975266" y="4847511"/>
                  </a:lnTo>
                  <a:lnTo>
                    <a:pt x="975359" y="4847511"/>
                  </a:lnTo>
                  <a:lnTo>
                    <a:pt x="975359" y="4837557"/>
                  </a:lnTo>
                  <a:lnTo>
                    <a:pt x="975453" y="4837557"/>
                  </a:lnTo>
                  <a:lnTo>
                    <a:pt x="975546" y="4837557"/>
                  </a:lnTo>
                  <a:lnTo>
                    <a:pt x="975639" y="4837557"/>
                  </a:lnTo>
                  <a:lnTo>
                    <a:pt x="975732" y="4837557"/>
                  </a:lnTo>
                  <a:lnTo>
                    <a:pt x="975826" y="4837557"/>
                  </a:lnTo>
                  <a:lnTo>
                    <a:pt x="975919" y="4837557"/>
                  </a:lnTo>
                  <a:lnTo>
                    <a:pt x="976012" y="4837557"/>
                  </a:lnTo>
                  <a:lnTo>
                    <a:pt x="976105" y="4837557"/>
                  </a:lnTo>
                  <a:lnTo>
                    <a:pt x="976199" y="4837557"/>
                  </a:lnTo>
                  <a:lnTo>
                    <a:pt x="976292" y="4837557"/>
                  </a:lnTo>
                  <a:lnTo>
                    <a:pt x="976385" y="4837557"/>
                  </a:lnTo>
                  <a:lnTo>
                    <a:pt x="976478" y="4837557"/>
                  </a:lnTo>
                  <a:lnTo>
                    <a:pt x="976572" y="4837557"/>
                  </a:lnTo>
                  <a:lnTo>
                    <a:pt x="976665" y="4837557"/>
                  </a:lnTo>
                  <a:lnTo>
                    <a:pt x="976758" y="4837557"/>
                  </a:lnTo>
                  <a:lnTo>
                    <a:pt x="976851" y="4837557"/>
                  </a:lnTo>
                  <a:lnTo>
                    <a:pt x="976945" y="4837557"/>
                  </a:lnTo>
                  <a:lnTo>
                    <a:pt x="977038" y="4837557"/>
                  </a:lnTo>
                  <a:lnTo>
                    <a:pt x="977131" y="4837557"/>
                  </a:lnTo>
                  <a:lnTo>
                    <a:pt x="977224" y="4837557"/>
                  </a:lnTo>
                  <a:lnTo>
                    <a:pt x="977318" y="4837557"/>
                  </a:lnTo>
                  <a:lnTo>
                    <a:pt x="977411" y="4837557"/>
                  </a:lnTo>
                  <a:lnTo>
                    <a:pt x="977504" y="4837557"/>
                  </a:lnTo>
                  <a:lnTo>
                    <a:pt x="977597" y="4837557"/>
                  </a:lnTo>
                  <a:lnTo>
                    <a:pt x="977691" y="4837557"/>
                  </a:lnTo>
                  <a:lnTo>
                    <a:pt x="977784" y="4837557"/>
                  </a:lnTo>
                  <a:lnTo>
                    <a:pt x="977877" y="4837557"/>
                  </a:lnTo>
                  <a:lnTo>
                    <a:pt x="977970" y="4837557"/>
                  </a:lnTo>
                  <a:lnTo>
                    <a:pt x="978064" y="4837557"/>
                  </a:lnTo>
                  <a:lnTo>
                    <a:pt x="978157" y="4837557"/>
                  </a:lnTo>
                  <a:lnTo>
                    <a:pt x="978250" y="4837557"/>
                  </a:lnTo>
                  <a:lnTo>
                    <a:pt x="978343" y="4837557"/>
                  </a:lnTo>
                  <a:lnTo>
                    <a:pt x="978436" y="4837557"/>
                  </a:lnTo>
                  <a:lnTo>
                    <a:pt x="978530" y="4837557"/>
                  </a:lnTo>
                  <a:lnTo>
                    <a:pt x="978530" y="4827603"/>
                  </a:lnTo>
                  <a:lnTo>
                    <a:pt x="978623" y="4827603"/>
                  </a:lnTo>
                  <a:lnTo>
                    <a:pt x="978716" y="4827603"/>
                  </a:lnTo>
                  <a:lnTo>
                    <a:pt x="978809" y="4827603"/>
                  </a:lnTo>
                  <a:lnTo>
                    <a:pt x="978903" y="4827603"/>
                  </a:lnTo>
                  <a:lnTo>
                    <a:pt x="978996" y="4827603"/>
                  </a:lnTo>
                  <a:lnTo>
                    <a:pt x="979089" y="4827603"/>
                  </a:lnTo>
                  <a:lnTo>
                    <a:pt x="979182" y="4827603"/>
                  </a:lnTo>
                  <a:lnTo>
                    <a:pt x="979276" y="4827603"/>
                  </a:lnTo>
                  <a:lnTo>
                    <a:pt x="979369" y="4827603"/>
                  </a:lnTo>
                  <a:lnTo>
                    <a:pt x="979462" y="4827603"/>
                  </a:lnTo>
                  <a:lnTo>
                    <a:pt x="979555" y="4827603"/>
                  </a:lnTo>
                  <a:lnTo>
                    <a:pt x="979649" y="4827603"/>
                  </a:lnTo>
                  <a:lnTo>
                    <a:pt x="979649" y="4817650"/>
                  </a:lnTo>
                  <a:lnTo>
                    <a:pt x="979742" y="4817650"/>
                  </a:lnTo>
                  <a:lnTo>
                    <a:pt x="979835" y="4817650"/>
                  </a:lnTo>
                  <a:lnTo>
                    <a:pt x="979928" y="4817650"/>
                  </a:lnTo>
                  <a:lnTo>
                    <a:pt x="980022" y="4817650"/>
                  </a:lnTo>
                  <a:lnTo>
                    <a:pt x="980115" y="4817650"/>
                  </a:lnTo>
                  <a:lnTo>
                    <a:pt x="980208" y="4817650"/>
                  </a:lnTo>
                  <a:lnTo>
                    <a:pt x="980301" y="4817650"/>
                  </a:lnTo>
                  <a:lnTo>
                    <a:pt x="980395" y="4817650"/>
                  </a:lnTo>
                  <a:lnTo>
                    <a:pt x="980488" y="4817650"/>
                  </a:lnTo>
                  <a:lnTo>
                    <a:pt x="980581" y="4817650"/>
                  </a:lnTo>
                  <a:lnTo>
                    <a:pt x="980674" y="4817650"/>
                  </a:lnTo>
                  <a:lnTo>
                    <a:pt x="980768" y="4817650"/>
                  </a:lnTo>
                  <a:lnTo>
                    <a:pt x="980861" y="4817650"/>
                  </a:lnTo>
                  <a:lnTo>
                    <a:pt x="980954" y="4817650"/>
                  </a:lnTo>
                  <a:lnTo>
                    <a:pt x="981047" y="4817650"/>
                  </a:lnTo>
                  <a:lnTo>
                    <a:pt x="981141" y="4817650"/>
                  </a:lnTo>
                  <a:lnTo>
                    <a:pt x="981234" y="4817650"/>
                  </a:lnTo>
                  <a:lnTo>
                    <a:pt x="981327" y="4817650"/>
                  </a:lnTo>
                  <a:lnTo>
                    <a:pt x="981420" y="4817650"/>
                  </a:lnTo>
                  <a:lnTo>
                    <a:pt x="981514" y="4817650"/>
                  </a:lnTo>
                  <a:lnTo>
                    <a:pt x="981607" y="4817650"/>
                  </a:lnTo>
                  <a:lnTo>
                    <a:pt x="981700" y="4817650"/>
                  </a:lnTo>
                  <a:lnTo>
                    <a:pt x="981793" y="4817650"/>
                  </a:lnTo>
                  <a:lnTo>
                    <a:pt x="981887" y="4817650"/>
                  </a:lnTo>
                  <a:lnTo>
                    <a:pt x="981980" y="4817650"/>
                  </a:lnTo>
                  <a:lnTo>
                    <a:pt x="982073" y="4817650"/>
                  </a:lnTo>
                  <a:lnTo>
                    <a:pt x="982166" y="4817650"/>
                  </a:lnTo>
                  <a:lnTo>
                    <a:pt x="982260" y="4817650"/>
                  </a:lnTo>
                  <a:lnTo>
                    <a:pt x="982353" y="4817650"/>
                  </a:lnTo>
                  <a:lnTo>
                    <a:pt x="982446" y="4817650"/>
                  </a:lnTo>
                  <a:lnTo>
                    <a:pt x="982539" y="4817650"/>
                  </a:lnTo>
                  <a:lnTo>
                    <a:pt x="982633" y="4817650"/>
                  </a:lnTo>
                  <a:lnTo>
                    <a:pt x="982726" y="4817650"/>
                  </a:lnTo>
                  <a:lnTo>
                    <a:pt x="982819" y="4817650"/>
                  </a:lnTo>
                  <a:lnTo>
                    <a:pt x="982912" y="4817650"/>
                  </a:lnTo>
                  <a:lnTo>
                    <a:pt x="983006" y="4817650"/>
                  </a:lnTo>
                  <a:lnTo>
                    <a:pt x="983099" y="4817650"/>
                  </a:lnTo>
                  <a:lnTo>
                    <a:pt x="983192" y="4817650"/>
                  </a:lnTo>
                  <a:lnTo>
                    <a:pt x="983285" y="4817650"/>
                  </a:lnTo>
                  <a:lnTo>
                    <a:pt x="983379" y="4817650"/>
                  </a:lnTo>
                  <a:lnTo>
                    <a:pt x="983472" y="4817650"/>
                  </a:lnTo>
                  <a:lnTo>
                    <a:pt x="983565" y="4817650"/>
                  </a:lnTo>
                  <a:lnTo>
                    <a:pt x="983658" y="4817650"/>
                  </a:lnTo>
                  <a:lnTo>
                    <a:pt x="983752" y="4817650"/>
                  </a:lnTo>
                  <a:lnTo>
                    <a:pt x="983845" y="4817650"/>
                  </a:lnTo>
                  <a:lnTo>
                    <a:pt x="983845" y="4807696"/>
                  </a:lnTo>
                  <a:lnTo>
                    <a:pt x="983938" y="4807696"/>
                  </a:lnTo>
                  <a:lnTo>
                    <a:pt x="984031" y="4807696"/>
                  </a:lnTo>
                  <a:lnTo>
                    <a:pt x="984125" y="4807696"/>
                  </a:lnTo>
                  <a:lnTo>
                    <a:pt x="984218" y="4807696"/>
                  </a:lnTo>
                  <a:lnTo>
                    <a:pt x="984311" y="4807696"/>
                  </a:lnTo>
                  <a:lnTo>
                    <a:pt x="984404" y="4807696"/>
                  </a:lnTo>
                  <a:lnTo>
                    <a:pt x="984498" y="4807696"/>
                  </a:lnTo>
                  <a:lnTo>
                    <a:pt x="984591" y="4807696"/>
                  </a:lnTo>
                  <a:lnTo>
                    <a:pt x="984684" y="4807696"/>
                  </a:lnTo>
                  <a:lnTo>
                    <a:pt x="984777" y="4807696"/>
                  </a:lnTo>
                  <a:lnTo>
                    <a:pt x="984871" y="4807696"/>
                  </a:lnTo>
                  <a:lnTo>
                    <a:pt x="984964" y="4807696"/>
                  </a:lnTo>
                  <a:lnTo>
                    <a:pt x="985057" y="4807696"/>
                  </a:lnTo>
                  <a:lnTo>
                    <a:pt x="985150" y="4807696"/>
                  </a:lnTo>
                  <a:lnTo>
                    <a:pt x="985243" y="4807696"/>
                  </a:lnTo>
                  <a:lnTo>
                    <a:pt x="985337" y="4807696"/>
                  </a:lnTo>
                  <a:lnTo>
                    <a:pt x="985430" y="4807696"/>
                  </a:lnTo>
                  <a:lnTo>
                    <a:pt x="985523" y="4807696"/>
                  </a:lnTo>
                  <a:lnTo>
                    <a:pt x="985616" y="4807696"/>
                  </a:lnTo>
                  <a:lnTo>
                    <a:pt x="985710" y="4807696"/>
                  </a:lnTo>
                  <a:lnTo>
                    <a:pt x="985803" y="4807696"/>
                  </a:lnTo>
                  <a:lnTo>
                    <a:pt x="985896" y="4807696"/>
                  </a:lnTo>
                  <a:lnTo>
                    <a:pt x="985989" y="4807696"/>
                  </a:lnTo>
                  <a:lnTo>
                    <a:pt x="986083" y="4807696"/>
                  </a:lnTo>
                  <a:lnTo>
                    <a:pt x="986176" y="4807696"/>
                  </a:lnTo>
                  <a:lnTo>
                    <a:pt x="986269" y="4807696"/>
                  </a:lnTo>
                  <a:lnTo>
                    <a:pt x="986362" y="4807696"/>
                  </a:lnTo>
                  <a:lnTo>
                    <a:pt x="986456" y="4807696"/>
                  </a:lnTo>
                  <a:lnTo>
                    <a:pt x="986549" y="4807696"/>
                  </a:lnTo>
                  <a:lnTo>
                    <a:pt x="986642" y="4807696"/>
                  </a:lnTo>
                  <a:lnTo>
                    <a:pt x="986735" y="4807696"/>
                  </a:lnTo>
                  <a:lnTo>
                    <a:pt x="986829" y="4807696"/>
                  </a:lnTo>
                  <a:lnTo>
                    <a:pt x="986922" y="4807696"/>
                  </a:lnTo>
                  <a:lnTo>
                    <a:pt x="987015" y="4807696"/>
                  </a:lnTo>
                  <a:lnTo>
                    <a:pt x="987108" y="4807696"/>
                  </a:lnTo>
                  <a:lnTo>
                    <a:pt x="987202" y="4807696"/>
                  </a:lnTo>
                  <a:lnTo>
                    <a:pt x="987295" y="4807696"/>
                  </a:lnTo>
                  <a:lnTo>
                    <a:pt x="987388" y="4807696"/>
                  </a:lnTo>
                  <a:lnTo>
                    <a:pt x="987481" y="4807696"/>
                  </a:lnTo>
                  <a:lnTo>
                    <a:pt x="987575" y="4807696"/>
                  </a:lnTo>
                  <a:lnTo>
                    <a:pt x="987668" y="4807696"/>
                  </a:lnTo>
                  <a:lnTo>
                    <a:pt x="987761" y="4807696"/>
                  </a:lnTo>
                  <a:lnTo>
                    <a:pt x="987854" y="4807696"/>
                  </a:lnTo>
                  <a:lnTo>
                    <a:pt x="987948" y="4807696"/>
                  </a:lnTo>
                  <a:lnTo>
                    <a:pt x="988041" y="4807696"/>
                  </a:lnTo>
                  <a:lnTo>
                    <a:pt x="988134" y="4807696"/>
                  </a:lnTo>
                  <a:lnTo>
                    <a:pt x="988227" y="4807696"/>
                  </a:lnTo>
                  <a:lnTo>
                    <a:pt x="988321" y="4807696"/>
                  </a:lnTo>
                  <a:lnTo>
                    <a:pt x="988414" y="4807696"/>
                  </a:lnTo>
                  <a:lnTo>
                    <a:pt x="988507" y="4807696"/>
                  </a:lnTo>
                  <a:lnTo>
                    <a:pt x="988600" y="4807696"/>
                  </a:lnTo>
                  <a:lnTo>
                    <a:pt x="988694" y="4807696"/>
                  </a:lnTo>
                  <a:lnTo>
                    <a:pt x="988787" y="4807696"/>
                  </a:lnTo>
                  <a:lnTo>
                    <a:pt x="988880" y="4807696"/>
                  </a:lnTo>
                  <a:lnTo>
                    <a:pt x="988973" y="4807696"/>
                  </a:lnTo>
                  <a:lnTo>
                    <a:pt x="989067" y="4807696"/>
                  </a:lnTo>
                  <a:lnTo>
                    <a:pt x="989160" y="4807696"/>
                  </a:lnTo>
                  <a:lnTo>
                    <a:pt x="989253" y="4807696"/>
                  </a:lnTo>
                  <a:lnTo>
                    <a:pt x="989346" y="4807696"/>
                  </a:lnTo>
                  <a:lnTo>
                    <a:pt x="989440" y="4807696"/>
                  </a:lnTo>
                  <a:lnTo>
                    <a:pt x="989533" y="4807696"/>
                  </a:lnTo>
                  <a:lnTo>
                    <a:pt x="989626" y="4807696"/>
                  </a:lnTo>
                  <a:lnTo>
                    <a:pt x="989719" y="4807696"/>
                  </a:lnTo>
                  <a:lnTo>
                    <a:pt x="989813" y="4807696"/>
                  </a:lnTo>
                  <a:lnTo>
                    <a:pt x="989906" y="4807696"/>
                  </a:lnTo>
                  <a:lnTo>
                    <a:pt x="989999" y="4807696"/>
                  </a:lnTo>
                  <a:lnTo>
                    <a:pt x="990092" y="4807696"/>
                  </a:lnTo>
                  <a:lnTo>
                    <a:pt x="990186" y="4807696"/>
                  </a:lnTo>
                  <a:lnTo>
                    <a:pt x="990279" y="4807696"/>
                  </a:lnTo>
                  <a:lnTo>
                    <a:pt x="990372" y="4807696"/>
                  </a:lnTo>
                  <a:lnTo>
                    <a:pt x="990465" y="4807696"/>
                  </a:lnTo>
                  <a:lnTo>
                    <a:pt x="990559" y="4807696"/>
                  </a:lnTo>
                  <a:lnTo>
                    <a:pt x="990652" y="4807696"/>
                  </a:lnTo>
                  <a:lnTo>
                    <a:pt x="990745" y="4807696"/>
                  </a:lnTo>
                  <a:lnTo>
                    <a:pt x="990838" y="4807696"/>
                  </a:lnTo>
                  <a:lnTo>
                    <a:pt x="990932" y="4807696"/>
                  </a:lnTo>
                  <a:lnTo>
                    <a:pt x="991025" y="4807696"/>
                  </a:lnTo>
                  <a:lnTo>
                    <a:pt x="991118" y="4807696"/>
                  </a:lnTo>
                  <a:lnTo>
                    <a:pt x="991211" y="4807696"/>
                  </a:lnTo>
                  <a:lnTo>
                    <a:pt x="991305" y="4807696"/>
                  </a:lnTo>
                  <a:lnTo>
                    <a:pt x="991398" y="4807696"/>
                  </a:lnTo>
                  <a:lnTo>
                    <a:pt x="991491" y="4807696"/>
                  </a:lnTo>
                  <a:lnTo>
                    <a:pt x="991584" y="4807696"/>
                  </a:lnTo>
                  <a:lnTo>
                    <a:pt x="991678" y="4807696"/>
                  </a:lnTo>
                  <a:lnTo>
                    <a:pt x="991771" y="4807696"/>
                  </a:lnTo>
                  <a:lnTo>
                    <a:pt x="991864" y="4807696"/>
                  </a:lnTo>
                  <a:lnTo>
                    <a:pt x="991957" y="4807696"/>
                  </a:lnTo>
                  <a:lnTo>
                    <a:pt x="992051" y="4807696"/>
                  </a:lnTo>
                  <a:lnTo>
                    <a:pt x="992144" y="4807696"/>
                  </a:lnTo>
                  <a:lnTo>
                    <a:pt x="992237" y="4807696"/>
                  </a:lnTo>
                  <a:lnTo>
                    <a:pt x="992330" y="4807696"/>
                  </a:lnTo>
                  <a:lnTo>
                    <a:pt x="992423" y="4807696"/>
                  </a:lnTo>
                  <a:lnTo>
                    <a:pt x="992517" y="4807696"/>
                  </a:lnTo>
                  <a:lnTo>
                    <a:pt x="992610" y="4807696"/>
                  </a:lnTo>
                  <a:lnTo>
                    <a:pt x="992703" y="4807696"/>
                  </a:lnTo>
                  <a:lnTo>
                    <a:pt x="992796" y="4807696"/>
                  </a:lnTo>
                  <a:lnTo>
                    <a:pt x="992890" y="4807696"/>
                  </a:lnTo>
                  <a:lnTo>
                    <a:pt x="992983" y="4807696"/>
                  </a:lnTo>
                  <a:lnTo>
                    <a:pt x="993076" y="4807696"/>
                  </a:lnTo>
                  <a:lnTo>
                    <a:pt x="993169" y="4807696"/>
                  </a:lnTo>
                  <a:lnTo>
                    <a:pt x="993263" y="4807696"/>
                  </a:lnTo>
                  <a:lnTo>
                    <a:pt x="993356" y="4807696"/>
                  </a:lnTo>
                  <a:lnTo>
                    <a:pt x="993449" y="4807696"/>
                  </a:lnTo>
                  <a:lnTo>
                    <a:pt x="993542" y="4807696"/>
                  </a:lnTo>
                  <a:lnTo>
                    <a:pt x="993636" y="4807696"/>
                  </a:lnTo>
                  <a:lnTo>
                    <a:pt x="993729" y="4807696"/>
                  </a:lnTo>
                  <a:lnTo>
                    <a:pt x="993822" y="4807696"/>
                  </a:lnTo>
                  <a:lnTo>
                    <a:pt x="993915" y="4807696"/>
                  </a:lnTo>
                  <a:lnTo>
                    <a:pt x="994009" y="4807696"/>
                  </a:lnTo>
                  <a:lnTo>
                    <a:pt x="994102" y="4807696"/>
                  </a:lnTo>
                  <a:lnTo>
                    <a:pt x="994195" y="4807696"/>
                  </a:lnTo>
                  <a:lnTo>
                    <a:pt x="994288" y="4807696"/>
                  </a:lnTo>
                  <a:lnTo>
                    <a:pt x="994382" y="4807696"/>
                  </a:lnTo>
                  <a:lnTo>
                    <a:pt x="994475" y="4807696"/>
                  </a:lnTo>
                  <a:lnTo>
                    <a:pt x="994568" y="4807696"/>
                  </a:lnTo>
                  <a:lnTo>
                    <a:pt x="994661" y="4807696"/>
                  </a:lnTo>
                  <a:lnTo>
                    <a:pt x="994755" y="4807696"/>
                  </a:lnTo>
                  <a:lnTo>
                    <a:pt x="994848" y="4807696"/>
                  </a:lnTo>
                  <a:lnTo>
                    <a:pt x="994941" y="4807696"/>
                  </a:lnTo>
                  <a:lnTo>
                    <a:pt x="994941" y="4797742"/>
                  </a:lnTo>
                  <a:lnTo>
                    <a:pt x="995034" y="4797742"/>
                  </a:lnTo>
                  <a:lnTo>
                    <a:pt x="995128" y="4797742"/>
                  </a:lnTo>
                  <a:lnTo>
                    <a:pt x="995221" y="4797742"/>
                  </a:lnTo>
                  <a:lnTo>
                    <a:pt x="995314" y="4797742"/>
                  </a:lnTo>
                  <a:lnTo>
                    <a:pt x="995407" y="4797742"/>
                  </a:lnTo>
                  <a:lnTo>
                    <a:pt x="995501" y="4797742"/>
                  </a:lnTo>
                  <a:lnTo>
                    <a:pt x="995594" y="4797742"/>
                  </a:lnTo>
                  <a:lnTo>
                    <a:pt x="995687" y="4797742"/>
                  </a:lnTo>
                  <a:lnTo>
                    <a:pt x="995780" y="4797742"/>
                  </a:lnTo>
                  <a:lnTo>
                    <a:pt x="995874" y="4797742"/>
                  </a:lnTo>
                  <a:lnTo>
                    <a:pt x="995967" y="4797742"/>
                  </a:lnTo>
                  <a:lnTo>
                    <a:pt x="996060" y="4797742"/>
                  </a:lnTo>
                  <a:lnTo>
                    <a:pt x="996153" y="4797742"/>
                  </a:lnTo>
                  <a:lnTo>
                    <a:pt x="996247" y="4797742"/>
                  </a:lnTo>
                  <a:lnTo>
                    <a:pt x="996340" y="4797742"/>
                  </a:lnTo>
                  <a:lnTo>
                    <a:pt x="996433" y="4797742"/>
                  </a:lnTo>
                  <a:lnTo>
                    <a:pt x="996526" y="4797742"/>
                  </a:lnTo>
                  <a:lnTo>
                    <a:pt x="996620" y="4797742"/>
                  </a:lnTo>
                  <a:lnTo>
                    <a:pt x="996713" y="4797742"/>
                  </a:lnTo>
                  <a:lnTo>
                    <a:pt x="996806" y="4797742"/>
                  </a:lnTo>
                  <a:lnTo>
                    <a:pt x="996899" y="4797742"/>
                  </a:lnTo>
                  <a:lnTo>
                    <a:pt x="996993" y="4797742"/>
                  </a:lnTo>
                  <a:lnTo>
                    <a:pt x="997086" y="4797742"/>
                  </a:lnTo>
                  <a:lnTo>
                    <a:pt x="997179" y="4797742"/>
                  </a:lnTo>
                  <a:lnTo>
                    <a:pt x="997272" y="4797742"/>
                  </a:lnTo>
                  <a:lnTo>
                    <a:pt x="997366" y="4797742"/>
                  </a:lnTo>
                  <a:lnTo>
                    <a:pt x="997459" y="4797742"/>
                  </a:lnTo>
                  <a:lnTo>
                    <a:pt x="997552" y="4797742"/>
                  </a:lnTo>
                  <a:lnTo>
                    <a:pt x="997645" y="4797742"/>
                  </a:lnTo>
                  <a:lnTo>
                    <a:pt x="997739" y="4797742"/>
                  </a:lnTo>
                  <a:lnTo>
                    <a:pt x="997832" y="4797742"/>
                  </a:lnTo>
                  <a:lnTo>
                    <a:pt x="997925" y="4797742"/>
                  </a:lnTo>
                  <a:lnTo>
                    <a:pt x="998018" y="4797742"/>
                  </a:lnTo>
                  <a:lnTo>
                    <a:pt x="998112" y="4797742"/>
                  </a:lnTo>
                  <a:lnTo>
                    <a:pt x="998205" y="4797742"/>
                  </a:lnTo>
                  <a:lnTo>
                    <a:pt x="998298" y="4797742"/>
                  </a:lnTo>
                  <a:lnTo>
                    <a:pt x="998391" y="4797742"/>
                  </a:lnTo>
                  <a:lnTo>
                    <a:pt x="998485" y="4797742"/>
                  </a:lnTo>
                  <a:lnTo>
                    <a:pt x="998578" y="4797742"/>
                  </a:lnTo>
                  <a:lnTo>
                    <a:pt x="998671" y="4797742"/>
                  </a:lnTo>
                  <a:lnTo>
                    <a:pt x="998764" y="4797742"/>
                  </a:lnTo>
                  <a:lnTo>
                    <a:pt x="998858" y="4797742"/>
                  </a:lnTo>
                  <a:lnTo>
                    <a:pt x="998951" y="4797742"/>
                  </a:lnTo>
                  <a:lnTo>
                    <a:pt x="999044" y="4797742"/>
                  </a:lnTo>
                  <a:lnTo>
                    <a:pt x="999137" y="4797742"/>
                  </a:lnTo>
                  <a:lnTo>
                    <a:pt x="999230" y="4797742"/>
                  </a:lnTo>
                  <a:lnTo>
                    <a:pt x="999324" y="4797742"/>
                  </a:lnTo>
                  <a:lnTo>
                    <a:pt x="999417" y="4797742"/>
                  </a:lnTo>
                  <a:lnTo>
                    <a:pt x="999510" y="4797742"/>
                  </a:lnTo>
                  <a:lnTo>
                    <a:pt x="999603" y="4797742"/>
                  </a:lnTo>
                  <a:lnTo>
                    <a:pt x="999697" y="4797742"/>
                  </a:lnTo>
                  <a:lnTo>
                    <a:pt x="999790" y="4797742"/>
                  </a:lnTo>
                  <a:lnTo>
                    <a:pt x="999883" y="4797742"/>
                  </a:lnTo>
                  <a:lnTo>
                    <a:pt x="999976" y="4797742"/>
                  </a:lnTo>
                  <a:lnTo>
                    <a:pt x="1000070" y="4797742"/>
                  </a:lnTo>
                  <a:lnTo>
                    <a:pt x="1000163" y="4797742"/>
                  </a:lnTo>
                  <a:lnTo>
                    <a:pt x="1000256" y="4797742"/>
                  </a:lnTo>
                  <a:lnTo>
                    <a:pt x="1000349" y="4797742"/>
                  </a:lnTo>
                  <a:lnTo>
                    <a:pt x="1000443" y="4797742"/>
                  </a:lnTo>
                  <a:lnTo>
                    <a:pt x="1000536" y="4797742"/>
                  </a:lnTo>
                  <a:lnTo>
                    <a:pt x="1000629" y="4797742"/>
                  </a:lnTo>
                  <a:lnTo>
                    <a:pt x="1000722" y="4797742"/>
                  </a:lnTo>
                  <a:lnTo>
                    <a:pt x="1000816" y="4797742"/>
                  </a:lnTo>
                  <a:lnTo>
                    <a:pt x="1000909" y="4797742"/>
                  </a:lnTo>
                  <a:lnTo>
                    <a:pt x="1001002" y="4797742"/>
                  </a:lnTo>
                  <a:lnTo>
                    <a:pt x="1001095" y="4797742"/>
                  </a:lnTo>
                  <a:lnTo>
                    <a:pt x="1001189" y="4797742"/>
                  </a:lnTo>
                  <a:lnTo>
                    <a:pt x="1001282" y="4797742"/>
                  </a:lnTo>
                  <a:lnTo>
                    <a:pt x="1001375" y="4797742"/>
                  </a:lnTo>
                  <a:lnTo>
                    <a:pt x="1001468" y="4797742"/>
                  </a:lnTo>
                  <a:lnTo>
                    <a:pt x="1001562" y="4797742"/>
                  </a:lnTo>
                  <a:lnTo>
                    <a:pt x="1001655" y="4797742"/>
                  </a:lnTo>
                  <a:lnTo>
                    <a:pt x="1001748" y="4797742"/>
                  </a:lnTo>
                  <a:lnTo>
                    <a:pt x="1001841" y="4797742"/>
                  </a:lnTo>
                  <a:lnTo>
                    <a:pt x="1001935" y="4797742"/>
                  </a:lnTo>
                  <a:lnTo>
                    <a:pt x="1002028" y="4797742"/>
                  </a:lnTo>
                  <a:lnTo>
                    <a:pt x="1002121" y="4797742"/>
                  </a:lnTo>
                  <a:lnTo>
                    <a:pt x="1002214" y="4797742"/>
                  </a:lnTo>
                  <a:lnTo>
                    <a:pt x="1002308" y="4797742"/>
                  </a:lnTo>
                  <a:lnTo>
                    <a:pt x="1002401" y="4797742"/>
                  </a:lnTo>
                  <a:lnTo>
                    <a:pt x="1002494" y="4797742"/>
                  </a:lnTo>
                  <a:lnTo>
                    <a:pt x="1002587" y="4797742"/>
                  </a:lnTo>
                  <a:lnTo>
                    <a:pt x="1002681" y="4797742"/>
                  </a:lnTo>
                  <a:lnTo>
                    <a:pt x="1002774" y="4797742"/>
                  </a:lnTo>
                  <a:lnTo>
                    <a:pt x="1002867" y="4797742"/>
                  </a:lnTo>
                  <a:lnTo>
                    <a:pt x="1002960" y="4797742"/>
                  </a:lnTo>
                  <a:lnTo>
                    <a:pt x="1003054" y="4797742"/>
                  </a:lnTo>
                  <a:lnTo>
                    <a:pt x="1003147" y="4797742"/>
                  </a:lnTo>
                  <a:lnTo>
                    <a:pt x="1003240" y="4797742"/>
                  </a:lnTo>
                  <a:lnTo>
                    <a:pt x="1003333" y="4797742"/>
                  </a:lnTo>
                  <a:lnTo>
                    <a:pt x="1003427" y="4797742"/>
                  </a:lnTo>
                  <a:lnTo>
                    <a:pt x="1003520" y="4797742"/>
                  </a:lnTo>
                  <a:lnTo>
                    <a:pt x="1003613" y="4797742"/>
                  </a:lnTo>
                  <a:lnTo>
                    <a:pt x="1003706" y="4797742"/>
                  </a:lnTo>
                  <a:lnTo>
                    <a:pt x="1003800" y="4797742"/>
                  </a:lnTo>
                  <a:lnTo>
                    <a:pt x="1003893" y="4797742"/>
                  </a:lnTo>
                  <a:lnTo>
                    <a:pt x="1003986" y="4797742"/>
                  </a:lnTo>
                  <a:lnTo>
                    <a:pt x="1004079" y="4797742"/>
                  </a:lnTo>
                  <a:lnTo>
                    <a:pt x="1004173" y="4797742"/>
                  </a:lnTo>
                  <a:lnTo>
                    <a:pt x="1004266" y="4797742"/>
                  </a:lnTo>
                  <a:lnTo>
                    <a:pt x="1004359" y="4797742"/>
                  </a:lnTo>
                  <a:lnTo>
                    <a:pt x="1004452" y="4797742"/>
                  </a:lnTo>
                  <a:lnTo>
                    <a:pt x="1004546" y="4797742"/>
                  </a:lnTo>
                  <a:lnTo>
                    <a:pt x="1004639" y="4797742"/>
                  </a:lnTo>
                  <a:lnTo>
                    <a:pt x="1004732" y="4797742"/>
                  </a:lnTo>
                  <a:lnTo>
                    <a:pt x="1004825" y="4797742"/>
                  </a:lnTo>
                  <a:lnTo>
                    <a:pt x="1004919" y="4797742"/>
                  </a:lnTo>
                  <a:lnTo>
                    <a:pt x="1005012" y="4797742"/>
                  </a:lnTo>
                  <a:lnTo>
                    <a:pt x="1005105" y="4797742"/>
                  </a:lnTo>
                  <a:lnTo>
                    <a:pt x="1005198" y="4797742"/>
                  </a:lnTo>
                  <a:lnTo>
                    <a:pt x="1005292" y="4797742"/>
                  </a:lnTo>
                  <a:lnTo>
                    <a:pt x="1005385" y="4797742"/>
                  </a:lnTo>
                  <a:lnTo>
                    <a:pt x="1005478" y="4797742"/>
                  </a:lnTo>
                  <a:lnTo>
                    <a:pt x="1005571" y="4797742"/>
                  </a:lnTo>
                  <a:lnTo>
                    <a:pt x="1005665" y="4797742"/>
                  </a:lnTo>
                  <a:lnTo>
                    <a:pt x="1005758" y="4797742"/>
                  </a:lnTo>
                  <a:lnTo>
                    <a:pt x="1005851" y="4797742"/>
                  </a:lnTo>
                  <a:lnTo>
                    <a:pt x="1005944" y="4797742"/>
                  </a:lnTo>
                  <a:lnTo>
                    <a:pt x="1006037" y="4797742"/>
                  </a:lnTo>
                  <a:lnTo>
                    <a:pt x="1006131" y="4797742"/>
                  </a:lnTo>
                  <a:lnTo>
                    <a:pt x="1006224" y="4797742"/>
                  </a:lnTo>
                  <a:lnTo>
                    <a:pt x="1006317" y="4797742"/>
                  </a:lnTo>
                  <a:lnTo>
                    <a:pt x="1006410" y="4797742"/>
                  </a:lnTo>
                  <a:lnTo>
                    <a:pt x="1006504" y="4797742"/>
                  </a:lnTo>
                  <a:lnTo>
                    <a:pt x="1006597" y="4797742"/>
                  </a:lnTo>
                  <a:lnTo>
                    <a:pt x="1006690" y="4797742"/>
                  </a:lnTo>
                  <a:lnTo>
                    <a:pt x="1006783" y="4797742"/>
                  </a:lnTo>
                  <a:lnTo>
                    <a:pt x="1006877" y="4797742"/>
                  </a:lnTo>
                  <a:lnTo>
                    <a:pt x="1006970" y="4797742"/>
                  </a:lnTo>
                  <a:lnTo>
                    <a:pt x="1007063" y="4797742"/>
                  </a:lnTo>
                  <a:lnTo>
                    <a:pt x="1007156" y="4797742"/>
                  </a:lnTo>
                  <a:lnTo>
                    <a:pt x="1007250" y="4797742"/>
                  </a:lnTo>
                  <a:lnTo>
                    <a:pt x="1007343" y="4797742"/>
                  </a:lnTo>
                  <a:lnTo>
                    <a:pt x="1007436" y="4797742"/>
                  </a:lnTo>
                  <a:lnTo>
                    <a:pt x="1007529" y="4797742"/>
                  </a:lnTo>
                  <a:lnTo>
                    <a:pt x="1007623" y="4797742"/>
                  </a:lnTo>
                  <a:lnTo>
                    <a:pt x="1007716" y="4797742"/>
                  </a:lnTo>
                  <a:lnTo>
                    <a:pt x="1007809" y="4797742"/>
                  </a:lnTo>
                  <a:lnTo>
                    <a:pt x="1007902" y="4797742"/>
                  </a:lnTo>
                  <a:lnTo>
                    <a:pt x="1007996" y="4797742"/>
                  </a:lnTo>
                  <a:lnTo>
                    <a:pt x="1008089" y="4797742"/>
                  </a:lnTo>
                  <a:lnTo>
                    <a:pt x="1008182" y="4797742"/>
                  </a:lnTo>
                  <a:lnTo>
                    <a:pt x="1008275" y="4797742"/>
                  </a:lnTo>
                  <a:lnTo>
                    <a:pt x="1008369" y="4797742"/>
                  </a:lnTo>
                  <a:lnTo>
                    <a:pt x="1008462" y="4797742"/>
                  </a:lnTo>
                  <a:lnTo>
                    <a:pt x="1008555" y="4797742"/>
                  </a:lnTo>
                  <a:lnTo>
                    <a:pt x="1008648" y="4797742"/>
                  </a:lnTo>
                  <a:lnTo>
                    <a:pt x="1008742" y="4797742"/>
                  </a:lnTo>
                  <a:lnTo>
                    <a:pt x="1008835" y="4797742"/>
                  </a:lnTo>
                  <a:lnTo>
                    <a:pt x="1008928" y="4797742"/>
                  </a:lnTo>
                  <a:lnTo>
                    <a:pt x="1009021" y="4797742"/>
                  </a:lnTo>
                  <a:lnTo>
                    <a:pt x="1009115" y="4797742"/>
                  </a:lnTo>
                  <a:lnTo>
                    <a:pt x="1009208" y="4797742"/>
                  </a:lnTo>
                  <a:lnTo>
                    <a:pt x="1009301" y="4797742"/>
                  </a:lnTo>
                  <a:lnTo>
                    <a:pt x="1009394" y="4797742"/>
                  </a:lnTo>
                  <a:lnTo>
                    <a:pt x="1009488" y="4797742"/>
                  </a:lnTo>
                  <a:lnTo>
                    <a:pt x="1009581" y="4797742"/>
                  </a:lnTo>
                  <a:lnTo>
                    <a:pt x="1009674" y="4797742"/>
                  </a:lnTo>
                  <a:lnTo>
                    <a:pt x="1009767" y="4797742"/>
                  </a:lnTo>
                  <a:lnTo>
                    <a:pt x="1009861" y="4797742"/>
                  </a:lnTo>
                  <a:lnTo>
                    <a:pt x="1009954" y="4797742"/>
                  </a:lnTo>
                  <a:lnTo>
                    <a:pt x="1010047" y="4797742"/>
                  </a:lnTo>
                  <a:lnTo>
                    <a:pt x="1010140" y="4797742"/>
                  </a:lnTo>
                  <a:lnTo>
                    <a:pt x="1010234" y="4797742"/>
                  </a:lnTo>
                  <a:lnTo>
                    <a:pt x="1010327" y="4797742"/>
                  </a:lnTo>
                  <a:lnTo>
                    <a:pt x="1010420" y="4797742"/>
                  </a:lnTo>
                  <a:lnTo>
                    <a:pt x="1010513" y="4797742"/>
                  </a:lnTo>
                  <a:lnTo>
                    <a:pt x="1010607" y="4797742"/>
                  </a:lnTo>
                  <a:lnTo>
                    <a:pt x="1010700" y="4797742"/>
                  </a:lnTo>
                  <a:lnTo>
                    <a:pt x="1010793" y="4797742"/>
                  </a:lnTo>
                  <a:lnTo>
                    <a:pt x="1010886" y="4797742"/>
                  </a:lnTo>
                  <a:lnTo>
                    <a:pt x="1010980" y="4797742"/>
                  </a:lnTo>
                  <a:lnTo>
                    <a:pt x="1011073" y="4797742"/>
                  </a:lnTo>
                  <a:lnTo>
                    <a:pt x="1011166" y="4797742"/>
                  </a:lnTo>
                  <a:lnTo>
                    <a:pt x="1011259" y="4797742"/>
                  </a:lnTo>
                  <a:lnTo>
                    <a:pt x="1011353" y="4797742"/>
                  </a:lnTo>
                  <a:lnTo>
                    <a:pt x="1011446" y="4797742"/>
                  </a:lnTo>
                  <a:lnTo>
                    <a:pt x="1011539" y="4797742"/>
                  </a:lnTo>
                  <a:lnTo>
                    <a:pt x="1011632" y="4797742"/>
                  </a:lnTo>
                  <a:lnTo>
                    <a:pt x="1011726" y="4797742"/>
                  </a:lnTo>
                  <a:lnTo>
                    <a:pt x="1011819" y="4797742"/>
                  </a:lnTo>
                  <a:lnTo>
                    <a:pt x="1011912" y="4797742"/>
                  </a:lnTo>
                  <a:lnTo>
                    <a:pt x="1012005" y="4797742"/>
                  </a:lnTo>
                  <a:lnTo>
                    <a:pt x="1012099" y="4797742"/>
                  </a:lnTo>
                  <a:lnTo>
                    <a:pt x="1012192" y="4797742"/>
                  </a:lnTo>
                  <a:lnTo>
                    <a:pt x="1012285" y="4797742"/>
                  </a:lnTo>
                  <a:lnTo>
                    <a:pt x="1012378" y="4797742"/>
                  </a:lnTo>
                  <a:lnTo>
                    <a:pt x="1012472" y="4797742"/>
                  </a:lnTo>
                  <a:lnTo>
                    <a:pt x="1012565" y="4797742"/>
                  </a:lnTo>
                  <a:lnTo>
                    <a:pt x="1012658" y="4797742"/>
                  </a:lnTo>
                  <a:lnTo>
                    <a:pt x="1012658" y="4787788"/>
                  </a:lnTo>
                  <a:lnTo>
                    <a:pt x="1012751" y="4787788"/>
                  </a:lnTo>
                  <a:lnTo>
                    <a:pt x="1012845" y="4787788"/>
                  </a:lnTo>
                  <a:lnTo>
                    <a:pt x="1012938" y="4787788"/>
                  </a:lnTo>
                  <a:lnTo>
                    <a:pt x="1013031" y="4787788"/>
                  </a:lnTo>
                  <a:lnTo>
                    <a:pt x="1013124" y="4787788"/>
                  </a:lnTo>
                  <a:lnTo>
                    <a:pt x="1013217" y="4787788"/>
                  </a:lnTo>
                  <a:lnTo>
                    <a:pt x="1013311" y="4787788"/>
                  </a:lnTo>
                  <a:lnTo>
                    <a:pt x="1013404" y="4787788"/>
                  </a:lnTo>
                  <a:lnTo>
                    <a:pt x="1013497" y="4787788"/>
                  </a:lnTo>
                  <a:lnTo>
                    <a:pt x="1013590" y="4787788"/>
                  </a:lnTo>
                  <a:lnTo>
                    <a:pt x="1013684" y="4787788"/>
                  </a:lnTo>
                  <a:lnTo>
                    <a:pt x="1013777" y="4787788"/>
                  </a:lnTo>
                  <a:lnTo>
                    <a:pt x="1013870" y="4787788"/>
                  </a:lnTo>
                  <a:lnTo>
                    <a:pt x="1013963" y="4787788"/>
                  </a:lnTo>
                  <a:lnTo>
                    <a:pt x="1014057" y="4787788"/>
                  </a:lnTo>
                  <a:lnTo>
                    <a:pt x="1014150" y="4787788"/>
                  </a:lnTo>
                  <a:lnTo>
                    <a:pt x="1014243" y="4787788"/>
                  </a:lnTo>
                  <a:lnTo>
                    <a:pt x="1014336" y="4787788"/>
                  </a:lnTo>
                  <a:lnTo>
                    <a:pt x="1014430" y="4787788"/>
                  </a:lnTo>
                  <a:lnTo>
                    <a:pt x="1014523" y="4787788"/>
                  </a:lnTo>
                  <a:lnTo>
                    <a:pt x="1014616" y="4787788"/>
                  </a:lnTo>
                  <a:lnTo>
                    <a:pt x="1014709" y="4787788"/>
                  </a:lnTo>
                  <a:lnTo>
                    <a:pt x="1014803" y="4787788"/>
                  </a:lnTo>
                  <a:lnTo>
                    <a:pt x="1014896" y="4787788"/>
                  </a:lnTo>
                  <a:lnTo>
                    <a:pt x="1014989" y="4787788"/>
                  </a:lnTo>
                  <a:lnTo>
                    <a:pt x="1015082" y="4787788"/>
                  </a:lnTo>
                  <a:lnTo>
                    <a:pt x="1015176" y="4787788"/>
                  </a:lnTo>
                  <a:lnTo>
                    <a:pt x="1015269" y="4787788"/>
                  </a:lnTo>
                  <a:lnTo>
                    <a:pt x="1015362" y="4787788"/>
                  </a:lnTo>
                  <a:lnTo>
                    <a:pt x="1015455" y="4787788"/>
                  </a:lnTo>
                  <a:lnTo>
                    <a:pt x="1015549" y="4787788"/>
                  </a:lnTo>
                  <a:lnTo>
                    <a:pt x="1015642" y="4787788"/>
                  </a:lnTo>
                  <a:lnTo>
                    <a:pt x="1015735" y="4787788"/>
                  </a:lnTo>
                  <a:lnTo>
                    <a:pt x="1015828" y="4787788"/>
                  </a:lnTo>
                  <a:lnTo>
                    <a:pt x="1015922" y="4787788"/>
                  </a:lnTo>
                  <a:lnTo>
                    <a:pt x="1016015" y="4787788"/>
                  </a:lnTo>
                  <a:lnTo>
                    <a:pt x="1016108" y="4787788"/>
                  </a:lnTo>
                  <a:lnTo>
                    <a:pt x="1016201" y="4787788"/>
                  </a:lnTo>
                  <a:lnTo>
                    <a:pt x="1016295" y="4787788"/>
                  </a:lnTo>
                  <a:lnTo>
                    <a:pt x="1016388" y="4787788"/>
                  </a:lnTo>
                  <a:lnTo>
                    <a:pt x="1016481" y="4787788"/>
                  </a:lnTo>
                  <a:lnTo>
                    <a:pt x="1016574" y="4787788"/>
                  </a:lnTo>
                  <a:lnTo>
                    <a:pt x="1016668" y="4787788"/>
                  </a:lnTo>
                  <a:lnTo>
                    <a:pt x="1016761" y="4787788"/>
                  </a:lnTo>
                  <a:lnTo>
                    <a:pt x="1016854" y="4787788"/>
                  </a:lnTo>
                  <a:lnTo>
                    <a:pt x="1016947" y="4787788"/>
                  </a:lnTo>
                  <a:lnTo>
                    <a:pt x="1017041" y="4787788"/>
                  </a:lnTo>
                  <a:lnTo>
                    <a:pt x="1017134" y="4787788"/>
                  </a:lnTo>
                  <a:lnTo>
                    <a:pt x="1017227" y="4787788"/>
                  </a:lnTo>
                  <a:lnTo>
                    <a:pt x="1017320" y="4787788"/>
                  </a:lnTo>
                  <a:lnTo>
                    <a:pt x="1017414" y="4787788"/>
                  </a:lnTo>
                  <a:lnTo>
                    <a:pt x="1017507" y="4787788"/>
                  </a:lnTo>
                  <a:lnTo>
                    <a:pt x="1017600" y="4787788"/>
                  </a:lnTo>
                  <a:lnTo>
                    <a:pt x="1017693" y="4787788"/>
                  </a:lnTo>
                  <a:lnTo>
                    <a:pt x="1017787" y="4787788"/>
                  </a:lnTo>
                  <a:lnTo>
                    <a:pt x="1017880" y="4787788"/>
                  </a:lnTo>
                  <a:lnTo>
                    <a:pt x="1017973" y="4787788"/>
                  </a:lnTo>
                  <a:lnTo>
                    <a:pt x="1018066" y="4787788"/>
                  </a:lnTo>
                  <a:lnTo>
                    <a:pt x="1018160" y="4787788"/>
                  </a:lnTo>
                  <a:lnTo>
                    <a:pt x="1018253" y="4787788"/>
                  </a:lnTo>
                  <a:lnTo>
                    <a:pt x="1018346" y="4787788"/>
                  </a:lnTo>
                  <a:lnTo>
                    <a:pt x="1018439" y="4787788"/>
                  </a:lnTo>
                  <a:lnTo>
                    <a:pt x="1018533" y="4787788"/>
                  </a:lnTo>
                  <a:lnTo>
                    <a:pt x="1018626" y="4787788"/>
                  </a:lnTo>
                  <a:lnTo>
                    <a:pt x="1018719" y="4787788"/>
                  </a:lnTo>
                  <a:lnTo>
                    <a:pt x="1018812" y="4787788"/>
                  </a:lnTo>
                  <a:lnTo>
                    <a:pt x="1018906" y="4787788"/>
                  </a:lnTo>
                  <a:lnTo>
                    <a:pt x="1018999" y="4787788"/>
                  </a:lnTo>
                  <a:lnTo>
                    <a:pt x="1019092" y="4787788"/>
                  </a:lnTo>
                  <a:lnTo>
                    <a:pt x="1019185" y="4787788"/>
                  </a:lnTo>
                  <a:lnTo>
                    <a:pt x="1019279" y="4787788"/>
                  </a:lnTo>
                  <a:lnTo>
                    <a:pt x="1019372" y="4787788"/>
                  </a:lnTo>
                  <a:lnTo>
                    <a:pt x="1019465" y="4787788"/>
                  </a:lnTo>
                  <a:lnTo>
                    <a:pt x="1019558" y="4787788"/>
                  </a:lnTo>
                  <a:lnTo>
                    <a:pt x="1019652" y="4787788"/>
                  </a:lnTo>
                  <a:lnTo>
                    <a:pt x="1019745" y="4787788"/>
                  </a:lnTo>
                  <a:lnTo>
                    <a:pt x="1019838" y="4787788"/>
                  </a:lnTo>
                  <a:lnTo>
                    <a:pt x="1019931" y="4787788"/>
                  </a:lnTo>
                  <a:lnTo>
                    <a:pt x="1020024" y="4787788"/>
                  </a:lnTo>
                  <a:lnTo>
                    <a:pt x="1020118" y="4787788"/>
                  </a:lnTo>
                  <a:lnTo>
                    <a:pt x="1020211" y="4787788"/>
                  </a:lnTo>
                  <a:lnTo>
                    <a:pt x="1020304" y="4787788"/>
                  </a:lnTo>
                  <a:lnTo>
                    <a:pt x="1020397" y="4787788"/>
                  </a:lnTo>
                  <a:lnTo>
                    <a:pt x="1020491" y="4787788"/>
                  </a:lnTo>
                  <a:lnTo>
                    <a:pt x="1020584" y="4787788"/>
                  </a:lnTo>
                  <a:lnTo>
                    <a:pt x="1020677" y="4787788"/>
                  </a:lnTo>
                  <a:lnTo>
                    <a:pt x="1020770" y="4787788"/>
                  </a:lnTo>
                  <a:lnTo>
                    <a:pt x="1020864" y="4787788"/>
                  </a:lnTo>
                  <a:lnTo>
                    <a:pt x="1020957" y="4787788"/>
                  </a:lnTo>
                  <a:lnTo>
                    <a:pt x="1021050" y="4787788"/>
                  </a:lnTo>
                  <a:lnTo>
                    <a:pt x="1021143" y="4787788"/>
                  </a:lnTo>
                  <a:lnTo>
                    <a:pt x="1021237" y="4787788"/>
                  </a:lnTo>
                  <a:lnTo>
                    <a:pt x="1021330" y="4787788"/>
                  </a:lnTo>
                  <a:lnTo>
                    <a:pt x="1021423" y="4787788"/>
                  </a:lnTo>
                  <a:lnTo>
                    <a:pt x="1021516" y="4787788"/>
                  </a:lnTo>
                  <a:lnTo>
                    <a:pt x="1021610" y="4787788"/>
                  </a:lnTo>
                  <a:lnTo>
                    <a:pt x="1021703" y="4787788"/>
                  </a:lnTo>
                  <a:lnTo>
                    <a:pt x="1021796" y="4787788"/>
                  </a:lnTo>
                  <a:lnTo>
                    <a:pt x="1021889" y="4787788"/>
                  </a:lnTo>
                  <a:lnTo>
                    <a:pt x="1021983" y="4787788"/>
                  </a:lnTo>
                  <a:lnTo>
                    <a:pt x="1022076" y="4787788"/>
                  </a:lnTo>
                  <a:lnTo>
                    <a:pt x="1022169" y="4787788"/>
                  </a:lnTo>
                  <a:lnTo>
                    <a:pt x="1022262" y="4787788"/>
                  </a:lnTo>
                  <a:lnTo>
                    <a:pt x="1022356" y="4787788"/>
                  </a:lnTo>
                  <a:lnTo>
                    <a:pt x="1022449" y="4787788"/>
                  </a:lnTo>
                  <a:lnTo>
                    <a:pt x="1022449" y="4777834"/>
                  </a:lnTo>
                  <a:lnTo>
                    <a:pt x="1022542" y="4777834"/>
                  </a:lnTo>
                  <a:lnTo>
                    <a:pt x="1022635" y="4777834"/>
                  </a:lnTo>
                  <a:lnTo>
                    <a:pt x="1022729" y="4777834"/>
                  </a:lnTo>
                  <a:lnTo>
                    <a:pt x="1022822" y="4777834"/>
                  </a:lnTo>
                  <a:lnTo>
                    <a:pt x="1022915" y="4777834"/>
                  </a:lnTo>
                  <a:lnTo>
                    <a:pt x="1023008" y="4777834"/>
                  </a:lnTo>
                  <a:lnTo>
                    <a:pt x="1023102" y="4777834"/>
                  </a:lnTo>
                  <a:lnTo>
                    <a:pt x="1023195" y="4777834"/>
                  </a:lnTo>
                  <a:lnTo>
                    <a:pt x="1023288" y="4777834"/>
                  </a:lnTo>
                  <a:lnTo>
                    <a:pt x="1023381" y="4777834"/>
                  </a:lnTo>
                  <a:lnTo>
                    <a:pt x="1023475" y="4777834"/>
                  </a:lnTo>
                  <a:lnTo>
                    <a:pt x="1023568" y="4777834"/>
                  </a:lnTo>
                  <a:lnTo>
                    <a:pt x="1023661" y="4777834"/>
                  </a:lnTo>
                  <a:lnTo>
                    <a:pt x="1023754" y="4777834"/>
                  </a:lnTo>
                  <a:lnTo>
                    <a:pt x="1023848" y="4777834"/>
                  </a:lnTo>
                  <a:lnTo>
                    <a:pt x="1023941" y="4777834"/>
                  </a:lnTo>
                  <a:lnTo>
                    <a:pt x="1024034" y="4777834"/>
                  </a:lnTo>
                  <a:lnTo>
                    <a:pt x="1024127" y="4777834"/>
                  </a:lnTo>
                  <a:lnTo>
                    <a:pt x="1024221" y="4777834"/>
                  </a:lnTo>
                  <a:lnTo>
                    <a:pt x="1024314" y="4777834"/>
                  </a:lnTo>
                  <a:lnTo>
                    <a:pt x="1024407" y="4777834"/>
                  </a:lnTo>
                  <a:lnTo>
                    <a:pt x="1024500" y="4777834"/>
                  </a:lnTo>
                  <a:lnTo>
                    <a:pt x="1024594" y="4777834"/>
                  </a:lnTo>
                  <a:lnTo>
                    <a:pt x="1024687" y="4777834"/>
                  </a:lnTo>
                  <a:lnTo>
                    <a:pt x="1024780" y="4777834"/>
                  </a:lnTo>
                  <a:lnTo>
                    <a:pt x="1024873" y="4777834"/>
                  </a:lnTo>
                  <a:lnTo>
                    <a:pt x="1024967" y="4777834"/>
                  </a:lnTo>
                  <a:lnTo>
                    <a:pt x="1025060" y="4777834"/>
                  </a:lnTo>
                  <a:lnTo>
                    <a:pt x="1025153" y="4777834"/>
                  </a:lnTo>
                  <a:lnTo>
                    <a:pt x="1025246" y="4777834"/>
                  </a:lnTo>
                  <a:lnTo>
                    <a:pt x="1025340" y="4777834"/>
                  </a:lnTo>
                  <a:lnTo>
                    <a:pt x="1025433" y="4777834"/>
                  </a:lnTo>
                  <a:lnTo>
                    <a:pt x="1025526" y="4777834"/>
                  </a:lnTo>
                  <a:lnTo>
                    <a:pt x="1025619" y="4777834"/>
                  </a:lnTo>
                  <a:lnTo>
                    <a:pt x="1025713" y="4777834"/>
                  </a:lnTo>
                  <a:lnTo>
                    <a:pt x="1025806" y="4777834"/>
                  </a:lnTo>
                  <a:lnTo>
                    <a:pt x="1025899" y="4777834"/>
                  </a:lnTo>
                  <a:lnTo>
                    <a:pt x="1025992" y="4777834"/>
                  </a:lnTo>
                  <a:lnTo>
                    <a:pt x="1026086" y="4777834"/>
                  </a:lnTo>
                  <a:lnTo>
                    <a:pt x="1026179" y="4777834"/>
                  </a:lnTo>
                  <a:lnTo>
                    <a:pt x="1026272" y="4777834"/>
                  </a:lnTo>
                  <a:lnTo>
                    <a:pt x="1026365" y="4777834"/>
                  </a:lnTo>
                  <a:lnTo>
                    <a:pt x="1026459" y="4777834"/>
                  </a:lnTo>
                  <a:lnTo>
                    <a:pt x="1026552" y="4777834"/>
                  </a:lnTo>
                  <a:lnTo>
                    <a:pt x="1026645" y="4777834"/>
                  </a:lnTo>
                  <a:lnTo>
                    <a:pt x="1026738" y="4777834"/>
                  </a:lnTo>
                  <a:lnTo>
                    <a:pt x="1026831" y="4777834"/>
                  </a:lnTo>
                  <a:lnTo>
                    <a:pt x="1026925" y="4777834"/>
                  </a:lnTo>
                  <a:lnTo>
                    <a:pt x="1027018" y="4777834"/>
                  </a:lnTo>
                  <a:lnTo>
                    <a:pt x="1027111" y="4777834"/>
                  </a:lnTo>
                  <a:lnTo>
                    <a:pt x="1027204" y="4777834"/>
                  </a:lnTo>
                  <a:lnTo>
                    <a:pt x="1027298" y="4777834"/>
                  </a:lnTo>
                  <a:lnTo>
                    <a:pt x="1027391" y="4777834"/>
                  </a:lnTo>
                  <a:lnTo>
                    <a:pt x="1027484" y="4777834"/>
                  </a:lnTo>
                  <a:lnTo>
                    <a:pt x="1027577" y="4777834"/>
                  </a:lnTo>
                  <a:lnTo>
                    <a:pt x="1027671" y="4777834"/>
                  </a:lnTo>
                  <a:lnTo>
                    <a:pt x="1027764" y="4777834"/>
                  </a:lnTo>
                  <a:lnTo>
                    <a:pt x="1027857" y="4777834"/>
                  </a:lnTo>
                  <a:lnTo>
                    <a:pt x="1027950" y="4777834"/>
                  </a:lnTo>
                  <a:lnTo>
                    <a:pt x="1028044" y="4777834"/>
                  </a:lnTo>
                  <a:lnTo>
                    <a:pt x="1028137" y="4777834"/>
                  </a:lnTo>
                  <a:lnTo>
                    <a:pt x="1028230" y="4777834"/>
                  </a:lnTo>
                  <a:lnTo>
                    <a:pt x="1028323" y="4777834"/>
                  </a:lnTo>
                  <a:lnTo>
                    <a:pt x="1028417" y="4777834"/>
                  </a:lnTo>
                  <a:lnTo>
                    <a:pt x="1028510" y="4777834"/>
                  </a:lnTo>
                  <a:lnTo>
                    <a:pt x="1028603" y="4777834"/>
                  </a:lnTo>
                  <a:lnTo>
                    <a:pt x="1028696" y="4777834"/>
                  </a:lnTo>
                  <a:lnTo>
                    <a:pt x="1028790" y="4777834"/>
                  </a:lnTo>
                  <a:lnTo>
                    <a:pt x="1028883" y="4777834"/>
                  </a:lnTo>
                  <a:lnTo>
                    <a:pt x="1028976" y="4777834"/>
                  </a:lnTo>
                  <a:lnTo>
                    <a:pt x="1029069" y="4777834"/>
                  </a:lnTo>
                  <a:lnTo>
                    <a:pt x="1029163" y="4777834"/>
                  </a:lnTo>
                  <a:lnTo>
                    <a:pt x="1029256" y="4777834"/>
                  </a:lnTo>
                  <a:lnTo>
                    <a:pt x="1029349" y="4777834"/>
                  </a:lnTo>
                  <a:lnTo>
                    <a:pt x="1029442" y="4777834"/>
                  </a:lnTo>
                  <a:lnTo>
                    <a:pt x="1029442" y="4767881"/>
                  </a:lnTo>
                  <a:lnTo>
                    <a:pt x="1029536" y="4767881"/>
                  </a:lnTo>
                  <a:lnTo>
                    <a:pt x="1029629" y="4767881"/>
                  </a:lnTo>
                  <a:lnTo>
                    <a:pt x="1029722" y="4767881"/>
                  </a:lnTo>
                  <a:lnTo>
                    <a:pt x="1029815" y="4767881"/>
                  </a:lnTo>
                  <a:lnTo>
                    <a:pt x="1029909" y="4767881"/>
                  </a:lnTo>
                  <a:lnTo>
                    <a:pt x="1030002" y="4767881"/>
                  </a:lnTo>
                  <a:lnTo>
                    <a:pt x="1030095" y="4767881"/>
                  </a:lnTo>
                  <a:lnTo>
                    <a:pt x="1030188" y="4767881"/>
                  </a:lnTo>
                  <a:lnTo>
                    <a:pt x="1030282" y="4767881"/>
                  </a:lnTo>
                  <a:lnTo>
                    <a:pt x="1030375" y="4767881"/>
                  </a:lnTo>
                  <a:lnTo>
                    <a:pt x="1030468" y="4767881"/>
                  </a:lnTo>
                  <a:lnTo>
                    <a:pt x="1030561" y="4767881"/>
                  </a:lnTo>
                  <a:lnTo>
                    <a:pt x="1030655" y="4767881"/>
                  </a:lnTo>
                  <a:lnTo>
                    <a:pt x="1030748" y="4767881"/>
                  </a:lnTo>
                  <a:lnTo>
                    <a:pt x="1030841" y="4767881"/>
                  </a:lnTo>
                  <a:lnTo>
                    <a:pt x="1030934" y="4767881"/>
                  </a:lnTo>
                  <a:lnTo>
                    <a:pt x="1031028" y="4767881"/>
                  </a:lnTo>
                  <a:lnTo>
                    <a:pt x="1031121" y="4767881"/>
                  </a:lnTo>
                  <a:lnTo>
                    <a:pt x="1031214" y="4767881"/>
                  </a:lnTo>
                  <a:lnTo>
                    <a:pt x="1031307" y="4767881"/>
                  </a:lnTo>
                  <a:lnTo>
                    <a:pt x="1031307" y="4757927"/>
                  </a:lnTo>
                  <a:lnTo>
                    <a:pt x="1031401" y="4757927"/>
                  </a:lnTo>
                  <a:lnTo>
                    <a:pt x="1031494" y="4757927"/>
                  </a:lnTo>
                  <a:lnTo>
                    <a:pt x="1031587" y="4757927"/>
                  </a:lnTo>
                  <a:lnTo>
                    <a:pt x="1031680" y="4757927"/>
                  </a:lnTo>
                  <a:lnTo>
                    <a:pt x="1031774" y="4757927"/>
                  </a:lnTo>
                  <a:lnTo>
                    <a:pt x="1031867" y="4757927"/>
                  </a:lnTo>
                  <a:lnTo>
                    <a:pt x="1031960" y="4757927"/>
                  </a:lnTo>
                  <a:lnTo>
                    <a:pt x="1032053" y="4757927"/>
                  </a:lnTo>
                  <a:lnTo>
                    <a:pt x="1032147" y="4757927"/>
                  </a:lnTo>
                  <a:lnTo>
                    <a:pt x="1032240" y="4757927"/>
                  </a:lnTo>
                  <a:lnTo>
                    <a:pt x="1032333" y="4757927"/>
                  </a:lnTo>
                  <a:lnTo>
                    <a:pt x="1032426" y="4757927"/>
                  </a:lnTo>
                  <a:lnTo>
                    <a:pt x="1032520" y="4757927"/>
                  </a:lnTo>
                  <a:lnTo>
                    <a:pt x="1032613" y="4757927"/>
                  </a:lnTo>
                  <a:lnTo>
                    <a:pt x="1032706" y="4757927"/>
                  </a:lnTo>
                  <a:lnTo>
                    <a:pt x="1032799" y="4757927"/>
                  </a:lnTo>
                  <a:lnTo>
                    <a:pt x="1032893" y="4757927"/>
                  </a:lnTo>
                  <a:lnTo>
                    <a:pt x="1032986" y="4757927"/>
                  </a:lnTo>
                  <a:lnTo>
                    <a:pt x="1033079" y="4757927"/>
                  </a:lnTo>
                  <a:lnTo>
                    <a:pt x="1033172" y="4757927"/>
                  </a:lnTo>
                  <a:lnTo>
                    <a:pt x="1033266" y="4757927"/>
                  </a:lnTo>
                  <a:lnTo>
                    <a:pt x="1033359" y="4757927"/>
                  </a:lnTo>
                  <a:lnTo>
                    <a:pt x="1033452" y="4757927"/>
                  </a:lnTo>
                  <a:lnTo>
                    <a:pt x="1033545" y="4757927"/>
                  </a:lnTo>
                  <a:lnTo>
                    <a:pt x="1033639" y="4757927"/>
                  </a:lnTo>
                  <a:lnTo>
                    <a:pt x="1033732" y="4757927"/>
                  </a:lnTo>
                  <a:lnTo>
                    <a:pt x="1033825" y="4757927"/>
                  </a:lnTo>
                  <a:lnTo>
                    <a:pt x="1033918" y="4757927"/>
                  </a:lnTo>
                  <a:lnTo>
                    <a:pt x="1034011" y="4757927"/>
                  </a:lnTo>
                  <a:lnTo>
                    <a:pt x="1034105" y="4757927"/>
                  </a:lnTo>
                  <a:lnTo>
                    <a:pt x="1034198" y="4757927"/>
                  </a:lnTo>
                  <a:lnTo>
                    <a:pt x="1034291" y="4757927"/>
                  </a:lnTo>
                  <a:lnTo>
                    <a:pt x="1034384" y="4757927"/>
                  </a:lnTo>
                  <a:lnTo>
                    <a:pt x="1034478" y="4757927"/>
                  </a:lnTo>
                  <a:lnTo>
                    <a:pt x="1034571" y="4757927"/>
                  </a:lnTo>
                  <a:lnTo>
                    <a:pt x="1034664" y="4757927"/>
                  </a:lnTo>
                  <a:lnTo>
                    <a:pt x="1034757" y="4757927"/>
                  </a:lnTo>
                  <a:lnTo>
                    <a:pt x="1034851" y="4757927"/>
                  </a:lnTo>
                  <a:lnTo>
                    <a:pt x="1034944" y="4757927"/>
                  </a:lnTo>
                  <a:lnTo>
                    <a:pt x="1035037" y="4757927"/>
                  </a:lnTo>
                  <a:lnTo>
                    <a:pt x="1035130" y="4757927"/>
                  </a:lnTo>
                  <a:lnTo>
                    <a:pt x="1035224" y="4757927"/>
                  </a:lnTo>
                  <a:lnTo>
                    <a:pt x="1035317" y="4757927"/>
                  </a:lnTo>
                  <a:lnTo>
                    <a:pt x="1035410" y="4757927"/>
                  </a:lnTo>
                  <a:lnTo>
                    <a:pt x="1035503" y="4757927"/>
                  </a:lnTo>
                  <a:lnTo>
                    <a:pt x="1035597" y="4757927"/>
                  </a:lnTo>
                  <a:lnTo>
                    <a:pt x="1035690" y="4757927"/>
                  </a:lnTo>
                  <a:lnTo>
                    <a:pt x="1035783" y="4757927"/>
                  </a:lnTo>
                  <a:lnTo>
                    <a:pt x="1035876" y="4757927"/>
                  </a:lnTo>
                  <a:lnTo>
                    <a:pt x="1035970" y="4757927"/>
                  </a:lnTo>
                  <a:lnTo>
                    <a:pt x="1036063" y="4757927"/>
                  </a:lnTo>
                  <a:lnTo>
                    <a:pt x="1036156" y="4757927"/>
                  </a:lnTo>
                  <a:lnTo>
                    <a:pt x="1036249" y="4757927"/>
                  </a:lnTo>
                  <a:lnTo>
                    <a:pt x="1036343" y="4757927"/>
                  </a:lnTo>
                  <a:lnTo>
                    <a:pt x="1036436" y="4757927"/>
                  </a:lnTo>
                  <a:lnTo>
                    <a:pt x="1036529" y="4757927"/>
                  </a:lnTo>
                  <a:lnTo>
                    <a:pt x="1036622" y="4757927"/>
                  </a:lnTo>
                  <a:lnTo>
                    <a:pt x="1036716" y="4757927"/>
                  </a:lnTo>
                  <a:lnTo>
                    <a:pt x="1036809" y="4757927"/>
                  </a:lnTo>
                  <a:lnTo>
                    <a:pt x="1036902" y="4757927"/>
                  </a:lnTo>
                  <a:lnTo>
                    <a:pt x="1036995" y="4757927"/>
                  </a:lnTo>
                  <a:lnTo>
                    <a:pt x="1037089" y="4757927"/>
                  </a:lnTo>
                  <a:lnTo>
                    <a:pt x="1037182" y="4757927"/>
                  </a:lnTo>
                  <a:lnTo>
                    <a:pt x="1037275" y="4757927"/>
                  </a:lnTo>
                  <a:lnTo>
                    <a:pt x="1037368" y="4757927"/>
                  </a:lnTo>
                  <a:lnTo>
                    <a:pt x="1037462" y="4757927"/>
                  </a:lnTo>
                  <a:lnTo>
                    <a:pt x="1037555" y="4757927"/>
                  </a:lnTo>
                  <a:lnTo>
                    <a:pt x="1037648" y="4757927"/>
                  </a:lnTo>
                  <a:lnTo>
                    <a:pt x="1037741" y="4757927"/>
                  </a:lnTo>
                  <a:lnTo>
                    <a:pt x="1037835" y="4757927"/>
                  </a:lnTo>
                  <a:lnTo>
                    <a:pt x="1037928" y="4757927"/>
                  </a:lnTo>
                  <a:lnTo>
                    <a:pt x="1038021" y="4757927"/>
                  </a:lnTo>
                  <a:lnTo>
                    <a:pt x="1038114" y="4757927"/>
                  </a:lnTo>
                  <a:lnTo>
                    <a:pt x="1038208" y="4757927"/>
                  </a:lnTo>
                  <a:lnTo>
                    <a:pt x="1038301" y="4757927"/>
                  </a:lnTo>
                  <a:lnTo>
                    <a:pt x="1038394" y="4757927"/>
                  </a:lnTo>
                  <a:lnTo>
                    <a:pt x="1038487" y="4757927"/>
                  </a:lnTo>
                  <a:lnTo>
                    <a:pt x="1038581" y="4757927"/>
                  </a:lnTo>
                  <a:lnTo>
                    <a:pt x="1038674" y="4757927"/>
                  </a:lnTo>
                  <a:lnTo>
                    <a:pt x="1038767" y="4757927"/>
                  </a:lnTo>
                  <a:lnTo>
                    <a:pt x="1038860" y="4757927"/>
                  </a:lnTo>
                  <a:lnTo>
                    <a:pt x="1038954" y="4757927"/>
                  </a:lnTo>
                  <a:lnTo>
                    <a:pt x="1039047" y="4757927"/>
                  </a:lnTo>
                  <a:lnTo>
                    <a:pt x="1039140" y="4757927"/>
                  </a:lnTo>
                  <a:lnTo>
                    <a:pt x="1039233" y="4757927"/>
                  </a:lnTo>
                  <a:lnTo>
                    <a:pt x="1039327" y="4757927"/>
                  </a:lnTo>
                  <a:lnTo>
                    <a:pt x="1039420" y="4757927"/>
                  </a:lnTo>
                  <a:lnTo>
                    <a:pt x="1039513" y="4757927"/>
                  </a:lnTo>
                  <a:lnTo>
                    <a:pt x="1039606" y="4757927"/>
                  </a:lnTo>
                  <a:lnTo>
                    <a:pt x="1039700" y="4757927"/>
                  </a:lnTo>
                  <a:lnTo>
                    <a:pt x="1039793" y="4757927"/>
                  </a:lnTo>
                  <a:lnTo>
                    <a:pt x="1039886" y="4757927"/>
                  </a:lnTo>
                  <a:lnTo>
                    <a:pt x="1039979" y="4757927"/>
                  </a:lnTo>
                  <a:lnTo>
                    <a:pt x="1040073" y="4757927"/>
                  </a:lnTo>
                  <a:lnTo>
                    <a:pt x="1040166" y="4757927"/>
                  </a:lnTo>
                  <a:lnTo>
                    <a:pt x="1040259" y="4757927"/>
                  </a:lnTo>
                  <a:lnTo>
                    <a:pt x="1040352" y="4757927"/>
                  </a:lnTo>
                  <a:lnTo>
                    <a:pt x="1040446" y="4757927"/>
                  </a:lnTo>
                  <a:lnTo>
                    <a:pt x="1040539" y="4757927"/>
                  </a:lnTo>
                  <a:lnTo>
                    <a:pt x="1040632" y="4757927"/>
                  </a:lnTo>
                  <a:lnTo>
                    <a:pt x="1040725" y="4757927"/>
                  </a:lnTo>
                  <a:lnTo>
                    <a:pt x="1040818" y="4757927"/>
                  </a:lnTo>
                  <a:lnTo>
                    <a:pt x="1040912" y="4757927"/>
                  </a:lnTo>
                  <a:lnTo>
                    <a:pt x="1041005" y="4757927"/>
                  </a:lnTo>
                  <a:lnTo>
                    <a:pt x="1041098" y="4757927"/>
                  </a:lnTo>
                  <a:lnTo>
                    <a:pt x="1041191" y="4757927"/>
                  </a:lnTo>
                  <a:lnTo>
                    <a:pt x="1041285" y="4757927"/>
                  </a:lnTo>
                  <a:lnTo>
                    <a:pt x="1041378" y="4757927"/>
                  </a:lnTo>
                  <a:lnTo>
                    <a:pt x="1041471" y="4757927"/>
                  </a:lnTo>
                  <a:lnTo>
                    <a:pt x="1041564" y="4757927"/>
                  </a:lnTo>
                  <a:lnTo>
                    <a:pt x="1041658" y="4757927"/>
                  </a:lnTo>
                  <a:lnTo>
                    <a:pt x="1041751" y="4757927"/>
                  </a:lnTo>
                  <a:lnTo>
                    <a:pt x="1041844" y="4757927"/>
                  </a:lnTo>
                  <a:lnTo>
                    <a:pt x="1041937" y="4757927"/>
                  </a:lnTo>
                  <a:lnTo>
                    <a:pt x="1042031" y="4757927"/>
                  </a:lnTo>
                  <a:lnTo>
                    <a:pt x="1042124" y="4757927"/>
                  </a:lnTo>
                  <a:lnTo>
                    <a:pt x="1042217" y="4757927"/>
                  </a:lnTo>
                  <a:lnTo>
                    <a:pt x="1042310" y="4757927"/>
                  </a:lnTo>
                  <a:lnTo>
                    <a:pt x="1042404" y="4757927"/>
                  </a:lnTo>
                  <a:lnTo>
                    <a:pt x="1042497" y="4757927"/>
                  </a:lnTo>
                  <a:lnTo>
                    <a:pt x="1042590" y="4757927"/>
                  </a:lnTo>
                  <a:lnTo>
                    <a:pt x="1042683" y="4757927"/>
                  </a:lnTo>
                  <a:lnTo>
                    <a:pt x="1042777" y="4757927"/>
                  </a:lnTo>
                  <a:lnTo>
                    <a:pt x="1042870" y="4757927"/>
                  </a:lnTo>
                  <a:lnTo>
                    <a:pt x="1042963" y="4757927"/>
                  </a:lnTo>
                  <a:lnTo>
                    <a:pt x="1043056" y="4757927"/>
                  </a:lnTo>
                  <a:lnTo>
                    <a:pt x="1043150" y="4757927"/>
                  </a:lnTo>
                  <a:lnTo>
                    <a:pt x="1043243" y="4757927"/>
                  </a:lnTo>
                  <a:lnTo>
                    <a:pt x="1043336" y="4757927"/>
                  </a:lnTo>
                  <a:lnTo>
                    <a:pt x="1043429" y="4757927"/>
                  </a:lnTo>
                  <a:lnTo>
                    <a:pt x="1043523" y="4757927"/>
                  </a:lnTo>
                  <a:lnTo>
                    <a:pt x="1043616" y="4757927"/>
                  </a:lnTo>
                  <a:lnTo>
                    <a:pt x="1043709" y="4757927"/>
                  </a:lnTo>
                  <a:lnTo>
                    <a:pt x="1043802" y="4757927"/>
                  </a:lnTo>
                  <a:lnTo>
                    <a:pt x="1043896" y="4757927"/>
                  </a:lnTo>
                  <a:lnTo>
                    <a:pt x="1043989" y="4757927"/>
                  </a:lnTo>
                  <a:lnTo>
                    <a:pt x="1044082" y="4757927"/>
                  </a:lnTo>
                  <a:lnTo>
                    <a:pt x="1044175" y="4757927"/>
                  </a:lnTo>
                  <a:lnTo>
                    <a:pt x="1044269" y="4757927"/>
                  </a:lnTo>
                  <a:lnTo>
                    <a:pt x="1044362" y="4757927"/>
                  </a:lnTo>
                  <a:lnTo>
                    <a:pt x="1044455" y="4757927"/>
                  </a:lnTo>
                  <a:lnTo>
                    <a:pt x="1044548" y="4757927"/>
                  </a:lnTo>
                  <a:lnTo>
                    <a:pt x="1044642" y="4757927"/>
                  </a:lnTo>
                  <a:lnTo>
                    <a:pt x="1044735" y="4757927"/>
                  </a:lnTo>
                  <a:lnTo>
                    <a:pt x="1044828" y="4757927"/>
                  </a:lnTo>
                  <a:lnTo>
                    <a:pt x="1044921" y="4757927"/>
                  </a:lnTo>
                  <a:lnTo>
                    <a:pt x="1045015" y="4757927"/>
                  </a:lnTo>
                  <a:lnTo>
                    <a:pt x="1045108" y="4757927"/>
                  </a:lnTo>
                  <a:lnTo>
                    <a:pt x="1045201" y="4757927"/>
                  </a:lnTo>
                  <a:lnTo>
                    <a:pt x="1045294" y="4757927"/>
                  </a:lnTo>
                  <a:lnTo>
                    <a:pt x="1045388" y="4757927"/>
                  </a:lnTo>
                  <a:lnTo>
                    <a:pt x="1045481" y="4757927"/>
                  </a:lnTo>
                  <a:lnTo>
                    <a:pt x="1045574" y="4757927"/>
                  </a:lnTo>
                  <a:lnTo>
                    <a:pt x="1045667" y="4757927"/>
                  </a:lnTo>
                  <a:lnTo>
                    <a:pt x="1045761" y="4757927"/>
                  </a:lnTo>
                  <a:lnTo>
                    <a:pt x="1045854" y="4757927"/>
                  </a:lnTo>
                  <a:lnTo>
                    <a:pt x="1045947" y="4757927"/>
                  </a:lnTo>
                  <a:lnTo>
                    <a:pt x="1046040" y="4757927"/>
                  </a:lnTo>
                  <a:lnTo>
                    <a:pt x="1046134" y="4757927"/>
                  </a:lnTo>
                  <a:lnTo>
                    <a:pt x="1046227" y="4757927"/>
                  </a:lnTo>
                  <a:lnTo>
                    <a:pt x="1046320" y="4757927"/>
                  </a:lnTo>
                  <a:lnTo>
                    <a:pt x="1046413" y="4757927"/>
                  </a:lnTo>
                  <a:lnTo>
                    <a:pt x="1046507" y="4757927"/>
                  </a:lnTo>
                  <a:lnTo>
                    <a:pt x="1046600" y="4757927"/>
                  </a:lnTo>
                  <a:lnTo>
                    <a:pt x="1046693" y="4757927"/>
                  </a:lnTo>
                  <a:lnTo>
                    <a:pt x="1046786" y="4757927"/>
                  </a:lnTo>
                  <a:lnTo>
                    <a:pt x="1046880" y="4757927"/>
                  </a:lnTo>
                  <a:lnTo>
                    <a:pt x="1046973" y="4757927"/>
                  </a:lnTo>
                  <a:lnTo>
                    <a:pt x="1047066" y="4757927"/>
                  </a:lnTo>
                  <a:lnTo>
                    <a:pt x="1047159" y="4757927"/>
                  </a:lnTo>
                  <a:lnTo>
                    <a:pt x="1047253" y="4757927"/>
                  </a:lnTo>
                  <a:lnTo>
                    <a:pt x="1047346" y="4757927"/>
                  </a:lnTo>
                  <a:lnTo>
                    <a:pt x="1047439" y="4757927"/>
                  </a:lnTo>
                  <a:lnTo>
                    <a:pt x="1047532" y="4757927"/>
                  </a:lnTo>
                  <a:lnTo>
                    <a:pt x="1047625" y="4757927"/>
                  </a:lnTo>
                  <a:lnTo>
                    <a:pt x="1047719" y="4757927"/>
                  </a:lnTo>
                  <a:lnTo>
                    <a:pt x="1047812" y="4757927"/>
                  </a:lnTo>
                  <a:lnTo>
                    <a:pt x="1047905" y="4757927"/>
                  </a:lnTo>
                  <a:lnTo>
                    <a:pt x="1047998" y="4757927"/>
                  </a:lnTo>
                  <a:lnTo>
                    <a:pt x="1048092" y="4757927"/>
                  </a:lnTo>
                  <a:lnTo>
                    <a:pt x="1048185" y="4757927"/>
                  </a:lnTo>
                  <a:lnTo>
                    <a:pt x="1048278" y="4757927"/>
                  </a:lnTo>
                  <a:lnTo>
                    <a:pt x="1048371" y="4757927"/>
                  </a:lnTo>
                  <a:lnTo>
                    <a:pt x="1048465" y="4757927"/>
                  </a:lnTo>
                  <a:lnTo>
                    <a:pt x="1048558" y="4757927"/>
                  </a:lnTo>
                  <a:lnTo>
                    <a:pt x="1048651" y="4757927"/>
                  </a:lnTo>
                  <a:lnTo>
                    <a:pt x="1048744" y="4757927"/>
                  </a:lnTo>
                  <a:lnTo>
                    <a:pt x="1048838" y="4757927"/>
                  </a:lnTo>
                  <a:lnTo>
                    <a:pt x="1048931" y="4757927"/>
                  </a:lnTo>
                  <a:lnTo>
                    <a:pt x="1049024" y="4757927"/>
                  </a:lnTo>
                  <a:lnTo>
                    <a:pt x="1049117" y="4757927"/>
                  </a:lnTo>
                  <a:lnTo>
                    <a:pt x="1049211" y="4757927"/>
                  </a:lnTo>
                  <a:lnTo>
                    <a:pt x="1049304" y="4757927"/>
                  </a:lnTo>
                  <a:lnTo>
                    <a:pt x="1049397" y="4757927"/>
                  </a:lnTo>
                  <a:lnTo>
                    <a:pt x="1049490" y="4757927"/>
                  </a:lnTo>
                  <a:lnTo>
                    <a:pt x="1049584" y="4757927"/>
                  </a:lnTo>
                  <a:lnTo>
                    <a:pt x="1049677" y="4757927"/>
                  </a:lnTo>
                  <a:lnTo>
                    <a:pt x="1049770" y="4757927"/>
                  </a:lnTo>
                  <a:lnTo>
                    <a:pt x="1049863" y="4757927"/>
                  </a:lnTo>
                  <a:lnTo>
                    <a:pt x="1049957" y="4757927"/>
                  </a:lnTo>
                  <a:lnTo>
                    <a:pt x="1050050" y="4757927"/>
                  </a:lnTo>
                  <a:lnTo>
                    <a:pt x="1050143" y="4757927"/>
                  </a:lnTo>
                  <a:lnTo>
                    <a:pt x="1050236" y="4757927"/>
                  </a:lnTo>
                  <a:lnTo>
                    <a:pt x="1050330" y="4757927"/>
                  </a:lnTo>
                  <a:lnTo>
                    <a:pt x="1050423" y="4757927"/>
                  </a:lnTo>
                  <a:lnTo>
                    <a:pt x="1050516" y="4757927"/>
                  </a:lnTo>
                  <a:lnTo>
                    <a:pt x="1050609" y="4757927"/>
                  </a:lnTo>
                  <a:lnTo>
                    <a:pt x="1050703" y="4757927"/>
                  </a:lnTo>
                  <a:lnTo>
                    <a:pt x="1050796" y="4757927"/>
                  </a:lnTo>
                  <a:lnTo>
                    <a:pt x="1050889" y="4757927"/>
                  </a:lnTo>
                  <a:lnTo>
                    <a:pt x="1050982" y="4757927"/>
                  </a:lnTo>
                  <a:lnTo>
                    <a:pt x="1051076" y="4757927"/>
                  </a:lnTo>
                  <a:lnTo>
                    <a:pt x="1051169" y="4757927"/>
                  </a:lnTo>
                  <a:lnTo>
                    <a:pt x="1051262" y="4757927"/>
                  </a:lnTo>
                  <a:lnTo>
                    <a:pt x="1051355" y="4757927"/>
                  </a:lnTo>
                  <a:lnTo>
                    <a:pt x="1051449" y="4757927"/>
                  </a:lnTo>
                  <a:lnTo>
                    <a:pt x="1051542" y="4757927"/>
                  </a:lnTo>
                  <a:lnTo>
                    <a:pt x="1051635" y="4757927"/>
                  </a:lnTo>
                  <a:lnTo>
                    <a:pt x="1051728" y="4757927"/>
                  </a:lnTo>
                  <a:lnTo>
                    <a:pt x="1051822" y="4757927"/>
                  </a:lnTo>
                  <a:lnTo>
                    <a:pt x="1051915" y="4757927"/>
                  </a:lnTo>
                  <a:lnTo>
                    <a:pt x="1052008" y="4757927"/>
                  </a:lnTo>
                  <a:lnTo>
                    <a:pt x="1052101" y="4757927"/>
                  </a:lnTo>
                  <a:lnTo>
                    <a:pt x="1052195" y="4757927"/>
                  </a:lnTo>
                  <a:lnTo>
                    <a:pt x="1052288" y="4757927"/>
                  </a:lnTo>
                  <a:lnTo>
                    <a:pt x="1052381" y="4757927"/>
                  </a:lnTo>
                  <a:lnTo>
                    <a:pt x="1052474" y="4757927"/>
                  </a:lnTo>
                  <a:lnTo>
                    <a:pt x="1052568" y="4757927"/>
                  </a:lnTo>
                  <a:lnTo>
                    <a:pt x="1052661" y="4757927"/>
                  </a:lnTo>
                  <a:lnTo>
                    <a:pt x="1052754" y="4757927"/>
                  </a:lnTo>
                  <a:lnTo>
                    <a:pt x="1052847" y="4757927"/>
                  </a:lnTo>
                  <a:lnTo>
                    <a:pt x="1052941" y="4757927"/>
                  </a:lnTo>
                  <a:lnTo>
                    <a:pt x="1053034" y="4757927"/>
                  </a:lnTo>
                  <a:lnTo>
                    <a:pt x="1053127" y="4757927"/>
                  </a:lnTo>
                  <a:lnTo>
                    <a:pt x="1053220" y="4757927"/>
                  </a:lnTo>
                  <a:lnTo>
                    <a:pt x="1053314" y="4757927"/>
                  </a:lnTo>
                  <a:lnTo>
                    <a:pt x="1053407" y="4757927"/>
                  </a:lnTo>
                  <a:lnTo>
                    <a:pt x="1053500" y="4757927"/>
                  </a:lnTo>
                  <a:lnTo>
                    <a:pt x="1053593" y="4757927"/>
                  </a:lnTo>
                  <a:lnTo>
                    <a:pt x="1053687" y="4757927"/>
                  </a:lnTo>
                  <a:lnTo>
                    <a:pt x="1053780" y="4757927"/>
                  </a:lnTo>
                  <a:lnTo>
                    <a:pt x="1053873" y="4757927"/>
                  </a:lnTo>
                  <a:lnTo>
                    <a:pt x="1053966" y="4757927"/>
                  </a:lnTo>
                  <a:lnTo>
                    <a:pt x="1054060" y="4757927"/>
                  </a:lnTo>
                  <a:lnTo>
                    <a:pt x="1054153" y="4757927"/>
                  </a:lnTo>
                  <a:lnTo>
                    <a:pt x="1054246" y="4757927"/>
                  </a:lnTo>
                  <a:lnTo>
                    <a:pt x="1054339" y="4757927"/>
                  </a:lnTo>
                  <a:lnTo>
                    <a:pt x="1054433" y="4757927"/>
                  </a:lnTo>
                  <a:lnTo>
                    <a:pt x="1054526" y="4757927"/>
                  </a:lnTo>
                  <a:lnTo>
                    <a:pt x="1054619" y="4757927"/>
                  </a:lnTo>
                  <a:lnTo>
                    <a:pt x="1054712" y="4757927"/>
                  </a:lnTo>
                  <a:lnTo>
                    <a:pt x="1054805" y="4757927"/>
                  </a:lnTo>
                  <a:lnTo>
                    <a:pt x="1054899" y="4757927"/>
                  </a:lnTo>
                  <a:lnTo>
                    <a:pt x="1054992" y="4757927"/>
                  </a:lnTo>
                  <a:lnTo>
                    <a:pt x="1055085" y="4757927"/>
                  </a:lnTo>
                  <a:lnTo>
                    <a:pt x="1055178" y="4757927"/>
                  </a:lnTo>
                  <a:lnTo>
                    <a:pt x="1055272" y="4757927"/>
                  </a:lnTo>
                  <a:lnTo>
                    <a:pt x="1055365" y="4757927"/>
                  </a:lnTo>
                  <a:lnTo>
                    <a:pt x="1055458" y="4757927"/>
                  </a:lnTo>
                  <a:lnTo>
                    <a:pt x="1055551" y="4757927"/>
                  </a:lnTo>
                  <a:lnTo>
                    <a:pt x="1055645" y="4757927"/>
                  </a:lnTo>
                  <a:lnTo>
                    <a:pt x="1055738" y="4757927"/>
                  </a:lnTo>
                  <a:lnTo>
                    <a:pt x="1055831" y="4757927"/>
                  </a:lnTo>
                  <a:lnTo>
                    <a:pt x="1055924" y="4757927"/>
                  </a:lnTo>
                  <a:lnTo>
                    <a:pt x="1056018" y="4757927"/>
                  </a:lnTo>
                  <a:lnTo>
                    <a:pt x="1056111" y="4757927"/>
                  </a:lnTo>
                  <a:lnTo>
                    <a:pt x="1056204" y="4757927"/>
                  </a:lnTo>
                  <a:lnTo>
                    <a:pt x="1056297" y="4757927"/>
                  </a:lnTo>
                  <a:lnTo>
                    <a:pt x="1056391" y="4757927"/>
                  </a:lnTo>
                  <a:lnTo>
                    <a:pt x="1056484" y="4757927"/>
                  </a:lnTo>
                  <a:lnTo>
                    <a:pt x="1056577" y="4757927"/>
                  </a:lnTo>
                  <a:lnTo>
                    <a:pt x="1056670" y="4757927"/>
                  </a:lnTo>
                  <a:lnTo>
                    <a:pt x="1056764" y="4757927"/>
                  </a:lnTo>
                  <a:lnTo>
                    <a:pt x="1056857" y="4757927"/>
                  </a:lnTo>
                  <a:lnTo>
                    <a:pt x="1056950" y="4757927"/>
                  </a:lnTo>
                  <a:lnTo>
                    <a:pt x="1057043" y="4757927"/>
                  </a:lnTo>
                  <a:lnTo>
                    <a:pt x="1057137" y="4757927"/>
                  </a:lnTo>
                  <a:lnTo>
                    <a:pt x="1057230" y="4757927"/>
                  </a:lnTo>
                  <a:lnTo>
                    <a:pt x="1057323" y="4757927"/>
                  </a:lnTo>
                  <a:lnTo>
                    <a:pt x="1057416" y="4757927"/>
                  </a:lnTo>
                  <a:lnTo>
                    <a:pt x="1057510" y="4757927"/>
                  </a:lnTo>
                  <a:lnTo>
                    <a:pt x="1057603" y="4757927"/>
                  </a:lnTo>
                  <a:lnTo>
                    <a:pt x="1057696" y="4757927"/>
                  </a:lnTo>
                  <a:lnTo>
                    <a:pt x="1057789" y="4757927"/>
                  </a:lnTo>
                  <a:lnTo>
                    <a:pt x="1057883" y="4757927"/>
                  </a:lnTo>
                  <a:lnTo>
                    <a:pt x="1057976" y="4757927"/>
                  </a:lnTo>
                  <a:lnTo>
                    <a:pt x="1058069" y="4757927"/>
                  </a:lnTo>
                  <a:lnTo>
                    <a:pt x="1058162" y="4757927"/>
                  </a:lnTo>
                  <a:lnTo>
                    <a:pt x="1058256" y="4757927"/>
                  </a:lnTo>
                  <a:lnTo>
                    <a:pt x="1058349" y="4757927"/>
                  </a:lnTo>
                  <a:lnTo>
                    <a:pt x="1058442" y="4757927"/>
                  </a:lnTo>
                  <a:lnTo>
                    <a:pt x="1058535" y="4757927"/>
                  </a:lnTo>
                  <a:lnTo>
                    <a:pt x="1058629" y="4757927"/>
                  </a:lnTo>
                  <a:lnTo>
                    <a:pt x="1058722" y="4757927"/>
                  </a:lnTo>
                  <a:lnTo>
                    <a:pt x="1058815" y="4757927"/>
                  </a:lnTo>
                  <a:lnTo>
                    <a:pt x="1058908" y="4757927"/>
                  </a:lnTo>
                  <a:lnTo>
                    <a:pt x="1059002" y="4757927"/>
                  </a:lnTo>
                  <a:lnTo>
                    <a:pt x="1059095" y="4757927"/>
                  </a:lnTo>
                  <a:lnTo>
                    <a:pt x="1059188" y="4757927"/>
                  </a:lnTo>
                  <a:lnTo>
                    <a:pt x="1059281" y="4757927"/>
                  </a:lnTo>
                  <a:lnTo>
                    <a:pt x="1059375" y="4757927"/>
                  </a:lnTo>
                  <a:lnTo>
                    <a:pt x="1059468" y="4757927"/>
                  </a:lnTo>
                  <a:lnTo>
                    <a:pt x="1059561" y="4757927"/>
                  </a:lnTo>
                  <a:lnTo>
                    <a:pt x="1059654" y="4757927"/>
                  </a:lnTo>
                  <a:lnTo>
                    <a:pt x="1059748" y="4757927"/>
                  </a:lnTo>
                  <a:lnTo>
                    <a:pt x="1059841" y="4757927"/>
                  </a:lnTo>
                  <a:lnTo>
                    <a:pt x="1059934" y="4757927"/>
                  </a:lnTo>
                  <a:lnTo>
                    <a:pt x="1060027" y="4757927"/>
                  </a:lnTo>
                  <a:lnTo>
                    <a:pt x="1060121" y="4757927"/>
                  </a:lnTo>
                  <a:lnTo>
                    <a:pt x="1060214" y="4757927"/>
                  </a:lnTo>
                  <a:lnTo>
                    <a:pt x="1060307" y="4757927"/>
                  </a:lnTo>
                  <a:lnTo>
                    <a:pt x="1060400" y="4757927"/>
                  </a:lnTo>
                  <a:lnTo>
                    <a:pt x="1060494" y="4757927"/>
                  </a:lnTo>
                  <a:lnTo>
                    <a:pt x="1060587" y="4757927"/>
                  </a:lnTo>
                  <a:lnTo>
                    <a:pt x="1060680" y="4757927"/>
                  </a:lnTo>
                  <a:lnTo>
                    <a:pt x="1060773" y="4757927"/>
                  </a:lnTo>
                  <a:lnTo>
                    <a:pt x="1060867" y="4757927"/>
                  </a:lnTo>
                  <a:lnTo>
                    <a:pt x="1060960" y="4757927"/>
                  </a:lnTo>
                  <a:lnTo>
                    <a:pt x="1061053" y="4757927"/>
                  </a:lnTo>
                  <a:lnTo>
                    <a:pt x="1061146" y="4757927"/>
                  </a:lnTo>
                  <a:lnTo>
                    <a:pt x="1061240" y="4757927"/>
                  </a:lnTo>
                  <a:lnTo>
                    <a:pt x="1061333" y="4757927"/>
                  </a:lnTo>
                  <a:lnTo>
                    <a:pt x="1061426" y="4757927"/>
                  </a:lnTo>
                  <a:lnTo>
                    <a:pt x="1061519" y="4757927"/>
                  </a:lnTo>
                  <a:lnTo>
                    <a:pt x="1061612" y="4757927"/>
                  </a:lnTo>
                  <a:lnTo>
                    <a:pt x="1061706" y="4757927"/>
                  </a:lnTo>
                  <a:lnTo>
                    <a:pt x="1061799" y="4757927"/>
                  </a:lnTo>
                  <a:lnTo>
                    <a:pt x="1061892" y="4757927"/>
                  </a:lnTo>
                  <a:lnTo>
                    <a:pt x="1061985" y="4757927"/>
                  </a:lnTo>
                  <a:lnTo>
                    <a:pt x="1062079" y="4757927"/>
                  </a:lnTo>
                  <a:lnTo>
                    <a:pt x="1062172" y="4757927"/>
                  </a:lnTo>
                  <a:lnTo>
                    <a:pt x="1062265" y="4757927"/>
                  </a:lnTo>
                  <a:lnTo>
                    <a:pt x="1062358" y="4757927"/>
                  </a:lnTo>
                  <a:lnTo>
                    <a:pt x="1062452" y="4757927"/>
                  </a:lnTo>
                  <a:lnTo>
                    <a:pt x="1062545" y="4757927"/>
                  </a:lnTo>
                  <a:lnTo>
                    <a:pt x="1062638" y="4757927"/>
                  </a:lnTo>
                  <a:lnTo>
                    <a:pt x="1062731" y="4757927"/>
                  </a:lnTo>
                  <a:lnTo>
                    <a:pt x="1062825" y="4757927"/>
                  </a:lnTo>
                  <a:lnTo>
                    <a:pt x="1062918" y="4757927"/>
                  </a:lnTo>
                  <a:lnTo>
                    <a:pt x="1063011" y="4757927"/>
                  </a:lnTo>
                  <a:lnTo>
                    <a:pt x="1063104" y="4757927"/>
                  </a:lnTo>
                  <a:lnTo>
                    <a:pt x="1063198" y="4757927"/>
                  </a:lnTo>
                  <a:lnTo>
                    <a:pt x="1063291" y="4757927"/>
                  </a:lnTo>
                  <a:lnTo>
                    <a:pt x="1063384" y="4757927"/>
                  </a:lnTo>
                  <a:lnTo>
                    <a:pt x="1063384" y="4747973"/>
                  </a:lnTo>
                  <a:lnTo>
                    <a:pt x="1063477" y="4747973"/>
                  </a:lnTo>
                  <a:lnTo>
                    <a:pt x="1063571" y="4747973"/>
                  </a:lnTo>
                  <a:lnTo>
                    <a:pt x="1063664" y="4747973"/>
                  </a:lnTo>
                  <a:lnTo>
                    <a:pt x="1063757" y="4747973"/>
                  </a:lnTo>
                  <a:lnTo>
                    <a:pt x="1063850" y="4747973"/>
                  </a:lnTo>
                  <a:lnTo>
                    <a:pt x="1063944" y="4747973"/>
                  </a:lnTo>
                  <a:lnTo>
                    <a:pt x="1064037" y="4747973"/>
                  </a:lnTo>
                  <a:lnTo>
                    <a:pt x="1064130" y="4747973"/>
                  </a:lnTo>
                  <a:lnTo>
                    <a:pt x="1064223" y="4747973"/>
                  </a:lnTo>
                  <a:lnTo>
                    <a:pt x="1064317" y="4747973"/>
                  </a:lnTo>
                  <a:lnTo>
                    <a:pt x="1064410" y="4747973"/>
                  </a:lnTo>
                  <a:lnTo>
                    <a:pt x="1064503" y="4747973"/>
                  </a:lnTo>
                  <a:lnTo>
                    <a:pt x="1064596" y="4747973"/>
                  </a:lnTo>
                  <a:lnTo>
                    <a:pt x="1064690" y="4747973"/>
                  </a:lnTo>
                  <a:lnTo>
                    <a:pt x="1064783" y="4747973"/>
                  </a:lnTo>
                  <a:lnTo>
                    <a:pt x="1064876" y="4747973"/>
                  </a:lnTo>
                  <a:lnTo>
                    <a:pt x="1064969" y="4747973"/>
                  </a:lnTo>
                  <a:lnTo>
                    <a:pt x="1065063" y="4747973"/>
                  </a:lnTo>
                  <a:lnTo>
                    <a:pt x="1065156" y="4747973"/>
                  </a:lnTo>
                  <a:lnTo>
                    <a:pt x="1065249" y="4747973"/>
                  </a:lnTo>
                  <a:lnTo>
                    <a:pt x="1065342" y="4747973"/>
                  </a:lnTo>
                  <a:lnTo>
                    <a:pt x="1065436" y="4747973"/>
                  </a:lnTo>
                  <a:lnTo>
                    <a:pt x="1065529" y="4747973"/>
                  </a:lnTo>
                  <a:lnTo>
                    <a:pt x="1065622" y="4747973"/>
                  </a:lnTo>
                  <a:lnTo>
                    <a:pt x="1065715" y="4747973"/>
                  </a:lnTo>
                  <a:lnTo>
                    <a:pt x="1065809" y="4747973"/>
                  </a:lnTo>
                  <a:lnTo>
                    <a:pt x="1065902" y="4747973"/>
                  </a:lnTo>
                  <a:lnTo>
                    <a:pt x="1065995" y="4747973"/>
                  </a:lnTo>
                  <a:lnTo>
                    <a:pt x="1066088" y="4747973"/>
                  </a:lnTo>
                  <a:lnTo>
                    <a:pt x="1066182" y="4747973"/>
                  </a:lnTo>
                  <a:lnTo>
                    <a:pt x="1066275" y="4747973"/>
                  </a:lnTo>
                  <a:lnTo>
                    <a:pt x="1066368" y="4747973"/>
                  </a:lnTo>
                  <a:lnTo>
                    <a:pt x="1066461" y="4747973"/>
                  </a:lnTo>
                  <a:lnTo>
                    <a:pt x="1066555" y="4747973"/>
                  </a:lnTo>
                  <a:lnTo>
                    <a:pt x="1066648" y="4747973"/>
                  </a:lnTo>
                  <a:lnTo>
                    <a:pt x="1066741" y="4747973"/>
                  </a:lnTo>
                  <a:lnTo>
                    <a:pt x="1066834" y="4747973"/>
                  </a:lnTo>
                  <a:lnTo>
                    <a:pt x="1066928" y="4747973"/>
                  </a:lnTo>
                  <a:lnTo>
                    <a:pt x="1067021" y="4747973"/>
                  </a:lnTo>
                  <a:lnTo>
                    <a:pt x="1067114" y="4747973"/>
                  </a:lnTo>
                  <a:lnTo>
                    <a:pt x="1067207" y="4747973"/>
                  </a:lnTo>
                  <a:lnTo>
                    <a:pt x="1067301" y="4747973"/>
                  </a:lnTo>
                  <a:lnTo>
                    <a:pt x="1067394" y="4747973"/>
                  </a:lnTo>
                  <a:lnTo>
                    <a:pt x="1067487" y="4747973"/>
                  </a:lnTo>
                  <a:lnTo>
                    <a:pt x="1067580" y="4747973"/>
                  </a:lnTo>
                  <a:lnTo>
                    <a:pt x="1067674" y="4747973"/>
                  </a:lnTo>
                  <a:lnTo>
                    <a:pt x="1067767" y="4747973"/>
                  </a:lnTo>
                  <a:lnTo>
                    <a:pt x="1067860" y="4747973"/>
                  </a:lnTo>
                  <a:lnTo>
                    <a:pt x="1067953" y="4747973"/>
                  </a:lnTo>
                  <a:lnTo>
                    <a:pt x="1068047" y="4747973"/>
                  </a:lnTo>
                  <a:lnTo>
                    <a:pt x="1068140" y="4747973"/>
                  </a:lnTo>
                  <a:lnTo>
                    <a:pt x="1068233" y="4747973"/>
                  </a:lnTo>
                  <a:lnTo>
                    <a:pt x="1068326" y="4747973"/>
                  </a:lnTo>
                  <a:lnTo>
                    <a:pt x="1068420" y="4747973"/>
                  </a:lnTo>
                  <a:lnTo>
                    <a:pt x="1068513" y="4747973"/>
                  </a:lnTo>
                  <a:lnTo>
                    <a:pt x="1068606" y="4747973"/>
                  </a:lnTo>
                  <a:lnTo>
                    <a:pt x="1068699" y="4747973"/>
                  </a:lnTo>
                  <a:lnTo>
                    <a:pt x="1068792" y="4747973"/>
                  </a:lnTo>
                  <a:lnTo>
                    <a:pt x="1068886" y="4747973"/>
                  </a:lnTo>
                  <a:lnTo>
                    <a:pt x="1068979" y="4747973"/>
                  </a:lnTo>
                  <a:lnTo>
                    <a:pt x="1069072" y="4747973"/>
                  </a:lnTo>
                  <a:lnTo>
                    <a:pt x="1069165" y="4747973"/>
                  </a:lnTo>
                  <a:lnTo>
                    <a:pt x="1069259" y="4747973"/>
                  </a:lnTo>
                  <a:lnTo>
                    <a:pt x="1069352" y="4747973"/>
                  </a:lnTo>
                  <a:lnTo>
                    <a:pt x="1069445" y="4747973"/>
                  </a:lnTo>
                  <a:lnTo>
                    <a:pt x="1069538" y="4747973"/>
                  </a:lnTo>
                  <a:lnTo>
                    <a:pt x="1069632" y="4747973"/>
                  </a:lnTo>
                  <a:lnTo>
                    <a:pt x="1069725" y="4747973"/>
                  </a:lnTo>
                  <a:lnTo>
                    <a:pt x="1069818" y="4747973"/>
                  </a:lnTo>
                  <a:lnTo>
                    <a:pt x="1069911" y="4747973"/>
                  </a:lnTo>
                  <a:lnTo>
                    <a:pt x="1070005" y="4747973"/>
                  </a:lnTo>
                  <a:lnTo>
                    <a:pt x="1070098" y="4747973"/>
                  </a:lnTo>
                  <a:lnTo>
                    <a:pt x="1070191" y="4747973"/>
                  </a:lnTo>
                  <a:lnTo>
                    <a:pt x="1070284" y="4747973"/>
                  </a:lnTo>
                  <a:lnTo>
                    <a:pt x="1070378" y="4747973"/>
                  </a:lnTo>
                  <a:lnTo>
                    <a:pt x="1070471" y="4747973"/>
                  </a:lnTo>
                  <a:lnTo>
                    <a:pt x="1070564" y="4747973"/>
                  </a:lnTo>
                  <a:lnTo>
                    <a:pt x="1070657" y="4747973"/>
                  </a:lnTo>
                  <a:lnTo>
                    <a:pt x="1070751" y="4747973"/>
                  </a:lnTo>
                  <a:lnTo>
                    <a:pt x="1070844" y="4747973"/>
                  </a:lnTo>
                  <a:lnTo>
                    <a:pt x="1070937" y="4747973"/>
                  </a:lnTo>
                  <a:lnTo>
                    <a:pt x="1071030" y="4747973"/>
                  </a:lnTo>
                  <a:lnTo>
                    <a:pt x="1071124" y="4747973"/>
                  </a:lnTo>
                  <a:lnTo>
                    <a:pt x="1071217" y="4747973"/>
                  </a:lnTo>
                  <a:lnTo>
                    <a:pt x="1071310" y="4747973"/>
                  </a:lnTo>
                  <a:lnTo>
                    <a:pt x="1071403" y="4747973"/>
                  </a:lnTo>
                  <a:lnTo>
                    <a:pt x="1071497" y="4747973"/>
                  </a:lnTo>
                  <a:lnTo>
                    <a:pt x="1071590" y="4747973"/>
                  </a:lnTo>
                  <a:lnTo>
                    <a:pt x="1071683" y="4747973"/>
                  </a:lnTo>
                  <a:lnTo>
                    <a:pt x="1071776" y="4747973"/>
                  </a:lnTo>
                  <a:lnTo>
                    <a:pt x="1071870" y="4747973"/>
                  </a:lnTo>
                  <a:lnTo>
                    <a:pt x="1071963" y="4747973"/>
                  </a:lnTo>
                  <a:lnTo>
                    <a:pt x="1072056" y="4747973"/>
                  </a:lnTo>
                  <a:lnTo>
                    <a:pt x="1072149" y="4747973"/>
                  </a:lnTo>
                  <a:lnTo>
                    <a:pt x="1072243" y="4747973"/>
                  </a:lnTo>
                  <a:lnTo>
                    <a:pt x="1072336" y="4747973"/>
                  </a:lnTo>
                  <a:lnTo>
                    <a:pt x="1072429" y="4747973"/>
                  </a:lnTo>
                  <a:lnTo>
                    <a:pt x="1072522" y="4747973"/>
                  </a:lnTo>
                  <a:lnTo>
                    <a:pt x="1072616" y="4747973"/>
                  </a:lnTo>
                  <a:lnTo>
                    <a:pt x="1072709" y="4747973"/>
                  </a:lnTo>
                  <a:lnTo>
                    <a:pt x="1072802" y="4747973"/>
                  </a:lnTo>
                  <a:lnTo>
                    <a:pt x="1072895" y="4747973"/>
                  </a:lnTo>
                  <a:lnTo>
                    <a:pt x="1072989" y="4747973"/>
                  </a:lnTo>
                  <a:lnTo>
                    <a:pt x="1073082" y="4747973"/>
                  </a:lnTo>
                  <a:lnTo>
                    <a:pt x="1073175" y="4747973"/>
                  </a:lnTo>
                  <a:lnTo>
                    <a:pt x="1073268" y="4747973"/>
                  </a:lnTo>
                  <a:lnTo>
                    <a:pt x="1073362" y="4747973"/>
                  </a:lnTo>
                  <a:lnTo>
                    <a:pt x="1073455" y="4747973"/>
                  </a:lnTo>
                  <a:lnTo>
                    <a:pt x="1073548" y="4747973"/>
                  </a:lnTo>
                  <a:lnTo>
                    <a:pt x="1073641" y="4747973"/>
                  </a:lnTo>
                  <a:lnTo>
                    <a:pt x="1073735" y="4747973"/>
                  </a:lnTo>
                  <a:lnTo>
                    <a:pt x="1073828" y="4747973"/>
                  </a:lnTo>
                  <a:lnTo>
                    <a:pt x="1073921" y="4747973"/>
                  </a:lnTo>
                  <a:lnTo>
                    <a:pt x="1074014" y="4747973"/>
                  </a:lnTo>
                  <a:lnTo>
                    <a:pt x="1074108" y="4747973"/>
                  </a:lnTo>
                  <a:lnTo>
                    <a:pt x="1074201" y="4747973"/>
                  </a:lnTo>
                  <a:lnTo>
                    <a:pt x="1074294" y="4747973"/>
                  </a:lnTo>
                  <a:lnTo>
                    <a:pt x="1074387" y="4747973"/>
                  </a:lnTo>
                  <a:lnTo>
                    <a:pt x="1074387" y="4738019"/>
                  </a:lnTo>
                  <a:lnTo>
                    <a:pt x="1074481" y="4738019"/>
                  </a:lnTo>
                  <a:lnTo>
                    <a:pt x="1074574" y="4738019"/>
                  </a:lnTo>
                  <a:lnTo>
                    <a:pt x="1074667" y="4738019"/>
                  </a:lnTo>
                  <a:lnTo>
                    <a:pt x="1074760" y="4738019"/>
                  </a:lnTo>
                  <a:lnTo>
                    <a:pt x="1074854" y="4738019"/>
                  </a:lnTo>
                  <a:lnTo>
                    <a:pt x="1074947" y="4738019"/>
                  </a:lnTo>
                  <a:lnTo>
                    <a:pt x="1074947" y="4728065"/>
                  </a:lnTo>
                  <a:lnTo>
                    <a:pt x="1075040" y="4728065"/>
                  </a:lnTo>
                  <a:lnTo>
                    <a:pt x="1075133" y="4728065"/>
                  </a:lnTo>
                  <a:lnTo>
                    <a:pt x="1075227" y="4728065"/>
                  </a:lnTo>
                  <a:lnTo>
                    <a:pt x="1075320" y="4728065"/>
                  </a:lnTo>
                  <a:lnTo>
                    <a:pt x="1075413" y="4728065"/>
                  </a:lnTo>
                  <a:lnTo>
                    <a:pt x="1075506" y="4728065"/>
                  </a:lnTo>
                  <a:lnTo>
                    <a:pt x="1075599" y="4728065"/>
                  </a:lnTo>
                  <a:lnTo>
                    <a:pt x="1075693" y="4728065"/>
                  </a:lnTo>
                  <a:lnTo>
                    <a:pt x="1075786" y="4728065"/>
                  </a:lnTo>
                  <a:lnTo>
                    <a:pt x="1075879" y="4728065"/>
                  </a:lnTo>
                  <a:lnTo>
                    <a:pt x="1075972" y="4728065"/>
                  </a:lnTo>
                  <a:lnTo>
                    <a:pt x="1076066" y="4728065"/>
                  </a:lnTo>
                  <a:lnTo>
                    <a:pt x="1076159" y="4728065"/>
                  </a:lnTo>
                  <a:lnTo>
                    <a:pt x="1076252" y="4728065"/>
                  </a:lnTo>
                  <a:lnTo>
                    <a:pt x="1076345" y="4728065"/>
                  </a:lnTo>
                  <a:lnTo>
                    <a:pt x="1076439" y="4728065"/>
                  </a:lnTo>
                  <a:lnTo>
                    <a:pt x="1076532" y="4728065"/>
                  </a:lnTo>
                  <a:lnTo>
                    <a:pt x="1076625" y="4728065"/>
                  </a:lnTo>
                  <a:lnTo>
                    <a:pt x="1076718" y="4728065"/>
                  </a:lnTo>
                  <a:lnTo>
                    <a:pt x="1076812" y="4728065"/>
                  </a:lnTo>
                  <a:lnTo>
                    <a:pt x="1076905" y="4728065"/>
                  </a:lnTo>
                  <a:lnTo>
                    <a:pt x="1076998" y="4728065"/>
                  </a:lnTo>
                  <a:lnTo>
                    <a:pt x="1077091" y="4728065"/>
                  </a:lnTo>
                  <a:lnTo>
                    <a:pt x="1077185" y="4728065"/>
                  </a:lnTo>
                  <a:lnTo>
                    <a:pt x="1077278" y="4728065"/>
                  </a:lnTo>
                  <a:lnTo>
                    <a:pt x="1077371" y="4728065"/>
                  </a:lnTo>
                  <a:lnTo>
                    <a:pt x="1077464" y="4728065"/>
                  </a:lnTo>
                  <a:lnTo>
                    <a:pt x="1077558" y="4728065"/>
                  </a:lnTo>
                  <a:lnTo>
                    <a:pt x="1077651" y="4728065"/>
                  </a:lnTo>
                  <a:lnTo>
                    <a:pt x="1077744" y="4728065"/>
                  </a:lnTo>
                  <a:lnTo>
                    <a:pt x="1077837" y="4728065"/>
                  </a:lnTo>
                  <a:lnTo>
                    <a:pt x="1077931" y="4728065"/>
                  </a:lnTo>
                  <a:lnTo>
                    <a:pt x="1078024" y="4728065"/>
                  </a:lnTo>
                  <a:lnTo>
                    <a:pt x="1078117" y="4728065"/>
                  </a:lnTo>
                  <a:lnTo>
                    <a:pt x="1078210" y="4728065"/>
                  </a:lnTo>
                  <a:lnTo>
                    <a:pt x="1078304" y="4728065"/>
                  </a:lnTo>
                  <a:lnTo>
                    <a:pt x="1078397" y="4728065"/>
                  </a:lnTo>
                  <a:lnTo>
                    <a:pt x="1078490" y="4728065"/>
                  </a:lnTo>
                  <a:lnTo>
                    <a:pt x="1078583" y="4728065"/>
                  </a:lnTo>
                  <a:lnTo>
                    <a:pt x="1078677" y="4728065"/>
                  </a:lnTo>
                  <a:lnTo>
                    <a:pt x="1078770" y="4728065"/>
                  </a:lnTo>
                  <a:lnTo>
                    <a:pt x="1078863" y="4728065"/>
                  </a:lnTo>
                  <a:lnTo>
                    <a:pt x="1078956" y="4728065"/>
                  </a:lnTo>
                  <a:lnTo>
                    <a:pt x="1079050" y="4728065"/>
                  </a:lnTo>
                  <a:lnTo>
                    <a:pt x="1079143" y="4728065"/>
                  </a:lnTo>
                  <a:lnTo>
                    <a:pt x="1079236" y="4728065"/>
                  </a:lnTo>
                  <a:lnTo>
                    <a:pt x="1079329" y="4728065"/>
                  </a:lnTo>
                  <a:lnTo>
                    <a:pt x="1079423" y="4728065"/>
                  </a:lnTo>
                  <a:lnTo>
                    <a:pt x="1079516" y="4728065"/>
                  </a:lnTo>
                  <a:lnTo>
                    <a:pt x="1079609" y="4728065"/>
                  </a:lnTo>
                  <a:lnTo>
                    <a:pt x="1079702" y="4728065"/>
                  </a:lnTo>
                  <a:lnTo>
                    <a:pt x="1079796" y="4728065"/>
                  </a:lnTo>
                  <a:lnTo>
                    <a:pt x="1079889" y="4728065"/>
                  </a:lnTo>
                  <a:lnTo>
                    <a:pt x="1079982" y="4728065"/>
                  </a:lnTo>
                  <a:lnTo>
                    <a:pt x="1080075" y="4728065"/>
                  </a:lnTo>
                  <a:lnTo>
                    <a:pt x="1080169" y="4728065"/>
                  </a:lnTo>
                  <a:lnTo>
                    <a:pt x="1080262" y="4728065"/>
                  </a:lnTo>
                  <a:lnTo>
                    <a:pt x="1080355" y="4728065"/>
                  </a:lnTo>
                  <a:lnTo>
                    <a:pt x="1080448" y="4728065"/>
                  </a:lnTo>
                  <a:lnTo>
                    <a:pt x="1080542" y="4728065"/>
                  </a:lnTo>
                  <a:lnTo>
                    <a:pt x="1080635" y="4728065"/>
                  </a:lnTo>
                  <a:lnTo>
                    <a:pt x="1080728" y="4728065"/>
                  </a:lnTo>
                  <a:lnTo>
                    <a:pt x="1080821" y="4728065"/>
                  </a:lnTo>
                  <a:lnTo>
                    <a:pt x="1080915" y="4728065"/>
                  </a:lnTo>
                  <a:lnTo>
                    <a:pt x="1081008" y="4728065"/>
                  </a:lnTo>
                  <a:lnTo>
                    <a:pt x="1081101" y="4728065"/>
                  </a:lnTo>
                  <a:lnTo>
                    <a:pt x="1081194" y="4728065"/>
                  </a:lnTo>
                  <a:lnTo>
                    <a:pt x="1081288" y="4728065"/>
                  </a:lnTo>
                  <a:lnTo>
                    <a:pt x="1081381" y="4728065"/>
                  </a:lnTo>
                  <a:lnTo>
                    <a:pt x="1081474" y="4728065"/>
                  </a:lnTo>
                  <a:lnTo>
                    <a:pt x="1081567" y="4728065"/>
                  </a:lnTo>
                  <a:lnTo>
                    <a:pt x="1081661" y="4728065"/>
                  </a:lnTo>
                  <a:lnTo>
                    <a:pt x="1081754" y="4728065"/>
                  </a:lnTo>
                  <a:lnTo>
                    <a:pt x="1081847" y="4728065"/>
                  </a:lnTo>
                  <a:lnTo>
                    <a:pt x="1081940" y="4728065"/>
                  </a:lnTo>
                  <a:lnTo>
                    <a:pt x="1082034" y="4728065"/>
                  </a:lnTo>
                  <a:lnTo>
                    <a:pt x="1082127" y="4728065"/>
                  </a:lnTo>
                  <a:lnTo>
                    <a:pt x="1082220" y="4728065"/>
                  </a:lnTo>
                  <a:lnTo>
                    <a:pt x="1082313" y="4728065"/>
                  </a:lnTo>
                  <a:lnTo>
                    <a:pt x="1082406" y="4728065"/>
                  </a:lnTo>
                  <a:lnTo>
                    <a:pt x="1082500" y="4728065"/>
                  </a:lnTo>
                  <a:lnTo>
                    <a:pt x="1082593" y="4728065"/>
                  </a:lnTo>
                  <a:lnTo>
                    <a:pt x="1082686" y="4728065"/>
                  </a:lnTo>
                  <a:lnTo>
                    <a:pt x="1082779" y="4728065"/>
                  </a:lnTo>
                  <a:lnTo>
                    <a:pt x="1082873" y="4728065"/>
                  </a:lnTo>
                  <a:lnTo>
                    <a:pt x="1082966" y="4728065"/>
                  </a:lnTo>
                  <a:lnTo>
                    <a:pt x="1083059" y="4728065"/>
                  </a:lnTo>
                  <a:lnTo>
                    <a:pt x="1083152" y="4728065"/>
                  </a:lnTo>
                  <a:lnTo>
                    <a:pt x="1083246" y="4728065"/>
                  </a:lnTo>
                  <a:lnTo>
                    <a:pt x="1083339" y="4728065"/>
                  </a:lnTo>
                  <a:lnTo>
                    <a:pt x="1083432" y="4728065"/>
                  </a:lnTo>
                  <a:lnTo>
                    <a:pt x="1083525" y="4728065"/>
                  </a:lnTo>
                  <a:lnTo>
                    <a:pt x="1083619" y="4728065"/>
                  </a:lnTo>
                  <a:lnTo>
                    <a:pt x="1083712" y="4728065"/>
                  </a:lnTo>
                  <a:lnTo>
                    <a:pt x="1083805" y="4728065"/>
                  </a:lnTo>
                  <a:lnTo>
                    <a:pt x="1083898" y="4728065"/>
                  </a:lnTo>
                  <a:lnTo>
                    <a:pt x="1083992" y="4728065"/>
                  </a:lnTo>
                  <a:lnTo>
                    <a:pt x="1084085" y="4728065"/>
                  </a:lnTo>
                  <a:lnTo>
                    <a:pt x="1084178" y="4728065"/>
                  </a:lnTo>
                  <a:lnTo>
                    <a:pt x="1084271" y="4728065"/>
                  </a:lnTo>
                  <a:lnTo>
                    <a:pt x="1084365" y="4728065"/>
                  </a:lnTo>
                  <a:lnTo>
                    <a:pt x="1084458" y="4728065"/>
                  </a:lnTo>
                  <a:lnTo>
                    <a:pt x="1084551" y="4728065"/>
                  </a:lnTo>
                  <a:lnTo>
                    <a:pt x="1084644" y="4728065"/>
                  </a:lnTo>
                  <a:lnTo>
                    <a:pt x="1084738" y="4728065"/>
                  </a:lnTo>
                  <a:lnTo>
                    <a:pt x="1084831" y="4728065"/>
                  </a:lnTo>
                  <a:lnTo>
                    <a:pt x="1084924" y="4728065"/>
                  </a:lnTo>
                  <a:lnTo>
                    <a:pt x="1084924" y="4718111"/>
                  </a:lnTo>
                  <a:lnTo>
                    <a:pt x="1085017" y="4718111"/>
                  </a:lnTo>
                  <a:lnTo>
                    <a:pt x="1085111" y="4718111"/>
                  </a:lnTo>
                  <a:lnTo>
                    <a:pt x="1085204" y="4718111"/>
                  </a:lnTo>
                  <a:lnTo>
                    <a:pt x="1085297" y="4718111"/>
                  </a:lnTo>
                  <a:lnTo>
                    <a:pt x="1085390" y="4718111"/>
                  </a:lnTo>
                  <a:lnTo>
                    <a:pt x="1085484" y="4718111"/>
                  </a:lnTo>
                  <a:lnTo>
                    <a:pt x="1085577" y="4718111"/>
                  </a:lnTo>
                  <a:lnTo>
                    <a:pt x="1085670" y="4718111"/>
                  </a:lnTo>
                  <a:lnTo>
                    <a:pt x="1085763" y="4718111"/>
                  </a:lnTo>
                  <a:lnTo>
                    <a:pt x="1085857" y="4718111"/>
                  </a:lnTo>
                  <a:lnTo>
                    <a:pt x="1085950" y="4718111"/>
                  </a:lnTo>
                  <a:lnTo>
                    <a:pt x="1086043" y="4718111"/>
                  </a:lnTo>
                  <a:lnTo>
                    <a:pt x="1086136" y="4718111"/>
                  </a:lnTo>
                  <a:lnTo>
                    <a:pt x="1086230" y="4718111"/>
                  </a:lnTo>
                  <a:lnTo>
                    <a:pt x="1086323" y="4718111"/>
                  </a:lnTo>
                  <a:lnTo>
                    <a:pt x="1086416" y="4718111"/>
                  </a:lnTo>
                  <a:lnTo>
                    <a:pt x="1086509" y="4718111"/>
                  </a:lnTo>
                  <a:lnTo>
                    <a:pt x="1086603" y="4718111"/>
                  </a:lnTo>
                  <a:lnTo>
                    <a:pt x="1086696" y="4718111"/>
                  </a:lnTo>
                  <a:lnTo>
                    <a:pt x="1086789" y="4718111"/>
                  </a:lnTo>
                  <a:lnTo>
                    <a:pt x="1086882" y="4718111"/>
                  </a:lnTo>
                  <a:lnTo>
                    <a:pt x="1086976" y="4718111"/>
                  </a:lnTo>
                  <a:lnTo>
                    <a:pt x="1087069" y="4718111"/>
                  </a:lnTo>
                  <a:lnTo>
                    <a:pt x="1087162" y="4718111"/>
                  </a:lnTo>
                  <a:lnTo>
                    <a:pt x="1087255" y="4718111"/>
                  </a:lnTo>
                  <a:lnTo>
                    <a:pt x="1087349" y="4718111"/>
                  </a:lnTo>
                  <a:lnTo>
                    <a:pt x="1087442" y="4718111"/>
                  </a:lnTo>
                  <a:lnTo>
                    <a:pt x="1087535" y="4718111"/>
                  </a:lnTo>
                  <a:lnTo>
                    <a:pt x="1087628" y="4718111"/>
                  </a:lnTo>
                  <a:lnTo>
                    <a:pt x="1087722" y="4718111"/>
                  </a:lnTo>
                  <a:lnTo>
                    <a:pt x="1087815" y="4718111"/>
                  </a:lnTo>
                  <a:lnTo>
                    <a:pt x="1087908" y="4718111"/>
                  </a:lnTo>
                  <a:lnTo>
                    <a:pt x="1088001" y="4718111"/>
                  </a:lnTo>
                  <a:lnTo>
                    <a:pt x="1088095" y="4718111"/>
                  </a:lnTo>
                  <a:lnTo>
                    <a:pt x="1088188" y="4718111"/>
                  </a:lnTo>
                  <a:lnTo>
                    <a:pt x="1088281" y="4718111"/>
                  </a:lnTo>
                  <a:lnTo>
                    <a:pt x="1088374" y="4718111"/>
                  </a:lnTo>
                  <a:lnTo>
                    <a:pt x="1088468" y="4718111"/>
                  </a:lnTo>
                  <a:lnTo>
                    <a:pt x="1088561" y="4718111"/>
                  </a:lnTo>
                  <a:lnTo>
                    <a:pt x="1088654" y="4718111"/>
                  </a:lnTo>
                  <a:lnTo>
                    <a:pt x="1088747" y="4718111"/>
                  </a:lnTo>
                  <a:lnTo>
                    <a:pt x="1088841" y="4718111"/>
                  </a:lnTo>
                  <a:lnTo>
                    <a:pt x="1088934" y="4718111"/>
                  </a:lnTo>
                  <a:lnTo>
                    <a:pt x="1089027" y="4718111"/>
                  </a:lnTo>
                  <a:lnTo>
                    <a:pt x="1089120" y="4718111"/>
                  </a:lnTo>
                  <a:lnTo>
                    <a:pt x="1089214" y="4718111"/>
                  </a:lnTo>
                  <a:lnTo>
                    <a:pt x="1089307" y="4718111"/>
                  </a:lnTo>
                  <a:lnTo>
                    <a:pt x="1089400" y="4718111"/>
                  </a:lnTo>
                  <a:lnTo>
                    <a:pt x="1089493" y="4718111"/>
                  </a:lnTo>
                  <a:lnTo>
                    <a:pt x="1089586" y="4718111"/>
                  </a:lnTo>
                  <a:lnTo>
                    <a:pt x="1089680" y="4718111"/>
                  </a:lnTo>
                  <a:lnTo>
                    <a:pt x="1089773" y="4718111"/>
                  </a:lnTo>
                  <a:lnTo>
                    <a:pt x="1089866" y="4718111"/>
                  </a:lnTo>
                  <a:lnTo>
                    <a:pt x="1089959" y="4718111"/>
                  </a:lnTo>
                  <a:lnTo>
                    <a:pt x="1090053" y="4718111"/>
                  </a:lnTo>
                  <a:lnTo>
                    <a:pt x="1090146" y="4718111"/>
                  </a:lnTo>
                  <a:lnTo>
                    <a:pt x="1090239" y="4718111"/>
                  </a:lnTo>
                  <a:lnTo>
                    <a:pt x="1090332" y="4718111"/>
                  </a:lnTo>
                  <a:lnTo>
                    <a:pt x="1090426" y="4718111"/>
                  </a:lnTo>
                  <a:lnTo>
                    <a:pt x="1090519" y="4718111"/>
                  </a:lnTo>
                  <a:lnTo>
                    <a:pt x="1090612" y="4718111"/>
                  </a:lnTo>
                  <a:lnTo>
                    <a:pt x="1090705" y="4718111"/>
                  </a:lnTo>
                  <a:lnTo>
                    <a:pt x="1090799" y="4718111"/>
                  </a:lnTo>
                  <a:lnTo>
                    <a:pt x="1090892" y="4718111"/>
                  </a:lnTo>
                  <a:lnTo>
                    <a:pt x="1090985" y="4718111"/>
                  </a:lnTo>
                  <a:lnTo>
                    <a:pt x="1091078" y="4718111"/>
                  </a:lnTo>
                  <a:lnTo>
                    <a:pt x="1091172" y="4718111"/>
                  </a:lnTo>
                  <a:lnTo>
                    <a:pt x="1091265" y="4718111"/>
                  </a:lnTo>
                  <a:lnTo>
                    <a:pt x="1091358" y="4718111"/>
                  </a:lnTo>
                  <a:lnTo>
                    <a:pt x="1091451" y="4718111"/>
                  </a:lnTo>
                  <a:lnTo>
                    <a:pt x="1091545" y="4718111"/>
                  </a:lnTo>
                  <a:lnTo>
                    <a:pt x="1091638" y="4718111"/>
                  </a:lnTo>
                  <a:lnTo>
                    <a:pt x="1091731" y="4718111"/>
                  </a:lnTo>
                  <a:lnTo>
                    <a:pt x="1091824" y="4718111"/>
                  </a:lnTo>
                  <a:lnTo>
                    <a:pt x="1091918" y="4718111"/>
                  </a:lnTo>
                  <a:lnTo>
                    <a:pt x="1092011" y="4718111"/>
                  </a:lnTo>
                  <a:lnTo>
                    <a:pt x="1092104" y="4718111"/>
                  </a:lnTo>
                  <a:lnTo>
                    <a:pt x="1092197" y="4718111"/>
                  </a:lnTo>
                  <a:lnTo>
                    <a:pt x="1092291" y="4718111"/>
                  </a:lnTo>
                  <a:lnTo>
                    <a:pt x="1092384" y="4718111"/>
                  </a:lnTo>
                  <a:lnTo>
                    <a:pt x="1092477" y="4718111"/>
                  </a:lnTo>
                  <a:lnTo>
                    <a:pt x="1092570" y="4718111"/>
                  </a:lnTo>
                  <a:lnTo>
                    <a:pt x="1092664" y="4718111"/>
                  </a:lnTo>
                  <a:lnTo>
                    <a:pt x="1092757" y="4718111"/>
                  </a:lnTo>
                  <a:lnTo>
                    <a:pt x="1092850" y="4718111"/>
                  </a:lnTo>
                  <a:lnTo>
                    <a:pt x="1092943" y="4718111"/>
                  </a:lnTo>
                  <a:lnTo>
                    <a:pt x="1093037" y="4718111"/>
                  </a:lnTo>
                  <a:lnTo>
                    <a:pt x="1093130" y="4718111"/>
                  </a:lnTo>
                  <a:lnTo>
                    <a:pt x="1093223" y="4718111"/>
                  </a:lnTo>
                  <a:lnTo>
                    <a:pt x="1093316" y="4718111"/>
                  </a:lnTo>
                  <a:lnTo>
                    <a:pt x="1093410" y="4718111"/>
                  </a:lnTo>
                  <a:lnTo>
                    <a:pt x="1093503" y="4718111"/>
                  </a:lnTo>
                  <a:lnTo>
                    <a:pt x="1093596" y="4718111"/>
                  </a:lnTo>
                  <a:lnTo>
                    <a:pt x="1093689" y="4718111"/>
                  </a:lnTo>
                  <a:lnTo>
                    <a:pt x="1093783" y="4718111"/>
                  </a:lnTo>
                  <a:lnTo>
                    <a:pt x="1093876" y="4718111"/>
                  </a:lnTo>
                  <a:lnTo>
                    <a:pt x="1093969" y="4718111"/>
                  </a:lnTo>
                  <a:lnTo>
                    <a:pt x="1094062" y="4718111"/>
                  </a:lnTo>
                  <a:lnTo>
                    <a:pt x="1094156" y="4718111"/>
                  </a:lnTo>
                  <a:lnTo>
                    <a:pt x="1094249" y="4718111"/>
                  </a:lnTo>
                  <a:lnTo>
                    <a:pt x="1094342" y="4718111"/>
                  </a:lnTo>
                  <a:lnTo>
                    <a:pt x="1094435" y="4718111"/>
                  </a:lnTo>
                  <a:lnTo>
                    <a:pt x="1094529" y="4718111"/>
                  </a:lnTo>
                  <a:lnTo>
                    <a:pt x="1094622" y="4718111"/>
                  </a:lnTo>
                  <a:lnTo>
                    <a:pt x="1094715" y="4718111"/>
                  </a:lnTo>
                  <a:lnTo>
                    <a:pt x="1094808" y="4718111"/>
                  </a:lnTo>
                  <a:lnTo>
                    <a:pt x="1094902" y="4718111"/>
                  </a:lnTo>
                  <a:lnTo>
                    <a:pt x="1094995" y="4718111"/>
                  </a:lnTo>
                  <a:lnTo>
                    <a:pt x="1095088" y="4718111"/>
                  </a:lnTo>
                  <a:lnTo>
                    <a:pt x="1095181" y="4718111"/>
                  </a:lnTo>
                  <a:lnTo>
                    <a:pt x="1095275" y="4718111"/>
                  </a:lnTo>
                  <a:lnTo>
                    <a:pt x="1095368" y="4718111"/>
                  </a:lnTo>
                  <a:lnTo>
                    <a:pt x="1095461" y="4718111"/>
                  </a:lnTo>
                  <a:lnTo>
                    <a:pt x="1095554" y="4718111"/>
                  </a:lnTo>
                  <a:lnTo>
                    <a:pt x="1095648" y="4718111"/>
                  </a:lnTo>
                  <a:lnTo>
                    <a:pt x="1095741" y="4718111"/>
                  </a:lnTo>
                  <a:lnTo>
                    <a:pt x="1095834" y="4718111"/>
                  </a:lnTo>
                  <a:lnTo>
                    <a:pt x="1095927" y="4718111"/>
                  </a:lnTo>
                  <a:lnTo>
                    <a:pt x="1095927" y="4708158"/>
                  </a:lnTo>
                  <a:lnTo>
                    <a:pt x="1096021" y="4708158"/>
                  </a:lnTo>
                  <a:lnTo>
                    <a:pt x="1096114" y="4708158"/>
                  </a:lnTo>
                  <a:lnTo>
                    <a:pt x="1096207" y="4708158"/>
                  </a:lnTo>
                  <a:lnTo>
                    <a:pt x="1096300" y="4708158"/>
                  </a:lnTo>
                  <a:lnTo>
                    <a:pt x="1096393" y="4708158"/>
                  </a:lnTo>
                  <a:lnTo>
                    <a:pt x="1096487" y="4708158"/>
                  </a:lnTo>
                  <a:lnTo>
                    <a:pt x="1096580" y="4708158"/>
                  </a:lnTo>
                  <a:lnTo>
                    <a:pt x="1096673" y="4708158"/>
                  </a:lnTo>
                  <a:lnTo>
                    <a:pt x="1096766" y="4708158"/>
                  </a:lnTo>
                  <a:lnTo>
                    <a:pt x="1096860" y="4708158"/>
                  </a:lnTo>
                  <a:lnTo>
                    <a:pt x="1096953" y="4708158"/>
                  </a:lnTo>
                  <a:lnTo>
                    <a:pt x="1097046" y="4708158"/>
                  </a:lnTo>
                  <a:lnTo>
                    <a:pt x="1097139" y="4708158"/>
                  </a:lnTo>
                  <a:lnTo>
                    <a:pt x="1097233" y="4708158"/>
                  </a:lnTo>
                  <a:lnTo>
                    <a:pt x="1097326" y="4708158"/>
                  </a:lnTo>
                  <a:lnTo>
                    <a:pt x="1097419" y="4708158"/>
                  </a:lnTo>
                  <a:lnTo>
                    <a:pt x="1097512" y="4708158"/>
                  </a:lnTo>
                  <a:lnTo>
                    <a:pt x="1097606" y="4708158"/>
                  </a:lnTo>
                  <a:lnTo>
                    <a:pt x="1097699" y="4708158"/>
                  </a:lnTo>
                  <a:lnTo>
                    <a:pt x="1097792" y="4708158"/>
                  </a:lnTo>
                  <a:lnTo>
                    <a:pt x="1097885" y="4708158"/>
                  </a:lnTo>
                  <a:lnTo>
                    <a:pt x="1097979" y="4708158"/>
                  </a:lnTo>
                  <a:lnTo>
                    <a:pt x="1098072" y="4708158"/>
                  </a:lnTo>
                  <a:lnTo>
                    <a:pt x="1098165" y="4708158"/>
                  </a:lnTo>
                  <a:lnTo>
                    <a:pt x="1098258" y="4708158"/>
                  </a:lnTo>
                  <a:lnTo>
                    <a:pt x="1098352" y="4708158"/>
                  </a:lnTo>
                  <a:lnTo>
                    <a:pt x="1098445" y="4708158"/>
                  </a:lnTo>
                  <a:lnTo>
                    <a:pt x="1098538" y="4708158"/>
                  </a:lnTo>
                  <a:lnTo>
                    <a:pt x="1098631" y="4708158"/>
                  </a:lnTo>
                  <a:lnTo>
                    <a:pt x="1098725" y="4708158"/>
                  </a:lnTo>
                  <a:lnTo>
                    <a:pt x="1098818" y="4708158"/>
                  </a:lnTo>
                  <a:lnTo>
                    <a:pt x="1098911" y="4708158"/>
                  </a:lnTo>
                  <a:lnTo>
                    <a:pt x="1099004" y="4708158"/>
                  </a:lnTo>
                  <a:lnTo>
                    <a:pt x="1099098" y="4708158"/>
                  </a:lnTo>
                  <a:lnTo>
                    <a:pt x="1099191" y="4708158"/>
                  </a:lnTo>
                  <a:lnTo>
                    <a:pt x="1099284" y="4708158"/>
                  </a:lnTo>
                  <a:lnTo>
                    <a:pt x="1099377" y="4708158"/>
                  </a:lnTo>
                  <a:lnTo>
                    <a:pt x="1099471" y="4708158"/>
                  </a:lnTo>
                  <a:lnTo>
                    <a:pt x="1099564" y="4708158"/>
                  </a:lnTo>
                  <a:lnTo>
                    <a:pt x="1099657" y="4708158"/>
                  </a:lnTo>
                  <a:lnTo>
                    <a:pt x="1099750" y="4708158"/>
                  </a:lnTo>
                  <a:lnTo>
                    <a:pt x="1099844" y="4708158"/>
                  </a:lnTo>
                  <a:lnTo>
                    <a:pt x="1099937" y="4708158"/>
                  </a:lnTo>
                  <a:lnTo>
                    <a:pt x="1100030" y="4708158"/>
                  </a:lnTo>
                  <a:lnTo>
                    <a:pt x="1100123" y="4708158"/>
                  </a:lnTo>
                  <a:lnTo>
                    <a:pt x="1100217" y="4708158"/>
                  </a:lnTo>
                  <a:lnTo>
                    <a:pt x="1100310" y="4708158"/>
                  </a:lnTo>
                  <a:lnTo>
                    <a:pt x="1100403" y="4708158"/>
                  </a:lnTo>
                  <a:lnTo>
                    <a:pt x="1100496" y="4708158"/>
                  </a:lnTo>
                  <a:lnTo>
                    <a:pt x="1100590" y="4708158"/>
                  </a:lnTo>
                  <a:lnTo>
                    <a:pt x="1100683" y="4708158"/>
                  </a:lnTo>
                  <a:lnTo>
                    <a:pt x="1100776" y="4708158"/>
                  </a:lnTo>
                  <a:lnTo>
                    <a:pt x="1100869" y="4708158"/>
                  </a:lnTo>
                  <a:lnTo>
                    <a:pt x="1100963" y="4708158"/>
                  </a:lnTo>
                  <a:lnTo>
                    <a:pt x="1101056" y="4708158"/>
                  </a:lnTo>
                  <a:lnTo>
                    <a:pt x="1101149" y="4708158"/>
                  </a:lnTo>
                  <a:lnTo>
                    <a:pt x="1101242" y="4708158"/>
                  </a:lnTo>
                  <a:lnTo>
                    <a:pt x="1101336" y="4708158"/>
                  </a:lnTo>
                  <a:lnTo>
                    <a:pt x="1101429" y="4708158"/>
                  </a:lnTo>
                  <a:lnTo>
                    <a:pt x="1101429" y="4698204"/>
                  </a:lnTo>
                  <a:lnTo>
                    <a:pt x="1101522" y="4698204"/>
                  </a:lnTo>
                  <a:lnTo>
                    <a:pt x="1101615" y="4698204"/>
                  </a:lnTo>
                  <a:lnTo>
                    <a:pt x="1101709" y="4698204"/>
                  </a:lnTo>
                  <a:lnTo>
                    <a:pt x="1101802" y="4698204"/>
                  </a:lnTo>
                  <a:lnTo>
                    <a:pt x="1101895" y="4698204"/>
                  </a:lnTo>
                  <a:lnTo>
                    <a:pt x="1101988" y="4698204"/>
                  </a:lnTo>
                  <a:lnTo>
                    <a:pt x="1102082" y="4698204"/>
                  </a:lnTo>
                  <a:lnTo>
                    <a:pt x="1102175" y="4698204"/>
                  </a:lnTo>
                  <a:lnTo>
                    <a:pt x="1102268" y="4698204"/>
                  </a:lnTo>
                  <a:lnTo>
                    <a:pt x="1102361" y="4698204"/>
                  </a:lnTo>
                  <a:lnTo>
                    <a:pt x="1102455" y="4698204"/>
                  </a:lnTo>
                  <a:lnTo>
                    <a:pt x="1102548" y="4698204"/>
                  </a:lnTo>
                  <a:lnTo>
                    <a:pt x="1102641" y="4698204"/>
                  </a:lnTo>
                  <a:lnTo>
                    <a:pt x="1102734" y="4698204"/>
                  </a:lnTo>
                  <a:lnTo>
                    <a:pt x="1102828" y="4698204"/>
                  </a:lnTo>
                  <a:lnTo>
                    <a:pt x="1102921" y="4698204"/>
                  </a:lnTo>
                  <a:lnTo>
                    <a:pt x="1103014" y="4698204"/>
                  </a:lnTo>
                  <a:lnTo>
                    <a:pt x="1103107" y="4698204"/>
                  </a:lnTo>
                  <a:lnTo>
                    <a:pt x="1103200" y="4698204"/>
                  </a:lnTo>
                  <a:lnTo>
                    <a:pt x="1103294" y="4698204"/>
                  </a:lnTo>
                  <a:lnTo>
                    <a:pt x="1103387" y="4698204"/>
                  </a:lnTo>
                  <a:lnTo>
                    <a:pt x="1103480" y="4698204"/>
                  </a:lnTo>
                  <a:lnTo>
                    <a:pt x="1103573" y="4698204"/>
                  </a:lnTo>
                  <a:lnTo>
                    <a:pt x="1103667" y="4698204"/>
                  </a:lnTo>
                  <a:lnTo>
                    <a:pt x="1103760" y="4698204"/>
                  </a:lnTo>
                  <a:lnTo>
                    <a:pt x="1103853" y="4698204"/>
                  </a:lnTo>
                  <a:lnTo>
                    <a:pt x="1103946" y="4698204"/>
                  </a:lnTo>
                  <a:lnTo>
                    <a:pt x="1104040" y="4698204"/>
                  </a:lnTo>
                  <a:lnTo>
                    <a:pt x="1104133" y="4698204"/>
                  </a:lnTo>
                  <a:lnTo>
                    <a:pt x="1104226" y="4698204"/>
                  </a:lnTo>
                  <a:lnTo>
                    <a:pt x="1104319" y="4698204"/>
                  </a:lnTo>
                  <a:lnTo>
                    <a:pt x="1104413" y="4698204"/>
                  </a:lnTo>
                  <a:lnTo>
                    <a:pt x="1104506" y="4698204"/>
                  </a:lnTo>
                  <a:lnTo>
                    <a:pt x="1104599" y="4698204"/>
                  </a:lnTo>
                  <a:lnTo>
                    <a:pt x="1104692" y="4698204"/>
                  </a:lnTo>
                  <a:lnTo>
                    <a:pt x="1104786" y="4698204"/>
                  </a:lnTo>
                  <a:lnTo>
                    <a:pt x="1104879" y="4698204"/>
                  </a:lnTo>
                  <a:lnTo>
                    <a:pt x="1104972" y="4698204"/>
                  </a:lnTo>
                  <a:lnTo>
                    <a:pt x="1105065" y="4698204"/>
                  </a:lnTo>
                  <a:lnTo>
                    <a:pt x="1105159" y="4698204"/>
                  </a:lnTo>
                  <a:lnTo>
                    <a:pt x="1105252" y="4698204"/>
                  </a:lnTo>
                  <a:lnTo>
                    <a:pt x="1105345" y="4698204"/>
                  </a:lnTo>
                  <a:lnTo>
                    <a:pt x="1105438" y="4698204"/>
                  </a:lnTo>
                  <a:lnTo>
                    <a:pt x="1105532" y="4698204"/>
                  </a:lnTo>
                  <a:lnTo>
                    <a:pt x="1105625" y="4698204"/>
                  </a:lnTo>
                  <a:lnTo>
                    <a:pt x="1105718" y="4698204"/>
                  </a:lnTo>
                  <a:lnTo>
                    <a:pt x="1105811" y="4698204"/>
                  </a:lnTo>
                  <a:lnTo>
                    <a:pt x="1105905" y="4698204"/>
                  </a:lnTo>
                  <a:lnTo>
                    <a:pt x="1105998" y="4698204"/>
                  </a:lnTo>
                  <a:lnTo>
                    <a:pt x="1106091" y="4698204"/>
                  </a:lnTo>
                  <a:lnTo>
                    <a:pt x="1106184" y="4698204"/>
                  </a:lnTo>
                  <a:lnTo>
                    <a:pt x="1106278" y="4698204"/>
                  </a:lnTo>
                  <a:lnTo>
                    <a:pt x="1106371" y="4698204"/>
                  </a:lnTo>
                  <a:lnTo>
                    <a:pt x="1106464" y="4698204"/>
                  </a:lnTo>
                  <a:lnTo>
                    <a:pt x="1106557" y="4698204"/>
                  </a:lnTo>
                  <a:lnTo>
                    <a:pt x="1106651" y="4698204"/>
                  </a:lnTo>
                  <a:lnTo>
                    <a:pt x="1106744" y="4698204"/>
                  </a:lnTo>
                  <a:lnTo>
                    <a:pt x="1106837" y="4698204"/>
                  </a:lnTo>
                  <a:lnTo>
                    <a:pt x="1106930" y="4698204"/>
                  </a:lnTo>
                  <a:lnTo>
                    <a:pt x="1107024" y="4698204"/>
                  </a:lnTo>
                  <a:lnTo>
                    <a:pt x="1107117" y="4698204"/>
                  </a:lnTo>
                  <a:lnTo>
                    <a:pt x="1107210" y="4698204"/>
                  </a:lnTo>
                  <a:lnTo>
                    <a:pt x="1107303" y="4698204"/>
                  </a:lnTo>
                  <a:lnTo>
                    <a:pt x="1107397" y="4698204"/>
                  </a:lnTo>
                  <a:lnTo>
                    <a:pt x="1107490" y="4698204"/>
                  </a:lnTo>
                  <a:lnTo>
                    <a:pt x="1107583" y="4698204"/>
                  </a:lnTo>
                  <a:lnTo>
                    <a:pt x="1107676" y="4698204"/>
                  </a:lnTo>
                  <a:lnTo>
                    <a:pt x="1107770" y="4698204"/>
                  </a:lnTo>
                  <a:lnTo>
                    <a:pt x="1107863" y="4698204"/>
                  </a:lnTo>
                  <a:lnTo>
                    <a:pt x="1107956" y="4698204"/>
                  </a:lnTo>
                  <a:lnTo>
                    <a:pt x="1108049" y="4698204"/>
                  </a:lnTo>
                  <a:lnTo>
                    <a:pt x="1108143" y="4698204"/>
                  </a:lnTo>
                  <a:lnTo>
                    <a:pt x="1108236" y="4698204"/>
                  </a:lnTo>
                  <a:lnTo>
                    <a:pt x="1108329" y="4698204"/>
                  </a:lnTo>
                  <a:lnTo>
                    <a:pt x="1108422" y="4698204"/>
                  </a:lnTo>
                  <a:lnTo>
                    <a:pt x="1108516" y="4698204"/>
                  </a:lnTo>
                  <a:lnTo>
                    <a:pt x="1108609" y="4698204"/>
                  </a:lnTo>
                  <a:lnTo>
                    <a:pt x="1108702" y="4698204"/>
                  </a:lnTo>
                  <a:lnTo>
                    <a:pt x="1108795" y="4698204"/>
                  </a:lnTo>
                  <a:lnTo>
                    <a:pt x="1108889" y="4698204"/>
                  </a:lnTo>
                  <a:lnTo>
                    <a:pt x="1108982" y="4698204"/>
                  </a:lnTo>
                  <a:lnTo>
                    <a:pt x="1109075" y="4698204"/>
                  </a:lnTo>
                  <a:lnTo>
                    <a:pt x="1109168" y="4698204"/>
                  </a:lnTo>
                  <a:lnTo>
                    <a:pt x="1109262" y="4698204"/>
                  </a:lnTo>
                  <a:lnTo>
                    <a:pt x="1109355" y="4698204"/>
                  </a:lnTo>
                  <a:lnTo>
                    <a:pt x="1109448" y="4698204"/>
                  </a:lnTo>
                  <a:lnTo>
                    <a:pt x="1109541" y="4698204"/>
                  </a:lnTo>
                  <a:lnTo>
                    <a:pt x="1109635" y="4698204"/>
                  </a:lnTo>
                  <a:lnTo>
                    <a:pt x="1109728" y="4698204"/>
                  </a:lnTo>
                  <a:lnTo>
                    <a:pt x="1109821" y="4698204"/>
                  </a:lnTo>
                  <a:lnTo>
                    <a:pt x="1109914" y="4698204"/>
                  </a:lnTo>
                  <a:lnTo>
                    <a:pt x="1109914" y="4688250"/>
                  </a:lnTo>
                  <a:lnTo>
                    <a:pt x="1110008" y="4688250"/>
                  </a:lnTo>
                  <a:lnTo>
                    <a:pt x="1110101" y="4688250"/>
                  </a:lnTo>
                  <a:lnTo>
                    <a:pt x="1110194" y="4688250"/>
                  </a:lnTo>
                  <a:lnTo>
                    <a:pt x="1110287" y="4688250"/>
                  </a:lnTo>
                  <a:lnTo>
                    <a:pt x="1110380" y="4688250"/>
                  </a:lnTo>
                  <a:lnTo>
                    <a:pt x="1110474" y="4688250"/>
                  </a:lnTo>
                  <a:lnTo>
                    <a:pt x="1110567" y="4688250"/>
                  </a:lnTo>
                  <a:lnTo>
                    <a:pt x="1110660" y="4688250"/>
                  </a:lnTo>
                  <a:lnTo>
                    <a:pt x="1110753" y="4688250"/>
                  </a:lnTo>
                  <a:lnTo>
                    <a:pt x="1110847" y="4688250"/>
                  </a:lnTo>
                  <a:lnTo>
                    <a:pt x="1110940" y="4688250"/>
                  </a:lnTo>
                  <a:lnTo>
                    <a:pt x="1111033" y="4688250"/>
                  </a:lnTo>
                  <a:lnTo>
                    <a:pt x="1111126" y="4688250"/>
                  </a:lnTo>
                  <a:lnTo>
                    <a:pt x="1111220" y="4688250"/>
                  </a:lnTo>
                  <a:lnTo>
                    <a:pt x="1111313" y="4688250"/>
                  </a:lnTo>
                  <a:lnTo>
                    <a:pt x="1111406" y="4688250"/>
                  </a:lnTo>
                  <a:lnTo>
                    <a:pt x="1111499" y="4688250"/>
                  </a:lnTo>
                  <a:lnTo>
                    <a:pt x="1111593" y="4688250"/>
                  </a:lnTo>
                  <a:lnTo>
                    <a:pt x="1111686" y="4688250"/>
                  </a:lnTo>
                  <a:lnTo>
                    <a:pt x="1111779" y="4688250"/>
                  </a:lnTo>
                  <a:lnTo>
                    <a:pt x="1111872" y="4688250"/>
                  </a:lnTo>
                  <a:lnTo>
                    <a:pt x="1111966" y="4688250"/>
                  </a:lnTo>
                  <a:lnTo>
                    <a:pt x="1112059" y="4688250"/>
                  </a:lnTo>
                  <a:lnTo>
                    <a:pt x="1112152" y="4688250"/>
                  </a:lnTo>
                  <a:lnTo>
                    <a:pt x="1112245" y="4688250"/>
                  </a:lnTo>
                  <a:lnTo>
                    <a:pt x="1112339" y="4688250"/>
                  </a:lnTo>
                  <a:lnTo>
                    <a:pt x="1112432" y="4688250"/>
                  </a:lnTo>
                  <a:lnTo>
                    <a:pt x="1112525" y="4688250"/>
                  </a:lnTo>
                  <a:lnTo>
                    <a:pt x="1112618" y="4688250"/>
                  </a:lnTo>
                  <a:lnTo>
                    <a:pt x="1112712" y="4688250"/>
                  </a:lnTo>
                  <a:lnTo>
                    <a:pt x="1112805" y="4688250"/>
                  </a:lnTo>
                  <a:lnTo>
                    <a:pt x="1112898" y="4688250"/>
                  </a:lnTo>
                  <a:lnTo>
                    <a:pt x="1112991" y="4688250"/>
                  </a:lnTo>
                  <a:lnTo>
                    <a:pt x="1113085" y="4688250"/>
                  </a:lnTo>
                  <a:lnTo>
                    <a:pt x="1113178" y="4688250"/>
                  </a:lnTo>
                  <a:lnTo>
                    <a:pt x="1113271" y="4688250"/>
                  </a:lnTo>
                  <a:lnTo>
                    <a:pt x="1113364" y="4688250"/>
                  </a:lnTo>
                  <a:lnTo>
                    <a:pt x="1113458" y="4688250"/>
                  </a:lnTo>
                  <a:lnTo>
                    <a:pt x="1113551" y="4688250"/>
                  </a:lnTo>
                  <a:lnTo>
                    <a:pt x="1113644" y="4688250"/>
                  </a:lnTo>
                  <a:lnTo>
                    <a:pt x="1113737" y="4688250"/>
                  </a:lnTo>
                  <a:lnTo>
                    <a:pt x="1113831" y="4688250"/>
                  </a:lnTo>
                  <a:lnTo>
                    <a:pt x="1113924" y="4688250"/>
                  </a:lnTo>
                  <a:lnTo>
                    <a:pt x="1114017" y="4688250"/>
                  </a:lnTo>
                  <a:lnTo>
                    <a:pt x="1114110" y="4688250"/>
                  </a:lnTo>
                  <a:lnTo>
                    <a:pt x="1114204" y="4688250"/>
                  </a:lnTo>
                  <a:lnTo>
                    <a:pt x="1114297" y="4688250"/>
                  </a:lnTo>
                  <a:lnTo>
                    <a:pt x="1114390" y="4688250"/>
                  </a:lnTo>
                  <a:lnTo>
                    <a:pt x="1114483" y="4688250"/>
                  </a:lnTo>
                  <a:lnTo>
                    <a:pt x="1114577" y="4688250"/>
                  </a:lnTo>
                  <a:lnTo>
                    <a:pt x="1114670" y="4688250"/>
                  </a:lnTo>
                  <a:lnTo>
                    <a:pt x="1114763" y="4688250"/>
                  </a:lnTo>
                  <a:lnTo>
                    <a:pt x="1114856" y="4688250"/>
                  </a:lnTo>
                  <a:lnTo>
                    <a:pt x="1114950" y="4688250"/>
                  </a:lnTo>
                  <a:lnTo>
                    <a:pt x="1115043" y="4688250"/>
                  </a:lnTo>
                  <a:lnTo>
                    <a:pt x="1115136" y="4688250"/>
                  </a:lnTo>
                  <a:lnTo>
                    <a:pt x="1115229" y="4688250"/>
                  </a:lnTo>
                  <a:lnTo>
                    <a:pt x="1115323" y="4688250"/>
                  </a:lnTo>
                  <a:lnTo>
                    <a:pt x="1115416" y="4688250"/>
                  </a:lnTo>
                  <a:lnTo>
                    <a:pt x="1115509" y="4688250"/>
                  </a:lnTo>
                  <a:lnTo>
                    <a:pt x="1115602" y="4688250"/>
                  </a:lnTo>
                  <a:lnTo>
                    <a:pt x="1115696" y="4688250"/>
                  </a:lnTo>
                  <a:lnTo>
                    <a:pt x="1115789" y="4688250"/>
                  </a:lnTo>
                  <a:lnTo>
                    <a:pt x="1115882" y="4688250"/>
                  </a:lnTo>
                  <a:lnTo>
                    <a:pt x="1115975" y="4688250"/>
                  </a:lnTo>
                  <a:lnTo>
                    <a:pt x="1116069" y="4688250"/>
                  </a:lnTo>
                  <a:lnTo>
                    <a:pt x="1116162" y="4688250"/>
                  </a:lnTo>
                  <a:lnTo>
                    <a:pt x="1116255" y="4688250"/>
                  </a:lnTo>
                  <a:lnTo>
                    <a:pt x="1116348" y="4688250"/>
                  </a:lnTo>
                  <a:lnTo>
                    <a:pt x="1116442" y="4688250"/>
                  </a:lnTo>
                  <a:lnTo>
                    <a:pt x="1116535" y="4688250"/>
                  </a:lnTo>
                  <a:lnTo>
                    <a:pt x="1116628" y="4688250"/>
                  </a:lnTo>
                  <a:lnTo>
                    <a:pt x="1116721" y="4688250"/>
                  </a:lnTo>
                  <a:lnTo>
                    <a:pt x="1116815" y="4688250"/>
                  </a:lnTo>
                  <a:lnTo>
                    <a:pt x="1116908" y="4688250"/>
                  </a:lnTo>
                  <a:lnTo>
                    <a:pt x="1117001" y="4688250"/>
                  </a:lnTo>
                  <a:lnTo>
                    <a:pt x="1117094" y="4688250"/>
                  </a:lnTo>
                  <a:lnTo>
                    <a:pt x="1117187" y="4688250"/>
                  </a:lnTo>
                  <a:lnTo>
                    <a:pt x="1117281" y="4688250"/>
                  </a:lnTo>
                  <a:lnTo>
                    <a:pt x="1117374" y="4688250"/>
                  </a:lnTo>
                  <a:lnTo>
                    <a:pt x="1117467" y="4688250"/>
                  </a:lnTo>
                  <a:lnTo>
                    <a:pt x="1117560" y="4688250"/>
                  </a:lnTo>
                  <a:lnTo>
                    <a:pt x="1117654" y="4688250"/>
                  </a:lnTo>
                  <a:lnTo>
                    <a:pt x="1117747" y="4688250"/>
                  </a:lnTo>
                  <a:lnTo>
                    <a:pt x="1117840" y="4688250"/>
                  </a:lnTo>
                  <a:lnTo>
                    <a:pt x="1117933" y="4688250"/>
                  </a:lnTo>
                  <a:lnTo>
                    <a:pt x="1118027" y="4688250"/>
                  </a:lnTo>
                  <a:lnTo>
                    <a:pt x="1118120" y="4688250"/>
                  </a:lnTo>
                  <a:lnTo>
                    <a:pt x="1118213" y="4688250"/>
                  </a:lnTo>
                  <a:lnTo>
                    <a:pt x="1118306" y="4688250"/>
                  </a:lnTo>
                  <a:lnTo>
                    <a:pt x="1118400" y="4688250"/>
                  </a:lnTo>
                  <a:lnTo>
                    <a:pt x="1118493" y="4688250"/>
                  </a:lnTo>
                  <a:lnTo>
                    <a:pt x="1118586" y="4688250"/>
                  </a:lnTo>
                  <a:lnTo>
                    <a:pt x="1118679" y="4688250"/>
                  </a:lnTo>
                  <a:lnTo>
                    <a:pt x="1118773" y="4688250"/>
                  </a:lnTo>
                  <a:lnTo>
                    <a:pt x="1118866" y="4688250"/>
                  </a:lnTo>
                  <a:lnTo>
                    <a:pt x="1118959" y="4688250"/>
                  </a:lnTo>
                  <a:lnTo>
                    <a:pt x="1119052" y="4688250"/>
                  </a:lnTo>
                  <a:lnTo>
                    <a:pt x="1119146" y="4688250"/>
                  </a:lnTo>
                  <a:lnTo>
                    <a:pt x="1119239" y="4688250"/>
                  </a:lnTo>
                  <a:lnTo>
                    <a:pt x="1119332" y="4688250"/>
                  </a:lnTo>
                  <a:lnTo>
                    <a:pt x="1119425" y="4688250"/>
                  </a:lnTo>
                  <a:lnTo>
                    <a:pt x="1119519" y="4688250"/>
                  </a:lnTo>
                  <a:lnTo>
                    <a:pt x="1119612" y="4688250"/>
                  </a:lnTo>
                  <a:lnTo>
                    <a:pt x="1119705" y="4688250"/>
                  </a:lnTo>
                  <a:lnTo>
                    <a:pt x="1119798" y="4688250"/>
                  </a:lnTo>
                  <a:lnTo>
                    <a:pt x="1119892" y="4688250"/>
                  </a:lnTo>
                  <a:lnTo>
                    <a:pt x="1119985" y="4688250"/>
                  </a:lnTo>
                  <a:lnTo>
                    <a:pt x="1120078" y="4688250"/>
                  </a:lnTo>
                  <a:lnTo>
                    <a:pt x="1120171" y="4688250"/>
                  </a:lnTo>
                  <a:lnTo>
                    <a:pt x="1120265" y="4688250"/>
                  </a:lnTo>
                  <a:lnTo>
                    <a:pt x="1120358" y="4688250"/>
                  </a:lnTo>
                  <a:lnTo>
                    <a:pt x="1120451" y="4688250"/>
                  </a:lnTo>
                  <a:lnTo>
                    <a:pt x="1120544" y="4688250"/>
                  </a:lnTo>
                  <a:lnTo>
                    <a:pt x="1120638" y="4688250"/>
                  </a:lnTo>
                  <a:lnTo>
                    <a:pt x="1120731" y="4688250"/>
                  </a:lnTo>
                  <a:lnTo>
                    <a:pt x="1120824" y="4688250"/>
                  </a:lnTo>
                  <a:lnTo>
                    <a:pt x="1120917" y="4688250"/>
                  </a:lnTo>
                  <a:lnTo>
                    <a:pt x="1121011" y="4688250"/>
                  </a:lnTo>
                  <a:lnTo>
                    <a:pt x="1121104" y="4688250"/>
                  </a:lnTo>
                  <a:lnTo>
                    <a:pt x="1121104" y="4678296"/>
                  </a:lnTo>
                  <a:lnTo>
                    <a:pt x="1121197" y="4678296"/>
                  </a:lnTo>
                  <a:lnTo>
                    <a:pt x="1121290" y="4678296"/>
                  </a:lnTo>
                  <a:lnTo>
                    <a:pt x="1121384" y="4678296"/>
                  </a:lnTo>
                  <a:lnTo>
                    <a:pt x="1121477" y="4678296"/>
                  </a:lnTo>
                  <a:lnTo>
                    <a:pt x="1121570" y="4678296"/>
                  </a:lnTo>
                  <a:lnTo>
                    <a:pt x="1121663" y="4678296"/>
                  </a:lnTo>
                  <a:lnTo>
                    <a:pt x="1121757" y="4678296"/>
                  </a:lnTo>
                  <a:lnTo>
                    <a:pt x="1121850" y="4678296"/>
                  </a:lnTo>
                  <a:lnTo>
                    <a:pt x="1121943" y="4678296"/>
                  </a:lnTo>
                  <a:lnTo>
                    <a:pt x="1122036" y="4678296"/>
                  </a:lnTo>
                  <a:lnTo>
                    <a:pt x="1122130" y="4678296"/>
                  </a:lnTo>
                  <a:lnTo>
                    <a:pt x="1122223" y="4678296"/>
                  </a:lnTo>
                  <a:lnTo>
                    <a:pt x="1122316" y="4678296"/>
                  </a:lnTo>
                  <a:lnTo>
                    <a:pt x="1122409" y="4678296"/>
                  </a:lnTo>
                  <a:lnTo>
                    <a:pt x="1122503" y="4678296"/>
                  </a:lnTo>
                  <a:lnTo>
                    <a:pt x="1122596" y="4678296"/>
                  </a:lnTo>
                  <a:lnTo>
                    <a:pt x="1122689" y="4678296"/>
                  </a:lnTo>
                  <a:lnTo>
                    <a:pt x="1122782" y="4678296"/>
                  </a:lnTo>
                  <a:lnTo>
                    <a:pt x="1122876" y="4678296"/>
                  </a:lnTo>
                  <a:lnTo>
                    <a:pt x="1122969" y="4678296"/>
                  </a:lnTo>
                  <a:lnTo>
                    <a:pt x="1123062" y="4678296"/>
                  </a:lnTo>
                  <a:lnTo>
                    <a:pt x="1123155" y="4678296"/>
                  </a:lnTo>
                  <a:lnTo>
                    <a:pt x="1123249" y="4678296"/>
                  </a:lnTo>
                  <a:lnTo>
                    <a:pt x="1123342" y="4678296"/>
                  </a:lnTo>
                  <a:lnTo>
                    <a:pt x="1123435" y="4678296"/>
                  </a:lnTo>
                  <a:lnTo>
                    <a:pt x="1123528" y="4678296"/>
                  </a:lnTo>
                  <a:lnTo>
                    <a:pt x="1123622" y="4678296"/>
                  </a:lnTo>
                  <a:lnTo>
                    <a:pt x="1123715" y="4678296"/>
                  </a:lnTo>
                  <a:lnTo>
                    <a:pt x="1123808" y="4678296"/>
                  </a:lnTo>
                  <a:lnTo>
                    <a:pt x="1123901" y="4678296"/>
                  </a:lnTo>
                  <a:lnTo>
                    <a:pt x="1123994" y="4678296"/>
                  </a:lnTo>
                  <a:lnTo>
                    <a:pt x="1124088" y="4678296"/>
                  </a:lnTo>
                  <a:lnTo>
                    <a:pt x="1124181" y="4678296"/>
                  </a:lnTo>
                  <a:lnTo>
                    <a:pt x="1124274" y="4678296"/>
                  </a:lnTo>
                  <a:lnTo>
                    <a:pt x="1124367" y="4678296"/>
                  </a:lnTo>
                  <a:lnTo>
                    <a:pt x="1124461" y="4678296"/>
                  </a:lnTo>
                  <a:lnTo>
                    <a:pt x="1124554" y="4678296"/>
                  </a:lnTo>
                  <a:lnTo>
                    <a:pt x="1124647" y="4678296"/>
                  </a:lnTo>
                  <a:lnTo>
                    <a:pt x="1124740" y="4678296"/>
                  </a:lnTo>
                  <a:lnTo>
                    <a:pt x="1124834" y="4678296"/>
                  </a:lnTo>
                  <a:lnTo>
                    <a:pt x="1124927" y="4678296"/>
                  </a:lnTo>
                  <a:lnTo>
                    <a:pt x="1125020" y="4678296"/>
                  </a:lnTo>
                  <a:lnTo>
                    <a:pt x="1125113" y="4678296"/>
                  </a:lnTo>
                  <a:lnTo>
                    <a:pt x="1125207" y="4678296"/>
                  </a:lnTo>
                  <a:lnTo>
                    <a:pt x="1125300" y="4678296"/>
                  </a:lnTo>
                  <a:lnTo>
                    <a:pt x="1125393" y="4678296"/>
                  </a:lnTo>
                  <a:lnTo>
                    <a:pt x="1125486" y="4678296"/>
                  </a:lnTo>
                  <a:lnTo>
                    <a:pt x="1125580" y="4678296"/>
                  </a:lnTo>
                  <a:lnTo>
                    <a:pt x="1125673" y="4678296"/>
                  </a:lnTo>
                  <a:lnTo>
                    <a:pt x="1125766" y="4678296"/>
                  </a:lnTo>
                  <a:lnTo>
                    <a:pt x="1125859" y="4678296"/>
                  </a:lnTo>
                  <a:lnTo>
                    <a:pt x="1125953" y="4678296"/>
                  </a:lnTo>
                  <a:lnTo>
                    <a:pt x="1126046" y="4678296"/>
                  </a:lnTo>
                  <a:lnTo>
                    <a:pt x="1126139" y="4678296"/>
                  </a:lnTo>
                  <a:lnTo>
                    <a:pt x="1126232" y="4678296"/>
                  </a:lnTo>
                  <a:lnTo>
                    <a:pt x="1126326" y="4678296"/>
                  </a:lnTo>
                  <a:lnTo>
                    <a:pt x="1126419" y="4678296"/>
                  </a:lnTo>
                  <a:lnTo>
                    <a:pt x="1126512" y="4678296"/>
                  </a:lnTo>
                  <a:lnTo>
                    <a:pt x="1126605" y="4678296"/>
                  </a:lnTo>
                  <a:lnTo>
                    <a:pt x="1126699" y="4678296"/>
                  </a:lnTo>
                  <a:lnTo>
                    <a:pt x="1126792" y="4678296"/>
                  </a:lnTo>
                  <a:lnTo>
                    <a:pt x="1126885" y="4678296"/>
                  </a:lnTo>
                  <a:lnTo>
                    <a:pt x="1126978" y="4678296"/>
                  </a:lnTo>
                  <a:lnTo>
                    <a:pt x="1127072" y="4678296"/>
                  </a:lnTo>
                  <a:lnTo>
                    <a:pt x="1127165" y="4678296"/>
                  </a:lnTo>
                  <a:lnTo>
                    <a:pt x="1127258" y="4678296"/>
                  </a:lnTo>
                  <a:lnTo>
                    <a:pt x="1127351" y="4678296"/>
                  </a:lnTo>
                  <a:lnTo>
                    <a:pt x="1127445" y="4678296"/>
                  </a:lnTo>
                  <a:lnTo>
                    <a:pt x="1127538" y="4678296"/>
                  </a:lnTo>
                  <a:lnTo>
                    <a:pt x="1127631" y="4678296"/>
                  </a:lnTo>
                  <a:lnTo>
                    <a:pt x="1127724" y="4678296"/>
                  </a:lnTo>
                  <a:lnTo>
                    <a:pt x="1127818" y="4678296"/>
                  </a:lnTo>
                  <a:lnTo>
                    <a:pt x="1127911" y="4678296"/>
                  </a:lnTo>
                  <a:lnTo>
                    <a:pt x="1128004" y="4678296"/>
                  </a:lnTo>
                  <a:lnTo>
                    <a:pt x="1128097" y="4678296"/>
                  </a:lnTo>
                  <a:lnTo>
                    <a:pt x="1128191" y="4678296"/>
                  </a:lnTo>
                  <a:lnTo>
                    <a:pt x="1128284" y="4678296"/>
                  </a:lnTo>
                  <a:lnTo>
                    <a:pt x="1128377" y="4678296"/>
                  </a:lnTo>
                  <a:lnTo>
                    <a:pt x="1128470" y="4678296"/>
                  </a:lnTo>
                  <a:lnTo>
                    <a:pt x="1128564" y="4678296"/>
                  </a:lnTo>
                  <a:lnTo>
                    <a:pt x="1128657" y="4678296"/>
                  </a:lnTo>
                  <a:lnTo>
                    <a:pt x="1128750" y="4678296"/>
                  </a:lnTo>
                  <a:lnTo>
                    <a:pt x="1128843" y="4678296"/>
                  </a:lnTo>
                  <a:lnTo>
                    <a:pt x="1128937" y="4678296"/>
                  </a:lnTo>
                  <a:lnTo>
                    <a:pt x="1129030" y="4678296"/>
                  </a:lnTo>
                  <a:lnTo>
                    <a:pt x="1129123" y="4678296"/>
                  </a:lnTo>
                  <a:lnTo>
                    <a:pt x="1129216" y="4678296"/>
                  </a:lnTo>
                  <a:lnTo>
                    <a:pt x="1129310" y="4678296"/>
                  </a:lnTo>
                  <a:lnTo>
                    <a:pt x="1129403" y="4678296"/>
                  </a:lnTo>
                  <a:lnTo>
                    <a:pt x="1129496" y="4678296"/>
                  </a:lnTo>
                  <a:lnTo>
                    <a:pt x="1129589" y="4678296"/>
                  </a:lnTo>
                  <a:lnTo>
                    <a:pt x="1129683" y="4678296"/>
                  </a:lnTo>
                  <a:lnTo>
                    <a:pt x="1129776" y="4678296"/>
                  </a:lnTo>
                  <a:lnTo>
                    <a:pt x="1129869" y="4678296"/>
                  </a:lnTo>
                  <a:lnTo>
                    <a:pt x="1129962" y="4678296"/>
                  </a:lnTo>
                  <a:lnTo>
                    <a:pt x="1130056" y="4678296"/>
                  </a:lnTo>
                  <a:lnTo>
                    <a:pt x="1130149" y="4678296"/>
                  </a:lnTo>
                  <a:lnTo>
                    <a:pt x="1130242" y="4678296"/>
                  </a:lnTo>
                  <a:lnTo>
                    <a:pt x="1130335" y="4678296"/>
                  </a:lnTo>
                  <a:lnTo>
                    <a:pt x="1130429" y="4678296"/>
                  </a:lnTo>
                  <a:lnTo>
                    <a:pt x="1130522" y="4678296"/>
                  </a:lnTo>
                  <a:lnTo>
                    <a:pt x="1130615" y="4678296"/>
                  </a:lnTo>
                  <a:lnTo>
                    <a:pt x="1130708" y="4678296"/>
                  </a:lnTo>
                  <a:lnTo>
                    <a:pt x="1130802" y="4678296"/>
                  </a:lnTo>
                  <a:lnTo>
                    <a:pt x="1130895" y="4678296"/>
                  </a:lnTo>
                  <a:lnTo>
                    <a:pt x="1130988" y="4678296"/>
                  </a:lnTo>
                  <a:lnTo>
                    <a:pt x="1131081" y="4678296"/>
                  </a:lnTo>
                  <a:lnTo>
                    <a:pt x="1131174" y="4678296"/>
                  </a:lnTo>
                  <a:lnTo>
                    <a:pt x="1131268" y="4678296"/>
                  </a:lnTo>
                  <a:lnTo>
                    <a:pt x="1131361" y="4678296"/>
                  </a:lnTo>
                  <a:lnTo>
                    <a:pt x="1131454" y="4678296"/>
                  </a:lnTo>
                  <a:lnTo>
                    <a:pt x="1131547" y="4678296"/>
                  </a:lnTo>
                  <a:lnTo>
                    <a:pt x="1131641" y="4678296"/>
                  </a:lnTo>
                  <a:lnTo>
                    <a:pt x="1131734" y="4678296"/>
                  </a:lnTo>
                  <a:lnTo>
                    <a:pt x="1131827" y="4678296"/>
                  </a:lnTo>
                  <a:lnTo>
                    <a:pt x="1131920" y="4678296"/>
                  </a:lnTo>
                  <a:lnTo>
                    <a:pt x="1132014" y="4678296"/>
                  </a:lnTo>
                  <a:lnTo>
                    <a:pt x="1132107" y="4678296"/>
                  </a:lnTo>
                  <a:lnTo>
                    <a:pt x="1132200" y="4678296"/>
                  </a:lnTo>
                  <a:lnTo>
                    <a:pt x="1132293" y="4678296"/>
                  </a:lnTo>
                  <a:lnTo>
                    <a:pt x="1132387" y="4678296"/>
                  </a:lnTo>
                  <a:lnTo>
                    <a:pt x="1132480" y="4678296"/>
                  </a:lnTo>
                  <a:lnTo>
                    <a:pt x="1132573" y="4678296"/>
                  </a:lnTo>
                  <a:lnTo>
                    <a:pt x="1132666" y="4678296"/>
                  </a:lnTo>
                  <a:lnTo>
                    <a:pt x="1132760" y="4678296"/>
                  </a:lnTo>
                  <a:lnTo>
                    <a:pt x="1132853" y="4678296"/>
                  </a:lnTo>
                  <a:lnTo>
                    <a:pt x="1132946" y="4678296"/>
                  </a:lnTo>
                  <a:lnTo>
                    <a:pt x="1133039" y="4678296"/>
                  </a:lnTo>
                  <a:lnTo>
                    <a:pt x="1133133" y="4678296"/>
                  </a:lnTo>
                  <a:lnTo>
                    <a:pt x="1133226" y="4678296"/>
                  </a:lnTo>
                  <a:lnTo>
                    <a:pt x="1133319" y="4678296"/>
                  </a:lnTo>
                  <a:lnTo>
                    <a:pt x="1133412" y="4678296"/>
                  </a:lnTo>
                  <a:lnTo>
                    <a:pt x="1133506" y="4678296"/>
                  </a:lnTo>
                  <a:lnTo>
                    <a:pt x="1133599" y="4678296"/>
                  </a:lnTo>
                  <a:lnTo>
                    <a:pt x="1133692" y="4678296"/>
                  </a:lnTo>
                  <a:lnTo>
                    <a:pt x="1133785" y="4678296"/>
                  </a:lnTo>
                  <a:lnTo>
                    <a:pt x="1133879" y="4678296"/>
                  </a:lnTo>
                  <a:lnTo>
                    <a:pt x="1133972" y="4678296"/>
                  </a:lnTo>
                  <a:lnTo>
                    <a:pt x="1134065" y="4678296"/>
                  </a:lnTo>
                  <a:lnTo>
                    <a:pt x="1134158" y="4678296"/>
                  </a:lnTo>
                  <a:lnTo>
                    <a:pt x="1134158" y="4668342"/>
                  </a:lnTo>
                  <a:lnTo>
                    <a:pt x="1134252" y="4668342"/>
                  </a:lnTo>
                  <a:lnTo>
                    <a:pt x="1134345" y="4668342"/>
                  </a:lnTo>
                  <a:lnTo>
                    <a:pt x="1134438" y="4668342"/>
                  </a:lnTo>
                  <a:lnTo>
                    <a:pt x="1134531" y="4668342"/>
                  </a:lnTo>
                  <a:lnTo>
                    <a:pt x="1134625" y="4668342"/>
                  </a:lnTo>
                  <a:lnTo>
                    <a:pt x="1134718" y="4668342"/>
                  </a:lnTo>
                  <a:lnTo>
                    <a:pt x="1134811" y="4668342"/>
                  </a:lnTo>
                  <a:lnTo>
                    <a:pt x="1134904" y="4668342"/>
                  </a:lnTo>
                  <a:lnTo>
                    <a:pt x="1134998" y="4668342"/>
                  </a:lnTo>
                  <a:lnTo>
                    <a:pt x="1135091" y="4668342"/>
                  </a:lnTo>
                  <a:lnTo>
                    <a:pt x="1135184" y="4668342"/>
                  </a:lnTo>
                  <a:lnTo>
                    <a:pt x="1135277" y="4668342"/>
                  </a:lnTo>
                  <a:lnTo>
                    <a:pt x="1135371" y="4668342"/>
                  </a:lnTo>
                  <a:lnTo>
                    <a:pt x="1135464" y="4668342"/>
                  </a:lnTo>
                  <a:lnTo>
                    <a:pt x="1135557" y="4668342"/>
                  </a:lnTo>
                  <a:lnTo>
                    <a:pt x="1135650" y="4668342"/>
                  </a:lnTo>
                  <a:lnTo>
                    <a:pt x="1135744" y="4668342"/>
                  </a:lnTo>
                  <a:lnTo>
                    <a:pt x="1135837" y="4668342"/>
                  </a:lnTo>
                  <a:lnTo>
                    <a:pt x="1135930" y="4668342"/>
                  </a:lnTo>
                  <a:lnTo>
                    <a:pt x="1136023" y="4668342"/>
                  </a:lnTo>
                  <a:lnTo>
                    <a:pt x="1136117" y="4668342"/>
                  </a:lnTo>
                  <a:lnTo>
                    <a:pt x="1136210" y="4668342"/>
                  </a:lnTo>
                  <a:lnTo>
                    <a:pt x="1136303" y="4668342"/>
                  </a:lnTo>
                  <a:lnTo>
                    <a:pt x="1136396" y="4668342"/>
                  </a:lnTo>
                  <a:lnTo>
                    <a:pt x="1136490" y="4668342"/>
                  </a:lnTo>
                  <a:lnTo>
                    <a:pt x="1136583" y="4668342"/>
                  </a:lnTo>
                  <a:lnTo>
                    <a:pt x="1136676" y="4668342"/>
                  </a:lnTo>
                  <a:lnTo>
                    <a:pt x="1136769" y="4668342"/>
                  </a:lnTo>
                  <a:lnTo>
                    <a:pt x="1136863" y="4668342"/>
                  </a:lnTo>
                  <a:lnTo>
                    <a:pt x="1136956" y="4668342"/>
                  </a:lnTo>
                  <a:lnTo>
                    <a:pt x="1137049" y="4668342"/>
                  </a:lnTo>
                  <a:lnTo>
                    <a:pt x="1137142" y="4668342"/>
                  </a:lnTo>
                  <a:lnTo>
                    <a:pt x="1137236" y="4668342"/>
                  </a:lnTo>
                  <a:lnTo>
                    <a:pt x="1137329" y="4668342"/>
                  </a:lnTo>
                  <a:lnTo>
                    <a:pt x="1137422" y="4668342"/>
                  </a:lnTo>
                  <a:lnTo>
                    <a:pt x="1137515" y="4668342"/>
                  </a:lnTo>
                  <a:lnTo>
                    <a:pt x="1137609" y="4668342"/>
                  </a:lnTo>
                  <a:lnTo>
                    <a:pt x="1137702" y="4668342"/>
                  </a:lnTo>
                  <a:lnTo>
                    <a:pt x="1137795" y="4668342"/>
                  </a:lnTo>
                  <a:lnTo>
                    <a:pt x="1137888" y="4668342"/>
                  </a:lnTo>
                  <a:lnTo>
                    <a:pt x="1137981" y="4668342"/>
                  </a:lnTo>
                  <a:lnTo>
                    <a:pt x="1138075" y="4668342"/>
                  </a:lnTo>
                  <a:lnTo>
                    <a:pt x="1138168" y="4668342"/>
                  </a:lnTo>
                  <a:lnTo>
                    <a:pt x="1138261" y="4668342"/>
                  </a:lnTo>
                  <a:lnTo>
                    <a:pt x="1138354" y="4668342"/>
                  </a:lnTo>
                  <a:lnTo>
                    <a:pt x="1138448" y="4668342"/>
                  </a:lnTo>
                  <a:lnTo>
                    <a:pt x="1138541" y="4668342"/>
                  </a:lnTo>
                  <a:lnTo>
                    <a:pt x="1138634" y="4668342"/>
                  </a:lnTo>
                  <a:lnTo>
                    <a:pt x="1138727" y="4668342"/>
                  </a:lnTo>
                  <a:lnTo>
                    <a:pt x="1138821" y="4668342"/>
                  </a:lnTo>
                  <a:lnTo>
                    <a:pt x="1138914" y="4668342"/>
                  </a:lnTo>
                  <a:lnTo>
                    <a:pt x="1139007" y="4668342"/>
                  </a:lnTo>
                  <a:lnTo>
                    <a:pt x="1139100" y="4668342"/>
                  </a:lnTo>
                  <a:lnTo>
                    <a:pt x="1139194" y="4668342"/>
                  </a:lnTo>
                  <a:lnTo>
                    <a:pt x="1139287" y="4668342"/>
                  </a:lnTo>
                  <a:lnTo>
                    <a:pt x="1139380" y="4668342"/>
                  </a:lnTo>
                  <a:lnTo>
                    <a:pt x="1139473" y="4668342"/>
                  </a:lnTo>
                  <a:lnTo>
                    <a:pt x="1139567" y="4668342"/>
                  </a:lnTo>
                  <a:lnTo>
                    <a:pt x="1139660" y="4668342"/>
                  </a:lnTo>
                  <a:lnTo>
                    <a:pt x="1139753" y="4668342"/>
                  </a:lnTo>
                  <a:lnTo>
                    <a:pt x="1139846" y="4668342"/>
                  </a:lnTo>
                  <a:lnTo>
                    <a:pt x="1139940" y="4668342"/>
                  </a:lnTo>
                  <a:lnTo>
                    <a:pt x="1140033" y="4668342"/>
                  </a:lnTo>
                  <a:lnTo>
                    <a:pt x="1140126" y="4668342"/>
                  </a:lnTo>
                  <a:lnTo>
                    <a:pt x="1140219" y="4668342"/>
                  </a:lnTo>
                  <a:lnTo>
                    <a:pt x="1140313" y="4668342"/>
                  </a:lnTo>
                  <a:lnTo>
                    <a:pt x="1140406" y="4668342"/>
                  </a:lnTo>
                  <a:lnTo>
                    <a:pt x="1140499" y="4668342"/>
                  </a:lnTo>
                  <a:lnTo>
                    <a:pt x="1140499" y="4658388"/>
                  </a:lnTo>
                  <a:lnTo>
                    <a:pt x="1140592" y="4658388"/>
                  </a:lnTo>
                  <a:lnTo>
                    <a:pt x="1140686" y="4658388"/>
                  </a:lnTo>
                  <a:lnTo>
                    <a:pt x="1140779" y="4658388"/>
                  </a:lnTo>
                  <a:lnTo>
                    <a:pt x="1140872" y="4658388"/>
                  </a:lnTo>
                  <a:lnTo>
                    <a:pt x="1140965" y="4658388"/>
                  </a:lnTo>
                  <a:lnTo>
                    <a:pt x="1141059" y="4658388"/>
                  </a:lnTo>
                  <a:lnTo>
                    <a:pt x="1141152" y="4658388"/>
                  </a:lnTo>
                  <a:lnTo>
                    <a:pt x="1141245" y="4658388"/>
                  </a:lnTo>
                  <a:lnTo>
                    <a:pt x="1141338" y="4658388"/>
                  </a:lnTo>
                  <a:lnTo>
                    <a:pt x="1141432" y="4658388"/>
                  </a:lnTo>
                  <a:lnTo>
                    <a:pt x="1141525" y="4658388"/>
                  </a:lnTo>
                  <a:lnTo>
                    <a:pt x="1141618" y="4658388"/>
                  </a:lnTo>
                  <a:lnTo>
                    <a:pt x="1141711" y="4658388"/>
                  </a:lnTo>
                  <a:lnTo>
                    <a:pt x="1141805" y="4658388"/>
                  </a:lnTo>
                  <a:lnTo>
                    <a:pt x="1141898" y="4658388"/>
                  </a:lnTo>
                  <a:lnTo>
                    <a:pt x="1141991" y="4658388"/>
                  </a:lnTo>
                  <a:lnTo>
                    <a:pt x="1142084" y="4658388"/>
                  </a:lnTo>
                  <a:lnTo>
                    <a:pt x="1142178" y="4658388"/>
                  </a:lnTo>
                  <a:lnTo>
                    <a:pt x="1142271" y="4658388"/>
                  </a:lnTo>
                  <a:lnTo>
                    <a:pt x="1142364" y="4658388"/>
                  </a:lnTo>
                  <a:lnTo>
                    <a:pt x="1142457" y="4658388"/>
                  </a:lnTo>
                  <a:lnTo>
                    <a:pt x="1142551" y="4658388"/>
                  </a:lnTo>
                  <a:lnTo>
                    <a:pt x="1142644" y="4658388"/>
                  </a:lnTo>
                  <a:lnTo>
                    <a:pt x="1142737" y="4658388"/>
                  </a:lnTo>
                  <a:lnTo>
                    <a:pt x="1142830" y="4658388"/>
                  </a:lnTo>
                  <a:lnTo>
                    <a:pt x="1142924" y="4658388"/>
                  </a:lnTo>
                  <a:lnTo>
                    <a:pt x="1143017" y="4658388"/>
                  </a:lnTo>
                  <a:lnTo>
                    <a:pt x="1143110" y="4658388"/>
                  </a:lnTo>
                  <a:lnTo>
                    <a:pt x="1143203" y="4658388"/>
                  </a:lnTo>
                  <a:lnTo>
                    <a:pt x="1143297" y="4658388"/>
                  </a:lnTo>
                  <a:lnTo>
                    <a:pt x="1143390" y="4658388"/>
                  </a:lnTo>
                  <a:lnTo>
                    <a:pt x="1143483" y="4658388"/>
                  </a:lnTo>
                  <a:lnTo>
                    <a:pt x="1143576" y="4658388"/>
                  </a:lnTo>
                  <a:lnTo>
                    <a:pt x="1143670" y="4658388"/>
                  </a:lnTo>
                  <a:lnTo>
                    <a:pt x="1143763" y="4658388"/>
                  </a:lnTo>
                  <a:lnTo>
                    <a:pt x="1143856" y="4658388"/>
                  </a:lnTo>
                  <a:lnTo>
                    <a:pt x="1143949" y="4658388"/>
                  </a:lnTo>
                  <a:lnTo>
                    <a:pt x="1144043" y="4658388"/>
                  </a:lnTo>
                  <a:lnTo>
                    <a:pt x="1144136" y="4658388"/>
                  </a:lnTo>
                  <a:lnTo>
                    <a:pt x="1144229" y="4658388"/>
                  </a:lnTo>
                  <a:lnTo>
                    <a:pt x="1144322" y="4658388"/>
                  </a:lnTo>
                  <a:lnTo>
                    <a:pt x="1144416" y="4658388"/>
                  </a:lnTo>
                  <a:lnTo>
                    <a:pt x="1144509" y="4658388"/>
                  </a:lnTo>
                  <a:lnTo>
                    <a:pt x="1144602" y="4658388"/>
                  </a:lnTo>
                  <a:lnTo>
                    <a:pt x="1144695" y="4658388"/>
                  </a:lnTo>
                  <a:lnTo>
                    <a:pt x="1144788" y="4658388"/>
                  </a:lnTo>
                  <a:lnTo>
                    <a:pt x="1144882" y="4658388"/>
                  </a:lnTo>
                  <a:lnTo>
                    <a:pt x="1144975" y="4658388"/>
                  </a:lnTo>
                  <a:lnTo>
                    <a:pt x="1145068" y="4658388"/>
                  </a:lnTo>
                  <a:lnTo>
                    <a:pt x="1145161" y="4658388"/>
                  </a:lnTo>
                  <a:lnTo>
                    <a:pt x="1145255" y="4658388"/>
                  </a:lnTo>
                  <a:lnTo>
                    <a:pt x="1145348" y="4658388"/>
                  </a:lnTo>
                  <a:lnTo>
                    <a:pt x="1145441" y="4658388"/>
                  </a:lnTo>
                  <a:lnTo>
                    <a:pt x="1145534" y="4658388"/>
                  </a:lnTo>
                  <a:lnTo>
                    <a:pt x="1145628" y="4658388"/>
                  </a:lnTo>
                  <a:lnTo>
                    <a:pt x="1145721" y="4658388"/>
                  </a:lnTo>
                  <a:lnTo>
                    <a:pt x="1145814" y="4658388"/>
                  </a:lnTo>
                  <a:lnTo>
                    <a:pt x="1145907" y="4658388"/>
                  </a:lnTo>
                  <a:lnTo>
                    <a:pt x="1146001" y="4658388"/>
                  </a:lnTo>
                  <a:lnTo>
                    <a:pt x="1146094" y="4658388"/>
                  </a:lnTo>
                  <a:lnTo>
                    <a:pt x="1146094" y="4648435"/>
                  </a:lnTo>
                  <a:lnTo>
                    <a:pt x="1146187" y="4648435"/>
                  </a:lnTo>
                  <a:lnTo>
                    <a:pt x="1146280" y="4648435"/>
                  </a:lnTo>
                  <a:lnTo>
                    <a:pt x="1146374" y="4648435"/>
                  </a:lnTo>
                  <a:lnTo>
                    <a:pt x="1146467" y="4648435"/>
                  </a:lnTo>
                  <a:lnTo>
                    <a:pt x="1146560" y="4648435"/>
                  </a:lnTo>
                  <a:lnTo>
                    <a:pt x="1146653" y="4648435"/>
                  </a:lnTo>
                  <a:lnTo>
                    <a:pt x="1146747" y="4648435"/>
                  </a:lnTo>
                  <a:lnTo>
                    <a:pt x="1146840" y="4648435"/>
                  </a:lnTo>
                  <a:lnTo>
                    <a:pt x="1146933" y="4648435"/>
                  </a:lnTo>
                  <a:lnTo>
                    <a:pt x="1147026" y="4648435"/>
                  </a:lnTo>
                  <a:lnTo>
                    <a:pt x="1147120" y="4648435"/>
                  </a:lnTo>
                  <a:lnTo>
                    <a:pt x="1147213" y="4648435"/>
                  </a:lnTo>
                  <a:lnTo>
                    <a:pt x="1147306" y="4648435"/>
                  </a:lnTo>
                  <a:lnTo>
                    <a:pt x="1147399" y="4648435"/>
                  </a:lnTo>
                  <a:lnTo>
                    <a:pt x="1147493" y="4648435"/>
                  </a:lnTo>
                  <a:lnTo>
                    <a:pt x="1147586" y="4648435"/>
                  </a:lnTo>
                  <a:lnTo>
                    <a:pt x="1147679" y="4648435"/>
                  </a:lnTo>
                  <a:lnTo>
                    <a:pt x="1147772" y="4648435"/>
                  </a:lnTo>
                  <a:lnTo>
                    <a:pt x="1147866" y="4648435"/>
                  </a:lnTo>
                  <a:lnTo>
                    <a:pt x="1147959" y="4648435"/>
                  </a:lnTo>
                  <a:lnTo>
                    <a:pt x="1148052" y="4648435"/>
                  </a:lnTo>
                  <a:lnTo>
                    <a:pt x="1148145" y="4648435"/>
                  </a:lnTo>
                  <a:lnTo>
                    <a:pt x="1148239" y="4648435"/>
                  </a:lnTo>
                  <a:lnTo>
                    <a:pt x="1148332" y="4648435"/>
                  </a:lnTo>
                  <a:lnTo>
                    <a:pt x="1148425" y="4648435"/>
                  </a:lnTo>
                  <a:lnTo>
                    <a:pt x="1148518" y="4648435"/>
                  </a:lnTo>
                  <a:lnTo>
                    <a:pt x="1148612" y="4648435"/>
                  </a:lnTo>
                  <a:lnTo>
                    <a:pt x="1148705" y="4648435"/>
                  </a:lnTo>
                  <a:lnTo>
                    <a:pt x="1148798" y="4648435"/>
                  </a:lnTo>
                  <a:lnTo>
                    <a:pt x="1148891" y="4648435"/>
                  </a:lnTo>
                  <a:lnTo>
                    <a:pt x="1148985" y="4648435"/>
                  </a:lnTo>
                  <a:lnTo>
                    <a:pt x="1149078" y="4648435"/>
                  </a:lnTo>
                  <a:lnTo>
                    <a:pt x="1149171" y="4648435"/>
                  </a:lnTo>
                  <a:lnTo>
                    <a:pt x="1149264" y="4648435"/>
                  </a:lnTo>
                  <a:lnTo>
                    <a:pt x="1149358" y="4648435"/>
                  </a:lnTo>
                  <a:lnTo>
                    <a:pt x="1149451" y="4648435"/>
                  </a:lnTo>
                  <a:lnTo>
                    <a:pt x="1149544" y="4648435"/>
                  </a:lnTo>
                  <a:lnTo>
                    <a:pt x="1149637" y="4648435"/>
                  </a:lnTo>
                  <a:lnTo>
                    <a:pt x="1149731" y="4648435"/>
                  </a:lnTo>
                  <a:lnTo>
                    <a:pt x="1149824" y="4648435"/>
                  </a:lnTo>
                  <a:lnTo>
                    <a:pt x="1149917" y="4648435"/>
                  </a:lnTo>
                  <a:lnTo>
                    <a:pt x="1150010" y="4648435"/>
                  </a:lnTo>
                  <a:lnTo>
                    <a:pt x="1150104" y="4648435"/>
                  </a:lnTo>
                  <a:lnTo>
                    <a:pt x="1150197" y="4648435"/>
                  </a:lnTo>
                  <a:lnTo>
                    <a:pt x="1150290" y="4648435"/>
                  </a:lnTo>
                  <a:lnTo>
                    <a:pt x="1150383" y="4648435"/>
                  </a:lnTo>
                  <a:lnTo>
                    <a:pt x="1150477" y="4648435"/>
                  </a:lnTo>
                  <a:lnTo>
                    <a:pt x="1150570" y="4648435"/>
                  </a:lnTo>
                  <a:lnTo>
                    <a:pt x="1150663" y="4648435"/>
                  </a:lnTo>
                  <a:lnTo>
                    <a:pt x="1150756" y="4648435"/>
                  </a:lnTo>
                  <a:lnTo>
                    <a:pt x="1150850" y="4648435"/>
                  </a:lnTo>
                  <a:lnTo>
                    <a:pt x="1150943" y="4648435"/>
                  </a:lnTo>
                  <a:lnTo>
                    <a:pt x="1151036" y="4648435"/>
                  </a:lnTo>
                  <a:lnTo>
                    <a:pt x="1151129" y="4648435"/>
                  </a:lnTo>
                  <a:lnTo>
                    <a:pt x="1151223" y="4648435"/>
                  </a:lnTo>
                  <a:lnTo>
                    <a:pt x="1151316" y="4648435"/>
                  </a:lnTo>
                  <a:lnTo>
                    <a:pt x="1151409" y="4648435"/>
                  </a:lnTo>
                  <a:lnTo>
                    <a:pt x="1151502" y="4648435"/>
                  </a:lnTo>
                  <a:lnTo>
                    <a:pt x="1151596" y="4648435"/>
                  </a:lnTo>
                  <a:lnTo>
                    <a:pt x="1151689" y="4648435"/>
                  </a:lnTo>
                  <a:lnTo>
                    <a:pt x="1151782" y="4648435"/>
                  </a:lnTo>
                  <a:lnTo>
                    <a:pt x="1151875" y="4648435"/>
                  </a:lnTo>
                  <a:lnTo>
                    <a:pt x="1151968" y="4648435"/>
                  </a:lnTo>
                  <a:lnTo>
                    <a:pt x="1152062" y="4648435"/>
                  </a:lnTo>
                  <a:lnTo>
                    <a:pt x="1152155" y="4648435"/>
                  </a:lnTo>
                  <a:lnTo>
                    <a:pt x="1152248" y="4648435"/>
                  </a:lnTo>
                  <a:lnTo>
                    <a:pt x="1152341" y="4648435"/>
                  </a:lnTo>
                  <a:lnTo>
                    <a:pt x="1152435" y="4648435"/>
                  </a:lnTo>
                  <a:lnTo>
                    <a:pt x="1152435" y="4638481"/>
                  </a:lnTo>
                  <a:lnTo>
                    <a:pt x="1152528" y="4638481"/>
                  </a:lnTo>
                  <a:lnTo>
                    <a:pt x="1152621" y="4638481"/>
                  </a:lnTo>
                  <a:lnTo>
                    <a:pt x="1152714" y="4638481"/>
                  </a:lnTo>
                  <a:lnTo>
                    <a:pt x="1152808" y="4638481"/>
                  </a:lnTo>
                  <a:lnTo>
                    <a:pt x="1152901" y="4638481"/>
                  </a:lnTo>
                  <a:lnTo>
                    <a:pt x="1152994" y="4638481"/>
                  </a:lnTo>
                  <a:lnTo>
                    <a:pt x="1153087" y="4638481"/>
                  </a:lnTo>
                  <a:lnTo>
                    <a:pt x="1153181" y="4638481"/>
                  </a:lnTo>
                  <a:lnTo>
                    <a:pt x="1153274" y="4638481"/>
                  </a:lnTo>
                  <a:lnTo>
                    <a:pt x="1153367" y="4638481"/>
                  </a:lnTo>
                  <a:lnTo>
                    <a:pt x="1153460" y="4638481"/>
                  </a:lnTo>
                  <a:lnTo>
                    <a:pt x="1153554" y="4638481"/>
                  </a:lnTo>
                  <a:lnTo>
                    <a:pt x="1153647" y="4638481"/>
                  </a:lnTo>
                  <a:lnTo>
                    <a:pt x="1153740" y="4638481"/>
                  </a:lnTo>
                  <a:lnTo>
                    <a:pt x="1153833" y="4638481"/>
                  </a:lnTo>
                  <a:lnTo>
                    <a:pt x="1153927" y="4638481"/>
                  </a:lnTo>
                  <a:lnTo>
                    <a:pt x="1154020" y="4638481"/>
                  </a:lnTo>
                  <a:lnTo>
                    <a:pt x="1154113" y="4638481"/>
                  </a:lnTo>
                  <a:lnTo>
                    <a:pt x="1154206" y="4638481"/>
                  </a:lnTo>
                  <a:lnTo>
                    <a:pt x="1154300" y="4638481"/>
                  </a:lnTo>
                  <a:lnTo>
                    <a:pt x="1154393" y="4638481"/>
                  </a:lnTo>
                  <a:lnTo>
                    <a:pt x="1154486" y="4638481"/>
                  </a:lnTo>
                  <a:lnTo>
                    <a:pt x="1154579" y="4638481"/>
                  </a:lnTo>
                  <a:lnTo>
                    <a:pt x="1154673" y="4638481"/>
                  </a:lnTo>
                  <a:lnTo>
                    <a:pt x="1154766" y="4638481"/>
                  </a:lnTo>
                  <a:lnTo>
                    <a:pt x="1154859" y="4638481"/>
                  </a:lnTo>
                  <a:lnTo>
                    <a:pt x="1154952" y="4638481"/>
                  </a:lnTo>
                  <a:lnTo>
                    <a:pt x="1155046" y="4638481"/>
                  </a:lnTo>
                  <a:lnTo>
                    <a:pt x="1155139" y="4638481"/>
                  </a:lnTo>
                  <a:lnTo>
                    <a:pt x="1155232" y="4638481"/>
                  </a:lnTo>
                  <a:lnTo>
                    <a:pt x="1155325" y="4638481"/>
                  </a:lnTo>
                  <a:lnTo>
                    <a:pt x="1155419" y="4638481"/>
                  </a:lnTo>
                  <a:lnTo>
                    <a:pt x="1155512" y="4638481"/>
                  </a:lnTo>
                  <a:lnTo>
                    <a:pt x="1155605" y="4638481"/>
                  </a:lnTo>
                  <a:lnTo>
                    <a:pt x="1155698" y="4638481"/>
                  </a:lnTo>
                  <a:lnTo>
                    <a:pt x="1155792" y="4638481"/>
                  </a:lnTo>
                  <a:lnTo>
                    <a:pt x="1155885" y="4638481"/>
                  </a:lnTo>
                  <a:lnTo>
                    <a:pt x="1155978" y="4638481"/>
                  </a:lnTo>
                  <a:lnTo>
                    <a:pt x="1156071" y="4638481"/>
                  </a:lnTo>
                  <a:lnTo>
                    <a:pt x="1156165" y="4638481"/>
                  </a:lnTo>
                  <a:lnTo>
                    <a:pt x="1156258" y="4638481"/>
                  </a:lnTo>
                  <a:lnTo>
                    <a:pt x="1156351" y="4638481"/>
                  </a:lnTo>
                  <a:lnTo>
                    <a:pt x="1156444" y="4638481"/>
                  </a:lnTo>
                  <a:lnTo>
                    <a:pt x="1156538" y="4638481"/>
                  </a:lnTo>
                  <a:lnTo>
                    <a:pt x="1156631" y="4638481"/>
                  </a:lnTo>
                  <a:lnTo>
                    <a:pt x="1156724" y="4638481"/>
                  </a:lnTo>
                  <a:lnTo>
                    <a:pt x="1156817" y="4638481"/>
                  </a:lnTo>
                  <a:lnTo>
                    <a:pt x="1156911" y="4638481"/>
                  </a:lnTo>
                  <a:lnTo>
                    <a:pt x="1157004" y="4638481"/>
                  </a:lnTo>
                  <a:lnTo>
                    <a:pt x="1157097" y="4638481"/>
                  </a:lnTo>
                  <a:lnTo>
                    <a:pt x="1157190" y="4638481"/>
                  </a:lnTo>
                  <a:lnTo>
                    <a:pt x="1157284" y="4638481"/>
                  </a:lnTo>
                  <a:lnTo>
                    <a:pt x="1157377" y="4638481"/>
                  </a:lnTo>
                  <a:lnTo>
                    <a:pt x="1157470" y="4638481"/>
                  </a:lnTo>
                  <a:lnTo>
                    <a:pt x="1157563" y="4638481"/>
                  </a:lnTo>
                  <a:lnTo>
                    <a:pt x="1157657" y="4638481"/>
                  </a:lnTo>
                  <a:lnTo>
                    <a:pt x="1157750" y="4638481"/>
                  </a:lnTo>
                  <a:lnTo>
                    <a:pt x="1157843" y="4638481"/>
                  </a:lnTo>
                  <a:lnTo>
                    <a:pt x="1157936" y="4638481"/>
                  </a:lnTo>
                  <a:lnTo>
                    <a:pt x="1158030" y="4638481"/>
                  </a:lnTo>
                  <a:lnTo>
                    <a:pt x="1158123" y="4638481"/>
                  </a:lnTo>
                  <a:lnTo>
                    <a:pt x="1158216" y="4638481"/>
                  </a:lnTo>
                  <a:lnTo>
                    <a:pt x="1158309" y="4638481"/>
                  </a:lnTo>
                  <a:lnTo>
                    <a:pt x="1158403" y="4638481"/>
                  </a:lnTo>
                  <a:lnTo>
                    <a:pt x="1158496" y="4638481"/>
                  </a:lnTo>
                  <a:lnTo>
                    <a:pt x="1158589" y="4638481"/>
                  </a:lnTo>
                  <a:lnTo>
                    <a:pt x="1158682" y="4638481"/>
                  </a:lnTo>
                  <a:lnTo>
                    <a:pt x="1158775" y="4638481"/>
                  </a:lnTo>
                  <a:lnTo>
                    <a:pt x="1158869" y="4638481"/>
                  </a:lnTo>
                  <a:lnTo>
                    <a:pt x="1158962" y="4638481"/>
                  </a:lnTo>
                  <a:lnTo>
                    <a:pt x="1159055" y="4638481"/>
                  </a:lnTo>
                  <a:lnTo>
                    <a:pt x="1159148" y="4638481"/>
                  </a:lnTo>
                  <a:lnTo>
                    <a:pt x="1159242" y="4638481"/>
                  </a:lnTo>
                  <a:lnTo>
                    <a:pt x="1159335" y="4638481"/>
                  </a:lnTo>
                  <a:lnTo>
                    <a:pt x="1159428" y="4638481"/>
                  </a:lnTo>
                  <a:lnTo>
                    <a:pt x="1159521" y="4638481"/>
                  </a:lnTo>
                  <a:lnTo>
                    <a:pt x="1159615" y="4638481"/>
                  </a:lnTo>
                  <a:lnTo>
                    <a:pt x="1159708" y="4638481"/>
                  </a:lnTo>
                  <a:lnTo>
                    <a:pt x="1159801" y="4638481"/>
                  </a:lnTo>
                  <a:lnTo>
                    <a:pt x="1159894" y="4638481"/>
                  </a:lnTo>
                  <a:lnTo>
                    <a:pt x="1159988" y="4638481"/>
                  </a:lnTo>
                  <a:lnTo>
                    <a:pt x="1160081" y="4638481"/>
                  </a:lnTo>
                  <a:lnTo>
                    <a:pt x="1160174" y="4638481"/>
                  </a:lnTo>
                  <a:lnTo>
                    <a:pt x="1160267" y="4638481"/>
                  </a:lnTo>
                  <a:lnTo>
                    <a:pt x="1160361" y="4638481"/>
                  </a:lnTo>
                  <a:lnTo>
                    <a:pt x="1160454" y="4638481"/>
                  </a:lnTo>
                  <a:lnTo>
                    <a:pt x="1160547" y="4638481"/>
                  </a:lnTo>
                  <a:lnTo>
                    <a:pt x="1160640" y="4638481"/>
                  </a:lnTo>
                  <a:lnTo>
                    <a:pt x="1160734" y="4638481"/>
                  </a:lnTo>
                  <a:lnTo>
                    <a:pt x="1160827" y="4638481"/>
                  </a:lnTo>
                  <a:lnTo>
                    <a:pt x="1160920" y="4638481"/>
                  </a:lnTo>
                  <a:lnTo>
                    <a:pt x="1161013" y="4638481"/>
                  </a:lnTo>
                  <a:lnTo>
                    <a:pt x="1161107" y="4638481"/>
                  </a:lnTo>
                  <a:lnTo>
                    <a:pt x="1161200" y="4638481"/>
                  </a:lnTo>
                  <a:lnTo>
                    <a:pt x="1161293" y="4638481"/>
                  </a:lnTo>
                  <a:lnTo>
                    <a:pt x="1161386" y="4638481"/>
                  </a:lnTo>
                  <a:lnTo>
                    <a:pt x="1161480" y="4638481"/>
                  </a:lnTo>
                  <a:lnTo>
                    <a:pt x="1161573" y="4638481"/>
                  </a:lnTo>
                  <a:lnTo>
                    <a:pt x="1161666" y="4638481"/>
                  </a:lnTo>
                  <a:lnTo>
                    <a:pt x="1161759" y="4638481"/>
                  </a:lnTo>
                  <a:lnTo>
                    <a:pt x="1161853" y="4638481"/>
                  </a:lnTo>
                  <a:lnTo>
                    <a:pt x="1161946" y="4638481"/>
                  </a:lnTo>
                  <a:lnTo>
                    <a:pt x="1162039" y="4638481"/>
                  </a:lnTo>
                  <a:lnTo>
                    <a:pt x="1162132" y="4638481"/>
                  </a:lnTo>
                  <a:lnTo>
                    <a:pt x="1162226" y="4638481"/>
                  </a:lnTo>
                  <a:lnTo>
                    <a:pt x="1162319" y="4638481"/>
                  </a:lnTo>
                  <a:lnTo>
                    <a:pt x="1162412" y="4638481"/>
                  </a:lnTo>
                  <a:lnTo>
                    <a:pt x="1162505" y="4638481"/>
                  </a:lnTo>
                  <a:lnTo>
                    <a:pt x="1162599" y="4638481"/>
                  </a:lnTo>
                  <a:lnTo>
                    <a:pt x="1162692" y="4638481"/>
                  </a:lnTo>
                  <a:lnTo>
                    <a:pt x="1162785" y="4638481"/>
                  </a:lnTo>
                  <a:lnTo>
                    <a:pt x="1162878" y="4638481"/>
                  </a:lnTo>
                  <a:lnTo>
                    <a:pt x="1162972" y="4638481"/>
                  </a:lnTo>
                  <a:lnTo>
                    <a:pt x="1163065" y="4638481"/>
                  </a:lnTo>
                  <a:lnTo>
                    <a:pt x="1163158" y="4638481"/>
                  </a:lnTo>
                  <a:lnTo>
                    <a:pt x="1163158" y="4628527"/>
                  </a:lnTo>
                  <a:lnTo>
                    <a:pt x="1163251" y="4628527"/>
                  </a:lnTo>
                  <a:lnTo>
                    <a:pt x="1163345" y="4628527"/>
                  </a:lnTo>
                  <a:lnTo>
                    <a:pt x="1163438" y="4628527"/>
                  </a:lnTo>
                  <a:lnTo>
                    <a:pt x="1163531" y="4628527"/>
                  </a:lnTo>
                  <a:lnTo>
                    <a:pt x="1163624" y="4628527"/>
                  </a:lnTo>
                  <a:lnTo>
                    <a:pt x="1163718" y="4628527"/>
                  </a:lnTo>
                  <a:lnTo>
                    <a:pt x="1163811" y="4628527"/>
                  </a:lnTo>
                  <a:lnTo>
                    <a:pt x="1163904" y="4628527"/>
                  </a:lnTo>
                  <a:lnTo>
                    <a:pt x="1163997" y="4628527"/>
                  </a:lnTo>
                  <a:lnTo>
                    <a:pt x="1164091" y="4628527"/>
                  </a:lnTo>
                  <a:lnTo>
                    <a:pt x="1164184" y="4628527"/>
                  </a:lnTo>
                  <a:lnTo>
                    <a:pt x="1164277" y="4628527"/>
                  </a:lnTo>
                  <a:lnTo>
                    <a:pt x="1164370" y="4628527"/>
                  </a:lnTo>
                  <a:lnTo>
                    <a:pt x="1164464" y="4628527"/>
                  </a:lnTo>
                  <a:lnTo>
                    <a:pt x="1164557" y="4628527"/>
                  </a:lnTo>
                  <a:lnTo>
                    <a:pt x="1164650" y="4628527"/>
                  </a:lnTo>
                  <a:lnTo>
                    <a:pt x="1164743" y="4628527"/>
                  </a:lnTo>
                  <a:lnTo>
                    <a:pt x="1164837" y="4628527"/>
                  </a:lnTo>
                  <a:lnTo>
                    <a:pt x="1164930" y="4628527"/>
                  </a:lnTo>
                  <a:lnTo>
                    <a:pt x="1165023" y="4628527"/>
                  </a:lnTo>
                  <a:lnTo>
                    <a:pt x="1165116" y="4628527"/>
                  </a:lnTo>
                  <a:lnTo>
                    <a:pt x="1165210" y="4628527"/>
                  </a:lnTo>
                  <a:lnTo>
                    <a:pt x="1165303" y="4628527"/>
                  </a:lnTo>
                  <a:lnTo>
                    <a:pt x="1165396" y="4628527"/>
                  </a:lnTo>
                  <a:lnTo>
                    <a:pt x="1165489" y="4628527"/>
                  </a:lnTo>
                  <a:lnTo>
                    <a:pt x="1165582" y="4628527"/>
                  </a:lnTo>
                  <a:lnTo>
                    <a:pt x="1165676" y="4628527"/>
                  </a:lnTo>
                  <a:lnTo>
                    <a:pt x="1165769" y="4628527"/>
                  </a:lnTo>
                  <a:lnTo>
                    <a:pt x="1165862" y="4628527"/>
                  </a:lnTo>
                  <a:lnTo>
                    <a:pt x="1165955" y="4628527"/>
                  </a:lnTo>
                  <a:lnTo>
                    <a:pt x="1166049" y="4628527"/>
                  </a:lnTo>
                  <a:lnTo>
                    <a:pt x="1166142" y="4628527"/>
                  </a:lnTo>
                  <a:lnTo>
                    <a:pt x="1166235" y="4628527"/>
                  </a:lnTo>
                  <a:lnTo>
                    <a:pt x="1166328" y="4628527"/>
                  </a:lnTo>
                  <a:lnTo>
                    <a:pt x="1166422" y="4628527"/>
                  </a:lnTo>
                  <a:lnTo>
                    <a:pt x="1166515" y="4628527"/>
                  </a:lnTo>
                  <a:lnTo>
                    <a:pt x="1166608" y="4628527"/>
                  </a:lnTo>
                  <a:lnTo>
                    <a:pt x="1166701" y="4628527"/>
                  </a:lnTo>
                  <a:lnTo>
                    <a:pt x="1166795" y="4628527"/>
                  </a:lnTo>
                  <a:lnTo>
                    <a:pt x="1166888" y="4628527"/>
                  </a:lnTo>
                  <a:lnTo>
                    <a:pt x="1166981" y="4628527"/>
                  </a:lnTo>
                  <a:lnTo>
                    <a:pt x="1167074" y="4628527"/>
                  </a:lnTo>
                  <a:lnTo>
                    <a:pt x="1167168" y="4628527"/>
                  </a:lnTo>
                  <a:lnTo>
                    <a:pt x="1167261" y="4628527"/>
                  </a:lnTo>
                  <a:lnTo>
                    <a:pt x="1167354" y="4628527"/>
                  </a:lnTo>
                  <a:lnTo>
                    <a:pt x="1167354" y="4618573"/>
                  </a:lnTo>
                  <a:lnTo>
                    <a:pt x="1167447" y="4618573"/>
                  </a:lnTo>
                  <a:lnTo>
                    <a:pt x="1167541" y="4618573"/>
                  </a:lnTo>
                  <a:lnTo>
                    <a:pt x="1167634" y="4618573"/>
                  </a:lnTo>
                  <a:lnTo>
                    <a:pt x="1167727" y="4618573"/>
                  </a:lnTo>
                  <a:lnTo>
                    <a:pt x="1167820" y="4618573"/>
                  </a:lnTo>
                  <a:lnTo>
                    <a:pt x="1167914" y="4618573"/>
                  </a:lnTo>
                  <a:lnTo>
                    <a:pt x="1168007" y="4618573"/>
                  </a:lnTo>
                  <a:lnTo>
                    <a:pt x="1168100" y="4618573"/>
                  </a:lnTo>
                  <a:lnTo>
                    <a:pt x="1168193" y="4618573"/>
                  </a:lnTo>
                  <a:lnTo>
                    <a:pt x="1168287" y="4618573"/>
                  </a:lnTo>
                  <a:lnTo>
                    <a:pt x="1168380" y="4618573"/>
                  </a:lnTo>
                  <a:lnTo>
                    <a:pt x="1168473" y="4618573"/>
                  </a:lnTo>
                  <a:lnTo>
                    <a:pt x="1168566" y="4618573"/>
                  </a:lnTo>
                  <a:lnTo>
                    <a:pt x="1168660" y="4618573"/>
                  </a:lnTo>
                  <a:lnTo>
                    <a:pt x="1168753" y="4618573"/>
                  </a:lnTo>
                  <a:lnTo>
                    <a:pt x="1168846" y="4618573"/>
                  </a:lnTo>
                  <a:lnTo>
                    <a:pt x="1168939" y="4618573"/>
                  </a:lnTo>
                  <a:lnTo>
                    <a:pt x="1169033" y="4618573"/>
                  </a:lnTo>
                  <a:lnTo>
                    <a:pt x="1169126" y="4618573"/>
                  </a:lnTo>
                  <a:lnTo>
                    <a:pt x="1169219" y="4618573"/>
                  </a:lnTo>
                  <a:lnTo>
                    <a:pt x="1169312" y="4618573"/>
                  </a:lnTo>
                  <a:lnTo>
                    <a:pt x="1169406" y="4618573"/>
                  </a:lnTo>
                  <a:lnTo>
                    <a:pt x="1169499" y="4618573"/>
                  </a:lnTo>
                  <a:lnTo>
                    <a:pt x="1169592" y="4618573"/>
                  </a:lnTo>
                  <a:lnTo>
                    <a:pt x="1169685" y="4618573"/>
                  </a:lnTo>
                  <a:lnTo>
                    <a:pt x="1169779" y="4618573"/>
                  </a:lnTo>
                  <a:lnTo>
                    <a:pt x="1169872" y="4618573"/>
                  </a:lnTo>
                  <a:lnTo>
                    <a:pt x="1169965" y="4618573"/>
                  </a:lnTo>
                  <a:lnTo>
                    <a:pt x="1170058" y="4618573"/>
                  </a:lnTo>
                  <a:lnTo>
                    <a:pt x="1170152" y="4618573"/>
                  </a:lnTo>
                  <a:lnTo>
                    <a:pt x="1170245" y="4618573"/>
                  </a:lnTo>
                  <a:lnTo>
                    <a:pt x="1170338" y="4618573"/>
                  </a:lnTo>
                  <a:lnTo>
                    <a:pt x="1170431" y="4618573"/>
                  </a:lnTo>
                  <a:lnTo>
                    <a:pt x="1170525" y="4618573"/>
                  </a:lnTo>
                  <a:lnTo>
                    <a:pt x="1170618" y="4618573"/>
                  </a:lnTo>
                  <a:lnTo>
                    <a:pt x="1170711" y="4618573"/>
                  </a:lnTo>
                  <a:lnTo>
                    <a:pt x="1170804" y="4618573"/>
                  </a:lnTo>
                  <a:lnTo>
                    <a:pt x="1170898" y="4618573"/>
                  </a:lnTo>
                  <a:lnTo>
                    <a:pt x="1170991" y="4618573"/>
                  </a:lnTo>
                  <a:lnTo>
                    <a:pt x="1171084" y="4618573"/>
                  </a:lnTo>
                  <a:lnTo>
                    <a:pt x="1171177" y="4618573"/>
                  </a:lnTo>
                  <a:lnTo>
                    <a:pt x="1171271" y="4618573"/>
                  </a:lnTo>
                  <a:lnTo>
                    <a:pt x="1171364" y="4618573"/>
                  </a:lnTo>
                  <a:lnTo>
                    <a:pt x="1171457" y="4618573"/>
                  </a:lnTo>
                  <a:lnTo>
                    <a:pt x="1171550" y="4618573"/>
                  </a:lnTo>
                  <a:lnTo>
                    <a:pt x="1171644" y="4618573"/>
                  </a:lnTo>
                  <a:lnTo>
                    <a:pt x="1171737" y="4618573"/>
                  </a:lnTo>
                  <a:lnTo>
                    <a:pt x="1171830" y="4618573"/>
                  </a:lnTo>
                  <a:lnTo>
                    <a:pt x="1171923" y="4618573"/>
                  </a:lnTo>
                  <a:lnTo>
                    <a:pt x="1172017" y="4618573"/>
                  </a:lnTo>
                  <a:lnTo>
                    <a:pt x="1172110" y="4618573"/>
                  </a:lnTo>
                  <a:lnTo>
                    <a:pt x="1172203" y="4618573"/>
                  </a:lnTo>
                  <a:lnTo>
                    <a:pt x="1172296" y="4618573"/>
                  </a:lnTo>
                  <a:lnTo>
                    <a:pt x="1172390" y="4618573"/>
                  </a:lnTo>
                  <a:lnTo>
                    <a:pt x="1172483" y="4618573"/>
                  </a:lnTo>
                  <a:lnTo>
                    <a:pt x="1172576" y="4618573"/>
                  </a:lnTo>
                  <a:lnTo>
                    <a:pt x="1172669" y="4618573"/>
                  </a:lnTo>
                  <a:lnTo>
                    <a:pt x="1172762" y="4618573"/>
                  </a:lnTo>
                  <a:lnTo>
                    <a:pt x="1172856" y="4618573"/>
                  </a:lnTo>
                  <a:lnTo>
                    <a:pt x="1172949" y="4618573"/>
                  </a:lnTo>
                  <a:lnTo>
                    <a:pt x="1173042" y="4618573"/>
                  </a:lnTo>
                  <a:lnTo>
                    <a:pt x="1173135" y="4618573"/>
                  </a:lnTo>
                  <a:lnTo>
                    <a:pt x="1173229" y="4618573"/>
                  </a:lnTo>
                  <a:lnTo>
                    <a:pt x="1173322" y="4618573"/>
                  </a:lnTo>
                  <a:lnTo>
                    <a:pt x="1173415" y="4618573"/>
                  </a:lnTo>
                  <a:lnTo>
                    <a:pt x="1173508" y="4618573"/>
                  </a:lnTo>
                  <a:lnTo>
                    <a:pt x="1173602" y="4618573"/>
                  </a:lnTo>
                  <a:lnTo>
                    <a:pt x="1173695" y="4618573"/>
                  </a:lnTo>
                  <a:lnTo>
                    <a:pt x="1173788" y="4618573"/>
                  </a:lnTo>
                  <a:lnTo>
                    <a:pt x="1173881" y="4618573"/>
                  </a:lnTo>
                  <a:lnTo>
                    <a:pt x="1173975" y="4618573"/>
                  </a:lnTo>
                  <a:lnTo>
                    <a:pt x="1174068" y="4618573"/>
                  </a:lnTo>
                  <a:lnTo>
                    <a:pt x="1174161" y="4618573"/>
                  </a:lnTo>
                  <a:lnTo>
                    <a:pt x="1174254" y="4618573"/>
                  </a:lnTo>
                  <a:lnTo>
                    <a:pt x="1174348" y="4618573"/>
                  </a:lnTo>
                  <a:lnTo>
                    <a:pt x="1174441" y="4618573"/>
                  </a:lnTo>
                  <a:lnTo>
                    <a:pt x="1174534" y="4618573"/>
                  </a:lnTo>
                  <a:lnTo>
                    <a:pt x="1174627" y="4618573"/>
                  </a:lnTo>
                  <a:lnTo>
                    <a:pt x="1174721" y="4618573"/>
                  </a:lnTo>
                  <a:lnTo>
                    <a:pt x="1174814" y="4618573"/>
                  </a:lnTo>
                  <a:lnTo>
                    <a:pt x="1174907" y="4618573"/>
                  </a:lnTo>
                  <a:lnTo>
                    <a:pt x="1175000" y="4618573"/>
                  </a:lnTo>
                  <a:lnTo>
                    <a:pt x="1175094" y="4618573"/>
                  </a:lnTo>
                  <a:lnTo>
                    <a:pt x="1175187" y="4618573"/>
                  </a:lnTo>
                  <a:lnTo>
                    <a:pt x="1175280" y="4618573"/>
                  </a:lnTo>
                  <a:lnTo>
                    <a:pt x="1175373" y="4618573"/>
                  </a:lnTo>
                  <a:lnTo>
                    <a:pt x="1175467" y="4618573"/>
                  </a:lnTo>
                  <a:lnTo>
                    <a:pt x="1175560" y="4618573"/>
                  </a:lnTo>
                  <a:lnTo>
                    <a:pt x="1175653" y="4618573"/>
                  </a:lnTo>
                  <a:lnTo>
                    <a:pt x="1175746" y="4618573"/>
                  </a:lnTo>
                  <a:lnTo>
                    <a:pt x="1175746" y="4608619"/>
                  </a:lnTo>
                  <a:lnTo>
                    <a:pt x="1175840" y="4608619"/>
                  </a:lnTo>
                  <a:lnTo>
                    <a:pt x="1175933" y="4608619"/>
                  </a:lnTo>
                  <a:lnTo>
                    <a:pt x="1176026" y="4608619"/>
                  </a:lnTo>
                  <a:lnTo>
                    <a:pt x="1176119" y="4608619"/>
                  </a:lnTo>
                  <a:lnTo>
                    <a:pt x="1176213" y="4608619"/>
                  </a:lnTo>
                  <a:lnTo>
                    <a:pt x="1176306" y="4608619"/>
                  </a:lnTo>
                  <a:lnTo>
                    <a:pt x="1176399" y="4608619"/>
                  </a:lnTo>
                  <a:lnTo>
                    <a:pt x="1176492" y="4608619"/>
                  </a:lnTo>
                  <a:lnTo>
                    <a:pt x="1176586" y="4608619"/>
                  </a:lnTo>
                  <a:lnTo>
                    <a:pt x="1176679" y="4608619"/>
                  </a:lnTo>
                  <a:lnTo>
                    <a:pt x="1176772" y="4608619"/>
                  </a:lnTo>
                  <a:lnTo>
                    <a:pt x="1176865" y="4608619"/>
                  </a:lnTo>
                  <a:lnTo>
                    <a:pt x="1176959" y="4608619"/>
                  </a:lnTo>
                  <a:lnTo>
                    <a:pt x="1177052" y="4608619"/>
                  </a:lnTo>
                  <a:lnTo>
                    <a:pt x="1177145" y="4608619"/>
                  </a:lnTo>
                  <a:lnTo>
                    <a:pt x="1177238" y="4608619"/>
                  </a:lnTo>
                  <a:lnTo>
                    <a:pt x="1177332" y="4608619"/>
                  </a:lnTo>
                  <a:lnTo>
                    <a:pt x="1177425" y="4608619"/>
                  </a:lnTo>
                  <a:lnTo>
                    <a:pt x="1177518" y="4608619"/>
                  </a:lnTo>
                  <a:lnTo>
                    <a:pt x="1177611" y="4608619"/>
                  </a:lnTo>
                  <a:lnTo>
                    <a:pt x="1177705" y="4608619"/>
                  </a:lnTo>
                  <a:lnTo>
                    <a:pt x="1177798" y="4608619"/>
                  </a:lnTo>
                  <a:lnTo>
                    <a:pt x="1177891" y="4608619"/>
                  </a:lnTo>
                  <a:lnTo>
                    <a:pt x="1177984" y="4608619"/>
                  </a:lnTo>
                  <a:lnTo>
                    <a:pt x="1178078" y="4608619"/>
                  </a:lnTo>
                  <a:lnTo>
                    <a:pt x="1178171" y="4608619"/>
                  </a:lnTo>
                  <a:lnTo>
                    <a:pt x="1178264" y="4608619"/>
                  </a:lnTo>
                  <a:lnTo>
                    <a:pt x="1178357" y="4608619"/>
                  </a:lnTo>
                  <a:lnTo>
                    <a:pt x="1178451" y="4608619"/>
                  </a:lnTo>
                  <a:lnTo>
                    <a:pt x="1178544" y="4608619"/>
                  </a:lnTo>
                  <a:lnTo>
                    <a:pt x="1178637" y="4608619"/>
                  </a:lnTo>
                  <a:lnTo>
                    <a:pt x="1178730" y="4608619"/>
                  </a:lnTo>
                  <a:lnTo>
                    <a:pt x="1178824" y="4608619"/>
                  </a:lnTo>
                  <a:lnTo>
                    <a:pt x="1178917" y="4608619"/>
                  </a:lnTo>
                  <a:lnTo>
                    <a:pt x="1179010" y="4608619"/>
                  </a:lnTo>
                  <a:lnTo>
                    <a:pt x="1179103" y="4608619"/>
                  </a:lnTo>
                  <a:lnTo>
                    <a:pt x="1179197" y="4608619"/>
                  </a:lnTo>
                  <a:lnTo>
                    <a:pt x="1179290" y="4608619"/>
                  </a:lnTo>
                  <a:lnTo>
                    <a:pt x="1179383" y="4608619"/>
                  </a:lnTo>
                  <a:lnTo>
                    <a:pt x="1179476" y="4608619"/>
                  </a:lnTo>
                  <a:lnTo>
                    <a:pt x="1179569" y="4608619"/>
                  </a:lnTo>
                  <a:lnTo>
                    <a:pt x="1179663" y="4608619"/>
                  </a:lnTo>
                  <a:lnTo>
                    <a:pt x="1179756" y="4608619"/>
                  </a:lnTo>
                  <a:lnTo>
                    <a:pt x="1179849" y="4608619"/>
                  </a:lnTo>
                  <a:lnTo>
                    <a:pt x="1179942" y="4608619"/>
                  </a:lnTo>
                  <a:lnTo>
                    <a:pt x="1180036" y="4608619"/>
                  </a:lnTo>
                  <a:lnTo>
                    <a:pt x="1180129" y="4608619"/>
                  </a:lnTo>
                  <a:lnTo>
                    <a:pt x="1180222" y="4608619"/>
                  </a:lnTo>
                  <a:lnTo>
                    <a:pt x="1180315" y="4608619"/>
                  </a:lnTo>
                  <a:lnTo>
                    <a:pt x="1180409" y="4608619"/>
                  </a:lnTo>
                  <a:lnTo>
                    <a:pt x="1180502" y="4608619"/>
                  </a:lnTo>
                  <a:lnTo>
                    <a:pt x="1180595" y="4608619"/>
                  </a:lnTo>
                  <a:lnTo>
                    <a:pt x="1180688" y="4608619"/>
                  </a:lnTo>
                  <a:lnTo>
                    <a:pt x="1180782" y="4608619"/>
                  </a:lnTo>
                  <a:lnTo>
                    <a:pt x="1180875" y="4608619"/>
                  </a:lnTo>
                  <a:lnTo>
                    <a:pt x="1180968" y="4608619"/>
                  </a:lnTo>
                  <a:lnTo>
                    <a:pt x="1181061" y="4608619"/>
                  </a:lnTo>
                  <a:lnTo>
                    <a:pt x="1181155" y="4608619"/>
                  </a:lnTo>
                  <a:lnTo>
                    <a:pt x="1181248" y="4608619"/>
                  </a:lnTo>
                  <a:lnTo>
                    <a:pt x="1181341" y="4608619"/>
                  </a:lnTo>
                  <a:lnTo>
                    <a:pt x="1181434" y="4608619"/>
                  </a:lnTo>
                  <a:lnTo>
                    <a:pt x="1181528" y="4608619"/>
                  </a:lnTo>
                  <a:lnTo>
                    <a:pt x="1181621" y="4608619"/>
                  </a:lnTo>
                  <a:lnTo>
                    <a:pt x="1181714" y="4608619"/>
                  </a:lnTo>
                  <a:lnTo>
                    <a:pt x="1181807" y="4608619"/>
                  </a:lnTo>
                  <a:lnTo>
                    <a:pt x="1181901" y="4608619"/>
                  </a:lnTo>
                  <a:lnTo>
                    <a:pt x="1181994" y="4608619"/>
                  </a:lnTo>
                  <a:lnTo>
                    <a:pt x="1182087" y="4608619"/>
                  </a:lnTo>
                  <a:lnTo>
                    <a:pt x="1182180" y="4608619"/>
                  </a:lnTo>
                  <a:lnTo>
                    <a:pt x="1182274" y="4608619"/>
                  </a:lnTo>
                  <a:lnTo>
                    <a:pt x="1182367" y="4608619"/>
                  </a:lnTo>
                  <a:lnTo>
                    <a:pt x="1182460" y="4608619"/>
                  </a:lnTo>
                  <a:lnTo>
                    <a:pt x="1182553" y="4608619"/>
                  </a:lnTo>
                  <a:lnTo>
                    <a:pt x="1182647" y="4608619"/>
                  </a:lnTo>
                  <a:lnTo>
                    <a:pt x="1182740" y="4608619"/>
                  </a:lnTo>
                  <a:lnTo>
                    <a:pt x="1182833" y="4608619"/>
                  </a:lnTo>
                  <a:lnTo>
                    <a:pt x="1182926" y="4608619"/>
                  </a:lnTo>
                  <a:lnTo>
                    <a:pt x="1183020" y="4608619"/>
                  </a:lnTo>
                  <a:lnTo>
                    <a:pt x="1183020" y="4598666"/>
                  </a:lnTo>
                  <a:lnTo>
                    <a:pt x="1183113" y="4598666"/>
                  </a:lnTo>
                  <a:lnTo>
                    <a:pt x="1183206" y="4598666"/>
                  </a:lnTo>
                  <a:lnTo>
                    <a:pt x="1183299" y="4598666"/>
                  </a:lnTo>
                  <a:lnTo>
                    <a:pt x="1183393" y="4598666"/>
                  </a:lnTo>
                  <a:lnTo>
                    <a:pt x="1183486" y="4598666"/>
                  </a:lnTo>
                  <a:lnTo>
                    <a:pt x="1183579" y="4598666"/>
                  </a:lnTo>
                  <a:lnTo>
                    <a:pt x="1183672" y="4598666"/>
                  </a:lnTo>
                  <a:lnTo>
                    <a:pt x="1183766" y="4598666"/>
                  </a:lnTo>
                  <a:lnTo>
                    <a:pt x="1183859" y="4598666"/>
                  </a:lnTo>
                  <a:lnTo>
                    <a:pt x="1183952" y="4598666"/>
                  </a:lnTo>
                  <a:lnTo>
                    <a:pt x="1184045" y="4598666"/>
                  </a:lnTo>
                  <a:lnTo>
                    <a:pt x="1184139" y="4598666"/>
                  </a:lnTo>
                  <a:lnTo>
                    <a:pt x="1184232" y="4598666"/>
                  </a:lnTo>
                  <a:lnTo>
                    <a:pt x="1184325" y="4598666"/>
                  </a:lnTo>
                  <a:lnTo>
                    <a:pt x="1184418" y="4598666"/>
                  </a:lnTo>
                  <a:lnTo>
                    <a:pt x="1184512" y="4598666"/>
                  </a:lnTo>
                  <a:lnTo>
                    <a:pt x="1184605" y="4598666"/>
                  </a:lnTo>
                  <a:lnTo>
                    <a:pt x="1184698" y="4598666"/>
                  </a:lnTo>
                  <a:lnTo>
                    <a:pt x="1184791" y="4598666"/>
                  </a:lnTo>
                  <a:lnTo>
                    <a:pt x="1184885" y="4598666"/>
                  </a:lnTo>
                  <a:lnTo>
                    <a:pt x="1184978" y="4598666"/>
                  </a:lnTo>
                  <a:lnTo>
                    <a:pt x="1185071" y="4598666"/>
                  </a:lnTo>
                  <a:lnTo>
                    <a:pt x="1185164" y="4598666"/>
                  </a:lnTo>
                  <a:lnTo>
                    <a:pt x="1185258" y="4598666"/>
                  </a:lnTo>
                  <a:lnTo>
                    <a:pt x="1185351" y="4598666"/>
                  </a:lnTo>
                  <a:lnTo>
                    <a:pt x="1185444" y="4598666"/>
                  </a:lnTo>
                  <a:lnTo>
                    <a:pt x="1185537" y="4598666"/>
                  </a:lnTo>
                  <a:lnTo>
                    <a:pt x="1185631" y="4598666"/>
                  </a:lnTo>
                  <a:lnTo>
                    <a:pt x="1185724" y="4598666"/>
                  </a:lnTo>
                  <a:lnTo>
                    <a:pt x="1185817" y="4598666"/>
                  </a:lnTo>
                  <a:lnTo>
                    <a:pt x="1185910" y="4598666"/>
                  </a:lnTo>
                  <a:lnTo>
                    <a:pt x="1186004" y="4598666"/>
                  </a:lnTo>
                  <a:lnTo>
                    <a:pt x="1186097" y="4598666"/>
                  </a:lnTo>
                  <a:lnTo>
                    <a:pt x="1186190" y="4598666"/>
                  </a:lnTo>
                  <a:lnTo>
                    <a:pt x="1186283" y="4598666"/>
                  </a:lnTo>
                  <a:lnTo>
                    <a:pt x="1186376" y="4598666"/>
                  </a:lnTo>
                  <a:lnTo>
                    <a:pt x="1186470" y="4598666"/>
                  </a:lnTo>
                  <a:lnTo>
                    <a:pt x="1186563" y="4598666"/>
                  </a:lnTo>
                  <a:lnTo>
                    <a:pt x="1186656" y="4598666"/>
                  </a:lnTo>
                  <a:lnTo>
                    <a:pt x="1186749" y="4598666"/>
                  </a:lnTo>
                  <a:lnTo>
                    <a:pt x="1186843" y="4598666"/>
                  </a:lnTo>
                  <a:lnTo>
                    <a:pt x="1186936" y="4598666"/>
                  </a:lnTo>
                  <a:lnTo>
                    <a:pt x="1187029" y="4598666"/>
                  </a:lnTo>
                  <a:lnTo>
                    <a:pt x="1187122" y="4598666"/>
                  </a:lnTo>
                  <a:lnTo>
                    <a:pt x="1187216" y="4598666"/>
                  </a:lnTo>
                  <a:lnTo>
                    <a:pt x="1187309" y="4598666"/>
                  </a:lnTo>
                  <a:lnTo>
                    <a:pt x="1187402" y="4598666"/>
                  </a:lnTo>
                  <a:lnTo>
                    <a:pt x="1187495" y="4598666"/>
                  </a:lnTo>
                  <a:lnTo>
                    <a:pt x="1187589" y="4598666"/>
                  </a:lnTo>
                  <a:lnTo>
                    <a:pt x="1187682" y="4598666"/>
                  </a:lnTo>
                  <a:lnTo>
                    <a:pt x="1187775" y="4598666"/>
                  </a:lnTo>
                  <a:lnTo>
                    <a:pt x="1187868" y="4598666"/>
                  </a:lnTo>
                  <a:lnTo>
                    <a:pt x="1187962" y="4598666"/>
                  </a:lnTo>
                  <a:lnTo>
                    <a:pt x="1188055" y="4598666"/>
                  </a:lnTo>
                  <a:lnTo>
                    <a:pt x="1188148" y="4598666"/>
                  </a:lnTo>
                  <a:lnTo>
                    <a:pt x="1188241" y="4598666"/>
                  </a:lnTo>
                  <a:lnTo>
                    <a:pt x="1188335" y="4598666"/>
                  </a:lnTo>
                  <a:lnTo>
                    <a:pt x="1188428" y="4598666"/>
                  </a:lnTo>
                  <a:lnTo>
                    <a:pt x="1188521" y="4598666"/>
                  </a:lnTo>
                  <a:lnTo>
                    <a:pt x="1188614" y="4598666"/>
                  </a:lnTo>
                  <a:lnTo>
                    <a:pt x="1188708" y="4598666"/>
                  </a:lnTo>
                  <a:lnTo>
                    <a:pt x="1188801" y="4598666"/>
                  </a:lnTo>
                  <a:lnTo>
                    <a:pt x="1188894" y="4598666"/>
                  </a:lnTo>
                  <a:lnTo>
                    <a:pt x="1188987" y="4598666"/>
                  </a:lnTo>
                  <a:lnTo>
                    <a:pt x="1189081" y="4598666"/>
                  </a:lnTo>
                  <a:lnTo>
                    <a:pt x="1189174" y="4598666"/>
                  </a:lnTo>
                  <a:lnTo>
                    <a:pt x="1189267" y="4598666"/>
                  </a:lnTo>
                  <a:lnTo>
                    <a:pt x="1189360" y="4598666"/>
                  </a:lnTo>
                  <a:lnTo>
                    <a:pt x="1189454" y="4598666"/>
                  </a:lnTo>
                  <a:lnTo>
                    <a:pt x="1189547" y="4598666"/>
                  </a:lnTo>
                  <a:lnTo>
                    <a:pt x="1189640" y="4598666"/>
                  </a:lnTo>
                  <a:lnTo>
                    <a:pt x="1189733" y="4598666"/>
                  </a:lnTo>
                  <a:lnTo>
                    <a:pt x="1189827" y="4598666"/>
                  </a:lnTo>
                  <a:lnTo>
                    <a:pt x="1189920" y="4598666"/>
                  </a:lnTo>
                  <a:lnTo>
                    <a:pt x="1190013" y="4598666"/>
                  </a:lnTo>
                  <a:lnTo>
                    <a:pt x="1190106" y="4598666"/>
                  </a:lnTo>
                  <a:lnTo>
                    <a:pt x="1190200" y="4598666"/>
                  </a:lnTo>
                  <a:lnTo>
                    <a:pt x="1190293" y="4598666"/>
                  </a:lnTo>
                  <a:lnTo>
                    <a:pt x="1190386" y="4598666"/>
                  </a:lnTo>
                  <a:lnTo>
                    <a:pt x="1190479" y="4598666"/>
                  </a:lnTo>
                  <a:lnTo>
                    <a:pt x="1190573" y="4598666"/>
                  </a:lnTo>
                  <a:lnTo>
                    <a:pt x="1190666" y="4598666"/>
                  </a:lnTo>
                  <a:lnTo>
                    <a:pt x="1190759" y="4598666"/>
                  </a:lnTo>
                  <a:lnTo>
                    <a:pt x="1190852" y="4598666"/>
                  </a:lnTo>
                  <a:lnTo>
                    <a:pt x="1190946" y="4598666"/>
                  </a:lnTo>
                  <a:lnTo>
                    <a:pt x="1191039" y="4598666"/>
                  </a:lnTo>
                  <a:lnTo>
                    <a:pt x="1191132" y="4598666"/>
                  </a:lnTo>
                  <a:lnTo>
                    <a:pt x="1191225" y="4598666"/>
                  </a:lnTo>
                  <a:lnTo>
                    <a:pt x="1191319" y="4598666"/>
                  </a:lnTo>
                  <a:lnTo>
                    <a:pt x="1191412" y="4598666"/>
                  </a:lnTo>
                  <a:lnTo>
                    <a:pt x="1191505" y="4598666"/>
                  </a:lnTo>
                  <a:lnTo>
                    <a:pt x="1191598" y="4598666"/>
                  </a:lnTo>
                  <a:lnTo>
                    <a:pt x="1191692" y="4598666"/>
                  </a:lnTo>
                  <a:lnTo>
                    <a:pt x="1191785" y="4598666"/>
                  </a:lnTo>
                  <a:lnTo>
                    <a:pt x="1191878" y="4598666"/>
                  </a:lnTo>
                  <a:lnTo>
                    <a:pt x="1191971" y="4598666"/>
                  </a:lnTo>
                  <a:lnTo>
                    <a:pt x="1192065" y="4598666"/>
                  </a:lnTo>
                  <a:lnTo>
                    <a:pt x="1192158" y="4598666"/>
                  </a:lnTo>
                  <a:lnTo>
                    <a:pt x="1192251" y="4598666"/>
                  </a:lnTo>
                  <a:lnTo>
                    <a:pt x="1192344" y="4598666"/>
                  </a:lnTo>
                  <a:lnTo>
                    <a:pt x="1192438" y="4598666"/>
                  </a:lnTo>
                  <a:lnTo>
                    <a:pt x="1192531" y="4598666"/>
                  </a:lnTo>
                  <a:lnTo>
                    <a:pt x="1192624" y="4598666"/>
                  </a:lnTo>
                  <a:lnTo>
                    <a:pt x="1192717" y="4598666"/>
                  </a:lnTo>
                  <a:lnTo>
                    <a:pt x="1192811" y="4598666"/>
                  </a:lnTo>
                  <a:lnTo>
                    <a:pt x="1192904" y="4598666"/>
                  </a:lnTo>
                  <a:lnTo>
                    <a:pt x="1192997" y="4598666"/>
                  </a:lnTo>
                  <a:lnTo>
                    <a:pt x="1193090" y="4598666"/>
                  </a:lnTo>
                  <a:lnTo>
                    <a:pt x="1193184" y="4598666"/>
                  </a:lnTo>
                  <a:lnTo>
                    <a:pt x="1193277" y="4598666"/>
                  </a:lnTo>
                  <a:lnTo>
                    <a:pt x="1193370" y="4598666"/>
                  </a:lnTo>
                  <a:lnTo>
                    <a:pt x="1193463" y="4598666"/>
                  </a:lnTo>
                  <a:lnTo>
                    <a:pt x="1193556" y="4598666"/>
                  </a:lnTo>
                  <a:lnTo>
                    <a:pt x="1193650" y="4598666"/>
                  </a:lnTo>
                  <a:lnTo>
                    <a:pt x="1193743" y="4598666"/>
                  </a:lnTo>
                  <a:lnTo>
                    <a:pt x="1193836" y="4598666"/>
                  </a:lnTo>
                  <a:lnTo>
                    <a:pt x="1193929" y="4598666"/>
                  </a:lnTo>
                  <a:lnTo>
                    <a:pt x="1194023" y="4598666"/>
                  </a:lnTo>
                  <a:lnTo>
                    <a:pt x="1194116" y="4598666"/>
                  </a:lnTo>
                  <a:lnTo>
                    <a:pt x="1194209" y="4598666"/>
                  </a:lnTo>
                  <a:lnTo>
                    <a:pt x="1194302" y="4598666"/>
                  </a:lnTo>
                  <a:lnTo>
                    <a:pt x="1194302" y="4588712"/>
                  </a:lnTo>
                  <a:lnTo>
                    <a:pt x="1194396" y="4588712"/>
                  </a:lnTo>
                  <a:lnTo>
                    <a:pt x="1194489" y="4588712"/>
                  </a:lnTo>
                  <a:lnTo>
                    <a:pt x="1194582" y="4588712"/>
                  </a:lnTo>
                  <a:lnTo>
                    <a:pt x="1194675" y="4588712"/>
                  </a:lnTo>
                  <a:lnTo>
                    <a:pt x="1194769" y="4588712"/>
                  </a:lnTo>
                  <a:lnTo>
                    <a:pt x="1194862" y="4588712"/>
                  </a:lnTo>
                  <a:lnTo>
                    <a:pt x="1194955" y="4588712"/>
                  </a:lnTo>
                  <a:lnTo>
                    <a:pt x="1195048" y="4588712"/>
                  </a:lnTo>
                  <a:lnTo>
                    <a:pt x="1195142" y="4588712"/>
                  </a:lnTo>
                  <a:lnTo>
                    <a:pt x="1195235" y="4588712"/>
                  </a:lnTo>
                  <a:lnTo>
                    <a:pt x="1195328" y="4588712"/>
                  </a:lnTo>
                  <a:lnTo>
                    <a:pt x="1195421" y="4588712"/>
                  </a:lnTo>
                  <a:lnTo>
                    <a:pt x="1195515" y="4588712"/>
                  </a:lnTo>
                  <a:lnTo>
                    <a:pt x="1195608" y="4588712"/>
                  </a:lnTo>
                  <a:lnTo>
                    <a:pt x="1195701" y="4588712"/>
                  </a:lnTo>
                  <a:lnTo>
                    <a:pt x="1195794" y="4588712"/>
                  </a:lnTo>
                  <a:lnTo>
                    <a:pt x="1195888" y="4588712"/>
                  </a:lnTo>
                  <a:lnTo>
                    <a:pt x="1195981" y="4588712"/>
                  </a:lnTo>
                  <a:lnTo>
                    <a:pt x="1196074" y="4588712"/>
                  </a:lnTo>
                  <a:lnTo>
                    <a:pt x="1196167" y="4588712"/>
                  </a:lnTo>
                  <a:lnTo>
                    <a:pt x="1196261" y="4588712"/>
                  </a:lnTo>
                  <a:lnTo>
                    <a:pt x="1196354" y="4588712"/>
                  </a:lnTo>
                  <a:lnTo>
                    <a:pt x="1196447" y="4588712"/>
                  </a:lnTo>
                  <a:lnTo>
                    <a:pt x="1196540" y="4588712"/>
                  </a:lnTo>
                  <a:lnTo>
                    <a:pt x="1196634" y="4588712"/>
                  </a:lnTo>
                  <a:lnTo>
                    <a:pt x="1196727" y="4588712"/>
                  </a:lnTo>
                  <a:lnTo>
                    <a:pt x="1196820" y="4588712"/>
                  </a:lnTo>
                  <a:lnTo>
                    <a:pt x="1196913" y="4588712"/>
                  </a:lnTo>
                  <a:lnTo>
                    <a:pt x="1197007" y="4588712"/>
                  </a:lnTo>
                  <a:lnTo>
                    <a:pt x="1197100" y="4588712"/>
                  </a:lnTo>
                  <a:lnTo>
                    <a:pt x="1197193" y="4588712"/>
                  </a:lnTo>
                  <a:lnTo>
                    <a:pt x="1197286" y="4588712"/>
                  </a:lnTo>
                  <a:lnTo>
                    <a:pt x="1197380" y="4588712"/>
                  </a:lnTo>
                  <a:lnTo>
                    <a:pt x="1197473" y="4588712"/>
                  </a:lnTo>
                  <a:lnTo>
                    <a:pt x="1197566" y="4588712"/>
                  </a:lnTo>
                  <a:lnTo>
                    <a:pt x="1197659" y="4588712"/>
                  </a:lnTo>
                  <a:lnTo>
                    <a:pt x="1197753" y="4588712"/>
                  </a:lnTo>
                  <a:lnTo>
                    <a:pt x="1197846" y="4588712"/>
                  </a:lnTo>
                  <a:lnTo>
                    <a:pt x="1197939" y="4588712"/>
                  </a:lnTo>
                  <a:lnTo>
                    <a:pt x="1198032" y="4588712"/>
                  </a:lnTo>
                  <a:lnTo>
                    <a:pt x="1198126" y="4588712"/>
                  </a:lnTo>
                  <a:lnTo>
                    <a:pt x="1198219" y="4588712"/>
                  </a:lnTo>
                  <a:lnTo>
                    <a:pt x="1198312" y="4588712"/>
                  </a:lnTo>
                  <a:lnTo>
                    <a:pt x="1198405" y="4588712"/>
                  </a:lnTo>
                  <a:lnTo>
                    <a:pt x="1198499" y="4588712"/>
                  </a:lnTo>
                  <a:lnTo>
                    <a:pt x="1198592" y="4588712"/>
                  </a:lnTo>
                  <a:lnTo>
                    <a:pt x="1198685" y="4588712"/>
                  </a:lnTo>
                  <a:lnTo>
                    <a:pt x="1198778" y="4588712"/>
                  </a:lnTo>
                  <a:lnTo>
                    <a:pt x="1198872" y="4588712"/>
                  </a:lnTo>
                  <a:lnTo>
                    <a:pt x="1198965" y="4588712"/>
                  </a:lnTo>
                  <a:lnTo>
                    <a:pt x="1199058" y="4588712"/>
                  </a:lnTo>
                  <a:lnTo>
                    <a:pt x="1199151" y="4588712"/>
                  </a:lnTo>
                  <a:lnTo>
                    <a:pt x="1199245" y="4588712"/>
                  </a:lnTo>
                  <a:lnTo>
                    <a:pt x="1199338" y="4588712"/>
                  </a:lnTo>
                  <a:lnTo>
                    <a:pt x="1199431" y="4588712"/>
                  </a:lnTo>
                  <a:lnTo>
                    <a:pt x="1199524" y="4588712"/>
                  </a:lnTo>
                  <a:lnTo>
                    <a:pt x="1199618" y="4588712"/>
                  </a:lnTo>
                  <a:lnTo>
                    <a:pt x="1199711" y="4588712"/>
                  </a:lnTo>
                  <a:lnTo>
                    <a:pt x="1199804" y="4588712"/>
                  </a:lnTo>
                  <a:lnTo>
                    <a:pt x="1199897" y="4588712"/>
                  </a:lnTo>
                  <a:lnTo>
                    <a:pt x="1199991" y="4588712"/>
                  </a:lnTo>
                  <a:lnTo>
                    <a:pt x="1200084" y="4588712"/>
                  </a:lnTo>
                  <a:lnTo>
                    <a:pt x="1200177" y="4588712"/>
                  </a:lnTo>
                  <a:lnTo>
                    <a:pt x="1200270" y="4588712"/>
                  </a:lnTo>
                  <a:lnTo>
                    <a:pt x="1200363" y="4588712"/>
                  </a:lnTo>
                  <a:lnTo>
                    <a:pt x="1200457" y="4588712"/>
                  </a:lnTo>
                  <a:lnTo>
                    <a:pt x="1200550" y="4588712"/>
                  </a:lnTo>
                  <a:lnTo>
                    <a:pt x="1200643" y="4588712"/>
                  </a:lnTo>
                  <a:lnTo>
                    <a:pt x="1200736" y="4588712"/>
                  </a:lnTo>
                  <a:lnTo>
                    <a:pt x="1200830" y="4588712"/>
                  </a:lnTo>
                  <a:lnTo>
                    <a:pt x="1200923" y="4588712"/>
                  </a:lnTo>
                  <a:lnTo>
                    <a:pt x="1201016" y="4588712"/>
                  </a:lnTo>
                  <a:lnTo>
                    <a:pt x="1201109" y="4588712"/>
                  </a:lnTo>
                  <a:lnTo>
                    <a:pt x="1201203" y="4588712"/>
                  </a:lnTo>
                  <a:lnTo>
                    <a:pt x="1201296" y="4588712"/>
                  </a:lnTo>
                  <a:lnTo>
                    <a:pt x="1201389" y="4588712"/>
                  </a:lnTo>
                  <a:lnTo>
                    <a:pt x="1201482" y="4588712"/>
                  </a:lnTo>
                  <a:lnTo>
                    <a:pt x="1201576" y="4588712"/>
                  </a:lnTo>
                  <a:lnTo>
                    <a:pt x="1201576" y="4578758"/>
                  </a:lnTo>
                  <a:lnTo>
                    <a:pt x="1201669" y="4578758"/>
                  </a:lnTo>
                  <a:lnTo>
                    <a:pt x="1201762" y="4578758"/>
                  </a:lnTo>
                  <a:lnTo>
                    <a:pt x="1201855" y="4578758"/>
                  </a:lnTo>
                  <a:lnTo>
                    <a:pt x="1201949" y="4578758"/>
                  </a:lnTo>
                  <a:lnTo>
                    <a:pt x="1202042" y="4578758"/>
                  </a:lnTo>
                  <a:lnTo>
                    <a:pt x="1202135" y="4578758"/>
                  </a:lnTo>
                  <a:lnTo>
                    <a:pt x="1202228" y="4578758"/>
                  </a:lnTo>
                  <a:lnTo>
                    <a:pt x="1202322" y="4578758"/>
                  </a:lnTo>
                  <a:lnTo>
                    <a:pt x="1202415" y="4578758"/>
                  </a:lnTo>
                  <a:lnTo>
                    <a:pt x="1202508" y="4578758"/>
                  </a:lnTo>
                  <a:lnTo>
                    <a:pt x="1202601" y="4578758"/>
                  </a:lnTo>
                  <a:lnTo>
                    <a:pt x="1202695" y="4578758"/>
                  </a:lnTo>
                  <a:lnTo>
                    <a:pt x="1202788" y="4578758"/>
                  </a:lnTo>
                  <a:lnTo>
                    <a:pt x="1202881" y="4578758"/>
                  </a:lnTo>
                  <a:lnTo>
                    <a:pt x="1202974" y="4578758"/>
                  </a:lnTo>
                  <a:lnTo>
                    <a:pt x="1203068" y="4578758"/>
                  </a:lnTo>
                  <a:lnTo>
                    <a:pt x="1203161" y="4578758"/>
                  </a:lnTo>
                  <a:lnTo>
                    <a:pt x="1203254" y="4578758"/>
                  </a:lnTo>
                  <a:lnTo>
                    <a:pt x="1203347" y="4578758"/>
                  </a:lnTo>
                  <a:lnTo>
                    <a:pt x="1203441" y="4578758"/>
                  </a:lnTo>
                  <a:lnTo>
                    <a:pt x="1203534" y="4578758"/>
                  </a:lnTo>
                  <a:lnTo>
                    <a:pt x="1203627" y="4578758"/>
                  </a:lnTo>
                  <a:lnTo>
                    <a:pt x="1203720" y="4578758"/>
                  </a:lnTo>
                  <a:lnTo>
                    <a:pt x="1203814" y="4578758"/>
                  </a:lnTo>
                  <a:lnTo>
                    <a:pt x="1203907" y="4578758"/>
                  </a:lnTo>
                  <a:lnTo>
                    <a:pt x="1204000" y="4578758"/>
                  </a:lnTo>
                  <a:lnTo>
                    <a:pt x="1204093" y="4578758"/>
                  </a:lnTo>
                  <a:lnTo>
                    <a:pt x="1204187" y="4578758"/>
                  </a:lnTo>
                  <a:lnTo>
                    <a:pt x="1204280" y="4578758"/>
                  </a:lnTo>
                  <a:lnTo>
                    <a:pt x="1204373" y="4578758"/>
                  </a:lnTo>
                  <a:lnTo>
                    <a:pt x="1204466" y="4578758"/>
                  </a:lnTo>
                  <a:lnTo>
                    <a:pt x="1204560" y="4578758"/>
                  </a:lnTo>
                  <a:lnTo>
                    <a:pt x="1204653" y="4578758"/>
                  </a:lnTo>
                  <a:lnTo>
                    <a:pt x="1204746" y="4578758"/>
                  </a:lnTo>
                  <a:lnTo>
                    <a:pt x="1204839" y="4578758"/>
                  </a:lnTo>
                  <a:lnTo>
                    <a:pt x="1204933" y="4578758"/>
                  </a:lnTo>
                  <a:lnTo>
                    <a:pt x="1205026" y="4578758"/>
                  </a:lnTo>
                  <a:lnTo>
                    <a:pt x="1205119" y="4578758"/>
                  </a:lnTo>
                  <a:lnTo>
                    <a:pt x="1205212" y="4578758"/>
                  </a:lnTo>
                  <a:lnTo>
                    <a:pt x="1205306" y="4578758"/>
                  </a:lnTo>
                  <a:lnTo>
                    <a:pt x="1205399" y="4578758"/>
                  </a:lnTo>
                  <a:lnTo>
                    <a:pt x="1205492" y="4578758"/>
                  </a:lnTo>
                  <a:lnTo>
                    <a:pt x="1205585" y="4578758"/>
                  </a:lnTo>
                  <a:lnTo>
                    <a:pt x="1205679" y="4578758"/>
                  </a:lnTo>
                  <a:lnTo>
                    <a:pt x="1205772" y="4578758"/>
                  </a:lnTo>
                  <a:lnTo>
                    <a:pt x="1205865" y="4578758"/>
                  </a:lnTo>
                  <a:lnTo>
                    <a:pt x="1205958" y="4578758"/>
                  </a:lnTo>
                  <a:lnTo>
                    <a:pt x="1206052" y="4578758"/>
                  </a:lnTo>
                  <a:lnTo>
                    <a:pt x="1206145" y="4578758"/>
                  </a:lnTo>
                  <a:lnTo>
                    <a:pt x="1206238" y="4578758"/>
                  </a:lnTo>
                  <a:lnTo>
                    <a:pt x="1206331" y="4578758"/>
                  </a:lnTo>
                  <a:lnTo>
                    <a:pt x="1206425" y="4578758"/>
                  </a:lnTo>
                  <a:lnTo>
                    <a:pt x="1206518" y="4578758"/>
                  </a:lnTo>
                  <a:lnTo>
                    <a:pt x="1206611" y="4578758"/>
                  </a:lnTo>
                  <a:lnTo>
                    <a:pt x="1206704" y="4578758"/>
                  </a:lnTo>
                  <a:lnTo>
                    <a:pt x="1206798" y="4578758"/>
                  </a:lnTo>
                  <a:lnTo>
                    <a:pt x="1206891" y="4578758"/>
                  </a:lnTo>
                  <a:lnTo>
                    <a:pt x="1206984" y="4578758"/>
                  </a:lnTo>
                  <a:lnTo>
                    <a:pt x="1207077" y="4578758"/>
                  </a:lnTo>
                  <a:lnTo>
                    <a:pt x="1207171" y="4578758"/>
                  </a:lnTo>
                  <a:lnTo>
                    <a:pt x="1207264" y="4578758"/>
                  </a:lnTo>
                  <a:lnTo>
                    <a:pt x="1207357" y="4578758"/>
                  </a:lnTo>
                  <a:lnTo>
                    <a:pt x="1207450" y="4578758"/>
                  </a:lnTo>
                  <a:lnTo>
                    <a:pt x="1207543" y="4578758"/>
                  </a:lnTo>
                  <a:lnTo>
                    <a:pt x="1207637" y="4578758"/>
                  </a:lnTo>
                  <a:lnTo>
                    <a:pt x="1207730" y="4578758"/>
                  </a:lnTo>
                  <a:lnTo>
                    <a:pt x="1207823" y="4578758"/>
                  </a:lnTo>
                  <a:lnTo>
                    <a:pt x="1207916" y="4578758"/>
                  </a:lnTo>
                  <a:lnTo>
                    <a:pt x="1208010" y="4578758"/>
                  </a:lnTo>
                  <a:lnTo>
                    <a:pt x="1208103" y="4578758"/>
                  </a:lnTo>
                  <a:lnTo>
                    <a:pt x="1208196" y="4578758"/>
                  </a:lnTo>
                  <a:lnTo>
                    <a:pt x="1208289" y="4578758"/>
                  </a:lnTo>
                  <a:lnTo>
                    <a:pt x="1208383" y="4578758"/>
                  </a:lnTo>
                  <a:lnTo>
                    <a:pt x="1208476" y="4578758"/>
                  </a:lnTo>
                  <a:lnTo>
                    <a:pt x="1208569" y="4578758"/>
                  </a:lnTo>
                  <a:lnTo>
                    <a:pt x="1208662" y="4578758"/>
                  </a:lnTo>
                  <a:lnTo>
                    <a:pt x="1208756" y="4578758"/>
                  </a:lnTo>
                  <a:lnTo>
                    <a:pt x="1208849" y="4578758"/>
                  </a:lnTo>
                  <a:lnTo>
                    <a:pt x="1208942" y="4578758"/>
                  </a:lnTo>
                  <a:lnTo>
                    <a:pt x="1209035" y="4578758"/>
                  </a:lnTo>
                  <a:lnTo>
                    <a:pt x="1209129" y="4578758"/>
                  </a:lnTo>
                  <a:lnTo>
                    <a:pt x="1209222" y="4578758"/>
                  </a:lnTo>
                  <a:lnTo>
                    <a:pt x="1209315" y="4578758"/>
                  </a:lnTo>
                  <a:lnTo>
                    <a:pt x="1209408" y="4578758"/>
                  </a:lnTo>
                  <a:lnTo>
                    <a:pt x="1209502" y="4578758"/>
                  </a:lnTo>
                  <a:lnTo>
                    <a:pt x="1209595" y="4578758"/>
                  </a:lnTo>
                  <a:lnTo>
                    <a:pt x="1209688" y="4578758"/>
                  </a:lnTo>
                  <a:lnTo>
                    <a:pt x="1209781" y="4578758"/>
                  </a:lnTo>
                  <a:lnTo>
                    <a:pt x="1209875" y="4578758"/>
                  </a:lnTo>
                  <a:lnTo>
                    <a:pt x="1209968" y="4578758"/>
                  </a:lnTo>
                  <a:lnTo>
                    <a:pt x="1210061" y="4578758"/>
                  </a:lnTo>
                  <a:lnTo>
                    <a:pt x="1210154" y="4578758"/>
                  </a:lnTo>
                  <a:lnTo>
                    <a:pt x="1210248" y="4578758"/>
                  </a:lnTo>
                  <a:lnTo>
                    <a:pt x="1210341" y="4578758"/>
                  </a:lnTo>
                  <a:lnTo>
                    <a:pt x="1210434" y="4578758"/>
                  </a:lnTo>
                  <a:lnTo>
                    <a:pt x="1210527" y="4578758"/>
                  </a:lnTo>
                  <a:lnTo>
                    <a:pt x="1210621" y="4578758"/>
                  </a:lnTo>
                  <a:lnTo>
                    <a:pt x="1210714" y="4578758"/>
                  </a:lnTo>
                  <a:lnTo>
                    <a:pt x="1210807" y="4578758"/>
                  </a:lnTo>
                  <a:lnTo>
                    <a:pt x="1210900" y="4578758"/>
                  </a:lnTo>
                  <a:lnTo>
                    <a:pt x="1210994" y="4578758"/>
                  </a:lnTo>
                  <a:lnTo>
                    <a:pt x="1211087" y="4578758"/>
                  </a:lnTo>
                  <a:lnTo>
                    <a:pt x="1211180" y="4578758"/>
                  </a:lnTo>
                  <a:lnTo>
                    <a:pt x="1211273" y="4578758"/>
                  </a:lnTo>
                  <a:lnTo>
                    <a:pt x="1211367" y="4578758"/>
                  </a:lnTo>
                  <a:lnTo>
                    <a:pt x="1211460" y="4578758"/>
                  </a:lnTo>
                  <a:lnTo>
                    <a:pt x="1211553" y="4578758"/>
                  </a:lnTo>
                  <a:lnTo>
                    <a:pt x="1211646" y="4578758"/>
                  </a:lnTo>
                  <a:lnTo>
                    <a:pt x="1211740" y="4578758"/>
                  </a:lnTo>
                  <a:lnTo>
                    <a:pt x="1211833" y="4578758"/>
                  </a:lnTo>
                  <a:lnTo>
                    <a:pt x="1211926" y="4578758"/>
                  </a:lnTo>
                  <a:lnTo>
                    <a:pt x="1212019" y="4578758"/>
                  </a:lnTo>
                  <a:lnTo>
                    <a:pt x="1212113" y="4578758"/>
                  </a:lnTo>
                  <a:lnTo>
                    <a:pt x="1212206" y="4578758"/>
                  </a:lnTo>
                  <a:lnTo>
                    <a:pt x="1212299" y="4578758"/>
                  </a:lnTo>
                  <a:lnTo>
                    <a:pt x="1212392" y="4578758"/>
                  </a:lnTo>
                  <a:lnTo>
                    <a:pt x="1212486" y="4578758"/>
                  </a:lnTo>
                  <a:lnTo>
                    <a:pt x="1212579" y="4578758"/>
                  </a:lnTo>
                  <a:lnTo>
                    <a:pt x="1212672" y="4578758"/>
                  </a:lnTo>
                  <a:lnTo>
                    <a:pt x="1212765" y="4578758"/>
                  </a:lnTo>
                  <a:lnTo>
                    <a:pt x="1212859" y="4578758"/>
                  </a:lnTo>
                  <a:lnTo>
                    <a:pt x="1212952" y="4578758"/>
                  </a:lnTo>
                  <a:lnTo>
                    <a:pt x="1213045" y="4578758"/>
                  </a:lnTo>
                  <a:lnTo>
                    <a:pt x="1213138" y="4578758"/>
                  </a:lnTo>
                  <a:lnTo>
                    <a:pt x="1213232" y="4578758"/>
                  </a:lnTo>
                  <a:lnTo>
                    <a:pt x="1213325" y="4578758"/>
                  </a:lnTo>
                  <a:lnTo>
                    <a:pt x="1213418" y="4578758"/>
                  </a:lnTo>
                  <a:lnTo>
                    <a:pt x="1213511" y="4578758"/>
                  </a:lnTo>
                  <a:lnTo>
                    <a:pt x="1213605" y="4578758"/>
                  </a:lnTo>
                  <a:lnTo>
                    <a:pt x="1213698" y="4578758"/>
                  </a:lnTo>
                  <a:lnTo>
                    <a:pt x="1213791" y="4578758"/>
                  </a:lnTo>
                  <a:lnTo>
                    <a:pt x="1213884" y="4578758"/>
                  </a:lnTo>
                  <a:lnTo>
                    <a:pt x="1213978" y="4578758"/>
                  </a:lnTo>
                  <a:lnTo>
                    <a:pt x="1214071" y="4578758"/>
                  </a:lnTo>
                  <a:lnTo>
                    <a:pt x="1214164" y="4578758"/>
                  </a:lnTo>
                  <a:lnTo>
                    <a:pt x="1214257" y="4578758"/>
                  </a:lnTo>
                  <a:lnTo>
                    <a:pt x="1214350" y="4578758"/>
                  </a:lnTo>
                  <a:lnTo>
                    <a:pt x="1214444" y="4578758"/>
                  </a:lnTo>
                  <a:lnTo>
                    <a:pt x="1214537" y="4578758"/>
                  </a:lnTo>
                  <a:lnTo>
                    <a:pt x="1214630" y="4578758"/>
                  </a:lnTo>
                  <a:lnTo>
                    <a:pt x="1214723" y="4578758"/>
                  </a:lnTo>
                  <a:lnTo>
                    <a:pt x="1214817" y="4578758"/>
                  </a:lnTo>
                  <a:lnTo>
                    <a:pt x="1214910" y="4578758"/>
                  </a:lnTo>
                  <a:lnTo>
                    <a:pt x="1215003" y="4578758"/>
                  </a:lnTo>
                  <a:lnTo>
                    <a:pt x="1215096" y="4578758"/>
                  </a:lnTo>
                  <a:lnTo>
                    <a:pt x="1215190" y="4578758"/>
                  </a:lnTo>
                  <a:lnTo>
                    <a:pt x="1215283" y="4578758"/>
                  </a:lnTo>
                  <a:lnTo>
                    <a:pt x="1215376" y="4578758"/>
                  </a:lnTo>
                  <a:lnTo>
                    <a:pt x="1215469" y="4578758"/>
                  </a:lnTo>
                  <a:lnTo>
                    <a:pt x="1215563" y="4578758"/>
                  </a:lnTo>
                  <a:lnTo>
                    <a:pt x="1215656" y="4578758"/>
                  </a:lnTo>
                  <a:lnTo>
                    <a:pt x="1215749" y="4578758"/>
                  </a:lnTo>
                  <a:lnTo>
                    <a:pt x="1215842" y="4578758"/>
                  </a:lnTo>
                  <a:lnTo>
                    <a:pt x="1215936" y="4578758"/>
                  </a:lnTo>
                  <a:lnTo>
                    <a:pt x="1216029" y="4578758"/>
                  </a:lnTo>
                  <a:lnTo>
                    <a:pt x="1216122" y="4578758"/>
                  </a:lnTo>
                  <a:lnTo>
                    <a:pt x="1216215" y="4578758"/>
                  </a:lnTo>
                  <a:lnTo>
                    <a:pt x="1216309" y="4578758"/>
                  </a:lnTo>
                  <a:lnTo>
                    <a:pt x="1216402" y="4578758"/>
                  </a:lnTo>
                  <a:lnTo>
                    <a:pt x="1216495" y="4578758"/>
                  </a:lnTo>
                  <a:lnTo>
                    <a:pt x="1216588" y="4578758"/>
                  </a:lnTo>
                  <a:lnTo>
                    <a:pt x="1216682" y="4578758"/>
                  </a:lnTo>
                  <a:lnTo>
                    <a:pt x="1216775" y="4578758"/>
                  </a:lnTo>
                  <a:lnTo>
                    <a:pt x="1216868" y="4578758"/>
                  </a:lnTo>
                  <a:lnTo>
                    <a:pt x="1216961" y="4578758"/>
                  </a:lnTo>
                  <a:lnTo>
                    <a:pt x="1217055" y="4578758"/>
                  </a:lnTo>
                  <a:lnTo>
                    <a:pt x="1217148" y="4578758"/>
                  </a:lnTo>
                  <a:lnTo>
                    <a:pt x="1217241" y="4578758"/>
                  </a:lnTo>
                  <a:lnTo>
                    <a:pt x="1217334" y="4578758"/>
                  </a:lnTo>
                  <a:lnTo>
                    <a:pt x="1217428" y="4578758"/>
                  </a:lnTo>
                  <a:lnTo>
                    <a:pt x="1217521" y="4578758"/>
                  </a:lnTo>
                  <a:lnTo>
                    <a:pt x="1217614" y="4578758"/>
                  </a:lnTo>
                  <a:lnTo>
                    <a:pt x="1217707" y="4578758"/>
                  </a:lnTo>
                  <a:lnTo>
                    <a:pt x="1217801" y="4578758"/>
                  </a:lnTo>
                  <a:lnTo>
                    <a:pt x="1217894" y="4578758"/>
                  </a:lnTo>
                  <a:lnTo>
                    <a:pt x="1217987" y="4578758"/>
                  </a:lnTo>
                  <a:lnTo>
                    <a:pt x="1218080" y="4578758"/>
                  </a:lnTo>
                  <a:lnTo>
                    <a:pt x="1218174" y="4578758"/>
                  </a:lnTo>
                  <a:lnTo>
                    <a:pt x="1218267" y="4578758"/>
                  </a:lnTo>
                  <a:lnTo>
                    <a:pt x="1218360" y="4578758"/>
                  </a:lnTo>
                  <a:lnTo>
                    <a:pt x="1218453" y="4578758"/>
                  </a:lnTo>
                  <a:lnTo>
                    <a:pt x="1218547" y="4578758"/>
                  </a:lnTo>
                  <a:lnTo>
                    <a:pt x="1218640" y="4578758"/>
                  </a:lnTo>
                  <a:lnTo>
                    <a:pt x="1218733" y="4578758"/>
                  </a:lnTo>
                  <a:lnTo>
                    <a:pt x="1218826" y="4578758"/>
                  </a:lnTo>
                  <a:lnTo>
                    <a:pt x="1218920" y="4578758"/>
                  </a:lnTo>
                  <a:lnTo>
                    <a:pt x="1219013" y="4578758"/>
                  </a:lnTo>
                  <a:lnTo>
                    <a:pt x="1219106" y="4578758"/>
                  </a:lnTo>
                  <a:lnTo>
                    <a:pt x="1219199" y="4578758"/>
                  </a:lnTo>
                  <a:lnTo>
                    <a:pt x="1219293" y="4578758"/>
                  </a:lnTo>
                  <a:lnTo>
                    <a:pt x="1219386" y="4578758"/>
                  </a:lnTo>
                  <a:lnTo>
                    <a:pt x="1219479" y="4578758"/>
                  </a:lnTo>
                  <a:lnTo>
                    <a:pt x="1219572" y="4578758"/>
                  </a:lnTo>
                  <a:lnTo>
                    <a:pt x="1219666" y="4578758"/>
                  </a:lnTo>
                  <a:lnTo>
                    <a:pt x="1219759" y="4578758"/>
                  </a:lnTo>
                  <a:lnTo>
                    <a:pt x="1219852" y="4578758"/>
                  </a:lnTo>
                  <a:lnTo>
                    <a:pt x="1219945" y="4578758"/>
                  </a:lnTo>
                  <a:lnTo>
                    <a:pt x="1220039" y="4578758"/>
                  </a:lnTo>
                  <a:lnTo>
                    <a:pt x="1220132" y="4578758"/>
                  </a:lnTo>
                  <a:lnTo>
                    <a:pt x="1220225" y="4578758"/>
                  </a:lnTo>
                  <a:lnTo>
                    <a:pt x="1220318" y="4578758"/>
                  </a:lnTo>
                  <a:lnTo>
                    <a:pt x="1220412" y="4578758"/>
                  </a:lnTo>
                  <a:lnTo>
                    <a:pt x="1220505" y="4578758"/>
                  </a:lnTo>
                  <a:lnTo>
                    <a:pt x="1220598" y="4578758"/>
                  </a:lnTo>
                  <a:lnTo>
                    <a:pt x="1220691" y="4578758"/>
                  </a:lnTo>
                  <a:lnTo>
                    <a:pt x="1220785" y="4578758"/>
                  </a:lnTo>
                  <a:lnTo>
                    <a:pt x="1220878" y="4578758"/>
                  </a:lnTo>
                  <a:lnTo>
                    <a:pt x="1220971" y="4578758"/>
                  </a:lnTo>
                  <a:lnTo>
                    <a:pt x="1221064" y="4578758"/>
                  </a:lnTo>
                  <a:lnTo>
                    <a:pt x="1221157" y="4578758"/>
                  </a:lnTo>
                  <a:lnTo>
                    <a:pt x="1221251" y="4578758"/>
                  </a:lnTo>
                  <a:lnTo>
                    <a:pt x="1221344" y="4578758"/>
                  </a:lnTo>
                  <a:lnTo>
                    <a:pt x="1221437" y="4578758"/>
                  </a:lnTo>
                  <a:lnTo>
                    <a:pt x="1221530" y="4578758"/>
                  </a:lnTo>
                  <a:lnTo>
                    <a:pt x="1221624" y="4578758"/>
                  </a:lnTo>
                  <a:lnTo>
                    <a:pt x="1221717" y="4578758"/>
                  </a:lnTo>
                  <a:lnTo>
                    <a:pt x="1221810" y="4578758"/>
                  </a:lnTo>
                  <a:lnTo>
                    <a:pt x="1221903" y="4578758"/>
                  </a:lnTo>
                  <a:lnTo>
                    <a:pt x="1221997" y="4578758"/>
                  </a:lnTo>
                  <a:lnTo>
                    <a:pt x="1222090" y="4578758"/>
                  </a:lnTo>
                  <a:lnTo>
                    <a:pt x="1222183" y="4578758"/>
                  </a:lnTo>
                  <a:lnTo>
                    <a:pt x="1222276" y="4578758"/>
                  </a:lnTo>
                  <a:lnTo>
                    <a:pt x="1222370" y="4578758"/>
                  </a:lnTo>
                  <a:lnTo>
                    <a:pt x="1222463" y="4578758"/>
                  </a:lnTo>
                  <a:lnTo>
                    <a:pt x="1222556" y="4578758"/>
                  </a:lnTo>
                  <a:lnTo>
                    <a:pt x="1222649" y="4578758"/>
                  </a:lnTo>
                  <a:lnTo>
                    <a:pt x="1222743" y="4578758"/>
                  </a:lnTo>
                  <a:lnTo>
                    <a:pt x="1222836" y="4578758"/>
                  </a:lnTo>
                  <a:lnTo>
                    <a:pt x="1222929" y="4578758"/>
                  </a:lnTo>
                  <a:lnTo>
                    <a:pt x="1223022" y="4578758"/>
                  </a:lnTo>
                  <a:lnTo>
                    <a:pt x="1223116" y="4578758"/>
                  </a:lnTo>
                  <a:lnTo>
                    <a:pt x="1223209" y="4578758"/>
                  </a:lnTo>
                  <a:lnTo>
                    <a:pt x="1223302" y="4578758"/>
                  </a:lnTo>
                  <a:lnTo>
                    <a:pt x="1223395" y="4578758"/>
                  </a:lnTo>
                  <a:lnTo>
                    <a:pt x="1223489" y="4578758"/>
                  </a:lnTo>
                  <a:lnTo>
                    <a:pt x="1223582" y="4578758"/>
                  </a:lnTo>
                  <a:lnTo>
                    <a:pt x="1223675" y="4578758"/>
                  </a:lnTo>
                  <a:lnTo>
                    <a:pt x="1223768" y="4578758"/>
                  </a:lnTo>
                  <a:lnTo>
                    <a:pt x="1223862" y="4578758"/>
                  </a:lnTo>
                  <a:lnTo>
                    <a:pt x="1223955" y="4578758"/>
                  </a:lnTo>
                  <a:lnTo>
                    <a:pt x="1224048" y="4578758"/>
                  </a:lnTo>
                  <a:lnTo>
                    <a:pt x="1224141" y="4578758"/>
                  </a:lnTo>
                  <a:lnTo>
                    <a:pt x="1224235" y="4578758"/>
                  </a:lnTo>
                  <a:lnTo>
                    <a:pt x="1224328" y="4578758"/>
                  </a:lnTo>
                  <a:lnTo>
                    <a:pt x="1224421" y="4578758"/>
                  </a:lnTo>
                  <a:lnTo>
                    <a:pt x="1224514" y="4578758"/>
                  </a:lnTo>
                  <a:lnTo>
                    <a:pt x="1224608" y="4578758"/>
                  </a:lnTo>
                  <a:lnTo>
                    <a:pt x="1224701" y="4578758"/>
                  </a:lnTo>
                  <a:lnTo>
                    <a:pt x="1224794" y="4578758"/>
                  </a:lnTo>
                  <a:lnTo>
                    <a:pt x="1224887" y="4578758"/>
                  </a:lnTo>
                  <a:lnTo>
                    <a:pt x="1224981" y="4578758"/>
                  </a:lnTo>
                  <a:lnTo>
                    <a:pt x="1225074" y="4578758"/>
                  </a:lnTo>
                  <a:lnTo>
                    <a:pt x="1225167" y="4578758"/>
                  </a:lnTo>
                  <a:lnTo>
                    <a:pt x="1225260" y="4578758"/>
                  </a:lnTo>
                  <a:lnTo>
                    <a:pt x="1225354" y="4578758"/>
                  </a:lnTo>
                  <a:lnTo>
                    <a:pt x="1225447" y="4578758"/>
                  </a:lnTo>
                  <a:lnTo>
                    <a:pt x="1225540" y="4578758"/>
                  </a:lnTo>
                  <a:lnTo>
                    <a:pt x="1225633" y="4578758"/>
                  </a:lnTo>
                  <a:lnTo>
                    <a:pt x="1225727" y="4578758"/>
                  </a:lnTo>
                  <a:lnTo>
                    <a:pt x="1225820" y="4578758"/>
                  </a:lnTo>
                  <a:lnTo>
                    <a:pt x="1225913" y="4578758"/>
                  </a:lnTo>
                  <a:lnTo>
                    <a:pt x="1226006" y="4578758"/>
                  </a:lnTo>
                  <a:lnTo>
                    <a:pt x="1226100" y="4578758"/>
                  </a:lnTo>
                  <a:lnTo>
                    <a:pt x="1226193" y="4578758"/>
                  </a:lnTo>
                  <a:lnTo>
                    <a:pt x="1226286" y="4578758"/>
                  </a:lnTo>
                  <a:lnTo>
                    <a:pt x="1226379" y="4578758"/>
                  </a:lnTo>
                  <a:lnTo>
                    <a:pt x="1226473" y="4578758"/>
                  </a:lnTo>
                  <a:lnTo>
                    <a:pt x="1226566" y="4578758"/>
                  </a:lnTo>
                  <a:lnTo>
                    <a:pt x="1226659" y="4578758"/>
                  </a:lnTo>
                  <a:lnTo>
                    <a:pt x="1226752" y="4578758"/>
                  </a:lnTo>
                  <a:lnTo>
                    <a:pt x="1226846" y="4578758"/>
                  </a:lnTo>
                  <a:lnTo>
                    <a:pt x="1226939" y="4578758"/>
                  </a:lnTo>
                  <a:lnTo>
                    <a:pt x="1227032" y="4578758"/>
                  </a:lnTo>
                  <a:lnTo>
                    <a:pt x="1227125" y="4578758"/>
                  </a:lnTo>
                  <a:lnTo>
                    <a:pt x="1227219" y="4578758"/>
                  </a:lnTo>
                  <a:lnTo>
                    <a:pt x="1227312" y="4578758"/>
                  </a:lnTo>
                  <a:lnTo>
                    <a:pt x="1227405" y="4578758"/>
                  </a:lnTo>
                  <a:lnTo>
                    <a:pt x="1227498" y="4578758"/>
                  </a:lnTo>
                  <a:lnTo>
                    <a:pt x="1227592" y="4578758"/>
                  </a:lnTo>
                  <a:lnTo>
                    <a:pt x="1227685" y="4578758"/>
                  </a:lnTo>
                  <a:lnTo>
                    <a:pt x="1227778" y="4578758"/>
                  </a:lnTo>
                  <a:lnTo>
                    <a:pt x="1227871" y="4578758"/>
                  </a:lnTo>
                  <a:lnTo>
                    <a:pt x="1227965" y="4578758"/>
                  </a:lnTo>
                  <a:lnTo>
                    <a:pt x="1228058" y="4578758"/>
                  </a:lnTo>
                  <a:lnTo>
                    <a:pt x="1228151" y="4578758"/>
                  </a:lnTo>
                  <a:lnTo>
                    <a:pt x="1228244" y="4578758"/>
                  </a:lnTo>
                  <a:lnTo>
                    <a:pt x="1228337" y="4578758"/>
                  </a:lnTo>
                  <a:lnTo>
                    <a:pt x="1228431" y="4578758"/>
                  </a:lnTo>
                  <a:lnTo>
                    <a:pt x="1228524" y="4578758"/>
                  </a:lnTo>
                  <a:lnTo>
                    <a:pt x="1228617" y="4578758"/>
                  </a:lnTo>
                  <a:lnTo>
                    <a:pt x="1228710" y="4578758"/>
                  </a:lnTo>
                  <a:lnTo>
                    <a:pt x="1228804" y="4578758"/>
                  </a:lnTo>
                  <a:lnTo>
                    <a:pt x="1228897" y="4578758"/>
                  </a:lnTo>
                  <a:lnTo>
                    <a:pt x="1228990" y="4578758"/>
                  </a:lnTo>
                  <a:lnTo>
                    <a:pt x="1229083" y="4578758"/>
                  </a:lnTo>
                  <a:lnTo>
                    <a:pt x="1229177" y="4578758"/>
                  </a:lnTo>
                  <a:lnTo>
                    <a:pt x="1229270" y="4578758"/>
                  </a:lnTo>
                  <a:lnTo>
                    <a:pt x="1229363" y="4578758"/>
                  </a:lnTo>
                  <a:lnTo>
                    <a:pt x="1229456" y="4578758"/>
                  </a:lnTo>
                  <a:lnTo>
                    <a:pt x="1229550" y="4578758"/>
                  </a:lnTo>
                  <a:lnTo>
                    <a:pt x="1229643" y="4578758"/>
                  </a:lnTo>
                  <a:lnTo>
                    <a:pt x="1229736" y="4578758"/>
                  </a:lnTo>
                  <a:lnTo>
                    <a:pt x="1229829" y="4578758"/>
                  </a:lnTo>
                  <a:lnTo>
                    <a:pt x="1229923" y="4578758"/>
                  </a:lnTo>
                  <a:lnTo>
                    <a:pt x="1230016" y="4578758"/>
                  </a:lnTo>
                  <a:lnTo>
                    <a:pt x="1230109" y="4578758"/>
                  </a:lnTo>
                  <a:lnTo>
                    <a:pt x="1230202" y="4578758"/>
                  </a:lnTo>
                  <a:lnTo>
                    <a:pt x="1230296" y="4578758"/>
                  </a:lnTo>
                  <a:lnTo>
                    <a:pt x="1230389" y="4578758"/>
                  </a:lnTo>
                  <a:lnTo>
                    <a:pt x="1230482" y="4578758"/>
                  </a:lnTo>
                  <a:lnTo>
                    <a:pt x="1230575" y="4578758"/>
                  </a:lnTo>
                  <a:lnTo>
                    <a:pt x="1230669" y="4578758"/>
                  </a:lnTo>
                  <a:lnTo>
                    <a:pt x="1230762" y="4578758"/>
                  </a:lnTo>
                  <a:lnTo>
                    <a:pt x="1230855" y="4578758"/>
                  </a:lnTo>
                  <a:lnTo>
                    <a:pt x="1230948" y="4578758"/>
                  </a:lnTo>
                  <a:lnTo>
                    <a:pt x="1231042" y="4578758"/>
                  </a:lnTo>
                  <a:lnTo>
                    <a:pt x="1231135" y="4578758"/>
                  </a:lnTo>
                  <a:lnTo>
                    <a:pt x="1231228" y="4578758"/>
                  </a:lnTo>
                  <a:lnTo>
                    <a:pt x="1231321" y="4578758"/>
                  </a:lnTo>
                  <a:lnTo>
                    <a:pt x="1231415" y="4578758"/>
                  </a:lnTo>
                  <a:lnTo>
                    <a:pt x="1231508" y="4578758"/>
                  </a:lnTo>
                  <a:lnTo>
                    <a:pt x="1231601" y="4578758"/>
                  </a:lnTo>
                  <a:lnTo>
                    <a:pt x="1231694" y="4578758"/>
                  </a:lnTo>
                  <a:lnTo>
                    <a:pt x="1231788" y="4578758"/>
                  </a:lnTo>
                  <a:lnTo>
                    <a:pt x="1231881" y="4578758"/>
                  </a:lnTo>
                  <a:lnTo>
                    <a:pt x="1231974" y="4578758"/>
                  </a:lnTo>
                  <a:lnTo>
                    <a:pt x="1232067" y="4578758"/>
                  </a:lnTo>
                  <a:lnTo>
                    <a:pt x="1232161" y="4578758"/>
                  </a:lnTo>
                  <a:lnTo>
                    <a:pt x="1232254" y="4578758"/>
                  </a:lnTo>
                  <a:lnTo>
                    <a:pt x="1232347" y="4578758"/>
                  </a:lnTo>
                  <a:lnTo>
                    <a:pt x="1232440" y="4578758"/>
                  </a:lnTo>
                  <a:lnTo>
                    <a:pt x="1232534" y="4578758"/>
                  </a:lnTo>
                  <a:lnTo>
                    <a:pt x="1232627" y="4578758"/>
                  </a:lnTo>
                  <a:lnTo>
                    <a:pt x="1232720" y="4578758"/>
                  </a:lnTo>
                  <a:lnTo>
                    <a:pt x="1232813" y="4578758"/>
                  </a:lnTo>
                  <a:lnTo>
                    <a:pt x="1232907" y="4578758"/>
                  </a:lnTo>
                  <a:lnTo>
                    <a:pt x="1233000" y="4578758"/>
                  </a:lnTo>
                  <a:lnTo>
                    <a:pt x="1233093" y="4578758"/>
                  </a:lnTo>
                  <a:lnTo>
                    <a:pt x="1233186" y="4578758"/>
                  </a:lnTo>
                  <a:lnTo>
                    <a:pt x="1233280" y="4578758"/>
                  </a:lnTo>
                  <a:lnTo>
                    <a:pt x="1233373" y="4578758"/>
                  </a:lnTo>
                  <a:lnTo>
                    <a:pt x="1233466" y="4578758"/>
                  </a:lnTo>
                  <a:lnTo>
                    <a:pt x="1233559" y="4578758"/>
                  </a:lnTo>
                  <a:lnTo>
                    <a:pt x="1233653" y="4578758"/>
                  </a:lnTo>
                  <a:lnTo>
                    <a:pt x="1233653" y="4568804"/>
                  </a:lnTo>
                  <a:lnTo>
                    <a:pt x="1233746" y="4568804"/>
                  </a:lnTo>
                  <a:lnTo>
                    <a:pt x="1233839" y="4568804"/>
                  </a:lnTo>
                  <a:lnTo>
                    <a:pt x="1233932" y="4568804"/>
                  </a:lnTo>
                  <a:lnTo>
                    <a:pt x="1234026" y="4568804"/>
                  </a:lnTo>
                  <a:lnTo>
                    <a:pt x="1234119" y="4568804"/>
                  </a:lnTo>
                  <a:lnTo>
                    <a:pt x="1234212" y="4568804"/>
                  </a:lnTo>
                  <a:lnTo>
                    <a:pt x="1234305" y="4568804"/>
                  </a:lnTo>
                  <a:lnTo>
                    <a:pt x="1234399" y="4568804"/>
                  </a:lnTo>
                  <a:lnTo>
                    <a:pt x="1234492" y="4568804"/>
                  </a:lnTo>
                  <a:lnTo>
                    <a:pt x="1234585" y="4568804"/>
                  </a:lnTo>
                  <a:lnTo>
                    <a:pt x="1234678" y="4568804"/>
                  </a:lnTo>
                  <a:lnTo>
                    <a:pt x="1234772" y="4568804"/>
                  </a:lnTo>
                  <a:lnTo>
                    <a:pt x="1234865" y="4568804"/>
                  </a:lnTo>
                  <a:lnTo>
                    <a:pt x="1234958" y="4568804"/>
                  </a:lnTo>
                  <a:lnTo>
                    <a:pt x="1235051" y="4568804"/>
                  </a:lnTo>
                  <a:lnTo>
                    <a:pt x="1235144" y="4568804"/>
                  </a:lnTo>
                  <a:lnTo>
                    <a:pt x="1235238" y="4568804"/>
                  </a:lnTo>
                  <a:lnTo>
                    <a:pt x="1235331" y="4568804"/>
                  </a:lnTo>
                  <a:lnTo>
                    <a:pt x="1235424" y="4568804"/>
                  </a:lnTo>
                  <a:lnTo>
                    <a:pt x="1235517" y="4568804"/>
                  </a:lnTo>
                  <a:lnTo>
                    <a:pt x="1235611" y="4568804"/>
                  </a:lnTo>
                  <a:lnTo>
                    <a:pt x="1235704" y="4568804"/>
                  </a:lnTo>
                  <a:lnTo>
                    <a:pt x="1235797" y="4568804"/>
                  </a:lnTo>
                  <a:lnTo>
                    <a:pt x="1235890" y="4568804"/>
                  </a:lnTo>
                  <a:lnTo>
                    <a:pt x="1235984" y="4568804"/>
                  </a:lnTo>
                  <a:lnTo>
                    <a:pt x="1236077" y="4568804"/>
                  </a:lnTo>
                  <a:lnTo>
                    <a:pt x="1236170" y="4568804"/>
                  </a:lnTo>
                  <a:lnTo>
                    <a:pt x="1236263" y="4568804"/>
                  </a:lnTo>
                  <a:lnTo>
                    <a:pt x="1236357" y="4568804"/>
                  </a:lnTo>
                  <a:lnTo>
                    <a:pt x="1236450" y="4568804"/>
                  </a:lnTo>
                  <a:lnTo>
                    <a:pt x="1236543" y="4568804"/>
                  </a:lnTo>
                  <a:lnTo>
                    <a:pt x="1236636" y="4568804"/>
                  </a:lnTo>
                  <a:lnTo>
                    <a:pt x="1236730" y="4568804"/>
                  </a:lnTo>
                  <a:lnTo>
                    <a:pt x="1236823" y="4568804"/>
                  </a:lnTo>
                  <a:lnTo>
                    <a:pt x="1236916" y="4568804"/>
                  </a:lnTo>
                  <a:lnTo>
                    <a:pt x="1237009" y="4568804"/>
                  </a:lnTo>
                  <a:lnTo>
                    <a:pt x="1237103" y="4568804"/>
                  </a:lnTo>
                  <a:lnTo>
                    <a:pt x="1237196" y="4568804"/>
                  </a:lnTo>
                  <a:lnTo>
                    <a:pt x="1237289" y="4568804"/>
                  </a:lnTo>
                  <a:lnTo>
                    <a:pt x="1237382" y="4568804"/>
                  </a:lnTo>
                  <a:lnTo>
                    <a:pt x="1237476" y="4568804"/>
                  </a:lnTo>
                  <a:lnTo>
                    <a:pt x="1237569" y="4568804"/>
                  </a:lnTo>
                  <a:lnTo>
                    <a:pt x="1237662" y="4568804"/>
                  </a:lnTo>
                  <a:lnTo>
                    <a:pt x="1237755" y="4568804"/>
                  </a:lnTo>
                  <a:lnTo>
                    <a:pt x="1237849" y="4568804"/>
                  </a:lnTo>
                  <a:lnTo>
                    <a:pt x="1237942" y="4568804"/>
                  </a:lnTo>
                  <a:lnTo>
                    <a:pt x="1238035" y="4568804"/>
                  </a:lnTo>
                  <a:lnTo>
                    <a:pt x="1238128" y="4568804"/>
                  </a:lnTo>
                  <a:lnTo>
                    <a:pt x="1238222" y="4568804"/>
                  </a:lnTo>
                  <a:lnTo>
                    <a:pt x="1238315" y="4568804"/>
                  </a:lnTo>
                  <a:lnTo>
                    <a:pt x="1238408" y="4568804"/>
                  </a:lnTo>
                  <a:lnTo>
                    <a:pt x="1238501" y="4568804"/>
                  </a:lnTo>
                  <a:lnTo>
                    <a:pt x="1238595" y="4568804"/>
                  </a:lnTo>
                  <a:lnTo>
                    <a:pt x="1238688" y="4568804"/>
                  </a:lnTo>
                  <a:lnTo>
                    <a:pt x="1238781" y="4568804"/>
                  </a:lnTo>
                  <a:lnTo>
                    <a:pt x="1238874" y="4568804"/>
                  </a:lnTo>
                  <a:lnTo>
                    <a:pt x="1238968" y="4568804"/>
                  </a:lnTo>
                  <a:lnTo>
                    <a:pt x="1239061" y="4568804"/>
                  </a:lnTo>
                  <a:lnTo>
                    <a:pt x="1239154" y="4568804"/>
                  </a:lnTo>
                  <a:lnTo>
                    <a:pt x="1239247" y="4568804"/>
                  </a:lnTo>
                  <a:lnTo>
                    <a:pt x="1239341" y="4568804"/>
                  </a:lnTo>
                  <a:lnTo>
                    <a:pt x="1239434" y="4568804"/>
                  </a:lnTo>
                  <a:lnTo>
                    <a:pt x="1239527" y="4568804"/>
                  </a:lnTo>
                  <a:lnTo>
                    <a:pt x="1239620" y="4568804"/>
                  </a:lnTo>
                  <a:lnTo>
                    <a:pt x="1239714" y="4568804"/>
                  </a:lnTo>
                  <a:lnTo>
                    <a:pt x="1239807" y="4568804"/>
                  </a:lnTo>
                  <a:lnTo>
                    <a:pt x="1239900" y="4568804"/>
                  </a:lnTo>
                  <a:lnTo>
                    <a:pt x="1239993" y="4568804"/>
                  </a:lnTo>
                  <a:lnTo>
                    <a:pt x="1240087" y="4568804"/>
                  </a:lnTo>
                  <a:lnTo>
                    <a:pt x="1240180" y="4568804"/>
                  </a:lnTo>
                  <a:lnTo>
                    <a:pt x="1240180" y="4558850"/>
                  </a:lnTo>
                  <a:lnTo>
                    <a:pt x="1240273" y="4558850"/>
                  </a:lnTo>
                  <a:lnTo>
                    <a:pt x="1240366" y="4558850"/>
                  </a:lnTo>
                  <a:lnTo>
                    <a:pt x="1240460" y="4558850"/>
                  </a:lnTo>
                  <a:lnTo>
                    <a:pt x="1240553" y="4558850"/>
                  </a:lnTo>
                  <a:lnTo>
                    <a:pt x="1240646" y="4558850"/>
                  </a:lnTo>
                  <a:lnTo>
                    <a:pt x="1240739" y="4558850"/>
                  </a:lnTo>
                  <a:lnTo>
                    <a:pt x="1240833" y="4558850"/>
                  </a:lnTo>
                  <a:lnTo>
                    <a:pt x="1240926" y="4558850"/>
                  </a:lnTo>
                  <a:lnTo>
                    <a:pt x="1241019" y="4558850"/>
                  </a:lnTo>
                  <a:lnTo>
                    <a:pt x="1241112" y="4558850"/>
                  </a:lnTo>
                  <a:lnTo>
                    <a:pt x="1241206" y="4558850"/>
                  </a:lnTo>
                  <a:lnTo>
                    <a:pt x="1241299" y="4558850"/>
                  </a:lnTo>
                  <a:lnTo>
                    <a:pt x="1241392" y="4558850"/>
                  </a:lnTo>
                  <a:lnTo>
                    <a:pt x="1241485" y="4558850"/>
                  </a:lnTo>
                  <a:lnTo>
                    <a:pt x="1241579" y="4558850"/>
                  </a:lnTo>
                  <a:lnTo>
                    <a:pt x="1241672" y="4558850"/>
                  </a:lnTo>
                  <a:lnTo>
                    <a:pt x="1241765" y="4558850"/>
                  </a:lnTo>
                  <a:lnTo>
                    <a:pt x="1241858" y="4558850"/>
                  </a:lnTo>
                  <a:lnTo>
                    <a:pt x="1241951" y="4558850"/>
                  </a:lnTo>
                  <a:lnTo>
                    <a:pt x="1242045" y="4558850"/>
                  </a:lnTo>
                  <a:lnTo>
                    <a:pt x="1242138" y="4558850"/>
                  </a:lnTo>
                  <a:lnTo>
                    <a:pt x="1242231" y="4558850"/>
                  </a:lnTo>
                  <a:lnTo>
                    <a:pt x="1242324" y="4558850"/>
                  </a:lnTo>
                  <a:lnTo>
                    <a:pt x="1242418" y="4558850"/>
                  </a:lnTo>
                  <a:lnTo>
                    <a:pt x="1242511" y="4558850"/>
                  </a:lnTo>
                  <a:lnTo>
                    <a:pt x="1242604" y="4558850"/>
                  </a:lnTo>
                  <a:lnTo>
                    <a:pt x="1242697" y="4558850"/>
                  </a:lnTo>
                  <a:lnTo>
                    <a:pt x="1242697" y="4548896"/>
                  </a:lnTo>
                  <a:lnTo>
                    <a:pt x="1242791" y="4548896"/>
                  </a:lnTo>
                  <a:lnTo>
                    <a:pt x="1242884" y="4548896"/>
                  </a:lnTo>
                  <a:lnTo>
                    <a:pt x="1242977" y="4548896"/>
                  </a:lnTo>
                  <a:lnTo>
                    <a:pt x="1243070" y="4548896"/>
                  </a:lnTo>
                  <a:lnTo>
                    <a:pt x="1243164" y="4548896"/>
                  </a:lnTo>
                  <a:lnTo>
                    <a:pt x="1243257" y="4548896"/>
                  </a:lnTo>
                  <a:lnTo>
                    <a:pt x="1243350" y="4548896"/>
                  </a:lnTo>
                  <a:lnTo>
                    <a:pt x="1243443" y="4548896"/>
                  </a:lnTo>
                  <a:lnTo>
                    <a:pt x="1243537" y="4548896"/>
                  </a:lnTo>
                  <a:lnTo>
                    <a:pt x="1243630" y="4548896"/>
                  </a:lnTo>
                  <a:lnTo>
                    <a:pt x="1243723" y="4548896"/>
                  </a:lnTo>
                  <a:lnTo>
                    <a:pt x="1243816" y="4548896"/>
                  </a:lnTo>
                  <a:lnTo>
                    <a:pt x="1243910" y="4548896"/>
                  </a:lnTo>
                  <a:lnTo>
                    <a:pt x="1244003" y="4548896"/>
                  </a:lnTo>
                  <a:lnTo>
                    <a:pt x="1244096" y="4548896"/>
                  </a:lnTo>
                  <a:lnTo>
                    <a:pt x="1244189" y="4548896"/>
                  </a:lnTo>
                  <a:lnTo>
                    <a:pt x="1244283" y="4548896"/>
                  </a:lnTo>
                  <a:lnTo>
                    <a:pt x="1244376" y="4548896"/>
                  </a:lnTo>
                  <a:lnTo>
                    <a:pt x="1244376" y="4538943"/>
                  </a:lnTo>
                  <a:lnTo>
                    <a:pt x="1244469" y="4538943"/>
                  </a:lnTo>
                  <a:lnTo>
                    <a:pt x="1244562" y="4538943"/>
                  </a:lnTo>
                  <a:lnTo>
                    <a:pt x="1244656" y="4538943"/>
                  </a:lnTo>
                  <a:lnTo>
                    <a:pt x="1244749" y="4538943"/>
                  </a:lnTo>
                  <a:lnTo>
                    <a:pt x="1244842" y="4538943"/>
                  </a:lnTo>
                  <a:lnTo>
                    <a:pt x="1244935" y="4538943"/>
                  </a:lnTo>
                  <a:lnTo>
                    <a:pt x="1245029" y="4538943"/>
                  </a:lnTo>
                  <a:lnTo>
                    <a:pt x="1245122" y="4538943"/>
                  </a:lnTo>
                  <a:lnTo>
                    <a:pt x="1245215" y="4538943"/>
                  </a:lnTo>
                  <a:lnTo>
                    <a:pt x="1245308" y="4538943"/>
                  </a:lnTo>
                  <a:lnTo>
                    <a:pt x="1245402" y="4538943"/>
                  </a:lnTo>
                  <a:lnTo>
                    <a:pt x="1245495" y="4538943"/>
                  </a:lnTo>
                  <a:lnTo>
                    <a:pt x="1245588" y="4538943"/>
                  </a:lnTo>
                  <a:lnTo>
                    <a:pt x="1245681" y="4538943"/>
                  </a:lnTo>
                  <a:lnTo>
                    <a:pt x="1245775" y="4538943"/>
                  </a:lnTo>
                  <a:lnTo>
                    <a:pt x="1245868" y="4538943"/>
                  </a:lnTo>
                  <a:lnTo>
                    <a:pt x="1245961" y="4538943"/>
                  </a:lnTo>
                  <a:lnTo>
                    <a:pt x="1246054" y="4538943"/>
                  </a:lnTo>
                  <a:lnTo>
                    <a:pt x="1246148" y="4538943"/>
                  </a:lnTo>
                  <a:lnTo>
                    <a:pt x="1246241" y="4538943"/>
                  </a:lnTo>
                  <a:lnTo>
                    <a:pt x="1246334" y="4538943"/>
                  </a:lnTo>
                  <a:lnTo>
                    <a:pt x="1246427" y="4538943"/>
                  </a:lnTo>
                  <a:lnTo>
                    <a:pt x="1246521" y="4538943"/>
                  </a:lnTo>
                  <a:lnTo>
                    <a:pt x="1246614" y="4538943"/>
                  </a:lnTo>
                  <a:lnTo>
                    <a:pt x="1246707" y="4538943"/>
                  </a:lnTo>
                  <a:lnTo>
                    <a:pt x="1246800" y="4538943"/>
                  </a:lnTo>
                  <a:lnTo>
                    <a:pt x="1246894" y="4538943"/>
                  </a:lnTo>
                  <a:lnTo>
                    <a:pt x="1246987" y="4538943"/>
                  </a:lnTo>
                  <a:lnTo>
                    <a:pt x="1247080" y="4538943"/>
                  </a:lnTo>
                  <a:lnTo>
                    <a:pt x="1247173" y="4538943"/>
                  </a:lnTo>
                  <a:lnTo>
                    <a:pt x="1247267" y="4538943"/>
                  </a:lnTo>
                  <a:lnTo>
                    <a:pt x="1247360" y="4538943"/>
                  </a:lnTo>
                  <a:lnTo>
                    <a:pt x="1247453" y="4538943"/>
                  </a:lnTo>
                  <a:lnTo>
                    <a:pt x="1247546" y="4538943"/>
                  </a:lnTo>
                  <a:lnTo>
                    <a:pt x="1247640" y="4538943"/>
                  </a:lnTo>
                  <a:lnTo>
                    <a:pt x="1247733" y="4538943"/>
                  </a:lnTo>
                  <a:lnTo>
                    <a:pt x="1247826" y="4538943"/>
                  </a:lnTo>
                  <a:lnTo>
                    <a:pt x="1247919" y="4538943"/>
                  </a:lnTo>
                  <a:lnTo>
                    <a:pt x="1248013" y="4538943"/>
                  </a:lnTo>
                  <a:lnTo>
                    <a:pt x="1248106" y="4538943"/>
                  </a:lnTo>
                  <a:lnTo>
                    <a:pt x="1248199" y="4538943"/>
                  </a:lnTo>
                  <a:lnTo>
                    <a:pt x="1248292" y="4538943"/>
                  </a:lnTo>
                  <a:lnTo>
                    <a:pt x="1248386" y="4538943"/>
                  </a:lnTo>
                  <a:lnTo>
                    <a:pt x="1248479" y="4538943"/>
                  </a:lnTo>
                  <a:lnTo>
                    <a:pt x="1248572" y="4538943"/>
                  </a:lnTo>
                  <a:lnTo>
                    <a:pt x="1248665" y="4538943"/>
                  </a:lnTo>
                  <a:lnTo>
                    <a:pt x="1248759" y="4538943"/>
                  </a:lnTo>
                  <a:lnTo>
                    <a:pt x="1248852" y="4538943"/>
                  </a:lnTo>
                  <a:lnTo>
                    <a:pt x="1248852" y="4528989"/>
                  </a:lnTo>
                  <a:lnTo>
                    <a:pt x="1248945" y="4528989"/>
                  </a:lnTo>
                  <a:lnTo>
                    <a:pt x="1249038" y="4528989"/>
                  </a:lnTo>
                  <a:lnTo>
                    <a:pt x="1249131" y="4528989"/>
                  </a:lnTo>
                  <a:lnTo>
                    <a:pt x="1249225" y="4528989"/>
                  </a:lnTo>
                  <a:lnTo>
                    <a:pt x="1249318" y="4528989"/>
                  </a:lnTo>
                  <a:lnTo>
                    <a:pt x="1249411" y="4528989"/>
                  </a:lnTo>
                  <a:lnTo>
                    <a:pt x="1249504" y="4528989"/>
                  </a:lnTo>
                  <a:lnTo>
                    <a:pt x="1249598" y="4528989"/>
                  </a:lnTo>
                  <a:lnTo>
                    <a:pt x="1249691" y="4528989"/>
                  </a:lnTo>
                  <a:lnTo>
                    <a:pt x="1249784" y="4528989"/>
                  </a:lnTo>
                  <a:lnTo>
                    <a:pt x="1249877" y="4528989"/>
                  </a:lnTo>
                  <a:lnTo>
                    <a:pt x="1249971" y="4528989"/>
                  </a:lnTo>
                  <a:lnTo>
                    <a:pt x="1250064" y="4528989"/>
                  </a:lnTo>
                  <a:lnTo>
                    <a:pt x="1250157" y="4528989"/>
                  </a:lnTo>
                  <a:lnTo>
                    <a:pt x="1250250" y="4528989"/>
                  </a:lnTo>
                  <a:lnTo>
                    <a:pt x="1250344" y="4528989"/>
                  </a:lnTo>
                  <a:lnTo>
                    <a:pt x="1250437" y="4528989"/>
                  </a:lnTo>
                  <a:lnTo>
                    <a:pt x="1250530" y="4528989"/>
                  </a:lnTo>
                  <a:lnTo>
                    <a:pt x="1250623" y="4528989"/>
                  </a:lnTo>
                  <a:lnTo>
                    <a:pt x="1250717" y="4528989"/>
                  </a:lnTo>
                  <a:lnTo>
                    <a:pt x="1250810" y="4528989"/>
                  </a:lnTo>
                  <a:lnTo>
                    <a:pt x="1250903" y="4528989"/>
                  </a:lnTo>
                  <a:lnTo>
                    <a:pt x="1250996" y="4528989"/>
                  </a:lnTo>
                  <a:lnTo>
                    <a:pt x="1251090" y="4528989"/>
                  </a:lnTo>
                  <a:lnTo>
                    <a:pt x="1251183" y="4528989"/>
                  </a:lnTo>
                  <a:lnTo>
                    <a:pt x="1251183" y="4519035"/>
                  </a:lnTo>
                  <a:lnTo>
                    <a:pt x="1251276" y="4519035"/>
                  </a:lnTo>
                  <a:lnTo>
                    <a:pt x="1251369" y="4519035"/>
                  </a:lnTo>
                  <a:lnTo>
                    <a:pt x="1251463" y="4519035"/>
                  </a:lnTo>
                  <a:lnTo>
                    <a:pt x="1251556" y="4519035"/>
                  </a:lnTo>
                  <a:lnTo>
                    <a:pt x="1251649" y="4519035"/>
                  </a:lnTo>
                  <a:lnTo>
                    <a:pt x="1251742" y="4519035"/>
                  </a:lnTo>
                  <a:lnTo>
                    <a:pt x="1251836" y="4519035"/>
                  </a:lnTo>
                  <a:lnTo>
                    <a:pt x="1251929" y="4519035"/>
                  </a:lnTo>
                  <a:lnTo>
                    <a:pt x="1252022" y="4519035"/>
                  </a:lnTo>
                  <a:lnTo>
                    <a:pt x="1252115" y="4519035"/>
                  </a:lnTo>
                  <a:lnTo>
                    <a:pt x="1252209" y="4519035"/>
                  </a:lnTo>
                  <a:lnTo>
                    <a:pt x="1252302" y="4519035"/>
                  </a:lnTo>
                  <a:lnTo>
                    <a:pt x="1252395" y="4519035"/>
                  </a:lnTo>
                  <a:lnTo>
                    <a:pt x="1252488" y="4519035"/>
                  </a:lnTo>
                  <a:lnTo>
                    <a:pt x="1252582" y="4519035"/>
                  </a:lnTo>
                  <a:lnTo>
                    <a:pt x="1252675" y="4519035"/>
                  </a:lnTo>
                  <a:lnTo>
                    <a:pt x="1252768" y="4519035"/>
                  </a:lnTo>
                  <a:lnTo>
                    <a:pt x="1252861" y="4519035"/>
                  </a:lnTo>
                  <a:lnTo>
                    <a:pt x="1252955" y="4519035"/>
                  </a:lnTo>
                  <a:lnTo>
                    <a:pt x="1253048" y="4519035"/>
                  </a:lnTo>
                  <a:lnTo>
                    <a:pt x="1253141" y="4519035"/>
                  </a:lnTo>
                  <a:lnTo>
                    <a:pt x="1253234" y="4519035"/>
                  </a:lnTo>
                  <a:lnTo>
                    <a:pt x="1253328" y="4519035"/>
                  </a:lnTo>
                  <a:lnTo>
                    <a:pt x="1253421" y="4519035"/>
                  </a:lnTo>
                  <a:lnTo>
                    <a:pt x="1253514" y="4519035"/>
                  </a:lnTo>
                  <a:lnTo>
                    <a:pt x="1253607" y="4519035"/>
                  </a:lnTo>
                  <a:lnTo>
                    <a:pt x="1253701" y="4519035"/>
                  </a:lnTo>
                  <a:lnTo>
                    <a:pt x="1253794" y="4519035"/>
                  </a:lnTo>
                  <a:lnTo>
                    <a:pt x="1253887" y="4519035"/>
                  </a:lnTo>
                  <a:lnTo>
                    <a:pt x="1253980" y="4519035"/>
                  </a:lnTo>
                  <a:lnTo>
                    <a:pt x="1254074" y="4519035"/>
                  </a:lnTo>
                  <a:lnTo>
                    <a:pt x="1254167" y="4519035"/>
                  </a:lnTo>
                  <a:lnTo>
                    <a:pt x="1254260" y="4519035"/>
                  </a:lnTo>
                  <a:lnTo>
                    <a:pt x="1254353" y="4519035"/>
                  </a:lnTo>
                  <a:lnTo>
                    <a:pt x="1254447" y="4519035"/>
                  </a:lnTo>
                  <a:lnTo>
                    <a:pt x="1254540" y="4519035"/>
                  </a:lnTo>
                  <a:lnTo>
                    <a:pt x="1254633" y="4519035"/>
                  </a:lnTo>
                  <a:lnTo>
                    <a:pt x="1254726" y="4519035"/>
                  </a:lnTo>
                  <a:lnTo>
                    <a:pt x="1254820" y="4519035"/>
                  </a:lnTo>
                  <a:lnTo>
                    <a:pt x="1254913" y="4519035"/>
                  </a:lnTo>
                  <a:lnTo>
                    <a:pt x="1255006" y="4519035"/>
                  </a:lnTo>
                  <a:lnTo>
                    <a:pt x="1255099" y="4519035"/>
                  </a:lnTo>
                  <a:lnTo>
                    <a:pt x="1255193" y="4519035"/>
                  </a:lnTo>
                  <a:lnTo>
                    <a:pt x="1255286" y="4519035"/>
                  </a:lnTo>
                  <a:lnTo>
                    <a:pt x="1255379" y="4519035"/>
                  </a:lnTo>
                  <a:lnTo>
                    <a:pt x="1255472" y="4519035"/>
                  </a:lnTo>
                  <a:lnTo>
                    <a:pt x="1255566" y="4519035"/>
                  </a:lnTo>
                  <a:lnTo>
                    <a:pt x="1255659" y="4519035"/>
                  </a:lnTo>
                  <a:lnTo>
                    <a:pt x="1255752" y="4519035"/>
                  </a:lnTo>
                  <a:lnTo>
                    <a:pt x="1255845" y="4519035"/>
                  </a:lnTo>
                  <a:lnTo>
                    <a:pt x="1255938" y="4519035"/>
                  </a:lnTo>
                  <a:lnTo>
                    <a:pt x="1256032" y="4519035"/>
                  </a:lnTo>
                  <a:lnTo>
                    <a:pt x="1256125" y="4519035"/>
                  </a:lnTo>
                  <a:lnTo>
                    <a:pt x="1256218" y="4519035"/>
                  </a:lnTo>
                  <a:lnTo>
                    <a:pt x="1256311" y="4519035"/>
                  </a:lnTo>
                  <a:lnTo>
                    <a:pt x="1256405" y="4519035"/>
                  </a:lnTo>
                  <a:lnTo>
                    <a:pt x="1256405" y="4509081"/>
                  </a:lnTo>
                  <a:lnTo>
                    <a:pt x="1256498" y="4509081"/>
                  </a:lnTo>
                  <a:lnTo>
                    <a:pt x="1256591" y="4509081"/>
                  </a:lnTo>
                  <a:lnTo>
                    <a:pt x="1256684" y="4509081"/>
                  </a:lnTo>
                  <a:lnTo>
                    <a:pt x="1256778" y="4509081"/>
                  </a:lnTo>
                  <a:lnTo>
                    <a:pt x="1256871" y="4509081"/>
                  </a:lnTo>
                  <a:lnTo>
                    <a:pt x="1256964" y="4509081"/>
                  </a:lnTo>
                  <a:lnTo>
                    <a:pt x="1257057" y="4509081"/>
                  </a:lnTo>
                  <a:lnTo>
                    <a:pt x="1257151" y="4509081"/>
                  </a:lnTo>
                  <a:lnTo>
                    <a:pt x="1257244" y="4509081"/>
                  </a:lnTo>
                  <a:lnTo>
                    <a:pt x="1257337" y="4509081"/>
                  </a:lnTo>
                  <a:lnTo>
                    <a:pt x="1257430" y="4509081"/>
                  </a:lnTo>
                  <a:lnTo>
                    <a:pt x="1257524" y="4509081"/>
                  </a:lnTo>
                  <a:lnTo>
                    <a:pt x="1257617" y="4509081"/>
                  </a:lnTo>
                  <a:lnTo>
                    <a:pt x="1257710" y="4509081"/>
                  </a:lnTo>
                  <a:lnTo>
                    <a:pt x="1257803" y="4509081"/>
                  </a:lnTo>
                  <a:lnTo>
                    <a:pt x="1257897" y="4509081"/>
                  </a:lnTo>
                  <a:lnTo>
                    <a:pt x="1257990" y="4509081"/>
                  </a:lnTo>
                  <a:lnTo>
                    <a:pt x="1258083" y="4509081"/>
                  </a:lnTo>
                  <a:lnTo>
                    <a:pt x="1258176" y="4509081"/>
                  </a:lnTo>
                  <a:lnTo>
                    <a:pt x="1258270" y="4509081"/>
                  </a:lnTo>
                  <a:lnTo>
                    <a:pt x="1258363" y="4509081"/>
                  </a:lnTo>
                  <a:lnTo>
                    <a:pt x="1258456" y="4509081"/>
                  </a:lnTo>
                  <a:lnTo>
                    <a:pt x="1258549" y="4509081"/>
                  </a:lnTo>
                  <a:lnTo>
                    <a:pt x="1258643" y="4509081"/>
                  </a:lnTo>
                  <a:lnTo>
                    <a:pt x="1258736" y="4509081"/>
                  </a:lnTo>
                  <a:lnTo>
                    <a:pt x="1258829" y="4509081"/>
                  </a:lnTo>
                  <a:lnTo>
                    <a:pt x="1258922" y="4509081"/>
                  </a:lnTo>
                  <a:lnTo>
                    <a:pt x="1259016" y="4509081"/>
                  </a:lnTo>
                  <a:lnTo>
                    <a:pt x="1259109" y="4509081"/>
                  </a:lnTo>
                  <a:lnTo>
                    <a:pt x="1259202" y="4509081"/>
                  </a:lnTo>
                  <a:lnTo>
                    <a:pt x="1259295" y="4509081"/>
                  </a:lnTo>
                  <a:lnTo>
                    <a:pt x="1259389" y="4509081"/>
                  </a:lnTo>
                  <a:lnTo>
                    <a:pt x="1259482" y="4509081"/>
                  </a:lnTo>
                  <a:lnTo>
                    <a:pt x="1259575" y="4509081"/>
                  </a:lnTo>
                  <a:lnTo>
                    <a:pt x="1259668" y="4509081"/>
                  </a:lnTo>
                  <a:lnTo>
                    <a:pt x="1259762" y="4509081"/>
                  </a:lnTo>
                  <a:lnTo>
                    <a:pt x="1259855" y="4509081"/>
                  </a:lnTo>
                  <a:lnTo>
                    <a:pt x="1259948" y="4509081"/>
                  </a:lnTo>
                  <a:lnTo>
                    <a:pt x="1260041" y="4509081"/>
                  </a:lnTo>
                  <a:lnTo>
                    <a:pt x="1260135" y="4509081"/>
                  </a:lnTo>
                  <a:lnTo>
                    <a:pt x="1260228" y="4509081"/>
                  </a:lnTo>
                  <a:lnTo>
                    <a:pt x="1260321" y="4509081"/>
                  </a:lnTo>
                  <a:lnTo>
                    <a:pt x="1260414" y="4509081"/>
                  </a:lnTo>
                  <a:lnTo>
                    <a:pt x="1260508" y="4509081"/>
                  </a:lnTo>
                  <a:lnTo>
                    <a:pt x="1260601" y="4509081"/>
                  </a:lnTo>
                  <a:lnTo>
                    <a:pt x="1260694" y="4509081"/>
                  </a:lnTo>
                  <a:lnTo>
                    <a:pt x="1260787" y="4509081"/>
                  </a:lnTo>
                  <a:lnTo>
                    <a:pt x="1260881" y="4509081"/>
                  </a:lnTo>
                  <a:lnTo>
                    <a:pt x="1260974" y="4509081"/>
                  </a:lnTo>
                  <a:lnTo>
                    <a:pt x="1261067" y="4509081"/>
                  </a:lnTo>
                  <a:lnTo>
                    <a:pt x="1261160" y="4509081"/>
                  </a:lnTo>
                  <a:lnTo>
                    <a:pt x="1261254" y="4509081"/>
                  </a:lnTo>
                  <a:lnTo>
                    <a:pt x="1261347" y="4509081"/>
                  </a:lnTo>
                  <a:lnTo>
                    <a:pt x="1261440" y="4509081"/>
                  </a:lnTo>
                  <a:lnTo>
                    <a:pt x="1261533" y="4509081"/>
                  </a:lnTo>
                  <a:lnTo>
                    <a:pt x="1261627" y="4509081"/>
                  </a:lnTo>
                  <a:lnTo>
                    <a:pt x="1261720" y="4509081"/>
                  </a:lnTo>
                  <a:lnTo>
                    <a:pt x="1261813" y="4509081"/>
                  </a:lnTo>
                  <a:lnTo>
                    <a:pt x="1261906" y="4509081"/>
                  </a:lnTo>
                  <a:lnTo>
                    <a:pt x="1262000" y="4509081"/>
                  </a:lnTo>
                  <a:lnTo>
                    <a:pt x="1262093" y="4509081"/>
                  </a:lnTo>
                  <a:lnTo>
                    <a:pt x="1262186" y="4509081"/>
                  </a:lnTo>
                  <a:lnTo>
                    <a:pt x="1262279" y="4509081"/>
                  </a:lnTo>
                  <a:lnTo>
                    <a:pt x="1262279" y="4499127"/>
                  </a:lnTo>
                  <a:lnTo>
                    <a:pt x="1262373" y="4499127"/>
                  </a:lnTo>
                  <a:lnTo>
                    <a:pt x="1262466" y="4499127"/>
                  </a:lnTo>
                  <a:lnTo>
                    <a:pt x="1262559" y="4499127"/>
                  </a:lnTo>
                  <a:lnTo>
                    <a:pt x="1262652" y="4499127"/>
                  </a:lnTo>
                  <a:lnTo>
                    <a:pt x="1262745" y="4499127"/>
                  </a:lnTo>
                  <a:lnTo>
                    <a:pt x="1262839" y="4499127"/>
                  </a:lnTo>
                  <a:lnTo>
                    <a:pt x="1262932" y="4499127"/>
                  </a:lnTo>
                  <a:lnTo>
                    <a:pt x="1263025" y="4499127"/>
                  </a:lnTo>
                  <a:lnTo>
                    <a:pt x="1263118" y="4499127"/>
                  </a:lnTo>
                  <a:lnTo>
                    <a:pt x="1263212" y="4499127"/>
                  </a:lnTo>
                  <a:lnTo>
                    <a:pt x="1263212" y="4489174"/>
                  </a:lnTo>
                  <a:lnTo>
                    <a:pt x="1263305" y="4489174"/>
                  </a:lnTo>
                  <a:lnTo>
                    <a:pt x="1263398" y="4489174"/>
                  </a:lnTo>
                  <a:lnTo>
                    <a:pt x="1263491" y="4489174"/>
                  </a:lnTo>
                  <a:lnTo>
                    <a:pt x="1263585" y="4489174"/>
                  </a:lnTo>
                  <a:lnTo>
                    <a:pt x="1263678" y="4489174"/>
                  </a:lnTo>
                  <a:lnTo>
                    <a:pt x="1263771" y="4489174"/>
                  </a:lnTo>
                  <a:lnTo>
                    <a:pt x="1263864" y="4489174"/>
                  </a:lnTo>
                  <a:lnTo>
                    <a:pt x="1263958" y="4489174"/>
                  </a:lnTo>
                  <a:lnTo>
                    <a:pt x="1264051" y="4489174"/>
                  </a:lnTo>
                  <a:lnTo>
                    <a:pt x="1264144" y="4489174"/>
                  </a:lnTo>
                  <a:lnTo>
                    <a:pt x="1264237" y="4489174"/>
                  </a:lnTo>
                  <a:lnTo>
                    <a:pt x="1264331" y="4489174"/>
                  </a:lnTo>
                  <a:lnTo>
                    <a:pt x="1264424" y="4489174"/>
                  </a:lnTo>
                  <a:lnTo>
                    <a:pt x="1264517" y="4489174"/>
                  </a:lnTo>
                  <a:lnTo>
                    <a:pt x="1264610" y="4489174"/>
                  </a:lnTo>
                  <a:lnTo>
                    <a:pt x="1264704" y="4489174"/>
                  </a:lnTo>
                  <a:lnTo>
                    <a:pt x="1264797" y="4489174"/>
                  </a:lnTo>
                  <a:lnTo>
                    <a:pt x="1264890" y="4489174"/>
                  </a:lnTo>
                  <a:lnTo>
                    <a:pt x="1264983" y="4489174"/>
                  </a:lnTo>
                  <a:lnTo>
                    <a:pt x="1265077" y="4489174"/>
                  </a:lnTo>
                  <a:lnTo>
                    <a:pt x="1265170" y="4489174"/>
                  </a:lnTo>
                  <a:lnTo>
                    <a:pt x="1265263" y="4489174"/>
                  </a:lnTo>
                  <a:lnTo>
                    <a:pt x="1265356" y="4489174"/>
                  </a:lnTo>
                  <a:lnTo>
                    <a:pt x="1265450" y="4489174"/>
                  </a:lnTo>
                  <a:lnTo>
                    <a:pt x="1265543" y="4489174"/>
                  </a:lnTo>
                  <a:lnTo>
                    <a:pt x="1265636" y="4489174"/>
                  </a:lnTo>
                  <a:lnTo>
                    <a:pt x="1265729" y="4489174"/>
                  </a:lnTo>
                  <a:lnTo>
                    <a:pt x="1265823" y="4489174"/>
                  </a:lnTo>
                  <a:lnTo>
                    <a:pt x="1265916" y="4489174"/>
                  </a:lnTo>
                  <a:lnTo>
                    <a:pt x="1266009" y="4489174"/>
                  </a:lnTo>
                  <a:lnTo>
                    <a:pt x="1266102" y="4489174"/>
                  </a:lnTo>
                  <a:lnTo>
                    <a:pt x="1266196" y="4489174"/>
                  </a:lnTo>
                  <a:lnTo>
                    <a:pt x="1266289" y="4489174"/>
                  </a:lnTo>
                  <a:lnTo>
                    <a:pt x="1266382" y="4489174"/>
                  </a:lnTo>
                  <a:lnTo>
                    <a:pt x="1266475" y="4489174"/>
                  </a:lnTo>
                  <a:lnTo>
                    <a:pt x="1266569" y="4489174"/>
                  </a:lnTo>
                  <a:lnTo>
                    <a:pt x="1266662" y="4489174"/>
                  </a:lnTo>
                  <a:lnTo>
                    <a:pt x="1266755" y="4489174"/>
                  </a:lnTo>
                  <a:lnTo>
                    <a:pt x="1266848" y="4489174"/>
                  </a:lnTo>
                  <a:lnTo>
                    <a:pt x="1266942" y="4489174"/>
                  </a:lnTo>
                  <a:lnTo>
                    <a:pt x="1267035" y="4489174"/>
                  </a:lnTo>
                  <a:lnTo>
                    <a:pt x="1267128" y="4489174"/>
                  </a:lnTo>
                  <a:lnTo>
                    <a:pt x="1267221" y="4489174"/>
                  </a:lnTo>
                  <a:lnTo>
                    <a:pt x="1267315" y="4489174"/>
                  </a:lnTo>
                  <a:lnTo>
                    <a:pt x="1267408" y="4489174"/>
                  </a:lnTo>
                  <a:lnTo>
                    <a:pt x="1267501" y="4489174"/>
                  </a:lnTo>
                  <a:lnTo>
                    <a:pt x="1267594" y="4489174"/>
                  </a:lnTo>
                  <a:lnTo>
                    <a:pt x="1267688" y="4489174"/>
                  </a:lnTo>
                  <a:lnTo>
                    <a:pt x="1267781" y="4489174"/>
                  </a:lnTo>
                  <a:lnTo>
                    <a:pt x="1267874" y="4489174"/>
                  </a:lnTo>
                  <a:lnTo>
                    <a:pt x="1267967" y="4489174"/>
                  </a:lnTo>
                  <a:lnTo>
                    <a:pt x="1268061" y="4489174"/>
                  </a:lnTo>
                  <a:lnTo>
                    <a:pt x="1268154" y="4489174"/>
                  </a:lnTo>
                  <a:lnTo>
                    <a:pt x="1268247" y="4489174"/>
                  </a:lnTo>
                  <a:lnTo>
                    <a:pt x="1268340" y="4489174"/>
                  </a:lnTo>
                  <a:lnTo>
                    <a:pt x="1268434" y="4489174"/>
                  </a:lnTo>
                  <a:lnTo>
                    <a:pt x="1268527" y="4489174"/>
                  </a:lnTo>
                  <a:lnTo>
                    <a:pt x="1268620" y="4489174"/>
                  </a:lnTo>
                  <a:lnTo>
                    <a:pt x="1268713" y="4489174"/>
                  </a:lnTo>
                  <a:lnTo>
                    <a:pt x="1268807" y="4489174"/>
                  </a:lnTo>
                  <a:lnTo>
                    <a:pt x="1268900" y="4489174"/>
                  </a:lnTo>
                  <a:lnTo>
                    <a:pt x="1268993" y="4489174"/>
                  </a:lnTo>
                  <a:lnTo>
                    <a:pt x="1269086" y="4489174"/>
                  </a:lnTo>
                  <a:lnTo>
                    <a:pt x="1269180" y="4489174"/>
                  </a:lnTo>
                  <a:lnTo>
                    <a:pt x="1269273" y="4489174"/>
                  </a:lnTo>
                  <a:lnTo>
                    <a:pt x="1269366" y="4489174"/>
                  </a:lnTo>
                  <a:lnTo>
                    <a:pt x="1269459" y="4489174"/>
                  </a:lnTo>
                  <a:lnTo>
                    <a:pt x="1269553" y="4489174"/>
                  </a:lnTo>
                  <a:lnTo>
                    <a:pt x="1269646" y="4489174"/>
                  </a:lnTo>
                  <a:lnTo>
                    <a:pt x="1269739" y="4489174"/>
                  </a:lnTo>
                  <a:lnTo>
                    <a:pt x="1269832" y="4489174"/>
                  </a:lnTo>
                  <a:lnTo>
                    <a:pt x="1269925" y="4489174"/>
                  </a:lnTo>
                  <a:lnTo>
                    <a:pt x="1270019" y="4489174"/>
                  </a:lnTo>
                  <a:lnTo>
                    <a:pt x="1270112" y="4489174"/>
                  </a:lnTo>
                  <a:lnTo>
                    <a:pt x="1270205" y="4489174"/>
                  </a:lnTo>
                  <a:lnTo>
                    <a:pt x="1270298" y="4489174"/>
                  </a:lnTo>
                  <a:lnTo>
                    <a:pt x="1270392" y="4489174"/>
                  </a:lnTo>
                  <a:lnTo>
                    <a:pt x="1270485" y="4489174"/>
                  </a:lnTo>
                  <a:lnTo>
                    <a:pt x="1270578" y="4489174"/>
                  </a:lnTo>
                  <a:lnTo>
                    <a:pt x="1270671" y="4489174"/>
                  </a:lnTo>
                  <a:lnTo>
                    <a:pt x="1270765" y="4489174"/>
                  </a:lnTo>
                  <a:lnTo>
                    <a:pt x="1270858" y="4489174"/>
                  </a:lnTo>
                  <a:lnTo>
                    <a:pt x="1270951" y="4489174"/>
                  </a:lnTo>
                  <a:lnTo>
                    <a:pt x="1271044" y="4489174"/>
                  </a:lnTo>
                  <a:lnTo>
                    <a:pt x="1271138" y="4489174"/>
                  </a:lnTo>
                  <a:lnTo>
                    <a:pt x="1271231" y="4489174"/>
                  </a:lnTo>
                  <a:lnTo>
                    <a:pt x="1271324" y="4489174"/>
                  </a:lnTo>
                  <a:lnTo>
                    <a:pt x="1271417" y="4489174"/>
                  </a:lnTo>
                  <a:lnTo>
                    <a:pt x="1271511" y="4489174"/>
                  </a:lnTo>
                  <a:lnTo>
                    <a:pt x="1271604" y="4489174"/>
                  </a:lnTo>
                  <a:lnTo>
                    <a:pt x="1271697" y="4489174"/>
                  </a:lnTo>
                  <a:lnTo>
                    <a:pt x="1271790" y="4489174"/>
                  </a:lnTo>
                  <a:lnTo>
                    <a:pt x="1271884" y="4489174"/>
                  </a:lnTo>
                  <a:lnTo>
                    <a:pt x="1271977" y="4489174"/>
                  </a:lnTo>
                  <a:lnTo>
                    <a:pt x="1272070" y="4489174"/>
                  </a:lnTo>
                  <a:lnTo>
                    <a:pt x="1272163" y="4489174"/>
                  </a:lnTo>
                  <a:lnTo>
                    <a:pt x="1272257" y="4489174"/>
                  </a:lnTo>
                  <a:lnTo>
                    <a:pt x="1272350" y="4489174"/>
                  </a:lnTo>
                  <a:lnTo>
                    <a:pt x="1272443" y="4489174"/>
                  </a:lnTo>
                  <a:lnTo>
                    <a:pt x="1272536" y="4489174"/>
                  </a:lnTo>
                  <a:lnTo>
                    <a:pt x="1272630" y="4489174"/>
                  </a:lnTo>
                  <a:lnTo>
                    <a:pt x="1272723" y="4489174"/>
                  </a:lnTo>
                  <a:lnTo>
                    <a:pt x="1272816" y="4489174"/>
                  </a:lnTo>
                  <a:lnTo>
                    <a:pt x="1272909" y="4489174"/>
                  </a:lnTo>
                  <a:lnTo>
                    <a:pt x="1273003" y="4489174"/>
                  </a:lnTo>
                  <a:lnTo>
                    <a:pt x="1273096" y="4489174"/>
                  </a:lnTo>
                  <a:lnTo>
                    <a:pt x="1273189" y="4489174"/>
                  </a:lnTo>
                  <a:lnTo>
                    <a:pt x="1273282" y="4489174"/>
                  </a:lnTo>
                  <a:lnTo>
                    <a:pt x="1273376" y="4489174"/>
                  </a:lnTo>
                  <a:lnTo>
                    <a:pt x="1273469" y="4489174"/>
                  </a:lnTo>
                  <a:lnTo>
                    <a:pt x="1273562" y="4489174"/>
                  </a:lnTo>
                  <a:lnTo>
                    <a:pt x="1273655" y="4489174"/>
                  </a:lnTo>
                  <a:lnTo>
                    <a:pt x="1273749" y="4489174"/>
                  </a:lnTo>
                  <a:lnTo>
                    <a:pt x="1273842" y="4489174"/>
                  </a:lnTo>
                  <a:lnTo>
                    <a:pt x="1273935" y="4489174"/>
                  </a:lnTo>
                  <a:lnTo>
                    <a:pt x="1274028" y="4489174"/>
                  </a:lnTo>
                  <a:lnTo>
                    <a:pt x="1274122" y="4489174"/>
                  </a:lnTo>
                  <a:lnTo>
                    <a:pt x="1274215" y="4489174"/>
                  </a:lnTo>
                  <a:lnTo>
                    <a:pt x="1274308" y="4489174"/>
                  </a:lnTo>
                  <a:lnTo>
                    <a:pt x="1274401" y="4489174"/>
                  </a:lnTo>
                  <a:lnTo>
                    <a:pt x="1274495" y="4489174"/>
                  </a:lnTo>
                  <a:lnTo>
                    <a:pt x="1274588" y="4489174"/>
                  </a:lnTo>
                  <a:lnTo>
                    <a:pt x="1274681" y="4489174"/>
                  </a:lnTo>
                  <a:lnTo>
                    <a:pt x="1274774" y="4489174"/>
                  </a:lnTo>
                  <a:lnTo>
                    <a:pt x="1274868" y="4489174"/>
                  </a:lnTo>
                  <a:lnTo>
                    <a:pt x="1274961" y="4489174"/>
                  </a:lnTo>
                  <a:lnTo>
                    <a:pt x="1275054" y="4489174"/>
                  </a:lnTo>
                  <a:lnTo>
                    <a:pt x="1275147" y="4489174"/>
                  </a:lnTo>
                  <a:lnTo>
                    <a:pt x="1275241" y="4489174"/>
                  </a:lnTo>
                  <a:lnTo>
                    <a:pt x="1275334" y="4489174"/>
                  </a:lnTo>
                  <a:lnTo>
                    <a:pt x="1275427" y="4489174"/>
                  </a:lnTo>
                  <a:lnTo>
                    <a:pt x="1275520" y="4489174"/>
                  </a:lnTo>
                  <a:lnTo>
                    <a:pt x="1275614" y="4489174"/>
                  </a:lnTo>
                  <a:lnTo>
                    <a:pt x="1275707" y="4489174"/>
                  </a:lnTo>
                  <a:lnTo>
                    <a:pt x="1275800" y="4489174"/>
                  </a:lnTo>
                  <a:lnTo>
                    <a:pt x="1275893" y="4489174"/>
                  </a:lnTo>
                  <a:lnTo>
                    <a:pt x="1275987" y="4489174"/>
                  </a:lnTo>
                  <a:lnTo>
                    <a:pt x="1276080" y="4489174"/>
                  </a:lnTo>
                  <a:lnTo>
                    <a:pt x="1276173" y="4489174"/>
                  </a:lnTo>
                  <a:lnTo>
                    <a:pt x="1276266" y="4489174"/>
                  </a:lnTo>
                  <a:lnTo>
                    <a:pt x="1276360" y="4489174"/>
                  </a:lnTo>
                  <a:lnTo>
                    <a:pt x="1276453" y="4489174"/>
                  </a:lnTo>
                  <a:lnTo>
                    <a:pt x="1276546" y="4489174"/>
                  </a:lnTo>
                  <a:lnTo>
                    <a:pt x="1276639" y="4489174"/>
                  </a:lnTo>
                  <a:lnTo>
                    <a:pt x="1276732" y="4489174"/>
                  </a:lnTo>
                  <a:lnTo>
                    <a:pt x="1276826" y="4489174"/>
                  </a:lnTo>
                  <a:lnTo>
                    <a:pt x="1276919" y="4489174"/>
                  </a:lnTo>
                  <a:lnTo>
                    <a:pt x="1277012" y="4489174"/>
                  </a:lnTo>
                  <a:lnTo>
                    <a:pt x="1277105" y="4489174"/>
                  </a:lnTo>
                  <a:lnTo>
                    <a:pt x="1277199" y="4489174"/>
                  </a:lnTo>
                  <a:lnTo>
                    <a:pt x="1277292" y="4489174"/>
                  </a:lnTo>
                  <a:lnTo>
                    <a:pt x="1277385" y="4489174"/>
                  </a:lnTo>
                  <a:lnTo>
                    <a:pt x="1277478" y="4489174"/>
                  </a:lnTo>
                  <a:lnTo>
                    <a:pt x="1277572" y="4489174"/>
                  </a:lnTo>
                  <a:lnTo>
                    <a:pt x="1277665" y="4489174"/>
                  </a:lnTo>
                  <a:lnTo>
                    <a:pt x="1277758" y="4489174"/>
                  </a:lnTo>
                  <a:lnTo>
                    <a:pt x="1277851" y="4489174"/>
                  </a:lnTo>
                  <a:lnTo>
                    <a:pt x="1277945" y="4489174"/>
                  </a:lnTo>
                  <a:lnTo>
                    <a:pt x="1278038" y="4489174"/>
                  </a:lnTo>
                  <a:lnTo>
                    <a:pt x="1278131" y="4489174"/>
                  </a:lnTo>
                  <a:lnTo>
                    <a:pt x="1278224" y="4489174"/>
                  </a:lnTo>
                  <a:lnTo>
                    <a:pt x="1278318" y="4489174"/>
                  </a:lnTo>
                  <a:lnTo>
                    <a:pt x="1278411" y="4489174"/>
                  </a:lnTo>
                  <a:lnTo>
                    <a:pt x="1278504" y="4489174"/>
                  </a:lnTo>
                  <a:lnTo>
                    <a:pt x="1278597" y="4489174"/>
                  </a:lnTo>
                  <a:lnTo>
                    <a:pt x="1278691" y="4489174"/>
                  </a:lnTo>
                  <a:lnTo>
                    <a:pt x="1278784" y="4489174"/>
                  </a:lnTo>
                  <a:lnTo>
                    <a:pt x="1278877" y="4489174"/>
                  </a:lnTo>
                  <a:lnTo>
                    <a:pt x="1278970" y="4489174"/>
                  </a:lnTo>
                  <a:lnTo>
                    <a:pt x="1279064" y="4489174"/>
                  </a:lnTo>
                  <a:lnTo>
                    <a:pt x="1279157" y="4489174"/>
                  </a:lnTo>
                  <a:lnTo>
                    <a:pt x="1279250" y="4489174"/>
                  </a:lnTo>
                  <a:lnTo>
                    <a:pt x="1279343" y="4489174"/>
                  </a:lnTo>
                  <a:lnTo>
                    <a:pt x="1279437" y="4489174"/>
                  </a:lnTo>
                  <a:lnTo>
                    <a:pt x="1279530" y="4489174"/>
                  </a:lnTo>
                  <a:lnTo>
                    <a:pt x="1279623" y="4489174"/>
                  </a:lnTo>
                  <a:lnTo>
                    <a:pt x="1279716" y="4489174"/>
                  </a:lnTo>
                  <a:lnTo>
                    <a:pt x="1279810" y="4489174"/>
                  </a:lnTo>
                  <a:lnTo>
                    <a:pt x="1279903" y="4489174"/>
                  </a:lnTo>
                  <a:lnTo>
                    <a:pt x="1279996" y="4489174"/>
                  </a:lnTo>
                  <a:lnTo>
                    <a:pt x="1280089" y="4489174"/>
                  </a:lnTo>
                  <a:lnTo>
                    <a:pt x="1280183" y="4489174"/>
                  </a:lnTo>
                  <a:lnTo>
                    <a:pt x="1280276" y="4489174"/>
                  </a:lnTo>
                  <a:lnTo>
                    <a:pt x="1280369" y="4489174"/>
                  </a:lnTo>
                  <a:lnTo>
                    <a:pt x="1280462" y="4489174"/>
                  </a:lnTo>
                  <a:lnTo>
                    <a:pt x="1280556" y="4489174"/>
                  </a:lnTo>
                  <a:lnTo>
                    <a:pt x="1280649" y="4489174"/>
                  </a:lnTo>
                  <a:lnTo>
                    <a:pt x="1280742" y="4489174"/>
                  </a:lnTo>
                  <a:lnTo>
                    <a:pt x="1280835" y="4489174"/>
                  </a:lnTo>
                  <a:lnTo>
                    <a:pt x="1280929" y="4489174"/>
                  </a:lnTo>
                  <a:lnTo>
                    <a:pt x="1281022" y="4489174"/>
                  </a:lnTo>
                  <a:lnTo>
                    <a:pt x="1281115" y="4489174"/>
                  </a:lnTo>
                  <a:lnTo>
                    <a:pt x="1281208" y="4489174"/>
                  </a:lnTo>
                  <a:lnTo>
                    <a:pt x="1281302" y="4489174"/>
                  </a:lnTo>
                  <a:lnTo>
                    <a:pt x="1281395" y="4489174"/>
                  </a:lnTo>
                  <a:lnTo>
                    <a:pt x="1281488" y="4489174"/>
                  </a:lnTo>
                  <a:lnTo>
                    <a:pt x="1281581" y="4489174"/>
                  </a:lnTo>
                  <a:lnTo>
                    <a:pt x="1281675" y="4489174"/>
                  </a:lnTo>
                  <a:lnTo>
                    <a:pt x="1281768" y="4489174"/>
                  </a:lnTo>
                  <a:lnTo>
                    <a:pt x="1281861" y="4489174"/>
                  </a:lnTo>
                  <a:lnTo>
                    <a:pt x="1281954" y="4489174"/>
                  </a:lnTo>
                  <a:lnTo>
                    <a:pt x="1282048" y="4489174"/>
                  </a:lnTo>
                  <a:lnTo>
                    <a:pt x="1282141" y="4489174"/>
                  </a:lnTo>
                  <a:lnTo>
                    <a:pt x="1282234" y="4489174"/>
                  </a:lnTo>
                  <a:lnTo>
                    <a:pt x="1282327" y="4489174"/>
                  </a:lnTo>
                  <a:lnTo>
                    <a:pt x="1282421" y="4489174"/>
                  </a:lnTo>
                  <a:lnTo>
                    <a:pt x="1282514" y="4489174"/>
                  </a:lnTo>
                  <a:lnTo>
                    <a:pt x="1282607" y="4489174"/>
                  </a:lnTo>
                  <a:lnTo>
                    <a:pt x="1282700" y="4489174"/>
                  </a:lnTo>
                  <a:lnTo>
                    <a:pt x="1282794" y="4489174"/>
                  </a:lnTo>
                  <a:lnTo>
                    <a:pt x="1282887" y="4489174"/>
                  </a:lnTo>
                  <a:lnTo>
                    <a:pt x="1282980" y="4489174"/>
                  </a:lnTo>
                  <a:lnTo>
                    <a:pt x="1283073" y="4489174"/>
                  </a:lnTo>
                  <a:lnTo>
                    <a:pt x="1283167" y="4489174"/>
                  </a:lnTo>
                  <a:lnTo>
                    <a:pt x="1283260" y="4489174"/>
                  </a:lnTo>
                  <a:lnTo>
                    <a:pt x="1283353" y="4489174"/>
                  </a:lnTo>
                  <a:lnTo>
                    <a:pt x="1283446" y="4489174"/>
                  </a:lnTo>
                  <a:lnTo>
                    <a:pt x="1283539" y="4489174"/>
                  </a:lnTo>
                  <a:lnTo>
                    <a:pt x="1283633" y="4489174"/>
                  </a:lnTo>
                  <a:lnTo>
                    <a:pt x="1283726" y="4489174"/>
                  </a:lnTo>
                  <a:lnTo>
                    <a:pt x="1283819" y="4489174"/>
                  </a:lnTo>
                  <a:lnTo>
                    <a:pt x="1283912" y="4489174"/>
                  </a:lnTo>
                  <a:lnTo>
                    <a:pt x="1284006" y="4489174"/>
                  </a:lnTo>
                  <a:lnTo>
                    <a:pt x="1284099" y="4489174"/>
                  </a:lnTo>
                  <a:lnTo>
                    <a:pt x="1284192" y="4489174"/>
                  </a:lnTo>
                  <a:lnTo>
                    <a:pt x="1284285" y="4489174"/>
                  </a:lnTo>
                  <a:lnTo>
                    <a:pt x="1284379" y="4489174"/>
                  </a:lnTo>
                  <a:lnTo>
                    <a:pt x="1284472" y="4489174"/>
                  </a:lnTo>
                  <a:lnTo>
                    <a:pt x="1284565" y="4489174"/>
                  </a:lnTo>
                  <a:lnTo>
                    <a:pt x="1284658" y="4489174"/>
                  </a:lnTo>
                  <a:lnTo>
                    <a:pt x="1284752" y="4489174"/>
                  </a:lnTo>
                  <a:lnTo>
                    <a:pt x="1284845" y="4489174"/>
                  </a:lnTo>
                  <a:lnTo>
                    <a:pt x="1284938" y="4489174"/>
                  </a:lnTo>
                  <a:lnTo>
                    <a:pt x="1285031" y="4489174"/>
                  </a:lnTo>
                  <a:lnTo>
                    <a:pt x="1285125" y="4489174"/>
                  </a:lnTo>
                  <a:lnTo>
                    <a:pt x="1285218" y="4489174"/>
                  </a:lnTo>
                  <a:lnTo>
                    <a:pt x="1285311" y="4489174"/>
                  </a:lnTo>
                  <a:lnTo>
                    <a:pt x="1285404" y="4489174"/>
                  </a:lnTo>
                  <a:lnTo>
                    <a:pt x="1285498" y="4489174"/>
                  </a:lnTo>
                  <a:lnTo>
                    <a:pt x="1285591" y="4489174"/>
                  </a:lnTo>
                  <a:lnTo>
                    <a:pt x="1285684" y="4489174"/>
                  </a:lnTo>
                  <a:lnTo>
                    <a:pt x="1285777" y="4489174"/>
                  </a:lnTo>
                  <a:lnTo>
                    <a:pt x="1285871" y="4489174"/>
                  </a:lnTo>
                  <a:lnTo>
                    <a:pt x="1285964" y="4489174"/>
                  </a:lnTo>
                  <a:lnTo>
                    <a:pt x="1286057" y="4489174"/>
                  </a:lnTo>
                  <a:lnTo>
                    <a:pt x="1286150" y="4489174"/>
                  </a:lnTo>
                  <a:lnTo>
                    <a:pt x="1286244" y="4489174"/>
                  </a:lnTo>
                  <a:lnTo>
                    <a:pt x="1286337" y="4489174"/>
                  </a:lnTo>
                  <a:lnTo>
                    <a:pt x="1286430" y="4489174"/>
                  </a:lnTo>
                  <a:lnTo>
                    <a:pt x="1286523" y="4489174"/>
                  </a:lnTo>
                  <a:lnTo>
                    <a:pt x="1286617" y="4489174"/>
                  </a:lnTo>
                  <a:lnTo>
                    <a:pt x="1286710" y="4489174"/>
                  </a:lnTo>
                  <a:lnTo>
                    <a:pt x="1286803" y="4489174"/>
                  </a:lnTo>
                  <a:lnTo>
                    <a:pt x="1286896" y="4489174"/>
                  </a:lnTo>
                  <a:lnTo>
                    <a:pt x="1286990" y="4489174"/>
                  </a:lnTo>
                  <a:lnTo>
                    <a:pt x="1287083" y="4489174"/>
                  </a:lnTo>
                  <a:lnTo>
                    <a:pt x="1287176" y="4489174"/>
                  </a:lnTo>
                  <a:lnTo>
                    <a:pt x="1287269" y="4489174"/>
                  </a:lnTo>
                  <a:lnTo>
                    <a:pt x="1287363" y="4489174"/>
                  </a:lnTo>
                  <a:lnTo>
                    <a:pt x="1287456" y="4489174"/>
                  </a:lnTo>
                  <a:lnTo>
                    <a:pt x="1287549" y="4489174"/>
                  </a:lnTo>
                  <a:lnTo>
                    <a:pt x="1287642" y="4489174"/>
                  </a:lnTo>
                  <a:lnTo>
                    <a:pt x="1287736" y="4489174"/>
                  </a:lnTo>
                  <a:lnTo>
                    <a:pt x="1287829" y="4489174"/>
                  </a:lnTo>
                  <a:lnTo>
                    <a:pt x="1287922" y="4489174"/>
                  </a:lnTo>
                  <a:lnTo>
                    <a:pt x="1288015" y="4489174"/>
                  </a:lnTo>
                  <a:lnTo>
                    <a:pt x="1288109" y="4489174"/>
                  </a:lnTo>
                  <a:lnTo>
                    <a:pt x="1288202" y="4489174"/>
                  </a:lnTo>
                  <a:lnTo>
                    <a:pt x="1288295" y="4489174"/>
                  </a:lnTo>
                  <a:lnTo>
                    <a:pt x="1288388" y="4489174"/>
                  </a:lnTo>
                  <a:lnTo>
                    <a:pt x="1288482" y="4489174"/>
                  </a:lnTo>
                  <a:lnTo>
                    <a:pt x="1288575" y="4489174"/>
                  </a:lnTo>
                  <a:lnTo>
                    <a:pt x="1288668" y="4489174"/>
                  </a:lnTo>
                  <a:lnTo>
                    <a:pt x="1288761" y="4489174"/>
                  </a:lnTo>
                  <a:lnTo>
                    <a:pt x="1288855" y="4489174"/>
                  </a:lnTo>
                  <a:lnTo>
                    <a:pt x="1288948" y="4489174"/>
                  </a:lnTo>
                  <a:lnTo>
                    <a:pt x="1289041" y="4489174"/>
                  </a:lnTo>
                  <a:lnTo>
                    <a:pt x="1289134" y="4489174"/>
                  </a:lnTo>
                  <a:lnTo>
                    <a:pt x="1289228" y="4489174"/>
                  </a:lnTo>
                  <a:lnTo>
                    <a:pt x="1289321" y="4489174"/>
                  </a:lnTo>
                  <a:lnTo>
                    <a:pt x="1289414" y="4489174"/>
                  </a:lnTo>
                  <a:lnTo>
                    <a:pt x="1289507" y="4489174"/>
                  </a:lnTo>
                  <a:lnTo>
                    <a:pt x="1289601" y="4489174"/>
                  </a:lnTo>
                  <a:lnTo>
                    <a:pt x="1289694" y="4489174"/>
                  </a:lnTo>
                  <a:lnTo>
                    <a:pt x="1289787" y="4489174"/>
                  </a:lnTo>
                  <a:lnTo>
                    <a:pt x="1289880" y="4489174"/>
                  </a:lnTo>
                  <a:lnTo>
                    <a:pt x="1289974" y="4489174"/>
                  </a:lnTo>
                  <a:lnTo>
                    <a:pt x="1290067" y="4489174"/>
                  </a:lnTo>
                  <a:lnTo>
                    <a:pt x="1290160" y="4489174"/>
                  </a:lnTo>
                  <a:lnTo>
                    <a:pt x="1290253" y="4489174"/>
                  </a:lnTo>
                  <a:lnTo>
                    <a:pt x="1290347" y="4489174"/>
                  </a:lnTo>
                  <a:lnTo>
                    <a:pt x="1290440" y="4489174"/>
                  </a:lnTo>
                  <a:lnTo>
                    <a:pt x="1290533" y="4489174"/>
                  </a:lnTo>
                  <a:lnTo>
                    <a:pt x="1290626" y="4489174"/>
                  </a:lnTo>
                  <a:lnTo>
                    <a:pt x="1290719" y="4489174"/>
                  </a:lnTo>
                  <a:lnTo>
                    <a:pt x="1290813" y="4489174"/>
                  </a:lnTo>
                  <a:lnTo>
                    <a:pt x="1290906" y="4489174"/>
                  </a:lnTo>
                  <a:lnTo>
                    <a:pt x="1290999" y="4489174"/>
                  </a:lnTo>
                  <a:lnTo>
                    <a:pt x="1291092" y="4489174"/>
                  </a:lnTo>
                  <a:lnTo>
                    <a:pt x="1291186" y="4489174"/>
                  </a:lnTo>
                  <a:lnTo>
                    <a:pt x="1291279" y="4489174"/>
                  </a:lnTo>
                  <a:lnTo>
                    <a:pt x="1291372" y="4489174"/>
                  </a:lnTo>
                  <a:lnTo>
                    <a:pt x="1291465" y="4489174"/>
                  </a:lnTo>
                  <a:lnTo>
                    <a:pt x="1291559" y="4489174"/>
                  </a:lnTo>
                  <a:lnTo>
                    <a:pt x="1291652" y="4489174"/>
                  </a:lnTo>
                  <a:lnTo>
                    <a:pt x="1291745" y="4489174"/>
                  </a:lnTo>
                  <a:lnTo>
                    <a:pt x="1291838" y="4489174"/>
                  </a:lnTo>
                  <a:lnTo>
                    <a:pt x="1291932" y="4489174"/>
                  </a:lnTo>
                  <a:lnTo>
                    <a:pt x="1292025" y="4489174"/>
                  </a:lnTo>
                  <a:lnTo>
                    <a:pt x="1292118" y="4489174"/>
                  </a:lnTo>
                  <a:lnTo>
                    <a:pt x="1292211" y="4489174"/>
                  </a:lnTo>
                  <a:lnTo>
                    <a:pt x="1292305" y="4489174"/>
                  </a:lnTo>
                  <a:lnTo>
                    <a:pt x="1292398" y="4489174"/>
                  </a:lnTo>
                  <a:lnTo>
                    <a:pt x="1292491" y="4489174"/>
                  </a:lnTo>
                  <a:lnTo>
                    <a:pt x="1292584" y="4489174"/>
                  </a:lnTo>
                  <a:lnTo>
                    <a:pt x="1292678" y="4489174"/>
                  </a:lnTo>
                  <a:lnTo>
                    <a:pt x="1292771" y="4489174"/>
                  </a:lnTo>
                  <a:lnTo>
                    <a:pt x="1292864" y="4489174"/>
                  </a:lnTo>
                  <a:lnTo>
                    <a:pt x="1292957" y="4489174"/>
                  </a:lnTo>
                  <a:lnTo>
                    <a:pt x="1293051" y="4489174"/>
                  </a:lnTo>
                  <a:lnTo>
                    <a:pt x="1293144" y="4489174"/>
                  </a:lnTo>
                  <a:lnTo>
                    <a:pt x="1293237" y="4489174"/>
                  </a:lnTo>
                  <a:lnTo>
                    <a:pt x="1293330" y="4489174"/>
                  </a:lnTo>
                  <a:lnTo>
                    <a:pt x="1293424" y="4489174"/>
                  </a:lnTo>
                  <a:lnTo>
                    <a:pt x="1293517" y="4489174"/>
                  </a:lnTo>
                  <a:lnTo>
                    <a:pt x="1293610" y="4489174"/>
                  </a:lnTo>
                  <a:lnTo>
                    <a:pt x="1293703" y="4489174"/>
                  </a:lnTo>
                  <a:lnTo>
                    <a:pt x="1293797" y="4489174"/>
                  </a:lnTo>
                  <a:lnTo>
                    <a:pt x="1293890" y="4489174"/>
                  </a:lnTo>
                  <a:lnTo>
                    <a:pt x="1293983" y="4489174"/>
                  </a:lnTo>
                  <a:lnTo>
                    <a:pt x="1294076" y="4489174"/>
                  </a:lnTo>
                  <a:lnTo>
                    <a:pt x="1294170" y="4489174"/>
                  </a:lnTo>
                  <a:lnTo>
                    <a:pt x="1294263" y="4489174"/>
                  </a:lnTo>
                  <a:lnTo>
                    <a:pt x="1294356" y="4489174"/>
                  </a:lnTo>
                  <a:lnTo>
                    <a:pt x="1294449" y="4489174"/>
                  </a:lnTo>
                  <a:lnTo>
                    <a:pt x="1294543" y="4489174"/>
                  </a:lnTo>
                  <a:lnTo>
                    <a:pt x="1294636" y="4489174"/>
                  </a:lnTo>
                  <a:lnTo>
                    <a:pt x="1294729" y="4489174"/>
                  </a:lnTo>
                  <a:lnTo>
                    <a:pt x="1294822" y="4489174"/>
                  </a:lnTo>
                  <a:lnTo>
                    <a:pt x="1294916" y="4489174"/>
                  </a:lnTo>
                  <a:lnTo>
                    <a:pt x="1295009" y="4489174"/>
                  </a:lnTo>
                  <a:lnTo>
                    <a:pt x="1295102" y="4489174"/>
                  </a:lnTo>
                  <a:lnTo>
                    <a:pt x="1295195" y="4489174"/>
                  </a:lnTo>
                  <a:lnTo>
                    <a:pt x="1295289" y="4489174"/>
                  </a:lnTo>
                  <a:lnTo>
                    <a:pt x="1295382" y="4489174"/>
                  </a:lnTo>
                  <a:lnTo>
                    <a:pt x="1295475" y="4489174"/>
                  </a:lnTo>
                  <a:lnTo>
                    <a:pt x="1295568" y="4489174"/>
                  </a:lnTo>
                  <a:lnTo>
                    <a:pt x="1295662" y="4489174"/>
                  </a:lnTo>
                  <a:lnTo>
                    <a:pt x="1295662" y="4479220"/>
                  </a:lnTo>
                  <a:lnTo>
                    <a:pt x="1295662" y="4469266"/>
                  </a:lnTo>
                  <a:lnTo>
                    <a:pt x="1295755" y="4469266"/>
                  </a:lnTo>
                  <a:lnTo>
                    <a:pt x="1295848" y="4469266"/>
                  </a:lnTo>
                  <a:lnTo>
                    <a:pt x="1295941" y="4469266"/>
                  </a:lnTo>
                  <a:lnTo>
                    <a:pt x="1296035" y="4469266"/>
                  </a:lnTo>
                  <a:lnTo>
                    <a:pt x="1296128" y="4469266"/>
                  </a:lnTo>
                  <a:lnTo>
                    <a:pt x="1296221" y="4469266"/>
                  </a:lnTo>
                  <a:lnTo>
                    <a:pt x="1296314" y="4469266"/>
                  </a:lnTo>
                  <a:lnTo>
                    <a:pt x="1296408" y="4469266"/>
                  </a:lnTo>
                  <a:lnTo>
                    <a:pt x="1296501" y="4469266"/>
                  </a:lnTo>
                  <a:lnTo>
                    <a:pt x="1296594" y="4469266"/>
                  </a:lnTo>
                  <a:lnTo>
                    <a:pt x="1296687" y="4469266"/>
                  </a:lnTo>
                  <a:lnTo>
                    <a:pt x="1296781" y="4469266"/>
                  </a:lnTo>
                  <a:lnTo>
                    <a:pt x="1296874" y="4469266"/>
                  </a:lnTo>
                  <a:lnTo>
                    <a:pt x="1296967" y="4469266"/>
                  </a:lnTo>
                  <a:lnTo>
                    <a:pt x="1297060" y="4469266"/>
                  </a:lnTo>
                  <a:lnTo>
                    <a:pt x="1297154" y="4469266"/>
                  </a:lnTo>
                  <a:lnTo>
                    <a:pt x="1297247" y="4469266"/>
                  </a:lnTo>
                  <a:lnTo>
                    <a:pt x="1297340" y="4469266"/>
                  </a:lnTo>
                  <a:lnTo>
                    <a:pt x="1297433" y="4469266"/>
                  </a:lnTo>
                  <a:lnTo>
                    <a:pt x="1297526" y="4469266"/>
                  </a:lnTo>
                  <a:lnTo>
                    <a:pt x="1297620" y="4469266"/>
                  </a:lnTo>
                  <a:lnTo>
                    <a:pt x="1297713" y="4469266"/>
                  </a:lnTo>
                  <a:lnTo>
                    <a:pt x="1297806" y="4469266"/>
                  </a:lnTo>
                  <a:lnTo>
                    <a:pt x="1297899" y="4469266"/>
                  </a:lnTo>
                  <a:lnTo>
                    <a:pt x="1297993" y="4469266"/>
                  </a:lnTo>
                  <a:lnTo>
                    <a:pt x="1298086" y="4469266"/>
                  </a:lnTo>
                  <a:lnTo>
                    <a:pt x="1298179" y="4469266"/>
                  </a:lnTo>
                  <a:lnTo>
                    <a:pt x="1298272" y="4469266"/>
                  </a:lnTo>
                  <a:lnTo>
                    <a:pt x="1298366" y="4469266"/>
                  </a:lnTo>
                  <a:lnTo>
                    <a:pt x="1298366" y="4459312"/>
                  </a:lnTo>
                  <a:lnTo>
                    <a:pt x="1298459" y="4459312"/>
                  </a:lnTo>
                  <a:lnTo>
                    <a:pt x="1298552" y="4459312"/>
                  </a:lnTo>
                  <a:lnTo>
                    <a:pt x="1298645" y="4459312"/>
                  </a:lnTo>
                  <a:lnTo>
                    <a:pt x="1298739" y="4459312"/>
                  </a:lnTo>
                  <a:lnTo>
                    <a:pt x="1298832" y="4459312"/>
                  </a:lnTo>
                  <a:lnTo>
                    <a:pt x="1298925" y="4459312"/>
                  </a:lnTo>
                  <a:lnTo>
                    <a:pt x="1299018" y="4459312"/>
                  </a:lnTo>
                  <a:lnTo>
                    <a:pt x="1299112" y="4459312"/>
                  </a:lnTo>
                  <a:lnTo>
                    <a:pt x="1299205" y="4459312"/>
                  </a:lnTo>
                  <a:lnTo>
                    <a:pt x="1299298" y="4459312"/>
                  </a:lnTo>
                  <a:lnTo>
                    <a:pt x="1299391" y="4459312"/>
                  </a:lnTo>
                  <a:lnTo>
                    <a:pt x="1299485" y="4459312"/>
                  </a:lnTo>
                  <a:lnTo>
                    <a:pt x="1299578" y="4459312"/>
                  </a:lnTo>
                  <a:lnTo>
                    <a:pt x="1299671" y="4459312"/>
                  </a:lnTo>
                  <a:lnTo>
                    <a:pt x="1299764" y="4459312"/>
                  </a:lnTo>
                  <a:lnTo>
                    <a:pt x="1299858" y="4459312"/>
                  </a:lnTo>
                  <a:lnTo>
                    <a:pt x="1299951" y="4459312"/>
                  </a:lnTo>
                  <a:lnTo>
                    <a:pt x="1300044" y="4459312"/>
                  </a:lnTo>
                  <a:lnTo>
                    <a:pt x="1300137" y="4459312"/>
                  </a:lnTo>
                  <a:lnTo>
                    <a:pt x="1300231" y="4459312"/>
                  </a:lnTo>
                  <a:lnTo>
                    <a:pt x="1300324" y="4459312"/>
                  </a:lnTo>
                  <a:lnTo>
                    <a:pt x="1300417" y="4459312"/>
                  </a:lnTo>
                  <a:lnTo>
                    <a:pt x="1300510" y="4459312"/>
                  </a:lnTo>
                  <a:lnTo>
                    <a:pt x="1300604" y="4459312"/>
                  </a:lnTo>
                  <a:lnTo>
                    <a:pt x="1300697" y="4459312"/>
                  </a:lnTo>
                  <a:lnTo>
                    <a:pt x="1300790" y="4459312"/>
                  </a:lnTo>
                  <a:lnTo>
                    <a:pt x="1300883" y="4459312"/>
                  </a:lnTo>
                  <a:lnTo>
                    <a:pt x="1300977" y="4459312"/>
                  </a:lnTo>
                  <a:lnTo>
                    <a:pt x="1301070" y="4459312"/>
                  </a:lnTo>
                  <a:lnTo>
                    <a:pt x="1301163" y="4459312"/>
                  </a:lnTo>
                  <a:lnTo>
                    <a:pt x="1301256" y="4459312"/>
                  </a:lnTo>
                  <a:lnTo>
                    <a:pt x="1301350" y="4459312"/>
                  </a:lnTo>
                  <a:lnTo>
                    <a:pt x="1301443" y="4459312"/>
                  </a:lnTo>
                  <a:lnTo>
                    <a:pt x="1301536" y="4459312"/>
                  </a:lnTo>
                  <a:lnTo>
                    <a:pt x="1301629" y="4459312"/>
                  </a:lnTo>
                  <a:lnTo>
                    <a:pt x="1301723" y="4459312"/>
                  </a:lnTo>
                  <a:lnTo>
                    <a:pt x="1301816" y="4459312"/>
                  </a:lnTo>
                  <a:lnTo>
                    <a:pt x="1301909" y="4459312"/>
                  </a:lnTo>
                  <a:lnTo>
                    <a:pt x="1302002" y="4459312"/>
                  </a:lnTo>
                  <a:lnTo>
                    <a:pt x="1302096" y="4459312"/>
                  </a:lnTo>
                  <a:lnTo>
                    <a:pt x="1302189" y="4459312"/>
                  </a:lnTo>
                  <a:lnTo>
                    <a:pt x="1302282" y="4459312"/>
                  </a:lnTo>
                  <a:lnTo>
                    <a:pt x="1302375" y="4459312"/>
                  </a:lnTo>
                  <a:lnTo>
                    <a:pt x="1302469" y="4459312"/>
                  </a:lnTo>
                  <a:lnTo>
                    <a:pt x="1302562" y="4459312"/>
                  </a:lnTo>
                  <a:lnTo>
                    <a:pt x="1302655" y="4459312"/>
                  </a:lnTo>
                  <a:lnTo>
                    <a:pt x="1302748" y="4459312"/>
                  </a:lnTo>
                  <a:lnTo>
                    <a:pt x="1302842" y="4459312"/>
                  </a:lnTo>
                  <a:lnTo>
                    <a:pt x="1302935" y="4459312"/>
                  </a:lnTo>
                  <a:lnTo>
                    <a:pt x="1303028" y="4459312"/>
                  </a:lnTo>
                  <a:lnTo>
                    <a:pt x="1303121" y="4459312"/>
                  </a:lnTo>
                  <a:lnTo>
                    <a:pt x="1303215" y="4459312"/>
                  </a:lnTo>
                  <a:lnTo>
                    <a:pt x="1303308" y="4459312"/>
                  </a:lnTo>
                  <a:lnTo>
                    <a:pt x="1303401" y="4459312"/>
                  </a:lnTo>
                  <a:lnTo>
                    <a:pt x="1303494" y="4459312"/>
                  </a:lnTo>
                  <a:lnTo>
                    <a:pt x="1303588" y="4459312"/>
                  </a:lnTo>
                  <a:lnTo>
                    <a:pt x="1303681" y="4459312"/>
                  </a:lnTo>
                  <a:lnTo>
                    <a:pt x="1303774" y="4459312"/>
                  </a:lnTo>
                  <a:lnTo>
                    <a:pt x="1303867" y="4459312"/>
                  </a:lnTo>
                  <a:lnTo>
                    <a:pt x="1303961" y="4459312"/>
                  </a:lnTo>
                  <a:lnTo>
                    <a:pt x="1304054" y="4459312"/>
                  </a:lnTo>
                  <a:lnTo>
                    <a:pt x="1304147" y="4459312"/>
                  </a:lnTo>
                  <a:lnTo>
                    <a:pt x="1304240" y="4459312"/>
                  </a:lnTo>
                  <a:lnTo>
                    <a:pt x="1304333" y="4459312"/>
                  </a:lnTo>
                  <a:lnTo>
                    <a:pt x="1304427" y="4459312"/>
                  </a:lnTo>
                  <a:lnTo>
                    <a:pt x="1304520" y="4459312"/>
                  </a:lnTo>
                  <a:lnTo>
                    <a:pt x="1304613" y="4459312"/>
                  </a:lnTo>
                  <a:lnTo>
                    <a:pt x="1304706" y="4459312"/>
                  </a:lnTo>
                  <a:lnTo>
                    <a:pt x="1304800" y="4459312"/>
                  </a:lnTo>
                  <a:lnTo>
                    <a:pt x="1304893" y="4459312"/>
                  </a:lnTo>
                  <a:lnTo>
                    <a:pt x="1304986" y="4459312"/>
                  </a:lnTo>
                  <a:lnTo>
                    <a:pt x="1305079" y="4459312"/>
                  </a:lnTo>
                  <a:lnTo>
                    <a:pt x="1305173" y="4459312"/>
                  </a:lnTo>
                  <a:lnTo>
                    <a:pt x="1305266" y="4459312"/>
                  </a:lnTo>
                  <a:lnTo>
                    <a:pt x="1305359" y="4459312"/>
                  </a:lnTo>
                  <a:lnTo>
                    <a:pt x="1305452" y="4459312"/>
                  </a:lnTo>
                  <a:lnTo>
                    <a:pt x="1305546" y="4459312"/>
                  </a:lnTo>
                  <a:lnTo>
                    <a:pt x="1305639" y="4459312"/>
                  </a:lnTo>
                  <a:lnTo>
                    <a:pt x="1305732" y="4459312"/>
                  </a:lnTo>
                  <a:lnTo>
                    <a:pt x="1305825" y="4459312"/>
                  </a:lnTo>
                  <a:lnTo>
                    <a:pt x="1305919" y="4459312"/>
                  </a:lnTo>
                  <a:lnTo>
                    <a:pt x="1306012" y="4459312"/>
                  </a:lnTo>
                  <a:lnTo>
                    <a:pt x="1306105" y="4459312"/>
                  </a:lnTo>
                  <a:lnTo>
                    <a:pt x="1306198" y="4459312"/>
                  </a:lnTo>
                  <a:lnTo>
                    <a:pt x="1306292" y="4459312"/>
                  </a:lnTo>
                  <a:lnTo>
                    <a:pt x="1306385" y="4459312"/>
                  </a:lnTo>
                  <a:lnTo>
                    <a:pt x="1306478" y="4459312"/>
                  </a:lnTo>
                  <a:lnTo>
                    <a:pt x="1306571" y="4459312"/>
                  </a:lnTo>
                  <a:lnTo>
                    <a:pt x="1306665" y="4459312"/>
                  </a:lnTo>
                  <a:lnTo>
                    <a:pt x="1306758" y="4459312"/>
                  </a:lnTo>
                  <a:lnTo>
                    <a:pt x="1306851" y="4459312"/>
                  </a:lnTo>
                  <a:lnTo>
                    <a:pt x="1306944" y="4459312"/>
                  </a:lnTo>
                  <a:lnTo>
                    <a:pt x="1307038" y="4459312"/>
                  </a:lnTo>
                  <a:lnTo>
                    <a:pt x="1307131" y="4459312"/>
                  </a:lnTo>
                  <a:lnTo>
                    <a:pt x="1307224" y="4459312"/>
                  </a:lnTo>
                  <a:lnTo>
                    <a:pt x="1307317" y="4459312"/>
                  </a:lnTo>
                  <a:lnTo>
                    <a:pt x="1307411" y="4459312"/>
                  </a:lnTo>
                  <a:lnTo>
                    <a:pt x="1307504" y="4459312"/>
                  </a:lnTo>
                  <a:lnTo>
                    <a:pt x="1307597" y="4459312"/>
                  </a:lnTo>
                  <a:lnTo>
                    <a:pt x="1307690" y="4459312"/>
                  </a:lnTo>
                  <a:lnTo>
                    <a:pt x="1307784" y="4459312"/>
                  </a:lnTo>
                  <a:lnTo>
                    <a:pt x="1307877" y="4459312"/>
                  </a:lnTo>
                  <a:lnTo>
                    <a:pt x="1307970" y="4459312"/>
                  </a:lnTo>
                  <a:lnTo>
                    <a:pt x="1308063" y="4459312"/>
                  </a:lnTo>
                  <a:lnTo>
                    <a:pt x="1308157" y="4459312"/>
                  </a:lnTo>
                  <a:lnTo>
                    <a:pt x="1308250" y="4459312"/>
                  </a:lnTo>
                  <a:lnTo>
                    <a:pt x="1308343" y="4459312"/>
                  </a:lnTo>
                  <a:lnTo>
                    <a:pt x="1308436" y="4459312"/>
                  </a:lnTo>
                  <a:lnTo>
                    <a:pt x="1308530" y="4459312"/>
                  </a:lnTo>
                  <a:lnTo>
                    <a:pt x="1308623" y="4459312"/>
                  </a:lnTo>
                  <a:lnTo>
                    <a:pt x="1308716" y="4459312"/>
                  </a:lnTo>
                  <a:lnTo>
                    <a:pt x="1308809" y="4459312"/>
                  </a:lnTo>
                  <a:lnTo>
                    <a:pt x="1308903" y="4459312"/>
                  </a:lnTo>
                  <a:lnTo>
                    <a:pt x="1308996" y="4459312"/>
                  </a:lnTo>
                  <a:lnTo>
                    <a:pt x="1309089" y="4459312"/>
                  </a:lnTo>
                  <a:lnTo>
                    <a:pt x="1309182" y="4459312"/>
                  </a:lnTo>
                  <a:lnTo>
                    <a:pt x="1309276" y="4459312"/>
                  </a:lnTo>
                  <a:lnTo>
                    <a:pt x="1309369" y="4459312"/>
                  </a:lnTo>
                  <a:lnTo>
                    <a:pt x="1309462" y="4459312"/>
                  </a:lnTo>
                  <a:lnTo>
                    <a:pt x="1309555" y="4459312"/>
                  </a:lnTo>
                  <a:lnTo>
                    <a:pt x="1309649" y="4459312"/>
                  </a:lnTo>
                  <a:lnTo>
                    <a:pt x="1309742" y="4459312"/>
                  </a:lnTo>
                  <a:lnTo>
                    <a:pt x="1309835" y="4459312"/>
                  </a:lnTo>
                  <a:lnTo>
                    <a:pt x="1309928" y="4459312"/>
                  </a:lnTo>
                  <a:lnTo>
                    <a:pt x="1310022" y="4459312"/>
                  </a:lnTo>
                  <a:lnTo>
                    <a:pt x="1310115" y="4459312"/>
                  </a:lnTo>
                  <a:lnTo>
                    <a:pt x="1310208" y="4459312"/>
                  </a:lnTo>
                  <a:lnTo>
                    <a:pt x="1310301" y="4459312"/>
                  </a:lnTo>
                  <a:lnTo>
                    <a:pt x="1310395" y="4459312"/>
                  </a:lnTo>
                  <a:lnTo>
                    <a:pt x="1310488" y="4459312"/>
                  </a:lnTo>
                  <a:lnTo>
                    <a:pt x="1310581" y="4459312"/>
                  </a:lnTo>
                  <a:lnTo>
                    <a:pt x="1310674" y="4459312"/>
                  </a:lnTo>
                  <a:lnTo>
                    <a:pt x="1310674" y="4449358"/>
                  </a:lnTo>
                  <a:lnTo>
                    <a:pt x="1310768" y="4449358"/>
                  </a:lnTo>
                  <a:lnTo>
                    <a:pt x="1310861" y="4449358"/>
                  </a:lnTo>
                  <a:lnTo>
                    <a:pt x="1310954" y="4449358"/>
                  </a:lnTo>
                  <a:lnTo>
                    <a:pt x="1311047" y="4449358"/>
                  </a:lnTo>
                  <a:lnTo>
                    <a:pt x="1311141" y="4449358"/>
                  </a:lnTo>
                  <a:lnTo>
                    <a:pt x="1311234" y="4449358"/>
                  </a:lnTo>
                  <a:lnTo>
                    <a:pt x="1311327" y="4449358"/>
                  </a:lnTo>
                  <a:lnTo>
                    <a:pt x="1311420" y="4449358"/>
                  </a:lnTo>
                  <a:lnTo>
                    <a:pt x="1311513" y="4449358"/>
                  </a:lnTo>
                  <a:lnTo>
                    <a:pt x="1311607" y="4449358"/>
                  </a:lnTo>
                  <a:lnTo>
                    <a:pt x="1311700" y="4449358"/>
                  </a:lnTo>
                  <a:lnTo>
                    <a:pt x="1311793" y="4449358"/>
                  </a:lnTo>
                  <a:lnTo>
                    <a:pt x="1311886" y="4449358"/>
                  </a:lnTo>
                  <a:lnTo>
                    <a:pt x="1311980" y="4449358"/>
                  </a:lnTo>
                  <a:lnTo>
                    <a:pt x="1312073" y="4449358"/>
                  </a:lnTo>
                  <a:lnTo>
                    <a:pt x="1312166" y="4449358"/>
                  </a:lnTo>
                  <a:lnTo>
                    <a:pt x="1312259" y="4449358"/>
                  </a:lnTo>
                  <a:lnTo>
                    <a:pt x="1312353" y="4449358"/>
                  </a:lnTo>
                  <a:lnTo>
                    <a:pt x="1312446" y="4449358"/>
                  </a:lnTo>
                  <a:lnTo>
                    <a:pt x="1312539" y="4449358"/>
                  </a:lnTo>
                  <a:lnTo>
                    <a:pt x="1312632" y="4449358"/>
                  </a:lnTo>
                  <a:lnTo>
                    <a:pt x="1312726" y="4449358"/>
                  </a:lnTo>
                  <a:lnTo>
                    <a:pt x="1312819" y="4449358"/>
                  </a:lnTo>
                  <a:lnTo>
                    <a:pt x="1312912" y="4449358"/>
                  </a:lnTo>
                  <a:lnTo>
                    <a:pt x="1313005" y="4449358"/>
                  </a:lnTo>
                  <a:lnTo>
                    <a:pt x="1313099" y="4449358"/>
                  </a:lnTo>
                  <a:lnTo>
                    <a:pt x="1313192" y="4449358"/>
                  </a:lnTo>
                  <a:lnTo>
                    <a:pt x="1313285" y="4449358"/>
                  </a:lnTo>
                  <a:lnTo>
                    <a:pt x="1313378" y="4449358"/>
                  </a:lnTo>
                  <a:lnTo>
                    <a:pt x="1313472" y="4449358"/>
                  </a:lnTo>
                  <a:lnTo>
                    <a:pt x="1313565" y="4449358"/>
                  </a:lnTo>
                  <a:lnTo>
                    <a:pt x="1313658" y="4449358"/>
                  </a:lnTo>
                  <a:lnTo>
                    <a:pt x="1313751" y="4449358"/>
                  </a:lnTo>
                  <a:lnTo>
                    <a:pt x="1313845" y="4449358"/>
                  </a:lnTo>
                  <a:lnTo>
                    <a:pt x="1313938" y="4449358"/>
                  </a:lnTo>
                  <a:lnTo>
                    <a:pt x="1314031" y="4449358"/>
                  </a:lnTo>
                  <a:lnTo>
                    <a:pt x="1314124" y="4449358"/>
                  </a:lnTo>
                  <a:lnTo>
                    <a:pt x="1314218" y="4449358"/>
                  </a:lnTo>
                  <a:lnTo>
                    <a:pt x="1314311" y="4449358"/>
                  </a:lnTo>
                  <a:lnTo>
                    <a:pt x="1314404" y="4449358"/>
                  </a:lnTo>
                  <a:lnTo>
                    <a:pt x="1314497" y="4449358"/>
                  </a:lnTo>
                  <a:lnTo>
                    <a:pt x="1314591" y="4449358"/>
                  </a:lnTo>
                  <a:lnTo>
                    <a:pt x="1314684" y="4449358"/>
                  </a:lnTo>
                  <a:lnTo>
                    <a:pt x="1314684" y="4439404"/>
                  </a:lnTo>
                  <a:lnTo>
                    <a:pt x="1314777" y="4439404"/>
                  </a:lnTo>
                  <a:lnTo>
                    <a:pt x="1314870" y="4439404"/>
                  </a:lnTo>
                  <a:lnTo>
                    <a:pt x="1314964" y="4439404"/>
                  </a:lnTo>
                  <a:lnTo>
                    <a:pt x="1315057" y="4439404"/>
                  </a:lnTo>
                  <a:lnTo>
                    <a:pt x="1315150" y="4439404"/>
                  </a:lnTo>
                  <a:lnTo>
                    <a:pt x="1315243" y="4439404"/>
                  </a:lnTo>
                  <a:lnTo>
                    <a:pt x="1315337" y="4439404"/>
                  </a:lnTo>
                  <a:lnTo>
                    <a:pt x="1315430" y="4439404"/>
                  </a:lnTo>
                  <a:lnTo>
                    <a:pt x="1315523" y="4439404"/>
                  </a:lnTo>
                  <a:lnTo>
                    <a:pt x="1315616" y="4439404"/>
                  </a:lnTo>
                  <a:lnTo>
                    <a:pt x="1315710" y="4439404"/>
                  </a:lnTo>
                  <a:lnTo>
                    <a:pt x="1315803" y="4439404"/>
                  </a:lnTo>
                  <a:lnTo>
                    <a:pt x="1315896" y="4439404"/>
                  </a:lnTo>
                  <a:lnTo>
                    <a:pt x="1315989" y="4439404"/>
                  </a:lnTo>
                  <a:lnTo>
                    <a:pt x="1316083" y="4439404"/>
                  </a:lnTo>
                  <a:lnTo>
                    <a:pt x="1316176" y="4439404"/>
                  </a:lnTo>
                  <a:lnTo>
                    <a:pt x="1316269" y="4439404"/>
                  </a:lnTo>
                  <a:lnTo>
                    <a:pt x="1316362" y="4439404"/>
                  </a:lnTo>
                  <a:lnTo>
                    <a:pt x="1316456" y="4439404"/>
                  </a:lnTo>
                  <a:lnTo>
                    <a:pt x="1316549" y="4439404"/>
                  </a:lnTo>
                  <a:lnTo>
                    <a:pt x="1316642" y="4439404"/>
                  </a:lnTo>
                  <a:lnTo>
                    <a:pt x="1316735" y="4439404"/>
                  </a:lnTo>
                  <a:lnTo>
                    <a:pt x="1316829" y="4439404"/>
                  </a:lnTo>
                  <a:lnTo>
                    <a:pt x="1316922" y="4439404"/>
                  </a:lnTo>
                  <a:lnTo>
                    <a:pt x="1317015" y="4439404"/>
                  </a:lnTo>
                  <a:lnTo>
                    <a:pt x="1317108" y="4439404"/>
                  </a:lnTo>
                  <a:lnTo>
                    <a:pt x="1317202" y="4439404"/>
                  </a:lnTo>
                  <a:lnTo>
                    <a:pt x="1317295" y="4439404"/>
                  </a:lnTo>
                  <a:lnTo>
                    <a:pt x="1317295" y="4429451"/>
                  </a:lnTo>
                  <a:lnTo>
                    <a:pt x="1317388" y="4429451"/>
                  </a:lnTo>
                  <a:lnTo>
                    <a:pt x="1317481" y="4429451"/>
                  </a:lnTo>
                  <a:lnTo>
                    <a:pt x="1317575" y="4429451"/>
                  </a:lnTo>
                  <a:lnTo>
                    <a:pt x="1317668" y="4429451"/>
                  </a:lnTo>
                  <a:lnTo>
                    <a:pt x="1317761" y="4429451"/>
                  </a:lnTo>
                  <a:lnTo>
                    <a:pt x="1317854" y="4429451"/>
                  </a:lnTo>
                  <a:lnTo>
                    <a:pt x="1317948" y="4429451"/>
                  </a:lnTo>
                  <a:lnTo>
                    <a:pt x="1318041" y="4429451"/>
                  </a:lnTo>
                  <a:lnTo>
                    <a:pt x="1318134" y="4429451"/>
                  </a:lnTo>
                  <a:lnTo>
                    <a:pt x="1318227" y="4429451"/>
                  </a:lnTo>
                  <a:lnTo>
                    <a:pt x="1318320" y="4429451"/>
                  </a:lnTo>
                  <a:lnTo>
                    <a:pt x="1318414" y="4429451"/>
                  </a:lnTo>
                  <a:lnTo>
                    <a:pt x="1318507" y="4429451"/>
                  </a:lnTo>
                  <a:lnTo>
                    <a:pt x="1318600" y="4429451"/>
                  </a:lnTo>
                  <a:lnTo>
                    <a:pt x="1318693" y="4429451"/>
                  </a:lnTo>
                  <a:lnTo>
                    <a:pt x="1318787" y="4429451"/>
                  </a:lnTo>
                  <a:lnTo>
                    <a:pt x="1318880" y="4429451"/>
                  </a:lnTo>
                  <a:lnTo>
                    <a:pt x="1318973" y="4429451"/>
                  </a:lnTo>
                  <a:lnTo>
                    <a:pt x="1319066" y="4429451"/>
                  </a:lnTo>
                  <a:lnTo>
                    <a:pt x="1319160" y="4429451"/>
                  </a:lnTo>
                  <a:lnTo>
                    <a:pt x="1319253" y="4429451"/>
                  </a:lnTo>
                  <a:lnTo>
                    <a:pt x="1319346" y="4429451"/>
                  </a:lnTo>
                  <a:lnTo>
                    <a:pt x="1319439" y="4429451"/>
                  </a:lnTo>
                  <a:lnTo>
                    <a:pt x="1319533" y="4429451"/>
                  </a:lnTo>
                  <a:lnTo>
                    <a:pt x="1319626" y="4429451"/>
                  </a:lnTo>
                  <a:lnTo>
                    <a:pt x="1319719" y="4429451"/>
                  </a:lnTo>
                  <a:lnTo>
                    <a:pt x="1319812" y="4429451"/>
                  </a:lnTo>
                  <a:lnTo>
                    <a:pt x="1319906" y="4429451"/>
                  </a:lnTo>
                  <a:lnTo>
                    <a:pt x="1319999" y="4429451"/>
                  </a:lnTo>
                  <a:lnTo>
                    <a:pt x="1320092" y="4429451"/>
                  </a:lnTo>
                  <a:lnTo>
                    <a:pt x="1320185" y="4429451"/>
                  </a:lnTo>
                  <a:lnTo>
                    <a:pt x="1320279" y="4429451"/>
                  </a:lnTo>
                  <a:lnTo>
                    <a:pt x="1320372" y="4429451"/>
                  </a:lnTo>
                  <a:lnTo>
                    <a:pt x="1320465" y="4429451"/>
                  </a:lnTo>
                  <a:lnTo>
                    <a:pt x="1320558" y="4429451"/>
                  </a:lnTo>
                  <a:lnTo>
                    <a:pt x="1320652" y="4429451"/>
                  </a:lnTo>
                  <a:lnTo>
                    <a:pt x="1320745" y="4429451"/>
                  </a:lnTo>
                  <a:lnTo>
                    <a:pt x="1320838" y="4429451"/>
                  </a:lnTo>
                  <a:lnTo>
                    <a:pt x="1320931" y="4429451"/>
                  </a:lnTo>
                  <a:lnTo>
                    <a:pt x="1321025" y="4429451"/>
                  </a:lnTo>
                  <a:lnTo>
                    <a:pt x="1321118" y="4429451"/>
                  </a:lnTo>
                  <a:lnTo>
                    <a:pt x="1321211" y="4429451"/>
                  </a:lnTo>
                  <a:lnTo>
                    <a:pt x="1321304" y="4429451"/>
                  </a:lnTo>
                  <a:lnTo>
                    <a:pt x="1321398" y="4429451"/>
                  </a:lnTo>
                  <a:lnTo>
                    <a:pt x="1321491" y="4429451"/>
                  </a:lnTo>
                  <a:lnTo>
                    <a:pt x="1321584" y="4429451"/>
                  </a:lnTo>
                  <a:lnTo>
                    <a:pt x="1321677" y="4429451"/>
                  </a:lnTo>
                  <a:lnTo>
                    <a:pt x="1321771" y="4429451"/>
                  </a:lnTo>
                  <a:lnTo>
                    <a:pt x="1321864" y="4429451"/>
                  </a:lnTo>
                  <a:lnTo>
                    <a:pt x="1321957" y="4429451"/>
                  </a:lnTo>
                  <a:lnTo>
                    <a:pt x="1322050" y="4429451"/>
                  </a:lnTo>
                  <a:lnTo>
                    <a:pt x="1322144" y="4429451"/>
                  </a:lnTo>
                  <a:lnTo>
                    <a:pt x="1322237" y="4429451"/>
                  </a:lnTo>
                  <a:lnTo>
                    <a:pt x="1322330" y="4429451"/>
                  </a:lnTo>
                  <a:lnTo>
                    <a:pt x="1322423" y="4429451"/>
                  </a:lnTo>
                  <a:lnTo>
                    <a:pt x="1322517" y="4429451"/>
                  </a:lnTo>
                  <a:lnTo>
                    <a:pt x="1322610" y="4429451"/>
                  </a:lnTo>
                  <a:lnTo>
                    <a:pt x="1322703" y="4429451"/>
                  </a:lnTo>
                  <a:lnTo>
                    <a:pt x="1322796" y="4429451"/>
                  </a:lnTo>
                  <a:lnTo>
                    <a:pt x="1322890" y="4429451"/>
                  </a:lnTo>
                  <a:lnTo>
                    <a:pt x="1322983" y="4429451"/>
                  </a:lnTo>
                  <a:lnTo>
                    <a:pt x="1323076" y="4429451"/>
                  </a:lnTo>
                  <a:lnTo>
                    <a:pt x="1323169" y="4429451"/>
                  </a:lnTo>
                  <a:lnTo>
                    <a:pt x="1323263" y="4429451"/>
                  </a:lnTo>
                  <a:lnTo>
                    <a:pt x="1323356" y="4429451"/>
                  </a:lnTo>
                  <a:lnTo>
                    <a:pt x="1323449" y="4429451"/>
                  </a:lnTo>
                  <a:lnTo>
                    <a:pt x="1323542" y="4429451"/>
                  </a:lnTo>
                  <a:lnTo>
                    <a:pt x="1323636" y="4429451"/>
                  </a:lnTo>
                  <a:lnTo>
                    <a:pt x="1323636" y="4419497"/>
                  </a:lnTo>
                  <a:lnTo>
                    <a:pt x="1323729" y="4419497"/>
                  </a:lnTo>
                  <a:lnTo>
                    <a:pt x="1323822" y="4419497"/>
                  </a:lnTo>
                  <a:lnTo>
                    <a:pt x="1323915" y="4419497"/>
                  </a:lnTo>
                  <a:lnTo>
                    <a:pt x="1324009" y="4419497"/>
                  </a:lnTo>
                  <a:lnTo>
                    <a:pt x="1324102" y="4419497"/>
                  </a:lnTo>
                  <a:lnTo>
                    <a:pt x="1324195" y="4419497"/>
                  </a:lnTo>
                  <a:lnTo>
                    <a:pt x="1324288" y="4419497"/>
                  </a:lnTo>
                  <a:lnTo>
                    <a:pt x="1324382" y="4419497"/>
                  </a:lnTo>
                  <a:lnTo>
                    <a:pt x="1324475" y="4419497"/>
                  </a:lnTo>
                  <a:lnTo>
                    <a:pt x="1324568" y="4419497"/>
                  </a:lnTo>
                  <a:lnTo>
                    <a:pt x="1324661" y="4419497"/>
                  </a:lnTo>
                  <a:lnTo>
                    <a:pt x="1324755" y="4419497"/>
                  </a:lnTo>
                  <a:lnTo>
                    <a:pt x="1324848" y="4419497"/>
                  </a:lnTo>
                  <a:lnTo>
                    <a:pt x="1324941" y="4419497"/>
                  </a:lnTo>
                  <a:lnTo>
                    <a:pt x="1325034" y="4419497"/>
                  </a:lnTo>
                  <a:lnTo>
                    <a:pt x="1325127" y="4419497"/>
                  </a:lnTo>
                  <a:lnTo>
                    <a:pt x="1325221" y="4419497"/>
                  </a:lnTo>
                  <a:lnTo>
                    <a:pt x="1325314" y="4419497"/>
                  </a:lnTo>
                  <a:lnTo>
                    <a:pt x="1325407" y="4419497"/>
                  </a:lnTo>
                  <a:lnTo>
                    <a:pt x="1325500" y="4419497"/>
                  </a:lnTo>
                  <a:lnTo>
                    <a:pt x="1325594" y="4419497"/>
                  </a:lnTo>
                  <a:lnTo>
                    <a:pt x="1325687" y="4419497"/>
                  </a:lnTo>
                  <a:lnTo>
                    <a:pt x="1325780" y="4419497"/>
                  </a:lnTo>
                  <a:lnTo>
                    <a:pt x="1325873" y="4419497"/>
                  </a:lnTo>
                  <a:lnTo>
                    <a:pt x="1325967" y="4419497"/>
                  </a:lnTo>
                  <a:lnTo>
                    <a:pt x="1326060" y="4419497"/>
                  </a:lnTo>
                  <a:lnTo>
                    <a:pt x="1326153" y="4419497"/>
                  </a:lnTo>
                  <a:lnTo>
                    <a:pt x="1326246" y="4419497"/>
                  </a:lnTo>
                  <a:lnTo>
                    <a:pt x="1326340" y="4419497"/>
                  </a:lnTo>
                  <a:lnTo>
                    <a:pt x="1326433" y="4419497"/>
                  </a:lnTo>
                  <a:lnTo>
                    <a:pt x="1326526" y="4419497"/>
                  </a:lnTo>
                  <a:lnTo>
                    <a:pt x="1326619" y="4419497"/>
                  </a:lnTo>
                  <a:lnTo>
                    <a:pt x="1326713" y="4419497"/>
                  </a:lnTo>
                  <a:lnTo>
                    <a:pt x="1326806" y="4419497"/>
                  </a:lnTo>
                  <a:lnTo>
                    <a:pt x="1326899" y="4419497"/>
                  </a:lnTo>
                  <a:lnTo>
                    <a:pt x="1326992" y="4419497"/>
                  </a:lnTo>
                  <a:lnTo>
                    <a:pt x="1327086" y="4419497"/>
                  </a:lnTo>
                  <a:lnTo>
                    <a:pt x="1327179" y="4419497"/>
                  </a:lnTo>
                  <a:lnTo>
                    <a:pt x="1327272" y="4419497"/>
                  </a:lnTo>
                  <a:lnTo>
                    <a:pt x="1327365" y="4419497"/>
                  </a:lnTo>
                  <a:lnTo>
                    <a:pt x="1327459" y="4419497"/>
                  </a:lnTo>
                  <a:lnTo>
                    <a:pt x="1327552" y="4419497"/>
                  </a:lnTo>
                  <a:lnTo>
                    <a:pt x="1327645" y="4419497"/>
                  </a:lnTo>
                  <a:lnTo>
                    <a:pt x="1327738" y="4419497"/>
                  </a:lnTo>
                  <a:lnTo>
                    <a:pt x="1327832" y="4419497"/>
                  </a:lnTo>
                  <a:lnTo>
                    <a:pt x="1327925" y="4419497"/>
                  </a:lnTo>
                  <a:lnTo>
                    <a:pt x="1328018" y="4419497"/>
                  </a:lnTo>
                  <a:lnTo>
                    <a:pt x="1328111" y="4419497"/>
                  </a:lnTo>
                  <a:lnTo>
                    <a:pt x="1328205" y="4419497"/>
                  </a:lnTo>
                  <a:lnTo>
                    <a:pt x="1328298" y="4419497"/>
                  </a:lnTo>
                  <a:lnTo>
                    <a:pt x="1328391" y="4419497"/>
                  </a:lnTo>
                  <a:lnTo>
                    <a:pt x="1328484" y="4419497"/>
                  </a:lnTo>
                  <a:lnTo>
                    <a:pt x="1328578" y="4419497"/>
                  </a:lnTo>
                  <a:lnTo>
                    <a:pt x="1328671" y="4419497"/>
                  </a:lnTo>
                  <a:lnTo>
                    <a:pt x="1328671" y="4409543"/>
                  </a:lnTo>
                  <a:lnTo>
                    <a:pt x="1328671" y="4399589"/>
                  </a:lnTo>
                  <a:lnTo>
                    <a:pt x="1328764" y="4399589"/>
                  </a:lnTo>
                  <a:lnTo>
                    <a:pt x="1328857" y="4399589"/>
                  </a:lnTo>
                  <a:lnTo>
                    <a:pt x="1328951" y="4399589"/>
                  </a:lnTo>
                  <a:lnTo>
                    <a:pt x="1329044" y="4399589"/>
                  </a:lnTo>
                  <a:lnTo>
                    <a:pt x="1329137" y="4399589"/>
                  </a:lnTo>
                  <a:lnTo>
                    <a:pt x="1329230" y="4399589"/>
                  </a:lnTo>
                  <a:lnTo>
                    <a:pt x="1329324" y="4399589"/>
                  </a:lnTo>
                  <a:lnTo>
                    <a:pt x="1329417" y="4399589"/>
                  </a:lnTo>
                  <a:lnTo>
                    <a:pt x="1329510" y="4399589"/>
                  </a:lnTo>
                  <a:lnTo>
                    <a:pt x="1329603" y="4399589"/>
                  </a:lnTo>
                  <a:lnTo>
                    <a:pt x="1329697" y="4399589"/>
                  </a:lnTo>
                  <a:lnTo>
                    <a:pt x="1329790" y="4399589"/>
                  </a:lnTo>
                  <a:lnTo>
                    <a:pt x="1329883" y="4399589"/>
                  </a:lnTo>
                  <a:lnTo>
                    <a:pt x="1329976" y="4399589"/>
                  </a:lnTo>
                  <a:lnTo>
                    <a:pt x="1330070" y="4399589"/>
                  </a:lnTo>
                  <a:lnTo>
                    <a:pt x="1330163" y="4399589"/>
                  </a:lnTo>
                  <a:lnTo>
                    <a:pt x="1330256" y="4399589"/>
                  </a:lnTo>
                  <a:lnTo>
                    <a:pt x="1330349" y="4399589"/>
                  </a:lnTo>
                  <a:lnTo>
                    <a:pt x="1330443" y="4399589"/>
                  </a:lnTo>
                  <a:lnTo>
                    <a:pt x="1330536" y="4399589"/>
                  </a:lnTo>
                  <a:lnTo>
                    <a:pt x="1330629" y="4399589"/>
                  </a:lnTo>
                  <a:lnTo>
                    <a:pt x="1330722" y="4399589"/>
                  </a:lnTo>
                  <a:lnTo>
                    <a:pt x="1330816" y="4399589"/>
                  </a:lnTo>
                  <a:lnTo>
                    <a:pt x="1330909" y="4399589"/>
                  </a:lnTo>
                  <a:lnTo>
                    <a:pt x="1331002" y="4399589"/>
                  </a:lnTo>
                  <a:lnTo>
                    <a:pt x="1331095" y="4399589"/>
                  </a:lnTo>
                  <a:lnTo>
                    <a:pt x="1331189" y="4399589"/>
                  </a:lnTo>
                  <a:lnTo>
                    <a:pt x="1331282" y="4399589"/>
                  </a:lnTo>
                  <a:lnTo>
                    <a:pt x="1331375" y="4399589"/>
                  </a:lnTo>
                  <a:lnTo>
                    <a:pt x="1331468" y="4399589"/>
                  </a:lnTo>
                  <a:lnTo>
                    <a:pt x="1331562" y="4399589"/>
                  </a:lnTo>
                  <a:lnTo>
                    <a:pt x="1331655" y="4399589"/>
                  </a:lnTo>
                  <a:lnTo>
                    <a:pt x="1331748" y="4399589"/>
                  </a:lnTo>
                  <a:lnTo>
                    <a:pt x="1331841" y="4399589"/>
                  </a:lnTo>
                  <a:lnTo>
                    <a:pt x="1331935" y="4399589"/>
                  </a:lnTo>
                  <a:lnTo>
                    <a:pt x="1332028" y="4399589"/>
                  </a:lnTo>
                  <a:lnTo>
                    <a:pt x="1332028" y="4389635"/>
                  </a:lnTo>
                  <a:lnTo>
                    <a:pt x="1332121" y="4389635"/>
                  </a:lnTo>
                  <a:lnTo>
                    <a:pt x="1332214" y="4389635"/>
                  </a:lnTo>
                  <a:lnTo>
                    <a:pt x="1332307" y="4389635"/>
                  </a:lnTo>
                  <a:lnTo>
                    <a:pt x="1332401" y="4389635"/>
                  </a:lnTo>
                  <a:lnTo>
                    <a:pt x="1332494" y="4389635"/>
                  </a:lnTo>
                  <a:lnTo>
                    <a:pt x="1332587" y="4389635"/>
                  </a:lnTo>
                  <a:lnTo>
                    <a:pt x="1332680" y="4389635"/>
                  </a:lnTo>
                  <a:lnTo>
                    <a:pt x="1332774" y="4389635"/>
                  </a:lnTo>
                  <a:lnTo>
                    <a:pt x="1332867" y="4389635"/>
                  </a:lnTo>
                  <a:lnTo>
                    <a:pt x="1332960" y="4389635"/>
                  </a:lnTo>
                  <a:lnTo>
                    <a:pt x="1333053" y="4389635"/>
                  </a:lnTo>
                  <a:lnTo>
                    <a:pt x="1333147" y="4389635"/>
                  </a:lnTo>
                  <a:lnTo>
                    <a:pt x="1333240" y="4389635"/>
                  </a:lnTo>
                  <a:lnTo>
                    <a:pt x="1333333" y="4389635"/>
                  </a:lnTo>
                  <a:lnTo>
                    <a:pt x="1333426" y="4389635"/>
                  </a:lnTo>
                  <a:lnTo>
                    <a:pt x="1333520" y="4389635"/>
                  </a:lnTo>
                  <a:lnTo>
                    <a:pt x="1333613" y="4389635"/>
                  </a:lnTo>
                  <a:lnTo>
                    <a:pt x="1333706" y="4389635"/>
                  </a:lnTo>
                  <a:lnTo>
                    <a:pt x="1333799" y="4389635"/>
                  </a:lnTo>
                  <a:lnTo>
                    <a:pt x="1333893" y="4389635"/>
                  </a:lnTo>
                  <a:lnTo>
                    <a:pt x="1333986" y="4389635"/>
                  </a:lnTo>
                  <a:lnTo>
                    <a:pt x="1334079" y="4389635"/>
                  </a:lnTo>
                  <a:lnTo>
                    <a:pt x="1334172" y="4389635"/>
                  </a:lnTo>
                  <a:lnTo>
                    <a:pt x="1334266" y="4389635"/>
                  </a:lnTo>
                  <a:lnTo>
                    <a:pt x="1334359" y="4389635"/>
                  </a:lnTo>
                  <a:lnTo>
                    <a:pt x="1334452" y="4389635"/>
                  </a:lnTo>
                  <a:lnTo>
                    <a:pt x="1334545" y="4389635"/>
                  </a:lnTo>
                  <a:lnTo>
                    <a:pt x="1334639" y="4389635"/>
                  </a:lnTo>
                  <a:lnTo>
                    <a:pt x="1334732" y="4389635"/>
                  </a:lnTo>
                  <a:lnTo>
                    <a:pt x="1334825" y="4389635"/>
                  </a:lnTo>
                  <a:lnTo>
                    <a:pt x="1334918" y="4389635"/>
                  </a:lnTo>
                  <a:lnTo>
                    <a:pt x="1335012" y="4389635"/>
                  </a:lnTo>
                  <a:lnTo>
                    <a:pt x="1335105" y="4389635"/>
                  </a:lnTo>
                  <a:lnTo>
                    <a:pt x="1335198" y="4389635"/>
                  </a:lnTo>
                  <a:lnTo>
                    <a:pt x="1335291" y="4389635"/>
                  </a:lnTo>
                  <a:lnTo>
                    <a:pt x="1335385" y="4389635"/>
                  </a:lnTo>
                  <a:lnTo>
                    <a:pt x="1335478" y="4389635"/>
                  </a:lnTo>
                  <a:lnTo>
                    <a:pt x="1335571" y="4389635"/>
                  </a:lnTo>
                  <a:lnTo>
                    <a:pt x="1335664" y="4389635"/>
                  </a:lnTo>
                  <a:lnTo>
                    <a:pt x="1335758" y="4389635"/>
                  </a:lnTo>
                  <a:lnTo>
                    <a:pt x="1335851" y="4389635"/>
                  </a:lnTo>
                  <a:lnTo>
                    <a:pt x="1335944" y="4389635"/>
                  </a:lnTo>
                  <a:lnTo>
                    <a:pt x="1336037" y="4389635"/>
                  </a:lnTo>
                  <a:lnTo>
                    <a:pt x="1336131" y="4389635"/>
                  </a:lnTo>
                  <a:lnTo>
                    <a:pt x="1336224" y="4389635"/>
                  </a:lnTo>
                  <a:lnTo>
                    <a:pt x="1336317" y="4389635"/>
                  </a:lnTo>
                  <a:lnTo>
                    <a:pt x="1336410" y="4389635"/>
                  </a:lnTo>
                  <a:lnTo>
                    <a:pt x="1336504" y="4389635"/>
                  </a:lnTo>
                  <a:lnTo>
                    <a:pt x="1336597" y="4389635"/>
                  </a:lnTo>
                  <a:lnTo>
                    <a:pt x="1336690" y="4389635"/>
                  </a:lnTo>
                  <a:lnTo>
                    <a:pt x="1336783" y="4389635"/>
                  </a:lnTo>
                  <a:lnTo>
                    <a:pt x="1336877" y="4389635"/>
                  </a:lnTo>
                  <a:lnTo>
                    <a:pt x="1336970" y="4389635"/>
                  </a:lnTo>
                  <a:lnTo>
                    <a:pt x="1337063" y="4389635"/>
                  </a:lnTo>
                  <a:lnTo>
                    <a:pt x="1337156" y="4389635"/>
                  </a:lnTo>
                  <a:lnTo>
                    <a:pt x="1337250" y="4389635"/>
                  </a:lnTo>
                  <a:lnTo>
                    <a:pt x="1337343" y="4389635"/>
                  </a:lnTo>
                  <a:lnTo>
                    <a:pt x="1337436" y="4389635"/>
                  </a:lnTo>
                  <a:lnTo>
                    <a:pt x="1337529" y="4389635"/>
                  </a:lnTo>
                  <a:lnTo>
                    <a:pt x="1337623" y="4389635"/>
                  </a:lnTo>
                  <a:lnTo>
                    <a:pt x="1337716" y="4389635"/>
                  </a:lnTo>
                  <a:lnTo>
                    <a:pt x="1337809" y="4389635"/>
                  </a:lnTo>
                  <a:lnTo>
                    <a:pt x="1337902" y="4389635"/>
                  </a:lnTo>
                  <a:lnTo>
                    <a:pt x="1337996" y="4389635"/>
                  </a:lnTo>
                  <a:lnTo>
                    <a:pt x="1338089" y="4389635"/>
                  </a:lnTo>
                  <a:lnTo>
                    <a:pt x="1338182" y="4389635"/>
                  </a:lnTo>
                  <a:lnTo>
                    <a:pt x="1338275" y="4389635"/>
                  </a:lnTo>
                  <a:lnTo>
                    <a:pt x="1338369" y="4389635"/>
                  </a:lnTo>
                  <a:lnTo>
                    <a:pt x="1338462" y="4389635"/>
                  </a:lnTo>
                  <a:lnTo>
                    <a:pt x="1338555" y="4389635"/>
                  </a:lnTo>
                  <a:lnTo>
                    <a:pt x="1338648" y="4389635"/>
                  </a:lnTo>
                  <a:lnTo>
                    <a:pt x="1338742" y="4389635"/>
                  </a:lnTo>
                  <a:lnTo>
                    <a:pt x="1338835" y="4389635"/>
                  </a:lnTo>
                  <a:lnTo>
                    <a:pt x="1338928" y="4389635"/>
                  </a:lnTo>
                  <a:lnTo>
                    <a:pt x="1339021" y="4389635"/>
                  </a:lnTo>
                  <a:lnTo>
                    <a:pt x="1339114" y="4389635"/>
                  </a:lnTo>
                  <a:lnTo>
                    <a:pt x="1339208" y="4389635"/>
                  </a:lnTo>
                  <a:lnTo>
                    <a:pt x="1339301" y="4389635"/>
                  </a:lnTo>
                  <a:lnTo>
                    <a:pt x="1339394" y="4389635"/>
                  </a:lnTo>
                  <a:lnTo>
                    <a:pt x="1339487" y="4389635"/>
                  </a:lnTo>
                  <a:lnTo>
                    <a:pt x="1339581" y="4389635"/>
                  </a:lnTo>
                  <a:lnTo>
                    <a:pt x="1339674" y="4389635"/>
                  </a:lnTo>
                  <a:lnTo>
                    <a:pt x="1339767" y="4389635"/>
                  </a:lnTo>
                  <a:lnTo>
                    <a:pt x="1339860" y="4389635"/>
                  </a:lnTo>
                  <a:lnTo>
                    <a:pt x="1339954" y="4389635"/>
                  </a:lnTo>
                  <a:lnTo>
                    <a:pt x="1340047" y="4389635"/>
                  </a:lnTo>
                  <a:lnTo>
                    <a:pt x="1340140" y="4389635"/>
                  </a:lnTo>
                  <a:lnTo>
                    <a:pt x="1340233" y="4389635"/>
                  </a:lnTo>
                  <a:lnTo>
                    <a:pt x="1340233" y="4379681"/>
                  </a:lnTo>
                  <a:lnTo>
                    <a:pt x="1340327" y="4379681"/>
                  </a:lnTo>
                  <a:lnTo>
                    <a:pt x="1340420" y="4379681"/>
                  </a:lnTo>
                  <a:lnTo>
                    <a:pt x="1340513" y="4379681"/>
                  </a:lnTo>
                  <a:lnTo>
                    <a:pt x="1340606" y="4379681"/>
                  </a:lnTo>
                  <a:lnTo>
                    <a:pt x="1340700" y="4379681"/>
                  </a:lnTo>
                  <a:lnTo>
                    <a:pt x="1340793" y="4379681"/>
                  </a:lnTo>
                  <a:lnTo>
                    <a:pt x="1340793" y="4369728"/>
                  </a:lnTo>
                  <a:lnTo>
                    <a:pt x="1340886" y="4369728"/>
                  </a:lnTo>
                  <a:lnTo>
                    <a:pt x="1340886" y="4359774"/>
                  </a:lnTo>
                  <a:lnTo>
                    <a:pt x="1340979" y="4359774"/>
                  </a:lnTo>
                  <a:lnTo>
                    <a:pt x="1341073" y="4359774"/>
                  </a:lnTo>
                  <a:lnTo>
                    <a:pt x="1341166" y="4359774"/>
                  </a:lnTo>
                  <a:lnTo>
                    <a:pt x="1341259" y="4359774"/>
                  </a:lnTo>
                  <a:lnTo>
                    <a:pt x="1341352" y="4359774"/>
                  </a:lnTo>
                  <a:lnTo>
                    <a:pt x="1341446" y="4359774"/>
                  </a:lnTo>
                  <a:lnTo>
                    <a:pt x="1341539" y="4359774"/>
                  </a:lnTo>
                  <a:lnTo>
                    <a:pt x="1341632" y="4359774"/>
                  </a:lnTo>
                  <a:lnTo>
                    <a:pt x="1341725" y="4359774"/>
                  </a:lnTo>
                  <a:lnTo>
                    <a:pt x="1341819" y="4359774"/>
                  </a:lnTo>
                  <a:lnTo>
                    <a:pt x="1341912" y="4359774"/>
                  </a:lnTo>
                  <a:lnTo>
                    <a:pt x="1342005" y="4359774"/>
                  </a:lnTo>
                  <a:lnTo>
                    <a:pt x="1342098" y="4359774"/>
                  </a:lnTo>
                  <a:lnTo>
                    <a:pt x="1342192" y="4359774"/>
                  </a:lnTo>
                  <a:lnTo>
                    <a:pt x="1342285" y="4359774"/>
                  </a:lnTo>
                  <a:lnTo>
                    <a:pt x="1342378" y="4359774"/>
                  </a:lnTo>
                  <a:lnTo>
                    <a:pt x="1342471" y="4359774"/>
                  </a:lnTo>
                  <a:lnTo>
                    <a:pt x="1342565" y="4359774"/>
                  </a:lnTo>
                  <a:lnTo>
                    <a:pt x="1342658" y="4359774"/>
                  </a:lnTo>
                  <a:lnTo>
                    <a:pt x="1342751" y="4359774"/>
                  </a:lnTo>
                  <a:lnTo>
                    <a:pt x="1342844" y="4359774"/>
                  </a:lnTo>
                  <a:lnTo>
                    <a:pt x="1342938" y="4359774"/>
                  </a:lnTo>
                  <a:lnTo>
                    <a:pt x="1343031" y="4359774"/>
                  </a:lnTo>
                  <a:lnTo>
                    <a:pt x="1343124" y="4359774"/>
                  </a:lnTo>
                  <a:lnTo>
                    <a:pt x="1343217" y="4359774"/>
                  </a:lnTo>
                  <a:lnTo>
                    <a:pt x="1343311" y="4359774"/>
                  </a:lnTo>
                  <a:lnTo>
                    <a:pt x="1343404" y="4359774"/>
                  </a:lnTo>
                  <a:lnTo>
                    <a:pt x="1343497" y="4359774"/>
                  </a:lnTo>
                  <a:lnTo>
                    <a:pt x="1343590" y="4359774"/>
                  </a:lnTo>
                  <a:lnTo>
                    <a:pt x="1343684" y="4359774"/>
                  </a:lnTo>
                  <a:lnTo>
                    <a:pt x="1343777" y="4359774"/>
                  </a:lnTo>
                  <a:lnTo>
                    <a:pt x="1343870" y="4359774"/>
                  </a:lnTo>
                  <a:lnTo>
                    <a:pt x="1343963" y="4359774"/>
                  </a:lnTo>
                  <a:lnTo>
                    <a:pt x="1344057" y="4359774"/>
                  </a:lnTo>
                  <a:lnTo>
                    <a:pt x="1344150" y="4359774"/>
                  </a:lnTo>
                  <a:lnTo>
                    <a:pt x="1344243" y="4359774"/>
                  </a:lnTo>
                  <a:lnTo>
                    <a:pt x="1344336" y="4359774"/>
                  </a:lnTo>
                  <a:lnTo>
                    <a:pt x="1344430" y="4359774"/>
                  </a:lnTo>
                  <a:lnTo>
                    <a:pt x="1344523" y="4359774"/>
                  </a:lnTo>
                  <a:lnTo>
                    <a:pt x="1344616" y="4359774"/>
                  </a:lnTo>
                  <a:lnTo>
                    <a:pt x="1344709" y="4359774"/>
                  </a:lnTo>
                  <a:lnTo>
                    <a:pt x="1344803" y="4359774"/>
                  </a:lnTo>
                  <a:lnTo>
                    <a:pt x="1344896" y="4359774"/>
                  </a:lnTo>
                  <a:lnTo>
                    <a:pt x="1344989" y="4359774"/>
                  </a:lnTo>
                  <a:lnTo>
                    <a:pt x="1345082" y="4359774"/>
                  </a:lnTo>
                  <a:lnTo>
                    <a:pt x="1345176" y="4359774"/>
                  </a:lnTo>
                  <a:lnTo>
                    <a:pt x="1345269" y="4359774"/>
                  </a:lnTo>
                  <a:lnTo>
                    <a:pt x="1345362" y="4359774"/>
                  </a:lnTo>
                  <a:lnTo>
                    <a:pt x="1345455" y="4359774"/>
                  </a:lnTo>
                  <a:lnTo>
                    <a:pt x="1345549" y="4359774"/>
                  </a:lnTo>
                  <a:lnTo>
                    <a:pt x="1345642" y="4359774"/>
                  </a:lnTo>
                  <a:lnTo>
                    <a:pt x="1345735" y="4359774"/>
                  </a:lnTo>
                  <a:lnTo>
                    <a:pt x="1345828" y="4359774"/>
                  </a:lnTo>
                  <a:lnTo>
                    <a:pt x="1345922" y="4359774"/>
                  </a:lnTo>
                  <a:lnTo>
                    <a:pt x="1346015" y="4359774"/>
                  </a:lnTo>
                  <a:lnTo>
                    <a:pt x="1346108" y="4359774"/>
                  </a:lnTo>
                  <a:lnTo>
                    <a:pt x="1346201" y="4359774"/>
                  </a:lnTo>
                  <a:lnTo>
                    <a:pt x="1346294" y="4359774"/>
                  </a:lnTo>
                  <a:lnTo>
                    <a:pt x="1346388" y="4359774"/>
                  </a:lnTo>
                  <a:lnTo>
                    <a:pt x="1346481" y="4359774"/>
                  </a:lnTo>
                  <a:lnTo>
                    <a:pt x="1346574" y="4359774"/>
                  </a:lnTo>
                  <a:lnTo>
                    <a:pt x="1346667" y="4359774"/>
                  </a:lnTo>
                  <a:lnTo>
                    <a:pt x="1346761" y="4359774"/>
                  </a:lnTo>
                  <a:lnTo>
                    <a:pt x="1346854" y="4359774"/>
                  </a:lnTo>
                  <a:lnTo>
                    <a:pt x="1346947" y="4359774"/>
                  </a:lnTo>
                  <a:lnTo>
                    <a:pt x="1347040" y="4359774"/>
                  </a:lnTo>
                  <a:lnTo>
                    <a:pt x="1347134" y="4359774"/>
                  </a:lnTo>
                  <a:lnTo>
                    <a:pt x="1347227" y="4359774"/>
                  </a:lnTo>
                  <a:lnTo>
                    <a:pt x="1347320" y="4359774"/>
                  </a:lnTo>
                  <a:lnTo>
                    <a:pt x="1347413" y="4359774"/>
                  </a:lnTo>
                  <a:lnTo>
                    <a:pt x="1347507" y="4359774"/>
                  </a:lnTo>
                  <a:lnTo>
                    <a:pt x="1347600" y="4359774"/>
                  </a:lnTo>
                  <a:lnTo>
                    <a:pt x="1347693" y="4359774"/>
                  </a:lnTo>
                  <a:lnTo>
                    <a:pt x="1347786" y="4359774"/>
                  </a:lnTo>
                  <a:lnTo>
                    <a:pt x="1347880" y="4359774"/>
                  </a:lnTo>
                  <a:lnTo>
                    <a:pt x="1347880" y="4349820"/>
                  </a:lnTo>
                  <a:lnTo>
                    <a:pt x="1347973" y="4349820"/>
                  </a:lnTo>
                  <a:lnTo>
                    <a:pt x="1348066" y="4349820"/>
                  </a:lnTo>
                  <a:lnTo>
                    <a:pt x="1348159" y="4349820"/>
                  </a:lnTo>
                  <a:lnTo>
                    <a:pt x="1348253" y="4349820"/>
                  </a:lnTo>
                  <a:lnTo>
                    <a:pt x="1348346" y="4349820"/>
                  </a:lnTo>
                  <a:lnTo>
                    <a:pt x="1348439" y="4349820"/>
                  </a:lnTo>
                  <a:lnTo>
                    <a:pt x="1348532" y="4349820"/>
                  </a:lnTo>
                  <a:lnTo>
                    <a:pt x="1348626" y="4349820"/>
                  </a:lnTo>
                  <a:lnTo>
                    <a:pt x="1348719" y="4349820"/>
                  </a:lnTo>
                  <a:lnTo>
                    <a:pt x="1348812" y="4349820"/>
                  </a:lnTo>
                  <a:lnTo>
                    <a:pt x="1348905" y="4349820"/>
                  </a:lnTo>
                  <a:lnTo>
                    <a:pt x="1348999" y="4349820"/>
                  </a:lnTo>
                  <a:lnTo>
                    <a:pt x="1349092" y="4349820"/>
                  </a:lnTo>
                  <a:lnTo>
                    <a:pt x="1349185" y="4349820"/>
                  </a:lnTo>
                  <a:lnTo>
                    <a:pt x="1349278" y="4349820"/>
                  </a:lnTo>
                  <a:lnTo>
                    <a:pt x="1349372" y="4349820"/>
                  </a:lnTo>
                  <a:lnTo>
                    <a:pt x="1349465" y="4349820"/>
                  </a:lnTo>
                  <a:lnTo>
                    <a:pt x="1349558" y="4349820"/>
                  </a:lnTo>
                  <a:lnTo>
                    <a:pt x="1349651" y="4349820"/>
                  </a:lnTo>
                  <a:lnTo>
                    <a:pt x="1349745" y="4349820"/>
                  </a:lnTo>
                  <a:lnTo>
                    <a:pt x="1349838" y="4349820"/>
                  </a:lnTo>
                  <a:lnTo>
                    <a:pt x="1349931" y="4349820"/>
                  </a:lnTo>
                  <a:lnTo>
                    <a:pt x="1350024" y="4349820"/>
                  </a:lnTo>
                  <a:lnTo>
                    <a:pt x="1350118" y="4349820"/>
                  </a:lnTo>
                  <a:lnTo>
                    <a:pt x="1350211" y="4349820"/>
                  </a:lnTo>
                  <a:lnTo>
                    <a:pt x="1350304" y="4349820"/>
                  </a:lnTo>
                  <a:lnTo>
                    <a:pt x="1350397" y="4349820"/>
                  </a:lnTo>
                  <a:lnTo>
                    <a:pt x="1350491" y="4349820"/>
                  </a:lnTo>
                  <a:lnTo>
                    <a:pt x="1350584" y="4349820"/>
                  </a:lnTo>
                  <a:lnTo>
                    <a:pt x="1350677" y="4349820"/>
                  </a:lnTo>
                  <a:lnTo>
                    <a:pt x="1350770" y="4349820"/>
                  </a:lnTo>
                  <a:lnTo>
                    <a:pt x="1350864" y="4349820"/>
                  </a:lnTo>
                  <a:lnTo>
                    <a:pt x="1350957" y="4349820"/>
                  </a:lnTo>
                  <a:lnTo>
                    <a:pt x="1351050" y="4349820"/>
                  </a:lnTo>
                  <a:lnTo>
                    <a:pt x="1351143" y="4349820"/>
                  </a:lnTo>
                  <a:lnTo>
                    <a:pt x="1351237" y="4349820"/>
                  </a:lnTo>
                  <a:lnTo>
                    <a:pt x="1351330" y="4349820"/>
                  </a:lnTo>
                  <a:lnTo>
                    <a:pt x="1351423" y="4349820"/>
                  </a:lnTo>
                  <a:lnTo>
                    <a:pt x="1351516" y="4349820"/>
                  </a:lnTo>
                  <a:lnTo>
                    <a:pt x="1351610" y="4349820"/>
                  </a:lnTo>
                  <a:lnTo>
                    <a:pt x="1351703" y="4349820"/>
                  </a:lnTo>
                  <a:lnTo>
                    <a:pt x="1351796" y="4349820"/>
                  </a:lnTo>
                  <a:lnTo>
                    <a:pt x="1351889" y="4349820"/>
                  </a:lnTo>
                  <a:lnTo>
                    <a:pt x="1351983" y="4349820"/>
                  </a:lnTo>
                  <a:lnTo>
                    <a:pt x="1352076" y="4349820"/>
                  </a:lnTo>
                  <a:lnTo>
                    <a:pt x="1352169" y="4349820"/>
                  </a:lnTo>
                  <a:lnTo>
                    <a:pt x="1352262" y="4349820"/>
                  </a:lnTo>
                  <a:lnTo>
                    <a:pt x="1352356" y="4349820"/>
                  </a:lnTo>
                  <a:lnTo>
                    <a:pt x="1352449" y="4349820"/>
                  </a:lnTo>
                  <a:lnTo>
                    <a:pt x="1352542" y="4349820"/>
                  </a:lnTo>
                  <a:lnTo>
                    <a:pt x="1352635" y="4349820"/>
                  </a:lnTo>
                  <a:lnTo>
                    <a:pt x="1352729" y="4349820"/>
                  </a:lnTo>
                  <a:lnTo>
                    <a:pt x="1352822" y="4349820"/>
                  </a:lnTo>
                  <a:lnTo>
                    <a:pt x="1352915" y="4349820"/>
                  </a:lnTo>
                  <a:lnTo>
                    <a:pt x="1353008" y="4349820"/>
                  </a:lnTo>
                  <a:lnTo>
                    <a:pt x="1353101" y="4349820"/>
                  </a:lnTo>
                  <a:lnTo>
                    <a:pt x="1353195" y="4349820"/>
                  </a:lnTo>
                  <a:lnTo>
                    <a:pt x="1353288" y="4349820"/>
                  </a:lnTo>
                  <a:lnTo>
                    <a:pt x="1353381" y="4349820"/>
                  </a:lnTo>
                  <a:lnTo>
                    <a:pt x="1353474" y="4349820"/>
                  </a:lnTo>
                  <a:lnTo>
                    <a:pt x="1353568" y="4349820"/>
                  </a:lnTo>
                  <a:lnTo>
                    <a:pt x="1353661" y="4349820"/>
                  </a:lnTo>
                  <a:lnTo>
                    <a:pt x="1353754" y="4349820"/>
                  </a:lnTo>
                  <a:lnTo>
                    <a:pt x="1353847" y="4349820"/>
                  </a:lnTo>
                  <a:lnTo>
                    <a:pt x="1353941" y="4349820"/>
                  </a:lnTo>
                  <a:lnTo>
                    <a:pt x="1354034" y="4349820"/>
                  </a:lnTo>
                  <a:lnTo>
                    <a:pt x="1354127" y="4349820"/>
                  </a:lnTo>
                  <a:lnTo>
                    <a:pt x="1354220" y="4349820"/>
                  </a:lnTo>
                  <a:lnTo>
                    <a:pt x="1354314" y="4349820"/>
                  </a:lnTo>
                  <a:lnTo>
                    <a:pt x="1354407" y="4349820"/>
                  </a:lnTo>
                  <a:lnTo>
                    <a:pt x="1354500" y="4349820"/>
                  </a:lnTo>
                  <a:lnTo>
                    <a:pt x="1354593" y="4349820"/>
                  </a:lnTo>
                  <a:lnTo>
                    <a:pt x="1354687" y="4349820"/>
                  </a:lnTo>
                  <a:lnTo>
                    <a:pt x="1354780" y="4349820"/>
                  </a:lnTo>
                  <a:lnTo>
                    <a:pt x="1354873" y="4349820"/>
                  </a:lnTo>
                  <a:lnTo>
                    <a:pt x="1354966" y="4349820"/>
                  </a:lnTo>
                  <a:lnTo>
                    <a:pt x="1355060" y="4349820"/>
                  </a:lnTo>
                  <a:lnTo>
                    <a:pt x="1355153" y="4349820"/>
                  </a:lnTo>
                  <a:lnTo>
                    <a:pt x="1355246" y="4349820"/>
                  </a:lnTo>
                  <a:lnTo>
                    <a:pt x="1355339" y="4349820"/>
                  </a:lnTo>
                  <a:lnTo>
                    <a:pt x="1355433" y="4349820"/>
                  </a:lnTo>
                  <a:lnTo>
                    <a:pt x="1355526" y="4349820"/>
                  </a:lnTo>
                  <a:lnTo>
                    <a:pt x="1355619" y="4349820"/>
                  </a:lnTo>
                  <a:lnTo>
                    <a:pt x="1355712" y="4349820"/>
                  </a:lnTo>
                  <a:lnTo>
                    <a:pt x="1355806" y="4349820"/>
                  </a:lnTo>
                  <a:lnTo>
                    <a:pt x="1355899" y="4349820"/>
                  </a:lnTo>
                  <a:lnTo>
                    <a:pt x="1355992" y="4349820"/>
                  </a:lnTo>
                  <a:lnTo>
                    <a:pt x="1356085" y="4349820"/>
                  </a:lnTo>
                  <a:lnTo>
                    <a:pt x="1356179" y="4349820"/>
                  </a:lnTo>
                  <a:lnTo>
                    <a:pt x="1356272" y="4349820"/>
                  </a:lnTo>
                  <a:lnTo>
                    <a:pt x="1356365" y="4349820"/>
                  </a:lnTo>
                  <a:lnTo>
                    <a:pt x="1356458" y="4349820"/>
                  </a:lnTo>
                  <a:lnTo>
                    <a:pt x="1356552" y="4349820"/>
                  </a:lnTo>
                  <a:lnTo>
                    <a:pt x="1356645" y="4349820"/>
                  </a:lnTo>
                  <a:lnTo>
                    <a:pt x="1356738" y="4349820"/>
                  </a:lnTo>
                  <a:lnTo>
                    <a:pt x="1356831" y="4349820"/>
                  </a:lnTo>
                  <a:lnTo>
                    <a:pt x="1356925" y="4349820"/>
                  </a:lnTo>
                  <a:lnTo>
                    <a:pt x="1357018" y="4349820"/>
                  </a:lnTo>
                  <a:lnTo>
                    <a:pt x="1357111" y="4349820"/>
                  </a:lnTo>
                  <a:lnTo>
                    <a:pt x="1357204" y="4349820"/>
                  </a:lnTo>
                  <a:lnTo>
                    <a:pt x="1357298" y="4349820"/>
                  </a:lnTo>
                  <a:lnTo>
                    <a:pt x="1357391" y="4349820"/>
                  </a:lnTo>
                  <a:lnTo>
                    <a:pt x="1357484" y="4349820"/>
                  </a:lnTo>
                  <a:lnTo>
                    <a:pt x="1357577" y="4349820"/>
                  </a:lnTo>
                  <a:lnTo>
                    <a:pt x="1357671" y="4349820"/>
                  </a:lnTo>
                  <a:lnTo>
                    <a:pt x="1357764" y="4349820"/>
                  </a:lnTo>
                  <a:lnTo>
                    <a:pt x="1357857" y="4349820"/>
                  </a:lnTo>
                  <a:lnTo>
                    <a:pt x="1357950" y="4349820"/>
                  </a:lnTo>
                  <a:lnTo>
                    <a:pt x="1358044" y="4349820"/>
                  </a:lnTo>
                  <a:lnTo>
                    <a:pt x="1358137" y="4349820"/>
                  </a:lnTo>
                  <a:lnTo>
                    <a:pt x="1358230" y="4349820"/>
                  </a:lnTo>
                  <a:lnTo>
                    <a:pt x="1358323" y="4349820"/>
                  </a:lnTo>
                  <a:lnTo>
                    <a:pt x="1358417" y="4349820"/>
                  </a:lnTo>
                  <a:lnTo>
                    <a:pt x="1358510" y="4349820"/>
                  </a:lnTo>
                  <a:lnTo>
                    <a:pt x="1358603" y="4349820"/>
                  </a:lnTo>
                  <a:lnTo>
                    <a:pt x="1358696" y="4349820"/>
                  </a:lnTo>
                  <a:lnTo>
                    <a:pt x="1358790" y="4349820"/>
                  </a:lnTo>
                  <a:lnTo>
                    <a:pt x="1358883" y="4349820"/>
                  </a:lnTo>
                  <a:lnTo>
                    <a:pt x="1358976" y="4349820"/>
                  </a:lnTo>
                  <a:lnTo>
                    <a:pt x="1359069" y="4349820"/>
                  </a:lnTo>
                  <a:lnTo>
                    <a:pt x="1359163" y="4349820"/>
                  </a:lnTo>
                  <a:lnTo>
                    <a:pt x="1359256" y="4349820"/>
                  </a:lnTo>
                  <a:lnTo>
                    <a:pt x="1359349" y="4349820"/>
                  </a:lnTo>
                  <a:lnTo>
                    <a:pt x="1359442" y="4349820"/>
                  </a:lnTo>
                  <a:lnTo>
                    <a:pt x="1359536" y="4349820"/>
                  </a:lnTo>
                  <a:lnTo>
                    <a:pt x="1359629" y="4349820"/>
                  </a:lnTo>
                  <a:lnTo>
                    <a:pt x="1359722" y="4349820"/>
                  </a:lnTo>
                  <a:lnTo>
                    <a:pt x="1359815" y="4349820"/>
                  </a:lnTo>
                  <a:lnTo>
                    <a:pt x="1359908" y="4349820"/>
                  </a:lnTo>
                  <a:lnTo>
                    <a:pt x="1360002" y="4349820"/>
                  </a:lnTo>
                  <a:lnTo>
                    <a:pt x="1360095" y="4349820"/>
                  </a:lnTo>
                  <a:lnTo>
                    <a:pt x="1360188" y="4349820"/>
                  </a:lnTo>
                  <a:lnTo>
                    <a:pt x="1360281" y="4349820"/>
                  </a:lnTo>
                  <a:lnTo>
                    <a:pt x="1360375" y="4349820"/>
                  </a:lnTo>
                  <a:lnTo>
                    <a:pt x="1360468" y="4349820"/>
                  </a:lnTo>
                  <a:lnTo>
                    <a:pt x="1360561" y="4349820"/>
                  </a:lnTo>
                  <a:lnTo>
                    <a:pt x="1360654" y="4349820"/>
                  </a:lnTo>
                  <a:lnTo>
                    <a:pt x="1360748" y="4349820"/>
                  </a:lnTo>
                  <a:lnTo>
                    <a:pt x="1360841" y="4349820"/>
                  </a:lnTo>
                  <a:lnTo>
                    <a:pt x="1360934" y="4349820"/>
                  </a:lnTo>
                  <a:lnTo>
                    <a:pt x="1361027" y="4349820"/>
                  </a:lnTo>
                  <a:lnTo>
                    <a:pt x="1361121" y="4349820"/>
                  </a:lnTo>
                  <a:lnTo>
                    <a:pt x="1361214" y="4349820"/>
                  </a:lnTo>
                  <a:lnTo>
                    <a:pt x="1361307" y="4349820"/>
                  </a:lnTo>
                  <a:lnTo>
                    <a:pt x="1361400" y="4349820"/>
                  </a:lnTo>
                  <a:lnTo>
                    <a:pt x="1361494" y="4349820"/>
                  </a:lnTo>
                  <a:lnTo>
                    <a:pt x="1361587" y="4349820"/>
                  </a:lnTo>
                  <a:lnTo>
                    <a:pt x="1361680" y="4349820"/>
                  </a:lnTo>
                  <a:lnTo>
                    <a:pt x="1361773" y="4349820"/>
                  </a:lnTo>
                  <a:lnTo>
                    <a:pt x="1361867" y="4349820"/>
                  </a:lnTo>
                  <a:lnTo>
                    <a:pt x="1361960" y="4349820"/>
                  </a:lnTo>
                  <a:lnTo>
                    <a:pt x="1362053" y="4349820"/>
                  </a:lnTo>
                  <a:lnTo>
                    <a:pt x="1362053" y="4339866"/>
                  </a:lnTo>
                  <a:lnTo>
                    <a:pt x="1362146" y="4339866"/>
                  </a:lnTo>
                  <a:lnTo>
                    <a:pt x="1362240" y="4339866"/>
                  </a:lnTo>
                  <a:lnTo>
                    <a:pt x="1362333" y="4339866"/>
                  </a:lnTo>
                  <a:lnTo>
                    <a:pt x="1362426" y="4339866"/>
                  </a:lnTo>
                  <a:lnTo>
                    <a:pt x="1362519" y="4339866"/>
                  </a:lnTo>
                  <a:lnTo>
                    <a:pt x="1362613" y="4339866"/>
                  </a:lnTo>
                  <a:lnTo>
                    <a:pt x="1362706" y="4339866"/>
                  </a:lnTo>
                  <a:lnTo>
                    <a:pt x="1362799" y="4339866"/>
                  </a:lnTo>
                  <a:lnTo>
                    <a:pt x="1362892" y="4339866"/>
                  </a:lnTo>
                  <a:lnTo>
                    <a:pt x="1362986" y="4339866"/>
                  </a:lnTo>
                  <a:lnTo>
                    <a:pt x="1363079" y="4339866"/>
                  </a:lnTo>
                  <a:lnTo>
                    <a:pt x="1363079" y="4329912"/>
                  </a:lnTo>
                  <a:lnTo>
                    <a:pt x="1363172" y="4329912"/>
                  </a:lnTo>
                  <a:lnTo>
                    <a:pt x="1363265" y="4329912"/>
                  </a:lnTo>
                  <a:lnTo>
                    <a:pt x="1363359" y="4329912"/>
                  </a:lnTo>
                  <a:lnTo>
                    <a:pt x="1363452" y="4329912"/>
                  </a:lnTo>
                  <a:lnTo>
                    <a:pt x="1363545" y="4329912"/>
                  </a:lnTo>
                  <a:lnTo>
                    <a:pt x="1363638" y="4329912"/>
                  </a:lnTo>
                  <a:lnTo>
                    <a:pt x="1363732" y="4329912"/>
                  </a:lnTo>
                  <a:lnTo>
                    <a:pt x="1363825" y="4329912"/>
                  </a:lnTo>
                  <a:lnTo>
                    <a:pt x="1363918" y="4329912"/>
                  </a:lnTo>
                  <a:lnTo>
                    <a:pt x="1364011" y="4329912"/>
                  </a:lnTo>
                  <a:lnTo>
                    <a:pt x="1364105" y="4329912"/>
                  </a:lnTo>
                  <a:lnTo>
                    <a:pt x="1364198" y="4329912"/>
                  </a:lnTo>
                  <a:lnTo>
                    <a:pt x="1364291" y="4329912"/>
                  </a:lnTo>
                  <a:lnTo>
                    <a:pt x="1364384" y="4329912"/>
                  </a:lnTo>
                  <a:lnTo>
                    <a:pt x="1364478" y="4329912"/>
                  </a:lnTo>
                  <a:lnTo>
                    <a:pt x="1364571" y="4329912"/>
                  </a:lnTo>
                  <a:lnTo>
                    <a:pt x="1364664" y="4329912"/>
                  </a:lnTo>
                  <a:lnTo>
                    <a:pt x="1364757" y="4329912"/>
                  </a:lnTo>
                  <a:lnTo>
                    <a:pt x="1364851" y="4329912"/>
                  </a:lnTo>
                  <a:lnTo>
                    <a:pt x="1364944" y="4329912"/>
                  </a:lnTo>
                  <a:lnTo>
                    <a:pt x="1365037" y="4329912"/>
                  </a:lnTo>
                  <a:lnTo>
                    <a:pt x="1365130" y="4329912"/>
                  </a:lnTo>
                  <a:lnTo>
                    <a:pt x="1365224" y="4329912"/>
                  </a:lnTo>
                  <a:lnTo>
                    <a:pt x="1365317" y="4329912"/>
                  </a:lnTo>
                  <a:lnTo>
                    <a:pt x="1365410" y="4329912"/>
                  </a:lnTo>
                  <a:lnTo>
                    <a:pt x="1365503" y="4329912"/>
                  </a:lnTo>
                  <a:lnTo>
                    <a:pt x="1365597" y="4329912"/>
                  </a:lnTo>
                  <a:lnTo>
                    <a:pt x="1365690" y="4329912"/>
                  </a:lnTo>
                  <a:lnTo>
                    <a:pt x="1365783" y="4329912"/>
                  </a:lnTo>
                  <a:lnTo>
                    <a:pt x="1365876" y="4329912"/>
                  </a:lnTo>
                  <a:lnTo>
                    <a:pt x="1365970" y="4329912"/>
                  </a:lnTo>
                  <a:lnTo>
                    <a:pt x="1366063" y="4329912"/>
                  </a:lnTo>
                  <a:lnTo>
                    <a:pt x="1366156" y="4329912"/>
                  </a:lnTo>
                  <a:lnTo>
                    <a:pt x="1366156" y="4319959"/>
                  </a:lnTo>
                  <a:lnTo>
                    <a:pt x="1366249" y="4319959"/>
                  </a:lnTo>
                  <a:lnTo>
                    <a:pt x="1366343" y="4319959"/>
                  </a:lnTo>
                  <a:lnTo>
                    <a:pt x="1366436" y="4319959"/>
                  </a:lnTo>
                  <a:lnTo>
                    <a:pt x="1366529" y="4319959"/>
                  </a:lnTo>
                  <a:lnTo>
                    <a:pt x="1366622" y="4319959"/>
                  </a:lnTo>
                  <a:lnTo>
                    <a:pt x="1366716" y="4319959"/>
                  </a:lnTo>
                  <a:lnTo>
                    <a:pt x="1366809" y="4319959"/>
                  </a:lnTo>
                  <a:lnTo>
                    <a:pt x="1366902" y="4319959"/>
                  </a:lnTo>
                  <a:lnTo>
                    <a:pt x="1366995" y="4319959"/>
                  </a:lnTo>
                  <a:lnTo>
                    <a:pt x="1367088" y="4319959"/>
                  </a:lnTo>
                  <a:lnTo>
                    <a:pt x="1367182" y="4319959"/>
                  </a:lnTo>
                  <a:lnTo>
                    <a:pt x="1367275" y="4319959"/>
                  </a:lnTo>
                  <a:lnTo>
                    <a:pt x="1367368" y="4319959"/>
                  </a:lnTo>
                  <a:lnTo>
                    <a:pt x="1367461" y="4319959"/>
                  </a:lnTo>
                  <a:lnTo>
                    <a:pt x="1367555" y="4319959"/>
                  </a:lnTo>
                  <a:lnTo>
                    <a:pt x="1367648" y="4319959"/>
                  </a:lnTo>
                  <a:lnTo>
                    <a:pt x="1367741" y="4319959"/>
                  </a:lnTo>
                  <a:lnTo>
                    <a:pt x="1367834" y="4319959"/>
                  </a:lnTo>
                  <a:lnTo>
                    <a:pt x="1367928" y="4319959"/>
                  </a:lnTo>
                  <a:lnTo>
                    <a:pt x="1368021" y="4319959"/>
                  </a:lnTo>
                  <a:lnTo>
                    <a:pt x="1368114" y="4319959"/>
                  </a:lnTo>
                  <a:lnTo>
                    <a:pt x="1368207" y="4319959"/>
                  </a:lnTo>
                  <a:lnTo>
                    <a:pt x="1368301" y="4319959"/>
                  </a:lnTo>
                  <a:lnTo>
                    <a:pt x="1368394" y="4319959"/>
                  </a:lnTo>
                  <a:lnTo>
                    <a:pt x="1368487" y="4319959"/>
                  </a:lnTo>
                  <a:lnTo>
                    <a:pt x="1368580" y="4319959"/>
                  </a:lnTo>
                  <a:lnTo>
                    <a:pt x="1368674" y="4319959"/>
                  </a:lnTo>
                  <a:lnTo>
                    <a:pt x="1368767" y="4319959"/>
                  </a:lnTo>
                  <a:lnTo>
                    <a:pt x="1368860" y="4319959"/>
                  </a:lnTo>
                  <a:lnTo>
                    <a:pt x="1368953" y="4319959"/>
                  </a:lnTo>
                  <a:lnTo>
                    <a:pt x="1369047" y="4319959"/>
                  </a:lnTo>
                  <a:lnTo>
                    <a:pt x="1369140" y="4319959"/>
                  </a:lnTo>
                  <a:lnTo>
                    <a:pt x="1369233" y="4319959"/>
                  </a:lnTo>
                  <a:lnTo>
                    <a:pt x="1369326" y="4319959"/>
                  </a:lnTo>
                  <a:lnTo>
                    <a:pt x="1369420" y="4319959"/>
                  </a:lnTo>
                  <a:lnTo>
                    <a:pt x="1369513" y="4319959"/>
                  </a:lnTo>
                  <a:lnTo>
                    <a:pt x="1369606" y="4319959"/>
                  </a:lnTo>
                  <a:lnTo>
                    <a:pt x="1369699" y="4319959"/>
                  </a:lnTo>
                  <a:lnTo>
                    <a:pt x="1369793" y="4319959"/>
                  </a:lnTo>
                  <a:lnTo>
                    <a:pt x="1369886" y="4319959"/>
                  </a:lnTo>
                  <a:lnTo>
                    <a:pt x="1369979" y="4319959"/>
                  </a:lnTo>
                  <a:lnTo>
                    <a:pt x="1370072" y="4319959"/>
                  </a:lnTo>
                  <a:lnTo>
                    <a:pt x="1370166" y="4319959"/>
                  </a:lnTo>
                  <a:lnTo>
                    <a:pt x="1370259" y="4319959"/>
                  </a:lnTo>
                  <a:lnTo>
                    <a:pt x="1370352" y="4319959"/>
                  </a:lnTo>
                  <a:lnTo>
                    <a:pt x="1370445" y="4319959"/>
                  </a:lnTo>
                  <a:lnTo>
                    <a:pt x="1370539" y="4319959"/>
                  </a:lnTo>
                  <a:lnTo>
                    <a:pt x="1370632" y="4319959"/>
                  </a:lnTo>
                  <a:lnTo>
                    <a:pt x="1370725" y="4319959"/>
                  </a:lnTo>
                  <a:lnTo>
                    <a:pt x="1370818" y="4319959"/>
                  </a:lnTo>
                  <a:lnTo>
                    <a:pt x="1370912" y="4319959"/>
                  </a:lnTo>
                  <a:lnTo>
                    <a:pt x="1371005" y="4319959"/>
                  </a:lnTo>
                  <a:lnTo>
                    <a:pt x="1371098" y="4319959"/>
                  </a:lnTo>
                  <a:lnTo>
                    <a:pt x="1371191" y="4319959"/>
                  </a:lnTo>
                  <a:lnTo>
                    <a:pt x="1371285" y="4319959"/>
                  </a:lnTo>
                  <a:lnTo>
                    <a:pt x="1371378" y="4319959"/>
                  </a:lnTo>
                  <a:lnTo>
                    <a:pt x="1371471" y="4319959"/>
                  </a:lnTo>
                  <a:lnTo>
                    <a:pt x="1371564" y="4319959"/>
                  </a:lnTo>
                  <a:lnTo>
                    <a:pt x="1371658" y="4319959"/>
                  </a:lnTo>
                  <a:lnTo>
                    <a:pt x="1371751" y="4319959"/>
                  </a:lnTo>
                  <a:lnTo>
                    <a:pt x="1371844" y="4319959"/>
                  </a:lnTo>
                  <a:lnTo>
                    <a:pt x="1371937" y="4319959"/>
                  </a:lnTo>
                  <a:lnTo>
                    <a:pt x="1372031" y="4319959"/>
                  </a:lnTo>
                  <a:lnTo>
                    <a:pt x="1372124" y="4319959"/>
                  </a:lnTo>
                  <a:lnTo>
                    <a:pt x="1372217" y="4319959"/>
                  </a:lnTo>
                  <a:lnTo>
                    <a:pt x="1372310" y="4319959"/>
                  </a:lnTo>
                  <a:lnTo>
                    <a:pt x="1372404" y="4319959"/>
                  </a:lnTo>
                  <a:lnTo>
                    <a:pt x="1372497" y="4319959"/>
                  </a:lnTo>
                  <a:lnTo>
                    <a:pt x="1372590" y="4319959"/>
                  </a:lnTo>
                  <a:lnTo>
                    <a:pt x="1372683" y="4319959"/>
                  </a:lnTo>
                  <a:lnTo>
                    <a:pt x="1372777" y="4319959"/>
                  </a:lnTo>
                  <a:lnTo>
                    <a:pt x="1372870" y="4319959"/>
                  </a:lnTo>
                  <a:lnTo>
                    <a:pt x="1372963" y="4319959"/>
                  </a:lnTo>
                  <a:lnTo>
                    <a:pt x="1373056" y="4319959"/>
                  </a:lnTo>
                  <a:lnTo>
                    <a:pt x="1373150" y="4319959"/>
                  </a:lnTo>
                  <a:lnTo>
                    <a:pt x="1373243" y="4319959"/>
                  </a:lnTo>
                  <a:lnTo>
                    <a:pt x="1373336" y="4319959"/>
                  </a:lnTo>
                  <a:lnTo>
                    <a:pt x="1373429" y="4319959"/>
                  </a:lnTo>
                  <a:lnTo>
                    <a:pt x="1373523" y="4319959"/>
                  </a:lnTo>
                  <a:lnTo>
                    <a:pt x="1373616" y="4319959"/>
                  </a:lnTo>
                  <a:lnTo>
                    <a:pt x="1373709" y="4319959"/>
                  </a:lnTo>
                  <a:lnTo>
                    <a:pt x="1373802" y="4319959"/>
                  </a:lnTo>
                  <a:lnTo>
                    <a:pt x="1373895" y="4319959"/>
                  </a:lnTo>
                  <a:lnTo>
                    <a:pt x="1373989" y="4319959"/>
                  </a:lnTo>
                  <a:lnTo>
                    <a:pt x="1374082" y="4319959"/>
                  </a:lnTo>
                  <a:lnTo>
                    <a:pt x="1374175" y="4319959"/>
                  </a:lnTo>
                  <a:lnTo>
                    <a:pt x="1374268" y="4319959"/>
                  </a:lnTo>
                  <a:lnTo>
                    <a:pt x="1374362" y="4319959"/>
                  </a:lnTo>
                  <a:lnTo>
                    <a:pt x="1374455" y="4319959"/>
                  </a:lnTo>
                  <a:lnTo>
                    <a:pt x="1374548" y="4319959"/>
                  </a:lnTo>
                  <a:lnTo>
                    <a:pt x="1374641" y="4319959"/>
                  </a:lnTo>
                  <a:lnTo>
                    <a:pt x="1374735" y="4319959"/>
                  </a:lnTo>
                  <a:lnTo>
                    <a:pt x="1374828" y="4319959"/>
                  </a:lnTo>
                  <a:lnTo>
                    <a:pt x="1374921" y="4319959"/>
                  </a:lnTo>
                  <a:lnTo>
                    <a:pt x="1375014" y="4319959"/>
                  </a:lnTo>
                  <a:lnTo>
                    <a:pt x="1375108" y="4319959"/>
                  </a:lnTo>
                  <a:lnTo>
                    <a:pt x="1375201" y="4319959"/>
                  </a:lnTo>
                  <a:lnTo>
                    <a:pt x="1375294" y="4319959"/>
                  </a:lnTo>
                  <a:lnTo>
                    <a:pt x="1375387" y="4319959"/>
                  </a:lnTo>
                  <a:lnTo>
                    <a:pt x="1375481" y="4319959"/>
                  </a:lnTo>
                  <a:lnTo>
                    <a:pt x="1375574" y="4319959"/>
                  </a:lnTo>
                  <a:lnTo>
                    <a:pt x="1375667" y="4319959"/>
                  </a:lnTo>
                  <a:lnTo>
                    <a:pt x="1375760" y="4319959"/>
                  </a:lnTo>
                  <a:lnTo>
                    <a:pt x="1375854" y="4319959"/>
                  </a:lnTo>
                  <a:lnTo>
                    <a:pt x="1375947" y="4319959"/>
                  </a:lnTo>
                  <a:lnTo>
                    <a:pt x="1376040" y="4319959"/>
                  </a:lnTo>
                  <a:lnTo>
                    <a:pt x="1376133" y="4319959"/>
                  </a:lnTo>
                  <a:lnTo>
                    <a:pt x="1376227" y="4319959"/>
                  </a:lnTo>
                  <a:lnTo>
                    <a:pt x="1376320" y="4319959"/>
                  </a:lnTo>
                  <a:lnTo>
                    <a:pt x="1376413" y="4319959"/>
                  </a:lnTo>
                  <a:lnTo>
                    <a:pt x="1376506" y="4319959"/>
                  </a:lnTo>
                  <a:lnTo>
                    <a:pt x="1376600" y="4319959"/>
                  </a:lnTo>
                  <a:lnTo>
                    <a:pt x="1376693" y="4319959"/>
                  </a:lnTo>
                  <a:lnTo>
                    <a:pt x="1376786" y="4319959"/>
                  </a:lnTo>
                  <a:lnTo>
                    <a:pt x="1376879" y="4319959"/>
                  </a:lnTo>
                  <a:lnTo>
                    <a:pt x="1376973" y="4319959"/>
                  </a:lnTo>
                  <a:lnTo>
                    <a:pt x="1377066" y="4319959"/>
                  </a:lnTo>
                  <a:lnTo>
                    <a:pt x="1377159" y="4319959"/>
                  </a:lnTo>
                  <a:lnTo>
                    <a:pt x="1377252" y="4319959"/>
                  </a:lnTo>
                  <a:lnTo>
                    <a:pt x="1377346" y="4319959"/>
                  </a:lnTo>
                  <a:lnTo>
                    <a:pt x="1377439" y="4319959"/>
                  </a:lnTo>
                  <a:lnTo>
                    <a:pt x="1377532" y="4319959"/>
                  </a:lnTo>
                  <a:lnTo>
                    <a:pt x="1377625" y="4319959"/>
                  </a:lnTo>
                  <a:lnTo>
                    <a:pt x="1377719" y="4319959"/>
                  </a:lnTo>
                  <a:lnTo>
                    <a:pt x="1377812" y="4319959"/>
                  </a:lnTo>
                  <a:lnTo>
                    <a:pt x="1377905" y="4319959"/>
                  </a:lnTo>
                  <a:lnTo>
                    <a:pt x="1377998" y="4319959"/>
                  </a:lnTo>
                  <a:lnTo>
                    <a:pt x="1378092" y="4319959"/>
                  </a:lnTo>
                  <a:lnTo>
                    <a:pt x="1378185" y="4319959"/>
                  </a:lnTo>
                  <a:lnTo>
                    <a:pt x="1378278" y="4319959"/>
                  </a:lnTo>
                  <a:lnTo>
                    <a:pt x="1378371" y="4319959"/>
                  </a:lnTo>
                  <a:lnTo>
                    <a:pt x="1378465" y="4319959"/>
                  </a:lnTo>
                  <a:lnTo>
                    <a:pt x="1378558" y="4319959"/>
                  </a:lnTo>
                  <a:lnTo>
                    <a:pt x="1378651" y="4319959"/>
                  </a:lnTo>
                  <a:lnTo>
                    <a:pt x="1378744" y="4319959"/>
                  </a:lnTo>
                  <a:lnTo>
                    <a:pt x="1378838" y="4319959"/>
                  </a:lnTo>
                  <a:lnTo>
                    <a:pt x="1378931" y="4319959"/>
                  </a:lnTo>
                  <a:lnTo>
                    <a:pt x="1379024" y="4319959"/>
                  </a:lnTo>
                  <a:lnTo>
                    <a:pt x="1379117" y="4319959"/>
                  </a:lnTo>
                  <a:lnTo>
                    <a:pt x="1379211" y="4319959"/>
                  </a:lnTo>
                  <a:lnTo>
                    <a:pt x="1379304" y="4319959"/>
                  </a:lnTo>
                  <a:lnTo>
                    <a:pt x="1379304" y="4310005"/>
                  </a:lnTo>
                  <a:lnTo>
                    <a:pt x="1379397" y="4310005"/>
                  </a:lnTo>
                  <a:lnTo>
                    <a:pt x="1379490" y="4310005"/>
                  </a:lnTo>
                  <a:lnTo>
                    <a:pt x="1379584" y="4310005"/>
                  </a:lnTo>
                  <a:lnTo>
                    <a:pt x="1379677" y="4310005"/>
                  </a:lnTo>
                  <a:lnTo>
                    <a:pt x="1379770" y="4310005"/>
                  </a:lnTo>
                  <a:lnTo>
                    <a:pt x="1379863" y="4310005"/>
                  </a:lnTo>
                  <a:lnTo>
                    <a:pt x="1379957" y="4310005"/>
                  </a:lnTo>
                  <a:lnTo>
                    <a:pt x="1380050" y="4310005"/>
                  </a:lnTo>
                  <a:lnTo>
                    <a:pt x="1380143" y="4310005"/>
                  </a:lnTo>
                  <a:lnTo>
                    <a:pt x="1380236" y="4310005"/>
                  </a:lnTo>
                  <a:lnTo>
                    <a:pt x="1380330" y="4310005"/>
                  </a:lnTo>
                  <a:lnTo>
                    <a:pt x="1380423" y="4310005"/>
                  </a:lnTo>
                  <a:lnTo>
                    <a:pt x="1380516" y="4310005"/>
                  </a:lnTo>
                  <a:lnTo>
                    <a:pt x="1380609" y="4310005"/>
                  </a:lnTo>
                  <a:lnTo>
                    <a:pt x="1380702" y="4310005"/>
                  </a:lnTo>
                  <a:lnTo>
                    <a:pt x="1380796" y="4310005"/>
                  </a:lnTo>
                  <a:lnTo>
                    <a:pt x="1380889" y="4310005"/>
                  </a:lnTo>
                  <a:lnTo>
                    <a:pt x="1380982" y="4310005"/>
                  </a:lnTo>
                  <a:lnTo>
                    <a:pt x="1381075" y="4310005"/>
                  </a:lnTo>
                  <a:lnTo>
                    <a:pt x="1381169" y="4310005"/>
                  </a:lnTo>
                  <a:lnTo>
                    <a:pt x="1381262" y="4310005"/>
                  </a:lnTo>
                  <a:lnTo>
                    <a:pt x="1381355" y="4310005"/>
                  </a:lnTo>
                  <a:lnTo>
                    <a:pt x="1381448" y="4310005"/>
                  </a:lnTo>
                  <a:lnTo>
                    <a:pt x="1381542" y="4310005"/>
                  </a:lnTo>
                  <a:lnTo>
                    <a:pt x="1381635" y="4310005"/>
                  </a:lnTo>
                  <a:lnTo>
                    <a:pt x="1381728" y="4310005"/>
                  </a:lnTo>
                  <a:lnTo>
                    <a:pt x="1381821" y="4310005"/>
                  </a:lnTo>
                  <a:lnTo>
                    <a:pt x="1381915" y="4310005"/>
                  </a:lnTo>
                  <a:lnTo>
                    <a:pt x="1382008" y="4310005"/>
                  </a:lnTo>
                  <a:lnTo>
                    <a:pt x="1382101" y="4310005"/>
                  </a:lnTo>
                  <a:lnTo>
                    <a:pt x="1382194" y="4310005"/>
                  </a:lnTo>
                  <a:lnTo>
                    <a:pt x="1382288" y="4310005"/>
                  </a:lnTo>
                  <a:lnTo>
                    <a:pt x="1382381" y="4310005"/>
                  </a:lnTo>
                  <a:lnTo>
                    <a:pt x="1382474" y="4310005"/>
                  </a:lnTo>
                  <a:lnTo>
                    <a:pt x="1382567" y="4310005"/>
                  </a:lnTo>
                  <a:lnTo>
                    <a:pt x="1382661" y="4310005"/>
                  </a:lnTo>
                  <a:lnTo>
                    <a:pt x="1382754" y="4310005"/>
                  </a:lnTo>
                  <a:lnTo>
                    <a:pt x="1382847" y="4310005"/>
                  </a:lnTo>
                  <a:lnTo>
                    <a:pt x="1382940" y="4310005"/>
                  </a:lnTo>
                  <a:lnTo>
                    <a:pt x="1383034" y="4310005"/>
                  </a:lnTo>
                  <a:lnTo>
                    <a:pt x="1383127" y="4310005"/>
                  </a:lnTo>
                  <a:lnTo>
                    <a:pt x="1383220" y="4310005"/>
                  </a:lnTo>
                  <a:lnTo>
                    <a:pt x="1383313" y="4310005"/>
                  </a:lnTo>
                  <a:lnTo>
                    <a:pt x="1383407" y="4310005"/>
                  </a:lnTo>
                  <a:lnTo>
                    <a:pt x="1383500" y="4310005"/>
                  </a:lnTo>
                  <a:lnTo>
                    <a:pt x="1383593" y="4310005"/>
                  </a:lnTo>
                  <a:lnTo>
                    <a:pt x="1383686" y="4310005"/>
                  </a:lnTo>
                  <a:lnTo>
                    <a:pt x="1383780" y="4310005"/>
                  </a:lnTo>
                  <a:lnTo>
                    <a:pt x="1383873" y="4310005"/>
                  </a:lnTo>
                  <a:lnTo>
                    <a:pt x="1383966" y="4310005"/>
                  </a:lnTo>
                  <a:lnTo>
                    <a:pt x="1384059" y="4310005"/>
                  </a:lnTo>
                  <a:lnTo>
                    <a:pt x="1384153" y="4310005"/>
                  </a:lnTo>
                  <a:lnTo>
                    <a:pt x="1384246" y="4310005"/>
                  </a:lnTo>
                  <a:lnTo>
                    <a:pt x="1384339" y="4310005"/>
                  </a:lnTo>
                  <a:lnTo>
                    <a:pt x="1384432" y="4310005"/>
                  </a:lnTo>
                  <a:lnTo>
                    <a:pt x="1384526" y="4310005"/>
                  </a:lnTo>
                  <a:lnTo>
                    <a:pt x="1384619" y="4310005"/>
                  </a:lnTo>
                  <a:lnTo>
                    <a:pt x="1384712" y="4310005"/>
                  </a:lnTo>
                  <a:lnTo>
                    <a:pt x="1384805" y="4310005"/>
                  </a:lnTo>
                  <a:lnTo>
                    <a:pt x="1384899" y="4310005"/>
                  </a:lnTo>
                  <a:lnTo>
                    <a:pt x="1384992" y="4310005"/>
                  </a:lnTo>
                  <a:lnTo>
                    <a:pt x="1385085" y="4310005"/>
                  </a:lnTo>
                  <a:lnTo>
                    <a:pt x="1385178" y="4310005"/>
                  </a:lnTo>
                  <a:lnTo>
                    <a:pt x="1385272" y="4310005"/>
                  </a:lnTo>
                  <a:lnTo>
                    <a:pt x="1385365" y="4310005"/>
                  </a:lnTo>
                  <a:lnTo>
                    <a:pt x="1385458" y="4310005"/>
                  </a:lnTo>
                  <a:lnTo>
                    <a:pt x="1385551" y="4310005"/>
                  </a:lnTo>
                  <a:lnTo>
                    <a:pt x="1385645" y="4310005"/>
                  </a:lnTo>
                  <a:lnTo>
                    <a:pt x="1385738" y="4310005"/>
                  </a:lnTo>
                  <a:lnTo>
                    <a:pt x="1385831" y="4310005"/>
                  </a:lnTo>
                  <a:lnTo>
                    <a:pt x="1385924" y="4310005"/>
                  </a:lnTo>
                  <a:lnTo>
                    <a:pt x="1386018" y="4310005"/>
                  </a:lnTo>
                  <a:lnTo>
                    <a:pt x="1386111" y="4310005"/>
                  </a:lnTo>
                  <a:lnTo>
                    <a:pt x="1386204" y="4310005"/>
                  </a:lnTo>
                  <a:lnTo>
                    <a:pt x="1386297" y="4310005"/>
                  </a:lnTo>
                  <a:lnTo>
                    <a:pt x="1386391" y="4310005"/>
                  </a:lnTo>
                  <a:lnTo>
                    <a:pt x="1386484" y="4310005"/>
                  </a:lnTo>
                  <a:lnTo>
                    <a:pt x="1386577" y="4310005"/>
                  </a:lnTo>
                  <a:lnTo>
                    <a:pt x="1386670" y="4310005"/>
                  </a:lnTo>
                  <a:lnTo>
                    <a:pt x="1386764" y="4310005"/>
                  </a:lnTo>
                  <a:lnTo>
                    <a:pt x="1386857" y="4310005"/>
                  </a:lnTo>
                  <a:lnTo>
                    <a:pt x="1386950" y="4310005"/>
                  </a:lnTo>
                  <a:lnTo>
                    <a:pt x="1387043" y="4310005"/>
                  </a:lnTo>
                  <a:lnTo>
                    <a:pt x="1387137" y="4310005"/>
                  </a:lnTo>
                  <a:lnTo>
                    <a:pt x="1387230" y="4310005"/>
                  </a:lnTo>
                  <a:lnTo>
                    <a:pt x="1387323" y="4310005"/>
                  </a:lnTo>
                  <a:lnTo>
                    <a:pt x="1387323" y="4300051"/>
                  </a:lnTo>
                  <a:lnTo>
                    <a:pt x="1387416" y="4300051"/>
                  </a:lnTo>
                  <a:lnTo>
                    <a:pt x="1387510" y="4300051"/>
                  </a:lnTo>
                  <a:lnTo>
                    <a:pt x="1387603" y="4300051"/>
                  </a:lnTo>
                  <a:lnTo>
                    <a:pt x="1387696" y="4300051"/>
                  </a:lnTo>
                  <a:lnTo>
                    <a:pt x="1387789" y="4300051"/>
                  </a:lnTo>
                  <a:lnTo>
                    <a:pt x="1387882" y="4300051"/>
                  </a:lnTo>
                  <a:lnTo>
                    <a:pt x="1387976" y="4300051"/>
                  </a:lnTo>
                  <a:lnTo>
                    <a:pt x="1388069" y="4300051"/>
                  </a:lnTo>
                  <a:lnTo>
                    <a:pt x="1388162" y="4300051"/>
                  </a:lnTo>
                  <a:lnTo>
                    <a:pt x="1388255" y="4300051"/>
                  </a:lnTo>
                  <a:lnTo>
                    <a:pt x="1388349" y="4300051"/>
                  </a:lnTo>
                  <a:lnTo>
                    <a:pt x="1388442" y="4300051"/>
                  </a:lnTo>
                  <a:lnTo>
                    <a:pt x="1388535" y="4300051"/>
                  </a:lnTo>
                  <a:lnTo>
                    <a:pt x="1388628" y="4300051"/>
                  </a:lnTo>
                  <a:lnTo>
                    <a:pt x="1388722" y="4300051"/>
                  </a:lnTo>
                  <a:lnTo>
                    <a:pt x="1388815" y="4300051"/>
                  </a:lnTo>
                  <a:lnTo>
                    <a:pt x="1388908" y="4300051"/>
                  </a:lnTo>
                  <a:lnTo>
                    <a:pt x="1389001" y="4300051"/>
                  </a:lnTo>
                  <a:lnTo>
                    <a:pt x="1389095" y="4300051"/>
                  </a:lnTo>
                  <a:lnTo>
                    <a:pt x="1389188" y="4300051"/>
                  </a:lnTo>
                  <a:lnTo>
                    <a:pt x="1389281" y="4300051"/>
                  </a:lnTo>
                  <a:lnTo>
                    <a:pt x="1389374" y="4300051"/>
                  </a:lnTo>
                  <a:lnTo>
                    <a:pt x="1389468" y="4300051"/>
                  </a:lnTo>
                  <a:lnTo>
                    <a:pt x="1389561" y="4300051"/>
                  </a:lnTo>
                  <a:lnTo>
                    <a:pt x="1389654" y="4300051"/>
                  </a:lnTo>
                  <a:lnTo>
                    <a:pt x="1389747" y="4300051"/>
                  </a:lnTo>
                  <a:lnTo>
                    <a:pt x="1389841" y="4300051"/>
                  </a:lnTo>
                  <a:lnTo>
                    <a:pt x="1389934" y="4300051"/>
                  </a:lnTo>
                  <a:lnTo>
                    <a:pt x="1390027" y="4300051"/>
                  </a:lnTo>
                  <a:lnTo>
                    <a:pt x="1390120" y="4300051"/>
                  </a:lnTo>
                  <a:lnTo>
                    <a:pt x="1390214" y="4300051"/>
                  </a:lnTo>
                  <a:lnTo>
                    <a:pt x="1390214" y="4290097"/>
                  </a:lnTo>
                  <a:lnTo>
                    <a:pt x="1390307" y="4290097"/>
                  </a:lnTo>
                  <a:lnTo>
                    <a:pt x="1390400" y="4290097"/>
                  </a:lnTo>
                  <a:lnTo>
                    <a:pt x="1390493" y="4290097"/>
                  </a:lnTo>
                  <a:lnTo>
                    <a:pt x="1390587" y="4290097"/>
                  </a:lnTo>
                  <a:lnTo>
                    <a:pt x="1390680" y="4290097"/>
                  </a:lnTo>
                  <a:lnTo>
                    <a:pt x="1390773" y="4290097"/>
                  </a:lnTo>
                  <a:lnTo>
                    <a:pt x="1390866" y="4290097"/>
                  </a:lnTo>
                  <a:lnTo>
                    <a:pt x="1390960" y="4290097"/>
                  </a:lnTo>
                  <a:lnTo>
                    <a:pt x="1391053" y="4290097"/>
                  </a:lnTo>
                  <a:lnTo>
                    <a:pt x="1391146" y="4290097"/>
                  </a:lnTo>
                  <a:lnTo>
                    <a:pt x="1391239" y="4290097"/>
                  </a:lnTo>
                  <a:lnTo>
                    <a:pt x="1391333" y="4290097"/>
                  </a:lnTo>
                  <a:lnTo>
                    <a:pt x="1391426" y="4290097"/>
                  </a:lnTo>
                  <a:lnTo>
                    <a:pt x="1391519" y="4290097"/>
                  </a:lnTo>
                  <a:lnTo>
                    <a:pt x="1391519" y="4280143"/>
                  </a:lnTo>
                  <a:lnTo>
                    <a:pt x="1391612" y="4280143"/>
                  </a:lnTo>
                  <a:lnTo>
                    <a:pt x="1391706" y="4280143"/>
                  </a:lnTo>
                  <a:lnTo>
                    <a:pt x="1391799" y="4280143"/>
                  </a:lnTo>
                  <a:lnTo>
                    <a:pt x="1391892" y="4280143"/>
                  </a:lnTo>
                  <a:lnTo>
                    <a:pt x="1391985" y="4280143"/>
                  </a:lnTo>
                  <a:lnTo>
                    <a:pt x="1392079" y="4280143"/>
                  </a:lnTo>
                  <a:lnTo>
                    <a:pt x="1392079" y="4270189"/>
                  </a:lnTo>
                  <a:lnTo>
                    <a:pt x="1392172" y="4270189"/>
                  </a:lnTo>
                  <a:lnTo>
                    <a:pt x="1392265" y="4270189"/>
                  </a:lnTo>
                  <a:lnTo>
                    <a:pt x="1392358" y="4270189"/>
                  </a:lnTo>
                  <a:lnTo>
                    <a:pt x="1392452" y="4270189"/>
                  </a:lnTo>
                  <a:lnTo>
                    <a:pt x="1392545" y="4270189"/>
                  </a:lnTo>
                  <a:lnTo>
                    <a:pt x="1392638" y="4270189"/>
                  </a:lnTo>
                  <a:lnTo>
                    <a:pt x="1392731" y="4270189"/>
                  </a:lnTo>
                  <a:lnTo>
                    <a:pt x="1392825" y="4270189"/>
                  </a:lnTo>
                  <a:lnTo>
                    <a:pt x="1392918" y="4270189"/>
                  </a:lnTo>
                  <a:lnTo>
                    <a:pt x="1393011" y="4270189"/>
                  </a:lnTo>
                  <a:lnTo>
                    <a:pt x="1393104" y="4270189"/>
                  </a:lnTo>
                  <a:lnTo>
                    <a:pt x="1393198" y="4270189"/>
                  </a:lnTo>
                  <a:lnTo>
                    <a:pt x="1393291" y="4270189"/>
                  </a:lnTo>
                  <a:lnTo>
                    <a:pt x="1393384" y="4270189"/>
                  </a:lnTo>
                  <a:lnTo>
                    <a:pt x="1393477" y="4270189"/>
                  </a:lnTo>
                  <a:lnTo>
                    <a:pt x="1393571" y="4270189"/>
                  </a:lnTo>
                  <a:lnTo>
                    <a:pt x="1393571" y="4260236"/>
                  </a:lnTo>
                  <a:lnTo>
                    <a:pt x="1393664" y="4260236"/>
                  </a:lnTo>
                  <a:lnTo>
                    <a:pt x="1393757" y="4260236"/>
                  </a:lnTo>
                  <a:lnTo>
                    <a:pt x="1393850" y="4260236"/>
                  </a:lnTo>
                  <a:lnTo>
                    <a:pt x="1393944" y="4260236"/>
                  </a:lnTo>
                  <a:lnTo>
                    <a:pt x="1394037" y="4260236"/>
                  </a:lnTo>
                  <a:lnTo>
                    <a:pt x="1394130" y="4260236"/>
                  </a:lnTo>
                  <a:lnTo>
                    <a:pt x="1394223" y="4260236"/>
                  </a:lnTo>
                  <a:lnTo>
                    <a:pt x="1394317" y="4260236"/>
                  </a:lnTo>
                  <a:lnTo>
                    <a:pt x="1394410" y="4260236"/>
                  </a:lnTo>
                  <a:lnTo>
                    <a:pt x="1394503" y="4260236"/>
                  </a:lnTo>
                  <a:lnTo>
                    <a:pt x="1394596" y="4260236"/>
                  </a:lnTo>
                  <a:lnTo>
                    <a:pt x="1394689" y="4260236"/>
                  </a:lnTo>
                  <a:lnTo>
                    <a:pt x="1394783" y="4260236"/>
                  </a:lnTo>
                  <a:lnTo>
                    <a:pt x="1394876" y="4260236"/>
                  </a:lnTo>
                  <a:lnTo>
                    <a:pt x="1394969" y="4260236"/>
                  </a:lnTo>
                  <a:lnTo>
                    <a:pt x="1395062" y="4260236"/>
                  </a:lnTo>
                  <a:lnTo>
                    <a:pt x="1395156" y="4260236"/>
                  </a:lnTo>
                  <a:lnTo>
                    <a:pt x="1395249" y="4260236"/>
                  </a:lnTo>
                  <a:lnTo>
                    <a:pt x="1395342" y="4260236"/>
                  </a:lnTo>
                  <a:lnTo>
                    <a:pt x="1395435" y="4260236"/>
                  </a:lnTo>
                  <a:lnTo>
                    <a:pt x="1395529" y="4260236"/>
                  </a:lnTo>
                  <a:lnTo>
                    <a:pt x="1395622" y="4260236"/>
                  </a:lnTo>
                  <a:lnTo>
                    <a:pt x="1395715" y="4260236"/>
                  </a:lnTo>
                  <a:lnTo>
                    <a:pt x="1395808" y="4260236"/>
                  </a:lnTo>
                  <a:lnTo>
                    <a:pt x="1395902" y="4260236"/>
                  </a:lnTo>
                  <a:lnTo>
                    <a:pt x="1395995" y="4260236"/>
                  </a:lnTo>
                  <a:lnTo>
                    <a:pt x="1396088" y="4260236"/>
                  </a:lnTo>
                  <a:lnTo>
                    <a:pt x="1396181" y="4260236"/>
                  </a:lnTo>
                  <a:lnTo>
                    <a:pt x="1396275" y="4260236"/>
                  </a:lnTo>
                  <a:lnTo>
                    <a:pt x="1396368" y="4260236"/>
                  </a:lnTo>
                  <a:lnTo>
                    <a:pt x="1396461" y="4260236"/>
                  </a:lnTo>
                  <a:lnTo>
                    <a:pt x="1396554" y="4260236"/>
                  </a:lnTo>
                  <a:lnTo>
                    <a:pt x="1396648" y="4260236"/>
                  </a:lnTo>
                  <a:lnTo>
                    <a:pt x="1396741" y="4260236"/>
                  </a:lnTo>
                  <a:lnTo>
                    <a:pt x="1396834" y="4260236"/>
                  </a:lnTo>
                  <a:lnTo>
                    <a:pt x="1396927" y="4260236"/>
                  </a:lnTo>
                  <a:lnTo>
                    <a:pt x="1397021" y="4260236"/>
                  </a:lnTo>
                  <a:lnTo>
                    <a:pt x="1397114" y="4260236"/>
                  </a:lnTo>
                  <a:lnTo>
                    <a:pt x="1397207" y="4260236"/>
                  </a:lnTo>
                  <a:lnTo>
                    <a:pt x="1397300" y="4260236"/>
                  </a:lnTo>
                  <a:lnTo>
                    <a:pt x="1397394" y="4260236"/>
                  </a:lnTo>
                  <a:lnTo>
                    <a:pt x="1397487" y="4260236"/>
                  </a:lnTo>
                  <a:lnTo>
                    <a:pt x="1397580" y="4260236"/>
                  </a:lnTo>
                  <a:lnTo>
                    <a:pt x="1397673" y="4260236"/>
                  </a:lnTo>
                  <a:lnTo>
                    <a:pt x="1397767" y="4260236"/>
                  </a:lnTo>
                  <a:lnTo>
                    <a:pt x="1397860" y="4260236"/>
                  </a:lnTo>
                  <a:lnTo>
                    <a:pt x="1397953" y="4260236"/>
                  </a:lnTo>
                  <a:lnTo>
                    <a:pt x="1398046" y="4260236"/>
                  </a:lnTo>
                  <a:lnTo>
                    <a:pt x="1398140" y="4260236"/>
                  </a:lnTo>
                  <a:lnTo>
                    <a:pt x="1398233" y="4260236"/>
                  </a:lnTo>
                  <a:lnTo>
                    <a:pt x="1398326" y="4260236"/>
                  </a:lnTo>
                  <a:lnTo>
                    <a:pt x="1398419" y="4260236"/>
                  </a:lnTo>
                  <a:lnTo>
                    <a:pt x="1398513" y="4260236"/>
                  </a:lnTo>
                  <a:lnTo>
                    <a:pt x="1398606" y="4260236"/>
                  </a:lnTo>
                  <a:lnTo>
                    <a:pt x="1398699" y="4260236"/>
                  </a:lnTo>
                  <a:lnTo>
                    <a:pt x="1398792" y="4260236"/>
                  </a:lnTo>
                  <a:lnTo>
                    <a:pt x="1398886" y="4260236"/>
                  </a:lnTo>
                  <a:lnTo>
                    <a:pt x="1398979" y="4260236"/>
                  </a:lnTo>
                  <a:lnTo>
                    <a:pt x="1399072" y="4260236"/>
                  </a:lnTo>
                  <a:lnTo>
                    <a:pt x="1399165" y="4260236"/>
                  </a:lnTo>
                  <a:lnTo>
                    <a:pt x="1399259" y="4260236"/>
                  </a:lnTo>
                  <a:lnTo>
                    <a:pt x="1399352" y="4260236"/>
                  </a:lnTo>
                  <a:lnTo>
                    <a:pt x="1399445" y="4260236"/>
                  </a:lnTo>
                  <a:lnTo>
                    <a:pt x="1399538" y="4260236"/>
                  </a:lnTo>
                  <a:lnTo>
                    <a:pt x="1399632" y="4260236"/>
                  </a:lnTo>
                  <a:lnTo>
                    <a:pt x="1399725" y="4260236"/>
                  </a:lnTo>
                  <a:lnTo>
                    <a:pt x="1399818" y="4260236"/>
                  </a:lnTo>
                  <a:lnTo>
                    <a:pt x="1399911" y="4260236"/>
                  </a:lnTo>
                  <a:lnTo>
                    <a:pt x="1400005" y="4260236"/>
                  </a:lnTo>
                  <a:lnTo>
                    <a:pt x="1400098" y="4260236"/>
                  </a:lnTo>
                  <a:lnTo>
                    <a:pt x="1400191" y="4260236"/>
                  </a:lnTo>
                  <a:lnTo>
                    <a:pt x="1400284" y="4260236"/>
                  </a:lnTo>
                  <a:lnTo>
                    <a:pt x="1400378" y="4260236"/>
                  </a:lnTo>
                  <a:lnTo>
                    <a:pt x="1400471" y="4260236"/>
                  </a:lnTo>
                  <a:lnTo>
                    <a:pt x="1400564" y="4260236"/>
                  </a:lnTo>
                  <a:lnTo>
                    <a:pt x="1400657" y="4260236"/>
                  </a:lnTo>
                  <a:lnTo>
                    <a:pt x="1400751" y="4260236"/>
                  </a:lnTo>
                  <a:lnTo>
                    <a:pt x="1400751" y="4250282"/>
                  </a:lnTo>
                  <a:lnTo>
                    <a:pt x="1400844" y="4250282"/>
                  </a:lnTo>
                  <a:lnTo>
                    <a:pt x="1400937" y="4250282"/>
                  </a:lnTo>
                  <a:lnTo>
                    <a:pt x="1401030" y="4250282"/>
                  </a:lnTo>
                  <a:lnTo>
                    <a:pt x="1401124" y="4250282"/>
                  </a:lnTo>
                  <a:lnTo>
                    <a:pt x="1401217" y="4250282"/>
                  </a:lnTo>
                  <a:lnTo>
                    <a:pt x="1401310" y="4250282"/>
                  </a:lnTo>
                  <a:lnTo>
                    <a:pt x="1401403" y="4250282"/>
                  </a:lnTo>
                  <a:lnTo>
                    <a:pt x="1401496" y="4250282"/>
                  </a:lnTo>
                  <a:lnTo>
                    <a:pt x="1401590" y="4250282"/>
                  </a:lnTo>
                  <a:lnTo>
                    <a:pt x="1401683" y="4250282"/>
                  </a:lnTo>
                  <a:lnTo>
                    <a:pt x="1401776" y="4250282"/>
                  </a:lnTo>
                  <a:lnTo>
                    <a:pt x="1401869" y="4250282"/>
                  </a:lnTo>
                  <a:lnTo>
                    <a:pt x="1401963" y="4250282"/>
                  </a:lnTo>
                  <a:lnTo>
                    <a:pt x="1402056" y="4250282"/>
                  </a:lnTo>
                  <a:lnTo>
                    <a:pt x="1402149" y="4250282"/>
                  </a:lnTo>
                  <a:lnTo>
                    <a:pt x="1402242" y="4250282"/>
                  </a:lnTo>
                  <a:lnTo>
                    <a:pt x="1402336" y="4250282"/>
                  </a:lnTo>
                  <a:lnTo>
                    <a:pt x="1402429" y="4250282"/>
                  </a:lnTo>
                  <a:lnTo>
                    <a:pt x="1402522" y="4250282"/>
                  </a:lnTo>
                  <a:lnTo>
                    <a:pt x="1402615" y="4250282"/>
                  </a:lnTo>
                  <a:lnTo>
                    <a:pt x="1402709" y="4250282"/>
                  </a:lnTo>
                  <a:lnTo>
                    <a:pt x="1402802" y="4250282"/>
                  </a:lnTo>
                  <a:lnTo>
                    <a:pt x="1402895" y="4250282"/>
                  </a:lnTo>
                  <a:lnTo>
                    <a:pt x="1402988" y="4250282"/>
                  </a:lnTo>
                  <a:lnTo>
                    <a:pt x="1403082" y="4250282"/>
                  </a:lnTo>
                  <a:lnTo>
                    <a:pt x="1403175" y="4250282"/>
                  </a:lnTo>
                  <a:lnTo>
                    <a:pt x="1403268" y="4250282"/>
                  </a:lnTo>
                  <a:lnTo>
                    <a:pt x="1403361" y="4250282"/>
                  </a:lnTo>
                  <a:lnTo>
                    <a:pt x="1403455" y="4250282"/>
                  </a:lnTo>
                  <a:lnTo>
                    <a:pt x="1403548" y="4250282"/>
                  </a:lnTo>
                  <a:lnTo>
                    <a:pt x="1403641" y="4250282"/>
                  </a:lnTo>
                  <a:lnTo>
                    <a:pt x="1403734" y="4250282"/>
                  </a:lnTo>
                  <a:lnTo>
                    <a:pt x="1403828" y="4250282"/>
                  </a:lnTo>
                  <a:lnTo>
                    <a:pt x="1403921" y="4250282"/>
                  </a:lnTo>
                  <a:lnTo>
                    <a:pt x="1404014" y="4250282"/>
                  </a:lnTo>
                  <a:lnTo>
                    <a:pt x="1404107" y="4250282"/>
                  </a:lnTo>
                  <a:lnTo>
                    <a:pt x="1404201" y="4250282"/>
                  </a:lnTo>
                  <a:lnTo>
                    <a:pt x="1404294" y="4250282"/>
                  </a:lnTo>
                  <a:lnTo>
                    <a:pt x="1404387" y="4250282"/>
                  </a:lnTo>
                  <a:lnTo>
                    <a:pt x="1404480" y="4250282"/>
                  </a:lnTo>
                  <a:lnTo>
                    <a:pt x="1404574" y="4250282"/>
                  </a:lnTo>
                  <a:lnTo>
                    <a:pt x="1404667" y="4250282"/>
                  </a:lnTo>
                  <a:lnTo>
                    <a:pt x="1404760" y="4250282"/>
                  </a:lnTo>
                  <a:lnTo>
                    <a:pt x="1404853" y="4250282"/>
                  </a:lnTo>
                  <a:lnTo>
                    <a:pt x="1404947" y="4250282"/>
                  </a:lnTo>
                  <a:lnTo>
                    <a:pt x="1405040" y="4250282"/>
                  </a:lnTo>
                  <a:lnTo>
                    <a:pt x="1405133" y="4250282"/>
                  </a:lnTo>
                  <a:lnTo>
                    <a:pt x="1405226" y="4250282"/>
                  </a:lnTo>
                  <a:lnTo>
                    <a:pt x="1405320" y="4250282"/>
                  </a:lnTo>
                  <a:lnTo>
                    <a:pt x="1405413" y="4250282"/>
                  </a:lnTo>
                  <a:lnTo>
                    <a:pt x="1405506" y="4250282"/>
                  </a:lnTo>
                  <a:lnTo>
                    <a:pt x="1405599" y="4250282"/>
                  </a:lnTo>
                  <a:lnTo>
                    <a:pt x="1405599" y="4240328"/>
                  </a:lnTo>
                  <a:lnTo>
                    <a:pt x="1405693" y="4240328"/>
                  </a:lnTo>
                  <a:lnTo>
                    <a:pt x="1405693" y="4230374"/>
                  </a:lnTo>
                  <a:lnTo>
                    <a:pt x="1405786" y="4230374"/>
                  </a:lnTo>
                  <a:lnTo>
                    <a:pt x="1405879" y="4230374"/>
                  </a:lnTo>
                  <a:lnTo>
                    <a:pt x="1405972" y="4230374"/>
                  </a:lnTo>
                  <a:lnTo>
                    <a:pt x="1406066" y="4230374"/>
                  </a:lnTo>
                  <a:lnTo>
                    <a:pt x="1406159" y="4230374"/>
                  </a:lnTo>
                  <a:lnTo>
                    <a:pt x="1406252" y="4230374"/>
                  </a:lnTo>
                  <a:lnTo>
                    <a:pt x="1406345" y="4230374"/>
                  </a:lnTo>
                  <a:lnTo>
                    <a:pt x="1406439" y="4230374"/>
                  </a:lnTo>
                  <a:lnTo>
                    <a:pt x="1406532" y="4230374"/>
                  </a:lnTo>
                  <a:lnTo>
                    <a:pt x="1406625" y="4230374"/>
                  </a:lnTo>
                  <a:lnTo>
                    <a:pt x="1406718" y="4230374"/>
                  </a:lnTo>
                  <a:lnTo>
                    <a:pt x="1406812" y="4230374"/>
                  </a:lnTo>
                  <a:lnTo>
                    <a:pt x="1406905" y="4230374"/>
                  </a:lnTo>
                  <a:lnTo>
                    <a:pt x="1406998" y="4230374"/>
                  </a:lnTo>
                  <a:lnTo>
                    <a:pt x="1407091" y="4230374"/>
                  </a:lnTo>
                  <a:lnTo>
                    <a:pt x="1407185" y="4230374"/>
                  </a:lnTo>
                  <a:lnTo>
                    <a:pt x="1407278" y="4230374"/>
                  </a:lnTo>
                  <a:lnTo>
                    <a:pt x="1407371" y="4230374"/>
                  </a:lnTo>
                  <a:lnTo>
                    <a:pt x="1407464" y="4230374"/>
                  </a:lnTo>
                  <a:lnTo>
                    <a:pt x="1407558" y="4230374"/>
                  </a:lnTo>
                  <a:lnTo>
                    <a:pt x="1407651" y="4230374"/>
                  </a:lnTo>
                  <a:lnTo>
                    <a:pt x="1407744" y="4230374"/>
                  </a:lnTo>
                  <a:lnTo>
                    <a:pt x="1407837" y="4230374"/>
                  </a:lnTo>
                  <a:lnTo>
                    <a:pt x="1407931" y="4230374"/>
                  </a:lnTo>
                  <a:lnTo>
                    <a:pt x="1408024" y="4230374"/>
                  </a:lnTo>
                  <a:lnTo>
                    <a:pt x="1408117" y="4230374"/>
                  </a:lnTo>
                  <a:lnTo>
                    <a:pt x="1408210" y="4230374"/>
                  </a:lnTo>
                  <a:lnTo>
                    <a:pt x="1408304" y="4230374"/>
                  </a:lnTo>
                  <a:lnTo>
                    <a:pt x="1408397" y="4230374"/>
                  </a:lnTo>
                  <a:lnTo>
                    <a:pt x="1408490" y="4230374"/>
                  </a:lnTo>
                  <a:lnTo>
                    <a:pt x="1408583" y="4230374"/>
                  </a:lnTo>
                  <a:lnTo>
                    <a:pt x="1408676" y="4230374"/>
                  </a:lnTo>
                  <a:lnTo>
                    <a:pt x="1408770" y="4230374"/>
                  </a:lnTo>
                  <a:lnTo>
                    <a:pt x="1408863" y="4230374"/>
                  </a:lnTo>
                  <a:lnTo>
                    <a:pt x="1408956" y="4230374"/>
                  </a:lnTo>
                  <a:lnTo>
                    <a:pt x="1409049" y="4230374"/>
                  </a:lnTo>
                  <a:lnTo>
                    <a:pt x="1409143" y="4230374"/>
                  </a:lnTo>
                  <a:lnTo>
                    <a:pt x="1409236" y="4230374"/>
                  </a:lnTo>
                  <a:lnTo>
                    <a:pt x="1409329" y="4230374"/>
                  </a:lnTo>
                  <a:lnTo>
                    <a:pt x="1409422" y="4230374"/>
                  </a:lnTo>
                  <a:lnTo>
                    <a:pt x="1409516" y="4230374"/>
                  </a:lnTo>
                  <a:lnTo>
                    <a:pt x="1409609" y="4230374"/>
                  </a:lnTo>
                  <a:lnTo>
                    <a:pt x="1409702" y="4230374"/>
                  </a:lnTo>
                  <a:lnTo>
                    <a:pt x="1409795" y="4230374"/>
                  </a:lnTo>
                  <a:lnTo>
                    <a:pt x="1409889" y="4230374"/>
                  </a:lnTo>
                  <a:lnTo>
                    <a:pt x="1409982" y="4230374"/>
                  </a:lnTo>
                  <a:lnTo>
                    <a:pt x="1410075" y="4230374"/>
                  </a:lnTo>
                  <a:lnTo>
                    <a:pt x="1410168" y="4230374"/>
                  </a:lnTo>
                  <a:lnTo>
                    <a:pt x="1410262" y="4230374"/>
                  </a:lnTo>
                  <a:lnTo>
                    <a:pt x="1410355" y="4230374"/>
                  </a:lnTo>
                  <a:lnTo>
                    <a:pt x="1410448" y="4230374"/>
                  </a:lnTo>
                  <a:lnTo>
                    <a:pt x="1410541" y="4230374"/>
                  </a:lnTo>
                  <a:lnTo>
                    <a:pt x="1410635" y="4230374"/>
                  </a:lnTo>
                  <a:lnTo>
                    <a:pt x="1410728" y="4230374"/>
                  </a:lnTo>
                  <a:lnTo>
                    <a:pt x="1410821" y="4230374"/>
                  </a:lnTo>
                  <a:lnTo>
                    <a:pt x="1410914" y="4230374"/>
                  </a:lnTo>
                  <a:lnTo>
                    <a:pt x="1411008" y="4230374"/>
                  </a:lnTo>
                  <a:lnTo>
                    <a:pt x="1411101" y="4230374"/>
                  </a:lnTo>
                  <a:lnTo>
                    <a:pt x="1411194" y="4230374"/>
                  </a:lnTo>
                  <a:lnTo>
                    <a:pt x="1411287" y="4230374"/>
                  </a:lnTo>
                  <a:lnTo>
                    <a:pt x="1411381" y="4230374"/>
                  </a:lnTo>
                  <a:lnTo>
                    <a:pt x="1411474" y="4230374"/>
                  </a:lnTo>
                  <a:lnTo>
                    <a:pt x="1411567" y="4230374"/>
                  </a:lnTo>
                  <a:lnTo>
                    <a:pt x="1411660" y="4230374"/>
                  </a:lnTo>
                  <a:lnTo>
                    <a:pt x="1411754" y="4230374"/>
                  </a:lnTo>
                  <a:lnTo>
                    <a:pt x="1411847" y="4230374"/>
                  </a:lnTo>
                  <a:lnTo>
                    <a:pt x="1411940" y="4230374"/>
                  </a:lnTo>
                  <a:lnTo>
                    <a:pt x="1412033" y="4230374"/>
                  </a:lnTo>
                  <a:lnTo>
                    <a:pt x="1412127" y="4230374"/>
                  </a:lnTo>
                  <a:lnTo>
                    <a:pt x="1412220" y="4230374"/>
                  </a:lnTo>
                  <a:lnTo>
                    <a:pt x="1412313" y="4230374"/>
                  </a:lnTo>
                  <a:lnTo>
                    <a:pt x="1412406" y="4230374"/>
                  </a:lnTo>
                  <a:lnTo>
                    <a:pt x="1412500" y="4230374"/>
                  </a:lnTo>
                  <a:lnTo>
                    <a:pt x="1412593" y="4230374"/>
                  </a:lnTo>
                  <a:lnTo>
                    <a:pt x="1412686" y="4230374"/>
                  </a:lnTo>
                  <a:lnTo>
                    <a:pt x="1412779" y="4230374"/>
                  </a:lnTo>
                  <a:lnTo>
                    <a:pt x="1412873" y="4230374"/>
                  </a:lnTo>
                  <a:lnTo>
                    <a:pt x="1412966" y="4230374"/>
                  </a:lnTo>
                  <a:lnTo>
                    <a:pt x="1413059" y="4230374"/>
                  </a:lnTo>
                  <a:lnTo>
                    <a:pt x="1413152" y="4230374"/>
                  </a:lnTo>
                  <a:lnTo>
                    <a:pt x="1413246" y="4230374"/>
                  </a:lnTo>
                  <a:lnTo>
                    <a:pt x="1413339" y="4230374"/>
                  </a:lnTo>
                  <a:lnTo>
                    <a:pt x="1413432" y="4230374"/>
                  </a:lnTo>
                  <a:lnTo>
                    <a:pt x="1413525" y="4230374"/>
                  </a:lnTo>
                  <a:lnTo>
                    <a:pt x="1413619" y="4230374"/>
                  </a:lnTo>
                  <a:lnTo>
                    <a:pt x="1413712" y="4230374"/>
                  </a:lnTo>
                  <a:lnTo>
                    <a:pt x="1413805" y="4230374"/>
                  </a:lnTo>
                  <a:lnTo>
                    <a:pt x="1413898" y="4230374"/>
                  </a:lnTo>
                  <a:lnTo>
                    <a:pt x="1413992" y="4230374"/>
                  </a:lnTo>
                  <a:lnTo>
                    <a:pt x="1414085" y="4230374"/>
                  </a:lnTo>
                  <a:lnTo>
                    <a:pt x="1414178" y="4230374"/>
                  </a:lnTo>
                  <a:lnTo>
                    <a:pt x="1414271" y="4230374"/>
                  </a:lnTo>
                  <a:lnTo>
                    <a:pt x="1414365" y="4230374"/>
                  </a:lnTo>
                  <a:lnTo>
                    <a:pt x="1414458" y="4230374"/>
                  </a:lnTo>
                  <a:lnTo>
                    <a:pt x="1414551" y="4230374"/>
                  </a:lnTo>
                  <a:lnTo>
                    <a:pt x="1414644" y="4230374"/>
                  </a:lnTo>
                  <a:lnTo>
                    <a:pt x="1414738" y="4230374"/>
                  </a:lnTo>
                  <a:lnTo>
                    <a:pt x="1414831" y="4230374"/>
                  </a:lnTo>
                  <a:lnTo>
                    <a:pt x="1414924" y="4230374"/>
                  </a:lnTo>
                  <a:lnTo>
                    <a:pt x="1415017" y="4230374"/>
                  </a:lnTo>
                  <a:lnTo>
                    <a:pt x="1415111" y="4230374"/>
                  </a:lnTo>
                  <a:lnTo>
                    <a:pt x="1415204" y="4230374"/>
                  </a:lnTo>
                  <a:lnTo>
                    <a:pt x="1415297" y="4230374"/>
                  </a:lnTo>
                  <a:lnTo>
                    <a:pt x="1415390" y="4230374"/>
                  </a:lnTo>
                  <a:lnTo>
                    <a:pt x="1415483" y="4230374"/>
                  </a:lnTo>
                  <a:lnTo>
                    <a:pt x="1415577" y="4230374"/>
                  </a:lnTo>
                  <a:lnTo>
                    <a:pt x="1415670" y="4230374"/>
                  </a:lnTo>
                  <a:lnTo>
                    <a:pt x="1415763" y="4230374"/>
                  </a:lnTo>
                  <a:lnTo>
                    <a:pt x="1415856" y="4230374"/>
                  </a:lnTo>
                  <a:lnTo>
                    <a:pt x="1415950" y="4230374"/>
                  </a:lnTo>
                  <a:lnTo>
                    <a:pt x="1416043" y="4230374"/>
                  </a:lnTo>
                  <a:lnTo>
                    <a:pt x="1416136" y="4230374"/>
                  </a:lnTo>
                  <a:lnTo>
                    <a:pt x="1416229" y="4230374"/>
                  </a:lnTo>
                  <a:lnTo>
                    <a:pt x="1416323" y="4230374"/>
                  </a:lnTo>
                  <a:lnTo>
                    <a:pt x="1416416" y="4230374"/>
                  </a:lnTo>
                  <a:lnTo>
                    <a:pt x="1416509" y="4230374"/>
                  </a:lnTo>
                  <a:lnTo>
                    <a:pt x="1416602" y="4230374"/>
                  </a:lnTo>
                  <a:lnTo>
                    <a:pt x="1416696" y="4230374"/>
                  </a:lnTo>
                  <a:lnTo>
                    <a:pt x="1416789" y="4230374"/>
                  </a:lnTo>
                  <a:lnTo>
                    <a:pt x="1416882" y="4230374"/>
                  </a:lnTo>
                  <a:lnTo>
                    <a:pt x="1416975" y="4230374"/>
                  </a:lnTo>
                  <a:lnTo>
                    <a:pt x="1417069" y="4230374"/>
                  </a:lnTo>
                  <a:lnTo>
                    <a:pt x="1417162" y="4230374"/>
                  </a:lnTo>
                  <a:lnTo>
                    <a:pt x="1417255" y="4230374"/>
                  </a:lnTo>
                  <a:lnTo>
                    <a:pt x="1417348" y="4230374"/>
                  </a:lnTo>
                  <a:lnTo>
                    <a:pt x="1417442" y="4230374"/>
                  </a:lnTo>
                  <a:lnTo>
                    <a:pt x="1417535" y="4230374"/>
                  </a:lnTo>
                  <a:lnTo>
                    <a:pt x="1417628" y="4230374"/>
                  </a:lnTo>
                  <a:lnTo>
                    <a:pt x="1417721" y="4230374"/>
                  </a:lnTo>
                  <a:lnTo>
                    <a:pt x="1417815" y="4230374"/>
                  </a:lnTo>
                  <a:lnTo>
                    <a:pt x="1417908" y="4230374"/>
                  </a:lnTo>
                  <a:lnTo>
                    <a:pt x="1418001" y="4230374"/>
                  </a:lnTo>
                  <a:lnTo>
                    <a:pt x="1418094" y="4230374"/>
                  </a:lnTo>
                  <a:lnTo>
                    <a:pt x="1418188" y="4230374"/>
                  </a:lnTo>
                  <a:lnTo>
                    <a:pt x="1418281" y="4230374"/>
                  </a:lnTo>
                  <a:lnTo>
                    <a:pt x="1418374" y="4230374"/>
                  </a:lnTo>
                  <a:lnTo>
                    <a:pt x="1418374" y="4220420"/>
                  </a:lnTo>
                  <a:lnTo>
                    <a:pt x="1418467" y="4220420"/>
                  </a:lnTo>
                  <a:lnTo>
                    <a:pt x="1418561" y="4220420"/>
                  </a:lnTo>
                  <a:lnTo>
                    <a:pt x="1418654" y="4220420"/>
                  </a:lnTo>
                  <a:lnTo>
                    <a:pt x="1418747" y="4220420"/>
                  </a:lnTo>
                  <a:lnTo>
                    <a:pt x="1418840" y="4220420"/>
                  </a:lnTo>
                  <a:lnTo>
                    <a:pt x="1418934" y="4220420"/>
                  </a:lnTo>
                  <a:lnTo>
                    <a:pt x="1419027" y="4220420"/>
                  </a:lnTo>
                  <a:lnTo>
                    <a:pt x="1419120" y="4220420"/>
                  </a:lnTo>
                  <a:lnTo>
                    <a:pt x="1419213" y="4220420"/>
                  </a:lnTo>
                  <a:lnTo>
                    <a:pt x="1419307" y="4220420"/>
                  </a:lnTo>
                  <a:lnTo>
                    <a:pt x="1419400" y="4220420"/>
                  </a:lnTo>
                  <a:lnTo>
                    <a:pt x="1419493" y="4220420"/>
                  </a:lnTo>
                  <a:lnTo>
                    <a:pt x="1419586" y="4220420"/>
                  </a:lnTo>
                  <a:lnTo>
                    <a:pt x="1419680" y="4220420"/>
                  </a:lnTo>
                  <a:lnTo>
                    <a:pt x="1419773" y="4220420"/>
                  </a:lnTo>
                  <a:lnTo>
                    <a:pt x="1419866" y="4220420"/>
                  </a:lnTo>
                  <a:lnTo>
                    <a:pt x="1419959" y="4220420"/>
                  </a:lnTo>
                  <a:lnTo>
                    <a:pt x="1420053" y="4220420"/>
                  </a:lnTo>
                  <a:lnTo>
                    <a:pt x="1420146" y="4220420"/>
                  </a:lnTo>
                  <a:lnTo>
                    <a:pt x="1420239" y="4220420"/>
                  </a:lnTo>
                  <a:lnTo>
                    <a:pt x="1420332" y="4220420"/>
                  </a:lnTo>
                  <a:lnTo>
                    <a:pt x="1420426" y="4220420"/>
                  </a:lnTo>
                  <a:lnTo>
                    <a:pt x="1420519" y="4220420"/>
                  </a:lnTo>
                  <a:lnTo>
                    <a:pt x="1420612" y="4220420"/>
                  </a:lnTo>
                  <a:lnTo>
                    <a:pt x="1420705" y="4220420"/>
                  </a:lnTo>
                  <a:lnTo>
                    <a:pt x="1420799" y="4220420"/>
                  </a:lnTo>
                  <a:lnTo>
                    <a:pt x="1420892" y="4220420"/>
                  </a:lnTo>
                  <a:lnTo>
                    <a:pt x="1420985" y="4220420"/>
                  </a:lnTo>
                  <a:lnTo>
                    <a:pt x="1421078" y="4220420"/>
                  </a:lnTo>
                  <a:lnTo>
                    <a:pt x="1421172" y="4220420"/>
                  </a:lnTo>
                  <a:lnTo>
                    <a:pt x="1421265" y="4220420"/>
                  </a:lnTo>
                  <a:lnTo>
                    <a:pt x="1421358" y="4220420"/>
                  </a:lnTo>
                  <a:lnTo>
                    <a:pt x="1421451" y="4220420"/>
                  </a:lnTo>
                  <a:lnTo>
                    <a:pt x="1421545" y="4220420"/>
                  </a:lnTo>
                  <a:lnTo>
                    <a:pt x="1421638" y="4220420"/>
                  </a:lnTo>
                  <a:lnTo>
                    <a:pt x="1421731" y="4220420"/>
                  </a:lnTo>
                  <a:lnTo>
                    <a:pt x="1421824" y="4220420"/>
                  </a:lnTo>
                  <a:lnTo>
                    <a:pt x="1421918" y="4220420"/>
                  </a:lnTo>
                  <a:lnTo>
                    <a:pt x="1422011" y="4220420"/>
                  </a:lnTo>
                  <a:lnTo>
                    <a:pt x="1422104" y="4220420"/>
                  </a:lnTo>
                  <a:lnTo>
                    <a:pt x="1422197" y="4220420"/>
                  </a:lnTo>
                  <a:lnTo>
                    <a:pt x="1422290" y="4220420"/>
                  </a:lnTo>
                  <a:lnTo>
                    <a:pt x="1422384" y="4220420"/>
                  </a:lnTo>
                  <a:lnTo>
                    <a:pt x="1422477" y="4220420"/>
                  </a:lnTo>
                  <a:lnTo>
                    <a:pt x="1422570" y="4220420"/>
                  </a:lnTo>
                  <a:lnTo>
                    <a:pt x="1422663" y="4220420"/>
                  </a:lnTo>
                  <a:lnTo>
                    <a:pt x="1422757" y="4220420"/>
                  </a:lnTo>
                  <a:lnTo>
                    <a:pt x="1422850" y="4220420"/>
                  </a:lnTo>
                  <a:lnTo>
                    <a:pt x="1422943" y="4220420"/>
                  </a:lnTo>
                  <a:lnTo>
                    <a:pt x="1423036" y="4220420"/>
                  </a:lnTo>
                  <a:lnTo>
                    <a:pt x="1423130" y="4220420"/>
                  </a:lnTo>
                  <a:lnTo>
                    <a:pt x="1423223" y="4220420"/>
                  </a:lnTo>
                  <a:lnTo>
                    <a:pt x="1423316" y="4220420"/>
                  </a:lnTo>
                  <a:lnTo>
                    <a:pt x="1423409" y="4220420"/>
                  </a:lnTo>
                  <a:lnTo>
                    <a:pt x="1423503" y="4220420"/>
                  </a:lnTo>
                  <a:lnTo>
                    <a:pt x="1423596" y="4220420"/>
                  </a:lnTo>
                  <a:lnTo>
                    <a:pt x="1423689" y="4220420"/>
                  </a:lnTo>
                  <a:lnTo>
                    <a:pt x="1423782" y="4220420"/>
                  </a:lnTo>
                  <a:lnTo>
                    <a:pt x="1423876" y="4220420"/>
                  </a:lnTo>
                  <a:lnTo>
                    <a:pt x="1423969" y="4220420"/>
                  </a:lnTo>
                  <a:lnTo>
                    <a:pt x="1424062" y="4220420"/>
                  </a:lnTo>
                  <a:lnTo>
                    <a:pt x="1424155" y="4220420"/>
                  </a:lnTo>
                  <a:lnTo>
                    <a:pt x="1424249" y="4220420"/>
                  </a:lnTo>
                  <a:lnTo>
                    <a:pt x="1424342" y="4220420"/>
                  </a:lnTo>
                  <a:lnTo>
                    <a:pt x="1424435" y="4220420"/>
                  </a:lnTo>
                  <a:lnTo>
                    <a:pt x="1424528" y="4220420"/>
                  </a:lnTo>
                  <a:lnTo>
                    <a:pt x="1424622" y="4220420"/>
                  </a:lnTo>
                  <a:lnTo>
                    <a:pt x="1424715" y="4220420"/>
                  </a:lnTo>
                  <a:lnTo>
                    <a:pt x="1424808" y="4220420"/>
                  </a:lnTo>
                  <a:lnTo>
                    <a:pt x="1424901" y="4220420"/>
                  </a:lnTo>
                  <a:lnTo>
                    <a:pt x="1424995" y="4220420"/>
                  </a:lnTo>
                  <a:lnTo>
                    <a:pt x="1425088" y="4220420"/>
                  </a:lnTo>
                  <a:lnTo>
                    <a:pt x="1425181" y="4220420"/>
                  </a:lnTo>
                  <a:lnTo>
                    <a:pt x="1425274" y="4220420"/>
                  </a:lnTo>
                  <a:lnTo>
                    <a:pt x="1425368" y="4220420"/>
                  </a:lnTo>
                  <a:lnTo>
                    <a:pt x="1425461" y="4220420"/>
                  </a:lnTo>
                  <a:lnTo>
                    <a:pt x="1425554" y="4220420"/>
                  </a:lnTo>
                  <a:lnTo>
                    <a:pt x="1425647" y="4220420"/>
                  </a:lnTo>
                  <a:lnTo>
                    <a:pt x="1425741" y="4220420"/>
                  </a:lnTo>
                  <a:lnTo>
                    <a:pt x="1425834" y="4220420"/>
                  </a:lnTo>
                  <a:lnTo>
                    <a:pt x="1425927" y="4220420"/>
                  </a:lnTo>
                  <a:lnTo>
                    <a:pt x="1426020" y="4220420"/>
                  </a:lnTo>
                  <a:lnTo>
                    <a:pt x="1426114" y="4220420"/>
                  </a:lnTo>
                  <a:lnTo>
                    <a:pt x="1426207" y="4220420"/>
                  </a:lnTo>
                  <a:lnTo>
                    <a:pt x="1426300" y="4220420"/>
                  </a:lnTo>
                  <a:lnTo>
                    <a:pt x="1426393" y="4220420"/>
                  </a:lnTo>
                  <a:lnTo>
                    <a:pt x="1426487" y="4220420"/>
                  </a:lnTo>
                  <a:lnTo>
                    <a:pt x="1426580" y="4220420"/>
                  </a:lnTo>
                  <a:lnTo>
                    <a:pt x="1426673" y="4220420"/>
                  </a:lnTo>
                  <a:lnTo>
                    <a:pt x="1426766" y="4220420"/>
                  </a:lnTo>
                  <a:lnTo>
                    <a:pt x="1426860" y="4220420"/>
                  </a:lnTo>
                  <a:lnTo>
                    <a:pt x="1426953" y="4220420"/>
                  </a:lnTo>
                  <a:lnTo>
                    <a:pt x="1427046" y="4220420"/>
                  </a:lnTo>
                  <a:lnTo>
                    <a:pt x="1427139" y="4220420"/>
                  </a:lnTo>
                  <a:lnTo>
                    <a:pt x="1427233" y="4220420"/>
                  </a:lnTo>
                  <a:lnTo>
                    <a:pt x="1427326" y="4220420"/>
                  </a:lnTo>
                  <a:lnTo>
                    <a:pt x="1427419" y="4220420"/>
                  </a:lnTo>
                  <a:lnTo>
                    <a:pt x="1427512" y="4220420"/>
                  </a:lnTo>
                  <a:lnTo>
                    <a:pt x="1427606" y="4220420"/>
                  </a:lnTo>
                  <a:lnTo>
                    <a:pt x="1427699" y="4220420"/>
                  </a:lnTo>
                  <a:lnTo>
                    <a:pt x="1427792" y="4220420"/>
                  </a:lnTo>
                  <a:lnTo>
                    <a:pt x="1427885" y="4220420"/>
                  </a:lnTo>
                  <a:lnTo>
                    <a:pt x="1427979" y="4220420"/>
                  </a:lnTo>
                  <a:lnTo>
                    <a:pt x="1428072" y="4220420"/>
                  </a:lnTo>
                  <a:lnTo>
                    <a:pt x="1428165" y="4220420"/>
                  </a:lnTo>
                  <a:lnTo>
                    <a:pt x="1428258" y="4220420"/>
                  </a:lnTo>
                  <a:lnTo>
                    <a:pt x="1428352" y="4220420"/>
                  </a:lnTo>
                  <a:lnTo>
                    <a:pt x="1428445" y="4220420"/>
                  </a:lnTo>
                  <a:lnTo>
                    <a:pt x="1428538" y="4220420"/>
                  </a:lnTo>
                  <a:lnTo>
                    <a:pt x="1428631" y="4220420"/>
                  </a:lnTo>
                  <a:lnTo>
                    <a:pt x="1428725" y="4220420"/>
                  </a:lnTo>
                  <a:lnTo>
                    <a:pt x="1428818" y="4220420"/>
                  </a:lnTo>
                  <a:lnTo>
                    <a:pt x="1428911" y="4220420"/>
                  </a:lnTo>
                  <a:lnTo>
                    <a:pt x="1429004" y="4220420"/>
                  </a:lnTo>
                  <a:lnTo>
                    <a:pt x="1429098" y="4220420"/>
                  </a:lnTo>
                  <a:lnTo>
                    <a:pt x="1429191" y="4220420"/>
                  </a:lnTo>
                  <a:lnTo>
                    <a:pt x="1429284" y="4220420"/>
                  </a:lnTo>
                  <a:lnTo>
                    <a:pt x="1429377" y="4220420"/>
                  </a:lnTo>
                  <a:lnTo>
                    <a:pt x="1429470" y="4220420"/>
                  </a:lnTo>
                  <a:lnTo>
                    <a:pt x="1429564" y="4220420"/>
                  </a:lnTo>
                  <a:lnTo>
                    <a:pt x="1429657" y="4220420"/>
                  </a:lnTo>
                  <a:lnTo>
                    <a:pt x="1429750" y="4220420"/>
                  </a:lnTo>
                  <a:lnTo>
                    <a:pt x="1429843" y="4220420"/>
                  </a:lnTo>
                  <a:lnTo>
                    <a:pt x="1429937" y="4220420"/>
                  </a:lnTo>
                  <a:lnTo>
                    <a:pt x="1430030" y="4220420"/>
                  </a:lnTo>
                  <a:lnTo>
                    <a:pt x="1430123" y="4220420"/>
                  </a:lnTo>
                  <a:lnTo>
                    <a:pt x="1430216" y="4220420"/>
                  </a:lnTo>
                  <a:lnTo>
                    <a:pt x="1430310" y="4220420"/>
                  </a:lnTo>
                  <a:lnTo>
                    <a:pt x="1430403" y="4220420"/>
                  </a:lnTo>
                  <a:lnTo>
                    <a:pt x="1430496" y="4220420"/>
                  </a:lnTo>
                  <a:lnTo>
                    <a:pt x="1430589" y="4220420"/>
                  </a:lnTo>
                  <a:lnTo>
                    <a:pt x="1430683" y="4220420"/>
                  </a:lnTo>
                  <a:lnTo>
                    <a:pt x="1430776" y="4220420"/>
                  </a:lnTo>
                  <a:lnTo>
                    <a:pt x="1430869" y="4220420"/>
                  </a:lnTo>
                  <a:lnTo>
                    <a:pt x="1430962" y="4220420"/>
                  </a:lnTo>
                  <a:lnTo>
                    <a:pt x="1431056" y="4220420"/>
                  </a:lnTo>
                  <a:lnTo>
                    <a:pt x="1431149" y="4220420"/>
                  </a:lnTo>
                  <a:lnTo>
                    <a:pt x="1431242" y="4220420"/>
                  </a:lnTo>
                  <a:lnTo>
                    <a:pt x="1431242" y="4210466"/>
                  </a:lnTo>
                  <a:lnTo>
                    <a:pt x="1431335" y="4210466"/>
                  </a:lnTo>
                  <a:lnTo>
                    <a:pt x="1431429" y="4210466"/>
                  </a:lnTo>
                  <a:lnTo>
                    <a:pt x="1431522" y="4210466"/>
                  </a:lnTo>
                  <a:lnTo>
                    <a:pt x="1431615" y="4210466"/>
                  </a:lnTo>
                  <a:lnTo>
                    <a:pt x="1431708" y="4210466"/>
                  </a:lnTo>
                  <a:lnTo>
                    <a:pt x="1431802" y="4210466"/>
                  </a:lnTo>
                  <a:lnTo>
                    <a:pt x="1431895" y="4210466"/>
                  </a:lnTo>
                  <a:lnTo>
                    <a:pt x="1431988" y="4210466"/>
                  </a:lnTo>
                  <a:lnTo>
                    <a:pt x="1432081" y="4210466"/>
                  </a:lnTo>
                  <a:lnTo>
                    <a:pt x="1432175" y="4210466"/>
                  </a:lnTo>
                  <a:lnTo>
                    <a:pt x="1432268" y="4210466"/>
                  </a:lnTo>
                  <a:lnTo>
                    <a:pt x="1432361" y="4210466"/>
                  </a:lnTo>
                  <a:lnTo>
                    <a:pt x="1432454" y="4210466"/>
                  </a:lnTo>
                  <a:lnTo>
                    <a:pt x="1432548" y="4210466"/>
                  </a:lnTo>
                  <a:lnTo>
                    <a:pt x="1432641" y="4210466"/>
                  </a:lnTo>
                  <a:lnTo>
                    <a:pt x="1432734" y="4210466"/>
                  </a:lnTo>
                  <a:lnTo>
                    <a:pt x="1432827" y="4210466"/>
                  </a:lnTo>
                  <a:lnTo>
                    <a:pt x="1432921" y="4210466"/>
                  </a:lnTo>
                  <a:lnTo>
                    <a:pt x="1433014" y="4210466"/>
                  </a:lnTo>
                  <a:lnTo>
                    <a:pt x="1433107" y="4210466"/>
                  </a:lnTo>
                  <a:lnTo>
                    <a:pt x="1433200" y="4210466"/>
                  </a:lnTo>
                  <a:lnTo>
                    <a:pt x="1433294" y="4210466"/>
                  </a:lnTo>
                  <a:lnTo>
                    <a:pt x="1433387" y="4210466"/>
                  </a:lnTo>
                  <a:lnTo>
                    <a:pt x="1433480" y="4210466"/>
                  </a:lnTo>
                  <a:lnTo>
                    <a:pt x="1433573" y="4210466"/>
                  </a:lnTo>
                  <a:lnTo>
                    <a:pt x="1433667" y="4210466"/>
                  </a:lnTo>
                  <a:lnTo>
                    <a:pt x="1433760" y="4210466"/>
                  </a:lnTo>
                  <a:lnTo>
                    <a:pt x="1433853" y="4210466"/>
                  </a:lnTo>
                  <a:lnTo>
                    <a:pt x="1433946" y="4210466"/>
                  </a:lnTo>
                  <a:lnTo>
                    <a:pt x="1434040" y="4210466"/>
                  </a:lnTo>
                  <a:lnTo>
                    <a:pt x="1434133" y="4210466"/>
                  </a:lnTo>
                  <a:lnTo>
                    <a:pt x="1434226" y="4210466"/>
                  </a:lnTo>
                  <a:lnTo>
                    <a:pt x="1434319" y="4210466"/>
                  </a:lnTo>
                  <a:lnTo>
                    <a:pt x="1434319" y="4200513"/>
                  </a:lnTo>
                  <a:lnTo>
                    <a:pt x="1434413" y="4200513"/>
                  </a:lnTo>
                  <a:lnTo>
                    <a:pt x="1434506" y="4200513"/>
                  </a:lnTo>
                  <a:lnTo>
                    <a:pt x="1434599" y="4200513"/>
                  </a:lnTo>
                  <a:lnTo>
                    <a:pt x="1434692" y="4200513"/>
                  </a:lnTo>
                  <a:lnTo>
                    <a:pt x="1434786" y="4200513"/>
                  </a:lnTo>
                  <a:lnTo>
                    <a:pt x="1434879" y="4200513"/>
                  </a:lnTo>
                  <a:lnTo>
                    <a:pt x="1434972" y="4200513"/>
                  </a:lnTo>
                  <a:lnTo>
                    <a:pt x="1435065" y="4200513"/>
                  </a:lnTo>
                  <a:lnTo>
                    <a:pt x="1435159" y="4200513"/>
                  </a:lnTo>
                  <a:lnTo>
                    <a:pt x="1435252" y="4200513"/>
                  </a:lnTo>
                  <a:lnTo>
                    <a:pt x="1435345" y="4200513"/>
                  </a:lnTo>
                  <a:lnTo>
                    <a:pt x="1435438" y="4200513"/>
                  </a:lnTo>
                  <a:lnTo>
                    <a:pt x="1435532" y="4200513"/>
                  </a:lnTo>
                  <a:lnTo>
                    <a:pt x="1435625" y="4200513"/>
                  </a:lnTo>
                  <a:lnTo>
                    <a:pt x="1435718" y="4200513"/>
                  </a:lnTo>
                  <a:lnTo>
                    <a:pt x="1435811" y="4200513"/>
                  </a:lnTo>
                  <a:lnTo>
                    <a:pt x="1435905" y="4200513"/>
                  </a:lnTo>
                  <a:lnTo>
                    <a:pt x="1435998" y="4200513"/>
                  </a:lnTo>
                  <a:lnTo>
                    <a:pt x="1436091" y="4200513"/>
                  </a:lnTo>
                  <a:lnTo>
                    <a:pt x="1436184" y="4200513"/>
                  </a:lnTo>
                  <a:lnTo>
                    <a:pt x="1436277" y="4200513"/>
                  </a:lnTo>
                  <a:lnTo>
                    <a:pt x="1436371" y="4200513"/>
                  </a:lnTo>
                  <a:lnTo>
                    <a:pt x="1436464" y="4200513"/>
                  </a:lnTo>
                  <a:lnTo>
                    <a:pt x="1436557" y="4200513"/>
                  </a:lnTo>
                  <a:lnTo>
                    <a:pt x="1436650" y="4200513"/>
                  </a:lnTo>
                  <a:lnTo>
                    <a:pt x="1436744" y="4200513"/>
                  </a:lnTo>
                  <a:lnTo>
                    <a:pt x="1436837" y="4200513"/>
                  </a:lnTo>
                  <a:lnTo>
                    <a:pt x="1436930" y="4200513"/>
                  </a:lnTo>
                  <a:lnTo>
                    <a:pt x="1437023" y="4200513"/>
                  </a:lnTo>
                  <a:lnTo>
                    <a:pt x="1437117" y="4200513"/>
                  </a:lnTo>
                  <a:lnTo>
                    <a:pt x="1437210" y="4200513"/>
                  </a:lnTo>
                  <a:lnTo>
                    <a:pt x="1437303" y="4200513"/>
                  </a:lnTo>
                  <a:lnTo>
                    <a:pt x="1437396" y="4200513"/>
                  </a:lnTo>
                  <a:lnTo>
                    <a:pt x="1437490" y="4200513"/>
                  </a:lnTo>
                  <a:lnTo>
                    <a:pt x="1437583" y="4200513"/>
                  </a:lnTo>
                  <a:lnTo>
                    <a:pt x="1437676" y="4200513"/>
                  </a:lnTo>
                  <a:lnTo>
                    <a:pt x="1437769" y="4200513"/>
                  </a:lnTo>
                  <a:lnTo>
                    <a:pt x="1437863" y="4200513"/>
                  </a:lnTo>
                  <a:lnTo>
                    <a:pt x="1437956" y="4200513"/>
                  </a:lnTo>
                  <a:lnTo>
                    <a:pt x="1438049" y="4200513"/>
                  </a:lnTo>
                  <a:lnTo>
                    <a:pt x="1438142" y="4200513"/>
                  </a:lnTo>
                  <a:lnTo>
                    <a:pt x="1438236" y="4200513"/>
                  </a:lnTo>
                  <a:lnTo>
                    <a:pt x="1438329" y="4200513"/>
                  </a:lnTo>
                  <a:lnTo>
                    <a:pt x="1438422" y="4200513"/>
                  </a:lnTo>
                  <a:lnTo>
                    <a:pt x="1438515" y="4200513"/>
                  </a:lnTo>
                  <a:lnTo>
                    <a:pt x="1438609" y="4200513"/>
                  </a:lnTo>
                  <a:lnTo>
                    <a:pt x="1438702" y="4200513"/>
                  </a:lnTo>
                  <a:lnTo>
                    <a:pt x="1438795" y="4200513"/>
                  </a:lnTo>
                  <a:lnTo>
                    <a:pt x="1438888" y="4200513"/>
                  </a:lnTo>
                  <a:lnTo>
                    <a:pt x="1438982" y="4200513"/>
                  </a:lnTo>
                  <a:lnTo>
                    <a:pt x="1439075" y="4200513"/>
                  </a:lnTo>
                  <a:lnTo>
                    <a:pt x="1439168" y="4200513"/>
                  </a:lnTo>
                  <a:lnTo>
                    <a:pt x="1439261" y="4200513"/>
                  </a:lnTo>
                  <a:lnTo>
                    <a:pt x="1439355" y="4200513"/>
                  </a:lnTo>
                  <a:lnTo>
                    <a:pt x="1439448" y="4200513"/>
                  </a:lnTo>
                  <a:lnTo>
                    <a:pt x="1439541" y="4200513"/>
                  </a:lnTo>
                  <a:lnTo>
                    <a:pt x="1439634" y="4200513"/>
                  </a:lnTo>
                  <a:lnTo>
                    <a:pt x="1439728" y="4200513"/>
                  </a:lnTo>
                  <a:lnTo>
                    <a:pt x="1439821" y="4200513"/>
                  </a:lnTo>
                  <a:lnTo>
                    <a:pt x="1439914" y="4200513"/>
                  </a:lnTo>
                  <a:lnTo>
                    <a:pt x="1440007" y="4200513"/>
                  </a:lnTo>
                  <a:lnTo>
                    <a:pt x="1440101" y="4200513"/>
                  </a:lnTo>
                  <a:lnTo>
                    <a:pt x="1440194" y="4200513"/>
                  </a:lnTo>
                  <a:lnTo>
                    <a:pt x="1440287" y="4200513"/>
                  </a:lnTo>
                  <a:lnTo>
                    <a:pt x="1440380" y="4200513"/>
                  </a:lnTo>
                  <a:lnTo>
                    <a:pt x="1440474" y="4200513"/>
                  </a:lnTo>
                  <a:lnTo>
                    <a:pt x="1440567" y="4200513"/>
                  </a:lnTo>
                  <a:lnTo>
                    <a:pt x="1440660" y="4200513"/>
                  </a:lnTo>
                  <a:lnTo>
                    <a:pt x="1440660" y="4190559"/>
                  </a:lnTo>
                  <a:lnTo>
                    <a:pt x="1440753" y="4190559"/>
                  </a:lnTo>
                  <a:lnTo>
                    <a:pt x="1440847" y="4190559"/>
                  </a:lnTo>
                  <a:lnTo>
                    <a:pt x="1440940" y="4190559"/>
                  </a:lnTo>
                  <a:lnTo>
                    <a:pt x="1441033" y="4190559"/>
                  </a:lnTo>
                  <a:lnTo>
                    <a:pt x="1441126" y="4190559"/>
                  </a:lnTo>
                  <a:lnTo>
                    <a:pt x="1441220" y="4190559"/>
                  </a:lnTo>
                  <a:lnTo>
                    <a:pt x="1441313" y="4190559"/>
                  </a:lnTo>
                  <a:lnTo>
                    <a:pt x="1441406" y="4190559"/>
                  </a:lnTo>
                  <a:lnTo>
                    <a:pt x="1441499" y="4190559"/>
                  </a:lnTo>
                  <a:lnTo>
                    <a:pt x="1441593" y="4190559"/>
                  </a:lnTo>
                  <a:lnTo>
                    <a:pt x="1441686" y="4190559"/>
                  </a:lnTo>
                  <a:lnTo>
                    <a:pt x="1441779" y="4190559"/>
                  </a:lnTo>
                  <a:lnTo>
                    <a:pt x="1441872" y="4190559"/>
                  </a:lnTo>
                  <a:lnTo>
                    <a:pt x="1441966" y="4190559"/>
                  </a:lnTo>
                  <a:lnTo>
                    <a:pt x="1442059" y="4190559"/>
                  </a:lnTo>
                  <a:lnTo>
                    <a:pt x="1442152" y="4190559"/>
                  </a:lnTo>
                  <a:lnTo>
                    <a:pt x="1442245" y="4190559"/>
                  </a:lnTo>
                  <a:lnTo>
                    <a:pt x="1442339" y="4190559"/>
                  </a:lnTo>
                  <a:lnTo>
                    <a:pt x="1442432" y="4190559"/>
                  </a:lnTo>
                  <a:lnTo>
                    <a:pt x="1442525" y="4190559"/>
                  </a:lnTo>
                  <a:lnTo>
                    <a:pt x="1442618" y="4190559"/>
                  </a:lnTo>
                  <a:lnTo>
                    <a:pt x="1442712" y="4190559"/>
                  </a:lnTo>
                  <a:lnTo>
                    <a:pt x="1442805" y="4190559"/>
                  </a:lnTo>
                  <a:lnTo>
                    <a:pt x="1442898" y="4190559"/>
                  </a:lnTo>
                  <a:lnTo>
                    <a:pt x="1442991" y="4190559"/>
                  </a:lnTo>
                  <a:lnTo>
                    <a:pt x="1443084" y="4190559"/>
                  </a:lnTo>
                  <a:lnTo>
                    <a:pt x="1443178" y="4190559"/>
                  </a:lnTo>
                  <a:lnTo>
                    <a:pt x="1443271" y="4190559"/>
                  </a:lnTo>
                  <a:lnTo>
                    <a:pt x="1443364" y="4190559"/>
                  </a:lnTo>
                  <a:lnTo>
                    <a:pt x="1443457" y="4190559"/>
                  </a:lnTo>
                  <a:lnTo>
                    <a:pt x="1443551" y="4190559"/>
                  </a:lnTo>
                  <a:lnTo>
                    <a:pt x="1443644" y="4190559"/>
                  </a:lnTo>
                  <a:lnTo>
                    <a:pt x="1443737" y="4190559"/>
                  </a:lnTo>
                  <a:lnTo>
                    <a:pt x="1443830" y="4190559"/>
                  </a:lnTo>
                  <a:lnTo>
                    <a:pt x="1443924" y="4190559"/>
                  </a:lnTo>
                  <a:lnTo>
                    <a:pt x="1444017" y="4190559"/>
                  </a:lnTo>
                  <a:lnTo>
                    <a:pt x="1444110" y="4190559"/>
                  </a:lnTo>
                  <a:lnTo>
                    <a:pt x="1444203" y="4190559"/>
                  </a:lnTo>
                  <a:lnTo>
                    <a:pt x="1444297" y="4190559"/>
                  </a:lnTo>
                  <a:lnTo>
                    <a:pt x="1444390" y="4190559"/>
                  </a:lnTo>
                  <a:lnTo>
                    <a:pt x="1444483" y="4190559"/>
                  </a:lnTo>
                  <a:lnTo>
                    <a:pt x="1444483" y="4180605"/>
                  </a:lnTo>
                  <a:lnTo>
                    <a:pt x="1444576" y="4180605"/>
                  </a:lnTo>
                  <a:lnTo>
                    <a:pt x="1444670" y="4180605"/>
                  </a:lnTo>
                  <a:lnTo>
                    <a:pt x="1444763" y="4180605"/>
                  </a:lnTo>
                  <a:lnTo>
                    <a:pt x="1444856" y="4180605"/>
                  </a:lnTo>
                  <a:lnTo>
                    <a:pt x="1444949" y="4180605"/>
                  </a:lnTo>
                  <a:lnTo>
                    <a:pt x="1445043" y="4180605"/>
                  </a:lnTo>
                  <a:lnTo>
                    <a:pt x="1445136" y="4180605"/>
                  </a:lnTo>
                  <a:lnTo>
                    <a:pt x="1445229" y="4180605"/>
                  </a:lnTo>
                  <a:lnTo>
                    <a:pt x="1445322" y="4180605"/>
                  </a:lnTo>
                  <a:lnTo>
                    <a:pt x="1445416" y="4180605"/>
                  </a:lnTo>
                  <a:lnTo>
                    <a:pt x="1445509" y="4180605"/>
                  </a:lnTo>
                  <a:lnTo>
                    <a:pt x="1445602" y="4180605"/>
                  </a:lnTo>
                  <a:lnTo>
                    <a:pt x="1445695" y="4180605"/>
                  </a:lnTo>
                  <a:lnTo>
                    <a:pt x="1445789" y="4180605"/>
                  </a:lnTo>
                  <a:lnTo>
                    <a:pt x="1445789" y="4170651"/>
                  </a:lnTo>
                  <a:lnTo>
                    <a:pt x="1445882" y="4170651"/>
                  </a:lnTo>
                  <a:lnTo>
                    <a:pt x="1445975" y="4170651"/>
                  </a:lnTo>
                  <a:lnTo>
                    <a:pt x="1446068" y="4170651"/>
                  </a:lnTo>
                  <a:lnTo>
                    <a:pt x="1446162" y="4170651"/>
                  </a:lnTo>
                  <a:lnTo>
                    <a:pt x="1446255" y="4170651"/>
                  </a:lnTo>
                  <a:lnTo>
                    <a:pt x="1446348" y="4170651"/>
                  </a:lnTo>
                  <a:lnTo>
                    <a:pt x="1446441" y="4170651"/>
                  </a:lnTo>
                  <a:lnTo>
                    <a:pt x="1446535" y="4170651"/>
                  </a:lnTo>
                  <a:lnTo>
                    <a:pt x="1446628" y="4170651"/>
                  </a:lnTo>
                  <a:lnTo>
                    <a:pt x="1446721" y="4170651"/>
                  </a:lnTo>
                  <a:lnTo>
                    <a:pt x="1446814" y="4170651"/>
                  </a:lnTo>
                  <a:lnTo>
                    <a:pt x="1446908" y="4170651"/>
                  </a:lnTo>
                  <a:lnTo>
                    <a:pt x="1447001" y="4170651"/>
                  </a:lnTo>
                  <a:lnTo>
                    <a:pt x="1447094" y="4170651"/>
                  </a:lnTo>
                  <a:lnTo>
                    <a:pt x="1447187" y="4170651"/>
                  </a:lnTo>
                  <a:lnTo>
                    <a:pt x="1447281" y="4170651"/>
                  </a:lnTo>
                  <a:lnTo>
                    <a:pt x="1447374" y="4170651"/>
                  </a:lnTo>
                  <a:lnTo>
                    <a:pt x="1447467" y="4170651"/>
                  </a:lnTo>
                  <a:lnTo>
                    <a:pt x="1447560" y="4170651"/>
                  </a:lnTo>
                  <a:lnTo>
                    <a:pt x="1447654" y="4170651"/>
                  </a:lnTo>
                  <a:lnTo>
                    <a:pt x="1447747" y="4170651"/>
                  </a:lnTo>
                  <a:lnTo>
                    <a:pt x="1447840" y="4170651"/>
                  </a:lnTo>
                  <a:lnTo>
                    <a:pt x="1447933" y="4170651"/>
                  </a:lnTo>
                  <a:lnTo>
                    <a:pt x="1448027" y="4170651"/>
                  </a:lnTo>
                  <a:lnTo>
                    <a:pt x="1448120" y="4170651"/>
                  </a:lnTo>
                  <a:lnTo>
                    <a:pt x="1448213" y="4170651"/>
                  </a:lnTo>
                  <a:lnTo>
                    <a:pt x="1448306" y="4170651"/>
                  </a:lnTo>
                  <a:lnTo>
                    <a:pt x="1448400" y="4170651"/>
                  </a:lnTo>
                  <a:lnTo>
                    <a:pt x="1448493" y="4170651"/>
                  </a:lnTo>
                  <a:lnTo>
                    <a:pt x="1448586" y="4170651"/>
                  </a:lnTo>
                  <a:lnTo>
                    <a:pt x="1448679" y="4170651"/>
                  </a:lnTo>
                  <a:lnTo>
                    <a:pt x="1448773" y="4170651"/>
                  </a:lnTo>
                  <a:lnTo>
                    <a:pt x="1448866" y="4170651"/>
                  </a:lnTo>
                  <a:lnTo>
                    <a:pt x="1448959" y="4170651"/>
                  </a:lnTo>
                  <a:lnTo>
                    <a:pt x="1449052" y="4170651"/>
                  </a:lnTo>
                  <a:lnTo>
                    <a:pt x="1449146" y="4170651"/>
                  </a:lnTo>
                  <a:lnTo>
                    <a:pt x="1449239" y="4170651"/>
                  </a:lnTo>
                  <a:lnTo>
                    <a:pt x="1449332" y="4170651"/>
                  </a:lnTo>
                  <a:lnTo>
                    <a:pt x="1449425" y="4170651"/>
                  </a:lnTo>
                  <a:lnTo>
                    <a:pt x="1449519" y="4170651"/>
                  </a:lnTo>
                  <a:lnTo>
                    <a:pt x="1449612" y="4170651"/>
                  </a:lnTo>
                  <a:lnTo>
                    <a:pt x="1449705" y="4170651"/>
                  </a:lnTo>
                  <a:lnTo>
                    <a:pt x="1449798" y="4170651"/>
                  </a:lnTo>
                  <a:lnTo>
                    <a:pt x="1449892" y="4170651"/>
                  </a:lnTo>
                  <a:lnTo>
                    <a:pt x="1449985" y="4170651"/>
                  </a:lnTo>
                  <a:lnTo>
                    <a:pt x="1450078" y="4170651"/>
                  </a:lnTo>
                  <a:lnTo>
                    <a:pt x="1450171" y="4170651"/>
                  </a:lnTo>
                  <a:lnTo>
                    <a:pt x="1450264" y="4170651"/>
                  </a:lnTo>
                  <a:lnTo>
                    <a:pt x="1450358" y="4170651"/>
                  </a:lnTo>
                  <a:lnTo>
                    <a:pt x="1450451" y="4170651"/>
                  </a:lnTo>
                  <a:lnTo>
                    <a:pt x="1450544" y="4170651"/>
                  </a:lnTo>
                  <a:lnTo>
                    <a:pt x="1450637" y="4170651"/>
                  </a:lnTo>
                  <a:lnTo>
                    <a:pt x="1450731" y="4170651"/>
                  </a:lnTo>
                  <a:lnTo>
                    <a:pt x="1450824" y="4170651"/>
                  </a:lnTo>
                  <a:lnTo>
                    <a:pt x="1450917" y="4170651"/>
                  </a:lnTo>
                  <a:lnTo>
                    <a:pt x="1451010" y="4170651"/>
                  </a:lnTo>
                  <a:lnTo>
                    <a:pt x="1451104" y="4170651"/>
                  </a:lnTo>
                  <a:lnTo>
                    <a:pt x="1451197" y="4170651"/>
                  </a:lnTo>
                  <a:lnTo>
                    <a:pt x="1451290" y="4170651"/>
                  </a:lnTo>
                  <a:lnTo>
                    <a:pt x="1451383" y="4170651"/>
                  </a:lnTo>
                  <a:lnTo>
                    <a:pt x="1451477" y="4170651"/>
                  </a:lnTo>
                  <a:lnTo>
                    <a:pt x="1451570" y="4170651"/>
                  </a:lnTo>
                  <a:lnTo>
                    <a:pt x="1451663" y="4170651"/>
                  </a:lnTo>
                  <a:lnTo>
                    <a:pt x="1451756" y="4170651"/>
                  </a:lnTo>
                  <a:lnTo>
                    <a:pt x="1451850" y="4170651"/>
                  </a:lnTo>
                  <a:lnTo>
                    <a:pt x="1451943" y="4170651"/>
                  </a:lnTo>
                  <a:lnTo>
                    <a:pt x="1452036" y="4170651"/>
                  </a:lnTo>
                  <a:lnTo>
                    <a:pt x="1452129" y="4170651"/>
                  </a:lnTo>
                  <a:lnTo>
                    <a:pt x="1452223" y="4170651"/>
                  </a:lnTo>
                  <a:lnTo>
                    <a:pt x="1452316" y="4170651"/>
                  </a:lnTo>
                  <a:lnTo>
                    <a:pt x="1452409" y="4170651"/>
                  </a:lnTo>
                  <a:lnTo>
                    <a:pt x="1452502" y="4170651"/>
                  </a:lnTo>
                  <a:lnTo>
                    <a:pt x="1452596" y="4170651"/>
                  </a:lnTo>
                  <a:lnTo>
                    <a:pt x="1452689" y="4170651"/>
                  </a:lnTo>
                  <a:lnTo>
                    <a:pt x="1452782" y="4170651"/>
                  </a:lnTo>
                  <a:lnTo>
                    <a:pt x="1452875" y="4170651"/>
                  </a:lnTo>
                  <a:lnTo>
                    <a:pt x="1452969" y="4170651"/>
                  </a:lnTo>
                  <a:lnTo>
                    <a:pt x="1453062" y="4170651"/>
                  </a:lnTo>
                  <a:lnTo>
                    <a:pt x="1453155" y="4170651"/>
                  </a:lnTo>
                  <a:lnTo>
                    <a:pt x="1453248" y="4170651"/>
                  </a:lnTo>
                  <a:lnTo>
                    <a:pt x="1453342" y="4170651"/>
                  </a:lnTo>
                  <a:lnTo>
                    <a:pt x="1453435" y="4170651"/>
                  </a:lnTo>
                  <a:lnTo>
                    <a:pt x="1453528" y="4170651"/>
                  </a:lnTo>
                  <a:lnTo>
                    <a:pt x="1453621" y="4170651"/>
                  </a:lnTo>
                  <a:lnTo>
                    <a:pt x="1453621" y="4160697"/>
                  </a:lnTo>
                  <a:lnTo>
                    <a:pt x="1453715" y="4160697"/>
                  </a:lnTo>
                  <a:lnTo>
                    <a:pt x="1453808" y="4160697"/>
                  </a:lnTo>
                  <a:lnTo>
                    <a:pt x="1453901" y="4160697"/>
                  </a:lnTo>
                  <a:lnTo>
                    <a:pt x="1453994" y="4160697"/>
                  </a:lnTo>
                  <a:lnTo>
                    <a:pt x="1454088" y="4160697"/>
                  </a:lnTo>
                  <a:lnTo>
                    <a:pt x="1454181" y="4160697"/>
                  </a:lnTo>
                  <a:lnTo>
                    <a:pt x="1454274" y="4160697"/>
                  </a:lnTo>
                  <a:lnTo>
                    <a:pt x="1454367" y="4160697"/>
                  </a:lnTo>
                  <a:lnTo>
                    <a:pt x="1454461" y="4160697"/>
                  </a:lnTo>
                  <a:lnTo>
                    <a:pt x="1454554" y="4160697"/>
                  </a:lnTo>
                  <a:lnTo>
                    <a:pt x="1454647" y="4160697"/>
                  </a:lnTo>
                  <a:lnTo>
                    <a:pt x="1454740" y="4160697"/>
                  </a:lnTo>
                  <a:lnTo>
                    <a:pt x="1454834" y="4160697"/>
                  </a:lnTo>
                  <a:lnTo>
                    <a:pt x="1454927" y="4160697"/>
                  </a:lnTo>
                  <a:lnTo>
                    <a:pt x="1455020" y="4160697"/>
                  </a:lnTo>
                  <a:lnTo>
                    <a:pt x="1455113" y="4160697"/>
                  </a:lnTo>
                  <a:lnTo>
                    <a:pt x="1455207" y="4160697"/>
                  </a:lnTo>
                  <a:lnTo>
                    <a:pt x="1455300" y="4160697"/>
                  </a:lnTo>
                  <a:lnTo>
                    <a:pt x="1455393" y="4160697"/>
                  </a:lnTo>
                  <a:lnTo>
                    <a:pt x="1455486" y="4160697"/>
                  </a:lnTo>
                  <a:lnTo>
                    <a:pt x="1455580" y="4160697"/>
                  </a:lnTo>
                  <a:lnTo>
                    <a:pt x="1455673" y="4160697"/>
                  </a:lnTo>
                  <a:lnTo>
                    <a:pt x="1455766" y="4160697"/>
                  </a:lnTo>
                  <a:lnTo>
                    <a:pt x="1455859" y="4160697"/>
                  </a:lnTo>
                  <a:lnTo>
                    <a:pt x="1455953" y="4160697"/>
                  </a:lnTo>
                  <a:lnTo>
                    <a:pt x="1456046" y="4160697"/>
                  </a:lnTo>
                  <a:lnTo>
                    <a:pt x="1456139" y="4160697"/>
                  </a:lnTo>
                  <a:lnTo>
                    <a:pt x="1456232" y="4160697"/>
                  </a:lnTo>
                  <a:lnTo>
                    <a:pt x="1456326" y="4160697"/>
                  </a:lnTo>
                  <a:lnTo>
                    <a:pt x="1456419" y="4160697"/>
                  </a:lnTo>
                  <a:lnTo>
                    <a:pt x="1456512" y="4160697"/>
                  </a:lnTo>
                  <a:lnTo>
                    <a:pt x="1456605" y="4160697"/>
                  </a:lnTo>
                  <a:lnTo>
                    <a:pt x="1456699" y="4160697"/>
                  </a:lnTo>
                  <a:lnTo>
                    <a:pt x="1456792" y="4160697"/>
                  </a:lnTo>
                  <a:lnTo>
                    <a:pt x="1456885" y="4160697"/>
                  </a:lnTo>
                  <a:lnTo>
                    <a:pt x="1456978" y="4160697"/>
                  </a:lnTo>
                  <a:lnTo>
                    <a:pt x="1457071" y="4160697"/>
                  </a:lnTo>
                  <a:lnTo>
                    <a:pt x="1457165" y="4160697"/>
                  </a:lnTo>
                  <a:lnTo>
                    <a:pt x="1457258" y="4160697"/>
                  </a:lnTo>
                  <a:lnTo>
                    <a:pt x="1457351" y="4160697"/>
                  </a:lnTo>
                  <a:lnTo>
                    <a:pt x="1457444" y="4160697"/>
                  </a:lnTo>
                  <a:lnTo>
                    <a:pt x="1457538" y="4160697"/>
                  </a:lnTo>
                  <a:lnTo>
                    <a:pt x="1457631" y="4160697"/>
                  </a:lnTo>
                  <a:lnTo>
                    <a:pt x="1457724" y="4160697"/>
                  </a:lnTo>
                  <a:lnTo>
                    <a:pt x="1457817" y="4160697"/>
                  </a:lnTo>
                  <a:lnTo>
                    <a:pt x="1457911" y="4160697"/>
                  </a:lnTo>
                  <a:lnTo>
                    <a:pt x="1458004" y="4160697"/>
                  </a:lnTo>
                  <a:lnTo>
                    <a:pt x="1458097" y="4160697"/>
                  </a:lnTo>
                  <a:lnTo>
                    <a:pt x="1458190" y="4160697"/>
                  </a:lnTo>
                  <a:lnTo>
                    <a:pt x="1458284" y="4160697"/>
                  </a:lnTo>
                  <a:lnTo>
                    <a:pt x="1458377" y="4160697"/>
                  </a:lnTo>
                  <a:lnTo>
                    <a:pt x="1458470" y="4160697"/>
                  </a:lnTo>
                  <a:lnTo>
                    <a:pt x="1458563" y="4160697"/>
                  </a:lnTo>
                  <a:lnTo>
                    <a:pt x="1458657" y="4160697"/>
                  </a:lnTo>
                  <a:lnTo>
                    <a:pt x="1458750" y="4160697"/>
                  </a:lnTo>
                  <a:lnTo>
                    <a:pt x="1458843" y="4160697"/>
                  </a:lnTo>
                  <a:lnTo>
                    <a:pt x="1458936" y="4160697"/>
                  </a:lnTo>
                  <a:lnTo>
                    <a:pt x="1459030" y="4160697"/>
                  </a:lnTo>
                  <a:lnTo>
                    <a:pt x="1459123" y="4160697"/>
                  </a:lnTo>
                  <a:lnTo>
                    <a:pt x="1459216" y="4160697"/>
                  </a:lnTo>
                  <a:lnTo>
                    <a:pt x="1459309" y="4160697"/>
                  </a:lnTo>
                  <a:lnTo>
                    <a:pt x="1459403" y="4160697"/>
                  </a:lnTo>
                  <a:lnTo>
                    <a:pt x="1459496" y="4160697"/>
                  </a:lnTo>
                  <a:lnTo>
                    <a:pt x="1459589" y="4160697"/>
                  </a:lnTo>
                  <a:lnTo>
                    <a:pt x="1459682" y="4160697"/>
                  </a:lnTo>
                  <a:lnTo>
                    <a:pt x="1459776" y="4160697"/>
                  </a:lnTo>
                  <a:lnTo>
                    <a:pt x="1459869" y="4160697"/>
                  </a:lnTo>
                  <a:lnTo>
                    <a:pt x="1459962" y="4160697"/>
                  </a:lnTo>
                  <a:lnTo>
                    <a:pt x="1460055" y="4160697"/>
                  </a:lnTo>
                  <a:lnTo>
                    <a:pt x="1460149" y="4160697"/>
                  </a:lnTo>
                  <a:lnTo>
                    <a:pt x="1460242" y="4160697"/>
                  </a:lnTo>
                  <a:lnTo>
                    <a:pt x="1460335" y="4160697"/>
                  </a:lnTo>
                  <a:lnTo>
                    <a:pt x="1460428" y="4160697"/>
                  </a:lnTo>
                  <a:lnTo>
                    <a:pt x="1460522" y="4160697"/>
                  </a:lnTo>
                  <a:lnTo>
                    <a:pt x="1460615" y="4160697"/>
                  </a:lnTo>
                  <a:lnTo>
                    <a:pt x="1460708" y="4160697"/>
                  </a:lnTo>
                  <a:lnTo>
                    <a:pt x="1460801" y="4160697"/>
                  </a:lnTo>
                  <a:lnTo>
                    <a:pt x="1460895" y="4160697"/>
                  </a:lnTo>
                  <a:lnTo>
                    <a:pt x="1460988" y="4160697"/>
                  </a:lnTo>
                  <a:lnTo>
                    <a:pt x="1461081" y="4160697"/>
                  </a:lnTo>
                  <a:lnTo>
                    <a:pt x="1461174" y="4160697"/>
                  </a:lnTo>
                  <a:lnTo>
                    <a:pt x="1461268" y="4160697"/>
                  </a:lnTo>
                  <a:lnTo>
                    <a:pt x="1461361" y="4160697"/>
                  </a:lnTo>
                  <a:lnTo>
                    <a:pt x="1461454" y="4160697"/>
                  </a:lnTo>
                  <a:lnTo>
                    <a:pt x="1461547" y="4160697"/>
                  </a:lnTo>
                  <a:lnTo>
                    <a:pt x="1461641" y="4160697"/>
                  </a:lnTo>
                  <a:lnTo>
                    <a:pt x="1461734" y="4160697"/>
                  </a:lnTo>
                  <a:lnTo>
                    <a:pt x="1461827" y="4160697"/>
                  </a:lnTo>
                  <a:lnTo>
                    <a:pt x="1461920" y="4160697"/>
                  </a:lnTo>
                  <a:lnTo>
                    <a:pt x="1462014" y="4160697"/>
                  </a:lnTo>
                  <a:lnTo>
                    <a:pt x="1462107" y="4160697"/>
                  </a:lnTo>
                  <a:lnTo>
                    <a:pt x="1462200" y="4160697"/>
                  </a:lnTo>
                  <a:lnTo>
                    <a:pt x="1462293" y="4160697"/>
                  </a:lnTo>
                  <a:lnTo>
                    <a:pt x="1462387" y="4160697"/>
                  </a:lnTo>
                  <a:lnTo>
                    <a:pt x="1462480" y="4160697"/>
                  </a:lnTo>
                  <a:lnTo>
                    <a:pt x="1462573" y="4160697"/>
                  </a:lnTo>
                  <a:lnTo>
                    <a:pt x="1462666" y="4160697"/>
                  </a:lnTo>
                  <a:lnTo>
                    <a:pt x="1462760" y="4160697"/>
                  </a:lnTo>
                  <a:lnTo>
                    <a:pt x="1462853" y="4160697"/>
                  </a:lnTo>
                  <a:lnTo>
                    <a:pt x="1462946" y="4160697"/>
                  </a:lnTo>
                  <a:lnTo>
                    <a:pt x="1463039" y="4160697"/>
                  </a:lnTo>
                  <a:lnTo>
                    <a:pt x="1463133" y="4160697"/>
                  </a:lnTo>
                  <a:lnTo>
                    <a:pt x="1463226" y="4160697"/>
                  </a:lnTo>
                  <a:lnTo>
                    <a:pt x="1463319" y="4160697"/>
                  </a:lnTo>
                  <a:lnTo>
                    <a:pt x="1463412" y="4160697"/>
                  </a:lnTo>
                  <a:lnTo>
                    <a:pt x="1463506" y="4160697"/>
                  </a:lnTo>
                  <a:lnTo>
                    <a:pt x="1463599" y="4160697"/>
                  </a:lnTo>
                  <a:lnTo>
                    <a:pt x="1463692" y="4160697"/>
                  </a:lnTo>
                  <a:lnTo>
                    <a:pt x="1463785" y="4160697"/>
                  </a:lnTo>
                  <a:lnTo>
                    <a:pt x="1463878" y="4160697"/>
                  </a:lnTo>
                  <a:lnTo>
                    <a:pt x="1463972" y="4160697"/>
                  </a:lnTo>
                  <a:lnTo>
                    <a:pt x="1464065" y="4160697"/>
                  </a:lnTo>
                  <a:lnTo>
                    <a:pt x="1464158" y="4160697"/>
                  </a:lnTo>
                  <a:lnTo>
                    <a:pt x="1464251" y="4160697"/>
                  </a:lnTo>
                  <a:lnTo>
                    <a:pt x="1464345" y="4160697"/>
                  </a:lnTo>
                  <a:lnTo>
                    <a:pt x="1464438" y="4160697"/>
                  </a:lnTo>
                  <a:lnTo>
                    <a:pt x="1464531" y="4160697"/>
                  </a:lnTo>
                  <a:lnTo>
                    <a:pt x="1464624" y="4160697"/>
                  </a:lnTo>
                  <a:lnTo>
                    <a:pt x="1464624" y="4150744"/>
                  </a:lnTo>
                  <a:lnTo>
                    <a:pt x="1464718" y="4150744"/>
                  </a:lnTo>
                  <a:lnTo>
                    <a:pt x="1464811" y="4150744"/>
                  </a:lnTo>
                  <a:lnTo>
                    <a:pt x="1464904" y="4150744"/>
                  </a:lnTo>
                  <a:lnTo>
                    <a:pt x="1464997" y="4150744"/>
                  </a:lnTo>
                  <a:lnTo>
                    <a:pt x="1465091" y="4150744"/>
                  </a:lnTo>
                  <a:lnTo>
                    <a:pt x="1465184" y="4150744"/>
                  </a:lnTo>
                  <a:lnTo>
                    <a:pt x="1465277" y="4150744"/>
                  </a:lnTo>
                  <a:lnTo>
                    <a:pt x="1465370" y="4150744"/>
                  </a:lnTo>
                  <a:lnTo>
                    <a:pt x="1465464" y="4150744"/>
                  </a:lnTo>
                  <a:lnTo>
                    <a:pt x="1465557" y="4150744"/>
                  </a:lnTo>
                  <a:lnTo>
                    <a:pt x="1465650" y="4150744"/>
                  </a:lnTo>
                  <a:lnTo>
                    <a:pt x="1465743" y="4150744"/>
                  </a:lnTo>
                  <a:lnTo>
                    <a:pt x="1465837" y="4150744"/>
                  </a:lnTo>
                  <a:lnTo>
                    <a:pt x="1465930" y="4150744"/>
                  </a:lnTo>
                  <a:lnTo>
                    <a:pt x="1466023" y="4150744"/>
                  </a:lnTo>
                  <a:lnTo>
                    <a:pt x="1466116" y="4150744"/>
                  </a:lnTo>
                  <a:lnTo>
                    <a:pt x="1466210" y="4150744"/>
                  </a:lnTo>
                  <a:lnTo>
                    <a:pt x="1466303" y="4150744"/>
                  </a:lnTo>
                  <a:lnTo>
                    <a:pt x="1466396" y="4150744"/>
                  </a:lnTo>
                  <a:lnTo>
                    <a:pt x="1466489" y="4150744"/>
                  </a:lnTo>
                  <a:lnTo>
                    <a:pt x="1466583" y="4150744"/>
                  </a:lnTo>
                  <a:lnTo>
                    <a:pt x="1466676" y="4150744"/>
                  </a:lnTo>
                  <a:lnTo>
                    <a:pt x="1466769" y="4150744"/>
                  </a:lnTo>
                  <a:lnTo>
                    <a:pt x="1466862" y="4150744"/>
                  </a:lnTo>
                  <a:lnTo>
                    <a:pt x="1466956" y="4150744"/>
                  </a:lnTo>
                  <a:lnTo>
                    <a:pt x="1467049" y="4150744"/>
                  </a:lnTo>
                  <a:lnTo>
                    <a:pt x="1467142" y="4150744"/>
                  </a:lnTo>
                  <a:lnTo>
                    <a:pt x="1467235" y="4150744"/>
                  </a:lnTo>
                  <a:lnTo>
                    <a:pt x="1467329" y="4150744"/>
                  </a:lnTo>
                  <a:lnTo>
                    <a:pt x="1467422" y="4150744"/>
                  </a:lnTo>
                  <a:lnTo>
                    <a:pt x="1467515" y="4150744"/>
                  </a:lnTo>
                  <a:lnTo>
                    <a:pt x="1467608" y="4150744"/>
                  </a:lnTo>
                  <a:lnTo>
                    <a:pt x="1467702" y="4150744"/>
                  </a:lnTo>
                  <a:lnTo>
                    <a:pt x="1467702" y="4140790"/>
                  </a:lnTo>
                  <a:lnTo>
                    <a:pt x="1467795" y="4140790"/>
                  </a:lnTo>
                  <a:lnTo>
                    <a:pt x="1467888" y="4140790"/>
                  </a:lnTo>
                  <a:lnTo>
                    <a:pt x="1467981" y="4140790"/>
                  </a:lnTo>
                  <a:lnTo>
                    <a:pt x="1468075" y="4140790"/>
                  </a:lnTo>
                  <a:lnTo>
                    <a:pt x="1468168" y="4140790"/>
                  </a:lnTo>
                  <a:lnTo>
                    <a:pt x="1468261" y="4140790"/>
                  </a:lnTo>
                  <a:lnTo>
                    <a:pt x="1468354" y="4140790"/>
                  </a:lnTo>
                  <a:lnTo>
                    <a:pt x="1468448" y="4140790"/>
                  </a:lnTo>
                  <a:lnTo>
                    <a:pt x="1468541" y="4140790"/>
                  </a:lnTo>
                  <a:lnTo>
                    <a:pt x="1468634" y="4140790"/>
                  </a:lnTo>
                  <a:lnTo>
                    <a:pt x="1468727" y="4140790"/>
                  </a:lnTo>
                  <a:lnTo>
                    <a:pt x="1468821" y="4140790"/>
                  </a:lnTo>
                  <a:lnTo>
                    <a:pt x="1468914" y="4140790"/>
                  </a:lnTo>
                  <a:lnTo>
                    <a:pt x="1468914" y="4130836"/>
                  </a:lnTo>
                  <a:lnTo>
                    <a:pt x="1469007" y="4130836"/>
                  </a:lnTo>
                  <a:lnTo>
                    <a:pt x="1469100" y="4130836"/>
                  </a:lnTo>
                  <a:lnTo>
                    <a:pt x="1469194" y="4130836"/>
                  </a:lnTo>
                  <a:lnTo>
                    <a:pt x="1469287" y="4130836"/>
                  </a:lnTo>
                  <a:lnTo>
                    <a:pt x="1469380" y="4130836"/>
                  </a:lnTo>
                  <a:lnTo>
                    <a:pt x="1469473" y="4130836"/>
                  </a:lnTo>
                  <a:lnTo>
                    <a:pt x="1469567" y="4130836"/>
                  </a:lnTo>
                  <a:lnTo>
                    <a:pt x="1469660" y="4130836"/>
                  </a:lnTo>
                  <a:lnTo>
                    <a:pt x="1469753" y="4130836"/>
                  </a:lnTo>
                  <a:lnTo>
                    <a:pt x="1469846" y="4130836"/>
                  </a:lnTo>
                  <a:lnTo>
                    <a:pt x="1469940" y="4130836"/>
                  </a:lnTo>
                  <a:lnTo>
                    <a:pt x="1470033" y="4130836"/>
                  </a:lnTo>
                  <a:lnTo>
                    <a:pt x="1470126" y="4130836"/>
                  </a:lnTo>
                  <a:lnTo>
                    <a:pt x="1470219" y="4130836"/>
                  </a:lnTo>
                  <a:lnTo>
                    <a:pt x="1470313" y="4130836"/>
                  </a:lnTo>
                  <a:lnTo>
                    <a:pt x="1470406" y="4130836"/>
                  </a:lnTo>
                  <a:lnTo>
                    <a:pt x="1470499" y="4130836"/>
                  </a:lnTo>
                  <a:lnTo>
                    <a:pt x="1470592" y="4130836"/>
                  </a:lnTo>
                  <a:lnTo>
                    <a:pt x="1470686" y="4130836"/>
                  </a:lnTo>
                  <a:lnTo>
                    <a:pt x="1470779" y="4130836"/>
                  </a:lnTo>
                  <a:lnTo>
                    <a:pt x="1470872" y="4130836"/>
                  </a:lnTo>
                  <a:lnTo>
                    <a:pt x="1470965" y="4130836"/>
                  </a:lnTo>
                  <a:lnTo>
                    <a:pt x="1471058" y="4130836"/>
                  </a:lnTo>
                  <a:lnTo>
                    <a:pt x="1471152" y="4130836"/>
                  </a:lnTo>
                  <a:lnTo>
                    <a:pt x="1471245" y="4130836"/>
                  </a:lnTo>
                  <a:lnTo>
                    <a:pt x="1471338" y="4130836"/>
                  </a:lnTo>
                  <a:lnTo>
                    <a:pt x="1471431" y="4130836"/>
                  </a:lnTo>
                  <a:lnTo>
                    <a:pt x="1471525" y="4130836"/>
                  </a:lnTo>
                  <a:lnTo>
                    <a:pt x="1471618" y="4130836"/>
                  </a:lnTo>
                  <a:lnTo>
                    <a:pt x="1471711" y="4130836"/>
                  </a:lnTo>
                  <a:lnTo>
                    <a:pt x="1471804" y="4130836"/>
                  </a:lnTo>
                  <a:lnTo>
                    <a:pt x="1471898" y="4130836"/>
                  </a:lnTo>
                  <a:lnTo>
                    <a:pt x="1471991" y="4130836"/>
                  </a:lnTo>
                  <a:lnTo>
                    <a:pt x="1472084" y="4130836"/>
                  </a:lnTo>
                  <a:lnTo>
                    <a:pt x="1472177" y="4130836"/>
                  </a:lnTo>
                  <a:lnTo>
                    <a:pt x="1472271" y="4130836"/>
                  </a:lnTo>
                  <a:lnTo>
                    <a:pt x="1472364" y="4130836"/>
                  </a:lnTo>
                  <a:lnTo>
                    <a:pt x="1472457" y="4130836"/>
                  </a:lnTo>
                  <a:lnTo>
                    <a:pt x="1472550" y="4130836"/>
                  </a:lnTo>
                  <a:lnTo>
                    <a:pt x="1472644" y="4130836"/>
                  </a:lnTo>
                  <a:lnTo>
                    <a:pt x="1472737" y="4130836"/>
                  </a:lnTo>
                  <a:lnTo>
                    <a:pt x="1472830" y="4130836"/>
                  </a:lnTo>
                  <a:lnTo>
                    <a:pt x="1472923" y="4130836"/>
                  </a:lnTo>
                  <a:lnTo>
                    <a:pt x="1473017" y="4130836"/>
                  </a:lnTo>
                  <a:lnTo>
                    <a:pt x="1473110" y="4130836"/>
                  </a:lnTo>
                  <a:lnTo>
                    <a:pt x="1473203" y="4130836"/>
                  </a:lnTo>
                  <a:lnTo>
                    <a:pt x="1473296" y="4130836"/>
                  </a:lnTo>
                  <a:lnTo>
                    <a:pt x="1473390" y="4130836"/>
                  </a:lnTo>
                  <a:lnTo>
                    <a:pt x="1473483" y="4130836"/>
                  </a:lnTo>
                  <a:lnTo>
                    <a:pt x="1473576" y="4130836"/>
                  </a:lnTo>
                  <a:lnTo>
                    <a:pt x="1473669" y="4130836"/>
                  </a:lnTo>
                  <a:lnTo>
                    <a:pt x="1473763" y="4130836"/>
                  </a:lnTo>
                  <a:lnTo>
                    <a:pt x="1473856" y="4130836"/>
                  </a:lnTo>
                  <a:lnTo>
                    <a:pt x="1473949" y="4130836"/>
                  </a:lnTo>
                  <a:lnTo>
                    <a:pt x="1474042" y="4130836"/>
                  </a:lnTo>
                  <a:lnTo>
                    <a:pt x="1474136" y="4130836"/>
                  </a:lnTo>
                  <a:lnTo>
                    <a:pt x="1474229" y="4130836"/>
                  </a:lnTo>
                  <a:lnTo>
                    <a:pt x="1474322" y="4130836"/>
                  </a:lnTo>
                  <a:lnTo>
                    <a:pt x="1474415" y="4130836"/>
                  </a:lnTo>
                  <a:lnTo>
                    <a:pt x="1474509" y="4130836"/>
                  </a:lnTo>
                  <a:lnTo>
                    <a:pt x="1474602" y="4130836"/>
                  </a:lnTo>
                  <a:lnTo>
                    <a:pt x="1474695" y="4130836"/>
                  </a:lnTo>
                  <a:lnTo>
                    <a:pt x="1474788" y="4130836"/>
                  </a:lnTo>
                  <a:lnTo>
                    <a:pt x="1474882" y="4130836"/>
                  </a:lnTo>
                  <a:lnTo>
                    <a:pt x="1474975" y="4130836"/>
                  </a:lnTo>
                  <a:lnTo>
                    <a:pt x="1475068" y="4130836"/>
                  </a:lnTo>
                  <a:lnTo>
                    <a:pt x="1475161" y="4130836"/>
                  </a:lnTo>
                  <a:lnTo>
                    <a:pt x="1475255" y="4130836"/>
                  </a:lnTo>
                  <a:lnTo>
                    <a:pt x="1475348" y="4130836"/>
                  </a:lnTo>
                  <a:lnTo>
                    <a:pt x="1475441" y="4130836"/>
                  </a:lnTo>
                  <a:lnTo>
                    <a:pt x="1475534" y="4130836"/>
                  </a:lnTo>
                  <a:lnTo>
                    <a:pt x="1475628" y="4130836"/>
                  </a:lnTo>
                  <a:lnTo>
                    <a:pt x="1475721" y="4130836"/>
                  </a:lnTo>
                  <a:lnTo>
                    <a:pt x="1475814" y="4130836"/>
                  </a:lnTo>
                  <a:lnTo>
                    <a:pt x="1475907" y="4130836"/>
                  </a:lnTo>
                  <a:lnTo>
                    <a:pt x="1476001" y="4130836"/>
                  </a:lnTo>
                  <a:lnTo>
                    <a:pt x="1476094" y="4130836"/>
                  </a:lnTo>
                  <a:lnTo>
                    <a:pt x="1476187" y="4130836"/>
                  </a:lnTo>
                  <a:lnTo>
                    <a:pt x="1476280" y="4130836"/>
                  </a:lnTo>
                  <a:lnTo>
                    <a:pt x="1476374" y="4130836"/>
                  </a:lnTo>
                  <a:lnTo>
                    <a:pt x="1476467" y="4130836"/>
                  </a:lnTo>
                  <a:lnTo>
                    <a:pt x="1476560" y="4130836"/>
                  </a:lnTo>
                  <a:lnTo>
                    <a:pt x="1476653" y="4130836"/>
                  </a:lnTo>
                  <a:lnTo>
                    <a:pt x="1476747" y="4130836"/>
                  </a:lnTo>
                  <a:lnTo>
                    <a:pt x="1476840" y="4130836"/>
                  </a:lnTo>
                  <a:lnTo>
                    <a:pt x="1476933" y="4130836"/>
                  </a:lnTo>
                  <a:lnTo>
                    <a:pt x="1477026" y="4130836"/>
                  </a:lnTo>
                  <a:lnTo>
                    <a:pt x="1477120" y="4130836"/>
                  </a:lnTo>
                  <a:lnTo>
                    <a:pt x="1477213" y="4130836"/>
                  </a:lnTo>
                  <a:lnTo>
                    <a:pt x="1477306" y="4130836"/>
                  </a:lnTo>
                  <a:lnTo>
                    <a:pt x="1477399" y="4130836"/>
                  </a:lnTo>
                  <a:lnTo>
                    <a:pt x="1477493" y="4130836"/>
                  </a:lnTo>
                  <a:lnTo>
                    <a:pt x="1477586" y="4130836"/>
                  </a:lnTo>
                  <a:lnTo>
                    <a:pt x="1477679" y="4130836"/>
                  </a:lnTo>
                  <a:lnTo>
                    <a:pt x="1477772" y="4130836"/>
                  </a:lnTo>
                  <a:lnTo>
                    <a:pt x="1477865" y="4130836"/>
                  </a:lnTo>
                  <a:lnTo>
                    <a:pt x="1477959" y="4130836"/>
                  </a:lnTo>
                  <a:lnTo>
                    <a:pt x="1478052" y="4130836"/>
                  </a:lnTo>
                  <a:lnTo>
                    <a:pt x="1478145" y="4130836"/>
                  </a:lnTo>
                  <a:lnTo>
                    <a:pt x="1478238" y="4130836"/>
                  </a:lnTo>
                  <a:lnTo>
                    <a:pt x="1478332" y="4130836"/>
                  </a:lnTo>
                  <a:lnTo>
                    <a:pt x="1478425" y="4130836"/>
                  </a:lnTo>
                  <a:lnTo>
                    <a:pt x="1478518" y="4130836"/>
                  </a:lnTo>
                  <a:lnTo>
                    <a:pt x="1478611" y="4130836"/>
                  </a:lnTo>
                  <a:lnTo>
                    <a:pt x="1478705" y="4130836"/>
                  </a:lnTo>
                  <a:lnTo>
                    <a:pt x="1478798" y="4130836"/>
                  </a:lnTo>
                  <a:lnTo>
                    <a:pt x="1478891" y="4130836"/>
                  </a:lnTo>
                  <a:lnTo>
                    <a:pt x="1478984" y="4130836"/>
                  </a:lnTo>
                  <a:lnTo>
                    <a:pt x="1479078" y="4130836"/>
                  </a:lnTo>
                  <a:lnTo>
                    <a:pt x="1479171" y="4130836"/>
                  </a:lnTo>
                  <a:lnTo>
                    <a:pt x="1479264" y="4130836"/>
                  </a:lnTo>
                  <a:lnTo>
                    <a:pt x="1479357" y="4130836"/>
                  </a:lnTo>
                  <a:lnTo>
                    <a:pt x="1479451" y="4130836"/>
                  </a:lnTo>
                  <a:lnTo>
                    <a:pt x="1479544" y="4130836"/>
                  </a:lnTo>
                  <a:lnTo>
                    <a:pt x="1479637" y="4130836"/>
                  </a:lnTo>
                  <a:lnTo>
                    <a:pt x="1479730" y="4130836"/>
                  </a:lnTo>
                  <a:lnTo>
                    <a:pt x="1479824" y="4130836"/>
                  </a:lnTo>
                  <a:lnTo>
                    <a:pt x="1479917" y="4130836"/>
                  </a:lnTo>
                  <a:lnTo>
                    <a:pt x="1480010" y="4130836"/>
                  </a:lnTo>
                  <a:lnTo>
                    <a:pt x="1480103" y="4130836"/>
                  </a:lnTo>
                  <a:lnTo>
                    <a:pt x="1480197" y="4130836"/>
                  </a:lnTo>
                  <a:lnTo>
                    <a:pt x="1480290" y="4130836"/>
                  </a:lnTo>
                  <a:lnTo>
                    <a:pt x="1480383" y="4130836"/>
                  </a:lnTo>
                  <a:lnTo>
                    <a:pt x="1480476" y="4130836"/>
                  </a:lnTo>
                  <a:lnTo>
                    <a:pt x="1480570" y="4130836"/>
                  </a:lnTo>
                  <a:lnTo>
                    <a:pt x="1480663" y="4130836"/>
                  </a:lnTo>
                  <a:lnTo>
                    <a:pt x="1480756" y="4130836"/>
                  </a:lnTo>
                  <a:lnTo>
                    <a:pt x="1480849" y="4130836"/>
                  </a:lnTo>
                  <a:lnTo>
                    <a:pt x="1480943" y="4130836"/>
                  </a:lnTo>
                  <a:lnTo>
                    <a:pt x="1481036" y="4130836"/>
                  </a:lnTo>
                  <a:lnTo>
                    <a:pt x="1481129" y="4130836"/>
                  </a:lnTo>
                  <a:lnTo>
                    <a:pt x="1481222" y="4130836"/>
                  </a:lnTo>
                  <a:lnTo>
                    <a:pt x="1481316" y="4130836"/>
                  </a:lnTo>
                  <a:lnTo>
                    <a:pt x="1481409" y="4130836"/>
                  </a:lnTo>
                  <a:lnTo>
                    <a:pt x="1481502" y="4130836"/>
                  </a:lnTo>
                  <a:lnTo>
                    <a:pt x="1481595" y="4130836"/>
                  </a:lnTo>
                  <a:lnTo>
                    <a:pt x="1481689" y="4130836"/>
                  </a:lnTo>
                  <a:lnTo>
                    <a:pt x="1481782" y="4130836"/>
                  </a:lnTo>
                  <a:lnTo>
                    <a:pt x="1481875" y="4130836"/>
                  </a:lnTo>
                  <a:lnTo>
                    <a:pt x="1481968" y="4130836"/>
                  </a:lnTo>
                  <a:lnTo>
                    <a:pt x="1482062" y="4130836"/>
                  </a:lnTo>
                  <a:lnTo>
                    <a:pt x="1482155" y="4130836"/>
                  </a:lnTo>
                  <a:lnTo>
                    <a:pt x="1482248" y="4130836"/>
                  </a:lnTo>
                  <a:lnTo>
                    <a:pt x="1482341" y="4130836"/>
                  </a:lnTo>
                  <a:lnTo>
                    <a:pt x="1482435" y="4130836"/>
                  </a:lnTo>
                  <a:lnTo>
                    <a:pt x="1482528" y="4130836"/>
                  </a:lnTo>
                  <a:lnTo>
                    <a:pt x="1482621" y="4130836"/>
                  </a:lnTo>
                  <a:lnTo>
                    <a:pt x="1482714" y="4130836"/>
                  </a:lnTo>
                  <a:lnTo>
                    <a:pt x="1482808" y="4130836"/>
                  </a:lnTo>
                  <a:lnTo>
                    <a:pt x="1482901" y="4130836"/>
                  </a:lnTo>
                  <a:lnTo>
                    <a:pt x="1482994" y="4130836"/>
                  </a:lnTo>
                  <a:lnTo>
                    <a:pt x="1483087" y="4130836"/>
                  </a:lnTo>
                  <a:lnTo>
                    <a:pt x="1483181" y="4130836"/>
                  </a:lnTo>
                  <a:lnTo>
                    <a:pt x="1483274" y="4130836"/>
                  </a:lnTo>
                  <a:lnTo>
                    <a:pt x="1483367" y="4130836"/>
                  </a:lnTo>
                  <a:lnTo>
                    <a:pt x="1483460" y="4130836"/>
                  </a:lnTo>
                  <a:lnTo>
                    <a:pt x="1483554" y="4130836"/>
                  </a:lnTo>
                  <a:lnTo>
                    <a:pt x="1483647" y="4130836"/>
                  </a:lnTo>
                  <a:lnTo>
                    <a:pt x="1483740" y="4130836"/>
                  </a:lnTo>
                  <a:lnTo>
                    <a:pt x="1483833" y="4130836"/>
                  </a:lnTo>
                  <a:lnTo>
                    <a:pt x="1483927" y="4130836"/>
                  </a:lnTo>
                  <a:lnTo>
                    <a:pt x="1484020" y="4130836"/>
                  </a:lnTo>
                  <a:lnTo>
                    <a:pt x="1484113" y="4130836"/>
                  </a:lnTo>
                  <a:lnTo>
                    <a:pt x="1484206" y="4130836"/>
                  </a:lnTo>
                  <a:lnTo>
                    <a:pt x="1484300" y="4130836"/>
                  </a:lnTo>
                  <a:lnTo>
                    <a:pt x="1484393" y="4130836"/>
                  </a:lnTo>
                  <a:lnTo>
                    <a:pt x="1484486" y="4130836"/>
                  </a:lnTo>
                  <a:lnTo>
                    <a:pt x="1484579" y="4130836"/>
                  </a:lnTo>
                  <a:lnTo>
                    <a:pt x="1484673" y="4130836"/>
                  </a:lnTo>
                  <a:lnTo>
                    <a:pt x="1484766" y="4130836"/>
                  </a:lnTo>
                  <a:lnTo>
                    <a:pt x="1484859" y="4130836"/>
                  </a:lnTo>
                  <a:lnTo>
                    <a:pt x="1484952" y="4130836"/>
                  </a:lnTo>
                  <a:lnTo>
                    <a:pt x="1485045" y="4130836"/>
                  </a:lnTo>
                  <a:lnTo>
                    <a:pt x="1485139" y="4130836"/>
                  </a:lnTo>
                  <a:lnTo>
                    <a:pt x="1485232" y="4130836"/>
                  </a:lnTo>
                  <a:lnTo>
                    <a:pt x="1485325" y="4130836"/>
                  </a:lnTo>
                  <a:lnTo>
                    <a:pt x="1485418" y="4130836"/>
                  </a:lnTo>
                  <a:lnTo>
                    <a:pt x="1485512" y="4130836"/>
                  </a:lnTo>
                  <a:lnTo>
                    <a:pt x="1485605" y="4130836"/>
                  </a:lnTo>
                  <a:lnTo>
                    <a:pt x="1485605" y="4120882"/>
                  </a:lnTo>
                  <a:lnTo>
                    <a:pt x="1485698" y="4120882"/>
                  </a:lnTo>
                  <a:lnTo>
                    <a:pt x="1485791" y="4120882"/>
                  </a:lnTo>
                  <a:lnTo>
                    <a:pt x="1485885" y="4120882"/>
                  </a:lnTo>
                  <a:lnTo>
                    <a:pt x="1485978" y="4120882"/>
                  </a:lnTo>
                  <a:lnTo>
                    <a:pt x="1486071" y="4120882"/>
                  </a:lnTo>
                  <a:lnTo>
                    <a:pt x="1486164" y="4120882"/>
                  </a:lnTo>
                  <a:lnTo>
                    <a:pt x="1486258" y="4120882"/>
                  </a:lnTo>
                  <a:lnTo>
                    <a:pt x="1486351" y="4120882"/>
                  </a:lnTo>
                  <a:lnTo>
                    <a:pt x="1486444" y="4120882"/>
                  </a:lnTo>
                  <a:lnTo>
                    <a:pt x="1486537" y="4120882"/>
                  </a:lnTo>
                  <a:lnTo>
                    <a:pt x="1486631" y="4120882"/>
                  </a:lnTo>
                  <a:lnTo>
                    <a:pt x="1486724" y="4120882"/>
                  </a:lnTo>
                  <a:lnTo>
                    <a:pt x="1486724" y="4110928"/>
                  </a:lnTo>
                  <a:lnTo>
                    <a:pt x="1486817" y="4110928"/>
                  </a:lnTo>
                  <a:lnTo>
                    <a:pt x="1486910" y="4110928"/>
                  </a:lnTo>
                  <a:lnTo>
                    <a:pt x="1487004" y="4110928"/>
                  </a:lnTo>
                  <a:lnTo>
                    <a:pt x="1487097" y="4110928"/>
                  </a:lnTo>
                  <a:lnTo>
                    <a:pt x="1487190" y="4110928"/>
                  </a:lnTo>
                  <a:lnTo>
                    <a:pt x="1487283" y="4110928"/>
                  </a:lnTo>
                  <a:lnTo>
                    <a:pt x="1487377" y="4110928"/>
                  </a:lnTo>
                  <a:lnTo>
                    <a:pt x="1487470" y="4110928"/>
                  </a:lnTo>
                  <a:lnTo>
                    <a:pt x="1487563" y="4110928"/>
                  </a:lnTo>
                  <a:lnTo>
                    <a:pt x="1487656" y="4110928"/>
                  </a:lnTo>
                  <a:lnTo>
                    <a:pt x="1487750" y="4110928"/>
                  </a:lnTo>
                  <a:lnTo>
                    <a:pt x="1487843" y="4110928"/>
                  </a:lnTo>
                  <a:lnTo>
                    <a:pt x="1487936" y="4110928"/>
                  </a:lnTo>
                  <a:lnTo>
                    <a:pt x="1488029" y="4110928"/>
                  </a:lnTo>
                  <a:lnTo>
                    <a:pt x="1488123" y="4110928"/>
                  </a:lnTo>
                  <a:lnTo>
                    <a:pt x="1488216" y="4110928"/>
                  </a:lnTo>
                  <a:lnTo>
                    <a:pt x="1488309" y="4110928"/>
                  </a:lnTo>
                  <a:lnTo>
                    <a:pt x="1488309" y="4100974"/>
                  </a:lnTo>
                  <a:lnTo>
                    <a:pt x="1488402" y="4100974"/>
                  </a:lnTo>
                  <a:lnTo>
                    <a:pt x="1488496" y="4100974"/>
                  </a:lnTo>
                  <a:lnTo>
                    <a:pt x="1488589" y="4100974"/>
                  </a:lnTo>
                  <a:lnTo>
                    <a:pt x="1488682" y="4100974"/>
                  </a:lnTo>
                  <a:lnTo>
                    <a:pt x="1488775" y="4100974"/>
                  </a:lnTo>
                  <a:lnTo>
                    <a:pt x="1488869" y="4100974"/>
                  </a:lnTo>
                  <a:lnTo>
                    <a:pt x="1488869" y="4091021"/>
                  </a:lnTo>
                  <a:lnTo>
                    <a:pt x="1488962" y="4091021"/>
                  </a:lnTo>
                  <a:lnTo>
                    <a:pt x="1489055" y="4091021"/>
                  </a:lnTo>
                  <a:lnTo>
                    <a:pt x="1489148" y="4091021"/>
                  </a:lnTo>
                  <a:lnTo>
                    <a:pt x="1489242" y="4091021"/>
                  </a:lnTo>
                  <a:lnTo>
                    <a:pt x="1489335" y="4091021"/>
                  </a:lnTo>
                  <a:lnTo>
                    <a:pt x="1489428" y="4091021"/>
                  </a:lnTo>
                  <a:lnTo>
                    <a:pt x="1489521" y="4091021"/>
                  </a:lnTo>
                  <a:lnTo>
                    <a:pt x="1489615" y="4091021"/>
                  </a:lnTo>
                  <a:lnTo>
                    <a:pt x="1489708" y="4091021"/>
                  </a:lnTo>
                  <a:lnTo>
                    <a:pt x="1489801" y="4091021"/>
                  </a:lnTo>
                  <a:lnTo>
                    <a:pt x="1489894" y="4091021"/>
                  </a:lnTo>
                  <a:lnTo>
                    <a:pt x="1489988" y="4091021"/>
                  </a:lnTo>
                  <a:lnTo>
                    <a:pt x="1490081" y="4091021"/>
                  </a:lnTo>
                  <a:lnTo>
                    <a:pt x="1490174" y="4091021"/>
                  </a:lnTo>
                  <a:lnTo>
                    <a:pt x="1490267" y="4091021"/>
                  </a:lnTo>
                  <a:lnTo>
                    <a:pt x="1490361" y="4091021"/>
                  </a:lnTo>
                  <a:lnTo>
                    <a:pt x="1490454" y="4091021"/>
                  </a:lnTo>
                  <a:lnTo>
                    <a:pt x="1490547" y="4091021"/>
                  </a:lnTo>
                  <a:lnTo>
                    <a:pt x="1490640" y="4091021"/>
                  </a:lnTo>
                  <a:lnTo>
                    <a:pt x="1490734" y="4091021"/>
                  </a:lnTo>
                  <a:lnTo>
                    <a:pt x="1490734" y="4081067"/>
                  </a:lnTo>
                  <a:lnTo>
                    <a:pt x="1490827" y="4081067"/>
                  </a:lnTo>
                  <a:lnTo>
                    <a:pt x="1490920" y="4081067"/>
                  </a:lnTo>
                  <a:lnTo>
                    <a:pt x="1491013" y="4081067"/>
                  </a:lnTo>
                  <a:lnTo>
                    <a:pt x="1491107" y="4081067"/>
                  </a:lnTo>
                  <a:lnTo>
                    <a:pt x="1491200" y="4081067"/>
                  </a:lnTo>
                  <a:lnTo>
                    <a:pt x="1491293" y="4081067"/>
                  </a:lnTo>
                  <a:lnTo>
                    <a:pt x="1491386" y="4081067"/>
                  </a:lnTo>
                  <a:lnTo>
                    <a:pt x="1491480" y="4081067"/>
                  </a:lnTo>
                  <a:lnTo>
                    <a:pt x="1491573" y="4081067"/>
                  </a:lnTo>
                  <a:lnTo>
                    <a:pt x="1491666" y="4081067"/>
                  </a:lnTo>
                  <a:lnTo>
                    <a:pt x="1491759" y="4081067"/>
                  </a:lnTo>
                  <a:lnTo>
                    <a:pt x="1491852" y="4081067"/>
                  </a:lnTo>
                  <a:lnTo>
                    <a:pt x="1491946" y="4081067"/>
                  </a:lnTo>
                  <a:lnTo>
                    <a:pt x="1492039" y="4081067"/>
                  </a:lnTo>
                  <a:lnTo>
                    <a:pt x="1492132" y="4081067"/>
                  </a:lnTo>
                  <a:lnTo>
                    <a:pt x="1492225" y="4081067"/>
                  </a:lnTo>
                  <a:lnTo>
                    <a:pt x="1492319" y="4081067"/>
                  </a:lnTo>
                  <a:lnTo>
                    <a:pt x="1492412" y="4081067"/>
                  </a:lnTo>
                  <a:lnTo>
                    <a:pt x="1492505" y="4081067"/>
                  </a:lnTo>
                  <a:lnTo>
                    <a:pt x="1492598" y="4081067"/>
                  </a:lnTo>
                  <a:lnTo>
                    <a:pt x="1492692" y="4081067"/>
                  </a:lnTo>
                  <a:lnTo>
                    <a:pt x="1492785" y="4081067"/>
                  </a:lnTo>
                  <a:lnTo>
                    <a:pt x="1492878" y="4081067"/>
                  </a:lnTo>
                  <a:lnTo>
                    <a:pt x="1492971" y="4081067"/>
                  </a:lnTo>
                  <a:lnTo>
                    <a:pt x="1493065" y="4081067"/>
                  </a:lnTo>
                  <a:lnTo>
                    <a:pt x="1493158" y="4081067"/>
                  </a:lnTo>
                  <a:lnTo>
                    <a:pt x="1493251" y="4081067"/>
                  </a:lnTo>
                  <a:lnTo>
                    <a:pt x="1493344" y="4081067"/>
                  </a:lnTo>
                  <a:lnTo>
                    <a:pt x="1493438" y="4081067"/>
                  </a:lnTo>
                  <a:lnTo>
                    <a:pt x="1493531" y="4081067"/>
                  </a:lnTo>
                  <a:lnTo>
                    <a:pt x="1493624" y="4081067"/>
                  </a:lnTo>
                  <a:lnTo>
                    <a:pt x="1493717" y="4081067"/>
                  </a:lnTo>
                  <a:lnTo>
                    <a:pt x="1493811" y="4081067"/>
                  </a:lnTo>
                  <a:lnTo>
                    <a:pt x="1493904" y="4081067"/>
                  </a:lnTo>
                  <a:lnTo>
                    <a:pt x="1493997" y="4081067"/>
                  </a:lnTo>
                  <a:lnTo>
                    <a:pt x="1494090" y="4081067"/>
                  </a:lnTo>
                  <a:lnTo>
                    <a:pt x="1494184" y="4081067"/>
                  </a:lnTo>
                  <a:lnTo>
                    <a:pt x="1494277" y="4081067"/>
                  </a:lnTo>
                  <a:lnTo>
                    <a:pt x="1494370" y="4081067"/>
                  </a:lnTo>
                  <a:lnTo>
                    <a:pt x="1494463" y="4081067"/>
                  </a:lnTo>
                  <a:lnTo>
                    <a:pt x="1494557" y="4081067"/>
                  </a:lnTo>
                  <a:lnTo>
                    <a:pt x="1494650" y="4081067"/>
                  </a:lnTo>
                  <a:lnTo>
                    <a:pt x="1494743" y="4081067"/>
                  </a:lnTo>
                  <a:lnTo>
                    <a:pt x="1494836" y="4081067"/>
                  </a:lnTo>
                  <a:lnTo>
                    <a:pt x="1494930" y="4081067"/>
                  </a:lnTo>
                  <a:lnTo>
                    <a:pt x="1495023" y="4081067"/>
                  </a:lnTo>
                  <a:lnTo>
                    <a:pt x="1495116" y="4081067"/>
                  </a:lnTo>
                  <a:lnTo>
                    <a:pt x="1495209" y="4081067"/>
                  </a:lnTo>
                  <a:lnTo>
                    <a:pt x="1495303" y="4081067"/>
                  </a:lnTo>
                  <a:lnTo>
                    <a:pt x="1495396" y="4081067"/>
                  </a:lnTo>
                  <a:lnTo>
                    <a:pt x="1495489" y="4081067"/>
                  </a:lnTo>
                  <a:lnTo>
                    <a:pt x="1495582" y="4081067"/>
                  </a:lnTo>
                  <a:lnTo>
                    <a:pt x="1495676" y="4081067"/>
                  </a:lnTo>
                  <a:lnTo>
                    <a:pt x="1495769" y="4081067"/>
                  </a:lnTo>
                  <a:lnTo>
                    <a:pt x="1495862" y="4081067"/>
                  </a:lnTo>
                  <a:lnTo>
                    <a:pt x="1495955" y="4081067"/>
                  </a:lnTo>
                  <a:lnTo>
                    <a:pt x="1496049" y="4081067"/>
                  </a:lnTo>
                  <a:lnTo>
                    <a:pt x="1496142" y="4081067"/>
                  </a:lnTo>
                  <a:lnTo>
                    <a:pt x="1496235" y="4081067"/>
                  </a:lnTo>
                  <a:lnTo>
                    <a:pt x="1496328" y="4081067"/>
                  </a:lnTo>
                  <a:lnTo>
                    <a:pt x="1496422" y="4081067"/>
                  </a:lnTo>
                  <a:lnTo>
                    <a:pt x="1496515" y="4081067"/>
                  </a:lnTo>
                  <a:lnTo>
                    <a:pt x="1496608" y="4081067"/>
                  </a:lnTo>
                  <a:lnTo>
                    <a:pt x="1496701" y="4081067"/>
                  </a:lnTo>
                  <a:lnTo>
                    <a:pt x="1496795" y="4081067"/>
                  </a:lnTo>
                  <a:lnTo>
                    <a:pt x="1496888" y="4081067"/>
                  </a:lnTo>
                  <a:lnTo>
                    <a:pt x="1496981" y="4081067"/>
                  </a:lnTo>
                  <a:lnTo>
                    <a:pt x="1497074" y="4081067"/>
                  </a:lnTo>
                  <a:lnTo>
                    <a:pt x="1497074" y="4071113"/>
                  </a:lnTo>
                  <a:lnTo>
                    <a:pt x="1497168" y="4071113"/>
                  </a:lnTo>
                  <a:lnTo>
                    <a:pt x="1497261" y="4071113"/>
                  </a:lnTo>
                  <a:lnTo>
                    <a:pt x="1497354" y="4071113"/>
                  </a:lnTo>
                  <a:lnTo>
                    <a:pt x="1497447" y="4071113"/>
                  </a:lnTo>
                  <a:lnTo>
                    <a:pt x="1497541" y="4071113"/>
                  </a:lnTo>
                  <a:lnTo>
                    <a:pt x="1497634" y="4071113"/>
                  </a:lnTo>
                  <a:lnTo>
                    <a:pt x="1497727" y="4071113"/>
                  </a:lnTo>
                  <a:lnTo>
                    <a:pt x="1497820" y="4071113"/>
                  </a:lnTo>
                  <a:lnTo>
                    <a:pt x="1497914" y="4071113"/>
                  </a:lnTo>
                  <a:lnTo>
                    <a:pt x="1498007" y="4071113"/>
                  </a:lnTo>
                  <a:lnTo>
                    <a:pt x="1498100" y="4071113"/>
                  </a:lnTo>
                  <a:lnTo>
                    <a:pt x="1498193" y="4071113"/>
                  </a:lnTo>
                  <a:lnTo>
                    <a:pt x="1498287" y="4071113"/>
                  </a:lnTo>
                  <a:lnTo>
                    <a:pt x="1498380" y="4071113"/>
                  </a:lnTo>
                  <a:lnTo>
                    <a:pt x="1498473" y="4071113"/>
                  </a:lnTo>
                  <a:lnTo>
                    <a:pt x="1498566" y="4071113"/>
                  </a:lnTo>
                  <a:lnTo>
                    <a:pt x="1498659" y="4071113"/>
                  </a:lnTo>
                  <a:lnTo>
                    <a:pt x="1498753" y="4071113"/>
                  </a:lnTo>
                  <a:lnTo>
                    <a:pt x="1498846" y="4071113"/>
                  </a:lnTo>
                  <a:lnTo>
                    <a:pt x="1498939" y="4071113"/>
                  </a:lnTo>
                  <a:lnTo>
                    <a:pt x="1499032" y="4071113"/>
                  </a:lnTo>
                  <a:lnTo>
                    <a:pt x="1499126" y="4071113"/>
                  </a:lnTo>
                  <a:lnTo>
                    <a:pt x="1499219" y="4071113"/>
                  </a:lnTo>
                  <a:lnTo>
                    <a:pt x="1499312" y="4071113"/>
                  </a:lnTo>
                  <a:lnTo>
                    <a:pt x="1499405" y="4071113"/>
                  </a:lnTo>
                  <a:lnTo>
                    <a:pt x="1499499" y="4071113"/>
                  </a:lnTo>
                  <a:lnTo>
                    <a:pt x="1499592" y="4071113"/>
                  </a:lnTo>
                  <a:lnTo>
                    <a:pt x="1499685" y="4071113"/>
                  </a:lnTo>
                  <a:lnTo>
                    <a:pt x="1499778" y="4071113"/>
                  </a:lnTo>
                  <a:lnTo>
                    <a:pt x="1499872" y="4071113"/>
                  </a:lnTo>
                  <a:lnTo>
                    <a:pt x="1499965" y="4071113"/>
                  </a:lnTo>
                  <a:lnTo>
                    <a:pt x="1500058" y="4071113"/>
                  </a:lnTo>
                  <a:lnTo>
                    <a:pt x="1500151" y="4071113"/>
                  </a:lnTo>
                  <a:lnTo>
                    <a:pt x="1500245" y="4071113"/>
                  </a:lnTo>
                  <a:lnTo>
                    <a:pt x="1500338" y="4071113"/>
                  </a:lnTo>
                  <a:lnTo>
                    <a:pt x="1500431" y="4071113"/>
                  </a:lnTo>
                  <a:lnTo>
                    <a:pt x="1500524" y="4071113"/>
                  </a:lnTo>
                  <a:lnTo>
                    <a:pt x="1500618" y="4071113"/>
                  </a:lnTo>
                  <a:lnTo>
                    <a:pt x="1500711" y="4071113"/>
                  </a:lnTo>
                  <a:lnTo>
                    <a:pt x="1500804" y="4071113"/>
                  </a:lnTo>
                  <a:lnTo>
                    <a:pt x="1500897" y="4071113"/>
                  </a:lnTo>
                  <a:lnTo>
                    <a:pt x="1500991" y="4071113"/>
                  </a:lnTo>
                  <a:lnTo>
                    <a:pt x="1501084" y="4071113"/>
                  </a:lnTo>
                  <a:lnTo>
                    <a:pt x="1501177" y="4071113"/>
                  </a:lnTo>
                  <a:lnTo>
                    <a:pt x="1501270" y="4071113"/>
                  </a:lnTo>
                  <a:lnTo>
                    <a:pt x="1501364" y="4071113"/>
                  </a:lnTo>
                  <a:lnTo>
                    <a:pt x="1501457" y="4071113"/>
                  </a:lnTo>
                  <a:lnTo>
                    <a:pt x="1501550" y="4071113"/>
                  </a:lnTo>
                  <a:lnTo>
                    <a:pt x="1501643" y="4071113"/>
                  </a:lnTo>
                  <a:lnTo>
                    <a:pt x="1501643" y="4061159"/>
                  </a:lnTo>
                  <a:lnTo>
                    <a:pt x="1501737" y="4061159"/>
                  </a:lnTo>
                  <a:lnTo>
                    <a:pt x="1501830" y="4061159"/>
                  </a:lnTo>
                  <a:lnTo>
                    <a:pt x="1501923" y="4061159"/>
                  </a:lnTo>
                  <a:lnTo>
                    <a:pt x="1502016" y="4061159"/>
                  </a:lnTo>
                  <a:lnTo>
                    <a:pt x="1502110" y="4061159"/>
                  </a:lnTo>
                  <a:lnTo>
                    <a:pt x="1502203" y="4061159"/>
                  </a:lnTo>
                  <a:lnTo>
                    <a:pt x="1502296" y="4061159"/>
                  </a:lnTo>
                  <a:lnTo>
                    <a:pt x="1502389" y="4061159"/>
                  </a:lnTo>
                  <a:lnTo>
                    <a:pt x="1502483" y="4061159"/>
                  </a:lnTo>
                  <a:lnTo>
                    <a:pt x="1502576" y="4061159"/>
                  </a:lnTo>
                  <a:lnTo>
                    <a:pt x="1502669" y="4061159"/>
                  </a:lnTo>
                  <a:lnTo>
                    <a:pt x="1502762" y="4061159"/>
                  </a:lnTo>
                  <a:lnTo>
                    <a:pt x="1502856" y="4061159"/>
                  </a:lnTo>
                  <a:lnTo>
                    <a:pt x="1502949" y="4061159"/>
                  </a:lnTo>
                  <a:lnTo>
                    <a:pt x="1503042" y="4061159"/>
                  </a:lnTo>
                  <a:lnTo>
                    <a:pt x="1503135" y="4061159"/>
                  </a:lnTo>
                  <a:lnTo>
                    <a:pt x="1503229" y="4061159"/>
                  </a:lnTo>
                  <a:lnTo>
                    <a:pt x="1503322" y="4061159"/>
                  </a:lnTo>
                  <a:lnTo>
                    <a:pt x="1503415" y="4061159"/>
                  </a:lnTo>
                  <a:lnTo>
                    <a:pt x="1503508" y="4061159"/>
                  </a:lnTo>
                  <a:lnTo>
                    <a:pt x="1503602" y="4061159"/>
                  </a:lnTo>
                  <a:lnTo>
                    <a:pt x="1503695" y="4061159"/>
                  </a:lnTo>
                  <a:lnTo>
                    <a:pt x="1503788" y="4061159"/>
                  </a:lnTo>
                  <a:lnTo>
                    <a:pt x="1503881" y="4061159"/>
                  </a:lnTo>
                  <a:lnTo>
                    <a:pt x="1503975" y="4061159"/>
                  </a:lnTo>
                  <a:lnTo>
                    <a:pt x="1504068" y="4061159"/>
                  </a:lnTo>
                  <a:lnTo>
                    <a:pt x="1504161" y="4061159"/>
                  </a:lnTo>
                  <a:lnTo>
                    <a:pt x="1504254" y="4061159"/>
                  </a:lnTo>
                  <a:lnTo>
                    <a:pt x="1504348" y="4061159"/>
                  </a:lnTo>
                  <a:lnTo>
                    <a:pt x="1504441" y="4061159"/>
                  </a:lnTo>
                  <a:lnTo>
                    <a:pt x="1504534" y="4061159"/>
                  </a:lnTo>
                  <a:lnTo>
                    <a:pt x="1504627" y="4061159"/>
                  </a:lnTo>
                  <a:lnTo>
                    <a:pt x="1504721" y="4061159"/>
                  </a:lnTo>
                  <a:lnTo>
                    <a:pt x="1504814" y="4061159"/>
                  </a:lnTo>
                  <a:lnTo>
                    <a:pt x="1504907" y="4061159"/>
                  </a:lnTo>
                  <a:lnTo>
                    <a:pt x="1505000" y="4061159"/>
                  </a:lnTo>
                  <a:lnTo>
                    <a:pt x="1505094" y="4061159"/>
                  </a:lnTo>
                  <a:lnTo>
                    <a:pt x="1505187" y="4061159"/>
                  </a:lnTo>
                  <a:lnTo>
                    <a:pt x="1505280" y="4061159"/>
                  </a:lnTo>
                  <a:lnTo>
                    <a:pt x="1505373" y="4061159"/>
                  </a:lnTo>
                  <a:lnTo>
                    <a:pt x="1505467" y="4061159"/>
                  </a:lnTo>
                  <a:lnTo>
                    <a:pt x="1505560" y="4061159"/>
                  </a:lnTo>
                  <a:lnTo>
                    <a:pt x="1505653" y="4061159"/>
                  </a:lnTo>
                  <a:lnTo>
                    <a:pt x="1505746" y="4061159"/>
                  </a:lnTo>
                  <a:lnTo>
                    <a:pt x="1505839" y="4061159"/>
                  </a:lnTo>
                  <a:lnTo>
                    <a:pt x="1505933" y="4061159"/>
                  </a:lnTo>
                  <a:lnTo>
                    <a:pt x="1506026" y="4061159"/>
                  </a:lnTo>
                  <a:lnTo>
                    <a:pt x="1506119" y="4061159"/>
                  </a:lnTo>
                  <a:lnTo>
                    <a:pt x="1506212" y="4061159"/>
                  </a:lnTo>
                  <a:lnTo>
                    <a:pt x="1506306" y="4061159"/>
                  </a:lnTo>
                  <a:lnTo>
                    <a:pt x="1506399" y="4061159"/>
                  </a:lnTo>
                  <a:lnTo>
                    <a:pt x="1506492" y="4061159"/>
                  </a:lnTo>
                  <a:lnTo>
                    <a:pt x="1506585" y="4061159"/>
                  </a:lnTo>
                  <a:lnTo>
                    <a:pt x="1506679" y="4061159"/>
                  </a:lnTo>
                  <a:lnTo>
                    <a:pt x="1506772" y="4061159"/>
                  </a:lnTo>
                  <a:lnTo>
                    <a:pt x="1506865" y="4061159"/>
                  </a:lnTo>
                  <a:lnTo>
                    <a:pt x="1506958" y="4061159"/>
                  </a:lnTo>
                  <a:lnTo>
                    <a:pt x="1507052" y="4061159"/>
                  </a:lnTo>
                  <a:lnTo>
                    <a:pt x="1507145" y="4061159"/>
                  </a:lnTo>
                  <a:lnTo>
                    <a:pt x="1507238" y="4061159"/>
                  </a:lnTo>
                  <a:lnTo>
                    <a:pt x="1507331" y="4061159"/>
                  </a:lnTo>
                  <a:lnTo>
                    <a:pt x="1507425" y="4061159"/>
                  </a:lnTo>
                  <a:lnTo>
                    <a:pt x="1507518" y="4061159"/>
                  </a:lnTo>
                  <a:lnTo>
                    <a:pt x="1507611" y="4061159"/>
                  </a:lnTo>
                  <a:lnTo>
                    <a:pt x="1507704" y="4061159"/>
                  </a:lnTo>
                  <a:lnTo>
                    <a:pt x="1507798" y="4061159"/>
                  </a:lnTo>
                  <a:lnTo>
                    <a:pt x="1507891" y="4061159"/>
                  </a:lnTo>
                  <a:lnTo>
                    <a:pt x="1507984" y="4061159"/>
                  </a:lnTo>
                  <a:lnTo>
                    <a:pt x="1508077" y="4061159"/>
                  </a:lnTo>
                  <a:lnTo>
                    <a:pt x="1508171" y="4061159"/>
                  </a:lnTo>
                  <a:lnTo>
                    <a:pt x="1508264" y="4061159"/>
                  </a:lnTo>
                  <a:lnTo>
                    <a:pt x="1508357" y="4061159"/>
                  </a:lnTo>
                  <a:lnTo>
                    <a:pt x="1508450" y="4061159"/>
                  </a:lnTo>
                  <a:lnTo>
                    <a:pt x="1508544" y="4061159"/>
                  </a:lnTo>
                  <a:lnTo>
                    <a:pt x="1508637" y="4061159"/>
                  </a:lnTo>
                  <a:lnTo>
                    <a:pt x="1508730" y="4061159"/>
                  </a:lnTo>
                  <a:lnTo>
                    <a:pt x="1508823" y="4061159"/>
                  </a:lnTo>
                  <a:lnTo>
                    <a:pt x="1508917" y="4061159"/>
                  </a:lnTo>
                  <a:lnTo>
                    <a:pt x="1509010" y="4061159"/>
                  </a:lnTo>
                  <a:lnTo>
                    <a:pt x="1509103" y="4061159"/>
                  </a:lnTo>
                  <a:lnTo>
                    <a:pt x="1509196" y="4061159"/>
                  </a:lnTo>
                  <a:lnTo>
                    <a:pt x="1509290" y="4061159"/>
                  </a:lnTo>
                  <a:lnTo>
                    <a:pt x="1509383" y="4061159"/>
                  </a:lnTo>
                  <a:lnTo>
                    <a:pt x="1509476" y="4061159"/>
                  </a:lnTo>
                  <a:lnTo>
                    <a:pt x="1509569" y="4061159"/>
                  </a:lnTo>
                  <a:lnTo>
                    <a:pt x="1509663" y="4061159"/>
                  </a:lnTo>
                  <a:lnTo>
                    <a:pt x="1509756" y="4061159"/>
                  </a:lnTo>
                  <a:lnTo>
                    <a:pt x="1509849" y="4061159"/>
                  </a:lnTo>
                  <a:lnTo>
                    <a:pt x="1509942" y="4061159"/>
                  </a:lnTo>
                  <a:lnTo>
                    <a:pt x="1510036" y="4061159"/>
                  </a:lnTo>
                  <a:lnTo>
                    <a:pt x="1510129" y="4061159"/>
                  </a:lnTo>
                  <a:lnTo>
                    <a:pt x="1510222" y="4061159"/>
                  </a:lnTo>
                  <a:lnTo>
                    <a:pt x="1510315" y="4061159"/>
                  </a:lnTo>
                  <a:lnTo>
                    <a:pt x="1510409" y="4061159"/>
                  </a:lnTo>
                  <a:lnTo>
                    <a:pt x="1510502" y="4061159"/>
                  </a:lnTo>
                  <a:lnTo>
                    <a:pt x="1510502" y="4051205"/>
                  </a:lnTo>
                  <a:lnTo>
                    <a:pt x="1510595" y="4051205"/>
                  </a:lnTo>
                  <a:lnTo>
                    <a:pt x="1510688" y="4051205"/>
                  </a:lnTo>
                  <a:lnTo>
                    <a:pt x="1510782" y="4051205"/>
                  </a:lnTo>
                  <a:lnTo>
                    <a:pt x="1510875" y="4051205"/>
                  </a:lnTo>
                  <a:lnTo>
                    <a:pt x="1510968" y="4051205"/>
                  </a:lnTo>
                  <a:lnTo>
                    <a:pt x="1510968" y="4041251"/>
                  </a:lnTo>
                  <a:lnTo>
                    <a:pt x="1511061" y="4041251"/>
                  </a:lnTo>
                  <a:lnTo>
                    <a:pt x="1511155" y="4041251"/>
                  </a:lnTo>
                  <a:lnTo>
                    <a:pt x="1511248" y="4041251"/>
                  </a:lnTo>
                  <a:lnTo>
                    <a:pt x="1511341" y="4041251"/>
                  </a:lnTo>
                  <a:lnTo>
                    <a:pt x="1511434" y="4041251"/>
                  </a:lnTo>
                  <a:lnTo>
                    <a:pt x="1511528" y="4041251"/>
                  </a:lnTo>
                  <a:lnTo>
                    <a:pt x="1511621" y="4041251"/>
                  </a:lnTo>
                  <a:lnTo>
                    <a:pt x="1511714" y="4041251"/>
                  </a:lnTo>
                  <a:lnTo>
                    <a:pt x="1511807" y="4041251"/>
                  </a:lnTo>
                  <a:lnTo>
                    <a:pt x="1511901" y="4041251"/>
                  </a:lnTo>
                  <a:lnTo>
                    <a:pt x="1511994" y="4041251"/>
                  </a:lnTo>
                  <a:lnTo>
                    <a:pt x="1512087" y="4041251"/>
                  </a:lnTo>
                  <a:lnTo>
                    <a:pt x="1512180" y="4041251"/>
                  </a:lnTo>
                  <a:lnTo>
                    <a:pt x="1512274" y="4041251"/>
                  </a:lnTo>
                  <a:lnTo>
                    <a:pt x="1512367" y="4041251"/>
                  </a:lnTo>
                  <a:lnTo>
                    <a:pt x="1512460" y="4041251"/>
                  </a:lnTo>
                  <a:lnTo>
                    <a:pt x="1512553" y="4041251"/>
                  </a:lnTo>
                  <a:lnTo>
                    <a:pt x="1512646" y="4041251"/>
                  </a:lnTo>
                  <a:lnTo>
                    <a:pt x="1512740" y="4041251"/>
                  </a:lnTo>
                  <a:lnTo>
                    <a:pt x="1512833" y="4041251"/>
                  </a:lnTo>
                  <a:lnTo>
                    <a:pt x="1512926" y="4041251"/>
                  </a:lnTo>
                  <a:lnTo>
                    <a:pt x="1513019" y="4041251"/>
                  </a:lnTo>
                  <a:lnTo>
                    <a:pt x="1513113" y="4041251"/>
                  </a:lnTo>
                  <a:lnTo>
                    <a:pt x="1513206" y="4041251"/>
                  </a:lnTo>
                  <a:lnTo>
                    <a:pt x="1513299" y="4041251"/>
                  </a:lnTo>
                  <a:lnTo>
                    <a:pt x="1513392" y="4041251"/>
                  </a:lnTo>
                  <a:lnTo>
                    <a:pt x="1513486" y="4041251"/>
                  </a:lnTo>
                  <a:lnTo>
                    <a:pt x="1513579" y="4041251"/>
                  </a:lnTo>
                  <a:lnTo>
                    <a:pt x="1513672" y="4041251"/>
                  </a:lnTo>
                  <a:lnTo>
                    <a:pt x="1513765" y="4041251"/>
                  </a:lnTo>
                  <a:lnTo>
                    <a:pt x="1513859" y="4041251"/>
                  </a:lnTo>
                  <a:lnTo>
                    <a:pt x="1513952" y="4041251"/>
                  </a:lnTo>
                  <a:lnTo>
                    <a:pt x="1514045" y="4041251"/>
                  </a:lnTo>
                  <a:lnTo>
                    <a:pt x="1514138" y="4041251"/>
                  </a:lnTo>
                  <a:lnTo>
                    <a:pt x="1514232" y="4041251"/>
                  </a:lnTo>
                  <a:lnTo>
                    <a:pt x="1514325" y="4041251"/>
                  </a:lnTo>
                  <a:lnTo>
                    <a:pt x="1514418" y="4041251"/>
                  </a:lnTo>
                  <a:lnTo>
                    <a:pt x="1514511" y="4041251"/>
                  </a:lnTo>
                  <a:lnTo>
                    <a:pt x="1514605" y="4041251"/>
                  </a:lnTo>
                  <a:lnTo>
                    <a:pt x="1514698" y="4041251"/>
                  </a:lnTo>
                  <a:lnTo>
                    <a:pt x="1514791" y="4041251"/>
                  </a:lnTo>
                  <a:lnTo>
                    <a:pt x="1514884" y="4041251"/>
                  </a:lnTo>
                  <a:lnTo>
                    <a:pt x="1514978" y="4041251"/>
                  </a:lnTo>
                  <a:lnTo>
                    <a:pt x="1515071" y="4041251"/>
                  </a:lnTo>
                  <a:lnTo>
                    <a:pt x="1515164" y="4041251"/>
                  </a:lnTo>
                  <a:lnTo>
                    <a:pt x="1515257" y="4041251"/>
                  </a:lnTo>
                  <a:lnTo>
                    <a:pt x="1515351" y="4041251"/>
                  </a:lnTo>
                  <a:lnTo>
                    <a:pt x="1515444" y="4041251"/>
                  </a:lnTo>
                  <a:lnTo>
                    <a:pt x="1515537" y="4041251"/>
                  </a:lnTo>
                  <a:lnTo>
                    <a:pt x="1515630" y="4041251"/>
                  </a:lnTo>
                  <a:lnTo>
                    <a:pt x="1515724" y="4041251"/>
                  </a:lnTo>
                  <a:lnTo>
                    <a:pt x="1515817" y="4041251"/>
                  </a:lnTo>
                  <a:lnTo>
                    <a:pt x="1515910" y="4041251"/>
                  </a:lnTo>
                  <a:lnTo>
                    <a:pt x="1516003" y="4041251"/>
                  </a:lnTo>
                  <a:lnTo>
                    <a:pt x="1516097" y="4041251"/>
                  </a:lnTo>
                  <a:lnTo>
                    <a:pt x="1516190" y="4041251"/>
                  </a:lnTo>
                  <a:lnTo>
                    <a:pt x="1516283" y="4041251"/>
                  </a:lnTo>
                  <a:lnTo>
                    <a:pt x="1516376" y="4041251"/>
                  </a:lnTo>
                  <a:lnTo>
                    <a:pt x="1516470" y="4041251"/>
                  </a:lnTo>
                  <a:lnTo>
                    <a:pt x="1516563" y="4041251"/>
                  </a:lnTo>
                  <a:lnTo>
                    <a:pt x="1516656" y="4041251"/>
                  </a:lnTo>
                  <a:lnTo>
                    <a:pt x="1516749" y="4041251"/>
                  </a:lnTo>
                  <a:lnTo>
                    <a:pt x="1516843" y="4041251"/>
                  </a:lnTo>
                  <a:lnTo>
                    <a:pt x="1516936" y="4041251"/>
                  </a:lnTo>
                  <a:lnTo>
                    <a:pt x="1517029" y="4041251"/>
                  </a:lnTo>
                  <a:lnTo>
                    <a:pt x="1517029" y="4031298"/>
                  </a:lnTo>
                  <a:lnTo>
                    <a:pt x="1517122" y="4031298"/>
                  </a:lnTo>
                  <a:lnTo>
                    <a:pt x="1517216" y="4031298"/>
                  </a:lnTo>
                  <a:lnTo>
                    <a:pt x="1517309" y="4031298"/>
                  </a:lnTo>
                  <a:lnTo>
                    <a:pt x="1517402" y="4031298"/>
                  </a:lnTo>
                  <a:lnTo>
                    <a:pt x="1517495" y="4031298"/>
                  </a:lnTo>
                  <a:lnTo>
                    <a:pt x="1517589" y="4031298"/>
                  </a:lnTo>
                  <a:lnTo>
                    <a:pt x="1517682" y="4031298"/>
                  </a:lnTo>
                  <a:lnTo>
                    <a:pt x="1517775" y="4031298"/>
                  </a:lnTo>
                  <a:lnTo>
                    <a:pt x="1517868" y="4031298"/>
                  </a:lnTo>
                  <a:lnTo>
                    <a:pt x="1517962" y="4031298"/>
                  </a:lnTo>
                  <a:lnTo>
                    <a:pt x="1518055" y="4031298"/>
                  </a:lnTo>
                  <a:lnTo>
                    <a:pt x="1518148" y="4031298"/>
                  </a:lnTo>
                  <a:lnTo>
                    <a:pt x="1518241" y="4031298"/>
                  </a:lnTo>
                  <a:lnTo>
                    <a:pt x="1518335" y="4031298"/>
                  </a:lnTo>
                  <a:lnTo>
                    <a:pt x="1518428" y="4031298"/>
                  </a:lnTo>
                  <a:lnTo>
                    <a:pt x="1518521" y="4031298"/>
                  </a:lnTo>
                  <a:lnTo>
                    <a:pt x="1518614" y="4031298"/>
                  </a:lnTo>
                  <a:lnTo>
                    <a:pt x="1518708" y="4031298"/>
                  </a:lnTo>
                  <a:lnTo>
                    <a:pt x="1518801" y="4031298"/>
                  </a:lnTo>
                  <a:lnTo>
                    <a:pt x="1518894" y="4031298"/>
                  </a:lnTo>
                  <a:lnTo>
                    <a:pt x="1518987" y="4031298"/>
                  </a:lnTo>
                  <a:lnTo>
                    <a:pt x="1519081" y="4031298"/>
                  </a:lnTo>
                  <a:lnTo>
                    <a:pt x="1519174" y="4031298"/>
                  </a:lnTo>
                  <a:lnTo>
                    <a:pt x="1519267" y="4031298"/>
                  </a:lnTo>
                  <a:lnTo>
                    <a:pt x="1519360" y="4031298"/>
                  </a:lnTo>
                  <a:lnTo>
                    <a:pt x="1519453" y="4031298"/>
                  </a:lnTo>
                  <a:lnTo>
                    <a:pt x="1519547" y="4031298"/>
                  </a:lnTo>
                  <a:lnTo>
                    <a:pt x="1519640" y="4031298"/>
                  </a:lnTo>
                  <a:lnTo>
                    <a:pt x="1519733" y="4031298"/>
                  </a:lnTo>
                  <a:lnTo>
                    <a:pt x="1519826" y="4031298"/>
                  </a:lnTo>
                  <a:lnTo>
                    <a:pt x="1519920" y="4031298"/>
                  </a:lnTo>
                  <a:lnTo>
                    <a:pt x="1520013" y="4031298"/>
                  </a:lnTo>
                  <a:lnTo>
                    <a:pt x="1520106" y="4031298"/>
                  </a:lnTo>
                  <a:lnTo>
                    <a:pt x="1520199" y="4031298"/>
                  </a:lnTo>
                  <a:lnTo>
                    <a:pt x="1520293" y="4031298"/>
                  </a:lnTo>
                  <a:lnTo>
                    <a:pt x="1520386" y="4031298"/>
                  </a:lnTo>
                  <a:lnTo>
                    <a:pt x="1520386" y="4021344"/>
                  </a:lnTo>
                  <a:lnTo>
                    <a:pt x="1520479" y="4021344"/>
                  </a:lnTo>
                  <a:lnTo>
                    <a:pt x="1520572" y="4021344"/>
                  </a:lnTo>
                  <a:lnTo>
                    <a:pt x="1520666" y="4021344"/>
                  </a:lnTo>
                  <a:lnTo>
                    <a:pt x="1520759" y="4021344"/>
                  </a:lnTo>
                  <a:lnTo>
                    <a:pt x="1520852" y="4021344"/>
                  </a:lnTo>
                  <a:lnTo>
                    <a:pt x="1520945" y="4021344"/>
                  </a:lnTo>
                  <a:lnTo>
                    <a:pt x="1521039" y="4021344"/>
                  </a:lnTo>
                  <a:lnTo>
                    <a:pt x="1521132" y="4021344"/>
                  </a:lnTo>
                  <a:lnTo>
                    <a:pt x="1521225" y="4021344"/>
                  </a:lnTo>
                  <a:lnTo>
                    <a:pt x="1521318" y="4021344"/>
                  </a:lnTo>
                  <a:lnTo>
                    <a:pt x="1521412" y="4021344"/>
                  </a:lnTo>
                  <a:lnTo>
                    <a:pt x="1521505" y="4021344"/>
                  </a:lnTo>
                  <a:lnTo>
                    <a:pt x="1521598" y="4021344"/>
                  </a:lnTo>
                  <a:lnTo>
                    <a:pt x="1521691" y="4021344"/>
                  </a:lnTo>
                  <a:lnTo>
                    <a:pt x="1521785" y="4021344"/>
                  </a:lnTo>
                  <a:lnTo>
                    <a:pt x="1521878" y="4021344"/>
                  </a:lnTo>
                  <a:lnTo>
                    <a:pt x="1521971" y="4021344"/>
                  </a:lnTo>
                  <a:lnTo>
                    <a:pt x="1522064" y="4021344"/>
                  </a:lnTo>
                  <a:lnTo>
                    <a:pt x="1522158" y="4021344"/>
                  </a:lnTo>
                  <a:lnTo>
                    <a:pt x="1522251" y="4021344"/>
                  </a:lnTo>
                  <a:lnTo>
                    <a:pt x="1522344" y="4021344"/>
                  </a:lnTo>
                  <a:lnTo>
                    <a:pt x="1522437" y="4021344"/>
                  </a:lnTo>
                  <a:lnTo>
                    <a:pt x="1522531" y="4021344"/>
                  </a:lnTo>
                  <a:lnTo>
                    <a:pt x="1522624" y="4021344"/>
                  </a:lnTo>
                  <a:lnTo>
                    <a:pt x="1522717" y="4021344"/>
                  </a:lnTo>
                  <a:lnTo>
                    <a:pt x="1522810" y="4021344"/>
                  </a:lnTo>
                  <a:lnTo>
                    <a:pt x="1522904" y="4021344"/>
                  </a:lnTo>
                  <a:lnTo>
                    <a:pt x="1522997" y="4021344"/>
                  </a:lnTo>
                  <a:lnTo>
                    <a:pt x="1523090" y="4021344"/>
                  </a:lnTo>
                  <a:lnTo>
                    <a:pt x="1523183" y="4021344"/>
                  </a:lnTo>
                  <a:lnTo>
                    <a:pt x="1523277" y="4021344"/>
                  </a:lnTo>
                  <a:lnTo>
                    <a:pt x="1523370" y="4021344"/>
                  </a:lnTo>
                  <a:lnTo>
                    <a:pt x="1523463" y="4021344"/>
                  </a:lnTo>
                  <a:lnTo>
                    <a:pt x="1523556" y="4021344"/>
                  </a:lnTo>
                  <a:lnTo>
                    <a:pt x="1523650" y="4021344"/>
                  </a:lnTo>
                  <a:lnTo>
                    <a:pt x="1523743" y="4021344"/>
                  </a:lnTo>
                  <a:lnTo>
                    <a:pt x="1523836" y="4021344"/>
                  </a:lnTo>
                  <a:lnTo>
                    <a:pt x="1523929" y="4021344"/>
                  </a:lnTo>
                  <a:lnTo>
                    <a:pt x="1524023" y="4021344"/>
                  </a:lnTo>
                  <a:lnTo>
                    <a:pt x="1524116" y="4021344"/>
                  </a:lnTo>
                  <a:lnTo>
                    <a:pt x="1524209" y="4021344"/>
                  </a:lnTo>
                  <a:lnTo>
                    <a:pt x="1524209" y="4011390"/>
                  </a:lnTo>
                  <a:lnTo>
                    <a:pt x="1524302" y="4011390"/>
                  </a:lnTo>
                  <a:lnTo>
                    <a:pt x="1524396" y="4011390"/>
                  </a:lnTo>
                  <a:lnTo>
                    <a:pt x="1524489" y="4011390"/>
                  </a:lnTo>
                  <a:lnTo>
                    <a:pt x="1524582" y="4011390"/>
                  </a:lnTo>
                  <a:lnTo>
                    <a:pt x="1524675" y="4011390"/>
                  </a:lnTo>
                  <a:lnTo>
                    <a:pt x="1524769" y="4011390"/>
                  </a:lnTo>
                  <a:lnTo>
                    <a:pt x="1524862" y="4011390"/>
                  </a:lnTo>
                  <a:lnTo>
                    <a:pt x="1524955" y="4011390"/>
                  </a:lnTo>
                  <a:lnTo>
                    <a:pt x="1525048" y="4011390"/>
                  </a:lnTo>
                  <a:lnTo>
                    <a:pt x="1525142" y="4011390"/>
                  </a:lnTo>
                  <a:lnTo>
                    <a:pt x="1525235" y="4011390"/>
                  </a:lnTo>
                  <a:lnTo>
                    <a:pt x="1525328" y="4011390"/>
                  </a:lnTo>
                  <a:lnTo>
                    <a:pt x="1525421" y="4011390"/>
                  </a:lnTo>
                  <a:lnTo>
                    <a:pt x="1525515" y="4011390"/>
                  </a:lnTo>
                  <a:lnTo>
                    <a:pt x="1525608" y="4011390"/>
                  </a:lnTo>
                  <a:lnTo>
                    <a:pt x="1525701" y="4011390"/>
                  </a:lnTo>
                  <a:lnTo>
                    <a:pt x="1525794" y="4011390"/>
                  </a:lnTo>
                  <a:lnTo>
                    <a:pt x="1525888" y="4011390"/>
                  </a:lnTo>
                  <a:lnTo>
                    <a:pt x="1525981" y="4011390"/>
                  </a:lnTo>
                  <a:lnTo>
                    <a:pt x="1526074" y="4011390"/>
                  </a:lnTo>
                  <a:lnTo>
                    <a:pt x="1526167" y="4011390"/>
                  </a:lnTo>
                  <a:lnTo>
                    <a:pt x="1526261" y="4011390"/>
                  </a:lnTo>
                  <a:lnTo>
                    <a:pt x="1526354" y="4011390"/>
                  </a:lnTo>
                  <a:lnTo>
                    <a:pt x="1526447" y="4011390"/>
                  </a:lnTo>
                  <a:lnTo>
                    <a:pt x="1526540" y="4011390"/>
                  </a:lnTo>
                  <a:lnTo>
                    <a:pt x="1526633" y="4011390"/>
                  </a:lnTo>
                  <a:lnTo>
                    <a:pt x="1526727" y="4011390"/>
                  </a:lnTo>
                  <a:lnTo>
                    <a:pt x="1526820" y="4011390"/>
                  </a:lnTo>
                  <a:lnTo>
                    <a:pt x="1526913" y="4011390"/>
                  </a:lnTo>
                  <a:lnTo>
                    <a:pt x="1527006" y="4011390"/>
                  </a:lnTo>
                  <a:lnTo>
                    <a:pt x="1527100" y="4011390"/>
                  </a:lnTo>
                  <a:lnTo>
                    <a:pt x="1527193" y="4011390"/>
                  </a:lnTo>
                  <a:lnTo>
                    <a:pt x="1527286" y="4011390"/>
                  </a:lnTo>
                  <a:lnTo>
                    <a:pt x="1527379" y="4011390"/>
                  </a:lnTo>
                  <a:lnTo>
                    <a:pt x="1527473" y="4011390"/>
                  </a:lnTo>
                  <a:lnTo>
                    <a:pt x="1527566" y="4011390"/>
                  </a:lnTo>
                  <a:lnTo>
                    <a:pt x="1527659" y="4011390"/>
                  </a:lnTo>
                  <a:lnTo>
                    <a:pt x="1527752" y="4011390"/>
                  </a:lnTo>
                  <a:lnTo>
                    <a:pt x="1527846" y="4011390"/>
                  </a:lnTo>
                  <a:lnTo>
                    <a:pt x="1527939" y="4011390"/>
                  </a:lnTo>
                  <a:lnTo>
                    <a:pt x="1528032" y="4011390"/>
                  </a:lnTo>
                  <a:lnTo>
                    <a:pt x="1528125" y="4011390"/>
                  </a:lnTo>
                  <a:lnTo>
                    <a:pt x="1528219" y="4011390"/>
                  </a:lnTo>
                  <a:lnTo>
                    <a:pt x="1528312" y="4011390"/>
                  </a:lnTo>
                  <a:lnTo>
                    <a:pt x="1528405" y="4011390"/>
                  </a:lnTo>
                  <a:lnTo>
                    <a:pt x="1528498" y="4011390"/>
                  </a:lnTo>
                  <a:lnTo>
                    <a:pt x="1528592" y="4011390"/>
                  </a:lnTo>
                  <a:lnTo>
                    <a:pt x="1528685" y="4011390"/>
                  </a:lnTo>
                  <a:lnTo>
                    <a:pt x="1528778" y="4011390"/>
                  </a:lnTo>
                  <a:lnTo>
                    <a:pt x="1528871" y="4011390"/>
                  </a:lnTo>
                  <a:lnTo>
                    <a:pt x="1528965" y="4011390"/>
                  </a:lnTo>
                  <a:lnTo>
                    <a:pt x="1529058" y="4011390"/>
                  </a:lnTo>
                  <a:lnTo>
                    <a:pt x="1529151" y="4011390"/>
                  </a:lnTo>
                  <a:lnTo>
                    <a:pt x="1529244" y="4011390"/>
                  </a:lnTo>
                  <a:lnTo>
                    <a:pt x="1529338" y="4011390"/>
                  </a:lnTo>
                  <a:lnTo>
                    <a:pt x="1529431" y="4011390"/>
                  </a:lnTo>
                  <a:lnTo>
                    <a:pt x="1529524" y="4011390"/>
                  </a:lnTo>
                  <a:lnTo>
                    <a:pt x="1529617" y="4011390"/>
                  </a:lnTo>
                  <a:lnTo>
                    <a:pt x="1529711" y="4011390"/>
                  </a:lnTo>
                  <a:lnTo>
                    <a:pt x="1529804" y="4011390"/>
                  </a:lnTo>
                  <a:lnTo>
                    <a:pt x="1529897" y="4011390"/>
                  </a:lnTo>
                  <a:lnTo>
                    <a:pt x="1529990" y="4011390"/>
                  </a:lnTo>
                  <a:lnTo>
                    <a:pt x="1530084" y="4011390"/>
                  </a:lnTo>
                  <a:lnTo>
                    <a:pt x="1530177" y="4011390"/>
                  </a:lnTo>
                  <a:lnTo>
                    <a:pt x="1530270" y="4011390"/>
                  </a:lnTo>
                  <a:lnTo>
                    <a:pt x="1530363" y="4011390"/>
                  </a:lnTo>
                  <a:lnTo>
                    <a:pt x="1530457" y="4011390"/>
                  </a:lnTo>
                  <a:lnTo>
                    <a:pt x="1530550" y="4011390"/>
                  </a:lnTo>
                  <a:lnTo>
                    <a:pt x="1530643" y="4011390"/>
                  </a:lnTo>
                  <a:lnTo>
                    <a:pt x="1530736" y="4011390"/>
                  </a:lnTo>
                  <a:lnTo>
                    <a:pt x="1530830" y="4011390"/>
                  </a:lnTo>
                  <a:lnTo>
                    <a:pt x="1530923" y="4011390"/>
                  </a:lnTo>
                  <a:lnTo>
                    <a:pt x="1531016" y="4011390"/>
                  </a:lnTo>
                  <a:lnTo>
                    <a:pt x="1531109" y="4011390"/>
                  </a:lnTo>
                  <a:lnTo>
                    <a:pt x="1531203" y="4011390"/>
                  </a:lnTo>
                  <a:lnTo>
                    <a:pt x="1531296" y="4011390"/>
                  </a:lnTo>
                  <a:lnTo>
                    <a:pt x="1531389" y="4011390"/>
                  </a:lnTo>
                  <a:lnTo>
                    <a:pt x="1531482" y="4011390"/>
                  </a:lnTo>
                  <a:lnTo>
                    <a:pt x="1531576" y="4011390"/>
                  </a:lnTo>
                  <a:lnTo>
                    <a:pt x="1531669" y="4011390"/>
                  </a:lnTo>
                  <a:lnTo>
                    <a:pt x="1531762" y="4011390"/>
                  </a:lnTo>
                  <a:lnTo>
                    <a:pt x="1531855" y="4011390"/>
                  </a:lnTo>
                  <a:lnTo>
                    <a:pt x="1531949" y="4011390"/>
                  </a:lnTo>
                  <a:lnTo>
                    <a:pt x="1532042" y="4011390"/>
                  </a:lnTo>
                  <a:lnTo>
                    <a:pt x="1532135" y="4011390"/>
                  </a:lnTo>
                  <a:lnTo>
                    <a:pt x="1532228" y="4011390"/>
                  </a:lnTo>
                  <a:lnTo>
                    <a:pt x="1532322" y="4011390"/>
                  </a:lnTo>
                  <a:lnTo>
                    <a:pt x="1532415" y="4011390"/>
                  </a:lnTo>
                  <a:lnTo>
                    <a:pt x="1532508" y="4011390"/>
                  </a:lnTo>
                  <a:lnTo>
                    <a:pt x="1532601" y="4011390"/>
                  </a:lnTo>
                  <a:lnTo>
                    <a:pt x="1532695" y="4011390"/>
                  </a:lnTo>
                  <a:lnTo>
                    <a:pt x="1532788" y="4011390"/>
                  </a:lnTo>
                  <a:lnTo>
                    <a:pt x="1532881" y="4011390"/>
                  </a:lnTo>
                  <a:lnTo>
                    <a:pt x="1532974" y="4011390"/>
                  </a:lnTo>
                  <a:lnTo>
                    <a:pt x="1533068" y="4011390"/>
                  </a:lnTo>
                  <a:lnTo>
                    <a:pt x="1533161" y="4011390"/>
                  </a:lnTo>
                  <a:lnTo>
                    <a:pt x="1533254" y="4011390"/>
                  </a:lnTo>
                  <a:lnTo>
                    <a:pt x="1533347" y="4011390"/>
                  </a:lnTo>
                  <a:lnTo>
                    <a:pt x="1533440" y="4011390"/>
                  </a:lnTo>
                  <a:lnTo>
                    <a:pt x="1533534" y="4011390"/>
                  </a:lnTo>
                  <a:lnTo>
                    <a:pt x="1533627" y="4011390"/>
                  </a:lnTo>
                  <a:lnTo>
                    <a:pt x="1533720" y="4011390"/>
                  </a:lnTo>
                  <a:lnTo>
                    <a:pt x="1533813" y="4011390"/>
                  </a:lnTo>
                  <a:lnTo>
                    <a:pt x="1533907" y="4011390"/>
                  </a:lnTo>
                  <a:lnTo>
                    <a:pt x="1534000" y="4011390"/>
                  </a:lnTo>
                  <a:lnTo>
                    <a:pt x="1534093" y="4011390"/>
                  </a:lnTo>
                  <a:lnTo>
                    <a:pt x="1534186" y="4011390"/>
                  </a:lnTo>
                  <a:lnTo>
                    <a:pt x="1534280" y="4011390"/>
                  </a:lnTo>
                  <a:lnTo>
                    <a:pt x="1534373" y="4011390"/>
                  </a:lnTo>
                  <a:lnTo>
                    <a:pt x="1534466" y="4011390"/>
                  </a:lnTo>
                  <a:lnTo>
                    <a:pt x="1534559" y="4011390"/>
                  </a:lnTo>
                  <a:lnTo>
                    <a:pt x="1534653" y="4011390"/>
                  </a:lnTo>
                  <a:lnTo>
                    <a:pt x="1534746" y="4011390"/>
                  </a:lnTo>
                  <a:lnTo>
                    <a:pt x="1534746" y="4001436"/>
                  </a:lnTo>
                  <a:lnTo>
                    <a:pt x="1534839" y="4001436"/>
                  </a:lnTo>
                  <a:lnTo>
                    <a:pt x="1534932" y="4001436"/>
                  </a:lnTo>
                  <a:lnTo>
                    <a:pt x="1535026" y="4001436"/>
                  </a:lnTo>
                  <a:lnTo>
                    <a:pt x="1535119" y="4001436"/>
                  </a:lnTo>
                  <a:lnTo>
                    <a:pt x="1535212" y="4001436"/>
                  </a:lnTo>
                  <a:lnTo>
                    <a:pt x="1535305" y="4001436"/>
                  </a:lnTo>
                  <a:lnTo>
                    <a:pt x="1535399" y="4001436"/>
                  </a:lnTo>
                  <a:lnTo>
                    <a:pt x="1535492" y="4001436"/>
                  </a:lnTo>
                  <a:lnTo>
                    <a:pt x="1535585" y="4001436"/>
                  </a:lnTo>
                  <a:lnTo>
                    <a:pt x="1535678" y="4001436"/>
                  </a:lnTo>
                  <a:lnTo>
                    <a:pt x="1535772" y="4001436"/>
                  </a:lnTo>
                  <a:lnTo>
                    <a:pt x="1535865" y="4001436"/>
                  </a:lnTo>
                  <a:lnTo>
                    <a:pt x="1535958" y="4001436"/>
                  </a:lnTo>
                  <a:lnTo>
                    <a:pt x="1536051" y="4001436"/>
                  </a:lnTo>
                  <a:lnTo>
                    <a:pt x="1536145" y="4001436"/>
                  </a:lnTo>
                  <a:lnTo>
                    <a:pt x="1536238" y="4001436"/>
                  </a:lnTo>
                  <a:lnTo>
                    <a:pt x="1536331" y="4001436"/>
                  </a:lnTo>
                  <a:lnTo>
                    <a:pt x="1536424" y="4001436"/>
                  </a:lnTo>
                  <a:lnTo>
                    <a:pt x="1536518" y="4001436"/>
                  </a:lnTo>
                  <a:lnTo>
                    <a:pt x="1536611" y="4001436"/>
                  </a:lnTo>
                  <a:lnTo>
                    <a:pt x="1536704" y="4001436"/>
                  </a:lnTo>
                  <a:lnTo>
                    <a:pt x="1536797" y="4001436"/>
                  </a:lnTo>
                  <a:lnTo>
                    <a:pt x="1536891" y="4001436"/>
                  </a:lnTo>
                  <a:lnTo>
                    <a:pt x="1536984" y="4001436"/>
                  </a:lnTo>
                  <a:lnTo>
                    <a:pt x="1537077" y="4001436"/>
                  </a:lnTo>
                  <a:lnTo>
                    <a:pt x="1537170" y="4001436"/>
                  </a:lnTo>
                  <a:lnTo>
                    <a:pt x="1537264" y="4001436"/>
                  </a:lnTo>
                  <a:lnTo>
                    <a:pt x="1537357" y="4001436"/>
                  </a:lnTo>
                  <a:lnTo>
                    <a:pt x="1537450" y="4001436"/>
                  </a:lnTo>
                  <a:lnTo>
                    <a:pt x="1537543" y="4001436"/>
                  </a:lnTo>
                  <a:lnTo>
                    <a:pt x="1537637" y="4001436"/>
                  </a:lnTo>
                  <a:lnTo>
                    <a:pt x="1537730" y="4001436"/>
                  </a:lnTo>
                  <a:lnTo>
                    <a:pt x="1537823" y="4001436"/>
                  </a:lnTo>
                  <a:lnTo>
                    <a:pt x="1537916" y="4001436"/>
                  </a:lnTo>
                  <a:lnTo>
                    <a:pt x="1538010" y="4001436"/>
                  </a:lnTo>
                  <a:lnTo>
                    <a:pt x="1538103" y="4001436"/>
                  </a:lnTo>
                  <a:lnTo>
                    <a:pt x="1538196" y="4001436"/>
                  </a:lnTo>
                  <a:lnTo>
                    <a:pt x="1538289" y="4001436"/>
                  </a:lnTo>
                  <a:lnTo>
                    <a:pt x="1538383" y="4001436"/>
                  </a:lnTo>
                  <a:lnTo>
                    <a:pt x="1538476" y="4001436"/>
                  </a:lnTo>
                  <a:lnTo>
                    <a:pt x="1538569" y="4001436"/>
                  </a:lnTo>
                  <a:lnTo>
                    <a:pt x="1538662" y="4001436"/>
                  </a:lnTo>
                  <a:lnTo>
                    <a:pt x="1538756" y="4001436"/>
                  </a:lnTo>
                  <a:lnTo>
                    <a:pt x="1538849" y="4001436"/>
                  </a:lnTo>
                  <a:lnTo>
                    <a:pt x="1538942" y="4001436"/>
                  </a:lnTo>
                  <a:lnTo>
                    <a:pt x="1539035" y="4001436"/>
                  </a:lnTo>
                  <a:lnTo>
                    <a:pt x="1539129" y="4001436"/>
                  </a:lnTo>
                  <a:lnTo>
                    <a:pt x="1539222" y="4001436"/>
                  </a:lnTo>
                  <a:lnTo>
                    <a:pt x="1539315" y="4001436"/>
                  </a:lnTo>
                  <a:lnTo>
                    <a:pt x="1539408" y="4001436"/>
                  </a:lnTo>
                  <a:lnTo>
                    <a:pt x="1539502" y="4001436"/>
                  </a:lnTo>
                  <a:lnTo>
                    <a:pt x="1539595" y="4001436"/>
                  </a:lnTo>
                  <a:lnTo>
                    <a:pt x="1539688" y="4001436"/>
                  </a:lnTo>
                  <a:lnTo>
                    <a:pt x="1539781" y="4001436"/>
                  </a:lnTo>
                  <a:lnTo>
                    <a:pt x="1539875" y="4001436"/>
                  </a:lnTo>
                  <a:lnTo>
                    <a:pt x="1539968" y="4001436"/>
                  </a:lnTo>
                  <a:lnTo>
                    <a:pt x="1540061" y="4001436"/>
                  </a:lnTo>
                  <a:lnTo>
                    <a:pt x="1540154" y="4001436"/>
                  </a:lnTo>
                  <a:lnTo>
                    <a:pt x="1540247" y="4001436"/>
                  </a:lnTo>
                  <a:lnTo>
                    <a:pt x="1540247" y="3991482"/>
                  </a:lnTo>
                  <a:lnTo>
                    <a:pt x="1540341" y="3991482"/>
                  </a:lnTo>
                  <a:lnTo>
                    <a:pt x="1540434" y="3991482"/>
                  </a:lnTo>
                  <a:lnTo>
                    <a:pt x="1540527" y="3991482"/>
                  </a:lnTo>
                  <a:lnTo>
                    <a:pt x="1540620" y="3991482"/>
                  </a:lnTo>
                  <a:lnTo>
                    <a:pt x="1540714" y="3991482"/>
                  </a:lnTo>
                  <a:lnTo>
                    <a:pt x="1540807" y="3991482"/>
                  </a:lnTo>
                  <a:lnTo>
                    <a:pt x="1540900" y="3991482"/>
                  </a:lnTo>
                  <a:lnTo>
                    <a:pt x="1540993" y="3991482"/>
                  </a:lnTo>
                  <a:lnTo>
                    <a:pt x="1541087" y="3991482"/>
                  </a:lnTo>
                  <a:lnTo>
                    <a:pt x="1541180" y="3991482"/>
                  </a:lnTo>
                  <a:lnTo>
                    <a:pt x="1541273" y="3991482"/>
                  </a:lnTo>
                  <a:lnTo>
                    <a:pt x="1541366" y="3991482"/>
                  </a:lnTo>
                  <a:lnTo>
                    <a:pt x="1541460" y="3991482"/>
                  </a:lnTo>
                  <a:lnTo>
                    <a:pt x="1541553" y="3991482"/>
                  </a:lnTo>
                  <a:lnTo>
                    <a:pt x="1541646" y="3991482"/>
                  </a:lnTo>
                  <a:lnTo>
                    <a:pt x="1541739" y="3991482"/>
                  </a:lnTo>
                  <a:lnTo>
                    <a:pt x="1541833" y="3991482"/>
                  </a:lnTo>
                  <a:lnTo>
                    <a:pt x="1541926" y="3991482"/>
                  </a:lnTo>
                  <a:lnTo>
                    <a:pt x="1542019" y="3991482"/>
                  </a:lnTo>
                  <a:lnTo>
                    <a:pt x="1542112" y="3991482"/>
                  </a:lnTo>
                  <a:lnTo>
                    <a:pt x="1542206" y="3991482"/>
                  </a:lnTo>
                  <a:lnTo>
                    <a:pt x="1542299" y="3991482"/>
                  </a:lnTo>
                  <a:lnTo>
                    <a:pt x="1542392" y="3991482"/>
                  </a:lnTo>
                  <a:lnTo>
                    <a:pt x="1542485" y="3991482"/>
                  </a:lnTo>
                  <a:lnTo>
                    <a:pt x="1542579" y="3991482"/>
                  </a:lnTo>
                  <a:lnTo>
                    <a:pt x="1542672" y="3991482"/>
                  </a:lnTo>
                  <a:lnTo>
                    <a:pt x="1542765" y="3991482"/>
                  </a:lnTo>
                  <a:lnTo>
                    <a:pt x="1542858" y="3991482"/>
                  </a:lnTo>
                  <a:lnTo>
                    <a:pt x="1542952" y="3991482"/>
                  </a:lnTo>
                  <a:lnTo>
                    <a:pt x="1543045" y="3991482"/>
                  </a:lnTo>
                  <a:lnTo>
                    <a:pt x="1543138" y="3991482"/>
                  </a:lnTo>
                  <a:lnTo>
                    <a:pt x="1543231" y="3991482"/>
                  </a:lnTo>
                  <a:lnTo>
                    <a:pt x="1543325" y="3991482"/>
                  </a:lnTo>
                  <a:lnTo>
                    <a:pt x="1543418" y="3991482"/>
                  </a:lnTo>
                  <a:lnTo>
                    <a:pt x="1543511" y="3991482"/>
                  </a:lnTo>
                  <a:lnTo>
                    <a:pt x="1543604" y="3991482"/>
                  </a:lnTo>
                  <a:lnTo>
                    <a:pt x="1543698" y="3991482"/>
                  </a:lnTo>
                  <a:lnTo>
                    <a:pt x="1543791" y="3991482"/>
                  </a:lnTo>
                  <a:lnTo>
                    <a:pt x="1543884" y="3991482"/>
                  </a:lnTo>
                  <a:lnTo>
                    <a:pt x="1543977" y="3991482"/>
                  </a:lnTo>
                  <a:lnTo>
                    <a:pt x="1544071" y="3991482"/>
                  </a:lnTo>
                  <a:lnTo>
                    <a:pt x="1544164" y="3991482"/>
                  </a:lnTo>
                  <a:lnTo>
                    <a:pt x="1544257" y="3991482"/>
                  </a:lnTo>
                  <a:lnTo>
                    <a:pt x="1544350" y="3991482"/>
                  </a:lnTo>
                  <a:lnTo>
                    <a:pt x="1544444" y="3991482"/>
                  </a:lnTo>
                  <a:lnTo>
                    <a:pt x="1544537" y="3991482"/>
                  </a:lnTo>
                  <a:lnTo>
                    <a:pt x="1544630" y="3991482"/>
                  </a:lnTo>
                  <a:lnTo>
                    <a:pt x="1544723" y="3991482"/>
                  </a:lnTo>
                  <a:lnTo>
                    <a:pt x="1544817" y="3991482"/>
                  </a:lnTo>
                  <a:lnTo>
                    <a:pt x="1544910" y="3991482"/>
                  </a:lnTo>
                  <a:lnTo>
                    <a:pt x="1545003" y="3991482"/>
                  </a:lnTo>
                  <a:lnTo>
                    <a:pt x="1545096" y="3991482"/>
                  </a:lnTo>
                  <a:lnTo>
                    <a:pt x="1545190" y="3991482"/>
                  </a:lnTo>
                  <a:lnTo>
                    <a:pt x="1545283" y="3991482"/>
                  </a:lnTo>
                  <a:lnTo>
                    <a:pt x="1545376" y="3991482"/>
                  </a:lnTo>
                  <a:lnTo>
                    <a:pt x="1545469" y="3991482"/>
                  </a:lnTo>
                  <a:lnTo>
                    <a:pt x="1545563" y="3991482"/>
                  </a:lnTo>
                  <a:lnTo>
                    <a:pt x="1545656" y="3991482"/>
                  </a:lnTo>
                  <a:lnTo>
                    <a:pt x="1545749" y="3991482"/>
                  </a:lnTo>
                  <a:lnTo>
                    <a:pt x="1545842" y="3991482"/>
                  </a:lnTo>
                  <a:lnTo>
                    <a:pt x="1545936" y="3991482"/>
                  </a:lnTo>
                  <a:lnTo>
                    <a:pt x="1546029" y="3991482"/>
                  </a:lnTo>
                  <a:lnTo>
                    <a:pt x="1546122" y="3991482"/>
                  </a:lnTo>
                  <a:lnTo>
                    <a:pt x="1546215" y="3991482"/>
                  </a:lnTo>
                  <a:lnTo>
                    <a:pt x="1546309" y="3991482"/>
                  </a:lnTo>
                  <a:lnTo>
                    <a:pt x="1546402" y="3991482"/>
                  </a:lnTo>
                  <a:lnTo>
                    <a:pt x="1546495" y="3991482"/>
                  </a:lnTo>
                  <a:lnTo>
                    <a:pt x="1546588" y="3991482"/>
                  </a:lnTo>
                  <a:lnTo>
                    <a:pt x="1546682" y="3991482"/>
                  </a:lnTo>
                  <a:lnTo>
                    <a:pt x="1546775" y="3991482"/>
                  </a:lnTo>
                  <a:lnTo>
                    <a:pt x="1546775" y="3981529"/>
                  </a:lnTo>
                  <a:lnTo>
                    <a:pt x="1546868" y="3981529"/>
                  </a:lnTo>
                  <a:lnTo>
                    <a:pt x="1546961" y="3981529"/>
                  </a:lnTo>
                  <a:lnTo>
                    <a:pt x="1547055" y="3981529"/>
                  </a:lnTo>
                  <a:lnTo>
                    <a:pt x="1547148" y="3981529"/>
                  </a:lnTo>
                  <a:lnTo>
                    <a:pt x="1547241" y="3981529"/>
                  </a:lnTo>
                  <a:lnTo>
                    <a:pt x="1547334" y="3981529"/>
                  </a:lnTo>
                  <a:lnTo>
                    <a:pt x="1547427" y="3981529"/>
                  </a:lnTo>
                  <a:lnTo>
                    <a:pt x="1547521" y="3981529"/>
                  </a:lnTo>
                  <a:lnTo>
                    <a:pt x="1547614" y="3981529"/>
                  </a:lnTo>
                  <a:lnTo>
                    <a:pt x="1547707" y="3981529"/>
                  </a:lnTo>
                  <a:lnTo>
                    <a:pt x="1547800" y="3981529"/>
                  </a:lnTo>
                  <a:lnTo>
                    <a:pt x="1547894" y="3981529"/>
                  </a:lnTo>
                  <a:lnTo>
                    <a:pt x="1547987" y="3981529"/>
                  </a:lnTo>
                  <a:lnTo>
                    <a:pt x="1548080" y="3981529"/>
                  </a:lnTo>
                  <a:lnTo>
                    <a:pt x="1548173" y="3981529"/>
                  </a:lnTo>
                  <a:lnTo>
                    <a:pt x="1548267" y="3981529"/>
                  </a:lnTo>
                  <a:lnTo>
                    <a:pt x="1548360" y="3981529"/>
                  </a:lnTo>
                  <a:lnTo>
                    <a:pt x="1548453" y="3981529"/>
                  </a:lnTo>
                  <a:lnTo>
                    <a:pt x="1548546" y="3981529"/>
                  </a:lnTo>
                  <a:lnTo>
                    <a:pt x="1548640" y="3981529"/>
                  </a:lnTo>
                  <a:lnTo>
                    <a:pt x="1548733" y="3981529"/>
                  </a:lnTo>
                  <a:lnTo>
                    <a:pt x="1548826" y="3981529"/>
                  </a:lnTo>
                  <a:lnTo>
                    <a:pt x="1548919" y="3981529"/>
                  </a:lnTo>
                  <a:lnTo>
                    <a:pt x="1549013" y="3981529"/>
                  </a:lnTo>
                  <a:lnTo>
                    <a:pt x="1549106" y="3981529"/>
                  </a:lnTo>
                  <a:lnTo>
                    <a:pt x="1549199" y="3981529"/>
                  </a:lnTo>
                  <a:lnTo>
                    <a:pt x="1549292" y="3981529"/>
                  </a:lnTo>
                  <a:lnTo>
                    <a:pt x="1549386" y="3981529"/>
                  </a:lnTo>
                  <a:lnTo>
                    <a:pt x="1549479" y="3981529"/>
                  </a:lnTo>
                  <a:lnTo>
                    <a:pt x="1549572" y="3981529"/>
                  </a:lnTo>
                  <a:lnTo>
                    <a:pt x="1549665" y="3981529"/>
                  </a:lnTo>
                  <a:lnTo>
                    <a:pt x="1549759" y="3981529"/>
                  </a:lnTo>
                  <a:lnTo>
                    <a:pt x="1549852" y="3981529"/>
                  </a:lnTo>
                  <a:lnTo>
                    <a:pt x="1549945" y="3981529"/>
                  </a:lnTo>
                  <a:lnTo>
                    <a:pt x="1550038" y="3981529"/>
                  </a:lnTo>
                  <a:lnTo>
                    <a:pt x="1550132" y="3981529"/>
                  </a:lnTo>
                  <a:lnTo>
                    <a:pt x="1550225" y="3981529"/>
                  </a:lnTo>
                  <a:lnTo>
                    <a:pt x="1550318" y="3981529"/>
                  </a:lnTo>
                  <a:lnTo>
                    <a:pt x="1550411" y="3981529"/>
                  </a:lnTo>
                  <a:lnTo>
                    <a:pt x="1550505" y="3981529"/>
                  </a:lnTo>
                  <a:lnTo>
                    <a:pt x="1550598" y="3981529"/>
                  </a:lnTo>
                  <a:lnTo>
                    <a:pt x="1550691" y="3981529"/>
                  </a:lnTo>
                  <a:lnTo>
                    <a:pt x="1550784" y="3981529"/>
                  </a:lnTo>
                  <a:lnTo>
                    <a:pt x="1550878" y="3981529"/>
                  </a:lnTo>
                  <a:lnTo>
                    <a:pt x="1550971" y="3981529"/>
                  </a:lnTo>
                  <a:lnTo>
                    <a:pt x="1551064" y="3981529"/>
                  </a:lnTo>
                  <a:lnTo>
                    <a:pt x="1551157" y="3981529"/>
                  </a:lnTo>
                  <a:lnTo>
                    <a:pt x="1551251" y="3981529"/>
                  </a:lnTo>
                  <a:lnTo>
                    <a:pt x="1551344" y="3981529"/>
                  </a:lnTo>
                  <a:lnTo>
                    <a:pt x="1551437" y="3981529"/>
                  </a:lnTo>
                  <a:lnTo>
                    <a:pt x="1551530" y="3981529"/>
                  </a:lnTo>
                  <a:lnTo>
                    <a:pt x="1551624" y="3981529"/>
                  </a:lnTo>
                  <a:lnTo>
                    <a:pt x="1551717" y="3981529"/>
                  </a:lnTo>
                  <a:lnTo>
                    <a:pt x="1551810" y="3981529"/>
                  </a:lnTo>
                  <a:lnTo>
                    <a:pt x="1551903" y="3981529"/>
                  </a:lnTo>
                  <a:lnTo>
                    <a:pt x="1551997" y="3981529"/>
                  </a:lnTo>
                  <a:lnTo>
                    <a:pt x="1552090" y="3981529"/>
                  </a:lnTo>
                  <a:lnTo>
                    <a:pt x="1552183" y="3981529"/>
                  </a:lnTo>
                  <a:lnTo>
                    <a:pt x="1552276" y="3981529"/>
                  </a:lnTo>
                  <a:lnTo>
                    <a:pt x="1552370" y="3981529"/>
                  </a:lnTo>
                  <a:lnTo>
                    <a:pt x="1552463" y="3981529"/>
                  </a:lnTo>
                  <a:lnTo>
                    <a:pt x="1552556" y="3981529"/>
                  </a:lnTo>
                  <a:lnTo>
                    <a:pt x="1552649" y="3981529"/>
                  </a:lnTo>
                  <a:lnTo>
                    <a:pt x="1552743" y="3981529"/>
                  </a:lnTo>
                  <a:lnTo>
                    <a:pt x="1552836" y="3981529"/>
                  </a:lnTo>
                  <a:lnTo>
                    <a:pt x="1552929" y="3981529"/>
                  </a:lnTo>
                  <a:lnTo>
                    <a:pt x="1553022" y="3981529"/>
                  </a:lnTo>
                  <a:lnTo>
                    <a:pt x="1553116" y="3981529"/>
                  </a:lnTo>
                  <a:lnTo>
                    <a:pt x="1553209" y="3981529"/>
                  </a:lnTo>
                  <a:lnTo>
                    <a:pt x="1553302" y="3981529"/>
                  </a:lnTo>
                  <a:lnTo>
                    <a:pt x="1553395" y="3981529"/>
                  </a:lnTo>
                  <a:lnTo>
                    <a:pt x="1553489" y="3981529"/>
                  </a:lnTo>
                  <a:lnTo>
                    <a:pt x="1553582" y="3981529"/>
                  </a:lnTo>
                  <a:lnTo>
                    <a:pt x="1553675" y="3981529"/>
                  </a:lnTo>
                  <a:lnTo>
                    <a:pt x="1553768" y="3981529"/>
                  </a:lnTo>
                  <a:lnTo>
                    <a:pt x="1553862" y="3981529"/>
                  </a:lnTo>
                  <a:lnTo>
                    <a:pt x="1553955" y="3981529"/>
                  </a:lnTo>
                  <a:lnTo>
                    <a:pt x="1554048" y="3981529"/>
                  </a:lnTo>
                  <a:lnTo>
                    <a:pt x="1554141" y="3981529"/>
                  </a:lnTo>
                  <a:lnTo>
                    <a:pt x="1554234" y="3981529"/>
                  </a:lnTo>
                  <a:lnTo>
                    <a:pt x="1554328" y="3981529"/>
                  </a:lnTo>
                  <a:lnTo>
                    <a:pt x="1554421" y="3981529"/>
                  </a:lnTo>
                  <a:lnTo>
                    <a:pt x="1554514" y="3981529"/>
                  </a:lnTo>
                  <a:lnTo>
                    <a:pt x="1554607" y="3981529"/>
                  </a:lnTo>
                  <a:lnTo>
                    <a:pt x="1554701" y="3981529"/>
                  </a:lnTo>
                  <a:lnTo>
                    <a:pt x="1554794" y="3981529"/>
                  </a:lnTo>
                  <a:lnTo>
                    <a:pt x="1554887" y="3981529"/>
                  </a:lnTo>
                  <a:lnTo>
                    <a:pt x="1554980" y="3981529"/>
                  </a:lnTo>
                  <a:lnTo>
                    <a:pt x="1555074" y="3981529"/>
                  </a:lnTo>
                  <a:lnTo>
                    <a:pt x="1555167" y="3981529"/>
                  </a:lnTo>
                  <a:lnTo>
                    <a:pt x="1555260" y="3981529"/>
                  </a:lnTo>
                  <a:lnTo>
                    <a:pt x="1555353" y="3981529"/>
                  </a:lnTo>
                  <a:lnTo>
                    <a:pt x="1555447" y="3981529"/>
                  </a:lnTo>
                  <a:lnTo>
                    <a:pt x="1555540" y="3981529"/>
                  </a:lnTo>
                  <a:lnTo>
                    <a:pt x="1555633" y="3981529"/>
                  </a:lnTo>
                  <a:lnTo>
                    <a:pt x="1555726" y="3981529"/>
                  </a:lnTo>
                  <a:lnTo>
                    <a:pt x="1555820" y="3981529"/>
                  </a:lnTo>
                  <a:lnTo>
                    <a:pt x="1555913" y="3981529"/>
                  </a:lnTo>
                  <a:lnTo>
                    <a:pt x="1556006" y="3981529"/>
                  </a:lnTo>
                  <a:lnTo>
                    <a:pt x="1556099" y="3981529"/>
                  </a:lnTo>
                  <a:lnTo>
                    <a:pt x="1556193" y="3981529"/>
                  </a:lnTo>
                  <a:lnTo>
                    <a:pt x="1556286" y="3981529"/>
                  </a:lnTo>
                  <a:lnTo>
                    <a:pt x="1556379" y="3981529"/>
                  </a:lnTo>
                  <a:lnTo>
                    <a:pt x="1556472" y="3981529"/>
                  </a:lnTo>
                  <a:lnTo>
                    <a:pt x="1556566" y="3981529"/>
                  </a:lnTo>
                  <a:lnTo>
                    <a:pt x="1556659" y="3981529"/>
                  </a:lnTo>
                  <a:lnTo>
                    <a:pt x="1556752" y="3981529"/>
                  </a:lnTo>
                  <a:lnTo>
                    <a:pt x="1556845" y="3981529"/>
                  </a:lnTo>
                  <a:lnTo>
                    <a:pt x="1556939" y="3981529"/>
                  </a:lnTo>
                  <a:lnTo>
                    <a:pt x="1557032" y="3981529"/>
                  </a:lnTo>
                  <a:lnTo>
                    <a:pt x="1557125" y="3981529"/>
                  </a:lnTo>
                  <a:lnTo>
                    <a:pt x="1557218" y="3981529"/>
                  </a:lnTo>
                  <a:lnTo>
                    <a:pt x="1557312" y="3981529"/>
                  </a:lnTo>
                  <a:lnTo>
                    <a:pt x="1557405" y="3981529"/>
                  </a:lnTo>
                  <a:lnTo>
                    <a:pt x="1557498" y="3981529"/>
                  </a:lnTo>
                  <a:lnTo>
                    <a:pt x="1557591" y="3981529"/>
                  </a:lnTo>
                  <a:lnTo>
                    <a:pt x="1557685" y="3981529"/>
                  </a:lnTo>
                  <a:lnTo>
                    <a:pt x="1557778" y="3981529"/>
                  </a:lnTo>
                  <a:lnTo>
                    <a:pt x="1557871" y="3981529"/>
                  </a:lnTo>
                  <a:lnTo>
                    <a:pt x="1557964" y="3981529"/>
                  </a:lnTo>
                  <a:lnTo>
                    <a:pt x="1558058" y="3981529"/>
                  </a:lnTo>
                  <a:lnTo>
                    <a:pt x="1558151" y="3981529"/>
                  </a:lnTo>
                  <a:lnTo>
                    <a:pt x="1558244" y="3981529"/>
                  </a:lnTo>
                  <a:lnTo>
                    <a:pt x="1558337" y="3981529"/>
                  </a:lnTo>
                  <a:lnTo>
                    <a:pt x="1558431" y="3981529"/>
                  </a:lnTo>
                  <a:lnTo>
                    <a:pt x="1558524" y="3981529"/>
                  </a:lnTo>
                  <a:lnTo>
                    <a:pt x="1558617" y="3981529"/>
                  </a:lnTo>
                  <a:lnTo>
                    <a:pt x="1558710" y="3981529"/>
                  </a:lnTo>
                  <a:lnTo>
                    <a:pt x="1558804" y="3981529"/>
                  </a:lnTo>
                  <a:lnTo>
                    <a:pt x="1558897" y="3981529"/>
                  </a:lnTo>
                  <a:lnTo>
                    <a:pt x="1558990" y="3981529"/>
                  </a:lnTo>
                  <a:lnTo>
                    <a:pt x="1559083" y="3981529"/>
                  </a:lnTo>
                  <a:lnTo>
                    <a:pt x="1559177" y="3981529"/>
                  </a:lnTo>
                  <a:lnTo>
                    <a:pt x="1559270" y="3981529"/>
                  </a:lnTo>
                  <a:lnTo>
                    <a:pt x="1559363" y="3981529"/>
                  </a:lnTo>
                  <a:lnTo>
                    <a:pt x="1559456" y="3981529"/>
                  </a:lnTo>
                  <a:lnTo>
                    <a:pt x="1559550" y="3981529"/>
                  </a:lnTo>
                  <a:lnTo>
                    <a:pt x="1559643" y="3981529"/>
                  </a:lnTo>
                  <a:lnTo>
                    <a:pt x="1559736" y="3981529"/>
                  </a:lnTo>
                  <a:lnTo>
                    <a:pt x="1559829" y="3981529"/>
                  </a:lnTo>
                  <a:lnTo>
                    <a:pt x="1559923" y="3981529"/>
                  </a:lnTo>
                  <a:lnTo>
                    <a:pt x="1560016" y="3981529"/>
                  </a:lnTo>
                  <a:lnTo>
                    <a:pt x="1560109" y="3981529"/>
                  </a:lnTo>
                  <a:lnTo>
                    <a:pt x="1560202" y="3981529"/>
                  </a:lnTo>
                  <a:lnTo>
                    <a:pt x="1560296" y="3981529"/>
                  </a:lnTo>
                  <a:lnTo>
                    <a:pt x="1560389" y="3981529"/>
                  </a:lnTo>
                  <a:lnTo>
                    <a:pt x="1560482" y="3981529"/>
                  </a:lnTo>
                  <a:lnTo>
                    <a:pt x="1560575" y="3981529"/>
                  </a:lnTo>
                  <a:lnTo>
                    <a:pt x="1560669" y="3981529"/>
                  </a:lnTo>
                  <a:lnTo>
                    <a:pt x="1560762" y="3981529"/>
                  </a:lnTo>
                  <a:lnTo>
                    <a:pt x="1560855" y="3981529"/>
                  </a:lnTo>
                  <a:lnTo>
                    <a:pt x="1560948" y="3981529"/>
                  </a:lnTo>
                  <a:lnTo>
                    <a:pt x="1561041" y="3981529"/>
                  </a:lnTo>
                  <a:lnTo>
                    <a:pt x="1561135" y="3981529"/>
                  </a:lnTo>
                  <a:lnTo>
                    <a:pt x="1561228" y="3981529"/>
                  </a:lnTo>
                  <a:lnTo>
                    <a:pt x="1561321" y="3981529"/>
                  </a:lnTo>
                  <a:lnTo>
                    <a:pt x="1561414" y="3981529"/>
                  </a:lnTo>
                  <a:lnTo>
                    <a:pt x="1561508" y="3981529"/>
                  </a:lnTo>
                  <a:lnTo>
                    <a:pt x="1561601" y="3981529"/>
                  </a:lnTo>
                  <a:lnTo>
                    <a:pt x="1561694" y="3981529"/>
                  </a:lnTo>
                  <a:lnTo>
                    <a:pt x="1561787" y="3981529"/>
                  </a:lnTo>
                  <a:lnTo>
                    <a:pt x="1561881" y="3981529"/>
                  </a:lnTo>
                  <a:lnTo>
                    <a:pt x="1561974" y="3981529"/>
                  </a:lnTo>
                  <a:lnTo>
                    <a:pt x="1562067" y="3981529"/>
                  </a:lnTo>
                  <a:lnTo>
                    <a:pt x="1562160" y="3981529"/>
                  </a:lnTo>
                  <a:lnTo>
                    <a:pt x="1562254" y="3981529"/>
                  </a:lnTo>
                  <a:lnTo>
                    <a:pt x="1562347" y="3981529"/>
                  </a:lnTo>
                  <a:lnTo>
                    <a:pt x="1562440" y="3981529"/>
                  </a:lnTo>
                  <a:lnTo>
                    <a:pt x="1562533" y="3981529"/>
                  </a:lnTo>
                  <a:lnTo>
                    <a:pt x="1562627" y="3981529"/>
                  </a:lnTo>
                  <a:lnTo>
                    <a:pt x="1562720" y="3981529"/>
                  </a:lnTo>
                  <a:lnTo>
                    <a:pt x="1562813" y="3981529"/>
                  </a:lnTo>
                  <a:lnTo>
                    <a:pt x="1562906" y="3981529"/>
                  </a:lnTo>
                  <a:lnTo>
                    <a:pt x="1563000" y="3981529"/>
                  </a:lnTo>
                  <a:lnTo>
                    <a:pt x="1563093" y="3981529"/>
                  </a:lnTo>
                  <a:lnTo>
                    <a:pt x="1563186" y="3981529"/>
                  </a:lnTo>
                  <a:lnTo>
                    <a:pt x="1563279" y="3981529"/>
                  </a:lnTo>
                  <a:lnTo>
                    <a:pt x="1563373" y="3981529"/>
                  </a:lnTo>
                  <a:lnTo>
                    <a:pt x="1563466" y="3981529"/>
                  </a:lnTo>
                  <a:lnTo>
                    <a:pt x="1563559" y="3981529"/>
                  </a:lnTo>
                  <a:lnTo>
                    <a:pt x="1563652" y="3981529"/>
                  </a:lnTo>
                  <a:lnTo>
                    <a:pt x="1563746" y="3981529"/>
                  </a:lnTo>
                  <a:lnTo>
                    <a:pt x="1563839" y="3981529"/>
                  </a:lnTo>
                  <a:lnTo>
                    <a:pt x="1563932" y="3981529"/>
                  </a:lnTo>
                  <a:lnTo>
                    <a:pt x="1564025" y="3981529"/>
                  </a:lnTo>
                  <a:lnTo>
                    <a:pt x="1564119" y="3981529"/>
                  </a:lnTo>
                  <a:lnTo>
                    <a:pt x="1564212" y="3981529"/>
                  </a:lnTo>
                  <a:lnTo>
                    <a:pt x="1564305" y="3981529"/>
                  </a:lnTo>
                  <a:lnTo>
                    <a:pt x="1564398" y="3981529"/>
                  </a:lnTo>
                  <a:lnTo>
                    <a:pt x="1564492" y="3981529"/>
                  </a:lnTo>
                  <a:lnTo>
                    <a:pt x="1564585" y="3981529"/>
                  </a:lnTo>
                  <a:lnTo>
                    <a:pt x="1564678" y="3981529"/>
                  </a:lnTo>
                  <a:lnTo>
                    <a:pt x="1564771" y="3981529"/>
                  </a:lnTo>
                  <a:lnTo>
                    <a:pt x="1564865" y="3981529"/>
                  </a:lnTo>
                  <a:lnTo>
                    <a:pt x="1564958" y="3981529"/>
                  </a:lnTo>
                  <a:lnTo>
                    <a:pt x="1565051" y="3981529"/>
                  </a:lnTo>
                  <a:lnTo>
                    <a:pt x="1565144" y="3981529"/>
                  </a:lnTo>
                  <a:lnTo>
                    <a:pt x="1565238" y="3981529"/>
                  </a:lnTo>
                  <a:lnTo>
                    <a:pt x="1565331" y="3981529"/>
                  </a:lnTo>
                  <a:lnTo>
                    <a:pt x="1565424" y="3981529"/>
                  </a:lnTo>
                  <a:lnTo>
                    <a:pt x="1565517" y="3981529"/>
                  </a:lnTo>
                  <a:lnTo>
                    <a:pt x="1565611" y="3981529"/>
                  </a:lnTo>
                  <a:lnTo>
                    <a:pt x="1565704" y="3981529"/>
                  </a:lnTo>
                  <a:lnTo>
                    <a:pt x="1565797" y="3981529"/>
                  </a:lnTo>
                  <a:lnTo>
                    <a:pt x="1565890" y="3981529"/>
                  </a:lnTo>
                  <a:lnTo>
                    <a:pt x="1565984" y="3981529"/>
                  </a:lnTo>
                  <a:lnTo>
                    <a:pt x="1566077" y="3981529"/>
                  </a:lnTo>
                  <a:lnTo>
                    <a:pt x="1566170" y="3981529"/>
                  </a:lnTo>
                  <a:lnTo>
                    <a:pt x="1566263" y="3981529"/>
                  </a:lnTo>
                  <a:lnTo>
                    <a:pt x="1566357" y="3981529"/>
                  </a:lnTo>
                  <a:lnTo>
                    <a:pt x="1566450" y="3981529"/>
                  </a:lnTo>
                  <a:lnTo>
                    <a:pt x="1566543" y="3981529"/>
                  </a:lnTo>
                  <a:lnTo>
                    <a:pt x="1566636" y="3981529"/>
                  </a:lnTo>
                  <a:lnTo>
                    <a:pt x="1566730" y="3981529"/>
                  </a:lnTo>
                  <a:lnTo>
                    <a:pt x="1566823" y="3981529"/>
                  </a:lnTo>
                  <a:lnTo>
                    <a:pt x="1566916" y="3981529"/>
                  </a:lnTo>
                  <a:lnTo>
                    <a:pt x="1567009" y="3981529"/>
                  </a:lnTo>
                  <a:lnTo>
                    <a:pt x="1567103" y="3981529"/>
                  </a:lnTo>
                  <a:lnTo>
                    <a:pt x="1567196" y="3981529"/>
                  </a:lnTo>
                  <a:lnTo>
                    <a:pt x="1567289" y="3981529"/>
                  </a:lnTo>
                  <a:lnTo>
                    <a:pt x="1567382" y="3981529"/>
                  </a:lnTo>
                  <a:lnTo>
                    <a:pt x="1567476" y="3981529"/>
                  </a:lnTo>
                  <a:lnTo>
                    <a:pt x="1567569" y="3981529"/>
                  </a:lnTo>
                  <a:lnTo>
                    <a:pt x="1567662" y="3981529"/>
                  </a:lnTo>
                  <a:lnTo>
                    <a:pt x="1567755" y="3981529"/>
                  </a:lnTo>
                  <a:lnTo>
                    <a:pt x="1567849" y="3981529"/>
                  </a:lnTo>
                  <a:lnTo>
                    <a:pt x="1567849" y="3971575"/>
                  </a:lnTo>
                  <a:lnTo>
                    <a:pt x="1567942" y="3971575"/>
                  </a:lnTo>
                  <a:lnTo>
                    <a:pt x="1568035" y="3971575"/>
                  </a:lnTo>
                  <a:lnTo>
                    <a:pt x="1568128" y="3971575"/>
                  </a:lnTo>
                  <a:lnTo>
                    <a:pt x="1568221" y="3971575"/>
                  </a:lnTo>
                  <a:lnTo>
                    <a:pt x="1568315" y="3971575"/>
                  </a:lnTo>
                  <a:lnTo>
                    <a:pt x="1568408" y="3971575"/>
                  </a:lnTo>
                  <a:lnTo>
                    <a:pt x="1568501" y="3971575"/>
                  </a:lnTo>
                  <a:lnTo>
                    <a:pt x="1568594" y="3971575"/>
                  </a:lnTo>
                  <a:lnTo>
                    <a:pt x="1568688" y="3971575"/>
                  </a:lnTo>
                  <a:lnTo>
                    <a:pt x="1568781" y="3971575"/>
                  </a:lnTo>
                  <a:lnTo>
                    <a:pt x="1568874" y="3971575"/>
                  </a:lnTo>
                  <a:lnTo>
                    <a:pt x="1568967" y="3971575"/>
                  </a:lnTo>
                  <a:lnTo>
                    <a:pt x="1569061" y="3971575"/>
                  </a:lnTo>
                  <a:lnTo>
                    <a:pt x="1569154" y="3971575"/>
                  </a:lnTo>
                  <a:lnTo>
                    <a:pt x="1569247" y="3971575"/>
                  </a:lnTo>
                  <a:lnTo>
                    <a:pt x="1569340" y="3971575"/>
                  </a:lnTo>
                  <a:lnTo>
                    <a:pt x="1569434" y="3971575"/>
                  </a:lnTo>
                  <a:lnTo>
                    <a:pt x="1569527" y="3971575"/>
                  </a:lnTo>
                  <a:lnTo>
                    <a:pt x="1569620" y="3971575"/>
                  </a:lnTo>
                  <a:lnTo>
                    <a:pt x="1569713" y="3971575"/>
                  </a:lnTo>
                  <a:lnTo>
                    <a:pt x="1569807" y="3971575"/>
                  </a:lnTo>
                  <a:lnTo>
                    <a:pt x="1569900" y="3971575"/>
                  </a:lnTo>
                  <a:lnTo>
                    <a:pt x="1569993" y="3971575"/>
                  </a:lnTo>
                  <a:lnTo>
                    <a:pt x="1570086" y="3971575"/>
                  </a:lnTo>
                  <a:lnTo>
                    <a:pt x="1570180" y="3971575"/>
                  </a:lnTo>
                  <a:lnTo>
                    <a:pt x="1570273" y="3971575"/>
                  </a:lnTo>
                  <a:lnTo>
                    <a:pt x="1570366" y="3971575"/>
                  </a:lnTo>
                  <a:lnTo>
                    <a:pt x="1570459" y="3971575"/>
                  </a:lnTo>
                  <a:lnTo>
                    <a:pt x="1570553" y="3971575"/>
                  </a:lnTo>
                  <a:lnTo>
                    <a:pt x="1570646" y="3971575"/>
                  </a:lnTo>
                  <a:lnTo>
                    <a:pt x="1570739" y="3971575"/>
                  </a:lnTo>
                  <a:lnTo>
                    <a:pt x="1570832" y="3971575"/>
                  </a:lnTo>
                  <a:lnTo>
                    <a:pt x="1570926" y="3971575"/>
                  </a:lnTo>
                  <a:lnTo>
                    <a:pt x="1571019" y="3971575"/>
                  </a:lnTo>
                  <a:lnTo>
                    <a:pt x="1571112" y="3971575"/>
                  </a:lnTo>
                  <a:lnTo>
                    <a:pt x="1571205" y="3971575"/>
                  </a:lnTo>
                  <a:lnTo>
                    <a:pt x="1571299" y="3971575"/>
                  </a:lnTo>
                  <a:lnTo>
                    <a:pt x="1571392" y="3971575"/>
                  </a:lnTo>
                  <a:lnTo>
                    <a:pt x="1571485" y="3971575"/>
                  </a:lnTo>
                  <a:lnTo>
                    <a:pt x="1571578" y="3971575"/>
                  </a:lnTo>
                  <a:lnTo>
                    <a:pt x="1571672" y="3971575"/>
                  </a:lnTo>
                  <a:lnTo>
                    <a:pt x="1571765" y="3971575"/>
                  </a:lnTo>
                  <a:lnTo>
                    <a:pt x="1571858" y="3971575"/>
                  </a:lnTo>
                  <a:lnTo>
                    <a:pt x="1571951" y="3971575"/>
                  </a:lnTo>
                  <a:lnTo>
                    <a:pt x="1572045" y="3971575"/>
                  </a:lnTo>
                  <a:lnTo>
                    <a:pt x="1572138" y="3971575"/>
                  </a:lnTo>
                  <a:lnTo>
                    <a:pt x="1572231" y="3971575"/>
                  </a:lnTo>
                  <a:lnTo>
                    <a:pt x="1572324" y="3971575"/>
                  </a:lnTo>
                  <a:lnTo>
                    <a:pt x="1572418" y="3971575"/>
                  </a:lnTo>
                  <a:lnTo>
                    <a:pt x="1572511" y="3971575"/>
                  </a:lnTo>
                  <a:lnTo>
                    <a:pt x="1572604" y="3971575"/>
                  </a:lnTo>
                  <a:lnTo>
                    <a:pt x="1572697" y="3971575"/>
                  </a:lnTo>
                  <a:lnTo>
                    <a:pt x="1572791" y="3971575"/>
                  </a:lnTo>
                  <a:lnTo>
                    <a:pt x="1572884" y="3971575"/>
                  </a:lnTo>
                  <a:lnTo>
                    <a:pt x="1572977" y="3971575"/>
                  </a:lnTo>
                  <a:lnTo>
                    <a:pt x="1573070" y="3971575"/>
                  </a:lnTo>
                  <a:lnTo>
                    <a:pt x="1573164" y="3971575"/>
                  </a:lnTo>
                  <a:lnTo>
                    <a:pt x="1573257" y="3971575"/>
                  </a:lnTo>
                  <a:lnTo>
                    <a:pt x="1573350" y="3971575"/>
                  </a:lnTo>
                  <a:lnTo>
                    <a:pt x="1573443" y="3971575"/>
                  </a:lnTo>
                  <a:lnTo>
                    <a:pt x="1573537" y="3971575"/>
                  </a:lnTo>
                  <a:lnTo>
                    <a:pt x="1573630" y="3971575"/>
                  </a:lnTo>
                  <a:lnTo>
                    <a:pt x="1573723" y="3971575"/>
                  </a:lnTo>
                  <a:lnTo>
                    <a:pt x="1573816" y="3971575"/>
                  </a:lnTo>
                  <a:lnTo>
                    <a:pt x="1573910" y="3971575"/>
                  </a:lnTo>
                  <a:lnTo>
                    <a:pt x="1574003" y="3971575"/>
                  </a:lnTo>
                  <a:lnTo>
                    <a:pt x="1574096" y="3971575"/>
                  </a:lnTo>
                  <a:lnTo>
                    <a:pt x="1574189" y="3971575"/>
                  </a:lnTo>
                  <a:lnTo>
                    <a:pt x="1574283" y="3971575"/>
                  </a:lnTo>
                  <a:lnTo>
                    <a:pt x="1574376" y="3971575"/>
                  </a:lnTo>
                  <a:lnTo>
                    <a:pt x="1574469" y="3971575"/>
                  </a:lnTo>
                  <a:lnTo>
                    <a:pt x="1574562" y="3971575"/>
                  </a:lnTo>
                  <a:lnTo>
                    <a:pt x="1574656" y="3971575"/>
                  </a:lnTo>
                  <a:lnTo>
                    <a:pt x="1574749" y="3971575"/>
                  </a:lnTo>
                  <a:lnTo>
                    <a:pt x="1574842" y="3971575"/>
                  </a:lnTo>
                  <a:lnTo>
                    <a:pt x="1574935" y="3971575"/>
                  </a:lnTo>
                  <a:lnTo>
                    <a:pt x="1575028" y="3971575"/>
                  </a:lnTo>
                  <a:lnTo>
                    <a:pt x="1575122" y="3971575"/>
                  </a:lnTo>
                  <a:lnTo>
                    <a:pt x="1575215" y="3971575"/>
                  </a:lnTo>
                  <a:lnTo>
                    <a:pt x="1575308" y="3971575"/>
                  </a:lnTo>
                  <a:lnTo>
                    <a:pt x="1575401" y="3971575"/>
                  </a:lnTo>
                  <a:lnTo>
                    <a:pt x="1575495" y="3971575"/>
                  </a:lnTo>
                  <a:lnTo>
                    <a:pt x="1575588" y="3971575"/>
                  </a:lnTo>
                  <a:lnTo>
                    <a:pt x="1575681" y="3971575"/>
                  </a:lnTo>
                  <a:lnTo>
                    <a:pt x="1575774" y="3971575"/>
                  </a:lnTo>
                  <a:lnTo>
                    <a:pt x="1575868" y="3971575"/>
                  </a:lnTo>
                  <a:lnTo>
                    <a:pt x="1575961" y="3971575"/>
                  </a:lnTo>
                  <a:lnTo>
                    <a:pt x="1576054" y="3971575"/>
                  </a:lnTo>
                  <a:lnTo>
                    <a:pt x="1576147" y="3971575"/>
                  </a:lnTo>
                  <a:lnTo>
                    <a:pt x="1576241" y="3971575"/>
                  </a:lnTo>
                  <a:lnTo>
                    <a:pt x="1576334" y="3971575"/>
                  </a:lnTo>
                  <a:lnTo>
                    <a:pt x="1576427" y="3971575"/>
                  </a:lnTo>
                  <a:lnTo>
                    <a:pt x="1576520" y="3971575"/>
                  </a:lnTo>
                  <a:lnTo>
                    <a:pt x="1576614" y="3971575"/>
                  </a:lnTo>
                  <a:lnTo>
                    <a:pt x="1576707" y="3971575"/>
                  </a:lnTo>
                  <a:lnTo>
                    <a:pt x="1576800" y="3971575"/>
                  </a:lnTo>
                  <a:lnTo>
                    <a:pt x="1576893" y="3971575"/>
                  </a:lnTo>
                  <a:lnTo>
                    <a:pt x="1576987" y="3971575"/>
                  </a:lnTo>
                  <a:lnTo>
                    <a:pt x="1577080" y="3971575"/>
                  </a:lnTo>
                  <a:lnTo>
                    <a:pt x="1577173" y="3971575"/>
                  </a:lnTo>
                  <a:lnTo>
                    <a:pt x="1577266" y="3971575"/>
                  </a:lnTo>
                  <a:lnTo>
                    <a:pt x="1577360" y="3971575"/>
                  </a:lnTo>
                  <a:lnTo>
                    <a:pt x="1577453" y="3971575"/>
                  </a:lnTo>
                  <a:lnTo>
                    <a:pt x="1577546" y="3971575"/>
                  </a:lnTo>
                  <a:lnTo>
                    <a:pt x="1577639" y="3971575"/>
                  </a:lnTo>
                  <a:lnTo>
                    <a:pt x="1577733" y="3971575"/>
                  </a:lnTo>
                  <a:lnTo>
                    <a:pt x="1577826" y="3971575"/>
                  </a:lnTo>
                  <a:lnTo>
                    <a:pt x="1577919" y="3971575"/>
                  </a:lnTo>
                  <a:lnTo>
                    <a:pt x="1578012" y="3971575"/>
                  </a:lnTo>
                  <a:lnTo>
                    <a:pt x="1578106" y="3971575"/>
                  </a:lnTo>
                  <a:lnTo>
                    <a:pt x="1578199" y="3971575"/>
                  </a:lnTo>
                  <a:lnTo>
                    <a:pt x="1578292" y="3971575"/>
                  </a:lnTo>
                  <a:lnTo>
                    <a:pt x="1578385" y="3971575"/>
                  </a:lnTo>
                  <a:lnTo>
                    <a:pt x="1578479" y="3971575"/>
                  </a:lnTo>
                  <a:lnTo>
                    <a:pt x="1578572" y="3971575"/>
                  </a:lnTo>
                  <a:lnTo>
                    <a:pt x="1578665" y="3971575"/>
                  </a:lnTo>
                  <a:lnTo>
                    <a:pt x="1578758" y="3971575"/>
                  </a:lnTo>
                  <a:lnTo>
                    <a:pt x="1578852" y="3971575"/>
                  </a:lnTo>
                  <a:lnTo>
                    <a:pt x="1578945" y="3971575"/>
                  </a:lnTo>
                  <a:lnTo>
                    <a:pt x="1579038" y="3971575"/>
                  </a:lnTo>
                  <a:lnTo>
                    <a:pt x="1579131" y="3971575"/>
                  </a:lnTo>
                  <a:lnTo>
                    <a:pt x="1579225" y="3971575"/>
                  </a:lnTo>
                  <a:lnTo>
                    <a:pt x="1579318" y="3971575"/>
                  </a:lnTo>
                  <a:lnTo>
                    <a:pt x="1579411" y="3971575"/>
                  </a:lnTo>
                  <a:lnTo>
                    <a:pt x="1579504" y="3971575"/>
                  </a:lnTo>
                  <a:lnTo>
                    <a:pt x="1579598" y="3971575"/>
                  </a:lnTo>
                  <a:lnTo>
                    <a:pt x="1579691" y="3971575"/>
                  </a:lnTo>
                  <a:lnTo>
                    <a:pt x="1579784" y="3971575"/>
                  </a:lnTo>
                  <a:lnTo>
                    <a:pt x="1579877" y="3971575"/>
                  </a:lnTo>
                  <a:lnTo>
                    <a:pt x="1579971" y="3971575"/>
                  </a:lnTo>
                  <a:lnTo>
                    <a:pt x="1580064" y="3971575"/>
                  </a:lnTo>
                  <a:lnTo>
                    <a:pt x="1580157" y="3971575"/>
                  </a:lnTo>
                  <a:lnTo>
                    <a:pt x="1580250" y="3971575"/>
                  </a:lnTo>
                  <a:lnTo>
                    <a:pt x="1580344" y="3971575"/>
                  </a:lnTo>
                  <a:lnTo>
                    <a:pt x="1580437" y="3971575"/>
                  </a:lnTo>
                  <a:lnTo>
                    <a:pt x="1580530" y="3971575"/>
                  </a:lnTo>
                  <a:lnTo>
                    <a:pt x="1580623" y="3971575"/>
                  </a:lnTo>
                  <a:lnTo>
                    <a:pt x="1580717" y="3971575"/>
                  </a:lnTo>
                  <a:lnTo>
                    <a:pt x="1580810" y="3971575"/>
                  </a:lnTo>
                  <a:lnTo>
                    <a:pt x="1580903" y="3971575"/>
                  </a:lnTo>
                  <a:lnTo>
                    <a:pt x="1580996" y="3971575"/>
                  </a:lnTo>
                  <a:lnTo>
                    <a:pt x="1581090" y="3971575"/>
                  </a:lnTo>
                  <a:lnTo>
                    <a:pt x="1581183" y="3971575"/>
                  </a:lnTo>
                  <a:lnTo>
                    <a:pt x="1581276" y="3971575"/>
                  </a:lnTo>
                  <a:lnTo>
                    <a:pt x="1581369" y="3971575"/>
                  </a:lnTo>
                  <a:lnTo>
                    <a:pt x="1581463" y="3971575"/>
                  </a:lnTo>
                  <a:lnTo>
                    <a:pt x="1581556" y="3971575"/>
                  </a:lnTo>
                  <a:lnTo>
                    <a:pt x="1581649" y="3971575"/>
                  </a:lnTo>
                  <a:lnTo>
                    <a:pt x="1581742" y="3971575"/>
                  </a:lnTo>
                  <a:lnTo>
                    <a:pt x="1581835" y="3971575"/>
                  </a:lnTo>
                  <a:lnTo>
                    <a:pt x="1581929" y="3971575"/>
                  </a:lnTo>
                  <a:lnTo>
                    <a:pt x="1582022" y="3971575"/>
                  </a:lnTo>
                  <a:lnTo>
                    <a:pt x="1582115" y="3971575"/>
                  </a:lnTo>
                  <a:lnTo>
                    <a:pt x="1582208" y="3971575"/>
                  </a:lnTo>
                  <a:lnTo>
                    <a:pt x="1582302" y="3971575"/>
                  </a:lnTo>
                  <a:lnTo>
                    <a:pt x="1582395" y="3971575"/>
                  </a:lnTo>
                  <a:lnTo>
                    <a:pt x="1582488" y="3971575"/>
                  </a:lnTo>
                  <a:lnTo>
                    <a:pt x="1582581" y="3971575"/>
                  </a:lnTo>
                  <a:lnTo>
                    <a:pt x="1582675" y="3971575"/>
                  </a:lnTo>
                  <a:lnTo>
                    <a:pt x="1582768" y="3971575"/>
                  </a:lnTo>
                  <a:lnTo>
                    <a:pt x="1582861" y="3971575"/>
                  </a:lnTo>
                  <a:lnTo>
                    <a:pt x="1582954" y="3971575"/>
                  </a:lnTo>
                  <a:lnTo>
                    <a:pt x="1583048" y="3971575"/>
                  </a:lnTo>
                  <a:lnTo>
                    <a:pt x="1583141" y="3971575"/>
                  </a:lnTo>
                  <a:lnTo>
                    <a:pt x="1583234" y="3971575"/>
                  </a:lnTo>
                  <a:lnTo>
                    <a:pt x="1583327" y="3971575"/>
                  </a:lnTo>
                  <a:lnTo>
                    <a:pt x="1583421" y="3971575"/>
                  </a:lnTo>
                  <a:lnTo>
                    <a:pt x="1583514" y="3971575"/>
                  </a:lnTo>
                  <a:lnTo>
                    <a:pt x="1583607" y="3971575"/>
                  </a:lnTo>
                  <a:lnTo>
                    <a:pt x="1583700" y="3971575"/>
                  </a:lnTo>
                  <a:lnTo>
                    <a:pt x="1583794" y="3971575"/>
                  </a:lnTo>
                  <a:lnTo>
                    <a:pt x="1583887" y="3971575"/>
                  </a:lnTo>
                  <a:lnTo>
                    <a:pt x="1583980" y="3971575"/>
                  </a:lnTo>
                  <a:lnTo>
                    <a:pt x="1584073" y="3971575"/>
                  </a:lnTo>
                  <a:lnTo>
                    <a:pt x="1584167" y="3971575"/>
                  </a:lnTo>
                  <a:lnTo>
                    <a:pt x="1584260" y="3971575"/>
                  </a:lnTo>
                  <a:lnTo>
                    <a:pt x="1584353" y="3971575"/>
                  </a:lnTo>
                  <a:lnTo>
                    <a:pt x="1584446" y="3971575"/>
                  </a:lnTo>
                  <a:lnTo>
                    <a:pt x="1584540" y="3971575"/>
                  </a:lnTo>
                  <a:lnTo>
                    <a:pt x="1584633" y="3971575"/>
                  </a:lnTo>
                  <a:lnTo>
                    <a:pt x="1584726" y="3971575"/>
                  </a:lnTo>
                  <a:lnTo>
                    <a:pt x="1584819" y="3971575"/>
                  </a:lnTo>
                  <a:lnTo>
                    <a:pt x="1584913" y="3971575"/>
                  </a:lnTo>
                  <a:lnTo>
                    <a:pt x="1585006" y="3971575"/>
                  </a:lnTo>
                  <a:lnTo>
                    <a:pt x="1585099" y="3971575"/>
                  </a:lnTo>
                  <a:lnTo>
                    <a:pt x="1585192" y="3971575"/>
                  </a:lnTo>
                  <a:lnTo>
                    <a:pt x="1585286" y="3971575"/>
                  </a:lnTo>
                  <a:lnTo>
                    <a:pt x="1585379" y="3971575"/>
                  </a:lnTo>
                  <a:lnTo>
                    <a:pt x="1585472" y="3971575"/>
                  </a:lnTo>
                  <a:lnTo>
                    <a:pt x="1585565" y="3971575"/>
                  </a:lnTo>
                  <a:lnTo>
                    <a:pt x="1585659" y="3971575"/>
                  </a:lnTo>
                  <a:lnTo>
                    <a:pt x="1585752" y="3971575"/>
                  </a:lnTo>
                  <a:lnTo>
                    <a:pt x="1585845" y="3971575"/>
                  </a:lnTo>
                  <a:lnTo>
                    <a:pt x="1585938" y="3971575"/>
                  </a:lnTo>
                  <a:lnTo>
                    <a:pt x="1586032" y="3971575"/>
                  </a:lnTo>
                  <a:lnTo>
                    <a:pt x="1586125" y="3971575"/>
                  </a:lnTo>
                  <a:lnTo>
                    <a:pt x="1586218" y="3971575"/>
                  </a:lnTo>
                  <a:lnTo>
                    <a:pt x="1586311" y="3971575"/>
                  </a:lnTo>
                  <a:lnTo>
                    <a:pt x="1586405" y="3971575"/>
                  </a:lnTo>
                  <a:lnTo>
                    <a:pt x="1586498" y="3971575"/>
                  </a:lnTo>
                  <a:lnTo>
                    <a:pt x="1586591" y="3971575"/>
                  </a:lnTo>
                  <a:lnTo>
                    <a:pt x="1586684" y="3971575"/>
                  </a:lnTo>
                  <a:lnTo>
                    <a:pt x="1586778" y="3971575"/>
                  </a:lnTo>
                  <a:lnTo>
                    <a:pt x="1586871" y="3971575"/>
                  </a:lnTo>
                  <a:lnTo>
                    <a:pt x="1586964" y="3971575"/>
                  </a:lnTo>
                  <a:lnTo>
                    <a:pt x="1587057" y="3971575"/>
                  </a:lnTo>
                  <a:lnTo>
                    <a:pt x="1587151" y="3971575"/>
                  </a:lnTo>
                  <a:lnTo>
                    <a:pt x="1587244" y="3971575"/>
                  </a:lnTo>
                  <a:lnTo>
                    <a:pt x="1587337" y="3971575"/>
                  </a:lnTo>
                  <a:lnTo>
                    <a:pt x="1587430" y="3971575"/>
                  </a:lnTo>
                  <a:lnTo>
                    <a:pt x="1587524" y="3971575"/>
                  </a:lnTo>
                  <a:lnTo>
                    <a:pt x="1587617" y="3971575"/>
                  </a:lnTo>
                  <a:lnTo>
                    <a:pt x="1587710" y="3971575"/>
                  </a:lnTo>
                  <a:lnTo>
                    <a:pt x="1587803" y="3971575"/>
                  </a:lnTo>
                  <a:lnTo>
                    <a:pt x="1587897" y="3971575"/>
                  </a:lnTo>
                  <a:lnTo>
                    <a:pt x="1587990" y="3971575"/>
                  </a:lnTo>
                  <a:lnTo>
                    <a:pt x="1588083" y="3971575"/>
                  </a:lnTo>
                  <a:lnTo>
                    <a:pt x="1588083" y="3961621"/>
                  </a:lnTo>
                  <a:lnTo>
                    <a:pt x="1588176" y="3961621"/>
                  </a:lnTo>
                  <a:lnTo>
                    <a:pt x="1588270" y="3961621"/>
                  </a:lnTo>
                  <a:lnTo>
                    <a:pt x="1588363" y="3961621"/>
                  </a:lnTo>
                  <a:lnTo>
                    <a:pt x="1588456" y="3961621"/>
                  </a:lnTo>
                  <a:lnTo>
                    <a:pt x="1588549" y="3961621"/>
                  </a:lnTo>
                  <a:lnTo>
                    <a:pt x="1588643" y="3961621"/>
                  </a:lnTo>
                  <a:lnTo>
                    <a:pt x="1588736" y="3961621"/>
                  </a:lnTo>
                  <a:lnTo>
                    <a:pt x="1588829" y="3961621"/>
                  </a:lnTo>
                  <a:lnTo>
                    <a:pt x="1588922" y="3961621"/>
                  </a:lnTo>
                  <a:lnTo>
                    <a:pt x="1589015" y="3961621"/>
                  </a:lnTo>
                  <a:lnTo>
                    <a:pt x="1589109" y="3961621"/>
                  </a:lnTo>
                  <a:lnTo>
                    <a:pt x="1589202" y="3961621"/>
                  </a:lnTo>
                  <a:lnTo>
                    <a:pt x="1589295" y="3961621"/>
                  </a:lnTo>
                  <a:lnTo>
                    <a:pt x="1589388" y="3961621"/>
                  </a:lnTo>
                  <a:lnTo>
                    <a:pt x="1589482" y="3961621"/>
                  </a:lnTo>
                  <a:lnTo>
                    <a:pt x="1589575" y="3961621"/>
                  </a:lnTo>
                  <a:lnTo>
                    <a:pt x="1589668" y="3961621"/>
                  </a:lnTo>
                  <a:lnTo>
                    <a:pt x="1589761" y="3961621"/>
                  </a:lnTo>
                  <a:lnTo>
                    <a:pt x="1589855" y="3961621"/>
                  </a:lnTo>
                  <a:lnTo>
                    <a:pt x="1589948" y="3961621"/>
                  </a:lnTo>
                  <a:lnTo>
                    <a:pt x="1590041" y="3961621"/>
                  </a:lnTo>
                  <a:lnTo>
                    <a:pt x="1590134" y="3961621"/>
                  </a:lnTo>
                  <a:lnTo>
                    <a:pt x="1590228" y="3961621"/>
                  </a:lnTo>
                  <a:lnTo>
                    <a:pt x="1590321" y="3961621"/>
                  </a:lnTo>
                  <a:lnTo>
                    <a:pt x="1590414" y="3961621"/>
                  </a:lnTo>
                  <a:lnTo>
                    <a:pt x="1590507" y="3961621"/>
                  </a:lnTo>
                  <a:lnTo>
                    <a:pt x="1590601" y="3961621"/>
                  </a:lnTo>
                  <a:lnTo>
                    <a:pt x="1590694" y="3961621"/>
                  </a:lnTo>
                  <a:lnTo>
                    <a:pt x="1590787" y="3961621"/>
                  </a:lnTo>
                  <a:lnTo>
                    <a:pt x="1590880" y="3961621"/>
                  </a:lnTo>
                  <a:lnTo>
                    <a:pt x="1590974" y="3961621"/>
                  </a:lnTo>
                  <a:lnTo>
                    <a:pt x="1591067" y="3961621"/>
                  </a:lnTo>
                  <a:lnTo>
                    <a:pt x="1591160" y="3961621"/>
                  </a:lnTo>
                  <a:lnTo>
                    <a:pt x="1591253" y="3961621"/>
                  </a:lnTo>
                  <a:lnTo>
                    <a:pt x="1591347" y="3961621"/>
                  </a:lnTo>
                  <a:lnTo>
                    <a:pt x="1591440" y="3961621"/>
                  </a:lnTo>
                  <a:lnTo>
                    <a:pt x="1591533" y="3961621"/>
                  </a:lnTo>
                  <a:lnTo>
                    <a:pt x="1591626" y="3961621"/>
                  </a:lnTo>
                  <a:lnTo>
                    <a:pt x="1591720" y="3961621"/>
                  </a:lnTo>
                  <a:lnTo>
                    <a:pt x="1591813" y="3961621"/>
                  </a:lnTo>
                  <a:lnTo>
                    <a:pt x="1591906" y="3961621"/>
                  </a:lnTo>
                  <a:lnTo>
                    <a:pt x="1591999" y="3961621"/>
                  </a:lnTo>
                  <a:lnTo>
                    <a:pt x="1592093" y="3961621"/>
                  </a:lnTo>
                  <a:lnTo>
                    <a:pt x="1592186" y="3961621"/>
                  </a:lnTo>
                  <a:lnTo>
                    <a:pt x="1592279" y="3961621"/>
                  </a:lnTo>
                  <a:lnTo>
                    <a:pt x="1592372" y="3961621"/>
                  </a:lnTo>
                  <a:lnTo>
                    <a:pt x="1592466" y="3961621"/>
                  </a:lnTo>
                  <a:lnTo>
                    <a:pt x="1592559" y="3961621"/>
                  </a:lnTo>
                  <a:lnTo>
                    <a:pt x="1592652" y="3961621"/>
                  </a:lnTo>
                  <a:lnTo>
                    <a:pt x="1592745" y="3961621"/>
                  </a:lnTo>
                  <a:lnTo>
                    <a:pt x="1592839" y="3961621"/>
                  </a:lnTo>
                  <a:lnTo>
                    <a:pt x="1592932" y="3961621"/>
                  </a:lnTo>
                  <a:lnTo>
                    <a:pt x="1593025" y="3961621"/>
                  </a:lnTo>
                  <a:lnTo>
                    <a:pt x="1593118" y="3961621"/>
                  </a:lnTo>
                  <a:lnTo>
                    <a:pt x="1593212" y="3961621"/>
                  </a:lnTo>
                  <a:lnTo>
                    <a:pt x="1593305" y="3961621"/>
                  </a:lnTo>
                  <a:lnTo>
                    <a:pt x="1593398" y="3961621"/>
                  </a:lnTo>
                  <a:lnTo>
                    <a:pt x="1593491" y="3961621"/>
                  </a:lnTo>
                  <a:lnTo>
                    <a:pt x="1593585" y="3961621"/>
                  </a:lnTo>
                  <a:lnTo>
                    <a:pt x="1593678" y="3961621"/>
                  </a:lnTo>
                  <a:lnTo>
                    <a:pt x="1593771" y="3961621"/>
                  </a:lnTo>
                  <a:lnTo>
                    <a:pt x="1593864" y="3961621"/>
                  </a:lnTo>
                  <a:lnTo>
                    <a:pt x="1593958" y="3961621"/>
                  </a:lnTo>
                  <a:lnTo>
                    <a:pt x="1594051" y="3961621"/>
                  </a:lnTo>
                  <a:lnTo>
                    <a:pt x="1594144" y="3961621"/>
                  </a:lnTo>
                  <a:lnTo>
                    <a:pt x="1594237" y="3961621"/>
                  </a:lnTo>
                  <a:lnTo>
                    <a:pt x="1594331" y="3961621"/>
                  </a:lnTo>
                  <a:lnTo>
                    <a:pt x="1594424" y="3961621"/>
                  </a:lnTo>
                  <a:lnTo>
                    <a:pt x="1594517" y="3961621"/>
                  </a:lnTo>
                  <a:lnTo>
                    <a:pt x="1594610" y="3961621"/>
                  </a:lnTo>
                  <a:lnTo>
                    <a:pt x="1594704" y="3961621"/>
                  </a:lnTo>
                  <a:lnTo>
                    <a:pt x="1594797" y="3961621"/>
                  </a:lnTo>
                  <a:lnTo>
                    <a:pt x="1594890" y="3961621"/>
                  </a:lnTo>
                  <a:lnTo>
                    <a:pt x="1594983" y="3961621"/>
                  </a:lnTo>
                  <a:lnTo>
                    <a:pt x="1595077" y="3961621"/>
                  </a:lnTo>
                  <a:lnTo>
                    <a:pt x="1595170" y="3961621"/>
                  </a:lnTo>
                  <a:lnTo>
                    <a:pt x="1595263" y="3961621"/>
                  </a:lnTo>
                  <a:lnTo>
                    <a:pt x="1595356" y="3961621"/>
                  </a:lnTo>
                  <a:lnTo>
                    <a:pt x="1595450" y="3961621"/>
                  </a:lnTo>
                  <a:lnTo>
                    <a:pt x="1595543" y="3961621"/>
                  </a:lnTo>
                  <a:lnTo>
                    <a:pt x="1595636" y="3961621"/>
                  </a:lnTo>
                  <a:lnTo>
                    <a:pt x="1595729" y="3961621"/>
                  </a:lnTo>
                  <a:lnTo>
                    <a:pt x="1595822" y="3961621"/>
                  </a:lnTo>
                  <a:lnTo>
                    <a:pt x="1595916" y="3961621"/>
                  </a:lnTo>
                  <a:lnTo>
                    <a:pt x="1596009" y="3961621"/>
                  </a:lnTo>
                  <a:lnTo>
                    <a:pt x="1596102" y="3961621"/>
                  </a:lnTo>
                  <a:lnTo>
                    <a:pt x="1596195" y="3961621"/>
                  </a:lnTo>
                  <a:lnTo>
                    <a:pt x="1596289" y="3961621"/>
                  </a:lnTo>
                  <a:lnTo>
                    <a:pt x="1596382" y="3961621"/>
                  </a:lnTo>
                  <a:lnTo>
                    <a:pt x="1596475" y="3961621"/>
                  </a:lnTo>
                  <a:lnTo>
                    <a:pt x="1596568" y="3961621"/>
                  </a:lnTo>
                  <a:lnTo>
                    <a:pt x="1596662" y="3961621"/>
                  </a:lnTo>
                  <a:lnTo>
                    <a:pt x="1596755" y="3961621"/>
                  </a:lnTo>
                  <a:lnTo>
                    <a:pt x="1596848" y="3961621"/>
                  </a:lnTo>
                  <a:lnTo>
                    <a:pt x="1596941" y="3961621"/>
                  </a:lnTo>
                  <a:lnTo>
                    <a:pt x="1597035" y="3961621"/>
                  </a:lnTo>
                  <a:lnTo>
                    <a:pt x="1597128" y="3961621"/>
                  </a:lnTo>
                  <a:lnTo>
                    <a:pt x="1597221" y="3961621"/>
                  </a:lnTo>
                  <a:lnTo>
                    <a:pt x="1597314" y="3961621"/>
                  </a:lnTo>
                  <a:lnTo>
                    <a:pt x="1597408" y="3961621"/>
                  </a:lnTo>
                  <a:lnTo>
                    <a:pt x="1597501" y="3961621"/>
                  </a:lnTo>
                  <a:lnTo>
                    <a:pt x="1597594" y="3961621"/>
                  </a:lnTo>
                  <a:lnTo>
                    <a:pt x="1597687" y="3961621"/>
                  </a:lnTo>
                  <a:lnTo>
                    <a:pt x="1597781" y="3961621"/>
                  </a:lnTo>
                  <a:lnTo>
                    <a:pt x="1597874" y="3961621"/>
                  </a:lnTo>
                  <a:lnTo>
                    <a:pt x="1597967" y="3961621"/>
                  </a:lnTo>
                  <a:lnTo>
                    <a:pt x="1598060" y="3961621"/>
                  </a:lnTo>
                  <a:lnTo>
                    <a:pt x="1598154" y="3961621"/>
                  </a:lnTo>
                  <a:lnTo>
                    <a:pt x="1598247" y="3961621"/>
                  </a:lnTo>
                  <a:lnTo>
                    <a:pt x="1598340" y="3961621"/>
                  </a:lnTo>
                  <a:lnTo>
                    <a:pt x="1598433" y="3961621"/>
                  </a:lnTo>
                  <a:lnTo>
                    <a:pt x="1598527" y="3961621"/>
                  </a:lnTo>
                  <a:lnTo>
                    <a:pt x="1598620" y="3961621"/>
                  </a:lnTo>
                  <a:lnTo>
                    <a:pt x="1598713" y="3961621"/>
                  </a:lnTo>
                  <a:lnTo>
                    <a:pt x="1598806" y="3961621"/>
                  </a:lnTo>
                  <a:lnTo>
                    <a:pt x="1598900" y="3961621"/>
                  </a:lnTo>
                  <a:lnTo>
                    <a:pt x="1598993" y="3961621"/>
                  </a:lnTo>
                  <a:lnTo>
                    <a:pt x="1599086" y="3961621"/>
                  </a:lnTo>
                  <a:lnTo>
                    <a:pt x="1599179" y="3961621"/>
                  </a:lnTo>
                  <a:lnTo>
                    <a:pt x="1599273" y="3961621"/>
                  </a:lnTo>
                  <a:lnTo>
                    <a:pt x="1599366" y="3961621"/>
                  </a:lnTo>
                  <a:lnTo>
                    <a:pt x="1599459" y="3961621"/>
                  </a:lnTo>
                  <a:lnTo>
                    <a:pt x="1599552" y="3961621"/>
                  </a:lnTo>
                  <a:lnTo>
                    <a:pt x="1599646" y="3961621"/>
                  </a:lnTo>
                  <a:lnTo>
                    <a:pt x="1599739" y="3961621"/>
                  </a:lnTo>
                  <a:lnTo>
                    <a:pt x="1599832" y="3961621"/>
                  </a:lnTo>
                  <a:lnTo>
                    <a:pt x="1599925" y="3961621"/>
                  </a:lnTo>
                  <a:lnTo>
                    <a:pt x="1600019" y="3961621"/>
                  </a:lnTo>
                  <a:lnTo>
                    <a:pt x="1600112" y="3961621"/>
                  </a:lnTo>
                  <a:lnTo>
                    <a:pt x="1600205" y="3961621"/>
                  </a:lnTo>
                  <a:lnTo>
                    <a:pt x="1600298" y="3961621"/>
                  </a:lnTo>
                  <a:lnTo>
                    <a:pt x="1600392" y="3961621"/>
                  </a:lnTo>
                  <a:lnTo>
                    <a:pt x="1600485" y="3961621"/>
                  </a:lnTo>
                  <a:lnTo>
                    <a:pt x="1600578" y="3961621"/>
                  </a:lnTo>
                  <a:lnTo>
                    <a:pt x="1600671" y="3961621"/>
                  </a:lnTo>
                  <a:lnTo>
                    <a:pt x="1600765" y="3961621"/>
                  </a:lnTo>
                  <a:lnTo>
                    <a:pt x="1600858" y="3961621"/>
                  </a:lnTo>
                  <a:lnTo>
                    <a:pt x="1600951" y="3961621"/>
                  </a:lnTo>
                  <a:lnTo>
                    <a:pt x="1601044" y="3961621"/>
                  </a:lnTo>
                  <a:lnTo>
                    <a:pt x="1601138" y="3961621"/>
                  </a:lnTo>
                  <a:lnTo>
                    <a:pt x="1601231" y="3961621"/>
                  </a:lnTo>
                  <a:lnTo>
                    <a:pt x="1601324" y="3961621"/>
                  </a:lnTo>
                  <a:lnTo>
                    <a:pt x="1601417" y="3961621"/>
                  </a:lnTo>
                  <a:lnTo>
                    <a:pt x="1601511" y="3961621"/>
                  </a:lnTo>
                  <a:lnTo>
                    <a:pt x="1601604" y="3961621"/>
                  </a:lnTo>
                  <a:lnTo>
                    <a:pt x="1601697" y="3961621"/>
                  </a:lnTo>
                  <a:lnTo>
                    <a:pt x="1601790" y="3961621"/>
                  </a:lnTo>
                  <a:lnTo>
                    <a:pt x="1601884" y="3961621"/>
                  </a:lnTo>
                  <a:lnTo>
                    <a:pt x="1601977" y="3961621"/>
                  </a:lnTo>
                  <a:lnTo>
                    <a:pt x="1602070" y="3961621"/>
                  </a:lnTo>
                  <a:lnTo>
                    <a:pt x="1602163" y="3961621"/>
                  </a:lnTo>
                  <a:lnTo>
                    <a:pt x="1602257" y="3961621"/>
                  </a:lnTo>
                  <a:lnTo>
                    <a:pt x="1602350" y="3961621"/>
                  </a:lnTo>
                  <a:lnTo>
                    <a:pt x="1602443" y="3961621"/>
                  </a:lnTo>
                  <a:lnTo>
                    <a:pt x="1602536" y="3961621"/>
                  </a:lnTo>
                  <a:lnTo>
                    <a:pt x="1602630" y="3961621"/>
                  </a:lnTo>
                  <a:lnTo>
                    <a:pt x="1602723" y="3961621"/>
                  </a:lnTo>
                  <a:lnTo>
                    <a:pt x="1602816" y="3961621"/>
                  </a:lnTo>
                  <a:lnTo>
                    <a:pt x="1602909" y="3961621"/>
                  </a:lnTo>
                  <a:lnTo>
                    <a:pt x="1603002" y="3961621"/>
                  </a:lnTo>
                  <a:lnTo>
                    <a:pt x="1603096" y="3961621"/>
                  </a:lnTo>
                  <a:lnTo>
                    <a:pt x="1603189" y="3961621"/>
                  </a:lnTo>
                  <a:lnTo>
                    <a:pt x="1603282" y="3961621"/>
                  </a:lnTo>
                  <a:lnTo>
                    <a:pt x="1603375" y="3961621"/>
                  </a:lnTo>
                  <a:lnTo>
                    <a:pt x="1603469" y="3961621"/>
                  </a:lnTo>
                  <a:lnTo>
                    <a:pt x="1603562" y="3961621"/>
                  </a:lnTo>
                  <a:lnTo>
                    <a:pt x="1603655" y="3961621"/>
                  </a:lnTo>
                  <a:lnTo>
                    <a:pt x="1603748" y="3961621"/>
                  </a:lnTo>
                  <a:lnTo>
                    <a:pt x="1603842" y="3961621"/>
                  </a:lnTo>
                  <a:lnTo>
                    <a:pt x="1603935" y="3961621"/>
                  </a:lnTo>
                  <a:lnTo>
                    <a:pt x="1604028" y="3961621"/>
                  </a:lnTo>
                  <a:lnTo>
                    <a:pt x="1604121" y="3961621"/>
                  </a:lnTo>
                  <a:lnTo>
                    <a:pt x="1604215" y="3961621"/>
                  </a:lnTo>
                  <a:lnTo>
                    <a:pt x="1604308" y="3961621"/>
                  </a:lnTo>
                  <a:lnTo>
                    <a:pt x="1604401" y="3961621"/>
                  </a:lnTo>
                  <a:lnTo>
                    <a:pt x="1604494" y="3961621"/>
                  </a:lnTo>
                  <a:lnTo>
                    <a:pt x="1604588" y="3961621"/>
                  </a:lnTo>
                  <a:lnTo>
                    <a:pt x="1604681" y="3961621"/>
                  </a:lnTo>
                  <a:lnTo>
                    <a:pt x="1604774" y="3961621"/>
                  </a:lnTo>
                  <a:lnTo>
                    <a:pt x="1604867" y="3961621"/>
                  </a:lnTo>
                  <a:lnTo>
                    <a:pt x="1604961" y="3961621"/>
                  </a:lnTo>
                  <a:lnTo>
                    <a:pt x="1605054" y="3961621"/>
                  </a:lnTo>
                  <a:lnTo>
                    <a:pt x="1605147" y="3961621"/>
                  </a:lnTo>
                  <a:lnTo>
                    <a:pt x="1605240" y="3961621"/>
                  </a:lnTo>
                  <a:lnTo>
                    <a:pt x="1605334" y="3961621"/>
                  </a:lnTo>
                  <a:lnTo>
                    <a:pt x="1605427" y="3961621"/>
                  </a:lnTo>
                  <a:lnTo>
                    <a:pt x="1605520" y="3961621"/>
                  </a:lnTo>
                  <a:lnTo>
                    <a:pt x="1605613" y="3961621"/>
                  </a:lnTo>
                  <a:lnTo>
                    <a:pt x="1605707" y="3961621"/>
                  </a:lnTo>
                  <a:lnTo>
                    <a:pt x="1605800" y="3961621"/>
                  </a:lnTo>
                  <a:lnTo>
                    <a:pt x="1605893" y="3961621"/>
                  </a:lnTo>
                  <a:lnTo>
                    <a:pt x="1605986" y="3961621"/>
                  </a:lnTo>
                  <a:lnTo>
                    <a:pt x="1606080" y="3961621"/>
                  </a:lnTo>
                  <a:lnTo>
                    <a:pt x="1606173" y="3961621"/>
                  </a:lnTo>
                  <a:lnTo>
                    <a:pt x="1606266" y="3961621"/>
                  </a:lnTo>
                  <a:lnTo>
                    <a:pt x="1606359" y="3961621"/>
                  </a:lnTo>
                  <a:lnTo>
                    <a:pt x="1606453" y="3961621"/>
                  </a:lnTo>
                  <a:lnTo>
                    <a:pt x="1606546" y="3961621"/>
                  </a:lnTo>
                  <a:lnTo>
                    <a:pt x="1606639" y="3961621"/>
                  </a:lnTo>
                  <a:lnTo>
                    <a:pt x="1606732" y="3961621"/>
                  </a:lnTo>
                  <a:lnTo>
                    <a:pt x="1606826" y="3961621"/>
                  </a:lnTo>
                  <a:lnTo>
                    <a:pt x="1606919" y="3961621"/>
                  </a:lnTo>
                  <a:lnTo>
                    <a:pt x="1606919" y="3951667"/>
                  </a:lnTo>
                  <a:lnTo>
                    <a:pt x="1607012" y="3951667"/>
                  </a:lnTo>
                  <a:lnTo>
                    <a:pt x="1607105" y="3951667"/>
                  </a:lnTo>
                  <a:lnTo>
                    <a:pt x="1607199" y="3951667"/>
                  </a:lnTo>
                  <a:lnTo>
                    <a:pt x="1607292" y="3951667"/>
                  </a:lnTo>
                  <a:lnTo>
                    <a:pt x="1607385" y="3951667"/>
                  </a:lnTo>
                  <a:lnTo>
                    <a:pt x="1607478" y="3951667"/>
                  </a:lnTo>
                  <a:lnTo>
                    <a:pt x="1607572" y="3951667"/>
                  </a:lnTo>
                  <a:lnTo>
                    <a:pt x="1607665" y="3951667"/>
                  </a:lnTo>
                  <a:lnTo>
                    <a:pt x="1607758" y="3951667"/>
                  </a:lnTo>
                  <a:lnTo>
                    <a:pt x="1607851" y="3951667"/>
                  </a:lnTo>
                  <a:lnTo>
                    <a:pt x="1607945" y="3951667"/>
                  </a:lnTo>
                  <a:lnTo>
                    <a:pt x="1608038" y="3951667"/>
                  </a:lnTo>
                  <a:lnTo>
                    <a:pt x="1608131" y="3951667"/>
                  </a:lnTo>
                  <a:lnTo>
                    <a:pt x="1608224" y="3951667"/>
                  </a:lnTo>
                  <a:lnTo>
                    <a:pt x="1608318" y="3951667"/>
                  </a:lnTo>
                  <a:lnTo>
                    <a:pt x="1608411" y="3951667"/>
                  </a:lnTo>
                  <a:lnTo>
                    <a:pt x="1608504" y="3951667"/>
                  </a:lnTo>
                  <a:lnTo>
                    <a:pt x="1608597" y="3951667"/>
                  </a:lnTo>
                  <a:lnTo>
                    <a:pt x="1608691" y="3951667"/>
                  </a:lnTo>
                  <a:lnTo>
                    <a:pt x="1608784" y="3951667"/>
                  </a:lnTo>
                  <a:lnTo>
                    <a:pt x="1608877" y="3951667"/>
                  </a:lnTo>
                  <a:lnTo>
                    <a:pt x="1608970" y="3951667"/>
                  </a:lnTo>
                  <a:lnTo>
                    <a:pt x="1609064" y="3951667"/>
                  </a:lnTo>
                  <a:lnTo>
                    <a:pt x="1609157" y="3951667"/>
                  </a:lnTo>
                  <a:lnTo>
                    <a:pt x="1609250" y="3951667"/>
                  </a:lnTo>
                  <a:lnTo>
                    <a:pt x="1609343" y="3951667"/>
                  </a:lnTo>
                  <a:lnTo>
                    <a:pt x="1609437" y="3951667"/>
                  </a:lnTo>
                  <a:lnTo>
                    <a:pt x="1609530" y="3951667"/>
                  </a:lnTo>
                  <a:lnTo>
                    <a:pt x="1609530" y="3941713"/>
                  </a:lnTo>
                  <a:lnTo>
                    <a:pt x="1609623" y="3941713"/>
                  </a:lnTo>
                  <a:lnTo>
                    <a:pt x="1609716" y="3941713"/>
                  </a:lnTo>
                  <a:lnTo>
                    <a:pt x="1609809" y="3941713"/>
                  </a:lnTo>
                  <a:lnTo>
                    <a:pt x="1609903" y="3941713"/>
                  </a:lnTo>
                  <a:lnTo>
                    <a:pt x="1609996" y="3941713"/>
                  </a:lnTo>
                  <a:lnTo>
                    <a:pt x="1610089" y="3941713"/>
                  </a:lnTo>
                  <a:lnTo>
                    <a:pt x="1610182" y="3941713"/>
                  </a:lnTo>
                  <a:lnTo>
                    <a:pt x="1610276" y="3941713"/>
                  </a:lnTo>
                  <a:lnTo>
                    <a:pt x="1610369" y="3941713"/>
                  </a:lnTo>
                  <a:lnTo>
                    <a:pt x="1610462" y="3941713"/>
                  </a:lnTo>
                  <a:lnTo>
                    <a:pt x="1610555" y="3941713"/>
                  </a:lnTo>
                  <a:lnTo>
                    <a:pt x="1610649" y="3941713"/>
                  </a:lnTo>
                  <a:lnTo>
                    <a:pt x="1610742" y="3941713"/>
                  </a:lnTo>
                  <a:lnTo>
                    <a:pt x="1610835" y="3941713"/>
                  </a:lnTo>
                  <a:lnTo>
                    <a:pt x="1610928" y="3941713"/>
                  </a:lnTo>
                  <a:lnTo>
                    <a:pt x="1611022" y="3941713"/>
                  </a:lnTo>
                  <a:lnTo>
                    <a:pt x="1611115" y="3941713"/>
                  </a:lnTo>
                  <a:lnTo>
                    <a:pt x="1611208" y="3941713"/>
                  </a:lnTo>
                  <a:lnTo>
                    <a:pt x="1611301" y="3941713"/>
                  </a:lnTo>
                  <a:lnTo>
                    <a:pt x="1611395" y="3941713"/>
                  </a:lnTo>
                  <a:lnTo>
                    <a:pt x="1611488" y="3941713"/>
                  </a:lnTo>
                  <a:lnTo>
                    <a:pt x="1611581" y="3941713"/>
                  </a:lnTo>
                  <a:lnTo>
                    <a:pt x="1611674" y="3941713"/>
                  </a:lnTo>
                  <a:lnTo>
                    <a:pt x="1611768" y="3941713"/>
                  </a:lnTo>
                  <a:lnTo>
                    <a:pt x="1611861" y="3941713"/>
                  </a:lnTo>
                  <a:lnTo>
                    <a:pt x="1611954" y="3941713"/>
                  </a:lnTo>
                  <a:lnTo>
                    <a:pt x="1612047" y="3941713"/>
                  </a:lnTo>
                  <a:lnTo>
                    <a:pt x="1612141" y="3941713"/>
                  </a:lnTo>
                  <a:lnTo>
                    <a:pt x="1612234" y="3941713"/>
                  </a:lnTo>
                  <a:lnTo>
                    <a:pt x="1612327" y="3941713"/>
                  </a:lnTo>
                  <a:lnTo>
                    <a:pt x="1612420" y="3941713"/>
                  </a:lnTo>
                  <a:lnTo>
                    <a:pt x="1612514" y="3941713"/>
                  </a:lnTo>
                  <a:lnTo>
                    <a:pt x="1612607" y="3941713"/>
                  </a:lnTo>
                  <a:lnTo>
                    <a:pt x="1612700" y="3941713"/>
                  </a:lnTo>
                  <a:lnTo>
                    <a:pt x="1612793" y="3941713"/>
                  </a:lnTo>
                  <a:lnTo>
                    <a:pt x="1612887" y="3941713"/>
                  </a:lnTo>
                  <a:lnTo>
                    <a:pt x="1612887" y="3931759"/>
                  </a:lnTo>
                  <a:lnTo>
                    <a:pt x="1612980" y="3931759"/>
                  </a:lnTo>
                  <a:lnTo>
                    <a:pt x="1613073" y="3931759"/>
                  </a:lnTo>
                  <a:lnTo>
                    <a:pt x="1613166" y="3931759"/>
                  </a:lnTo>
                  <a:lnTo>
                    <a:pt x="1613260" y="3931759"/>
                  </a:lnTo>
                  <a:lnTo>
                    <a:pt x="1613353" y="3931759"/>
                  </a:lnTo>
                  <a:lnTo>
                    <a:pt x="1613446" y="3931759"/>
                  </a:lnTo>
                  <a:lnTo>
                    <a:pt x="1613539" y="3931759"/>
                  </a:lnTo>
                  <a:lnTo>
                    <a:pt x="1613633" y="3931759"/>
                  </a:lnTo>
                  <a:lnTo>
                    <a:pt x="1613726" y="3931759"/>
                  </a:lnTo>
                  <a:lnTo>
                    <a:pt x="1613819" y="3931759"/>
                  </a:lnTo>
                  <a:lnTo>
                    <a:pt x="1613912" y="3931759"/>
                  </a:lnTo>
                  <a:lnTo>
                    <a:pt x="1614006" y="3931759"/>
                  </a:lnTo>
                  <a:lnTo>
                    <a:pt x="1614099" y="3931759"/>
                  </a:lnTo>
                  <a:lnTo>
                    <a:pt x="1614192" y="3931759"/>
                  </a:lnTo>
                  <a:lnTo>
                    <a:pt x="1614285" y="3931759"/>
                  </a:lnTo>
                  <a:lnTo>
                    <a:pt x="1614379" y="3931759"/>
                  </a:lnTo>
                  <a:lnTo>
                    <a:pt x="1614472" y="3931759"/>
                  </a:lnTo>
                  <a:lnTo>
                    <a:pt x="1614565" y="3931759"/>
                  </a:lnTo>
                  <a:lnTo>
                    <a:pt x="1614658" y="3931759"/>
                  </a:lnTo>
                  <a:lnTo>
                    <a:pt x="1614752" y="3931759"/>
                  </a:lnTo>
                  <a:lnTo>
                    <a:pt x="1614845" y="3931759"/>
                  </a:lnTo>
                  <a:lnTo>
                    <a:pt x="1614938" y="3931759"/>
                  </a:lnTo>
                  <a:lnTo>
                    <a:pt x="1615031" y="3931759"/>
                  </a:lnTo>
                  <a:lnTo>
                    <a:pt x="1615125" y="3931759"/>
                  </a:lnTo>
                  <a:lnTo>
                    <a:pt x="1615218" y="3931759"/>
                  </a:lnTo>
                  <a:lnTo>
                    <a:pt x="1615311" y="3931759"/>
                  </a:lnTo>
                  <a:lnTo>
                    <a:pt x="1615404" y="3931759"/>
                  </a:lnTo>
                  <a:lnTo>
                    <a:pt x="1615498" y="3931759"/>
                  </a:lnTo>
                  <a:lnTo>
                    <a:pt x="1615591" y="3931759"/>
                  </a:lnTo>
                  <a:lnTo>
                    <a:pt x="1615684" y="3931759"/>
                  </a:lnTo>
                  <a:lnTo>
                    <a:pt x="1615777" y="3931759"/>
                  </a:lnTo>
                  <a:lnTo>
                    <a:pt x="1615871" y="3931759"/>
                  </a:lnTo>
                  <a:lnTo>
                    <a:pt x="1615964" y="3931759"/>
                  </a:lnTo>
                  <a:lnTo>
                    <a:pt x="1616057" y="3931759"/>
                  </a:lnTo>
                  <a:lnTo>
                    <a:pt x="1616150" y="3931759"/>
                  </a:lnTo>
                  <a:lnTo>
                    <a:pt x="1616244" y="3931759"/>
                  </a:lnTo>
                  <a:lnTo>
                    <a:pt x="1616337" y="3931759"/>
                  </a:lnTo>
                  <a:lnTo>
                    <a:pt x="1616430" y="3931759"/>
                  </a:lnTo>
                  <a:lnTo>
                    <a:pt x="1616523" y="3931759"/>
                  </a:lnTo>
                  <a:lnTo>
                    <a:pt x="1616616" y="3931759"/>
                  </a:lnTo>
                  <a:lnTo>
                    <a:pt x="1616710" y="3931759"/>
                  </a:lnTo>
                  <a:lnTo>
                    <a:pt x="1616803" y="3931759"/>
                  </a:lnTo>
                  <a:lnTo>
                    <a:pt x="1616896" y="3931759"/>
                  </a:lnTo>
                  <a:lnTo>
                    <a:pt x="1616896" y="3921806"/>
                  </a:lnTo>
                  <a:lnTo>
                    <a:pt x="1616989" y="3921806"/>
                  </a:lnTo>
                  <a:lnTo>
                    <a:pt x="1617083" y="3921806"/>
                  </a:lnTo>
                  <a:lnTo>
                    <a:pt x="1617176" y="3921806"/>
                  </a:lnTo>
                  <a:lnTo>
                    <a:pt x="1617269" y="3921806"/>
                  </a:lnTo>
                  <a:lnTo>
                    <a:pt x="1617362" y="3921806"/>
                  </a:lnTo>
                  <a:lnTo>
                    <a:pt x="1617456" y="3921806"/>
                  </a:lnTo>
                  <a:lnTo>
                    <a:pt x="1617549" y="3921806"/>
                  </a:lnTo>
                  <a:lnTo>
                    <a:pt x="1617642" y="3921806"/>
                  </a:lnTo>
                  <a:lnTo>
                    <a:pt x="1617735" y="3921806"/>
                  </a:lnTo>
                  <a:lnTo>
                    <a:pt x="1617829" y="3921806"/>
                  </a:lnTo>
                  <a:lnTo>
                    <a:pt x="1617922" y="3921806"/>
                  </a:lnTo>
                  <a:lnTo>
                    <a:pt x="1618015" y="3921806"/>
                  </a:lnTo>
                  <a:lnTo>
                    <a:pt x="1618108" y="3921806"/>
                  </a:lnTo>
                  <a:lnTo>
                    <a:pt x="1618202" y="3921806"/>
                  </a:lnTo>
                  <a:lnTo>
                    <a:pt x="1618295" y="3921806"/>
                  </a:lnTo>
                  <a:lnTo>
                    <a:pt x="1618388" y="3921806"/>
                  </a:lnTo>
                  <a:lnTo>
                    <a:pt x="1618481" y="3921806"/>
                  </a:lnTo>
                  <a:lnTo>
                    <a:pt x="1618575" y="3921806"/>
                  </a:lnTo>
                  <a:lnTo>
                    <a:pt x="1618668" y="3921806"/>
                  </a:lnTo>
                  <a:lnTo>
                    <a:pt x="1618761" y="3921806"/>
                  </a:lnTo>
                  <a:lnTo>
                    <a:pt x="1618854" y="3921806"/>
                  </a:lnTo>
                  <a:lnTo>
                    <a:pt x="1618948" y="3921806"/>
                  </a:lnTo>
                  <a:lnTo>
                    <a:pt x="1619041" y="3921806"/>
                  </a:lnTo>
                  <a:lnTo>
                    <a:pt x="1619134" y="3921806"/>
                  </a:lnTo>
                  <a:lnTo>
                    <a:pt x="1619227" y="3921806"/>
                  </a:lnTo>
                  <a:lnTo>
                    <a:pt x="1619321" y="3921806"/>
                  </a:lnTo>
                  <a:lnTo>
                    <a:pt x="1619414" y="3921806"/>
                  </a:lnTo>
                  <a:lnTo>
                    <a:pt x="1619507" y="3921806"/>
                  </a:lnTo>
                  <a:lnTo>
                    <a:pt x="1619600" y="3921806"/>
                  </a:lnTo>
                  <a:lnTo>
                    <a:pt x="1619694" y="3921806"/>
                  </a:lnTo>
                  <a:lnTo>
                    <a:pt x="1619787" y="3921806"/>
                  </a:lnTo>
                  <a:lnTo>
                    <a:pt x="1619880" y="3921806"/>
                  </a:lnTo>
                  <a:lnTo>
                    <a:pt x="1619973" y="3921806"/>
                  </a:lnTo>
                  <a:lnTo>
                    <a:pt x="1620067" y="3921806"/>
                  </a:lnTo>
                  <a:lnTo>
                    <a:pt x="1620160" y="3921806"/>
                  </a:lnTo>
                  <a:lnTo>
                    <a:pt x="1620253" y="3921806"/>
                  </a:lnTo>
                  <a:lnTo>
                    <a:pt x="1620346" y="3921806"/>
                  </a:lnTo>
                  <a:lnTo>
                    <a:pt x="1620440" y="3921806"/>
                  </a:lnTo>
                  <a:lnTo>
                    <a:pt x="1620533" y="3921806"/>
                  </a:lnTo>
                  <a:lnTo>
                    <a:pt x="1620626" y="3921806"/>
                  </a:lnTo>
                  <a:lnTo>
                    <a:pt x="1620719" y="3921806"/>
                  </a:lnTo>
                  <a:lnTo>
                    <a:pt x="1620813" y="3921806"/>
                  </a:lnTo>
                  <a:lnTo>
                    <a:pt x="1620906" y="3921806"/>
                  </a:lnTo>
                  <a:lnTo>
                    <a:pt x="1620999" y="3921806"/>
                  </a:lnTo>
                  <a:lnTo>
                    <a:pt x="1621092" y="3921806"/>
                  </a:lnTo>
                  <a:lnTo>
                    <a:pt x="1621186" y="3921806"/>
                  </a:lnTo>
                  <a:lnTo>
                    <a:pt x="1621279" y="3921806"/>
                  </a:lnTo>
                  <a:lnTo>
                    <a:pt x="1621372" y="3921806"/>
                  </a:lnTo>
                  <a:lnTo>
                    <a:pt x="1621465" y="3921806"/>
                  </a:lnTo>
                  <a:lnTo>
                    <a:pt x="1621559" y="3921806"/>
                  </a:lnTo>
                  <a:lnTo>
                    <a:pt x="1621652" y="3921806"/>
                  </a:lnTo>
                  <a:lnTo>
                    <a:pt x="1621745" y="3921806"/>
                  </a:lnTo>
                  <a:lnTo>
                    <a:pt x="1621838" y="3921806"/>
                  </a:lnTo>
                  <a:lnTo>
                    <a:pt x="1621932" y="3921806"/>
                  </a:lnTo>
                  <a:lnTo>
                    <a:pt x="1621932" y="3911852"/>
                  </a:lnTo>
                  <a:lnTo>
                    <a:pt x="1622025" y="3911852"/>
                  </a:lnTo>
                  <a:lnTo>
                    <a:pt x="1622118" y="3911852"/>
                  </a:lnTo>
                  <a:lnTo>
                    <a:pt x="1622211" y="3911852"/>
                  </a:lnTo>
                  <a:lnTo>
                    <a:pt x="1622305" y="3911852"/>
                  </a:lnTo>
                  <a:lnTo>
                    <a:pt x="1622398" y="3911852"/>
                  </a:lnTo>
                  <a:lnTo>
                    <a:pt x="1622491" y="3911852"/>
                  </a:lnTo>
                  <a:lnTo>
                    <a:pt x="1622584" y="3911852"/>
                  </a:lnTo>
                  <a:lnTo>
                    <a:pt x="1622678" y="3911852"/>
                  </a:lnTo>
                  <a:lnTo>
                    <a:pt x="1622771" y="3911852"/>
                  </a:lnTo>
                  <a:lnTo>
                    <a:pt x="1622864" y="3911852"/>
                  </a:lnTo>
                  <a:lnTo>
                    <a:pt x="1622957" y="3911852"/>
                  </a:lnTo>
                  <a:lnTo>
                    <a:pt x="1623051" y="3911852"/>
                  </a:lnTo>
                  <a:lnTo>
                    <a:pt x="1623144" y="3911852"/>
                  </a:lnTo>
                  <a:lnTo>
                    <a:pt x="1623237" y="3911852"/>
                  </a:lnTo>
                  <a:lnTo>
                    <a:pt x="1623330" y="3911852"/>
                  </a:lnTo>
                  <a:lnTo>
                    <a:pt x="1623424" y="3911852"/>
                  </a:lnTo>
                  <a:lnTo>
                    <a:pt x="1623517" y="3911852"/>
                  </a:lnTo>
                  <a:lnTo>
                    <a:pt x="1623610" y="3911852"/>
                  </a:lnTo>
                  <a:lnTo>
                    <a:pt x="1623703" y="3911852"/>
                  </a:lnTo>
                  <a:lnTo>
                    <a:pt x="1623796" y="3911852"/>
                  </a:lnTo>
                  <a:lnTo>
                    <a:pt x="1623890" y="3911852"/>
                  </a:lnTo>
                  <a:lnTo>
                    <a:pt x="1623983" y="3911852"/>
                  </a:lnTo>
                  <a:lnTo>
                    <a:pt x="1624076" y="3911852"/>
                  </a:lnTo>
                  <a:lnTo>
                    <a:pt x="1624169" y="3911852"/>
                  </a:lnTo>
                  <a:lnTo>
                    <a:pt x="1624263" y="3911852"/>
                  </a:lnTo>
                  <a:lnTo>
                    <a:pt x="1624356" y="3911852"/>
                  </a:lnTo>
                  <a:lnTo>
                    <a:pt x="1624449" y="3911852"/>
                  </a:lnTo>
                  <a:lnTo>
                    <a:pt x="1624542" y="3911852"/>
                  </a:lnTo>
                  <a:lnTo>
                    <a:pt x="1624636" y="3911852"/>
                  </a:lnTo>
                  <a:lnTo>
                    <a:pt x="1624729" y="3911852"/>
                  </a:lnTo>
                  <a:lnTo>
                    <a:pt x="1624822" y="3911852"/>
                  </a:lnTo>
                  <a:lnTo>
                    <a:pt x="1624915" y="3911852"/>
                  </a:lnTo>
                  <a:lnTo>
                    <a:pt x="1625009" y="3911852"/>
                  </a:lnTo>
                  <a:lnTo>
                    <a:pt x="1625102" y="3911852"/>
                  </a:lnTo>
                  <a:lnTo>
                    <a:pt x="1625195" y="3911852"/>
                  </a:lnTo>
                  <a:lnTo>
                    <a:pt x="1625288" y="3911852"/>
                  </a:lnTo>
                  <a:lnTo>
                    <a:pt x="1625382" y="3911852"/>
                  </a:lnTo>
                  <a:lnTo>
                    <a:pt x="1625475" y="3911852"/>
                  </a:lnTo>
                  <a:lnTo>
                    <a:pt x="1625568" y="3911852"/>
                  </a:lnTo>
                  <a:lnTo>
                    <a:pt x="1625661" y="3911852"/>
                  </a:lnTo>
                  <a:lnTo>
                    <a:pt x="1625755" y="3911852"/>
                  </a:lnTo>
                  <a:lnTo>
                    <a:pt x="1625848" y="3911852"/>
                  </a:lnTo>
                  <a:lnTo>
                    <a:pt x="1625941" y="3911852"/>
                  </a:lnTo>
                  <a:lnTo>
                    <a:pt x="1626034" y="3911852"/>
                  </a:lnTo>
                  <a:lnTo>
                    <a:pt x="1626128" y="3911852"/>
                  </a:lnTo>
                  <a:lnTo>
                    <a:pt x="1626221" y="3911852"/>
                  </a:lnTo>
                  <a:lnTo>
                    <a:pt x="1626314" y="3911852"/>
                  </a:lnTo>
                  <a:lnTo>
                    <a:pt x="1626407" y="3911852"/>
                  </a:lnTo>
                  <a:lnTo>
                    <a:pt x="1626501" y="3911852"/>
                  </a:lnTo>
                  <a:lnTo>
                    <a:pt x="1626594" y="3911852"/>
                  </a:lnTo>
                  <a:lnTo>
                    <a:pt x="1626687" y="3911852"/>
                  </a:lnTo>
                  <a:lnTo>
                    <a:pt x="1626780" y="3911852"/>
                  </a:lnTo>
                  <a:lnTo>
                    <a:pt x="1626874" y="3911852"/>
                  </a:lnTo>
                  <a:lnTo>
                    <a:pt x="1626967" y="3911852"/>
                  </a:lnTo>
                  <a:lnTo>
                    <a:pt x="1627060" y="3911852"/>
                  </a:lnTo>
                  <a:lnTo>
                    <a:pt x="1627153" y="3911852"/>
                  </a:lnTo>
                  <a:lnTo>
                    <a:pt x="1627153" y="3901898"/>
                  </a:lnTo>
                  <a:lnTo>
                    <a:pt x="1627247" y="3901898"/>
                  </a:lnTo>
                  <a:lnTo>
                    <a:pt x="1627340" y="3901898"/>
                  </a:lnTo>
                  <a:lnTo>
                    <a:pt x="1627433" y="3901898"/>
                  </a:lnTo>
                  <a:lnTo>
                    <a:pt x="1627526" y="3901898"/>
                  </a:lnTo>
                  <a:lnTo>
                    <a:pt x="1627620" y="3901898"/>
                  </a:lnTo>
                  <a:lnTo>
                    <a:pt x="1627713" y="3901898"/>
                  </a:lnTo>
                  <a:lnTo>
                    <a:pt x="1627713" y="3891944"/>
                  </a:lnTo>
                  <a:lnTo>
                    <a:pt x="1627806" y="3891944"/>
                  </a:lnTo>
                  <a:lnTo>
                    <a:pt x="1627899" y="3891944"/>
                  </a:lnTo>
                  <a:lnTo>
                    <a:pt x="1627899" y="3881990"/>
                  </a:lnTo>
                  <a:lnTo>
                    <a:pt x="1627993" y="3881990"/>
                  </a:lnTo>
                  <a:lnTo>
                    <a:pt x="1628086" y="3881990"/>
                  </a:lnTo>
                  <a:lnTo>
                    <a:pt x="1628179" y="3881990"/>
                  </a:lnTo>
                  <a:lnTo>
                    <a:pt x="1628272" y="3881990"/>
                  </a:lnTo>
                  <a:lnTo>
                    <a:pt x="1628366" y="3881990"/>
                  </a:lnTo>
                  <a:lnTo>
                    <a:pt x="1628459" y="3881990"/>
                  </a:lnTo>
                  <a:lnTo>
                    <a:pt x="1628552" y="3881990"/>
                  </a:lnTo>
                  <a:lnTo>
                    <a:pt x="1628645" y="3881990"/>
                  </a:lnTo>
                  <a:lnTo>
                    <a:pt x="1628739" y="3881990"/>
                  </a:lnTo>
                  <a:lnTo>
                    <a:pt x="1628832" y="3881990"/>
                  </a:lnTo>
                  <a:lnTo>
                    <a:pt x="1628925" y="3881990"/>
                  </a:lnTo>
                  <a:lnTo>
                    <a:pt x="1629018" y="3881990"/>
                  </a:lnTo>
                  <a:lnTo>
                    <a:pt x="1629112" y="3881990"/>
                  </a:lnTo>
                  <a:lnTo>
                    <a:pt x="1629205" y="3881990"/>
                  </a:lnTo>
                  <a:lnTo>
                    <a:pt x="1629298" y="3881990"/>
                  </a:lnTo>
                  <a:lnTo>
                    <a:pt x="1629391" y="3881990"/>
                  </a:lnTo>
                  <a:lnTo>
                    <a:pt x="1629485" y="3881990"/>
                  </a:lnTo>
                  <a:lnTo>
                    <a:pt x="1629578" y="3881990"/>
                  </a:lnTo>
                  <a:lnTo>
                    <a:pt x="1629671" y="3881990"/>
                  </a:lnTo>
                  <a:lnTo>
                    <a:pt x="1629764" y="3881990"/>
                  </a:lnTo>
                  <a:lnTo>
                    <a:pt x="1629858" y="3881990"/>
                  </a:lnTo>
                  <a:lnTo>
                    <a:pt x="1629951" y="3881990"/>
                  </a:lnTo>
                  <a:lnTo>
                    <a:pt x="1630044" y="3881990"/>
                  </a:lnTo>
                  <a:lnTo>
                    <a:pt x="1630137" y="3881990"/>
                  </a:lnTo>
                  <a:lnTo>
                    <a:pt x="1630231" y="3881990"/>
                  </a:lnTo>
                  <a:lnTo>
                    <a:pt x="1630324" y="3881990"/>
                  </a:lnTo>
                  <a:lnTo>
                    <a:pt x="1630417" y="3881990"/>
                  </a:lnTo>
                  <a:lnTo>
                    <a:pt x="1630510" y="3881990"/>
                  </a:lnTo>
                  <a:lnTo>
                    <a:pt x="1630603" y="3881990"/>
                  </a:lnTo>
                  <a:lnTo>
                    <a:pt x="1630697" y="3881990"/>
                  </a:lnTo>
                  <a:lnTo>
                    <a:pt x="1630790" y="3881990"/>
                  </a:lnTo>
                  <a:lnTo>
                    <a:pt x="1630883" y="3881990"/>
                  </a:lnTo>
                  <a:lnTo>
                    <a:pt x="1630976" y="3881990"/>
                  </a:lnTo>
                  <a:lnTo>
                    <a:pt x="1631070" y="3881990"/>
                  </a:lnTo>
                  <a:lnTo>
                    <a:pt x="1631163" y="3881990"/>
                  </a:lnTo>
                  <a:lnTo>
                    <a:pt x="1631256" y="3881990"/>
                  </a:lnTo>
                  <a:lnTo>
                    <a:pt x="1631349" y="3881990"/>
                  </a:lnTo>
                  <a:lnTo>
                    <a:pt x="1631443" y="3881990"/>
                  </a:lnTo>
                  <a:lnTo>
                    <a:pt x="1631536" y="3881990"/>
                  </a:lnTo>
                  <a:lnTo>
                    <a:pt x="1631629" y="3881990"/>
                  </a:lnTo>
                  <a:lnTo>
                    <a:pt x="1631722" y="3881990"/>
                  </a:lnTo>
                  <a:lnTo>
                    <a:pt x="1631816" y="3881990"/>
                  </a:lnTo>
                  <a:lnTo>
                    <a:pt x="1631909" y="3881990"/>
                  </a:lnTo>
                  <a:lnTo>
                    <a:pt x="1632002" y="3881990"/>
                  </a:lnTo>
                  <a:lnTo>
                    <a:pt x="1632095" y="3881990"/>
                  </a:lnTo>
                  <a:lnTo>
                    <a:pt x="1632189" y="3881990"/>
                  </a:lnTo>
                  <a:lnTo>
                    <a:pt x="1632282" y="3881990"/>
                  </a:lnTo>
                  <a:lnTo>
                    <a:pt x="1632375" y="3881990"/>
                  </a:lnTo>
                  <a:lnTo>
                    <a:pt x="1632468" y="3881990"/>
                  </a:lnTo>
                  <a:lnTo>
                    <a:pt x="1632562" y="3881990"/>
                  </a:lnTo>
                  <a:lnTo>
                    <a:pt x="1632655" y="3881990"/>
                  </a:lnTo>
                  <a:lnTo>
                    <a:pt x="1632748" y="3881990"/>
                  </a:lnTo>
                  <a:lnTo>
                    <a:pt x="1632841" y="3881990"/>
                  </a:lnTo>
                  <a:lnTo>
                    <a:pt x="1632935" y="3881990"/>
                  </a:lnTo>
                  <a:lnTo>
                    <a:pt x="1633028" y="3881990"/>
                  </a:lnTo>
                  <a:lnTo>
                    <a:pt x="1633121" y="3881990"/>
                  </a:lnTo>
                  <a:lnTo>
                    <a:pt x="1633214" y="3881990"/>
                  </a:lnTo>
                  <a:lnTo>
                    <a:pt x="1633308" y="3881990"/>
                  </a:lnTo>
                  <a:lnTo>
                    <a:pt x="1633401" y="3881990"/>
                  </a:lnTo>
                  <a:lnTo>
                    <a:pt x="1633494" y="3881990"/>
                  </a:lnTo>
                  <a:lnTo>
                    <a:pt x="1633587" y="3881990"/>
                  </a:lnTo>
                  <a:lnTo>
                    <a:pt x="1633681" y="3881990"/>
                  </a:lnTo>
                  <a:lnTo>
                    <a:pt x="1633774" y="3881990"/>
                  </a:lnTo>
                  <a:lnTo>
                    <a:pt x="1633867" y="3881990"/>
                  </a:lnTo>
                  <a:lnTo>
                    <a:pt x="1633960" y="3881990"/>
                  </a:lnTo>
                  <a:lnTo>
                    <a:pt x="1634054" y="3881990"/>
                  </a:lnTo>
                  <a:lnTo>
                    <a:pt x="1634147" y="3881990"/>
                  </a:lnTo>
                  <a:lnTo>
                    <a:pt x="1634240" y="3881990"/>
                  </a:lnTo>
                  <a:lnTo>
                    <a:pt x="1634333" y="3881990"/>
                  </a:lnTo>
                  <a:lnTo>
                    <a:pt x="1634427" y="3881990"/>
                  </a:lnTo>
                  <a:lnTo>
                    <a:pt x="1634520" y="3881990"/>
                  </a:lnTo>
                  <a:lnTo>
                    <a:pt x="1634613" y="3881990"/>
                  </a:lnTo>
                  <a:lnTo>
                    <a:pt x="1634706" y="3881990"/>
                  </a:lnTo>
                  <a:lnTo>
                    <a:pt x="1634800" y="3881990"/>
                  </a:lnTo>
                  <a:lnTo>
                    <a:pt x="1634893" y="3881990"/>
                  </a:lnTo>
                  <a:lnTo>
                    <a:pt x="1634986" y="3881990"/>
                  </a:lnTo>
                  <a:lnTo>
                    <a:pt x="1635079" y="3881990"/>
                  </a:lnTo>
                  <a:lnTo>
                    <a:pt x="1635173" y="3881990"/>
                  </a:lnTo>
                  <a:lnTo>
                    <a:pt x="1635266" y="3881990"/>
                  </a:lnTo>
                  <a:lnTo>
                    <a:pt x="1635359" y="3881990"/>
                  </a:lnTo>
                  <a:lnTo>
                    <a:pt x="1635452" y="3881990"/>
                  </a:lnTo>
                  <a:lnTo>
                    <a:pt x="1635546" y="3881990"/>
                  </a:lnTo>
                  <a:lnTo>
                    <a:pt x="1635639" y="3881990"/>
                  </a:lnTo>
                  <a:lnTo>
                    <a:pt x="1635732" y="3881990"/>
                  </a:lnTo>
                  <a:lnTo>
                    <a:pt x="1635825" y="3881990"/>
                  </a:lnTo>
                  <a:lnTo>
                    <a:pt x="1635919" y="3881990"/>
                  </a:lnTo>
                  <a:lnTo>
                    <a:pt x="1636012" y="3881990"/>
                  </a:lnTo>
                  <a:lnTo>
                    <a:pt x="1636105" y="3881990"/>
                  </a:lnTo>
                  <a:lnTo>
                    <a:pt x="1636198" y="3881990"/>
                  </a:lnTo>
                  <a:lnTo>
                    <a:pt x="1636292" y="3881990"/>
                  </a:lnTo>
                  <a:lnTo>
                    <a:pt x="1636385" y="3881990"/>
                  </a:lnTo>
                  <a:lnTo>
                    <a:pt x="1636478" y="3881990"/>
                  </a:lnTo>
                  <a:lnTo>
                    <a:pt x="1636571" y="3881990"/>
                  </a:lnTo>
                  <a:lnTo>
                    <a:pt x="1636665" y="3881990"/>
                  </a:lnTo>
                  <a:lnTo>
                    <a:pt x="1636758" y="3881990"/>
                  </a:lnTo>
                  <a:lnTo>
                    <a:pt x="1636851" y="3881990"/>
                  </a:lnTo>
                  <a:lnTo>
                    <a:pt x="1636944" y="3881990"/>
                  </a:lnTo>
                  <a:lnTo>
                    <a:pt x="1637038" y="3881990"/>
                  </a:lnTo>
                  <a:lnTo>
                    <a:pt x="1637131" y="3881990"/>
                  </a:lnTo>
                  <a:lnTo>
                    <a:pt x="1637224" y="3881990"/>
                  </a:lnTo>
                  <a:lnTo>
                    <a:pt x="1637317" y="3881990"/>
                  </a:lnTo>
                  <a:lnTo>
                    <a:pt x="1637410" y="3881990"/>
                  </a:lnTo>
                  <a:lnTo>
                    <a:pt x="1637504" y="3881990"/>
                  </a:lnTo>
                  <a:lnTo>
                    <a:pt x="1637597" y="3881990"/>
                  </a:lnTo>
                  <a:lnTo>
                    <a:pt x="1637690" y="3881990"/>
                  </a:lnTo>
                  <a:lnTo>
                    <a:pt x="1637783" y="3881990"/>
                  </a:lnTo>
                  <a:lnTo>
                    <a:pt x="1637877" y="3881990"/>
                  </a:lnTo>
                  <a:lnTo>
                    <a:pt x="1637970" y="3881990"/>
                  </a:lnTo>
                  <a:lnTo>
                    <a:pt x="1638063" y="3881990"/>
                  </a:lnTo>
                  <a:lnTo>
                    <a:pt x="1638156" y="3881990"/>
                  </a:lnTo>
                  <a:lnTo>
                    <a:pt x="1638250" y="3881990"/>
                  </a:lnTo>
                  <a:lnTo>
                    <a:pt x="1638343" y="3881990"/>
                  </a:lnTo>
                  <a:lnTo>
                    <a:pt x="1638436" y="3881990"/>
                  </a:lnTo>
                  <a:lnTo>
                    <a:pt x="1638529" y="3881990"/>
                  </a:lnTo>
                  <a:lnTo>
                    <a:pt x="1638623" y="3881990"/>
                  </a:lnTo>
                  <a:lnTo>
                    <a:pt x="1638716" y="3881990"/>
                  </a:lnTo>
                  <a:lnTo>
                    <a:pt x="1638809" y="3881990"/>
                  </a:lnTo>
                  <a:lnTo>
                    <a:pt x="1638902" y="3881990"/>
                  </a:lnTo>
                  <a:lnTo>
                    <a:pt x="1638996" y="3881990"/>
                  </a:lnTo>
                  <a:lnTo>
                    <a:pt x="1639089" y="3881990"/>
                  </a:lnTo>
                  <a:lnTo>
                    <a:pt x="1639182" y="3881990"/>
                  </a:lnTo>
                  <a:lnTo>
                    <a:pt x="1639275" y="3881990"/>
                  </a:lnTo>
                  <a:lnTo>
                    <a:pt x="1639369" y="3881990"/>
                  </a:lnTo>
                  <a:lnTo>
                    <a:pt x="1639462" y="3881990"/>
                  </a:lnTo>
                  <a:lnTo>
                    <a:pt x="1639555" y="3881990"/>
                  </a:lnTo>
                  <a:lnTo>
                    <a:pt x="1639648" y="3881990"/>
                  </a:lnTo>
                  <a:lnTo>
                    <a:pt x="1639742" y="3881990"/>
                  </a:lnTo>
                  <a:lnTo>
                    <a:pt x="1639835" y="3881990"/>
                  </a:lnTo>
                  <a:lnTo>
                    <a:pt x="1639928" y="3881990"/>
                  </a:lnTo>
                  <a:lnTo>
                    <a:pt x="1640021" y="3881990"/>
                  </a:lnTo>
                  <a:lnTo>
                    <a:pt x="1640115" y="3881990"/>
                  </a:lnTo>
                  <a:lnTo>
                    <a:pt x="1640208" y="3881990"/>
                  </a:lnTo>
                  <a:lnTo>
                    <a:pt x="1640301" y="3881990"/>
                  </a:lnTo>
                  <a:lnTo>
                    <a:pt x="1640394" y="3881990"/>
                  </a:lnTo>
                  <a:lnTo>
                    <a:pt x="1640488" y="3881990"/>
                  </a:lnTo>
                  <a:lnTo>
                    <a:pt x="1640581" y="3881990"/>
                  </a:lnTo>
                  <a:lnTo>
                    <a:pt x="1640674" y="3881990"/>
                  </a:lnTo>
                  <a:lnTo>
                    <a:pt x="1640767" y="3881990"/>
                  </a:lnTo>
                  <a:lnTo>
                    <a:pt x="1640861" y="3881990"/>
                  </a:lnTo>
                  <a:lnTo>
                    <a:pt x="1640954" y="3881990"/>
                  </a:lnTo>
                  <a:lnTo>
                    <a:pt x="1641047" y="3881990"/>
                  </a:lnTo>
                  <a:lnTo>
                    <a:pt x="1641140" y="3881990"/>
                  </a:lnTo>
                  <a:lnTo>
                    <a:pt x="1641234" y="3881990"/>
                  </a:lnTo>
                  <a:lnTo>
                    <a:pt x="1641327" y="3881990"/>
                  </a:lnTo>
                  <a:lnTo>
                    <a:pt x="1641420" y="3881990"/>
                  </a:lnTo>
                  <a:lnTo>
                    <a:pt x="1641513" y="3881990"/>
                  </a:lnTo>
                  <a:lnTo>
                    <a:pt x="1641607" y="3881990"/>
                  </a:lnTo>
                  <a:lnTo>
                    <a:pt x="1641700" y="3881990"/>
                  </a:lnTo>
                  <a:lnTo>
                    <a:pt x="1641793" y="3881990"/>
                  </a:lnTo>
                  <a:lnTo>
                    <a:pt x="1641886" y="3881990"/>
                  </a:lnTo>
                  <a:lnTo>
                    <a:pt x="1641980" y="3881990"/>
                  </a:lnTo>
                  <a:lnTo>
                    <a:pt x="1642073" y="3881990"/>
                  </a:lnTo>
                  <a:lnTo>
                    <a:pt x="1642166" y="3881990"/>
                  </a:lnTo>
                  <a:lnTo>
                    <a:pt x="1642259" y="3881990"/>
                  </a:lnTo>
                  <a:lnTo>
                    <a:pt x="1642353" y="3881990"/>
                  </a:lnTo>
                  <a:lnTo>
                    <a:pt x="1642446" y="3881990"/>
                  </a:lnTo>
                  <a:lnTo>
                    <a:pt x="1642539" y="3881990"/>
                  </a:lnTo>
                  <a:lnTo>
                    <a:pt x="1642632" y="3881990"/>
                  </a:lnTo>
                  <a:lnTo>
                    <a:pt x="1642726" y="3881990"/>
                  </a:lnTo>
                  <a:lnTo>
                    <a:pt x="1642819" y="3881990"/>
                  </a:lnTo>
                  <a:lnTo>
                    <a:pt x="1642912" y="3881990"/>
                  </a:lnTo>
                  <a:lnTo>
                    <a:pt x="1643005" y="3881990"/>
                  </a:lnTo>
                  <a:lnTo>
                    <a:pt x="1643099" y="3881990"/>
                  </a:lnTo>
                  <a:lnTo>
                    <a:pt x="1643192" y="3881990"/>
                  </a:lnTo>
                  <a:lnTo>
                    <a:pt x="1643285" y="3881990"/>
                  </a:lnTo>
                  <a:lnTo>
                    <a:pt x="1643378" y="3881990"/>
                  </a:lnTo>
                  <a:lnTo>
                    <a:pt x="1643472" y="3881990"/>
                  </a:lnTo>
                  <a:lnTo>
                    <a:pt x="1643565" y="3881990"/>
                  </a:lnTo>
                  <a:lnTo>
                    <a:pt x="1643658" y="3881990"/>
                  </a:lnTo>
                  <a:lnTo>
                    <a:pt x="1643751" y="3881990"/>
                  </a:lnTo>
                  <a:lnTo>
                    <a:pt x="1643845" y="3881990"/>
                  </a:lnTo>
                  <a:lnTo>
                    <a:pt x="1643938" y="3881990"/>
                  </a:lnTo>
                  <a:lnTo>
                    <a:pt x="1644031" y="3881990"/>
                  </a:lnTo>
                  <a:lnTo>
                    <a:pt x="1644124" y="3881990"/>
                  </a:lnTo>
                  <a:lnTo>
                    <a:pt x="1644218" y="3881990"/>
                  </a:lnTo>
                  <a:lnTo>
                    <a:pt x="1644311" y="3881990"/>
                  </a:lnTo>
                  <a:lnTo>
                    <a:pt x="1644404" y="3881990"/>
                  </a:lnTo>
                  <a:lnTo>
                    <a:pt x="1644497" y="3881990"/>
                  </a:lnTo>
                  <a:lnTo>
                    <a:pt x="1644590" y="3881990"/>
                  </a:lnTo>
                  <a:lnTo>
                    <a:pt x="1644684" y="3881990"/>
                  </a:lnTo>
                  <a:lnTo>
                    <a:pt x="1644777" y="3881990"/>
                  </a:lnTo>
                  <a:lnTo>
                    <a:pt x="1644870" y="3881990"/>
                  </a:lnTo>
                  <a:lnTo>
                    <a:pt x="1644963" y="3881990"/>
                  </a:lnTo>
                  <a:lnTo>
                    <a:pt x="1645057" y="3881990"/>
                  </a:lnTo>
                  <a:lnTo>
                    <a:pt x="1645150" y="3881990"/>
                  </a:lnTo>
                  <a:lnTo>
                    <a:pt x="1645243" y="3881990"/>
                  </a:lnTo>
                  <a:lnTo>
                    <a:pt x="1645336" y="3881990"/>
                  </a:lnTo>
                  <a:lnTo>
                    <a:pt x="1645430" y="3881990"/>
                  </a:lnTo>
                  <a:lnTo>
                    <a:pt x="1645523" y="3881990"/>
                  </a:lnTo>
                  <a:lnTo>
                    <a:pt x="1645616" y="3881990"/>
                  </a:lnTo>
                  <a:lnTo>
                    <a:pt x="1645709" y="3881990"/>
                  </a:lnTo>
                  <a:lnTo>
                    <a:pt x="1645803" y="3881990"/>
                  </a:lnTo>
                  <a:lnTo>
                    <a:pt x="1645896" y="3881990"/>
                  </a:lnTo>
                  <a:lnTo>
                    <a:pt x="1645989" y="3881990"/>
                  </a:lnTo>
                  <a:lnTo>
                    <a:pt x="1646082" y="3881990"/>
                  </a:lnTo>
                  <a:lnTo>
                    <a:pt x="1646176" y="3881990"/>
                  </a:lnTo>
                  <a:lnTo>
                    <a:pt x="1646269" y="3881990"/>
                  </a:lnTo>
                  <a:lnTo>
                    <a:pt x="1646362" y="3881990"/>
                  </a:lnTo>
                  <a:lnTo>
                    <a:pt x="1646455" y="3881990"/>
                  </a:lnTo>
                  <a:lnTo>
                    <a:pt x="1646549" y="3881990"/>
                  </a:lnTo>
                  <a:lnTo>
                    <a:pt x="1646642" y="3881990"/>
                  </a:lnTo>
                  <a:lnTo>
                    <a:pt x="1646735" y="3881990"/>
                  </a:lnTo>
                  <a:lnTo>
                    <a:pt x="1646828" y="3881990"/>
                  </a:lnTo>
                  <a:lnTo>
                    <a:pt x="1646922" y="3881990"/>
                  </a:lnTo>
                  <a:lnTo>
                    <a:pt x="1647015" y="3881990"/>
                  </a:lnTo>
                  <a:lnTo>
                    <a:pt x="1647108" y="3881990"/>
                  </a:lnTo>
                  <a:lnTo>
                    <a:pt x="1647201" y="3881990"/>
                  </a:lnTo>
                  <a:lnTo>
                    <a:pt x="1647295" y="3881990"/>
                  </a:lnTo>
                  <a:lnTo>
                    <a:pt x="1647388" y="3881990"/>
                  </a:lnTo>
                  <a:lnTo>
                    <a:pt x="1647481" y="3881990"/>
                  </a:lnTo>
                  <a:lnTo>
                    <a:pt x="1647574" y="3881990"/>
                  </a:lnTo>
                  <a:lnTo>
                    <a:pt x="1647668" y="3881990"/>
                  </a:lnTo>
                  <a:lnTo>
                    <a:pt x="1647761" y="3881990"/>
                  </a:lnTo>
                  <a:lnTo>
                    <a:pt x="1647854" y="3881990"/>
                  </a:lnTo>
                  <a:lnTo>
                    <a:pt x="1647947" y="3881990"/>
                  </a:lnTo>
                  <a:lnTo>
                    <a:pt x="1648041" y="3881990"/>
                  </a:lnTo>
                  <a:lnTo>
                    <a:pt x="1648134" y="3881990"/>
                  </a:lnTo>
                  <a:lnTo>
                    <a:pt x="1648134" y="3872037"/>
                  </a:lnTo>
                  <a:lnTo>
                    <a:pt x="1648227" y="3872037"/>
                  </a:lnTo>
                  <a:lnTo>
                    <a:pt x="1648320" y="3872037"/>
                  </a:lnTo>
                  <a:lnTo>
                    <a:pt x="1648414" y="3872037"/>
                  </a:lnTo>
                  <a:lnTo>
                    <a:pt x="1648507" y="3872037"/>
                  </a:lnTo>
                  <a:lnTo>
                    <a:pt x="1648600" y="3872037"/>
                  </a:lnTo>
                  <a:lnTo>
                    <a:pt x="1648693" y="3872037"/>
                  </a:lnTo>
                  <a:lnTo>
                    <a:pt x="1648787" y="3872037"/>
                  </a:lnTo>
                  <a:lnTo>
                    <a:pt x="1648880" y="3872037"/>
                  </a:lnTo>
                  <a:lnTo>
                    <a:pt x="1648973" y="3872037"/>
                  </a:lnTo>
                  <a:lnTo>
                    <a:pt x="1649066" y="3872037"/>
                  </a:lnTo>
                  <a:lnTo>
                    <a:pt x="1649160" y="3872037"/>
                  </a:lnTo>
                  <a:lnTo>
                    <a:pt x="1649253" y="3872037"/>
                  </a:lnTo>
                  <a:lnTo>
                    <a:pt x="1649346" y="3872037"/>
                  </a:lnTo>
                  <a:lnTo>
                    <a:pt x="1649439" y="3872037"/>
                  </a:lnTo>
                  <a:lnTo>
                    <a:pt x="1649533" y="3872037"/>
                  </a:lnTo>
                  <a:lnTo>
                    <a:pt x="1649626" y="3872037"/>
                  </a:lnTo>
                  <a:lnTo>
                    <a:pt x="1649719" y="3872037"/>
                  </a:lnTo>
                  <a:lnTo>
                    <a:pt x="1649812" y="3872037"/>
                  </a:lnTo>
                  <a:lnTo>
                    <a:pt x="1649906" y="3872037"/>
                  </a:lnTo>
                  <a:lnTo>
                    <a:pt x="1649999" y="3872037"/>
                  </a:lnTo>
                  <a:lnTo>
                    <a:pt x="1650092" y="3872037"/>
                  </a:lnTo>
                  <a:lnTo>
                    <a:pt x="1650185" y="3872037"/>
                  </a:lnTo>
                  <a:lnTo>
                    <a:pt x="1650279" y="3872037"/>
                  </a:lnTo>
                  <a:lnTo>
                    <a:pt x="1650372" y="3872037"/>
                  </a:lnTo>
                  <a:lnTo>
                    <a:pt x="1650465" y="3872037"/>
                  </a:lnTo>
                  <a:lnTo>
                    <a:pt x="1650558" y="3872037"/>
                  </a:lnTo>
                  <a:lnTo>
                    <a:pt x="1650652" y="3872037"/>
                  </a:lnTo>
                  <a:lnTo>
                    <a:pt x="1650745" y="3872037"/>
                  </a:lnTo>
                  <a:lnTo>
                    <a:pt x="1650838" y="3872037"/>
                  </a:lnTo>
                  <a:lnTo>
                    <a:pt x="1650931" y="3872037"/>
                  </a:lnTo>
                  <a:lnTo>
                    <a:pt x="1651025" y="3872037"/>
                  </a:lnTo>
                  <a:lnTo>
                    <a:pt x="1651118" y="3872037"/>
                  </a:lnTo>
                  <a:lnTo>
                    <a:pt x="1651211" y="3872037"/>
                  </a:lnTo>
                  <a:lnTo>
                    <a:pt x="1651304" y="3872037"/>
                  </a:lnTo>
                  <a:lnTo>
                    <a:pt x="1651397" y="3872037"/>
                  </a:lnTo>
                  <a:lnTo>
                    <a:pt x="1651491" y="3872037"/>
                  </a:lnTo>
                  <a:lnTo>
                    <a:pt x="1651584" y="3872037"/>
                  </a:lnTo>
                  <a:lnTo>
                    <a:pt x="1651677" y="3872037"/>
                  </a:lnTo>
                  <a:lnTo>
                    <a:pt x="1651770" y="3872037"/>
                  </a:lnTo>
                  <a:lnTo>
                    <a:pt x="1651864" y="3872037"/>
                  </a:lnTo>
                  <a:lnTo>
                    <a:pt x="1651957" y="3872037"/>
                  </a:lnTo>
                  <a:lnTo>
                    <a:pt x="1652050" y="3872037"/>
                  </a:lnTo>
                  <a:lnTo>
                    <a:pt x="1652143" y="3872037"/>
                  </a:lnTo>
                  <a:lnTo>
                    <a:pt x="1652237" y="3872037"/>
                  </a:lnTo>
                  <a:lnTo>
                    <a:pt x="1652330" y="3872037"/>
                  </a:lnTo>
                  <a:lnTo>
                    <a:pt x="1652423" y="3872037"/>
                  </a:lnTo>
                  <a:lnTo>
                    <a:pt x="1652516" y="3872037"/>
                  </a:lnTo>
                  <a:lnTo>
                    <a:pt x="1652610" y="3872037"/>
                  </a:lnTo>
                  <a:lnTo>
                    <a:pt x="1652703" y="3872037"/>
                  </a:lnTo>
                  <a:lnTo>
                    <a:pt x="1652796" y="3872037"/>
                  </a:lnTo>
                  <a:lnTo>
                    <a:pt x="1652889" y="3872037"/>
                  </a:lnTo>
                  <a:lnTo>
                    <a:pt x="1652983" y="3872037"/>
                  </a:lnTo>
                  <a:lnTo>
                    <a:pt x="1653076" y="3872037"/>
                  </a:lnTo>
                  <a:lnTo>
                    <a:pt x="1653169" y="3872037"/>
                  </a:lnTo>
                  <a:lnTo>
                    <a:pt x="1653262" y="3872037"/>
                  </a:lnTo>
                  <a:lnTo>
                    <a:pt x="1653356" y="3872037"/>
                  </a:lnTo>
                  <a:lnTo>
                    <a:pt x="1653449" y="3872037"/>
                  </a:lnTo>
                  <a:lnTo>
                    <a:pt x="1653542" y="3872037"/>
                  </a:lnTo>
                  <a:lnTo>
                    <a:pt x="1653635" y="3872037"/>
                  </a:lnTo>
                  <a:lnTo>
                    <a:pt x="1653729" y="3872037"/>
                  </a:lnTo>
                  <a:lnTo>
                    <a:pt x="1653822" y="3872037"/>
                  </a:lnTo>
                  <a:lnTo>
                    <a:pt x="1653915" y="3872037"/>
                  </a:lnTo>
                  <a:lnTo>
                    <a:pt x="1654008" y="3872037"/>
                  </a:lnTo>
                  <a:lnTo>
                    <a:pt x="1654102" y="3872037"/>
                  </a:lnTo>
                  <a:lnTo>
                    <a:pt x="1654195" y="3872037"/>
                  </a:lnTo>
                  <a:lnTo>
                    <a:pt x="1654288" y="3872037"/>
                  </a:lnTo>
                  <a:lnTo>
                    <a:pt x="1654381" y="3872037"/>
                  </a:lnTo>
                  <a:lnTo>
                    <a:pt x="1654475" y="3872037"/>
                  </a:lnTo>
                  <a:lnTo>
                    <a:pt x="1654568" y="3872037"/>
                  </a:lnTo>
                  <a:lnTo>
                    <a:pt x="1654661" y="3872037"/>
                  </a:lnTo>
                  <a:lnTo>
                    <a:pt x="1654754" y="3872037"/>
                  </a:lnTo>
                  <a:lnTo>
                    <a:pt x="1654848" y="3872037"/>
                  </a:lnTo>
                  <a:lnTo>
                    <a:pt x="1654941" y="3872037"/>
                  </a:lnTo>
                  <a:lnTo>
                    <a:pt x="1655034" y="3872037"/>
                  </a:lnTo>
                  <a:lnTo>
                    <a:pt x="1655127" y="3872037"/>
                  </a:lnTo>
                  <a:lnTo>
                    <a:pt x="1655221" y="3872037"/>
                  </a:lnTo>
                  <a:lnTo>
                    <a:pt x="1655314" y="3872037"/>
                  </a:lnTo>
                  <a:lnTo>
                    <a:pt x="1655407" y="3872037"/>
                  </a:lnTo>
                  <a:lnTo>
                    <a:pt x="1655500" y="3872037"/>
                  </a:lnTo>
                  <a:lnTo>
                    <a:pt x="1655500" y="3862083"/>
                  </a:lnTo>
                  <a:lnTo>
                    <a:pt x="1655594" y="3862083"/>
                  </a:lnTo>
                  <a:lnTo>
                    <a:pt x="1655687" y="3862083"/>
                  </a:lnTo>
                  <a:lnTo>
                    <a:pt x="1655780" y="3862083"/>
                  </a:lnTo>
                  <a:lnTo>
                    <a:pt x="1655873" y="3862083"/>
                  </a:lnTo>
                  <a:lnTo>
                    <a:pt x="1655967" y="3862083"/>
                  </a:lnTo>
                  <a:lnTo>
                    <a:pt x="1656060" y="3862083"/>
                  </a:lnTo>
                  <a:lnTo>
                    <a:pt x="1656153" y="3862083"/>
                  </a:lnTo>
                  <a:lnTo>
                    <a:pt x="1656246" y="3862083"/>
                  </a:lnTo>
                  <a:lnTo>
                    <a:pt x="1656340" y="3862083"/>
                  </a:lnTo>
                  <a:lnTo>
                    <a:pt x="1656433" y="3862083"/>
                  </a:lnTo>
                  <a:lnTo>
                    <a:pt x="1656526" y="3862083"/>
                  </a:lnTo>
                  <a:lnTo>
                    <a:pt x="1656619" y="3862083"/>
                  </a:lnTo>
                  <a:lnTo>
                    <a:pt x="1656713" y="3862083"/>
                  </a:lnTo>
                  <a:lnTo>
                    <a:pt x="1656806" y="3862083"/>
                  </a:lnTo>
                  <a:lnTo>
                    <a:pt x="1656899" y="3862083"/>
                  </a:lnTo>
                  <a:lnTo>
                    <a:pt x="1656992" y="3862083"/>
                  </a:lnTo>
                  <a:lnTo>
                    <a:pt x="1657086" y="3862083"/>
                  </a:lnTo>
                  <a:lnTo>
                    <a:pt x="1657179" y="3862083"/>
                  </a:lnTo>
                  <a:lnTo>
                    <a:pt x="1657272" y="3862083"/>
                  </a:lnTo>
                  <a:lnTo>
                    <a:pt x="1657365" y="3862083"/>
                  </a:lnTo>
                  <a:lnTo>
                    <a:pt x="1657459" y="3862083"/>
                  </a:lnTo>
                  <a:lnTo>
                    <a:pt x="1657552" y="3862083"/>
                  </a:lnTo>
                  <a:lnTo>
                    <a:pt x="1657645" y="3862083"/>
                  </a:lnTo>
                  <a:lnTo>
                    <a:pt x="1657738" y="3862083"/>
                  </a:lnTo>
                  <a:lnTo>
                    <a:pt x="1657832" y="3862083"/>
                  </a:lnTo>
                  <a:lnTo>
                    <a:pt x="1657925" y="3862083"/>
                  </a:lnTo>
                  <a:lnTo>
                    <a:pt x="1658018" y="3862083"/>
                  </a:lnTo>
                  <a:lnTo>
                    <a:pt x="1658111" y="3862083"/>
                  </a:lnTo>
                  <a:lnTo>
                    <a:pt x="1658204" y="3862083"/>
                  </a:lnTo>
                  <a:lnTo>
                    <a:pt x="1658298" y="3862083"/>
                  </a:lnTo>
                  <a:lnTo>
                    <a:pt x="1658391" y="3862083"/>
                  </a:lnTo>
                  <a:lnTo>
                    <a:pt x="1658484" y="3862083"/>
                  </a:lnTo>
                  <a:lnTo>
                    <a:pt x="1658577" y="3862083"/>
                  </a:lnTo>
                  <a:lnTo>
                    <a:pt x="1658671" y="3862083"/>
                  </a:lnTo>
                  <a:lnTo>
                    <a:pt x="1658764" y="3862083"/>
                  </a:lnTo>
                  <a:lnTo>
                    <a:pt x="1658857" y="3862083"/>
                  </a:lnTo>
                  <a:lnTo>
                    <a:pt x="1658950" y="3862083"/>
                  </a:lnTo>
                  <a:lnTo>
                    <a:pt x="1659044" y="3862083"/>
                  </a:lnTo>
                  <a:lnTo>
                    <a:pt x="1659044" y="3852129"/>
                  </a:lnTo>
                  <a:lnTo>
                    <a:pt x="1659137" y="3852129"/>
                  </a:lnTo>
                  <a:lnTo>
                    <a:pt x="1659230" y="3852129"/>
                  </a:lnTo>
                  <a:lnTo>
                    <a:pt x="1659323" y="3852129"/>
                  </a:lnTo>
                  <a:lnTo>
                    <a:pt x="1659417" y="3852129"/>
                  </a:lnTo>
                  <a:lnTo>
                    <a:pt x="1659510" y="3852129"/>
                  </a:lnTo>
                  <a:lnTo>
                    <a:pt x="1659603" y="3852129"/>
                  </a:lnTo>
                  <a:lnTo>
                    <a:pt x="1659696" y="3852129"/>
                  </a:lnTo>
                  <a:lnTo>
                    <a:pt x="1659696" y="3842175"/>
                  </a:lnTo>
                  <a:lnTo>
                    <a:pt x="1659790" y="3842175"/>
                  </a:lnTo>
                  <a:lnTo>
                    <a:pt x="1659883" y="3842175"/>
                  </a:lnTo>
                  <a:lnTo>
                    <a:pt x="1659976" y="3842175"/>
                  </a:lnTo>
                  <a:lnTo>
                    <a:pt x="1660069" y="3842175"/>
                  </a:lnTo>
                  <a:lnTo>
                    <a:pt x="1660163" y="3842175"/>
                  </a:lnTo>
                  <a:lnTo>
                    <a:pt x="1660256" y="3842175"/>
                  </a:lnTo>
                  <a:lnTo>
                    <a:pt x="1660349" y="3842175"/>
                  </a:lnTo>
                  <a:lnTo>
                    <a:pt x="1660442" y="3842175"/>
                  </a:lnTo>
                  <a:lnTo>
                    <a:pt x="1660536" y="3842175"/>
                  </a:lnTo>
                  <a:lnTo>
                    <a:pt x="1660629" y="3842175"/>
                  </a:lnTo>
                  <a:lnTo>
                    <a:pt x="1660722" y="3842175"/>
                  </a:lnTo>
                  <a:lnTo>
                    <a:pt x="1660815" y="3842175"/>
                  </a:lnTo>
                  <a:lnTo>
                    <a:pt x="1660909" y="3842175"/>
                  </a:lnTo>
                  <a:lnTo>
                    <a:pt x="1661002" y="3842175"/>
                  </a:lnTo>
                  <a:lnTo>
                    <a:pt x="1661095" y="3842175"/>
                  </a:lnTo>
                  <a:lnTo>
                    <a:pt x="1661188" y="3842175"/>
                  </a:lnTo>
                  <a:lnTo>
                    <a:pt x="1661282" y="3842175"/>
                  </a:lnTo>
                  <a:lnTo>
                    <a:pt x="1661375" y="3842175"/>
                  </a:lnTo>
                  <a:lnTo>
                    <a:pt x="1661468" y="3842175"/>
                  </a:lnTo>
                  <a:lnTo>
                    <a:pt x="1661561" y="3842175"/>
                  </a:lnTo>
                  <a:lnTo>
                    <a:pt x="1661655" y="3842175"/>
                  </a:lnTo>
                  <a:lnTo>
                    <a:pt x="1661748" y="3842175"/>
                  </a:lnTo>
                  <a:lnTo>
                    <a:pt x="1661841" y="3842175"/>
                  </a:lnTo>
                  <a:lnTo>
                    <a:pt x="1661934" y="3842175"/>
                  </a:lnTo>
                  <a:lnTo>
                    <a:pt x="1662028" y="3842175"/>
                  </a:lnTo>
                  <a:lnTo>
                    <a:pt x="1662121" y="3842175"/>
                  </a:lnTo>
                  <a:lnTo>
                    <a:pt x="1662214" y="3842175"/>
                  </a:lnTo>
                  <a:lnTo>
                    <a:pt x="1662307" y="3842175"/>
                  </a:lnTo>
                  <a:lnTo>
                    <a:pt x="1662401" y="3842175"/>
                  </a:lnTo>
                  <a:lnTo>
                    <a:pt x="1662494" y="3842175"/>
                  </a:lnTo>
                  <a:lnTo>
                    <a:pt x="1662587" y="3842175"/>
                  </a:lnTo>
                  <a:lnTo>
                    <a:pt x="1662680" y="3842175"/>
                  </a:lnTo>
                  <a:lnTo>
                    <a:pt x="1662774" y="3842175"/>
                  </a:lnTo>
                  <a:lnTo>
                    <a:pt x="1662867" y="3842175"/>
                  </a:lnTo>
                  <a:lnTo>
                    <a:pt x="1662960" y="3842175"/>
                  </a:lnTo>
                  <a:lnTo>
                    <a:pt x="1663053" y="3842175"/>
                  </a:lnTo>
                  <a:lnTo>
                    <a:pt x="1663147" y="3842175"/>
                  </a:lnTo>
                  <a:lnTo>
                    <a:pt x="1663240" y="3842175"/>
                  </a:lnTo>
                  <a:lnTo>
                    <a:pt x="1663333" y="3842175"/>
                  </a:lnTo>
                  <a:lnTo>
                    <a:pt x="1663426" y="3842175"/>
                  </a:lnTo>
                  <a:lnTo>
                    <a:pt x="1663520" y="3842175"/>
                  </a:lnTo>
                  <a:lnTo>
                    <a:pt x="1663613" y="3842175"/>
                  </a:lnTo>
                  <a:lnTo>
                    <a:pt x="1663706" y="3842175"/>
                  </a:lnTo>
                  <a:lnTo>
                    <a:pt x="1663799" y="3842175"/>
                  </a:lnTo>
                  <a:lnTo>
                    <a:pt x="1663893" y="3842175"/>
                  </a:lnTo>
                  <a:lnTo>
                    <a:pt x="1663986" y="3842175"/>
                  </a:lnTo>
                  <a:lnTo>
                    <a:pt x="1664079" y="3842175"/>
                  </a:lnTo>
                  <a:lnTo>
                    <a:pt x="1664172" y="3842175"/>
                  </a:lnTo>
                  <a:lnTo>
                    <a:pt x="1664266" y="3842175"/>
                  </a:lnTo>
                  <a:lnTo>
                    <a:pt x="1664359" y="3842175"/>
                  </a:lnTo>
                  <a:lnTo>
                    <a:pt x="1664452" y="3842175"/>
                  </a:lnTo>
                  <a:lnTo>
                    <a:pt x="1664545" y="3842175"/>
                  </a:lnTo>
                  <a:lnTo>
                    <a:pt x="1664639" y="3842175"/>
                  </a:lnTo>
                  <a:lnTo>
                    <a:pt x="1664732" y="3842175"/>
                  </a:lnTo>
                  <a:lnTo>
                    <a:pt x="1664825" y="3842175"/>
                  </a:lnTo>
                  <a:lnTo>
                    <a:pt x="1664918" y="3842175"/>
                  </a:lnTo>
                  <a:lnTo>
                    <a:pt x="1665012" y="3842175"/>
                  </a:lnTo>
                  <a:lnTo>
                    <a:pt x="1665105" y="3842175"/>
                  </a:lnTo>
                  <a:lnTo>
                    <a:pt x="1665198" y="3842175"/>
                  </a:lnTo>
                  <a:lnTo>
                    <a:pt x="1665291" y="3842175"/>
                  </a:lnTo>
                  <a:lnTo>
                    <a:pt x="1665384" y="3842175"/>
                  </a:lnTo>
                  <a:lnTo>
                    <a:pt x="1665478" y="3842175"/>
                  </a:lnTo>
                  <a:lnTo>
                    <a:pt x="1665571" y="3842175"/>
                  </a:lnTo>
                  <a:lnTo>
                    <a:pt x="1665664" y="3842175"/>
                  </a:lnTo>
                  <a:lnTo>
                    <a:pt x="1665757" y="3842175"/>
                  </a:lnTo>
                  <a:lnTo>
                    <a:pt x="1665851" y="3842175"/>
                  </a:lnTo>
                  <a:lnTo>
                    <a:pt x="1665944" y="3842175"/>
                  </a:lnTo>
                  <a:lnTo>
                    <a:pt x="1666037" y="3842175"/>
                  </a:lnTo>
                  <a:lnTo>
                    <a:pt x="1666130" y="3842175"/>
                  </a:lnTo>
                  <a:lnTo>
                    <a:pt x="1666224" y="3842175"/>
                  </a:lnTo>
                  <a:lnTo>
                    <a:pt x="1666317" y="3842175"/>
                  </a:lnTo>
                  <a:lnTo>
                    <a:pt x="1666410" y="3842175"/>
                  </a:lnTo>
                  <a:lnTo>
                    <a:pt x="1666503" y="3842175"/>
                  </a:lnTo>
                  <a:lnTo>
                    <a:pt x="1666597" y="3842175"/>
                  </a:lnTo>
                  <a:lnTo>
                    <a:pt x="1666690" y="3842175"/>
                  </a:lnTo>
                  <a:lnTo>
                    <a:pt x="1666783" y="3842175"/>
                  </a:lnTo>
                  <a:lnTo>
                    <a:pt x="1666876" y="3842175"/>
                  </a:lnTo>
                  <a:lnTo>
                    <a:pt x="1666970" y="3842175"/>
                  </a:lnTo>
                  <a:lnTo>
                    <a:pt x="1667063" y="3842175"/>
                  </a:lnTo>
                  <a:lnTo>
                    <a:pt x="1667156" y="3842175"/>
                  </a:lnTo>
                  <a:lnTo>
                    <a:pt x="1667249" y="3842175"/>
                  </a:lnTo>
                  <a:lnTo>
                    <a:pt x="1667343" y="3842175"/>
                  </a:lnTo>
                  <a:lnTo>
                    <a:pt x="1667436" y="3842175"/>
                  </a:lnTo>
                  <a:lnTo>
                    <a:pt x="1667529" y="3842175"/>
                  </a:lnTo>
                  <a:lnTo>
                    <a:pt x="1667622" y="3842175"/>
                  </a:lnTo>
                  <a:lnTo>
                    <a:pt x="1667716" y="3842175"/>
                  </a:lnTo>
                  <a:lnTo>
                    <a:pt x="1667809" y="3842175"/>
                  </a:lnTo>
                  <a:lnTo>
                    <a:pt x="1667902" y="3842175"/>
                  </a:lnTo>
                  <a:lnTo>
                    <a:pt x="1667995" y="3842175"/>
                  </a:lnTo>
                  <a:lnTo>
                    <a:pt x="1668089" y="3842175"/>
                  </a:lnTo>
                  <a:lnTo>
                    <a:pt x="1668182" y="3842175"/>
                  </a:lnTo>
                  <a:lnTo>
                    <a:pt x="1668275" y="3842175"/>
                  </a:lnTo>
                  <a:lnTo>
                    <a:pt x="1668368" y="3842175"/>
                  </a:lnTo>
                  <a:lnTo>
                    <a:pt x="1668462" y="3842175"/>
                  </a:lnTo>
                  <a:lnTo>
                    <a:pt x="1668555" y="3842175"/>
                  </a:lnTo>
                  <a:lnTo>
                    <a:pt x="1668648" y="3842175"/>
                  </a:lnTo>
                  <a:lnTo>
                    <a:pt x="1668741" y="3842175"/>
                  </a:lnTo>
                  <a:lnTo>
                    <a:pt x="1668835" y="3842175"/>
                  </a:lnTo>
                  <a:lnTo>
                    <a:pt x="1668928" y="3842175"/>
                  </a:lnTo>
                  <a:lnTo>
                    <a:pt x="1669021" y="3842175"/>
                  </a:lnTo>
                  <a:lnTo>
                    <a:pt x="1669114" y="3842175"/>
                  </a:lnTo>
                  <a:lnTo>
                    <a:pt x="1669208" y="3842175"/>
                  </a:lnTo>
                  <a:lnTo>
                    <a:pt x="1669301" y="3842175"/>
                  </a:lnTo>
                  <a:lnTo>
                    <a:pt x="1669394" y="3842175"/>
                  </a:lnTo>
                  <a:lnTo>
                    <a:pt x="1669487" y="3842175"/>
                  </a:lnTo>
                  <a:lnTo>
                    <a:pt x="1669581" y="3842175"/>
                  </a:lnTo>
                  <a:lnTo>
                    <a:pt x="1669674" y="3842175"/>
                  </a:lnTo>
                  <a:lnTo>
                    <a:pt x="1669767" y="3842175"/>
                  </a:lnTo>
                  <a:lnTo>
                    <a:pt x="1669860" y="3842175"/>
                  </a:lnTo>
                  <a:lnTo>
                    <a:pt x="1669954" y="3842175"/>
                  </a:lnTo>
                  <a:lnTo>
                    <a:pt x="1670047" y="3842175"/>
                  </a:lnTo>
                  <a:lnTo>
                    <a:pt x="1670140" y="3842175"/>
                  </a:lnTo>
                  <a:lnTo>
                    <a:pt x="1670233" y="3842175"/>
                  </a:lnTo>
                  <a:lnTo>
                    <a:pt x="1670327" y="3842175"/>
                  </a:lnTo>
                  <a:lnTo>
                    <a:pt x="1670420" y="3842175"/>
                  </a:lnTo>
                  <a:lnTo>
                    <a:pt x="1670513" y="3842175"/>
                  </a:lnTo>
                  <a:lnTo>
                    <a:pt x="1670606" y="3842175"/>
                  </a:lnTo>
                  <a:lnTo>
                    <a:pt x="1670700" y="3842175"/>
                  </a:lnTo>
                  <a:lnTo>
                    <a:pt x="1670793" y="3842175"/>
                  </a:lnTo>
                  <a:lnTo>
                    <a:pt x="1670886" y="3842175"/>
                  </a:lnTo>
                  <a:lnTo>
                    <a:pt x="1670979" y="3842175"/>
                  </a:lnTo>
                  <a:lnTo>
                    <a:pt x="1671073" y="3842175"/>
                  </a:lnTo>
                  <a:lnTo>
                    <a:pt x="1671166" y="3842175"/>
                  </a:lnTo>
                  <a:lnTo>
                    <a:pt x="1671259" y="3842175"/>
                  </a:lnTo>
                  <a:lnTo>
                    <a:pt x="1671352" y="3842175"/>
                  </a:lnTo>
                  <a:lnTo>
                    <a:pt x="1671446" y="3842175"/>
                  </a:lnTo>
                  <a:lnTo>
                    <a:pt x="1671539" y="3842175"/>
                  </a:lnTo>
                  <a:lnTo>
                    <a:pt x="1671632" y="3842175"/>
                  </a:lnTo>
                  <a:lnTo>
                    <a:pt x="1671725" y="3842175"/>
                  </a:lnTo>
                  <a:lnTo>
                    <a:pt x="1671819" y="3842175"/>
                  </a:lnTo>
                  <a:lnTo>
                    <a:pt x="1671912" y="3842175"/>
                  </a:lnTo>
                  <a:lnTo>
                    <a:pt x="1672005" y="3842175"/>
                  </a:lnTo>
                  <a:lnTo>
                    <a:pt x="1672098" y="3842175"/>
                  </a:lnTo>
                  <a:lnTo>
                    <a:pt x="1672191" y="3842175"/>
                  </a:lnTo>
                  <a:lnTo>
                    <a:pt x="1672285" y="3842175"/>
                  </a:lnTo>
                  <a:lnTo>
                    <a:pt x="1672378" y="3842175"/>
                  </a:lnTo>
                  <a:lnTo>
                    <a:pt x="1672471" y="3842175"/>
                  </a:lnTo>
                  <a:lnTo>
                    <a:pt x="1672564" y="3842175"/>
                  </a:lnTo>
                  <a:lnTo>
                    <a:pt x="1672658" y="3842175"/>
                  </a:lnTo>
                  <a:lnTo>
                    <a:pt x="1672751" y="3842175"/>
                  </a:lnTo>
                  <a:lnTo>
                    <a:pt x="1672844" y="3842175"/>
                  </a:lnTo>
                  <a:lnTo>
                    <a:pt x="1672937" y="3842175"/>
                  </a:lnTo>
                  <a:lnTo>
                    <a:pt x="1673031" y="3842175"/>
                  </a:lnTo>
                  <a:lnTo>
                    <a:pt x="1673124" y="3842175"/>
                  </a:lnTo>
                  <a:lnTo>
                    <a:pt x="1673217" y="3842175"/>
                  </a:lnTo>
                  <a:lnTo>
                    <a:pt x="1673310" y="3842175"/>
                  </a:lnTo>
                  <a:lnTo>
                    <a:pt x="1673404" y="3842175"/>
                  </a:lnTo>
                  <a:lnTo>
                    <a:pt x="1673497" y="3842175"/>
                  </a:lnTo>
                  <a:lnTo>
                    <a:pt x="1673590" y="3842175"/>
                  </a:lnTo>
                  <a:lnTo>
                    <a:pt x="1673683" y="3842175"/>
                  </a:lnTo>
                  <a:lnTo>
                    <a:pt x="1673777" y="3842175"/>
                  </a:lnTo>
                  <a:lnTo>
                    <a:pt x="1673870" y="3842175"/>
                  </a:lnTo>
                  <a:lnTo>
                    <a:pt x="1673963" y="3842175"/>
                  </a:lnTo>
                  <a:lnTo>
                    <a:pt x="1674056" y="3842175"/>
                  </a:lnTo>
                  <a:lnTo>
                    <a:pt x="1674150" y="3842175"/>
                  </a:lnTo>
                  <a:lnTo>
                    <a:pt x="1674243" y="3842175"/>
                  </a:lnTo>
                  <a:lnTo>
                    <a:pt x="1674336" y="3842175"/>
                  </a:lnTo>
                  <a:lnTo>
                    <a:pt x="1674429" y="3842175"/>
                  </a:lnTo>
                  <a:lnTo>
                    <a:pt x="1674523" y="3842175"/>
                  </a:lnTo>
                  <a:lnTo>
                    <a:pt x="1674616" y="3842175"/>
                  </a:lnTo>
                  <a:lnTo>
                    <a:pt x="1674709" y="3842175"/>
                  </a:lnTo>
                  <a:lnTo>
                    <a:pt x="1674802" y="3842175"/>
                  </a:lnTo>
                  <a:lnTo>
                    <a:pt x="1674896" y="3842175"/>
                  </a:lnTo>
                  <a:lnTo>
                    <a:pt x="1674989" y="3842175"/>
                  </a:lnTo>
                  <a:lnTo>
                    <a:pt x="1675082" y="3842175"/>
                  </a:lnTo>
                  <a:lnTo>
                    <a:pt x="1675175" y="3842175"/>
                  </a:lnTo>
                  <a:lnTo>
                    <a:pt x="1675269" y="3842175"/>
                  </a:lnTo>
                  <a:lnTo>
                    <a:pt x="1675362" y="3842175"/>
                  </a:lnTo>
                  <a:lnTo>
                    <a:pt x="1675455" y="3842175"/>
                  </a:lnTo>
                  <a:lnTo>
                    <a:pt x="1675548" y="3842175"/>
                  </a:lnTo>
                  <a:lnTo>
                    <a:pt x="1675642" y="3842175"/>
                  </a:lnTo>
                  <a:lnTo>
                    <a:pt x="1675735" y="3842175"/>
                  </a:lnTo>
                  <a:lnTo>
                    <a:pt x="1675828" y="3842175"/>
                  </a:lnTo>
                  <a:lnTo>
                    <a:pt x="1675921" y="3842175"/>
                  </a:lnTo>
                  <a:lnTo>
                    <a:pt x="1676015" y="3842175"/>
                  </a:lnTo>
                  <a:lnTo>
                    <a:pt x="1676108" y="3842175"/>
                  </a:lnTo>
                  <a:lnTo>
                    <a:pt x="1676201" y="3842175"/>
                  </a:lnTo>
                  <a:lnTo>
                    <a:pt x="1676294" y="3842175"/>
                  </a:lnTo>
                  <a:lnTo>
                    <a:pt x="1676388" y="3842175"/>
                  </a:lnTo>
                  <a:lnTo>
                    <a:pt x="1676481" y="3842175"/>
                  </a:lnTo>
                  <a:lnTo>
                    <a:pt x="1676574" y="3842175"/>
                  </a:lnTo>
                  <a:lnTo>
                    <a:pt x="1676667" y="3842175"/>
                  </a:lnTo>
                  <a:lnTo>
                    <a:pt x="1676761" y="3842175"/>
                  </a:lnTo>
                  <a:lnTo>
                    <a:pt x="1676854" y="3842175"/>
                  </a:lnTo>
                  <a:lnTo>
                    <a:pt x="1676947" y="3842175"/>
                  </a:lnTo>
                  <a:lnTo>
                    <a:pt x="1677040" y="3842175"/>
                  </a:lnTo>
                  <a:lnTo>
                    <a:pt x="1677134" y="3842175"/>
                  </a:lnTo>
                  <a:lnTo>
                    <a:pt x="1677227" y="3842175"/>
                  </a:lnTo>
                  <a:lnTo>
                    <a:pt x="1677320" y="3842175"/>
                  </a:lnTo>
                  <a:lnTo>
                    <a:pt x="1677413" y="3842175"/>
                  </a:lnTo>
                  <a:lnTo>
                    <a:pt x="1677507" y="3842175"/>
                  </a:lnTo>
                  <a:lnTo>
                    <a:pt x="1677600" y="3842175"/>
                  </a:lnTo>
                  <a:lnTo>
                    <a:pt x="1677693" y="3842175"/>
                  </a:lnTo>
                  <a:lnTo>
                    <a:pt x="1677786" y="3842175"/>
                  </a:lnTo>
                  <a:lnTo>
                    <a:pt x="1677880" y="3842175"/>
                  </a:lnTo>
                  <a:lnTo>
                    <a:pt x="1677973" y="3842175"/>
                  </a:lnTo>
                  <a:lnTo>
                    <a:pt x="1678066" y="3842175"/>
                  </a:lnTo>
                  <a:lnTo>
                    <a:pt x="1678159" y="3842175"/>
                  </a:lnTo>
                  <a:lnTo>
                    <a:pt x="1678253" y="3842175"/>
                  </a:lnTo>
                  <a:lnTo>
                    <a:pt x="1678346" y="3842175"/>
                  </a:lnTo>
                  <a:lnTo>
                    <a:pt x="1678346" y="3832221"/>
                  </a:lnTo>
                  <a:lnTo>
                    <a:pt x="1678439" y="3832221"/>
                  </a:lnTo>
                  <a:lnTo>
                    <a:pt x="1678532" y="3832221"/>
                  </a:lnTo>
                  <a:lnTo>
                    <a:pt x="1678626" y="3832221"/>
                  </a:lnTo>
                  <a:lnTo>
                    <a:pt x="1678719" y="3832221"/>
                  </a:lnTo>
                  <a:lnTo>
                    <a:pt x="1678812" y="3832221"/>
                  </a:lnTo>
                  <a:lnTo>
                    <a:pt x="1678905" y="3832221"/>
                  </a:lnTo>
                  <a:lnTo>
                    <a:pt x="1678998" y="3832221"/>
                  </a:lnTo>
                  <a:lnTo>
                    <a:pt x="1679092" y="3832221"/>
                  </a:lnTo>
                  <a:lnTo>
                    <a:pt x="1679185" y="3832221"/>
                  </a:lnTo>
                  <a:lnTo>
                    <a:pt x="1679278" y="3832221"/>
                  </a:lnTo>
                  <a:lnTo>
                    <a:pt x="1679371" y="3832221"/>
                  </a:lnTo>
                  <a:lnTo>
                    <a:pt x="1679465" y="3832221"/>
                  </a:lnTo>
                  <a:lnTo>
                    <a:pt x="1679558" y="3832221"/>
                  </a:lnTo>
                  <a:lnTo>
                    <a:pt x="1679651" y="3832221"/>
                  </a:lnTo>
                  <a:lnTo>
                    <a:pt x="1679744" y="3832221"/>
                  </a:lnTo>
                  <a:lnTo>
                    <a:pt x="1679838" y="3832221"/>
                  </a:lnTo>
                  <a:lnTo>
                    <a:pt x="1679931" y="3832221"/>
                  </a:lnTo>
                  <a:lnTo>
                    <a:pt x="1680024" y="3832221"/>
                  </a:lnTo>
                  <a:lnTo>
                    <a:pt x="1680117" y="3832221"/>
                  </a:lnTo>
                  <a:lnTo>
                    <a:pt x="1680211" y="3832221"/>
                  </a:lnTo>
                  <a:lnTo>
                    <a:pt x="1680304" y="3832221"/>
                  </a:lnTo>
                  <a:lnTo>
                    <a:pt x="1680397" y="3832221"/>
                  </a:lnTo>
                  <a:lnTo>
                    <a:pt x="1680490" y="3832221"/>
                  </a:lnTo>
                  <a:lnTo>
                    <a:pt x="1680584" y="3832221"/>
                  </a:lnTo>
                  <a:lnTo>
                    <a:pt x="1680677" y="3832221"/>
                  </a:lnTo>
                  <a:lnTo>
                    <a:pt x="1680770" y="3832221"/>
                  </a:lnTo>
                  <a:lnTo>
                    <a:pt x="1680863" y="3832221"/>
                  </a:lnTo>
                  <a:lnTo>
                    <a:pt x="1680957" y="3832221"/>
                  </a:lnTo>
                  <a:lnTo>
                    <a:pt x="1681050" y="3832221"/>
                  </a:lnTo>
                  <a:lnTo>
                    <a:pt x="1681143" y="3832221"/>
                  </a:lnTo>
                  <a:lnTo>
                    <a:pt x="1681236" y="3832221"/>
                  </a:lnTo>
                  <a:lnTo>
                    <a:pt x="1681330" y="3832221"/>
                  </a:lnTo>
                  <a:lnTo>
                    <a:pt x="1681423" y="3832221"/>
                  </a:lnTo>
                  <a:lnTo>
                    <a:pt x="1681516" y="3832221"/>
                  </a:lnTo>
                  <a:lnTo>
                    <a:pt x="1681609" y="3832221"/>
                  </a:lnTo>
                  <a:lnTo>
                    <a:pt x="1681703" y="3832221"/>
                  </a:lnTo>
                  <a:lnTo>
                    <a:pt x="1681796" y="3832221"/>
                  </a:lnTo>
                  <a:lnTo>
                    <a:pt x="1681889" y="3832221"/>
                  </a:lnTo>
                  <a:lnTo>
                    <a:pt x="1681982" y="3832221"/>
                  </a:lnTo>
                  <a:lnTo>
                    <a:pt x="1682076" y="3832221"/>
                  </a:lnTo>
                  <a:lnTo>
                    <a:pt x="1682169" y="3832221"/>
                  </a:lnTo>
                  <a:lnTo>
                    <a:pt x="1682262" y="3832221"/>
                  </a:lnTo>
                  <a:lnTo>
                    <a:pt x="1682355" y="3832221"/>
                  </a:lnTo>
                  <a:lnTo>
                    <a:pt x="1682449" y="3832221"/>
                  </a:lnTo>
                  <a:lnTo>
                    <a:pt x="1682542" y="3832221"/>
                  </a:lnTo>
                  <a:lnTo>
                    <a:pt x="1682635" y="3832221"/>
                  </a:lnTo>
                  <a:lnTo>
                    <a:pt x="1682728" y="3832221"/>
                  </a:lnTo>
                  <a:lnTo>
                    <a:pt x="1682822" y="3832221"/>
                  </a:lnTo>
                  <a:lnTo>
                    <a:pt x="1682915" y="3832221"/>
                  </a:lnTo>
                  <a:lnTo>
                    <a:pt x="1683008" y="3832221"/>
                  </a:lnTo>
                  <a:lnTo>
                    <a:pt x="1683101" y="3832221"/>
                  </a:lnTo>
                  <a:lnTo>
                    <a:pt x="1683195" y="3832221"/>
                  </a:lnTo>
                  <a:lnTo>
                    <a:pt x="1683288" y="3832221"/>
                  </a:lnTo>
                  <a:lnTo>
                    <a:pt x="1683381" y="3832221"/>
                  </a:lnTo>
                  <a:lnTo>
                    <a:pt x="1683474" y="3832221"/>
                  </a:lnTo>
                  <a:lnTo>
                    <a:pt x="1683568" y="3832221"/>
                  </a:lnTo>
                  <a:lnTo>
                    <a:pt x="1683661" y="3832221"/>
                  </a:lnTo>
                  <a:lnTo>
                    <a:pt x="1683754" y="3832221"/>
                  </a:lnTo>
                  <a:lnTo>
                    <a:pt x="1683847" y="3832221"/>
                  </a:lnTo>
                  <a:lnTo>
                    <a:pt x="1683941" y="3832221"/>
                  </a:lnTo>
                  <a:lnTo>
                    <a:pt x="1684034" y="3832221"/>
                  </a:lnTo>
                  <a:lnTo>
                    <a:pt x="1684127" y="3832221"/>
                  </a:lnTo>
                  <a:lnTo>
                    <a:pt x="1684220" y="3832221"/>
                  </a:lnTo>
                  <a:lnTo>
                    <a:pt x="1684314" y="3832221"/>
                  </a:lnTo>
                  <a:lnTo>
                    <a:pt x="1684407" y="3832221"/>
                  </a:lnTo>
                  <a:lnTo>
                    <a:pt x="1684500" y="3832221"/>
                  </a:lnTo>
                  <a:lnTo>
                    <a:pt x="1684593" y="3832221"/>
                  </a:lnTo>
                  <a:lnTo>
                    <a:pt x="1684687" y="3832221"/>
                  </a:lnTo>
                  <a:lnTo>
                    <a:pt x="1684780" y="3832221"/>
                  </a:lnTo>
                  <a:lnTo>
                    <a:pt x="1684873" y="3832221"/>
                  </a:lnTo>
                  <a:lnTo>
                    <a:pt x="1684966" y="3832221"/>
                  </a:lnTo>
                  <a:lnTo>
                    <a:pt x="1685060" y="3832221"/>
                  </a:lnTo>
                  <a:lnTo>
                    <a:pt x="1685153" y="3832221"/>
                  </a:lnTo>
                  <a:lnTo>
                    <a:pt x="1685246" y="3832221"/>
                  </a:lnTo>
                  <a:lnTo>
                    <a:pt x="1685339" y="3832221"/>
                  </a:lnTo>
                  <a:lnTo>
                    <a:pt x="1685433" y="3832221"/>
                  </a:lnTo>
                  <a:lnTo>
                    <a:pt x="1685526" y="3832221"/>
                  </a:lnTo>
                  <a:lnTo>
                    <a:pt x="1685619" y="3832221"/>
                  </a:lnTo>
                  <a:lnTo>
                    <a:pt x="1685712" y="3832221"/>
                  </a:lnTo>
                  <a:lnTo>
                    <a:pt x="1685806" y="3832221"/>
                  </a:lnTo>
                  <a:lnTo>
                    <a:pt x="1685899" y="3832221"/>
                  </a:lnTo>
                  <a:lnTo>
                    <a:pt x="1685992" y="3832221"/>
                  </a:lnTo>
                  <a:lnTo>
                    <a:pt x="1686085" y="3832221"/>
                  </a:lnTo>
                  <a:lnTo>
                    <a:pt x="1686178" y="3832221"/>
                  </a:lnTo>
                  <a:lnTo>
                    <a:pt x="1686272" y="3832221"/>
                  </a:lnTo>
                  <a:lnTo>
                    <a:pt x="1686365" y="3832221"/>
                  </a:lnTo>
                  <a:lnTo>
                    <a:pt x="1686458" y="3832221"/>
                  </a:lnTo>
                  <a:lnTo>
                    <a:pt x="1686551" y="3832221"/>
                  </a:lnTo>
                  <a:lnTo>
                    <a:pt x="1686645" y="3832221"/>
                  </a:lnTo>
                  <a:lnTo>
                    <a:pt x="1686738" y="3832221"/>
                  </a:lnTo>
                  <a:lnTo>
                    <a:pt x="1686831" y="3832221"/>
                  </a:lnTo>
                  <a:lnTo>
                    <a:pt x="1686831" y="3822267"/>
                  </a:lnTo>
                  <a:lnTo>
                    <a:pt x="1686924" y="3822267"/>
                  </a:lnTo>
                  <a:lnTo>
                    <a:pt x="1687018" y="3822267"/>
                  </a:lnTo>
                  <a:lnTo>
                    <a:pt x="1687111" y="3822267"/>
                  </a:lnTo>
                  <a:lnTo>
                    <a:pt x="1687204" y="3822267"/>
                  </a:lnTo>
                  <a:lnTo>
                    <a:pt x="1687297" y="3822267"/>
                  </a:lnTo>
                  <a:lnTo>
                    <a:pt x="1687391" y="3822267"/>
                  </a:lnTo>
                  <a:lnTo>
                    <a:pt x="1687484" y="3822267"/>
                  </a:lnTo>
                  <a:lnTo>
                    <a:pt x="1687577" y="3822267"/>
                  </a:lnTo>
                  <a:lnTo>
                    <a:pt x="1687670" y="3822267"/>
                  </a:lnTo>
                  <a:lnTo>
                    <a:pt x="1687764" y="3822267"/>
                  </a:lnTo>
                  <a:lnTo>
                    <a:pt x="1687857" y="3822267"/>
                  </a:lnTo>
                  <a:lnTo>
                    <a:pt x="1687950" y="3822267"/>
                  </a:lnTo>
                  <a:lnTo>
                    <a:pt x="1688043" y="3822267"/>
                  </a:lnTo>
                  <a:lnTo>
                    <a:pt x="1688137" y="3822267"/>
                  </a:lnTo>
                  <a:lnTo>
                    <a:pt x="1688230" y="3822267"/>
                  </a:lnTo>
                  <a:lnTo>
                    <a:pt x="1688323" y="3822267"/>
                  </a:lnTo>
                  <a:lnTo>
                    <a:pt x="1688416" y="3822267"/>
                  </a:lnTo>
                  <a:lnTo>
                    <a:pt x="1688510" y="3822267"/>
                  </a:lnTo>
                  <a:lnTo>
                    <a:pt x="1688603" y="3822267"/>
                  </a:lnTo>
                  <a:lnTo>
                    <a:pt x="1688696" y="3822267"/>
                  </a:lnTo>
                  <a:lnTo>
                    <a:pt x="1688789" y="3822267"/>
                  </a:lnTo>
                  <a:lnTo>
                    <a:pt x="1688883" y="3822267"/>
                  </a:lnTo>
                  <a:lnTo>
                    <a:pt x="1688976" y="3822267"/>
                  </a:lnTo>
                  <a:lnTo>
                    <a:pt x="1689069" y="3822267"/>
                  </a:lnTo>
                  <a:lnTo>
                    <a:pt x="1689162" y="3822267"/>
                  </a:lnTo>
                  <a:lnTo>
                    <a:pt x="1689256" y="3822267"/>
                  </a:lnTo>
                  <a:lnTo>
                    <a:pt x="1689349" y="3822267"/>
                  </a:lnTo>
                  <a:lnTo>
                    <a:pt x="1689442" y="3822267"/>
                  </a:lnTo>
                  <a:lnTo>
                    <a:pt x="1689535" y="3822267"/>
                  </a:lnTo>
                  <a:lnTo>
                    <a:pt x="1689629" y="3822267"/>
                  </a:lnTo>
                  <a:lnTo>
                    <a:pt x="1689629" y="3812314"/>
                  </a:lnTo>
                  <a:lnTo>
                    <a:pt x="1689722" y="3812314"/>
                  </a:lnTo>
                  <a:lnTo>
                    <a:pt x="1689815" y="3812314"/>
                  </a:lnTo>
                  <a:lnTo>
                    <a:pt x="1689908" y="3812314"/>
                  </a:lnTo>
                  <a:lnTo>
                    <a:pt x="1690002" y="3812314"/>
                  </a:lnTo>
                  <a:lnTo>
                    <a:pt x="1690095" y="3812314"/>
                  </a:lnTo>
                  <a:lnTo>
                    <a:pt x="1690188" y="3812314"/>
                  </a:lnTo>
                  <a:lnTo>
                    <a:pt x="1690281" y="3812314"/>
                  </a:lnTo>
                  <a:lnTo>
                    <a:pt x="1690375" y="3812314"/>
                  </a:lnTo>
                  <a:lnTo>
                    <a:pt x="1690468" y="3812314"/>
                  </a:lnTo>
                  <a:lnTo>
                    <a:pt x="1690561" y="3812314"/>
                  </a:lnTo>
                  <a:lnTo>
                    <a:pt x="1690654" y="3812314"/>
                  </a:lnTo>
                  <a:lnTo>
                    <a:pt x="1690748" y="3812314"/>
                  </a:lnTo>
                  <a:lnTo>
                    <a:pt x="1690841" y="3812314"/>
                  </a:lnTo>
                  <a:lnTo>
                    <a:pt x="1690934" y="3812314"/>
                  </a:lnTo>
                  <a:lnTo>
                    <a:pt x="1691027" y="3812314"/>
                  </a:lnTo>
                  <a:lnTo>
                    <a:pt x="1691121" y="3812314"/>
                  </a:lnTo>
                  <a:lnTo>
                    <a:pt x="1691214" y="3812314"/>
                  </a:lnTo>
                  <a:lnTo>
                    <a:pt x="1691307" y="3812314"/>
                  </a:lnTo>
                  <a:lnTo>
                    <a:pt x="1691400" y="3812314"/>
                  </a:lnTo>
                  <a:lnTo>
                    <a:pt x="1691494" y="3812314"/>
                  </a:lnTo>
                  <a:lnTo>
                    <a:pt x="1691587" y="3812314"/>
                  </a:lnTo>
                  <a:lnTo>
                    <a:pt x="1691680" y="3812314"/>
                  </a:lnTo>
                  <a:lnTo>
                    <a:pt x="1691773" y="3812314"/>
                  </a:lnTo>
                  <a:lnTo>
                    <a:pt x="1691867" y="3812314"/>
                  </a:lnTo>
                  <a:lnTo>
                    <a:pt x="1691960" y="3812314"/>
                  </a:lnTo>
                  <a:lnTo>
                    <a:pt x="1691960" y="3802360"/>
                  </a:lnTo>
                  <a:lnTo>
                    <a:pt x="1692053" y="3802360"/>
                  </a:lnTo>
                  <a:lnTo>
                    <a:pt x="1692146" y="3802360"/>
                  </a:lnTo>
                  <a:lnTo>
                    <a:pt x="1692240" y="3802360"/>
                  </a:lnTo>
                  <a:lnTo>
                    <a:pt x="1692333" y="3802360"/>
                  </a:lnTo>
                  <a:lnTo>
                    <a:pt x="1692426" y="3802360"/>
                  </a:lnTo>
                  <a:lnTo>
                    <a:pt x="1692519" y="3802360"/>
                  </a:lnTo>
                  <a:lnTo>
                    <a:pt x="1692613" y="3802360"/>
                  </a:lnTo>
                  <a:lnTo>
                    <a:pt x="1692706" y="3802360"/>
                  </a:lnTo>
                  <a:lnTo>
                    <a:pt x="1692799" y="3802360"/>
                  </a:lnTo>
                  <a:lnTo>
                    <a:pt x="1692892" y="3802360"/>
                  </a:lnTo>
                  <a:lnTo>
                    <a:pt x="1692985" y="3802360"/>
                  </a:lnTo>
                  <a:lnTo>
                    <a:pt x="1693079" y="3802360"/>
                  </a:lnTo>
                  <a:lnTo>
                    <a:pt x="1693172" y="3802360"/>
                  </a:lnTo>
                  <a:lnTo>
                    <a:pt x="1693265" y="3802360"/>
                  </a:lnTo>
                  <a:lnTo>
                    <a:pt x="1693358" y="3802360"/>
                  </a:lnTo>
                  <a:lnTo>
                    <a:pt x="1693452" y="3802360"/>
                  </a:lnTo>
                  <a:lnTo>
                    <a:pt x="1693545" y="3802360"/>
                  </a:lnTo>
                  <a:lnTo>
                    <a:pt x="1693638" y="3802360"/>
                  </a:lnTo>
                  <a:lnTo>
                    <a:pt x="1693638" y="3792406"/>
                  </a:lnTo>
                  <a:lnTo>
                    <a:pt x="1693731" y="3792406"/>
                  </a:lnTo>
                  <a:lnTo>
                    <a:pt x="1693825" y="3792406"/>
                  </a:lnTo>
                  <a:lnTo>
                    <a:pt x="1693918" y="3792406"/>
                  </a:lnTo>
                  <a:lnTo>
                    <a:pt x="1694011" y="3792406"/>
                  </a:lnTo>
                  <a:lnTo>
                    <a:pt x="1694104" y="3792406"/>
                  </a:lnTo>
                  <a:lnTo>
                    <a:pt x="1694198" y="3792406"/>
                  </a:lnTo>
                  <a:lnTo>
                    <a:pt x="1694291" y="3792406"/>
                  </a:lnTo>
                  <a:lnTo>
                    <a:pt x="1694384" y="3792406"/>
                  </a:lnTo>
                  <a:lnTo>
                    <a:pt x="1694477" y="3792406"/>
                  </a:lnTo>
                  <a:lnTo>
                    <a:pt x="1694571" y="3792406"/>
                  </a:lnTo>
                  <a:lnTo>
                    <a:pt x="1694664" y="3792406"/>
                  </a:lnTo>
                  <a:lnTo>
                    <a:pt x="1694757" y="3792406"/>
                  </a:lnTo>
                  <a:lnTo>
                    <a:pt x="1694850" y="3792406"/>
                  </a:lnTo>
                  <a:lnTo>
                    <a:pt x="1694944" y="3792406"/>
                  </a:lnTo>
                  <a:lnTo>
                    <a:pt x="1695037" y="3792406"/>
                  </a:lnTo>
                  <a:lnTo>
                    <a:pt x="1695130" y="3792406"/>
                  </a:lnTo>
                  <a:lnTo>
                    <a:pt x="1695223" y="3792406"/>
                  </a:lnTo>
                  <a:lnTo>
                    <a:pt x="1695317" y="3792406"/>
                  </a:lnTo>
                  <a:lnTo>
                    <a:pt x="1695410" y="3792406"/>
                  </a:lnTo>
                  <a:lnTo>
                    <a:pt x="1695503" y="3792406"/>
                  </a:lnTo>
                  <a:lnTo>
                    <a:pt x="1695596" y="3792406"/>
                  </a:lnTo>
                  <a:lnTo>
                    <a:pt x="1695690" y="3792406"/>
                  </a:lnTo>
                  <a:lnTo>
                    <a:pt x="1695783" y="3792406"/>
                  </a:lnTo>
                  <a:lnTo>
                    <a:pt x="1695876" y="3792406"/>
                  </a:lnTo>
                  <a:lnTo>
                    <a:pt x="1695969" y="3792406"/>
                  </a:lnTo>
                  <a:lnTo>
                    <a:pt x="1696063" y="3792406"/>
                  </a:lnTo>
                  <a:lnTo>
                    <a:pt x="1696156" y="3792406"/>
                  </a:lnTo>
                  <a:lnTo>
                    <a:pt x="1696249" y="3792406"/>
                  </a:lnTo>
                  <a:lnTo>
                    <a:pt x="1696342" y="3792406"/>
                  </a:lnTo>
                  <a:lnTo>
                    <a:pt x="1696436" y="3792406"/>
                  </a:lnTo>
                  <a:lnTo>
                    <a:pt x="1696529" y="3792406"/>
                  </a:lnTo>
                  <a:lnTo>
                    <a:pt x="1696622" y="3792406"/>
                  </a:lnTo>
                  <a:lnTo>
                    <a:pt x="1696715" y="3792406"/>
                  </a:lnTo>
                  <a:lnTo>
                    <a:pt x="1696809" y="3792406"/>
                  </a:lnTo>
                  <a:lnTo>
                    <a:pt x="1696902" y="3792406"/>
                  </a:lnTo>
                  <a:lnTo>
                    <a:pt x="1696995" y="3792406"/>
                  </a:lnTo>
                  <a:lnTo>
                    <a:pt x="1697088" y="3792406"/>
                  </a:lnTo>
                  <a:lnTo>
                    <a:pt x="1697182" y="3792406"/>
                  </a:lnTo>
                  <a:lnTo>
                    <a:pt x="1697275" y="3792406"/>
                  </a:lnTo>
                  <a:lnTo>
                    <a:pt x="1697368" y="3792406"/>
                  </a:lnTo>
                  <a:lnTo>
                    <a:pt x="1697461" y="3792406"/>
                  </a:lnTo>
                  <a:lnTo>
                    <a:pt x="1697555" y="3792406"/>
                  </a:lnTo>
                  <a:lnTo>
                    <a:pt x="1697648" y="3792406"/>
                  </a:lnTo>
                  <a:lnTo>
                    <a:pt x="1697741" y="3792406"/>
                  </a:lnTo>
                  <a:lnTo>
                    <a:pt x="1697834" y="3792406"/>
                  </a:lnTo>
                  <a:lnTo>
                    <a:pt x="1697928" y="3792406"/>
                  </a:lnTo>
                  <a:lnTo>
                    <a:pt x="1698021" y="3792406"/>
                  </a:lnTo>
                  <a:lnTo>
                    <a:pt x="1698114" y="3792406"/>
                  </a:lnTo>
                  <a:lnTo>
                    <a:pt x="1698207" y="3792406"/>
                  </a:lnTo>
                  <a:lnTo>
                    <a:pt x="1698301" y="3792406"/>
                  </a:lnTo>
                  <a:lnTo>
                    <a:pt x="1698394" y="3792406"/>
                  </a:lnTo>
                  <a:lnTo>
                    <a:pt x="1698487" y="3792406"/>
                  </a:lnTo>
                  <a:lnTo>
                    <a:pt x="1698580" y="3792406"/>
                  </a:lnTo>
                  <a:lnTo>
                    <a:pt x="1698674" y="3792406"/>
                  </a:lnTo>
                  <a:lnTo>
                    <a:pt x="1698767" y="3792406"/>
                  </a:lnTo>
                  <a:lnTo>
                    <a:pt x="1698860" y="3792406"/>
                  </a:lnTo>
                  <a:lnTo>
                    <a:pt x="1698953" y="3792406"/>
                  </a:lnTo>
                  <a:lnTo>
                    <a:pt x="1699047" y="3792406"/>
                  </a:lnTo>
                  <a:lnTo>
                    <a:pt x="1699140" y="3792406"/>
                  </a:lnTo>
                  <a:lnTo>
                    <a:pt x="1699233" y="3792406"/>
                  </a:lnTo>
                  <a:lnTo>
                    <a:pt x="1699326" y="3792406"/>
                  </a:lnTo>
                  <a:lnTo>
                    <a:pt x="1699420" y="3792406"/>
                  </a:lnTo>
                  <a:lnTo>
                    <a:pt x="1699513" y="3792406"/>
                  </a:lnTo>
                  <a:lnTo>
                    <a:pt x="1699606" y="3792406"/>
                  </a:lnTo>
                  <a:lnTo>
                    <a:pt x="1699699" y="3792406"/>
                  </a:lnTo>
                  <a:lnTo>
                    <a:pt x="1699792" y="3792406"/>
                  </a:lnTo>
                  <a:lnTo>
                    <a:pt x="1699886" y="3792406"/>
                  </a:lnTo>
                  <a:lnTo>
                    <a:pt x="1699979" y="3792406"/>
                  </a:lnTo>
                  <a:lnTo>
                    <a:pt x="1700072" y="3792406"/>
                  </a:lnTo>
                  <a:lnTo>
                    <a:pt x="1700165" y="3792406"/>
                  </a:lnTo>
                  <a:lnTo>
                    <a:pt x="1700259" y="3792406"/>
                  </a:lnTo>
                  <a:lnTo>
                    <a:pt x="1700352" y="3792406"/>
                  </a:lnTo>
                  <a:lnTo>
                    <a:pt x="1700445" y="3792406"/>
                  </a:lnTo>
                  <a:lnTo>
                    <a:pt x="1700538" y="3792406"/>
                  </a:lnTo>
                  <a:lnTo>
                    <a:pt x="1700632" y="3792406"/>
                  </a:lnTo>
                  <a:lnTo>
                    <a:pt x="1700725" y="3792406"/>
                  </a:lnTo>
                  <a:lnTo>
                    <a:pt x="1700818" y="3792406"/>
                  </a:lnTo>
                  <a:lnTo>
                    <a:pt x="1700911" y="3792406"/>
                  </a:lnTo>
                  <a:lnTo>
                    <a:pt x="1701005" y="3792406"/>
                  </a:lnTo>
                  <a:lnTo>
                    <a:pt x="1701098" y="3792406"/>
                  </a:lnTo>
                  <a:lnTo>
                    <a:pt x="1701191" y="3792406"/>
                  </a:lnTo>
                  <a:lnTo>
                    <a:pt x="1701284" y="3792406"/>
                  </a:lnTo>
                  <a:lnTo>
                    <a:pt x="1701378" y="3792406"/>
                  </a:lnTo>
                  <a:lnTo>
                    <a:pt x="1701471" y="3792406"/>
                  </a:lnTo>
                  <a:lnTo>
                    <a:pt x="1701564" y="3792406"/>
                  </a:lnTo>
                  <a:lnTo>
                    <a:pt x="1701564" y="3782452"/>
                  </a:lnTo>
                  <a:lnTo>
                    <a:pt x="1701657" y="3782452"/>
                  </a:lnTo>
                  <a:lnTo>
                    <a:pt x="1701751" y="3782452"/>
                  </a:lnTo>
                  <a:lnTo>
                    <a:pt x="1701844" y="3782452"/>
                  </a:lnTo>
                  <a:lnTo>
                    <a:pt x="1701937" y="3782452"/>
                  </a:lnTo>
                  <a:lnTo>
                    <a:pt x="1702030" y="3782452"/>
                  </a:lnTo>
                  <a:lnTo>
                    <a:pt x="1702124" y="3782452"/>
                  </a:lnTo>
                  <a:lnTo>
                    <a:pt x="1702217" y="3782452"/>
                  </a:lnTo>
                  <a:lnTo>
                    <a:pt x="1702310" y="3782452"/>
                  </a:lnTo>
                  <a:lnTo>
                    <a:pt x="1702403" y="3782452"/>
                  </a:lnTo>
                  <a:lnTo>
                    <a:pt x="1702497" y="3782452"/>
                  </a:lnTo>
                  <a:lnTo>
                    <a:pt x="1702590" y="3782452"/>
                  </a:lnTo>
                  <a:lnTo>
                    <a:pt x="1702683" y="3782452"/>
                  </a:lnTo>
                  <a:lnTo>
                    <a:pt x="1702776" y="3782452"/>
                  </a:lnTo>
                  <a:lnTo>
                    <a:pt x="1702870" y="3782452"/>
                  </a:lnTo>
                  <a:lnTo>
                    <a:pt x="1702963" y="3782452"/>
                  </a:lnTo>
                  <a:lnTo>
                    <a:pt x="1703056" y="3782452"/>
                  </a:lnTo>
                  <a:lnTo>
                    <a:pt x="1703149" y="3782452"/>
                  </a:lnTo>
                  <a:lnTo>
                    <a:pt x="1703243" y="3782452"/>
                  </a:lnTo>
                  <a:lnTo>
                    <a:pt x="1703336" y="3782452"/>
                  </a:lnTo>
                  <a:lnTo>
                    <a:pt x="1703429" y="3782452"/>
                  </a:lnTo>
                  <a:lnTo>
                    <a:pt x="1703522" y="3782452"/>
                  </a:lnTo>
                  <a:lnTo>
                    <a:pt x="1703616" y="3782452"/>
                  </a:lnTo>
                  <a:lnTo>
                    <a:pt x="1703709" y="3782452"/>
                  </a:lnTo>
                  <a:lnTo>
                    <a:pt x="1703802" y="3782452"/>
                  </a:lnTo>
                  <a:lnTo>
                    <a:pt x="1703895" y="3782452"/>
                  </a:lnTo>
                  <a:lnTo>
                    <a:pt x="1703989" y="3782452"/>
                  </a:lnTo>
                  <a:lnTo>
                    <a:pt x="1704082" y="3782452"/>
                  </a:lnTo>
                  <a:lnTo>
                    <a:pt x="1704175" y="3782452"/>
                  </a:lnTo>
                  <a:lnTo>
                    <a:pt x="1704268" y="3782452"/>
                  </a:lnTo>
                  <a:lnTo>
                    <a:pt x="1704362" y="3782452"/>
                  </a:lnTo>
                  <a:lnTo>
                    <a:pt x="1704455" y="3782452"/>
                  </a:lnTo>
                  <a:lnTo>
                    <a:pt x="1704548" y="3782452"/>
                  </a:lnTo>
                  <a:lnTo>
                    <a:pt x="1704641" y="3782452"/>
                  </a:lnTo>
                  <a:lnTo>
                    <a:pt x="1704735" y="3782452"/>
                  </a:lnTo>
                  <a:lnTo>
                    <a:pt x="1704828" y="3782452"/>
                  </a:lnTo>
                  <a:lnTo>
                    <a:pt x="1704921" y="3782452"/>
                  </a:lnTo>
                  <a:lnTo>
                    <a:pt x="1705014" y="3782452"/>
                  </a:lnTo>
                  <a:lnTo>
                    <a:pt x="1705108" y="3782452"/>
                  </a:lnTo>
                  <a:lnTo>
                    <a:pt x="1705201" y="3782452"/>
                  </a:lnTo>
                  <a:lnTo>
                    <a:pt x="1705294" y="3782452"/>
                  </a:lnTo>
                  <a:lnTo>
                    <a:pt x="1705387" y="3782452"/>
                  </a:lnTo>
                  <a:lnTo>
                    <a:pt x="1705481" y="3782452"/>
                  </a:lnTo>
                  <a:lnTo>
                    <a:pt x="1705574" y="3782452"/>
                  </a:lnTo>
                  <a:lnTo>
                    <a:pt x="1705667" y="3782452"/>
                  </a:lnTo>
                  <a:lnTo>
                    <a:pt x="1705760" y="3782452"/>
                  </a:lnTo>
                  <a:lnTo>
                    <a:pt x="1705854" y="3782452"/>
                  </a:lnTo>
                  <a:lnTo>
                    <a:pt x="1705947" y="3782452"/>
                  </a:lnTo>
                  <a:lnTo>
                    <a:pt x="1706040" y="3782452"/>
                  </a:lnTo>
                  <a:lnTo>
                    <a:pt x="1706133" y="3782452"/>
                  </a:lnTo>
                  <a:lnTo>
                    <a:pt x="1706227" y="3782452"/>
                  </a:lnTo>
                  <a:lnTo>
                    <a:pt x="1706320" y="3782452"/>
                  </a:lnTo>
                  <a:lnTo>
                    <a:pt x="1706413" y="3782452"/>
                  </a:lnTo>
                  <a:lnTo>
                    <a:pt x="1706506" y="3782452"/>
                  </a:lnTo>
                  <a:lnTo>
                    <a:pt x="1706600" y="3782452"/>
                  </a:lnTo>
                  <a:lnTo>
                    <a:pt x="1706693" y="3782452"/>
                  </a:lnTo>
                  <a:lnTo>
                    <a:pt x="1706786" y="3782452"/>
                  </a:lnTo>
                  <a:lnTo>
                    <a:pt x="1706879" y="3782452"/>
                  </a:lnTo>
                  <a:lnTo>
                    <a:pt x="1706972" y="3782452"/>
                  </a:lnTo>
                  <a:lnTo>
                    <a:pt x="1707066" y="3782452"/>
                  </a:lnTo>
                  <a:lnTo>
                    <a:pt x="1707159" y="3782452"/>
                  </a:lnTo>
                  <a:lnTo>
                    <a:pt x="1707252" y="3782452"/>
                  </a:lnTo>
                  <a:lnTo>
                    <a:pt x="1707345" y="3782452"/>
                  </a:lnTo>
                  <a:lnTo>
                    <a:pt x="1707439" y="3782452"/>
                  </a:lnTo>
                  <a:lnTo>
                    <a:pt x="1707532" y="3782452"/>
                  </a:lnTo>
                  <a:lnTo>
                    <a:pt x="1707625" y="3782452"/>
                  </a:lnTo>
                  <a:lnTo>
                    <a:pt x="1707718" y="3782452"/>
                  </a:lnTo>
                  <a:lnTo>
                    <a:pt x="1707812" y="3782452"/>
                  </a:lnTo>
                  <a:lnTo>
                    <a:pt x="1707905" y="3782452"/>
                  </a:lnTo>
                  <a:lnTo>
                    <a:pt x="1707998" y="3782452"/>
                  </a:lnTo>
                  <a:lnTo>
                    <a:pt x="1708091" y="3782452"/>
                  </a:lnTo>
                  <a:lnTo>
                    <a:pt x="1708185" y="3782452"/>
                  </a:lnTo>
                  <a:lnTo>
                    <a:pt x="1708278" y="3782452"/>
                  </a:lnTo>
                  <a:lnTo>
                    <a:pt x="1708371" y="3782452"/>
                  </a:lnTo>
                  <a:lnTo>
                    <a:pt x="1708464" y="3782452"/>
                  </a:lnTo>
                  <a:lnTo>
                    <a:pt x="1708558" y="3782452"/>
                  </a:lnTo>
                  <a:lnTo>
                    <a:pt x="1708651" y="3782452"/>
                  </a:lnTo>
                  <a:lnTo>
                    <a:pt x="1708744" y="3782452"/>
                  </a:lnTo>
                  <a:lnTo>
                    <a:pt x="1708837" y="3782452"/>
                  </a:lnTo>
                  <a:lnTo>
                    <a:pt x="1708931" y="3782452"/>
                  </a:lnTo>
                  <a:lnTo>
                    <a:pt x="1709024" y="3782452"/>
                  </a:lnTo>
                  <a:lnTo>
                    <a:pt x="1709117" y="3782452"/>
                  </a:lnTo>
                  <a:lnTo>
                    <a:pt x="1709210" y="3782452"/>
                  </a:lnTo>
                  <a:lnTo>
                    <a:pt x="1709304" y="3782452"/>
                  </a:lnTo>
                  <a:lnTo>
                    <a:pt x="1709397" y="3782452"/>
                  </a:lnTo>
                  <a:lnTo>
                    <a:pt x="1709490" y="3782452"/>
                  </a:lnTo>
                  <a:lnTo>
                    <a:pt x="1709583" y="3782452"/>
                  </a:lnTo>
                  <a:lnTo>
                    <a:pt x="1709677" y="3782452"/>
                  </a:lnTo>
                  <a:lnTo>
                    <a:pt x="1709770" y="3782452"/>
                  </a:lnTo>
                  <a:lnTo>
                    <a:pt x="1709863" y="3782452"/>
                  </a:lnTo>
                  <a:lnTo>
                    <a:pt x="1709956" y="3782452"/>
                  </a:lnTo>
                  <a:lnTo>
                    <a:pt x="1710050" y="3782452"/>
                  </a:lnTo>
                  <a:lnTo>
                    <a:pt x="1710143" y="3782452"/>
                  </a:lnTo>
                  <a:lnTo>
                    <a:pt x="1710236" y="3782452"/>
                  </a:lnTo>
                  <a:lnTo>
                    <a:pt x="1710329" y="3782452"/>
                  </a:lnTo>
                  <a:lnTo>
                    <a:pt x="1710423" y="3782452"/>
                  </a:lnTo>
                  <a:lnTo>
                    <a:pt x="1710516" y="3782452"/>
                  </a:lnTo>
                  <a:lnTo>
                    <a:pt x="1710609" y="3782452"/>
                  </a:lnTo>
                  <a:lnTo>
                    <a:pt x="1710702" y="3782452"/>
                  </a:lnTo>
                  <a:lnTo>
                    <a:pt x="1710796" y="3782452"/>
                  </a:lnTo>
                  <a:lnTo>
                    <a:pt x="1710796" y="3772498"/>
                  </a:lnTo>
                  <a:lnTo>
                    <a:pt x="1710889" y="3772498"/>
                  </a:lnTo>
                  <a:lnTo>
                    <a:pt x="1710982" y="3772498"/>
                  </a:lnTo>
                  <a:lnTo>
                    <a:pt x="1711075" y="3772498"/>
                  </a:lnTo>
                  <a:lnTo>
                    <a:pt x="1711169" y="3772498"/>
                  </a:lnTo>
                  <a:lnTo>
                    <a:pt x="1711262" y="3772498"/>
                  </a:lnTo>
                  <a:lnTo>
                    <a:pt x="1711355" y="3772498"/>
                  </a:lnTo>
                  <a:lnTo>
                    <a:pt x="1711448" y="3772498"/>
                  </a:lnTo>
                  <a:lnTo>
                    <a:pt x="1711542" y="3772498"/>
                  </a:lnTo>
                  <a:lnTo>
                    <a:pt x="1711635" y="3772498"/>
                  </a:lnTo>
                  <a:lnTo>
                    <a:pt x="1711728" y="3772498"/>
                  </a:lnTo>
                  <a:lnTo>
                    <a:pt x="1711821" y="3772498"/>
                  </a:lnTo>
                  <a:lnTo>
                    <a:pt x="1711915" y="3772498"/>
                  </a:lnTo>
                  <a:lnTo>
                    <a:pt x="1712008" y="3772498"/>
                  </a:lnTo>
                  <a:lnTo>
                    <a:pt x="1712101" y="3772498"/>
                  </a:lnTo>
                  <a:lnTo>
                    <a:pt x="1712194" y="3772498"/>
                  </a:lnTo>
                  <a:lnTo>
                    <a:pt x="1712288" y="3772498"/>
                  </a:lnTo>
                  <a:lnTo>
                    <a:pt x="1712381" y="3772498"/>
                  </a:lnTo>
                  <a:lnTo>
                    <a:pt x="1712474" y="3772498"/>
                  </a:lnTo>
                  <a:lnTo>
                    <a:pt x="1712567" y="3772498"/>
                  </a:lnTo>
                  <a:lnTo>
                    <a:pt x="1712661" y="3772498"/>
                  </a:lnTo>
                  <a:lnTo>
                    <a:pt x="1712754" y="3772498"/>
                  </a:lnTo>
                  <a:lnTo>
                    <a:pt x="1712847" y="3772498"/>
                  </a:lnTo>
                  <a:lnTo>
                    <a:pt x="1712940" y="3772498"/>
                  </a:lnTo>
                  <a:lnTo>
                    <a:pt x="1713034" y="3772498"/>
                  </a:lnTo>
                  <a:lnTo>
                    <a:pt x="1713127" y="3772498"/>
                  </a:lnTo>
                  <a:lnTo>
                    <a:pt x="1713220" y="3772498"/>
                  </a:lnTo>
                  <a:lnTo>
                    <a:pt x="1713313" y="3772498"/>
                  </a:lnTo>
                  <a:lnTo>
                    <a:pt x="1713407" y="3772498"/>
                  </a:lnTo>
                  <a:lnTo>
                    <a:pt x="1713500" y="3772498"/>
                  </a:lnTo>
                  <a:lnTo>
                    <a:pt x="1713593" y="3772498"/>
                  </a:lnTo>
                  <a:lnTo>
                    <a:pt x="1713686" y="3772498"/>
                  </a:lnTo>
                  <a:lnTo>
                    <a:pt x="1713779" y="3772498"/>
                  </a:lnTo>
                  <a:lnTo>
                    <a:pt x="1713873" y="3772498"/>
                  </a:lnTo>
                  <a:lnTo>
                    <a:pt x="1713966" y="3772498"/>
                  </a:lnTo>
                  <a:lnTo>
                    <a:pt x="1714059" y="3772498"/>
                  </a:lnTo>
                  <a:lnTo>
                    <a:pt x="1714152" y="3772498"/>
                  </a:lnTo>
                  <a:lnTo>
                    <a:pt x="1714246" y="3772498"/>
                  </a:lnTo>
                  <a:lnTo>
                    <a:pt x="1714339" y="3772498"/>
                  </a:lnTo>
                  <a:lnTo>
                    <a:pt x="1714432" y="3772498"/>
                  </a:lnTo>
                  <a:lnTo>
                    <a:pt x="1714525" y="3772498"/>
                  </a:lnTo>
                  <a:lnTo>
                    <a:pt x="1714619" y="3772498"/>
                  </a:lnTo>
                  <a:lnTo>
                    <a:pt x="1714712" y="3772498"/>
                  </a:lnTo>
                  <a:lnTo>
                    <a:pt x="1714805" y="3772498"/>
                  </a:lnTo>
                  <a:lnTo>
                    <a:pt x="1714898" y="3772498"/>
                  </a:lnTo>
                  <a:lnTo>
                    <a:pt x="1714992" y="3772498"/>
                  </a:lnTo>
                  <a:lnTo>
                    <a:pt x="1715085" y="3772498"/>
                  </a:lnTo>
                  <a:lnTo>
                    <a:pt x="1715178" y="3772498"/>
                  </a:lnTo>
                  <a:lnTo>
                    <a:pt x="1715271" y="3772498"/>
                  </a:lnTo>
                  <a:lnTo>
                    <a:pt x="1715365" y="3772498"/>
                  </a:lnTo>
                  <a:lnTo>
                    <a:pt x="1715458" y="3772498"/>
                  </a:lnTo>
                  <a:lnTo>
                    <a:pt x="1715551" y="3772498"/>
                  </a:lnTo>
                  <a:lnTo>
                    <a:pt x="1715644" y="3772498"/>
                  </a:lnTo>
                  <a:lnTo>
                    <a:pt x="1715738" y="3772498"/>
                  </a:lnTo>
                  <a:lnTo>
                    <a:pt x="1715831" y="3772498"/>
                  </a:lnTo>
                  <a:lnTo>
                    <a:pt x="1715924" y="3772498"/>
                  </a:lnTo>
                  <a:lnTo>
                    <a:pt x="1716017" y="3772498"/>
                  </a:lnTo>
                  <a:lnTo>
                    <a:pt x="1716111" y="3772498"/>
                  </a:lnTo>
                  <a:lnTo>
                    <a:pt x="1716204" y="3772498"/>
                  </a:lnTo>
                  <a:lnTo>
                    <a:pt x="1716297" y="3772498"/>
                  </a:lnTo>
                  <a:lnTo>
                    <a:pt x="1716390" y="3772498"/>
                  </a:lnTo>
                  <a:lnTo>
                    <a:pt x="1716484" y="3772498"/>
                  </a:lnTo>
                  <a:lnTo>
                    <a:pt x="1716577" y="3772498"/>
                  </a:lnTo>
                  <a:lnTo>
                    <a:pt x="1716670" y="3772498"/>
                  </a:lnTo>
                  <a:lnTo>
                    <a:pt x="1716763" y="3772498"/>
                  </a:lnTo>
                  <a:lnTo>
                    <a:pt x="1716857" y="3772498"/>
                  </a:lnTo>
                  <a:lnTo>
                    <a:pt x="1716950" y="3772498"/>
                  </a:lnTo>
                  <a:lnTo>
                    <a:pt x="1717043" y="3772498"/>
                  </a:lnTo>
                  <a:lnTo>
                    <a:pt x="1717136" y="3772498"/>
                  </a:lnTo>
                  <a:lnTo>
                    <a:pt x="1717230" y="3772498"/>
                  </a:lnTo>
                  <a:lnTo>
                    <a:pt x="1717323" y="3772498"/>
                  </a:lnTo>
                  <a:lnTo>
                    <a:pt x="1717416" y="3772498"/>
                  </a:lnTo>
                  <a:lnTo>
                    <a:pt x="1717509" y="3772498"/>
                  </a:lnTo>
                  <a:lnTo>
                    <a:pt x="1717603" y="3772498"/>
                  </a:lnTo>
                  <a:lnTo>
                    <a:pt x="1717696" y="3772498"/>
                  </a:lnTo>
                  <a:lnTo>
                    <a:pt x="1717789" y="3772498"/>
                  </a:lnTo>
                  <a:lnTo>
                    <a:pt x="1717882" y="3772498"/>
                  </a:lnTo>
                  <a:lnTo>
                    <a:pt x="1717976" y="3772498"/>
                  </a:lnTo>
                  <a:lnTo>
                    <a:pt x="1718069" y="3772498"/>
                  </a:lnTo>
                  <a:lnTo>
                    <a:pt x="1718162" y="3772498"/>
                  </a:lnTo>
                  <a:lnTo>
                    <a:pt x="1718255" y="3772498"/>
                  </a:lnTo>
                  <a:lnTo>
                    <a:pt x="1718349" y="3772498"/>
                  </a:lnTo>
                  <a:lnTo>
                    <a:pt x="1718442" y="3772498"/>
                  </a:lnTo>
                  <a:lnTo>
                    <a:pt x="1718535" y="3772498"/>
                  </a:lnTo>
                  <a:lnTo>
                    <a:pt x="1718628" y="3772498"/>
                  </a:lnTo>
                  <a:lnTo>
                    <a:pt x="1718722" y="3772498"/>
                  </a:lnTo>
                  <a:lnTo>
                    <a:pt x="1718815" y="3772498"/>
                  </a:lnTo>
                  <a:lnTo>
                    <a:pt x="1718908" y="3772498"/>
                  </a:lnTo>
                  <a:lnTo>
                    <a:pt x="1719001" y="3772498"/>
                  </a:lnTo>
                  <a:lnTo>
                    <a:pt x="1719095" y="3772498"/>
                  </a:lnTo>
                  <a:lnTo>
                    <a:pt x="1719188" y="3772498"/>
                  </a:lnTo>
                  <a:lnTo>
                    <a:pt x="1719281" y="3772498"/>
                  </a:lnTo>
                  <a:lnTo>
                    <a:pt x="1719374" y="3772498"/>
                  </a:lnTo>
                  <a:lnTo>
                    <a:pt x="1719468" y="3772498"/>
                  </a:lnTo>
                  <a:lnTo>
                    <a:pt x="1719561" y="3772498"/>
                  </a:lnTo>
                  <a:lnTo>
                    <a:pt x="1719654" y="3772498"/>
                  </a:lnTo>
                  <a:lnTo>
                    <a:pt x="1719747" y="3772498"/>
                  </a:lnTo>
                  <a:lnTo>
                    <a:pt x="1719841" y="3772498"/>
                  </a:lnTo>
                  <a:lnTo>
                    <a:pt x="1719934" y="3772498"/>
                  </a:lnTo>
                  <a:lnTo>
                    <a:pt x="1720027" y="3772498"/>
                  </a:lnTo>
                  <a:lnTo>
                    <a:pt x="1720120" y="3772498"/>
                  </a:lnTo>
                  <a:lnTo>
                    <a:pt x="1720214" y="3772498"/>
                  </a:lnTo>
                  <a:lnTo>
                    <a:pt x="1720307" y="3772498"/>
                  </a:lnTo>
                  <a:lnTo>
                    <a:pt x="1720400" y="3772498"/>
                  </a:lnTo>
                  <a:lnTo>
                    <a:pt x="1720493" y="3772498"/>
                  </a:lnTo>
                  <a:lnTo>
                    <a:pt x="1720586" y="3772498"/>
                  </a:lnTo>
                  <a:lnTo>
                    <a:pt x="1720680" y="3772498"/>
                  </a:lnTo>
                  <a:lnTo>
                    <a:pt x="1720680" y="3762544"/>
                  </a:lnTo>
                  <a:lnTo>
                    <a:pt x="1720773" y="3762544"/>
                  </a:lnTo>
                  <a:lnTo>
                    <a:pt x="1720866" y="3762544"/>
                  </a:lnTo>
                  <a:lnTo>
                    <a:pt x="1720959" y="3762544"/>
                  </a:lnTo>
                  <a:lnTo>
                    <a:pt x="1721053" y="3762544"/>
                  </a:lnTo>
                  <a:lnTo>
                    <a:pt x="1721146" y="3762544"/>
                  </a:lnTo>
                  <a:lnTo>
                    <a:pt x="1721239" y="3762544"/>
                  </a:lnTo>
                  <a:lnTo>
                    <a:pt x="1721332" y="3762544"/>
                  </a:lnTo>
                  <a:lnTo>
                    <a:pt x="1721426" y="3762544"/>
                  </a:lnTo>
                  <a:lnTo>
                    <a:pt x="1721519" y="3762544"/>
                  </a:lnTo>
                  <a:lnTo>
                    <a:pt x="1721612" y="3762544"/>
                  </a:lnTo>
                  <a:lnTo>
                    <a:pt x="1721705" y="3762544"/>
                  </a:lnTo>
                  <a:lnTo>
                    <a:pt x="1721799" y="3762544"/>
                  </a:lnTo>
                  <a:lnTo>
                    <a:pt x="1721799" y="3752591"/>
                  </a:lnTo>
                  <a:lnTo>
                    <a:pt x="1721892" y="3752591"/>
                  </a:lnTo>
                  <a:lnTo>
                    <a:pt x="1721985" y="3752591"/>
                  </a:lnTo>
                  <a:lnTo>
                    <a:pt x="1722078" y="3752591"/>
                  </a:lnTo>
                  <a:lnTo>
                    <a:pt x="1722172" y="3752591"/>
                  </a:lnTo>
                  <a:lnTo>
                    <a:pt x="1722265" y="3752591"/>
                  </a:lnTo>
                  <a:lnTo>
                    <a:pt x="1722358" y="3752591"/>
                  </a:lnTo>
                  <a:lnTo>
                    <a:pt x="1722451" y="3752591"/>
                  </a:lnTo>
                  <a:lnTo>
                    <a:pt x="1722545" y="3752591"/>
                  </a:lnTo>
                  <a:lnTo>
                    <a:pt x="1722638" y="3752591"/>
                  </a:lnTo>
                  <a:lnTo>
                    <a:pt x="1722731" y="3752591"/>
                  </a:lnTo>
                  <a:lnTo>
                    <a:pt x="1722824" y="3752591"/>
                  </a:lnTo>
                  <a:lnTo>
                    <a:pt x="1722918" y="3752591"/>
                  </a:lnTo>
                  <a:lnTo>
                    <a:pt x="1723011" y="3752591"/>
                  </a:lnTo>
                  <a:lnTo>
                    <a:pt x="1723104" y="3752591"/>
                  </a:lnTo>
                  <a:lnTo>
                    <a:pt x="1723197" y="3752591"/>
                  </a:lnTo>
                  <a:lnTo>
                    <a:pt x="1723291" y="3752591"/>
                  </a:lnTo>
                  <a:lnTo>
                    <a:pt x="1723384" y="3752591"/>
                  </a:lnTo>
                  <a:lnTo>
                    <a:pt x="1723477" y="3752591"/>
                  </a:lnTo>
                  <a:lnTo>
                    <a:pt x="1723570" y="3752591"/>
                  </a:lnTo>
                  <a:lnTo>
                    <a:pt x="1723664" y="3752591"/>
                  </a:lnTo>
                  <a:lnTo>
                    <a:pt x="1723757" y="3752591"/>
                  </a:lnTo>
                  <a:lnTo>
                    <a:pt x="1723850" y="3752591"/>
                  </a:lnTo>
                  <a:lnTo>
                    <a:pt x="1723943" y="3752591"/>
                  </a:lnTo>
                  <a:lnTo>
                    <a:pt x="1724037" y="3752591"/>
                  </a:lnTo>
                  <a:lnTo>
                    <a:pt x="1724130" y="3752591"/>
                  </a:lnTo>
                  <a:lnTo>
                    <a:pt x="1724223" y="3752591"/>
                  </a:lnTo>
                  <a:lnTo>
                    <a:pt x="1724316" y="3752591"/>
                  </a:lnTo>
                  <a:lnTo>
                    <a:pt x="1724410" y="3752591"/>
                  </a:lnTo>
                  <a:lnTo>
                    <a:pt x="1724503" y="3752591"/>
                  </a:lnTo>
                  <a:lnTo>
                    <a:pt x="1724503" y="3742637"/>
                  </a:lnTo>
                  <a:lnTo>
                    <a:pt x="1724596" y="3742637"/>
                  </a:lnTo>
                  <a:lnTo>
                    <a:pt x="1724689" y="3742637"/>
                  </a:lnTo>
                  <a:lnTo>
                    <a:pt x="1724783" y="3742637"/>
                  </a:lnTo>
                  <a:lnTo>
                    <a:pt x="1724876" y="3742637"/>
                  </a:lnTo>
                  <a:lnTo>
                    <a:pt x="1724969" y="3742637"/>
                  </a:lnTo>
                  <a:lnTo>
                    <a:pt x="1725062" y="3742637"/>
                  </a:lnTo>
                  <a:lnTo>
                    <a:pt x="1725062" y="3732683"/>
                  </a:lnTo>
                  <a:lnTo>
                    <a:pt x="1725156" y="3732683"/>
                  </a:lnTo>
                  <a:lnTo>
                    <a:pt x="1725249" y="3732683"/>
                  </a:lnTo>
                  <a:lnTo>
                    <a:pt x="1725342" y="3732683"/>
                  </a:lnTo>
                  <a:lnTo>
                    <a:pt x="1725435" y="3732683"/>
                  </a:lnTo>
                  <a:lnTo>
                    <a:pt x="1725529" y="3732683"/>
                  </a:lnTo>
                  <a:lnTo>
                    <a:pt x="1725622" y="3732683"/>
                  </a:lnTo>
                  <a:lnTo>
                    <a:pt x="1725715" y="3732683"/>
                  </a:lnTo>
                  <a:lnTo>
                    <a:pt x="1725808" y="3732683"/>
                  </a:lnTo>
                  <a:lnTo>
                    <a:pt x="1725902" y="3732683"/>
                  </a:lnTo>
                  <a:lnTo>
                    <a:pt x="1725995" y="3732683"/>
                  </a:lnTo>
                  <a:lnTo>
                    <a:pt x="1726088" y="3732683"/>
                  </a:lnTo>
                  <a:lnTo>
                    <a:pt x="1726181" y="3732683"/>
                  </a:lnTo>
                  <a:lnTo>
                    <a:pt x="1726275" y="3732683"/>
                  </a:lnTo>
                  <a:lnTo>
                    <a:pt x="1726368" y="3732683"/>
                  </a:lnTo>
                  <a:lnTo>
                    <a:pt x="1726461" y="3732683"/>
                  </a:lnTo>
                  <a:lnTo>
                    <a:pt x="1726554" y="3732683"/>
                  </a:lnTo>
                  <a:lnTo>
                    <a:pt x="1726648" y="3732683"/>
                  </a:lnTo>
                  <a:lnTo>
                    <a:pt x="1726741" y="3732683"/>
                  </a:lnTo>
                  <a:lnTo>
                    <a:pt x="1726834" y="3732683"/>
                  </a:lnTo>
                  <a:lnTo>
                    <a:pt x="1726927" y="3732683"/>
                  </a:lnTo>
                  <a:lnTo>
                    <a:pt x="1727021" y="3732683"/>
                  </a:lnTo>
                  <a:lnTo>
                    <a:pt x="1727114" y="3732683"/>
                  </a:lnTo>
                  <a:lnTo>
                    <a:pt x="1727207" y="3732683"/>
                  </a:lnTo>
                  <a:lnTo>
                    <a:pt x="1727300" y="3732683"/>
                  </a:lnTo>
                  <a:lnTo>
                    <a:pt x="1727394" y="3732683"/>
                  </a:lnTo>
                  <a:lnTo>
                    <a:pt x="1727487" y="3732683"/>
                  </a:lnTo>
                  <a:lnTo>
                    <a:pt x="1727580" y="3732683"/>
                  </a:lnTo>
                  <a:lnTo>
                    <a:pt x="1727673" y="3732683"/>
                  </a:lnTo>
                  <a:lnTo>
                    <a:pt x="1727766" y="3732683"/>
                  </a:lnTo>
                  <a:lnTo>
                    <a:pt x="1727860" y="3732683"/>
                  </a:lnTo>
                  <a:lnTo>
                    <a:pt x="1727953" y="3732683"/>
                  </a:lnTo>
                  <a:lnTo>
                    <a:pt x="1728046" y="3732683"/>
                  </a:lnTo>
                  <a:lnTo>
                    <a:pt x="1728139" y="3732683"/>
                  </a:lnTo>
                  <a:lnTo>
                    <a:pt x="1728233" y="3732683"/>
                  </a:lnTo>
                  <a:lnTo>
                    <a:pt x="1728326" y="3732683"/>
                  </a:lnTo>
                  <a:lnTo>
                    <a:pt x="1728419" y="3732683"/>
                  </a:lnTo>
                  <a:lnTo>
                    <a:pt x="1728512" y="3732683"/>
                  </a:lnTo>
                  <a:lnTo>
                    <a:pt x="1728606" y="3732683"/>
                  </a:lnTo>
                  <a:lnTo>
                    <a:pt x="1728699" y="3732683"/>
                  </a:lnTo>
                  <a:lnTo>
                    <a:pt x="1728792" y="3732683"/>
                  </a:lnTo>
                  <a:lnTo>
                    <a:pt x="1728885" y="3732683"/>
                  </a:lnTo>
                  <a:lnTo>
                    <a:pt x="1728979" y="3732683"/>
                  </a:lnTo>
                  <a:lnTo>
                    <a:pt x="1729072" y="3732683"/>
                  </a:lnTo>
                  <a:lnTo>
                    <a:pt x="1729165" y="3732683"/>
                  </a:lnTo>
                  <a:lnTo>
                    <a:pt x="1729258" y="3732683"/>
                  </a:lnTo>
                  <a:lnTo>
                    <a:pt x="1729352" y="3732683"/>
                  </a:lnTo>
                  <a:lnTo>
                    <a:pt x="1729445" y="3732683"/>
                  </a:lnTo>
                  <a:lnTo>
                    <a:pt x="1729538" y="3732683"/>
                  </a:lnTo>
                  <a:lnTo>
                    <a:pt x="1729631" y="3732683"/>
                  </a:lnTo>
                  <a:lnTo>
                    <a:pt x="1729725" y="3732683"/>
                  </a:lnTo>
                  <a:lnTo>
                    <a:pt x="1729818" y="3732683"/>
                  </a:lnTo>
                  <a:lnTo>
                    <a:pt x="1729911" y="3732683"/>
                  </a:lnTo>
                  <a:lnTo>
                    <a:pt x="1730004" y="3732683"/>
                  </a:lnTo>
                  <a:lnTo>
                    <a:pt x="1730098" y="3732683"/>
                  </a:lnTo>
                  <a:lnTo>
                    <a:pt x="1730191" y="3732683"/>
                  </a:lnTo>
                  <a:lnTo>
                    <a:pt x="1730284" y="3732683"/>
                  </a:lnTo>
                  <a:lnTo>
                    <a:pt x="1730377" y="3732683"/>
                  </a:lnTo>
                  <a:lnTo>
                    <a:pt x="1730471" y="3732683"/>
                  </a:lnTo>
                  <a:lnTo>
                    <a:pt x="1730564" y="3732683"/>
                  </a:lnTo>
                  <a:lnTo>
                    <a:pt x="1730657" y="3732683"/>
                  </a:lnTo>
                  <a:lnTo>
                    <a:pt x="1730750" y="3732683"/>
                  </a:lnTo>
                  <a:lnTo>
                    <a:pt x="1730844" y="3732683"/>
                  </a:lnTo>
                  <a:lnTo>
                    <a:pt x="1730937" y="3732683"/>
                  </a:lnTo>
                  <a:lnTo>
                    <a:pt x="1731030" y="3732683"/>
                  </a:lnTo>
                  <a:lnTo>
                    <a:pt x="1731123" y="3732683"/>
                  </a:lnTo>
                  <a:lnTo>
                    <a:pt x="1731217" y="3732683"/>
                  </a:lnTo>
                  <a:lnTo>
                    <a:pt x="1731310" y="3732683"/>
                  </a:lnTo>
                  <a:lnTo>
                    <a:pt x="1731403" y="3732683"/>
                  </a:lnTo>
                  <a:lnTo>
                    <a:pt x="1731496" y="3732683"/>
                  </a:lnTo>
                  <a:lnTo>
                    <a:pt x="1731590" y="3732683"/>
                  </a:lnTo>
                  <a:lnTo>
                    <a:pt x="1731683" y="3732683"/>
                  </a:lnTo>
                  <a:lnTo>
                    <a:pt x="1731776" y="3732683"/>
                  </a:lnTo>
                  <a:lnTo>
                    <a:pt x="1731869" y="3732683"/>
                  </a:lnTo>
                  <a:lnTo>
                    <a:pt x="1731963" y="3732683"/>
                  </a:lnTo>
                  <a:lnTo>
                    <a:pt x="1732056" y="3732683"/>
                  </a:lnTo>
                  <a:lnTo>
                    <a:pt x="1732149" y="3732683"/>
                  </a:lnTo>
                  <a:lnTo>
                    <a:pt x="1732242" y="3732683"/>
                  </a:lnTo>
                  <a:lnTo>
                    <a:pt x="1732336" y="3732683"/>
                  </a:lnTo>
                  <a:lnTo>
                    <a:pt x="1732429" y="3732683"/>
                  </a:lnTo>
                  <a:lnTo>
                    <a:pt x="1732522" y="3732683"/>
                  </a:lnTo>
                  <a:lnTo>
                    <a:pt x="1732615" y="3732683"/>
                  </a:lnTo>
                  <a:lnTo>
                    <a:pt x="1732709" y="3732683"/>
                  </a:lnTo>
                  <a:lnTo>
                    <a:pt x="1732802" y="3732683"/>
                  </a:lnTo>
                  <a:lnTo>
                    <a:pt x="1732895" y="3732683"/>
                  </a:lnTo>
                  <a:lnTo>
                    <a:pt x="1732895" y="3722729"/>
                  </a:lnTo>
                  <a:lnTo>
                    <a:pt x="1732988" y="3722729"/>
                  </a:lnTo>
                  <a:lnTo>
                    <a:pt x="1733082" y="3722729"/>
                  </a:lnTo>
                  <a:lnTo>
                    <a:pt x="1733175" y="3722729"/>
                  </a:lnTo>
                  <a:lnTo>
                    <a:pt x="1733268" y="3722729"/>
                  </a:lnTo>
                  <a:lnTo>
                    <a:pt x="1733361" y="3722729"/>
                  </a:lnTo>
                  <a:lnTo>
                    <a:pt x="1733455" y="3722729"/>
                  </a:lnTo>
                  <a:lnTo>
                    <a:pt x="1733548" y="3722729"/>
                  </a:lnTo>
                  <a:lnTo>
                    <a:pt x="1733641" y="3722729"/>
                  </a:lnTo>
                  <a:lnTo>
                    <a:pt x="1733734" y="3722729"/>
                  </a:lnTo>
                  <a:lnTo>
                    <a:pt x="1733828" y="3722729"/>
                  </a:lnTo>
                  <a:lnTo>
                    <a:pt x="1733921" y="3722729"/>
                  </a:lnTo>
                  <a:lnTo>
                    <a:pt x="1734014" y="3722729"/>
                  </a:lnTo>
                  <a:lnTo>
                    <a:pt x="1734107" y="3722729"/>
                  </a:lnTo>
                  <a:lnTo>
                    <a:pt x="1734201" y="3722729"/>
                  </a:lnTo>
                  <a:lnTo>
                    <a:pt x="1734294" y="3722729"/>
                  </a:lnTo>
                  <a:lnTo>
                    <a:pt x="1734387" y="3722729"/>
                  </a:lnTo>
                  <a:lnTo>
                    <a:pt x="1734480" y="3722729"/>
                  </a:lnTo>
                  <a:lnTo>
                    <a:pt x="1734573" y="3722729"/>
                  </a:lnTo>
                  <a:lnTo>
                    <a:pt x="1734667" y="3722729"/>
                  </a:lnTo>
                  <a:lnTo>
                    <a:pt x="1734760" y="3722729"/>
                  </a:lnTo>
                  <a:lnTo>
                    <a:pt x="1734853" y="3722729"/>
                  </a:lnTo>
                  <a:lnTo>
                    <a:pt x="1734946" y="3722729"/>
                  </a:lnTo>
                  <a:lnTo>
                    <a:pt x="1735040" y="3722729"/>
                  </a:lnTo>
                  <a:lnTo>
                    <a:pt x="1735133" y="3722729"/>
                  </a:lnTo>
                  <a:lnTo>
                    <a:pt x="1735226" y="3722729"/>
                  </a:lnTo>
                  <a:lnTo>
                    <a:pt x="1735319" y="3722729"/>
                  </a:lnTo>
                  <a:lnTo>
                    <a:pt x="1735413" y="3722729"/>
                  </a:lnTo>
                  <a:lnTo>
                    <a:pt x="1735506" y="3722729"/>
                  </a:lnTo>
                  <a:lnTo>
                    <a:pt x="1735599" y="3722729"/>
                  </a:lnTo>
                  <a:lnTo>
                    <a:pt x="1735692" y="3722729"/>
                  </a:lnTo>
                  <a:lnTo>
                    <a:pt x="1735786" y="3722729"/>
                  </a:lnTo>
                  <a:lnTo>
                    <a:pt x="1735879" y="3722729"/>
                  </a:lnTo>
                  <a:lnTo>
                    <a:pt x="1735972" y="3722729"/>
                  </a:lnTo>
                  <a:lnTo>
                    <a:pt x="1736065" y="3722729"/>
                  </a:lnTo>
                  <a:lnTo>
                    <a:pt x="1736159" y="3722729"/>
                  </a:lnTo>
                  <a:lnTo>
                    <a:pt x="1736252" y="3722729"/>
                  </a:lnTo>
                  <a:lnTo>
                    <a:pt x="1736345" y="3722729"/>
                  </a:lnTo>
                  <a:lnTo>
                    <a:pt x="1736438" y="3722729"/>
                  </a:lnTo>
                  <a:lnTo>
                    <a:pt x="1736532" y="3722729"/>
                  </a:lnTo>
                  <a:lnTo>
                    <a:pt x="1736625" y="3722729"/>
                  </a:lnTo>
                  <a:lnTo>
                    <a:pt x="1736625" y="3712775"/>
                  </a:lnTo>
                  <a:lnTo>
                    <a:pt x="1736718" y="3712775"/>
                  </a:lnTo>
                  <a:lnTo>
                    <a:pt x="1736811" y="3712775"/>
                  </a:lnTo>
                  <a:lnTo>
                    <a:pt x="1736905" y="3712775"/>
                  </a:lnTo>
                  <a:lnTo>
                    <a:pt x="1736998" y="3712775"/>
                  </a:lnTo>
                  <a:lnTo>
                    <a:pt x="1737091" y="3712775"/>
                  </a:lnTo>
                  <a:lnTo>
                    <a:pt x="1737184" y="3712775"/>
                  </a:lnTo>
                  <a:lnTo>
                    <a:pt x="1737278" y="3712775"/>
                  </a:lnTo>
                  <a:lnTo>
                    <a:pt x="1737371" y="3712775"/>
                  </a:lnTo>
                  <a:lnTo>
                    <a:pt x="1737464" y="3712775"/>
                  </a:lnTo>
                  <a:lnTo>
                    <a:pt x="1737557" y="3712775"/>
                  </a:lnTo>
                  <a:lnTo>
                    <a:pt x="1737651" y="3712775"/>
                  </a:lnTo>
                  <a:lnTo>
                    <a:pt x="1737744" y="3712775"/>
                  </a:lnTo>
                  <a:lnTo>
                    <a:pt x="1737837" y="3712775"/>
                  </a:lnTo>
                  <a:lnTo>
                    <a:pt x="1737930" y="3712775"/>
                  </a:lnTo>
                  <a:lnTo>
                    <a:pt x="1738024" y="3712775"/>
                  </a:lnTo>
                  <a:lnTo>
                    <a:pt x="1738117" y="3712775"/>
                  </a:lnTo>
                  <a:lnTo>
                    <a:pt x="1738210" y="3712775"/>
                  </a:lnTo>
                  <a:lnTo>
                    <a:pt x="1738303" y="3712775"/>
                  </a:lnTo>
                  <a:lnTo>
                    <a:pt x="1738397" y="3712775"/>
                  </a:lnTo>
                  <a:lnTo>
                    <a:pt x="1738490" y="3712775"/>
                  </a:lnTo>
                  <a:lnTo>
                    <a:pt x="1738583" y="3712775"/>
                  </a:lnTo>
                  <a:lnTo>
                    <a:pt x="1738676" y="3712775"/>
                  </a:lnTo>
                  <a:lnTo>
                    <a:pt x="1738770" y="3712775"/>
                  </a:lnTo>
                  <a:lnTo>
                    <a:pt x="1738863" y="3712775"/>
                  </a:lnTo>
                  <a:lnTo>
                    <a:pt x="1738956" y="3712775"/>
                  </a:lnTo>
                  <a:lnTo>
                    <a:pt x="1739049" y="3712775"/>
                  </a:lnTo>
                  <a:lnTo>
                    <a:pt x="1739143" y="3712775"/>
                  </a:lnTo>
                  <a:lnTo>
                    <a:pt x="1739236" y="3712775"/>
                  </a:lnTo>
                  <a:lnTo>
                    <a:pt x="1739329" y="3712775"/>
                  </a:lnTo>
                  <a:lnTo>
                    <a:pt x="1739422" y="3712775"/>
                  </a:lnTo>
                  <a:lnTo>
                    <a:pt x="1739516" y="3712775"/>
                  </a:lnTo>
                  <a:lnTo>
                    <a:pt x="1739609" y="3712775"/>
                  </a:lnTo>
                  <a:lnTo>
                    <a:pt x="1739702" y="3712775"/>
                  </a:lnTo>
                  <a:lnTo>
                    <a:pt x="1739795" y="3712775"/>
                  </a:lnTo>
                  <a:lnTo>
                    <a:pt x="1739889" y="3712775"/>
                  </a:lnTo>
                  <a:lnTo>
                    <a:pt x="1739982" y="3712775"/>
                  </a:lnTo>
                  <a:lnTo>
                    <a:pt x="1740075" y="3712775"/>
                  </a:lnTo>
                  <a:lnTo>
                    <a:pt x="1740168" y="3712775"/>
                  </a:lnTo>
                  <a:lnTo>
                    <a:pt x="1740262" y="3712775"/>
                  </a:lnTo>
                  <a:lnTo>
                    <a:pt x="1740355" y="3712775"/>
                  </a:lnTo>
                  <a:lnTo>
                    <a:pt x="1740448" y="3712775"/>
                  </a:lnTo>
                  <a:lnTo>
                    <a:pt x="1740541" y="3712775"/>
                  </a:lnTo>
                  <a:lnTo>
                    <a:pt x="1740635" y="3712775"/>
                  </a:lnTo>
                  <a:lnTo>
                    <a:pt x="1740728" y="3712775"/>
                  </a:lnTo>
                  <a:lnTo>
                    <a:pt x="1740821" y="3712775"/>
                  </a:lnTo>
                  <a:lnTo>
                    <a:pt x="1740914" y="3712775"/>
                  </a:lnTo>
                  <a:lnTo>
                    <a:pt x="1741008" y="3712775"/>
                  </a:lnTo>
                  <a:lnTo>
                    <a:pt x="1741101" y="3712775"/>
                  </a:lnTo>
                  <a:lnTo>
                    <a:pt x="1741194" y="3712775"/>
                  </a:lnTo>
                  <a:lnTo>
                    <a:pt x="1741287" y="3712775"/>
                  </a:lnTo>
                  <a:lnTo>
                    <a:pt x="1741381" y="3712775"/>
                  </a:lnTo>
                  <a:lnTo>
                    <a:pt x="1741474" y="3712775"/>
                  </a:lnTo>
                  <a:lnTo>
                    <a:pt x="1741567" y="3712775"/>
                  </a:lnTo>
                  <a:lnTo>
                    <a:pt x="1741660" y="3712775"/>
                  </a:lnTo>
                  <a:lnTo>
                    <a:pt x="1741753" y="3712775"/>
                  </a:lnTo>
                  <a:lnTo>
                    <a:pt x="1741847" y="3712775"/>
                  </a:lnTo>
                  <a:lnTo>
                    <a:pt x="1741940" y="3712775"/>
                  </a:lnTo>
                  <a:lnTo>
                    <a:pt x="1742033" y="3712775"/>
                  </a:lnTo>
                  <a:lnTo>
                    <a:pt x="1742126" y="3712775"/>
                  </a:lnTo>
                  <a:lnTo>
                    <a:pt x="1742220" y="3712775"/>
                  </a:lnTo>
                  <a:lnTo>
                    <a:pt x="1742313" y="3712775"/>
                  </a:lnTo>
                  <a:lnTo>
                    <a:pt x="1742406" y="3712775"/>
                  </a:lnTo>
                  <a:lnTo>
                    <a:pt x="1742499" y="3712775"/>
                  </a:lnTo>
                  <a:lnTo>
                    <a:pt x="1742593" y="3712775"/>
                  </a:lnTo>
                  <a:lnTo>
                    <a:pt x="1742686" y="3712775"/>
                  </a:lnTo>
                  <a:lnTo>
                    <a:pt x="1742779" y="3712775"/>
                  </a:lnTo>
                  <a:lnTo>
                    <a:pt x="1742872" y="3712775"/>
                  </a:lnTo>
                  <a:lnTo>
                    <a:pt x="1742966" y="3712775"/>
                  </a:lnTo>
                  <a:lnTo>
                    <a:pt x="1743059" y="3712775"/>
                  </a:lnTo>
                  <a:lnTo>
                    <a:pt x="1743152" y="3712775"/>
                  </a:lnTo>
                  <a:lnTo>
                    <a:pt x="1743245" y="3712775"/>
                  </a:lnTo>
                  <a:lnTo>
                    <a:pt x="1743339" y="3712775"/>
                  </a:lnTo>
                  <a:lnTo>
                    <a:pt x="1743432" y="3712775"/>
                  </a:lnTo>
                  <a:lnTo>
                    <a:pt x="1743525" y="3712775"/>
                  </a:lnTo>
                  <a:lnTo>
                    <a:pt x="1743618" y="3712775"/>
                  </a:lnTo>
                  <a:lnTo>
                    <a:pt x="1743712" y="3712775"/>
                  </a:lnTo>
                  <a:lnTo>
                    <a:pt x="1743805" y="3712775"/>
                  </a:lnTo>
                  <a:lnTo>
                    <a:pt x="1743898" y="3712775"/>
                  </a:lnTo>
                  <a:lnTo>
                    <a:pt x="1743991" y="3712775"/>
                  </a:lnTo>
                  <a:lnTo>
                    <a:pt x="1744085" y="3712775"/>
                  </a:lnTo>
                  <a:lnTo>
                    <a:pt x="1744178" y="3712775"/>
                  </a:lnTo>
                  <a:lnTo>
                    <a:pt x="1744271" y="3712775"/>
                  </a:lnTo>
                  <a:lnTo>
                    <a:pt x="1744364" y="3712775"/>
                  </a:lnTo>
                  <a:lnTo>
                    <a:pt x="1744458" y="3712775"/>
                  </a:lnTo>
                  <a:lnTo>
                    <a:pt x="1744551" y="3712775"/>
                  </a:lnTo>
                  <a:lnTo>
                    <a:pt x="1744644" y="3712775"/>
                  </a:lnTo>
                  <a:lnTo>
                    <a:pt x="1744737" y="3712775"/>
                  </a:lnTo>
                  <a:lnTo>
                    <a:pt x="1744831" y="3712775"/>
                  </a:lnTo>
                  <a:lnTo>
                    <a:pt x="1744924" y="3712775"/>
                  </a:lnTo>
                  <a:lnTo>
                    <a:pt x="1745017" y="3712775"/>
                  </a:lnTo>
                  <a:lnTo>
                    <a:pt x="1745110" y="3712775"/>
                  </a:lnTo>
                  <a:lnTo>
                    <a:pt x="1745204" y="3712775"/>
                  </a:lnTo>
                  <a:lnTo>
                    <a:pt x="1745297" y="3712775"/>
                  </a:lnTo>
                  <a:lnTo>
                    <a:pt x="1745390" y="3712775"/>
                  </a:lnTo>
                  <a:lnTo>
                    <a:pt x="1745483" y="3712775"/>
                  </a:lnTo>
                  <a:lnTo>
                    <a:pt x="1745577" y="3712775"/>
                  </a:lnTo>
                  <a:lnTo>
                    <a:pt x="1745670" y="3712775"/>
                  </a:lnTo>
                  <a:lnTo>
                    <a:pt x="1745763" y="3712775"/>
                  </a:lnTo>
                  <a:lnTo>
                    <a:pt x="1745856" y="3712775"/>
                  </a:lnTo>
                  <a:lnTo>
                    <a:pt x="1745950" y="3712775"/>
                  </a:lnTo>
                  <a:lnTo>
                    <a:pt x="1746043" y="3712775"/>
                  </a:lnTo>
                  <a:lnTo>
                    <a:pt x="1746136" y="3712775"/>
                  </a:lnTo>
                  <a:lnTo>
                    <a:pt x="1746229" y="3712775"/>
                  </a:lnTo>
                  <a:lnTo>
                    <a:pt x="1746323" y="3712775"/>
                  </a:lnTo>
                  <a:lnTo>
                    <a:pt x="1746416" y="3712775"/>
                  </a:lnTo>
                  <a:lnTo>
                    <a:pt x="1746509" y="3712775"/>
                  </a:lnTo>
                  <a:lnTo>
                    <a:pt x="1746602" y="3712775"/>
                  </a:lnTo>
                  <a:lnTo>
                    <a:pt x="1746696" y="3712775"/>
                  </a:lnTo>
                  <a:lnTo>
                    <a:pt x="1746789" y="3712775"/>
                  </a:lnTo>
                  <a:lnTo>
                    <a:pt x="1746882" y="3712775"/>
                  </a:lnTo>
                  <a:lnTo>
                    <a:pt x="1746975" y="3712775"/>
                  </a:lnTo>
                  <a:lnTo>
                    <a:pt x="1747069" y="3712775"/>
                  </a:lnTo>
                  <a:lnTo>
                    <a:pt x="1747162" y="3712775"/>
                  </a:lnTo>
                  <a:lnTo>
                    <a:pt x="1747255" y="3712775"/>
                  </a:lnTo>
                  <a:lnTo>
                    <a:pt x="1747348" y="3712775"/>
                  </a:lnTo>
                  <a:lnTo>
                    <a:pt x="1747442" y="3712775"/>
                  </a:lnTo>
                  <a:lnTo>
                    <a:pt x="1747535" y="3712775"/>
                  </a:lnTo>
                  <a:lnTo>
                    <a:pt x="1747535" y="3702822"/>
                  </a:lnTo>
                  <a:lnTo>
                    <a:pt x="1747628" y="3702822"/>
                  </a:lnTo>
                  <a:lnTo>
                    <a:pt x="1747721" y="3702822"/>
                  </a:lnTo>
                  <a:lnTo>
                    <a:pt x="1747815" y="3702822"/>
                  </a:lnTo>
                  <a:lnTo>
                    <a:pt x="1747908" y="3702822"/>
                  </a:lnTo>
                  <a:lnTo>
                    <a:pt x="1748001" y="3702822"/>
                  </a:lnTo>
                  <a:lnTo>
                    <a:pt x="1748094" y="3702822"/>
                  </a:lnTo>
                  <a:lnTo>
                    <a:pt x="1748188" y="3702822"/>
                  </a:lnTo>
                  <a:lnTo>
                    <a:pt x="1748281" y="3702822"/>
                  </a:lnTo>
                  <a:lnTo>
                    <a:pt x="1748374" y="3702822"/>
                  </a:lnTo>
                  <a:lnTo>
                    <a:pt x="1748467" y="3702822"/>
                  </a:lnTo>
                  <a:lnTo>
                    <a:pt x="1748560" y="3702822"/>
                  </a:lnTo>
                  <a:lnTo>
                    <a:pt x="1748654" y="3702822"/>
                  </a:lnTo>
                  <a:lnTo>
                    <a:pt x="1748747" y="3702822"/>
                  </a:lnTo>
                  <a:lnTo>
                    <a:pt x="1748840" y="3702822"/>
                  </a:lnTo>
                  <a:lnTo>
                    <a:pt x="1748933" y="3702822"/>
                  </a:lnTo>
                  <a:lnTo>
                    <a:pt x="1749027" y="3702822"/>
                  </a:lnTo>
                  <a:lnTo>
                    <a:pt x="1749120" y="3702822"/>
                  </a:lnTo>
                  <a:lnTo>
                    <a:pt x="1749213" y="3702822"/>
                  </a:lnTo>
                  <a:lnTo>
                    <a:pt x="1749306" y="3702822"/>
                  </a:lnTo>
                  <a:lnTo>
                    <a:pt x="1749400" y="3702822"/>
                  </a:lnTo>
                  <a:lnTo>
                    <a:pt x="1749493" y="3702822"/>
                  </a:lnTo>
                  <a:lnTo>
                    <a:pt x="1749586" y="3702822"/>
                  </a:lnTo>
                  <a:lnTo>
                    <a:pt x="1749679" y="3702822"/>
                  </a:lnTo>
                  <a:lnTo>
                    <a:pt x="1749773" y="3702822"/>
                  </a:lnTo>
                  <a:lnTo>
                    <a:pt x="1749866" y="3702822"/>
                  </a:lnTo>
                  <a:lnTo>
                    <a:pt x="1749959" y="3702822"/>
                  </a:lnTo>
                  <a:lnTo>
                    <a:pt x="1750052" y="3702822"/>
                  </a:lnTo>
                  <a:lnTo>
                    <a:pt x="1750146" y="3702822"/>
                  </a:lnTo>
                  <a:lnTo>
                    <a:pt x="1750239" y="3702822"/>
                  </a:lnTo>
                  <a:lnTo>
                    <a:pt x="1750332" y="3702822"/>
                  </a:lnTo>
                  <a:lnTo>
                    <a:pt x="1750425" y="3702822"/>
                  </a:lnTo>
                  <a:lnTo>
                    <a:pt x="1750519" y="3702822"/>
                  </a:lnTo>
                  <a:lnTo>
                    <a:pt x="1750612" y="3702822"/>
                  </a:lnTo>
                  <a:lnTo>
                    <a:pt x="1750705" y="3702822"/>
                  </a:lnTo>
                  <a:lnTo>
                    <a:pt x="1750798" y="3702822"/>
                  </a:lnTo>
                  <a:lnTo>
                    <a:pt x="1750892" y="3702822"/>
                  </a:lnTo>
                  <a:lnTo>
                    <a:pt x="1750985" y="3702822"/>
                  </a:lnTo>
                  <a:lnTo>
                    <a:pt x="1751078" y="3702822"/>
                  </a:lnTo>
                  <a:lnTo>
                    <a:pt x="1751171" y="3702822"/>
                  </a:lnTo>
                  <a:lnTo>
                    <a:pt x="1751265" y="3702822"/>
                  </a:lnTo>
                  <a:lnTo>
                    <a:pt x="1751358" y="3702822"/>
                  </a:lnTo>
                  <a:lnTo>
                    <a:pt x="1751451" y="3702822"/>
                  </a:lnTo>
                  <a:lnTo>
                    <a:pt x="1751544" y="3702822"/>
                  </a:lnTo>
                  <a:lnTo>
                    <a:pt x="1751638" y="3702822"/>
                  </a:lnTo>
                  <a:lnTo>
                    <a:pt x="1751731" y="3702822"/>
                  </a:lnTo>
                  <a:lnTo>
                    <a:pt x="1751824" y="3702822"/>
                  </a:lnTo>
                  <a:lnTo>
                    <a:pt x="1751917" y="3702822"/>
                  </a:lnTo>
                  <a:lnTo>
                    <a:pt x="1752011" y="3702822"/>
                  </a:lnTo>
                  <a:lnTo>
                    <a:pt x="1752104" y="3702822"/>
                  </a:lnTo>
                  <a:lnTo>
                    <a:pt x="1752197" y="3702822"/>
                  </a:lnTo>
                  <a:lnTo>
                    <a:pt x="1752290" y="3702822"/>
                  </a:lnTo>
                  <a:lnTo>
                    <a:pt x="1752384" y="3702822"/>
                  </a:lnTo>
                  <a:lnTo>
                    <a:pt x="1752477" y="3702822"/>
                  </a:lnTo>
                  <a:lnTo>
                    <a:pt x="1752570" y="3702822"/>
                  </a:lnTo>
                  <a:lnTo>
                    <a:pt x="1752663" y="3702822"/>
                  </a:lnTo>
                  <a:lnTo>
                    <a:pt x="1752757" y="3702822"/>
                  </a:lnTo>
                  <a:lnTo>
                    <a:pt x="1752850" y="3702822"/>
                  </a:lnTo>
                  <a:lnTo>
                    <a:pt x="1752943" y="3702822"/>
                  </a:lnTo>
                  <a:lnTo>
                    <a:pt x="1753036" y="3702822"/>
                  </a:lnTo>
                  <a:lnTo>
                    <a:pt x="1753130" y="3702822"/>
                  </a:lnTo>
                  <a:lnTo>
                    <a:pt x="1753223" y="3702822"/>
                  </a:lnTo>
                  <a:lnTo>
                    <a:pt x="1753316" y="3702822"/>
                  </a:lnTo>
                  <a:lnTo>
                    <a:pt x="1753409" y="3702822"/>
                  </a:lnTo>
                  <a:lnTo>
                    <a:pt x="1753503" y="3702822"/>
                  </a:lnTo>
                  <a:lnTo>
                    <a:pt x="1753596" y="3702822"/>
                  </a:lnTo>
                  <a:lnTo>
                    <a:pt x="1753689" y="3702822"/>
                  </a:lnTo>
                  <a:lnTo>
                    <a:pt x="1753782" y="3702822"/>
                  </a:lnTo>
                  <a:lnTo>
                    <a:pt x="1753876" y="3702822"/>
                  </a:lnTo>
                  <a:lnTo>
                    <a:pt x="1753969" y="3702822"/>
                  </a:lnTo>
                  <a:lnTo>
                    <a:pt x="1754062" y="3702822"/>
                  </a:lnTo>
                  <a:lnTo>
                    <a:pt x="1754155" y="3702822"/>
                  </a:lnTo>
                  <a:lnTo>
                    <a:pt x="1754249" y="3702822"/>
                  </a:lnTo>
                  <a:lnTo>
                    <a:pt x="1754342" y="3702822"/>
                  </a:lnTo>
                  <a:lnTo>
                    <a:pt x="1754435" y="3702822"/>
                  </a:lnTo>
                  <a:lnTo>
                    <a:pt x="1754528" y="3702822"/>
                  </a:lnTo>
                  <a:lnTo>
                    <a:pt x="1754622" y="3702822"/>
                  </a:lnTo>
                  <a:lnTo>
                    <a:pt x="1754715" y="3702822"/>
                  </a:lnTo>
                  <a:lnTo>
                    <a:pt x="1754808" y="3702822"/>
                  </a:lnTo>
                  <a:lnTo>
                    <a:pt x="1754901" y="3702822"/>
                  </a:lnTo>
                  <a:lnTo>
                    <a:pt x="1754995" y="3702822"/>
                  </a:lnTo>
                  <a:lnTo>
                    <a:pt x="1755088" y="3702822"/>
                  </a:lnTo>
                  <a:lnTo>
                    <a:pt x="1755181" y="3702822"/>
                  </a:lnTo>
                  <a:lnTo>
                    <a:pt x="1755274" y="3702822"/>
                  </a:lnTo>
                  <a:lnTo>
                    <a:pt x="1755367" y="3702822"/>
                  </a:lnTo>
                  <a:lnTo>
                    <a:pt x="1755461" y="3702822"/>
                  </a:lnTo>
                  <a:lnTo>
                    <a:pt x="1755554" y="3702822"/>
                  </a:lnTo>
                  <a:lnTo>
                    <a:pt x="1755647" y="3702822"/>
                  </a:lnTo>
                  <a:lnTo>
                    <a:pt x="1755740" y="3702822"/>
                  </a:lnTo>
                  <a:lnTo>
                    <a:pt x="1755834" y="3702822"/>
                  </a:lnTo>
                  <a:lnTo>
                    <a:pt x="1755927" y="3702822"/>
                  </a:lnTo>
                  <a:lnTo>
                    <a:pt x="1756020" y="3702822"/>
                  </a:lnTo>
                  <a:lnTo>
                    <a:pt x="1756113" y="3702822"/>
                  </a:lnTo>
                  <a:lnTo>
                    <a:pt x="1756207" y="3702822"/>
                  </a:lnTo>
                  <a:lnTo>
                    <a:pt x="1756300" y="3702822"/>
                  </a:lnTo>
                  <a:lnTo>
                    <a:pt x="1756393" y="3702822"/>
                  </a:lnTo>
                  <a:lnTo>
                    <a:pt x="1756486" y="3702822"/>
                  </a:lnTo>
                  <a:lnTo>
                    <a:pt x="1756580" y="3702822"/>
                  </a:lnTo>
                  <a:lnTo>
                    <a:pt x="1756673" y="3702822"/>
                  </a:lnTo>
                  <a:lnTo>
                    <a:pt x="1756766" y="3702822"/>
                  </a:lnTo>
                  <a:lnTo>
                    <a:pt x="1756859" y="3702822"/>
                  </a:lnTo>
                  <a:lnTo>
                    <a:pt x="1756953" y="3702822"/>
                  </a:lnTo>
                  <a:lnTo>
                    <a:pt x="1757046" y="3702822"/>
                  </a:lnTo>
                  <a:lnTo>
                    <a:pt x="1757139" y="3702822"/>
                  </a:lnTo>
                  <a:lnTo>
                    <a:pt x="1757232" y="3702822"/>
                  </a:lnTo>
                  <a:lnTo>
                    <a:pt x="1757326" y="3702822"/>
                  </a:lnTo>
                  <a:lnTo>
                    <a:pt x="1757419" y="3702822"/>
                  </a:lnTo>
                  <a:lnTo>
                    <a:pt x="1757512" y="3702822"/>
                  </a:lnTo>
                  <a:lnTo>
                    <a:pt x="1757605" y="3702822"/>
                  </a:lnTo>
                  <a:lnTo>
                    <a:pt x="1757699" y="3702822"/>
                  </a:lnTo>
                  <a:lnTo>
                    <a:pt x="1757792" y="3702822"/>
                  </a:lnTo>
                  <a:lnTo>
                    <a:pt x="1757885" y="3702822"/>
                  </a:lnTo>
                  <a:lnTo>
                    <a:pt x="1757978" y="3702822"/>
                  </a:lnTo>
                  <a:lnTo>
                    <a:pt x="1758072" y="3702822"/>
                  </a:lnTo>
                  <a:lnTo>
                    <a:pt x="1758165" y="3702822"/>
                  </a:lnTo>
                  <a:lnTo>
                    <a:pt x="1758258" y="3702822"/>
                  </a:lnTo>
                  <a:lnTo>
                    <a:pt x="1758351" y="3702822"/>
                  </a:lnTo>
                  <a:lnTo>
                    <a:pt x="1758445" y="3702822"/>
                  </a:lnTo>
                  <a:lnTo>
                    <a:pt x="1758538" y="3702822"/>
                  </a:lnTo>
                  <a:lnTo>
                    <a:pt x="1758631" y="3702822"/>
                  </a:lnTo>
                  <a:lnTo>
                    <a:pt x="1758724" y="3702822"/>
                  </a:lnTo>
                  <a:lnTo>
                    <a:pt x="1758818" y="3702822"/>
                  </a:lnTo>
                  <a:lnTo>
                    <a:pt x="1758911" y="3702822"/>
                  </a:lnTo>
                  <a:lnTo>
                    <a:pt x="1759004" y="3702822"/>
                  </a:lnTo>
                  <a:lnTo>
                    <a:pt x="1759097" y="3702822"/>
                  </a:lnTo>
                  <a:lnTo>
                    <a:pt x="1759191" y="3702822"/>
                  </a:lnTo>
                  <a:lnTo>
                    <a:pt x="1759284" y="3702822"/>
                  </a:lnTo>
                  <a:lnTo>
                    <a:pt x="1759284" y="3692868"/>
                  </a:lnTo>
                  <a:lnTo>
                    <a:pt x="1759377" y="3692868"/>
                  </a:lnTo>
                  <a:lnTo>
                    <a:pt x="1759470" y="3692868"/>
                  </a:lnTo>
                  <a:lnTo>
                    <a:pt x="1759564" y="3692868"/>
                  </a:lnTo>
                  <a:lnTo>
                    <a:pt x="1759657" y="3692868"/>
                  </a:lnTo>
                  <a:lnTo>
                    <a:pt x="1759750" y="3692868"/>
                  </a:lnTo>
                  <a:lnTo>
                    <a:pt x="1759843" y="3692868"/>
                  </a:lnTo>
                  <a:lnTo>
                    <a:pt x="1759937" y="3692868"/>
                  </a:lnTo>
                  <a:lnTo>
                    <a:pt x="1760030" y="3692868"/>
                  </a:lnTo>
                  <a:lnTo>
                    <a:pt x="1760123" y="3692868"/>
                  </a:lnTo>
                  <a:lnTo>
                    <a:pt x="1760216" y="3692868"/>
                  </a:lnTo>
                  <a:lnTo>
                    <a:pt x="1760310" y="3692868"/>
                  </a:lnTo>
                  <a:lnTo>
                    <a:pt x="1760403" y="3692868"/>
                  </a:lnTo>
                  <a:lnTo>
                    <a:pt x="1760496" y="3692868"/>
                  </a:lnTo>
                  <a:lnTo>
                    <a:pt x="1760589" y="3692868"/>
                  </a:lnTo>
                  <a:lnTo>
                    <a:pt x="1760683" y="3692868"/>
                  </a:lnTo>
                  <a:lnTo>
                    <a:pt x="1760776" y="3692868"/>
                  </a:lnTo>
                  <a:lnTo>
                    <a:pt x="1760869" y="3692868"/>
                  </a:lnTo>
                  <a:lnTo>
                    <a:pt x="1760962" y="3692868"/>
                  </a:lnTo>
                  <a:lnTo>
                    <a:pt x="1760962" y="3682914"/>
                  </a:lnTo>
                  <a:lnTo>
                    <a:pt x="1761056" y="3682914"/>
                  </a:lnTo>
                  <a:lnTo>
                    <a:pt x="1761149" y="3682914"/>
                  </a:lnTo>
                  <a:lnTo>
                    <a:pt x="1761242" y="3682914"/>
                  </a:lnTo>
                  <a:lnTo>
                    <a:pt x="1761335" y="3682914"/>
                  </a:lnTo>
                  <a:lnTo>
                    <a:pt x="1761429" y="3682914"/>
                  </a:lnTo>
                  <a:lnTo>
                    <a:pt x="1761522" y="3682914"/>
                  </a:lnTo>
                  <a:lnTo>
                    <a:pt x="1761615" y="3682914"/>
                  </a:lnTo>
                  <a:lnTo>
                    <a:pt x="1761708" y="3682914"/>
                  </a:lnTo>
                  <a:lnTo>
                    <a:pt x="1761802" y="3682914"/>
                  </a:lnTo>
                  <a:lnTo>
                    <a:pt x="1761895" y="3682914"/>
                  </a:lnTo>
                  <a:lnTo>
                    <a:pt x="1761988" y="3682914"/>
                  </a:lnTo>
                  <a:lnTo>
                    <a:pt x="1762081" y="3682914"/>
                  </a:lnTo>
                  <a:lnTo>
                    <a:pt x="1762175" y="3682914"/>
                  </a:lnTo>
                  <a:lnTo>
                    <a:pt x="1762268" y="3682914"/>
                  </a:lnTo>
                  <a:lnTo>
                    <a:pt x="1762361" y="3682914"/>
                  </a:lnTo>
                  <a:lnTo>
                    <a:pt x="1762454" y="3682914"/>
                  </a:lnTo>
                  <a:lnTo>
                    <a:pt x="1762547" y="3682914"/>
                  </a:lnTo>
                  <a:lnTo>
                    <a:pt x="1762641" y="3682914"/>
                  </a:lnTo>
                  <a:lnTo>
                    <a:pt x="1762734" y="3682914"/>
                  </a:lnTo>
                  <a:lnTo>
                    <a:pt x="1762827" y="3682914"/>
                  </a:lnTo>
                  <a:lnTo>
                    <a:pt x="1762920" y="3682914"/>
                  </a:lnTo>
                  <a:lnTo>
                    <a:pt x="1763014" y="3682914"/>
                  </a:lnTo>
                  <a:lnTo>
                    <a:pt x="1763107" y="3682914"/>
                  </a:lnTo>
                  <a:lnTo>
                    <a:pt x="1763200" y="3682914"/>
                  </a:lnTo>
                  <a:lnTo>
                    <a:pt x="1763293" y="3682914"/>
                  </a:lnTo>
                  <a:lnTo>
                    <a:pt x="1763387" y="3682914"/>
                  </a:lnTo>
                  <a:lnTo>
                    <a:pt x="1763480" y="3682914"/>
                  </a:lnTo>
                  <a:lnTo>
                    <a:pt x="1763573" y="3682914"/>
                  </a:lnTo>
                  <a:lnTo>
                    <a:pt x="1763666" y="3682914"/>
                  </a:lnTo>
                  <a:lnTo>
                    <a:pt x="1763760" y="3682914"/>
                  </a:lnTo>
                  <a:lnTo>
                    <a:pt x="1763853" y="3682914"/>
                  </a:lnTo>
                  <a:lnTo>
                    <a:pt x="1763946" y="3682914"/>
                  </a:lnTo>
                  <a:lnTo>
                    <a:pt x="1764039" y="3682914"/>
                  </a:lnTo>
                  <a:lnTo>
                    <a:pt x="1764133" y="3682914"/>
                  </a:lnTo>
                  <a:lnTo>
                    <a:pt x="1764226" y="3682914"/>
                  </a:lnTo>
                  <a:lnTo>
                    <a:pt x="1764319" y="3682914"/>
                  </a:lnTo>
                  <a:lnTo>
                    <a:pt x="1764412" y="3682914"/>
                  </a:lnTo>
                  <a:lnTo>
                    <a:pt x="1764506" y="3682914"/>
                  </a:lnTo>
                  <a:lnTo>
                    <a:pt x="1764599" y="3682914"/>
                  </a:lnTo>
                  <a:lnTo>
                    <a:pt x="1764692" y="3682914"/>
                  </a:lnTo>
                  <a:lnTo>
                    <a:pt x="1764785" y="3682914"/>
                  </a:lnTo>
                  <a:lnTo>
                    <a:pt x="1764879" y="3682914"/>
                  </a:lnTo>
                  <a:lnTo>
                    <a:pt x="1764972" y="3682914"/>
                  </a:lnTo>
                  <a:lnTo>
                    <a:pt x="1765065" y="3682914"/>
                  </a:lnTo>
                  <a:lnTo>
                    <a:pt x="1765158" y="3682914"/>
                  </a:lnTo>
                  <a:lnTo>
                    <a:pt x="1765252" y="3682914"/>
                  </a:lnTo>
                  <a:lnTo>
                    <a:pt x="1765345" y="3682914"/>
                  </a:lnTo>
                  <a:lnTo>
                    <a:pt x="1765438" y="3682914"/>
                  </a:lnTo>
                  <a:lnTo>
                    <a:pt x="1765531" y="3682914"/>
                  </a:lnTo>
                  <a:lnTo>
                    <a:pt x="1765625" y="3682914"/>
                  </a:lnTo>
                  <a:lnTo>
                    <a:pt x="1765718" y="3682914"/>
                  </a:lnTo>
                  <a:lnTo>
                    <a:pt x="1765811" y="3682914"/>
                  </a:lnTo>
                  <a:lnTo>
                    <a:pt x="1765904" y="3682914"/>
                  </a:lnTo>
                  <a:lnTo>
                    <a:pt x="1765998" y="3682914"/>
                  </a:lnTo>
                  <a:lnTo>
                    <a:pt x="1766091" y="3682914"/>
                  </a:lnTo>
                  <a:lnTo>
                    <a:pt x="1766184" y="3682914"/>
                  </a:lnTo>
                  <a:lnTo>
                    <a:pt x="1766277" y="3682914"/>
                  </a:lnTo>
                  <a:lnTo>
                    <a:pt x="1766371" y="3682914"/>
                  </a:lnTo>
                  <a:lnTo>
                    <a:pt x="1766464" y="3682914"/>
                  </a:lnTo>
                  <a:lnTo>
                    <a:pt x="1766557" y="3682914"/>
                  </a:lnTo>
                  <a:lnTo>
                    <a:pt x="1766650" y="3682914"/>
                  </a:lnTo>
                  <a:lnTo>
                    <a:pt x="1766744" y="3682914"/>
                  </a:lnTo>
                  <a:lnTo>
                    <a:pt x="1766837" y="3682914"/>
                  </a:lnTo>
                  <a:lnTo>
                    <a:pt x="1766930" y="3682914"/>
                  </a:lnTo>
                  <a:lnTo>
                    <a:pt x="1767023" y="3682914"/>
                  </a:lnTo>
                  <a:lnTo>
                    <a:pt x="1767117" y="3682914"/>
                  </a:lnTo>
                  <a:lnTo>
                    <a:pt x="1767210" y="3682914"/>
                  </a:lnTo>
                  <a:lnTo>
                    <a:pt x="1767210" y="3672960"/>
                  </a:lnTo>
                  <a:lnTo>
                    <a:pt x="1767303" y="3672960"/>
                  </a:lnTo>
                  <a:lnTo>
                    <a:pt x="1767396" y="3672960"/>
                  </a:lnTo>
                  <a:lnTo>
                    <a:pt x="1767490" y="3672960"/>
                  </a:lnTo>
                  <a:lnTo>
                    <a:pt x="1767583" y="3672960"/>
                  </a:lnTo>
                  <a:lnTo>
                    <a:pt x="1767676" y="3672960"/>
                  </a:lnTo>
                  <a:lnTo>
                    <a:pt x="1767769" y="3672960"/>
                  </a:lnTo>
                  <a:lnTo>
                    <a:pt x="1767863" y="3672960"/>
                  </a:lnTo>
                  <a:lnTo>
                    <a:pt x="1767956" y="3672960"/>
                  </a:lnTo>
                  <a:lnTo>
                    <a:pt x="1768049" y="3672960"/>
                  </a:lnTo>
                  <a:lnTo>
                    <a:pt x="1768142" y="3672960"/>
                  </a:lnTo>
                  <a:lnTo>
                    <a:pt x="1768236" y="3672960"/>
                  </a:lnTo>
                  <a:lnTo>
                    <a:pt x="1768329" y="3672960"/>
                  </a:lnTo>
                  <a:lnTo>
                    <a:pt x="1768422" y="3672960"/>
                  </a:lnTo>
                  <a:lnTo>
                    <a:pt x="1768515" y="3672960"/>
                  </a:lnTo>
                  <a:lnTo>
                    <a:pt x="1768609" y="3672960"/>
                  </a:lnTo>
                  <a:lnTo>
                    <a:pt x="1768702" y="3672960"/>
                  </a:lnTo>
                  <a:lnTo>
                    <a:pt x="1768795" y="3672960"/>
                  </a:lnTo>
                  <a:lnTo>
                    <a:pt x="1768888" y="3672960"/>
                  </a:lnTo>
                  <a:lnTo>
                    <a:pt x="1768982" y="3672960"/>
                  </a:lnTo>
                  <a:lnTo>
                    <a:pt x="1769075" y="3672960"/>
                  </a:lnTo>
                  <a:lnTo>
                    <a:pt x="1769168" y="3672960"/>
                  </a:lnTo>
                  <a:lnTo>
                    <a:pt x="1769261" y="3672960"/>
                  </a:lnTo>
                  <a:lnTo>
                    <a:pt x="1769354" y="3672960"/>
                  </a:lnTo>
                  <a:lnTo>
                    <a:pt x="1769448" y="3672960"/>
                  </a:lnTo>
                  <a:lnTo>
                    <a:pt x="1769541" y="3672960"/>
                  </a:lnTo>
                  <a:lnTo>
                    <a:pt x="1769634" y="3672960"/>
                  </a:lnTo>
                  <a:lnTo>
                    <a:pt x="1769727" y="3672960"/>
                  </a:lnTo>
                  <a:lnTo>
                    <a:pt x="1769821" y="3672960"/>
                  </a:lnTo>
                  <a:lnTo>
                    <a:pt x="1769914" y="3672960"/>
                  </a:lnTo>
                  <a:lnTo>
                    <a:pt x="1770007" y="3672960"/>
                  </a:lnTo>
                  <a:lnTo>
                    <a:pt x="1770100" y="3672960"/>
                  </a:lnTo>
                  <a:lnTo>
                    <a:pt x="1770194" y="3672960"/>
                  </a:lnTo>
                  <a:lnTo>
                    <a:pt x="1770287" y="3672960"/>
                  </a:lnTo>
                  <a:lnTo>
                    <a:pt x="1770380" y="3672960"/>
                  </a:lnTo>
                  <a:lnTo>
                    <a:pt x="1770473" y="3672960"/>
                  </a:lnTo>
                  <a:lnTo>
                    <a:pt x="1770567" y="3672960"/>
                  </a:lnTo>
                  <a:lnTo>
                    <a:pt x="1770660" y="3672960"/>
                  </a:lnTo>
                  <a:lnTo>
                    <a:pt x="1770753" y="3672960"/>
                  </a:lnTo>
                  <a:lnTo>
                    <a:pt x="1770846" y="3672960"/>
                  </a:lnTo>
                  <a:lnTo>
                    <a:pt x="1770940" y="3672960"/>
                  </a:lnTo>
                  <a:lnTo>
                    <a:pt x="1771033" y="3672960"/>
                  </a:lnTo>
                  <a:lnTo>
                    <a:pt x="1771126" y="3672960"/>
                  </a:lnTo>
                  <a:lnTo>
                    <a:pt x="1771219" y="3672960"/>
                  </a:lnTo>
                  <a:lnTo>
                    <a:pt x="1771313" y="3672960"/>
                  </a:lnTo>
                  <a:lnTo>
                    <a:pt x="1771406" y="3672960"/>
                  </a:lnTo>
                  <a:lnTo>
                    <a:pt x="1771499" y="3672960"/>
                  </a:lnTo>
                  <a:lnTo>
                    <a:pt x="1771592" y="3672960"/>
                  </a:lnTo>
                  <a:lnTo>
                    <a:pt x="1771686" y="3672960"/>
                  </a:lnTo>
                  <a:lnTo>
                    <a:pt x="1771779" y="3672960"/>
                  </a:lnTo>
                  <a:lnTo>
                    <a:pt x="1771872" y="3672960"/>
                  </a:lnTo>
                  <a:lnTo>
                    <a:pt x="1771965" y="3672960"/>
                  </a:lnTo>
                  <a:lnTo>
                    <a:pt x="1772059" y="3672960"/>
                  </a:lnTo>
                  <a:lnTo>
                    <a:pt x="1772152" y="3672960"/>
                  </a:lnTo>
                  <a:lnTo>
                    <a:pt x="1772245" y="3672960"/>
                  </a:lnTo>
                  <a:lnTo>
                    <a:pt x="1772338" y="3672960"/>
                  </a:lnTo>
                  <a:lnTo>
                    <a:pt x="1772432" y="3672960"/>
                  </a:lnTo>
                  <a:lnTo>
                    <a:pt x="1772525" y="3672960"/>
                  </a:lnTo>
                  <a:lnTo>
                    <a:pt x="1772618" y="3672960"/>
                  </a:lnTo>
                  <a:lnTo>
                    <a:pt x="1772711" y="3672960"/>
                  </a:lnTo>
                  <a:lnTo>
                    <a:pt x="1772805" y="3672960"/>
                  </a:lnTo>
                  <a:lnTo>
                    <a:pt x="1772898" y="3672960"/>
                  </a:lnTo>
                  <a:lnTo>
                    <a:pt x="1772991" y="3672960"/>
                  </a:lnTo>
                  <a:lnTo>
                    <a:pt x="1773084" y="3672960"/>
                  </a:lnTo>
                  <a:lnTo>
                    <a:pt x="1773178" y="3672960"/>
                  </a:lnTo>
                  <a:lnTo>
                    <a:pt x="1773271" y="3672960"/>
                  </a:lnTo>
                  <a:lnTo>
                    <a:pt x="1773364" y="3672960"/>
                  </a:lnTo>
                  <a:lnTo>
                    <a:pt x="1773457" y="3672960"/>
                  </a:lnTo>
                  <a:lnTo>
                    <a:pt x="1773551" y="3672960"/>
                  </a:lnTo>
                  <a:lnTo>
                    <a:pt x="1773644" y="3672960"/>
                  </a:lnTo>
                  <a:lnTo>
                    <a:pt x="1773737" y="3672960"/>
                  </a:lnTo>
                  <a:lnTo>
                    <a:pt x="1773830" y="3672960"/>
                  </a:lnTo>
                  <a:lnTo>
                    <a:pt x="1773924" y="3672960"/>
                  </a:lnTo>
                  <a:lnTo>
                    <a:pt x="1774017" y="3672960"/>
                  </a:lnTo>
                  <a:lnTo>
                    <a:pt x="1774110" y="3672960"/>
                  </a:lnTo>
                  <a:lnTo>
                    <a:pt x="1774203" y="3672960"/>
                  </a:lnTo>
                  <a:lnTo>
                    <a:pt x="1774297" y="3672960"/>
                  </a:lnTo>
                  <a:lnTo>
                    <a:pt x="1774390" y="3672960"/>
                  </a:lnTo>
                  <a:lnTo>
                    <a:pt x="1774483" y="3672960"/>
                  </a:lnTo>
                  <a:lnTo>
                    <a:pt x="1774576" y="3672960"/>
                  </a:lnTo>
                  <a:lnTo>
                    <a:pt x="1774670" y="3672960"/>
                  </a:lnTo>
                  <a:lnTo>
                    <a:pt x="1774763" y="3672960"/>
                  </a:lnTo>
                  <a:lnTo>
                    <a:pt x="1774856" y="3672960"/>
                  </a:lnTo>
                  <a:lnTo>
                    <a:pt x="1774949" y="3672960"/>
                  </a:lnTo>
                  <a:lnTo>
                    <a:pt x="1775043" y="3672960"/>
                  </a:lnTo>
                  <a:lnTo>
                    <a:pt x="1775136" y="3672960"/>
                  </a:lnTo>
                  <a:lnTo>
                    <a:pt x="1775229" y="3672960"/>
                  </a:lnTo>
                  <a:lnTo>
                    <a:pt x="1775322" y="3672960"/>
                  </a:lnTo>
                  <a:lnTo>
                    <a:pt x="1775416" y="3672960"/>
                  </a:lnTo>
                  <a:lnTo>
                    <a:pt x="1775509" y="3672960"/>
                  </a:lnTo>
                  <a:lnTo>
                    <a:pt x="1775602" y="3672960"/>
                  </a:lnTo>
                  <a:lnTo>
                    <a:pt x="1775695" y="3672960"/>
                  </a:lnTo>
                  <a:lnTo>
                    <a:pt x="1775789" y="3672960"/>
                  </a:lnTo>
                  <a:lnTo>
                    <a:pt x="1775882" y="3672960"/>
                  </a:lnTo>
                  <a:lnTo>
                    <a:pt x="1775975" y="3672960"/>
                  </a:lnTo>
                  <a:lnTo>
                    <a:pt x="1776068" y="3672960"/>
                  </a:lnTo>
                  <a:lnTo>
                    <a:pt x="1776161" y="3672960"/>
                  </a:lnTo>
                  <a:lnTo>
                    <a:pt x="1776255" y="3672960"/>
                  </a:lnTo>
                  <a:lnTo>
                    <a:pt x="1776348" y="3672960"/>
                  </a:lnTo>
                  <a:lnTo>
                    <a:pt x="1776441" y="3672960"/>
                  </a:lnTo>
                  <a:lnTo>
                    <a:pt x="1776534" y="3672960"/>
                  </a:lnTo>
                  <a:lnTo>
                    <a:pt x="1776628" y="3672960"/>
                  </a:lnTo>
                  <a:lnTo>
                    <a:pt x="1776721" y="3672960"/>
                  </a:lnTo>
                  <a:lnTo>
                    <a:pt x="1776814" y="3672960"/>
                  </a:lnTo>
                  <a:lnTo>
                    <a:pt x="1776907" y="3672960"/>
                  </a:lnTo>
                  <a:lnTo>
                    <a:pt x="1777001" y="3672960"/>
                  </a:lnTo>
                  <a:lnTo>
                    <a:pt x="1777094" y="3672960"/>
                  </a:lnTo>
                  <a:lnTo>
                    <a:pt x="1777187" y="3672960"/>
                  </a:lnTo>
                  <a:lnTo>
                    <a:pt x="1777280" y="3672960"/>
                  </a:lnTo>
                  <a:lnTo>
                    <a:pt x="1777374" y="3672960"/>
                  </a:lnTo>
                  <a:lnTo>
                    <a:pt x="1777467" y="3672960"/>
                  </a:lnTo>
                  <a:lnTo>
                    <a:pt x="1777560" y="3672960"/>
                  </a:lnTo>
                  <a:lnTo>
                    <a:pt x="1777653" y="3672960"/>
                  </a:lnTo>
                  <a:lnTo>
                    <a:pt x="1777747" y="3672960"/>
                  </a:lnTo>
                  <a:lnTo>
                    <a:pt x="1777840" y="3672960"/>
                  </a:lnTo>
                  <a:lnTo>
                    <a:pt x="1777933" y="3672960"/>
                  </a:lnTo>
                  <a:lnTo>
                    <a:pt x="1778026" y="3672960"/>
                  </a:lnTo>
                  <a:lnTo>
                    <a:pt x="1778120" y="3672960"/>
                  </a:lnTo>
                  <a:lnTo>
                    <a:pt x="1778213" y="3672960"/>
                  </a:lnTo>
                  <a:lnTo>
                    <a:pt x="1778306" y="3672960"/>
                  </a:lnTo>
                  <a:lnTo>
                    <a:pt x="1778399" y="3672960"/>
                  </a:lnTo>
                  <a:lnTo>
                    <a:pt x="1778493" y="3672960"/>
                  </a:lnTo>
                  <a:lnTo>
                    <a:pt x="1778586" y="3672960"/>
                  </a:lnTo>
                  <a:lnTo>
                    <a:pt x="1778679" y="3672960"/>
                  </a:lnTo>
                  <a:lnTo>
                    <a:pt x="1778772" y="3672960"/>
                  </a:lnTo>
                  <a:lnTo>
                    <a:pt x="1778866" y="3672960"/>
                  </a:lnTo>
                  <a:lnTo>
                    <a:pt x="1778959" y="3672960"/>
                  </a:lnTo>
                  <a:lnTo>
                    <a:pt x="1779052" y="3672960"/>
                  </a:lnTo>
                  <a:lnTo>
                    <a:pt x="1779145" y="3672960"/>
                  </a:lnTo>
                  <a:lnTo>
                    <a:pt x="1779239" y="3672960"/>
                  </a:lnTo>
                  <a:lnTo>
                    <a:pt x="1779332" y="3672960"/>
                  </a:lnTo>
                  <a:lnTo>
                    <a:pt x="1779425" y="3672960"/>
                  </a:lnTo>
                  <a:lnTo>
                    <a:pt x="1779518" y="3672960"/>
                  </a:lnTo>
                  <a:lnTo>
                    <a:pt x="1779612" y="3672960"/>
                  </a:lnTo>
                  <a:lnTo>
                    <a:pt x="1779705" y="3672960"/>
                  </a:lnTo>
                  <a:lnTo>
                    <a:pt x="1779798" y="3672960"/>
                  </a:lnTo>
                  <a:lnTo>
                    <a:pt x="1779891" y="3672960"/>
                  </a:lnTo>
                  <a:lnTo>
                    <a:pt x="1779985" y="3672960"/>
                  </a:lnTo>
                  <a:lnTo>
                    <a:pt x="1780078" y="3672960"/>
                  </a:lnTo>
                  <a:lnTo>
                    <a:pt x="1780171" y="3672960"/>
                  </a:lnTo>
                  <a:lnTo>
                    <a:pt x="1780264" y="3672960"/>
                  </a:lnTo>
                  <a:lnTo>
                    <a:pt x="1780358" y="3672960"/>
                  </a:lnTo>
                  <a:lnTo>
                    <a:pt x="1780451" y="3672960"/>
                  </a:lnTo>
                  <a:lnTo>
                    <a:pt x="1780544" y="3672960"/>
                  </a:lnTo>
                  <a:lnTo>
                    <a:pt x="1780637" y="3672960"/>
                  </a:lnTo>
                  <a:lnTo>
                    <a:pt x="1780731" y="3672960"/>
                  </a:lnTo>
                  <a:lnTo>
                    <a:pt x="1780824" y="3672960"/>
                  </a:lnTo>
                  <a:lnTo>
                    <a:pt x="1780917" y="3672960"/>
                  </a:lnTo>
                  <a:lnTo>
                    <a:pt x="1781010" y="3672960"/>
                  </a:lnTo>
                  <a:lnTo>
                    <a:pt x="1781104" y="3672960"/>
                  </a:lnTo>
                  <a:lnTo>
                    <a:pt x="1781197" y="3672960"/>
                  </a:lnTo>
                  <a:lnTo>
                    <a:pt x="1781290" y="3672960"/>
                  </a:lnTo>
                  <a:lnTo>
                    <a:pt x="1781383" y="3672960"/>
                  </a:lnTo>
                  <a:lnTo>
                    <a:pt x="1781477" y="3672960"/>
                  </a:lnTo>
                  <a:lnTo>
                    <a:pt x="1781570" y="3672960"/>
                  </a:lnTo>
                  <a:lnTo>
                    <a:pt x="1781663" y="3672960"/>
                  </a:lnTo>
                  <a:lnTo>
                    <a:pt x="1781756" y="3672960"/>
                  </a:lnTo>
                  <a:lnTo>
                    <a:pt x="1781850" y="3672960"/>
                  </a:lnTo>
                  <a:lnTo>
                    <a:pt x="1781943" y="3672960"/>
                  </a:lnTo>
                  <a:lnTo>
                    <a:pt x="1782036" y="3672960"/>
                  </a:lnTo>
                  <a:lnTo>
                    <a:pt x="1782129" y="3672960"/>
                  </a:lnTo>
                  <a:lnTo>
                    <a:pt x="1782223" y="3672960"/>
                  </a:lnTo>
                  <a:lnTo>
                    <a:pt x="1782316" y="3672960"/>
                  </a:lnTo>
                  <a:lnTo>
                    <a:pt x="1782409" y="3672960"/>
                  </a:lnTo>
                  <a:lnTo>
                    <a:pt x="1782502" y="3672960"/>
                  </a:lnTo>
                  <a:lnTo>
                    <a:pt x="1782596" y="3672960"/>
                  </a:lnTo>
                  <a:lnTo>
                    <a:pt x="1782689" y="3672960"/>
                  </a:lnTo>
                  <a:lnTo>
                    <a:pt x="1782782" y="3672960"/>
                  </a:lnTo>
                  <a:lnTo>
                    <a:pt x="1782875" y="3672960"/>
                  </a:lnTo>
                  <a:lnTo>
                    <a:pt x="1782969" y="3672960"/>
                  </a:lnTo>
                  <a:lnTo>
                    <a:pt x="1783062" y="3672960"/>
                  </a:lnTo>
                  <a:lnTo>
                    <a:pt x="1783155" y="3672960"/>
                  </a:lnTo>
                  <a:lnTo>
                    <a:pt x="1783248" y="3672960"/>
                  </a:lnTo>
                  <a:lnTo>
                    <a:pt x="1783341" y="3672960"/>
                  </a:lnTo>
                  <a:lnTo>
                    <a:pt x="1783435" y="3672960"/>
                  </a:lnTo>
                  <a:lnTo>
                    <a:pt x="1783528" y="3672960"/>
                  </a:lnTo>
                  <a:lnTo>
                    <a:pt x="1783621" y="3672960"/>
                  </a:lnTo>
                  <a:lnTo>
                    <a:pt x="1783714" y="3672960"/>
                  </a:lnTo>
                  <a:lnTo>
                    <a:pt x="1783808" y="3672960"/>
                  </a:lnTo>
                  <a:lnTo>
                    <a:pt x="1783901" y="3672960"/>
                  </a:lnTo>
                  <a:lnTo>
                    <a:pt x="1783994" y="3672960"/>
                  </a:lnTo>
                  <a:lnTo>
                    <a:pt x="1784087" y="3672960"/>
                  </a:lnTo>
                  <a:lnTo>
                    <a:pt x="1784181" y="3672960"/>
                  </a:lnTo>
                  <a:lnTo>
                    <a:pt x="1784274" y="3672960"/>
                  </a:lnTo>
                  <a:lnTo>
                    <a:pt x="1784367" y="3672960"/>
                  </a:lnTo>
                  <a:lnTo>
                    <a:pt x="1784460" y="3672960"/>
                  </a:lnTo>
                  <a:lnTo>
                    <a:pt x="1784554" y="3672960"/>
                  </a:lnTo>
                  <a:lnTo>
                    <a:pt x="1784647" y="3672960"/>
                  </a:lnTo>
                  <a:lnTo>
                    <a:pt x="1784740" y="3672960"/>
                  </a:lnTo>
                  <a:lnTo>
                    <a:pt x="1784833" y="3672960"/>
                  </a:lnTo>
                  <a:lnTo>
                    <a:pt x="1784927" y="3672960"/>
                  </a:lnTo>
                  <a:lnTo>
                    <a:pt x="1785020" y="3672960"/>
                  </a:lnTo>
                  <a:lnTo>
                    <a:pt x="1785113" y="3672960"/>
                  </a:lnTo>
                  <a:lnTo>
                    <a:pt x="1785206" y="3672960"/>
                  </a:lnTo>
                  <a:lnTo>
                    <a:pt x="1785300" y="3672960"/>
                  </a:lnTo>
                  <a:lnTo>
                    <a:pt x="1785393" y="3672960"/>
                  </a:lnTo>
                  <a:lnTo>
                    <a:pt x="1785486" y="3672960"/>
                  </a:lnTo>
                  <a:lnTo>
                    <a:pt x="1785579" y="3672960"/>
                  </a:lnTo>
                  <a:lnTo>
                    <a:pt x="1785673" y="3672960"/>
                  </a:lnTo>
                  <a:lnTo>
                    <a:pt x="1785766" y="3672960"/>
                  </a:lnTo>
                  <a:lnTo>
                    <a:pt x="1785859" y="3672960"/>
                  </a:lnTo>
                  <a:lnTo>
                    <a:pt x="1785952" y="3672960"/>
                  </a:lnTo>
                  <a:lnTo>
                    <a:pt x="1786046" y="3672960"/>
                  </a:lnTo>
                  <a:lnTo>
                    <a:pt x="1786139" y="3672960"/>
                  </a:lnTo>
                  <a:lnTo>
                    <a:pt x="1786232" y="3672960"/>
                  </a:lnTo>
                  <a:lnTo>
                    <a:pt x="1786325" y="3672960"/>
                  </a:lnTo>
                  <a:lnTo>
                    <a:pt x="1786419" y="3672960"/>
                  </a:lnTo>
                  <a:lnTo>
                    <a:pt x="1786512" y="3672960"/>
                  </a:lnTo>
                  <a:lnTo>
                    <a:pt x="1786605" y="3672960"/>
                  </a:lnTo>
                  <a:lnTo>
                    <a:pt x="1786698" y="3672960"/>
                  </a:lnTo>
                  <a:lnTo>
                    <a:pt x="1786792" y="3672960"/>
                  </a:lnTo>
                  <a:lnTo>
                    <a:pt x="1786885" y="3672960"/>
                  </a:lnTo>
                  <a:lnTo>
                    <a:pt x="1786978" y="3672960"/>
                  </a:lnTo>
                  <a:lnTo>
                    <a:pt x="1787071" y="3672960"/>
                  </a:lnTo>
                  <a:lnTo>
                    <a:pt x="1787165" y="3672960"/>
                  </a:lnTo>
                  <a:lnTo>
                    <a:pt x="1787258" y="3672960"/>
                  </a:lnTo>
                  <a:lnTo>
                    <a:pt x="1787351" y="3672960"/>
                  </a:lnTo>
                  <a:lnTo>
                    <a:pt x="1787444" y="3672960"/>
                  </a:lnTo>
                  <a:lnTo>
                    <a:pt x="1787538" y="3672960"/>
                  </a:lnTo>
                  <a:lnTo>
                    <a:pt x="1787631" y="3672960"/>
                  </a:lnTo>
                  <a:lnTo>
                    <a:pt x="1787724" y="3672960"/>
                  </a:lnTo>
                  <a:lnTo>
                    <a:pt x="1787817" y="3672960"/>
                  </a:lnTo>
                  <a:lnTo>
                    <a:pt x="1787911" y="3672960"/>
                  </a:lnTo>
                  <a:lnTo>
                    <a:pt x="1788004" y="3672960"/>
                  </a:lnTo>
                  <a:lnTo>
                    <a:pt x="1788097" y="3672960"/>
                  </a:lnTo>
                  <a:lnTo>
                    <a:pt x="1788190" y="3672960"/>
                  </a:lnTo>
                  <a:lnTo>
                    <a:pt x="1788284" y="3672960"/>
                  </a:lnTo>
                  <a:lnTo>
                    <a:pt x="1788377" y="3672960"/>
                  </a:lnTo>
                  <a:lnTo>
                    <a:pt x="1788470" y="3672960"/>
                  </a:lnTo>
                  <a:lnTo>
                    <a:pt x="1788563" y="3672960"/>
                  </a:lnTo>
                  <a:lnTo>
                    <a:pt x="1788657" y="3672960"/>
                  </a:lnTo>
                  <a:lnTo>
                    <a:pt x="1788750" y="3672960"/>
                  </a:lnTo>
                  <a:lnTo>
                    <a:pt x="1788843" y="3672960"/>
                  </a:lnTo>
                  <a:lnTo>
                    <a:pt x="1788936" y="3672960"/>
                  </a:lnTo>
                  <a:lnTo>
                    <a:pt x="1789030" y="3672960"/>
                  </a:lnTo>
                  <a:lnTo>
                    <a:pt x="1789123" y="3672960"/>
                  </a:lnTo>
                  <a:lnTo>
                    <a:pt x="1789216" y="3672960"/>
                  </a:lnTo>
                  <a:lnTo>
                    <a:pt x="1789309" y="3672960"/>
                  </a:lnTo>
                  <a:lnTo>
                    <a:pt x="1789403" y="3672960"/>
                  </a:lnTo>
                  <a:lnTo>
                    <a:pt x="1789496" y="3672960"/>
                  </a:lnTo>
                  <a:lnTo>
                    <a:pt x="1789589" y="3672960"/>
                  </a:lnTo>
                  <a:lnTo>
                    <a:pt x="1789682" y="3672960"/>
                  </a:lnTo>
                  <a:lnTo>
                    <a:pt x="1789776" y="3672960"/>
                  </a:lnTo>
                  <a:lnTo>
                    <a:pt x="1789869" y="3672960"/>
                  </a:lnTo>
                  <a:lnTo>
                    <a:pt x="1789962" y="3672960"/>
                  </a:lnTo>
                  <a:lnTo>
                    <a:pt x="1790055" y="3672960"/>
                  </a:lnTo>
                  <a:lnTo>
                    <a:pt x="1790148" y="3672960"/>
                  </a:lnTo>
                  <a:lnTo>
                    <a:pt x="1790242" y="3672960"/>
                  </a:lnTo>
                  <a:lnTo>
                    <a:pt x="1790335" y="3672960"/>
                  </a:lnTo>
                  <a:lnTo>
                    <a:pt x="1790428" y="3672960"/>
                  </a:lnTo>
                  <a:lnTo>
                    <a:pt x="1790521" y="3672960"/>
                  </a:lnTo>
                  <a:lnTo>
                    <a:pt x="1790615" y="3672960"/>
                  </a:lnTo>
                  <a:lnTo>
                    <a:pt x="1790708" y="3672960"/>
                  </a:lnTo>
                  <a:lnTo>
                    <a:pt x="1790801" y="3672960"/>
                  </a:lnTo>
                  <a:lnTo>
                    <a:pt x="1790894" y="3672960"/>
                  </a:lnTo>
                  <a:lnTo>
                    <a:pt x="1790988" y="3672960"/>
                  </a:lnTo>
                  <a:lnTo>
                    <a:pt x="1791081" y="3672960"/>
                  </a:lnTo>
                  <a:lnTo>
                    <a:pt x="1791174" y="3672960"/>
                  </a:lnTo>
                  <a:lnTo>
                    <a:pt x="1791267" y="3672960"/>
                  </a:lnTo>
                  <a:lnTo>
                    <a:pt x="1791361" y="3672960"/>
                  </a:lnTo>
                  <a:lnTo>
                    <a:pt x="1791454" y="3672960"/>
                  </a:lnTo>
                  <a:lnTo>
                    <a:pt x="1791547" y="3672960"/>
                  </a:lnTo>
                  <a:lnTo>
                    <a:pt x="1791640" y="3672960"/>
                  </a:lnTo>
                  <a:lnTo>
                    <a:pt x="1791734" y="3672960"/>
                  </a:lnTo>
                  <a:lnTo>
                    <a:pt x="1791827" y="3672960"/>
                  </a:lnTo>
                  <a:lnTo>
                    <a:pt x="1791920" y="3672960"/>
                  </a:lnTo>
                  <a:lnTo>
                    <a:pt x="1792013" y="3672960"/>
                  </a:lnTo>
                  <a:lnTo>
                    <a:pt x="1792107" y="3672960"/>
                  </a:lnTo>
                  <a:lnTo>
                    <a:pt x="1792200" y="3672960"/>
                  </a:lnTo>
                  <a:lnTo>
                    <a:pt x="1792293" y="3672960"/>
                  </a:lnTo>
                  <a:lnTo>
                    <a:pt x="1792386" y="3672960"/>
                  </a:lnTo>
                  <a:lnTo>
                    <a:pt x="1792480" y="3672960"/>
                  </a:lnTo>
                  <a:lnTo>
                    <a:pt x="1792573" y="3672960"/>
                  </a:lnTo>
                  <a:lnTo>
                    <a:pt x="1792666" y="3672960"/>
                  </a:lnTo>
                  <a:lnTo>
                    <a:pt x="1792759" y="3672960"/>
                  </a:lnTo>
                  <a:lnTo>
                    <a:pt x="1792853" y="3672960"/>
                  </a:lnTo>
                  <a:lnTo>
                    <a:pt x="1792946" y="3672960"/>
                  </a:lnTo>
                  <a:lnTo>
                    <a:pt x="1793039" y="3672960"/>
                  </a:lnTo>
                  <a:lnTo>
                    <a:pt x="1793132" y="3672960"/>
                  </a:lnTo>
                  <a:lnTo>
                    <a:pt x="1793226" y="3672960"/>
                  </a:lnTo>
                  <a:lnTo>
                    <a:pt x="1793319" y="3672960"/>
                  </a:lnTo>
                  <a:lnTo>
                    <a:pt x="1793412" y="3672960"/>
                  </a:lnTo>
                  <a:lnTo>
                    <a:pt x="1793505" y="3672960"/>
                  </a:lnTo>
                  <a:lnTo>
                    <a:pt x="1793599" y="3672960"/>
                  </a:lnTo>
                  <a:lnTo>
                    <a:pt x="1793692" y="3672960"/>
                  </a:lnTo>
                  <a:lnTo>
                    <a:pt x="1793692" y="3663006"/>
                  </a:lnTo>
                  <a:lnTo>
                    <a:pt x="1793785" y="3663006"/>
                  </a:lnTo>
                  <a:lnTo>
                    <a:pt x="1793878" y="3663006"/>
                  </a:lnTo>
                  <a:lnTo>
                    <a:pt x="1793972" y="3663006"/>
                  </a:lnTo>
                  <a:lnTo>
                    <a:pt x="1794065" y="3663006"/>
                  </a:lnTo>
                  <a:lnTo>
                    <a:pt x="1794158" y="3663006"/>
                  </a:lnTo>
                  <a:lnTo>
                    <a:pt x="1794251" y="3663006"/>
                  </a:lnTo>
                  <a:lnTo>
                    <a:pt x="1794345" y="3663006"/>
                  </a:lnTo>
                  <a:lnTo>
                    <a:pt x="1794438" y="3663006"/>
                  </a:lnTo>
                  <a:lnTo>
                    <a:pt x="1794531" y="3663006"/>
                  </a:lnTo>
                  <a:lnTo>
                    <a:pt x="1794624" y="3663006"/>
                  </a:lnTo>
                  <a:lnTo>
                    <a:pt x="1794718" y="3663006"/>
                  </a:lnTo>
                  <a:lnTo>
                    <a:pt x="1794811" y="3663006"/>
                  </a:lnTo>
                  <a:lnTo>
                    <a:pt x="1794904" y="3663006"/>
                  </a:lnTo>
                  <a:lnTo>
                    <a:pt x="1794997" y="3663006"/>
                  </a:lnTo>
                  <a:lnTo>
                    <a:pt x="1795091" y="3663006"/>
                  </a:lnTo>
                  <a:lnTo>
                    <a:pt x="1795184" y="3663006"/>
                  </a:lnTo>
                  <a:lnTo>
                    <a:pt x="1795277" y="3663006"/>
                  </a:lnTo>
                  <a:lnTo>
                    <a:pt x="1795370" y="3663006"/>
                  </a:lnTo>
                  <a:lnTo>
                    <a:pt x="1795464" y="3663006"/>
                  </a:lnTo>
                  <a:lnTo>
                    <a:pt x="1795557" y="3663006"/>
                  </a:lnTo>
                  <a:lnTo>
                    <a:pt x="1795650" y="3663006"/>
                  </a:lnTo>
                  <a:lnTo>
                    <a:pt x="1795743" y="3663006"/>
                  </a:lnTo>
                  <a:lnTo>
                    <a:pt x="1795837" y="3663006"/>
                  </a:lnTo>
                  <a:lnTo>
                    <a:pt x="1795930" y="3663006"/>
                  </a:lnTo>
                  <a:lnTo>
                    <a:pt x="1796023" y="3663006"/>
                  </a:lnTo>
                  <a:lnTo>
                    <a:pt x="1796116" y="3663006"/>
                  </a:lnTo>
                  <a:lnTo>
                    <a:pt x="1796210" y="3663006"/>
                  </a:lnTo>
                  <a:lnTo>
                    <a:pt x="1796303" y="3663006"/>
                  </a:lnTo>
                  <a:lnTo>
                    <a:pt x="1796396" y="3663006"/>
                  </a:lnTo>
                  <a:lnTo>
                    <a:pt x="1796489" y="3663006"/>
                  </a:lnTo>
                  <a:lnTo>
                    <a:pt x="1796583" y="3663006"/>
                  </a:lnTo>
                  <a:lnTo>
                    <a:pt x="1796676" y="3663006"/>
                  </a:lnTo>
                  <a:lnTo>
                    <a:pt x="1796769" y="3663006"/>
                  </a:lnTo>
                  <a:lnTo>
                    <a:pt x="1796862" y="3663006"/>
                  </a:lnTo>
                  <a:lnTo>
                    <a:pt x="1796955" y="3663006"/>
                  </a:lnTo>
                  <a:lnTo>
                    <a:pt x="1797049" y="3663006"/>
                  </a:lnTo>
                  <a:lnTo>
                    <a:pt x="1797142" y="3663006"/>
                  </a:lnTo>
                  <a:lnTo>
                    <a:pt x="1797235" y="3663006"/>
                  </a:lnTo>
                  <a:lnTo>
                    <a:pt x="1797328" y="3663006"/>
                  </a:lnTo>
                  <a:lnTo>
                    <a:pt x="1797422" y="3663006"/>
                  </a:lnTo>
                  <a:lnTo>
                    <a:pt x="1797515" y="3663006"/>
                  </a:lnTo>
                  <a:lnTo>
                    <a:pt x="1797608" y="3663006"/>
                  </a:lnTo>
                  <a:lnTo>
                    <a:pt x="1797701" y="3663006"/>
                  </a:lnTo>
                  <a:lnTo>
                    <a:pt x="1797795" y="3663006"/>
                  </a:lnTo>
                  <a:lnTo>
                    <a:pt x="1797888" y="3663006"/>
                  </a:lnTo>
                  <a:lnTo>
                    <a:pt x="1797981" y="3663006"/>
                  </a:lnTo>
                  <a:lnTo>
                    <a:pt x="1798074" y="3663006"/>
                  </a:lnTo>
                  <a:lnTo>
                    <a:pt x="1798168" y="3663006"/>
                  </a:lnTo>
                  <a:lnTo>
                    <a:pt x="1798261" y="3663006"/>
                  </a:lnTo>
                  <a:lnTo>
                    <a:pt x="1798354" y="3663006"/>
                  </a:lnTo>
                  <a:lnTo>
                    <a:pt x="1798447" y="3663006"/>
                  </a:lnTo>
                  <a:lnTo>
                    <a:pt x="1798541" y="3663006"/>
                  </a:lnTo>
                  <a:lnTo>
                    <a:pt x="1798634" y="3663006"/>
                  </a:lnTo>
                  <a:lnTo>
                    <a:pt x="1798727" y="3663006"/>
                  </a:lnTo>
                  <a:lnTo>
                    <a:pt x="1798820" y="3663006"/>
                  </a:lnTo>
                  <a:lnTo>
                    <a:pt x="1798914" y="3663006"/>
                  </a:lnTo>
                  <a:lnTo>
                    <a:pt x="1799007" y="3663006"/>
                  </a:lnTo>
                  <a:lnTo>
                    <a:pt x="1799100" y="3663006"/>
                  </a:lnTo>
                  <a:lnTo>
                    <a:pt x="1799193" y="3663006"/>
                  </a:lnTo>
                  <a:lnTo>
                    <a:pt x="1799287" y="3663006"/>
                  </a:lnTo>
                  <a:lnTo>
                    <a:pt x="1799380" y="3663006"/>
                  </a:lnTo>
                  <a:lnTo>
                    <a:pt x="1799473" y="3663006"/>
                  </a:lnTo>
                  <a:lnTo>
                    <a:pt x="1799566" y="3663006"/>
                  </a:lnTo>
                  <a:lnTo>
                    <a:pt x="1799660" y="3663006"/>
                  </a:lnTo>
                  <a:lnTo>
                    <a:pt x="1799753" y="3663006"/>
                  </a:lnTo>
                  <a:lnTo>
                    <a:pt x="1799846" y="3663006"/>
                  </a:lnTo>
                  <a:lnTo>
                    <a:pt x="1799939" y="3663006"/>
                  </a:lnTo>
                  <a:lnTo>
                    <a:pt x="1800033" y="3663006"/>
                  </a:lnTo>
                  <a:lnTo>
                    <a:pt x="1800126" y="3663006"/>
                  </a:lnTo>
                  <a:lnTo>
                    <a:pt x="1800219" y="3663006"/>
                  </a:lnTo>
                  <a:lnTo>
                    <a:pt x="1800312" y="3663006"/>
                  </a:lnTo>
                  <a:lnTo>
                    <a:pt x="1800406" y="3663006"/>
                  </a:lnTo>
                  <a:lnTo>
                    <a:pt x="1800499" y="3663006"/>
                  </a:lnTo>
                  <a:lnTo>
                    <a:pt x="1800592" y="3663006"/>
                  </a:lnTo>
                  <a:lnTo>
                    <a:pt x="1800685" y="3663006"/>
                  </a:lnTo>
                  <a:lnTo>
                    <a:pt x="1800779" y="3663006"/>
                  </a:lnTo>
                  <a:lnTo>
                    <a:pt x="1800872" y="3663006"/>
                  </a:lnTo>
                  <a:lnTo>
                    <a:pt x="1800965" y="3663006"/>
                  </a:lnTo>
                  <a:lnTo>
                    <a:pt x="1801058" y="3663006"/>
                  </a:lnTo>
                  <a:lnTo>
                    <a:pt x="1801152" y="3663006"/>
                  </a:lnTo>
                  <a:lnTo>
                    <a:pt x="1801245" y="3663006"/>
                  </a:lnTo>
                  <a:lnTo>
                    <a:pt x="1801245" y="3653052"/>
                  </a:lnTo>
                  <a:lnTo>
                    <a:pt x="1801338" y="3653052"/>
                  </a:lnTo>
                  <a:lnTo>
                    <a:pt x="1801431" y="3653052"/>
                  </a:lnTo>
                  <a:lnTo>
                    <a:pt x="1801525" y="3653052"/>
                  </a:lnTo>
                  <a:lnTo>
                    <a:pt x="1801618" y="3653052"/>
                  </a:lnTo>
                  <a:lnTo>
                    <a:pt x="1801711" y="3653052"/>
                  </a:lnTo>
                  <a:lnTo>
                    <a:pt x="1801804" y="3653052"/>
                  </a:lnTo>
                  <a:lnTo>
                    <a:pt x="1801898" y="3653052"/>
                  </a:lnTo>
                  <a:lnTo>
                    <a:pt x="1801991" y="3653052"/>
                  </a:lnTo>
                  <a:lnTo>
                    <a:pt x="1802084" y="3653052"/>
                  </a:lnTo>
                  <a:lnTo>
                    <a:pt x="1802177" y="3653052"/>
                  </a:lnTo>
                  <a:lnTo>
                    <a:pt x="1802271" y="3653052"/>
                  </a:lnTo>
                  <a:lnTo>
                    <a:pt x="1802364" y="3653052"/>
                  </a:lnTo>
                  <a:lnTo>
                    <a:pt x="1802457" y="3653052"/>
                  </a:lnTo>
                  <a:lnTo>
                    <a:pt x="1802550" y="3653052"/>
                  </a:lnTo>
                  <a:lnTo>
                    <a:pt x="1802644" y="3653052"/>
                  </a:lnTo>
                  <a:lnTo>
                    <a:pt x="1802737" y="3653052"/>
                  </a:lnTo>
                  <a:lnTo>
                    <a:pt x="1802830" y="3653052"/>
                  </a:lnTo>
                  <a:lnTo>
                    <a:pt x="1802923" y="3653052"/>
                  </a:lnTo>
                  <a:lnTo>
                    <a:pt x="1803017" y="3653052"/>
                  </a:lnTo>
                  <a:lnTo>
                    <a:pt x="1803110" y="3653052"/>
                  </a:lnTo>
                  <a:lnTo>
                    <a:pt x="1803203" y="3653052"/>
                  </a:lnTo>
                  <a:lnTo>
                    <a:pt x="1803296" y="3653052"/>
                  </a:lnTo>
                  <a:lnTo>
                    <a:pt x="1803390" y="3653052"/>
                  </a:lnTo>
                  <a:lnTo>
                    <a:pt x="1803483" y="3653052"/>
                  </a:lnTo>
                  <a:lnTo>
                    <a:pt x="1803576" y="3653052"/>
                  </a:lnTo>
                  <a:lnTo>
                    <a:pt x="1803669" y="3653052"/>
                  </a:lnTo>
                  <a:lnTo>
                    <a:pt x="1803763" y="3653052"/>
                  </a:lnTo>
                  <a:lnTo>
                    <a:pt x="1803856" y="3653052"/>
                  </a:lnTo>
                  <a:lnTo>
                    <a:pt x="1803949" y="3653052"/>
                  </a:lnTo>
                  <a:lnTo>
                    <a:pt x="1804042" y="3653052"/>
                  </a:lnTo>
                  <a:lnTo>
                    <a:pt x="1804135" y="3653052"/>
                  </a:lnTo>
                  <a:lnTo>
                    <a:pt x="1804229" y="3653052"/>
                  </a:lnTo>
                  <a:lnTo>
                    <a:pt x="1804322" y="3653052"/>
                  </a:lnTo>
                  <a:lnTo>
                    <a:pt x="1804415" y="3653052"/>
                  </a:lnTo>
                  <a:lnTo>
                    <a:pt x="1804508" y="3653052"/>
                  </a:lnTo>
                  <a:lnTo>
                    <a:pt x="1804602" y="3653052"/>
                  </a:lnTo>
                  <a:lnTo>
                    <a:pt x="1804695" y="3653052"/>
                  </a:lnTo>
                  <a:lnTo>
                    <a:pt x="1804788" y="3653052"/>
                  </a:lnTo>
                  <a:lnTo>
                    <a:pt x="1804881" y="3653052"/>
                  </a:lnTo>
                  <a:lnTo>
                    <a:pt x="1804975" y="3653052"/>
                  </a:lnTo>
                  <a:lnTo>
                    <a:pt x="1805068" y="3653052"/>
                  </a:lnTo>
                  <a:lnTo>
                    <a:pt x="1805161" y="3653052"/>
                  </a:lnTo>
                  <a:lnTo>
                    <a:pt x="1805254" y="3653052"/>
                  </a:lnTo>
                  <a:lnTo>
                    <a:pt x="1805348" y="3653052"/>
                  </a:lnTo>
                  <a:lnTo>
                    <a:pt x="1805441" y="3653052"/>
                  </a:lnTo>
                  <a:lnTo>
                    <a:pt x="1805534" y="3653052"/>
                  </a:lnTo>
                  <a:lnTo>
                    <a:pt x="1805627" y="3653052"/>
                  </a:lnTo>
                  <a:lnTo>
                    <a:pt x="1805721" y="3653052"/>
                  </a:lnTo>
                  <a:lnTo>
                    <a:pt x="1805814" y="3653052"/>
                  </a:lnTo>
                  <a:lnTo>
                    <a:pt x="1805907" y="3653052"/>
                  </a:lnTo>
                  <a:lnTo>
                    <a:pt x="1806000" y="3653052"/>
                  </a:lnTo>
                  <a:lnTo>
                    <a:pt x="1806094" y="3653052"/>
                  </a:lnTo>
                  <a:lnTo>
                    <a:pt x="1806187" y="3653052"/>
                  </a:lnTo>
                  <a:lnTo>
                    <a:pt x="1806280" y="3653052"/>
                  </a:lnTo>
                  <a:lnTo>
                    <a:pt x="1806373" y="3653052"/>
                  </a:lnTo>
                  <a:lnTo>
                    <a:pt x="1806467" y="3653052"/>
                  </a:lnTo>
                  <a:lnTo>
                    <a:pt x="1806560" y="3653052"/>
                  </a:lnTo>
                  <a:lnTo>
                    <a:pt x="1806653" y="3653052"/>
                  </a:lnTo>
                  <a:lnTo>
                    <a:pt x="1806746" y="3653052"/>
                  </a:lnTo>
                  <a:lnTo>
                    <a:pt x="1806840" y="3653052"/>
                  </a:lnTo>
                  <a:lnTo>
                    <a:pt x="1806933" y="3653052"/>
                  </a:lnTo>
                  <a:lnTo>
                    <a:pt x="1807026" y="3653052"/>
                  </a:lnTo>
                  <a:lnTo>
                    <a:pt x="1807119" y="3653052"/>
                  </a:lnTo>
                  <a:lnTo>
                    <a:pt x="1807213" y="3653052"/>
                  </a:lnTo>
                  <a:lnTo>
                    <a:pt x="1807306" y="3653052"/>
                  </a:lnTo>
                  <a:lnTo>
                    <a:pt x="1807399" y="3653052"/>
                  </a:lnTo>
                  <a:lnTo>
                    <a:pt x="1807492" y="3653052"/>
                  </a:lnTo>
                  <a:lnTo>
                    <a:pt x="1807586" y="3653052"/>
                  </a:lnTo>
                  <a:lnTo>
                    <a:pt x="1807679" y="3653052"/>
                  </a:lnTo>
                  <a:lnTo>
                    <a:pt x="1807772" y="3653052"/>
                  </a:lnTo>
                  <a:lnTo>
                    <a:pt x="1807865" y="3653052"/>
                  </a:lnTo>
                  <a:lnTo>
                    <a:pt x="1807959" y="3653052"/>
                  </a:lnTo>
                  <a:lnTo>
                    <a:pt x="1808052" y="3653052"/>
                  </a:lnTo>
                  <a:lnTo>
                    <a:pt x="1808145" y="3653052"/>
                  </a:lnTo>
                  <a:lnTo>
                    <a:pt x="1808238" y="3653052"/>
                  </a:lnTo>
                  <a:lnTo>
                    <a:pt x="1808332" y="3653052"/>
                  </a:lnTo>
                  <a:lnTo>
                    <a:pt x="1808425" y="3653052"/>
                  </a:lnTo>
                  <a:lnTo>
                    <a:pt x="1808518" y="3653052"/>
                  </a:lnTo>
                  <a:lnTo>
                    <a:pt x="1808611" y="3653052"/>
                  </a:lnTo>
                  <a:lnTo>
                    <a:pt x="1808705" y="3653052"/>
                  </a:lnTo>
                  <a:lnTo>
                    <a:pt x="1808798" y="3653052"/>
                  </a:lnTo>
                  <a:lnTo>
                    <a:pt x="1808891" y="3653052"/>
                  </a:lnTo>
                  <a:lnTo>
                    <a:pt x="1808984" y="3653052"/>
                  </a:lnTo>
                  <a:lnTo>
                    <a:pt x="1809078" y="3653052"/>
                  </a:lnTo>
                  <a:lnTo>
                    <a:pt x="1809171" y="3653052"/>
                  </a:lnTo>
                  <a:lnTo>
                    <a:pt x="1809264" y="3653052"/>
                  </a:lnTo>
                  <a:lnTo>
                    <a:pt x="1809357" y="3653052"/>
                  </a:lnTo>
                  <a:lnTo>
                    <a:pt x="1809451" y="3653052"/>
                  </a:lnTo>
                  <a:lnTo>
                    <a:pt x="1809544" y="3653052"/>
                  </a:lnTo>
                  <a:lnTo>
                    <a:pt x="1809637" y="3653052"/>
                  </a:lnTo>
                  <a:lnTo>
                    <a:pt x="1809730" y="3653052"/>
                  </a:lnTo>
                  <a:lnTo>
                    <a:pt x="1809824" y="3653052"/>
                  </a:lnTo>
                  <a:lnTo>
                    <a:pt x="1809824" y="3643099"/>
                  </a:lnTo>
                  <a:lnTo>
                    <a:pt x="1809917" y="3643099"/>
                  </a:lnTo>
                  <a:lnTo>
                    <a:pt x="1810010" y="3643099"/>
                  </a:lnTo>
                  <a:lnTo>
                    <a:pt x="1810103" y="3643099"/>
                  </a:lnTo>
                  <a:lnTo>
                    <a:pt x="1810197" y="3643099"/>
                  </a:lnTo>
                  <a:lnTo>
                    <a:pt x="1810290" y="3643099"/>
                  </a:lnTo>
                  <a:lnTo>
                    <a:pt x="1810383" y="3643099"/>
                  </a:lnTo>
                  <a:lnTo>
                    <a:pt x="1810476" y="3643099"/>
                  </a:lnTo>
                  <a:lnTo>
                    <a:pt x="1810570" y="3643099"/>
                  </a:lnTo>
                  <a:lnTo>
                    <a:pt x="1810663" y="3643099"/>
                  </a:lnTo>
                  <a:lnTo>
                    <a:pt x="1810756" y="3643099"/>
                  </a:lnTo>
                  <a:lnTo>
                    <a:pt x="1810849" y="3643099"/>
                  </a:lnTo>
                  <a:lnTo>
                    <a:pt x="1810942" y="3643099"/>
                  </a:lnTo>
                  <a:lnTo>
                    <a:pt x="1811036" y="3643099"/>
                  </a:lnTo>
                  <a:lnTo>
                    <a:pt x="1811129" y="3643099"/>
                  </a:lnTo>
                  <a:lnTo>
                    <a:pt x="1811222" y="3643099"/>
                  </a:lnTo>
                  <a:lnTo>
                    <a:pt x="1811315" y="3643099"/>
                  </a:lnTo>
                  <a:lnTo>
                    <a:pt x="1811409" y="3643099"/>
                  </a:lnTo>
                  <a:lnTo>
                    <a:pt x="1811502" y="3643099"/>
                  </a:lnTo>
                  <a:lnTo>
                    <a:pt x="1811595" y="3643099"/>
                  </a:lnTo>
                  <a:lnTo>
                    <a:pt x="1811688" y="3643099"/>
                  </a:lnTo>
                  <a:lnTo>
                    <a:pt x="1811782" y="3643099"/>
                  </a:lnTo>
                  <a:lnTo>
                    <a:pt x="1811875" y="3643099"/>
                  </a:lnTo>
                  <a:lnTo>
                    <a:pt x="1811968" y="3643099"/>
                  </a:lnTo>
                  <a:lnTo>
                    <a:pt x="1812061" y="3643099"/>
                  </a:lnTo>
                  <a:lnTo>
                    <a:pt x="1812155" y="3643099"/>
                  </a:lnTo>
                  <a:lnTo>
                    <a:pt x="1812248" y="3643099"/>
                  </a:lnTo>
                  <a:lnTo>
                    <a:pt x="1812341" y="3643099"/>
                  </a:lnTo>
                  <a:lnTo>
                    <a:pt x="1812434" y="3643099"/>
                  </a:lnTo>
                  <a:lnTo>
                    <a:pt x="1812528" y="3643099"/>
                  </a:lnTo>
                  <a:lnTo>
                    <a:pt x="1812621" y="3643099"/>
                  </a:lnTo>
                  <a:lnTo>
                    <a:pt x="1812714" y="3643099"/>
                  </a:lnTo>
                  <a:lnTo>
                    <a:pt x="1812807" y="3643099"/>
                  </a:lnTo>
                  <a:lnTo>
                    <a:pt x="1812901" y="3643099"/>
                  </a:lnTo>
                  <a:lnTo>
                    <a:pt x="1812994" y="3643099"/>
                  </a:lnTo>
                  <a:lnTo>
                    <a:pt x="1813087" y="3643099"/>
                  </a:lnTo>
                  <a:lnTo>
                    <a:pt x="1813180" y="3643099"/>
                  </a:lnTo>
                  <a:lnTo>
                    <a:pt x="1813274" y="3643099"/>
                  </a:lnTo>
                  <a:lnTo>
                    <a:pt x="1813367" y="3643099"/>
                  </a:lnTo>
                  <a:lnTo>
                    <a:pt x="1813460" y="3643099"/>
                  </a:lnTo>
                  <a:lnTo>
                    <a:pt x="1813553" y="3643099"/>
                  </a:lnTo>
                  <a:lnTo>
                    <a:pt x="1813647" y="3643099"/>
                  </a:lnTo>
                  <a:lnTo>
                    <a:pt x="1813740" y="3643099"/>
                  </a:lnTo>
                  <a:lnTo>
                    <a:pt x="1813833" y="3643099"/>
                  </a:lnTo>
                  <a:lnTo>
                    <a:pt x="1813926" y="3643099"/>
                  </a:lnTo>
                  <a:lnTo>
                    <a:pt x="1814020" y="3643099"/>
                  </a:lnTo>
                  <a:lnTo>
                    <a:pt x="1814113" y="3643099"/>
                  </a:lnTo>
                  <a:lnTo>
                    <a:pt x="1814206" y="3643099"/>
                  </a:lnTo>
                  <a:lnTo>
                    <a:pt x="1814299" y="3643099"/>
                  </a:lnTo>
                  <a:lnTo>
                    <a:pt x="1814393" y="3643099"/>
                  </a:lnTo>
                  <a:lnTo>
                    <a:pt x="1814486" y="3643099"/>
                  </a:lnTo>
                  <a:lnTo>
                    <a:pt x="1814579" y="3643099"/>
                  </a:lnTo>
                  <a:lnTo>
                    <a:pt x="1814672" y="3643099"/>
                  </a:lnTo>
                  <a:lnTo>
                    <a:pt x="1814766" y="3643099"/>
                  </a:lnTo>
                  <a:lnTo>
                    <a:pt x="1814859" y="3643099"/>
                  </a:lnTo>
                  <a:lnTo>
                    <a:pt x="1814952" y="3643099"/>
                  </a:lnTo>
                  <a:lnTo>
                    <a:pt x="1815045" y="3643099"/>
                  </a:lnTo>
                  <a:lnTo>
                    <a:pt x="1815139" y="3643099"/>
                  </a:lnTo>
                  <a:lnTo>
                    <a:pt x="1815232" y="3643099"/>
                  </a:lnTo>
                  <a:lnTo>
                    <a:pt x="1815325" y="3643099"/>
                  </a:lnTo>
                  <a:lnTo>
                    <a:pt x="1815418" y="3643099"/>
                  </a:lnTo>
                  <a:lnTo>
                    <a:pt x="1815512" y="3643099"/>
                  </a:lnTo>
                  <a:lnTo>
                    <a:pt x="1815605" y="3643099"/>
                  </a:lnTo>
                  <a:lnTo>
                    <a:pt x="1815698" y="3643099"/>
                  </a:lnTo>
                  <a:lnTo>
                    <a:pt x="1815791" y="3643099"/>
                  </a:lnTo>
                  <a:lnTo>
                    <a:pt x="1815885" y="3643099"/>
                  </a:lnTo>
                  <a:lnTo>
                    <a:pt x="1815978" y="3643099"/>
                  </a:lnTo>
                  <a:lnTo>
                    <a:pt x="1816071" y="3643099"/>
                  </a:lnTo>
                  <a:lnTo>
                    <a:pt x="1816164" y="3643099"/>
                  </a:lnTo>
                  <a:lnTo>
                    <a:pt x="1816258" y="3643099"/>
                  </a:lnTo>
                  <a:lnTo>
                    <a:pt x="1816351" y="3643099"/>
                  </a:lnTo>
                  <a:lnTo>
                    <a:pt x="1816444" y="3643099"/>
                  </a:lnTo>
                  <a:lnTo>
                    <a:pt x="1816537" y="3643099"/>
                  </a:lnTo>
                  <a:lnTo>
                    <a:pt x="1816631" y="3643099"/>
                  </a:lnTo>
                  <a:lnTo>
                    <a:pt x="1816724" y="3643099"/>
                  </a:lnTo>
                  <a:lnTo>
                    <a:pt x="1816817" y="3643099"/>
                  </a:lnTo>
                  <a:lnTo>
                    <a:pt x="1816910" y="3643099"/>
                  </a:lnTo>
                  <a:lnTo>
                    <a:pt x="1817004" y="3643099"/>
                  </a:lnTo>
                  <a:lnTo>
                    <a:pt x="1817097" y="3643099"/>
                  </a:lnTo>
                  <a:lnTo>
                    <a:pt x="1817190" y="3643099"/>
                  </a:lnTo>
                  <a:lnTo>
                    <a:pt x="1817283" y="3643099"/>
                  </a:lnTo>
                  <a:lnTo>
                    <a:pt x="1817377" y="3643099"/>
                  </a:lnTo>
                  <a:lnTo>
                    <a:pt x="1817470" y="3643099"/>
                  </a:lnTo>
                  <a:lnTo>
                    <a:pt x="1817470" y="3633145"/>
                  </a:lnTo>
                  <a:lnTo>
                    <a:pt x="1817563" y="3633145"/>
                  </a:lnTo>
                  <a:lnTo>
                    <a:pt x="1817656" y="3633145"/>
                  </a:lnTo>
                  <a:lnTo>
                    <a:pt x="1817749" y="3633145"/>
                  </a:lnTo>
                  <a:lnTo>
                    <a:pt x="1817749" y="3623191"/>
                  </a:lnTo>
                  <a:lnTo>
                    <a:pt x="1817843" y="3623191"/>
                  </a:lnTo>
                  <a:lnTo>
                    <a:pt x="1817936" y="3623191"/>
                  </a:lnTo>
                  <a:lnTo>
                    <a:pt x="1818029" y="3623191"/>
                  </a:lnTo>
                  <a:lnTo>
                    <a:pt x="1818122" y="3623191"/>
                  </a:lnTo>
                  <a:lnTo>
                    <a:pt x="1818216" y="3623191"/>
                  </a:lnTo>
                  <a:lnTo>
                    <a:pt x="1818309" y="3623191"/>
                  </a:lnTo>
                  <a:lnTo>
                    <a:pt x="1818402" y="3623191"/>
                  </a:lnTo>
                  <a:lnTo>
                    <a:pt x="1818495" y="3623191"/>
                  </a:lnTo>
                  <a:lnTo>
                    <a:pt x="1818589" y="3623191"/>
                  </a:lnTo>
                  <a:lnTo>
                    <a:pt x="1818682" y="3623191"/>
                  </a:lnTo>
                  <a:lnTo>
                    <a:pt x="1818775" y="3623191"/>
                  </a:lnTo>
                  <a:lnTo>
                    <a:pt x="1818868" y="3623191"/>
                  </a:lnTo>
                  <a:lnTo>
                    <a:pt x="1818962" y="3623191"/>
                  </a:lnTo>
                  <a:lnTo>
                    <a:pt x="1819055" y="3623191"/>
                  </a:lnTo>
                  <a:lnTo>
                    <a:pt x="1819148" y="3623191"/>
                  </a:lnTo>
                  <a:lnTo>
                    <a:pt x="1819241" y="3623191"/>
                  </a:lnTo>
                  <a:lnTo>
                    <a:pt x="1819335" y="3623191"/>
                  </a:lnTo>
                  <a:lnTo>
                    <a:pt x="1819428" y="3623191"/>
                  </a:lnTo>
                  <a:lnTo>
                    <a:pt x="1819521" y="3623191"/>
                  </a:lnTo>
                  <a:lnTo>
                    <a:pt x="1819614" y="3623191"/>
                  </a:lnTo>
                  <a:lnTo>
                    <a:pt x="1819708" y="3623191"/>
                  </a:lnTo>
                  <a:lnTo>
                    <a:pt x="1819801" y="3623191"/>
                  </a:lnTo>
                  <a:lnTo>
                    <a:pt x="1819894" y="3623191"/>
                  </a:lnTo>
                  <a:lnTo>
                    <a:pt x="1819987" y="3623191"/>
                  </a:lnTo>
                  <a:lnTo>
                    <a:pt x="1820081" y="3623191"/>
                  </a:lnTo>
                  <a:lnTo>
                    <a:pt x="1820174" y="3623191"/>
                  </a:lnTo>
                  <a:lnTo>
                    <a:pt x="1820267" y="3623191"/>
                  </a:lnTo>
                  <a:lnTo>
                    <a:pt x="1820360" y="3623191"/>
                  </a:lnTo>
                  <a:lnTo>
                    <a:pt x="1820454" y="3623191"/>
                  </a:lnTo>
                  <a:lnTo>
                    <a:pt x="1820547" y="3623191"/>
                  </a:lnTo>
                  <a:lnTo>
                    <a:pt x="1820640" y="3623191"/>
                  </a:lnTo>
                  <a:lnTo>
                    <a:pt x="1820733" y="3623191"/>
                  </a:lnTo>
                  <a:lnTo>
                    <a:pt x="1820827" y="3623191"/>
                  </a:lnTo>
                  <a:lnTo>
                    <a:pt x="1820920" y="3623191"/>
                  </a:lnTo>
                  <a:lnTo>
                    <a:pt x="1821013" y="3623191"/>
                  </a:lnTo>
                  <a:lnTo>
                    <a:pt x="1821106" y="3623191"/>
                  </a:lnTo>
                  <a:lnTo>
                    <a:pt x="1821200" y="3623191"/>
                  </a:lnTo>
                  <a:lnTo>
                    <a:pt x="1821293" y="3623191"/>
                  </a:lnTo>
                  <a:lnTo>
                    <a:pt x="1821293" y="3613237"/>
                  </a:lnTo>
                  <a:lnTo>
                    <a:pt x="1821386" y="3613237"/>
                  </a:lnTo>
                  <a:lnTo>
                    <a:pt x="1821479" y="3613237"/>
                  </a:lnTo>
                  <a:lnTo>
                    <a:pt x="1821573" y="3613237"/>
                  </a:lnTo>
                  <a:lnTo>
                    <a:pt x="1821666" y="3613237"/>
                  </a:lnTo>
                  <a:lnTo>
                    <a:pt x="1821759" y="3613237"/>
                  </a:lnTo>
                  <a:lnTo>
                    <a:pt x="1821852" y="3613237"/>
                  </a:lnTo>
                  <a:lnTo>
                    <a:pt x="1821946" y="3613237"/>
                  </a:lnTo>
                  <a:lnTo>
                    <a:pt x="1822039" y="3613237"/>
                  </a:lnTo>
                  <a:lnTo>
                    <a:pt x="1822132" y="3613237"/>
                  </a:lnTo>
                  <a:lnTo>
                    <a:pt x="1822225" y="3613237"/>
                  </a:lnTo>
                  <a:lnTo>
                    <a:pt x="1822319" y="3613237"/>
                  </a:lnTo>
                  <a:lnTo>
                    <a:pt x="1822412" y="3613237"/>
                  </a:lnTo>
                  <a:lnTo>
                    <a:pt x="1822505" y="3613237"/>
                  </a:lnTo>
                  <a:lnTo>
                    <a:pt x="1822598" y="3613237"/>
                  </a:lnTo>
                  <a:lnTo>
                    <a:pt x="1822692" y="3613237"/>
                  </a:lnTo>
                  <a:lnTo>
                    <a:pt x="1822785" y="3613237"/>
                  </a:lnTo>
                  <a:lnTo>
                    <a:pt x="1822878" y="3613237"/>
                  </a:lnTo>
                  <a:lnTo>
                    <a:pt x="1822971" y="3613237"/>
                  </a:lnTo>
                  <a:lnTo>
                    <a:pt x="1823065" y="3613237"/>
                  </a:lnTo>
                  <a:lnTo>
                    <a:pt x="1823158" y="3613237"/>
                  </a:lnTo>
                  <a:lnTo>
                    <a:pt x="1823251" y="3613237"/>
                  </a:lnTo>
                  <a:lnTo>
                    <a:pt x="1823344" y="3613237"/>
                  </a:lnTo>
                  <a:lnTo>
                    <a:pt x="1823438" y="3613237"/>
                  </a:lnTo>
                  <a:lnTo>
                    <a:pt x="1823531" y="3613237"/>
                  </a:lnTo>
                  <a:lnTo>
                    <a:pt x="1823624" y="3613237"/>
                  </a:lnTo>
                  <a:lnTo>
                    <a:pt x="1823717" y="3613237"/>
                  </a:lnTo>
                  <a:lnTo>
                    <a:pt x="1823811" y="3613237"/>
                  </a:lnTo>
                  <a:lnTo>
                    <a:pt x="1823904" y="3613237"/>
                  </a:lnTo>
                  <a:lnTo>
                    <a:pt x="1823997" y="3613237"/>
                  </a:lnTo>
                  <a:lnTo>
                    <a:pt x="1824090" y="3613237"/>
                  </a:lnTo>
                  <a:lnTo>
                    <a:pt x="1824184" y="3613237"/>
                  </a:lnTo>
                  <a:lnTo>
                    <a:pt x="1824277" y="3613237"/>
                  </a:lnTo>
                  <a:lnTo>
                    <a:pt x="1824370" y="3613237"/>
                  </a:lnTo>
                  <a:lnTo>
                    <a:pt x="1824463" y="3613237"/>
                  </a:lnTo>
                  <a:lnTo>
                    <a:pt x="1824557" y="3613237"/>
                  </a:lnTo>
                  <a:lnTo>
                    <a:pt x="1824650" y="3613237"/>
                  </a:lnTo>
                  <a:lnTo>
                    <a:pt x="1824743" y="3613237"/>
                  </a:lnTo>
                  <a:lnTo>
                    <a:pt x="1824836" y="3613237"/>
                  </a:lnTo>
                  <a:lnTo>
                    <a:pt x="1824929" y="3613237"/>
                  </a:lnTo>
                  <a:lnTo>
                    <a:pt x="1825023" y="3613237"/>
                  </a:lnTo>
                  <a:lnTo>
                    <a:pt x="1825116" y="3613237"/>
                  </a:lnTo>
                  <a:lnTo>
                    <a:pt x="1825209" y="3613237"/>
                  </a:lnTo>
                  <a:lnTo>
                    <a:pt x="1825302" y="3613237"/>
                  </a:lnTo>
                  <a:lnTo>
                    <a:pt x="1825396" y="3613237"/>
                  </a:lnTo>
                  <a:lnTo>
                    <a:pt x="1825489" y="3613237"/>
                  </a:lnTo>
                  <a:lnTo>
                    <a:pt x="1825582" y="3613237"/>
                  </a:lnTo>
                  <a:lnTo>
                    <a:pt x="1825675" y="3613237"/>
                  </a:lnTo>
                  <a:lnTo>
                    <a:pt x="1825769" y="3613237"/>
                  </a:lnTo>
                  <a:lnTo>
                    <a:pt x="1825862" y="3613237"/>
                  </a:lnTo>
                  <a:lnTo>
                    <a:pt x="1825955" y="3613237"/>
                  </a:lnTo>
                  <a:lnTo>
                    <a:pt x="1826048" y="3613237"/>
                  </a:lnTo>
                  <a:lnTo>
                    <a:pt x="1826142" y="3613237"/>
                  </a:lnTo>
                  <a:lnTo>
                    <a:pt x="1826235" y="3613237"/>
                  </a:lnTo>
                  <a:lnTo>
                    <a:pt x="1826328" y="3613237"/>
                  </a:lnTo>
                  <a:lnTo>
                    <a:pt x="1826421" y="3613237"/>
                  </a:lnTo>
                  <a:lnTo>
                    <a:pt x="1826515" y="3613237"/>
                  </a:lnTo>
                  <a:lnTo>
                    <a:pt x="1826608" y="3613237"/>
                  </a:lnTo>
                  <a:lnTo>
                    <a:pt x="1826701" y="3613237"/>
                  </a:lnTo>
                  <a:lnTo>
                    <a:pt x="1826701" y="3603283"/>
                  </a:lnTo>
                  <a:lnTo>
                    <a:pt x="1826794" y="3603283"/>
                  </a:lnTo>
                  <a:lnTo>
                    <a:pt x="1826888" y="3603283"/>
                  </a:lnTo>
                  <a:lnTo>
                    <a:pt x="1826981" y="3603283"/>
                  </a:lnTo>
                  <a:lnTo>
                    <a:pt x="1827074" y="3603283"/>
                  </a:lnTo>
                  <a:lnTo>
                    <a:pt x="1827167" y="3603283"/>
                  </a:lnTo>
                  <a:lnTo>
                    <a:pt x="1827261" y="3603283"/>
                  </a:lnTo>
                  <a:lnTo>
                    <a:pt x="1827354" y="3603283"/>
                  </a:lnTo>
                  <a:lnTo>
                    <a:pt x="1827447" y="3603283"/>
                  </a:lnTo>
                  <a:lnTo>
                    <a:pt x="1827540" y="3603283"/>
                  </a:lnTo>
                  <a:lnTo>
                    <a:pt x="1827634" y="3603283"/>
                  </a:lnTo>
                  <a:lnTo>
                    <a:pt x="1827727" y="3603283"/>
                  </a:lnTo>
                  <a:lnTo>
                    <a:pt x="1827820" y="3603283"/>
                  </a:lnTo>
                  <a:lnTo>
                    <a:pt x="1827913" y="3603283"/>
                  </a:lnTo>
                  <a:lnTo>
                    <a:pt x="1828007" y="3603283"/>
                  </a:lnTo>
                  <a:lnTo>
                    <a:pt x="1828100" y="3603283"/>
                  </a:lnTo>
                  <a:lnTo>
                    <a:pt x="1828193" y="3603283"/>
                  </a:lnTo>
                  <a:lnTo>
                    <a:pt x="1828286" y="3603283"/>
                  </a:lnTo>
                  <a:lnTo>
                    <a:pt x="1828380" y="3603283"/>
                  </a:lnTo>
                  <a:lnTo>
                    <a:pt x="1828473" y="3603283"/>
                  </a:lnTo>
                  <a:lnTo>
                    <a:pt x="1828566" y="3603283"/>
                  </a:lnTo>
                  <a:lnTo>
                    <a:pt x="1828659" y="3603283"/>
                  </a:lnTo>
                  <a:lnTo>
                    <a:pt x="1828753" y="3603283"/>
                  </a:lnTo>
                  <a:lnTo>
                    <a:pt x="1828846" y="3603283"/>
                  </a:lnTo>
                  <a:lnTo>
                    <a:pt x="1828939" y="3603283"/>
                  </a:lnTo>
                  <a:lnTo>
                    <a:pt x="1829032" y="3603283"/>
                  </a:lnTo>
                  <a:lnTo>
                    <a:pt x="1829126" y="3603283"/>
                  </a:lnTo>
                  <a:lnTo>
                    <a:pt x="1829219" y="3603283"/>
                  </a:lnTo>
                  <a:lnTo>
                    <a:pt x="1829312" y="3603283"/>
                  </a:lnTo>
                  <a:lnTo>
                    <a:pt x="1829405" y="3603283"/>
                  </a:lnTo>
                  <a:lnTo>
                    <a:pt x="1829499" y="3603283"/>
                  </a:lnTo>
                  <a:lnTo>
                    <a:pt x="1829592" y="3603283"/>
                  </a:lnTo>
                  <a:lnTo>
                    <a:pt x="1829685" y="3603283"/>
                  </a:lnTo>
                  <a:lnTo>
                    <a:pt x="1829778" y="3603283"/>
                  </a:lnTo>
                  <a:lnTo>
                    <a:pt x="1829872" y="3603283"/>
                  </a:lnTo>
                  <a:lnTo>
                    <a:pt x="1829965" y="3603283"/>
                  </a:lnTo>
                  <a:lnTo>
                    <a:pt x="1830058" y="3603283"/>
                  </a:lnTo>
                  <a:lnTo>
                    <a:pt x="1830151" y="3603283"/>
                  </a:lnTo>
                  <a:lnTo>
                    <a:pt x="1830245" y="3603283"/>
                  </a:lnTo>
                  <a:lnTo>
                    <a:pt x="1830338" y="3603283"/>
                  </a:lnTo>
                  <a:lnTo>
                    <a:pt x="1830431" y="3603283"/>
                  </a:lnTo>
                  <a:lnTo>
                    <a:pt x="1830524" y="3603283"/>
                  </a:lnTo>
                  <a:lnTo>
                    <a:pt x="1830618" y="3603283"/>
                  </a:lnTo>
                  <a:lnTo>
                    <a:pt x="1830711" y="3603283"/>
                  </a:lnTo>
                  <a:lnTo>
                    <a:pt x="1830804" y="3603283"/>
                  </a:lnTo>
                  <a:lnTo>
                    <a:pt x="1830897" y="3603283"/>
                  </a:lnTo>
                  <a:lnTo>
                    <a:pt x="1830991" y="3603283"/>
                  </a:lnTo>
                  <a:lnTo>
                    <a:pt x="1831084" y="3603283"/>
                  </a:lnTo>
                  <a:lnTo>
                    <a:pt x="1831177" y="3603283"/>
                  </a:lnTo>
                  <a:lnTo>
                    <a:pt x="1831270" y="3603283"/>
                  </a:lnTo>
                  <a:lnTo>
                    <a:pt x="1831364" y="3603283"/>
                  </a:lnTo>
                  <a:lnTo>
                    <a:pt x="1831457" y="3603283"/>
                  </a:lnTo>
                  <a:lnTo>
                    <a:pt x="1831550" y="3603283"/>
                  </a:lnTo>
                  <a:lnTo>
                    <a:pt x="1831643" y="3603283"/>
                  </a:lnTo>
                  <a:lnTo>
                    <a:pt x="1831643" y="3593329"/>
                  </a:lnTo>
                  <a:lnTo>
                    <a:pt x="1831736" y="3593329"/>
                  </a:lnTo>
                  <a:lnTo>
                    <a:pt x="1831830" y="3593329"/>
                  </a:lnTo>
                  <a:lnTo>
                    <a:pt x="1831923" y="3593329"/>
                  </a:lnTo>
                  <a:lnTo>
                    <a:pt x="1832016" y="3593329"/>
                  </a:lnTo>
                  <a:lnTo>
                    <a:pt x="1832109" y="3593329"/>
                  </a:lnTo>
                  <a:lnTo>
                    <a:pt x="1832203" y="3593329"/>
                  </a:lnTo>
                  <a:lnTo>
                    <a:pt x="1832296" y="3593329"/>
                  </a:lnTo>
                  <a:lnTo>
                    <a:pt x="1832389" y="3593329"/>
                  </a:lnTo>
                  <a:lnTo>
                    <a:pt x="1832482" y="3593329"/>
                  </a:lnTo>
                  <a:lnTo>
                    <a:pt x="1832576" y="3593329"/>
                  </a:lnTo>
                  <a:lnTo>
                    <a:pt x="1832669" y="3593329"/>
                  </a:lnTo>
                  <a:lnTo>
                    <a:pt x="1832762" y="3593329"/>
                  </a:lnTo>
                  <a:lnTo>
                    <a:pt x="1832855" y="3593329"/>
                  </a:lnTo>
                  <a:lnTo>
                    <a:pt x="1832949" y="3593329"/>
                  </a:lnTo>
                  <a:lnTo>
                    <a:pt x="1833042" y="3593329"/>
                  </a:lnTo>
                  <a:lnTo>
                    <a:pt x="1833135" y="3593329"/>
                  </a:lnTo>
                  <a:lnTo>
                    <a:pt x="1833228" y="3593329"/>
                  </a:lnTo>
                  <a:lnTo>
                    <a:pt x="1833322" y="3593329"/>
                  </a:lnTo>
                  <a:lnTo>
                    <a:pt x="1833415" y="3593329"/>
                  </a:lnTo>
                  <a:lnTo>
                    <a:pt x="1833508" y="3593329"/>
                  </a:lnTo>
                  <a:lnTo>
                    <a:pt x="1833601" y="3593329"/>
                  </a:lnTo>
                  <a:lnTo>
                    <a:pt x="1833695" y="3593329"/>
                  </a:lnTo>
                  <a:lnTo>
                    <a:pt x="1833788" y="3593329"/>
                  </a:lnTo>
                  <a:lnTo>
                    <a:pt x="1833881" y="3593329"/>
                  </a:lnTo>
                  <a:lnTo>
                    <a:pt x="1833974" y="3593329"/>
                  </a:lnTo>
                  <a:lnTo>
                    <a:pt x="1834068" y="3593329"/>
                  </a:lnTo>
                  <a:lnTo>
                    <a:pt x="1834161" y="3593329"/>
                  </a:lnTo>
                  <a:lnTo>
                    <a:pt x="1834254" y="3593329"/>
                  </a:lnTo>
                  <a:lnTo>
                    <a:pt x="1834347" y="3593329"/>
                  </a:lnTo>
                  <a:lnTo>
                    <a:pt x="1834441" y="3593329"/>
                  </a:lnTo>
                  <a:lnTo>
                    <a:pt x="1834534" y="3593329"/>
                  </a:lnTo>
                  <a:lnTo>
                    <a:pt x="1834627" y="3593329"/>
                  </a:lnTo>
                  <a:lnTo>
                    <a:pt x="1834720" y="3593329"/>
                  </a:lnTo>
                  <a:lnTo>
                    <a:pt x="1834814" y="3593329"/>
                  </a:lnTo>
                  <a:lnTo>
                    <a:pt x="1834907" y="3593329"/>
                  </a:lnTo>
                  <a:lnTo>
                    <a:pt x="1835000" y="3593329"/>
                  </a:lnTo>
                  <a:lnTo>
                    <a:pt x="1835093" y="3593329"/>
                  </a:lnTo>
                  <a:lnTo>
                    <a:pt x="1835187" y="3593329"/>
                  </a:lnTo>
                  <a:lnTo>
                    <a:pt x="1835280" y="3593329"/>
                  </a:lnTo>
                  <a:lnTo>
                    <a:pt x="1835373" y="3593329"/>
                  </a:lnTo>
                  <a:lnTo>
                    <a:pt x="1835466" y="3593329"/>
                  </a:lnTo>
                  <a:lnTo>
                    <a:pt x="1835560" y="3593329"/>
                  </a:lnTo>
                  <a:lnTo>
                    <a:pt x="1835653" y="3593329"/>
                  </a:lnTo>
                  <a:lnTo>
                    <a:pt x="1835746" y="3593329"/>
                  </a:lnTo>
                  <a:lnTo>
                    <a:pt x="1835839" y="3593329"/>
                  </a:lnTo>
                  <a:lnTo>
                    <a:pt x="1835933" y="3593329"/>
                  </a:lnTo>
                  <a:lnTo>
                    <a:pt x="1836026" y="3593329"/>
                  </a:lnTo>
                  <a:lnTo>
                    <a:pt x="1836119" y="3593329"/>
                  </a:lnTo>
                  <a:lnTo>
                    <a:pt x="1836212" y="3593329"/>
                  </a:lnTo>
                  <a:lnTo>
                    <a:pt x="1836306" y="3593329"/>
                  </a:lnTo>
                  <a:lnTo>
                    <a:pt x="1836399" y="3593329"/>
                  </a:lnTo>
                  <a:lnTo>
                    <a:pt x="1836492" y="3593329"/>
                  </a:lnTo>
                  <a:lnTo>
                    <a:pt x="1836585" y="3593329"/>
                  </a:lnTo>
                  <a:lnTo>
                    <a:pt x="1836679" y="3593329"/>
                  </a:lnTo>
                  <a:lnTo>
                    <a:pt x="1836772" y="3593329"/>
                  </a:lnTo>
                  <a:lnTo>
                    <a:pt x="1836865" y="3593329"/>
                  </a:lnTo>
                  <a:lnTo>
                    <a:pt x="1836958" y="3593329"/>
                  </a:lnTo>
                  <a:lnTo>
                    <a:pt x="1837052" y="3593329"/>
                  </a:lnTo>
                  <a:lnTo>
                    <a:pt x="1837145" y="3593329"/>
                  </a:lnTo>
                  <a:lnTo>
                    <a:pt x="1837238" y="3593329"/>
                  </a:lnTo>
                  <a:lnTo>
                    <a:pt x="1837331" y="3593329"/>
                  </a:lnTo>
                  <a:lnTo>
                    <a:pt x="1837425" y="3593329"/>
                  </a:lnTo>
                  <a:lnTo>
                    <a:pt x="1837518" y="3593329"/>
                  </a:lnTo>
                  <a:lnTo>
                    <a:pt x="1837611" y="3593329"/>
                  </a:lnTo>
                  <a:lnTo>
                    <a:pt x="1837704" y="3593329"/>
                  </a:lnTo>
                  <a:lnTo>
                    <a:pt x="1837798" y="3593329"/>
                  </a:lnTo>
                  <a:lnTo>
                    <a:pt x="1837891" y="3593329"/>
                  </a:lnTo>
                  <a:lnTo>
                    <a:pt x="1837984" y="3593329"/>
                  </a:lnTo>
                  <a:lnTo>
                    <a:pt x="1838077" y="3593329"/>
                  </a:lnTo>
                  <a:lnTo>
                    <a:pt x="1838171" y="3593329"/>
                  </a:lnTo>
                  <a:lnTo>
                    <a:pt x="1838264" y="3593329"/>
                  </a:lnTo>
                  <a:lnTo>
                    <a:pt x="1838357" y="3593329"/>
                  </a:lnTo>
                  <a:lnTo>
                    <a:pt x="1838450" y="3593329"/>
                  </a:lnTo>
                  <a:lnTo>
                    <a:pt x="1838543" y="3593329"/>
                  </a:lnTo>
                  <a:lnTo>
                    <a:pt x="1838637" y="3593329"/>
                  </a:lnTo>
                  <a:lnTo>
                    <a:pt x="1838730" y="3593329"/>
                  </a:lnTo>
                  <a:lnTo>
                    <a:pt x="1838823" y="3593329"/>
                  </a:lnTo>
                  <a:lnTo>
                    <a:pt x="1838916" y="3593329"/>
                  </a:lnTo>
                  <a:lnTo>
                    <a:pt x="1839010" y="3593329"/>
                  </a:lnTo>
                  <a:lnTo>
                    <a:pt x="1839103" y="3593329"/>
                  </a:lnTo>
                  <a:lnTo>
                    <a:pt x="1839196" y="3593329"/>
                  </a:lnTo>
                  <a:lnTo>
                    <a:pt x="1839289" y="3593329"/>
                  </a:lnTo>
                  <a:lnTo>
                    <a:pt x="1839383" y="3593329"/>
                  </a:lnTo>
                  <a:lnTo>
                    <a:pt x="1839476" y="3593329"/>
                  </a:lnTo>
                  <a:lnTo>
                    <a:pt x="1839569" y="3593329"/>
                  </a:lnTo>
                  <a:lnTo>
                    <a:pt x="1839662" y="3593329"/>
                  </a:lnTo>
                  <a:lnTo>
                    <a:pt x="1839756" y="3593329"/>
                  </a:lnTo>
                  <a:lnTo>
                    <a:pt x="1839849" y="3593329"/>
                  </a:lnTo>
                  <a:lnTo>
                    <a:pt x="1839942" y="3593329"/>
                  </a:lnTo>
                  <a:lnTo>
                    <a:pt x="1840035" y="3593329"/>
                  </a:lnTo>
                  <a:lnTo>
                    <a:pt x="1840129" y="3593329"/>
                  </a:lnTo>
                  <a:lnTo>
                    <a:pt x="1840222" y="3593329"/>
                  </a:lnTo>
                  <a:lnTo>
                    <a:pt x="1840222" y="3583376"/>
                  </a:lnTo>
                  <a:lnTo>
                    <a:pt x="1840315" y="3583376"/>
                  </a:lnTo>
                  <a:lnTo>
                    <a:pt x="1840408" y="3583376"/>
                  </a:lnTo>
                  <a:lnTo>
                    <a:pt x="1840502" y="3583376"/>
                  </a:lnTo>
                  <a:lnTo>
                    <a:pt x="1840595" y="3583376"/>
                  </a:lnTo>
                  <a:lnTo>
                    <a:pt x="1840688" y="3583376"/>
                  </a:lnTo>
                  <a:lnTo>
                    <a:pt x="1840781" y="3583376"/>
                  </a:lnTo>
                  <a:lnTo>
                    <a:pt x="1840875" y="3583376"/>
                  </a:lnTo>
                  <a:lnTo>
                    <a:pt x="1840968" y="3583376"/>
                  </a:lnTo>
                  <a:lnTo>
                    <a:pt x="1841061" y="3583376"/>
                  </a:lnTo>
                  <a:lnTo>
                    <a:pt x="1841154" y="3583376"/>
                  </a:lnTo>
                  <a:lnTo>
                    <a:pt x="1841248" y="3583376"/>
                  </a:lnTo>
                  <a:lnTo>
                    <a:pt x="1841341" y="3583376"/>
                  </a:lnTo>
                  <a:lnTo>
                    <a:pt x="1841434" y="3583376"/>
                  </a:lnTo>
                  <a:lnTo>
                    <a:pt x="1841527" y="3583376"/>
                  </a:lnTo>
                  <a:lnTo>
                    <a:pt x="1841621" y="3583376"/>
                  </a:lnTo>
                  <a:lnTo>
                    <a:pt x="1841714" y="3583376"/>
                  </a:lnTo>
                  <a:lnTo>
                    <a:pt x="1841807" y="3583376"/>
                  </a:lnTo>
                  <a:lnTo>
                    <a:pt x="1841900" y="3583376"/>
                  </a:lnTo>
                  <a:lnTo>
                    <a:pt x="1841994" y="3583376"/>
                  </a:lnTo>
                  <a:lnTo>
                    <a:pt x="1842087" y="3583376"/>
                  </a:lnTo>
                  <a:lnTo>
                    <a:pt x="1842180" y="3583376"/>
                  </a:lnTo>
                  <a:lnTo>
                    <a:pt x="1842273" y="3583376"/>
                  </a:lnTo>
                  <a:lnTo>
                    <a:pt x="1842367" y="3583376"/>
                  </a:lnTo>
                  <a:lnTo>
                    <a:pt x="1842460" y="3583376"/>
                  </a:lnTo>
                  <a:lnTo>
                    <a:pt x="1842553" y="3583376"/>
                  </a:lnTo>
                  <a:lnTo>
                    <a:pt x="1842646" y="3583376"/>
                  </a:lnTo>
                  <a:lnTo>
                    <a:pt x="1842740" y="3583376"/>
                  </a:lnTo>
                  <a:lnTo>
                    <a:pt x="1842833" y="3583376"/>
                  </a:lnTo>
                  <a:lnTo>
                    <a:pt x="1842926" y="3583376"/>
                  </a:lnTo>
                  <a:lnTo>
                    <a:pt x="1843019" y="3583376"/>
                  </a:lnTo>
                  <a:lnTo>
                    <a:pt x="1843113" y="3583376"/>
                  </a:lnTo>
                  <a:lnTo>
                    <a:pt x="1843206" y="3583376"/>
                  </a:lnTo>
                  <a:lnTo>
                    <a:pt x="1843299" y="3583376"/>
                  </a:lnTo>
                  <a:lnTo>
                    <a:pt x="1843392" y="3583376"/>
                  </a:lnTo>
                  <a:lnTo>
                    <a:pt x="1843486" y="3583376"/>
                  </a:lnTo>
                  <a:lnTo>
                    <a:pt x="1843579" y="3583376"/>
                  </a:lnTo>
                  <a:lnTo>
                    <a:pt x="1843672" y="3583376"/>
                  </a:lnTo>
                  <a:lnTo>
                    <a:pt x="1843765" y="3583376"/>
                  </a:lnTo>
                  <a:lnTo>
                    <a:pt x="1843859" y="3583376"/>
                  </a:lnTo>
                  <a:lnTo>
                    <a:pt x="1843952" y="3583376"/>
                  </a:lnTo>
                  <a:lnTo>
                    <a:pt x="1844045" y="3583376"/>
                  </a:lnTo>
                  <a:lnTo>
                    <a:pt x="1844138" y="3583376"/>
                  </a:lnTo>
                  <a:lnTo>
                    <a:pt x="1844232" y="3583376"/>
                  </a:lnTo>
                  <a:lnTo>
                    <a:pt x="1844325" y="3583376"/>
                  </a:lnTo>
                  <a:lnTo>
                    <a:pt x="1844418" y="3583376"/>
                  </a:lnTo>
                  <a:lnTo>
                    <a:pt x="1844511" y="3583376"/>
                  </a:lnTo>
                  <a:lnTo>
                    <a:pt x="1844605" y="3583376"/>
                  </a:lnTo>
                  <a:lnTo>
                    <a:pt x="1844698" y="3583376"/>
                  </a:lnTo>
                  <a:lnTo>
                    <a:pt x="1844791" y="3583376"/>
                  </a:lnTo>
                  <a:lnTo>
                    <a:pt x="1844884" y="3583376"/>
                  </a:lnTo>
                  <a:lnTo>
                    <a:pt x="1844978" y="3583376"/>
                  </a:lnTo>
                  <a:lnTo>
                    <a:pt x="1845071" y="3583376"/>
                  </a:lnTo>
                  <a:lnTo>
                    <a:pt x="1845164" y="3583376"/>
                  </a:lnTo>
                  <a:lnTo>
                    <a:pt x="1845257" y="3583376"/>
                  </a:lnTo>
                  <a:lnTo>
                    <a:pt x="1845351" y="3583376"/>
                  </a:lnTo>
                  <a:lnTo>
                    <a:pt x="1845444" y="3583376"/>
                  </a:lnTo>
                  <a:lnTo>
                    <a:pt x="1845537" y="3583376"/>
                  </a:lnTo>
                  <a:lnTo>
                    <a:pt x="1845630" y="3583376"/>
                  </a:lnTo>
                  <a:lnTo>
                    <a:pt x="1845630" y="3573422"/>
                  </a:lnTo>
                  <a:lnTo>
                    <a:pt x="1845723" y="3573422"/>
                  </a:lnTo>
                  <a:lnTo>
                    <a:pt x="1845817" y="3573422"/>
                  </a:lnTo>
                  <a:lnTo>
                    <a:pt x="1845910" y="3573422"/>
                  </a:lnTo>
                  <a:lnTo>
                    <a:pt x="1846003" y="3573422"/>
                  </a:lnTo>
                  <a:lnTo>
                    <a:pt x="1846096" y="3573422"/>
                  </a:lnTo>
                  <a:lnTo>
                    <a:pt x="1846190" y="3573422"/>
                  </a:lnTo>
                  <a:lnTo>
                    <a:pt x="1846283" y="3573422"/>
                  </a:lnTo>
                  <a:lnTo>
                    <a:pt x="1846376" y="3573422"/>
                  </a:lnTo>
                  <a:lnTo>
                    <a:pt x="1846469" y="3573422"/>
                  </a:lnTo>
                  <a:lnTo>
                    <a:pt x="1846563" y="3573422"/>
                  </a:lnTo>
                  <a:lnTo>
                    <a:pt x="1846656" y="3573422"/>
                  </a:lnTo>
                  <a:lnTo>
                    <a:pt x="1846749" y="3573422"/>
                  </a:lnTo>
                  <a:lnTo>
                    <a:pt x="1846842" y="3573422"/>
                  </a:lnTo>
                  <a:lnTo>
                    <a:pt x="1846936" y="3573422"/>
                  </a:lnTo>
                  <a:lnTo>
                    <a:pt x="1847029" y="3573422"/>
                  </a:lnTo>
                  <a:lnTo>
                    <a:pt x="1847122" y="3573422"/>
                  </a:lnTo>
                  <a:lnTo>
                    <a:pt x="1847215" y="3573422"/>
                  </a:lnTo>
                  <a:lnTo>
                    <a:pt x="1847309" y="3573422"/>
                  </a:lnTo>
                  <a:lnTo>
                    <a:pt x="1847402" y="3573422"/>
                  </a:lnTo>
                  <a:lnTo>
                    <a:pt x="1847495" y="3573422"/>
                  </a:lnTo>
                  <a:lnTo>
                    <a:pt x="1847588" y="3573422"/>
                  </a:lnTo>
                  <a:lnTo>
                    <a:pt x="1847682" y="3573422"/>
                  </a:lnTo>
                  <a:lnTo>
                    <a:pt x="1847775" y="3573422"/>
                  </a:lnTo>
                  <a:lnTo>
                    <a:pt x="1847868" y="3573422"/>
                  </a:lnTo>
                  <a:lnTo>
                    <a:pt x="1847961" y="3573422"/>
                  </a:lnTo>
                  <a:lnTo>
                    <a:pt x="1847961" y="3563468"/>
                  </a:lnTo>
                  <a:lnTo>
                    <a:pt x="1848055" y="3563468"/>
                  </a:lnTo>
                  <a:lnTo>
                    <a:pt x="1848148" y="3563468"/>
                  </a:lnTo>
                  <a:lnTo>
                    <a:pt x="1848241" y="3563468"/>
                  </a:lnTo>
                  <a:lnTo>
                    <a:pt x="1848334" y="3563468"/>
                  </a:lnTo>
                  <a:lnTo>
                    <a:pt x="1848428" y="3563468"/>
                  </a:lnTo>
                  <a:lnTo>
                    <a:pt x="1848521" y="3563468"/>
                  </a:lnTo>
                  <a:lnTo>
                    <a:pt x="1848614" y="3563468"/>
                  </a:lnTo>
                  <a:lnTo>
                    <a:pt x="1848707" y="3563468"/>
                  </a:lnTo>
                  <a:lnTo>
                    <a:pt x="1848801" y="3563468"/>
                  </a:lnTo>
                  <a:lnTo>
                    <a:pt x="1848894" y="3563468"/>
                  </a:lnTo>
                  <a:lnTo>
                    <a:pt x="1848987" y="3563468"/>
                  </a:lnTo>
                  <a:lnTo>
                    <a:pt x="1849080" y="3563468"/>
                  </a:lnTo>
                  <a:lnTo>
                    <a:pt x="1849174" y="3563468"/>
                  </a:lnTo>
                  <a:lnTo>
                    <a:pt x="1849267" y="3563468"/>
                  </a:lnTo>
                  <a:lnTo>
                    <a:pt x="1849360" y="3563468"/>
                  </a:lnTo>
                  <a:lnTo>
                    <a:pt x="1849453" y="3563468"/>
                  </a:lnTo>
                  <a:lnTo>
                    <a:pt x="1849547" y="3563468"/>
                  </a:lnTo>
                  <a:lnTo>
                    <a:pt x="1849640" y="3563468"/>
                  </a:lnTo>
                  <a:lnTo>
                    <a:pt x="1849733" y="3563468"/>
                  </a:lnTo>
                  <a:lnTo>
                    <a:pt x="1849826" y="3563468"/>
                  </a:lnTo>
                  <a:lnTo>
                    <a:pt x="1849920" y="3563468"/>
                  </a:lnTo>
                  <a:lnTo>
                    <a:pt x="1850013" y="3563468"/>
                  </a:lnTo>
                  <a:lnTo>
                    <a:pt x="1850106" y="3563468"/>
                  </a:lnTo>
                  <a:lnTo>
                    <a:pt x="1850199" y="3563468"/>
                  </a:lnTo>
                  <a:lnTo>
                    <a:pt x="1850293" y="3563468"/>
                  </a:lnTo>
                  <a:lnTo>
                    <a:pt x="1850386" y="3563468"/>
                  </a:lnTo>
                  <a:lnTo>
                    <a:pt x="1850479" y="3563468"/>
                  </a:lnTo>
                  <a:lnTo>
                    <a:pt x="1850572" y="3563468"/>
                  </a:lnTo>
                  <a:lnTo>
                    <a:pt x="1850666" y="3563468"/>
                  </a:lnTo>
                  <a:lnTo>
                    <a:pt x="1850759" y="3563468"/>
                  </a:lnTo>
                  <a:lnTo>
                    <a:pt x="1850852" y="3563468"/>
                  </a:lnTo>
                  <a:lnTo>
                    <a:pt x="1850945" y="3563468"/>
                  </a:lnTo>
                  <a:lnTo>
                    <a:pt x="1851039" y="3563468"/>
                  </a:lnTo>
                  <a:lnTo>
                    <a:pt x="1851132" y="3563468"/>
                  </a:lnTo>
                  <a:lnTo>
                    <a:pt x="1851225" y="3563468"/>
                  </a:lnTo>
                  <a:lnTo>
                    <a:pt x="1851318" y="3563468"/>
                  </a:lnTo>
                  <a:lnTo>
                    <a:pt x="1851412" y="3563468"/>
                  </a:lnTo>
                  <a:lnTo>
                    <a:pt x="1851505" y="3563468"/>
                  </a:lnTo>
                  <a:lnTo>
                    <a:pt x="1851598" y="3563468"/>
                  </a:lnTo>
                  <a:lnTo>
                    <a:pt x="1851691" y="3563468"/>
                  </a:lnTo>
                  <a:lnTo>
                    <a:pt x="1851785" y="3563468"/>
                  </a:lnTo>
                  <a:lnTo>
                    <a:pt x="1851878" y="3563468"/>
                  </a:lnTo>
                  <a:lnTo>
                    <a:pt x="1851971" y="3563468"/>
                  </a:lnTo>
                  <a:lnTo>
                    <a:pt x="1852064" y="3563468"/>
                  </a:lnTo>
                  <a:lnTo>
                    <a:pt x="1852158" y="3563468"/>
                  </a:lnTo>
                  <a:lnTo>
                    <a:pt x="1852251" y="3563468"/>
                  </a:lnTo>
                  <a:lnTo>
                    <a:pt x="1852344" y="3563468"/>
                  </a:lnTo>
                  <a:lnTo>
                    <a:pt x="1852437" y="3563468"/>
                  </a:lnTo>
                  <a:lnTo>
                    <a:pt x="1852530" y="3563468"/>
                  </a:lnTo>
                  <a:lnTo>
                    <a:pt x="1852624" y="3563468"/>
                  </a:lnTo>
                  <a:lnTo>
                    <a:pt x="1852717" y="3563468"/>
                  </a:lnTo>
                  <a:lnTo>
                    <a:pt x="1852810" y="3563468"/>
                  </a:lnTo>
                  <a:lnTo>
                    <a:pt x="1852903" y="3563468"/>
                  </a:lnTo>
                  <a:lnTo>
                    <a:pt x="1852997" y="3563468"/>
                  </a:lnTo>
                  <a:lnTo>
                    <a:pt x="1853090" y="3563468"/>
                  </a:lnTo>
                  <a:lnTo>
                    <a:pt x="1853183" y="3563468"/>
                  </a:lnTo>
                  <a:lnTo>
                    <a:pt x="1853276" y="3563468"/>
                  </a:lnTo>
                  <a:lnTo>
                    <a:pt x="1853370" y="3563468"/>
                  </a:lnTo>
                  <a:lnTo>
                    <a:pt x="1853463" y="3563468"/>
                  </a:lnTo>
                  <a:lnTo>
                    <a:pt x="1853556" y="3563468"/>
                  </a:lnTo>
                  <a:lnTo>
                    <a:pt x="1853649" y="3563468"/>
                  </a:lnTo>
                  <a:lnTo>
                    <a:pt x="1853743" y="3563468"/>
                  </a:lnTo>
                  <a:lnTo>
                    <a:pt x="1853836" y="3563468"/>
                  </a:lnTo>
                  <a:lnTo>
                    <a:pt x="1853929" y="3563468"/>
                  </a:lnTo>
                  <a:lnTo>
                    <a:pt x="1854022" y="3563468"/>
                  </a:lnTo>
                  <a:lnTo>
                    <a:pt x="1854116" y="3563468"/>
                  </a:lnTo>
                  <a:lnTo>
                    <a:pt x="1854209" y="3563468"/>
                  </a:lnTo>
                  <a:lnTo>
                    <a:pt x="1854302" y="3563468"/>
                  </a:lnTo>
                  <a:lnTo>
                    <a:pt x="1854395" y="3563468"/>
                  </a:lnTo>
                  <a:lnTo>
                    <a:pt x="1854489" y="3563468"/>
                  </a:lnTo>
                  <a:lnTo>
                    <a:pt x="1854582" y="3563468"/>
                  </a:lnTo>
                  <a:lnTo>
                    <a:pt x="1854675" y="3563468"/>
                  </a:lnTo>
                  <a:lnTo>
                    <a:pt x="1854768" y="3563468"/>
                  </a:lnTo>
                  <a:lnTo>
                    <a:pt x="1854862" y="3563468"/>
                  </a:lnTo>
                  <a:lnTo>
                    <a:pt x="1854955" y="3563468"/>
                  </a:lnTo>
                  <a:lnTo>
                    <a:pt x="1855048" y="3563468"/>
                  </a:lnTo>
                  <a:lnTo>
                    <a:pt x="1855141" y="3563468"/>
                  </a:lnTo>
                  <a:lnTo>
                    <a:pt x="1855235" y="3563468"/>
                  </a:lnTo>
                  <a:lnTo>
                    <a:pt x="1855328" y="3563468"/>
                  </a:lnTo>
                  <a:lnTo>
                    <a:pt x="1855421" y="3563468"/>
                  </a:lnTo>
                  <a:lnTo>
                    <a:pt x="1855514" y="3563468"/>
                  </a:lnTo>
                  <a:lnTo>
                    <a:pt x="1855608" y="3563468"/>
                  </a:lnTo>
                  <a:lnTo>
                    <a:pt x="1855701" y="3563468"/>
                  </a:lnTo>
                  <a:lnTo>
                    <a:pt x="1855794" y="3563468"/>
                  </a:lnTo>
                  <a:lnTo>
                    <a:pt x="1855887" y="3563468"/>
                  </a:lnTo>
                  <a:lnTo>
                    <a:pt x="1855981" y="3563468"/>
                  </a:lnTo>
                  <a:lnTo>
                    <a:pt x="1856074" y="3563468"/>
                  </a:lnTo>
                  <a:lnTo>
                    <a:pt x="1856167" y="3563468"/>
                  </a:lnTo>
                  <a:lnTo>
                    <a:pt x="1856260" y="3563468"/>
                  </a:lnTo>
                  <a:lnTo>
                    <a:pt x="1856354" y="3563468"/>
                  </a:lnTo>
                  <a:lnTo>
                    <a:pt x="1856447" y="3563468"/>
                  </a:lnTo>
                  <a:lnTo>
                    <a:pt x="1856540" y="3563468"/>
                  </a:lnTo>
                  <a:lnTo>
                    <a:pt x="1856633" y="3563468"/>
                  </a:lnTo>
                  <a:lnTo>
                    <a:pt x="1856727" y="3563468"/>
                  </a:lnTo>
                  <a:lnTo>
                    <a:pt x="1856820" y="3563468"/>
                  </a:lnTo>
                  <a:lnTo>
                    <a:pt x="1856913" y="3563468"/>
                  </a:lnTo>
                  <a:lnTo>
                    <a:pt x="1857006" y="3563468"/>
                  </a:lnTo>
                  <a:lnTo>
                    <a:pt x="1857100" y="3563468"/>
                  </a:lnTo>
                  <a:lnTo>
                    <a:pt x="1857193" y="3563468"/>
                  </a:lnTo>
                  <a:lnTo>
                    <a:pt x="1857286" y="3563468"/>
                  </a:lnTo>
                  <a:lnTo>
                    <a:pt x="1857379" y="3563468"/>
                  </a:lnTo>
                  <a:lnTo>
                    <a:pt x="1857473" y="3563468"/>
                  </a:lnTo>
                  <a:lnTo>
                    <a:pt x="1857566" y="3563468"/>
                  </a:lnTo>
                  <a:lnTo>
                    <a:pt x="1857659" y="3563468"/>
                  </a:lnTo>
                  <a:lnTo>
                    <a:pt x="1857752" y="3563468"/>
                  </a:lnTo>
                  <a:lnTo>
                    <a:pt x="1857846" y="3563468"/>
                  </a:lnTo>
                  <a:lnTo>
                    <a:pt x="1857939" y="3563468"/>
                  </a:lnTo>
                  <a:lnTo>
                    <a:pt x="1858032" y="3563468"/>
                  </a:lnTo>
                  <a:lnTo>
                    <a:pt x="1858125" y="3563468"/>
                  </a:lnTo>
                  <a:lnTo>
                    <a:pt x="1858219" y="3563468"/>
                  </a:lnTo>
                  <a:lnTo>
                    <a:pt x="1858312" y="3563468"/>
                  </a:lnTo>
                  <a:lnTo>
                    <a:pt x="1858405" y="3563468"/>
                  </a:lnTo>
                  <a:lnTo>
                    <a:pt x="1858498" y="3563468"/>
                  </a:lnTo>
                  <a:lnTo>
                    <a:pt x="1858592" y="3563468"/>
                  </a:lnTo>
                  <a:lnTo>
                    <a:pt x="1858685" y="3563468"/>
                  </a:lnTo>
                  <a:lnTo>
                    <a:pt x="1858778" y="3563468"/>
                  </a:lnTo>
                  <a:lnTo>
                    <a:pt x="1858871" y="3563468"/>
                  </a:lnTo>
                  <a:lnTo>
                    <a:pt x="1858965" y="3563468"/>
                  </a:lnTo>
                  <a:lnTo>
                    <a:pt x="1859058" y="3563468"/>
                  </a:lnTo>
                  <a:lnTo>
                    <a:pt x="1859151" y="3563468"/>
                  </a:lnTo>
                  <a:lnTo>
                    <a:pt x="1859244" y="3563468"/>
                  </a:lnTo>
                  <a:lnTo>
                    <a:pt x="1859337" y="3563468"/>
                  </a:lnTo>
                  <a:lnTo>
                    <a:pt x="1859431" y="3563468"/>
                  </a:lnTo>
                  <a:lnTo>
                    <a:pt x="1859524" y="3563468"/>
                  </a:lnTo>
                  <a:lnTo>
                    <a:pt x="1859617" y="3563468"/>
                  </a:lnTo>
                  <a:lnTo>
                    <a:pt x="1859710" y="3563468"/>
                  </a:lnTo>
                  <a:lnTo>
                    <a:pt x="1859804" y="3563468"/>
                  </a:lnTo>
                  <a:lnTo>
                    <a:pt x="1859897" y="3563468"/>
                  </a:lnTo>
                  <a:lnTo>
                    <a:pt x="1859990" y="3563468"/>
                  </a:lnTo>
                  <a:lnTo>
                    <a:pt x="1860083" y="3563468"/>
                  </a:lnTo>
                  <a:lnTo>
                    <a:pt x="1860177" y="3563468"/>
                  </a:lnTo>
                  <a:lnTo>
                    <a:pt x="1860270" y="3563468"/>
                  </a:lnTo>
                  <a:lnTo>
                    <a:pt x="1860363" y="3563468"/>
                  </a:lnTo>
                  <a:lnTo>
                    <a:pt x="1860456" y="3563468"/>
                  </a:lnTo>
                  <a:lnTo>
                    <a:pt x="1860550" y="3563468"/>
                  </a:lnTo>
                  <a:lnTo>
                    <a:pt x="1860643" y="3563468"/>
                  </a:lnTo>
                  <a:lnTo>
                    <a:pt x="1860736" y="3563468"/>
                  </a:lnTo>
                  <a:lnTo>
                    <a:pt x="1860829" y="3563468"/>
                  </a:lnTo>
                  <a:lnTo>
                    <a:pt x="1860923" y="3563468"/>
                  </a:lnTo>
                  <a:lnTo>
                    <a:pt x="1861016" y="3563468"/>
                  </a:lnTo>
                  <a:lnTo>
                    <a:pt x="1861109" y="3563468"/>
                  </a:lnTo>
                  <a:lnTo>
                    <a:pt x="1861202" y="3563468"/>
                  </a:lnTo>
                  <a:lnTo>
                    <a:pt x="1861296" y="3563468"/>
                  </a:lnTo>
                  <a:lnTo>
                    <a:pt x="1861389" y="3563468"/>
                  </a:lnTo>
                  <a:lnTo>
                    <a:pt x="1861482" y="3563468"/>
                  </a:lnTo>
                  <a:lnTo>
                    <a:pt x="1861575" y="3563468"/>
                  </a:lnTo>
                  <a:lnTo>
                    <a:pt x="1861669" y="3563468"/>
                  </a:lnTo>
                  <a:lnTo>
                    <a:pt x="1861762" y="3563468"/>
                  </a:lnTo>
                  <a:lnTo>
                    <a:pt x="1861855" y="3563468"/>
                  </a:lnTo>
                  <a:lnTo>
                    <a:pt x="1861948" y="3563468"/>
                  </a:lnTo>
                  <a:lnTo>
                    <a:pt x="1862042" y="3563468"/>
                  </a:lnTo>
                  <a:lnTo>
                    <a:pt x="1862135" y="3563468"/>
                  </a:lnTo>
                  <a:lnTo>
                    <a:pt x="1862228" y="3563468"/>
                  </a:lnTo>
                  <a:lnTo>
                    <a:pt x="1862321" y="3563468"/>
                  </a:lnTo>
                  <a:lnTo>
                    <a:pt x="1862415" y="3563468"/>
                  </a:lnTo>
                  <a:lnTo>
                    <a:pt x="1862508" y="3563468"/>
                  </a:lnTo>
                  <a:lnTo>
                    <a:pt x="1862601" y="3563468"/>
                  </a:lnTo>
                  <a:lnTo>
                    <a:pt x="1862694" y="3563468"/>
                  </a:lnTo>
                  <a:lnTo>
                    <a:pt x="1862694" y="3553514"/>
                  </a:lnTo>
                  <a:lnTo>
                    <a:pt x="1862788" y="3553514"/>
                  </a:lnTo>
                  <a:lnTo>
                    <a:pt x="1862881" y="3553514"/>
                  </a:lnTo>
                  <a:lnTo>
                    <a:pt x="1862974" y="3553514"/>
                  </a:lnTo>
                  <a:lnTo>
                    <a:pt x="1863067" y="3553514"/>
                  </a:lnTo>
                  <a:lnTo>
                    <a:pt x="1863161" y="3553514"/>
                  </a:lnTo>
                  <a:lnTo>
                    <a:pt x="1863254" y="3553514"/>
                  </a:lnTo>
                  <a:lnTo>
                    <a:pt x="1863347" y="3553514"/>
                  </a:lnTo>
                  <a:lnTo>
                    <a:pt x="1863440" y="3553514"/>
                  </a:lnTo>
                  <a:lnTo>
                    <a:pt x="1863534" y="3553514"/>
                  </a:lnTo>
                  <a:lnTo>
                    <a:pt x="1863627" y="3553514"/>
                  </a:lnTo>
                  <a:lnTo>
                    <a:pt x="1863720" y="3553514"/>
                  </a:lnTo>
                  <a:lnTo>
                    <a:pt x="1863813" y="3553514"/>
                  </a:lnTo>
                  <a:lnTo>
                    <a:pt x="1863907" y="3553514"/>
                  </a:lnTo>
                  <a:lnTo>
                    <a:pt x="1864000" y="3553514"/>
                  </a:lnTo>
                  <a:lnTo>
                    <a:pt x="1864093" y="3553514"/>
                  </a:lnTo>
                  <a:lnTo>
                    <a:pt x="1864186" y="3553514"/>
                  </a:lnTo>
                  <a:lnTo>
                    <a:pt x="1864280" y="3553514"/>
                  </a:lnTo>
                  <a:lnTo>
                    <a:pt x="1864373" y="3553514"/>
                  </a:lnTo>
                  <a:lnTo>
                    <a:pt x="1864466" y="3553514"/>
                  </a:lnTo>
                  <a:lnTo>
                    <a:pt x="1864559" y="3553514"/>
                  </a:lnTo>
                  <a:lnTo>
                    <a:pt x="1864653" y="3553514"/>
                  </a:lnTo>
                  <a:lnTo>
                    <a:pt x="1864746" y="3553514"/>
                  </a:lnTo>
                  <a:lnTo>
                    <a:pt x="1864839" y="3553514"/>
                  </a:lnTo>
                  <a:lnTo>
                    <a:pt x="1864932" y="3553514"/>
                  </a:lnTo>
                  <a:lnTo>
                    <a:pt x="1865026" y="3553514"/>
                  </a:lnTo>
                  <a:lnTo>
                    <a:pt x="1865119" y="3553514"/>
                  </a:lnTo>
                  <a:lnTo>
                    <a:pt x="1865212" y="3553514"/>
                  </a:lnTo>
                  <a:lnTo>
                    <a:pt x="1865305" y="3553514"/>
                  </a:lnTo>
                  <a:lnTo>
                    <a:pt x="1865399" y="3553514"/>
                  </a:lnTo>
                  <a:lnTo>
                    <a:pt x="1865399" y="3543560"/>
                  </a:lnTo>
                  <a:lnTo>
                    <a:pt x="1865492" y="3543560"/>
                  </a:lnTo>
                  <a:lnTo>
                    <a:pt x="1865585" y="3543560"/>
                  </a:lnTo>
                  <a:lnTo>
                    <a:pt x="1865678" y="3543560"/>
                  </a:lnTo>
                  <a:lnTo>
                    <a:pt x="1865772" y="3543560"/>
                  </a:lnTo>
                  <a:lnTo>
                    <a:pt x="1865865" y="3543560"/>
                  </a:lnTo>
                  <a:lnTo>
                    <a:pt x="1865958" y="3543560"/>
                  </a:lnTo>
                  <a:lnTo>
                    <a:pt x="1866051" y="3543560"/>
                  </a:lnTo>
                  <a:lnTo>
                    <a:pt x="1866145" y="3543560"/>
                  </a:lnTo>
                  <a:lnTo>
                    <a:pt x="1866238" y="3543560"/>
                  </a:lnTo>
                  <a:lnTo>
                    <a:pt x="1866331" y="3543560"/>
                  </a:lnTo>
                  <a:lnTo>
                    <a:pt x="1866424" y="3543560"/>
                  </a:lnTo>
                  <a:lnTo>
                    <a:pt x="1866517" y="3543560"/>
                  </a:lnTo>
                  <a:lnTo>
                    <a:pt x="1866611" y="3543560"/>
                  </a:lnTo>
                  <a:lnTo>
                    <a:pt x="1866704" y="3543560"/>
                  </a:lnTo>
                  <a:lnTo>
                    <a:pt x="1866797" y="3543560"/>
                  </a:lnTo>
                  <a:lnTo>
                    <a:pt x="1866890" y="3543560"/>
                  </a:lnTo>
                  <a:lnTo>
                    <a:pt x="1866984" y="3543560"/>
                  </a:lnTo>
                  <a:lnTo>
                    <a:pt x="1867077" y="3543560"/>
                  </a:lnTo>
                  <a:lnTo>
                    <a:pt x="1867170" y="3543560"/>
                  </a:lnTo>
                  <a:lnTo>
                    <a:pt x="1867263" y="3543560"/>
                  </a:lnTo>
                  <a:lnTo>
                    <a:pt x="1867357" y="3543560"/>
                  </a:lnTo>
                  <a:lnTo>
                    <a:pt x="1867450" y="3543560"/>
                  </a:lnTo>
                  <a:lnTo>
                    <a:pt x="1867543" y="3543560"/>
                  </a:lnTo>
                  <a:lnTo>
                    <a:pt x="1867636" y="3543560"/>
                  </a:lnTo>
                  <a:lnTo>
                    <a:pt x="1867730" y="3543560"/>
                  </a:lnTo>
                  <a:lnTo>
                    <a:pt x="1867823" y="3543560"/>
                  </a:lnTo>
                  <a:lnTo>
                    <a:pt x="1867916" y="3543560"/>
                  </a:lnTo>
                  <a:lnTo>
                    <a:pt x="1868009" y="3543560"/>
                  </a:lnTo>
                  <a:lnTo>
                    <a:pt x="1868103" y="3543560"/>
                  </a:lnTo>
                  <a:lnTo>
                    <a:pt x="1868196" y="3543560"/>
                  </a:lnTo>
                  <a:lnTo>
                    <a:pt x="1868289" y="3543560"/>
                  </a:lnTo>
                  <a:lnTo>
                    <a:pt x="1868382" y="3543560"/>
                  </a:lnTo>
                  <a:lnTo>
                    <a:pt x="1868476" y="3543560"/>
                  </a:lnTo>
                  <a:lnTo>
                    <a:pt x="1868569" y="3543560"/>
                  </a:lnTo>
                  <a:lnTo>
                    <a:pt x="1868662" y="3543560"/>
                  </a:lnTo>
                  <a:lnTo>
                    <a:pt x="1868662" y="3533607"/>
                  </a:lnTo>
                  <a:lnTo>
                    <a:pt x="1868755" y="3533607"/>
                  </a:lnTo>
                  <a:lnTo>
                    <a:pt x="1868849" y="3533607"/>
                  </a:lnTo>
                  <a:lnTo>
                    <a:pt x="1868942" y="3533607"/>
                  </a:lnTo>
                  <a:lnTo>
                    <a:pt x="1869035" y="3533607"/>
                  </a:lnTo>
                  <a:lnTo>
                    <a:pt x="1869128" y="3533607"/>
                  </a:lnTo>
                  <a:lnTo>
                    <a:pt x="1869222" y="3533607"/>
                  </a:lnTo>
                  <a:lnTo>
                    <a:pt x="1869315" y="3533607"/>
                  </a:lnTo>
                  <a:lnTo>
                    <a:pt x="1869408" y="3533607"/>
                  </a:lnTo>
                  <a:lnTo>
                    <a:pt x="1869501" y="3533607"/>
                  </a:lnTo>
                  <a:lnTo>
                    <a:pt x="1869595" y="3533607"/>
                  </a:lnTo>
                  <a:lnTo>
                    <a:pt x="1869688" y="3533607"/>
                  </a:lnTo>
                  <a:lnTo>
                    <a:pt x="1869781" y="3533607"/>
                  </a:lnTo>
                  <a:lnTo>
                    <a:pt x="1869874" y="3533607"/>
                  </a:lnTo>
                  <a:lnTo>
                    <a:pt x="1869968" y="3533607"/>
                  </a:lnTo>
                  <a:lnTo>
                    <a:pt x="1870061" y="3533607"/>
                  </a:lnTo>
                  <a:lnTo>
                    <a:pt x="1870154" y="3533607"/>
                  </a:lnTo>
                  <a:lnTo>
                    <a:pt x="1870247" y="3533607"/>
                  </a:lnTo>
                  <a:lnTo>
                    <a:pt x="1870341" y="3533607"/>
                  </a:lnTo>
                  <a:lnTo>
                    <a:pt x="1870434" y="3533607"/>
                  </a:lnTo>
                  <a:lnTo>
                    <a:pt x="1870527" y="3533607"/>
                  </a:lnTo>
                  <a:lnTo>
                    <a:pt x="1870620" y="3533607"/>
                  </a:lnTo>
                  <a:lnTo>
                    <a:pt x="1870714" y="3533607"/>
                  </a:lnTo>
                  <a:lnTo>
                    <a:pt x="1870807" y="3533607"/>
                  </a:lnTo>
                  <a:lnTo>
                    <a:pt x="1870900" y="3533607"/>
                  </a:lnTo>
                  <a:lnTo>
                    <a:pt x="1870993" y="3533607"/>
                  </a:lnTo>
                  <a:lnTo>
                    <a:pt x="1871087" y="3533607"/>
                  </a:lnTo>
                  <a:lnTo>
                    <a:pt x="1871180" y="3533607"/>
                  </a:lnTo>
                  <a:lnTo>
                    <a:pt x="1871273" y="3533607"/>
                  </a:lnTo>
                  <a:lnTo>
                    <a:pt x="1871366" y="3533607"/>
                  </a:lnTo>
                  <a:lnTo>
                    <a:pt x="1871460" y="3533607"/>
                  </a:lnTo>
                  <a:lnTo>
                    <a:pt x="1871553" y="3533607"/>
                  </a:lnTo>
                  <a:lnTo>
                    <a:pt x="1871646" y="3533607"/>
                  </a:lnTo>
                  <a:lnTo>
                    <a:pt x="1871739" y="3533607"/>
                  </a:lnTo>
                  <a:lnTo>
                    <a:pt x="1871833" y="3533607"/>
                  </a:lnTo>
                  <a:lnTo>
                    <a:pt x="1871926" y="3533607"/>
                  </a:lnTo>
                  <a:lnTo>
                    <a:pt x="1872019" y="3533607"/>
                  </a:lnTo>
                  <a:lnTo>
                    <a:pt x="1872112" y="3533607"/>
                  </a:lnTo>
                  <a:lnTo>
                    <a:pt x="1872206" y="3533607"/>
                  </a:lnTo>
                  <a:lnTo>
                    <a:pt x="1872299" y="3533607"/>
                  </a:lnTo>
                  <a:lnTo>
                    <a:pt x="1872392" y="3533607"/>
                  </a:lnTo>
                  <a:lnTo>
                    <a:pt x="1872485" y="3533607"/>
                  </a:lnTo>
                  <a:lnTo>
                    <a:pt x="1872579" y="3533607"/>
                  </a:lnTo>
                  <a:lnTo>
                    <a:pt x="1872672" y="3533607"/>
                  </a:lnTo>
                  <a:lnTo>
                    <a:pt x="1872765" y="3533607"/>
                  </a:lnTo>
                  <a:lnTo>
                    <a:pt x="1872858" y="3533607"/>
                  </a:lnTo>
                  <a:lnTo>
                    <a:pt x="1872952" y="3533607"/>
                  </a:lnTo>
                  <a:lnTo>
                    <a:pt x="1873045" y="3533607"/>
                  </a:lnTo>
                  <a:lnTo>
                    <a:pt x="1873138" y="3533607"/>
                  </a:lnTo>
                  <a:lnTo>
                    <a:pt x="1873231" y="3533607"/>
                  </a:lnTo>
                  <a:lnTo>
                    <a:pt x="1873324" y="3533607"/>
                  </a:lnTo>
                  <a:lnTo>
                    <a:pt x="1873418" y="3533607"/>
                  </a:lnTo>
                  <a:lnTo>
                    <a:pt x="1873511" y="3533607"/>
                  </a:lnTo>
                  <a:lnTo>
                    <a:pt x="1873604" y="3533607"/>
                  </a:lnTo>
                  <a:lnTo>
                    <a:pt x="1873697" y="3533607"/>
                  </a:lnTo>
                  <a:lnTo>
                    <a:pt x="1873791" y="3533607"/>
                  </a:lnTo>
                  <a:lnTo>
                    <a:pt x="1873884" y="3533607"/>
                  </a:lnTo>
                  <a:lnTo>
                    <a:pt x="1873977" y="3533607"/>
                  </a:lnTo>
                  <a:lnTo>
                    <a:pt x="1874070" y="3533607"/>
                  </a:lnTo>
                  <a:lnTo>
                    <a:pt x="1874164" y="3533607"/>
                  </a:lnTo>
                  <a:lnTo>
                    <a:pt x="1874257" y="3533607"/>
                  </a:lnTo>
                  <a:lnTo>
                    <a:pt x="1874350" y="3533607"/>
                  </a:lnTo>
                  <a:lnTo>
                    <a:pt x="1874443" y="3533607"/>
                  </a:lnTo>
                  <a:lnTo>
                    <a:pt x="1874537" y="3533607"/>
                  </a:lnTo>
                  <a:lnTo>
                    <a:pt x="1874630" y="3533607"/>
                  </a:lnTo>
                  <a:lnTo>
                    <a:pt x="1874723" y="3533607"/>
                  </a:lnTo>
                  <a:lnTo>
                    <a:pt x="1874816" y="3533607"/>
                  </a:lnTo>
                  <a:lnTo>
                    <a:pt x="1874910" y="3533607"/>
                  </a:lnTo>
                  <a:lnTo>
                    <a:pt x="1875003" y="3533607"/>
                  </a:lnTo>
                  <a:lnTo>
                    <a:pt x="1875096" y="3533607"/>
                  </a:lnTo>
                  <a:lnTo>
                    <a:pt x="1875189" y="3533607"/>
                  </a:lnTo>
                  <a:lnTo>
                    <a:pt x="1875283" y="3533607"/>
                  </a:lnTo>
                  <a:lnTo>
                    <a:pt x="1875376" y="3533607"/>
                  </a:lnTo>
                  <a:lnTo>
                    <a:pt x="1875469" y="3533607"/>
                  </a:lnTo>
                  <a:lnTo>
                    <a:pt x="1875562" y="3533607"/>
                  </a:lnTo>
                  <a:lnTo>
                    <a:pt x="1875656" y="3533607"/>
                  </a:lnTo>
                  <a:lnTo>
                    <a:pt x="1875749" y="3533607"/>
                  </a:lnTo>
                  <a:lnTo>
                    <a:pt x="1875842" y="3533607"/>
                  </a:lnTo>
                  <a:lnTo>
                    <a:pt x="1875935" y="3533607"/>
                  </a:lnTo>
                  <a:lnTo>
                    <a:pt x="1876029" y="3533607"/>
                  </a:lnTo>
                  <a:lnTo>
                    <a:pt x="1876122" y="3533607"/>
                  </a:lnTo>
                  <a:lnTo>
                    <a:pt x="1876215" y="3533607"/>
                  </a:lnTo>
                  <a:lnTo>
                    <a:pt x="1876308" y="3533607"/>
                  </a:lnTo>
                  <a:lnTo>
                    <a:pt x="1876402" y="3533607"/>
                  </a:lnTo>
                  <a:lnTo>
                    <a:pt x="1876495" y="3533607"/>
                  </a:lnTo>
                  <a:lnTo>
                    <a:pt x="1876588" y="3533607"/>
                  </a:lnTo>
                  <a:lnTo>
                    <a:pt x="1876681" y="3533607"/>
                  </a:lnTo>
                  <a:lnTo>
                    <a:pt x="1876775" y="3533607"/>
                  </a:lnTo>
                  <a:lnTo>
                    <a:pt x="1876868" y="3533607"/>
                  </a:lnTo>
                  <a:lnTo>
                    <a:pt x="1876961" y="3533607"/>
                  </a:lnTo>
                  <a:lnTo>
                    <a:pt x="1877054" y="3533607"/>
                  </a:lnTo>
                  <a:lnTo>
                    <a:pt x="1877148" y="3533607"/>
                  </a:lnTo>
                  <a:lnTo>
                    <a:pt x="1877241" y="3533607"/>
                  </a:lnTo>
                  <a:lnTo>
                    <a:pt x="1877334" y="3533607"/>
                  </a:lnTo>
                  <a:lnTo>
                    <a:pt x="1877427" y="3533607"/>
                  </a:lnTo>
                  <a:lnTo>
                    <a:pt x="1877521" y="3533607"/>
                  </a:lnTo>
                  <a:lnTo>
                    <a:pt x="1877614" y="3533607"/>
                  </a:lnTo>
                  <a:lnTo>
                    <a:pt x="1877707" y="3533607"/>
                  </a:lnTo>
                  <a:lnTo>
                    <a:pt x="1877800" y="3533607"/>
                  </a:lnTo>
                  <a:lnTo>
                    <a:pt x="1877894" y="3533607"/>
                  </a:lnTo>
                  <a:lnTo>
                    <a:pt x="1877987" y="3533607"/>
                  </a:lnTo>
                  <a:lnTo>
                    <a:pt x="1878080" y="3533607"/>
                  </a:lnTo>
                  <a:lnTo>
                    <a:pt x="1878173" y="3533607"/>
                  </a:lnTo>
                  <a:lnTo>
                    <a:pt x="1878267" y="3533607"/>
                  </a:lnTo>
                  <a:lnTo>
                    <a:pt x="1878360" y="3533607"/>
                  </a:lnTo>
                  <a:lnTo>
                    <a:pt x="1878453" y="3533607"/>
                  </a:lnTo>
                  <a:lnTo>
                    <a:pt x="1878546" y="3533607"/>
                  </a:lnTo>
                  <a:lnTo>
                    <a:pt x="1878640" y="3533607"/>
                  </a:lnTo>
                  <a:lnTo>
                    <a:pt x="1878733" y="3533607"/>
                  </a:lnTo>
                  <a:lnTo>
                    <a:pt x="1878826" y="3533607"/>
                  </a:lnTo>
                  <a:lnTo>
                    <a:pt x="1878919" y="3533607"/>
                  </a:lnTo>
                  <a:lnTo>
                    <a:pt x="1879013" y="3533607"/>
                  </a:lnTo>
                  <a:lnTo>
                    <a:pt x="1879106" y="3533607"/>
                  </a:lnTo>
                  <a:lnTo>
                    <a:pt x="1879199" y="3533607"/>
                  </a:lnTo>
                  <a:lnTo>
                    <a:pt x="1879292" y="3533607"/>
                  </a:lnTo>
                  <a:lnTo>
                    <a:pt x="1879386" y="3533607"/>
                  </a:lnTo>
                  <a:lnTo>
                    <a:pt x="1879479" y="3533607"/>
                  </a:lnTo>
                  <a:lnTo>
                    <a:pt x="1879572" y="3533607"/>
                  </a:lnTo>
                  <a:lnTo>
                    <a:pt x="1879665" y="3533607"/>
                  </a:lnTo>
                  <a:lnTo>
                    <a:pt x="1879759" y="3533607"/>
                  </a:lnTo>
                  <a:lnTo>
                    <a:pt x="1879852" y="3533607"/>
                  </a:lnTo>
                  <a:lnTo>
                    <a:pt x="1879852" y="3523653"/>
                  </a:lnTo>
                  <a:lnTo>
                    <a:pt x="1879945" y="3523653"/>
                  </a:lnTo>
                  <a:lnTo>
                    <a:pt x="1880038" y="3523653"/>
                  </a:lnTo>
                  <a:lnTo>
                    <a:pt x="1880132" y="3523653"/>
                  </a:lnTo>
                  <a:lnTo>
                    <a:pt x="1880225" y="3523653"/>
                  </a:lnTo>
                  <a:lnTo>
                    <a:pt x="1880318" y="3523653"/>
                  </a:lnTo>
                  <a:lnTo>
                    <a:pt x="1880411" y="3523653"/>
                  </a:lnTo>
                  <a:lnTo>
                    <a:pt x="1880504" y="3523653"/>
                  </a:lnTo>
                  <a:lnTo>
                    <a:pt x="1880598" y="3523653"/>
                  </a:lnTo>
                  <a:lnTo>
                    <a:pt x="1880691" y="3523653"/>
                  </a:lnTo>
                  <a:lnTo>
                    <a:pt x="1880784" y="3523653"/>
                  </a:lnTo>
                  <a:lnTo>
                    <a:pt x="1880877" y="3523653"/>
                  </a:lnTo>
                  <a:lnTo>
                    <a:pt x="1880971" y="3523653"/>
                  </a:lnTo>
                  <a:lnTo>
                    <a:pt x="1881064" y="3523653"/>
                  </a:lnTo>
                  <a:lnTo>
                    <a:pt x="1881157" y="3523653"/>
                  </a:lnTo>
                  <a:lnTo>
                    <a:pt x="1881250" y="3523653"/>
                  </a:lnTo>
                  <a:lnTo>
                    <a:pt x="1881344" y="3523653"/>
                  </a:lnTo>
                  <a:lnTo>
                    <a:pt x="1881437" y="3523653"/>
                  </a:lnTo>
                  <a:lnTo>
                    <a:pt x="1881530" y="3523653"/>
                  </a:lnTo>
                  <a:lnTo>
                    <a:pt x="1881623" y="3523653"/>
                  </a:lnTo>
                  <a:lnTo>
                    <a:pt x="1881717" y="3523653"/>
                  </a:lnTo>
                  <a:lnTo>
                    <a:pt x="1881810" y="3523653"/>
                  </a:lnTo>
                  <a:lnTo>
                    <a:pt x="1881903" y="3523653"/>
                  </a:lnTo>
                  <a:lnTo>
                    <a:pt x="1881996" y="3523653"/>
                  </a:lnTo>
                  <a:lnTo>
                    <a:pt x="1882090" y="3523653"/>
                  </a:lnTo>
                  <a:lnTo>
                    <a:pt x="1882183" y="3523653"/>
                  </a:lnTo>
                  <a:lnTo>
                    <a:pt x="1882276" y="3523653"/>
                  </a:lnTo>
                  <a:lnTo>
                    <a:pt x="1882369" y="3523653"/>
                  </a:lnTo>
                  <a:lnTo>
                    <a:pt x="1882463" y="3523653"/>
                  </a:lnTo>
                  <a:lnTo>
                    <a:pt x="1882556" y="3523653"/>
                  </a:lnTo>
                  <a:lnTo>
                    <a:pt x="1882649" y="3523653"/>
                  </a:lnTo>
                  <a:lnTo>
                    <a:pt x="1882742" y="3523653"/>
                  </a:lnTo>
                  <a:lnTo>
                    <a:pt x="1882836" y="3523653"/>
                  </a:lnTo>
                  <a:lnTo>
                    <a:pt x="1882929" y="3523653"/>
                  </a:lnTo>
                  <a:lnTo>
                    <a:pt x="1883022" y="3523653"/>
                  </a:lnTo>
                  <a:lnTo>
                    <a:pt x="1883115" y="3523653"/>
                  </a:lnTo>
                  <a:lnTo>
                    <a:pt x="1883209" y="3523653"/>
                  </a:lnTo>
                  <a:lnTo>
                    <a:pt x="1883302" y="3523653"/>
                  </a:lnTo>
                  <a:lnTo>
                    <a:pt x="1883395" y="3523653"/>
                  </a:lnTo>
                  <a:lnTo>
                    <a:pt x="1883488" y="3523653"/>
                  </a:lnTo>
                  <a:lnTo>
                    <a:pt x="1883582" y="3523653"/>
                  </a:lnTo>
                  <a:lnTo>
                    <a:pt x="1883675" y="3523653"/>
                  </a:lnTo>
                  <a:lnTo>
                    <a:pt x="1883768" y="3523653"/>
                  </a:lnTo>
                  <a:lnTo>
                    <a:pt x="1883861" y="3523653"/>
                  </a:lnTo>
                  <a:lnTo>
                    <a:pt x="1883955" y="3523653"/>
                  </a:lnTo>
                  <a:lnTo>
                    <a:pt x="1884048" y="3523653"/>
                  </a:lnTo>
                  <a:lnTo>
                    <a:pt x="1884141" y="3523653"/>
                  </a:lnTo>
                  <a:lnTo>
                    <a:pt x="1884234" y="3523653"/>
                  </a:lnTo>
                  <a:lnTo>
                    <a:pt x="1884328" y="3523653"/>
                  </a:lnTo>
                  <a:lnTo>
                    <a:pt x="1884421" y="3523653"/>
                  </a:lnTo>
                  <a:lnTo>
                    <a:pt x="1884514" y="3523653"/>
                  </a:lnTo>
                  <a:lnTo>
                    <a:pt x="1884607" y="3523653"/>
                  </a:lnTo>
                  <a:lnTo>
                    <a:pt x="1884701" y="3523653"/>
                  </a:lnTo>
                  <a:lnTo>
                    <a:pt x="1884794" y="3523653"/>
                  </a:lnTo>
                  <a:lnTo>
                    <a:pt x="1884887" y="3523653"/>
                  </a:lnTo>
                  <a:lnTo>
                    <a:pt x="1884980" y="3523653"/>
                  </a:lnTo>
                  <a:lnTo>
                    <a:pt x="1885074" y="3523653"/>
                  </a:lnTo>
                  <a:lnTo>
                    <a:pt x="1885167" y="3523653"/>
                  </a:lnTo>
                  <a:lnTo>
                    <a:pt x="1885260" y="3523653"/>
                  </a:lnTo>
                  <a:lnTo>
                    <a:pt x="1885353" y="3523653"/>
                  </a:lnTo>
                  <a:lnTo>
                    <a:pt x="1885447" y="3523653"/>
                  </a:lnTo>
                  <a:lnTo>
                    <a:pt x="1885540" y="3523653"/>
                  </a:lnTo>
                  <a:lnTo>
                    <a:pt x="1885633" y="3523653"/>
                  </a:lnTo>
                  <a:lnTo>
                    <a:pt x="1885726" y="3523653"/>
                  </a:lnTo>
                  <a:lnTo>
                    <a:pt x="1885820" y="3523653"/>
                  </a:lnTo>
                  <a:lnTo>
                    <a:pt x="1885913" y="3523653"/>
                  </a:lnTo>
                  <a:lnTo>
                    <a:pt x="1886006" y="3523653"/>
                  </a:lnTo>
                  <a:lnTo>
                    <a:pt x="1886099" y="3523653"/>
                  </a:lnTo>
                  <a:lnTo>
                    <a:pt x="1886193" y="3523653"/>
                  </a:lnTo>
                  <a:lnTo>
                    <a:pt x="1886286" y="3523653"/>
                  </a:lnTo>
                  <a:lnTo>
                    <a:pt x="1886379" y="3523653"/>
                  </a:lnTo>
                  <a:lnTo>
                    <a:pt x="1886472" y="3523653"/>
                  </a:lnTo>
                  <a:lnTo>
                    <a:pt x="1886566" y="3523653"/>
                  </a:lnTo>
                  <a:lnTo>
                    <a:pt x="1886659" y="3523653"/>
                  </a:lnTo>
                  <a:lnTo>
                    <a:pt x="1886752" y="3523653"/>
                  </a:lnTo>
                  <a:lnTo>
                    <a:pt x="1886845" y="3523653"/>
                  </a:lnTo>
                  <a:lnTo>
                    <a:pt x="1886939" y="3523653"/>
                  </a:lnTo>
                  <a:lnTo>
                    <a:pt x="1887032" y="3523653"/>
                  </a:lnTo>
                  <a:lnTo>
                    <a:pt x="1887125" y="3523653"/>
                  </a:lnTo>
                  <a:lnTo>
                    <a:pt x="1887218" y="3523653"/>
                  </a:lnTo>
                  <a:lnTo>
                    <a:pt x="1887311" y="3523653"/>
                  </a:lnTo>
                  <a:lnTo>
                    <a:pt x="1887405" y="3523653"/>
                  </a:lnTo>
                  <a:lnTo>
                    <a:pt x="1887405" y="3513699"/>
                  </a:lnTo>
                  <a:lnTo>
                    <a:pt x="1887498" y="3513699"/>
                  </a:lnTo>
                  <a:lnTo>
                    <a:pt x="1887591" y="3513699"/>
                  </a:lnTo>
                  <a:lnTo>
                    <a:pt x="1887684" y="3513699"/>
                  </a:lnTo>
                  <a:lnTo>
                    <a:pt x="1887778" y="3513699"/>
                  </a:lnTo>
                  <a:lnTo>
                    <a:pt x="1887871" y="3513699"/>
                  </a:lnTo>
                  <a:lnTo>
                    <a:pt x="1887964" y="3513699"/>
                  </a:lnTo>
                  <a:lnTo>
                    <a:pt x="1888057" y="3513699"/>
                  </a:lnTo>
                  <a:lnTo>
                    <a:pt x="1888151" y="3513699"/>
                  </a:lnTo>
                  <a:lnTo>
                    <a:pt x="1888244" y="3513699"/>
                  </a:lnTo>
                  <a:lnTo>
                    <a:pt x="1888337" y="3513699"/>
                  </a:lnTo>
                  <a:lnTo>
                    <a:pt x="1888430" y="3513699"/>
                  </a:lnTo>
                  <a:lnTo>
                    <a:pt x="1888524" y="3513699"/>
                  </a:lnTo>
                  <a:lnTo>
                    <a:pt x="1888617" y="3513699"/>
                  </a:lnTo>
                  <a:lnTo>
                    <a:pt x="1888710" y="3513699"/>
                  </a:lnTo>
                  <a:lnTo>
                    <a:pt x="1888803" y="3513699"/>
                  </a:lnTo>
                  <a:lnTo>
                    <a:pt x="1888897" y="3513699"/>
                  </a:lnTo>
                  <a:lnTo>
                    <a:pt x="1888990" y="3513699"/>
                  </a:lnTo>
                  <a:lnTo>
                    <a:pt x="1889083" y="3513699"/>
                  </a:lnTo>
                  <a:lnTo>
                    <a:pt x="1889176" y="3513699"/>
                  </a:lnTo>
                  <a:lnTo>
                    <a:pt x="1889270" y="3513699"/>
                  </a:lnTo>
                  <a:lnTo>
                    <a:pt x="1889363" y="3513699"/>
                  </a:lnTo>
                  <a:lnTo>
                    <a:pt x="1889456" y="3513699"/>
                  </a:lnTo>
                  <a:lnTo>
                    <a:pt x="1889549" y="3513699"/>
                  </a:lnTo>
                  <a:lnTo>
                    <a:pt x="1889643" y="3513699"/>
                  </a:lnTo>
                  <a:lnTo>
                    <a:pt x="1889736" y="3513699"/>
                  </a:lnTo>
                  <a:lnTo>
                    <a:pt x="1889829" y="3513699"/>
                  </a:lnTo>
                  <a:lnTo>
                    <a:pt x="1889922" y="3513699"/>
                  </a:lnTo>
                  <a:lnTo>
                    <a:pt x="1890016" y="3513699"/>
                  </a:lnTo>
                  <a:lnTo>
                    <a:pt x="1890109" y="3513699"/>
                  </a:lnTo>
                  <a:lnTo>
                    <a:pt x="1890202" y="3513699"/>
                  </a:lnTo>
                  <a:lnTo>
                    <a:pt x="1890295" y="3513699"/>
                  </a:lnTo>
                  <a:lnTo>
                    <a:pt x="1890389" y="3513699"/>
                  </a:lnTo>
                  <a:lnTo>
                    <a:pt x="1890389" y="3503745"/>
                  </a:lnTo>
                  <a:lnTo>
                    <a:pt x="1890482" y="3503745"/>
                  </a:lnTo>
                  <a:lnTo>
                    <a:pt x="1890575" y="3503745"/>
                  </a:lnTo>
                  <a:lnTo>
                    <a:pt x="1890668" y="3503745"/>
                  </a:lnTo>
                  <a:lnTo>
                    <a:pt x="1890762" y="3503745"/>
                  </a:lnTo>
                  <a:lnTo>
                    <a:pt x="1890855" y="3503745"/>
                  </a:lnTo>
                  <a:lnTo>
                    <a:pt x="1890948" y="3503745"/>
                  </a:lnTo>
                  <a:lnTo>
                    <a:pt x="1891041" y="3503745"/>
                  </a:lnTo>
                  <a:lnTo>
                    <a:pt x="1891135" y="3503745"/>
                  </a:lnTo>
                  <a:lnTo>
                    <a:pt x="1891228" y="3503745"/>
                  </a:lnTo>
                  <a:lnTo>
                    <a:pt x="1891321" y="3503745"/>
                  </a:lnTo>
                  <a:lnTo>
                    <a:pt x="1891414" y="3503745"/>
                  </a:lnTo>
                  <a:lnTo>
                    <a:pt x="1891508" y="3503745"/>
                  </a:lnTo>
                  <a:lnTo>
                    <a:pt x="1891601" y="3503745"/>
                  </a:lnTo>
                  <a:lnTo>
                    <a:pt x="1891694" y="3503745"/>
                  </a:lnTo>
                  <a:lnTo>
                    <a:pt x="1891787" y="3503745"/>
                  </a:lnTo>
                  <a:lnTo>
                    <a:pt x="1891881" y="3503745"/>
                  </a:lnTo>
                  <a:lnTo>
                    <a:pt x="1891974" y="3503745"/>
                  </a:lnTo>
                  <a:lnTo>
                    <a:pt x="1892067" y="3503745"/>
                  </a:lnTo>
                  <a:lnTo>
                    <a:pt x="1892160" y="3503745"/>
                  </a:lnTo>
                  <a:lnTo>
                    <a:pt x="1892254" y="3503745"/>
                  </a:lnTo>
                  <a:lnTo>
                    <a:pt x="1892347" y="3503745"/>
                  </a:lnTo>
                  <a:lnTo>
                    <a:pt x="1892440" y="3503745"/>
                  </a:lnTo>
                  <a:lnTo>
                    <a:pt x="1892533" y="3503745"/>
                  </a:lnTo>
                  <a:lnTo>
                    <a:pt x="1892627" y="3503745"/>
                  </a:lnTo>
                  <a:lnTo>
                    <a:pt x="1892720" y="3503745"/>
                  </a:lnTo>
                  <a:lnTo>
                    <a:pt x="1892813" y="3503745"/>
                  </a:lnTo>
                  <a:lnTo>
                    <a:pt x="1892906" y="3503745"/>
                  </a:lnTo>
                  <a:lnTo>
                    <a:pt x="1893000" y="3503745"/>
                  </a:lnTo>
                  <a:lnTo>
                    <a:pt x="1893093" y="3503745"/>
                  </a:lnTo>
                  <a:lnTo>
                    <a:pt x="1893186" y="3503745"/>
                  </a:lnTo>
                  <a:lnTo>
                    <a:pt x="1893279" y="3503745"/>
                  </a:lnTo>
                  <a:lnTo>
                    <a:pt x="1893373" y="3503745"/>
                  </a:lnTo>
                  <a:lnTo>
                    <a:pt x="1893466" y="3503745"/>
                  </a:lnTo>
                  <a:lnTo>
                    <a:pt x="1893559" y="3503745"/>
                  </a:lnTo>
                  <a:lnTo>
                    <a:pt x="1893652" y="3503745"/>
                  </a:lnTo>
                  <a:lnTo>
                    <a:pt x="1893746" y="3503745"/>
                  </a:lnTo>
                  <a:lnTo>
                    <a:pt x="1893839" y="3503745"/>
                  </a:lnTo>
                  <a:lnTo>
                    <a:pt x="1893932" y="3503745"/>
                  </a:lnTo>
                  <a:lnTo>
                    <a:pt x="1894025" y="3503745"/>
                  </a:lnTo>
                  <a:lnTo>
                    <a:pt x="1894118" y="3503745"/>
                  </a:lnTo>
                  <a:lnTo>
                    <a:pt x="1894212" y="3503745"/>
                  </a:lnTo>
                  <a:lnTo>
                    <a:pt x="1894305" y="3503745"/>
                  </a:lnTo>
                  <a:lnTo>
                    <a:pt x="1894398" y="3503745"/>
                  </a:lnTo>
                  <a:lnTo>
                    <a:pt x="1894491" y="3503745"/>
                  </a:lnTo>
                  <a:lnTo>
                    <a:pt x="1894585" y="3503745"/>
                  </a:lnTo>
                  <a:lnTo>
                    <a:pt x="1894678" y="3503745"/>
                  </a:lnTo>
                  <a:lnTo>
                    <a:pt x="1894771" y="3503745"/>
                  </a:lnTo>
                  <a:lnTo>
                    <a:pt x="1894864" y="3503745"/>
                  </a:lnTo>
                  <a:lnTo>
                    <a:pt x="1894958" y="3503745"/>
                  </a:lnTo>
                  <a:lnTo>
                    <a:pt x="1895051" y="3503745"/>
                  </a:lnTo>
                  <a:lnTo>
                    <a:pt x="1895144" y="3503745"/>
                  </a:lnTo>
                  <a:lnTo>
                    <a:pt x="1895237" y="3503745"/>
                  </a:lnTo>
                  <a:lnTo>
                    <a:pt x="1895331" y="3503745"/>
                  </a:lnTo>
                  <a:lnTo>
                    <a:pt x="1895424" y="3503745"/>
                  </a:lnTo>
                  <a:lnTo>
                    <a:pt x="1895517" y="3503745"/>
                  </a:lnTo>
                  <a:lnTo>
                    <a:pt x="1895610" y="3503745"/>
                  </a:lnTo>
                  <a:lnTo>
                    <a:pt x="1895704" y="3503745"/>
                  </a:lnTo>
                  <a:lnTo>
                    <a:pt x="1895797" y="3503745"/>
                  </a:lnTo>
                  <a:lnTo>
                    <a:pt x="1895890" y="3503745"/>
                  </a:lnTo>
                  <a:lnTo>
                    <a:pt x="1895983" y="3503745"/>
                  </a:lnTo>
                  <a:lnTo>
                    <a:pt x="1896077" y="3503745"/>
                  </a:lnTo>
                  <a:lnTo>
                    <a:pt x="1896170" y="3503745"/>
                  </a:lnTo>
                  <a:lnTo>
                    <a:pt x="1896263" y="3503745"/>
                  </a:lnTo>
                  <a:lnTo>
                    <a:pt x="1896356" y="3503745"/>
                  </a:lnTo>
                  <a:lnTo>
                    <a:pt x="1896450" y="3503745"/>
                  </a:lnTo>
                  <a:lnTo>
                    <a:pt x="1896543" y="3503745"/>
                  </a:lnTo>
                  <a:lnTo>
                    <a:pt x="1896636" y="3503745"/>
                  </a:lnTo>
                  <a:lnTo>
                    <a:pt x="1896729" y="3503745"/>
                  </a:lnTo>
                  <a:lnTo>
                    <a:pt x="1896823" y="3503745"/>
                  </a:lnTo>
                  <a:lnTo>
                    <a:pt x="1896916" y="3503745"/>
                  </a:lnTo>
                  <a:lnTo>
                    <a:pt x="1897009" y="3503745"/>
                  </a:lnTo>
                  <a:lnTo>
                    <a:pt x="1897102" y="3503745"/>
                  </a:lnTo>
                  <a:lnTo>
                    <a:pt x="1897196" y="3503745"/>
                  </a:lnTo>
                  <a:lnTo>
                    <a:pt x="1897289" y="3503745"/>
                  </a:lnTo>
                  <a:lnTo>
                    <a:pt x="1897382" y="3503745"/>
                  </a:lnTo>
                  <a:lnTo>
                    <a:pt x="1897475" y="3503745"/>
                  </a:lnTo>
                  <a:lnTo>
                    <a:pt x="1897569" y="3503745"/>
                  </a:lnTo>
                  <a:lnTo>
                    <a:pt x="1897662" y="3503745"/>
                  </a:lnTo>
                  <a:lnTo>
                    <a:pt x="1897755" y="3503745"/>
                  </a:lnTo>
                  <a:lnTo>
                    <a:pt x="1897848" y="3503745"/>
                  </a:lnTo>
                  <a:lnTo>
                    <a:pt x="1897848" y="3493791"/>
                  </a:lnTo>
                  <a:lnTo>
                    <a:pt x="1897942" y="3493791"/>
                  </a:lnTo>
                  <a:lnTo>
                    <a:pt x="1898035" y="3493791"/>
                  </a:lnTo>
                  <a:lnTo>
                    <a:pt x="1898128" y="3493791"/>
                  </a:lnTo>
                  <a:lnTo>
                    <a:pt x="1898221" y="3493791"/>
                  </a:lnTo>
                  <a:lnTo>
                    <a:pt x="1898315" y="3493791"/>
                  </a:lnTo>
                  <a:lnTo>
                    <a:pt x="1898408" y="3493791"/>
                  </a:lnTo>
                  <a:lnTo>
                    <a:pt x="1898501" y="3493791"/>
                  </a:lnTo>
                  <a:lnTo>
                    <a:pt x="1898594" y="3493791"/>
                  </a:lnTo>
                  <a:lnTo>
                    <a:pt x="1898688" y="3493791"/>
                  </a:lnTo>
                  <a:lnTo>
                    <a:pt x="1898781" y="3493791"/>
                  </a:lnTo>
                  <a:lnTo>
                    <a:pt x="1898874" y="3493791"/>
                  </a:lnTo>
                  <a:lnTo>
                    <a:pt x="1898967" y="3493791"/>
                  </a:lnTo>
                  <a:lnTo>
                    <a:pt x="1899061" y="3493791"/>
                  </a:lnTo>
                  <a:lnTo>
                    <a:pt x="1899154" y="3493791"/>
                  </a:lnTo>
                  <a:lnTo>
                    <a:pt x="1899247" y="3493791"/>
                  </a:lnTo>
                  <a:lnTo>
                    <a:pt x="1899340" y="3493791"/>
                  </a:lnTo>
                  <a:lnTo>
                    <a:pt x="1899434" y="3493791"/>
                  </a:lnTo>
                  <a:lnTo>
                    <a:pt x="1899527" y="3493791"/>
                  </a:lnTo>
                  <a:lnTo>
                    <a:pt x="1899620" y="3493791"/>
                  </a:lnTo>
                  <a:lnTo>
                    <a:pt x="1899713" y="3493791"/>
                  </a:lnTo>
                  <a:lnTo>
                    <a:pt x="1899807" y="3493791"/>
                  </a:lnTo>
                  <a:lnTo>
                    <a:pt x="1899900" y="3493791"/>
                  </a:lnTo>
                  <a:lnTo>
                    <a:pt x="1899993" y="3493791"/>
                  </a:lnTo>
                  <a:lnTo>
                    <a:pt x="1900086" y="3493791"/>
                  </a:lnTo>
                  <a:lnTo>
                    <a:pt x="1900180" y="3493791"/>
                  </a:lnTo>
                  <a:lnTo>
                    <a:pt x="1900273" y="3493791"/>
                  </a:lnTo>
                  <a:lnTo>
                    <a:pt x="1900366" y="3493791"/>
                  </a:lnTo>
                  <a:lnTo>
                    <a:pt x="1900459" y="3493791"/>
                  </a:lnTo>
                  <a:lnTo>
                    <a:pt x="1900553" y="3493791"/>
                  </a:lnTo>
                  <a:lnTo>
                    <a:pt x="1900646" y="3493791"/>
                  </a:lnTo>
                  <a:lnTo>
                    <a:pt x="1900739" y="3493791"/>
                  </a:lnTo>
                  <a:lnTo>
                    <a:pt x="1900832" y="3493791"/>
                  </a:lnTo>
                  <a:lnTo>
                    <a:pt x="1900926" y="3493791"/>
                  </a:lnTo>
                  <a:lnTo>
                    <a:pt x="1901019" y="3493791"/>
                  </a:lnTo>
                  <a:lnTo>
                    <a:pt x="1901112" y="3493791"/>
                  </a:lnTo>
                  <a:lnTo>
                    <a:pt x="1901205" y="3493791"/>
                  </a:lnTo>
                  <a:lnTo>
                    <a:pt x="1901298" y="3493791"/>
                  </a:lnTo>
                  <a:lnTo>
                    <a:pt x="1901392" y="3493791"/>
                  </a:lnTo>
                  <a:lnTo>
                    <a:pt x="1901485" y="3493791"/>
                  </a:lnTo>
                  <a:lnTo>
                    <a:pt x="1901578" y="3493791"/>
                  </a:lnTo>
                  <a:lnTo>
                    <a:pt x="1901671" y="3493791"/>
                  </a:lnTo>
                  <a:lnTo>
                    <a:pt x="1901765" y="3493791"/>
                  </a:lnTo>
                  <a:lnTo>
                    <a:pt x="1901858" y="3493791"/>
                  </a:lnTo>
                  <a:lnTo>
                    <a:pt x="1901951" y="3493791"/>
                  </a:lnTo>
                  <a:lnTo>
                    <a:pt x="1902044" y="3493791"/>
                  </a:lnTo>
                  <a:lnTo>
                    <a:pt x="1902138" y="3493791"/>
                  </a:lnTo>
                  <a:lnTo>
                    <a:pt x="1902231" y="3493791"/>
                  </a:lnTo>
                  <a:lnTo>
                    <a:pt x="1902324" y="3493791"/>
                  </a:lnTo>
                  <a:lnTo>
                    <a:pt x="1902417" y="3493791"/>
                  </a:lnTo>
                  <a:lnTo>
                    <a:pt x="1902511" y="3493791"/>
                  </a:lnTo>
                  <a:lnTo>
                    <a:pt x="1902604" y="3493791"/>
                  </a:lnTo>
                  <a:lnTo>
                    <a:pt x="1902697" y="3493791"/>
                  </a:lnTo>
                  <a:lnTo>
                    <a:pt x="1902790" y="3493791"/>
                  </a:lnTo>
                  <a:lnTo>
                    <a:pt x="1902884" y="3493791"/>
                  </a:lnTo>
                  <a:lnTo>
                    <a:pt x="1902977" y="3493791"/>
                  </a:lnTo>
                  <a:lnTo>
                    <a:pt x="1903070" y="3493791"/>
                  </a:lnTo>
                  <a:lnTo>
                    <a:pt x="1903163" y="3493791"/>
                  </a:lnTo>
                  <a:lnTo>
                    <a:pt x="1903257" y="3493791"/>
                  </a:lnTo>
                  <a:lnTo>
                    <a:pt x="1903350" y="3493791"/>
                  </a:lnTo>
                  <a:lnTo>
                    <a:pt x="1903443" y="3493791"/>
                  </a:lnTo>
                  <a:lnTo>
                    <a:pt x="1903536" y="3493791"/>
                  </a:lnTo>
                  <a:lnTo>
                    <a:pt x="1903630" y="3493791"/>
                  </a:lnTo>
                  <a:lnTo>
                    <a:pt x="1903723" y="3493791"/>
                  </a:lnTo>
                  <a:lnTo>
                    <a:pt x="1903816" y="3493791"/>
                  </a:lnTo>
                  <a:lnTo>
                    <a:pt x="1903909" y="3493791"/>
                  </a:lnTo>
                  <a:lnTo>
                    <a:pt x="1904003" y="3493791"/>
                  </a:lnTo>
                  <a:lnTo>
                    <a:pt x="1904096" y="3493791"/>
                  </a:lnTo>
                  <a:lnTo>
                    <a:pt x="1904189" y="3493791"/>
                  </a:lnTo>
                  <a:lnTo>
                    <a:pt x="1904282" y="3493791"/>
                  </a:lnTo>
                  <a:lnTo>
                    <a:pt x="1904376" y="3493791"/>
                  </a:lnTo>
                  <a:lnTo>
                    <a:pt x="1904469" y="3493791"/>
                  </a:lnTo>
                  <a:lnTo>
                    <a:pt x="1904562" y="3493791"/>
                  </a:lnTo>
                  <a:lnTo>
                    <a:pt x="1904655" y="3493791"/>
                  </a:lnTo>
                  <a:lnTo>
                    <a:pt x="1904749" y="3493791"/>
                  </a:lnTo>
                  <a:lnTo>
                    <a:pt x="1904842" y="3493791"/>
                  </a:lnTo>
                  <a:lnTo>
                    <a:pt x="1904935" y="3493791"/>
                  </a:lnTo>
                  <a:lnTo>
                    <a:pt x="1905028" y="3493791"/>
                  </a:lnTo>
                  <a:lnTo>
                    <a:pt x="1905122" y="3493791"/>
                  </a:lnTo>
                  <a:lnTo>
                    <a:pt x="1905215" y="3493791"/>
                  </a:lnTo>
                  <a:lnTo>
                    <a:pt x="1905308" y="3493791"/>
                  </a:lnTo>
                  <a:lnTo>
                    <a:pt x="1905401" y="3493791"/>
                  </a:lnTo>
                  <a:lnTo>
                    <a:pt x="1905495" y="3493791"/>
                  </a:lnTo>
                  <a:lnTo>
                    <a:pt x="1905588" y="3493791"/>
                  </a:lnTo>
                  <a:lnTo>
                    <a:pt x="1905681" y="3493791"/>
                  </a:lnTo>
                  <a:lnTo>
                    <a:pt x="1905774" y="3493791"/>
                  </a:lnTo>
                  <a:lnTo>
                    <a:pt x="1905868" y="3493791"/>
                  </a:lnTo>
                  <a:lnTo>
                    <a:pt x="1905961" y="3493791"/>
                  </a:lnTo>
                  <a:lnTo>
                    <a:pt x="1906054" y="3493791"/>
                  </a:lnTo>
                  <a:lnTo>
                    <a:pt x="1906147" y="3493791"/>
                  </a:lnTo>
                  <a:lnTo>
                    <a:pt x="1906241" y="3493791"/>
                  </a:lnTo>
                  <a:lnTo>
                    <a:pt x="1906334" y="3493791"/>
                  </a:lnTo>
                  <a:lnTo>
                    <a:pt x="1906427" y="3493791"/>
                  </a:lnTo>
                  <a:lnTo>
                    <a:pt x="1906520" y="3493791"/>
                  </a:lnTo>
                  <a:lnTo>
                    <a:pt x="1906614" y="3493791"/>
                  </a:lnTo>
                  <a:lnTo>
                    <a:pt x="1906707" y="3493791"/>
                  </a:lnTo>
                  <a:lnTo>
                    <a:pt x="1906800" y="3493791"/>
                  </a:lnTo>
                  <a:lnTo>
                    <a:pt x="1906893" y="3493791"/>
                  </a:lnTo>
                  <a:lnTo>
                    <a:pt x="1906987" y="3493791"/>
                  </a:lnTo>
                  <a:lnTo>
                    <a:pt x="1907080" y="3493791"/>
                  </a:lnTo>
                  <a:lnTo>
                    <a:pt x="1907173" y="3493791"/>
                  </a:lnTo>
                  <a:lnTo>
                    <a:pt x="1907266" y="3493791"/>
                  </a:lnTo>
                  <a:lnTo>
                    <a:pt x="1907360" y="3493791"/>
                  </a:lnTo>
                  <a:lnTo>
                    <a:pt x="1907453" y="3493791"/>
                  </a:lnTo>
                  <a:lnTo>
                    <a:pt x="1907546" y="3493791"/>
                  </a:lnTo>
                  <a:lnTo>
                    <a:pt x="1907639" y="3493791"/>
                  </a:lnTo>
                  <a:lnTo>
                    <a:pt x="1907733" y="3493791"/>
                  </a:lnTo>
                  <a:lnTo>
                    <a:pt x="1907826" y="3493791"/>
                  </a:lnTo>
                  <a:lnTo>
                    <a:pt x="1907919" y="3493791"/>
                  </a:lnTo>
                  <a:lnTo>
                    <a:pt x="1908012" y="3493791"/>
                  </a:lnTo>
                  <a:lnTo>
                    <a:pt x="1908105" y="3493791"/>
                  </a:lnTo>
                  <a:lnTo>
                    <a:pt x="1908199" y="3493791"/>
                  </a:lnTo>
                  <a:lnTo>
                    <a:pt x="1908292" y="3493791"/>
                  </a:lnTo>
                  <a:lnTo>
                    <a:pt x="1908385" y="3493791"/>
                  </a:lnTo>
                  <a:lnTo>
                    <a:pt x="1908478" y="3493791"/>
                  </a:lnTo>
                  <a:lnTo>
                    <a:pt x="1908572" y="3493791"/>
                  </a:lnTo>
                  <a:lnTo>
                    <a:pt x="1908665" y="3493791"/>
                  </a:lnTo>
                  <a:lnTo>
                    <a:pt x="1908758" y="3493791"/>
                  </a:lnTo>
                  <a:lnTo>
                    <a:pt x="1908851" y="3493791"/>
                  </a:lnTo>
                  <a:lnTo>
                    <a:pt x="1908945" y="3493791"/>
                  </a:lnTo>
                  <a:lnTo>
                    <a:pt x="1909038" y="3493791"/>
                  </a:lnTo>
                  <a:lnTo>
                    <a:pt x="1909131" y="3493791"/>
                  </a:lnTo>
                  <a:lnTo>
                    <a:pt x="1909224" y="3493791"/>
                  </a:lnTo>
                  <a:lnTo>
                    <a:pt x="1909318" y="3493791"/>
                  </a:lnTo>
                  <a:lnTo>
                    <a:pt x="1909411" y="3493791"/>
                  </a:lnTo>
                  <a:lnTo>
                    <a:pt x="1909504" y="3493791"/>
                  </a:lnTo>
                  <a:lnTo>
                    <a:pt x="1909597" y="3493791"/>
                  </a:lnTo>
                  <a:lnTo>
                    <a:pt x="1909691" y="3493791"/>
                  </a:lnTo>
                  <a:lnTo>
                    <a:pt x="1909784" y="3493791"/>
                  </a:lnTo>
                  <a:lnTo>
                    <a:pt x="1909877" y="3493791"/>
                  </a:lnTo>
                  <a:lnTo>
                    <a:pt x="1909970" y="3493791"/>
                  </a:lnTo>
                  <a:lnTo>
                    <a:pt x="1910064" y="3493791"/>
                  </a:lnTo>
                  <a:lnTo>
                    <a:pt x="1910157" y="3493791"/>
                  </a:lnTo>
                  <a:lnTo>
                    <a:pt x="1910250" y="3493791"/>
                  </a:lnTo>
                  <a:lnTo>
                    <a:pt x="1910343" y="3493791"/>
                  </a:lnTo>
                  <a:lnTo>
                    <a:pt x="1910437" y="3493791"/>
                  </a:lnTo>
                  <a:lnTo>
                    <a:pt x="1910530" y="3493791"/>
                  </a:lnTo>
                  <a:lnTo>
                    <a:pt x="1910623" y="3493791"/>
                  </a:lnTo>
                  <a:lnTo>
                    <a:pt x="1910716" y="3493791"/>
                  </a:lnTo>
                  <a:lnTo>
                    <a:pt x="1910810" y="3493791"/>
                  </a:lnTo>
                  <a:lnTo>
                    <a:pt x="1910903" y="3493791"/>
                  </a:lnTo>
                  <a:lnTo>
                    <a:pt x="1910996" y="3493791"/>
                  </a:lnTo>
                  <a:lnTo>
                    <a:pt x="1911089" y="3493791"/>
                  </a:lnTo>
                  <a:lnTo>
                    <a:pt x="1911183" y="3493791"/>
                  </a:lnTo>
                  <a:lnTo>
                    <a:pt x="1911276" y="3493791"/>
                  </a:lnTo>
                  <a:lnTo>
                    <a:pt x="1911369" y="3493791"/>
                  </a:lnTo>
                  <a:lnTo>
                    <a:pt x="1911462" y="3493791"/>
                  </a:lnTo>
                  <a:lnTo>
                    <a:pt x="1911556" y="3493791"/>
                  </a:lnTo>
                  <a:lnTo>
                    <a:pt x="1911649" y="3493791"/>
                  </a:lnTo>
                  <a:lnTo>
                    <a:pt x="1911742" y="3493791"/>
                  </a:lnTo>
                  <a:lnTo>
                    <a:pt x="1911835" y="3493791"/>
                  </a:lnTo>
                  <a:lnTo>
                    <a:pt x="1911929" y="3493791"/>
                  </a:lnTo>
                  <a:lnTo>
                    <a:pt x="1912022" y="3493791"/>
                  </a:lnTo>
                  <a:lnTo>
                    <a:pt x="1912115" y="3493791"/>
                  </a:lnTo>
                  <a:lnTo>
                    <a:pt x="1912208" y="3493791"/>
                  </a:lnTo>
                  <a:lnTo>
                    <a:pt x="1912302" y="3493791"/>
                  </a:lnTo>
                  <a:lnTo>
                    <a:pt x="1912395" y="3493791"/>
                  </a:lnTo>
                  <a:lnTo>
                    <a:pt x="1912488" y="3493791"/>
                  </a:lnTo>
                  <a:lnTo>
                    <a:pt x="1912581" y="3493791"/>
                  </a:lnTo>
                  <a:lnTo>
                    <a:pt x="1912675" y="3493791"/>
                  </a:lnTo>
                  <a:lnTo>
                    <a:pt x="1912768" y="3493791"/>
                  </a:lnTo>
                  <a:lnTo>
                    <a:pt x="1912861" y="3493791"/>
                  </a:lnTo>
                  <a:lnTo>
                    <a:pt x="1912954" y="3493791"/>
                  </a:lnTo>
                  <a:lnTo>
                    <a:pt x="1913048" y="3493791"/>
                  </a:lnTo>
                  <a:lnTo>
                    <a:pt x="1913141" y="3493791"/>
                  </a:lnTo>
                  <a:lnTo>
                    <a:pt x="1913234" y="3493791"/>
                  </a:lnTo>
                  <a:lnTo>
                    <a:pt x="1913327" y="3493791"/>
                  </a:lnTo>
                  <a:lnTo>
                    <a:pt x="1913421" y="3493791"/>
                  </a:lnTo>
                  <a:lnTo>
                    <a:pt x="1913514" y="3493791"/>
                  </a:lnTo>
                  <a:lnTo>
                    <a:pt x="1913607" y="3493791"/>
                  </a:lnTo>
                  <a:lnTo>
                    <a:pt x="1913700" y="3493791"/>
                  </a:lnTo>
                  <a:lnTo>
                    <a:pt x="1913794" y="3493791"/>
                  </a:lnTo>
                  <a:lnTo>
                    <a:pt x="1913887" y="3493791"/>
                  </a:lnTo>
                  <a:lnTo>
                    <a:pt x="1913980" y="3493791"/>
                  </a:lnTo>
                  <a:lnTo>
                    <a:pt x="1914073" y="3493791"/>
                  </a:lnTo>
                  <a:lnTo>
                    <a:pt x="1914167" y="3493791"/>
                  </a:lnTo>
                  <a:lnTo>
                    <a:pt x="1914260" y="3493791"/>
                  </a:lnTo>
                  <a:lnTo>
                    <a:pt x="1914353" y="3493791"/>
                  </a:lnTo>
                  <a:lnTo>
                    <a:pt x="1914446" y="3493791"/>
                  </a:lnTo>
                  <a:lnTo>
                    <a:pt x="1914540" y="3493791"/>
                  </a:lnTo>
                  <a:lnTo>
                    <a:pt x="1914633" y="3493791"/>
                  </a:lnTo>
                  <a:lnTo>
                    <a:pt x="1914726" y="3493791"/>
                  </a:lnTo>
                  <a:lnTo>
                    <a:pt x="1914819" y="3493791"/>
                  </a:lnTo>
                  <a:lnTo>
                    <a:pt x="1914912" y="3493791"/>
                  </a:lnTo>
                  <a:lnTo>
                    <a:pt x="1915006" y="3493791"/>
                  </a:lnTo>
                  <a:lnTo>
                    <a:pt x="1915099" y="3493791"/>
                  </a:lnTo>
                  <a:lnTo>
                    <a:pt x="1915192" y="3493791"/>
                  </a:lnTo>
                  <a:lnTo>
                    <a:pt x="1915285" y="3493791"/>
                  </a:lnTo>
                  <a:lnTo>
                    <a:pt x="1915379" y="3493791"/>
                  </a:lnTo>
                  <a:lnTo>
                    <a:pt x="1915472" y="3493791"/>
                  </a:lnTo>
                  <a:lnTo>
                    <a:pt x="1915565" y="3493791"/>
                  </a:lnTo>
                  <a:lnTo>
                    <a:pt x="1915658" y="3493791"/>
                  </a:lnTo>
                  <a:lnTo>
                    <a:pt x="1915752" y="3493791"/>
                  </a:lnTo>
                  <a:lnTo>
                    <a:pt x="1915845" y="3493791"/>
                  </a:lnTo>
                  <a:lnTo>
                    <a:pt x="1915938" y="3493791"/>
                  </a:lnTo>
                  <a:lnTo>
                    <a:pt x="1916031" y="3493791"/>
                  </a:lnTo>
                  <a:lnTo>
                    <a:pt x="1916125" y="3493791"/>
                  </a:lnTo>
                  <a:lnTo>
                    <a:pt x="1916218" y="3493791"/>
                  </a:lnTo>
                  <a:lnTo>
                    <a:pt x="1916311" y="3493791"/>
                  </a:lnTo>
                  <a:lnTo>
                    <a:pt x="1916404" y="3493791"/>
                  </a:lnTo>
                  <a:lnTo>
                    <a:pt x="1916498" y="3493791"/>
                  </a:lnTo>
                  <a:lnTo>
                    <a:pt x="1916591" y="3493791"/>
                  </a:lnTo>
                  <a:lnTo>
                    <a:pt x="1916684" y="3493791"/>
                  </a:lnTo>
                  <a:lnTo>
                    <a:pt x="1916777" y="3493791"/>
                  </a:lnTo>
                  <a:lnTo>
                    <a:pt x="1916871" y="3493791"/>
                  </a:lnTo>
                  <a:lnTo>
                    <a:pt x="1916964" y="3493791"/>
                  </a:lnTo>
                  <a:lnTo>
                    <a:pt x="1917057" y="3493791"/>
                  </a:lnTo>
                  <a:lnTo>
                    <a:pt x="1917150" y="3493791"/>
                  </a:lnTo>
                  <a:lnTo>
                    <a:pt x="1917244" y="3493791"/>
                  </a:lnTo>
                  <a:lnTo>
                    <a:pt x="1917337" y="3493791"/>
                  </a:lnTo>
                  <a:lnTo>
                    <a:pt x="1917430" y="3493791"/>
                  </a:lnTo>
                  <a:lnTo>
                    <a:pt x="1917523" y="3493791"/>
                  </a:lnTo>
                  <a:lnTo>
                    <a:pt x="1917617" y="3493791"/>
                  </a:lnTo>
                  <a:lnTo>
                    <a:pt x="1917710" y="3493791"/>
                  </a:lnTo>
                  <a:lnTo>
                    <a:pt x="1917803" y="3493791"/>
                  </a:lnTo>
                  <a:lnTo>
                    <a:pt x="1917896" y="3493791"/>
                  </a:lnTo>
                  <a:lnTo>
                    <a:pt x="1917990" y="3493791"/>
                  </a:lnTo>
                  <a:lnTo>
                    <a:pt x="1918083" y="3493791"/>
                  </a:lnTo>
                  <a:lnTo>
                    <a:pt x="1918176" y="3493791"/>
                  </a:lnTo>
                  <a:lnTo>
                    <a:pt x="1918269" y="3493791"/>
                  </a:lnTo>
                  <a:lnTo>
                    <a:pt x="1918363" y="3493791"/>
                  </a:lnTo>
                  <a:lnTo>
                    <a:pt x="1918456" y="3493791"/>
                  </a:lnTo>
                  <a:lnTo>
                    <a:pt x="1918549" y="3493791"/>
                  </a:lnTo>
                  <a:lnTo>
                    <a:pt x="1918642" y="3493791"/>
                  </a:lnTo>
                  <a:lnTo>
                    <a:pt x="1918736" y="3493791"/>
                  </a:lnTo>
                  <a:lnTo>
                    <a:pt x="1918829" y="3493791"/>
                  </a:lnTo>
                  <a:lnTo>
                    <a:pt x="1918922" y="3493791"/>
                  </a:lnTo>
                  <a:lnTo>
                    <a:pt x="1919015" y="3493791"/>
                  </a:lnTo>
                  <a:lnTo>
                    <a:pt x="1919109" y="3493791"/>
                  </a:lnTo>
                  <a:lnTo>
                    <a:pt x="1919202" y="3493791"/>
                  </a:lnTo>
                  <a:lnTo>
                    <a:pt x="1919295" y="3493791"/>
                  </a:lnTo>
                  <a:lnTo>
                    <a:pt x="1919388" y="3493791"/>
                  </a:lnTo>
                  <a:lnTo>
                    <a:pt x="1919482" y="3493791"/>
                  </a:lnTo>
                  <a:lnTo>
                    <a:pt x="1919575" y="3493791"/>
                  </a:lnTo>
                  <a:lnTo>
                    <a:pt x="1919668" y="3493791"/>
                  </a:lnTo>
                  <a:lnTo>
                    <a:pt x="1919761" y="3493791"/>
                  </a:lnTo>
                  <a:lnTo>
                    <a:pt x="1919855" y="3493791"/>
                  </a:lnTo>
                  <a:lnTo>
                    <a:pt x="1919948" y="3493791"/>
                  </a:lnTo>
                  <a:lnTo>
                    <a:pt x="1920041" y="3493791"/>
                  </a:lnTo>
                  <a:lnTo>
                    <a:pt x="1920134" y="3493791"/>
                  </a:lnTo>
                  <a:lnTo>
                    <a:pt x="1920228" y="3493791"/>
                  </a:lnTo>
                  <a:lnTo>
                    <a:pt x="1920321" y="3493791"/>
                  </a:lnTo>
                  <a:lnTo>
                    <a:pt x="1920414" y="3493791"/>
                  </a:lnTo>
                  <a:lnTo>
                    <a:pt x="1920507" y="3493791"/>
                  </a:lnTo>
                  <a:lnTo>
                    <a:pt x="1920601" y="3493791"/>
                  </a:lnTo>
                  <a:lnTo>
                    <a:pt x="1920694" y="3493791"/>
                  </a:lnTo>
                  <a:lnTo>
                    <a:pt x="1920787" y="3493791"/>
                  </a:lnTo>
                  <a:lnTo>
                    <a:pt x="1920880" y="3493791"/>
                  </a:lnTo>
                  <a:lnTo>
                    <a:pt x="1920974" y="3493791"/>
                  </a:lnTo>
                  <a:lnTo>
                    <a:pt x="1921067" y="3493791"/>
                  </a:lnTo>
                  <a:lnTo>
                    <a:pt x="1921160" y="3493791"/>
                  </a:lnTo>
                  <a:lnTo>
                    <a:pt x="1921253" y="3493791"/>
                  </a:lnTo>
                  <a:lnTo>
                    <a:pt x="1921347" y="3493791"/>
                  </a:lnTo>
                  <a:lnTo>
                    <a:pt x="1921440" y="3493791"/>
                  </a:lnTo>
                  <a:lnTo>
                    <a:pt x="1921533" y="3493791"/>
                  </a:lnTo>
                  <a:lnTo>
                    <a:pt x="1921626" y="3493791"/>
                  </a:lnTo>
                  <a:lnTo>
                    <a:pt x="1921720" y="3493791"/>
                  </a:lnTo>
                  <a:lnTo>
                    <a:pt x="1921813" y="3493791"/>
                  </a:lnTo>
                  <a:lnTo>
                    <a:pt x="1921906" y="3493791"/>
                  </a:lnTo>
                  <a:lnTo>
                    <a:pt x="1921999" y="3493791"/>
                  </a:lnTo>
                  <a:lnTo>
                    <a:pt x="1922092" y="3493791"/>
                  </a:lnTo>
                  <a:lnTo>
                    <a:pt x="1922186" y="3493791"/>
                  </a:lnTo>
                  <a:lnTo>
                    <a:pt x="1922279" y="3493791"/>
                  </a:lnTo>
                  <a:lnTo>
                    <a:pt x="1922372" y="3493791"/>
                  </a:lnTo>
                  <a:lnTo>
                    <a:pt x="1922465" y="3493791"/>
                  </a:lnTo>
                  <a:lnTo>
                    <a:pt x="1922559" y="3493791"/>
                  </a:lnTo>
                  <a:lnTo>
                    <a:pt x="1922652" y="3493791"/>
                  </a:lnTo>
                  <a:lnTo>
                    <a:pt x="1922745" y="3493791"/>
                  </a:lnTo>
                  <a:lnTo>
                    <a:pt x="1922745" y="3483837"/>
                  </a:lnTo>
                  <a:lnTo>
                    <a:pt x="1922838" y="3483837"/>
                  </a:lnTo>
                  <a:lnTo>
                    <a:pt x="1922932" y="3483837"/>
                  </a:lnTo>
                  <a:lnTo>
                    <a:pt x="1923025" y="3483837"/>
                  </a:lnTo>
                  <a:lnTo>
                    <a:pt x="1923118" y="3483837"/>
                  </a:lnTo>
                  <a:lnTo>
                    <a:pt x="1923211" y="3483837"/>
                  </a:lnTo>
                  <a:lnTo>
                    <a:pt x="1923305" y="3483837"/>
                  </a:lnTo>
                  <a:lnTo>
                    <a:pt x="1923398" y="3483837"/>
                  </a:lnTo>
                  <a:lnTo>
                    <a:pt x="1923491" y="3483837"/>
                  </a:lnTo>
                  <a:lnTo>
                    <a:pt x="1923584" y="3483837"/>
                  </a:lnTo>
                  <a:lnTo>
                    <a:pt x="1923678" y="3483837"/>
                  </a:lnTo>
                  <a:lnTo>
                    <a:pt x="1923771" y="3483837"/>
                  </a:lnTo>
                  <a:lnTo>
                    <a:pt x="1923864" y="3483837"/>
                  </a:lnTo>
                  <a:lnTo>
                    <a:pt x="1923957" y="3483837"/>
                  </a:lnTo>
                  <a:lnTo>
                    <a:pt x="1924051" y="3483837"/>
                  </a:lnTo>
                  <a:lnTo>
                    <a:pt x="1924144" y="3483837"/>
                  </a:lnTo>
                  <a:lnTo>
                    <a:pt x="1924237" y="3483837"/>
                  </a:lnTo>
                  <a:lnTo>
                    <a:pt x="1924330" y="3483837"/>
                  </a:lnTo>
                  <a:lnTo>
                    <a:pt x="1924424" y="3483837"/>
                  </a:lnTo>
                  <a:lnTo>
                    <a:pt x="1924517" y="3483837"/>
                  </a:lnTo>
                  <a:lnTo>
                    <a:pt x="1924610" y="3483837"/>
                  </a:lnTo>
                  <a:lnTo>
                    <a:pt x="1924703" y="3483837"/>
                  </a:lnTo>
                  <a:lnTo>
                    <a:pt x="1924797" y="3483837"/>
                  </a:lnTo>
                  <a:lnTo>
                    <a:pt x="1924890" y="3483837"/>
                  </a:lnTo>
                  <a:lnTo>
                    <a:pt x="1924983" y="3483837"/>
                  </a:lnTo>
                  <a:lnTo>
                    <a:pt x="1925076" y="3483837"/>
                  </a:lnTo>
                  <a:lnTo>
                    <a:pt x="1925170" y="3483837"/>
                  </a:lnTo>
                  <a:lnTo>
                    <a:pt x="1925263" y="3483837"/>
                  </a:lnTo>
                  <a:lnTo>
                    <a:pt x="1925356" y="3483837"/>
                  </a:lnTo>
                  <a:lnTo>
                    <a:pt x="1925449" y="3483837"/>
                  </a:lnTo>
                  <a:lnTo>
                    <a:pt x="1925543" y="3483837"/>
                  </a:lnTo>
                  <a:lnTo>
                    <a:pt x="1925543" y="3473884"/>
                  </a:lnTo>
                  <a:lnTo>
                    <a:pt x="1925636" y="3473884"/>
                  </a:lnTo>
                  <a:lnTo>
                    <a:pt x="1925729" y="3473884"/>
                  </a:lnTo>
                  <a:lnTo>
                    <a:pt x="1925822" y="3473884"/>
                  </a:lnTo>
                  <a:lnTo>
                    <a:pt x="1925916" y="3473884"/>
                  </a:lnTo>
                  <a:lnTo>
                    <a:pt x="1926009" y="3473884"/>
                  </a:lnTo>
                  <a:lnTo>
                    <a:pt x="1926102" y="3473884"/>
                  </a:lnTo>
                  <a:lnTo>
                    <a:pt x="1926195" y="3473884"/>
                  </a:lnTo>
                  <a:lnTo>
                    <a:pt x="1926289" y="3473884"/>
                  </a:lnTo>
                  <a:lnTo>
                    <a:pt x="1926382" y="3473884"/>
                  </a:lnTo>
                  <a:lnTo>
                    <a:pt x="1926475" y="3473884"/>
                  </a:lnTo>
                  <a:lnTo>
                    <a:pt x="1926568" y="3473884"/>
                  </a:lnTo>
                  <a:lnTo>
                    <a:pt x="1926662" y="3473884"/>
                  </a:lnTo>
                  <a:lnTo>
                    <a:pt x="1926755" y="3473884"/>
                  </a:lnTo>
                  <a:lnTo>
                    <a:pt x="1926848" y="3473884"/>
                  </a:lnTo>
                  <a:lnTo>
                    <a:pt x="1926941" y="3473884"/>
                  </a:lnTo>
                  <a:lnTo>
                    <a:pt x="1927035" y="3473884"/>
                  </a:lnTo>
                  <a:lnTo>
                    <a:pt x="1927128" y="3473884"/>
                  </a:lnTo>
                  <a:lnTo>
                    <a:pt x="1927221" y="3473884"/>
                  </a:lnTo>
                  <a:lnTo>
                    <a:pt x="1927314" y="3473884"/>
                  </a:lnTo>
                  <a:lnTo>
                    <a:pt x="1927408" y="3473884"/>
                  </a:lnTo>
                  <a:lnTo>
                    <a:pt x="1927501" y="3473884"/>
                  </a:lnTo>
                  <a:lnTo>
                    <a:pt x="1927594" y="3473884"/>
                  </a:lnTo>
                  <a:lnTo>
                    <a:pt x="1927687" y="3473884"/>
                  </a:lnTo>
                  <a:lnTo>
                    <a:pt x="1927781" y="3473884"/>
                  </a:lnTo>
                  <a:lnTo>
                    <a:pt x="1927874" y="3473884"/>
                  </a:lnTo>
                  <a:lnTo>
                    <a:pt x="1927967" y="3473884"/>
                  </a:lnTo>
                  <a:lnTo>
                    <a:pt x="1928060" y="3473884"/>
                  </a:lnTo>
                  <a:lnTo>
                    <a:pt x="1928154" y="3473884"/>
                  </a:lnTo>
                  <a:lnTo>
                    <a:pt x="1928247" y="3473884"/>
                  </a:lnTo>
                  <a:lnTo>
                    <a:pt x="1928340" y="3473884"/>
                  </a:lnTo>
                  <a:lnTo>
                    <a:pt x="1928433" y="3473884"/>
                  </a:lnTo>
                  <a:lnTo>
                    <a:pt x="1928527" y="3473884"/>
                  </a:lnTo>
                  <a:lnTo>
                    <a:pt x="1928620" y="3473884"/>
                  </a:lnTo>
                  <a:lnTo>
                    <a:pt x="1928713" y="3473884"/>
                  </a:lnTo>
                  <a:lnTo>
                    <a:pt x="1928806" y="3473884"/>
                  </a:lnTo>
                  <a:lnTo>
                    <a:pt x="1928899" y="3473884"/>
                  </a:lnTo>
                  <a:lnTo>
                    <a:pt x="1928993" y="3473884"/>
                  </a:lnTo>
                  <a:lnTo>
                    <a:pt x="1929086" y="3473884"/>
                  </a:lnTo>
                  <a:lnTo>
                    <a:pt x="1929179" y="3473884"/>
                  </a:lnTo>
                  <a:lnTo>
                    <a:pt x="1929272" y="3473884"/>
                  </a:lnTo>
                  <a:lnTo>
                    <a:pt x="1929366" y="3473884"/>
                  </a:lnTo>
                  <a:lnTo>
                    <a:pt x="1929459" y="3473884"/>
                  </a:lnTo>
                  <a:lnTo>
                    <a:pt x="1929552" y="3473884"/>
                  </a:lnTo>
                  <a:lnTo>
                    <a:pt x="1929645" y="3473884"/>
                  </a:lnTo>
                  <a:lnTo>
                    <a:pt x="1929739" y="3473884"/>
                  </a:lnTo>
                  <a:lnTo>
                    <a:pt x="1929832" y="3473884"/>
                  </a:lnTo>
                  <a:lnTo>
                    <a:pt x="1929925" y="3473884"/>
                  </a:lnTo>
                  <a:lnTo>
                    <a:pt x="1930018" y="3473884"/>
                  </a:lnTo>
                  <a:lnTo>
                    <a:pt x="1930112" y="3473884"/>
                  </a:lnTo>
                  <a:lnTo>
                    <a:pt x="1930205" y="3473884"/>
                  </a:lnTo>
                  <a:lnTo>
                    <a:pt x="1930298" y="3473884"/>
                  </a:lnTo>
                  <a:lnTo>
                    <a:pt x="1930391" y="3473884"/>
                  </a:lnTo>
                  <a:lnTo>
                    <a:pt x="1930485" y="3473884"/>
                  </a:lnTo>
                  <a:lnTo>
                    <a:pt x="1930578" y="3473884"/>
                  </a:lnTo>
                  <a:lnTo>
                    <a:pt x="1930671" y="3473884"/>
                  </a:lnTo>
                  <a:lnTo>
                    <a:pt x="1930764" y="3473884"/>
                  </a:lnTo>
                  <a:lnTo>
                    <a:pt x="1930858" y="3473884"/>
                  </a:lnTo>
                  <a:lnTo>
                    <a:pt x="1930951" y="3473884"/>
                  </a:lnTo>
                  <a:lnTo>
                    <a:pt x="1931044" y="3473884"/>
                  </a:lnTo>
                  <a:lnTo>
                    <a:pt x="1931137" y="3473884"/>
                  </a:lnTo>
                  <a:lnTo>
                    <a:pt x="1931231" y="3473884"/>
                  </a:lnTo>
                  <a:lnTo>
                    <a:pt x="1931324" y="3473884"/>
                  </a:lnTo>
                  <a:lnTo>
                    <a:pt x="1931417" y="3473884"/>
                  </a:lnTo>
                  <a:lnTo>
                    <a:pt x="1931510" y="3473884"/>
                  </a:lnTo>
                  <a:lnTo>
                    <a:pt x="1931604" y="3473884"/>
                  </a:lnTo>
                  <a:lnTo>
                    <a:pt x="1931697" y="3473884"/>
                  </a:lnTo>
                  <a:lnTo>
                    <a:pt x="1931790" y="3473884"/>
                  </a:lnTo>
                  <a:lnTo>
                    <a:pt x="1931790" y="3463930"/>
                  </a:lnTo>
                  <a:lnTo>
                    <a:pt x="1931883" y="3463930"/>
                  </a:lnTo>
                  <a:lnTo>
                    <a:pt x="1931977" y="3463930"/>
                  </a:lnTo>
                  <a:lnTo>
                    <a:pt x="1932070" y="3463930"/>
                  </a:lnTo>
                  <a:lnTo>
                    <a:pt x="1932163" y="3463930"/>
                  </a:lnTo>
                  <a:lnTo>
                    <a:pt x="1932256" y="3463930"/>
                  </a:lnTo>
                  <a:lnTo>
                    <a:pt x="1932350" y="3463930"/>
                  </a:lnTo>
                  <a:lnTo>
                    <a:pt x="1932350" y="3453976"/>
                  </a:lnTo>
                  <a:lnTo>
                    <a:pt x="1932443" y="3453976"/>
                  </a:lnTo>
                  <a:lnTo>
                    <a:pt x="1932536" y="3453976"/>
                  </a:lnTo>
                  <a:lnTo>
                    <a:pt x="1932629" y="3453976"/>
                  </a:lnTo>
                  <a:lnTo>
                    <a:pt x="1932723" y="3453976"/>
                  </a:lnTo>
                  <a:lnTo>
                    <a:pt x="1932816" y="3453976"/>
                  </a:lnTo>
                  <a:lnTo>
                    <a:pt x="1932909" y="3453976"/>
                  </a:lnTo>
                  <a:lnTo>
                    <a:pt x="1933002" y="3453976"/>
                  </a:lnTo>
                  <a:lnTo>
                    <a:pt x="1933096" y="3453976"/>
                  </a:lnTo>
                  <a:lnTo>
                    <a:pt x="1933189" y="3453976"/>
                  </a:lnTo>
                  <a:lnTo>
                    <a:pt x="1933282" y="3453976"/>
                  </a:lnTo>
                  <a:lnTo>
                    <a:pt x="1933375" y="3453976"/>
                  </a:lnTo>
                  <a:lnTo>
                    <a:pt x="1933469" y="3453976"/>
                  </a:lnTo>
                  <a:lnTo>
                    <a:pt x="1933562" y="3453976"/>
                  </a:lnTo>
                  <a:lnTo>
                    <a:pt x="1933655" y="3453976"/>
                  </a:lnTo>
                  <a:lnTo>
                    <a:pt x="1933748" y="3453976"/>
                  </a:lnTo>
                  <a:lnTo>
                    <a:pt x="1933842" y="3453976"/>
                  </a:lnTo>
                  <a:lnTo>
                    <a:pt x="1933935" y="3453976"/>
                  </a:lnTo>
                  <a:lnTo>
                    <a:pt x="1934028" y="3453976"/>
                  </a:lnTo>
                  <a:lnTo>
                    <a:pt x="1934121" y="3453976"/>
                  </a:lnTo>
                  <a:lnTo>
                    <a:pt x="1934215" y="3453976"/>
                  </a:lnTo>
                  <a:lnTo>
                    <a:pt x="1934308" y="3453976"/>
                  </a:lnTo>
                  <a:lnTo>
                    <a:pt x="1934401" y="3453976"/>
                  </a:lnTo>
                  <a:lnTo>
                    <a:pt x="1934494" y="3453976"/>
                  </a:lnTo>
                  <a:lnTo>
                    <a:pt x="1934588" y="3453976"/>
                  </a:lnTo>
                  <a:lnTo>
                    <a:pt x="1934681" y="3453976"/>
                  </a:lnTo>
                  <a:lnTo>
                    <a:pt x="1934774" y="3453976"/>
                  </a:lnTo>
                  <a:lnTo>
                    <a:pt x="1934867" y="3453976"/>
                  </a:lnTo>
                  <a:lnTo>
                    <a:pt x="1934961" y="3453976"/>
                  </a:lnTo>
                  <a:lnTo>
                    <a:pt x="1935054" y="3453976"/>
                  </a:lnTo>
                  <a:lnTo>
                    <a:pt x="1935147" y="3453976"/>
                  </a:lnTo>
                  <a:lnTo>
                    <a:pt x="1935240" y="3453976"/>
                  </a:lnTo>
                  <a:lnTo>
                    <a:pt x="1935334" y="3453976"/>
                  </a:lnTo>
                  <a:lnTo>
                    <a:pt x="1935427" y="3453976"/>
                  </a:lnTo>
                  <a:lnTo>
                    <a:pt x="1935520" y="3453976"/>
                  </a:lnTo>
                  <a:lnTo>
                    <a:pt x="1935613" y="3453976"/>
                  </a:lnTo>
                  <a:lnTo>
                    <a:pt x="1935706" y="3453976"/>
                  </a:lnTo>
                  <a:lnTo>
                    <a:pt x="1935800" y="3453976"/>
                  </a:lnTo>
                  <a:lnTo>
                    <a:pt x="1935893" y="3453976"/>
                  </a:lnTo>
                  <a:lnTo>
                    <a:pt x="1935986" y="3453976"/>
                  </a:lnTo>
                  <a:lnTo>
                    <a:pt x="1936079" y="3453976"/>
                  </a:lnTo>
                  <a:lnTo>
                    <a:pt x="1936173" y="3453976"/>
                  </a:lnTo>
                  <a:lnTo>
                    <a:pt x="1936266" y="3453976"/>
                  </a:lnTo>
                  <a:lnTo>
                    <a:pt x="1936359" y="3453976"/>
                  </a:lnTo>
                  <a:lnTo>
                    <a:pt x="1936452" y="3453976"/>
                  </a:lnTo>
                  <a:lnTo>
                    <a:pt x="1936546" y="3453976"/>
                  </a:lnTo>
                  <a:lnTo>
                    <a:pt x="1936639" y="3453976"/>
                  </a:lnTo>
                  <a:lnTo>
                    <a:pt x="1936732" y="3453976"/>
                  </a:lnTo>
                  <a:lnTo>
                    <a:pt x="1936825" y="3453976"/>
                  </a:lnTo>
                  <a:lnTo>
                    <a:pt x="1936919" y="3453976"/>
                  </a:lnTo>
                  <a:lnTo>
                    <a:pt x="1937012" y="3453976"/>
                  </a:lnTo>
                  <a:lnTo>
                    <a:pt x="1937105" y="3453976"/>
                  </a:lnTo>
                  <a:lnTo>
                    <a:pt x="1937198" y="3453976"/>
                  </a:lnTo>
                  <a:lnTo>
                    <a:pt x="1937292" y="3453976"/>
                  </a:lnTo>
                  <a:lnTo>
                    <a:pt x="1937385" y="3453976"/>
                  </a:lnTo>
                  <a:lnTo>
                    <a:pt x="1937478" y="3453976"/>
                  </a:lnTo>
                  <a:lnTo>
                    <a:pt x="1937571" y="3453976"/>
                  </a:lnTo>
                  <a:lnTo>
                    <a:pt x="1937665" y="3453976"/>
                  </a:lnTo>
                  <a:lnTo>
                    <a:pt x="1937758" y="3453976"/>
                  </a:lnTo>
                  <a:lnTo>
                    <a:pt x="1937851" y="3453976"/>
                  </a:lnTo>
                  <a:lnTo>
                    <a:pt x="1937944" y="3453976"/>
                  </a:lnTo>
                  <a:lnTo>
                    <a:pt x="1938038" y="3453976"/>
                  </a:lnTo>
                  <a:lnTo>
                    <a:pt x="1938131" y="3453976"/>
                  </a:lnTo>
                  <a:lnTo>
                    <a:pt x="1938224" y="3453976"/>
                  </a:lnTo>
                  <a:lnTo>
                    <a:pt x="1938317" y="3453976"/>
                  </a:lnTo>
                  <a:lnTo>
                    <a:pt x="1938411" y="3453976"/>
                  </a:lnTo>
                  <a:lnTo>
                    <a:pt x="1938504" y="3453976"/>
                  </a:lnTo>
                  <a:lnTo>
                    <a:pt x="1938597" y="3453976"/>
                  </a:lnTo>
                  <a:lnTo>
                    <a:pt x="1938690" y="3453976"/>
                  </a:lnTo>
                  <a:lnTo>
                    <a:pt x="1938784" y="3453976"/>
                  </a:lnTo>
                  <a:lnTo>
                    <a:pt x="1938877" y="3453976"/>
                  </a:lnTo>
                  <a:lnTo>
                    <a:pt x="1938970" y="3453976"/>
                  </a:lnTo>
                  <a:lnTo>
                    <a:pt x="1939063" y="3453976"/>
                  </a:lnTo>
                  <a:lnTo>
                    <a:pt x="1939063" y="3444022"/>
                  </a:lnTo>
                  <a:lnTo>
                    <a:pt x="1939157" y="3444022"/>
                  </a:lnTo>
                  <a:lnTo>
                    <a:pt x="1939250" y="3444022"/>
                  </a:lnTo>
                  <a:lnTo>
                    <a:pt x="1939343" y="3444022"/>
                  </a:lnTo>
                  <a:lnTo>
                    <a:pt x="1939436" y="3444022"/>
                  </a:lnTo>
                  <a:lnTo>
                    <a:pt x="1939530" y="3444022"/>
                  </a:lnTo>
                  <a:lnTo>
                    <a:pt x="1939623" y="3444022"/>
                  </a:lnTo>
                  <a:lnTo>
                    <a:pt x="1939716" y="3444022"/>
                  </a:lnTo>
                  <a:lnTo>
                    <a:pt x="1939809" y="3444022"/>
                  </a:lnTo>
                  <a:lnTo>
                    <a:pt x="1939903" y="3444022"/>
                  </a:lnTo>
                  <a:lnTo>
                    <a:pt x="1939996" y="3444022"/>
                  </a:lnTo>
                  <a:lnTo>
                    <a:pt x="1940089" y="3444022"/>
                  </a:lnTo>
                  <a:lnTo>
                    <a:pt x="1940182" y="3444022"/>
                  </a:lnTo>
                  <a:lnTo>
                    <a:pt x="1940276" y="3444022"/>
                  </a:lnTo>
                  <a:lnTo>
                    <a:pt x="1940369" y="3444022"/>
                  </a:lnTo>
                  <a:lnTo>
                    <a:pt x="1940462" y="3444022"/>
                  </a:lnTo>
                  <a:lnTo>
                    <a:pt x="1940555" y="3444022"/>
                  </a:lnTo>
                  <a:lnTo>
                    <a:pt x="1940649" y="3444022"/>
                  </a:lnTo>
                  <a:lnTo>
                    <a:pt x="1940742" y="3444022"/>
                  </a:lnTo>
                  <a:lnTo>
                    <a:pt x="1940835" y="3444022"/>
                  </a:lnTo>
                  <a:lnTo>
                    <a:pt x="1940928" y="3444022"/>
                  </a:lnTo>
                  <a:lnTo>
                    <a:pt x="1941022" y="3444022"/>
                  </a:lnTo>
                  <a:lnTo>
                    <a:pt x="1941115" y="3444022"/>
                  </a:lnTo>
                  <a:lnTo>
                    <a:pt x="1941208" y="3444022"/>
                  </a:lnTo>
                  <a:lnTo>
                    <a:pt x="1941301" y="3444022"/>
                  </a:lnTo>
                  <a:lnTo>
                    <a:pt x="1941395" y="3444022"/>
                  </a:lnTo>
                  <a:lnTo>
                    <a:pt x="1941488" y="3444022"/>
                  </a:lnTo>
                  <a:lnTo>
                    <a:pt x="1941581" y="3444022"/>
                  </a:lnTo>
                  <a:lnTo>
                    <a:pt x="1941674" y="3444022"/>
                  </a:lnTo>
                  <a:lnTo>
                    <a:pt x="1941768" y="3444022"/>
                  </a:lnTo>
                  <a:lnTo>
                    <a:pt x="1941861" y="3444022"/>
                  </a:lnTo>
                  <a:lnTo>
                    <a:pt x="1941954" y="3444022"/>
                  </a:lnTo>
                  <a:lnTo>
                    <a:pt x="1942047" y="3444022"/>
                  </a:lnTo>
                  <a:lnTo>
                    <a:pt x="1942141" y="3444022"/>
                  </a:lnTo>
                  <a:lnTo>
                    <a:pt x="1942234" y="3444022"/>
                  </a:lnTo>
                  <a:lnTo>
                    <a:pt x="1942327" y="3444022"/>
                  </a:lnTo>
                  <a:lnTo>
                    <a:pt x="1942420" y="3444022"/>
                  </a:lnTo>
                  <a:lnTo>
                    <a:pt x="1942514" y="3444022"/>
                  </a:lnTo>
                  <a:lnTo>
                    <a:pt x="1942607" y="3444022"/>
                  </a:lnTo>
                  <a:lnTo>
                    <a:pt x="1942700" y="3444022"/>
                  </a:lnTo>
                  <a:lnTo>
                    <a:pt x="1942793" y="3444022"/>
                  </a:lnTo>
                  <a:lnTo>
                    <a:pt x="1942886" y="3444022"/>
                  </a:lnTo>
                  <a:lnTo>
                    <a:pt x="1942980" y="3444022"/>
                  </a:lnTo>
                  <a:lnTo>
                    <a:pt x="1943073" y="3444022"/>
                  </a:lnTo>
                  <a:lnTo>
                    <a:pt x="1943166" y="3444022"/>
                  </a:lnTo>
                  <a:lnTo>
                    <a:pt x="1943259" y="3444022"/>
                  </a:lnTo>
                  <a:lnTo>
                    <a:pt x="1943353" y="3444022"/>
                  </a:lnTo>
                  <a:lnTo>
                    <a:pt x="1943446" y="3444022"/>
                  </a:lnTo>
                  <a:lnTo>
                    <a:pt x="1943539" y="3444022"/>
                  </a:lnTo>
                  <a:lnTo>
                    <a:pt x="1943632" y="3444022"/>
                  </a:lnTo>
                  <a:lnTo>
                    <a:pt x="1943726" y="3444022"/>
                  </a:lnTo>
                  <a:lnTo>
                    <a:pt x="1943819" y="3444022"/>
                  </a:lnTo>
                  <a:lnTo>
                    <a:pt x="1943912" y="3444022"/>
                  </a:lnTo>
                  <a:lnTo>
                    <a:pt x="1944005" y="3444022"/>
                  </a:lnTo>
                  <a:lnTo>
                    <a:pt x="1944099" y="3444022"/>
                  </a:lnTo>
                  <a:lnTo>
                    <a:pt x="1944192" y="3444022"/>
                  </a:lnTo>
                  <a:lnTo>
                    <a:pt x="1944285" y="3444022"/>
                  </a:lnTo>
                  <a:lnTo>
                    <a:pt x="1944378" y="3444022"/>
                  </a:lnTo>
                  <a:lnTo>
                    <a:pt x="1944378" y="3434068"/>
                  </a:lnTo>
                  <a:lnTo>
                    <a:pt x="1944472" y="3434068"/>
                  </a:lnTo>
                  <a:lnTo>
                    <a:pt x="1944565" y="3434068"/>
                  </a:lnTo>
                  <a:lnTo>
                    <a:pt x="1944658" y="3434068"/>
                  </a:lnTo>
                  <a:lnTo>
                    <a:pt x="1944751" y="3434068"/>
                  </a:lnTo>
                  <a:lnTo>
                    <a:pt x="1944845" y="3434068"/>
                  </a:lnTo>
                  <a:lnTo>
                    <a:pt x="1944938" y="3434068"/>
                  </a:lnTo>
                  <a:lnTo>
                    <a:pt x="1945031" y="3434068"/>
                  </a:lnTo>
                  <a:lnTo>
                    <a:pt x="1945124" y="3434068"/>
                  </a:lnTo>
                  <a:lnTo>
                    <a:pt x="1945218" y="3434068"/>
                  </a:lnTo>
                  <a:lnTo>
                    <a:pt x="1945311" y="3434068"/>
                  </a:lnTo>
                  <a:lnTo>
                    <a:pt x="1945404" y="3434068"/>
                  </a:lnTo>
                  <a:lnTo>
                    <a:pt x="1945497" y="3434068"/>
                  </a:lnTo>
                  <a:lnTo>
                    <a:pt x="1945591" y="3434068"/>
                  </a:lnTo>
                  <a:lnTo>
                    <a:pt x="1945684" y="3434068"/>
                  </a:lnTo>
                  <a:lnTo>
                    <a:pt x="1945777" y="3434068"/>
                  </a:lnTo>
                  <a:lnTo>
                    <a:pt x="1945870" y="3434068"/>
                  </a:lnTo>
                  <a:lnTo>
                    <a:pt x="1945964" y="3434068"/>
                  </a:lnTo>
                  <a:lnTo>
                    <a:pt x="1946057" y="3434068"/>
                  </a:lnTo>
                  <a:lnTo>
                    <a:pt x="1946057" y="3424114"/>
                  </a:lnTo>
                  <a:lnTo>
                    <a:pt x="1946150" y="3424114"/>
                  </a:lnTo>
                  <a:lnTo>
                    <a:pt x="1946243" y="3424114"/>
                  </a:lnTo>
                  <a:lnTo>
                    <a:pt x="1946337" y="3424114"/>
                  </a:lnTo>
                  <a:lnTo>
                    <a:pt x="1946430" y="3424114"/>
                  </a:lnTo>
                  <a:lnTo>
                    <a:pt x="1946523" y="3424114"/>
                  </a:lnTo>
                  <a:lnTo>
                    <a:pt x="1946616" y="3424114"/>
                  </a:lnTo>
                  <a:lnTo>
                    <a:pt x="1946710" y="3424114"/>
                  </a:lnTo>
                  <a:lnTo>
                    <a:pt x="1946803" y="3424114"/>
                  </a:lnTo>
                  <a:lnTo>
                    <a:pt x="1946896" y="3424114"/>
                  </a:lnTo>
                  <a:lnTo>
                    <a:pt x="1946989" y="3424114"/>
                  </a:lnTo>
                  <a:lnTo>
                    <a:pt x="1947083" y="3424114"/>
                  </a:lnTo>
                  <a:lnTo>
                    <a:pt x="1947176" y="3424114"/>
                  </a:lnTo>
                  <a:lnTo>
                    <a:pt x="1947269" y="3424114"/>
                  </a:lnTo>
                  <a:lnTo>
                    <a:pt x="1947362" y="3424114"/>
                  </a:lnTo>
                  <a:lnTo>
                    <a:pt x="1947456" y="3424114"/>
                  </a:lnTo>
                  <a:lnTo>
                    <a:pt x="1947549" y="3424114"/>
                  </a:lnTo>
                  <a:lnTo>
                    <a:pt x="1947642" y="3424114"/>
                  </a:lnTo>
                  <a:lnTo>
                    <a:pt x="1947735" y="3424114"/>
                  </a:lnTo>
                  <a:lnTo>
                    <a:pt x="1947829" y="3424114"/>
                  </a:lnTo>
                  <a:lnTo>
                    <a:pt x="1947922" y="3424114"/>
                  </a:lnTo>
                  <a:lnTo>
                    <a:pt x="1948015" y="3424114"/>
                  </a:lnTo>
                  <a:lnTo>
                    <a:pt x="1948108" y="3424114"/>
                  </a:lnTo>
                  <a:lnTo>
                    <a:pt x="1948202" y="3424114"/>
                  </a:lnTo>
                  <a:lnTo>
                    <a:pt x="1948295" y="3424114"/>
                  </a:lnTo>
                  <a:lnTo>
                    <a:pt x="1948388" y="3424114"/>
                  </a:lnTo>
                  <a:lnTo>
                    <a:pt x="1948481" y="3424114"/>
                  </a:lnTo>
                  <a:lnTo>
                    <a:pt x="1948575" y="3424114"/>
                  </a:lnTo>
                  <a:lnTo>
                    <a:pt x="1948668" y="3424114"/>
                  </a:lnTo>
                  <a:lnTo>
                    <a:pt x="1948761" y="3424114"/>
                  </a:lnTo>
                  <a:lnTo>
                    <a:pt x="1948854" y="3424114"/>
                  </a:lnTo>
                  <a:lnTo>
                    <a:pt x="1948948" y="3424114"/>
                  </a:lnTo>
                  <a:lnTo>
                    <a:pt x="1949041" y="3424114"/>
                  </a:lnTo>
                  <a:lnTo>
                    <a:pt x="1949134" y="3424114"/>
                  </a:lnTo>
                  <a:lnTo>
                    <a:pt x="1949227" y="3424114"/>
                  </a:lnTo>
                  <a:lnTo>
                    <a:pt x="1949321" y="3424114"/>
                  </a:lnTo>
                  <a:lnTo>
                    <a:pt x="1949414" y="3424114"/>
                  </a:lnTo>
                  <a:lnTo>
                    <a:pt x="1949507" y="3424114"/>
                  </a:lnTo>
                  <a:lnTo>
                    <a:pt x="1949600" y="3424114"/>
                  </a:lnTo>
                  <a:lnTo>
                    <a:pt x="1949693" y="3424114"/>
                  </a:lnTo>
                  <a:lnTo>
                    <a:pt x="1949787" y="3424114"/>
                  </a:lnTo>
                  <a:lnTo>
                    <a:pt x="1949880" y="3424114"/>
                  </a:lnTo>
                  <a:lnTo>
                    <a:pt x="1949973" y="3424114"/>
                  </a:lnTo>
                  <a:lnTo>
                    <a:pt x="1950066" y="3424114"/>
                  </a:lnTo>
                  <a:lnTo>
                    <a:pt x="1950160" y="3424114"/>
                  </a:lnTo>
                  <a:lnTo>
                    <a:pt x="1950253" y="3424114"/>
                  </a:lnTo>
                  <a:lnTo>
                    <a:pt x="1950346" y="3424114"/>
                  </a:lnTo>
                  <a:lnTo>
                    <a:pt x="1950439" y="3424114"/>
                  </a:lnTo>
                  <a:lnTo>
                    <a:pt x="1950439" y="3414161"/>
                  </a:lnTo>
                  <a:lnTo>
                    <a:pt x="1950533" y="3414161"/>
                  </a:lnTo>
                  <a:lnTo>
                    <a:pt x="1950626" y="3414161"/>
                  </a:lnTo>
                  <a:lnTo>
                    <a:pt x="1950719" y="3414161"/>
                  </a:lnTo>
                  <a:lnTo>
                    <a:pt x="1950812" y="3414161"/>
                  </a:lnTo>
                  <a:lnTo>
                    <a:pt x="1950906" y="3414161"/>
                  </a:lnTo>
                  <a:lnTo>
                    <a:pt x="1950999" y="3414161"/>
                  </a:lnTo>
                  <a:lnTo>
                    <a:pt x="1951092" y="3414161"/>
                  </a:lnTo>
                  <a:lnTo>
                    <a:pt x="1951185" y="3414161"/>
                  </a:lnTo>
                  <a:lnTo>
                    <a:pt x="1951279" y="3414161"/>
                  </a:lnTo>
                  <a:lnTo>
                    <a:pt x="1951372" y="3414161"/>
                  </a:lnTo>
                  <a:lnTo>
                    <a:pt x="1951465" y="3414161"/>
                  </a:lnTo>
                  <a:lnTo>
                    <a:pt x="1951558" y="3414161"/>
                  </a:lnTo>
                  <a:lnTo>
                    <a:pt x="1951652" y="3414161"/>
                  </a:lnTo>
                  <a:lnTo>
                    <a:pt x="1951745" y="3414161"/>
                  </a:lnTo>
                  <a:lnTo>
                    <a:pt x="1951838" y="3414161"/>
                  </a:lnTo>
                  <a:lnTo>
                    <a:pt x="1951931" y="3414161"/>
                  </a:lnTo>
                  <a:lnTo>
                    <a:pt x="1952025" y="3414161"/>
                  </a:lnTo>
                  <a:lnTo>
                    <a:pt x="1952118" y="3414161"/>
                  </a:lnTo>
                  <a:lnTo>
                    <a:pt x="1952211" y="3414161"/>
                  </a:lnTo>
                  <a:lnTo>
                    <a:pt x="1952304" y="3414161"/>
                  </a:lnTo>
                  <a:lnTo>
                    <a:pt x="1952398" y="3414161"/>
                  </a:lnTo>
                  <a:lnTo>
                    <a:pt x="1952491" y="3414161"/>
                  </a:lnTo>
                  <a:lnTo>
                    <a:pt x="1952584" y="3414161"/>
                  </a:lnTo>
                  <a:lnTo>
                    <a:pt x="1952677" y="3414161"/>
                  </a:lnTo>
                  <a:lnTo>
                    <a:pt x="1952771" y="3414161"/>
                  </a:lnTo>
                  <a:lnTo>
                    <a:pt x="1952864" y="3414161"/>
                  </a:lnTo>
                  <a:lnTo>
                    <a:pt x="1952957" y="3414161"/>
                  </a:lnTo>
                  <a:lnTo>
                    <a:pt x="1953050" y="3414161"/>
                  </a:lnTo>
                  <a:lnTo>
                    <a:pt x="1953144" y="3414161"/>
                  </a:lnTo>
                  <a:lnTo>
                    <a:pt x="1953237" y="3414161"/>
                  </a:lnTo>
                  <a:lnTo>
                    <a:pt x="1953330" y="3414161"/>
                  </a:lnTo>
                  <a:lnTo>
                    <a:pt x="1953423" y="3414161"/>
                  </a:lnTo>
                  <a:lnTo>
                    <a:pt x="1953517" y="3414161"/>
                  </a:lnTo>
                  <a:lnTo>
                    <a:pt x="1953610" y="3414161"/>
                  </a:lnTo>
                  <a:lnTo>
                    <a:pt x="1953703" y="3414161"/>
                  </a:lnTo>
                  <a:lnTo>
                    <a:pt x="1953796" y="3414161"/>
                  </a:lnTo>
                  <a:lnTo>
                    <a:pt x="1953890" y="3414161"/>
                  </a:lnTo>
                  <a:lnTo>
                    <a:pt x="1953983" y="3414161"/>
                  </a:lnTo>
                  <a:lnTo>
                    <a:pt x="1954076" y="3414161"/>
                  </a:lnTo>
                  <a:lnTo>
                    <a:pt x="1954169" y="3414161"/>
                  </a:lnTo>
                  <a:lnTo>
                    <a:pt x="1954263" y="3414161"/>
                  </a:lnTo>
                  <a:lnTo>
                    <a:pt x="1954356" y="3414161"/>
                  </a:lnTo>
                  <a:lnTo>
                    <a:pt x="1954449" y="3414161"/>
                  </a:lnTo>
                  <a:lnTo>
                    <a:pt x="1954542" y="3414161"/>
                  </a:lnTo>
                  <a:lnTo>
                    <a:pt x="1954636" y="3414161"/>
                  </a:lnTo>
                  <a:lnTo>
                    <a:pt x="1954729" y="3414161"/>
                  </a:lnTo>
                  <a:lnTo>
                    <a:pt x="1954822" y="3414161"/>
                  </a:lnTo>
                  <a:lnTo>
                    <a:pt x="1954915" y="3414161"/>
                  </a:lnTo>
                  <a:lnTo>
                    <a:pt x="1955009" y="3414161"/>
                  </a:lnTo>
                  <a:lnTo>
                    <a:pt x="1955102" y="3414161"/>
                  </a:lnTo>
                  <a:lnTo>
                    <a:pt x="1955195" y="3414161"/>
                  </a:lnTo>
                  <a:lnTo>
                    <a:pt x="1955288" y="3414161"/>
                  </a:lnTo>
                  <a:lnTo>
                    <a:pt x="1955382" y="3414161"/>
                  </a:lnTo>
                  <a:lnTo>
                    <a:pt x="1955475" y="3414161"/>
                  </a:lnTo>
                  <a:lnTo>
                    <a:pt x="1955568" y="3414161"/>
                  </a:lnTo>
                  <a:lnTo>
                    <a:pt x="1955661" y="3414161"/>
                  </a:lnTo>
                  <a:lnTo>
                    <a:pt x="1955755" y="3414161"/>
                  </a:lnTo>
                  <a:lnTo>
                    <a:pt x="1955848" y="3414161"/>
                  </a:lnTo>
                  <a:lnTo>
                    <a:pt x="1955941" y="3414161"/>
                  </a:lnTo>
                  <a:lnTo>
                    <a:pt x="1956034" y="3414161"/>
                  </a:lnTo>
                  <a:lnTo>
                    <a:pt x="1956128" y="3414161"/>
                  </a:lnTo>
                  <a:lnTo>
                    <a:pt x="1956221" y="3414161"/>
                  </a:lnTo>
                  <a:lnTo>
                    <a:pt x="1956314" y="3414161"/>
                  </a:lnTo>
                  <a:lnTo>
                    <a:pt x="1956407" y="3414161"/>
                  </a:lnTo>
                  <a:lnTo>
                    <a:pt x="1956500" y="3414161"/>
                  </a:lnTo>
                  <a:lnTo>
                    <a:pt x="1956594" y="3414161"/>
                  </a:lnTo>
                  <a:lnTo>
                    <a:pt x="1956687" y="3414161"/>
                  </a:lnTo>
                  <a:lnTo>
                    <a:pt x="1956780" y="3414161"/>
                  </a:lnTo>
                  <a:lnTo>
                    <a:pt x="1956873" y="3414161"/>
                  </a:lnTo>
                  <a:lnTo>
                    <a:pt x="1956967" y="3414161"/>
                  </a:lnTo>
                  <a:lnTo>
                    <a:pt x="1957060" y="3414161"/>
                  </a:lnTo>
                  <a:lnTo>
                    <a:pt x="1957153" y="3414161"/>
                  </a:lnTo>
                  <a:lnTo>
                    <a:pt x="1957246" y="3414161"/>
                  </a:lnTo>
                  <a:lnTo>
                    <a:pt x="1957340" y="3414161"/>
                  </a:lnTo>
                  <a:lnTo>
                    <a:pt x="1957433" y="3414161"/>
                  </a:lnTo>
                  <a:lnTo>
                    <a:pt x="1957526" y="3414161"/>
                  </a:lnTo>
                  <a:lnTo>
                    <a:pt x="1957619" y="3414161"/>
                  </a:lnTo>
                  <a:lnTo>
                    <a:pt x="1957713" y="3414161"/>
                  </a:lnTo>
                  <a:lnTo>
                    <a:pt x="1957806" y="3414161"/>
                  </a:lnTo>
                  <a:lnTo>
                    <a:pt x="1957899" y="3414161"/>
                  </a:lnTo>
                  <a:lnTo>
                    <a:pt x="1957992" y="3414161"/>
                  </a:lnTo>
                  <a:lnTo>
                    <a:pt x="1958086" y="3414161"/>
                  </a:lnTo>
                  <a:lnTo>
                    <a:pt x="1958179" y="3414161"/>
                  </a:lnTo>
                  <a:lnTo>
                    <a:pt x="1958272" y="3414161"/>
                  </a:lnTo>
                  <a:lnTo>
                    <a:pt x="1958365" y="3414161"/>
                  </a:lnTo>
                  <a:lnTo>
                    <a:pt x="1958459" y="3414161"/>
                  </a:lnTo>
                  <a:lnTo>
                    <a:pt x="1958552" y="3414161"/>
                  </a:lnTo>
                  <a:lnTo>
                    <a:pt x="1958645" y="3414161"/>
                  </a:lnTo>
                  <a:lnTo>
                    <a:pt x="1958738" y="3414161"/>
                  </a:lnTo>
                  <a:lnTo>
                    <a:pt x="1958832" y="3414161"/>
                  </a:lnTo>
                  <a:lnTo>
                    <a:pt x="1958925" y="3414161"/>
                  </a:lnTo>
                  <a:lnTo>
                    <a:pt x="1959018" y="3414161"/>
                  </a:lnTo>
                  <a:lnTo>
                    <a:pt x="1959111" y="3414161"/>
                  </a:lnTo>
                  <a:lnTo>
                    <a:pt x="1959205" y="3414161"/>
                  </a:lnTo>
                  <a:lnTo>
                    <a:pt x="1959298" y="3414161"/>
                  </a:lnTo>
                  <a:lnTo>
                    <a:pt x="1959391" y="3414161"/>
                  </a:lnTo>
                  <a:lnTo>
                    <a:pt x="1959484" y="3414161"/>
                  </a:lnTo>
                  <a:lnTo>
                    <a:pt x="1959578" y="3414161"/>
                  </a:lnTo>
                  <a:lnTo>
                    <a:pt x="1959671" y="3414161"/>
                  </a:lnTo>
                  <a:lnTo>
                    <a:pt x="1959764" y="3414161"/>
                  </a:lnTo>
                  <a:lnTo>
                    <a:pt x="1959857" y="3414161"/>
                  </a:lnTo>
                  <a:lnTo>
                    <a:pt x="1959951" y="3414161"/>
                  </a:lnTo>
                  <a:lnTo>
                    <a:pt x="1960044" y="3414161"/>
                  </a:lnTo>
                  <a:lnTo>
                    <a:pt x="1960137" y="3414161"/>
                  </a:lnTo>
                  <a:lnTo>
                    <a:pt x="1960230" y="3414161"/>
                  </a:lnTo>
                  <a:lnTo>
                    <a:pt x="1960324" y="3414161"/>
                  </a:lnTo>
                  <a:lnTo>
                    <a:pt x="1960417" y="3414161"/>
                  </a:lnTo>
                  <a:lnTo>
                    <a:pt x="1960510" y="3414161"/>
                  </a:lnTo>
                  <a:lnTo>
                    <a:pt x="1960603" y="3414161"/>
                  </a:lnTo>
                  <a:lnTo>
                    <a:pt x="1960697" y="3414161"/>
                  </a:lnTo>
                  <a:lnTo>
                    <a:pt x="1960790" y="3414161"/>
                  </a:lnTo>
                  <a:lnTo>
                    <a:pt x="1960883" y="3414161"/>
                  </a:lnTo>
                  <a:lnTo>
                    <a:pt x="1960976" y="3414161"/>
                  </a:lnTo>
                  <a:lnTo>
                    <a:pt x="1961070" y="3414161"/>
                  </a:lnTo>
                  <a:lnTo>
                    <a:pt x="1961163" y="3414161"/>
                  </a:lnTo>
                  <a:lnTo>
                    <a:pt x="1961256" y="3414161"/>
                  </a:lnTo>
                  <a:lnTo>
                    <a:pt x="1961349" y="3414161"/>
                  </a:lnTo>
                  <a:lnTo>
                    <a:pt x="1961443" y="3414161"/>
                  </a:lnTo>
                  <a:lnTo>
                    <a:pt x="1961536" y="3414161"/>
                  </a:lnTo>
                  <a:lnTo>
                    <a:pt x="1961629" y="3414161"/>
                  </a:lnTo>
                  <a:lnTo>
                    <a:pt x="1961722" y="3414161"/>
                  </a:lnTo>
                  <a:lnTo>
                    <a:pt x="1961816" y="3414161"/>
                  </a:lnTo>
                  <a:lnTo>
                    <a:pt x="1961909" y="3414161"/>
                  </a:lnTo>
                  <a:lnTo>
                    <a:pt x="1962002" y="3414161"/>
                  </a:lnTo>
                  <a:lnTo>
                    <a:pt x="1962095" y="3414161"/>
                  </a:lnTo>
                  <a:lnTo>
                    <a:pt x="1962189" y="3414161"/>
                  </a:lnTo>
                  <a:lnTo>
                    <a:pt x="1962282" y="3414161"/>
                  </a:lnTo>
                  <a:lnTo>
                    <a:pt x="1962375" y="3414161"/>
                  </a:lnTo>
                  <a:lnTo>
                    <a:pt x="1962468" y="3414161"/>
                  </a:lnTo>
                  <a:lnTo>
                    <a:pt x="1962562" y="3414161"/>
                  </a:lnTo>
                  <a:lnTo>
                    <a:pt x="1962655" y="3414161"/>
                  </a:lnTo>
                  <a:lnTo>
                    <a:pt x="1962748" y="3414161"/>
                  </a:lnTo>
                  <a:lnTo>
                    <a:pt x="1962841" y="3414161"/>
                  </a:lnTo>
                  <a:lnTo>
                    <a:pt x="1962935" y="3414161"/>
                  </a:lnTo>
                  <a:lnTo>
                    <a:pt x="1963028" y="3414161"/>
                  </a:lnTo>
                  <a:lnTo>
                    <a:pt x="1963121" y="3414161"/>
                  </a:lnTo>
                  <a:lnTo>
                    <a:pt x="1963214" y="3414161"/>
                  </a:lnTo>
                  <a:lnTo>
                    <a:pt x="1963308" y="3414161"/>
                  </a:lnTo>
                  <a:lnTo>
                    <a:pt x="1963401" y="3414161"/>
                  </a:lnTo>
                  <a:lnTo>
                    <a:pt x="1963494" y="3414161"/>
                  </a:lnTo>
                  <a:lnTo>
                    <a:pt x="1963587" y="3414161"/>
                  </a:lnTo>
                  <a:lnTo>
                    <a:pt x="1963680" y="3414161"/>
                  </a:lnTo>
                  <a:lnTo>
                    <a:pt x="1963774" y="3414161"/>
                  </a:lnTo>
                  <a:lnTo>
                    <a:pt x="1963867" y="3414161"/>
                  </a:lnTo>
                  <a:lnTo>
                    <a:pt x="1963960" y="3414161"/>
                  </a:lnTo>
                  <a:lnTo>
                    <a:pt x="1964053" y="3414161"/>
                  </a:lnTo>
                  <a:lnTo>
                    <a:pt x="1964147" y="3414161"/>
                  </a:lnTo>
                  <a:lnTo>
                    <a:pt x="1964240" y="3414161"/>
                  </a:lnTo>
                  <a:lnTo>
                    <a:pt x="1964333" y="3414161"/>
                  </a:lnTo>
                  <a:lnTo>
                    <a:pt x="1964426" y="3414161"/>
                  </a:lnTo>
                  <a:lnTo>
                    <a:pt x="1964520" y="3414161"/>
                  </a:lnTo>
                  <a:lnTo>
                    <a:pt x="1964613" y="3414161"/>
                  </a:lnTo>
                  <a:lnTo>
                    <a:pt x="1964706" y="3414161"/>
                  </a:lnTo>
                  <a:lnTo>
                    <a:pt x="1964799" y="3414161"/>
                  </a:lnTo>
                  <a:lnTo>
                    <a:pt x="1964893" y="3414161"/>
                  </a:lnTo>
                  <a:lnTo>
                    <a:pt x="1964986" y="3414161"/>
                  </a:lnTo>
                  <a:lnTo>
                    <a:pt x="1965079" y="3414161"/>
                  </a:lnTo>
                  <a:lnTo>
                    <a:pt x="1965172" y="3414161"/>
                  </a:lnTo>
                  <a:lnTo>
                    <a:pt x="1965266" y="3414161"/>
                  </a:lnTo>
                  <a:lnTo>
                    <a:pt x="1965359" y="3414161"/>
                  </a:lnTo>
                  <a:lnTo>
                    <a:pt x="1965452" y="3414161"/>
                  </a:lnTo>
                  <a:lnTo>
                    <a:pt x="1965545" y="3414161"/>
                  </a:lnTo>
                  <a:lnTo>
                    <a:pt x="1965639" y="3414161"/>
                  </a:lnTo>
                  <a:lnTo>
                    <a:pt x="1965732" y="3414161"/>
                  </a:lnTo>
                  <a:lnTo>
                    <a:pt x="1965825" y="3414161"/>
                  </a:lnTo>
                  <a:lnTo>
                    <a:pt x="1965918" y="3414161"/>
                  </a:lnTo>
                  <a:lnTo>
                    <a:pt x="1966012" y="3414161"/>
                  </a:lnTo>
                  <a:lnTo>
                    <a:pt x="1966105" y="3414161"/>
                  </a:lnTo>
                  <a:lnTo>
                    <a:pt x="1966198" y="3414161"/>
                  </a:lnTo>
                  <a:lnTo>
                    <a:pt x="1966291" y="3414161"/>
                  </a:lnTo>
                  <a:lnTo>
                    <a:pt x="1966385" y="3414161"/>
                  </a:lnTo>
                  <a:lnTo>
                    <a:pt x="1966478" y="3414161"/>
                  </a:lnTo>
                  <a:lnTo>
                    <a:pt x="1966571" y="3414161"/>
                  </a:lnTo>
                  <a:lnTo>
                    <a:pt x="1966664" y="3414161"/>
                  </a:lnTo>
                  <a:lnTo>
                    <a:pt x="1966758" y="3414161"/>
                  </a:lnTo>
                  <a:lnTo>
                    <a:pt x="1966851" y="3414161"/>
                  </a:lnTo>
                  <a:lnTo>
                    <a:pt x="1966944" y="3414161"/>
                  </a:lnTo>
                  <a:lnTo>
                    <a:pt x="1967037" y="3414161"/>
                  </a:lnTo>
                  <a:lnTo>
                    <a:pt x="1967131" y="3414161"/>
                  </a:lnTo>
                  <a:lnTo>
                    <a:pt x="1967224" y="3414161"/>
                  </a:lnTo>
                  <a:lnTo>
                    <a:pt x="1967317" y="3414161"/>
                  </a:lnTo>
                  <a:lnTo>
                    <a:pt x="1967410" y="3414161"/>
                  </a:lnTo>
                  <a:lnTo>
                    <a:pt x="1967504" y="3414161"/>
                  </a:lnTo>
                  <a:lnTo>
                    <a:pt x="1967597" y="3414161"/>
                  </a:lnTo>
                  <a:lnTo>
                    <a:pt x="1967690" y="3414161"/>
                  </a:lnTo>
                  <a:lnTo>
                    <a:pt x="1967783" y="3414161"/>
                  </a:lnTo>
                  <a:lnTo>
                    <a:pt x="1967877" y="3414161"/>
                  </a:lnTo>
                  <a:lnTo>
                    <a:pt x="1967970" y="3414161"/>
                  </a:lnTo>
                  <a:lnTo>
                    <a:pt x="1968063" y="3414161"/>
                  </a:lnTo>
                  <a:lnTo>
                    <a:pt x="1968156" y="3414161"/>
                  </a:lnTo>
                  <a:lnTo>
                    <a:pt x="1968250" y="3414161"/>
                  </a:lnTo>
                  <a:lnTo>
                    <a:pt x="1968343" y="3414161"/>
                  </a:lnTo>
                  <a:lnTo>
                    <a:pt x="1968436" y="3414161"/>
                  </a:lnTo>
                  <a:lnTo>
                    <a:pt x="1968529" y="3414161"/>
                  </a:lnTo>
                  <a:lnTo>
                    <a:pt x="1968623" y="3414161"/>
                  </a:lnTo>
                  <a:lnTo>
                    <a:pt x="1968716" y="3414161"/>
                  </a:lnTo>
                  <a:lnTo>
                    <a:pt x="1968809" y="3414161"/>
                  </a:lnTo>
                  <a:lnTo>
                    <a:pt x="1968902" y="3414161"/>
                  </a:lnTo>
                  <a:lnTo>
                    <a:pt x="1968996" y="3414161"/>
                  </a:lnTo>
                  <a:lnTo>
                    <a:pt x="1969089" y="3414161"/>
                  </a:lnTo>
                  <a:lnTo>
                    <a:pt x="1969182" y="3414161"/>
                  </a:lnTo>
                  <a:lnTo>
                    <a:pt x="1969275" y="3414161"/>
                  </a:lnTo>
                  <a:lnTo>
                    <a:pt x="1969369" y="3414161"/>
                  </a:lnTo>
                  <a:lnTo>
                    <a:pt x="1969462" y="3414161"/>
                  </a:lnTo>
                  <a:lnTo>
                    <a:pt x="1969555" y="3414161"/>
                  </a:lnTo>
                  <a:lnTo>
                    <a:pt x="1969648" y="3414161"/>
                  </a:lnTo>
                  <a:lnTo>
                    <a:pt x="1969742" y="3414161"/>
                  </a:lnTo>
                  <a:lnTo>
                    <a:pt x="1969835" y="3414161"/>
                  </a:lnTo>
                  <a:lnTo>
                    <a:pt x="1969928" y="3414161"/>
                  </a:lnTo>
                  <a:lnTo>
                    <a:pt x="1970021" y="3414161"/>
                  </a:lnTo>
                  <a:lnTo>
                    <a:pt x="1970115" y="3414161"/>
                  </a:lnTo>
                  <a:lnTo>
                    <a:pt x="1970208" y="3414161"/>
                  </a:lnTo>
                  <a:lnTo>
                    <a:pt x="1970301" y="3414161"/>
                  </a:lnTo>
                  <a:lnTo>
                    <a:pt x="1970394" y="3414161"/>
                  </a:lnTo>
                  <a:lnTo>
                    <a:pt x="1970487" y="3414161"/>
                  </a:lnTo>
                  <a:lnTo>
                    <a:pt x="1970581" y="3414161"/>
                  </a:lnTo>
                  <a:lnTo>
                    <a:pt x="1970674" y="3414161"/>
                  </a:lnTo>
                  <a:lnTo>
                    <a:pt x="1970767" y="3414161"/>
                  </a:lnTo>
                  <a:lnTo>
                    <a:pt x="1970860" y="3414161"/>
                  </a:lnTo>
                  <a:lnTo>
                    <a:pt x="1970954" y="3414161"/>
                  </a:lnTo>
                  <a:lnTo>
                    <a:pt x="1971047" y="3414161"/>
                  </a:lnTo>
                  <a:lnTo>
                    <a:pt x="1971140" y="3414161"/>
                  </a:lnTo>
                  <a:lnTo>
                    <a:pt x="1971233" y="3414161"/>
                  </a:lnTo>
                  <a:lnTo>
                    <a:pt x="1971327" y="3414161"/>
                  </a:lnTo>
                  <a:lnTo>
                    <a:pt x="1971420" y="3414161"/>
                  </a:lnTo>
                  <a:lnTo>
                    <a:pt x="1971513" y="3414161"/>
                  </a:lnTo>
                  <a:lnTo>
                    <a:pt x="1971606" y="3414161"/>
                  </a:lnTo>
                  <a:lnTo>
                    <a:pt x="1971700" y="3414161"/>
                  </a:lnTo>
                  <a:lnTo>
                    <a:pt x="1971793" y="3414161"/>
                  </a:lnTo>
                  <a:lnTo>
                    <a:pt x="1971886" y="3414161"/>
                  </a:lnTo>
                  <a:lnTo>
                    <a:pt x="1971979" y="3414161"/>
                  </a:lnTo>
                  <a:lnTo>
                    <a:pt x="1972073" y="3414161"/>
                  </a:lnTo>
                  <a:lnTo>
                    <a:pt x="1972166" y="3414161"/>
                  </a:lnTo>
                  <a:lnTo>
                    <a:pt x="1972259" y="3414161"/>
                  </a:lnTo>
                  <a:lnTo>
                    <a:pt x="1972352" y="3414161"/>
                  </a:lnTo>
                  <a:lnTo>
                    <a:pt x="1972446" y="3414161"/>
                  </a:lnTo>
                  <a:lnTo>
                    <a:pt x="1972539" y="3414161"/>
                  </a:lnTo>
                  <a:lnTo>
                    <a:pt x="1972632" y="3414161"/>
                  </a:lnTo>
                  <a:lnTo>
                    <a:pt x="1972725" y="3414161"/>
                  </a:lnTo>
                  <a:lnTo>
                    <a:pt x="1972819" y="3414161"/>
                  </a:lnTo>
                  <a:lnTo>
                    <a:pt x="1972912" y="3414161"/>
                  </a:lnTo>
                  <a:lnTo>
                    <a:pt x="1973005" y="3414161"/>
                  </a:lnTo>
                  <a:lnTo>
                    <a:pt x="1973098" y="3414161"/>
                  </a:lnTo>
                  <a:lnTo>
                    <a:pt x="1973192" y="3414161"/>
                  </a:lnTo>
                  <a:lnTo>
                    <a:pt x="1973285" y="3414161"/>
                  </a:lnTo>
                  <a:lnTo>
                    <a:pt x="1973378" y="3414161"/>
                  </a:lnTo>
                  <a:lnTo>
                    <a:pt x="1973471" y="3414161"/>
                  </a:lnTo>
                  <a:lnTo>
                    <a:pt x="1973565" y="3414161"/>
                  </a:lnTo>
                  <a:lnTo>
                    <a:pt x="1973658" y="3414161"/>
                  </a:lnTo>
                  <a:lnTo>
                    <a:pt x="1973751" y="3414161"/>
                  </a:lnTo>
                  <a:lnTo>
                    <a:pt x="1973844" y="3414161"/>
                  </a:lnTo>
                  <a:lnTo>
                    <a:pt x="1973938" y="3414161"/>
                  </a:lnTo>
                  <a:lnTo>
                    <a:pt x="1974031" y="3414161"/>
                  </a:lnTo>
                  <a:lnTo>
                    <a:pt x="1974124" y="3414161"/>
                  </a:lnTo>
                  <a:lnTo>
                    <a:pt x="1974217" y="3414161"/>
                  </a:lnTo>
                  <a:lnTo>
                    <a:pt x="1974311" y="3414161"/>
                  </a:lnTo>
                  <a:lnTo>
                    <a:pt x="1974404" y="3414161"/>
                  </a:lnTo>
                  <a:lnTo>
                    <a:pt x="1974497" y="3414161"/>
                  </a:lnTo>
                  <a:lnTo>
                    <a:pt x="1974590" y="3414161"/>
                  </a:lnTo>
                  <a:lnTo>
                    <a:pt x="1974684" y="3414161"/>
                  </a:lnTo>
                  <a:lnTo>
                    <a:pt x="1974777" y="3414161"/>
                  </a:lnTo>
                  <a:lnTo>
                    <a:pt x="1974870" y="3414161"/>
                  </a:lnTo>
                  <a:lnTo>
                    <a:pt x="1974963" y="3414161"/>
                  </a:lnTo>
                  <a:lnTo>
                    <a:pt x="1975057" y="3414161"/>
                  </a:lnTo>
                  <a:lnTo>
                    <a:pt x="1975150" y="3414161"/>
                  </a:lnTo>
                  <a:lnTo>
                    <a:pt x="1975243" y="3414161"/>
                  </a:lnTo>
                  <a:lnTo>
                    <a:pt x="1975336" y="3414161"/>
                  </a:lnTo>
                  <a:lnTo>
                    <a:pt x="1975430" y="3414161"/>
                  </a:lnTo>
                  <a:lnTo>
                    <a:pt x="1975523" y="3414161"/>
                  </a:lnTo>
                  <a:lnTo>
                    <a:pt x="1975616" y="3414161"/>
                  </a:lnTo>
                  <a:lnTo>
                    <a:pt x="1975709" y="3414161"/>
                  </a:lnTo>
                  <a:lnTo>
                    <a:pt x="1975803" y="3414161"/>
                  </a:lnTo>
                  <a:lnTo>
                    <a:pt x="1975896" y="3414161"/>
                  </a:lnTo>
                  <a:lnTo>
                    <a:pt x="1975989" y="3414161"/>
                  </a:lnTo>
                  <a:lnTo>
                    <a:pt x="1976082" y="3414161"/>
                  </a:lnTo>
                  <a:lnTo>
                    <a:pt x="1976176" y="3414161"/>
                  </a:lnTo>
                  <a:lnTo>
                    <a:pt x="1976269" y="3414161"/>
                  </a:lnTo>
                  <a:lnTo>
                    <a:pt x="1976362" y="3414161"/>
                  </a:lnTo>
                  <a:lnTo>
                    <a:pt x="1976455" y="3414161"/>
                  </a:lnTo>
                  <a:lnTo>
                    <a:pt x="1976549" y="3414161"/>
                  </a:lnTo>
                  <a:lnTo>
                    <a:pt x="1976642" y="3414161"/>
                  </a:lnTo>
                  <a:lnTo>
                    <a:pt x="1976735" y="3414161"/>
                  </a:lnTo>
                  <a:lnTo>
                    <a:pt x="1976828" y="3414161"/>
                  </a:lnTo>
                  <a:lnTo>
                    <a:pt x="1976922" y="3414161"/>
                  </a:lnTo>
                  <a:lnTo>
                    <a:pt x="1977015" y="3414161"/>
                  </a:lnTo>
                  <a:lnTo>
                    <a:pt x="1977108" y="3414161"/>
                  </a:lnTo>
                  <a:lnTo>
                    <a:pt x="1977201" y="3414161"/>
                  </a:lnTo>
                  <a:lnTo>
                    <a:pt x="1977294" y="3414161"/>
                  </a:lnTo>
                  <a:lnTo>
                    <a:pt x="1977388" y="3414161"/>
                  </a:lnTo>
                  <a:lnTo>
                    <a:pt x="1977481" y="3414161"/>
                  </a:lnTo>
                  <a:lnTo>
                    <a:pt x="1977574" y="3414161"/>
                  </a:lnTo>
                  <a:lnTo>
                    <a:pt x="1977667" y="3414161"/>
                  </a:lnTo>
                  <a:lnTo>
                    <a:pt x="1977761" y="3414161"/>
                  </a:lnTo>
                  <a:lnTo>
                    <a:pt x="1977854" y="3414161"/>
                  </a:lnTo>
                  <a:lnTo>
                    <a:pt x="1977947" y="3414161"/>
                  </a:lnTo>
                  <a:lnTo>
                    <a:pt x="1977947" y="3404207"/>
                  </a:lnTo>
                  <a:lnTo>
                    <a:pt x="1978040" y="3404207"/>
                  </a:lnTo>
                  <a:lnTo>
                    <a:pt x="1978134" y="3404207"/>
                  </a:lnTo>
                  <a:lnTo>
                    <a:pt x="1978227" y="3404207"/>
                  </a:lnTo>
                  <a:lnTo>
                    <a:pt x="1978320" y="3404207"/>
                  </a:lnTo>
                  <a:lnTo>
                    <a:pt x="1978413" y="3404207"/>
                  </a:lnTo>
                  <a:lnTo>
                    <a:pt x="1978507" y="3404207"/>
                  </a:lnTo>
                  <a:lnTo>
                    <a:pt x="1978600" y="3404207"/>
                  </a:lnTo>
                  <a:lnTo>
                    <a:pt x="1978693" y="3404207"/>
                  </a:lnTo>
                  <a:lnTo>
                    <a:pt x="1978786" y="3404207"/>
                  </a:lnTo>
                  <a:lnTo>
                    <a:pt x="1978880" y="3404207"/>
                  </a:lnTo>
                  <a:lnTo>
                    <a:pt x="1978973" y="3404207"/>
                  </a:lnTo>
                  <a:lnTo>
                    <a:pt x="1979066" y="3404207"/>
                  </a:lnTo>
                  <a:lnTo>
                    <a:pt x="1979159" y="3404207"/>
                  </a:lnTo>
                  <a:lnTo>
                    <a:pt x="1979253" y="3404207"/>
                  </a:lnTo>
                  <a:lnTo>
                    <a:pt x="1979346" y="3404207"/>
                  </a:lnTo>
                  <a:lnTo>
                    <a:pt x="1979439" y="3404207"/>
                  </a:lnTo>
                  <a:lnTo>
                    <a:pt x="1979532" y="3404207"/>
                  </a:lnTo>
                  <a:lnTo>
                    <a:pt x="1979626" y="3404207"/>
                  </a:lnTo>
                  <a:lnTo>
                    <a:pt x="1979719" y="3404207"/>
                  </a:lnTo>
                  <a:lnTo>
                    <a:pt x="1979812" y="3404207"/>
                  </a:lnTo>
                  <a:lnTo>
                    <a:pt x="1979905" y="3404207"/>
                  </a:lnTo>
                  <a:lnTo>
                    <a:pt x="1979999" y="3404207"/>
                  </a:lnTo>
                  <a:lnTo>
                    <a:pt x="1980092" y="3404207"/>
                  </a:lnTo>
                  <a:lnTo>
                    <a:pt x="1980185" y="3404207"/>
                  </a:lnTo>
                  <a:lnTo>
                    <a:pt x="1980278" y="3404207"/>
                  </a:lnTo>
                  <a:lnTo>
                    <a:pt x="1980372" y="3404207"/>
                  </a:lnTo>
                  <a:lnTo>
                    <a:pt x="1980465" y="3404207"/>
                  </a:lnTo>
                  <a:lnTo>
                    <a:pt x="1980558" y="3404207"/>
                  </a:lnTo>
                  <a:lnTo>
                    <a:pt x="1980651" y="3404207"/>
                  </a:lnTo>
                  <a:lnTo>
                    <a:pt x="1980745" y="3404207"/>
                  </a:lnTo>
                  <a:lnTo>
                    <a:pt x="1980838" y="3404207"/>
                  </a:lnTo>
                  <a:lnTo>
                    <a:pt x="1980931" y="3404207"/>
                  </a:lnTo>
                  <a:lnTo>
                    <a:pt x="1981024" y="3404207"/>
                  </a:lnTo>
                  <a:lnTo>
                    <a:pt x="1981118" y="3404207"/>
                  </a:lnTo>
                  <a:lnTo>
                    <a:pt x="1981211" y="3404207"/>
                  </a:lnTo>
                  <a:lnTo>
                    <a:pt x="1981304" y="3404207"/>
                  </a:lnTo>
                  <a:lnTo>
                    <a:pt x="1981397" y="3404207"/>
                  </a:lnTo>
                  <a:lnTo>
                    <a:pt x="1981491" y="3404207"/>
                  </a:lnTo>
                  <a:lnTo>
                    <a:pt x="1981584" y="3404207"/>
                  </a:lnTo>
                  <a:lnTo>
                    <a:pt x="1981677" y="3404207"/>
                  </a:lnTo>
                  <a:lnTo>
                    <a:pt x="1981770" y="3404207"/>
                  </a:lnTo>
                  <a:lnTo>
                    <a:pt x="1981864" y="3404207"/>
                  </a:lnTo>
                  <a:lnTo>
                    <a:pt x="1981957" y="3404207"/>
                  </a:lnTo>
                  <a:lnTo>
                    <a:pt x="1982050" y="3404207"/>
                  </a:lnTo>
                  <a:lnTo>
                    <a:pt x="1982143" y="3404207"/>
                  </a:lnTo>
                  <a:lnTo>
                    <a:pt x="1982143" y="3394253"/>
                  </a:lnTo>
                  <a:lnTo>
                    <a:pt x="1982237" y="3394253"/>
                  </a:lnTo>
                  <a:lnTo>
                    <a:pt x="1982330" y="3394253"/>
                  </a:lnTo>
                  <a:lnTo>
                    <a:pt x="1982423" y="3394253"/>
                  </a:lnTo>
                  <a:lnTo>
                    <a:pt x="1982516" y="3394253"/>
                  </a:lnTo>
                  <a:lnTo>
                    <a:pt x="1982610" y="3394253"/>
                  </a:lnTo>
                  <a:lnTo>
                    <a:pt x="1982703" y="3394253"/>
                  </a:lnTo>
                  <a:lnTo>
                    <a:pt x="1982796" y="3394253"/>
                  </a:lnTo>
                  <a:lnTo>
                    <a:pt x="1982889" y="3394253"/>
                  </a:lnTo>
                  <a:lnTo>
                    <a:pt x="1982983" y="3394253"/>
                  </a:lnTo>
                  <a:lnTo>
                    <a:pt x="1983076" y="3394253"/>
                  </a:lnTo>
                  <a:lnTo>
                    <a:pt x="1983169" y="3394253"/>
                  </a:lnTo>
                  <a:lnTo>
                    <a:pt x="1983262" y="3394253"/>
                  </a:lnTo>
                  <a:lnTo>
                    <a:pt x="1983356" y="3394253"/>
                  </a:lnTo>
                  <a:lnTo>
                    <a:pt x="1983449" y="3394253"/>
                  </a:lnTo>
                  <a:lnTo>
                    <a:pt x="1983542" y="3394253"/>
                  </a:lnTo>
                  <a:lnTo>
                    <a:pt x="1983635" y="3394253"/>
                  </a:lnTo>
                  <a:lnTo>
                    <a:pt x="1983729" y="3394253"/>
                  </a:lnTo>
                  <a:lnTo>
                    <a:pt x="1983822" y="3394253"/>
                  </a:lnTo>
                  <a:lnTo>
                    <a:pt x="1983915" y="3394253"/>
                  </a:lnTo>
                  <a:lnTo>
                    <a:pt x="1984008" y="3394253"/>
                  </a:lnTo>
                  <a:lnTo>
                    <a:pt x="1984102" y="3394253"/>
                  </a:lnTo>
                  <a:lnTo>
                    <a:pt x="1984195" y="3394253"/>
                  </a:lnTo>
                  <a:lnTo>
                    <a:pt x="1984288" y="3394253"/>
                  </a:lnTo>
                  <a:lnTo>
                    <a:pt x="1984381" y="3394253"/>
                  </a:lnTo>
                  <a:lnTo>
                    <a:pt x="1984474" y="3394253"/>
                  </a:lnTo>
                  <a:lnTo>
                    <a:pt x="1984568" y="3394253"/>
                  </a:lnTo>
                  <a:lnTo>
                    <a:pt x="1984661" y="3394253"/>
                  </a:lnTo>
                  <a:lnTo>
                    <a:pt x="1984754" y="3394253"/>
                  </a:lnTo>
                  <a:lnTo>
                    <a:pt x="1984847" y="3394253"/>
                  </a:lnTo>
                  <a:lnTo>
                    <a:pt x="1984941" y="3394253"/>
                  </a:lnTo>
                  <a:lnTo>
                    <a:pt x="1985034" y="3394253"/>
                  </a:lnTo>
                  <a:lnTo>
                    <a:pt x="1985127" y="3394253"/>
                  </a:lnTo>
                  <a:lnTo>
                    <a:pt x="1985220" y="3394253"/>
                  </a:lnTo>
                  <a:lnTo>
                    <a:pt x="1985314" y="3394253"/>
                  </a:lnTo>
                  <a:lnTo>
                    <a:pt x="1985407" y="3394253"/>
                  </a:lnTo>
                  <a:lnTo>
                    <a:pt x="1985500" y="3394253"/>
                  </a:lnTo>
                  <a:lnTo>
                    <a:pt x="1985593" y="3394253"/>
                  </a:lnTo>
                  <a:lnTo>
                    <a:pt x="1985687" y="3394253"/>
                  </a:lnTo>
                  <a:lnTo>
                    <a:pt x="1985780" y="3394253"/>
                  </a:lnTo>
                  <a:lnTo>
                    <a:pt x="1985873" y="3394253"/>
                  </a:lnTo>
                  <a:lnTo>
                    <a:pt x="1985966" y="3394253"/>
                  </a:lnTo>
                  <a:lnTo>
                    <a:pt x="1986060" y="3394253"/>
                  </a:lnTo>
                  <a:lnTo>
                    <a:pt x="1986153" y="3394253"/>
                  </a:lnTo>
                  <a:lnTo>
                    <a:pt x="1986246" y="3394253"/>
                  </a:lnTo>
                  <a:lnTo>
                    <a:pt x="1986339" y="3394253"/>
                  </a:lnTo>
                  <a:lnTo>
                    <a:pt x="1986433" y="3394253"/>
                  </a:lnTo>
                  <a:lnTo>
                    <a:pt x="1986526" y="3394253"/>
                  </a:lnTo>
                  <a:lnTo>
                    <a:pt x="1986619" y="3394253"/>
                  </a:lnTo>
                  <a:lnTo>
                    <a:pt x="1986712" y="3394253"/>
                  </a:lnTo>
                  <a:lnTo>
                    <a:pt x="1986806" y="3394253"/>
                  </a:lnTo>
                  <a:lnTo>
                    <a:pt x="1986899" y="3394253"/>
                  </a:lnTo>
                  <a:lnTo>
                    <a:pt x="1986992" y="3394253"/>
                  </a:lnTo>
                  <a:lnTo>
                    <a:pt x="1987085" y="3394253"/>
                  </a:lnTo>
                  <a:lnTo>
                    <a:pt x="1987179" y="3394253"/>
                  </a:lnTo>
                  <a:lnTo>
                    <a:pt x="1987272" y="3394253"/>
                  </a:lnTo>
                  <a:lnTo>
                    <a:pt x="1987365" y="3394253"/>
                  </a:lnTo>
                  <a:lnTo>
                    <a:pt x="1987458" y="3394253"/>
                  </a:lnTo>
                  <a:lnTo>
                    <a:pt x="1987552" y="3394253"/>
                  </a:lnTo>
                  <a:lnTo>
                    <a:pt x="1987645" y="3394253"/>
                  </a:lnTo>
                  <a:lnTo>
                    <a:pt x="1987738" y="3394253"/>
                  </a:lnTo>
                  <a:lnTo>
                    <a:pt x="1987831" y="3394253"/>
                  </a:lnTo>
                  <a:lnTo>
                    <a:pt x="1987925" y="3394253"/>
                  </a:lnTo>
                  <a:lnTo>
                    <a:pt x="1988018" y="3394253"/>
                  </a:lnTo>
                  <a:lnTo>
                    <a:pt x="1988111" y="3394253"/>
                  </a:lnTo>
                  <a:lnTo>
                    <a:pt x="1988111" y="3384299"/>
                  </a:lnTo>
                  <a:lnTo>
                    <a:pt x="1988204" y="3384299"/>
                  </a:lnTo>
                  <a:lnTo>
                    <a:pt x="1988298" y="3384299"/>
                  </a:lnTo>
                  <a:lnTo>
                    <a:pt x="1988391" y="3384299"/>
                  </a:lnTo>
                  <a:lnTo>
                    <a:pt x="1988484" y="3384299"/>
                  </a:lnTo>
                  <a:lnTo>
                    <a:pt x="1988577" y="3384299"/>
                  </a:lnTo>
                  <a:lnTo>
                    <a:pt x="1988671" y="3384299"/>
                  </a:lnTo>
                  <a:lnTo>
                    <a:pt x="1988764" y="3384299"/>
                  </a:lnTo>
                  <a:lnTo>
                    <a:pt x="1988857" y="3384299"/>
                  </a:lnTo>
                  <a:lnTo>
                    <a:pt x="1988950" y="3384299"/>
                  </a:lnTo>
                  <a:lnTo>
                    <a:pt x="1989044" y="3384299"/>
                  </a:lnTo>
                  <a:lnTo>
                    <a:pt x="1989137" y="3384299"/>
                  </a:lnTo>
                  <a:lnTo>
                    <a:pt x="1989230" y="3384299"/>
                  </a:lnTo>
                  <a:lnTo>
                    <a:pt x="1989323" y="3384299"/>
                  </a:lnTo>
                  <a:lnTo>
                    <a:pt x="1989417" y="3384299"/>
                  </a:lnTo>
                  <a:lnTo>
                    <a:pt x="1989510" y="3384299"/>
                  </a:lnTo>
                  <a:lnTo>
                    <a:pt x="1989603" y="3384299"/>
                  </a:lnTo>
                  <a:lnTo>
                    <a:pt x="1989696" y="3384299"/>
                  </a:lnTo>
                  <a:lnTo>
                    <a:pt x="1989790" y="3384299"/>
                  </a:lnTo>
                  <a:lnTo>
                    <a:pt x="1989883" y="3384299"/>
                  </a:lnTo>
                  <a:lnTo>
                    <a:pt x="1989976" y="3384299"/>
                  </a:lnTo>
                  <a:lnTo>
                    <a:pt x="1990069" y="3384299"/>
                  </a:lnTo>
                  <a:lnTo>
                    <a:pt x="1990163" y="3384299"/>
                  </a:lnTo>
                  <a:lnTo>
                    <a:pt x="1990256" y="3384299"/>
                  </a:lnTo>
                  <a:lnTo>
                    <a:pt x="1990349" y="3384299"/>
                  </a:lnTo>
                  <a:lnTo>
                    <a:pt x="1990442" y="3384299"/>
                  </a:lnTo>
                  <a:lnTo>
                    <a:pt x="1990442" y="3374345"/>
                  </a:lnTo>
                  <a:lnTo>
                    <a:pt x="1990536" y="3374345"/>
                  </a:lnTo>
                  <a:lnTo>
                    <a:pt x="1990629" y="3374345"/>
                  </a:lnTo>
                  <a:lnTo>
                    <a:pt x="1990722" y="3374345"/>
                  </a:lnTo>
                  <a:lnTo>
                    <a:pt x="1990815" y="3374345"/>
                  </a:lnTo>
                  <a:lnTo>
                    <a:pt x="1990909" y="3374345"/>
                  </a:lnTo>
                  <a:lnTo>
                    <a:pt x="1991002" y="3374345"/>
                  </a:lnTo>
                  <a:lnTo>
                    <a:pt x="1991002" y="3364392"/>
                  </a:lnTo>
                  <a:lnTo>
                    <a:pt x="1991095" y="3364392"/>
                  </a:lnTo>
                  <a:lnTo>
                    <a:pt x="1991188" y="3364392"/>
                  </a:lnTo>
                  <a:lnTo>
                    <a:pt x="1991281" y="3364392"/>
                  </a:lnTo>
                  <a:lnTo>
                    <a:pt x="1991375" y="3364392"/>
                  </a:lnTo>
                  <a:lnTo>
                    <a:pt x="1991468" y="3364392"/>
                  </a:lnTo>
                  <a:lnTo>
                    <a:pt x="1991561" y="3364392"/>
                  </a:lnTo>
                  <a:lnTo>
                    <a:pt x="1991654" y="3364392"/>
                  </a:lnTo>
                  <a:lnTo>
                    <a:pt x="1991748" y="3364392"/>
                  </a:lnTo>
                  <a:lnTo>
                    <a:pt x="1991841" y="3364392"/>
                  </a:lnTo>
                  <a:lnTo>
                    <a:pt x="1991934" y="3364392"/>
                  </a:lnTo>
                  <a:lnTo>
                    <a:pt x="1992027" y="3364392"/>
                  </a:lnTo>
                  <a:lnTo>
                    <a:pt x="1992121" y="3364392"/>
                  </a:lnTo>
                  <a:lnTo>
                    <a:pt x="1992214" y="3364392"/>
                  </a:lnTo>
                  <a:lnTo>
                    <a:pt x="1992307" y="3364392"/>
                  </a:lnTo>
                  <a:lnTo>
                    <a:pt x="1992400" y="3364392"/>
                  </a:lnTo>
                  <a:lnTo>
                    <a:pt x="1992494" y="3364392"/>
                  </a:lnTo>
                  <a:lnTo>
                    <a:pt x="1992587" y="3364392"/>
                  </a:lnTo>
                  <a:lnTo>
                    <a:pt x="1992680" y="3364392"/>
                  </a:lnTo>
                  <a:lnTo>
                    <a:pt x="1992773" y="3364392"/>
                  </a:lnTo>
                  <a:lnTo>
                    <a:pt x="1992867" y="3364392"/>
                  </a:lnTo>
                  <a:lnTo>
                    <a:pt x="1992960" y="3364392"/>
                  </a:lnTo>
                  <a:lnTo>
                    <a:pt x="1993053" y="3364392"/>
                  </a:lnTo>
                  <a:lnTo>
                    <a:pt x="1993146" y="3364392"/>
                  </a:lnTo>
                  <a:lnTo>
                    <a:pt x="1993240" y="3364392"/>
                  </a:lnTo>
                  <a:lnTo>
                    <a:pt x="1993333" y="3364392"/>
                  </a:lnTo>
                  <a:lnTo>
                    <a:pt x="1993426" y="3364392"/>
                  </a:lnTo>
                  <a:lnTo>
                    <a:pt x="1993519" y="3364392"/>
                  </a:lnTo>
                  <a:lnTo>
                    <a:pt x="1993613" y="3364392"/>
                  </a:lnTo>
                  <a:lnTo>
                    <a:pt x="1993706" y="3364392"/>
                  </a:lnTo>
                  <a:lnTo>
                    <a:pt x="1993799" y="3364392"/>
                  </a:lnTo>
                  <a:lnTo>
                    <a:pt x="1993892" y="3364392"/>
                  </a:lnTo>
                  <a:lnTo>
                    <a:pt x="1993986" y="3364392"/>
                  </a:lnTo>
                  <a:lnTo>
                    <a:pt x="1994079" y="3364392"/>
                  </a:lnTo>
                  <a:lnTo>
                    <a:pt x="1994172" y="3364392"/>
                  </a:lnTo>
                  <a:lnTo>
                    <a:pt x="1994265" y="3364392"/>
                  </a:lnTo>
                  <a:lnTo>
                    <a:pt x="1994359" y="3364392"/>
                  </a:lnTo>
                  <a:lnTo>
                    <a:pt x="1994452" y="3364392"/>
                  </a:lnTo>
                  <a:lnTo>
                    <a:pt x="1994545" y="3364392"/>
                  </a:lnTo>
                  <a:lnTo>
                    <a:pt x="1994638" y="3364392"/>
                  </a:lnTo>
                  <a:lnTo>
                    <a:pt x="1994732" y="3364392"/>
                  </a:lnTo>
                  <a:lnTo>
                    <a:pt x="1994825" y="3364392"/>
                  </a:lnTo>
                  <a:lnTo>
                    <a:pt x="1994918" y="3364392"/>
                  </a:lnTo>
                  <a:lnTo>
                    <a:pt x="1995011" y="3364392"/>
                  </a:lnTo>
                  <a:lnTo>
                    <a:pt x="1995105" y="3364392"/>
                  </a:lnTo>
                  <a:lnTo>
                    <a:pt x="1995198" y="3364392"/>
                  </a:lnTo>
                  <a:lnTo>
                    <a:pt x="1995291" y="3364392"/>
                  </a:lnTo>
                  <a:lnTo>
                    <a:pt x="1995384" y="3364392"/>
                  </a:lnTo>
                  <a:lnTo>
                    <a:pt x="1995478" y="3364392"/>
                  </a:lnTo>
                  <a:lnTo>
                    <a:pt x="1995571" y="3364392"/>
                  </a:lnTo>
                  <a:lnTo>
                    <a:pt x="1995664" y="3364392"/>
                  </a:lnTo>
                  <a:lnTo>
                    <a:pt x="1995757" y="3364392"/>
                  </a:lnTo>
                  <a:lnTo>
                    <a:pt x="1995851" y="3364392"/>
                  </a:lnTo>
                  <a:lnTo>
                    <a:pt x="1995944" y="3364392"/>
                  </a:lnTo>
                  <a:lnTo>
                    <a:pt x="1996037" y="3364392"/>
                  </a:lnTo>
                  <a:lnTo>
                    <a:pt x="1996037" y="3354438"/>
                  </a:lnTo>
                  <a:lnTo>
                    <a:pt x="1996130" y="3354438"/>
                  </a:lnTo>
                  <a:lnTo>
                    <a:pt x="1996224" y="3354438"/>
                  </a:lnTo>
                  <a:lnTo>
                    <a:pt x="1996317" y="3354438"/>
                  </a:lnTo>
                  <a:lnTo>
                    <a:pt x="1996410" y="3354438"/>
                  </a:lnTo>
                  <a:lnTo>
                    <a:pt x="1996503" y="3354438"/>
                  </a:lnTo>
                  <a:lnTo>
                    <a:pt x="1996597" y="3354438"/>
                  </a:lnTo>
                  <a:lnTo>
                    <a:pt x="1996690" y="3354438"/>
                  </a:lnTo>
                  <a:lnTo>
                    <a:pt x="1996783" y="3354438"/>
                  </a:lnTo>
                  <a:lnTo>
                    <a:pt x="1996876" y="3354438"/>
                  </a:lnTo>
                  <a:lnTo>
                    <a:pt x="1996970" y="3354438"/>
                  </a:lnTo>
                  <a:lnTo>
                    <a:pt x="1997063" y="3354438"/>
                  </a:lnTo>
                  <a:lnTo>
                    <a:pt x="1997156" y="3354438"/>
                  </a:lnTo>
                  <a:lnTo>
                    <a:pt x="1997249" y="3354438"/>
                  </a:lnTo>
                  <a:lnTo>
                    <a:pt x="1997343" y="3354438"/>
                  </a:lnTo>
                  <a:lnTo>
                    <a:pt x="1997436" y="3354438"/>
                  </a:lnTo>
                  <a:lnTo>
                    <a:pt x="1997529" y="3354438"/>
                  </a:lnTo>
                  <a:lnTo>
                    <a:pt x="1997622" y="3354438"/>
                  </a:lnTo>
                  <a:lnTo>
                    <a:pt x="1997716" y="3354438"/>
                  </a:lnTo>
                  <a:lnTo>
                    <a:pt x="1997809" y="3354438"/>
                  </a:lnTo>
                  <a:lnTo>
                    <a:pt x="1997902" y="3354438"/>
                  </a:lnTo>
                  <a:lnTo>
                    <a:pt x="1997995" y="3354438"/>
                  </a:lnTo>
                  <a:lnTo>
                    <a:pt x="1998088" y="3354438"/>
                  </a:lnTo>
                  <a:lnTo>
                    <a:pt x="1998182" y="3354438"/>
                  </a:lnTo>
                  <a:lnTo>
                    <a:pt x="1998275" y="3354438"/>
                  </a:lnTo>
                  <a:lnTo>
                    <a:pt x="1998368" y="3354438"/>
                  </a:lnTo>
                  <a:lnTo>
                    <a:pt x="1998461" y="3354438"/>
                  </a:lnTo>
                  <a:lnTo>
                    <a:pt x="1998555" y="3354438"/>
                  </a:lnTo>
                  <a:lnTo>
                    <a:pt x="1998648" y="3354438"/>
                  </a:lnTo>
                  <a:lnTo>
                    <a:pt x="1998741" y="3354438"/>
                  </a:lnTo>
                  <a:lnTo>
                    <a:pt x="1998834" y="3354438"/>
                  </a:lnTo>
                  <a:lnTo>
                    <a:pt x="1998928" y="3354438"/>
                  </a:lnTo>
                  <a:lnTo>
                    <a:pt x="1999021" y="3354438"/>
                  </a:lnTo>
                  <a:lnTo>
                    <a:pt x="1999114" y="3354438"/>
                  </a:lnTo>
                  <a:lnTo>
                    <a:pt x="1999207" y="3354438"/>
                  </a:lnTo>
                  <a:lnTo>
                    <a:pt x="1999301" y="3354438"/>
                  </a:lnTo>
                  <a:lnTo>
                    <a:pt x="1999394" y="3354438"/>
                  </a:lnTo>
                  <a:lnTo>
                    <a:pt x="1999487" y="3354438"/>
                  </a:lnTo>
                  <a:lnTo>
                    <a:pt x="1999580" y="3354438"/>
                  </a:lnTo>
                  <a:lnTo>
                    <a:pt x="1999674" y="3354438"/>
                  </a:lnTo>
                  <a:lnTo>
                    <a:pt x="1999767" y="3354438"/>
                  </a:lnTo>
                  <a:lnTo>
                    <a:pt x="1999860" y="3354438"/>
                  </a:lnTo>
                  <a:lnTo>
                    <a:pt x="1999953" y="3354438"/>
                  </a:lnTo>
                  <a:lnTo>
                    <a:pt x="1999953" y="3344484"/>
                  </a:lnTo>
                  <a:lnTo>
                    <a:pt x="2000047" y="3344484"/>
                  </a:lnTo>
                  <a:lnTo>
                    <a:pt x="2000140" y="3344484"/>
                  </a:lnTo>
                  <a:lnTo>
                    <a:pt x="2000233" y="3344484"/>
                  </a:lnTo>
                  <a:lnTo>
                    <a:pt x="2000326" y="3344484"/>
                  </a:lnTo>
                  <a:lnTo>
                    <a:pt x="2000420" y="3344484"/>
                  </a:lnTo>
                  <a:lnTo>
                    <a:pt x="2000513" y="3344484"/>
                  </a:lnTo>
                  <a:lnTo>
                    <a:pt x="2000606" y="3344484"/>
                  </a:lnTo>
                  <a:lnTo>
                    <a:pt x="2000699" y="3344484"/>
                  </a:lnTo>
                  <a:lnTo>
                    <a:pt x="2000793" y="3344484"/>
                  </a:lnTo>
                  <a:lnTo>
                    <a:pt x="2000886" y="3344484"/>
                  </a:lnTo>
                  <a:lnTo>
                    <a:pt x="2000979" y="3344484"/>
                  </a:lnTo>
                  <a:lnTo>
                    <a:pt x="2001072" y="3344484"/>
                  </a:lnTo>
                  <a:lnTo>
                    <a:pt x="2001166" y="3344484"/>
                  </a:lnTo>
                  <a:lnTo>
                    <a:pt x="2001259" y="3344484"/>
                  </a:lnTo>
                  <a:lnTo>
                    <a:pt x="2001352" y="3344484"/>
                  </a:lnTo>
                  <a:lnTo>
                    <a:pt x="2001445" y="3344484"/>
                  </a:lnTo>
                  <a:lnTo>
                    <a:pt x="2001539" y="3344484"/>
                  </a:lnTo>
                  <a:lnTo>
                    <a:pt x="2001632" y="3344484"/>
                  </a:lnTo>
                  <a:lnTo>
                    <a:pt x="2001725" y="3344484"/>
                  </a:lnTo>
                  <a:lnTo>
                    <a:pt x="2001818" y="3344484"/>
                  </a:lnTo>
                  <a:lnTo>
                    <a:pt x="2001912" y="3344484"/>
                  </a:lnTo>
                  <a:lnTo>
                    <a:pt x="2002005" y="3344484"/>
                  </a:lnTo>
                  <a:lnTo>
                    <a:pt x="2002098" y="3344484"/>
                  </a:lnTo>
                  <a:lnTo>
                    <a:pt x="2002191" y="3344484"/>
                  </a:lnTo>
                  <a:lnTo>
                    <a:pt x="2002285" y="3344484"/>
                  </a:lnTo>
                  <a:lnTo>
                    <a:pt x="2002378" y="3344484"/>
                  </a:lnTo>
                  <a:lnTo>
                    <a:pt x="2002471" y="3344484"/>
                  </a:lnTo>
                  <a:lnTo>
                    <a:pt x="2002564" y="3344484"/>
                  </a:lnTo>
                  <a:lnTo>
                    <a:pt x="2002658" y="3344484"/>
                  </a:lnTo>
                  <a:lnTo>
                    <a:pt x="2002751" y="3344484"/>
                  </a:lnTo>
                  <a:lnTo>
                    <a:pt x="2002844" y="3344484"/>
                  </a:lnTo>
                  <a:lnTo>
                    <a:pt x="2002937" y="3344484"/>
                  </a:lnTo>
                  <a:lnTo>
                    <a:pt x="2003031" y="3344484"/>
                  </a:lnTo>
                  <a:lnTo>
                    <a:pt x="2003124" y="3344484"/>
                  </a:lnTo>
                  <a:lnTo>
                    <a:pt x="2003217" y="3344484"/>
                  </a:lnTo>
                  <a:lnTo>
                    <a:pt x="2003310" y="3344484"/>
                  </a:lnTo>
                  <a:lnTo>
                    <a:pt x="2003404" y="3344484"/>
                  </a:lnTo>
                  <a:lnTo>
                    <a:pt x="2003497" y="3344484"/>
                  </a:lnTo>
                  <a:lnTo>
                    <a:pt x="2003590" y="3344484"/>
                  </a:lnTo>
                  <a:lnTo>
                    <a:pt x="2003683" y="3344484"/>
                  </a:lnTo>
                  <a:lnTo>
                    <a:pt x="2003777" y="3344484"/>
                  </a:lnTo>
                  <a:lnTo>
                    <a:pt x="2003870" y="3344484"/>
                  </a:lnTo>
                  <a:lnTo>
                    <a:pt x="2003963" y="3344484"/>
                  </a:lnTo>
                  <a:lnTo>
                    <a:pt x="2004056" y="3344484"/>
                  </a:lnTo>
                  <a:lnTo>
                    <a:pt x="2004150" y="3344484"/>
                  </a:lnTo>
                  <a:lnTo>
                    <a:pt x="2004243" y="3344484"/>
                  </a:lnTo>
                  <a:lnTo>
                    <a:pt x="2004336" y="3344484"/>
                  </a:lnTo>
                  <a:lnTo>
                    <a:pt x="2004429" y="3344484"/>
                  </a:lnTo>
                  <a:lnTo>
                    <a:pt x="2004523" y="3344484"/>
                  </a:lnTo>
                  <a:lnTo>
                    <a:pt x="2004616" y="3344484"/>
                  </a:lnTo>
                  <a:lnTo>
                    <a:pt x="2004709" y="3344484"/>
                  </a:lnTo>
                  <a:lnTo>
                    <a:pt x="2004802" y="3344484"/>
                  </a:lnTo>
                  <a:lnTo>
                    <a:pt x="2004896" y="3344484"/>
                  </a:lnTo>
                  <a:lnTo>
                    <a:pt x="2004989" y="3344484"/>
                  </a:lnTo>
                  <a:lnTo>
                    <a:pt x="2005082" y="3344484"/>
                  </a:lnTo>
                  <a:lnTo>
                    <a:pt x="2005175" y="3344484"/>
                  </a:lnTo>
                  <a:lnTo>
                    <a:pt x="2005268" y="3344484"/>
                  </a:lnTo>
                  <a:lnTo>
                    <a:pt x="2005362" y="3344484"/>
                  </a:lnTo>
                  <a:lnTo>
                    <a:pt x="2005455" y="3344484"/>
                  </a:lnTo>
                  <a:lnTo>
                    <a:pt x="2005548" y="3344484"/>
                  </a:lnTo>
                  <a:lnTo>
                    <a:pt x="2005641" y="3344484"/>
                  </a:lnTo>
                  <a:lnTo>
                    <a:pt x="2005735" y="3344484"/>
                  </a:lnTo>
                  <a:lnTo>
                    <a:pt x="2005828" y="3344484"/>
                  </a:lnTo>
                  <a:lnTo>
                    <a:pt x="2005921" y="3344484"/>
                  </a:lnTo>
                  <a:lnTo>
                    <a:pt x="2006014" y="3344484"/>
                  </a:lnTo>
                  <a:lnTo>
                    <a:pt x="2006108" y="3344484"/>
                  </a:lnTo>
                  <a:lnTo>
                    <a:pt x="2006201" y="3344484"/>
                  </a:lnTo>
                  <a:lnTo>
                    <a:pt x="2006294" y="3344484"/>
                  </a:lnTo>
                  <a:lnTo>
                    <a:pt x="2006387" y="3344484"/>
                  </a:lnTo>
                  <a:lnTo>
                    <a:pt x="2006481" y="3344484"/>
                  </a:lnTo>
                  <a:lnTo>
                    <a:pt x="2006574" y="3344484"/>
                  </a:lnTo>
                  <a:lnTo>
                    <a:pt x="2006667" y="3344484"/>
                  </a:lnTo>
                  <a:lnTo>
                    <a:pt x="2006760" y="3344484"/>
                  </a:lnTo>
                  <a:lnTo>
                    <a:pt x="2006854" y="3344484"/>
                  </a:lnTo>
                  <a:lnTo>
                    <a:pt x="2006947" y="3344484"/>
                  </a:lnTo>
                  <a:lnTo>
                    <a:pt x="2007040" y="3344484"/>
                  </a:lnTo>
                  <a:lnTo>
                    <a:pt x="2007133" y="3344484"/>
                  </a:lnTo>
                  <a:lnTo>
                    <a:pt x="2007227" y="3344484"/>
                  </a:lnTo>
                  <a:lnTo>
                    <a:pt x="2007320" y="3344484"/>
                  </a:lnTo>
                  <a:lnTo>
                    <a:pt x="2007413" y="3344484"/>
                  </a:lnTo>
                  <a:lnTo>
                    <a:pt x="2007506" y="3344484"/>
                  </a:lnTo>
                  <a:lnTo>
                    <a:pt x="2007600" y="3344484"/>
                  </a:lnTo>
                  <a:lnTo>
                    <a:pt x="2007693" y="3344484"/>
                  </a:lnTo>
                  <a:lnTo>
                    <a:pt x="2007786" y="3344484"/>
                  </a:lnTo>
                  <a:lnTo>
                    <a:pt x="2007879" y="3344484"/>
                  </a:lnTo>
                  <a:lnTo>
                    <a:pt x="2007973" y="3344484"/>
                  </a:lnTo>
                  <a:lnTo>
                    <a:pt x="2008066" y="3344484"/>
                  </a:lnTo>
                  <a:lnTo>
                    <a:pt x="2008159" y="3344484"/>
                  </a:lnTo>
                  <a:lnTo>
                    <a:pt x="2008252" y="3344484"/>
                  </a:lnTo>
                  <a:lnTo>
                    <a:pt x="2008346" y="3344484"/>
                  </a:lnTo>
                  <a:lnTo>
                    <a:pt x="2008439" y="3344484"/>
                  </a:lnTo>
                  <a:lnTo>
                    <a:pt x="2008532" y="3344484"/>
                  </a:lnTo>
                  <a:lnTo>
                    <a:pt x="2008625" y="3344484"/>
                  </a:lnTo>
                  <a:lnTo>
                    <a:pt x="2008719" y="3344484"/>
                  </a:lnTo>
                  <a:lnTo>
                    <a:pt x="2008812" y="3344484"/>
                  </a:lnTo>
                  <a:lnTo>
                    <a:pt x="2008905" y="3344484"/>
                  </a:lnTo>
                  <a:lnTo>
                    <a:pt x="2008998" y="3344484"/>
                  </a:lnTo>
                  <a:lnTo>
                    <a:pt x="2009092" y="3344484"/>
                  </a:lnTo>
                  <a:lnTo>
                    <a:pt x="2009185" y="3344484"/>
                  </a:lnTo>
                  <a:lnTo>
                    <a:pt x="2009278" y="3344484"/>
                  </a:lnTo>
                  <a:lnTo>
                    <a:pt x="2009371" y="3344484"/>
                  </a:lnTo>
                  <a:lnTo>
                    <a:pt x="2009465" y="3344484"/>
                  </a:lnTo>
                  <a:lnTo>
                    <a:pt x="2009558" y="3344484"/>
                  </a:lnTo>
                  <a:lnTo>
                    <a:pt x="2009651" y="3344484"/>
                  </a:lnTo>
                  <a:lnTo>
                    <a:pt x="2009744" y="3344484"/>
                  </a:lnTo>
                  <a:lnTo>
                    <a:pt x="2009838" y="3344484"/>
                  </a:lnTo>
                  <a:lnTo>
                    <a:pt x="2009931" y="3344484"/>
                  </a:lnTo>
                  <a:lnTo>
                    <a:pt x="2010024" y="3344484"/>
                  </a:lnTo>
                  <a:lnTo>
                    <a:pt x="2010117" y="3344484"/>
                  </a:lnTo>
                  <a:lnTo>
                    <a:pt x="2010211" y="3344484"/>
                  </a:lnTo>
                  <a:lnTo>
                    <a:pt x="2010304" y="3344484"/>
                  </a:lnTo>
                  <a:lnTo>
                    <a:pt x="2010397" y="3344484"/>
                  </a:lnTo>
                  <a:lnTo>
                    <a:pt x="2010490" y="3344484"/>
                  </a:lnTo>
                  <a:lnTo>
                    <a:pt x="2010584" y="3344484"/>
                  </a:lnTo>
                  <a:lnTo>
                    <a:pt x="2010677" y="3344484"/>
                  </a:lnTo>
                  <a:lnTo>
                    <a:pt x="2010770" y="3344484"/>
                  </a:lnTo>
                  <a:lnTo>
                    <a:pt x="2010863" y="3344484"/>
                  </a:lnTo>
                  <a:lnTo>
                    <a:pt x="2010957" y="3344484"/>
                  </a:lnTo>
                  <a:lnTo>
                    <a:pt x="2011050" y="3344484"/>
                  </a:lnTo>
                  <a:lnTo>
                    <a:pt x="2011143" y="3344484"/>
                  </a:lnTo>
                  <a:lnTo>
                    <a:pt x="2011236" y="3344484"/>
                  </a:lnTo>
                  <a:lnTo>
                    <a:pt x="2011330" y="3344484"/>
                  </a:lnTo>
                  <a:lnTo>
                    <a:pt x="2011423" y="3344484"/>
                  </a:lnTo>
                  <a:lnTo>
                    <a:pt x="2011516" y="3344484"/>
                  </a:lnTo>
                  <a:lnTo>
                    <a:pt x="2011609" y="3344484"/>
                  </a:lnTo>
                  <a:lnTo>
                    <a:pt x="2011703" y="3344484"/>
                  </a:lnTo>
                  <a:lnTo>
                    <a:pt x="2011796" y="3344484"/>
                  </a:lnTo>
                  <a:lnTo>
                    <a:pt x="2011889" y="3344484"/>
                  </a:lnTo>
                  <a:lnTo>
                    <a:pt x="2011982" y="3344484"/>
                  </a:lnTo>
                  <a:lnTo>
                    <a:pt x="2012075" y="3344484"/>
                  </a:lnTo>
                  <a:lnTo>
                    <a:pt x="2012169" y="3344484"/>
                  </a:lnTo>
                  <a:lnTo>
                    <a:pt x="2012262" y="3344484"/>
                  </a:lnTo>
                  <a:lnTo>
                    <a:pt x="2012355" y="3344484"/>
                  </a:lnTo>
                  <a:lnTo>
                    <a:pt x="2012448" y="3344484"/>
                  </a:lnTo>
                  <a:lnTo>
                    <a:pt x="2012542" y="3344484"/>
                  </a:lnTo>
                  <a:lnTo>
                    <a:pt x="2012635" y="3344484"/>
                  </a:lnTo>
                  <a:lnTo>
                    <a:pt x="2012728" y="3344484"/>
                  </a:lnTo>
                  <a:lnTo>
                    <a:pt x="2012821" y="3344484"/>
                  </a:lnTo>
                  <a:lnTo>
                    <a:pt x="2012915" y="3344484"/>
                  </a:lnTo>
                  <a:lnTo>
                    <a:pt x="2013008" y="3344484"/>
                  </a:lnTo>
                  <a:lnTo>
                    <a:pt x="2013101" y="3344484"/>
                  </a:lnTo>
                  <a:lnTo>
                    <a:pt x="2013194" y="3344484"/>
                  </a:lnTo>
                  <a:lnTo>
                    <a:pt x="2013288" y="3344484"/>
                  </a:lnTo>
                  <a:lnTo>
                    <a:pt x="2013381" y="3344484"/>
                  </a:lnTo>
                  <a:lnTo>
                    <a:pt x="2013474" y="3344484"/>
                  </a:lnTo>
                  <a:lnTo>
                    <a:pt x="2013567" y="3344484"/>
                  </a:lnTo>
                  <a:lnTo>
                    <a:pt x="2013661" y="3344484"/>
                  </a:lnTo>
                  <a:lnTo>
                    <a:pt x="2013754" y="3344484"/>
                  </a:lnTo>
                  <a:lnTo>
                    <a:pt x="2013847" y="3344484"/>
                  </a:lnTo>
                  <a:lnTo>
                    <a:pt x="2013940" y="3344484"/>
                  </a:lnTo>
                  <a:lnTo>
                    <a:pt x="2014034" y="3344484"/>
                  </a:lnTo>
                  <a:lnTo>
                    <a:pt x="2014127" y="3344484"/>
                  </a:lnTo>
                  <a:lnTo>
                    <a:pt x="2014220" y="3344484"/>
                  </a:lnTo>
                  <a:lnTo>
                    <a:pt x="2014313" y="3344484"/>
                  </a:lnTo>
                  <a:lnTo>
                    <a:pt x="2014407" y="3344484"/>
                  </a:lnTo>
                  <a:lnTo>
                    <a:pt x="2014500" y="3344484"/>
                  </a:lnTo>
                  <a:lnTo>
                    <a:pt x="2014593" y="3344484"/>
                  </a:lnTo>
                  <a:lnTo>
                    <a:pt x="2014686" y="3344484"/>
                  </a:lnTo>
                  <a:lnTo>
                    <a:pt x="2014780" y="3344484"/>
                  </a:lnTo>
                  <a:lnTo>
                    <a:pt x="2014873" y="3344484"/>
                  </a:lnTo>
                  <a:lnTo>
                    <a:pt x="2014966" y="3344484"/>
                  </a:lnTo>
                  <a:lnTo>
                    <a:pt x="2015059" y="3344484"/>
                  </a:lnTo>
                  <a:lnTo>
                    <a:pt x="2015153" y="3344484"/>
                  </a:lnTo>
                  <a:lnTo>
                    <a:pt x="2015246" y="3344484"/>
                  </a:lnTo>
                  <a:lnTo>
                    <a:pt x="2015246" y="3334530"/>
                  </a:lnTo>
                  <a:lnTo>
                    <a:pt x="2015339" y="3334530"/>
                  </a:lnTo>
                  <a:lnTo>
                    <a:pt x="2015432" y="3334530"/>
                  </a:lnTo>
                  <a:lnTo>
                    <a:pt x="2015526" y="3334530"/>
                  </a:lnTo>
                  <a:lnTo>
                    <a:pt x="2015619" y="3334530"/>
                  </a:lnTo>
                  <a:lnTo>
                    <a:pt x="2015712" y="3334530"/>
                  </a:lnTo>
                  <a:lnTo>
                    <a:pt x="2015805" y="3334530"/>
                  </a:lnTo>
                  <a:lnTo>
                    <a:pt x="2015899" y="3334530"/>
                  </a:lnTo>
                  <a:lnTo>
                    <a:pt x="2015992" y="3334530"/>
                  </a:lnTo>
                  <a:lnTo>
                    <a:pt x="2016085" y="3334530"/>
                  </a:lnTo>
                  <a:lnTo>
                    <a:pt x="2016178" y="3334530"/>
                  </a:lnTo>
                  <a:lnTo>
                    <a:pt x="2016272" y="3334530"/>
                  </a:lnTo>
                  <a:lnTo>
                    <a:pt x="2016272" y="3324576"/>
                  </a:lnTo>
                  <a:lnTo>
                    <a:pt x="2016365" y="3324576"/>
                  </a:lnTo>
                  <a:lnTo>
                    <a:pt x="2016458" y="3324576"/>
                  </a:lnTo>
                  <a:lnTo>
                    <a:pt x="2016551" y="3324576"/>
                  </a:lnTo>
                  <a:lnTo>
                    <a:pt x="2016645" y="3324576"/>
                  </a:lnTo>
                  <a:lnTo>
                    <a:pt x="2016738" y="3324576"/>
                  </a:lnTo>
                  <a:lnTo>
                    <a:pt x="2016831" y="3324576"/>
                  </a:lnTo>
                  <a:lnTo>
                    <a:pt x="2016924" y="3324576"/>
                  </a:lnTo>
                  <a:lnTo>
                    <a:pt x="2017018" y="3324576"/>
                  </a:lnTo>
                  <a:lnTo>
                    <a:pt x="2017111" y="3324576"/>
                  </a:lnTo>
                  <a:lnTo>
                    <a:pt x="2017204" y="3324576"/>
                  </a:lnTo>
                  <a:lnTo>
                    <a:pt x="2017297" y="3324576"/>
                  </a:lnTo>
                  <a:lnTo>
                    <a:pt x="2017391" y="3324576"/>
                  </a:lnTo>
                  <a:lnTo>
                    <a:pt x="2017484" y="3324576"/>
                  </a:lnTo>
                  <a:lnTo>
                    <a:pt x="2017577" y="3324576"/>
                  </a:lnTo>
                  <a:lnTo>
                    <a:pt x="2017670" y="3324576"/>
                  </a:lnTo>
                  <a:lnTo>
                    <a:pt x="2017764" y="3324576"/>
                  </a:lnTo>
                  <a:lnTo>
                    <a:pt x="2017857" y="3324576"/>
                  </a:lnTo>
                  <a:lnTo>
                    <a:pt x="2017950" y="3324576"/>
                  </a:lnTo>
                  <a:lnTo>
                    <a:pt x="2018043" y="3324576"/>
                  </a:lnTo>
                  <a:lnTo>
                    <a:pt x="2018137" y="3324576"/>
                  </a:lnTo>
                  <a:lnTo>
                    <a:pt x="2018230" y="3324576"/>
                  </a:lnTo>
                  <a:lnTo>
                    <a:pt x="2018323" y="3324576"/>
                  </a:lnTo>
                  <a:lnTo>
                    <a:pt x="2018416" y="3324576"/>
                  </a:lnTo>
                  <a:lnTo>
                    <a:pt x="2018510" y="3324576"/>
                  </a:lnTo>
                  <a:lnTo>
                    <a:pt x="2018603" y="3324576"/>
                  </a:lnTo>
                  <a:lnTo>
                    <a:pt x="2018696" y="3324576"/>
                  </a:lnTo>
                  <a:lnTo>
                    <a:pt x="2018789" y="3324576"/>
                  </a:lnTo>
                  <a:lnTo>
                    <a:pt x="2018883" y="3324576"/>
                  </a:lnTo>
                  <a:lnTo>
                    <a:pt x="2018976" y="3324576"/>
                  </a:lnTo>
                  <a:lnTo>
                    <a:pt x="2019069" y="3324576"/>
                  </a:lnTo>
                  <a:lnTo>
                    <a:pt x="2019162" y="3324576"/>
                  </a:lnTo>
                  <a:lnTo>
                    <a:pt x="2019255" y="3324576"/>
                  </a:lnTo>
                  <a:lnTo>
                    <a:pt x="2019349" y="3324576"/>
                  </a:lnTo>
                  <a:lnTo>
                    <a:pt x="2019442" y="3324576"/>
                  </a:lnTo>
                  <a:lnTo>
                    <a:pt x="2019535" y="3324576"/>
                  </a:lnTo>
                  <a:lnTo>
                    <a:pt x="2019628" y="3324576"/>
                  </a:lnTo>
                  <a:lnTo>
                    <a:pt x="2019722" y="3324576"/>
                  </a:lnTo>
                  <a:lnTo>
                    <a:pt x="2019815" y="3324576"/>
                  </a:lnTo>
                  <a:lnTo>
                    <a:pt x="2019908" y="3324576"/>
                  </a:lnTo>
                  <a:lnTo>
                    <a:pt x="2020001" y="3324576"/>
                  </a:lnTo>
                  <a:lnTo>
                    <a:pt x="2020095" y="3324576"/>
                  </a:lnTo>
                  <a:lnTo>
                    <a:pt x="2020188" y="3324576"/>
                  </a:lnTo>
                  <a:lnTo>
                    <a:pt x="2020281" y="3324576"/>
                  </a:lnTo>
                  <a:lnTo>
                    <a:pt x="2020374" y="3324576"/>
                  </a:lnTo>
                  <a:lnTo>
                    <a:pt x="2020468" y="3324576"/>
                  </a:lnTo>
                  <a:lnTo>
                    <a:pt x="2020561" y="3324576"/>
                  </a:lnTo>
                  <a:lnTo>
                    <a:pt x="2020654" y="3324576"/>
                  </a:lnTo>
                  <a:lnTo>
                    <a:pt x="2020747" y="3324576"/>
                  </a:lnTo>
                  <a:lnTo>
                    <a:pt x="2020841" y="3324576"/>
                  </a:lnTo>
                  <a:lnTo>
                    <a:pt x="2020934" y="3324576"/>
                  </a:lnTo>
                  <a:lnTo>
                    <a:pt x="2021027" y="3324576"/>
                  </a:lnTo>
                  <a:lnTo>
                    <a:pt x="2021120" y="3324576"/>
                  </a:lnTo>
                  <a:lnTo>
                    <a:pt x="2021214" y="3324576"/>
                  </a:lnTo>
                  <a:lnTo>
                    <a:pt x="2021307" y="3324576"/>
                  </a:lnTo>
                  <a:lnTo>
                    <a:pt x="2021400" y="3324576"/>
                  </a:lnTo>
                  <a:lnTo>
                    <a:pt x="2021493" y="3324576"/>
                  </a:lnTo>
                  <a:lnTo>
                    <a:pt x="2021587" y="3324576"/>
                  </a:lnTo>
                  <a:lnTo>
                    <a:pt x="2021680" y="3324576"/>
                  </a:lnTo>
                  <a:lnTo>
                    <a:pt x="2021773" y="3324576"/>
                  </a:lnTo>
                  <a:lnTo>
                    <a:pt x="2021866" y="3324576"/>
                  </a:lnTo>
                  <a:lnTo>
                    <a:pt x="2021960" y="3324576"/>
                  </a:lnTo>
                  <a:lnTo>
                    <a:pt x="2022053" y="3324576"/>
                  </a:lnTo>
                  <a:lnTo>
                    <a:pt x="2022146" y="3324576"/>
                  </a:lnTo>
                  <a:lnTo>
                    <a:pt x="2022239" y="3324576"/>
                  </a:lnTo>
                  <a:lnTo>
                    <a:pt x="2022333" y="3324576"/>
                  </a:lnTo>
                  <a:lnTo>
                    <a:pt x="2022426" y="3324576"/>
                  </a:lnTo>
                  <a:lnTo>
                    <a:pt x="2022519" y="3324576"/>
                  </a:lnTo>
                  <a:lnTo>
                    <a:pt x="2022612" y="3324576"/>
                  </a:lnTo>
                  <a:lnTo>
                    <a:pt x="2022706" y="3324576"/>
                  </a:lnTo>
                  <a:lnTo>
                    <a:pt x="2022799" y="3324576"/>
                  </a:lnTo>
                  <a:lnTo>
                    <a:pt x="2022892" y="3324576"/>
                  </a:lnTo>
                  <a:lnTo>
                    <a:pt x="2022985" y="3324576"/>
                  </a:lnTo>
                  <a:lnTo>
                    <a:pt x="2023079" y="3324576"/>
                  </a:lnTo>
                  <a:lnTo>
                    <a:pt x="2023172" y="3324576"/>
                  </a:lnTo>
                  <a:lnTo>
                    <a:pt x="2023265" y="3324576"/>
                  </a:lnTo>
                  <a:lnTo>
                    <a:pt x="2023358" y="3324576"/>
                  </a:lnTo>
                  <a:lnTo>
                    <a:pt x="2023452" y="3324576"/>
                  </a:lnTo>
                  <a:lnTo>
                    <a:pt x="2023545" y="3324576"/>
                  </a:lnTo>
                  <a:lnTo>
                    <a:pt x="2023638" y="3324576"/>
                  </a:lnTo>
                  <a:lnTo>
                    <a:pt x="2023731" y="3324576"/>
                  </a:lnTo>
                  <a:lnTo>
                    <a:pt x="2023825" y="3324576"/>
                  </a:lnTo>
                  <a:lnTo>
                    <a:pt x="2023918" y="3324576"/>
                  </a:lnTo>
                  <a:lnTo>
                    <a:pt x="2024011" y="3324576"/>
                  </a:lnTo>
                  <a:lnTo>
                    <a:pt x="2024104" y="3324576"/>
                  </a:lnTo>
                  <a:lnTo>
                    <a:pt x="2024198" y="3324576"/>
                  </a:lnTo>
                  <a:lnTo>
                    <a:pt x="2024291" y="3324576"/>
                  </a:lnTo>
                  <a:lnTo>
                    <a:pt x="2024291" y="3314622"/>
                  </a:lnTo>
                  <a:lnTo>
                    <a:pt x="2024384" y="3314622"/>
                  </a:lnTo>
                  <a:lnTo>
                    <a:pt x="2024477" y="3314622"/>
                  </a:lnTo>
                  <a:lnTo>
                    <a:pt x="2024571" y="3314622"/>
                  </a:lnTo>
                  <a:lnTo>
                    <a:pt x="2024664" y="3314622"/>
                  </a:lnTo>
                  <a:lnTo>
                    <a:pt x="2024757" y="3314622"/>
                  </a:lnTo>
                  <a:lnTo>
                    <a:pt x="2024850" y="3314622"/>
                  </a:lnTo>
                  <a:lnTo>
                    <a:pt x="2024944" y="3314622"/>
                  </a:lnTo>
                  <a:lnTo>
                    <a:pt x="2025037" y="3314622"/>
                  </a:lnTo>
                  <a:lnTo>
                    <a:pt x="2025130" y="3314622"/>
                  </a:lnTo>
                  <a:lnTo>
                    <a:pt x="2025223" y="3314622"/>
                  </a:lnTo>
                  <a:lnTo>
                    <a:pt x="2025317" y="3314622"/>
                  </a:lnTo>
                  <a:lnTo>
                    <a:pt x="2025410" y="3314622"/>
                  </a:lnTo>
                  <a:lnTo>
                    <a:pt x="2025503" y="3314622"/>
                  </a:lnTo>
                  <a:lnTo>
                    <a:pt x="2025596" y="3314622"/>
                  </a:lnTo>
                  <a:lnTo>
                    <a:pt x="2025690" y="3314622"/>
                  </a:lnTo>
                  <a:lnTo>
                    <a:pt x="2025783" y="3314622"/>
                  </a:lnTo>
                  <a:lnTo>
                    <a:pt x="2025876" y="3314622"/>
                  </a:lnTo>
                  <a:lnTo>
                    <a:pt x="2025969" y="3314622"/>
                  </a:lnTo>
                  <a:lnTo>
                    <a:pt x="2026062" y="3314622"/>
                  </a:lnTo>
                  <a:lnTo>
                    <a:pt x="2026156" y="3314622"/>
                  </a:lnTo>
                  <a:lnTo>
                    <a:pt x="2026249" y="3314622"/>
                  </a:lnTo>
                  <a:lnTo>
                    <a:pt x="2026342" y="3314622"/>
                  </a:lnTo>
                  <a:lnTo>
                    <a:pt x="2026435" y="3314622"/>
                  </a:lnTo>
                  <a:lnTo>
                    <a:pt x="2026529" y="3314622"/>
                  </a:lnTo>
                  <a:lnTo>
                    <a:pt x="2026622" y="3314622"/>
                  </a:lnTo>
                  <a:lnTo>
                    <a:pt x="2026715" y="3314622"/>
                  </a:lnTo>
                  <a:lnTo>
                    <a:pt x="2026808" y="3314622"/>
                  </a:lnTo>
                  <a:lnTo>
                    <a:pt x="2026902" y="3314622"/>
                  </a:lnTo>
                  <a:lnTo>
                    <a:pt x="2026995" y="3314622"/>
                  </a:lnTo>
                  <a:lnTo>
                    <a:pt x="2027088" y="3314622"/>
                  </a:lnTo>
                  <a:lnTo>
                    <a:pt x="2027181" y="3314622"/>
                  </a:lnTo>
                  <a:lnTo>
                    <a:pt x="2027275" y="3314622"/>
                  </a:lnTo>
                  <a:lnTo>
                    <a:pt x="2027368" y="3314622"/>
                  </a:lnTo>
                  <a:lnTo>
                    <a:pt x="2027461" y="3314622"/>
                  </a:lnTo>
                  <a:lnTo>
                    <a:pt x="2027554" y="3314622"/>
                  </a:lnTo>
                  <a:lnTo>
                    <a:pt x="2027648" y="3314622"/>
                  </a:lnTo>
                  <a:lnTo>
                    <a:pt x="2027741" y="3314622"/>
                  </a:lnTo>
                  <a:lnTo>
                    <a:pt x="2027834" y="3314622"/>
                  </a:lnTo>
                  <a:lnTo>
                    <a:pt x="2027927" y="3314622"/>
                  </a:lnTo>
                  <a:lnTo>
                    <a:pt x="2028021" y="3314622"/>
                  </a:lnTo>
                  <a:lnTo>
                    <a:pt x="2028114" y="3314622"/>
                  </a:lnTo>
                  <a:lnTo>
                    <a:pt x="2028207" y="3314622"/>
                  </a:lnTo>
                  <a:lnTo>
                    <a:pt x="2028300" y="3314622"/>
                  </a:lnTo>
                  <a:lnTo>
                    <a:pt x="2028394" y="3314622"/>
                  </a:lnTo>
                  <a:lnTo>
                    <a:pt x="2028487" y="3314622"/>
                  </a:lnTo>
                  <a:lnTo>
                    <a:pt x="2028580" y="3314622"/>
                  </a:lnTo>
                  <a:lnTo>
                    <a:pt x="2028673" y="3314622"/>
                  </a:lnTo>
                  <a:lnTo>
                    <a:pt x="2028767" y="3314622"/>
                  </a:lnTo>
                  <a:lnTo>
                    <a:pt x="2028860" y="3314622"/>
                  </a:lnTo>
                  <a:lnTo>
                    <a:pt x="2028953" y="3314622"/>
                  </a:lnTo>
                  <a:lnTo>
                    <a:pt x="2029046" y="3314622"/>
                  </a:lnTo>
                  <a:lnTo>
                    <a:pt x="2029140" y="3314622"/>
                  </a:lnTo>
                  <a:lnTo>
                    <a:pt x="2029233" y="3314622"/>
                  </a:lnTo>
                  <a:lnTo>
                    <a:pt x="2029326" y="3314622"/>
                  </a:lnTo>
                  <a:lnTo>
                    <a:pt x="2029419" y="3314622"/>
                  </a:lnTo>
                  <a:lnTo>
                    <a:pt x="2029513" y="3314622"/>
                  </a:lnTo>
                  <a:lnTo>
                    <a:pt x="2029606" y="3314622"/>
                  </a:lnTo>
                  <a:lnTo>
                    <a:pt x="2029699" y="3314622"/>
                  </a:lnTo>
                  <a:lnTo>
                    <a:pt x="2029792" y="3314622"/>
                  </a:lnTo>
                  <a:lnTo>
                    <a:pt x="2029886" y="3314622"/>
                  </a:lnTo>
                  <a:lnTo>
                    <a:pt x="2029979" y="3314622"/>
                  </a:lnTo>
                  <a:lnTo>
                    <a:pt x="2030072" y="3314622"/>
                  </a:lnTo>
                  <a:lnTo>
                    <a:pt x="2030165" y="3314622"/>
                  </a:lnTo>
                  <a:lnTo>
                    <a:pt x="2030259" y="3314622"/>
                  </a:lnTo>
                  <a:lnTo>
                    <a:pt x="2030352" y="3314622"/>
                  </a:lnTo>
                  <a:lnTo>
                    <a:pt x="2030445" y="3314622"/>
                  </a:lnTo>
                  <a:lnTo>
                    <a:pt x="2030538" y="3314622"/>
                  </a:lnTo>
                  <a:lnTo>
                    <a:pt x="2030632" y="3314622"/>
                  </a:lnTo>
                  <a:lnTo>
                    <a:pt x="2030725" y="3314622"/>
                  </a:lnTo>
                  <a:lnTo>
                    <a:pt x="2030818" y="3314622"/>
                  </a:lnTo>
                  <a:lnTo>
                    <a:pt x="2030911" y="3314622"/>
                  </a:lnTo>
                  <a:lnTo>
                    <a:pt x="2031005" y="3314622"/>
                  </a:lnTo>
                  <a:lnTo>
                    <a:pt x="2031098" y="3314622"/>
                  </a:lnTo>
                  <a:lnTo>
                    <a:pt x="2031191" y="3314622"/>
                  </a:lnTo>
                  <a:lnTo>
                    <a:pt x="2031284" y="3314622"/>
                  </a:lnTo>
                  <a:lnTo>
                    <a:pt x="2031378" y="3314622"/>
                  </a:lnTo>
                  <a:lnTo>
                    <a:pt x="2031471" y="3314622"/>
                  </a:lnTo>
                  <a:lnTo>
                    <a:pt x="2031564" y="3314622"/>
                  </a:lnTo>
                  <a:lnTo>
                    <a:pt x="2031657" y="3314622"/>
                  </a:lnTo>
                  <a:lnTo>
                    <a:pt x="2031751" y="3314622"/>
                  </a:lnTo>
                  <a:lnTo>
                    <a:pt x="2031844" y="3314622"/>
                  </a:lnTo>
                  <a:lnTo>
                    <a:pt x="2031937" y="3314622"/>
                  </a:lnTo>
                  <a:lnTo>
                    <a:pt x="2032030" y="3314622"/>
                  </a:lnTo>
                  <a:lnTo>
                    <a:pt x="2032124" y="3314622"/>
                  </a:lnTo>
                  <a:lnTo>
                    <a:pt x="2032217" y="3314622"/>
                  </a:lnTo>
                  <a:lnTo>
                    <a:pt x="2032310" y="3314622"/>
                  </a:lnTo>
                  <a:lnTo>
                    <a:pt x="2032403" y="3314622"/>
                  </a:lnTo>
                  <a:lnTo>
                    <a:pt x="2032497" y="3314622"/>
                  </a:lnTo>
                  <a:lnTo>
                    <a:pt x="2032590" y="3314622"/>
                  </a:lnTo>
                  <a:lnTo>
                    <a:pt x="2032683" y="3314622"/>
                  </a:lnTo>
                  <a:lnTo>
                    <a:pt x="2032776" y="3314622"/>
                  </a:lnTo>
                  <a:lnTo>
                    <a:pt x="2032869" y="3314622"/>
                  </a:lnTo>
                  <a:lnTo>
                    <a:pt x="2032963" y="3314622"/>
                  </a:lnTo>
                  <a:lnTo>
                    <a:pt x="2033056" y="3314622"/>
                  </a:lnTo>
                  <a:lnTo>
                    <a:pt x="2033149" y="3314622"/>
                  </a:lnTo>
                  <a:lnTo>
                    <a:pt x="2033242" y="3314622"/>
                  </a:lnTo>
                  <a:lnTo>
                    <a:pt x="2033336" y="3314622"/>
                  </a:lnTo>
                  <a:lnTo>
                    <a:pt x="2033429" y="3314622"/>
                  </a:lnTo>
                  <a:lnTo>
                    <a:pt x="2033522" y="3314622"/>
                  </a:lnTo>
                  <a:lnTo>
                    <a:pt x="2033615" y="3314622"/>
                  </a:lnTo>
                  <a:lnTo>
                    <a:pt x="2033709" y="3314622"/>
                  </a:lnTo>
                  <a:lnTo>
                    <a:pt x="2033802" y="3314622"/>
                  </a:lnTo>
                  <a:lnTo>
                    <a:pt x="2033895" y="3314622"/>
                  </a:lnTo>
                  <a:lnTo>
                    <a:pt x="2033988" y="3314622"/>
                  </a:lnTo>
                  <a:lnTo>
                    <a:pt x="2034082" y="3314622"/>
                  </a:lnTo>
                  <a:lnTo>
                    <a:pt x="2034175" y="3314622"/>
                  </a:lnTo>
                  <a:lnTo>
                    <a:pt x="2034268" y="3314622"/>
                  </a:lnTo>
                  <a:lnTo>
                    <a:pt x="2034361" y="3314622"/>
                  </a:lnTo>
                  <a:lnTo>
                    <a:pt x="2034455" y="3314622"/>
                  </a:lnTo>
                  <a:lnTo>
                    <a:pt x="2034548" y="3314622"/>
                  </a:lnTo>
                  <a:lnTo>
                    <a:pt x="2034548" y="3304669"/>
                  </a:lnTo>
                  <a:lnTo>
                    <a:pt x="2034641" y="3304669"/>
                  </a:lnTo>
                  <a:lnTo>
                    <a:pt x="2034734" y="3304669"/>
                  </a:lnTo>
                  <a:lnTo>
                    <a:pt x="2034828" y="3304669"/>
                  </a:lnTo>
                  <a:lnTo>
                    <a:pt x="2034921" y="3304669"/>
                  </a:lnTo>
                  <a:lnTo>
                    <a:pt x="2035014" y="3304669"/>
                  </a:lnTo>
                  <a:lnTo>
                    <a:pt x="2035107" y="3304669"/>
                  </a:lnTo>
                  <a:lnTo>
                    <a:pt x="2035201" y="3304669"/>
                  </a:lnTo>
                  <a:lnTo>
                    <a:pt x="2035294" y="3304669"/>
                  </a:lnTo>
                  <a:lnTo>
                    <a:pt x="2035294" y="3294715"/>
                  </a:lnTo>
                  <a:lnTo>
                    <a:pt x="2035387" y="3294715"/>
                  </a:lnTo>
                  <a:lnTo>
                    <a:pt x="2035480" y="3294715"/>
                  </a:lnTo>
                  <a:lnTo>
                    <a:pt x="2035574" y="3294715"/>
                  </a:lnTo>
                  <a:lnTo>
                    <a:pt x="2035667" y="3294715"/>
                  </a:lnTo>
                  <a:lnTo>
                    <a:pt x="2035760" y="3294715"/>
                  </a:lnTo>
                  <a:lnTo>
                    <a:pt x="2035853" y="3294715"/>
                  </a:lnTo>
                  <a:lnTo>
                    <a:pt x="2035947" y="3294715"/>
                  </a:lnTo>
                  <a:lnTo>
                    <a:pt x="2036040" y="3294715"/>
                  </a:lnTo>
                  <a:lnTo>
                    <a:pt x="2036133" y="3294715"/>
                  </a:lnTo>
                  <a:lnTo>
                    <a:pt x="2036226" y="3294715"/>
                  </a:lnTo>
                  <a:lnTo>
                    <a:pt x="2036320" y="3294715"/>
                  </a:lnTo>
                  <a:lnTo>
                    <a:pt x="2036413" y="3294715"/>
                  </a:lnTo>
                  <a:lnTo>
                    <a:pt x="2036506" y="3294715"/>
                  </a:lnTo>
                  <a:lnTo>
                    <a:pt x="2036599" y="3294715"/>
                  </a:lnTo>
                  <a:lnTo>
                    <a:pt x="2036693" y="3294715"/>
                  </a:lnTo>
                  <a:lnTo>
                    <a:pt x="2036786" y="3294715"/>
                  </a:lnTo>
                  <a:lnTo>
                    <a:pt x="2036879" y="3294715"/>
                  </a:lnTo>
                  <a:lnTo>
                    <a:pt x="2036972" y="3294715"/>
                  </a:lnTo>
                  <a:lnTo>
                    <a:pt x="2037066" y="3294715"/>
                  </a:lnTo>
                  <a:lnTo>
                    <a:pt x="2037159" y="3294715"/>
                  </a:lnTo>
                  <a:lnTo>
                    <a:pt x="2037252" y="3294715"/>
                  </a:lnTo>
                  <a:lnTo>
                    <a:pt x="2037345" y="3294715"/>
                  </a:lnTo>
                  <a:lnTo>
                    <a:pt x="2037439" y="3294715"/>
                  </a:lnTo>
                  <a:lnTo>
                    <a:pt x="2037532" y="3294715"/>
                  </a:lnTo>
                  <a:lnTo>
                    <a:pt x="2037625" y="3294715"/>
                  </a:lnTo>
                  <a:lnTo>
                    <a:pt x="2037718" y="3294715"/>
                  </a:lnTo>
                  <a:lnTo>
                    <a:pt x="2037812" y="3294715"/>
                  </a:lnTo>
                  <a:lnTo>
                    <a:pt x="2037905" y="3294715"/>
                  </a:lnTo>
                  <a:lnTo>
                    <a:pt x="2037998" y="3294715"/>
                  </a:lnTo>
                  <a:lnTo>
                    <a:pt x="2038091" y="3294715"/>
                  </a:lnTo>
                  <a:lnTo>
                    <a:pt x="2038185" y="3294715"/>
                  </a:lnTo>
                  <a:lnTo>
                    <a:pt x="2038278" y="3294715"/>
                  </a:lnTo>
                  <a:lnTo>
                    <a:pt x="2038371" y="3294715"/>
                  </a:lnTo>
                  <a:lnTo>
                    <a:pt x="2038464" y="3294715"/>
                  </a:lnTo>
                  <a:lnTo>
                    <a:pt x="2038558" y="3294715"/>
                  </a:lnTo>
                  <a:lnTo>
                    <a:pt x="2038651" y="3294715"/>
                  </a:lnTo>
                  <a:lnTo>
                    <a:pt x="2038744" y="3294715"/>
                  </a:lnTo>
                  <a:lnTo>
                    <a:pt x="2038837" y="3294715"/>
                  </a:lnTo>
                  <a:lnTo>
                    <a:pt x="2038931" y="3294715"/>
                  </a:lnTo>
                  <a:lnTo>
                    <a:pt x="2039024" y="3294715"/>
                  </a:lnTo>
                  <a:lnTo>
                    <a:pt x="2039117" y="3294715"/>
                  </a:lnTo>
                  <a:lnTo>
                    <a:pt x="2039210" y="3294715"/>
                  </a:lnTo>
                  <a:lnTo>
                    <a:pt x="2039304" y="3294715"/>
                  </a:lnTo>
                  <a:lnTo>
                    <a:pt x="2039304" y="3284761"/>
                  </a:lnTo>
                  <a:lnTo>
                    <a:pt x="2039397" y="3284761"/>
                  </a:lnTo>
                  <a:lnTo>
                    <a:pt x="2039490" y="3284761"/>
                  </a:lnTo>
                  <a:lnTo>
                    <a:pt x="2039583" y="3284761"/>
                  </a:lnTo>
                  <a:lnTo>
                    <a:pt x="2039677" y="3284761"/>
                  </a:lnTo>
                  <a:lnTo>
                    <a:pt x="2039770" y="3284761"/>
                  </a:lnTo>
                  <a:lnTo>
                    <a:pt x="2039863" y="3284761"/>
                  </a:lnTo>
                  <a:lnTo>
                    <a:pt x="2039956" y="3284761"/>
                  </a:lnTo>
                  <a:lnTo>
                    <a:pt x="2040049" y="3284761"/>
                  </a:lnTo>
                  <a:lnTo>
                    <a:pt x="2040143" y="3284761"/>
                  </a:lnTo>
                  <a:lnTo>
                    <a:pt x="2040236" y="3284761"/>
                  </a:lnTo>
                  <a:lnTo>
                    <a:pt x="2040329" y="3284761"/>
                  </a:lnTo>
                  <a:lnTo>
                    <a:pt x="2040422" y="3284761"/>
                  </a:lnTo>
                  <a:lnTo>
                    <a:pt x="2040516" y="3284761"/>
                  </a:lnTo>
                  <a:lnTo>
                    <a:pt x="2040609" y="3284761"/>
                  </a:lnTo>
                  <a:lnTo>
                    <a:pt x="2040702" y="3284761"/>
                  </a:lnTo>
                  <a:lnTo>
                    <a:pt x="2040795" y="3284761"/>
                  </a:lnTo>
                  <a:lnTo>
                    <a:pt x="2040889" y="3284761"/>
                  </a:lnTo>
                  <a:lnTo>
                    <a:pt x="2040982" y="3284761"/>
                  </a:lnTo>
                  <a:lnTo>
                    <a:pt x="2041075" y="3284761"/>
                  </a:lnTo>
                  <a:lnTo>
                    <a:pt x="2041168" y="3284761"/>
                  </a:lnTo>
                  <a:lnTo>
                    <a:pt x="2041262" y="3284761"/>
                  </a:lnTo>
                  <a:lnTo>
                    <a:pt x="2041355" y="3284761"/>
                  </a:lnTo>
                  <a:lnTo>
                    <a:pt x="2041448" y="3284761"/>
                  </a:lnTo>
                  <a:lnTo>
                    <a:pt x="2041541" y="3284761"/>
                  </a:lnTo>
                  <a:lnTo>
                    <a:pt x="2041635" y="3284761"/>
                  </a:lnTo>
                  <a:lnTo>
                    <a:pt x="2041728" y="3284761"/>
                  </a:lnTo>
                  <a:lnTo>
                    <a:pt x="2041821" y="3284761"/>
                  </a:lnTo>
                  <a:lnTo>
                    <a:pt x="2041914" y="3284761"/>
                  </a:lnTo>
                  <a:lnTo>
                    <a:pt x="2042008" y="3284761"/>
                  </a:lnTo>
                  <a:lnTo>
                    <a:pt x="2042101" y="3284761"/>
                  </a:lnTo>
                  <a:lnTo>
                    <a:pt x="2042194" y="3284761"/>
                  </a:lnTo>
                  <a:lnTo>
                    <a:pt x="2042287" y="3284761"/>
                  </a:lnTo>
                  <a:lnTo>
                    <a:pt x="2042381" y="3284761"/>
                  </a:lnTo>
                  <a:lnTo>
                    <a:pt x="2042474" y="3284761"/>
                  </a:lnTo>
                  <a:lnTo>
                    <a:pt x="2042567" y="3284761"/>
                  </a:lnTo>
                  <a:lnTo>
                    <a:pt x="2042660" y="3284761"/>
                  </a:lnTo>
                  <a:lnTo>
                    <a:pt x="2042754" y="3284761"/>
                  </a:lnTo>
                  <a:lnTo>
                    <a:pt x="2042847" y="3284761"/>
                  </a:lnTo>
                  <a:lnTo>
                    <a:pt x="2042940" y="3284761"/>
                  </a:lnTo>
                  <a:lnTo>
                    <a:pt x="2043033" y="3284761"/>
                  </a:lnTo>
                  <a:lnTo>
                    <a:pt x="2043127" y="3284761"/>
                  </a:lnTo>
                  <a:lnTo>
                    <a:pt x="2043220" y="3284761"/>
                  </a:lnTo>
                  <a:lnTo>
                    <a:pt x="2043313" y="3284761"/>
                  </a:lnTo>
                  <a:lnTo>
                    <a:pt x="2043406" y="3284761"/>
                  </a:lnTo>
                  <a:lnTo>
                    <a:pt x="2043500" y="3284761"/>
                  </a:lnTo>
                  <a:lnTo>
                    <a:pt x="2043593" y="3284761"/>
                  </a:lnTo>
                  <a:lnTo>
                    <a:pt x="2043686" y="3284761"/>
                  </a:lnTo>
                  <a:lnTo>
                    <a:pt x="2043779" y="3284761"/>
                  </a:lnTo>
                  <a:lnTo>
                    <a:pt x="2043873" y="3284761"/>
                  </a:lnTo>
                  <a:lnTo>
                    <a:pt x="2043966" y="3284761"/>
                  </a:lnTo>
                  <a:lnTo>
                    <a:pt x="2044059" y="3284761"/>
                  </a:lnTo>
                  <a:lnTo>
                    <a:pt x="2044152" y="3284761"/>
                  </a:lnTo>
                  <a:lnTo>
                    <a:pt x="2044246" y="3284761"/>
                  </a:lnTo>
                  <a:lnTo>
                    <a:pt x="2044339" y="3284761"/>
                  </a:lnTo>
                  <a:lnTo>
                    <a:pt x="2044432" y="3284761"/>
                  </a:lnTo>
                  <a:lnTo>
                    <a:pt x="2044525" y="3284761"/>
                  </a:lnTo>
                  <a:lnTo>
                    <a:pt x="2044619" y="3284761"/>
                  </a:lnTo>
                  <a:lnTo>
                    <a:pt x="2044712" y="3284761"/>
                  </a:lnTo>
                  <a:lnTo>
                    <a:pt x="2044712" y="3274807"/>
                  </a:lnTo>
                  <a:lnTo>
                    <a:pt x="2044805" y="3274807"/>
                  </a:lnTo>
                  <a:lnTo>
                    <a:pt x="2044898" y="3274807"/>
                  </a:lnTo>
                  <a:lnTo>
                    <a:pt x="2044992" y="3274807"/>
                  </a:lnTo>
                  <a:lnTo>
                    <a:pt x="2045085" y="3274807"/>
                  </a:lnTo>
                  <a:lnTo>
                    <a:pt x="2045178" y="3274807"/>
                  </a:lnTo>
                  <a:lnTo>
                    <a:pt x="2045271" y="3274807"/>
                  </a:lnTo>
                  <a:lnTo>
                    <a:pt x="2045365" y="3274807"/>
                  </a:lnTo>
                  <a:lnTo>
                    <a:pt x="2045458" y="3274807"/>
                  </a:lnTo>
                  <a:lnTo>
                    <a:pt x="2045551" y="3274807"/>
                  </a:lnTo>
                  <a:lnTo>
                    <a:pt x="2045644" y="3274807"/>
                  </a:lnTo>
                  <a:lnTo>
                    <a:pt x="2045738" y="3274807"/>
                  </a:lnTo>
                  <a:lnTo>
                    <a:pt x="2045831" y="3274807"/>
                  </a:lnTo>
                  <a:lnTo>
                    <a:pt x="2045924" y="3274807"/>
                  </a:lnTo>
                  <a:lnTo>
                    <a:pt x="2046017" y="3274807"/>
                  </a:lnTo>
                  <a:lnTo>
                    <a:pt x="2046111" y="3274807"/>
                  </a:lnTo>
                  <a:lnTo>
                    <a:pt x="2046204" y="3274807"/>
                  </a:lnTo>
                  <a:lnTo>
                    <a:pt x="2046297" y="3274807"/>
                  </a:lnTo>
                  <a:lnTo>
                    <a:pt x="2046390" y="3274807"/>
                  </a:lnTo>
                  <a:lnTo>
                    <a:pt x="2046484" y="3274807"/>
                  </a:lnTo>
                  <a:lnTo>
                    <a:pt x="2046577" y="3274807"/>
                  </a:lnTo>
                  <a:lnTo>
                    <a:pt x="2046670" y="3274807"/>
                  </a:lnTo>
                  <a:lnTo>
                    <a:pt x="2046763" y="3274807"/>
                  </a:lnTo>
                  <a:lnTo>
                    <a:pt x="2046856" y="3274807"/>
                  </a:lnTo>
                  <a:lnTo>
                    <a:pt x="2046950" y="3274807"/>
                  </a:lnTo>
                  <a:lnTo>
                    <a:pt x="2047043" y="3274807"/>
                  </a:lnTo>
                  <a:lnTo>
                    <a:pt x="2047136" y="3274807"/>
                  </a:lnTo>
                  <a:lnTo>
                    <a:pt x="2047229" y="3274807"/>
                  </a:lnTo>
                  <a:lnTo>
                    <a:pt x="2047323" y="3274807"/>
                  </a:lnTo>
                  <a:lnTo>
                    <a:pt x="2047416" y="3274807"/>
                  </a:lnTo>
                  <a:lnTo>
                    <a:pt x="2047509" y="3274807"/>
                  </a:lnTo>
                  <a:lnTo>
                    <a:pt x="2047602" y="3274807"/>
                  </a:lnTo>
                  <a:lnTo>
                    <a:pt x="2047696" y="3274807"/>
                  </a:lnTo>
                  <a:lnTo>
                    <a:pt x="2047789" y="3274807"/>
                  </a:lnTo>
                  <a:lnTo>
                    <a:pt x="2047882" y="3274807"/>
                  </a:lnTo>
                  <a:lnTo>
                    <a:pt x="2047975" y="3274807"/>
                  </a:lnTo>
                  <a:lnTo>
                    <a:pt x="2048069" y="3274807"/>
                  </a:lnTo>
                  <a:lnTo>
                    <a:pt x="2048162" y="3274807"/>
                  </a:lnTo>
                  <a:lnTo>
                    <a:pt x="2048255" y="3274807"/>
                  </a:lnTo>
                  <a:lnTo>
                    <a:pt x="2048348" y="3274807"/>
                  </a:lnTo>
                  <a:lnTo>
                    <a:pt x="2048442" y="3274807"/>
                  </a:lnTo>
                  <a:lnTo>
                    <a:pt x="2048535" y="3274807"/>
                  </a:lnTo>
                  <a:lnTo>
                    <a:pt x="2048628" y="3274807"/>
                  </a:lnTo>
                  <a:lnTo>
                    <a:pt x="2048721" y="3274807"/>
                  </a:lnTo>
                  <a:lnTo>
                    <a:pt x="2048815" y="3274807"/>
                  </a:lnTo>
                  <a:lnTo>
                    <a:pt x="2048908" y="3274807"/>
                  </a:lnTo>
                  <a:lnTo>
                    <a:pt x="2049001" y="3274807"/>
                  </a:lnTo>
                  <a:lnTo>
                    <a:pt x="2049094" y="3274807"/>
                  </a:lnTo>
                  <a:lnTo>
                    <a:pt x="2049188" y="3274807"/>
                  </a:lnTo>
                  <a:lnTo>
                    <a:pt x="2049281" y="3274807"/>
                  </a:lnTo>
                  <a:lnTo>
                    <a:pt x="2049374" y="3274807"/>
                  </a:lnTo>
                  <a:lnTo>
                    <a:pt x="2049467" y="3274807"/>
                  </a:lnTo>
                  <a:lnTo>
                    <a:pt x="2049561" y="3274807"/>
                  </a:lnTo>
                  <a:lnTo>
                    <a:pt x="2049654" y="3274807"/>
                  </a:lnTo>
                  <a:lnTo>
                    <a:pt x="2049747" y="3274807"/>
                  </a:lnTo>
                  <a:lnTo>
                    <a:pt x="2049840" y="3274807"/>
                  </a:lnTo>
                  <a:lnTo>
                    <a:pt x="2049934" y="3274807"/>
                  </a:lnTo>
                  <a:lnTo>
                    <a:pt x="2050027" y="3274807"/>
                  </a:lnTo>
                  <a:lnTo>
                    <a:pt x="2050120" y="3274807"/>
                  </a:lnTo>
                  <a:lnTo>
                    <a:pt x="2050213" y="3274807"/>
                  </a:lnTo>
                  <a:lnTo>
                    <a:pt x="2050307" y="3274807"/>
                  </a:lnTo>
                  <a:lnTo>
                    <a:pt x="2050400" y="3274807"/>
                  </a:lnTo>
                  <a:lnTo>
                    <a:pt x="2050493" y="3274807"/>
                  </a:lnTo>
                  <a:lnTo>
                    <a:pt x="2050586" y="3274807"/>
                  </a:lnTo>
                  <a:lnTo>
                    <a:pt x="2050680" y="3274807"/>
                  </a:lnTo>
                  <a:lnTo>
                    <a:pt x="2050773" y="3274807"/>
                  </a:lnTo>
                  <a:lnTo>
                    <a:pt x="2050866" y="3274807"/>
                  </a:lnTo>
                  <a:lnTo>
                    <a:pt x="2050959" y="3274807"/>
                  </a:lnTo>
                  <a:lnTo>
                    <a:pt x="2051053" y="3274807"/>
                  </a:lnTo>
                  <a:lnTo>
                    <a:pt x="2051146" y="3274807"/>
                  </a:lnTo>
                  <a:lnTo>
                    <a:pt x="2051239" y="3274807"/>
                  </a:lnTo>
                  <a:lnTo>
                    <a:pt x="2051332" y="3274807"/>
                  </a:lnTo>
                  <a:lnTo>
                    <a:pt x="2051426" y="3274807"/>
                  </a:lnTo>
                  <a:lnTo>
                    <a:pt x="2051519" y="3274807"/>
                  </a:lnTo>
                  <a:lnTo>
                    <a:pt x="2051612" y="3274807"/>
                  </a:lnTo>
                  <a:lnTo>
                    <a:pt x="2051705" y="3274807"/>
                  </a:lnTo>
                  <a:lnTo>
                    <a:pt x="2051799" y="3274807"/>
                  </a:lnTo>
                  <a:lnTo>
                    <a:pt x="2051892" y="3274807"/>
                  </a:lnTo>
                  <a:lnTo>
                    <a:pt x="2051985" y="3274807"/>
                  </a:lnTo>
                  <a:lnTo>
                    <a:pt x="2052078" y="3274807"/>
                  </a:lnTo>
                  <a:lnTo>
                    <a:pt x="2052172" y="3274807"/>
                  </a:lnTo>
                  <a:lnTo>
                    <a:pt x="2052265" y="3274807"/>
                  </a:lnTo>
                  <a:lnTo>
                    <a:pt x="2052358" y="3274807"/>
                  </a:lnTo>
                  <a:lnTo>
                    <a:pt x="2052451" y="3274807"/>
                  </a:lnTo>
                  <a:lnTo>
                    <a:pt x="2052545" y="3274807"/>
                  </a:lnTo>
                  <a:lnTo>
                    <a:pt x="2052638" y="3274807"/>
                  </a:lnTo>
                  <a:lnTo>
                    <a:pt x="2052731" y="3274807"/>
                  </a:lnTo>
                  <a:lnTo>
                    <a:pt x="2052824" y="3274807"/>
                  </a:lnTo>
                  <a:lnTo>
                    <a:pt x="2052918" y="3274807"/>
                  </a:lnTo>
                  <a:lnTo>
                    <a:pt x="2053011" y="3274807"/>
                  </a:lnTo>
                  <a:lnTo>
                    <a:pt x="2053104" y="3274807"/>
                  </a:lnTo>
                  <a:lnTo>
                    <a:pt x="2053197" y="3274807"/>
                  </a:lnTo>
                  <a:lnTo>
                    <a:pt x="2053291" y="3274807"/>
                  </a:lnTo>
                  <a:lnTo>
                    <a:pt x="2053384" y="3274807"/>
                  </a:lnTo>
                  <a:lnTo>
                    <a:pt x="2053477" y="3274807"/>
                  </a:lnTo>
                  <a:lnTo>
                    <a:pt x="2053570" y="3274807"/>
                  </a:lnTo>
                  <a:lnTo>
                    <a:pt x="2053663" y="3274807"/>
                  </a:lnTo>
                  <a:lnTo>
                    <a:pt x="2053757" y="3274807"/>
                  </a:lnTo>
                  <a:lnTo>
                    <a:pt x="2053850" y="3274807"/>
                  </a:lnTo>
                  <a:lnTo>
                    <a:pt x="2053943" y="3274807"/>
                  </a:lnTo>
                  <a:lnTo>
                    <a:pt x="2054036" y="3274807"/>
                  </a:lnTo>
                  <a:lnTo>
                    <a:pt x="2054130" y="3274807"/>
                  </a:lnTo>
                  <a:lnTo>
                    <a:pt x="2054223" y="3274807"/>
                  </a:lnTo>
                  <a:lnTo>
                    <a:pt x="2054316" y="3274807"/>
                  </a:lnTo>
                  <a:lnTo>
                    <a:pt x="2054409" y="3274807"/>
                  </a:lnTo>
                  <a:lnTo>
                    <a:pt x="2054503" y="3274807"/>
                  </a:lnTo>
                  <a:lnTo>
                    <a:pt x="2054596" y="3274807"/>
                  </a:lnTo>
                  <a:lnTo>
                    <a:pt x="2054689" y="3274807"/>
                  </a:lnTo>
                  <a:lnTo>
                    <a:pt x="2054782" y="3274807"/>
                  </a:lnTo>
                  <a:lnTo>
                    <a:pt x="2054876" y="3274807"/>
                  </a:lnTo>
                  <a:lnTo>
                    <a:pt x="2054969" y="3274807"/>
                  </a:lnTo>
                  <a:lnTo>
                    <a:pt x="2055062" y="3274807"/>
                  </a:lnTo>
                  <a:lnTo>
                    <a:pt x="2055155" y="3274807"/>
                  </a:lnTo>
                  <a:lnTo>
                    <a:pt x="2055249" y="3274807"/>
                  </a:lnTo>
                  <a:lnTo>
                    <a:pt x="2055342" y="3274807"/>
                  </a:lnTo>
                  <a:lnTo>
                    <a:pt x="2055435" y="3274807"/>
                  </a:lnTo>
                  <a:lnTo>
                    <a:pt x="2055528" y="3274807"/>
                  </a:lnTo>
                  <a:lnTo>
                    <a:pt x="2055622" y="3274807"/>
                  </a:lnTo>
                  <a:lnTo>
                    <a:pt x="2055715" y="3274807"/>
                  </a:lnTo>
                  <a:lnTo>
                    <a:pt x="2055808" y="3274807"/>
                  </a:lnTo>
                  <a:lnTo>
                    <a:pt x="2055901" y="3274807"/>
                  </a:lnTo>
                  <a:lnTo>
                    <a:pt x="2055995" y="3274807"/>
                  </a:lnTo>
                  <a:lnTo>
                    <a:pt x="2056088" y="3274807"/>
                  </a:lnTo>
                  <a:lnTo>
                    <a:pt x="2056181" y="3274807"/>
                  </a:lnTo>
                  <a:lnTo>
                    <a:pt x="2056274" y="3274807"/>
                  </a:lnTo>
                  <a:lnTo>
                    <a:pt x="2056368" y="3274807"/>
                  </a:lnTo>
                  <a:lnTo>
                    <a:pt x="2056461" y="3274807"/>
                  </a:lnTo>
                  <a:lnTo>
                    <a:pt x="2056554" y="3274807"/>
                  </a:lnTo>
                  <a:lnTo>
                    <a:pt x="2056647" y="3274807"/>
                  </a:lnTo>
                  <a:lnTo>
                    <a:pt x="2056647" y="3264853"/>
                  </a:lnTo>
                  <a:lnTo>
                    <a:pt x="2056741" y="3264853"/>
                  </a:lnTo>
                  <a:lnTo>
                    <a:pt x="2056834" y="3264853"/>
                  </a:lnTo>
                  <a:lnTo>
                    <a:pt x="2056927" y="3264853"/>
                  </a:lnTo>
                  <a:lnTo>
                    <a:pt x="2057020" y="3264853"/>
                  </a:lnTo>
                  <a:lnTo>
                    <a:pt x="2057114" y="3264853"/>
                  </a:lnTo>
                  <a:lnTo>
                    <a:pt x="2057207" y="3264853"/>
                  </a:lnTo>
                  <a:lnTo>
                    <a:pt x="2057300" y="3264853"/>
                  </a:lnTo>
                  <a:lnTo>
                    <a:pt x="2057393" y="3264853"/>
                  </a:lnTo>
                  <a:lnTo>
                    <a:pt x="2057487" y="3264853"/>
                  </a:lnTo>
                  <a:lnTo>
                    <a:pt x="2057580" y="3264853"/>
                  </a:lnTo>
                  <a:lnTo>
                    <a:pt x="2057673" y="3264853"/>
                  </a:lnTo>
                  <a:lnTo>
                    <a:pt x="2057766" y="3264853"/>
                  </a:lnTo>
                  <a:lnTo>
                    <a:pt x="2057860" y="3264853"/>
                  </a:lnTo>
                  <a:lnTo>
                    <a:pt x="2057953" y="3264853"/>
                  </a:lnTo>
                  <a:lnTo>
                    <a:pt x="2058046" y="3264853"/>
                  </a:lnTo>
                  <a:lnTo>
                    <a:pt x="2058139" y="3264853"/>
                  </a:lnTo>
                  <a:lnTo>
                    <a:pt x="2058233" y="3264853"/>
                  </a:lnTo>
                  <a:lnTo>
                    <a:pt x="2058326" y="3264853"/>
                  </a:lnTo>
                  <a:lnTo>
                    <a:pt x="2058419" y="3264853"/>
                  </a:lnTo>
                  <a:lnTo>
                    <a:pt x="2058512" y="3264853"/>
                  </a:lnTo>
                  <a:lnTo>
                    <a:pt x="2058606" y="3264853"/>
                  </a:lnTo>
                  <a:lnTo>
                    <a:pt x="2058699" y="3264853"/>
                  </a:lnTo>
                  <a:lnTo>
                    <a:pt x="2058792" y="3264853"/>
                  </a:lnTo>
                  <a:lnTo>
                    <a:pt x="2058885" y="3264853"/>
                  </a:lnTo>
                  <a:lnTo>
                    <a:pt x="2058979" y="3264853"/>
                  </a:lnTo>
                  <a:lnTo>
                    <a:pt x="2059072" y="3264853"/>
                  </a:lnTo>
                  <a:lnTo>
                    <a:pt x="2059165" y="3264853"/>
                  </a:lnTo>
                  <a:lnTo>
                    <a:pt x="2059258" y="3264853"/>
                  </a:lnTo>
                  <a:lnTo>
                    <a:pt x="2059352" y="3264853"/>
                  </a:lnTo>
                  <a:lnTo>
                    <a:pt x="2059445" y="3264853"/>
                  </a:lnTo>
                  <a:lnTo>
                    <a:pt x="2059538" y="3264853"/>
                  </a:lnTo>
                  <a:lnTo>
                    <a:pt x="2059631" y="3264853"/>
                  </a:lnTo>
                  <a:lnTo>
                    <a:pt x="2059725" y="3264853"/>
                  </a:lnTo>
                  <a:lnTo>
                    <a:pt x="2059818" y="3264853"/>
                  </a:lnTo>
                  <a:lnTo>
                    <a:pt x="2059911" y="3264853"/>
                  </a:lnTo>
                  <a:lnTo>
                    <a:pt x="2060004" y="3264853"/>
                  </a:lnTo>
                  <a:lnTo>
                    <a:pt x="2060098" y="3264853"/>
                  </a:lnTo>
                  <a:lnTo>
                    <a:pt x="2060191" y="3264853"/>
                  </a:lnTo>
                  <a:lnTo>
                    <a:pt x="2060284" y="3264853"/>
                  </a:lnTo>
                  <a:lnTo>
                    <a:pt x="2060377" y="3264853"/>
                  </a:lnTo>
                  <a:lnTo>
                    <a:pt x="2060471" y="3264853"/>
                  </a:lnTo>
                  <a:lnTo>
                    <a:pt x="2060564" y="3264853"/>
                  </a:lnTo>
                  <a:lnTo>
                    <a:pt x="2060657" y="3264853"/>
                  </a:lnTo>
                  <a:lnTo>
                    <a:pt x="2060750" y="3264853"/>
                  </a:lnTo>
                  <a:lnTo>
                    <a:pt x="2060843" y="3264853"/>
                  </a:lnTo>
                  <a:lnTo>
                    <a:pt x="2060937" y="3264853"/>
                  </a:lnTo>
                  <a:lnTo>
                    <a:pt x="2061030" y="3264853"/>
                  </a:lnTo>
                  <a:lnTo>
                    <a:pt x="2061123" y="3264853"/>
                  </a:lnTo>
                  <a:lnTo>
                    <a:pt x="2061216" y="3264853"/>
                  </a:lnTo>
                  <a:lnTo>
                    <a:pt x="2061310" y="3264853"/>
                  </a:lnTo>
                  <a:lnTo>
                    <a:pt x="2061403" y="3264853"/>
                  </a:lnTo>
                  <a:lnTo>
                    <a:pt x="2061496" y="3264853"/>
                  </a:lnTo>
                  <a:lnTo>
                    <a:pt x="2061589" y="3264853"/>
                  </a:lnTo>
                  <a:lnTo>
                    <a:pt x="2061683" y="3264853"/>
                  </a:lnTo>
                  <a:lnTo>
                    <a:pt x="2061776" y="3264853"/>
                  </a:lnTo>
                  <a:lnTo>
                    <a:pt x="2061869" y="3264853"/>
                  </a:lnTo>
                  <a:lnTo>
                    <a:pt x="2061962" y="3264853"/>
                  </a:lnTo>
                  <a:lnTo>
                    <a:pt x="2062056" y="3264853"/>
                  </a:lnTo>
                  <a:lnTo>
                    <a:pt x="2062149" y="3264853"/>
                  </a:lnTo>
                  <a:lnTo>
                    <a:pt x="2062242" y="3264853"/>
                  </a:lnTo>
                  <a:lnTo>
                    <a:pt x="2062335" y="3264853"/>
                  </a:lnTo>
                  <a:lnTo>
                    <a:pt x="2062429" y="3264853"/>
                  </a:lnTo>
                  <a:lnTo>
                    <a:pt x="2062522" y="3264853"/>
                  </a:lnTo>
                  <a:lnTo>
                    <a:pt x="2062615" y="3264853"/>
                  </a:lnTo>
                  <a:lnTo>
                    <a:pt x="2062708" y="3264853"/>
                  </a:lnTo>
                  <a:lnTo>
                    <a:pt x="2062802" y="3264853"/>
                  </a:lnTo>
                  <a:lnTo>
                    <a:pt x="2062895" y="3264853"/>
                  </a:lnTo>
                  <a:lnTo>
                    <a:pt x="2062988" y="3264853"/>
                  </a:lnTo>
                  <a:lnTo>
                    <a:pt x="2063081" y="3264853"/>
                  </a:lnTo>
                  <a:lnTo>
                    <a:pt x="2063175" y="3264853"/>
                  </a:lnTo>
                  <a:lnTo>
                    <a:pt x="2063268" y="3264853"/>
                  </a:lnTo>
                  <a:lnTo>
                    <a:pt x="2063361" y="3264853"/>
                  </a:lnTo>
                  <a:lnTo>
                    <a:pt x="2063454" y="3264853"/>
                  </a:lnTo>
                  <a:lnTo>
                    <a:pt x="2063548" y="3264853"/>
                  </a:lnTo>
                  <a:lnTo>
                    <a:pt x="2063641" y="3264853"/>
                  </a:lnTo>
                  <a:lnTo>
                    <a:pt x="2063734" y="3264853"/>
                  </a:lnTo>
                  <a:lnTo>
                    <a:pt x="2063827" y="3264853"/>
                  </a:lnTo>
                  <a:lnTo>
                    <a:pt x="2063921" y="3264853"/>
                  </a:lnTo>
                  <a:lnTo>
                    <a:pt x="2064014" y="3264853"/>
                  </a:lnTo>
                  <a:lnTo>
                    <a:pt x="2064107" y="3264853"/>
                  </a:lnTo>
                  <a:lnTo>
                    <a:pt x="2064200" y="3264853"/>
                  </a:lnTo>
                  <a:lnTo>
                    <a:pt x="2064294" y="3264853"/>
                  </a:lnTo>
                  <a:lnTo>
                    <a:pt x="2064387" y="3264853"/>
                  </a:lnTo>
                  <a:lnTo>
                    <a:pt x="2064480" y="3264853"/>
                  </a:lnTo>
                  <a:lnTo>
                    <a:pt x="2064573" y="3264853"/>
                  </a:lnTo>
                  <a:lnTo>
                    <a:pt x="2064667" y="3264853"/>
                  </a:lnTo>
                  <a:lnTo>
                    <a:pt x="2064760" y="3264853"/>
                  </a:lnTo>
                  <a:lnTo>
                    <a:pt x="2064853" y="3264853"/>
                  </a:lnTo>
                  <a:lnTo>
                    <a:pt x="2064946" y="3264853"/>
                  </a:lnTo>
                  <a:lnTo>
                    <a:pt x="2065040" y="3264853"/>
                  </a:lnTo>
                  <a:lnTo>
                    <a:pt x="2065133" y="3264853"/>
                  </a:lnTo>
                  <a:lnTo>
                    <a:pt x="2065226" y="3264853"/>
                  </a:lnTo>
                  <a:lnTo>
                    <a:pt x="2065319" y="3264853"/>
                  </a:lnTo>
                  <a:lnTo>
                    <a:pt x="2065413" y="3264853"/>
                  </a:lnTo>
                  <a:lnTo>
                    <a:pt x="2065506" y="3264853"/>
                  </a:lnTo>
                  <a:lnTo>
                    <a:pt x="2065599" y="3264853"/>
                  </a:lnTo>
                  <a:lnTo>
                    <a:pt x="2065692" y="3264853"/>
                  </a:lnTo>
                  <a:lnTo>
                    <a:pt x="2065692" y="3254900"/>
                  </a:lnTo>
                  <a:lnTo>
                    <a:pt x="2065786" y="3254900"/>
                  </a:lnTo>
                  <a:lnTo>
                    <a:pt x="2065879" y="3254900"/>
                  </a:lnTo>
                  <a:lnTo>
                    <a:pt x="2065972" y="3254900"/>
                  </a:lnTo>
                  <a:lnTo>
                    <a:pt x="2066065" y="3254900"/>
                  </a:lnTo>
                  <a:lnTo>
                    <a:pt x="2066159" y="3254900"/>
                  </a:lnTo>
                  <a:lnTo>
                    <a:pt x="2066159" y="3244946"/>
                  </a:lnTo>
                  <a:lnTo>
                    <a:pt x="2066252" y="3244946"/>
                  </a:lnTo>
                  <a:lnTo>
                    <a:pt x="2066345" y="3244946"/>
                  </a:lnTo>
                  <a:lnTo>
                    <a:pt x="2066438" y="3244946"/>
                  </a:lnTo>
                  <a:lnTo>
                    <a:pt x="2066532" y="3244946"/>
                  </a:lnTo>
                  <a:lnTo>
                    <a:pt x="2066625" y="3244946"/>
                  </a:lnTo>
                  <a:lnTo>
                    <a:pt x="2066718" y="3244946"/>
                  </a:lnTo>
                  <a:lnTo>
                    <a:pt x="2066811" y="3244946"/>
                  </a:lnTo>
                  <a:lnTo>
                    <a:pt x="2066905" y="3244946"/>
                  </a:lnTo>
                  <a:lnTo>
                    <a:pt x="2066998" y="3244946"/>
                  </a:lnTo>
                  <a:lnTo>
                    <a:pt x="2067091" y="3244946"/>
                  </a:lnTo>
                  <a:lnTo>
                    <a:pt x="2067184" y="3244946"/>
                  </a:lnTo>
                  <a:lnTo>
                    <a:pt x="2067278" y="3244946"/>
                  </a:lnTo>
                  <a:lnTo>
                    <a:pt x="2067371" y="3244946"/>
                  </a:lnTo>
                  <a:lnTo>
                    <a:pt x="2067464" y="3244946"/>
                  </a:lnTo>
                  <a:lnTo>
                    <a:pt x="2067557" y="3244946"/>
                  </a:lnTo>
                  <a:lnTo>
                    <a:pt x="2067650" y="3244946"/>
                  </a:lnTo>
                  <a:lnTo>
                    <a:pt x="2067744" y="3244946"/>
                  </a:lnTo>
                  <a:lnTo>
                    <a:pt x="2067837" y="3244946"/>
                  </a:lnTo>
                  <a:lnTo>
                    <a:pt x="2067930" y="3244946"/>
                  </a:lnTo>
                  <a:lnTo>
                    <a:pt x="2068023" y="3244946"/>
                  </a:lnTo>
                  <a:lnTo>
                    <a:pt x="2068117" y="3244946"/>
                  </a:lnTo>
                  <a:lnTo>
                    <a:pt x="2068210" y="3244946"/>
                  </a:lnTo>
                  <a:lnTo>
                    <a:pt x="2068303" y="3244946"/>
                  </a:lnTo>
                  <a:lnTo>
                    <a:pt x="2068396" y="3244946"/>
                  </a:lnTo>
                  <a:lnTo>
                    <a:pt x="2068490" y="3244946"/>
                  </a:lnTo>
                  <a:lnTo>
                    <a:pt x="2068583" y="3244946"/>
                  </a:lnTo>
                  <a:lnTo>
                    <a:pt x="2068676" y="3244946"/>
                  </a:lnTo>
                  <a:lnTo>
                    <a:pt x="2068769" y="3244946"/>
                  </a:lnTo>
                  <a:lnTo>
                    <a:pt x="2068863" y="3244946"/>
                  </a:lnTo>
                  <a:lnTo>
                    <a:pt x="2068956" y="3244946"/>
                  </a:lnTo>
                  <a:lnTo>
                    <a:pt x="2069049" y="3244946"/>
                  </a:lnTo>
                  <a:lnTo>
                    <a:pt x="2069142" y="3244946"/>
                  </a:lnTo>
                  <a:lnTo>
                    <a:pt x="2069236" y="3244946"/>
                  </a:lnTo>
                  <a:lnTo>
                    <a:pt x="2069329" y="3244946"/>
                  </a:lnTo>
                  <a:lnTo>
                    <a:pt x="2069422" y="3244946"/>
                  </a:lnTo>
                  <a:lnTo>
                    <a:pt x="2069515" y="3244946"/>
                  </a:lnTo>
                  <a:lnTo>
                    <a:pt x="2069609" y="3244946"/>
                  </a:lnTo>
                  <a:lnTo>
                    <a:pt x="2069702" y="3244946"/>
                  </a:lnTo>
                  <a:lnTo>
                    <a:pt x="2069795" y="3244946"/>
                  </a:lnTo>
                  <a:lnTo>
                    <a:pt x="2069888" y="3244946"/>
                  </a:lnTo>
                  <a:lnTo>
                    <a:pt x="2069982" y="3244946"/>
                  </a:lnTo>
                  <a:lnTo>
                    <a:pt x="2070075" y="3244946"/>
                  </a:lnTo>
                  <a:lnTo>
                    <a:pt x="2070168" y="3244946"/>
                  </a:lnTo>
                  <a:lnTo>
                    <a:pt x="2070261" y="3244946"/>
                  </a:lnTo>
                  <a:lnTo>
                    <a:pt x="2070355" y="3244946"/>
                  </a:lnTo>
                  <a:lnTo>
                    <a:pt x="2070448" y="3244946"/>
                  </a:lnTo>
                  <a:lnTo>
                    <a:pt x="2070541" y="3244946"/>
                  </a:lnTo>
                  <a:lnTo>
                    <a:pt x="2070634" y="3244946"/>
                  </a:lnTo>
                  <a:lnTo>
                    <a:pt x="2070728" y="3244946"/>
                  </a:lnTo>
                  <a:lnTo>
                    <a:pt x="2070821" y="3244946"/>
                  </a:lnTo>
                  <a:lnTo>
                    <a:pt x="2070914" y="3244946"/>
                  </a:lnTo>
                  <a:lnTo>
                    <a:pt x="2071007" y="3244946"/>
                  </a:lnTo>
                  <a:lnTo>
                    <a:pt x="2071101" y="3244946"/>
                  </a:lnTo>
                  <a:lnTo>
                    <a:pt x="2071194" y="3244946"/>
                  </a:lnTo>
                  <a:lnTo>
                    <a:pt x="2071287" y="3244946"/>
                  </a:lnTo>
                  <a:lnTo>
                    <a:pt x="2071380" y="3244946"/>
                  </a:lnTo>
                  <a:lnTo>
                    <a:pt x="2071474" y="3244946"/>
                  </a:lnTo>
                  <a:lnTo>
                    <a:pt x="2071567" y="3244946"/>
                  </a:lnTo>
                  <a:lnTo>
                    <a:pt x="2071660" y="3244946"/>
                  </a:lnTo>
                  <a:lnTo>
                    <a:pt x="2071753" y="3244946"/>
                  </a:lnTo>
                  <a:lnTo>
                    <a:pt x="2071847" y="3244946"/>
                  </a:lnTo>
                  <a:lnTo>
                    <a:pt x="2071940" y="3244946"/>
                  </a:lnTo>
                  <a:lnTo>
                    <a:pt x="2072033" y="3244946"/>
                  </a:lnTo>
                  <a:lnTo>
                    <a:pt x="2072126" y="3244946"/>
                  </a:lnTo>
                  <a:lnTo>
                    <a:pt x="2072220" y="3244946"/>
                  </a:lnTo>
                  <a:lnTo>
                    <a:pt x="2072313" y="3244946"/>
                  </a:lnTo>
                  <a:lnTo>
                    <a:pt x="2072406" y="3244946"/>
                  </a:lnTo>
                  <a:lnTo>
                    <a:pt x="2072406" y="3234992"/>
                  </a:lnTo>
                  <a:lnTo>
                    <a:pt x="2072499" y="3234992"/>
                  </a:lnTo>
                  <a:lnTo>
                    <a:pt x="2072593" y="3234992"/>
                  </a:lnTo>
                  <a:lnTo>
                    <a:pt x="2072686" y="3234992"/>
                  </a:lnTo>
                  <a:lnTo>
                    <a:pt x="2072779" y="3234992"/>
                  </a:lnTo>
                  <a:lnTo>
                    <a:pt x="2072872" y="3234992"/>
                  </a:lnTo>
                  <a:lnTo>
                    <a:pt x="2072966" y="3234992"/>
                  </a:lnTo>
                  <a:lnTo>
                    <a:pt x="2073059" y="3234992"/>
                  </a:lnTo>
                  <a:lnTo>
                    <a:pt x="2073152" y="3234992"/>
                  </a:lnTo>
                  <a:lnTo>
                    <a:pt x="2073245" y="3234992"/>
                  </a:lnTo>
                  <a:lnTo>
                    <a:pt x="2073339" y="3234992"/>
                  </a:lnTo>
                  <a:lnTo>
                    <a:pt x="2073432" y="3234992"/>
                  </a:lnTo>
                  <a:lnTo>
                    <a:pt x="2073525" y="3234992"/>
                  </a:lnTo>
                  <a:lnTo>
                    <a:pt x="2073618" y="3234992"/>
                  </a:lnTo>
                  <a:lnTo>
                    <a:pt x="2073712" y="3234992"/>
                  </a:lnTo>
                  <a:lnTo>
                    <a:pt x="2073805" y="3234992"/>
                  </a:lnTo>
                  <a:lnTo>
                    <a:pt x="2073898" y="3234992"/>
                  </a:lnTo>
                  <a:lnTo>
                    <a:pt x="2073991" y="3234992"/>
                  </a:lnTo>
                  <a:lnTo>
                    <a:pt x="2074085" y="3234992"/>
                  </a:lnTo>
                  <a:lnTo>
                    <a:pt x="2074178" y="3234992"/>
                  </a:lnTo>
                  <a:lnTo>
                    <a:pt x="2074271" y="3234992"/>
                  </a:lnTo>
                  <a:lnTo>
                    <a:pt x="2074364" y="3234992"/>
                  </a:lnTo>
                  <a:lnTo>
                    <a:pt x="2074457" y="3234992"/>
                  </a:lnTo>
                  <a:lnTo>
                    <a:pt x="2074551" y="3234992"/>
                  </a:lnTo>
                  <a:lnTo>
                    <a:pt x="2074644" y="3234992"/>
                  </a:lnTo>
                  <a:lnTo>
                    <a:pt x="2074737" y="3234992"/>
                  </a:lnTo>
                  <a:lnTo>
                    <a:pt x="2074830" y="3234992"/>
                  </a:lnTo>
                  <a:lnTo>
                    <a:pt x="2074924" y="3234992"/>
                  </a:lnTo>
                  <a:lnTo>
                    <a:pt x="2075017" y="3234992"/>
                  </a:lnTo>
                  <a:lnTo>
                    <a:pt x="2075110" y="3234992"/>
                  </a:lnTo>
                  <a:lnTo>
                    <a:pt x="2075203" y="3234992"/>
                  </a:lnTo>
                  <a:lnTo>
                    <a:pt x="2075297" y="3234992"/>
                  </a:lnTo>
                  <a:lnTo>
                    <a:pt x="2075390" y="3234992"/>
                  </a:lnTo>
                  <a:lnTo>
                    <a:pt x="2075483" y="3234992"/>
                  </a:lnTo>
                  <a:lnTo>
                    <a:pt x="2075576" y="3234992"/>
                  </a:lnTo>
                  <a:lnTo>
                    <a:pt x="2075670" y="3234992"/>
                  </a:lnTo>
                  <a:lnTo>
                    <a:pt x="2075763" y="3234992"/>
                  </a:lnTo>
                  <a:lnTo>
                    <a:pt x="2075856" y="3234992"/>
                  </a:lnTo>
                  <a:lnTo>
                    <a:pt x="2075949" y="3234992"/>
                  </a:lnTo>
                  <a:lnTo>
                    <a:pt x="2076043" y="3234992"/>
                  </a:lnTo>
                  <a:lnTo>
                    <a:pt x="2076136" y="3234992"/>
                  </a:lnTo>
                  <a:lnTo>
                    <a:pt x="2076136" y="3225038"/>
                  </a:lnTo>
                  <a:lnTo>
                    <a:pt x="2076229" y="3225038"/>
                  </a:lnTo>
                  <a:lnTo>
                    <a:pt x="2076322" y="3225038"/>
                  </a:lnTo>
                  <a:lnTo>
                    <a:pt x="2076416" y="3225038"/>
                  </a:lnTo>
                  <a:lnTo>
                    <a:pt x="2076509" y="3225038"/>
                  </a:lnTo>
                  <a:lnTo>
                    <a:pt x="2076602" y="3225038"/>
                  </a:lnTo>
                  <a:lnTo>
                    <a:pt x="2076695" y="3225038"/>
                  </a:lnTo>
                  <a:lnTo>
                    <a:pt x="2076789" y="3225038"/>
                  </a:lnTo>
                  <a:lnTo>
                    <a:pt x="2076882" y="3225038"/>
                  </a:lnTo>
                  <a:lnTo>
                    <a:pt x="2076975" y="3225038"/>
                  </a:lnTo>
                  <a:lnTo>
                    <a:pt x="2077068" y="3225038"/>
                  </a:lnTo>
                  <a:lnTo>
                    <a:pt x="2077162" y="3225038"/>
                  </a:lnTo>
                  <a:lnTo>
                    <a:pt x="2077255" y="3225038"/>
                  </a:lnTo>
                  <a:lnTo>
                    <a:pt x="2077348" y="3225038"/>
                  </a:lnTo>
                  <a:lnTo>
                    <a:pt x="2077441" y="3225038"/>
                  </a:lnTo>
                  <a:lnTo>
                    <a:pt x="2077535" y="3225038"/>
                  </a:lnTo>
                  <a:lnTo>
                    <a:pt x="2077628" y="3225038"/>
                  </a:lnTo>
                  <a:lnTo>
                    <a:pt x="2077721" y="3225038"/>
                  </a:lnTo>
                  <a:lnTo>
                    <a:pt x="2077814" y="3225038"/>
                  </a:lnTo>
                  <a:lnTo>
                    <a:pt x="2077908" y="3225038"/>
                  </a:lnTo>
                  <a:lnTo>
                    <a:pt x="2078001" y="3225038"/>
                  </a:lnTo>
                  <a:lnTo>
                    <a:pt x="2078094" y="3225038"/>
                  </a:lnTo>
                  <a:lnTo>
                    <a:pt x="2078187" y="3225038"/>
                  </a:lnTo>
                  <a:lnTo>
                    <a:pt x="2078281" y="3225038"/>
                  </a:lnTo>
                  <a:lnTo>
                    <a:pt x="2078281" y="3215084"/>
                  </a:lnTo>
                  <a:lnTo>
                    <a:pt x="2078374" y="3215084"/>
                  </a:lnTo>
                  <a:lnTo>
                    <a:pt x="2078467" y="3215084"/>
                  </a:lnTo>
                  <a:lnTo>
                    <a:pt x="2078560" y="3215084"/>
                  </a:lnTo>
                  <a:lnTo>
                    <a:pt x="2078654" y="3215084"/>
                  </a:lnTo>
                  <a:lnTo>
                    <a:pt x="2078747" y="3215084"/>
                  </a:lnTo>
                  <a:lnTo>
                    <a:pt x="2078840" y="3215084"/>
                  </a:lnTo>
                  <a:lnTo>
                    <a:pt x="2078933" y="3215084"/>
                  </a:lnTo>
                  <a:lnTo>
                    <a:pt x="2079027" y="3215084"/>
                  </a:lnTo>
                  <a:lnTo>
                    <a:pt x="2079120" y="3215084"/>
                  </a:lnTo>
                  <a:lnTo>
                    <a:pt x="2079213" y="3215084"/>
                  </a:lnTo>
                  <a:lnTo>
                    <a:pt x="2079306" y="3215084"/>
                  </a:lnTo>
                  <a:lnTo>
                    <a:pt x="2079400" y="3215084"/>
                  </a:lnTo>
                  <a:lnTo>
                    <a:pt x="2079493" y="3215084"/>
                  </a:lnTo>
                  <a:lnTo>
                    <a:pt x="2079586" y="3215084"/>
                  </a:lnTo>
                  <a:lnTo>
                    <a:pt x="2079679" y="3215084"/>
                  </a:lnTo>
                  <a:lnTo>
                    <a:pt x="2079773" y="3215084"/>
                  </a:lnTo>
                  <a:lnTo>
                    <a:pt x="2079866" y="3215084"/>
                  </a:lnTo>
                  <a:lnTo>
                    <a:pt x="2079959" y="3215084"/>
                  </a:lnTo>
                  <a:lnTo>
                    <a:pt x="2080052" y="3215084"/>
                  </a:lnTo>
                  <a:lnTo>
                    <a:pt x="2080146" y="3215084"/>
                  </a:lnTo>
                  <a:lnTo>
                    <a:pt x="2080146" y="3205130"/>
                  </a:lnTo>
                  <a:lnTo>
                    <a:pt x="2080239" y="3205130"/>
                  </a:lnTo>
                  <a:lnTo>
                    <a:pt x="2080332" y="3205130"/>
                  </a:lnTo>
                  <a:lnTo>
                    <a:pt x="2080425" y="3205130"/>
                  </a:lnTo>
                  <a:lnTo>
                    <a:pt x="2080519" y="3205130"/>
                  </a:lnTo>
                  <a:lnTo>
                    <a:pt x="2080612" y="3205130"/>
                  </a:lnTo>
                  <a:lnTo>
                    <a:pt x="2080705" y="3205130"/>
                  </a:lnTo>
                  <a:lnTo>
                    <a:pt x="2080798" y="3205130"/>
                  </a:lnTo>
                  <a:lnTo>
                    <a:pt x="2080892" y="3205130"/>
                  </a:lnTo>
                  <a:lnTo>
                    <a:pt x="2080985" y="3205130"/>
                  </a:lnTo>
                  <a:lnTo>
                    <a:pt x="2081078" y="3205130"/>
                  </a:lnTo>
                  <a:lnTo>
                    <a:pt x="2081171" y="3205130"/>
                  </a:lnTo>
                  <a:lnTo>
                    <a:pt x="2081265" y="3205130"/>
                  </a:lnTo>
                  <a:lnTo>
                    <a:pt x="2081358" y="3205130"/>
                  </a:lnTo>
                  <a:lnTo>
                    <a:pt x="2081451" y="3205130"/>
                  </a:lnTo>
                  <a:lnTo>
                    <a:pt x="2081544" y="3205130"/>
                  </a:lnTo>
                  <a:lnTo>
                    <a:pt x="2081637" y="3205130"/>
                  </a:lnTo>
                  <a:lnTo>
                    <a:pt x="2081731" y="3205130"/>
                  </a:lnTo>
                  <a:lnTo>
                    <a:pt x="2081824" y="3205130"/>
                  </a:lnTo>
                  <a:lnTo>
                    <a:pt x="2081917" y="3205130"/>
                  </a:lnTo>
                  <a:lnTo>
                    <a:pt x="2082010" y="3205130"/>
                  </a:lnTo>
                  <a:lnTo>
                    <a:pt x="2082104" y="3205130"/>
                  </a:lnTo>
                  <a:lnTo>
                    <a:pt x="2082197" y="3205130"/>
                  </a:lnTo>
                  <a:lnTo>
                    <a:pt x="2082290" y="3205130"/>
                  </a:lnTo>
                  <a:lnTo>
                    <a:pt x="2082383" y="3205130"/>
                  </a:lnTo>
                  <a:lnTo>
                    <a:pt x="2082477" y="3205130"/>
                  </a:lnTo>
                  <a:lnTo>
                    <a:pt x="2082570" y="3205130"/>
                  </a:lnTo>
                  <a:lnTo>
                    <a:pt x="2082663" y="3205130"/>
                  </a:lnTo>
                  <a:lnTo>
                    <a:pt x="2082756" y="3205130"/>
                  </a:lnTo>
                  <a:lnTo>
                    <a:pt x="2082850" y="3205130"/>
                  </a:lnTo>
                  <a:lnTo>
                    <a:pt x="2082943" y="3205130"/>
                  </a:lnTo>
                  <a:lnTo>
                    <a:pt x="2083036" y="3205130"/>
                  </a:lnTo>
                  <a:lnTo>
                    <a:pt x="2083129" y="3205130"/>
                  </a:lnTo>
                  <a:lnTo>
                    <a:pt x="2083223" y="3205130"/>
                  </a:lnTo>
                  <a:lnTo>
                    <a:pt x="2083316" y="3205130"/>
                  </a:lnTo>
                  <a:lnTo>
                    <a:pt x="2083409" y="3205130"/>
                  </a:lnTo>
                  <a:lnTo>
                    <a:pt x="2083502" y="3205130"/>
                  </a:lnTo>
                  <a:lnTo>
                    <a:pt x="2083596" y="3205130"/>
                  </a:lnTo>
                  <a:lnTo>
                    <a:pt x="2083689" y="3205130"/>
                  </a:lnTo>
                  <a:lnTo>
                    <a:pt x="2083782" y="3205130"/>
                  </a:lnTo>
                  <a:lnTo>
                    <a:pt x="2083875" y="3205130"/>
                  </a:lnTo>
                  <a:lnTo>
                    <a:pt x="2083969" y="3205130"/>
                  </a:lnTo>
                  <a:lnTo>
                    <a:pt x="2084062" y="3205130"/>
                  </a:lnTo>
                  <a:lnTo>
                    <a:pt x="2084155" y="3205130"/>
                  </a:lnTo>
                  <a:lnTo>
                    <a:pt x="2084248" y="3205130"/>
                  </a:lnTo>
                  <a:lnTo>
                    <a:pt x="2084342" y="3205130"/>
                  </a:lnTo>
                  <a:lnTo>
                    <a:pt x="2084435" y="3205130"/>
                  </a:lnTo>
                  <a:lnTo>
                    <a:pt x="2084528" y="3205130"/>
                  </a:lnTo>
                  <a:lnTo>
                    <a:pt x="2084621" y="3205130"/>
                  </a:lnTo>
                  <a:lnTo>
                    <a:pt x="2084715" y="3205130"/>
                  </a:lnTo>
                  <a:lnTo>
                    <a:pt x="2084808" y="3205130"/>
                  </a:lnTo>
                  <a:lnTo>
                    <a:pt x="2084901" y="3205130"/>
                  </a:lnTo>
                  <a:lnTo>
                    <a:pt x="2084994" y="3205130"/>
                  </a:lnTo>
                  <a:lnTo>
                    <a:pt x="2085088" y="3205130"/>
                  </a:lnTo>
                  <a:lnTo>
                    <a:pt x="2085181" y="3205130"/>
                  </a:lnTo>
                  <a:lnTo>
                    <a:pt x="2085274" y="3205130"/>
                  </a:lnTo>
                  <a:lnTo>
                    <a:pt x="2085367" y="3205130"/>
                  </a:lnTo>
                  <a:lnTo>
                    <a:pt x="2085461" y="3205130"/>
                  </a:lnTo>
                  <a:lnTo>
                    <a:pt x="2085554" y="3205130"/>
                  </a:lnTo>
                  <a:lnTo>
                    <a:pt x="2085647" y="3205130"/>
                  </a:lnTo>
                  <a:lnTo>
                    <a:pt x="2085740" y="3205130"/>
                  </a:lnTo>
                  <a:lnTo>
                    <a:pt x="2085834" y="3205130"/>
                  </a:lnTo>
                  <a:lnTo>
                    <a:pt x="2085927" y="3205130"/>
                  </a:lnTo>
                  <a:lnTo>
                    <a:pt x="2086020" y="3205130"/>
                  </a:lnTo>
                  <a:lnTo>
                    <a:pt x="2086113" y="3205130"/>
                  </a:lnTo>
                  <a:lnTo>
                    <a:pt x="2086207" y="3205130"/>
                  </a:lnTo>
                  <a:lnTo>
                    <a:pt x="2086300" y="3205130"/>
                  </a:lnTo>
                  <a:lnTo>
                    <a:pt x="2086393" y="3205130"/>
                  </a:lnTo>
                  <a:lnTo>
                    <a:pt x="2086486" y="3205130"/>
                  </a:lnTo>
                  <a:lnTo>
                    <a:pt x="2086580" y="3205130"/>
                  </a:lnTo>
                  <a:lnTo>
                    <a:pt x="2086673" y="3205130"/>
                  </a:lnTo>
                  <a:lnTo>
                    <a:pt x="2086766" y="3205130"/>
                  </a:lnTo>
                  <a:lnTo>
                    <a:pt x="2086859" y="3205130"/>
                  </a:lnTo>
                  <a:lnTo>
                    <a:pt x="2086953" y="3205130"/>
                  </a:lnTo>
                  <a:lnTo>
                    <a:pt x="2087046" y="3205130"/>
                  </a:lnTo>
                  <a:lnTo>
                    <a:pt x="2087139" y="3205130"/>
                  </a:lnTo>
                  <a:lnTo>
                    <a:pt x="2087232" y="3205130"/>
                  </a:lnTo>
                  <a:lnTo>
                    <a:pt x="2087326" y="3205130"/>
                  </a:lnTo>
                  <a:lnTo>
                    <a:pt x="2087419" y="3205130"/>
                  </a:lnTo>
                  <a:lnTo>
                    <a:pt x="2087512" y="3205130"/>
                  </a:lnTo>
                  <a:lnTo>
                    <a:pt x="2087605" y="3205130"/>
                  </a:lnTo>
                  <a:lnTo>
                    <a:pt x="2087699" y="3205130"/>
                  </a:lnTo>
                  <a:lnTo>
                    <a:pt x="2087792" y="3205130"/>
                  </a:lnTo>
                  <a:lnTo>
                    <a:pt x="2087885" y="3205130"/>
                  </a:lnTo>
                  <a:lnTo>
                    <a:pt x="2087978" y="3205130"/>
                  </a:lnTo>
                  <a:lnTo>
                    <a:pt x="2088072" y="3205130"/>
                  </a:lnTo>
                  <a:lnTo>
                    <a:pt x="2088165" y="3205130"/>
                  </a:lnTo>
                  <a:lnTo>
                    <a:pt x="2088258" y="3205130"/>
                  </a:lnTo>
                  <a:lnTo>
                    <a:pt x="2088351" y="3205130"/>
                  </a:lnTo>
                  <a:lnTo>
                    <a:pt x="2088444" y="3205130"/>
                  </a:lnTo>
                  <a:lnTo>
                    <a:pt x="2088538" y="3205130"/>
                  </a:lnTo>
                  <a:lnTo>
                    <a:pt x="2088631" y="3205130"/>
                  </a:lnTo>
                  <a:lnTo>
                    <a:pt x="2088724" y="3205130"/>
                  </a:lnTo>
                  <a:lnTo>
                    <a:pt x="2088817" y="3205130"/>
                  </a:lnTo>
                  <a:lnTo>
                    <a:pt x="2088911" y="3205130"/>
                  </a:lnTo>
                  <a:lnTo>
                    <a:pt x="2089004" y="3205130"/>
                  </a:lnTo>
                  <a:lnTo>
                    <a:pt x="2089097" y="3205130"/>
                  </a:lnTo>
                  <a:lnTo>
                    <a:pt x="2089190" y="3205130"/>
                  </a:lnTo>
                  <a:lnTo>
                    <a:pt x="2089284" y="3205130"/>
                  </a:lnTo>
                  <a:lnTo>
                    <a:pt x="2089377" y="3205130"/>
                  </a:lnTo>
                  <a:lnTo>
                    <a:pt x="2089470" y="3205130"/>
                  </a:lnTo>
                  <a:lnTo>
                    <a:pt x="2089563" y="3205130"/>
                  </a:lnTo>
                  <a:lnTo>
                    <a:pt x="2089657" y="3205130"/>
                  </a:lnTo>
                  <a:lnTo>
                    <a:pt x="2089750" y="3205130"/>
                  </a:lnTo>
                  <a:lnTo>
                    <a:pt x="2089843" y="3205130"/>
                  </a:lnTo>
                  <a:lnTo>
                    <a:pt x="2089936" y="3205130"/>
                  </a:lnTo>
                  <a:lnTo>
                    <a:pt x="2090030" y="3205130"/>
                  </a:lnTo>
                  <a:lnTo>
                    <a:pt x="2090123" y="3205130"/>
                  </a:lnTo>
                  <a:lnTo>
                    <a:pt x="2090216" y="3205130"/>
                  </a:lnTo>
                  <a:lnTo>
                    <a:pt x="2090309" y="3205130"/>
                  </a:lnTo>
                  <a:lnTo>
                    <a:pt x="2090403" y="3205130"/>
                  </a:lnTo>
                  <a:lnTo>
                    <a:pt x="2090496" y="3205130"/>
                  </a:lnTo>
                  <a:lnTo>
                    <a:pt x="2090589" y="3205130"/>
                  </a:lnTo>
                  <a:lnTo>
                    <a:pt x="2090682" y="3205130"/>
                  </a:lnTo>
                  <a:lnTo>
                    <a:pt x="2090776" y="3205130"/>
                  </a:lnTo>
                  <a:lnTo>
                    <a:pt x="2090869" y="3205130"/>
                  </a:lnTo>
                  <a:lnTo>
                    <a:pt x="2090962" y="3205130"/>
                  </a:lnTo>
                  <a:lnTo>
                    <a:pt x="2091055" y="3205130"/>
                  </a:lnTo>
                  <a:lnTo>
                    <a:pt x="2091149" y="3205130"/>
                  </a:lnTo>
                  <a:lnTo>
                    <a:pt x="2091242" y="3205130"/>
                  </a:lnTo>
                  <a:lnTo>
                    <a:pt x="2091335" y="3205130"/>
                  </a:lnTo>
                  <a:lnTo>
                    <a:pt x="2091428" y="3205130"/>
                  </a:lnTo>
                  <a:lnTo>
                    <a:pt x="2091428" y="3195177"/>
                  </a:lnTo>
                  <a:lnTo>
                    <a:pt x="2091522" y="3195177"/>
                  </a:lnTo>
                  <a:lnTo>
                    <a:pt x="2091615" y="3195177"/>
                  </a:lnTo>
                  <a:lnTo>
                    <a:pt x="2091708" y="3195177"/>
                  </a:lnTo>
                  <a:lnTo>
                    <a:pt x="2091801" y="3195177"/>
                  </a:lnTo>
                  <a:lnTo>
                    <a:pt x="2091895" y="3195177"/>
                  </a:lnTo>
                  <a:lnTo>
                    <a:pt x="2091988" y="3195177"/>
                  </a:lnTo>
                  <a:lnTo>
                    <a:pt x="2092081" y="3195177"/>
                  </a:lnTo>
                  <a:lnTo>
                    <a:pt x="2092174" y="3195177"/>
                  </a:lnTo>
                  <a:lnTo>
                    <a:pt x="2092268" y="3195177"/>
                  </a:lnTo>
                  <a:lnTo>
                    <a:pt x="2092361" y="3195177"/>
                  </a:lnTo>
                  <a:lnTo>
                    <a:pt x="2092454" y="3195177"/>
                  </a:lnTo>
                  <a:lnTo>
                    <a:pt x="2092547" y="3195177"/>
                  </a:lnTo>
                  <a:lnTo>
                    <a:pt x="2092641" y="3195177"/>
                  </a:lnTo>
                  <a:lnTo>
                    <a:pt x="2092734" y="3195177"/>
                  </a:lnTo>
                  <a:lnTo>
                    <a:pt x="2092827" y="3195177"/>
                  </a:lnTo>
                  <a:lnTo>
                    <a:pt x="2092920" y="3195177"/>
                  </a:lnTo>
                  <a:lnTo>
                    <a:pt x="2093014" y="3195177"/>
                  </a:lnTo>
                  <a:lnTo>
                    <a:pt x="2093107" y="3195177"/>
                  </a:lnTo>
                  <a:lnTo>
                    <a:pt x="2093200" y="3195177"/>
                  </a:lnTo>
                  <a:lnTo>
                    <a:pt x="2093293" y="3195177"/>
                  </a:lnTo>
                  <a:lnTo>
                    <a:pt x="2093387" y="3195177"/>
                  </a:lnTo>
                  <a:lnTo>
                    <a:pt x="2093480" y="3195177"/>
                  </a:lnTo>
                  <a:lnTo>
                    <a:pt x="2093573" y="3195177"/>
                  </a:lnTo>
                  <a:lnTo>
                    <a:pt x="2093666" y="3195177"/>
                  </a:lnTo>
                  <a:lnTo>
                    <a:pt x="2093760" y="3195177"/>
                  </a:lnTo>
                  <a:lnTo>
                    <a:pt x="2093853" y="3195177"/>
                  </a:lnTo>
                  <a:lnTo>
                    <a:pt x="2093946" y="3195177"/>
                  </a:lnTo>
                  <a:lnTo>
                    <a:pt x="2094039" y="3195177"/>
                  </a:lnTo>
                  <a:lnTo>
                    <a:pt x="2094133" y="3195177"/>
                  </a:lnTo>
                  <a:lnTo>
                    <a:pt x="2094226" y="3195177"/>
                  </a:lnTo>
                  <a:lnTo>
                    <a:pt x="2094319" y="3195177"/>
                  </a:lnTo>
                  <a:lnTo>
                    <a:pt x="2094412" y="3195177"/>
                  </a:lnTo>
                  <a:lnTo>
                    <a:pt x="2094506" y="3195177"/>
                  </a:lnTo>
                  <a:lnTo>
                    <a:pt x="2094599" y="3195177"/>
                  </a:lnTo>
                  <a:lnTo>
                    <a:pt x="2094692" y="3195177"/>
                  </a:lnTo>
                  <a:lnTo>
                    <a:pt x="2094785" y="3195177"/>
                  </a:lnTo>
                  <a:lnTo>
                    <a:pt x="2094879" y="3195177"/>
                  </a:lnTo>
                  <a:lnTo>
                    <a:pt x="2094972" y="3195177"/>
                  </a:lnTo>
                  <a:lnTo>
                    <a:pt x="2095065" y="3195177"/>
                  </a:lnTo>
                  <a:lnTo>
                    <a:pt x="2095158" y="3195177"/>
                  </a:lnTo>
                  <a:lnTo>
                    <a:pt x="2095251" y="3195177"/>
                  </a:lnTo>
                  <a:lnTo>
                    <a:pt x="2095345" y="3195177"/>
                  </a:lnTo>
                  <a:lnTo>
                    <a:pt x="2095438" y="3195177"/>
                  </a:lnTo>
                  <a:lnTo>
                    <a:pt x="2095531" y="3195177"/>
                  </a:lnTo>
                  <a:lnTo>
                    <a:pt x="2095531" y="3185223"/>
                  </a:lnTo>
                  <a:lnTo>
                    <a:pt x="2095624" y="3185223"/>
                  </a:lnTo>
                  <a:lnTo>
                    <a:pt x="2095718" y="3185223"/>
                  </a:lnTo>
                  <a:lnTo>
                    <a:pt x="2095811" y="3185223"/>
                  </a:lnTo>
                  <a:lnTo>
                    <a:pt x="2095904" y="3185223"/>
                  </a:lnTo>
                  <a:lnTo>
                    <a:pt x="2095997" y="3185223"/>
                  </a:lnTo>
                  <a:lnTo>
                    <a:pt x="2096091" y="3185223"/>
                  </a:lnTo>
                  <a:lnTo>
                    <a:pt x="2096184" y="3185223"/>
                  </a:lnTo>
                  <a:lnTo>
                    <a:pt x="2096277" y="3185223"/>
                  </a:lnTo>
                  <a:lnTo>
                    <a:pt x="2096370" y="3185223"/>
                  </a:lnTo>
                  <a:lnTo>
                    <a:pt x="2096464" y="3185223"/>
                  </a:lnTo>
                  <a:lnTo>
                    <a:pt x="2096557" y="3185223"/>
                  </a:lnTo>
                  <a:lnTo>
                    <a:pt x="2096650" y="3185223"/>
                  </a:lnTo>
                  <a:lnTo>
                    <a:pt x="2096743" y="3185223"/>
                  </a:lnTo>
                  <a:lnTo>
                    <a:pt x="2096837" y="3185223"/>
                  </a:lnTo>
                  <a:lnTo>
                    <a:pt x="2096930" y="3185223"/>
                  </a:lnTo>
                  <a:lnTo>
                    <a:pt x="2097023" y="3185223"/>
                  </a:lnTo>
                  <a:lnTo>
                    <a:pt x="2097116" y="3185223"/>
                  </a:lnTo>
                  <a:lnTo>
                    <a:pt x="2097210" y="3185223"/>
                  </a:lnTo>
                  <a:lnTo>
                    <a:pt x="2097303" y="3185223"/>
                  </a:lnTo>
                  <a:lnTo>
                    <a:pt x="2097396" y="3185223"/>
                  </a:lnTo>
                  <a:lnTo>
                    <a:pt x="2097489" y="3185223"/>
                  </a:lnTo>
                  <a:lnTo>
                    <a:pt x="2097583" y="3185223"/>
                  </a:lnTo>
                  <a:lnTo>
                    <a:pt x="2097676" y="3185223"/>
                  </a:lnTo>
                  <a:lnTo>
                    <a:pt x="2097769" y="3185223"/>
                  </a:lnTo>
                  <a:lnTo>
                    <a:pt x="2097862" y="3185223"/>
                  </a:lnTo>
                  <a:lnTo>
                    <a:pt x="2097956" y="3185223"/>
                  </a:lnTo>
                  <a:lnTo>
                    <a:pt x="2098049" y="3185223"/>
                  </a:lnTo>
                  <a:lnTo>
                    <a:pt x="2098142" y="3185223"/>
                  </a:lnTo>
                  <a:lnTo>
                    <a:pt x="2098235" y="3185223"/>
                  </a:lnTo>
                  <a:lnTo>
                    <a:pt x="2098329" y="3185223"/>
                  </a:lnTo>
                  <a:lnTo>
                    <a:pt x="2098422" y="3185223"/>
                  </a:lnTo>
                  <a:lnTo>
                    <a:pt x="2098515" y="3185223"/>
                  </a:lnTo>
                  <a:lnTo>
                    <a:pt x="2098608" y="3185223"/>
                  </a:lnTo>
                  <a:lnTo>
                    <a:pt x="2098702" y="3185223"/>
                  </a:lnTo>
                  <a:lnTo>
                    <a:pt x="2098795" y="3185223"/>
                  </a:lnTo>
                  <a:lnTo>
                    <a:pt x="2098888" y="3185223"/>
                  </a:lnTo>
                  <a:lnTo>
                    <a:pt x="2098981" y="3185223"/>
                  </a:lnTo>
                  <a:lnTo>
                    <a:pt x="2099075" y="3185223"/>
                  </a:lnTo>
                  <a:lnTo>
                    <a:pt x="2099168" y="3185223"/>
                  </a:lnTo>
                  <a:lnTo>
                    <a:pt x="2099261" y="3185223"/>
                  </a:lnTo>
                  <a:lnTo>
                    <a:pt x="2099354" y="3185223"/>
                  </a:lnTo>
                  <a:lnTo>
                    <a:pt x="2099448" y="3185223"/>
                  </a:lnTo>
                  <a:lnTo>
                    <a:pt x="2099541" y="3185223"/>
                  </a:lnTo>
                  <a:lnTo>
                    <a:pt x="2099634" y="3185223"/>
                  </a:lnTo>
                  <a:lnTo>
                    <a:pt x="2099727" y="3185223"/>
                  </a:lnTo>
                  <a:lnTo>
                    <a:pt x="2099821" y="3185223"/>
                  </a:lnTo>
                  <a:lnTo>
                    <a:pt x="2099914" y="3185223"/>
                  </a:lnTo>
                  <a:lnTo>
                    <a:pt x="2100007" y="3185223"/>
                  </a:lnTo>
                  <a:lnTo>
                    <a:pt x="2100100" y="3185223"/>
                  </a:lnTo>
                  <a:lnTo>
                    <a:pt x="2100194" y="3185223"/>
                  </a:lnTo>
                  <a:lnTo>
                    <a:pt x="2100287" y="3185223"/>
                  </a:lnTo>
                  <a:lnTo>
                    <a:pt x="2100380" y="3185223"/>
                  </a:lnTo>
                  <a:lnTo>
                    <a:pt x="2100473" y="3185223"/>
                  </a:lnTo>
                  <a:lnTo>
                    <a:pt x="2100567" y="3185223"/>
                  </a:lnTo>
                  <a:lnTo>
                    <a:pt x="2100660" y="3185223"/>
                  </a:lnTo>
                  <a:lnTo>
                    <a:pt x="2100753" y="3185223"/>
                  </a:lnTo>
                  <a:lnTo>
                    <a:pt x="2100846" y="3185223"/>
                  </a:lnTo>
                  <a:lnTo>
                    <a:pt x="2100940" y="3185223"/>
                  </a:lnTo>
                  <a:lnTo>
                    <a:pt x="2101033" y="3185223"/>
                  </a:lnTo>
                  <a:lnTo>
                    <a:pt x="2101126" y="3185223"/>
                  </a:lnTo>
                  <a:lnTo>
                    <a:pt x="2101219" y="3185223"/>
                  </a:lnTo>
                  <a:lnTo>
                    <a:pt x="2101313" y="3185223"/>
                  </a:lnTo>
                  <a:lnTo>
                    <a:pt x="2101406" y="3185223"/>
                  </a:lnTo>
                  <a:lnTo>
                    <a:pt x="2101499" y="3185223"/>
                  </a:lnTo>
                  <a:lnTo>
                    <a:pt x="2101592" y="3185223"/>
                  </a:lnTo>
                  <a:lnTo>
                    <a:pt x="2101686" y="3185223"/>
                  </a:lnTo>
                  <a:lnTo>
                    <a:pt x="2101779" y="3185223"/>
                  </a:lnTo>
                  <a:lnTo>
                    <a:pt x="2101872" y="3185223"/>
                  </a:lnTo>
                  <a:lnTo>
                    <a:pt x="2101965" y="3185223"/>
                  </a:lnTo>
                  <a:lnTo>
                    <a:pt x="2102059" y="3185223"/>
                  </a:lnTo>
                  <a:lnTo>
                    <a:pt x="2102152" y="3185223"/>
                  </a:lnTo>
                  <a:lnTo>
                    <a:pt x="2102245" y="3185223"/>
                  </a:lnTo>
                  <a:lnTo>
                    <a:pt x="2102338" y="3185223"/>
                  </a:lnTo>
                  <a:lnTo>
                    <a:pt x="2102431" y="3185223"/>
                  </a:lnTo>
                  <a:lnTo>
                    <a:pt x="2102525" y="3185223"/>
                  </a:lnTo>
                  <a:lnTo>
                    <a:pt x="2102618" y="3185223"/>
                  </a:lnTo>
                  <a:lnTo>
                    <a:pt x="2102711" y="3185223"/>
                  </a:lnTo>
                  <a:lnTo>
                    <a:pt x="2102804" y="3185223"/>
                  </a:lnTo>
                  <a:lnTo>
                    <a:pt x="2102898" y="3185223"/>
                  </a:lnTo>
                  <a:lnTo>
                    <a:pt x="2102991" y="3185223"/>
                  </a:lnTo>
                  <a:lnTo>
                    <a:pt x="2103084" y="3185223"/>
                  </a:lnTo>
                  <a:lnTo>
                    <a:pt x="2103177" y="3185223"/>
                  </a:lnTo>
                  <a:lnTo>
                    <a:pt x="2103271" y="3185223"/>
                  </a:lnTo>
                  <a:lnTo>
                    <a:pt x="2103364" y="3185223"/>
                  </a:lnTo>
                  <a:lnTo>
                    <a:pt x="2103457" y="3185223"/>
                  </a:lnTo>
                  <a:lnTo>
                    <a:pt x="2103550" y="3185223"/>
                  </a:lnTo>
                  <a:lnTo>
                    <a:pt x="2103644" y="3185223"/>
                  </a:lnTo>
                  <a:lnTo>
                    <a:pt x="2103737" y="3185223"/>
                  </a:lnTo>
                  <a:lnTo>
                    <a:pt x="2103830" y="3185223"/>
                  </a:lnTo>
                  <a:lnTo>
                    <a:pt x="2103923" y="3185223"/>
                  </a:lnTo>
                  <a:lnTo>
                    <a:pt x="2104017" y="3185223"/>
                  </a:lnTo>
                  <a:lnTo>
                    <a:pt x="2104110" y="3185223"/>
                  </a:lnTo>
                  <a:lnTo>
                    <a:pt x="2104203" y="3185223"/>
                  </a:lnTo>
                  <a:lnTo>
                    <a:pt x="2104296" y="3185223"/>
                  </a:lnTo>
                  <a:lnTo>
                    <a:pt x="2104296" y="3175269"/>
                  </a:lnTo>
                  <a:lnTo>
                    <a:pt x="2104390" y="3175269"/>
                  </a:lnTo>
                  <a:lnTo>
                    <a:pt x="2104483" y="3175269"/>
                  </a:lnTo>
                  <a:lnTo>
                    <a:pt x="2104576" y="3175269"/>
                  </a:lnTo>
                  <a:lnTo>
                    <a:pt x="2104669" y="3175269"/>
                  </a:lnTo>
                  <a:lnTo>
                    <a:pt x="2104763" y="3175269"/>
                  </a:lnTo>
                  <a:lnTo>
                    <a:pt x="2104856" y="3175269"/>
                  </a:lnTo>
                  <a:lnTo>
                    <a:pt x="2104949" y="3175269"/>
                  </a:lnTo>
                  <a:lnTo>
                    <a:pt x="2105042" y="3175269"/>
                  </a:lnTo>
                  <a:lnTo>
                    <a:pt x="2105136" y="3175269"/>
                  </a:lnTo>
                  <a:lnTo>
                    <a:pt x="2105229" y="3175269"/>
                  </a:lnTo>
                  <a:lnTo>
                    <a:pt x="2105322" y="3175269"/>
                  </a:lnTo>
                  <a:lnTo>
                    <a:pt x="2105415" y="3175269"/>
                  </a:lnTo>
                  <a:lnTo>
                    <a:pt x="2105509" y="3175269"/>
                  </a:lnTo>
                  <a:lnTo>
                    <a:pt x="2105602" y="3175269"/>
                  </a:lnTo>
                  <a:lnTo>
                    <a:pt x="2105695" y="3175269"/>
                  </a:lnTo>
                  <a:lnTo>
                    <a:pt x="2105788" y="3175269"/>
                  </a:lnTo>
                  <a:lnTo>
                    <a:pt x="2105882" y="3175269"/>
                  </a:lnTo>
                  <a:lnTo>
                    <a:pt x="2105975" y="3175269"/>
                  </a:lnTo>
                  <a:lnTo>
                    <a:pt x="2106068" y="3175269"/>
                  </a:lnTo>
                  <a:lnTo>
                    <a:pt x="2106161" y="3175269"/>
                  </a:lnTo>
                  <a:lnTo>
                    <a:pt x="2106255" y="3175269"/>
                  </a:lnTo>
                  <a:lnTo>
                    <a:pt x="2106348" y="3175269"/>
                  </a:lnTo>
                  <a:lnTo>
                    <a:pt x="2106441" y="3175269"/>
                  </a:lnTo>
                  <a:lnTo>
                    <a:pt x="2106534" y="3175269"/>
                  </a:lnTo>
                  <a:lnTo>
                    <a:pt x="2106628" y="3175269"/>
                  </a:lnTo>
                  <a:lnTo>
                    <a:pt x="2106721" y="3175269"/>
                  </a:lnTo>
                  <a:lnTo>
                    <a:pt x="2106814" y="3175269"/>
                  </a:lnTo>
                  <a:lnTo>
                    <a:pt x="2106907" y="3175269"/>
                  </a:lnTo>
                  <a:lnTo>
                    <a:pt x="2107001" y="3175269"/>
                  </a:lnTo>
                  <a:lnTo>
                    <a:pt x="2107094" y="3175269"/>
                  </a:lnTo>
                  <a:lnTo>
                    <a:pt x="2107187" y="3175269"/>
                  </a:lnTo>
                  <a:lnTo>
                    <a:pt x="2107280" y="3175269"/>
                  </a:lnTo>
                  <a:lnTo>
                    <a:pt x="2107374" y="3175269"/>
                  </a:lnTo>
                  <a:lnTo>
                    <a:pt x="2107467" y="3175269"/>
                  </a:lnTo>
                  <a:lnTo>
                    <a:pt x="2107560" y="3175269"/>
                  </a:lnTo>
                  <a:lnTo>
                    <a:pt x="2107653" y="3175269"/>
                  </a:lnTo>
                  <a:lnTo>
                    <a:pt x="2107747" y="3175269"/>
                  </a:lnTo>
                  <a:lnTo>
                    <a:pt x="2107840" y="3175269"/>
                  </a:lnTo>
                  <a:lnTo>
                    <a:pt x="2107933" y="3175269"/>
                  </a:lnTo>
                  <a:lnTo>
                    <a:pt x="2108026" y="3175269"/>
                  </a:lnTo>
                  <a:lnTo>
                    <a:pt x="2108120" y="3175269"/>
                  </a:lnTo>
                  <a:lnTo>
                    <a:pt x="2108213" y="3175269"/>
                  </a:lnTo>
                  <a:lnTo>
                    <a:pt x="2108306" y="3175269"/>
                  </a:lnTo>
                  <a:lnTo>
                    <a:pt x="2108399" y="3175269"/>
                  </a:lnTo>
                  <a:lnTo>
                    <a:pt x="2108493" y="3175269"/>
                  </a:lnTo>
                  <a:lnTo>
                    <a:pt x="2108586" y="3175269"/>
                  </a:lnTo>
                  <a:lnTo>
                    <a:pt x="2108679" y="3175269"/>
                  </a:lnTo>
                  <a:lnTo>
                    <a:pt x="2108772" y="3175269"/>
                  </a:lnTo>
                  <a:lnTo>
                    <a:pt x="2108866" y="3175269"/>
                  </a:lnTo>
                  <a:lnTo>
                    <a:pt x="2108959" y="3175269"/>
                  </a:lnTo>
                  <a:lnTo>
                    <a:pt x="2109052" y="3175269"/>
                  </a:lnTo>
                  <a:lnTo>
                    <a:pt x="2109145" y="3175269"/>
                  </a:lnTo>
                  <a:lnTo>
                    <a:pt x="2109238" y="3175269"/>
                  </a:lnTo>
                  <a:lnTo>
                    <a:pt x="2109332" y="3175269"/>
                  </a:lnTo>
                  <a:lnTo>
                    <a:pt x="2109425" y="3175269"/>
                  </a:lnTo>
                  <a:lnTo>
                    <a:pt x="2109518" y="3175269"/>
                  </a:lnTo>
                  <a:lnTo>
                    <a:pt x="2109611" y="3175269"/>
                  </a:lnTo>
                  <a:lnTo>
                    <a:pt x="2109705" y="3175269"/>
                  </a:lnTo>
                  <a:lnTo>
                    <a:pt x="2109798" y="3175269"/>
                  </a:lnTo>
                  <a:lnTo>
                    <a:pt x="2109891" y="3175269"/>
                  </a:lnTo>
                  <a:lnTo>
                    <a:pt x="2109984" y="3175269"/>
                  </a:lnTo>
                  <a:lnTo>
                    <a:pt x="2110078" y="3175269"/>
                  </a:lnTo>
                  <a:lnTo>
                    <a:pt x="2110171" y="3175269"/>
                  </a:lnTo>
                  <a:lnTo>
                    <a:pt x="2110264" y="3175269"/>
                  </a:lnTo>
                  <a:lnTo>
                    <a:pt x="2110357" y="3175269"/>
                  </a:lnTo>
                  <a:lnTo>
                    <a:pt x="2110451" y="3175269"/>
                  </a:lnTo>
                  <a:lnTo>
                    <a:pt x="2110544" y="3175269"/>
                  </a:lnTo>
                  <a:lnTo>
                    <a:pt x="2110637" y="3175269"/>
                  </a:lnTo>
                  <a:lnTo>
                    <a:pt x="2110730" y="3175269"/>
                  </a:lnTo>
                  <a:lnTo>
                    <a:pt x="2110824" y="3175269"/>
                  </a:lnTo>
                  <a:lnTo>
                    <a:pt x="2110917" y="3175269"/>
                  </a:lnTo>
                  <a:lnTo>
                    <a:pt x="2111010" y="3175269"/>
                  </a:lnTo>
                  <a:lnTo>
                    <a:pt x="2111103" y="3175269"/>
                  </a:lnTo>
                  <a:lnTo>
                    <a:pt x="2111197" y="3175269"/>
                  </a:lnTo>
                  <a:lnTo>
                    <a:pt x="2111290" y="3175269"/>
                  </a:lnTo>
                  <a:lnTo>
                    <a:pt x="2111383" y="3175269"/>
                  </a:lnTo>
                  <a:lnTo>
                    <a:pt x="2111476" y="3175269"/>
                  </a:lnTo>
                  <a:lnTo>
                    <a:pt x="2111570" y="3175269"/>
                  </a:lnTo>
                  <a:lnTo>
                    <a:pt x="2111663" y="3175269"/>
                  </a:lnTo>
                  <a:lnTo>
                    <a:pt x="2111756" y="3175269"/>
                  </a:lnTo>
                  <a:lnTo>
                    <a:pt x="2111849" y="3175269"/>
                  </a:lnTo>
                  <a:lnTo>
                    <a:pt x="2111943" y="3175269"/>
                  </a:lnTo>
                  <a:lnTo>
                    <a:pt x="2112036" y="3175269"/>
                  </a:lnTo>
                  <a:lnTo>
                    <a:pt x="2112129" y="3175269"/>
                  </a:lnTo>
                  <a:lnTo>
                    <a:pt x="2112222" y="3175269"/>
                  </a:lnTo>
                  <a:lnTo>
                    <a:pt x="2112316" y="3175269"/>
                  </a:lnTo>
                  <a:lnTo>
                    <a:pt x="2112409" y="3175269"/>
                  </a:lnTo>
                  <a:lnTo>
                    <a:pt x="2112502" y="3175269"/>
                  </a:lnTo>
                  <a:lnTo>
                    <a:pt x="2112595" y="3175269"/>
                  </a:lnTo>
                  <a:lnTo>
                    <a:pt x="2112689" y="3175269"/>
                  </a:lnTo>
                  <a:lnTo>
                    <a:pt x="2112782" y="3175269"/>
                  </a:lnTo>
                  <a:lnTo>
                    <a:pt x="2112875" y="3175269"/>
                  </a:lnTo>
                  <a:lnTo>
                    <a:pt x="2112968" y="3175269"/>
                  </a:lnTo>
                  <a:lnTo>
                    <a:pt x="2113062" y="3175269"/>
                  </a:lnTo>
                  <a:lnTo>
                    <a:pt x="2113155" y="3175269"/>
                  </a:lnTo>
                  <a:lnTo>
                    <a:pt x="2113248" y="3175269"/>
                  </a:lnTo>
                  <a:lnTo>
                    <a:pt x="2113341" y="3175269"/>
                  </a:lnTo>
                  <a:lnTo>
                    <a:pt x="2113435" y="3175269"/>
                  </a:lnTo>
                  <a:lnTo>
                    <a:pt x="2113528" y="3175269"/>
                  </a:lnTo>
                  <a:lnTo>
                    <a:pt x="2113621" y="3175269"/>
                  </a:lnTo>
                  <a:lnTo>
                    <a:pt x="2113714" y="3175269"/>
                  </a:lnTo>
                  <a:lnTo>
                    <a:pt x="2113808" y="3175269"/>
                  </a:lnTo>
                  <a:lnTo>
                    <a:pt x="2113901" y="3175269"/>
                  </a:lnTo>
                  <a:lnTo>
                    <a:pt x="2113994" y="3175269"/>
                  </a:lnTo>
                  <a:lnTo>
                    <a:pt x="2114087" y="3175269"/>
                  </a:lnTo>
                  <a:lnTo>
                    <a:pt x="2114181" y="3175269"/>
                  </a:lnTo>
                  <a:lnTo>
                    <a:pt x="2114274" y="3175269"/>
                  </a:lnTo>
                  <a:lnTo>
                    <a:pt x="2114367" y="3175269"/>
                  </a:lnTo>
                  <a:lnTo>
                    <a:pt x="2114460" y="3175269"/>
                  </a:lnTo>
                  <a:lnTo>
                    <a:pt x="2114554" y="3175269"/>
                  </a:lnTo>
                  <a:lnTo>
                    <a:pt x="2114647" y="3175269"/>
                  </a:lnTo>
                  <a:lnTo>
                    <a:pt x="2114740" y="3175269"/>
                  </a:lnTo>
                  <a:lnTo>
                    <a:pt x="2114833" y="3175269"/>
                  </a:lnTo>
                  <a:lnTo>
                    <a:pt x="2114927" y="3175269"/>
                  </a:lnTo>
                  <a:lnTo>
                    <a:pt x="2115020" y="3175269"/>
                  </a:lnTo>
                  <a:lnTo>
                    <a:pt x="2115113" y="3175269"/>
                  </a:lnTo>
                  <a:lnTo>
                    <a:pt x="2115206" y="3175269"/>
                  </a:lnTo>
                  <a:lnTo>
                    <a:pt x="2115300" y="3175269"/>
                  </a:lnTo>
                  <a:lnTo>
                    <a:pt x="2115393" y="3175269"/>
                  </a:lnTo>
                  <a:lnTo>
                    <a:pt x="2115486" y="3175269"/>
                  </a:lnTo>
                  <a:lnTo>
                    <a:pt x="2115579" y="3175269"/>
                  </a:lnTo>
                  <a:lnTo>
                    <a:pt x="2115673" y="3175269"/>
                  </a:lnTo>
                  <a:lnTo>
                    <a:pt x="2115766" y="3175269"/>
                  </a:lnTo>
                  <a:lnTo>
                    <a:pt x="2115859" y="3175269"/>
                  </a:lnTo>
                  <a:lnTo>
                    <a:pt x="2115952" y="3175269"/>
                  </a:lnTo>
                  <a:lnTo>
                    <a:pt x="2116045" y="3175269"/>
                  </a:lnTo>
                  <a:lnTo>
                    <a:pt x="2116139" y="3175269"/>
                  </a:lnTo>
                  <a:lnTo>
                    <a:pt x="2116232" y="3175269"/>
                  </a:lnTo>
                  <a:lnTo>
                    <a:pt x="2116325" y="3175269"/>
                  </a:lnTo>
                  <a:lnTo>
                    <a:pt x="2116418" y="3175269"/>
                  </a:lnTo>
                  <a:lnTo>
                    <a:pt x="2116512" y="3175269"/>
                  </a:lnTo>
                  <a:lnTo>
                    <a:pt x="2116605" y="3175269"/>
                  </a:lnTo>
                  <a:lnTo>
                    <a:pt x="2116698" y="3175269"/>
                  </a:lnTo>
                  <a:lnTo>
                    <a:pt x="2116791" y="3175269"/>
                  </a:lnTo>
                  <a:lnTo>
                    <a:pt x="2116885" y="3175269"/>
                  </a:lnTo>
                  <a:lnTo>
                    <a:pt x="2116978" y="3175269"/>
                  </a:lnTo>
                  <a:lnTo>
                    <a:pt x="2117071" y="3175269"/>
                  </a:lnTo>
                  <a:lnTo>
                    <a:pt x="2117164" y="3175269"/>
                  </a:lnTo>
                  <a:lnTo>
                    <a:pt x="2117258" y="3175269"/>
                  </a:lnTo>
                  <a:lnTo>
                    <a:pt x="2117351" y="3175269"/>
                  </a:lnTo>
                  <a:lnTo>
                    <a:pt x="2117444" y="3175269"/>
                  </a:lnTo>
                  <a:lnTo>
                    <a:pt x="2117537" y="3175269"/>
                  </a:lnTo>
                  <a:lnTo>
                    <a:pt x="2117537" y="3165315"/>
                  </a:lnTo>
                  <a:lnTo>
                    <a:pt x="2117631" y="3165315"/>
                  </a:lnTo>
                  <a:lnTo>
                    <a:pt x="2117724" y="3165315"/>
                  </a:lnTo>
                  <a:lnTo>
                    <a:pt x="2117817" y="3165315"/>
                  </a:lnTo>
                  <a:lnTo>
                    <a:pt x="2117910" y="3165315"/>
                  </a:lnTo>
                  <a:lnTo>
                    <a:pt x="2118004" y="3165315"/>
                  </a:lnTo>
                  <a:lnTo>
                    <a:pt x="2118097" y="3165315"/>
                  </a:lnTo>
                  <a:lnTo>
                    <a:pt x="2118190" y="3165315"/>
                  </a:lnTo>
                  <a:lnTo>
                    <a:pt x="2118283" y="3165315"/>
                  </a:lnTo>
                  <a:lnTo>
                    <a:pt x="2118377" y="3165315"/>
                  </a:lnTo>
                  <a:lnTo>
                    <a:pt x="2118470" y="3165315"/>
                  </a:lnTo>
                  <a:lnTo>
                    <a:pt x="2118563" y="3165315"/>
                  </a:lnTo>
                  <a:lnTo>
                    <a:pt x="2118656" y="3165315"/>
                  </a:lnTo>
                  <a:lnTo>
                    <a:pt x="2118750" y="3165315"/>
                  </a:lnTo>
                  <a:lnTo>
                    <a:pt x="2118843" y="3165315"/>
                  </a:lnTo>
                  <a:lnTo>
                    <a:pt x="2118936" y="3165315"/>
                  </a:lnTo>
                  <a:lnTo>
                    <a:pt x="2119029" y="3165315"/>
                  </a:lnTo>
                  <a:lnTo>
                    <a:pt x="2119029" y="3155361"/>
                  </a:lnTo>
                  <a:lnTo>
                    <a:pt x="2119123" y="3155361"/>
                  </a:lnTo>
                  <a:lnTo>
                    <a:pt x="2119216" y="3155361"/>
                  </a:lnTo>
                  <a:lnTo>
                    <a:pt x="2119309" y="3155361"/>
                  </a:lnTo>
                  <a:lnTo>
                    <a:pt x="2119402" y="3155361"/>
                  </a:lnTo>
                  <a:lnTo>
                    <a:pt x="2119496" y="3155361"/>
                  </a:lnTo>
                  <a:lnTo>
                    <a:pt x="2119589" y="3155361"/>
                  </a:lnTo>
                  <a:lnTo>
                    <a:pt x="2119682" y="3155361"/>
                  </a:lnTo>
                  <a:lnTo>
                    <a:pt x="2119775" y="3155361"/>
                  </a:lnTo>
                  <a:lnTo>
                    <a:pt x="2119869" y="3155361"/>
                  </a:lnTo>
                  <a:lnTo>
                    <a:pt x="2119962" y="3155361"/>
                  </a:lnTo>
                  <a:lnTo>
                    <a:pt x="2120055" y="3155361"/>
                  </a:lnTo>
                  <a:lnTo>
                    <a:pt x="2120148" y="3155361"/>
                  </a:lnTo>
                  <a:lnTo>
                    <a:pt x="2120242" y="3155361"/>
                  </a:lnTo>
                  <a:lnTo>
                    <a:pt x="2120335" y="3155361"/>
                  </a:lnTo>
                  <a:lnTo>
                    <a:pt x="2120428" y="3155361"/>
                  </a:lnTo>
                  <a:lnTo>
                    <a:pt x="2120521" y="3155361"/>
                  </a:lnTo>
                  <a:lnTo>
                    <a:pt x="2120615" y="3155361"/>
                  </a:lnTo>
                  <a:lnTo>
                    <a:pt x="2120708" y="3155361"/>
                  </a:lnTo>
                  <a:lnTo>
                    <a:pt x="2120801" y="3155361"/>
                  </a:lnTo>
                  <a:lnTo>
                    <a:pt x="2120894" y="3155361"/>
                  </a:lnTo>
                  <a:lnTo>
                    <a:pt x="2120988" y="3155361"/>
                  </a:lnTo>
                  <a:lnTo>
                    <a:pt x="2121081" y="3155361"/>
                  </a:lnTo>
                  <a:lnTo>
                    <a:pt x="2121174" y="3155361"/>
                  </a:lnTo>
                  <a:lnTo>
                    <a:pt x="2121267" y="3155361"/>
                  </a:lnTo>
                  <a:lnTo>
                    <a:pt x="2121361" y="3155361"/>
                  </a:lnTo>
                  <a:lnTo>
                    <a:pt x="2121454" y="3155361"/>
                  </a:lnTo>
                  <a:lnTo>
                    <a:pt x="2121547" y="3155361"/>
                  </a:lnTo>
                  <a:lnTo>
                    <a:pt x="2121640" y="3155361"/>
                  </a:lnTo>
                  <a:lnTo>
                    <a:pt x="2121734" y="3155361"/>
                  </a:lnTo>
                  <a:lnTo>
                    <a:pt x="2121827" y="3155361"/>
                  </a:lnTo>
                  <a:lnTo>
                    <a:pt x="2121920" y="3155361"/>
                  </a:lnTo>
                  <a:lnTo>
                    <a:pt x="2122013" y="3155361"/>
                  </a:lnTo>
                  <a:lnTo>
                    <a:pt x="2122107" y="3155361"/>
                  </a:lnTo>
                  <a:lnTo>
                    <a:pt x="2122200" y="3155361"/>
                  </a:lnTo>
                  <a:lnTo>
                    <a:pt x="2122293" y="3155361"/>
                  </a:lnTo>
                  <a:lnTo>
                    <a:pt x="2122386" y="3155361"/>
                  </a:lnTo>
                  <a:lnTo>
                    <a:pt x="2122480" y="3155361"/>
                  </a:lnTo>
                  <a:lnTo>
                    <a:pt x="2122573" y="3155361"/>
                  </a:lnTo>
                  <a:lnTo>
                    <a:pt x="2122666" y="3155361"/>
                  </a:lnTo>
                  <a:lnTo>
                    <a:pt x="2122759" y="3155361"/>
                  </a:lnTo>
                  <a:lnTo>
                    <a:pt x="2122853" y="3155361"/>
                  </a:lnTo>
                  <a:lnTo>
                    <a:pt x="2122946" y="3155361"/>
                  </a:lnTo>
                  <a:lnTo>
                    <a:pt x="2123039" y="3155361"/>
                  </a:lnTo>
                  <a:lnTo>
                    <a:pt x="2123132" y="3155361"/>
                  </a:lnTo>
                  <a:lnTo>
                    <a:pt x="2123225" y="3155361"/>
                  </a:lnTo>
                  <a:lnTo>
                    <a:pt x="2123319" y="3155361"/>
                  </a:lnTo>
                  <a:lnTo>
                    <a:pt x="2123412" y="3155361"/>
                  </a:lnTo>
                  <a:lnTo>
                    <a:pt x="2123505" y="3155361"/>
                  </a:lnTo>
                  <a:lnTo>
                    <a:pt x="2123598" y="3155361"/>
                  </a:lnTo>
                  <a:lnTo>
                    <a:pt x="2123692" y="3155361"/>
                  </a:lnTo>
                  <a:lnTo>
                    <a:pt x="2123785" y="3155361"/>
                  </a:lnTo>
                  <a:lnTo>
                    <a:pt x="2123878" y="3155361"/>
                  </a:lnTo>
                  <a:lnTo>
                    <a:pt x="2123971" y="3155361"/>
                  </a:lnTo>
                  <a:lnTo>
                    <a:pt x="2124065" y="3155361"/>
                  </a:lnTo>
                  <a:lnTo>
                    <a:pt x="2124158" y="3155361"/>
                  </a:lnTo>
                  <a:lnTo>
                    <a:pt x="2124251" y="3155361"/>
                  </a:lnTo>
                  <a:lnTo>
                    <a:pt x="2124344" y="3155361"/>
                  </a:lnTo>
                  <a:lnTo>
                    <a:pt x="2124438" y="3155361"/>
                  </a:lnTo>
                  <a:lnTo>
                    <a:pt x="2124531" y="3155361"/>
                  </a:lnTo>
                  <a:lnTo>
                    <a:pt x="2124624" y="3155361"/>
                  </a:lnTo>
                  <a:lnTo>
                    <a:pt x="2124717" y="3155361"/>
                  </a:lnTo>
                  <a:lnTo>
                    <a:pt x="2124811" y="3155361"/>
                  </a:lnTo>
                  <a:lnTo>
                    <a:pt x="2124904" y="3155361"/>
                  </a:lnTo>
                  <a:lnTo>
                    <a:pt x="2124997" y="3155361"/>
                  </a:lnTo>
                  <a:lnTo>
                    <a:pt x="2125090" y="3155361"/>
                  </a:lnTo>
                  <a:lnTo>
                    <a:pt x="2125184" y="3155361"/>
                  </a:lnTo>
                  <a:lnTo>
                    <a:pt x="2125277" y="3155361"/>
                  </a:lnTo>
                  <a:lnTo>
                    <a:pt x="2125370" y="3155361"/>
                  </a:lnTo>
                  <a:lnTo>
                    <a:pt x="2125463" y="3155361"/>
                  </a:lnTo>
                  <a:lnTo>
                    <a:pt x="2125557" y="3155361"/>
                  </a:lnTo>
                  <a:lnTo>
                    <a:pt x="2125650" y="3155361"/>
                  </a:lnTo>
                  <a:lnTo>
                    <a:pt x="2125743" y="3155361"/>
                  </a:lnTo>
                  <a:lnTo>
                    <a:pt x="2125836" y="3155361"/>
                  </a:lnTo>
                  <a:lnTo>
                    <a:pt x="2125930" y="3155361"/>
                  </a:lnTo>
                  <a:lnTo>
                    <a:pt x="2126023" y="3155361"/>
                  </a:lnTo>
                  <a:lnTo>
                    <a:pt x="2126116" y="3155361"/>
                  </a:lnTo>
                  <a:lnTo>
                    <a:pt x="2126209" y="3155361"/>
                  </a:lnTo>
                  <a:lnTo>
                    <a:pt x="2126303" y="3155361"/>
                  </a:lnTo>
                  <a:lnTo>
                    <a:pt x="2126396" y="3155361"/>
                  </a:lnTo>
                  <a:lnTo>
                    <a:pt x="2126489" y="3155361"/>
                  </a:lnTo>
                  <a:lnTo>
                    <a:pt x="2126582" y="3155361"/>
                  </a:lnTo>
                  <a:lnTo>
                    <a:pt x="2126676" y="3155361"/>
                  </a:lnTo>
                  <a:lnTo>
                    <a:pt x="2126769" y="3155361"/>
                  </a:lnTo>
                  <a:lnTo>
                    <a:pt x="2126862" y="3155361"/>
                  </a:lnTo>
                  <a:lnTo>
                    <a:pt x="2126955" y="3155361"/>
                  </a:lnTo>
                  <a:lnTo>
                    <a:pt x="2127049" y="3155361"/>
                  </a:lnTo>
                  <a:lnTo>
                    <a:pt x="2127142" y="3155361"/>
                  </a:lnTo>
                  <a:lnTo>
                    <a:pt x="2127235" y="3155361"/>
                  </a:lnTo>
                  <a:lnTo>
                    <a:pt x="2127328" y="3155361"/>
                  </a:lnTo>
                  <a:lnTo>
                    <a:pt x="2127422" y="3155361"/>
                  </a:lnTo>
                  <a:lnTo>
                    <a:pt x="2127515" y="3155361"/>
                  </a:lnTo>
                  <a:lnTo>
                    <a:pt x="2127608" y="3155361"/>
                  </a:lnTo>
                  <a:lnTo>
                    <a:pt x="2127701" y="3155361"/>
                  </a:lnTo>
                  <a:lnTo>
                    <a:pt x="2127795" y="3155361"/>
                  </a:lnTo>
                  <a:lnTo>
                    <a:pt x="2127888" y="3155361"/>
                  </a:lnTo>
                  <a:lnTo>
                    <a:pt x="2127981" y="3155361"/>
                  </a:lnTo>
                  <a:lnTo>
                    <a:pt x="2128074" y="3155361"/>
                  </a:lnTo>
                  <a:lnTo>
                    <a:pt x="2128168" y="3155361"/>
                  </a:lnTo>
                  <a:lnTo>
                    <a:pt x="2128261" y="3155361"/>
                  </a:lnTo>
                  <a:lnTo>
                    <a:pt x="2128354" y="3155361"/>
                  </a:lnTo>
                  <a:lnTo>
                    <a:pt x="2128447" y="3155361"/>
                  </a:lnTo>
                  <a:lnTo>
                    <a:pt x="2128541" y="3155361"/>
                  </a:lnTo>
                  <a:lnTo>
                    <a:pt x="2128634" y="3155361"/>
                  </a:lnTo>
                  <a:lnTo>
                    <a:pt x="2128727" y="3155361"/>
                  </a:lnTo>
                  <a:lnTo>
                    <a:pt x="2128820" y="3155361"/>
                  </a:lnTo>
                  <a:lnTo>
                    <a:pt x="2128914" y="3155361"/>
                  </a:lnTo>
                  <a:lnTo>
                    <a:pt x="2129007" y="3155361"/>
                  </a:lnTo>
                  <a:lnTo>
                    <a:pt x="2129100" y="3155361"/>
                  </a:lnTo>
                  <a:lnTo>
                    <a:pt x="2129193" y="3155361"/>
                  </a:lnTo>
                  <a:lnTo>
                    <a:pt x="2129287" y="3155361"/>
                  </a:lnTo>
                  <a:lnTo>
                    <a:pt x="2129380" y="3155361"/>
                  </a:lnTo>
                  <a:lnTo>
                    <a:pt x="2129473" y="3155361"/>
                  </a:lnTo>
                  <a:lnTo>
                    <a:pt x="2129566" y="3155361"/>
                  </a:lnTo>
                  <a:lnTo>
                    <a:pt x="2129660" y="3155361"/>
                  </a:lnTo>
                  <a:lnTo>
                    <a:pt x="2129753" y="3155361"/>
                  </a:lnTo>
                  <a:lnTo>
                    <a:pt x="2129846" y="3155361"/>
                  </a:lnTo>
                  <a:lnTo>
                    <a:pt x="2129939" y="3155361"/>
                  </a:lnTo>
                  <a:lnTo>
                    <a:pt x="2130032" y="3155361"/>
                  </a:lnTo>
                  <a:lnTo>
                    <a:pt x="2130126" y="3155361"/>
                  </a:lnTo>
                  <a:lnTo>
                    <a:pt x="2130219" y="3155361"/>
                  </a:lnTo>
                  <a:lnTo>
                    <a:pt x="2130312" y="3155361"/>
                  </a:lnTo>
                  <a:lnTo>
                    <a:pt x="2130405" y="3155361"/>
                  </a:lnTo>
                  <a:lnTo>
                    <a:pt x="2130499" y="3155361"/>
                  </a:lnTo>
                  <a:lnTo>
                    <a:pt x="2130592" y="3155361"/>
                  </a:lnTo>
                  <a:lnTo>
                    <a:pt x="2130685" y="3155361"/>
                  </a:lnTo>
                  <a:lnTo>
                    <a:pt x="2130778" y="3155361"/>
                  </a:lnTo>
                  <a:lnTo>
                    <a:pt x="2130872" y="3155361"/>
                  </a:lnTo>
                  <a:lnTo>
                    <a:pt x="2130965" y="3155361"/>
                  </a:lnTo>
                  <a:lnTo>
                    <a:pt x="2131058" y="3155361"/>
                  </a:lnTo>
                  <a:lnTo>
                    <a:pt x="2131151" y="3155361"/>
                  </a:lnTo>
                  <a:lnTo>
                    <a:pt x="2131245" y="3155361"/>
                  </a:lnTo>
                  <a:lnTo>
                    <a:pt x="2131338" y="3155361"/>
                  </a:lnTo>
                  <a:lnTo>
                    <a:pt x="2131431" y="3155361"/>
                  </a:lnTo>
                  <a:lnTo>
                    <a:pt x="2131524" y="3155361"/>
                  </a:lnTo>
                  <a:lnTo>
                    <a:pt x="2131618" y="3155361"/>
                  </a:lnTo>
                  <a:lnTo>
                    <a:pt x="2131711" y="3155361"/>
                  </a:lnTo>
                  <a:lnTo>
                    <a:pt x="2131804" y="3155361"/>
                  </a:lnTo>
                  <a:lnTo>
                    <a:pt x="2131897" y="3155361"/>
                  </a:lnTo>
                  <a:lnTo>
                    <a:pt x="2131991" y="3155361"/>
                  </a:lnTo>
                  <a:lnTo>
                    <a:pt x="2132084" y="3155361"/>
                  </a:lnTo>
                  <a:lnTo>
                    <a:pt x="2132177" y="3155361"/>
                  </a:lnTo>
                  <a:lnTo>
                    <a:pt x="2132270" y="3155361"/>
                  </a:lnTo>
                  <a:lnTo>
                    <a:pt x="2132364" y="3155361"/>
                  </a:lnTo>
                  <a:lnTo>
                    <a:pt x="2132457" y="3155361"/>
                  </a:lnTo>
                  <a:lnTo>
                    <a:pt x="2132550" y="3155361"/>
                  </a:lnTo>
                  <a:lnTo>
                    <a:pt x="2132643" y="3155361"/>
                  </a:lnTo>
                  <a:lnTo>
                    <a:pt x="2132737" y="3155361"/>
                  </a:lnTo>
                  <a:lnTo>
                    <a:pt x="2132830" y="3155361"/>
                  </a:lnTo>
                  <a:lnTo>
                    <a:pt x="2132923" y="3155361"/>
                  </a:lnTo>
                  <a:lnTo>
                    <a:pt x="2133016" y="3155361"/>
                  </a:lnTo>
                  <a:lnTo>
                    <a:pt x="2133110" y="3155361"/>
                  </a:lnTo>
                  <a:lnTo>
                    <a:pt x="2133203" y="3155361"/>
                  </a:lnTo>
                  <a:lnTo>
                    <a:pt x="2133296" y="3155361"/>
                  </a:lnTo>
                  <a:lnTo>
                    <a:pt x="2133389" y="3155361"/>
                  </a:lnTo>
                  <a:lnTo>
                    <a:pt x="2133483" y="3155361"/>
                  </a:lnTo>
                  <a:lnTo>
                    <a:pt x="2133576" y="3155361"/>
                  </a:lnTo>
                  <a:lnTo>
                    <a:pt x="2133669" y="3155361"/>
                  </a:lnTo>
                  <a:lnTo>
                    <a:pt x="2133762" y="3155361"/>
                  </a:lnTo>
                  <a:lnTo>
                    <a:pt x="2133856" y="3155361"/>
                  </a:lnTo>
                  <a:lnTo>
                    <a:pt x="2133949" y="3155361"/>
                  </a:lnTo>
                  <a:lnTo>
                    <a:pt x="2134042" y="3155361"/>
                  </a:lnTo>
                  <a:lnTo>
                    <a:pt x="2134135" y="3155361"/>
                  </a:lnTo>
                  <a:lnTo>
                    <a:pt x="2134229" y="3155361"/>
                  </a:lnTo>
                  <a:lnTo>
                    <a:pt x="2134322" y="3155361"/>
                  </a:lnTo>
                  <a:lnTo>
                    <a:pt x="2134415" y="3155361"/>
                  </a:lnTo>
                  <a:lnTo>
                    <a:pt x="2134508" y="3155361"/>
                  </a:lnTo>
                  <a:lnTo>
                    <a:pt x="2134602" y="3155361"/>
                  </a:lnTo>
                  <a:lnTo>
                    <a:pt x="2134602" y="3145407"/>
                  </a:lnTo>
                  <a:lnTo>
                    <a:pt x="2134695" y="3145407"/>
                  </a:lnTo>
                  <a:lnTo>
                    <a:pt x="2134788" y="3145407"/>
                  </a:lnTo>
                  <a:lnTo>
                    <a:pt x="2134881" y="3145407"/>
                  </a:lnTo>
                  <a:lnTo>
                    <a:pt x="2134975" y="3145407"/>
                  </a:lnTo>
                  <a:lnTo>
                    <a:pt x="2135068" y="3145407"/>
                  </a:lnTo>
                  <a:lnTo>
                    <a:pt x="2135161" y="3145407"/>
                  </a:lnTo>
                  <a:lnTo>
                    <a:pt x="2135254" y="3145407"/>
                  </a:lnTo>
                  <a:lnTo>
                    <a:pt x="2135348" y="3145407"/>
                  </a:lnTo>
                  <a:lnTo>
                    <a:pt x="2135441" y="3145407"/>
                  </a:lnTo>
                  <a:lnTo>
                    <a:pt x="2135534" y="3145407"/>
                  </a:lnTo>
                  <a:lnTo>
                    <a:pt x="2135627" y="3145407"/>
                  </a:lnTo>
                  <a:lnTo>
                    <a:pt x="2135721" y="3145407"/>
                  </a:lnTo>
                  <a:lnTo>
                    <a:pt x="2135814" y="3145407"/>
                  </a:lnTo>
                  <a:lnTo>
                    <a:pt x="2135907" y="3145407"/>
                  </a:lnTo>
                  <a:lnTo>
                    <a:pt x="2136000" y="3145407"/>
                  </a:lnTo>
                  <a:lnTo>
                    <a:pt x="2136094" y="3145407"/>
                  </a:lnTo>
                  <a:lnTo>
                    <a:pt x="2136187" y="3145407"/>
                  </a:lnTo>
                  <a:lnTo>
                    <a:pt x="2136280" y="3145407"/>
                  </a:lnTo>
                  <a:lnTo>
                    <a:pt x="2136373" y="3145407"/>
                  </a:lnTo>
                  <a:lnTo>
                    <a:pt x="2136467" y="3145407"/>
                  </a:lnTo>
                  <a:lnTo>
                    <a:pt x="2136560" y="3145407"/>
                  </a:lnTo>
                  <a:lnTo>
                    <a:pt x="2136653" y="3145407"/>
                  </a:lnTo>
                  <a:lnTo>
                    <a:pt x="2136746" y="3145407"/>
                  </a:lnTo>
                  <a:lnTo>
                    <a:pt x="2136840" y="3145407"/>
                  </a:lnTo>
                  <a:lnTo>
                    <a:pt x="2136933" y="3145407"/>
                  </a:lnTo>
                  <a:lnTo>
                    <a:pt x="2137026" y="3145407"/>
                  </a:lnTo>
                  <a:lnTo>
                    <a:pt x="2137119" y="3145407"/>
                  </a:lnTo>
                  <a:lnTo>
                    <a:pt x="2137212" y="3145407"/>
                  </a:lnTo>
                  <a:lnTo>
                    <a:pt x="2137306" y="3145407"/>
                  </a:lnTo>
                  <a:lnTo>
                    <a:pt x="2137399" y="3145407"/>
                  </a:lnTo>
                  <a:lnTo>
                    <a:pt x="2137492" y="3145407"/>
                  </a:lnTo>
                  <a:lnTo>
                    <a:pt x="2137585" y="3145407"/>
                  </a:lnTo>
                  <a:lnTo>
                    <a:pt x="2137679" y="3145407"/>
                  </a:lnTo>
                  <a:lnTo>
                    <a:pt x="2137772" y="3145407"/>
                  </a:lnTo>
                  <a:lnTo>
                    <a:pt x="2137865" y="3145407"/>
                  </a:lnTo>
                  <a:lnTo>
                    <a:pt x="2137958" y="3145407"/>
                  </a:lnTo>
                  <a:lnTo>
                    <a:pt x="2138052" y="3145407"/>
                  </a:lnTo>
                  <a:lnTo>
                    <a:pt x="2138145" y="3145407"/>
                  </a:lnTo>
                  <a:lnTo>
                    <a:pt x="2138238" y="3145407"/>
                  </a:lnTo>
                  <a:lnTo>
                    <a:pt x="2138331" y="3145407"/>
                  </a:lnTo>
                  <a:lnTo>
                    <a:pt x="2138425" y="3145407"/>
                  </a:lnTo>
                  <a:lnTo>
                    <a:pt x="2138518" y="3145407"/>
                  </a:lnTo>
                  <a:lnTo>
                    <a:pt x="2138611" y="3145407"/>
                  </a:lnTo>
                  <a:lnTo>
                    <a:pt x="2138704" y="3145407"/>
                  </a:lnTo>
                  <a:lnTo>
                    <a:pt x="2138798" y="3145407"/>
                  </a:lnTo>
                  <a:lnTo>
                    <a:pt x="2138891" y="3145407"/>
                  </a:lnTo>
                  <a:lnTo>
                    <a:pt x="2138984" y="3145407"/>
                  </a:lnTo>
                  <a:lnTo>
                    <a:pt x="2139077" y="3145407"/>
                  </a:lnTo>
                  <a:lnTo>
                    <a:pt x="2139171" y="3145407"/>
                  </a:lnTo>
                  <a:lnTo>
                    <a:pt x="2139264" y="3145407"/>
                  </a:lnTo>
                  <a:lnTo>
                    <a:pt x="2139357" y="3145407"/>
                  </a:lnTo>
                  <a:lnTo>
                    <a:pt x="2139450" y="3145407"/>
                  </a:lnTo>
                  <a:lnTo>
                    <a:pt x="2139544" y="3145407"/>
                  </a:lnTo>
                  <a:lnTo>
                    <a:pt x="2139637" y="3145407"/>
                  </a:lnTo>
                  <a:lnTo>
                    <a:pt x="2139730" y="3145407"/>
                  </a:lnTo>
                  <a:lnTo>
                    <a:pt x="2139823" y="3145407"/>
                  </a:lnTo>
                  <a:lnTo>
                    <a:pt x="2139917" y="3145407"/>
                  </a:lnTo>
                  <a:lnTo>
                    <a:pt x="2140010" y="3145407"/>
                  </a:lnTo>
                  <a:lnTo>
                    <a:pt x="2140103" y="3145407"/>
                  </a:lnTo>
                  <a:lnTo>
                    <a:pt x="2140196" y="3145407"/>
                  </a:lnTo>
                  <a:lnTo>
                    <a:pt x="2140290" y="3145407"/>
                  </a:lnTo>
                  <a:lnTo>
                    <a:pt x="2140383" y="3145407"/>
                  </a:lnTo>
                  <a:lnTo>
                    <a:pt x="2140476" y="3145407"/>
                  </a:lnTo>
                  <a:lnTo>
                    <a:pt x="2140569" y="3145407"/>
                  </a:lnTo>
                  <a:lnTo>
                    <a:pt x="2140663" y="3145407"/>
                  </a:lnTo>
                  <a:lnTo>
                    <a:pt x="2140756" y="3145407"/>
                  </a:lnTo>
                  <a:lnTo>
                    <a:pt x="2140849" y="3145407"/>
                  </a:lnTo>
                  <a:lnTo>
                    <a:pt x="2140942" y="3145407"/>
                  </a:lnTo>
                  <a:lnTo>
                    <a:pt x="2141036" y="3145407"/>
                  </a:lnTo>
                  <a:lnTo>
                    <a:pt x="2141129" y="3145407"/>
                  </a:lnTo>
                  <a:lnTo>
                    <a:pt x="2141222" y="3145407"/>
                  </a:lnTo>
                  <a:lnTo>
                    <a:pt x="2141315" y="3145407"/>
                  </a:lnTo>
                  <a:lnTo>
                    <a:pt x="2141409" y="3145407"/>
                  </a:lnTo>
                  <a:lnTo>
                    <a:pt x="2141502" y="3145407"/>
                  </a:lnTo>
                  <a:lnTo>
                    <a:pt x="2141595" y="3145407"/>
                  </a:lnTo>
                  <a:lnTo>
                    <a:pt x="2141688" y="3145407"/>
                  </a:lnTo>
                  <a:lnTo>
                    <a:pt x="2141782" y="3145407"/>
                  </a:lnTo>
                  <a:lnTo>
                    <a:pt x="2141875" y="3145407"/>
                  </a:lnTo>
                  <a:lnTo>
                    <a:pt x="2141968" y="3145407"/>
                  </a:lnTo>
                  <a:lnTo>
                    <a:pt x="2142061" y="3145407"/>
                  </a:lnTo>
                  <a:lnTo>
                    <a:pt x="2142155" y="3145407"/>
                  </a:lnTo>
                  <a:lnTo>
                    <a:pt x="2142248" y="3145407"/>
                  </a:lnTo>
                  <a:lnTo>
                    <a:pt x="2142341" y="3145407"/>
                  </a:lnTo>
                  <a:lnTo>
                    <a:pt x="2142434" y="3145407"/>
                  </a:lnTo>
                  <a:lnTo>
                    <a:pt x="2142528" y="3145407"/>
                  </a:lnTo>
                  <a:lnTo>
                    <a:pt x="2142621" y="3145407"/>
                  </a:lnTo>
                  <a:lnTo>
                    <a:pt x="2142714" y="3145407"/>
                  </a:lnTo>
                  <a:lnTo>
                    <a:pt x="2142807" y="3145407"/>
                  </a:lnTo>
                  <a:lnTo>
                    <a:pt x="2142901" y="3145407"/>
                  </a:lnTo>
                  <a:lnTo>
                    <a:pt x="2142994" y="3145407"/>
                  </a:lnTo>
                  <a:lnTo>
                    <a:pt x="2143087" y="3145407"/>
                  </a:lnTo>
                  <a:lnTo>
                    <a:pt x="2143180" y="3145407"/>
                  </a:lnTo>
                  <a:lnTo>
                    <a:pt x="2143274" y="3145407"/>
                  </a:lnTo>
                  <a:lnTo>
                    <a:pt x="2143367" y="3145407"/>
                  </a:lnTo>
                  <a:lnTo>
                    <a:pt x="2143460" y="3145407"/>
                  </a:lnTo>
                  <a:lnTo>
                    <a:pt x="2143553" y="3145407"/>
                  </a:lnTo>
                  <a:lnTo>
                    <a:pt x="2143647" y="3145407"/>
                  </a:lnTo>
                  <a:lnTo>
                    <a:pt x="2143740" y="3145407"/>
                  </a:lnTo>
                  <a:lnTo>
                    <a:pt x="2143833" y="3145407"/>
                  </a:lnTo>
                  <a:lnTo>
                    <a:pt x="2143926" y="3145407"/>
                  </a:lnTo>
                  <a:lnTo>
                    <a:pt x="2144019" y="3145407"/>
                  </a:lnTo>
                  <a:lnTo>
                    <a:pt x="2144113" y="3145407"/>
                  </a:lnTo>
                  <a:lnTo>
                    <a:pt x="2144206" y="3145407"/>
                  </a:lnTo>
                  <a:lnTo>
                    <a:pt x="2144299" y="3145407"/>
                  </a:lnTo>
                  <a:lnTo>
                    <a:pt x="2144392" y="3145407"/>
                  </a:lnTo>
                  <a:lnTo>
                    <a:pt x="2144486" y="3145407"/>
                  </a:lnTo>
                  <a:lnTo>
                    <a:pt x="2144579" y="3145407"/>
                  </a:lnTo>
                  <a:lnTo>
                    <a:pt x="2144672" y="3145407"/>
                  </a:lnTo>
                  <a:lnTo>
                    <a:pt x="2144765" y="3145407"/>
                  </a:lnTo>
                  <a:lnTo>
                    <a:pt x="2144859" y="3145407"/>
                  </a:lnTo>
                  <a:lnTo>
                    <a:pt x="2144952" y="3145407"/>
                  </a:lnTo>
                  <a:lnTo>
                    <a:pt x="2145045" y="3145407"/>
                  </a:lnTo>
                  <a:lnTo>
                    <a:pt x="2145138" y="3145407"/>
                  </a:lnTo>
                  <a:lnTo>
                    <a:pt x="2145232" y="3145407"/>
                  </a:lnTo>
                  <a:lnTo>
                    <a:pt x="2145325" y="3145407"/>
                  </a:lnTo>
                  <a:lnTo>
                    <a:pt x="2145418" y="3145407"/>
                  </a:lnTo>
                  <a:lnTo>
                    <a:pt x="2145511" y="3145407"/>
                  </a:lnTo>
                  <a:lnTo>
                    <a:pt x="2145605" y="3145407"/>
                  </a:lnTo>
                  <a:lnTo>
                    <a:pt x="2145698" y="3145407"/>
                  </a:lnTo>
                  <a:lnTo>
                    <a:pt x="2145791" y="3145407"/>
                  </a:lnTo>
                  <a:lnTo>
                    <a:pt x="2145884" y="3145407"/>
                  </a:lnTo>
                  <a:lnTo>
                    <a:pt x="2145978" y="3145407"/>
                  </a:lnTo>
                  <a:lnTo>
                    <a:pt x="2146071" y="3145407"/>
                  </a:lnTo>
                  <a:lnTo>
                    <a:pt x="2146164" y="3145407"/>
                  </a:lnTo>
                  <a:lnTo>
                    <a:pt x="2146257" y="3145407"/>
                  </a:lnTo>
                  <a:lnTo>
                    <a:pt x="2146351" y="3145407"/>
                  </a:lnTo>
                  <a:lnTo>
                    <a:pt x="2146444" y="3145407"/>
                  </a:lnTo>
                  <a:lnTo>
                    <a:pt x="2146537" y="3145407"/>
                  </a:lnTo>
                  <a:lnTo>
                    <a:pt x="2146630" y="3145407"/>
                  </a:lnTo>
                  <a:lnTo>
                    <a:pt x="2146724" y="3145407"/>
                  </a:lnTo>
                  <a:lnTo>
                    <a:pt x="2146817" y="3145407"/>
                  </a:lnTo>
                  <a:lnTo>
                    <a:pt x="2146910" y="3145407"/>
                  </a:lnTo>
                  <a:lnTo>
                    <a:pt x="2147003" y="3145407"/>
                  </a:lnTo>
                  <a:lnTo>
                    <a:pt x="2147097" y="3145407"/>
                  </a:lnTo>
                  <a:lnTo>
                    <a:pt x="2147190" y="3145407"/>
                  </a:lnTo>
                  <a:lnTo>
                    <a:pt x="2147283" y="3145407"/>
                  </a:lnTo>
                  <a:lnTo>
                    <a:pt x="2147376" y="3145407"/>
                  </a:lnTo>
                  <a:lnTo>
                    <a:pt x="2147470" y="3145407"/>
                  </a:lnTo>
                  <a:lnTo>
                    <a:pt x="2147563" y="3145407"/>
                  </a:lnTo>
                  <a:lnTo>
                    <a:pt x="2147656" y="3145407"/>
                  </a:lnTo>
                  <a:lnTo>
                    <a:pt x="2147749" y="3145407"/>
                  </a:lnTo>
                  <a:lnTo>
                    <a:pt x="2147843" y="3145407"/>
                  </a:lnTo>
                  <a:lnTo>
                    <a:pt x="2147936" y="3145407"/>
                  </a:lnTo>
                  <a:lnTo>
                    <a:pt x="2148029" y="3145407"/>
                  </a:lnTo>
                  <a:lnTo>
                    <a:pt x="2148122" y="3145407"/>
                  </a:lnTo>
                  <a:lnTo>
                    <a:pt x="2148216" y="3145407"/>
                  </a:lnTo>
                  <a:lnTo>
                    <a:pt x="2148309" y="3145407"/>
                  </a:lnTo>
                  <a:lnTo>
                    <a:pt x="2148402" y="3145407"/>
                  </a:lnTo>
                  <a:lnTo>
                    <a:pt x="2148495" y="3145407"/>
                  </a:lnTo>
                  <a:lnTo>
                    <a:pt x="2148589" y="3145407"/>
                  </a:lnTo>
                  <a:lnTo>
                    <a:pt x="2148682" y="3145407"/>
                  </a:lnTo>
                  <a:lnTo>
                    <a:pt x="2148775" y="3145407"/>
                  </a:lnTo>
                  <a:lnTo>
                    <a:pt x="2148868" y="3145407"/>
                  </a:lnTo>
                  <a:lnTo>
                    <a:pt x="2148962" y="3145407"/>
                  </a:lnTo>
                  <a:lnTo>
                    <a:pt x="2149055" y="3145407"/>
                  </a:lnTo>
                  <a:lnTo>
                    <a:pt x="2149148" y="3145407"/>
                  </a:lnTo>
                  <a:lnTo>
                    <a:pt x="2149241" y="3145407"/>
                  </a:lnTo>
                  <a:lnTo>
                    <a:pt x="2149335" y="3145407"/>
                  </a:lnTo>
                  <a:lnTo>
                    <a:pt x="2149428" y="3145407"/>
                  </a:lnTo>
                  <a:lnTo>
                    <a:pt x="2149521" y="3145407"/>
                  </a:lnTo>
                  <a:lnTo>
                    <a:pt x="2149614" y="3145407"/>
                  </a:lnTo>
                  <a:lnTo>
                    <a:pt x="2149708" y="3145407"/>
                  </a:lnTo>
                  <a:lnTo>
                    <a:pt x="2149801" y="3145407"/>
                  </a:lnTo>
                  <a:lnTo>
                    <a:pt x="2149894" y="3145407"/>
                  </a:lnTo>
                  <a:lnTo>
                    <a:pt x="2149987" y="3145407"/>
                  </a:lnTo>
                  <a:lnTo>
                    <a:pt x="2150081" y="3145407"/>
                  </a:lnTo>
                  <a:lnTo>
                    <a:pt x="2150174" y="3145407"/>
                  </a:lnTo>
                  <a:lnTo>
                    <a:pt x="2150267" y="3145407"/>
                  </a:lnTo>
                  <a:lnTo>
                    <a:pt x="2150360" y="3145407"/>
                  </a:lnTo>
                  <a:lnTo>
                    <a:pt x="2150454" y="3145407"/>
                  </a:lnTo>
                  <a:lnTo>
                    <a:pt x="2150547" y="3145407"/>
                  </a:lnTo>
                  <a:lnTo>
                    <a:pt x="2150640" y="3145407"/>
                  </a:lnTo>
                  <a:lnTo>
                    <a:pt x="2150733" y="3145407"/>
                  </a:lnTo>
                  <a:lnTo>
                    <a:pt x="2150826" y="3145407"/>
                  </a:lnTo>
                  <a:lnTo>
                    <a:pt x="2150920" y="3145407"/>
                  </a:lnTo>
                  <a:lnTo>
                    <a:pt x="2151013" y="3145407"/>
                  </a:lnTo>
                  <a:lnTo>
                    <a:pt x="2151106" y="3145407"/>
                  </a:lnTo>
                  <a:lnTo>
                    <a:pt x="2151199" y="3145407"/>
                  </a:lnTo>
                  <a:lnTo>
                    <a:pt x="2151293" y="3145407"/>
                  </a:lnTo>
                  <a:lnTo>
                    <a:pt x="2151386" y="3145407"/>
                  </a:lnTo>
                  <a:lnTo>
                    <a:pt x="2151479" y="3145407"/>
                  </a:lnTo>
                  <a:lnTo>
                    <a:pt x="2151572" y="3145407"/>
                  </a:lnTo>
                  <a:lnTo>
                    <a:pt x="2151666" y="3145407"/>
                  </a:lnTo>
                  <a:lnTo>
                    <a:pt x="2151759" y="3145407"/>
                  </a:lnTo>
                  <a:lnTo>
                    <a:pt x="2151852" y="3145407"/>
                  </a:lnTo>
                  <a:lnTo>
                    <a:pt x="2151945" y="3145407"/>
                  </a:lnTo>
                  <a:lnTo>
                    <a:pt x="2152039" y="3145407"/>
                  </a:lnTo>
                  <a:lnTo>
                    <a:pt x="2152132" y="3145407"/>
                  </a:lnTo>
                  <a:lnTo>
                    <a:pt x="2152225" y="3145407"/>
                  </a:lnTo>
                  <a:lnTo>
                    <a:pt x="2152318" y="3145407"/>
                  </a:lnTo>
                  <a:lnTo>
                    <a:pt x="2152412" y="3145407"/>
                  </a:lnTo>
                  <a:lnTo>
                    <a:pt x="2152505" y="3145407"/>
                  </a:lnTo>
                  <a:lnTo>
                    <a:pt x="2152598" y="3145407"/>
                  </a:lnTo>
                  <a:lnTo>
                    <a:pt x="2152691" y="3145407"/>
                  </a:lnTo>
                  <a:lnTo>
                    <a:pt x="2152785" y="3145407"/>
                  </a:lnTo>
                  <a:lnTo>
                    <a:pt x="2152878" y="3145407"/>
                  </a:lnTo>
                  <a:lnTo>
                    <a:pt x="2152971" y="3145407"/>
                  </a:lnTo>
                  <a:lnTo>
                    <a:pt x="2153064" y="3145407"/>
                  </a:lnTo>
                  <a:lnTo>
                    <a:pt x="2153158" y="3145407"/>
                  </a:lnTo>
                  <a:lnTo>
                    <a:pt x="2153251" y="3145407"/>
                  </a:lnTo>
                  <a:lnTo>
                    <a:pt x="2153344" y="3145407"/>
                  </a:lnTo>
                  <a:lnTo>
                    <a:pt x="2153437" y="3145407"/>
                  </a:lnTo>
                  <a:lnTo>
                    <a:pt x="2153531" y="3145407"/>
                  </a:lnTo>
                  <a:lnTo>
                    <a:pt x="2153624" y="3145407"/>
                  </a:lnTo>
                  <a:lnTo>
                    <a:pt x="2153717" y="3145407"/>
                  </a:lnTo>
                  <a:lnTo>
                    <a:pt x="2153810" y="3145407"/>
                  </a:lnTo>
                  <a:lnTo>
                    <a:pt x="2153904" y="3145407"/>
                  </a:lnTo>
                  <a:lnTo>
                    <a:pt x="2153997" y="3145407"/>
                  </a:lnTo>
                  <a:lnTo>
                    <a:pt x="2154090" y="3145407"/>
                  </a:lnTo>
                  <a:lnTo>
                    <a:pt x="2154183" y="3145407"/>
                  </a:lnTo>
                  <a:lnTo>
                    <a:pt x="2154277" y="3145407"/>
                  </a:lnTo>
                  <a:lnTo>
                    <a:pt x="2154370" y="3145407"/>
                  </a:lnTo>
                  <a:lnTo>
                    <a:pt x="2154463" y="3145407"/>
                  </a:lnTo>
                  <a:lnTo>
                    <a:pt x="2154556" y="3145407"/>
                  </a:lnTo>
                  <a:lnTo>
                    <a:pt x="2154650" y="3145407"/>
                  </a:lnTo>
                  <a:lnTo>
                    <a:pt x="2154743" y="3145407"/>
                  </a:lnTo>
                  <a:lnTo>
                    <a:pt x="2154836" y="3145407"/>
                  </a:lnTo>
                  <a:lnTo>
                    <a:pt x="2154929" y="3145407"/>
                  </a:lnTo>
                  <a:lnTo>
                    <a:pt x="2155023" y="3145407"/>
                  </a:lnTo>
                  <a:lnTo>
                    <a:pt x="2155116" y="3145407"/>
                  </a:lnTo>
                  <a:lnTo>
                    <a:pt x="2155209" y="3145407"/>
                  </a:lnTo>
                  <a:lnTo>
                    <a:pt x="2155302" y="3145407"/>
                  </a:lnTo>
                  <a:lnTo>
                    <a:pt x="2155396" y="3145407"/>
                  </a:lnTo>
                  <a:lnTo>
                    <a:pt x="2155489" y="3145407"/>
                  </a:lnTo>
                  <a:lnTo>
                    <a:pt x="2155582" y="3145407"/>
                  </a:lnTo>
                  <a:lnTo>
                    <a:pt x="2155675" y="3145407"/>
                  </a:lnTo>
                  <a:lnTo>
                    <a:pt x="2155769" y="3145407"/>
                  </a:lnTo>
                  <a:lnTo>
                    <a:pt x="2155862" y="3145407"/>
                  </a:lnTo>
                  <a:lnTo>
                    <a:pt x="2155955" y="3145407"/>
                  </a:lnTo>
                  <a:lnTo>
                    <a:pt x="2156048" y="3145407"/>
                  </a:lnTo>
                  <a:lnTo>
                    <a:pt x="2156142" y="3145407"/>
                  </a:lnTo>
                  <a:lnTo>
                    <a:pt x="2156235" y="3145407"/>
                  </a:lnTo>
                  <a:lnTo>
                    <a:pt x="2156328" y="3145407"/>
                  </a:lnTo>
                  <a:lnTo>
                    <a:pt x="2156421" y="3145407"/>
                  </a:lnTo>
                  <a:lnTo>
                    <a:pt x="2156515" y="3145407"/>
                  </a:lnTo>
                  <a:lnTo>
                    <a:pt x="2156608" y="3145407"/>
                  </a:lnTo>
                  <a:lnTo>
                    <a:pt x="2156701" y="3145407"/>
                  </a:lnTo>
                  <a:lnTo>
                    <a:pt x="2156794" y="3145407"/>
                  </a:lnTo>
                  <a:lnTo>
                    <a:pt x="2156888" y="3145407"/>
                  </a:lnTo>
                  <a:lnTo>
                    <a:pt x="2156981" y="3145407"/>
                  </a:lnTo>
                  <a:lnTo>
                    <a:pt x="2157074" y="3145407"/>
                  </a:lnTo>
                  <a:lnTo>
                    <a:pt x="2157167" y="3145407"/>
                  </a:lnTo>
                  <a:lnTo>
                    <a:pt x="2157261" y="3145407"/>
                  </a:lnTo>
                  <a:lnTo>
                    <a:pt x="2157354" y="3145407"/>
                  </a:lnTo>
                  <a:lnTo>
                    <a:pt x="2157447" y="3145407"/>
                  </a:lnTo>
                  <a:lnTo>
                    <a:pt x="2157540" y="3145407"/>
                  </a:lnTo>
                  <a:lnTo>
                    <a:pt x="2157634" y="3145407"/>
                  </a:lnTo>
                  <a:lnTo>
                    <a:pt x="2157634" y="3135454"/>
                  </a:lnTo>
                  <a:lnTo>
                    <a:pt x="2157727" y="3135454"/>
                  </a:lnTo>
                  <a:lnTo>
                    <a:pt x="2157820" y="3135454"/>
                  </a:lnTo>
                  <a:lnTo>
                    <a:pt x="2157913" y="3135454"/>
                  </a:lnTo>
                  <a:lnTo>
                    <a:pt x="2158006" y="3135454"/>
                  </a:lnTo>
                  <a:lnTo>
                    <a:pt x="2158100" y="3135454"/>
                  </a:lnTo>
                  <a:lnTo>
                    <a:pt x="2158193" y="3135454"/>
                  </a:lnTo>
                  <a:lnTo>
                    <a:pt x="2158286" y="3135454"/>
                  </a:lnTo>
                  <a:lnTo>
                    <a:pt x="2158379" y="3135454"/>
                  </a:lnTo>
                  <a:lnTo>
                    <a:pt x="2158473" y="3135454"/>
                  </a:lnTo>
                  <a:lnTo>
                    <a:pt x="2158566" y="3135454"/>
                  </a:lnTo>
                  <a:lnTo>
                    <a:pt x="2158659" y="3135454"/>
                  </a:lnTo>
                  <a:lnTo>
                    <a:pt x="2158752" y="3135454"/>
                  </a:lnTo>
                  <a:lnTo>
                    <a:pt x="2158846" y="3135454"/>
                  </a:lnTo>
                  <a:lnTo>
                    <a:pt x="2158846" y="3125500"/>
                  </a:lnTo>
                  <a:lnTo>
                    <a:pt x="2158939" y="3125500"/>
                  </a:lnTo>
                  <a:lnTo>
                    <a:pt x="2159032" y="3125500"/>
                  </a:lnTo>
                  <a:lnTo>
                    <a:pt x="2159125" y="3125500"/>
                  </a:lnTo>
                  <a:lnTo>
                    <a:pt x="2159219" y="3125500"/>
                  </a:lnTo>
                  <a:lnTo>
                    <a:pt x="2159312" y="3125500"/>
                  </a:lnTo>
                  <a:lnTo>
                    <a:pt x="2159405" y="3125500"/>
                  </a:lnTo>
                  <a:lnTo>
                    <a:pt x="2159498" y="3125500"/>
                  </a:lnTo>
                  <a:lnTo>
                    <a:pt x="2159592" y="3125500"/>
                  </a:lnTo>
                  <a:lnTo>
                    <a:pt x="2159685" y="3125500"/>
                  </a:lnTo>
                  <a:lnTo>
                    <a:pt x="2159778" y="3125500"/>
                  </a:lnTo>
                  <a:lnTo>
                    <a:pt x="2159871" y="3125500"/>
                  </a:lnTo>
                  <a:lnTo>
                    <a:pt x="2159965" y="3125500"/>
                  </a:lnTo>
                  <a:lnTo>
                    <a:pt x="2160058" y="3125500"/>
                  </a:lnTo>
                  <a:lnTo>
                    <a:pt x="2160151" y="3125500"/>
                  </a:lnTo>
                  <a:lnTo>
                    <a:pt x="2160244" y="3125500"/>
                  </a:lnTo>
                  <a:lnTo>
                    <a:pt x="2160338" y="3125500"/>
                  </a:lnTo>
                  <a:lnTo>
                    <a:pt x="2160431" y="3125500"/>
                  </a:lnTo>
                  <a:lnTo>
                    <a:pt x="2160524" y="3125500"/>
                  </a:lnTo>
                  <a:lnTo>
                    <a:pt x="2160617" y="3125500"/>
                  </a:lnTo>
                  <a:lnTo>
                    <a:pt x="2160711" y="3125500"/>
                  </a:lnTo>
                  <a:lnTo>
                    <a:pt x="2160804" y="3125500"/>
                  </a:lnTo>
                  <a:lnTo>
                    <a:pt x="2160897" y="3125500"/>
                  </a:lnTo>
                  <a:lnTo>
                    <a:pt x="2160990" y="3125500"/>
                  </a:lnTo>
                  <a:lnTo>
                    <a:pt x="2161084" y="3125500"/>
                  </a:lnTo>
                  <a:lnTo>
                    <a:pt x="2161177" y="3125500"/>
                  </a:lnTo>
                  <a:lnTo>
                    <a:pt x="2161270" y="3125500"/>
                  </a:lnTo>
                  <a:lnTo>
                    <a:pt x="2161363" y="3125500"/>
                  </a:lnTo>
                  <a:lnTo>
                    <a:pt x="2161457" y="3125500"/>
                  </a:lnTo>
                  <a:lnTo>
                    <a:pt x="2161457" y="3115546"/>
                  </a:lnTo>
                  <a:lnTo>
                    <a:pt x="2161550" y="3115546"/>
                  </a:lnTo>
                  <a:lnTo>
                    <a:pt x="2161643" y="3115546"/>
                  </a:lnTo>
                  <a:lnTo>
                    <a:pt x="2161736" y="3115546"/>
                  </a:lnTo>
                  <a:lnTo>
                    <a:pt x="2161830" y="3115546"/>
                  </a:lnTo>
                  <a:lnTo>
                    <a:pt x="2161923" y="3115546"/>
                  </a:lnTo>
                  <a:lnTo>
                    <a:pt x="2162016" y="3115546"/>
                  </a:lnTo>
                  <a:lnTo>
                    <a:pt x="2162016" y="3105592"/>
                  </a:lnTo>
                  <a:lnTo>
                    <a:pt x="2162109" y="3105592"/>
                  </a:lnTo>
                  <a:lnTo>
                    <a:pt x="2162203" y="3105592"/>
                  </a:lnTo>
                  <a:lnTo>
                    <a:pt x="2162296" y="3105592"/>
                  </a:lnTo>
                  <a:lnTo>
                    <a:pt x="2162389" y="3105592"/>
                  </a:lnTo>
                  <a:lnTo>
                    <a:pt x="2162482" y="3105592"/>
                  </a:lnTo>
                  <a:lnTo>
                    <a:pt x="2162576" y="3105592"/>
                  </a:lnTo>
                  <a:lnTo>
                    <a:pt x="2162669" y="3105592"/>
                  </a:lnTo>
                  <a:lnTo>
                    <a:pt x="2162762" y="3105592"/>
                  </a:lnTo>
                  <a:lnTo>
                    <a:pt x="2162855" y="3105592"/>
                  </a:lnTo>
                  <a:lnTo>
                    <a:pt x="2162949" y="3105592"/>
                  </a:lnTo>
                  <a:lnTo>
                    <a:pt x="2163042" y="3105592"/>
                  </a:lnTo>
                  <a:lnTo>
                    <a:pt x="2163135" y="3105592"/>
                  </a:lnTo>
                  <a:lnTo>
                    <a:pt x="2163228" y="3105592"/>
                  </a:lnTo>
                  <a:lnTo>
                    <a:pt x="2163322" y="3105592"/>
                  </a:lnTo>
                  <a:lnTo>
                    <a:pt x="2163415" y="3105592"/>
                  </a:lnTo>
                  <a:lnTo>
                    <a:pt x="2163508" y="3105592"/>
                  </a:lnTo>
                  <a:lnTo>
                    <a:pt x="2163601" y="3105592"/>
                  </a:lnTo>
                  <a:lnTo>
                    <a:pt x="2163695" y="3105592"/>
                  </a:lnTo>
                  <a:lnTo>
                    <a:pt x="2163788" y="3105592"/>
                  </a:lnTo>
                  <a:lnTo>
                    <a:pt x="2163881" y="3105592"/>
                  </a:lnTo>
                  <a:lnTo>
                    <a:pt x="2163974" y="3105592"/>
                  </a:lnTo>
                  <a:lnTo>
                    <a:pt x="2164068" y="3105592"/>
                  </a:lnTo>
                  <a:lnTo>
                    <a:pt x="2164161" y="3105592"/>
                  </a:lnTo>
                  <a:lnTo>
                    <a:pt x="2164254" y="3105592"/>
                  </a:lnTo>
                  <a:lnTo>
                    <a:pt x="2164347" y="3105592"/>
                  </a:lnTo>
                  <a:lnTo>
                    <a:pt x="2164441" y="3105592"/>
                  </a:lnTo>
                  <a:lnTo>
                    <a:pt x="2164534" y="3105592"/>
                  </a:lnTo>
                  <a:lnTo>
                    <a:pt x="2164627" y="3105592"/>
                  </a:lnTo>
                  <a:lnTo>
                    <a:pt x="2164720" y="3105592"/>
                  </a:lnTo>
                  <a:lnTo>
                    <a:pt x="2164813" y="3105592"/>
                  </a:lnTo>
                  <a:lnTo>
                    <a:pt x="2164907" y="3105592"/>
                  </a:lnTo>
                  <a:lnTo>
                    <a:pt x="2165000" y="3105592"/>
                  </a:lnTo>
                  <a:lnTo>
                    <a:pt x="2165093" y="3105592"/>
                  </a:lnTo>
                  <a:lnTo>
                    <a:pt x="2165186" y="3105592"/>
                  </a:lnTo>
                  <a:lnTo>
                    <a:pt x="2165280" y="3105592"/>
                  </a:lnTo>
                  <a:lnTo>
                    <a:pt x="2165373" y="3105592"/>
                  </a:lnTo>
                  <a:lnTo>
                    <a:pt x="2165466" y="3105592"/>
                  </a:lnTo>
                  <a:lnTo>
                    <a:pt x="2165559" y="3105592"/>
                  </a:lnTo>
                  <a:lnTo>
                    <a:pt x="2165653" y="3105592"/>
                  </a:lnTo>
                  <a:lnTo>
                    <a:pt x="2165746" y="3105592"/>
                  </a:lnTo>
                  <a:lnTo>
                    <a:pt x="2165839" y="3105592"/>
                  </a:lnTo>
                  <a:lnTo>
                    <a:pt x="2165932" y="3105592"/>
                  </a:lnTo>
                  <a:lnTo>
                    <a:pt x="2166026" y="3105592"/>
                  </a:lnTo>
                  <a:lnTo>
                    <a:pt x="2166119" y="3105592"/>
                  </a:lnTo>
                  <a:lnTo>
                    <a:pt x="2166212" y="3105592"/>
                  </a:lnTo>
                  <a:lnTo>
                    <a:pt x="2166305" y="3105592"/>
                  </a:lnTo>
                  <a:lnTo>
                    <a:pt x="2166399" y="3105592"/>
                  </a:lnTo>
                  <a:lnTo>
                    <a:pt x="2166492" y="3105592"/>
                  </a:lnTo>
                  <a:lnTo>
                    <a:pt x="2166585" y="3105592"/>
                  </a:lnTo>
                  <a:lnTo>
                    <a:pt x="2166678" y="3105592"/>
                  </a:lnTo>
                  <a:lnTo>
                    <a:pt x="2166772" y="3105592"/>
                  </a:lnTo>
                  <a:lnTo>
                    <a:pt x="2166865" y="3105592"/>
                  </a:lnTo>
                  <a:lnTo>
                    <a:pt x="2166958" y="3105592"/>
                  </a:lnTo>
                  <a:lnTo>
                    <a:pt x="2167051" y="3105592"/>
                  </a:lnTo>
                  <a:lnTo>
                    <a:pt x="2167145" y="3105592"/>
                  </a:lnTo>
                  <a:lnTo>
                    <a:pt x="2167238" y="3105592"/>
                  </a:lnTo>
                  <a:lnTo>
                    <a:pt x="2167331" y="3105592"/>
                  </a:lnTo>
                  <a:lnTo>
                    <a:pt x="2167424" y="3105592"/>
                  </a:lnTo>
                  <a:lnTo>
                    <a:pt x="2167518" y="3105592"/>
                  </a:lnTo>
                  <a:lnTo>
                    <a:pt x="2167611" y="3105592"/>
                  </a:lnTo>
                  <a:lnTo>
                    <a:pt x="2167704" y="3105592"/>
                  </a:lnTo>
                  <a:lnTo>
                    <a:pt x="2167797" y="3105592"/>
                  </a:lnTo>
                  <a:lnTo>
                    <a:pt x="2167891" y="3105592"/>
                  </a:lnTo>
                  <a:lnTo>
                    <a:pt x="2167984" y="3105592"/>
                  </a:lnTo>
                  <a:lnTo>
                    <a:pt x="2168077" y="3105592"/>
                  </a:lnTo>
                  <a:lnTo>
                    <a:pt x="2168170" y="3105592"/>
                  </a:lnTo>
                  <a:lnTo>
                    <a:pt x="2168264" y="3105592"/>
                  </a:lnTo>
                  <a:lnTo>
                    <a:pt x="2168357" y="3105592"/>
                  </a:lnTo>
                  <a:lnTo>
                    <a:pt x="2168450" y="3105592"/>
                  </a:lnTo>
                  <a:lnTo>
                    <a:pt x="2168543" y="3105592"/>
                  </a:lnTo>
                  <a:lnTo>
                    <a:pt x="2168543" y="3095638"/>
                  </a:lnTo>
                  <a:lnTo>
                    <a:pt x="2168637" y="3095638"/>
                  </a:lnTo>
                  <a:lnTo>
                    <a:pt x="2168730" y="3095638"/>
                  </a:lnTo>
                  <a:lnTo>
                    <a:pt x="2168823" y="3095638"/>
                  </a:lnTo>
                  <a:lnTo>
                    <a:pt x="2168916" y="3095638"/>
                  </a:lnTo>
                  <a:lnTo>
                    <a:pt x="2169010" y="3095638"/>
                  </a:lnTo>
                  <a:lnTo>
                    <a:pt x="2169103" y="3095638"/>
                  </a:lnTo>
                  <a:lnTo>
                    <a:pt x="2169196" y="3095638"/>
                  </a:lnTo>
                  <a:lnTo>
                    <a:pt x="2169289" y="3095638"/>
                  </a:lnTo>
                  <a:lnTo>
                    <a:pt x="2169383" y="3095638"/>
                  </a:lnTo>
                  <a:lnTo>
                    <a:pt x="2169476" y="3095638"/>
                  </a:lnTo>
                  <a:lnTo>
                    <a:pt x="2169569" y="3095638"/>
                  </a:lnTo>
                  <a:lnTo>
                    <a:pt x="2169662" y="3095638"/>
                  </a:lnTo>
                  <a:lnTo>
                    <a:pt x="2169756" y="3095638"/>
                  </a:lnTo>
                  <a:lnTo>
                    <a:pt x="2169849" y="3095638"/>
                  </a:lnTo>
                  <a:lnTo>
                    <a:pt x="2169942" y="3095638"/>
                  </a:lnTo>
                  <a:lnTo>
                    <a:pt x="2170035" y="3095638"/>
                  </a:lnTo>
                  <a:lnTo>
                    <a:pt x="2170129" y="3095638"/>
                  </a:lnTo>
                  <a:lnTo>
                    <a:pt x="2170222" y="3095638"/>
                  </a:lnTo>
                  <a:lnTo>
                    <a:pt x="2170315" y="3095638"/>
                  </a:lnTo>
                  <a:lnTo>
                    <a:pt x="2170408" y="3095638"/>
                  </a:lnTo>
                  <a:lnTo>
                    <a:pt x="2170502" y="3095638"/>
                  </a:lnTo>
                  <a:lnTo>
                    <a:pt x="2170595" y="3095638"/>
                  </a:lnTo>
                  <a:lnTo>
                    <a:pt x="2170688" y="3095638"/>
                  </a:lnTo>
                  <a:lnTo>
                    <a:pt x="2170781" y="3095638"/>
                  </a:lnTo>
                  <a:lnTo>
                    <a:pt x="2170875" y="3095638"/>
                  </a:lnTo>
                  <a:lnTo>
                    <a:pt x="2170968" y="3095638"/>
                  </a:lnTo>
                  <a:lnTo>
                    <a:pt x="2171061" y="3095638"/>
                  </a:lnTo>
                  <a:lnTo>
                    <a:pt x="2171154" y="3095638"/>
                  </a:lnTo>
                  <a:lnTo>
                    <a:pt x="2171248" y="3095638"/>
                  </a:lnTo>
                  <a:lnTo>
                    <a:pt x="2171341" y="3095638"/>
                  </a:lnTo>
                  <a:lnTo>
                    <a:pt x="2171434" y="3095638"/>
                  </a:lnTo>
                  <a:lnTo>
                    <a:pt x="2171527" y="3095638"/>
                  </a:lnTo>
                  <a:lnTo>
                    <a:pt x="2171620" y="3095638"/>
                  </a:lnTo>
                  <a:lnTo>
                    <a:pt x="2171714" y="3095638"/>
                  </a:lnTo>
                  <a:lnTo>
                    <a:pt x="2171807" y="3095638"/>
                  </a:lnTo>
                  <a:lnTo>
                    <a:pt x="2171900" y="3095638"/>
                  </a:lnTo>
                  <a:lnTo>
                    <a:pt x="2171993" y="3095638"/>
                  </a:lnTo>
                  <a:lnTo>
                    <a:pt x="2172087" y="3095638"/>
                  </a:lnTo>
                  <a:lnTo>
                    <a:pt x="2172180" y="3095638"/>
                  </a:lnTo>
                  <a:lnTo>
                    <a:pt x="2172273" y="3095638"/>
                  </a:lnTo>
                  <a:lnTo>
                    <a:pt x="2172366" y="3095638"/>
                  </a:lnTo>
                  <a:lnTo>
                    <a:pt x="2172460" y="3095638"/>
                  </a:lnTo>
                  <a:lnTo>
                    <a:pt x="2172553" y="3095638"/>
                  </a:lnTo>
                  <a:lnTo>
                    <a:pt x="2172646" y="3095638"/>
                  </a:lnTo>
                  <a:lnTo>
                    <a:pt x="2172739" y="3095638"/>
                  </a:lnTo>
                  <a:lnTo>
                    <a:pt x="2172833" y="3095638"/>
                  </a:lnTo>
                  <a:lnTo>
                    <a:pt x="2172926" y="3095638"/>
                  </a:lnTo>
                  <a:lnTo>
                    <a:pt x="2173019" y="3095638"/>
                  </a:lnTo>
                  <a:lnTo>
                    <a:pt x="2173112" y="3095638"/>
                  </a:lnTo>
                  <a:lnTo>
                    <a:pt x="2173206" y="3095638"/>
                  </a:lnTo>
                  <a:lnTo>
                    <a:pt x="2173299" y="3095638"/>
                  </a:lnTo>
                  <a:lnTo>
                    <a:pt x="2173392" y="3095638"/>
                  </a:lnTo>
                  <a:lnTo>
                    <a:pt x="2173485" y="3095638"/>
                  </a:lnTo>
                  <a:lnTo>
                    <a:pt x="2173579" y="3095638"/>
                  </a:lnTo>
                  <a:lnTo>
                    <a:pt x="2173672" y="3095638"/>
                  </a:lnTo>
                  <a:lnTo>
                    <a:pt x="2173765" y="3095638"/>
                  </a:lnTo>
                  <a:lnTo>
                    <a:pt x="2173858" y="3095638"/>
                  </a:lnTo>
                  <a:lnTo>
                    <a:pt x="2173952" y="3095638"/>
                  </a:lnTo>
                  <a:lnTo>
                    <a:pt x="2174045" y="3095638"/>
                  </a:lnTo>
                  <a:lnTo>
                    <a:pt x="2174138" y="3095638"/>
                  </a:lnTo>
                  <a:lnTo>
                    <a:pt x="2174231" y="3095638"/>
                  </a:lnTo>
                  <a:lnTo>
                    <a:pt x="2174325" y="3095638"/>
                  </a:lnTo>
                  <a:lnTo>
                    <a:pt x="2174418" y="3095638"/>
                  </a:lnTo>
                  <a:lnTo>
                    <a:pt x="2174511" y="3095638"/>
                  </a:lnTo>
                  <a:lnTo>
                    <a:pt x="2174604" y="3095638"/>
                  </a:lnTo>
                  <a:lnTo>
                    <a:pt x="2174698" y="3095638"/>
                  </a:lnTo>
                  <a:lnTo>
                    <a:pt x="2174791" y="3095638"/>
                  </a:lnTo>
                  <a:lnTo>
                    <a:pt x="2174884" y="3095638"/>
                  </a:lnTo>
                  <a:lnTo>
                    <a:pt x="2174977" y="3095638"/>
                  </a:lnTo>
                  <a:lnTo>
                    <a:pt x="2175071" y="3095638"/>
                  </a:lnTo>
                  <a:lnTo>
                    <a:pt x="2175164" y="3095638"/>
                  </a:lnTo>
                  <a:lnTo>
                    <a:pt x="2175257" y="3095638"/>
                  </a:lnTo>
                  <a:lnTo>
                    <a:pt x="2175350" y="3095638"/>
                  </a:lnTo>
                  <a:lnTo>
                    <a:pt x="2175444" y="3095638"/>
                  </a:lnTo>
                  <a:lnTo>
                    <a:pt x="2175537" y="3095638"/>
                  </a:lnTo>
                  <a:lnTo>
                    <a:pt x="2175630" y="3095638"/>
                  </a:lnTo>
                  <a:lnTo>
                    <a:pt x="2175723" y="3095638"/>
                  </a:lnTo>
                  <a:lnTo>
                    <a:pt x="2175817" y="3095638"/>
                  </a:lnTo>
                  <a:lnTo>
                    <a:pt x="2175910" y="3095638"/>
                  </a:lnTo>
                  <a:lnTo>
                    <a:pt x="2176003" y="3095638"/>
                  </a:lnTo>
                  <a:lnTo>
                    <a:pt x="2176096" y="3095638"/>
                  </a:lnTo>
                  <a:lnTo>
                    <a:pt x="2176190" y="3095638"/>
                  </a:lnTo>
                  <a:lnTo>
                    <a:pt x="2176283" y="3095638"/>
                  </a:lnTo>
                  <a:lnTo>
                    <a:pt x="2176376" y="3095638"/>
                  </a:lnTo>
                  <a:lnTo>
                    <a:pt x="2176469" y="3095638"/>
                  </a:lnTo>
                  <a:lnTo>
                    <a:pt x="2176563" y="3095638"/>
                  </a:lnTo>
                  <a:lnTo>
                    <a:pt x="2176656" y="3095638"/>
                  </a:lnTo>
                  <a:lnTo>
                    <a:pt x="2176749" y="3095638"/>
                  </a:lnTo>
                  <a:lnTo>
                    <a:pt x="2176842" y="3095638"/>
                  </a:lnTo>
                  <a:lnTo>
                    <a:pt x="2176936" y="3095638"/>
                  </a:lnTo>
                  <a:lnTo>
                    <a:pt x="2177029" y="3095638"/>
                  </a:lnTo>
                  <a:lnTo>
                    <a:pt x="2177122" y="3095638"/>
                  </a:lnTo>
                  <a:lnTo>
                    <a:pt x="2177215" y="3095638"/>
                  </a:lnTo>
                  <a:lnTo>
                    <a:pt x="2177309" y="3095638"/>
                  </a:lnTo>
                  <a:lnTo>
                    <a:pt x="2177402" y="3095638"/>
                  </a:lnTo>
                  <a:lnTo>
                    <a:pt x="2177495" y="3095638"/>
                  </a:lnTo>
                  <a:lnTo>
                    <a:pt x="2177588" y="3095638"/>
                  </a:lnTo>
                  <a:lnTo>
                    <a:pt x="2177682" y="3095638"/>
                  </a:lnTo>
                  <a:lnTo>
                    <a:pt x="2177775" y="3095638"/>
                  </a:lnTo>
                  <a:lnTo>
                    <a:pt x="2177868" y="3095638"/>
                  </a:lnTo>
                  <a:lnTo>
                    <a:pt x="2177961" y="3095638"/>
                  </a:lnTo>
                  <a:lnTo>
                    <a:pt x="2178055" y="3095638"/>
                  </a:lnTo>
                  <a:lnTo>
                    <a:pt x="2178148" y="3095638"/>
                  </a:lnTo>
                  <a:lnTo>
                    <a:pt x="2178241" y="3095638"/>
                  </a:lnTo>
                  <a:lnTo>
                    <a:pt x="2178334" y="3095638"/>
                  </a:lnTo>
                  <a:lnTo>
                    <a:pt x="2178428" y="3095638"/>
                  </a:lnTo>
                  <a:lnTo>
                    <a:pt x="2178521" y="3095638"/>
                  </a:lnTo>
                  <a:lnTo>
                    <a:pt x="2178614" y="3095638"/>
                  </a:lnTo>
                  <a:lnTo>
                    <a:pt x="2178707" y="3095638"/>
                  </a:lnTo>
                  <a:lnTo>
                    <a:pt x="2178800" y="3095638"/>
                  </a:lnTo>
                  <a:lnTo>
                    <a:pt x="2178894" y="3095638"/>
                  </a:lnTo>
                  <a:lnTo>
                    <a:pt x="2178987" y="3095638"/>
                  </a:lnTo>
                  <a:lnTo>
                    <a:pt x="2179080" y="3095638"/>
                  </a:lnTo>
                  <a:lnTo>
                    <a:pt x="2179173" y="3095638"/>
                  </a:lnTo>
                  <a:lnTo>
                    <a:pt x="2179267" y="3095638"/>
                  </a:lnTo>
                  <a:lnTo>
                    <a:pt x="2179360" y="3095638"/>
                  </a:lnTo>
                  <a:lnTo>
                    <a:pt x="2179453" y="3095638"/>
                  </a:lnTo>
                  <a:lnTo>
                    <a:pt x="2179546" y="3095638"/>
                  </a:lnTo>
                  <a:lnTo>
                    <a:pt x="2179640" y="3095638"/>
                  </a:lnTo>
                  <a:lnTo>
                    <a:pt x="2179733" y="3095638"/>
                  </a:lnTo>
                  <a:lnTo>
                    <a:pt x="2179826" y="3095638"/>
                  </a:lnTo>
                  <a:lnTo>
                    <a:pt x="2179919" y="3095638"/>
                  </a:lnTo>
                  <a:lnTo>
                    <a:pt x="2180013" y="3095638"/>
                  </a:lnTo>
                  <a:lnTo>
                    <a:pt x="2180106" y="3095638"/>
                  </a:lnTo>
                  <a:lnTo>
                    <a:pt x="2180199" y="3095638"/>
                  </a:lnTo>
                  <a:lnTo>
                    <a:pt x="2180292" y="3095638"/>
                  </a:lnTo>
                  <a:lnTo>
                    <a:pt x="2180386" y="3095638"/>
                  </a:lnTo>
                  <a:lnTo>
                    <a:pt x="2180479" y="3095638"/>
                  </a:lnTo>
                  <a:lnTo>
                    <a:pt x="2180572" y="3095638"/>
                  </a:lnTo>
                  <a:lnTo>
                    <a:pt x="2180665" y="3095638"/>
                  </a:lnTo>
                  <a:lnTo>
                    <a:pt x="2180759" y="3095638"/>
                  </a:lnTo>
                  <a:lnTo>
                    <a:pt x="2180852" y="3095638"/>
                  </a:lnTo>
                  <a:lnTo>
                    <a:pt x="2180945" y="3095638"/>
                  </a:lnTo>
                  <a:lnTo>
                    <a:pt x="2181038" y="3095638"/>
                  </a:lnTo>
                  <a:lnTo>
                    <a:pt x="2181132" y="3095638"/>
                  </a:lnTo>
                  <a:lnTo>
                    <a:pt x="2181225" y="3095638"/>
                  </a:lnTo>
                  <a:lnTo>
                    <a:pt x="2181318" y="3095638"/>
                  </a:lnTo>
                  <a:lnTo>
                    <a:pt x="2181318" y="3085685"/>
                  </a:lnTo>
                  <a:lnTo>
                    <a:pt x="2181411" y="3085685"/>
                  </a:lnTo>
                  <a:lnTo>
                    <a:pt x="2181505" y="3085685"/>
                  </a:lnTo>
                  <a:lnTo>
                    <a:pt x="2181598" y="3085685"/>
                  </a:lnTo>
                  <a:lnTo>
                    <a:pt x="2181691" y="3085685"/>
                  </a:lnTo>
                  <a:lnTo>
                    <a:pt x="2181784" y="3085685"/>
                  </a:lnTo>
                  <a:lnTo>
                    <a:pt x="2181878" y="3085685"/>
                  </a:lnTo>
                  <a:lnTo>
                    <a:pt x="2181971" y="3085685"/>
                  </a:lnTo>
                  <a:lnTo>
                    <a:pt x="2182064" y="3085685"/>
                  </a:lnTo>
                  <a:lnTo>
                    <a:pt x="2182157" y="3085685"/>
                  </a:lnTo>
                  <a:lnTo>
                    <a:pt x="2182251" y="3085685"/>
                  </a:lnTo>
                  <a:lnTo>
                    <a:pt x="2182344" y="3085685"/>
                  </a:lnTo>
                  <a:lnTo>
                    <a:pt x="2182437" y="3085685"/>
                  </a:lnTo>
                  <a:lnTo>
                    <a:pt x="2182530" y="3085685"/>
                  </a:lnTo>
                  <a:lnTo>
                    <a:pt x="2182624" y="3085685"/>
                  </a:lnTo>
                  <a:lnTo>
                    <a:pt x="2182717" y="3085685"/>
                  </a:lnTo>
                  <a:lnTo>
                    <a:pt x="2182810" y="3085685"/>
                  </a:lnTo>
                  <a:lnTo>
                    <a:pt x="2182903" y="3085685"/>
                  </a:lnTo>
                  <a:lnTo>
                    <a:pt x="2182997" y="3085685"/>
                  </a:lnTo>
                  <a:lnTo>
                    <a:pt x="2183090" y="3085685"/>
                  </a:lnTo>
                  <a:lnTo>
                    <a:pt x="2183183" y="3085685"/>
                  </a:lnTo>
                  <a:lnTo>
                    <a:pt x="2183276" y="3085685"/>
                  </a:lnTo>
                  <a:lnTo>
                    <a:pt x="2183370" y="3085685"/>
                  </a:lnTo>
                  <a:lnTo>
                    <a:pt x="2183463" y="3085685"/>
                  </a:lnTo>
                  <a:lnTo>
                    <a:pt x="2183556" y="3085685"/>
                  </a:lnTo>
                  <a:lnTo>
                    <a:pt x="2183649" y="3085685"/>
                  </a:lnTo>
                  <a:lnTo>
                    <a:pt x="2183743" y="3085685"/>
                  </a:lnTo>
                  <a:lnTo>
                    <a:pt x="2183836" y="3085685"/>
                  </a:lnTo>
                  <a:lnTo>
                    <a:pt x="2183929" y="3085685"/>
                  </a:lnTo>
                  <a:lnTo>
                    <a:pt x="2184022" y="3085685"/>
                  </a:lnTo>
                  <a:lnTo>
                    <a:pt x="2184116" y="3085685"/>
                  </a:lnTo>
                  <a:lnTo>
                    <a:pt x="2184209" y="3085685"/>
                  </a:lnTo>
                  <a:lnTo>
                    <a:pt x="2184302" y="3085685"/>
                  </a:lnTo>
                  <a:lnTo>
                    <a:pt x="2184395" y="3085685"/>
                  </a:lnTo>
                  <a:lnTo>
                    <a:pt x="2184489" y="3085685"/>
                  </a:lnTo>
                  <a:lnTo>
                    <a:pt x="2184582" y="3085685"/>
                  </a:lnTo>
                  <a:lnTo>
                    <a:pt x="2184675" y="3085685"/>
                  </a:lnTo>
                  <a:lnTo>
                    <a:pt x="2184768" y="3085685"/>
                  </a:lnTo>
                  <a:lnTo>
                    <a:pt x="2184862" y="3085685"/>
                  </a:lnTo>
                  <a:lnTo>
                    <a:pt x="2184955" y="3085685"/>
                  </a:lnTo>
                  <a:lnTo>
                    <a:pt x="2185048" y="3085685"/>
                  </a:lnTo>
                  <a:lnTo>
                    <a:pt x="2185141" y="3085685"/>
                  </a:lnTo>
                  <a:lnTo>
                    <a:pt x="2185235" y="3085685"/>
                  </a:lnTo>
                  <a:lnTo>
                    <a:pt x="2185328" y="3085685"/>
                  </a:lnTo>
                  <a:lnTo>
                    <a:pt x="2185421" y="3085685"/>
                  </a:lnTo>
                  <a:lnTo>
                    <a:pt x="2185514" y="3085685"/>
                  </a:lnTo>
                  <a:lnTo>
                    <a:pt x="2185607" y="3085685"/>
                  </a:lnTo>
                  <a:lnTo>
                    <a:pt x="2185701" y="3085685"/>
                  </a:lnTo>
                  <a:lnTo>
                    <a:pt x="2185794" y="3085685"/>
                  </a:lnTo>
                  <a:lnTo>
                    <a:pt x="2185887" y="3085685"/>
                  </a:lnTo>
                  <a:lnTo>
                    <a:pt x="2185980" y="3085685"/>
                  </a:lnTo>
                  <a:lnTo>
                    <a:pt x="2186074" y="3085685"/>
                  </a:lnTo>
                  <a:lnTo>
                    <a:pt x="2186167" y="3085685"/>
                  </a:lnTo>
                  <a:lnTo>
                    <a:pt x="2186260" y="3085685"/>
                  </a:lnTo>
                  <a:lnTo>
                    <a:pt x="2186353" y="3085685"/>
                  </a:lnTo>
                  <a:lnTo>
                    <a:pt x="2186447" y="3085685"/>
                  </a:lnTo>
                  <a:lnTo>
                    <a:pt x="2186540" y="3085685"/>
                  </a:lnTo>
                  <a:lnTo>
                    <a:pt x="2186633" y="3085685"/>
                  </a:lnTo>
                  <a:lnTo>
                    <a:pt x="2186726" y="3085685"/>
                  </a:lnTo>
                  <a:lnTo>
                    <a:pt x="2186820" y="3085685"/>
                  </a:lnTo>
                  <a:lnTo>
                    <a:pt x="2186913" y="3085685"/>
                  </a:lnTo>
                  <a:lnTo>
                    <a:pt x="2187006" y="3085685"/>
                  </a:lnTo>
                  <a:lnTo>
                    <a:pt x="2187099" y="3085685"/>
                  </a:lnTo>
                  <a:lnTo>
                    <a:pt x="2187193" y="3085685"/>
                  </a:lnTo>
                  <a:lnTo>
                    <a:pt x="2187286" y="3085685"/>
                  </a:lnTo>
                  <a:lnTo>
                    <a:pt x="2187379" y="3085685"/>
                  </a:lnTo>
                  <a:lnTo>
                    <a:pt x="2187472" y="3085685"/>
                  </a:lnTo>
                  <a:lnTo>
                    <a:pt x="2187566" y="3085685"/>
                  </a:lnTo>
                  <a:lnTo>
                    <a:pt x="2187659" y="3085685"/>
                  </a:lnTo>
                  <a:lnTo>
                    <a:pt x="2187752" y="3085685"/>
                  </a:lnTo>
                  <a:lnTo>
                    <a:pt x="2187845" y="3085685"/>
                  </a:lnTo>
                  <a:lnTo>
                    <a:pt x="2187939" y="3085685"/>
                  </a:lnTo>
                  <a:lnTo>
                    <a:pt x="2188032" y="3085685"/>
                  </a:lnTo>
                  <a:lnTo>
                    <a:pt x="2188125" y="3085685"/>
                  </a:lnTo>
                  <a:lnTo>
                    <a:pt x="2188218" y="3085685"/>
                  </a:lnTo>
                  <a:lnTo>
                    <a:pt x="2188312" y="3085685"/>
                  </a:lnTo>
                  <a:lnTo>
                    <a:pt x="2188405" y="3085685"/>
                  </a:lnTo>
                  <a:lnTo>
                    <a:pt x="2188498" y="3085685"/>
                  </a:lnTo>
                  <a:lnTo>
                    <a:pt x="2188591" y="3085685"/>
                  </a:lnTo>
                  <a:lnTo>
                    <a:pt x="2188685" y="3085685"/>
                  </a:lnTo>
                  <a:lnTo>
                    <a:pt x="2188778" y="3085685"/>
                  </a:lnTo>
                  <a:lnTo>
                    <a:pt x="2188871" y="3085685"/>
                  </a:lnTo>
                  <a:lnTo>
                    <a:pt x="2188964" y="3085685"/>
                  </a:lnTo>
                  <a:lnTo>
                    <a:pt x="2189058" y="3085685"/>
                  </a:lnTo>
                  <a:lnTo>
                    <a:pt x="2189151" y="3085685"/>
                  </a:lnTo>
                  <a:lnTo>
                    <a:pt x="2189244" y="3085685"/>
                  </a:lnTo>
                  <a:lnTo>
                    <a:pt x="2189337" y="3085685"/>
                  </a:lnTo>
                  <a:lnTo>
                    <a:pt x="2189337" y="3075731"/>
                  </a:lnTo>
                  <a:lnTo>
                    <a:pt x="2189431" y="3075731"/>
                  </a:lnTo>
                  <a:lnTo>
                    <a:pt x="2189524" y="3075731"/>
                  </a:lnTo>
                  <a:lnTo>
                    <a:pt x="2189617" y="3075731"/>
                  </a:lnTo>
                  <a:lnTo>
                    <a:pt x="2189710" y="3075731"/>
                  </a:lnTo>
                  <a:lnTo>
                    <a:pt x="2189804" y="3075731"/>
                  </a:lnTo>
                  <a:lnTo>
                    <a:pt x="2189897" y="3075731"/>
                  </a:lnTo>
                  <a:lnTo>
                    <a:pt x="2189990" y="3075731"/>
                  </a:lnTo>
                  <a:lnTo>
                    <a:pt x="2190083" y="3075731"/>
                  </a:lnTo>
                  <a:lnTo>
                    <a:pt x="2190177" y="3075731"/>
                  </a:lnTo>
                  <a:lnTo>
                    <a:pt x="2190270" y="3075731"/>
                  </a:lnTo>
                  <a:lnTo>
                    <a:pt x="2190363" y="3075731"/>
                  </a:lnTo>
                  <a:lnTo>
                    <a:pt x="2190456" y="3075731"/>
                  </a:lnTo>
                  <a:lnTo>
                    <a:pt x="2190456" y="3065777"/>
                  </a:lnTo>
                  <a:lnTo>
                    <a:pt x="2190550" y="3065777"/>
                  </a:lnTo>
                  <a:lnTo>
                    <a:pt x="2190643" y="3065777"/>
                  </a:lnTo>
                  <a:lnTo>
                    <a:pt x="2190736" y="3065777"/>
                  </a:lnTo>
                  <a:lnTo>
                    <a:pt x="2190829" y="3065777"/>
                  </a:lnTo>
                  <a:lnTo>
                    <a:pt x="2190923" y="3065777"/>
                  </a:lnTo>
                  <a:lnTo>
                    <a:pt x="2191016" y="3065777"/>
                  </a:lnTo>
                  <a:lnTo>
                    <a:pt x="2191109" y="3065777"/>
                  </a:lnTo>
                  <a:lnTo>
                    <a:pt x="2191202" y="3065777"/>
                  </a:lnTo>
                  <a:lnTo>
                    <a:pt x="2191296" y="3065777"/>
                  </a:lnTo>
                  <a:lnTo>
                    <a:pt x="2191389" y="3065777"/>
                  </a:lnTo>
                  <a:lnTo>
                    <a:pt x="2191482" y="3065777"/>
                  </a:lnTo>
                  <a:lnTo>
                    <a:pt x="2191575" y="3065777"/>
                  </a:lnTo>
                  <a:lnTo>
                    <a:pt x="2191669" y="3065777"/>
                  </a:lnTo>
                  <a:lnTo>
                    <a:pt x="2191762" y="3065777"/>
                  </a:lnTo>
                  <a:lnTo>
                    <a:pt x="2191855" y="3065777"/>
                  </a:lnTo>
                  <a:lnTo>
                    <a:pt x="2191948" y="3065777"/>
                  </a:lnTo>
                  <a:lnTo>
                    <a:pt x="2192042" y="3065777"/>
                  </a:lnTo>
                  <a:lnTo>
                    <a:pt x="2192135" y="3065777"/>
                  </a:lnTo>
                  <a:lnTo>
                    <a:pt x="2192228" y="3065777"/>
                  </a:lnTo>
                  <a:lnTo>
                    <a:pt x="2192321" y="3065777"/>
                  </a:lnTo>
                  <a:lnTo>
                    <a:pt x="2192414" y="3065777"/>
                  </a:lnTo>
                  <a:lnTo>
                    <a:pt x="2192508" y="3065777"/>
                  </a:lnTo>
                  <a:lnTo>
                    <a:pt x="2192601" y="3065777"/>
                  </a:lnTo>
                  <a:lnTo>
                    <a:pt x="2192694" y="3065777"/>
                  </a:lnTo>
                  <a:lnTo>
                    <a:pt x="2192787" y="3065777"/>
                  </a:lnTo>
                  <a:lnTo>
                    <a:pt x="2192881" y="3065777"/>
                  </a:lnTo>
                  <a:lnTo>
                    <a:pt x="2192974" y="3065777"/>
                  </a:lnTo>
                  <a:lnTo>
                    <a:pt x="2193067" y="3065777"/>
                  </a:lnTo>
                  <a:lnTo>
                    <a:pt x="2193160" y="3065777"/>
                  </a:lnTo>
                  <a:lnTo>
                    <a:pt x="2193254" y="3065777"/>
                  </a:lnTo>
                  <a:lnTo>
                    <a:pt x="2193347" y="3065777"/>
                  </a:lnTo>
                  <a:lnTo>
                    <a:pt x="2193440" y="3065777"/>
                  </a:lnTo>
                  <a:lnTo>
                    <a:pt x="2193533" y="3065777"/>
                  </a:lnTo>
                  <a:lnTo>
                    <a:pt x="2193627" y="3065777"/>
                  </a:lnTo>
                  <a:lnTo>
                    <a:pt x="2193720" y="3065777"/>
                  </a:lnTo>
                  <a:lnTo>
                    <a:pt x="2193813" y="3065777"/>
                  </a:lnTo>
                  <a:lnTo>
                    <a:pt x="2193906" y="3065777"/>
                  </a:lnTo>
                  <a:lnTo>
                    <a:pt x="2194000" y="3065777"/>
                  </a:lnTo>
                  <a:lnTo>
                    <a:pt x="2194093" y="3065777"/>
                  </a:lnTo>
                  <a:lnTo>
                    <a:pt x="2194186" y="3065777"/>
                  </a:lnTo>
                  <a:lnTo>
                    <a:pt x="2194279" y="3065777"/>
                  </a:lnTo>
                  <a:lnTo>
                    <a:pt x="2194373" y="3065777"/>
                  </a:lnTo>
                  <a:lnTo>
                    <a:pt x="2194466" y="3065777"/>
                  </a:lnTo>
                  <a:lnTo>
                    <a:pt x="2194559" y="3065777"/>
                  </a:lnTo>
                  <a:lnTo>
                    <a:pt x="2194652" y="3065777"/>
                  </a:lnTo>
                  <a:lnTo>
                    <a:pt x="2194746" y="3065777"/>
                  </a:lnTo>
                  <a:lnTo>
                    <a:pt x="2194839" y="3065777"/>
                  </a:lnTo>
                  <a:lnTo>
                    <a:pt x="2194932" y="3065777"/>
                  </a:lnTo>
                  <a:lnTo>
                    <a:pt x="2195025" y="3065777"/>
                  </a:lnTo>
                  <a:lnTo>
                    <a:pt x="2195119" y="3065777"/>
                  </a:lnTo>
                  <a:lnTo>
                    <a:pt x="2195212" y="3065777"/>
                  </a:lnTo>
                  <a:lnTo>
                    <a:pt x="2195305" y="3065777"/>
                  </a:lnTo>
                  <a:lnTo>
                    <a:pt x="2195398" y="3065777"/>
                  </a:lnTo>
                  <a:lnTo>
                    <a:pt x="2195492" y="3065777"/>
                  </a:lnTo>
                  <a:lnTo>
                    <a:pt x="2195585" y="3065777"/>
                  </a:lnTo>
                  <a:lnTo>
                    <a:pt x="2195678" y="3065777"/>
                  </a:lnTo>
                  <a:lnTo>
                    <a:pt x="2195771" y="3065777"/>
                  </a:lnTo>
                  <a:lnTo>
                    <a:pt x="2195865" y="3065777"/>
                  </a:lnTo>
                  <a:lnTo>
                    <a:pt x="2195958" y="3065777"/>
                  </a:lnTo>
                  <a:lnTo>
                    <a:pt x="2196051" y="3065777"/>
                  </a:lnTo>
                  <a:lnTo>
                    <a:pt x="2196144" y="3065777"/>
                  </a:lnTo>
                  <a:lnTo>
                    <a:pt x="2196238" y="3065777"/>
                  </a:lnTo>
                  <a:lnTo>
                    <a:pt x="2196331" y="3065777"/>
                  </a:lnTo>
                  <a:lnTo>
                    <a:pt x="2196424" y="3065777"/>
                  </a:lnTo>
                  <a:lnTo>
                    <a:pt x="2196517" y="3065777"/>
                  </a:lnTo>
                  <a:lnTo>
                    <a:pt x="2196611" y="3065777"/>
                  </a:lnTo>
                  <a:lnTo>
                    <a:pt x="2196704" y="3065777"/>
                  </a:lnTo>
                  <a:lnTo>
                    <a:pt x="2196797" y="3065777"/>
                  </a:lnTo>
                  <a:lnTo>
                    <a:pt x="2196890" y="3065777"/>
                  </a:lnTo>
                  <a:lnTo>
                    <a:pt x="2196984" y="3065777"/>
                  </a:lnTo>
                  <a:lnTo>
                    <a:pt x="2197077" y="3065777"/>
                  </a:lnTo>
                  <a:lnTo>
                    <a:pt x="2197170" y="3065777"/>
                  </a:lnTo>
                  <a:lnTo>
                    <a:pt x="2197263" y="3065777"/>
                  </a:lnTo>
                  <a:lnTo>
                    <a:pt x="2197357" y="3065777"/>
                  </a:lnTo>
                  <a:lnTo>
                    <a:pt x="2197450" y="3065777"/>
                  </a:lnTo>
                  <a:lnTo>
                    <a:pt x="2197543" y="3065777"/>
                  </a:lnTo>
                  <a:lnTo>
                    <a:pt x="2197636" y="3065777"/>
                  </a:lnTo>
                  <a:lnTo>
                    <a:pt x="2197730" y="3065777"/>
                  </a:lnTo>
                  <a:lnTo>
                    <a:pt x="2197823" y="3065777"/>
                  </a:lnTo>
                  <a:lnTo>
                    <a:pt x="2197916" y="3065777"/>
                  </a:lnTo>
                  <a:lnTo>
                    <a:pt x="2198009" y="3065777"/>
                  </a:lnTo>
                  <a:lnTo>
                    <a:pt x="2198103" y="3065777"/>
                  </a:lnTo>
                  <a:lnTo>
                    <a:pt x="2198196" y="3065777"/>
                  </a:lnTo>
                  <a:lnTo>
                    <a:pt x="2198289" y="3065777"/>
                  </a:lnTo>
                  <a:lnTo>
                    <a:pt x="2198382" y="3065777"/>
                  </a:lnTo>
                  <a:lnTo>
                    <a:pt x="2198476" y="3065777"/>
                  </a:lnTo>
                  <a:lnTo>
                    <a:pt x="2198569" y="3065777"/>
                  </a:lnTo>
                  <a:lnTo>
                    <a:pt x="2198662" y="3065777"/>
                  </a:lnTo>
                  <a:lnTo>
                    <a:pt x="2198755" y="3065777"/>
                  </a:lnTo>
                  <a:lnTo>
                    <a:pt x="2198849" y="3065777"/>
                  </a:lnTo>
                  <a:lnTo>
                    <a:pt x="2198942" y="3065777"/>
                  </a:lnTo>
                  <a:lnTo>
                    <a:pt x="2199035" y="3065777"/>
                  </a:lnTo>
                  <a:lnTo>
                    <a:pt x="2199128" y="3065777"/>
                  </a:lnTo>
                  <a:lnTo>
                    <a:pt x="2199222" y="3065777"/>
                  </a:lnTo>
                  <a:lnTo>
                    <a:pt x="2199315" y="3065777"/>
                  </a:lnTo>
                  <a:lnTo>
                    <a:pt x="2199408" y="3065777"/>
                  </a:lnTo>
                  <a:lnTo>
                    <a:pt x="2199501" y="3065777"/>
                  </a:lnTo>
                  <a:lnTo>
                    <a:pt x="2199594" y="3065777"/>
                  </a:lnTo>
                  <a:lnTo>
                    <a:pt x="2199688" y="3065777"/>
                  </a:lnTo>
                  <a:lnTo>
                    <a:pt x="2199781" y="3065777"/>
                  </a:lnTo>
                  <a:lnTo>
                    <a:pt x="2199874" y="3065777"/>
                  </a:lnTo>
                  <a:lnTo>
                    <a:pt x="2199967" y="3065777"/>
                  </a:lnTo>
                  <a:lnTo>
                    <a:pt x="2200061" y="3065777"/>
                  </a:lnTo>
                  <a:lnTo>
                    <a:pt x="2200154" y="3065777"/>
                  </a:lnTo>
                  <a:lnTo>
                    <a:pt x="2200247" y="3065777"/>
                  </a:lnTo>
                  <a:lnTo>
                    <a:pt x="2200340" y="3065777"/>
                  </a:lnTo>
                  <a:lnTo>
                    <a:pt x="2200434" y="3065777"/>
                  </a:lnTo>
                  <a:lnTo>
                    <a:pt x="2200527" y="3065777"/>
                  </a:lnTo>
                  <a:lnTo>
                    <a:pt x="2200620" y="3065777"/>
                  </a:lnTo>
                  <a:lnTo>
                    <a:pt x="2200713" y="3065777"/>
                  </a:lnTo>
                  <a:lnTo>
                    <a:pt x="2200807" y="3065777"/>
                  </a:lnTo>
                  <a:lnTo>
                    <a:pt x="2200900" y="3065777"/>
                  </a:lnTo>
                  <a:lnTo>
                    <a:pt x="2200993" y="3065777"/>
                  </a:lnTo>
                  <a:lnTo>
                    <a:pt x="2201086" y="3065777"/>
                  </a:lnTo>
                  <a:lnTo>
                    <a:pt x="2201180" y="3065777"/>
                  </a:lnTo>
                  <a:lnTo>
                    <a:pt x="2201273" y="3065777"/>
                  </a:lnTo>
                  <a:lnTo>
                    <a:pt x="2201366" y="3065777"/>
                  </a:lnTo>
                  <a:lnTo>
                    <a:pt x="2201459" y="3065777"/>
                  </a:lnTo>
                  <a:lnTo>
                    <a:pt x="2201553" y="3065777"/>
                  </a:lnTo>
                  <a:lnTo>
                    <a:pt x="2201646" y="3065777"/>
                  </a:lnTo>
                  <a:lnTo>
                    <a:pt x="2201739" y="3065777"/>
                  </a:lnTo>
                  <a:lnTo>
                    <a:pt x="2201832" y="3065777"/>
                  </a:lnTo>
                  <a:lnTo>
                    <a:pt x="2201926" y="3065777"/>
                  </a:lnTo>
                  <a:lnTo>
                    <a:pt x="2202019" y="3065777"/>
                  </a:lnTo>
                  <a:lnTo>
                    <a:pt x="2202112" y="3065777"/>
                  </a:lnTo>
                  <a:lnTo>
                    <a:pt x="2202205" y="3065777"/>
                  </a:lnTo>
                  <a:lnTo>
                    <a:pt x="2202299" y="3065777"/>
                  </a:lnTo>
                  <a:lnTo>
                    <a:pt x="2202392" y="3065777"/>
                  </a:lnTo>
                  <a:lnTo>
                    <a:pt x="2202485" y="3065777"/>
                  </a:lnTo>
                  <a:lnTo>
                    <a:pt x="2202578" y="3065777"/>
                  </a:lnTo>
                  <a:lnTo>
                    <a:pt x="2202672" y="3065777"/>
                  </a:lnTo>
                  <a:lnTo>
                    <a:pt x="2202765" y="3065777"/>
                  </a:lnTo>
                  <a:lnTo>
                    <a:pt x="2202858" y="3065777"/>
                  </a:lnTo>
                  <a:lnTo>
                    <a:pt x="2202951" y="3065777"/>
                  </a:lnTo>
                  <a:lnTo>
                    <a:pt x="2203045" y="3065777"/>
                  </a:lnTo>
                  <a:lnTo>
                    <a:pt x="2203138" y="3065777"/>
                  </a:lnTo>
                  <a:lnTo>
                    <a:pt x="2203231" y="3065777"/>
                  </a:lnTo>
                  <a:lnTo>
                    <a:pt x="2203324" y="3065777"/>
                  </a:lnTo>
                  <a:lnTo>
                    <a:pt x="2203418" y="3065777"/>
                  </a:lnTo>
                  <a:lnTo>
                    <a:pt x="2203511" y="3065777"/>
                  </a:lnTo>
                  <a:lnTo>
                    <a:pt x="2203604" y="3065777"/>
                  </a:lnTo>
                  <a:lnTo>
                    <a:pt x="2203697" y="3065777"/>
                  </a:lnTo>
                  <a:lnTo>
                    <a:pt x="2203791" y="3065777"/>
                  </a:lnTo>
                  <a:lnTo>
                    <a:pt x="2203884" y="3065777"/>
                  </a:lnTo>
                  <a:lnTo>
                    <a:pt x="2203977" y="3065777"/>
                  </a:lnTo>
                  <a:lnTo>
                    <a:pt x="2204070" y="3065777"/>
                  </a:lnTo>
                  <a:lnTo>
                    <a:pt x="2204164" y="3065777"/>
                  </a:lnTo>
                  <a:lnTo>
                    <a:pt x="2204257" y="3065777"/>
                  </a:lnTo>
                  <a:lnTo>
                    <a:pt x="2204350" y="3065777"/>
                  </a:lnTo>
                  <a:lnTo>
                    <a:pt x="2204350" y="3055823"/>
                  </a:lnTo>
                  <a:lnTo>
                    <a:pt x="2204443" y="3055823"/>
                  </a:lnTo>
                  <a:lnTo>
                    <a:pt x="2204537" y="3055823"/>
                  </a:lnTo>
                  <a:lnTo>
                    <a:pt x="2204630" y="3055823"/>
                  </a:lnTo>
                  <a:lnTo>
                    <a:pt x="2204723" y="3055823"/>
                  </a:lnTo>
                  <a:lnTo>
                    <a:pt x="2204816" y="3055823"/>
                  </a:lnTo>
                  <a:lnTo>
                    <a:pt x="2204910" y="3055823"/>
                  </a:lnTo>
                  <a:lnTo>
                    <a:pt x="2205003" y="3055823"/>
                  </a:lnTo>
                  <a:lnTo>
                    <a:pt x="2205096" y="3055823"/>
                  </a:lnTo>
                  <a:lnTo>
                    <a:pt x="2205189" y="3055823"/>
                  </a:lnTo>
                  <a:lnTo>
                    <a:pt x="2205283" y="3055823"/>
                  </a:lnTo>
                  <a:lnTo>
                    <a:pt x="2205376" y="3055823"/>
                  </a:lnTo>
                  <a:lnTo>
                    <a:pt x="2205469" y="3055823"/>
                  </a:lnTo>
                  <a:lnTo>
                    <a:pt x="2205562" y="3055823"/>
                  </a:lnTo>
                  <a:lnTo>
                    <a:pt x="2205656" y="3055823"/>
                  </a:lnTo>
                  <a:lnTo>
                    <a:pt x="2205749" y="3055823"/>
                  </a:lnTo>
                  <a:lnTo>
                    <a:pt x="2205842" y="3055823"/>
                  </a:lnTo>
                  <a:lnTo>
                    <a:pt x="2205935" y="3055823"/>
                  </a:lnTo>
                  <a:lnTo>
                    <a:pt x="2206029" y="3055823"/>
                  </a:lnTo>
                  <a:lnTo>
                    <a:pt x="2206122" y="3055823"/>
                  </a:lnTo>
                  <a:lnTo>
                    <a:pt x="2206122" y="3045869"/>
                  </a:lnTo>
                  <a:lnTo>
                    <a:pt x="2206215" y="3045869"/>
                  </a:lnTo>
                  <a:lnTo>
                    <a:pt x="2206308" y="3045869"/>
                  </a:lnTo>
                  <a:lnTo>
                    <a:pt x="2206401" y="3045869"/>
                  </a:lnTo>
                  <a:lnTo>
                    <a:pt x="2206495" y="3045869"/>
                  </a:lnTo>
                  <a:lnTo>
                    <a:pt x="2206588" y="3045869"/>
                  </a:lnTo>
                  <a:lnTo>
                    <a:pt x="2206681" y="3045869"/>
                  </a:lnTo>
                  <a:lnTo>
                    <a:pt x="2206774" y="3045869"/>
                  </a:lnTo>
                  <a:lnTo>
                    <a:pt x="2206868" y="3045869"/>
                  </a:lnTo>
                  <a:lnTo>
                    <a:pt x="2206961" y="3045869"/>
                  </a:lnTo>
                  <a:lnTo>
                    <a:pt x="2207054" y="3045869"/>
                  </a:lnTo>
                  <a:lnTo>
                    <a:pt x="2207147" y="3045869"/>
                  </a:lnTo>
                  <a:lnTo>
                    <a:pt x="2207241" y="3045869"/>
                  </a:lnTo>
                  <a:lnTo>
                    <a:pt x="2207334" y="3045869"/>
                  </a:lnTo>
                  <a:lnTo>
                    <a:pt x="2207427" y="3045869"/>
                  </a:lnTo>
                  <a:lnTo>
                    <a:pt x="2207520" y="3045869"/>
                  </a:lnTo>
                  <a:lnTo>
                    <a:pt x="2207614" y="3045869"/>
                  </a:lnTo>
                  <a:lnTo>
                    <a:pt x="2207707" y="3045869"/>
                  </a:lnTo>
                  <a:lnTo>
                    <a:pt x="2207800" y="3045869"/>
                  </a:lnTo>
                  <a:lnTo>
                    <a:pt x="2207893" y="3045869"/>
                  </a:lnTo>
                  <a:lnTo>
                    <a:pt x="2207987" y="3045869"/>
                  </a:lnTo>
                  <a:lnTo>
                    <a:pt x="2208080" y="3045869"/>
                  </a:lnTo>
                  <a:lnTo>
                    <a:pt x="2208173" y="3045869"/>
                  </a:lnTo>
                  <a:lnTo>
                    <a:pt x="2208266" y="3045869"/>
                  </a:lnTo>
                  <a:lnTo>
                    <a:pt x="2208360" y="3045869"/>
                  </a:lnTo>
                  <a:lnTo>
                    <a:pt x="2208453" y="3045869"/>
                  </a:lnTo>
                  <a:lnTo>
                    <a:pt x="2208546" y="3045869"/>
                  </a:lnTo>
                  <a:lnTo>
                    <a:pt x="2208639" y="3045869"/>
                  </a:lnTo>
                  <a:lnTo>
                    <a:pt x="2208733" y="3045869"/>
                  </a:lnTo>
                  <a:lnTo>
                    <a:pt x="2208826" y="3045869"/>
                  </a:lnTo>
                  <a:lnTo>
                    <a:pt x="2208919" y="3045869"/>
                  </a:lnTo>
                  <a:lnTo>
                    <a:pt x="2209012" y="3045869"/>
                  </a:lnTo>
                  <a:lnTo>
                    <a:pt x="2209106" y="3045869"/>
                  </a:lnTo>
                  <a:lnTo>
                    <a:pt x="2209199" y="3045869"/>
                  </a:lnTo>
                  <a:lnTo>
                    <a:pt x="2209292" y="3045869"/>
                  </a:lnTo>
                  <a:lnTo>
                    <a:pt x="2209385" y="3045869"/>
                  </a:lnTo>
                  <a:lnTo>
                    <a:pt x="2209479" y="3045869"/>
                  </a:lnTo>
                  <a:lnTo>
                    <a:pt x="2209572" y="3045869"/>
                  </a:lnTo>
                  <a:lnTo>
                    <a:pt x="2209665" y="3045869"/>
                  </a:lnTo>
                  <a:lnTo>
                    <a:pt x="2209758" y="3045869"/>
                  </a:lnTo>
                  <a:lnTo>
                    <a:pt x="2209852" y="3045869"/>
                  </a:lnTo>
                  <a:lnTo>
                    <a:pt x="2209945" y="3045869"/>
                  </a:lnTo>
                  <a:lnTo>
                    <a:pt x="2210038" y="3045869"/>
                  </a:lnTo>
                  <a:lnTo>
                    <a:pt x="2210131" y="3045869"/>
                  </a:lnTo>
                  <a:lnTo>
                    <a:pt x="2210225" y="3045869"/>
                  </a:lnTo>
                  <a:lnTo>
                    <a:pt x="2210318" y="3045869"/>
                  </a:lnTo>
                  <a:lnTo>
                    <a:pt x="2210411" y="3045869"/>
                  </a:lnTo>
                  <a:lnTo>
                    <a:pt x="2210504" y="3045869"/>
                  </a:lnTo>
                  <a:lnTo>
                    <a:pt x="2210598" y="3045869"/>
                  </a:lnTo>
                  <a:lnTo>
                    <a:pt x="2210691" y="3045869"/>
                  </a:lnTo>
                  <a:lnTo>
                    <a:pt x="2210784" y="3045869"/>
                  </a:lnTo>
                  <a:lnTo>
                    <a:pt x="2210877" y="3045869"/>
                  </a:lnTo>
                  <a:lnTo>
                    <a:pt x="2210971" y="3045869"/>
                  </a:lnTo>
                  <a:lnTo>
                    <a:pt x="2211064" y="3045869"/>
                  </a:lnTo>
                  <a:lnTo>
                    <a:pt x="2211157" y="3045869"/>
                  </a:lnTo>
                  <a:lnTo>
                    <a:pt x="2211250" y="3045869"/>
                  </a:lnTo>
                  <a:lnTo>
                    <a:pt x="2211344" y="3045869"/>
                  </a:lnTo>
                  <a:lnTo>
                    <a:pt x="2211437" y="3045869"/>
                  </a:lnTo>
                  <a:lnTo>
                    <a:pt x="2211530" y="3045869"/>
                  </a:lnTo>
                  <a:lnTo>
                    <a:pt x="2211623" y="3045869"/>
                  </a:lnTo>
                  <a:lnTo>
                    <a:pt x="2211717" y="3045869"/>
                  </a:lnTo>
                  <a:lnTo>
                    <a:pt x="2211810" y="3045869"/>
                  </a:lnTo>
                  <a:lnTo>
                    <a:pt x="2211903" y="3045869"/>
                  </a:lnTo>
                  <a:lnTo>
                    <a:pt x="2211996" y="3045869"/>
                  </a:lnTo>
                  <a:lnTo>
                    <a:pt x="2212090" y="3045869"/>
                  </a:lnTo>
                  <a:lnTo>
                    <a:pt x="2212183" y="3045869"/>
                  </a:lnTo>
                  <a:lnTo>
                    <a:pt x="2212276" y="3045869"/>
                  </a:lnTo>
                  <a:lnTo>
                    <a:pt x="2212369" y="3045869"/>
                  </a:lnTo>
                  <a:lnTo>
                    <a:pt x="2212463" y="3045869"/>
                  </a:lnTo>
                  <a:lnTo>
                    <a:pt x="2212556" y="3045869"/>
                  </a:lnTo>
                  <a:lnTo>
                    <a:pt x="2212649" y="3045869"/>
                  </a:lnTo>
                  <a:lnTo>
                    <a:pt x="2212742" y="3045869"/>
                  </a:lnTo>
                  <a:lnTo>
                    <a:pt x="2212836" y="3045869"/>
                  </a:lnTo>
                  <a:lnTo>
                    <a:pt x="2212929" y="3045869"/>
                  </a:lnTo>
                  <a:lnTo>
                    <a:pt x="2213022" y="3045869"/>
                  </a:lnTo>
                  <a:lnTo>
                    <a:pt x="2213115" y="3045869"/>
                  </a:lnTo>
                  <a:lnTo>
                    <a:pt x="2213208" y="3045869"/>
                  </a:lnTo>
                  <a:lnTo>
                    <a:pt x="2213302" y="3045869"/>
                  </a:lnTo>
                  <a:lnTo>
                    <a:pt x="2213395" y="3045869"/>
                  </a:lnTo>
                  <a:lnTo>
                    <a:pt x="2213488" y="3045869"/>
                  </a:lnTo>
                  <a:lnTo>
                    <a:pt x="2213581" y="3045869"/>
                  </a:lnTo>
                  <a:lnTo>
                    <a:pt x="2213675" y="3045869"/>
                  </a:lnTo>
                  <a:lnTo>
                    <a:pt x="2213768" y="3045869"/>
                  </a:lnTo>
                  <a:lnTo>
                    <a:pt x="2213861" y="3045869"/>
                  </a:lnTo>
                  <a:lnTo>
                    <a:pt x="2213954" y="3045869"/>
                  </a:lnTo>
                  <a:lnTo>
                    <a:pt x="2214048" y="3045869"/>
                  </a:lnTo>
                  <a:lnTo>
                    <a:pt x="2214141" y="3045869"/>
                  </a:lnTo>
                  <a:lnTo>
                    <a:pt x="2214234" y="3045869"/>
                  </a:lnTo>
                  <a:lnTo>
                    <a:pt x="2214327" y="3045869"/>
                  </a:lnTo>
                  <a:lnTo>
                    <a:pt x="2214421" y="3045869"/>
                  </a:lnTo>
                  <a:lnTo>
                    <a:pt x="2214514" y="3045869"/>
                  </a:lnTo>
                  <a:lnTo>
                    <a:pt x="2214607" y="3045869"/>
                  </a:lnTo>
                  <a:lnTo>
                    <a:pt x="2214700" y="3045869"/>
                  </a:lnTo>
                  <a:lnTo>
                    <a:pt x="2214794" y="3045869"/>
                  </a:lnTo>
                  <a:lnTo>
                    <a:pt x="2214887" y="3045869"/>
                  </a:lnTo>
                  <a:lnTo>
                    <a:pt x="2214980" y="3045869"/>
                  </a:lnTo>
                  <a:lnTo>
                    <a:pt x="2215073" y="3045869"/>
                  </a:lnTo>
                  <a:lnTo>
                    <a:pt x="2215167" y="3045869"/>
                  </a:lnTo>
                  <a:lnTo>
                    <a:pt x="2215260" y="3045869"/>
                  </a:lnTo>
                  <a:lnTo>
                    <a:pt x="2215353" y="3045869"/>
                  </a:lnTo>
                  <a:lnTo>
                    <a:pt x="2215446" y="3045869"/>
                  </a:lnTo>
                  <a:lnTo>
                    <a:pt x="2215540" y="3045869"/>
                  </a:lnTo>
                  <a:lnTo>
                    <a:pt x="2215633" y="3045869"/>
                  </a:lnTo>
                  <a:lnTo>
                    <a:pt x="2215726" y="3045869"/>
                  </a:lnTo>
                  <a:lnTo>
                    <a:pt x="2215819" y="3045869"/>
                  </a:lnTo>
                  <a:lnTo>
                    <a:pt x="2215913" y="3045869"/>
                  </a:lnTo>
                  <a:lnTo>
                    <a:pt x="2216006" y="3045869"/>
                  </a:lnTo>
                  <a:lnTo>
                    <a:pt x="2216099" y="3045869"/>
                  </a:lnTo>
                  <a:lnTo>
                    <a:pt x="2216192" y="3045869"/>
                  </a:lnTo>
                  <a:lnTo>
                    <a:pt x="2216286" y="3045869"/>
                  </a:lnTo>
                  <a:lnTo>
                    <a:pt x="2216379" y="3045869"/>
                  </a:lnTo>
                  <a:lnTo>
                    <a:pt x="2216472" y="3045869"/>
                  </a:lnTo>
                  <a:lnTo>
                    <a:pt x="2216565" y="3045869"/>
                  </a:lnTo>
                  <a:lnTo>
                    <a:pt x="2216659" y="3045869"/>
                  </a:lnTo>
                  <a:lnTo>
                    <a:pt x="2216752" y="3045869"/>
                  </a:lnTo>
                  <a:lnTo>
                    <a:pt x="2216845" y="3045869"/>
                  </a:lnTo>
                  <a:lnTo>
                    <a:pt x="2216938" y="3045869"/>
                  </a:lnTo>
                  <a:lnTo>
                    <a:pt x="2217032" y="3045869"/>
                  </a:lnTo>
                  <a:lnTo>
                    <a:pt x="2217125" y="3045869"/>
                  </a:lnTo>
                  <a:lnTo>
                    <a:pt x="2217218" y="3045869"/>
                  </a:lnTo>
                  <a:lnTo>
                    <a:pt x="2217311" y="3045869"/>
                  </a:lnTo>
                  <a:lnTo>
                    <a:pt x="2217405" y="3045869"/>
                  </a:lnTo>
                  <a:lnTo>
                    <a:pt x="2217498" y="3045869"/>
                  </a:lnTo>
                  <a:lnTo>
                    <a:pt x="2217591" y="3045869"/>
                  </a:lnTo>
                  <a:lnTo>
                    <a:pt x="2217684" y="3045869"/>
                  </a:lnTo>
                  <a:lnTo>
                    <a:pt x="2217778" y="3045869"/>
                  </a:lnTo>
                  <a:lnTo>
                    <a:pt x="2217871" y="3045869"/>
                  </a:lnTo>
                  <a:lnTo>
                    <a:pt x="2217964" y="3045869"/>
                  </a:lnTo>
                  <a:lnTo>
                    <a:pt x="2218057" y="3045869"/>
                  </a:lnTo>
                  <a:lnTo>
                    <a:pt x="2218151" y="3045869"/>
                  </a:lnTo>
                  <a:lnTo>
                    <a:pt x="2218244" y="3045869"/>
                  </a:lnTo>
                  <a:lnTo>
                    <a:pt x="2218337" y="3045869"/>
                  </a:lnTo>
                  <a:lnTo>
                    <a:pt x="2218430" y="3045869"/>
                  </a:lnTo>
                  <a:lnTo>
                    <a:pt x="2218524" y="3045869"/>
                  </a:lnTo>
                  <a:lnTo>
                    <a:pt x="2218617" y="3045869"/>
                  </a:lnTo>
                  <a:lnTo>
                    <a:pt x="2218710" y="3045869"/>
                  </a:lnTo>
                  <a:lnTo>
                    <a:pt x="2218803" y="3045869"/>
                  </a:lnTo>
                  <a:lnTo>
                    <a:pt x="2218897" y="3045869"/>
                  </a:lnTo>
                  <a:lnTo>
                    <a:pt x="2218990" y="3045869"/>
                  </a:lnTo>
                  <a:lnTo>
                    <a:pt x="2219083" y="3045869"/>
                  </a:lnTo>
                  <a:lnTo>
                    <a:pt x="2219176" y="3045869"/>
                  </a:lnTo>
                  <a:lnTo>
                    <a:pt x="2219270" y="3045869"/>
                  </a:lnTo>
                  <a:lnTo>
                    <a:pt x="2219363" y="3045869"/>
                  </a:lnTo>
                  <a:lnTo>
                    <a:pt x="2219456" y="3045869"/>
                  </a:lnTo>
                  <a:lnTo>
                    <a:pt x="2219549" y="3045869"/>
                  </a:lnTo>
                  <a:lnTo>
                    <a:pt x="2219643" y="3045869"/>
                  </a:lnTo>
                  <a:lnTo>
                    <a:pt x="2219736" y="3045869"/>
                  </a:lnTo>
                  <a:lnTo>
                    <a:pt x="2219829" y="3045869"/>
                  </a:lnTo>
                  <a:lnTo>
                    <a:pt x="2219922" y="3045869"/>
                  </a:lnTo>
                  <a:lnTo>
                    <a:pt x="2220016" y="3045869"/>
                  </a:lnTo>
                  <a:lnTo>
                    <a:pt x="2220109" y="3045869"/>
                  </a:lnTo>
                  <a:lnTo>
                    <a:pt x="2220202" y="3045869"/>
                  </a:lnTo>
                  <a:lnTo>
                    <a:pt x="2220295" y="3045869"/>
                  </a:lnTo>
                  <a:lnTo>
                    <a:pt x="2220388" y="3045869"/>
                  </a:lnTo>
                  <a:lnTo>
                    <a:pt x="2220482" y="3045869"/>
                  </a:lnTo>
                  <a:lnTo>
                    <a:pt x="2220575" y="3045869"/>
                  </a:lnTo>
                  <a:lnTo>
                    <a:pt x="2220575" y="3035915"/>
                  </a:lnTo>
                  <a:lnTo>
                    <a:pt x="2220668" y="3035915"/>
                  </a:lnTo>
                  <a:lnTo>
                    <a:pt x="2220761" y="3035915"/>
                  </a:lnTo>
                  <a:lnTo>
                    <a:pt x="2220855" y="3035915"/>
                  </a:lnTo>
                  <a:lnTo>
                    <a:pt x="2220948" y="3035915"/>
                  </a:lnTo>
                  <a:lnTo>
                    <a:pt x="2221041" y="3035915"/>
                  </a:lnTo>
                  <a:lnTo>
                    <a:pt x="2221134" y="3035915"/>
                  </a:lnTo>
                  <a:lnTo>
                    <a:pt x="2221228" y="3035915"/>
                  </a:lnTo>
                  <a:lnTo>
                    <a:pt x="2221321" y="3035915"/>
                  </a:lnTo>
                  <a:lnTo>
                    <a:pt x="2221414" y="3035915"/>
                  </a:lnTo>
                  <a:lnTo>
                    <a:pt x="2221507" y="3035915"/>
                  </a:lnTo>
                  <a:lnTo>
                    <a:pt x="2221601" y="3035915"/>
                  </a:lnTo>
                  <a:lnTo>
                    <a:pt x="2221694" y="3035915"/>
                  </a:lnTo>
                  <a:lnTo>
                    <a:pt x="2221787" y="3035915"/>
                  </a:lnTo>
                  <a:lnTo>
                    <a:pt x="2221880" y="3035915"/>
                  </a:lnTo>
                  <a:lnTo>
                    <a:pt x="2221974" y="3035915"/>
                  </a:lnTo>
                  <a:lnTo>
                    <a:pt x="2222067" y="3035915"/>
                  </a:lnTo>
                  <a:lnTo>
                    <a:pt x="2222160" y="3035915"/>
                  </a:lnTo>
                  <a:lnTo>
                    <a:pt x="2222253" y="3035915"/>
                  </a:lnTo>
                  <a:lnTo>
                    <a:pt x="2222347" y="3035915"/>
                  </a:lnTo>
                  <a:lnTo>
                    <a:pt x="2222440" y="3035915"/>
                  </a:lnTo>
                  <a:lnTo>
                    <a:pt x="2222533" y="3035915"/>
                  </a:lnTo>
                  <a:lnTo>
                    <a:pt x="2222626" y="3035915"/>
                  </a:lnTo>
                  <a:lnTo>
                    <a:pt x="2222720" y="3035915"/>
                  </a:lnTo>
                  <a:lnTo>
                    <a:pt x="2222813" y="3035915"/>
                  </a:lnTo>
                  <a:lnTo>
                    <a:pt x="2222906" y="3035915"/>
                  </a:lnTo>
                  <a:lnTo>
                    <a:pt x="2222999" y="3035915"/>
                  </a:lnTo>
                  <a:lnTo>
                    <a:pt x="2223093" y="3035915"/>
                  </a:lnTo>
                  <a:lnTo>
                    <a:pt x="2223186" y="3035915"/>
                  </a:lnTo>
                  <a:lnTo>
                    <a:pt x="2223279" y="3035915"/>
                  </a:lnTo>
                  <a:lnTo>
                    <a:pt x="2223372" y="3035915"/>
                  </a:lnTo>
                  <a:lnTo>
                    <a:pt x="2223466" y="3035915"/>
                  </a:lnTo>
                  <a:lnTo>
                    <a:pt x="2223559" y="3035915"/>
                  </a:lnTo>
                  <a:lnTo>
                    <a:pt x="2223652" y="3035915"/>
                  </a:lnTo>
                  <a:lnTo>
                    <a:pt x="2223745" y="3035915"/>
                  </a:lnTo>
                  <a:lnTo>
                    <a:pt x="2223839" y="3035915"/>
                  </a:lnTo>
                  <a:lnTo>
                    <a:pt x="2223932" y="3035915"/>
                  </a:lnTo>
                  <a:lnTo>
                    <a:pt x="2224025" y="3035915"/>
                  </a:lnTo>
                  <a:lnTo>
                    <a:pt x="2224118" y="3035915"/>
                  </a:lnTo>
                  <a:lnTo>
                    <a:pt x="2224212" y="3035915"/>
                  </a:lnTo>
                  <a:lnTo>
                    <a:pt x="2224305" y="3035915"/>
                  </a:lnTo>
                  <a:lnTo>
                    <a:pt x="2224398" y="3035915"/>
                  </a:lnTo>
                  <a:lnTo>
                    <a:pt x="2224491" y="3035915"/>
                  </a:lnTo>
                  <a:lnTo>
                    <a:pt x="2224585" y="3035915"/>
                  </a:lnTo>
                  <a:lnTo>
                    <a:pt x="2224678" y="3035915"/>
                  </a:lnTo>
                  <a:lnTo>
                    <a:pt x="2224771" y="3035915"/>
                  </a:lnTo>
                  <a:lnTo>
                    <a:pt x="2224864" y="3035915"/>
                  </a:lnTo>
                  <a:lnTo>
                    <a:pt x="2224958" y="3035915"/>
                  </a:lnTo>
                  <a:lnTo>
                    <a:pt x="2225051" y="3035915"/>
                  </a:lnTo>
                  <a:lnTo>
                    <a:pt x="2225144" y="3035915"/>
                  </a:lnTo>
                  <a:lnTo>
                    <a:pt x="2225237" y="3035915"/>
                  </a:lnTo>
                  <a:lnTo>
                    <a:pt x="2225331" y="3035915"/>
                  </a:lnTo>
                  <a:lnTo>
                    <a:pt x="2225424" y="3035915"/>
                  </a:lnTo>
                  <a:lnTo>
                    <a:pt x="2225517" y="3035915"/>
                  </a:lnTo>
                  <a:lnTo>
                    <a:pt x="2225610" y="3035915"/>
                  </a:lnTo>
                  <a:lnTo>
                    <a:pt x="2225704" y="3035915"/>
                  </a:lnTo>
                  <a:lnTo>
                    <a:pt x="2225797" y="3035915"/>
                  </a:lnTo>
                  <a:lnTo>
                    <a:pt x="2225890" y="3035915"/>
                  </a:lnTo>
                  <a:lnTo>
                    <a:pt x="2225983" y="3035915"/>
                  </a:lnTo>
                  <a:lnTo>
                    <a:pt x="2226077" y="3035915"/>
                  </a:lnTo>
                  <a:lnTo>
                    <a:pt x="2226170" y="3035915"/>
                  </a:lnTo>
                  <a:lnTo>
                    <a:pt x="2226263" y="3035915"/>
                  </a:lnTo>
                  <a:lnTo>
                    <a:pt x="2226356" y="3035915"/>
                  </a:lnTo>
                  <a:lnTo>
                    <a:pt x="2226450" y="3035915"/>
                  </a:lnTo>
                  <a:lnTo>
                    <a:pt x="2226543" y="3035915"/>
                  </a:lnTo>
                  <a:lnTo>
                    <a:pt x="2226636" y="3035915"/>
                  </a:lnTo>
                  <a:lnTo>
                    <a:pt x="2226729" y="3035915"/>
                  </a:lnTo>
                  <a:lnTo>
                    <a:pt x="2226823" y="3035915"/>
                  </a:lnTo>
                  <a:lnTo>
                    <a:pt x="2226916" y="3035915"/>
                  </a:lnTo>
                  <a:lnTo>
                    <a:pt x="2227009" y="3035915"/>
                  </a:lnTo>
                  <a:lnTo>
                    <a:pt x="2227102" y="3035915"/>
                  </a:lnTo>
                  <a:lnTo>
                    <a:pt x="2227195" y="3035915"/>
                  </a:lnTo>
                  <a:lnTo>
                    <a:pt x="2227289" y="3035915"/>
                  </a:lnTo>
                  <a:lnTo>
                    <a:pt x="2227382" y="3035915"/>
                  </a:lnTo>
                  <a:lnTo>
                    <a:pt x="2227475" y="3035915"/>
                  </a:lnTo>
                  <a:lnTo>
                    <a:pt x="2227568" y="3035915"/>
                  </a:lnTo>
                  <a:lnTo>
                    <a:pt x="2227662" y="3035915"/>
                  </a:lnTo>
                  <a:lnTo>
                    <a:pt x="2227755" y="3035915"/>
                  </a:lnTo>
                  <a:lnTo>
                    <a:pt x="2227848" y="3035915"/>
                  </a:lnTo>
                  <a:lnTo>
                    <a:pt x="2227941" y="3035915"/>
                  </a:lnTo>
                  <a:lnTo>
                    <a:pt x="2228035" y="3035915"/>
                  </a:lnTo>
                  <a:lnTo>
                    <a:pt x="2228128" y="3035915"/>
                  </a:lnTo>
                  <a:lnTo>
                    <a:pt x="2228221" y="3035915"/>
                  </a:lnTo>
                  <a:lnTo>
                    <a:pt x="2228314" y="3035915"/>
                  </a:lnTo>
                  <a:lnTo>
                    <a:pt x="2228408" y="3035915"/>
                  </a:lnTo>
                  <a:lnTo>
                    <a:pt x="2228501" y="3035915"/>
                  </a:lnTo>
                  <a:lnTo>
                    <a:pt x="2228594" y="3035915"/>
                  </a:lnTo>
                  <a:lnTo>
                    <a:pt x="2228687" y="3035915"/>
                  </a:lnTo>
                  <a:lnTo>
                    <a:pt x="2228781" y="3035915"/>
                  </a:lnTo>
                  <a:lnTo>
                    <a:pt x="2228874" y="3035915"/>
                  </a:lnTo>
                  <a:lnTo>
                    <a:pt x="2228967" y="3035915"/>
                  </a:lnTo>
                  <a:lnTo>
                    <a:pt x="2229060" y="3035915"/>
                  </a:lnTo>
                  <a:lnTo>
                    <a:pt x="2229154" y="3035915"/>
                  </a:lnTo>
                  <a:lnTo>
                    <a:pt x="2229247" y="3035915"/>
                  </a:lnTo>
                  <a:lnTo>
                    <a:pt x="2229340" y="3035915"/>
                  </a:lnTo>
                  <a:lnTo>
                    <a:pt x="2229433" y="3035915"/>
                  </a:lnTo>
                  <a:lnTo>
                    <a:pt x="2229527" y="3035915"/>
                  </a:lnTo>
                  <a:lnTo>
                    <a:pt x="2229620" y="3035915"/>
                  </a:lnTo>
                  <a:lnTo>
                    <a:pt x="2229713" y="3035915"/>
                  </a:lnTo>
                  <a:lnTo>
                    <a:pt x="2229806" y="3035915"/>
                  </a:lnTo>
                  <a:lnTo>
                    <a:pt x="2229900" y="3035915"/>
                  </a:lnTo>
                  <a:lnTo>
                    <a:pt x="2229993" y="3035915"/>
                  </a:lnTo>
                  <a:lnTo>
                    <a:pt x="2230086" y="3035915"/>
                  </a:lnTo>
                  <a:lnTo>
                    <a:pt x="2230179" y="3035915"/>
                  </a:lnTo>
                  <a:lnTo>
                    <a:pt x="2230273" y="3035915"/>
                  </a:lnTo>
                  <a:lnTo>
                    <a:pt x="2230366" y="3035915"/>
                  </a:lnTo>
                  <a:lnTo>
                    <a:pt x="2230459" y="3035915"/>
                  </a:lnTo>
                  <a:lnTo>
                    <a:pt x="2230552" y="3035915"/>
                  </a:lnTo>
                  <a:lnTo>
                    <a:pt x="2230646" y="3035915"/>
                  </a:lnTo>
                  <a:lnTo>
                    <a:pt x="2230739" y="3035915"/>
                  </a:lnTo>
                  <a:lnTo>
                    <a:pt x="2230832" y="3035915"/>
                  </a:lnTo>
                  <a:lnTo>
                    <a:pt x="2230925" y="3035915"/>
                  </a:lnTo>
                  <a:lnTo>
                    <a:pt x="2231019" y="3035915"/>
                  </a:lnTo>
                  <a:lnTo>
                    <a:pt x="2231112" y="3035915"/>
                  </a:lnTo>
                  <a:lnTo>
                    <a:pt x="2231205" y="3035915"/>
                  </a:lnTo>
                  <a:lnTo>
                    <a:pt x="2231298" y="3035915"/>
                  </a:lnTo>
                  <a:lnTo>
                    <a:pt x="2231392" y="3035915"/>
                  </a:lnTo>
                  <a:lnTo>
                    <a:pt x="2231485" y="3035915"/>
                  </a:lnTo>
                  <a:lnTo>
                    <a:pt x="2231578" y="3035915"/>
                  </a:lnTo>
                  <a:lnTo>
                    <a:pt x="2231671" y="3035915"/>
                  </a:lnTo>
                  <a:lnTo>
                    <a:pt x="2231765" y="3035915"/>
                  </a:lnTo>
                  <a:lnTo>
                    <a:pt x="2231858" y="3035915"/>
                  </a:lnTo>
                  <a:lnTo>
                    <a:pt x="2231858" y="3025962"/>
                  </a:lnTo>
                  <a:lnTo>
                    <a:pt x="2231951" y="3025962"/>
                  </a:lnTo>
                  <a:lnTo>
                    <a:pt x="2232044" y="3025962"/>
                  </a:lnTo>
                  <a:lnTo>
                    <a:pt x="2232138" y="3025962"/>
                  </a:lnTo>
                  <a:lnTo>
                    <a:pt x="2232231" y="3025962"/>
                  </a:lnTo>
                  <a:lnTo>
                    <a:pt x="2232324" y="3025962"/>
                  </a:lnTo>
                  <a:lnTo>
                    <a:pt x="2232417" y="3025962"/>
                  </a:lnTo>
                  <a:lnTo>
                    <a:pt x="2232511" y="3025962"/>
                  </a:lnTo>
                  <a:lnTo>
                    <a:pt x="2232604" y="3025962"/>
                  </a:lnTo>
                  <a:lnTo>
                    <a:pt x="2232697" y="3025962"/>
                  </a:lnTo>
                  <a:lnTo>
                    <a:pt x="2232790" y="3025962"/>
                  </a:lnTo>
                  <a:lnTo>
                    <a:pt x="2232884" y="3025962"/>
                  </a:lnTo>
                  <a:lnTo>
                    <a:pt x="2232977" y="3025962"/>
                  </a:lnTo>
                  <a:lnTo>
                    <a:pt x="2233070" y="3025962"/>
                  </a:lnTo>
                  <a:lnTo>
                    <a:pt x="2233163" y="3025962"/>
                  </a:lnTo>
                  <a:lnTo>
                    <a:pt x="2233257" y="3025962"/>
                  </a:lnTo>
                  <a:lnTo>
                    <a:pt x="2233350" y="3025962"/>
                  </a:lnTo>
                  <a:lnTo>
                    <a:pt x="2233443" y="3025962"/>
                  </a:lnTo>
                  <a:lnTo>
                    <a:pt x="2233536" y="3025962"/>
                  </a:lnTo>
                  <a:lnTo>
                    <a:pt x="2233630" y="3025962"/>
                  </a:lnTo>
                  <a:lnTo>
                    <a:pt x="2233723" y="3025962"/>
                  </a:lnTo>
                  <a:lnTo>
                    <a:pt x="2233816" y="3025962"/>
                  </a:lnTo>
                  <a:lnTo>
                    <a:pt x="2233909" y="3025962"/>
                  </a:lnTo>
                  <a:lnTo>
                    <a:pt x="2234002" y="3025962"/>
                  </a:lnTo>
                  <a:lnTo>
                    <a:pt x="2234096" y="3025962"/>
                  </a:lnTo>
                  <a:lnTo>
                    <a:pt x="2234189" y="3025962"/>
                  </a:lnTo>
                  <a:lnTo>
                    <a:pt x="2234282" y="3025962"/>
                  </a:lnTo>
                  <a:lnTo>
                    <a:pt x="2234375" y="3025962"/>
                  </a:lnTo>
                  <a:lnTo>
                    <a:pt x="2234469" y="3025962"/>
                  </a:lnTo>
                  <a:lnTo>
                    <a:pt x="2234562" y="3025962"/>
                  </a:lnTo>
                  <a:lnTo>
                    <a:pt x="2234655" y="3025962"/>
                  </a:lnTo>
                  <a:lnTo>
                    <a:pt x="2234748" y="3025962"/>
                  </a:lnTo>
                  <a:lnTo>
                    <a:pt x="2234842" y="3025962"/>
                  </a:lnTo>
                  <a:lnTo>
                    <a:pt x="2234935" y="3025962"/>
                  </a:lnTo>
                  <a:lnTo>
                    <a:pt x="2235028" y="3025962"/>
                  </a:lnTo>
                  <a:lnTo>
                    <a:pt x="2235121" y="3025962"/>
                  </a:lnTo>
                  <a:lnTo>
                    <a:pt x="2235215" y="3025962"/>
                  </a:lnTo>
                  <a:lnTo>
                    <a:pt x="2235308" y="3025962"/>
                  </a:lnTo>
                  <a:lnTo>
                    <a:pt x="2235401" y="3025962"/>
                  </a:lnTo>
                  <a:lnTo>
                    <a:pt x="2235494" y="3025962"/>
                  </a:lnTo>
                  <a:lnTo>
                    <a:pt x="2235588" y="3025962"/>
                  </a:lnTo>
                  <a:lnTo>
                    <a:pt x="2235681" y="3025962"/>
                  </a:lnTo>
                  <a:lnTo>
                    <a:pt x="2235774" y="3025962"/>
                  </a:lnTo>
                  <a:lnTo>
                    <a:pt x="2235867" y="3025962"/>
                  </a:lnTo>
                  <a:lnTo>
                    <a:pt x="2235961" y="3025962"/>
                  </a:lnTo>
                  <a:lnTo>
                    <a:pt x="2236054" y="3025962"/>
                  </a:lnTo>
                  <a:lnTo>
                    <a:pt x="2236147" y="3025962"/>
                  </a:lnTo>
                  <a:lnTo>
                    <a:pt x="2236240" y="3025962"/>
                  </a:lnTo>
                  <a:lnTo>
                    <a:pt x="2236334" y="3025962"/>
                  </a:lnTo>
                  <a:lnTo>
                    <a:pt x="2236427" y="3025962"/>
                  </a:lnTo>
                  <a:lnTo>
                    <a:pt x="2236520" y="3025962"/>
                  </a:lnTo>
                  <a:lnTo>
                    <a:pt x="2236613" y="3025962"/>
                  </a:lnTo>
                  <a:lnTo>
                    <a:pt x="2236707" y="3025962"/>
                  </a:lnTo>
                  <a:lnTo>
                    <a:pt x="2236800" y="3025962"/>
                  </a:lnTo>
                  <a:lnTo>
                    <a:pt x="2236893" y="3025962"/>
                  </a:lnTo>
                  <a:lnTo>
                    <a:pt x="2236986" y="3025962"/>
                  </a:lnTo>
                  <a:lnTo>
                    <a:pt x="2237080" y="3025962"/>
                  </a:lnTo>
                  <a:lnTo>
                    <a:pt x="2237173" y="3025962"/>
                  </a:lnTo>
                  <a:lnTo>
                    <a:pt x="2237266" y="3025962"/>
                  </a:lnTo>
                  <a:lnTo>
                    <a:pt x="2237359" y="3025962"/>
                  </a:lnTo>
                  <a:lnTo>
                    <a:pt x="2237453" y="3025962"/>
                  </a:lnTo>
                  <a:lnTo>
                    <a:pt x="2237546" y="3025962"/>
                  </a:lnTo>
                  <a:lnTo>
                    <a:pt x="2237639" y="3025962"/>
                  </a:lnTo>
                  <a:lnTo>
                    <a:pt x="2237732" y="3025962"/>
                  </a:lnTo>
                  <a:lnTo>
                    <a:pt x="2237826" y="3025962"/>
                  </a:lnTo>
                  <a:lnTo>
                    <a:pt x="2237919" y="3025962"/>
                  </a:lnTo>
                  <a:lnTo>
                    <a:pt x="2238012" y="3025962"/>
                  </a:lnTo>
                  <a:lnTo>
                    <a:pt x="2238105" y="3025962"/>
                  </a:lnTo>
                  <a:lnTo>
                    <a:pt x="2238199" y="3025962"/>
                  </a:lnTo>
                  <a:lnTo>
                    <a:pt x="2238292" y="3025962"/>
                  </a:lnTo>
                  <a:lnTo>
                    <a:pt x="2238385" y="3025962"/>
                  </a:lnTo>
                  <a:lnTo>
                    <a:pt x="2238478" y="3025962"/>
                  </a:lnTo>
                  <a:lnTo>
                    <a:pt x="2238478" y="3016008"/>
                  </a:lnTo>
                  <a:lnTo>
                    <a:pt x="2238572" y="3016008"/>
                  </a:lnTo>
                  <a:lnTo>
                    <a:pt x="2238665" y="3016008"/>
                  </a:lnTo>
                  <a:lnTo>
                    <a:pt x="2238758" y="3016008"/>
                  </a:lnTo>
                  <a:lnTo>
                    <a:pt x="2238851" y="3016008"/>
                  </a:lnTo>
                  <a:lnTo>
                    <a:pt x="2238945" y="3016008"/>
                  </a:lnTo>
                  <a:lnTo>
                    <a:pt x="2239038" y="3016008"/>
                  </a:lnTo>
                  <a:lnTo>
                    <a:pt x="2239131" y="3016008"/>
                  </a:lnTo>
                  <a:lnTo>
                    <a:pt x="2239224" y="3016008"/>
                  </a:lnTo>
                  <a:lnTo>
                    <a:pt x="2239318" y="3016008"/>
                  </a:lnTo>
                  <a:lnTo>
                    <a:pt x="2239411" y="3016008"/>
                  </a:lnTo>
                  <a:lnTo>
                    <a:pt x="2239504" y="3016008"/>
                  </a:lnTo>
                  <a:lnTo>
                    <a:pt x="2239597" y="3016008"/>
                  </a:lnTo>
                  <a:lnTo>
                    <a:pt x="2239691" y="3016008"/>
                  </a:lnTo>
                  <a:lnTo>
                    <a:pt x="2239784" y="3016008"/>
                  </a:lnTo>
                  <a:lnTo>
                    <a:pt x="2239877" y="3016008"/>
                  </a:lnTo>
                  <a:lnTo>
                    <a:pt x="2239970" y="3016008"/>
                  </a:lnTo>
                  <a:lnTo>
                    <a:pt x="2240064" y="3016008"/>
                  </a:lnTo>
                  <a:lnTo>
                    <a:pt x="2240157" y="3016008"/>
                  </a:lnTo>
                  <a:lnTo>
                    <a:pt x="2240250" y="3016008"/>
                  </a:lnTo>
                  <a:lnTo>
                    <a:pt x="2240343" y="3016008"/>
                  </a:lnTo>
                  <a:lnTo>
                    <a:pt x="2240437" y="3016008"/>
                  </a:lnTo>
                  <a:lnTo>
                    <a:pt x="2240530" y="3016008"/>
                  </a:lnTo>
                  <a:lnTo>
                    <a:pt x="2240623" y="3016008"/>
                  </a:lnTo>
                  <a:lnTo>
                    <a:pt x="2240716" y="3016008"/>
                  </a:lnTo>
                  <a:lnTo>
                    <a:pt x="2240810" y="3016008"/>
                  </a:lnTo>
                  <a:lnTo>
                    <a:pt x="2240903" y="3016008"/>
                  </a:lnTo>
                  <a:lnTo>
                    <a:pt x="2240996" y="3016008"/>
                  </a:lnTo>
                  <a:lnTo>
                    <a:pt x="2241089" y="3016008"/>
                  </a:lnTo>
                  <a:lnTo>
                    <a:pt x="2241182" y="3016008"/>
                  </a:lnTo>
                  <a:lnTo>
                    <a:pt x="2241276" y="3016008"/>
                  </a:lnTo>
                  <a:lnTo>
                    <a:pt x="2241369" y="3016008"/>
                  </a:lnTo>
                  <a:lnTo>
                    <a:pt x="2241462" y="3016008"/>
                  </a:lnTo>
                  <a:lnTo>
                    <a:pt x="2241555" y="3016008"/>
                  </a:lnTo>
                  <a:lnTo>
                    <a:pt x="2241649" y="3016008"/>
                  </a:lnTo>
                  <a:lnTo>
                    <a:pt x="2241742" y="3016008"/>
                  </a:lnTo>
                  <a:lnTo>
                    <a:pt x="2241835" y="3016008"/>
                  </a:lnTo>
                  <a:lnTo>
                    <a:pt x="2241928" y="3016008"/>
                  </a:lnTo>
                  <a:lnTo>
                    <a:pt x="2242022" y="3016008"/>
                  </a:lnTo>
                  <a:lnTo>
                    <a:pt x="2242115" y="3016008"/>
                  </a:lnTo>
                  <a:lnTo>
                    <a:pt x="2242208" y="3016008"/>
                  </a:lnTo>
                  <a:lnTo>
                    <a:pt x="2242301" y="3016008"/>
                  </a:lnTo>
                  <a:lnTo>
                    <a:pt x="2242395" y="3016008"/>
                  </a:lnTo>
                  <a:lnTo>
                    <a:pt x="2242488" y="3016008"/>
                  </a:lnTo>
                  <a:lnTo>
                    <a:pt x="2242581" y="3016008"/>
                  </a:lnTo>
                  <a:lnTo>
                    <a:pt x="2242674" y="3016008"/>
                  </a:lnTo>
                  <a:lnTo>
                    <a:pt x="2242768" y="3016008"/>
                  </a:lnTo>
                  <a:lnTo>
                    <a:pt x="2242861" y="3016008"/>
                  </a:lnTo>
                  <a:lnTo>
                    <a:pt x="2242954" y="3016008"/>
                  </a:lnTo>
                  <a:lnTo>
                    <a:pt x="2243047" y="3016008"/>
                  </a:lnTo>
                  <a:lnTo>
                    <a:pt x="2243141" y="3016008"/>
                  </a:lnTo>
                  <a:lnTo>
                    <a:pt x="2243234" y="3016008"/>
                  </a:lnTo>
                  <a:lnTo>
                    <a:pt x="2243327" y="3016008"/>
                  </a:lnTo>
                  <a:lnTo>
                    <a:pt x="2243420" y="3016008"/>
                  </a:lnTo>
                  <a:lnTo>
                    <a:pt x="2243514" y="3016008"/>
                  </a:lnTo>
                  <a:lnTo>
                    <a:pt x="2243607" y="3016008"/>
                  </a:lnTo>
                  <a:lnTo>
                    <a:pt x="2243700" y="3016008"/>
                  </a:lnTo>
                  <a:lnTo>
                    <a:pt x="2243793" y="3016008"/>
                  </a:lnTo>
                  <a:lnTo>
                    <a:pt x="2243887" y="3016008"/>
                  </a:lnTo>
                  <a:lnTo>
                    <a:pt x="2243980" y="3016008"/>
                  </a:lnTo>
                  <a:lnTo>
                    <a:pt x="2244073" y="3016008"/>
                  </a:lnTo>
                  <a:lnTo>
                    <a:pt x="2244166" y="3016008"/>
                  </a:lnTo>
                  <a:lnTo>
                    <a:pt x="2244260" y="3016008"/>
                  </a:lnTo>
                  <a:lnTo>
                    <a:pt x="2244353" y="3016008"/>
                  </a:lnTo>
                  <a:lnTo>
                    <a:pt x="2244446" y="3016008"/>
                  </a:lnTo>
                  <a:lnTo>
                    <a:pt x="2244539" y="3016008"/>
                  </a:lnTo>
                  <a:lnTo>
                    <a:pt x="2244633" y="3016008"/>
                  </a:lnTo>
                  <a:lnTo>
                    <a:pt x="2244726" y="3016008"/>
                  </a:lnTo>
                  <a:lnTo>
                    <a:pt x="2244819" y="3016008"/>
                  </a:lnTo>
                  <a:lnTo>
                    <a:pt x="2244912" y="3016008"/>
                  </a:lnTo>
                  <a:lnTo>
                    <a:pt x="2245006" y="3016008"/>
                  </a:lnTo>
                  <a:lnTo>
                    <a:pt x="2245099" y="3016008"/>
                  </a:lnTo>
                  <a:lnTo>
                    <a:pt x="2245192" y="3016008"/>
                  </a:lnTo>
                  <a:lnTo>
                    <a:pt x="2245285" y="3016008"/>
                  </a:lnTo>
                  <a:lnTo>
                    <a:pt x="2245379" y="3016008"/>
                  </a:lnTo>
                  <a:lnTo>
                    <a:pt x="2245472" y="3016008"/>
                  </a:lnTo>
                  <a:lnTo>
                    <a:pt x="2245565" y="3016008"/>
                  </a:lnTo>
                  <a:lnTo>
                    <a:pt x="2245658" y="3016008"/>
                  </a:lnTo>
                  <a:lnTo>
                    <a:pt x="2245752" y="3016008"/>
                  </a:lnTo>
                  <a:lnTo>
                    <a:pt x="2245845" y="3016008"/>
                  </a:lnTo>
                  <a:lnTo>
                    <a:pt x="2245938" y="3016008"/>
                  </a:lnTo>
                  <a:lnTo>
                    <a:pt x="2246031" y="3016008"/>
                  </a:lnTo>
                  <a:lnTo>
                    <a:pt x="2246125" y="3016008"/>
                  </a:lnTo>
                  <a:lnTo>
                    <a:pt x="2246218" y="3016008"/>
                  </a:lnTo>
                  <a:lnTo>
                    <a:pt x="2246311" y="3016008"/>
                  </a:lnTo>
                  <a:lnTo>
                    <a:pt x="2246404" y="3016008"/>
                  </a:lnTo>
                  <a:lnTo>
                    <a:pt x="2246498" y="3016008"/>
                  </a:lnTo>
                  <a:lnTo>
                    <a:pt x="2246591" y="3016008"/>
                  </a:lnTo>
                  <a:lnTo>
                    <a:pt x="2246684" y="3016008"/>
                  </a:lnTo>
                  <a:lnTo>
                    <a:pt x="2246777" y="3016008"/>
                  </a:lnTo>
                  <a:lnTo>
                    <a:pt x="2246871" y="3016008"/>
                  </a:lnTo>
                  <a:lnTo>
                    <a:pt x="2246964" y="3016008"/>
                  </a:lnTo>
                  <a:lnTo>
                    <a:pt x="2247057" y="3016008"/>
                  </a:lnTo>
                  <a:lnTo>
                    <a:pt x="2247150" y="3016008"/>
                  </a:lnTo>
                  <a:lnTo>
                    <a:pt x="2247244" y="3016008"/>
                  </a:lnTo>
                  <a:lnTo>
                    <a:pt x="2247337" y="3016008"/>
                  </a:lnTo>
                  <a:lnTo>
                    <a:pt x="2247430" y="3016008"/>
                  </a:lnTo>
                  <a:lnTo>
                    <a:pt x="2247523" y="3016008"/>
                  </a:lnTo>
                  <a:lnTo>
                    <a:pt x="2247617" y="3016008"/>
                  </a:lnTo>
                  <a:lnTo>
                    <a:pt x="2247710" y="3016008"/>
                  </a:lnTo>
                  <a:lnTo>
                    <a:pt x="2247803" y="3016008"/>
                  </a:lnTo>
                  <a:lnTo>
                    <a:pt x="2247896" y="3016008"/>
                  </a:lnTo>
                  <a:lnTo>
                    <a:pt x="2247989" y="3016008"/>
                  </a:lnTo>
                  <a:lnTo>
                    <a:pt x="2248083" y="3016008"/>
                  </a:lnTo>
                  <a:lnTo>
                    <a:pt x="2248176" y="3016008"/>
                  </a:lnTo>
                  <a:lnTo>
                    <a:pt x="2248269" y="3016008"/>
                  </a:lnTo>
                  <a:lnTo>
                    <a:pt x="2248362" y="3016008"/>
                  </a:lnTo>
                  <a:lnTo>
                    <a:pt x="2248456" y="3016008"/>
                  </a:lnTo>
                  <a:lnTo>
                    <a:pt x="2248549" y="3016008"/>
                  </a:lnTo>
                  <a:lnTo>
                    <a:pt x="2248642" y="3016008"/>
                  </a:lnTo>
                  <a:lnTo>
                    <a:pt x="2248735" y="3016008"/>
                  </a:lnTo>
                  <a:lnTo>
                    <a:pt x="2248829" y="3016008"/>
                  </a:lnTo>
                  <a:lnTo>
                    <a:pt x="2248922" y="3016008"/>
                  </a:lnTo>
                  <a:lnTo>
                    <a:pt x="2249015" y="3016008"/>
                  </a:lnTo>
                  <a:lnTo>
                    <a:pt x="2249108" y="3016008"/>
                  </a:lnTo>
                  <a:lnTo>
                    <a:pt x="2249202" y="3016008"/>
                  </a:lnTo>
                  <a:lnTo>
                    <a:pt x="2249295" y="3016008"/>
                  </a:lnTo>
                  <a:lnTo>
                    <a:pt x="2249295" y="3006054"/>
                  </a:lnTo>
                  <a:lnTo>
                    <a:pt x="2249388" y="3006054"/>
                  </a:lnTo>
                  <a:lnTo>
                    <a:pt x="2249481" y="3006054"/>
                  </a:lnTo>
                  <a:lnTo>
                    <a:pt x="2249575" y="3006054"/>
                  </a:lnTo>
                  <a:lnTo>
                    <a:pt x="2249668" y="3006054"/>
                  </a:lnTo>
                  <a:lnTo>
                    <a:pt x="2249761" y="3006054"/>
                  </a:lnTo>
                  <a:lnTo>
                    <a:pt x="2249854" y="3006054"/>
                  </a:lnTo>
                  <a:lnTo>
                    <a:pt x="2249948" y="3006054"/>
                  </a:lnTo>
                  <a:lnTo>
                    <a:pt x="2250041" y="3006054"/>
                  </a:lnTo>
                  <a:lnTo>
                    <a:pt x="2250134" y="3006054"/>
                  </a:lnTo>
                  <a:lnTo>
                    <a:pt x="2250227" y="3006054"/>
                  </a:lnTo>
                  <a:lnTo>
                    <a:pt x="2250321" y="3006054"/>
                  </a:lnTo>
                  <a:lnTo>
                    <a:pt x="2250414" y="3006054"/>
                  </a:lnTo>
                  <a:lnTo>
                    <a:pt x="2250507" y="3006054"/>
                  </a:lnTo>
                  <a:lnTo>
                    <a:pt x="2250600" y="3006054"/>
                  </a:lnTo>
                  <a:lnTo>
                    <a:pt x="2250694" y="3006054"/>
                  </a:lnTo>
                  <a:lnTo>
                    <a:pt x="2250787" y="3006054"/>
                  </a:lnTo>
                  <a:lnTo>
                    <a:pt x="2250880" y="3006054"/>
                  </a:lnTo>
                  <a:lnTo>
                    <a:pt x="2250973" y="3006054"/>
                  </a:lnTo>
                  <a:lnTo>
                    <a:pt x="2251067" y="3006054"/>
                  </a:lnTo>
                  <a:lnTo>
                    <a:pt x="2251160" y="3006054"/>
                  </a:lnTo>
                  <a:lnTo>
                    <a:pt x="2251253" y="3006054"/>
                  </a:lnTo>
                  <a:lnTo>
                    <a:pt x="2251346" y="3006054"/>
                  </a:lnTo>
                  <a:lnTo>
                    <a:pt x="2251440" y="3006054"/>
                  </a:lnTo>
                  <a:lnTo>
                    <a:pt x="2251533" y="3006054"/>
                  </a:lnTo>
                  <a:lnTo>
                    <a:pt x="2251626" y="3006054"/>
                  </a:lnTo>
                  <a:lnTo>
                    <a:pt x="2251719" y="3006054"/>
                  </a:lnTo>
                  <a:lnTo>
                    <a:pt x="2251813" y="3006054"/>
                  </a:lnTo>
                  <a:lnTo>
                    <a:pt x="2251906" y="3006054"/>
                  </a:lnTo>
                  <a:lnTo>
                    <a:pt x="2251999" y="3006054"/>
                  </a:lnTo>
                  <a:lnTo>
                    <a:pt x="2252092" y="3006054"/>
                  </a:lnTo>
                  <a:lnTo>
                    <a:pt x="2252186" y="3006054"/>
                  </a:lnTo>
                  <a:lnTo>
                    <a:pt x="2252279" y="3006054"/>
                  </a:lnTo>
                  <a:lnTo>
                    <a:pt x="2252372" y="3006054"/>
                  </a:lnTo>
                  <a:lnTo>
                    <a:pt x="2252465" y="3006054"/>
                  </a:lnTo>
                  <a:lnTo>
                    <a:pt x="2252559" y="3006054"/>
                  </a:lnTo>
                  <a:lnTo>
                    <a:pt x="2252652" y="3006054"/>
                  </a:lnTo>
                  <a:lnTo>
                    <a:pt x="2252745" y="3006054"/>
                  </a:lnTo>
                  <a:lnTo>
                    <a:pt x="2252838" y="3006054"/>
                  </a:lnTo>
                  <a:lnTo>
                    <a:pt x="2252932" y="3006054"/>
                  </a:lnTo>
                  <a:lnTo>
                    <a:pt x="2253025" y="3006054"/>
                  </a:lnTo>
                  <a:lnTo>
                    <a:pt x="2253118" y="3006054"/>
                  </a:lnTo>
                  <a:lnTo>
                    <a:pt x="2253211" y="3006054"/>
                  </a:lnTo>
                  <a:lnTo>
                    <a:pt x="2253305" y="3006054"/>
                  </a:lnTo>
                  <a:lnTo>
                    <a:pt x="2253398" y="3006054"/>
                  </a:lnTo>
                  <a:lnTo>
                    <a:pt x="2253491" y="3006054"/>
                  </a:lnTo>
                  <a:lnTo>
                    <a:pt x="2253584" y="3006054"/>
                  </a:lnTo>
                  <a:lnTo>
                    <a:pt x="2253678" y="3006054"/>
                  </a:lnTo>
                  <a:lnTo>
                    <a:pt x="2253771" y="3006054"/>
                  </a:lnTo>
                  <a:lnTo>
                    <a:pt x="2253864" y="3006054"/>
                  </a:lnTo>
                  <a:lnTo>
                    <a:pt x="2253957" y="3006054"/>
                  </a:lnTo>
                  <a:lnTo>
                    <a:pt x="2254051" y="3006054"/>
                  </a:lnTo>
                  <a:lnTo>
                    <a:pt x="2254144" y="3006054"/>
                  </a:lnTo>
                  <a:lnTo>
                    <a:pt x="2254237" y="3006054"/>
                  </a:lnTo>
                  <a:lnTo>
                    <a:pt x="2254330" y="3006054"/>
                  </a:lnTo>
                  <a:lnTo>
                    <a:pt x="2254424" y="3006054"/>
                  </a:lnTo>
                  <a:lnTo>
                    <a:pt x="2254517" y="3006054"/>
                  </a:lnTo>
                  <a:lnTo>
                    <a:pt x="2254610" y="3006054"/>
                  </a:lnTo>
                  <a:lnTo>
                    <a:pt x="2254703" y="3006054"/>
                  </a:lnTo>
                  <a:lnTo>
                    <a:pt x="2254796" y="3006054"/>
                  </a:lnTo>
                  <a:lnTo>
                    <a:pt x="2254890" y="3006054"/>
                  </a:lnTo>
                  <a:lnTo>
                    <a:pt x="2254983" y="3006054"/>
                  </a:lnTo>
                  <a:lnTo>
                    <a:pt x="2255076" y="3006054"/>
                  </a:lnTo>
                  <a:lnTo>
                    <a:pt x="2255169" y="3006054"/>
                  </a:lnTo>
                  <a:lnTo>
                    <a:pt x="2255263" y="3006054"/>
                  </a:lnTo>
                  <a:lnTo>
                    <a:pt x="2255356" y="3006054"/>
                  </a:lnTo>
                  <a:lnTo>
                    <a:pt x="2255449" y="3006054"/>
                  </a:lnTo>
                  <a:lnTo>
                    <a:pt x="2255542" y="3006054"/>
                  </a:lnTo>
                  <a:lnTo>
                    <a:pt x="2255636" y="3006054"/>
                  </a:lnTo>
                  <a:lnTo>
                    <a:pt x="2255729" y="3006054"/>
                  </a:lnTo>
                  <a:lnTo>
                    <a:pt x="2255822" y="3006054"/>
                  </a:lnTo>
                  <a:lnTo>
                    <a:pt x="2255915" y="3006054"/>
                  </a:lnTo>
                  <a:lnTo>
                    <a:pt x="2256009" y="3006054"/>
                  </a:lnTo>
                  <a:lnTo>
                    <a:pt x="2256102" y="3006054"/>
                  </a:lnTo>
                  <a:lnTo>
                    <a:pt x="2256195" y="3006054"/>
                  </a:lnTo>
                  <a:lnTo>
                    <a:pt x="2256288" y="3006054"/>
                  </a:lnTo>
                  <a:lnTo>
                    <a:pt x="2256382" y="3006054"/>
                  </a:lnTo>
                  <a:lnTo>
                    <a:pt x="2256475" y="3006054"/>
                  </a:lnTo>
                  <a:lnTo>
                    <a:pt x="2256568" y="3006054"/>
                  </a:lnTo>
                  <a:lnTo>
                    <a:pt x="2256661" y="3006054"/>
                  </a:lnTo>
                  <a:lnTo>
                    <a:pt x="2256755" y="3006054"/>
                  </a:lnTo>
                  <a:lnTo>
                    <a:pt x="2256848" y="3006054"/>
                  </a:lnTo>
                  <a:lnTo>
                    <a:pt x="2256941" y="3006054"/>
                  </a:lnTo>
                  <a:lnTo>
                    <a:pt x="2257034" y="3006054"/>
                  </a:lnTo>
                  <a:lnTo>
                    <a:pt x="2257128" y="3006054"/>
                  </a:lnTo>
                  <a:lnTo>
                    <a:pt x="2257221" y="3006054"/>
                  </a:lnTo>
                  <a:lnTo>
                    <a:pt x="2257314" y="3006054"/>
                  </a:lnTo>
                  <a:lnTo>
                    <a:pt x="2257407" y="3006054"/>
                  </a:lnTo>
                  <a:lnTo>
                    <a:pt x="2257501" y="3006054"/>
                  </a:lnTo>
                  <a:lnTo>
                    <a:pt x="2257594" y="3006054"/>
                  </a:lnTo>
                  <a:lnTo>
                    <a:pt x="2257687" y="3006054"/>
                  </a:lnTo>
                  <a:lnTo>
                    <a:pt x="2257687" y="2996100"/>
                  </a:lnTo>
                  <a:lnTo>
                    <a:pt x="2257780" y="2996100"/>
                  </a:lnTo>
                  <a:lnTo>
                    <a:pt x="2257874" y="2996100"/>
                  </a:lnTo>
                  <a:lnTo>
                    <a:pt x="2257967" y="2996100"/>
                  </a:lnTo>
                  <a:lnTo>
                    <a:pt x="2258060" y="2996100"/>
                  </a:lnTo>
                  <a:lnTo>
                    <a:pt x="2258153" y="2996100"/>
                  </a:lnTo>
                  <a:lnTo>
                    <a:pt x="2258247" y="2996100"/>
                  </a:lnTo>
                  <a:lnTo>
                    <a:pt x="2258340" y="2996100"/>
                  </a:lnTo>
                  <a:lnTo>
                    <a:pt x="2258433" y="2996100"/>
                  </a:lnTo>
                  <a:lnTo>
                    <a:pt x="2258526" y="2996100"/>
                  </a:lnTo>
                  <a:lnTo>
                    <a:pt x="2258620" y="2996100"/>
                  </a:lnTo>
                  <a:lnTo>
                    <a:pt x="2258713" y="2996100"/>
                  </a:lnTo>
                  <a:lnTo>
                    <a:pt x="2258806" y="2996100"/>
                  </a:lnTo>
                  <a:lnTo>
                    <a:pt x="2258899" y="2996100"/>
                  </a:lnTo>
                  <a:lnTo>
                    <a:pt x="2258993" y="2996100"/>
                  </a:lnTo>
                  <a:lnTo>
                    <a:pt x="2259086" y="2996100"/>
                  </a:lnTo>
                  <a:lnTo>
                    <a:pt x="2259179" y="2996100"/>
                  </a:lnTo>
                  <a:lnTo>
                    <a:pt x="2259272" y="2996100"/>
                  </a:lnTo>
                  <a:lnTo>
                    <a:pt x="2259366" y="2996100"/>
                  </a:lnTo>
                  <a:lnTo>
                    <a:pt x="2259459" y="2996100"/>
                  </a:lnTo>
                  <a:lnTo>
                    <a:pt x="2259552" y="2996100"/>
                  </a:lnTo>
                  <a:lnTo>
                    <a:pt x="2259645" y="2996100"/>
                  </a:lnTo>
                  <a:lnTo>
                    <a:pt x="2259739" y="2996100"/>
                  </a:lnTo>
                  <a:lnTo>
                    <a:pt x="2259832" y="2996100"/>
                  </a:lnTo>
                  <a:lnTo>
                    <a:pt x="2259925" y="2996100"/>
                  </a:lnTo>
                  <a:lnTo>
                    <a:pt x="2260018" y="2996100"/>
                  </a:lnTo>
                  <a:lnTo>
                    <a:pt x="2260112" y="2996100"/>
                  </a:lnTo>
                  <a:lnTo>
                    <a:pt x="2260205" y="2996100"/>
                  </a:lnTo>
                  <a:lnTo>
                    <a:pt x="2260298" y="2996100"/>
                  </a:lnTo>
                  <a:lnTo>
                    <a:pt x="2260391" y="2996100"/>
                  </a:lnTo>
                  <a:lnTo>
                    <a:pt x="2260485" y="2996100"/>
                  </a:lnTo>
                  <a:lnTo>
                    <a:pt x="2260578" y="2996100"/>
                  </a:lnTo>
                  <a:lnTo>
                    <a:pt x="2260671" y="2996100"/>
                  </a:lnTo>
                  <a:lnTo>
                    <a:pt x="2260764" y="2996100"/>
                  </a:lnTo>
                  <a:lnTo>
                    <a:pt x="2260858" y="2996100"/>
                  </a:lnTo>
                  <a:lnTo>
                    <a:pt x="2260951" y="2996100"/>
                  </a:lnTo>
                  <a:lnTo>
                    <a:pt x="2261044" y="2996100"/>
                  </a:lnTo>
                  <a:lnTo>
                    <a:pt x="2261137" y="2996100"/>
                  </a:lnTo>
                  <a:lnTo>
                    <a:pt x="2261231" y="2996100"/>
                  </a:lnTo>
                  <a:lnTo>
                    <a:pt x="2261324" y="2996100"/>
                  </a:lnTo>
                  <a:lnTo>
                    <a:pt x="2261417" y="2996100"/>
                  </a:lnTo>
                  <a:lnTo>
                    <a:pt x="2261510" y="2996100"/>
                  </a:lnTo>
                  <a:lnTo>
                    <a:pt x="2261604" y="2996100"/>
                  </a:lnTo>
                  <a:lnTo>
                    <a:pt x="2261697" y="2996100"/>
                  </a:lnTo>
                  <a:lnTo>
                    <a:pt x="2261790" y="2996100"/>
                  </a:lnTo>
                  <a:lnTo>
                    <a:pt x="2261883" y="2996100"/>
                  </a:lnTo>
                  <a:lnTo>
                    <a:pt x="2261976" y="2996100"/>
                  </a:lnTo>
                  <a:lnTo>
                    <a:pt x="2262070" y="2996100"/>
                  </a:lnTo>
                  <a:lnTo>
                    <a:pt x="2262163" y="2996100"/>
                  </a:lnTo>
                  <a:lnTo>
                    <a:pt x="2262256" y="2996100"/>
                  </a:lnTo>
                  <a:lnTo>
                    <a:pt x="2262349" y="2996100"/>
                  </a:lnTo>
                  <a:lnTo>
                    <a:pt x="2262443" y="2996100"/>
                  </a:lnTo>
                  <a:lnTo>
                    <a:pt x="2262536" y="2996100"/>
                  </a:lnTo>
                  <a:lnTo>
                    <a:pt x="2262629" y="2996100"/>
                  </a:lnTo>
                  <a:lnTo>
                    <a:pt x="2262722" y="2996100"/>
                  </a:lnTo>
                  <a:lnTo>
                    <a:pt x="2262816" y="2996100"/>
                  </a:lnTo>
                  <a:lnTo>
                    <a:pt x="2262909" y="2996100"/>
                  </a:lnTo>
                  <a:lnTo>
                    <a:pt x="2263002" y="2996100"/>
                  </a:lnTo>
                  <a:lnTo>
                    <a:pt x="2263095" y="2996100"/>
                  </a:lnTo>
                  <a:lnTo>
                    <a:pt x="2263189" y="2996100"/>
                  </a:lnTo>
                  <a:lnTo>
                    <a:pt x="2263282" y="2996100"/>
                  </a:lnTo>
                  <a:lnTo>
                    <a:pt x="2263375" y="2996100"/>
                  </a:lnTo>
                  <a:lnTo>
                    <a:pt x="2263468" y="2996100"/>
                  </a:lnTo>
                  <a:lnTo>
                    <a:pt x="2263562" y="2996100"/>
                  </a:lnTo>
                  <a:lnTo>
                    <a:pt x="2263655" y="2996100"/>
                  </a:lnTo>
                  <a:lnTo>
                    <a:pt x="2263748" y="2996100"/>
                  </a:lnTo>
                  <a:lnTo>
                    <a:pt x="2263841" y="2996100"/>
                  </a:lnTo>
                  <a:lnTo>
                    <a:pt x="2263935" y="2996100"/>
                  </a:lnTo>
                  <a:lnTo>
                    <a:pt x="2264028" y="2996100"/>
                  </a:lnTo>
                  <a:lnTo>
                    <a:pt x="2264121" y="2996100"/>
                  </a:lnTo>
                  <a:lnTo>
                    <a:pt x="2264214" y="2996100"/>
                  </a:lnTo>
                  <a:lnTo>
                    <a:pt x="2264308" y="2996100"/>
                  </a:lnTo>
                  <a:lnTo>
                    <a:pt x="2264401" y="2996100"/>
                  </a:lnTo>
                  <a:lnTo>
                    <a:pt x="2264494" y="2996100"/>
                  </a:lnTo>
                  <a:lnTo>
                    <a:pt x="2264587" y="2996100"/>
                  </a:lnTo>
                  <a:lnTo>
                    <a:pt x="2264681" y="2996100"/>
                  </a:lnTo>
                  <a:lnTo>
                    <a:pt x="2264774" y="2996100"/>
                  </a:lnTo>
                  <a:lnTo>
                    <a:pt x="2264867" y="2996100"/>
                  </a:lnTo>
                  <a:lnTo>
                    <a:pt x="2264960" y="2996100"/>
                  </a:lnTo>
                  <a:lnTo>
                    <a:pt x="2265054" y="2996100"/>
                  </a:lnTo>
                  <a:lnTo>
                    <a:pt x="2265147" y="2996100"/>
                  </a:lnTo>
                  <a:lnTo>
                    <a:pt x="2265240" y="2996100"/>
                  </a:lnTo>
                  <a:lnTo>
                    <a:pt x="2265333" y="2996100"/>
                  </a:lnTo>
                  <a:lnTo>
                    <a:pt x="2265427" y="2996100"/>
                  </a:lnTo>
                  <a:lnTo>
                    <a:pt x="2265520" y="2996100"/>
                  </a:lnTo>
                  <a:lnTo>
                    <a:pt x="2265613" y="2996100"/>
                  </a:lnTo>
                  <a:lnTo>
                    <a:pt x="2265706" y="2996100"/>
                  </a:lnTo>
                  <a:lnTo>
                    <a:pt x="2265800" y="2996100"/>
                  </a:lnTo>
                  <a:lnTo>
                    <a:pt x="2265893" y="2996100"/>
                  </a:lnTo>
                  <a:lnTo>
                    <a:pt x="2265986" y="2996100"/>
                  </a:lnTo>
                  <a:lnTo>
                    <a:pt x="2266079" y="2996100"/>
                  </a:lnTo>
                  <a:lnTo>
                    <a:pt x="2266173" y="2996100"/>
                  </a:lnTo>
                  <a:lnTo>
                    <a:pt x="2266266" y="2996100"/>
                  </a:lnTo>
                  <a:lnTo>
                    <a:pt x="2266359" y="2996100"/>
                  </a:lnTo>
                  <a:lnTo>
                    <a:pt x="2266452" y="2996100"/>
                  </a:lnTo>
                  <a:lnTo>
                    <a:pt x="2266546" y="2996100"/>
                  </a:lnTo>
                  <a:lnTo>
                    <a:pt x="2266639" y="2996100"/>
                  </a:lnTo>
                  <a:lnTo>
                    <a:pt x="2266732" y="2996100"/>
                  </a:lnTo>
                  <a:lnTo>
                    <a:pt x="2266825" y="2996100"/>
                  </a:lnTo>
                  <a:lnTo>
                    <a:pt x="2266919" y="2996100"/>
                  </a:lnTo>
                  <a:lnTo>
                    <a:pt x="2267012" y="2996100"/>
                  </a:lnTo>
                  <a:lnTo>
                    <a:pt x="2267105" y="2996100"/>
                  </a:lnTo>
                  <a:lnTo>
                    <a:pt x="2267198" y="2996100"/>
                  </a:lnTo>
                  <a:lnTo>
                    <a:pt x="2267292" y="2996100"/>
                  </a:lnTo>
                  <a:lnTo>
                    <a:pt x="2267385" y="2996100"/>
                  </a:lnTo>
                  <a:lnTo>
                    <a:pt x="2267478" y="2996100"/>
                  </a:lnTo>
                  <a:lnTo>
                    <a:pt x="2267571" y="2996100"/>
                  </a:lnTo>
                  <a:lnTo>
                    <a:pt x="2267665" y="2996100"/>
                  </a:lnTo>
                  <a:lnTo>
                    <a:pt x="2267758" y="2996100"/>
                  </a:lnTo>
                  <a:lnTo>
                    <a:pt x="2267851" y="2996100"/>
                  </a:lnTo>
                  <a:lnTo>
                    <a:pt x="2267944" y="2996100"/>
                  </a:lnTo>
                  <a:lnTo>
                    <a:pt x="2268038" y="2996100"/>
                  </a:lnTo>
                  <a:lnTo>
                    <a:pt x="2268038" y="2986146"/>
                  </a:lnTo>
                  <a:lnTo>
                    <a:pt x="2268131" y="2986146"/>
                  </a:lnTo>
                  <a:lnTo>
                    <a:pt x="2268224" y="2986146"/>
                  </a:lnTo>
                  <a:lnTo>
                    <a:pt x="2268317" y="2986146"/>
                  </a:lnTo>
                  <a:lnTo>
                    <a:pt x="2268411" y="2986146"/>
                  </a:lnTo>
                  <a:lnTo>
                    <a:pt x="2268504" y="2986146"/>
                  </a:lnTo>
                  <a:lnTo>
                    <a:pt x="2268597" y="2986146"/>
                  </a:lnTo>
                  <a:lnTo>
                    <a:pt x="2268690" y="2986146"/>
                  </a:lnTo>
                  <a:lnTo>
                    <a:pt x="2268783" y="2986146"/>
                  </a:lnTo>
                  <a:lnTo>
                    <a:pt x="2268877" y="2986146"/>
                  </a:lnTo>
                  <a:lnTo>
                    <a:pt x="2268970" y="2986146"/>
                  </a:lnTo>
                  <a:lnTo>
                    <a:pt x="2269063" y="2986146"/>
                  </a:lnTo>
                  <a:lnTo>
                    <a:pt x="2269156" y="2986146"/>
                  </a:lnTo>
                  <a:lnTo>
                    <a:pt x="2269250" y="2986146"/>
                  </a:lnTo>
                  <a:lnTo>
                    <a:pt x="2269343" y="2986146"/>
                  </a:lnTo>
                  <a:lnTo>
                    <a:pt x="2269436" y="2986146"/>
                  </a:lnTo>
                  <a:lnTo>
                    <a:pt x="2269529" y="2986146"/>
                  </a:lnTo>
                  <a:lnTo>
                    <a:pt x="2269623" y="2986146"/>
                  </a:lnTo>
                  <a:lnTo>
                    <a:pt x="2269716" y="2986146"/>
                  </a:lnTo>
                  <a:lnTo>
                    <a:pt x="2269809" y="2986146"/>
                  </a:lnTo>
                  <a:lnTo>
                    <a:pt x="2269902" y="2986146"/>
                  </a:lnTo>
                  <a:lnTo>
                    <a:pt x="2269996" y="2986146"/>
                  </a:lnTo>
                  <a:lnTo>
                    <a:pt x="2270089" y="2986146"/>
                  </a:lnTo>
                  <a:lnTo>
                    <a:pt x="2270182" y="2986146"/>
                  </a:lnTo>
                  <a:lnTo>
                    <a:pt x="2270275" y="2986146"/>
                  </a:lnTo>
                  <a:lnTo>
                    <a:pt x="2270369" y="2986146"/>
                  </a:lnTo>
                  <a:lnTo>
                    <a:pt x="2270462" y="2986146"/>
                  </a:lnTo>
                  <a:lnTo>
                    <a:pt x="2270555" y="2986146"/>
                  </a:lnTo>
                  <a:lnTo>
                    <a:pt x="2270648" y="2986146"/>
                  </a:lnTo>
                  <a:lnTo>
                    <a:pt x="2270742" y="2986146"/>
                  </a:lnTo>
                  <a:lnTo>
                    <a:pt x="2270835" y="2986146"/>
                  </a:lnTo>
                  <a:lnTo>
                    <a:pt x="2270928" y="2986146"/>
                  </a:lnTo>
                  <a:lnTo>
                    <a:pt x="2271021" y="2986146"/>
                  </a:lnTo>
                  <a:lnTo>
                    <a:pt x="2271115" y="2986146"/>
                  </a:lnTo>
                  <a:lnTo>
                    <a:pt x="2271208" y="2986146"/>
                  </a:lnTo>
                  <a:lnTo>
                    <a:pt x="2271301" y="2986146"/>
                  </a:lnTo>
                  <a:lnTo>
                    <a:pt x="2271394" y="2986146"/>
                  </a:lnTo>
                  <a:lnTo>
                    <a:pt x="2271488" y="2986146"/>
                  </a:lnTo>
                  <a:lnTo>
                    <a:pt x="2271581" y="2986146"/>
                  </a:lnTo>
                  <a:lnTo>
                    <a:pt x="2271674" y="2986146"/>
                  </a:lnTo>
                  <a:lnTo>
                    <a:pt x="2271767" y="2986146"/>
                  </a:lnTo>
                  <a:lnTo>
                    <a:pt x="2271861" y="2986146"/>
                  </a:lnTo>
                  <a:lnTo>
                    <a:pt x="2271954" y="2986146"/>
                  </a:lnTo>
                  <a:lnTo>
                    <a:pt x="2272047" y="2986146"/>
                  </a:lnTo>
                  <a:lnTo>
                    <a:pt x="2272140" y="2986146"/>
                  </a:lnTo>
                  <a:lnTo>
                    <a:pt x="2272234" y="2986146"/>
                  </a:lnTo>
                  <a:lnTo>
                    <a:pt x="2272327" y="2986146"/>
                  </a:lnTo>
                  <a:lnTo>
                    <a:pt x="2272420" y="2986146"/>
                  </a:lnTo>
                  <a:lnTo>
                    <a:pt x="2272513" y="2986146"/>
                  </a:lnTo>
                  <a:lnTo>
                    <a:pt x="2272607" y="2986146"/>
                  </a:lnTo>
                  <a:lnTo>
                    <a:pt x="2272700" y="2986146"/>
                  </a:lnTo>
                  <a:lnTo>
                    <a:pt x="2272793" y="2986146"/>
                  </a:lnTo>
                  <a:lnTo>
                    <a:pt x="2272886" y="2986146"/>
                  </a:lnTo>
                  <a:lnTo>
                    <a:pt x="2272980" y="2986146"/>
                  </a:lnTo>
                  <a:lnTo>
                    <a:pt x="2273073" y="2986146"/>
                  </a:lnTo>
                  <a:lnTo>
                    <a:pt x="2273166" y="2986146"/>
                  </a:lnTo>
                  <a:lnTo>
                    <a:pt x="2273259" y="2986146"/>
                  </a:lnTo>
                  <a:lnTo>
                    <a:pt x="2273353" y="2986146"/>
                  </a:lnTo>
                  <a:lnTo>
                    <a:pt x="2273446" y="2986146"/>
                  </a:lnTo>
                  <a:lnTo>
                    <a:pt x="2273539" y="2986146"/>
                  </a:lnTo>
                  <a:lnTo>
                    <a:pt x="2273632" y="2986146"/>
                  </a:lnTo>
                  <a:lnTo>
                    <a:pt x="2273726" y="2986146"/>
                  </a:lnTo>
                  <a:lnTo>
                    <a:pt x="2273819" y="2986146"/>
                  </a:lnTo>
                  <a:lnTo>
                    <a:pt x="2273912" y="2986146"/>
                  </a:lnTo>
                  <a:lnTo>
                    <a:pt x="2274005" y="2986146"/>
                  </a:lnTo>
                  <a:lnTo>
                    <a:pt x="2274099" y="2986146"/>
                  </a:lnTo>
                  <a:lnTo>
                    <a:pt x="2274192" y="2986146"/>
                  </a:lnTo>
                  <a:lnTo>
                    <a:pt x="2274285" y="2986146"/>
                  </a:lnTo>
                  <a:lnTo>
                    <a:pt x="2274378" y="2986146"/>
                  </a:lnTo>
                  <a:lnTo>
                    <a:pt x="2274472" y="2986146"/>
                  </a:lnTo>
                  <a:lnTo>
                    <a:pt x="2274565" y="2986146"/>
                  </a:lnTo>
                  <a:lnTo>
                    <a:pt x="2274658" y="2986146"/>
                  </a:lnTo>
                  <a:lnTo>
                    <a:pt x="2274751" y="2986146"/>
                  </a:lnTo>
                  <a:lnTo>
                    <a:pt x="2274845" y="2986146"/>
                  </a:lnTo>
                  <a:lnTo>
                    <a:pt x="2274938" y="2986146"/>
                  </a:lnTo>
                  <a:lnTo>
                    <a:pt x="2275031" y="2986146"/>
                  </a:lnTo>
                  <a:lnTo>
                    <a:pt x="2275124" y="2986146"/>
                  </a:lnTo>
                  <a:lnTo>
                    <a:pt x="2275218" y="2986146"/>
                  </a:lnTo>
                  <a:lnTo>
                    <a:pt x="2275311" y="2986146"/>
                  </a:lnTo>
                  <a:lnTo>
                    <a:pt x="2275404" y="2986146"/>
                  </a:lnTo>
                  <a:lnTo>
                    <a:pt x="2275497" y="2986146"/>
                  </a:lnTo>
                  <a:lnTo>
                    <a:pt x="2275591" y="2986146"/>
                  </a:lnTo>
                  <a:lnTo>
                    <a:pt x="2275684" y="2986146"/>
                  </a:lnTo>
                  <a:lnTo>
                    <a:pt x="2275777" y="2986146"/>
                  </a:lnTo>
                  <a:lnTo>
                    <a:pt x="2275870" y="2986146"/>
                  </a:lnTo>
                  <a:lnTo>
                    <a:pt x="2275963" y="2986146"/>
                  </a:lnTo>
                  <a:lnTo>
                    <a:pt x="2276057" y="2986146"/>
                  </a:lnTo>
                  <a:lnTo>
                    <a:pt x="2276150" y="2986146"/>
                  </a:lnTo>
                  <a:lnTo>
                    <a:pt x="2276243" y="2986146"/>
                  </a:lnTo>
                  <a:lnTo>
                    <a:pt x="2276336" y="2986146"/>
                  </a:lnTo>
                  <a:lnTo>
                    <a:pt x="2276430" y="2986146"/>
                  </a:lnTo>
                  <a:lnTo>
                    <a:pt x="2276523" y="2986146"/>
                  </a:lnTo>
                  <a:lnTo>
                    <a:pt x="2276616" y="2986146"/>
                  </a:lnTo>
                  <a:lnTo>
                    <a:pt x="2276709" y="2986146"/>
                  </a:lnTo>
                  <a:lnTo>
                    <a:pt x="2276803" y="2986146"/>
                  </a:lnTo>
                  <a:lnTo>
                    <a:pt x="2276896" y="2986146"/>
                  </a:lnTo>
                  <a:lnTo>
                    <a:pt x="2276989" y="2986146"/>
                  </a:lnTo>
                  <a:lnTo>
                    <a:pt x="2277082" y="2986146"/>
                  </a:lnTo>
                  <a:lnTo>
                    <a:pt x="2277176" y="2986146"/>
                  </a:lnTo>
                  <a:lnTo>
                    <a:pt x="2277269" y="2986146"/>
                  </a:lnTo>
                  <a:lnTo>
                    <a:pt x="2277362" y="2986146"/>
                  </a:lnTo>
                  <a:lnTo>
                    <a:pt x="2277455" y="2986146"/>
                  </a:lnTo>
                  <a:lnTo>
                    <a:pt x="2277549" y="2986146"/>
                  </a:lnTo>
                  <a:lnTo>
                    <a:pt x="2277642" y="2986146"/>
                  </a:lnTo>
                  <a:lnTo>
                    <a:pt x="2277735" y="2986146"/>
                  </a:lnTo>
                  <a:lnTo>
                    <a:pt x="2277828" y="2986146"/>
                  </a:lnTo>
                  <a:lnTo>
                    <a:pt x="2277922" y="2986146"/>
                  </a:lnTo>
                  <a:lnTo>
                    <a:pt x="2278015" y="2986146"/>
                  </a:lnTo>
                  <a:lnTo>
                    <a:pt x="2278108" y="2986146"/>
                  </a:lnTo>
                  <a:lnTo>
                    <a:pt x="2278201" y="2986146"/>
                  </a:lnTo>
                  <a:lnTo>
                    <a:pt x="2278295" y="2986146"/>
                  </a:lnTo>
                  <a:lnTo>
                    <a:pt x="2278388" y="2986146"/>
                  </a:lnTo>
                  <a:lnTo>
                    <a:pt x="2278388" y="2976192"/>
                  </a:lnTo>
                  <a:lnTo>
                    <a:pt x="2278481" y="2976192"/>
                  </a:lnTo>
                  <a:lnTo>
                    <a:pt x="2278574" y="2976192"/>
                  </a:lnTo>
                  <a:lnTo>
                    <a:pt x="2278668" y="2976192"/>
                  </a:lnTo>
                  <a:lnTo>
                    <a:pt x="2278761" y="2976192"/>
                  </a:lnTo>
                  <a:lnTo>
                    <a:pt x="2278854" y="2976192"/>
                  </a:lnTo>
                  <a:lnTo>
                    <a:pt x="2278947" y="2976192"/>
                  </a:lnTo>
                  <a:lnTo>
                    <a:pt x="2279041" y="2976192"/>
                  </a:lnTo>
                  <a:lnTo>
                    <a:pt x="2279134" y="2976192"/>
                  </a:lnTo>
                  <a:lnTo>
                    <a:pt x="2279227" y="2976192"/>
                  </a:lnTo>
                  <a:lnTo>
                    <a:pt x="2279320" y="2976192"/>
                  </a:lnTo>
                  <a:lnTo>
                    <a:pt x="2279414" y="2976192"/>
                  </a:lnTo>
                  <a:lnTo>
                    <a:pt x="2279507" y="2976192"/>
                  </a:lnTo>
                  <a:lnTo>
                    <a:pt x="2279600" y="2976192"/>
                  </a:lnTo>
                  <a:lnTo>
                    <a:pt x="2279693" y="2976192"/>
                  </a:lnTo>
                  <a:lnTo>
                    <a:pt x="2279787" y="2976192"/>
                  </a:lnTo>
                  <a:lnTo>
                    <a:pt x="2279880" y="2976192"/>
                  </a:lnTo>
                  <a:lnTo>
                    <a:pt x="2279973" y="2976192"/>
                  </a:lnTo>
                  <a:lnTo>
                    <a:pt x="2280066" y="2976192"/>
                  </a:lnTo>
                  <a:lnTo>
                    <a:pt x="2280160" y="2976192"/>
                  </a:lnTo>
                  <a:lnTo>
                    <a:pt x="2280253" y="2976192"/>
                  </a:lnTo>
                  <a:lnTo>
                    <a:pt x="2280346" y="2976192"/>
                  </a:lnTo>
                  <a:lnTo>
                    <a:pt x="2280439" y="2976192"/>
                  </a:lnTo>
                  <a:lnTo>
                    <a:pt x="2280533" y="2976192"/>
                  </a:lnTo>
                  <a:lnTo>
                    <a:pt x="2280626" y="2976192"/>
                  </a:lnTo>
                  <a:lnTo>
                    <a:pt x="2280719" y="2976192"/>
                  </a:lnTo>
                  <a:lnTo>
                    <a:pt x="2280812" y="2976192"/>
                  </a:lnTo>
                  <a:lnTo>
                    <a:pt x="2280906" y="2976192"/>
                  </a:lnTo>
                  <a:lnTo>
                    <a:pt x="2280999" y="2976192"/>
                  </a:lnTo>
                  <a:lnTo>
                    <a:pt x="2281092" y="2976192"/>
                  </a:lnTo>
                  <a:lnTo>
                    <a:pt x="2281185" y="2976192"/>
                  </a:lnTo>
                  <a:lnTo>
                    <a:pt x="2281279" y="2976192"/>
                  </a:lnTo>
                  <a:lnTo>
                    <a:pt x="2281372" y="2976192"/>
                  </a:lnTo>
                  <a:lnTo>
                    <a:pt x="2281465" y="2976192"/>
                  </a:lnTo>
                  <a:lnTo>
                    <a:pt x="2281558" y="2976192"/>
                  </a:lnTo>
                  <a:lnTo>
                    <a:pt x="2281652" y="2976192"/>
                  </a:lnTo>
                  <a:lnTo>
                    <a:pt x="2281745" y="2976192"/>
                  </a:lnTo>
                  <a:lnTo>
                    <a:pt x="2281838" y="2976192"/>
                  </a:lnTo>
                  <a:lnTo>
                    <a:pt x="2281931" y="2976192"/>
                  </a:lnTo>
                  <a:lnTo>
                    <a:pt x="2282025" y="2976192"/>
                  </a:lnTo>
                  <a:lnTo>
                    <a:pt x="2282118" y="2976192"/>
                  </a:lnTo>
                  <a:lnTo>
                    <a:pt x="2282211" y="2976192"/>
                  </a:lnTo>
                  <a:lnTo>
                    <a:pt x="2282304" y="2976192"/>
                  </a:lnTo>
                  <a:lnTo>
                    <a:pt x="2282398" y="2976192"/>
                  </a:lnTo>
                  <a:lnTo>
                    <a:pt x="2282491" y="2976192"/>
                  </a:lnTo>
                  <a:lnTo>
                    <a:pt x="2282584" y="2976192"/>
                  </a:lnTo>
                  <a:lnTo>
                    <a:pt x="2282677" y="2976192"/>
                  </a:lnTo>
                  <a:lnTo>
                    <a:pt x="2282770" y="2976192"/>
                  </a:lnTo>
                  <a:lnTo>
                    <a:pt x="2282864" y="2976192"/>
                  </a:lnTo>
                  <a:lnTo>
                    <a:pt x="2282957" y="2976192"/>
                  </a:lnTo>
                  <a:lnTo>
                    <a:pt x="2283050" y="2976192"/>
                  </a:lnTo>
                  <a:lnTo>
                    <a:pt x="2283143" y="2976192"/>
                  </a:lnTo>
                  <a:lnTo>
                    <a:pt x="2283237" y="2976192"/>
                  </a:lnTo>
                  <a:lnTo>
                    <a:pt x="2283330" y="2976192"/>
                  </a:lnTo>
                  <a:lnTo>
                    <a:pt x="2283423" y="2976192"/>
                  </a:lnTo>
                  <a:lnTo>
                    <a:pt x="2283516" y="2976192"/>
                  </a:lnTo>
                  <a:lnTo>
                    <a:pt x="2283610" y="2976192"/>
                  </a:lnTo>
                  <a:lnTo>
                    <a:pt x="2283703" y="2976192"/>
                  </a:lnTo>
                  <a:lnTo>
                    <a:pt x="2283796" y="2976192"/>
                  </a:lnTo>
                  <a:lnTo>
                    <a:pt x="2283889" y="2976192"/>
                  </a:lnTo>
                  <a:lnTo>
                    <a:pt x="2283983" y="2976192"/>
                  </a:lnTo>
                  <a:lnTo>
                    <a:pt x="2284076" y="2976192"/>
                  </a:lnTo>
                  <a:lnTo>
                    <a:pt x="2284169" y="2976192"/>
                  </a:lnTo>
                  <a:lnTo>
                    <a:pt x="2284262" y="2976192"/>
                  </a:lnTo>
                  <a:lnTo>
                    <a:pt x="2284356" y="2976192"/>
                  </a:lnTo>
                  <a:lnTo>
                    <a:pt x="2284449" y="2976192"/>
                  </a:lnTo>
                  <a:lnTo>
                    <a:pt x="2284542" y="2976192"/>
                  </a:lnTo>
                  <a:lnTo>
                    <a:pt x="2284635" y="2976192"/>
                  </a:lnTo>
                  <a:lnTo>
                    <a:pt x="2284729" y="2976192"/>
                  </a:lnTo>
                  <a:lnTo>
                    <a:pt x="2284822" y="2976192"/>
                  </a:lnTo>
                  <a:lnTo>
                    <a:pt x="2284915" y="2976192"/>
                  </a:lnTo>
                  <a:lnTo>
                    <a:pt x="2285008" y="2976192"/>
                  </a:lnTo>
                  <a:lnTo>
                    <a:pt x="2285102" y="2976192"/>
                  </a:lnTo>
                  <a:lnTo>
                    <a:pt x="2285195" y="2976192"/>
                  </a:lnTo>
                  <a:lnTo>
                    <a:pt x="2285288" y="2976192"/>
                  </a:lnTo>
                  <a:lnTo>
                    <a:pt x="2285381" y="2976192"/>
                  </a:lnTo>
                  <a:lnTo>
                    <a:pt x="2285381" y="2966239"/>
                  </a:lnTo>
                  <a:lnTo>
                    <a:pt x="2285475" y="2966239"/>
                  </a:lnTo>
                  <a:lnTo>
                    <a:pt x="2285568" y="2966239"/>
                  </a:lnTo>
                  <a:lnTo>
                    <a:pt x="2285661" y="2966239"/>
                  </a:lnTo>
                  <a:lnTo>
                    <a:pt x="2285754" y="2966239"/>
                  </a:lnTo>
                  <a:lnTo>
                    <a:pt x="2285848" y="2966239"/>
                  </a:lnTo>
                  <a:lnTo>
                    <a:pt x="2285941" y="2966239"/>
                  </a:lnTo>
                  <a:lnTo>
                    <a:pt x="2286034" y="2966239"/>
                  </a:lnTo>
                  <a:lnTo>
                    <a:pt x="2286127" y="2966239"/>
                  </a:lnTo>
                  <a:lnTo>
                    <a:pt x="2286221" y="2966239"/>
                  </a:lnTo>
                  <a:lnTo>
                    <a:pt x="2286314" y="2966239"/>
                  </a:lnTo>
                  <a:lnTo>
                    <a:pt x="2286407" y="2966239"/>
                  </a:lnTo>
                  <a:lnTo>
                    <a:pt x="2286500" y="2966239"/>
                  </a:lnTo>
                  <a:lnTo>
                    <a:pt x="2286594" y="2966239"/>
                  </a:lnTo>
                  <a:lnTo>
                    <a:pt x="2286687" y="2966239"/>
                  </a:lnTo>
                  <a:lnTo>
                    <a:pt x="2286780" y="2966239"/>
                  </a:lnTo>
                  <a:lnTo>
                    <a:pt x="2286873" y="2966239"/>
                  </a:lnTo>
                  <a:lnTo>
                    <a:pt x="2286967" y="2966239"/>
                  </a:lnTo>
                  <a:lnTo>
                    <a:pt x="2287060" y="2966239"/>
                  </a:lnTo>
                  <a:lnTo>
                    <a:pt x="2287153" y="2966239"/>
                  </a:lnTo>
                  <a:lnTo>
                    <a:pt x="2287246" y="2966239"/>
                  </a:lnTo>
                  <a:lnTo>
                    <a:pt x="2287340" y="2966239"/>
                  </a:lnTo>
                  <a:lnTo>
                    <a:pt x="2287433" y="2966239"/>
                  </a:lnTo>
                  <a:lnTo>
                    <a:pt x="2287526" y="2966239"/>
                  </a:lnTo>
                  <a:lnTo>
                    <a:pt x="2287619" y="2966239"/>
                  </a:lnTo>
                  <a:lnTo>
                    <a:pt x="2287713" y="2966239"/>
                  </a:lnTo>
                  <a:lnTo>
                    <a:pt x="2287806" y="2966239"/>
                  </a:lnTo>
                  <a:lnTo>
                    <a:pt x="2287899" y="2966239"/>
                  </a:lnTo>
                  <a:lnTo>
                    <a:pt x="2287992" y="2966239"/>
                  </a:lnTo>
                  <a:lnTo>
                    <a:pt x="2288086" y="2966239"/>
                  </a:lnTo>
                  <a:lnTo>
                    <a:pt x="2288179" y="2966239"/>
                  </a:lnTo>
                  <a:lnTo>
                    <a:pt x="2288272" y="2966239"/>
                  </a:lnTo>
                  <a:lnTo>
                    <a:pt x="2288365" y="2966239"/>
                  </a:lnTo>
                  <a:lnTo>
                    <a:pt x="2288459" y="2966239"/>
                  </a:lnTo>
                  <a:lnTo>
                    <a:pt x="2288552" y="2966239"/>
                  </a:lnTo>
                  <a:lnTo>
                    <a:pt x="2288645" y="2966239"/>
                  </a:lnTo>
                  <a:lnTo>
                    <a:pt x="2288645" y="2956285"/>
                  </a:lnTo>
                  <a:lnTo>
                    <a:pt x="2288738" y="2956285"/>
                  </a:lnTo>
                  <a:lnTo>
                    <a:pt x="2288832" y="2956285"/>
                  </a:lnTo>
                  <a:lnTo>
                    <a:pt x="2288925" y="2956285"/>
                  </a:lnTo>
                  <a:lnTo>
                    <a:pt x="2289018" y="2956285"/>
                  </a:lnTo>
                  <a:lnTo>
                    <a:pt x="2289111" y="2956285"/>
                  </a:lnTo>
                  <a:lnTo>
                    <a:pt x="2289205" y="2956285"/>
                  </a:lnTo>
                  <a:lnTo>
                    <a:pt x="2289298" y="2956285"/>
                  </a:lnTo>
                  <a:lnTo>
                    <a:pt x="2289391" y="2956285"/>
                  </a:lnTo>
                  <a:lnTo>
                    <a:pt x="2289484" y="2956285"/>
                  </a:lnTo>
                  <a:lnTo>
                    <a:pt x="2289577" y="2956285"/>
                  </a:lnTo>
                  <a:lnTo>
                    <a:pt x="2289671" y="2956285"/>
                  </a:lnTo>
                  <a:lnTo>
                    <a:pt x="2289764" y="2956285"/>
                  </a:lnTo>
                  <a:lnTo>
                    <a:pt x="2289857" y="2956285"/>
                  </a:lnTo>
                  <a:lnTo>
                    <a:pt x="2289950" y="2956285"/>
                  </a:lnTo>
                  <a:lnTo>
                    <a:pt x="2290044" y="2956285"/>
                  </a:lnTo>
                  <a:lnTo>
                    <a:pt x="2290137" y="2956285"/>
                  </a:lnTo>
                  <a:lnTo>
                    <a:pt x="2290230" y="2956285"/>
                  </a:lnTo>
                  <a:lnTo>
                    <a:pt x="2290323" y="2956285"/>
                  </a:lnTo>
                  <a:lnTo>
                    <a:pt x="2290417" y="2956285"/>
                  </a:lnTo>
                  <a:lnTo>
                    <a:pt x="2290510" y="2956285"/>
                  </a:lnTo>
                  <a:lnTo>
                    <a:pt x="2290603" y="2956285"/>
                  </a:lnTo>
                  <a:lnTo>
                    <a:pt x="2290696" y="2956285"/>
                  </a:lnTo>
                  <a:lnTo>
                    <a:pt x="2290790" y="2956285"/>
                  </a:lnTo>
                  <a:lnTo>
                    <a:pt x="2290883" y="2956285"/>
                  </a:lnTo>
                  <a:lnTo>
                    <a:pt x="2290976" y="2956285"/>
                  </a:lnTo>
                  <a:lnTo>
                    <a:pt x="2291069" y="2956285"/>
                  </a:lnTo>
                  <a:lnTo>
                    <a:pt x="2291163" y="2956285"/>
                  </a:lnTo>
                  <a:lnTo>
                    <a:pt x="2291256" y="2956285"/>
                  </a:lnTo>
                  <a:lnTo>
                    <a:pt x="2291349" y="2956285"/>
                  </a:lnTo>
                  <a:lnTo>
                    <a:pt x="2291442" y="2956285"/>
                  </a:lnTo>
                  <a:lnTo>
                    <a:pt x="2291536" y="2956285"/>
                  </a:lnTo>
                  <a:lnTo>
                    <a:pt x="2291629" y="2956285"/>
                  </a:lnTo>
                  <a:lnTo>
                    <a:pt x="2291722" y="2956285"/>
                  </a:lnTo>
                  <a:lnTo>
                    <a:pt x="2291815" y="2956285"/>
                  </a:lnTo>
                  <a:lnTo>
                    <a:pt x="2291909" y="2956285"/>
                  </a:lnTo>
                  <a:lnTo>
                    <a:pt x="2292002" y="2956285"/>
                  </a:lnTo>
                  <a:lnTo>
                    <a:pt x="2292095" y="2956285"/>
                  </a:lnTo>
                  <a:lnTo>
                    <a:pt x="2292188" y="2956285"/>
                  </a:lnTo>
                  <a:lnTo>
                    <a:pt x="2292282" y="2956285"/>
                  </a:lnTo>
                  <a:lnTo>
                    <a:pt x="2292375" y="2956285"/>
                  </a:lnTo>
                  <a:lnTo>
                    <a:pt x="2292468" y="2956285"/>
                  </a:lnTo>
                  <a:lnTo>
                    <a:pt x="2292561" y="2956285"/>
                  </a:lnTo>
                  <a:lnTo>
                    <a:pt x="2292655" y="2956285"/>
                  </a:lnTo>
                  <a:lnTo>
                    <a:pt x="2292748" y="2956285"/>
                  </a:lnTo>
                  <a:lnTo>
                    <a:pt x="2292841" y="2956285"/>
                  </a:lnTo>
                  <a:lnTo>
                    <a:pt x="2292934" y="2956285"/>
                  </a:lnTo>
                  <a:lnTo>
                    <a:pt x="2293028" y="2956285"/>
                  </a:lnTo>
                  <a:lnTo>
                    <a:pt x="2293121" y="2956285"/>
                  </a:lnTo>
                  <a:lnTo>
                    <a:pt x="2293214" y="2956285"/>
                  </a:lnTo>
                  <a:lnTo>
                    <a:pt x="2293307" y="2956285"/>
                  </a:lnTo>
                  <a:lnTo>
                    <a:pt x="2293401" y="2956285"/>
                  </a:lnTo>
                  <a:lnTo>
                    <a:pt x="2293494" y="2956285"/>
                  </a:lnTo>
                  <a:lnTo>
                    <a:pt x="2293587" y="2956285"/>
                  </a:lnTo>
                  <a:lnTo>
                    <a:pt x="2293680" y="2956285"/>
                  </a:lnTo>
                  <a:lnTo>
                    <a:pt x="2293774" y="2956285"/>
                  </a:lnTo>
                  <a:lnTo>
                    <a:pt x="2293867" y="2956285"/>
                  </a:lnTo>
                  <a:lnTo>
                    <a:pt x="2293960" y="2956285"/>
                  </a:lnTo>
                  <a:lnTo>
                    <a:pt x="2294053" y="2956285"/>
                  </a:lnTo>
                  <a:lnTo>
                    <a:pt x="2294147" y="2956285"/>
                  </a:lnTo>
                  <a:lnTo>
                    <a:pt x="2294240" y="2956285"/>
                  </a:lnTo>
                  <a:lnTo>
                    <a:pt x="2294240" y="2946331"/>
                  </a:lnTo>
                  <a:lnTo>
                    <a:pt x="2294333" y="2946331"/>
                  </a:lnTo>
                  <a:lnTo>
                    <a:pt x="2294426" y="2946331"/>
                  </a:lnTo>
                  <a:lnTo>
                    <a:pt x="2294520" y="2946331"/>
                  </a:lnTo>
                  <a:lnTo>
                    <a:pt x="2294613" y="2946331"/>
                  </a:lnTo>
                  <a:lnTo>
                    <a:pt x="2294706" y="2946331"/>
                  </a:lnTo>
                  <a:lnTo>
                    <a:pt x="2294799" y="2946331"/>
                  </a:lnTo>
                  <a:lnTo>
                    <a:pt x="2294893" y="2946331"/>
                  </a:lnTo>
                  <a:lnTo>
                    <a:pt x="2294986" y="2946331"/>
                  </a:lnTo>
                  <a:lnTo>
                    <a:pt x="2295079" y="2946331"/>
                  </a:lnTo>
                  <a:lnTo>
                    <a:pt x="2295172" y="2946331"/>
                  </a:lnTo>
                  <a:lnTo>
                    <a:pt x="2295266" y="2946331"/>
                  </a:lnTo>
                  <a:lnTo>
                    <a:pt x="2295359" y="2946331"/>
                  </a:lnTo>
                  <a:lnTo>
                    <a:pt x="2295452" y="2946331"/>
                  </a:lnTo>
                  <a:lnTo>
                    <a:pt x="2295545" y="2946331"/>
                  </a:lnTo>
                  <a:lnTo>
                    <a:pt x="2295639" y="2946331"/>
                  </a:lnTo>
                  <a:lnTo>
                    <a:pt x="2295732" y="2946331"/>
                  </a:lnTo>
                  <a:lnTo>
                    <a:pt x="2295825" y="2946331"/>
                  </a:lnTo>
                  <a:lnTo>
                    <a:pt x="2295918" y="2946331"/>
                  </a:lnTo>
                  <a:lnTo>
                    <a:pt x="2296012" y="2946331"/>
                  </a:lnTo>
                  <a:lnTo>
                    <a:pt x="2296105" y="2946331"/>
                  </a:lnTo>
                  <a:lnTo>
                    <a:pt x="2296198" y="2946331"/>
                  </a:lnTo>
                  <a:lnTo>
                    <a:pt x="2296291" y="2946331"/>
                  </a:lnTo>
                  <a:lnTo>
                    <a:pt x="2296385" y="2946331"/>
                  </a:lnTo>
                  <a:lnTo>
                    <a:pt x="2296478" y="2946331"/>
                  </a:lnTo>
                  <a:lnTo>
                    <a:pt x="2296571" y="2946331"/>
                  </a:lnTo>
                  <a:lnTo>
                    <a:pt x="2296664" y="2946331"/>
                  </a:lnTo>
                  <a:lnTo>
                    <a:pt x="2296757" y="2946331"/>
                  </a:lnTo>
                  <a:lnTo>
                    <a:pt x="2296851" y="2946331"/>
                  </a:lnTo>
                  <a:lnTo>
                    <a:pt x="2296944" y="2946331"/>
                  </a:lnTo>
                  <a:lnTo>
                    <a:pt x="2297037" y="2946331"/>
                  </a:lnTo>
                  <a:lnTo>
                    <a:pt x="2297130" y="2946331"/>
                  </a:lnTo>
                  <a:lnTo>
                    <a:pt x="2297224" y="2946331"/>
                  </a:lnTo>
                  <a:lnTo>
                    <a:pt x="2297317" y="2946331"/>
                  </a:lnTo>
                  <a:lnTo>
                    <a:pt x="2297410" y="2946331"/>
                  </a:lnTo>
                  <a:lnTo>
                    <a:pt x="2297503" y="2946331"/>
                  </a:lnTo>
                  <a:lnTo>
                    <a:pt x="2297597" y="2946331"/>
                  </a:lnTo>
                  <a:lnTo>
                    <a:pt x="2297690" y="2946331"/>
                  </a:lnTo>
                  <a:lnTo>
                    <a:pt x="2297783" y="2946331"/>
                  </a:lnTo>
                  <a:lnTo>
                    <a:pt x="2297876" y="2946331"/>
                  </a:lnTo>
                  <a:lnTo>
                    <a:pt x="2297970" y="2946331"/>
                  </a:lnTo>
                  <a:lnTo>
                    <a:pt x="2298063" y="2946331"/>
                  </a:lnTo>
                  <a:lnTo>
                    <a:pt x="2298156" y="2946331"/>
                  </a:lnTo>
                  <a:lnTo>
                    <a:pt x="2298249" y="2946331"/>
                  </a:lnTo>
                  <a:lnTo>
                    <a:pt x="2298343" y="2946331"/>
                  </a:lnTo>
                  <a:lnTo>
                    <a:pt x="2298436" y="2946331"/>
                  </a:lnTo>
                  <a:lnTo>
                    <a:pt x="2298529" y="2946331"/>
                  </a:lnTo>
                  <a:lnTo>
                    <a:pt x="2298622" y="2946331"/>
                  </a:lnTo>
                  <a:lnTo>
                    <a:pt x="2298716" y="2946331"/>
                  </a:lnTo>
                  <a:lnTo>
                    <a:pt x="2298809" y="2946331"/>
                  </a:lnTo>
                  <a:lnTo>
                    <a:pt x="2298902" y="2946331"/>
                  </a:lnTo>
                  <a:lnTo>
                    <a:pt x="2298995" y="2946331"/>
                  </a:lnTo>
                  <a:lnTo>
                    <a:pt x="2299089" y="2946331"/>
                  </a:lnTo>
                  <a:lnTo>
                    <a:pt x="2299182" y="2946331"/>
                  </a:lnTo>
                  <a:lnTo>
                    <a:pt x="2299275" y="2946331"/>
                  </a:lnTo>
                  <a:lnTo>
                    <a:pt x="2299368" y="2946331"/>
                  </a:lnTo>
                  <a:lnTo>
                    <a:pt x="2299462" y="2946331"/>
                  </a:lnTo>
                  <a:lnTo>
                    <a:pt x="2299555" y="2946331"/>
                  </a:lnTo>
                  <a:lnTo>
                    <a:pt x="2299648" y="2946331"/>
                  </a:lnTo>
                  <a:lnTo>
                    <a:pt x="2299741" y="2946331"/>
                  </a:lnTo>
                  <a:lnTo>
                    <a:pt x="2299835" y="2946331"/>
                  </a:lnTo>
                  <a:lnTo>
                    <a:pt x="2299928" y="2946331"/>
                  </a:lnTo>
                  <a:lnTo>
                    <a:pt x="2300021" y="2946331"/>
                  </a:lnTo>
                  <a:lnTo>
                    <a:pt x="2300114" y="2946331"/>
                  </a:lnTo>
                  <a:lnTo>
                    <a:pt x="2300208" y="2946331"/>
                  </a:lnTo>
                  <a:lnTo>
                    <a:pt x="2300301" y="2946331"/>
                  </a:lnTo>
                  <a:lnTo>
                    <a:pt x="2300394" y="2946331"/>
                  </a:lnTo>
                  <a:lnTo>
                    <a:pt x="2300487" y="2946331"/>
                  </a:lnTo>
                  <a:lnTo>
                    <a:pt x="2300581" y="2946331"/>
                  </a:lnTo>
                  <a:lnTo>
                    <a:pt x="2300674" y="2946331"/>
                  </a:lnTo>
                  <a:lnTo>
                    <a:pt x="2300767" y="2946331"/>
                  </a:lnTo>
                  <a:lnTo>
                    <a:pt x="2300860" y="2946331"/>
                  </a:lnTo>
                  <a:lnTo>
                    <a:pt x="2300954" y="2946331"/>
                  </a:lnTo>
                  <a:lnTo>
                    <a:pt x="2301047" y="2946331"/>
                  </a:lnTo>
                  <a:lnTo>
                    <a:pt x="2301140" y="2946331"/>
                  </a:lnTo>
                  <a:lnTo>
                    <a:pt x="2301233" y="2946331"/>
                  </a:lnTo>
                  <a:lnTo>
                    <a:pt x="2301327" y="2946331"/>
                  </a:lnTo>
                  <a:lnTo>
                    <a:pt x="2301420" y="2946331"/>
                  </a:lnTo>
                  <a:lnTo>
                    <a:pt x="2301513" y="2946331"/>
                  </a:lnTo>
                  <a:lnTo>
                    <a:pt x="2301606" y="2946331"/>
                  </a:lnTo>
                  <a:lnTo>
                    <a:pt x="2301700" y="2946331"/>
                  </a:lnTo>
                  <a:lnTo>
                    <a:pt x="2301793" y="2946331"/>
                  </a:lnTo>
                  <a:lnTo>
                    <a:pt x="2301886" y="2946331"/>
                  </a:lnTo>
                  <a:lnTo>
                    <a:pt x="2301979" y="2946331"/>
                  </a:lnTo>
                  <a:lnTo>
                    <a:pt x="2302073" y="2946331"/>
                  </a:lnTo>
                  <a:lnTo>
                    <a:pt x="2302166" y="2946331"/>
                  </a:lnTo>
                  <a:lnTo>
                    <a:pt x="2302259" y="2946331"/>
                  </a:lnTo>
                  <a:lnTo>
                    <a:pt x="2302352" y="2946331"/>
                  </a:lnTo>
                  <a:lnTo>
                    <a:pt x="2302446" y="2946331"/>
                  </a:lnTo>
                  <a:lnTo>
                    <a:pt x="2302539" y="2946331"/>
                  </a:lnTo>
                  <a:lnTo>
                    <a:pt x="2302632" y="2946331"/>
                  </a:lnTo>
                  <a:lnTo>
                    <a:pt x="2302725" y="2946331"/>
                  </a:lnTo>
                  <a:lnTo>
                    <a:pt x="2302819" y="2946331"/>
                  </a:lnTo>
                  <a:lnTo>
                    <a:pt x="2302912" y="2946331"/>
                  </a:lnTo>
                  <a:lnTo>
                    <a:pt x="2303005" y="2946331"/>
                  </a:lnTo>
                  <a:lnTo>
                    <a:pt x="2303098" y="2946331"/>
                  </a:lnTo>
                  <a:lnTo>
                    <a:pt x="2303192" y="2946331"/>
                  </a:lnTo>
                  <a:lnTo>
                    <a:pt x="2303285" y="2946331"/>
                  </a:lnTo>
                  <a:lnTo>
                    <a:pt x="2303378" y="2946331"/>
                  </a:lnTo>
                  <a:lnTo>
                    <a:pt x="2303471" y="2946331"/>
                  </a:lnTo>
                  <a:lnTo>
                    <a:pt x="2303564" y="2946331"/>
                  </a:lnTo>
                  <a:lnTo>
                    <a:pt x="2303658" y="2946331"/>
                  </a:lnTo>
                  <a:lnTo>
                    <a:pt x="2303751" y="2946331"/>
                  </a:lnTo>
                  <a:lnTo>
                    <a:pt x="2303844" y="2946331"/>
                  </a:lnTo>
                  <a:lnTo>
                    <a:pt x="2303937" y="2946331"/>
                  </a:lnTo>
                  <a:lnTo>
                    <a:pt x="2304031" y="2946331"/>
                  </a:lnTo>
                  <a:lnTo>
                    <a:pt x="2304124" y="2946331"/>
                  </a:lnTo>
                  <a:lnTo>
                    <a:pt x="2304217" y="2946331"/>
                  </a:lnTo>
                  <a:lnTo>
                    <a:pt x="2304310" y="2946331"/>
                  </a:lnTo>
                  <a:lnTo>
                    <a:pt x="2304404" y="2946331"/>
                  </a:lnTo>
                  <a:lnTo>
                    <a:pt x="2304497" y="2946331"/>
                  </a:lnTo>
                  <a:lnTo>
                    <a:pt x="2304590" y="2946331"/>
                  </a:lnTo>
                  <a:lnTo>
                    <a:pt x="2304683" y="2946331"/>
                  </a:lnTo>
                  <a:lnTo>
                    <a:pt x="2304777" y="2946331"/>
                  </a:lnTo>
                  <a:lnTo>
                    <a:pt x="2304870" y="2946331"/>
                  </a:lnTo>
                  <a:lnTo>
                    <a:pt x="2304963" y="2946331"/>
                  </a:lnTo>
                  <a:lnTo>
                    <a:pt x="2305056" y="2946331"/>
                  </a:lnTo>
                  <a:lnTo>
                    <a:pt x="2305150" y="2946331"/>
                  </a:lnTo>
                  <a:lnTo>
                    <a:pt x="2305243" y="2946331"/>
                  </a:lnTo>
                  <a:lnTo>
                    <a:pt x="2305336" y="2946331"/>
                  </a:lnTo>
                  <a:lnTo>
                    <a:pt x="2305429" y="2946331"/>
                  </a:lnTo>
                  <a:lnTo>
                    <a:pt x="2305523" y="2946331"/>
                  </a:lnTo>
                  <a:lnTo>
                    <a:pt x="2305616" y="2946331"/>
                  </a:lnTo>
                  <a:lnTo>
                    <a:pt x="2305709" y="2946331"/>
                  </a:lnTo>
                  <a:lnTo>
                    <a:pt x="2305802" y="2946331"/>
                  </a:lnTo>
                  <a:lnTo>
                    <a:pt x="2305896" y="2946331"/>
                  </a:lnTo>
                  <a:lnTo>
                    <a:pt x="2305989" y="2946331"/>
                  </a:lnTo>
                  <a:lnTo>
                    <a:pt x="2306082" y="2946331"/>
                  </a:lnTo>
                  <a:lnTo>
                    <a:pt x="2306175" y="2946331"/>
                  </a:lnTo>
                  <a:lnTo>
                    <a:pt x="2306269" y="2946331"/>
                  </a:lnTo>
                  <a:lnTo>
                    <a:pt x="2306362" y="2946331"/>
                  </a:lnTo>
                  <a:lnTo>
                    <a:pt x="2306455" y="2946331"/>
                  </a:lnTo>
                  <a:lnTo>
                    <a:pt x="2306548" y="2946331"/>
                  </a:lnTo>
                  <a:lnTo>
                    <a:pt x="2306642" y="2946331"/>
                  </a:lnTo>
                  <a:lnTo>
                    <a:pt x="2306735" y="2946331"/>
                  </a:lnTo>
                  <a:lnTo>
                    <a:pt x="2306828" y="2946331"/>
                  </a:lnTo>
                  <a:lnTo>
                    <a:pt x="2306921" y="2946331"/>
                  </a:lnTo>
                  <a:lnTo>
                    <a:pt x="2307015" y="2946331"/>
                  </a:lnTo>
                  <a:lnTo>
                    <a:pt x="2307108" y="2946331"/>
                  </a:lnTo>
                  <a:lnTo>
                    <a:pt x="2307201" y="2946331"/>
                  </a:lnTo>
                  <a:lnTo>
                    <a:pt x="2307294" y="2946331"/>
                  </a:lnTo>
                  <a:lnTo>
                    <a:pt x="2307388" y="2946331"/>
                  </a:lnTo>
                  <a:lnTo>
                    <a:pt x="2307481" y="2946331"/>
                  </a:lnTo>
                  <a:lnTo>
                    <a:pt x="2307574" y="2946331"/>
                  </a:lnTo>
                  <a:lnTo>
                    <a:pt x="2307667" y="2946331"/>
                  </a:lnTo>
                  <a:lnTo>
                    <a:pt x="2307761" y="2946331"/>
                  </a:lnTo>
                  <a:lnTo>
                    <a:pt x="2307854" y="2946331"/>
                  </a:lnTo>
                  <a:lnTo>
                    <a:pt x="2307947" y="2946331"/>
                  </a:lnTo>
                  <a:lnTo>
                    <a:pt x="2308040" y="2946331"/>
                  </a:lnTo>
                  <a:lnTo>
                    <a:pt x="2308134" y="2946331"/>
                  </a:lnTo>
                  <a:lnTo>
                    <a:pt x="2308227" y="2946331"/>
                  </a:lnTo>
                  <a:lnTo>
                    <a:pt x="2308320" y="2946331"/>
                  </a:lnTo>
                  <a:lnTo>
                    <a:pt x="2308413" y="2946331"/>
                  </a:lnTo>
                  <a:lnTo>
                    <a:pt x="2308507" y="2946331"/>
                  </a:lnTo>
                  <a:lnTo>
                    <a:pt x="2308507" y="2936377"/>
                  </a:lnTo>
                  <a:lnTo>
                    <a:pt x="2308600" y="2936377"/>
                  </a:lnTo>
                  <a:lnTo>
                    <a:pt x="2308693" y="2936377"/>
                  </a:lnTo>
                  <a:lnTo>
                    <a:pt x="2308786" y="2936377"/>
                  </a:lnTo>
                  <a:lnTo>
                    <a:pt x="2308880" y="2936377"/>
                  </a:lnTo>
                  <a:lnTo>
                    <a:pt x="2308973" y="2936377"/>
                  </a:lnTo>
                  <a:lnTo>
                    <a:pt x="2309066" y="2936377"/>
                  </a:lnTo>
                  <a:lnTo>
                    <a:pt x="2309159" y="2936377"/>
                  </a:lnTo>
                  <a:lnTo>
                    <a:pt x="2309253" y="2936377"/>
                  </a:lnTo>
                  <a:lnTo>
                    <a:pt x="2309346" y="2936377"/>
                  </a:lnTo>
                  <a:lnTo>
                    <a:pt x="2309439" y="2936377"/>
                  </a:lnTo>
                  <a:lnTo>
                    <a:pt x="2309532" y="2936377"/>
                  </a:lnTo>
                  <a:lnTo>
                    <a:pt x="2309626" y="2936377"/>
                  </a:lnTo>
                  <a:lnTo>
                    <a:pt x="2309719" y="2936377"/>
                  </a:lnTo>
                  <a:lnTo>
                    <a:pt x="2309812" y="2936377"/>
                  </a:lnTo>
                  <a:lnTo>
                    <a:pt x="2309905" y="2936377"/>
                  </a:lnTo>
                  <a:lnTo>
                    <a:pt x="2309999" y="2936377"/>
                  </a:lnTo>
                  <a:lnTo>
                    <a:pt x="2310092" y="2936377"/>
                  </a:lnTo>
                  <a:lnTo>
                    <a:pt x="2310185" y="2936377"/>
                  </a:lnTo>
                  <a:lnTo>
                    <a:pt x="2310278" y="2936377"/>
                  </a:lnTo>
                  <a:lnTo>
                    <a:pt x="2310371" y="2936377"/>
                  </a:lnTo>
                  <a:lnTo>
                    <a:pt x="2310465" y="2936377"/>
                  </a:lnTo>
                  <a:lnTo>
                    <a:pt x="2310558" y="2936377"/>
                  </a:lnTo>
                  <a:lnTo>
                    <a:pt x="2310651" y="2936377"/>
                  </a:lnTo>
                  <a:lnTo>
                    <a:pt x="2310744" y="2936377"/>
                  </a:lnTo>
                  <a:lnTo>
                    <a:pt x="2310838" y="2936377"/>
                  </a:lnTo>
                  <a:lnTo>
                    <a:pt x="2310931" y="2936377"/>
                  </a:lnTo>
                  <a:lnTo>
                    <a:pt x="2311024" y="2936377"/>
                  </a:lnTo>
                  <a:lnTo>
                    <a:pt x="2311117" y="2936377"/>
                  </a:lnTo>
                  <a:lnTo>
                    <a:pt x="2311211" y="2936377"/>
                  </a:lnTo>
                  <a:lnTo>
                    <a:pt x="2311304" y="2936377"/>
                  </a:lnTo>
                  <a:lnTo>
                    <a:pt x="2311397" y="2936377"/>
                  </a:lnTo>
                  <a:lnTo>
                    <a:pt x="2311490" y="2936377"/>
                  </a:lnTo>
                  <a:lnTo>
                    <a:pt x="2311584" y="2936377"/>
                  </a:lnTo>
                  <a:lnTo>
                    <a:pt x="2311677" y="2936377"/>
                  </a:lnTo>
                  <a:lnTo>
                    <a:pt x="2311770" y="2936377"/>
                  </a:lnTo>
                  <a:lnTo>
                    <a:pt x="2311863" y="2936377"/>
                  </a:lnTo>
                  <a:lnTo>
                    <a:pt x="2311957" y="2936377"/>
                  </a:lnTo>
                  <a:lnTo>
                    <a:pt x="2312050" y="2936377"/>
                  </a:lnTo>
                  <a:lnTo>
                    <a:pt x="2312143" y="2936377"/>
                  </a:lnTo>
                  <a:lnTo>
                    <a:pt x="2312236" y="2936377"/>
                  </a:lnTo>
                  <a:lnTo>
                    <a:pt x="2312330" y="2936377"/>
                  </a:lnTo>
                  <a:lnTo>
                    <a:pt x="2312423" y="2936377"/>
                  </a:lnTo>
                  <a:lnTo>
                    <a:pt x="2312516" y="2936377"/>
                  </a:lnTo>
                  <a:lnTo>
                    <a:pt x="2312609" y="2936377"/>
                  </a:lnTo>
                  <a:lnTo>
                    <a:pt x="2312703" y="2936377"/>
                  </a:lnTo>
                  <a:lnTo>
                    <a:pt x="2312796" y="2936377"/>
                  </a:lnTo>
                  <a:lnTo>
                    <a:pt x="2312889" y="2936377"/>
                  </a:lnTo>
                  <a:lnTo>
                    <a:pt x="2312982" y="2936377"/>
                  </a:lnTo>
                  <a:lnTo>
                    <a:pt x="2313076" y="2936377"/>
                  </a:lnTo>
                  <a:lnTo>
                    <a:pt x="2313169" y="2936377"/>
                  </a:lnTo>
                  <a:lnTo>
                    <a:pt x="2313262" y="2936377"/>
                  </a:lnTo>
                  <a:lnTo>
                    <a:pt x="2313355" y="2936377"/>
                  </a:lnTo>
                  <a:lnTo>
                    <a:pt x="2313449" y="2936377"/>
                  </a:lnTo>
                  <a:lnTo>
                    <a:pt x="2313542" y="2936377"/>
                  </a:lnTo>
                  <a:lnTo>
                    <a:pt x="2313635" y="2936377"/>
                  </a:lnTo>
                  <a:lnTo>
                    <a:pt x="2313728" y="2936377"/>
                  </a:lnTo>
                  <a:lnTo>
                    <a:pt x="2313822" y="2936377"/>
                  </a:lnTo>
                  <a:lnTo>
                    <a:pt x="2313915" y="2936377"/>
                  </a:lnTo>
                  <a:lnTo>
                    <a:pt x="2314008" y="2936377"/>
                  </a:lnTo>
                  <a:lnTo>
                    <a:pt x="2314101" y="2936377"/>
                  </a:lnTo>
                  <a:lnTo>
                    <a:pt x="2314195" y="2936377"/>
                  </a:lnTo>
                  <a:lnTo>
                    <a:pt x="2314288" y="2936377"/>
                  </a:lnTo>
                  <a:lnTo>
                    <a:pt x="2314381" y="2936377"/>
                  </a:lnTo>
                  <a:lnTo>
                    <a:pt x="2314474" y="2936377"/>
                  </a:lnTo>
                  <a:lnTo>
                    <a:pt x="2314568" y="2936377"/>
                  </a:lnTo>
                  <a:lnTo>
                    <a:pt x="2314661" y="2936377"/>
                  </a:lnTo>
                  <a:lnTo>
                    <a:pt x="2314754" y="2936377"/>
                  </a:lnTo>
                  <a:lnTo>
                    <a:pt x="2314847" y="2936377"/>
                  </a:lnTo>
                  <a:lnTo>
                    <a:pt x="2314941" y="2936377"/>
                  </a:lnTo>
                  <a:lnTo>
                    <a:pt x="2315034" y="2936377"/>
                  </a:lnTo>
                  <a:lnTo>
                    <a:pt x="2315127" y="2936377"/>
                  </a:lnTo>
                  <a:lnTo>
                    <a:pt x="2315220" y="2936377"/>
                  </a:lnTo>
                  <a:lnTo>
                    <a:pt x="2315314" y="2936377"/>
                  </a:lnTo>
                  <a:lnTo>
                    <a:pt x="2315407" y="2936377"/>
                  </a:lnTo>
                  <a:lnTo>
                    <a:pt x="2315500" y="2936377"/>
                  </a:lnTo>
                  <a:lnTo>
                    <a:pt x="2315593" y="2936377"/>
                  </a:lnTo>
                  <a:lnTo>
                    <a:pt x="2315687" y="2936377"/>
                  </a:lnTo>
                  <a:lnTo>
                    <a:pt x="2315780" y="2936377"/>
                  </a:lnTo>
                  <a:lnTo>
                    <a:pt x="2315873" y="2936377"/>
                  </a:lnTo>
                  <a:lnTo>
                    <a:pt x="2315966" y="2936377"/>
                  </a:lnTo>
                  <a:lnTo>
                    <a:pt x="2316060" y="2936377"/>
                  </a:lnTo>
                  <a:lnTo>
                    <a:pt x="2316153" y="2936377"/>
                  </a:lnTo>
                  <a:lnTo>
                    <a:pt x="2316246" y="2936377"/>
                  </a:lnTo>
                  <a:lnTo>
                    <a:pt x="2316339" y="2936377"/>
                  </a:lnTo>
                  <a:lnTo>
                    <a:pt x="2316433" y="2936377"/>
                  </a:lnTo>
                  <a:lnTo>
                    <a:pt x="2316526" y="2936377"/>
                  </a:lnTo>
                  <a:lnTo>
                    <a:pt x="2316619" y="2936377"/>
                  </a:lnTo>
                  <a:lnTo>
                    <a:pt x="2316712" y="2936377"/>
                  </a:lnTo>
                  <a:lnTo>
                    <a:pt x="2316806" y="2936377"/>
                  </a:lnTo>
                  <a:lnTo>
                    <a:pt x="2316899" y="2936377"/>
                  </a:lnTo>
                  <a:lnTo>
                    <a:pt x="2316992" y="2936377"/>
                  </a:lnTo>
                  <a:lnTo>
                    <a:pt x="2317085" y="2936377"/>
                  </a:lnTo>
                  <a:lnTo>
                    <a:pt x="2317179" y="2936377"/>
                  </a:lnTo>
                  <a:lnTo>
                    <a:pt x="2317272" y="2936377"/>
                  </a:lnTo>
                  <a:lnTo>
                    <a:pt x="2317365" y="2936377"/>
                  </a:lnTo>
                  <a:lnTo>
                    <a:pt x="2317458" y="2936377"/>
                  </a:lnTo>
                  <a:lnTo>
                    <a:pt x="2317551" y="2936377"/>
                  </a:lnTo>
                  <a:lnTo>
                    <a:pt x="2317645" y="2936377"/>
                  </a:lnTo>
                  <a:lnTo>
                    <a:pt x="2317738" y="2936377"/>
                  </a:lnTo>
                  <a:lnTo>
                    <a:pt x="2317831" y="2936377"/>
                  </a:lnTo>
                  <a:lnTo>
                    <a:pt x="2317924" y="2936377"/>
                  </a:lnTo>
                  <a:lnTo>
                    <a:pt x="2318018" y="2936377"/>
                  </a:lnTo>
                  <a:lnTo>
                    <a:pt x="2318111" y="2936377"/>
                  </a:lnTo>
                  <a:lnTo>
                    <a:pt x="2318204" y="2936377"/>
                  </a:lnTo>
                  <a:lnTo>
                    <a:pt x="2318297" y="2936377"/>
                  </a:lnTo>
                  <a:lnTo>
                    <a:pt x="2318391" y="2936377"/>
                  </a:lnTo>
                  <a:lnTo>
                    <a:pt x="2318484" y="2936377"/>
                  </a:lnTo>
                  <a:lnTo>
                    <a:pt x="2318577" y="2936377"/>
                  </a:lnTo>
                  <a:lnTo>
                    <a:pt x="2318670" y="2936377"/>
                  </a:lnTo>
                  <a:lnTo>
                    <a:pt x="2318764" y="2936377"/>
                  </a:lnTo>
                  <a:lnTo>
                    <a:pt x="2318857" y="2936377"/>
                  </a:lnTo>
                  <a:lnTo>
                    <a:pt x="2318950" y="2936377"/>
                  </a:lnTo>
                  <a:lnTo>
                    <a:pt x="2319043" y="2936377"/>
                  </a:lnTo>
                  <a:lnTo>
                    <a:pt x="2319137" y="2936377"/>
                  </a:lnTo>
                  <a:lnTo>
                    <a:pt x="2319230" y="2936377"/>
                  </a:lnTo>
                  <a:lnTo>
                    <a:pt x="2319323" y="2936377"/>
                  </a:lnTo>
                  <a:lnTo>
                    <a:pt x="2319416" y="2936377"/>
                  </a:lnTo>
                  <a:lnTo>
                    <a:pt x="2319510" y="2936377"/>
                  </a:lnTo>
                  <a:lnTo>
                    <a:pt x="2319603" y="2936377"/>
                  </a:lnTo>
                  <a:lnTo>
                    <a:pt x="2319696" y="2936377"/>
                  </a:lnTo>
                  <a:lnTo>
                    <a:pt x="2319789" y="2936377"/>
                  </a:lnTo>
                  <a:lnTo>
                    <a:pt x="2319883" y="2936377"/>
                  </a:lnTo>
                  <a:lnTo>
                    <a:pt x="2319976" y="2936377"/>
                  </a:lnTo>
                  <a:lnTo>
                    <a:pt x="2320069" y="2936377"/>
                  </a:lnTo>
                  <a:lnTo>
                    <a:pt x="2320162" y="2936377"/>
                  </a:lnTo>
                  <a:lnTo>
                    <a:pt x="2320256" y="2936377"/>
                  </a:lnTo>
                  <a:lnTo>
                    <a:pt x="2320349" y="2936377"/>
                  </a:lnTo>
                  <a:lnTo>
                    <a:pt x="2320442" y="2936377"/>
                  </a:lnTo>
                  <a:lnTo>
                    <a:pt x="2320535" y="2936377"/>
                  </a:lnTo>
                  <a:lnTo>
                    <a:pt x="2320629" y="2936377"/>
                  </a:lnTo>
                  <a:lnTo>
                    <a:pt x="2320722" y="2936377"/>
                  </a:lnTo>
                  <a:lnTo>
                    <a:pt x="2320815" y="2936377"/>
                  </a:lnTo>
                  <a:lnTo>
                    <a:pt x="2320908" y="2936377"/>
                  </a:lnTo>
                  <a:lnTo>
                    <a:pt x="2321002" y="2936377"/>
                  </a:lnTo>
                  <a:lnTo>
                    <a:pt x="2321095" y="2936377"/>
                  </a:lnTo>
                  <a:lnTo>
                    <a:pt x="2321188" y="2936377"/>
                  </a:lnTo>
                  <a:lnTo>
                    <a:pt x="2321281" y="2936377"/>
                  </a:lnTo>
                  <a:lnTo>
                    <a:pt x="2321375" y="2936377"/>
                  </a:lnTo>
                  <a:lnTo>
                    <a:pt x="2321468" y="2936377"/>
                  </a:lnTo>
                  <a:lnTo>
                    <a:pt x="2321561" y="2936377"/>
                  </a:lnTo>
                  <a:lnTo>
                    <a:pt x="2321654" y="2936377"/>
                  </a:lnTo>
                  <a:lnTo>
                    <a:pt x="2321748" y="2936377"/>
                  </a:lnTo>
                  <a:lnTo>
                    <a:pt x="2321841" y="2936377"/>
                  </a:lnTo>
                  <a:lnTo>
                    <a:pt x="2321934" y="2936377"/>
                  </a:lnTo>
                  <a:lnTo>
                    <a:pt x="2322027" y="2936377"/>
                  </a:lnTo>
                  <a:lnTo>
                    <a:pt x="2322121" y="2936377"/>
                  </a:lnTo>
                  <a:lnTo>
                    <a:pt x="2322214" y="2936377"/>
                  </a:lnTo>
                  <a:lnTo>
                    <a:pt x="2322307" y="2936377"/>
                  </a:lnTo>
                  <a:lnTo>
                    <a:pt x="2322400" y="2936377"/>
                  </a:lnTo>
                  <a:lnTo>
                    <a:pt x="2322494" y="2936377"/>
                  </a:lnTo>
                  <a:lnTo>
                    <a:pt x="2322587" y="2936377"/>
                  </a:lnTo>
                  <a:lnTo>
                    <a:pt x="2322680" y="2936377"/>
                  </a:lnTo>
                  <a:lnTo>
                    <a:pt x="2322773" y="2936377"/>
                  </a:lnTo>
                  <a:lnTo>
                    <a:pt x="2322867" y="2936377"/>
                  </a:lnTo>
                  <a:lnTo>
                    <a:pt x="2322960" y="2936377"/>
                  </a:lnTo>
                  <a:lnTo>
                    <a:pt x="2323053" y="2936377"/>
                  </a:lnTo>
                  <a:lnTo>
                    <a:pt x="2323146" y="2936377"/>
                  </a:lnTo>
                  <a:lnTo>
                    <a:pt x="2323240" y="2936377"/>
                  </a:lnTo>
                  <a:lnTo>
                    <a:pt x="2323333" y="2936377"/>
                  </a:lnTo>
                  <a:lnTo>
                    <a:pt x="2323426" y="2936377"/>
                  </a:lnTo>
                  <a:lnTo>
                    <a:pt x="2323519" y="2936377"/>
                  </a:lnTo>
                  <a:lnTo>
                    <a:pt x="2323613" y="2936377"/>
                  </a:lnTo>
                  <a:lnTo>
                    <a:pt x="2323706" y="2936377"/>
                  </a:lnTo>
                  <a:lnTo>
                    <a:pt x="2323799" y="2936377"/>
                  </a:lnTo>
                  <a:lnTo>
                    <a:pt x="2323892" y="2936377"/>
                  </a:lnTo>
                  <a:lnTo>
                    <a:pt x="2323986" y="2936377"/>
                  </a:lnTo>
                  <a:lnTo>
                    <a:pt x="2324079" y="2936377"/>
                  </a:lnTo>
                  <a:lnTo>
                    <a:pt x="2324172" y="2936377"/>
                  </a:lnTo>
                  <a:lnTo>
                    <a:pt x="2324265" y="2936377"/>
                  </a:lnTo>
                  <a:lnTo>
                    <a:pt x="2324358" y="2936377"/>
                  </a:lnTo>
                  <a:lnTo>
                    <a:pt x="2324452" y="2936377"/>
                  </a:lnTo>
                  <a:lnTo>
                    <a:pt x="2324545" y="2936377"/>
                  </a:lnTo>
                  <a:lnTo>
                    <a:pt x="2324638" y="2936377"/>
                  </a:lnTo>
                  <a:lnTo>
                    <a:pt x="2324731" y="2936377"/>
                  </a:lnTo>
                  <a:lnTo>
                    <a:pt x="2324825" y="2936377"/>
                  </a:lnTo>
                  <a:lnTo>
                    <a:pt x="2324918" y="2936377"/>
                  </a:lnTo>
                  <a:lnTo>
                    <a:pt x="2325011" y="2936377"/>
                  </a:lnTo>
                  <a:lnTo>
                    <a:pt x="2325104" y="2936377"/>
                  </a:lnTo>
                  <a:lnTo>
                    <a:pt x="2325198" y="2936377"/>
                  </a:lnTo>
                  <a:lnTo>
                    <a:pt x="2325291" y="2936377"/>
                  </a:lnTo>
                  <a:lnTo>
                    <a:pt x="2325384" y="2936377"/>
                  </a:lnTo>
                  <a:lnTo>
                    <a:pt x="2325477" y="2936377"/>
                  </a:lnTo>
                  <a:lnTo>
                    <a:pt x="2325571" y="2936377"/>
                  </a:lnTo>
                  <a:lnTo>
                    <a:pt x="2325664" y="2936377"/>
                  </a:lnTo>
                  <a:lnTo>
                    <a:pt x="2325757" y="2936377"/>
                  </a:lnTo>
                  <a:lnTo>
                    <a:pt x="2325850" y="2936377"/>
                  </a:lnTo>
                  <a:lnTo>
                    <a:pt x="2325944" y="2936377"/>
                  </a:lnTo>
                  <a:lnTo>
                    <a:pt x="2326037" y="2936377"/>
                  </a:lnTo>
                  <a:lnTo>
                    <a:pt x="2326130" y="2936377"/>
                  </a:lnTo>
                  <a:lnTo>
                    <a:pt x="2326223" y="2936377"/>
                  </a:lnTo>
                  <a:lnTo>
                    <a:pt x="2326317" y="2936377"/>
                  </a:lnTo>
                  <a:lnTo>
                    <a:pt x="2326410" y="2936377"/>
                  </a:lnTo>
                  <a:lnTo>
                    <a:pt x="2326503" y="2936377"/>
                  </a:lnTo>
                  <a:lnTo>
                    <a:pt x="2326596" y="2936377"/>
                  </a:lnTo>
                  <a:lnTo>
                    <a:pt x="2326690" y="2936377"/>
                  </a:lnTo>
                  <a:lnTo>
                    <a:pt x="2326783" y="2936377"/>
                  </a:lnTo>
                  <a:lnTo>
                    <a:pt x="2326876" y="2936377"/>
                  </a:lnTo>
                  <a:lnTo>
                    <a:pt x="2326876" y="2926423"/>
                  </a:lnTo>
                  <a:lnTo>
                    <a:pt x="2326969" y="2926423"/>
                  </a:lnTo>
                  <a:lnTo>
                    <a:pt x="2327063" y="2926423"/>
                  </a:lnTo>
                  <a:lnTo>
                    <a:pt x="2327156" y="2926423"/>
                  </a:lnTo>
                  <a:lnTo>
                    <a:pt x="2327249" y="2926423"/>
                  </a:lnTo>
                  <a:lnTo>
                    <a:pt x="2327342" y="2926423"/>
                  </a:lnTo>
                  <a:lnTo>
                    <a:pt x="2327436" y="2926423"/>
                  </a:lnTo>
                  <a:lnTo>
                    <a:pt x="2327529" y="2926423"/>
                  </a:lnTo>
                  <a:lnTo>
                    <a:pt x="2327622" y="2926423"/>
                  </a:lnTo>
                  <a:lnTo>
                    <a:pt x="2327715" y="2926423"/>
                  </a:lnTo>
                  <a:lnTo>
                    <a:pt x="2327809" y="2926423"/>
                  </a:lnTo>
                  <a:lnTo>
                    <a:pt x="2327902" y="2926423"/>
                  </a:lnTo>
                  <a:lnTo>
                    <a:pt x="2327995" y="2926423"/>
                  </a:lnTo>
                  <a:lnTo>
                    <a:pt x="2328088" y="2926423"/>
                  </a:lnTo>
                  <a:lnTo>
                    <a:pt x="2328182" y="2926423"/>
                  </a:lnTo>
                  <a:lnTo>
                    <a:pt x="2328275" y="2926423"/>
                  </a:lnTo>
                  <a:lnTo>
                    <a:pt x="2328368" y="2926423"/>
                  </a:lnTo>
                  <a:lnTo>
                    <a:pt x="2328461" y="2926423"/>
                  </a:lnTo>
                  <a:lnTo>
                    <a:pt x="2328555" y="2926423"/>
                  </a:lnTo>
                  <a:lnTo>
                    <a:pt x="2328648" y="2926423"/>
                  </a:lnTo>
                  <a:lnTo>
                    <a:pt x="2328741" y="2926423"/>
                  </a:lnTo>
                  <a:lnTo>
                    <a:pt x="2328834" y="2926423"/>
                  </a:lnTo>
                  <a:lnTo>
                    <a:pt x="2328928" y="2926423"/>
                  </a:lnTo>
                  <a:lnTo>
                    <a:pt x="2329021" y="2926423"/>
                  </a:lnTo>
                  <a:lnTo>
                    <a:pt x="2329114" y="2926423"/>
                  </a:lnTo>
                  <a:lnTo>
                    <a:pt x="2329207" y="2926423"/>
                  </a:lnTo>
                  <a:lnTo>
                    <a:pt x="2329301" y="2926423"/>
                  </a:lnTo>
                  <a:lnTo>
                    <a:pt x="2329394" y="2926423"/>
                  </a:lnTo>
                  <a:lnTo>
                    <a:pt x="2329487" y="2926423"/>
                  </a:lnTo>
                  <a:lnTo>
                    <a:pt x="2329580" y="2926423"/>
                  </a:lnTo>
                  <a:lnTo>
                    <a:pt x="2329674" y="2926423"/>
                  </a:lnTo>
                  <a:lnTo>
                    <a:pt x="2329767" y="2926423"/>
                  </a:lnTo>
                  <a:lnTo>
                    <a:pt x="2329767" y="2916470"/>
                  </a:lnTo>
                  <a:lnTo>
                    <a:pt x="2329860" y="2916470"/>
                  </a:lnTo>
                  <a:lnTo>
                    <a:pt x="2329953" y="2916470"/>
                  </a:lnTo>
                  <a:lnTo>
                    <a:pt x="2330047" y="2916470"/>
                  </a:lnTo>
                  <a:lnTo>
                    <a:pt x="2330140" y="2916470"/>
                  </a:lnTo>
                  <a:lnTo>
                    <a:pt x="2330233" y="2916470"/>
                  </a:lnTo>
                  <a:lnTo>
                    <a:pt x="2330326" y="2916470"/>
                  </a:lnTo>
                  <a:lnTo>
                    <a:pt x="2330420" y="2916470"/>
                  </a:lnTo>
                  <a:lnTo>
                    <a:pt x="2330513" y="2916470"/>
                  </a:lnTo>
                  <a:lnTo>
                    <a:pt x="2330606" y="2916470"/>
                  </a:lnTo>
                  <a:lnTo>
                    <a:pt x="2330699" y="2916470"/>
                  </a:lnTo>
                  <a:lnTo>
                    <a:pt x="2330793" y="2916470"/>
                  </a:lnTo>
                  <a:lnTo>
                    <a:pt x="2330886" y="2916470"/>
                  </a:lnTo>
                  <a:lnTo>
                    <a:pt x="2330979" y="2916470"/>
                  </a:lnTo>
                  <a:lnTo>
                    <a:pt x="2331072" y="2916470"/>
                  </a:lnTo>
                  <a:lnTo>
                    <a:pt x="2331165" y="2916470"/>
                  </a:lnTo>
                  <a:lnTo>
                    <a:pt x="2331259" y="2916470"/>
                  </a:lnTo>
                  <a:lnTo>
                    <a:pt x="2331352" y="2916470"/>
                  </a:lnTo>
                  <a:lnTo>
                    <a:pt x="2331445" y="2916470"/>
                  </a:lnTo>
                  <a:lnTo>
                    <a:pt x="2331538" y="2916470"/>
                  </a:lnTo>
                  <a:lnTo>
                    <a:pt x="2331632" y="2916470"/>
                  </a:lnTo>
                  <a:lnTo>
                    <a:pt x="2331725" y="2916470"/>
                  </a:lnTo>
                  <a:lnTo>
                    <a:pt x="2331818" y="2916470"/>
                  </a:lnTo>
                  <a:lnTo>
                    <a:pt x="2331911" y="2916470"/>
                  </a:lnTo>
                  <a:lnTo>
                    <a:pt x="2332005" y="2916470"/>
                  </a:lnTo>
                  <a:lnTo>
                    <a:pt x="2332098" y="2916470"/>
                  </a:lnTo>
                  <a:lnTo>
                    <a:pt x="2332191" y="2916470"/>
                  </a:lnTo>
                  <a:lnTo>
                    <a:pt x="2332284" y="2916470"/>
                  </a:lnTo>
                  <a:lnTo>
                    <a:pt x="2332378" y="2916470"/>
                  </a:lnTo>
                  <a:lnTo>
                    <a:pt x="2332471" y="2916470"/>
                  </a:lnTo>
                  <a:lnTo>
                    <a:pt x="2332564" y="2916470"/>
                  </a:lnTo>
                  <a:lnTo>
                    <a:pt x="2332657" y="2916470"/>
                  </a:lnTo>
                  <a:lnTo>
                    <a:pt x="2332751" y="2916470"/>
                  </a:lnTo>
                  <a:lnTo>
                    <a:pt x="2332844" y="2916470"/>
                  </a:lnTo>
                  <a:lnTo>
                    <a:pt x="2332937" y="2916470"/>
                  </a:lnTo>
                  <a:lnTo>
                    <a:pt x="2333030" y="2916470"/>
                  </a:lnTo>
                  <a:lnTo>
                    <a:pt x="2333124" y="2916470"/>
                  </a:lnTo>
                  <a:lnTo>
                    <a:pt x="2333217" y="2916470"/>
                  </a:lnTo>
                  <a:lnTo>
                    <a:pt x="2333310" y="2916470"/>
                  </a:lnTo>
                  <a:lnTo>
                    <a:pt x="2333403" y="2916470"/>
                  </a:lnTo>
                  <a:lnTo>
                    <a:pt x="2333497" y="2916470"/>
                  </a:lnTo>
                  <a:lnTo>
                    <a:pt x="2333590" y="2916470"/>
                  </a:lnTo>
                  <a:lnTo>
                    <a:pt x="2333683" y="2916470"/>
                  </a:lnTo>
                  <a:lnTo>
                    <a:pt x="2333776" y="2916470"/>
                  </a:lnTo>
                  <a:lnTo>
                    <a:pt x="2333870" y="2916470"/>
                  </a:lnTo>
                  <a:lnTo>
                    <a:pt x="2333963" y="2916470"/>
                  </a:lnTo>
                  <a:lnTo>
                    <a:pt x="2334056" y="2916470"/>
                  </a:lnTo>
                  <a:lnTo>
                    <a:pt x="2334149" y="2916470"/>
                  </a:lnTo>
                  <a:lnTo>
                    <a:pt x="2334243" y="2916470"/>
                  </a:lnTo>
                  <a:lnTo>
                    <a:pt x="2334336" y="2916470"/>
                  </a:lnTo>
                  <a:lnTo>
                    <a:pt x="2334429" y="2916470"/>
                  </a:lnTo>
                  <a:lnTo>
                    <a:pt x="2334522" y="2916470"/>
                  </a:lnTo>
                  <a:lnTo>
                    <a:pt x="2334616" y="2916470"/>
                  </a:lnTo>
                  <a:lnTo>
                    <a:pt x="2334709" y="2916470"/>
                  </a:lnTo>
                  <a:lnTo>
                    <a:pt x="2334802" y="2916470"/>
                  </a:lnTo>
                  <a:lnTo>
                    <a:pt x="2334895" y="2916470"/>
                  </a:lnTo>
                  <a:lnTo>
                    <a:pt x="2334989" y="2916470"/>
                  </a:lnTo>
                  <a:lnTo>
                    <a:pt x="2335082" y="2916470"/>
                  </a:lnTo>
                  <a:lnTo>
                    <a:pt x="2335175" y="2916470"/>
                  </a:lnTo>
                  <a:lnTo>
                    <a:pt x="2335268" y="2916470"/>
                  </a:lnTo>
                  <a:lnTo>
                    <a:pt x="2335362" y="2916470"/>
                  </a:lnTo>
                  <a:lnTo>
                    <a:pt x="2335455" y="2916470"/>
                  </a:lnTo>
                  <a:lnTo>
                    <a:pt x="2335548" y="2916470"/>
                  </a:lnTo>
                  <a:lnTo>
                    <a:pt x="2335641" y="2916470"/>
                  </a:lnTo>
                  <a:lnTo>
                    <a:pt x="2335735" y="2916470"/>
                  </a:lnTo>
                  <a:lnTo>
                    <a:pt x="2335828" y="2916470"/>
                  </a:lnTo>
                  <a:lnTo>
                    <a:pt x="2335921" y="2916470"/>
                  </a:lnTo>
                  <a:lnTo>
                    <a:pt x="2336014" y="2916470"/>
                  </a:lnTo>
                  <a:lnTo>
                    <a:pt x="2336108" y="2916470"/>
                  </a:lnTo>
                  <a:lnTo>
                    <a:pt x="2336201" y="2916470"/>
                  </a:lnTo>
                  <a:lnTo>
                    <a:pt x="2336294" y="2916470"/>
                  </a:lnTo>
                  <a:lnTo>
                    <a:pt x="2336387" y="2916470"/>
                  </a:lnTo>
                  <a:lnTo>
                    <a:pt x="2336481" y="2916470"/>
                  </a:lnTo>
                  <a:lnTo>
                    <a:pt x="2336574" y="2916470"/>
                  </a:lnTo>
                  <a:lnTo>
                    <a:pt x="2336667" y="2916470"/>
                  </a:lnTo>
                  <a:lnTo>
                    <a:pt x="2336760" y="2916470"/>
                  </a:lnTo>
                  <a:lnTo>
                    <a:pt x="2336854" y="2916470"/>
                  </a:lnTo>
                  <a:lnTo>
                    <a:pt x="2336947" y="2916470"/>
                  </a:lnTo>
                  <a:lnTo>
                    <a:pt x="2337040" y="2916470"/>
                  </a:lnTo>
                  <a:lnTo>
                    <a:pt x="2337133" y="2916470"/>
                  </a:lnTo>
                  <a:lnTo>
                    <a:pt x="2337227" y="2916470"/>
                  </a:lnTo>
                  <a:lnTo>
                    <a:pt x="2337320" y="2916470"/>
                  </a:lnTo>
                  <a:lnTo>
                    <a:pt x="2337413" y="2916470"/>
                  </a:lnTo>
                  <a:lnTo>
                    <a:pt x="2337506" y="2916470"/>
                  </a:lnTo>
                  <a:lnTo>
                    <a:pt x="2337600" y="2916470"/>
                  </a:lnTo>
                  <a:lnTo>
                    <a:pt x="2337693" y="2916470"/>
                  </a:lnTo>
                  <a:lnTo>
                    <a:pt x="2337786" y="2916470"/>
                  </a:lnTo>
                  <a:lnTo>
                    <a:pt x="2337879" y="2916470"/>
                  </a:lnTo>
                  <a:lnTo>
                    <a:pt x="2337973" y="2916470"/>
                  </a:lnTo>
                  <a:lnTo>
                    <a:pt x="2338066" y="2916470"/>
                  </a:lnTo>
                  <a:lnTo>
                    <a:pt x="2338159" y="2916470"/>
                  </a:lnTo>
                  <a:lnTo>
                    <a:pt x="2338252" y="2916470"/>
                  </a:lnTo>
                  <a:lnTo>
                    <a:pt x="2338345" y="2916470"/>
                  </a:lnTo>
                  <a:lnTo>
                    <a:pt x="2338439" y="2916470"/>
                  </a:lnTo>
                  <a:lnTo>
                    <a:pt x="2338532" y="2916470"/>
                  </a:lnTo>
                  <a:lnTo>
                    <a:pt x="2338625" y="2916470"/>
                  </a:lnTo>
                  <a:lnTo>
                    <a:pt x="2338718" y="2916470"/>
                  </a:lnTo>
                  <a:lnTo>
                    <a:pt x="2338812" y="2916470"/>
                  </a:lnTo>
                  <a:lnTo>
                    <a:pt x="2338905" y="2916470"/>
                  </a:lnTo>
                  <a:lnTo>
                    <a:pt x="2338998" y="2916470"/>
                  </a:lnTo>
                  <a:lnTo>
                    <a:pt x="2339091" y="2916470"/>
                  </a:lnTo>
                  <a:lnTo>
                    <a:pt x="2339185" y="2916470"/>
                  </a:lnTo>
                  <a:lnTo>
                    <a:pt x="2339278" y="2916470"/>
                  </a:lnTo>
                  <a:lnTo>
                    <a:pt x="2339371" y="2916470"/>
                  </a:lnTo>
                  <a:lnTo>
                    <a:pt x="2339464" y="2916470"/>
                  </a:lnTo>
                  <a:lnTo>
                    <a:pt x="2339558" y="2916470"/>
                  </a:lnTo>
                  <a:lnTo>
                    <a:pt x="2339651" y="2916470"/>
                  </a:lnTo>
                  <a:lnTo>
                    <a:pt x="2339744" y="2916470"/>
                  </a:lnTo>
                  <a:lnTo>
                    <a:pt x="2339837" y="2916470"/>
                  </a:lnTo>
                  <a:lnTo>
                    <a:pt x="2339931" y="2916470"/>
                  </a:lnTo>
                  <a:lnTo>
                    <a:pt x="2340024" y="2916470"/>
                  </a:lnTo>
                  <a:lnTo>
                    <a:pt x="2340024" y="2906516"/>
                  </a:lnTo>
                  <a:lnTo>
                    <a:pt x="2340117" y="2906516"/>
                  </a:lnTo>
                  <a:lnTo>
                    <a:pt x="2340210" y="2906516"/>
                  </a:lnTo>
                  <a:lnTo>
                    <a:pt x="2340304" y="2906516"/>
                  </a:lnTo>
                  <a:lnTo>
                    <a:pt x="2340397" y="2906516"/>
                  </a:lnTo>
                  <a:lnTo>
                    <a:pt x="2340490" y="2906516"/>
                  </a:lnTo>
                  <a:lnTo>
                    <a:pt x="2340583" y="2906516"/>
                  </a:lnTo>
                  <a:lnTo>
                    <a:pt x="2340677" y="2906516"/>
                  </a:lnTo>
                  <a:lnTo>
                    <a:pt x="2340770" y="2906516"/>
                  </a:lnTo>
                  <a:lnTo>
                    <a:pt x="2340863" y="2906516"/>
                  </a:lnTo>
                  <a:lnTo>
                    <a:pt x="2340956" y="2906516"/>
                  </a:lnTo>
                  <a:lnTo>
                    <a:pt x="2341050" y="2906516"/>
                  </a:lnTo>
                  <a:lnTo>
                    <a:pt x="2341143" y="2906516"/>
                  </a:lnTo>
                  <a:lnTo>
                    <a:pt x="2341236" y="2906516"/>
                  </a:lnTo>
                  <a:lnTo>
                    <a:pt x="2341329" y="2906516"/>
                  </a:lnTo>
                  <a:lnTo>
                    <a:pt x="2341423" y="2906516"/>
                  </a:lnTo>
                  <a:lnTo>
                    <a:pt x="2341516" y="2906516"/>
                  </a:lnTo>
                  <a:lnTo>
                    <a:pt x="2341609" y="2906516"/>
                  </a:lnTo>
                  <a:lnTo>
                    <a:pt x="2341702" y="2906516"/>
                  </a:lnTo>
                  <a:lnTo>
                    <a:pt x="2341796" y="2906516"/>
                  </a:lnTo>
                  <a:lnTo>
                    <a:pt x="2341889" y="2906516"/>
                  </a:lnTo>
                  <a:lnTo>
                    <a:pt x="2341982" y="2906516"/>
                  </a:lnTo>
                  <a:lnTo>
                    <a:pt x="2342075" y="2906516"/>
                  </a:lnTo>
                  <a:lnTo>
                    <a:pt x="2342169" y="2906516"/>
                  </a:lnTo>
                  <a:lnTo>
                    <a:pt x="2342262" y="2906516"/>
                  </a:lnTo>
                  <a:lnTo>
                    <a:pt x="2342355" y="2906516"/>
                  </a:lnTo>
                  <a:lnTo>
                    <a:pt x="2342448" y="2906516"/>
                  </a:lnTo>
                  <a:lnTo>
                    <a:pt x="2342542" y="2906516"/>
                  </a:lnTo>
                  <a:lnTo>
                    <a:pt x="2342635" y="2906516"/>
                  </a:lnTo>
                  <a:lnTo>
                    <a:pt x="2342728" y="2906516"/>
                  </a:lnTo>
                  <a:lnTo>
                    <a:pt x="2342821" y="2906516"/>
                  </a:lnTo>
                  <a:lnTo>
                    <a:pt x="2342915" y="2906516"/>
                  </a:lnTo>
                  <a:lnTo>
                    <a:pt x="2343008" y="2906516"/>
                  </a:lnTo>
                  <a:lnTo>
                    <a:pt x="2343101" y="2906516"/>
                  </a:lnTo>
                  <a:lnTo>
                    <a:pt x="2343194" y="2906516"/>
                  </a:lnTo>
                  <a:lnTo>
                    <a:pt x="2343288" y="2906516"/>
                  </a:lnTo>
                  <a:lnTo>
                    <a:pt x="2343381" y="2906516"/>
                  </a:lnTo>
                  <a:lnTo>
                    <a:pt x="2343474" y="2906516"/>
                  </a:lnTo>
                  <a:lnTo>
                    <a:pt x="2343567" y="2906516"/>
                  </a:lnTo>
                  <a:lnTo>
                    <a:pt x="2343661" y="2906516"/>
                  </a:lnTo>
                  <a:lnTo>
                    <a:pt x="2343754" y="2906516"/>
                  </a:lnTo>
                  <a:lnTo>
                    <a:pt x="2343847" y="2906516"/>
                  </a:lnTo>
                  <a:lnTo>
                    <a:pt x="2343940" y="2906516"/>
                  </a:lnTo>
                  <a:lnTo>
                    <a:pt x="2344034" y="2906516"/>
                  </a:lnTo>
                  <a:lnTo>
                    <a:pt x="2344127" y="2906516"/>
                  </a:lnTo>
                  <a:lnTo>
                    <a:pt x="2344220" y="2906516"/>
                  </a:lnTo>
                  <a:lnTo>
                    <a:pt x="2344313" y="2906516"/>
                  </a:lnTo>
                  <a:lnTo>
                    <a:pt x="2344407" y="2906516"/>
                  </a:lnTo>
                  <a:lnTo>
                    <a:pt x="2344500" y="2906516"/>
                  </a:lnTo>
                  <a:lnTo>
                    <a:pt x="2344593" y="2906516"/>
                  </a:lnTo>
                  <a:lnTo>
                    <a:pt x="2344686" y="2906516"/>
                  </a:lnTo>
                  <a:lnTo>
                    <a:pt x="2344780" y="2906516"/>
                  </a:lnTo>
                  <a:lnTo>
                    <a:pt x="2344873" y="2906516"/>
                  </a:lnTo>
                  <a:lnTo>
                    <a:pt x="2344966" y="2906516"/>
                  </a:lnTo>
                  <a:lnTo>
                    <a:pt x="2345059" y="2906516"/>
                  </a:lnTo>
                  <a:lnTo>
                    <a:pt x="2345152" y="2906516"/>
                  </a:lnTo>
                  <a:lnTo>
                    <a:pt x="2345246" y="2906516"/>
                  </a:lnTo>
                  <a:lnTo>
                    <a:pt x="2345339" y="2906516"/>
                  </a:lnTo>
                  <a:lnTo>
                    <a:pt x="2345432" y="2906516"/>
                  </a:lnTo>
                  <a:lnTo>
                    <a:pt x="2345525" y="2906516"/>
                  </a:lnTo>
                  <a:lnTo>
                    <a:pt x="2345619" y="2906516"/>
                  </a:lnTo>
                  <a:lnTo>
                    <a:pt x="2345712" y="2906516"/>
                  </a:lnTo>
                  <a:lnTo>
                    <a:pt x="2345805" y="2906516"/>
                  </a:lnTo>
                  <a:lnTo>
                    <a:pt x="2345898" y="2906516"/>
                  </a:lnTo>
                  <a:lnTo>
                    <a:pt x="2345992" y="2906516"/>
                  </a:lnTo>
                  <a:lnTo>
                    <a:pt x="2346085" y="2906516"/>
                  </a:lnTo>
                  <a:lnTo>
                    <a:pt x="2346178" y="2906516"/>
                  </a:lnTo>
                  <a:lnTo>
                    <a:pt x="2346271" y="2906516"/>
                  </a:lnTo>
                  <a:lnTo>
                    <a:pt x="2346365" y="2906516"/>
                  </a:lnTo>
                  <a:lnTo>
                    <a:pt x="2346458" y="2906516"/>
                  </a:lnTo>
                  <a:lnTo>
                    <a:pt x="2346551" y="2906516"/>
                  </a:lnTo>
                  <a:lnTo>
                    <a:pt x="2346644" y="2906516"/>
                  </a:lnTo>
                  <a:lnTo>
                    <a:pt x="2346738" y="2906516"/>
                  </a:lnTo>
                  <a:lnTo>
                    <a:pt x="2346831" y="2906516"/>
                  </a:lnTo>
                  <a:lnTo>
                    <a:pt x="2346924" y="2906516"/>
                  </a:lnTo>
                  <a:lnTo>
                    <a:pt x="2346924" y="2896562"/>
                  </a:lnTo>
                  <a:lnTo>
                    <a:pt x="2347017" y="2896562"/>
                  </a:lnTo>
                  <a:lnTo>
                    <a:pt x="2347111" y="2896562"/>
                  </a:lnTo>
                  <a:lnTo>
                    <a:pt x="2347204" y="2896562"/>
                  </a:lnTo>
                  <a:lnTo>
                    <a:pt x="2347297" y="2896562"/>
                  </a:lnTo>
                  <a:lnTo>
                    <a:pt x="2347390" y="2896562"/>
                  </a:lnTo>
                  <a:lnTo>
                    <a:pt x="2347484" y="2896562"/>
                  </a:lnTo>
                  <a:lnTo>
                    <a:pt x="2347577" y="2896562"/>
                  </a:lnTo>
                  <a:lnTo>
                    <a:pt x="2347577" y="2886608"/>
                  </a:lnTo>
                  <a:lnTo>
                    <a:pt x="2347670" y="2886608"/>
                  </a:lnTo>
                  <a:lnTo>
                    <a:pt x="2347763" y="2886608"/>
                  </a:lnTo>
                  <a:lnTo>
                    <a:pt x="2347857" y="2886608"/>
                  </a:lnTo>
                  <a:lnTo>
                    <a:pt x="2347950" y="2886608"/>
                  </a:lnTo>
                  <a:lnTo>
                    <a:pt x="2348043" y="2886608"/>
                  </a:lnTo>
                  <a:lnTo>
                    <a:pt x="2348136" y="2886608"/>
                  </a:lnTo>
                  <a:lnTo>
                    <a:pt x="2348230" y="2886608"/>
                  </a:lnTo>
                  <a:lnTo>
                    <a:pt x="2348323" y="2886608"/>
                  </a:lnTo>
                  <a:lnTo>
                    <a:pt x="2348416" y="2886608"/>
                  </a:lnTo>
                  <a:lnTo>
                    <a:pt x="2348509" y="2886608"/>
                  </a:lnTo>
                  <a:lnTo>
                    <a:pt x="2348603" y="2886608"/>
                  </a:lnTo>
                  <a:lnTo>
                    <a:pt x="2348696" y="2886608"/>
                  </a:lnTo>
                  <a:lnTo>
                    <a:pt x="2348789" y="2886608"/>
                  </a:lnTo>
                  <a:lnTo>
                    <a:pt x="2348882" y="2886608"/>
                  </a:lnTo>
                  <a:lnTo>
                    <a:pt x="2348976" y="2886608"/>
                  </a:lnTo>
                  <a:lnTo>
                    <a:pt x="2349069" y="2886608"/>
                  </a:lnTo>
                  <a:lnTo>
                    <a:pt x="2349162" y="2886608"/>
                  </a:lnTo>
                  <a:lnTo>
                    <a:pt x="2349255" y="2886608"/>
                  </a:lnTo>
                  <a:lnTo>
                    <a:pt x="2349349" y="2886608"/>
                  </a:lnTo>
                  <a:lnTo>
                    <a:pt x="2349442" y="2886608"/>
                  </a:lnTo>
                  <a:lnTo>
                    <a:pt x="2349535" y="2886608"/>
                  </a:lnTo>
                  <a:lnTo>
                    <a:pt x="2349628" y="2886608"/>
                  </a:lnTo>
                  <a:lnTo>
                    <a:pt x="2349722" y="2886608"/>
                  </a:lnTo>
                  <a:lnTo>
                    <a:pt x="2349815" y="2886608"/>
                  </a:lnTo>
                  <a:lnTo>
                    <a:pt x="2349908" y="2886608"/>
                  </a:lnTo>
                  <a:lnTo>
                    <a:pt x="2350001" y="2886608"/>
                  </a:lnTo>
                  <a:lnTo>
                    <a:pt x="2350095" y="2886608"/>
                  </a:lnTo>
                  <a:lnTo>
                    <a:pt x="2350188" y="2886608"/>
                  </a:lnTo>
                  <a:lnTo>
                    <a:pt x="2350281" y="2886608"/>
                  </a:lnTo>
                  <a:lnTo>
                    <a:pt x="2350374" y="2886608"/>
                  </a:lnTo>
                  <a:lnTo>
                    <a:pt x="2350468" y="2886608"/>
                  </a:lnTo>
                  <a:lnTo>
                    <a:pt x="2350561" y="2886608"/>
                  </a:lnTo>
                  <a:lnTo>
                    <a:pt x="2350654" y="2886608"/>
                  </a:lnTo>
                  <a:lnTo>
                    <a:pt x="2350747" y="2886608"/>
                  </a:lnTo>
                  <a:lnTo>
                    <a:pt x="2350841" y="2886608"/>
                  </a:lnTo>
                  <a:lnTo>
                    <a:pt x="2350934" y="2886608"/>
                  </a:lnTo>
                  <a:lnTo>
                    <a:pt x="2351027" y="2886608"/>
                  </a:lnTo>
                  <a:lnTo>
                    <a:pt x="2351120" y="2886608"/>
                  </a:lnTo>
                  <a:lnTo>
                    <a:pt x="2351214" y="2886608"/>
                  </a:lnTo>
                  <a:lnTo>
                    <a:pt x="2351307" y="2886608"/>
                  </a:lnTo>
                  <a:lnTo>
                    <a:pt x="2351400" y="2886608"/>
                  </a:lnTo>
                  <a:lnTo>
                    <a:pt x="2351493" y="2886608"/>
                  </a:lnTo>
                  <a:lnTo>
                    <a:pt x="2351587" y="2886608"/>
                  </a:lnTo>
                  <a:lnTo>
                    <a:pt x="2351680" y="2886608"/>
                  </a:lnTo>
                  <a:lnTo>
                    <a:pt x="2351773" y="2886608"/>
                  </a:lnTo>
                  <a:lnTo>
                    <a:pt x="2351866" y="2886608"/>
                  </a:lnTo>
                  <a:lnTo>
                    <a:pt x="2351959" y="2886608"/>
                  </a:lnTo>
                  <a:lnTo>
                    <a:pt x="2352053" y="2886608"/>
                  </a:lnTo>
                  <a:lnTo>
                    <a:pt x="2352146" y="2886608"/>
                  </a:lnTo>
                  <a:lnTo>
                    <a:pt x="2352239" y="2886608"/>
                  </a:lnTo>
                  <a:lnTo>
                    <a:pt x="2352332" y="2886608"/>
                  </a:lnTo>
                  <a:lnTo>
                    <a:pt x="2352426" y="2886608"/>
                  </a:lnTo>
                  <a:lnTo>
                    <a:pt x="2352519" y="2886608"/>
                  </a:lnTo>
                  <a:lnTo>
                    <a:pt x="2352612" y="2886608"/>
                  </a:lnTo>
                  <a:lnTo>
                    <a:pt x="2352705" y="2886608"/>
                  </a:lnTo>
                  <a:lnTo>
                    <a:pt x="2352799" y="2886608"/>
                  </a:lnTo>
                  <a:lnTo>
                    <a:pt x="2352892" y="2886608"/>
                  </a:lnTo>
                  <a:lnTo>
                    <a:pt x="2352985" y="2886608"/>
                  </a:lnTo>
                  <a:lnTo>
                    <a:pt x="2353078" y="2886608"/>
                  </a:lnTo>
                  <a:lnTo>
                    <a:pt x="2353172" y="2886608"/>
                  </a:lnTo>
                  <a:lnTo>
                    <a:pt x="2353265" y="2886608"/>
                  </a:lnTo>
                  <a:lnTo>
                    <a:pt x="2353358" y="2886608"/>
                  </a:lnTo>
                  <a:lnTo>
                    <a:pt x="2353451" y="2886608"/>
                  </a:lnTo>
                  <a:lnTo>
                    <a:pt x="2353545" y="2886608"/>
                  </a:lnTo>
                  <a:lnTo>
                    <a:pt x="2353638" y="2886608"/>
                  </a:lnTo>
                  <a:lnTo>
                    <a:pt x="2353731" y="2886608"/>
                  </a:lnTo>
                  <a:lnTo>
                    <a:pt x="2353824" y="2886608"/>
                  </a:lnTo>
                  <a:lnTo>
                    <a:pt x="2353918" y="2886608"/>
                  </a:lnTo>
                  <a:lnTo>
                    <a:pt x="2354011" y="2886608"/>
                  </a:lnTo>
                  <a:lnTo>
                    <a:pt x="2354104" y="2886608"/>
                  </a:lnTo>
                  <a:lnTo>
                    <a:pt x="2354197" y="2886608"/>
                  </a:lnTo>
                  <a:lnTo>
                    <a:pt x="2354291" y="2886608"/>
                  </a:lnTo>
                  <a:lnTo>
                    <a:pt x="2354384" y="2886608"/>
                  </a:lnTo>
                  <a:lnTo>
                    <a:pt x="2354477" y="2886608"/>
                  </a:lnTo>
                  <a:lnTo>
                    <a:pt x="2354570" y="2886608"/>
                  </a:lnTo>
                  <a:lnTo>
                    <a:pt x="2354664" y="2886608"/>
                  </a:lnTo>
                  <a:lnTo>
                    <a:pt x="2354757" y="2886608"/>
                  </a:lnTo>
                  <a:lnTo>
                    <a:pt x="2354850" y="2886608"/>
                  </a:lnTo>
                  <a:lnTo>
                    <a:pt x="2354943" y="2886608"/>
                  </a:lnTo>
                  <a:lnTo>
                    <a:pt x="2355037" y="2886608"/>
                  </a:lnTo>
                  <a:lnTo>
                    <a:pt x="2355130" y="2886608"/>
                  </a:lnTo>
                  <a:lnTo>
                    <a:pt x="2355223" y="2886608"/>
                  </a:lnTo>
                  <a:lnTo>
                    <a:pt x="2355316" y="2886608"/>
                  </a:lnTo>
                  <a:lnTo>
                    <a:pt x="2355410" y="2886608"/>
                  </a:lnTo>
                  <a:lnTo>
                    <a:pt x="2355503" y="2886608"/>
                  </a:lnTo>
                  <a:lnTo>
                    <a:pt x="2355596" y="2886608"/>
                  </a:lnTo>
                  <a:lnTo>
                    <a:pt x="2355689" y="2886608"/>
                  </a:lnTo>
                  <a:lnTo>
                    <a:pt x="2355783" y="2886608"/>
                  </a:lnTo>
                  <a:lnTo>
                    <a:pt x="2355876" y="2886608"/>
                  </a:lnTo>
                  <a:lnTo>
                    <a:pt x="2355969" y="2886608"/>
                  </a:lnTo>
                  <a:lnTo>
                    <a:pt x="2355969" y="2876654"/>
                  </a:lnTo>
                  <a:lnTo>
                    <a:pt x="2356062" y="2876654"/>
                  </a:lnTo>
                  <a:lnTo>
                    <a:pt x="2356156" y="2876654"/>
                  </a:lnTo>
                  <a:lnTo>
                    <a:pt x="2356249" y="2876654"/>
                  </a:lnTo>
                  <a:lnTo>
                    <a:pt x="2356342" y="2876654"/>
                  </a:lnTo>
                  <a:lnTo>
                    <a:pt x="2356435" y="2876654"/>
                  </a:lnTo>
                  <a:lnTo>
                    <a:pt x="2356529" y="2876654"/>
                  </a:lnTo>
                  <a:lnTo>
                    <a:pt x="2356622" y="2876654"/>
                  </a:lnTo>
                  <a:lnTo>
                    <a:pt x="2356715" y="2876654"/>
                  </a:lnTo>
                  <a:lnTo>
                    <a:pt x="2356808" y="2876654"/>
                  </a:lnTo>
                  <a:lnTo>
                    <a:pt x="2356902" y="2876654"/>
                  </a:lnTo>
                  <a:lnTo>
                    <a:pt x="2356995" y="2876654"/>
                  </a:lnTo>
                  <a:lnTo>
                    <a:pt x="2357088" y="2876654"/>
                  </a:lnTo>
                  <a:lnTo>
                    <a:pt x="2357181" y="2876654"/>
                  </a:lnTo>
                  <a:lnTo>
                    <a:pt x="2357275" y="2876654"/>
                  </a:lnTo>
                  <a:lnTo>
                    <a:pt x="2357368" y="2876654"/>
                  </a:lnTo>
                  <a:lnTo>
                    <a:pt x="2357461" y="2876654"/>
                  </a:lnTo>
                  <a:lnTo>
                    <a:pt x="2357554" y="2876654"/>
                  </a:lnTo>
                  <a:lnTo>
                    <a:pt x="2357648" y="2876654"/>
                  </a:lnTo>
                  <a:lnTo>
                    <a:pt x="2357741" y="2876654"/>
                  </a:lnTo>
                  <a:lnTo>
                    <a:pt x="2357834" y="2876654"/>
                  </a:lnTo>
                  <a:lnTo>
                    <a:pt x="2357927" y="2876654"/>
                  </a:lnTo>
                  <a:lnTo>
                    <a:pt x="2358021" y="2876654"/>
                  </a:lnTo>
                  <a:lnTo>
                    <a:pt x="2358114" y="2876654"/>
                  </a:lnTo>
                  <a:lnTo>
                    <a:pt x="2358114" y="2866700"/>
                  </a:lnTo>
                  <a:lnTo>
                    <a:pt x="2358207" y="2866700"/>
                  </a:lnTo>
                  <a:lnTo>
                    <a:pt x="2358300" y="2866700"/>
                  </a:lnTo>
                  <a:lnTo>
                    <a:pt x="2358394" y="2866700"/>
                  </a:lnTo>
                  <a:lnTo>
                    <a:pt x="2358487" y="2866700"/>
                  </a:lnTo>
                  <a:lnTo>
                    <a:pt x="2358580" y="2866700"/>
                  </a:lnTo>
                  <a:lnTo>
                    <a:pt x="2358673" y="2866700"/>
                  </a:lnTo>
                  <a:lnTo>
                    <a:pt x="2358767" y="2866700"/>
                  </a:lnTo>
                  <a:lnTo>
                    <a:pt x="2358860" y="2866700"/>
                  </a:lnTo>
                  <a:lnTo>
                    <a:pt x="2358953" y="2866700"/>
                  </a:lnTo>
                  <a:lnTo>
                    <a:pt x="2359046" y="2866700"/>
                  </a:lnTo>
                  <a:lnTo>
                    <a:pt x="2359139" y="2866700"/>
                  </a:lnTo>
                  <a:lnTo>
                    <a:pt x="2359233" y="2866700"/>
                  </a:lnTo>
                  <a:lnTo>
                    <a:pt x="2359326" y="2866700"/>
                  </a:lnTo>
                  <a:lnTo>
                    <a:pt x="2359419" y="2866700"/>
                  </a:lnTo>
                  <a:lnTo>
                    <a:pt x="2359512" y="2866700"/>
                  </a:lnTo>
                  <a:lnTo>
                    <a:pt x="2359606" y="2866700"/>
                  </a:lnTo>
                  <a:lnTo>
                    <a:pt x="2359699" y="2866700"/>
                  </a:lnTo>
                  <a:lnTo>
                    <a:pt x="2359792" y="2866700"/>
                  </a:lnTo>
                  <a:lnTo>
                    <a:pt x="2359885" y="2866700"/>
                  </a:lnTo>
                  <a:lnTo>
                    <a:pt x="2359979" y="2866700"/>
                  </a:lnTo>
                  <a:lnTo>
                    <a:pt x="2360072" y="2866700"/>
                  </a:lnTo>
                  <a:lnTo>
                    <a:pt x="2360165" y="2866700"/>
                  </a:lnTo>
                  <a:lnTo>
                    <a:pt x="2360258" y="2866700"/>
                  </a:lnTo>
                  <a:lnTo>
                    <a:pt x="2360352" y="2866700"/>
                  </a:lnTo>
                  <a:lnTo>
                    <a:pt x="2360445" y="2866700"/>
                  </a:lnTo>
                  <a:lnTo>
                    <a:pt x="2360538" y="2866700"/>
                  </a:lnTo>
                  <a:lnTo>
                    <a:pt x="2360631" y="2866700"/>
                  </a:lnTo>
                  <a:lnTo>
                    <a:pt x="2360725" y="2866700"/>
                  </a:lnTo>
                  <a:lnTo>
                    <a:pt x="2360818" y="2866700"/>
                  </a:lnTo>
                  <a:lnTo>
                    <a:pt x="2360911" y="2866700"/>
                  </a:lnTo>
                  <a:lnTo>
                    <a:pt x="2361004" y="2866700"/>
                  </a:lnTo>
                  <a:lnTo>
                    <a:pt x="2361098" y="2866700"/>
                  </a:lnTo>
                  <a:lnTo>
                    <a:pt x="2361191" y="2866700"/>
                  </a:lnTo>
                  <a:lnTo>
                    <a:pt x="2361284" y="2866700"/>
                  </a:lnTo>
                  <a:lnTo>
                    <a:pt x="2361377" y="2866700"/>
                  </a:lnTo>
                  <a:lnTo>
                    <a:pt x="2361471" y="2866700"/>
                  </a:lnTo>
                  <a:lnTo>
                    <a:pt x="2361564" y="2866700"/>
                  </a:lnTo>
                  <a:lnTo>
                    <a:pt x="2361657" y="2866700"/>
                  </a:lnTo>
                  <a:lnTo>
                    <a:pt x="2361750" y="2866700"/>
                  </a:lnTo>
                  <a:lnTo>
                    <a:pt x="2361844" y="2866700"/>
                  </a:lnTo>
                  <a:lnTo>
                    <a:pt x="2361937" y="2866700"/>
                  </a:lnTo>
                  <a:lnTo>
                    <a:pt x="2362030" y="2866700"/>
                  </a:lnTo>
                  <a:lnTo>
                    <a:pt x="2362123" y="2866700"/>
                  </a:lnTo>
                  <a:lnTo>
                    <a:pt x="2362217" y="2866700"/>
                  </a:lnTo>
                  <a:lnTo>
                    <a:pt x="2362310" y="2866700"/>
                  </a:lnTo>
                  <a:lnTo>
                    <a:pt x="2362403" y="2866700"/>
                  </a:lnTo>
                  <a:lnTo>
                    <a:pt x="2362496" y="2866700"/>
                  </a:lnTo>
                  <a:lnTo>
                    <a:pt x="2362590" y="2866700"/>
                  </a:lnTo>
                  <a:lnTo>
                    <a:pt x="2362683" y="2866700"/>
                  </a:lnTo>
                  <a:lnTo>
                    <a:pt x="2362776" y="2866700"/>
                  </a:lnTo>
                  <a:lnTo>
                    <a:pt x="2362869" y="2866700"/>
                  </a:lnTo>
                  <a:lnTo>
                    <a:pt x="2362963" y="2866700"/>
                  </a:lnTo>
                  <a:lnTo>
                    <a:pt x="2363056" y="2866700"/>
                  </a:lnTo>
                  <a:lnTo>
                    <a:pt x="2363149" y="2866700"/>
                  </a:lnTo>
                  <a:lnTo>
                    <a:pt x="2363242" y="2866700"/>
                  </a:lnTo>
                  <a:lnTo>
                    <a:pt x="2363336" y="2866700"/>
                  </a:lnTo>
                  <a:lnTo>
                    <a:pt x="2363429" y="2866700"/>
                  </a:lnTo>
                  <a:lnTo>
                    <a:pt x="2363522" y="2866700"/>
                  </a:lnTo>
                  <a:lnTo>
                    <a:pt x="2363615" y="2866700"/>
                  </a:lnTo>
                  <a:lnTo>
                    <a:pt x="2363709" y="2866700"/>
                  </a:lnTo>
                  <a:lnTo>
                    <a:pt x="2363802" y="2866700"/>
                  </a:lnTo>
                  <a:lnTo>
                    <a:pt x="2363895" y="2866700"/>
                  </a:lnTo>
                  <a:lnTo>
                    <a:pt x="2363988" y="2866700"/>
                  </a:lnTo>
                  <a:lnTo>
                    <a:pt x="2364082" y="2866700"/>
                  </a:lnTo>
                  <a:lnTo>
                    <a:pt x="2364175" y="2866700"/>
                  </a:lnTo>
                  <a:lnTo>
                    <a:pt x="2364268" y="2866700"/>
                  </a:lnTo>
                  <a:lnTo>
                    <a:pt x="2364361" y="2866700"/>
                  </a:lnTo>
                  <a:lnTo>
                    <a:pt x="2364455" y="2866700"/>
                  </a:lnTo>
                  <a:lnTo>
                    <a:pt x="2364548" y="2866700"/>
                  </a:lnTo>
                  <a:lnTo>
                    <a:pt x="2364641" y="2866700"/>
                  </a:lnTo>
                  <a:lnTo>
                    <a:pt x="2364734" y="2866700"/>
                  </a:lnTo>
                  <a:lnTo>
                    <a:pt x="2364828" y="2866700"/>
                  </a:lnTo>
                  <a:lnTo>
                    <a:pt x="2364921" y="2866700"/>
                  </a:lnTo>
                  <a:lnTo>
                    <a:pt x="2365014" y="2866700"/>
                  </a:lnTo>
                  <a:lnTo>
                    <a:pt x="2365107" y="2866700"/>
                  </a:lnTo>
                  <a:lnTo>
                    <a:pt x="2365201" y="2866700"/>
                  </a:lnTo>
                  <a:lnTo>
                    <a:pt x="2365294" y="2866700"/>
                  </a:lnTo>
                  <a:lnTo>
                    <a:pt x="2365387" y="2866700"/>
                  </a:lnTo>
                  <a:lnTo>
                    <a:pt x="2365480" y="2866700"/>
                  </a:lnTo>
                  <a:lnTo>
                    <a:pt x="2365574" y="2866700"/>
                  </a:lnTo>
                  <a:lnTo>
                    <a:pt x="2365667" y="2866700"/>
                  </a:lnTo>
                  <a:lnTo>
                    <a:pt x="2365760" y="2866700"/>
                  </a:lnTo>
                  <a:lnTo>
                    <a:pt x="2365853" y="2866700"/>
                  </a:lnTo>
                  <a:lnTo>
                    <a:pt x="2365946" y="2866700"/>
                  </a:lnTo>
                  <a:lnTo>
                    <a:pt x="2366040" y="2866700"/>
                  </a:lnTo>
                  <a:lnTo>
                    <a:pt x="2366133" y="2866700"/>
                  </a:lnTo>
                  <a:lnTo>
                    <a:pt x="2366226" y="2866700"/>
                  </a:lnTo>
                  <a:lnTo>
                    <a:pt x="2366319" y="2866700"/>
                  </a:lnTo>
                  <a:lnTo>
                    <a:pt x="2366413" y="2866700"/>
                  </a:lnTo>
                  <a:lnTo>
                    <a:pt x="2366506" y="2866700"/>
                  </a:lnTo>
                  <a:lnTo>
                    <a:pt x="2366599" y="2866700"/>
                  </a:lnTo>
                  <a:lnTo>
                    <a:pt x="2366692" y="2866700"/>
                  </a:lnTo>
                  <a:lnTo>
                    <a:pt x="2366786" y="2866700"/>
                  </a:lnTo>
                  <a:lnTo>
                    <a:pt x="2366879" y="2866700"/>
                  </a:lnTo>
                  <a:lnTo>
                    <a:pt x="2366972" y="2866700"/>
                  </a:lnTo>
                  <a:lnTo>
                    <a:pt x="2367065" y="2866700"/>
                  </a:lnTo>
                  <a:lnTo>
                    <a:pt x="2367159" y="2866700"/>
                  </a:lnTo>
                  <a:lnTo>
                    <a:pt x="2367252" y="2866700"/>
                  </a:lnTo>
                  <a:lnTo>
                    <a:pt x="2367345" y="2866700"/>
                  </a:lnTo>
                  <a:lnTo>
                    <a:pt x="2367438" y="2866700"/>
                  </a:lnTo>
                  <a:lnTo>
                    <a:pt x="2367532" y="2866700"/>
                  </a:lnTo>
                  <a:lnTo>
                    <a:pt x="2367625" y="2866700"/>
                  </a:lnTo>
                  <a:lnTo>
                    <a:pt x="2367718" y="2866700"/>
                  </a:lnTo>
                  <a:lnTo>
                    <a:pt x="2367811" y="2866700"/>
                  </a:lnTo>
                  <a:lnTo>
                    <a:pt x="2367905" y="2866700"/>
                  </a:lnTo>
                  <a:lnTo>
                    <a:pt x="2367998" y="2866700"/>
                  </a:lnTo>
                  <a:lnTo>
                    <a:pt x="2368091" y="2866700"/>
                  </a:lnTo>
                  <a:lnTo>
                    <a:pt x="2368184" y="2866700"/>
                  </a:lnTo>
                  <a:lnTo>
                    <a:pt x="2368278" y="2866700"/>
                  </a:lnTo>
                  <a:lnTo>
                    <a:pt x="2368371" y="2866700"/>
                  </a:lnTo>
                  <a:lnTo>
                    <a:pt x="2368464" y="2866700"/>
                  </a:lnTo>
                  <a:lnTo>
                    <a:pt x="2368557" y="2866700"/>
                  </a:lnTo>
                  <a:lnTo>
                    <a:pt x="2368651" y="2866700"/>
                  </a:lnTo>
                  <a:lnTo>
                    <a:pt x="2368744" y="2866700"/>
                  </a:lnTo>
                  <a:lnTo>
                    <a:pt x="2368837" y="2866700"/>
                  </a:lnTo>
                  <a:lnTo>
                    <a:pt x="2368930" y="2866700"/>
                  </a:lnTo>
                  <a:lnTo>
                    <a:pt x="2369024" y="2866700"/>
                  </a:lnTo>
                  <a:lnTo>
                    <a:pt x="2369117" y="2866700"/>
                  </a:lnTo>
                  <a:lnTo>
                    <a:pt x="2369210" y="2866700"/>
                  </a:lnTo>
                  <a:lnTo>
                    <a:pt x="2369303" y="2866700"/>
                  </a:lnTo>
                  <a:lnTo>
                    <a:pt x="2369397" y="2866700"/>
                  </a:lnTo>
                  <a:lnTo>
                    <a:pt x="2369490" y="2866700"/>
                  </a:lnTo>
                  <a:lnTo>
                    <a:pt x="2369583" y="2866700"/>
                  </a:lnTo>
                  <a:lnTo>
                    <a:pt x="2369676" y="2866700"/>
                  </a:lnTo>
                  <a:lnTo>
                    <a:pt x="2369770" y="2866700"/>
                  </a:lnTo>
                  <a:lnTo>
                    <a:pt x="2369863" y="2866700"/>
                  </a:lnTo>
                  <a:lnTo>
                    <a:pt x="2369956" y="2866700"/>
                  </a:lnTo>
                  <a:lnTo>
                    <a:pt x="2370049" y="2866700"/>
                  </a:lnTo>
                  <a:lnTo>
                    <a:pt x="2370143" y="2866700"/>
                  </a:lnTo>
                  <a:lnTo>
                    <a:pt x="2370236" y="2866700"/>
                  </a:lnTo>
                  <a:lnTo>
                    <a:pt x="2370329" y="2866700"/>
                  </a:lnTo>
                  <a:lnTo>
                    <a:pt x="2370422" y="2866700"/>
                  </a:lnTo>
                  <a:lnTo>
                    <a:pt x="2370516" y="2866700"/>
                  </a:lnTo>
                  <a:lnTo>
                    <a:pt x="2370609" y="2866700"/>
                  </a:lnTo>
                  <a:lnTo>
                    <a:pt x="2370702" y="2866700"/>
                  </a:lnTo>
                  <a:lnTo>
                    <a:pt x="2370795" y="2866700"/>
                  </a:lnTo>
                  <a:lnTo>
                    <a:pt x="2370889" y="2866700"/>
                  </a:lnTo>
                  <a:lnTo>
                    <a:pt x="2370982" y="2866700"/>
                  </a:lnTo>
                  <a:lnTo>
                    <a:pt x="2371075" y="2866700"/>
                  </a:lnTo>
                  <a:lnTo>
                    <a:pt x="2371168" y="2866700"/>
                  </a:lnTo>
                  <a:lnTo>
                    <a:pt x="2371262" y="2866700"/>
                  </a:lnTo>
                  <a:lnTo>
                    <a:pt x="2371355" y="2866700"/>
                  </a:lnTo>
                  <a:lnTo>
                    <a:pt x="2371448" y="2866700"/>
                  </a:lnTo>
                  <a:lnTo>
                    <a:pt x="2371541" y="2866700"/>
                  </a:lnTo>
                  <a:lnTo>
                    <a:pt x="2371541" y="2856747"/>
                  </a:lnTo>
                  <a:lnTo>
                    <a:pt x="2371635" y="2856747"/>
                  </a:lnTo>
                  <a:lnTo>
                    <a:pt x="2371728" y="2856747"/>
                  </a:lnTo>
                  <a:lnTo>
                    <a:pt x="2371821" y="2856747"/>
                  </a:lnTo>
                  <a:lnTo>
                    <a:pt x="2371914" y="2856747"/>
                  </a:lnTo>
                  <a:lnTo>
                    <a:pt x="2372008" y="2856747"/>
                  </a:lnTo>
                  <a:lnTo>
                    <a:pt x="2372101" y="2856747"/>
                  </a:lnTo>
                  <a:lnTo>
                    <a:pt x="2372194" y="2856747"/>
                  </a:lnTo>
                  <a:lnTo>
                    <a:pt x="2372287" y="2856747"/>
                  </a:lnTo>
                  <a:lnTo>
                    <a:pt x="2372381" y="2856747"/>
                  </a:lnTo>
                  <a:lnTo>
                    <a:pt x="2372474" y="2856747"/>
                  </a:lnTo>
                  <a:lnTo>
                    <a:pt x="2372567" y="2856747"/>
                  </a:lnTo>
                  <a:lnTo>
                    <a:pt x="2372660" y="2856747"/>
                  </a:lnTo>
                  <a:lnTo>
                    <a:pt x="2372753" y="2856747"/>
                  </a:lnTo>
                  <a:lnTo>
                    <a:pt x="2372753" y="2846793"/>
                  </a:lnTo>
                  <a:lnTo>
                    <a:pt x="2372847" y="2846793"/>
                  </a:lnTo>
                  <a:lnTo>
                    <a:pt x="2372940" y="2846793"/>
                  </a:lnTo>
                  <a:lnTo>
                    <a:pt x="2373033" y="2846793"/>
                  </a:lnTo>
                  <a:lnTo>
                    <a:pt x="2373126" y="2846793"/>
                  </a:lnTo>
                  <a:lnTo>
                    <a:pt x="2373220" y="2846793"/>
                  </a:lnTo>
                  <a:lnTo>
                    <a:pt x="2373313" y="2846793"/>
                  </a:lnTo>
                  <a:lnTo>
                    <a:pt x="2373406" y="2846793"/>
                  </a:lnTo>
                  <a:lnTo>
                    <a:pt x="2373499" y="2846793"/>
                  </a:lnTo>
                  <a:lnTo>
                    <a:pt x="2373593" y="2846793"/>
                  </a:lnTo>
                  <a:lnTo>
                    <a:pt x="2373686" y="2846793"/>
                  </a:lnTo>
                  <a:lnTo>
                    <a:pt x="2373779" y="2846793"/>
                  </a:lnTo>
                  <a:lnTo>
                    <a:pt x="2373872" y="2846793"/>
                  </a:lnTo>
                  <a:lnTo>
                    <a:pt x="2373966" y="2846793"/>
                  </a:lnTo>
                  <a:lnTo>
                    <a:pt x="2374059" y="2846793"/>
                  </a:lnTo>
                  <a:lnTo>
                    <a:pt x="2374152" y="2846793"/>
                  </a:lnTo>
                  <a:lnTo>
                    <a:pt x="2374245" y="2846793"/>
                  </a:lnTo>
                  <a:lnTo>
                    <a:pt x="2374339" y="2846793"/>
                  </a:lnTo>
                  <a:lnTo>
                    <a:pt x="2374432" y="2846793"/>
                  </a:lnTo>
                  <a:lnTo>
                    <a:pt x="2374525" y="2846793"/>
                  </a:lnTo>
                  <a:lnTo>
                    <a:pt x="2374618" y="2846793"/>
                  </a:lnTo>
                  <a:lnTo>
                    <a:pt x="2374712" y="2846793"/>
                  </a:lnTo>
                  <a:lnTo>
                    <a:pt x="2374805" y="2846793"/>
                  </a:lnTo>
                  <a:lnTo>
                    <a:pt x="2374898" y="2846793"/>
                  </a:lnTo>
                  <a:lnTo>
                    <a:pt x="2374991" y="2846793"/>
                  </a:lnTo>
                  <a:lnTo>
                    <a:pt x="2375085" y="2846793"/>
                  </a:lnTo>
                  <a:lnTo>
                    <a:pt x="2375178" y="2846793"/>
                  </a:lnTo>
                  <a:lnTo>
                    <a:pt x="2375271" y="2846793"/>
                  </a:lnTo>
                  <a:lnTo>
                    <a:pt x="2375364" y="2846793"/>
                  </a:lnTo>
                  <a:lnTo>
                    <a:pt x="2375458" y="2846793"/>
                  </a:lnTo>
                  <a:lnTo>
                    <a:pt x="2375551" y="2846793"/>
                  </a:lnTo>
                  <a:lnTo>
                    <a:pt x="2375644" y="2846793"/>
                  </a:lnTo>
                  <a:lnTo>
                    <a:pt x="2375737" y="2846793"/>
                  </a:lnTo>
                  <a:lnTo>
                    <a:pt x="2375831" y="2846793"/>
                  </a:lnTo>
                  <a:lnTo>
                    <a:pt x="2375924" y="2846793"/>
                  </a:lnTo>
                  <a:lnTo>
                    <a:pt x="2376017" y="2846793"/>
                  </a:lnTo>
                  <a:lnTo>
                    <a:pt x="2376110" y="2846793"/>
                  </a:lnTo>
                  <a:lnTo>
                    <a:pt x="2376204" y="2846793"/>
                  </a:lnTo>
                  <a:lnTo>
                    <a:pt x="2376297" y="2846793"/>
                  </a:lnTo>
                  <a:lnTo>
                    <a:pt x="2376390" y="2846793"/>
                  </a:lnTo>
                  <a:lnTo>
                    <a:pt x="2376483" y="2846793"/>
                  </a:lnTo>
                  <a:lnTo>
                    <a:pt x="2376577" y="2846793"/>
                  </a:lnTo>
                  <a:lnTo>
                    <a:pt x="2376670" y="2846793"/>
                  </a:lnTo>
                  <a:lnTo>
                    <a:pt x="2376763" y="2846793"/>
                  </a:lnTo>
                  <a:lnTo>
                    <a:pt x="2376856" y="2846793"/>
                  </a:lnTo>
                  <a:lnTo>
                    <a:pt x="2376856" y="2836839"/>
                  </a:lnTo>
                  <a:lnTo>
                    <a:pt x="2376950" y="2836839"/>
                  </a:lnTo>
                  <a:lnTo>
                    <a:pt x="2377043" y="2836839"/>
                  </a:lnTo>
                  <a:lnTo>
                    <a:pt x="2377136" y="2836839"/>
                  </a:lnTo>
                  <a:lnTo>
                    <a:pt x="2377229" y="2836839"/>
                  </a:lnTo>
                  <a:lnTo>
                    <a:pt x="2377323" y="2836839"/>
                  </a:lnTo>
                  <a:lnTo>
                    <a:pt x="2377416" y="2836839"/>
                  </a:lnTo>
                  <a:lnTo>
                    <a:pt x="2377509" y="2836839"/>
                  </a:lnTo>
                  <a:lnTo>
                    <a:pt x="2377602" y="2836839"/>
                  </a:lnTo>
                  <a:lnTo>
                    <a:pt x="2377696" y="2836839"/>
                  </a:lnTo>
                  <a:lnTo>
                    <a:pt x="2377789" y="2836839"/>
                  </a:lnTo>
                  <a:lnTo>
                    <a:pt x="2377882" y="2836839"/>
                  </a:lnTo>
                  <a:lnTo>
                    <a:pt x="2377975" y="2836839"/>
                  </a:lnTo>
                  <a:lnTo>
                    <a:pt x="2378069" y="2836839"/>
                  </a:lnTo>
                  <a:lnTo>
                    <a:pt x="2378162" y="2836839"/>
                  </a:lnTo>
                  <a:lnTo>
                    <a:pt x="2378255" y="2836839"/>
                  </a:lnTo>
                  <a:lnTo>
                    <a:pt x="2378348" y="2836839"/>
                  </a:lnTo>
                  <a:lnTo>
                    <a:pt x="2378442" y="2836839"/>
                  </a:lnTo>
                  <a:lnTo>
                    <a:pt x="2378535" y="2836839"/>
                  </a:lnTo>
                  <a:lnTo>
                    <a:pt x="2378628" y="2836839"/>
                  </a:lnTo>
                  <a:lnTo>
                    <a:pt x="2378721" y="2836839"/>
                  </a:lnTo>
                  <a:lnTo>
                    <a:pt x="2378815" y="2836839"/>
                  </a:lnTo>
                  <a:lnTo>
                    <a:pt x="2378908" y="2836839"/>
                  </a:lnTo>
                  <a:lnTo>
                    <a:pt x="2379001" y="2836839"/>
                  </a:lnTo>
                  <a:lnTo>
                    <a:pt x="2379094" y="2836839"/>
                  </a:lnTo>
                  <a:lnTo>
                    <a:pt x="2379188" y="2836839"/>
                  </a:lnTo>
                  <a:lnTo>
                    <a:pt x="2379281" y="2836839"/>
                  </a:lnTo>
                  <a:lnTo>
                    <a:pt x="2379374" y="2836839"/>
                  </a:lnTo>
                  <a:lnTo>
                    <a:pt x="2379467" y="2836839"/>
                  </a:lnTo>
                  <a:lnTo>
                    <a:pt x="2379561" y="2836839"/>
                  </a:lnTo>
                  <a:lnTo>
                    <a:pt x="2379654" y="2836839"/>
                  </a:lnTo>
                  <a:lnTo>
                    <a:pt x="2379747" y="2836839"/>
                  </a:lnTo>
                  <a:lnTo>
                    <a:pt x="2379840" y="2836839"/>
                  </a:lnTo>
                  <a:lnTo>
                    <a:pt x="2379933" y="2836839"/>
                  </a:lnTo>
                  <a:lnTo>
                    <a:pt x="2380027" y="2836839"/>
                  </a:lnTo>
                  <a:lnTo>
                    <a:pt x="2380120" y="2836839"/>
                  </a:lnTo>
                  <a:lnTo>
                    <a:pt x="2380213" y="2836839"/>
                  </a:lnTo>
                  <a:lnTo>
                    <a:pt x="2380306" y="2836839"/>
                  </a:lnTo>
                  <a:lnTo>
                    <a:pt x="2380400" y="2836839"/>
                  </a:lnTo>
                  <a:lnTo>
                    <a:pt x="2380493" y="2836839"/>
                  </a:lnTo>
                  <a:lnTo>
                    <a:pt x="2380586" y="2836839"/>
                  </a:lnTo>
                  <a:lnTo>
                    <a:pt x="2380586" y="2826885"/>
                  </a:lnTo>
                  <a:lnTo>
                    <a:pt x="2380679" y="2826885"/>
                  </a:lnTo>
                  <a:lnTo>
                    <a:pt x="2380773" y="2826885"/>
                  </a:lnTo>
                  <a:lnTo>
                    <a:pt x="2380866" y="2826885"/>
                  </a:lnTo>
                  <a:lnTo>
                    <a:pt x="2380959" y="2826885"/>
                  </a:lnTo>
                  <a:lnTo>
                    <a:pt x="2381052" y="2826885"/>
                  </a:lnTo>
                  <a:lnTo>
                    <a:pt x="2381146" y="2826885"/>
                  </a:lnTo>
                  <a:lnTo>
                    <a:pt x="2381239" y="2826885"/>
                  </a:lnTo>
                  <a:lnTo>
                    <a:pt x="2381332" y="2826885"/>
                  </a:lnTo>
                  <a:lnTo>
                    <a:pt x="2381425" y="2826885"/>
                  </a:lnTo>
                  <a:lnTo>
                    <a:pt x="2381519" y="2826885"/>
                  </a:lnTo>
                  <a:lnTo>
                    <a:pt x="2381612" y="2826885"/>
                  </a:lnTo>
                  <a:lnTo>
                    <a:pt x="2381705" y="2826885"/>
                  </a:lnTo>
                  <a:lnTo>
                    <a:pt x="2381798" y="2826885"/>
                  </a:lnTo>
                  <a:lnTo>
                    <a:pt x="2381892" y="2826885"/>
                  </a:lnTo>
                  <a:lnTo>
                    <a:pt x="2381985" y="2826885"/>
                  </a:lnTo>
                  <a:lnTo>
                    <a:pt x="2382078" y="2826885"/>
                  </a:lnTo>
                  <a:lnTo>
                    <a:pt x="2382171" y="2826885"/>
                  </a:lnTo>
                  <a:lnTo>
                    <a:pt x="2382265" y="2826885"/>
                  </a:lnTo>
                  <a:lnTo>
                    <a:pt x="2382358" y="2826885"/>
                  </a:lnTo>
                  <a:lnTo>
                    <a:pt x="2382451" y="2826885"/>
                  </a:lnTo>
                  <a:lnTo>
                    <a:pt x="2382544" y="2826885"/>
                  </a:lnTo>
                  <a:lnTo>
                    <a:pt x="2382638" y="2826885"/>
                  </a:lnTo>
                  <a:lnTo>
                    <a:pt x="2382731" y="2826885"/>
                  </a:lnTo>
                  <a:lnTo>
                    <a:pt x="2382824" y="2826885"/>
                  </a:lnTo>
                  <a:lnTo>
                    <a:pt x="2382917" y="2826885"/>
                  </a:lnTo>
                  <a:lnTo>
                    <a:pt x="2383011" y="2826885"/>
                  </a:lnTo>
                  <a:lnTo>
                    <a:pt x="2383104" y="2826885"/>
                  </a:lnTo>
                  <a:lnTo>
                    <a:pt x="2383197" y="2826885"/>
                  </a:lnTo>
                  <a:lnTo>
                    <a:pt x="2383290" y="2826885"/>
                  </a:lnTo>
                  <a:lnTo>
                    <a:pt x="2383384" y="2826885"/>
                  </a:lnTo>
                  <a:lnTo>
                    <a:pt x="2383477" y="2826885"/>
                  </a:lnTo>
                  <a:lnTo>
                    <a:pt x="2383570" y="2826885"/>
                  </a:lnTo>
                  <a:lnTo>
                    <a:pt x="2383663" y="2826885"/>
                  </a:lnTo>
                  <a:lnTo>
                    <a:pt x="2383757" y="2826885"/>
                  </a:lnTo>
                  <a:lnTo>
                    <a:pt x="2383850" y="2826885"/>
                  </a:lnTo>
                  <a:lnTo>
                    <a:pt x="2383943" y="2826885"/>
                  </a:lnTo>
                  <a:lnTo>
                    <a:pt x="2384036" y="2826885"/>
                  </a:lnTo>
                  <a:lnTo>
                    <a:pt x="2384130" y="2826885"/>
                  </a:lnTo>
                  <a:lnTo>
                    <a:pt x="2384223" y="2826885"/>
                  </a:lnTo>
                  <a:lnTo>
                    <a:pt x="2384316" y="2826885"/>
                  </a:lnTo>
                  <a:lnTo>
                    <a:pt x="2384409" y="2826885"/>
                  </a:lnTo>
                  <a:lnTo>
                    <a:pt x="2384503" y="2826885"/>
                  </a:lnTo>
                  <a:lnTo>
                    <a:pt x="2384596" y="2826885"/>
                  </a:lnTo>
                  <a:lnTo>
                    <a:pt x="2384689" y="2826885"/>
                  </a:lnTo>
                  <a:lnTo>
                    <a:pt x="2384782" y="2826885"/>
                  </a:lnTo>
                  <a:lnTo>
                    <a:pt x="2384876" y="2826885"/>
                  </a:lnTo>
                  <a:lnTo>
                    <a:pt x="2384969" y="2826885"/>
                  </a:lnTo>
                  <a:lnTo>
                    <a:pt x="2385062" y="2826885"/>
                  </a:lnTo>
                  <a:lnTo>
                    <a:pt x="2385155" y="2826885"/>
                  </a:lnTo>
                  <a:lnTo>
                    <a:pt x="2385249" y="2826885"/>
                  </a:lnTo>
                  <a:lnTo>
                    <a:pt x="2385342" y="2826885"/>
                  </a:lnTo>
                  <a:lnTo>
                    <a:pt x="2385435" y="2826885"/>
                  </a:lnTo>
                  <a:lnTo>
                    <a:pt x="2385528" y="2826885"/>
                  </a:lnTo>
                  <a:lnTo>
                    <a:pt x="2385622" y="2826885"/>
                  </a:lnTo>
                  <a:lnTo>
                    <a:pt x="2385715" y="2826885"/>
                  </a:lnTo>
                  <a:lnTo>
                    <a:pt x="2385808" y="2826885"/>
                  </a:lnTo>
                  <a:lnTo>
                    <a:pt x="2385901" y="2826885"/>
                  </a:lnTo>
                  <a:lnTo>
                    <a:pt x="2385995" y="2826885"/>
                  </a:lnTo>
                  <a:lnTo>
                    <a:pt x="2386088" y="2826885"/>
                  </a:lnTo>
                  <a:lnTo>
                    <a:pt x="2386181" y="2826885"/>
                  </a:lnTo>
                  <a:lnTo>
                    <a:pt x="2386274" y="2826885"/>
                  </a:lnTo>
                  <a:lnTo>
                    <a:pt x="2386368" y="2826885"/>
                  </a:lnTo>
                  <a:lnTo>
                    <a:pt x="2386461" y="2826885"/>
                  </a:lnTo>
                  <a:lnTo>
                    <a:pt x="2386554" y="2826885"/>
                  </a:lnTo>
                  <a:lnTo>
                    <a:pt x="2386647" y="2826885"/>
                  </a:lnTo>
                  <a:lnTo>
                    <a:pt x="2386740" y="2826885"/>
                  </a:lnTo>
                  <a:lnTo>
                    <a:pt x="2386834" y="2826885"/>
                  </a:lnTo>
                  <a:lnTo>
                    <a:pt x="2386927" y="2826885"/>
                  </a:lnTo>
                  <a:lnTo>
                    <a:pt x="2387020" y="2826885"/>
                  </a:lnTo>
                  <a:lnTo>
                    <a:pt x="2387113" y="2826885"/>
                  </a:lnTo>
                  <a:lnTo>
                    <a:pt x="2387207" y="2826885"/>
                  </a:lnTo>
                  <a:lnTo>
                    <a:pt x="2387300" y="2826885"/>
                  </a:lnTo>
                  <a:lnTo>
                    <a:pt x="2387393" y="2826885"/>
                  </a:lnTo>
                  <a:lnTo>
                    <a:pt x="2387486" y="2826885"/>
                  </a:lnTo>
                  <a:lnTo>
                    <a:pt x="2387580" y="2826885"/>
                  </a:lnTo>
                  <a:lnTo>
                    <a:pt x="2387673" y="2826885"/>
                  </a:lnTo>
                  <a:lnTo>
                    <a:pt x="2387766" y="2826885"/>
                  </a:lnTo>
                  <a:lnTo>
                    <a:pt x="2387859" y="2826885"/>
                  </a:lnTo>
                  <a:lnTo>
                    <a:pt x="2387953" y="2826885"/>
                  </a:lnTo>
                  <a:lnTo>
                    <a:pt x="2388046" y="2826885"/>
                  </a:lnTo>
                  <a:lnTo>
                    <a:pt x="2388139" y="2826885"/>
                  </a:lnTo>
                  <a:lnTo>
                    <a:pt x="2388232" y="2826885"/>
                  </a:lnTo>
                  <a:lnTo>
                    <a:pt x="2388326" y="2826885"/>
                  </a:lnTo>
                  <a:lnTo>
                    <a:pt x="2388419" y="2826885"/>
                  </a:lnTo>
                  <a:lnTo>
                    <a:pt x="2388512" y="2826885"/>
                  </a:lnTo>
                  <a:lnTo>
                    <a:pt x="2388605" y="2826885"/>
                  </a:lnTo>
                  <a:lnTo>
                    <a:pt x="2388699" y="2826885"/>
                  </a:lnTo>
                  <a:lnTo>
                    <a:pt x="2388792" y="2826885"/>
                  </a:lnTo>
                  <a:lnTo>
                    <a:pt x="2388885" y="2826885"/>
                  </a:lnTo>
                  <a:lnTo>
                    <a:pt x="2388978" y="2826885"/>
                  </a:lnTo>
                  <a:lnTo>
                    <a:pt x="2389072" y="2826885"/>
                  </a:lnTo>
                  <a:lnTo>
                    <a:pt x="2389165" y="2826885"/>
                  </a:lnTo>
                  <a:lnTo>
                    <a:pt x="2389258" y="2826885"/>
                  </a:lnTo>
                  <a:lnTo>
                    <a:pt x="2389351" y="2826885"/>
                  </a:lnTo>
                  <a:lnTo>
                    <a:pt x="2389445" y="2826885"/>
                  </a:lnTo>
                  <a:lnTo>
                    <a:pt x="2389538" y="2826885"/>
                  </a:lnTo>
                  <a:lnTo>
                    <a:pt x="2389631" y="2826885"/>
                  </a:lnTo>
                  <a:lnTo>
                    <a:pt x="2389724" y="2826885"/>
                  </a:lnTo>
                  <a:lnTo>
                    <a:pt x="2389818" y="2826885"/>
                  </a:lnTo>
                  <a:lnTo>
                    <a:pt x="2389911" y="2826885"/>
                  </a:lnTo>
                  <a:lnTo>
                    <a:pt x="2390004" y="2826885"/>
                  </a:lnTo>
                  <a:lnTo>
                    <a:pt x="2390097" y="2826885"/>
                  </a:lnTo>
                  <a:lnTo>
                    <a:pt x="2390191" y="2826885"/>
                  </a:lnTo>
                  <a:lnTo>
                    <a:pt x="2390284" y="2826885"/>
                  </a:lnTo>
                  <a:lnTo>
                    <a:pt x="2390377" y="2826885"/>
                  </a:lnTo>
                  <a:lnTo>
                    <a:pt x="2390470" y="2826885"/>
                  </a:lnTo>
                  <a:lnTo>
                    <a:pt x="2390564" y="2826885"/>
                  </a:lnTo>
                  <a:lnTo>
                    <a:pt x="2390657" y="2826885"/>
                  </a:lnTo>
                  <a:lnTo>
                    <a:pt x="2390750" y="2826885"/>
                  </a:lnTo>
                  <a:lnTo>
                    <a:pt x="2390843" y="2826885"/>
                  </a:lnTo>
                  <a:lnTo>
                    <a:pt x="2390937" y="2826885"/>
                  </a:lnTo>
                  <a:lnTo>
                    <a:pt x="2391030" y="2826885"/>
                  </a:lnTo>
                  <a:lnTo>
                    <a:pt x="2391123" y="2826885"/>
                  </a:lnTo>
                  <a:lnTo>
                    <a:pt x="2391216" y="2826885"/>
                  </a:lnTo>
                  <a:lnTo>
                    <a:pt x="2391310" y="2826885"/>
                  </a:lnTo>
                  <a:lnTo>
                    <a:pt x="2391403" y="2826885"/>
                  </a:lnTo>
                  <a:lnTo>
                    <a:pt x="2391496" y="2826885"/>
                  </a:lnTo>
                  <a:lnTo>
                    <a:pt x="2391589" y="2826885"/>
                  </a:lnTo>
                  <a:lnTo>
                    <a:pt x="2391683" y="2826885"/>
                  </a:lnTo>
                  <a:lnTo>
                    <a:pt x="2391776" y="2826885"/>
                  </a:lnTo>
                  <a:lnTo>
                    <a:pt x="2391869" y="2826885"/>
                  </a:lnTo>
                  <a:lnTo>
                    <a:pt x="2391962" y="2826885"/>
                  </a:lnTo>
                  <a:lnTo>
                    <a:pt x="2392056" y="2826885"/>
                  </a:lnTo>
                  <a:lnTo>
                    <a:pt x="2392149" y="2826885"/>
                  </a:lnTo>
                  <a:lnTo>
                    <a:pt x="2392242" y="2826885"/>
                  </a:lnTo>
                  <a:lnTo>
                    <a:pt x="2392335" y="2826885"/>
                  </a:lnTo>
                  <a:lnTo>
                    <a:pt x="2392429" y="2826885"/>
                  </a:lnTo>
                  <a:lnTo>
                    <a:pt x="2392522" y="2826885"/>
                  </a:lnTo>
                  <a:lnTo>
                    <a:pt x="2392615" y="2826885"/>
                  </a:lnTo>
                  <a:lnTo>
                    <a:pt x="2392708" y="2826885"/>
                  </a:lnTo>
                  <a:lnTo>
                    <a:pt x="2392802" y="2826885"/>
                  </a:lnTo>
                  <a:lnTo>
                    <a:pt x="2392895" y="2826885"/>
                  </a:lnTo>
                  <a:lnTo>
                    <a:pt x="2392988" y="2826885"/>
                  </a:lnTo>
                  <a:lnTo>
                    <a:pt x="2393081" y="2826885"/>
                  </a:lnTo>
                  <a:lnTo>
                    <a:pt x="2393175" y="2826885"/>
                  </a:lnTo>
                  <a:lnTo>
                    <a:pt x="2393268" y="2826885"/>
                  </a:lnTo>
                  <a:lnTo>
                    <a:pt x="2393361" y="2826885"/>
                  </a:lnTo>
                  <a:lnTo>
                    <a:pt x="2393454" y="2826885"/>
                  </a:lnTo>
                  <a:lnTo>
                    <a:pt x="2393547" y="2826885"/>
                  </a:lnTo>
                  <a:lnTo>
                    <a:pt x="2393641" y="2826885"/>
                  </a:lnTo>
                  <a:lnTo>
                    <a:pt x="2393641" y="2816931"/>
                  </a:lnTo>
                  <a:lnTo>
                    <a:pt x="2393734" y="2816931"/>
                  </a:lnTo>
                  <a:lnTo>
                    <a:pt x="2393827" y="2816931"/>
                  </a:lnTo>
                  <a:lnTo>
                    <a:pt x="2393920" y="2816931"/>
                  </a:lnTo>
                  <a:lnTo>
                    <a:pt x="2394014" y="2816931"/>
                  </a:lnTo>
                  <a:lnTo>
                    <a:pt x="2394107" y="2816931"/>
                  </a:lnTo>
                  <a:lnTo>
                    <a:pt x="2394200" y="2816931"/>
                  </a:lnTo>
                  <a:lnTo>
                    <a:pt x="2394293" y="2816931"/>
                  </a:lnTo>
                  <a:lnTo>
                    <a:pt x="2394387" y="2816931"/>
                  </a:lnTo>
                  <a:lnTo>
                    <a:pt x="2394480" y="2816931"/>
                  </a:lnTo>
                  <a:lnTo>
                    <a:pt x="2394573" y="2816931"/>
                  </a:lnTo>
                  <a:lnTo>
                    <a:pt x="2394666" y="2816931"/>
                  </a:lnTo>
                  <a:lnTo>
                    <a:pt x="2394760" y="2816931"/>
                  </a:lnTo>
                  <a:lnTo>
                    <a:pt x="2394853" y="2816931"/>
                  </a:lnTo>
                  <a:lnTo>
                    <a:pt x="2394946" y="2816931"/>
                  </a:lnTo>
                  <a:lnTo>
                    <a:pt x="2395039" y="2816931"/>
                  </a:lnTo>
                  <a:lnTo>
                    <a:pt x="2395133" y="2816931"/>
                  </a:lnTo>
                  <a:lnTo>
                    <a:pt x="2395226" y="2816931"/>
                  </a:lnTo>
                  <a:lnTo>
                    <a:pt x="2395319" y="2816931"/>
                  </a:lnTo>
                  <a:lnTo>
                    <a:pt x="2395412" y="2816931"/>
                  </a:lnTo>
                  <a:lnTo>
                    <a:pt x="2395506" y="2816931"/>
                  </a:lnTo>
                  <a:lnTo>
                    <a:pt x="2395599" y="2816931"/>
                  </a:lnTo>
                  <a:lnTo>
                    <a:pt x="2395692" y="2816931"/>
                  </a:lnTo>
                  <a:lnTo>
                    <a:pt x="2395785" y="2816931"/>
                  </a:lnTo>
                  <a:lnTo>
                    <a:pt x="2395879" y="2816931"/>
                  </a:lnTo>
                  <a:lnTo>
                    <a:pt x="2395972" y="2816931"/>
                  </a:lnTo>
                  <a:lnTo>
                    <a:pt x="2396065" y="2816931"/>
                  </a:lnTo>
                  <a:lnTo>
                    <a:pt x="2396158" y="2816931"/>
                  </a:lnTo>
                  <a:lnTo>
                    <a:pt x="2396252" y="2816931"/>
                  </a:lnTo>
                  <a:lnTo>
                    <a:pt x="2396345" y="2816931"/>
                  </a:lnTo>
                  <a:lnTo>
                    <a:pt x="2396438" y="2816931"/>
                  </a:lnTo>
                  <a:lnTo>
                    <a:pt x="2396531" y="2816931"/>
                  </a:lnTo>
                  <a:lnTo>
                    <a:pt x="2396625" y="2816931"/>
                  </a:lnTo>
                  <a:lnTo>
                    <a:pt x="2396718" y="2816931"/>
                  </a:lnTo>
                  <a:lnTo>
                    <a:pt x="2396811" y="2816931"/>
                  </a:lnTo>
                  <a:lnTo>
                    <a:pt x="2396904" y="2816931"/>
                  </a:lnTo>
                  <a:lnTo>
                    <a:pt x="2396998" y="2816931"/>
                  </a:lnTo>
                  <a:lnTo>
                    <a:pt x="2397091" y="2816931"/>
                  </a:lnTo>
                  <a:lnTo>
                    <a:pt x="2397184" y="2816931"/>
                  </a:lnTo>
                  <a:lnTo>
                    <a:pt x="2397277" y="2816931"/>
                  </a:lnTo>
                  <a:lnTo>
                    <a:pt x="2397371" y="2816931"/>
                  </a:lnTo>
                  <a:lnTo>
                    <a:pt x="2397464" y="2816931"/>
                  </a:lnTo>
                  <a:lnTo>
                    <a:pt x="2397557" y="2816931"/>
                  </a:lnTo>
                  <a:lnTo>
                    <a:pt x="2397650" y="2816931"/>
                  </a:lnTo>
                  <a:lnTo>
                    <a:pt x="2397744" y="2816931"/>
                  </a:lnTo>
                  <a:lnTo>
                    <a:pt x="2397837" y="2816931"/>
                  </a:lnTo>
                  <a:lnTo>
                    <a:pt x="2397930" y="2816931"/>
                  </a:lnTo>
                  <a:lnTo>
                    <a:pt x="2398023" y="2816931"/>
                  </a:lnTo>
                  <a:lnTo>
                    <a:pt x="2398117" y="2816931"/>
                  </a:lnTo>
                  <a:lnTo>
                    <a:pt x="2398210" y="2816931"/>
                  </a:lnTo>
                  <a:lnTo>
                    <a:pt x="2398303" y="2816931"/>
                  </a:lnTo>
                  <a:lnTo>
                    <a:pt x="2398396" y="2816931"/>
                  </a:lnTo>
                  <a:lnTo>
                    <a:pt x="2398490" y="2816931"/>
                  </a:lnTo>
                  <a:lnTo>
                    <a:pt x="2398583" y="2816931"/>
                  </a:lnTo>
                  <a:lnTo>
                    <a:pt x="2398676" y="2816931"/>
                  </a:lnTo>
                  <a:lnTo>
                    <a:pt x="2398769" y="2816931"/>
                  </a:lnTo>
                  <a:lnTo>
                    <a:pt x="2398863" y="2816931"/>
                  </a:lnTo>
                  <a:lnTo>
                    <a:pt x="2398956" y="2816931"/>
                  </a:lnTo>
                  <a:lnTo>
                    <a:pt x="2399049" y="2816931"/>
                  </a:lnTo>
                  <a:lnTo>
                    <a:pt x="2399142" y="2816931"/>
                  </a:lnTo>
                  <a:lnTo>
                    <a:pt x="2399236" y="2816931"/>
                  </a:lnTo>
                  <a:lnTo>
                    <a:pt x="2399329" y="2816931"/>
                  </a:lnTo>
                  <a:lnTo>
                    <a:pt x="2399422" y="2816931"/>
                  </a:lnTo>
                  <a:lnTo>
                    <a:pt x="2399515" y="2816931"/>
                  </a:lnTo>
                  <a:lnTo>
                    <a:pt x="2399609" y="2816931"/>
                  </a:lnTo>
                  <a:lnTo>
                    <a:pt x="2399702" y="2816931"/>
                  </a:lnTo>
                  <a:lnTo>
                    <a:pt x="2399795" y="2816931"/>
                  </a:lnTo>
                  <a:lnTo>
                    <a:pt x="2399888" y="2816931"/>
                  </a:lnTo>
                  <a:lnTo>
                    <a:pt x="2399982" y="2816931"/>
                  </a:lnTo>
                  <a:lnTo>
                    <a:pt x="2400075" y="2816931"/>
                  </a:lnTo>
                  <a:lnTo>
                    <a:pt x="2400168" y="2816931"/>
                  </a:lnTo>
                  <a:lnTo>
                    <a:pt x="2400261" y="2816931"/>
                  </a:lnTo>
                  <a:lnTo>
                    <a:pt x="2400355" y="2816931"/>
                  </a:lnTo>
                  <a:lnTo>
                    <a:pt x="2400448" y="2816931"/>
                  </a:lnTo>
                  <a:lnTo>
                    <a:pt x="2400541" y="2816931"/>
                  </a:lnTo>
                  <a:lnTo>
                    <a:pt x="2400634" y="2816931"/>
                  </a:lnTo>
                  <a:lnTo>
                    <a:pt x="2400727" y="2816931"/>
                  </a:lnTo>
                  <a:lnTo>
                    <a:pt x="2400821" y="2816931"/>
                  </a:lnTo>
                  <a:lnTo>
                    <a:pt x="2400914" y="2816931"/>
                  </a:lnTo>
                  <a:lnTo>
                    <a:pt x="2401007" y="2816931"/>
                  </a:lnTo>
                  <a:lnTo>
                    <a:pt x="2401100" y="2816931"/>
                  </a:lnTo>
                  <a:lnTo>
                    <a:pt x="2401194" y="2816931"/>
                  </a:lnTo>
                  <a:lnTo>
                    <a:pt x="2401287" y="2816931"/>
                  </a:lnTo>
                  <a:lnTo>
                    <a:pt x="2401380" y="2816931"/>
                  </a:lnTo>
                  <a:lnTo>
                    <a:pt x="2401473" y="2816931"/>
                  </a:lnTo>
                  <a:lnTo>
                    <a:pt x="2401567" y="2816931"/>
                  </a:lnTo>
                  <a:lnTo>
                    <a:pt x="2401660" y="2816931"/>
                  </a:lnTo>
                  <a:lnTo>
                    <a:pt x="2401753" y="2816931"/>
                  </a:lnTo>
                  <a:lnTo>
                    <a:pt x="2401846" y="2816931"/>
                  </a:lnTo>
                  <a:lnTo>
                    <a:pt x="2401940" y="2816931"/>
                  </a:lnTo>
                  <a:lnTo>
                    <a:pt x="2402033" y="2816931"/>
                  </a:lnTo>
                  <a:lnTo>
                    <a:pt x="2402126" y="2816931"/>
                  </a:lnTo>
                  <a:lnTo>
                    <a:pt x="2402219" y="2816931"/>
                  </a:lnTo>
                  <a:lnTo>
                    <a:pt x="2402313" y="2816931"/>
                  </a:lnTo>
                  <a:lnTo>
                    <a:pt x="2402406" y="2816931"/>
                  </a:lnTo>
                  <a:lnTo>
                    <a:pt x="2402499" y="2816931"/>
                  </a:lnTo>
                  <a:lnTo>
                    <a:pt x="2402592" y="2816931"/>
                  </a:lnTo>
                  <a:lnTo>
                    <a:pt x="2402686" y="2816931"/>
                  </a:lnTo>
                  <a:lnTo>
                    <a:pt x="2402779" y="2816931"/>
                  </a:lnTo>
                  <a:lnTo>
                    <a:pt x="2402872" y="2816931"/>
                  </a:lnTo>
                  <a:lnTo>
                    <a:pt x="2402965" y="2816931"/>
                  </a:lnTo>
                  <a:lnTo>
                    <a:pt x="2403059" y="2816931"/>
                  </a:lnTo>
                  <a:lnTo>
                    <a:pt x="2403152" y="2816931"/>
                  </a:lnTo>
                  <a:lnTo>
                    <a:pt x="2403245" y="2816931"/>
                  </a:lnTo>
                  <a:lnTo>
                    <a:pt x="2403338" y="2816931"/>
                  </a:lnTo>
                  <a:lnTo>
                    <a:pt x="2403432" y="2816931"/>
                  </a:lnTo>
                  <a:lnTo>
                    <a:pt x="2403525" y="2816931"/>
                  </a:lnTo>
                  <a:lnTo>
                    <a:pt x="2403618" y="2816931"/>
                  </a:lnTo>
                  <a:lnTo>
                    <a:pt x="2403711" y="2816931"/>
                  </a:lnTo>
                  <a:lnTo>
                    <a:pt x="2403805" y="2816931"/>
                  </a:lnTo>
                  <a:lnTo>
                    <a:pt x="2403898" y="2816931"/>
                  </a:lnTo>
                  <a:lnTo>
                    <a:pt x="2403991" y="2816931"/>
                  </a:lnTo>
                  <a:lnTo>
                    <a:pt x="2404084" y="2816931"/>
                  </a:lnTo>
                  <a:lnTo>
                    <a:pt x="2404178" y="2816931"/>
                  </a:lnTo>
                  <a:lnTo>
                    <a:pt x="2404271" y="2816931"/>
                  </a:lnTo>
                  <a:lnTo>
                    <a:pt x="2404364" y="2816931"/>
                  </a:lnTo>
                  <a:lnTo>
                    <a:pt x="2404457" y="2816931"/>
                  </a:lnTo>
                  <a:lnTo>
                    <a:pt x="2404551" y="2816931"/>
                  </a:lnTo>
                  <a:lnTo>
                    <a:pt x="2404644" y="2816931"/>
                  </a:lnTo>
                  <a:lnTo>
                    <a:pt x="2404737" y="2816931"/>
                  </a:lnTo>
                  <a:lnTo>
                    <a:pt x="2404830" y="2816931"/>
                  </a:lnTo>
                  <a:lnTo>
                    <a:pt x="2404830" y="2806977"/>
                  </a:lnTo>
                  <a:lnTo>
                    <a:pt x="2404924" y="2806977"/>
                  </a:lnTo>
                  <a:lnTo>
                    <a:pt x="2405017" y="2806977"/>
                  </a:lnTo>
                  <a:lnTo>
                    <a:pt x="2405110" y="2806977"/>
                  </a:lnTo>
                  <a:lnTo>
                    <a:pt x="2405203" y="2806977"/>
                  </a:lnTo>
                  <a:lnTo>
                    <a:pt x="2405297" y="2806977"/>
                  </a:lnTo>
                  <a:lnTo>
                    <a:pt x="2405390" y="2806977"/>
                  </a:lnTo>
                  <a:lnTo>
                    <a:pt x="2405483" y="2806977"/>
                  </a:lnTo>
                  <a:lnTo>
                    <a:pt x="2405576" y="2806977"/>
                  </a:lnTo>
                  <a:lnTo>
                    <a:pt x="2405670" y="2806977"/>
                  </a:lnTo>
                  <a:lnTo>
                    <a:pt x="2405763" y="2806977"/>
                  </a:lnTo>
                  <a:lnTo>
                    <a:pt x="2405856" y="2806977"/>
                  </a:lnTo>
                  <a:lnTo>
                    <a:pt x="2405949" y="2806977"/>
                  </a:lnTo>
                  <a:lnTo>
                    <a:pt x="2406043" y="2806977"/>
                  </a:lnTo>
                  <a:lnTo>
                    <a:pt x="2406136" y="2806977"/>
                  </a:lnTo>
                  <a:lnTo>
                    <a:pt x="2406229" y="2806977"/>
                  </a:lnTo>
                  <a:lnTo>
                    <a:pt x="2406322" y="2806977"/>
                  </a:lnTo>
                  <a:lnTo>
                    <a:pt x="2406416" y="2806977"/>
                  </a:lnTo>
                  <a:lnTo>
                    <a:pt x="2406509" y="2806977"/>
                  </a:lnTo>
                  <a:lnTo>
                    <a:pt x="2406602" y="2806977"/>
                  </a:lnTo>
                  <a:lnTo>
                    <a:pt x="2406695" y="2806977"/>
                  </a:lnTo>
                  <a:lnTo>
                    <a:pt x="2406789" y="2806977"/>
                  </a:lnTo>
                  <a:lnTo>
                    <a:pt x="2406882" y="2806977"/>
                  </a:lnTo>
                  <a:lnTo>
                    <a:pt x="2406975" y="2806977"/>
                  </a:lnTo>
                  <a:lnTo>
                    <a:pt x="2407068" y="2806977"/>
                  </a:lnTo>
                  <a:lnTo>
                    <a:pt x="2407162" y="2806977"/>
                  </a:lnTo>
                  <a:lnTo>
                    <a:pt x="2407255" y="2806977"/>
                  </a:lnTo>
                  <a:lnTo>
                    <a:pt x="2407348" y="2806977"/>
                  </a:lnTo>
                  <a:lnTo>
                    <a:pt x="2407441" y="2806977"/>
                  </a:lnTo>
                  <a:lnTo>
                    <a:pt x="2407534" y="2806977"/>
                  </a:lnTo>
                  <a:lnTo>
                    <a:pt x="2407628" y="2806977"/>
                  </a:lnTo>
                  <a:lnTo>
                    <a:pt x="2407721" y="2806977"/>
                  </a:lnTo>
                  <a:lnTo>
                    <a:pt x="2407814" y="2806977"/>
                  </a:lnTo>
                  <a:lnTo>
                    <a:pt x="2407907" y="2806977"/>
                  </a:lnTo>
                  <a:lnTo>
                    <a:pt x="2408001" y="2806977"/>
                  </a:lnTo>
                  <a:lnTo>
                    <a:pt x="2408094" y="2806977"/>
                  </a:lnTo>
                  <a:lnTo>
                    <a:pt x="2408187" y="2806977"/>
                  </a:lnTo>
                  <a:lnTo>
                    <a:pt x="2408280" y="2806977"/>
                  </a:lnTo>
                  <a:lnTo>
                    <a:pt x="2408374" y="2806977"/>
                  </a:lnTo>
                  <a:lnTo>
                    <a:pt x="2408467" y="2806977"/>
                  </a:lnTo>
                  <a:lnTo>
                    <a:pt x="2408560" y="2806977"/>
                  </a:lnTo>
                  <a:lnTo>
                    <a:pt x="2408653" y="2806977"/>
                  </a:lnTo>
                  <a:lnTo>
                    <a:pt x="2408747" y="2806977"/>
                  </a:lnTo>
                  <a:lnTo>
                    <a:pt x="2408840" y="2806977"/>
                  </a:lnTo>
                  <a:lnTo>
                    <a:pt x="2408933" y="2806977"/>
                  </a:lnTo>
                  <a:lnTo>
                    <a:pt x="2409026" y="2806977"/>
                  </a:lnTo>
                  <a:lnTo>
                    <a:pt x="2409120" y="2806977"/>
                  </a:lnTo>
                  <a:lnTo>
                    <a:pt x="2409213" y="2806977"/>
                  </a:lnTo>
                  <a:lnTo>
                    <a:pt x="2409306" y="2806977"/>
                  </a:lnTo>
                  <a:lnTo>
                    <a:pt x="2409399" y="2806977"/>
                  </a:lnTo>
                  <a:lnTo>
                    <a:pt x="2409493" y="2806977"/>
                  </a:lnTo>
                  <a:lnTo>
                    <a:pt x="2409586" y="2806977"/>
                  </a:lnTo>
                  <a:lnTo>
                    <a:pt x="2409679" y="2806977"/>
                  </a:lnTo>
                  <a:lnTo>
                    <a:pt x="2409772" y="2806977"/>
                  </a:lnTo>
                  <a:lnTo>
                    <a:pt x="2409866" y="2806977"/>
                  </a:lnTo>
                  <a:lnTo>
                    <a:pt x="2409959" y="2806977"/>
                  </a:lnTo>
                  <a:lnTo>
                    <a:pt x="2410052" y="2806977"/>
                  </a:lnTo>
                  <a:lnTo>
                    <a:pt x="2410145" y="2806977"/>
                  </a:lnTo>
                  <a:lnTo>
                    <a:pt x="2410239" y="2806977"/>
                  </a:lnTo>
                  <a:lnTo>
                    <a:pt x="2410332" y="2806977"/>
                  </a:lnTo>
                  <a:lnTo>
                    <a:pt x="2410425" y="2806977"/>
                  </a:lnTo>
                  <a:lnTo>
                    <a:pt x="2410518" y="2806977"/>
                  </a:lnTo>
                  <a:lnTo>
                    <a:pt x="2410612" y="2806977"/>
                  </a:lnTo>
                  <a:lnTo>
                    <a:pt x="2410705" y="2806977"/>
                  </a:lnTo>
                  <a:lnTo>
                    <a:pt x="2410798" y="2806977"/>
                  </a:lnTo>
                  <a:lnTo>
                    <a:pt x="2410891" y="2806977"/>
                  </a:lnTo>
                  <a:lnTo>
                    <a:pt x="2410985" y="2806977"/>
                  </a:lnTo>
                  <a:lnTo>
                    <a:pt x="2411078" y="2806977"/>
                  </a:lnTo>
                  <a:lnTo>
                    <a:pt x="2411171" y="2806977"/>
                  </a:lnTo>
                  <a:lnTo>
                    <a:pt x="2411264" y="2806977"/>
                  </a:lnTo>
                  <a:lnTo>
                    <a:pt x="2411358" y="2806977"/>
                  </a:lnTo>
                  <a:lnTo>
                    <a:pt x="2411451" y="2806977"/>
                  </a:lnTo>
                  <a:lnTo>
                    <a:pt x="2411544" y="2806977"/>
                  </a:lnTo>
                  <a:lnTo>
                    <a:pt x="2411637" y="2806977"/>
                  </a:lnTo>
                  <a:lnTo>
                    <a:pt x="2411731" y="2806977"/>
                  </a:lnTo>
                  <a:lnTo>
                    <a:pt x="2411824" y="2806977"/>
                  </a:lnTo>
                  <a:lnTo>
                    <a:pt x="2411917" y="2806977"/>
                  </a:lnTo>
                  <a:lnTo>
                    <a:pt x="2412010" y="2806977"/>
                  </a:lnTo>
                  <a:lnTo>
                    <a:pt x="2412104" y="2806977"/>
                  </a:lnTo>
                  <a:lnTo>
                    <a:pt x="2412197" y="2806977"/>
                  </a:lnTo>
                  <a:lnTo>
                    <a:pt x="2412290" y="2806977"/>
                  </a:lnTo>
                  <a:lnTo>
                    <a:pt x="2412383" y="2806977"/>
                  </a:lnTo>
                  <a:lnTo>
                    <a:pt x="2412477" y="2806977"/>
                  </a:lnTo>
                  <a:lnTo>
                    <a:pt x="2412570" y="2806977"/>
                  </a:lnTo>
                  <a:lnTo>
                    <a:pt x="2412663" y="2806977"/>
                  </a:lnTo>
                  <a:lnTo>
                    <a:pt x="2412756" y="2806977"/>
                  </a:lnTo>
                  <a:lnTo>
                    <a:pt x="2412850" y="2806977"/>
                  </a:lnTo>
                  <a:lnTo>
                    <a:pt x="2412943" y="2806977"/>
                  </a:lnTo>
                  <a:lnTo>
                    <a:pt x="2413036" y="2806977"/>
                  </a:lnTo>
                  <a:lnTo>
                    <a:pt x="2413129" y="2806977"/>
                  </a:lnTo>
                  <a:lnTo>
                    <a:pt x="2413223" y="2806977"/>
                  </a:lnTo>
                  <a:lnTo>
                    <a:pt x="2413316" y="2806977"/>
                  </a:lnTo>
                  <a:lnTo>
                    <a:pt x="2413409" y="2806977"/>
                  </a:lnTo>
                  <a:lnTo>
                    <a:pt x="2413502" y="2806977"/>
                  </a:lnTo>
                  <a:lnTo>
                    <a:pt x="2413596" y="2806977"/>
                  </a:lnTo>
                  <a:lnTo>
                    <a:pt x="2413689" y="2806977"/>
                  </a:lnTo>
                  <a:lnTo>
                    <a:pt x="2413782" y="2806977"/>
                  </a:lnTo>
                  <a:lnTo>
                    <a:pt x="2413875" y="2806977"/>
                  </a:lnTo>
                  <a:lnTo>
                    <a:pt x="2413969" y="2806977"/>
                  </a:lnTo>
                  <a:lnTo>
                    <a:pt x="2414062" y="2806977"/>
                  </a:lnTo>
                  <a:lnTo>
                    <a:pt x="2414155" y="2806977"/>
                  </a:lnTo>
                  <a:lnTo>
                    <a:pt x="2414248" y="2806977"/>
                  </a:lnTo>
                  <a:lnTo>
                    <a:pt x="2414342" y="2806977"/>
                  </a:lnTo>
                  <a:lnTo>
                    <a:pt x="2414435" y="2806977"/>
                  </a:lnTo>
                  <a:lnTo>
                    <a:pt x="2414528" y="2806977"/>
                  </a:lnTo>
                  <a:lnTo>
                    <a:pt x="2414621" y="2806977"/>
                  </a:lnTo>
                  <a:lnTo>
                    <a:pt x="2414714" y="2806977"/>
                  </a:lnTo>
                  <a:lnTo>
                    <a:pt x="2414808" y="2806977"/>
                  </a:lnTo>
                  <a:lnTo>
                    <a:pt x="2414901" y="2806977"/>
                  </a:lnTo>
                  <a:lnTo>
                    <a:pt x="2414994" y="2806977"/>
                  </a:lnTo>
                  <a:lnTo>
                    <a:pt x="2415087" y="2806977"/>
                  </a:lnTo>
                  <a:lnTo>
                    <a:pt x="2415181" y="2806977"/>
                  </a:lnTo>
                  <a:lnTo>
                    <a:pt x="2415274" y="2806977"/>
                  </a:lnTo>
                  <a:lnTo>
                    <a:pt x="2415367" y="2806977"/>
                  </a:lnTo>
                  <a:lnTo>
                    <a:pt x="2415460" y="2806977"/>
                  </a:lnTo>
                  <a:lnTo>
                    <a:pt x="2415554" y="2806977"/>
                  </a:lnTo>
                  <a:lnTo>
                    <a:pt x="2415647" y="2806977"/>
                  </a:lnTo>
                  <a:lnTo>
                    <a:pt x="2415740" y="2806977"/>
                  </a:lnTo>
                  <a:lnTo>
                    <a:pt x="2415833" y="2806977"/>
                  </a:lnTo>
                  <a:lnTo>
                    <a:pt x="2415927" y="2806977"/>
                  </a:lnTo>
                  <a:lnTo>
                    <a:pt x="2416020" y="2806977"/>
                  </a:lnTo>
                  <a:lnTo>
                    <a:pt x="2416113" y="2806977"/>
                  </a:lnTo>
                  <a:lnTo>
                    <a:pt x="2416206" y="2806977"/>
                  </a:lnTo>
                  <a:lnTo>
                    <a:pt x="2416300" y="2806977"/>
                  </a:lnTo>
                  <a:lnTo>
                    <a:pt x="2416393" y="2806977"/>
                  </a:lnTo>
                  <a:lnTo>
                    <a:pt x="2416486" y="2806977"/>
                  </a:lnTo>
                  <a:lnTo>
                    <a:pt x="2416579" y="2806977"/>
                  </a:lnTo>
                  <a:lnTo>
                    <a:pt x="2416673" y="2806977"/>
                  </a:lnTo>
                  <a:lnTo>
                    <a:pt x="2416766" y="2806977"/>
                  </a:lnTo>
                  <a:lnTo>
                    <a:pt x="2416859" y="2806977"/>
                  </a:lnTo>
                  <a:lnTo>
                    <a:pt x="2416952" y="2806977"/>
                  </a:lnTo>
                  <a:lnTo>
                    <a:pt x="2417046" y="2806977"/>
                  </a:lnTo>
                  <a:lnTo>
                    <a:pt x="2417139" y="2806977"/>
                  </a:lnTo>
                  <a:lnTo>
                    <a:pt x="2417232" y="2806977"/>
                  </a:lnTo>
                  <a:lnTo>
                    <a:pt x="2417325" y="2806977"/>
                  </a:lnTo>
                  <a:lnTo>
                    <a:pt x="2417419" y="2806977"/>
                  </a:lnTo>
                  <a:lnTo>
                    <a:pt x="2417512" y="2806977"/>
                  </a:lnTo>
                  <a:lnTo>
                    <a:pt x="2417605" y="2806977"/>
                  </a:lnTo>
                  <a:lnTo>
                    <a:pt x="2417605" y="2797024"/>
                  </a:lnTo>
                  <a:lnTo>
                    <a:pt x="2417698" y="2797024"/>
                  </a:lnTo>
                  <a:lnTo>
                    <a:pt x="2417792" y="2797024"/>
                  </a:lnTo>
                  <a:lnTo>
                    <a:pt x="2417885" y="2797024"/>
                  </a:lnTo>
                  <a:lnTo>
                    <a:pt x="2417978" y="2797024"/>
                  </a:lnTo>
                  <a:lnTo>
                    <a:pt x="2418071" y="2797024"/>
                  </a:lnTo>
                  <a:lnTo>
                    <a:pt x="2418165" y="2797024"/>
                  </a:lnTo>
                  <a:lnTo>
                    <a:pt x="2418258" y="2797024"/>
                  </a:lnTo>
                  <a:lnTo>
                    <a:pt x="2418351" y="2797024"/>
                  </a:lnTo>
                  <a:lnTo>
                    <a:pt x="2418444" y="2797024"/>
                  </a:lnTo>
                  <a:lnTo>
                    <a:pt x="2418538" y="2797024"/>
                  </a:lnTo>
                  <a:lnTo>
                    <a:pt x="2418631" y="2797024"/>
                  </a:lnTo>
                  <a:lnTo>
                    <a:pt x="2418724" y="2797024"/>
                  </a:lnTo>
                  <a:lnTo>
                    <a:pt x="2418817" y="2797024"/>
                  </a:lnTo>
                  <a:lnTo>
                    <a:pt x="2418911" y="2797024"/>
                  </a:lnTo>
                  <a:lnTo>
                    <a:pt x="2419004" y="2797024"/>
                  </a:lnTo>
                  <a:lnTo>
                    <a:pt x="2419097" y="2797024"/>
                  </a:lnTo>
                  <a:lnTo>
                    <a:pt x="2419190" y="2797024"/>
                  </a:lnTo>
                  <a:lnTo>
                    <a:pt x="2419284" y="2797024"/>
                  </a:lnTo>
                  <a:lnTo>
                    <a:pt x="2419377" y="2797024"/>
                  </a:lnTo>
                  <a:lnTo>
                    <a:pt x="2419470" y="2797024"/>
                  </a:lnTo>
                  <a:lnTo>
                    <a:pt x="2419563" y="2797024"/>
                  </a:lnTo>
                  <a:lnTo>
                    <a:pt x="2419657" y="2797024"/>
                  </a:lnTo>
                  <a:lnTo>
                    <a:pt x="2419750" y="2797024"/>
                  </a:lnTo>
                  <a:lnTo>
                    <a:pt x="2419750" y="2787070"/>
                  </a:lnTo>
                  <a:lnTo>
                    <a:pt x="2419843" y="2787070"/>
                  </a:lnTo>
                  <a:lnTo>
                    <a:pt x="2419936" y="2787070"/>
                  </a:lnTo>
                  <a:lnTo>
                    <a:pt x="2420030" y="2787070"/>
                  </a:lnTo>
                  <a:lnTo>
                    <a:pt x="2420123" y="2787070"/>
                  </a:lnTo>
                  <a:lnTo>
                    <a:pt x="2420216" y="2787070"/>
                  </a:lnTo>
                  <a:lnTo>
                    <a:pt x="2420309" y="2787070"/>
                  </a:lnTo>
                  <a:lnTo>
                    <a:pt x="2420403" y="2787070"/>
                  </a:lnTo>
                  <a:lnTo>
                    <a:pt x="2420496" y="2787070"/>
                  </a:lnTo>
                  <a:lnTo>
                    <a:pt x="2420589" y="2787070"/>
                  </a:lnTo>
                  <a:lnTo>
                    <a:pt x="2420682" y="2787070"/>
                  </a:lnTo>
                  <a:lnTo>
                    <a:pt x="2420776" y="2787070"/>
                  </a:lnTo>
                  <a:lnTo>
                    <a:pt x="2420869" y="2787070"/>
                  </a:lnTo>
                  <a:lnTo>
                    <a:pt x="2420962" y="2787070"/>
                  </a:lnTo>
                  <a:lnTo>
                    <a:pt x="2421055" y="2787070"/>
                  </a:lnTo>
                  <a:lnTo>
                    <a:pt x="2421149" y="2787070"/>
                  </a:lnTo>
                  <a:lnTo>
                    <a:pt x="2421242" y="2787070"/>
                  </a:lnTo>
                  <a:lnTo>
                    <a:pt x="2421335" y="2787070"/>
                  </a:lnTo>
                  <a:lnTo>
                    <a:pt x="2421428" y="2787070"/>
                  </a:lnTo>
                  <a:lnTo>
                    <a:pt x="2421521" y="2787070"/>
                  </a:lnTo>
                  <a:lnTo>
                    <a:pt x="2421615" y="2787070"/>
                  </a:lnTo>
                  <a:lnTo>
                    <a:pt x="2421708" y="2787070"/>
                  </a:lnTo>
                  <a:lnTo>
                    <a:pt x="2421801" y="2787070"/>
                  </a:lnTo>
                  <a:lnTo>
                    <a:pt x="2421894" y="2787070"/>
                  </a:lnTo>
                  <a:lnTo>
                    <a:pt x="2421988" y="2787070"/>
                  </a:lnTo>
                  <a:lnTo>
                    <a:pt x="2422081" y="2787070"/>
                  </a:lnTo>
                  <a:lnTo>
                    <a:pt x="2422174" y="2787070"/>
                  </a:lnTo>
                  <a:lnTo>
                    <a:pt x="2422267" y="2787070"/>
                  </a:lnTo>
                  <a:lnTo>
                    <a:pt x="2422361" y="2787070"/>
                  </a:lnTo>
                  <a:lnTo>
                    <a:pt x="2422454" y="2787070"/>
                  </a:lnTo>
                  <a:lnTo>
                    <a:pt x="2422547" y="2787070"/>
                  </a:lnTo>
                  <a:lnTo>
                    <a:pt x="2422640" y="2787070"/>
                  </a:lnTo>
                  <a:lnTo>
                    <a:pt x="2422734" y="2787070"/>
                  </a:lnTo>
                  <a:lnTo>
                    <a:pt x="2422827" y="2787070"/>
                  </a:lnTo>
                  <a:lnTo>
                    <a:pt x="2422920" y="2787070"/>
                  </a:lnTo>
                  <a:lnTo>
                    <a:pt x="2423013" y="2787070"/>
                  </a:lnTo>
                  <a:lnTo>
                    <a:pt x="2423107" y="2787070"/>
                  </a:lnTo>
                  <a:lnTo>
                    <a:pt x="2423200" y="2787070"/>
                  </a:lnTo>
                  <a:lnTo>
                    <a:pt x="2423293" y="2787070"/>
                  </a:lnTo>
                  <a:lnTo>
                    <a:pt x="2423386" y="2787070"/>
                  </a:lnTo>
                  <a:lnTo>
                    <a:pt x="2423480" y="2787070"/>
                  </a:lnTo>
                  <a:lnTo>
                    <a:pt x="2423573" y="2787070"/>
                  </a:lnTo>
                  <a:lnTo>
                    <a:pt x="2423666" y="2787070"/>
                  </a:lnTo>
                  <a:lnTo>
                    <a:pt x="2423759" y="2787070"/>
                  </a:lnTo>
                  <a:lnTo>
                    <a:pt x="2423853" y="2787070"/>
                  </a:lnTo>
                  <a:lnTo>
                    <a:pt x="2423946" y="2787070"/>
                  </a:lnTo>
                  <a:lnTo>
                    <a:pt x="2424039" y="2787070"/>
                  </a:lnTo>
                  <a:lnTo>
                    <a:pt x="2424132" y="2787070"/>
                  </a:lnTo>
                  <a:lnTo>
                    <a:pt x="2424226" y="2787070"/>
                  </a:lnTo>
                  <a:lnTo>
                    <a:pt x="2424319" y="2787070"/>
                  </a:lnTo>
                  <a:lnTo>
                    <a:pt x="2424412" y="2787070"/>
                  </a:lnTo>
                  <a:lnTo>
                    <a:pt x="2424505" y="2787070"/>
                  </a:lnTo>
                  <a:lnTo>
                    <a:pt x="2424599" y="2787070"/>
                  </a:lnTo>
                  <a:lnTo>
                    <a:pt x="2424692" y="2787070"/>
                  </a:lnTo>
                  <a:lnTo>
                    <a:pt x="2424785" y="2787070"/>
                  </a:lnTo>
                  <a:lnTo>
                    <a:pt x="2424878" y="2787070"/>
                  </a:lnTo>
                  <a:lnTo>
                    <a:pt x="2424972" y="2787070"/>
                  </a:lnTo>
                  <a:lnTo>
                    <a:pt x="2425065" y="2787070"/>
                  </a:lnTo>
                  <a:lnTo>
                    <a:pt x="2425158" y="2787070"/>
                  </a:lnTo>
                  <a:lnTo>
                    <a:pt x="2425251" y="2787070"/>
                  </a:lnTo>
                  <a:lnTo>
                    <a:pt x="2425345" y="2787070"/>
                  </a:lnTo>
                  <a:lnTo>
                    <a:pt x="2425438" y="2787070"/>
                  </a:lnTo>
                  <a:lnTo>
                    <a:pt x="2425531" y="2787070"/>
                  </a:lnTo>
                  <a:lnTo>
                    <a:pt x="2425624" y="2787070"/>
                  </a:lnTo>
                  <a:lnTo>
                    <a:pt x="2425718" y="2787070"/>
                  </a:lnTo>
                  <a:lnTo>
                    <a:pt x="2425811" y="2787070"/>
                  </a:lnTo>
                  <a:lnTo>
                    <a:pt x="2425904" y="2787070"/>
                  </a:lnTo>
                  <a:lnTo>
                    <a:pt x="2425997" y="2787070"/>
                  </a:lnTo>
                  <a:lnTo>
                    <a:pt x="2426091" y="2787070"/>
                  </a:lnTo>
                  <a:lnTo>
                    <a:pt x="2426184" y="2787070"/>
                  </a:lnTo>
                  <a:lnTo>
                    <a:pt x="2426277" y="2787070"/>
                  </a:lnTo>
                  <a:lnTo>
                    <a:pt x="2426370" y="2787070"/>
                  </a:lnTo>
                  <a:lnTo>
                    <a:pt x="2426464" y="2787070"/>
                  </a:lnTo>
                  <a:lnTo>
                    <a:pt x="2426557" y="2787070"/>
                  </a:lnTo>
                  <a:lnTo>
                    <a:pt x="2426650" y="2787070"/>
                  </a:lnTo>
                  <a:lnTo>
                    <a:pt x="2426743" y="2787070"/>
                  </a:lnTo>
                  <a:lnTo>
                    <a:pt x="2426837" y="2787070"/>
                  </a:lnTo>
                  <a:lnTo>
                    <a:pt x="2426930" y="2787070"/>
                  </a:lnTo>
                  <a:lnTo>
                    <a:pt x="2427023" y="2787070"/>
                  </a:lnTo>
                  <a:lnTo>
                    <a:pt x="2427116" y="2787070"/>
                  </a:lnTo>
                  <a:lnTo>
                    <a:pt x="2427210" y="2787070"/>
                  </a:lnTo>
                  <a:lnTo>
                    <a:pt x="2427303" y="2787070"/>
                  </a:lnTo>
                  <a:lnTo>
                    <a:pt x="2427396" y="2787070"/>
                  </a:lnTo>
                  <a:lnTo>
                    <a:pt x="2427489" y="2787070"/>
                  </a:lnTo>
                  <a:lnTo>
                    <a:pt x="2427583" y="2787070"/>
                  </a:lnTo>
                  <a:lnTo>
                    <a:pt x="2427676" y="2787070"/>
                  </a:lnTo>
                  <a:lnTo>
                    <a:pt x="2427769" y="2787070"/>
                  </a:lnTo>
                  <a:lnTo>
                    <a:pt x="2427862" y="2787070"/>
                  </a:lnTo>
                  <a:lnTo>
                    <a:pt x="2427956" y="2787070"/>
                  </a:lnTo>
                  <a:lnTo>
                    <a:pt x="2428049" y="2787070"/>
                  </a:lnTo>
                  <a:lnTo>
                    <a:pt x="2428142" y="2787070"/>
                  </a:lnTo>
                  <a:lnTo>
                    <a:pt x="2428235" y="2787070"/>
                  </a:lnTo>
                  <a:lnTo>
                    <a:pt x="2428328" y="2787070"/>
                  </a:lnTo>
                  <a:lnTo>
                    <a:pt x="2428422" y="2787070"/>
                  </a:lnTo>
                  <a:lnTo>
                    <a:pt x="2428515" y="2787070"/>
                  </a:lnTo>
                  <a:lnTo>
                    <a:pt x="2428608" y="2787070"/>
                  </a:lnTo>
                  <a:lnTo>
                    <a:pt x="2428701" y="2787070"/>
                  </a:lnTo>
                  <a:lnTo>
                    <a:pt x="2428795" y="2787070"/>
                  </a:lnTo>
                  <a:lnTo>
                    <a:pt x="2428888" y="2787070"/>
                  </a:lnTo>
                  <a:lnTo>
                    <a:pt x="2428981" y="2787070"/>
                  </a:lnTo>
                  <a:lnTo>
                    <a:pt x="2429074" y="2787070"/>
                  </a:lnTo>
                  <a:lnTo>
                    <a:pt x="2429168" y="2787070"/>
                  </a:lnTo>
                  <a:lnTo>
                    <a:pt x="2429261" y="2787070"/>
                  </a:lnTo>
                  <a:lnTo>
                    <a:pt x="2429354" y="2787070"/>
                  </a:lnTo>
                  <a:lnTo>
                    <a:pt x="2429447" y="2787070"/>
                  </a:lnTo>
                  <a:lnTo>
                    <a:pt x="2429541" y="2787070"/>
                  </a:lnTo>
                  <a:lnTo>
                    <a:pt x="2429634" y="2787070"/>
                  </a:lnTo>
                  <a:lnTo>
                    <a:pt x="2429727" y="2787070"/>
                  </a:lnTo>
                  <a:lnTo>
                    <a:pt x="2429820" y="2787070"/>
                  </a:lnTo>
                  <a:lnTo>
                    <a:pt x="2429914" y="2787070"/>
                  </a:lnTo>
                  <a:lnTo>
                    <a:pt x="2430007" y="2787070"/>
                  </a:lnTo>
                  <a:lnTo>
                    <a:pt x="2430100" y="2787070"/>
                  </a:lnTo>
                  <a:lnTo>
                    <a:pt x="2430193" y="2787070"/>
                  </a:lnTo>
                  <a:lnTo>
                    <a:pt x="2430287" y="2787070"/>
                  </a:lnTo>
                  <a:lnTo>
                    <a:pt x="2430380" y="2787070"/>
                  </a:lnTo>
                  <a:lnTo>
                    <a:pt x="2430473" y="2787070"/>
                  </a:lnTo>
                  <a:lnTo>
                    <a:pt x="2430566" y="2787070"/>
                  </a:lnTo>
                  <a:lnTo>
                    <a:pt x="2430660" y="2787070"/>
                  </a:lnTo>
                  <a:lnTo>
                    <a:pt x="2430753" y="2787070"/>
                  </a:lnTo>
                  <a:lnTo>
                    <a:pt x="2430846" y="2787070"/>
                  </a:lnTo>
                  <a:lnTo>
                    <a:pt x="2430939" y="2787070"/>
                  </a:lnTo>
                  <a:lnTo>
                    <a:pt x="2431033" y="2787070"/>
                  </a:lnTo>
                  <a:lnTo>
                    <a:pt x="2431126" y="2787070"/>
                  </a:lnTo>
                  <a:lnTo>
                    <a:pt x="2431219" y="2787070"/>
                  </a:lnTo>
                  <a:lnTo>
                    <a:pt x="2431312" y="2787070"/>
                  </a:lnTo>
                  <a:lnTo>
                    <a:pt x="2431406" y="2787070"/>
                  </a:lnTo>
                  <a:lnTo>
                    <a:pt x="2431499" y="2787070"/>
                  </a:lnTo>
                  <a:lnTo>
                    <a:pt x="2431592" y="2787070"/>
                  </a:lnTo>
                  <a:lnTo>
                    <a:pt x="2431685" y="2787070"/>
                  </a:lnTo>
                  <a:lnTo>
                    <a:pt x="2431779" y="2787070"/>
                  </a:lnTo>
                  <a:lnTo>
                    <a:pt x="2431872" y="2787070"/>
                  </a:lnTo>
                  <a:lnTo>
                    <a:pt x="2431965" y="2787070"/>
                  </a:lnTo>
                  <a:lnTo>
                    <a:pt x="2432058" y="2787070"/>
                  </a:lnTo>
                  <a:lnTo>
                    <a:pt x="2432152" y="2787070"/>
                  </a:lnTo>
                  <a:lnTo>
                    <a:pt x="2432245" y="2787070"/>
                  </a:lnTo>
                  <a:lnTo>
                    <a:pt x="2432338" y="2787070"/>
                  </a:lnTo>
                  <a:lnTo>
                    <a:pt x="2432431" y="2787070"/>
                  </a:lnTo>
                  <a:lnTo>
                    <a:pt x="2432525" y="2787070"/>
                  </a:lnTo>
                  <a:lnTo>
                    <a:pt x="2432618" y="2787070"/>
                  </a:lnTo>
                  <a:lnTo>
                    <a:pt x="2432711" y="2787070"/>
                  </a:lnTo>
                  <a:lnTo>
                    <a:pt x="2432804" y="2787070"/>
                  </a:lnTo>
                  <a:lnTo>
                    <a:pt x="2432898" y="2787070"/>
                  </a:lnTo>
                  <a:lnTo>
                    <a:pt x="2432991" y="2787070"/>
                  </a:lnTo>
                  <a:lnTo>
                    <a:pt x="2433084" y="2787070"/>
                  </a:lnTo>
                  <a:lnTo>
                    <a:pt x="2433177" y="2787070"/>
                  </a:lnTo>
                  <a:lnTo>
                    <a:pt x="2433271" y="2787070"/>
                  </a:lnTo>
                  <a:lnTo>
                    <a:pt x="2433364" y="2787070"/>
                  </a:lnTo>
                  <a:lnTo>
                    <a:pt x="2433457" y="2787070"/>
                  </a:lnTo>
                  <a:lnTo>
                    <a:pt x="2433550" y="2787070"/>
                  </a:lnTo>
                  <a:lnTo>
                    <a:pt x="2433644" y="2787070"/>
                  </a:lnTo>
                  <a:lnTo>
                    <a:pt x="2433737" y="2787070"/>
                  </a:lnTo>
                  <a:lnTo>
                    <a:pt x="2433830" y="2787070"/>
                  </a:lnTo>
                  <a:lnTo>
                    <a:pt x="2433923" y="2787070"/>
                  </a:lnTo>
                  <a:lnTo>
                    <a:pt x="2434017" y="2787070"/>
                  </a:lnTo>
                  <a:lnTo>
                    <a:pt x="2434110" y="2787070"/>
                  </a:lnTo>
                  <a:lnTo>
                    <a:pt x="2434203" y="2787070"/>
                  </a:lnTo>
                  <a:lnTo>
                    <a:pt x="2434296" y="2787070"/>
                  </a:lnTo>
                  <a:lnTo>
                    <a:pt x="2434390" y="2787070"/>
                  </a:lnTo>
                  <a:lnTo>
                    <a:pt x="2434483" y="2787070"/>
                  </a:lnTo>
                  <a:lnTo>
                    <a:pt x="2434576" y="2787070"/>
                  </a:lnTo>
                  <a:lnTo>
                    <a:pt x="2434669" y="2787070"/>
                  </a:lnTo>
                  <a:lnTo>
                    <a:pt x="2434763" y="2787070"/>
                  </a:lnTo>
                  <a:lnTo>
                    <a:pt x="2434856" y="2787070"/>
                  </a:lnTo>
                  <a:lnTo>
                    <a:pt x="2434949" y="2787070"/>
                  </a:lnTo>
                  <a:lnTo>
                    <a:pt x="2435042" y="2787070"/>
                  </a:lnTo>
                  <a:lnTo>
                    <a:pt x="2435136" y="2787070"/>
                  </a:lnTo>
                  <a:lnTo>
                    <a:pt x="2435229" y="2787070"/>
                  </a:lnTo>
                  <a:lnTo>
                    <a:pt x="2435322" y="2787070"/>
                  </a:lnTo>
                  <a:lnTo>
                    <a:pt x="2435415" y="2787070"/>
                  </a:lnTo>
                  <a:lnTo>
                    <a:pt x="2435508" y="2787070"/>
                  </a:lnTo>
                  <a:lnTo>
                    <a:pt x="2435602" y="2787070"/>
                  </a:lnTo>
                  <a:lnTo>
                    <a:pt x="2435695" y="2787070"/>
                  </a:lnTo>
                  <a:lnTo>
                    <a:pt x="2435788" y="2787070"/>
                  </a:lnTo>
                  <a:lnTo>
                    <a:pt x="2435881" y="2787070"/>
                  </a:lnTo>
                  <a:lnTo>
                    <a:pt x="2435975" y="2787070"/>
                  </a:lnTo>
                  <a:lnTo>
                    <a:pt x="2436068" y="2787070"/>
                  </a:lnTo>
                  <a:lnTo>
                    <a:pt x="2436161" y="2787070"/>
                  </a:lnTo>
                  <a:lnTo>
                    <a:pt x="2436254" y="2787070"/>
                  </a:lnTo>
                  <a:lnTo>
                    <a:pt x="2436348" y="2787070"/>
                  </a:lnTo>
                  <a:lnTo>
                    <a:pt x="2436441" y="2787070"/>
                  </a:lnTo>
                  <a:lnTo>
                    <a:pt x="2436534" y="2787070"/>
                  </a:lnTo>
                  <a:lnTo>
                    <a:pt x="2436627" y="2787070"/>
                  </a:lnTo>
                  <a:lnTo>
                    <a:pt x="2436721" y="2787070"/>
                  </a:lnTo>
                  <a:lnTo>
                    <a:pt x="2436814" y="2787070"/>
                  </a:lnTo>
                  <a:lnTo>
                    <a:pt x="2436907" y="2787070"/>
                  </a:lnTo>
                  <a:lnTo>
                    <a:pt x="2437000" y="2787070"/>
                  </a:lnTo>
                  <a:lnTo>
                    <a:pt x="2437094" y="2787070"/>
                  </a:lnTo>
                  <a:lnTo>
                    <a:pt x="2437187" y="2787070"/>
                  </a:lnTo>
                  <a:lnTo>
                    <a:pt x="2437280" y="2787070"/>
                  </a:lnTo>
                  <a:lnTo>
                    <a:pt x="2437373" y="2787070"/>
                  </a:lnTo>
                  <a:lnTo>
                    <a:pt x="2437467" y="2787070"/>
                  </a:lnTo>
                  <a:lnTo>
                    <a:pt x="2437560" y="2787070"/>
                  </a:lnTo>
                  <a:lnTo>
                    <a:pt x="2437653" y="2787070"/>
                  </a:lnTo>
                  <a:lnTo>
                    <a:pt x="2437746" y="2787070"/>
                  </a:lnTo>
                  <a:lnTo>
                    <a:pt x="2437840" y="2787070"/>
                  </a:lnTo>
                  <a:lnTo>
                    <a:pt x="2437933" y="2787070"/>
                  </a:lnTo>
                  <a:lnTo>
                    <a:pt x="2438026" y="2787070"/>
                  </a:lnTo>
                  <a:lnTo>
                    <a:pt x="2438119" y="2787070"/>
                  </a:lnTo>
                  <a:lnTo>
                    <a:pt x="2438213" y="2787070"/>
                  </a:lnTo>
                  <a:lnTo>
                    <a:pt x="2438306" y="2787070"/>
                  </a:lnTo>
                  <a:lnTo>
                    <a:pt x="2438399" y="2787070"/>
                  </a:lnTo>
                  <a:lnTo>
                    <a:pt x="2438492" y="2787070"/>
                  </a:lnTo>
                  <a:lnTo>
                    <a:pt x="2438586" y="2787070"/>
                  </a:lnTo>
                  <a:lnTo>
                    <a:pt x="2438679" y="2787070"/>
                  </a:lnTo>
                  <a:lnTo>
                    <a:pt x="2438772" y="2787070"/>
                  </a:lnTo>
                  <a:lnTo>
                    <a:pt x="2438865" y="2787070"/>
                  </a:lnTo>
                  <a:lnTo>
                    <a:pt x="2438959" y="2787070"/>
                  </a:lnTo>
                  <a:lnTo>
                    <a:pt x="2439052" y="2787070"/>
                  </a:lnTo>
                  <a:lnTo>
                    <a:pt x="2439145" y="2787070"/>
                  </a:lnTo>
                  <a:lnTo>
                    <a:pt x="2439238" y="2787070"/>
                  </a:lnTo>
                  <a:lnTo>
                    <a:pt x="2439332" y="2787070"/>
                  </a:lnTo>
                  <a:lnTo>
                    <a:pt x="2439425" y="2787070"/>
                  </a:lnTo>
                  <a:lnTo>
                    <a:pt x="2439518" y="2787070"/>
                  </a:lnTo>
                  <a:lnTo>
                    <a:pt x="2439611" y="2787070"/>
                  </a:lnTo>
                  <a:lnTo>
                    <a:pt x="2439705" y="2787070"/>
                  </a:lnTo>
                  <a:lnTo>
                    <a:pt x="2439798" y="2787070"/>
                  </a:lnTo>
                  <a:lnTo>
                    <a:pt x="2439891" y="2787070"/>
                  </a:lnTo>
                  <a:lnTo>
                    <a:pt x="2439984" y="2787070"/>
                  </a:lnTo>
                  <a:lnTo>
                    <a:pt x="2440078" y="2787070"/>
                  </a:lnTo>
                  <a:lnTo>
                    <a:pt x="2440171" y="2787070"/>
                  </a:lnTo>
                  <a:lnTo>
                    <a:pt x="2440264" y="2787070"/>
                  </a:lnTo>
                  <a:lnTo>
                    <a:pt x="2440357" y="2787070"/>
                  </a:lnTo>
                  <a:lnTo>
                    <a:pt x="2440451" y="2787070"/>
                  </a:lnTo>
                  <a:lnTo>
                    <a:pt x="2440544" y="2787070"/>
                  </a:lnTo>
                  <a:lnTo>
                    <a:pt x="2440637" y="2787070"/>
                  </a:lnTo>
                  <a:lnTo>
                    <a:pt x="2440730" y="2787070"/>
                  </a:lnTo>
                  <a:lnTo>
                    <a:pt x="2440824" y="2787070"/>
                  </a:lnTo>
                  <a:lnTo>
                    <a:pt x="2440917" y="2787070"/>
                  </a:lnTo>
                  <a:lnTo>
                    <a:pt x="2441010" y="2787070"/>
                  </a:lnTo>
                  <a:lnTo>
                    <a:pt x="2441103" y="2787070"/>
                  </a:lnTo>
                  <a:lnTo>
                    <a:pt x="2441197" y="2787070"/>
                  </a:lnTo>
                  <a:lnTo>
                    <a:pt x="2441290" y="2787070"/>
                  </a:lnTo>
                  <a:lnTo>
                    <a:pt x="2441383" y="2787070"/>
                  </a:lnTo>
                  <a:lnTo>
                    <a:pt x="2441476" y="2787070"/>
                  </a:lnTo>
                  <a:lnTo>
                    <a:pt x="2441570" y="2787070"/>
                  </a:lnTo>
                  <a:lnTo>
                    <a:pt x="2441663" y="2787070"/>
                  </a:lnTo>
                  <a:lnTo>
                    <a:pt x="2441756" y="2787070"/>
                  </a:lnTo>
                  <a:lnTo>
                    <a:pt x="2441849" y="2787070"/>
                  </a:lnTo>
                  <a:lnTo>
                    <a:pt x="2441943" y="2787070"/>
                  </a:lnTo>
                  <a:lnTo>
                    <a:pt x="2442036" y="2787070"/>
                  </a:lnTo>
                  <a:lnTo>
                    <a:pt x="2442129" y="2787070"/>
                  </a:lnTo>
                  <a:lnTo>
                    <a:pt x="2442222" y="2787070"/>
                  </a:lnTo>
                  <a:lnTo>
                    <a:pt x="2442315" y="2787070"/>
                  </a:lnTo>
                  <a:lnTo>
                    <a:pt x="2442409" y="2787070"/>
                  </a:lnTo>
                  <a:lnTo>
                    <a:pt x="2442502" y="2787070"/>
                  </a:lnTo>
                  <a:lnTo>
                    <a:pt x="2442595" y="2787070"/>
                  </a:lnTo>
                  <a:lnTo>
                    <a:pt x="2442688" y="2787070"/>
                  </a:lnTo>
                  <a:lnTo>
                    <a:pt x="2442782" y="2787070"/>
                  </a:lnTo>
                  <a:lnTo>
                    <a:pt x="2442875" y="2787070"/>
                  </a:lnTo>
                  <a:lnTo>
                    <a:pt x="2442968" y="2787070"/>
                  </a:lnTo>
                  <a:lnTo>
                    <a:pt x="2443061" y="2787070"/>
                  </a:lnTo>
                  <a:lnTo>
                    <a:pt x="2443155" y="2787070"/>
                  </a:lnTo>
                  <a:lnTo>
                    <a:pt x="2443248" y="2787070"/>
                  </a:lnTo>
                  <a:lnTo>
                    <a:pt x="2443341" y="2787070"/>
                  </a:lnTo>
                  <a:lnTo>
                    <a:pt x="2443434" y="2787070"/>
                  </a:lnTo>
                  <a:lnTo>
                    <a:pt x="2443528" y="2787070"/>
                  </a:lnTo>
                  <a:lnTo>
                    <a:pt x="2443621" y="2787070"/>
                  </a:lnTo>
                  <a:lnTo>
                    <a:pt x="2443714" y="2787070"/>
                  </a:lnTo>
                  <a:lnTo>
                    <a:pt x="2443807" y="2787070"/>
                  </a:lnTo>
                  <a:lnTo>
                    <a:pt x="2443901" y="2787070"/>
                  </a:lnTo>
                  <a:lnTo>
                    <a:pt x="2443994" y="2787070"/>
                  </a:lnTo>
                  <a:lnTo>
                    <a:pt x="2444087" y="2787070"/>
                  </a:lnTo>
                  <a:lnTo>
                    <a:pt x="2444180" y="2787070"/>
                  </a:lnTo>
                  <a:lnTo>
                    <a:pt x="2444274" y="2787070"/>
                  </a:lnTo>
                  <a:lnTo>
                    <a:pt x="2444367" y="2787070"/>
                  </a:lnTo>
                  <a:lnTo>
                    <a:pt x="2444460" y="2787070"/>
                  </a:lnTo>
                  <a:lnTo>
                    <a:pt x="2444553" y="2787070"/>
                  </a:lnTo>
                  <a:lnTo>
                    <a:pt x="2444553" y="2777116"/>
                  </a:lnTo>
                  <a:lnTo>
                    <a:pt x="2444647" y="2777116"/>
                  </a:lnTo>
                  <a:lnTo>
                    <a:pt x="2444740" y="2777116"/>
                  </a:lnTo>
                  <a:lnTo>
                    <a:pt x="2444833" y="2777116"/>
                  </a:lnTo>
                  <a:lnTo>
                    <a:pt x="2444926" y="2777116"/>
                  </a:lnTo>
                  <a:lnTo>
                    <a:pt x="2445020" y="2777116"/>
                  </a:lnTo>
                  <a:lnTo>
                    <a:pt x="2445113" y="2777116"/>
                  </a:lnTo>
                  <a:lnTo>
                    <a:pt x="2445206" y="2777116"/>
                  </a:lnTo>
                  <a:lnTo>
                    <a:pt x="2445206" y="2767162"/>
                  </a:lnTo>
                  <a:lnTo>
                    <a:pt x="2445299" y="2767162"/>
                  </a:lnTo>
                  <a:lnTo>
                    <a:pt x="2445393" y="2767162"/>
                  </a:lnTo>
                  <a:lnTo>
                    <a:pt x="2445486" y="2767162"/>
                  </a:lnTo>
                  <a:lnTo>
                    <a:pt x="2445579" y="2767162"/>
                  </a:lnTo>
                  <a:lnTo>
                    <a:pt x="2445672" y="2767162"/>
                  </a:lnTo>
                  <a:lnTo>
                    <a:pt x="2445766" y="2767162"/>
                  </a:lnTo>
                  <a:lnTo>
                    <a:pt x="2445859" y="2767162"/>
                  </a:lnTo>
                  <a:lnTo>
                    <a:pt x="2445952" y="2767162"/>
                  </a:lnTo>
                  <a:lnTo>
                    <a:pt x="2446045" y="2767162"/>
                  </a:lnTo>
                  <a:lnTo>
                    <a:pt x="2446139" y="2767162"/>
                  </a:lnTo>
                  <a:lnTo>
                    <a:pt x="2446232" y="2767162"/>
                  </a:lnTo>
                  <a:lnTo>
                    <a:pt x="2446325" y="2767162"/>
                  </a:lnTo>
                  <a:lnTo>
                    <a:pt x="2446418" y="2767162"/>
                  </a:lnTo>
                  <a:lnTo>
                    <a:pt x="2446512" y="2767162"/>
                  </a:lnTo>
                  <a:lnTo>
                    <a:pt x="2446605" y="2767162"/>
                  </a:lnTo>
                  <a:lnTo>
                    <a:pt x="2446698" y="2767162"/>
                  </a:lnTo>
                  <a:lnTo>
                    <a:pt x="2446791" y="2767162"/>
                  </a:lnTo>
                  <a:lnTo>
                    <a:pt x="2446885" y="2767162"/>
                  </a:lnTo>
                  <a:lnTo>
                    <a:pt x="2446978" y="2767162"/>
                  </a:lnTo>
                  <a:lnTo>
                    <a:pt x="2447071" y="2767162"/>
                  </a:lnTo>
                  <a:lnTo>
                    <a:pt x="2447164" y="2767162"/>
                  </a:lnTo>
                  <a:lnTo>
                    <a:pt x="2447258" y="2767162"/>
                  </a:lnTo>
                  <a:lnTo>
                    <a:pt x="2447351" y="2767162"/>
                  </a:lnTo>
                  <a:lnTo>
                    <a:pt x="2447444" y="2767162"/>
                  </a:lnTo>
                  <a:lnTo>
                    <a:pt x="2447537" y="2767162"/>
                  </a:lnTo>
                  <a:lnTo>
                    <a:pt x="2447631" y="2767162"/>
                  </a:lnTo>
                  <a:lnTo>
                    <a:pt x="2447724" y="2767162"/>
                  </a:lnTo>
                  <a:lnTo>
                    <a:pt x="2447817" y="2767162"/>
                  </a:lnTo>
                  <a:lnTo>
                    <a:pt x="2447910" y="2767162"/>
                  </a:lnTo>
                  <a:lnTo>
                    <a:pt x="2448004" y="2767162"/>
                  </a:lnTo>
                  <a:lnTo>
                    <a:pt x="2448097" y="2767162"/>
                  </a:lnTo>
                  <a:lnTo>
                    <a:pt x="2448190" y="2767162"/>
                  </a:lnTo>
                  <a:lnTo>
                    <a:pt x="2448283" y="2767162"/>
                  </a:lnTo>
                  <a:lnTo>
                    <a:pt x="2448377" y="2767162"/>
                  </a:lnTo>
                  <a:lnTo>
                    <a:pt x="2448470" y="2767162"/>
                  </a:lnTo>
                  <a:lnTo>
                    <a:pt x="2448563" y="2767162"/>
                  </a:lnTo>
                  <a:lnTo>
                    <a:pt x="2448656" y="2767162"/>
                  </a:lnTo>
                  <a:lnTo>
                    <a:pt x="2448750" y="2767162"/>
                  </a:lnTo>
                  <a:lnTo>
                    <a:pt x="2448843" y="2767162"/>
                  </a:lnTo>
                  <a:lnTo>
                    <a:pt x="2448936" y="2767162"/>
                  </a:lnTo>
                  <a:lnTo>
                    <a:pt x="2449029" y="2767162"/>
                  </a:lnTo>
                  <a:lnTo>
                    <a:pt x="2449122" y="2767162"/>
                  </a:lnTo>
                  <a:lnTo>
                    <a:pt x="2449216" y="2767162"/>
                  </a:lnTo>
                  <a:lnTo>
                    <a:pt x="2449309" y="2767162"/>
                  </a:lnTo>
                  <a:lnTo>
                    <a:pt x="2449402" y="2767162"/>
                  </a:lnTo>
                  <a:lnTo>
                    <a:pt x="2449495" y="2767162"/>
                  </a:lnTo>
                  <a:lnTo>
                    <a:pt x="2449589" y="2767162"/>
                  </a:lnTo>
                  <a:lnTo>
                    <a:pt x="2449682" y="2767162"/>
                  </a:lnTo>
                  <a:lnTo>
                    <a:pt x="2449775" y="2767162"/>
                  </a:lnTo>
                  <a:lnTo>
                    <a:pt x="2449868" y="2767162"/>
                  </a:lnTo>
                  <a:lnTo>
                    <a:pt x="2449962" y="2767162"/>
                  </a:lnTo>
                  <a:lnTo>
                    <a:pt x="2450055" y="2767162"/>
                  </a:lnTo>
                  <a:lnTo>
                    <a:pt x="2450148" y="2767162"/>
                  </a:lnTo>
                  <a:lnTo>
                    <a:pt x="2450241" y="2767162"/>
                  </a:lnTo>
                  <a:lnTo>
                    <a:pt x="2450335" y="2767162"/>
                  </a:lnTo>
                  <a:lnTo>
                    <a:pt x="2450428" y="2767162"/>
                  </a:lnTo>
                  <a:lnTo>
                    <a:pt x="2450521" y="2767162"/>
                  </a:lnTo>
                  <a:lnTo>
                    <a:pt x="2450614" y="2767162"/>
                  </a:lnTo>
                  <a:lnTo>
                    <a:pt x="2450708" y="2767162"/>
                  </a:lnTo>
                  <a:lnTo>
                    <a:pt x="2450801" y="2767162"/>
                  </a:lnTo>
                  <a:lnTo>
                    <a:pt x="2450894" y="2767162"/>
                  </a:lnTo>
                  <a:lnTo>
                    <a:pt x="2450987" y="2767162"/>
                  </a:lnTo>
                  <a:lnTo>
                    <a:pt x="2451081" y="2767162"/>
                  </a:lnTo>
                  <a:lnTo>
                    <a:pt x="2451174" y="2767162"/>
                  </a:lnTo>
                  <a:lnTo>
                    <a:pt x="2451267" y="2767162"/>
                  </a:lnTo>
                  <a:lnTo>
                    <a:pt x="2451360" y="2767162"/>
                  </a:lnTo>
                  <a:lnTo>
                    <a:pt x="2451454" y="2767162"/>
                  </a:lnTo>
                  <a:lnTo>
                    <a:pt x="2451547" y="2767162"/>
                  </a:lnTo>
                  <a:lnTo>
                    <a:pt x="2451640" y="2767162"/>
                  </a:lnTo>
                  <a:lnTo>
                    <a:pt x="2451733" y="2767162"/>
                  </a:lnTo>
                  <a:lnTo>
                    <a:pt x="2451827" y="2767162"/>
                  </a:lnTo>
                  <a:lnTo>
                    <a:pt x="2451920" y="2767162"/>
                  </a:lnTo>
                  <a:lnTo>
                    <a:pt x="2452013" y="2767162"/>
                  </a:lnTo>
                  <a:lnTo>
                    <a:pt x="2452106" y="2767162"/>
                  </a:lnTo>
                  <a:lnTo>
                    <a:pt x="2452200" y="2767162"/>
                  </a:lnTo>
                  <a:lnTo>
                    <a:pt x="2452293" y="2767162"/>
                  </a:lnTo>
                  <a:lnTo>
                    <a:pt x="2452386" y="2767162"/>
                  </a:lnTo>
                  <a:lnTo>
                    <a:pt x="2452479" y="2767162"/>
                  </a:lnTo>
                  <a:lnTo>
                    <a:pt x="2452573" y="2767162"/>
                  </a:lnTo>
                  <a:lnTo>
                    <a:pt x="2452666" y="2767162"/>
                  </a:lnTo>
                  <a:lnTo>
                    <a:pt x="2452759" y="2767162"/>
                  </a:lnTo>
                  <a:lnTo>
                    <a:pt x="2452852" y="2767162"/>
                  </a:lnTo>
                  <a:lnTo>
                    <a:pt x="2452946" y="2767162"/>
                  </a:lnTo>
                  <a:lnTo>
                    <a:pt x="2453039" y="2767162"/>
                  </a:lnTo>
                  <a:lnTo>
                    <a:pt x="2453132" y="2767162"/>
                  </a:lnTo>
                  <a:lnTo>
                    <a:pt x="2453225" y="2767162"/>
                  </a:lnTo>
                  <a:lnTo>
                    <a:pt x="2453319" y="2767162"/>
                  </a:lnTo>
                  <a:lnTo>
                    <a:pt x="2453412" y="2767162"/>
                  </a:lnTo>
                  <a:lnTo>
                    <a:pt x="2453505" y="2767162"/>
                  </a:lnTo>
                  <a:lnTo>
                    <a:pt x="2453598" y="2767162"/>
                  </a:lnTo>
                  <a:lnTo>
                    <a:pt x="2453692" y="2767162"/>
                  </a:lnTo>
                  <a:lnTo>
                    <a:pt x="2453785" y="2767162"/>
                  </a:lnTo>
                  <a:lnTo>
                    <a:pt x="2453878" y="2767162"/>
                  </a:lnTo>
                  <a:lnTo>
                    <a:pt x="2453971" y="2767162"/>
                  </a:lnTo>
                  <a:lnTo>
                    <a:pt x="2454065" y="2767162"/>
                  </a:lnTo>
                  <a:lnTo>
                    <a:pt x="2454158" y="2767162"/>
                  </a:lnTo>
                  <a:lnTo>
                    <a:pt x="2454251" y="2767162"/>
                  </a:lnTo>
                  <a:lnTo>
                    <a:pt x="2454344" y="2767162"/>
                  </a:lnTo>
                  <a:lnTo>
                    <a:pt x="2454438" y="2767162"/>
                  </a:lnTo>
                  <a:lnTo>
                    <a:pt x="2454531" y="2767162"/>
                  </a:lnTo>
                  <a:lnTo>
                    <a:pt x="2454624" y="2767162"/>
                  </a:lnTo>
                  <a:lnTo>
                    <a:pt x="2454717" y="2767162"/>
                  </a:lnTo>
                  <a:lnTo>
                    <a:pt x="2454811" y="2767162"/>
                  </a:lnTo>
                  <a:lnTo>
                    <a:pt x="2454904" y="2767162"/>
                  </a:lnTo>
                  <a:lnTo>
                    <a:pt x="2454997" y="2767162"/>
                  </a:lnTo>
                  <a:lnTo>
                    <a:pt x="2455090" y="2767162"/>
                  </a:lnTo>
                  <a:lnTo>
                    <a:pt x="2455184" y="2767162"/>
                  </a:lnTo>
                  <a:lnTo>
                    <a:pt x="2455277" y="2767162"/>
                  </a:lnTo>
                  <a:lnTo>
                    <a:pt x="2455370" y="2767162"/>
                  </a:lnTo>
                  <a:lnTo>
                    <a:pt x="2455463" y="2767162"/>
                  </a:lnTo>
                  <a:lnTo>
                    <a:pt x="2455557" y="2767162"/>
                  </a:lnTo>
                  <a:lnTo>
                    <a:pt x="2455650" y="2767162"/>
                  </a:lnTo>
                  <a:lnTo>
                    <a:pt x="2455743" y="2767162"/>
                  </a:lnTo>
                  <a:lnTo>
                    <a:pt x="2455836" y="2767162"/>
                  </a:lnTo>
                  <a:lnTo>
                    <a:pt x="2455930" y="2767162"/>
                  </a:lnTo>
                  <a:lnTo>
                    <a:pt x="2456023" y="2767162"/>
                  </a:lnTo>
                  <a:lnTo>
                    <a:pt x="2456116" y="2767162"/>
                  </a:lnTo>
                  <a:lnTo>
                    <a:pt x="2456209" y="2767162"/>
                  </a:lnTo>
                  <a:lnTo>
                    <a:pt x="2456302" y="2767162"/>
                  </a:lnTo>
                  <a:lnTo>
                    <a:pt x="2456396" y="2767162"/>
                  </a:lnTo>
                  <a:lnTo>
                    <a:pt x="2456489" y="2767162"/>
                  </a:lnTo>
                  <a:lnTo>
                    <a:pt x="2456582" y="2767162"/>
                  </a:lnTo>
                  <a:lnTo>
                    <a:pt x="2456675" y="2767162"/>
                  </a:lnTo>
                  <a:lnTo>
                    <a:pt x="2456769" y="2767162"/>
                  </a:lnTo>
                  <a:lnTo>
                    <a:pt x="2456862" y="2767162"/>
                  </a:lnTo>
                  <a:lnTo>
                    <a:pt x="2456955" y="2767162"/>
                  </a:lnTo>
                  <a:lnTo>
                    <a:pt x="2457048" y="2767162"/>
                  </a:lnTo>
                  <a:lnTo>
                    <a:pt x="2457142" y="2767162"/>
                  </a:lnTo>
                  <a:lnTo>
                    <a:pt x="2457235" y="2767162"/>
                  </a:lnTo>
                  <a:lnTo>
                    <a:pt x="2457328" y="2767162"/>
                  </a:lnTo>
                  <a:lnTo>
                    <a:pt x="2457421" y="2767162"/>
                  </a:lnTo>
                  <a:lnTo>
                    <a:pt x="2457515" y="2767162"/>
                  </a:lnTo>
                  <a:lnTo>
                    <a:pt x="2457608" y="2767162"/>
                  </a:lnTo>
                  <a:lnTo>
                    <a:pt x="2457701" y="2767162"/>
                  </a:lnTo>
                  <a:lnTo>
                    <a:pt x="2457794" y="2767162"/>
                  </a:lnTo>
                  <a:lnTo>
                    <a:pt x="2457888" y="2767162"/>
                  </a:lnTo>
                  <a:lnTo>
                    <a:pt x="2457981" y="2767162"/>
                  </a:lnTo>
                  <a:lnTo>
                    <a:pt x="2458074" y="2767162"/>
                  </a:lnTo>
                  <a:lnTo>
                    <a:pt x="2458167" y="2767162"/>
                  </a:lnTo>
                  <a:lnTo>
                    <a:pt x="2458261" y="2767162"/>
                  </a:lnTo>
                  <a:lnTo>
                    <a:pt x="2458354" y="2767162"/>
                  </a:lnTo>
                  <a:lnTo>
                    <a:pt x="2458447" y="2767162"/>
                  </a:lnTo>
                  <a:lnTo>
                    <a:pt x="2458540" y="2767162"/>
                  </a:lnTo>
                  <a:lnTo>
                    <a:pt x="2458634" y="2767162"/>
                  </a:lnTo>
                  <a:lnTo>
                    <a:pt x="2458727" y="2767162"/>
                  </a:lnTo>
                  <a:lnTo>
                    <a:pt x="2458820" y="2767162"/>
                  </a:lnTo>
                  <a:lnTo>
                    <a:pt x="2458913" y="2767162"/>
                  </a:lnTo>
                  <a:lnTo>
                    <a:pt x="2459007" y="2767162"/>
                  </a:lnTo>
                  <a:lnTo>
                    <a:pt x="2459100" y="2767162"/>
                  </a:lnTo>
                  <a:lnTo>
                    <a:pt x="2459193" y="2767162"/>
                  </a:lnTo>
                  <a:lnTo>
                    <a:pt x="2459286" y="2767162"/>
                  </a:lnTo>
                  <a:lnTo>
                    <a:pt x="2459380" y="2767162"/>
                  </a:lnTo>
                  <a:lnTo>
                    <a:pt x="2459473" y="2767162"/>
                  </a:lnTo>
                  <a:lnTo>
                    <a:pt x="2459566" y="2767162"/>
                  </a:lnTo>
                  <a:lnTo>
                    <a:pt x="2459659" y="2767162"/>
                  </a:lnTo>
                  <a:lnTo>
                    <a:pt x="2459753" y="2767162"/>
                  </a:lnTo>
                  <a:lnTo>
                    <a:pt x="2459846" y="2767162"/>
                  </a:lnTo>
                  <a:lnTo>
                    <a:pt x="2459939" y="2767162"/>
                  </a:lnTo>
                  <a:lnTo>
                    <a:pt x="2460032" y="2767162"/>
                  </a:lnTo>
                  <a:lnTo>
                    <a:pt x="2460126" y="2767162"/>
                  </a:lnTo>
                  <a:lnTo>
                    <a:pt x="2460219" y="2767162"/>
                  </a:lnTo>
                  <a:lnTo>
                    <a:pt x="2460312" y="2767162"/>
                  </a:lnTo>
                  <a:lnTo>
                    <a:pt x="2460405" y="2767162"/>
                  </a:lnTo>
                  <a:lnTo>
                    <a:pt x="2460499" y="2767162"/>
                  </a:lnTo>
                  <a:lnTo>
                    <a:pt x="2460592" y="2767162"/>
                  </a:lnTo>
                  <a:lnTo>
                    <a:pt x="2460685" y="2767162"/>
                  </a:lnTo>
                  <a:lnTo>
                    <a:pt x="2460778" y="2767162"/>
                  </a:lnTo>
                  <a:lnTo>
                    <a:pt x="2460872" y="2767162"/>
                  </a:lnTo>
                  <a:lnTo>
                    <a:pt x="2460965" y="2767162"/>
                  </a:lnTo>
                  <a:lnTo>
                    <a:pt x="2461058" y="2767162"/>
                  </a:lnTo>
                  <a:lnTo>
                    <a:pt x="2461151" y="2767162"/>
                  </a:lnTo>
                  <a:lnTo>
                    <a:pt x="2461245" y="2767162"/>
                  </a:lnTo>
                  <a:lnTo>
                    <a:pt x="2461338" y="2767162"/>
                  </a:lnTo>
                  <a:lnTo>
                    <a:pt x="2461431" y="2767162"/>
                  </a:lnTo>
                  <a:lnTo>
                    <a:pt x="2461524" y="2767162"/>
                  </a:lnTo>
                  <a:lnTo>
                    <a:pt x="2461618" y="2767162"/>
                  </a:lnTo>
                  <a:lnTo>
                    <a:pt x="2461711" y="2767162"/>
                  </a:lnTo>
                  <a:lnTo>
                    <a:pt x="2461804" y="2767162"/>
                  </a:lnTo>
                  <a:lnTo>
                    <a:pt x="2461897" y="2767162"/>
                  </a:lnTo>
                  <a:lnTo>
                    <a:pt x="2461991" y="2767162"/>
                  </a:lnTo>
                  <a:lnTo>
                    <a:pt x="2462084" y="2767162"/>
                  </a:lnTo>
                  <a:lnTo>
                    <a:pt x="2462177" y="2767162"/>
                  </a:lnTo>
                  <a:lnTo>
                    <a:pt x="2462270" y="2767162"/>
                  </a:lnTo>
                  <a:lnTo>
                    <a:pt x="2462364" y="2767162"/>
                  </a:lnTo>
                  <a:lnTo>
                    <a:pt x="2462457" y="2767162"/>
                  </a:lnTo>
                  <a:lnTo>
                    <a:pt x="2462550" y="2767162"/>
                  </a:lnTo>
                  <a:lnTo>
                    <a:pt x="2462643" y="2767162"/>
                  </a:lnTo>
                  <a:lnTo>
                    <a:pt x="2462737" y="2767162"/>
                  </a:lnTo>
                  <a:lnTo>
                    <a:pt x="2462830" y="2767162"/>
                  </a:lnTo>
                  <a:lnTo>
                    <a:pt x="2462923" y="2767162"/>
                  </a:lnTo>
                  <a:lnTo>
                    <a:pt x="2463016" y="2767162"/>
                  </a:lnTo>
                  <a:lnTo>
                    <a:pt x="2463109" y="2767162"/>
                  </a:lnTo>
                  <a:lnTo>
                    <a:pt x="2463203" y="2767162"/>
                  </a:lnTo>
                  <a:lnTo>
                    <a:pt x="2463296" y="2767162"/>
                  </a:lnTo>
                  <a:lnTo>
                    <a:pt x="2463389" y="2767162"/>
                  </a:lnTo>
                  <a:lnTo>
                    <a:pt x="2463482" y="2767162"/>
                  </a:lnTo>
                  <a:lnTo>
                    <a:pt x="2463576" y="2767162"/>
                  </a:lnTo>
                  <a:lnTo>
                    <a:pt x="2463669" y="2767162"/>
                  </a:lnTo>
                  <a:lnTo>
                    <a:pt x="2463762" y="2767162"/>
                  </a:lnTo>
                  <a:lnTo>
                    <a:pt x="2463855" y="2767162"/>
                  </a:lnTo>
                  <a:lnTo>
                    <a:pt x="2463949" y="2767162"/>
                  </a:lnTo>
                  <a:lnTo>
                    <a:pt x="2464042" y="2767162"/>
                  </a:lnTo>
                  <a:lnTo>
                    <a:pt x="2464135" y="2767162"/>
                  </a:lnTo>
                  <a:lnTo>
                    <a:pt x="2464228" y="2767162"/>
                  </a:lnTo>
                  <a:lnTo>
                    <a:pt x="2464322" y="2767162"/>
                  </a:lnTo>
                  <a:lnTo>
                    <a:pt x="2464415" y="2767162"/>
                  </a:lnTo>
                  <a:lnTo>
                    <a:pt x="2464508" y="2767162"/>
                  </a:lnTo>
                  <a:lnTo>
                    <a:pt x="2464601" y="2767162"/>
                  </a:lnTo>
                  <a:lnTo>
                    <a:pt x="2464695" y="2767162"/>
                  </a:lnTo>
                  <a:lnTo>
                    <a:pt x="2464788" y="2767162"/>
                  </a:lnTo>
                  <a:lnTo>
                    <a:pt x="2464881" y="2767162"/>
                  </a:lnTo>
                  <a:lnTo>
                    <a:pt x="2464974" y="2767162"/>
                  </a:lnTo>
                  <a:lnTo>
                    <a:pt x="2465068" y="2767162"/>
                  </a:lnTo>
                  <a:lnTo>
                    <a:pt x="2465161" y="2767162"/>
                  </a:lnTo>
                  <a:lnTo>
                    <a:pt x="2465254" y="2767162"/>
                  </a:lnTo>
                  <a:lnTo>
                    <a:pt x="2465347" y="2767162"/>
                  </a:lnTo>
                  <a:lnTo>
                    <a:pt x="2465441" y="2767162"/>
                  </a:lnTo>
                  <a:lnTo>
                    <a:pt x="2465534" y="2767162"/>
                  </a:lnTo>
                  <a:lnTo>
                    <a:pt x="2465627" y="2767162"/>
                  </a:lnTo>
                  <a:lnTo>
                    <a:pt x="2465720" y="2767162"/>
                  </a:lnTo>
                  <a:lnTo>
                    <a:pt x="2465814" y="2767162"/>
                  </a:lnTo>
                  <a:lnTo>
                    <a:pt x="2465907" y="2767162"/>
                  </a:lnTo>
                  <a:lnTo>
                    <a:pt x="2466000" y="2767162"/>
                  </a:lnTo>
                  <a:lnTo>
                    <a:pt x="2466093" y="2767162"/>
                  </a:lnTo>
                  <a:lnTo>
                    <a:pt x="2466187" y="2767162"/>
                  </a:lnTo>
                  <a:lnTo>
                    <a:pt x="2466280" y="2767162"/>
                  </a:lnTo>
                  <a:lnTo>
                    <a:pt x="2466373" y="2767162"/>
                  </a:lnTo>
                  <a:lnTo>
                    <a:pt x="2466373" y="2757208"/>
                  </a:lnTo>
                  <a:lnTo>
                    <a:pt x="2466466" y="2757208"/>
                  </a:lnTo>
                  <a:lnTo>
                    <a:pt x="2466560" y="2757208"/>
                  </a:lnTo>
                  <a:lnTo>
                    <a:pt x="2466653" y="2757208"/>
                  </a:lnTo>
                  <a:lnTo>
                    <a:pt x="2466746" y="2757208"/>
                  </a:lnTo>
                  <a:lnTo>
                    <a:pt x="2466839" y="2757208"/>
                  </a:lnTo>
                  <a:lnTo>
                    <a:pt x="2466933" y="2757208"/>
                  </a:lnTo>
                  <a:lnTo>
                    <a:pt x="2467026" y="2757208"/>
                  </a:lnTo>
                  <a:lnTo>
                    <a:pt x="2467119" y="2757208"/>
                  </a:lnTo>
                  <a:lnTo>
                    <a:pt x="2467212" y="2757208"/>
                  </a:lnTo>
                  <a:lnTo>
                    <a:pt x="2467306" y="2757208"/>
                  </a:lnTo>
                  <a:lnTo>
                    <a:pt x="2467399" y="2757208"/>
                  </a:lnTo>
                  <a:lnTo>
                    <a:pt x="2467492" y="2757208"/>
                  </a:lnTo>
                  <a:lnTo>
                    <a:pt x="2467585" y="2757208"/>
                  </a:lnTo>
                  <a:lnTo>
                    <a:pt x="2467679" y="2757208"/>
                  </a:lnTo>
                  <a:lnTo>
                    <a:pt x="2467772" y="2757208"/>
                  </a:lnTo>
                  <a:lnTo>
                    <a:pt x="2467865" y="2757208"/>
                  </a:lnTo>
                  <a:lnTo>
                    <a:pt x="2467958" y="2757208"/>
                  </a:lnTo>
                  <a:lnTo>
                    <a:pt x="2468052" y="2757208"/>
                  </a:lnTo>
                  <a:lnTo>
                    <a:pt x="2468145" y="2757208"/>
                  </a:lnTo>
                  <a:lnTo>
                    <a:pt x="2468238" y="2757208"/>
                  </a:lnTo>
                  <a:lnTo>
                    <a:pt x="2468331" y="2757208"/>
                  </a:lnTo>
                  <a:lnTo>
                    <a:pt x="2468425" y="2757208"/>
                  </a:lnTo>
                  <a:lnTo>
                    <a:pt x="2468518" y="2757208"/>
                  </a:lnTo>
                  <a:lnTo>
                    <a:pt x="2468611" y="2757208"/>
                  </a:lnTo>
                  <a:lnTo>
                    <a:pt x="2468704" y="2757208"/>
                  </a:lnTo>
                  <a:lnTo>
                    <a:pt x="2468798" y="2757208"/>
                  </a:lnTo>
                  <a:lnTo>
                    <a:pt x="2468891" y="2757208"/>
                  </a:lnTo>
                  <a:lnTo>
                    <a:pt x="2468984" y="2757208"/>
                  </a:lnTo>
                  <a:lnTo>
                    <a:pt x="2469077" y="2757208"/>
                  </a:lnTo>
                  <a:lnTo>
                    <a:pt x="2469171" y="2757208"/>
                  </a:lnTo>
                  <a:lnTo>
                    <a:pt x="2469264" y="2757208"/>
                  </a:lnTo>
                  <a:lnTo>
                    <a:pt x="2469357" y="2757208"/>
                  </a:lnTo>
                  <a:lnTo>
                    <a:pt x="2469450" y="2757208"/>
                  </a:lnTo>
                  <a:lnTo>
                    <a:pt x="2469544" y="2757208"/>
                  </a:lnTo>
                  <a:lnTo>
                    <a:pt x="2469637" y="2757208"/>
                  </a:lnTo>
                  <a:lnTo>
                    <a:pt x="2469730" y="2757208"/>
                  </a:lnTo>
                  <a:lnTo>
                    <a:pt x="2469823" y="2757208"/>
                  </a:lnTo>
                  <a:lnTo>
                    <a:pt x="2469916" y="2757208"/>
                  </a:lnTo>
                  <a:lnTo>
                    <a:pt x="2470010" y="2757208"/>
                  </a:lnTo>
                  <a:lnTo>
                    <a:pt x="2470103" y="2757208"/>
                  </a:lnTo>
                  <a:lnTo>
                    <a:pt x="2470196" y="2757208"/>
                  </a:lnTo>
                  <a:lnTo>
                    <a:pt x="2470289" y="2757208"/>
                  </a:lnTo>
                  <a:lnTo>
                    <a:pt x="2470383" y="2757208"/>
                  </a:lnTo>
                  <a:lnTo>
                    <a:pt x="2470476" y="2757208"/>
                  </a:lnTo>
                  <a:lnTo>
                    <a:pt x="2470569" y="2757208"/>
                  </a:lnTo>
                  <a:lnTo>
                    <a:pt x="2470662" y="2757208"/>
                  </a:lnTo>
                  <a:lnTo>
                    <a:pt x="2470756" y="2757208"/>
                  </a:lnTo>
                  <a:lnTo>
                    <a:pt x="2470849" y="2757208"/>
                  </a:lnTo>
                  <a:lnTo>
                    <a:pt x="2470942" y="2757208"/>
                  </a:lnTo>
                  <a:lnTo>
                    <a:pt x="2471035" y="2757208"/>
                  </a:lnTo>
                  <a:lnTo>
                    <a:pt x="2471129" y="2757208"/>
                  </a:lnTo>
                  <a:lnTo>
                    <a:pt x="2471222" y="2757208"/>
                  </a:lnTo>
                  <a:lnTo>
                    <a:pt x="2471315" y="2757208"/>
                  </a:lnTo>
                  <a:lnTo>
                    <a:pt x="2471408" y="2757208"/>
                  </a:lnTo>
                  <a:lnTo>
                    <a:pt x="2471502" y="2757208"/>
                  </a:lnTo>
                  <a:lnTo>
                    <a:pt x="2471595" y="2757208"/>
                  </a:lnTo>
                  <a:lnTo>
                    <a:pt x="2471688" y="2757208"/>
                  </a:lnTo>
                  <a:lnTo>
                    <a:pt x="2471781" y="2757208"/>
                  </a:lnTo>
                  <a:lnTo>
                    <a:pt x="2471875" y="2757208"/>
                  </a:lnTo>
                  <a:lnTo>
                    <a:pt x="2471968" y="2757208"/>
                  </a:lnTo>
                  <a:lnTo>
                    <a:pt x="2472061" y="2757208"/>
                  </a:lnTo>
                  <a:lnTo>
                    <a:pt x="2472154" y="2757208"/>
                  </a:lnTo>
                  <a:lnTo>
                    <a:pt x="2472248" y="2757208"/>
                  </a:lnTo>
                  <a:lnTo>
                    <a:pt x="2472341" y="2757208"/>
                  </a:lnTo>
                  <a:lnTo>
                    <a:pt x="2472434" y="2757208"/>
                  </a:lnTo>
                  <a:lnTo>
                    <a:pt x="2472527" y="2757208"/>
                  </a:lnTo>
                  <a:lnTo>
                    <a:pt x="2472621" y="2757208"/>
                  </a:lnTo>
                  <a:lnTo>
                    <a:pt x="2472714" y="2757208"/>
                  </a:lnTo>
                  <a:lnTo>
                    <a:pt x="2472807" y="2757208"/>
                  </a:lnTo>
                  <a:lnTo>
                    <a:pt x="2472900" y="2757208"/>
                  </a:lnTo>
                  <a:lnTo>
                    <a:pt x="2472994" y="2757208"/>
                  </a:lnTo>
                  <a:lnTo>
                    <a:pt x="2473087" y="2757208"/>
                  </a:lnTo>
                  <a:lnTo>
                    <a:pt x="2473180" y="2757208"/>
                  </a:lnTo>
                  <a:lnTo>
                    <a:pt x="2473273" y="2757208"/>
                  </a:lnTo>
                  <a:lnTo>
                    <a:pt x="2473367" y="2757208"/>
                  </a:lnTo>
                  <a:lnTo>
                    <a:pt x="2473460" y="2757208"/>
                  </a:lnTo>
                  <a:lnTo>
                    <a:pt x="2473553" y="2757208"/>
                  </a:lnTo>
                  <a:lnTo>
                    <a:pt x="2473646" y="2757208"/>
                  </a:lnTo>
                  <a:lnTo>
                    <a:pt x="2473740" y="2757208"/>
                  </a:lnTo>
                  <a:lnTo>
                    <a:pt x="2473833" y="2757208"/>
                  </a:lnTo>
                  <a:lnTo>
                    <a:pt x="2473926" y="2757208"/>
                  </a:lnTo>
                  <a:lnTo>
                    <a:pt x="2474019" y="2757208"/>
                  </a:lnTo>
                  <a:lnTo>
                    <a:pt x="2474113" y="2757208"/>
                  </a:lnTo>
                  <a:lnTo>
                    <a:pt x="2474206" y="2757208"/>
                  </a:lnTo>
                  <a:lnTo>
                    <a:pt x="2474299" y="2757208"/>
                  </a:lnTo>
                  <a:lnTo>
                    <a:pt x="2474392" y="2757208"/>
                  </a:lnTo>
                  <a:lnTo>
                    <a:pt x="2474486" y="2757208"/>
                  </a:lnTo>
                  <a:lnTo>
                    <a:pt x="2474579" y="2757208"/>
                  </a:lnTo>
                  <a:lnTo>
                    <a:pt x="2474672" y="2757208"/>
                  </a:lnTo>
                  <a:lnTo>
                    <a:pt x="2474765" y="2757208"/>
                  </a:lnTo>
                  <a:lnTo>
                    <a:pt x="2474859" y="2757208"/>
                  </a:lnTo>
                  <a:lnTo>
                    <a:pt x="2474952" y="2757208"/>
                  </a:lnTo>
                  <a:lnTo>
                    <a:pt x="2475045" y="2757208"/>
                  </a:lnTo>
                  <a:lnTo>
                    <a:pt x="2475138" y="2757208"/>
                  </a:lnTo>
                  <a:lnTo>
                    <a:pt x="2475232" y="2757208"/>
                  </a:lnTo>
                  <a:lnTo>
                    <a:pt x="2475325" y="2757208"/>
                  </a:lnTo>
                  <a:lnTo>
                    <a:pt x="2475418" y="2757208"/>
                  </a:lnTo>
                  <a:lnTo>
                    <a:pt x="2475511" y="2757208"/>
                  </a:lnTo>
                  <a:lnTo>
                    <a:pt x="2475605" y="2757208"/>
                  </a:lnTo>
                  <a:lnTo>
                    <a:pt x="2475698" y="2757208"/>
                  </a:lnTo>
                  <a:lnTo>
                    <a:pt x="2475791" y="2757208"/>
                  </a:lnTo>
                  <a:lnTo>
                    <a:pt x="2475884" y="2757208"/>
                  </a:lnTo>
                  <a:lnTo>
                    <a:pt x="2475978" y="2757208"/>
                  </a:lnTo>
                  <a:lnTo>
                    <a:pt x="2476071" y="2757208"/>
                  </a:lnTo>
                  <a:lnTo>
                    <a:pt x="2476164" y="2757208"/>
                  </a:lnTo>
                  <a:lnTo>
                    <a:pt x="2476257" y="2757208"/>
                  </a:lnTo>
                  <a:lnTo>
                    <a:pt x="2476351" y="2757208"/>
                  </a:lnTo>
                  <a:lnTo>
                    <a:pt x="2476444" y="2757208"/>
                  </a:lnTo>
                  <a:lnTo>
                    <a:pt x="2476537" y="2757208"/>
                  </a:lnTo>
                  <a:lnTo>
                    <a:pt x="2476630" y="2757208"/>
                  </a:lnTo>
                  <a:lnTo>
                    <a:pt x="2476724" y="2757208"/>
                  </a:lnTo>
                  <a:lnTo>
                    <a:pt x="2476817" y="2757208"/>
                  </a:lnTo>
                  <a:lnTo>
                    <a:pt x="2476910" y="2757208"/>
                  </a:lnTo>
                  <a:lnTo>
                    <a:pt x="2477003" y="2757208"/>
                  </a:lnTo>
                  <a:lnTo>
                    <a:pt x="2477096" y="2757208"/>
                  </a:lnTo>
                  <a:lnTo>
                    <a:pt x="2477190" y="2757208"/>
                  </a:lnTo>
                  <a:lnTo>
                    <a:pt x="2477283" y="2757208"/>
                  </a:lnTo>
                  <a:lnTo>
                    <a:pt x="2477376" y="2757208"/>
                  </a:lnTo>
                  <a:lnTo>
                    <a:pt x="2477469" y="2757208"/>
                  </a:lnTo>
                  <a:lnTo>
                    <a:pt x="2477563" y="2757208"/>
                  </a:lnTo>
                  <a:lnTo>
                    <a:pt x="2477656" y="2757208"/>
                  </a:lnTo>
                  <a:lnTo>
                    <a:pt x="2477749" y="2757208"/>
                  </a:lnTo>
                  <a:lnTo>
                    <a:pt x="2477842" y="2757208"/>
                  </a:lnTo>
                  <a:lnTo>
                    <a:pt x="2477936" y="2757208"/>
                  </a:lnTo>
                  <a:lnTo>
                    <a:pt x="2478029" y="2757208"/>
                  </a:lnTo>
                  <a:lnTo>
                    <a:pt x="2478122" y="2757208"/>
                  </a:lnTo>
                  <a:lnTo>
                    <a:pt x="2478215" y="2757208"/>
                  </a:lnTo>
                  <a:lnTo>
                    <a:pt x="2478309" y="2757208"/>
                  </a:lnTo>
                  <a:lnTo>
                    <a:pt x="2478402" y="2757208"/>
                  </a:lnTo>
                  <a:lnTo>
                    <a:pt x="2478495" y="2757208"/>
                  </a:lnTo>
                  <a:lnTo>
                    <a:pt x="2478588" y="2757208"/>
                  </a:lnTo>
                  <a:lnTo>
                    <a:pt x="2478682" y="2757208"/>
                  </a:lnTo>
                  <a:lnTo>
                    <a:pt x="2478775" y="2757208"/>
                  </a:lnTo>
                  <a:lnTo>
                    <a:pt x="2478868" y="2757208"/>
                  </a:lnTo>
                  <a:lnTo>
                    <a:pt x="2478961" y="2757208"/>
                  </a:lnTo>
                  <a:lnTo>
                    <a:pt x="2479055" y="2757208"/>
                  </a:lnTo>
                  <a:lnTo>
                    <a:pt x="2479148" y="2757208"/>
                  </a:lnTo>
                  <a:lnTo>
                    <a:pt x="2479241" y="2757208"/>
                  </a:lnTo>
                  <a:lnTo>
                    <a:pt x="2479334" y="2757208"/>
                  </a:lnTo>
                  <a:lnTo>
                    <a:pt x="2479428" y="2757208"/>
                  </a:lnTo>
                  <a:lnTo>
                    <a:pt x="2479521" y="2757208"/>
                  </a:lnTo>
                  <a:lnTo>
                    <a:pt x="2479614" y="2757208"/>
                  </a:lnTo>
                  <a:lnTo>
                    <a:pt x="2479707" y="2757208"/>
                  </a:lnTo>
                  <a:lnTo>
                    <a:pt x="2479801" y="2757208"/>
                  </a:lnTo>
                  <a:lnTo>
                    <a:pt x="2479894" y="2757208"/>
                  </a:lnTo>
                  <a:lnTo>
                    <a:pt x="2479987" y="2757208"/>
                  </a:lnTo>
                  <a:lnTo>
                    <a:pt x="2480080" y="2757208"/>
                  </a:lnTo>
                  <a:lnTo>
                    <a:pt x="2480174" y="2757208"/>
                  </a:lnTo>
                  <a:lnTo>
                    <a:pt x="2480267" y="2757208"/>
                  </a:lnTo>
                  <a:lnTo>
                    <a:pt x="2480360" y="2757208"/>
                  </a:lnTo>
                  <a:lnTo>
                    <a:pt x="2480453" y="2757208"/>
                  </a:lnTo>
                  <a:lnTo>
                    <a:pt x="2480547" y="2757208"/>
                  </a:lnTo>
                  <a:lnTo>
                    <a:pt x="2480640" y="2757208"/>
                  </a:lnTo>
                  <a:lnTo>
                    <a:pt x="2480733" y="2757208"/>
                  </a:lnTo>
                  <a:lnTo>
                    <a:pt x="2480733" y="2747255"/>
                  </a:lnTo>
                  <a:lnTo>
                    <a:pt x="2480733" y="2737301"/>
                  </a:lnTo>
                  <a:lnTo>
                    <a:pt x="2480826" y="2737301"/>
                  </a:lnTo>
                  <a:lnTo>
                    <a:pt x="2480920" y="2737301"/>
                  </a:lnTo>
                  <a:lnTo>
                    <a:pt x="2481013" y="2737301"/>
                  </a:lnTo>
                  <a:lnTo>
                    <a:pt x="2481106" y="2737301"/>
                  </a:lnTo>
                  <a:lnTo>
                    <a:pt x="2481199" y="2737301"/>
                  </a:lnTo>
                  <a:lnTo>
                    <a:pt x="2481293" y="2737301"/>
                  </a:lnTo>
                  <a:lnTo>
                    <a:pt x="2481386" y="2737301"/>
                  </a:lnTo>
                  <a:lnTo>
                    <a:pt x="2481479" y="2737301"/>
                  </a:lnTo>
                  <a:lnTo>
                    <a:pt x="2481572" y="2737301"/>
                  </a:lnTo>
                  <a:lnTo>
                    <a:pt x="2481666" y="2737301"/>
                  </a:lnTo>
                  <a:lnTo>
                    <a:pt x="2481759" y="2737301"/>
                  </a:lnTo>
                  <a:lnTo>
                    <a:pt x="2481852" y="2737301"/>
                  </a:lnTo>
                  <a:lnTo>
                    <a:pt x="2481945" y="2737301"/>
                  </a:lnTo>
                  <a:lnTo>
                    <a:pt x="2482039" y="2737301"/>
                  </a:lnTo>
                  <a:lnTo>
                    <a:pt x="2482132" y="2737301"/>
                  </a:lnTo>
                  <a:lnTo>
                    <a:pt x="2482225" y="2737301"/>
                  </a:lnTo>
                  <a:lnTo>
                    <a:pt x="2482318" y="2737301"/>
                  </a:lnTo>
                  <a:lnTo>
                    <a:pt x="2482412" y="2737301"/>
                  </a:lnTo>
                  <a:lnTo>
                    <a:pt x="2482505" y="2737301"/>
                  </a:lnTo>
                  <a:lnTo>
                    <a:pt x="2482598" y="2737301"/>
                  </a:lnTo>
                  <a:lnTo>
                    <a:pt x="2482691" y="2737301"/>
                  </a:lnTo>
                  <a:lnTo>
                    <a:pt x="2482785" y="2737301"/>
                  </a:lnTo>
                  <a:lnTo>
                    <a:pt x="2482878" y="2737301"/>
                  </a:lnTo>
                  <a:lnTo>
                    <a:pt x="2482971" y="2737301"/>
                  </a:lnTo>
                  <a:lnTo>
                    <a:pt x="2483064" y="2737301"/>
                  </a:lnTo>
                  <a:lnTo>
                    <a:pt x="2483158" y="2737301"/>
                  </a:lnTo>
                  <a:lnTo>
                    <a:pt x="2483251" y="2737301"/>
                  </a:lnTo>
                  <a:lnTo>
                    <a:pt x="2483344" y="2737301"/>
                  </a:lnTo>
                  <a:lnTo>
                    <a:pt x="2483437" y="2737301"/>
                  </a:lnTo>
                  <a:lnTo>
                    <a:pt x="2483531" y="2737301"/>
                  </a:lnTo>
                  <a:lnTo>
                    <a:pt x="2483624" y="2737301"/>
                  </a:lnTo>
                  <a:lnTo>
                    <a:pt x="2483717" y="2737301"/>
                  </a:lnTo>
                  <a:lnTo>
                    <a:pt x="2483810" y="2737301"/>
                  </a:lnTo>
                  <a:lnTo>
                    <a:pt x="2483903" y="2737301"/>
                  </a:lnTo>
                  <a:lnTo>
                    <a:pt x="2483997" y="2737301"/>
                  </a:lnTo>
                  <a:lnTo>
                    <a:pt x="2484090" y="2737301"/>
                  </a:lnTo>
                  <a:lnTo>
                    <a:pt x="2484183" y="2737301"/>
                  </a:lnTo>
                  <a:lnTo>
                    <a:pt x="2484276" y="2737301"/>
                  </a:lnTo>
                  <a:lnTo>
                    <a:pt x="2484370" y="2737301"/>
                  </a:lnTo>
                  <a:lnTo>
                    <a:pt x="2484463" y="2737301"/>
                  </a:lnTo>
                  <a:lnTo>
                    <a:pt x="2484556" y="2737301"/>
                  </a:lnTo>
                  <a:lnTo>
                    <a:pt x="2484649" y="2737301"/>
                  </a:lnTo>
                  <a:lnTo>
                    <a:pt x="2484743" y="2737301"/>
                  </a:lnTo>
                  <a:lnTo>
                    <a:pt x="2484836" y="2737301"/>
                  </a:lnTo>
                  <a:lnTo>
                    <a:pt x="2484929" y="2737301"/>
                  </a:lnTo>
                  <a:lnTo>
                    <a:pt x="2485022" y="2737301"/>
                  </a:lnTo>
                  <a:lnTo>
                    <a:pt x="2485116" y="2737301"/>
                  </a:lnTo>
                  <a:lnTo>
                    <a:pt x="2485209" y="2737301"/>
                  </a:lnTo>
                  <a:lnTo>
                    <a:pt x="2485302" y="2737301"/>
                  </a:lnTo>
                  <a:lnTo>
                    <a:pt x="2485395" y="2737301"/>
                  </a:lnTo>
                  <a:lnTo>
                    <a:pt x="2485489" y="2737301"/>
                  </a:lnTo>
                  <a:lnTo>
                    <a:pt x="2485582" y="2737301"/>
                  </a:lnTo>
                  <a:lnTo>
                    <a:pt x="2485675" y="2737301"/>
                  </a:lnTo>
                  <a:lnTo>
                    <a:pt x="2485768" y="2737301"/>
                  </a:lnTo>
                  <a:lnTo>
                    <a:pt x="2485862" y="2737301"/>
                  </a:lnTo>
                  <a:lnTo>
                    <a:pt x="2485955" y="2737301"/>
                  </a:lnTo>
                  <a:lnTo>
                    <a:pt x="2486048" y="2737301"/>
                  </a:lnTo>
                  <a:lnTo>
                    <a:pt x="2486141" y="2737301"/>
                  </a:lnTo>
                  <a:lnTo>
                    <a:pt x="2486235" y="2737301"/>
                  </a:lnTo>
                  <a:lnTo>
                    <a:pt x="2486328" y="2737301"/>
                  </a:lnTo>
                  <a:lnTo>
                    <a:pt x="2486421" y="2737301"/>
                  </a:lnTo>
                  <a:lnTo>
                    <a:pt x="2486514" y="2737301"/>
                  </a:lnTo>
                  <a:lnTo>
                    <a:pt x="2486608" y="2737301"/>
                  </a:lnTo>
                  <a:lnTo>
                    <a:pt x="2486701" y="2737301"/>
                  </a:lnTo>
                  <a:lnTo>
                    <a:pt x="2486794" y="2737301"/>
                  </a:lnTo>
                  <a:lnTo>
                    <a:pt x="2486887" y="2737301"/>
                  </a:lnTo>
                  <a:lnTo>
                    <a:pt x="2486981" y="2737301"/>
                  </a:lnTo>
                  <a:lnTo>
                    <a:pt x="2487074" y="2737301"/>
                  </a:lnTo>
                  <a:lnTo>
                    <a:pt x="2487167" y="2737301"/>
                  </a:lnTo>
                  <a:lnTo>
                    <a:pt x="2487260" y="2737301"/>
                  </a:lnTo>
                  <a:lnTo>
                    <a:pt x="2487354" y="2737301"/>
                  </a:lnTo>
                  <a:lnTo>
                    <a:pt x="2487447" y="2737301"/>
                  </a:lnTo>
                  <a:lnTo>
                    <a:pt x="2487540" y="2737301"/>
                  </a:lnTo>
                  <a:lnTo>
                    <a:pt x="2487633" y="2737301"/>
                  </a:lnTo>
                  <a:lnTo>
                    <a:pt x="2487727" y="2737301"/>
                  </a:lnTo>
                  <a:lnTo>
                    <a:pt x="2487820" y="2737301"/>
                  </a:lnTo>
                  <a:lnTo>
                    <a:pt x="2487913" y="2737301"/>
                  </a:lnTo>
                  <a:lnTo>
                    <a:pt x="2488006" y="2737301"/>
                  </a:lnTo>
                  <a:lnTo>
                    <a:pt x="2488100" y="2737301"/>
                  </a:lnTo>
                  <a:lnTo>
                    <a:pt x="2488193" y="2737301"/>
                  </a:lnTo>
                  <a:lnTo>
                    <a:pt x="2488286" y="2737301"/>
                  </a:lnTo>
                  <a:lnTo>
                    <a:pt x="2488379" y="2737301"/>
                  </a:lnTo>
                  <a:lnTo>
                    <a:pt x="2488473" y="2737301"/>
                  </a:lnTo>
                  <a:lnTo>
                    <a:pt x="2488566" y="2737301"/>
                  </a:lnTo>
                  <a:lnTo>
                    <a:pt x="2488659" y="2737301"/>
                  </a:lnTo>
                  <a:lnTo>
                    <a:pt x="2488752" y="2737301"/>
                  </a:lnTo>
                  <a:lnTo>
                    <a:pt x="2488846" y="2737301"/>
                  </a:lnTo>
                  <a:lnTo>
                    <a:pt x="2488939" y="2737301"/>
                  </a:lnTo>
                  <a:lnTo>
                    <a:pt x="2489032" y="2737301"/>
                  </a:lnTo>
                  <a:lnTo>
                    <a:pt x="2489125" y="2737301"/>
                  </a:lnTo>
                  <a:lnTo>
                    <a:pt x="2489219" y="2737301"/>
                  </a:lnTo>
                  <a:lnTo>
                    <a:pt x="2489312" y="2737301"/>
                  </a:lnTo>
                  <a:lnTo>
                    <a:pt x="2489405" y="2737301"/>
                  </a:lnTo>
                  <a:lnTo>
                    <a:pt x="2489498" y="2737301"/>
                  </a:lnTo>
                  <a:lnTo>
                    <a:pt x="2489592" y="2737301"/>
                  </a:lnTo>
                  <a:lnTo>
                    <a:pt x="2489685" y="2737301"/>
                  </a:lnTo>
                  <a:lnTo>
                    <a:pt x="2489778" y="2737301"/>
                  </a:lnTo>
                  <a:lnTo>
                    <a:pt x="2489871" y="2737301"/>
                  </a:lnTo>
                  <a:lnTo>
                    <a:pt x="2489965" y="2737301"/>
                  </a:lnTo>
                  <a:lnTo>
                    <a:pt x="2490058" y="2737301"/>
                  </a:lnTo>
                  <a:lnTo>
                    <a:pt x="2490151" y="2737301"/>
                  </a:lnTo>
                  <a:lnTo>
                    <a:pt x="2490244" y="2737301"/>
                  </a:lnTo>
                  <a:lnTo>
                    <a:pt x="2490338" y="2737301"/>
                  </a:lnTo>
                  <a:lnTo>
                    <a:pt x="2490431" y="2737301"/>
                  </a:lnTo>
                  <a:lnTo>
                    <a:pt x="2490524" y="2737301"/>
                  </a:lnTo>
                  <a:lnTo>
                    <a:pt x="2490617" y="2737301"/>
                  </a:lnTo>
                  <a:lnTo>
                    <a:pt x="2490710" y="2737301"/>
                  </a:lnTo>
                  <a:lnTo>
                    <a:pt x="2490804" y="2737301"/>
                  </a:lnTo>
                  <a:lnTo>
                    <a:pt x="2490897" y="2737301"/>
                  </a:lnTo>
                  <a:lnTo>
                    <a:pt x="2490990" y="2737301"/>
                  </a:lnTo>
                  <a:lnTo>
                    <a:pt x="2491083" y="2737301"/>
                  </a:lnTo>
                  <a:lnTo>
                    <a:pt x="2491177" y="2737301"/>
                  </a:lnTo>
                  <a:lnTo>
                    <a:pt x="2491270" y="2737301"/>
                  </a:lnTo>
                  <a:lnTo>
                    <a:pt x="2491363" y="2737301"/>
                  </a:lnTo>
                  <a:lnTo>
                    <a:pt x="2491456" y="2737301"/>
                  </a:lnTo>
                  <a:lnTo>
                    <a:pt x="2491550" y="2737301"/>
                  </a:lnTo>
                  <a:lnTo>
                    <a:pt x="2491643" y="2737301"/>
                  </a:lnTo>
                  <a:lnTo>
                    <a:pt x="2491736" y="2737301"/>
                  </a:lnTo>
                  <a:lnTo>
                    <a:pt x="2491829" y="2737301"/>
                  </a:lnTo>
                  <a:lnTo>
                    <a:pt x="2491923" y="2737301"/>
                  </a:lnTo>
                  <a:lnTo>
                    <a:pt x="2492016" y="2737301"/>
                  </a:lnTo>
                  <a:lnTo>
                    <a:pt x="2492109" y="2737301"/>
                  </a:lnTo>
                  <a:lnTo>
                    <a:pt x="2492202" y="2737301"/>
                  </a:lnTo>
                  <a:lnTo>
                    <a:pt x="2492296" y="2737301"/>
                  </a:lnTo>
                  <a:lnTo>
                    <a:pt x="2492389" y="2737301"/>
                  </a:lnTo>
                  <a:lnTo>
                    <a:pt x="2492482" y="2737301"/>
                  </a:lnTo>
                  <a:lnTo>
                    <a:pt x="2492482" y="2727347"/>
                  </a:lnTo>
                  <a:lnTo>
                    <a:pt x="2492575" y="2727347"/>
                  </a:lnTo>
                  <a:lnTo>
                    <a:pt x="2492669" y="2727347"/>
                  </a:lnTo>
                  <a:lnTo>
                    <a:pt x="2492762" y="2727347"/>
                  </a:lnTo>
                  <a:lnTo>
                    <a:pt x="2492855" y="2727347"/>
                  </a:lnTo>
                  <a:lnTo>
                    <a:pt x="2492948" y="2727347"/>
                  </a:lnTo>
                  <a:lnTo>
                    <a:pt x="2493042" y="2727347"/>
                  </a:lnTo>
                  <a:lnTo>
                    <a:pt x="2493135" y="2727347"/>
                  </a:lnTo>
                  <a:lnTo>
                    <a:pt x="2493228" y="2727347"/>
                  </a:lnTo>
                  <a:lnTo>
                    <a:pt x="2493228" y="2717393"/>
                  </a:lnTo>
                  <a:lnTo>
                    <a:pt x="2493321" y="2717393"/>
                  </a:lnTo>
                  <a:lnTo>
                    <a:pt x="2493415" y="2717393"/>
                  </a:lnTo>
                  <a:lnTo>
                    <a:pt x="2493508" y="2717393"/>
                  </a:lnTo>
                  <a:lnTo>
                    <a:pt x="2493601" y="2717393"/>
                  </a:lnTo>
                  <a:lnTo>
                    <a:pt x="2493694" y="2717393"/>
                  </a:lnTo>
                  <a:lnTo>
                    <a:pt x="2493788" y="2717393"/>
                  </a:lnTo>
                  <a:lnTo>
                    <a:pt x="2493881" y="2717393"/>
                  </a:lnTo>
                  <a:lnTo>
                    <a:pt x="2493974" y="2717393"/>
                  </a:lnTo>
                  <a:lnTo>
                    <a:pt x="2494067" y="2717393"/>
                  </a:lnTo>
                  <a:lnTo>
                    <a:pt x="2494161" y="2717393"/>
                  </a:lnTo>
                  <a:lnTo>
                    <a:pt x="2494254" y="2717393"/>
                  </a:lnTo>
                  <a:lnTo>
                    <a:pt x="2494347" y="2717393"/>
                  </a:lnTo>
                  <a:lnTo>
                    <a:pt x="2494440" y="2717393"/>
                  </a:lnTo>
                  <a:lnTo>
                    <a:pt x="2494534" y="2717393"/>
                  </a:lnTo>
                  <a:lnTo>
                    <a:pt x="2494627" y="2717393"/>
                  </a:lnTo>
                  <a:lnTo>
                    <a:pt x="2494720" y="2717393"/>
                  </a:lnTo>
                  <a:lnTo>
                    <a:pt x="2494813" y="2717393"/>
                  </a:lnTo>
                  <a:lnTo>
                    <a:pt x="2494907" y="2717393"/>
                  </a:lnTo>
                  <a:lnTo>
                    <a:pt x="2495000" y="2717393"/>
                  </a:lnTo>
                  <a:lnTo>
                    <a:pt x="2495093" y="2717393"/>
                  </a:lnTo>
                  <a:lnTo>
                    <a:pt x="2495186" y="2717393"/>
                  </a:lnTo>
                  <a:lnTo>
                    <a:pt x="2495280" y="2717393"/>
                  </a:lnTo>
                  <a:lnTo>
                    <a:pt x="2495373" y="2717393"/>
                  </a:lnTo>
                  <a:lnTo>
                    <a:pt x="2495466" y="2717393"/>
                  </a:lnTo>
                  <a:lnTo>
                    <a:pt x="2495559" y="2717393"/>
                  </a:lnTo>
                  <a:lnTo>
                    <a:pt x="2495653" y="2717393"/>
                  </a:lnTo>
                  <a:lnTo>
                    <a:pt x="2495746" y="2717393"/>
                  </a:lnTo>
                  <a:lnTo>
                    <a:pt x="2495839" y="2717393"/>
                  </a:lnTo>
                  <a:lnTo>
                    <a:pt x="2495932" y="2717393"/>
                  </a:lnTo>
                  <a:lnTo>
                    <a:pt x="2496026" y="2717393"/>
                  </a:lnTo>
                  <a:lnTo>
                    <a:pt x="2496119" y="2717393"/>
                  </a:lnTo>
                  <a:lnTo>
                    <a:pt x="2496212" y="2717393"/>
                  </a:lnTo>
                  <a:lnTo>
                    <a:pt x="2496305" y="2717393"/>
                  </a:lnTo>
                  <a:lnTo>
                    <a:pt x="2496399" y="2717393"/>
                  </a:lnTo>
                  <a:lnTo>
                    <a:pt x="2496492" y="2717393"/>
                  </a:lnTo>
                  <a:lnTo>
                    <a:pt x="2496585" y="2717393"/>
                  </a:lnTo>
                  <a:lnTo>
                    <a:pt x="2496678" y="2717393"/>
                  </a:lnTo>
                  <a:lnTo>
                    <a:pt x="2496772" y="2717393"/>
                  </a:lnTo>
                  <a:lnTo>
                    <a:pt x="2496865" y="2717393"/>
                  </a:lnTo>
                  <a:lnTo>
                    <a:pt x="2496865" y="2707439"/>
                  </a:lnTo>
                  <a:lnTo>
                    <a:pt x="2496958" y="2707439"/>
                  </a:lnTo>
                  <a:lnTo>
                    <a:pt x="2497051" y="2707439"/>
                  </a:lnTo>
                  <a:lnTo>
                    <a:pt x="2497145" y="2707439"/>
                  </a:lnTo>
                  <a:lnTo>
                    <a:pt x="2497238" y="2707439"/>
                  </a:lnTo>
                  <a:lnTo>
                    <a:pt x="2497331" y="2707439"/>
                  </a:lnTo>
                  <a:lnTo>
                    <a:pt x="2497424" y="2707439"/>
                  </a:lnTo>
                  <a:lnTo>
                    <a:pt x="2497518" y="2707439"/>
                  </a:lnTo>
                  <a:lnTo>
                    <a:pt x="2497611" y="2707439"/>
                  </a:lnTo>
                  <a:lnTo>
                    <a:pt x="2497704" y="2707439"/>
                  </a:lnTo>
                  <a:lnTo>
                    <a:pt x="2497797" y="2707439"/>
                  </a:lnTo>
                  <a:lnTo>
                    <a:pt x="2497890" y="2707439"/>
                  </a:lnTo>
                  <a:lnTo>
                    <a:pt x="2497984" y="2707439"/>
                  </a:lnTo>
                  <a:lnTo>
                    <a:pt x="2498077" y="2707439"/>
                  </a:lnTo>
                  <a:lnTo>
                    <a:pt x="2498170" y="2707439"/>
                  </a:lnTo>
                  <a:lnTo>
                    <a:pt x="2498263" y="2707439"/>
                  </a:lnTo>
                  <a:lnTo>
                    <a:pt x="2498357" y="2707439"/>
                  </a:lnTo>
                  <a:lnTo>
                    <a:pt x="2498450" y="2707439"/>
                  </a:lnTo>
                  <a:lnTo>
                    <a:pt x="2498543" y="2707439"/>
                  </a:lnTo>
                  <a:lnTo>
                    <a:pt x="2498636" y="2707439"/>
                  </a:lnTo>
                  <a:lnTo>
                    <a:pt x="2498730" y="2707439"/>
                  </a:lnTo>
                  <a:lnTo>
                    <a:pt x="2498823" y="2707439"/>
                  </a:lnTo>
                  <a:lnTo>
                    <a:pt x="2498916" y="2707439"/>
                  </a:lnTo>
                  <a:lnTo>
                    <a:pt x="2499009" y="2707439"/>
                  </a:lnTo>
                  <a:lnTo>
                    <a:pt x="2499103" y="2707439"/>
                  </a:lnTo>
                  <a:lnTo>
                    <a:pt x="2499196" y="2707439"/>
                  </a:lnTo>
                  <a:lnTo>
                    <a:pt x="2499289" y="2707439"/>
                  </a:lnTo>
                  <a:lnTo>
                    <a:pt x="2499382" y="2707439"/>
                  </a:lnTo>
                  <a:lnTo>
                    <a:pt x="2499476" y="2707439"/>
                  </a:lnTo>
                  <a:lnTo>
                    <a:pt x="2499569" y="2707439"/>
                  </a:lnTo>
                  <a:lnTo>
                    <a:pt x="2499662" y="2707439"/>
                  </a:lnTo>
                  <a:lnTo>
                    <a:pt x="2499755" y="2707439"/>
                  </a:lnTo>
                  <a:lnTo>
                    <a:pt x="2499849" y="2707439"/>
                  </a:lnTo>
                  <a:lnTo>
                    <a:pt x="2499942" y="2707439"/>
                  </a:lnTo>
                  <a:lnTo>
                    <a:pt x="2500035" y="2707439"/>
                  </a:lnTo>
                  <a:lnTo>
                    <a:pt x="2500035" y="2697485"/>
                  </a:lnTo>
                  <a:lnTo>
                    <a:pt x="2500128" y="2697485"/>
                  </a:lnTo>
                  <a:lnTo>
                    <a:pt x="2500222" y="2697485"/>
                  </a:lnTo>
                  <a:lnTo>
                    <a:pt x="2500315" y="2697485"/>
                  </a:lnTo>
                  <a:lnTo>
                    <a:pt x="2500315" y="2687532"/>
                  </a:lnTo>
                  <a:lnTo>
                    <a:pt x="2500408" y="2687532"/>
                  </a:lnTo>
                  <a:lnTo>
                    <a:pt x="2500501" y="2687532"/>
                  </a:lnTo>
                  <a:lnTo>
                    <a:pt x="2500595" y="2687532"/>
                  </a:lnTo>
                  <a:lnTo>
                    <a:pt x="2500688" y="2687532"/>
                  </a:lnTo>
                  <a:lnTo>
                    <a:pt x="2500781" y="2687532"/>
                  </a:lnTo>
                  <a:lnTo>
                    <a:pt x="2500874" y="2687532"/>
                  </a:lnTo>
                  <a:lnTo>
                    <a:pt x="2500968" y="2687532"/>
                  </a:lnTo>
                  <a:lnTo>
                    <a:pt x="2501061" y="2687532"/>
                  </a:lnTo>
                  <a:lnTo>
                    <a:pt x="2501154" y="2687532"/>
                  </a:lnTo>
                  <a:lnTo>
                    <a:pt x="2501247" y="2687532"/>
                  </a:lnTo>
                  <a:lnTo>
                    <a:pt x="2501341" y="2687532"/>
                  </a:lnTo>
                  <a:lnTo>
                    <a:pt x="2501434" y="2687532"/>
                  </a:lnTo>
                  <a:lnTo>
                    <a:pt x="2501527" y="2687532"/>
                  </a:lnTo>
                  <a:lnTo>
                    <a:pt x="2501620" y="2687532"/>
                  </a:lnTo>
                  <a:lnTo>
                    <a:pt x="2501714" y="2687532"/>
                  </a:lnTo>
                  <a:lnTo>
                    <a:pt x="2501807" y="2687532"/>
                  </a:lnTo>
                  <a:lnTo>
                    <a:pt x="2501900" y="2687532"/>
                  </a:lnTo>
                  <a:lnTo>
                    <a:pt x="2501993" y="2687532"/>
                  </a:lnTo>
                  <a:lnTo>
                    <a:pt x="2502087" y="2687532"/>
                  </a:lnTo>
                  <a:lnTo>
                    <a:pt x="2502180" y="2687532"/>
                  </a:lnTo>
                  <a:lnTo>
                    <a:pt x="2502273" y="2687532"/>
                  </a:lnTo>
                  <a:lnTo>
                    <a:pt x="2502366" y="2687532"/>
                  </a:lnTo>
                  <a:lnTo>
                    <a:pt x="2502460" y="2687532"/>
                  </a:lnTo>
                  <a:lnTo>
                    <a:pt x="2502553" y="2687532"/>
                  </a:lnTo>
                  <a:lnTo>
                    <a:pt x="2502646" y="2687532"/>
                  </a:lnTo>
                  <a:lnTo>
                    <a:pt x="2502739" y="2687532"/>
                  </a:lnTo>
                  <a:lnTo>
                    <a:pt x="2502833" y="2687532"/>
                  </a:lnTo>
                  <a:lnTo>
                    <a:pt x="2502926" y="2687532"/>
                  </a:lnTo>
                  <a:lnTo>
                    <a:pt x="2503019" y="2687532"/>
                  </a:lnTo>
                  <a:lnTo>
                    <a:pt x="2503112" y="2687532"/>
                  </a:lnTo>
                  <a:lnTo>
                    <a:pt x="2503206" y="2687532"/>
                  </a:lnTo>
                  <a:lnTo>
                    <a:pt x="2503299" y="2687532"/>
                  </a:lnTo>
                  <a:lnTo>
                    <a:pt x="2503392" y="2687532"/>
                  </a:lnTo>
                  <a:lnTo>
                    <a:pt x="2503485" y="2687532"/>
                  </a:lnTo>
                  <a:lnTo>
                    <a:pt x="2503579" y="2687532"/>
                  </a:lnTo>
                  <a:lnTo>
                    <a:pt x="2503672" y="2687532"/>
                  </a:lnTo>
                  <a:lnTo>
                    <a:pt x="2503765" y="2687532"/>
                  </a:lnTo>
                  <a:lnTo>
                    <a:pt x="2503858" y="2687532"/>
                  </a:lnTo>
                  <a:lnTo>
                    <a:pt x="2503952" y="2687532"/>
                  </a:lnTo>
                  <a:lnTo>
                    <a:pt x="2504045" y="2687532"/>
                  </a:lnTo>
                  <a:lnTo>
                    <a:pt x="2504138" y="2687532"/>
                  </a:lnTo>
                  <a:lnTo>
                    <a:pt x="2504231" y="2687532"/>
                  </a:lnTo>
                  <a:lnTo>
                    <a:pt x="2504325" y="2687532"/>
                  </a:lnTo>
                  <a:lnTo>
                    <a:pt x="2504418" y="2687532"/>
                  </a:lnTo>
                  <a:lnTo>
                    <a:pt x="2504511" y="2687532"/>
                  </a:lnTo>
                  <a:lnTo>
                    <a:pt x="2504604" y="2687532"/>
                  </a:lnTo>
                  <a:lnTo>
                    <a:pt x="2504697" y="2687532"/>
                  </a:lnTo>
                  <a:lnTo>
                    <a:pt x="2504791" y="2687532"/>
                  </a:lnTo>
                  <a:lnTo>
                    <a:pt x="2504884" y="2687532"/>
                  </a:lnTo>
                  <a:lnTo>
                    <a:pt x="2504977" y="2687532"/>
                  </a:lnTo>
                  <a:lnTo>
                    <a:pt x="2505070" y="2687532"/>
                  </a:lnTo>
                  <a:lnTo>
                    <a:pt x="2505164" y="2687532"/>
                  </a:lnTo>
                  <a:lnTo>
                    <a:pt x="2505257" y="2687532"/>
                  </a:lnTo>
                  <a:lnTo>
                    <a:pt x="2505350" y="2687532"/>
                  </a:lnTo>
                  <a:lnTo>
                    <a:pt x="2505443" y="2687532"/>
                  </a:lnTo>
                  <a:lnTo>
                    <a:pt x="2505537" y="2687532"/>
                  </a:lnTo>
                  <a:lnTo>
                    <a:pt x="2505630" y="2687532"/>
                  </a:lnTo>
                  <a:lnTo>
                    <a:pt x="2505723" y="2687532"/>
                  </a:lnTo>
                  <a:lnTo>
                    <a:pt x="2505816" y="2687532"/>
                  </a:lnTo>
                  <a:lnTo>
                    <a:pt x="2505910" y="2687532"/>
                  </a:lnTo>
                  <a:lnTo>
                    <a:pt x="2506003" y="2687532"/>
                  </a:lnTo>
                  <a:lnTo>
                    <a:pt x="2506096" y="2687532"/>
                  </a:lnTo>
                  <a:lnTo>
                    <a:pt x="2506189" y="2687532"/>
                  </a:lnTo>
                  <a:lnTo>
                    <a:pt x="2506283" y="2687532"/>
                  </a:lnTo>
                  <a:lnTo>
                    <a:pt x="2506376" y="2687532"/>
                  </a:lnTo>
                  <a:lnTo>
                    <a:pt x="2506469" y="2687532"/>
                  </a:lnTo>
                  <a:lnTo>
                    <a:pt x="2506562" y="2687532"/>
                  </a:lnTo>
                  <a:lnTo>
                    <a:pt x="2506656" y="2687532"/>
                  </a:lnTo>
                  <a:lnTo>
                    <a:pt x="2506749" y="2687532"/>
                  </a:lnTo>
                  <a:lnTo>
                    <a:pt x="2506842" y="2687532"/>
                  </a:lnTo>
                  <a:lnTo>
                    <a:pt x="2506935" y="2687532"/>
                  </a:lnTo>
                  <a:lnTo>
                    <a:pt x="2507029" y="2687532"/>
                  </a:lnTo>
                  <a:lnTo>
                    <a:pt x="2507122" y="2687532"/>
                  </a:lnTo>
                  <a:lnTo>
                    <a:pt x="2507215" y="2687532"/>
                  </a:lnTo>
                  <a:lnTo>
                    <a:pt x="2507308" y="2687532"/>
                  </a:lnTo>
                  <a:lnTo>
                    <a:pt x="2507402" y="2687532"/>
                  </a:lnTo>
                  <a:lnTo>
                    <a:pt x="2507495" y="2687532"/>
                  </a:lnTo>
                  <a:lnTo>
                    <a:pt x="2507588" y="2687532"/>
                  </a:lnTo>
                  <a:lnTo>
                    <a:pt x="2507681" y="2687532"/>
                  </a:lnTo>
                  <a:lnTo>
                    <a:pt x="2507775" y="2687532"/>
                  </a:lnTo>
                  <a:lnTo>
                    <a:pt x="2507868" y="2687532"/>
                  </a:lnTo>
                  <a:lnTo>
                    <a:pt x="2507961" y="2687532"/>
                  </a:lnTo>
                  <a:lnTo>
                    <a:pt x="2508054" y="2687532"/>
                  </a:lnTo>
                  <a:lnTo>
                    <a:pt x="2508148" y="2687532"/>
                  </a:lnTo>
                  <a:lnTo>
                    <a:pt x="2508241" y="2687532"/>
                  </a:lnTo>
                  <a:lnTo>
                    <a:pt x="2508334" y="2687532"/>
                  </a:lnTo>
                  <a:lnTo>
                    <a:pt x="2508427" y="2687532"/>
                  </a:lnTo>
                  <a:lnTo>
                    <a:pt x="2508521" y="2687532"/>
                  </a:lnTo>
                  <a:lnTo>
                    <a:pt x="2508614" y="2687532"/>
                  </a:lnTo>
                  <a:lnTo>
                    <a:pt x="2508707" y="2687532"/>
                  </a:lnTo>
                  <a:lnTo>
                    <a:pt x="2508800" y="2687532"/>
                  </a:lnTo>
                  <a:lnTo>
                    <a:pt x="2508894" y="2687532"/>
                  </a:lnTo>
                  <a:lnTo>
                    <a:pt x="2508987" y="2687532"/>
                  </a:lnTo>
                  <a:lnTo>
                    <a:pt x="2509080" y="2687532"/>
                  </a:lnTo>
                  <a:lnTo>
                    <a:pt x="2509173" y="2687532"/>
                  </a:lnTo>
                  <a:lnTo>
                    <a:pt x="2509267" y="2687532"/>
                  </a:lnTo>
                  <a:lnTo>
                    <a:pt x="2509360" y="2687532"/>
                  </a:lnTo>
                  <a:lnTo>
                    <a:pt x="2509453" y="2687532"/>
                  </a:lnTo>
                  <a:lnTo>
                    <a:pt x="2509546" y="2687532"/>
                  </a:lnTo>
                  <a:lnTo>
                    <a:pt x="2509640" y="2687532"/>
                  </a:lnTo>
                  <a:lnTo>
                    <a:pt x="2509733" y="2687532"/>
                  </a:lnTo>
                  <a:lnTo>
                    <a:pt x="2509826" y="2687532"/>
                  </a:lnTo>
                  <a:lnTo>
                    <a:pt x="2509919" y="2687532"/>
                  </a:lnTo>
                  <a:lnTo>
                    <a:pt x="2510013" y="2687532"/>
                  </a:lnTo>
                  <a:lnTo>
                    <a:pt x="2510106" y="2687532"/>
                  </a:lnTo>
                  <a:lnTo>
                    <a:pt x="2510199" y="2687532"/>
                  </a:lnTo>
                  <a:lnTo>
                    <a:pt x="2510292" y="2687532"/>
                  </a:lnTo>
                  <a:lnTo>
                    <a:pt x="2510292" y="2677578"/>
                  </a:lnTo>
                  <a:lnTo>
                    <a:pt x="2510386" y="2677578"/>
                  </a:lnTo>
                  <a:lnTo>
                    <a:pt x="2510479" y="2677578"/>
                  </a:lnTo>
                  <a:lnTo>
                    <a:pt x="2510572" y="2677578"/>
                  </a:lnTo>
                  <a:lnTo>
                    <a:pt x="2510665" y="2677578"/>
                  </a:lnTo>
                  <a:lnTo>
                    <a:pt x="2510759" y="2677578"/>
                  </a:lnTo>
                  <a:lnTo>
                    <a:pt x="2510852" y="2677578"/>
                  </a:lnTo>
                  <a:lnTo>
                    <a:pt x="2510945" y="2677578"/>
                  </a:lnTo>
                  <a:lnTo>
                    <a:pt x="2511038" y="2677578"/>
                  </a:lnTo>
                  <a:lnTo>
                    <a:pt x="2511132" y="2677578"/>
                  </a:lnTo>
                  <a:lnTo>
                    <a:pt x="2511225" y="2677578"/>
                  </a:lnTo>
                  <a:lnTo>
                    <a:pt x="2511318" y="2677578"/>
                  </a:lnTo>
                  <a:lnTo>
                    <a:pt x="2511411" y="2677578"/>
                  </a:lnTo>
                  <a:lnTo>
                    <a:pt x="2511504" y="2677578"/>
                  </a:lnTo>
                  <a:lnTo>
                    <a:pt x="2511598" y="2677578"/>
                  </a:lnTo>
                  <a:lnTo>
                    <a:pt x="2511691" y="2677578"/>
                  </a:lnTo>
                  <a:lnTo>
                    <a:pt x="2511784" y="2677578"/>
                  </a:lnTo>
                  <a:lnTo>
                    <a:pt x="2511877" y="2677578"/>
                  </a:lnTo>
                  <a:lnTo>
                    <a:pt x="2511971" y="2677578"/>
                  </a:lnTo>
                  <a:lnTo>
                    <a:pt x="2512064" y="2677578"/>
                  </a:lnTo>
                  <a:lnTo>
                    <a:pt x="2512157" y="2677578"/>
                  </a:lnTo>
                  <a:lnTo>
                    <a:pt x="2512250" y="2677578"/>
                  </a:lnTo>
                  <a:lnTo>
                    <a:pt x="2512344" y="2677578"/>
                  </a:lnTo>
                  <a:lnTo>
                    <a:pt x="2512437" y="2677578"/>
                  </a:lnTo>
                  <a:lnTo>
                    <a:pt x="2512530" y="2677578"/>
                  </a:lnTo>
                  <a:lnTo>
                    <a:pt x="2512623" y="2677578"/>
                  </a:lnTo>
                  <a:lnTo>
                    <a:pt x="2512717" y="2677578"/>
                  </a:lnTo>
                  <a:lnTo>
                    <a:pt x="2512810" y="2677578"/>
                  </a:lnTo>
                  <a:lnTo>
                    <a:pt x="2512903" y="2677578"/>
                  </a:lnTo>
                  <a:lnTo>
                    <a:pt x="2512996" y="2677578"/>
                  </a:lnTo>
                  <a:lnTo>
                    <a:pt x="2513090" y="2677578"/>
                  </a:lnTo>
                  <a:lnTo>
                    <a:pt x="2513183" y="2677578"/>
                  </a:lnTo>
                  <a:lnTo>
                    <a:pt x="2513276" y="2677578"/>
                  </a:lnTo>
                  <a:lnTo>
                    <a:pt x="2513369" y="2677578"/>
                  </a:lnTo>
                  <a:lnTo>
                    <a:pt x="2513463" y="2677578"/>
                  </a:lnTo>
                  <a:lnTo>
                    <a:pt x="2513556" y="2677578"/>
                  </a:lnTo>
                  <a:lnTo>
                    <a:pt x="2513649" y="2677578"/>
                  </a:lnTo>
                  <a:lnTo>
                    <a:pt x="2513742" y="2677578"/>
                  </a:lnTo>
                  <a:lnTo>
                    <a:pt x="2513836" y="2677578"/>
                  </a:lnTo>
                  <a:lnTo>
                    <a:pt x="2513929" y="2677578"/>
                  </a:lnTo>
                  <a:lnTo>
                    <a:pt x="2514022" y="2677578"/>
                  </a:lnTo>
                  <a:lnTo>
                    <a:pt x="2514115" y="2677578"/>
                  </a:lnTo>
                  <a:lnTo>
                    <a:pt x="2514209" y="2677578"/>
                  </a:lnTo>
                  <a:lnTo>
                    <a:pt x="2514302" y="2677578"/>
                  </a:lnTo>
                  <a:lnTo>
                    <a:pt x="2514395" y="2677578"/>
                  </a:lnTo>
                  <a:lnTo>
                    <a:pt x="2514488" y="2677578"/>
                  </a:lnTo>
                  <a:lnTo>
                    <a:pt x="2514582" y="2677578"/>
                  </a:lnTo>
                  <a:lnTo>
                    <a:pt x="2514675" y="2677578"/>
                  </a:lnTo>
                  <a:lnTo>
                    <a:pt x="2514768" y="2677578"/>
                  </a:lnTo>
                  <a:lnTo>
                    <a:pt x="2514861" y="2677578"/>
                  </a:lnTo>
                  <a:lnTo>
                    <a:pt x="2514955" y="2677578"/>
                  </a:lnTo>
                  <a:lnTo>
                    <a:pt x="2515048" y="2677578"/>
                  </a:lnTo>
                  <a:lnTo>
                    <a:pt x="2515048" y="2667624"/>
                  </a:lnTo>
                  <a:lnTo>
                    <a:pt x="2515141" y="2667624"/>
                  </a:lnTo>
                  <a:lnTo>
                    <a:pt x="2515234" y="2667624"/>
                  </a:lnTo>
                  <a:lnTo>
                    <a:pt x="2515328" y="2667624"/>
                  </a:lnTo>
                  <a:lnTo>
                    <a:pt x="2515421" y="2667624"/>
                  </a:lnTo>
                  <a:lnTo>
                    <a:pt x="2515514" y="2667624"/>
                  </a:lnTo>
                  <a:lnTo>
                    <a:pt x="2515607" y="2667624"/>
                  </a:lnTo>
                  <a:lnTo>
                    <a:pt x="2515701" y="2667624"/>
                  </a:lnTo>
                  <a:lnTo>
                    <a:pt x="2515794" y="2667624"/>
                  </a:lnTo>
                  <a:lnTo>
                    <a:pt x="2515887" y="2667624"/>
                  </a:lnTo>
                  <a:lnTo>
                    <a:pt x="2515980" y="2667624"/>
                  </a:lnTo>
                  <a:lnTo>
                    <a:pt x="2516074" y="2667624"/>
                  </a:lnTo>
                  <a:lnTo>
                    <a:pt x="2516167" y="2667624"/>
                  </a:lnTo>
                  <a:lnTo>
                    <a:pt x="2516260" y="2667624"/>
                  </a:lnTo>
                  <a:lnTo>
                    <a:pt x="2516353" y="2667624"/>
                  </a:lnTo>
                  <a:lnTo>
                    <a:pt x="2516447" y="2667624"/>
                  </a:lnTo>
                  <a:lnTo>
                    <a:pt x="2516540" y="2667624"/>
                  </a:lnTo>
                  <a:lnTo>
                    <a:pt x="2516633" y="2667624"/>
                  </a:lnTo>
                  <a:lnTo>
                    <a:pt x="2516726" y="2667624"/>
                  </a:lnTo>
                  <a:lnTo>
                    <a:pt x="2516820" y="2667624"/>
                  </a:lnTo>
                  <a:lnTo>
                    <a:pt x="2516913" y="2667624"/>
                  </a:lnTo>
                  <a:lnTo>
                    <a:pt x="2517006" y="2667624"/>
                  </a:lnTo>
                  <a:lnTo>
                    <a:pt x="2517099" y="2667624"/>
                  </a:lnTo>
                  <a:lnTo>
                    <a:pt x="2517193" y="2667624"/>
                  </a:lnTo>
                  <a:lnTo>
                    <a:pt x="2517286" y="2667624"/>
                  </a:lnTo>
                  <a:lnTo>
                    <a:pt x="2517379" y="2667624"/>
                  </a:lnTo>
                  <a:lnTo>
                    <a:pt x="2517472" y="2667624"/>
                  </a:lnTo>
                  <a:lnTo>
                    <a:pt x="2517566" y="2667624"/>
                  </a:lnTo>
                  <a:lnTo>
                    <a:pt x="2517659" y="2667624"/>
                  </a:lnTo>
                  <a:lnTo>
                    <a:pt x="2517752" y="2667624"/>
                  </a:lnTo>
                  <a:lnTo>
                    <a:pt x="2517845" y="2667624"/>
                  </a:lnTo>
                  <a:lnTo>
                    <a:pt x="2517939" y="2667624"/>
                  </a:lnTo>
                  <a:lnTo>
                    <a:pt x="2518032" y="2667624"/>
                  </a:lnTo>
                  <a:lnTo>
                    <a:pt x="2518125" y="2667624"/>
                  </a:lnTo>
                  <a:lnTo>
                    <a:pt x="2518218" y="2667624"/>
                  </a:lnTo>
                  <a:lnTo>
                    <a:pt x="2518312" y="2667624"/>
                  </a:lnTo>
                  <a:lnTo>
                    <a:pt x="2518405" y="2667624"/>
                  </a:lnTo>
                  <a:lnTo>
                    <a:pt x="2518498" y="2667624"/>
                  </a:lnTo>
                  <a:lnTo>
                    <a:pt x="2518591" y="2667624"/>
                  </a:lnTo>
                  <a:lnTo>
                    <a:pt x="2518684" y="2667624"/>
                  </a:lnTo>
                  <a:lnTo>
                    <a:pt x="2518778" y="2667624"/>
                  </a:lnTo>
                  <a:lnTo>
                    <a:pt x="2518871" y="2667624"/>
                  </a:lnTo>
                  <a:lnTo>
                    <a:pt x="2518964" y="2667624"/>
                  </a:lnTo>
                  <a:lnTo>
                    <a:pt x="2519057" y="2667624"/>
                  </a:lnTo>
                  <a:lnTo>
                    <a:pt x="2519151" y="2667624"/>
                  </a:lnTo>
                  <a:lnTo>
                    <a:pt x="2519244" y="2667624"/>
                  </a:lnTo>
                  <a:lnTo>
                    <a:pt x="2519337" y="2667624"/>
                  </a:lnTo>
                  <a:lnTo>
                    <a:pt x="2519430" y="2667624"/>
                  </a:lnTo>
                  <a:lnTo>
                    <a:pt x="2519524" y="2667624"/>
                  </a:lnTo>
                  <a:lnTo>
                    <a:pt x="2519617" y="2667624"/>
                  </a:lnTo>
                  <a:lnTo>
                    <a:pt x="2519710" y="2667624"/>
                  </a:lnTo>
                  <a:lnTo>
                    <a:pt x="2519803" y="2667624"/>
                  </a:lnTo>
                  <a:lnTo>
                    <a:pt x="2519897" y="2667624"/>
                  </a:lnTo>
                  <a:lnTo>
                    <a:pt x="2519990" y="2667624"/>
                  </a:lnTo>
                  <a:lnTo>
                    <a:pt x="2520083" y="2667624"/>
                  </a:lnTo>
                  <a:lnTo>
                    <a:pt x="2520176" y="2667624"/>
                  </a:lnTo>
                  <a:lnTo>
                    <a:pt x="2520270" y="2667624"/>
                  </a:lnTo>
                  <a:lnTo>
                    <a:pt x="2520363" y="2667624"/>
                  </a:lnTo>
                  <a:lnTo>
                    <a:pt x="2520456" y="2667624"/>
                  </a:lnTo>
                  <a:lnTo>
                    <a:pt x="2520549" y="2667624"/>
                  </a:lnTo>
                  <a:lnTo>
                    <a:pt x="2520643" y="2667624"/>
                  </a:lnTo>
                  <a:lnTo>
                    <a:pt x="2520736" y="2667624"/>
                  </a:lnTo>
                  <a:lnTo>
                    <a:pt x="2520829" y="2667624"/>
                  </a:lnTo>
                  <a:lnTo>
                    <a:pt x="2520922" y="2667624"/>
                  </a:lnTo>
                  <a:lnTo>
                    <a:pt x="2521016" y="2667624"/>
                  </a:lnTo>
                  <a:lnTo>
                    <a:pt x="2521109" y="2667624"/>
                  </a:lnTo>
                  <a:lnTo>
                    <a:pt x="2521202" y="2667624"/>
                  </a:lnTo>
                  <a:lnTo>
                    <a:pt x="2521295" y="2667624"/>
                  </a:lnTo>
                  <a:lnTo>
                    <a:pt x="2521389" y="2667624"/>
                  </a:lnTo>
                  <a:lnTo>
                    <a:pt x="2521482" y="2667624"/>
                  </a:lnTo>
                  <a:lnTo>
                    <a:pt x="2521575" y="2667624"/>
                  </a:lnTo>
                  <a:lnTo>
                    <a:pt x="2521668" y="2667624"/>
                  </a:lnTo>
                  <a:lnTo>
                    <a:pt x="2521762" y="2667624"/>
                  </a:lnTo>
                  <a:lnTo>
                    <a:pt x="2521855" y="2667624"/>
                  </a:lnTo>
                  <a:lnTo>
                    <a:pt x="2521948" y="2667624"/>
                  </a:lnTo>
                  <a:lnTo>
                    <a:pt x="2522041" y="2667624"/>
                  </a:lnTo>
                  <a:lnTo>
                    <a:pt x="2522135" y="2667624"/>
                  </a:lnTo>
                  <a:lnTo>
                    <a:pt x="2522228" y="2667624"/>
                  </a:lnTo>
                  <a:lnTo>
                    <a:pt x="2522321" y="2667624"/>
                  </a:lnTo>
                  <a:lnTo>
                    <a:pt x="2522414" y="2667624"/>
                  </a:lnTo>
                  <a:lnTo>
                    <a:pt x="2522508" y="2667624"/>
                  </a:lnTo>
                  <a:lnTo>
                    <a:pt x="2522601" y="2667624"/>
                  </a:lnTo>
                  <a:lnTo>
                    <a:pt x="2522694" y="2667624"/>
                  </a:lnTo>
                  <a:lnTo>
                    <a:pt x="2522787" y="2667624"/>
                  </a:lnTo>
                  <a:lnTo>
                    <a:pt x="2522881" y="2667624"/>
                  </a:lnTo>
                  <a:lnTo>
                    <a:pt x="2522974" y="2667624"/>
                  </a:lnTo>
                  <a:lnTo>
                    <a:pt x="2523067" y="2667624"/>
                  </a:lnTo>
                  <a:lnTo>
                    <a:pt x="2523160" y="2667624"/>
                  </a:lnTo>
                  <a:lnTo>
                    <a:pt x="2523254" y="2667624"/>
                  </a:lnTo>
                  <a:lnTo>
                    <a:pt x="2523347" y="2667624"/>
                  </a:lnTo>
                  <a:lnTo>
                    <a:pt x="2523440" y="2667624"/>
                  </a:lnTo>
                  <a:lnTo>
                    <a:pt x="2523533" y="2667624"/>
                  </a:lnTo>
                  <a:lnTo>
                    <a:pt x="2523627" y="2667624"/>
                  </a:lnTo>
                  <a:lnTo>
                    <a:pt x="2523720" y="2667624"/>
                  </a:lnTo>
                  <a:lnTo>
                    <a:pt x="2523813" y="2667624"/>
                  </a:lnTo>
                  <a:lnTo>
                    <a:pt x="2523906" y="2667624"/>
                  </a:lnTo>
                  <a:lnTo>
                    <a:pt x="2524000" y="2667624"/>
                  </a:lnTo>
                  <a:lnTo>
                    <a:pt x="2524093" y="2667624"/>
                  </a:lnTo>
                  <a:lnTo>
                    <a:pt x="2524186" y="2667624"/>
                  </a:lnTo>
                  <a:lnTo>
                    <a:pt x="2524279" y="2667624"/>
                  </a:lnTo>
                  <a:lnTo>
                    <a:pt x="2524373" y="2667624"/>
                  </a:lnTo>
                  <a:lnTo>
                    <a:pt x="2524466" y="2667624"/>
                  </a:lnTo>
                  <a:lnTo>
                    <a:pt x="2524559" y="2667624"/>
                  </a:lnTo>
                  <a:lnTo>
                    <a:pt x="2524652" y="2667624"/>
                  </a:lnTo>
                  <a:lnTo>
                    <a:pt x="2524746" y="2667624"/>
                  </a:lnTo>
                  <a:lnTo>
                    <a:pt x="2524839" y="2667624"/>
                  </a:lnTo>
                  <a:lnTo>
                    <a:pt x="2524932" y="2667624"/>
                  </a:lnTo>
                  <a:lnTo>
                    <a:pt x="2525025" y="2667624"/>
                  </a:lnTo>
                  <a:lnTo>
                    <a:pt x="2525119" y="2667624"/>
                  </a:lnTo>
                  <a:lnTo>
                    <a:pt x="2525212" y="2667624"/>
                  </a:lnTo>
                  <a:lnTo>
                    <a:pt x="2525305" y="2667624"/>
                  </a:lnTo>
                  <a:lnTo>
                    <a:pt x="2525398" y="2667624"/>
                  </a:lnTo>
                  <a:lnTo>
                    <a:pt x="2525398" y="2657670"/>
                  </a:lnTo>
                  <a:lnTo>
                    <a:pt x="2525491" y="2657670"/>
                  </a:lnTo>
                  <a:lnTo>
                    <a:pt x="2525585" y="2657670"/>
                  </a:lnTo>
                  <a:lnTo>
                    <a:pt x="2525678" y="2657670"/>
                  </a:lnTo>
                  <a:lnTo>
                    <a:pt x="2525771" y="2657670"/>
                  </a:lnTo>
                  <a:lnTo>
                    <a:pt x="2525864" y="2657670"/>
                  </a:lnTo>
                  <a:lnTo>
                    <a:pt x="2525958" y="2657670"/>
                  </a:lnTo>
                  <a:lnTo>
                    <a:pt x="2526051" y="2657670"/>
                  </a:lnTo>
                  <a:lnTo>
                    <a:pt x="2526144" y="2657670"/>
                  </a:lnTo>
                  <a:lnTo>
                    <a:pt x="2526237" y="2657670"/>
                  </a:lnTo>
                  <a:lnTo>
                    <a:pt x="2526331" y="2657670"/>
                  </a:lnTo>
                  <a:lnTo>
                    <a:pt x="2526424" y="2657670"/>
                  </a:lnTo>
                  <a:lnTo>
                    <a:pt x="2526517" y="2657670"/>
                  </a:lnTo>
                  <a:lnTo>
                    <a:pt x="2526610" y="2657670"/>
                  </a:lnTo>
                  <a:lnTo>
                    <a:pt x="2526704" y="2657670"/>
                  </a:lnTo>
                  <a:lnTo>
                    <a:pt x="2526797" y="2657670"/>
                  </a:lnTo>
                  <a:lnTo>
                    <a:pt x="2526890" y="2657670"/>
                  </a:lnTo>
                  <a:lnTo>
                    <a:pt x="2526983" y="2657670"/>
                  </a:lnTo>
                  <a:lnTo>
                    <a:pt x="2527077" y="2657670"/>
                  </a:lnTo>
                  <a:lnTo>
                    <a:pt x="2527170" y="2657670"/>
                  </a:lnTo>
                  <a:lnTo>
                    <a:pt x="2527263" y="2657670"/>
                  </a:lnTo>
                  <a:lnTo>
                    <a:pt x="2527356" y="2657670"/>
                  </a:lnTo>
                  <a:lnTo>
                    <a:pt x="2527450" y="2657670"/>
                  </a:lnTo>
                  <a:lnTo>
                    <a:pt x="2527543" y="2657670"/>
                  </a:lnTo>
                  <a:lnTo>
                    <a:pt x="2527636" y="2657670"/>
                  </a:lnTo>
                  <a:lnTo>
                    <a:pt x="2527729" y="2657670"/>
                  </a:lnTo>
                  <a:lnTo>
                    <a:pt x="2527823" y="2657670"/>
                  </a:lnTo>
                  <a:lnTo>
                    <a:pt x="2527916" y="2657670"/>
                  </a:lnTo>
                  <a:lnTo>
                    <a:pt x="2528009" y="2657670"/>
                  </a:lnTo>
                  <a:lnTo>
                    <a:pt x="2528102" y="2657670"/>
                  </a:lnTo>
                  <a:lnTo>
                    <a:pt x="2528196" y="2657670"/>
                  </a:lnTo>
                  <a:lnTo>
                    <a:pt x="2528289" y="2657670"/>
                  </a:lnTo>
                  <a:lnTo>
                    <a:pt x="2528382" y="2657670"/>
                  </a:lnTo>
                  <a:lnTo>
                    <a:pt x="2528475" y="2657670"/>
                  </a:lnTo>
                  <a:lnTo>
                    <a:pt x="2528569" y="2657670"/>
                  </a:lnTo>
                  <a:lnTo>
                    <a:pt x="2528662" y="2657670"/>
                  </a:lnTo>
                  <a:lnTo>
                    <a:pt x="2528755" y="2657670"/>
                  </a:lnTo>
                  <a:lnTo>
                    <a:pt x="2528848" y="2657670"/>
                  </a:lnTo>
                  <a:lnTo>
                    <a:pt x="2528942" y="2657670"/>
                  </a:lnTo>
                  <a:lnTo>
                    <a:pt x="2529035" y="2657670"/>
                  </a:lnTo>
                  <a:lnTo>
                    <a:pt x="2529128" y="2657670"/>
                  </a:lnTo>
                  <a:lnTo>
                    <a:pt x="2529221" y="2657670"/>
                  </a:lnTo>
                  <a:lnTo>
                    <a:pt x="2529315" y="2657670"/>
                  </a:lnTo>
                  <a:lnTo>
                    <a:pt x="2529408" y="2657670"/>
                  </a:lnTo>
                  <a:lnTo>
                    <a:pt x="2529501" y="2657670"/>
                  </a:lnTo>
                  <a:lnTo>
                    <a:pt x="2529594" y="2657670"/>
                  </a:lnTo>
                  <a:lnTo>
                    <a:pt x="2529688" y="2657670"/>
                  </a:lnTo>
                  <a:lnTo>
                    <a:pt x="2529781" y="2657670"/>
                  </a:lnTo>
                  <a:lnTo>
                    <a:pt x="2529874" y="2657670"/>
                  </a:lnTo>
                  <a:lnTo>
                    <a:pt x="2529967" y="2657670"/>
                  </a:lnTo>
                  <a:lnTo>
                    <a:pt x="2530061" y="2657670"/>
                  </a:lnTo>
                  <a:lnTo>
                    <a:pt x="2530154" y="2657670"/>
                  </a:lnTo>
                  <a:lnTo>
                    <a:pt x="2530247" y="2657670"/>
                  </a:lnTo>
                  <a:lnTo>
                    <a:pt x="2530340" y="2657670"/>
                  </a:lnTo>
                  <a:lnTo>
                    <a:pt x="2530434" y="2657670"/>
                  </a:lnTo>
                  <a:lnTo>
                    <a:pt x="2530527" y="2657670"/>
                  </a:lnTo>
                  <a:lnTo>
                    <a:pt x="2530527" y="2647716"/>
                  </a:lnTo>
                  <a:lnTo>
                    <a:pt x="2530620" y="2647716"/>
                  </a:lnTo>
                  <a:lnTo>
                    <a:pt x="2530713" y="2647716"/>
                  </a:lnTo>
                  <a:lnTo>
                    <a:pt x="2530807" y="2647716"/>
                  </a:lnTo>
                  <a:lnTo>
                    <a:pt x="2530900" y="2647716"/>
                  </a:lnTo>
                  <a:lnTo>
                    <a:pt x="2530993" y="2647716"/>
                  </a:lnTo>
                  <a:lnTo>
                    <a:pt x="2531086" y="2647716"/>
                  </a:lnTo>
                  <a:lnTo>
                    <a:pt x="2531180" y="2647716"/>
                  </a:lnTo>
                  <a:lnTo>
                    <a:pt x="2531273" y="2647716"/>
                  </a:lnTo>
                  <a:lnTo>
                    <a:pt x="2531366" y="2647716"/>
                  </a:lnTo>
                  <a:lnTo>
                    <a:pt x="2531459" y="2647716"/>
                  </a:lnTo>
                  <a:lnTo>
                    <a:pt x="2531553" y="2647716"/>
                  </a:lnTo>
                  <a:lnTo>
                    <a:pt x="2531646" y="2647716"/>
                  </a:lnTo>
                  <a:lnTo>
                    <a:pt x="2531739" y="2647716"/>
                  </a:lnTo>
                  <a:lnTo>
                    <a:pt x="2531832" y="2647716"/>
                  </a:lnTo>
                  <a:lnTo>
                    <a:pt x="2531926" y="2647716"/>
                  </a:lnTo>
                  <a:lnTo>
                    <a:pt x="2532019" y="2647716"/>
                  </a:lnTo>
                  <a:lnTo>
                    <a:pt x="2532112" y="2647716"/>
                  </a:lnTo>
                  <a:lnTo>
                    <a:pt x="2532205" y="2647716"/>
                  </a:lnTo>
                  <a:lnTo>
                    <a:pt x="2532298" y="2647716"/>
                  </a:lnTo>
                  <a:lnTo>
                    <a:pt x="2532392" y="2647716"/>
                  </a:lnTo>
                  <a:lnTo>
                    <a:pt x="2532485" y="2647716"/>
                  </a:lnTo>
                  <a:lnTo>
                    <a:pt x="2532578" y="2647716"/>
                  </a:lnTo>
                  <a:lnTo>
                    <a:pt x="2532671" y="2647716"/>
                  </a:lnTo>
                  <a:lnTo>
                    <a:pt x="2532765" y="2647716"/>
                  </a:lnTo>
                  <a:lnTo>
                    <a:pt x="2532858" y="2647716"/>
                  </a:lnTo>
                  <a:lnTo>
                    <a:pt x="2532951" y="2647716"/>
                  </a:lnTo>
                  <a:lnTo>
                    <a:pt x="2533044" y="2647716"/>
                  </a:lnTo>
                  <a:lnTo>
                    <a:pt x="2533138" y="2647716"/>
                  </a:lnTo>
                  <a:lnTo>
                    <a:pt x="2533231" y="2647716"/>
                  </a:lnTo>
                  <a:lnTo>
                    <a:pt x="2533324" y="2647716"/>
                  </a:lnTo>
                  <a:lnTo>
                    <a:pt x="2533417" y="2647716"/>
                  </a:lnTo>
                  <a:lnTo>
                    <a:pt x="2533511" y="2647716"/>
                  </a:lnTo>
                  <a:lnTo>
                    <a:pt x="2533604" y="2647716"/>
                  </a:lnTo>
                  <a:lnTo>
                    <a:pt x="2533697" y="2647716"/>
                  </a:lnTo>
                  <a:lnTo>
                    <a:pt x="2533790" y="2647716"/>
                  </a:lnTo>
                  <a:lnTo>
                    <a:pt x="2533884" y="2647716"/>
                  </a:lnTo>
                  <a:lnTo>
                    <a:pt x="2533977" y="2647716"/>
                  </a:lnTo>
                  <a:lnTo>
                    <a:pt x="2534070" y="2647716"/>
                  </a:lnTo>
                  <a:lnTo>
                    <a:pt x="2534163" y="2647716"/>
                  </a:lnTo>
                  <a:lnTo>
                    <a:pt x="2534257" y="2647716"/>
                  </a:lnTo>
                  <a:lnTo>
                    <a:pt x="2534350" y="2647716"/>
                  </a:lnTo>
                  <a:lnTo>
                    <a:pt x="2534443" y="2647716"/>
                  </a:lnTo>
                  <a:lnTo>
                    <a:pt x="2534536" y="2647716"/>
                  </a:lnTo>
                  <a:lnTo>
                    <a:pt x="2534630" y="2647716"/>
                  </a:lnTo>
                  <a:lnTo>
                    <a:pt x="2534723" y="2647716"/>
                  </a:lnTo>
                  <a:lnTo>
                    <a:pt x="2534816" y="2647716"/>
                  </a:lnTo>
                  <a:lnTo>
                    <a:pt x="2534909" y="2647716"/>
                  </a:lnTo>
                  <a:lnTo>
                    <a:pt x="2535003" y="2647716"/>
                  </a:lnTo>
                  <a:lnTo>
                    <a:pt x="2535096" y="2647716"/>
                  </a:lnTo>
                  <a:lnTo>
                    <a:pt x="2535189" y="2647716"/>
                  </a:lnTo>
                  <a:lnTo>
                    <a:pt x="2535282" y="2647716"/>
                  </a:lnTo>
                  <a:lnTo>
                    <a:pt x="2535376" y="2647716"/>
                  </a:lnTo>
                  <a:lnTo>
                    <a:pt x="2535469" y="2647716"/>
                  </a:lnTo>
                  <a:lnTo>
                    <a:pt x="2535562" y="2647716"/>
                  </a:lnTo>
                  <a:lnTo>
                    <a:pt x="2535655" y="2647716"/>
                  </a:lnTo>
                  <a:lnTo>
                    <a:pt x="2535749" y="2647716"/>
                  </a:lnTo>
                  <a:lnTo>
                    <a:pt x="2535842" y="2647716"/>
                  </a:lnTo>
                  <a:lnTo>
                    <a:pt x="2535935" y="2647716"/>
                  </a:lnTo>
                  <a:lnTo>
                    <a:pt x="2536028" y="2647716"/>
                  </a:lnTo>
                  <a:lnTo>
                    <a:pt x="2536122" y="2647716"/>
                  </a:lnTo>
                  <a:lnTo>
                    <a:pt x="2536215" y="2647716"/>
                  </a:lnTo>
                  <a:lnTo>
                    <a:pt x="2536308" y="2647716"/>
                  </a:lnTo>
                  <a:lnTo>
                    <a:pt x="2536401" y="2647716"/>
                  </a:lnTo>
                  <a:lnTo>
                    <a:pt x="2536495" y="2647716"/>
                  </a:lnTo>
                  <a:lnTo>
                    <a:pt x="2536588" y="2647716"/>
                  </a:lnTo>
                  <a:lnTo>
                    <a:pt x="2536681" y="2647716"/>
                  </a:lnTo>
                  <a:lnTo>
                    <a:pt x="2536774" y="2647716"/>
                  </a:lnTo>
                  <a:lnTo>
                    <a:pt x="2536868" y="2647716"/>
                  </a:lnTo>
                  <a:lnTo>
                    <a:pt x="2536961" y="2647716"/>
                  </a:lnTo>
                  <a:lnTo>
                    <a:pt x="2537054" y="2647716"/>
                  </a:lnTo>
                  <a:lnTo>
                    <a:pt x="2537147" y="2647716"/>
                  </a:lnTo>
                  <a:lnTo>
                    <a:pt x="2537241" y="2647716"/>
                  </a:lnTo>
                  <a:lnTo>
                    <a:pt x="2537334" y="2647716"/>
                  </a:lnTo>
                  <a:lnTo>
                    <a:pt x="2537427" y="2647716"/>
                  </a:lnTo>
                  <a:lnTo>
                    <a:pt x="2537520" y="2647716"/>
                  </a:lnTo>
                  <a:lnTo>
                    <a:pt x="2537614" y="2647716"/>
                  </a:lnTo>
                  <a:lnTo>
                    <a:pt x="2537707" y="2647716"/>
                  </a:lnTo>
                  <a:lnTo>
                    <a:pt x="2537800" y="2647716"/>
                  </a:lnTo>
                  <a:lnTo>
                    <a:pt x="2537893" y="2647716"/>
                  </a:lnTo>
                  <a:lnTo>
                    <a:pt x="2537987" y="2647716"/>
                  </a:lnTo>
                  <a:lnTo>
                    <a:pt x="2538080" y="2647716"/>
                  </a:lnTo>
                  <a:lnTo>
                    <a:pt x="2538173" y="2647716"/>
                  </a:lnTo>
                  <a:lnTo>
                    <a:pt x="2538266" y="2647716"/>
                  </a:lnTo>
                  <a:lnTo>
                    <a:pt x="2538360" y="2647716"/>
                  </a:lnTo>
                  <a:lnTo>
                    <a:pt x="2538453" y="2647716"/>
                  </a:lnTo>
                  <a:lnTo>
                    <a:pt x="2538546" y="2647716"/>
                  </a:lnTo>
                  <a:lnTo>
                    <a:pt x="2538639" y="2647716"/>
                  </a:lnTo>
                  <a:lnTo>
                    <a:pt x="2538733" y="2647716"/>
                  </a:lnTo>
                  <a:lnTo>
                    <a:pt x="2538826" y="2647716"/>
                  </a:lnTo>
                  <a:lnTo>
                    <a:pt x="2538919" y="2647716"/>
                  </a:lnTo>
                  <a:lnTo>
                    <a:pt x="2539012" y="2647716"/>
                  </a:lnTo>
                  <a:lnTo>
                    <a:pt x="2539106" y="2647716"/>
                  </a:lnTo>
                  <a:lnTo>
                    <a:pt x="2539199" y="2647716"/>
                  </a:lnTo>
                  <a:lnTo>
                    <a:pt x="2539292" y="2647716"/>
                  </a:lnTo>
                  <a:lnTo>
                    <a:pt x="2539385" y="2647716"/>
                  </a:lnTo>
                  <a:lnTo>
                    <a:pt x="2539478" y="2647716"/>
                  </a:lnTo>
                  <a:lnTo>
                    <a:pt x="2539572" y="2647716"/>
                  </a:lnTo>
                  <a:lnTo>
                    <a:pt x="2539665" y="2647716"/>
                  </a:lnTo>
                  <a:lnTo>
                    <a:pt x="2539758" y="2647716"/>
                  </a:lnTo>
                  <a:lnTo>
                    <a:pt x="2539851" y="2647716"/>
                  </a:lnTo>
                  <a:lnTo>
                    <a:pt x="2539945" y="2647716"/>
                  </a:lnTo>
                  <a:lnTo>
                    <a:pt x="2540038" y="2647716"/>
                  </a:lnTo>
                  <a:lnTo>
                    <a:pt x="2540131" y="2647716"/>
                  </a:lnTo>
                  <a:lnTo>
                    <a:pt x="2540224" y="2647716"/>
                  </a:lnTo>
                  <a:lnTo>
                    <a:pt x="2540318" y="2647716"/>
                  </a:lnTo>
                  <a:lnTo>
                    <a:pt x="2540411" y="2647716"/>
                  </a:lnTo>
                  <a:lnTo>
                    <a:pt x="2540504" y="2647716"/>
                  </a:lnTo>
                  <a:lnTo>
                    <a:pt x="2540597" y="2647716"/>
                  </a:lnTo>
                  <a:lnTo>
                    <a:pt x="2540691" y="2647716"/>
                  </a:lnTo>
                  <a:lnTo>
                    <a:pt x="2540784" y="2647716"/>
                  </a:lnTo>
                  <a:lnTo>
                    <a:pt x="2540877" y="2647716"/>
                  </a:lnTo>
                  <a:lnTo>
                    <a:pt x="2540970" y="2647716"/>
                  </a:lnTo>
                  <a:lnTo>
                    <a:pt x="2541064" y="2647716"/>
                  </a:lnTo>
                  <a:lnTo>
                    <a:pt x="2541157" y="2647716"/>
                  </a:lnTo>
                  <a:lnTo>
                    <a:pt x="2541250" y="2647716"/>
                  </a:lnTo>
                  <a:lnTo>
                    <a:pt x="2541343" y="2647716"/>
                  </a:lnTo>
                  <a:lnTo>
                    <a:pt x="2541437" y="2647716"/>
                  </a:lnTo>
                  <a:lnTo>
                    <a:pt x="2541530" y="2647716"/>
                  </a:lnTo>
                  <a:lnTo>
                    <a:pt x="2541623" y="2647716"/>
                  </a:lnTo>
                  <a:lnTo>
                    <a:pt x="2541716" y="2647716"/>
                  </a:lnTo>
                  <a:lnTo>
                    <a:pt x="2541810" y="2647716"/>
                  </a:lnTo>
                  <a:lnTo>
                    <a:pt x="2541903" y="2647716"/>
                  </a:lnTo>
                  <a:lnTo>
                    <a:pt x="2541996" y="2647716"/>
                  </a:lnTo>
                  <a:lnTo>
                    <a:pt x="2542089" y="2647716"/>
                  </a:lnTo>
                  <a:lnTo>
                    <a:pt x="2542183" y="2647716"/>
                  </a:lnTo>
                  <a:lnTo>
                    <a:pt x="2542276" y="2647716"/>
                  </a:lnTo>
                  <a:lnTo>
                    <a:pt x="2542369" y="2647716"/>
                  </a:lnTo>
                  <a:lnTo>
                    <a:pt x="2542462" y="2647716"/>
                  </a:lnTo>
                  <a:lnTo>
                    <a:pt x="2542556" y="2647716"/>
                  </a:lnTo>
                  <a:lnTo>
                    <a:pt x="2542649" y="2647716"/>
                  </a:lnTo>
                  <a:lnTo>
                    <a:pt x="2542742" y="2647716"/>
                  </a:lnTo>
                  <a:lnTo>
                    <a:pt x="2542835" y="2647716"/>
                  </a:lnTo>
                  <a:lnTo>
                    <a:pt x="2542929" y="2647716"/>
                  </a:lnTo>
                  <a:lnTo>
                    <a:pt x="2543022" y="2647716"/>
                  </a:lnTo>
                  <a:lnTo>
                    <a:pt x="2543115" y="2647716"/>
                  </a:lnTo>
                  <a:lnTo>
                    <a:pt x="2543208" y="2647716"/>
                  </a:lnTo>
                  <a:lnTo>
                    <a:pt x="2543302" y="2647716"/>
                  </a:lnTo>
                  <a:lnTo>
                    <a:pt x="2543395" y="2647716"/>
                  </a:lnTo>
                  <a:lnTo>
                    <a:pt x="2543488" y="2647716"/>
                  </a:lnTo>
                  <a:lnTo>
                    <a:pt x="2543581" y="2647716"/>
                  </a:lnTo>
                  <a:lnTo>
                    <a:pt x="2543675" y="2647716"/>
                  </a:lnTo>
                  <a:lnTo>
                    <a:pt x="2543768" y="2647716"/>
                  </a:lnTo>
                  <a:lnTo>
                    <a:pt x="2543861" y="2647716"/>
                  </a:lnTo>
                  <a:lnTo>
                    <a:pt x="2543954" y="2647716"/>
                  </a:lnTo>
                  <a:lnTo>
                    <a:pt x="2544048" y="2647716"/>
                  </a:lnTo>
                  <a:lnTo>
                    <a:pt x="2544141" y="2647716"/>
                  </a:lnTo>
                  <a:lnTo>
                    <a:pt x="2544234" y="2647716"/>
                  </a:lnTo>
                  <a:lnTo>
                    <a:pt x="2544327" y="2647716"/>
                  </a:lnTo>
                  <a:lnTo>
                    <a:pt x="2544421" y="2647716"/>
                  </a:lnTo>
                  <a:lnTo>
                    <a:pt x="2544514" y="2647716"/>
                  </a:lnTo>
                  <a:lnTo>
                    <a:pt x="2544607" y="2647716"/>
                  </a:lnTo>
                  <a:lnTo>
                    <a:pt x="2544607" y="2637762"/>
                  </a:lnTo>
                  <a:lnTo>
                    <a:pt x="2544700" y="2637762"/>
                  </a:lnTo>
                  <a:lnTo>
                    <a:pt x="2544794" y="2637762"/>
                  </a:lnTo>
                  <a:lnTo>
                    <a:pt x="2544887" y="2637762"/>
                  </a:lnTo>
                  <a:lnTo>
                    <a:pt x="2544980" y="2637762"/>
                  </a:lnTo>
                  <a:lnTo>
                    <a:pt x="2545073" y="2637762"/>
                  </a:lnTo>
                  <a:lnTo>
                    <a:pt x="2545167" y="2637762"/>
                  </a:lnTo>
                  <a:lnTo>
                    <a:pt x="2545260" y="2637762"/>
                  </a:lnTo>
                  <a:lnTo>
                    <a:pt x="2545353" y="2637762"/>
                  </a:lnTo>
                  <a:lnTo>
                    <a:pt x="2545446" y="2637762"/>
                  </a:lnTo>
                  <a:lnTo>
                    <a:pt x="2545540" y="2637762"/>
                  </a:lnTo>
                  <a:lnTo>
                    <a:pt x="2545633" y="2637762"/>
                  </a:lnTo>
                  <a:lnTo>
                    <a:pt x="2545726" y="2637762"/>
                  </a:lnTo>
                  <a:lnTo>
                    <a:pt x="2545819" y="2637762"/>
                  </a:lnTo>
                  <a:lnTo>
                    <a:pt x="2545913" y="2637762"/>
                  </a:lnTo>
                  <a:lnTo>
                    <a:pt x="2546006" y="2637762"/>
                  </a:lnTo>
                  <a:lnTo>
                    <a:pt x="2546099" y="2637762"/>
                  </a:lnTo>
                  <a:lnTo>
                    <a:pt x="2546192" y="2637762"/>
                  </a:lnTo>
                  <a:lnTo>
                    <a:pt x="2546285" y="2637762"/>
                  </a:lnTo>
                  <a:lnTo>
                    <a:pt x="2546379" y="2637762"/>
                  </a:lnTo>
                  <a:lnTo>
                    <a:pt x="2546472" y="2637762"/>
                  </a:lnTo>
                  <a:lnTo>
                    <a:pt x="2546565" y="2637762"/>
                  </a:lnTo>
                  <a:lnTo>
                    <a:pt x="2546658" y="2637762"/>
                  </a:lnTo>
                  <a:lnTo>
                    <a:pt x="2546752" y="2637762"/>
                  </a:lnTo>
                  <a:lnTo>
                    <a:pt x="2546845" y="2637762"/>
                  </a:lnTo>
                  <a:lnTo>
                    <a:pt x="2546938" y="2637762"/>
                  </a:lnTo>
                  <a:lnTo>
                    <a:pt x="2547031" y="2637762"/>
                  </a:lnTo>
                  <a:lnTo>
                    <a:pt x="2547125" y="2637762"/>
                  </a:lnTo>
                  <a:lnTo>
                    <a:pt x="2547218" y="2637762"/>
                  </a:lnTo>
                  <a:lnTo>
                    <a:pt x="2547311" y="2637762"/>
                  </a:lnTo>
                  <a:lnTo>
                    <a:pt x="2547404" y="2637762"/>
                  </a:lnTo>
                  <a:lnTo>
                    <a:pt x="2547498" y="2637762"/>
                  </a:lnTo>
                  <a:lnTo>
                    <a:pt x="2547591" y="2637762"/>
                  </a:lnTo>
                  <a:lnTo>
                    <a:pt x="2547684" y="2637762"/>
                  </a:lnTo>
                  <a:lnTo>
                    <a:pt x="2547777" y="2637762"/>
                  </a:lnTo>
                  <a:lnTo>
                    <a:pt x="2547871" y="2637762"/>
                  </a:lnTo>
                  <a:lnTo>
                    <a:pt x="2547964" y="2637762"/>
                  </a:lnTo>
                  <a:lnTo>
                    <a:pt x="2548057" y="2637762"/>
                  </a:lnTo>
                  <a:lnTo>
                    <a:pt x="2548150" y="2637762"/>
                  </a:lnTo>
                  <a:lnTo>
                    <a:pt x="2548244" y="2637762"/>
                  </a:lnTo>
                  <a:lnTo>
                    <a:pt x="2548337" y="2637762"/>
                  </a:lnTo>
                  <a:lnTo>
                    <a:pt x="2548430" y="2637762"/>
                  </a:lnTo>
                  <a:lnTo>
                    <a:pt x="2548523" y="2637762"/>
                  </a:lnTo>
                  <a:lnTo>
                    <a:pt x="2548617" y="2637762"/>
                  </a:lnTo>
                  <a:lnTo>
                    <a:pt x="2548710" y="2637762"/>
                  </a:lnTo>
                  <a:lnTo>
                    <a:pt x="2548803" y="2637762"/>
                  </a:lnTo>
                  <a:lnTo>
                    <a:pt x="2548896" y="2637762"/>
                  </a:lnTo>
                  <a:lnTo>
                    <a:pt x="2548990" y="2637762"/>
                  </a:lnTo>
                  <a:lnTo>
                    <a:pt x="2549083" y="2637762"/>
                  </a:lnTo>
                  <a:lnTo>
                    <a:pt x="2549176" y="2637762"/>
                  </a:lnTo>
                  <a:lnTo>
                    <a:pt x="2549269" y="2637762"/>
                  </a:lnTo>
                  <a:lnTo>
                    <a:pt x="2549363" y="2637762"/>
                  </a:lnTo>
                  <a:lnTo>
                    <a:pt x="2549456" y="2637762"/>
                  </a:lnTo>
                  <a:lnTo>
                    <a:pt x="2549549" y="2637762"/>
                  </a:lnTo>
                  <a:lnTo>
                    <a:pt x="2549642" y="2637762"/>
                  </a:lnTo>
                  <a:lnTo>
                    <a:pt x="2549736" y="2637762"/>
                  </a:lnTo>
                  <a:lnTo>
                    <a:pt x="2549829" y="2637762"/>
                  </a:lnTo>
                  <a:lnTo>
                    <a:pt x="2549922" y="2637762"/>
                  </a:lnTo>
                  <a:lnTo>
                    <a:pt x="2550015" y="2637762"/>
                  </a:lnTo>
                  <a:lnTo>
                    <a:pt x="2550109" y="2637762"/>
                  </a:lnTo>
                  <a:lnTo>
                    <a:pt x="2550202" y="2637762"/>
                  </a:lnTo>
                  <a:lnTo>
                    <a:pt x="2550295" y="2637762"/>
                  </a:lnTo>
                  <a:lnTo>
                    <a:pt x="2550388" y="2637762"/>
                  </a:lnTo>
                  <a:lnTo>
                    <a:pt x="2550482" y="2637762"/>
                  </a:lnTo>
                  <a:lnTo>
                    <a:pt x="2550575" y="2637762"/>
                  </a:lnTo>
                  <a:lnTo>
                    <a:pt x="2550668" y="2637762"/>
                  </a:lnTo>
                  <a:lnTo>
                    <a:pt x="2550761" y="2637762"/>
                  </a:lnTo>
                  <a:lnTo>
                    <a:pt x="2550855" y="2637762"/>
                  </a:lnTo>
                  <a:lnTo>
                    <a:pt x="2550948" y="2637762"/>
                  </a:lnTo>
                  <a:lnTo>
                    <a:pt x="2551041" y="2637762"/>
                  </a:lnTo>
                  <a:lnTo>
                    <a:pt x="2551134" y="2637762"/>
                  </a:lnTo>
                  <a:lnTo>
                    <a:pt x="2551228" y="2637762"/>
                  </a:lnTo>
                  <a:lnTo>
                    <a:pt x="2551321" y="2637762"/>
                  </a:lnTo>
                  <a:lnTo>
                    <a:pt x="2551414" y="2637762"/>
                  </a:lnTo>
                  <a:lnTo>
                    <a:pt x="2551507" y="2637762"/>
                  </a:lnTo>
                  <a:lnTo>
                    <a:pt x="2551601" y="2637762"/>
                  </a:lnTo>
                  <a:lnTo>
                    <a:pt x="2551694" y="2637762"/>
                  </a:lnTo>
                  <a:lnTo>
                    <a:pt x="2551787" y="2637762"/>
                  </a:lnTo>
                  <a:lnTo>
                    <a:pt x="2551880" y="2637762"/>
                  </a:lnTo>
                  <a:lnTo>
                    <a:pt x="2551974" y="2637762"/>
                  </a:lnTo>
                  <a:lnTo>
                    <a:pt x="2552067" y="2637762"/>
                  </a:lnTo>
                  <a:lnTo>
                    <a:pt x="2552160" y="2637762"/>
                  </a:lnTo>
                  <a:lnTo>
                    <a:pt x="2552253" y="2637762"/>
                  </a:lnTo>
                  <a:lnTo>
                    <a:pt x="2552347" y="2637762"/>
                  </a:lnTo>
                  <a:lnTo>
                    <a:pt x="2552440" y="2637762"/>
                  </a:lnTo>
                  <a:lnTo>
                    <a:pt x="2552533" y="2637762"/>
                  </a:lnTo>
                  <a:lnTo>
                    <a:pt x="2552626" y="2637762"/>
                  </a:lnTo>
                  <a:lnTo>
                    <a:pt x="2552720" y="2637762"/>
                  </a:lnTo>
                  <a:lnTo>
                    <a:pt x="2552813" y="2637762"/>
                  </a:lnTo>
                  <a:lnTo>
                    <a:pt x="2552906" y="2637762"/>
                  </a:lnTo>
                  <a:lnTo>
                    <a:pt x="2552999" y="2637762"/>
                  </a:lnTo>
                  <a:lnTo>
                    <a:pt x="2553093" y="2637762"/>
                  </a:lnTo>
                  <a:lnTo>
                    <a:pt x="2553186" y="2637762"/>
                  </a:lnTo>
                  <a:lnTo>
                    <a:pt x="2553279" y="2637762"/>
                  </a:lnTo>
                  <a:lnTo>
                    <a:pt x="2553372" y="2637762"/>
                  </a:lnTo>
                  <a:lnTo>
                    <a:pt x="2553465" y="2637762"/>
                  </a:lnTo>
                  <a:lnTo>
                    <a:pt x="2553559" y="2637762"/>
                  </a:lnTo>
                  <a:lnTo>
                    <a:pt x="2553652" y="2637762"/>
                  </a:lnTo>
                  <a:lnTo>
                    <a:pt x="2553745" y="2637762"/>
                  </a:lnTo>
                  <a:lnTo>
                    <a:pt x="2553838" y="2637762"/>
                  </a:lnTo>
                  <a:lnTo>
                    <a:pt x="2553932" y="2637762"/>
                  </a:lnTo>
                  <a:lnTo>
                    <a:pt x="2554025" y="2637762"/>
                  </a:lnTo>
                  <a:lnTo>
                    <a:pt x="2554118" y="2637762"/>
                  </a:lnTo>
                  <a:lnTo>
                    <a:pt x="2554211" y="2637762"/>
                  </a:lnTo>
                  <a:lnTo>
                    <a:pt x="2554305" y="2637762"/>
                  </a:lnTo>
                  <a:lnTo>
                    <a:pt x="2554398" y="2637762"/>
                  </a:lnTo>
                  <a:lnTo>
                    <a:pt x="2554491" y="2637762"/>
                  </a:lnTo>
                  <a:lnTo>
                    <a:pt x="2554584" y="2637762"/>
                  </a:lnTo>
                  <a:lnTo>
                    <a:pt x="2554678" y="2637762"/>
                  </a:lnTo>
                  <a:lnTo>
                    <a:pt x="2554771" y="2637762"/>
                  </a:lnTo>
                  <a:lnTo>
                    <a:pt x="2554864" y="2637762"/>
                  </a:lnTo>
                  <a:lnTo>
                    <a:pt x="2554957" y="2637762"/>
                  </a:lnTo>
                  <a:lnTo>
                    <a:pt x="2555051" y="2637762"/>
                  </a:lnTo>
                  <a:lnTo>
                    <a:pt x="2555144" y="2637762"/>
                  </a:lnTo>
                  <a:lnTo>
                    <a:pt x="2555237" y="2637762"/>
                  </a:lnTo>
                  <a:lnTo>
                    <a:pt x="2555330" y="2637762"/>
                  </a:lnTo>
                  <a:lnTo>
                    <a:pt x="2555424" y="2637762"/>
                  </a:lnTo>
                  <a:lnTo>
                    <a:pt x="2555517" y="2637762"/>
                  </a:lnTo>
                  <a:lnTo>
                    <a:pt x="2555610" y="2637762"/>
                  </a:lnTo>
                  <a:lnTo>
                    <a:pt x="2555703" y="2637762"/>
                  </a:lnTo>
                  <a:lnTo>
                    <a:pt x="2555797" y="2637762"/>
                  </a:lnTo>
                  <a:lnTo>
                    <a:pt x="2555890" y="2637762"/>
                  </a:lnTo>
                  <a:lnTo>
                    <a:pt x="2555983" y="2637762"/>
                  </a:lnTo>
                  <a:lnTo>
                    <a:pt x="2556076" y="2637762"/>
                  </a:lnTo>
                  <a:lnTo>
                    <a:pt x="2556170" y="2637762"/>
                  </a:lnTo>
                  <a:lnTo>
                    <a:pt x="2556263" y="2637762"/>
                  </a:lnTo>
                  <a:lnTo>
                    <a:pt x="2556356" y="2637762"/>
                  </a:lnTo>
                  <a:lnTo>
                    <a:pt x="2556449" y="2637762"/>
                  </a:lnTo>
                  <a:lnTo>
                    <a:pt x="2556543" y="2637762"/>
                  </a:lnTo>
                  <a:lnTo>
                    <a:pt x="2556636" y="2637762"/>
                  </a:lnTo>
                  <a:lnTo>
                    <a:pt x="2556729" y="2637762"/>
                  </a:lnTo>
                  <a:lnTo>
                    <a:pt x="2556822" y="2637762"/>
                  </a:lnTo>
                  <a:lnTo>
                    <a:pt x="2556916" y="2637762"/>
                  </a:lnTo>
                  <a:lnTo>
                    <a:pt x="2557009" y="2637762"/>
                  </a:lnTo>
                  <a:lnTo>
                    <a:pt x="2557102" y="2637762"/>
                  </a:lnTo>
                  <a:lnTo>
                    <a:pt x="2557195" y="2637762"/>
                  </a:lnTo>
                  <a:lnTo>
                    <a:pt x="2557289" y="2637762"/>
                  </a:lnTo>
                  <a:lnTo>
                    <a:pt x="2557382" y="2637762"/>
                  </a:lnTo>
                  <a:lnTo>
                    <a:pt x="2557475" y="2637762"/>
                  </a:lnTo>
                  <a:lnTo>
                    <a:pt x="2557568" y="2637762"/>
                  </a:lnTo>
                  <a:lnTo>
                    <a:pt x="2557662" y="2637762"/>
                  </a:lnTo>
                  <a:lnTo>
                    <a:pt x="2557755" y="2637762"/>
                  </a:lnTo>
                  <a:lnTo>
                    <a:pt x="2557848" y="2637762"/>
                  </a:lnTo>
                  <a:lnTo>
                    <a:pt x="2557941" y="2637762"/>
                  </a:lnTo>
                  <a:lnTo>
                    <a:pt x="2558035" y="2637762"/>
                  </a:lnTo>
                  <a:lnTo>
                    <a:pt x="2558128" y="2637762"/>
                  </a:lnTo>
                  <a:lnTo>
                    <a:pt x="2558221" y="2637762"/>
                  </a:lnTo>
                  <a:lnTo>
                    <a:pt x="2558314" y="2637762"/>
                  </a:lnTo>
                  <a:lnTo>
                    <a:pt x="2558408" y="2637762"/>
                  </a:lnTo>
                  <a:lnTo>
                    <a:pt x="2558501" y="2637762"/>
                  </a:lnTo>
                  <a:lnTo>
                    <a:pt x="2558594" y="2637762"/>
                  </a:lnTo>
                  <a:lnTo>
                    <a:pt x="2558687" y="2637762"/>
                  </a:lnTo>
                  <a:lnTo>
                    <a:pt x="2558781" y="2637762"/>
                  </a:lnTo>
                  <a:lnTo>
                    <a:pt x="2558874" y="2637762"/>
                  </a:lnTo>
                  <a:lnTo>
                    <a:pt x="2558967" y="2637762"/>
                  </a:lnTo>
                  <a:lnTo>
                    <a:pt x="2559060" y="2637762"/>
                  </a:lnTo>
                  <a:lnTo>
                    <a:pt x="2559154" y="2637762"/>
                  </a:lnTo>
                  <a:lnTo>
                    <a:pt x="2559247" y="2637762"/>
                  </a:lnTo>
                  <a:lnTo>
                    <a:pt x="2559340" y="2637762"/>
                  </a:lnTo>
                  <a:lnTo>
                    <a:pt x="2559433" y="2637762"/>
                  </a:lnTo>
                  <a:lnTo>
                    <a:pt x="2559527" y="2637762"/>
                  </a:lnTo>
                  <a:lnTo>
                    <a:pt x="2559620" y="2637762"/>
                  </a:lnTo>
                  <a:lnTo>
                    <a:pt x="2559713" y="2637762"/>
                  </a:lnTo>
                  <a:lnTo>
                    <a:pt x="2559806" y="2637762"/>
                  </a:lnTo>
                  <a:lnTo>
                    <a:pt x="2559900" y="2637762"/>
                  </a:lnTo>
                  <a:lnTo>
                    <a:pt x="2559993" y="2637762"/>
                  </a:lnTo>
                  <a:lnTo>
                    <a:pt x="2560086" y="2637762"/>
                  </a:lnTo>
                  <a:lnTo>
                    <a:pt x="2560179" y="2637762"/>
                  </a:lnTo>
                  <a:lnTo>
                    <a:pt x="2560272" y="2637762"/>
                  </a:lnTo>
                  <a:lnTo>
                    <a:pt x="2560366" y="2637762"/>
                  </a:lnTo>
                  <a:lnTo>
                    <a:pt x="2560459" y="2637762"/>
                  </a:lnTo>
                  <a:lnTo>
                    <a:pt x="2560552" y="2637762"/>
                  </a:lnTo>
                  <a:lnTo>
                    <a:pt x="2560645" y="2637762"/>
                  </a:lnTo>
                  <a:lnTo>
                    <a:pt x="2560739" y="2637762"/>
                  </a:lnTo>
                  <a:lnTo>
                    <a:pt x="2560832" y="2637762"/>
                  </a:lnTo>
                  <a:lnTo>
                    <a:pt x="2560925" y="2637762"/>
                  </a:lnTo>
                  <a:lnTo>
                    <a:pt x="2561018" y="2637762"/>
                  </a:lnTo>
                  <a:lnTo>
                    <a:pt x="2561112" y="2637762"/>
                  </a:lnTo>
                  <a:lnTo>
                    <a:pt x="2561205" y="2637762"/>
                  </a:lnTo>
                  <a:lnTo>
                    <a:pt x="2561298" y="2637762"/>
                  </a:lnTo>
                  <a:lnTo>
                    <a:pt x="2561391" y="2637762"/>
                  </a:lnTo>
                  <a:lnTo>
                    <a:pt x="2561485" y="2637762"/>
                  </a:lnTo>
                  <a:lnTo>
                    <a:pt x="2561578" y="2637762"/>
                  </a:lnTo>
                  <a:lnTo>
                    <a:pt x="2561671" y="2637762"/>
                  </a:lnTo>
                  <a:lnTo>
                    <a:pt x="2561764" y="2637762"/>
                  </a:lnTo>
                  <a:lnTo>
                    <a:pt x="2561858" y="2637762"/>
                  </a:lnTo>
                  <a:lnTo>
                    <a:pt x="2561951" y="2637762"/>
                  </a:lnTo>
                  <a:lnTo>
                    <a:pt x="2562044" y="2637762"/>
                  </a:lnTo>
                  <a:lnTo>
                    <a:pt x="2562137" y="2637762"/>
                  </a:lnTo>
                  <a:lnTo>
                    <a:pt x="2562231" y="2637762"/>
                  </a:lnTo>
                  <a:lnTo>
                    <a:pt x="2562324" y="2637762"/>
                  </a:lnTo>
                  <a:lnTo>
                    <a:pt x="2562417" y="2637762"/>
                  </a:lnTo>
                  <a:lnTo>
                    <a:pt x="2562510" y="2637762"/>
                  </a:lnTo>
                  <a:lnTo>
                    <a:pt x="2562604" y="2637762"/>
                  </a:lnTo>
                  <a:lnTo>
                    <a:pt x="2562697" y="2637762"/>
                  </a:lnTo>
                  <a:lnTo>
                    <a:pt x="2562790" y="2637762"/>
                  </a:lnTo>
                  <a:lnTo>
                    <a:pt x="2562883" y="2637762"/>
                  </a:lnTo>
                  <a:lnTo>
                    <a:pt x="2562977" y="2637762"/>
                  </a:lnTo>
                  <a:lnTo>
                    <a:pt x="2563070" y="2637762"/>
                  </a:lnTo>
                  <a:lnTo>
                    <a:pt x="2563163" y="2637762"/>
                  </a:lnTo>
                  <a:lnTo>
                    <a:pt x="2563256" y="2637762"/>
                  </a:lnTo>
                  <a:lnTo>
                    <a:pt x="2563350" y="2637762"/>
                  </a:lnTo>
                  <a:lnTo>
                    <a:pt x="2563443" y="2637762"/>
                  </a:lnTo>
                  <a:lnTo>
                    <a:pt x="2563536" y="2637762"/>
                  </a:lnTo>
                  <a:lnTo>
                    <a:pt x="2563629" y="2637762"/>
                  </a:lnTo>
                  <a:lnTo>
                    <a:pt x="2563723" y="2637762"/>
                  </a:lnTo>
                  <a:lnTo>
                    <a:pt x="2563816" y="2637762"/>
                  </a:lnTo>
                  <a:lnTo>
                    <a:pt x="2563909" y="2637762"/>
                  </a:lnTo>
                  <a:lnTo>
                    <a:pt x="2564002" y="2637762"/>
                  </a:lnTo>
                  <a:lnTo>
                    <a:pt x="2564096" y="2637762"/>
                  </a:lnTo>
                  <a:lnTo>
                    <a:pt x="2564189" y="2637762"/>
                  </a:lnTo>
                  <a:lnTo>
                    <a:pt x="2564282" y="2637762"/>
                  </a:lnTo>
                  <a:lnTo>
                    <a:pt x="2564375" y="2637762"/>
                  </a:lnTo>
                  <a:lnTo>
                    <a:pt x="2564469" y="2637762"/>
                  </a:lnTo>
                  <a:lnTo>
                    <a:pt x="2564562" y="2637762"/>
                  </a:lnTo>
                  <a:lnTo>
                    <a:pt x="2564655" y="2637762"/>
                  </a:lnTo>
                  <a:lnTo>
                    <a:pt x="2564748" y="2637762"/>
                  </a:lnTo>
                  <a:lnTo>
                    <a:pt x="2564842" y="2637762"/>
                  </a:lnTo>
                  <a:lnTo>
                    <a:pt x="2564935" y="2637762"/>
                  </a:lnTo>
                  <a:lnTo>
                    <a:pt x="2565028" y="2637762"/>
                  </a:lnTo>
                  <a:lnTo>
                    <a:pt x="2565121" y="2637762"/>
                  </a:lnTo>
                  <a:lnTo>
                    <a:pt x="2565215" y="2637762"/>
                  </a:lnTo>
                  <a:lnTo>
                    <a:pt x="2565308" y="2637762"/>
                  </a:lnTo>
                  <a:lnTo>
                    <a:pt x="2565401" y="2637762"/>
                  </a:lnTo>
                  <a:lnTo>
                    <a:pt x="2565494" y="2637762"/>
                  </a:lnTo>
                  <a:lnTo>
                    <a:pt x="2565588" y="2637762"/>
                  </a:lnTo>
                  <a:lnTo>
                    <a:pt x="2565681" y="2637762"/>
                  </a:lnTo>
                  <a:lnTo>
                    <a:pt x="2565774" y="2637762"/>
                  </a:lnTo>
                  <a:lnTo>
                    <a:pt x="2565867" y="2637762"/>
                  </a:lnTo>
                  <a:lnTo>
                    <a:pt x="2565961" y="2637762"/>
                  </a:lnTo>
                  <a:lnTo>
                    <a:pt x="2566054" y="2637762"/>
                  </a:lnTo>
                  <a:lnTo>
                    <a:pt x="2566147" y="2637762"/>
                  </a:lnTo>
                  <a:lnTo>
                    <a:pt x="2566240" y="2637762"/>
                  </a:lnTo>
                  <a:lnTo>
                    <a:pt x="2566334" y="2637762"/>
                  </a:lnTo>
                  <a:lnTo>
                    <a:pt x="2566427" y="2637762"/>
                  </a:lnTo>
                  <a:lnTo>
                    <a:pt x="2566520" y="2637762"/>
                  </a:lnTo>
                  <a:lnTo>
                    <a:pt x="2566613" y="2637762"/>
                  </a:lnTo>
                  <a:lnTo>
                    <a:pt x="2566707" y="2637762"/>
                  </a:lnTo>
                  <a:lnTo>
                    <a:pt x="2566800" y="2637762"/>
                  </a:lnTo>
                  <a:lnTo>
                    <a:pt x="2566893" y="2637762"/>
                  </a:lnTo>
                  <a:lnTo>
                    <a:pt x="2566986" y="2637762"/>
                  </a:lnTo>
                  <a:lnTo>
                    <a:pt x="2567079" y="2637762"/>
                  </a:lnTo>
                  <a:lnTo>
                    <a:pt x="2567173" y="2637762"/>
                  </a:lnTo>
                  <a:lnTo>
                    <a:pt x="2567266" y="2637762"/>
                  </a:lnTo>
                  <a:lnTo>
                    <a:pt x="2567359" y="2637762"/>
                  </a:lnTo>
                  <a:lnTo>
                    <a:pt x="2567452" y="2637762"/>
                  </a:lnTo>
                  <a:lnTo>
                    <a:pt x="2567546" y="2637762"/>
                  </a:lnTo>
                  <a:lnTo>
                    <a:pt x="2567639" y="2637762"/>
                  </a:lnTo>
                  <a:lnTo>
                    <a:pt x="2567732" y="2637762"/>
                  </a:lnTo>
                  <a:lnTo>
                    <a:pt x="2567825" y="2637762"/>
                  </a:lnTo>
                  <a:lnTo>
                    <a:pt x="2567919" y="2637762"/>
                  </a:lnTo>
                  <a:lnTo>
                    <a:pt x="2568012" y="2637762"/>
                  </a:lnTo>
                  <a:lnTo>
                    <a:pt x="2568105" y="2637762"/>
                  </a:lnTo>
                  <a:lnTo>
                    <a:pt x="2568198" y="2637762"/>
                  </a:lnTo>
                  <a:lnTo>
                    <a:pt x="2568292" y="2637762"/>
                  </a:lnTo>
                  <a:lnTo>
                    <a:pt x="2568385" y="2637762"/>
                  </a:lnTo>
                  <a:lnTo>
                    <a:pt x="2568478" y="2637762"/>
                  </a:lnTo>
                  <a:lnTo>
                    <a:pt x="2568571" y="2637762"/>
                  </a:lnTo>
                  <a:lnTo>
                    <a:pt x="2568665" y="2637762"/>
                  </a:lnTo>
                  <a:lnTo>
                    <a:pt x="2568758" y="2637762"/>
                  </a:lnTo>
                  <a:lnTo>
                    <a:pt x="2568851" y="2637762"/>
                  </a:lnTo>
                  <a:lnTo>
                    <a:pt x="2568944" y="2637762"/>
                  </a:lnTo>
                  <a:lnTo>
                    <a:pt x="2569038" y="2637762"/>
                  </a:lnTo>
                  <a:lnTo>
                    <a:pt x="2569131" y="2637762"/>
                  </a:lnTo>
                  <a:lnTo>
                    <a:pt x="2569224" y="2637762"/>
                  </a:lnTo>
                  <a:lnTo>
                    <a:pt x="2569317" y="2637762"/>
                  </a:lnTo>
                  <a:lnTo>
                    <a:pt x="2569411" y="2637762"/>
                  </a:lnTo>
                  <a:lnTo>
                    <a:pt x="2569504" y="2637762"/>
                  </a:lnTo>
                  <a:lnTo>
                    <a:pt x="2569597" y="2637762"/>
                  </a:lnTo>
                  <a:lnTo>
                    <a:pt x="2569597" y="2627809"/>
                  </a:lnTo>
                  <a:lnTo>
                    <a:pt x="2569690" y="2627809"/>
                  </a:lnTo>
                  <a:lnTo>
                    <a:pt x="2569784" y="2627809"/>
                  </a:lnTo>
                  <a:lnTo>
                    <a:pt x="2569877" y="2627809"/>
                  </a:lnTo>
                  <a:lnTo>
                    <a:pt x="2569970" y="2627809"/>
                  </a:lnTo>
                  <a:lnTo>
                    <a:pt x="2570063" y="2627809"/>
                  </a:lnTo>
                  <a:lnTo>
                    <a:pt x="2570157" y="2627809"/>
                  </a:lnTo>
                  <a:lnTo>
                    <a:pt x="2570250" y="2627809"/>
                  </a:lnTo>
                  <a:lnTo>
                    <a:pt x="2570343" y="2627809"/>
                  </a:lnTo>
                  <a:lnTo>
                    <a:pt x="2570436" y="2627809"/>
                  </a:lnTo>
                  <a:lnTo>
                    <a:pt x="2570530" y="2627809"/>
                  </a:lnTo>
                  <a:lnTo>
                    <a:pt x="2570623" y="2627809"/>
                  </a:lnTo>
                  <a:lnTo>
                    <a:pt x="2570716" y="2627809"/>
                  </a:lnTo>
                  <a:lnTo>
                    <a:pt x="2570809" y="2627809"/>
                  </a:lnTo>
                  <a:lnTo>
                    <a:pt x="2570903" y="2627809"/>
                  </a:lnTo>
                  <a:lnTo>
                    <a:pt x="2570996" y="2627809"/>
                  </a:lnTo>
                  <a:lnTo>
                    <a:pt x="2571089" y="2627809"/>
                  </a:lnTo>
                  <a:lnTo>
                    <a:pt x="2571182" y="2627809"/>
                  </a:lnTo>
                  <a:lnTo>
                    <a:pt x="2571276" y="2627809"/>
                  </a:lnTo>
                  <a:lnTo>
                    <a:pt x="2571369" y="2627809"/>
                  </a:lnTo>
                  <a:lnTo>
                    <a:pt x="2571462" y="2627809"/>
                  </a:lnTo>
                  <a:lnTo>
                    <a:pt x="2571462" y="2617855"/>
                  </a:lnTo>
                  <a:lnTo>
                    <a:pt x="2571555" y="2617855"/>
                  </a:lnTo>
                  <a:lnTo>
                    <a:pt x="2571649" y="2617855"/>
                  </a:lnTo>
                  <a:lnTo>
                    <a:pt x="2571742" y="2617855"/>
                  </a:lnTo>
                  <a:lnTo>
                    <a:pt x="2571835" y="2617855"/>
                  </a:lnTo>
                  <a:lnTo>
                    <a:pt x="2571928" y="2617855"/>
                  </a:lnTo>
                  <a:lnTo>
                    <a:pt x="2572022" y="2617855"/>
                  </a:lnTo>
                  <a:lnTo>
                    <a:pt x="2572115" y="2617855"/>
                  </a:lnTo>
                  <a:lnTo>
                    <a:pt x="2572208" y="2617855"/>
                  </a:lnTo>
                  <a:lnTo>
                    <a:pt x="2572301" y="2617855"/>
                  </a:lnTo>
                  <a:lnTo>
                    <a:pt x="2572395" y="2617855"/>
                  </a:lnTo>
                  <a:lnTo>
                    <a:pt x="2572488" y="2617855"/>
                  </a:lnTo>
                  <a:lnTo>
                    <a:pt x="2572581" y="2617855"/>
                  </a:lnTo>
                  <a:lnTo>
                    <a:pt x="2572674" y="2617855"/>
                  </a:lnTo>
                  <a:lnTo>
                    <a:pt x="2572674" y="2607901"/>
                  </a:lnTo>
                  <a:lnTo>
                    <a:pt x="2572768" y="2607901"/>
                  </a:lnTo>
                  <a:lnTo>
                    <a:pt x="2572861" y="2607901"/>
                  </a:lnTo>
                  <a:lnTo>
                    <a:pt x="2572954" y="2607901"/>
                  </a:lnTo>
                  <a:lnTo>
                    <a:pt x="2573047" y="2607901"/>
                  </a:lnTo>
                  <a:lnTo>
                    <a:pt x="2573141" y="2607901"/>
                  </a:lnTo>
                  <a:lnTo>
                    <a:pt x="2573234" y="2607901"/>
                  </a:lnTo>
                  <a:lnTo>
                    <a:pt x="2573327" y="2607901"/>
                  </a:lnTo>
                  <a:lnTo>
                    <a:pt x="2573420" y="2607901"/>
                  </a:lnTo>
                  <a:lnTo>
                    <a:pt x="2573514" y="2607901"/>
                  </a:lnTo>
                  <a:lnTo>
                    <a:pt x="2573607" y="2607901"/>
                  </a:lnTo>
                  <a:lnTo>
                    <a:pt x="2573700" y="2607901"/>
                  </a:lnTo>
                  <a:lnTo>
                    <a:pt x="2573793" y="2607901"/>
                  </a:lnTo>
                  <a:lnTo>
                    <a:pt x="2573887" y="2607901"/>
                  </a:lnTo>
                  <a:lnTo>
                    <a:pt x="2573980" y="2607901"/>
                  </a:lnTo>
                  <a:lnTo>
                    <a:pt x="2574073" y="2607901"/>
                  </a:lnTo>
                  <a:lnTo>
                    <a:pt x="2574166" y="2607901"/>
                  </a:lnTo>
                  <a:lnTo>
                    <a:pt x="2574166" y="2597947"/>
                  </a:lnTo>
                  <a:lnTo>
                    <a:pt x="2574259" y="2597947"/>
                  </a:lnTo>
                  <a:lnTo>
                    <a:pt x="2574353" y="2597947"/>
                  </a:lnTo>
                  <a:lnTo>
                    <a:pt x="2574446" y="2597947"/>
                  </a:lnTo>
                  <a:lnTo>
                    <a:pt x="2574539" y="2597947"/>
                  </a:lnTo>
                  <a:lnTo>
                    <a:pt x="2574632" y="2597947"/>
                  </a:lnTo>
                  <a:lnTo>
                    <a:pt x="2574726" y="2597947"/>
                  </a:lnTo>
                  <a:lnTo>
                    <a:pt x="2574819" y="2597947"/>
                  </a:lnTo>
                  <a:lnTo>
                    <a:pt x="2574912" y="2597947"/>
                  </a:lnTo>
                  <a:lnTo>
                    <a:pt x="2575005" y="2597947"/>
                  </a:lnTo>
                  <a:lnTo>
                    <a:pt x="2575099" y="2597947"/>
                  </a:lnTo>
                  <a:lnTo>
                    <a:pt x="2575192" y="2597947"/>
                  </a:lnTo>
                  <a:lnTo>
                    <a:pt x="2575285" y="2597947"/>
                  </a:lnTo>
                  <a:lnTo>
                    <a:pt x="2575378" y="2597947"/>
                  </a:lnTo>
                  <a:lnTo>
                    <a:pt x="2575472" y="2597947"/>
                  </a:lnTo>
                  <a:lnTo>
                    <a:pt x="2575565" y="2597947"/>
                  </a:lnTo>
                  <a:lnTo>
                    <a:pt x="2575658" y="2597947"/>
                  </a:lnTo>
                  <a:lnTo>
                    <a:pt x="2575751" y="2597947"/>
                  </a:lnTo>
                  <a:lnTo>
                    <a:pt x="2575845" y="2597947"/>
                  </a:lnTo>
                  <a:lnTo>
                    <a:pt x="2575938" y="2597947"/>
                  </a:lnTo>
                  <a:lnTo>
                    <a:pt x="2576031" y="2597947"/>
                  </a:lnTo>
                  <a:lnTo>
                    <a:pt x="2576124" y="2597947"/>
                  </a:lnTo>
                  <a:lnTo>
                    <a:pt x="2576218" y="2597947"/>
                  </a:lnTo>
                  <a:lnTo>
                    <a:pt x="2576311" y="2597947"/>
                  </a:lnTo>
                  <a:lnTo>
                    <a:pt x="2576404" y="2597947"/>
                  </a:lnTo>
                  <a:lnTo>
                    <a:pt x="2576497" y="2597947"/>
                  </a:lnTo>
                  <a:lnTo>
                    <a:pt x="2576591" y="2597947"/>
                  </a:lnTo>
                  <a:lnTo>
                    <a:pt x="2576684" y="2597947"/>
                  </a:lnTo>
                  <a:lnTo>
                    <a:pt x="2576777" y="2597947"/>
                  </a:lnTo>
                  <a:lnTo>
                    <a:pt x="2576870" y="2597947"/>
                  </a:lnTo>
                  <a:lnTo>
                    <a:pt x="2576964" y="2597947"/>
                  </a:lnTo>
                  <a:lnTo>
                    <a:pt x="2577057" y="2597947"/>
                  </a:lnTo>
                  <a:lnTo>
                    <a:pt x="2577150" y="2597947"/>
                  </a:lnTo>
                  <a:lnTo>
                    <a:pt x="2577243" y="2597947"/>
                  </a:lnTo>
                  <a:lnTo>
                    <a:pt x="2577337" y="2597947"/>
                  </a:lnTo>
                  <a:lnTo>
                    <a:pt x="2577430" y="2597947"/>
                  </a:lnTo>
                  <a:lnTo>
                    <a:pt x="2577523" y="2597947"/>
                  </a:lnTo>
                  <a:lnTo>
                    <a:pt x="2577616" y="2597947"/>
                  </a:lnTo>
                  <a:lnTo>
                    <a:pt x="2577710" y="2597947"/>
                  </a:lnTo>
                  <a:lnTo>
                    <a:pt x="2577803" y="2597947"/>
                  </a:lnTo>
                  <a:lnTo>
                    <a:pt x="2577896" y="2597947"/>
                  </a:lnTo>
                  <a:lnTo>
                    <a:pt x="2577989" y="2597947"/>
                  </a:lnTo>
                  <a:lnTo>
                    <a:pt x="2578083" y="2597947"/>
                  </a:lnTo>
                  <a:lnTo>
                    <a:pt x="2578176" y="2597947"/>
                  </a:lnTo>
                  <a:lnTo>
                    <a:pt x="2578269" y="2597947"/>
                  </a:lnTo>
                  <a:lnTo>
                    <a:pt x="2578362" y="2597947"/>
                  </a:lnTo>
                  <a:lnTo>
                    <a:pt x="2578456" y="2597947"/>
                  </a:lnTo>
                  <a:lnTo>
                    <a:pt x="2578549" y="2597947"/>
                  </a:lnTo>
                  <a:lnTo>
                    <a:pt x="2578642" y="2597947"/>
                  </a:lnTo>
                  <a:lnTo>
                    <a:pt x="2578735" y="2597947"/>
                  </a:lnTo>
                  <a:lnTo>
                    <a:pt x="2578829" y="2597947"/>
                  </a:lnTo>
                  <a:lnTo>
                    <a:pt x="2578922" y="2597947"/>
                  </a:lnTo>
                  <a:lnTo>
                    <a:pt x="2579015" y="2597947"/>
                  </a:lnTo>
                  <a:lnTo>
                    <a:pt x="2579108" y="2597947"/>
                  </a:lnTo>
                  <a:lnTo>
                    <a:pt x="2579202" y="2597947"/>
                  </a:lnTo>
                  <a:lnTo>
                    <a:pt x="2579295" y="2597947"/>
                  </a:lnTo>
                  <a:lnTo>
                    <a:pt x="2579388" y="2597947"/>
                  </a:lnTo>
                  <a:lnTo>
                    <a:pt x="2579481" y="2597947"/>
                  </a:lnTo>
                  <a:lnTo>
                    <a:pt x="2579575" y="2597947"/>
                  </a:lnTo>
                  <a:lnTo>
                    <a:pt x="2579668" y="2597947"/>
                  </a:lnTo>
                  <a:lnTo>
                    <a:pt x="2579761" y="2597947"/>
                  </a:lnTo>
                  <a:lnTo>
                    <a:pt x="2579854" y="2597947"/>
                  </a:lnTo>
                  <a:lnTo>
                    <a:pt x="2579948" y="2597947"/>
                  </a:lnTo>
                  <a:lnTo>
                    <a:pt x="2580041" y="2597947"/>
                  </a:lnTo>
                  <a:lnTo>
                    <a:pt x="2580134" y="2597947"/>
                  </a:lnTo>
                  <a:lnTo>
                    <a:pt x="2580227" y="2597947"/>
                  </a:lnTo>
                  <a:lnTo>
                    <a:pt x="2580321" y="2597947"/>
                  </a:lnTo>
                  <a:lnTo>
                    <a:pt x="2580414" y="2597947"/>
                  </a:lnTo>
                  <a:lnTo>
                    <a:pt x="2580507" y="2597947"/>
                  </a:lnTo>
                  <a:lnTo>
                    <a:pt x="2580600" y="2597947"/>
                  </a:lnTo>
                  <a:lnTo>
                    <a:pt x="2580694" y="2597947"/>
                  </a:lnTo>
                  <a:lnTo>
                    <a:pt x="2580787" y="2597947"/>
                  </a:lnTo>
                  <a:lnTo>
                    <a:pt x="2580880" y="2597947"/>
                  </a:lnTo>
                  <a:lnTo>
                    <a:pt x="2580973" y="2597947"/>
                  </a:lnTo>
                  <a:lnTo>
                    <a:pt x="2581066" y="2597947"/>
                  </a:lnTo>
                  <a:lnTo>
                    <a:pt x="2581160" y="2597947"/>
                  </a:lnTo>
                  <a:lnTo>
                    <a:pt x="2581253" y="2597947"/>
                  </a:lnTo>
                  <a:lnTo>
                    <a:pt x="2581346" y="2597947"/>
                  </a:lnTo>
                  <a:lnTo>
                    <a:pt x="2581439" y="2597947"/>
                  </a:lnTo>
                  <a:lnTo>
                    <a:pt x="2581533" y="2597947"/>
                  </a:lnTo>
                  <a:lnTo>
                    <a:pt x="2581626" y="2597947"/>
                  </a:lnTo>
                  <a:lnTo>
                    <a:pt x="2581719" y="2597947"/>
                  </a:lnTo>
                  <a:lnTo>
                    <a:pt x="2581812" y="2597947"/>
                  </a:lnTo>
                  <a:lnTo>
                    <a:pt x="2581906" y="2597947"/>
                  </a:lnTo>
                  <a:lnTo>
                    <a:pt x="2581999" y="2597947"/>
                  </a:lnTo>
                  <a:lnTo>
                    <a:pt x="2582092" y="2597947"/>
                  </a:lnTo>
                  <a:lnTo>
                    <a:pt x="2582185" y="2597947"/>
                  </a:lnTo>
                  <a:lnTo>
                    <a:pt x="2582279" y="2597947"/>
                  </a:lnTo>
                  <a:lnTo>
                    <a:pt x="2582372" y="2597947"/>
                  </a:lnTo>
                  <a:lnTo>
                    <a:pt x="2582465" y="2597947"/>
                  </a:lnTo>
                  <a:lnTo>
                    <a:pt x="2582558" y="2597947"/>
                  </a:lnTo>
                  <a:lnTo>
                    <a:pt x="2582652" y="2597947"/>
                  </a:lnTo>
                  <a:lnTo>
                    <a:pt x="2582745" y="2597947"/>
                  </a:lnTo>
                  <a:lnTo>
                    <a:pt x="2582745" y="2587993"/>
                  </a:lnTo>
                  <a:lnTo>
                    <a:pt x="2582838" y="2587993"/>
                  </a:lnTo>
                  <a:lnTo>
                    <a:pt x="2582931" y="2587993"/>
                  </a:lnTo>
                  <a:lnTo>
                    <a:pt x="2583025" y="2587993"/>
                  </a:lnTo>
                  <a:lnTo>
                    <a:pt x="2583118" y="2587993"/>
                  </a:lnTo>
                  <a:lnTo>
                    <a:pt x="2583211" y="2587993"/>
                  </a:lnTo>
                  <a:lnTo>
                    <a:pt x="2583304" y="2587993"/>
                  </a:lnTo>
                  <a:lnTo>
                    <a:pt x="2583398" y="2587993"/>
                  </a:lnTo>
                  <a:lnTo>
                    <a:pt x="2583491" y="2587993"/>
                  </a:lnTo>
                  <a:lnTo>
                    <a:pt x="2583584" y="2587993"/>
                  </a:lnTo>
                  <a:lnTo>
                    <a:pt x="2583677" y="2587993"/>
                  </a:lnTo>
                  <a:lnTo>
                    <a:pt x="2583771" y="2587993"/>
                  </a:lnTo>
                  <a:lnTo>
                    <a:pt x="2583864" y="2587993"/>
                  </a:lnTo>
                  <a:lnTo>
                    <a:pt x="2583957" y="2587993"/>
                  </a:lnTo>
                  <a:lnTo>
                    <a:pt x="2584050" y="2587993"/>
                  </a:lnTo>
                  <a:lnTo>
                    <a:pt x="2584144" y="2587993"/>
                  </a:lnTo>
                  <a:lnTo>
                    <a:pt x="2584237" y="2587993"/>
                  </a:lnTo>
                  <a:lnTo>
                    <a:pt x="2584330" y="2587993"/>
                  </a:lnTo>
                  <a:lnTo>
                    <a:pt x="2584423" y="2587993"/>
                  </a:lnTo>
                  <a:lnTo>
                    <a:pt x="2584517" y="2587993"/>
                  </a:lnTo>
                  <a:lnTo>
                    <a:pt x="2584610" y="2587993"/>
                  </a:lnTo>
                  <a:lnTo>
                    <a:pt x="2584703" y="2587993"/>
                  </a:lnTo>
                  <a:lnTo>
                    <a:pt x="2584796" y="2587993"/>
                  </a:lnTo>
                  <a:lnTo>
                    <a:pt x="2584890" y="2587993"/>
                  </a:lnTo>
                  <a:lnTo>
                    <a:pt x="2584983" y="2587993"/>
                  </a:lnTo>
                  <a:lnTo>
                    <a:pt x="2585076" y="2587993"/>
                  </a:lnTo>
                  <a:lnTo>
                    <a:pt x="2585169" y="2587993"/>
                  </a:lnTo>
                  <a:lnTo>
                    <a:pt x="2585263" y="2587993"/>
                  </a:lnTo>
                  <a:lnTo>
                    <a:pt x="2585356" y="2587993"/>
                  </a:lnTo>
                  <a:lnTo>
                    <a:pt x="2585449" y="2587993"/>
                  </a:lnTo>
                  <a:lnTo>
                    <a:pt x="2585542" y="2587993"/>
                  </a:lnTo>
                  <a:lnTo>
                    <a:pt x="2585636" y="2587993"/>
                  </a:lnTo>
                  <a:lnTo>
                    <a:pt x="2585729" y="2587993"/>
                  </a:lnTo>
                  <a:lnTo>
                    <a:pt x="2585822" y="2587993"/>
                  </a:lnTo>
                  <a:lnTo>
                    <a:pt x="2585915" y="2587993"/>
                  </a:lnTo>
                  <a:lnTo>
                    <a:pt x="2586009" y="2587993"/>
                  </a:lnTo>
                  <a:lnTo>
                    <a:pt x="2586102" y="2587993"/>
                  </a:lnTo>
                  <a:lnTo>
                    <a:pt x="2586195" y="2587993"/>
                  </a:lnTo>
                  <a:lnTo>
                    <a:pt x="2586288" y="2587993"/>
                  </a:lnTo>
                  <a:lnTo>
                    <a:pt x="2586382" y="2587993"/>
                  </a:lnTo>
                  <a:lnTo>
                    <a:pt x="2586475" y="2587993"/>
                  </a:lnTo>
                  <a:lnTo>
                    <a:pt x="2586568" y="2587993"/>
                  </a:lnTo>
                  <a:lnTo>
                    <a:pt x="2586661" y="2587993"/>
                  </a:lnTo>
                  <a:lnTo>
                    <a:pt x="2586755" y="2587993"/>
                  </a:lnTo>
                  <a:lnTo>
                    <a:pt x="2586848" y="2587993"/>
                  </a:lnTo>
                  <a:lnTo>
                    <a:pt x="2586941" y="2587993"/>
                  </a:lnTo>
                  <a:lnTo>
                    <a:pt x="2587034" y="2587993"/>
                  </a:lnTo>
                  <a:lnTo>
                    <a:pt x="2587128" y="2587993"/>
                  </a:lnTo>
                  <a:lnTo>
                    <a:pt x="2587221" y="2587993"/>
                  </a:lnTo>
                  <a:lnTo>
                    <a:pt x="2587314" y="2587993"/>
                  </a:lnTo>
                  <a:lnTo>
                    <a:pt x="2587407" y="2587993"/>
                  </a:lnTo>
                  <a:lnTo>
                    <a:pt x="2587501" y="2587993"/>
                  </a:lnTo>
                  <a:lnTo>
                    <a:pt x="2587594" y="2587993"/>
                  </a:lnTo>
                  <a:lnTo>
                    <a:pt x="2587687" y="2587993"/>
                  </a:lnTo>
                  <a:lnTo>
                    <a:pt x="2587780" y="2587993"/>
                  </a:lnTo>
                  <a:lnTo>
                    <a:pt x="2587873" y="2587993"/>
                  </a:lnTo>
                  <a:lnTo>
                    <a:pt x="2587967" y="2587993"/>
                  </a:lnTo>
                  <a:lnTo>
                    <a:pt x="2588060" y="2587993"/>
                  </a:lnTo>
                  <a:lnTo>
                    <a:pt x="2588153" y="2587993"/>
                  </a:lnTo>
                  <a:lnTo>
                    <a:pt x="2588246" y="2587993"/>
                  </a:lnTo>
                  <a:lnTo>
                    <a:pt x="2588340" y="2587993"/>
                  </a:lnTo>
                  <a:lnTo>
                    <a:pt x="2588433" y="2587993"/>
                  </a:lnTo>
                  <a:lnTo>
                    <a:pt x="2588526" y="2587993"/>
                  </a:lnTo>
                  <a:lnTo>
                    <a:pt x="2588619" y="2587993"/>
                  </a:lnTo>
                  <a:lnTo>
                    <a:pt x="2588713" y="2587993"/>
                  </a:lnTo>
                  <a:lnTo>
                    <a:pt x="2588806" y="2587993"/>
                  </a:lnTo>
                  <a:lnTo>
                    <a:pt x="2588899" y="2587993"/>
                  </a:lnTo>
                  <a:lnTo>
                    <a:pt x="2588992" y="2587993"/>
                  </a:lnTo>
                  <a:lnTo>
                    <a:pt x="2589086" y="2587993"/>
                  </a:lnTo>
                  <a:lnTo>
                    <a:pt x="2589179" y="2587993"/>
                  </a:lnTo>
                  <a:lnTo>
                    <a:pt x="2589272" y="2587993"/>
                  </a:lnTo>
                  <a:lnTo>
                    <a:pt x="2589365" y="2587993"/>
                  </a:lnTo>
                  <a:lnTo>
                    <a:pt x="2589459" y="2587993"/>
                  </a:lnTo>
                  <a:lnTo>
                    <a:pt x="2589552" y="2587993"/>
                  </a:lnTo>
                  <a:lnTo>
                    <a:pt x="2589645" y="2587993"/>
                  </a:lnTo>
                  <a:lnTo>
                    <a:pt x="2589738" y="2587993"/>
                  </a:lnTo>
                  <a:lnTo>
                    <a:pt x="2589832" y="2587993"/>
                  </a:lnTo>
                  <a:lnTo>
                    <a:pt x="2589925" y="2587993"/>
                  </a:lnTo>
                  <a:lnTo>
                    <a:pt x="2590018" y="2587993"/>
                  </a:lnTo>
                  <a:lnTo>
                    <a:pt x="2590111" y="2587993"/>
                  </a:lnTo>
                  <a:lnTo>
                    <a:pt x="2590205" y="2587993"/>
                  </a:lnTo>
                  <a:lnTo>
                    <a:pt x="2590298" y="2587993"/>
                  </a:lnTo>
                  <a:lnTo>
                    <a:pt x="2590391" y="2587993"/>
                  </a:lnTo>
                  <a:lnTo>
                    <a:pt x="2590484" y="2587993"/>
                  </a:lnTo>
                  <a:lnTo>
                    <a:pt x="2590578" y="2587993"/>
                  </a:lnTo>
                  <a:lnTo>
                    <a:pt x="2590671" y="2587993"/>
                  </a:lnTo>
                  <a:lnTo>
                    <a:pt x="2590764" y="2587993"/>
                  </a:lnTo>
                  <a:lnTo>
                    <a:pt x="2590857" y="2587993"/>
                  </a:lnTo>
                  <a:lnTo>
                    <a:pt x="2590951" y="2587993"/>
                  </a:lnTo>
                  <a:lnTo>
                    <a:pt x="2591044" y="2587993"/>
                  </a:lnTo>
                  <a:lnTo>
                    <a:pt x="2591137" y="2587993"/>
                  </a:lnTo>
                  <a:lnTo>
                    <a:pt x="2591230" y="2587993"/>
                  </a:lnTo>
                  <a:lnTo>
                    <a:pt x="2591324" y="2587993"/>
                  </a:lnTo>
                  <a:lnTo>
                    <a:pt x="2591417" y="2587993"/>
                  </a:lnTo>
                  <a:lnTo>
                    <a:pt x="2591510" y="2587993"/>
                  </a:lnTo>
                  <a:lnTo>
                    <a:pt x="2591603" y="2587993"/>
                  </a:lnTo>
                  <a:lnTo>
                    <a:pt x="2591697" y="2587993"/>
                  </a:lnTo>
                  <a:lnTo>
                    <a:pt x="2591790" y="2587993"/>
                  </a:lnTo>
                  <a:lnTo>
                    <a:pt x="2591883" y="2587993"/>
                  </a:lnTo>
                  <a:lnTo>
                    <a:pt x="2591976" y="2587993"/>
                  </a:lnTo>
                  <a:lnTo>
                    <a:pt x="2592070" y="2587993"/>
                  </a:lnTo>
                  <a:lnTo>
                    <a:pt x="2592163" y="2587993"/>
                  </a:lnTo>
                  <a:lnTo>
                    <a:pt x="2592256" y="2587993"/>
                  </a:lnTo>
                  <a:lnTo>
                    <a:pt x="2592349" y="2587993"/>
                  </a:lnTo>
                  <a:lnTo>
                    <a:pt x="2592443" y="2587993"/>
                  </a:lnTo>
                  <a:lnTo>
                    <a:pt x="2592536" y="2587993"/>
                  </a:lnTo>
                  <a:lnTo>
                    <a:pt x="2592629" y="2587993"/>
                  </a:lnTo>
                  <a:lnTo>
                    <a:pt x="2592722" y="2587993"/>
                  </a:lnTo>
                  <a:lnTo>
                    <a:pt x="2592816" y="2587993"/>
                  </a:lnTo>
                  <a:lnTo>
                    <a:pt x="2592909" y="2587993"/>
                  </a:lnTo>
                  <a:lnTo>
                    <a:pt x="2593002" y="2587993"/>
                  </a:lnTo>
                  <a:lnTo>
                    <a:pt x="2593095" y="2587993"/>
                  </a:lnTo>
                  <a:lnTo>
                    <a:pt x="2593189" y="2587993"/>
                  </a:lnTo>
                  <a:lnTo>
                    <a:pt x="2593282" y="2587993"/>
                  </a:lnTo>
                  <a:lnTo>
                    <a:pt x="2593375" y="2587993"/>
                  </a:lnTo>
                  <a:lnTo>
                    <a:pt x="2593468" y="2587993"/>
                  </a:lnTo>
                  <a:lnTo>
                    <a:pt x="2593562" y="2587993"/>
                  </a:lnTo>
                  <a:lnTo>
                    <a:pt x="2593655" y="2587993"/>
                  </a:lnTo>
                  <a:lnTo>
                    <a:pt x="2593748" y="2587993"/>
                  </a:lnTo>
                  <a:lnTo>
                    <a:pt x="2593841" y="2587993"/>
                  </a:lnTo>
                  <a:lnTo>
                    <a:pt x="2593935" y="2587993"/>
                  </a:lnTo>
                  <a:lnTo>
                    <a:pt x="2594028" y="2587993"/>
                  </a:lnTo>
                  <a:lnTo>
                    <a:pt x="2594121" y="2587993"/>
                  </a:lnTo>
                  <a:lnTo>
                    <a:pt x="2594214" y="2587993"/>
                  </a:lnTo>
                  <a:lnTo>
                    <a:pt x="2594308" y="2587993"/>
                  </a:lnTo>
                  <a:lnTo>
                    <a:pt x="2594308" y="2578040"/>
                  </a:lnTo>
                  <a:lnTo>
                    <a:pt x="2594401" y="2578040"/>
                  </a:lnTo>
                  <a:lnTo>
                    <a:pt x="2594494" y="2578040"/>
                  </a:lnTo>
                  <a:lnTo>
                    <a:pt x="2594587" y="2578040"/>
                  </a:lnTo>
                  <a:lnTo>
                    <a:pt x="2594681" y="2578040"/>
                  </a:lnTo>
                  <a:lnTo>
                    <a:pt x="2594774" y="2578040"/>
                  </a:lnTo>
                  <a:lnTo>
                    <a:pt x="2594867" y="2578040"/>
                  </a:lnTo>
                  <a:lnTo>
                    <a:pt x="2594960" y="2578040"/>
                  </a:lnTo>
                  <a:lnTo>
                    <a:pt x="2595053" y="2578040"/>
                  </a:lnTo>
                  <a:lnTo>
                    <a:pt x="2595053" y="2568086"/>
                  </a:lnTo>
                  <a:lnTo>
                    <a:pt x="2595147" y="2568086"/>
                  </a:lnTo>
                  <a:lnTo>
                    <a:pt x="2595240" y="2568086"/>
                  </a:lnTo>
                  <a:lnTo>
                    <a:pt x="2595333" y="2568086"/>
                  </a:lnTo>
                  <a:lnTo>
                    <a:pt x="2595426" y="2568086"/>
                  </a:lnTo>
                  <a:lnTo>
                    <a:pt x="2595520" y="2568086"/>
                  </a:lnTo>
                  <a:lnTo>
                    <a:pt x="2595613" y="2568086"/>
                  </a:lnTo>
                  <a:lnTo>
                    <a:pt x="2595706" y="2568086"/>
                  </a:lnTo>
                  <a:lnTo>
                    <a:pt x="2595799" y="2568086"/>
                  </a:lnTo>
                  <a:lnTo>
                    <a:pt x="2595893" y="2568086"/>
                  </a:lnTo>
                  <a:lnTo>
                    <a:pt x="2595986" y="2568086"/>
                  </a:lnTo>
                  <a:lnTo>
                    <a:pt x="2596079" y="2568086"/>
                  </a:lnTo>
                  <a:lnTo>
                    <a:pt x="2596172" y="2568086"/>
                  </a:lnTo>
                  <a:lnTo>
                    <a:pt x="2596266" y="2568086"/>
                  </a:lnTo>
                  <a:lnTo>
                    <a:pt x="2596266" y="2558132"/>
                  </a:lnTo>
                  <a:lnTo>
                    <a:pt x="2596359" y="2558132"/>
                  </a:lnTo>
                  <a:lnTo>
                    <a:pt x="2596452" y="2558132"/>
                  </a:lnTo>
                  <a:lnTo>
                    <a:pt x="2596545" y="2558132"/>
                  </a:lnTo>
                  <a:lnTo>
                    <a:pt x="2596639" y="2558132"/>
                  </a:lnTo>
                  <a:lnTo>
                    <a:pt x="2596732" y="2558132"/>
                  </a:lnTo>
                  <a:lnTo>
                    <a:pt x="2596825" y="2558132"/>
                  </a:lnTo>
                  <a:lnTo>
                    <a:pt x="2596918" y="2558132"/>
                  </a:lnTo>
                  <a:lnTo>
                    <a:pt x="2597012" y="2558132"/>
                  </a:lnTo>
                  <a:lnTo>
                    <a:pt x="2597105" y="2558132"/>
                  </a:lnTo>
                  <a:lnTo>
                    <a:pt x="2597198" y="2558132"/>
                  </a:lnTo>
                  <a:lnTo>
                    <a:pt x="2597291" y="2558132"/>
                  </a:lnTo>
                  <a:lnTo>
                    <a:pt x="2597385" y="2558132"/>
                  </a:lnTo>
                  <a:lnTo>
                    <a:pt x="2597478" y="2558132"/>
                  </a:lnTo>
                  <a:lnTo>
                    <a:pt x="2597571" y="2558132"/>
                  </a:lnTo>
                  <a:lnTo>
                    <a:pt x="2597664" y="2558132"/>
                  </a:lnTo>
                  <a:lnTo>
                    <a:pt x="2597758" y="2558132"/>
                  </a:lnTo>
                  <a:lnTo>
                    <a:pt x="2597851" y="2558132"/>
                  </a:lnTo>
                  <a:lnTo>
                    <a:pt x="2597944" y="2558132"/>
                  </a:lnTo>
                  <a:lnTo>
                    <a:pt x="2598037" y="2558132"/>
                  </a:lnTo>
                  <a:lnTo>
                    <a:pt x="2598131" y="2558132"/>
                  </a:lnTo>
                  <a:lnTo>
                    <a:pt x="2598224" y="2558132"/>
                  </a:lnTo>
                  <a:lnTo>
                    <a:pt x="2598317" y="2558132"/>
                  </a:lnTo>
                  <a:lnTo>
                    <a:pt x="2598410" y="2558132"/>
                  </a:lnTo>
                  <a:lnTo>
                    <a:pt x="2598504" y="2558132"/>
                  </a:lnTo>
                  <a:lnTo>
                    <a:pt x="2598597" y="2558132"/>
                  </a:lnTo>
                  <a:lnTo>
                    <a:pt x="2598690" y="2558132"/>
                  </a:lnTo>
                  <a:lnTo>
                    <a:pt x="2598783" y="2558132"/>
                  </a:lnTo>
                  <a:lnTo>
                    <a:pt x="2598877" y="2558132"/>
                  </a:lnTo>
                  <a:lnTo>
                    <a:pt x="2598970" y="2558132"/>
                  </a:lnTo>
                  <a:lnTo>
                    <a:pt x="2599063" y="2558132"/>
                  </a:lnTo>
                  <a:lnTo>
                    <a:pt x="2599156" y="2558132"/>
                  </a:lnTo>
                  <a:lnTo>
                    <a:pt x="2599250" y="2558132"/>
                  </a:lnTo>
                  <a:lnTo>
                    <a:pt x="2599343" y="2558132"/>
                  </a:lnTo>
                  <a:lnTo>
                    <a:pt x="2599436" y="2558132"/>
                  </a:lnTo>
                  <a:lnTo>
                    <a:pt x="2599529" y="2558132"/>
                  </a:lnTo>
                  <a:lnTo>
                    <a:pt x="2599623" y="2558132"/>
                  </a:lnTo>
                  <a:lnTo>
                    <a:pt x="2599716" y="2558132"/>
                  </a:lnTo>
                  <a:lnTo>
                    <a:pt x="2599809" y="2558132"/>
                  </a:lnTo>
                  <a:lnTo>
                    <a:pt x="2599902" y="2558132"/>
                  </a:lnTo>
                  <a:lnTo>
                    <a:pt x="2599996" y="2558132"/>
                  </a:lnTo>
                  <a:lnTo>
                    <a:pt x="2600089" y="2558132"/>
                  </a:lnTo>
                  <a:lnTo>
                    <a:pt x="2600182" y="2558132"/>
                  </a:lnTo>
                  <a:lnTo>
                    <a:pt x="2600275" y="2558132"/>
                  </a:lnTo>
                  <a:lnTo>
                    <a:pt x="2600369" y="2558132"/>
                  </a:lnTo>
                  <a:lnTo>
                    <a:pt x="2600462" y="2558132"/>
                  </a:lnTo>
                  <a:lnTo>
                    <a:pt x="2600555" y="2558132"/>
                  </a:lnTo>
                  <a:lnTo>
                    <a:pt x="2600648" y="2558132"/>
                  </a:lnTo>
                  <a:lnTo>
                    <a:pt x="2600742" y="2558132"/>
                  </a:lnTo>
                  <a:lnTo>
                    <a:pt x="2600835" y="2558132"/>
                  </a:lnTo>
                  <a:lnTo>
                    <a:pt x="2600928" y="2558132"/>
                  </a:lnTo>
                  <a:lnTo>
                    <a:pt x="2601021" y="2558132"/>
                  </a:lnTo>
                  <a:lnTo>
                    <a:pt x="2601115" y="2558132"/>
                  </a:lnTo>
                  <a:lnTo>
                    <a:pt x="2601208" y="2558132"/>
                  </a:lnTo>
                  <a:lnTo>
                    <a:pt x="2601301" y="2558132"/>
                  </a:lnTo>
                  <a:lnTo>
                    <a:pt x="2601394" y="2558132"/>
                  </a:lnTo>
                  <a:lnTo>
                    <a:pt x="2601488" y="2558132"/>
                  </a:lnTo>
                  <a:lnTo>
                    <a:pt x="2601581" y="2558132"/>
                  </a:lnTo>
                  <a:lnTo>
                    <a:pt x="2601674" y="2558132"/>
                  </a:lnTo>
                  <a:lnTo>
                    <a:pt x="2601767" y="2558132"/>
                  </a:lnTo>
                  <a:lnTo>
                    <a:pt x="2601860" y="2558132"/>
                  </a:lnTo>
                  <a:lnTo>
                    <a:pt x="2601954" y="2558132"/>
                  </a:lnTo>
                  <a:lnTo>
                    <a:pt x="2602047" y="2558132"/>
                  </a:lnTo>
                  <a:lnTo>
                    <a:pt x="2602140" y="2558132"/>
                  </a:lnTo>
                  <a:lnTo>
                    <a:pt x="2602233" y="2558132"/>
                  </a:lnTo>
                  <a:lnTo>
                    <a:pt x="2602327" y="2558132"/>
                  </a:lnTo>
                  <a:lnTo>
                    <a:pt x="2602420" y="2558132"/>
                  </a:lnTo>
                  <a:lnTo>
                    <a:pt x="2602513" y="2558132"/>
                  </a:lnTo>
                  <a:lnTo>
                    <a:pt x="2602606" y="2558132"/>
                  </a:lnTo>
                  <a:lnTo>
                    <a:pt x="2602700" y="2558132"/>
                  </a:lnTo>
                  <a:lnTo>
                    <a:pt x="2602793" y="2558132"/>
                  </a:lnTo>
                  <a:lnTo>
                    <a:pt x="2602886" y="2558132"/>
                  </a:lnTo>
                  <a:lnTo>
                    <a:pt x="2602979" y="2558132"/>
                  </a:lnTo>
                  <a:lnTo>
                    <a:pt x="2603073" y="2558132"/>
                  </a:lnTo>
                  <a:lnTo>
                    <a:pt x="2603166" y="2558132"/>
                  </a:lnTo>
                  <a:lnTo>
                    <a:pt x="2603259" y="2558132"/>
                  </a:lnTo>
                  <a:lnTo>
                    <a:pt x="2603352" y="2558132"/>
                  </a:lnTo>
                  <a:lnTo>
                    <a:pt x="2603446" y="2558132"/>
                  </a:lnTo>
                  <a:lnTo>
                    <a:pt x="2603539" y="2558132"/>
                  </a:lnTo>
                  <a:lnTo>
                    <a:pt x="2603632" y="2558132"/>
                  </a:lnTo>
                  <a:lnTo>
                    <a:pt x="2603725" y="2558132"/>
                  </a:lnTo>
                  <a:lnTo>
                    <a:pt x="2603819" y="2558132"/>
                  </a:lnTo>
                  <a:lnTo>
                    <a:pt x="2603912" y="2558132"/>
                  </a:lnTo>
                  <a:lnTo>
                    <a:pt x="2604005" y="2558132"/>
                  </a:lnTo>
                  <a:lnTo>
                    <a:pt x="2604098" y="2558132"/>
                  </a:lnTo>
                  <a:lnTo>
                    <a:pt x="2604192" y="2558132"/>
                  </a:lnTo>
                  <a:lnTo>
                    <a:pt x="2604285" y="2558132"/>
                  </a:lnTo>
                  <a:lnTo>
                    <a:pt x="2604378" y="2558132"/>
                  </a:lnTo>
                  <a:lnTo>
                    <a:pt x="2604471" y="2558132"/>
                  </a:lnTo>
                  <a:lnTo>
                    <a:pt x="2604565" y="2558132"/>
                  </a:lnTo>
                  <a:lnTo>
                    <a:pt x="2604658" y="2558132"/>
                  </a:lnTo>
                  <a:lnTo>
                    <a:pt x="2604751" y="2558132"/>
                  </a:lnTo>
                  <a:lnTo>
                    <a:pt x="2604844" y="2558132"/>
                  </a:lnTo>
                  <a:lnTo>
                    <a:pt x="2604938" y="2558132"/>
                  </a:lnTo>
                  <a:lnTo>
                    <a:pt x="2605031" y="2558132"/>
                  </a:lnTo>
                  <a:lnTo>
                    <a:pt x="2605124" y="2558132"/>
                  </a:lnTo>
                  <a:lnTo>
                    <a:pt x="2605217" y="2558132"/>
                  </a:lnTo>
                  <a:lnTo>
                    <a:pt x="2605311" y="2558132"/>
                  </a:lnTo>
                  <a:lnTo>
                    <a:pt x="2605404" y="2558132"/>
                  </a:lnTo>
                  <a:lnTo>
                    <a:pt x="2605497" y="2558132"/>
                  </a:lnTo>
                  <a:lnTo>
                    <a:pt x="2605590" y="2558132"/>
                  </a:lnTo>
                  <a:lnTo>
                    <a:pt x="2605684" y="2558132"/>
                  </a:lnTo>
                  <a:lnTo>
                    <a:pt x="2605777" y="2558132"/>
                  </a:lnTo>
                  <a:lnTo>
                    <a:pt x="2605870" y="2558132"/>
                  </a:lnTo>
                  <a:lnTo>
                    <a:pt x="2605963" y="2558132"/>
                  </a:lnTo>
                  <a:lnTo>
                    <a:pt x="2606057" y="2558132"/>
                  </a:lnTo>
                  <a:lnTo>
                    <a:pt x="2606150" y="2558132"/>
                  </a:lnTo>
                  <a:lnTo>
                    <a:pt x="2606243" y="2558132"/>
                  </a:lnTo>
                  <a:lnTo>
                    <a:pt x="2606336" y="2558132"/>
                  </a:lnTo>
                  <a:lnTo>
                    <a:pt x="2606430" y="2558132"/>
                  </a:lnTo>
                  <a:lnTo>
                    <a:pt x="2606430" y="2548178"/>
                  </a:lnTo>
                  <a:lnTo>
                    <a:pt x="2606523" y="2548178"/>
                  </a:lnTo>
                  <a:lnTo>
                    <a:pt x="2606616" y="2548178"/>
                  </a:lnTo>
                  <a:lnTo>
                    <a:pt x="2606709" y="2548178"/>
                  </a:lnTo>
                  <a:lnTo>
                    <a:pt x="2606803" y="2548178"/>
                  </a:lnTo>
                  <a:lnTo>
                    <a:pt x="2606896" y="2548178"/>
                  </a:lnTo>
                  <a:lnTo>
                    <a:pt x="2606989" y="2548178"/>
                  </a:lnTo>
                  <a:lnTo>
                    <a:pt x="2607082" y="2548178"/>
                  </a:lnTo>
                  <a:lnTo>
                    <a:pt x="2607176" y="2548178"/>
                  </a:lnTo>
                  <a:lnTo>
                    <a:pt x="2607269" y="2548178"/>
                  </a:lnTo>
                  <a:lnTo>
                    <a:pt x="2607362" y="2548178"/>
                  </a:lnTo>
                  <a:lnTo>
                    <a:pt x="2607455" y="2548178"/>
                  </a:lnTo>
                  <a:lnTo>
                    <a:pt x="2607549" y="2548178"/>
                  </a:lnTo>
                  <a:lnTo>
                    <a:pt x="2607642" y="2548178"/>
                  </a:lnTo>
                  <a:lnTo>
                    <a:pt x="2607735" y="2548178"/>
                  </a:lnTo>
                  <a:lnTo>
                    <a:pt x="2607828" y="2548178"/>
                  </a:lnTo>
                  <a:lnTo>
                    <a:pt x="2607922" y="2548178"/>
                  </a:lnTo>
                  <a:lnTo>
                    <a:pt x="2608015" y="2548178"/>
                  </a:lnTo>
                  <a:lnTo>
                    <a:pt x="2608108" y="2548178"/>
                  </a:lnTo>
                  <a:lnTo>
                    <a:pt x="2608201" y="2548178"/>
                  </a:lnTo>
                  <a:lnTo>
                    <a:pt x="2608295" y="2548178"/>
                  </a:lnTo>
                  <a:lnTo>
                    <a:pt x="2608295" y="2538224"/>
                  </a:lnTo>
                  <a:lnTo>
                    <a:pt x="2608388" y="2538224"/>
                  </a:lnTo>
                  <a:lnTo>
                    <a:pt x="2608481" y="2538224"/>
                  </a:lnTo>
                  <a:lnTo>
                    <a:pt x="2608574" y="2538224"/>
                  </a:lnTo>
                  <a:lnTo>
                    <a:pt x="2608667" y="2538224"/>
                  </a:lnTo>
                  <a:lnTo>
                    <a:pt x="2608761" y="2538224"/>
                  </a:lnTo>
                  <a:lnTo>
                    <a:pt x="2608854" y="2538224"/>
                  </a:lnTo>
                  <a:lnTo>
                    <a:pt x="2608947" y="2538224"/>
                  </a:lnTo>
                  <a:lnTo>
                    <a:pt x="2609040" y="2538224"/>
                  </a:lnTo>
                  <a:lnTo>
                    <a:pt x="2609134" y="2538224"/>
                  </a:lnTo>
                  <a:lnTo>
                    <a:pt x="2609227" y="2538224"/>
                  </a:lnTo>
                  <a:lnTo>
                    <a:pt x="2609320" y="2538224"/>
                  </a:lnTo>
                  <a:lnTo>
                    <a:pt x="2609413" y="2538224"/>
                  </a:lnTo>
                  <a:lnTo>
                    <a:pt x="2609507" y="2538224"/>
                  </a:lnTo>
                  <a:lnTo>
                    <a:pt x="2609600" y="2538224"/>
                  </a:lnTo>
                  <a:lnTo>
                    <a:pt x="2609693" y="2538224"/>
                  </a:lnTo>
                  <a:lnTo>
                    <a:pt x="2609786" y="2538224"/>
                  </a:lnTo>
                  <a:lnTo>
                    <a:pt x="2609880" y="2538224"/>
                  </a:lnTo>
                  <a:lnTo>
                    <a:pt x="2609973" y="2538224"/>
                  </a:lnTo>
                  <a:lnTo>
                    <a:pt x="2610066" y="2538224"/>
                  </a:lnTo>
                  <a:lnTo>
                    <a:pt x="2610159" y="2538224"/>
                  </a:lnTo>
                  <a:lnTo>
                    <a:pt x="2610253" y="2538224"/>
                  </a:lnTo>
                  <a:lnTo>
                    <a:pt x="2610346" y="2538224"/>
                  </a:lnTo>
                  <a:lnTo>
                    <a:pt x="2610439" y="2538224"/>
                  </a:lnTo>
                  <a:lnTo>
                    <a:pt x="2610532" y="2538224"/>
                  </a:lnTo>
                  <a:lnTo>
                    <a:pt x="2610626" y="2538224"/>
                  </a:lnTo>
                  <a:lnTo>
                    <a:pt x="2610719" y="2538224"/>
                  </a:lnTo>
                  <a:lnTo>
                    <a:pt x="2610812" y="2538224"/>
                  </a:lnTo>
                  <a:lnTo>
                    <a:pt x="2610905" y="2538224"/>
                  </a:lnTo>
                  <a:lnTo>
                    <a:pt x="2610999" y="2538224"/>
                  </a:lnTo>
                  <a:lnTo>
                    <a:pt x="2611092" y="2538224"/>
                  </a:lnTo>
                  <a:lnTo>
                    <a:pt x="2611185" y="2538224"/>
                  </a:lnTo>
                  <a:lnTo>
                    <a:pt x="2611278" y="2538224"/>
                  </a:lnTo>
                  <a:lnTo>
                    <a:pt x="2611372" y="2538224"/>
                  </a:lnTo>
                  <a:lnTo>
                    <a:pt x="2611465" y="2538224"/>
                  </a:lnTo>
                  <a:lnTo>
                    <a:pt x="2611558" y="2538224"/>
                  </a:lnTo>
                  <a:lnTo>
                    <a:pt x="2611651" y="2538224"/>
                  </a:lnTo>
                  <a:lnTo>
                    <a:pt x="2611745" y="2538224"/>
                  </a:lnTo>
                  <a:lnTo>
                    <a:pt x="2611838" y="2538224"/>
                  </a:lnTo>
                  <a:lnTo>
                    <a:pt x="2611931" y="2538224"/>
                  </a:lnTo>
                  <a:lnTo>
                    <a:pt x="2612024" y="2538224"/>
                  </a:lnTo>
                  <a:lnTo>
                    <a:pt x="2612118" y="2538224"/>
                  </a:lnTo>
                  <a:lnTo>
                    <a:pt x="2612211" y="2538224"/>
                  </a:lnTo>
                  <a:lnTo>
                    <a:pt x="2612304" y="2538224"/>
                  </a:lnTo>
                  <a:lnTo>
                    <a:pt x="2612397" y="2538224"/>
                  </a:lnTo>
                  <a:lnTo>
                    <a:pt x="2612491" y="2538224"/>
                  </a:lnTo>
                  <a:lnTo>
                    <a:pt x="2612584" y="2538224"/>
                  </a:lnTo>
                  <a:lnTo>
                    <a:pt x="2612677" y="2538224"/>
                  </a:lnTo>
                  <a:lnTo>
                    <a:pt x="2612770" y="2538224"/>
                  </a:lnTo>
                  <a:lnTo>
                    <a:pt x="2612864" y="2538224"/>
                  </a:lnTo>
                  <a:lnTo>
                    <a:pt x="2612957" y="2538224"/>
                  </a:lnTo>
                  <a:lnTo>
                    <a:pt x="2613050" y="2538224"/>
                  </a:lnTo>
                  <a:lnTo>
                    <a:pt x="2613143" y="2538224"/>
                  </a:lnTo>
                  <a:lnTo>
                    <a:pt x="2613237" y="2538224"/>
                  </a:lnTo>
                  <a:lnTo>
                    <a:pt x="2613330" y="2538224"/>
                  </a:lnTo>
                  <a:lnTo>
                    <a:pt x="2613423" y="2538224"/>
                  </a:lnTo>
                  <a:lnTo>
                    <a:pt x="2613516" y="2538224"/>
                  </a:lnTo>
                  <a:lnTo>
                    <a:pt x="2613610" y="2538224"/>
                  </a:lnTo>
                  <a:lnTo>
                    <a:pt x="2613703" y="2538224"/>
                  </a:lnTo>
                  <a:lnTo>
                    <a:pt x="2613796" y="2538224"/>
                  </a:lnTo>
                  <a:lnTo>
                    <a:pt x="2613889" y="2538224"/>
                  </a:lnTo>
                  <a:lnTo>
                    <a:pt x="2613983" y="2538224"/>
                  </a:lnTo>
                  <a:lnTo>
                    <a:pt x="2614076" y="2538224"/>
                  </a:lnTo>
                  <a:lnTo>
                    <a:pt x="2614169" y="2538224"/>
                  </a:lnTo>
                  <a:lnTo>
                    <a:pt x="2614262" y="2538224"/>
                  </a:lnTo>
                  <a:lnTo>
                    <a:pt x="2614356" y="2538224"/>
                  </a:lnTo>
                  <a:lnTo>
                    <a:pt x="2614449" y="2538224"/>
                  </a:lnTo>
                  <a:lnTo>
                    <a:pt x="2614542" y="2538224"/>
                  </a:lnTo>
                  <a:lnTo>
                    <a:pt x="2614635" y="2538224"/>
                  </a:lnTo>
                  <a:lnTo>
                    <a:pt x="2614729" y="2538224"/>
                  </a:lnTo>
                  <a:lnTo>
                    <a:pt x="2614822" y="2538224"/>
                  </a:lnTo>
                  <a:lnTo>
                    <a:pt x="2614915" y="2538224"/>
                  </a:lnTo>
                  <a:lnTo>
                    <a:pt x="2615008" y="2538224"/>
                  </a:lnTo>
                  <a:lnTo>
                    <a:pt x="2615102" y="2538224"/>
                  </a:lnTo>
                  <a:lnTo>
                    <a:pt x="2615195" y="2538224"/>
                  </a:lnTo>
                  <a:lnTo>
                    <a:pt x="2615288" y="2538224"/>
                  </a:lnTo>
                  <a:lnTo>
                    <a:pt x="2615381" y="2538224"/>
                  </a:lnTo>
                  <a:lnTo>
                    <a:pt x="2615475" y="2538224"/>
                  </a:lnTo>
                  <a:lnTo>
                    <a:pt x="2615568" y="2538224"/>
                  </a:lnTo>
                  <a:lnTo>
                    <a:pt x="2615661" y="2538224"/>
                  </a:lnTo>
                  <a:lnTo>
                    <a:pt x="2615754" y="2538224"/>
                  </a:lnTo>
                  <a:lnTo>
                    <a:pt x="2615847" y="2538224"/>
                  </a:lnTo>
                  <a:lnTo>
                    <a:pt x="2615941" y="2538224"/>
                  </a:lnTo>
                  <a:lnTo>
                    <a:pt x="2616034" y="2538224"/>
                  </a:lnTo>
                  <a:lnTo>
                    <a:pt x="2616127" y="2538224"/>
                  </a:lnTo>
                  <a:lnTo>
                    <a:pt x="2616220" y="2538224"/>
                  </a:lnTo>
                  <a:lnTo>
                    <a:pt x="2616314" y="2538224"/>
                  </a:lnTo>
                  <a:lnTo>
                    <a:pt x="2616407" y="2538224"/>
                  </a:lnTo>
                  <a:lnTo>
                    <a:pt x="2616500" y="2538224"/>
                  </a:lnTo>
                  <a:lnTo>
                    <a:pt x="2616593" y="2538224"/>
                  </a:lnTo>
                  <a:lnTo>
                    <a:pt x="2616687" y="2538224"/>
                  </a:lnTo>
                  <a:lnTo>
                    <a:pt x="2616780" y="2538224"/>
                  </a:lnTo>
                  <a:lnTo>
                    <a:pt x="2616873" y="2538224"/>
                  </a:lnTo>
                  <a:lnTo>
                    <a:pt x="2616966" y="2538224"/>
                  </a:lnTo>
                  <a:lnTo>
                    <a:pt x="2617060" y="2538224"/>
                  </a:lnTo>
                  <a:lnTo>
                    <a:pt x="2617153" y="2538224"/>
                  </a:lnTo>
                  <a:lnTo>
                    <a:pt x="2617246" y="2538224"/>
                  </a:lnTo>
                  <a:lnTo>
                    <a:pt x="2617339" y="2538224"/>
                  </a:lnTo>
                  <a:lnTo>
                    <a:pt x="2617433" y="2538224"/>
                  </a:lnTo>
                  <a:lnTo>
                    <a:pt x="2617526" y="2538224"/>
                  </a:lnTo>
                  <a:lnTo>
                    <a:pt x="2617619" y="2538224"/>
                  </a:lnTo>
                  <a:lnTo>
                    <a:pt x="2617712" y="2538224"/>
                  </a:lnTo>
                  <a:lnTo>
                    <a:pt x="2617806" y="2538224"/>
                  </a:lnTo>
                  <a:lnTo>
                    <a:pt x="2617899" y="2538224"/>
                  </a:lnTo>
                  <a:lnTo>
                    <a:pt x="2617992" y="2538224"/>
                  </a:lnTo>
                  <a:lnTo>
                    <a:pt x="2617992" y="2528270"/>
                  </a:lnTo>
                  <a:lnTo>
                    <a:pt x="2618085" y="2528270"/>
                  </a:lnTo>
                  <a:lnTo>
                    <a:pt x="2618179" y="2528270"/>
                  </a:lnTo>
                  <a:lnTo>
                    <a:pt x="2618272" y="2528270"/>
                  </a:lnTo>
                  <a:lnTo>
                    <a:pt x="2618365" y="2528270"/>
                  </a:lnTo>
                  <a:lnTo>
                    <a:pt x="2618458" y="2528270"/>
                  </a:lnTo>
                  <a:lnTo>
                    <a:pt x="2618552" y="2528270"/>
                  </a:lnTo>
                  <a:lnTo>
                    <a:pt x="2618645" y="2528270"/>
                  </a:lnTo>
                  <a:lnTo>
                    <a:pt x="2618738" y="2528270"/>
                  </a:lnTo>
                  <a:lnTo>
                    <a:pt x="2618831" y="2528270"/>
                  </a:lnTo>
                  <a:lnTo>
                    <a:pt x="2618925" y="2528270"/>
                  </a:lnTo>
                  <a:lnTo>
                    <a:pt x="2619018" y="2528270"/>
                  </a:lnTo>
                  <a:lnTo>
                    <a:pt x="2619111" y="2528270"/>
                  </a:lnTo>
                  <a:lnTo>
                    <a:pt x="2619204" y="2528270"/>
                  </a:lnTo>
                  <a:lnTo>
                    <a:pt x="2619298" y="2528270"/>
                  </a:lnTo>
                  <a:lnTo>
                    <a:pt x="2619391" y="2528270"/>
                  </a:lnTo>
                  <a:lnTo>
                    <a:pt x="2619484" y="2528270"/>
                  </a:lnTo>
                  <a:lnTo>
                    <a:pt x="2619577" y="2528270"/>
                  </a:lnTo>
                  <a:lnTo>
                    <a:pt x="2619671" y="2528270"/>
                  </a:lnTo>
                  <a:lnTo>
                    <a:pt x="2619764" y="2528270"/>
                  </a:lnTo>
                  <a:lnTo>
                    <a:pt x="2619857" y="2528270"/>
                  </a:lnTo>
                  <a:lnTo>
                    <a:pt x="2619950" y="2528270"/>
                  </a:lnTo>
                  <a:lnTo>
                    <a:pt x="2620044" y="2528270"/>
                  </a:lnTo>
                  <a:lnTo>
                    <a:pt x="2620137" y="2528270"/>
                  </a:lnTo>
                  <a:lnTo>
                    <a:pt x="2620230" y="2528270"/>
                  </a:lnTo>
                  <a:lnTo>
                    <a:pt x="2620323" y="2528270"/>
                  </a:lnTo>
                  <a:lnTo>
                    <a:pt x="2620417" y="2528270"/>
                  </a:lnTo>
                  <a:lnTo>
                    <a:pt x="2620510" y="2528270"/>
                  </a:lnTo>
                  <a:lnTo>
                    <a:pt x="2620603" y="2528270"/>
                  </a:lnTo>
                  <a:lnTo>
                    <a:pt x="2620696" y="2528270"/>
                  </a:lnTo>
                  <a:lnTo>
                    <a:pt x="2620790" y="2528270"/>
                  </a:lnTo>
                  <a:lnTo>
                    <a:pt x="2620883" y="2528270"/>
                  </a:lnTo>
                  <a:lnTo>
                    <a:pt x="2620976" y="2528270"/>
                  </a:lnTo>
                  <a:lnTo>
                    <a:pt x="2621069" y="2528270"/>
                  </a:lnTo>
                  <a:lnTo>
                    <a:pt x="2621163" y="2528270"/>
                  </a:lnTo>
                  <a:lnTo>
                    <a:pt x="2621256" y="2528270"/>
                  </a:lnTo>
                  <a:lnTo>
                    <a:pt x="2621349" y="2528270"/>
                  </a:lnTo>
                  <a:lnTo>
                    <a:pt x="2621442" y="2528270"/>
                  </a:lnTo>
                  <a:lnTo>
                    <a:pt x="2621536" y="2528270"/>
                  </a:lnTo>
                  <a:lnTo>
                    <a:pt x="2621629" y="2528270"/>
                  </a:lnTo>
                  <a:lnTo>
                    <a:pt x="2621722" y="2528270"/>
                  </a:lnTo>
                  <a:lnTo>
                    <a:pt x="2621815" y="2528270"/>
                  </a:lnTo>
                  <a:lnTo>
                    <a:pt x="2621909" y="2528270"/>
                  </a:lnTo>
                  <a:lnTo>
                    <a:pt x="2622002" y="2528270"/>
                  </a:lnTo>
                  <a:lnTo>
                    <a:pt x="2622095" y="2528270"/>
                  </a:lnTo>
                  <a:lnTo>
                    <a:pt x="2622188" y="2528270"/>
                  </a:lnTo>
                  <a:lnTo>
                    <a:pt x="2622282" y="2528270"/>
                  </a:lnTo>
                  <a:lnTo>
                    <a:pt x="2622375" y="2528270"/>
                  </a:lnTo>
                  <a:lnTo>
                    <a:pt x="2622468" y="2528270"/>
                  </a:lnTo>
                  <a:lnTo>
                    <a:pt x="2622561" y="2528270"/>
                  </a:lnTo>
                  <a:lnTo>
                    <a:pt x="2622654" y="2528270"/>
                  </a:lnTo>
                  <a:lnTo>
                    <a:pt x="2622748" y="2528270"/>
                  </a:lnTo>
                  <a:lnTo>
                    <a:pt x="2622841" y="2528270"/>
                  </a:lnTo>
                  <a:lnTo>
                    <a:pt x="2622934" y="2528270"/>
                  </a:lnTo>
                  <a:lnTo>
                    <a:pt x="2623027" y="2528270"/>
                  </a:lnTo>
                  <a:lnTo>
                    <a:pt x="2623121" y="2528270"/>
                  </a:lnTo>
                  <a:lnTo>
                    <a:pt x="2623121" y="2518317"/>
                  </a:lnTo>
                  <a:lnTo>
                    <a:pt x="2623214" y="2518317"/>
                  </a:lnTo>
                  <a:lnTo>
                    <a:pt x="2623307" y="2518317"/>
                  </a:lnTo>
                  <a:lnTo>
                    <a:pt x="2623400" y="2518317"/>
                  </a:lnTo>
                  <a:lnTo>
                    <a:pt x="2623494" y="2518317"/>
                  </a:lnTo>
                  <a:lnTo>
                    <a:pt x="2623587" y="2518317"/>
                  </a:lnTo>
                  <a:lnTo>
                    <a:pt x="2623680" y="2518317"/>
                  </a:lnTo>
                  <a:lnTo>
                    <a:pt x="2623773" y="2518317"/>
                  </a:lnTo>
                  <a:lnTo>
                    <a:pt x="2623867" y="2518317"/>
                  </a:lnTo>
                  <a:lnTo>
                    <a:pt x="2623960" y="2518317"/>
                  </a:lnTo>
                  <a:lnTo>
                    <a:pt x="2624053" y="2518317"/>
                  </a:lnTo>
                  <a:lnTo>
                    <a:pt x="2624146" y="2518317"/>
                  </a:lnTo>
                  <a:lnTo>
                    <a:pt x="2624240" y="2518317"/>
                  </a:lnTo>
                  <a:lnTo>
                    <a:pt x="2624333" y="2518317"/>
                  </a:lnTo>
                  <a:lnTo>
                    <a:pt x="2624426" y="2518317"/>
                  </a:lnTo>
                  <a:lnTo>
                    <a:pt x="2624519" y="2518317"/>
                  </a:lnTo>
                  <a:lnTo>
                    <a:pt x="2624613" y="2518317"/>
                  </a:lnTo>
                  <a:lnTo>
                    <a:pt x="2624706" y="2518317"/>
                  </a:lnTo>
                  <a:lnTo>
                    <a:pt x="2624799" y="2518317"/>
                  </a:lnTo>
                  <a:lnTo>
                    <a:pt x="2624892" y="2518317"/>
                  </a:lnTo>
                  <a:lnTo>
                    <a:pt x="2624986" y="2518317"/>
                  </a:lnTo>
                  <a:lnTo>
                    <a:pt x="2625079" y="2518317"/>
                  </a:lnTo>
                  <a:lnTo>
                    <a:pt x="2625172" y="2518317"/>
                  </a:lnTo>
                  <a:lnTo>
                    <a:pt x="2625265" y="2518317"/>
                  </a:lnTo>
                  <a:lnTo>
                    <a:pt x="2625359" y="2518317"/>
                  </a:lnTo>
                  <a:lnTo>
                    <a:pt x="2625452" y="2518317"/>
                  </a:lnTo>
                  <a:lnTo>
                    <a:pt x="2625545" y="2518317"/>
                  </a:lnTo>
                  <a:lnTo>
                    <a:pt x="2625638" y="2518317"/>
                  </a:lnTo>
                  <a:lnTo>
                    <a:pt x="2625732" y="2518317"/>
                  </a:lnTo>
                  <a:lnTo>
                    <a:pt x="2625825" y="2518317"/>
                  </a:lnTo>
                  <a:lnTo>
                    <a:pt x="2625918" y="2518317"/>
                  </a:lnTo>
                  <a:lnTo>
                    <a:pt x="2626011" y="2518317"/>
                  </a:lnTo>
                  <a:lnTo>
                    <a:pt x="2626105" y="2518317"/>
                  </a:lnTo>
                  <a:lnTo>
                    <a:pt x="2626198" y="2518317"/>
                  </a:lnTo>
                  <a:lnTo>
                    <a:pt x="2626291" y="2518317"/>
                  </a:lnTo>
                  <a:lnTo>
                    <a:pt x="2626384" y="2518317"/>
                  </a:lnTo>
                  <a:lnTo>
                    <a:pt x="2626478" y="2518317"/>
                  </a:lnTo>
                  <a:lnTo>
                    <a:pt x="2626571" y="2518317"/>
                  </a:lnTo>
                  <a:lnTo>
                    <a:pt x="2626664" y="2518317"/>
                  </a:lnTo>
                  <a:lnTo>
                    <a:pt x="2626757" y="2518317"/>
                  </a:lnTo>
                  <a:lnTo>
                    <a:pt x="2626851" y="2518317"/>
                  </a:lnTo>
                  <a:lnTo>
                    <a:pt x="2626944" y="2518317"/>
                  </a:lnTo>
                  <a:lnTo>
                    <a:pt x="2627037" y="2518317"/>
                  </a:lnTo>
                  <a:lnTo>
                    <a:pt x="2627130" y="2518317"/>
                  </a:lnTo>
                  <a:lnTo>
                    <a:pt x="2627224" y="2518317"/>
                  </a:lnTo>
                  <a:lnTo>
                    <a:pt x="2627317" y="2518317"/>
                  </a:lnTo>
                  <a:lnTo>
                    <a:pt x="2627410" y="2518317"/>
                  </a:lnTo>
                  <a:lnTo>
                    <a:pt x="2627503" y="2518317"/>
                  </a:lnTo>
                  <a:lnTo>
                    <a:pt x="2627597" y="2518317"/>
                  </a:lnTo>
                  <a:lnTo>
                    <a:pt x="2627690" y="2518317"/>
                  </a:lnTo>
                  <a:lnTo>
                    <a:pt x="2627783" y="2518317"/>
                  </a:lnTo>
                  <a:lnTo>
                    <a:pt x="2627876" y="2518317"/>
                  </a:lnTo>
                  <a:lnTo>
                    <a:pt x="2627970" y="2518317"/>
                  </a:lnTo>
                  <a:lnTo>
                    <a:pt x="2628063" y="2518317"/>
                  </a:lnTo>
                  <a:lnTo>
                    <a:pt x="2628156" y="2518317"/>
                  </a:lnTo>
                  <a:lnTo>
                    <a:pt x="2628249" y="2518317"/>
                  </a:lnTo>
                  <a:lnTo>
                    <a:pt x="2628343" y="2518317"/>
                  </a:lnTo>
                  <a:lnTo>
                    <a:pt x="2628436" y="2518317"/>
                  </a:lnTo>
                  <a:lnTo>
                    <a:pt x="2628529" y="2518317"/>
                  </a:lnTo>
                  <a:lnTo>
                    <a:pt x="2628622" y="2518317"/>
                  </a:lnTo>
                  <a:lnTo>
                    <a:pt x="2628716" y="2518317"/>
                  </a:lnTo>
                  <a:lnTo>
                    <a:pt x="2628809" y="2518317"/>
                  </a:lnTo>
                  <a:lnTo>
                    <a:pt x="2628902" y="2518317"/>
                  </a:lnTo>
                  <a:lnTo>
                    <a:pt x="2628995" y="2518317"/>
                  </a:lnTo>
                  <a:lnTo>
                    <a:pt x="2629089" y="2518317"/>
                  </a:lnTo>
                  <a:lnTo>
                    <a:pt x="2629182" y="2518317"/>
                  </a:lnTo>
                  <a:lnTo>
                    <a:pt x="2629275" y="2518317"/>
                  </a:lnTo>
                  <a:lnTo>
                    <a:pt x="2629368" y="2518317"/>
                  </a:lnTo>
                  <a:lnTo>
                    <a:pt x="2629461" y="2518317"/>
                  </a:lnTo>
                  <a:lnTo>
                    <a:pt x="2629555" y="2518317"/>
                  </a:lnTo>
                  <a:lnTo>
                    <a:pt x="2629648" y="2518317"/>
                  </a:lnTo>
                  <a:lnTo>
                    <a:pt x="2629741" y="2518317"/>
                  </a:lnTo>
                  <a:lnTo>
                    <a:pt x="2629834" y="2518317"/>
                  </a:lnTo>
                  <a:lnTo>
                    <a:pt x="2629928" y="2518317"/>
                  </a:lnTo>
                  <a:lnTo>
                    <a:pt x="2630021" y="2518317"/>
                  </a:lnTo>
                  <a:lnTo>
                    <a:pt x="2630114" y="2518317"/>
                  </a:lnTo>
                  <a:lnTo>
                    <a:pt x="2630207" y="2518317"/>
                  </a:lnTo>
                  <a:lnTo>
                    <a:pt x="2630301" y="2518317"/>
                  </a:lnTo>
                  <a:lnTo>
                    <a:pt x="2630394" y="2518317"/>
                  </a:lnTo>
                  <a:lnTo>
                    <a:pt x="2630487" y="2518317"/>
                  </a:lnTo>
                  <a:lnTo>
                    <a:pt x="2630580" y="2518317"/>
                  </a:lnTo>
                  <a:lnTo>
                    <a:pt x="2630674" y="2518317"/>
                  </a:lnTo>
                  <a:lnTo>
                    <a:pt x="2630767" y="2518317"/>
                  </a:lnTo>
                  <a:lnTo>
                    <a:pt x="2630860" y="2518317"/>
                  </a:lnTo>
                  <a:lnTo>
                    <a:pt x="2630953" y="2518317"/>
                  </a:lnTo>
                  <a:lnTo>
                    <a:pt x="2631047" y="2518317"/>
                  </a:lnTo>
                  <a:lnTo>
                    <a:pt x="2631140" y="2518317"/>
                  </a:lnTo>
                  <a:lnTo>
                    <a:pt x="2631233" y="2518317"/>
                  </a:lnTo>
                  <a:lnTo>
                    <a:pt x="2631326" y="2518317"/>
                  </a:lnTo>
                  <a:lnTo>
                    <a:pt x="2631420" y="2518317"/>
                  </a:lnTo>
                  <a:lnTo>
                    <a:pt x="2631513" y="2518317"/>
                  </a:lnTo>
                  <a:lnTo>
                    <a:pt x="2631606" y="2518317"/>
                  </a:lnTo>
                  <a:lnTo>
                    <a:pt x="2631699" y="2518317"/>
                  </a:lnTo>
                  <a:lnTo>
                    <a:pt x="2631793" y="2518317"/>
                  </a:lnTo>
                  <a:lnTo>
                    <a:pt x="2631886" y="2518317"/>
                  </a:lnTo>
                  <a:lnTo>
                    <a:pt x="2631979" y="2518317"/>
                  </a:lnTo>
                  <a:lnTo>
                    <a:pt x="2632072" y="2518317"/>
                  </a:lnTo>
                  <a:lnTo>
                    <a:pt x="2632166" y="2518317"/>
                  </a:lnTo>
                  <a:lnTo>
                    <a:pt x="2632259" y="2518317"/>
                  </a:lnTo>
                  <a:lnTo>
                    <a:pt x="2632352" y="2518317"/>
                  </a:lnTo>
                  <a:lnTo>
                    <a:pt x="2632445" y="2518317"/>
                  </a:lnTo>
                  <a:lnTo>
                    <a:pt x="2632539" y="2518317"/>
                  </a:lnTo>
                  <a:lnTo>
                    <a:pt x="2632632" y="2518317"/>
                  </a:lnTo>
                  <a:lnTo>
                    <a:pt x="2632725" y="2518317"/>
                  </a:lnTo>
                  <a:lnTo>
                    <a:pt x="2632818" y="2518317"/>
                  </a:lnTo>
                  <a:lnTo>
                    <a:pt x="2632912" y="2518317"/>
                  </a:lnTo>
                  <a:lnTo>
                    <a:pt x="2633005" y="2518317"/>
                  </a:lnTo>
                  <a:lnTo>
                    <a:pt x="2633098" y="2518317"/>
                  </a:lnTo>
                  <a:lnTo>
                    <a:pt x="2633191" y="2518317"/>
                  </a:lnTo>
                  <a:lnTo>
                    <a:pt x="2633285" y="2518317"/>
                  </a:lnTo>
                  <a:lnTo>
                    <a:pt x="2633378" y="2518317"/>
                  </a:lnTo>
                  <a:lnTo>
                    <a:pt x="2633471" y="2518317"/>
                  </a:lnTo>
                  <a:lnTo>
                    <a:pt x="2633564" y="2518317"/>
                  </a:lnTo>
                  <a:lnTo>
                    <a:pt x="2633658" y="2518317"/>
                  </a:lnTo>
                  <a:lnTo>
                    <a:pt x="2633751" y="2518317"/>
                  </a:lnTo>
                  <a:lnTo>
                    <a:pt x="2633844" y="2518317"/>
                  </a:lnTo>
                  <a:lnTo>
                    <a:pt x="2633937" y="2518317"/>
                  </a:lnTo>
                  <a:lnTo>
                    <a:pt x="2634031" y="2518317"/>
                  </a:lnTo>
                  <a:lnTo>
                    <a:pt x="2634124" y="2518317"/>
                  </a:lnTo>
                  <a:lnTo>
                    <a:pt x="2634217" y="2518317"/>
                  </a:lnTo>
                  <a:lnTo>
                    <a:pt x="2634310" y="2518317"/>
                  </a:lnTo>
                  <a:lnTo>
                    <a:pt x="2634404" y="2518317"/>
                  </a:lnTo>
                  <a:lnTo>
                    <a:pt x="2634497" y="2518317"/>
                  </a:lnTo>
                  <a:lnTo>
                    <a:pt x="2634590" y="2518317"/>
                  </a:lnTo>
                  <a:lnTo>
                    <a:pt x="2634683" y="2518317"/>
                  </a:lnTo>
                  <a:lnTo>
                    <a:pt x="2634777" y="2518317"/>
                  </a:lnTo>
                  <a:lnTo>
                    <a:pt x="2634870" y="2518317"/>
                  </a:lnTo>
                  <a:lnTo>
                    <a:pt x="2634963" y="2518317"/>
                  </a:lnTo>
                  <a:lnTo>
                    <a:pt x="2635056" y="2518317"/>
                  </a:lnTo>
                  <a:lnTo>
                    <a:pt x="2635150" y="2518317"/>
                  </a:lnTo>
                  <a:lnTo>
                    <a:pt x="2635243" y="2518317"/>
                  </a:lnTo>
                  <a:lnTo>
                    <a:pt x="2635336" y="2518317"/>
                  </a:lnTo>
                  <a:lnTo>
                    <a:pt x="2635429" y="2518317"/>
                  </a:lnTo>
                  <a:lnTo>
                    <a:pt x="2635523" y="2518317"/>
                  </a:lnTo>
                  <a:lnTo>
                    <a:pt x="2635616" y="2518317"/>
                  </a:lnTo>
                  <a:lnTo>
                    <a:pt x="2635709" y="2518317"/>
                  </a:lnTo>
                  <a:lnTo>
                    <a:pt x="2635802" y="2518317"/>
                  </a:lnTo>
                  <a:lnTo>
                    <a:pt x="2635896" y="2518317"/>
                  </a:lnTo>
                  <a:lnTo>
                    <a:pt x="2635989" y="2518317"/>
                  </a:lnTo>
                  <a:lnTo>
                    <a:pt x="2636082" y="2518317"/>
                  </a:lnTo>
                  <a:lnTo>
                    <a:pt x="2636175" y="2518317"/>
                  </a:lnTo>
                  <a:lnTo>
                    <a:pt x="2636269" y="2518317"/>
                  </a:lnTo>
                  <a:lnTo>
                    <a:pt x="2636362" y="2518317"/>
                  </a:lnTo>
                  <a:lnTo>
                    <a:pt x="2636455" y="2518317"/>
                  </a:lnTo>
                  <a:lnTo>
                    <a:pt x="2636548" y="2518317"/>
                  </a:lnTo>
                  <a:lnTo>
                    <a:pt x="2636641" y="2518317"/>
                  </a:lnTo>
                  <a:lnTo>
                    <a:pt x="2636735" y="2518317"/>
                  </a:lnTo>
                  <a:lnTo>
                    <a:pt x="2636828" y="2518317"/>
                  </a:lnTo>
                  <a:lnTo>
                    <a:pt x="2636921" y="2518317"/>
                  </a:lnTo>
                  <a:lnTo>
                    <a:pt x="2637014" y="2518317"/>
                  </a:lnTo>
                  <a:lnTo>
                    <a:pt x="2637108" y="2518317"/>
                  </a:lnTo>
                  <a:lnTo>
                    <a:pt x="2637201" y="2518317"/>
                  </a:lnTo>
                  <a:lnTo>
                    <a:pt x="2637294" y="2518317"/>
                  </a:lnTo>
                  <a:lnTo>
                    <a:pt x="2637387" y="2518317"/>
                  </a:lnTo>
                  <a:lnTo>
                    <a:pt x="2637481" y="2518317"/>
                  </a:lnTo>
                  <a:lnTo>
                    <a:pt x="2637574" y="2518317"/>
                  </a:lnTo>
                  <a:lnTo>
                    <a:pt x="2637667" y="2518317"/>
                  </a:lnTo>
                  <a:lnTo>
                    <a:pt x="2637760" y="2518317"/>
                  </a:lnTo>
                  <a:lnTo>
                    <a:pt x="2637854" y="2518317"/>
                  </a:lnTo>
                  <a:lnTo>
                    <a:pt x="2637947" y="2518317"/>
                  </a:lnTo>
                  <a:lnTo>
                    <a:pt x="2638040" y="2518317"/>
                  </a:lnTo>
                  <a:lnTo>
                    <a:pt x="2638133" y="2518317"/>
                  </a:lnTo>
                  <a:lnTo>
                    <a:pt x="2638227" y="2518317"/>
                  </a:lnTo>
                  <a:lnTo>
                    <a:pt x="2638320" y="2518317"/>
                  </a:lnTo>
                  <a:lnTo>
                    <a:pt x="2638413" y="2518317"/>
                  </a:lnTo>
                  <a:lnTo>
                    <a:pt x="2638506" y="2518317"/>
                  </a:lnTo>
                  <a:lnTo>
                    <a:pt x="2638600" y="2518317"/>
                  </a:lnTo>
                  <a:lnTo>
                    <a:pt x="2638693" y="2518317"/>
                  </a:lnTo>
                  <a:lnTo>
                    <a:pt x="2638786" y="2518317"/>
                  </a:lnTo>
                  <a:lnTo>
                    <a:pt x="2638879" y="2518317"/>
                  </a:lnTo>
                  <a:lnTo>
                    <a:pt x="2638973" y="2518317"/>
                  </a:lnTo>
                  <a:lnTo>
                    <a:pt x="2639066" y="2518317"/>
                  </a:lnTo>
                  <a:lnTo>
                    <a:pt x="2639159" y="2518317"/>
                  </a:lnTo>
                  <a:lnTo>
                    <a:pt x="2639252" y="2518317"/>
                  </a:lnTo>
                  <a:lnTo>
                    <a:pt x="2639346" y="2518317"/>
                  </a:lnTo>
                  <a:lnTo>
                    <a:pt x="2639439" y="2518317"/>
                  </a:lnTo>
                  <a:lnTo>
                    <a:pt x="2639439" y="2508363"/>
                  </a:lnTo>
                  <a:lnTo>
                    <a:pt x="2639532" y="2508363"/>
                  </a:lnTo>
                  <a:lnTo>
                    <a:pt x="2639625" y="2508363"/>
                  </a:lnTo>
                  <a:lnTo>
                    <a:pt x="2639719" y="2508363"/>
                  </a:lnTo>
                  <a:lnTo>
                    <a:pt x="2639812" y="2508363"/>
                  </a:lnTo>
                  <a:lnTo>
                    <a:pt x="2639905" y="2508363"/>
                  </a:lnTo>
                  <a:lnTo>
                    <a:pt x="2639998" y="2508363"/>
                  </a:lnTo>
                  <a:lnTo>
                    <a:pt x="2640092" y="2508363"/>
                  </a:lnTo>
                  <a:lnTo>
                    <a:pt x="2640185" y="2508363"/>
                  </a:lnTo>
                  <a:lnTo>
                    <a:pt x="2640278" y="2508363"/>
                  </a:lnTo>
                  <a:lnTo>
                    <a:pt x="2640371" y="2508363"/>
                  </a:lnTo>
                  <a:lnTo>
                    <a:pt x="2640465" y="2508363"/>
                  </a:lnTo>
                  <a:lnTo>
                    <a:pt x="2640558" y="2508363"/>
                  </a:lnTo>
                  <a:lnTo>
                    <a:pt x="2640651" y="2508363"/>
                  </a:lnTo>
                  <a:lnTo>
                    <a:pt x="2640744" y="2508363"/>
                  </a:lnTo>
                  <a:lnTo>
                    <a:pt x="2640838" y="2508363"/>
                  </a:lnTo>
                  <a:lnTo>
                    <a:pt x="2640931" y="2508363"/>
                  </a:lnTo>
                  <a:lnTo>
                    <a:pt x="2641024" y="2508363"/>
                  </a:lnTo>
                  <a:lnTo>
                    <a:pt x="2641117" y="2508363"/>
                  </a:lnTo>
                  <a:lnTo>
                    <a:pt x="2641211" y="2508363"/>
                  </a:lnTo>
                  <a:lnTo>
                    <a:pt x="2641304" y="2508363"/>
                  </a:lnTo>
                  <a:lnTo>
                    <a:pt x="2641397" y="2508363"/>
                  </a:lnTo>
                  <a:lnTo>
                    <a:pt x="2641490" y="2508363"/>
                  </a:lnTo>
                  <a:lnTo>
                    <a:pt x="2641584" y="2508363"/>
                  </a:lnTo>
                  <a:lnTo>
                    <a:pt x="2641677" y="2508363"/>
                  </a:lnTo>
                  <a:lnTo>
                    <a:pt x="2641770" y="2508363"/>
                  </a:lnTo>
                  <a:lnTo>
                    <a:pt x="2641863" y="2508363"/>
                  </a:lnTo>
                  <a:lnTo>
                    <a:pt x="2641957" y="2508363"/>
                  </a:lnTo>
                  <a:lnTo>
                    <a:pt x="2642050" y="2508363"/>
                  </a:lnTo>
                  <a:lnTo>
                    <a:pt x="2642143" y="2508363"/>
                  </a:lnTo>
                  <a:lnTo>
                    <a:pt x="2642236" y="2508363"/>
                  </a:lnTo>
                  <a:lnTo>
                    <a:pt x="2642330" y="2508363"/>
                  </a:lnTo>
                  <a:lnTo>
                    <a:pt x="2642423" y="2508363"/>
                  </a:lnTo>
                  <a:lnTo>
                    <a:pt x="2642516" y="2508363"/>
                  </a:lnTo>
                  <a:lnTo>
                    <a:pt x="2642609" y="2508363"/>
                  </a:lnTo>
                  <a:lnTo>
                    <a:pt x="2642703" y="2508363"/>
                  </a:lnTo>
                  <a:lnTo>
                    <a:pt x="2642796" y="2508363"/>
                  </a:lnTo>
                  <a:lnTo>
                    <a:pt x="2642889" y="2508363"/>
                  </a:lnTo>
                  <a:lnTo>
                    <a:pt x="2642982" y="2508363"/>
                  </a:lnTo>
                  <a:lnTo>
                    <a:pt x="2643076" y="2508363"/>
                  </a:lnTo>
                  <a:lnTo>
                    <a:pt x="2643169" y="2508363"/>
                  </a:lnTo>
                  <a:lnTo>
                    <a:pt x="2643262" y="2508363"/>
                  </a:lnTo>
                  <a:lnTo>
                    <a:pt x="2643355" y="2508363"/>
                  </a:lnTo>
                  <a:lnTo>
                    <a:pt x="2643448" y="2508363"/>
                  </a:lnTo>
                  <a:lnTo>
                    <a:pt x="2643542" y="2508363"/>
                  </a:lnTo>
                  <a:lnTo>
                    <a:pt x="2643635" y="2508363"/>
                  </a:lnTo>
                  <a:lnTo>
                    <a:pt x="2643728" y="2508363"/>
                  </a:lnTo>
                  <a:lnTo>
                    <a:pt x="2643821" y="2508363"/>
                  </a:lnTo>
                  <a:lnTo>
                    <a:pt x="2643915" y="2508363"/>
                  </a:lnTo>
                  <a:lnTo>
                    <a:pt x="2644008" y="2508363"/>
                  </a:lnTo>
                  <a:lnTo>
                    <a:pt x="2644101" y="2508363"/>
                  </a:lnTo>
                  <a:lnTo>
                    <a:pt x="2644194" y="2508363"/>
                  </a:lnTo>
                  <a:lnTo>
                    <a:pt x="2644288" y="2508363"/>
                  </a:lnTo>
                  <a:lnTo>
                    <a:pt x="2644288" y="2498409"/>
                  </a:lnTo>
                  <a:lnTo>
                    <a:pt x="2644381" y="2498409"/>
                  </a:lnTo>
                  <a:lnTo>
                    <a:pt x="2644474" y="2498409"/>
                  </a:lnTo>
                  <a:lnTo>
                    <a:pt x="2644567" y="2498409"/>
                  </a:lnTo>
                  <a:lnTo>
                    <a:pt x="2644661" y="2498409"/>
                  </a:lnTo>
                  <a:lnTo>
                    <a:pt x="2644754" y="2498409"/>
                  </a:lnTo>
                  <a:lnTo>
                    <a:pt x="2644847" y="2498409"/>
                  </a:lnTo>
                  <a:lnTo>
                    <a:pt x="2644940" y="2498409"/>
                  </a:lnTo>
                  <a:lnTo>
                    <a:pt x="2645034" y="2498409"/>
                  </a:lnTo>
                  <a:lnTo>
                    <a:pt x="2645127" y="2498409"/>
                  </a:lnTo>
                  <a:lnTo>
                    <a:pt x="2645220" y="2498409"/>
                  </a:lnTo>
                  <a:lnTo>
                    <a:pt x="2645313" y="2498409"/>
                  </a:lnTo>
                  <a:lnTo>
                    <a:pt x="2645407" y="2498409"/>
                  </a:lnTo>
                  <a:lnTo>
                    <a:pt x="2645500" y="2498409"/>
                  </a:lnTo>
                  <a:lnTo>
                    <a:pt x="2645593" y="2498409"/>
                  </a:lnTo>
                  <a:lnTo>
                    <a:pt x="2645686" y="2498409"/>
                  </a:lnTo>
                  <a:lnTo>
                    <a:pt x="2645780" y="2498409"/>
                  </a:lnTo>
                  <a:lnTo>
                    <a:pt x="2645873" y="2498409"/>
                  </a:lnTo>
                  <a:lnTo>
                    <a:pt x="2645966" y="2498409"/>
                  </a:lnTo>
                  <a:lnTo>
                    <a:pt x="2646059" y="2498409"/>
                  </a:lnTo>
                  <a:lnTo>
                    <a:pt x="2646153" y="2498409"/>
                  </a:lnTo>
                  <a:lnTo>
                    <a:pt x="2646153" y="2488455"/>
                  </a:lnTo>
                  <a:lnTo>
                    <a:pt x="2646246" y="2488455"/>
                  </a:lnTo>
                  <a:lnTo>
                    <a:pt x="2646339" y="2488455"/>
                  </a:lnTo>
                  <a:lnTo>
                    <a:pt x="2646432" y="2488455"/>
                  </a:lnTo>
                  <a:lnTo>
                    <a:pt x="2646526" y="2488455"/>
                  </a:lnTo>
                  <a:lnTo>
                    <a:pt x="2646619" y="2488455"/>
                  </a:lnTo>
                  <a:lnTo>
                    <a:pt x="2646712" y="2488455"/>
                  </a:lnTo>
                  <a:lnTo>
                    <a:pt x="2646805" y="2488455"/>
                  </a:lnTo>
                  <a:lnTo>
                    <a:pt x="2646899" y="2488455"/>
                  </a:lnTo>
                  <a:lnTo>
                    <a:pt x="2646992" y="2488455"/>
                  </a:lnTo>
                  <a:lnTo>
                    <a:pt x="2647085" y="2488455"/>
                  </a:lnTo>
                  <a:lnTo>
                    <a:pt x="2647178" y="2488455"/>
                  </a:lnTo>
                  <a:lnTo>
                    <a:pt x="2647272" y="2488455"/>
                  </a:lnTo>
                  <a:lnTo>
                    <a:pt x="2647365" y="2488455"/>
                  </a:lnTo>
                  <a:lnTo>
                    <a:pt x="2647458" y="2488455"/>
                  </a:lnTo>
                  <a:lnTo>
                    <a:pt x="2647551" y="2488455"/>
                  </a:lnTo>
                  <a:lnTo>
                    <a:pt x="2647645" y="2488455"/>
                  </a:lnTo>
                  <a:lnTo>
                    <a:pt x="2647738" y="2488455"/>
                  </a:lnTo>
                  <a:lnTo>
                    <a:pt x="2647831" y="2488455"/>
                  </a:lnTo>
                  <a:lnTo>
                    <a:pt x="2647924" y="2488455"/>
                  </a:lnTo>
                  <a:lnTo>
                    <a:pt x="2648018" y="2488455"/>
                  </a:lnTo>
                  <a:lnTo>
                    <a:pt x="2648111" y="2488455"/>
                  </a:lnTo>
                  <a:lnTo>
                    <a:pt x="2648111" y="2478501"/>
                  </a:lnTo>
                  <a:lnTo>
                    <a:pt x="2648204" y="2478501"/>
                  </a:lnTo>
                  <a:lnTo>
                    <a:pt x="2648297" y="2478501"/>
                  </a:lnTo>
                  <a:lnTo>
                    <a:pt x="2648391" y="2478501"/>
                  </a:lnTo>
                  <a:lnTo>
                    <a:pt x="2648484" y="2478501"/>
                  </a:lnTo>
                  <a:lnTo>
                    <a:pt x="2648577" y="2478501"/>
                  </a:lnTo>
                  <a:lnTo>
                    <a:pt x="2648670" y="2478501"/>
                  </a:lnTo>
                  <a:lnTo>
                    <a:pt x="2648764" y="2478501"/>
                  </a:lnTo>
                  <a:lnTo>
                    <a:pt x="2648857" y="2478501"/>
                  </a:lnTo>
                  <a:lnTo>
                    <a:pt x="2648950" y="2478501"/>
                  </a:lnTo>
                  <a:lnTo>
                    <a:pt x="2649043" y="2478501"/>
                  </a:lnTo>
                  <a:lnTo>
                    <a:pt x="2649137" y="2478501"/>
                  </a:lnTo>
                  <a:lnTo>
                    <a:pt x="2649230" y="2478501"/>
                  </a:lnTo>
                  <a:lnTo>
                    <a:pt x="2649323" y="2478501"/>
                  </a:lnTo>
                  <a:lnTo>
                    <a:pt x="2649416" y="2478501"/>
                  </a:lnTo>
                  <a:lnTo>
                    <a:pt x="2649510" y="2478501"/>
                  </a:lnTo>
                  <a:lnTo>
                    <a:pt x="2649603" y="2478501"/>
                  </a:lnTo>
                  <a:lnTo>
                    <a:pt x="2649696" y="2478501"/>
                  </a:lnTo>
                  <a:lnTo>
                    <a:pt x="2649789" y="2478501"/>
                  </a:lnTo>
                  <a:lnTo>
                    <a:pt x="2649883" y="2478501"/>
                  </a:lnTo>
                  <a:lnTo>
                    <a:pt x="2649976" y="2478501"/>
                  </a:lnTo>
                  <a:lnTo>
                    <a:pt x="2650069" y="2478501"/>
                  </a:lnTo>
                  <a:lnTo>
                    <a:pt x="2650162" y="2478501"/>
                  </a:lnTo>
                  <a:lnTo>
                    <a:pt x="2650255" y="2478501"/>
                  </a:lnTo>
                  <a:lnTo>
                    <a:pt x="2650349" y="2478501"/>
                  </a:lnTo>
                  <a:lnTo>
                    <a:pt x="2650442" y="2478501"/>
                  </a:lnTo>
                  <a:lnTo>
                    <a:pt x="2650535" y="2478501"/>
                  </a:lnTo>
                  <a:lnTo>
                    <a:pt x="2650628" y="2478501"/>
                  </a:lnTo>
                  <a:lnTo>
                    <a:pt x="2650722" y="2478501"/>
                  </a:lnTo>
                  <a:lnTo>
                    <a:pt x="2650815" y="2478501"/>
                  </a:lnTo>
                  <a:lnTo>
                    <a:pt x="2650908" y="2478501"/>
                  </a:lnTo>
                  <a:lnTo>
                    <a:pt x="2651001" y="2478501"/>
                  </a:lnTo>
                  <a:lnTo>
                    <a:pt x="2651095" y="2478501"/>
                  </a:lnTo>
                  <a:lnTo>
                    <a:pt x="2651188" y="2478501"/>
                  </a:lnTo>
                  <a:lnTo>
                    <a:pt x="2651281" y="2478501"/>
                  </a:lnTo>
                  <a:lnTo>
                    <a:pt x="2651374" y="2478501"/>
                  </a:lnTo>
                  <a:lnTo>
                    <a:pt x="2651468" y="2478501"/>
                  </a:lnTo>
                  <a:lnTo>
                    <a:pt x="2651561" y="2478501"/>
                  </a:lnTo>
                  <a:lnTo>
                    <a:pt x="2651654" y="2478501"/>
                  </a:lnTo>
                  <a:lnTo>
                    <a:pt x="2651747" y="2478501"/>
                  </a:lnTo>
                  <a:lnTo>
                    <a:pt x="2651841" y="2478501"/>
                  </a:lnTo>
                  <a:lnTo>
                    <a:pt x="2651934" y="2478501"/>
                  </a:lnTo>
                  <a:lnTo>
                    <a:pt x="2652027" y="2478501"/>
                  </a:lnTo>
                  <a:lnTo>
                    <a:pt x="2652120" y="2478501"/>
                  </a:lnTo>
                  <a:lnTo>
                    <a:pt x="2652214" y="2478501"/>
                  </a:lnTo>
                  <a:lnTo>
                    <a:pt x="2652307" y="2478501"/>
                  </a:lnTo>
                  <a:lnTo>
                    <a:pt x="2652400" y="2478501"/>
                  </a:lnTo>
                  <a:lnTo>
                    <a:pt x="2652493" y="2478501"/>
                  </a:lnTo>
                  <a:lnTo>
                    <a:pt x="2652587" y="2478501"/>
                  </a:lnTo>
                  <a:lnTo>
                    <a:pt x="2652680" y="2478501"/>
                  </a:lnTo>
                  <a:lnTo>
                    <a:pt x="2652773" y="2478501"/>
                  </a:lnTo>
                  <a:lnTo>
                    <a:pt x="2652866" y="2478501"/>
                  </a:lnTo>
                  <a:lnTo>
                    <a:pt x="2652960" y="2478501"/>
                  </a:lnTo>
                  <a:lnTo>
                    <a:pt x="2653053" y="2478501"/>
                  </a:lnTo>
                  <a:lnTo>
                    <a:pt x="2653146" y="2478501"/>
                  </a:lnTo>
                  <a:lnTo>
                    <a:pt x="2653239" y="2478501"/>
                  </a:lnTo>
                  <a:lnTo>
                    <a:pt x="2653333" y="2478501"/>
                  </a:lnTo>
                  <a:lnTo>
                    <a:pt x="2653426" y="2478501"/>
                  </a:lnTo>
                  <a:lnTo>
                    <a:pt x="2653519" y="2478501"/>
                  </a:lnTo>
                  <a:lnTo>
                    <a:pt x="2653612" y="2478501"/>
                  </a:lnTo>
                  <a:lnTo>
                    <a:pt x="2653706" y="2478501"/>
                  </a:lnTo>
                  <a:lnTo>
                    <a:pt x="2653799" y="2478501"/>
                  </a:lnTo>
                  <a:lnTo>
                    <a:pt x="2653892" y="2478501"/>
                  </a:lnTo>
                  <a:lnTo>
                    <a:pt x="2653985" y="2478501"/>
                  </a:lnTo>
                  <a:lnTo>
                    <a:pt x="2654079" y="2478501"/>
                  </a:lnTo>
                  <a:lnTo>
                    <a:pt x="2654172" y="2478501"/>
                  </a:lnTo>
                  <a:lnTo>
                    <a:pt x="2654265" y="2478501"/>
                  </a:lnTo>
                  <a:lnTo>
                    <a:pt x="2654358" y="2478501"/>
                  </a:lnTo>
                  <a:lnTo>
                    <a:pt x="2654452" y="2478501"/>
                  </a:lnTo>
                  <a:lnTo>
                    <a:pt x="2654545" y="2478501"/>
                  </a:lnTo>
                  <a:lnTo>
                    <a:pt x="2654638" y="2478501"/>
                  </a:lnTo>
                  <a:lnTo>
                    <a:pt x="2654731" y="2478501"/>
                  </a:lnTo>
                  <a:lnTo>
                    <a:pt x="2654825" y="2478501"/>
                  </a:lnTo>
                  <a:lnTo>
                    <a:pt x="2654918" y="2478501"/>
                  </a:lnTo>
                  <a:lnTo>
                    <a:pt x="2655011" y="2478501"/>
                  </a:lnTo>
                  <a:lnTo>
                    <a:pt x="2655104" y="2478501"/>
                  </a:lnTo>
                  <a:lnTo>
                    <a:pt x="2655198" y="2478501"/>
                  </a:lnTo>
                  <a:lnTo>
                    <a:pt x="2655291" y="2478501"/>
                  </a:lnTo>
                  <a:lnTo>
                    <a:pt x="2655384" y="2478501"/>
                  </a:lnTo>
                  <a:lnTo>
                    <a:pt x="2655477" y="2478501"/>
                  </a:lnTo>
                  <a:lnTo>
                    <a:pt x="2655571" y="2478501"/>
                  </a:lnTo>
                  <a:lnTo>
                    <a:pt x="2655664" y="2478501"/>
                  </a:lnTo>
                  <a:lnTo>
                    <a:pt x="2655757" y="2478501"/>
                  </a:lnTo>
                  <a:lnTo>
                    <a:pt x="2655850" y="2478501"/>
                  </a:lnTo>
                  <a:lnTo>
                    <a:pt x="2655944" y="2478501"/>
                  </a:lnTo>
                  <a:lnTo>
                    <a:pt x="2656037" y="2478501"/>
                  </a:lnTo>
                  <a:lnTo>
                    <a:pt x="2656130" y="2478501"/>
                  </a:lnTo>
                  <a:lnTo>
                    <a:pt x="2656223" y="2478501"/>
                  </a:lnTo>
                  <a:lnTo>
                    <a:pt x="2656317" y="2478501"/>
                  </a:lnTo>
                  <a:lnTo>
                    <a:pt x="2656410" y="2478501"/>
                  </a:lnTo>
                  <a:lnTo>
                    <a:pt x="2656503" y="2478501"/>
                  </a:lnTo>
                  <a:lnTo>
                    <a:pt x="2656596" y="2478501"/>
                  </a:lnTo>
                  <a:lnTo>
                    <a:pt x="2656690" y="2478501"/>
                  </a:lnTo>
                  <a:lnTo>
                    <a:pt x="2656783" y="2478501"/>
                  </a:lnTo>
                  <a:lnTo>
                    <a:pt x="2656876" y="2478501"/>
                  </a:lnTo>
                  <a:lnTo>
                    <a:pt x="2656969" y="2478501"/>
                  </a:lnTo>
                  <a:lnTo>
                    <a:pt x="2657063" y="2478501"/>
                  </a:lnTo>
                  <a:lnTo>
                    <a:pt x="2657156" y="2478501"/>
                  </a:lnTo>
                  <a:lnTo>
                    <a:pt x="2657249" y="2478501"/>
                  </a:lnTo>
                  <a:lnTo>
                    <a:pt x="2657342" y="2478501"/>
                  </a:lnTo>
                  <a:lnTo>
                    <a:pt x="2657435" y="2478501"/>
                  </a:lnTo>
                  <a:lnTo>
                    <a:pt x="2657529" y="2478501"/>
                  </a:lnTo>
                  <a:lnTo>
                    <a:pt x="2657622" y="2478501"/>
                  </a:lnTo>
                  <a:lnTo>
                    <a:pt x="2657715" y="2478501"/>
                  </a:lnTo>
                  <a:lnTo>
                    <a:pt x="2657808" y="2478501"/>
                  </a:lnTo>
                  <a:lnTo>
                    <a:pt x="2657902" y="2478501"/>
                  </a:lnTo>
                  <a:lnTo>
                    <a:pt x="2657995" y="2478501"/>
                  </a:lnTo>
                  <a:lnTo>
                    <a:pt x="2658088" y="2478501"/>
                  </a:lnTo>
                  <a:lnTo>
                    <a:pt x="2658181" y="2478501"/>
                  </a:lnTo>
                  <a:lnTo>
                    <a:pt x="2658275" y="2478501"/>
                  </a:lnTo>
                  <a:lnTo>
                    <a:pt x="2658368" y="2478501"/>
                  </a:lnTo>
                  <a:lnTo>
                    <a:pt x="2658461" y="2478501"/>
                  </a:lnTo>
                  <a:lnTo>
                    <a:pt x="2658554" y="2478501"/>
                  </a:lnTo>
                  <a:lnTo>
                    <a:pt x="2658648" y="2478501"/>
                  </a:lnTo>
                  <a:lnTo>
                    <a:pt x="2658741" y="2478501"/>
                  </a:lnTo>
                  <a:lnTo>
                    <a:pt x="2658834" y="2478501"/>
                  </a:lnTo>
                  <a:lnTo>
                    <a:pt x="2658927" y="2478501"/>
                  </a:lnTo>
                  <a:lnTo>
                    <a:pt x="2659021" y="2478501"/>
                  </a:lnTo>
                  <a:lnTo>
                    <a:pt x="2659114" y="2478501"/>
                  </a:lnTo>
                  <a:lnTo>
                    <a:pt x="2659207" y="2478501"/>
                  </a:lnTo>
                  <a:lnTo>
                    <a:pt x="2659300" y="2478501"/>
                  </a:lnTo>
                  <a:lnTo>
                    <a:pt x="2659394" y="2478501"/>
                  </a:lnTo>
                  <a:lnTo>
                    <a:pt x="2659487" y="2478501"/>
                  </a:lnTo>
                  <a:lnTo>
                    <a:pt x="2659580" y="2478501"/>
                  </a:lnTo>
                  <a:lnTo>
                    <a:pt x="2659673" y="2478501"/>
                  </a:lnTo>
                  <a:lnTo>
                    <a:pt x="2659767" y="2478501"/>
                  </a:lnTo>
                  <a:lnTo>
                    <a:pt x="2659860" y="2478501"/>
                  </a:lnTo>
                  <a:lnTo>
                    <a:pt x="2659953" y="2478501"/>
                  </a:lnTo>
                  <a:lnTo>
                    <a:pt x="2660046" y="2478501"/>
                  </a:lnTo>
                  <a:lnTo>
                    <a:pt x="2660140" y="2478501"/>
                  </a:lnTo>
                  <a:lnTo>
                    <a:pt x="2660233" y="2478501"/>
                  </a:lnTo>
                  <a:lnTo>
                    <a:pt x="2660326" y="2478501"/>
                  </a:lnTo>
                  <a:lnTo>
                    <a:pt x="2660419" y="2478501"/>
                  </a:lnTo>
                  <a:lnTo>
                    <a:pt x="2660513" y="2478501"/>
                  </a:lnTo>
                  <a:lnTo>
                    <a:pt x="2660606" y="2478501"/>
                  </a:lnTo>
                  <a:lnTo>
                    <a:pt x="2660699" y="2478501"/>
                  </a:lnTo>
                  <a:lnTo>
                    <a:pt x="2660792" y="2478501"/>
                  </a:lnTo>
                  <a:lnTo>
                    <a:pt x="2660886" y="2478501"/>
                  </a:lnTo>
                  <a:lnTo>
                    <a:pt x="2660979" y="2478501"/>
                  </a:lnTo>
                  <a:lnTo>
                    <a:pt x="2661072" y="2478501"/>
                  </a:lnTo>
                  <a:lnTo>
                    <a:pt x="2661165" y="2478501"/>
                  </a:lnTo>
                  <a:lnTo>
                    <a:pt x="2661259" y="2478501"/>
                  </a:lnTo>
                  <a:lnTo>
                    <a:pt x="2661352" y="2478501"/>
                  </a:lnTo>
                  <a:lnTo>
                    <a:pt x="2661445" y="2478501"/>
                  </a:lnTo>
                  <a:lnTo>
                    <a:pt x="2661538" y="2478501"/>
                  </a:lnTo>
                  <a:lnTo>
                    <a:pt x="2661632" y="2478501"/>
                  </a:lnTo>
                  <a:lnTo>
                    <a:pt x="2661725" y="2478501"/>
                  </a:lnTo>
                  <a:lnTo>
                    <a:pt x="2661818" y="2478501"/>
                  </a:lnTo>
                  <a:lnTo>
                    <a:pt x="2661911" y="2478501"/>
                  </a:lnTo>
                  <a:lnTo>
                    <a:pt x="2662005" y="2478501"/>
                  </a:lnTo>
                  <a:lnTo>
                    <a:pt x="2662098" y="2478501"/>
                  </a:lnTo>
                  <a:lnTo>
                    <a:pt x="2662191" y="2478501"/>
                  </a:lnTo>
                  <a:lnTo>
                    <a:pt x="2662284" y="2478501"/>
                  </a:lnTo>
                  <a:lnTo>
                    <a:pt x="2662378" y="2478501"/>
                  </a:lnTo>
                  <a:lnTo>
                    <a:pt x="2662471" y="2478501"/>
                  </a:lnTo>
                  <a:lnTo>
                    <a:pt x="2662564" y="2478501"/>
                  </a:lnTo>
                  <a:lnTo>
                    <a:pt x="2662657" y="2478501"/>
                  </a:lnTo>
                  <a:lnTo>
                    <a:pt x="2662751" y="2478501"/>
                  </a:lnTo>
                  <a:lnTo>
                    <a:pt x="2662844" y="2478501"/>
                  </a:lnTo>
                  <a:lnTo>
                    <a:pt x="2662937" y="2478501"/>
                  </a:lnTo>
                  <a:lnTo>
                    <a:pt x="2663030" y="2478501"/>
                  </a:lnTo>
                  <a:lnTo>
                    <a:pt x="2663124" y="2478501"/>
                  </a:lnTo>
                  <a:lnTo>
                    <a:pt x="2663217" y="2478501"/>
                  </a:lnTo>
                  <a:lnTo>
                    <a:pt x="2663310" y="2478501"/>
                  </a:lnTo>
                  <a:lnTo>
                    <a:pt x="2663403" y="2478501"/>
                  </a:lnTo>
                  <a:lnTo>
                    <a:pt x="2663497" y="2478501"/>
                  </a:lnTo>
                  <a:lnTo>
                    <a:pt x="2663590" y="2478501"/>
                  </a:lnTo>
                  <a:lnTo>
                    <a:pt x="2663683" y="2478501"/>
                  </a:lnTo>
                  <a:lnTo>
                    <a:pt x="2663776" y="2478501"/>
                  </a:lnTo>
                  <a:lnTo>
                    <a:pt x="2663870" y="2478501"/>
                  </a:lnTo>
                  <a:lnTo>
                    <a:pt x="2663963" y="2478501"/>
                  </a:lnTo>
                  <a:lnTo>
                    <a:pt x="2664056" y="2478501"/>
                  </a:lnTo>
                  <a:lnTo>
                    <a:pt x="2664149" y="2478501"/>
                  </a:lnTo>
                  <a:lnTo>
                    <a:pt x="2664242" y="2478501"/>
                  </a:lnTo>
                  <a:lnTo>
                    <a:pt x="2664336" y="2478501"/>
                  </a:lnTo>
                  <a:lnTo>
                    <a:pt x="2664429" y="2478501"/>
                  </a:lnTo>
                  <a:lnTo>
                    <a:pt x="2664522" y="2478501"/>
                  </a:lnTo>
                  <a:lnTo>
                    <a:pt x="2664615" y="2478501"/>
                  </a:lnTo>
                  <a:lnTo>
                    <a:pt x="2664709" y="2478501"/>
                  </a:lnTo>
                  <a:lnTo>
                    <a:pt x="2664802" y="2478501"/>
                  </a:lnTo>
                  <a:lnTo>
                    <a:pt x="2664895" y="2478501"/>
                  </a:lnTo>
                  <a:lnTo>
                    <a:pt x="2664988" y="2478501"/>
                  </a:lnTo>
                  <a:lnTo>
                    <a:pt x="2665082" y="2478501"/>
                  </a:lnTo>
                  <a:lnTo>
                    <a:pt x="2665175" y="2478501"/>
                  </a:lnTo>
                  <a:lnTo>
                    <a:pt x="2665268" y="2478501"/>
                  </a:lnTo>
                  <a:lnTo>
                    <a:pt x="2665361" y="2478501"/>
                  </a:lnTo>
                  <a:lnTo>
                    <a:pt x="2665455" y="2478501"/>
                  </a:lnTo>
                  <a:lnTo>
                    <a:pt x="2665548" y="2478501"/>
                  </a:lnTo>
                  <a:lnTo>
                    <a:pt x="2665641" y="2478501"/>
                  </a:lnTo>
                  <a:lnTo>
                    <a:pt x="2665734" y="2478501"/>
                  </a:lnTo>
                  <a:lnTo>
                    <a:pt x="2665828" y="2478501"/>
                  </a:lnTo>
                  <a:lnTo>
                    <a:pt x="2665921" y="2478501"/>
                  </a:lnTo>
                  <a:lnTo>
                    <a:pt x="2666014" y="2478501"/>
                  </a:lnTo>
                  <a:lnTo>
                    <a:pt x="2666107" y="2478501"/>
                  </a:lnTo>
                  <a:lnTo>
                    <a:pt x="2666201" y="2478501"/>
                  </a:lnTo>
                  <a:lnTo>
                    <a:pt x="2666294" y="2478501"/>
                  </a:lnTo>
                  <a:lnTo>
                    <a:pt x="2666387" y="2478501"/>
                  </a:lnTo>
                  <a:lnTo>
                    <a:pt x="2666480" y="2478501"/>
                  </a:lnTo>
                  <a:lnTo>
                    <a:pt x="2666574" y="2478501"/>
                  </a:lnTo>
                  <a:lnTo>
                    <a:pt x="2666667" y="2478501"/>
                  </a:lnTo>
                  <a:lnTo>
                    <a:pt x="2666760" y="2478501"/>
                  </a:lnTo>
                  <a:lnTo>
                    <a:pt x="2666853" y="2478501"/>
                  </a:lnTo>
                  <a:lnTo>
                    <a:pt x="2666947" y="2478501"/>
                  </a:lnTo>
                  <a:lnTo>
                    <a:pt x="2667040" y="2478501"/>
                  </a:lnTo>
                  <a:lnTo>
                    <a:pt x="2667133" y="2478501"/>
                  </a:lnTo>
                  <a:lnTo>
                    <a:pt x="2667226" y="2478501"/>
                  </a:lnTo>
                  <a:lnTo>
                    <a:pt x="2667320" y="2478501"/>
                  </a:lnTo>
                  <a:lnTo>
                    <a:pt x="2667413" y="2478501"/>
                  </a:lnTo>
                  <a:lnTo>
                    <a:pt x="2667506" y="2478501"/>
                  </a:lnTo>
                  <a:lnTo>
                    <a:pt x="2667599" y="2478501"/>
                  </a:lnTo>
                  <a:lnTo>
                    <a:pt x="2667693" y="2478501"/>
                  </a:lnTo>
                  <a:lnTo>
                    <a:pt x="2667786" y="2478501"/>
                  </a:lnTo>
                  <a:lnTo>
                    <a:pt x="2667879" y="2478501"/>
                  </a:lnTo>
                  <a:lnTo>
                    <a:pt x="2667972" y="2478501"/>
                  </a:lnTo>
                  <a:lnTo>
                    <a:pt x="2667972" y="2468548"/>
                  </a:lnTo>
                  <a:lnTo>
                    <a:pt x="2668066" y="2468548"/>
                  </a:lnTo>
                  <a:lnTo>
                    <a:pt x="2668159" y="2468548"/>
                  </a:lnTo>
                  <a:lnTo>
                    <a:pt x="2668252" y="2468548"/>
                  </a:lnTo>
                  <a:lnTo>
                    <a:pt x="2668345" y="2468548"/>
                  </a:lnTo>
                  <a:lnTo>
                    <a:pt x="2668439" y="2468548"/>
                  </a:lnTo>
                  <a:lnTo>
                    <a:pt x="2668532" y="2468548"/>
                  </a:lnTo>
                  <a:lnTo>
                    <a:pt x="2668625" y="2468548"/>
                  </a:lnTo>
                  <a:lnTo>
                    <a:pt x="2668718" y="2468548"/>
                  </a:lnTo>
                  <a:lnTo>
                    <a:pt x="2668718" y="2458594"/>
                  </a:lnTo>
                  <a:lnTo>
                    <a:pt x="2668812" y="2458594"/>
                  </a:lnTo>
                  <a:lnTo>
                    <a:pt x="2668905" y="2458594"/>
                  </a:lnTo>
                  <a:lnTo>
                    <a:pt x="2668998" y="2458594"/>
                  </a:lnTo>
                  <a:lnTo>
                    <a:pt x="2669091" y="2458594"/>
                  </a:lnTo>
                  <a:lnTo>
                    <a:pt x="2669185" y="2458594"/>
                  </a:lnTo>
                  <a:lnTo>
                    <a:pt x="2669278" y="2458594"/>
                  </a:lnTo>
                  <a:lnTo>
                    <a:pt x="2669371" y="2458594"/>
                  </a:lnTo>
                  <a:lnTo>
                    <a:pt x="2669464" y="2458594"/>
                  </a:lnTo>
                  <a:lnTo>
                    <a:pt x="2669558" y="2458594"/>
                  </a:lnTo>
                  <a:lnTo>
                    <a:pt x="2669651" y="2458594"/>
                  </a:lnTo>
                  <a:lnTo>
                    <a:pt x="2669744" y="2458594"/>
                  </a:lnTo>
                  <a:lnTo>
                    <a:pt x="2669837" y="2458594"/>
                  </a:lnTo>
                  <a:lnTo>
                    <a:pt x="2669931" y="2458594"/>
                  </a:lnTo>
                  <a:lnTo>
                    <a:pt x="2670024" y="2458594"/>
                  </a:lnTo>
                  <a:lnTo>
                    <a:pt x="2670117" y="2458594"/>
                  </a:lnTo>
                  <a:lnTo>
                    <a:pt x="2670210" y="2458594"/>
                  </a:lnTo>
                  <a:lnTo>
                    <a:pt x="2670304" y="2458594"/>
                  </a:lnTo>
                  <a:lnTo>
                    <a:pt x="2670397" y="2458594"/>
                  </a:lnTo>
                  <a:lnTo>
                    <a:pt x="2670490" y="2458594"/>
                  </a:lnTo>
                  <a:lnTo>
                    <a:pt x="2670583" y="2458594"/>
                  </a:lnTo>
                  <a:lnTo>
                    <a:pt x="2670677" y="2458594"/>
                  </a:lnTo>
                  <a:lnTo>
                    <a:pt x="2670770" y="2458594"/>
                  </a:lnTo>
                  <a:lnTo>
                    <a:pt x="2670863" y="2458594"/>
                  </a:lnTo>
                  <a:lnTo>
                    <a:pt x="2670956" y="2458594"/>
                  </a:lnTo>
                  <a:lnTo>
                    <a:pt x="2671050" y="2458594"/>
                  </a:lnTo>
                  <a:lnTo>
                    <a:pt x="2671143" y="2458594"/>
                  </a:lnTo>
                  <a:lnTo>
                    <a:pt x="2671236" y="2458594"/>
                  </a:lnTo>
                  <a:lnTo>
                    <a:pt x="2671329" y="2458594"/>
                  </a:lnTo>
                  <a:lnTo>
                    <a:pt x="2671422" y="2458594"/>
                  </a:lnTo>
                  <a:lnTo>
                    <a:pt x="2671516" y="2458594"/>
                  </a:lnTo>
                  <a:lnTo>
                    <a:pt x="2671609" y="2458594"/>
                  </a:lnTo>
                  <a:lnTo>
                    <a:pt x="2671702" y="2458594"/>
                  </a:lnTo>
                  <a:lnTo>
                    <a:pt x="2671795" y="2458594"/>
                  </a:lnTo>
                  <a:lnTo>
                    <a:pt x="2671889" y="2458594"/>
                  </a:lnTo>
                  <a:lnTo>
                    <a:pt x="2671982" y="2458594"/>
                  </a:lnTo>
                  <a:lnTo>
                    <a:pt x="2672075" y="2458594"/>
                  </a:lnTo>
                  <a:lnTo>
                    <a:pt x="2672168" y="2458594"/>
                  </a:lnTo>
                  <a:lnTo>
                    <a:pt x="2672262" y="2458594"/>
                  </a:lnTo>
                  <a:lnTo>
                    <a:pt x="2672355" y="2458594"/>
                  </a:lnTo>
                  <a:lnTo>
                    <a:pt x="2672448" y="2458594"/>
                  </a:lnTo>
                  <a:lnTo>
                    <a:pt x="2672541" y="2458594"/>
                  </a:lnTo>
                  <a:lnTo>
                    <a:pt x="2672635" y="2458594"/>
                  </a:lnTo>
                  <a:lnTo>
                    <a:pt x="2672728" y="2458594"/>
                  </a:lnTo>
                  <a:lnTo>
                    <a:pt x="2672821" y="2458594"/>
                  </a:lnTo>
                  <a:lnTo>
                    <a:pt x="2672914" y="2458594"/>
                  </a:lnTo>
                  <a:lnTo>
                    <a:pt x="2673008" y="2458594"/>
                  </a:lnTo>
                  <a:lnTo>
                    <a:pt x="2673101" y="2458594"/>
                  </a:lnTo>
                  <a:lnTo>
                    <a:pt x="2673194" y="2458594"/>
                  </a:lnTo>
                  <a:lnTo>
                    <a:pt x="2673287" y="2458594"/>
                  </a:lnTo>
                  <a:lnTo>
                    <a:pt x="2673381" y="2458594"/>
                  </a:lnTo>
                  <a:lnTo>
                    <a:pt x="2673474" y="2458594"/>
                  </a:lnTo>
                  <a:lnTo>
                    <a:pt x="2673567" y="2458594"/>
                  </a:lnTo>
                  <a:lnTo>
                    <a:pt x="2673660" y="2458594"/>
                  </a:lnTo>
                  <a:lnTo>
                    <a:pt x="2673754" y="2458594"/>
                  </a:lnTo>
                  <a:lnTo>
                    <a:pt x="2673847" y="2458594"/>
                  </a:lnTo>
                  <a:lnTo>
                    <a:pt x="2673940" y="2458594"/>
                  </a:lnTo>
                  <a:lnTo>
                    <a:pt x="2674033" y="2458594"/>
                  </a:lnTo>
                  <a:lnTo>
                    <a:pt x="2674127" y="2458594"/>
                  </a:lnTo>
                  <a:lnTo>
                    <a:pt x="2674220" y="2458594"/>
                  </a:lnTo>
                  <a:lnTo>
                    <a:pt x="2674313" y="2458594"/>
                  </a:lnTo>
                  <a:lnTo>
                    <a:pt x="2674406" y="2458594"/>
                  </a:lnTo>
                  <a:lnTo>
                    <a:pt x="2674500" y="2458594"/>
                  </a:lnTo>
                  <a:lnTo>
                    <a:pt x="2674593" y="2458594"/>
                  </a:lnTo>
                  <a:lnTo>
                    <a:pt x="2674686" y="2458594"/>
                  </a:lnTo>
                  <a:lnTo>
                    <a:pt x="2674779" y="2458594"/>
                  </a:lnTo>
                  <a:lnTo>
                    <a:pt x="2674873" y="2458594"/>
                  </a:lnTo>
                  <a:lnTo>
                    <a:pt x="2674966" y="2458594"/>
                  </a:lnTo>
                  <a:lnTo>
                    <a:pt x="2675059" y="2458594"/>
                  </a:lnTo>
                  <a:lnTo>
                    <a:pt x="2675152" y="2458594"/>
                  </a:lnTo>
                  <a:lnTo>
                    <a:pt x="2675246" y="2458594"/>
                  </a:lnTo>
                  <a:lnTo>
                    <a:pt x="2675339" y="2458594"/>
                  </a:lnTo>
                  <a:lnTo>
                    <a:pt x="2675432" y="2458594"/>
                  </a:lnTo>
                  <a:lnTo>
                    <a:pt x="2675525" y="2458594"/>
                  </a:lnTo>
                  <a:lnTo>
                    <a:pt x="2675619" y="2458594"/>
                  </a:lnTo>
                  <a:lnTo>
                    <a:pt x="2675712" y="2458594"/>
                  </a:lnTo>
                  <a:lnTo>
                    <a:pt x="2675805" y="2458594"/>
                  </a:lnTo>
                  <a:lnTo>
                    <a:pt x="2675898" y="2458594"/>
                  </a:lnTo>
                  <a:lnTo>
                    <a:pt x="2675992" y="2458594"/>
                  </a:lnTo>
                  <a:lnTo>
                    <a:pt x="2676085" y="2458594"/>
                  </a:lnTo>
                  <a:lnTo>
                    <a:pt x="2676178" y="2458594"/>
                  </a:lnTo>
                  <a:lnTo>
                    <a:pt x="2676271" y="2458594"/>
                  </a:lnTo>
                  <a:lnTo>
                    <a:pt x="2676365" y="2458594"/>
                  </a:lnTo>
                  <a:lnTo>
                    <a:pt x="2676458" y="2458594"/>
                  </a:lnTo>
                  <a:lnTo>
                    <a:pt x="2676551" y="2458594"/>
                  </a:lnTo>
                  <a:lnTo>
                    <a:pt x="2676644" y="2458594"/>
                  </a:lnTo>
                  <a:lnTo>
                    <a:pt x="2676738" y="2458594"/>
                  </a:lnTo>
                  <a:lnTo>
                    <a:pt x="2676831" y="2458594"/>
                  </a:lnTo>
                  <a:lnTo>
                    <a:pt x="2676924" y="2458594"/>
                  </a:lnTo>
                  <a:lnTo>
                    <a:pt x="2677017" y="2458594"/>
                  </a:lnTo>
                  <a:lnTo>
                    <a:pt x="2677111" y="2458594"/>
                  </a:lnTo>
                  <a:lnTo>
                    <a:pt x="2677204" y="2458594"/>
                  </a:lnTo>
                  <a:lnTo>
                    <a:pt x="2677297" y="2458594"/>
                  </a:lnTo>
                  <a:lnTo>
                    <a:pt x="2677390" y="2458594"/>
                  </a:lnTo>
                  <a:lnTo>
                    <a:pt x="2677484" y="2458594"/>
                  </a:lnTo>
                  <a:lnTo>
                    <a:pt x="2677577" y="2458594"/>
                  </a:lnTo>
                  <a:lnTo>
                    <a:pt x="2677670" y="2458594"/>
                  </a:lnTo>
                  <a:lnTo>
                    <a:pt x="2677763" y="2458594"/>
                  </a:lnTo>
                  <a:lnTo>
                    <a:pt x="2677857" y="2458594"/>
                  </a:lnTo>
                  <a:lnTo>
                    <a:pt x="2677950" y="2458594"/>
                  </a:lnTo>
                  <a:lnTo>
                    <a:pt x="2678043" y="2458594"/>
                  </a:lnTo>
                  <a:lnTo>
                    <a:pt x="2678136" y="2458594"/>
                  </a:lnTo>
                  <a:lnTo>
                    <a:pt x="2678229" y="2458594"/>
                  </a:lnTo>
                  <a:lnTo>
                    <a:pt x="2678323" y="2458594"/>
                  </a:lnTo>
                  <a:lnTo>
                    <a:pt x="2678416" y="2458594"/>
                  </a:lnTo>
                  <a:lnTo>
                    <a:pt x="2678509" y="2458594"/>
                  </a:lnTo>
                  <a:lnTo>
                    <a:pt x="2678602" y="2458594"/>
                  </a:lnTo>
                  <a:lnTo>
                    <a:pt x="2678696" y="2458594"/>
                  </a:lnTo>
                  <a:lnTo>
                    <a:pt x="2678789" y="2458594"/>
                  </a:lnTo>
                  <a:lnTo>
                    <a:pt x="2678882" y="2458594"/>
                  </a:lnTo>
                  <a:lnTo>
                    <a:pt x="2678975" y="2458594"/>
                  </a:lnTo>
                  <a:lnTo>
                    <a:pt x="2679069" y="2458594"/>
                  </a:lnTo>
                  <a:lnTo>
                    <a:pt x="2679162" y="2458594"/>
                  </a:lnTo>
                  <a:lnTo>
                    <a:pt x="2679255" y="2458594"/>
                  </a:lnTo>
                  <a:lnTo>
                    <a:pt x="2679348" y="2458594"/>
                  </a:lnTo>
                  <a:lnTo>
                    <a:pt x="2679442" y="2458594"/>
                  </a:lnTo>
                  <a:lnTo>
                    <a:pt x="2679535" y="2458594"/>
                  </a:lnTo>
                  <a:lnTo>
                    <a:pt x="2679535" y="2448640"/>
                  </a:lnTo>
                  <a:lnTo>
                    <a:pt x="2679628" y="2448640"/>
                  </a:lnTo>
                  <a:lnTo>
                    <a:pt x="2679721" y="2448640"/>
                  </a:lnTo>
                  <a:lnTo>
                    <a:pt x="2679815" y="2448640"/>
                  </a:lnTo>
                  <a:lnTo>
                    <a:pt x="2679908" y="2448640"/>
                  </a:lnTo>
                  <a:lnTo>
                    <a:pt x="2679908" y="2438686"/>
                  </a:lnTo>
                  <a:lnTo>
                    <a:pt x="2680001" y="2438686"/>
                  </a:lnTo>
                  <a:lnTo>
                    <a:pt x="2680094" y="2438686"/>
                  </a:lnTo>
                  <a:lnTo>
                    <a:pt x="2680188" y="2438686"/>
                  </a:lnTo>
                  <a:lnTo>
                    <a:pt x="2680281" y="2438686"/>
                  </a:lnTo>
                  <a:lnTo>
                    <a:pt x="2680374" y="2438686"/>
                  </a:lnTo>
                  <a:lnTo>
                    <a:pt x="2680467" y="2438686"/>
                  </a:lnTo>
                  <a:lnTo>
                    <a:pt x="2680561" y="2438686"/>
                  </a:lnTo>
                  <a:lnTo>
                    <a:pt x="2680654" y="2438686"/>
                  </a:lnTo>
                  <a:lnTo>
                    <a:pt x="2680747" y="2438686"/>
                  </a:lnTo>
                  <a:lnTo>
                    <a:pt x="2680840" y="2438686"/>
                  </a:lnTo>
                  <a:lnTo>
                    <a:pt x="2680934" y="2438686"/>
                  </a:lnTo>
                  <a:lnTo>
                    <a:pt x="2681027" y="2438686"/>
                  </a:lnTo>
                  <a:lnTo>
                    <a:pt x="2681120" y="2438686"/>
                  </a:lnTo>
                  <a:lnTo>
                    <a:pt x="2681213" y="2438686"/>
                  </a:lnTo>
                  <a:lnTo>
                    <a:pt x="2681307" y="2438686"/>
                  </a:lnTo>
                  <a:lnTo>
                    <a:pt x="2681400" y="2438686"/>
                  </a:lnTo>
                  <a:lnTo>
                    <a:pt x="2681493" y="2438686"/>
                  </a:lnTo>
                  <a:lnTo>
                    <a:pt x="2681586" y="2438686"/>
                  </a:lnTo>
                  <a:lnTo>
                    <a:pt x="2681680" y="2438686"/>
                  </a:lnTo>
                  <a:lnTo>
                    <a:pt x="2681773" y="2438686"/>
                  </a:lnTo>
                  <a:lnTo>
                    <a:pt x="2681866" y="2438686"/>
                  </a:lnTo>
                  <a:lnTo>
                    <a:pt x="2681959" y="2438686"/>
                  </a:lnTo>
                  <a:lnTo>
                    <a:pt x="2682053" y="2438686"/>
                  </a:lnTo>
                  <a:lnTo>
                    <a:pt x="2682146" y="2438686"/>
                  </a:lnTo>
                  <a:lnTo>
                    <a:pt x="2682239" y="2438686"/>
                  </a:lnTo>
                  <a:lnTo>
                    <a:pt x="2682332" y="2438686"/>
                  </a:lnTo>
                  <a:lnTo>
                    <a:pt x="2682426" y="2438686"/>
                  </a:lnTo>
                  <a:lnTo>
                    <a:pt x="2682519" y="2438686"/>
                  </a:lnTo>
                  <a:lnTo>
                    <a:pt x="2682612" y="2438686"/>
                  </a:lnTo>
                  <a:lnTo>
                    <a:pt x="2682705" y="2438686"/>
                  </a:lnTo>
                  <a:lnTo>
                    <a:pt x="2682799" y="2438686"/>
                  </a:lnTo>
                  <a:lnTo>
                    <a:pt x="2682892" y="2438686"/>
                  </a:lnTo>
                  <a:lnTo>
                    <a:pt x="2682985" y="2438686"/>
                  </a:lnTo>
                  <a:lnTo>
                    <a:pt x="2683078" y="2438686"/>
                  </a:lnTo>
                  <a:lnTo>
                    <a:pt x="2683172" y="2438686"/>
                  </a:lnTo>
                  <a:lnTo>
                    <a:pt x="2683265" y="2438686"/>
                  </a:lnTo>
                  <a:lnTo>
                    <a:pt x="2683358" y="2438686"/>
                  </a:lnTo>
                  <a:lnTo>
                    <a:pt x="2683451" y="2438686"/>
                  </a:lnTo>
                  <a:lnTo>
                    <a:pt x="2683545" y="2438686"/>
                  </a:lnTo>
                  <a:lnTo>
                    <a:pt x="2683638" y="2438686"/>
                  </a:lnTo>
                  <a:lnTo>
                    <a:pt x="2683731" y="2438686"/>
                  </a:lnTo>
                  <a:lnTo>
                    <a:pt x="2683824" y="2438686"/>
                  </a:lnTo>
                  <a:lnTo>
                    <a:pt x="2683918" y="2438686"/>
                  </a:lnTo>
                  <a:lnTo>
                    <a:pt x="2684011" y="2438686"/>
                  </a:lnTo>
                  <a:lnTo>
                    <a:pt x="2684104" y="2438686"/>
                  </a:lnTo>
                  <a:lnTo>
                    <a:pt x="2684197" y="2438686"/>
                  </a:lnTo>
                  <a:lnTo>
                    <a:pt x="2684291" y="2438686"/>
                  </a:lnTo>
                  <a:lnTo>
                    <a:pt x="2684384" y="2438686"/>
                  </a:lnTo>
                  <a:lnTo>
                    <a:pt x="2684477" y="2438686"/>
                  </a:lnTo>
                  <a:lnTo>
                    <a:pt x="2684570" y="2438686"/>
                  </a:lnTo>
                  <a:lnTo>
                    <a:pt x="2684664" y="2438686"/>
                  </a:lnTo>
                  <a:lnTo>
                    <a:pt x="2684757" y="2438686"/>
                  </a:lnTo>
                  <a:lnTo>
                    <a:pt x="2684850" y="2438686"/>
                  </a:lnTo>
                  <a:lnTo>
                    <a:pt x="2684943" y="2438686"/>
                  </a:lnTo>
                  <a:lnTo>
                    <a:pt x="2685036" y="2438686"/>
                  </a:lnTo>
                  <a:lnTo>
                    <a:pt x="2685130" y="2438686"/>
                  </a:lnTo>
                  <a:lnTo>
                    <a:pt x="2685223" y="2438686"/>
                  </a:lnTo>
                  <a:lnTo>
                    <a:pt x="2685316" y="2438686"/>
                  </a:lnTo>
                  <a:lnTo>
                    <a:pt x="2685409" y="2438686"/>
                  </a:lnTo>
                  <a:lnTo>
                    <a:pt x="2685503" y="2438686"/>
                  </a:lnTo>
                  <a:lnTo>
                    <a:pt x="2685596" y="2438686"/>
                  </a:lnTo>
                  <a:lnTo>
                    <a:pt x="2685689" y="2438686"/>
                  </a:lnTo>
                  <a:lnTo>
                    <a:pt x="2685782" y="2438686"/>
                  </a:lnTo>
                  <a:lnTo>
                    <a:pt x="2685876" y="2438686"/>
                  </a:lnTo>
                  <a:lnTo>
                    <a:pt x="2685969" y="2438686"/>
                  </a:lnTo>
                  <a:lnTo>
                    <a:pt x="2686062" y="2438686"/>
                  </a:lnTo>
                  <a:lnTo>
                    <a:pt x="2686155" y="2438686"/>
                  </a:lnTo>
                  <a:lnTo>
                    <a:pt x="2686249" y="2438686"/>
                  </a:lnTo>
                  <a:lnTo>
                    <a:pt x="2686342" y="2438686"/>
                  </a:lnTo>
                  <a:lnTo>
                    <a:pt x="2686435" y="2438686"/>
                  </a:lnTo>
                  <a:lnTo>
                    <a:pt x="2686528" y="2438686"/>
                  </a:lnTo>
                  <a:lnTo>
                    <a:pt x="2686622" y="2438686"/>
                  </a:lnTo>
                  <a:lnTo>
                    <a:pt x="2686715" y="2438686"/>
                  </a:lnTo>
                  <a:lnTo>
                    <a:pt x="2686808" y="2438686"/>
                  </a:lnTo>
                  <a:lnTo>
                    <a:pt x="2686901" y="2438686"/>
                  </a:lnTo>
                  <a:lnTo>
                    <a:pt x="2686995" y="2438686"/>
                  </a:lnTo>
                  <a:lnTo>
                    <a:pt x="2687088" y="2438686"/>
                  </a:lnTo>
                  <a:lnTo>
                    <a:pt x="2687181" y="2438686"/>
                  </a:lnTo>
                  <a:lnTo>
                    <a:pt x="2687274" y="2438686"/>
                  </a:lnTo>
                  <a:lnTo>
                    <a:pt x="2687368" y="2438686"/>
                  </a:lnTo>
                  <a:lnTo>
                    <a:pt x="2687461" y="2438686"/>
                  </a:lnTo>
                  <a:lnTo>
                    <a:pt x="2687554" y="2438686"/>
                  </a:lnTo>
                  <a:lnTo>
                    <a:pt x="2687647" y="2438686"/>
                  </a:lnTo>
                  <a:lnTo>
                    <a:pt x="2687741" y="2438686"/>
                  </a:lnTo>
                  <a:lnTo>
                    <a:pt x="2687834" y="2438686"/>
                  </a:lnTo>
                  <a:lnTo>
                    <a:pt x="2687927" y="2438686"/>
                  </a:lnTo>
                  <a:lnTo>
                    <a:pt x="2688020" y="2438686"/>
                  </a:lnTo>
                  <a:lnTo>
                    <a:pt x="2688114" y="2438686"/>
                  </a:lnTo>
                  <a:lnTo>
                    <a:pt x="2688207" y="2438686"/>
                  </a:lnTo>
                  <a:lnTo>
                    <a:pt x="2688300" y="2438686"/>
                  </a:lnTo>
                  <a:lnTo>
                    <a:pt x="2688393" y="2438686"/>
                  </a:lnTo>
                  <a:lnTo>
                    <a:pt x="2688487" y="2438686"/>
                  </a:lnTo>
                  <a:lnTo>
                    <a:pt x="2688580" y="2438686"/>
                  </a:lnTo>
                  <a:lnTo>
                    <a:pt x="2688673" y="2438686"/>
                  </a:lnTo>
                  <a:lnTo>
                    <a:pt x="2688766" y="2438686"/>
                  </a:lnTo>
                  <a:lnTo>
                    <a:pt x="2688860" y="2438686"/>
                  </a:lnTo>
                  <a:lnTo>
                    <a:pt x="2688953" y="2438686"/>
                  </a:lnTo>
                  <a:lnTo>
                    <a:pt x="2689046" y="2438686"/>
                  </a:lnTo>
                  <a:lnTo>
                    <a:pt x="2689139" y="2438686"/>
                  </a:lnTo>
                  <a:lnTo>
                    <a:pt x="2689233" y="2438686"/>
                  </a:lnTo>
                  <a:lnTo>
                    <a:pt x="2689326" y="2438686"/>
                  </a:lnTo>
                  <a:lnTo>
                    <a:pt x="2689419" y="2438686"/>
                  </a:lnTo>
                  <a:lnTo>
                    <a:pt x="2689512" y="2438686"/>
                  </a:lnTo>
                  <a:lnTo>
                    <a:pt x="2689606" y="2438686"/>
                  </a:lnTo>
                  <a:lnTo>
                    <a:pt x="2689699" y="2438686"/>
                  </a:lnTo>
                  <a:lnTo>
                    <a:pt x="2689792" y="2438686"/>
                  </a:lnTo>
                  <a:lnTo>
                    <a:pt x="2689885" y="2438686"/>
                  </a:lnTo>
                  <a:lnTo>
                    <a:pt x="2689979" y="2438686"/>
                  </a:lnTo>
                  <a:lnTo>
                    <a:pt x="2690072" y="2438686"/>
                  </a:lnTo>
                  <a:lnTo>
                    <a:pt x="2690165" y="2438686"/>
                  </a:lnTo>
                  <a:lnTo>
                    <a:pt x="2690258" y="2438686"/>
                  </a:lnTo>
                  <a:lnTo>
                    <a:pt x="2690352" y="2438686"/>
                  </a:lnTo>
                  <a:lnTo>
                    <a:pt x="2690445" y="2438686"/>
                  </a:lnTo>
                  <a:lnTo>
                    <a:pt x="2690538" y="2438686"/>
                  </a:lnTo>
                  <a:lnTo>
                    <a:pt x="2690631" y="2438686"/>
                  </a:lnTo>
                  <a:lnTo>
                    <a:pt x="2690725" y="2438686"/>
                  </a:lnTo>
                  <a:lnTo>
                    <a:pt x="2690818" y="2438686"/>
                  </a:lnTo>
                  <a:lnTo>
                    <a:pt x="2690911" y="2438686"/>
                  </a:lnTo>
                  <a:lnTo>
                    <a:pt x="2691004" y="2438686"/>
                  </a:lnTo>
                  <a:lnTo>
                    <a:pt x="2691098" y="2438686"/>
                  </a:lnTo>
                  <a:lnTo>
                    <a:pt x="2691191" y="2438686"/>
                  </a:lnTo>
                  <a:lnTo>
                    <a:pt x="2691284" y="2438686"/>
                  </a:lnTo>
                  <a:lnTo>
                    <a:pt x="2691377" y="2438686"/>
                  </a:lnTo>
                  <a:lnTo>
                    <a:pt x="2691471" y="2438686"/>
                  </a:lnTo>
                  <a:lnTo>
                    <a:pt x="2691564" y="2438686"/>
                  </a:lnTo>
                  <a:lnTo>
                    <a:pt x="2691657" y="2438686"/>
                  </a:lnTo>
                  <a:lnTo>
                    <a:pt x="2691750" y="2438686"/>
                  </a:lnTo>
                  <a:lnTo>
                    <a:pt x="2691844" y="2438686"/>
                  </a:lnTo>
                  <a:lnTo>
                    <a:pt x="2691937" y="2438686"/>
                  </a:lnTo>
                  <a:lnTo>
                    <a:pt x="2692030" y="2438686"/>
                  </a:lnTo>
                  <a:lnTo>
                    <a:pt x="2692123" y="2438686"/>
                  </a:lnTo>
                  <a:lnTo>
                    <a:pt x="2692216" y="2438686"/>
                  </a:lnTo>
                  <a:lnTo>
                    <a:pt x="2692310" y="2438686"/>
                  </a:lnTo>
                  <a:lnTo>
                    <a:pt x="2692403" y="2438686"/>
                  </a:lnTo>
                  <a:lnTo>
                    <a:pt x="2692496" y="2438686"/>
                  </a:lnTo>
                  <a:lnTo>
                    <a:pt x="2692589" y="2438686"/>
                  </a:lnTo>
                  <a:lnTo>
                    <a:pt x="2692683" y="2438686"/>
                  </a:lnTo>
                  <a:lnTo>
                    <a:pt x="2692776" y="2438686"/>
                  </a:lnTo>
                  <a:lnTo>
                    <a:pt x="2692869" y="2438686"/>
                  </a:lnTo>
                  <a:lnTo>
                    <a:pt x="2692962" y="2438686"/>
                  </a:lnTo>
                  <a:lnTo>
                    <a:pt x="2693056" y="2438686"/>
                  </a:lnTo>
                  <a:lnTo>
                    <a:pt x="2693149" y="2438686"/>
                  </a:lnTo>
                  <a:lnTo>
                    <a:pt x="2693242" y="2438686"/>
                  </a:lnTo>
                  <a:lnTo>
                    <a:pt x="2693242" y="2428732"/>
                  </a:lnTo>
                  <a:lnTo>
                    <a:pt x="2693335" y="2428732"/>
                  </a:lnTo>
                  <a:lnTo>
                    <a:pt x="2693429" y="2428732"/>
                  </a:lnTo>
                  <a:lnTo>
                    <a:pt x="2693522" y="2428732"/>
                  </a:lnTo>
                  <a:lnTo>
                    <a:pt x="2693615" y="2428732"/>
                  </a:lnTo>
                  <a:lnTo>
                    <a:pt x="2693708" y="2428732"/>
                  </a:lnTo>
                  <a:lnTo>
                    <a:pt x="2693802" y="2428732"/>
                  </a:lnTo>
                  <a:lnTo>
                    <a:pt x="2693895" y="2428732"/>
                  </a:lnTo>
                  <a:lnTo>
                    <a:pt x="2693988" y="2428732"/>
                  </a:lnTo>
                  <a:lnTo>
                    <a:pt x="2694081" y="2428732"/>
                  </a:lnTo>
                  <a:lnTo>
                    <a:pt x="2694175" y="2428732"/>
                  </a:lnTo>
                  <a:lnTo>
                    <a:pt x="2694268" y="2428732"/>
                  </a:lnTo>
                  <a:lnTo>
                    <a:pt x="2694361" y="2428732"/>
                  </a:lnTo>
                  <a:lnTo>
                    <a:pt x="2694454" y="2428732"/>
                  </a:lnTo>
                  <a:lnTo>
                    <a:pt x="2694548" y="2428732"/>
                  </a:lnTo>
                  <a:lnTo>
                    <a:pt x="2694641" y="2428732"/>
                  </a:lnTo>
                  <a:lnTo>
                    <a:pt x="2694734" y="2428732"/>
                  </a:lnTo>
                  <a:lnTo>
                    <a:pt x="2694827" y="2428732"/>
                  </a:lnTo>
                  <a:lnTo>
                    <a:pt x="2694921" y="2428732"/>
                  </a:lnTo>
                  <a:lnTo>
                    <a:pt x="2695014" y="2428732"/>
                  </a:lnTo>
                  <a:lnTo>
                    <a:pt x="2695107" y="2428732"/>
                  </a:lnTo>
                  <a:lnTo>
                    <a:pt x="2695200" y="2428732"/>
                  </a:lnTo>
                  <a:lnTo>
                    <a:pt x="2695294" y="2428732"/>
                  </a:lnTo>
                  <a:lnTo>
                    <a:pt x="2695387" y="2428732"/>
                  </a:lnTo>
                  <a:lnTo>
                    <a:pt x="2695480" y="2428732"/>
                  </a:lnTo>
                  <a:lnTo>
                    <a:pt x="2695573" y="2428732"/>
                  </a:lnTo>
                  <a:lnTo>
                    <a:pt x="2695667" y="2428732"/>
                  </a:lnTo>
                  <a:lnTo>
                    <a:pt x="2695760" y="2428732"/>
                  </a:lnTo>
                  <a:lnTo>
                    <a:pt x="2695853" y="2428732"/>
                  </a:lnTo>
                  <a:lnTo>
                    <a:pt x="2695853" y="2418778"/>
                  </a:lnTo>
                  <a:lnTo>
                    <a:pt x="2695946" y="2418778"/>
                  </a:lnTo>
                  <a:lnTo>
                    <a:pt x="2696040" y="2418778"/>
                  </a:lnTo>
                  <a:lnTo>
                    <a:pt x="2696133" y="2418778"/>
                  </a:lnTo>
                  <a:lnTo>
                    <a:pt x="2696226" y="2418778"/>
                  </a:lnTo>
                  <a:lnTo>
                    <a:pt x="2696319" y="2418778"/>
                  </a:lnTo>
                  <a:lnTo>
                    <a:pt x="2696413" y="2418778"/>
                  </a:lnTo>
                  <a:lnTo>
                    <a:pt x="2696506" y="2418778"/>
                  </a:lnTo>
                  <a:lnTo>
                    <a:pt x="2696599" y="2418778"/>
                  </a:lnTo>
                  <a:lnTo>
                    <a:pt x="2696692" y="2418778"/>
                  </a:lnTo>
                  <a:lnTo>
                    <a:pt x="2696786" y="2418778"/>
                  </a:lnTo>
                  <a:lnTo>
                    <a:pt x="2696879" y="2418778"/>
                  </a:lnTo>
                  <a:lnTo>
                    <a:pt x="2696972" y="2418778"/>
                  </a:lnTo>
                  <a:lnTo>
                    <a:pt x="2697065" y="2418778"/>
                  </a:lnTo>
                  <a:lnTo>
                    <a:pt x="2697159" y="2418778"/>
                  </a:lnTo>
                  <a:lnTo>
                    <a:pt x="2697252" y="2418778"/>
                  </a:lnTo>
                  <a:lnTo>
                    <a:pt x="2697345" y="2418778"/>
                  </a:lnTo>
                  <a:lnTo>
                    <a:pt x="2697438" y="2418778"/>
                  </a:lnTo>
                  <a:lnTo>
                    <a:pt x="2697532" y="2418778"/>
                  </a:lnTo>
                  <a:lnTo>
                    <a:pt x="2697625" y="2418778"/>
                  </a:lnTo>
                  <a:lnTo>
                    <a:pt x="2697718" y="2418778"/>
                  </a:lnTo>
                  <a:lnTo>
                    <a:pt x="2697811" y="2418778"/>
                  </a:lnTo>
                  <a:lnTo>
                    <a:pt x="2697905" y="2418778"/>
                  </a:lnTo>
                  <a:lnTo>
                    <a:pt x="2697998" y="2418778"/>
                  </a:lnTo>
                  <a:lnTo>
                    <a:pt x="2698091" y="2418778"/>
                  </a:lnTo>
                  <a:lnTo>
                    <a:pt x="2698184" y="2418778"/>
                  </a:lnTo>
                  <a:lnTo>
                    <a:pt x="2698278" y="2418778"/>
                  </a:lnTo>
                  <a:lnTo>
                    <a:pt x="2698371" y="2418778"/>
                  </a:lnTo>
                  <a:lnTo>
                    <a:pt x="2698464" y="2418778"/>
                  </a:lnTo>
                  <a:lnTo>
                    <a:pt x="2698557" y="2418778"/>
                  </a:lnTo>
                  <a:lnTo>
                    <a:pt x="2698651" y="2418778"/>
                  </a:lnTo>
                  <a:lnTo>
                    <a:pt x="2698744" y="2418778"/>
                  </a:lnTo>
                  <a:lnTo>
                    <a:pt x="2698837" y="2418778"/>
                  </a:lnTo>
                  <a:lnTo>
                    <a:pt x="2698930" y="2418778"/>
                  </a:lnTo>
                  <a:lnTo>
                    <a:pt x="2699023" y="2418778"/>
                  </a:lnTo>
                  <a:lnTo>
                    <a:pt x="2699117" y="2418778"/>
                  </a:lnTo>
                  <a:lnTo>
                    <a:pt x="2699210" y="2418778"/>
                  </a:lnTo>
                  <a:lnTo>
                    <a:pt x="2699303" y="2418778"/>
                  </a:lnTo>
                  <a:lnTo>
                    <a:pt x="2699396" y="2418778"/>
                  </a:lnTo>
                  <a:lnTo>
                    <a:pt x="2699490" y="2418778"/>
                  </a:lnTo>
                  <a:lnTo>
                    <a:pt x="2699583" y="2418778"/>
                  </a:lnTo>
                  <a:lnTo>
                    <a:pt x="2699676" y="2418778"/>
                  </a:lnTo>
                  <a:lnTo>
                    <a:pt x="2699769" y="2418778"/>
                  </a:lnTo>
                  <a:lnTo>
                    <a:pt x="2699863" y="2418778"/>
                  </a:lnTo>
                  <a:lnTo>
                    <a:pt x="2699956" y="2418778"/>
                  </a:lnTo>
                  <a:lnTo>
                    <a:pt x="2700049" y="2418778"/>
                  </a:lnTo>
                  <a:lnTo>
                    <a:pt x="2700142" y="2418778"/>
                  </a:lnTo>
                  <a:lnTo>
                    <a:pt x="2700236" y="2418778"/>
                  </a:lnTo>
                  <a:lnTo>
                    <a:pt x="2700329" y="2418778"/>
                  </a:lnTo>
                  <a:lnTo>
                    <a:pt x="2700422" y="2418778"/>
                  </a:lnTo>
                  <a:lnTo>
                    <a:pt x="2700515" y="2418778"/>
                  </a:lnTo>
                  <a:lnTo>
                    <a:pt x="2700609" y="2418778"/>
                  </a:lnTo>
                  <a:lnTo>
                    <a:pt x="2700702" y="2418778"/>
                  </a:lnTo>
                  <a:lnTo>
                    <a:pt x="2700795" y="2418778"/>
                  </a:lnTo>
                  <a:lnTo>
                    <a:pt x="2700888" y="2418778"/>
                  </a:lnTo>
                  <a:lnTo>
                    <a:pt x="2700982" y="2418778"/>
                  </a:lnTo>
                  <a:lnTo>
                    <a:pt x="2701075" y="2418778"/>
                  </a:lnTo>
                  <a:lnTo>
                    <a:pt x="2701168" y="2418778"/>
                  </a:lnTo>
                  <a:lnTo>
                    <a:pt x="2701261" y="2418778"/>
                  </a:lnTo>
                  <a:lnTo>
                    <a:pt x="2701355" y="2418778"/>
                  </a:lnTo>
                  <a:lnTo>
                    <a:pt x="2701448" y="2418778"/>
                  </a:lnTo>
                  <a:lnTo>
                    <a:pt x="2701541" y="2418778"/>
                  </a:lnTo>
                  <a:lnTo>
                    <a:pt x="2701634" y="2418778"/>
                  </a:lnTo>
                  <a:lnTo>
                    <a:pt x="2701728" y="2418778"/>
                  </a:lnTo>
                  <a:lnTo>
                    <a:pt x="2701821" y="2418778"/>
                  </a:lnTo>
                  <a:lnTo>
                    <a:pt x="2701914" y="2418778"/>
                  </a:lnTo>
                  <a:lnTo>
                    <a:pt x="2702007" y="2418778"/>
                  </a:lnTo>
                  <a:lnTo>
                    <a:pt x="2702101" y="2418778"/>
                  </a:lnTo>
                  <a:lnTo>
                    <a:pt x="2702194" y="2418778"/>
                  </a:lnTo>
                  <a:lnTo>
                    <a:pt x="2702287" y="2418778"/>
                  </a:lnTo>
                  <a:lnTo>
                    <a:pt x="2702380" y="2418778"/>
                  </a:lnTo>
                  <a:lnTo>
                    <a:pt x="2702474" y="2418778"/>
                  </a:lnTo>
                  <a:lnTo>
                    <a:pt x="2702567" y="2418778"/>
                  </a:lnTo>
                  <a:lnTo>
                    <a:pt x="2702660" y="2418778"/>
                  </a:lnTo>
                  <a:lnTo>
                    <a:pt x="2702753" y="2418778"/>
                  </a:lnTo>
                  <a:lnTo>
                    <a:pt x="2702847" y="2418778"/>
                  </a:lnTo>
                  <a:lnTo>
                    <a:pt x="2702940" y="2418778"/>
                  </a:lnTo>
                  <a:lnTo>
                    <a:pt x="2703033" y="2418778"/>
                  </a:lnTo>
                  <a:lnTo>
                    <a:pt x="2703126" y="2418778"/>
                  </a:lnTo>
                  <a:lnTo>
                    <a:pt x="2703220" y="2418778"/>
                  </a:lnTo>
                  <a:lnTo>
                    <a:pt x="2703313" y="2418778"/>
                  </a:lnTo>
                  <a:lnTo>
                    <a:pt x="2703406" y="2418778"/>
                  </a:lnTo>
                  <a:lnTo>
                    <a:pt x="2703499" y="2418778"/>
                  </a:lnTo>
                  <a:lnTo>
                    <a:pt x="2703593" y="2418778"/>
                  </a:lnTo>
                  <a:lnTo>
                    <a:pt x="2703686" y="2418778"/>
                  </a:lnTo>
                  <a:lnTo>
                    <a:pt x="2703779" y="2418778"/>
                  </a:lnTo>
                  <a:lnTo>
                    <a:pt x="2703779" y="2408825"/>
                  </a:lnTo>
                  <a:lnTo>
                    <a:pt x="2703872" y="2408825"/>
                  </a:lnTo>
                  <a:lnTo>
                    <a:pt x="2703966" y="2408825"/>
                  </a:lnTo>
                  <a:lnTo>
                    <a:pt x="2704059" y="2408825"/>
                  </a:lnTo>
                  <a:lnTo>
                    <a:pt x="2704152" y="2408825"/>
                  </a:lnTo>
                  <a:lnTo>
                    <a:pt x="2704245" y="2408825"/>
                  </a:lnTo>
                  <a:lnTo>
                    <a:pt x="2704339" y="2408825"/>
                  </a:lnTo>
                  <a:lnTo>
                    <a:pt x="2704432" y="2408825"/>
                  </a:lnTo>
                  <a:lnTo>
                    <a:pt x="2704525" y="2408825"/>
                  </a:lnTo>
                  <a:lnTo>
                    <a:pt x="2704618" y="2408825"/>
                  </a:lnTo>
                  <a:lnTo>
                    <a:pt x="2704712" y="2408825"/>
                  </a:lnTo>
                  <a:lnTo>
                    <a:pt x="2704805" y="2408825"/>
                  </a:lnTo>
                  <a:lnTo>
                    <a:pt x="2704898" y="2408825"/>
                  </a:lnTo>
                  <a:lnTo>
                    <a:pt x="2704991" y="2408825"/>
                  </a:lnTo>
                  <a:lnTo>
                    <a:pt x="2705085" y="2408825"/>
                  </a:lnTo>
                  <a:lnTo>
                    <a:pt x="2705178" y="2408825"/>
                  </a:lnTo>
                  <a:lnTo>
                    <a:pt x="2705271" y="2408825"/>
                  </a:lnTo>
                  <a:lnTo>
                    <a:pt x="2705364" y="2408825"/>
                  </a:lnTo>
                  <a:lnTo>
                    <a:pt x="2705458" y="2408825"/>
                  </a:lnTo>
                  <a:lnTo>
                    <a:pt x="2705551" y="2408825"/>
                  </a:lnTo>
                  <a:lnTo>
                    <a:pt x="2705644" y="2408825"/>
                  </a:lnTo>
                  <a:lnTo>
                    <a:pt x="2705737" y="2408825"/>
                  </a:lnTo>
                  <a:lnTo>
                    <a:pt x="2705830" y="2408825"/>
                  </a:lnTo>
                  <a:lnTo>
                    <a:pt x="2705924" y="2408825"/>
                  </a:lnTo>
                  <a:lnTo>
                    <a:pt x="2706017" y="2408825"/>
                  </a:lnTo>
                  <a:lnTo>
                    <a:pt x="2706110" y="2408825"/>
                  </a:lnTo>
                  <a:lnTo>
                    <a:pt x="2706203" y="2408825"/>
                  </a:lnTo>
                  <a:lnTo>
                    <a:pt x="2706297" y="2408825"/>
                  </a:lnTo>
                  <a:lnTo>
                    <a:pt x="2706390" y="2408825"/>
                  </a:lnTo>
                  <a:lnTo>
                    <a:pt x="2706483" y="2408825"/>
                  </a:lnTo>
                  <a:lnTo>
                    <a:pt x="2706576" y="2408825"/>
                  </a:lnTo>
                  <a:lnTo>
                    <a:pt x="2706670" y="2408825"/>
                  </a:lnTo>
                  <a:lnTo>
                    <a:pt x="2706763" y="2408825"/>
                  </a:lnTo>
                  <a:lnTo>
                    <a:pt x="2706856" y="2408825"/>
                  </a:lnTo>
                  <a:lnTo>
                    <a:pt x="2706949" y="2408825"/>
                  </a:lnTo>
                  <a:lnTo>
                    <a:pt x="2707043" y="2408825"/>
                  </a:lnTo>
                  <a:lnTo>
                    <a:pt x="2707136" y="2408825"/>
                  </a:lnTo>
                  <a:lnTo>
                    <a:pt x="2707136" y="2398871"/>
                  </a:lnTo>
                  <a:lnTo>
                    <a:pt x="2707229" y="2398871"/>
                  </a:lnTo>
                  <a:lnTo>
                    <a:pt x="2707322" y="2398871"/>
                  </a:lnTo>
                  <a:lnTo>
                    <a:pt x="2707416" y="2398871"/>
                  </a:lnTo>
                  <a:lnTo>
                    <a:pt x="2707509" y="2398871"/>
                  </a:lnTo>
                  <a:lnTo>
                    <a:pt x="2707602" y="2398871"/>
                  </a:lnTo>
                  <a:lnTo>
                    <a:pt x="2707695" y="2398871"/>
                  </a:lnTo>
                  <a:lnTo>
                    <a:pt x="2707789" y="2398871"/>
                  </a:lnTo>
                  <a:lnTo>
                    <a:pt x="2707882" y="2398871"/>
                  </a:lnTo>
                  <a:lnTo>
                    <a:pt x="2707975" y="2398871"/>
                  </a:lnTo>
                  <a:lnTo>
                    <a:pt x="2708068" y="2398871"/>
                  </a:lnTo>
                  <a:lnTo>
                    <a:pt x="2708162" y="2398871"/>
                  </a:lnTo>
                  <a:lnTo>
                    <a:pt x="2708255" y="2398871"/>
                  </a:lnTo>
                  <a:lnTo>
                    <a:pt x="2708348" y="2398871"/>
                  </a:lnTo>
                  <a:lnTo>
                    <a:pt x="2708441" y="2398871"/>
                  </a:lnTo>
                  <a:lnTo>
                    <a:pt x="2708535" y="2398871"/>
                  </a:lnTo>
                  <a:lnTo>
                    <a:pt x="2708628" y="2398871"/>
                  </a:lnTo>
                  <a:lnTo>
                    <a:pt x="2708721" y="2398871"/>
                  </a:lnTo>
                  <a:lnTo>
                    <a:pt x="2708814" y="2398871"/>
                  </a:lnTo>
                  <a:lnTo>
                    <a:pt x="2708908" y="2398871"/>
                  </a:lnTo>
                  <a:lnTo>
                    <a:pt x="2709001" y="2398871"/>
                  </a:lnTo>
                  <a:lnTo>
                    <a:pt x="2709094" y="2398871"/>
                  </a:lnTo>
                  <a:lnTo>
                    <a:pt x="2709187" y="2398871"/>
                  </a:lnTo>
                  <a:lnTo>
                    <a:pt x="2709281" y="2398871"/>
                  </a:lnTo>
                  <a:lnTo>
                    <a:pt x="2709374" y="2398871"/>
                  </a:lnTo>
                  <a:lnTo>
                    <a:pt x="2709467" y="2398871"/>
                  </a:lnTo>
                  <a:lnTo>
                    <a:pt x="2709560" y="2398871"/>
                  </a:lnTo>
                  <a:lnTo>
                    <a:pt x="2709654" y="2398871"/>
                  </a:lnTo>
                  <a:lnTo>
                    <a:pt x="2709747" y="2398871"/>
                  </a:lnTo>
                  <a:lnTo>
                    <a:pt x="2709840" y="2398871"/>
                  </a:lnTo>
                  <a:lnTo>
                    <a:pt x="2709933" y="2398871"/>
                  </a:lnTo>
                  <a:lnTo>
                    <a:pt x="2710027" y="2398871"/>
                  </a:lnTo>
                  <a:lnTo>
                    <a:pt x="2710120" y="2398871"/>
                  </a:lnTo>
                  <a:lnTo>
                    <a:pt x="2710213" y="2398871"/>
                  </a:lnTo>
                  <a:lnTo>
                    <a:pt x="2710306" y="2398871"/>
                  </a:lnTo>
                  <a:lnTo>
                    <a:pt x="2710400" y="2398871"/>
                  </a:lnTo>
                  <a:lnTo>
                    <a:pt x="2710493" y="2398871"/>
                  </a:lnTo>
                  <a:lnTo>
                    <a:pt x="2710586" y="2398871"/>
                  </a:lnTo>
                  <a:lnTo>
                    <a:pt x="2710679" y="2398871"/>
                  </a:lnTo>
                  <a:lnTo>
                    <a:pt x="2710773" y="2398871"/>
                  </a:lnTo>
                  <a:lnTo>
                    <a:pt x="2710866" y="2398871"/>
                  </a:lnTo>
                  <a:lnTo>
                    <a:pt x="2710959" y="2398871"/>
                  </a:lnTo>
                  <a:lnTo>
                    <a:pt x="2711052" y="2398871"/>
                  </a:lnTo>
                  <a:lnTo>
                    <a:pt x="2711146" y="2398871"/>
                  </a:lnTo>
                  <a:lnTo>
                    <a:pt x="2711239" y="2398871"/>
                  </a:lnTo>
                  <a:lnTo>
                    <a:pt x="2711332" y="2398871"/>
                  </a:lnTo>
                  <a:lnTo>
                    <a:pt x="2711425" y="2398871"/>
                  </a:lnTo>
                  <a:lnTo>
                    <a:pt x="2711519" y="2398871"/>
                  </a:lnTo>
                  <a:lnTo>
                    <a:pt x="2711612" y="2398871"/>
                  </a:lnTo>
                  <a:lnTo>
                    <a:pt x="2711705" y="2398871"/>
                  </a:lnTo>
                  <a:lnTo>
                    <a:pt x="2711798" y="2398871"/>
                  </a:lnTo>
                  <a:lnTo>
                    <a:pt x="2711892" y="2398871"/>
                  </a:lnTo>
                  <a:lnTo>
                    <a:pt x="2711985" y="2398871"/>
                  </a:lnTo>
                  <a:lnTo>
                    <a:pt x="2712078" y="2398871"/>
                  </a:lnTo>
                  <a:lnTo>
                    <a:pt x="2712171" y="2398871"/>
                  </a:lnTo>
                  <a:lnTo>
                    <a:pt x="2712265" y="2398871"/>
                  </a:lnTo>
                  <a:lnTo>
                    <a:pt x="2712358" y="2398871"/>
                  </a:lnTo>
                  <a:lnTo>
                    <a:pt x="2712451" y="2398871"/>
                  </a:lnTo>
                  <a:lnTo>
                    <a:pt x="2712544" y="2398871"/>
                  </a:lnTo>
                  <a:lnTo>
                    <a:pt x="2712638" y="2398871"/>
                  </a:lnTo>
                  <a:lnTo>
                    <a:pt x="2712731" y="2398871"/>
                  </a:lnTo>
                  <a:lnTo>
                    <a:pt x="2712824" y="2398871"/>
                  </a:lnTo>
                  <a:lnTo>
                    <a:pt x="2712917" y="2398871"/>
                  </a:lnTo>
                  <a:lnTo>
                    <a:pt x="2713010" y="2398871"/>
                  </a:lnTo>
                  <a:lnTo>
                    <a:pt x="2713104" y="2398871"/>
                  </a:lnTo>
                  <a:lnTo>
                    <a:pt x="2713197" y="2398871"/>
                  </a:lnTo>
                  <a:lnTo>
                    <a:pt x="2713290" y="2398871"/>
                  </a:lnTo>
                  <a:lnTo>
                    <a:pt x="2713383" y="2398871"/>
                  </a:lnTo>
                  <a:lnTo>
                    <a:pt x="2713477" y="2398871"/>
                  </a:lnTo>
                  <a:lnTo>
                    <a:pt x="2713570" y="2398871"/>
                  </a:lnTo>
                  <a:lnTo>
                    <a:pt x="2713663" y="2398871"/>
                  </a:lnTo>
                  <a:lnTo>
                    <a:pt x="2713756" y="2398871"/>
                  </a:lnTo>
                  <a:lnTo>
                    <a:pt x="2713850" y="2398871"/>
                  </a:lnTo>
                  <a:lnTo>
                    <a:pt x="2713943" y="2398871"/>
                  </a:lnTo>
                  <a:lnTo>
                    <a:pt x="2714036" y="2398871"/>
                  </a:lnTo>
                  <a:lnTo>
                    <a:pt x="2714129" y="2398871"/>
                  </a:lnTo>
                  <a:lnTo>
                    <a:pt x="2714223" y="2398871"/>
                  </a:lnTo>
                  <a:lnTo>
                    <a:pt x="2714316" y="2398871"/>
                  </a:lnTo>
                  <a:lnTo>
                    <a:pt x="2714409" y="2398871"/>
                  </a:lnTo>
                  <a:lnTo>
                    <a:pt x="2714502" y="2398871"/>
                  </a:lnTo>
                  <a:lnTo>
                    <a:pt x="2714596" y="2398871"/>
                  </a:lnTo>
                  <a:lnTo>
                    <a:pt x="2714689" y="2398871"/>
                  </a:lnTo>
                  <a:lnTo>
                    <a:pt x="2714782" y="2398871"/>
                  </a:lnTo>
                  <a:lnTo>
                    <a:pt x="2714875" y="2398871"/>
                  </a:lnTo>
                  <a:lnTo>
                    <a:pt x="2714969" y="2398871"/>
                  </a:lnTo>
                  <a:lnTo>
                    <a:pt x="2715062" y="2398871"/>
                  </a:lnTo>
                  <a:lnTo>
                    <a:pt x="2715155" y="2398871"/>
                  </a:lnTo>
                  <a:lnTo>
                    <a:pt x="2715248" y="2398871"/>
                  </a:lnTo>
                  <a:lnTo>
                    <a:pt x="2715248" y="2388917"/>
                  </a:lnTo>
                  <a:lnTo>
                    <a:pt x="2715342" y="2388917"/>
                  </a:lnTo>
                  <a:lnTo>
                    <a:pt x="2715435" y="2388917"/>
                  </a:lnTo>
                  <a:lnTo>
                    <a:pt x="2715528" y="2388917"/>
                  </a:lnTo>
                  <a:lnTo>
                    <a:pt x="2715621" y="2388917"/>
                  </a:lnTo>
                  <a:lnTo>
                    <a:pt x="2715715" y="2388917"/>
                  </a:lnTo>
                  <a:lnTo>
                    <a:pt x="2715808" y="2388917"/>
                  </a:lnTo>
                  <a:lnTo>
                    <a:pt x="2715901" y="2388917"/>
                  </a:lnTo>
                  <a:lnTo>
                    <a:pt x="2715994" y="2388917"/>
                  </a:lnTo>
                  <a:lnTo>
                    <a:pt x="2716088" y="2388917"/>
                  </a:lnTo>
                  <a:lnTo>
                    <a:pt x="2716181" y="2388917"/>
                  </a:lnTo>
                  <a:lnTo>
                    <a:pt x="2716274" y="2388917"/>
                  </a:lnTo>
                  <a:lnTo>
                    <a:pt x="2716367" y="2388917"/>
                  </a:lnTo>
                  <a:lnTo>
                    <a:pt x="2716461" y="2388917"/>
                  </a:lnTo>
                  <a:lnTo>
                    <a:pt x="2716554" y="2388917"/>
                  </a:lnTo>
                  <a:lnTo>
                    <a:pt x="2716647" y="2388917"/>
                  </a:lnTo>
                  <a:lnTo>
                    <a:pt x="2716740" y="2388917"/>
                  </a:lnTo>
                  <a:lnTo>
                    <a:pt x="2716834" y="2388917"/>
                  </a:lnTo>
                  <a:lnTo>
                    <a:pt x="2716927" y="2388917"/>
                  </a:lnTo>
                  <a:lnTo>
                    <a:pt x="2717020" y="2388917"/>
                  </a:lnTo>
                  <a:lnTo>
                    <a:pt x="2717113" y="2388917"/>
                  </a:lnTo>
                  <a:lnTo>
                    <a:pt x="2717207" y="2388917"/>
                  </a:lnTo>
                  <a:lnTo>
                    <a:pt x="2717300" y="2388917"/>
                  </a:lnTo>
                  <a:lnTo>
                    <a:pt x="2717393" y="2388917"/>
                  </a:lnTo>
                  <a:lnTo>
                    <a:pt x="2717486" y="2388917"/>
                  </a:lnTo>
                  <a:lnTo>
                    <a:pt x="2717580" y="2388917"/>
                  </a:lnTo>
                  <a:lnTo>
                    <a:pt x="2717673" y="2388917"/>
                  </a:lnTo>
                  <a:lnTo>
                    <a:pt x="2717766" y="2388917"/>
                  </a:lnTo>
                  <a:lnTo>
                    <a:pt x="2717859" y="2388917"/>
                  </a:lnTo>
                  <a:lnTo>
                    <a:pt x="2717953" y="2388917"/>
                  </a:lnTo>
                  <a:lnTo>
                    <a:pt x="2718046" y="2388917"/>
                  </a:lnTo>
                  <a:lnTo>
                    <a:pt x="2718139" y="2388917"/>
                  </a:lnTo>
                  <a:lnTo>
                    <a:pt x="2718232" y="2388917"/>
                  </a:lnTo>
                  <a:lnTo>
                    <a:pt x="2718326" y="2388917"/>
                  </a:lnTo>
                  <a:lnTo>
                    <a:pt x="2718419" y="2388917"/>
                  </a:lnTo>
                  <a:lnTo>
                    <a:pt x="2718512" y="2388917"/>
                  </a:lnTo>
                  <a:lnTo>
                    <a:pt x="2718605" y="2388917"/>
                  </a:lnTo>
                  <a:lnTo>
                    <a:pt x="2718699" y="2388917"/>
                  </a:lnTo>
                  <a:lnTo>
                    <a:pt x="2718792" y="2388917"/>
                  </a:lnTo>
                  <a:lnTo>
                    <a:pt x="2718885" y="2388917"/>
                  </a:lnTo>
                  <a:lnTo>
                    <a:pt x="2718978" y="2388917"/>
                  </a:lnTo>
                  <a:lnTo>
                    <a:pt x="2719072" y="2388917"/>
                  </a:lnTo>
                  <a:lnTo>
                    <a:pt x="2719165" y="2388917"/>
                  </a:lnTo>
                  <a:lnTo>
                    <a:pt x="2719258" y="2388917"/>
                  </a:lnTo>
                  <a:lnTo>
                    <a:pt x="2719351" y="2388917"/>
                  </a:lnTo>
                  <a:lnTo>
                    <a:pt x="2719445" y="2388917"/>
                  </a:lnTo>
                  <a:lnTo>
                    <a:pt x="2719538" y="2388917"/>
                  </a:lnTo>
                  <a:lnTo>
                    <a:pt x="2719631" y="2388917"/>
                  </a:lnTo>
                  <a:lnTo>
                    <a:pt x="2719724" y="2388917"/>
                  </a:lnTo>
                  <a:lnTo>
                    <a:pt x="2719817" y="2388917"/>
                  </a:lnTo>
                  <a:lnTo>
                    <a:pt x="2719911" y="2388917"/>
                  </a:lnTo>
                  <a:lnTo>
                    <a:pt x="2720004" y="2388917"/>
                  </a:lnTo>
                  <a:lnTo>
                    <a:pt x="2720097" y="2388917"/>
                  </a:lnTo>
                  <a:lnTo>
                    <a:pt x="2720190" y="2388917"/>
                  </a:lnTo>
                  <a:lnTo>
                    <a:pt x="2720284" y="2388917"/>
                  </a:lnTo>
                  <a:lnTo>
                    <a:pt x="2720377" y="2388917"/>
                  </a:lnTo>
                  <a:lnTo>
                    <a:pt x="2720470" y="2388917"/>
                  </a:lnTo>
                  <a:lnTo>
                    <a:pt x="2720563" y="2388917"/>
                  </a:lnTo>
                  <a:lnTo>
                    <a:pt x="2720657" y="2388917"/>
                  </a:lnTo>
                  <a:lnTo>
                    <a:pt x="2720750" y="2388917"/>
                  </a:lnTo>
                  <a:lnTo>
                    <a:pt x="2720843" y="2388917"/>
                  </a:lnTo>
                  <a:lnTo>
                    <a:pt x="2720936" y="2388917"/>
                  </a:lnTo>
                  <a:lnTo>
                    <a:pt x="2721030" y="2388917"/>
                  </a:lnTo>
                  <a:lnTo>
                    <a:pt x="2721123" y="2388917"/>
                  </a:lnTo>
                  <a:lnTo>
                    <a:pt x="2721216" y="2388917"/>
                  </a:lnTo>
                  <a:lnTo>
                    <a:pt x="2721309" y="2388917"/>
                  </a:lnTo>
                  <a:lnTo>
                    <a:pt x="2721403" y="2388917"/>
                  </a:lnTo>
                  <a:lnTo>
                    <a:pt x="2721496" y="2388917"/>
                  </a:lnTo>
                  <a:lnTo>
                    <a:pt x="2721589" y="2388917"/>
                  </a:lnTo>
                  <a:lnTo>
                    <a:pt x="2721682" y="2388917"/>
                  </a:lnTo>
                  <a:lnTo>
                    <a:pt x="2721776" y="2388917"/>
                  </a:lnTo>
                  <a:lnTo>
                    <a:pt x="2721869" y="2388917"/>
                  </a:lnTo>
                  <a:lnTo>
                    <a:pt x="2721962" y="2388917"/>
                  </a:lnTo>
                  <a:lnTo>
                    <a:pt x="2722055" y="2388917"/>
                  </a:lnTo>
                  <a:lnTo>
                    <a:pt x="2722149" y="2388917"/>
                  </a:lnTo>
                  <a:lnTo>
                    <a:pt x="2722242" y="2388917"/>
                  </a:lnTo>
                  <a:lnTo>
                    <a:pt x="2722335" y="2388917"/>
                  </a:lnTo>
                  <a:lnTo>
                    <a:pt x="2722428" y="2388917"/>
                  </a:lnTo>
                  <a:lnTo>
                    <a:pt x="2722522" y="2388917"/>
                  </a:lnTo>
                  <a:lnTo>
                    <a:pt x="2722615" y="2388917"/>
                  </a:lnTo>
                  <a:lnTo>
                    <a:pt x="2722708" y="2388917"/>
                  </a:lnTo>
                  <a:lnTo>
                    <a:pt x="2722801" y="2388917"/>
                  </a:lnTo>
                  <a:lnTo>
                    <a:pt x="2722895" y="2388917"/>
                  </a:lnTo>
                  <a:lnTo>
                    <a:pt x="2722988" y="2388917"/>
                  </a:lnTo>
                  <a:lnTo>
                    <a:pt x="2723081" y="2388917"/>
                  </a:lnTo>
                  <a:lnTo>
                    <a:pt x="2723174" y="2388917"/>
                  </a:lnTo>
                  <a:lnTo>
                    <a:pt x="2723268" y="2388917"/>
                  </a:lnTo>
                  <a:lnTo>
                    <a:pt x="2723361" y="2388917"/>
                  </a:lnTo>
                  <a:lnTo>
                    <a:pt x="2723454" y="2388917"/>
                  </a:lnTo>
                  <a:lnTo>
                    <a:pt x="2723547" y="2388917"/>
                  </a:lnTo>
                  <a:lnTo>
                    <a:pt x="2723641" y="2388917"/>
                  </a:lnTo>
                  <a:lnTo>
                    <a:pt x="2723734" y="2388917"/>
                  </a:lnTo>
                  <a:lnTo>
                    <a:pt x="2723827" y="2388917"/>
                  </a:lnTo>
                  <a:lnTo>
                    <a:pt x="2723920" y="2388917"/>
                  </a:lnTo>
                  <a:lnTo>
                    <a:pt x="2724014" y="2388917"/>
                  </a:lnTo>
                  <a:lnTo>
                    <a:pt x="2724107" y="2388917"/>
                  </a:lnTo>
                  <a:lnTo>
                    <a:pt x="2724200" y="2388917"/>
                  </a:lnTo>
                  <a:lnTo>
                    <a:pt x="2724293" y="2388917"/>
                  </a:lnTo>
                  <a:lnTo>
                    <a:pt x="2724387" y="2388917"/>
                  </a:lnTo>
                  <a:lnTo>
                    <a:pt x="2724480" y="2388917"/>
                  </a:lnTo>
                  <a:lnTo>
                    <a:pt x="2724573" y="2388917"/>
                  </a:lnTo>
                  <a:lnTo>
                    <a:pt x="2724573" y="2378963"/>
                  </a:lnTo>
                  <a:lnTo>
                    <a:pt x="2724666" y="2378963"/>
                  </a:lnTo>
                  <a:lnTo>
                    <a:pt x="2724760" y="2378963"/>
                  </a:lnTo>
                  <a:lnTo>
                    <a:pt x="2724853" y="2378963"/>
                  </a:lnTo>
                  <a:lnTo>
                    <a:pt x="2724946" y="2378963"/>
                  </a:lnTo>
                  <a:lnTo>
                    <a:pt x="2725039" y="2378963"/>
                  </a:lnTo>
                  <a:lnTo>
                    <a:pt x="2725133" y="2378963"/>
                  </a:lnTo>
                  <a:lnTo>
                    <a:pt x="2725226" y="2378963"/>
                  </a:lnTo>
                  <a:lnTo>
                    <a:pt x="2725319" y="2378963"/>
                  </a:lnTo>
                  <a:lnTo>
                    <a:pt x="2725412" y="2378963"/>
                  </a:lnTo>
                  <a:lnTo>
                    <a:pt x="2725506" y="2378963"/>
                  </a:lnTo>
                  <a:lnTo>
                    <a:pt x="2725599" y="2378963"/>
                  </a:lnTo>
                  <a:lnTo>
                    <a:pt x="2725692" y="2378963"/>
                  </a:lnTo>
                  <a:lnTo>
                    <a:pt x="2725785" y="2378963"/>
                  </a:lnTo>
                  <a:lnTo>
                    <a:pt x="2725879" y="2378963"/>
                  </a:lnTo>
                  <a:lnTo>
                    <a:pt x="2725972" y="2378963"/>
                  </a:lnTo>
                  <a:lnTo>
                    <a:pt x="2726065" y="2378963"/>
                  </a:lnTo>
                  <a:lnTo>
                    <a:pt x="2726158" y="2378963"/>
                  </a:lnTo>
                  <a:lnTo>
                    <a:pt x="2726252" y="2378963"/>
                  </a:lnTo>
                  <a:lnTo>
                    <a:pt x="2726345" y="2378963"/>
                  </a:lnTo>
                  <a:lnTo>
                    <a:pt x="2726438" y="2378963"/>
                  </a:lnTo>
                  <a:lnTo>
                    <a:pt x="2726531" y="2378963"/>
                  </a:lnTo>
                  <a:lnTo>
                    <a:pt x="2726624" y="2378963"/>
                  </a:lnTo>
                  <a:lnTo>
                    <a:pt x="2726718" y="2378963"/>
                  </a:lnTo>
                  <a:lnTo>
                    <a:pt x="2726811" y="2378963"/>
                  </a:lnTo>
                  <a:lnTo>
                    <a:pt x="2726904" y="2378963"/>
                  </a:lnTo>
                  <a:lnTo>
                    <a:pt x="2726997" y="2378963"/>
                  </a:lnTo>
                  <a:lnTo>
                    <a:pt x="2727091" y="2378963"/>
                  </a:lnTo>
                  <a:lnTo>
                    <a:pt x="2727184" y="2378963"/>
                  </a:lnTo>
                  <a:lnTo>
                    <a:pt x="2727277" y="2378963"/>
                  </a:lnTo>
                  <a:lnTo>
                    <a:pt x="2727370" y="2378963"/>
                  </a:lnTo>
                  <a:lnTo>
                    <a:pt x="2727464" y="2378963"/>
                  </a:lnTo>
                  <a:lnTo>
                    <a:pt x="2727557" y="2378963"/>
                  </a:lnTo>
                  <a:lnTo>
                    <a:pt x="2727650" y="2378963"/>
                  </a:lnTo>
                  <a:lnTo>
                    <a:pt x="2727743" y="2378963"/>
                  </a:lnTo>
                  <a:lnTo>
                    <a:pt x="2727837" y="2378963"/>
                  </a:lnTo>
                  <a:lnTo>
                    <a:pt x="2727930" y="2378963"/>
                  </a:lnTo>
                  <a:lnTo>
                    <a:pt x="2728023" y="2378963"/>
                  </a:lnTo>
                  <a:lnTo>
                    <a:pt x="2728116" y="2378963"/>
                  </a:lnTo>
                  <a:lnTo>
                    <a:pt x="2728210" y="2378963"/>
                  </a:lnTo>
                  <a:lnTo>
                    <a:pt x="2728303" y="2378963"/>
                  </a:lnTo>
                  <a:lnTo>
                    <a:pt x="2728396" y="2378963"/>
                  </a:lnTo>
                  <a:lnTo>
                    <a:pt x="2728489" y="2378963"/>
                  </a:lnTo>
                  <a:lnTo>
                    <a:pt x="2728583" y="2378963"/>
                  </a:lnTo>
                  <a:lnTo>
                    <a:pt x="2728676" y="2378963"/>
                  </a:lnTo>
                  <a:lnTo>
                    <a:pt x="2728769" y="2378963"/>
                  </a:lnTo>
                  <a:lnTo>
                    <a:pt x="2728862" y="2378963"/>
                  </a:lnTo>
                  <a:lnTo>
                    <a:pt x="2728956" y="2378963"/>
                  </a:lnTo>
                  <a:lnTo>
                    <a:pt x="2729049" y="2378963"/>
                  </a:lnTo>
                  <a:lnTo>
                    <a:pt x="2729142" y="2378963"/>
                  </a:lnTo>
                  <a:lnTo>
                    <a:pt x="2729235" y="2378963"/>
                  </a:lnTo>
                  <a:lnTo>
                    <a:pt x="2729329" y="2378963"/>
                  </a:lnTo>
                  <a:lnTo>
                    <a:pt x="2729422" y="2378963"/>
                  </a:lnTo>
                  <a:lnTo>
                    <a:pt x="2729515" y="2378963"/>
                  </a:lnTo>
                  <a:lnTo>
                    <a:pt x="2729608" y="2378963"/>
                  </a:lnTo>
                  <a:lnTo>
                    <a:pt x="2729702" y="2378963"/>
                  </a:lnTo>
                  <a:lnTo>
                    <a:pt x="2729795" y="2378963"/>
                  </a:lnTo>
                  <a:lnTo>
                    <a:pt x="2729888" y="2378963"/>
                  </a:lnTo>
                  <a:lnTo>
                    <a:pt x="2729981" y="2378963"/>
                  </a:lnTo>
                  <a:lnTo>
                    <a:pt x="2730075" y="2378963"/>
                  </a:lnTo>
                  <a:lnTo>
                    <a:pt x="2730168" y="2378963"/>
                  </a:lnTo>
                  <a:lnTo>
                    <a:pt x="2730261" y="2378963"/>
                  </a:lnTo>
                  <a:lnTo>
                    <a:pt x="2730354" y="2378963"/>
                  </a:lnTo>
                  <a:lnTo>
                    <a:pt x="2730448" y="2378963"/>
                  </a:lnTo>
                  <a:lnTo>
                    <a:pt x="2730541" y="2378963"/>
                  </a:lnTo>
                  <a:lnTo>
                    <a:pt x="2730634" y="2378963"/>
                  </a:lnTo>
                  <a:lnTo>
                    <a:pt x="2730727" y="2378963"/>
                  </a:lnTo>
                  <a:lnTo>
                    <a:pt x="2730821" y="2378963"/>
                  </a:lnTo>
                  <a:lnTo>
                    <a:pt x="2730914" y="2378963"/>
                  </a:lnTo>
                  <a:lnTo>
                    <a:pt x="2731007" y="2378963"/>
                  </a:lnTo>
                  <a:lnTo>
                    <a:pt x="2731100" y="2378963"/>
                  </a:lnTo>
                  <a:lnTo>
                    <a:pt x="2731194" y="2378963"/>
                  </a:lnTo>
                  <a:lnTo>
                    <a:pt x="2731287" y="2378963"/>
                  </a:lnTo>
                  <a:lnTo>
                    <a:pt x="2731380" y="2378963"/>
                  </a:lnTo>
                  <a:lnTo>
                    <a:pt x="2731473" y="2378963"/>
                  </a:lnTo>
                  <a:lnTo>
                    <a:pt x="2731567" y="2378963"/>
                  </a:lnTo>
                  <a:lnTo>
                    <a:pt x="2731660" y="2378963"/>
                  </a:lnTo>
                  <a:lnTo>
                    <a:pt x="2731753" y="2378963"/>
                  </a:lnTo>
                  <a:lnTo>
                    <a:pt x="2731846" y="2378963"/>
                  </a:lnTo>
                  <a:lnTo>
                    <a:pt x="2731940" y="2378963"/>
                  </a:lnTo>
                  <a:lnTo>
                    <a:pt x="2732033" y="2378963"/>
                  </a:lnTo>
                  <a:lnTo>
                    <a:pt x="2732126" y="2378963"/>
                  </a:lnTo>
                  <a:lnTo>
                    <a:pt x="2732219" y="2378963"/>
                  </a:lnTo>
                  <a:lnTo>
                    <a:pt x="2732313" y="2378963"/>
                  </a:lnTo>
                  <a:lnTo>
                    <a:pt x="2732406" y="2378963"/>
                  </a:lnTo>
                  <a:lnTo>
                    <a:pt x="2732499" y="2378963"/>
                  </a:lnTo>
                  <a:lnTo>
                    <a:pt x="2732592" y="2378963"/>
                  </a:lnTo>
                  <a:lnTo>
                    <a:pt x="2732686" y="2378963"/>
                  </a:lnTo>
                  <a:lnTo>
                    <a:pt x="2732779" y="2378963"/>
                  </a:lnTo>
                  <a:lnTo>
                    <a:pt x="2732872" y="2378963"/>
                  </a:lnTo>
                  <a:lnTo>
                    <a:pt x="2732965" y="2378963"/>
                  </a:lnTo>
                  <a:lnTo>
                    <a:pt x="2733059" y="2378963"/>
                  </a:lnTo>
                  <a:lnTo>
                    <a:pt x="2733152" y="2378963"/>
                  </a:lnTo>
                  <a:lnTo>
                    <a:pt x="2733245" y="2378963"/>
                  </a:lnTo>
                  <a:lnTo>
                    <a:pt x="2733338" y="2378963"/>
                  </a:lnTo>
                  <a:lnTo>
                    <a:pt x="2733432" y="2378963"/>
                  </a:lnTo>
                  <a:lnTo>
                    <a:pt x="2733525" y="2378963"/>
                  </a:lnTo>
                  <a:lnTo>
                    <a:pt x="2733618" y="2378963"/>
                  </a:lnTo>
                  <a:lnTo>
                    <a:pt x="2733711" y="2378963"/>
                  </a:lnTo>
                  <a:lnTo>
                    <a:pt x="2733804" y="2378963"/>
                  </a:lnTo>
                  <a:lnTo>
                    <a:pt x="2733898" y="2378963"/>
                  </a:lnTo>
                  <a:lnTo>
                    <a:pt x="2733991" y="2378963"/>
                  </a:lnTo>
                  <a:lnTo>
                    <a:pt x="2734084" y="2378963"/>
                  </a:lnTo>
                  <a:lnTo>
                    <a:pt x="2734177" y="2378963"/>
                  </a:lnTo>
                  <a:lnTo>
                    <a:pt x="2734271" y="2378963"/>
                  </a:lnTo>
                  <a:lnTo>
                    <a:pt x="2734364" y="2378963"/>
                  </a:lnTo>
                  <a:lnTo>
                    <a:pt x="2734457" y="2378963"/>
                  </a:lnTo>
                  <a:lnTo>
                    <a:pt x="2734550" y="2378963"/>
                  </a:lnTo>
                  <a:lnTo>
                    <a:pt x="2734644" y="2378963"/>
                  </a:lnTo>
                  <a:lnTo>
                    <a:pt x="2734737" y="2378963"/>
                  </a:lnTo>
                  <a:lnTo>
                    <a:pt x="2734830" y="2378963"/>
                  </a:lnTo>
                  <a:lnTo>
                    <a:pt x="2734923" y="2378963"/>
                  </a:lnTo>
                  <a:lnTo>
                    <a:pt x="2735017" y="2378963"/>
                  </a:lnTo>
                  <a:lnTo>
                    <a:pt x="2735110" y="2378963"/>
                  </a:lnTo>
                  <a:lnTo>
                    <a:pt x="2735203" y="2378963"/>
                  </a:lnTo>
                  <a:lnTo>
                    <a:pt x="2735296" y="2378963"/>
                  </a:lnTo>
                  <a:lnTo>
                    <a:pt x="2735390" y="2378963"/>
                  </a:lnTo>
                  <a:lnTo>
                    <a:pt x="2735483" y="2378963"/>
                  </a:lnTo>
                  <a:lnTo>
                    <a:pt x="2735576" y="2378963"/>
                  </a:lnTo>
                  <a:lnTo>
                    <a:pt x="2735669" y="2378963"/>
                  </a:lnTo>
                  <a:lnTo>
                    <a:pt x="2735763" y="2378963"/>
                  </a:lnTo>
                  <a:lnTo>
                    <a:pt x="2735763" y="2369009"/>
                  </a:lnTo>
                  <a:lnTo>
                    <a:pt x="2735856" y="2369009"/>
                  </a:lnTo>
                  <a:lnTo>
                    <a:pt x="2735949" y="2369009"/>
                  </a:lnTo>
                  <a:lnTo>
                    <a:pt x="2736042" y="2369009"/>
                  </a:lnTo>
                  <a:lnTo>
                    <a:pt x="2736136" y="2369009"/>
                  </a:lnTo>
                  <a:lnTo>
                    <a:pt x="2736229" y="2369009"/>
                  </a:lnTo>
                  <a:lnTo>
                    <a:pt x="2736322" y="2369009"/>
                  </a:lnTo>
                  <a:lnTo>
                    <a:pt x="2736415" y="2369009"/>
                  </a:lnTo>
                  <a:lnTo>
                    <a:pt x="2736509" y="2369009"/>
                  </a:lnTo>
                  <a:lnTo>
                    <a:pt x="2736602" y="2369009"/>
                  </a:lnTo>
                  <a:lnTo>
                    <a:pt x="2736695" y="2369009"/>
                  </a:lnTo>
                  <a:lnTo>
                    <a:pt x="2736788" y="2369009"/>
                  </a:lnTo>
                  <a:lnTo>
                    <a:pt x="2736882" y="2369009"/>
                  </a:lnTo>
                  <a:lnTo>
                    <a:pt x="2736975" y="2369009"/>
                  </a:lnTo>
                  <a:lnTo>
                    <a:pt x="2737068" y="2369009"/>
                  </a:lnTo>
                  <a:lnTo>
                    <a:pt x="2737161" y="2369009"/>
                  </a:lnTo>
                  <a:lnTo>
                    <a:pt x="2737255" y="2369009"/>
                  </a:lnTo>
                  <a:lnTo>
                    <a:pt x="2737348" y="2369009"/>
                  </a:lnTo>
                  <a:lnTo>
                    <a:pt x="2737441" y="2369009"/>
                  </a:lnTo>
                  <a:lnTo>
                    <a:pt x="2737534" y="2369009"/>
                  </a:lnTo>
                  <a:lnTo>
                    <a:pt x="2737628" y="2369009"/>
                  </a:lnTo>
                  <a:lnTo>
                    <a:pt x="2737721" y="2369009"/>
                  </a:lnTo>
                  <a:lnTo>
                    <a:pt x="2737814" y="2369009"/>
                  </a:lnTo>
                  <a:lnTo>
                    <a:pt x="2737907" y="2369009"/>
                  </a:lnTo>
                  <a:lnTo>
                    <a:pt x="2738001" y="2369009"/>
                  </a:lnTo>
                  <a:lnTo>
                    <a:pt x="2738094" y="2369009"/>
                  </a:lnTo>
                  <a:lnTo>
                    <a:pt x="2738187" y="2369009"/>
                  </a:lnTo>
                  <a:lnTo>
                    <a:pt x="2738280" y="2369009"/>
                  </a:lnTo>
                  <a:lnTo>
                    <a:pt x="2738374" y="2369009"/>
                  </a:lnTo>
                  <a:lnTo>
                    <a:pt x="2738467" y="2369009"/>
                  </a:lnTo>
                  <a:lnTo>
                    <a:pt x="2738560" y="2369009"/>
                  </a:lnTo>
                  <a:lnTo>
                    <a:pt x="2738653" y="2369009"/>
                  </a:lnTo>
                  <a:lnTo>
                    <a:pt x="2738747" y="2369009"/>
                  </a:lnTo>
                  <a:lnTo>
                    <a:pt x="2738840" y="2369009"/>
                  </a:lnTo>
                  <a:lnTo>
                    <a:pt x="2738933" y="2369009"/>
                  </a:lnTo>
                  <a:lnTo>
                    <a:pt x="2739026" y="2369009"/>
                  </a:lnTo>
                  <a:lnTo>
                    <a:pt x="2739120" y="2369009"/>
                  </a:lnTo>
                  <a:lnTo>
                    <a:pt x="2739213" y="2369009"/>
                  </a:lnTo>
                  <a:lnTo>
                    <a:pt x="2739306" y="2369009"/>
                  </a:lnTo>
                  <a:lnTo>
                    <a:pt x="2739399" y="2369009"/>
                  </a:lnTo>
                  <a:lnTo>
                    <a:pt x="2739493" y="2369009"/>
                  </a:lnTo>
                  <a:lnTo>
                    <a:pt x="2739586" y="2369009"/>
                  </a:lnTo>
                  <a:lnTo>
                    <a:pt x="2739679" y="2369009"/>
                  </a:lnTo>
                  <a:lnTo>
                    <a:pt x="2739772" y="2369009"/>
                  </a:lnTo>
                  <a:lnTo>
                    <a:pt x="2739866" y="2369009"/>
                  </a:lnTo>
                  <a:lnTo>
                    <a:pt x="2739959" y="2369009"/>
                  </a:lnTo>
                  <a:lnTo>
                    <a:pt x="2740052" y="2369009"/>
                  </a:lnTo>
                  <a:lnTo>
                    <a:pt x="2740145" y="2369009"/>
                  </a:lnTo>
                  <a:lnTo>
                    <a:pt x="2740239" y="2369009"/>
                  </a:lnTo>
                  <a:lnTo>
                    <a:pt x="2740332" y="2369009"/>
                  </a:lnTo>
                  <a:lnTo>
                    <a:pt x="2740425" y="2369009"/>
                  </a:lnTo>
                  <a:lnTo>
                    <a:pt x="2740518" y="2369009"/>
                  </a:lnTo>
                  <a:lnTo>
                    <a:pt x="2740611" y="2369009"/>
                  </a:lnTo>
                  <a:lnTo>
                    <a:pt x="2740705" y="2369009"/>
                  </a:lnTo>
                  <a:lnTo>
                    <a:pt x="2740798" y="2369009"/>
                  </a:lnTo>
                  <a:lnTo>
                    <a:pt x="2740891" y="2369009"/>
                  </a:lnTo>
                  <a:lnTo>
                    <a:pt x="2740984" y="2369009"/>
                  </a:lnTo>
                  <a:lnTo>
                    <a:pt x="2741078" y="2369009"/>
                  </a:lnTo>
                  <a:lnTo>
                    <a:pt x="2741171" y="2369009"/>
                  </a:lnTo>
                  <a:lnTo>
                    <a:pt x="2741264" y="2369009"/>
                  </a:lnTo>
                  <a:lnTo>
                    <a:pt x="2741357" y="2369009"/>
                  </a:lnTo>
                  <a:lnTo>
                    <a:pt x="2741451" y="2369009"/>
                  </a:lnTo>
                  <a:lnTo>
                    <a:pt x="2741544" y="2369009"/>
                  </a:lnTo>
                  <a:lnTo>
                    <a:pt x="2741637" y="2369009"/>
                  </a:lnTo>
                  <a:lnTo>
                    <a:pt x="2741730" y="2369009"/>
                  </a:lnTo>
                  <a:lnTo>
                    <a:pt x="2741824" y="2369009"/>
                  </a:lnTo>
                  <a:lnTo>
                    <a:pt x="2741917" y="2369009"/>
                  </a:lnTo>
                  <a:lnTo>
                    <a:pt x="2742010" y="2369009"/>
                  </a:lnTo>
                  <a:lnTo>
                    <a:pt x="2742103" y="2369009"/>
                  </a:lnTo>
                  <a:lnTo>
                    <a:pt x="2742197" y="2369009"/>
                  </a:lnTo>
                  <a:lnTo>
                    <a:pt x="2742290" y="2369009"/>
                  </a:lnTo>
                  <a:lnTo>
                    <a:pt x="2742383" y="2369009"/>
                  </a:lnTo>
                  <a:lnTo>
                    <a:pt x="2742476" y="2369009"/>
                  </a:lnTo>
                  <a:lnTo>
                    <a:pt x="2742570" y="2369009"/>
                  </a:lnTo>
                  <a:lnTo>
                    <a:pt x="2742663" y="2369009"/>
                  </a:lnTo>
                  <a:lnTo>
                    <a:pt x="2742756" y="2369009"/>
                  </a:lnTo>
                  <a:lnTo>
                    <a:pt x="2742849" y="2369009"/>
                  </a:lnTo>
                  <a:lnTo>
                    <a:pt x="2742943" y="2369009"/>
                  </a:lnTo>
                  <a:lnTo>
                    <a:pt x="2743036" y="2369009"/>
                  </a:lnTo>
                  <a:lnTo>
                    <a:pt x="2743129" y="2369009"/>
                  </a:lnTo>
                  <a:lnTo>
                    <a:pt x="2743222" y="2369009"/>
                  </a:lnTo>
                  <a:lnTo>
                    <a:pt x="2743316" y="2369009"/>
                  </a:lnTo>
                  <a:lnTo>
                    <a:pt x="2743409" y="2369009"/>
                  </a:lnTo>
                  <a:lnTo>
                    <a:pt x="2743502" y="2369009"/>
                  </a:lnTo>
                  <a:lnTo>
                    <a:pt x="2743595" y="2369009"/>
                  </a:lnTo>
                  <a:lnTo>
                    <a:pt x="2743689" y="2369009"/>
                  </a:lnTo>
                  <a:lnTo>
                    <a:pt x="2743782" y="2369009"/>
                  </a:lnTo>
                  <a:lnTo>
                    <a:pt x="2743875" y="2369009"/>
                  </a:lnTo>
                  <a:lnTo>
                    <a:pt x="2743968" y="2369009"/>
                  </a:lnTo>
                  <a:lnTo>
                    <a:pt x="2744062" y="2369009"/>
                  </a:lnTo>
                  <a:lnTo>
                    <a:pt x="2744155" y="2369009"/>
                  </a:lnTo>
                  <a:lnTo>
                    <a:pt x="2744248" y="2369009"/>
                  </a:lnTo>
                  <a:lnTo>
                    <a:pt x="2744341" y="2369009"/>
                  </a:lnTo>
                  <a:lnTo>
                    <a:pt x="2744435" y="2369009"/>
                  </a:lnTo>
                  <a:lnTo>
                    <a:pt x="2744528" y="2369009"/>
                  </a:lnTo>
                  <a:lnTo>
                    <a:pt x="2744621" y="2369009"/>
                  </a:lnTo>
                  <a:lnTo>
                    <a:pt x="2744714" y="2369009"/>
                  </a:lnTo>
                  <a:lnTo>
                    <a:pt x="2744808" y="2369009"/>
                  </a:lnTo>
                  <a:lnTo>
                    <a:pt x="2744901" y="2369009"/>
                  </a:lnTo>
                  <a:lnTo>
                    <a:pt x="2744994" y="2369009"/>
                  </a:lnTo>
                  <a:lnTo>
                    <a:pt x="2745087" y="2369009"/>
                  </a:lnTo>
                  <a:lnTo>
                    <a:pt x="2745181" y="2369009"/>
                  </a:lnTo>
                  <a:lnTo>
                    <a:pt x="2745274" y="2369009"/>
                  </a:lnTo>
                  <a:lnTo>
                    <a:pt x="2745367" y="2369009"/>
                  </a:lnTo>
                  <a:lnTo>
                    <a:pt x="2745460" y="2369009"/>
                  </a:lnTo>
                  <a:lnTo>
                    <a:pt x="2745554" y="2369009"/>
                  </a:lnTo>
                  <a:lnTo>
                    <a:pt x="2745647" y="2369009"/>
                  </a:lnTo>
                  <a:lnTo>
                    <a:pt x="2745740" y="2369009"/>
                  </a:lnTo>
                  <a:lnTo>
                    <a:pt x="2745833" y="2369009"/>
                  </a:lnTo>
                  <a:lnTo>
                    <a:pt x="2745927" y="2369009"/>
                  </a:lnTo>
                  <a:lnTo>
                    <a:pt x="2746020" y="2369009"/>
                  </a:lnTo>
                  <a:lnTo>
                    <a:pt x="2746113" y="2369009"/>
                  </a:lnTo>
                  <a:lnTo>
                    <a:pt x="2746206" y="2369009"/>
                  </a:lnTo>
                  <a:lnTo>
                    <a:pt x="2746300" y="2369009"/>
                  </a:lnTo>
                  <a:lnTo>
                    <a:pt x="2746393" y="2369009"/>
                  </a:lnTo>
                  <a:lnTo>
                    <a:pt x="2746486" y="2369009"/>
                  </a:lnTo>
                  <a:lnTo>
                    <a:pt x="2746579" y="2369009"/>
                  </a:lnTo>
                  <a:lnTo>
                    <a:pt x="2746673" y="2369009"/>
                  </a:lnTo>
                  <a:lnTo>
                    <a:pt x="2746766" y="2369009"/>
                  </a:lnTo>
                  <a:lnTo>
                    <a:pt x="2746859" y="2369009"/>
                  </a:lnTo>
                  <a:lnTo>
                    <a:pt x="2746952" y="2369009"/>
                  </a:lnTo>
                  <a:lnTo>
                    <a:pt x="2747046" y="2369009"/>
                  </a:lnTo>
                  <a:lnTo>
                    <a:pt x="2747139" y="2369009"/>
                  </a:lnTo>
                  <a:lnTo>
                    <a:pt x="2747232" y="2369009"/>
                  </a:lnTo>
                  <a:lnTo>
                    <a:pt x="2747325" y="2369009"/>
                  </a:lnTo>
                  <a:lnTo>
                    <a:pt x="2747418" y="2369009"/>
                  </a:lnTo>
                  <a:lnTo>
                    <a:pt x="2747512" y="2369009"/>
                  </a:lnTo>
                  <a:lnTo>
                    <a:pt x="2747605" y="2369009"/>
                  </a:lnTo>
                  <a:lnTo>
                    <a:pt x="2747698" y="2369009"/>
                  </a:lnTo>
                  <a:lnTo>
                    <a:pt x="2747791" y="2369009"/>
                  </a:lnTo>
                  <a:lnTo>
                    <a:pt x="2747885" y="2369009"/>
                  </a:lnTo>
                  <a:lnTo>
                    <a:pt x="2747978" y="2369009"/>
                  </a:lnTo>
                  <a:lnTo>
                    <a:pt x="2748071" y="2369009"/>
                  </a:lnTo>
                  <a:lnTo>
                    <a:pt x="2748164" y="2369009"/>
                  </a:lnTo>
                  <a:lnTo>
                    <a:pt x="2748258" y="2369009"/>
                  </a:lnTo>
                  <a:lnTo>
                    <a:pt x="2748351" y="2369009"/>
                  </a:lnTo>
                  <a:lnTo>
                    <a:pt x="2748444" y="2369009"/>
                  </a:lnTo>
                  <a:lnTo>
                    <a:pt x="2748537" y="2369009"/>
                  </a:lnTo>
                  <a:lnTo>
                    <a:pt x="2748631" y="2369009"/>
                  </a:lnTo>
                  <a:lnTo>
                    <a:pt x="2748724" y="2369009"/>
                  </a:lnTo>
                  <a:lnTo>
                    <a:pt x="2748817" y="2369009"/>
                  </a:lnTo>
                  <a:lnTo>
                    <a:pt x="2748910" y="2369009"/>
                  </a:lnTo>
                  <a:lnTo>
                    <a:pt x="2749004" y="2369009"/>
                  </a:lnTo>
                  <a:lnTo>
                    <a:pt x="2749097" y="2369009"/>
                  </a:lnTo>
                  <a:lnTo>
                    <a:pt x="2749190" y="2369009"/>
                  </a:lnTo>
                  <a:lnTo>
                    <a:pt x="2749283" y="2369009"/>
                  </a:lnTo>
                  <a:lnTo>
                    <a:pt x="2749377" y="2369009"/>
                  </a:lnTo>
                  <a:lnTo>
                    <a:pt x="2749470" y="2369009"/>
                  </a:lnTo>
                  <a:lnTo>
                    <a:pt x="2749563" y="2369009"/>
                  </a:lnTo>
                  <a:lnTo>
                    <a:pt x="2749656" y="2369009"/>
                  </a:lnTo>
                  <a:lnTo>
                    <a:pt x="2749750" y="2369009"/>
                  </a:lnTo>
                  <a:lnTo>
                    <a:pt x="2749843" y="2369009"/>
                  </a:lnTo>
                  <a:lnTo>
                    <a:pt x="2749936" y="2369009"/>
                  </a:lnTo>
                  <a:lnTo>
                    <a:pt x="2750029" y="2369009"/>
                  </a:lnTo>
                  <a:lnTo>
                    <a:pt x="2750123" y="2369009"/>
                  </a:lnTo>
                  <a:lnTo>
                    <a:pt x="2750216" y="2369009"/>
                  </a:lnTo>
                  <a:lnTo>
                    <a:pt x="2750309" y="2369009"/>
                  </a:lnTo>
                  <a:lnTo>
                    <a:pt x="2750402" y="2369009"/>
                  </a:lnTo>
                  <a:lnTo>
                    <a:pt x="2750496" y="2369009"/>
                  </a:lnTo>
                  <a:lnTo>
                    <a:pt x="2750589" y="2369009"/>
                  </a:lnTo>
                  <a:lnTo>
                    <a:pt x="2750682" y="2369009"/>
                  </a:lnTo>
                  <a:lnTo>
                    <a:pt x="2750775" y="2369009"/>
                  </a:lnTo>
                  <a:lnTo>
                    <a:pt x="2750869" y="2369009"/>
                  </a:lnTo>
                  <a:lnTo>
                    <a:pt x="2750962" y="2369009"/>
                  </a:lnTo>
                  <a:lnTo>
                    <a:pt x="2751055" y="2369009"/>
                  </a:lnTo>
                  <a:lnTo>
                    <a:pt x="2751148" y="2369009"/>
                  </a:lnTo>
                  <a:lnTo>
                    <a:pt x="2751242" y="2369009"/>
                  </a:lnTo>
                  <a:lnTo>
                    <a:pt x="2751335" y="2369009"/>
                  </a:lnTo>
                  <a:lnTo>
                    <a:pt x="2751428" y="2369009"/>
                  </a:lnTo>
                  <a:lnTo>
                    <a:pt x="2751521" y="2369009"/>
                  </a:lnTo>
                  <a:lnTo>
                    <a:pt x="2751615" y="2369009"/>
                  </a:lnTo>
                  <a:lnTo>
                    <a:pt x="2751708" y="2369009"/>
                  </a:lnTo>
                  <a:lnTo>
                    <a:pt x="2751801" y="2369009"/>
                  </a:lnTo>
                  <a:lnTo>
                    <a:pt x="2751894" y="2369009"/>
                  </a:lnTo>
                  <a:lnTo>
                    <a:pt x="2751988" y="2369009"/>
                  </a:lnTo>
                  <a:lnTo>
                    <a:pt x="2752081" y="2369009"/>
                  </a:lnTo>
                  <a:lnTo>
                    <a:pt x="2752174" y="2369009"/>
                  </a:lnTo>
                  <a:lnTo>
                    <a:pt x="2752267" y="2369009"/>
                  </a:lnTo>
                  <a:lnTo>
                    <a:pt x="2752361" y="2369009"/>
                  </a:lnTo>
                  <a:lnTo>
                    <a:pt x="2752454" y="2369009"/>
                  </a:lnTo>
                  <a:lnTo>
                    <a:pt x="2752547" y="2369009"/>
                  </a:lnTo>
                  <a:lnTo>
                    <a:pt x="2752640" y="2369009"/>
                  </a:lnTo>
                  <a:lnTo>
                    <a:pt x="2752734" y="2369009"/>
                  </a:lnTo>
                  <a:lnTo>
                    <a:pt x="2752827" y="2369009"/>
                  </a:lnTo>
                  <a:lnTo>
                    <a:pt x="2752920" y="2369009"/>
                  </a:lnTo>
                  <a:lnTo>
                    <a:pt x="2753013" y="2369009"/>
                  </a:lnTo>
                  <a:lnTo>
                    <a:pt x="2753107" y="2369009"/>
                  </a:lnTo>
                  <a:lnTo>
                    <a:pt x="2753200" y="2369009"/>
                  </a:lnTo>
                  <a:lnTo>
                    <a:pt x="2753293" y="2369009"/>
                  </a:lnTo>
                  <a:lnTo>
                    <a:pt x="2753386" y="2369009"/>
                  </a:lnTo>
                  <a:lnTo>
                    <a:pt x="2753480" y="2369009"/>
                  </a:lnTo>
                  <a:lnTo>
                    <a:pt x="2753573" y="2369009"/>
                  </a:lnTo>
                  <a:lnTo>
                    <a:pt x="2753666" y="2369009"/>
                  </a:lnTo>
                  <a:lnTo>
                    <a:pt x="2753759" y="2369009"/>
                  </a:lnTo>
                  <a:lnTo>
                    <a:pt x="2753853" y="2369009"/>
                  </a:lnTo>
                  <a:lnTo>
                    <a:pt x="2753946" y="2369009"/>
                  </a:lnTo>
                  <a:lnTo>
                    <a:pt x="2754039" y="2369009"/>
                  </a:lnTo>
                  <a:lnTo>
                    <a:pt x="2754132" y="2369009"/>
                  </a:lnTo>
                  <a:lnTo>
                    <a:pt x="2754226" y="2369009"/>
                  </a:lnTo>
                  <a:lnTo>
                    <a:pt x="2754319" y="2369009"/>
                  </a:lnTo>
                  <a:lnTo>
                    <a:pt x="2754412" y="2369009"/>
                  </a:lnTo>
                  <a:lnTo>
                    <a:pt x="2754505" y="2369009"/>
                  </a:lnTo>
                  <a:lnTo>
                    <a:pt x="2754598" y="2369009"/>
                  </a:lnTo>
                  <a:lnTo>
                    <a:pt x="2754692" y="2369009"/>
                  </a:lnTo>
                  <a:lnTo>
                    <a:pt x="2754785" y="2369009"/>
                  </a:lnTo>
                  <a:lnTo>
                    <a:pt x="2754878" y="2369009"/>
                  </a:lnTo>
                  <a:lnTo>
                    <a:pt x="2754971" y="2369009"/>
                  </a:lnTo>
                  <a:lnTo>
                    <a:pt x="2755065" y="2369009"/>
                  </a:lnTo>
                  <a:lnTo>
                    <a:pt x="2755158" y="2369009"/>
                  </a:lnTo>
                  <a:lnTo>
                    <a:pt x="2755251" y="2369009"/>
                  </a:lnTo>
                  <a:lnTo>
                    <a:pt x="2755344" y="2369009"/>
                  </a:lnTo>
                  <a:lnTo>
                    <a:pt x="2755438" y="2369009"/>
                  </a:lnTo>
                  <a:lnTo>
                    <a:pt x="2755531" y="2369009"/>
                  </a:lnTo>
                  <a:lnTo>
                    <a:pt x="2755624" y="2369009"/>
                  </a:lnTo>
                  <a:lnTo>
                    <a:pt x="2755717" y="2369009"/>
                  </a:lnTo>
                  <a:lnTo>
                    <a:pt x="2755811" y="2369009"/>
                  </a:lnTo>
                  <a:lnTo>
                    <a:pt x="2755904" y="2369009"/>
                  </a:lnTo>
                  <a:lnTo>
                    <a:pt x="2755997" y="2369009"/>
                  </a:lnTo>
                  <a:lnTo>
                    <a:pt x="2756090" y="2369009"/>
                  </a:lnTo>
                  <a:lnTo>
                    <a:pt x="2756184" y="2369009"/>
                  </a:lnTo>
                  <a:lnTo>
                    <a:pt x="2756277" y="2369009"/>
                  </a:lnTo>
                  <a:lnTo>
                    <a:pt x="2756370" y="2369009"/>
                  </a:lnTo>
                  <a:lnTo>
                    <a:pt x="2756463" y="2369009"/>
                  </a:lnTo>
                  <a:lnTo>
                    <a:pt x="2756557" y="2369009"/>
                  </a:lnTo>
                  <a:lnTo>
                    <a:pt x="2756650" y="2369009"/>
                  </a:lnTo>
                  <a:lnTo>
                    <a:pt x="2756743" y="2369009"/>
                  </a:lnTo>
                  <a:lnTo>
                    <a:pt x="2756836" y="2369009"/>
                  </a:lnTo>
                  <a:lnTo>
                    <a:pt x="2756930" y="2369009"/>
                  </a:lnTo>
                  <a:lnTo>
                    <a:pt x="2757023" y="2369009"/>
                  </a:lnTo>
                  <a:lnTo>
                    <a:pt x="2757116" y="2369009"/>
                  </a:lnTo>
                  <a:lnTo>
                    <a:pt x="2757209" y="2369009"/>
                  </a:lnTo>
                  <a:lnTo>
                    <a:pt x="2757303" y="2369009"/>
                  </a:lnTo>
                  <a:lnTo>
                    <a:pt x="2757396" y="2369009"/>
                  </a:lnTo>
                  <a:lnTo>
                    <a:pt x="2757489" y="2369009"/>
                  </a:lnTo>
                  <a:lnTo>
                    <a:pt x="2757582" y="2369009"/>
                  </a:lnTo>
                  <a:lnTo>
                    <a:pt x="2757676" y="2369009"/>
                  </a:lnTo>
                  <a:lnTo>
                    <a:pt x="2757769" y="2369009"/>
                  </a:lnTo>
                  <a:lnTo>
                    <a:pt x="2757862" y="2369009"/>
                  </a:lnTo>
                  <a:lnTo>
                    <a:pt x="2757955" y="2369009"/>
                  </a:lnTo>
                  <a:lnTo>
                    <a:pt x="2758049" y="2369009"/>
                  </a:lnTo>
                  <a:lnTo>
                    <a:pt x="2758142" y="2369009"/>
                  </a:lnTo>
                  <a:lnTo>
                    <a:pt x="2758235" y="2369009"/>
                  </a:lnTo>
                  <a:lnTo>
                    <a:pt x="2758328" y="2369009"/>
                  </a:lnTo>
                  <a:lnTo>
                    <a:pt x="2758422" y="2369009"/>
                  </a:lnTo>
                  <a:lnTo>
                    <a:pt x="2758515" y="2369009"/>
                  </a:lnTo>
                  <a:lnTo>
                    <a:pt x="2758608" y="2369009"/>
                  </a:lnTo>
                  <a:lnTo>
                    <a:pt x="2758701" y="2369009"/>
                  </a:lnTo>
                  <a:lnTo>
                    <a:pt x="2758795" y="2369009"/>
                  </a:lnTo>
                  <a:lnTo>
                    <a:pt x="2758888" y="2369009"/>
                  </a:lnTo>
                  <a:lnTo>
                    <a:pt x="2758981" y="2369009"/>
                  </a:lnTo>
                  <a:lnTo>
                    <a:pt x="2759074" y="2369009"/>
                  </a:lnTo>
                  <a:lnTo>
                    <a:pt x="2759168" y="2369009"/>
                  </a:lnTo>
                  <a:lnTo>
                    <a:pt x="2759261" y="2369009"/>
                  </a:lnTo>
                  <a:lnTo>
                    <a:pt x="2759354" y="2369009"/>
                  </a:lnTo>
                  <a:lnTo>
                    <a:pt x="2759447" y="2369009"/>
                  </a:lnTo>
                  <a:lnTo>
                    <a:pt x="2759541" y="2369009"/>
                  </a:lnTo>
                  <a:lnTo>
                    <a:pt x="2759634" y="2369009"/>
                  </a:lnTo>
                  <a:lnTo>
                    <a:pt x="2759727" y="2369009"/>
                  </a:lnTo>
                  <a:lnTo>
                    <a:pt x="2759820" y="2369009"/>
                  </a:lnTo>
                  <a:lnTo>
                    <a:pt x="2759914" y="2369009"/>
                  </a:lnTo>
                  <a:lnTo>
                    <a:pt x="2760007" y="2369009"/>
                  </a:lnTo>
                  <a:lnTo>
                    <a:pt x="2760100" y="2369009"/>
                  </a:lnTo>
                  <a:lnTo>
                    <a:pt x="2760193" y="2369009"/>
                  </a:lnTo>
                  <a:lnTo>
                    <a:pt x="2760287" y="2369009"/>
                  </a:lnTo>
                  <a:lnTo>
                    <a:pt x="2760380" y="2369009"/>
                  </a:lnTo>
                  <a:lnTo>
                    <a:pt x="2760473" y="2369009"/>
                  </a:lnTo>
                  <a:lnTo>
                    <a:pt x="2760566" y="2369009"/>
                  </a:lnTo>
                  <a:lnTo>
                    <a:pt x="2760660" y="2369009"/>
                  </a:lnTo>
                  <a:lnTo>
                    <a:pt x="2760753" y="2369009"/>
                  </a:lnTo>
                  <a:lnTo>
                    <a:pt x="2760846" y="2369009"/>
                  </a:lnTo>
                  <a:lnTo>
                    <a:pt x="2760939" y="2369009"/>
                  </a:lnTo>
                  <a:lnTo>
                    <a:pt x="2761033" y="2369009"/>
                  </a:lnTo>
                  <a:lnTo>
                    <a:pt x="2761126" y="2369009"/>
                  </a:lnTo>
                  <a:lnTo>
                    <a:pt x="2761219" y="2369009"/>
                  </a:lnTo>
                  <a:lnTo>
                    <a:pt x="2761312" y="2369009"/>
                  </a:lnTo>
                  <a:lnTo>
                    <a:pt x="2761405" y="2369009"/>
                  </a:lnTo>
                  <a:lnTo>
                    <a:pt x="2761499" y="2369009"/>
                  </a:lnTo>
                  <a:lnTo>
                    <a:pt x="2761592" y="2369009"/>
                  </a:lnTo>
                  <a:lnTo>
                    <a:pt x="2761685" y="2369009"/>
                  </a:lnTo>
                  <a:lnTo>
                    <a:pt x="2761778" y="2369009"/>
                  </a:lnTo>
                  <a:lnTo>
                    <a:pt x="2761872" y="2369009"/>
                  </a:lnTo>
                  <a:lnTo>
                    <a:pt x="2761965" y="2369009"/>
                  </a:lnTo>
                  <a:lnTo>
                    <a:pt x="2762058" y="2369009"/>
                  </a:lnTo>
                  <a:lnTo>
                    <a:pt x="2762151" y="2369009"/>
                  </a:lnTo>
                  <a:lnTo>
                    <a:pt x="2762245" y="2369009"/>
                  </a:lnTo>
                  <a:lnTo>
                    <a:pt x="2762338" y="2369009"/>
                  </a:lnTo>
                  <a:lnTo>
                    <a:pt x="2762431" y="2369009"/>
                  </a:lnTo>
                  <a:lnTo>
                    <a:pt x="2762524" y="2369009"/>
                  </a:lnTo>
                  <a:lnTo>
                    <a:pt x="2762618" y="2369009"/>
                  </a:lnTo>
                  <a:lnTo>
                    <a:pt x="2762711" y="2369009"/>
                  </a:lnTo>
                  <a:lnTo>
                    <a:pt x="2762804" y="2369009"/>
                  </a:lnTo>
                  <a:lnTo>
                    <a:pt x="2762897" y="2369009"/>
                  </a:lnTo>
                  <a:lnTo>
                    <a:pt x="2762991" y="2369009"/>
                  </a:lnTo>
                  <a:lnTo>
                    <a:pt x="2763084" y="2369009"/>
                  </a:lnTo>
                  <a:lnTo>
                    <a:pt x="2763177" y="2369009"/>
                  </a:lnTo>
                  <a:lnTo>
                    <a:pt x="2763270" y="2369009"/>
                  </a:lnTo>
                  <a:lnTo>
                    <a:pt x="2763364" y="2369009"/>
                  </a:lnTo>
                  <a:lnTo>
                    <a:pt x="2763457" y="2369009"/>
                  </a:lnTo>
                  <a:lnTo>
                    <a:pt x="2763550" y="2369009"/>
                  </a:lnTo>
                  <a:lnTo>
                    <a:pt x="2763643" y="2369009"/>
                  </a:lnTo>
                  <a:lnTo>
                    <a:pt x="2763737" y="2369009"/>
                  </a:lnTo>
                  <a:lnTo>
                    <a:pt x="2763830" y="2369009"/>
                  </a:lnTo>
                  <a:lnTo>
                    <a:pt x="2763923" y="2369009"/>
                  </a:lnTo>
                  <a:lnTo>
                    <a:pt x="2764016" y="2369009"/>
                  </a:lnTo>
                  <a:lnTo>
                    <a:pt x="2764110" y="2369009"/>
                  </a:lnTo>
                  <a:lnTo>
                    <a:pt x="2764203" y="2369009"/>
                  </a:lnTo>
                  <a:lnTo>
                    <a:pt x="2764296" y="2369009"/>
                  </a:lnTo>
                  <a:lnTo>
                    <a:pt x="2764389" y="2369009"/>
                  </a:lnTo>
                  <a:lnTo>
                    <a:pt x="2764483" y="2369009"/>
                  </a:lnTo>
                  <a:lnTo>
                    <a:pt x="2764576" y="2369009"/>
                  </a:lnTo>
                  <a:lnTo>
                    <a:pt x="2764669" y="2369009"/>
                  </a:lnTo>
                  <a:lnTo>
                    <a:pt x="2764762" y="2369009"/>
                  </a:lnTo>
                  <a:lnTo>
                    <a:pt x="2764856" y="2369009"/>
                  </a:lnTo>
                  <a:lnTo>
                    <a:pt x="2764949" y="2369009"/>
                  </a:lnTo>
                  <a:lnTo>
                    <a:pt x="2765042" y="2369009"/>
                  </a:lnTo>
                  <a:lnTo>
                    <a:pt x="2765135" y="2369009"/>
                  </a:lnTo>
                  <a:lnTo>
                    <a:pt x="2765229" y="2369009"/>
                  </a:lnTo>
                  <a:lnTo>
                    <a:pt x="2765322" y="2369009"/>
                  </a:lnTo>
                  <a:lnTo>
                    <a:pt x="2765415" y="2369009"/>
                  </a:lnTo>
                  <a:lnTo>
                    <a:pt x="2765508" y="2369009"/>
                  </a:lnTo>
                  <a:lnTo>
                    <a:pt x="2765602" y="2369009"/>
                  </a:lnTo>
                  <a:lnTo>
                    <a:pt x="2765695" y="2369009"/>
                  </a:lnTo>
                  <a:lnTo>
                    <a:pt x="2765788" y="2369009"/>
                  </a:lnTo>
                  <a:lnTo>
                    <a:pt x="2765881" y="2369009"/>
                  </a:lnTo>
                  <a:lnTo>
                    <a:pt x="2765975" y="2369009"/>
                  </a:lnTo>
                  <a:lnTo>
                    <a:pt x="2766068" y="2369009"/>
                  </a:lnTo>
                  <a:lnTo>
                    <a:pt x="2766161" y="2369009"/>
                  </a:lnTo>
                  <a:lnTo>
                    <a:pt x="2766254" y="2369009"/>
                  </a:lnTo>
                  <a:lnTo>
                    <a:pt x="2766348" y="2369009"/>
                  </a:lnTo>
                  <a:lnTo>
                    <a:pt x="2766441" y="2369009"/>
                  </a:lnTo>
                  <a:lnTo>
                    <a:pt x="2766534" y="2369009"/>
                  </a:lnTo>
                  <a:lnTo>
                    <a:pt x="2766627" y="2369009"/>
                  </a:lnTo>
                  <a:lnTo>
                    <a:pt x="2766721" y="2369009"/>
                  </a:lnTo>
                  <a:lnTo>
                    <a:pt x="2766814" y="2369009"/>
                  </a:lnTo>
                  <a:lnTo>
                    <a:pt x="2766907" y="2369009"/>
                  </a:lnTo>
                  <a:lnTo>
                    <a:pt x="2767000" y="2369009"/>
                  </a:lnTo>
                  <a:lnTo>
                    <a:pt x="2767094" y="2369009"/>
                  </a:lnTo>
                  <a:lnTo>
                    <a:pt x="2767187" y="2369009"/>
                  </a:lnTo>
                  <a:lnTo>
                    <a:pt x="2767280" y="2369009"/>
                  </a:lnTo>
                  <a:lnTo>
                    <a:pt x="2767373" y="2369009"/>
                  </a:lnTo>
                  <a:lnTo>
                    <a:pt x="2767467" y="2369009"/>
                  </a:lnTo>
                  <a:lnTo>
                    <a:pt x="2767560" y="2369009"/>
                  </a:lnTo>
                  <a:lnTo>
                    <a:pt x="2767653" y="2369009"/>
                  </a:lnTo>
                  <a:lnTo>
                    <a:pt x="2767746" y="2369009"/>
                  </a:lnTo>
                  <a:lnTo>
                    <a:pt x="2767840" y="2369009"/>
                  </a:lnTo>
                  <a:lnTo>
                    <a:pt x="2767933" y="2369009"/>
                  </a:lnTo>
                  <a:lnTo>
                    <a:pt x="2768026" y="2369009"/>
                  </a:lnTo>
                  <a:lnTo>
                    <a:pt x="2768119" y="2369009"/>
                  </a:lnTo>
                  <a:lnTo>
                    <a:pt x="2768212" y="2369009"/>
                  </a:lnTo>
                  <a:lnTo>
                    <a:pt x="2768306" y="2369009"/>
                  </a:lnTo>
                  <a:lnTo>
                    <a:pt x="2768399" y="2369009"/>
                  </a:lnTo>
                  <a:lnTo>
                    <a:pt x="2768492" y="2369009"/>
                  </a:lnTo>
                  <a:lnTo>
                    <a:pt x="2768585" y="2369009"/>
                  </a:lnTo>
                  <a:lnTo>
                    <a:pt x="2768679" y="2369009"/>
                  </a:lnTo>
                  <a:lnTo>
                    <a:pt x="2768772" y="2369009"/>
                  </a:lnTo>
                  <a:lnTo>
                    <a:pt x="2768865" y="2369009"/>
                  </a:lnTo>
                  <a:lnTo>
                    <a:pt x="2768958" y="2369009"/>
                  </a:lnTo>
                  <a:lnTo>
                    <a:pt x="2769052" y="2369009"/>
                  </a:lnTo>
                  <a:lnTo>
                    <a:pt x="2769145" y="2369009"/>
                  </a:lnTo>
                  <a:lnTo>
                    <a:pt x="2769238" y="2369009"/>
                  </a:lnTo>
                  <a:lnTo>
                    <a:pt x="2769331" y="2369009"/>
                  </a:lnTo>
                  <a:lnTo>
                    <a:pt x="2769425" y="2369009"/>
                  </a:lnTo>
                  <a:lnTo>
                    <a:pt x="2769518" y="2369009"/>
                  </a:lnTo>
                  <a:lnTo>
                    <a:pt x="2769611" y="2369009"/>
                  </a:lnTo>
                  <a:lnTo>
                    <a:pt x="2769704" y="2369009"/>
                  </a:lnTo>
                  <a:lnTo>
                    <a:pt x="2769798" y="2369009"/>
                  </a:lnTo>
                  <a:lnTo>
                    <a:pt x="2769891" y="2369009"/>
                  </a:lnTo>
                  <a:lnTo>
                    <a:pt x="2769984" y="2369009"/>
                  </a:lnTo>
                  <a:lnTo>
                    <a:pt x="2770077" y="2369009"/>
                  </a:lnTo>
                  <a:lnTo>
                    <a:pt x="2770171" y="2369009"/>
                  </a:lnTo>
                  <a:lnTo>
                    <a:pt x="2770264" y="2369009"/>
                  </a:lnTo>
                  <a:lnTo>
                    <a:pt x="2770357" y="2369009"/>
                  </a:lnTo>
                  <a:lnTo>
                    <a:pt x="2770450" y="2369009"/>
                  </a:lnTo>
                  <a:lnTo>
                    <a:pt x="2770450" y="2359055"/>
                  </a:lnTo>
                  <a:lnTo>
                    <a:pt x="2770544" y="2359055"/>
                  </a:lnTo>
                  <a:lnTo>
                    <a:pt x="2770637" y="2359055"/>
                  </a:lnTo>
                  <a:lnTo>
                    <a:pt x="2770730" y="2359055"/>
                  </a:lnTo>
                  <a:lnTo>
                    <a:pt x="2770823" y="2359055"/>
                  </a:lnTo>
                  <a:lnTo>
                    <a:pt x="2770917" y="2359055"/>
                  </a:lnTo>
                  <a:lnTo>
                    <a:pt x="2771010" y="2359055"/>
                  </a:lnTo>
                  <a:lnTo>
                    <a:pt x="2771103" y="2359055"/>
                  </a:lnTo>
                  <a:lnTo>
                    <a:pt x="2771196" y="2359055"/>
                  </a:lnTo>
                  <a:lnTo>
                    <a:pt x="2771290" y="2359055"/>
                  </a:lnTo>
                  <a:lnTo>
                    <a:pt x="2771383" y="2359055"/>
                  </a:lnTo>
                  <a:lnTo>
                    <a:pt x="2771476" y="2359055"/>
                  </a:lnTo>
                  <a:lnTo>
                    <a:pt x="2771569" y="2359055"/>
                  </a:lnTo>
                  <a:lnTo>
                    <a:pt x="2771663" y="2359055"/>
                  </a:lnTo>
                  <a:lnTo>
                    <a:pt x="2771756" y="2359055"/>
                  </a:lnTo>
                  <a:lnTo>
                    <a:pt x="2771849" y="2359055"/>
                  </a:lnTo>
                  <a:lnTo>
                    <a:pt x="2771942" y="2359055"/>
                  </a:lnTo>
                  <a:lnTo>
                    <a:pt x="2772036" y="2359055"/>
                  </a:lnTo>
                  <a:lnTo>
                    <a:pt x="2772129" y="2359055"/>
                  </a:lnTo>
                  <a:lnTo>
                    <a:pt x="2772222" y="2359055"/>
                  </a:lnTo>
                  <a:lnTo>
                    <a:pt x="2772315" y="2359055"/>
                  </a:lnTo>
                  <a:lnTo>
                    <a:pt x="2772409" y="2359055"/>
                  </a:lnTo>
                  <a:lnTo>
                    <a:pt x="2772502" y="2359055"/>
                  </a:lnTo>
                  <a:lnTo>
                    <a:pt x="2772595" y="2359055"/>
                  </a:lnTo>
                  <a:lnTo>
                    <a:pt x="2772688" y="2359055"/>
                  </a:lnTo>
                  <a:lnTo>
                    <a:pt x="2772782" y="2359055"/>
                  </a:lnTo>
                  <a:lnTo>
                    <a:pt x="2772875" y="2359055"/>
                  </a:lnTo>
                  <a:lnTo>
                    <a:pt x="2772968" y="2359055"/>
                  </a:lnTo>
                  <a:lnTo>
                    <a:pt x="2773061" y="2359055"/>
                  </a:lnTo>
                  <a:lnTo>
                    <a:pt x="2773155" y="2359055"/>
                  </a:lnTo>
                  <a:lnTo>
                    <a:pt x="2773248" y="2359055"/>
                  </a:lnTo>
                  <a:lnTo>
                    <a:pt x="2773341" y="2359055"/>
                  </a:lnTo>
                  <a:lnTo>
                    <a:pt x="2773434" y="2359055"/>
                  </a:lnTo>
                  <a:lnTo>
                    <a:pt x="2773528" y="2359055"/>
                  </a:lnTo>
                  <a:lnTo>
                    <a:pt x="2773621" y="2359055"/>
                  </a:lnTo>
                  <a:lnTo>
                    <a:pt x="2773714" y="2359055"/>
                  </a:lnTo>
                  <a:lnTo>
                    <a:pt x="2773807" y="2359055"/>
                  </a:lnTo>
                  <a:lnTo>
                    <a:pt x="2773901" y="2359055"/>
                  </a:lnTo>
                  <a:lnTo>
                    <a:pt x="2773994" y="2359055"/>
                  </a:lnTo>
                  <a:lnTo>
                    <a:pt x="2774087" y="2359055"/>
                  </a:lnTo>
                  <a:lnTo>
                    <a:pt x="2774180" y="2359055"/>
                  </a:lnTo>
                  <a:lnTo>
                    <a:pt x="2774274" y="2359055"/>
                  </a:lnTo>
                  <a:lnTo>
                    <a:pt x="2774367" y="2359055"/>
                  </a:lnTo>
                  <a:lnTo>
                    <a:pt x="2774460" y="2359055"/>
                  </a:lnTo>
                  <a:lnTo>
                    <a:pt x="2774553" y="2359055"/>
                  </a:lnTo>
                  <a:lnTo>
                    <a:pt x="2774647" y="2359055"/>
                  </a:lnTo>
                  <a:lnTo>
                    <a:pt x="2774740" y="2359055"/>
                  </a:lnTo>
                  <a:lnTo>
                    <a:pt x="2774833" y="2359055"/>
                  </a:lnTo>
                  <a:lnTo>
                    <a:pt x="2774926" y="2359055"/>
                  </a:lnTo>
                  <a:lnTo>
                    <a:pt x="2775020" y="2359055"/>
                  </a:lnTo>
                  <a:lnTo>
                    <a:pt x="2775113" y="2359055"/>
                  </a:lnTo>
                  <a:lnTo>
                    <a:pt x="2775206" y="2359055"/>
                  </a:lnTo>
                  <a:lnTo>
                    <a:pt x="2775299" y="2359055"/>
                  </a:lnTo>
                  <a:lnTo>
                    <a:pt x="2775392" y="2359055"/>
                  </a:lnTo>
                  <a:lnTo>
                    <a:pt x="2775486" y="2359055"/>
                  </a:lnTo>
                  <a:lnTo>
                    <a:pt x="2775579" y="2359055"/>
                  </a:lnTo>
                  <a:lnTo>
                    <a:pt x="2775672" y="2359055"/>
                  </a:lnTo>
                  <a:lnTo>
                    <a:pt x="2775765" y="2359055"/>
                  </a:lnTo>
                  <a:lnTo>
                    <a:pt x="2775859" y="2359055"/>
                  </a:lnTo>
                  <a:lnTo>
                    <a:pt x="2775952" y="2359055"/>
                  </a:lnTo>
                  <a:lnTo>
                    <a:pt x="2776045" y="2359055"/>
                  </a:lnTo>
                  <a:lnTo>
                    <a:pt x="2776138" y="2359055"/>
                  </a:lnTo>
                  <a:lnTo>
                    <a:pt x="2776232" y="2359055"/>
                  </a:lnTo>
                  <a:lnTo>
                    <a:pt x="2776325" y="2359055"/>
                  </a:lnTo>
                  <a:lnTo>
                    <a:pt x="2776418" y="2359055"/>
                  </a:lnTo>
                  <a:lnTo>
                    <a:pt x="2776511" y="2359055"/>
                  </a:lnTo>
                  <a:lnTo>
                    <a:pt x="2776605" y="2359055"/>
                  </a:lnTo>
                  <a:lnTo>
                    <a:pt x="2776698" y="2359055"/>
                  </a:lnTo>
                  <a:lnTo>
                    <a:pt x="2776791" y="2359055"/>
                  </a:lnTo>
                  <a:lnTo>
                    <a:pt x="2776884" y="2359055"/>
                  </a:lnTo>
                  <a:lnTo>
                    <a:pt x="2776978" y="2359055"/>
                  </a:lnTo>
                  <a:lnTo>
                    <a:pt x="2777071" y="2359055"/>
                  </a:lnTo>
                  <a:lnTo>
                    <a:pt x="2777164" y="2359055"/>
                  </a:lnTo>
                  <a:lnTo>
                    <a:pt x="2777257" y="2359055"/>
                  </a:lnTo>
                  <a:lnTo>
                    <a:pt x="2777351" y="2359055"/>
                  </a:lnTo>
                  <a:lnTo>
                    <a:pt x="2777444" y="2359055"/>
                  </a:lnTo>
                  <a:lnTo>
                    <a:pt x="2777537" y="2359055"/>
                  </a:lnTo>
                  <a:lnTo>
                    <a:pt x="2777630" y="2359055"/>
                  </a:lnTo>
                  <a:lnTo>
                    <a:pt x="2777724" y="2359055"/>
                  </a:lnTo>
                  <a:lnTo>
                    <a:pt x="2777817" y="2359055"/>
                  </a:lnTo>
                  <a:lnTo>
                    <a:pt x="2777910" y="2359055"/>
                  </a:lnTo>
                  <a:lnTo>
                    <a:pt x="2778003" y="2359055"/>
                  </a:lnTo>
                  <a:lnTo>
                    <a:pt x="2778097" y="2359055"/>
                  </a:lnTo>
                  <a:lnTo>
                    <a:pt x="2778190" y="2359055"/>
                  </a:lnTo>
                  <a:lnTo>
                    <a:pt x="2778283" y="2359055"/>
                  </a:lnTo>
                  <a:lnTo>
                    <a:pt x="2778376" y="2359055"/>
                  </a:lnTo>
                  <a:lnTo>
                    <a:pt x="2778470" y="2359055"/>
                  </a:lnTo>
                  <a:lnTo>
                    <a:pt x="2778563" y="2359055"/>
                  </a:lnTo>
                  <a:lnTo>
                    <a:pt x="2778656" y="2359055"/>
                  </a:lnTo>
                  <a:lnTo>
                    <a:pt x="2778749" y="2359055"/>
                  </a:lnTo>
                  <a:lnTo>
                    <a:pt x="2778843" y="2359055"/>
                  </a:lnTo>
                  <a:lnTo>
                    <a:pt x="2778936" y="2359055"/>
                  </a:lnTo>
                  <a:lnTo>
                    <a:pt x="2779029" y="2359055"/>
                  </a:lnTo>
                  <a:lnTo>
                    <a:pt x="2779122" y="2359055"/>
                  </a:lnTo>
                  <a:lnTo>
                    <a:pt x="2779216" y="2359055"/>
                  </a:lnTo>
                  <a:lnTo>
                    <a:pt x="2779309" y="2359055"/>
                  </a:lnTo>
                  <a:lnTo>
                    <a:pt x="2779402" y="2359055"/>
                  </a:lnTo>
                  <a:lnTo>
                    <a:pt x="2779495" y="2359055"/>
                  </a:lnTo>
                  <a:lnTo>
                    <a:pt x="2779589" y="2359055"/>
                  </a:lnTo>
                  <a:lnTo>
                    <a:pt x="2779682" y="2359055"/>
                  </a:lnTo>
                  <a:lnTo>
                    <a:pt x="2779775" y="2359055"/>
                  </a:lnTo>
                  <a:lnTo>
                    <a:pt x="2779868" y="2359055"/>
                  </a:lnTo>
                  <a:lnTo>
                    <a:pt x="2779962" y="2359055"/>
                  </a:lnTo>
                  <a:lnTo>
                    <a:pt x="2780055" y="2359055"/>
                  </a:lnTo>
                  <a:lnTo>
                    <a:pt x="2780148" y="2359055"/>
                  </a:lnTo>
                  <a:lnTo>
                    <a:pt x="2780241" y="2359055"/>
                  </a:lnTo>
                  <a:lnTo>
                    <a:pt x="2780335" y="2359055"/>
                  </a:lnTo>
                  <a:lnTo>
                    <a:pt x="2780428" y="2359055"/>
                  </a:lnTo>
                  <a:lnTo>
                    <a:pt x="2780521" y="2359055"/>
                  </a:lnTo>
                  <a:lnTo>
                    <a:pt x="2780614" y="2359055"/>
                  </a:lnTo>
                  <a:lnTo>
                    <a:pt x="2780708" y="2359055"/>
                  </a:lnTo>
                  <a:lnTo>
                    <a:pt x="2780801" y="2359055"/>
                  </a:lnTo>
                  <a:lnTo>
                    <a:pt x="2780894" y="2359055"/>
                  </a:lnTo>
                  <a:lnTo>
                    <a:pt x="2780987" y="2359055"/>
                  </a:lnTo>
                  <a:lnTo>
                    <a:pt x="2781081" y="2359055"/>
                  </a:lnTo>
                  <a:lnTo>
                    <a:pt x="2781174" y="2359055"/>
                  </a:lnTo>
                  <a:lnTo>
                    <a:pt x="2781267" y="2359055"/>
                  </a:lnTo>
                  <a:lnTo>
                    <a:pt x="2781360" y="2359055"/>
                  </a:lnTo>
                  <a:lnTo>
                    <a:pt x="2781454" y="2359055"/>
                  </a:lnTo>
                  <a:lnTo>
                    <a:pt x="2781547" y="2359055"/>
                  </a:lnTo>
                  <a:lnTo>
                    <a:pt x="2781640" y="2359055"/>
                  </a:lnTo>
                  <a:lnTo>
                    <a:pt x="2781733" y="2359055"/>
                  </a:lnTo>
                  <a:lnTo>
                    <a:pt x="2781827" y="2359055"/>
                  </a:lnTo>
                  <a:lnTo>
                    <a:pt x="2781920" y="2359055"/>
                  </a:lnTo>
                  <a:lnTo>
                    <a:pt x="2782013" y="2359055"/>
                  </a:lnTo>
                  <a:lnTo>
                    <a:pt x="2782106" y="2359055"/>
                  </a:lnTo>
                  <a:lnTo>
                    <a:pt x="2782199" y="2359055"/>
                  </a:lnTo>
                  <a:lnTo>
                    <a:pt x="2782293" y="2359055"/>
                  </a:lnTo>
                  <a:lnTo>
                    <a:pt x="2782386" y="2359055"/>
                  </a:lnTo>
                  <a:lnTo>
                    <a:pt x="2782479" y="2359055"/>
                  </a:lnTo>
                  <a:lnTo>
                    <a:pt x="2782572" y="2359055"/>
                  </a:lnTo>
                  <a:lnTo>
                    <a:pt x="2782666" y="2359055"/>
                  </a:lnTo>
                  <a:lnTo>
                    <a:pt x="2782759" y="2359055"/>
                  </a:lnTo>
                  <a:lnTo>
                    <a:pt x="2782852" y="2359055"/>
                  </a:lnTo>
                  <a:lnTo>
                    <a:pt x="2782945" y="2359055"/>
                  </a:lnTo>
                  <a:lnTo>
                    <a:pt x="2783039" y="2359055"/>
                  </a:lnTo>
                  <a:lnTo>
                    <a:pt x="2783132" y="2359055"/>
                  </a:lnTo>
                  <a:lnTo>
                    <a:pt x="2783225" y="2359055"/>
                  </a:lnTo>
                  <a:lnTo>
                    <a:pt x="2783318" y="2359055"/>
                  </a:lnTo>
                  <a:lnTo>
                    <a:pt x="2783412" y="2359055"/>
                  </a:lnTo>
                  <a:lnTo>
                    <a:pt x="2783505" y="2359055"/>
                  </a:lnTo>
                  <a:lnTo>
                    <a:pt x="2783598" y="2359055"/>
                  </a:lnTo>
                  <a:lnTo>
                    <a:pt x="2783691" y="2359055"/>
                  </a:lnTo>
                  <a:lnTo>
                    <a:pt x="2783785" y="2359055"/>
                  </a:lnTo>
                  <a:lnTo>
                    <a:pt x="2783878" y="2359055"/>
                  </a:lnTo>
                  <a:lnTo>
                    <a:pt x="2783971" y="2359055"/>
                  </a:lnTo>
                  <a:lnTo>
                    <a:pt x="2784064" y="2359055"/>
                  </a:lnTo>
                  <a:lnTo>
                    <a:pt x="2784158" y="2359055"/>
                  </a:lnTo>
                  <a:lnTo>
                    <a:pt x="2784251" y="2359055"/>
                  </a:lnTo>
                  <a:lnTo>
                    <a:pt x="2784344" y="2359055"/>
                  </a:lnTo>
                  <a:lnTo>
                    <a:pt x="2784437" y="2359055"/>
                  </a:lnTo>
                  <a:lnTo>
                    <a:pt x="2784531" y="2359055"/>
                  </a:lnTo>
                  <a:lnTo>
                    <a:pt x="2784624" y="2359055"/>
                  </a:lnTo>
                  <a:lnTo>
                    <a:pt x="2784717" y="2359055"/>
                  </a:lnTo>
                  <a:lnTo>
                    <a:pt x="2784810" y="2359055"/>
                  </a:lnTo>
                  <a:lnTo>
                    <a:pt x="2784904" y="2359055"/>
                  </a:lnTo>
                  <a:lnTo>
                    <a:pt x="2784997" y="2359055"/>
                  </a:lnTo>
                  <a:lnTo>
                    <a:pt x="2785090" y="2359055"/>
                  </a:lnTo>
                  <a:lnTo>
                    <a:pt x="2785183" y="2359055"/>
                  </a:lnTo>
                  <a:lnTo>
                    <a:pt x="2785277" y="2359055"/>
                  </a:lnTo>
                  <a:lnTo>
                    <a:pt x="2785370" y="2359055"/>
                  </a:lnTo>
                  <a:lnTo>
                    <a:pt x="2785463" y="2359055"/>
                  </a:lnTo>
                  <a:lnTo>
                    <a:pt x="2785556" y="2359055"/>
                  </a:lnTo>
                  <a:lnTo>
                    <a:pt x="2785650" y="2359055"/>
                  </a:lnTo>
                  <a:lnTo>
                    <a:pt x="2785743" y="2359055"/>
                  </a:lnTo>
                  <a:lnTo>
                    <a:pt x="2785836" y="2359055"/>
                  </a:lnTo>
                  <a:lnTo>
                    <a:pt x="2785929" y="2359055"/>
                  </a:lnTo>
                  <a:lnTo>
                    <a:pt x="2786023" y="2359055"/>
                  </a:lnTo>
                  <a:lnTo>
                    <a:pt x="2786116" y="2359055"/>
                  </a:lnTo>
                  <a:lnTo>
                    <a:pt x="2786209" y="2359055"/>
                  </a:lnTo>
                  <a:lnTo>
                    <a:pt x="2786302" y="2359055"/>
                  </a:lnTo>
                  <a:lnTo>
                    <a:pt x="2786396" y="2359055"/>
                  </a:lnTo>
                  <a:lnTo>
                    <a:pt x="2786489" y="2359055"/>
                  </a:lnTo>
                  <a:lnTo>
                    <a:pt x="2786582" y="2359055"/>
                  </a:lnTo>
                  <a:lnTo>
                    <a:pt x="2786675" y="2359055"/>
                  </a:lnTo>
                  <a:lnTo>
                    <a:pt x="2786769" y="2359055"/>
                  </a:lnTo>
                  <a:lnTo>
                    <a:pt x="2786862" y="2359055"/>
                  </a:lnTo>
                  <a:lnTo>
                    <a:pt x="2786955" y="2359055"/>
                  </a:lnTo>
                  <a:lnTo>
                    <a:pt x="2787048" y="2359055"/>
                  </a:lnTo>
                  <a:lnTo>
                    <a:pt x="2787142" y="2359055"/>
                  </a:lnTo>
                  <a:lnTo>
                    <a:pt x="2787235" y="2359055"/>
                  </a:lnTo>
                  <a:lnTo>
                    <a:pt x="2787328" y="2359055"/>
                  </a:lnTo>
                  <a:lnTo>
                    <a:pt x="2787421" y="2359055"/>
                  </a:lnTo>
                  <a:lnTo>
                    <a:pt x="2787515" y="2359055"/>
                  </a:lnTo>
                  <a:lnTo>
                    <a:pt x="2787608" y="2359055"/>
                  </a:lnTo>
                  <a:lnTo>
                    <a:pt x="2787701" y="2359055"/>
                  </a:lnTo>
                  <a:lnTo>
                    <a:pt x="2787794" y="2359055"/>
                  </a:lnTo>
                  <a:lnTo>
                    <a:pt x="2787888" y="2359055"/>
                  </a:lnTo>
                  <a:lnTo>
                    <a:pt x="2787981" y="2359055"/>
                  </a:lnTo>
                  <a:lnTo>
                    <a:pt x="2788074" y="2359055"/>
                  </a:lnTo>
                  <a:lnTo>
                    <a:pt x="2788167" y="2359055"/>
                  </a:lnTo>
                  <a:lnTo>
                    <a:pt x="2788261" y="2359055"/>
                  </a:lnTo>
                  <a:lnTo>
                    <a:pt x="2788354" y="2359055"/>
                  </a:lnTo>
                  <a:lnTo>
                    <a:pt x="2788447" y="2359055"/>
                  </a:lnTo>
                  <a:lnTo>
                    <a:pt x="2788540" y="2359055"/>
                  </a:lnTo>
                  <a:lnTo>
                    <a:pt x="2788634" y="2359055"/>
                  </a:lnTo>
                  <a:lnTo>
                    <a:pt x="2788727" y="2359055"/>
                  </a:lnTo>
                  <a:lnTo>
                    <a:pt x="2788820" y="2359055"/>
                  </a:lnTo>
                  <a:lnTo>
                    <a:pt x="2788913" y="2359055"/>
                  </a:lnTo>
                  <a:lnTo>
                    <a:pt x="2789006" y="2359055"/>
                  </a:lnTo>
                  <a:lnTo>
                    <a:pt x="2789100" y="2359055"/>
                  </a:lnTo>
                  <a:lnTo>
                    <a:pt x="2789193" y="2359055"/>
                  </a:lnTo>
                  <a:lnTo>
                    <a:pt x="2789286" y="2359055"/>
                  </a:lnTo>
                  <a:lnTo>
                    <a:pt x="2789379" y="2359055"/>
                  </a:lnTo>
                  <a:lnTo>
                    <a:pt x="2789473" y="2359055"/>
                  </a:lnTo>
                  <a:lnTo>
                    <a:pt x="2789566" y="2359055"/>
                  </a:lnTo>
                  <a:lnTo>
                    <a:pt x="2789659" y="2359055"/>
                  </a:lnTo>
                  <a:lnTo>
                    <a:pt x="2789752" y="2359055"/>
                  </a:lnTo>
                  <a:lnTo>
                    <a:pt x="2789846" y="2359055"/>
                  </a:lnTo>
                  <a:lnTo>
                    <a:pt x="2789939" y="2359055"/>
                  </a:lnTo>
                  <a:lnTo>
                    <a:pt x="2790032" y="2359055"/>
                  </a:lnTo>
                  <a:lnTo>
                    <a:pt x="2790125" y="2359055"/>
                  </a:lnTo>
                  <a:lnTo>
                    <a:pt x="2790219" y="2359055"/>
                  </a:lnTo>
                  <a:lnTo>
                    <a:pt x="2790312" y="2359055"/>
                  </a:lnTo>
                  <a:lnTo>
                    <a:pt x="2790405" y="2359055"/>
                  </a:lnTo>
                  <a:lnTo>
                    <a:pt x="2790498" y="2359055"/>
                  </a:lnTo>
                  <a:lnTo>
                    <a:pt x="2790592" y="2359055"/>
                  </a:lnTo>
                  <a:lnTo>
                    <a:pt x="2790685" y="2359055"/>
                  </a:lnTo>
                  <a:lnTo>
                    <a:pt x="2790778" y="2359055"/>
                  </a:lnTo>
                  <a:lnTo>
                    <a:pt x="2790871" y="2359055"/>
                  </a:lnTo>
                  <a:lnTo>
                    <a:pt x="2790965" y="2359055"/>
                  </a:lnTo>
                  <a:lnTo>
                    <a:pt x="2791058" y="2359055"/>
                  </a:lnTo>
                  <a:lnTo>
                    <a:pt x="2791151" y="2359055"/>
                  </a:lnTo>
                  <a:lnTo>
                    <a:pt x="2791244" y="2359055"/>
                  </a:lnTo>
                  <a:lnTo>
                    <a:pt x="2791338" y="2359055"/>
                  </a:lnTo>
                  <a:lnTo>
                    <a:pt x="2791431" y="2359055"/>
                  </a:lnTo>
                  <a:lnTo>
                    <a:pt x="2791524" y="2359055"/>
                  </a:lnTo>
                  <a:lnTo>
                    <a:pt x="2791617" y="2359055"/>
                  </a:lnTo>
                  <a:lnTo>
                    <a:pt x="2791711" y="2359055"/>
                  </a:lnTo>
                  <a:lnTo>
                    <a:pt x="2791804" y="2359055"/>
                  </a:lnTo>
                  <a:lnTo>
                    <a:pt x="2791897" y="2359055"/>
                  </a:lnTo>
                  <a:lnTo>
                    <a:pt x="2791990" y="2359055"/>
                  </a:lnTo>
                  <a:lnTo>
                    <a:pt x="2792084" y="2359055"/>
                  </a:lnTo>
                  <a:lnTo>
                    <a:pt x="2792177" y="2359055"/>
                  </a:lnTo>
                  <a:lnTo>
                    <a:pt x="2792270" y="2359055"/>
                  </a:lnTo>
                  <a:lnTo>
                    <a:pt x="2792363" y="2359055"/>
                  </a:lnTo>
                  <a:lnTo>
                    <a:pt x="2792457" y="2359055"/>
                  </a:lnTo>
                  <a:lnTo>
                    <a:pt x="2792550" y="2359055"/>
                  </a:lnTo>
                  <a:lnTo>
                    <a:pt x="2792643" y="2359055"/>
                  </a:lnTo>
                  <a:lnTo>
                    <a:pt x="2792736" y="2359055"/>
                  </a:lnTo>
                  <a:lnTo>
                    <a:pt x="2792830" y="2359055"/>
                  </a:lnTo>
                  <a:lnTo>
                    <a:pt x="2792923" y="2359055"/>
                  </a:lnTo>
                  <a:lnTo>
                    <a:pt x="2793016" y="2359055"/>
                  </a:lnTo>
                  <a:lnTo>
                    <a:pt x="2793109" y="2359055"/>
                  </a:lnTo>
                  <a:lnTo>
                    <a:pt x="2793203" y="2359055"/>
                  </a:lnTo>
                  <a:lnTo>
                    <a:pt x="2793296" y="2359055"/>
                  </a:lnTo>
                  <a:lnTo>
                    <a:pt x="2793389" y="2359055"/>
                  </a:lnTo>
                  <a:lnTo>
                    <a:pt x="2793482" y="2359055"/>
                  </a:lnTo>
                  <a:lnTo>
                    <a:pt x="2793576" y="2359055"/>
                  </a:lnTo>
                  <a:lnTo>
                    <a:pt x="2793669" y="2359055"/>
                  </a:lnTo>
                  <a:lnTo>
                    <a:pt x="2793762" y="2359055"/>
                  </a:lnTo>
                  <a:lnTo>
                    <a:pt x="2793855" y="2359055"/>
                  </a:lnTo>
                  <a:lnTo>
                    <a:pt x="2793949" y="2359055"/>
                  </a:lnTo>
                  <a:lnTo>
                    <a:pt x="2794042" y="2359055"/>
                  </a:lnTo>
                  <a:lnTo>
                    <a:pt x="2794135" y="2359055"/>
                  </a:lnTo>
                  <a:lnTo>
                    <a:pt x="2794228" y="2359055"/>
                  </a:lnTo>
                  <a:lnTo>
                    <a:pt x="2794322" y="2359055"/>
                  </a:lnTo>
                  <a:lnTo>
                    <a:pt x="2794415" y="2359055"/>
                  </a:lnTo>
                  <a:lnTo>
                    <a:pt x="2794508" y="2359055"/>
                  </a:lnTo>
                  <a:lnTo>
                    <a:pt x="2794601" y="2359055"/>
                  </a:lnTo>
                  <a:lnTo>
                    <a:pt x="2794695" y="2359055"/>
                  </a:lnTo>
                  <a:lnTo>
                    <a:pt x="2794788" y="2359055"/>
                  </a:lnTo>
                  <a:lnTo>
                    <a:pt x="2794881" y="2359055"/>
                  </a:lnTo>
                  <a:lnTo>
                    <a:pt x="2794974" y="2359055"/>
                  </a:lnTo>
                  <a:lnTo>
                    <a:pt x="2795068" y="2359055"/>
                  </a:lnTo>
                  <a:lnTo>
                    <a:pt x="2795161" y="2359055"/>
                  </a:lnTo>
                  <a:lnTo>
                    <a:pt x="2795254" y="2359055"/>
                  </a:lnTo>
                  <a:lnTo>
                    <a:pt x="2795347" y="2359055"/>
                  </a:lnTo>
                  <a:lnTo>
                    <a:pt x="2795441" y="2359055"/>
                  </a:lnTo>
                  <a:lnTo>
                    <a:pt x="2795534" y="2359055"/>
                  </a:lnTo>
                  <a:lnTo>
                    <a:pt x="2795627" y="2359055"/>
                  </a:lnTo>
                  <a:lnTo>
                    <a:pt x="2795720" y="2359055"/>
                  </a:lnTo>
                  <a:lnTo>
                    <a:pt x="2795814" y="2359055"/>
                  </a:lnTo>
                  <a:lnTo>
                    <a:pt x="2795907" y="2359055"/>
                  </a:lnTo>
                  <a:lnTo>
                    <a:pt x="2796000" y="2359055"/>
                  </a:lnTo>
                  <a:lnTo>
                    <a:pt x="2796093" y="2359055"/>
                  </a:lnTo>
                  <a:lnTo>
                    <a:pt x="2796186" y="2359055"/>
                  </a:lnTo>
                  <a:lnTo>
                    <a:pt x="2796280" y="2359055"/>
                  </a:lnTo>
                  <a:lnTo>
                    <a:pt x="2796373" y="2359055"/>
                  </a:lnTo>
                  <a:lnTo>
                    <a:pt x="2796466" y="2359055"/>
                  </a:lnTo>
                  <a:lnTo>
                    <a:pt x="2796559" y="2359055"/>
                  </a:lnTo>
                  <a:lnTo>
                    <a:pt x="2796653" y="2359055"/>
                  </a:lnTo>
                  <a:lnTo>
                    <a:pt x="2796746" y="2359055"/>
                  </a:lnTo>
                  <a:lnTo>
                    <a:pt x="2796839" y="2359055"/>
                  </a:lnTo>
                  <a:lnTo>
                    <a:pt x="2796932" y="2359055"/>
                  </a:lnTo>
                  <a:lnTo>
                    <a:pt x="2797026" y="2359055"/>
                  </a:lnTo>
                  <a:lnTo>
                    <a:pt x="2797119" y="2359055"/>
                  </a:lnTo>
                  <a:lnTo>
                    <a:pt x="2797212" y="2359055"/>
                  </a:lnTo>
                  <a:lnTo>
                    <a:pt x="2797305" y="2359055"/>
                  </a:lnTo>
                  <a:lnTo>
                    <a:pt x="2797399" y="2359055"/>
                  </a:lnTo>
                  <a:lnTo>
                    <a:pt x="2797492" y="2359055"/>
                  </a:lnTo>
                  <a:lnTo>
                    <a:pt x="2797585" y="2359055"/>
                  </a:lnTo>
                  <a:lnTo>
                    <a:pt x="2797678" y="2359055"/>
                  </a:lnTo>
                  <a:lnTo>
                    <a:pt x="2797772" y="2359055"/>
                  </a:lnTo>
                  <a:lnTo>
                    <a:pt x="2797865" y="2359055"/>
                  </a:lnTo>
                  <a:lnTo>
                    <a:pt x="2797958" y="2359055"/>
                  </a:lnTo>
                  <a:lnTo>
                    <a:pt x="2798051" y="2359055"/>
                  </a:lnTo>
                  <a:lnTo>
                    <a:pt x="2798145" y="2359055"/>
                  </a:lnTo>
                  <a:lnTo>
                    <a:pt x="2798238" y="2359055"/>
                  </a:lnTo>
                  <a:lnTo>
                    <a:pt x="2798331" y="2359055"/>
                  </a:lnTo>
                  <a:lnTo>
                    <a:pt x="2798424" y="2359055"/>
                  </a:lnTo>
                  <a:lnTo>
                    <a:pt x="2798518" y="2359055"/>
                  </a:lnTo>
                  <a:lnTo>
                    <a:pt x="2798611" y="2359055"/>
                  </a:lnTo>
                  <a:lnTo>
                    <a:pt x="2798704" y="2359055"/>
                  </a:lnTo>
                  <a:lnTo>
                    <a:pt x="2798797" y="2359055"/>
                  </a:lnTo>
                  <a:lnTo>
                    <a:pt x="2798891" y="2359055"/>
                  </a:lnTo>
                  <a:lnTo>
                    <a:pt x="2798984" y="2359055"/>
                  </a:lnTo>
                  <a:lnTo>
                    <a:pt x="2799077" y="2359055"/>
                  </a:lnTo>
                  <a:lnTo>
                    <a:pt x="2799170" y="2359055"/>
                  </a:lnTo>
                  <a:lnTo>
                    <a:pt x="2799264" y="2359055"/>
                  </a:lnTo>
                  <a:lnTo>
                    <a:pt x="2799357" y="2359055"/>
                  </a:lnTo>
                  <a:lnTo>
                    <a:pt x="2799450" y="2359055"/>
                  </a:lnTo>
                  <a:lnTo>
                    <a:pt x="2799543" y="2359055"/>
                  </a:lnTo>
                  <a:lnTo>
                    <a:pt x="2799637" y="2359055"/>
                  </a:lnTo>
                  <a:lnTo>
                    <a:pt x="2799730" y="2359055"/>
                  </a:lnTo>
                  <a:lnTo>
                    <a:pt x="2799823" y="2359055"/>
                  </a:lnTo>
                  <a:lnTo>
                    <a:pt x="2799916" y="2359055"/>
                  </a:lnTo>
                  <a:lnTo>
                    <a:pt x="2800010" y="2359055"/>
                  </a:lnTo>
                  <a:lnTo>
                    <a:pt x="2800103" y="2359055"/>
                  </a:lnTo>
                  <a:lnTo>
                    <a:pt x="2800196" y="2359055"/>
                  </a:lnTo>
                  <a:lnTo>
                    <a:pt x="2800289" y="2359055"/>
                  </a:lnTo>
                  <a:lnTo>
                    <a:pt x="2800383" y="2359055"/>
                  </a:lnTo>
                  <a:lnTo>
                    <a:pt x="2800476" y="2359055"/>
                  </a:lnTo>
                  <a:lnTo>
                    <a:pt x="2800569" y="2359055"/>
                  </a:lnTo>
                  <a:lnTo>
                    <a:pt x="2800662" y="2359055"/>
                  </a:lnTo>
                  <a:lnTo>
                    <a:pt x="2800756" y="2359055"/>
                  </a:lnTo>
                  <a:lnTo>
                    <a:pt x="2800849" y="2359055"/>
                  </a:lnTo>
                  <a:lnTo>
                    <a:pt x="2800942" y="2359055"/>
                  </a:lnTo>
                  <a:lnTo>
                    <a:pt x="2801035" y="2359055"/>
                  </a:lnTo>
                  <a:lnTo>
                    <a:pt x="2801129" y="2359055"/>
                  </a:lnTo>
                  <a:lnTo>
                    <a:pt x="2801222" y="2359055"/>
                  </a:lnTo>
                  <a:lnTo>
                    <a:pt x="2801315" y="2359055"/>
                  </a:lnTo>
                  <a:lnTo>
                    <a:pt x="2801408" y="2359055"/>
                  </a:lnTo>
                  <a:lnTo>
                    <a:pt x="2801502" y="2359055"/>
                  </a:lnTo>
                  <a:lnTo>
                    <a:pt x="2801595" y="2359055"/>
                  </a:lnTo>
                  <a:lnTo>
                    <a:pt x="2801688" y="2359055"/>
                  </a:lnTo>
                  <a:lnTo>
                    <a:pt x="2801781" y="2359055"/>
                  </a:lnTo>
                  <a:lnTo>
                    <a:pt x="2801875" y="2359055"/>
                  </a:lnTo>
                  <a:lnTo>
                    <a:pt x="2801968" y="2359055"/>
                  </a:lnTo>
                  <a:lnTo>
                    <a:pt x="2802061" y="2359055"/>
                  </a:lnTo>
                  <a:lnTo>
                    <a:pt x="2802154" y="2359055"/>
                  </a:lnTo>
                  <a:lnTo>
                    <a:pt x="2802248" y="2359055"/>
                  </a:lnTo>
                  <a:lnTo>
                    <a:pt x="2802341" y="2359055"/>
                  </a:lnTo>
                  <a:lnTo>
                    <a:pt x="2802434" y="2359055"/>
                  </a:lnTo>
                  <a:lnTo>
                    <a:pt x="2802527" y="2359055"/>
                  </a:lnTo>
                  <a:lnTo>
                    <a:pt x="2802621" y="2359055"/>
                  </a:lnTo>
                  <a:lnTo>
                    <a:pt x="2802714" y="2359055"/>
                  </a:lnTo>
                  <a:lnTo>
                    <a:pt x="2802807" y="2359055"/>
                  </a:lnTo>
                  <a:lnTo>
                    <a:pt x="2802900" y="2359055"/>
                  </a:lnTo>
                  <a:lnTo>
                    <a:pt x="2802993" y="2359055"/>
                  </a:lnTo>
                  <a:lnTo>
                    <a:pt x="2803087" y="2359055"/>
                  </a:lnTo>
                  <a:lnTo>
                    <a:pt x="2803180" y="2359055"/>
                  </a:lnTo>
                  <a:lnTo>
                    <a:pt x="2803273" y="2359055"/>
                  </a:lnTo>
                  <a:lnTo>
                    <a:pt x="2803366" y="2359055"/>
                  </a:lnTo>
                  <a:lnTo>
                    <a:pt x="2803460" y="2359055"/>
                  </a:lnTo>
                  <a:lnTo>
                    <a:pt x="2803553" y="2359055"/>
                  </a:lnTo>
                  <a:lnTo>
                    <a:pt x="2803646" y="2359055"/>
                  </a:lnTo>
                  <a:lnTo>
                    <a:pt x="2803739" y="2359055"/>
                  </a:lnTo>
                  <a:lnTo>
                    <a:pt x="2803833" y="2359055"/>
                  </a:lnTo>
                  <a:lnTo>
                    <a:pt x="2803926" y="2359055"/>
                  </a:lnTo>
                  <a:lnTo>
                    <a:pt x="2803926" y="2349102"/>
                  </a:lnTo>
                  <a:lnTo>
                    <a:pt x="2804019" y="2349102"/>
                  </a:lnTo>
                  <a:lnTo>
                    <a:pt x="2804112" y="2349102"/>
                  </a:lnTo>
                  <a:lnTo>
                    <a:pt x="2804206" y="2349102"/>
                  </a:lnTo>
                  <a:lnTo>
                    <a:pt x="2804299" y="2349102"/>
                  </a:lnTo>
                  <a:lnTo>
                    <a:pt x="2804392" y="2349102"/>
                  </a:lnTo>
                  <a:lnTo>
                    <a:pt x="2804392" y="2339148"/>
                  </a:lnTo>
                  <a:lnTo>
                    <a:pt x="2804485" y="2339148"/>
                  </a:lnTo>
                  <a:lnTo>
                    <a:pt x="2804579" y="2339148"/>
                  </a:lnTo>
                  <a:lnTo>
                    <a:pt x="2804672" y="2339148"/>
                  </a:lnTo>
                  <a:lnTo>
                    <a:pt x="2804765" y="2339148"/>
                  </a:lnTo>
                  <a:lnTo>
                    <a:pt x="2804858" y="2339148"/>
                  </a:lnTo>
                  <a:lnTo>
                    <a:pt x="2804952" y="2339148"/>
                  </a:lnTo>
                  <a:lnTo>
                    <a:pt x="2805045" y="2339148"/>
                  </a:lnTo>
                  <a:lnTo>
                    <a:pt x="2805138" y="2339148"/>
                  </a:lnTo>
                  <a:lnTo>
                    <a:pt x="2805231" y="2339148"/>
                  </a:lnTo>
                  <a:lnTo>
                    <a:pt x="2805325" y="2339148"/>
                  </a:lnTo>
                  <a:lnTo>
                    <a:pt x="2805418" y="2339148"/>
                  </a:lnTo>
                  <a:lnTo>
                    <a:pt x="2805511" y="2339148"/>
                  </a:lnTo>
                  <a:lnTo>
                    <a:pt x="2805604" y="2339148"/>
                  </a:lnTo>
                  <a:lnTo>
                    <a:pt x="2805698" y="2339148"/>
                  </a:lnTo>
                  <a:lnTo>
                    <a:pt x="2805791" y="2339148"/>
                  </a:lnTo>
                  <a:lnTo>
                    <a:pt x="2805884" y="2339148"/>
                  </a:lnTo>
                  <a:lnTo>
                    <a:pt x="2805977" y="2339148"/>
                  </a:lnTo>
                  <a:lnTo>
                    <a:pt x="2806071" y="2339148"/>
                  </a:lnTo>
                  <a:lnTo>
                    <a:pt x="2806164" y="2339148"/>
                  </a:lnTo>
                  <a:lnTo>
                    <a:pt x="2806257" y="2339148"/>
                  </a:lnTo>
                  <a:lnTo>
                    <a:pt x="2806350" y="2339148"/>
                  </a:lnTo>
                  <a:lnTo>
                    <a:pt x="2806444" y="2339148"/>
                  </a:lnTo>
                  <a:lnTo>
                    <a:pt x="2806537" y="2339148"/>
                  </a:lnTo>
                  <a:lnTo>
                    <a:pt x="2806630" y="2339148"/>
                  </a:lnTo>
                  <a:lnTo>
                    <a:pt x="2806723" y="2339148"/>
                  </a:lnTo>
                  <a:lnTo>
                    <a:pt x="2806817" y="2339148"/>
                  </a:lnTo>
                  <a:lnTo>
                    <a:pt x="2806910" y="2339148"/>
                  </a:lnTo>
                  <a:lnTo>
                    <a:pt x="2807003" y="2339148"/>
                  </a:lnTo>
                  <a:lnTo>
                    <a:pt x="2807096" y="2339148"/>
                  </a:lnTo>
                  <a:lnTo>
                    <a:pt x="2807190" y="2339148"/>
                  </a:lnTo>
                  <a:lnTo>
                    <a:pt x="2807283" y="2339148"/>
                  </a:lnTo>
                  <a:lnTo>
                    <a:pt x="2807376" y="2339148"/>
                  </a:lnTo>
                  <a:lnTo>
                    <a:pt x="2807469" y="2339148"/>
                  </a:lnTo>
                  <a:lnTo>
                    <a:pt x="2807563" y="2339148"/>
                  </a:lnTo>
                  <a:lnTo>
                    <a:pt x="2807656" y="2339148"/>
                  </a:lnTo>
                  <a:lnTo>
                    <a:pt x="2807749" y="2339148"/>
                  </a:lnTo>
                  <a:lnTo>
                    <a:pt x="2807842" y="2339148"/>
                  </a:lnTo>
                  <a:lnTo>
                    <a:pt x="2807936" y="2339148"/>
                  </a:lnTo>
                  <a:lnTo>
                    <a:pt x="2808029" y="2339148"/>
                  </a:lnTo>
                  <a:lnTo>
                    <a:pt x="2808122" y="2339148"/>
                  </a:lnTo>
                  <a:lnTo>
                    <a:pt x="2808215" y="2339148"/>
                  </a:lnTo>
                  <a:lnTo>
                    <a:pt x="2808309" y="2339148"/>
                  </a:lnTo>
                  <a:lnTo>
                    <a:pt x="2808402" y="2339148"/>
                  </a:lnTo>
                  <a:lnTo>
                    <a:pt x="2808495" y="2339148"/>
                  </a:lnTo>
                  <a:lnTo>
                    <a:pt x="2808588" y="2339148"/>
                  </a:lnTo>
                  <a:lnTo>
                    <a:pt x="2808682" y="2339148"/>
                  </a:lnTo>
                  <a:lnTo>
                    <a:pt x="2808775" y="2339148"/>
                  </a:lnTo>
                  <a:lnTo>
                    <a:pt x="2808868" y="2339148"/>
                  </a:lnTo>
                  <a:lnTo>
                    <a:pt x="2808961" y="2339148"/>
                  </a:lnTo>
                  <a:lnTo>
                    <a:pt x="2809055" y="2339148"/>
                  </a:lnTo>
                  <a:lnTo>
                    <a:pt x="2809148" y="2339148"/>
                  </a:lnTo>
                  <a:lnTo>
                    <a:pt x="2809241" y="2339148"/>
                  </a:lnTo>
                  <a:lnTo>
                    <a:pt x="2809334" y="2339148"/>
                  </a:lnTo>
                  <a:lnTo>
                    <a:pt x="2809428" y="2339148"/>
                  </a:lnTo>
                  <a:lnTo>
                    <a:pt x="2809521" y="2339148"/>
                  </a:lnTo>
                  <a:lnTo>
                    <a:pt x="2809614" y="2339148"/>
                  </a:lnTo>
                  <a:lnTo>
                    <a:pt x="2809707" y="2339148"/>
                  </a:lnTo>
                  <a:lnTo>
                    <a:pt x="2809801" y="2339148"/>
                  </a:lnTo>
                  <a:lnTo>
                    <a:pt x="2809894" y="2339148"/>
                  </a:lnTo>
                  <a:lnTo>
                    <a:pt x="2809987" y="2339148"/>
                  </a:lnTo>
                  <a:lnTo>
                    <a:pt x="2810080" y="2339148"/>
                  </a:lnTo>
                  <a:lnTo>
                    <a:pt x="2810173" y="2339148"/>
                  </a:lnTo>
                  <a:lnTo>
                    <a:pt x="2810267" y="2339148"/>
                  </a:lnTo>
                  <a:lnTo>
                    <a:pt x="2810360" y="2339148"/>
                  </a:lnTo>
                  <a:lnTo>
                    <a:pt x="2810453" y="2339148"/>
                  </a:lnTo>
                  <a:lnTo>
                    <a:pt x="2810546" y="2339148"/>
                  </a:lnTo>
                  <a:lnTo>
                    <a:pt x="2810640" y="2339148"/>
                  </a:lnTo>
                  <a:lnTo>
                    <a:pt x="2810733" y="2339148"/>
                  </a:lnTo>
                  <a:lnTo>
                    <a:pt x="2810826" y="2339148"/>
                  </a:lnTo>
                  <a:lnTo>
                    <a:pt x="2810919" y="2339148"/>
                  </a:lnTo>
                  <a:lnTo>
                    <a:pt x="2811013" y="2339148"/>
                  </a:lnTo>
                  <a:lnTo>
                    <a:pt x="2811106" y="2339148"/>
                  </a:lnTo>
                  <a:lnTo>
                    <a:pt x="2811199" y="2339148"/>
                  </a:lnTo>
                  <a:lnTo>
                    <a:pt x="2811292" y="2339148"/>
                  </a:lnTo>
                  <a:lnTo>
                    <a:pt x="2811386" y="2339148"/>
                  </a:lnTo>
                  <a:lnTo>
                    <a:pt x="2811479" y="2339148"/>
                  </a:lnTo>
                  <a:lnTo>
                    <a:pt x="2811572" y="2339148"/>
                  </a:lnTo>
                  <a:lnTo>
                    <a:pt x="2811665" y="2339148"/>
                  </a:lnTo>
                  <a:lnTo>
                    <a:pt x="2811759" y="2339148"/>
                  </a:lnTo>
                  <a:lnTo>
                    <a:pt x="2811852" y="2339148"/>
                  </a:lnTo>
                  <a:lnTo>
                    <a:pt x="2811945" y="2339148"/>
                  </a:lnTo>
                  <a:lnTo>
                    <a:pt x="2812038" y="2339148"/>
                  </a:lnTo>
                  <a:lnTo>
                    <a:pt x="2812132" y="2339148"/>
                  </a:lnTo>
                  <a:lnTo>
                    <a:pt x="2812225" y="2339148"/>
                  </a:lnTo>
                  <a:lnTo>
                    <a:pt x="2812318" y="2339148"/>
                  </a:lnTo>
                  <a:lnTo>
                    <a:pt x="2812411" y="2339148"/>
                  </a:lnTo>
                  <a:lnTo>
                    <a:pt x="2812505" y="2339148"/>
                  </a:lnTo>
                  <a:lnTo>
                    <a:pt x="2812598" y="2339148"/>
                  </a:lnTo>
                  <a:lnTo>
                    <a:pt x="2812691" y="2339148"/>
                  </a:lnTo>
                  <a:lnTo>
                    <a:pt x="2812784" y="2339148"/>
                  </a:lnTo>
                  <a:lnTo>
                    <a:pt x="2812878" y="2339148"/>
                  </a:lnTo>
                  <a:lnTo>
                    <a:pt x="2812971" y="2339148"/>
                  </a:lnTo>
                  <a:lnTo>
                    <a:pt x="2813064" y="2339148"/>
                  </a:lnTo>
                  <a:lnTo>
                    <a:pt x="2813157" y="2339148"/>
                  </a:lnTo>
                  <a:lnTo>
                    <a:pt x="2813251" y="2339148"/>
                  </a:lnTo>
                  <a:lnTo>
                    <a:pt x="2813344" y="2339148"/>
                  </a:lnTo>
                  <a:lnTo>
                    <a:pt x="2813437" y="2339148"/>
                  </a:lnTo>
                  <a:lnTo>
                    <a:pt x="2813530" y="2339148"/>
                  </a:lnTo>
                  <a:lnTo>
                    <a:pt x="2813624" y="2339148"/>
                  </a:lnTo>
                  <a:lnTo>
                    <a:pt x="2813717" y="2339148"/>
                  </a:lnTo>
                  <a:lnTo>
                    <a:pt x="2813810" y="2339148"/>
                  </a:lnTo>
                  <a:lnTo>
                    <a:pt x="2813903" y="2339148"/>
                  </a:lnTo>
                  <a:lnTo>
                    <a:pt x="2813997" y="2339148"/>
                  </a:lnTo>
                  <a:lnTo>
                    <a:pt x="2814090" y="2339148"/>
                  </a:lnTo>
                  <a:lnTo>
                    <a:pt x="2814183" y="2339148"/>
                  </a:lnTo>
                  <a:lnTo>
                    <a:pt x="2814276" y="2339148"/>
                  </a:lnTo>
                  <a:lnTo>
                    <a:pt x="2814370" y="2339148"/>
                  </a:lnTo>
                  <a:lnTo>
                    <a:pt x="2814463" y="2339148"/>
                  </a:lnTo>
                  <a:lnTo>
                    <a:pt x="2814556" y="2339148"/>
                  </a:lnTo>
                  <a:lnTo>
                    <a:pt x="2814649" y="2339148"/>
                  </a:lnTo>
                  <a:lnTo>
                    <a:pt x="2814743" y="2339148"/>
                  </a:lnTo>
                  <a:lnTo>
                    <a:pt x="2814836" y="2339148"/>
                  </a:lnTo>
                  <a:lnTo>
                    <a:pt x="2814929" y="2339148"/>
                  </a:lnTo>
                  <a:lnTo>
                    <a:pt x="2815022" y="2339148"/>
                  </a:lnTo>
                  <a:lnTo>
                    <a:pt x="2815116" y="2339148"/>
                  </a:lnTo>
                  <a:lnTo>
                    <a:pt x="2815209" y="2339148"/>
                  </a:lnTo>
                  <a:lnTo>
                    <a:pt x="2815302" y="2339148"/>
                  </a:lnTo>
                  <a:lnTo>
                    <a:pt x="2815395" y="2339148"/>
                  </a:lnTo>
                  <a:lnTo>
                    <a:pt x="2815489" y="2339148"/>
                  </a:lnTo>
                  <a:lnTo>
                    <a:pt x="2815582" y="2339148"/>
                  </a:lnTo>
                  <a:lnTo>
                    <a:pt x="2815675" y="2339148"/>
                  </a:lnTo>
                  <a:lnTo>
                    <a:pt x="2815768" y="2339148"/>
                  </a:lnTo>
                  <a:lnTo>
                    <a:pt x="2815862" y="2339148"/>
                  </a:lnTo>
                  <a:lnTo>
                    <a:pt x="2815955" y="2339148"/>
                  </a:lnTo>
                  <a:lnTo>
                    <a:pt x="2816048" y="2339148"/>
                  </a:lnTo>
                  <a:lnTo>
                    <a:pt x="2816141" y="2339148"/>
                  </a:lnTo>
                  <a:lnTo>
                    <a:pt x="2816235" y="2339148"/>
                  </a:lnTo>
                  <a:lnTo>
                    <a:pt x="2816328" y="2339148"/>
                  </a:lnTo>
                  <a:lnTo>
                    <a:pt x="2816421" y="2339148"/>
                  </a:lnTo>
                  <a:lnTo>
                    <a:pt x="2816514" y="2339148"/>
                  </a:lnTo>
                  <a:lnTo>
                    <a:pt x="2816608" y="2339148"/>
                  </a:lnTo>
                  <a:lnTo>
                    <a:pt x="2816701" y="2339148"/>
                  </a:lnTo>
                  <a:lnTo>
                    <a:pt x="2816794" y="2339148"/>
                  </a:lnTo>
                  <a:lnTo>
                    <a:pt x="2816794" y="2329194"/>
                  </a:lnTo>
                  <a:lnTo>
                    <a:pt x="2816887" y="2329194"/>
                  </a:lnTo>
                  <a:lnTo>
                    <a:pt x="2816980" y="2329194"/>
                  </a:lnTo>
                  <a:lnTo>
                    <a:pt x="2817074" y="2329194"/>
                  </a:lnTo>
                  <a:lnTo>
                    <a:pt x="2817167" y="2329194"/>
                  </a:lnTo>
                  <a:lnTo>
                    <a:pt x="2817260" y="2329194"/>
                  </a:lnTo>
                  <a:lnTo>
                    <a:pt x="2817353" y="2329194"/>
                  </a:lnTo>
                  <a:lnTo>
                    <a:pt x="2817447" y="2329194"/>
                  </a:lnTo>
                  <a:lnTo>
                    <a:pt x="2817540" y="2329194"/>
                  </a:lnTo>
                  <a:lnTo>
                    <a:pt x="2817633" y="2329194"/>
                  </a:lnTo>
                  <a:lnTo>
                    <a:pt x="2817726" y="2329194"/>
                  </a:lnTo>
                  <a:lnTo>
                    <a:pt x="2817820" y="2329194"/>
                  </a:lnTo>
                  <a:lnTo>
                    <a:pt x="2817913" y="2329194"/>
                  </a:lnTo>
                  <a:lnTo>
                    <a:pt x="2818006" y="2329194"/>
                  </a:lnTo>
                  <a:lnTo>
                    <a:pt x="2818099" y="2329194"/>
                  </a:lnTo>
                  <a:lnTo>
                    <a:pt x="2818193" y="2329194"/>
                  </a:lnTo>
                  <a:lnTo>
                    <a:pt x="2818286" y="2329194"/>
                  </a:lnTo>
                  <a:lnTo>
                    <a:pt x="2818379" y="2329194"/>
                  </a:lnTo>
                  <a:lnTo>
                    <a:pt x="2818472" y="2329194"/>
                  </a:lnTo>
                  <a:lnTo>
                    <a:pt x="2818566" y="2329194"/>
                  </a:lnTo>
                  <a:lnTo>
                    <a:pt x="2818659" y="2329194"/>
                  </a:lnTo>
                  <a:lnTo>
                    <a:pt x="2818752" y="2329194"/>
                  </a:lnTo>
                  <a:lnTo>
                    <a:pt x="2818845" y="2329194"/>
                  </a:lnTo>
                  <a:lnTo>
                    <a:pt x="2818939" y="2329194"/>
                  </a:lnTo>
                  <a:lnTo>
                    <a:pt x="2819032" y="2329194"/>
                  </a:lnTo>
                  <a:lnTo>
                    <a:pt x="2819125" y="2329194"/>
                  </a:lnTo>
                  <a:lnTo>
                    <a:pt x="2819218" y="2329194"/>
                  </a:lnTo>
                  <a:lnTo>
                    <a:pt x="2819312" y="2329194"/>
                  </a:lnTo>
                  <a:lnTo>
                    <a:pt x="2819405" y="2329194"/>
                  </a:lnTo>
                  <a:lnTo>
                    <a:pt x="2819498" y="2329194"/>
                  </a:lnTo>
                  <a:lnTo>
                    <a:pt x="2819591" y="2329194"/>
                  </a:lnTo>
                  <a:lnTo>
                    <a:pt x="2819685" y="2329194"/>
                  </a:lnTo>
                  <a:lnTo>
                    <a:pt x="2819778" y="2329194"/>
                  </a:lnTo>
                  <a:lnTo>
                    <a:pt x="2819871" y="2329194"/>
                  </a:lnTo>
                  <a:lnTo>
                    <a:pt x="2819964" y="2329194"/>
                  </a:lnTo>
                  <a:lnTo>
                    <a:pt x="2820058" y="2329194"/>
                  </a:lnTo>
                  <a:lnTo>
                    <a:pt x="2820151" y="2329194"/>
                  </a:lnTo>
                  <a:lnTo>
                    <a:pt x="2820244" y="2329194"/>
                  </a:lnTo>
                  <a:lnTo>
                    <a:pt x="2820337" y="2329194"/>
                  </a:lnTo>
                  <a:lnTo>
                    <a:pt x="2820431" y="2329194"/>
                  </a:lnTo>
                  <a:lnTo>
                    <a:pt x="2820524" y="2329194"/>
                  </a:lnTo>
                  <a:lnTo>
                    <a:pt x="2820617" y="2329194"/>
                  </a:lnTo>
                  <a:lnTo>
                    <a:pt x="2820710" y="2329194"/>
                  </a:lnTo>
                  <a:lnTo>
                    <a:pt x="2820804" y="2329194"/>
                  </a:lnTo>
                  <a:lnTo>
                    <a:pt x="2820897" y="2329194"/>
                  </a:lnTo>
                  <a:lnTo>
                    <a:pt x="2820990" y="2329194"/>
                  </a:lnTo>
                  <a:lnTo>
                    <a:pt x="2821083" y="2329194"/>
                  </a:lnTo>
                  <a:lnTo>
                    <a:pt x="2821177" y="2329194"/>
                  </a:lnTo>
                  <a:lnTo>
                    <a:pt x="2821270" y="2329194"/>
                  </a:lnTo>
                  <a:lnTo>
                    <a:pt x="2821363" y="2329194"/>
                  </a:lnTo>
                  <a:lnTo>
                    <a:pt x="2821456" y="2329194"/>
                  </a:lnTo>
                  <a:lnTo>
                    <a:pt x="2821550" y="2329194"/>
                  </a:lnTo>
                  <a:lnTo>
                    <a:pt x="2821643" y="2329194"/>
                  </a:lnTo>
                  <a:lnTo>
                    <a:pt x="2821736" y="2329194"/>
                  </a:lnTo>
                  <a:lnTo>
                    <a:pt x="2821829" y="2329194"/>
                  </a:lnTo>
                  <a:lnTo>
                    <a:pt x="2821923" y="2329194"/>
                  </a:lnTo>
                  <a:lnTo>
                    <a:pt x="2822016" y="2329194"/>
                  </a:lnTo>
                  <a:lnTo>
                    <a:pt x="2822109" y="2329194"/>
                  </a:lnTo>
                  <a:lnTo>
                    <a:pt x="2822202" y="2329194"/>
                  </a:lnTo>
                  <a:lnTo>
                    <a:pt x="2822296" y="2329194"/>
                  </a:lnTo>
                  <a:lnTo>
                    <a:pt x="2822389" y="2329194"/>
                  </a:lnTo>
                  <a:lnTo>
                    <a:pt x="2822482" y="2329194"/>
                  </a:lnTo>
                  <a:lnTo>
                    <a:pt x="2822575" y="2329194"/>
                  </a:lnTo>
                  <a:lnTo>
                    <a:pt x="2822669" y="2329194"/>
                  </a:lnTo>
                  <a:lnTo>
                    <a:pt x="2822762" y="2329194"/>
                  </a:lnTo>
                  <a:lnTo>
                    <a:pt x="2822855" y="2329194"/>
                  </a:lnTo>
                  <a:lnTo>
                    <a:pt x="2822948" y="2329194"/>
                  </a:lnTo>
                  <a:lnTo>
                    <a:pt x="2823042" y="2329194"/>
                  </a:lnTo>
                  <a:lnTo>
                    <a:pt x="2823135" y="2329194"/>
                  </a:lnTo>
                  <a:lnTo>
                    <a:pt x="2823228" y="2329194"/>
                  </a:lnTo>
                  <a:lnTo>
                    <a:pt x="2823321" y="2329194"/>
                  </a:lnTo>
                  <a:lnTo>
                    <a:pt x="2823415" y="2329194"/>
                  </a:lnTo>
                  <a:lnTo>
                    <a:pt x="2823508" y="2329194"/>
                  </a:lnTo>
                  <a:lnTo>
                    <a:pt x="2823601" y="2329194"/>
                  </a:lnTo>
                  <a:lnTo>
                    <a:pt x="2823694" y="2329194"/>
                  </a:lnTo>
                  <a:lnTo>
                    <a:pt x="2823787" y="2329194"/>
                  </a:lnTo>
                  <a:lnTo>
                    <a:pt x="2823881" y="2329194"/>
                  </a:lnTo>
                  <a:lnTo>
                    <a:pt x="2823974" y="2329194"/>
                  </a:lnTo>
                  <a:lnTo>
                    <a:pt x="2824067" y="2329194"/>
                  </a:lnTo>
                  <a:lnTo>
                    <a:pt x="2824160" y="2329194"/>
                  </a:lnTo>
                  <a:lnTo>
                    <a:pt x="2824254" y="2329194"/>
                  </a:lnTo>
                  <a:lnTo>
                    <a:pt x="2824347" y="2329194"/>
                  </a:lnTo>
                  <a:lnTo>
                    <a:pt x="2824440" y="2329194"/>
                  </a:lnTo>
                  <a:lnTo>
                    <a:pt x="2824533" y="2329194"/>
                  </a:lnTo>
                  <a:lnTo>
                    <a:pt x="2824627" y="2329194"/>
                  </a:lnTo>
                  <a:lnTo>
                    <a:pt x="2824720" y="2329194"/>
                  </a:lnTo>
                  <a:lnTo>
                    <a:pt x="2824813" y="2329194"/>
                  </a:lnTo>
                  <a:lnTo>
                    <a:pt x="2824906" y="2329194"/>
                  </a:lnTo>
                  <a:lnTo>
                    <a:pt x="2825000" y="2329194"/>
                  </a:lnTo>
                  <a:lnTo>
                    <a:pt x="2825093" y="2329194"/>
                  </a:lnTo>
                  <a:lnTo>
                    <a:pt x="2825186" y="2329194"/>
                  </a:lnTo>
                  <a:lnTo>
                    <a:pt x="2825279" y="2329194"/>
                  </a:lnTo>
                  <a:lnTo>
                    <a:pt x="2825373" y="2329194"/>
                  </a:lnTo>
                  <a:lnTo>
                    <a:pt x="2825466" y="2329194"/>
                  </a:lnTo>
                  <a:lnTo>
                    <a:pt x="2825559" y="2329194"/>
                  </a:lnTo>
                  <a:lnTo>
                    <a:pt x="2825652" y="2329194"/>
                  </a:lnTo>
                  <a:lnTo>
                    <a:pt x="2825746" y="2329194"/>
                  </a:lnTo>
                  <a:lnTo>
                    <a:pt x="2825839" y="2329194"/>
                  </a:lnTo>
                  <a:lnTo>
                    <a:pt x="2825932" y="2329194"/>
                  </a:lnTo>
                  <a:lnTo>
                    <a:pt x="2826025" y="2329194"/>
                  </a:lnTo>
                  <a:lnTo>
                    <a:pt x="2826119" y="2329194"/>
                  </a:lnTo>
                  <a:lnTo>
                    <a:pt x="2826212" y="2329194"/>
                  </a:lnTo>
                  <a:lnTo>
                    <a:pt x="2826305" y="2329194"/>
                  </a:lnTo>
                  <a:lnTo>
                    <a:pt x="2826398" y="2329194"/>
                  </a:lnTo>
                  <a:lnTo>
                    <a:pt x="2826492" y="2329194"/>
                  </a:lnTo>
                  <a:lnTo>
                    <a:pt x="2826585" y="2329194"/>
                  </a:lnTo>
                  <a:lnTo>
                    <a:pt x="2826678" y="2329194"/>
                  </a:lnTo>
                  <a:lnTo>
                    <a:pt x="2826771" y="2329194"/>
                  </a:lnTo>
                  <a:lnTo>
                    <a:pt x="2826865" y="2329194"/>
                  </a:lnTo>
                  <a:lnTo>
                    <a:pt x="2826958" y="2329194"/>
                  </a:lnTo>
                  <a:lnTo>
                    <a:pt x="2827051" y="2329194"/>
                  </a:lnTo>
                  <a:lnTo>
                    <a:pt x="2827144" y="2329194"/>
                  </a:lnTo>
                  <a:lnTo>
                    <a:pt x="2827238" y="2329194"/>
                  </a:lnTo>
                  <a:lnTo>
                    <a:pt x="2827331" y="2329194"/>
                  </a:lnTo>
                  <a:lnTo>
                    <a:pt x="2827424" y="2329194"/>
                  </a:lnTo>
                  <a:lnTo>
                    <a:pt x="2827517" y="2329194"/>
                  </a:lnTo>
                  <a:lnTo>
                    <a:pt x="2827611" y="2329194"/>
                  </a:lnTo>
                  <a:lnTo>
                    <a:pt x="2827704" y="2329194"/>
                  </a:lnTo>
                  <a:lnTo>
                    <a:pt x="2827797" y="2329194"/>
                  </a:lnTo>
                  <a:lnTo>
                    <a:pt x="2827890" y="2329194"/>
                  </a:lnTo>
                  <a:lnTo>
                    <a:pt x="2827984" y="2329194"/>
                  </a:lnTo>
                  <a:lnTo>
                    <a:pt x="2828077" y="2329194"/>
                  </a:lnTo>
                  <a:lnTo>
                    <a:pt x="2828170" y="2329194"/>
                  </a:lnTo>
                  <a:lnTo>
                    <a:pt x="2828263" y="2329194"/>
                  </a:lnTo>
                  <a:lnTo>
                    <a:pt x="2828357" y="2329194"/>
                  </a:lnTo>
                  <a:lnTo>
                    <a:pt x="2828450" y="2329194"/>
                  </a:lnTo>
                  <a:lnTo>
                    <a:pt x="2828543" y="2329194"/>
                  </a:lnTo>
                  <a:lnTo>
                    <a:pt x="2828636" y="2329194"/>
                  </a:lnTo>
                  <a:lnTo>
                    <a:pt x="2828730" y="2329194"/>
                  </a:lnTo>
                  <a:lnTo>
                    <a:pt x="2828823" y="2329194"/>
                  </a:lnTo>
                  <a:lnTo>
                    <a:pt x="2828916" y="2329194"/>
                  </a:lnTo>
                  <a:lnTo>
                    <a:pt x="2829009" y="2329194"/>
                  </a:lnTo>
                  <a:lnTo>
                    <a:pt x="2829103" y="2329194"/>
                  </a:lnTo>
                  <a:lnTo>
                    <a:pt x="2829196" y="2329194"/>
                  </a:lnTo>
                  <a:lnTo>
                    <a:pt x="2829289" y="2329194"/>
                  </a:lnTo>
                  <a:lnTo>
                    <a:pt x="2829382" y="2329194"/>
                  </a:lnTo>
                  <a:lnTo>
                    <a:pt x="2829476" y="2329194"/>
                  </a:lnTo>
                  <a:lnTo>
                    <a:pt x="2829569" y="2329194"/>
                  </a:lnTo>
                  <a:lnTo>
                    <a:pt x="2829662" y="2329194"/>
                  </a:lnTo>
                  <a:lnTo>
                    <a:pt x="2829755" y="2329194"/>
                  </a:lnTo>
                  <a:lnTo>
                    <a:pt x="2829849" y="2329194"/>
                  </a:lnTo>
                  <a:lnTo>
                    <a:pt x="2829942" y="2329194"/>
                  </a:lnTo>
                  <a:lnTo>
                    <a:pt x="2830035" y="2329194"/>
                  </a:lnTo>
                  <a:lnTo>
                    <a:pt x="2830128" y="2329194"/>
                  </a:lnTo>
                  <a:lnTo>
                    <a:pt x="2830222" y="2329194"/>
                  </a:lnTo>
                  <a:lnTo>
                    <a:pt x="2830315" y="2329194"/>
                  </a:lnTo>
                  <a:lnTo>
                    <a:pt x="2830408" y="2329194"/>
                  </a:lnTo>
                  <a:lnTo>
                    <a:pt x="2830501" y="2329194"/>
                  </a:lnTo>
                  <a:lnTo>
                    <a:pt x="2830595" y="2329194"/>
                  </a:lnTo>
                  <a:lnTo>
                    <a:pt x="2830688" y="2329194"/>
                  </a:lnTo>
                  <a:lnTo>
                    <a:pt x="2830781" y="2329194"/>
                  </a:lnTo>
                  <a:lnTo>
                    <a:pt x="2830874" y="2329194"/>
                  </a:lnTo>
                  <a:lnTo>
                    <a:pt x="2830967" y="2329194"/>
                  </a:lnTo>
                  <a:lnTo>
                    <a:pt x="2831061" y="2329194"/>
                  </a:lnTo>
                  <a:lnTo>
                    <a:pt x="2831154" y="2329194"/>
                  </a:lnTo>
                  <a:lnTo>
                    <a:pt x="2831247" y="2329194"/>
                  </a:lnTo>
                  <a:lnTo>
                    <a:pt x="2831340" y="2329194"/>
                  </a:lnTo>
                  <a:lnTo>
                    <a:pt x="2831434" y="2329194"/>
                  </a:lnTo>
                  <a:lnTo>
                    <a:pt x="2831527" y="2329194"/>
                  </a:lnTo>
                  <a:lnTo>
                    <a:pt x="2831620" y="2329194"/>
                  </a:lnTo>
                  <a:lnTo>
                    <a:pt x="2831713" y="2329194"/>
                  </a:lnTo>
                  <a:lnTo>
                    <a:pt x="2831807" y="2329194"/>
                  </a:lnTo>
                  <a:lnTo>
                    <a:pt x="2831900" y="2329194"/>
                  </a:lnTo>
                  <a:lnTo>
                    <a:pt x="2831900" y="2319240"/>
                  </a:lnTo>
                  <a:lnTo>
                    <a:pt x="2831993" y="2319240"/>
                  </a:lnTo>
                  <a:lnTo>
                    <a:pt x="2832086" y="2319240"/>
                  </a:lnTo>
                  <a:lnTo>
                    <a:pt x="2832180" y="2319240"/>
                  </a:lnTo>
                  <a:lnTo>
                    <a:pt x="2832273" y="2319240"/>
                  </a:lnTo>
                  <a:lnTo>
                    <a:pt x="2832366" y="2319240"/>
                  </a:lnTo>
                  <a:lnTo>
                    <a:pt x="2832459" y="2319240"/>
                  </a:lnTo>
                  <a:lnTo>
                    <a:pt x="2832553" y="2319240"/>
                  </a:lnTo>
                  <a:lnTo>
                    <a:pt x="2832646" y="2319240"/>
                  </a:lnTo>
                  <a:lnTo>
                    <a:pt x="2832739" y="2319240"/>
                  </a:lnTo>
                  <a:lnTo>
                    <a:pt x="2832832" y="2319240"/>
                  </a:lnTo>
                  <a:lnTo>
                    <a:pt x="2832926" y="2319240"/>
                  </a:lnTo>
                  <a:lnTo>
                    <a:pt x="2833019" y="2319240"/>
                  </a:lnTo>
                  <a:lnTo>
                    <a:pt x="2833019" y="2309286"/>
                  </a:lnTo>
                  <a:lnTo>
                    <a:pt x="2833112" y="2309286"/>
                  </a:lnTo>
                  <a:lnTo>
                    <a:pt x="2833205" y="2309286"/>
                  </a:lnTo>
                  <a:lnTo>
                    <a:pt x="2833299" y="2309286"/>
                  </a:lnTo>
                  <a:lnTo>
                    <a:pt x="2833392" y="2309286"/>
                  </a:lnTo>
                  <a:lnTo>
                    <a:pt x="2833485" y="2309286"/>
                  </a:lnTo>
                  <a:lnTo>
                    <a:pt x="2833578" y="2309286"/>
                  </a:lnTo>
                  <a:lnTo>
                    <a:pt x="2833672" y="2309286"/>
                  </a:lnTo>
                  <a:lnTo>
                    <a:pt x="2833765" y="2309286"/>
                  </a:lnTo>
                  <a:lnTo>
                    <a:pt x="2833858" y="2309286"/>
                  </a:lnTo>
                  <a:lnTo>
                    <a:pt x="2833951" y="2309286"/>
                  </a:lnTo>
                  <a:lnTo>
                    <a:pt x="2834045" y="2309286"/>
                  </a:lnTo>
                  <a:lnTo>
                    <a:pt x="2834138" y="2309286"/>
                  </a:lnTo>
                  <a:lnTo>
                    <a:pt x="2834231" y="2309286"/>
                  </a:lnTo>
                  <a:lnTo>
                    <a:pt x="2834324" y="2309286"/>
                  </a:lnTo>
                  <a:lnTo>
                    <a:pt x="2834418" y="2309286"/>
                  </a:lnTo>
                  <a:lnTo>
                    <a:pt x="2834511" y="2309286"/>
                  </a:lnTo>
                  <a:lnTo>
                    <a:pt x="2834604" y="2309286"/>
                  </a:lnTo>
                  <a:lnTo>
                    <a:pt x="2834697" y="2309286"/>
                  </a:lnTo>
                  <a:lnTo>
                    <a:pt x="2834791" y="2309286"/>
                  </a:lnTo>
                  <a:lnTo>
                    <a:pt x="2834884" y="2309286"/>
                  </a:lnTo>
                  <a:lnTo>
                    <a:pt x="2834977" y="2309286"/>
                  </a:lnTo>
                  <a:lnTo>
                    <a:pt x="2835070" y="2309286"/>
                  </a:lnTo>
                  <a:lnTo>
                    <a:pt x="2835164" y="2309286"/>
                  </a:lnTo>
                  <a:lnTo>
                    <a:pt x="2835257" y="2309286"/>
                  </a:lnTo>
                  <a:lnTo>
                    <a:pt x="2835350" y="2309286"/>
                  </a:lnTo>
                  <a:lnTo>
                    <a:pt x="2835443" y="2309286"/>
                  </a:lnTo>
                  <a:lnTo>
                    <a:pt x="2835537" y="2309286"/>
                  </a:lnTo>
                  <a:lnTo>
                    <a:pt x="2835630" y="2309286"/>
                  </a:lnTo>
                  <a:lnTo>
                    <a:pt x="2835723" y="2309286"/>
                  </a:lnTo>
                  <a:lnTo>
                    <a:pt x="2835816" y="2309286"/>
                  </a:lnTo>
                  <a:lnTo>
                    <a:pt x="2835910" y="2309286"/>
                  </a:lnTo>
                  <a:lnTo>
                    <a:pt x="2836003" y="2309286"/>
                  </a:lnTo>
                  <a:lnTo>
                    <a:pt x="2836096" y="2309286"/>
                  </a:lnTo>
                  <a:lnTo>
                    <a:pt x="2836189" y="2309286"/>
                  </a:lnTo>
                  <a:lnTo>
                    <a:pt x="2836283" y="2309286"/>
                  </a:lnTo>
                  <a:lnTo>
                    <a:pt x="2836376" y="2309286"/>
                  </a:lnTo>
                  <a:lnTo>
                    <a:pt x="2836469" y="2309286"/>
                  </a:lnTo>
                  <a:lnTo>
                    <a:pt x="2836562" y="2309286"/>
                  </a:lnTo>
                  <a:lnTo>
                    <a:pt x="2836656" y="2309286"/>
                  </a:lnTo>
                  <a:lnTo>
                    <a:pt x="2836749" y="2309286"/>
                  </a:lnTo>
                  <a:lnTo>
                    <a:pt x="2836842" y="2309286"/>
                  </a:lnTo>
                  <a:lnTo>
                    <a:pt x="2836935" y="2309286"/>
                  </a:lnTo>
                  <a:lnTo>
                    <a:pt x="2837029" y="2309286"/>
                  </a:lnTo>
                  <a:lnTo>
                    <a:pt x="2837122" y="2309286"/>
                  </a:lnTo>
                  <a:lnTo>
                    <a:pt x="2837215" y="2309286"/>
                  </a:lnTo>
                  <a:lnTo>
                    <a:pt x="2837308" y="2309286"/>
                  </a:lnTo>
                  <a:lnTo>
                    <a:pt x="2837402" y="2309286"/>
                  </a:lnTo>
                  <a:lnTo>
                    <a:pt x="2837495" y="2309286"/>
                  </a:lnTo>
                  <a:lnTo>
                    <a:pt x="2837588" y="2309286"/>
                  </a:lnTo>
                  <a:lnTo>
                    <a:pt x="2837681" y="2309286"/>
                  </a:lnTo>
                  <a:lnTo>
                    <a:pt x="2837774" y="2309286"/>
                  </a:lnTo>
                  <a:lnTo>
                    <a:pt x="2837868" y="2309286"/>
                  </a:lnTo>
                  <a:lnTo>
                    <a:pt x="2837961" y="2309286"/>
                  </a:lnTo>
                  <a:lnTo>
                    <a:pt x="2838054" y="2309286"/>
                  </a:lnTo>
                  <a:lnTo>
                    <a:pt x="2838147" y="2309286"/>
                  </a:lnTo>
                  <a:lnTo>
                    <a:pt x="2838241" y="2309286"/>
                  </a:lnTo>
                  <a:lnTo>
                    <a:pt x="2838334" y="2309286"/>
                  </a:lnTo>
                  <a:lnTo>
                    <a:pt x="2838427" y="2309286"/>
                  </a:lnTo>
                  <a:lnTo>
                    <a:pt x="2838520" y="2309286"/>
                  </a:lnTo>
                  <a:lnTo>
                    <a:pt x="2838614" y="2309286"/>
                  </a:lnTo>
                  <a:lnTo>
                    <a:pt x="2838707" y="2309286"/>
                  </a:lnTo>
                  <a:lnTo>
                    <a:pt x="2838800" y="2309286"/>
                  </a:lnTo>
                  <a:lnTo>
                    <a:pt x="2838893" y="2309286"/>
                  </a:lnTo>
                  <a:lnTo>
                    <a:pt x="2838987" y="2309286"/>
                  </a:lnTo>
                  <a:lnTo>
                    <a:pt x="2839080" y="2309286"/>
                  </a:lnTo>
                  <a:lnTo>
                    <a:pt x="2839173" y="2309286"/>
                  </a:lnTo>
                  <a:lnTo>
                    <a:pt x="2839266" y="2309286"/>
                  </a:lnTo>
                  <a:lnTo>
                    <a:pt x="2839360" y="2309286"/>
                  </a:lnTo>
                  <a:lnTo>
                    <a:pt x="2839453" y="2309286"/>
                  </a:lnTo>
                  <a:lnTo>
                    <a:pt x="2839546" y="2309286"/>
                  </a:lnTo>
                  <a:lnTo>
                    <a:pt x="2839639" y="2309286"/>
                  </a:lnTo>
                  <a:lnTo>
                    <a:pt x="2839733" y="2309286"/>
                  </a:lnTo>
                  <a:lnTo>
                    <a:pt x="2839826" y="2309286"/>
                  </a:lnTo>
                  <a:lnTo>
                    <a:pt x="2839919" y="2309286"/>
                  </a:lnTo>
                  <a:lnTo>
                    <a:pt x="2840012" y="2309286"/>
                  </a:lnTo>
                  <a:lnTo>
                    <a:pt x="2840106" y="2309286"/>
                  </a:lnTo>
                  <a:lnTo>
                    <a:pt x="2840199" y="2309286"/>
                  </a:lnTo>
                  <a:lnTo>
                    <a:pt x="2840292" y="2309286"/>
                  </a:lnTo>
                  <a:lnTo>
                    <a:pt x="2840385" y="2309286"/>
                  </a:lnTo>
                  <a:lnTo>
                    <a:pt x="2840479" y="2309286"/>
                  </a:lnTo>
                  <a:lnTo>
                    <a:pt x="2840572" y="2309286"/>
                  </a:lnTo>
                  <a:lnTo>
                    <a:pt x="2840665" y="2309286"/>
                  </a:lnTo>
                  <a:lnTo>
                    <a:pt x="2840758" y="2309286"/>
                  </a:lnTo>
                  <a:lnTo>
                    <a:pt x="2840852" y="2309286"/>
                  </a:lnTo>
                  <a:lnTo>
                    <a:pt x="2840945" y="2309286"/>
                  </a:lnTo>
                  <a:lnTo>
                    <a:pt x="2841038" y="2309286"/>
                  </a:lnTo>
                  <a:lnTo>
                    <a:pt x="2841131" y="2309286"/>
                  </a:lnTo>
                  <a:lnTo>
                    <a:pt x="2841225" y="2309286"/>
                  </a:lnTo>
                  <a:lnTo>
                    <a:pt x="2841318" y="2309286"/>
                  </a:lnTo>
                  <a:lnTo>
                    <a:pt x="2841411" y="2309286"/>
                  </a:lnTo>
                  <a:lnTo>
                    <a:pt x="2841504" y="2309286"/>
                  </a:lnTo>
                  <a:lnTo>
                    <a:pt x="2841598" y="2309286"/>
                  </a:lnTo>
                  <a:lnTo>
                    <a:pt x="2841691" y="2309286"/>
                  </a:lnTo>
                  <a:lnTo>
                    <a:pt x="2841784" y="2309286"/>
                  </a:lnTo>
                  <a:lnTo>
                    <a:pt x="2841877" y="2309286"/>
                  </a:lnTo>
                  <a:lnTo>
                    <a:pt x="2841971" y="2309286"/>
                  </a:lnTo>
                  <a:lnTo>
                    <a:pt x="2842064" y="2309286"/>
                  </a:lnTo>
                  <a:lnTo>
                    <a:pt x="2842157" y="2309286"/>
                  </a:lnTo>
                  <a:lnTo>
                    <a:pt x="2842250" y="2309286"/>
                  </a:lnTo>
                  <a:lnTo>
                    <a:pt x="2842344" y="2309286"/>
                  </a:lnTo>
                  <a:lnTo>
                    <a:pt x="2842437" y="2309286"/>
                  </a:lnTo>
                  <a:lnTo>
                    <a:pt x="2842530" y="2309286"/>
                  </a:lnTo>
                  <a:lnTo>
                    <a:pt x="2842623" y="2309286"/>
                  </a:lnTo>
                  <a:lnTo>
                    <a:pt x="2842717" y="2309286"/>
                  </a:lnTo>
                  <a:lnTo>
                    <a:pt x="2842810" y="2309286"/>
                  </a:lnTo>
                  <a:lnTo>
                    <a:pt x="2842903" y="2309286"/>
                  </a:lnTo>
                  <a:lnTo>
                    <a:pt x="2842996" y="2309286"/>
                  </a:lnTo>
                  <a:lnTo>
                    <a:pt x="2843090" y="2309286"/>
                  </a:lnTo>
                  <a:lnTo>
                    <a:pt x="2843183" y="2309286"/>
                  </a:lnTo>
                  <a:lnTo>
                    <a:pt x="2843276" y="2309286"/>
                  </a:lnTo>
                  <a:lnTo>
                    <a:pt x="2843369" y="2309286"/>
                  </a:lnTo>
                  <a:lnTo>
                    <a:pt x="2843463" y="2309286"/>
                  </a:lnTo>
                  <a:lnTo>
                    <a:pt x="2843556" y="2309286"/>
                  </a:lnTo>
                  <a:lnTo>
                    <a:pt x="2843649" y="2309286"/>
                  </a:lnTo>
                  <a:lnTo>
                    <a:pt x="2843649" y="2299333"/>
                  </a:lnTo>
                  <a:lnTo>
                    <a:pt x="2843742" y="2299333"/>
                  </a:lnTo>
                  <a:lnTo>
                    <a:pt x="2843836" y="2299333"/>
                  </a:lnTo>
                  <a:lnTo>
                    <a:pt x="2843929" y="2299333"/>
                  </a:lnTo>
                  <a:lnTo>
                    <a:pt x="2844022" y="2299333"/>
                  </a:lnTo>
                  <a:lnTo>
                    <a:pt x="2844115" y="2299333"/>
                  </a:lnTo>
                  <a:lnTo>
                    <a:pt x="2844209" y="2299333"/>
                  </a:lnTo>
                  <a:lnTo>
                    <a:pt x="2844302" y="2299333"/>
                  </a:lnTo>
                  <a:lnTo>
                    <a:pt x="2844395" y="2299333"/>
                  </a:lnTo>
                  <a:lnTo>
                    <a:pt x="2844488" y="2299333"/>
                  </a:lnTo>
                  <a:lnTo>
                    <a:pt x="2844581" y="2299333"/>
                  </a:lnTo>
                  <a:lnTo>
                    <a:pt x="2844675" y="2299333"/>
                  </a:lnTo>
                  <a:lnTo>
                    <a:pt x="2844768" y="2299333"/>
                  </a:lnTo>
                  <a:lnTo>
                    <a:pt x="2844861" y="2299333"/>
                  </a:lnTo>
                  <a:lnTo>
                    <a:pt x="2844954" y="2299333"/>
                  </a:lnTo>
                  <a:lnTo>
                    <a:pt x="2845048" y="2299333"/>
                  </a:lnTo>
                  <a:lnTo>
                    <a:pt x="2845141" y="2299333"/>
                  </a:lnTo>
                  <a:lnTo>
                    <a:pt x="2845234" y="2299333"/>
                  </a:lnTo>
                  <a:lnTo>
                    <a:pt x="2845327" y="2299333"/>
                  </a:lnTo>
                  <a:lnTo>
                    <a:pt x="2845421" y="2299333"/>
                  </a:lnTo>
                  <a:lnTo>
                    <a:pt x="2845514" y="2299333"/>
                  </a:lnTo>
                  <a:lnTo>
                    <a:pt x="2845607" y="2299333"/>
                  </a:lnTo>
                  <a:lnTo>
                    <a:pt x="2845700" y="2299333"/>
                  </a:lnTo>
                  <a:lnTo>
                    <a:pt x="2845794" y="2299333"/>
                  </a:lnTo>
                  <a:lnTo>
                    <a:pt x="2845887" y="2299333"/>
                  </a:lnTo>
                  <a:lnTo>
                    <a:pt x="2845980" y="2299333"/>
                  </a:lnTo>
                  <a:lnTo>
                    <a:pt x="2846073" y="2299333"/>
                  </a:lnTo>
                  <a:lnTo>
                    <a:pt x="2846167" y="2299333"/>
                  </a:lnTo>
                  <a:lnTo>
                    <a:pt x="2846260" y="2299333"/>
                  </a:lnTo>
                  <a:lnTo>
                    <a:pt x="2846353" y="2299333"/>
                  </a:lnTo>
                  <a:lnTo>
                    <a:pt x="2846446" y="2299333"/>
                  </a:lnTo>
                  <a:lnTo>
                    <a:pt x="2846540" y="2299333"/>
                  </a:lnTo>
                  <a:lnTo>
                    <a:pt x="2846633" y="2299333"/>
                  </a:lnTo>
                  <a:lnTo>
                    <a:pt x="2846726" y="2299333"/>
                  </a:lnTo>
                  <a:lnTo>
                    <a:pt x="2846819" y="2299333"/>
                  </a:lnTo>
                  <a:lnTo>
                    <a:pt x="2846913" y="2299333"/>
                  </a:lnTo>
                  <a:lnTo>
                    <a:pt x="2847006" y="2299333"/>
                  </a:lnTo>
                  <a:lnTo>
                    <a:pt x="2847099" y="2299333"/>
                  </a:lnTo>
                  <a:lnTo>
                    <a:pt x="2847192" y="2299333"/>
                  </a:lnTo>
                  <a:lnTo>
                    <a:pt x="2847286" y="2299333"/>
                  </a:lnTo>
                  <a:lnTo>
                    <a:pt x="2847379" y="2299333"/>
                  </a:lnTo>
                  <a:lnTo>
                    <a:pt x="2847472" y="2299333"/>
                  </a:lnTo>
                  <a:lnTo>
                    <a:pt x="2847565" y="2299333"/>
                  </a:lnTo>
                  <a:lnTo>
                    <a:pt x="2847659" y="2299333"/>
                  </a:lnTo>
                  <a:lnTo>
                    <a:pt x="2847752" y="2299333"/>
                  </a:lnTo>
                  <a:lnTo>
                    <a:pt x="2847845" y="2299333"/>
                  </a:lnTo>
                  <a:lnTo>
                    <a:pt x="2847938" y="2299333"/>
                  </a:lnTo>
                  <a:lnTo>
                    <a:pt x="2848032" y="2299333"/>
                  </a:lnTo>
                  <a:lnTo>
                    <a:pt x="2848125" y="2299333"/>
                  </a:lnTo>
                  <a:lnTo>
                    <a:pt x="2848218" y="2299333"/>
                  </a:lnTo>
                  <a:lnTo>
                    <a:pt x="2848311" y="2299333"/>
                  </a:lnTo>
                  <a:lnTo>
                    <a:pt x="2848405" y="2299333"/>
                  </a:lnTo>
                  <a:lnTo>
                    <a:pt x="2848498" y="2299333"/>
                  </a:lnTo>
                  <a:lnTo>
                    <a:pt x="2848591" y="2299333"/>
                  </a:lnTo>
                  <a:lnTo>
                    <a:pt x="2848684" y="2299333"/>
                  </a:lnTo>
                  <a:lnTo>
                    <a:pt x="2848778" y="2299333"/>
                  </a:lnTo>
                  <a:lnTo>
                    <a:pt x="2848871" y="2299333"/>
                  </a:lnTo>
                  <a:lnTo>
                    <a:pt x="2848964" y="2299333"/>
                  </a:lnTo>
                  <a:lnTo>
                    <a:pt x="2849057" y="2299333"/>
                  </a:lnTo>
                  <a:lnTo>
                    <a:pt x="2849151" y="2299333"/>
                  </a:lnTo>
                  <a:lnTo>
                    <a:pt x="2849244" y="2299333"/>
                  </a:lnTo>
                  <a:lnTo>
                    <a:pt x="2849337" y="2299333"/>
                  </a:lnTo>
                  <a:lnTo>
                    <a:pt x="2849430" y="2299333"/>
                  </a:lnTo>
                  <a:lnTo>
                    <a:pt x="2849524" y="2299333"/>
                  </a:lnTo>
                  <a:lnTo>
                    <a:pt x="2849617" y="2299333"/>
                  </a:lnTo>
                  <a:lnTo>
                    <a:pt x="2849710" y="2299333"/>
                  </a:lnTo>
                  <a:lnTo>
                    <a:pt x="2849803" y="2299333"/>
                  </a:lnTo>
                  <a:lnTo>
                    <a:pt x="2849897" y="2299333"/>
                  </a:lnTo>
                  <a:lnTo>
                    <a:pt x="2849990" y="2299333"/>
                  </a:lnTo>
                  <a:lnTo>
                    <a:pt x="2850083" y="2299333"/>
                  </a:lnTo>
                  <a:lnTo>
                    <a:pt x="2850176" y="2299333"/>
                  </a:lnTo>
                  <a:lnTo>
                    <a:pt x="2850270" y="2299333"/>
                  </a:lnTo>
                  <a:lnTo>
                    <a:pt x="2850363" y="2299333"/>
                  </a:lnTo>
                  <a:lnTo>
                    <a:pt x="2850456" y="2299333"/>
                  </a:lnTo>
                  <a:lnTo>
                    <a:pt x="2850549" y="2299333"/>
                  </a:lnTo>
                  <a:lnTo>
                    <a:pt x="2850643" y="2299333"/>
                  </a:lnTo>
                  <a:lnTo>
                    <a:pt x="2850736" y="2299333"/>
                  </a:lnTo>
                  <a:lnTo>
                    <a:pt x="2850829" y="2299333"/>
                  </a:lnTo>
                  <a:lnTo>
                    <a:pt x="2850922" y="2299333"/>
                  </a:lnTo>
                  <a:lnTo>
                    <a:pt x="2851016" y="2299333"/>
                  </a:lnTo>
                  <a:lnTo>
                    <a:pt x="2851109" y="2299333"/>
                  </a:lnTo>
                  <a:lnTo>
                    <a:pt x="2851202" y="2299333"/>
                  </a:lnTo>
                  <a:lnTo>
                    <a:pt x="2851295" y="2299333"/>
                  </a:lnTo>
                  <a:lnTo>
                    <a:pt x="2851389" y="2299333"/>
                  </a:lnTo>
                  <a:lnTo>
                    <a:pt x="2851482" y="2299333"/>
                  </a:lnTo>
                  <a:lnTo>
                    <a:pt x="2851575" y="2299333"/>
                  </a:lnTo>
                  <a:lnTo>
                    <a:pt x="2851668" y="2299333"/>
                  </a:lnTo>
                  <a:lnTo>
                    <a:pt x="2851761" y="2299333"/>
                  </a:lnTo>
                  <a:lnTo>
                    <a:pt x="2851855" y="2299333"/>
                  </a:lnTo>
                  <a:lnTo>
                    <a:pt x="2851948" y="2299333"/>
                  </a:lnTo>
                  <a:lnTo>
                    <a:pt x="2852041" y="2299333"/>
                  </a:lnTo>
                  <a:lnTo>
                    <a:pt x="2852134" y="2299333"/>
                  </a:lnTo>
                  <a:lnTo>
                    <a:pt x="2852228" y="2299333"/>
                  </a:lnTo>
                  <a:lnTo>
                    <a:pt x="2852321" y="2299333"/>
                  </a:lnTo>
                  <a:lnTo>
                    <a:pt x="2852414" y="2299333"/>
                  </a:lnTo>
                  <a:lnTo>
                    <a:pt x="2852507" y="2299333"/>
                  </a:lnTo>
                  <a:lnTo>
                    <a:pt x="2852601" y="2299333"/>
                  </a:lnTo>
                  <a:lnTo>
                    <a:pt x="2852694" y="2299333"/>
                  </a:lnTo>
                  <a:lnTo>
                    <a:pt x="2852787" y="2299333"/>
                  </a:lnTo>
                  <a:lnTo>
                    <a:pt x="2852880" y="2299333"/>
                  </a:lnTo>
                  <a:lnTo>
                    <a:pt x="2852974" y="2299333"/>
                  </a:lnTo>
                  <a:lnTo>
                    <a:pt x="2853067" y="2299333"/>
                  </a:lnTo>
                  <a:lnTo>
                    <a:pt x="2853160" y="2299333"/>
                  </a:lnTo>
                  <a:lnTo>
                    <a:pt x="2853253" y="2299333"/>
                  </a:lnTo>
                  <a:lnTo>
                    <a:pt x="2853347" y="2299333"/>
                  </a:lnTo>
                  <a:lnTo>
                    <a:pt x="2853440" y="2299333"/>
                  </a:lnTo>
                  <a:lnTo>
                    <a:pt x="2853533" y="2299333"/>
                  </a:lnTo>
                  <a:lnTo>
                    <a:pt x="2853626" y="2299333"/>
                  </a:lnTo>
                  <a:lnTo>
                    <a:pt x="2853720" y="2299333"/>
                  </a:lnTo>
                  <a:lnTo>
                    <a:pt x="2853813" y="2299333"/>
                  </a:lnTo>
                  <a:lnTo>
                    <a:pt x="2853906" y="2299333"/>
                  </a:lnTo>
                  <a:lnTo>
                    <a:pt x="2853999" y="2299333"/>
                  </a:lnTo>
                  <a:lnTo>
                    <a:pt x="2854093" y="2299333"/>
                  </a:lnTo>
                  <a:lnTo>
                    <a:pt x="2854186" y="2299333"/>
                  </a:lnTo>
                  <a:lnTo>
                    <a:pt x="2854279" y="2299333"/>
                  </a:lnTo>
                  <a:lnTo>
                    <a:pt x="2854372" y="2299333"/>
                  </a:lnTo>
                  <a:lnTo>
                    <a:pt x="2854466" y="2299333"/>
                  </a:lnTo>
                  <a:lnTo>
                    <a:pt x="2854559" y="2299333"/>
                  </a:lnTo>
                  <a:lnTo>
                    <a:pt x="2854652" y="2299333"/>
                  </a:lnTo>
                  <a:lnTo>
                    <a:pt x="2854745" y="2299333"/>
                  </a:lnTo>
                  <a:lnTo>
                    <a:pt x="2854839" y="2299333"/>
                  </a:lnTo>
                  <a:lnTo>
                    <a:pt x="2854932" y="2299333"/>
                  </a:lnTo>
                  <a:lnTo>
                    <a:pt x="2855025" y="2299333"/>
                  </a:lnTo>
                  <a:lnTo>
                    <a:pt x="2855118" y="2299333"/>
                  </a:lnTo>
                  <a:lnTo>
                    <a:pt x="2855212" y="2299333"/>
                  </a:lnTo>
                  <a:lnTo>
                    <a:pt x="2855305" y="2299333"/>
                  </a:lnTo>
                  <a:lnTo>
                    <a:pt x="2855398" y="2299333"/>
                  </a:lnTo>
                  <a:lnTo>
                    <a:pt x="2855491" y="2299333"/>
                  </a:lnTo>
                  <a:lnTo>
                    <a:pt x="2855585" y="2299333"/>
                  </a:lnTo>
                  <a:lnTo>
                    <a:pt x="2855678" y="2299333"/>
                  </a:lnTo>
                  <a:lnTo>
                    <a:pt x="2855771" y="2299333"/>
                  </a:lnTo>
                  <a:lnTo>
                    <a:pt x="2855864" y="2299333"/>
                  </a:lnTo>
                  <a:lnTo>
                    <a:pt x="2855958" y="2299333"/>
                  </a:lnTo>
                  <a:lnTo>
                    <a:pt x="2856051" y="2299333"/>
                  </a:lnTo>
                  <a:lnTo>
                    <a:pt x="2856144" y="2299333"/>
                  </a:lnTo>
                  <a:lnTo>
                    <a:pt x="2856237" y="2299333"/>
                  </a:lnTo>
                  <a:lnTo>
                    <a:pt x="2856331" y="2299333"/>
                  </a:lnTo>
                  <a:lnTo>
                    <a:pt x="2856424" y="2299333"/>
                  </a:lnTo>
                  <a:lnTo>
                    <a:pt x="2856517" y="2299333"/>
                  </a:lnTo>
                  <a:lnTo>
                    <a:pt x="2856610" y="2299333"/>
                  </a:lnTo>
                  <a:lnTo>
                    <a:pt x="2856704" y="2299333"/>
                  </a:lnTo>
                  <a:lnTo>
                    <a:pt x="2856797" y="2299333"/>
                  </a:lnTo>
                  <a:lnTo>
                    <a:pt x="2856890" y="2299333"/>
                  </a:lnTo>
                  <a:lnTo>
                    <a:pt x="2856983" y="2299333"/>
                  </a:lnTo>
                  <a:lnTo>
                    <a:pt x="2857077" y="2299333"/>
                  </a:lnTo>
                  <a:lnTo>
                    <a:pt x="2857170" y="2299333"/>
                  </a:lnTo>
                  <a:lnTo>
                    <a:pt x="2857263" y="2299333"/>
                  </a:lnTo>
                  <a:lnTo>
                    <a:pt x="2857356" y="2299333"/>
                  </a:lnTo>
                  <a:lnTo>
                    <a:pt x="2857450" y="2299333"/>
                  </a:lnTo>
                  <a:lnTo>
                    <a:pt x="2857543" y="2299333"/>
                  </a:lnTo>
                  <a:lnTo>
                    <a:pt x="2857636" y="2299333"/>
                  </a:lnTo>
                  <a:lnTo>
                    <a:pt x="2857729" y="2299333"/>
                  </a:lnTo>
                  <a:lnTo>
                    <a:pt x="2857823" y="2299333"/>
                  </a:lnTo>
                  <a:lnTo>
                    <a:pt x="2857823" y="2289379"/>
                  </a:lnTo>
                  <a:lnTo>
                    <a:pt x="2857916" y="2289379"/>
                  </a:lnTo>
                  <a:lnTo>
                    <a:pt x="2858009" y="2289379"/>
                  </a:lnTo>
                  <a:lnTo>
                    <a:pt x="2858102" y="2289379"/>
                  </a:lnTo>
                  <a:lnTo>
                    <a:pt x="2858196" y="2289379"/>
                  </a:lnTo>
                  <a:lnTo>
                    <a:pt x="2858289" y="2289379"/>
                  </a:lnTo>
                  <a:lnTo>
                    <a:pt x="2858382" y="2289379"/>
                  </a:lnTo>
                  <a:lnTo>
                    <a:pt x="2858475" y="2289379"/>
                  </a:lnTo>
                  <a:lnTo>
                    <a:pt x="2858568" y="2289379"/>
                  </a:lnTo>
                  <a:lnTo>
                    <a:pt x="2858662" y="2289379"/>
                  </a:lnTo>
                  <a:lnTo>
                    <a:pt x="2858755" y="2289379"/>
                  </a:lnTo>
                  <a:lnTo>
                    <a:pt x="2858848" y="2289379"/>
                  </a:lnTo>
                  <a:lnTo>
                    <a:pt x="2858941" y="2289379"/>
                  </a:lnTo>
                  <a:lnTo>
                    <a:pt x="2859035" y="2289379"/>
                  </a:lnTo>
                  <a:lnTo>
                    <a:pt x="2859128" y="2289379"/>
                  </a:lnTo>
                  <a:lnTo>
                    <a:pt x="2859221" y="2289379"/>
                  </a:lnTo>
                  <a:lnTo>
                    <a:pt x="2859314" y="2289379"/>
                  </a:lnTo>
                  <a:lnTo>
                    <a:pt x="2859408" y="2289379"/>
                  </a:lnTo>
                  <a:lnTo>
                    <a:pt x="2859501" y="2289379"/>
                  </a:lnTo>
                  <a:lnTo>
                    <a:pt x="2859594" y="2289379"/>
                  </a:lnTo>
                  <a:lnTo>
                    <a:pt x="2859687" y="2289379"/>
                  </a:lnTo>
                  <a:lnTo>
                    <a:pt x="2859781" y="2289379"/>
                  </a:lnTo>
                  <a:lnTo>
                    <a:pt x="2859874" y="2289379"/>
                  </a:lnTo>
                  <a:lnTo>
                    <a:pt x="2859967" y="2289379"/>
                  </a:lnTo>
                  <a:lnTo>
                    <a:pt x="2860060" y="2289379"/>
                  </a:lnTo>
                  <a:lnTo>
                    <a:pt x="2860154" y="2289379"/>
                  </a:lnTo>
                  <a:lnTo>
                    <a:pt x="2860247" y="2289379"/>
                  </a:lnTo>
                  <a:lnTo>
                    <a:pt x="2860340" y="2289379"/>
                  </a:lnTo>
                  <a:lnTo>
                    <a:pt x="2860433" y="2289379"/>
                  </a:lnTo>
                  <a:lnTo>
                    <a:pt x="2860527" y="2289379"/>
                  </a:lnTo>
                  <a:lnTo>
                    <a:pt x="2860620" y="2289379"/>
                  </a:lnTo>
                  <a:lnTo>
                    <a:pt x="2860713" y="2289379"/>
                  </a:lnTo>
                  <a:lnTo>
                    <a:pt x="2860806" y="2289379"/>
                  </a:lnTo>
                  <a:lnTo>
                    <a:pt x="2860900" y="2289379"/>
                  </a:lnTo>
                  <a:lnTo>
                    <a:pt x="2860993" y="2289379"/>
                  </a:lnTo>
                  <a:lnTo>
                    <a:pt x="2861086" y="2289379"/>
                  </a:lnTo>
                  <a:lnTo>
                    <a:pt x="2861179" y="2289379"/>
                  </a:lnTo>
                  <a:lnTo>
                    <a:pt x="2861273" y="2289379"/>
                  </a:lnTo>
                  <a:lnTo>
                    <a:pt x="2861366" y="2289379"/>
                  </a:lnTo>
                  <a:lnTo>
                    <a:pt x="2861459" y="2289379"/>
                  </a:lnTo>
                  <a:lnTo>
                    <a:pt x="2861552" y="2289379"/>
                  </a:lnTo>
                  <a:lnTo>
                    <a:pt x="2861646" y="2289379"/>
                  </a:lnTo>
                  <a:lnTo>
                    <a:pt x="2861739" y="2289379"/>
                  </a:lnTo>
                  <a:lnTo>
                    <a:pt x="2861832" y="2289379"/>
                  </a:lnTo>
                  <a:lnTo>
                    <a:pt x="2861925" y="2289379"/>
                  </a:lnTo>
                  <a:lnTo>
                    <a:pt x="2862019" y="2289379"/>
                  </a:lnTo>
                  <a:lnTo>
                    <a:pt x="2862112" y="2289379"/>
                  </a:lnTo>
                  <a:lnTo>
                    <a:pt x="2862205" y="2289379"/>
                  </a:lnTo>
                  <a:lnTo>
                    <a:pt x="2862298" y="2289379"/>
                  </a:lnTo>
                  <a:lnTo>
                    <a:pt x="2862392" y="2289379"/>
                  </a:lnTo>
                  <a:lnTo>
                    <a:pt x="2862485" y="2289379"/>
                  </a:lnTo>
                  <a:lnTo>
                    <a:pt x="2862578" y="2289379"/>
                  </a:lnTo>
                  <a:lnTo>
                    <a:pt x="2862671" y="2289379"/>
                  </a:lnTo>
                  <a:lnTo>
                    <a:pt x="2862765" y="2289379"/>
                  </a:lnTo>
                  <a:lnTo>
                    <a:pt x="2862858" y="2289379"/>
                  </a:lnTo>
                  <a:lnTo>
                    <a:pt x="2862951" y="2289379"/>
                  </a:lnTo>
                  <a:lnTo>
                    <a:pt x="2863044" y="2289379"/>
                  </a:lnTo>
                  <a:lnTo>
                    <a:pt x="2863138" y="2289379"/>
                  </a:lnTo>
                  <a:lnTo>
                    <a:pt x="2863231" y="2289379"/>
                  </a:lnTo>
                  <a:lnTo>
                    <a:pt x="2863324" y="2289379"/>
                  </a:lnTo>
                  <a:lnTo>
                    <a:pt x="2863417" y="2289379"/>
                  </a:lnTo>
                  <a:lnTo>
                    <a:pt x="2863511" y="2289379"/>
                  </a:lnTo>
                  <a:lnTo>
                    <a:pt x="2863604" y="2289379"/>
                  </a:lnTo>
                  <a:lnTo>
                    <a:pt x="2863697" y="2289379"/>
                  </a:lnTo>
                  <a:lnTo>
                    <a:pt x="2863790" y="2289379"/>
                  </a:lnTo>
                  <a:lnTo>
                    <a:pt x="2863884" y="2289379"/>
                  </a:lnTo>
                  <a:lnTo>
                    <a:pt x="2863977" y="2289379"/>
                  </a:lnTo>
                  <a:lnTo>
                    <a:pt x="2864070" y="2289379"/>
                  </a:lnTo>
                  <a:lnTo>
                    <a:pt x="2864163" y="2289379"/>
                  </a:lnTo>
                  <a:lnTo>
                    <a:pt x="2864257" y="2289379"/>
                  </a:lnTo>
                  <a:lnTo>
                    <a:pt x="2864350" y="2289379"/>
                  </a:lnTo>
                  <a:lnTo>
                    <a:pt x="2864443" y="2289379"/>
                  </a:lnTo>
                  <a:lnTo>
                    <a:pt x="2864536" y="2289379"/>
                  </a:lnTo>
                  <a:lnTo>
                    <a:pt x="2864630" y="2289379"/>
                  </a:lnTo>
                  <a:lnTo>
                    <a:pt x="2864723" y="2289379"/>
                  </a:lnTo>
                  <a:lnTo>
                    <a:pt x="2864816" y="2289379"/>
                  </a:lnTo>
                  <a:lnTo>
                    <a:pt x="2864909" y="2289379"/>
                  </a:lnTo>
                  <a:lnTo>
                    <a:pt x="2865003" y="2289379"/>
                  </a:lnTo>
                  <a:lnTo>
                    <a:pt x="2865096" y="2289379"/>
                  </a:lnTo>
                  <a:lnTo>
                    <a:pt x="2865189" y="2289379"/>
                  </a:lnTo>
                  <a:lnTo>
                    <a:pt x="2865282" y="2289379"/>
                  </a:lnTo>
                  <a:lnTo>
                    <a:pt x="2865375" y="2289379"/>
                  </a:lnTo>
                  <a:lnTo>
                    <a:pt x="2865469" y="2289379"/>
                  </a:lnTo>
                  <a:lnTo>
                    <a:pt x="2865562" y="2289379"/>
                  </a:lnTo>
                  <a:lnTo>
                    <a:pt x="2865655" y="2289379"/>
                  </a:lnTo>
                  <a:lnTo>
                    <a:pt x="2865748" y="2289379"/>
                  </a:lnTo>
                  <a:lnTo>
                    <a:pt x="2865842" y="2289379"/>
                  </a:lnTo>
                  <a:lnTo>
                    <a:pt x="2865935" y="2289379"/>
                  </a:lnTo>
                  <a:lnTo>
                    <a:pt x="2866028" y="2289379"/>
                  </a:lnTo>
                  <a:lnTo>
                    <a:pt x="2866121" y="2289379"/>
                  </a:lnTo>
                  <a:lnTo>
                    <a:pt x="2866215" y="2289379"/>
                  </a:lnTo>
                  <a:lnTo>
                    <a:pt x="2866308" y="2289379"/>
                  </a:lnTo>
                  <a:lnTo>
                    <a:pt x="2866401" y="2289379"/>
                  </a:lnTo>
                  <a:lnTo>
                    <a:pt x="2866494" y="2289379"/>
                  </a:lnTo>
                  <a:lnTo>
                    <a:pt x="2866588" y="2289379"/>
                  </a:lnTo>
                  <a:lnTo>
                    <a:pt x="2866681" y="2289379"/>
                  </a:lnTo>
                  <a:lnTo>
                    <a:pt x="2866774" y="2289379"/>
                  </a:lnTo>
                  <a:lnTo>
                    <a:pt x="2866867" y="2289379"/>
                  </a:lnTo>
                  <a:lnTo>
                    <a:pt x="2866961" y="2289379"/>
                  </a:lnTo>
                  <a:lnTo>
                    <a:pt x="2867054" y="2289379"/>
                  </a:lnTo>
                  <a:lnTo>
                    <a:pt x="2867147" y="2289379"/>
                  </a:lnTo>
                  <a:lnTo>
                    <a:pt x="2867240" y="2289379"/>
                  </a:lnTo>
                  <a:lnTo>
                    <a:pt x="2867334" y="2289379"/>
                  </a:lnTo>
                  <a:lnTo>
                    <a:pt x="2867427" y="2289379"/>
                  </a:lnTo>
                  <a:lnTo>
                    <a:pt x="2867520" y="2289379"/>
                  </a:lnTo>
                  <a:lnTo>
                    <a:pt x="2867613" y="2289379"/>
                  </a:lnTo>
                  <a:lnTo>
                    <a:pt x="2867707" y="2289379"/>
                  </a:lnTo>
                  <a:lnTo>
                    <a:pt x="2867800" y="2289379"/>
                  </a:lnTo>
                  <a:lnTo>
                    <a:pt x="2867893" y="2289379"/>
                  </a:lnTo>
                  <a:lnTo>
                    <a:pt x="2867986" y="2289379"/>
                  </a:lnTo>
                  <a:lnTo>
                    <a:pt x="2868080" y="2289379"/>
                  </a:lnTo>
                  <a:lnTo>
                    <a:pt x="2868080" y="2279425"/>
                  </a:lnTo>
                  <a:lnTo>
                    <a:pt x="2868173" y="2279425"/>
                  </a:lnTo>
                  <a:lnTo>
                    <a:pt x="2868266" y="2279425"/>
                  </a:lnTo>
                  <a:lnTo>
                    <a:pt x="2868359" y="2279425"/>
                  </a:lnTo>
                  <a:lnTo>
                    <a:pt x="2868453" y="2279425"/>
                  </a:lnTo>
                  <a:lnTo>
                    <a:pt x="2868546" y="2279425"/>
                  </a:lnTo>
                  <a:lnTo>
                    <a:pt x="2868639" y="2279425"/>
                  </a:lnTo>
                  <a:lnTo>
                    <a:pt x="2868732" y="2279425"/>
                  </a:lnTo>
                  <a:lnTo>
                    <a:pt x="2868826" y="2279425"/>
                  </a:lnTo>
                  <a:lnTo>
                    <a:pt x="2868919" y="2279425"/>
                  </a:lnTo>
                  <a:lnTo>
                    <a:pt x="2869012" y="2279425"/>
                  </a:lnTo>
                  <a:lnTo>
                    <a:pt x="2869105" y="2279425"/>
                  </a:lnTo>
                  <a:lnTo>
                    <a:pt x="2869199" y="2279425"/>
                  </a:lnTo>
                  <a:lnTo>
                    <a:pt x="2869292" y="2279425"/>
                  </a:lnTo>
                  <a:lnTo>
                    <a:pt x="2869385" y="2279425"/>
                  </a:lnTo>
                  <a:lnTo>
                    <a:pt x="2869385" y="2269471"/>
                  </a:lnTo>
                  <a:lnTo>
                    <a:pt x="2869478" y="2269471"/>
                  </a:lnTo>
                  <a:lnTo>
                    <a:pt x="2869572" y="2269471"/>
                  </a:lnTo>
                  <a:lnTo>
                    <a:pt x="2869665" y="2269471"/>
                  </a:lnTo>
                  <a:lnTo>
                    <a:pt x="2869758" y="2269471"/>
                  </a:lnTo>
                  <a:lnTo>
                    <a:pt x="2869851" y="2269471"/>
                  </a:lnTo>
                  <a:lnTo>
                    <a:pt x="2869945" y="2269471"/>
                  </a:lnTo>
                  <a:lnTo>
                    <a:pt x="2870038" y="2269471"/>
                  </a:lnTo>
                  <a:lnTo>
                    <a:pt x="2870131" y="2269471"/>
                  </a:lnTo>
                  <a:lnTo>
                    <a:pt x="2870224" y="2269471"/>
                  </a:lnTo>
                  <a:lnTo>
                    <a:pt x="2870318" y="2269471"/>
                  </a:lnTo>
                  <a:lnTo>
                    <a:pt x="2870411" y="2269471"/>
                  </a:lnTo>
                  <a:lnTo>
                    <a:pt x="2870504" y="2269471"/>
                  </a:lnTo>
                  <a:lnTo>
                    <a:pt x="2870597" y="2269471"/>
                  </a:lnTo>
                  <a:lnTo>
                    <a:pt x="2870691" y="2269471"/>
                  </a:lnTo>
                  <a:lnTo>
                    <a:pt x="2870784" y="2269471"/>
                  </a:lnTo>
                  <a:lnTo>
                    <a:pt x="2870877" y="2269471"/>
                  </a:lnTo>
                  <a:lnTo>
                    <a:pt x="2870970" y="2269471"/>
                  </a:lnTo>
                  <a:lnTo>
                    <a:pt x="2871064" y="2269471"/>
                  </a:lnTo>
                  <a:lnTo>
                    <a:pt x="2871157" y="2269471"/>
                  </a:lnTo>
                  <a:lnTo>
                    <a:pt x="2871250" y="2269471"/>
                  </a:lnTo>
                  <a:lnTo>
                    <a:pt x="2871343" y="2269471"/>
                  </a:lnTo>
                  <a:lnTo>
                    <a:pt x="2871437" y="2269471"/>
                  </a:lnTo>
                  <a:lnTo>
                    <a:pt x="2871530" y="2269471"/>
                  </a:lnTo>
                  <a:lnTo>
                    <a:pt x="2871623" y="2269471"/>
                  </a:lnTo>
                  <a:lnTo>
                    <a:pt x="2871716" y="2269471"/>
                  </a:lnTo>
                  <a:lnTo>
                    <a:pt x="2871810" y="2269471"/>
                  </a:lnTo>
                  <a:lnTo>
                    <a:pt x="2871903" y="2269471"/>
                  </a:lnTo>
                  <a:lnTo>
                    <a:pt x="2871996" y="2269471"/>
                  </a:lnTo>
                  <a:lnTo>
                    <a:pt x="2872089" y="2269471"/>
                  </a:lnTo>
                  <a:lnTo>
                    <a:pt x="2872183" y="2269471"/>
                  </a:lnTo>
                  <a:lnTo>
                    <a:pt x="2872276" y="2269471"/>
                  </a:lnTo>
                  <a:lnTo>
                    <a:pt x="2872369" y="2269471"/>
                  </a:lnTo>
                  <a:lnTo>
                    <a:pt x="2872462" y="2269471"/>
                  </a:lnTo>
                  <a:lnTo>
                    <a:pt x="2872555" y="2269471"/>
                  </a:lnTo>
                  <a:lnTo>
                    <a:pt x="2872649" y="2269471"/>
                  </a:lnTo>
                  <a:lnTo>
                    <a:pt x="2872742" y="2269471"/>
                  </a:lnTo>
                  <a:lnTo>
                    <a:pt x="2872835" y="2269471"/>
                  </a:lnTo>
                  <a:lnTo>
                    <a:pt x="2872928" y="2269471"/>
                  </a:lnTo>
                  <a:lnTo>
                    <a:pt x="2873022" y="2269471"/>
                  </a:lnTo>
                  <a:lnTo>
                    <a:pt x="2873115" y="2269471"/>
                  </a:lnTo>
                  <a:lnTo>
                    <a:pt x="2873208" y="2269471"/>
                  </a:lnTo>
                  <a:lnTo>
                    <a:pt x="2873301" y="2269471"/>
                  </a:lnTo>
                  <a:lnTo>
                    <a:pt x="2873395" y="2269471"/>
                  </a:lnTo>
                  <a:lnTo>
                    <a:pt x="2873488" y="2269471"/>
                  </a:lnTo>
                  <a:lnTo>
                    <a:pt x="2873581" y="2269471"/>
                  </a:lnTo>
                  <a:lnTo>
                    <a:pt x="2873674" y="2269471"/>
                  </a:lnTo>
                  <a:lnTo>
                    <a:pt x="2873768" y="2269471"/>
                  </a:lnTo>
                  <a:lnTo>
                    <a:pt x="2873861" y="2269471"/>
                  </a:lnTo>
                  <a:lnTo>
                    <a:pt x="2873954" y="2269471"/>
                  </a:lnTo>
                  <a:lnTo>
                    <a:pt x="2874047" y="2269471"/>
                  </a:lnTo>
                  <a:lnTo>
                    <a:pt x="2874141" y="2269471"/>
                  </a:lnTo>
                  <a:lnTo>
                    <a:pt x="2874234" y="2269471"/>
                  </a:lnTo>
                  <a:lnTo>
                    <a:pt x="2874327" y="2269471"/>
                  </a:lnTo>
                  <a:lnTo>
                    <a:pt x="2874420" y="2269471"/>
                  </a:lnTo>
                  <a:lnTo>
                    <a:pt x="2874514" y="2269471"/>
                  </a:lnTo>
                  <a:lnTo>
                    <a:pt x="2874607" y="2269471"/>
                  </a:lnTo>
                  <a:lnTo>
                    <a:pt x="2874700" y="2269471"/>
                  </a:lnTo>
                  <a:lnTo>
                    <a:pt x="2874793" y="2269471"/>
                  </a:lnTo>
                  <a:lnTo>
                    <a:pt x="2874887" y="2269471"/>
                  </a:lnTo>
                  <a:lnTo>
                    <a:pt x="2874980" y="2269471"/>
                  </a:lnTo>
                  <a:lnTo>
                    <a:pt x="2875073" y="2269471"/>
                  </a:lnTo>
                  <a:lnTo>
                    <a:pt x="2875166" y="2269471"/>
                  </a:lnTo>
                  <a:lnTo>
                    <a:pt x="2875260" y="2269471"/>
                  </a:lnTo>
                  <a:lnTo>
                    <a:pt x="2875353" y="2269471"/>
                  </a:lnTo>
                  <a:lnTo>
                    <a:pt x="2875446" y="2269471"/>
                  </a:lnTo>
                  <a:lnTo>
                    <a:pt x="2875539" y="2269471"/>
                  </a:lnTo>
                  <a:lnTo>
                    <a:pt x="2875633" y="2269471"/>
                  </a:lnTo>
                  <a:lnTo>
                    <a:pt x="2875726" y="2269471"/>
                  </a:lnTo>
                  <a:lnTo>
                    <a:pt x="2875819" y="2269471"/>
                  </a:lnTo>
                  <a:lnTo>
                    <a:pt x="2875912" y="2269471"/>
                  </a:lnTo>
                  <a:lnTo>
                    <a:pt x="2876006" y="2269471"/>
                  </a:lnTo>
                  <a:lnTo>
                    <a:pt x="2876099" y="2269471"/>
                  </a:lnTo>
                  <a:lnTo>
                    <a:pt x="2876192" y="2269471"/>
                  </a:lnTo>
                  <a:lnTo>
                    <a:pt x="2876285" y="2269471"/>
                  </a:lnTo>
                  <a:lnTo>
                    <a:pt x="2876379" y="2269471"/>
                  </a:lnTo>
                  <a:lnTo>
                    <a:pt x="2876472" y="2269471"/>
                  </a:lnTo>
                  <a:lnTo>
                    <a:pt x="2876565" y="2269471"/>
                  </a:lnTo>
                  <a:lnTo>
                    <a:pt x="2876658" y="2269471"/>
                  </a:lnTo>
                  <a:lnTo>
                    <a:pt x="2876752" y="2269471"/>
                  </a:lnTo>
                  <a:lnTo>
                    <a:pt x="2876845" y="2269471"/>
                  </a:lnTo>
                  <a:lnTo>
                    <a:pt x="2876938" y="2269471"/>
                  </a:lnTo>
                  <a:lnTo>
                    <a:pt x="2877031" y="2269471"/>
                  </a:lnTo>
                  <a:lnTo>
                    <a:pt x="2877125" y="2269471"/>
                  </a:lnTo>
                  <a:lnTo>
                    <a:pt x="2877218" y="2269471"/>
                  </a:lnTo>
                  <a:lnTo>
                    <a:pt x="2877311" y="2269471"/>
                  </a:lnTo>
                  <a:lnTo>
                    <a:pt x="2877404" y="2269471"/>
                  </a:lnTo>
                  <a:lnTo>
                    <a:pt x="2877498" y="2269471"/>
                  </a:lnTo>
                  <a:lnTo>
                    <a:pt x="2877591" y="2269471"/>
                  </a:lnTo>
                  <a:lnTo>
                    <a:pt x="2877684" y="2269471"/>
                  </a:lnTo>
                  <a:lnTo>
                    <a:pt x="2877777" y="2269471"/>
                  </a:lnTo>
                  <a:lnTo>
                    <a:pt x="2877871" y="2269471"/>
                  </a:lnTo>
                  <a:lnTo>
                    <a:pt x="2877964" y="2269471"/>
                  </a:lnTo>
                  <a:lnTo>
                    <a:pt x="2878057" y="2269471"/>
                  </a:lnTo>
                  <a:lnTo>
                    <a:pt x="2878150" y="2269471"/>
                  </a:lnTo>
                  <a:lnTo>
                    <a:pt x="2878244" y="2269471"/>
                  </a:lnTo>
                  <a:lnTo>
                    <a:pt x="2878337" y="2269471"/>
                  </a:lnTo>
                  <a:lnTo>
                    <a:pt x="2878430" y="2269471"/>
                  </a:lnTo>
                  <a:lnTo>
                    <a:pt x="2878523" y="2269471"/>
                  </a:lnTo>
                  <a:lnTo>
                    <a:pt x="2878617" y="2269471"/>
                  </a:lnTo>
                  <a:lnTo>
                    <a:pt x="2878710" y="2269471"/>
                  </a:lnTo>
                  <a:lnTo>
                    <a:pt x="2878803" y="2269471"/>
                  </a:lnTo>
                  <a:lnTo>
                    <a:pt x="2878896" y="2269471"/>
                  </a:lnTo>
                  <a:lnTo>
                    <a:pt x="2878990" y="2269471"/>
                  </a:lnTo>
                  <a:lnTo>
                    <a:pt x="2879083" y="2269471"/>
                  </a:lnTo>
                  <a:lnTo>
                    <a:pt x="2879176" y="2269471"/>
                  </a:lnTo>
                  <a:lnTo>
                    <a:pt x="2879269" y="2269471"/>
                  </a:lnTo>
                  <a:lnTo>
                    <a:pt x="2879362" y="2269471"/>
                  </a:lnTo>
                  <a:lnTo>
                    <a:pt x="2879456" y="2269471"/>
                  </a:lnTo>
                  <a:lnTo>
                    <a:pt x="2879549" y="2269471"/>
                  </a:lnTo>
                  <a:lnTo>
                    <a:pt x="2879642" y="2269471"/>
                  </a:lnTo>
                  <a:lnTo>
                    <a:pt x="2879735" y="2269471"/>
                  </a:lnTo>
                  <a:lnTo>
                    <a:pt x="2879829" y="2269471"/>
                  </a:lnTo>
                  <a:lnTo>
                    <a:pt x="2879922" y="2269471"/>
                  </a:lnTo>
                  <a:lnTo>
                    <a:pt x="2880015" y="2269471"/>
                  </a:lnTo>
                  <a:lnTo>
                    <a:pt x="2880108" y="2269471"/>
                  </a:lnTo>
                  <a:lnTo>
                    <a:pt x="2880202" y="2269471"/>
                  </a:lnTo>
                  <a:lnTo>
                    <a:pt x="2880295" y="2269471"/>
                  </a:lnTo>
                  <a:lnTo>
                    <a:pt x="2880388" y="2269471"/>
                  </a:lnTo>
                  <a:lnTo>
                    <a:pt x="2880481" y="2269471"/>
                  </a:lnTo>
                  <a:lnTo>
                    <a:pt x="2880575" y="2269471"/>
                  </a:lnTo>
                  <a:lnTo>
                    <a:pt x="2880668" y="2269471"/>
                  </a:lnTo>
                  <a:lnTo>
                    <a:pt x="2880761" y="2269471"/>
                  </a:lnTo>
                  <a:lnTo>
                    <a:pt x="2880854" y="2269471"/>
                  </a:lnTo>
                  <a:lnTo>
                    <a:pt x="2880948" y="2269471"/>
                  </a:lnTo>
                  <a:lnTo>
                    <a:pt x="2881041" y="2269471"/>
                  </a:lnTo>
                  <a:lnTo>
                    <a:pt x="2881134" y="2269471"/>
                  </a:lnTo>
                  <a:lnTo>
                    <a:pt x="2881227" y="2269471"/>
                  </a:lnTo>
                  <a:lnTo>
                    <a:pt x="2881321" y="2269471"/>
                  </a:lnTo>
                  <a:lnTo>
                    <a:pt x="2881414" y="2269471"/>
                  </a:lnTo>
                  <a:lnTo>
                    <a:pt x="2881507" y="2269471"/>
                  </a:lnTo>
                  <a:lnTo>
                    <a:pt x="2881600" y="2269471"/>
                  </a:lnTo>
                  <a:lnTo>
                    <a:pt x="2881694" y="2269471"/>
                  </a:lnTo>
                  <a:lnTo>
                    <a:pt x="2881787" y="2269471"/>
                  </a:lnTo>
                  <a:lnTo>
                    <a:pt x="2881880" y="2269471"/>
                  </a:lnTo>
                  <a:lnTo>
                    <a:pt x="2881973" y="2269471"/>
                  </a:lnTo>
                  <a:lnTo>
                    <a:pt x="2882067" y="2269471"/>
                  </a:lnTo>
                  <a:lnTo>
                    <a:pt x="2882160" y="2269471"/>
                  </a:lnTo>
                  <a:lnTo>
                    <a:pt x="2882253" y="2269471"/>
                  </a:lnTo>
                  <a:lnTo>
                    <a:pt x="2882346" y="2269471"/>
                  </a:lnTo>
                  <a:lnTo>
                    <a:pt x="2882440" y="2269471"/>
                  </a:lnTo>
                  <a:lnTo>
                    <a:pt x="2882533" y="2269471"/>
                  </a:lnTo>
                  <a:lnTo>
                    <a:pt x="2882626" y="2269471"/>
                  </a:lnTo>
                  <a:lnTo>
                    <a:pt x="2882719" y="2269471"/>
                  </a:lnTo>
                  <a:lnTo>
                    <a:pt x="2882813" y="2269471"/>
                  </a:lnTo>
                  <a:lnTo>
                    <a:pt x="2882906" y="2269471"/>
                  </a:lnTo>
                  <a:lnTo>
                    <a:pt x="2882999" y="2269471"/>
                  </a:lnTo>
                  <a:lnTo>
                    <a:pt x="2883092" y="2269471"/>
                  </a:lnTo>
                  <a:lnTo>
                    <a:pt x="2883186" y="2269471"/>
                  </a:lnTo>
                  <a:lnTo>
                    <a:pt x="2883279" y="2269471"/>
                  </a:lnTo>
                  <a:lnTo>
                    <a:pt x="2883372" y="2269471"/>
                  </a:lnTo>
                  <a:lnTo>
                    <a:pt x="2883465" y="2269471"/>
                  </a:lnTo>
                  <a:lnTo>
                    <a:pt x="2883559" y="2269471"/>
                  </a:lnTo>
                  <a:lnTo>
                    <a:pt x="2883652" y="2269471"/>
                  </a:lnTo>
                  <a:lnTo>
                    <a:pt x="2883745" y="2269471"/>
                  </a:lnTo>
                  <a:lnTo>
                    <a:pt x="2883838" y="2269471"/>
                  </a:lnTo>
                  <a:lnTo>
                    <a:pt x="2883932" y="2269471"/>
                  </a:lnTo>
                  <a:lnTo>
                    <a:pt x="2884025" y="2269471"/>
                  </a:lnTo>
                  <a:lnTo>
                    <a:pt x="2884118" y="2269471"/>
                  </a:lnTo>
                  <a:lnTo>
                    <a:pt x="2884211" y="2269471"/>
                  </a:lnTo>
                  <a:lnTo>
                    <a:pt x="2884305" y="2269471"/>
                  </a:lnTo>
                  <a:lnTo>
                    <a:pt x="2884398" y="2269471"/>
                  </a:lnTo>
                  <a:lnTo>
                    <a:pt x="2884491" y="2269471"/>
                  </a:lnTo>
                  <a:lnTo>
                    <a:pt x="2884584" y="2269471"/>
                  </a:lnTo>
                  <a:lnTo>
                    <a:pt x="2884678" y="2269471"/>
                  </a:lnTo>
                  <a:lnTo>
                    <a:pt x="2884771" y="2269471"/>
                  </a:lnTo>
                  <a:lnTo>
                    <a:pt x="2884864" y="2269471"/>
                  </a:lnTo>
                  <a:lnTo>
                    <a:pt x="2884957" y="2269471"/>
                  </a:lnTo>
                  <a:lnTo>
                    <a:pt x="2885051" y="2269471"/>
                  </a:lnTo>
                  <a:lnTo>
                    <a:pt x="2885144" y="2269471"/>
                  </a:lnTo>
                  <a:lnTo>
                    <a:pt x="2885237" y="2269471"/>
                  </a:lnTo>
                  <a:lnTo>
                    <a:pt x="2885330" y="2269471"/>
                  </a:lnTo>
                  <a:lnTo>
                    <a:pt x="2885424" y="2269471"/>
                  </a:lnTo>
                  <a:lnTo>
                    <a:pt x="2885517" y="2269471"/>
                  </a:lnTo>
                  <a:lnTo>
                    <a:pt x="2885610" y="2269471"/>
                  </a:lnTo>
                  <a:lnTo>
                    <a:pt x="2885703" y="2269471"/>
                  </a:lnTo>
                  <a:lnTo>
                    <a:pt x="2885797" y="2269471"/>
                  </a:lnTo>
                  <a:lnTo>
                    <a:pt x="2885890" y="2269471"/>
                  </a:lnTo>
                  <a:lnTo>
                    <a:pt x="2885983" y="2269471"/>
                  </a:lnTo>
                  <a:lnTo>
                    <a:pt x="2886076" y="2269471"/>
                  </a:lnTo>
                  <a:lnTo>
                    <a:pt x="2886169" y="2269471"/>
                  </a:lnTo>
                  <a:lnTo>
                    <a:pt x="2886263" y="2269471"/>
                  </a:lnTo>
                  <a:lnTo>
                    <a:pt x="2886356" y="2269471"/>
                  </a:lnTo>
                  <a:lnTo>
                    <a:pt x="2886449" y="2269471"/>
                  </a:lnTo>
                  <a:lnTo>
                    <a:pt x="2886542" y="2269471"/>
                  </a:lnTo>
                  <a:lnTo>
                    <a:pt x="2886636" y="2269471"/>
                  </a:lnTo>
                  <a:lnTo>
                    <a:pt x="2886729" y="2269471"/>
                  </a:lnTo>
                  <a:lnTo>
                    <a:pt x="2886822" y="2269471"/>
                  </a:lnTo>
                  <a:lnTo>
                    <a:pt x="2886915" y="2269471"/>
                  </a:lnTo>
                  <a:lnTo>
                    <a:pt x="2887009" y="2269471"/>
                  </a:lnTo>
                  <a:lnTo>
                    <a:pt x="2887102" y="2269471"/>
                  </a:lnTo>
                  <a:lnTo>
                    <a:pt x="2887195" y="2269471"/>
                  </a:lnTo>
                  <a:lnTo>
                    <a:pt x="2887288" y="2269471"/>
                  </a:lnTo>
                  <a:lnTo>
                    <a:pt x="2887382" y="2269471"/>
                  </a:lnTo>
                  <a:lnTo>
                    <a:pt x="2887475" y="2269471"/>
                  </a:lnTo>
                  <a:lnTo>
                    <a:pt x="2887568" y="2269471"/>
                  </a:lnTo>
                  <a:lnTo>
                    <a:pt x="2887661" y="2269471"/>
                  </a:lnTo>
                  <a:lnTo>
                    <a:pt x="2887755" y="2269471"/>
                  </a:lnTo>
                  <a:lnTo>
                    <a:pt x="2887848" y="2269471"/>
                  </a:lnTo>
                  <a:lnTo>
                    <a:pt x="2887941" y="2269471"/>
                  </a:lnTo>
                  <a:lnTo>
                    <a:pt x="2888034" y="2269471"/>
                  </a:lnTo>
                  <a:lnTo>
                    <a:pt x="2888128" y="2269471"/>
                  </a:lnTo>
                  <a:lnTo>
                    <a:pt x="2888221" y="2269471"/>
                  </a:lnTo>
                  <a:lnTo>
                    <a:pt x="2888314" y="2269471"/>
                  </a:lnTo>
                  <a:lnTo>
                    <a:pt x="2888407" y="2269471"/>
                  </a:lnTo>
                  <a:lnTo>
                    <a:pt x="2888501" y="2269471"/>
                  </a:lnTo>
                  <a:lnTo>
                    <a:pt x="2888594" y="2269471"/>
                  </a:lnTo>
                  <a:lnTo>
                    <a:pt x="2888687" y="2269471"/>
                  </a:lnTo>
                  <a:lnTo>
                    <a:pt x="2888780" y="2269471"/>
                  </a:lnTo>
                  <a:lnTo>
                    <a:pt x="2888874" y="2269471"/>
                  </a:lnTo>
                  <a:lnTo>
                    <a:pt x="2888967" y="2269471"/>
                  </a:lnTo>
                  <a:lnTo>
                    <a:pt x="2889060" y="2269471"/>
                  </a:lnTo>
                  <a:lnTo>
                    <a:pt x="2889153" y="2269471"/>
                  </a:lnTo>
                  <a:lnTo>
                    <a:pt x="2889247" y="2269471"/>
                  </a:lnTo>
                  <a:lnTo>
                    <a:pt x="2889340" y="2269471"/>
                  </a:lnTo>
                  <a:lnTo>
                    <a:pt x="2889433" y="2269471"/>
                  </a:lnTo>
                  <a:lnTo>
                    <a:pt x="2889526" y="2269471"/>
                  </a:lnTo>
                  <a:lnTo>
                    <a:pt x="2889620" y="2269471"/>
                  </a:lnTo>
                  <a:lnTo>
                    <a:pt x="2889713" y="2269471"/>
                  </a:lnTo>
                  <a:lnTo>
                    <a:pt x="2889806" y="2269471"/>
                  </a:lnTo>
                  <a:lnTo>
                    <a:pt x="2889899" y="2269471"/>
                  </a:lnTo>
                  <a:lnTo>
                    <a:pt x="2889993" y="2269471"/>
                  </a:lnTo>
                  <a:lnTo>
                    <a:pt x="2890086" y="2269471"/>
                  </a:lnTo>
                  <a:lnTo>
                    <a:pt x="2890179" y="2269471"/>
                  </a:lnTo>
                  <a:lnTo>
                    <a:pt x="2890272" y="2269471"/>
                  </a:lnTo>
                  <a:lnTo>
                    <a:pt x="2890366" y="2269471"/>
                  </a:lnTo>
                  <a:lnTo>
                    <a:pt x="2890459" y="2269471"/>
                  </a:lnTo>
                  <a:lnTo>
                    <a:pt x="2890552" y="2269471"/>
                  </a:lnTo>
                  <a:lnTo>
                    <a:pt x="2890645" y="2269471"/>
                  </a:lnTo>
                  <a:lnTo>
                    <a:pt x="2890739" y="2269471"/>
                  </a:lnTo>
                  <a:lnTo>
                    <a:pt x="2890832" y="2269471"/>
                  </a:lnTo>
                  <a:lnTo>
                    <a:pt x="2890925" y="2269471"/>
                  </a:lnTo>
                  <a:lnTo>
                    <a:pt x="2891018" y="2269471"/>
                  </a:lnTo>
                  <a:lnTo>
                    <a:pt x="2891112" y="2269471"/>
                  </a:lnTo>
                  <a:lnTo>
                    <a:pt x="2891205" y="2269471"/>
                  </a:lnTo>
                  <a:lnTo>
                    <a:pt x="2891298" y="2269471"/>
                  </a:lnTo>
                  <a:lnTo>
                    <a:pt x="2891391" y="2269471"/>
                  </a:lnTo>
                  <a:lnTo>
                    <a:pt x="2891485" y="2269471"/>
                  </a:lnTo>
                  <a:lnTo>
                    <a:pt x="2891578" y="2269471"/>
                  </a:lnTo>
                  <a:lnTo>
                    <a:pt x="2891671" y="2269471"/>
                  </a:lnTo>
                  <a:lnTo>
                    <a:pt x="2891764" y="2269471"/>
                  </a:lnTo>
                  <a:lnTo>
                    <a:pt x="2891858" y="2269471"/>
                  </a:lnTo>
                  <a:lnTo>
                    <a:pt x="2891951" y="2269471"/>
                  </a:lnTo>
                  <a:lnTo>
                    <a:pt x="2892044" y="2269471"/>
                  </a:lnTo>
                  <a:lnTo>
                    <a:pt x="2892137" y="2269471"/>
                  </a:lnTo>
                  <a:lnTo>
                    <a:pt x="2892231" y="2269471"/>
                  </a:lnTo>
                  <a:lnTo>
                    <a:pt x="2892324" y="2269471"/>
                  </a:lnTo>
                  <a:lnTo>
                    <a:pt x="2892417" y="2269471"/>
                  </a:lnTo>
                  <a:lnTo>
                    <a:pt x="2892510" y="2269471"/>
                  </a:lnTo>
                  <a:lnTo>
                    <a:pt x="2892604" y="2269471"/>
                  </a:lnTo>
                  <a:lnTo>
                    <a:pt x="2892697" y="2269471"/>
                  </a:lnTo>
                  <a:lnTo>
                    <a:pt x="2892790" y="2269471"/>
                  </a:lnTo>
                  <a:lnTo>
                    <a:pt x="2892883" y="2269471"/>
                  </a:lnTo>
                  <a:lnTo>
                    <a:pt x="2892977" y="2269471"/>
                  </a:lnTo>
                  <a:lnTo>
                    <a:pt x="2893070" y="2269471"/>
                  </a:lnTo>
                  <a:lnTo>
                    <a:pt x="2893163" y="2269471"/>
                  </a:lnTo>
                  <a:lnTo>
                    <a:pt x="2893256" y="2269471"/>
                  </a:lnTo>
                  <a:lnTo>
                    <a:pt x="2893349" y="2269471"/>
                  </a:lnTo>
                  <a:lnTo>
                    <a:pt x="2893443" y="2269471"/>
                  </a:lnTo>
                  <a:lnTo>
                    <a:pt x="2893536" y="2269471"/>
                  </a:lnTo>
                  <a:lnTo>
                    <a:pt x="2893629" y="2269471"/>
                  </a:lnTo>
                  <a:lnTo>
                    <a:pt x="2893722" y="2269471"/>
                  </a:lnTo>
                  <a:lnTo>
                    <a:pt x="2893816" y="2269471"/>
                  </a:lnTo>
                  <a:lnTo>
                    <a:pt x="2893909" y="2269471"/>
                  </a:lnTo>
                  <a:lnTo>
                    <a:pt x="2894002" y="2269471"/>
                  </a:lnTo>
                  <a:lnTo>
                    <a:pt x="2894095" y="2269471"/>
                  </a:lnTo>
                  <a:lnTo>
                    <a:pt x="2894189" y="2269471"/>
                  </a:lnTo>
                  <a:lnTo>
                    <a:pt x="2894282" y="2269471"/>
                  </a:lnTo>
                  <a:lnTo>
                    <a:pt x="2894375" y="2269471"/>
                  </a:lnTo>
                  <a:lnTo>
                    <a:pt x="2894468" y="2269471"/>
                  </a:lnTo>
                  <a:lnTo>
                    <a:pt x="2894562" y="2269471"/>
                  </a:lnTo>
                  <a:lnTo>
                    <a:pt x="2894655" y="2269471"/>
                  </a:lnTo>
                  <a:lnTo>
                    <a:pt x="2894748" y="2269471"/>
                  </a:lnTo>
                  <a:lnTo>
                    <a:pt x="2894841" y="2269471"/>
                  </a:lnTo>
                  <a:lnTo>
                    <a:pt x="2894935" y="2269471"/>
                  </a:lnTo>
                  <a:lnTo>
                    <a:pt x="2895028" y="2269471"/>
                  </a:lnTo>
                  <a:lnTo>
                    <a:pt x="2895121" y="2269471"/>
                  </a:lnTo>
                  <a:lnTo>
                    <a:pt x="2895214" y="2269471"/>
                  </a:lnTo>
                  <a:lnTo>
                    <a:pt x="2895308" y="2269471"/>
                  </a:lnTo>
                  <a:lnTo>
                    <a:pt x="2895401" y="2269471"/>
                  </a:lnTo>
                  <a:lnTo>
                    <a:pt x="2895494" y="2269471"/>
                  </a:lnTo>
                  <a:lnTo>
                    <a:pt x="2895587" y="2269471"/>
                  </a:lnTo>
                  <a:lnTo>
                    <a:pt x="2895681" y="2269471"/>
                  </a:lnTo>
                  <a:lnTo>
                    <a:pt x="2895774" y="2269471"/>
                  </a:lnTo>
                  <a:lnTo>
                    <a:pt x="2895867" y="2269471"/>
                  </a:lnTo>
                  <a:lnTo>
                    <a:pt x="2895960" y="2269471"/>
                  </a:lnTo>
                  <a:lnTo>
                    <a:pt x="2896054" y="2269471"/>
                  </a:lnTo>
                  <a:lnTo>
                    <a:pt x="2896147" y="2269471"/>
                  </a:lnTo>
                  <a:lnTo>
                    <a:pt x="2896240" y="2269471"/>
                  </a:lnTo>
                  <a:lnTo>
                    <a:pt x="2896333" y="2269471"/>
                  </a:lnTo>
                  <a:lnTo>
                    <a:pt x="2896427" y="2269471"/>
                  </a:lnTo>
                  <a:lnTo>
                    <a:pt x="2896520" y="2269471"/>
                  </a:lnTo>
                  <a:lnTo>
                    <a:pt x="2896613" y="2269471"/>
                  </a:lnTo>
                  <a:lnTo>
                    <a:pt x="2896706" y="2269471"/>
                  </a:lnTo>
                  <a:lnTo>
                    <a:pt x="2896800" y="2269471"/>
                  </a:lnTo>
                  <a:lnTo>
                    <a:pt x="2896893" y="2269471"/>
                  </a:lnTo>
                  <a:lnTo>
                    <a:pt x="2896986" y="2269471"/>
                  </a:lnTo>
                  <a:lnTo>
                    <a:pt x="2897079" y="2269471"/>
                  </a:lnTo>
                  <a:lnTo>
                    <a:pt x="2897173" y="2269471"/>
                  </a:lnTo>
                  <a:lnTo>
                    <a:pt x="2897266" y="2269471"/>
                  </a:lnTo>
                  <a:lnTo>
                    <a:pt x="2897359" y="2269471"/>
                  </a:lnTo>
                  <a:lnTo>
                    <a:pt x="2897452" y="2269471"/>
                  </a:lnTo>
                  <a:lnTo>
                    <a:pt x="2897546" y="2269471"/>
                  </a:lnTo>
                  <a:lnTo>
                    <a:pt x="2897639" y="2269471"/>
                  </a:lnTo>
                  <a:lnTo>
                    <a:pt x="2897732" y="2269471"/>
                  </a:lnTo>
                  <a:lnTo>
                    <a:pt x="2897825" y="2269471"/>
                  </a:lnTo>
                  <a:lnTo>
                    <a:pt x="2897919" y="2269471"/>
                  </a:lnTo>
                  <a:lnTo>
                    <a:pt x="2898012" y="2269471"/>
                  </a:lnTo>
                  <a:lnTo>
                    <a:pt x="2898105" y="2269471"/>
                  </a:lnTo>
                  <a:lnTo>
                    <a:pt x="2898198" y="2269471"/>
                  </a:lnTo>
                  <a:lnTo>
                    <a:pt x="2898292" y="2269471"/>
                  </a:lnTo>
                  <a:lnTo>
                    <a:pt x="2898385" y="2269471"/>
                  </a:lnTo>
                  <a:lnTo>
                    <a:pt x="2898478" y="2269471"/>
                  </a:lnTo>
                  <a:lnTo>
                    <a:pt x="2898571" y="2269471"/>
                  </a:lnTo>
                  <a:lnTo>
                    <a:pt x="2898665" y="2269471"/>
                  </a:lnTo>
                  <a:lnTo>
                    <a:pt x="2898758" y="2269471"/>
                  </a:lnTo>
                  <a:lnTo>
                    <a:pt x="2898851" y="2269471"/>
                  </a:lnTo>
                  <a:lnTo>
                    <a:pt x="2898944" y="2269471"/>
                  </a:lnTo>
                  <a:lnTo>
                    <a:pt x="2899038" y="2269471"/>
                  </a:lnTo>
                  <a:lnTo>
                    <a:pt x="2899131" y="2269471"/>
                  </a:lnTo>
                  <a:lnTo>
                    <a:pt x="2899224" y="2269471"/>
                  </a:lnTo>
                  <a:lnTo>
                    <a:pt x="2899317" y="2269471"/>
                  </a:lnTo>
                  <a:lnTo>
                    <a:pt x="2899411" y="2269471"/>
                  </a:lnTo>
                  <a:lnTo>
                    <a:pt x="2899504" y="2269471"/>
                  </a:lnTo>
                  <a:lnTo>
                    <a:pt x="2899597" y="2269471"/>
                  </a:lnTo>
                  <a:lnTo>
                    <a:pt x="2899690" y="2269471"/>
                  </a:lnTo>
                  <a:lnTo>
                    <a:pt x="2899784" y="2269471"/>
                  </a:lnTo>
                  <a:lnTo>
                    <a:pt x="2899877" y="2269471"/>
                  </a:lnTo>
                  <a:lnTo>
                    <a:pt x="2899970" y="2269471"/>
                  </a:lnTo>
                  <a:lnTo>
                    <a:pt x="2900063" y="2269471"/>
                  </a:lnTo>
                  <a:lnTo>
                    <a:pt x="2900156" y="2269471"/>
                  </a:lnTo>
                  <a:lnTo>
                    <a:pt x="2900250" y="2269471"/>
                  </a:lnTo>
                  <a:lnTo>
                    <a:pt x="2900343" y="2269471"/>
                  </a:lnTo>
                  <a:lnTo>
                    <a:pt x="2900436" y="2269471"/>
                  </a:lnTo>
                  <a:lnTo>
                    <a:pt x="2900529" y="2269471"/>
                  </a:lnTo>
                  <a:lnTo>
                    <a:pt x="2900623" y="2269471"/>
                  </a:lnTo>
                  <a:lnTo>
                    <a:pt x="2900716" y="2269471"/>
                  </a:lnTo>
                  <a:lnTo>
                    <a:pt x="2900809" y="2269471"/>
                  </a:lnTo>
                  <a:lnTo>
                    <a:pt x="2900902" y="2269471"/>
                  </a:lnTo>
                  <a:lnTo>
                    <a:pt x="2900996" y="2269471"/>
                  </a:lnTo>
                  <a:lnTo>
                    <a:pt x="2901089" y="2269471"/>
                  </a:lnTo>
                  <a:lnTo>
                    <a:pt x="2901182" y="2269471"/>
                  </a:lnTo>
                  <a:lnTo>
                    <a:pt x="2901275" y="2269471"/>
                  </a:lnTo>
                  <a:lnTo>
                    <a:pt x="2901369" y="2269471"/>
                  </a:lnTo>
                  <a:lnTo>
                    <a:pt x="2901462" y="2269471"/>
                  </a:lnTo>
                  <a:lnTo>
                    <a:pt x="2901555" y="2269471"/>
                  </a:lnTo>
                  <a:lnTo>
                    <a:pt x="2901648" y="2269471"/>
                  </a:lnTo>
                  <a:lnTo>
                    <a:pt x="2901742" y="2269471"/>
                  </a:lnTo>
                  <a:lnTo>
                    <a:pt x="2901835" y="2269471"/>
                  </a:lnTo>
                  <a:lnTo>
                    <a:pt x="2901928" y="2269471"/>
                  </a:lnTo>
                  <a:lnTo>
                    <a:pt x="2902021" y="2269471"/>
                  </a:lnTo>
                  <a:lnTo>
                    <a:pt x="2902115" y="2269471"/>
                  </a:lnTo>
                  <a:lnTo>
                    <a:pt x="2902208" y="2269471"/>
                  </a:lnTo>
                  <a:lnTo>
                    <a:pt x="2902208" y="2259517"/>
                  </a:lnTo>
                  <a:lnTo>
                    <a:pt x="2902301" y="2259517"/>
                  </a:lnTo>
                  <a:lnTo>
                    <a:pt x="2902394" y="2259517"/>
                  </a:lnTo>
                  <a:lnTo>
                    <a:pt x="2902488" y="2259517"/>
                  </a:lnTo>
                  <a:lnTo>
                    <a:pt x="2902581" y="2259517"/>
                  </a:lnTo>
                  <a:lnTo>
                    <a:pt x="2902674" y="2259517"/>
                  </a:lnTo>
                  <a:lnTo>
                    <a:pt x="2902767" y="2259517"/>
                  </a:lnTo>
                  <a:lnTo>
                    <a:pt x="2902861" y="2259517"/>
                  </a:lnTo>
                  <a:lnTo>
                    <a:pt x="2902861" y="2249563"/>
                  </a:lnTo>
                  <a:lnTo>
                    <a:pt x="2902954" y="2249563"/>
                  </a:lnTo>
                  <a:lnTo>
                    <a:pt x="2903047" y="2249563"/>
                  </a:lnTo>
                  <a:lnTo>
                    <a:pt x="2903140" y="2249563"/>
                  </a:lnTo>
                  <a:lnTo>
                    <a:pt x="2903234" y="2249563"/>
                  </a:lnTo>
                  <a:lnTo>
                    <a:pt x="2903327" y="2249563"/>
                  </a:lnTo>
                  <a:lnTo>
                    <a:pt x="2903420" y="2249563"/>
                  </a:lnTo>
                  <a:lnTo>
                    <a:pt x="2903513" y="2249563"/>
                  </a:lnTo>
                  <a:lnTo>
                    <a:pt x="2903607" y="2249563"/>
                  </a:lnTo>
                  <a:lnTo>
                    <a:pt x="2903700" y="2249563"/>
                  </a:lnTo>
                  <a:lnTo>
                    <a:pt x="2903793" y="2249563"/>
                  </a:lnTo>
                  <a:lnTo>
                    <a:pt x="2903886" y="2249563"/>
                  </a:lnTo>
                  <a:lnTo>
                    <a:pt x="2903980" y="2249563"/>
                  </a:lnTo>
                  <a:lnTo>
                    <a:pt x="2904073" y="2249563"/>
                  </a:lnTo>
                  <a:lnTo>
                    <a:pt x="2904166" y="2249563"/>
                  </a:lnTo>
                  <a:lnTo>
                    <a:pt x="2904259" y="2249563"/>
                  </a:lnTo>
                  <a:lnTo>
                    <a:pt x="2904353" y="2249563"/>
                  </a:lnTo>
                  <a:lnTo>
                    <a:pt x="2904446" y="2249563"/>
                  </a:lnTo>
                  <a:lnTo>
                    <a:pt x="2904446" y="2239610"/>
                  </a:lnTo>
                  <a:lnTo>
                    <a:pt x="2904539" y="2239610"/>
                  </a:lnTo>
                  <a:lnTo>
                    <a:pt x="2904632" y="2239610"/>
                  </a:lnTo>
                  <a:lnTo>
                    <a:pt x="2904726" y="2239610"/>
                  </a:lnTo>
                  <a:lnTo>
                    <a:pt x="2904819" y="2239610"/>
                  </a:lnTo>
                  <a:lnTo>
                    <a:pt x="2904912" y="2239610"/>
                  </a:lnTo>
                  <a:lnTo>
                    <a:pt x="2905005" y="2239610"/>
                  </a:lnTo>
                  <a:lnTo>
                    <a:pt x="2905099" y="2239610"/>
                  </a:lnTo>
                  <a:lnTo>
                    <a:pt x="2905192" y="2239610"/>
                  </a:lnTo>
                  <a:lnTo>
                    <a:pt x="2905285" y="2239610"/>
                  </a:lnTo>
                  <a:lnTo>
                    <a:pt x="2905378" y="2239610"/>
                  </a:lnTo>
                  <a:lnTo>
                    <a:pt x="2905472" y="2239610"/>
                  </a:lnTo>
                  <a:lnTo>
                    <a:pt x="2905565" y="2239610"/>
                  </a:lnTo>
                  <a:lnTo>
                    <a:pt x="2905658" y="2239610"/>
                  </a:lnTo>
                  <a:lnTo>
                    <a:pt x="2905751" y="2239610"/>
                  </a:lnTo>
                  <a:lnTo>
                    <a:pt x="2905845" y="2239610"/>
                  </a:lnTo>
                  <a:lnTo>
                    <a:pt x="2905938" y="2239610"/>
                  </a:lnTo>
                  <a:lnTo>
                    <a:pt x="2906031" y="2239610"/>
                  </a:lnTo>
                  <a:lnTo>
                    <a:pt x="2906124" y="2239610"/>
                  </a:lnTo>
                  <a:lnTo>
                    <a:pt x="2906218" y="2239610"/>
                  </a:lnTo>
                  <a:lnTo>
                    <a:pt x="2906311" y="2239610"/>
                  </a:lnTo>
                  <a:lnTo>
                    <a:pt x="2906404" y="2239610"/>
                  </a:lnTo>
                  <a:lnTo>
                    <a:pt x="2906497" y="2239610"/>
                  </a:lnTo>
                  <a:lnTo>
                    <a:pt x="2906591" y="2239610"/>
                  </a:lnTo>
                  <a:lnTo>
                    <a:pt x="2906684" y="2239610"/>
                  </a:lnTo>
                  <a:lnTo>
                    <a:pt x="2906777" y="2239610"/>
                  </a:lnTo>
                  <a:lnTo>
                    <a:pt x="2906870" y="2239610"/>
                  </a:lnTo>
                  <a:lnTo>
                    <a:pt x="2906963" y="2239610"/>
                  </a:lnTo>
                  <a:lnTo>
                    <a:pt x="2907057" y="2239610"/>
                  </a:lnTo>
                  <a:lnTo>
                    <a:pt x="2907150" y="2239610"/>
                  </a:lnTo>
                  <a:lnTo>
                    <a:pt x="2907243" y="2239610"/>
                  </a:lnTo>
                  <a:lnTo>
                    <a:pt x="2907336" y="2239610"/>
                  </a:lnTo>
                  <a:lnTo>
                    <a:pt x="2907336" y="2229656"/>
                  </a:lnTo>
                  <a:lnTo>
                    <a:pt x="2907430" y="2229656"/>
                  </a:lnTo>
                  <a:lnTo>
                    <a:pt x="2907523" y="2229656"/>
                  </a:lnTo>
                  <a:lnTo>
                    <a:pt x="2907616" y="2229656"/>
                  </a:lnTo>
                  <a:lnTo>
                    <a:pt x="2907709" y="2229656"/>
                  </a:lnTo>
                  <a:lnTo>
                    <a:pt x="2907803" y="2229656"/>
                  </a:lnTo>
                  <a:lnTo>
                    <a:pt x="2907896" y="2229656"/>
                  </a:lnTo>
                  <a:lnTo>
                    <a:pt x="2907989" y="2229656"/>
                  </a:lnTo>
                  <a:lnTo>
                    <a:pt x="2908082" y="2229656"/>
                  </a:lnTo>
                  <a:lnTo>
                    <a:pt x="2908176" y="2229656"/>
                  </a:lnTo>
                  <a:lnTo>
                    <a:pt x="2908269" y="2229656"/>
                  </a:lnTo>
                  <a:lnTo>
                    <a:pt x="2908362" y="2229656"/>
                  </a:lnTo>
                  <a:lnTo>
                    <a:pt x="2908455" y="2229656"/>
                  </a:lnTo>
                  <a:lnTo>
                    <a:pt x="2908549" y="2229656"/>
                  </a:lnTo>
                  <a:lnTo>
                    <a:pt x="2908642" y="2229656"/>
                  </a:lnTo>
                  <a:lnTo>
                    <a:pt x="2908735" y="2229656"/>
                  </a:lnTo>
                  <a:lnTo>
                    <a:pt x="2908828" y="2229656"/>
                  </a:lnTo>
                  <a:lnTo>
                    <a:pt x="2908922" y="2229656"/>
                  </a:lnTo>
                  <a:lnTo>
                    <a:pt x="2909015" y="2229656"/>
                  </a:lnTo>
                  <a:lnTo>
                    <a:pt x="2909108" y="2229656"/>
                  </a:lnTo>
                  <a:lnTo>
                    <a:pt x="2909201" y="2229656"/>
                  </a:lnTo>
                  <a:lnTo>
                    <a:pt x="2909295" y="2229656"/>
                  </a:lnTo>
                  <a:lnTo>
                    <a:pt x="2909388" y="2229656"/>
                  </a:lnTo>
                  <a:lnTo>
                    <a:pt x="2909481" y="2229656"/>
                  </a:lnTo>
                  <a:lnTo>
                    <a:pt x="2909574" y="2229656"/>
                  </a:lnTo>
                  <a:lnTo>
                    <a:pt x="2909668" y="2229656"/>
                  </a:lnTo>
                  <a:lnTo>
                    <a:pt x="2909761" y="2229656"/>
                  </a:lnTo>
                  <a:lnTo>
                    <a:pt x="2909854" y="2229656"/>
                  </a:lnTo>
                  <a:lnTo>
                    <a:pt x="2909947" y="2229656"/>
                  </a:lnTo>
                  <a:lnTo>
                    <a:pt x="2910041" y="2229656"/>
                  </a:lnTo>
                  <a:lnTo>
                    <a:pt x="2910134" y="2229656"/>
                  </a:lnTo>
                  <a:lnTo>
                    <a:pt x="2910227" y="2229656"/>
                  </a:lnTo>
                  <a:lnTo>
                    <a:pt x="2910320" y="2229656"/>
                  </a:lnTo>
                  <a:lnTo>
                    <a:pt x="2910414" y="2229656"/>
                  </a:lnTo>
                  <a:lnTo>
                    <a:pt x="2910507" y="2229656"/>
                  </a:lnTo>
                  <a:lnTo>
                    <a:pt x="2910600" y="2229656"/>
                  </a:lnTo>
                  <a:lnTo>
                    <a:pt x="2910693" y="2229656"/>
                  </a:lnTo>
                  <a:lnTo>
                    <a:pt x="2910787" y="2229656"/>
                  </a:lnTo>
                  <a:lnTo>
                    <a:pt x="2910880" y="2229656"/>
                  </a:lnTo>
                  <a:lnTo>
                    <a:pt x="2910973" y="2229656"/>
                  </a:lnTo>
                  <a:lnTo>
                    <a:pt x="2911066" y="2229656"/>
                  </a:lnTo>
                  <a:lnTo>
                    <a:pt x="2911160" y="2229656"/>
                  </a:lnTo>
                  <a:lnTo>
                    <a:pt x="2911253" y="2229656"/>
                  </a:lnTo>
                  <a:lnTo>
                    <a:pt x="2911346" y="2229656"/>
                  </a:lnTo>
                  <a:lnTo>
                    <a:pt x="2911439" y="2229656"/>
                  </a:lnTo>
                  <a:lnTo>
                    <a:pt x="2911533" y="2229656"/>
                  </a:lnTo>
                  <a:lnTo>
                    <a:pt x="2911626" y="2229656"/>
                  </a:lnTo>
                  <a:lnTo>
                    <a:pt x="2911719" y="2229656"/>
                  </a:lnTo>
                  <a:lnTo>
                    <a:pt x="2911812" y="2229656"/>
                  </a:lnTo>
                  <a:lnTo>
                    <a:pt x="2911906" y="2229656"/>
                  </a:lnTo>
                  <a:lnTo>
                    <a:pt x="2911999" y="2229656"/>
                  </a:lnTo>
                  <a:lnTo>
                    <a:pt x="2912092" y="2229656"/>
                  </a:lnTo>
                  <a:lnTo>
                    <a:pt x="2912185" y="2229656"/>
                  </a:lnTo>
                  <a:lnTo>
                    <a:pt x="2912279" y="2229656"/>
                  </a:lnTo>
                  <a:lnTo>
                    <a:pt x="2912279" y="2219702"/>
                  </a:lnTo>
                  <a:lnTo>
                    <a:pt x="2912372" y="2219702"/>
                  </a:lnTo>
                  <a:lnTo>
                    <a:pt x="2912465" y="2219702"/>
                  </a:lnTo>
                  <a:lnTo>
                    <a:pt x="2912558" y="2219702"/>
                  </a:lnTo>
                  <a:lnTo>
                    <a:pt x="2912652" y="2219702"/>
                  </a:lnTo>
                  <a:lnTo>
                    <a:pt x="2912745" y="2219702"/>
                  </a:lnTo>
                  <a:lnTo>
                    <a:pt x="2912838" y="2219702"/>
                  </a:lnTo>
                  <a:lnTo>
                    <a:pt x="2912931" y="2219702"/>
                  </a:lnTo>
                  <a:lnTo>
                    <a:pt x="2913025" y="2219702"/>
                  </a:lnTo>
                  <a:lnTo>
                    <a:pt x="2913118" y="2219702"/>
                  </a:lnTo>
                  <a:lnTo>
                    <a:pt x="2913211" y="2219702"/>
                  </a:lnTo>
                  <a:lnTo>
                    <a:pt x="2913304" y="2219702"/>
                  </a:lnTo>
                  <a:lnTo>
                    <a:pt x="2913398" y="2219702"/>
                  </a:lnTo>
                  <a:lnTo>
                    <a:pt x="2913491" y="2219702"/>
                  </a:lnTo>
                  <a:lnTo>
                    <a:pt x="2913584" y="2219702"/>
                  </a:lnTo>
                  <a:lnTo>
                    <a:pt x="2913677" y="2219702"/>
                  </a:lnTo>
                  <a:lnTo>
                    <a:pt x="2913771" y="2219702"/>
                  </a:lnTo>
                  <a:lnTo>
                    <a:pt x="2913864" y="2219702"/>
                  </a:lnTo>
                  <a:lnTo>
                    <a:pt x="2913957" y="2219702"/>
                  </a:lnTo>
                  <a:lnTo>
                    <a:pt x="2914050" y="2219702"/>
                  </a:lnTo>
                  <a:lnTo>
                    <a:pt x="2914143" y="2219702"/>
                  </a:lnTo>
                  <a:lnTo>
                    <a:pt x="2914237" y="2219702"/>
                  </a:lnTo>
                  <a:lnTo>
                    <a:pt x="2914330" y="2219702"/>
                  </a:lnTo>
                  <a:lnTo>
                    <a:pt x="2914423" y="2219702"/>
                  </a:lnTo>
                  <a:lnTo>
                    <a:pt x="2914516" y="2219702"/>
                  </a:lnTo>
                  <a:lnTo>
                    <a:pt x="2914610" y="2219702"/>
                  </a:lnTo>
                  <a:lnTo>
                    <a:pt x="2914703" y="2219702"/>
                  </a:lnTo>
                  <a:lnTo>
                    <a:pt x="2914796" y="2219702"/>
                  </a:lnTo>
                  <a:lnTo>
                    <a:pt x="2914889" y="2219702"/>
                  </a:lnTo>
                  <a:lnTo>
                    <a:pt x="2914983" y="2219702"/>
                  </a:lnTo>
                  <a:lnTo>
                    <a:pt x="2915076" y="2219702"/>
                  </a:lnTo>
                  <a:lnTo>
                    <a:pt x="2915169" y="2219702"/>
                  </a:lnTo>
                  <a:lnTo>
                    <a:pt x="2915262" y="2219702"/>
                  </a:lnTo>
                  <a:lnTo>
                    <a:pt x="2915356" y="2219702"/>
                  </a:lnTo>
                  <a:lnTo>
                    <a:pt x="2915449" y="2219702"/>
                  </a:lnTo>
                  <a:lnTo>
                    <a:pt x="2915542" y="2219702"/>
                  </a:lnTo>
                  <a:lnTo>
                    <a:pt x="2915635" y="2219702"/>
                  </a:lnTo>
                  <a:lnTo>
                    <a:pt x="2915729" y="2219702"/>
                  </a:lnTo>
                  <a:lnTo>
                    <a:pt x="2915822" y="2219702"/>
                  </a:lnTo>
                  <a:lnTo>
                    <a:pt x="2915915" y="2219702"/>
                  </a:lnTo>
                  <a:lnTo>
                    <a:pt x="2916008" y="2219702"/>
                  </a:lnTo>
                  <a:lnTo>
                    <a:pt x="2916102" y="2219702"/>
                  </a:lnTo>
                  <a:lnTo>
                    <a:pt x="2916195" y="2219702"/>
                  </a:lnTo>
                  <a:lnTo>
                    <a:pt x="2916288" y="2219702"/>
                  </a:lnTo>
                  <a:lnTo>
                    <a:pt x="2916381" y="2219702"/>
                  </a:lnTo>
                  <a:lnTo>
                    <a:pt x="2916475" y="2219702"/>
                  </a:lnTo>
                  <a:lnTo>
                    <a:pt x="2916568" y="2219702"/>
                  </a:lnTo>
                  <a:lnTo>
                    <a:pt x="2916661" y="2219702"/>
                  </a:lnTo>
                  <a:lnTo>
                    <a:pt x="2916754" y="2219702"/>
                  </a:lnTo>
                  <a:lnTo>
                    <a:pt x="2916848" y="2219702"/>
                  </a:lnTo>
                  <a:lnTo>
                    <a:pt x="2916941" y="2219702"/>
                  </a:lnTo>
                  <a:lnTo>
                    <a:pt x="2917034" y="2219702"/>
                  </a:lnTo>
                  <a:lnTo>
                    <a:pt x="2917127" y="2219702"/>
                  </a:lnTo>
                  <a:lnTo>
                    <a:pt x="2917221" y="2219702"/>
                  </a:lnTo>
                  <a:lnTo>
                    <a:pt x="2917314" y="2219702"/>
                  </a:lnTo>
                  <a:lnTo>
                    <a:pt x="2917407" y="2219702"/>
                  </a:lnTo>
                  <a:lnTo>
                    <a:pt x="2917500" y="2219702"/>
                  </a:lnTo>
                  <a:lnTo>
                    <a:pt x="2917594" y="2219702"/>
                  </a:lnTo>
                  <a:lnTo>
                    <a:pt x="2917687" y="2219702"/>
                  </a:lnTo>
                  <a:lnTo>
                    <a:pt x="2917780" y="2219702"/>
                  </a:lnTo>
                  <a:lnTo>
                    <a:pt x="2917873" y="2219702"/>
                  </a:lnTo>
                  <a:lnTo>
                    <a:pt x="2917967" y="2219702"/>
                  </a:lnTo>
                  <a:lnTo>
                    <a:pt x="2918060" y="2219702"/>
                  </a:lnTo>
                  <a:lnTo>
                    <a:pt x="2918153" y="2219702"/>
                  </a:lnTo>
                  <a:lnTo>
                    <a:pt x="2918246" y="2219702"/>
                  </a:lnTo>
                  <a:lnTo>
                    <a:pt x="2918340" y="2219702"/>
                  </a:lnTo>
                  <a:lnTo>
                    <a:pt x="2918433" y="2219702"/>
                  </a:lnTo>
                  <a:lnTo>
                    <a:pt x="2918526" y="2219702"/>
                  </a:lnTo>
                  <a:lnTo>
                    <a:pt x="2918619" y="2219702"/>
                  </a:lnTo>
                  <a:lnTo>
                    <a:pt x="2918713" y="2219702"/>
                  </a:lnTo>
                  <a:lnTo>
                    <a:pt x="2918806" y="2219702"/>
                  </a:lnTo>
                  <a:lnTo>
                    <a:pt x="2918899" y="2219702"/>
                  </a:lnTo>
                  <a:lnTo>
                    <a:pt x="2918992" y="2219702"/>
                  </a:lnTo>
                  <a:lnTo>
                    <a:pt x="2919086" y="2219702"/>
                  </a:lnTo>
                  <a:lnTo>
                    <a:pt x="2919179" y="2219702"/>
                  </a:lnTo>
                  <a:lnTo>
                    <a:pt x="2919272" y="2219702"/>
                  </a:lnTo>
                  <a:lnTo>
                    <a:pt x="2919365" y="2219702"/>
                  </a:lnTo>
                  <a:lnTo>
                    <a:pt x="2919459" y="2219702"/>
                  </a:lnTo>
                  <a:lnTo>
                    <a:pt x="2919552" y="2219702"/>
                  </a:lnTo>
                  <a:lnTo>
                    <a:pt x="2919645" y="2219702"/>
                  </a:lnTo>
                  <a:lnTo>
                    <a:pt x="2919738" y="2219702"/>
                  </a:lnTo>
                  <a:lnTo>
                    <a:pt x="2919832" y="2219702"/>
                  </a:lnTo>
                  <a:lnTo>
                    <a:pt x="2919925" y="2219702"/>
                  </a:lnTo>
                  <a:lnTo>
                    <a:pt x="2920018" y="2219702"/>
                  </a:lnTo>
                  <a:lnTo>
                    <a:pt x="2920111" y="2219702"/>
                  </a:lnTo>
                  <a:lnTo>
                    <a:pt x="2920205" y="2219702"/>
                  </a:lnTo>
                  <a:lnTo>
                    <a:pt x="2920298" y="2219702"/>
                  </a:lnTo>
                  <a:lnTo>
                    <a:pt x="2920391" y="2219702"/>
                  </a:lnTo>
                  <a:lnTo>
                    <a:pt x="2920484" y="2219702"/>
                  </a:lnTo>
                  <a:lnTo>
                    <a:pt x="2920578" y="2219702"/>
                  </a:lnTo>
                  <a:lnTo>
                    <a:pt x="2920671" y="2219702"/>
                  </a:lnTo>
                  <a:lnTo>
                    <a:pt x="2920764" y="2219702"/>
                  </a:lnTo>
                  <a:lnTo>
                    <a:pt x="2920857" y="2219702"/>
                  </a:lnTo>
                  <a:lnTo>
                    <a:pt x="2920950" y="2219702"/>
                  </a:lnTo>
                  <a:lnTo>
                    <a:pt x="2921044" y="2219702"/>
                  </a:lnTo>
                  <a:lnTo>
                    <a:pt x="2921137" y="2219702"/>
                  </a:lnTo>
                  <a:lnTo>
                    <a:pt x="2921230" y="2219702"/>
                  </a:lnTo>
                  <a:lnTo>
                    <a:pt x="2921323" y="2219702"/>
                  </a:lnTo>
                  <a:lnTo>
                    <a:pt x="2921417" y="2219702"/>
                  </a:lnTo>
                  <a:lnTo>
                    <a:pt x="2921510" y="2219702"/>
                  </a:lnTo>
                  <a:lnTo>
                    <a:pt x="2921603" y="2219702"/>
                  </a:lnTo>
                  <a:lnTo>
                    <a:pt x="2921696" y="2219702"/>
                  </a:lnTo>
                  <a:lnTo>
                    <a:pt x="2921790" y="2219702"/>
                  </a:lnTo>
                  <a:lnTo>
                    <a:pt x="2921883" y="2219702"/>
                  </a:lnTo>
                  <a:lnTo>
                    <a:pt x="2921976" y="2219702"/>
                  </a:lnTo>
                  <a:lnTo>
                    <a:pt x="2922069" y="2219702"/>
                  </a:lnTo>
                  <a:lnTo>
                    <a:pt x="2922163" y="2219702"/>
                  </a:lnTo>
                  <a:lnTo>
                    <a:pt x="2922256" y="2219702"/>
                  </a:lnTo>
                  <a:lnTo>
                    <a:pt x="2922349" y="2219702"/>
                  </a:lnTo>
                  <a:lnTo>
                    <a:pt x="2922442" y="2219702"/>
                  </a:lnTo>
                  <a:lnTo>
                    <a:pt x="2922536" y="2219702"/>
                  </a:lnTo>
                  <a:lnTo>
                    <a:pt x="2922629" y="2219702"/>
                  </a:lnTo>
                  <a:lnTo>
                    <a:pt x="2922722" y="2219702"/>
                  </a:lnTo>
                  <a:lnTo>
                    <a:pt x="2922815" y="2219702"/>
                  </a:lnTo>
                  <a:lnTo>
                    <a:pt x="2922909" y="2219702"/>
                  </a:lnTo>
                  <a:lnTo>
                    <a:pt x="2923002" y="2219702"/>
                  </a:lnTo>
                  <a:lnTo>
                    <a:pt x="2923095" y="2219702"/>
                  </a:lnTo>
                  <a:lnTo>
                    <a:pt x="2923188" y="2219702"/>
                  </a:lnTo>
                  <a:lnTo>
                    <a:pt x="2923282" y="2219702"/>
                  </a:lnTo>
                  <a:lnTo>
                    <a:pt x="2923375" y="2219702"/>
                  </a:lnTo>
                  <a:lnTo>
                    <a:pt x="2923468" y="2219702"/>
                  </a:lnTo>
                  <a:lnTo>
                    <a:pt x="2923561" y="2219702"/>
                  </a:lnTo>
                  <a:lnTo>
                    <a:pt x="2923655" y="2219702"/>
                  </a:lnTo>
                  <a:lnTo>
                    <a:pt x="2923748" y="2219702"/>
                  </a:lnTo>
                  <a:lnTo>
                    <a:pt x="2923841" y="2219702"/>
                  </a:lnTo>
                  <a:lnTo>
                    <a:pt x="2923934" y="2219702"/>
                  </a:lnTo>
                  <a:lnTo>
                    <a:pt x="2924028" y="2219702"/>
                  </a:lnTo>
                  <a:lnTo>
                    <a:pt x="2924121" y="2219702"/>
                  </a:lnTo>
                  <a:lnTo>
                    <a:pt x="2924214" y="2219702"/>
                  </a:lnTo>
                  <a:lnTo>
                    <a:pt x="2924307" y="2219702"/>
                  </a:lnTo>
                  <a:lnTo>
                    <a:pt x="2924401" y="2219702"/>
                  </a:lnTo>
                  <a:lnTo>
                    <a:pt x="2924494" y="2219702"/>
                  </a:lnTo>
                  <a:lnTo>
                    <a:pt x="2924587" y="2219702"/>
                  </a:lnTo>
                  <a:lnTo>
                    <a:pt x="2924680" y="2219702"/>
                  </a:lnTo>
                  <a:lnTo>
                    <a:pt x="2924774" y="2219702"/>
                  </a:lnTo>
                  <a:lnTo>
                    <a:pt x="2924867" y="2219702"/>
                  </a:lnTo>
                  <a:lnTo>
                    <a:pt x="2924960" y="2219702"/>
                  </a:lnTo>
                  <a:lnTo>
                    <a:pt x="2925053" y="2219702"/>
                  </a:lnTo>
                  <a:lnTo>
                    <a:pt x="2925147" y="2219702"/>
                  </a:lnTo>
                  <a:lnTo>
                    <a:pt x="2925240" y="2219702"/>
                  </a:lnTo>
                  <a:lnTo>
                    <a:pt x="2925333" y="2219702"/>
                  </a:lnTo>
                  <a:lnTo>
                    <a:pt x="2925426" y="2219702"/>
                  </a:lnTo>
                  <a:lnTo>
                    <a:pt x="2925520" y="2219702"/>
                  </a:lnTo>
                  <a:lnTo>
                    <a:pt x="2925613" y="2219702"/>
                  </a:lnTo>
                  <a:lnTo>
                    <a:pt x="2925706" y="2219702"/>
                  </a:lnTo>
                  <a:lnTo>
                    <a:pt x="2925799" y="2219702"/>
                  </a:lnTo>
                  <a:lnTo>
                    <a:pt x="2925893" y="2219702"/>
                  </a:lnTo>
                  <a:lnTo>
                    <a:pt x="2925986" y="2219702"/>
                  </a:lnTo>
                  <a:lnTo>
                    <a:pt x="2926079" y="2219702"/>
                  </a:lnTo>
                  <a:lnTo>
                    <a:pt x="2926172" y="2219702"/>
                  </a:lnTo>
                  <a:lnTo>
                    <a:pt x="2926266" y="2219702"/>
                  </a:lnTo>
                  <a:lnTo>
                    <a:pt x="2926359" y="2219702"/>
                  </a:lnTo>
                  <a:lnTo>
                    <a:pt x="2926452" y="2219702"/>
                  </a:lnTo>
                  <a:lnTo>
                    <a:pt x="2926545" y="2219702"/>
                  </a:lnTo>
                  <a:lnTo>
                    <a:pt x="2926639" y="2219702"/>
                  </a:lnTo>
                  <a:lnTo>
                    <a:pt x="2926732" y="2219702"/>
                  </a:lnTo>
                  <a:lnTo>
                    <a:pt x="2926825" y="2219702"/>
                  </a:lnTo>
                  <a:lnTo>
                    <a:pt x="2926918" y="2219702"/>
                  </a:lnTo>
                  <a:lnTo>
                    <a:pt x="2927012" y="2219702"/>
                  </a:lnTo>
                  <a:lnTo>
                    <a:pt x="2927105" y="2219702"/>
                  </a:lnTo>
                  <a:lnTo>
                    <a:pt x="2927198" y="2219702"/>
                  </a:lnTo>
                  <a:lnTo>
                    <a:pt x="2927291" y="2219702"/>
                  </a:lnTo>
                  <a:lnTo>
                    <a:pt x="2927385" y="2219702"/>
                  </a:lnTo>
                  <a:lnTo>
                    <a:pt x="2927478" y="2219702"/>
                  </a:lnTo>
                  <a:lnTo>
                    <a:pt x="2927571" y="2219702"/>
                  </a:lnTo>
                  <a:lnTo>
                    <a:pt x="2927664" y="2219702"/>
                  </a:lnTo>
                  <a:lnTo>
                    <a:pt x="2927757" y="2219702"/>
                  </a:lnTo>
                  <a:lnTo>
                    <a:pt x="2927851" y="2219702"/>
                  </a:lnTo>
                  <a:lnTo>
                    <a:pt x="2927944" y="2219702"/>
                  </a:lnTo>
                  <a:lnTo>
                    <a:pt x="2927944" y="2209748"/>
                  </a:lnTo>
                  <a:lnTo>
                    <a:pt x="2928037" y="2209748"/>
                  </a:lnTo>
                  <a:lnTo>
                    <a:pt x="2928037" y="2199794"/>
                  </a:lnTo>
                  <a:lnTo>
                    <a:pt x="2928130" y="2199794"/>
                  </a:lnTo>
                  <a:lnTo>
                    <a:pt x="2928224" y="2199794"/>
                  </a:lnTo>
                  <a:lnTo>
                    <a:pt x="2928317" y="2199794"/>
                  </a:lnTo>
                  <a:lnTo>
                    <a:pt x="2928410" y="2199794"/>
                  </a:lnTo>
                  <a:lnTo>
                    <a:pt x="2928503" y="2199794"/>
                  </a:lnTo>
                  <a:lnTo>
                    <a:pt x="2928597" y="2199794"/>
                  </a:lnTo>
                  <a:lnTo>
                    <a:pt x="2928690" y="2199794"/>
                  </a:lnTo>
                  <a:lnTo>
                    <a:pt x="2928783" y="2199794"/>
                  </a:lnTo>
                  <a:lnTo>
                    <a:pt x="2928876" y="2199794"/>
                  </a:lnTo>
                  <a:lnTo>
                    <a:pt x="2928970" y="2199794"/>
                  </a:lnTo>
                  <a:lnTo>
                    <a:pt x="2929063" y="2199794"/>
                  </a:lnTo>
                  <a:lnTo>
                    <a:pt x="2929156" y="2199794"/>
                  </a:lnTo>
                  <a:lnTo>
                    <a:pt x="2929249" y="2199794"/>
                  </a:lnTo>
                  <a:lnTo>
                    <a:pt x="2929343" y="2199794"/>
                  </a:lnTo>
                  <a:lnTo>
                    <a:pt x="2929436" y="2199794"/>
                  </a:lnTo>
                  <a:lnTo>
                    <a:pt x="2929529" y="2199794"/>
                  </a:lnTo>
                  <a:lnTo>
                    <a:pt x="2929622" y="2199794"/>
                  </a:lnTo>
                  <a:lnTo>
                    <a:pt x="2929716" y="2199794"/>
                  </a:lnTo>
                  <a:lnTo>
                    <a:pt x="2929809" y="2199794"/>
                  </a:lnTo>
                  <a:lnTo>
                    <a:pt x="2929902" y="2199794"/>
                  </a:lnTo>
                  <a:lnTo>
                    <a:pt x="2929995" y="2199794"/>
                  </a:lnTo>
                  <a:lnTo>
                    <a:pt x="2930089" y="2199794"/>
                  </a:lnTo>
                  <a:lnTo>
                    <a:pt x="2930182" y="2199794"/>
                  </a:lnTo>
                  <a:lnTo>
                    <a:pt x="2930275" y="2199794"/>
                  </a:lnTo>
                  <a:lnTo>
                    <a:pt x="2930368" y="2199794"/>
                  </a:lnTo>
                  <a:lnTo>
                    <a:pt x="2930462" y="2199794"/>
                  </a:lnTo>
                  <a:lnTo>
                    <a:pt x="2930555" y="2199794"/>
                  </a:lnTo>
                  <a:lnTo>
                    <a:pt x="2930648" y="2199794"/>
                  </a:lnTo>
                  <a:lnTo>
                    <a:pt x="2930741" y="2199794"/>
                  </a:lnTo>
                  <a:lnTo>
                    <a:pt x="2930835" y="2199794"/>
                  </a:lnTo>
                  <a:lnTo>
                    <a:pt x="2930928" y="2199794"/>
                  </a:lnTo>
                  <a:lnTo>
                    <a:pt x="2931021" y="2199794"/>
                  </a:lnTo>
                  <a:lnTo>
                    <a:pt x="2931114" y="2199794"/>
                  </a:lnTo>
                  <a:lnTo>
                    <a:pt x="2931208" y="2199794"/>
                  </a:lnTo>
                  <a:lnTo>
                    <a:pt x="2931301" y="2199794"/>
                  </a:lnTo>
                  <a:lnTo>
                    <a:pt x="2931394" y="2199794"/>
                  </a:lnTo>
                  <a:lnTo>
                    <a:pt x="2931487" y="2199794"/>
                  </a:lnTo>
                  <a:lnTo>
                    <a:pt x="2931581" y="2199794"/>
                  </a:lnTo>
                  <a:lnTo>
                    <a:pt x="2931674" y="2199794"/>
                  </a:lnTo>
                  <a:lnTo>
                    <a:pt x="2931767" y="2199794"/>
                  </a:lnTo>
                  <a:lnTo>
                    <a:pt x="2931860" y="2199794"/>
                  </a:lnTo>
                  <a:lnTo>
                    <a:pt x="2931860" y="2189840"/>
                  </a:lnTo>
                  <a:lnTo>
                    <a:pt x="2931954" y="2189840"/>
                  </a:lnTo>
                  <a:lnTo>
                    <a:pt x="2932047" y="2189840"/>
                  </a:lnTo>
                  <a:lnTo>
                    <a:pt x="2932140" y="2189840"/>
                  </a:lnTo>
                  <a:lnTo>
                    <a:pt x="2932233" y="2189840"/>
                  </a:lnTo>
                  <a:lnTo>
                    <a:pt x="2932327" y="2189840"/>
                  </a:lnTo>
                  <a:lnTo>
                    <a:pt x="2932420" y="2189840"/>
                  </a:lnTo>
                  <a:lnTo>
                    <a:pt x="2932513" y="2189840"/>
                  </a:lnTo>
                  <a:lnTo>
                    <a:pt x="2932606" y="2189840"/>
                  </a:lnTo>
                  <a:lnTo>
                    <a:pt x="2932700" y="2189840"/>
                  </a:lnTo>
                  <a:lnTo>
                    <a:pt x="2932793" y="2189840"/>
                  </a:lnTo>
                  <a:lnTo>
                    <a:pt x="2932886" y="2189840"/>
                  </a:lnTo>
                  <a:lnTo>
                    <a:pt x="2932979" y="2189840"/>
                  </a:lnTo>
                  <a:lnTo>
                    <a:pt x="2933073" y="2189840"/>
                  </a:lnTo>
                  <a:lnTo>
                    <a:pt x="2933166" y="2189840"/>
                  </a:lnTo>
                  <a:lnTo>
                    <a:pt x="2933259" y="2189840"/>
                  </a:lnTo>
                  <a:lnTo>
                    <a:pt x="2933352" y="2189840"/>
                  </a:lnTo>
                  <a:lnTo>
                    <a:pt x="2933446" y="2189840"/>
                  </a:lnTo>
                  <a:lnTo>
                    <a:pt x="2933539" y="2189840"/>
                  </a:lnTo>
                  <a:lnTo>
                    <a:pt x="2933632" y="2189840"/>
                  </a:lnTo>
                  <a:lnTo>
                    <a:pt x="2933725" y="2189840"/>
                  </a:lnTo>
                  <a:lnTo>
                    <a:pt x="2933819" y="2189840"/>
                  </a:lnTo>
                  <a:lnTo>
                    <a:pt x="2933912" y="2189840"/>
                  </a:lnTo>
                  <a:lnTo>
                    <a:pt x="2934005" y="2189840"/>
                  </a:lnTo>
                  <a:lnTo>
                    <a:pt x="2934098" y="2189840"/>
                  </a:lnTo>
                  <a:lnTo>
                    <a:pt x="2934192" y="2189840"/>
                  </a:lnTo>
                  <a:lnTo>
                    <a:pt x="2934285" y="2189840"/>
                  </a:lnTo>
                  <a:lnTo>
                    <a:pt x="2934378" y="2189840"/>
                  </a:lnTo>
                  <a:lnTo>
                    <a:pt x="2934471" y="2189840"/>
                  </a:lnTo>
                  <a:lnTo>
                    <a:pt x="2934565" y="2189840"/>
                  </a:lnTo>
                  <a:lnTo>
                    <a:pt x="2934658" y="2189840"/>
                  </a:lnTo>
                  <a:lnTo>
                    <a:pt x="2934751" y="2189840"/>
                  </a:lnTo>
                  <a:lnTo>
                    <a:pt x="2934844" y="2189840"/>
                  </a:lnTo>
                  <a:lnTo>
                    <a:pt x="2934937" y="2189840"/>
                  </a:lnTo>
                  <a:lnTo>
                    <a:pt x="2935031" y="2189840"/>
                  </a:lnTo>
                  <a:lnTo>
                    <a:pt x="2935031" y="2179887"/>
                  </a:lnTo>
                  <a:lnTo>
                    <a:pt x="2935124" y="2179887"/>
                  </a:lnTo>
                  <a:lnTo>
                    <a:pt x="2935217" y="2179887"/>
                  </a:lnTo>
                  <a:lnTo>
                    <a:pt x="2935310" y="2179887"/>
                  </a:lnTo>
                  <a:lnTo>
                    <a:pt x="2935404" y="2179887"/>
                  </a:lnTo>
                  <a:lnTo>
                    <a:pt x="2935497" y="2179887"/>
                  </a:lnTo>
                  <a:lnTo>
                    <a:pt x="2935590" y="2179887"/>
                  </a:lnTo>
                  <a:lnTo>
                    <a:pt x="2935683" y="2179887"/>
                  </a:lnTo>
                  <a:lnTo>
                    <a:pt x="2935777" y="2179887"/>
                  </a:lnTo>
                  <a:lnTo>
                    <a:pt x="2935870" y="2179887"/>
                  </a:lnTo>
                  <a:lnTo>
                    <a:pt x="2935963" y="2179887"/>
                  </a:lnTo>
                  <a:lnTo>
                    <a:pt x="2936056" y="2179887"/>
                  </a:lnTo>
                  <a:lnTo>
                    <a:pt x="2936150" y="2179887"/>
                  </a:lnTo>
                  <a:lnTo>
                    <a:pt x="2936243" y="2179887"/>
                  </a:lnTo>
                  <a:lnTo>
                    <a:pt x="2936336" y="2179887"/>
                  </a:lnTo>
                  <a:lnTo>
                    <a:pt x="2936429" y="2179887"/>
                  </a:lnTo>
                  <a:lnTo>
                    <a:pt x="2936523" y="2179887"/>
                  </a:lnTo>
                  <a:lnTo>
                    <a:pt x="2936616" y="2179887"/>
                  </a:lnTo>
                  <a:lnTo>
                    <a:pt x="2936709" y="2179887"/>
                  </a:lnTo>
                  <a:lnTo>
                    <a:pt x="2936802" y="2179887"/>
                  </a:lnTo>
                  <a:lnTo>
                    <a:pt x="2936896" y="2179887"/>
                  </a:lnTo>
                  <a:lnTo>
                    <a:pt x="2936989" y="2179887"/>
                  </a:lnTo>
                  <a:lnTo>
                    <a:pt x="2937082" y="2179887"/>
                  </a:lnTo>
                  <a:lnTo>
                    <a:pt x="2937175" y="2179887"/>
                  </a:lnTo>
                  <a:lnTo>
                    <a:pt x="2937269" y="2179887"/>
                  </a:lnTo>
                  <a:lnTo>
                    <a:pt x="2937362" y="2179887"/>
                  </a:lnTo>
                  <a:lnTo>
                    <a:pt x="2937455" y="2179887"/>
                  </a:lnTo>
                  <a:lnTo>
                    <a:pt x="2937548" y="2179887"/>
                  </a:lnTo>
                  <a:lnTo>
                    <a:pt x="2937642" y="2179887"/>
                  </a:lnTo>
                  <a:lnTo>
                    <a:pt x="2937735" y="2179887"/>
                  </a:lnTo>
                  <a:lnTo>
                    <a:pt x="2937828" y="2179887"/>
                  </a:lnTo>
                  <a:lnTo>
                    <a:pt x="2937921" y="2179887"/>
                  </a:lnTo>
                  <a:lnTo>
                    <a:pt x="2938015" y="2179887"/>
                  </a:lnTo>
                  <a:lnTo>
                    <a:pt x="2938108" y="2179887"/>
                  </a:lnTo>
                  <a:lnTo>
                    <a:pt x="2938201" y="2179887"/>
                  </a:lnTo>
                  <a:lnTo>
                    <a:pt x="2938294" y="2179887"/>
                  </a:lnTo>
                  <a:lnTo>
                    <a:pt x="2938388" y="2179887"/>
                  </a:lnTo>
                  <a:lnTo>
                    <a:pt x="2938481" y="2179887"/>
                  </a:lnTo>
                  <a:lnTo>
                    <a:pt x="2938574" y="2179887"/>
                  </a:lnTo>
                  <a:lnTo>
                    <a:pt x="2938667" y="2179887"/>
                  </a:lnTo>
                  <a:lnTo>
                    <a:pt x="2938761" y="2179887"/>
                  </a:lnTo>
                  <a:lnTo>
                    <a:pt x="2938854" y="2179887"/>
                  </a:lnTo>
                  <a:lnTo>
                    <a:pt x="2938947" y="2179887"/>
                  </a:lnTo>
                  <a:lnTo>
                    <a:pt x="2939040" y="2179887"/>
                  </a:lnTo>
                  <a:lnTo>
                    <a:pt x="2939134" y="2179887"/>
                  </a:lnTo>
                  <a:lnTo>
                    <a:pt x="2939227" y="2179887"/>
                  </a:lnTo>
                  <a:lnTo>
                    <a:pt x="2939320" y="2179887"/>
                  </a:lnTo>
                  <a:lnTo>
                    <a:pt x="2939413" y="2179887"/>
                  </a:lnTo>
                  <a:lnTo>
                    <a:pt x="2939507" y="2179887"/>
                  </a:lnTo>
                  <a:lnTo>
                    <a:pt x="2939600" y="2179887"/>
                  </a:lnTo>
                  <a:lnTo>
                    <a:pt x="2939693" y="2179887"/>
                  </a:lnTo>
                  <a:lnTo>
                    <a:pt x="2939786" y="2179887"/>
                  </a:lnTo>
                  <a:lnTo>
                    <a:pt x="2939880" y="2179887"/>
                  </a:lnTo>
                  <a:lnTo>
                    <a:pt x="2939973" y="2179887"/>
                  </a:lnTo>
                  <a:lnTo>
                    <a:pt x="2940066" y="2179887"/>
                  </a:lnTo>
                  <a:lnTo>
                    <a:pt x="2940159" y="2179887"/>
                  </a:lnTo>
                  <a:lnTo>
                    <a:pt x="2940253" y="2179887"/>
                  </a:lnTo>
                  <a:lnTo>
                    <a:pt x="2940346" y="2179887"/>
                  </a:lnTo>
                  <a:lnTo>
                    <a:pt x="2940439" y="2179887"/>
                  </a:lnTo>
                  <a:lnTo>
                    <a:pt x="2940532" y="2179887"/>
                  </a:lnTo>
                  <a:lnTo>
                    <a:pt x="2940626" y="2179887"/>
                  </a:lnTo>
                  <a:lnTo>
                    <a:pt x="2940719" y="2179887"/>
                  </a:lnTo>
                  <a:lnTo>
                    <a:pt x="2940812" y="2179887"/>
                  </a:lnTo>
                  <a:lnTo>
                    <a:pt x="2940905" y="2179887"/>
                  </a:lnTo>
                  <a:lnTo>
                    <a:pt x="2940999" y="2179887"/>
                  </a:lnTo>
                  <a:lnTo>
                    <a:pt x="2941092" y="2179887"/>
                  </a:lnTo>
                  <a:lnTo>
                    <a:pt x="2941185" y="2179887"/>
                  </a:lnTo>
                  <a:lnTo>
                    <a:pt x="2941278" y="2179887"/>
                  </a:lnTo>
                  <a:lnTo>
                    <a:pt x="2941372" y="2179887"/>
                  </a:lnTo>
                  <a:lnTo>
                    <a:pt x="2941465" y="2179887"/>
                  </a:lnTo>
                  <a:lnTo>
                    <a:pt x="2941558" y="2179887"/>
                  </a:lnTo>
                  <a:lnTo>
                    <a:pt x="2941651" y="2179887"/>
                  </a:lnTo>
                  <a:lnTo>
                    <a:pt x="2941744" y="2179887"/>
                  </a:lnTo>
                  <a:lnTo>
                    <a:pt x="2941838" y="2179887"/>
                  </a:lnTo>
                  <a:lnTo>
                    <a:pt x="2941931" y="2179887"/>
                  </a:lnTo>
                  <a:lnTo>
                    <a:pt x="2942024" y="2179887"/>
                  </a:lnTo>
                  <a:lnTo>
                    <a:pt x="2942117" y="2179887"/>
                  </a:lnTo>
                  <a:lnTo>
                    <a:pt x="2942211" y="2179887"/>
                  </a:lnTo>
                  <a:lnTo>
                    <a:pt x="2942304" y="2179887"/>
                  </a:lnTo>
                  <a:lnTo>
                    <a:pt x="2942397" y="2179887"/>
                  </a:lnTo>
                  <a:lnTo>
                    <a:pt x="2942490" y="2179887"/>
                  </a:lnTo>
                  <a:lnTo>
                    <a:pt x="2942584" y="2179887"/>
                  </a:lnTo>
                  <a:lnTo>
                    <a:pt x="2942677" y="2179887"/>
                  </a:lnTo>
                  <a:lnTo>
                    <a:pt x="2942770" y="2179887"/>
                  </a:lnTo>
                  <a:lnTo>
                    <a:pt x="2942863" y="2179887"/>
                  </a:lnTo>
                  <a:lnTo>
                    <a:pt x="2942957" y="2179887"/>
                  </a:lnTo>
                  <a:lnTo>
                    <a:pt x="2943050" y="2179887"/>
                  </a:lnTo>
                  <a:lnTo>
                    <a:pt x="2943143" y="2179887"/>
                  </a:lnTo>
                  <a:lnTo>
                    <a:pt x="2943236" y="2179887"/>
                  </a:lnTo>
                  <a:lnTo>
                    <a:pt x="2943330" y="2179887"/>
                  </a:lnTo>
                  <a:lnTo>
                    <a:pt x="2943423" y="2179887"/>
                  </a:lnTo>
                  <a:lnTo>
                    <a:pt x="2943516" y="2179887"/>
                  </a:lnTo>
                  <a:lnTo>
                    <a:pt x="2943609" y="2179887"/>
                  </a:lnTo>
                  <a:lnTo>
                    <a:pt x="2943703" y="2179887"/>
                  </a:lnTo>
                  <a:lnTo>
                    <a:pt x="2943796" y="2179887"/>
                  </a:lnTo>
                  <a:lnTo>
                    <a:pt x="2943889" y="2179887"/>
                  </a:lnTo>
                  <a:lnTo>
                    <a:pt x="2943982" y="2179887"/>
                  </a:lnTo>
                  <a:lnTo>
                    <a:pt x="2944076" y="2179887"/>
                  </a:lnTo>
                  <a:lnTo>
                    <a:pt x="2944169" y="2179887"/>
                  </a:lnTo>
                  <a:lnTo>
                    <a:pt x="2944262" y="2179887"/>
                  </a:lnTo>
                  <a:lnTo>
                    <a:pt x="2944355" y="2179887"/>
                  </a:lnTo>
                  <a:lnTo>
                    <a:pt x="2944449" y="2179887"/>
                  </a:lnTo>
                  <a:lnTo>
                    <a:pt x="2944542" y="2179887"/>
                  </a:lnTo>
                  <a:lnTo>
                    <a:pt x="2944635" y="2179887"/>
                  </a:lnTo>
                  <a:lnTo>
                    <a:pt x="2944728" y="2179887"/>
                  </a:lnTo>
                  <a:lnTo>
                    <a:pt x="2944822" y="2179887"/>
                  </a:lnTo>
                  <a:lnTo>
                    <a:pt x="2944915" y="2179887"/>
                  </a:lnTo>
                  <a:lnTo>
                    <a:pt x="2945008" y="2179887"/>
                  </a:lnTo>
                  <a:lnTo>
                    <a:pt x="2945101" y="2179887"/>
                  </a:lnTo>
                  <a:lnTo>
                    <a:pt x="2945195" y="2179887"/>
                  </a:lnTo>
                  <a:lnTo>
                    <a:pt x="2945288" y="2179887"/>
                  </a:lnTo>
                  <a:lnTo>
                    <a:pt x="2945381" y="2179887"/>
                  </a:lnTo>
                  <a:lnTo>
                    <a:pt x="2945474" y="2179887"/>
                  </a:lnTo>
                  <a:lnTo>
                    <a:pt x="2945568" y="2179887"/>
                  </a:lnTo>
                  <a:lnTo>
                    <a:pt x="2945661" y="2179887"/>
                  </a:lnTo>
                  <a:lnTo>
                    <a:pt x="2945754" y="2179887"/>
                  </a:lnTo>
                  <a:lnTo>
                    <a:pt x="2945847" y="2179887"/>
                  </a:lnTo>
                  <a:lnTo>
                    <a:pt x="2945941" y="2179887"/>
                  </a:lnTo>
                  <a:lnTo>
                    <a:pt x="2946034" y="2179887"/>
                  </a:lnTo>
                  <a:lnTo>
                    <a:pt x="2946127" y="2179887"/>
                  </a:lnTo>
                  <a:lnTo>
                    <a:pt x="2946220" y="2179887"/>
                  </a:lnTo>
                  <a:lnTo>
                    <a:pt x="2946314" y="2179887"/>
                  </a:lnTo>
                  <a:lnTo>
                    <a:pt x="2946407" y="2179887"/>
                  </a:lnTo>
                  <a:lnTo>
                    <a:pt x="2946500" y="2179887"/>
                  </a:lnTo>
                  <a:lnTo>
                    <a:pt x="2946593" y="2179887"/>
                  </a:lnTo>
                  <a:lnTo>
                    <a:pt x="2946687" y="2179887"/>
                  </a:lnTo>
                  <a:lnTo>
                    <a:pt x="2946780" y="2179887"/>
                  </a:lnTo>
                  <a:lnTo>
                    <a:pt x="2946873" y="2179887"/>
                  </a:lnTo>
                  <a:lnTo>
                    <a:pt x="2946966" y="2179887"/>
                  </a:lnTo>
                  <a:lnTo>
                    <a:pt x="2947060" y="2179887"/>
                  </a:lnTo>
                  <a:lnTo>
                    <a:pt x="2947153" y="2179887"/>
                  </a:lnTo>
                  <a:lnTo>
                    <a:pt x="2947246" y="2179887"/>
                  </a:lnTo>
                  <a:lnTo>
                    <a:pt x="2947339" y="2179887"/>
                  </a:lnTo>
                  <a:lnTo>
                    <a:pt x="2947433" y="2179887"/>
                  </a:lnTo>
                  <a:lnTo>
                    <a:pt x="2947526" y="2179887"/>
                  </a:lnTo>
                  <a:lnTo>
                    <a:pt x="2947619" y="2179887"/>
                  </a:lnTo>
                  <a:lnTo>
                    <a:pt x="2947712" y="2179887"/>
                  </a:lnTo>
                  <a:lnTo>
                    <a:pt x="2947806" y="2179887"/>
                  </a:lnTo>
                  <a:lnTo>
                    <a:pt x="2947899" y="2179887"/>
                  </a:lnTo>
                  <a:lnTo>
                    <a:pt x="2947992" y="2179887"/>
                  </a:lnTo>
                  <a:lnTo>
                    <a:pt x="2948085" y="2179887"/>
                  </a:lnTo>
                  <a:lnTo>
                    <a:pt x="2948179" y="2179887"/>
                  </a:lnTo>
                  <a:lnTo>
                    <a:pt x="2948272" y="2179887"/>
                  </a:lnTo>
                  <a:lnTo>
                    <a:pt x="2948365" y="2179887"/>
                  </a:lnTo>
                  <a:lnTo>
                    <a:pt x="2948458" y="2179887"/>
                  </a:lnTo>
                  <a:lnTo>
                    <a:pt x="2948552" y="2179887"/>
                  </a:lnTo>
                  <a:lnTo>
                    <a:pt x="2948645" y="2179887"/>
                  </a:lnTo>
                  <a:lnTo>
                    <a:pt x="2948738" y="2179887"/>
                  </a:lnTo>
                  <a:lnTo>
                    <a:pt x="2948831" y="2179887"/>
                  </a:lnTo>
                  <a:lnTo>
                    <a:pt x="2948924" y="2179887"/>
                  </a:lnTo>
                  <a:lnTo>
                    <a:pt x="2949018" y="2179887"/>
                  </a:lnTo>
                  <a:lnTo>
                    <a:pt x="2949111" y="2179887"/>
                  </a:lnTo>
                  <a:lnTo>
                    <a:pt x="2949204" y="2179887"/>
                  </a:lnTo>
                  <a:lnTo>
                    <a:pt x="2949297" y="2179887"/>
                  </a:lnTo>
                  <a:lnTo>
                    <a:pt x="2949391" y="2179887"/>
                  </a:lnTo>
                  <a:lnTo>
                    <a:pt x="2949484" y="2179887"/>
                  </a:lnTo>
                  <a:lnTo>
                    <a:pt x="2949577" y="2179887"/>
                  </a:lnTo>
                  <a:lnTo>
                    <a:pt x="2949670" y="2179887"/>
                  </a:lnTo>
                  <a:lnTo>
                    <a:pt x="2949764" y="2179887"/>
                  </a:lnTo>
                  <a:lnTo>
                    <a:pt x="2949857" y="2179887"/>
                  </a:lnTo>
                  <a:lnTo>
                    <a:pt x="2949950" y="2179887"/>
                  </a:lnTo>
                  <a:lnTo>
                    <a:pt x="2950043" y="2179887"/>
                  </a:lnTo>
                  <a:lnTo>
                    <a:pt x="2950137" y="2179887"/>
                  </a:lnTo>
                  <a:lnTo>
                    <a:pt x="2950230" y="2179887"/>
                  </a:lnTo>
                  <a:lnTo>
                    <a:pt x="2950323" y="2179887"/>
                  </a:lnTo>
                  <a:lnTo>
                    <a:pt x="2950416" y="2179887"/>
                  </a:lnTo>
                  <a:lnTo>
                    <a:pt x="2950510" y="2179887"/>
                  </a:lnTo>
                  <a:lnTo>
                    <a:pt x="2950603" y="2179887"/>
                  </a:lnTo>
                  <a:lnTo>
                    <a:pt x="2950696" y="2179887"/>
                  </a:lnTo>
                  <a:lnTo>
                    <a:pt x="2950789" y="2179887"/>
                  </a:lnTo>
                  <a:lnTo>
                    <a:pt x="2950883" y="2179887"/>
                  </a:lnTo>
                  <a:lnTo>
                    <a:pt x="2950976" y="2179887"/>
                  </a:lnTo>
                  <a:lnTo>
                    <a:pt x="2951069" y="2179887"/>
                  </a:lnTo>
                  <a:lnTo>
                    <a:pt x="2951162" y="2179887"/>
                  </a:lnTo>
                  <a:lnTo>
                    <a:pt x="2951256" y="2179887"/>
                  </a:lnTo>
                  <a:lnTo>
                    <a:pt x="2951349" y="2179887"/>
                  </a:lnTo>
                  <a:lnTo>
                    <a:pt x="2951442" y="2179887"/>
                  </a:lnTo>
                  <a:lnTo>
                    <a:pt x="2951535" y="2179887"/>
                  </a:lnTo>
                  <a:lnTo>
                    <a:pt x="2951629" y="2179887"/>
                  </a:lnTo>
                  <a:lnTo>
                    <a:pt x="2951722" y="2179887"/>
                  </a:lnTo>
                  <a:lnTo>
                    <a:pt x="2951815" y="2179887"/>
                  </a:lnTo>
                  <a:lnTo>
                    <a:pt x="2951908" y="2179887"/>
                  </a:lnTo>
                  <a:lnTo>
                    <a:pt x="2952002" y="2179887"/>
                  </a:lnTo>
                  <a:lnTo>
                    <a:pt x="2952002" y="2169933"/>
                  </a:lnTo>
                  <a:lnTo>
                    <a:pt x="2952095" y="2169933"/>
                  </a:lnTo>
                  <a:lnTo>
                    <a:pt x="2952188" y="2169933"/>
                  </a:lnTo>
                  <a:lnTo>
                    <a:pt x="2952281" y="2169933"/>
                  </a:lnTo>
                  <a:lnTo>
                    <a:pt x="2952375" y="2169933"/>
                  </a:lnTo>
                  <a:lnTo>
                    <a:pt x="2952468" y="2169933"/>
                  </a:lnTo>
                  <a:lnTo>
                    <a:pt x="2952561" y="2169933"/>
                  </a:lnTo>
                  <a:lnTo>
                    <a:pt x="2952654" y="2169933"/>
                  </a:lnTo>
                  <a:lnTo>
                    <a:pt x="2952748" y="2169933"/>
                  </a:lnTo>
                  <a:lnTo>
                    <a:pt x="2952841" y="2169933"/>
                  </a:lnTo>
                  <a:lnTo>
                    <a:pt x="2952934" y="2169933"/>
                  </a:lnTo>
                  <a:lnTo>
                    <a:pt x="2953027" y="2169933"/>
                  </a:lnTo>
                  <a:lnTo>
                    <a:pt x="2953121" y="2169933"/>
                  </a:lnTo>
                  <a:lnTo>
                    <a:pt x="2953214" y="2169933"/>
                  </a:lnTo>
                  <a:lnTo>
                    <a:pt x="2953307" y="2169933"/>
                  </a:lnTo>
                  <a:lnTo>
                    <a:pt x="2953400" y="2169933"/>
                  </a:lnTo>
                  <a:lnTo>
                    <a:pt x="2953494" y="2169933"/>
                  </a:lnTo>
                  <a:lnTo>
                    <a:pt x="2953587" y="2169933"/>
                  </a:lnTo>
                  <a:lnTo>
                    <a:pt x="2953680" y="2169933"/>
                  </a:lnTo>
                  <a:lnTo>
                    <a:pt x="2953773" y="2169933"/>
                  </a:lnTo>
                  <a:lnTo>
                    <a:pt x="2953867" y="2169933"/>
                  </a:lnTo>
                  <a:lnTo>
                    <a:pt x="2953960" y="2169933"/>
                  </a:lnTo>
                  <a:lnTo>
                    <a:pt x="2954053" y="2169933"/>
                  </a:lnTo>
                  <a:lnTo>
                    <a:pt x="2954146" y="2169933"/>
                  </a:lnTo>
                  <a:lnTo>
                    <a:pt x="2954240" y="2169933"/>
                  </a:lnTo>
                  <a:lnTo>
                    <a:pt x="2954333" y="2169933"/>
                  </a:lnTo>
                  <a:lnTo>
                    <a:pt x="2954426" y="2169933"/>
                  </a:lnTo>
                  <a:lnTo>
                    <a:pt x="2954519" y="2169933"/>
                  </a:lnTo>
                  <a:lnTo>
                    <a:pt x="2954613" y="2169933"/>
                  </a:lnTo>
                  <a:lnTo>
                    <a:pt x="2954706" y="2169933"/>
                  </a:lnTo>
                  <a:lnTo>
                    <a:pt x="2954799" y="2169933"/>
                  </a:lnTo>
                  <a:lnTo>
                    <a:pt x="2954892" y="2169933"/>
                  </a:lnTo>
                  <a:lnTo>
                    <a:pt x="2954986" y="2169933"/>
                  </a:lnTo>
                  <a:lnTo>
                    <a:pt x="2955079" y="2169933"/>
                  </a:lnTo>
                  <a:lnTo>
                    <a:pt x="2955172" y="2169933"/>
                  </a:lnTo>
                  <a:lnTo>
                    <a:pt x="2955265" y="2169933"/>
                  </a:lnTo>
                  <a:lnTo>
                    <a:pt x="2955359" y="2169933"/>
                  </a:lnTo>
                  <a:lnTo>
                    <a:pt x="2955452" y="2169933"/>
                  </a:lnTo>
                  <a:lnTo>
                    <a:pt x="2955545" y="2169933"/>
                  </a:lnTo>
                  <a:lnTo>
                    <a:pt x="2955638" y="2169933"/>
                  </a:lnTo>
                  <a:lnTo>
                    <a:pt x="2955731" y="2169933"/>
                  </a:lnTo>
                  <a:lnTo>
                    <a:pt x="2955825" y="2169933"/>
                  </a:lnTo>
                  <a:lnTo>
                    <a:pt x="2955918" y="2169933"/>
                  </a:lnTo>
                  <a:lnTo>
                    <a:pt x="2956011" y="2169933"/>
                  </a:lnTo>
                  <a:lnTo>
                    <a:pt x="2956104" y="2169933"/>
                  </a:lnTo>
                  <a:lnTo>
                    <a:pt x="2956198" y="2169933"/>
                  </a:lnTo>
                  <a:lnTo>
                    <a:pt x="2956291" y="2169933"/>
                  </a:lnTo>
                  <a:lnTo>
                    <a:pt x="2956384" y="2169933"/>
                  </a:lnTo>
                  <a:lnTo>
                    <a:pt x="2956477" y="2169933"/>
                  </a:lnTo>
                  <a:lnTo>
                    <a:pt x="2956571" y="2169933"/>
                  </a:lnTo>
                  <a:lnTo>
                    <a:pt x="2956664" y="2169933"/>
                  </a:lnTo>
                  <a:lnTo>
                    <a:pt x="2956757" y="2169933"/>
                  </a:lnTo>
                  <a:lnTo>
                    <a:pt x="2956850" y="2169933"/>
                  </a:lnTo>
                  <a:lnTo>
                    <a:pt x="2956944" y="2169933"/>
                  </a:lnTo>
                  <a:lnTo>
                    <a:pt x="2957037" y="2169933"/>
                  </a:lnTo>
                  <a:lnTo>
                    <a:pt x="2957130" y="2169933"/>
                  </a:lnTo>
                  <a:lnTo>
                    <a:pt x="2957223" y="2169933"/>
                  </a:lnTo>
                  <a:lnTo>
                    <a:pt x="2957317" y="2169933"/>
                  </a:lnTo>
                  <a:lnTo>
                    <a:pt x="2957410" y="2169933"/>
                  </a:lnTo>
                  <a:lnTo>
                    <a:pt x="2957503" y="2169933"/>
                  </a:lnTo>
                  <a:lnTo>
                    <a:pt x="2957596" y="2169933"/>
                  </a:lnTo>
                  <a:lnTo>
                    <a:pt x="2957690" y="2169933"/>
                  </a:lnTo>
                  <a:lnTo>
                    <a:pt x="2957783" y="2169933"/>
                  </a:lnTo>
                  <a:lnTo>
                    <a:pt x="2957876" y="2169933"/>
                  </a:lnTo>
                  <a:lnTo>
                    <a:pt x="2957969" y="2169933"/>
                  </a:lnTo>
                  <a:lnTo>
                    <a:pt x="2958063" y="2169933"/>
                  </a:lnTo>
                  <a:lnTo>
                    <a:pt x="2958156" y="2169933"/>
                  </a:lnTo>
                  <a:lnTo>
                    <a:pt x="2958249" y="2169933"/>
                  </a:lnTo>
                  <a:lnTo>
                    <a:pt x="2958342" y="2169933"/>
                  </a:lnTo>
                  <a:lnTo>
                    <a:pt x="2958436" y="2169933"/>
                  </a:lnTo>
                  <a:lnTo>
                    <a:pt x="2958529" y="2169933"/>
                  </a:lnTo>
                  <a:lnTo>
                    <a:pt x="2958622" y="2169933"/>
                  </a:lnTo>
                  <a:lnTo>
                    <a:pt x="2958715" y="2169933"/>
                  </a:lnTo>
                  <a:lnTo>
                    <a:pt x="2958809" y="2169933"/>
                  </a:lnTo>
                  <a:lnTo>
                    <a:pt x="2958902" y="2169933"/>
                  </a:lnTo>
                  <a:lnTo>
                    <a:pt x="2958995" y="2169933"/>
                  </a:lnTo>
                  <a:lnTo>
                    <a:pt x="2959088" y="2169933"/>
                  </a:lnTo>
                  <a:lnTo>
                    <a:pt x="2959182" y="2169933"/>
                  </a:lnTo>
                  <a:lnTo>
                    <a:pt x="2959275" y="2169933"/>
                  </a:lnTo>
                  <a:lnTo>
                    <a:pt x="2959368" y="2169933"/>
                  </a:lnTo>
                  <a:lnTo>
                    <a:pt x="2959461" y="2169933"/>
                  </a:lnTo>
                  <a:lnTo>
                    <a:pt x="2959555" y="2169933"/>
                  </a:lnTo>
                  <a:lnTo>
                    <a:pt x="2959648" y="2169933"/>
                  </a:lnTo>
                  <a:lnTo>
                    <a:pt x="2959741" y="2169933"/>
                  </a:lnTo>
                  <a:lnTo>
                    <a:pt x="2959834" y="2169933"/>
                  </a:lnTo>
                  <a:lnTo>
                    <a:pt x="2959928" y="2169933"/>
                  </a:lnTo>
                  <a:lnTo>
                    <a:pt x="2960021" y="2169933"/>
                  </a:lnTo>
                  <a:lnTo>
                    <a:pt x="2960114" y="2169933"/>
                  </a:lnTo>
                  <a:lnTo>
                    <a:pt x="2960207" y="2169933"/>
                  </a:lnTo>
                  <a:lnTo>
                    <a:pt x="2960301" y="2169933"/>
                  </a:lnTo>
                  <a:lnTo>
                    <a:pt x="2960394" y="2169933"/>
                  </a:lnTo>
                  <a:lnTo>
                    <a:pt x="2960487" y="2169933"/>
                  </a:lnTo>
                  <a:lnTo>
                    <a:pt x="2960580" y="2169933"/>
                  </a:lnTo>
                  <a:lnTo>
                    <a:pt x="2960674" y="2169933"/>
                  </a:lnTo>
                  <a:lnTo>
                    <a:pt x="2960767" y="2169933"/>
                  </a:lnTo>
                  <a:lnTo>
                    <a:pt x="2960860" y="2169933"/>
                  </a:lnTo>
                  <a:lnTo>
                    <a:pt x="2960953" y="2169933"/>
                  </a:lnTo>
                  <a:lnTo>
                    <a:pt x="2961047" y="2169933"/>
                  </a:lnTo>
                  <a:lnTo>
                    <a:pt x="2961140" y="2169933"/>
                  </a:lnTo>
                  <a:lnTo>
                    <a:pt x="2961233" y="2169933"/>
                  </a:lnTo>
                  <a:lnTo>
                    <a:pt x="2961326" y="2169933"/>
                  </a:lnTo>
                  <a:lnTo>
                    <a:pt x="2961420" y="2169933"/>
                  </a:lnTo>
                  <a:lnTo>
                    <a:pt x="2961513" y="2169933"/>
                  </a:lnTo>
                  <a:lnTo>
                    <a:pt x="2961606" y="2169933"/>
                  </a:lnTo>
                  <a:lnTo>
                    <a:pt x="2961699" y="2169933"/>
                  </a:lnTo>
                  <a:lnTo>
                    <a:pt x="2961793" y="2169933"/>
                  </a:lnTo>
                  <a:lnTo>
                    <a:pt x="2961886" y="2169933"/>
                  </a:lnTo>
                  <a:lnTo>
                    <a:pt x="2961979" y="2169933"/>
                  </a:lnTo>
                  <a:lnTo>
                    <a:pt x="2962072" y="2169933"/>
                  </a:lnTo>
                  <a:lnTo>
                    <a:pt x="2962166" y="2169933"/>
                  </a:lnTo>
                  <a:lnTo>
                    <a:pt x="2962259" y="2169933"/>
                  </a:lnTo>
                  <a:lnTo>
                    <a:pt x="2962352" y="2169933"/>
                  </a:lnTo>
                  <a:lnTo>
                    <a:pt x="2962445" y="2169933"/>
                  </a:lnTo>
                  <a:lnTo>
                    <a:pt x="2962538" y="2169933"/>
                  </a:lnTo>
                  <a:lnTo>
                    <a:pt x="2962632" y="2169933"/>
                  </a:lnTo>
                  <a:lnTo>
                    <a:pt x="2962725" y="2169933"/>
                  </a:lnTo>
                  <a:lnTo>
                    <a:pt x="2962818" y="2169933"/>
                  </a:lnTo>
                  <a:lnTo>
                    <a:pt x="2962911" y="2169933"/>
                  </a:lnTo>
                  <a:lnTo>
                    <a:pt x="2963005" y="2169933"/>
                  </a:lnTo>
                  <a:lnTo>
                    <a:pt x="2963098" y="2169933"/>
                  </a:lnTo>
                  <a:lnTo>
                    <a:pt x="2963191" y="2169933"/>
                  </a:lnTo>
                  <a:lnTo>
                    <a:pt x="2963284" y="2169933"/>
                  </a:lnTo>
                  <a:lnTo>
                    <a:pt x="2963378" y="2169933"/>
                  </a:lnTo>
                  <a:lnTo>
                    <a:pt x="2963471" y="2169933"/>
                  </a:lnTo>
                  <a:lnTo>
                    <a:pt x="2963564" y="2169933"/>
                  </a:lnTo>
                  <a:lnTo>
                    <a:pt x="2963657" y="2169933"/>
                  </a:lnTo>
                  <a:lnTo>
                    <a:pt x="2963751" y="2169933"/>
                  </a:lnTo>
                  <a:lnTo>
                    <a:pt x="2963844" y="2169933"/>
                  </a:lnTo>
                  <a:lnTo>
                    <a:pt x="2963937" y="2169933"/>
                  </a:lnTo>
                  <a:lnTo>
                    <a:pt x="2964030" y="2169933"/>
                  </a:lnTo>
                  <a:lnTo>
                    <a:pt x="2964124" y="2169933"/>
                  </a:lnTo>
                  <a:lnTo>
                    <a:pt x="2964217" y="2169933"/>
                  </a:lnTo>
                  <a:lnTo>
                    <a:pt x="2964310" y="2169933"/>
                  </a:lnTo>
                  <a:lnTo>
                    <a:pt x="2964403" y="2169933"/>
                  </a:lnTo>
                  <a:lnTo>
                    <a:pt x="2964497" y="2169933"/>
                  </a:lnTo>
                  <a:lnTo>
                    <a:pt x="2964590" y="2169933"/>
                  </a:lnTo>
                  <a:lnTo>
                    <a:pt x="2964683" y="2169933"/>
                  </a:lnTo>
                  <a:lnTo>
                    <a:pt x="2964776" y="2169933"/>
                  </a:lnTo>
                  <a:lnTo>
                    <a:pt x="2964870" y="2169933"/>
                  </a:lnTo>
                  <a:lnTo>
                    <a:pt x="2964963" y="2169933"/>
                  </a:lnTo>
                  <a:lnTo>
                    <a:pt x="2965056" y="2169933"/>
                  </a:lnTo>
                  <a:lnTo>
                    <a:pt x="2965149" y="2169933"/>
                  </a:lnTo>
                  <a:lnTo>
                    <a:pt x="2965243" y="2169933"/>
                  </a:lnTo>
                  <a:lnTo>
                    <a:pt x="2965336" y="2169933"/>
                  </a:lnTo>
                  <a:lnTo>
                    <a:pt x="2965429" y="2169933"/>
                  </a:lnTo>
                  <a:lnTo>
                    <a:pt x="2965522" y="2169933"/>
                  </a:lnTo>
                  <a:lnTo>
                    <a:pt x="2965616" y="2169933"/>
                  </a:lnTo>
                  <a:lnTo>
                    <a:pt x="2965709" y="2169933"/>
                  </a:lnTo>
                  <a:lnTo>
                    <a:pt x="2965802" y="2169933"/>
                  </a:lnTo>
                  <a:lnTo>
                    <a:pt x="2965895" y="2169933"/>
                  </a:lnTo>
                  <a:lnTo>
                    <a:pt x="2965989" y="2169933"/>
                  </a:lnTo>
                  <a:lnTo>
                    <a:pt x="2966082" y="2169933"/>
                  </a:lnTo>
                  <a:lnTo>
                    <a:pt x="2966175" y="2169933"/>
                  </a:lnTo>
                  <a:lnTo>
                    <a:pt x="2966268" y="2169933"/>
                  </a:lnTo>
                  <a:lnTo>
                    <a:pt x="2966362" y="2169933"/>
                  </a:lnTo>
                  <a:lnTo>
                    <a:pt x="2966455" y="2169933"/>
                  </a:lnTo>
                  <a:lnTo>
                    <a:pt x="2966548" y="2169933"/>
                  </a:lnTo>
                  <a:lnTo>
                    <a:pt x="2966641" y="2169933"/>
                  </a:lnTo>
                  <a:lnTo>
                    <a:pt x="2966735" y="2169933"/>
                  </a:lnTo>
                  <a:lnTo>
                    <a:pt x="2966828" y="2169933"/>
                  </a:lnTo>
                  <a:lnTo>
                    <a:pt x="2966921" y="2169933"/>
                  </a:lnTo>
                  <a:lnTo>
                    <a:pt x="2967014" y="2169933"/>
                  </a:lnTo>
                  <a:lnTo>
                    <a:pt x="2967108" y="2169933"/>
                  </a:lnTo>
                  <a:lnTo>
                    <a:pt x="2967201" y="2169933"/>
                  </a:lnTo>
                  <a:lnTo>
                    <a:pt x="2967294" y="2169933"/>
                  </a:lnTo>
                  <a:lnTo>
                    <a:pt x="2967387" y="2169933"/>
                  </a:lnTo>
                  <a:lnTo>
                    <a:pt x="2967481" y="2169933"/>
                  </a:lnTo>
                  <a:lnTo>
                    <a:pt x="2967574" y="2169933"/>
                  </a:lnTo>
                  <a:lnTo>
                    <a:pt x="2967667" y="2169933"/>
                  </a:lnTo>
                  <a:lnTo>
                    <a:pt x="2967760" y="2169933"/>
                  </a:lnTo>
                  <a:lnTo>
                    <a:pt x="2967854" y="2169933"/>
                  </a:lnTo>
                  <a:lnTo>
                    <a:pt x="2967947" y="2169933"/>
                  </a:lnTo>
                  <a:lnTo>
                    <a:pt x="2968040" y="2169933"/>
                  </a:lnTo>
                  <a:lnTo>
                    <a:pt x="2968133" y="2169933"/>
                  </a:lnTo>
                  <a:lnTo>
                    <a:pt x="2968227" y="2169933"/>
                  </a:lnTo>
                  <a:lnTo>
                    <a:pt x="2968320" y="2169933"/>
                  </a:lnTo>
                  <a:lnTo>
                    <a:pt x="2968413" y="2169933"/>
                  </a:lnTo>
                  <a:lnTo>
                    <a:pt x="2968506" y="2169933"/>
                  </a:lnTo>
                  <a:lnTo>
                    <a:pt x="2968600" y="2169933"/>
                  </a:lnTo>
                  <a:lnTo>
                    <a:pt x="2968693" y="2169933"/>
                  </a:lnTo>
                  <a:lnTo>
                    <a:pt x="2968786" y="2169933"/>
                  </a:lnTo>
                  <a:lnTo>
                    <a:pt x="2968879" y="2169933"/>
                  </a:lnTo>
                  <a:lnTo>
                    <a:pt x="2968973" y="2169933"/>
                  </a:lnTo>
                  <a:lnTo>
                    <a:pt x="2969066" y="2169933"/>
                  </a:lnTo>
                  <a:lnTo>
                    <a:pt x="2969159" y="2169933"/>
                  </a:lnTo>
                  <a:lnTo>
                    <a:pt x="2969252" y="2169933"/>
                  </a:lnTo>
                  <a:lnTo>
                    <a:pt x="2969346" y="2169933"/>
                  </a:lnTo>
                  <a:lnTo>
                    <a:pt x="2969439" y="2169933"/>
                  </a:lnTo>
                  <a:lnTo>
                    <a:pt x="2969532" y="2169933"/>
                  </a:lnTo>
                  <a:lnTo>
                    <a:pt x="2969625" y="2169933"/>
                  </a:lnTo>
                  <a:lnTo>
                    <a:pt x="2969718" y="2169933"/>
                  </a:lnTo>
                  <a:lnTo>
                    <a:pt x="2969812" y="2169933"/>
                  </a:lnTo>
                  <a:lnTo>
                    <a:pt x="2969905" y="2169933"/>
                  </a:lnTo>
                  <a:lnTo>
                    <a:pt x="2969998" y="2169933"/>
                  </a:lnTo>
                  <a:lnTo>
                    <a:pt x="2970091" y="2169933"/>
                  </a:lnTo>
                  <a:lnTo>
                    <a:pt x="2970185" y="2169933"/>
                  </a:lnTo>
                  <a:lnTo>
                    <a:pt x="2970278" y="2169933"/>
                  </a:lnTo>
                  <a:lnTo>
                    <a:pt x="2970371" y="2169933"/>
                  </a:lnTo>
                  <a:lnTo>
                    <a:pt x="2970464" y="2169933"/>
                  </a:lnTo>
                  <a:lnTo>
                    <a:pt x="2970558" y="2169933"/>
                  </a:lnTo>
                  <a:lnTo>
                    <a:pt x="2970651" y="2169933"/>
                  </a:lnTo>
                  <a:lnTo>
                    <a:pt x="2970744" y="2169933"/>
                  </a:lnTo>
                  <a:lnTo>
                    <a:pt x="2970837" y="2169933"/>
                  </a:lnTo>
                  <a:lnTo>
                    <a:pt x="2970931" y="2169933"/>
                  </a:lnTo>
                  <a:lnTo>
                    <a:pt x="2971024" y="2169933"/>
                  </a:lnTo>
                  <a:lnTo>
                    <a:pt x="2971117" y="2169933"/>
                  </a:lnTo>
                  <a:lnTo>
                    <a:pt x="2971210" y="2169933"/>
                  </a:lnTo>
                  <a:lnTo>
                    <a:pt x="2971304" y="2169933"/>
                  </a:lnTo>
                  <a:lnTo>
                    <a:pt x="2971397" y="2169933"/>
                  </a:lnTo>
                  <a:lnTo>
                    <a:pt x="2971490" y="2169933"/>
                  </a:lnTo>
                  <a:lnTo>
                    <a:pt x="2971583" y="2169933"/>
                  </a:lnTo>
                  <a:lnTo>
                    <a:pt x="2971677" y="2169933"/>
                  </a:lnTo>
                  <a:lnTo>
                    <a:pt x="2971770" y="2169933"/>
                  </a:lnTo>
                  <a:lnTo>
                    <a:pt x="2971863" y="2169933"/>
                  </a:lnTo>
                  <a:lnTo>
                    <a:pt x="2971956" y="2169933"/>
                  </a:lnTo>
                  <a:lnTo>
                    <a:pt x="2972050" y="2169933"/>
                  </a:lnTo>
                  <a:lnTo>
                    <a:pt x="2972143" y="2169933"/>
                  </a:lnTo>
                  <a:lnTo>
                    <a:pt x="2972236" y="2169933"/>
                  </a:lnTo>
                  <a:lnTo>
                    <a:pt x="2972329" y="2169933"/>
                  </a:lnTo>
                  <a:lnTo>
                    <a:pt x="2972423" y="2169933"/>
                  </a:lnTo>
                  <a:lnTo>
                    <a:pt x="2972516" y="2169933"/>
                  </a:lnTo>
                  <a:lnTo>
                    <a:pt x="2972609" y="2169933"/>
                  </a:lnTo>
                  <a:lnTo>
                    <a:pt x="2972702" y="2169933"/>
                  </a:lnTo>
                  <a:lnTo>
                    <a:pt x="2972796" y="2169933"/>
                  </a:lnTo>
                  <a:lnTo>
                    <a:pt x="2972889" y="2169933"/>
                  </a:lnTo>
                  <a:lnTo>
                    <a:pt x="2972982" y="2169933"/>
                  </a:lnTo>
                  <a:lnTo>
                    <a:pt x="2973075" y="2169933"/>
                  </a:lnTo>
                  <a:lnTo>
                    <a:pt x="2973169" y="2169933"/>
                  </a:lnTo>
                  <a:lnTo>
                    <a:pt x="2973262" y="2169933"/>
                  </a:lnTo>
                  <a:lnTo>
                    <a:pt x="2973355" y="2169933"/>
                  </a:lnTo>
                  <a:lnTo>
                    <a:pt x="2973448" y="2169933"/>
                  </a:lnTo>
                  <a:lnTo>
                    <a:pt x="2973542" y="2169933"/>
                  </a:lnTo>
                  <a:lnTo>
                    <a:pt x="2973635" y="2169933"/>
                  </a:lnTo>
                  <a:lnTo>
                    <a:pt x="2973728" y="2169933"/>
                  </a:lnTo>
                  <a:lnTo>
                    <a:pt x="2973821" y="2169933"/>
                  </a:lnTo>
                  <a:lnTo>
                    <a:pt x="2973915" y="2169933"/>
                  </a:lnTo>
                  <a:lnTo>
                    <a:pt x="2974008" y="2169933"/>
                  </a:lnTo>
                  <a:lnTo>
                    <a:pt x="2974101" y="2169933"/>
                  </a:lnTo>
                  <a:lnTo>
                    <a:pt x="2974194" y="2169933"/>
                  </a:lnTo>
                  <a:lnTo>
                    <a:pt x="2974288" y="2169933"/>
                  </a:lnTo>
                  <a:lnTo>
                    <a:pt x="2974381" y="2169933"/>
                  </a:lnTo>
                  <a:lnTo>
                    <a:pt x="2974474" y="2169933"/>
                  </a:lnTo>
                  <a:lnTo>
                    <a:pt x="2974567" y="2169933"/>
                  </a:lnTo>
                  <a:lnTo>
                    <a:pt x="2974661" y="2169933"/>
                  </a:lnTo>
                  <a:lnTo>
                    <a:pt x="2974754" y="2169933"/>
                  </a:lnTo>
                  <a:lnTo>
                    <a:pt x="2974847" y="2169933"/>
                  </a:lnTo>
                  <a:lnTo>
                    <a:pt x="2974940" y="2169933"/>
                  </a:lnTo>
                  <a:lnTo>
                    <a:pt x="2975034" y="2169933"/>
                  </a:lnTo>
                  <a:lnTo>
                    <a:pt x="2975127" y="2169933"/>
                  </a:lnTo>
                  <a:lnTo>
                    <a:pt x="2975220" y="2169933"/>
                  </a:lnTo>
                  <a:lnTo>
                    <a:pt x="2975313" y="2169933"/>
                  </a:lnTo>
                  <a:lnTo>
                    <a:pt x="2975407" y="2169933"/>
                  </a:lnTo>
                  <a:lnTo>
                    <a:pt x="2975500" y="2169933"/>
                  </a:lnTo>
                  <a:lnTo>
                    <a:pt x="2975593" y="2169933"/>
                  </a:lnTo>
                  <a:lnTo>
                    <a:pt x="2975686" y="2169933"/>
                  </a:lnTo>
                  <a:lnTo>
                    <a:pt x="2975780" y="2169933"/>
                  </a:lnTo>
                  <a:lnTo>
                    <a:pt x="2975873" y="2169933"/>
                  </a:lnTo>
                  <a:lnTo>
                    <a:pt x="2975966" y="2169933"/>
                  </a:lnTo>
                  <a:lnTo>
                    <a:pt x="2976059" y="2169933"/>
                  </a:lnTo>
                  <a:lnTo>
                    <a:pt x="2976153" y="2169933"/>
                  </a:lnTo>
                  <a:lnTo>
                    <a:pt x="2976246" y="2169933"/>
                  </a:lnTo>
                  <a:lnTo>
                    <a:pt x="2976339" y="2169933"/>
                  </a:lnTo>
                  <a:lnTo>
                    <a:pt x="2976432" y="2169933"/>
                  </a:lnTo>
                  <a:lnTo>
                    <a:pt x="2976525" y="2169933"/>
                  </a:lnTo>
                  <a:lnTo>
                    <a:pt x="2976619" y="2169933"/>
                  </a:lnTo>
                  <a:lnTo>
                    <a:pt x="2976712" y="2169933"/>
                  </a:lnTo>
                  <a:lnTo>
                    <a:pt x="2976805" y="2169933"/>
                  </a:lnTo>
                  <a:lnTo>
                    <a:pt x="2976898" y="2169933"/>
                  </a:lnTo>
                  <a:lnTo>
                    <a:pt x="2976992" y="2169933"/>
                  </a:lnTo>
                  <a:lnTo>
                    <a:pt x="2977085" y="2169933"/>
                  </a:lnTo>
                  <a:lnTo>
                    <a:pt x="2977178" y="2169933"/>
                  </a:lnTo>
                  <a:lnTo>
                    <a:pt x="2977271" y="2169933"/>
                  </a:lnTo>
                  <a:lnTo>
                    <a:pt x="2977365" y="2169933"/>
                  </a:lnTo>
                  <a:lnTo>
                    <a:pt x="2977458" y="2169933"/>
                  </a:lnTo>
                  <a:lnTo>
                    <a:pt x="2977551" y="2169933"/>
                  </a:lnTo>
                  <a:lnTo>
                    <a:pt x="2977644" y="2169933"/>
                  </a:lnTo>
                  <a:lnTo>
                    <a:pt x="2977738" y="2169933"/>
                  </a:lnTo>
                  <a:lnTo>
                    <a:pt x="2977831" y="2169933"/>
                  </a:lnTo>
                  <a:lnTo>
                    <a:pt x="2977924" y="2169933"/>
                  </a:lnTo>
                  <a:lnTo>
                    <a:pt x="2978017" y="2169933"/>
                  </a:lnTo>
                  <a:lnTo>
                    <a:pt x="2978111" y="2169933"/>
                  </a:lnTo>
                  <a:lnTo>
                    <a:pt x="2978204" y="2169933"/>
                  </a:lnTo>
                  <a:lnTo>
                    <a:pt x="2978297" y="2169933"/>
                  </a:lnTo>
                  <a:lnTo>
                    <a:pt x="2978390" y="2169933"/>
                  </a:lnTo>
                  <a:lnTo>
                    <a:pt x="2978484" y="2169933"/>
                  </a:lnTo>
                  <a:lnTo>
                    <a:pt x="2978577" y="2169933"/>
                  </a:lnTo>
                  <a:lnTo>
                    <a:pt x="2978670" y="2169933"/>
                  </a:lnTo>
                  <a:lnTo>
                    <a:pt x="2978763" y="2169933"/>
                  </a:lnTo>
                  <a:lnTo>
                    <a:pt x="2978857" y="2169933"/>
                  </a:lnTo>
                  <a:lnTo>
                    <a:pt x="2978950" y="2169933"/>
                  </a:lnTo>
                  <a:lnTo>
                    <a:pt x="2979043" y="2169933"/>
                  </a:lnTo>
                  <a:lnTo>
                    <a:pt x="2979136" y="2169933"/>
                  </a:lnTo>
                  <a:lnTo>
                    <a:pt x="2979230" y="2169933"/>
                  </a:lnTo>
                  <a:lnTo>
                    <a:pt x="2979323" y="2169933"/>
                  </a:lnTo>
                  <a:lnTo>
                    <a:pt x="2979416" y="2169933"/>
                  </a:lnTo>
                  <a:lnTo>
                    <a:pt x="2979509" y="2169933"/>
                  </a:lnTo>
                  <a:lnTo>
                    <a:pt x="2979603" y="2169933"/>
                  </a:lnTo>
                  <a:lnTo>
                    <a:pt x="2979696" y="2169933"/>
                  </a:lnTo>
                  <a:lnTo>
                    <a:pt x="2979789" y="2169933"/>
                  </a:lnTo>
                  <a:lnTo>
                    <a:pt x="2979882" y="2169933"/>
                  </a:lnTo>
                  <a:lnTo>
                    <a:pt x="2979976" y="2169933"/>
                  </a:lnTo>
                  <a:lnTo>
                    <a:pt x="2980069" y="2169933"/>
                  </a:lnTo>
                  <a:lnTo>
                    <a:pt x="2980162" y="2169933"/>
                  </a:lnTo>
                  <a:lnTo>
                    <a:pt x="2980255" y="2169933"/>
                  </a:lnTo>
                  <a:lnTo>
                    <a:pt x="2980349" y="2169933"/>
                  </a:lnTo>
                  <a:lnTo>
                    <a:pt x="2980442" y="2169933"/>
                  </a:lnTo>
                  <a:lnTo>
                    <a:pt x="2980535" y="2169933"/>
                  </a:lnTo>
                  <a:lnTo>
                    <a:pt x="2980628" y="2169933"/>
                  </a:lnTo>
                  <a:lnTo>
                    <a:pt x="2980722" y="2169933"/>
                  </a:lnTo>
                  <a:lnTo>
                    <a:pt x="2980815" y="2169933"/>
                  </a:lnTo>
                  <a:lnTo>
                    <a:pt x="2980908" y="2169933"/>
                  </a:lnTo>
                  <a:lnTo>
                    <a:pt x="2981001" y="2169933"/>
                  </a:lnTo>
                  <a:lnTo>
                    <a:pt x="2981095" y="2169933"/>
                  </a:lnTo>
                  <a:lnTo>
                    <a:pt x="2981188" y="2169933"/>
                  </a:lnTo>
                  <a:lnTo>
                    <a:pt x="2981281" y="2169933"/>
                  </a:lnTo>
                  <a:lnTo>
                    <a:pt x="2981374" y="2169933"/>
                  </a:lnTo>
                  <a:lnTo>
                    <a:pt x="2981468" y="2169933"/>
                  </a:lnTo>
                  <a:lnTo>
                    <a:pt x="2981561" y="2169933"/>
                  </a:lnTo>
                  <a:lnTo>
                    <a:pt x="2981654" y="2169933"/>
                  </a:lnTo>
                  <a:lnTo>
                    <a:pt x="2981747" y="2169933"/>
                  </a:lnTo>
                  <a:lnTo>
                    <a:pt x="2981841" y="2169933"/>
                  </a:lnTo>
                  <a:lnTo>
                    <a:pt x="2981934" y="2169933"/>
                  </a:lnTo>
                  <a:lnTo>
                    <a:pt x="2982027" y="2169933"/>
                  </a:lnTo>
                  <a:lnTo>
                    <a:pt x="2982120" y="2169933"/>
                  </a:lnTo>
                  <a:lnTo>
                    <a:pt x="2982214" y="2169933"/>
                  </a:lnTo>
                  <a:lnTo>
                    <a:pt x="2982307" y="2169933"/>
                  </a:lnTo>
                  <a:lnTo>
                    <a:pt x="2982400" y="2169933"/>
                  </a:lnTo>
                  <a:lnTo>
                    <a:pt x="2982493" y="2169933"/>
                  </a:lnTo>
                  <a:lnTo>
                    <a:pt x="2982587" y="2169933"/>
                  </a:lnTo>
                  <a:lnTo>
                    <a:pt x="2982680" y="2169933"/>
                  </a:lnTo>
                  <a:lnTo>
                    <a:pt x="2982773" y="2169933"/>
                  </a:lnTo>
                  <a:lnTo>
                    <a:pt x="2982866" y="2169933"/>
                  </a:lnTo>
                  <a:lnTo>
                    <a:pt x="2982960" y="2169933"/>
                  </a:lnTo>
                  <a:lnTo>
                    <a:pt x="2983053" y="2169933"/>
                  </a:lnTo>
                  <a:lnTo>
                    <a:pt x="2983146" y="2169933"/>
                  </a:lnTo>
                  <a:lnTo>
                    <a:pt x="2983239" y="2169933"/>
                  </a:lnTo>
                  <a:lnTo>
                    <a:pt x="2983332" y="2169933"/>
                  </a:lnTo>
                  <a:lnTo>
                    <a:pt x="2983426" y="2169933"/>
                  </a:lnTo>
                  <a:lnTo>
                    <a:pt x="2983519" y="2169933"/>
                  </a:lnTo>
                  <a:lnTo>
                    <a:pt x="2983612" y="2169933"/>
                  </a:lnTo>
                  <a:lnTo>
                    <a:pt x="2983705" y="2169933"/>
                  </a:lnTo>
                  <a:lnTo>
                    <a:pt x="2983799" y="2169933"/>
                  </a:lnTo>
                  <a:lnTo>
                    <a:pt x="2983892" y="2169933"/>
                  </a:lnTo>
                  <a:lnTo>
                    <a:pt x="2983985" y="2169933"/>
                  </a:lnTo>
                  <a:lnTo>
                    <a:pt x="2984078" y="2169933"/>
                  </a:lnTo>
                  <a:lnTo>
                    <a:pt x="2984172" y="2169933"/>
                  </a:lnTo>
                  <a:lnTo>
                    <a:pt x="2984265" y="2169933"/>
                  </a:lnTo>
                  <a:lnTo>
                    <a:pt x="2984358" y="2169933"/>
                  </a:lnTo>
                  <a:lnTo>
                    <a:pt x="2984451" y="2169933"/>
                  </a:lnTo>
                  <a:lnTo>
                    <a:pt x="2984545" y="2169933"/>
                  </a:lnTo>
                  <a:lnTo>
                    <a:pt x="2984638" y="2169933"/>
                  </a:lnTo>
                  <a:lnTo>
                    <a:pt x="2984731" y="2169933"/>
                  </a:lnTo>
                  <a:lnTo>
                    <a:pt x="2984824" y="2169933"/>
                  </a:lnTo>
                  <a:lnTo>
                    <a:pt x="2984918" y="2169933"/>
                  </a:lnTo>
                  <a:lnTo>
                    <a:pt x="2985011" y="2169933"/>
                  </a:lnTo>
                  <a:lnTo>
                    <a:pt x="2985104" y="2169933"/>
                  </a:lnTo>
                  <a:lnTo>
                    <a:pt x="2985197" y="2169933"/>
                  </a:lnTo>
                  <a:lnTo>
                    <a:pt x="2985291" y="2169933"/>
                  </a:lnTo>
                  <a:lnTo>
                    <a:pt x="2985384" y="2169933"/>
                  </a:lnTo>
                  <a:lnTo>
                    <a:pt x="2985477" y="2169933"/>
                  </a:lnTo>
                  <a:lnTo>
                    <a:pt x="2985570" y="2169933"/>
                  </a:lnTo>
                  <a:lnTo>
                    <a:pt x="2985664" y="2169933"/>
                  </a:lnTo>
                  <a:lnTo>
                    <a:pt x="2985757" y="2169933"/>
                  </a:lnTo>
                  <a:lnTo>
                    <a:pt x="2985850" y="2169933"/>
                  </a:lnTo>
                  <a:lnTo>
                    <a:pt x="2985943" y="2169933"/>
                  </a:lnTo>
                  <a:lnTo>
                    <a:pt x="2986037" y="2169933"/>
                  </a:lnTo>
                  <a:lnTo>
                    <a:pt x="2986130" y="2169933"/>
                  </a:lnTo>
                  <a:lnTo>
                    <a:pt x="2986223" y="2169933"/>
                  </a:lnTo>
                  <a:lnTo>
                    <a:pt x="2986316" y="2169933"/>
                  </a:lnTo>
                  <a:lnTo>
                    <a:pt x="2986410" y="2169933"/>
                  </a:lnTo>
                  <a:lnTo>
                    <a:pt x="2986503" y="2169933"/>
                  </a:lnTo>
                  <a:lnTo>
                    <a:pt x="2986596" y="2169933"/>
                  </a:lnTo>
                  <a:lnTo>
                    <a:pt x="2986689" y="2169933"/>
                  </a:lnTo>
                  <a:lnTo>
                    <a:pt x="2986783" y="2169933"/>
                  </a:lnTo>
                  <a:lnTo>
                    <a:pt x="2986876" y="2169933"/>
                  </a:lnTo>
                  <a:lnTo>
                    <a:pt x="2986969" y="2169933"/>
                  </a:lnTo>
                  <a:lnTo>
                    <a:pt x="2987062" y="2169933"/>
                  </a:lnTo>
                  <a:lnTo>
                    <a:pt x="2987156" y="2169933"/>
                  </a:lnTo>
                  <a:lnTo>
                    <a:pt x="2987249" y="2169933"/>
                  </a:lnTo>
                  <a:lnTo>
                    <a:pt x="2987342" y="2169933"/>
                  </a:lnTo>
                  <a:lnTo>
                    <a:pt x="2987435" y="2169933"/>
                  </a:lnTo>
                  <a:lnTo>
                    <a:pt x="2987529" y="2169933"/>
                  </a:lnTo>
                  <a:lnTo>
                    <a:pt x="2987622" y="2169933"/>
                  </a:lnTo>
                  <a:lnTo>
                    <a:pt x="2987715" y="2169933"/>
                  </a:lnTo>
                  <a:lnTo>
                    <a:pt x="2987808" y="2169933"/>
                  </a:lnTo>
                  <a:lnTo>
                    <a:pt x="2987902" y="2169933"/>
                  </a:lnTo>
                  <a:lnTo>
                    <a:pt x="2987995" y="2169933"/>
                  </a:lnTo>
                  <a:lnTo>
                    <a:pt x="2988088" y="2169933"/>
                  </a:lnTo>
                  <a:lnTo>
                    <a:pt x="2988181" y="2169933"/>
                  </a:lnTo>
                  <a:lnTo>
                    <a:pt x="2988275" y="2169933"/>
                  </a:lnTo>
                  <a:lnTo>
                    <a:pt x="2988368" y="2169933"/>
                  </a:lnTo>
                  <a:lnTo>
                    <a:pt x="2988461" y="2169933"/>
                  </a:lnTo>
                  <a:lnTo>
                    <a:pt x="2988554" y="2169933"/>
                  </a:lnTo>
                  <a:lnTo>
                    <a:pt x="2988648" y="2169933"/>
                  </a:lnTo>
                  <a:lnTo>
                    <a:pt x="2988741" y="2169933"/>
                  </a:lnTo>
                  <a:lnTo>
                    <a:pt x="2988834" y="2169933"/>
                  </a:lnTo>
                  <a:lnTo>
                    <a:pt x="2988927" y="2169933"/>
                  </a:lnTo>
                  <a:lnTo>
                    <a:pt x="2989021" y="2169933"/>
                  </a:lnTo>
                  <a:lnTo>
                    <a:pt x="2989114" y="2169933"/>
                  </a:lnTo>
                  <a:lnTo>
                    <a:pt x="2989207" y="2169933"/>
                  </a:lnTo>
                  <a:lnTo>
                    <a:pt x="2989300" y="2169933"/>
                  </a:lnTo>
                  <a:lnTo>
                    <a:pt x="2989394" y="2169933"/>
                  </a:lnTo>
                  <a:lnTo>
                    <a:pt x="2989487" y="2169933"/>
                  </a:lnTo>
                  <a:lnTo>
                    <a:pt x="2989580" y="2169933"/>
                  </a:lnTo>
                  <a:lnTo>
                    <a:pt x="2989673" y="2169933"/>
                  </a:lnTo>
                  <a:lnTo>
                    <a:pt x="2989767" y="2169933"/>
                  </a:lnTo>
                  <a:lnTo>
                    <a:pt x="2989860" y="2169933"/>
                  </a:lnTo>
                  <a:lnTo>
                    <a:pt x="2989953" y="2169933"/>
                  </a:lnTo>
                  <a:lnTo>
                    <a:pt x="2990046" y="2169933"/>
                  </a:lnTo>
                  <a:lnTo>
                    <a:pt x="2990140" y="2169933"/>
                  </a:lnTo>
                  <a:lnTo>
                    <a:pt x="2990233" y="2169933"/>
                  </a:lnTo>
                  <a:lnTo>
                    <a:pt x="2990326" y="2169933"/>
                  </a:lnTo>
                  <a:lnTo>
                    <a:pt x="2990419" y="2169933"/>
                  </a:lnTo>
                  <a:lnTo>
                    <a:pt x="2990512" y="2169933"/>
                  </a:lnTo>
                  <a:lnTo>
                    <a:pt x="2990606" y="2169933"/>
                  </a:lnTo>
                  <a:lnTo>
                    <a:pt x="2990699" y="2169933"/>
                  </a:lnTo>
                  <a:lnTo>
                    <a:pt x="2990792" y="2169933"/>
                  </a:lnTo>
                  <a:lnTo>
                    <a:pt x="2990885" y="2169933"/>
                  </a:lnTo>
                  <a:lnTo>
                    <a:pt x="2990979" y="2169933"/>
                  </a:lnTo>
                  <a:lnTo>
                    <a:pt x="2991072" y="2169933"/>
                  </a:lnTo>
                  <a:lnTo>
                    <a:pt x="2991165" y="2169933"/>
                  </a:lnTo>
                  <a:lnTo>
                    <a:pt x="2991258" y="2169933"/>
                  </a:lnTo>
                  <a:lnTo>
                    <a:pt x="2991352" y="2169933"/>
                  </a:lnTo>
                  <a:lnTo>
                    <a:pt x="2991445" y="2169933"/>
                  </a:lnTo>
                  <a:lnTo>
                    <a:pt x="2991538" y="2169933"/>
                  </a:lnTo>
                  <a:lnTo>
                    <a:pt x="2991631" y="2169933"/>
                  </a:lnTo>
                  <a:lnTo>
                    <a:pt x="2991725" y="2169933"/>
                  </a:lnTo>
                  <a:lnTo>
                    <a:pt x="2991818" y="2169933"/>
                  </a:lnTo>
                  <a:lnTo>
                    <a:pt x="2991911" y="2169933"/>
                  </a:lnTo>
                  <a:lnTo>
                    <a:pt x="2992004" y="2169933"/>
                  </a:lnTo>
                  <a:lnTo>
                    <a:pt x="2992098" y="2169933"/>
                  </a:lnTo>
                  <a:lnTo>
                    <a:pt x="2992191" y="2169933"/>
                  </a:lnTo>
                  <a:lnTo>
                    <a:pt x="2992284" y="2169933"/>
                  </a:lnTo>
                  <a:lnTo>
                    <a:pt x="2992377" y="2169933"/>
                  </a:lnTo>
                  <a:lnTo>
                    <a:pt x="2992471" y="2169933"/>
                  </a:lnTo>
                  <a:lnTo>
                    <a:pt x="2992564" y="2169933"/>
                  </a:lnTo>
                  <a:lnTo>
                    <a:pt x="2992657" y="2169933"/>
                  </a:lnTo>
                  <a:lnTo>
                    <a:pt x="2992750" y="2169933"/>
                  </a:lnTo>
                  <a:lnTo>
                    <a:pt x="2992844" y="2169933"/>
                  </a:lnTo>
                  <a:lnTo>
                    <a:pt x="2992937" y="2169933"/>
                  </a:lnTo>
                  <a:lnTo>
                    <a:pt x="2993030" y="2169933"/>
                  </a:lnTo>
                  <a:lnTo>
                    <a:pt x="2993123" y="2169933"/>
                  </a:lnTo>
                  <a:lnTo>
                    <a:pt x="2993217" y="2169933"/>
                  </a:lnTo>
                  <a:lnTo>
                    <a:pt x="2993310" y="2169933"/>
                  </a:lnTo>
                  <a:lnTo>
                    <a:pt x="2993403" y="2169933"/>
                  </a:lnTo>
                  <a:lnTo>
                    <a:pt x="2993496" y="2169933"/>
                  </a:lnTo>
                  <a:lnTo>
                    <a:pt x="2993590" y="2169933"/>
                  </a:lnTo>
                  <a:lnTo>
                    <a:pt x="2993683" y="2169933"/>
                  </a:lnTo>
                  <a:lnTo>
                    <a:pt x="2993776" y="2169933"/>
                  </a:lnTo>
                  <a:lnTo>
                    <a:pt x="2993869" y="2169933"/>
                  </a:lnTo>
                  <a:lnTo>
                    <a:pt x="2993963" y="2169933"/>
                  </a:lnTo>
                  <a:lnTo>
                    <a:pt x="2994056" y="2169933"/>
                  </a:lnTo>
                  <a:lnTo>
                    <a:pt x="2994149" y="2169933"/>
                  </a:lnTo>
                  <a:lnTo>
                    <a:pt x="2994242" y="2169933"/>
                  </a:lnTo>
                  <a:lnTo>
                    <a:pt x="2994336" y="2169933"/>
                  </a:lnTo>
                  <a:lnTo>
                    <a:pt x="2994429" y="2169933"/>
                  </a:lnTo>
                  <a:lnTo>
                    <a:pt x="2994522" y="2169933"/>
                  </a:lnTo>
                  <a:lnTo>
                    <a:pt x="2994615" y="2169933"/>
                  </a:lnTo>
                  <a:lnTo>
                    <a:pt x="2994709" y="2169933"/>
                  </a:lnTo>
                  <a:lnTo>
                    <a:pt x="2994802" y="2169933"/>
                  </a:lnTo>
                  <a:lnTo>
                    <a:pt x="2994895" y="2169933"/>
                  </a:lnTo>
                  <a:lnTo>
                    <a:pt x="2994988" y="2169933"/>
                  </a:lnTo>
                  <a:lnTo>
                    <a:pt x="2995082" y="2169933"/>
                  </a:lnTo>
                  <a:lnTo>
                    <a:pt x="2995175" y="2169933"/>
                  </a:lnTo>
                  <a:lnTo>
                    <a:pt x="2995268" y="2169933"/>
                  </a:lnTo>
                  <a:lnTo>
                    <a:pt x="2995361" y="2169933"/>
                  </a:lnTo>
                  <a:lnTo>
                    <a:pt x="2995455" y="2169933"/>
                  </a:lnTo>
                  <a:lnTo>
                    <a:pt x="2995548" y="2169933"/>
                  </a:lnTo>
                  <a:lnTo>
                    <a:pt x="2995641" y="2169933"/>
                  </a:lnTo>
                  <a:lnTo>
                    <a:pt x="2995734" y="2169933"/>
                  </a:lnTo>
                  <a:lnTo>
                    <a:pt x="2995828" y="2169933"/>
                  </a:lnTo>
                  <a:lnTo>
                    <a:pt x="2995921" y="2169933"/>
                  </a:lnTo>
                  <a:lnTo>
                    <a:pt x="2996014" y="2169933"/>
                  </a:lnTo>
                  <a:lnTo>
                    <a:pt x="2996107" y="2169933"/>
                  </a:lnTo>
                  <a:lnTo>
                    <a:pt x="2996201" y="2169933"/>
                  </a:lnTo>
                  <a:lnTo>
                    <a:pt x="2996294" y="2169933"/>
                  </a:lnTo>
                  <a:lnTo>
                    <a:pt x="2996387" y="2169933"/>
                  </a:lnTo>
                  <a:lnTo>
                    <a:pt x="2996480" y="2169933"/>
                  </a:lnTo>
                  <a:lnTo>
                    <a:pt x="2996574" y="2169933"/>
                  </a:lnTo>
                  <a:lnTo>
                    <a:pt x="2996667" y="2169933"/>
                  </a:lnTo>
                  <a:lnTo>
                    <a:pt x="2996760" y="2169933"/>
                  </a:lnTo>
                  <a:lnTo>
                    <a:pt x="2996853" y="2169933"/>
                  </a:lnTo>
                  <a:lnTo>
                    <a:pt x="2996947" y="2169933"/>
                  </a:lnTo>
                  <a:lnTo>
                    <a:pt x="2997040" y="2169933"/>
                  </a:lnTo>
                  <a:lnTo>
                    <a:pt x="2997133" y="2169933"/>
                  </a:lnTo>
                  <a:lnTo>
                    <a:pt x="2997133" y="2159979"/>
                  </a:lnTo>
                  <a:lnTo>
                    <a:pt x="2997226" y="2159979"/>
                  </a:lnTo>
                  <a:lnTo>
                    <a:pt x="2997319" y="2159979"/>
                  </a:lnTo>
                  <a:lnTo>
                    <a:pt x="2997413" y="2159979"/>
                  </a:lnTo>
                  <a:lnTo>
                    <a:pt x="2997506" y="2159979"/>
                  </a:lnTo>
                  <a:lnTo>
                    <a:pt x="2997599" y="2159979"/>
                  </a:lnTo>
                  <a:lnTo>
                    <a:pt x="2997692" y="2159979"/>
                  </a:lnTo>
                  <a:lnTo>
                    <a:pt x="2997786" y="2159979"/>
                  </a:lnTo>
                  <a:lnTo>
                    <a:pt x="2997879" y="2159979"/>
                  </a:lnTo>
                  <a:lnTo>
                    <a:pt x="2997972" y="2159979"/>
                  </a:lnTo>
                  <a:lnTo>
                    <a:pt x="2998065" y="2159979"/>
                  </a:lnTo>
                  <a:lnTo>
                    <a:pt x="2998159" y="2159979"/>
                  </a:lnTo>
                  <a:lnTo>
                    <a:pt x="2998252" y="2159979"/>
                  </a:lnTo>
                  <a:lnTo>
                    <a:pt x="2998345" y="2159979"/>
                  </a:lnTo>
                  <a:lnTo>
                    <a:pt x="2998438" y="2159979"/>
                  </a:lnTo>
                  <a:lnTo>
                    <a:pt x="2998532" y="2159979"/>
                  </a:lnTo>
                  <a:lnTo>
                    <a:pt x="2998625" y="2159979"/>
                  </a:lnTo>
                  <a:lnTo>
                    <a:pt x="2998718" y="2159979"/>
                  </a:lnTo>
                  <a:lnTo>
                    <a:pt x="2998811" y="2159979"/>
                  </a:lnTo>
                  <a:lnTo>
                    <a:pt x="2998905" y="2159979"/>
                  </a:lnTo>
                  <a:lnTo>
                    <a:pt x="2998998" y="2159979"/>
                  </a:lnTo>
                  <a:lnTo>
                    <a:pt x="2999091" y="2159979"/>
                  </a:lnTo>
                  <a:lnTo>
                    <a:pt x="2999184" y="2159979"/>
                  </a:lnTo>
                  <a:lnTo>
                    <a:pt x="2999278" y="2159979"/>
                  </a:lnTo>
                  <a:lnTo>
                    <a:pt x="2999371" y="2159979"/>
                  </a:lnTo>
                  <a:lnTo>
                    <a:pt x="2999464" y="2159979"/>
                  </a:lnTo>
                  <a:lnTo>
                    <a:pt x="2999557" y="2159979"/>
                  </a:lnTo>
                  <a:lnTo>
                    <a:pt x="2999651" y="2159979"/>
                  </a:lnTo>
                  <a:lnTo>
                    <a:pt x="2999744" y="2159979"/>
                  </a:lnTo>
                  <a:lnTo>
                    <a:pt x="2999837" y="2159979"/>
                  </a:lnTo>
                  <a:lnTo>
                    <a:pt x="2999930" y="2159979"/>
                  </a:lnTo>
                  <a:lnTo>
                    <a:pt x="3000024" y="2159979"/>
                  </a:lnTo>
                  <a:lnTo>
                    <a:pt x="3000117" y="2159979"/>
                  </a:lnTo>
                  <a:lnTo>
                    <a:pt x="3000210" y="2159979"/>
                  </a:lnTo>
                  <a:lnTo>
                    <a:pt x="3000303" y="2159979"/>
                  </a:lnTo>
                  <a:lnTo>
                    <a:pt x="3000397" y="2159979"/>
                  </a:lnTo>
                  <a:lnTo>
                    <a:pt x="3000490" y="2159979"/>
                  </a:lnTo>
                  <a:lnTo>
                    <a:pt x="3000583" y="2159979"/>
                  </a:lnTo>
                  <a:lnTo>
                    <a:pt x="3000676" y="2159979"/>
                  </a:lnTo>
                  <a:lnTo>
                    <a:pt x="3000770" y="2159979"/>
                  </a:lnTo>
                  <a:lnTo>
                    <a:pt x="3000863" y="2159979"/>
                  </a:lnTo>
                  <a:lnTo>
                    <a:pt x="3000956" y="2159979"/>
                  </a:lnTo>
                  <a:lnTo>
                    <a:pt x="3001049" y="2159979"/>
                  </a:lnTo>
                  <a:lnTo>
                    <a:pt x="3001143" y="2159979"/>
                  </a:lnTo>
                  <a:lnTo>
                    <a:pt x="3001236" y="2159979"/>
                  </a:lnTo>
                  <a:lnTo>
                    <a:pt x="3001329" y="2159979"/>
                  </a:lnTo>
                  <a:lnTo>
                    <a:pt x="3001422" y="2159979"/>
                  </a:lnTo>
                  <a:lnTo>
                    <a:pt x="3001516" y="2159979"/>
                  </a:lnTo>
                  <a:lnTo>
                    <a:pt x="3001609" y="2159979"/>
                  </a:lnTo>
                  <a:lnTo>
                    <a:pt x="3001702" y="2159979"/>
                  </a:lnTo>
                  <a:lnTo>
                    <a:pt x="3001795" y="2159979"/>
                  </a:lnTo>
                  <a:lnTo>
                    <a:pt x="3001795" y="2150025"/>
                  </a:lnTo>
                  <a:lnTo>
                    <a:pt x="3001889" y="2150025"/>
                  </a:lnTo>
                  <a:lnTo>
                    <a:pt x="3001982" y="2150025"/>
                  </a:lnTo>
                  <a:lnTo>
                    <a:pt x="3002075" y="2150025"/>
                  </a:lnTo>
                  <a:lnTo>
                    <a:pt x="3002168" y="2150025"/>
                  </a:lnTo>
                  <a:lnTo>
                    <a:pt x="3002262" y="2150025"/>
                  </a:lnTo>
                  <a:lnTo>
                    <a:pt x="3002355" y="2150025"/>
                  </a:lnTo>
                  <a:lnTo>
                    <a:pt x="3002448" y="2150025"/>
                  </a:lnTo>
                  <a:lnTo>
                    <a:pt x="3002541" y="2150025"/>
                  </a:lnTo>
                  <a:lnTo>
                    <a:pt x="3002635" y="2150025"/>
                  </a:lnTo>
                  <a:lnTo>
                    <a:pt x="3002728" y="2150025"/>
                  </a:lnTo>
                  <a:lnTo>
                    <a:pt x="3002821" y="2150025"/>
                  </a:lnTo>
                  <a:lnTo>
                    <a:pt x="3002914" y="2150025"/>
                  </a:lnTo>
                  <a:lnTo>
                    <a:pt x="3003008" y="2150025"/>
                  </a:lnTo>
                  <a:lnTo>
                    <a:pt x="3003101" y="2150025"/>
                  </a:lnTo>
                  <a:lnTo>
                    <a:pt x="3003194" y="2150025"/>
                  </a:lnTo>
                  <a:lnTo>
                    <a:pt x="3003287" y="2150025"/>
                  </a:lnTo>
                  <a:lnTo>
                    <a:pt x="3003381" y="2150025"/>
                  </a:lnTo>
                  <a:lnTo>
                    <a:pt x="3003474" y="2150025"/>
                  </a:lnTo>
                  <a:lnTo>
                    <a:pt x="3003567" y="2150025"/>
                  </a:lnTo>
                  <a:lnTo>
                    <a:pt x="3003660" y="2150025"/>
                  </a:lnTo>
                  <a:lnTo>
                    <a:pt x="3003754" y="2150025"/>
                  </a:lnTo>
                  <a:lnTo>
                    <a:pt x="3003847" y="2150025"/>
                  </a:lnTo>
                  <a:lnTo>
                    <a:pt x="3003940" y="2150025"/>
                  </a:lnTo>
                  <a:lnTo>
                    <a:pt x="3004033" y="2150025"/>
                  </a:lnTo>
                  <a:lnTo>
                    <a:pt x="3004126" y="2150025"/>
                  </a:lnTo>
                  <a:lnTo>
                    <a:pt x="3004220" y="2150025"/>
                  </a:lnTo>
                  <a:lnTo>
                    <a:pt x="3004313" y="2150025"/>
                  </a:lnTo>
                  <a:lnTo>
                    <a:pt x="3004406" y="2150025"/>
                  </a:lnTo>
                  <a:lnTo>
                    <a:pt x="3004499" y="2150025"/>
                  </a:lnTo>
                  <a:lnTo>
                    <a:pt x="3004593" y="2150025"/>
                  </a:lnTo>
                  <a:lnTo>
                    <a:pt x="3004686" y="2150025"/>
                  </a:lnTo>
                  <a:lnTo>
                    <a:pt x="3004779" y="2150025"/>
                  </a:lnTo>
                  <a:lnTo>
                    <a:pt x="3004872" y="2150025"/>
                  </a:lnTo>
                  <a:lnTo>
                    <a:pt x="3004966" y="2150025"/>
                  </a:lnTo>
                  <a:lnTo>
                    <a:pt x="3005059" y="2150025"/>
                  </a:lnTo>
                  <a:lnTo>
                    <a:pt x="3005152" y="2150025"/>
                  </a:lnTo>
                  <a:lnTo>
                    <a:pt x="3005245" y="2150025"/>
                  </a:lnTo>
                  <a:lnTo>
                    <a:pt x="3005339" y="2150025"/>
                  </a:lnTo>
                  <a:lnTo>
                    <a:pt x="3005432" y="2150025"/>
                  </a:lnTo>
                  <a:lnTo>
                    <a:pt x="3005525" y="2150025"/>
                  </a:lnTo>
                  <a:lnTo>
                    <a:pt x="3005618" y="2150025"/>
                  </a:lnTo>
                  <a:lnTo>
                    <a:pt x="3005712" y="2150025"/>
                  </a:lnTo>
                  <a:lnTo>
                    <a:pt x="3005805" y="2150025"/>
                  </a:lnTo>
                  <a:lnTo>
                    <a:pt x="3005898" y="2150025"/>
                  </a:lnTo>
                  <a:lnTo>
                    <a:pt x="3005991" y="2150025"/>
                  </a:lnTo>
                  <a:lnTo>
                    <a:pt x="3006085" y="2150025"/>
                  </a:lnTo>
                  <a:lnTo>
                    <a:pt x="3006178" y="2150025"/>
                  </a:lnTo>
                  <a:lnTo>
                    <a:pt x="3006271" y="2150025"/>
                  </a:lnTo>
                  <a:lnTo>
                    <a:pt x="3006364" y="2150025"/>
                  </a:lnTo>
                  <a:lnTo>
                    <a:pt x="3006458" y="2150025"/>
                  </a:lnTo>
                  <a:lnTo>
                    <a:pt x="3006551" y="2150025"/>
                  </a:lnTo>
                  <a:lnTo>
                    <a:pt x="3006644" y="2150025"/>
                  </a:lnTo>
                  <a:lnTo>
                    <a:pt x="3006737" y="2150025"/>
                  </a:lnTo>
                  <a:lnTo>
                    <a:pt x="3006831" y="2150025"/>
                  </a:lnTo>
                  <a:lnTo>
                    <a:pt x="3006924" y="2150025"/>
                  </a:lnTo>
                  <a:lnTo>
                    <a:pt x="3007017" y="2150025"/>
                  </a:lnTo>
                  <a:lnTo>
                    <a:pt x="3007110" y="2150025"/>
                  </a:lnTo>
                  <a:lnTo>
                    <a:pt x="3007204" y="2150025"/>
                  </a:lnTo>
                  <a:lnTo>
                    <a:pt x="3007297" y="2150025"/>
                  </a:lnTo>
                  <a:lnTo>
                    <a:pt x="3007390" y="2150025"/>
                  </a:lnTo>
                  <a:lnTo>
                    <a:pt x="3007483" y="2150025"/>
                  </a:lnTo>
                  <a:lnTo>
                    <a:pt x="3007577" y="2150025"/>
                  </a:lnTo>
                  <a:lnTo>
                    <a:pt x="3007670" y="2150025"/>
                  </a:lnTo>
                  <a:lnTo>
                    <a:pt x="3007763" y="2150025"/>
                  </a:lnTo>
                  <a:lnTo>
                    <a:pt x="3007856" y="2150025"/>
                  </a:lnTo>
                  <a:lnTo>
                    <a:pt x="3007950" y="2150025"/>
                  </a:lnTo>
                  <a:lnTo>
                    <a:pt x="3008043" y="2150025"/>
                  </a:lnTo>
                  <a:lnTo>
                    <a:pt x="3008136" y="2150025"/>
                  </a:lnTo>
                  <a:lnTo>
                    <a:pt x="3008229" y="2150025"/>
                  </a:lnTo>
                  <a:lnTo>
                    <a:pt x="3008323" y="2150025"/>
                  </a:lnTo>
                  <a:lnTo>
                    <a:pt x="3008416" y="2150025"/>
                  </a:lnTo>
                  <a:lnTo>
                    <a:pt x="3008509" y="2150025"/>
                  </a:lnTo>
                  <a:lnTo>
                    <a:pt x="3008602" y="2150025"/>
                  </a:lnTo>
                  <a:lnTo>
                    <a:pt x="3008696" y="2150025"/>
                  </a:lnTo>
                  <a:lnTo>
                    <a:pt x="3008789" y="2150025"/>
                  </a:lnTo>
                  <a:lnTo>
                    <a:pt x="3008789" y="2140071"/>
                  </a:lnTo>
                  <a:lnTo>
                    <a:pt x="3008882" y="2140071"/>
                  </a:lnTo>
                  <a:lnTo>
                    <a:pt x="3008975" y="2140071"/>
                  </a:lnTo>
                  <a:lnTo>
                    <a:pt x="3009069" y="2140071"/>
                  </a:lnTo>
                  <a:lnTo>
                    <a:pt x="3009162" y="2140071"/>
                  </a:lnTo>
                  <a:lnTo>
                    <a:pt x="3009255" y="2140071"/>
                  </a:lnTo>
                  <a:lnTo>
                    <a:pt x="3009348" y="2140071"/>
                  </a:lnTo>
                  <a:lnTo>
                    <a:pt x="3009442" y="2140071"/>
                  </a:lnTo>
                  <a:lnTo>
                    <a:pt x="3009535" y="2140071"/>
                  </a:lnTo>
                  <a:lnTo>
                    <a:pt x="3009628" y="2140071"/>
                  </a:lnTo>
                  <a:lnTo>
                    <a:pt x="3009721" y="2140071"/>
                  </a:lnTo>
                  <a:lnTo>
                    <a:pt x="3009815" y="2140071"/>
                  </a:lnTo>
                  <a:lnTo>
                    <a:pt x="3009815" y="2130118"/>
                  </a:lnTo>
                  <a:lnTo>
                    <a:pt x="3009908" y="2130118"/>
                  </a:lnTo>
                  <a:lnTo>
                    <a:pt x="3010001" y="2130118"/>
                  </a:lnTo>
                  <a:lnTo>
                    <a:pt x="3010094" y="2130118"/>
                  </a:lnTo>
                  <a:lnTo>
                    <a:pt x="3010188" y="2130118"/>
                  </a:lnTo>
                  <a:lnTo>
                    <a:pt x="3010281" y="2130118"/>
                  </a:lnTo>
                  <a:lnTo>
                    <a:pt x="3010374" y="2130118"/>
                  </a:lnTo>
                  <a:lnTo>
                    <a:pt x="3010467" y="2130118"/>
                  </a:lnTo>
                  <a:lnTo>
                    <a:pt x="3010561" y="2130118"/>
                  </a:lnTo>
                  <a:lnTo>
                    <a:pt x="3010654" y="2130118"/>
                  </a:lnTo>
                  <a:lnTo>
                    <a:pt x="3010747" y="2130118"/>
                  </a:lnTo>
                  <a:lnTo>
                    <a:pt x="3010840" y="2130118"/>
                  </a:lnTo>
                  <a:lnTo>
                    <a:pt x="3010934" y="2130118"/>
                  </a:lnTo>
                  <a:lnTo>
                    <a:pt x="3011027" y="2130118"/>
                  </a:lnTo>
                  <a:lnTo>
                    <a:pt x="3011120" y="2130118"/>
                  </a:lnTo>
                  <a:lnTo>
                    <a:pt x="3011213" y="2130118"/>
                  </a:lnTo>
                  <a:lnTo>
                    <a:pt x="3011306" y="2130118"/>
                  </a:lnTo>
                  <a:lnTo>
                    <a:pt x="3011400" y="2130118"/>
                  </a:lnTo>
                  <a:lnTo>
                    <a:pt x="3011493" y="2130118"/>
                  </a:lnTo>
                  <a:lnTo>
                    <a:pt x="3011586" y="2130118"/>
                  </a:lnTo>
                  <a:lnTo>
                    <a:pt x="3011679" y="2130118"/>
                  </a:lnTo>
                  <a:lnTo>
                    <a:pt x="3011773" y="2130118"/>
                  </a:lnTo>
                  <a:lnTo>
                    <a:pt x="3011866" y="2130118"/>
                  </a:lnTo>
                  <a:lnTo>
                    <a:pt x="3011959" y="2130118"/>
                  </a:lnTo>
                  <a:lnTo>
                    <a:pt x="3012052" y="2130118"/>
                  </a:lnTo>
                  <a:lnTo>
                    <a:pt x="3012146" y="2130118"/>
                  </a:lnTo>
                  <a:lnTo>
                    <a:pt x="3012239" y="2130118"/>
                  </a:lnTo>
                  <a:lnTo>
                    <a:pt x="3012332" y="2130118"/>
                  </a:lnTo>
                  <a:lnTo>
                    <a:pt x="3012332" y="2120164"/>
                  </a:lnTo>
                  <a:lnTo>
                    <a:pt x="3012425" y="2120164"/>
                  </a:lnTo>
                  <a:lnTo>
                    <a:pt x="3012519" y="2120164"/>
                  </a:lnTo>
                  <a:lnTo>
                    <a:pt x="3012612" y="2120164"/>
                  </a:lnTo>
                  <a:lnTo>
                    <a:pt x="3012705" y="2120164"/>
                  </a:lnTo>
                  <a:lnTo>
                    <a:pt x="3012798" y="2120164"/>
                  </a:lnTo>
                  <a:lnTo>
                    <a:pt x="3012892" y="2120164"/>
                  </a:lnTo>
                  <a:lnTo>
                    <a:pt x="3012985" y="2120164"/>
                  </a:lnTo>
                  <a:lnTo>
                    <a:pt x="3013078" y="2120164"/>
                  </a:lnTo>
                  <a:lnTo>
                    <a:pt x="3013171" y="2120164"/>
                  </a:lnTo>
                  <a:lnTo>
                    <a:pt x="3013265" y="2120164"/>
                  </a:lnTo>
                  <a:lnTo>
                    <a:pt x="3013358" y="2120164"/>
                  </a:lnTo>
                  <a:lnTo>
                    <a:pt x="3013451" y="2120164"/>
                  </a:lnTo>
                  <a:lnTo>
                    <a:pt x="3013544" y="2120164"/>
                  </a:lnTo>
                  <a:lnTo>
                    <a:pt x="3013638" y="2120164"/>
                  </a:lnTo>
                  <a:lnTo>
                    <a:pt x="3013731" y="2120164"/>
                  </a:lnTo>
                  <a:lnTo>
                    <a:pt x="3013824" y="2120164"/>
                  </a:lnTo>
                  <a:lnTo>
                    <a:pt x="3013917" y="2120164"/>
                  </a:lnTo>
                  <a:lnTo>
                    <a:pt x="3014011" y="2120164"/>
                  </a:lnTo>
                  <a:lnTo>
                    <a:pt x="3014104" y="2120164"/>
                  </a:lnTo>
                  <a:lnTo>
                    <a:pt x="3014197" y="2120164"/>
                  </a:lnTo>
                  <a:lnTo>
                    <a:pt x="3014290" y="2120164"/>
                  </a:lnTo>
                  <a:lnTo>
                    <a:pt x="3014384" y="2120164"/>
                  </a:lnTo>
                  <a:lnTo>
                    <a:pt x="3014477" y="2120164"/>
                  </a:lnTo>
                  <a:lnTo>
                    <a:pt x="3014570" y="2120164"/>
                  </a:lnTo>
                  <a:lnTo>
                    <a:pt x="3014663" y="2120164"/>
                  </a:lnTo>
                  <a:lnTo>
                    <a:pt x="3014757" y="2120164"/>
                  </a:lnTo>
                  <a:lnTo>
                    <a:pt x="3014850" y="2120164"/>
                  </a:lnTo>
                  <a:lnTo>
                    <a:pt x="3014943" y="2120164"/>
                  </a:lnTo>
                  <a:lnTo>
                    <a:pt x="3015036" y="2120164"/>
                  </a:lnTo>
                  <a:lnTo>
                    <a:pt x="3015130" y="2120164"/>
                  </a:lnTo>
                  <a:lnTo>
                    <a:pt x="3015223" y="2120164"/>
                  </a:lnTo>
                  <a:lnTo>
                    <a:pt x="3015316" y="2120164"/>
                  </a:lnTo>
                  <a:lnTo>
                    <a:pt x="3015409" y="2120164"/>
                  </a:lnTo>
                  <a:lnTo>
                    <a:pt x="3015503" y="2120164"/>
                  </a:lnTo>
                  <a:lnTo>
                    <a:pt x="3015596" y="2120164"/>
                  </a:lnTo>
                  <a:lnTo>
                    <a:pt x="3015689" y="2120164"/>
                  </a:lnTo>
                  <a:lnTo>
                    <a:pt x="3015782" y="2120164"/>
                  </a:lnTo>
                  <a:lnTo>
                    <a:pt x="3015876" y="2120164"/>
                  </a:lnTo>
                  <a:lnTo>
                    <a:pt x="3015969" y="2120164"/>
                  </a:lnTo>
                  <a:lnTo>
                    <a:pt x="3016062" y="2120164"/>
                  </a:lnTo>
                  <a:lnTo>
                    <a:pt x="3016155" y="2120164"/>
                  </a:lnTo>
                  <a:lnTo>
                    <a:pt x="3016249" y="2120164"/>
                  </a:lnTo>
                  <a:lnTo>
                    <a:pt x="3016342" y="2120164"/>
                  </a:lnTo>
                  <a:lnTo>
                    <a:pt x="3016435" y="2120164"/>
                  </a:lnTo>
                  <a:lnTo>
                    <a:pt x="3016528" y="2120164"/>
                  </a:lnTo>
                  <a:lnTo>
                    <a:pt x="3016622" y="2120164"/>
                  </a:lnTo>
                  <a:lnTo>
                    <a:pt x="3016715" y="2120164"/>
                  </a:lnTo>
                  <a:lnTo>
                    <a:pt x="3016808" y="2120164"/>
                  </a:lnTo>
                  <a:lnTo>
                    <a:pt x="3016901" y="2120164"/>
                  </a:lnTo>
                  <a:lnTo>
                    <a:pt x="3016995" y="2120164"/>
                  </a:lnTo>
                  <a:lnTo>
                    <a:pt x="3017088" y="2120164"/>
                  </a:lnTo>
                  <a:lnTo>
                    <a:pt x="3017181" y="2120164"/>
                  </a:lnTo>
                  <a:lnTo>
                    <a:pt x="3017274" y="2120164"/>
                  </a:lnTo>
                  <a:lnTo>
                    <a:pt x="3017368" y="2120164"/>
                  </a:lnTo>
                  <a:lnTo>
                    <a:pt x="3017461" y="2120164"/>
                  </a:lnTo>
                  <a:lnTo>
                    <a:pt x="3017554" y="2120164"/>
                  </a:lnTo>
                  <a:lnTo>
                    <a:pt x="3017647" y="2120164"/>
                  </a:lnTo>
                  <a:lnTo>
                    <a:pt x="3017741" y="2120164"/>
                  </a:lnTo>
                  <a:lnTo>
                    <a:pt x="3017834" y="2120164"/>
                  </a:lnTo>
                  <a:lnTo>
                    <a:pt x="3017927" y="2120164"/>
                  </a:lnTo>
                  <a:lnTo>
                    <a:pt x="3018020" y="2120164"/>
                  </a:lnTo>
                  <a:lnTo>
                    <a:pt x="3018113" y="2120164"/>
                  </a:lnTo>
                  <a:lnTo>
                    <a:pt x="3018207" y="2120164"/>
                  </a:lnTo>
                  <a:lnTo>
                    <a:pt x="3018300" y="2120164"/>
                  </a:lnTo>
                  <a:lnTo>
                    <a:pt x="3018393" y="2120164"/>
                  </a:lnTo>
                  <a:lnTo>
                    <a:pt x="3018486" y="2120164"/>
                  </a:lnTo>
                  <a:lnTo>
                    <a:pt x="3018580" y="2120164"/>
                  </a:lnTo>
                  <a:lnTo>
                    <a:pt x="3018673" y="2120164"/>
                  </a:lnTo>
                  <a:lnTo>
                    <a:pt x="3018766" y="2120164"/>
                  </a:lnTo>
                  <a:lnTo>
                    <a:pt x="3018859" y="2120164"/>
                  </a:lnTo>
                  <a:lnTo>
                    <a:pt x="3018953" y="2120164"/>
                  </a:lnTo>
                  <a:lnTo>
                    <a:pt x="3019046" y="2120164"/>
                  </a:lnTo>
                  <a:lnTo>
                    <a:pt x="3019139" y="2120164"/>
                  </a:lnTo>
                  <a:lnTo>
                    <a:pt x="3019232" y="2120164"/>
                  </a:lnTo>
                  <a:lnTo>
                    <a:pt x="3019326" y="2120164"/>
                  </a:lnTo>
                  <a:lnTo>
                    <a:pt x="3019419" y="2120164"/>
                  </a:lnTo>
                  <a:lnTo>
                    <a:pt x="3019512" y="2120164"/>
                  </a:lnTo>
                  <a:lnTo>
                    <a:pt x="3019605" y="2120164"/>
                  </a:lnTo>
                  <a:lnTo>
                    <a:pt x="3019699" y="2120164"/>
                  </a:lnTo>
                  <a:lnTo>
                    <a:pt x="3019792" y="2120164"/>
                  </a:lnTo>
                  <a:lnTo>
                    <a:pt x="3019885" y="2120164"/>
                  </a:lnTo>
                  <a:lnTo>
                    <a:pt x="3019978" y="2120164"/>
                  </a:lnTo>
                  <a:lnTo>
                    <a:pt x="3020072" y="2120164"/>
                  </a:lnTo>
                  <a:lnTo>
                    <a:pt x="3020165" y="2120164"/>
                  </a:lnTo>
                  <a:lnTo>
                    <a:pt x="3020258" y="2120164"/>
                  </a:lnTo>
                  <a:lnTo>
                    <a:pt x="3020351" y="2120164"/>
                  </a:lnTo>
                  <a:lnTo>
                    <a:pt x="3020445" y="2120164"/>
                  </a:lnTo>
                  <a:lnTo>
                    <a:pt x="3020538" y="2120164"/>
                  </a:lnTo>
                  <a:lnTo>
                    <a:pt x="3020631" y="2120164"/>
                  </a:lnTo>
                  <a:lnTo>
                    <a:pt x="3020724" y="2120164"/>
                  </a:lnTo>
                  <a:lnTo>
                    <a:pt x="3020818" y="2120164"/>
                  </a:lnTo>
                  <a:lnTo>
                    <a:pt x="3020911" y="2120164"/>
                  </a:lnTo>
                  <a:lnTo>
                    <a:pt x="3021004" y="2120164"/>
                  </a:lnTo>
                  <a:lnTo>
                    <a:pt x="3021097" y="2120164"/>
                  </a:lnTo>
                  <a:lnTo>
                    <a:pt x="3021191" y="2120164"/>
                  </a:lnTo>
                  <a:lnTo>
                    <a:pt x="3021284" y="2120164"/>
                  </a:lnTo>
                  <a:lnTo>
                    <a:pt x="3021377" y="2120164"/>
                  </a:lnTo>
                  <a:lnTo>
                    <a:pt x="3021470" y="2120164"/>
                  </a:lnTo>
                  <a:lnTo>
                    <a:pt x="3021564" y="2120164"/>
                  </a:lnTo>
                  <a:lnTo>
                    <a:pt x="3021657" y="2120164"/>
                  </a:lnTo>
                  <a:lnTo>
                    <a:pt x="3021750" y="2120164"/>
                  </a:lnTo>
                  <a:lnTo>
                    <a:pt x="3021843" y="2120164"/>
                  </a:lnTo>
                  <a:lnTo>
                    <a:pt x="3021937" y="2120164"/>
                  </a:lnTo>
                  <a:lnTo>
                    <a:pt x="3022030" y="2120164"/>
                  </a:lnTo>
                  <a:lnTo>
                    <a:pt x="3022123" y="2120164"/>
                  </a:lnTo>
                  <a:lnTo>
                    <a:pt x="3022216" y="2120164"/>
                  </a:lnTo>
                  <a:lnTo>
                    <a:pt x="3022310" y="2120164"/>
                  </a:lnTo>
                  <a:lnTo>
                    <a:pt x="3022403" y="2120164"/>
                  </a:lnTo>
                  <a:lnTo>
                    <a:pt x="3022496" y="2120164"/>
                  </a:lnTo>
                  <a:lnTo>
                    <a:pt x="3022589" y="2120164"/>
                  </a:lnTo>
                  <a:lnTo>
                    <a:pt x="3022683" y="2120164"/>
                  </a:lnTo>
                  <a:lnTo>
                    <a:pt x="3022776" y="2120164"/>
                  </a:lnTo>
                  <a:lnTo>
                    <a:pt x="3022869" y="2120164"/>
                  </a:lnTo>
                  <a:lnTo>
                    <a:pt x="3022962" y="2120164"/>
                  </a:lnTo>
                  <a:lnTo>
                    <a:pt x="3023056" y="2120164"/>
                  </a:lnTo>
                  <a:lnTo>
                    <a:pt x="3023149" y="2120164"/>
                  </a:lnTo>
                  <a:lnTo>
                    <a:pt x="3023242" y="2120164"/>
                  </a:lnTo>
                  <a:lnTo>
                    <a:pt x="3023335" y="2120164"/>
                  </a:lnTo>
                  <a:lnTo>
                    <a:pt x="3023429" y="2120164"/>
                  </a:lnTo>
                  <a:lnTo>
                    <a:pt x="3023522" y="2120164"/>
                  </a:lnTo>
                  <a:lnTo>
                    <a:pt x="3023615" y="2120164"/>
                  </a:lnTo>
                  <a:lnTo>
                    <a:pt x="3023708" y="2120164"/>
                  </a:lnTo>
                  <a:lnTo>
                    <a:pt x="3023802" y="2120164"/>
                  </a:lnTo>
                  <a:lnTo>
                    <a:pt x="3023895" y="2120164"/>
                  </a:lnTo>
                  <a:lnTo>
                    <a:pt x="3023988" y="2120164"/>
                  </a:lnTo>
                  <a:lnTo>
                    <a:pt x="3024081" y="2120164"/>
                  </a:lnTo>
                  <a:lnTo>
                    <a:pt x="3024175" y="2120164"/>
                  </a:lnTo>
                  <a:lnTo>
                    <a:pt x="3024268" y="2120164"/>
                  </a:lnTo>
                  <a:lnTo>
                    <a:pt x="3024361" y="2120164"/>
                  </a:lnTo>
                  <a:lnTo>
                    <a:pt x="3024454" y="2120164"/>
                  </a:lnTo>
                  <a:lnTo>
                    <a:pt x="3024548" y="2120164"/>
                  </a:lnTo>
                  <a:lnTo>
                    <a:pt x="3024641" y="2120164"/>
                  </a:lnTo>
                  <a:lnTo>
                    <a:pt x="3024734" y="2120164"/>
                  </a:lnTo>
                  <a:lnTo>
                    <a:pt x="3024827" y="2120164"/>
                  </a:lnTo>
                  <a:lnTo>
                    <a:pt x="3024827" y="2110210"/>
                  </a:lnTo>
                  <a:lnTo>
                    <a:pt x="3024920" y="2110210"/>
                  </a:lnTo>
                  <a:lnTo>
                    <a:pt x="3025014" y="2110210"/>
                  </a:lnTo>
                  <a:lnTo>
                    <a:pt x="3025107" y="2110210"/>
                  </a:lnTo>
                  <a:lnTo>
                    <a:pt x="3025200" y="2110210"/>
                  </a:lnTo>
                  <a:lnTo>
                    <a:pt x="3025293" y="2110210"/>
                  </a:lnTo>
                  <a:lnTo>
                    <a:pt x="3025387" y="2110210"/>
                  </a:lnTo>
                  <a:lnTo>
                    <a:pt x="3025480" y="2110210"/>
                  </a:lnTo>
                  <a:lnTo>
                    <a:pt x="3025573" y="2110210"/>
                  </a:lnTo>
                  <a:lnTo>
                    <a:pt x="3025666" y="2110210"/>
                  </a:lnTo>
                  <a:lnTo>
                    <a:pt x="3025760" y="2110210"/>
                  </a:lnTo>
                  <a:lnTo>
                    <a:pt x="3025853" y="2110210"/>
                  </a:lnTo>
                  <a:lnTo>
                    <a:pt x="3025946" y="2110210"/>
                  </a:lnTo>
                  <a:lnTo>
                    <a:pt x="3026039" y="2110210"/>
                  </a:lnTo>
                  <a:lnTo>
                    <a:pt x="3026133" y="2110210"/>
                  </a:lnTo>
                  <a:lnTo>
                    <a:pt x="3026226" y="2110210"/>
                  </a:lnTo>
                  <a:lnTo>
                    <a:pt x="3026319" y="2110210"/>
                  </a:lnTo>
                  <a:lnTo>
                    <a:pt x="3026412" y="2110210"/>
                  </a:lnTo>
                  <a:lnTo>
                    <a:pt x="3026506" y="2110210"/>
                  </a:lnTo>
                  <a:lnTo>
                    <a:pt x="3026599" y="2110210"/>
                  </a:lnTo>
                  <a:lnTo>
                    <a:pt x="3026692" y="2110210"/>
                  </a:lnTo>
                  <a:lnTo>
                    <a:pt x="3026785" y="2110210"/>
                  </a:lnTo>
                  <a:lnTo>
                    <a:pt x="3026879" y="2110210"/>
                  </a:lnTo>
                  <a:lnTo>
                    <a:pt x="3026972" y="2110210"/>
                  </a:lnTo>
                  <a:lnTo>
                    <a:pt x="3027065" y="2110210"/>
                  </a:lnTo>
                  <a:lnTo>
                    <a:pt x="3027158" y="2110210"/>
                  </a:lnTo>
                  <a:lnTo>
                    <a:pt x="3027252" y="2110210"/>
                  </a:lnTo>
                  <a:lnTo>
                    <a:pt x="3027345" y="2110210"/>
                  </a:lnTo>
                  <a:lnTo>
                    <a:pt x="3027438" y="2110210"/>
                  </a:lnTo>
                  <a:lnTo>
                    <a:pt x="3027531" y="2110210"/>
                  </a:lnTo>
                  <a:lnTo>
                    <a:pt x="3027625" y="2110210"/>
                  </a:lnTo>
                  <a:lnTo>
                    <a:pt x="3027718" y="2110210"/>
                  </a:lnTo>
                  <a:lnTo>
                    <a:pt x="3027811" y="2110210"/>
                  </a:lnTo>
                  <a:lnTo>
                    <a:pt x="3027904" y="2110210"/>
                  </a:lnTo>
                  <a:lnTo>
                    <a:pt x="3027998" y="2110210"/>
                  </a:lnTo>
                  <a:lnTo>
                    <a:pt x="3028091" y="2110210"/>
                  </a:lnTo>
                  <a:lnTo>
                    <a:pt x="3028184" y="2110210"/>
                  </a:lnTo>
                  <a:lnTo>
                    <a:pt x="3028277" y="2110210"/>
                  </a:lnTo>
                  <a:lnTo>
                    <a:pt x="3028371" y="2110210"/>
                  </a:lnTo>
                  <a:lnTo>
                    <a:pt x="3028464" y="2110210"/>
                  </a:lnTo>
                  <a:lnTo>
                    <a:pt x="3028557" y="2110210"/>
                  </a:lnTo>
                  <a:lnTo>
                    <a:pt x="3028650" y="2110210"/>
                  </a:lnTo>
                  <a:lnTo>
                    <a:pt x="3028744" y="2110210"/>
                  </a:lnTo>
                  <a:lnTo>
                    <a:pt x="3028837" y="2110210"/>
                  </a:lnTo>
                  <a:lnTo>
                    <a:pt x="3028930" y="2110210"/>
                  </a:lnTo>
                  <a:lnTo>
                    <a:pt x="3029023" y="2110210"/>
                  </a:lnTo>
                  <a:lnTo>
                    <a:pt x="3029117" y="2110210"/>
                  </a:lnTo>
                  <a:lnTo>
                    <a:pt x="3029210" y="2110210"/>
                  </a:lnTo>
                  <a:lnTo>
                    <a:pt x="3029303" y="2110210"/>
                  </a:lnTo>
                  <a:lnTo>
                    <a:pt x="3029396" y="2110210"/>
                  </a:lnTo>
                  <a:lnTo>
                    <a:pt x="3029490" y="2110210"/>
                  </a:lnTo>
                  <a:lnTo>
                    <a:pt x="3029583" y="2110210"/>
                  </a:lnTo>
                  <a:lnTo>
                    <a:pt x="3029676" y="2110210"/>
                  </a:lnTo>
                  <a:lnTo>
                    <a:pt x="3029769" y="2110210"/>
                  </a:lnTo>
                  <a:lnTo>
                    <a:pt x="3029863" y="2110210"/>
                  </a:lnTo>
                  <a:lnTo>
                    <a:pt x="3029956" y="2110210"/>
                  </a:lnTo>
                  <a:lnTo>
                    <a:pt x="3030049" y="2110210"/>
                  </a:lnTo>
                  <a:lnTo>
                    <a:pt x="3030142" y="2110210"/>
                  </a:lnTo>
                  <a:lnTo>
                    <a:pt x="3030236" y="2110210"/>
                  </a:lnTo>
                  <a:lnTo>
                    <a:pt x="3030329" y="2110210"/>
                  </a:lnTo>
                  <a:lnTo>
                    <a:pt x="3030422" y="2110210"/>
                  </a:lnTo>
                  <a:lnTo>
                    <a:pt x="3030515" y="2110210"/>
                  </a:lnTo>
                  <a:lnTo>
                    <a:pt x="3030609" y="2110210"/>
                  </a:lnTo>
                  <a:lnTo>
                    <a:pt x="3030702" y="2110210"/>
                  </a:lnTo>
                  <a:lnTo>
                    <a:pt x="3030795" y="2110210"/>
                  </a:lnTo>
                  <a:lnTo>
                    <a:pt x="3030888" y="2110210"/>
                  </a:lnTo>
                  <a:lnTo>
                    <a:pt x="3030982" y="2110210"/>
                  </a:lnTo>
                  <a:lnTo>
                    <a:pt x="3031075" y="2110210"/>
                  </a:lnTo>
                  <a:lnTo>
                    <a:pt x="3031168" y="2110210"/>
                  </a:lnTo>
                  <a:lnTo>
                    <a:pt x="3031261" y="2110210"/>
                  </a:lnTo>
                  <a:lnTo>
                    <a:pt x="3031355" y="2110210"/>
                  </a:lnTo>
                  <a:lnTo>
                    <a:pt x="3031448" y="2110210"/>
                  </a:lnTo>
                  <a:lnTo>
                    <a:pt x="3031541" y="2110210"/>
                  </a:lnTo>
                  <a:lnTo>
                    <a:pt x="3031634" y="2110210"/>
                  </a:lnTo>
                  <a:lnTo>
                    <a:pt x="3031728" y="2110210"/>
                  </a:lnTo>
                  <a:lnTo>
                    <a:pt x="3031821" y="2110210"/>
                  </a:lnTo>
                  <a:lnTo>
                    <a:pt x="3031914" y="2110210"/>
                  </a:lnTo>
                  <a:lnTo>
                    <a:pt x="3032007" y="2110210"/>
                  </a:lnTo>
                  <a:lnTo>
                    <a:pt x="3032007" y="2100256"/>
                  </a:lnTo>
                  <a:lnTo>
                    <a:pt x="3032100" y="2100256"/>
                  </a:lnTo>
                  <a:lnTo>
                    <a:pt x="3032194" y="2100256"/>
                  </a:lnTo>
                  <a:lnTo>
                    <a:pt x="3032287" y="2100256"/>
                  </a:lnTo>
                  <a:lnTo>
                    <a:pt x="3032380" y="2100256"/>
                  </a:lnTo>
                  <a:lnTo>
                    <a:pt x="3032473" y="2100256"/>
                  </a:lnTo>
                  <a:lnTo>
                    <a:pt x="3032567" y="2100256"/>
                  </a:lnTo>
                  <a:lnTo>
                    <a:pt x="3032660" y="2100256"/>
                  </a:lnTo>
                  <a:lnTo>
                    <a:pt x="3032753" y="2100256"/>
                  </a:lnTo>
                  <a:lnTo>
                    <a:pt x="3032846" y="2100256"/>
                  </a:lnTo>
                  <a:lnTo>
                    <a:pt x="3032940" y="2100256"/>
                  </a:lnTo>
                  <a:lnTo>
                    <a:pt x="3033033" y="2100256"/>
                  </a:lnTo>
                  <a:lnTo>
                    <a:pt x="3033126" y="2100256"/>
                  </a:lnTo>
                  <a:lnTo>
                    <a:pt x="3033219" y="2100256"/>
                  </a:lnTo>
                  <a:lnTo>
                    <a:pt x="3033313" y="2100256"/>
                  </a:lnTo>
                  <a:lnTo>
                    <a:pt x="3033406" y="2100256"/>
                  </a:lnTo>
                  <a:lnTo>
                    <a:pt x="3033499" y="2100256"/>
                  </a:lnTo>
                  <a:lnTo>
                    <a:pt x="3033592" y="2100256"/>
                  </a:lnTo>
                  <a:lnTo>
                    <a:pt x="3033686" y="2100256"/>
                  </a:lnTo>
                  <a:lnTo>
                    <a:pt x="3033779" y="2100256"/>
                  </a:lnTo>
                  <a:lnTo>
                    <a:pt x="3033872" y="2100256"/>
                  </a:lnTo>
                  <a:lnTo>
                    <a:pt x="3033965" y="2100256"/>
                  </a:lnTo>
                  <a:lnTo>
                    <a:pt x="3034059" y="2100256"/>
                  </a:lnTo>
                  <a:lnTo>
                    <a:pt x="3034152" y="2100256"/>
                  </a:lnTo>
                  <a:lnTo>
                    <a:pt x="3034245" y="2100256"/>
                  </a:lnTo>
                  <a:lnTo>
                    <a:pt x="3034338" y="2100256"/>
                  </a:lnTo>
                  <a:lnTo>
                    <a:pt x="3034432" y="2100256"/>
                  </a:lnTo>
                  <a:lnTo>
                    <a:pt x="3034432" y="2090302"/>
                  </a:lnTo>
                  <a:lnTo>
                    <a:pt x="3034525" y="2090302"/>
                  </a:lnTo>
                  <a:lnTo>
                    <a:pt x="3034618" y="2090302"/>
                  </a:lnTo>
                  <a:lnTo>
                    <a:pt x="3034711" y="2090302"/>
                  </a:lnTo>
                  <a:lnTo>
                    <a:pt x="3034805" y="2090302"/>
                  </a:lnTo>
                  <a:lnTo>
                    <a:pt x="3034898" y="2090302"/>
                  </a:lnTo>
                  <a:lnTo>
                    <a:pt x="3034991" y="2090302"/>
                  </a:lnTo>
                  <a:lnTo>
                    <a:pt x="3035084" y="2090302"/>
                  </a:lnTo>
                  <a:lnTo>
                    <a:pt x="3035178" y="2090302"/>
                  </a:lnTo>
                  <a:lnTo>
                    <a:pt x="3035271" y="2090302"/>
                  </a:lnTo>
                  <a:lnTo>
                    <a:pt x="3035364" y="2090302"/>
                  </a:lnTo>
                  <a:lnTo>
                    <a:pt x="3035457" y="2090302"/>
                  </a:lnTo>
                  <a:lnTo>
                    <a:pt x="3035551" y="2090302"/>
                  </a:lnTo>
                  <a:lnTo>
                    <a:pt x="3035644" y="2090302"/>
                  </a:lnTo>
                  <a:lnTo>
                    <a:pt x="3035737" y="2090302"/>
                  </a:lnTo>
                  <a:lnTo>
                    <a:pt x="3035830" y="2090302"/>
                  </a:lnTo>
                  <a:lnTo>
                    <a:pt x="3035924" y="2090302"/>
                  </a:lnTo>
                  <a:lnTo>
                    <a:pt x="3036017" y="2090302"/>
                  </a:lnTo>
                  <a:lnTo>
                    <a:pt x="3036110" y="2090302"/>
                  </a:lnTo>
                  <a:lnTo>
                    <a:pt x="3036203" y="2090302"/>
                  </a:lnTo>
                  <a:lnTo>
                    <a:pt x="3036297" y="2090302"/>
                  </a:lnTo>
                  <a:lnTo>
                    <a:pt x="3036390" y="2090302"/>
                  </a:lnTo>
                  <a:lnTo>
                    <a:pt x="3036390" y="2080348"/>
                  </a:lnTo>
                  <a:lnTo>
                    <a:pt x="3036483" y="2080348"/>
                  </a:lnTo>
                  <a:lnTo>
                    <a:pt x="3036576" y="2080348"/>
                  </a:lnTo>
                  <a:lnTo>
                    <a:pt x="3036670" y="2080348"/>
                  </a:lnTo>
                  <a:lnTo>
                    <a:pt x="3036763" y="2080348"/>
                  </a:lnTo>
                  <a:lnTo>
                    <a:pt x="3036856" y="2080348"/>
                  </a:lnTo>
                  <a:lnTo>
                    <a:pt x="3036949" y="2080348"/>
                  </a:lnTo>
                  <a:lnTo>
                    <a:pt x="3037043" y="2080348"/>
                  </a:lnTo>
                  <a:lnTo>
                    <a:pt x="3037136" y="2080348"/>
                  </a:lnTo>
                  <a:lnTo>
                    <a:pt x="3037229" y="2080348"/>
                  </a:lnTo>
                  <a:lnTo>
                    <a:pt x="3037322" y="2080348"/>
                  </a:lnTo>
                  <a:lnTo>
                    <a:pt x="3037416" y="2080348"/>
                  </a:lnTo>
                  <a:lnTo>
                    <a:pt x="3037509" y="2080348"/>
                  </a:lnTo>
                  <a:lnTo>
                    <a:pt x="3037602" y="2080348"/>
                  </a:lnTo>
                  <a:lnTo>
                    <a:pt x="3037695" y="2080348"/>
                  </a:lnTo>
                  <a:lnTo>
                    <a:pt x="3037789" y="2080348"/>
                  </a:lnTo>
                  <a:lnTo>
                    <a:pt x="3037882" y="2080348"/>
                  </a:lnTo>
                  <a:lnTo>
                    <a:pt x="3037975" y="2080348"/>
                  </a:lnTo>
                  <a:lnTo>
                    <a:pt x="3038068" y="2080348"/>
                  </a:lnTo>
                  <a:lnTo>
                    <a:pt x="3038162" y="2080348"/>
                  </a:lnTo>
                  <a:lnTo>
                    <a:pt x="3038255" y="2080348"/>
                  </a:lnTo>
                  <a:lnTo>
                    <a:pt x="3038348" y="2080348"/>
                  </a:lnTo>
                  <a:lnTo>
                    <a:pt x="3038441" y="2080348"/>
                  </a:lnTo>
                  <a:lnTo>
                    <a:pt x="3038535" y="2080348"/>
                  </a:lnTo>
                  <a:lnTo>
                    <a:pt x="3038628" y="2080348"/>
                  </a:lnTo>
                  <a:lnTo>
                    <a:pt x="3038721" y="2080348"/>
                  </a:lnTo>
                  <a:lnTo>
                    <a:pt x="3038814" y="2080348"/>
                  </a:lnTo>
                  <a:lnTo>
                    <a:pt x="3038907" y="2080348"/>
                  </a:lnTo>
                  <a:lnTo>
                    <a:pt x="3039001" y="2080348"/>
                  </a:lnTo>
                  <a:lnTo>
                    <a:pt x="3039094" y="2080348"/>
                  </a:lnTo>
                  <a:lnTo>
                    <a:pt x="3039187" y="2080348"/>
                  </a:lnTo>
                  <a:lnTo>
                    <a:pt x="3039280" y="2080348"/>
                  </a:lnTo>
                  <a:lnTo>
                    <a:pt x="3039374" y="2080348"/>
                  </a:lnTo>
                  <a:lnTo>
                    <a:pt x="3039467" y="2080348"/>
                  </a:lnTo>
                  <a:lnTo>
                    <a:pt x="3039560" y="2080348"/>
                  </a:lnTo>
                  <a:lnTo>
                    <a:pt x="3039653" y="2080348"/>
                  </a:lnTo>
                  <a:lnTo>
                    <a:pt x="3039747" y="2080348"/>
                  </a:lnTo>
                  <a:lnTo>
                    <a:pt x="3039840" y="2080348"/>
                  </a:lnTo>
                  <a:lnTo>
                    <a:pt x="3039933" y="2080348"/>
                  </a:lnTo>
                  <a:lnTo>
                    <a:pt x="3040026" y="2080348"/>
                  </a:lnTo>
                  <a:lnTo>
                    <a:pt x="3040120" y="2080348"/>
                  </a:lnTo>
                  <a:lnTo>
                    <a:pt x="3040213" y="2080348"/>
                  </a:lnTo>
                  <a:lnTo>
                    <a:pt x="3040306" y="2080348"/>
                  </a:lnTo>
                  <a:lnTo>
                    <a:pt x="3040399" y="2080348"/>
                  </a:lnTo>
                  <a:lnTo>
                    <a:pt x="3040493" y="2080348"/>
                  </a:lnTo>
                  <a:lnTo>
                    <a:pt x="3040586" y="2080348"/>
                  </a:lnTo>
                  <a:lnTo>
                    <a:pt x="3040679" y="2080348"/>
                  </a:lnTo>
                  <a:lnTo>
                    <a:pt x="3040772" y="2080348"/>
                  </a:lnTo>
                  <a:lnTo>
                    <a:pt x="3040866" y="2080348"/>
                  </a:lnTo>
                  <a:lnTo>
                    <a:pt x="3040959" y="2080348"/>
                  </a:lnTo>
                  <a:lnTo>
                    <a:pt x="3041052" y="2080348"/>
                  </a:lnTo>
                  <a:lnTo>
                    <a:pt x="3041145" y="2080348"/>
                  </a:lnTo>
                  <a:lnTo>
                    <a:pt x="3041239" y="2080348"/>
                  </a:lnTo>
                  <a:lnTo>
                    <a:pt x="3041332" y="2080348"/>
                  </a:lnTo>
                  <a:lnTo>
                    <a:pt x="3041425" y="2080348"/>
                  </a:lnTo>
                  <a:lnTo>
                    <a:pt x="3041518" y="2080348"/>
                  </a:lnTo>
                  <a:lnTo>
                    <a:pt x="3041612" y="2080348"/>
                  </a:lnTo>
                  <a:lnTo>
                    <a:pt x="3041705" y="2080348"/>
                  </a:lnTo>
                  <a:lnTo>
                    <a:pt x="3041798" y="2080348"/>
                  </a:lnTo>
                  <a:lnTo>
                    <a:pt x="3041891" y="2080348"/>
                  </a:lnTo>
                  <a:lnTo>
                    <a:pt x="3041985" y="2080348"/>
                  </a:lnTo>
                  <a:lnTo>
                    <a:pt x="3042078" y="2080348"/>
                  </a:lnTo>
                  <a:lnTo>
                    <a:pt x="3042171" y="2080348"/>
                  </a:lnTo>
                  <a:lnTo>
                    <a:pt x="3042264" y="2080348"/>
                  </a:lnTo>
                  <a:lnTo>
                    <a:pt x="3042358" y="2080348"/>
                  </a:lnTo>
                  <a:lnTo>
                    <a:pt x="3042451" y="2080348"/>
                  </a:lnTo>
                  <a:lnTo>
                    <a:pt x="3042544" y="2080348"/>
                  </a:lnTo>
                  <a:lnTo>
                    <a:pt x="3042637" y="2080348"/>
                  </a:lnTo>
                  <a:lnTo>
                    <a:pt x="3042731" y="2080348"/>
                  </a:lnTo>
                  <a:lnTo>
                    <a:pt x="3042824" y="2080348"/>
                  </a:lnTo>
                  <a:lnTo>
                    <a:pt x="3042917" y="2080348"/>
                  </a:lnTo>
                  <a:lnTo>
                    <a:pt x="3043010" y="2080348"/>
                  </a:lnTo>
                  <a:lnTo>
                    <a:pt x="3043104" y="2080348"/>
                  </a:lnTo>
                  <a:lnTo>
                    <a:pt x="3043197" y="2080348"/>
                  </a:lnTo>
                  <a:lnTo>
                    <a:pt x="3043290" y="2080348"/>
                  </a:lnTo>
                  <a:lnTo>
                    <a:pt x="3043383" y="2080348"/>
                  </a:lnTo>
                  <a:lnTo>
                    <a:pt x="3043477" y="2080348"/>
                  </a:lnTo>
                  <a:lnTo>
                    <a:pt x="3043570" y="2080348"/>
                  </a:lnTo>
                  <a:lnTo>
                    <a:pt x="3043663" y="2080348"/>
                  </a:lnTo>
                  <a:lnTo>
                    <a:pt x="3043756" y="2080348"/>
                  </a:lnTo>
                  <a:lnTo>
                    <a:pt x="3043850" y="2080348"/>
                  </a:lnTo>
                  <a:lnTo>
                    <a:pt x="3043943" y="2080348"/>
                  </a:lnTo>
                  <a:lnTo>
                    <a:pt x="3044036" y="2080348"/>
                  </a:lnTo>
                  <a:lnTo>
                    <a:pt x="3044129" y="2080348"/>
                  </a:lnTo>
                  <a:lnTo>
                    <a:pt x="3044223" y="2080348"/>
                  </a:lnTo>
                  <a:lnTo>
                    <a:pt x="3044316" y="2080348"/>
                  </a:lnTo>
                  <a:lnTo>
                    <a:pt x="3044409" y="2080348"/>
                  </a:lnTo>
                  <a:lnTo>
                    <a:pt x="3044502" y="2080348"/>
                  </a:lnTo>
                  <a:lnTo>
                    <a:pt x="3044596" y="2080348"/>
                  </a:lnTo>
                  <a:lnTo>
                    <a:pt x="3044689" y="2080348"/>
                  </a:lnTo>
                  <a:lnTo>
                    <a:pt x="3044782" y="2080348"/>
                  </a:lnTo>
                  <a:lnTo>
                    <a:pt x="3044875" y="2080348"/>
                  </a:lnTo>
                  <a:lnTo>
                    <a:pt x="3044969" y="2080348"/>
                  </a:lnTo>
                  <a:lnTo>
                    <a:pt x="3045062" y="2080348"/>
                  </a:lnTo>
                  <a:lnTo>
                    <a:pt x="3045155" y="2080348"/>
                  </a:lnTo>
                  <a:lnTo>
                    <a:pt x="3045248" y="2080348"/>
                  </a:lnTo>
                  <a:lnTo>
                    <a:pt x="3045342" y="2080348"/>
                  </a:lnTo>
                  <a:lnTo>
                    <a:pt x="3045435" y="2080348"/>
                  </a:lnTo>
                  <a:lnTo>
                    <a:pt x="3045528" y="2080348"/>
                  </a:lnTo>
                  <a:lnTo>
                    <a:pt x="3045621" y="2080348"/>
                  </a:lnTo>
                  <a:lnTo>
                    <a:pt x="3045714" y="2080348"/>
                  </a:lnTo>
                  <a:lnTo>
                    <a:pt x="3045808" y="2080348"/>
                  </a:lnTo>
                  <a:lnTo>
                    <a:pt x="3045901" y="2080348"/>
                  </a:lnTo>
                  <a:lnTo>
                    <a:pt x="3045994" y="2080348"/>
                  </a:lnTo>
                  <a:lnTo>
                    <a:pt x="3046087" y="2080348"/>
                  </a:lnTo>
                  <a:lnTo>
                    <a:pt x="3046181" y="2080348"/>
                  </a:lnTo>
                  <a:lnTo>
                    <a:pt x="3046274" y="2080348"/>
                  </a:lnTo>
                  <a:lnTo>
                    <a:pt x="3046367" y="2080348"/>
                  </a:lnTo>
                  <a:lnTo>
                    <a:pt x="3046460" y="2080348"/>
                  </a:lnTo>
                  <a:lnTo>
                    <a:pt x="3046554" y="2080348"/>
                  </a:lnTo>
                  <a:lnTo>
                    <a:pt x="3046647" y="2080348"/>
                  </a:lnTo>
                  <a:lnTo>
                    <a:pt x="3046740" y="2080348"/>
                  </a:lnTo>
                  <a:lnTo>
                    <a:pt x="3046833" y="2080348"/>
                  </a:lnTo>
                  <a:lnTo>
                    <a:pt x="3046927" y="2080348"/>
                  </a:lnTo>
                  <a:lnTo>
                    <a:pt x="3047020" y="2080348"/>
                  </a:lnTo>
                  <a:lnTo>
                    <a:pt x="3047113" y="2080348"/>
                  </a:lnTo>
                  <a:lnTo>
                    <a:pt x="3047206" y="2080348"/>
                  </a:lnTo>
                  <a:lnTo>
                    <a:pt x="3047300" y="2080348"/>
                  </a:lnTo>
                  <a:lnTo>
                    <a:pt x="3047393" y="2080348"/>
                  </a:lnTo>
                  <a:lnTo>
                    <a:pt x="3047486" y="2080348"/>
                  </a:lnTo>
                  <a:lnTo>
                    <a:pt x="3047579" y="2080348"/>
                  </a:lnTo>
                  <a:lnTo>
                    <a:pt x="3047673" y="2080348"/>
                  </a:lnTo>
                  <a:lnTo>
                    <a:pt x="3047766" y="2080348"/>
                  </a:lnTo>
                  <a:lnTo>
                    <a:pt x="3047859" y="2080348"/>
                  </a:lnTo>
                  <a:lnTo>
                    <a:pt x="3047952" y="2080348"/>
                  </a:lnTo>
                  <a:lnTo>
                    <a:pt x="3048046" y="2080348"/>
                  </a:lnTo>
                  <a:lnTo>
                    <a:pt x="3048139" y="2080348"/>
                  </a:lnTo>
                  <a:lnTo>
                    <a:pt x="3048232" y="2080348"/>
                  </a:lnTo>
                  <a:lnTo>
                    <a:pt x="3048325" y="2080348"/>
                  </a:lnTo>
                  <a:lnTo>
                    <a:pt x="3048419" y="2080348"/>
                  </a:lnTo>
                  <a:lnTo>
                    <a:pt x="3048512" y="2080348"/>
                  </a:lnTo>
                  <a:lnTo>
                    <a:pt x="3048605" y="2080348"/>
                  </a:lnTo>
                  <a:lnTo>
                    <a:pt x="3048698" y="2080348"/>
                  </a:lnTo>
                  <a:lnTo>
                    <a:pt x="3048792" y="2080348"/>
                  </a:lnTo>
                  <a:lnTo>
                    <a:pt x="3048885" y="2080348"/>
                  </a:lnTo>
                  <a:lnTo>
                    <a:pt x="3048978" y="2080348"/>
                  </a:lnTo>
                  <a:lnTo>
                    <a:pt x="3049071" y="2080348"/>
                  </a:lnTo>
                  <a:lnTo>
                    <a:pt x="3049165" y="2080348"/>
                  </a:lnTo>
                  <a:lnTo>
                    <a:pt x="3049258" y="2080348"/>
                  </a:lnTo>
                  <a:lnTo>
                    <a:pt x="3049351" y="2080348"/>
                  </a:lnTo>
                  <a:lnTo>
                    <a:pt x="3049444" y="2080348"/>
                  </a:lnTo>
                  <a:lnTo>
                    <a:pt x="3049538" y="2080348"/>
                  </a:lnTo>
                  <a:lnTo>
                    <a:pt x="3049631" y="2080348"/>
                  </a:lnTo>
                  <a:lnTo>
                    <a:pt x="3049724" y="2080348"/>
                  </a:lnTo>
                  <a:lnTo>
                    <a:pt x="3049817" y="2080348"/>
                  </a:lnTo>
                  <a:lnTo>
                    <a:pt x="3049911" y="2080348"/>
                  </a:lnTo>
                  <a:lnTo>
                    <a:pt x="3050004" y="2080348"/>
                  </a:lnTo>
                  <a:lnTo>
                    <a:pt x="3050097" y="2080348"/>
                  </a:lnTo>
                  <a:lnTo>
                    <a:pt x="3050190" y="2080348"/>
                  </a:lnTo>
                  <a:lnTo>
                    <a:pt x="3050284" y="2080348"/>
                  </a:lnTo>
                  <a:lnTo>
                    <a:pt x="3050377" y="2080348"/>
                  </a:lnTo>
                  <a:lnTo>
                    <a:pt x="3050470" y="2080348"/>
                  </a:lnTo>
                  <a:lnTo>
                    <a:pt x="3050563" y="2080348"/>
                  </a:lnTo>
                  <a:lnTo>
                    <a:pt x="3050657" y="2080348"/>
                  </a:lnTo>
                  <a:lnTo>
                    <a:pt x="3050750" y="2080348"/>
                  </a:lnTo>
                  <a:lnTo>
                    <a:pt x="3050843" y="2080348"/>
                  </a:lnTo>
                  <a:lnTo>
                    <a:pt x="3050936" y="2080348"/>
                  </a:lnTo>
                  <a:lnTo>
                    <a:pt x="3051030" y="2080348"/>
                  </a:lnTo>
                  <a:lnTo>
                    <a:pt x="3051123" y="2080348"/>
                  </a:lnTo>
                  <a:lnTo>
                    <a:pt x="3051216" y="2080348"/>
                  </a:lnTo>
                  <a:lnTo>
                    <a:pt x="3051309" y="2080348"/>
                  </a:lnTo>
                  <a:lnTo>
                    <a:pt x="3051403" y="2080348"/>
                  </a:lnTo>
                  <a:lnTo>
                    <a:pt x="3051496" y="2080348"/>
                  </a:lnTo>
                  <a:lnTo>
                    <a:pt x="3051589" y="2080348"/>
                  </a:lnTo>
                  <a:lnTo>
                    <a:pt x="3051682" y="2080348"/>
                  </a:lnTo>
                  <a:lnTo>
                    <a:pt x="3051776" y="2080348"/>
                  </a:lnTo>
                  <a:lnTo>
                    <a:pt x="3051869" y="2080348"/>
                  </a:lnTo>
                  <a:lnTo>
                    <a:pt x="3051962" y="2080348"/>
                  </a:lnTo>
                  <a:lnTo>
                    <a:pt x="3052055" y="2080348"/>
                  </a:lnTo>
                  <a:lnTo>
                    <a:pt x="3052149" y="2080348"/>
                  </a:lnTo>
                  <a:lnTo>
                    <a:pt x="3052242" y="2080348"/>
                  </a:lnTo>
                  <a:lnTo>
                    <a:pt x="3052335" y="2080348"/>
                  </a:lnTo>
                  <a:lnTo>
                    <a:pt x="3052428" y="2080348"/>
                  </a:lnTo>
                  <a:lnTo>
                    <a:pt x="3052522" y="2080348"/>
                  </a:lnTo>
                  <a:lnTo>
                    <a:pt x="3052615" y="2080348"/>
                  </a:lnTo>
                  <a:lnTo>
                    <a:pt x="3052708" y="2080348"/>
                  </a:lnTo>
                  <a:lnTo>
                    <a:pt x="3052801" y="2080348"/>
                  </a:lnTo>
                  <a:lnTo>
                    <a:pt x="3052894" y="2080348"/>
                  </a:lnTo>
                  <a:lnTo>
                    <a:pt x="3052988" y="2080348"/>
                  </a:lnTo>
                  <a:lnTo>
                    <a:pt x="3053081" y="2080348"/>
                  </a:lnTo>
                  <a:lnTo>
                    <a:pt x="3053174" y="2080348"/>
                  </a:lnTo>
                  <a:lnTo>
                    <a:pt x="3053267" y="2080348"/>
                  </a:lnTo>
                  <a:lnTo>
                    <a:pt x="3053361" y="2080348"/>
                  </a:lnTo>
                  <a:lnTo>
                    <a:pt x="3053454" y="2080348"/>
                  </a:lnTo>
                  <a:lnTo>
                    <a:pt x="3053547" y="2080348"/>
                  </a:lnTo>
                  <a:lnTo>
                    <a:pt x="3053640" y="2080348"/>
                  </a:lnTo>
                  <a:lnTo>
                    <a:pt x="3053734" y="2080348"/>
                  </a:lnTo>
                  <a:lnTo>
                    <a:pt x="3053827" y="2080348"/>
                  </a:lnTo>
                  <a:lnTo>
                    <a:pt x="3053920" y="2080348"/>
                  </a:lnTo>
                  <a:lnTo>
                    <a:pt x="3054013" y="2080348"/>
                  </a:lnTo>
                  <a:lnTo>
                    <a:pt x="3054107" y="2080348"/>
                  </a:lnTo>
                  <a:lnTo>
                    <a:pt x="3054200" y="2080348"/>
                  </a:lnTo>
                  <a:lnTo>
                    <a:pt x="3054293" y="2080348"/>
                  </a:lnTo>
                  <a:lnTo>
                    <a:pt x="3054386" y="2080348"/>
                  </a:lnTo>
                  <a:lnTo>
                    <a:pt x="3054480" y="2080348"/>
                  </a:lnTo>
                  <a:lnTo>
                    <a:pt x="3054573" y="2080348"/>
                  </a:lnTo>
                  <a:lnTo>
                    <a:pt x="3054666" y="2080348"/>
                  </a:lnTo>
                  <a:lnTo>
                    <a:pt x="3054759" y="2080348"/>
                  </a:lnTo>
                  <a:lnTo>
                    <a:pt x="3054853" y="2080348"/>
                  </a:lnTo>
                  <a:lnTo>
                    <a:pt x="3054946" y="2080348"/>
                  </a:lnTo>
                  <a:lnTo>
                    <a:pt x="3055039" y="2080348"/>
                  </a:lnTo>
                  <a:lnTo>
                    <a:pt x="3055132" y="2080348"/>
                  </a:lnTo>
                  <a:lnTo>
                    <a:pt x="3055226" y="2080348"/>
                  </a:lnTo>
                  <a:lnTo>
                    <a:pt x="3055319" y="2080348"/>
                  </a:lnTo>
                  <a:lnTo>
                    <a:pt x="3055412" y="2080348"/>
                  </a:lnTo>
                  <a:lnTo>
                    <a:pt x="3055505" y="2080348"/>
                  </a:lnTo>
                  <a:lnTo>
                    <a:pt x="3055599" y="2080348"/>
                  </a:lnTo>
                  <a:lnTo>
                    <a:pt x="3055692" y="2080348"/>
                  </a:lnTo>
                  <a:lnTo>
                    <a:pt x="3055785" y="2080348"/>
                  </a:lnTo>
                  <a:lnTo>
                    <a:pt x="3055878" y="2080348"/>
                  </a:lnTo>
                  <a:lnTo>
                    <a:pt x="3055878" y="2070395"/>
                  </a:lnTo>
                  <a:lnTo>
                    <a:pt x="3055972" y="2070395"/>
                  </a:lnTo>
                  <a:lnTo>
                    <a:pt x="3056065" y="2070395"/>
                  </a:lnTo>
                  <a:lnTo>
                    <a:pt x="3056158" y="2070395"/>
                  </a:lnTo>
                  <a:lnTo>
                    <a:pt x="3056251" y="2070395"/>
                  </a:lnTo>
                  <a:lnTo>
                    <a:pt x="3056345" y="2070395"/>
                  </a:lnTo>
                  <a:lnTo>
                    <a:pt x="3056438" y="2070395"/>
                  </a:lnTo>
                  <a:lnTo>
                    <a:pt x="3056531" y="2070395"/>
                  </a:lnTo>
                  <a:lnTo>
                    <a:pt x="3056624" y="2070395"/>
                  </a:lnTo>
                  <a:lnTo>
                    <a:pt x="3056718" y="2070395"/>
                  </a:lnTo>
                  <a:lnTo>
                    <a:pt x="3056811" y="2070395"/>
                  </a:lnTo>
                  <a:lnTo>
                    <a:pt x="3056904" y="2070395"/>
                  </a:lnTo>
                  <a:lnTo>
                    <a:pt x="3056997" y="2070395"/>
                  </a:lnTo>
                  <a:lnTo>
                    <a:pt x="3057091" y="2070395"/>
                  </a:lnTo>
                  <a:lnTo>
                    <a:pt x="3057184" y="2070395"/>
                  </a:lnTo>
                  <a:lnTo>
                    <a:pt x="3057277" y="2070395"/>
                  </a:lnTo>
                  <a:lnTo>
                    <a:pt x="3057370" y="2070395"/>
                  </a:lnTo>
                  <a:lnTo>
                    <a:pt x="3057464" y="2070395"/>
                  </a:lnTo>
                  <a:lnTo>
                    <a:pt x="3057557" y="2070395"/>
                  </a:lnTo>
                  <a:lnTo>
                    <a:pt x="3057650" y="2070395"/>
                  </a:lnTo>
                  <a:lnTo>
                    <a:pt x="3057743" y="2070395"/>
                  </a:lnTo>
                  <a:lnTo>
                    <a:pt x="3057837" y="2070395"/>
                  </a:lnTo>
                  <a:lnTo>
                    <a:pt x="3057930" y="2070395"/>
                  </a:lnTo>
                  <a:lnTo>
                    <a:pt x="3058023" y="2070395"/>
                  </a:lnTo>
                  <a:lnTo>
                    <a:pt x="3058116" y="2070395"/>
                  </a:lnTo>
                  <a:lnTo>
                    <a:pt x="3058210" y="2070395"/>
                  </a:lnTo>
                  <a:lnTo>
                    <a:pt x="3058303" y="2070395"/>
                  </a:lnTo>
                  <a:lnTo>
                    <a:pt x="3058396" y="2070395"/>
                  </a:lnTo>
                  <a:lnTo>
                    <a:pt x="3058489" y="2070395"/>
                  </a:lnTo>
                  <a:lnTo>
                    <a:pt x="3058583" y="2070395"/>
                  </a:lnTo>
                  <a:lnTo>
                    <a:pt x="3058676" y="2070395"/>
                  </a:lnTo>
                  <a:lnTo>
                    <a:pt x="3058769" y="2070395"/>
                  </a:lnTo>
                  <a:lnTo>
                    <a:pt x="3058862" y="2070395"/>
                  </a:lnTo>
                  <a:lnTo>
                    <a:pt x="3058956" y="2070395"/>
                  </a:lnTo>
                  <a:lnTo>
                    <a:pt x="3059049" y="2070395"/>
                  </a:lnTo>
                  <a:lnTo>
                    <a:pt x="3059142" y="2070395"/>
                  </a:lnTo>
                  <a:lnTo>
                    <a:pt x="3059235" y="2070395"/>
                  </a:lnTo>
                  <a:lnTo>
                    <a:pt x="3059329" y="2070395"/>
                  </a:lnTo>
                  <a:lnTo>
                    <a:pt x="3059422" y="2070395"/>
                  </a:lnTo>
                  <a:lnTo>
                    <a:pt x="3059515" y="2070395"/>
                  </a:lnTo>
                  <a:lnTo>
                    <a:pt x="3059608" y="2070395"/>
                  </a:lnTo>
                  <a:lnTo>
                    <a:pt x="3059701" y="2070395"/>
                  </a:lnTo>
                  <a:lnTo>
                    <a:pt x="3059795" y="2070395"/>
                  </a:lnTo>
                  <a:lnTo>
                    <a:pt x="3059888" y="2070395"/>
                  </a:lnTo>
                  <a:lnTo>
                    <a:pt x="3059981" y="2070395"/>
                  </a:lnTo>
                  <a:lnTo>
                    <a:pt x="3060074" y="2070395"/>
                  </a:lnTo>
                  <a:lnTo>
                    <a:pt x="3060168" y="2070395"/>
                  </a:lnTo>
                  <a:lnTo>
                    <a:pt x="3060261" y="2070395"/>
                  </a:lnTo>
                  <a:lnTo>
                    <a:pt x="3060354" y="2070395"/>
                  </a:lnTo>
                  <a:lnTo>
                    <a:pt x="3060447" y="2070395"/>
                  </a:lnTo>
                  <a:lnTo>
                    <a:pt x="3060541" y="2070395"/>
                  </a:lnTo>
                  <a:lnTo>
                    <a:pt x="3060634" y="2070395"/>
                  </a:lnTo>
                  <a:lnTo>
                    <a:pt x="3060727" y="2070395"/>
                  </a:lnTo>
                  <a:lnTo>
                    <a:pt x="3060820" y="2070395"/>
                  </a:lnTo>
                  <a:lnTo>
                    <a:pt x="3060914" y="2070395"/>
                  </a:lnTo>
                  <a:lnTo>
                    <a:pt x="3061007" y="2070395"/>
                  </a:lnTo>
                  <a:lnTo>
                    <a:pt x="3061100" y="2070395"/>
                  </a:lnTo>
                  <a:lnTo>
                    <a:pt x="3061193" y="2070395"/>
                  </a:lnTo>
                  <a:lnTo>
                    <a:pt x="3061287" y="2070395"/>
                  </a:lnTo>
                  <a:lnTo>
                    <a:pt x="3061380" y="2070395"/>
                  </a:lnTo>
                  <a:lnTo>
                    <a:pt x="3061473" y="2070395"/>
                  </a:lnTo>
                  <a:lnTo>
                    <a:pt x="3061566" y="2070395"/>
                  </a:lnTo>
                  <a:lnTo>
                    <a:pt x="3061660" y="2070395"/>
                  </a:lnTo>
                  <a:lnTo>
                    <a:pt x="3061753" y="2070395"/>
                  </a:lnTo>
                  <a:lnTo>
                    <a:pt x="3061846" y="2070395"/>
                  </a:lnTo>
                  <a:lnTo>
                    <a:pt x="3061939" y="2070395"/>
                  </a:lnTo>
                  <a:lnTo>
                    <a:pt x="3062033" y="2070395"/>
                  </a:lnTo>
                  <a:lnTo>
                    <a:pt x="3062126" y="2070395"/>
                  </a:lnTo>
                  <a:lnTo>
                    <a:pt x="3062219" y="2070395"/>
                  </a:lnTo>
                  <a:lnTo>
                    <a:pt x="3062312" y="2070395"/>
                  </a:lnTo>
                  <a:lnTo>
                    <a:pt x="3062406" y="2070395"/>
                  </a:lnTo>
                  <a:lnTo>
                    <a:pt x="3062499" y="2070395"/>
                  </a:lnTo>
                  <a:lnTo>
                    <a:pt x="3062592" y="2070395"/>
                  </a:lnTo>
                  <a:lnTo>
                    <a:pt x="3062685" y="2070395"/>
                  </a:lnTo>
                  <a:lnTo>
                    <a:pt x="3062779" y="2070395"/>
                  </a:lnTo>
                  <a:lnTo>
                    <a:pt x="3062872" y="2070395"/>
                  </a:lnTo>
                  <a:lnTo>
                    <a:pt x="3062965" y="2070395"/>
                  </a:lnTo>
                  <a:lnTo>
                    <a:pt x="3063058" y="2070395"/>
                  </a:lnTo>
                  <a:lnTo>
                    <a:pt x="3063152" y="2070395"/>
                  </a:lnTo>
                  <a:lnTo>
                    <a:pt x="3063245" y="2070395"/>
                  </a:lnTo>
                  <a:lnTo>
                    <a:pt x="3063338" y="2070395"/>
                  </a:lnTo>
                  <a:lnTo>
                    <a:pt x="3063431" y="2070395"/>
                  </a:lnTo>
                  <a:lnTo>
                    <a:pt x="3063525" y="2070395"/>
                  </a:lnTo>
                  <a:lnTo>
                    <a:pt x="3063618" y="2070395"/>
                  </a:lnTo>
                  <a:lnTo>
                    <a:pt x="3063711" y="2070395"/>
                  </a:lnTo>
                  <a:lnTo>
                    <a:pt x="3063804" y="2070395"/>
                  </a:lnTo>
                  <a:lnTo>
                    <a:pt x="3063898" y="2070395"/>
                  </a:lnTo>
                  <a:lnTo>
                    <a:pt x="3063991" y="2070395"/>
                  </a:lnTo>
                  <a:lnTo>
                    <a:pt x="3064084" y="2070395"/>
                  </a:lnTo>
                  <a:lnTo>
                    <a:pt x="3064177" y="2070395"/>
                  </a:lnTo>
                  <a:lnTo>
                    <a:pt x="3064271" y="2070395"/>
                  </a:lnTo>
                  <a:lnTo>
                    <a:pt x="3064364" y="2070395"/>
                  </a:lnTo>
                  <a:lnTo>
                    <a:pt x="3064457" y="2070395"/>
                  </a:lnTo>
                  <a:lnTo>
                    <a:pt x="3064550" y="2070395"/>
                  </a:lnTo>
                  <a:lnTo>
                    <a:pt x="3064644" y="2070395"/>
                  </a:lnTo>
                  <a:lnTo>
                    <a:pt x="3064737" y="2070395"/>
                  </a:lnTo>
                  <a:lnTo>
                    <a:pt x="3064830" y="2070395"/>
                  </a:lnTo>
                  <a:lnTo>
                    <a:pt x="3064923" y="2070395"/>
                  </a:lnTo>
                  <a:lnTo>
                    <a:pt x="3065017" y="2070395"/>
                  </a:lnTo>
                  <a:lnTo>
                    <a:pt x="3065110" y="2070395"/>
                  </a:lnTo>
                  <a:lnTo>
                    <a:pt x="3065203" y="2070395"/>
                  </a:lnTo>
                  <a:lnTo>
                    <a:pt x="3065296" y="2070395"/>
                  </a:lnTo>
                  <a:lnTo>
                    <a:pt x="3065390" y="2070395"/>
                  </a:lnTo>
                  <a:lnTo>
                    <a:pt x="3065483" y="2070395"/>
                  </a:lnTo>
                  <a:lnTo>
                    <a:pt x="3065576" y="2070395"/>
                  </a:lnTo>
                  <a:lnTo>
                    <a:pt x="3065669" y="2070395"/>
                  </a:lnTo>
                  <a:lnTo>
                    <a:pt x="3065763" y="2070395"/>
                  </a:lnTo>
                  <a:lnTo>
                    <a:pt x="3065856" y="2070395"/>
                  </a:lnTo>
                  <a:lnTo>
                    <a:pt x="3065949" y="2070395"/>
                  </a:lnTo>
                  <a:lnTo>
                    <a:pt x="3066042" y="2070395"/>
                  </a:lnTo>
                  <a:lnTo>
                    <a:pt x="3066136" y="2070395"/>
                  </a:lnTo>
                  <a:lnTo>
                    <a:pt x="3066229" y="2070395"/>
                  </a:lnTo>
                  <a:lnTo>
                    <a:pt x="3066322" y="2070395"/>
                  </a:lnTo>
                  <a:lnTo>
                    <a:pt x="3066415" y="2070395"/>
                  </a:lnTo>
                  <a:lnTo>
                    <a:pt x="3066508" y="2070395"/>
                  </a:lnTo>
                  <a:lnTo>
                    <a:pt x="3066602" y="2070395"/>
                  </a:lnTo>
                  <a:lnTo>
                    <a:pt x="3066695" y="2070395"/>
                  </a:lnTo>
                  <a:lnTo>
                    <a:pt x="3066788" y="2070395"/>
                  </a:lnTo>
                  <a:lnTo>
                    <a:pt x="3066881" y="2070395"/>
                  </a:lnTo>
                  <a:lnTo>
                    <a:pt x="3066975" y="2070395"/>
                  </a:lnTo>
                  <a:lnTo>
                    <a:pt x="3067068" y="2070395"/>
                  </a:lnTo>
                  <a:lnTo>
                    <a:pt x="3067161" y="2070395"/>
                  </a:lnTo>
                  <a:lnTo>
                    <a:pt x="3067254" y="2070395"/>
                  </a:lnTo>
                  <a:lnTo>
                    <a:pt x="3067348" y="2070395"/>
                  </a:lnTo>
                  <a:lnTo>
                    <a:pt x="3067441" y="2070395"/>
                  </a:lnTo>
                  <a:lnTo>
                    <a:pt x="3067534" y="2070395"/>
                  </a:lnTo>
                  <a:lnTo>
                    <a:pt x="3067627" y="2070395"/>
                  </a:lnTo>
                  <a:lnTo>
                    <a:pt x="3067721" y="2070395"/>
                  </a:lnTo>
                  <a:lnTo>
                    <a:pt x="3067814" y="2070395"/>
                  </a:lnTo>
                  <a:lnTo>
                    <a:pt x="3067907" y="2070395"/>
                  </a:lnTo>
                  <a:lnTo>
                    <a:pt x="3068000" y="2070395"/>
                  </a:lnTo>
                  <a:lnTo>
                    <a:pt x="3068094" y="2070395"/>
                  </a:lnTo>
                  <a:lnTo>
                    <a:pt x="3068187" y="2070395"/>
                  </a:lnTo>
                  <a:lnTo>
                    <a:pt x="3068280" y="2070395"/>
                  </a:lnTo>
                  <a:lnTo>
                    <a:pt x="3068373" y="2070395"/>
                  </a:lnTo>
                  <a:lnTo>
                    <a:pt x="3068467" y="2070395"/>
                  </a:lnTo>
                  <a:lnTo>
                    <a:pt x="3068560" y="2070395"/>
                  </a:lnTo>
                  <a:lnTo>
                    <a:pt x="3068653" y="2070395"/>
                  </a:lnTo>
                  <a:lnTo>
                    <a:pt x="3068746" y="2070395"/>
                  </a:lnTo>
                  <a:lnTo>
                    <a:pt x="3068840" y="2070395"/>
                  </a:lnTo>
                  <a:lnTo>
                    <a:pt x="3068933" y="2070395"/>
                  </a:lnTo>
                  <a:lnTo>
                    <a:pt x="3069026" y="2070395"/>
                  </a:lnTo>
                  <a:lnTo>
                    <a:pt x="3069119" y="2070395"/>
                  </a:lnTo>
                  <a:lnTo>
                    <a:pt x="3069213" y="2070395"/>
                  </a:lnTo>
                  <a:lnTo>
                    <a:pt x="3069306" y="2070395"/>
                  </a:lnTo>
                  <a:lnTo>
                    <a:pt x="3069399" y="2070395"/>
                  </a:lnTo>
                  <a:lnTo>
                    <a:pt x="3069492" y="2070395"/>
                  </a:lnTo>
                  <a:lnTo>
                    <a:pt x="3069586" y="2070395"/>
                  </a:lnTo>
                  <a:lnTo>
                    <a:pt x="3069679" y="2070395"/>
                  </a:lnTo>
                  <a:lnTo>
                    <a:pt x="3069772" y="2070395"/>
                  </a:lnTo>
                  <a:lnTo>
                    <a:pt x="3069865" y="2070395"/>
                  </a:lnTo>
                  <a:lnTo>
                    <a:pt x="3069959" y="2070395"/>
                  </a:lnTo>
                  <a:lnTo>
                    <a:pt x="3070052" y="2070395"/>
                  </a:lnTo>
                  <a:lnTo>
                    <a:pt x="3070145" y="2070395"/>
                  </a:lnTo>
                  <a:lnTo>
                    <a:pt x="3070238" y="2070395"/>
                  </a:lnTo>
                  <a:lnTo>
                    <a:pt x="3070332" y="2070395"/>
                  </a:lnTo>
                  <a:lnTo>
                    <a:pt x="3070425" y="2070395"/>
                  </a:lnTo>
                  <a:lnTo>
                    <a:pt x="3070518" y="2070395"/>
                  </a:lnTo>
                  <a:lnTo>
                    <a:pt x="3070611" y="2070395"/>
                  </a:lnTo>
                  <a:lnTo>
                    <a:pt x="3070705" y="2070395"/>
                  </a:lnTo>
                  <a:lnTo>
                    <a:pt x="3070798" y="2070395"/>
                  </a:lnTo>
                  <a:lnTo>
                    <a:pt x="3070891" y="2070395"/>
                  </a:lnTo>
                  <a:lnTo>
                    <a:pt x="3070984" y="2070395"/>
                  </a:lnTo>
                  <a:lnTo>
                    <a:pt x="3071078" y="2070395"/>
                  </a:lnTo>
                  <a:lnTo>
                    <a:pt x="3071171" y="2070395"/>
                  </a:lnTo>
                  <a:lnTo>
                    <a:pt x="3071264" y="2070395"/>
                  </a:lnTo>
                  <a:lnTo>
                    <a:pt x="3071357" y="2070395"/>
                  </a:lnTo>
                  <a:lnTo>
                    <a:pt x="3071451" y="2070395"/>
                  </a:lnTo>
                  <a:lnTo>
                    <a:pt x="3071544" y="2070395"/>
                  </a:lnTo>
                  <a:lnTo>
                    <a:pt x="3071637" y="2070395"/>
                  </a:lnTo>
                  <a:lnTo>
                    <a:pt x="3071730" y="2070395"/>
                  </a:lnTo>
                  <a:lnTo>
                    <a:pt x="3071824" y="2070395"/>
                  </a:lnTo>
                  <a:lnTo>
                    <a:pt x="3071917" y="2070395"/>
                  </a:lnTo>
                  <a:lnTo>
                    <a:pt x="3072010" y="2070395"/>
                  </a:lnTo>
                  <a:lnTo>
                    <a:pt x="3072103" y="2070395"/>
                  </a:lnTo>
                  <a:lnTo>
                    <a:pt x="3072197" y="2070395"/>
                  </a:lnTo>
                  <a:lnTo>
                    <a:pt x="3072290" y="2070395"/>
                  </a:lnTo>
                  <a:lnTo>
                    <a:pt x="3072383" y="2070395"/>
                  </a:lnTo>
                  <a:lnTo>
                    <a:pt x="3072476" y="2070395"/>
                  </a:lnTo>
                  <a:lnTo>
                    <a:pt x="3072570" y="2070395"/>
                  </a:lnTo>
                  <a:lnTo>
                    <a:pt x="3072663" y="2070395"/>
                  </a:lnTo>
                  <a:lnTo>
                    <a:pt x="3072756" y="2070395"/>
                  </a:lnTo>
                  <a:lnTo>
                    <a:pt x="3072756" y="2060441"/>
                  </a:lnTo>
                  <a:lnTo>
                    <a:pt x="3072849" y="2060441"/>
                  </a:lnTo>
                  <a:lnTo>
                    <a:pt x="3072943" y="2060441"/>
                  </a:lnTo>
                  <a:lnTo>
                    <a:pt x="3073036" y="2060441"/>
                  </a:lnTo>
                  <a:lnTo>
                    <a:pt x="3073129" y="2060441"/>
                  </a:lnTo>
                  <a:lnTo>
                    <a:pt x="3073222" y="2060441"/>
                  </a:lnTo>
                  <a:lnTo>
                    <a:pt x="3073316" y="2060441"/>
                  </a:lnTo>
                  <a:lnTo>
                    <a:pt x="3073409" y="2060441"/>
                  </a:lnTo>
                  <a:lnTo>
                    <a:pt x="3073502" y="2060441"/>
                  </a:lnTo>
                  <a:lnTo>
                    <a:pt x="3073595" y="2060441"/>
                  </a:lnTo>
                  <a:lnTo>
                    <a:pt x="3073688" y="2060441"/>
                  </a:lnTo>
                  <a:lnTo>
                    <a:pt x="3073782" y="2060441"/>
                  </a:lnTo>
                  <a:lnTo>
                    <a:pt x="3073875" y="2060441"/>
                  </a:lnTo>
                  <a:lnTo>
                    <a:pt x="3073875" y="2050487"/>
                  </a:lnTo>
                  <a:lnTo>
                    <a:pt x="3073968" y="2050487"/>
                  </a:lnTo>
                  <a:lnTo>
                    <a:pt x="3074061" y="2050487"/>
                  </a:lnTo>
                  <a:lnTo>
                    <a:pt x="3074155" y="2050487"/>
                  </a:lnTo>
                  <a:lnTo>
                    <a:pt x="3074248" y="2050487"/>
                  </a:lnTo>
                  <a:lnTo>
                    <a:pt x="3074341" y="2050487"/>
                  </a:lnTo>
                  <a:lnTo>
                    <a:pt x="3074434" y="2050487"/>
                  </a:lnTo>
                  <a:lnTo>
                    <a:pt x="3074528" y="2050487"/>
                  </a:lnTo>
                  <a:lnTo>
                    <a:pt x="3074621" y="2050487"/>
                  </a:lnTo>
                  <a:lnTo>
                    <a:pt x="3074714" y="2050487"/>
                  </a:lnTo>
                  <a:lnTo>
                    <a:pt x="3074807" y="2050487"/>
                  </a:lnTo>
                  <a:lnTo>
                    <a:pt x="3074901" y="2050487"/>
                  </a:lnTo>
                  <a:lnTo>
                    <a:pt x="3074994" y="2050487"/>
                  </a:lnTo>
                  <a:lnTo>
                    <a:pt x="3075087" y="2050487"/>
                  </a:lnTo>
                  <a:lnTo>
                    <a:pt x="3075180" y="2050487"/>
                  </a:lnTo>
                  <a:lnTo>
                    <a:pt x="3075274" y="2050487"/>
                  </a:lnTo>
                  <a:lnTo>
                    <a:pt x="3075367" y="2050487"/>
                  </a:lnTo>
                  <a:lnTo>
                    <a:pt x="3075460" y="2050487"/>
                  </a:lnTo>
                  <a:lnTo>
                    <a:pt x="3075553" y="2050487"/>
                  </a:lnTo>
                  <a:lnTo>
                    <a:pt x="3075647" y="2050487"/>
                  </a:lnTo>
                  <a:lnTo>
                    <a:pt x="3075740" y="2050487"/>
                  </a:lnTo>
                  <a:lnTo>
                    <a:pt x="3075833" y="2050487"/>
                  </a:lnTo>
                  <a:lnTo>
                    <a:pt x="3075926" y="2050487"/>
                  </a:lnTo>
                  <a:lnTo>
                    <a:pt x="3076020" y="2050487"/>
                  </a:lnTo>
                  <a:lnTo>
                    <a:pt x="3076113" y="2050487"/>
                  </a:lnTo>
                  <a:lnTo>
                    <a:pt x="3076206" y="2050487"/>
                  </a:lnTo>
                  <a:lnTo>
                    <a:pt x="3076299" y="2050487"/>
                  </a:lnTo>
                  <a:lnTo>
                    <a:pt x="3076393" y="2050487"/>
                  </a:lnTo>
                  <a:lnTo>
                    <a:pt x="3076486" y="2050487"/>
                  </a:lnTo>
                  <a:lnTo>
                    <a:pt x="3076579" y="2050487"/>
                  </a:lnTo>
                  <a:lnTo>
                    <a:pt x="3076672" y="2050487"/>
                  </a:lnTo>
                  <a:lnTo>
                    <a:pt x="3076766" y="2050487"/>
                  </a:lnTo>
                  <a:lnTo>
                    <a:pt x="3076859" y="2050487"/>
                  </a:lnTo>
                  <a:lnTo>
                    <a:pt x="3076952" y="2050487"/>
                  </a:lnTo>
                  <a:lnTo>
                    <a:pt x="3077045" y="2050487"/>
                  </a:lnTo>
                  <a:lnTo>
                    <a:pt x="3077139" y="2050487"/>
                  </a:lnTo>
                  <a:lnTo>
                    <a:pt x="3077232" y="2050487"/>
                  </a:lnTo>
                  <a:lnTo>
                    <a:pt x="3077325" y="2050487"/>
                  </a:lnTo>
                  <a:lnTo>
                    <a:pt x="3077418" y="2050487"/>
                  </a:lnTo>
                  <a:lnTo>
                    <a:pt x="3077418" y="2040533"/>
                  </a:lnTo>
                  <a:lnTo>
                    <a:pt x="3077512" y="2040533"/>
                  </a:lnTo>
                  <a:lnTo>
                    <a:pt x="3077605" y="2040533"/>
                  </a:lnTo>
                  <a:lnTo>
                    <a:pt x="3077698" y="2040533"/>
                  </a:lnTo>
                  <a:lnTo>
                    <a:pt x="3077791" y="2040533"/>
                  </a:lnTo>
                  <a:lnTo>
                    <a:pt x="3077885" y="2040533"/>
                  </a:lnTo>
                  <a:lnTo>
                    <a:pt x="3077978" y="2040533"/>
                  </a:lnTo>
                  <a:lnTo>
                    <a:pt x="3078071" y="2040533"/>
                  </a:lnTo>
                  <a:lnTo>
                    <a:pt x="3078164" y="2040533"/>
                  </a:lnTo>
                  <a:lnTo>
                    <a:pt x="3078258" y="2040533"/>
                  </a:lnTo>
                  <a:lnTo>
                    <a:pt x="3078351" y="2040533"/>
                  </a:lnTo>
                  <a:lnTo>
                    <a:pt x="3078444" y="2040533"/>
                  </a:lnTo>
                  <a:lnTo>
                    <a:pt x="3078537" y="2040533"/>
                  </a:lnTo>
                  <a:lnTo>
                    <a:pt x="3078631" y="2040533"/>
                  </a:lnTo>
                  <a:lnTo>
                    <a:pt x="3078724" y="2040533"/>
                  </a:lnTo>
                  <a:lnTo>
                    <a:pt x="3078817" y="2040533"/>
                  </a:lnTo>
                  <a:lnTo>
                    <a:pt x="3078910" y="2040533"/>
                  </a:lnTo>
                  <a:lnTo>
                    <a:pt x="3079004" y="2040533"/>
                  </a:lnTo>
                  <a:lnTo>
                    <a:pt x="3079097" y="2040533"/>
                  </a:lnTo>
                  <a:lnTo>
                    <a:pt x="3079190" y="2040533"/>
                  </a:lnTo>
                  <a:lnTo>
                    <a:pt x="3079283" y="2040533"/>
                  </a:lnTo>
                  <a:lnTo>
                    <a:pt x="3079377" y="2040533"/>
                  </a:lnTo>
                  <a:lnTo>
                    <a:pt x="3079470" y="2040533"/>
                  </a:lnTo>
                  <a:lnTo>
                    <a:pt x="3079563" y="2040533"/>
                  </a:lnTo>
                  <a:lnTo>
                    <a:pt x="3079656" y="2040533"/>
                  </a:lnTo>
                  <a:lnTo>
                    <a:pt x="3079750" y="2040533"/>
                  </a:lnTo>
                  <a:lnTo>
                    <a:pt x="3079843" y="2040533"/>
                  </a:lnTo>
                  <a:lnTo>
                    <a:pt x="3079936" y="2040533"/>
                  </a:lnTo>
                  <a:lnTo>
                    <a:pt x="3080029" y="2040533"/>
                  </a:lnTo>
                  <a:lnTo>
                    <a:pt x="3080123" y="2040533"/>
                  </a:lnTo>
                  <a:lnTo>
                    <a:pt x="3080216" y="2040533"/>
                  </a:lnTo>
                  <a:lnTo>
                    <a:pt x="3080309" y="2040533"/>
                  </a:lnTo>
                  <a:lnTo>
                    <a:pt x="3080402" y="2040533"/>
                  </a:lnTo>
                  <a:lnTo>
                    <a:pt x="3080495" y="2040533"/>
                  </a:lnTo>
                  <a:lnTo>
                    <a:pt x="3080589" y="2040533"/>
                  </a:lnTo>
                  <a:lnTo>
                    <a:pt x="3080682" y="2040533"/>
                  </a:lnTo>
                  <a:lnTo>
                    <a:pt x="3080775" y="2040533"/>
                  </a:lnTo>
                  <a:lnTo>
                    <a:pt x="3080868" y="2040533"/>
                  </a:lnTo>
                  <a:lnTo>
                    <a:pt x="3080962" y="2040533"/>
                  </a:lnTo>
                  <a:lnTo>
                    <a:pt x="3081055" y="2040533"/>
                  </a:lnTo>
                  <a:lnTo>
                    <a:pt x="3081148" y="2040533"/>
                  </a:lnTo>
                  <a:lnTo>
                    <a:pt x="3081241" y="2040533"/>
                  </a:lnTo>
                  <a:lnTo>
                    <a:pt x="3081335" y="2040533"/>
                  </a:lnTo>
                  <a:lnTo>
                    <a:pt x="3081428" y="2040533"/>
                  </a:lnTo>
                  <a:lnTo>
                    <a:pt x="3081521" y="2040533"/>
                  </a:lnTo>
                  <a:lnTo>
                    <a:pt x="3081614" y="2040533"/>
                  </a:lnTo>
                  <a:lnTo>
                    <a:pt x="3081708" y="2040533"/>
                  </a:lnTo>
                  <a:lnTo>
                    <a:pt x="3081801" y="2040533"/>
                  </a:lnTo>
                  <a:lnTo>
                    <a:pt x="3081894" y="2040533"/>
                  </a:lnTo>
                  <a:lnTo>
                    <a:pt x="3081987" y="2040533"/>
                  </a:lnTo>
                  <a:lnTo>
                    <a:pt x="3082081" y="2040533"/>
                  </a:lnTo>
                  <a:lnTo>
                    <a:pt x="3082174" y="2040533"/>
                  </a:lnTo>
                  <a:lnTo>
                    <a:pt x="3082267" y="2040533"/>
                  </a:lnTo>
                  <a:lnTo>
                    <a:pt x="3082360" y="2040533"/>
                  </a:lnTo>
                  <a:lnTo>
                    <a:pt x="3082454" y="2040533"/>
                  </a:lnTo>
                  <a:lnTo>
                    <a:pt x="3082547" y="2040533"/>
                  </a:lnTo>
                  <a:lnTo>
                    <a:pt x="3082640" y="2040533"/>
                  </a:lnTo>
                  <a:lnTo>
                    <a:pt x="3082733" y="2040533"/>
                  </a:lnTo>
                  <a:lnTo>
                    <a:pt x="3082827" y="2040533"/>
                  </a:lnTo>
                  <a:lnTo>
                    <a:pt x="3082920" y="2040533"/>
                  </a:lnTo>
                  <a:lnTo>
                    <a:pt x="3083013" y="2040533"/>
                  </a:lnTo>
                  <a:lnTo>
                    <a:pt x="3083106" y="2040533"/>
                  </a:lnTo>
                  <a:lnTo>
                    <a:pt x="3083200" y="2040533"/>
                  </a:lnTo>
                  <a:lnTo>
                    <a:pt x="3083293" y="2040533"/>
                  </a:lnTo>
                  <a:lnTo>
                    <a:pt x="3083386" y="2040533"/>
                  </a:lnTo>
                  <a:lnTo>
                    <a:pt x="3083479" y="2040533"/>
                  </a:lnTo>
                  <a:lnTo>
                    <a:pt x="3083573" y="2040533"/>
                  </a:lnTo>
                  <a:lnTo>
                    <a:pt x="3083666" y="2040533"/>
                  </a:lnTo>
                  <a:lnTo>
                    <a:pt x="3083759" y="2040533"/>
                  </a:lnTo>
                  <a:lnTo>
                    <a:pt x="3083852" y="2040533"/>
                  </a:lnTo>
                  <a:lnTo>
                    <a:pt x="3083946" y="2040533"/>
                  </a:lnTo>
                  <a:lnTo>
                    <a:pt x="3084039" y="2040533"/>
                  </a:lnTo>
                  <a:lnTo>
                    <a:pt x="3084132" y="2040533"/>
                  </a:lnTo>
                  <a:lnTo>
                    <a:pt x="3084225" y="2040533"/>
                  </a:lnTo>
                  <a:lnTo>
                    <a:pt x="3084319" y="2040533"/>
                  </a:lnTo>
                  <a:lnTo>
                    <a:pt x="3084412" y="2040533"/>
                  </a:lnTo>
                  <a:lnTo>
                    <a:pt x="3084505" y="2040533"/>
                  </a:lnTo>
                  <a:lnTo>
                    <a:pt x="3084598" y="2040533"/>
                  </a:lnTo>
                  <a:lnTo>
                    <a:pt x="3084692" y="2040533"/>
                  </a:lnTo>
                  <a:lnTo>
                    <a:pt x="3084785" y="2040533"/>
                  </a:lnTo>
                  <a:lnTo>
                    <a:pt x="3084878" y="2040533"/>
                  </a:lnTo>
                  <a:lnTo>
                    <a:pt x="3084971" y="2040533"/>
                  </a:lnTo>
                  <a:lnTo>
                    <a:pt x="3085065" y="2040533"/>
                  </a:lnTo>
                  <a:lnTo>
                    <a:pt x="3085158" y="2040533"/>
                  </a:lnTo>
                  <a:lnTo>
                    <a:pt x="3085251" y="2040533"/>
                  </a:lnTo>
                  <a:lnTo>
                    <a:pt x="3085344" y="2040533"/>
                  </a:lnTo>
                  <a:lnTo>
                    <a:pt x="3085438" y="2040533"/>
                  </a:lnTo>
                  <a:lnTo>
                    <a:pt x="3085531" y="2040533"/>
                  </a:lnTo>
                  <a:lnTo>
                    <a:pt x="3085624" y="2040533"/>
                  </a:lnTo>
                  <a:lnTo>
                    <a:pt x="3085717" y="2040533"/>
                  </a:lnTo>
                  <a:lnTo>
                    <a:pt x="3085811" y="2040533"/>
                  </a:lnTo>
                  <a:lnTo>
                    <a:pt x="3085904" y="2040533"/>
                  </a:lnTo>
                  <a:lnTo>
                    <a:pt x="3085997" y="2040533"/>
                  </a:lnTo>
                  <a:lnTo>
                    <a:pt x="3086090" y="2040533"/>
                  </a:lnTo>
                  <a:lnTo>
                    <a:pt x="3086184" y="2040533"/>
                  </a:lnTo>
                  <a:lnTo>
                    <a:pt x="3086277" y="2040533"/>
                  </a:lnTo>
                  <a:lnTo>
                    <a:pt x="3086370" y="2040533"/>
                  </a:lnTo>
                  <a:lnTo>
                    <a:pt x="3086463" y="2040533"/>
                  </a:lnTo>
                  <a:lnTo>
                    <a:pt x="3086557" y="2040533"/>
                  </a:lnTo>
                  <a:lnTo>
                    <a:pt x="3086650" y="2040533"/>
                  </a:lnTo>
                  <a:lnTo>
                    <a:pt x="3086743" y="2040533"/>
                  </a:lnTo>
                  <a:lnTo>
                    <a:pt x="3086836" y="2040533"/>
                  </a:lnTo>
                  <a:lnTo>
                    <a:pt x="3086930" y="2040533"/>
                  </a:lnTo>
                  <a:lnTo>
                    <a:pt x="3087023" y="2040533"/>
                  </a:lnTo>
                  <a:lnTo>
                    <a:pt x="3087116" y="2040533"/>
                  </a:lnTo>
                  <a:lnTo>
                    <a:pt x="3087209" y="2040533"/>
                  </a:lnTo>
                  <a:lnTo>
                    <a:pt x="3087303" y="2040533"/>
                  </a:lnTo>
                  <a:lnTo>
                    <a:pt x="3087396" y="2040533"/>
                  </a:lnTo>
                  <a:lnTo>
                    <a:pt x="3087489" y="2040533"/>
                  </a:lnTo>
                  <a:lnTo>
                    <a:pt x="3087582" y="2040533"/>
                  </a:lnTo>
                  <a:lnTo>
                    <a:pt x="3087675" y="2040533"/>
                  </a:lnTo>
                  <a:lnTo>
                    <a:pt x="3087769" y="2040533"/>
                  </a:lnTo>
                  <a:lnTo>
                    <a:pt x="3087862" y="2040533"/>
                  </a:lnTo>
                  <a:lnTo>
                    <a:pt x="3087955" y="2040533"/>
                  </a:lnTo>
                  <a:lnTo>
                    <a:pt x="3088048" y="2040533"/>
                  </a:lnTo>
                  <a:lnTo>
                    <a:pt x="3088142" y="2040533"/>
                  </a:lnTo>
                  <a:lnTo>
                    <a:pt x="3088235" y="2040533"/>
                  </a:lnTo>
                  <a:lnTo>
                    <a:pt x="3088328" y="2040533"/>
                  </a:lnTo>
                  <a:lnTo>
                    <a:pt x="3088421" y="2040533"/>
                  </a:lnTo>
                  <a:lnTo>
                    <a:pt x="3088515" y="2040533"/>
                  </a:lnTo>
                  <a:lnTo>
                    <a:pt x="3088608" y="2040533"/>
                  </a:lnTo>
                  <a:lnTo>
                    <a:pt x="3088701" y="2040533"/>
                  </a:lnTo>
                  <a:lnTo>
                    <a:pt x="3088794" y="2040533"/>
                  </a:lnTo>
                  <a:lnTo>
                    <a:pt x="3088888" y="2040533"/>
                  </a:lnTo>
                  <a:lnTo>
                    <a:pt x="3088981" y="2040533"/>
                  </a:lnTo>
                  <a:lnTo>
                    <a:pt x="3089074" y="2040533"/>
                  </a:lnTo>
                  <a:lnTo>
                    <a:pt x="3089167" y="2040533"/>
                  </a:lnTo>
                  <a:lnTo>
                    <a:pt x="3089261" y="2040533"/>
                  </a:lnTo>
                  <a:lnTo>
                    <a:pt x="3089354" y="2040533"/>
                  </a:lnTo>
                  <a:lnTo>
                    <a:pt x="3089447" y="2040533"/>
                  </a:lnTo>
                  <a:lnTo>
                    <a:pt x="3089540" y="2040533"/>
                  </a:lnTo>
                  <a:lnTo>
                    <a:pt x="3089634" y="2040533"/>
                  </a:lnTo>
                  <a:lnTo>
                    <a:pt x="3089727" y="2040533"/>
                  </a:lnTo>
                  <a:lnTo>
                    <a:pt x="3089820" y="2040533"/>
                  </a:lnTo>
                  <a:lnTo>
                    <a:pt x="3089913" y="2040533"/>
                  </a:lnTo>
                  <a:lnTo>
                    <a:pt x="3090007" y="2040533"/>
                  </a:lnTo>
                  <a:lnTo>
                    <a:pt x="3090100" y="2040533"/>
                  </a:lnTo>
                  <a:lnTo>
                    <a:pt x="3090100" y="2030579"/>
                  </a:lnTo>
                  <a:lnTo>
                    <a:pt x="3090193" y="2030579"/>
                  </a:lnTo>
                  <a:lnTo>
                    <a:pt x="3090286" y="2030579"/>
                  </a:lnTo>
                  <a:lnTo>
                    <a:pt x="3090380" y="2030579"/>
                  </a:lnTo>
                  <a:lnTo>
                    <a:pt x="3090473" y="2030579"/>
                  </a:lnTo>
                  <a:lnTo>
                    <a:pt x="3090566" y="2030579"/>
                  </a:lnTo>
                  <a:lnTo>
                    <a:pt x="3090659" y="2030579"/>
                  </a:lnTo>
                  <a:lnTo>
                    <a:pt x="3090753" y="2030579"/>
                  </a:lnTo>
                  <a:lnTo>
                    <a:pt x="3090846" y="2030579"/>
                  </a:lnTo>
                  <a:lnTo>
                    <a:pt x="3090939" y="2030579"/>
                  </a:lnTo>
                  <a:lnTo>
                    <a:pt x="3091032" y="2030579"/>
                  </a:lnTo>
                  <a:lnTo>
                    <a:pt x="3091126" y="2030579"/>
                  </a:lnTo>
                  <a:lnTo>
                    <a:pt x="3091219" y="2030579"/>
                  </a:lnTo>
                  <a:lnTo>
                    <a:pt x="3091312" y="2030579"/>
                  </a:lnTo>
                  <a:lnTo>
                    <a:pt x="3091405" y="2030579"/>
                  </a:lnTo>
                  <a:lnTo>
                    <a:pt x="3091499" y="2030579"/>
                  </a:lnTo>
                  <a:lnTo>
                    <a:pt x="3091499" y="2020625"/>
                  </a:lnTo>
                  <a:lnTo>
                    <a:pt x="3091592" y="2020625"/>
                  </a:lnTo>
                  <a:lnTo>
                    <a:pt x="3091685" y="2020625"/>
                  </a:lnTo>
                  <a:lnTo>
                    <a:pt x="3091778" y="2020625"/>
                  </a:lnTo>
                  <a:lnTo>
                    <a:pt x="3091872" y="2020625"/>
                  </a:lnTo>
                  <a:lnTo>
                    <a:pt x="3091965" y="2020625"/>
                  </a:lnTo>
                  <a:lnTo>
                    <a:pt x="3092058" y="2020625"/>
                  </a:lnTo>
                  <a:lnTo>
                    <a:pt x="3092151" y="2020625"/>
                  </a:lnTo>
                  <a:lnTo>
                    <a:pt x="3092245" y="2020625"/>
                  </a:lnTo>
                  <a:lnTo>
                    <a:pt x="3092338" y="2020625"/>
                  </a:lnTo>
                  <a:lnTo>
                    <a:pt x="3092431" y="2020625"/>
                  </a:lnTo>
                  <a:lnTo>
                    <a:pt x="3092524" y="2020625"/>
                  </a:lnTo>
                  <a:lnTo>
                    <a:pt x="3092618" y="2020625"/>
                  </a:lnTo>
                  <a:lnTo>
                    <a:pt x="3092711" y="2020625"/>
                  </a:lnTo>
                  <a:lnTo>
                    <a:pt x="3092804" y="2020625"/>
                  </a:lnTo>
                  <a:lnTo>
                    <a:pt x="3092897" y="2020625"/>
                  </a:lnTo>
                  <a:lnTo>
                    <a:pt x="3092991" y="2020625"/>
                  </a:lnTo>
                  <a:lnTo>
                    <a:pt x="3093084" y="2020625"/>
                  </a:lnTo>
                  <a:lnTo>
                    <a:pt x="3093177" y="2020625"/>
                  </a:lnTo>
                  <a:lnTo>
                    <a:pt x="3093270" y="2020625"/>
                  </a:lnTo>
                  <a:lnTo>
                    <a:pt x="3093364" y="2020625"/>
                  </a:lnTo>
                  <a:lnTo>
                    <a:pt x="3093457" y="2020625"/>
                  </a:lnTo>
                  <a:lnTo>
                    <a:pt x="3093550" y="2020625"/>
                  </a:lnTo>
                  <a:lnTo>
                    <a:pt x="3093643" y="2020625"/>
                  </a:lnTo>
                  <a:lnTo>
                    <a:pt x="3093737" y="2020625"/>
                  </a:lnTo>
                  <a:lnTo>
                    <a:pt x="3093830" y="2020625"/>
                  </a:lnTo>
                  <a:lnTo>
                    <a:pt x="3093923" y="2020625"/>
                  </a:lnTo>
                  <a:lnTo>
                    <a:pt x="3094016" y="2020625"/>
                  </a:lnTo>
                  <a:lnTo>
                    <a:pt x="3094110" y="2020625"/>
                  </a:lnTo>
                  <a:lnTo>
                    <a:pt x="3094203" y="2020625"/>
                  </a:lnTo>
                  <a:lnTo>
                    <a:pt x="3094296" y="2020625"/>
                  </a:lnTo>
                  <a:lnTo>
                    <a:pt x="3094389" y="2020625"/>
                  </a:lnTo>
                  <a:lnTo>
                    <a:pt x="3094482" y="2020625"/>
                  </a:lnTo>
                  <a:lnTo>
                    <a:pt x="3094576" y="2020625"/>
                  </a:lnTo>
                  <a:lnTo>
                    <a:pt x="3094669" y="2020625"/>
                  </a:lnTo>
                  <a:lnTo>
                    <a:pt x="3094762" y="2020625"/>
                  </a:lnTo>
                  <a:lnTo>
                    <a:pt x="3094855" y="2020625"/>
                  </a:lnTo>
                  <a:lnTo>
                    <a:pt x="3094949" y="2020625"/>
                  </a:lnTo>
                  <a:lnTo>
                    <a:pt x="3095042" y="2020625"/>
                  </a:lnTo>
                  <a:lnTo>
                    <a:pt x="3095135" y="2020625"/>
                  </a:lnTo>
                  <a:lnTo>
                    <a:pt x="3095228" y="2020625"/>
                  </a:lnTo>
                  <a:lnTo>
                    <a:pt x="3095322" y="2020625"/>
                  </a:lnTo>
                  <a:lnTo>
                    <a:pt x="3095415" y="2020625"/>
                  </a:lnTo>
                  <a:lnTo>
                    <a:pt x="3095508" y="2020625"/>
                  </a:lnTo>
                  <a:lnTo>
                    <a:pt x="3095601" y="2020625"/>
                  </a:lnTo>
                  <a:lnTo>
                    <a:pt x="3095695" y="2020625"/>
                  </a:lnTo>
                  <a:lnTo>
                    <a:pt x="3095788" y="2020625"/>
                  </a:lnTo>
                  <a:lnTo>
                    <a:pt x="3095881" y="2020625"/>
                  </a:lnTo>
                  <a:lnTo>
                    <a:pt x="3095974" y="2020625"/>
                  </a:lnTo>
                  <a:lnTo>
                    <a:pt x="3096068" y="2020625"/>
                  </a:lnTo>
                  <a:lnTo>
                    <a:pt x="3096161" y="2020625"/>
                  </a:lnTo>
                  <a:lnTo>
                    <a:pt x="3096254" y="2020625"/>
                  </a:lnTo>
                  <a:lnTo>
                    <a:pt x="3096347" y="2020625"/>
                  </a:lnTo>
                  <a:lnTo>
                    <a:pt x="3096441" y="2020625"/>
                  </a:lnTo>
                  <a:lnTo>
                    <a:pt x="3096534" y="2020625"/>
                  </a:lnTo>
                  <a:lnTo>
                    <a:pt x="3096627" y="2020625"/>
                  </a:lnTo>
                  <a:lnTo>
                    <a:pt x="3096720" y="2020625"/>
                  </a:lnTo>
                  <a:lnTo>
                    <a:pt x="3096814" y="2020625"/>
                  </a:lnTo>
                  <a:lnTo>
                    <a:pt x="3096907" y="2020625"/>
                  </a:lnTo>
                  <a:lnTo>
                    <a:pt x="3097000" y="2020625"/>
                  </a:lnTo>
                  <a:lnTo>
                    <a:pt x="3097093" y="2020625"/>
                  </a:lnTo>
                  <a:lnTo>
                    <a:pt x="3097187" y="2020625"/>
                  </a:lnTo>
                  <a:lnTo>
                    <a:pt x="3097280" y="2020625"/>
                  </a:lnTo>
                  <a:lnTo>
                    <a:pt x="3097373" y="2020625"/>
                  </a:lnTo>
                  <a:lnTo>
                    <a:pt x="3097466" y="2020625"/>
                  </a:lnTo>
                  <a:lnTo>
                    <a:pt x="3097560" y="2020625"/>
                  </a:lnTo>
                  <a:lnTo>
                    <a:pt x="3097653" y="2020625"/>
                  </a:lnTo>
                  <a:lnTo>
                    <a:pt x="3097746" y="2020625"/>
                  </a:lnTo>
                  <a:lnTo>
                    <a:pt x="3097839" y="2020625"/>
                  </a:lnTo>
                  <a:lnTo>
                    <a:pt x="3097933" y="2020625"/>
                  </a:lnTo>
                  <a:lnTo>
                    <a:pt x="3098026" y="2020625"/>
                  </a:lnTo>
                  <a:lnTo>
                    <a:pt x="3098119" y="2020625"/>
                  </a:lnTo>
                  <a:lnTo>
                    <a:pt x="3098212" y="2020625"/>
                  </a:lnTo>
                  <a:lnTo>
                    <a:pt x="3098306" y="2020625"/>
                  </a:lnTo>
                  <a:lnTo>
                    <a:pt x="3098399" y="2020625"/>
                  </a:lnTo>
                  <a:lnTo>
                    <a:pt x="3098492" y="2020625"/>
                  </a:lnTo>
                  <a:lnTo>
                    <a:pt x="3098585" y="2020625"/>
                  </a:lnTo>
                  <a:lnTo>
                    <a:pt x="3098679" y="2020625"/>
                  </a:lnTo>
                  <a:lnTo>
                    <a:pt x="3098772" y="2020625"/>
                  </a:lnTo>
                  <a:lnTo>
                    <a:pt x="3098865" y="2020625"/>
                  </a:lnTo>
                  <a:lnTo>
                    <a:pt x="3098958" y="2020625"/>
                  </a:lnTo>
                  <a:lnTo>
                    <a:pt x="3099052" y="2020625"/>
                  </a:lnTo>
                  <a:lnTo>
                    <a:pt x="3099145" y="2020625"/>
                  </a:lnTo>
                  <a:lnTo>
                    <a:pt x="3099238" y="2020625"/>
                  </a:lnTo>
                  <a:lnTo>
                    <a:pt x="3099331" y="2020625"/>
                  </a:lnTo>
                  <a:lnTo>
                    <a:pt x="3099425" y="2020625"/>
                  </a:lnTo>
                  <a:lnTo>
                    <a:pt x="3099518" y="2020625"/>
                  </a:lnTo>
                  <a:lnTo>
                    <a:pt x="3099611" y="2020625"/>
                  </a:lnTo>
                  <a:lnTo>
                    <a:pt x="3099704" y="2020625"/>
                  </a:lnTo>
                  <a:lnTo>
                    <a:pt x="3099798" y="2020625"/>
                  </a:lnTo>
                  <a:lnTo>
                    <a:pt x="3099891" y="2020625"/>
                  </a:lnTo>
                  <a:lnTo>
                    <a:pt x="3099984" y="2020625"/>
                  </a:lnTo>
                  <a:lnTo>
                    <a:pt x="3100077" y="2020625"/>
                  </a:lnTo>
                  <a:lnTo>
                    <a:pt x="3100171" y="2020625"/>
                  </a:lnTo>
                  <a:lnTo>
                    <a:pt x="3100264" y="2020625"/>
                  </a:lnTo>
                  <a:lnTo>
                    <a:pt x="3100357" y="2020625"/>
                  </a:lnTo>
                  <a:lnTo>
                    <a:pt x="3100450" y="2020625"/>
                  </a:lnTo>
                  <a:lnTo>
                    <a:pt x="3100544" y="2020625"/>
                  </a:lnTo>
                  <a:lnTo>
                    <a:pt x="3100637" y="2020625"/>
                  </a:lnTo>
                  <a:lnTo>
                    <a:pt x="3100730" y="2020625"/>
                  </a:lnTo>
                  <a:lnTo>
                    <a:pt x="3100823" y="2020625"/>
                  </a:lnTo>
                  <a:lnTo>
                    <a:pt x="3100917" y="2020625"/>
                  </a:lnTo>
                  <a:lnTo>
                    <a:pt x="3101010" y="2020625"/>
                  </a:lnTo>
                  <a:lnTo>
                    <a:pt x="3101103" y="2020625"/>
                  </a:lnTo>
                  <a:lnTo>
                    <a:pt x="3101196" y="2020625"/>
                  </a:lnTo>
                  <a:lnTo>
                    <a:pt x="3101289" y="2020625"/>
                  </a:lnTo>
                  <a:lnTo>
                    <a:pt x="3101383" y="2020625"/>
                  </a:lnTo>
                  <a:lnTo>
                    <a:pt x="3101476" y="2020625"/>
                  </a:lnTo>
                  <a:lnTo>
                    <a:pt x="3101569" y="2020625"/>
                  </a:lnTo>
                  <a:lnTo>
                    <a:pt x="3101662" y="2020625"/>
                  </a:lnTo>
                  <a:lnTo>
                    <a:pt x="3101756" y="2020625"/>
                  </a:lnTo>
                  <a:lnTo>
                    <a:pt x="3101849" y="2020625"/>
                  </a:lnTo>
                  <a:lnTo>
                    <a:pt x="3101942" y="2020625"/>
                  </a:lnTo>
                  <a:lnTo>
                    <a:pt x="3102035" y="2020625"/>
                  </a:lnTo>
                  <a:lnTo>
                    <a:pt x="3102129" y="2020625"/>
                  </a:lnTo>
                  <a:lnTo>
                    <a:pt x="3102222" y="2020625"/>
                  </a:lnTo>
                  <a:lnTo>
                    <a:pt x="3102315" y="2020625"/>
                  </a:lnTo>
                  <a:lnTo>
                    <a:pt x="3102408" y="2020625"/>
                  </a:lnTo>
                  <a:lnTo>
                    <a:pt x="3102502" y="2020625"/>
                  </a:lnTo>
                  <a:lnTo>
                    <a:pt x="3102595" y="2020625"/>
                  </a:lnTo>
                  <a:lnTo>
                    <a:pt x="3102688" y="2020625"/>
                  </a:lnTo>
                  <a:lnTo>
                    <a:pt x="3102781" y="2020625"/>
                  </a:lnTo>
                  <a:lnTo>
                    <a:pt x="3102875" y="2020625"/>
                  </a:lnTo>
                  <a:lnTo>
                    <a:pt x="3102968" y="2020625"/>
                  </a:lnTo>
                  <a:lnTo>
                    <a:pt x="3103061" y="2020625"/>
                  </a:lnTo>
                  <a:lnTo>
                    <a:pt x="3103154" y="2020625"/>
                  </a:lnTo>
                  <a:lnTo>
                    <a:pt x="3103248" y="2020625"/>
                  </a:lnTo>
                  <a:lnTo>
                    <a:pt x="3103341" y="2020625"/>
                  </a:lnTo>
                  <a:lnTo>
                    <a:pt x="3103434" y="2020625"/>
                  </a:lnTo>
                  <a:lnTo>
                    <a:pt x="3103527" y="2020625"/>
                  </a:lnTo>
                  <a:lnTo>
                    <a:pt x="3103621" y="2020625"/>
                  </a:lnTo>
                  <a:lnTo>
                    <a:pt x="3103714" y="2020625"/>
                  </a:lnTo>
                  <a:lnTo>
                    <a:pt x="3103807" y="2020625"/>
                  </a:lnTo>
                  <a:lnTo>
                    <a:pt x="3103900" y="2020625"/>
                  </a:lnTo>
                  <a:lnTo>
                    <a:pt x="3103994" y="2020625"/>
                  </a:lnTo>
                  <a:lnTo>
                    <a:pt x="3104087" y="2020625"/>
                  </a:lnTo>
                  <a:lnTo>
                    <a:pt x="3104180" y="2020625"/>
                  </a:lnTo>
                  <a:lnTo>
                    <a:pt x="3104273" y="2020625"/>
                  </a:lnTo>
                  <a:lnTo>
                    <a:pt x="3104367" y="2020625"/>
                  </a:lnTo>
                  <a:lnTo>
                    <a:pt x="3104460" y="2020625"/>
                  </a:lnTo>
                  <a:lnTo>
                    <a:pt x="3104553" y="2020625"/>
                  </a:lnTo>
                  <a:lnTo>
                    <a:pt x="3104646" y="2020625"/>
                  </a:lnTo>
                  <a:lnTo>
                    <a:pt x="3104740" y="2020625"/>
                  </a:lnTo>
                  <a:lnTo>
                    <a:pt x="3104833" y="2020625"/>
                  </a:lnTo>
                  <a:lnTo>
                    <a:pt x="3104926" y="2020625"/>
                  </a:lnTo>
                  <a:lnTo>
                    <a:pt x="3105019" y="2020625"/>
                  </a:lnTo>
                  <a:lnTo>
                    <a:pt x="3105113" y="2020625"/>
                  </a:lnTo>
                  <a:lnTo>
                    <a:pt x="3105206" y="2020625"/>
                  </a:lnTo>
                  <a:lnTo>
                    <a:pt x="3105299" y="2020625"/>
                  </a:lnTo>
                  <a:lnTo>
                    <a:pt x="3105392" y="2020625"/>
                  </a:lnTo>
                  <a:lnTo>
                    <a:pt x="3105486" y="2020625"/>
                  </a:lnTo>
                  <a:lnTo>
                    <a:pt x="3105579" y="2020625"/>
                  </a:lnTo>
                  <a:lnTo>
                    <a:pt x="3105672" y="2020625"/>
                  </a:lnTo>
                  <a:lnTo>
                    <a:pt x="3105765" y="2020625"/>
                  </a:lnTo>
                  <a:lnTo>
                    <a:pt x="3105859" y="2020625"/>
                  </a:lnTo>
                  <a:lnTo>
                    <a:pt x="3105952" y="2020625"/>
                  </a:lnTo>
                  <a:lnTo>
                    <a:pt x="3106045" y="2020625"/>
                  </a:lnTo>
                  <a:lnTo>
                    <a:pt x="3106138" y="2020625"/>
                  </a:lnTo>
                  <a:lnTo>
                    <a:pt x="3106232" y="2020625"/>
                  </a:lnTo>
                  <a:lnTo>
                    <a:pt x="3106325" y="2020625"/>
                  </a:lnTo>
                  <a:lnTo>
                    <a:pt x="3106418" y="2020625"/>
                  </a:lnTo>
                  <a:lnTo>
                    <a:pt x="3106511" y="2020625"/>
                  </a:lnTo>
                  <a:lnTo>
                    <a:pt x="3106605" y="2020625"/>
                  </a:lnTo>
                  <a:lnTo>
                    <a:pt x="3106698" y="2020625"/>
                  </a:lnTo>
                  <a:lnTo>
                    <a:pt x="3106791" y="2020625"/>
                  </a:lnTo>
                  <a:lnTo>
                    <a:pt x="3106884" y="2020625"/>
                  </a:lnTo>
                  <a:lnTo>
                    <a:pt x="3106978" y="2020625"/>
                  </a:lnTo>
                  <a:lnTo>
                    <a:pt x="3107071" y="2020625"/>
                  </a:lnTo>
                  <a:lnTo>
                    <a:pt x="3107164" y="2020625"/>
                  </a:lnTo>
                  <a:lnTo>
                    <a:pt x="3107257" y="2020625"/>
                  </a:lnTo>
                  <a:lnTo>
                    <a:pt x="3107351" y="2020625"/>
                  </a:lnTo>
                  <a:lnTo>
                    <a:pt x="3107444" y="2020625"/>
                  </a:lnTo>
                  <a:lnTo>
                    <a:pt x="3107537" y="2020625"/>
                  </a:lnTo>
                  <a:lnTo>
                    <a:pt x="3107630" y="2020625"/>
                  </a:lnTo>
                  <a:lnTo>
                    <a:pt x="3107724" y="2020625"/>
                  </a:lnTo>
                  <a:lnTo>
                    <a:pt x="3107817" y="2020625"/>
                  </a:lnTo>
                  <a:lnTo>
                    <a:pt x="3107910" y="2020625"/>
                  </a:lnTo>
                  <a:lnTo>
                    <a:pt x="3108003" y="2020625"/>
                  </a:lnTo>
                  <a:lnTo>
                    <a:pt x="3108097" y="2020625"/>
                  </a:lnTo>
                  <a:lnTo>
                    <a:pt x="3108190" y="2020625"/>
                  </a:lnTo>
                  <a:lnTo>
                    <a:pt x="3108283" y="2020625"/>
                  </a:lnTo>
                  <a:lnTo>
                    <a:pt x="3108376" y="2020625"/>
                  </a:lnTo>
                  <a:lnTo>
                    <a:pt x="3108469" y="2020625"/>
                  </a:lnTo>
                  <a:lnTo>
                    <a:pt x="3108563" y="2020625"/>
                  </a:lnTo>
                  <a:lnTo>
                    <a:pt x="3108656" y="2020625"/>
                  </a:lnTo>
                  <a:lnTo>
                    <a:pt x="3108749" y="2020625"/>
                  </a:lnTo>
                  <a:lnTo>
                    <a:pt x="3108842" y="2020625"/>
                  </a:lnTo>
                  <a:lnTo>
                    <a:pt x="3108936" y="2020625"/>
                  </a:lnTo>
                  <a:lnTo>
                    <a:pt x="3109029" y="2020625"/>
                  </a:lnTo>
                  <a:lnTo>
                    <a:pt x="3109122" y="2020625"/>
                  </a:lnTo>
                  <a:lnTo>
                    <a:pt x="3109215" y="2020625"/>
                  </a:lnTo>
                  <a:lnTo>
                    <a:pt x="3109309" y="2020625"/>
                  </a:lnTo>
                  <a:lnTo>
                    <a:pt x="3109402" y="2020625"/>
                  </a:lnTo>
                  <a:lnTo>
                    <a:pt x="3109495" y="2020625"/>
                  </a:lnTo>
                  <a:lnTo>
                    <a:pt x="3109588" y="2020625"/>
                  </a:lnTo>
                  <a:lnTo>
                    <a:pt x="3109682" y="2020625"/>
                  </a:lnTo>
                  <a:lnTo>
                    <a:pt x="3109775" y="2020625"/>
                  </a:lnTo>
                  <a:lnTo>
                    <a:pt x="3109868" y="2020625"/>
                  </a:lnTo>
                  <a:lnTo>
                    <a:pt x="3109961" y="2020625"/>
                  </a:lnTo>
                  <a:lnTo>
                    <a:pt x="3110055" y="2020625"/>
                  </a:lnTo>
                  <a:lnTo>
                    <a:pt x="3110148" y="2020625"/>
                  </a:lnTo>
                  <a:lnTo>
                    <a:pt x="3110241" y="2020625"/>
                  </a:lnTo>
                  <a:lnTo>
                    <a:pt x="3110334" y="2020625"/>
                  </a:lnTo>
                  <a:lnTo>
                    <a:pt x="3110428" y="2020625"/>
                  </a:lnTo>
                  <a:lnTo>
                    <a:pt x="3110521" y="2020625"/>
                  </a:lnTo>
                  <a:lnTo>
                    <a:pt x="3110614" y="2020625"/>
                  </a:lnTo>
                  <a:lnTo>
                    <a:pt x="3110707" y="2020625"/>
                  </a:lnTo>
                  <a:lnTo>
                    <a:pt x="3110801" y="2020625"/>
                  </a:lnTo>
                  <a:lnTo>
                    <a:pt x="3110894" y="2020625"/>
                  </a:lnTo>
                  <a:lnTo>
                    <a:pt x="3110987" y="2020625"/>
                  </a:lnTo>
                  <a:lnTo>
                    <a:pt x="3111080" y="2020625"/>
                  </a:lnTo>
                  <a:lnTo>
                    <a:pt x="3111174" y="2020625"/>
                  </a:lnTo>
                  <a:lnTo>
                    <a:pt x="3111267" y="2020625"/>
                  </a:lnTo>
                  <a:lnTo>
                    <a:pt x="3111360" y="2020625"/>
                  </a:lnTo>
                  <a:lnTo>
                    <a:pt x="3111453" y="2020625"/>
                  </a:lnTo>
                  <a:lnTo>
                    <a:pt x="3111547" y="2020625"/>
                  </a:lnTo>
                  <a:lnTo>
                    <a:pt x="3111640" y="2020625"/>
                  </a:lnTo>
                  <a:lnTo>
                    <a:pt x="3111733" y="2020625"/>
                  </a:lnTo>
                  <a:lnTo>
                    <a:pt x="3111826" y="2020625"/>
                  </a:lnTo>
                  <a:lnTo>
                    <a:pt x="3111920" y="2020625"/>
                  </a:lnTo>
                  <a:lnTo>
                    <a:pt x="3112013" y="2020625"/>
                  </a:lnTo>
                  <a:lnTo>
                    <a:pt x="3112106" y="2020625"/>
                  </a:lnTo>
                  <a:lnTo>
                    <a:pt x="3112106" y="2010672"/>
                  </a:lnTo>
                  <a:lnTo>
                    <a:pt x="3112199" y="2010672"/>
                  </a:lnTo>
                  <a:lnTo>
                    <a:pt x="3112293" y="2010672"/>
                  </a:lnTo>
                  <a:lnTo>
                    <a:pt x="3112386" y="2010672"/>
                  </a:lnTo>
                  <a:lnTo>
                    <a:pt x="3112479" y="2010672"/>
                  </a:lnTo>
                  <a:lnTo>
                    <a:pt x="3112572" y="2010672"/>
                  </a:lnTo>
                  <a:lnTo>
                    <a:pt x="3112666" y="2010672"/>
                  </a:lnTo>
                  <a:lnTo>
                    <a:pt x="3112759" y="2010672"/>
                  </a:lnTo>
                  <a:lnTo>
                    <a:pt x="3112852" y="2010672"/>
                  </a:lnTo>
                  <a:lnTo>
                    <a:pt x="3112945" y="2010672"/>
                  </a:lnTo>
                  <a:lnTo>
                    <a:pt x="3113039" y="2010672"/>
                  </a:lnTo>
                  <a:lnTo>
                    <a:pt x="3113132" y="2010672"/>
                  </a:lnTo>
                  <a:lnTo>
                    <a:pt x="3113225" y="2010672"/>
                  </a:lnTo>
                  <a:lnTo>
                    <a:pt x="3113318" y="2010672"/>
                  </a:lnTo>
                  <a:lnTo>
                    <a:pt x="3113412" y="2010672"/>
                  </a:lnTo>
                  <a:lnTo>
                    <a:pt x="3113505" y="2010672"/>
                  </a:lnTo>
                  <a:lnTo>
                    <a:pt x="3113598" y="2010672"/>
                  </a:lnTo>
                  <a:lnTo>
                    <a:pt x="3113691" y="2010672"/>
                  </a:lnTo>
                  <a:lnTo>
                    <a:pt x="3113785" y="2010672"/>
                  </a:lnTo>
                  <a:lnTo>
                    <a:pt x="3113878" y="2010672"/>
                  </a:lnTo>
                  <a:lnTo>
                    <a:pt x="3113971" y="2010672"/>
                  </a:lnTo>
                  <a:lnTo>
                    <a:pt x="3114064" y="2010672"/>
                  </a:lnTo>
                  <a:lnTo>
                    <a:pt x="3114158" y="2010672"/>
                  </a:lnTo>
                  <a:lnTo>
                    <a:pt x="3114251" y="2010672"/>
                  </a:lnTo>
                  <a:lnTo>
                    <a:pt x="3114344" y="2010672"/>
                  </a:lnTo>
                  <a:lnTo>
                    <a:pt x="3114437" y="2010672"/>
                  </a:lnTo>
                  <a:lnTo>
                    <a:pt x="3114531" y="2010672"/>
                  </a:lnTo>
                  <a:lnTo>
                    <a:pt x="3114624" y="2010672"/>
                  </a:lnTo>
                  <a:lnTo>
                    <a:pt x="3114717" y="2010672"/>
                  </a:lnTo>
                  <a:lnTo>
                    <a:pt x="3114810" y="2010672"/>
                  </a:lnTo>
                  <a:lnTo>
                    <a:pt x="3114904" y="2010672"/>
                  </a:lnTo>
                  <a:lnTo>
                    <a:pt x="3114997" y="2010672"/>
                  </a:lnTo>
                  <a:lnTo>
                    <a:pt x="3115090" y="2010672"/>
                  </a:lnTo>
                  <a:lnTo>
                    <a:pt x="3115183" y="2010672"/>
                  </a:lnTo>
                  <a:lnTo>
                    <a:pt x="3115276" y="2010672"/>
                  </a:lnTo>
                  <a:lnTo>
                    <a:pt x="3115370" y="2010672"/>
                  </a:lnTo>
                  <a:lnTo>
                    <a:pt x="3115463" y="2010672"/>
                  </a:lnTo>
                  <a:lnTo>
                    <a:pt x="3115556" y="2010672"/>
                  </a:lnTo>
                  <a:lnTo>
                    <a:pt x="3115649" y="2010672"/>
                  </a:lnTo>
                  <a:lnTo>
                    <a:pt x="3115743" y="2010672"/>
                  </a:lnTo>
                  <a:lnTo>
                    <a:pt x="3115836" y="2010672"/>
                  </a:lnTo>
                  <a:lnTo>
                    <a:pt x="3115929" y="2010672"/>
                  </a:lnTo>
                  <a:lnTo>
                    <a:pt x="3116022" y="2010672"/>
                  </a:lnTo>
                  <a:lnTo>
                    <a:pt x="3116116" y="2010672"/>
                  </a:lnTo>
                  <a:lnTo>
                    <a:pt x="3116209" y="2010672"/>
                  </a:lnTo>
                  <a:lnTo>
                    <a:pt x="3116302" y="2010672"/>
                  </a:lnTo>
                  <a:lnTo>
                    <a:pt x="3116395" y="2010672"/>
                  </a:lnTo>
                  <a:lnTo>
                    <a:pt x="3116489" y="2010672"/>
                  </a:lnTo>
                  <a:lnTo>
                    <a:pt x="3116582" y="2010672"/>
                  </a:lnTo>
                  <a:lnTo>
                    <a:pt x="3116675" y="2010672"/>
                  </a:lnTo>
                  <a:lnTo>
                    <a:pt x="3116768" y="2010672"/>
                  </a:lnTo>
                  <a:lnTo>
                    <a:pt x="3116862" y="2010672"/>
                  </a:lnTo>
                  <a:lnTo>
                    <a:pt x="3116955" y="2010672"/>
                  </a:lnTo>
                  <a:lnTo>
                    <a:pt x="3117048" y="2010672"/>
                  </a:lnTo>
                  <a:lnTo>
                    <a:pt x="3117141" y="2010672"/>
                  </a:lnTo>
                  <a:lnTo>
                    <a:pt x="3117235" y="2010672"/>
                  </a:lnTo>
                  <a:lnTo>
                    <a:pt x="3117328" y="2010672"/>
                  </a:lnTo>
                  <a:lnTo>
                    <a:pt x="3117421" y="2010672"/>
                  </a:lnTo>
                  <a:lnTo>
                    <a:pt x="3117421" y="2000718"/>
                  </a:lnTo>
                  <a:lnTo>
                    <a:pt x="3117514" y="2000718"/>
                  </a:lnTo>
                  <a:lnTo>
                    <a:pt x="3117608" y="2000718"/>
                  </a:lnTo>
                  <a:lnTo>
                    <a:pt x="3117701" y="2000718"/>
                  </a:lnTo>
                  <a:lnTo>
                    <a:pt x="3117794" y="2000718"/>
                  </a:lnTo>
                  <a:lnTo>
                    <a:pt x="3117887" y="2000718"/>
                  </a:lnTo>
                  <a:lnTo>
                    <a:pt x="3117981" y="2000718"/>
                  </a:lnTo>
                  <a:lnTo>
                    <a:pt x="3118074" y="2000718"/>
                  </a:lnTo>
                  <a:lnTo>
                    <a:pt x="3118167" y="2000718"/>
                  </a:lnTo>
                  <a:lnTo>
                    <a:pt x="3118260" y="2000718"/>
                  </a:lnTo>
                  <a:lnTo>
                    <a:pt x="3118354" y="2000718"/>
                  </a:lnTo>
                  <a:lnTo>
                    <a:pt x="3118447" y="2000718"/>
                  </a:lnTo>
                  <a:lnTo>
                    <a:pt x="3118540" y="2000718"/>
                  </a:lnTo>
                  <a:lnTo>
                    <a:pt x="3118633" y="2000718"/>
                  </a:lnTo>
                  <a:lnTo>
                    <a:pt x="3118727" y="2000718"/>
                  </a:lnTo>
                  <a:lnTo>
                    <a:pt x="3118820" y="2000718"/>
                  </a:lnTo>
                  <a:lnTo>
                    <a:pt x="3118913" y="2000718"/>
                  </a:lnTo>
                  <a:lnTo>
                    <a:pt x="3119006" y="2000718"/>
                  </a:lnTo>
                  <a:lnTo>
                    <a:pt x="3119100" y="2000718"/>
                  </a:lnTo>
                  <a:lnTo>
                    <a:pt x="3119193" y="2000718"/>
                  </a:lnTo>
                  <a:lnTo>
                    <a:pt x="3119286" y="2000718"/>
                  </a:lnTo>
                  <a:lnTo>
                    <a:pt x="3119379" y="2000718"/>
                  </a:lnTo>
                  <a:lnTo>
                    <a:pt x="3119473" y="2000718"/>
                  </a:lnTo>
                  <a:lnTo>
                    <a:pt x="3119566" y="2000718"/>
                  </a:lnTo>
                  <a:lnTo>
                    <a:pt x="3119659" y="2000718"/>
                  </a:lnTo>
                  <a:lnTo>
                    <a:pt x="3119752" y="2000718"/>
                  </a:lnTo>
                  <a:lnTo>
                    <a:pt x="3119846" y="2000718"/>
                  </a:lnTo>
                  <a:lnTo>
                    <a:pt x="3119939" y="2000718"/>
                  </a:lnTo>
                  <a:lnTo>
                    <a:pt x="3120032" y="2000718"/>
                  </a:lnTo>
                  <a:lnTo>
                    <a:pt x="3120125" y="2000718"/>
                  </a:lnTo>
                  <a:lnTo>
                    <a:pt x="3120219" y="2000718"/>
                  </a:lnTo>
                  <a:lnTo>
                    <a:pt x="3120312" y="2000718"/>
                  </a:lnTo>
                  <a:lnTo>
                    <a:pt x="3120405" y="2000718"/>
                  </a:lnTo>
                  <a:lnTo>
                    <a:pt x="3120498" y="2000718"/>
                  </a:lnTo>
                  <a:lnTo>
                    <a:pt x="3120592" y="2000718"/>
                  </a:lnTo>
                  <a:lnTo>
                    <a:pt x="3120685" y="2000718"/>
                  </a:lnTo>
                  <a:lnTo>
                    <a:pt x="3120778" y="2000718"/>
                  </a:lnTo>
                  <a:lnTo>
                    <a:pt x="3120871" y="2000718"/>
                  </a:lnTo>
                  <a:lnTo>
                    <a:pt x="3120965" y="2000718"/>
                  </a:lnTo>
                  <a:lnTo>
                    <a:pt x="3121058" y="2000718"/>
                  </a:lnTo>
                  <a:lnTo>
                    <a:pt x="3121151" y="2000718"/>
                  </a:lnTo>
                  <a:lnTo>
                    <a:pt x="3121244" y="2000718"/>
                  </a:lnTo>
                  <a:lnTo>
                    <a:pt x="3121338" y="2000718"/>
                  </a:lnTo>
                  <a:lnTo>
                    <a:pt x="3121431" y="2000718"/>
                  </a:lnTo>
                  <a:lnTo>
                    <a:pt x="3121524" y="2000718"/>
                  </a:lnTo>
                  <a:lnTo>
                    <a:pt x="3121617" y="2000718"/>
                  </a:lnTo>
                  <a:lnTo>
                    <a:pt x="3121711" y="2000718"/>
                  </a:lnTo>
                  <a:lnTo>
                    <a:pt x="3121804" y="2000718"/>
                  </a:lnTo>
                  <a:lnTo>
                    <a:pt x="3121897" y="2000718"/>
                  </a:lnTo>
                  <a:lnTo>
                    <a:pt x="3121990" y="2000718"/>
                  </a:lnTo>
                  <a:lnTo>
                    <a:pt x="3122083" y="2000718"/>
                  </a:lnTo>
                  <a:lnTo>
                    <a:pt x="3122177" y="2000718"/>
                  </a:lnTo>
                  <a:lnTo>
                    <a:pt x="3122177" y="1990764"/>
                  </a:lnTo>
                  <a:lnTo>
                    <a:pt x="3122270" y="1990764"/>
                  </a:lnTo>
                  <a:lnTo>
                    <a:pt x="3122363" y="1990764"/>
                  </a:lnTo>
                  <a:lnTo>
                    <a:pt x="3122456" y="1990764"/>
                  </a:lnTo>
                  <a:lnTo>
                    <a:pt x="3122550" y="1990764"/>
                  </a:lnTo>
                  <a:lnTo>
                    <a:pt x="3122643" y="1990764"/>
                  </a:lnTo>
                  <a:lnTo>
                    <a:pt x="3122736" y="1990764"/>
                  </a:lnTo>
                  <a:lnTo>
                    <a:pt x="3122829" y="1990764"/>
                  </a:lnTo>
                  <a:lnTo>
                    <a:pt x="3122923" y="1990764"/>
                  </a:lnTo>
                  <a:lnTo>
                    <a:pt x="3123016" y="1990764"/>
                  </a:lnTo>
                  <a:lnTo>
                    <a:pt x="3123109" y="1990764"/>
                  </a:lnTo>
                  <a:lnTo>
                    <a:pt x="3123202" y="1990764"/>
                  </a:lnTo>
                  <a:lnTo>
                    <a:pt x="3123296" y="1990764"/>
                  </a:lnTo>
                  <a:lnTo>
                    <a:pt x="3123389" y="1990764"/>
                  </a:lnTo>
                  <a:lnTo>
                    <a:pt x="3123482" y="1990764"/>
                  </a:lnTo>
                  <a:lnTo>
                    <a:pt x="3123575" y="1990764"/>
                  </a:lnTo>
                  <a:lnTo>
                    <a:pt x="3123669" y="1990764"/>
                  </a:lnTo>
                  <a:lnTo>
                    <a:pt x="3123762" y="1990764"/>
                  </a:lnTo>
                  <a:lnTo>
                    <a:pt x="3123855" y="1990764"/>
                  </a:lnTo>
                  <a:lnTo>
                    <a:pt x="3123948" y="1990764"/>
                  </a:lnTo>
                  <a:lnTo>
                    <a:pt x="3124042" y="1990764"/>
                  </a:lnTo>
                  <a:lnTo>
                    <a:pt x="3124135" y="1990764"/>
                  </a:lnTo>
                  <a:lnTo>
                    <a:pt x="3124228" y="1990764"/>
                  </a:lnTo>
                  <a:lnTo>
                    <a:pt x="3124321" y="1990764"/>
                  </a:lnTo>
                  <a:lnTo>
                    <a:pt x="3124415" y="1990764"/>
                  </a:lnTo>
                  <a:lnTo>
                    <a:pt x="3124508" y="1990764"/>
                  </a:lnTo>
                  <a:lnTo>
                    <a:pt x="3124601" y="1990764"/>
                  </a:lnTo>
                  <a:lnTo>
                    <a:pt x="3124694" y="1990764"/>
                  </a:lnTo>
                  <a:lnTo>
                    <a:pt x="3124788" y="1990764"/>
                  </a:lnTo>
                  <a:lnTo>
                    <a:pt x="3124881" y="1990764"/>
                  </a:lnTo>
                  <a:lnTo>
                    <a:pt x="3124974" y="1990764"/>
                  </a:lnTo>
                  <a:lnTo>
                    <a:pt x="3125067" y="1990764"/>
                  </a:lnTo>
                  <a:lnTo>
                    <a:pt x="3125161" y="1990764"/>
                  </a:lnTo>
                  <a:lnTo>
                    <a:pt x="3125254" y="1990764"/>
                  </a:lnTo>
                  <a:lnTo>
                    <a:pt x="3125347" y="1990764"/>
                  </a:lnTo>
                  <a:lnTo>
                    <a:pt x="3125440" y="1990764"/>
                  </a:lnTo>
                  <a:lnTo>
                    <a:pt x="3125534" y="1990764"/>
                  </a:lnTo>
                  <a:lnTo>
                    <a:pt x="3125627" y="1990764"/>
                  </a:lnTo>
                  <a:lnTo>
                    <a:pt x="3125720" y="1990764"/>
                  </a:lnTo>
                  <a:lnTo>
                    <a:pt x="3125813" y="1990764"/>
                  </a:lnTo>
                  <a:lnTo>
                    <a:pt x="3125907" y="1990764"/>
                  </a:lnTo>
                  <a:lnTo>
                    <a:pt x="3126000" y="1990764"/>
                  </a:lnTo>
                  <a:lnTo>
                    <a:pt x="3126093" y="1990764"/>
                  </a:lnTo>
                  <a:lnTo>
                    <a:pt x="3126186" y="1990764"/>
                  </a:lnTo>
                  <a:lnTo>
                    <a:pt x="3126280" y="1990764"/>
                  </a:lnTo>
                  <a:lnTo>
                    <a:pt x="3126373" y="1990764"/>
                  </a:lnTo>
                  <a:lnTo>
                    <a:pt x="3126466" y="1990764"/>
                  </a:lnTo>
                  <a:lnTo>
                    <a:pt x="3126559" y="1990764"/>
                  </a:lnTo>
                  <a:lnTo>
                    <a:pt x="3126653" y="1990764"/>
                  </a:lnTo>
                  <a:lnTo>
                    <a:pt x="3126746" y="1990764"/>
                  </a:lnTo>
                  <a:lnTo>
                    <a:pt x="3126839" y="1990764"/>
                  </a:lnTo>
                  <a:lnTo>
                    <a:pt x="3126932" y="1990764"/>
                  </a:lnTo>
                  <a:lnTo>
                    <a:pt x="3127026" y="1990764"/>
                  </a:lnTo>
                  <a:lnTo>
                    <a:pt x="3127119" y="1990764"/>
                  </a:lnTo>
                  <a:lnTo>
                    <a:pt x="3127212" y="1990764"/>
                  </a:lnTo>
                  <a:lnTo>
                    <a:pt x="3127305" y="1990764"/>
                  </a:lnTo>
                  <a:lnTo>
                    <a:pt x="3127399" y="1990764"/>
                  </a:lnTo>
                  <a:lnTo>
                    <a:pt x="3127492" y="1990764"/>
                  </a:lnTo>
                  <a:lnTo>
                    <a:pt x="3127585" y="1990764"/>
                  </a:lnTo>
                  <a:lnTo>
                    <a:pt x="3127678" y="1990764"/>
                  </a:lnTo>
                  <a:lnTo>
                    <a:pt x="3127772" y="1990764"/>
                  </a:lnTo>
                  <a:lnTo>
                    <a:pt x="3127865" y="1990764"/>
                  </a:lnTo>
                  <a:lnTo>
                    <a:pt x="3127958" y="1990764"/>
                  </a:lnTo>
                  <a:lnTo>
                    <a:pt x="3128051" y="1990764"/>
                  </a:lnTo>
                  <a:lnTo>
                    <a:pt x="3128145" y="1990764"/>
                  </a:lnTo>
                  <a:lnTo>
                    <a:pt x="3128238" y="1990764"/>
                  </a:lnTo>
                  <a:lnTo>
                    <a:pt x="3128331" y="1990764"/>
                  </a:lnTo>
                  <a:lnTo>
                    <a:pt x="3128424" y="1990764"/>
                  </a:lnTo>
                  <a:lnTo>
                    <a:pt x="3128518" y="1990764"/>
                  </a:lnTo>
                  <a:lnTo>
                    <a:pt x="3128611" y="1990764"/>
                  </a:lnTo>
                  <a:lnTo>
                    <a:pt x="3128704" y="1990764"/>
                  </a:lnTo>
                  <a:lnTo>
                    <a:pt x="3128797" y="1990764"/>
                  </a:lnTo>
                  <a:lnTo>
                    <a:pt x="3128891" y="1990764"/>
                  </a:lnTo>
                  <a:lnTo>
                    <a:pt x="3128984" y="1990764"/>
                  </a:lnTo>
                  <a:lnTo>
                    <a:pt x="3129077" y="1990764"/>
                  </a:lnTo>
                  <a:lnTo>
                    <a:pt x="3129170" y="1990764"/>
                  </a:lnTo>
                  <a:lnTo>
                    <a:pt x="3129263" y="1990764"/>
                  </a:lnTo>
                  <a:lnTo>
                    <a:pt x="3129357" y="1990764"/>
                  </a:lnTo>
                  <a:lnTo>
                    <a:pt x="3129450" y="1990764"/>
                  </a:lnTo>
                  <a:lnTo>
                    <a:pt x="3129543" y="1990764"/>
                  </a:lnTo>
                  <a:lnTo>
                    <a:pt x="3129636" y="1990764"/>
                  </a:lnTo>
                  <a:lnTo>
                    <a:pt x="3129730" y="1990764"/>
                  </a:lnTo>
                  <a:lnTo>
                    <a:pt x="3129823" y="1990764"/>
                  </a:lnTo>
                  <a:lnTo>
                    <a:pt x="3129916" y="1990764"/>
                  </a:lnTo>
                  <a:lnTo>
                    <a:pt x="3130009" y="1990764"/>
                  </a:lnTo>
                  <a:lnTo>
                    <a:pt x="3130103" y="1990764"/>
                  </a:lnTo>
                  <a:lnTo>
                    <a:pt x="3130196" y="1990764"/>
                  </a:lnTo>
                  <a:lnTo>
                    <a:pt x="3130289" y="1990764"/>
                  </a:lnTo>
                  <a:lnTo>
                    <a:pt x="3130382" y="1990764"/>
                  </a:lnTo>
                  <a:lnTo>
                    <a:pt x="3130476" y="1990764"/>
                  </a:lnTo>
                  <a:lnTo>
                    <a:pt x="3130569" y="1990764"/>
                  </a:lnTo>
                  <a:lnTo>
                    <a:pt x="3130662" y="1990764"/>
                  </a:lnTo>
                  <a:lnTo>
                    <a:pt x="3130755" y="1990764"/>
                  </a:lnTo>
                  <a:lnTo>
                    <a:pt x="3130849" y="1990764"/>
                  </a:lnTo>
                  <a:lnTo>
                    <a:pt x="3130942" y="1990764"/>
                  </a:lnTo>
                  <a:lnTo>
                    <a:pt x="3131035" y="1990764"/>
                  </a:lnTo>
                  <a:lnTo>
                    <a:pt x="3131128" y="1990764"/>
                  </a:lnTo>
                  <a:lnTo>
                    <a:pt x="3131222" y="1990764"/>
                  </a:lnTo>
                  <a:lnTo>
                    <a:pt x="3131315" y="1990764"/>
                  </a:lnTo>
                  <a:lnTo>
                    <a:pt x="3131408" y="1990764"/>
                  </a:lnTo>
                  <a:lnTo>
                    <a:pt x="3131501" y="1990764"/>
                  </a:lnTo>
                  <a:lnTo>
                    <a:pt x="3131595" y="1990764"/>
                  </a:lnTo>
                  <a:lnTo>
                    <a:pt x="3131688" y="1990764"/>
                  </a:lnTo>
                  <a:lnTo>
                    <a:pt x="3131781" y="1990764"/>
                  </a:lnTo>
                  <a:lnTo>
                    <a:pt x="3131874" y="1990764"/>
                  </a:lnTo>
                  <a:lnTo>
                    <a:pt x="3131968" y="1990764"/>
                  </a:lnTo>
                  <a:lnTo>
                    <a:pt x="3132061" y="1990764"/>
                  </a:lnTo>
                  <a:lnTo>
                    <a:pt x="3132154" y="1990764"/>
                  </a:lnTo>
                  <a:lnTo>
                    <a:pt x="3132247" y="1990764"/>
                  </a:lnTo>
                  <a:lnTo>
                    <a:pt x="3132341" y="1990764"/>
                  </a:lnTo>
                  <a:lnTo>
                    <a:pt x="3132434" y="1990764"/>
                  </a:lnTo>
                  <a:lnTo>
                    <a:pt x="3132527" y="1990764"/>
                  </a:lnTo>
                  <a:lnTo>
                    <a:pt x="3132620" y="1990764"/>
                  </a:lnTo>
                  <a:lnTo>
                    <a:pt x="3132714" y="1990764"/>
                  </a:lnTo>
                  <a:lnTo>
                    <a:pt x="3132807" y="1990764"/>
                  </a:lnTo>
                  <a:lnTo>
                    <a:pt x="3132900" y="1990764"/>
                  </a:lnTo>
                  <a:lnTo>
                    <a:pt x="3132993" y="1990764"/>
                  </a:lnTo>
                  <a:lnTo>
                    <a:pt x="3133087" y="1990764"/>
                  </a:lnTo>
                  <a:lnTo>
                    <a:pt x="3133180" y="1990764"/>
                  </a:lnTo>
                  <a:lnTo>
                    <a:pt x="3133273" y="1990764"/>
                  </a:lnTo>
                  <a:lnTo>
                    <a:pt x="3133366" y="1990764"/>
                  </a:lnTo>
                  <a:lnTo>
                    <a:pt x="3133460" y="1990764"/>
                  </a:lnTo>
                  <a:lnTo>
                    <a:pt x="3133553" y="1990764"/>
                  </a:lnTo>
                  <a:lnTo>
                    <a:pt x="3133646" y="1990764"/>
                  </a:lnTo>
                  <a:lnTo>
                    <a:pt x="3133739" y="1990764"/>
                  </a:lnTo>
                  <a:lnTo>
                    <a:pt x="3133833" y="1990764"/>
                  </a:lnTo>
                  <a:lnTo>
                    <a:pt x="3133926" y="1990764"/>
                  </a:lnTo>
                  <a:lnTo>
                    <a:pt x="3134019" y="1990764"/>
                  </a:lnTo>
                  <a:lnTo>
                    <a:pt x="3134112" y="1990764"/>
                  </a:lnTo>
                  <a:lnTo>
                    <a:pt x="3134206" y="1990764"/>
                  </a:lnTo>
                  <a:lnTo>
                    <a:pt x="3134299" y="1990764"/>
                  </a:lnTo>
                  <a:lnTo>
                    <a:pt x="3134392" y="1990764"/>
                  </a:lnTo>
                  <a:lnTo>
                    <a:pt x="3134485" y="1990764"/>
                  </a:lnTo>
                  <a:lnTo>
                    <a:pt x="3134579" y="1990764"/>
                  </a:lnTo>
                  <a:lnTo>
                    <a:pt x="3134672" y="1990764"/>
                  </a:lnTo>
                  <a:lnTo>
                    <a:pt x="3134672" y="1980810"/>
                  </a:lnTo>
                  <a:lnTo>
                    <a:pt x="3134765" y="1980810"/>
                  </a:lnTo>
                  <a:lnTo>
                    <a:pt x="3134858" y="1980810"/>
                  </a:lnTo>
                  <a:lnTo>
                    <a:pt x="3134952" y="1980810"/>
                  </a:lnTo>
                  <a:lnTo>
                    <a:pt x="3135045" y="1980810"/>
                  </a:lnTo>
                  <a:lnTo>
                    <a:pt x="3135138" y="1980810"/>
                  </a:lnTo>
                  <a:lnTo>
                    <a:pt x="3135231" y="1980810"/>
                  </a:lnTo>
                  <a:lnTo>
                    <a:pt x="3135325" y="1980810"/>
                  </a:lnTo>
                  <a:lnTo>
                    <a:pt x="3135418" y="1980810"/>
                  </a:lnTo>
                  <a:lnTo>
                    <a:pt x="3135511" y="1980810"/>
                  </a:lnTo>
                  <a:lnTo>
                    <a:pt x="3135604" y="1980810"/>
                  </a:lnTo>
                  <a:lnTo>
                    <a:pt x="3135698" y="1980810"/>
                  </a:lnTo>
                  <a:lnTo>
                    <a:pt x="3135791" y="1980810"/>
                  </a:lnTo>
                  <a:lnTo>
                    <a:pt x="3135884" y="1980810"/>
                  </a:lnTo>
                  <a:lnTo>
                    <a:pt x="3135977" y="1980810"/>
                  </a:lnTo>
                  <a:lnTo>
                    <a:pt x="3136070" y="1980810"/>
                  </a:lnTo>
                  <a:lnTo>
                    <a:pt x="3136164" y="1980810"/>
                  </a:lnTo>
                  <a:lnTo>
                    <a:pt x="3136257" y="1980810"/>
                  </a:lnTo>
                  <a:lnTo>
                    <a:pt x="3136350" y="1980810"/>
                  </a:lnTo>
                  <a:lnTo>
                    <a:pt x="3136443" y="1980810"/>
                  </a:lnTo>
                  <a:lnTo>
                    <a:pt x="3136537" y="1980810"/>
                  </a:lnTo>
                  <a:lnTo>
                    <a:pt x="3136630" y="1980810"/>
                  </a:lnTo>
                  <a:lnTo>
                    <a:pt x="3136723" y="1980810"/>
                  </a:lnTo>
                  <a:lnTo>
                    <a:pt x="3136816" y="1980810"/>
                  </a:lnTo>
                  <a:lnTo>
                    <a:pt x="3136910" y="1980810"/>
                  </a:lnTo>
                  <a:lnTo>
                    <a:pt x="3137003" y="1980810"/>
                  </a:lnTo>
                  <a:lnTo>
                    <a:pt x="3137096" y="1980810"/>
                  </a:lnTo>
                  <a:lnTo>
                    <a:pt x="3137189" y="1980810"/>
                  </a:lnTo>
                  <a:lnTo>
                    <a:pt x="3137283" y="1980810"/>
                  </a:lnTo>
                  <a:lnTo>
                    <a:pt x="3137376" y="1980810"/>
                  </a:lnTo>
                  <a:lnTo>
                    <a:pt x="3137469" y="1980810"/>
                  </a:lnTo>
                  <a:lnTo>
                    <a:pt x="3137562" y="1980810"/>
                  </a:lnTo>
                  <a:lnTo>
                    <a:pt x="3137656" y="1980810"/>
                  </a:lnTo>
                  <a:lnTo>
                    <a:pt x="3137749" y="1980810"/>
                  </a:lnTo>
                  <a:lnTo>
                    <a:pt x="3137842" y="1980810"/>
                  </a:lnTo>
                  <a:lnTo>
                    <a:pt x="3137935" y="1980810"/>
                  </a:lnTo>
                  <a:lnTo>
                    <a:pt x="3138029" y="1980810"/>
                  </a:lnTo>
                  <a:lnTo>
                    <a:pt x="3138122" y="1980810"/>
                  </a:lnTo>
                  <a:lnTo>
                    <a:pt x="3138215" y="1980810"/>
                  </a:lnTo>
                  <a:lnTo>
                    <a:pt x="3138308" y="1980810"/>
                  </a:lnTo>
                  <a:lnTo>
                    <a:pt x="3138402" y="1980810"/>
                  </a:lnTo>
                  <a:lnTo>
                    <a:pt x="3138495" y="1980810"/>
                  </a:lnTo>
                  <a:lnTo>
                    <a:pt x="3138588" y="1980810"/>
                  </a:lnTo>
                  <a:lnTo>
                    <a:pt x="3138681" y="1980810"/>
                  </a:lnTo>
                  <a:lnTo>
                    <a:pt x="3138775" y="1980810"/>
                  </a:lnTo>
                  <a:lnTo>
                    <a:pt x="3138868" y="1980810"/>
                  </a:lnTo>
                  <a:lnTo>
                    <a:pt x="3138961" y="1980810"/>
                  </a:lnTo>
                  <a:lnTo>
                    <a:pt x="3139054" y="1980810"/>
                  </a:lnTo>
                  <a:lnTo>
                    <a:pt x="3139148" y="1980810"/>
                  </a:lnTo>
                  <a:lnTo>
                    <a:pt x="3139241" y="1980810"/>
                  </a:lnTo>
                  <a:lnTo>
                    <a:pt x="3139334" y="1980810"/>
                  </a:lnTo>
                  <a:lnTo>
                    <a:pt x="3139427" y="1980810"/>
                  </a:lnTo>
                  <a:lnTo>
                    <a:pt x="3139521" y="1980810"/>
                  </a:lnTo>
                  <a:lnTo>
                    <a:pt x="3139614" y="1980810"/>
                  </a:lnTo>
                  <a:lnTo>
                    <a:pt x="3139707" y="1980810"/>
                  </a:lnTo>
                  <a:lnTo>
                    <a:pt x="3139800" y="1980810"/>
                  </a:lnTo>
                  <a:lnTo>
                    <a:pt x="3139894" y="1980810"/>
                  </a:lnTo>
                  <a:lnTo>
                    <a:pt x="3139987" y="1980810"/>
                  </a:lnTo>
                  <a:lnTo>
                    <a:pt x="3140080" y="1980810"/>
                  </a:lnTo>
                  <a:lnTo>
                    <a:pt x="3140173" y="1980810"/>
                  </a:lnTo>
                  <a:lnTo>
                    <a:pt x="3140267" y="1980810"/>
                  </a:lnTo>
                  <a:lnTo>
                    <a:pt x="3140360" y="1980810"/>
                  </a:lnTo>
                  <a:lnTo>
                    <a:pt x="3140453" y="1980810"/>
                  </a:lnTo>
                  <a:lnTo>
                    <a:pt x="3140546" y="1980810"/>
                  </a:lnTo>
                  <a:lnTo>
                    <a:pt x="3140640" y="1980810"/>
                  </a:lnTo>
                  <a:lnTo>
                    <a:pt x="3140733" y="1980810"/>
                  </a:lnTo>
                  <a:lnTo>
                    <a:pt x="3140826" y="1980810"/>
                  </a:lnTo>
                  <a:lnTo>
                    <a:pt x="3140919" y="1980810"/>
                  </a:lnTo>
                  <a:lnTo>
                    <a:pt x="3141013" y="1980810"/>
                  </a:lnTo>
                  <a:lnTo>
                    <a:pt x="3141106" y="1980810"/>
                  </a:lnTo>
                  <a:lnTo>
                    <a:pt x="3141199" y="1980810"/>
                  </a:lnTo>
                  <a:lnTo>
                    <a:pt x="3141292" y="1980810"/>
                  </a:lnTo>
                  <a:lnTo>
                    <a:pt x="3141386" y="1980810"/>
                  </a:lnTo>
                  <a:lnTo>
                    <a:pt x="3141479" y="1980810"/>
                  </a:lnTo>
                  <a:lnTo>
                    <a:pt x="3141572" y="1980810"/>
                  </a:lnTo>
                  <a:lnTo>
                    <a:pt x="3141665" y="1980810"/>
                  </a:lnTo>
                  <a:lnTo>
                    <a:pt x="3141759" y="1980810"/>
                  </a:lnTo>
                  <a:lnTo>
                    <a:pt x="3141852" y="1980810"/>
                  </a:lnTo>
                  <a:lnTo>
                    <a:pt x="3141945" y="1980810"/>
                  </a:lnTo>
                  <a:lnTo>
                    <a:pt x="3142038" y="1980810"/>
                  </a:lnTo>
                  <a:lnTo>
                    <a:pt x="3142132" y="1980810"/>
                  </a:lnTo>
                  <a:lnTo>
                    <a:pt x="3142225" y="1980810"/>
                  </a:lnTo>
                  <a:lnTo>
                    <a:pt x="3142318" y="1980810"/>
                  </a:lnTo>
                  <a:lnTo>
                    <a:pt x="3142411" y="1980810"/>
                  </a:lnTo>
                  <a:lnTo>
                    <a:pt x="3142505" y="1980810"/>
                  </a:lnTo>
                  <a:lnTo>
                    <a:pt x="3142598" y="1980810"/>
                  </a:lnTo>
                  <a:lnTo>
                    <a:pt x="3142691" y="1980810"/>
                  </a:lnTo>
                  <a:lnTo>
                    <a:pt x="3142784" y="1980810"/>
                  </a:lnTo>
                  <a:lnTo>
                    <a:pt x="3142877" y="1980810"/>
                  </a:lnTo>
                  <a:lnTo>
                    <a:pt x="3142971" y="1980810"/>
                  </a:lnTo>
                  <a:lnTo>
                    <a:pt x="3143064" y="1980810"/>
                  </a:lnTo>
                  <a:lnTo>
                    <a:pt x="3143157" y="1980810"/>
                  </a:lnTo>
                  <a:lnTo>
                    <a:pt x="3143250" y="1980810"/>
                  </a:lnTo>
                  <a:lnTo>
                    <a:pt x="3143344" y="1980810"/>
                  </a:lnTo>
                  <a:lnTo>
                    <a:pt x="3143437" y="1980810"/>
                  </a:lnTo>
                  <a:lnTo>
                    <a:pt x="3143530" y="1980810"/>
                  </a:lnTo>
                  <a:lnTo>
                    <a:pt x="3143623" y="1980810"/>
                  </a:lnTo>
                  <a:lnTo>
                    <a:pt x="3143717" y="1980810"/>
                  </a:lnTo>
                  <a:lnTo>
                    <a:pt x="3143810" y="1980810"/>
                  </a:lnTo>
                  <a:lnTo>
                    <a:pt x="3143903" y="1980810"/>
                  </a:lnTo>
                  <a:lnTo>
                    <a:pt x="3143996" y="1980810"/>
                  </a:lnTo>
                  <a:lnTo>
                    <a:pt x="3143996" y="1970856"/>
                  </a:lnTo>
                  <a:lnTo>
                    <a:pt x="3144090" y="1970856"/>
                  </a:lnTo>
                  <a:lnTo>
                    <a:pt x="3144183" y="1970856"/>
                  </a:lnTo>
                  <a:lnTo>
                    <a:pt x="3144276" y="1970856"/>
                  </a:lnTo>
                  <a:lnTo>
                    <a:pt x="3144369" y="1970856"/>
                  </a:lnTo>
                  <a:lnTo>
                    <a:pt x="3144463" y="1970856"/>
                  </a:lnTo>
                  <a:lnTo>
                    <a:pt x="3144556" y="1970856"/>
                  </a:lnTo>
                  <a:lnTo>
                    <a:pt x="3144649" y="1970856"/>
                  </a:lnTo>
                  <a:lnTo>
                    <a:pt x="3144742" y="1970856"/>
                  </a:lnTo>
                  <a:lnTo>
                    <a:pt x="3144836" y="1970856"/>
                  </a:lnTo>
                  <a:lnTo>
                    <a:pt x="3144929" y="1970856"/>
                  </a:lnTo>
                  <a:lnTo>
                    <a:pt x="3145022" y="1970856"/>
                  </a:lnTo>
                  <a:lnTo>
                    <a:pt x="3145115" y="1970856"/>
                  </a:lnTo>
                  <a:lnTo>
                    <a:pt x="3145209" y="1970856"/>
                  </a:lnTo>
                  <a:lnTo>
                    <a:pt x="3145302" y="1970856"/>
                  </a:lnTo>
                  <a:lnTo>
                    <a:pt x="3145395" y="1970856"/>
                  </a:lnTo>
                  <a:lnTo>
                    <a:pt x="3145488" y="1970856"/>
                  </a:lnTo>
                  <a:lnTo>
                    <a:pt x="3145582" y="1970856"/>
                  </a:lnTo>
                  <a:lnTo>
                    <a:pt x="3145675" y="1970856"/>
                  </a:lnTo>
                  <a:lnTo>
                    <a:pt x="3145768" y="1970856"/>
                  </a:lnTo>
                  <a:lnTo>
                    <a:pt x="3145861" y="1970856"/>
                  </a:lnTo>
                  <a:lnTo>
                    <a:pt x="3145955" y="1970856"/>
                  </a:lnTo>
                  <a:lnTo>
                    <a:pt x="3145955" y="1960903"/>
                  </a:lnTo>
                  <a:lnTo>
                    <a:pt x="3146048" y="1960903"/>
                  </a:lnTo>
                  <a:lnTo>
                    <a:pt x="3146141" y="1960903"/>
                  </a:lnTo>
                  <a:lnTo>
                    <a:pt x="3146234" y="1960903"/>
                  </a:lnTo>
                  <a:lnTo>
                    <a:pt x="3146328" y="1960903"/>
                  </a:lnTo>
                  <a:lnTo>
                    <a:pt x="3146421" y="1960903"/>
                  </a:lnTo>
                  <a:lnTo>
                    <a:pt x="3146514" y="1960903"/>
                  </a:lnTo>
                  <a:lnTo>
                    <a:pt x="3146607" y="1960903"/>
                  </a:lnTo>
                  <a:lnTo>
                    <a:pt x="3146701" y="1960903"/>
                  </a:lnTo>
                  <a:lnTo>
                    <a:pt x="3146794" y="1960903"/>
                  </a:lnTo>
                  <a:lnTo>
                    <a:pt x="3146887" y="1960903"/>
                  </a:lnTo>
                  <a:lnTo>
                    <a:pt x="3146980" y="1960903"/>
                  </a:lnTo>
                  <a:lnTo>
                    <a:pt x="3147074" y="1960903"/>
                  </a:lnTo>
                  <a:lnTo>
                    <a:pt x="3147167" y="1960903"/>
                  </a:lnTo>
                  <a:lnTo>
                    <a:pt x="3147260" y="1960903"/>
                  </a:lnTo>
                  <a:lnTo>
                    <a:pt x="3147353" y="1960903"/>
                  </a:lnTo>
                  <a:lnTo>
                    <a:pt x="3147447" y="1960903"/>
                  </a:lnTo>
                  <a:lnTo>
                    <a:pt x="3147447" y="1950949"/>
                  </a:lnTo>
                  <a:lnTo>
                    <a:pt x="3147540" y="1950949"/>
                  </a:lnTo>
                  <a:lnTo>
                    <a:pt x="3147633" y="1950949"/>
                  </a:lnTo>
                  <a:lnTo>
                    <a:pt x="3147726" y="1950949"/>
                  </a:lnTo>
                  <a:lnTo>
                    <a:pt x="3147820" y="1950949"/>
                  </a:lnTo>
                  <a:lnTo>
                    <a:pt x="3147913" y="1950949"/>
                  </a:lnTo>
                  <a:lnTo>
                    <a:pt x="3148006" y="1950949"/>
                  </a:lnTo>
                  <a:lnTo>
                    <a:pt x="3148099" y="1950949"/>
                  </a:lnTo>
                  <a:lnTo>
                    <a:pt x="3148193" y="1950949"/>
                  </a:lnTo>
                  <a:lnTo>
                    <a:pt x="3148286" y="1950949"/>
                  </a:lnTo>
                  <a:lnTo>
                    <a:pt x="3148379" y="1950949"/>
                  </a:lnTo>
                  <a:lnTo>
                    <a:pt x="3148472" y="1950949"/>
                  </a:lnTo>
                  <a:lnTo>
                    <a:pt x="3148566" y="1950949"/>
                  </a:lnTo>
                  <a:lnTo>
                    <a:pt x="3148659" y="1950949"/>
                  </a:lnTo>
                  <a:lnTo>
                    <a:pt x="3148752" y="1950949"/>
                  </a:lnTo>
                  <a:lnTo>
                    <a:pt x="3148845" y="1950949"/>
                  </a:lnTo>
                  <a:lnTo>
                    <a:pt x="3148939" y="1950949"/>
                  </a:lnTo>
                  <a:lnTo>
                    <a:pt x="3149032" y="1950949"/>
                  </a:lnTo>
                  <a:lnTo>
                    <a:pt x="3149125" y="1950949"/>
                  </a:lnTo>
                  <a:lnTo>
                    <a:pt x="3149218" y="1950949"/>
                  </a:lnTo>
                  <a:lnTo>
                    <a:pt x="3149312" y="1950949"/>
                  </a:lnTo>
                  <a:lnTo>
                    <a:pt x="3149405" y="1950949"/>
                  </a:lnTo>
                  <a:lnTo>
                    <a:pt x="3149498" y="1950949"/>
                  </a:lnTo>
                  <a:lnTo>
                    <a:pt x="3149591" y="1950949"/>
                  </a:lnTo>
                  <a:lnTo>
                    <a:pt x="3149685" y="1950949"/>
                  </a:lnTo>
                  <a:lnTo>
                    <a:pt x="3149778" y="1950949"/>
                  </a:lnTo>
                  <a:lnTo>
                    <a:pt x="3149871" y="1950949"/>
                  </a:lnTo>
                  <a:lnTo>
                    <a:pt x="3149964" y="1950949"/>
                  </a:lnTo>
                  <a:lnTo>
                    <a:pt x="3150057" y="1950949"/>
                  </a:lnTo>
                  <a:lnTo>
                    <a:pt x="3150151" y="1950949"/>
                  </a:lnTo>
                  <a:lnTo>
                    <a:pt x="3150244" y="1950949"/>
                  </a:lnTo>
                  <a:lnTo>
                    <a:pt x="3150337" y="1950949"/>
                  </a:lnTo>
                  <a:lnTo>
                    <a:pt x="3150430" y="1950949"/>
                  </a:lnTo>
                  <a:lnTo>
                    <a:pt x="3150524" y="1950949"/>
                  </a:lnTo>
                  <a:lnTo>
                    <a:pt x="3150617" y="1950949"/>
                  </a:lnTo>
                  <a:lnTo>
                    <a:pt x="3150710" y="1950949"/>
                  </a:lnTo>
                  <a:lnTo>
                    <a:pt x="3150803" y="1950949"/>
                  </a:lnTo>
                  <a:lnTo>
                    <a:pt x="3150897" y="1950949"/>
                  </a:lnTo>
                  <a:lnTo>
                    <a:pt x="3150990" y="1950949"/>
                  </a:lnTo>
                  <a:lnTo>
                    <a:pt x="3151083" y="1950949"/>
                  </a:lnTo>
                  <a:lnTo>
                    <a:pt x="3151176" y="1950949"/>
                  </a:lnTo>
                  <a:lnTo>
                    <a:pt x="3151270" y="1950949"/>
                  </a:lnTo>
                  <a:lnTo>
                    <a:pt x="3151363" y="1950949"/>
                  </a:lnTo>
                  <a:lnTo>
                    <a:pt x="3151456" y="1950949"/>
                  </a:lnTo>
                  <a:lnTo>
                    <a:pt x="3151549" y="1950949"/>
                  </a:lnTo>
                  <a:lnTo>
                    <a:pt x="3151643" y="1950949"/>
                  </a:lnTo>
                  <a:lnTo>
                    <a:pt x="3151736" y="1950949"/>
                  </a:lnTo>
                  <a:lnTo>
                    <a:pt x="3151829" y="1950949"/>
                  </a:lnTo>
                  <a:lnTo>
                    <a:pt x="3151922" y="1950949"/>
                  </a:lnTo>
                  <a:lnTo>
                    <a:pt x="3152016" y="1950949"/>
                  </a:lnTo>
                  <a:lnTo>
                    <a:pt x="3152109" y="1950949"/>
                  </a:lnTo>
                  <a:lnTo>
                    <a:pt x="3152202" y="1950949"/>
                  </a:lnTo>
                  <a:lnTo>
                    <a:pt x="3152295" y="1950949"/>
                  </a:lnTo>
                  <a:lnTo>
                    <a:pt x="3152389" y="1950949"/>
                  </a:lnTo>
                  <a:lnTo>
                    <a:pt x="3152482" y="1950949"/>
                  </a:lnTo>
                  <a:lnTo>
                    <a:pt x="3152575" y="1950949"/>
                  </a:lnTo>
                  <a:lnTo>
                    <a:pt x="3152668" y="1950949"/>
                  </a:lnTo>
                  <a:lnTo>
                    <a:pt x="3152762" y="1950949"/>
                  </a:lnTo>
                  <a:lnTo>
                    <a:pt x="3152855" y="1950949"/>
                  </a:lnTo>
                  <a:lnTo>
                    <a:pt x="3152948" y="1950949"/>
                  </a:lnTo>
                  <a:lnTo>
                    <a:pt x="3152948" y="1940995"/>
                  </a:lnTo>
                  <a:lnTo>
                    <a:pt x="3153041" y="1940995"/>
                  </a:lnTo>
                  <a:lnTo>
                    <a:pt x="3153135" y="1940995"/>
                  </a:lnTo>
                  <a:lnTo>
                    <a:pt x="3153228" y="1940995"/>
                  </a:lnTo>
                  <a:lnTo>
                    <a:pt x="3153321" y="1940995"/>
                  </a:lnTo>
                  <a:lnTo>
                    <a:pt x="3153414" y="1940995"/>
                  </a:lnTo>
                  <a:lnTo>
                    <a:pt x="3153508" y="1940995"/>
                  </a:lnTo>
                  <a:lnTo>
                    <a:pt x="3153601" y="1940995"/>
                  </a:lnTo>
                  <a:lnTo>
                    <a:pt x="3153694" y="1940995"/>
                  </a:lnTo>
                  <a:lnTo>
                    <a:pt x="3153787" y="1940995"/>
                  </a:lnTo>
                  <a:lnTo>
                    <a:pt x="3153881" y="1940995"/>
                  </a:lnTo>
                  <a:lnTo>
                    <a:pt x="3153974" y="1940995"/>
                  </a:lnTo>
                  <a:lnTo>
                    <a:pt x="3154067" y="1940995"/>
                  </a:lnTo>
                  <a:lnTo>
                    <a:pt x="3154160" y="1940995"/>
                  </a:lnTo>
                  <a:lnTo>
                    <a:pt x="3154254" y="1940995"/>
                  </a:lnTo>
                  <a:lnTo>
                    <a:pt x="3154347" y="1940995"/>
                  </a:lnTo>
                  <a:lnTo>
                    <a:pt x="3154440" y="1940995"/>
                  </a:lnTo>
                  <a:lnTo>
                    <a:pt x="3154533" y="1940995"/>
                  </a:lnTo>
                  <a:lnTo>
                    <a:pt x="3154627" y="1940995"/>
                  </a:lnTo>
                  <a:lnTo>
                    <a:pt x="3154720" y="1940995"/>
                  </a:lnTo>
                  <a:lnTo>
                    <a:pt x="3154813" y="1940995"/>
                  </a:lnTo>
                  <a:lnTo>
                    <a:pt x="3154906" y="1940995"/>
                  </a:lnTo>
                  <a:lnTo>
                    <a:pt x="3155000" y="1940995"/>
                  </a:lnTo>
                  <a:lnTo>
                    <a:pt x="3155093" y="1940995"/>
                  </a:lnTo>
                  <a:lnTo>
                    <a:pt x="3155186" y="1940995"/>
                  </a:lnTo>
                  <a:lnTo>
                    <a:pt x="3155279" y="1940995"/>
                  </a:lnTo>
                  <a:lnTo>
                    <a:pt x="3155373" y="1940995"/>
                  </a:lnTo>
                  <a:lnTo>
                    <a:pt x="3155466" y="1940995"/>
                  </a:lnTo>
                  <a:lnTo>
                    <a:pt x="3155559" y="1940995"/>
                  </a:lnTo>
                  <a:lnTo>
                    <a:pt x="3155652" y="1940995"/>
                  </a:lnTo>
                  <a:lnTo>
                    <a:pt x="3155746" y="1940995"/>
                  </a:lnTo>
                  <a:lnTo>
                    <a:pt x="3155839" y="1940995"/>
                  </a:lnTo>
                  <a:lnTo>
                    <a:pt x="3155932" y="1940995"/>
                  </a:lnTo>
                  <a:lnTo>
                    <a:pt x="3156025" y="1940995"/>
                  </a:lnTo>
                  <a:lnTo>
                    <a:pt x="3156119" y="1940995"/>
                  </a:lnTo>
                  <a:lnTo>
                    <a:pt x="3156212" y="1940995"/>
                  </a:lnTo>
                  <a:lnTo>
                    <a:pt x="3156305" y="1940995"/>
                  </a:lnTo>
                  <a:lnTo>
                    <a:pt x="3156398" y="1940995"/>
                  </a:lnTo>
                  <a:lnTo>
                    <a:pt x="3156492" y="1940995"/>
                  </a:lnTo>
                  <a:lnTo>
                    <a:pt x="3156585" y="1940995"/>
                  </a:lnTo>
                  <a:lnTo>
                    <a:pt x="3156678" y="1940995"/>
                  </a:lnTo>
                  <a:lnTo>
                    <a:pt x="3156771" y="1940995"/>
                  </a:lnTo>
                  <a:lnTo>
                    <a:pt x="3156864" y="1940995"/>
                  </a:lnTo>
                  <a:lnTo>
                    <a:pt x="3156958" y="1940995"/>
                  </a:lnTo>
                  <a:lnTo>
                    <a:pt x="3157051" y="1940995"/>
                  </a:lnTo>
                  <a:lnTo>
                    <a:pt x="3157144" y="1940995"/>
                  </a:lnTo>
                  <a:lnTo>
                    <a:pt x="3157237" y="1940995"/>
                  </a:lnTo>
                  <a:lnTo>
                    <a:pt x="3157331" y="1940995"/>
                  </a:lnTo>
                  <a:lnTo>
                    <a:pt x="3157424" y="1940995"/>
                  </a:lnTo>
                  <a:lnTo>
                    <a:pt x="3157517" y="1940995"/>
                  </a:lnTo>
                  <a:lnTo>
                    <a:pt x="3157610" y="1940995"/>
                  </a:lnTo>
                  <a:lnTo>
                    <a:pt x="3157704" y="1940995"/>
                  </a:lnTo>
                  <a:lnTo>
                    <a:pt x="3157797" y="1940995"/>
                  </a:lnTo>
                  <a:lnTo>
                    <a:pt x="3157890" y="1940995"/>
                  </a:lnTo>
                  <a:lnTo>
                    <a:pt x="3157983" y="1940995"/>
                  </a:lnTo>
                  <a:lnTo>
                    <a:pt x="3158077" y="1940995"/>
                  </a:lnTo>
                  <a:lnTo>
                    <a:pt x="3158170" y="1940995"/>
                  </a:lnTo>
                  <a:lnTo>
                    <a:pt x="3158263" y="1940995"/>
                  </a:lnTo>
                  <a:lnTo>
                    <a:pt x="3158356" y="1940995"/>
                  </a:lnTo>
                  <a:lnTo>
                    <a:pt x="3158450" y="1940995"/>
                  </a:lnTo>
                  <a:lnTo>
                    <a:pt x="3158543" y="1940995"/>
                  </a:lnTo>
                  <a:lnTo>
                    <a:pt x="3158636" y="1940995"/>
                  </a:lnTo>
                  <a:lnTo>
                    <a:pt x="3158729" y="1940995"/>
                  </a:lnTo>
                  <a:lnTo>
                    <a:pt x="3158823" y="1940995"/>
                  </a:lnTo>
                  <a:lnTo>
                    <a:pt x="3158916" y="1940995"/>
                  </a:lnTo>
                  <a:lnTo>
                    <a:pt x="3159009" y="1940995"/>
                  </a:lnTo>
                  <a:lnTo>
                    <a:pt x="3159102" y="1940995"/>
                  </a:lnTo>
                  <a:lnTo>
                    <a:pt x="3159196" y="1940995"/>
                  </a:lnTo>
                  <a:lnTo>
                    <a:pt x="3159289" y="1940995"/>
                  </a:lnTo>
                  <a:lnTo>
                    <a:pt x="3159382" y="1940995"/>
                  </a:lnTo>
                  <a:lnTo>
                    <a:pt x="3159475" y="1940995"/>
                  </a:lnTo>
                  <a:lnTo>
                    <a:pt x="3159569" y="1940995"/>
                  </a:lnTo>
                  <a:lnTo>
                    <a:pt x="3159662" y="1940995"/>
                  </a:lnTo>
                  <a:lnTo>
                    <a:pt x="3159755" y="1940995"/>
                  </a:lnTo>
                  <a:lnTo>
                    <a:pt x="3159848" y="1940995"/>
                  </a:lnTo>
                  <a:lnTo>
                    <a:pt x="3159942" y="1940995"/>
                  </a:lnTo>
                  <a:lnTo>
                    <a:pt x="3160035" y="1940995"/>
                  </a:lnTo>
                  <a:lnTo>
                    <a:pt x="3160128" y="1940995"/>
                  </a:lnTo>
                  <a:lnTo>
                    <a:pt x="3160221" y="1940995"/>
                  </a:lnTo>
                  <a:lnTo>
                    <a:pt x="3160315" y="1940995"/>
                  </a:lnTo>
                  <a:lnTo>
                    <a:pt x="3160408" y="1940995"/>
                  </a:lnTo>
                  <a:lnTo>
                    <a:pt x="3160501" y="1940995"/>
                  </a:lnTo>
                  <a:lnTo>
                    <a:pt x="3160594" y="1940995"/>
                  </a:lnTo>
                  <a:lnTo>
                    <a:pt x="3160688" y="1940995"/>
                  </a:lnTo>
                  <a:lnTo>
                    <a:pt x="3160781" y="1940995"/>
                  </a:lnTo>
                  <a:lnTo>
                    <a:pt x="3160874" y="1940995"/>
                  </a:lnTo>
                  <a:lnTo>
                    <a:pt x="3160967" y="1940995"/>
                  </a:lnTo>
                  <a:lnTo>
                    <a:pt x="3161061" y="1940995"/>
                  </a:lnTo>
                  <a:lnTo>
                    <a:pt x="3161154" y="1940995"/>
                  </a:lnTo>
                  <a:lnTo>
                    <a:pt x="3161247" y="1940995"/>
                  </a:lnTo>
                  <a:lnTo>
                    <a:pt x="3161340" y="1940995"/>
                  </a:lnTo>
                  <a:lnTo>
                    <a:pt x="3161434" y="1940995"/>
                  </a:lnTo>
                  <a:lnTo>
                    <a:pt x="3161527" y="1940995"/>
                  </a:lnTo>
                  <a:lnTo>
                    <a:pt x="3161620" y="1940995"/>
                  </a:lnTo>
                  <a:lnTo>
                    <a:pt x="3161713" y="1940995"/>
                  </a:lnTo>
                  <a:lnTo>
                    <a:pt x="3161807" y="1940995"/>
                  </a:lnTo>
                  <a:lnTo>
                    <a:pt x="3161900" y="1940995"/>
                  </a:lnTo>
                  <a:lnTo>
                    <a:pt x="3161993" y="1940995"/>
                  </a:lnTo>
                  <a:lnTo>
                    <a:pt x="3162086" y="1940995"/>
                  </a:lnTo>
                  <a:lnTo>
                    <a:pt x="3162180" y="1940995"/>
                  </a:lnTo>
                  <a:lnTo>
                    <a:pt x="3162273" y="1940995"/>
                  </a:lnTo>
                  <a:lnTo>
                    <a:pt x="3162366" y="1940995"/>
                  </a:lnTo>
                  <a:lnTo>
                    <a:pt x="3162459" y="1940995"/>
                  </a:lnTo>
                  <a:lnTo>
                    <a:pt x="3162553" y="1940995"/>
                  </a:lnTo>
                  <a:lnTo>
                    <a:pt x="3162646" y="1940995"/>
                  </a:lnTo>
                  <a:lnTo>
                    <a:pt x="3162739" y="1940995"/>
                  </a:lnTo>
                  <a:lnTo>
                    <a:pt x="3162832" y="1940995"/>
                  </a:lnTo>
                  <a:lnTo>
                    <a:pt x="3162926" y="1940995"/>
                  </a:lnTo>
                  <a:lnTo>
                    <a:pt x="3163019" y="1940995"/>
                  </a:lnTo>
                  <a:lnTo>
                    <a:pt x="3163112" y="1940995"/>
                  </a:lnTo>
                  <a:lnTo>
                    <a:pt x="3163205" y="1940995"/>
                  </a:lnTo>
                  <a:lnTo>
                    <a:pt x="3163299" y="1940995"/>
                  </a:lnTo>
                  <a:lnTo>
                    <a:pt x="3163392" y="1940995"/>
                  </a:lnTo>
                  <a:lnTo>
                    <a:pt x="3163485" y="1940995"/>
                  </a:lnTo>
                  <a:lnTo>
                    <a:pt x="3163578" y="1940995"/>
                  </a:lnTo>
                  <a:lnTo>
                    <a:pt x="3163671" y="1940995"/>
                  </a:lnTo>
                  <a:lnTo>
                    <a:pt x="3163765" y="1940995"/>
                  </a:lnTo>
                  <a:lnTo>
                    <a:pt x="3163858" y="1940995"/>
                  </a:lnTo>
                  <a:lnTo>
                    <a:pt x="3163951" y="1940995"/>
                  </a:lnTo>
                  <a:lnTo>
                    <a:pt x="3164044" y="1940995"/>
                  </a:lnTo>
                  <a:lnTo>
                    <a:pt x="3164138" y="1940995"/>
                  </a:lnTo>
                  <a:lnTo>
                    <a:pt x="3164231" y="1940995"/>
                  </a:lnTo>
                  <a:lnTo>
                    <a:pt x="3164324" y="1940995"/>
                  </a:lnTo>
                  <a:lnTo>
                    <a:pt x="3164417" y="1940995"/>
                  </a:lnTo>
                  <a:lnTo>
                    <a:pt x="3164511" y="1940995"/>
                  </a:lnTo>
                  <a:lnTo>
                    <a:pt x="3164604" y="1940995"/>
                  </a:lnTo>
                  <a:lnTo>
                    <a:pt x="3164697" y="1940995"/>
                  </a:lnTo>
                  <a:lnTo>
                    <a:pt x="3164790" y="1940995"/>
                  </a:lnTo>
                  <a:lnTo>
                    <a:pt x="3164884" y="1940995"/>
                  </a:lnTo>
                  <a:lnTo>
                    <a:pt x="3164977" y="1940995"/>
                  </a:lnTo>
                  <a:lnTo>
                    <a:pt x="3165070" y="1940995"/>
                  </a:lnTo>
                  <a:lnTo>
                    <a:pt x="3165163" y="1940995"/>
                  </a:lnTo>
                  <a:lnTo>
                    <a:pt x="3165257" y="1940995"/>
                  </a:lnTo>
                  <a:lnTo>
                    <a:pt x="3165350" y="1940995"/>
                  </a:lnTo>
                  <a:lnTo>
                    <a:pt x="3165443" y="1940995"/>
                  </a:lnTo>
                  <a:lnTo>
                    <a:pt x="3165536" y="1940995"/>
                  </a:lnTo>
                  <a:lnTo>
                    <a:pt x="3165630" y="1940995"/>
                  </a:lnTo>
                  <a:lnTo>
                    <a:pt x="3165723" y="1940995"/>
                  </a:lnTo>
                  <a:lnTo>
                    <a:pt x="3165816" y="1940995"/>
                  </a:lnTo>
                  <a:lnTo>
                    <a:pt x="3165909" y="1940995"/>
                  </a:lnTo>
                  <a:lnTo>
                    <a:pt x="3166003" y="1940995"/>
                  </a:lnTo>
                  <a:lnTo>
                    <a:pt x="3166096" y="1940995"/>
                  </a:lnTo>
                  <a:lnTo>
                    <a:pt x="3166189" y="1940995"/>
                  </a:lnTo>
                  <a:lnTo>
                    <a:pt x="3166282" y="1940995"/>
                  </a:lnTo>
                  <a:lnTo>
                    <a:pt x="3166376" y="1940995"/>
                  </a:lnTo>
                  <a:lnTo>
                    <a:pt x="3166469" y="1940995"/>
                  </a:lnTo>
                  <a:lnTo>
                    <a:pt x="3166562" y="1940995"/>
                  </a:lnTo>
                  <a:lnTo>
                    <a:pt x="3166655" y="1940995"/>
                  </a:lnTo>
                  <a:lnTo>
                    <a:pt x="3166749" y="1940995"/>
                  </a:lnTo>
                  <a:lnTo>
                    <a:pt x="3166842" y="1940995"/>
                  </a:lnTo>
                  <a:lnTo>
                    <a:pt x="3166935" y="1940995"/>
                  </a:lnTo>
                  <a:lnTo>
                    <a:pt x="3167028" y="1940995"/>
                  </a:lnTo>
                  <a:lnTo>
                    <a:pt x="3167122" y="1940995"/>
                  </a:lnTo>
                  <a:lnTo>
                    <a:pt x="3167215" y="1940995"/>
                  </a:lnTo>
                  <a:lnTo>
                    <a:pt x="3167308" y="1940995"/>
                  </a:lnTo>
                  <a:lnTo>
                    <a:pt x="3167401" y="1940995"/>
                  </a:lnTo>
                  <a:lnTo>
                    <a:pt x="3167495" y="1940995"/>
                  </a:lnTo>
                  <a:lnTo>
                    <a:pt x="3167588" y="1940995"/>
                  </a:lnTo>
                  <a:lnTo>
                    <a:pt x="3167681" y="1940995"/>
                  </a:lnTo>
                  <a:lnTo>
                    <a:pt x="3167774" y="1940995"/>
                  </a:lnTo>
                  <a:lnTo>
                    <a:pt x="3167868" y="1940995"/>
                  </a:lnTo>
                  <a:lnTo>
                    <a:pt x="3167961" y="1940995"/>
                  </a:lnTo>
                  <a:lnTo>
                    <a:pt x="3168054" y="1940995"/>
                  </a:lnTo>
                  <a:lnTo>
                    <a:pt x="3168147" y="1940995"/>
                  </a:lnTo>
                  <a:lnTo>
                    <a:pt x="3168241" y="1940995"/>
                  </a:lnTo>
                  <a:lnTo>
                    <a:pt x="3168334" y="1940995"/>
                  </a:lnTo>
                  <a:lnTo>
                    <a:pt x="3168427" y="1940995"/>
                  </a:lnTo>
                  <a:lnTo>
                    <a:pt x="3168520" y="1940995"/>
                  </a:lnTo>
                  <a:lnTo>
                    <a:pt x="3168614" y="1940995"/>
                  </a:lnTo>
                  <a:lnTo>
                    <a:pt x="3168707" y="1940995"/>
                  </a:lnTo>
                  <a:lnTo>
                    <a:pt x="3168800" y="1940995"/>
                  </a:lnTo>
                  <a:lnTo>
                    <a:pt x="3168893" y="1940995"/>
                  </a:lnTo>
                  <a:lnTo>
                    <a:pt x="3168987" y="1940995"/>
                  </a:lnTo>
                  <a:lnTo>
                    <a:pt x="3169080" y="1940995"/>
                  </a:lnTo>
                  <a:lnTo>
                    <a:pt x="3169173" y="1940995"/>
                  </a:lnTo>
                  <a:lnTo>
                    <a:pt x="3169266" y="1940995"/>
                  </a:lnTo>
                  <a:lnTo>
                    <a:pt x="3169360" y="1940995"/>
                  </a:lnTo>
                  <a:lnTo>
                    <a:pt x="3169453" y="1940995"/>
                  </a:lnTo>
                  <a:lnTo>
                    <a:pt x="3169546" y="1940995"/>
                  </a:lnTo>
                  <a:lnTo>
                    <a:pt x="3169639" y="1940995"/>
                  </a:lnTo>
                  <a:lnTo>
                    <a:pt x="3169733" y="1940995"/>
                  </a:lnTo>
                  <a:lnTo>
                    <a:pt x="3169826" y="1940995"/>
                  </a:lnTo>
                  <a:lnTo>
                    <a:pt x="3169919" y="1940995"/>
                  </a:lnTo>
                  <a:lnTo>
                    <a:pt x="3170012" y="1940995"/>
                  </a:lnTo>
                  <a:lnTo>
                    <a:pt x="3170106" y="1940995"/>
                  </a:lnTo>
                  <a:lnTo>
                    <a:pt x="3170199" y="1940995"/>
                  </a:lnTo>
                  <a:lnTo>
                    <a:pt x="3170292" y="1940995"/>
                  </a:lnTo>
                  <a:lnTo>
                    <a:pt x="3170385" y="1940995"/>
                  </a:lnTo>
                  <a:lnTo>
                    <a:pt x="3170479" y="1940995"/>
                  </a:lnTo>
                  <a:lnTo>
                    <a:pt x="3170572" y="1940995"/>
                  </a:lnTo>
                  <a:lnTo>
                    <a:pt x="3170665" y="1940995"/>
                  </a:lnTo>
                  <a:lnTo>
                    <a:pt x="3170758" y="1940995"/>
                  </a:lnTo>
                  <a:lnTo>
                    <a:pt x="3170851" y="1940995"/>
                  </a:lnTo>
                  <a:lnTo>
                    <a:pt x="3170945" y="1940995"/>
                  </a:lnTo>
                  <a:lnTo>
                    <a:pt x="3171038" y="1940995"/>
                  </a:lnTo>
                  <a:lnTo>
                    <a:pt x="3171131" y="1940995"/>
                  </a:lnTo>
                  <a:lnTo>
                    <a:pt x="3171224" y="1940995"/>
                  </a:lnTo>
                  <a:lnTo>
                    <a:pt x="3171318" y="1940995"/>
                  </a:lnTo>
                  <a:lnTo>
                    <a:pt x="3171411" y="1940995"/>
                  </a:lnTo>
                  <a:lnTo>
                    <a:pt x="3171504" y="1940995"/>
                  </a:lnTo>
                  <a:lnTo>
                    <a:pt x="3171597" y="1940995"/>
                  </a:lnTo>
                  <a:lnTo>
                    <a:pt x="3171691" y="1940995"/>
                  </a:lnTo>
                  <a:lnTo>
                    <a:pt x="3171784" y="1940995"/>
                  </a:lnTo>
                  <a:lnTo>
                    <a:pt x="3171877" y="1940995"/>
                  </a:lnTo>
                  <a:lnTo>
                    <a:pt x="3171970" y="1940995"/>
                  </a:lnTo>
                  <a:lnTo>
                    <a:pt x="3172064" y="1940995"/>
                  </a:lnTo>
                  <a:lnTo>
                    <a:pt x="3172157" y="1940995"/>
                  </a:lnTo>
                  <a:lnTo>
                    <a:pt x="3172250" y="1940995"/>
                  </a:lnTo>
                  <a:lnTo>
                    <a:pt x="3172343" y="1940995"/>
                  </a:lnTo>
                  <a:lnTo>
                    <a:pt x="3172437" y="1940995"/>
                  </a:lnTo>
                  <a:lnTo>
                    <a:pt x="3172530" y="1940995"/>
                  </a:lnTo>
                  <a:lnTo>
                    <a:pt x="3172623" y="1940995"/>
                  </a:lnTo>
                  <a:lnTo>
                    <a:pt x="3172716" y="1940995"/>
                  </a:lnTo>
                  <a:lnTo>
                    <a:pt x="3172810" y="1940995"/>
                  </a:lnTo>
                  <a:lnTo>
                    <a:pt x="3172903" y="1940995"/>
                  </a:lnTo>
                  <a:lnTo>
                    <a:pt x="3172996" y="1940995"/>
                  </a:lnTo>
                  <a:lnTo>
                    <a:pt x="3173089" y="1940995"/>
                  </a:lnTo>
                  <a:lnTo>
                    <a:pt x="3173183" y="1940995"/>
                  </a:lnTo>
                  <a:lnTo>
                    <a:pt x="3173276" y="1940995"/>
                  </a:lnTo>
                  <a:lnTo>
                    <a:pt x="3173369" y="1940995"/>
                  </a:lnTo>
                  <a:lnTo>
                    <a:pt x="3173462" y="1940995"/>
                  </a:lnTo>
                  <a:lnTo>
                    <a:pt x="3173556" y="1940995"/>
                  </a:lnTo>
                  <a:lnTo>
                    <a:pt x="3173649" y="1940995"/>
                  </a:lnTo>
                  <a:lnTo>
                    <a:pt x="3173742" y="1940995"/>
                  </a:lnTo>
                  <a:lnTo>
                    <a:pt x="3173835" y="1940995"/>
                  </a:lnTo>
                  <a:lnTo>
                    <a:pt x="3173929" y="1940995"/>
                  </a:lnTo>
                  <a:lnTo>
                    <a:pt x="3174022" y="1940995"/>
                  </a:lnTo>
                  <a:lnTo>
                    <a:pt x="3174115" y="1940995"/>
                  </a:lnTo>
                  <a:lnTo>
                    <a:pt x="3174208" y="1940995"/>
                  </a:lnTo>
                  <a:lnTo>
                    <a:pt x="3174302" y="1940995"/>
                  </a:lnTo>
                  <a:lnTo>
                    <a:pt x="3174395" y="1940995"/>
                  </a:lnTo>
                  <a:lnTo>
                    <a:pt x="3174488" y="1940995"/>
                  </a:lnTo>
                  <a:lnTo>
                    <a:pt x="3174581" y="1940995"/>
                  </a:lnTo>
                  <a:lnTo>
                    <a:pt x="3174675" y="1940995"/>
                  </a:lnTo>
                  <a:lnTo>
                    <a:pt x="3174768" y="1940995"/>
                  </a:lnTo>
                  <a:lnTo>
                    <a:pt x="3174861" y="1940995"/>
                  </a:lnTo>
                  <a:lnTo>
                    <a:pt x="3174954" y="1940995"/>
                  </a:lnTo>
                  <a:lnTo>
                    <a:pt x="3175048" y="1940995"/>
                  </a:lnTo>
                  <a:lnTo>
                    <a:pt x="3175141" y="1940995"/>
                  </a:lnTo>
                  <a:lnTo>
                    <a:pt x="3175234" y="1940995"/>
                  </a:lnTo>
                  <a:lnTo>
                    <a:pt x="3175327" y="1940995"/>
                  </a:lnTo>
                  <a:lnTo>
                    <a:pt x="3175421" y="1940995"/>
                  </a:lnTo>
                  <a:lnTo>
                    <a:pt x="3175514" y="1940995"/>
                  </a:lnTo>
                  <a:lnTo>
                    <a:pt x="3175607" y="1940995"/>
                  </a:lnTo>
                  <a:lnTo>
                    <a:pt x="3175700" y="1940995"/>
                  </a:lnTo>
                  <a:lnTo>
                    <a:pt x="3175794" y="1940995"/>
                  </a:lnTo>
                  <a:lnTo>
                    <a:pt x="3175887" y="1940995"/>
                  </a:lnTo>
                  <a:lnTo>
                    <a:pt x="3175980" y="1940995"/>
                  </a:lnTo>
                  <a:lnTo>
                    <a:pt x="3176073" y="1940995"/>
                  </a:lnTo>
                  <a:lnTo>
                    <a:pt x="3176167" y="1940995"/>
                  </a:lnTo>
                  <a:lnTo>
                    <a:pt x="3176260" y="1940995"/>
                  </a:lnTo>
                  <a:lnTo>
                    <a:pt x="3176353" y="1940995"/>
                  </a:lnTo>
                  <a:lnTo>
                    <a:pt x="3176446" y="1940995"/>
                  </a:lnTo>
                  <a:lnTo>
                    <a:pt x="3176540" y="1940995"/>
                  </a:lnTo>
                  <a:lnTo>
                    <a:pt x="3176633" y="1940995"/>
                  </a:lnTo>
                  <a:lnTo>
                    <a:pt x="3176726" y="1940995"/>
                  </a:lnTo>
                  <a:lnTo>
                    <a:pt x="3176819" y="1940995"/>
                  </a:lnTo>
                  <a:lnTo>
                    <a:pt x="3176913" y="1940995"/>
                  </a:lnTo>
                  <a:lnTo>
                    <a:pt x="3177006" y="1940995"/>
                  </a:lnTo>
                  <a:lnTo>
                    <a:pt x="3177099" y="1940995"/>
                  </a:lnTo>
                  <a:lnTo>
                    <a:pt x="3177192" y="1940995"/>
                  </a:lnTo>
                  <a:lnTo>
                    <a:pt x="3177286" y="1940995"/>
                  </a:lnTo>
                  <a:lnTo>
                    <a:pt x="3177379" y="1940995"/>
                  </a:lnTo>
                  <a:lnTo>
                    <a:pt x="3177472" y="1940995"/>
                  </a:lnTo>
                  <a:lnTo>
                    <a:pt x="3177565" y="1940995"/>
                  </a:lnTo>
                  <a:lnTo>
                    <a:pt x="3177658" y="1940995"/>
                  </a:lnTo>
                  <a:lnTo>
                    <a:pt x="3177752" y="1940995"/>
                  </a:lnTo>
                  <a:lnTo>
                    <a:pt x="3177845" y="1940995"/>
                  </a:lnTo>
                  <a:lnTo>
                    <a:pt x="3177938" y="1940995"/>
                  </a:lnTo>
                  <a:lnTo>
                    <a:pt x="3178031" y="1940995"/>
                  </a:lnTo>
                  <a:lnTo>
                    <a:pt x="3178125" y="1940995"/>
                  </a:lnTo>
                  <a:lnTo>
                    <a:pt x="3178218" y="1940995"/>
                  </a:lnTo>
                  <a:lnTo>
                    <a:pt x="3178311" y="1940995"/>
                  </a:lnTo>
                  <a:lnTo>
                    <a:pt x="3178404" y="1940995"/>
                  </a:lnTo>
                  <a:lnTo>
                    <a:pt x="3178498" y="1940995"/>
                  </a:lnTo>
                  <a:lnTo>
                    <a:pt x="3178591" y="1940995"/>
                  </a:lnTo>
                  <a:lnTo>
                    <a:pt x="3178684" y="1940995"/>
                  </a:lnTo>
                  <a:lnTo>
                    <a:pt x="3178777" y="1940995"/>
                  </a:lnTo>
                  <a:lnTo>
                    <a:pt x="3178871" y="1940995"/>
                  </a:lnTo>
                  <a:lnTo>
                    <a:pt x="3178964" y="1940995"/>
                  </a:lnTo>
                  <a:lnTo>
                    <a:pt x="3179057" y="1940995"/>
                  </a:lnTo>
                  <a:lnTo>
                    <a:pt x="3179150" y="1940995"/>
                  </a:lnTo>
                  <a:lnTo>
                    <a:pt x="3179244" y="1940995"/>
                  </a:lnTo>
                  <a:lnTo>
                    <a:pt x="3179337" y="1940995"/>
                  </a:lnTo>
                  <a:lnTo>
                    <a:pt x="3179430" y="1940995"/>
                  </a:lnTo>
                  <a:lnTo>
                    <a:pt x="3179523" y="1940995"/>
                  </a:lnTo>
                  <a:lnTo>
                    <a:pt x="3179617" y="1940995"/>
                  </a:lnTo>
                  <a:lnTo>
                    <a:pt x="3179710" y="1940995"/>
                  </a:lnTo>
                  <a:lnTo>
                    <a:pt x="3179803" y="1940995"/>
                  </a:lnTo>
                  <a:lnTo>
                    <a:pt x="3179896" y="1940995"/>
                  </a:lnTo>
                  <a:lnTo>
                    <a:pt x="3179990" y="1940995"/>
                  </a:lnTo>
                  <a:lnTo>
                    <a:pt x="3180083" y="1940995"/>
                  </a:lnTo>
                  <a:lnTo>
                    <a:pt x="3180176" y="1940995"/>
                  </a:lnTo>
                  <a:lnTo>
                    <a:pt x="3180269" y="1940995"/>
                  </a:lnTo>
                  <a:lnTo>
                    <a:pt x="3180363" y="1940995"/>
                  </a:lnTo>
                  <a:lnTo>
                    <a:pt x="3180456" y="1940995"/>
                  </a:lnTo>
                  <a:lnTo>
                    <a:pt x="3180549" y="1940995"/>
                  </a:lnTo>
                  <a:lnTo>
                    <a:pt x="3180642" y="1940995"/>
                  </a:lnTo>
                  <a:lnTo>
                    <a:pt x="3180736" y="1940995"/>
                  </a:lnTo>
                  <a:lnTo>
                    <a:pt x="3180829" y="1940995"/>
                  </a:lnTo>
                  <a:lnTo>
                    <a:pt x="3180922" y="1940995"/>
                  </a:lnTo>
                  <a:lnTo>
                    <a:pt x="3181015" y="1940995"/>
                  </a:lnTo>
                  <a:lnTo>
                    <a:pt x="3181109" y="1940995"/>
                  </a:lnTo>
                  <a:lnTo>
                    <a:pt x="3181202" y="1940995"/>
                  </a:lnTo>
                  <a:lnTo>
                    <a:pt x="3181295" y="1940995"/>
                  </a:lnTo>
                  <a:lnTo>
                    <a:pt x="3181388" y="1940995"/>
                  </a:lnTo>
                  <a:lnTo>
                    <a:pt x="3181482" y="1940995"/>
                  </a:lnTo>
                  <a:lnTo>
                    <a:pt x="3181575" y="1940995"/>
                  </a:lnTo>
                  <a:lnTo>
                    <a:pt x="3181668" y="1940995"/>
                  </a:lnTo>
                  <a:lnTo>
                    <a:pt x="3181761" y="1940995"/>
                  </a:lnTo>
                  <a:lnTo>
                    <a:pt x="3181855" y="1940995"/>
                  </a:lnTo>
                  <a:lnTo>
                    <a:pt x="3181948" y="1940995"/>
                  </a:lnTo>
                  <a:lnTo>
                    <a:pt x="3182041" y="1940995"/>
                  </a:lnTo>
                  <a:lnTo>
                    <a:pt x="3182134" y="1940995"/>
                  </a:lnTo>
                  <a:lnTo>
                    <a:pt x="3182228" y="1940995"/>
                  </a:lnTo>
                  <a:lnTo>
                    <a:pt x="3182321" y="1940995"/>
                  </a:lnTo>
                  <a:lnTo>
                    <a:pt x="3182414" y="1940995"/>
                  </a:lnTo>
                  <a:lnTo>
                    <a:pt x="3182507" y="1940995"/>
                  </a:lnTo>
                  <a:lnTo>
                    <a:pt x="3182601" y="1940995"/>
                  </a:lnTo>
                  <a:lnTo>
                    <a:pt x="3182694" y="1940995"/>
                  </a:lnTo>
                  <a:lnTo>
                    <a:pt x="3182787" y="1940995"/>
                  </a:lnTo>
                  <a:lnTo>
                    <a:pt x="3182880" y="1940995"/>
                  </a:lnTo>
                  <a:lnTo>
                    <a:pt x="3182974" y="1940995"/>
                  </a:lnTo>
                  <a:lnTo>
                    <a:pt x="3183067" y="1940995"/>
                  </a:lnTo>
                  <a:lnTo>
                    <a:pt x="3183160" y="1940995"/>
                  </a:lnTo>
                  <a:lnTo>
                    <a:pt x="3183253" y="1940995"/>
                  </a:lnTo>
                  <a:lnTo>
                    <a:pt x="3183347" y="1940995"/>
                  </a:lnTo>
                  <a:lnTo>
                    <a:pt x="3183440" y="1940995"/>
                  </a:lnTo>
                  <a:lnTo>
                    <a:pt x="3183533" y="1940995"/>
                  </a:lnTo>
                  <a:lnTo>
                    <a:pt x="3183626" y="1940995"/>
                  </a:lnTo>
                  <a:lnTo>
                    <a:pt x="3183720" y="1940995"/>
                  </a:lnTo>
                  <a:lnTo>
                    <a:pt x="3183813" y="1940995"/>
                  </a:lnTo>
                  <a:lnTo>
                    <a:pt x="3183906" y="1940995"/>
                  </a:lnTo>
                  <a:lnTo>
                    <a:pt x="3183999" y="1940995"/>
                  </a:lnTo>
                  <a:lnTo>
                    <a:pt x="3184093" y="1940995"/>
                  </a:lnTo>
                  <a:lnTo>
                    <a:pt x="3184186" y="1940995"/>
                  </a:lnTo>
                  <a:lnTo>
                    <a:pt x="3184279" y="1940995"/>
                  </a:lnTo>
                  <a:lnTo>
                    <a:pt x="3184372" y="1940995"/>
                  </a:lnTo>
                  <a:lnTo>
                    <a:pt x="3184465" y="1940995"/>
                  </a:lnTo>
                  <a:lnTo>
                    <a:pt x="3184559" y="1940995"/>
                  </a:lnTo>
                  <a:lnTo>
                    <a:pt x="3184652" y="1940995"/>
                  </a:lnTo>
                  <a:lnTo>
                    <a:pt x="3184745" y="1940995"/>
                  </a:lnTo>
                  <a:lnTo>
                    <a:pt x="3184838" y="1940995"/>
                  </a:lnTo>
                  <a:lnTo>
                    <a:pt x="3184932" y="1940995"/>
                  </a:lnTo>
                  <a:lnTo>
                    <a:pt x="3185025" y="1940995"/>
                  </a:lnTo>
                  <a:lnTo>
                    <a:pt x="3185118" y="1940995"/>
                  </a:lnTo>
                  <a:lnTo>
                    <a:pt x="3185211" y="1940995"/>
                  </a:lnTo>
                  <a:lnTo>
                    <a:pt x="3185305" y="1940995"/>
                  </a:lnTo>
                  <a:lnTo>
                    <a:pt x="3185398" y="1940995"/>
                  </a:lnTo>
                  <a:lnTo>
                    <a:pt x="3185491" y="1940995"/>
                  </a:lnTo>
                  <a:lnTo>
                    <a:pt x="3185584" y="1940995"/>
                  </a:lnTo>
                  <a:lnTo>
                    <a:pt x="3185678" y="1940995"/>
                  </a:lnTo>
                  <a:lnTo>
                    <a:pt x="3185771" y="1940995"/>
                  </a:lnTo>
                  <a:lnTo>
                    <a:pt x="3185864" y="1940995"/>
                  </a:lnTo>
                  <a:lnTo>
                    <a:pt x="3185957" y="1940995"/>
                  </a:lnTo>
                  <a:lnTo>
                    <a:pt x="3186051" y="1940995"/>
                  </a:lnTo>
                  <a:lnTo>
                    <a:pt x="3186144" y="1940995"/>
                  </a:lnTo>
                  <a:lnTo>
                    <a:pt x="3186237" y="1940995"/>
                  </a:lnTo>
                  <a:lnTo>
                    <a:pt x="3186330" y="1940995"/>
                  </a:lnTo>
                  <a:lnTo>
                    <a:pt x="3186424" y="1940995"/>
                  </a:lnTo>
                  <a:lnTo>
                    <a:pt x="3186517" y="1940995"/>
                  </a:lnTo>
                  <a:lnTo>
                    <a:pt x="3186610" y="1940995"/>
                  </a:lnTo>
                  <a:lnTo>
                    <a:pt x="3186703" y="1940995"/>
                  </a:lnTo>
                  <a:lnTo>
                    <a:pt x="3186797" y="1940995"/>
                  </a:lnTo>
                  <a:lnTo>
                    <a:pt x="3186890" y="1940995"/>
                  </a:lnTo>
                  <a:lnTo>
                    <a:pt x="3186983" y="1940995"/>
                  </a:lnTo>
                  <a:lnTo>
                    <a:pt x="3187076" y="1940995"/>
                  </a:lnTo>
                  <a:lnTo>
                    <a:pt x="3187170" y="1940995"/>
                  </a:lnTo>
                  <a:lnTo>
                    <a:pt x="3187263" y="1940995"/>
                  </a:lnTo>
                  <a:lnTo>
                    <a:pt x="3187356" y="1940995"/>
                  </a:lnTo>
                  <a:lnTo>
                    <a:pt x="3187449" y="1940995"/>
                  </a:lnTo>
                  <a:lnTo>
                    <a:pt x="3187543" y="1940995"/>
                  </a:lnTo>
                  <a:lnTo>
                    <a:pt x="3187636" y="1940995"/>
                  </a:lnTo>
                  <a:lnTo>
                    <a:pt x="3187729" y="1940995"/>
                  </a:lnTo>
                  <a:lnTo>
                    <a:pt x="3187822" y="1940995"/>
                  </a:lnTo>
                  <a:lnTo>
                    <a:pt x="3187916" y="1940995"/>
                  </a:lnTo>
                  <a:lnTo>
                    <a:pt x="3188009" y="1940995"/>
                  </a:lnTo>
                  <a:lnTo>
                    <a:pt x="3188102" y="1940995"/>
                  </a:lnTo>
                  <a:lnTo>
                    <a:pt x="3188195" y="1940995"/>
                  </a:lnTo>
                  <a:lnTo>
                    <a:pt x="3188289" y="1940995"/>
                  </a:lnTo>
                  <a:lnTo>
                    <a:pt x="3188382" y="1940995"/>
                  </a:lnTo>
                  <a:lnTo>
                    <a:pt x="3188475" y="1940995"/>
                  </a:lnTo>
                  <a:lnTo>
                    <a:pt x="3188568" y="1940995"/>
                  </a:lnTo>
                  <a:lnTo>
                    <a:pt x="3188662" y="1940995"/>
                  </a:lnTo>
                  <a:lnTo>
                    <a:pt x="3188755" y="1940995"/>
                  </a:lnTo>
                  <a:lnTo>
                    <a:pt x="3188848" y="1940995"/>
                  </a:lnTo>
                  <a:lnTo>
                    <a:pt x="3188941" y="1940995"/>
                  </a:lnTo>
                  <a:lnTo>
                    <a:pt x="3189035" y="1940995"/>
                  </a:lnTo>
                  <a:lnTo>
                    <a:pt x="3189128" y="1940995"/>
                  </a:lnTo>
                  <a:lnTo>
                    <a:pt x="3189221" y="1940995"/>
                  </a:lnTo>
                  <a:lnTo>
                    <a:pt x="3189314" y="1940995"/>
                  </a:lnTo>
                  <a:lnTo>
                    <a:pt x="3189408" y="1940995"/>
                  </a:lnTo>
                  <a:lnTo>
                    <a:pt x="3189501" y="1940995"/>
                  </a:lnTo>
                  <a:lnTo>
                    <a:pt x="3189594" y="1940995"/>
                  </a:lnTo>
                  <a:lnTo>
                    <a:pt x="3189687" y="1940995"/>
                  </a:lnTo>
                  <a:lnTo>
                    <a:pt x="3189781" y="1940995"/>
                  </a:lnTo>
                  <a:lnTo>
                    <a:pt x="3189874" y="1940995"/>
                  </a:lnTo>
                  <a:lnTo>
                    <a:pt x="3189967" y="1940995"/>
                  </a:lnTo>
                  <a:lnTo>
                    <a:pt x="3190060" y="1940995"/>
                  </a:lnTo>
                  <a:lnTo>
                    <a:pt x="3190154" y="1940995"/>
                  </a:lnTo>
                  <a:lnTo>
                    <a:pt x="3190247" y="1940995"/>
                  </a:lnTo>
                  <a:lnTo>
                    <a:pt x="3190340" y="1940995"/>
                  </a:lnTo>
                  <a:lnTo>
                    <a:pt x="3190433" y="1940995"/>
                  </a:lnTo>
                  <a:lnTo>
                    <a:pt x="3190527" y="1940995"/>
                  </a:lnTo>
                  <a:lnTo>
                    <a:pt x="3190620" y="1940995"/>
                  </a:lnTo>
                  <a:lnTo>
                    <a:pt x="3190713" y="1940995"/>
                  </a:lnTo>
                  <a:lnTo>
                    <a:pt x="3190806" y="1940995"/>
                  </a:lnTo>
                  <a:lnTo>
                    <a:pt x="3190900" y="1940995"/>
                  </a:lnTo>
                  <a:lnTo>
                    <a:pt x="3190993" y="1940995"/>
                  </a:lnTo>
                  <a:lnTo>
                    <a:pt x="3191086" y="1940995"/>
                  </a:lnTo>
                  <a:lnTo>
                    <a:pt x="3191179" y="1940995"/>
                  </a:lnTo>
                  <a:lnTo>
                    <a:pt x="3191273" y="1940995"/>
                  </a:lnTo>
                  <a:lnTo>
                    <a:pt x="3191366" y="1940995"/>
                  </a:lnTo>
                  <a:lnTo>
                    <a:pt x="3191459" y="1940995"/>
                  </a:lnTo>
                  <a:lnTo>
                    <a:pt x="3191552" y="1940995"/>
                  </a:lnTo>
                  <a:lnTo>
                    <a:pt x="3191645" y="1940995"/>
                  </a:lnTo>
                  <a:lnTo>
                    <a:pt x="3191739" y="1940995"/>
                  </a:lnTo>
                  <a:lnTo>
                    <a:pt x="3191832" y="1940995"/>
                  </a:lnTo>
                  <a:lnTo>
                    <a:pt x="3191925" y="1940995"/>
                  </a:lnTo>
                  <a:lnTo>
                    <a:pt x="3192018" y="1940995"/>
                  </a:lnTo>
                  <a:lnTo>
                    <a:pt x="3192112" y="1940995"/>
                  </a:lnTo>
                  <a:lnTo>
                    <a:pt x="3192205" y="1940995"/>
                  </a:lnTo>
                  <a:lnTo>
                    <a:pt x="3192298" y="1940995"/>
                  </a:lnTo>
                  <a:lnTo>
                    <a:pt x="3192391" y="1940995"/>
                  </a:lnTo>
                  <a:lnTo>
                    <a:pt x="3192485" y="1940995"/>
                  </a:lnTo>
                  <a:lnTo>
                    <a:pt x="3192578" y="1940995"/>
                  </a:lnTo>
                  <a:lnTo>
                    <a:pt x="3192671" y="1940995"/>
                  </a:lnTo>
                  <a:lnTo>
                    <a:pt x="3192764" y="1940995"/>
                  </a:lnTo>
                  <a:lnTo>
                    <a:pt x="3192858" y="1940995"/>
                  </a:lnTo>
                  <a:lnTo>
                    <a:pt x="3192951" y="1940995"/>
                  </a:lnTo>
                  <a:lnTo>
                    <a:pt x="3193044" y="1940995"/>
                  </a:lnTo>
                  <a:lnTo>
                    <a:pt x="3193137" y="1940995"/>
                  </a:lnTo>
                  <a:lnTo>
                    <a:pt x="3193231" y="1940995"/>
                  </a:lnTo>
                  <a:lnTo>
                    <a:pt x="3193324" y="1940995"/>
                  </a:lnTo>
                  <a:lnTo>
                    <a:pt x="3193417" y="1940995"/>
                  </a:lnTo>
                  <a:lnTo>
                    <a:pt x="3193510" y="1940995"/>
                  </a:lnTo>
                  <a:lnTo>
                    <a:pt x="3193604" y="1940995"/>
                  </a:lnTo>
                  <a:lnTo>
                    <a:pt x="3193697" y="1940995"/>
                  </a:lnTo>
                  <a:lnTo>
                    <a:pt x="3193790" y="1940995"/>
                  </a:lnTo>
                  <a:lnTo>
                    <a:pt x="3193883" y="1940995"/>
                  </a:lnTo>
                  <a:lnTo>
                    <a:pt x="3193977" y="1940995"/>
                  </a:lnTo>
                  <a:lnTo>
                    <a:pt x="3194070" y="1940995"/>
                  </a:lnTo>
                  <a:lnTo>
                    <a:pt x="3194163" y="1940995"/>
                  </a:lnTo>
                  <a:lnTo>
                    <a:pt x="3194256" y="1940995"/>
                  </a:lnTo>
                  <a:lnTo>
                    <a:pt x="3194350" y="1940995"/>
                  </a:lnTo>
                  <a:lnTo>
                    <a:pt x="3194443" y="1940995"/>
                  </a:lnTo>
                  <a:lnTo>
                    <a:pt x="3194536" y="1940995"/>
                  </a:lnTo>
                  <a:lnTo>
                    <a:pt x="3194629" y="1940995"/>
                  </a:lnTo>
                  <a:lnTo>
                    <a:pt x="3194723" y="1940995"/>
                  </a:lnTo>
                  <a:lnTo>
                    <a:pt x="3194816" y="1940995"/>
                  </a:lnTo>
                  <a:lnTo>
                    <a:pt x="3194909" y="1940995"/>
                  </a:lnTo>
                  <a:lnTo>
                    <a:pt x="3195002" y="1940995"/>
                  </a:lnTo>
                  <a:lnTo>
                    <a:pt x="3195096" y="1940995"/>
                  </a:lnTo>
                  <a:lnTo>
                    <a:pt x="3195189" y="1940995"/>
                  </a:lnTo>
                  <a:lnTo>
                    <a:pt x="3195282" y="1940995"/>
                  </a:lnTo>
                  <a:lnTo>
                    <a:pt x="3195375" y="1940995"/>
                  </a:lnTo>
                  <a:lnTo>
                    <a:pt x="3195469" y="1940995"/>
                  </a:lnTo>
                  <a:lnTo>
                    <a:pt x="3195562" y="1940995"/>
                  </a:lnTo>
                  <a:lnTo>
                    <a:pt x="3195655" y="1940995"/>
                  </a:lnTo>
                  <a:lnTo>
                    <a:pt x="3195748" y="1940995"/>
                  </a:lnTo>
                  <a:lnTo>
                    <a:pt x="3195842" y="1940995"/>
                  </a:lnTo>
                  <a:lnTo>
                    <a:pt x="3195935" y="1940995"/>
                  </a:lnTo>
                  <a:lnTo>
                    <a:pt x="3196028" y="1940995"/>
                  </a:lnTo>
                  <a:lnTo>
                    <a:pt x="3196121" y="1940995"/>
                  </a:lnTo>
                  <a:lnTo>
                    <a:pt x="3196215" y="1940995"/>
                  </a:lnTo>
                  <a:lnTo>
                    <a:pt x="3196308" y="1940995"/>
                  </a:lnTo>
                  <a:lnTo>
                    <a:pt x="3196401" y="1940995"/>
                  </a:lnTo>
                  <a:lnTo>
                    <a:pt x="3196494" y="1940995"/>
                  </a:lnTo>
                  <a:lnTo>
                    <a:pt x="3196588" y="1940995"/>
                  </a:lnTo>
                  <a:lnTo>
                    <a:pt x="3196681" y="1940995"/>
                  </a:lnTo>
                  <a:lnTo>
                    <a:pt x="3196774" y="1940995"/>
                  </a:lnTo>
                  <a:lnTo>
                    <a:pt x="3196867" y="1940995"/>
                  </a:lnTo>
                  <a:lnTo>
                    <a:pt x="3196961" y="1940995"/>
                  </a:lnTo>
                  <a:lnTo>
                    <a:pt x="3197054" y="1940995"/>
                  </a:lnTo>
                  <a:lnTo>
                    <a:pt x="3197147" y="1940995"/>
                  </a:lnTo>
                  <a:lnTo>
                    <a:pt x="3197240" y="1940995"/>
                  </a:lnTo>
                  <a:lnTo>
                    <a:pt x="3197334" y="1940995"/>
                  </a:lnTo>
                  <a:lnTo>
                    <a:pt x="3197427" y="1940995"/>
                  </a:lnTo>
                  <a:lnTo>
                    <a:pt x="3197520" y="1940995"/>
                  </a:lnTo>
                  <a:lnTo>
                    <a:pt x="3197613" y="1940995"/>
                  </a:lnTo>
                  <a:lnTo>
                    <a:pt x="3197707" y="1940995"/>
                  </a:lnTo>
                  <a:lnTo>
                    <a:pt x="3197800" y="1940995"/>
                  </a:lnTo>
                  <a:lnTo>
                    <a:pt x="3197893" y="1940995"/>
                  </a:lnTo>
                  <a:lnTo>
                    <a:pt x="3197986" y="1940995"/>
                  </a:lnTo>
                  <a:lnTo>
                    <a:pt x="3198080" y="1940995"/>
                  </a:lnTo>
                  <a:lnTo>
                    <a:pt x="3198173" y="1940995"/>
                  </a:lnTo>
                  <a:lnTo>
                    <a:pt x="3198173" y="1931041"/>
                  </a:lnTo>
                  <a:lnTo>
                    <a:pt x="3198266" y="1931041"/>
                  </a:lnTo>
                  <a:lnTo>
                    <a:pt x="3198359" y="1931041"/>
                  </a:lnTo>
                  <a:lnTo>
                    <a:pt x="3198452" y="1931041"/>
                  </a:lnTo>
                  <a:lnTo>
                    <a:pt x="3198546" y="1931041"/>
                  </a:lnTo>
                  <a:lnTo>
                    <a:pt x="3198639" y="1931041"/>
                  </a:lnTo>
                  <a:lnTo>
                    <a:pt x="3198732" y="1931041"/>
                  </a:lnTo>
                  <a:lnTo>
                    <a:pt x="3198825" y="1931041"/>
                  </a:lnTo>
                  <a:lnTo>
                    <a:pt x="3198919" y="1931041"/>
                  </a:lnTo>
                  <a:lnTo>
                    <a:pt x="3199012" y="1931041"/>
                  </a:lnTo>
                  <a:lnTo>
                    <a:pt x="3199105" y="1931041"/>
                  </a:lnTo>
                  <a:lnTo>
                    <a:pt x="3199198" y="1931041"/>
                  </a:lnTo>
                  <a:lnTo>
                    <a:pt x="3199292" y="1931041"/>
                  </a:lnTo>
                  <a:lnTo>
                    <a:pt x="3199385" y="1931041"/>
                  </a:lnTo>
                  <a:lnTo>
                    <a:pt x="3199478" y="1931041"/>
                  </a:lnTo>
                  <a:lnTo>
                    <a:pt x="3199571" y="1931041"/>
                  </a:lnTo>
                  <a:lnTo>
                    <a:pt x="3199665" y="1931041"/>
                  </a:lnTo>
                  <a:lnTo>
                    <a:pt x="3199758" y="1931041"/>
                  </a:lnTo>
                  <a:lnTo>
                    <a:pt x="3199851" y="1931041"/>
                  </a:lnTo>
                  <a:lnTo>
                    <a:pt x="3199944" y="1931041"/>
                  </a:lnTo>
                  <a:lnTo>
                    <a:pt x="3200038" y="1931041"/>
                  </a:lnTo>
                  <a:lnTo>
                    <a:pt x="3200131" y="1931041"/>
                  </a:lnTo>
                  <a:lnTo>
                    <a:pt x="3200224" y="1931041"/>
                  </a:lnTo>
                  <a:lnTo>
                    <a:pt x="3200317" y="1931041"/>
                  </a:lnTo>
                  <a:lnTo>
                    <a:pt x="3200411" y="1931041"/>
                  </a:lnTo>
                  <a:lnTo>
                    <a:pt x="3200504" y="1931041"/>
                  </a:lnTo>
                  <a:lnTo>
                    <a:pt x="3200597" y="1931041"/>
                  </a:lnTo>
                  <a:lnTo>
                    <a:pt x="3200597" y="1921087"/>
                  </a:lnTo>
                  <a:lnTo>
                    <a:pt x="3200690" y="1921087"/>
                  </a:lnTo>
                  <a:lnTo>
                    <a:pt x="3200784" y="1921087"/>
                  </a:lnTo>
                  <a:lnTo>
                    <a:pt x="3200877" y="1921087"/>
                  </a:lnTo>
                  <a:lnTo>
                    <a:pt x="3200970" y="1921087"/>
                  </a:lnTo>
                  <a:lnTo>
                    <a:pt x="3201063" y="1921087"/>
                  </a:lnTo>
                  <a:lnTo>
                    <a:pt x="3201157" y="1921087"/>
                  </a:lnTo>
                  <a:lnTo>
                    <a:pt x="3201250" y="1921087"/>
                  </a:lnTo>
                  <a:lnTo>
                    <a:pt x="3201343" y="1921087"/>
                  </a:lnTo>
                  <a:lnTo>
                    <a:pt x="3201436" y="1921087"/>
                  </a:lnTo>
                  <a:lnTo>
                    <a:pt x="3201530" y="1921087"/>
                  </a:lnTo>
                  <a:lnTo>
                    <a:pt x="3201623" y="1921087"/>
                  </a:lnTo>
                  <a:lnTo>
                    <a:pt x="3201716" y="1921087"/>
                  </a:lnTo>
                  <a:lnTo>
                    <a:pt x="3201809" y="1921087"/>
                  </a:lnTo>
                  <a:lnTo>
                    <a:pt x="3201903" y="1921087"/>
                  </a:lnTo>
                  <a:lnTo>
                    <a:pt x="3201996" y="1921087"/>
                  </a:lnTo>
                  <a:lnTo>
                    <a:pt x="3202089" y="1921087"/>
                  </a:lnTo>
                  <a:lnTo>
                    <a:pt x="3202182" y="1921087"/>
                  </a:lnTo>
                  <a:lnTo>
                    <a:pt x="3202276" y="1921087"/>
                  </a:lnTo>
                  <a:lnTo>
                    <a:pt x="3202369" y="1921087"/>
                  </a:lnTo>
                  <a:lnTo>
                    <a:pt x="3202462" y="1921087"/>
                  </a:lnTo>
                  <a:lnTo>
                    <a:pt x="3202555" y="1921087"/>
                  </a:lnTo>
                  <a:lnTo>
                    <a:pt x="3202649" y="1921087"/>
                  </a:lnTo>
                  <a:lnTo>
                    <a:pt x="3202742" y="1921087"/>
                  </a:lnTo>
                  <a:lnTo>
                    <a:pt x="3202835" y="1921087"/>
                  </a:lnTo>
                  <a:lnTo>
                    <a:pt x="3202928" y="1921087"/>
                  </a:lnTo>
                  <a:lnTo>
                    <a:pt x="3203022" y="1921087"/>
                  </a:lnTo>
                  <a:lnTo>
                    <a:pt x="3203115" y="1921087"/>
                  </a:lnTo>
                  <a:lnTo>
                    <a:pt x="3203208" y="1921087"/>
                  </a:lnTo>
                  <a:lnTo>
                    <a:pt x="3203301" y="1921087"/>
                  </a:lnTo>
                  <a:lnTo>
                    <a:pt x="3203395" y="1921087"/>
                  </a:lnTo>
                  <a:lnTo>
                    <a:pt x="3203488" y="1921087"/>
                  </a:lnTo>
                  <a:lnTo>
                    <a:pt x="3203581" y="1921087"/>
                  </a:lnTo>
                  <a:lnTo>
                    <a:pt x="3203674" y="1921087"/>
                  </a:lnTo>
                  <a:lnTo>
                    <a:pt x="3203768" y="1921087"/>
                  </a:lnTo>
                  <a:lnTo>
                    <a:pt x="3203861" y="1921087"/>
                  </a:lnTo>
                  <a:lnTo>
                    <a:pt x="3203861" y="1911133"/>
                  </a:lnTo>
                  <a:lnTo>
                    <a:pt x="3203954" y="1911133"/>
                  </a:lnTo>
                  <a:lnTo>
                    <a:pt x="3204047" y="1911133"/>
                  </a:lnTo>
                  <a:lnTo>
                    <a:pt x="3204141" y="1911133"/>
                  </a:lnTo>
                  <a:lnTo>
                    <a:pt x="3204234" y="1911133"/>
                  </a:lnTo>
                  <a:lnTo>
                    <a:pt x="3204327" y="1911133"/>
                  </a:lnTo>
                  <a:lnTo>
                    <a:pt x="3204420" y="1911133"/>
                  </a:lnTo>
                  <a:lnTo>
                    <a:pt x="3204514" y="1911133"/>
                  </a:lnTo>
                  <a:lnTo>
                    <a:pt x="3204607" y="1911133"/>
                  </a:lnTo>
                  <a:lnTo>
                    <a:pt x="3204700" y="1911133"/>
                  </a:lnTo>
                  <a:lnTo>
                    <a:pt x="3204793" y="1911133"/>
                  </a:lnTo>
                  <a:lnTo>
                    <a:pt x="3204887" y="1911133"/>
                  </a:lnTo>
                  <a:lnTo>
                    <a:pt x="3204980" y="1911133"/>
                  </a:lnTo>
                  <a:lnTo>
                    <a:pt x="3205073" y="1911133"/>
                  </a:lnTo>
                  <a:lnTo>
                    <a:pt x="3205166" y="1911133"/>
                  </a:lnTo>
                  <a:lnTo>
                    <a:pt x="3205260" y="1911133"/>
                  </a:lnTo>
                  <a:lnTo>
                    <a:pt x="3205353" y="1911133"/>
                  </a:lnTo>
                  <a:lnTo>
                    <a:pt x="3205446" y="1911133"/>
                  </a:lnTo>
                  <a:lnTo>
                    <a:pt x="3205539" y="1911133"/>
                  </a:lnTo>
                  <a:lnTo>
                    <a:pt x="3205632" y="1911133"/>
                  </a:lnTo>
                  <a:lnTo>
                    <a:pt x="3205726" y="1911133"/>
                  </a:lnTo>
                  <a:lnTo>
                    <a:pt x="3205819" y="1911133"/>
                  </a:lnTo>
                  <a:lnTo>
                    <a:pt x="3205912" y="1911133"/>
                  </a:lnTo>
                  <a:lnTo>
                    <a:pt x="3206005" y="1911133"/>
                  </a:lnTo>
                  <a:lnTo>
                    <a:pt x="3206099" y="1911133"/>
                  </a:lnTo>
                  <a:lnTo>
                    <a:pt x="3206192" y="1911133"/>
                  </a:lnTo>
                  <a:lnTo>
                    <a:pt x="3206285" y="1911133"/>
                  </a:lnTo>
                  <a:lnTo>
                    <a:pt x="3206378" y="1911133"/>
                  </a:lnTo>
                  <a:lnTo>
                    <a:pt x="3206472" y="1911133"/>
                  </a:lnTo>
                  <a:lnTo>
                    <a:pt x="3206565" y="1911133"/>
                  </a:lnTo>
                  <a:lnTo>
                    <a:pt x="3206658" y="1911133"/>
                  </a:lnTo>
                  <a:lnTo>
                    <a:pt x="3206751" y="1911133"/>
                  </a:lnTo>
                  <a:lnTo>
                    <a:pt x="3206845" y="1911133"/>
                  </a:lnTo>
                  <a:lnTo>
                    <a:pt x="3206938" y="1911133"/>
                  </a:lnTo>
                  <a:lnTo>
                    <a:pt x="3207031" y="1911133"/>
                  </a:lnTo>
                  <a:lnTo>
                    <a:pt x="3207124" y="1911133"/>
                  </a:lnTo>
                  <a:lnTo>
                    <a:pt x="3207218" y="1911133"/>
                  </a:lnTo>
                  <a:lnTo>
                    <a:pt x="3207311" y="1911133"/>
                  </a:lnTo>
                  <a:lnTo>
                    <a:pt x="3207404" y="1911133"/>
                  </a:lnTo>
                  <a:lnTo>
                    <a:pt x="3207497" y="1911133"/>
                  </a:lnTo>
                  <a:lnTo>
                    <a:pt x="3207591" y="1911133"/>
                  </a:lnTo>
                  <a:lnTo>
                    <a:pt x="3207684" y="1911133"/>
                  </a:lnTo>
                  <a:lnTo>
                    <a:pt x="3207777" y="1911133"/>
                  </a:lnTo>
                  <a:lnTo>
                    <a:pt x="3207870" y="1911133"/>
                  </a:lnTo>
                  <a:lnTo>
                    <a:pt x="3207964" y="1911133"/>
                  </a:lnTo>
                  <a:lnTo>
                    <a:pt x="3208057" y="1911133"/>
                  </a:lnTo>
                  <a:lnTo>
                    <a:pt x="3208150" y="1911133"/>
                  </a:lnTo>
                  <a:lnTo>
                    <a:pt x="3208243" y="1911133"/>
                  </a:lnTo>
                  <a:lnTo>
                    <a:pt x="3208337" y="1911133"/>
                  </a:lnTo>
                  <a:lnTo>
                    <a:pt x="3208430" y="1911133"/>
                  </a:lnTo>
                  <a:lnTo>
                    <a:pt x="3208523" y="1911133"/>
                  </a:lnTo>
                  <a:lnTo>
                    <a:pt x="3208616" y="1911133"/>
                  </a:lnTo>
                  <a:lnTo>
                    <a:pt x="3208710" y="1911133"/>
                  </a:lnTo>
                  <a:lnTo>
                    <a:pt x="3208803" y="1911133"/>
                  </a:lnTo>
                  <a:lnTo>
                    <a:pt x="3208896" y="1911133"/>
                  </a:lnTo>
                  <a:lnTo>
                    <a:pt x="3208989" y="1911133"/>
                  </a:lnTo>
                  <a:lnTo>
                    <a:pt x="3209083" y="1911133"/>
                  </a:lnTo>
                  <a:lnTo>
                    <a:pt x="3209176" y="1911133"/>
                  </a:lnTo>
                  <a:lnTo>
                    <a:pt x="3209269" y="1911133"/>
                  </a:lnTo>
                  <a:lnTo>
                    <a:pt x="3209362" y="1911133"/>
                  </a:lnTo>
                  <a:lnTo>
                    <a:pt x="3209456" y="1911133"/>
                  </a:lnTo>
                  <a:lnTo>
                    <a:pt x="3209549" y="1911133"/>
                  </a:lnTo>
                  <a:lnTo>
                    <a:pt x="3209642" y="1911133"/>
                  </a:lnTo>
                  <a:lnTo>
                    <a:pt x="3209735" y="1911133"/>
                  </a:lnTo>
                  <a:lnTo>
                    <a:pt x="3209829" y="1911133"/>
                  </a:lnTo>
                  <a:lnTo>
                    <a:pt x="3209922" y="1911133"/>
                  </a:lnTo>
                  <a:lnTo>
                    <a:pt x="3210015" y="1911133"/>
                  </a:lnTo>
                  <a:lnTo>
                    <a:pt x="3210108" y="1911133"/>
                  </a:lnTo>
                  <a:lnTo>
                    <a:pt x="3210202" y="1911133"/>
                  </a:lnTo>
                  <a:lnTo>
                    <a:pt x="3210295" y="1911133"/>
                  </a:lnTo>
                  <a:lnTo>
                    <a:pt x="3210388" y="1911133"/>
                  </a:lnTo>
                  <a:lnTo>
                    <a:pt x="3210481" y="1911133"/>
                  </a:lnTo>
                  <a:lnTo>
                    <a:pt x="3210575" y="1911133"/>
                  </a:lnTo>
                  <a:lnTo>
                    <a:pt x="3210668" y="1911133"/>
                  </a:lnTo>
                  <a:lnTo>
                    <a:pt x="3210761" y="1911133"/>
                  </a:lnTo>
                  <a:lnTo>
                    <a:pt x="3210854" y="1911133"/>
                  </a:lnTo>
                  <a:lnTo>
                    <a:pt x="3210948" y="1911133"/>
                  </a:lnTo>
                  <a:lnTo>
                    <a:pt x="3211041" y="1911133"/>
                  </a:lnTo>
                  <a:lnTo>
                    <a:pt x="3211134" y="1911133"/>
                  </a:lnTo>
                  <a:lnTo>
                    <a:pt x="3211227" y="1911133"/>
                  </a:lnTo>
                  <a:lnTo>
                    <a:pt x="3211321" y="1911133"/>
                  </a:lnTo>
                  <a:lnTo>
                    <a:pt x="3211414" y="1911133"/>
                  </a:lnTo>
                  <a:lnTo>
                    <a:pt x="3211507" y="1911133"/>
                  </a:lnTo>
                  <a:lnTo>
                    <a:pt x="3211600" y="1911133"/>
                  </a:lnTo>
                  <a:lnTo>
                    <a:pt x="3211694" y="1911133"/>
                  </a:lnTo>
                  <a:lnTo>
                    <a:pt x="3211787" y="1911133"/>
                  </a:lnTo>
                  <a:lnTo>
                    <a:pt x="3211880" y="1911133"/>
                  </a:lnTo>
                  <a:lnTo>
                    <a:pt x="3211973" y="1911133"/>
                  </a:lnTo>
                  <a:lnTo>
                    <a:pt x="3212067" y="1911133"/>
                  </a:lnTo>
                  <a:lnTo>
                    <a:pt x="3212160" y="1911133"/>
                  </a:lnTo>
                  <a:lnTo>
                    <a:pt x="3212253" y="1911133"/>
                  </a:lnTo>
                  <a:lnTo>
                    <a:pt x="3212346" y="1911133"/>
                  </a:lnTo>
                  <a:lnTo>
                    <a:pt x="3212439" y="1911133"/>
                  </a:lnTo>
                  <a:lnTo>
                    <a:pt x="3212533" y="1911133"/>
                  </a:lnTo>
                  <a:lnTo>
                    <a:pt x="3212626" y="1911133"/>
                  </a:lnTo>
                  <a:lnTo>
                    <a:pt x="3212719" y="1911133"/>
                  </a:lnTo>
                  <a:lnTo>
                    <a:pt x="3212812" y="1911133"/>
                  </a:lnTo>
                  <a:lnTo>
                    <a:pt x="3212906" y="1911133"/>
                  </a:lnTo>
                  <a:lnTo>
                    <a:pt x="3212999" y="1911133"/>
                  </a:lnTo>
                  <a:lnTo>
                    <a:pt x="3213092" y="1911133"/>
                  </a:lnTo>
                  <a:lnTo>
                    <a:pt x="3213185" y="1911133"/>
                  </a:lnTo>
                  <a:lnTo>
                    <a:pt x="3213279" y="1911133"/>
                  </a:lnTo>
                  <a:lnTo>
                    <a:pt x="3213372" y="1911133"/>
                  </a:lnTo>
                  <a:lnTo>
                    <a:pt x="3213465" y="1911133"/>
                  </a:lnTo>
                  <a:lnTo>
                    <a:pt x="3213558" y="1911133"/>
                  </a:lnTo>
                  <a:lnTo>
                    <a:pt x="3213652" y="1911133"/>
                  </a:lnTo>
                  <a:lnTo>
                    <a:pt x="3213745" y="1911133"/>
                  </a:lnTo>
                  <a:lnTo>
                    <a:pt x="3213838" y="1911133"/>
                  </a:lnTo>
                  <a:lnTo>
                    <a:pt x="3213931" y="1911133"/>
                  </a:lnTo>
                  <a:lnTo>
                    <a:pt x="3214025" y="1911133"/>
                  </a:lnTo>
                  <a:lnTo>
                    <a:pt x="3214118" y="1911133"/>
                  </a:lnTo>
                  <a:lnTo>
                    <a:pt x="3214211" y="1911133"/>
                  </a:lnTo>
                  <a:lnTo>
                    <a:pt x="3214304" y="1911133"/>
                  </a:lnTo>
                  <a:lnTo>
                    <a:pt x="3214398" y="1911133"/>
                  </a:lnTo>
                  <a:lnTo>
                    <a:pt x="3214491" y="1911133"/>
                  </a:lnTo>
                  <a:lnTo>
                    <a:pt x="3214584" y="1911133"/>
                  </a:lnTo>
                  <a:lnTo>
                    <a:pt x="3214677" y="1911133"/>
                  </a:lnTo>
                  <a:lnTo>
                    <a:pt x="3214771" y="1911133"/>
                  </a:lnTo>
                  <a:lnTo>
                    <a:pt x="3214864" y="1911133"/>
                  </a:lnTo>
                  <a:lnTo>
                    <a:pt x="3214957" y="1911133"/>
                  </a:lnTo>
                  <a:lnTo>
                    <a:pt x="3215050" y="1911133"/>
                  </a:lnTo>
                  <a:lnTo>
                    <a:pt x="3215144" y="1911133"/>
                  </a:lnTo>
                  <a:lnTo>
                    <a:pt x="3215237" y="1911133"/>
                  </a:lnTo>
                  <a:lnTo>
                    <a:pt x="3215330" y="1911133"/>
                  </a:lnTo>
                  <a:lnTo>
                    <a:pt x="3215423" y="1911133"/>
                  </a:lnTo>
                  <a:lnTo>
                    <a:pt x="3215517" y="1911133"/>
                  </a:lnTo>
                  <a:lnTo>
                    <a:pt x="3215610" y="1911133"/>
                  </a:lnTo>
                  <a:lnTo>
                    <a:pt x="3215703" y="1911133"/>
                  </a:lnTo>
                  <a:lnTo>
                    <a:pt x="3215703" y="1901180"/>
                  </a:lnTo>
                  <a:lnTo>
                    <a:pt x="3215796" y="1901180"/>
                  </a:lnTo>
                  <a:lnTo>
                    <a:pt x="3215890" y="1901180"/>
                  </a:lnTo>
                  <a:lnTo>
                    <a:pt x="3215983" y="1901180"/>
                  </a:lnTo>
                  <a:lnTo>
                    <a:pt x="3216076" y="1901180"/>
                  </a:lnTo>
                  <a:lnTo>
                    <a:pt x="3216169" y="1901180"/>
                  </a:lnTo>
                  <a:lnTo>
                    <a:pt x="3216263" y="1901180"/>
                  </a:lnTo>
                  <a:lnTo>
                    <a:pt x="3216356" y="1901180"/>
                  </a:lnTo>
                  <a:lnTo>
                    <a:pt x="3216449" y="1901180"/>
                  </a:lnTo>
                  <a:lnTo>
                    <a:pt x="3216542" y="1901180"/>
                  </a:lnTo>
                  <a:lnTo>
                    <a:pt x="3216636" y="1901180"/>
                  </a:lnTo>
                  <a:lnTo>
                    <a:pt x="3216729" y="1901180"/>
                  </a:lnTo>
                  <a:lnTo>
                    <a:pt x="3216822" y="1901180"/>
                  </a:lnTo>
                  <a:lnTo>
                    <a:pt x="3216915" y="1901180"/>
                  </a:lnTo>
                  <a:lnTo>
                    <a:pt x="3217009" y="1901180"/>
                  </a:lnTo>
                  <a:lnTo>
                    <a:pt x="3217102" y="1901180"/>
                  </a:lnTo>
                  <a:lnTo>
                    <a:pt x="3217195" y="1901180"/>
                  </a:lnTo>
                  <a:lnTo>
                    <a:pt x="3217288" y="1901180"/>
                  </a:lnTo>
                  <a:lnTo>
                    <a:pt x="3217382" y="1901180"/>
                  </a:lnTo>
                  <a:lnTo>
                    <a:pt x="3217475" y="1901180"/>
                  </a:lnTo>
                  <a:lnTo>
                    <a:pt x="3217568" y="1901180"/>
                  </a:lnTo>
                  <a:lnTo>
                    <a:pt x="3217661" y="1901180"/>
                  </a:lnTo>
                  <a:lnTo>
                    <a:pt x="3217755" y="1901180"/>
                  </a:lnTo>
                  <a:lnTo>
                    <a:pt x="3217848" y="1901180"/>
                  </a:lnTo>
                  <a:lnTo>
                    <a:pt x="3217941" y="1901180"/>
                  </a:lnTo>
                  <a:lnTo>
                    <a:pt x="3218034" y="1901180"/>
                  </a:lnTo>
                  <a:lnTo>
                    <a:pt x="3218128" y="1901180"/>
                  </a:lnTo>
                  <a:lnTo>
                    <a:pt x="3218221" y="1901180"/>
                  </a:lnTo>
                  <a:lnTo>
                    <a:pt x="3218314" y="1901180"/>
                  </a:lnTo>
                  <a:lnTo>
                    <a:pt x="3218407" y="1901180"/>
                  </a:lnTo>
                  <a:lnTo>
                    <a:pt x="3218501" y="1901180"/>
                  </a:lnTo>
                  <a:lnTo>
                    <a:pt x="3218594" y="1901180"/>
                  </a:lnTo>
                  <a:lnTo>
                    <a:pt x="3218687" y="1901180"/>
                  </a:lnTo>
                  <a:lnTo>
                    <a:pt x="3218780" y="1901180"/>
                  </a:lnTo>
                  <a:lnTo>
                    <a:pt x="3218874" y="1901180"/>
                  </a:lnTo>
                  <a:lnTo>
                    <a:pt x="3218967" y="1901180"/>
                  </a:lnTo>
                  <a:lnTo>
                    <a:pt x="3219060" y="1901180"/>
                  </a:lnTo>
                  <a:lnTo>
                    <a:pt x="3219153" y="1901180"/>
                  </a:lnTo>
                  <a:lnTo>
                    <a:pt x="3219246" y="1901180"/>
                  </a:lnTo>
                  <a:lnTo>
                    <a:pt x="3219340" y="1901180"/>
                  </a:lnTo>
                  <a:lnTo>
                    <a:pt x="3219433" y="1901180"/>
                  </a:lnTo>
                  <a:lnTo>
                    <a:pt x="3219526" y="1901180"/>
                  </a:lnTo>
                  <a:lnTo>
                    <a:pt x="3219619" y="1901180"/>
                  </a:lnTo>
                  <a:lnTo>
                    <a:pt x="3219713" y="1901180"/>
                  </a:lnTo>
                  <a:lnTo>
                    <a:pt x="3219806" y="1901180"/>
                  </a:lnTo>
                  <a:lnTo>
                    <a:pt x="3219899" y="1901180"/>
                  </a:lnTo>
                  <a:lnTo>
                    <a:pt x="3219992" y="1901180"/>
                  </a:lnTo>
                  <a:lnTo>
                    <a:pt x="3220086" y="1901180"/>
                  </a:lnTo>
                  <a:lnTo>
                    <a:pt x="3220179" y="1901180"/>
                  </a:lnTo>
                  <a:lnTo>
                    <a:pt x="3220272" y="1901180"/>
                  </a:lnTo>
                  <a:lnTo>
                    <a:pt x="3220365" y="1901180"/>
                  </a:lnTo>
                  <a:lnTo>
                    <a:pt x="3220459" y="1901180"/>
                  </a:lnTo>
                  <a:lnTo>
                    <a:pt x="3220552" y="1901180"/>
                  </a:lnTo>
                  <a:lnTo>
                    <a:pt x="3220645" y="1901180"/>
                  </a:lnTo>
                  <a:lnTo>
                    <a:pt x="3220738" y="1901180"/>
                  </a:lnTo>
                  <a:lnTo>
                    <a:pt x="3220832" y="1901180"/>
                  </a:lnTo>
                  <a:lnTo>
                    <a:pt x="3220925" y="1901180"/>
                  </a:lnTo>
                  <a:lnTo>
                    <a:pt x="3221018" y="1901180"/>
                  </a:lnTo>
                  <a:lnTo>
                    <a:pt x="3221111" y="1901180"/>
                  </a:lnTo>
                  <a:lnTo>
                    <a:pt x="3221205" y="1901180"/>
                  </a:lnTo>
                  <a:lnTo>
                    <a:pt x="3221298" y="1901180"/>
                  </a:lnTo>
                  <a:lnTo>
                    <a:pt x="3221391" y="1901180"/>
                  </a:lnTo>
                  <a:lnTo>
                    <a:pt x="3221484" y="1901180"/>
                  </a:lnTo>
                  <a:lnTo>
                    <a:pt x="3221578" y="1901180"/>
                  </a:lnTo>
                  <a:lnTo>
                    <a:pt x="3221671" y="1901180"/>
                  </a:lnTo>
                  <a:lnTo>
                    <a:pt x="3221764" y="1901180"/>
                  </a:lnTo>
                  <a:lnTo>
                    <a:pt x="3221857" y="1901180"/>
                  </a:lnTo>
                  <a:lnTo>
                    <a:pt x="3221951" y="1901180"/>
                  </a:lnTo>
                  <a:lnTo>
                    <a:pt x="3222044" y="1901180"/>
                  </a:lnTo>
                  <a:lnTo>
                    <a:pt x="3222137" y="1901180"/>
                  </a:lnTo>
                  <a:lnTo>
                    <a:pt x="3222230" y="1901180"/>
                  </a:lnTo>
                  <a:lnTo>
                    <a:pt x="3222230" y="1891226"/>
                  </a:lnTo>
                  <a:lnTo>
                    <a:pt x="3222324" y="1891226"/>
                  </a:lnTo>
                  <a:lnTo>
                    <a:pt x="3222417" y="1891226"/>
                  </a:lnTo>
                  <a:lnTo>
                    <a:pt x="3222510" y="1891226"/>
                  </a:lnTo>
                  <a:lnTo>
                    <a:pt x="3222603" y="1891226"/>
                  </a:lnTo>
                  <a:lnTo>
                    <a:pt x="3222697" y="1891226"/>
                  </a:lnTo>
                  <a:lnTo>
                    <a:pt x="3222790" y="1891226"/>
                  </a:lnTo>
                  <a:lnTo>
                    <a:pt x="3222883" y="1891226"/>
                  </a:lnTo>
                  <a:lnTo>
                    <a:pt x="3222976" y="1891226"/>
                  </a:lnTo>
                  <a:lnTo>
                    <a:pt x="3223070" y="1891226"/>
                  </a:lnTo>
                  <a:lnTo>
                    <a:pt x="3223163" y="1891226"/>
                  </a:lnTo>
                  <a:lnTo>
                    <a:pt x="3223256" y="1891226"/>
                  </a:lnTo>
                  <a:lnTo>
                    <a:pt x="3223349" y="1891226"/>
                  </a:lnTo>
                  <a:lnTo>
                    <a:pt x="3223443" y="1891226"/>
                  </a:lnTo>
                  <a:lnTo>
                    <a:pt x="3223536" y="1891226"/>
                  </a:lnTo>
                  <a:lnTo>
                    <a:pt x="3223629" y="1891226"/>
                  </a:lnTo>
                  <a:lnTo>
                    <a:pt x="3223722" y="1891226"/>
                  </a:lnTo>
                  <a:lnTo>
                    <a:pt x="3223816" y="1891226"/>
                  </a:lnTo>
                  <a:lnTo>
                    <a:pt x="3223909" y="1891226"/>
                  </a:lnTo>
                  <a:lnTo>
                    <a:pt x="3224002" y="1891226"/>
                  </a:lnTo>
                  <a:lnTo>
                    <a:pt x="3224095" y="1891226"/>
                  </a:lnTo>
                  <a:lnTo>
                    <a:pt x="3224189" y="1891226"/>
                  </a:lnTo>
                  <a:lnTo>
                    <a:pt x="3224282" y="1891226"/>
                  </a:lnTo>
                  <a:lnTo>
                    <a:pt x="3224375" y="1891226"/>
                  </a:lnTo>
                  <a:lnTo>
                    <a:pt x="3224468" y="1891226"/>
                  </a:lnTo>
                  <a:lnTo>
                    <a:pt x="3224562" y="1891226"/>
                  </a:lnTo>
                  <a:lnTo>
                    <a:pt x="3224655" y="1891226"/>
                  </a:lnTo>
                  <a:lnTo>
                    <a:pt x="3224748" y="1891226"/>
                  </a:lnTo>
                  <a:lnTo>
                    <a:pt x="3224841" y="1891226"/>
                  </a:lnTo>
                  <a:lnTo>
                    <a:pt x="3224935" y="1891226"/>
                  </a:lnTo>
                  <a:lnTo>
                    <a:pt x="3225028" y="1891226"/>
                  </a:lnTo>
                  <a:lnTo>
                    <a:pt x="3225121" y="1891226"/>
                  </a:lnTo>
                  <a:lnTo>
                    <a:pt x="3225214" y="1891226"/>
                  </a:lnTo>
                  <a:lnTo>
                    <a:pt x="3225308" y="1891226"/>
                  </a:lnTo>
                  <a:lnTo>
                    <a:pt x="3225401" y="1891226"/>
                  </a:lnTo>
                  <a:lnTo>
                    <a:pt x="3225494" y="1891226"/>
                  </a:lnTo>
                  <a:lnTo>
                    <a:pt x="3225587" y="1891226"/>
                  </a:lnTo>
                  <a:lnTo>
                    <a:pt x="3225681" y="1891226"/>
                  </a:lnTo>
                  <a:lnTo>
                    <a:pt x="3225774" y="1891226"/>
                  </a:lnTo>
                  <a:lnTo>
                    <a:pt x="3225867" y="1891226"/>
                  </a:lnTo>
                  <a:lnTo>
                    <a:pt x="3225960" y="1891226"/>
                  </a:lnTo>
                  <a:lnTo>
                    <a:pt x="3226054" y="1891226"/>
                  </a:lnTo>
                  <a:lnTo>
                    <a:pt x="3226147" y="1891226"/>
                  </a:lnTo>
                  <a:lnTo>
                    <a:pt x="3226240" y="1891226"/>
                  </a:lnTo>
                  <a:lnTo>
                    <a:pt x="3226333" y="1891226"/>
                  </a:lnTo>
                  <a:lnTo>
                    <a:pt x="3226426" y="1891226"/>
                  </a:lnTo>
                  <a:lnTo>
                    <a:pt x="3226520" y="1891226"/>
                  </a:lnTo>
                  <a:lnTo>
                    <a:pt x="3226613" y="1891226"/>
                  </a:lnTo>
                  <a:lnTo>
                    <a:pt x="3226706" y="1891226"/>
                  </a:lnTo>
                  <a:lnTo>
                    <a:pt x="3226799" y="1891226"/>
                  </a:lnTo>
                  <a:lnTo>
                    <a:pt x="3226893" y="1891226"/>
                  </a:lnTo>
                  <a:lnTo>
                    <a:pt x="3226986" y="1891226"/>
                  </a:lnTo>
                  <a:lnTo>
                    <a:pt x="3227079" y="1891226"/>
                  </a:lnTo>
                  <a:lnTo>
                    <a:pt x="3227172" y="1891226"/>
                  </a:lnTo>
                  <a:lnTo>
                    <a:pt x="3227266" y="1891226"/>
                  </a:lnTo>
                  <a:lnTo>
                    <a:pt x="3227359" y="1891226"/>
                  </a:lnTo>
                  <a:lnTo>
                    <a:pt x="3227452" y="1891226"/>
                  </a:lnTo>
                  <a:lnTo>
                    <a:pt x="3227545" y="1891226"/>
                  </a:lnTo>
                  <a:lnTo>
                    <a:pt x="3227639" y="1891226"/>
                  </a:lnTo>
                  <a:lnTo>
                    <a:pt x="3227732" y="1891226"/>
                  </a:lnTo>
                  <a:lnTo>
                    <a:pt x="3227825" y="1891226"/>
                  </a:lnTo>
                  <a:lnTo>
                    <a:pt x="3227918" y="1891226"/>
                  </a:lnTo>
                  <a:lnTo>
                    <a:pt x="3228012" y="1891226"/>
                  </a:lnTo>
                  <a:lnTo>
                    <a:pt x="3228105" y="1891226"/>
                  </a:lnTo>
                  <a:lnTo>
                    <a:pt x="3228198" y="1891226"/>
                  </a:lnTo>
                  <a:lnTo>
                    <a:pt x="3228291" y="1891226"/>
                  </a:lnTo>
                  <a:lnTo>
                    <a:pt x="3228385" y="1891226"/>
                  </a:lnTo>
                  <a:lnTo>
                    <a:pt x="3228478" y="1891226"/>
                  </a:lnTo>
                  <a:lnTo>
                    <a:pt x="3228571" y="1891226"/>
                  </a:lnTo>
                  <a:lnTo>
                    <a:pt x="3228664" y="1891226"/>
                  </a:lnTo>
                  <a:lnTo>
                    <a:pt x="3228758" y="1891226"/>
                  </a:lnTo>
                  <a:lnTo>
                    <a:pt x="3228851" y="1891226"/>
                  </a:lnTo>
                  <a:lnTo>
                    <a:pt x="3228944" y="1891226"/>
                  </a:lnTo>
                  <a:lnTo>
                    <a:pt x="3229037" y="1891226"/>
                  </a:lnTo>
                  <a:lnTo>
                    <a:pt x="3229131" y="1891226"/>
                  </a:lnTo>
                  <a:lnTo>
                    <a:pt x="3229224" y="1891226"/>
                  </a:lnTo>
                  <a:lnTo>
                    <a:pt x="3229317" y="1891226"/>
                  </a:lnTo>
                  <a:lnTo>
                    <a:pt x="3229410" y="1891226"/>
                  </a:lnTo>
                  <a:lnTo>
                    <a:pt x="3229504" y="1891226"/>
                  </a:lnTo>
                  <a:lnTo>
                    <a:pt x="3229597" y="1891226"/>
                  </a:lnTo>
                  <a:lnTo>
                    <a:pt x="3229690" y="1891226"/>
                  </a:lnTo>
                  <a:lnTo>
                    <a:pt x="3229783" y="1891226"/>
                  </a:lnTo>
                  <a:lnTo>
                    <a:pt x="3229877" y="1891226"/>
                  </a:lnTo>
                  <a:lnTo>
                    <a:pt x="3229970" y="1891226"/>
                  </a:lnTo>
                  <a:lnTo>
                    <a:pt x="3230063" y="1891226"/>
                  </a:lnTo>
                  <a:lnTo>
                    <a:pt x="3230156" y="1891226"/>
                  </a:lnTo>
                  <a:lnTo>
                    <a:pt x="3230250" y="1891226"/>
                  </a:lnTo>
                  <a:lnTo>
                    <a:pt x="3230343" y="1891226"/>
                  </a:lnTo>
                  <a:lnTo>
                    <a:pt x="3230436" y="1891226"/>
                  </a:lnTo>
                  <a:lnTo>
                    <a:pt x="3230529" y="1891226"/>
                  </a:lnTo>
                  <a:lnTo>
                    <a:pt x="3230623" y="1891226"/>
                  </a:lnTo>
                  <a:lnTo>
                    <a:pt x="3230716" y="1891226"/>
                  </a:lnTo>
                  <a:lnTo>
                    <a:pt x="3230809" y="1891226"/>
                  </a:lnTo>
                  <a:lnTo>
                    <a:pt x="3230902" y="1891226"/>
                  </a:lnTo>
                  <a:lnTo>
                    <a:pt x="3230996" y="1891226"/>
                  </a:lnTo>
                  <a:lnTo>
                    <a:pt x="3231089" y="1891226"/>
                  </a:lnTo>
                  <a:lnTo>
                    <a:pt x="3231182" y="1891226"/>
                  </a:lnTo>
                  <a:lnTo>
                    <a:pt x="3231275" y="1891226"/>
                  </a:lnTo>
                  <a:lnTo>
                    <a:pt x="3231369" y="1891226"/>
                  </a:lnTo>
                  <a:lnTo>
                    <a:pt x="3231462" y="1891226"/>
                  </a:lnTo>
                  <a:lnTo>
                    <a:pt x="3231555" y="1891226"/>
                  </a:lnTo>
                  <a:lnTo>
                    <a:pt x="3231648" y="1891226"/>
                  </a:lnTo>
                  <a:lnTo>
                    <a:pt x="3231742" y="1891226"/>
                  </a:lnTo>
                  <a:lnTo>
                    <a:pt x="3231835" y="1891226"/>
                  </a:lnTo>
                  <a:lnTo>
                    <a:pt x="3231928" y="1891226"/>
                  </a:lnTo>
                  <a:lnTo>
                    <a:pt x="3232021" y="1891226"/>
                  </a:lnTo>
                  <a:lnTo>
                    <a:pt x="3232115" y="1891226"/>
                  </a:lnTo>
                  <a:lnTo>
                    <a:pt x="3232208" y="1891226"/>
                  </a:lnTo>
                  <a:lnTo>
                    <a:pt x="3232301" y="1891226"/>
                  </a:lnTo>
                  <a:lnTo>
                    <a:pt x="3232394" y="1891226"/>
                  </a:lnTo>
                  <a:lnTo>
                    <a:pt x="3232488" y="1891226"/>
                  </a:lnTo>
                  <a:lnTo>
                    <a:pt x="3232581" y="1891226"/>
                  </a:lnTo>
                  <a:lnTo>
                    <a:pt x="3232674" y="1891226"/>
                  </a:lnTo>
                  <a:lnTo>
                    <a:pt x="3232767" y="1891226"/>
                  </a:lnTo>
                  <a:lnTo>
                    <a:pt x="3232861" y="1891226"/>
                  </a:lnTo>
                  <a:lnTo>
                    <a:pt x="3232954" y="1891226"/>
                  </a:lnTo>
                  <a:lnTo>
                    <a:pt x="3233047" y="1891226"/>
                  </a:lnTo>
                  <a:lnTo>
                    <a:pt x="3233140" y="1891226"/>
                  </a:lnTo>
                  <a:lnTo>
                    <a:pt x="3233233" y="1891226"/>
                  </a:lnTo>
                  <a:lnTo>
                    <a:pt x="3233327" y="1891226"/>
                  </a:lnTo>
                  <a:lnTo>
                    <a:pt x="3233420" y="1891226"/>
                  </a:lnTo>
                  <a:lnTo>
                    <a:pt x="3233513" y="1891226"/>
                  </a:lnTo>
                  <a:lnTo>
                    <a:pt x="3233606" y="1891226"/>
                  </a:lnTo>
                  <a:lnTo>
                    <a:pt x="3233700" y="1891226"/>
                  </a:lnTo>
                  <a:lnTo>
                    <a:pt x="3233793" y="1891226"/>
                  </a:lnTo>
                  <a:lnTo>
                    <a:pt x="3233886" y="1891226"/>
                  </a:lnTo>
                  <a:lnTo>
                    <a:pt x="3233979" y="1891226"/>
                  </a:lnTo>
                  <a:lnTo>
                    <a:pt x="3233979" y="1881272"/>
                  </a:lnTo>
                  <a:lnTo>
                    <a:pt x="3234073" y="1881272"/>
                  </a:lnTo>
                  <a:lnTo>
                    <a:pt x="3234166" y="1881272"/>
                  </a:lnTo>
                  <a:lnTo>
                    <a:pt x="3234259" y="1881272"/>
                  </a:lnTo>
                  <a:lnTo>
                    <a:pt x="3234352" y="1881272"/>
                  </a:lnTo>
                  <a:lnTo>
                    <a:pt x="3234446" y="1881272"/>
                  </a:lnTo>
                  <a:lnTo>
                    <a:pt x="3234539" y="1881272"/>
                  </a:lnTo>
                  <a:lnTo>
                    <a:pt x="3234632" y="1881272"/>
                  </a:lnTo>
                  <a:lnTo>
                    <a:pt x="3234725" y="1881272"/>
                  </a:lnTo>
                  <a:lnTo>
                    <a:pt x="3234819" y="1881272"/>
                  </a:lnTo>
                  <a:lnTo>
                    <a:pt x="3234912" y="1881272"/>
                  </a:lnTo>
                  <a:lnTo>
                    <a:pt x="3235005" y="1881272"/>
                  </a:lnTo>
                  <a:lnTo>
                    <a:pt x="3235098" y="1881272"/>
                  </a:lnTo>
                  <a:lnTo>
                    <a:pt x="3235192" y="1881272"/>
                  </a:lnTo>
                  <a:lnTo>
                    <a:pt x="3235285" y="1881272"/>
                  </a:lnTo>
                  <a:lnTo>
                    <a:pt x="3235378" y="1881272"/>
                  </a:lnTo>
                  <a:lnTo>
                    <a:pt x="3235471" y="1881272"/>
                  </a:lnTo>
                  <a:lnTo>
                    <a:pt x="3235565" y="1881272"/>
                  </a:lnTo>
                  <a:lnTo>
                    <a:pt x="3235658" y="1881272"/>
                  </a:lnTo>
                  <a:lnTo>
                    <a:pt x="3235751" y="1881272"/>
                  </a:lnTo>
                  <a:lnTo>
                    <a:pt x="3235844" y="1881272"/>
                  </a:lnTo>
                  <a:lnTo>
                    <a:pt x="3235938" y="1881272"/>
                  </a:lnTo>
                  <a:lnTo>
                    <a:pt x="3236031" y="1881272"/>
                  </a:lnTo>
                  <a:lnTo>
                    <a:pt x="3236124" y="1881272"/>
                  </a:lnTo>
                  <a:lnTo>
                    <a:pt x="3236217" y="1881272"/>
                  </a:lnTo>
                  <a:lnTo>
                    <a:pt x="3236311" y="1881272"/>
                  </a:lnTo>
                  <a:lnTo>
                    <a:pt x="3236404" y="1881272"/>
                  </a:lnTo>
                  <a:lnTo>
                    <a:pt x="3236497" y="1881272"/>
                  </a:lnTo>
                  <a:lnTo>
                    <a:pt x="3236590" y="1881272"/>
                  </a:lnTo>
                  <a:lnTo>
                    <a:pt x="3236684" y="1881272"/>
                  </a:lnTo>
                  <a:lnTo>
                    <a:pt x="3236777" y="1881272"/>
                  </a:lnTo>
                  <a:lnTo>
                    <a:pt x="3236870" y="1881272"/>
                  </a:lnTo>
                  <a:lnTo>
                    <a:pt x="3236963" y="1881272"/>
                  </a:lnTo>
                  <a:lnTo>
                    <a:pt x="3237057" y="1881272"/>
                  </a:lnTo>
                  <a:lnTo>
                    <a:pt x="3237150" y="1881272"/>
                  </a:lnTo>
                  <a:lnTo>
                    <a:pt x="3237243" y="1881272"/>
                  </a:lnTo>
                  <a:lnTo>
                    <a:pt x="3237336" y="1881272"/>
                  </a:lnTo>
                  <a:lnTo>
                    <a:pt x="3237430" y="1881272"/>
                  </a:lnTo>
                  <a:lnTo>
                    <a:pt x="3237523" y="1881272"/>
                  </a:lnTo>
                  <a:lnTo>
                    <a:pt x="3237616" y="1881272"/>
                  </a:lnTo>
                  <a:lnTo>
                    <a:pt x="3237709" y="1881272"/>
                  </a:lnTo>
                  <a:lnTo>
                    <a:pt x="3237803" y="1881272"/>
                  </a:lnTo>
                  <a:lnTo>
                    <a:pt x="3237896" y="1881272"/>
                  </a:lnTo>
                  <a:lnTo>
                    <a:pt x="3237989" y="1881272"/>
                  </a:lnTo>
                  <a:lnTo>
                    <a:pt x="3238082" y="1881272"/>
                  </a:lnTo>
                  <a:lnTo>
                    <a:pt x="3238176" y="1881272"/>
                  </a:lnTo>
                  <a:lnTo>
                    <a:pt x="3238269" y="1881272"/>
                  </a:lnTo>
                  <a:lnTo>
                    <a:pt x="3238362" y="1881272"/>
                  </a:lnTo>
                  <a:lnTo>
                    <a:pt x="3238455" y="1881272"/>
                  </a:lnTo>
                  <a:lnTo>
                    <a:pt x="3238549" y="1881272"/>
                  </a:lnTo>
                  <a:lnTo>
                    <a:pt x="3238642" y="1881272"/>
                  </a:lnTo>
                  <a:lnTo>
                    <a:pt x="3238735" y="1881272"/>
                  </a:lnTo>
                  <a:lnTo>
                    <a:pt x="3238828" y="1881272"/>
                  </a:lnTo>
                  <a:lnTo>
                    <a:pt x="3238922" y="1881272"/>
                  </a:lnTo>
                  <a:lnTo>
                    <a:pt x="3239015" y="1881272"/>
                  </a:lnTo>
                  <a:lnTo>
                    <a:pt x="3239108" y="1881272"/>
                  </a:lnTo>
                  <a:lnTo>
                    <a:pt x="3239201" y="1881272"/>
                  </a:lnTo>
                  <a:lnTo>
                    <a:pt x="3239295" y="1881272"/>
                  </a:lnTo>
                  <a:lnTo>
                    <a:pt x="3239388" y="1881272"/>
                  </a:lnTo>
                  <a:lnTo>
                    <a:pt x="3239481" y="1881272"/>
                  </a:lnTo>
                  <a:lnTo>
                    <a:pt x="3239574" y="1881272"/>
                  </a:lnTo>
                  <a:lnTo>
                    <a:pt x="3239668" y="1881272"/>
                  </a:lnTo>
                  <a:lnTo>
                    <a:pt x="3239761" y="1881272"/>
                  </a:lnTo>
                  <a:lnTo>
                    <a:pt x="3239854" y="1881272"/>
                  </a:lnTo>
                  <a:lnTo>
                    <a:pt x="3239947" y="1881272"/>
                  </a:lnTo>
                  <a:lnTo>
                    <a:pt x="3240040" y="1881272"/>
                  </a:lnTo>
                  <a:lnTo>
                    <a:pt x="3240134" y="1881272"/>
                  </a:lnTo>
                  <a:lnTo>
                    <a:pt x="3240227" y="1881272"/>
                  </a:lnTo>
                  <a:lnTo>
                    <a:pt x="3240320" y="1881272"/>
                  </a:lnTo>
                  <a:lnTo>
                    <a:pt x="3240413" y="1881272"/>
                  </a:lnTo>
                  <a:lnTo>
                    <a:pt x="3240507" y="1881272"/>
                  </a:lnTo>
                  <a:lnTo>
                    <a:pt x="3240600" y="1881272"/>
                  </a:lnTo>
                  <a:lnTo>
                    <a:pt x="3240693" y="1881272"/>
                  </a:lnTo>
                  <a:lnTo>
                    <a:pt x="3240786" y="1881272"/>
                  </a:lnTo>
                  <a:lnTo>
                    <a:pt x="3240880" y="1881272"/>
                  </a:lnTo>
                  <a:lnTo>
                    <a:pt x="3240973" y="1881272"/>
                  </a:lnTo>
                  <a:lnTo>
                    <a:pt x="3241066" y="1881272"/>
                  </a:lnTo>
                  <a:lnTo>
                    <a:pt x="3241159" y="1881272"/>
                  </a:lnTo>
                  <a:lnTo>
                    <a:pt x="3241253" y="1881272"/>
                  </a:lnTo>
                  <a:lnTo>
                    <a:pt x="3241346" y="1881272"/>
                  </a:lnTo>
                  <a:lnTo>
                    <a:pt x="3241439" y="1881272"/>
                  </a:lnTo>
                  <a:lnTo>
                    <a:pt x="3241532" y="1881272"/>
                  </a:lnTo>
                  <a:lnTo>
                    <a:pt x="3241626" y="1881272"/>
                  </a:lnTo>
                  <a:lnTo>
                    <a:pt x="3241719" y="1881272"/>
                  </a:lnTo>
                  <a:lnTo>
                    <a:pt x="3241812" y="1881272"/>
                  </a:lnTo>
                  <a:lnTo>
                    <a:pt x="3241905" y="1881272"/>
                  </a:lnTo>
                  <a:lnTo>
                    <a:pt x="3241999" y="1881272"/>
                  </a:lnTo>
                  <a:lnTo>
                    <a:pt x="3242092" y="1881272"/>
                  </a:lnTo>
                  <a:lnTo>
                    <a:pt x="3242185" y="1881272"/>
                  </a:lnTo>
                  <a:lnTo>
                    <a:pt x="3242278" y="1881272"/>
                  </a:lnTo>
                  <a:lnTo>
                    <a:pt x="3242372" y="1881272"/>
                  </a:lnTo>
                  <a:lnTo>
                    <a:pt x="3242465" y="1881272"/>
                  </a:lnTo>
                  <a:lnTo>
                    <a:pt x="3242558" y="1881272"/>
                  </a:lnTo>
                  <a:lnTo>
                    <a:pt x="3242651" y="1881272"/>
                  </a:lnTo>
                  <a:lnTo>
                    <a:pt x="3242745" y="1881272"/>
                  </a:lnTo>
                  <a:lnTo>
                    <a:pt x="3242838" y="1881272"/>
                  </a:lnTo>
                  <a:lnTo>
                    <a:pt x="3242931" y="1881272"/>
                  </a:lnTo>
                  <a:lnTo>
                    <a:pt x="3243024" y="1881272"/>
                  </a:lnTo>
                  <a:lnTo>
                    <a:pt x="3243118" y="1881272"/>
                  </a:lnTo>
                  <a:lnTo>
                    <a:pt x="3243211" y="1881272"/>
                  </a:lnTo>
                  <a:lnTo>
                    <a:pt x="3243304" y="1881272"/>
                  </a:lnTo>
                  <a:lnTo>
                    <a:pt x="3243397" y="1881272"/>
                  </a:lnTo>
                  <a:lnTo>
                    <a:pt x="3243491" y="1881272"/>
                  </a:lnTo>
                  <a:lnTo>
                    <a:pt x="3243584" y="1881272"/>
                  </a:lnTo>
                  <a:lnTo>
                    <a:pt x="3243677" y="1881272"/>
                  </a:lnTo>
                  <a:lnTo>
                    <a:pt x="3243770" y="1881272"/>
                  </a:lnTo>
                  <a:lnTo>
                    <a:pt x="3243864" y="1881272"/>
                  </a:lnTo>
                  <a:lnTo>
                    <a:pt x="3243957" y="1881272"/>
                  </a:lnTo>
                  <a:lnTo>
                    <a:pt x="3244050" y="1881272"/>
                  </a:lnTo>
                  <a:lnTo>
                    <a:pt x="3244143" y="1881272"/>
                  </a:lnTo>
                  <a:lnTo>
                    <a:pt x="3244237" y="1881272"/>
                  </a:lnTo>
                  <a:lnTo>
                    <a:pt x="3244330" y="1881272"/>
                  </a:lnTo>
                  <a:lnTo>
                    <a:pt x="3244423" y="1881272"/>
                  </a:lnTo>
                  <a:lnTo>
                    <a:pt x="3244516" y="1881272"/>
                  </a:lnTo>
                  <a:lnTo>
                    <a:pt x="3244610" y="1881272"/>
                  </a:lnTo>
                  <a:lnTo>
                    <a:pt x="3244703" y="1881272"/>
                  </a:lnTo>
                  <a:lnTo>
                    <a:pt x="3244796" y="1881272"/>
                  </a:lnTo>
                  <a:lnTo>
                    <a:pt x="3244889" y="1881272"/>
                  </a:lnTo>
                  <a:lnTo>
                    <a:pt x="3244983" y="1881272"/>
                  </a:lnTo>
                  <a:lnTo>
                    <a:pt x="3245076" y="1881272"/>
                  </a:lnTo>
                  <a:lnTo>
                    <a:pt x="3245169" y="1881272"/>
                  </a:lnTo>
                  <a:lnTo>
                    <a:pt x="3245262" y="1881272"/>
                  </a:lnTo>
                  <a:lnTo>
                    <a:pt x="3245356" y="1881272"/>
                  </a:lnTo>
                  <a:lnTo>
                    <a:pt x="3245449" y="1881272"/>
                  </a:lnTo>
                  <a:lnTo>
                    <a:pt x="3245542" y="1881272"/>
                  </a:lnTo>
                  <a:lnTo>
                    <a:pt x="3245635" y="1881272"/>
                  </a:lnTo>
                  <a:lnTo>
                    <a:pt x="3245729" y="1881272"/>
                  </a:lnTo>
                  <a:lnTo>
                    <a:pt x="3245822" y="1881272"/>
                  </a:lnTo>
                  <a:lnTo>
                    <a:pt x="3245915" y="1881272"/>
                  </a:lnTo>
                  <a:lnTo>
                    <a:pt x="3245915" y="1871318"/>
                  </a:lnTo>
                  <a:lnTo>
                    <a:pt x="3246008" y="1871318"/>
                  </a:lnTo>
                  <a:lnTo>
                    <a:pt x="3246102" y="1871318"/>
                  </a:lnTo>
                  <a:lnTo>
                    <a:pt x="3246195" y="1871318"/>
                  </a:lnTo>
                  <a:lnTo>
                    <a:pt x="3246288" y="1871318"/>
                  </a:lnTo>
                  <a:lnTo>
                    <a:pt x="3246381" y="1871318"/>
                  </a:lnTo>
                  <a:lnTo>
                    <a:pt x="3246475" y="1871318"/>
                  </a:lnTo>
                  <a:lnTo>
                    <a:pt x="3246568" y="1871318"/>
                  </a:lnTo>
                  <a:lnTo>
                    <a:pt x="3246661" y="1871318"/>
                  </a:lnTo>
                  <a:lnTo>
                    <a:pt x="3246754" y="1871318"/>
                  </a:lnTo>
                  <a:lnTo>
                    <a:pt x="3246848" y="1871318"/>
                  </a:lnTo>
                  <a:lnTo>
                    <a:pt x="3246941" y="1871318"/>
                  </a:lnTo>
                  <a:lnTo>
                    <a:pt x="3247034" y="1871318"/>
                  </a:lnTo>
                  <a:lnTo>
                    <a:pt x="3247127" y="1871318"/>
                  </a:lnTo>
                  <a:lnTo>
                    <a:pt x="3247220" y="1871318"/>
                  </a:lnTo>
                  <a:lnTo>
                    <a:pt x="3247314" y="1871318"/>
                  </a:lnTo>
                  <a:lnTo>
                    <a:pt x="3247407" y="1871318"/>
                  </a:lnTo>
                  <a:lnTo>
                    <a:pt x="3247500" y="1871318"/>
                  </a:lnTo>
                  <a:lnTo>
                    <a:pt x="3247593" y="1871318"/>
                  </a:lnTo>
                  <a:lnTo>
                    <a:pt x="3247687" y="1871318"/>
                  </a:lnTo>
                  <a:lnTo>
                    <a:pt x="3247780" y="1871318"/>
                  </a:lnTo>
                  <a:lnTo>
                    <a:pt x="3247873" y="1871318"/>
                  </a:lnTo>
                  <a:lnTo>
                    <a:pt x="3247966" y="1871318"/>
                  </a:lnTo>
                  <a:lnTo>
                    <a:pt x="3248060" y="1871318"/>
                  </a:lnTo>
                  <a:lnTo>
                    <a:pt x="3248153" y="1871318"/>
                  </a:lnTo>
                  <a:lnTo>
                    <a:pt x="3248246" y="1871318"/>
                  </a:lnTo>
                  <a:lnTo>
                    <a:pt x="3248339" y="1871318"/>
                  </a:lnTo>
                  <a:lnTo>
                    <a:pt x="3248433" y="1871318"/>
                  </a:lnTo>
                  <a:lnTo>
                    <a:pt x="3248526" y="1871318"/>
                  </a:lnTo>
                  <a:lnTo>
                    <a:pt x="3248619" y="1871318"/>
                  </a:lnTo>
                  <a:lnTo>
                    <a:pt x="3248712" y="1871318"/>
                  </a:lnTo>
                  <a:lnTo>
                    <a:pt x="3248806" y="1871318"/>
                  </a:lnTo>
                  <a:lnTo>
                    <a:pt x="3248899" y="1871318"/>
                  </a:lnTo>
                  <a:lnTo>
                    <a:pt x="3248992" y="1871318"/>
                  </a:lnTo>
                  <a:lnTo>
                    <a:pt x="3249085" y="1871318"/>
                  </a:lnTo>
                  <a:lnTo>
                    <a:pt x="3249179" y="1871318"/>
                  </a:lnTo>
                  <a:lnTo>
                    <a:pt x="3249272" y="1871318"/>
                  </a:lnTo>
                  <a:lnTo>
                    <a:pt x="3249365" y="1871318"/>
                  </a:lnTo>
                  <a:lnTo>
                    <a:pt x="3249458" y="1871318"/>
                  </a:lnTo>
                  <a:lnTo>
                    <a:pt x="3249552" y="1871318"/>
                  </a:lnTo>
                  <a:lnTo>
                    <a:pt x="3249645" y="1871318"/>
                  </a:lnTo>
                  <a:lnTo>
                    <a:pt x="3249738" y="1871318"/>
                  </a:lnTo>
                  <a:lnTo>
                    <a:pt x="3249831" y="1871318"/>
                  </a:lnTo>
                  <a:lnTo>
                    <a:pt x="3249925" y="1871318"/>
                  </a:lnTo>
                  <a:lnTo>
                    <a:pt x="3250018" y="1871318"/>
                  </a:lnTo>
                  <a:lnTo>
                    <a:pt x="3250111" y="1871318"/>
                  </a:lnTo>
                  <a:lnTo>
                    <a:pt x="3250204" y="1871318"/>
                  </a:lnTo>
                  <a:lnTo>
                    <a:pt x="3250298" y="1871318"/>
                  </a:lnTo>
                  <a:lnTo>
                    <a:pt x="3250391" y="1871318"/>
                  </a:lnTo>
                  <a:lnTo>
                    <a:pt x="3250484" y="1871318"/>
                  </a:lnTo>
                  <a:lnTo>
                    <a:pt x="3250577" y="1871318"/>
                  </a:lnTo>
                  <a:lnTo>
                    <a:pt x="3250671" y="1871318"/>
                  </a:lnTo>
                  <a:lnTo>
                    <a:pt x="3250764" y="1871318"/>
                  </a:lnTo>
                  <a:lnTo>
                    <a:pt x="3250857" y="1871318"/>
                  </a:lnTo>
                  <a:lnTo>
                    <a:pt x="3250950" y="1871318"/>
                  </a:lnTo>
                  <a:lnTo>
                    <a:pt x="3251044" y="1871318"/>
                  </a:lnTo>
                  <a:lnTo>
                    <a:pt x="3251137" y="1871318"/>
                  </a:lnTo>
                  <a:lnTo>
                    <a:pt x="3251230" y="1871318"/>
                  </a:lnTo>
                  <a:lnTo>
                    <a:pt x="3251323" y="1871318"/>
                  </a:lnTo>
                  <a:lnTo>
                    <a:pt x="3251417" y="1871318"/>
                  </a:lnTo>
                  <a:lnTo>
                    <a:pt x="3251510" y="1871318"/>
                  </a:lnTo>
                  <a:lnTo>
                    <a:pt x="3251603" y="1871318"/>
                  </a:lnTo>
                  <a:lnTo>
                    <a:pt x="3251696" y="1871318"/>
                  </a:lnTo>
                  <a:lnTo>
                    <a:pt x="3251790" y="1871318"/>
                  </a:lnTo>
                  <a:lnTo>
                    <a:pt x="3251883" y="1871318"/>
                  </a:lnTo>
                  <a:lnTo>
                    <a:pt x="3251976" y="1871318"/>
                  </a:lnTo>
                  <a:lnTo>
                    <a:pt x="3252069" y="1871318"/>
                  </a:lnTo>
                  <a:lnTo>
                    <a:pt x="3252163" y="1871318"/>
                  </a:lnTo>
                  <a:lnTo>
                    <a:pt x="3252256" y="1871318"/>
                  </a:lnTo>
                  <a:lnTo>
                    <a:pt x="3252349" y="1871318"/>
                  </a:lnTo>
                  <a:lnTo>
                    <a:pt x="3252442" y="1871318"/>
                  </a:lnTo>
                  <a:lnTo>
                    <a:pt x="3252536" y="1871318"/>
                  </a:lnTo>
                  <a:lnTo>
                    <a:pt x="3252629" y="1871318"/>
                  </a:lnTo>
                  <a:lnTo>
                    <a:pt x="3252722" y="1871318"/>
                  </a:lnTo>
                  <a:lnTo>
                    <a:pt x="3252815" y="1871318"/>
                  </a:lnTo>
                  <a:lnTo>
                    <a:pt x="3252909" y="1871318"/>
                  </a:lnTo>
                  <a:lnTo>
                    <a:pt x="3253002" y="1871318"/>
                  </a:lnTo>
                  <a:lnTo>
                    <a:pt x="3253095" y="1871318"/>
                  </a:lnTo>
                  <a:lnTo>
                    <a:pt x="3253188" y="1871318"/>
                  </a:lnTo>
                  <a:lnTo>
                    <a:pt x="3253282" y="1871318"/>
                  </a:lnTo>
                  <a:lnTo>
                    <a:pt x="3253375" y="1871318"/>
                  </a:lnTo>
                  <a:lnTo>
                    <a:pt x="3253468" y="1871318"/>
                  </a:lnTo>
                  <a:lnTo>
                    <a:pt x="3253561" y="1871318"/>
                  </a:lnTo>
                  <a:lnTo>
                    <a:pt x="3253655" y="1871318"/>
                  </a:lnTo>
                  <a:lnTo>
                    <a:pt x="3253748" y="1871318"/>
                  </a:lnTo>
                  <a:lnTo>
                    <a:pt x="3253841" y="1871318"/>
                  </a:lnTo>
                  <a:lnTo>
                    <a:pt x="3253934" y="1871318"/>
                  </a:lnTo>
                  <a:lnTo>
                    <a:pt x="3254027" y="1871318"/>
                  </a:lnTo>
                  <a:lnTo>
                    <a:pt x="3254121" y="1871318"/>
                  </a:lnTo>
                  <a:lnTo>
                    <a:pt x="3254214" y="1871318"/>
                  </a:lnTo>
                  <a:lnTo>
                    <a:pt x="3254307" y="1871318"/>
                  </a:lnTo>
                  <a:lnTo>
                    <a:pt x="3254307" y="1861364"/>
                  </a:lnTo>
                  <a:lnTo>
                    <a:pt x="3254400" y="1861364"/>
                  </a:lnTo>
                  <a:lnTo>
                    <a:pt x="3254494" y="1861364"/>
                  </a:lnTo>
                  <a:lnTo>
                    <a:pt x="3254587" y="1861364"/>
                  </a:lnTo>
                  <a:lnTo>
                    <a:pt x="3254680" y="1861364"/>
                  </a:lnTo>
                  <a:lnTo>
                    <a:pt x="3254773" y="1861364"/>
                  </a:lnTo>
                  <a:lnTo>
                    <a:pt x="3254867" y="1861364"/>
                  </a:lnTo>
                  <a:lnTo>
                    <a:pt x="3254960" y="1861364"/>
                  </a:lnTo>
                  <a:lnTo>
                    <a:pt x="3255053" y="1861364"/>
                  </a:lnTo>
                  <a:lnTo>
                    <a:pt x="3255146" y="1861364"/>
                  </a:lnTo>
                  <a:lnTo>
                    <a:pt x="3255240" y="1861364"/>
                  </a:lnTo>
                  <a:lnTo>
                    <a:pt x="3255333" y="1861364"/>
                  </a:lnTo>
                  <a:lnTo>
                    <a:pt x="3255426" y="1861364"/>
                  </a:lnTo>
                  <a:lnTo>
                    <a:pt x="3255519" y="1861364"/>
                  </a:lnTo>
                  <a:lnTo>
                    <a:pt x="3255613" y="1861364"/>
                  </a:lnTo>
                  <a:lnTo>
                    <a:pt x="3255706" y="1861364"/>
                  </a:lnTo>
                  <a:lnTo>
                    <a:pt x="3255799" y="1861364"/>
                  </a:lnTo>
                  <a:lnTo>
                    <a:pt x="3255892" y="1861364"/>
                  </a:lnTo>
                  <a:lnTo>
                    <a:pt x="3255986" y="1861364"/>
                  </a:lnTo>
                  <a:lnTo>
                    <a:pt x="3256079" y="1861364"/>
                  </a:lnTo>
                  <a:lnTo>
                    <a:pt x="3256172" y="1861364"/>
                  </a:lnTo>
                  <a:lnTo>
                    <a:pt x="3256265" y="1861364"/>
                  </a:lnTo>
                  <a:lnTo>
                    <a:pt x="3256359" y="1861364"/>
                  </a:lnTo>
                  <a:lnTo>
                    <a:pt x="3256452" y="1861364"/>
                  </a:lnTo>
                  <a:lnTo>
                    <a:pt x="3256545" y="1861364"/>
                  </a:lnTo>
                  <a:lnTo>
                    <a:pt x="3256638" y="1861364"/>
                  </a:lnTo>
                  <a:lnTo>
                    <a:pt x="3256732" y="1861364"/>
                  </a:lnTo>
                  <a:lnTo>
                    <a:pt x="3256825" y="1861364"/>
                  </a:lnTo>
                  <a:lnTo>
                    <a:pt x="3256918" y="1861364"/>
                  </a:lnTo>
                  <a:lnTo>
                    <a:pt x="3257011" y="1861364"/>
                  </a:lnTo>
                  <a:lnTo>
                    <a:pt x="3257105" y="1861364"/>
                  </a:lnTo>
                  <a:lnTo>
                    <a:pt x="3257198" y="1861364"/>
                  </a:lnTo>
                  <a:lnTo>
                    <a:pt x="3257291" y="1861364"/>
                  </a:lnTo>
                  <a:lnTo>
                    <a:pt x="3257384" y="1861364"/>
                  </a:lnTo>
                  <a:lnTo>
                    <a:pt x="3257478" y="1861364"/>
                  </a:lnTo>
                  <a:lnTo>
                    <a:pt x="3257571" y="1861364"/>
                  </a:lnTo>
                  <a:lnTo>
                    <a:pt x="3257664" y="1861364"/>
                  </a:lnTo>
                  <a:lnTo>
                    <a:pt x="3257757" y="1861364"/>
                  </a:lnTo>
                  <a:lnTo>
                    <a:pt x="3257851" y="1861364"/>
                  </a:lnTo>
                  <a:lnTo>
                    <a:pt x="3257944" y="1861364"/>
                  </a:lnTo>
                  <a:lnTo>
                    <a:pt x="3258037" y="1861364"/>
                  </a:lnTo>
                  <a:lnTo>
                    <a:pt x="3258130" y="1861364"/>
                  </a:lnTo>
                  <a:lnTo>
                    <a:pt x="3258224" y="1861364"/>
                  </a:lnTo>
                  <a:lnTo>
                    <a:pt x="3258317" y="1861364"/>
                  </a:lnTo>
                  <a:lnTo>
                    <a:pt x="3258410" y="1861364"/>
                  </a:lnTo>
                  <a:lnTo>
                    <a:pt x="3258503" y="1861364"/>
                  </a:lnTo>
                  <a:lnTo>
                    <a:pt x="3258597" y="1861364"/>
                  </a:lnTo>
                  <a:lnTo>
                    <a:pt x="3258690" y="1861364"/>
                  </a:lnTo>
                  <a:lnTo>
                    <a:pt x="3258783" y="1861364"/>
                  </a:lnTo>
                  <a:lnTo>
                    <a:pt x="3258876" y="1861364"/>
                  </a:lnTo>
                  <a:lnTo>
                    <a:pt x="3258970" y="1861364"/>
                  </a:lnTo>
                  <a:lnTo>
                    <a:pt x="3259063" y="1861364"/>
                  </a:lnTo>
                  <a:lnTo>
                    <a:pt x="3259156" y="1861364"/>
                  </a:lnTo>
                  <a:lnTo>
                    <a:pt x="3259249" y="1861364"/>
                  </a:lnTo>
                  <a:lnTo>
                    <a:pt x="3259343" y="1861364"/>
                  </a:lnTo>
                  <a:lnTo>
                    <a:pt x="3259436" y="1861364"/>
                  </a:lnTo>
                  <a:lnTo>
                    <a:pt x="3259529" y="1861364"/>
                  </a:lnTo>
                  <a:lnTo>
                    <a:pt x="3259622" y="1861364"/>
                  </a:lnTo>
                  <a:lnTo>
                    <a:pt x="3259716" y="1861364"/>
                  </a:lnTo>
                  <a:lnTo>
                    <a:pt x="3259809" y="1861364"/>
                  </a:lnTo>
                  <a:lnTo>
                    <a:pt x="3259902" y="1861364"/>
                  </a:lnTo>
                  <a:lnTo>
                    <a:pt x="3259995" y="1861364"/>
                  </a:lnTo>
                  <a:lnTo>
                    <a:pt x="3260089" y="1861364"/>
                  </a:lnTo>
                  <a:lnTo>
                    <a:pt x="3260182" y="1861364"/>
                  </a:lnTo>
                  <a:lnTo>
                    <a:pt x="3260275" y="1861364"/>
                  </a:lnTo>
                  <a:lnTo>
                    <a:pt x="3260368" y="1861364"/>
                  </a:lnTo>
                  <a:lnTo>
                    <a:pt x="3260462" y="1861364"/>
                  </a:lnTo>
                  <a:lnTo>
                    <a:pt x="3260555" y="1861364"/>
                  </a:lnTo>
                  <a:lnTo>
                    <a:pt x="3260648" y="1861364"/>
                  </a:lnTo>
                  <a:lnTo>
                    <a:pt x="3260741" y="1861364"/>
                  </a:lnTo>
                  <a:lnTo>
                    <a:pt x="3260741" y="1851411"/>
                  </a:lnTo>
                  <a:lnTo>
                    <a:pt x="3260834" y="1851411"/>
                  </a:lnTo>
                  <a:lnTo>
                    <a:pt x="3260928" y="1851411"/>
                  </a:lnTo>
                  <a:lnTo>
                    <a:pt x="3261021" y="1851411"/>
                  </a:lnTo>
                  <a:lnTo>
                    <a:pt x="3261114" y="1851411"/>
                  </a:lnTo>
                  <a:lnTo>
                    <a:pt x="3261207" y="1851411"/>
                  </a:lnTo>
                  <a:lnTo>
                    <a:pt x="3261301" y="1851411"/>
                  </a:lnTo>
                  <a:lnTo>
                    <a:pt x="3261394" y="1851411"/>
                  </a:lnTo>
                  <a:lnTo>
                    <a:pt x="3261487" y="1851411"/>
                  </a:lnTo>
                  <a:lnTo>
                    <a:pt x="3261580" y="1851411"/>
                  </a:lnTo>
                  <a:lnTo>
                    <a:pt x="3261674" y="1851411"/>
                  </a:lnTo>
                  <a:lnTo>
                    <a:pt x="3261767" y="1851411"/>
                  </a:lnTo>
                  <a:lnTo>
                    <a:pt x="3261860" y="1851411"/>
                  </a:lnTo>
                  <a:lnTo>
                    <a:pt x="3261953" y="1851411"/>
                  </a:lnTo>
                  <a:lnTo>
                    <a:pt x="3262047" y="1851411"/>
                  </a:lnTo>
                  <a:lnTo>
                    <a:pt x="3262140" y="1851411"/>
                  </a:lnTo>
                  <a:lnTo>
                    <a:pt x="3262233" y="1851411"/>
                  </a:lnTo>
                  <a:lnTo>
                    <a:pt x="3262326" y="1851411"/>
                  </a:lnTo>
                  <a:lnTo>
                    <a:pt x="3262420" y="1851411"/>
                  </a:lnTo>
                  <a:lnTo>
                    <a:pt x="3262513" y="1851411"/>
                  </a:lnTo>
                  <a:lnTo>
                    <a:pt x="3262606" y="1851411"/>
                  </a:lnTo>
                  <a:lnTo>
                    <a:pt x="3262699" y="1851411"/>
                  </a:lnTo>
                  <a:lnTo>
                    <a:pt x="3262793" y="1851411"/>
                  </a:lnTo>
                  <a:lnTo>
                    <a:pt x="3262886" y="1851411"/>
                  </a:lnTo>
                  <a:lnTo>
                    <a:pt x="3262979" y="1851411"/>
                  </a:lnTo>
                  <a:lnTo>
                    <a:pt x="3263072" y="1851411"/>
                  </a:lnTo>
                  <a:lnTo>
                    <a:pt x="3263166" y="1851411"/>
                  </a:lnTo>
                  <a:lnTo>
                    <a:pt x="3263259" y="1851411"/>
                  </a:lnTo>
                  <a:lnTo>
                    <a:pt x="3263352" y="1851411"/>
                  </a:lnTo>
                  <a:lnTo>
                    <a:pt x="3263445" y="1851411"/>
                  </a:lnTo>
                  <a:lnTo>
                    <a:pt x="3263539" y="1851411"/>
                  </a:lnTo>
                  <a:lnTo>
                    <a:pt x="3263632" y="1851411"/>
                  </a:lnTo>
                  <a:lnTo>
                    <a:pt x="3263725" y="1851411"/>
                  </a:lnTo>
                  <a:lnTo>
                    <a:pt x="3263818" y="1851411"/>
                  </a:lnTo>
                  <a:lnTo>
                    <a:pt x="3263912" y="1851411"/>
                  </a:lnTo>
                  <a:lnTo>
                    <a:pt x="3264005" y="1851411"/>
                  </a:lnTo>
                  <a:lnTo>
                    <a:pt x="3264098" y="1851411"/>
                  </a:lnTo>
                  <a:lnTo>
                    <a:pt x="3264191" y="1851411"/>
                  </a:lnTo>
                  <a:lnTo>
                    <a:pt x="3264285" y="1851411"/>
                  </a:lnTo>
                  <a:lnTo>
                    <a:pt x="3264378" y="1851411"/>
                  </a:lnTo>
                  <a:lnTo>
                    <a:pt x="3264471" y="1851411"/>
                  </a:lnTo>
                  <a:lnTo>
                    <a:pt x="3264564" y="1851411"/>
                  </a:lnTo>
                  <a:lnTo>
                    <a:pt x="3264658" y="1851411"/>
                  </a:lnTo>
                  <a:lnTo>
                    <a:pt x="3264751" y="1851411"/>
                  </a:lnTo>
                  <a:lnTo>
                    <a:pt x="3264844" y="1851411"/>
                  </a:lnTo>
                  <a:lnTo>
                    <a:pt x="3264937" y="1851411"/>
                  </a:lnTo>
                  <a:lnTo>
                    <a:pt x="3265031" y="1851411"/>
                  </a:lnTo>
                  <a:lnTo>
                    <a:pt x="3265124" y="1851411"/>
                  </a:lnTo>
                  <a:lnTo>
                    <a:pt x="3265217" y="1851411"/>
                  </a:lnTo>
                  <a:lnTo>
                    <a:pt x="3265310" y="1851411"/>
                  </a:lnTo>
                  <a:lnTo>
                    <a:pt x="3265404" y="1851411"/>
                  </a:lnTo>
                  <a:lnTo>
                    <a:pt x="3265497" y="1851411"/>
                  </a:lnTo>
                  <a:lnTo>
                    <a:pt x="3265590" y="1851411"/>
                  </a:lnTo>
                  <a:lnTo>
                    <a:pt x="3265683" y="1851411"/>
                  </a:lnTo>
                  <a:lnTo>
                    <a:pt x="3265777" y="1851411"/>
                  </a:lnTo>
                  <a:lnTo>
                    <a:pt x="3265870" y="1851411"/>
                  </a:lnTo>
                  <a:lnTo>
                    <a:pt x="3265963" y="1851411"/>
                  </a:lnTo>
                  <a:lnTo>
                    <a:pt x="3266056" y="1851411"/>
                  </a:lnTo>
                  <a:lnTo>
                    <a:pt x="3266150" y="1851411"/>
                  </a:lnTo>
                  <a:lnTo>
                    <a:pt x="3266243" y="1851411"/>
                  </a:lnTo>
                  <a:lnTo>
                    <a:pt x="3266336" y="1851411"/>
                  </a:lnTo>
                  <a:lnTo>
                    <a:pt x="3266429" y="1851411"/>
                  </a:lnTo>
                  <a:lnTo>
                    <a:pt x="3266523" y="1851411"/>
                  </a:lnTo>
                  <a:lnTo>
                    <a:pt x="3266616" y="1851411"/>
                  </a:lnTo>
                  <a:lnTo>
                    <a:pt x="3266709" y="1851411"/>
                  </a:lnTo>
                  <a:lnTo>
                    <a:pt x="3266802" y="1851411"/>
                  </a:lnTo>
                  <a:lnTo>
                    <a:pt x="3266896" y="1851411"/>
                  </a:lnTo>
                  <a:lnTo>
                    <a:pt x="3266989" y="1851411"/>
                  </a:lnTo>
                  <a:lnTo>
                    <a:pt x="3267082" y="1851411"/>
                  </a:lnTo>
                  <a:lnTo>
                    <a:pt x="3267175" y="1851411"/>
                  </a:lnTo>
                  <a:lnTo>
                    <a:pt x="3267269" y="1851411"/>
                  </a:lnTo>
                  <a:lnTo>
                    <a:pt x="3267362" y="1851411"/>
                  </a:lnTo>
                  <a:lnTo>
                    <a:pt x="3267455" y="1851411"/>
                  </a:lnTo>
                  <a:lnTo>
                    <a:pt x="3267548" y="1851411"/>
                  </a:lnTo>
                  <a:lnTo>
                    <a:pt x="3267642" y="1851411"/>
                  </a:lnTo>
                  <a:lnTo>
                    <a:pt x="3267735" y="1851411"/>
                  </a:lnTo>
                  <a:lnTo>
                    <a:pt x="3267828" y="1851411"/>
                  </a:lnTo>
                  <a:lnTo>
                    <a:pt x="3267921" y="1851411"/>
                  </a:lnTo>
                  <a:lnTo>
                    <a:pt x="3268014" y="1851411"/>
                  </a:lnTo>
                  <a:lnTo>
                    <a:pt x="3268108" y="1851411"/>
                  </a:lnTo>
                  <a:lnTo>
                    <a:pt x="3268201" y="1851411"/>
                  </a:lnTo>
                  <a:lnTo>
                    <a:pt x="3268294" y="1851411"/>
                  </a:lnTo>
                  <a:lnTo>
                    <a:pt x="3268387" y="1851411"/>
                  </a:lnTo>
                  <a:lnTo>
                    <a:pt x="3268481" y="1851411"/>
                  </a:lnTo>
                  <a:lnTo>
                    <a:pt x="3268574" y="1851411"/>
                  </a:lnTo>
                  <a:lnTo>
                    <a:pt x="3268667" y="1851411"/>
                  </a:lnTo>
                  <a:lnTo>
                    <a:pt x="3268760" y="1851411"/>
                  </a:lnTo>
                  <a:lnTo>
                    <a:pt x="3268854" y="1851411"/>
                  </a:lnTo>
                  <a:lnTo>
                    <a:pt x="3268947" y="1851411"/>
                  </a:lnTo>
                  <a:lnTo>
                    <a:pt x="3269040" y="1851411"/>
                  </a:lnTo>
                  <a:lnTo>
                    <a:pt x="3269133" y="1851411"/>
                  </a:lnTo>
                  <a:lnTo>
                    <a:pt x="3269227" y="1851411"/>
                  </a:lnTo>
                  <a:lnTo>
                    <a:pt x="3269320" y="1851411"/>
                  </a:lnTo>
                  <a:lnTo>
                    <a:pt x="3269413" y="1851411"/>
                  </a:lnTo>
                  <a:lnTo>
                    <a:pt x="3269506" y="1851411"/>
                  </a:lnTo>
                  <a:lnTo>
                    <a:pt x="3269600" y="1851411"/>
                  </a:lnTo>
                  <a:lnTo>
                    <a:pt x="3269693" y="1851411"/>
                  </a:lnTo>
                  <a:lnTo>
                    <a:pt x="3269786" y="1851411"/>
                  </a:lnTo>
                  <a:lnTo>
                    <a:pt x="3269879" y="1851411"/>
                  </a:lnTo>
                  <a:lnTo>
                    <a:pt x="3269973" y="1851411"/>
                  </a:lnTo>
                  <a:lnTo>
                    <a:pt x="3270066" y="1851411"/>
                  </a:lnTo>
                  <a:lnTo>
                    <a:pt x="3270066" y="1841457"/>
                  </a:lnTo>
                  <a:lnTo>
                    <a:pt x="3270159" y="1841457"/>
                  </a:lnTo>
                  <a:lnTo>
                    <a:pt x="3270252" y="1841457"/>
                  </a:lnTo>
                  <a:lnTo>
                    <a:pt x="3270346" y="1841457"/>
                  </a:lnTo>
                  <a:lnTo>
                    <a:pt x="3270439" y="1841457"/>
                  </a:lnTo>
                  <a:lnTo>
                    <a:pt x="3270532" y="1841457"/>
                  </a:lnTo>
                  <a:lnTo>
                    <a:pt x="3270625" y="1841457"/>
                  </a:lnTo>
                  <a:lnTo>
                    <a:pt x="3270719" y="1841457"/>
                  </a:lnTo>
                  <a:lnTo>
                    <a:pt x="3270812" y="1841457"/>
                  </a:lnTo>
                  <a:lnTo>
                    <a:pt x="3270905" y="1841457"/>
                  </a:lnTo>
                  <a:lnTo>
                    <a:pt x="3270998" y="1841457"/>
                  </a:lnTo>
                  <a:lnTo>
                    <a:pt x="3271092" y="1841457"/>
                  </a:lnTo>
                  <a:lnTo>
                    <a:pt x="3271185" y="1841457"/>
                  </a:lnTo>
                  <a:lnTo>
                    <a:pt x="3271278" y="1841457"/>
                  </a:lnTo>
                  <a:lnTo>
                    <a:pt x="3271371" y="1841457"/>
                  </a:lnTo>
                  <a:lnTo>
                    <a:pt x="3271465" y="1841457"/>
                  </a:lnTo>
                  <a:lnTo>
                    <a:pt x="3271558" y="1841457"/>
                  </a:lnTo>
                  <a:lnTo>
                    <a:pt x="3271651" y="1841457"/>
                  </a:lnTo>
                  <a:lnTo>
                    <a:pt x="3271744" y="1841457"/>
                  </a:lnTo>
                  <a:lnTo>
                    <a:pt x="3271838" y="1841457"/>
                  </a:lnTo>
                  <a:lnTo>
                    <a:pt x="3271931" y="1841457"/>
                  </a:lnTo>
                  <a:lnTo>
                    <a:pt x="3272024" y="1841457"/>
                  </a:lnTo>
                  <a:lnTo>
                    <a:pt x="3272117" y="1841457"/>
                  </a:lnTo>
                  <a:lnTo>
                    <a:pt x="3272211" y="1841457"/>
                  </a:lnTo>
                  <a:lnTo>
                    <a:pt x="3272304" y="1841457"/>
                  </a:lnTo>
                  <a:lnTo>
                    <a:pt x="3272397" y="1841457"/>
                  </a:lnTo>
                  <a:lnTo>
                    <a:pt x="3272490" y="1841457"/>
                  </a:lnTo>
                  <a:lnTo>
                    <a:pt x="3272584" y="1841457"/>
                  </a:lnTo>
                  <a:lnTo>
                    <a:pt x="3272677" y="1841457"/>
                  </a:lnTo>
                  <a:lnTo>
                    <a:pt x="3272770" y="1841457"/>
                  </a:lnTo>
                  <a:lnTo>
                    <a:pt x="3272863" y="1841457"/>
                  </a:lnTo>
                  <a:lnTo>
                    <a:pt x="3272957" y="1841457"/>
                  </a:lnTo>
                  <a:lnTo>
                    <a:pt x="3273050" y="1841457"/>
                  </a:lnTo>
                  <a:lnTo>
                    <a:pt x="3273143" y="1841457"/>
                  </a:lnTo>
                  <a:lnTo>
                    <a:pt x="3273236" y="1841457"/>
                  </a:lnTo>
                  <a:lnTo>
                    <a:pt x="3273330" y="1841457"/>
                  </a:lnTo>
                  <a:lnTo>
                    <a:pt x="3273423" y="1841457"/>
                  </a:lnTo>
                  <a:lnTo>
                    <a:pt x="3273516" y="1841457"/>
                  </a:lnTo>
                  <a:lnTo>
                    <a:pt x="3273609" y="1841457"/>
                  </a:lnTo>
                  <a:lnTo>
                    <a:pt x="3273703" y="1841457"/>
                  </a:lnTo>
                  <a:lnTo>
                    <a:pt x="3273796" y="1841457"/>
                  </a:lnTo>
                  <a:lnTo>
                    <a:pt x="3273889" y="1841457"/>
                  </a:lnTo>
                  <a:lnTo>
                    <a:pt x="3273982" y="1841457"/>
                  </a:lnTo>
                  <a:lnTo>
                    <a:pt x="3274076" y="1841457"/>
                  </a:lnTo>
                  <a:lnTo>
                    <a:pt x="3274169" y="1841457"/>
                  </a:lnTo>
                  <a:lnTo>
                    <a:pt x="3274262" y="1841457"/>
                  </a:lnTo>
                  <a:lnTo>
                    <a:pt x="3274355" y="1841457"/>
                  </a:lnTo>
                  <a:lnTo>
                    <a:pt x="3274449" y="1841457"/>
                  </a:lnTo>
                  <a:lnTo>
                    <a:pt x="3274542" y="1841457"/>
                  </a:lnTo>
                  <a:lnTo>
                    <a:pt x="3274635" y="1841457"/>
                  </a:lnTo>
                  <a:lnTo>
                    <a:pt x="3274728" y="1841457"/>
                  </a:lnTo>
                  <a:lnTo>
                    <a:pt x="3274821" y="1841457"/>
                  </a:lnTo>
                  <a:lnTo>
                    <a:pt x="3274915" y="1841457"/>
                  </a:lnTo>
                  <a:lnTo>
                    <a:pt x="3275008" y="1841457"/>
                  </a:lnTo>
                  <a:lnTo>
                    <a:pt x="3275101" y="1841457"/>
                  </a:lnTo>
                  <a:lnTo>
                    <a:pt x="3275194" y="1841457"/>
                  </a:lnTo>
                  <a:lnTo>
                    <a:pt x="3275288" y="1841457"/>
                  </a:lnTo>
                  <a:lnTo>
                    <a:pt x="3275381" y="1841457"/>
                  </a:lnTo>
                  <a:lnTo>
                    <a:pt x="3275474" y="1841457"/>
                  </a:lnTo>
                  <a:lnTo>
                    <a:pt x="3275567" y="1841457"/>
                  </a:lnTo>
                  <a:lnTo>
                    <a:pt x="3275661" y="1841457"/>
                  </a:lnTo>
                  <a:lnTo>
                    <a:pt x="3275754" y="1841457"/>
                  </a:lnTo>
                  <a:lnTo>
                    <a:pt x="3275847" y="1841457"/>
                  </a:lnTo>
                  <a:lnTo>
                    <a:pt x="3275940" y="1841457"/>
                  </a:lnTo>
                  <a:lnTo>
                    <a:pt x="3276034" y="1841457"/>
                  </a:lnTo>
                  <a:lnTo>
                    <a:pt x="3276127" y="1841457"/>
                  </a:lnTo>
                  <a:lnTo>
                    <a:pt x="3276220" y="1841457"/>
                  </a:lnTo>
                  <a:lnTo>
                    <a:pt x="3276313" y="1841457"/>
                  </a:lnTo>
                  <a:lnTo>
                    <a:pt x="3276407" y="1841457"/>
                  </a:lnTo>
                  <a:lnTo>
                    <a:pt x="3276500" y="1841457"/>
                  </a:lnTo>
                  <a:lnTo>
                    <a:pt x="3276593" y="1841457"/>
                  </a:lnTo>
                  <a:lnTo>
                    <a:pt x="3276686" y="1841457"/>
                  </a:lnTo>
                  <a:lnTo>
                    <a:pt x="3276780" y="1841457"/>
                  </a:lnTo>
                  <a:lnTo>
                    <a:pt x="3276873" y="1841457"/>
                  </a:lnTo>
                  <a:lnTo>
                    <a:pt x="3276966" y="1841457"/>
                  </a:lnTo>
                  <a:lnTo>
                    <a:pt x="3277059" y="1841457"/>
                  </a:lnTo>
                  <a:lnTo>
                    <a:pt x="3277153" y="1841457"/>
                  </a:lnTo>
                  <a:lnTo>
                    <a:pt x="3277246" y="1841457"/>
                  </a:lnTo>
                  <a:lnTo>
                    <a:pt x="3277339" y="1841457"/>
                  </a:lnTo>
                  <a:lnTo>
                    <a:pt x="3277432" y="1841457"/>
                  </a:lnTo>
                  <a:lnTo>
                    <a:pt x="3277526" y="1841457"/>
                  </a:lnTo>
                  <a:lnTo>
                    <a:pt x="3277619" y="1841457"/>
                  </a:lnTo>
                  <a:lnTo>
                    <a:pt x="3277712" y="1841457"/>
                  </a:lnTo>
                  <a:lnTo>
                    <a:pt x="3277805" y="1841457"/>
                  </a:lnTo>
                  <a:lnTo>
                    <a:pt x="3277899" y="1841457"/>
                  </a:lnTo>
                  <a:lnTo>
                    <a:pt x="3277992" y="1841457"/>
                  </a:lnTo>
                  <a:lnTo>
                    <a:pt x="3278085" y="1841457"/>
                  </a:lnTo>
                  <a:lnTo>
                    <a:pt x="3278178" y="1841457"/>
                  </a:lnTo>
                  <a:lnTo>
                    <a:pt x="3278272" y="1841457"/>
                  </a:lnTo>
                  <a:lnTo>
                    <a:pt x="3278365" y="1841457"/>
                  </a:lnTo>
                  <a:lnTo>
                    <a:pt x="3278458" y="1841457"/>
                  </a:lnTo>
                  <a:lnTo>
                    <a:pt x="3278551" y="1841457"/>
                  </a:lnTo>
                  <a:lnTo>
                    <a:pt x="3278645" y="1841457"/>
                  </a:lnTo>
                  <a:lnTo>
                    <a:pt x="3278738" y="1841457"/>
                  </a:lnTo>
                  <a:lnTo>
                    <a:pt x="3278831" y="1841457"/>
                  </a:lnTo>
                  <a:lnTo>
                    <a:pt x="3278924" y="1841457"/>
                  </a:lnTo>
                  <a:lnTo>
                    <a:pt x="3279018" y="1841457"/>
                  </a:lnTo>
                  <a:lnTo>
                    <a:pt x="3279111" y="1841457"/>
                  </a:lnTo>
                  <a:lnTo>
                    <a:pt x="3279204" y="1841457"/>
                  </a:lnTo>
                  <a:lnTo>
                    <a:pt x="3279297" y="1841457"/>
                  </a:lnTo>
                  <a:lnTo>
                    <a:pt x="3279391" y="1841457"/>
                  </a:lnTo>
                  <a:lnTo>
                    <a:pt x="3279484" y="1841457"/>
                  </a:lnTo>
                  <a:lnTo>
                    <a:pt x="3279577" y="1841457"/>
                  </a:lnTo>
                  <a:lnTo>
                    <a:pt x="3279670" y="1841457"/>
                  </a:lnTo>
                  <a:lnTo>
                    <a:pt x="3279764" y="1841457"/>
                  </a:lnTo>
                  <a:lnTo>
                    <a:pt x="3279857" y="1841457"/>
                  </a:lnTo>
                  <a:lnTo>
                    <a:pt x="3279950" y="1841457"/>
                  </a:lnTo>
                  <a:lnTo>
                    <a:pt x="3280043" y="1841457"/>
                  </a:lnTo>
                  <a:lnTo>
                    <a:pt x="3280137" y="1841457"/>
                  </a:lnTo>
                  <a:lnTo>
                    <a:pt x="3280230" y="1841457"/>
                  </a:lnTo>
                  <a:lnTo>
                    <a:pt x="3280323" y="1841457"/>
                  </a:lnTo>
                  <a:lnTo>
                    <a:pt x="3280416" y="1841457"/>
                  </a:lnTo>
                  <a:lnTo>
                    <a:pt x="3280510" y="1841457"/>
                  </a:lnTo>
                  <a:lnTo>
                    <a:pt x="3280603" y="1841457"/>
                  </a:lnTo>
                  <a:lnTo>
                    <a:pt x="3280696" y="1841457"/>
                  </a:lnTo>
                  <a:lnTo>
                    <a:pt x="3280789" y="1841457"/>
                  </a:lnTo>
                  <a:lnTo>
                    <a:pt x="3280883" y="1841457"/>
                  </a:lnTo>
                  <a:lnTo>
                    <a:pt x="3280976" y="1841457"/>
                  </a:lnTo>
                  <a:lnTo>
                    <a:pt x="3281069" y="1841457"/>
                  </a:lnTo>
                  <a:lnTo>
                    <a:pt x="3281162" y="1841457"/>
                  </a:lnTo>
                  <a:lnTo>
                    <a:pt x="3281256" y="1841457"/>
                  </a:lnTo>
                  <a:lnTo>
                    <a:pt x="3281349" y="1841457"/>
                  </a:lnTo>
                  <a:lnTo>
                    <a:pt x="3281442" y="1841457"/>
                  </a:lnTo>
                  <a:lnTo>
                    <a:pt x="3281535" y="1841457"/>
                  </a:lnTo>
                  <a:lnTo>
                    <a:pt x="3281628" y="1841457"/>
                  </a:lnTo>
                  <a:lnTo>
                    <a:pt x="3281722" y="1841457"/>
                  </a:lnTo>
                  <a:lnTo>
                    <a:pt x="3281815" y="1841457"/>
                  </a:lnTo>
                  <a:lnTo>
                    <a:pt x="3281908" y="1841457"/>
                  </a:lnTo>
                  <a:lnTo>
                    <a:pt x="3282001" y="1841457"/>
                  </a:lnTo>
                  <a:lnTo>
                    <a:pt x="3282095" y="1841457"/>
                  </a:lnTo>
                  <a:lnTo>
                    <a:pt x="3282188" y="1841457"/>
                  </a:lnTo>
                  <a:lnTo>
                    <a:pt x="3282281" y="1841457"/>
                  </a:lnTo>
                  <a:lnTo>
                    <a:pt x="3282374" y="1841457"/>
                  </a:lnTo>
                  <a:lnTo>
                    <a:pt x="3282468" y="1841457"/>
                  </a:lnTo>
                  <a:lnTo>
                    <a:pt x="3282561" y="1841457"/>
                  </a:lnTo>
                  <a:lnTo>
                    <a:pt x="3282654" y="1841457"/>
                  </a:lnTo>
                  <a:lnTo>
                    <a:pt x="3282747" y="1841457"/>
                  </a:lnTo>
                  <a:lnTo>
                    <a:pt x="3282841" y="1841457"/>
                  </a:lnTo>
                  <a:lnTo>
                    <a:pt x="3282934" y="1841457"/>
                  </a:lnTo>
                  <a:lnTo>
                    <a:pt x="3283027" y="1841457"/>
                  </a:lnTo>
                  <a:lnTo>
                    <a:pt x="3283120" y="1841457"/>
                  </a:lnTo>
                  <a:lnTo>
                    <a:pt x="3283214" y="1841457"/>
                  </a:lnTo>
                  <a:lnTo>
                    <a:pt x="3283307" y="1841457"/>
                  </a:lnTo>
                  <a:lnTo>
                    <a:pt x="3283400" y="1841457"/>
                  </a:lnTo>
                  <a:lnTo>
                    <a:pt x="3283493" y="1841457"/>
                  </a:lnTo>
                  <a:lnTo>
                    <a:pt x="3283587" y="1841457"/>
                  </a:lnTo>
                  <a:lnTo>
                    <a:pt x="3283680" y="1841457"/>
                  </a:lnTo>
                  <a:lnTo>
                    <a:pt x="3283773" y="1841457"/>
                  </a:lnTo>
                  <a:lnTo>
                    <a:pt x="3283866" y="1841457"/>
                  </a:lnTo>
                  <a:lnTo>
                    <a:pt x="3283960" y="1841457"/>
                  </a:lnTo>
                  <a:lnTo>
                    <a:pt x="3284053" y="1841457"/>
                  </a:lnTo>
                  <a:lnTo>
                    <a:pt x="3284146" y="1841457"/>
                  </a:lnTo>
                  <a:lnTo>
                    <a:pt x="3284239" y="1841457"/>
                  </a:lnTo>
                  <a:lnTo>
                    <a:pt x="3284333" y="1841457"/>
                  </a:lnTo>
                  <a:lnTo>
                    <a:pt x="3284426" y="1841457"/>
                  </a:lnTo>
                  <a:lnTo>
                    <a:pt x="3284519" y="1841457"/>
                  </a:lnTo>
                  <a:lnTo>
                    <a:pt x="3284612" y="1841457"/>
                  </a:lnTo>
                  <a:lnTo>
                    <a:pt x="3284706" y="1841457"/>
                  </a:lnTo>
                  <a:lnTo>
                    <a:pt x="3284799" y="1841457"/>
                  </a:lnTo>
                  <a:lnTo>
                    <a:pt x="3284892" y="1841457"/>
                  </a:lnTo>
                  <a:lnTo>
                    <a:pt x="3284985" y="1841457"/>
                  </a:lnTo>
                  <a:lnTo>
                    <a:pt x="3285079" y="1841457"/>
                  </a:lnTo>
                  <a:lnTo>
                    <a:pt x="3285172" y="1841457"/>
                  </a:lnTo>
                  <a:lnTo>
                    <a:pt x="3285265" y="1841457"/>
                  </a:lnTo>
                  <a:lnTo>
                    <a:pt x="3285358" y="1841457"/>
                  </a:lnTo>
                  <a:lnTo>
                    <a:pt x="3285452" y="1841457"/>
                  </a:lnTo>
                  <a:lnTo>
                    <a:pt x="3285545" y="1841457"/>
                  </a:lnTo>
                  <a:lnTo>
                    <a:pt x="3285638" y="1841457"/>
                  </a:lnTo>
                  <a:lnTo>
                    <a:pt x="3285731" y="1841457"/>
                  </a:lnTo>
                  <a:lnTo>
                    <a:pt x="3285825" y="1841457"/>
                  </a:lnTo>
                  <a:lnTo>
                    <a:pt x="3285918" y="1841457"/>
                  </a:lnTo>
                  <a:lnTo>
                    <a:pt x="3286011" y="1841457"/>
                  </a:lnTo>
                  <a:lnTo>
                    <a:pt x="3286104" y="1841457"/>
                  </a:lnTo>
                  <a:lnTo>
                    <a:pt x="3286198" y="1841457"/>
                  </a:lnTo>
                  <a:lnTo>
                    <a:pt x="3286291" y="1841457"/>
                  </a:lnTo>
                  <a:lnTo>
                    <a:pt x="3286384" y="1841457"/>
                  </a:lnTo>
                  <a:lnTo>
                    <a:pt x="3286477" y="1841457"/>
                  </a:lnTo>
                  <a:lnTo>
                    <a:pt x="3286571" y="1841457"/>
                  </a:lnTo>
                  <a:lnTo>
                    <a:pt x="3286664" y="1841457"/>
                  </a:lnTo>
                  <a:lnTo>
                    <a:pt x="3286757" y="1841457"/>
                  </a:lnTo>
                  <a:lnTo>
                    <a:pt x="3286850" y="1841457"/>
                  </a:lnTo>
                  <a:lnTo>
                    <a:pt x="3286944" y="1841457"/>
                  </a:lnTo>
                  <a:lnTo>
                    <a:pt x="3287037" y="1841457"/>
                  </a:lnTo>
                  <a:lnTo>
                    <a:pt x="3287130" y="1841457"/>
                  </a:lnTo>
                  <a:lnTo>
                    <a:pt x="3287130" y="1831503"/>
                  </a:lnTo>
                  <a:lnTo>
                    <a:pt x="3287223" y="1831503"/>
                  </a:lnTo>
                  <a:lnTo>
                    <a:pt x="3287317" y="1831503"/>
                  </a:lnTo>
                  <a:lnTo>
                    <a:pt x="3287410" y="1831503"/>
                  </a:lnTo>
                  <a:lnTo>
                    <a:pt x="3287503" y="1831503"/>
                  </a:lnTo>
                  <a:lnTo>
                    <a:pt x="3287596" y="1831503"/>
                  </a:lnTo>
                  <a:lnTo>
                    <a:pt x="3287690" y="1831503"/>
                  </a:lnTo>
                  <a:lnTo>
                    <a:pt x="3287783" y="1831503"/>
                  </a:lnTo>
                  <a:lnTo>
                    <a:pt x="3287876" y="1831503"/>
                  </a:lnTo>
                  <a:lnTo>
                    <a:pt x="3287969" y="1831503"/>
                  </a:lnTo>
                  <a:lnTo>
                    <a:pt x="3288063" y="1831503"/>
                  </a:lnTo>
                  <a:lnTo>
                    <a:pt x="3288156" y="1831503"/>
                  </a:lnTo>
                  <a:lnTo>
                    <a:pt x="3288249" y="1831503"/>
                  </a:lnTo>
                  <a:lnTo>
                    <a:pt x="3288342" y="1831503"/>
                  </a:lnTo>
                  <a:lnTo>
                    <a:pt x="3288436" y="1831503"/>
                  </a:lnTo>
                  <a:lnTo>
                    <a:pt x="3288529" y="1831503"/>
                  </a:lnTo>
                  <a:lnTo>
                    <a:pt x="3288622" y="1831503"/>
                  </a:lnTo>
                  <a:lnTo>
                    <a:pt x="3288715" y="1831503"/>
                  </a:lnTo>
                  <a:lnTo>
                    <a:pt x="3288808" y="1831503"/>
                  </a:lnTo>
                  <a:lnTo>
                    <a:pt x="3288902" y="1831503"/>
                  </a:lnTo>
                  <a:lnTo>
                    <a:pt x="3288995" y="1831503"/>
                  </a:lnTo>
                  <a:lnTo>
                    <a:pt x="3289088" y="1831503"/>
                  </a:lnTo>
                  <a:lnTo>
                    <a:pt x="3289181" y="1831503"/>
                  </a:lnTo>
                  <a:lnTo>
                    <a:pt x="3289275" y="1831503"/>
                  </a:lnTo>
                  <a:lnTo>
                    <a:pt x="3289368" y="1831503"/>
                  </a:lnTo>
                  <a:lnTo>
                    <a:pt x="3289461" y="1831503"/>
                  </a:lnTo>
                  <a:lnTo>
                    <a:pt x="3289554" y="1831503"/>
                  </a:lnTo>
                  <a:lnTo>
                    <a:pt x="3289648" y="1831503"/>
                  </a:lnTo>
                  <a:lnTo>
                    <a:pt x="3289741" y="1831503"/>
                  </a:lnTo>
                  <a:lnTo>
                    <a:pt x="3289834" y="1831503"/>
                  </a:lnTo>
                  <a:lnTo>
                    <a:pt x="3289927" y="1831503"/>
                  </a:lnTo>
                  <a:lnTo>
                    <a:pt x="3290021" y="1831503"/>
                  </a:lnTo>
                  <a:lnTo>
                    <a:pt x="3290114" y="1831503"/>
                  </a:lnTo>
                  <a:lnTo>
                    <a:pt x="3290207" y="1831503"/>
                  </a:lnTo>
                  <a:lnTo>
                    <a:pt x="3290300" y="1831503"/>
                  </a:lnTo>
                  <a:lnTo>
                    <a:pt x="3290394" y="1831503"/>
                  </a:lnTo>
                  <a:lnTo>
                    <a:pt x="3290487" y="1831503"/>
                  </a:lnTo>
                  <a:lnTo>
                    <a:pt x="3290580" y="1831503"/>
                  </a:lnTo>
                  <a:lnTo>
                    <a:pt x="3290673" y="1831503"/>
                  </a:lnTo>
                  <a:lnTo>
                    <a:pt x="3290767" y="1831503"/>
                  </a:lnTo>
                  <a:lnTo>
                    <a:pt x="3290860" y="1831503"/>
                  </a:lnTo>
                  <a:lnTo>
                    <a:pt x="3290953" y="1831503"/>
                  </a:lnTo>
                  <a:lnTo>
                    <a:pt x="3291046" y="1831503"/>
                  </a:lnTo>
                  <a:lnTo>
                    <a:pt x="3291140" y="1831503"/>
                  </a:lnTo>
                  <a:lnTo>
                    <a:pt x="3291233" y="1831503"/>
                  </a:lnTo>
                  <a:lnTo>
                    <a:pt x="3291326" y="1831503"/>
                  </a:lnTo>
                  <a:lnTo>
                    <a:pt x="3291419" y="1831503"/>
                  </a:lnTo>
                  <a:lnTo>
                    <a:pt x="3291513" y="1831503"/>
                  </a:lnTo>
                  <a:lnTo>
                    <a:pt x="3291606" y="1831503"/>
                  </a:lnTo>
                  <a:lnTo>
                    <a:pt x="3291699" y="1831503"/>
                  </a:lnTo>
                  <a:lnTo>
                    <a:pt x="3291792" y="1831503"/>
                  </a:lnTo>
                  <a:lnTo>
                    <a:pt x="3291886" y="1831503"/>
                  </a:lnTo>
                  <a:lnTo>
                    <a:pt x="3291979" y="1831503"/>
                  </a:lnTo>
                  <a:lnTo>
                    <a:pt x="3292072" y="1831503"/>
                  </a:lnTo>
                  <a:lnTo>
                    <a:pt x="3292165" y="1831503"/>
                  </a:lnTo>
                  <a:lnTo>
                    <a:pt x="3292259" y="1831503"/>
                  </a:lnTo>
                  <a:lnTo>
                    <a:pt x="3292352" y="1831503"/>
                  </a:lnTo>
                  <a:lnTo>
                    <a:pt x="3292445" y="1831503"/>
                  </a:lnTo>
                  <a:lnTo>
                    <a:pt x="3292538" y="1831503"/>
                  </a:lnTo>
                  <a:lnTo>
                    <a:pt x="3292632" y="1831503"/>
                  </a:lnTo>
                  <a:lnTo>
                    <a:pt x="3292725" y="1831503"/>
                  </a:lnTo>
                  <a:lnTo>
                    <a:pt x="3292818" y="1831503"/>
                  </a:lnTo>
                  <a:lnTo>
                    <a:pt x="3292818" y="1821549"/>
                  </a:lnTo>
                  <a:lnTo>
                    <a:pt x="3292911" y="1821549"/>
                  </a:lnTo>
                  <a:lnTo>
                    <a:pt x="3293005" y="1821549"/>
                  </a:lnTo>
                  <a:lnTo>
                    <a:pt x="3293005" y="1811595"/>
                  </a:lnTo>
                  <a:lnTo>
                    <a:pt x="3293098" y="1811595"/>
                  </a:lnTo>
                  <a:lnTo>
                    <a:pt x="3293191" y="1811595"/>
                  </a:lnTo>
                  <a:lnTo>
                    <a:pt x="3293284" y="1811595"/>
                  </a:lnTo>
                  <a:lnTo>
                    <a:pt x="3293378" y="1811595"/>
                  </a:lnTo>
                  <a:lnTo>
                    <a:pt x="3293471" y="1811595"/>
                  </a:lnTo>
                  <a:lnTo>
                    <a:pt x="3293564" y="1811595"/>
                  </a:lnTo>
                  <a:lnTo>
                    <a:pt x="3293657" y="1811595"/>
                  </a:lnTo>
                  <a:lnTo>
                    <a:pt x="3293751" y="1811595"/>
                  </a:lnTo>
                  <a:lnTo>
                    <a:pt x="3293844" y="1811595"/>
                  </a:lnTo>
                  <a:lnTo>
                    <a:pt x="3293937" y="1811595"/>
                  </a:lnTo>
                  <a:lnTo>
                    <a:pt x="3294030" y="1811595"/>
                  </a:lnTo>
                  <a:lnTo>
                    <a:pt x="3294124" y="1811595"/>
                  </a:lnTo>
                  <a:lnTo>
                    <a:pt x="3294217" y="1811595"/>
                  </a:lnTo>
                  <a:lnTo>
                    <a:pt x="3294310" y="1811595"/>
                  </a:lnTo>
                  <a:lnTo>
                    <a:pt x="3294403" y="1811595"/>
                  </a:lnTo>
                  <a:lnTo>
                    <a:pt x="3294497" y="1811595"/>
                  </a:lnTo>
                  <a:lnTo>
                    <a:pt x="3294590" y="1811595"/>
                  </a:lnTo>
                  <a:lnTo>
                    <a:pt x="3294683" y="1811595"/>
                  </a:lnTo>
                  <a:lnTo>
                    <a:pt x="3294776" y="1811595"/>
                  </a:lnTo>
                  <a:lnTo>
                    <a:pt x="3294870" y="1811595"/>
                  </a:lnTo>
                  <a:lnTo>
                    <a:pt x="3294963" y="1811595"/>
                  </a:lnTo>
                  <a:lnTo>
                    <a:pt x="3295056" y="1811595"/>
                  </a:lnTo>
                  <a:lnTo>
                    <a:pt x="3295149" y="1811595"/>
                  </a:lnTo>
                  <a:lnTo>
                    <a:pt x="3295243" y="1811595"/>
                  </a:lnTo>
                  <a:lnTo>
                    <a:pt x="3295336" y="1811595"/>
                  </a:lnTo>
                  <a:lnTo>
                    <a:pt x="3295429" y="1811595"/>
                  </a:lnTo>
                  <a:lnTo>
                    <a:pt x="3295522" y="1811595"/>
                  </a:lnTo>
                  <a:lnTo>
                    <a:pt x="3295522" y="1801641"/>
                  </a:lnTo>
                  <a:lnTo>
                    <a:pt x="3295615" y="1801641"/>
                  </a:lnTo>
                  <a:lnTo>
                    <a:pt x="3295709" y="1801641"/>
                  </a:lnTo>
                  <a:lnTo>
                    <a:pt x="3295802" y="1801641"/>
                  </a:lnTo>
                  <a:lnTo>
                    <a:pt x="3295895" y="1801641"/>
                  </a:lnTo>
                  <a:lnTo>
                    <a:pt x="3295988" y="1801641"/>
                  </a:lnTo>
                  <a:lnTo>
                    <a:pt x="3296082" y="1801641"/>
                  </a:lnTo>
                  <a:lnTo>
                    <a:pt x="3296175" y="1801641"/>
                  </a:lnTo>
                  <a:lnTo>
                    <a:pt x="3296268" y="1801641"/>
                  </a:lnTo>
                  <a:lnTo>
                    <a:pt x="3296361" y="1801641"/>
                  </a:lnTo>
                  <a:lnTo>
                    <a:pt x="3296455" y="1801641"/>
                  </a:lnTo>
                  <a:lnTo>
                    <a:pt x="3296548" y="1801641"/>
                  </a:lnTo>
                  <a:lnTo>
                    <a:pt x="3296641" y="1801641"/>
                  </a:lnTo>
                  <a:lnTo>
                    <a:pt x="3296734" y="1801641"/>
                  </a:lnTo>
                  <a:lnTo>
                    <a:pt x="3296828" y="1801641"/>
                  </a:lnTo>
                  <a:lnTo>
                    <a:pt x="3296921" y="1801641"/>
                  </a:lnTo>
                  <a:lnTo>
                    <a:pt x="3297014" y="1801641"/>
                  </a:lnTo>
                  <a:lnTo>
                    <a:pt x="3297107" y="1801641"/>
                  </a:lnTo>
                  <a:lnTo>
                    <a:pt x="3297201" y="1801641"/>
                  </a:lnTo>
                  <a:lnTo>
                    <a:pt x="3297294" y="1801641"/>
                  </a:lnTo>
                  <a:lnTo>
                    <a:pt x="3297387" y="1801641"/>
                  </a:lnTo>
                  <a:lnTo>
                    <a:pt x="3297480" y="1801641"/>
                  </a:lnTo>
                  <a:lnTo>
                    <a:pt x="3297574" y="1801641"/>
                  </a:lnTo>
                  <a:lnTo>
                    <a:pt x="3297667" y="1801641"/>
                  </a:lnTo>
                  <a:lnTo>
                    <a:pt x="3297760" y="1801641"/>
                  </a:lnTo>
                  <a:lnTo>
                    <a:pt x="3297853" y="1801641"/>
                  </a:lnTo>
                  <a:lnTo>
                    <a:pt x="3297947" y="1801641"/>
                  </a:lnTo>
                  <a:lnTo>
                    <a:pt x="3298040" y="1801641"/>
                  </a:lnTo>
                  <a:lnTo>
                    <a:pt x="3298133" y="1801641"/>
                  </a:lnTo>
                  <a:lnTo>
                    <a:pt x="3298226" y="1801641"/>
                  </a:lnTo>
                  <a:lnTo>
                    <a:pt x="3298320" y="1801641"/>
                  </a:lnTo>
                  <a:lnTo>
                    <a:pt x="3298413" y="1801641"/>
                  </a:lnTo>
                  <a:lnTo>
                    <a:pt x="3298506" y="1801641"/>
                  </a:lnTo>
                  <a:lnTo>
                    <a:pt x="3298599" y="1801641"/>
                  </a:lnTo>
                  <a:lnTo>
                    <a:pt x="3298599" y="1791688"/>
                  </a:lnTo>
                  <a:lnTo>
                    <a:pt x="3298693" y="1791688"/>
                  </a:lnTo>
                  <a:lnTo>
                    <a:pt x="3298786" y="1791688"/>
                  </a:lnTo>
                  <a:lnTo>
                    <a:pt x="3298879" y="1791688"/>
                  </a:lnTo>
                  <a:lnTo>
                    <a:pt x="3298972" y="1791688"/>
                  </a:lnTo>
                  <a:lnTo>
                    <a:pt x="3299066" y="1791688"/>
                  </a:lnTo>
                  <a:lnTo>
                    <a:pt x="3299066" y="1781734"/>
                  </a:lnTo>
                  <a:lnTo>
                    <a:pt x="3299159" y="1781734"/>
                  </a:lnTo>
                  <a:lnTo>
                    <a:pt x="3299252" y="1781734"/>
                  </a:lnTo>
                  <a:lnTo>
                    <a:pt x="3299345" y="1781734"/>
                  </a:lnTo>
                  <a:lnTo>
                    <a:pt x="3299439" y="1781734"/>
                  </a:lnTo>
                  <a:lnTo>
                    <a:pt x="3299532" y="1781734"/>
                  </a:lnTo>
                  <a:lnTo>
                    <a:pt x="3299625" y="1781734"/>
                  </a:lnTo>
                  <a:lnTo>
                    <a:pt x="3299718" y="1781734"/>
                  </a:lnTo>
                  <a:lnTo>
                    <a:pt x="3299812" y="1781734"/>
                  </a:lnTo>
                  <a:lnTo>
                    <a:pt x="3299905" y="1781734"/>
                  </a:lnTo>
                  <a:lnTo>
                    <a:pt x="3299998" y="1781734"/>
                  </a:lnTo>
                  <a:lnTo>
                    <a:pt x="3300091" y="1781734"/>
                  </a:lnTo>
                  <a:lnTo>
                    <a:pt x="3300185" y="1781734"/>
                  </a:lnTo>
                  <a:lnTo>
                    <a:pt x="3300278" y="1781734"/>
                  </a:lnTo>
                  <a:lnTo>
                    <a:pt x="3300371" y="1781734"/>
                  </a:lnTo>
                  <a:lnTo>
                    <a:pt x="3300464" y="1781734"/>
                  </a:lnTo>
                  <a:lnTo>
                    <a:pt x="3300558" y="1781734"/>
                  </a:lnTo>
                  <a:lnTo>
                    <a:pt x="3300651" y="1781734"/>
                  </a:lnTo>
                  <a:lnTo>
                    <a:pt x="3300744" y="1781734"/>
                  </a:lnTo>
                  <a:lnTo>
                    <a:pt x="3300837" y="1781734"/>
                  </a:lnTo>
                  <a:lnTo>
                    <a:pt x="3300931" y="1781734"/>
                  </a:lnTo>
                  <a:lnTo>
                    <a:pt x="3301024" y="1781734"/>
                  </a:lnTo>
                  <a:lnTo>
                    <a:pt x="3301117" y="1781734"/>
                  </a:lnTo>
                  <a:lnTo>
                    <a:pt x="3301210" y="1781734"/>
                  </a:lnTo>
                  <a:lnTo>
                    <a:pt x="3301304" y="1781734"/>
                  </a:lnTo>
                  <a:lnTo>
                    <a:pt x="3301397" y="1781734"/>
                  </a:lnTo>
                  <a:lnTo>
                    <a:pt x="3301490" y="1781734"/>
                  </a:lnTo>
                  <a:lnTo>
                    <a:pt x="3301583" y="1781734"/>
                  </a:lnTo>
                  <a:lnTo>
                    <a:pt x="3301677" y="1781734"/>
                  </a:lnTo>
                  <a:lnTo>
                    <a:pt x="3301770" y="1781734"/>
                  </a:lnTo>
                  <a:lnTo>
                    <a:pt x="3301863" y="1781734"/>
                  </a:lnTo>
                  <a:lnTo>
                    <a:pt x="3301956" y="1781734"/>
                  </a:lnTo>
                  <a:lnTo>
                    <a:pt x="3302050" y="1781734"/>
                  </a:lnTo>
                  <a:lnTo>
                    <a:pt x="3302143" y="1781734"/>
                  </a:lnTo>
                  <a:lnTo>
                    <a:pt x="3302236" y="1781734"/>
                  </a:lnTo>
                  <a:lnTo>
                    <a:pt x="3302329" y="1781734"/>
                  </a:lnTo>
                  <a:lnTo>
                    <a:pt x="3302422" y="1781734"/>
                  </a:lnTo>
                  <a:lnTo>
                    <a:pt x="3302516" y="1781734"/>
                  </a:lnTo>
                  <a:lnTo>
                    <a:pt x="3302609" y="1781734"/>
                  </a:lnTo>
                  <a:lnTo>
                    <a:pt x="3302702" y="1781734"/>
                  </a:lnTo>
                  <a:lnTo>
                    <a:pt x="3302795" y="1781734"/>
                  </a:lnTo>
                  <a:lnTo>
                    <a:pt x="3302889" y="1781734"/>
                  </a:lnTo>
                  <a:lnTo>
                    <a:pt x="3302982" y="1781734"/>
                  </a:lnTo>
                  <a:lnTo>
                    <a:pt x="3303075" y="1781734"/>
                  </a:lnTo>
                  <a:lnTo>
                    <a:pt x="3303168" y="1781734"/>
                  </a:lnTo>
                  <a:lnTo>
                    <a:pt x="3303262" y="1781734"/>
                  </a:lnTo>
                  <a:lnTo>
                    <a:pt x="3303355" y="1781734"/>
                  </a:lnTo>
                  <a:lnTo>
                    <a:pt x="3303448" y="1781734"/>
                  </a:lnTo>
                  <a:lnTo>
                    <a:pt x="3303541" y="1781734"/>
                  </a:lnTo>
                  <a:lnTo>
                    <a:pt x="3303635" y="1781734"/>
                  </a:lnTo>
                  <a:lnTo>
                    <a:pt x="3303728" y="1781734"/>
                  </a:lnTo>
                  <a:lnTo>
                    <a:pt x="3303821" y="1781734"/>
                  </a:lnTo>
                  <a:lnTo>
                    <a:pt x="3303914" y="1781734"/>
                  </a:lnTo>
                  <a:lnTo>
                    <a:pt x="3304008" y="1781734"/>
                  </a:lnTo>
                  <a:lnTo>
                    <a:pt x="3304101" y="1781734"/>
                  </a:lnTo>
                  <a:lnTo>
                    <a:pt x="3304194" y="1781734"/>
                  </a:lnTo>
                  <a:lnTo>
                    <a:pt x="3304287" y="1781734"/>
                  </a:lnTo>
                  <a:lnTo>
                    <a:pt x="3304381" y="1781734"/>
                  </a:lnTo>
                  <a:lnTo>
                    <a:pt x="3304474" y="1781734"/>
                  </a:lnTo>
                  <a:lnTo>
                    <a:pt x="3304567" y="1781734"/>
                  </a:lnTo>
                  <a:lnTo>
                    <a:pt x="3304660" y="1781734"/>
                  </a:lnTo>
                  <a:lnTo>
                    <a:pt x="3304754" y="1781734"/>
                  </a:lnTo>
                  <a:lnTo>
                    <a:pt x="3304847" y="1781734"/>
                  </a:lnTo>
                  <a:lnTo>
                    <a:pt x="3304940" y="1781734"/>
                  </a:lnTo>
                  <a:lnTo>
                    <a:pt x="3305033" y="1781734"/>
                  </a:lnTo>
                  <a:lnTo>
                    <a:pt x="3305127" y="1781734"/>
                  </a:lnTo>
                  <a:lnTo>
                    <a:pt x="3305220" y="1781734"/>
                  </a:lnTo>
                  <a:lnTo>
                    <a:pt x="3305313" y="1781734"/>
                  </a:lnTo>
                  <a:lnTo>
                    <a:pt x="3305406" y="1781734"/>
                  </a:lnTo>
                  <a:lnTo>
                    <a:pt x="3305500" y="1781734"/>
                  </a:lnTo>
                  <a:lnTo>
                    <a:pt x="3305593" y="1781734"/>
                  </a:lnTo>
                  <a:lnTo>
                    <a:pt x="3305686" y="1781734"/>
                  </a:lnTo>
                  <a:lnTo>
                    <a:pt x="3305779" y="1781734"/>
                  </a:lnTo>
                  <a:lnTo>
                    <a:pt x="3305873" y="1781734"/>
                  </a:lnTo>
                  <a:lnTo>
                    <a:pt x="3305966" y="1781734"/>
                  </a:lnTo>
                  <a:lnTo>
                    <a:pt x="3306059" y="1781734"/>
                  </a:lnTo>
                  <a:lnTo>
                    <a:pt x="3306152" y="1781734"/>
                  </a:lnTo>
                  <a:lnTo>
                    <a:pt x="3306246" y="1781734"/>
                  </a:lnTo>
                  <a:lnTo>
                    <a:pt x="3306339" y="1781734"/>
                  </a:lnTo>
                  <a:lnTo>
                    <a:pt x="3306432" y="1781734"/>
                  </a:lnTo>
                  <a:lnTo>
                    <a:pt x="3306525" y="1781734"/>
                  </a:lnTo>
                  <a:lnTo>
                    <a:pt x="3306619" y="1781734"/>
                  </a:lnTo>
                  <a:lnTo>
                    <a:pt x="3306712" y="1781734"/>
                  </a:lnTo>
                  <a:lnTo>
                    <a:pt x="3306805" y="1781734"/>
                  </a:lnTo>
                  <a:lnTo>
                    <a:pt x="3306898" y="1781734"/>
                  </a:lnTo>
                  <a:lnTo>
                    <a:pt x="3306992" y="1781734"/>
                  </a:lnTo>
                  <a:lnTo>
                    <a:pt x="3307085" y="1781734"/>
                  </a:lnTo>
                  <a:lnTo>
                    <a:pt x="3307178" y="1781734"/>
                  </a:lnTo>
                  <a:lnTo>
                    <a:pt x="3307271" y="1781734"/>
                  </a:lnTo>
                  <a:lnTo>
                    <a:pt x="3307365" y="1781734"/>
                  </a:lnTo>
                  <a:lnTo>
                    <a:pt x="3307458" y="1781734"/>
                  </a:lnTo>
                  <a:lnTo>
                    <a:pt x="3307551" y="1781734"/>
                  </a:lnTo>
                  <a:lnTo>
                    <a:pt x="3307644" y="1781734"/>
                  </a:lnTo>
                  <a:lnTo>
                    <a:pt x="3307738" y="1781734"/>
                  </a:lnTo>
                  <a:lnTo>
                    <a:pt x="3307831" y="1781734"/>
                  </a:lnTo>
                  <a:lnTo>
                    <a:pt x="3307924" y="1781734"/>
                  </a:lnTo>
                  <a:lnTo>
                    <a:pt x="3308017" y="1781734"/>
                  </a:lnTo>
                  <a:lnTo>
                    <a:pt x="3308111" y="1781734"/>
                  </a:lnTo>
                  <a:lnTo>
                    <a:pt x="3308204" y="1781734"/>
                  </a:lnTo>
                  <a:lnTo>
                    <a:pt x="3308297" y="1781734"/>
                  </a:lnTo>
                  <a:lnTo>
                    <a:pt x="3308390" y="1781734"/>
                  </a:lnTo>
                  <a:lnTo>
                    <a:pt x="3308484" y="1781734"/>
                  </a:lnTo>
                  <a:lnTo>
                    <a:pt x="3308577" y="1781734"/>
                  </a:lnTo>
                  <a:lnTo>
                    <a:pt x="3308670" y="1781734"/>
                  </a:lnTo>
                  <a:lnTo>
                    <a:pt x="3308763" y="1781734"/>
                  </a:lnTo>
                  <a:lnTo>
                    <a:pt x="3308857" y="1781734"/>
                  </a:lnTo>
                  <a:lnTo>
                    <a:pt x="3308950" y="1781734"/>
                  </a:lnTo>
                  <a:lnTo>
                    <a:pt x="3309043" y="1781734"/>
                  </a:lnTo>
                  <a:lnTo>
                    <a:pt x="3309136" y="1781734"/>
                  </a:lnTo>
                  <a:lnTo>
                    <a:pt x="3309230" y="1781734"/>
                  </a:lnTo>
                  <a:lnTo>
                    <a:pt x="3309323" y="1781734"/>
                  </a:lnTo>
                  <a:lnTo>
                    <a:pt x="3309416" y="1781734"/>
                  </a:lnTo>
                  <a:lnTo>
                    <a:pt x="3309509" y="1781734"/>
                  </a:lnTo>
                  <a:lnTo>
                    <a:pt x="3309602" y="1781734"/>
                  </a:lnTo>
                  <a:lnTo>
                    <a:pt x="3309696" y="1781734"/>
                  </a:lnTo>
                  <a:lnTo>
                    <a:pt x="3309789" y="1781734"/>
                  </a:lnTo>
                  <a:lnTo>
                    <a:pt x="3309882" y="1781734"/>
                  </a:lnTo>
                  <a:lnTo>
                    <a:pt x="3309975" y="1781734"/>
                  </a:lnTo>
                  <a:lnTo>
                    <a:pt x="3310069" y="1781734"/>
                  </a:lnTo>
                  <a:lnTo>
                    <a:pt x="3310162" y="1781734"/>
                  </a:lnTo>
                  <a:lnTo>
                    <a:pt x="3310255" y="1781734"/>
                  </a:lnTo>
                  <a:lnTo>
                    <a:pt x="3310348" y="1781734"/>
                  </a:lnTo>
                  <a:lnTo>
                    <a:pt x="3310442" y="1781734"/>
                  </a:lnTo>
                  <a:lnTo>
                    <a:pt x="3310535" y="1781734"/>
                  </a:lnTo>
                  <a:lnTo>
                    <a:pt x="3310628" y="1781734"/>
                  </a:lnTo>
                  <a:lnTo>
                    <a:pt x="3310721" y="1781734"/>
                  </a:lnTo>
                  <a:lnTo>
                    <a:pt x="3310815" y="1781734"/>
                  </a:lnTo>
                  <a:lnTo>
                    <a:pt x="3310908" y="1781734"/>
                  </a:lnTo>
                  <a:lnTo>
                    <a:pt x="3311001" y="1781734"/>
                  </a:lnTo>
                  <a:lnTo>
                    <a:pt x="3311094" y="1781734"/>
                  </a:lnTo>
                  <a:lnTo>
                    <a:pt x="3311188" y="1781734"/>
                  </a:lnTo>
                  <a:lnTo>
                    <a:pt x="3311281" y="1781734"/>
                  </a:lnTo>
                  <a:lnTo>
                    <a:pt x="3311374" y="1781734"/>
                  </a:lnTo>
                  <a:lnTo>
                    <a:pt x="3311467" y="1781734"/>
                  </a:lnTo>
                  <a:lnTo>
                    <a:pt x="3311561" y="1781734"/>
                  </a:lnTo>
                  <a:lnTo>
                    <a:pt x="3311654" y="1781734"/>
                  </a:lnTo>
                  <a:lnTo>
                    <a:pt x="3311747" y="1781734"/>
                  </a:lnTo>
                  <a:lnTo>
                    <a:pt x="3311840" y="1781734"/>
                  </a:lnTo>
                  <a:lnTo>
                    <a:pt x="3311934" y="1781734"/>
                  </a:lnTo>
                  <a:lnTo>
                    <a:pt x="3312027" y="1781734"/>
                  </a:lnTo>
                  <a:lnTo>
                    <a:pt x="3312120" y="1781734"/>
                  </a:lnTo>
                  <a:lnTo>
                    <a:pt x="3312213" y="1781734"/>
                  </a:lnTo>
                  <a:lnTo>
                    <a:pt x="3312307" y="1781734"/>
                  </a:lnTo>
                  <a:lnTo>
                    <a:pt x="3312400" y="1781734"/>
                  </a:lnTo>
                  <a:lnTo>
                    <a:pt x="3312493" y="1781734"/>
                  </a:lnTo>
                  <a:lnTo>
                    <a:pt x="3312586" y="1781734"/>
                  </a:lnTo>
                  <a:lnTo>
                    <a:pt x="3312680" y="1781734"/>
                  </a:lnTo>
                  <a:lnTo>
                    <a:pt x="3312773" y="1781734"/>
                  </a:lnTo>
                  <a:lnTo>
                    <a:pt x="3312866" y="1781734"/>
                  </a:lnTo>
                  <a:lnTo>
                    <a:pt x="3312959" y="1781734"/>
                  </a:lnTo>
                  <a:lnTo>
                    <a:pt x="3313053" y="1781734"/>
                  </a:lnTo>
                  <a:lnTo>
                    <a:pt x="3313146" y="1781734"/>
                  </a:lnTo>
                  <a:lnTo>
                    <a:pt x="3313239" y="1781734"/>
                  </a:lnTo>
                  <a:lnTo>
                    <a:pt x="3313332" y="1781734"/>
                  </a:lnTo>
                  <a:lnTo>
                    <a:pt x="3313426" y="1781734"/>
                  </a:lnTo>
                  <a:lnTo>
                    <a:pt x="3313519" y="1781734"/>
                  </a:lnTo>
                  <a:lnTo>
                    <a:pt x="3313612" y="1781734"/>
                  </a:lnTo>
                  <a:lnTo>
                    <a:pt x="3313705" y="1781734"/>
                  </a:lnTo>
                  <a:lnTo>
                    <a:pt x="3313799" y="1781734"/>
                  </a:lnTo>
                  <a:lnTo>
                    <a:pt x="3313892" y="1781734"/>
                  </a:lnTo>
                  <a:lnTo>
                    <a:pt x="3313985" y="1781734"/>
                  </a:lnTo>
                  <a:lnTo>
                    <a:pt x="3314078" y="1781734"/>
                  </a:lnTo>
                  <a:lnTo>
                    <a:pt x="3314172" y="1781734"/>
                  </a:lnTo>
                  <a:lnTo>
                    <a:pt x="3314265" y="1781734"/>
                  </a:lnTo>
                  <a:lnTo>
                    <a:pt x="3314265" y="1771780"/>
                  </a:lnTo>
                  <a:lnTo>
                    <a:pt x="3314358" y="1771780"/>
                  </a:lnTo>
                  <a:lnTo>
                    <a:pt x="3314451" y="1771780"/>
                  </a:lnTo>
                  <a:lnTo>
                    <a:pt x="3314545" y="1771780"/>
                  </a:lnTo>
                  <a:lnTo>
                    <a:pt x="3314638" y="1771780"/>
                  </a:lnTo>
                  <a:lnTo>
                    <a:pt x="3314731" y="1771780"/>
                  </a:lnTo>
                  <a:lnTo>
                    <a:pt x="3314824" y="1771780"/>
                  </a:lnTo>
                  <a:lnTo>
                    <a:pt x="3314918" y="1771780"/>
                  </a:lnTo>
                  <a:lnTo>
                    <a:pt x="3315011" y="1771780"/>
                  </a:lnTo>
                  <a:lnTo>
                    <a:pt x="3315104" y="1771780"/>
                  </a:lnTo>
                  <a:lnTo>
                    <a:pt x="3315197" y="1771780"/>
                  </a:lnTo>
                  <a:lnTo>
                    <a:pt x="3315291" y="1771780"/>
                  </a:lnTo>
                  <a:lnTo>
                    <a:pt x="3315384" y="1771780"/>
                  </a:lnTo>
                  <a:lnTo>
                    <a:pt x="3315477" y="1771780"/>
                  </a:lnTo>
                  <a:lnTo>
                    <a:pt x="3315570" y="1771780"/>
                  </a:lnTo>
                  <a:lnTo>
                    <a:pt x="3315664" y="1771780"/>
                  </a:lnTo>
                  <a:lnTo>
                    <a:pt x="3315757" y="1771780"/>
                  </a:lnTo>
                  <a:lnTo>
                    <a:pt x="3315850" y="1771780"/>
                  </a:lnTo>
                  <a:lnTo>
                    <a:pt x="3315943" y="1771780"/>
                  </a:lnTo>
                  <a:lnTo>
                    <a:pt x="3316037" y="1771780"/>
                  </a:lnTo>
                  <a:lnTo>
                    <a:pt x="3316130" y="1771780"/>
                  </a:lnTo>
                  <a:lnTo>
                    <a:pt x="3316223" y="1771780"/>
                  </a:lnTo>
                  <a:lnTo>
                    <a:pt x="3316316" y="1771780"/>
                  </a:lnTo>
                  <a:lnTo>
                    <a:pt x="3316409" y="1771780"/>
                  </a:lnTo>
                  <a:lnTo>
                    <a:pt x="3316503" y="1771780"/>
                  </a:lnTo>
                  <a:lnTo>
                    <a:pt x="3316596" y="1771780"/>
                  </a:lnTo>
                  <a:lnTo>
                    <a:pt x="3316689" y="1771780"/>
                  </a:lnTo>
                  <a:lnTo>
                    <a:pt x="3316782" y="1771780"/>
                  </a:lnTo>
                  <a:lnTo>
                    <a:pt x="3316876" y="1771780"/>
                  </a:lnTo>
                  <a:lnTo>
                    <a:pt x="3316969" y="1771780"/>
                  </a:lnTo>
                  <a:lnTo>
                    <a:pt x="3317062" y="1771780"/>
                  </a:lnTo>
                  <a:lnTo>
                    <a:pt x="3317155" y="1771780"/>
                  </a:lnTo>
                  <a:lnTo>
                    <a:pt x="3317249" y="1771780"/>
                  </a:lnTo>
                  <a:lnTo>
                    <a:pt x="3317342" y="1771780"/>
                  </a:lnTo>
                  <a:lnTo>
                    <a:pt x="3317435" y="1771780"/>
                  </a:lnTo>
                  <a:lnTo>
                    <a:pt x="3317528" y="1771780"/>
                  </a:lnTo>
                  <a:lnTo>
                    <a:pt x="3317622" y="1771780"/>
                  </a:lnTo>
                  <a:lnTo>
                    <a:pt x="3317715" y="1771780"/>
                  </a:lnTo>
                  <a:lnTo>
                    <a:pt x="3317808" y="1771780"/>
                  </a:lnTo>
                  <a:lnTo>
                    <a:pt x="3317901" y="1771780"/>
                  </a:lnTo>
                  <a:lnTo>
                    <a:pt x="3317995" y="1771780"/>
                  </a:lnTo>
                  <a:lnTo>
                    <a:pt x="3318088" y="1771780"/>
                  </a:lnTo>
                  <a:lnTo>
                    <a:pt x="3318181" y="1771780"/>
                  </a:lnTo>
                  <a:lnTo>
                    <a:pt x="3318274" y="1771780"/>
                  </a:lnTo>
                  <a:lnTo>
                    <a:pt x="3318368" y="1771780"/>
                  </a:lnTo>
                  <a:lnTo>
                    <a:pt x="3318461" y="1771780"/>
                  </a:lnTo>
                  <a:lnTo>
                    <a:pt x="3318554" y="1771780"/>
                  </a:lnTo>
                  <a:lnTo>
                    <a:pt x="3318647" y="1771780"/>
                  </a:lnTo>
                  <a:lnTo>
                    <a:pt x="3318741" y="1771780"/>
                  </a:lnTo>
                  <a:lnTo>
                    <a:pt x="3318834" y="1771780"/>
                  </a:lnTo>
                  <a:lnTo>
                    <a:pt x="3318927" y="1771780"/>
                  </a:lnTo>
                  <a:lnTo>
                    <a:pt x="3319020" y="1771780"/>
                  </a:lnTo>
                  <a:lnTo>
                    <a:pt x="3319114" y="1771780"/>
                  </a:lnTo>
                  <a:lnTo>
                    <a:pt x="3319207" y="1771780"/>
                  </a:lnTo>
                  <a:lnTo>
                    <a:pt x="3319300" y="1771780"/>
                  </a:lnTo>
                  <a:lnTo>
                    <a:pt x="3319393" y="1771780"/>
                  </a:lnTo>
                  <a:lnTo>
                    <a:pt x="3319487" y="1771780"/>
                  </a:lnTo>
                  <a:lnTo>
                    <a:pt x="3319580" y="1771780"/>
                  </a:lnTo>
                  <a:lnTo>
                    <a:pt x="3319673" y="1771780"/>
                  </a:lnTo>
                  <a:lnTo>
                    <a:pt x="3319766" y="1771780"/>
                  </a:lnTo>
                  <a:lnTo>
                    <a:pt x="3319860" y="1771780"/>
                  </a:lnTo>
                  <a:lnTo>
                    <a:pt x="3319953" y="1771780"/>
                  </a:lnTo>
                  <a:lnTo>
                    <a:pt x="3320046" y="1771780"/>
                  </a:lnTo>
                  <a:lnTo>
                    <a:pt x="3320139" y="1771780"/>
                  </a:lnTo>
                  <a:lnTo>
                    <a:pt x="3320233" y="1771780"/>
                  </a:lnTo>
                  <a:lnTo>
                    <a:pt x="3320326" y="1771780"/>
                  </a:lnTo>
                  <a:lnTo>
                    <a:pt x="3320419" y="1771780"/>
                  </a:lnTo>
                  <a:lnTo>
                    <a:pt x="3320512" y="1771780"/>
                  </a:lnTo>
                  <a:lnTo>
                    <a:pt x="3320606" y="1771780"/>
                  </a:lnTo>
                  <a:lnTo>
                    <a:pt x="3320699" y="1771780"/>
                  </a:lnTo>
                  <a:lnTo>
                    <a:pt x="3320792" y="1771780"/>
                  </a:lnTo>
                  <a:lnTo>
                    <a:pt x="3320885" y="1771780"/>
                  </a:lnTo>
                  <a:lnTo>
                    <a:pt x="3320979" y="1771780"/>
                  </a:lnTo>
                  <a:lnTo>
                    <a:pt x="3321072" y="1771780"/>
                  </a:lnTo>
                  <a:lnTo>
                    <a:pt x="3321165" y="1771780"/>
                  </a:lnTo>
                  <a:lnTo>
                    <a:pt x="3321258" y="1771780"/>
                  </a:lnTo>
                  <a:lnTo>
                    <a:pt x="3321352" y="1771780"/>
                  </a:lnTo>
                  <a:lnTo>
                    <a:pt x="3321445" y="1771780"/>
                  </a:lnTo>
                  <a:lnTo>
                    <a:pt x="3321538" y="1771780"/>
                  </a:lnTo>
                  <a:lnTo>
                    <a:pt x="3321631" y="1771780"/>
                  </a:lnTo>
                  <a:lnTo>
                    <a:pt x="3321725" y="1771780"/>
                  </a:lnTo>
                  <a:lnTo>
                    <a:pt x="3321818" y="1771780"/>
                  </a:lnTo>
                  <a:lnTo>
                    <a:pt x="3321911" y="1771780"/>
                  </a:lnTo>
                  <a:lnTo>
                    <a:pt x="3322004" y="1771780"/>
                  </a:lnTo>
                  <a:lnTo>
                    <a:pt x="3322098" y="1771780"/>
                  </a:lnTo>
                  <a:lnTo>
                    <a:pt x="3322191" y="1771780"/>
                  </a:lnTo>
                  <a:lnTo>
                    <a:pt x="3322284" y="1771780"/>
                  </a:lnTo>
                  <a:lnTo>
                    <a:pt x="3322377" y="1771780"/>
                  </a:lnTo>
                  <a:lnTo>
                    <a:pt x="3322471" y="1771780"/>
                  </a:lnTo>
                  <a:lnTo>
                    <a:pt x="3322564" y="1771780"/>
                  </a:lnTo>
                  <a:lnTo>
                    <a:pt x="3322657" y="1771780"/>
                  </a:lnTo>
                  <a:lnTo>
                    <a:pt x="3322750" y="1771780"/>
                  </a:lnTo>
                  <a:lnTo>
                    <a:pt x="3322844" y="1771780"/>
                  </a:lnTo>
                  <a:lnTo>
                    <a:pt x="3322937" y="1771780"/>
                  </a:lnTo>
                  <a:lnTo>
                    <a:pt x="3323030" y="1771780"/>
                  </a:lnTo>
                  <a:lnTo>
                    <a:pt x="3323123" y="1771780"/>
                  </a:lnTo>
                  <a:lnTo>
                    <a:pt x="3323216" y="1771780"/>
                  </a:lnTo>
                  <a:lnTo>
                    <a:pt x="3323310" y="1771780"/>
                  </a:lnTo>
                  <a:lnTo>
                    <a:pt x="3323403" y="1771780"/>
                  </a:lnTo>
                  <a:lnTo>
                    <a:pt x="3323496" y="1771780"/>
                  </a:lnTo>
                  <a:lnTo>
                    <a:pt x="3323589" y="1771780"/>
                  </a:lnTo>
                  <a:lnTo>
                    <a:pt x="3323683" y="1771780"/>
                  </a:lnTo>
                  <a:lnTo>
                    <a:pt x="3323776" y="1771780"/>
                  </a:lnTo>
                  <a:lnTo>
                    <a:pt x="3323869" y="1771780"/>
                  </a:lnTo>
                  <a:lnTo>
                    <a:pt x="3323962" y="1771780"/>
                  </a:lnTo>
                  <a:lnTo>
                    <a:pt x="3324056" y="1771780"/>
                  </a:lnTo>
                  <a:lnTo>
                    <a:pt x="3324149" y="1771780"/>
                  </a:lnTo>
                  <a:lnTo>
                    <a:pt x="3324242" y="1771780"/>
                  </a:lnTo>
                  <a:lnTo>
                    <a:pt x="3324335" y="1771780"/>
                  </a:lnTo>
                  <a:lnTo>
                    <a:pt x="3324429" y="1771780"/>
                  </a:lnTo>
                  <a:lnTo>
                    <a:pt x="3324522" y="1771780"/>
                  </a:lnTo>
                  <a:lnTo>
                    <a:pt x="3324522" y="1761826"/>
                  </a:lnTo>
                  <a:lnTo>
                    <a:pt x="3324615" y="1761826"/>
                  </a:lnTo>
                  <a:lnTo>
                    <a:pt x="3324708" y="1761826"/>
                  </a:lnTo>
                  <a:lnTo>
                    <a:pt x="3324802" y="1761826"/>
                  </a:lnTo>
                  <a:lnTo>
                    <a:pt x="3324895" y="1761826"/>
                  </a:lnTo>
                  <a:lnTo>
                    <a:pt x="3324988" y="1761826"/>
                  </a:lnTo>
                  <a:lnTo>
                    <a:pt x="3325081" y="1761826"/>
                  </a:lnTo>
                  <a:lnTo>
                    <a:pt x="3325175" y="1761826"/>
                  </a:lnTo>
                  <a:lnTo>
                    <a:pt x="3325268" y="1761826"/>
                  </a:lnTo>
                  <a:lnTo>
                    <a:pt x="3325361" y="1761826"/>
                  </a:lnTo>
                  <a:lnTo>
                    <a:pt x="3325454" y="1761826"/>
                  </a:lnTo>
                  <a:lnTo>
                    <a:pt x="3325548" y="1761826"/>
                  </a:lnTo>
                  <a:lnTo>
                    <a:pt x="3325641" y="1761826"/>
                  </a:lnTo>
                  <a:lnTo>
                    <a:pt x="3325734" y="1761826"/>
                  </a:lnTo>
                  <a:lnTo>
                    <a:pt x="3325827" y="1761826"/>
                  </a:lnTo>
                  <a:lnTo>
                    <a:pt x="3325921" y="1761826"/>
                  </a:lnTo>
                  <a:lnTo>
                    <a:pt x="3326014" y="1761826"/>
                  </a:lnTo>
                  <a:lnTo>
                    <a:pt x="3326107" y="1761826"/>
                  </a:lnTo>
                  <a:lnTo>
                    <a:pt x="3326200" y="1761826"/>
                  </a:lnTo>
                  <a:lnTo>
                    <a:pt x="3326294" y="1761826"/>
                  </a:lnTo>
                  <a:lnTo>
                    <a:pt x="3326387" y="1761826"/>
                  </a:lnTo>
                  <a:lnTo>
                    <a:pt x="3326480" y="1761826"/>
                  </a:lnTo>
                  <a:lnTo>
                    <a:pt x="3326573" y="1761826"/>
                  </a:lnTo>
                  <a:lnTo>
                    <a:pt x="3326667" y="1761826"/>
                  </a:lnTo>
                  <a:lnTo>
                    <a:pt x="3326760" y="1761826"/>
                  </a:lnTo>
                  <a:lnTo>
                    <a:pt x="3326853" y="1761826"/>
                  </a:lnTo>
                  <a:lnTo>
                    <a:pt x="3326946" y="1761826"/>
                  </a:lnTo>
                  <a:lnTo>
                    <a:pt x="3327040" y="1761826"/>
                  </a:lnTo>
                  <a:lnTo>
                    <a:pt x="3327133" y="1761826"/>
                  </a:lnTo>
                  <a:lnTo>
                    <a:pt x="3327226" y="1761826"/>
                  </a:lnTo>
                  <a:lnTo>
                    <a:pt x="3327319" y="1761826"/>
                  </a:lnTo>
                  <a:lnTo>
                    <a:pt x="3327413" y="1761826"/>
                  </a:lnTo>
                  <a:lnTo>
                    <a:pt x="3327506" y="1761826"/>
                  </a:lnTo>
                  <a:lnTo>
                    <a:pt x="3327599" y="1761826"/>
                  </a:lnTo>
                  <a:lnTo>
                    <a:pt x="3327692" y="1761826"/>
                  </a:lnTo>
                  <a:lnTo>
                    <a:pt x="3327786" y="1761826"/>
                  </a:lnTo>
                  <a:lnTo>
                    <a:pt x="3327879" y="1761826"/>
                  </a:lnTo>
                  <a:lnTo>
                    <a:pt x="3327972" y="1761826"/>
                  </a:lnTo>
                  <a:lnTo>
                    <a:pt x="3328065" y="1761826"/>
                  </a:lnTo>
                  <a:lnTo>
                    <a:pt x="3328159" y="1761826"/>
                  </a:lnTo>
                  <a:lnTo>
                    <a:pt x="3328252" y="1761826"/>
                  </a:lnTo>
                  <a:lnTo>
                    <a:pt x="3328345" y="1761826"/>
                  </a:lnTo>
                  <a:lnTo>
                    <a:pt x="3328438" y="1761826"/>
                  </a:lnTo>
                  <a:lnTo>
                    <a:pt x="3328532" y="1761826"/>
                  </a:lnTo>
                  <a:lnTo>
                    <a:pt x="3328625" y="1761826"/>
                  </a:lnTo>
                  <a:lnTo>
                    <a:pt x="3328718" y="1761826"/>
                  </a:lnTo>
                  <a:lnTo>
                    <a:pt x="3328811" y="1761826"/>
                  </a:lnTo>
                  <a:lnTo>
                    <a:pt x="3328905" y="1761826"/>
                  </a:lnTo>
                  <a:lnTo>
                    <a:pt x="3328998" y="1761826"/>
                  </a:lnTo>
                  <a:lnTo>
                    <a:pt x="3329091" y="1761826"/>
                  </a:lnTo>
                  <a:lnTo>
                    <a:pt x="3329184" y="1761826"/>
                  </a:lnTo>
                  <a:lnTo>
                    <a:pt x="3329278" y="1761826"/>
                  </a:lnTo>
                  <a:lnTo>
                    <a:pt x="3329371" y="1761826"/>
                  </a:lnTo>
                  <a:lnTo>
                    <a:pt x="3329464" y="1761826"/>
                  </a:lnTo>
                  <a:lnTo>
                    <a:pt x="3329557" y="1761826"/>
                  </a:lnTo>
                  <a:lnTo>
                    <a:pt x="3329651" y="1761826"/>
                  </a:lnTo>
                  <a:lnTo>
                    <a:pt x="3329744" y="1761826"/>
                  </a:lnTo>
                  <a:lnTo>
                    <a:pt x="3329837" y="1761826"/>
                  </a:lnTo>
                  <a:lnTo>
                    <a:pt x="3329930" y="1761826"/>
                  </a:lnTo>
                  <a:lnTo>
                    <a:pt x="3330024" y="1761826"/>
                  </a:lnTo>
                  <a:lnTo>
                    <a:pt x="3330117" y="1761826"/>
                  </a:lnTo>
                  <a:lnTo>
                    <a:pt x="3330210" y="1761826"/>
                  </a:lnTo>
                  <a:lnTo>
                    <a:pt x="3330303" y="1761826"/>
                  </a:lnTo>
                  <a:lnTo>
                    <a:pt x="3330396" y="1761826"/>
                  </a:lnTo>
                  <a:lnTo>
                    <a:pt x="3330490" y="1761826"/>
                  </a:lnTo>
                  <a:lnTo>
                    <a:pt x="3330583" y="1761826"/>
                  </a:lnTo>
                  <a:lnTo>
                    <a:pt x="3330676" y="1761826"/>
                  </a:lnTo>
                  <a:lnTo>
                    <a:pt x="3330769" y="1761826"/>
                  </a:lnTo>
                  <a:lnTo>
                    <a:pt x="3330863" y="1761826"/>
                  </a:lnTo>
                  <a:lnTo>
                    <a:pt x="3330956" y="1761826"/>
                  </a:lnTo>
                  <a:lnTo>
                    <a:pt x="3331049" y="1761826"/>
                  </a:lnTo>
                  <a:lnTo>
                    <a:pt x="3331142" y="1761826"/>
                  </a:lnTo>
                  <a:lnTo>
                    <a:pt x="3331236" y="1761826"/>
                  </a:lnTo>
                  <a:lnTo>
                    <a:pt x="3331329" y="1761826"/>
                  </a:lnTo>
                  <a:lnTo>
                    <a:pt x="3331422" y="1761826"/>
                  </a:lnTo>
                  <a:lnTo>
                    <a:pt x="3331515" y="1761826"/>
                  </a:lnTo>
                  <a:lnTo>
                    <a:pt x="3331609" y="1761826"/>
                  </a:lnTo>
                  <a:lnTo>
                    <a:pt x="3331702" y="1761826"/>
                  </a:lnTo>
                  <a:lnTo>
                    <a:pt x="3331795" y="1761826"/>
                  </a:lnTo>
                  <a:lnTo>
                    <a:pt x="3331888" y="1761826"/>
                  </a:lnTo>
                  <a:lnTo>
                    <a:pt x="3331982" y="1761826"/>
                  </a:lnTo>
                  <a:lnTo>
                    <a:pt x="3332075" y="1761826"/>
                  </a:lnTo>
                  <a:lnTo>
                    <a:pt x="3332168" y="1761826"/>
                  </a:lnTo>
                  <a:lnTo>
                    <a:pt x="3332261" y="1761826"/>
                  </a:lnTo>
                  <a:lnTo>
                    <a:pt x="3332355" y="1761826"/>
                  </a:lnTo>
                  <a:lnTo>
                    <a:pt x="3332448" y="1761826"/>
                  </a:lnTo>
                  <a:lnTo>
                    <a:pt x="3332541" y="1761826"/>
                  </a:lnTo>
                  <a:lnTo>
                    <a:pt x="3332541" y="1751872"/>
                  </a:lnTo>
                  <a:lnTo>
                    <a:pt x="3332634" y="1751872"/>
                  </a:lnTo>
                  <a:lnTo>
                    <a:pt x="3332728" y="1751872"/>
                  </a:lnTo>
                  <a:lnTo>
                    <a:pt x="3332821" y="1751872"/>
                  </a:lnTo>
                  <a:lnTo>
                    <a:pt x="3332914" y="1751872"/>
                  </a:lnTo>
                  <a:lnTo>
                    <a:pt x="3333007" y="1751872"/>
                  </a:lnTo>
                  <a:lnTo>
                    <a:pt x="3333101" y="1751872"/>
                  </a:lnTo>
                  <a:lnTo>
                    <a:pt x="3333194" y="1751872"/>
                  </a:lnTo>
                  <a:lnTo>
                    <a:pt x="3333287" y="1751872"/>
                  </a:lnTo>
                  <a:lnTo>
                    <a:pt x="3333380" y="1751872"/>
                  </a:lnTo>
                  <a:lnTo>
                    <a:pt x="3333474" y="1751872"/>
                  </a:lnTo>
                  <a:lnTo>
                    <a:pt x="3333567" y="1751872"/>
                  </a:lnTo>
                  <a:lnTo>
                    <a:pt x="3333660" y="1751872"/>
                  </a:lnTo>
                  <a:lnTo>
                    <a:pt x="3333753" y="1751872"/>
                  </a:lnTo>
                  <a:lnTo>
                    <a:pt x="3333847" y="1751872"/>
                  </a:lnTo>
                  <a:lnTo>
                    <a:pt x="3333940" y="1751872"/>
                  </a:lnTo>
                  <a:lnTo>
                    <a:pt x="3334033" y="1751872"/>
                  </a:lnTo>
                  <a:lnTo>
                    <a:pt x="3334126" y="1751872"/>
                  </a:lnTo>
                  <a:lnTo>
                    <a:pt x="3334220" y="1751872"/>
                  </a:lnTo>
                  <a:lnTo>
                    <a:pt x="3334313" y="1751872"/>
                  </a:lnTo>
                  <a:lnTo>
                    <a:pt x="3334406" y="1751872"/>
                  </a:lnTo>
                  <a:lnTo>
                    <a:pt x="3334499" y="1751872"/>
                  </a:lnTo>
                  <a:lnTo>
                    <a:pt x="3334593" y="1751872"/>
                  </a:lnTo>
                  <a:lnTo>
                    <a:pt x="3334686" y="1751872"/>
                  </a:lnTo>
                  <a:lnTo>
                    <a:pt x="3334779" y="1751872"/>
                  </a:lnTo>
                  <a:lnTo>
                    <a:pt x="3334872" y="1751872"/>
                  </a:lnTo>
                  <a:lnTo>
                    <a:pt x="3334966" y="1751872"/>
                  </a:lnTo>
                  <a:lnTo>
                    <a:pt x="3335059" y="1751872"/>
                  </a:lnTo>
                  <a:lnTo>
                    <a:pt x="3335152" y="1751872"/>
                  </a:lnTo>
                  <a:lnTo>
                    <a:pt x="3335245" y="1751872"/>
                  </a:lnTo>
                  <a:lnTo>
                    <a:pt x="3335339" y="1751872"/>
                  </a:lnTo>
                  <a:lnTo>
                    <a:pt x="3335432" y="1751872"/>
                  </a:lnTo>
                  <a:lnTo>
                    <a:pt x="3335525" y="1751872"/>
                  </a:lnTo>
                  <a:lnTo>
                    <a:pt x="3335618" y="1751872"/>
                  </a:lnTo>
                  <a:lnTo>
                    <a:pt x="3335712" y="1751872"/>
                  </a:lnTo>
                  <a:lnTo>
                    <a:pt x="3335805" y="1751872"/>
                  </a:lnTo>
                  <a:lnTo>
                    <a:pt x="3335898" y="1751872"/>
                  </a:lnTo>
                  <a:lnTo>
                    <a:pt x="3335991" y="1751872"/>
                  </a:lnTo>
                  <a:lnTo>
                    <a:pt x="3336085" y="1751872"/>
                  </a:lnTo>
                  <a:lnTo>
                    <a:pt x="3336178" y="1751872"/>
                  </a:lnTo>
                  <a:lnTo>
                    <a:pt x="3336271" y="1751872"/>
                  </a:lnTo>
                  <a:lnTo>
                    <a:pt x="3336364" y="1751872"/>
                  </a:lnTo>
                  <a:lnTo>
                    <a:pt x="3336458" y="1751872"/>
                  </a:lnTo>
                  <a:lnTo>
                    <a:pt x="3336551" y="1751872"/>
                  </a:lnTo>
                  <a:lnTo>
                    <a:pt x="3336644" y="1751872"/>
                  </a:lnTo>
                  <a:lnTo>
                    <a:pt x="3336737" y="1751872"/>
                  </a:lnTo>
                  <a:lnTo>
                    <a:pt x="3336831" y="1751872"/>
                  </a:lnTo>
                  <a:lnTo>
                    <a:pt x="3336924" y="1751872"/>
                  </a:lnTo>
                  <a:lnTo>
                    <a:pt x="3337017" y="1751872"/>
                  </a:lnTo>
                  <a:lnTo>
                    <a:pt x="3337110" y="1751872"/>
                  </a:lnTo>
                  <a:lnTo>
                    <a:pt x="3337203" y="1751872"/>
                  </a:lnTo>
                  <a:lnTo>
                    <a:pt x="3337297" y="1751872"/>
                  </a:lnTo>
                  <a:lnTo>
                    <a:pt x="3337390" y="1751872"/>
                  </a:lnTo>
                  <a:lnTo>
                    <a:pt x="3337483" y="1751872"/>
                  </a:lnTo>
                  <a:lnTo>
                    <a:pt x="3337576" y="1751872"/>
                  </a:lnTo>
                  <a:lnTo>
                    <a:pt x="3337670" y="1751872"/>
                  </a:lnTo>
                  <a:lnTo>
                    <a:pt x="3337763" y="1751872"/>
                  </a:lnTo>
                  <a:lnTo>
                    <a:pt x="3337856" y="1751872"/>
                  </a:lnTo>
                  <a:lnTo>
                    <a:pt x="3337949" y="1751872"/>
                  </a:lnTo>
                  <a:lnTo>
                    <a:pt x="3338043" y="1751872"/>
                  </a:lnTo>
                  <a:lnTo>
                    <a:pt x="3338136" y="1751872"/>
                  </a:lnTo>
                  <a:lnTo>
                    <a:pt x="3338229" y="1751872"/>
                  </a:lnTo>
                  <a:lnTo>
                    <a:pt x="3338322" y="1751872"/>
                  </a:lnTo>
                  <a:lnTo>
                    <a:pt x="3338416" y="1751872"/>
                  </a:lnTo>
                  <a:lnTo>
                    <a:pt x="3338509" y="1751872"/>
                  </a:lnTo>
                  <a:lnTo>
                    <a:pt x="3338602" y="1751872"/>
                  </a:lnTo>
                  <a:lnTo>
                    <a:pt x="3338695" y="1751872"/>
                  </a:lnTo>
                  <a:lnTo>
                    <a:pt x="3338789" y="1751872"/>
                  </a:lnTo>
                  <a:lnTo>
                    <a:pt x="3338882" y="1751872"/>
                  </a:lnTo>
                  <a:lnTo>
                    <a:pt x="3338975" y="1751872"/>
                  </a:lnTo>
                  <a:lnTo>
                    <a:pt x="3339068" y="1751872"/>
                  </a:lnTo>
                  <a:lnTo>
                    <a:pt x="3339162" y="1751872"/>
                  </a:lnTo>
                  <a:lnTo>
                    <a:pt x="3339255" y="1751872"/>
                  </a:lnTo>
                  <a:lnTo>
                    <a:pt x="3339348" y="1751872"/>
                  </a:lnTo>
                  <a:lnTo>
                    <a:pt x="3339441" y="1751872"/>
                  </a:lnTo>
                  <a:lnTo>
                    <a:pt x="3339535" y="1751872"/>
                  </a:lnTo>
                  <a:lnTo>
                    <a:pt x="3339628" y="1751872"/>
                  </a:lnTo>
                  <a:lnTo>
                    <a:pt x="3339721" y="1751872"/>
                  </a:lnTo>
                  <a:lnTo>
                    <a:pt x="3339814" y="1751872"/>
                  </a:lnTo>
                  <a:lnTo>
                    <a:pt x="3339908" y="1751872"/>
                  </a:lnTo>
                  <a:lnTo>
                    <a:pt x="3340001" y="1751872"/>
                  </a:lnTo>
                  <a:lnTo>
                    <a:pt x="3340094" y="1751872"/>
                  </a:lnTo>
                  <a:lnTo>
                    <a:pt x="3340187" y="1751872"/>
                  </a:lnTo>
                  <a:lnTo>
                    <a:pt x="3340281" y="1751872"/>
                  </a:lnTo>
                  <a:lnTo>
                    <a:pt x="3340374" y="1751872"/>
                  </a:lnTo>
                  <a:lnTo>
                    <a:pt x="3340467" y="1751872"/>
                  </a:lnTo>
                  <a:lnTo>
                    <a:pt x="3340560" y="1751872"/>
                  </a:lnTo>
                  <a:lnTo>
                    <a:pt x="3340654" y="1751872"/>
                  </a:lnTo>
                  <a:lnTo>
                    <a:pt x="3340747" y="1751872"/>
                  </a:lnTo>
                  <a:lnTo>
                    <a:pt x="3340840" y="1751872"/>
                  </a:lnTo>
                  <a:lnTo>
                    <a:pt x="3340933" y="1751872"/>
                  </a:lnTo>
                  <a:lnTo>
                    <a:pt x="3340933" y="1741918"/>
                  </a:lnTo>
                  <a:lnTo>
                    <a:pt x="3341027" y="1741918"/>
                  </a:lnTo>
                  <a:lnTo>
                    <a:pt x="3341120" y="1741918"/>
                  </a:lnTo>
                  <a:lnTo>
                    <a:pt x="3341213" y="1741918"/>
                  </a:lnTo>
                  <a:lnTo>
                    <a:pt x="3341306" y="1741918"/>
                  </a:lnTo>
                  <a:lnTo>
                    <a:pt x="3341400" y="1741918"/>
                  </a:lnTo>
                  <a:lnTo>
                    <a:pt x="3341493" y="1741918"/>
                  </a:lnTo>
                  <a:lnTo>
                    <a:pt x="3341586" y="1741918"/>
                  </a:lnTo>
                  <a:lnTo>
                    <a:pt x="3341679" y="1741918"/>
                  </a:lnTo>
                  <a:lnTo>
                    <a:pt x="3341773" y="1741918"/>
                  </a:lnTo>
                  <a:lnTo>
                    <a:pt x="3341866" y="1741918"/>
                  </a:lnTo>
                  <a:lnTo>
                    <a:pt x="3341959" y="1741918"/>
                  </a:lnTo>
                  <a:lnTo>
                    <a:pt x="3342052" y="1741918"/>
                  </a:lnTo>
                  <a:lnTo>
                    <a:pt x="3342146" y="1741918"/>
                  </a:lnTo>
                  <a:lnTo>
                    <a:pt x="3342239" y="1741918"/>
                  </a:lnTo>
                  <a:lnTo>
                    <a:pt x="3342332" y="1741918"/>
                  </a:lnTo>
                  <a:lnTo>
                    <a:pt x="3342425" y="1741918"/>
                  </a:lnTo>
                  <a:lnTo>
                    <a:pt x="3342519" y="1741918"/>
                  </a:lnTo>
                  <a:lnTo>
                    <a:pt x="3342612" y="1741918"/>
                  </a:lnTo>
                  <a:lnTo>
                    <a:pt x="3342705" y="1741918"/>
                  </a:lnTo>
                  <a:lnTo>
                    <a:pt x="3342798" y="1741918"/>
                  </a:lnTo>
                  <a:lnTo>
                    <a:pt x="3342892" y="1741918"/>
                  </a:lnTo>
                  <a:lnTo>
                    <a:pt x="3342985" y="1741918"/>
                  </a:lnTo>
                  <a:lnTo>
                    <a:pt x="3343078" y="1741918"/>
                  </a:lnTo>
                  <a:lnTo>
                    <a:pt x="3343171" y="1741918"/>
                  </a:lnTo>
                  <a:lnTo>
                    <a:pt x="3343265" y="1741918"/>
                  </a:lnTo>
                  <a:lnTo>
                    <a:pt x="3343358" y="1741918"/>
                  </a:lnTo>
                  <a:lnTo>
                    <a:pt x="3343451" y="1741918"/>
                  </a:lnTo>
                  <a:lnTo>
                    <a:pt x="3343544" y="1741918"/>
                  </a:lnTo>
                  <a:lnTo>
                    <a:pt x="3343638" y="1741918"/>
                  </a:lnTo>
                  <a:lnTo>
                    <a:pt x="3343731" y="1741918"/>
                  </a:lnTo>
                  <a:lnTo>
                    <a:pt x="3343824" y="1741918"/>
                  </a:lnTo>
                  <a:lnTo>
                    <a:pt x="3343917" y="1741918"/>
                  </a:lnTo>
                  <a:lnTo>
                    <a:pt x="3344011" y="1741918"/>
                  </a:lnTo>
                  <a:lnTo>
                    <a:pt x="3344104" y="1741918"/>
                  </a:lnTo>
                  <a:lnTo>
                    <a:pt x="3344197" y="1741918"/>
                  </a:lnTo>
                  <a:lnTo>
                    <a:pt x="3344290" y="1741918"/>
                  </a:lnTo>
                  <a:lnTo>
                    <a:pt x="3344383" y="1741918"/>
                  </a:lnTo>
                  <a:lnTo>
                    <a:pt x="3344477" y="1741918"/>
                  </a:lnTo>
                  <a:lnTo>
                    <a:pt x="3344570" y="1741918"/>
                  </a:lnTo>
                  <a:lnTo>
                    <a:pt x="3344663" y="1741918"/>
                  </a:lnTo>
                  <a:lnTo>
                    <a:pt x="3344756" y="1741918"/>
                  </a:lnTo>
                  <a:lnTo>
                    <a:pt x="3344850" y="1741918"/>
                  </a:lnTo>
                  <a:lnTo>
                    <a:pt x="3344943" y="1741918"/>
                  </a:lnTo>
                  <a:lnTo>
                    <a:pt x="3345036" y="1741918"/>
                  </a:lnTo>
                  <a:lnTo>
                    <a:pt x="3345129" y="1741918"/>
                  </a:lnTo>
                  <a:lnTo>
                    <a:pt x="3345223" y="1741918"/>
                  </a:lnTo>
                  <a:lnTo>
                    <a:pt x="3345316" y="1741918"/>
                  </a:lnTo>
                  <a:lnTo>
                    <a:pt x="3345409" y="1741918"/>
                  </a:lnTo>
                  <a:lnTo>
                    <a:pt x="3345502" y="1741918"/>
                  </a:lnTo>
                  <a:lnTo>
                    <a:pt x="3345596" y="1741918"/>
                  </a:lnTo>
                  <a:lnTo>
                    <a:pt x="3345689" y="1741918"/>
                  </a:lnTo>
                  <a:lnTo>
                    <a:pt x="3345782" y="1741918"/>
                  </a:lnTo>
                  <a:lnTo>
                    <a:pt x="3345875" y="1741918"/>
                  </a:lnTo>
                  <a:lnTo>
                    <a:pt x="3345969" y="1741918"/>
                  </a:lnTo>
                  <a:lnTo>
                    <a:pt x="3346062" y="1741918"/>
                  </a:lnTo>
                  <a:lnTo>
                    <a:pt x="3346155" y="1741918"/>
                  </a:lnTo>
                  <a:lnTo>
                    <a:pt x="3346248" y="1741918"/>
                  </a:lnTo>
                  <a:lnTo>
                    <a:pt x="3346342" y="1741918"/>
                  </a:lnTo>
                  <a:lnTo>
                    <a:pt x="3346435" y="1741918"/>
                  </a:lnTo>
                  <a:lnTo>
                    <a:pt x="3346528" y="1741918"/>
                  </a:lnTo>
                  <a:lnTo>
                    <a:pt x="3346621" y="1741918"/>
                  </a:lnTo>
                  <a:lnTo>
                    <a:pt x="3346715" y="1741918"/>
                  </a:lnTo>
                  <a:lnTo>
                    <a:pt x="3346808" y="1741918"/>
                  </a:lnTo>
                  <a:lnTo>
                    <a:pt x="3346901" y="1741918"/>
                  </a:lnTo>
                  <a:lnTo>
                    <a:pt x="3346994" y="1741918"/>
                  </a:lnTo>
                  <a:lnTo>
                    <a:pt x="3347088" y="1741918"/>
                  </a:lnTo>
                  <a:lnTo>
                    <a:pt x="3347181" y="1741918"/>
                  </a:lnTo>
                  <a:lnTo>
                    <a:pt x="3347274" y="1741918"/>
                  </a:lnTo>
                  <a:lnTo>
                    <a:pt x="3347367" y="1741918"/>
                  </a:lnTo>
                  <a:lnTo>
                    <a:pt x="3347461" y="1741918"/>
                  </a:lnTo>
                  <a:lnTo>
                    <a:pt x="3347554" y="1741918"/>
                  </a:lnTo>
                  <a:lnTo>
                    <a:pt x="3347647" y="1741918"/>
                  </a:lnTo>
                  <a:lnTo>
                    <a:pt x="3347740" y="1741918"/>
                  </a:lnTo>
                  <a:lnTo>
                    <a:pt x="3347834" y="1741918"/>
                  </a:lnTo>
                  <a:lnTo>
                    <a:pt x="3347927" y="1741918"/>
                  </a:lnTo>
                  <a:lnTo>
                    <a:pt x="3348020" y="1741918"/>
                  </a:lnTo>
                  <a:lnTo>
                    <a:pt x="3348113" y="1741918"/>
                  </a:lnTo>
                  <a:lnTo>
                    <a:pt x="3348207" y="1741918"/>
                  </a:lnTo>
                  <a:lnTo>
                    <a:pt x="3348300" y="1741918"/>
                  </a:lnTo>
                  <a:lnTo>
                    <a:pt x="3348393" y="1741918"/>
                  </a:lnTo>
                  <a:lnTo>
                    <a:pt x="3348486" y="1741918"/>
                  </a:lnTo>
                  <a:lnTo>
                    <a:pt x="3348580" y="1741918"/>
                  </a:lnTo>
                  <a:lnTo>
                    <a:pt x="3348673" y="1741918"/>
                  </a:lnTo>
                  <a:lnTo>
                    <a:pt x="3348766" y="1741918"/>
                  </a:lnTo>
                  <a:lnTo>
                    <a:pt x="3348859" y="1741918"/>
                  </a:lnTo>
                  <a:lnTo>
                    <a:pt x="3348953" y="1741918"/>
                  </a:lnTo>
                  <a:lnTo>
                    <a:pt x="3349046" y="1741918"/>
                  </a:lnTo>
                  <a:lnTo>
                    <a:pt x="3349139" y="1741918"/>
                  </a:lnTo>
                  <a:lnTo>
                    <a:pt x="3349232" y="1741918"/>
                  </a:lnTo>
                  <a:lnTo>
                    <a:pt x="3349326" y="1741918"/>
                  </a:lnTo>
                  <a:lnTo>
                    <a:pt x="3349419" y="1741918"/>
                  </a:lnTo>
                  <a:lnTo>
                    <a:pt x="3349512" y="1741918"/>
                  </a:lnTo>
                  <a:lnTo>
                    <a:pt x="3349605" y="1741918"/>
                  </a:lnTo>
                  <a:lnTo>
                    <a:pt x="3349699" y="1741918"/>
                  </a:lnTo>
                  <a:lnTo>
                    <a:pt x="3349792" y="1741918"/>
                  </a:lnTo>
                  <a:lnTo>
                    <a:pt x="3349885" y="1741918"/>
                  </a:lnTo>
                  <a:lnTo>
                    <a:pt x="3349978" y="1741918"/>
                  </a:lnTo>
                  <a:lnTo>
                    <a:pt x="3350072" y="1741918"/>
                  </a:lnTo>
                  <a:lnTo>
                    <a:pt x="3350072" y="1731965"/>
                  </a:lnTo>
                  <a:lnTo>
                    <a:pt x="3350165" y="1731965"/>
                  </a:lnTo>
                  <a:lnTo>
                    <a:pt x="3350258" y="1731965"/>
                  </a:lnTo>
                  <a:lnTo>
                    <a:pt x="3350351" y="1731965"/>
                  </a:lnTo>
                  <a:lnTo>
                    <a:pt x="3350445" y="1731965"/>
                  </a:lnTo>
                  <a:lnTo>
                    <a:pt x="3350538" y="1731965"/>
                  </a:lnTo>
                  <a:lnTo>
                    <a:pt x="3350631" y="1731965"/>
                  </a:lnTo>
                  <a:lnTo>
                    <a:pt x="3350724" y="1731965"/>
                  </a:lnTo>
                  <a:lnTo>
                    <a:pt x="3350818" y="1731965"/>
                  </a:lnTo>
                  <a:lnTo>
                    <a:pt x="3350911" y="1731965"/>
                  </a:lnTo>
                  <a:lnTo>
                    <a:pt x="3351004" y="1731965"/>
                  </a:lnTo>
                  <a:lnTo>
                    <a:pt x="3351097" y="1731965"/>
                  </a:lnTo>
                  <a:lnTo>
                    <a:pt x="3351190" y="1731965"/>
                  </a:lnTo>
                  <a:lnTo>
                    <a:pt x="3351284" y="1731965"/>
                  </a:lnTo>
                  <a:lnTo>
                    <a:pt x="3351377" y="1731965"/>
                  </a:lnTo>
                  <a:lnTo>
                    <a:pt x="3351470" y="1731965"/>
                  </a:lnTo>
                  <a:lnTo>
                    <a:pt x="3351563" y="1731965"/>
                  </a:lnTo>
                  <a:lnTo>
                    <a:pt x="3351657" y="1731965"/>
                  </a:lnTo>
                  <a:lnTo>
                    <a:pt x="3351750" y="1731965"/>
                  </a:lnTo>
                  <a:lnTo>
                    <a:pt x="3351843" y="1731965"/>
                  </a:lnTo>
                  <a:lnTo>
                    <a:pt x="3351936" y="1731965"/>
                  </a:lnTo>
                  <a:lnTo>
                    <a:pt x="3352030" y="1731965"/>
                  </a:lnTo>
                  <a:lnTo>
                    <a:pt x="3352123" y="1731965"/>
                  </a:lnTo>
                  <a:lnTo>
                    <a:pt x="3352216" y="1731965"/>
                  </a:lnTo>
                  <a:lnTo>
                    <a:pt x="3352309" y="1731965"/>
                  </a:lnTo>
                  <a:lnTo>
                    <a:pt x="3352403" y="1731965"/>
                  </a:lnTo>
                  <a:lnTo>
                    <a:pt x="3352496" y="1731965"/>
                  </a:lnTo>
                  <a:lnTo>
                    <a:pt x="3352589" y="1731965"/>
                  </a:lnTo>
                  <a:lnTo>
                    <a:pt x="3352682" y="1731965"/>
                  </a:lnTo>
                  <a:lnTo>
                    <a:pt x="3352776" y="1731965"/>
                  </a:lnTo>
                  <a:lnTo>
                    <a:pt x="3352869" y="1731965"/>
                  </a:lnTo>
                  <a:lnTo>
                    <a:pt x="3352962" y="1731965"/>
                  </a:lnTo>
                  <a:lnTo>
                    <a:pt x="3353055" y="1731965"/>
                  </a:lnTo>
                  <a:lnTo>
                    <a:pt x="3353149" y="1731965"/>
                  </a:lnTo>
                  <a:lnTo>
                    <a:pt x="3353242" y="1731965"/>
                  </a:lnTo>
                  <a:lnTo>
                    <a:pt x="3353335" y="1731965"/>
                  </a:lnTo>
                  <a:lnTo>
                    <a:pt x="3353428" y="1731965"/>
                  </a:lnTo>
                  <a:lnTo>
                    <a:pt x="3353522" y="1731965"/>
                  </a:lnTo>
                  <a:lnTo>
                    <a:pt x="3353615" y="1731965"/>
                  </a:lnTo>
                  <a:lnTo>
                    <a:pt x="3353708" y="1731965"/>
                  </a:lnTo>
                  <a:lnTo>
                    <a:pt x="3353801" y="1731965"/>
                  </a:lnTo>
                  <a:lnTo>
                    <a:pt x="3353895" y="1731965"/>
                  </a:lnTo>
                  <a:lnTo>
                    <a:pt x="3353988" y="1731965"/>
                  </a:lnTo>
                  <a:lnTo>
                    <a:pt x="3354081" y="1731965"/>
                  </a:lnTo>
                  <a:lnTo>
                    <a:pt x="3354174" y="1731965"/>
                  </a:lnTo>
                  <a:lnTo>
                    <a:pt x="3354268" y="1731965"/>
                  </a:lnTo>
                  <a:lnTo>
                    <a:pt x="3354361" y="1731965"/>
                  </a:lnTo>
                  <a:lnTo>
                    <a:pt x="3354454" y="1731965"/>
                  </a:lnTo>
                  <a:lnTo>
                    <a:pt x="3354547" y="1731965"/>
                  </a:lnTo>
                  <a:lnTo>
                    <a:pt x="3354641" y="1731965"/>
                  </a:lnTo>
                  <a:lnTo>
                    <a:pt x="3354734" y="1731965"/>
                  </a:lnTo>
                  <a:lnTo>
                    <a:pt x="3354827" y="1731965"/>
                  </a:lnTo>
                  <a:lnTo>
                    <a:pt x="3354920" y="1731965"/>
                  </a:lnTo>
                  <a:lnTo>
                    <a:pt x="3355014" y="1731965"/>
                  </a:lnTo>
                  <a:lnTo>
                    <a:pt x="3355107" y="1731965"/>
                  </a:lnTo>
                  <a:lnTo>
                    <a:pt x="3355200" y="1731965"/>
                  </a:lnTo>
                  <a:lnTo>
                    <a:pt x="3355293" y="1731965"/>
                  </a:lnTo>
                  <a:lnTo>
                    <a:pt x="3355387" y="1731965"/>
                  </a:lnTo>
                  <a:lnTo>
                    <a:pt x="3355480" y="1731965"/>
                  </a:lnTo>
                  <a:lnTo>
                    <a:pt x="3355573" y="1731965"/>
                  </a:lnTo>
                  <a:lnTo>
                    <a:pt x="3355666" y="1731965"/>
                  </a:lnTo>
                  <a:lnTo>
                    <a:pt x="3355760" y="1731965"/>
                  </a:lnTo>
                  <a:lnTo>
                    <a:pt x="3355853" y="1731965"/>
                  </a:lnTo>
                  <a:lnTo>
                    <a:pt x="3355946" y="1731965"/>
                  </a:lnTo>
                  <a:lnTo>
                    <a:pt x="3356039" y="1731965"/>
                  </a:lnTo>
                  <a:lnTo>
                    <a:pt x="3356133" y="1731965"/>
                  </a:lnTo>
                  <a:lnTo>
                    <a:pt x="3356226" y="1731965"/>
                  </a:lnTo>
                  <a:lnTo>
                    <a:pt x="3356319" y="1731965"/>
                  </a:lnTo>
                  <a:lnTo>
                    <a:pt x="3356412" y="1731965"/>
                  </a:lnTo>
                  <a:lnTo>
                    <a:pt x="3356506" y="1731965"/>
                  </a:lnTo>
                  <a:lnTo>
                    <a:pt x="3356599" y="1731965"/>
                  </a:lnTo>
                  <a:lnTo>
                    <a:pt x="3356692" y="1731965"/>
                  </a:lnTo>
                  <a:lnTo>
                    <a:pt x="3356785" y="1731965"/>
                  </a:lnTo>
                  <a:lnTo>
                    <a:pt x="3356879" y="1731965"/>
                  </a:lnTo>
                  <a:lnTo>
                    <a:pt x="3356972" y="1731965"/>
                  </a:lnTo>
                  <a:lnTo>
                    <a:pt x="3357065" y="1731965"/>
                  </a:lnTo>
                  <a:lnTo>
                    <a:pt x="3357158" y="1731965"/>
                  </a:lnTo>
                  <a:lnTo>
                    <a:pt x="3357252" y="1731965"/>
                  </a:lnTo>
                  <a:lnTo>
                    <a:pt x="3357345" y="1731965"/>
                  </a:lnTo>
                  <a:lnTo>
                    <a:pt x="3357438" y="1731965"/>
                  </a:lnTo>
                  <a:lnTo>
                    <a:pt x="3357531" y="1731965"/>
                  </a:lnTo>
                  <a:lnTo>
                    <a:pt x="3357625" y="1731965"/>
                  </a:lnTo>
                  <a:lnTo>
                    <a:pt x="3357718" y="1731965"/>
                  </a:lnTo>
                  <a:lnTo>
                    <a:pt x="3357811" y="1731965"/>
                  </a:lnTo>
                  <a:lnTo>
                    <a:pt x="3357904" y="1731965"/>
                  </a:lnTo>
                  <a:lnTo>
                    <a:pt x="3357997" y="1731965"/>
                  </a:lnTo>
                  <a:lnTo>
                    <a:pt x="3358091" y="1731965"/>
                  </a:lnTo>
                  <a:lnTo>
                    <a:pt x="3358184" y="1731965"/>
                  </a:lnTo>
                  <a:lnTo>
                    <a:pt x="3358277" y="1731965"/>
                  </a:lnTo>
                  <a:lnTo>
                    <a:pt x="3358370" y="1731965"/>
                  </a:lnTo>
                  <a:lnTo>
                    <a:pt x="3358464" y="1731965"/>
                  </a:lnTo>
                  <a:lnTo>
                    <a:pt x="3358557" y="1731965"/>
                  </a:lnTo>
                  <a:lnTo>
                    <a:pt x="3358650" y="1731965"/>
                  </a:lnTo>
                  <a:lnTo>
                    <a:pt x="3358743" y="1731965"/>
                  </a:lnTo>
                  <a:lnTo>
                    <a:pt x="3358837" y="1731965"/>
                  </a:lnTo>
                  <a:lnTo>
                    <a:pt x="3358930" y="1731965"/>
                  </a:lnTo>
                  <a:lnTo>
                    <a:pt x="3359023" y="1731965"/>
                  </a:lnTo>
                  <a:lnTo>
                    <a:pt x="3359116" y="1731965"/>
                  </a:lnTo>
                  <a:lnTo>
                    <a:pt x="3359210" y="1731965"/>
                  </a:lnTo>
                  <a:lnTo>
                    <a:pt x="3359303" y="1731965"/>
                  </a:lnTo>
                  <a:lnTo>
                    <a:pt x="3359396" y="1731965"/>
                  </a:lnTo>
                  <a:lnTo>
                    <a:pt x="3359489" y="1731965"/>
                  </a:lnTo>
                  <a:lnTo>
                    <a:pt x="3359583" y="1731965"/>
                  </a:lnTo>
                  <a:lnTo>
                    <a:pt x="3359676" y="1731965"/>
                  </a:lnTo>
                  <a:lnTo>
                    <a:pt x="3359769" y="1731965"/>
                  </a:lnTo>
                  <a:lnTo>
                    <a:pt x="3359862" y="1731965"/>
                  </a:lnTo>
                  <a:lnTo>
                    <a:pt x="3359956" y="1731965"/>
                  </a:lnTo>
                  <a:lnTo>
                    <a:pt x="3360049" y="1731965"/>
                  </a:lnTo>
                  <a:lnTo>
                    <a:pt x="3360142" y="1731965"/>
                  </a:lnTo>
                  <a:lnTo>
                    <a:pt x="3360235" y="1731965"/>
                  </a:lnTo>
                  <a:lnTo>
                    <a:pt x="3360329" y="1731965"/>
                  </a:lnTo>
                  <a:lnTo>
                    <a:pt x="3360422" y="1731965"/>
                  </a:lnTo>
                  <a:lnTo>
                    <a:pt x="3360515" y="1731965"/>
                  </a:lnTo>
                  <a:lnTo>
                    <a:pt x="3360608" y="1731965"/>
                  </a:lnTo>
                  <a:lnTo>
                    <a:pt x="3360702" y="1731965"/>
                  </a:lnTo>
                  <a:lnTo>
                    <a:pt x="3360795" y="1731965"/>
                  </a:lnTo>
                  <a:lnTo>
                    <a:pt x="3360888" y="1731965"/>
                  </a:lnTo>
                  <a:lnTo>
                    <a:pt x="3360981" y="1731965"/>
                  </a:lnTo>
                  <a:lnTo>
                    <a:pt x="3361075" y="1731965"/>
                  </a:lnTo>
                  <a:lnTo>
                    <a:pt x="3361168" y="1731965"/>
                  </a:lnTo>
                  <a:lnTo>
                    <a:pt x="3361261" y="1731965"/>
                  </a:lnTo>
                  <a:lnTo>
                    <a:pt x="3361354" y="1731965"/>
                  </a:lnTo>
                  <a:lnTo>
                    <a:pt x="3361448" y="1731965"/>
                  </a:lnTo>
                  <a:lnTo>
                    <a:pt x="3361541" y="1731965"/>
                  </a:lnTo>
                  <a:lnTo>
                    <a:pt x="3361634" y="1731965"/>
                  </a:lnTo>
                  <a:lnTo>
                    <a:pt x="3361727" y="1731965"/>
                  </a:lnTo>
                  <a:lnTo>
                    <a:pt x="3361821" y="1731965"/>
                  </a:lnTo>
                  <a:lnTo>
                    <a:pt x="3361914" y="1731965"/>
                  </a:lnTo>
                  <a:lnTo>
                    <a:pt x="3362007" y="1731965"/>
                  </a:lnTo>
                  <a:lnTo>
                    <a:pt x="3362100" y="1731965"/>
                  </a:lnTo>
                  <a:lnTo>
                    <a:pt x="3362194" y="1731965"/>
                  </a:lnTo>
                  <a:lnTo>
                    <a:pt x="3362287" y="1731965"/>
                  </a:lnTo>
                  <a:lnTo>
                    <a:pt x="3362380" y="1731965"/>
                  </a:lnTo>
                  <a:lnTo>
                    <a:pt x="3362473" y="1731965"/>
                  </a:lnTo>
                  <a:lnTo>
                    <a:pt x="3362567" y="1731965"/>
                  </a:lnTo>
                  <a:lnTo>
                    <a:pt x="3362660" y="1731965"/>
                  </a:lnTo>
                  <a:lnTo>
                    <a:pt x="3362753" y="1731965"/>
                  </a:lnTo>
                  <a:lnTo>
                    <a:pt x="3362846" y="1731965"/>
                  </a:lnTo>
                  <a:lnTo>
                    <a:pt x="3362940" y="1731965"/>
                  </a:lnTo>
                  <a:lnTo>
                    <a:pt x="3363033" y="1731965"/>
                  </a:lnTo>
                  <a:lnTo>
                    <a:pt x="3363126" y="1731965"/>
                  </a:lnTo>
                  <a:lnTo>
                    <a:pt x="3363219" y="1731965"/>
                  </a:lnTo>
                  <a:lnTo>
                    <a:pt x="3363313" y="1731965"/>
                  </a:lnTo>
                  <a:lnTo>
                    <a:pt x="3363406" y="1731965"/>
                  </a:lnTo>
                  <a:lnTo>
                    <a:pt x="3363499" y="1731965"/>
                  </a:lnTo>
                  <a:lnTo>
                    <a:pt x="3363592" y="1731965"/>
                  </a:lnTo>
                  <a:lnTo>
                    <a:pt x="3363686" y="1731965"/>
                  </a:lnTo>
                  <a:lnTo>
                    <a:pt x="3363779" y="1731965"/>
                  </a:lnTo>
                  <a:lnTo>
                    <a:pt x="3363872" y="1731965"/>
                  </a:lnTo>
                  <a:lnTo>
                    <a:pt x="3363965" y="1731965"/>
                  </a:lnTo>
                  <a:lnTo>
                    <a:pt x="3364059" y="1731965"/>
                  </a:lnTo>
                  <a:lnTo>
                    <a:pt x="3364152" y="1731965"/>
                  </a:lnTo>
                  <a:lnTo>
                    <a:pt x="3364245" y="1731965"/>
                  </a:lnTo>
                  <a:lnTo>
                    <a:pt x="3364338" y="1731965"/>
                  </a:lnTo>
                  <a:lnTo>
                    <a:pt x="3364432" y="1731965"/>
                  </a:lnTo>
                  <a:lnTo>
                    <a:pt x="3364525" y="1731965"/>
                  </a:lnTo>
                  <a:lnTo>
                    <a:pt x="3364618" y="1731965"/>
                  </a:lnTo>
                  <a:lnTo>
                    <a:pt x="3364711" y="1731965"/>
                  </a:lnTo>
                  <a:lnTo>
                    <a:pt x="3364805" y="1731965"/>
                  </a:lnTo>
                  <a:lnTo>
                    <a:pt x="3364898" y="1731965"/>
                  </a:lnTo>
                  <a:lnTo>
                    <a:pt x="3364991" y="1731965"/>
                  </a:lnTo>
                  <a:lnTo>
                    <a:pt x="3365084" y="1731965"/>
                  </a:lnTo>
                  <a:lnTo>
                    <a:pt x="3365177" y="1731965"/>
                  </a:lnTo>
                  <a:lnTo>
                    <a:pt x="3365271" y="1731965"/>
                  </a:lnTo>
                  <a:lnTo>
                    <a:pt x="3365364" y="1731965"/>
                  </a:lnTo>
                  <a:lnTo>
                    <a:pt x="3365457" y="1731965"/>
                  </a:lnTo>
                  <a:lnTo>
                    <a:pt x="3365550" y="1731965"/>
                  </a:lnTo>
                  <a:lnTo>
                    <a:pt x="3365644" y="1731965"/>
                  </a:lnTo>
                  <a:lnTo>
                    <a:pt x="3365737" y="1731965"/>
                  </a:lnTo>
                  <a:lnTo>
                    <a:pt x="3365830" y="1731965"/>
                  </a:lnTo>
                  <a:lnTo>
                    <a:pt x="3365923" y="1731965"/>
                  </a:lnTo>
                  <a:lnTo>
                    <a:pt x="3366017" y="1731965"/>
                  </a:lnTo>
                  <a:lnTo>
                    <a:pt x="3366110" y="1731965"/>
                  </a:lnTo>
                  <a:lnTo>
                    <a:pt x="3366203" y="1731965"/>
                  </a:lnTo>
                  <a:lnTo>
                    <a:pt x="3366296" y="1731965"/>
                  </a:lnTo>
                  <a:lnTo>
                    <a:pt x="3366390" y="1731965"/>
                  </a:lnTo>
                  <a:lnTo>
                    <a:pt x="3366483" y="1731965"/>
                  </a:lnTo>
                  <a:lnTo>
                    <a:pt x="3366576" y="1731965"/>
                  </a:lnTo>
                  <a:lnTo>
                    <a:pt x="3366669" y="1731965"/>
                  </a:lnTo>
                  <a:lnTo>
                    <a:pt x="3366763" y="1731965"/>
                  </a:lnTo>
                  <a:lnTo>
                    <a:pt x="3366856" y="1731965"/>
                  </a:lnTo>
                  <a:lnTo>
                    <a:pt x="3366949" y="1731965"/>
                  </a:lnTo>
                  <a:lnTo>
                    <a:pt x="3367042" y="1731965"/>
                  </a:lnTo>
                  <a:lnTo>
                    <a:pt x="3367136" y="1731965"/>
                  </a:lnTo>
                  <a:lnTo>
                    <a:pt x="3367229" y="1731965"/>
                  </a:lnTo>
                  <a:lnTo>
                    <a:pt x="3367322" y="1731965"/>
                  </a:lnTo>
                  <a:lnTo>
                    <a:pt x="3367415" y="1731965"/>
                  </a:lnTo>
                  <a:lnTo>
                    <a:pt x="3367509" y="1731965"/>
                  </a:lnTo>
                  <a:lnTo>
                    <a:pt x="3367602" y="1731965"/>
                  </a:lnTo>
                  <a:lnTo>
                    <a:pt x="3367695" y="1731965"/>
                  </a:lnTo>
                  <a:lnTo>
                    <a:pt x="3367788" y="1731965"/>
                  </a:lnTo>
                  <a:lnTo>
                    <a:pt x="3367882" y="1731965"/>
                  </a:lnTo>
                  <a:lnTo>
                    <a:pt x="3367975" y="1731965"/>
                  </a:lnTo>
                  <a:lnTo>
                    <a:pt x="3368068" y="1731965"/>
                  </a:lnTo>
                  <a:lnTo>
                    <a:pt x="3368161" y="1731965"/>
                  </a:lnTo>
                  <a:lnTo>
                    <a:pt x="3368255" y="1731965"/>
                  </a:lnTo>
                  <a:lnTo>
                    <a:pt x="3368348" y="1731965"/>
                  </a:lnTo>
                  <a:lnTo>
                    <a:pt x="3368441" y="1731965"/>
                  </a:lnTo>
                  <a:lnTo>
                    <a:pt x="3368534" y="1731965"/>
                  </a:lnTo>
                  <a:lnTo>
                    <a:pt x="3368628" y="1731965"/>
                  </a:lnTo>
                  <a:lnTo>
                    <a:pt x="3368721" y="1731965"/>
                  </a:lnTo>
                  <a:lnTo>
                    <a:pt x="3368814" y="1731965"/>
                  </a:lnTo>
                  <a:lnTo>
                    <a:pt x="3368907" y="1731965"/>
                  </a:lnTo>
                  <a:lnTo>
                    <a:pt x="3369001" y="1731965"/>
                  </a:lnTo>
                  <a:lnTo>
                    <a:pt x="3369094" y="1731965"/>
                  </a:lnTo>
                  <a:lnTo>
                    <a:pt x="3369187" y="1731965"/>
                  </a:lnTo>
                  <a:lnTo>
                    <a:pt x="3369280" y="1731965"/>
                  </a:lnTo>
                  <a:lnTo>
                    <a:pt x="3369374" y="1731965"/>
                  </a:lnTo>
                  <a:lnTo>
                    <a:pt x="3369467" y="1731965"/>
                  </a:lnTo>
                  <a:lnTo>
                    <a:pt x="3369560" y="1731965"/>
                  </a:lnTo>
                  <a:lnTo>
                    <a:pt x="3369653" y="1731965"/>
                  </a:lnTo>
                  <a:lnTo>
                    <a:pt x="3369747" y="1731965"/>
                  </a:lnTo>
                  <a:lnTo>
                    <a:pt x="3369840" y="1731965"/>
                  </a:lnTo>
                  <a:lnTo>
                    <a:pt x="3369933" y="1731965"/>
                  </a:lnTo>
                  <a:lnTo>
                    <a:pt x="3370026" y="1731965"/>
                  </a:lnTo>
                  <a:lnTo>
                    <a:pt x="3370120" y="1731965"/>
                  </a:lnTo>
                  <a:lnTo>
                    <a:pt x="3370213" y="1731965"/>
                  </a:lnTo>
                  <a:lnTo>
                    <a:pt x="3370306" y="1731965"/>
                  </a:lnTo>
                  <a:lnTo>
                    <a:pt x="3370399" y="1731965"/>
                  </a:lnTo>
                  <a:lnTo>
                    <a:pt x="3370493" y="1731965"/>
                  </a:lnTo>
                  <a:lnTo>
                    <a:pt x="3370586" y="1731965"/>
                  </a:lnTo>
                  <a:lnTo>
                    <a:pt x="3370679" y="1731965"/>
                  </a:lnTo>
                  <a:lnTo>
                    <a:pt x="3370772" y="1731965"/>
                  </a:lnTo>
                  <a:lnTo>
                    <a:pt x="3370866" y="1731965"/>
                  </a:lnTo>
                  <a:lnTo>
                    <a:pt x="3370959" y="1731965"/>
                  </a:lnTo>
                  <a:lnTo>
                    <a:pt x="3371052" y="1731965"/>
                  </a:lnTo>
                  <a:lnTo>
                    <a:pt x="3371145" y="1731965"/>
                  </a:lnTo>
                  <a:lnTo>
                    <a:pt x="3371239" y="1731965"/>
                  </a:lnTo>
                  <a:lnTo>
                    <a:pt x="3371332" y="1731965"/>
                  </a:lnTo>
                  <a:lnTo>
                    <a:pt x="3371425" y="1731965"/>
                  </a:lnTo>
                  <a:lnTo>
                    <a:pt x="3371518" y="1731965"/>
                  </a:lnTo>
                  <a:lnTo>
                    <a:pt x="3371612" y="1731965"/>
                  </a:lnTo>
                  <a:lnTo>
                    <a:pt x="3371705" y="1731965"/>
                  </a:lnTo>
                  <a:lnTo>
                    <a:pt x="3371798" y="1731965"/>
                  </a:lnTo>
                  <a:lnTo>
                    <a:pt x="3371891" y="1731965"/>
                  </a:lnTo>
                  <a:lnTo>
                    <a:pt x="3371984" y="1731965"/>
                  </a:lnTo>
                  <a:lnTo>
                    <a:pt x="3372078" y="1731965"/>
                  </a:lnTo>
                  <a:lnTo>
                    <a:pt x="3372171" y="1731965"/>
                  </a:lnTo>
                  <a:lnTo>
                    <a:pt x="3372264" y="1731965"/>
                  </a:lnTo>
                  <a:lnTo>
                    <a:pt x="3372357" y="1731965"/>
                  </a:lnTo>
                  <a:lnTo>
                    <a:pt x="3372451" y="1731965"/>
                  </a:lnTo>
                  <a:lnTo>
                    <a:pt x="3372544" y="1731965"/>
                  </a:lnTo>
                  <a:lnTo>
                    <a:pt x="3372637" y="1731965"/>
                  </a:lnTo>
                  <a:lnTo>
                    <a:pt x="3372730" y="1731965"/>
                  </a:lnTo>
                  <a:lnTo>
                    <a:pt x="3372824" y="1731965"/>
                  </a:lnTo>
                  <a:lnTo>
                    <a:pt x="3372917" y="1731965"/>
                  </a:lnTo>
                  <a:lnTo>
                    <a:pt x="3373010" y="1731965"/>
                  </a:lnTo>
                  <a:lnTo>
                    <a:pt x="3373103" y="1731965"/>
                  </a:lnTo>
                  <a:lnTo>
                    <a:pt x="3373197" y="1731965"/>
                  </a:lnTo>
                  <a:lnTo>
                    <a:pt x="3373290" y="1731965"/>
                  </a:lnTo>
                  <a:lnTo>
                    <a:pt x="3373383" y="1731965"/>
                  </a:lnTo>
                  <a:lnTo>
                    <a:pt x="3373476" y="1731965"/>
                  </a:lnTo>
                  <a:lnTo>
                    <a:pt x="3373570" y="1731965"/>
                  </a:lnTo>
                  <a:lnTo>
                    <a:pt x="3373663" y="1731965"/>
                  </a:lnTo>
                  <a:lnTo>
                    <a:pt x="3373756" y="1731965"/>
                  </a:lnTo>
                  <a:lnTo>
                    <a:pt x="3373849" y="1731965"/>
                  </a:lnTo>
                  <a:lnTo>
                    <a:pt x="3373943" y="1731965"/>
                  </a:lnTo>
                  <a:lnTo>
                    <a:pt x="3374036" y="1731965"/>
                  </a:lnTo>
                  <a:lnTo>
                    <a:pt x="3374129" y="1731965"/>
                  </a:lnTo>
                  <a:lnTo>
                    <a:pt x="3374222" y="1731965"/>
                  </a:lnTo>
                  <a:lnTo>
                    <a:pt x="3374316" y="1731965"/>
                  </a:lnTo>
                  <a:lnTo>
                    <a:pt x="3374409" y="1731965"/>
                  </a:lnTo>
                  <a:lnTo>
                    <a:pt x="3374502" y="1731965"/>
                  </a:lnTo>
                  <a:lnTo>
                    <a:pt x="3374595" y="1731965"/>
                  </a:lnTo>
                  <a:lnTo>
                    <a:pt x="3374689" y="1731965"/>
                  </a:lnTo>
                  <a:lnTo>
                    <a:pt x="3374782" y="1731965"/>
                  </a:lnTo>
                  <a:lnTo>
                    <a:pt x="3374875" y="1731965"/>
                  </a:lnTo>
                  <a:lnTo>
                    <a:pt x="3374968" y="1731965"/>
                  </a:lnTo>
                  <a:lnTo>
                    <a:pt x="3375062" y="1731965"/>
                  </a:lnTo>
                  <a:lnTo>
                    <a:pt x="3375155" y="1731965"/>
                  </a:lnTo>
                  <a:lnTo>
                    <a:pt x="3375248" y="1731965"/>
                  </a:lnTo>
                  <a:lnTo>
                    <a:pt x="3375341" y="1731965"/>
                  </a:lnTo>
                  <a:lnTo>
                    <a:pt x="3375435" y="1731965"/>
                  </a:lnTo>
                  <a:lnTo>
                    <a:pt x="3375528" y="1731965"/>
                  </a:lnTo>
                  <a:lnTo>
                    <a:pt x="3375621" y="1731965"/>
                  </a:lnTo>
                  <a:lnTo>
                    <a:pt x="3375714" y="1731965"/>
                  </a:lnTo>
                  <a:lnTo>
                    <a:pt x="3375808" y="1731965"/>
                  </a:lnTo>
                  <a:lnTo>
                    <a:pt x="3375901" y="1731965"/>
                  </a:lnTo>
                  <a:lnTo>
                    <a:pt x="3375994" y="1731965"/>
                  </a:lnTo>
                  <a:lnTo>
                    <a:pt x="3376087" y="1731965"/>
                  </a:lnTo>
                  <a:lnTo>
                    <a:pt x="3376181" y="1731965"/>
                  </a:lnTo>
                  <a:lnTo>
                    <a:pt x="3376274" y="1731965"/>
                  </a:lnTo>
                  <a:lnTo>
                    <a:pt x="3376367" y="1731965"/>
                  </a:lnTo>
                  <a:lnTo>
                    <a:pt x="3376460" y="1731965"/>
                  </a:lnTo>
                  <a:lnTo>
                    <a:pt x="3376554" y="1731965"/>
                  </a:lnTo>
                  <a:lnTo>
                    <a:pt x="3376647" y="1731965"/>
                  </a:lnTo>
                  <a:lnTo>
                    <a:pt x="3376647" y="1722011"/>
                  </a:lnTo>
                  <a:lnTo>
                    <a:pt x="3376740" y="1722011"/>
                  </a:lnTo>
                  <a:lnTo>
                    <a:pt x="3376833" y="1722011"/>
                  </a:lnTo>
                  <a:lnTo>
                    <a:pt x="3376927" y="1722011"/>
                  </a:lnTo>
                  <a:lnTo>
                    <a:pt x="3377020" y="1722011"/>
                  </a:lnTo>
                  <a:lnTo>
                    <a:pt x="3377113" y="1722011"/>
                  </a:lnTo>
                  <a:lnTo>
                    <a:pt x="3377206" y="1722011"/>
                  </a:lnTo>
                  <a:lnTo>
                    <a:pt x="3377300" y="1722011"/>
                  </a:lnTo>
                  <a:lnTo>
                    <a:pt x="3377393" y="1722011"/>
                  </a:lnTo>
                  <a:lnTo>
                    <a:pt x="3377486" y="1722011"/>
                  </a:lnTo>
                  <a:lnTo>
                    <a:pt x="3377579" y="1722011"/>
                  </a:lnTo>
                  <a:lnTo>
                    <a:pt x="3377673" y="1722011"/>
                  </a:lnTo>
                  <a:lnTo>
                    <a:pt x="3377766" y="1722011"/>
                  </a:lnTo>
                  <a:lnTo>
                    <a:pt x="3377859" y="1722011"/>
                  </a:lnTo>
                  <a:lnTo>
                    <a:pt x="3377952" y="1722011"/>
                  </a:lnTo>
                  <a:lnTo>
                    <a:pt x="3378046" y="1722011"/>
                  </a:lnTo>
                  <a:lnTo>
                    <a:pt x="3378139" y="1722011"/>
                  </a:lnTo>
                  <a:lnTo>
                    <a:pt x="3378232" y="1722011"/>
                  </a:lnTo>
                  <a:lnTo>
                    <a:pt x="3378325" y="1722011"/>
                  </a:lnTo>
                  <a:lnTo>
                    <a:pt x="3378419" y="1722011"/>
                  </a:lnTo>
                  <a:lnTo>
                    <a:pt x="3378512" y="1722011"/>
                  </a:lnTo>
                  <a:lnTo>
                    <a:pt x="3378605" y="1722011"/>
                  </a:lnTo>
                  <a:lnTo>
                    <a:pt x="3378698" y="1722011"/>
                  </a:lnTo>
                  <a:lnTo>
                    <a:pt x="3378791" y="1722011"/>
                  </a:lnTo>
                  <a:lnTo>
                    <a:pt x="3378885" y="1722011"/>
                  </a:lnTo>
                  <a:lnTo>
                    <a:pt x="3378978" y="1722011"/>
                  </a:lnTo>
                  <a:lnTo>
                    <a:pt x="3379071" y="1722011"/>
                  </a:lnTo>
                  <a:lnTo>
                    <a:pt x="3379164" y="1722011"/>
                  </a:lnTo>
                  <a:lnTo>
                    <a:pt x="3379258" y="1722011"/>
                  </a:lnTo>
                  <a:lnTo>
                    <a:pt x="3379351" y="1722011"/>
                  </a:lnTo>
                  <a:lnTo>
                    <a:pt x="3379444" y="1722011"/>
                  </a:lnTo>
                  <a:lnTo>
                    <a:pt x="3379537" y="1722011"/>
                  </a:lnTo>
                  <a:lnTo>
                    <a:pt x="3379631" y="1722011"/>
                  </a:lnTo>
                  <a:lnTo>
                    <a:pt x="3379724" y="1722011"/>
                  </a:lnTo>
                  <a:lnTo>
                    <a:pt x="3379817" y="1722011"/>
                  </a:lnTo>
                  <a:lnTo>
                    <a:pt x="3379910" y="1722011"/>
                  </a:lnTo>
                  <a:lnTo>
                    <a:pt x="3380004" y="1722011"/>
                  </a:lnTo>
                  <a:lnTo>
                    <a:pt x="3380097" y="1722011"/>
                  </a:lnTo>
                  <a:lnTo>
                    <a:pt x="3380190" y="1722011"/>
                  </a:lnTo>
                  <a:lnTo>
                    <a:pt x="3380283" y="1722011"/>
                  </a:lnTo>
                  <a:lnTo>
                    <a:pt x="3380377" y="1722011"/>
                  </a:lnTo>
                  <a:lnTo>
                    <a:pt x="3380470" y="1722011"/>
                  </a:lnTo>
                  <a:lnTo>
                    <a:pt x="3380563" y="1722011"/>
                  </a:lnTo>
                  <a:lnTo>
                    <a:pt x="3380656" y="1722011"/>
                  </a:lnTo>
                  <a:lnTo>
                    <a:pt x="3380750" y="1722011"/>
                  </a:lnTo>
                  <a:lnTo>
                    <a:pt x="3380843" y="1722011"/>
                  </a:lnTo>
                  <a:lnTo>
                    <a:pt x="3380936" y="1722011"/>
                  </a:lnTo>
                  <a:lnTo>
                    <a:pt x="3381029" y="1722011"/>
                  </a:lnTo>
                  <a:lnTo>
                    <a:pt x="3381123" y="1722011"/>
                  </a:lnTo>
                  <a:lnTo>
                    <a:pt x="3381216" y="1722011"/>
                  </a:lnTo>
                  <a:lnTo>
                    <a:pt x="3381309" y="1722011"/>
                  </a:lnTo>
                  <a:lnTo>
                    <a:pt x="3381402" y="1722011"/>
                  </a:lnTo>
                  <a:lnTo>
                    <a:pt x="3381496" y="1722011"/>
                  </a:lnTo>
                  <a:lnTo>
                    <a:pt x="3381589" y="1722011"/>
                  </a:lnTo>
                  <a:lnTo>
                    <a:pt x="3381682" y="1722011"/>
                  </a:lnTo>
                  <a:lnTo>
                    <a:pt x="3381775" y="1722011"/>
                  </a:lnTo>
                  <a:lnTo>
                    <a:pt x="3381869" y="1722011"/>
                  </a:lnTo>
                  <a:lnTo>
                    <a:pt x="3381962" y="1722011"/>
                  </a:lnTo>
                  <a:lnTo>
                    <a:pt x="3382055" y="1722011"/>
                  </a:lnTo>
                  <a:lnTo>
                    <a:pt x="3382148" y="1722011"/>
                  </a:lnTo>
                  <a:lnTo>
                    <a:pt x="3382242" y="1722011"/>
                  </a:lnTo>
                  <a:lnTo>
                    <a:pt x="3382335" y="1722011"/>
                  </a:lnTo>
                  <a:lnTo>
                    <a:pt x="3382428" y="1722011"/>
                  </a:lnTo>
                  <a:lnTo>
                    <a:pt x="3382521" y="1722011"/>
                  </a:lnTo>
                  <a:lnTo>
                    <a:pt x="3382615" y="1722011"/>
                  </a:lnTo>
                  <a:lnTo>
                    <a:pt x="3382708" y="1722011"/>
                  </a:lnTo>
                  <a:lnTo>
                    <a:pt x="3382801" y="1722011"/>
                  </a:lnTo>
                  <a:lnTo>
                    <a:pt x="3382894" y="1722011"/>
                  </a:lnTo>
                  <a:lnTo>
                    <a:pt x="3382988" y="1722011"/>
                  </a:lnTo>
                  <a:lnTo>
                    <a:pt x="3383081" y="1722011"/>
                  </a:lnTo>
                  <a:lnTo>
                    <a:pt x="3383174" y="1722011"/>
                  </a:lnTo>
                  <a:lnTo>
                    <a:pt x="3383267" y="1722011"/>
                  </a:lnTo>
                  <a:lnTo>
                    <a:pt x="3383267" y="1712057"/>
                  </a:lnTo>
                  <a:lnTo>
                    <a:pt x="3383361" y="1712057"/>
                  </a:lnTo>
                  <a:lnTo>
                    <a:pt x="3383454" y="1712057"/>
                  </a:lnTo>
                  <a:lnTo>
                    <a:pt x="3383547" y="1712057"/>
                  </a:lnTo>
                  <a:lnTo>
                    <a:pt x="3383640" y="1712057"/>
                  </a:lnTo>
                  <a:lnTo>
                    <a:pt x="3383734" y="1712057"/>
                  </a:lnTo>
                  <a:lnTo>
                    <a:pt x="3383827" y="1712057"/>
                  </a:lnTo>
                  <a:lnTo>
                    <a:pt x="3383920" y="1712057"/>
                  </a:lnTo>
                  <a:lnTo>
                    <a:pt x="3383920" y="1702103"/>
                  </a:lnTo>
                  <a:lnTo>
                    <a:pt x="3384013" y="1702103"/>
                  </a:lnTo>
                  <a:lnTo>
                    <a:pt x="3384107" y="1702103"/>
                  </a:lnTo>
                  <a:lnTo>
                    <a:pt x="3384200" y="1702103"/>
                  </a:lnTo>
                  <a:lnTo>
                    <a:pt x="3384293" y="1702103"/>
                  </a:lnTo>
                  <a:lnTo>
                    <a:pt x="3384386" y="1702103"/>
                  </a:lnTo>
                  <a:lnTo>
                    <a:pt x="3384480" y="1702103"/>
                  </a:lnTo>
                  <a:lnTo>
                    <a:pt x="3384573" y="1702103"/>
                  </a:lnTo>
                  <a:lnTo>
                    <a:pt x="3384666" y="1702103"/>
                  </a:lnTo>
                  <a:lnTo>
                    <a:pt x="3384759" y="1702103"/>
                  </a:lnTo>
                  <a:lnTo>
                    <a:pt x="3384853" y="1702103"/>
                  </a:lnTo>
                  <a:lnTo>
                    <a:pt x="3384946" y="1702103"/>
                  </a:lnTo>
                  <a:lnTo>
                    <a:pt x="3385039" y="1702103"/>
                  </a:lnTo>
                  <a:lnTo>
                    <a:pt x="3385132" y="1702103"/>
                  </a:lnTo>
                  <a:lnTo>
                    <a:pt x="3385226" y="1702103"/>
                  </a:lnTo>
                  <a:lnTo>
                    <a:pt x="3385319" y="1702103"/>
                  </a:lnTo>
                  <a:lnTo>
                    <a:pt x="3385412" y="1702103"/>
                  </a:lnTo>
                  <a:lnTo>
                    <a:pt x="3385505" y="1702103"/>
                  </a:lnTo>
                  <a:lnTo>
                    <a:pt x="3385599" y="1702103"/>
                  </a:lnTo>
                  <a:lnTo>
                    <a:pt x="3385692" y="1702103"/>
                  </a:lnTo>
                  <a:lnTo>
                    <a:pt x="3385785" y="1702103"/>
                  </a:lnTo>
                  <a:lnTo>
                    <a:pt x="3385878" y="1702103"/>
                  </a:lnTo>
                  <a:lnTo>
                    <a:pt x="3385971" y="1702103"/>
                  </a:lnTo>
                  <a:lnTo>
                    <a:pt x="3386065" y="1702103"/>
                  </a:lnTo>
                  <a:lnTo>
                    <a:pt x="3386158" y="1702103"/>
                  </a:lnTo>
                  <a:lnTo>
                    <a:pt x="3386251" y="1702103"/>
                  </a:lnTo>
                  <a:lnTo>
                    <a:pt x="3386344" y="1702103"/>
                  </a:lnTo>
                  <a:lnTo>
                    <a:pt x="3386438" y="1702103"/>
                  </a:lnTo>
                  <a:lnTo>
                    <a:pt x="3386531" y="1702103"/>
                  </a:lnTo>
                  <a:lnTo>
                    <a:pt x="3386624" y="1702103"/>
                  </a:lnTo>
                  <a:lnTo>
                    <a:pt x="3386717" y="1702103"/>
                  </a:lnTo>
                  <a:lnTo>
                    <a:pt x="3386811" y="1702103"/>
                  </a:lnTo>
                  <a:lnTo>
                    <a:pt x="3386904" y="1702103"/>
                  </a:lnTo>
                  <a:lnTo>
                    <a:pt x="3386997" y="1702103"/>
                  </a:lnTo>
                  <a:lnTo>
                    <a:pt x="3387090" y="1702103"/>
                  </a:lnTo>
                  <a:lnTo>
                    <a:pt x="3387184" y="1702103"/>
                  </a:lnTo>
                  <a:lnTo>
                    <a:pt x="3387277" y="1702103"/>
                  </a:lnTo>
                  <a:lnTo>
                    <a:pt x="3387370" y="1702103"/>
                  </a:lnTo>
                  <a:lnTo>
                    <a:pt x="3387463" y="1702103"/>
                  </a:lnTo>
                  <a:lnTo>
                    <a:pt x="3387557" y="1702103"/>
                  </a:lnTo>
                  <a:lnTo>
                    <a:pt x="3387650" y="1702103"/>
                  </a:lnTo>
                  <a:lnTo>
                    <a:pt x="3387743" y="1702103"/>
                  </a:lnTo>
                  <a:lnTo>
                    <a:pt x="3387836" y="1702103"/>
                  </a:lnTo>
                  <a:lnTo>
                    <a:pt x="3387930" y="1702103"/>
                  </a:lnTo>
                  <a:lnTo>
                    <a:pt x="3388023" y="1702103"/>
                  </a:lnTo>
                  <a:lnTo>
                    <a:pt x="3388116" y="1702103"/>
                  </a:lnTo>
                  <a:lnTo>
                    <a:pt x="3388209" y="1702103"/>
                  </a:lnTo>
                  <a:lnTo>
                    <a:pt x="3388303" y="1702103"/>
                  </a:lnTo>
                  <a:lnTo>
                    <a:pt x="3388396" y="1702103"/>
                  </a:lnTo>
                  <a:lnTo>
                    <a:pt x="3388489" y="1702103"/>
                  </a:lnTo>
                  <a:lnTo>
                    <a:pt x="3388582" y="1702103"/>
                  </a:lnTo>
                  <a:lnTo>
                    <a:pt x="3388676" y="1702103"/>
                  </a:lnTo>
                  <a:lnTo>
                    <a:pt x="3388769" y="1702103"/>
                  </a:lnTo>
                  <a:lnTo>
                    <a:pt x="3388862" y="1702103"/>
                  </a:lnTo>
                  <a:lnTo>
                    <a:pt x="3388955" y="1702103"/>
                  </a:lnTo>
                  <a:lnTo>
                    <a:pt x="3389049" y="1702103"/>
                  </a:lnTo>
                  <a:lnTo>
                    <a:pt x="3389142" y="1702103"/>
                  </a:lnTo>
                  <a:lnTo>
                    <a:pt x="3389235" y="1702103"/>
                  </a:lnTo>
                  <a:lnTo>
                    <a:pt x="3389328" y="1702103"/>
                  </a:lnTo>
                  <a:lnTo>
                    <a:pt x="3389422" y="1702103"/>
                  </a:lnTo>
                  <a:lnTo>
                    <a:pt x="3389515" y="1702103"/>
                  </a:lnTo>
                  <a:lnTo>
                    <a:pt x="3389608" y="1702103"/>
                  </a:lnTo>
                  <a:lnTo>
                    <a:pt x="3389701" y="1702103"/>
                  </a:lnTo>
                  <a:lnTo>
                    <a:pt x="3389795" y="1702103"/>
                  </a:lnTo>
                  <a:lnTo>
                    <a:pt x="3389888" y="1702103"/>
                  </a:lnTo>
                  <a:lnTo>
                    <a:pt x="3389981" y="1702103"/>
                  </a:lnTo>
                  <a:lnTo>
                    <a:pt x="3390074" y="1702103"/>
                  </a:lnTo>
                  <a:lnTo>
                    <a:pt x="3390168" y="1702103"/>
                  </a:lnTo>
                  <a:lnTo>
                    <a:pt x="3390261" y="1702103"/>
                  </a:lnTo>
                  <a:lnTo>
                    <a:pt x="3390354" y="1702103"/>
                  </a:lnTo>
                  <a:lnTo>
                    <a:pt x="3390447" y="1702103"/>
                  </a:lnTo>
                  <a:lnTo>
                    <a:pt x="3390541" y="1702103"/>
                  </a:lnTo>
                  <a:lnTo>
                    <a:pt x="3390634" y="1702103"/>
                  </a:lnTo>
                  <a:lnTo>
                    <a:pt x="3390727" y="1702103"/>
                  </a:lnTo>
                  <a:lnTo>
                    <a:pt x="3390820" y="1702103"/>
                  </a:lnTo>
                  <a:lnTo>
                    <a:pt x="3390914" y="1702103"/>
                  </a:lnTo>
                  <a:lnTo>
                    <a:pt x="3391007" y="1702103"/>
                  </a:lnTo>
                  <a:lnTo>
                    <a:pt x="3391100" y="1702103"/>
                  </a:lnTo>
                  <a:lnTo>
                    <a:pt x="3391193" y="1702103"/>
                  </a:lnTo>
                  <a:lnTo>
                    <a:pt x="3391287" y="1702103"/>
                  </a:lnTo>
                  <a:lnTo>
                    <a:pt x="3391380" y="1702103"/>
                  </a:lnTo>
                  <a:lnTo>
                    <a:pt x="3391473" y="1702103"/>
                  </a:lnTo>
                  <a:lnTo>
                    <a:pt x="3391566" y="1702103"/>
                  </a:lnTo>
                  <a:lnTo>
                    <a:pt x="3391660" y="1702103"/>
                  </a:lnTo>
                  <a:lnTo>
                    <a:pt x="3391753" y="1702103"/>
                  </a:lnTo>
                  <a:lnTo>
                    <a:pt x="3391846" y="1702103"/>
                  </a:lnTo>
                  <a:lnTo>
                    <a:pt x="3391939" y="1702103"/>
                  </a:lnTo>
                  <a:lnTo>
                    <a:pt x="3392033" y="1702103"/>
                  </a:lnTo>
                  <a:lnTo>
                    <a:pt x="3392126" y="1702103"/>
                  </a:lnTo>
                  <a:lnTo>
                    <a:pt x="3392219" y="1702103"/>
                  </a:lnTo>
                  <a:lnTo>
                    <a:pt x="3392312" y="1702103"/>
                  </a:lnTo>
                  <a:lnTo>
                    <a:pt x="3392406" y="1702103"/>
                  </a:lnTo>
                  <a:lnTo>
                    <a:pt x="3392499" y="1702103"/>
                  </a:lnTo>
                  <a:lnTo>
                    <a:pt x="3392592" y="1702103"/>
                  </a:lnTo>
                  <a:lnTo>
                    <a:pt x="3392685" y="1702103"/>
                  </a:lnTo>
                  <a:lnTo>
                    <a:pt x="3392778" y="1702103"/>
                  </a:lnTo>
                  <a:lnTo>
                    <a:pt x="3392872" y="1702103"/>
                  </a:lnTo>
                  <a:lnTo>
                    <a:pt x="3392965" y="1702103"/>
                  </a:lnTo>
                  <a:lnTo>
                    <a:pt x="3393058" y="1702103"/>
                  </a:lnTo>
                  <a:lnTo>
                    <a:pt x="3393151" y="1702103"/>
                  </a:lnTo>
                  <a:lnTo>
                    <a:pt x="3393245" y="1702103"/>
                  </a:lnTo>
                  <a:lnTo>
                    <a:pt x="3393338" y="1702103"/>
                  </a:lnTo>
                  <a:lnTo>
                    <a:pt x="3393431" y="1702103"/>
                  </a:lnTo>
                  <a:lnTo>
                    <a:pt x="3393524" y="1702103"/>
                  </a:lnTo>
                  <a:lnTo>
                    <a:pt x="3393618" y="1702103"/>
                  </a:lnTo>
                  <a:lnTo>
                    <a:pt x="3393711" y="1702103"/>
                  </a:lnTo>
                  <a:lnTo>
                    <a:pt x="3393804" y="1702103"/>
                  </a:lnTo>
                  <a:lnTo>
                    <a:pt x="3393897" y="1702103"/>
                  </a:lnTo>
                  <a:lnTo>
                    <a:pt x="3393991" y="1702103"/>
                  </a:lnTo>
                  <a:lnTo>
                    <a:pt x="3394084" y="1702103"/>
                  </a:lnTo>
                  <a:lnTo>
                    <a:pt x="3394084" y="1692149"/>
                  </a:lnTo>
                  <a:lnTo>
                    <a:pt x="3394177" y="1692149"/>
                  </a:lnTo>
                  <a:lnTo>
                    <a:pt x="3394270" y="1692149"/>
                  </a:lnTo>
                  <a:lnTo>
                    <a:pt x="3394364" y="1692149"/>
                  </a:lnTo>
                  <a:lnTo>
                    <a:pt x="3394457" y="1692149"/>
                  </a:lnTo>
                  <a:lnTo>
                    <a:pt x="3394550" y="1692149"/>
                  </a:lnTo>
                  <a:lnTo>
                    <a:pt x="3394643" y="1692149"/>
                  </a:lnTo>
                  <a:lnTo>
                    <a:pt x="3394737" y="1692149"/>
                  </a:lnTo>
                  <a:lnTo>
                    <a:pt x="3394830" y="1692149"/>
                  </a:lnTo>
                  <a:lnTo>
                    <a:pt x="3394923" y="1692149"/>
                  </a:lnTo>
                  <a:lnTo>
                    <a:pt x="3395016" y="1692149"/>
                  </a:lnTo>
                  <a:lnTo>
                    <a:pt x="3395110" y="1692149"/>
                  </a:lnTo>
                  <a:lnTo>
                    <a:pt x="3395203" y="1692149"/>
                  </a:lnTo>
                  <a:lnTo>
                    <a:pt x="3395296" y="1692149"/>
                  </a:lnTo>
                  <a:lnTo>
                    <a:pt x="3395389" y="1692149"/>
                  </a:lnTo>
                  <a:lnTo>
                    <a:pt x="3395483" y="1692149"/>
                  </a:lnTo>
                  <a:lnTo>
                    <a:pt x="3395576" y="1692149"/>
                  </a:lnTo>
                  <a:lnTo>
                    <a:pt x="3395669" y="1692149"/>
                  </a:lnTo>
                  <a:lnTo>
                    <a:pt x="3395762" y="1692149"/>
                  </a:lnTo>
                  <a:lnTo>
                    <a:pt x="3395856" y="1692149"/>
                  </a:lnTo>
                  <a:lnTo>
                    <a:pt x="3395949" y="1692149"/>
                  </a:lnTo>
                  <a:lnTo>
                    <a:pt x="3396042" y="1692149"/>
                  </a:lnTo>
                  <a:lnTo>
                    <a:pt x="3396135" y="1692149"/>
                  </a:lnTo>
                  <a:lnTo>
                    <a:pt x="3396229" y="1692149"/>
                  </a:lnTo>
                  <a:lnTo>
                    <a:pt x="3396322" y="1692149"/>
                  </a:lnTo>
                  <a:lnTo>
                    <a:pt x="3396415" y="1692149"/>
                  </a:lnTo>
                  <a:lnTo>
                    <a:pt x="3396508" y="1692149"/>
                  </a:lnTo>
                  <a:lnTo>
                    <a:pt x="3396602" y="1692149"/>
                  </a:lnTo>
                  <a:lnTo>
                    <a:pt x="3396695" y="1692149"/>
                  </a:lnTo>
                  <a:lnTo>
                    <a:pt x="3396788" y="1692149"/>
                  </a:lnTo>
                  <a:lnTo>
                    <a:pt x="3396881" y="1692149"/>
                  </a:lnTo>
                  <a:lnTo>
                    <a:pt x="3396975" y="1692149"/>
                  </a:lnTo>
                  <a:lnTo>
                    <a:pt x="3397068" y="1692149"/>
                  </a:lnTo>
                  <a:lnTo>
                    <a:pt x="3397161" y="1692149"/>
                  </a:lnTo>
                  <a:lnTo>
                    <a:pt x="3397254" y="1692149"/>
                  </a:lnTo>
                  <a:lnTo>
                    <a:pt x="3397348" y="1692149"/>
                  </a:lnTo>
                  <a:lnTo>
                    <a:pt x="3397441" y="1692149"/>
                  </a:lnTo>
                  <a:lnTo>
                    <a:pt x="3397534" y="1692149"/>
                  </a:lnTo>
                  <a:lnTo>
                    <a:pt x="3397627" y="1692149"/>
                  </a:lnTo>
                  <a:lnTo>
                    <a:pt x="3397627" y="1682196"/>
                  </a:lnTo>
                  <a:lnTo>
                    <a:pt x="3397721" y="1682196"/>
                  </a:lnTo>
                  <a:lnTo>
                    <a:pt x="3397814" y="1682196"/>
                  </a:lnTo>
                  <a:lnTo>
                    <a:pt x="3397907" y="1682196"/>
                  </a:lnTo>
                  <a:lnTo>
                    <a:pt x="3398000" y="1682196"/>
                  </a:lnTo>
                  <a:lnTo>
                    <a:pt x="3398094" y="1682196"/>
                  </a:lnTo>
                  <a:lnTo>
                    <a:pt x="3398187" y="1682196"/>
                  </a:lnTo>
                  <a:lnTo>
                    <a:pt x="3398280" y="1682196"/>
                  </a:lnTo>
                  <a:lnTo>
                    <a:pt x="3398373" y="1682196"/>
                  </a:lnTo>
                  <a:lnTo>
                    <a:pt x="3398467" y="1682196"/>
                  </a:lnTo>
                  <a:lnTo>
                    <a:pt x="3398560" y="1682196"/>
                  </a:lnTo>
                  <a:lnTo>
                    <a:pt x="3398653" y="1682196"/>
                  </a:lnTo>
                  <a:lnTo>
                    <a:pt x="3398746" y="1682196"/>
                  </a:lnTo>
                  <a:lnTo>
                    <a:pt x="3398840" y="1682196"/>
                  </a:lnTo>
                  <a:lnTo>
                    <a:pt x="3398933" y="1682196"/>
                  </a:lnTo>
                  <a:lnTo>
                    <a:pt x="3399026" y="1682196"/>
                  </a:lnTo>
                  <a:lnTo>
                    <a:pt x="3399119" y="1682196"/>
                  </a:lnTo>
                  <a:lnTo>
                    <a:pt x="3399213" y="1682196"/>
                  </a:lnTo>
                  <a:lnTo>
                    <a:pt x="3399306" y="1682196"/>
                  </a:lnTo>
                  <a:lnTo>
                    <a:pt x="3399399" y="1682196"/>
                  </a:lnTo>
                  <a:lnTo>
                    <a:pt x="3399492" y="1682196"/>
                  </a:lnTo>
                  <a:lnTo>
                    <a:pt x="3399585" y="1682196"/>
                  </a:lnTo>
                  <a:lnTo>
                    <a:pt x="3399679" y="1682196"/>
                  </a:lnTo>
                  <a:lnTo>
                    <a:pt x="3399772" y="1682196"/>
                  </a:lnTo>
                  <a:lnTo>
                    <a:pt x="3399865" y="1682196"/>
                  </a:lnTo>
                  <a:lnTo>
                    <a:pt x="3399958" y="1682196"/>
                  </a:lnTo>
                  <a:lnTo>
                    <a:pt x="3400052" y="1682196"/>
                  </a:lnTo>
                  <a:lnTo>
                    <a:pt x="3400145" y="1682196"/>
                  </a:lnTo>
                  <a:lnTo>
                    <a:pt x="3400238" y="1682196"/>
                  </a:lnTo>
                  <a:lnTo>
                    <a:pt x="3400331" y="1682196"/>
                  </a:lnTo>
                  <a:lnTo>
                    <a:pt x="3400425" y="1682196"/>
                  </a:lnTo>
                  <a:lnTo>
                    <a:pt x="3400518" y="1682196"/>
                  </a:lnTo>
                  <a:lnTo>
                    <a:pt x="3400611" y="1682196"/>
                  </a:lnTo>
                  <a:lnTo>
                    <a:pt x="3400704" y="1682196"/>
                  </a:lnTo>
                  <a:lnTo>
                    <a:pt x="3400798" y="1682196"/>
                  </a:lnTo>
                  <a:lnTo>
                    <a:pt x="3400891" y="1682196"/>
                  </a:lnTo>
                  <a:lnTo>
                    <a:pt x="3400984" y="1682196"/>
                  </a:lnTo>
                  <a:lnTo>
                    <a:pt x="3401077" y="1682196"/>
                  </a:lnTo>
                  <a:lnTo>
                    <a:pt x="3401171" y="1682196"/>
                  </a:lnTo>
                  <a:lnTo>
                    <a:pt x="3401264" y="1682196"/>
                  </a:lnTo>
                  <a:lnTo>
                    <a:pt x="3401357" y="1682196"/>
                  </a:lnTo>
                  <a:lnTo>
                    <a:pt x="3401450" y="1682196"/>
                  </a:lnTo>
                  <a:lnTo>
                    <a:pt x="3401544" y="1682196"/>
                  </a:lnTo>
                  <a:lnTo>
                    <a:pt x="3401637" y="1682196"/>
                  </a:lnTo>
                  <a:lnTo>
                    <a:pt x="3401730" y="1682196"/>
                  </a:lnTo>
                  <a:lnTo>
                    <a:pt x="3401823" y="1682196"/>
                  </a:lnTo>
                  <a:lnTo>
                    <a:pt x="3401917" y="1682196"/>
                  </a:lnTo>
                  <a:lnTo>
                    <a:pt x="3402010" y="1682196"/>
                  </a:lnTo>
                  <a:lnTo>
                    <a:pt x="3402103" y="1682196"/>
                  </a:lnTo>
                  <a:lnTo>
                    <a:pt x="3402196" y="1682196"/>
                  </a:lnTo>
                  <a:lnTo>
                    <a:pt x="3402290" y="1682196"/>
                  </a:lnTo>
                  <a:lnTo>
                    <a:pt x="3402383" y="1682196"/>
                  </a:lnTo>
                  <a:lnTo>
                    <a:pt x="3402476" y="1682196"/>
                  </a:lnTo>
                  <a:lnTo>
                    <a:pt x="3402569" y="1682196"/>
                  </a:lnTo>
                  <a:lnTo>
                    <a:pt x="3402663" y="1682196"/>
                  </a:lnTo>
                  <a:lnTo>
                    <a:pt x="3402756" y="1682196"/>
                  </a:lnTo>
                  <a:lnTo>
                    <a:pt x="3402849" y="1682196"/>
                  </a:lnTo>
                  <a:lnTo>
                    <a:pt x="3402942" y="1682196"/>
                  </a:lnTo>
                  <a:lnTo>
                    <a:pt x="3403036" y="1682196"/>
                  </a:lnTo>
                  <a:lnTo>
                    <a:pt x="3403129" y="1682196"/>
                  </a:lnTo>
                  <a:lnTo>
                    <a:pt x="3403222" y="1682196"/>
                  </a:lnTo>
                  <a:lnTo>
                    <a:pt x="3403315" y="1682196"/>
                  </a:lnTo>
                  <a:lnTo>
                    <a:pt x="3403409" y="1682196"/>
                  </a:lnTo>
                  <a:lnTo>
                    <a:pt x="3403502" y="1682196"/>
                  </a:lnTo>
                  <a:lnTo>
                    <a:pt x="3403595" y="1682196"/>
                  </a:lnTo>
                  <a:lnTo>
                    <a:pt x="3403688" y="1682196"/>
                  </a:lnTo>
                  <a:lnTo>
                    <a:pt x="3403782" y="1682196"/>
                  </a:lnTo>
                  <a:lnTo>
                    <a:pt x="3403875" y="1682196"/>
                  </a:lnTo>
                  <a:lnTo>
                    <a:pt x="3403968" y="1682196"/>
                  </a:lnTo>
                  <a:lnTo>
                    <a:pt x="3404061" y="1682196"/>
                  </a:lnTo>
                  <a:lnTo>
                    <a:pt x="3404155" y="1682196"/>
                  </a:lnTo>
                  <a:lnTo>
                    <a:pt x="3404248" y="1682196"/>
                  </a:lnTo>
                  <a:lnTo>
                    <a:pt x="3404341" y="1682196"/>
                  </a:lnTo>
                  <a:lnTo>
                    <a:pt x="3404434" y="1682196"/>
                  </a:lnTo>
                  <a:lnTo>
                    <a:pt x="3404528" y="1682196"/>
                  </a:lnTo>
                  <a:lnTo>
                    <a:pt x="3404621" y="1682196"/>
                  </a:lnTo>
                  <a:lnTo>
                    <a:pt x="3404714" y="1682196"/>
                  </a:lnTo>
                  <a:lnTo>
                    <a:pt x="3404807" y="1682196"/>
                  </a:lnTo>
                  <a:lnTo>
                    <a:pt x="3404901" y="1682196"/>
                  </a:lnTo>
                  <a:lnTo>
                    <a:pt x="3404994" y="1682196"/>
                  </a:lnTo>
                  <a:lnTo>
                    <a:pt x="3405087" y="1682196"/>
                  </a:lnTo>
                  <a:lnTo>
                    <a:pt x="3405180" y="1682196"/>
                  </a:lnTo>
                  <a:lnTo>
                    <a:pt x="3405274" y="1682196"/>
                  </a:lnTo>
                  <a:lnTo>
                    <a:pt x="3405367" y="1682196"/>
                  </a:lnTo>
                  <a:lnTo>
                    <a:pt x="3405460" y="1682196"/>
                  </a:lnTo>
                  <a:lnTo>
                    <a:pt x="3405553" y="1682196"/>
                  </a:lnTo>
                  <a:lnTo>
                    <a:pt x="3405647" y="1682196"/>
                  </a:lnTo>
                  <a:lnTo>
                    <a:pt x="3405740" y="1682196"/>
                  </a:lnTo>
                  <a:lnTo>
                    <a:pt x="3405833" y="1682196"/>
                  </a:lnTo>
                  <a:lnTo>
                    <a:pt x="3405926" y="1682196"/>
                  </a:lnTo>
                  <a:lnTo>
                    <a:pt x="3406020" y="1682196"/>
                  </a:lnTo>
                  <a:lnTo>
                    <a:pt x="3406113" y="1682196"/>
                  </a:lnTo>
                  <a:lnTo>
                    <a:pt x="3406206" y="1682196"/>
                  </a:lnTo>
                  <a:lnTo>
                    <a:pt x="3406299" y="1682196"/>
                  </a:lnTo>
                  <a:lnTo>
                    <a:pt x="3406393" y="1682196"/>
                  </a:lnTo>
                  <a:lnTo>
                    <a:pt x="3406486" y="1682196"/>
                  </a:lnTo>
                  <a:lnTo>
                    <a:pt x="3406579" y="1682196"/>
                  </a:lnTo>
                  <a:lnTo>
                    <a:pt x="3406672" y="1682196"/>
                  </a:lnTo>
                  <a:lnTo>
                    <a:pt x="3406765" y="1682196"/>
                  </a:lnTo>
                  <a:lnTo>
                    <a:pt x="3406859" y="1682196"/>
                  </a:lnTo>
                  <a:lnTo>
                    <a:pt x="3406952" y="1682196"/>
                  </a:lnTo>
                  <a:lnTo>
                    <a:pt x="3407045" y="1682196"/>
                  </a:lnTo>
                  <a:lnTo>
                    <a:pt x="3407138" y="1682196"/>
                  </a:lnTo>
                  <a:lnTo>
                    <a:pt x="3407232" y="1682196"/>
                  </a:lnTo>
                  <a:lnTo>
                    <a:pt x="3407325" y="1682196"/>
                  </a:lnTo>
                  <a:lnTo>
                    <a:pt x="3407418" y="1682196"/>
                  </a:lnTo>
                  <a:lnTo>
                    <a:pt x="3407511" y="1682196"/>
                  </a:lnTo>
                  <a:lnTo>
                    <a:pt x="3407605" y="1682196"/>
                  </a:lnTo>
                  <a:lnTo>
                    <a:pt x="3407698" y="1682196"/>
                  </a:lnTo>
                  <a:lnTo>
                    <a:pt x="3407791" y="1682196"/>
                  </a:lnTo>
                  <a:lnTo>
                    <a:pt x="3407884" y="1682196"/>
                  </a:lnTo>
                  <a:lnTo>
                    <a:pt x="3407978" y="1682196"/>
                  </a:lnTo>
                  <a:lnTo>
                    <a:pt x="3408071" y="1682196"/>
                  </a:lnTo>
                  <a:lnTo>
                    <a:pt x="3408164" y="1682196"/>
                  </a:lnTo>
                  <a:lnTo>
                    <a:pt x="3408257" y="1682196"/>
                  </a:lnTo>
                  <a:lnTo>
                    <a:pt x="3408351" y="1682196"/>
                  </a:lnTo>
                  <a:lnTo>
                    <a:pt x="3408444" y="1682196"/>
                  </a:lnTo>
                  <a:lnTo>
                    <a:pt x="3408537" y="1682196"/>
                  </a:lnTo>
                  <a:lnTo>
                    <a:pt x="3408630" y="1682196"/>
                  </a:lnTo>
                  <a:lnTo>
                    <a:pt x="3408724" y="1682196"/>
                  </a:lnTo>
                  <a:lnTo>
                    <a:pt x="3408817" y="1682196"/>
                  </a:lnTo>
                  <a:lnTo>
                    <a:pt x="3408910" y="1682196"/>
                  </a:lnTo>
                  <a:lnTo>
                    <a:pt x="3409003" y="1682196"/>
                  </a:lnTo>
                  <a:lnTo>
                    <a:pt x="3409097" y="1682196"/>
                  </a:lnTo>
                  <a:lnTo>
                    <a:pt x="3409190" y="1682196"/>
                  </a:lnTo>
                  <a:lnTo>
                    <a:pt x="3409283" y="1682196"/>
                  </a:lnTo>
                  <a:lnTo>
                    <a:pt x="3409376" y="1682196"/>
                  </a:lnTo>
                  <a:lnTo>
                    <a:pt x="3409470" y="1682196"/>
                  </a:lnTo>
                  <a:lnTo>
                    <a:pt x="3409563" y="1682196"/>
                  </a:lnTo>
                  <a:lnTo>
                    <a:pt x="3409656" y="1682196"/>
                  </a:lnTo>
                  <a:lnTo>
                    <a:pt x="3409749" y="1682196"/>
                  </a:lnTo>
                  <a:lnTo>
                    <a:pt x="3409843" y="1682196"/>
                  </a:lnTo>
                  <a:lnTo>
                    <a:pt x="3409936" y="1682196"/>
                  </a:lnTo>
                  <a:lnTo>
                    <a:pt x="3410029" y="1682196"/>
                  </a:lnTo>
                  <a:lnTo>
                    <a:pt x="3410122" y="1682196"/>
                  </a:lnTo>
                  <a:lnTo>
                    <a:pt x="3410216" y="1682196"/>
                  </a:lnTo>
                  <a:lnTo>
                    <a:pt x="3410309" y="1682196"/>
                  </a:lnTo>
                  <a:lnTo>
                    <a:pt x="3410402" y="1682196"/>
                  </a:lnTo>
                  <a:lnTo>
                    <a:pt x="3410495" y="1682196"/>
                  </a:lnTo>
                  <a:lnTo>
                    <a:pt x="3410589" y="1682196"/>
                  </a:lnTo>
                  <a:lnTo>
                    <a:pt x="3410682" y="1682196"/>
                  </a:lnTo>
                  <a:lnTo>
                    <a:pt x="3410775" y="1682196"/>
                  </a:lnTo>
                  <a:lnTo>
                    <a:pt x="3410868" y="1682196"/>
                  </a:lnTo>
                  <a:lnTo>
                    <a:pt x="3410962" y="1682196"/>
                  </a:lnTo>
                  <a:lnTo>
                    <a:pt x="3411055" y="1682196"/>
                  </a:lnTo>
                  <a:lnTo>
                    <a:pt x="3411148" y="1682196"/>
                  </a:lnTo>
                  <a:lnTo>
                    <a:pt x="3411241" y="1682196"/>
                  </a:lnTo>
                  <a:lnTo>
                    <a:pt x="3411335" y="1682196"/>
                  </a:lnTo>
                  <a:lnTo>
                    <a:pt x="3411428" y="1682196"/>
                  </a:lnTo>
                  <a:lnTo>
                    <a:pt x="3411521" y="1682196"/>
                  </a:lnTo>
                  <a:lnTo>
                    <a:pt x="3411614" y="1682196"/>
                  </a:lnTo>
                  <a:lnTo>
                    <a:pt x="3411708" y="1682196"/>
                  </a:lnTo>
                  <a:lnTo>
                    <a:pt x="3411801" y="1682196"/>
                  </a:lnTo>
                  <a:lnTo>
                    <a:pt x="3411894" y="1682196"/>
                  </a:lnTo>
                  <a:lnTo>
                    <a:pt x="3411987" y="1682196"/>
                  </a:lnTo>
                  <a:lnTo>
                    <a:pt x="3412081" y="1682196"/>
                  </a:lnTo>
                  <a:lnTo>
                    <a:pt x="3412174" y="1682196"/>
                  </a:lnTo>
                  <a:lnTo>
                    <a:pt x="3412267" y="1682196"/>
                  </a:lnTo>
                  <a:lnTo>
                    <a:pt x="3412360" y="1682196"/>
                  </a:lnTo>
                  <a:lnTo>
                    <a:pt x="3412454" y="1682196"/>
                  </a:lnTo>
                  <a:lnTo>
                    <a:pt x="3412547" y="1682196"/>
                  </a:lnTo>
                  <a:lnTo>
                    <a:pt x="3412640" y="1682196"/>
                  </a:lnTo>
                  <a:lnTo>
                    <a:pt x="3412733" y="1682196"/>
                  </a:lnTo>
                  <a:lnTo>
                    <a:pt x="3412827" y="1682196"/>
                  </a:lnTo>
                  <a:lnTo>
                    <a:pt x="3412920" y="1682196"/>
                  </a:lnTo>
                  <a:lnTo>
                    <a:pt x="3413013" y="1682196"/>
                  </a:lnTo>
                  <a:lnTo>
                    <a:pt x="3413106" y="1682196"/>
                  </a:lnTo>
                  <a:lnTo>
                    <a:pt x="3413200" y="1682196"/>
                  </a:lnTo>
                  <a:lnTo>
                    <a:pt x="3413293" y="1682196"/>
                  </a:lnTo>
                  <a:lnTo>
                    <a:pt x="3413386" y="1682196"/>
                  </a:lnTo>
                  <a:lnTo>
                    <a:pt x="3413479" y="1682196"/>
                  </a:lnTo>
                  <a:lnTo>
                    <a:pt x="3413572" y="1682196"/>
                  </a:lnTo>
                  <a:lnTo>
                    <a:pt x="3413666" y="1682196"/>
                  </a:lnTo>
                  <a:lnTo>
                    <a:pt x="3413759" y="1682196"/>
                  </a:lnTo>
                  <a:lnTo>
                    <a:pt x="3413852" y="1682196"/>
                  </a:lnTo>
                  <a:lnTo>
                    <a:pt x="3413945" y="1682196"/>
                  </a:lnTo>
                  <a:lnTo>
                    <a:pt x="3414039" y="1682196"/>
                  </a:lnTo>
                  <a:lnTo>
                    <a:pt x="3414132" y="1682196"/>
                  </a:lnTo>
                  <a:lnTo>
                    <a:pt x="3414225" y="1682196"/>
                  </a:lnTo>
                  <a:lnTo>
                    <a:pt x="3414318" y="1682196"/>
                  </a:lnTo>
                  <a:lnTo>
                    <a:pt x="3414412" y="1682196"/>
                  </a:lnTo>
                  <a:lnTo>
                    <a:pt x="3414505" y="1682196"/>
                  </a:lnTo>
                  <a:lnTo>
                    <a:pt x="3414598" y="1682196"/>
                  </a:lnTo>
                  <a:lnTo>
                    <a:pt x="3414691" y="1682196"/>
                  </a:lnTo>
                  <a:lnTo>
                    <a:pt x="3414785" y="1682196"/>
                  </a:lnTo>
                  <a:lnTo>
                    <a:pt x="3414878" y="1682196"/>
                  </a:lnTo>
                  <a:lnTo>
                    <a:pt x="3414971" y="1682196"/>
                  </a:lnTo>
                  <a:lnTo>
                    <a:pt x="3415064" y="1682196"/>
                  </a:lnTo>
                  <a:lnTo>
                    <a:pt x="3415158" y="1682196"/>
                  </a:lnTo>
                  <a:lnTo>
                    <a:pt x="3415251" y="1682196"/>
                  </a:lnTo>
                  <a:lnTo>
                    <a:pt x="3415344" y="1682196"/>
                  </a:lnTo>
                  <a:lnTo>
                    <a:pt x="3415437" y="1682196"/>
                  </a:lnTo>
                  <a:lnTo>
                    <a:pt x="3415531" y="1682196"/>
                  </a:lnTo>
                  <a:lnTo>
                    <a:pt x="3415624" y="1682196"/>
                  </a:lnTo>
                  <a:lnTo>
                    <a:pt x="3415717" y="1682196"/>
                  </a:lnTo>
                  <a:lnTo>
                    <a:pt x="3415810" y="1682196"/>
                  </a:lnTo>
                  <a:lnTo>
                    <a:pt x="3415904" y="1682196"/>
                  </a:lnTo>
                  <a:lnTo>
                    <a:pt x="3415997" y="1682196"/>
                  </a:lnTo>
                  <a:lnTo>
                    <a:pt x="3416090" y="1682196"/>
                  </a:lnTo>
                  <a:lnTo>
                    <a:pt x="3416183" y="1682196"/>
                  </a:lnTo>
                  <a:lnTo>
                    <a:pt x="3416277" y="1682196"/>
                  </a:lnTo>
                  <a:lnTo>
                    <a:pt x="3416370" y="1682196"/>
                  </a:lnTo>
                  <a:lnTo>
                    <a:pt x="3416463" y="1682196"/>
                  </a:lnTo>
                  <a:lnTo>
                    <a:pt x="3416556" y="1682196"/>
                  </a:lnTo>
                  <a:lnTo>
                    <a:pt x="3416650" y="1682196"/>
                  </a:lnTo>
                  <a:lnTo>
                    <a:pt x="3416743" y="1682196"/>
                  </a:lnTo>
                  <a:lnTo>
                    <a:pt x="3416836" y="1682196"/>
                  </a:lnTo>
                  <a:lnTo>
                    <a:pt x="3416929" y="1682196"/>
                  </a:lnTo>
                  <a:lnTo>
                    <a:pt x="3417023" y="1682196"/>
                  </a:lnTo>
                  <a:lnTo>
                    <a:pt x="3417116" y="1682196"/>
                  </a:lnTo>
                  <a:lnTo>
                    <a:pt x="3417209" y="1682196"/>
                  </a:lnTo>
                  <a:lnTo>
                    <a:pt x="3417302" y="1682196"/>
                  </a:lnTo>
                  <a:lnTo>
                    <a:pt x="3417396" y="1682196"/>
                  </a:lnTo>
                  <a:lnTo>
                    <a:pt x="3417489" y="1682196"/>
                  </a:lnTo>
                  <a:lnTo>
                    <a:pt x="3417582" y="1682196"/>
                  </a:lnTo>
                  <a:lnTo>
                    <a:pt x="3417675" y="1682196"/>
                  </a:lnTo>
                  <a:lnTo>
                    <a:pt x="3417769" y="1682196"/>
                  </a:lnTo>
                  <a:lnTo>
                    <a:pt x="3417862" y="1682196"/>
                  </a:lnTo>
                  <a:lnTo>
                    <a:pt x="3417955" y="1682196"/>
                  </a:lnTo>
                  <a:lnTo>
                    <a:pt x="3418048" y="1682196"/>
                  </a:lnTo>
                  <a:lnTo>
                    <a:pt x="3418142" y="1682196"/>
                  </a:lnTo>
                  <a:lnTo>
                    <a:pt x="3418235" y="1682196"/>
                  </a:lnTo>
                  <a:lnTo>
                    <a:pt x="3418328" y="1682196"/>
                  </a:lnTo>
                  <a:lnTo>
                    <a:pt x="3418421" y="1682196"/>
                  </a:lnTo>
                  <a:lnTo>
                    <a:pt x="3418515" y="1682196"/>
                  </a:lnTo>
                  <a:lnTo>
                    <a:pt x="3418608" y="1682196"/>
                  </a:lnTo>
                  <a:lnTo>
                    <a:pt x="3418701" y="1682196"/>
                  </a:lnTo>
                  <a:lnTo>
                    <a:pt x="3418794" y="1682196"/>
                  </a:lnTo>
                  <a:lnTo>
                    <a:pt x="3418888" y="1682196"/>
                  </a:lnTo>
                  <a:lnTo>
                    <a:pt x="3418981" y="1682196"/>
                  </a:lnTo>
                  <a:lnTo>
                    <a:pt x="3419074" y="1682196"/>
                  </a:lnTo>
                  <a:lnTo>
                    <a:pt x="3419167" y="1682196"/>
                  </a:lnTo>
                  <a:lnTo>
                    <a:pt x="3419261" y="1682196"/>
                  </a:lnTo>
                  <a:lnTo>
                    <a:pt x="3419354" y="1682196"/>
                  </a:lnTo>
                  <a:lnTo>
                    <a:pt x="3419447" y="1682196"/>
                  </a:lnTo>
                  <a:lnTo>
                    <a:pt x="3419540" y="1682196"/>
                  </a:lnTo>
                  <a:lnTo>
                    <a:pt x="3419634" y="1682196"/>
                  </a:lnTo>
                  <a:lnTo>
                    <a:pt x="3419727" y="1682196"/>
                  </a:lnTo>
                  <a:lnTo>
                    <a:pt x="3419820" y="1682196"/>
                  </a:lnTo>
                  <a:lnTo>
                    <a:pt x="3419913" y="1682196"/>
                  </a:lnTo>
                  <a:lnTo>
                    <a:pt x="3420007" y="1682196"/>
                  </a:lnTo>
                  <a:lnTo>
                    <a:pt x="3420100" y="1682196"/>
                  </a:lnTo>
                  <a:lnTo>
                    <a:pt x="3420193" y="1682196"/>
                  </a:lnTo>
                  <a:lnTo>
                    <a:pt x="3420286" y="1682196"/>
                  </a:lnTo>
                  <a:lnTo>
                    <a:pt x="3420379" y="1682196"/>
                  </a:lnTo>
                  <a:lnTo>
                    <a:pt x="3420473" y="1682196"/>
                  </a:lnTo>
                  <a:lnTo>
                    <a:pt x="3420566" y="1682196"/>
                  </a:lnTo>
                  <a:lnTo>
                    <a:pt x="3420659" y="1682196"/>
                  </a:lnTo>
                  <a:lnTo>
                    <a:pt x="3420752" y="1682196"/>
                  </a:lnTo>
                  <a:lnTo>
                    <a:pt x="3420846" y="1682196"/>
                  </a:lnTo>
                  <a:lnTo>
                    <a:pt x="3420939" y="1682196"/>
                  </a:lnTo>
                  <a:lnTo>
                    <a:pt x="3421032" y="1682196"/>
                  </a:lnTo>
                  <a:lnTo>
                    <a:pt x="3421125" y="1682196"/>
                  </a:lnTo>
                  <a:lnTo>
                    <a:pt x="3421219" y="1682196"/>
                  </a:lnTo>
                  <a:lnTo>
                    <a:pt x="3421312" y="1682196"/>
                  </a:lnTo>
                  <a:lnTo>
                    <a:pt x="3421405" y="1682196"/>
                  </a:lnTo>
                  <a:lnTo>
                    <a:pt x="3421498" y="1682196"/>
                  </a:lnTo>
                  <a:lnTo>
                    <a:pt x="3421592" y="1682196"/>
                  </a:lnTo>
                  <a:lnTo>
                    <a:pt x="3421685" y="1682196"/>
                  </a:lnTo>
                  <a:lnTo>
                    <a:pt x="3421778" y="1682196"/>
                  </a:lnTo>
                  <a:lnTo>
                    <a:pt x="3421871" y="1682196"/>
                  </a:lnTo>
                  <a:lnTo>
                    <a:pt x="3421965" y="1682196"/>
                  </a:lnTo>
                  <a:lnTo>
                    <a:pt x="3422058" y="1682196"/>
                  </a:lnTo>
                  <a:lnTo>
                    <a:pt x="3422151" y="1682196"/>
                  </a:lnTo>
                  <a:lnTo>
                    <a:pt x="3422244" y="1682196"/>
                  </a:lnTo>
                  <a:lnTo>
                    <a:pt x="3422338" y="1682196"/>
                  </a:lnTo>
                  <a:lnTo>
                    <a:pt x="3422431" y="1682196"/>
                  </a:lnTo>
                  <a:lnTo>
                    <a:pt x="3422524" y="1682196"/>
                  </a:lnTo>
                  <a:lnTo>
                    <a:pt x="3422617" y="1682196"/>
                  </a:lnTo>
                  <a:lnTo>
                    <a:pt x="3422711" y="1682196"/>
                  </a:lnTo>
                  <a:lnTo>
                    <a:pt x="3422804" y="1682196"/>
                  </a:lnTo>
                  <a:lnTo>
                    <a:pt x="3422897" y="1682196"/>
                  </a:lnTo>
                  <a:lnTo>
                    <a:pt x="3422990" y="1682196"/>
                  </a:lnTo>
                  <a:lnTo>
                    <a:pt x="3423084" y="1682196"/>
                  </a:lnTo>
                  <a:lnTo>
                    <a:pt x="3423177" y="1682196"/>
                  </a:lnTo>
                  <a:lnTo>
                    <a:pt x="3423270" y="1682196"/>
                  </a:lnTo>
                  <a:lnTo>
                    <a:pt x="3423363" y="1682196"/>
                  </a:lnTo>
                  <a:lnTo>
                    <a:pt x="3423457" y="1682196"/>
                  </a:lnTo>
                  <a:lnTo>
                    <a:pt x="3423550" y="1682196"/>
                  </a:lnTo>
                  <a:lnTo>
                    <a:pt x="3423643" y="1682196"/>
                  </a:lnTo>
                  <a:lnTo>
                    <a:pt x="3423736" y="1682196"/>
                  </a:lnTo>
                  <a:lnTo>
                    <a:pt x="3423830" y="1682196"/>
                  </a:lnTo>
                  <a:lnTo>
                    <a:pt x="3423923" y="1682196"/>
                  </a:lnTo>
                  <a:lnTo>
                    <a:pt x="3424016" y="1682196"/>
                  </a:lnTo>
                  <a:lnTo>
                    <a:pt x="3424109" y="1682196"/>
                  </a:lnTo>
                  <a:lnTo>
                    <a:pt x="3424203" y="1682196"/>
                  </a:lnTo>
                  <a:lnTo>
                    <a:pt x="3424296" y="1682196"/>
                  </a:lnTo>
                  <a:lnTo>
                    <a:pt x="3424389" y="1682196"/>
                  </a:lnTo>
                  <a:lnTo>
                    <a:pt x="3424482" y="1682196"/>
                  </a:lnTo>
                  <a:lnTo>
                    <a:pt x="3424576" y="1682196"/>
                  </a:lnTo>
                  <a:lnTo>
                    <a:pt x="3424669" y="1682196"/>
                  </a:lnTo>
                  <a:lnTo>
                    <a:pt x="3424762" y="1682196"/>
                  </a:lnTo>
                  <a:lnTo>
                    <a:pt x="3424855" y="1682196"/>
                  </a:lnTo>
                  <a:lnTo>
                    <a:pt x="3424949" y="1682196"/>
                  </a:lnTo>
                  <a:lnTo>
                    <a:pt x="3425042" y="1682196"/>
                  </a:lnTo>
                  <a:lnTo>
                    <a:pt x="3425135" y="1682196"/>
                  </a:lnTo>
                  <a:lnTo>
                    <a:pt x="3425228" y="1682196"/>
                  </a:lnTo>
                  <a:lnTo>
                    <a:pt x="3425322" y="1682196"/>
                  </a:lnTo>
                  <a:lnTo>
                    <a:pt x="3425415" y="1682196"/>
                  </a:lnTo>
                  <a:lnTo>
                    <a:pt x="3425508" y="1682196"/>
                  </a:lnTo>
                  <a:lnTo>
                    <a:pt x="3425601" y="1682196"/>
                  </a:lnTo>
                  <a:lnTo>
                    <a:pt x="3425695" y="1682196"/>
                  </a:lnTo>
                  <a:lnTo>
                    <a:pt x="3425788" y="1682196"/>
                  </a:lnTo>
                  <a:lnTo>
                    <a:pt x="3425881" y="1682196"/>
                  </a:lnTo>
                  <a:lnTo>
                    <a:pt x="3425974" y="1682196"/>
                  </a:lnTo>
                  <a:lnTo>
                    <a:pt x="3426068" y="1682196"/>
                  </a:lnTo>
                  <a:lnTo>
                    <a:pt x="3426161" y="1682196"/>
                  </a:lnTo>
                  <a:lnTo>
                    <a:pt x="3426254" y="1682196"/>
                  </a:lnTo>
                  <a:lnTo>
                    <a:pt x="3426347" y="1682196"/>
                  </a:lnTo>
                  <a:lnTo>
                    <a:pt x="3426441" y="1682196"/>
                  </a:lnTo>
                  <a:lnTo>
                    <a:pt x="3426534" y="1682196"/>
                  </a:lnTo>
                  <a:lnTo>
                    <a:pt x="3426627" y="1682196"/>
                  </a:lnTo>
                  <a:lnTo>
                    <a:pt x="3426720" y="1682196"/>
                  </a:lnTo>
                  <a:lnTo>
                    <a:pt x="3426814" y="1682196"/>
                  </a:lnTo>
                  <a:lnTo>
                    <a:pt x="3426907" y="1682196"/>
                  </a:lnTo>
                  <a:lnTo>
                    <a:pt x="3427000" y="1682196"/>
                  </a:lnTo>
                  <a:lnTo>
                    <a:pt x="3427093" y="1682196"/>
                  </a:lnTo>
                  <a:lnTo>
                    <a:pt x="3427187" y="1682196"/>
                  </a:lnTo>
                  <a:lnTo>
                    <a:pt x="3427280" y="1682196"/>
                  </a:lnTo>
                  <a:lnTo>
                    <a:pt x="3427373" y="1682196"/>
                  </a:lnTo>
                  <a:lnTo>
                    <a:pt x="3427373" y="1672242"/>
                  </a:lnTo>
                  <a:lnTo>
                    <a:pt x="3427466" y="1672242"/>
                  </a:lnTo>
                  <a:lnTo>
                    <a:pt x="3427559" y="1672242"/>
                  </a:lnTo>
                  <a:lnTo>
                    <a:pt x="3427653" y="1672242"/>
                  </a:lnTo>
                  <a:lnTo>
                    <a:pt x="3427653" y="1662288"/>
                  </a:lnTo>
                  <a:lnTo>
                    <a:pt x="3427746" y="1662288"/>
                  </a:lnTo>
                  <a:lnTo>
                    <a:pt x="3427839" y="1662288"/>
                  </a:lnTo>
                  <a:lnTo>
                    <a:pt x="3427932" y="1662288"/>
                  </a:lnTo>
                  <a:lnTo>
                    <a:pt x="3428026" y="1662288"/>
                  </a:lnTo>
                  <a:lnTo>
                    <a:pt x="3428119" y="1662288"/>
                  </a:lnTo>
                  <a:lnTo>
                    <a:pt x="3428212" y="1662288"/>
                  </a:lnTo>
                  <a:lnTo>
                    <a:pt x="3428305" y="1662288"/>
                  </a:lnTo>
                  <a:lnTo>
                    <a:pt x="3428399" y="1662288"/>
                  </a:lnTo>
                  <a:lnTo>
                    <a:pt x="3428492" y="1662288"/>
                  </a:lnTo>
                  <a:lnTo>
                    <a:pt x="3428585" y="1662288"/>
                  </a:lnTo>
                  <a:lnTo>
                    <a:pt x="3428678" y="1662288"/>
                  </a:lnTo>
                  <a:lnTo>
                    <a:pt x="3428772" y="1662288"/>
                  </a:lnTo>
                  <a:lnTo>
                    <a:pt x="3428865" y="1662288"/>
                  </a:lnTo>
                  <a:lnTo>
                    <a:pt x="3428958" y="1662288"/>
                  </a:lnTo>
                  <a:lnTo>
                    <a:pt x="3429051" y="1662288"/>
                  </a:lnTo>
                  <a:lnTo>
                    <a:pt x="3429145" y="1662288"/>
                  </a:lnTo>
                  <a:lnTo>
                    <a:pt x="3429238" y="1662288"/>
                  </a:lnTo>
                  <a:lnTo>
                    <a:pt x="3429331" y="1662288"/>
                  </a:lnTo>
                  <a:lnTo>
                    <a:pt x="3429424" y="1662288"/>
                  </a:lnTo>
                  <a:lnTo>
                    <a:pt x="3429518" y="1662288"/>
                  </a:lnTo>
                  <a:lnTo>
                    <a:pt x="3429611" y="1662288"/>
                  </a:lnTo>
                  <a:lnTo>
                    <a:pt x="3429704" y="1662288"/>
                  </a:lnTo>
                  <a:lnTo>
                    <a:pt x="3429797" y="1662288"/>
                  </a:lnTo>
                  <a:lnTo>
                    <a:pt x="3429891" y="1662288"/>
                  </a:lnTo>
                  <a:lnTo>
                    <a:pt x="3429984" y="1662288"/>
                  </a:lnTo>
                  <a:lnTo>
                    <a:pt x="3430077" y="1662288"/>
                  </a:lnTo>
                  <a:lnTo>
                    <a:pt x="3430170" y="1662288"/>
                  </a:lnTo>
                  <a:lnTo>
                    <a:pt x="3430264" y="1662288"/>
                  </a:lnTo>
                  <a:lnTo>
                    <a:pt x="3430357" y="1662288"/>
                  </a:lnTo>
                  <a:lnTo>
                    <a:pt x="3430450" y="1662288"/>
                  </a:lnTo>
                  <a:lnTo>
                    <a:pt x="3430543" y="1662288"/>
                  </a:lnTo>
                  <a:lnTo>
                    <a:pt x="3430637" y="1662288"/>
                  </a:lnTo>
                  <a:lnTo>
                    <a:pt x="3430730" y="1662288"/>
                  </a:lnTo>
                  <a:lnTo>
                    <a:pt x="3430823" y="1662288"/>
                  </a:lnTo>
                  <a:lnTo>
                    <a:pt x="3430916" y="1662288"/>
                  </a:lnTo>
                  <a:lnTo>
                    <a:pt x="3431010" y="1662288"/>
                  </a:lnTo>
                  <a:lnTo>
                    <a:pt x="3431103" y="1662288"/>
                  </a:lnTo>
                  <a:lnTo>
                    <a:pt x="3431196" y="1662288"/>
                  </a:lnTo>
                  <a:lnTo>
                    <a:pt x="3431289" y="1662288"/>
                  </a:lnTo>
                  <a:lnTo>
                    <a:pt x="3431383" y="1662288"/>
                  </a:lnTo>
                  <a:lnTo>
                    <a:pt x="3431476" y="1662288"/>
                  </a:lnTo>
                  <a:lnTo>
                    <a:pt x="3431569" y="1662288"/>
                  </a:lnTo>
                  <a:lnTo>
                    <a:pt x="3431662" y="1662288"/>
                  </a:lnTo>
                  <a:lnTo>
                    <a:pt x="3431756" y="1662288"/>
                  </a:lnTo>
                  <a:lnTo>
                    <a:pt x="3431849" y="1662288"/>
                  </a:lnTo>
                  <a:lnTo>
                    <a:pt x="3431942" y="1662288"/>
                  </a:lnTo>
                  <a:lnTo>
                    <a:pt x="3432035" y="1662288"/>
                  </a:lnTo>
                  <a:lnTo>
                    <a:pt x="3432035" y="1652334"/>
                  </a:lnTo>
                  <a:lnTo>
                    <a:pt x="3432129" y="1652334"/>
                  </a:lnTo>
                  <a:lnTo>
                    <a:pt x="3432222" y="1652334"/>
                  </a:lnTo>
                  <a:lnTo>
                    <a:pt x="3432315" y="1652334"/>
                  </a:lnTo>
                  <a:lnTo>
                    <a:pt x="3432408" y="1652334"/>
                  </a:lnTo>
                  <a:lnTo>
                    <a:pt x="3432502" y="1652334"/>
                  </a:lnTo>
                  <a:lnTo>
                    <a:pt x="3432595" y="1652334"/>
                  </a:lnTo>
                  <a:lnTo>
                    <a:pt x="3432688" y="1652334"/>
                  </a:lnTo>
                  <a:lnTo>
                    <a:pt x="3432781" y="1652334"/>
                  </a:lnTo>
                  <a:lnTo>
                    <a:pt x="3432875" y="1652334"/>
                  </a:lnTo>
                  <a:lnTo>
                    <a:pt x="3432968" y="1652334"/>
                  </a:lnTo>
                  <a:lnTo>
                    <a:pt x="3433061" y="1652334"/>
                  </a:lnTo>
                  <a:lnTo>
                    <a:pt x="3433154" y="1652334"/>
                  </a:lnTo>
                  <a:lnTo>
                    <a:pt x="3433248" y="1652334"/>
                  </a:lnTo>
                  <a:lnTo>
                    <a:pt x="3433341" y="1652334"/>
                  </a:lnTo>
                  <a:lnTo>
                    <a:pt x="3433434" y="1652334"/>
                  </a:lnTo>
                  <a:lnTo>
                    <a:pt x="3433527" y="1652334"/>
                  </a:lnTo>
                  <a:lnTo>
                    <a:pt x="3433621" y="1652334"/>
                  </a:lnTo>
                  <a:lnTo>
                    <a:pt x="3433714" y="1652334"/>
                  </a:lnTo>
                  <a:lnTo>
                    <a:pt x="3433807" y="1652334"/>
                  </a:lnTo>
                  <a:lnTo>
                    <a:pt x="3433900" y="1652334"/>
                  </a:lnTo>
                  <a:lnTo>
                    <a:pt x="3433994" y="1652334"/>
                  </a:lnTo>
                  <a:lnTo>
                    <a:pt x="3434087" y="1652334"/>
                  </a:lnTo>
                  <a:lnTo>
                    <a:pt x="3434180" y="1652334"/>
                  </a:lnTo>
                  <a:lnTo>
                    <a:pt x="3434273" y="1652334"/>
                  </a:lnTo>
                  <a:lnTo>
                    <a:pt x="3434366" y="1652334"/>
                  </a:lnTo>
                  <a:lnTo>
                    <a:pt x="3434460" y="1652334"/>
                  </a:lnTo>
                  <a:lnTo>
                    <a:pt x="3434553" y="1652334"/>
                  </a:lnTo>
                  <a:lnTo>
                    <a:pt x="3434646" y="1652334"/>
                  </a:lnTo>
                  <a:lnTo>
                    <a:pt x="3434739" y="1652334"/>
                  </a:lnTo>
                  <a:lnTo>
                    <a:pt x="3434833" y="1652334"/>
                  </a:lnTo>
                  <a:lnTo>
                    <a:pt x="3434926" y="1652334"/>
                  </a:lnTo>
                  <a:lnTo>
                    <a:pt x="3435019" y="1652334"/>
                  </a:lnTo>
                  <a:lnTo>
                    <a:pt x="3435112" y="1652334"/>
                  </a:lnTo>
                  <a:lnTo>
                    <a:pt x="3435206" y="1652334"/>
                  </a:lnTo>
                  <a:lnTo>
                    <a:pt x="3435299" y="1652334"/>
                  </a:lnTo>
                  <a:lnTo>
                    <a:pt x="3435392" y="1652334"/>
                  </a:lnTo>
                  <a:lnTo>
                    <a:pt x="3435485" y="1652334"/>
                  </a:lnTo>
                  <a:lnTo>
                    <a:pt x="3435579" y="1652334"/>
                  </a:lnTo>
                  <a:lnTo>
                    <a:pt x="3435672" y="1652334"/>
                  </a:lnTo>
                  <a:lnTo>
                    <a:pt x="3435765" y="1652334"/>
                  </a:lnTo>
                  <a:lnTo>
                    <a:pt x="3435858" y="1652334"/>
                  </a:lnTo>
                  <a:lnTo>
                    <a:pt x="3435952" y="1652334"/>
                  </a:lnTo>
                  <a:lnTo>
                    <a:pt x="3436045" y="1652334"/>
                  </a:lnTo>
                  <a:lnTo>
                    <a:pt x="3436138" y="1652334"/>
                  </a:lnTo>
                  <a:lnTo>
                    <a:pt x="3436231" y="1652334"/>
                  </a:lnTo>
                  <a:lnTo>
                    <a:pt x="3436325" y="1652334"/>
                  </a:lnTo>
                  <a:lnTo>
                    <a:pt x="3436418" y="1652334"/>
                  </a:lnTo>
                  <a:lnTo>
                    <a:pt x="3436511" y="1652334"/>
                  </a:lnTo>
                  <a:lnTo>
                    <a:pt x="3436604" y="1652334"/>
                  </a:lnTo>
                  <a:lnTo>
                    <a:pt x="3436698" y="1652334"/>
                  </a:lnTo>
                  <a:lnTo>
                    <a:pt x="3436791" y="1652334"/>
                  </a:lnTo>
                  <a:lnTo>
                    <a:pt x="3436884" y="1652334"/>
                  </a:lnTo>
                  <a:lnTo>
                    <a:pt x="3436977" y="1652334"/>
                  </a:lnTo>
                  <a:lnTo>
                    <a:pt x="3437071" y="1652334"/>
                  </a:lnTo>
                  <a:lnTo>
                    <a:pt x="3437164" y="1652334"/>
                  </a:lnTo>
                  <a:lnTo>
                    <a:pt x="3437257" y="1652334"/>
                  </a:lnTo>
                  <a:lnTo>
                    <a:pt x="3437350" y="1652334"/>
                  </a:lnTo>
                  <a:lnTo>
                    <a:pt x="3437444" y="1652334"/>
                  </a:lnTo>
                  <a:lnTo>
                    <a:pt x="3437537" y="1652334"/>
                  </a:lnTo>
                  <a:lnTo>
                    <a:pt x="3437630" y="1652334"/>
                  </a:lnTo>
                  <a:lnTo>
                    <a:pt x="3437723" y="1652334"/>
                  </a:lnTo>
                  <a:lnTo>
                    <a:pt x="3437817" y="1652334"/>
                  </a:lnTo>
                  <a:lnTo>
                    <a:pt x="3437910" y="1652334"/>
                  </a:lnTo>
                  <a:lnTo>
                    <a:pt x="3438003" y="1652334"/>
                  </a:lnTo>
                  <a:lnTo>
                    <a:pt x="3438096" y="1652334"/>
                  </a:lnTo>
                  <a:lnTo>
                    <a:pt x="3438190" y="1652334"/>
                  </a:lnTo>
                  <a:lnTo>
                    <a:pt x="3438283" y="1652334"/>
                  </a:lnTo>
                  <a:lnTo>
                    <a:pt x="3438376" y="1652334"/>
                  </a:lnTo>
                  <a:lnTo>
                    <a:pt x="3438469" y="1652334"/>
                  </a:lnTo>
                  <a:lnTo>
                    <a:pt x="3438563" y="1652334"/>
                  </a:lnTo>
                  <a:lnTo>
                    <a:pt x="3438656" y="1652334"/>
                  </a:lnTo>
                  <a:lnTo>
                    <a:pt x="3438749" y="1652334"/>
                  </a:lnTo>
                  <a:lnTo>
                    <a:pt x="3438842" y="1652334"/>
                  </a:lnTo>
                  <a:lnTo>
                    <a:pt x="3438936" y="1652334"/>
                  </a:lnTo>
                  <a:lnTo>
                    <a:pt x="3439029" y="1652334"/>
                  </a:lnTo>
                  <a:lnTo>
                    <a:pt x="3439122" y="1652334"/>
                  </a:lnTo>
                  <a:lnTo>
                    <a:pt x="3439215" y="1652334"/>
                  </a:lnTo>
                  <a:lnTo>
                    <a:pt x="3439309" y="1652334"/>
                  </a:lnTo>
                  <a:lnTo>
                    <a:pt x="3439402" y="1652334"/>
                  </a:lnTo>
                  <a:lnTo>
                    <a:pt x="3439495" y="1652334"/>
                  </a:lnTo>
                  <a:lnTo>
                    <a:pt x="3439588" y="1652334"/>
                  </a:lnTo>
                  <a:lnTo>
                    <a:pt x="3439682" y="1652334"/>
                  </a:lnTo>
                  <a:lnTo>
                    <a:pt x="3439775" y="1652334"/>
                  </a:lnTo>
                  <a:lnTo>
                    <a:pt x="3439868" y="1652334"/>
                  </a:lnTo>
                  <a:lnTo>
                    <a:pt x="3439961" y="1652334"/>
                  </a:lnTo>
                  <a:lnTo>
                    <a:pt x="3440055" y="1652334"/>
                  </a:lnTo>
                  <a:lnTo>
                    <a:pt x="3440148" y="1652334"/>
                  </a:lnTo>
                  <a:lnTo>
                    <a:pt x="3440241" y="1652334"/>
                  </a:lnTo>
                  <a:lnTo>
                    <a:pt x="3440334" y="1652334"/>
                  </a:lnTo>
                  <a:lnTo>
                    <a:pt x="3440428" y="1652334"/>
                  </a:lnTo>
                  <a:lnTo>
                    <a:pt x="3440521" y="1652334"/>
                  </a:lnTo>
                  <a:lnTo>
                    <a:pt x="3440614" y="1652334"/>
                  </a:lnTo>
                  <a:lnTo>
                    <a:pt x="3440707" y="1652334"/>
                  </a:lnTo>
                  <a:lnTo>
                    <a:pt x="3440801" y="1652334"/>
                  </a:lnTo>
                  <a:lnTo>
                    <a:pt x="3440894" y="1652334"/>
                  </a:lnTo>
                  <a:lnTo>
                    <a:pt x="3440987" y="1652334"/>
                  </a:lnTo>
                  <a:lnTo>
                    <a:pt x="3441080" y="1652334"/>
                  </a:lnTo>
                  <a:lnTo>
                    <a:pt x="3441173" y="1652334"/>
                  </a:lnTo>
                  <a:lnTo>
                    <a:pt x="3441267" y="1652334"/>
                  </a:lnTo>
                  <a:lnTo>
                    <a:pt x="3441360" y="1652334"/>
                  </a:lnTo>
                  <a:lnTo>
                    <a:pt x="3441453" y="1652334"/>
                  </a:lnTo>
                  <a:lnTo>
                    <a:pt x="3441546" y="1652334"/>
                  </a:lnTo>
                  <a:lnTo>
                    <a:pt x="3441640" y="1652334"/>
                  </a:lnTo>
                  <a:lnTo>
                    <a:pt x="3441733" y="1652334"/>
                  </a:lnTo>
                  <a:lnTo>
                    <a:pt x="3441826" y="1652334"/>
                  </a:lnTo>
                  <a:lnTo>
                    <a:pt x="3441919" y="1652334"/>
                  </a:lnTo>
                  <a:lnTo>
                    <a:pt x="3442013" y="1652334"/>
                  </a:lnTo>
                  <a:lnTo>
                    <a:pt x="3442106" y="1652334"/>
                  </a:lnTo>
                  <a:lnTo>
                    <a:pt x="3442199" y="1652334"/>
                  </a:lnTo>
                  <a:lnTo>
                    <a:pt x="3442292" y="1652334"/>
                  </a:lnTo>
                  <a:lnTo>
                    <a:pt x="3442386" y="1652334"/>
                  </a:lnTo>
                  <a:lnTo>
                    <a:pt x="3442479" y="1652334"/>
                  </a:lnTo>
                  <a:lnTo>
                    <a:pt x="3442572" y="1652334"/>
                  </a:lnTo>
                  <a:lnTo>
                    <a:pt x="3442665" y="1652334"/>
                  </a:lnTo>
                  <a:lnTo>
                    <a:pt x="3442759" y="1652334"/>
                  </a:lnTo>
                  <a:lnTo>
                    <a:pt x="3442852" y="1652334"/>
                  </a:lnTo>
                  <a:lnTo>
                    <a:pt x="3442945" y="1652334"/>
                  </a:lnTo>
                  <a:lnTo>
                    <a:pt x="3443038" y="1652334"/>
                  </a:lnTo>
                  <a:lnTo>
                    <a:pt x="3443132" y="1652334"/>
                  </a:lnTo>
                  <a:lnTo>
                    <a:pt x="3443225" y="1652334"/>
                  </a:lnTo>
                  <a:lnTo>
                    <a:pt x="3443318" y="1652334"/>
                  </a:lnTo>
                  <a:lnTo>
                    <a:pt x="3443411" y="1652334"/>
                  </a:lnTo>
                  <a:lnTo>
                    <a:pt x="3443505" y="1652334"/>
                  </a:lnTo>
                  <a:lnTo>
                    <a:pt x="3443598" y="1652334"/>
                  </a:lnTo>
                  <a:lnTo>
                    <a:pt x="3443691" y="1652334"/>
                  </a:lnTo>
                  <a:lnTo>
                    <a:pt x="3443784" y="1652334"/>
                  </a:lnTo>
                  <a:lnTo>
                    <a:pt x="3443878" y="1652334"/>
                  </a:lnTo>
                  <a:lnTo>
                    <a:pt x="3443971" y="1652334"/>
                  </a:lnTo>
                  <a:lnTo>
                    <a:pt x="3444064" y="1652334"/>
                  </a:lnTo>
                  <a:lnTo>
                    <a:pt x="3444157" y="1652334"/>
                  </a:lnTo>
                  <a:lnTo>
                    <a:pt x="3444251" y="1652334"/>
                  </a:lnTo>
                  <a:lnTo>
                    <a:pt x="3444344" y="1652334"/>
                  </a:lnTo>
                  <a:lnTo>
                    <a:pt x="3444437" y="1652334"/>
                  </a:lnTo>
                  <a:lnTo>
                    <a:pt x="3444530" y="1652334"/>
                  </a:lnTo>
                  <a:lnTo>
                    <a:pt x="3444624" y="1652334"/>
                  </a:lnTo>
                  <a:lnTo>
                    <a:pt x="3444717" y="1652334"/>
                  </a:lnTo>
                  <a:lnTo>
                    <a:pt x="3444810" y="1652334"/>
                  </a:lnTo>
                  <a:lnTo>
                    <a:pt x="3444903" y="1652334"/>
                  </a:lnTo>
                  <a:lnTo>
                    <a:pt x="3444997" y="1652334"/>
                  </a:lnTo>
                  <a:lnTo>
                    <a:pt x="3445090" y="1652334"/>
                  </a:lnTo>
                  <a:lnTo>
                    <a:pt x="3445183" y="1652334"/>
                  </a:lnTo>
                  <a:lnTo>
                    <a:pt x="3445276" y="1652334"/>
                  </a:lnTo>
                  <a:lnTo>
                    <a:pt x="3445370" y="1652334"/>
                  </a:lnTo>
                  <a:lnTo>
                    <a:pt x="3445463" y="1652334"/>
                  </a:lnTo>
                  <a:lnTo>
                    <a:pt x="3445556" y="1652334"/>
                  </a:lnTo>
                  <a:lnTo>
                    <a:pt x="3445649" y="1652334"/>
                  </a:lnTo>
                  <a:lnTo>
                    <a:pt x="3445743" y="1652334"/>
                  </a:lnTo>
                  <a:lnTo>
                    <a:pt x="3445836" y="1652334"/>
                  </a:lnTo>
                  <a:lnTo>
                    <a:pt x="3445929" y="1652334"/>
                  </a:lnTo>
                  <a:lnTo>
                    <a:pt x="3446022" y="1652334"/>
                  </a:lnTo>
                  <a:lnTo>
                    <a:pt x="3446116" y="1652334"/>
                  </a:lnTo>
                  <a:lnTo>
                    <a:pt x="3446209" y="1652334"/>
                  </a:lnTo>
                  <a:lnTo>
                    <a:pt x="3446302" y="1652334"/>
                  </a:lnTo>
                  <a:lnTo>
                    <a:pt x="3446395" y="1652334"/>
                  </a:lnTo>
                  <a:lnTo>
                    <a:pt x="3446489" y="1652334"/>
                  </a:lnTo>
                  <a:lnTo>
                    <a:pt x="3446582" y="1652334"/>
                  </a:lnTo>
                  <a:lnTo>
                    <a:pt x="3446675" y="1652334"/>
                  </a:lnTo>
                  <a:lnTo>
                    <a:pt x="3446768" y="1652334"/>
                  </a:lnTo>
                  <a:lnTo>
                    <a:pt x="3446862" y="1652334"/>
                  </a:lnTo>
                  <a:lnTo>
                    <a:pt x="3446955" y="1652334"/>
                  </a:lnTo>
                  <a:lnTo>
                    <a:pt x="3447048" y="1652334"/>
                  </a:lnTo>
                  <a:lnTo>
                    <a:pt x="3447141" y="1652334"/>
                  </a:lnTo>
                  <a:lnTo>
                    <a:pt x="3447235" y="1652334"/>
                  </a:lnTo>
                  <a:lnTo>
                    <a:pt x="3447328" y="1652334"/>
                  </a:lnTo>
                  <a:lnTo>
                    <a:pt x="3447421" y="1652334"/>
                  </a:lnTo>
                  <a:lnTo>
                    <a:pt x="3447514" y="1652334"/>
                  </a:lnTo>
                  <a:lnTo>
                    <a:pt x="3447608" y="1652334"/>
                  </a:lnTo>
                  <a:lnTo>
                    <a:pt x="3447701" y="1652334"/>
                  </a:lnTo>
                  <a:lnTo>
                    <a:pt x="3447794" y="1652334"/>
                  </a:lnTo>
                  <a:lnTo>
                    <a:pt x="3447887" y="1652334"/>
                  </a:lnTo>
                  <a:lnTo>
                    <a:pt x="3447981" y="1652334"/>
                  </a:lnTo>
                  <a:lnTo>
                    <a:pt x="3448074" y="1652334"/>
                  </a:lnTo>
                  <a:lnTo>
                    <a:pt x="3448167" y="1652334"/>
                  </a:lnTo>
                  <a:lnTo>
                    <a:pt x="3448260" y="1652334"/>
                  </a:lnTo>
                  <a:lnTo>
                    <a:pt x="3448353" y="1652334"/>
                  </a:lnTo>
                  <a:lnTo>
                    <a:pt x="3448447" y="1652334"/>
                  </a:lnTo>
                  <a:lnTo>
                    <a:pt x="3448540" y="1652334"/>
                  </a:lnTo>
                  <a:lnTo>
                    <a:pt x="3448633" y="1652334"/>
                  </a:lnTo>
                  <a:lnTo>
                    <a:pt x="3448726" y="1652334"/>
                  </a:lnTo>
                  <a:lnTo>
                    <a:pt x="3448820" y="1652334"/>
                  </a:lnTo>
                  <a:lnTo>
                    <a:pt x="3448913" y="1652334"/>
                  </a:lnTo>
                  <a:lnTo>
                    <a:pt x="3449006" y="1652334"/>
                  </a:lnTo>
                  <a:lnTo>
                    <a:pt x="3449099" y="1652334"/>
                  </a:lnTo>
                  <a:lnTo>
                    <a:pt x="3449193" y="1652334"/>
                  </a:lnTo>
                  <a:lnTo>
                    <a:pt x="3449286" y="1652334"/>
                  </a:lnTo>
                  <a:lnTo>
                    <a:pt x="3449379" y="1652334"/>
                  </a:lnTo>
                  <a:lnTo>
                    <a:pt x="3449472" y="1652334"/>
                  </a:lnTo>
                  <a:lnTo>
                    <a:pt x="3449566" y="1652334"/>
                  </a:lnTo>
                  <a:lnTo>
                    <a:pt x="3449659" y="1652334"/>
                  </a:lnTo>
                  <a:lnTo>
                    <a:pt x="3449752" y="1652334"/>
                  </a:lnTo>
                  <a:lnTo>
                    <a:pt x="3449845" y="1652334"/>
                  </a:lnTo>
                  <a:lnTo>
                    <a:pt x="3449939" y="1652334"/>
                  </a:lnTo>
                  <a:lnTo>
                    <a:pt x="3450032" y="1652334"/>
                  </a:lnTo>
                  <a:lnTo>
                    <a:pt x="3450125" y="1652334"/>
                  </a:lnTo>
                  <a:lnTo>
                    <a:pt x="3450218" y="1652334"/>
                  </a:lnTo>
                  <a:lnTo>
                    <a:pt x="3450312" y="1652334"/>
                  </a:lnTo>
                  <a:lnTo>
                    <a:pt x="3450405" y="1652334"/>
                  </a:lnTo>
                  <a:lnTo>
                    <a:pt x="3450498" y="1652334"/>
                  </a:lnTo>
                  <a:lnTo>
                    <a:pt x="3450591" y="1652334"/>
                  </a:lnTo>
                  <a:lnTo>
                    <a:pt x="3450685" y="1652334"/>
                  </a:lnTo>
                  <a:lnTo>
                    <a:pt x="3450778" y="1652334"/>
                  </a:lnTo>
                  <a:lnTo>
                    <a:pt x="3450871" y="1652334"/>
                  </a:lnTo>
                  <a:lnTo>
                    <a:pt x="3450964" y="1652334"/>
                  </a:lnTo>
                  <a:lnTo>
                    <a:pt x="3451058" y="1652334"/>
                  </a:lnTo>
                  <a:lnTo>
                    <a:pt x="3451151" y="1652334"/>
                  </a:lnTo>
                  <a:lnTo>
                    <a:pt x="3451244" y="1652334"/>
                  </a:lnTo>
                  <a:lnTo>
                    <a:pt x="3451337" y="1652334"/>
                  </a:lnTo>
                  <a:lnTo>
                    <a:pt x="3451431" y="1652334"/>
                  </a:lnTo>
                  <a:lnTo>
                    <a:pt x="3451524" y="1652334"/>
                  </a:lnTo>
                  <a:lnTo>
                    <a:pt x="3451617" y="1652334"/>
                  </a:lnTo>
                  <a:lnTo>
                    <a:pt x="3451710" y="1652334"/>
                  </a:lnTo>
                  <a:lnTo>
                    <a:pt x="3451804" y="1652334"/>
                  </a:lnTo>
                  <a:lnTo>
                    <a:pt x="3451897" y="1652334"/>
                  </a:lnTo>
                  <a:lnTo>
                    <a:pt x="3451990" y="1652334"/>
                  </a:lnTo>
                  <a:lnTo>
                    <a:pt x="3452083" y="1652334"/>
                  </a:lnTo>
                  <a:lnTo>
                    <a:pt x="3452177" y="1652334"/>
                  </a:lnTo>
                  <a:lnTo>
                    <a:pt x="3452270" y="1652334"/>
                  </a:lnTo>
                  <a:lnTo>
                    <a:pt x="3452363" y="1652334"/>
                  </a:lnTo>
                  <a:lnTo>
                    <a:pt x="3452456" y="1652334"/>
                  </a:lnTo>
                  <a:lnTo>
                    <a:pt x="3452550" y="1652334"/>
                  </a:lnTo>
                  <a:lnTo>
                    <a:pt x="3452643" y="1652334"/>
                  </a:lnTo>
                  <a:lnTo>
                    <a:pt x="3452736" y="1652334"/>
                  </a:lnTo>
                  <a:lnTo>
                    <a:pt x="3452829" y="1652334"/>
                  </a:lnTo>
                  <a:lnTo>
                    <a:pt x="3452923" y="1652334"/>
                  </a:lnTo>
                  <a:lnTo>
                    <a:pt x="3453016" y="1652334"/>
                  </a:lnTo>
                  <a:lnTo>
                    <a:pt x="3453109" y="1652334"/>
                  </a:lnTo>
                  <a:lnTo>
                    <a:pt x="3453202" y="1652334"/>
                  </a:lnTo>
                  <a:lnTo>
                    <a:pt x="3453296" y="1652334"/>
                  </a:lnTo>
                  <a:lnTo>
                    <a:pt x="3453389" y="1652334"/>
                  </a:lnTo>
                  <a:lnTo>
                    <a:pt x="3453482" y="1652334"/>
                  </a:lnTo>
                  <a:lnTo>
                    <a:pt x="3453575" y="1652334"/>
                  </a:lnTo>
                  <a:lnTo>
                    <a:pt x="3453669" y="1652334"/>
                  </a:lnTo>
                  <a:lnTo>
                    <a:pt x="3453762" y="1652334"/>
                  </a:lnTo>
                  <a:lnTo>
                    <a:pt x="3453855" y="1652334"/>
                  </a:lnTo>
                  <a:lnTo>
                    <a:pt x="3453948" y="1652334"/>
                  </a:lnTo>
                  <a:lnTo>
                    <a:pt x="3454042" y="1652334"/>
                  </a:lnTo>
                  <a:lnTo>
                    <a:pt x="3454135" y="1652334"/>
                  </a:lnTo>
                  <a:lnTo>
                    <a:pt x="3454228" y="1652334"/>
                  </a:lnTo>
                  <a:lnTo>
                    <a:pt x="3454321" y="1652334"/>
                  </a:lnTo>
                  <a:lnTo>
                    <a:pt x="3454415" y="1652334"/>
                  </a:lnTo>
                  <a:lnTo>
                    <a:pt x="3454508" y="1652334"/>
                  </a:lnTo>
                  <a:lnTo>
                    <a:pt x="3454601" y="1652334"/>
                  </a:lnTo>
                  <a:lnTo>
                    <a:pt x="3454694" y="1652334"/>
                  </a:lnTo>
                  <a:lnTo>
                    <a:pt x="3454788" y="1652334"/>
                  </a:lnTo>
                  <a:lnTo>
                    <a:pt x="3454881" y="1652334"/>
                  </a:lnTo>
                  <a:lnTo>
                    <a:pt x="3454974" y="1652334"/>
                  </a:lnTo>
                  <a:lnTo>
                    <a:pt x="3455067" y="1652334"/>
                  </a:lnTo>
                  <a:lnTo>
                    <a:pt x="3455160" y="1652334"/>
                  </a:lnTo>
                  <a:lnTo>
                    <a:pt x="3455254" y="1652334"/>
                  </a:lnTo>
                  <a:lnTo>
                    <a:pt x="3455347" y="1652334"/>
                  </a:lnTo>
                  <a:lnTo>
                    <a:pt x="3455440" y="1652334"/>
                  </a:lnTo>
                  <a:lnTo>
                    <a:pt x="3455533" y="1652334"/>
                  </a:lnTo>
                  <a:lnTo>
                    <a:pt x="3455627" y="1652334"/>
                  </a:lnTo>
                  <a:lnTo>
                    <a:pt x="3455720" y="1652334"/>
                  </a:lnTo>
                  <a:lnTo>
                    <a:pt x="3455813" y="1652334"/>
                  </a:lnTo>
                  <a:lnTo>
                    <a:pt x="3455906" y="1652334"/>
                  </a:lnTo>
                  <a:lnTo>
                    <a:pt x="3456000" y="1652334"/>
                  </a:lnTo>
                  <a:lnTo>
                    <a:pt x="3456093" y="1652334"/>
                  </a:lnTo>
                  <a:lnTo>
                    <a:pt x="3456186" y="1652334"/>
                  </a:lnTo>
                  <a:lnTo>
                    <a:pt x="3456279" y="1652334"/>
                  </a:lnTo>
                  <a:lnTo>
                    <a:pt x="3456373" y="1652334"/>
                  </a:lnTo>
                  <a:lnTo>
                    <a:pt x="3456466" y="1652334"/>
                  </a:lnTo>
                  <a:lnTo>
                    <a:pt x="3456559" y="1652334"/>
                  </a:lnTo>
                  <a:lnTo>
                    <a:pt x="3456652" y="1652334"/>
                  </a:lnTo>
                  <a:lnTo>
                    <a:pt x="3456746" y="1652334"/>
                  </a:lnTo>
                  <a:lnTo>
                    <a:pt x="3456839" y="1652334"/>
                  </a:lnTo>
                  <a:lnTo>
                    <a:pt x="3456932" y="1652334"/>
                  </a:lnTo>
                  <a:lnTo>
                    <a:pt x="3457025" y="1652334"/>
                  </a:lnTo>
                  <a:lnTo>
                    <a:pt x="3457119" y="1652334"/>
                  </a:lnTo>
                  <a:lnTo>
                    <a:pt x="3457212" y="1652334"/>
                  </a:lnTo>
                  <a:lnTo>
                    <a:pt x="3457305" y="1652334"/>
                  </a:lnTo>
                  <a:lnTo>
                    <a:pt x="3457398" y="1652334"/>
                  </a:lnTo>
                  <a:lnTo>
                    <a:pt x="3457492" y="1652334"/>
                  </a:lnTo>
                  <a:lnTo>
                    <a:pt x="3457585" y="1652334"/>
                  </a:lnTo>
                  <a:lnTo>
                    <a:pt x="3457678" y="1652334"/>
                  </a:lnTo>
                  <a:lnTo>
                    <a:pt x="3457771" y="1652334"/>
                  </a:lnTo>
                  <a:lnTo>
                    <a:pt x="3457865" y="1652334"/>
                  </a:lnTo>
                  <a:lnTo>
                    <a:pt x="3457958" y="1652334"/>
                  </a:lnTo>
                  <a:lnTo>
                    <a:pt x="3458051" y="1652334"/>
                  </a:lnTo>
                  <a:lnTo>
                    <a:pt x="3458144" y="1652334"/>
                  </a:lnTo>
                  <a:lnTo>
                    <a:pt x="3458238" y="1652334"/>
                  </a:lnTo>
                  <a:lnTo>
                    <a:pt x="3458331" y="1652334"/>
                  </a:lnTo>
                  <a:lnTo>
                    <a:pt x="3458424" y="1652334"/>
                  </a:lnTo>
                  <a:lnTo>
                    <a:pt x="3458517" y="1652334"/>
                  </a:lnTo>
                  <a:lnTo>
                    <a:pt x="3458611" y="1652334"/>
                  </a:lnTo>
                  <a:lnTo>
                    <a:pt x="3458704" y="1652334"/>
                  </a:lnTo>
                  <a:lnTo>
                    <a:pt x="3458797" y="1652334"/>
                  </a:lnTo>
                  <a:lnTo>
                    <a:pt x="3458890" y="1652334"/>
                  </a:lnTo>
                  <a:lnTo>
                    <a:pt x="3458984" y="1652334"/>
                  </a:lnTo>
                  <a:lnTo>
                    <a:pt x="3459077" y="1652334"/>
                  </a:lnTo>
                  <a:lnTo>
                    <a:pt x="3459170" y="1652334"/>
                  </a:lnTo>
                  <a:lnTo>
                    <a:pt x="3459263" y="1652334"/>
                  </a:lnTo>
                  <a:lnTo>
                    <a:pt x="3459357" y="1652334"/>
                  </a:lnTo>
                  <a:lnTo>
                    <a:pt x="3459450" y="1652334"/>
                  </a:lnTo>
                  <a:lnTo>
                    <a:pt x="3459543" y="1652334"/>
                  </a:lnTo>
                  <a:lnTo>
                    <a:pt x="3459636" y="1652334"/>
                  </a:lnTo>
                  <a:lnTo>
                    <a:pt x="3459730" y="1652334"/>
                  </a:lnTo>
                  <a:lnTo>
                    <a:pt x="3459823" y="1652334"/>
                  </a:lnTo>
                  <a:lnTo>
                    <a:pt x="3459916" y="1652334"/>
                  </a:lnTo>
                  <a:lnTo>
                    <a:pt x="3460009" y="1652334"/>
                  </a:lnTo>
                  <a:lnTo>
                    <a:pt x="3460103" y="1652334"/>
                  </a:lnTo>
                  <a:lnTo>
                    <a:pt x="3460196" y="1652334"/>
                  </a:lnTo>
                  <a:lnTo>
                    <a:pt x="3460289" y="1652334"/>
                  </a:lnTo>
                  <a:lnTo>
                    <a:pt x="3460382" y="1652334"/>
                  </a:lnTo>
                  <a:lnTo>
                    <a:pt x="3460476" y="1652334"/>
                  </a:lnTo>
                  <a:lnTo>
                    <a:pt x="3460569" y="1652334"/>
                  </a:lnTo>
                  <a:lnTo>
                    <a:pt x="3460662" y="1652334"/>
                  </a:lnTo>
                  <a:lnTo>
                    <a:pt x="3460755" y="1652334"/>
                  </a:lnTo>
                  <a:lnTo>
                    <a:pt x="3460849" y="1652334"/>
                  </a:lnTo>
                  <a:lnTo>
                    <a:pt x="3460942" y="1652334"/>
                  </a:lnTo>
                  <a:lnTo>
                    <a:pt x="3461035" y="1652334"/>
                  </a:lnTo>
                  <a:lnTo>
                    <a:pt x="3461128" y="1652334"/>
                  </a:lnTo>
                  <a:lnTo>
                    <a:pt x="3461222" y="1652334"/>
                  </a:lnTo>
                  <a:lnTo>
                    <a:pt x="3461315" y="1652334"/>
                  </a:lnTo>
                  <a:lnTo>
                    <a:pt x="3461408" y="1652334"/>
                  </a:lnTo>
                  <a:lnTo>
                    <a:pt x="3461501" y="1652334"/>
                  </a:lnTo>
                  <a:lnTo>
                    <a:pt x="3461595" y="1652334"/>
                  </a:lnTo>
                  <a:lnTo>
                    <a:pt x="3461688" y="1652334"/>
                  </a:lnTo>
                  <a:lnTo>
                    <a:pt x="3461781" y="1652334"/>
                  </a:lnTo>
                  <a:lnTo>
                    <a:pt x="3461874" y="1652334"/>
                  </a:lnTo>
                  <a:lnTo>
                    <a:pt x="3461967" y="1652334"/>
                  </a:lnTo>
                  <a:lnTo>
                    <a:pt x="3462061" y="1652334"/>
                  </a:lnTo>
                  <a:lnTo>
                    <a:pt x="3462154" y="1652334"/>
                  </a:lnTo>
                  <a:lnTo>
                    <a:pt x="3462247" y="1652334"/>
                  </a:lnTo>
                  <a:lnTo>
                    <a:pt x="3462340" y="1652334"/>
                  </a:lnTo>
                  <a:lnTo>
                    <a:pt x="3462434" y="1652334"/>
                  </a:lnTo>
                  <a:lnTo>
                    <a:pt x="3462527" y="1652334"/>
                  </a:lnTo>
                  <a:lnTo>
                    <a:pt x="3462620" y="1652334"/>
                  </a:lnTo>
                  <a:lnTo>
                    <a:pt x="3462713" y="1652334"/>
                  </a:lnTo>
                  <a:lnTo>
                    <a:pt x="3462807" y="1652334"/>
                  </a:lnTo>
                  <a:lnTo>
                    <a:pt x="3462900" y="1652334"/>
                  </a:lnTo>
                  <a:lnTo>
                    <a:pt x="3462993" y="1652334"/>
                  </a:lnTo>
                  <a:lnTo>
                    <a:pt x="3463086" y="1652334"/>
                  </a:lnTo>
                  <a:lnTo>
                    <a:pt x="3463180" y="1652334"/>
                  </a:lnTo>
                  <a:lnTo>
                    <a:pt x="3463273" y="1652334"/>
                  </a:lnTo>
                  <a:lnTo>
                    <a:pt x="3463366" y="1652334"/>
                  </a:lnTo>
                  <a:lnTo>
                    <a:pt x="3463459" y="1652334"/>
                  </a:lnTo>
                  <a:lnTo>
                    <a:pt x="3463553" y="1652334"/>
                  </a:lnTo>
                  <a:lnTo>
                    <a:pt x="3463646" y="1652334"/>
                  </a:lnTo>
                  <a:lnTo>
                    <a:pt x="3463739" y="1652334"/>
                  </a:lnTo>
                  <a:lnTo>
                    <a:pt x="3463832" y="1652334"/>
                  </a:lnTo>
                  <a:lnTo>
                    <a:pt x="3463926" y="1652334"/>
                  </a:lnTo>
                  <a:lnTo>
                    <a:pt x="3464019" y="1652334"/>
                  </a:lnTo>
                  <a:lnTo>
                    <a:pt x="3464112" y="1652334"/>
                  </a:lnTo>
                  <a:lnTo>
                    <a:pt x="3464205" y="1652334"/>
                  </a:lnTo>
                  <a:lnTo>
                    <a:pt x="3464299" y="1652334"/>
                  </a:lnTo>
                  <a:lnTo>
                    <a:pt x="3464392" y="1652334"/>
                  </a:lnTo>
                  <a:lnTo>
                    <a:pt x="3464485" y="1652334"/>
                  </a:lnTo>
                  <a:lnTo>
                    <a:pt x="3464578" y="1652334"/>
                  </a:lnTo>
                  <a:lnTo>
                    <a:pt x="3464672" y="1652334"/>
                  </a:lnTo>
                  <a:lnTo>
                    <a:pt x="3464765" y="1652334"/>
                  </a:lnTo>
                  <a:lnTo>
                    <a:pt x="3464858" y="1652334"/>
                  </a:lnTo>
                  <a:lnTo>
                    <a:pt x="3464951" y="1652334"/>
                  </a:lnTo>
                  <a:lnTo>
                    <a:pt x="3465045" y="1652334"/>
                  </a:lnTo>
                  <a:lnTo>
                    <a:pt x="3465138" y="1652334"/>
                  </a:lnTo>
                  <a:lnTo>
                    <a:pt x="3465231" y="1652334"/>
                  </a:lnTo>
                  <a:lnTo>
                    <a:pt x="3465324" y="1652334"/>
                  </a:lnTo>
                  <a:lnTo>
                    <a:pt x="3465418" y="1652334"/>
                  </a:lnTo>
                  <a:lnTo>
                    <a:pt x="3465511" y="1652334"/>
                  </a:lnTo>
                  <a:lnTo>
                    <a:pt x="3465604" y="1652334"/>
                  </a:lnTo>
                  <a:lnTo>
                    <a:pt x="3465697" y="1652334"/>
                  </a:lnTo>
                  <a:lnTo>
                    <a:pt x="3465791" y="1652334"/>
                  </a:lnTo>
                  <a:lnTo>
                    <a:pt x="3465884" y="1652334"/>
                  </a:lnTo>
                  <a:lnTo>
                    <a:pt x="3465977" y="1652334"/>
                  </a:lnTo>
                  <a:lnTo>
                    <a:pt x="3466070" y="1652334"/>
                  </a:lnTo>
                  <a:lnTo>
                    <a:pt x="3466164" y="1652334"/>
                  </a:lnTo>
                  <a:lnTo>
                    <a:pt x="3466257" y="1652334"/>
                  </a:lnTo>
                  <a:lnTo>
                    <a:pt x="3466350" y="1652334"/>
                  </a:lnTo>
                  <a:lnTo>
                    <a:pt x="3466443" y="1652334"/>
                  </a:lnTo>
                  <a:lnTo>
                    <a:pt x="3466537" y="1652334"/>
                  </a:lnTo>
                  <a:lnTo>
                    <a:pt x="3466630" y="1652334"/>
                  </a:lnTo>
                  <a:lnTo>
                    <a:pt x="3466723" y="1652334"/>
                  </a:lnTo>
                  <a:lnTo>
                    <a:pt x="3466816" y="1652334"/>
                  </a:lnTo>
                  <a:lnTo>
                    <a:pt x="3466910" y="1652334"/>
                  </a:lnTo>
                  <a:lnTo>
                    <a:pt x="3467003" y="1652334"/>
                  </a:lnTo>
                  <a:lnTo>
                    <a:pt x="3467096" y="1652334"/>
                  </a:lnTo>
                  <a:lnTo>
                    <a:pt x="3467189" y="1652334"/>
                  </a:lnTo>
                  <a:lnTo>
                    <a:pt x="3467283" y="1652334"/>
                  </a:lnTo>
                  <a:lnTo>
                    <a:pt x="3467376" y="1652334"/>
                  </a:lnTo>
                  <a:lnTo>
                    <a:pt x="3467469" y="1652334"/>
                  </a:lnTo>
                  <a:lnTo>
                    <a:pt x="3467562" y="1652334"/>
                  </a:lnTo>
                  <a:lnTo>
                    <a:pt x="3467656" y="1652334"/>
                  </a:lnTo>
                  <a:lnTo>
                    <a:pt x="3467749" y="1652334"/>
                  </a:lnTo>
                  <a:lnTo>
                    <a:pt x="3467842" y="1652334"/>
                  </a:lnTo>
                  <a:lnTo>
                    <a:pt x="3467935" y="1652334"/>
                  </a:lnTo>
                  <a:lnTo>
                    <a:pt x="3468029" y="1652334"/>
                  </a:lnTo>
                  <a:lnTo>
                    <a:pt x="3468122" y="1652334"/>
                  </a:lnTo>
                  <a:lnTo>
                    <a:pt x="3468215" y="1652334"/>
                  </a:lnTo>
                  <a:lnTo>
                    <a:pt x="3468308" y="1652334"/>
                  </a:lnTo>
                  <a:lnTo>
                    <a:pt x="3468402" y="1652334"/>
                  </a:lnTo>
                  <a:lnTo>
                    <a:pt x="3468495" y="1652334"/>
                  </a:lnTo>
                  <a:lnTo>
                    <a:pt x="3468588" y="1652334"/>
                  </a:lnTo>
                  <a:lnTo>
                    <a:pt x="3468681" y="1652334"/>
                  </a:lnTo>
                  <a:lnTo>
                    <a:pt x="3468775" y="1652334"/>
                  </a:lnTo>
                  <a:lnTo>
                    <a:pt x="3468868" y="1652334"/>
                  </a:lnTo>
                  <a:lnTo>
                    <a:pt x="3468961" y="1652334"/>
                  </a:lnTo>
                  <a:lnTo>
                    <a:pt x="3469054" y="1652334"/>
                  </a:lnTo>
                  <a:lnTo>
                    <a:pt x="3469147" y="1652334"/>
                  </a:lnTo>
                  <a:lnTo>
                    <a:pt x="3469241" y="1652334"/>
                  </a:lnTo>
                  <a:lnTo>
                    <a:pt x="3469334" y="1652334"/>
                  </a:lnTo>
                  <a:lnTo>
                    <a:pt x="3469427" y="1652334"/>
                  </a:lnTo>
                  <a:lnTo>
                    <a:pt x="3469520" y="1652334"/>
                  </a:lnTo>
                  <a:lnTo>
                    <a:pt x="3469614" y="1652334"/>
                  </a:lnTo>
                  <a:lnTo>
                    <a:pt x="3469707" y="1652334"/>
                  </a:lnTo>
                  <a:lnTo>
                    <a:pt x="3469800" y="1652334"/>
                  </a:lnTo>
                  <a:lnTo>
                    <a:pt x="3469893" y="1652334"/>
                  </a:lnTo>
                  <a:lnTo>
                    <a:pt x="3469987" y="1652334"/>
                  </a:lnTo>
                  <a:lnTo>
                    <a:pt x="3470080" y="1652334"/>
                  </a:lnTo>
                  <a:lnTo>
                    <a:pt x="3470173" y="1652334"/>
                  </a:lnTo>
                  <a:lnTo>
                    <a:pt x="3470266" y="1652334"/>
                  </a:lnTo>
                  <a:lnTo>
                    <a:pt x="3470360" y="1652334"/>
                  </a:lnTo>
                  <a:lnTo>
                    <a:pt x="3470453" y="1652334"/>
                  </a:lnTo>
                  <a:lnTo>
                    <a:pt x="3470546" y="1652334"/>
                  </a:lnTo>
                  <a:lnTo>
                    <a:pt x="3470639" y="1652334"/>
                  </a:lnTo>
                  <a:lnTo>
                    <a:pt x="3470733" y="1652334"/>
                  </a:lnTo>
                  <a:lnTo>
                    <a:pt x="3470826" y="1652334"/>
                  </a:lnTo>
                  <a:lnTo>
                    <a:pt x="3470919" y="1652334"/>
                  </a:lnTo>
                  <a:lnTo>
                    <a:pt x="3471012" y="1652334"/>
                  </a:lnTo>
                  <a:lnTo>
                    <a:pt x="3471106" y="1652334"/>
                  </a:lnTo>
                  <a:lnTo>
                    <a:pt x="3471199" y="1652334"/>
                  </a:lnTo>
                  <a:lnTo>
                    <a:pt x="3471292" y="1652334"/>
                  </a:lnTo>
                  <a:lnTo>
                    <a:pt x="3471385" y="1652334"/>
                  </a:lnTo>
                  <a:lnTo>
                    <a:pt x="3471479" y="1652334"/>
                  </a:lnTo>
                  <a:lnTo>
                    <a:pt x="3471572" y="1652334"/>
                  </a:lnTo>
                  <a:lnTo>
                    <a:pt x="3471665" y="1652334"/>
                  </a:lnTo>
                  <a:lnTo>
                    <a:pt x="3471758" y="1652334"/>
                  </a:lnTo>
                  <a:lnTo>
                    <a:pt x="3471852" y="1652334"/>
                  </a:lnTo>
                  <a:lnTo>
                    <a:pt x="3471945" y="1652334"/>
                  </a:lnTo>
                  <a:lnTo>
                    <a:pt x="3472038" y="1652334"/>
                  </a:lnTo>
                  <a:lnTo>
                    <a:pt x="3472131" y="1652334"/>
                  </a:lnTo>
                  <a:lnTo>
                    <a:pt x="3472225" y="1652334"/>
                  </a:lnTo>
                  <a:lnTo>
                    <a:pt x="3472318" y="1652334"/>
                  </a:lnTo>
                  <a:lnTo>
                    <a:pt x="3472411" y="1652334"/>
                  </a:lnTo>
                  <a:lnTo>
                    <a:pt x="3472504" y="1652334"/>
                  </a:lnTo>
                  <a:lnTo>
                    <a:pt x="3472598" y="1652334"/>
                  </a:lnTo>
                  <a:lnTo>
                    <a:pt x="3472691" y="1652334"/>
                  </a:lnTo>
                  <a:lnTo>
                    <a:pt x="3472784" y="1652334"/>
                  </a:lnTo>
                  <a:lnTo>
                    <a:pt x="3472877" y="1652334"/>
                  </a:lnTo>
                  <a:lnTo>
                    <a:pt x="3472971" y="1652334"/>
                  </a:lnTo>
                  <a:lnTo>
                    <a:pt x="3473064" y="1652334"/>
                  </a:lnTo>
                  <a:lnTo>
                    <a:pt x="3473157" y="1652334"/>
                  </a:lnTo>
                  <a:lnTo>
                    <a:pt x="3473250" y="1652334"/>
                  </a:lnTo>
                  <a:lnTo>
                    <a:pt x="3473344" y="1652334"/>
                  </a:lnTo>
                  <a:lnTo>
                    <a:pt x="3473437" y="1652334"/>
                  </a:lnTo>
                  <a:lnTo>
                    <a:pt x="3473530" y="1652334"/>
                  </a:lnTo>
                  <a:lnTo>
                    <a:pt x="3473623" y="1652334"/>
                  </a:lnTo>
                  <a:lnTo>
                    <a:pt x="3473717" y="1652334"/>
                  </a:lnTo>
                  <a:lnTo>
                    <a:pt x="3473810" y="1652334"/>
                  </a:lnTo>
                  <a:lnTo>
                    <a:pt x="3473903" y="1652334"/>
                  </a:lnTo>
                  <a:lnTo>
                    <a:pt x="3473996" y="1652334"/>
                  </a:lnTo>
                  <a:lnTo>
                    <a:pt x="3474090" y="1652334"/>
                  </a:lnTo>
                  <a:lnTo>
                    <a:pt x="3474183" y="1652334"/>
                  </a:lnTo>
                  <a:lnTo>
                    <a:pt x="3474276" y="1652334"/>
                  </a:lnTo>
                  <a:lnTo>
                    <a:pt x="3474369" y="1652334"/>
                  </a:lnTo>
                  <a:lnTo>
                    <a:pt x="3474463" y="1652334"/>
                  </a:lnTo>
                  <a:lnTo>
                    <a:pt x="3474556" y="1652334"/>
                  </a:lnTo>
                  <a:lnTo>
                    <a:pt x="3474556" y="1642380"/>
                  </a:lnTo>
                  <a:lnTo>
                    <a:pt x="3474649" y="1642380"/>
                  </a:lnTo>
                  <a:lnTo>
                    <a:pt x="3474742" y="1642380"/>
                  </a:lnTo>
                  <a:lnTo>
                    <a:pt x="3474836" y="1642380"/>
                  </a:lnTo>
                  <a:lnTo>
                    <a:pt x="3474929" y="1642380"/>
                  </a:lnTo>
                  <a:lnTo>
                    <a:pt x="3475022" y="1642380"/>
                  </a:lnTo>
                  <a:lnTo>
                    <a:pt x="3475115" y="1642380"/>
                  </a:lnTo>
                  <a:lnTo>
                    <a:pt x="3475209" y="1642380"/>
                  </a:lnTo>
                  <a:lnTo>
                    <a:pt x="3475302" y="1642380"/>
                  </a:lnTo>
                  <a:lnTo>
                    <a:pt x="3475395" y="1642380"/>
                  </a:lnTo>
                  <a:lnTo>
                    <a:pt x="3475488" y="1642380"/>
                  </a:lnTo>
                  <a:lnTo>
                    <a:pt x="3475582" y="1642380"/>
                  </a:lnTo>
                  <a:lnTo>
                    <a:pt x="3475675" y="1642380"/>
                  </a:lnTo>
                  <a:lnTo>
                    <a:pt x="3475768" y="1642380"/>
                  </a:lnTo>
                  <a:lnTo>
                    <a:pt x="3475861" y="1642380"/>
                  </a:lnTo>
                  <a:lnTo>
                    <a:pt x="3475954" y="1642380"/>
                  </a:lnTo>
                  <a:lnTo>
                    <a:pt x="3476048" y="1642380"/>
                  </a:lnTo>
                  <a:lnTo>
                    <a:pt x="3476141" y="1642380"/>
                  </a:lnTo>
                  <a:lnTo>
                    <a:pt x="3476234" y="1642380"/>
                  </a:lnTo>
                  <a:lnTo>
                    <a:pt x="3476327" y="1642380"/>
                  </a:lnTo>
                  <a:lnTo>
                    <a:pt x="3476421" y="1642380"/>
                  </a:lnTo>
                  <a:lnTo>
                    <a:pt x="3476514" y="1642380"/>
                  </a:lnTo>
                  <a:lnTo>
                    <a:pt x="3476607" y="1642380"/>
                  </a:lnTo>
                  <a:lnTo>
                    <a:pt x="3476700" y="1642380"/>
                  </a:lnTo>
                  <a:lnTo>
                    <a:pt x="3476794" y="1642380"/>
                  </a:lnTo>
                  <a:lnTo>
                    <a:pt x="3476887" y="1642380"/>
                  </a:lnTo>
                  <a:lnTo>
                    <a:pt x="3476980" y="1642380"/>
                  </a:lnTo>
                  <a:lnTo>
                    <a:pt x="3477073" y="1642380"/>
                  </a:lnTo>
                  <a:lnTo>
                    <a:pt x="3477167" y="1642380"/>
                  </a:lnTo>
                  <a:lnTo>
                    <a:pt x="3477260" y="1642380"/>
                  </a:lnTo>
                  <a:lnTo>
                    <a:pt x="3477353" y="1642380"/>
                  </a:lnTo>
                  <a:lnTo>
                    <a:pt x="3477446" y="1642380"/>
                  </a:lnTo>
                  <a:lnTo>
                    <a:pt x="3477540" y="1642380"/>
                  </a:lnTo>
                  <a:lnTo>
                    <a:pt x="3477633" y="1642380"/>
                  </a:lnTo>
                  <a:lnTo>
                    <a:pt x="3477726" y="1642380"/>
                  </a:lnTo>
                  <a:lnTo>
                    <a:pt x="3477819" y="1642380"/>
                  </a:lnTo>
                  <a:lnTo>
                    <a:pt x="3477913" y="1642380"/>
                  </a:lnTo>
                  <a:lnTo>
                    <a:pt x="3478006" y="1642380"/>
                  </a:lnTo>
                  <a:lnTo>
                    <a:pt x="3478099" y="1642380"/>
                  </a:lnTo>
                  <a:lnTo>
                    <a:pt x="3478192" y="1642380"/>
                  </a:lnTo>
                  <a:lnTo>
                    <a:pt x="3478286" y="1642380"/>
                  </a:lnTo>
                  <a:lnTo>
                    <a:pt x="3478379" y="1642380"/>
                  </a:lnTo>
                  <a:lnTo>
                    <a:pt x="3478472" y="1642380"/>
                  </a:lnTo>
                  <a:lnTo>
                    <a:pt x="3478565" y="1642380"/>
                  </a:lnTo>
                  <a:lnTo>
                    <a:pt x="3478659" y="1642380"/>
                  </a:lnTo>
                  <a:lnTo>
                    <a:pt x="3478752" y="1642380"/>
                  </a:lnTo>
                  <a:lnTo>
                    <a:pt x="3478845" y="1642380"/>
                  </a:lnTo>
                  <a:lnTo>
                    <a:pt x="3478938" y="1642380"/>
                  </a:lnTo>
                  <a:lnTo>
                    <a:pt x="3479032" y="1642380"/>
                  </a:lnTo>
                  <a:lnTo>
                    <a:pt x="3479125" y="1642380"/>
                  </a:lnTo>
                  <a:lnTo>
                    <a:pt x="3479218" y="1642380"/>
                  </a:lnTo>
                  <a:lnTo>
                    <a:pt x="3479311" y="1642380"/>
                  </a:lnTo>
                  <a:lnTo>
                    <a:pt x="3479405" y="1642380"/>
                  </a:lnTo>
                  <a:lnTo>
                    <a:pt x="3479498" y="1642380"/>
                  </a:lnTo>
                  <a:lnTo>
                    <a:pt x="3479591" y="1642380"/>
                  </a:lnTo>
                  <a:lnTo>
                    <a:pt x="3479684" y="1642380"/>
                  </a:lnTo>
                  <a:lnTo>
                    <a:pt x="3479778" y="1642380"/>
                  </a:lnTo>
                  <a:lnTo>
                    <a:pt x="3479871" y="1642380"/>
                  </a:lnTo>
                  <a:lnTo>
                    <a:pt x="3479964" y="1642380"/>
                  </a:lnTo>
                  <a:lnTo>
                    <a:pt x="3480057" y="1642380"/>
                  </a:lnTo>
                  <a:lnTo>
                    <a:pt x="3480151" y="1642380"/>
                  </a:lnTo>
                  <a:lnTo>
                    <a:pt x="3480244" y="1642380"/>
                  </a:lnTo>
                  <a:lnTo>
                    <a:pt x="3480337" y="1642380"/>
                  </a:lnTo>
                  <a:lnTo>
                    <a:pt x="3480430" y="1642380"/>
                  </a:lnTo>
                  <a:lnTo>
                    <a:pt x="3480524" y="1642380"/>
                  </a:lnTo>
                  <a:lnTo>
                    <a:pt x="3480617" y="1642380"/>
                  </a:lnTo>
                  <a:lnTo>
                    <a:pt x="3480710" y="1642380"/>
                  </a:lnTo>
                  <a:lnTo>
                    <a:pt x="3480803" y="1642380"/>
                  </a:lnTo>
                  <a:lnTo>
                    <a:pt x="3480897" y="1642380"/>
                  </a:lnTo>
                  <a:lnTo>
                    <a:pt x="3480990" y="1642380"/>
                  </a:lnTo>
                  <a:lnTo>
                    <a:pt x="3481083" y="1642380"/>
                  </a:lnTo>
                  <a:lnTo>
                    <a:pt x="3481176" y="1642380"/>
                  </a:lnTo>
                  <a:lnTo>
                    <a:pt x="3481270" y="1642380"/>
                  </a:lnTo>
                  <a:lnTo>
                    <a:pt x="3481363" y="1642380"/>
                  </a:lnTo>
                  <a:lnTo>
                    <a:pt x="3481456" y="1642380"/>
                  </a:lnTo>
                  <a:lnTo>
                    <a:pt x="3481549" y="1642380"/>
                  </a:lnTo>
                  <a:lnTo>
                    <a:pt x="3481549" y="1632426"/>
                  </a:lnTo>
                  <a:lnTo>
                    <a:pt x="3481643" y="1632426"/>
                  </a:lnTo>
                  <a:lnTo>
                    <a:pt x="3481736" y="1632426"/>
                  </a:lnTo>
                  <a:lnTo>
                    <a:pt x="3481829" y="1632426"/>
                  </a:lnTo>
                  <a:lnTo>
                    <a:pt x="3481922" y="1632426"/>
                  </a:lnTo>
                  <a:lnTo>
                    <a:pt x="3482016" y="1632426"/>
                  </a:lnTo>
                  <a:lnTo>
                    <a:pt x="3482109" y="1632426"/>
                  </a:lnTo>
                  <a:lnTo>
                    <a:pt x="3482202" y="1632426"/>
                  </a:lnTo>
                  <a:lnTo>
                    <a:pt x="3482295" y="1632426"/>
                  </a:lnTo>
                  <a:lnTo>
                    <a:pt x="3482389" y="1632426"/>
                  </a:lnTo>
                  <a:lnTo>
                    <a:pt x="3482482" y="1632426"/>
                  </a:lnTo>
                  <a:lnTo>
                    <a:pt x="3482575" y="1632426"/>
                  </a:lnTo>
                  <a:lnTo>
                    <a:pt x="3482668" y="1632426"/>
                  </a:lnTo>
                  <a:lnTo>
                    <a:pt x="3482762" y="1632426"/>
                  </a:lnTo>
                  <a:lnTo>
                    <a:pt x="3482855" y="1632426"/>
                  </a:lnTo>
                  <a:lnTo>
                    <a:pt x="3482948" y="1632426"/>
                  </a:lnTo>
                  <a:lnTo>
                    <a:pt x="3483041" y="1632426"/>
                  </a:lnTo>
                  <a:lnTo>
                    <a:pt x="3483134" y="1632426"/>
                  </a:lnTo>
                  <a:lnTo>
                    <a:pt x="3483228" y="1632426"/>
                  </a:lnTo>
                  <a:lnTo>
                    <a:pt x="3483321" y="1632426"/>
                  </a:lnTo>
                  <a:lnTo>
                    <a:pt x="3483414" y="1632426"/>
                  </a:lnTo>
                  <a:lnTo>
                    <a:pt x="3483507" y="1632426"/>
                  </a:lnTo>
                  <a:lnTo>
                    <a:pt x="3483601" y="1632426"/>
                  </a:lnTo>
                  <a:lnTo>
                    <a:pt x="3483694" y="1632426"/>
                  </a:lnTo>
                  <a:lnTo>
                    <a:pt x="3483787" y="1632426"/>
                  </a:lnTo>
                  <a:lnTo>
                    <a:pt x="3483880" y="1632426"/>
                  </a:lnTo>
                  <a:lnTo>
                    <a:pt x="3483974" y="1632426"/>
                  </a:lnTo>
                  <a:lnTo>
                    <a:pt x="3484067" y="1632426"/>
                  </a:lnTo>
                  <a:lnTo>
                    <a:pt x="3484160" y="1632426"/>
                  </a:lnTo>
                  <a:lnTo>
                    <a:pt x="3484253" y="1632426"/>
                  </a:lnTo>
                  <a:lnTo>
                    <a:pt x="3484347" y="1632426"/>
                  </a:lnTo>
                  <a:lnTo>
                    <a:pt x="3484440" y="1632426"/>
                  </a:lnTo>
                  <a:lnTo>
                    <a:pt x="3484533" y="1632426"/>
                  </a:lnTo>
                  <a:lnTo>
                    <a:pt x="3484626" y="1632426"/>
                  </a:lnTo>
                  <a:lnTo>
                    <a:pt x="3484720" y="1632426"/>
                  </a:lnTo>
                  <a:lnTo>
                    <a:pt x="3484813" y="1632426"/>
                  </a:lnTo>
                  <a:lnTo>
                    <a:pt x="3484906" y="1632426"/>
                  </a:lnTo>
                  <a:lnTo>
                    <a:pt x="3484999" y="1632426"/>
                  </a:lnTo>
                  <a:lnTo>
                    <a:pt x="3485093" y="1632426"/>
                  </a:lnTo>
                  <a:lnTo>
                    <a:pt x="3485186" y="1632426"/>
                  </a:lnTo>
                  <a:lnTo>
                    <a:pt x="3485279" y="1632426"/>
                  </a:lnTo>
                  <a:lnTo>
                    <a:pt x="3485372" y="1632426"/>
                  </a:lnTo>
                  <a:lnTo>
                    <a:pt x="3485466" y="1632426"/>
                  </a:lnTo>
                  <a:lnTo>
                    <a:pt x="3485559" y="1632426"/>
                  </a:lnTo>
                  <a:lnTo>
                    <a:pt x="3485652" y="1632426"/>
                  </a:lnTo>
                  <a:lnTo>
                    <a:pt x="3485745" y="1632426"/>
                  </a:lnTo>
                  <a:lnTo>
                    <a:pt x="3485839" y="1632426"/>
                  </a:lnTo>
                  <a:lnTo>
                    <a:pt x="3485932" y="1632426"/>
                  </a:lnTo>
                  <a:lnTo>
                    <a:pt x="3486025" y="1632426"/>
                  </a:lnTo>
                  <a:lnTo>
                    <a:pt x="3486118" y="1632426"/>
                  </a:lnTo>
                  <a:lnTo>
                    <a:pt x="3486212" y="1632426"/>
                  </a:lnTo>
                  <a:lnTo>
                    <a:pt x="3486305" y="1632426"/>
                  </a:lnTo>
                  <a:lnTo>
                    <a:pt x="3486398" y="1632426"/>
                  </a:lnTo>
                  <a:lnTo>
                    <a:pt x="3486491" y="1632426"/>
                  </a:lnTo>
                  <a:lnTo>
                    <a:pt x="3486585" y="1632426"/>
                  </a:lnTo>
                  <a:lnTo>
                    <a:pt x="3486678" y="1632426"/>
                  </a:lnTo>
                  <a:lnTo>
                    <a:pt x="3486771" y="1632426"/>
                  </a:lnTo>
                  <a:lnTo>
                    <a:pt x="3486864" y="1632426"/>
                  </a:lnTo>
                  <a:lnTo>
                    <a:pt x="3486958" y="1632426"/>
                  </a:lnTo>
                  <a:lnTo>
                    <a:pt x="3487051" y="1632426"/>
                  </a:lnTo>
                  <a:lnTo>
                    <a:pt x="3487144" y="1632426"/>
                  </a:lnTo>
                  <a:lnTo>
                    <a:pt x="3487237" y="1632426"/>
                  </a:lnTo>
                  <a:lnTo>
                    <a:pt x="3487331" y="1632426"/>
                  </a:lnTo>
                  <a:lnTo>
                    <a:pt x="3487424" y="1632426"/>
                  </a:lnTo>
                  <a:lnTo>
                    <a:pt x="3487517" y="1632426"/>
                  </a:lnTo>
                  <a:lnTo>
                    <a:pt x="3487610" y="1632426"/>
                  </a:lnTo>
                  <a:lnTo>
                    <a:pt x="3487704" y="1632426"/>
                  </a:lnTo>
                  <a:lnTo>
                    <a:pt x="3487797" y="1632426"/>
                  </a:lnTo>
                  <a:lnTo>
                    <a:pt x="3487890" y="1632426"/>
                  </a:lnTo>
                  <a:lnTo>
                    <a:pt x="3487983" y="1632426"/>
                  </a:lnTo>
                  <a:lnTo>
                    <a:pt x="3488077" y="1632426"/>
                  </a:lnTo>
                  <a:lnTo>
                    <a:pt x="3488170" y="1632426"/>
                  </a:lnTo>
                  <a:lnTo>
                    <a:pt x="3488170" y="1622473"/>
                  </a:lnTo>
                  <a:lnTo>
                    <a:pt x="3488263" y="1622473"/>
                  </a:lnTo>
                  <a:lnTo>
                    <a:pt x="3488356" y="1622473"/>
                  </a:lnTo>
                  <a:lnTo>
                    <a:pt x="3488450" y="1622473"/>
                  </a:lnTo>
                  <a:lnTo>
                    <a:pt x="3488543" y="1622473"/>
                  </a:lnTo>
                  <a:lnTo>
                    <a:pt x="3488636" y="1622473"/>
                  </a:lnTo>
                  <a:lnTo>
                    <a:pt x="3488729" y="1622473"/>
                  </a:lnTo>
                  <a:lnTo>
                    <a:pt x="3488823" y="1622473"/>
                  </a:lnTo>
                  <a:lnTo>
                    <a:pt x="3488916" y="1622473"/>
                  </a:lnTo>
                  <a:lnTo>
                    <a:pt x="3489009" y="1622473"/>
                  </a:lnTo>
                  <a:lnTo>
                    <a:pt x="3489102" y="1622473"/>
                  </a:lnTo>
                  <a:lnTo>
                    <a:pt x="3489196" y="1622473"/>
                  </a:lnTo>
                  <a:lnTo>
                    <a:pt x="3489289" y="1622473"/>
                  </a:lnTo>
                  <a:lnTo>
                    <a:pt x="3489382" y="1622473"/>
                  </a:lnTo>
                  <a:lnTo>
                    <a:pt x="3489475" y="1622473"/>
                  </a:lnTo>
                  <a:lnTo>
                    <a:pt x="3489569" y="1622473"/>
                  </a:lnTo>
                  <a:lnTo>
                    <a:pt x="3489662" y="1622473"/>
                  </a:lnTo>
                  <a:lnTo>
                    <a:pt x="3489755" y="1622473"/>
                  </a:lnTo>
                  <a:lnTo>
                    <a:pt x="3489848" y="1622473"/>
                  </a:lnTo>
                  <a:lnTo>
                    <a:pt x="3489941" y="1622473"/>
                  </a:lnTo>
                  <a:lnTo>
                    <a:pt x="3490035" y="1622473"/>
                  </a:lnTo>
                  <a:lnTo>
                    <a:pt x="3490128" y="1622473"/>
                  </a:lnTo>
                  <a:lnTo>
                    <a:pt x="3490221" y="1622473"/>
                  </a:lnTo>
                  <a:lnTo>
                    <a:pt x="3490314" y="1622473"/>
                  </a:lnTo>
                  <a:lnTo>
                    <a:pt x="3490408" y="1622473"/>
                  </a:lnTo>
                  <a:lnTo>
                    <a:pt x="3490501" y="1622473"/>
                  </a:lnTo>
                  <a:lnTo>
                    <a:pt x="3490594" y="1622473"/>
                  </a:lnTo>
                  <a:lnTo>
                    <a:pt x="3490687" y="1622473"/>
                  </a:lnTo>
                  <a:lnTo>
                    <a:pt x="3490781" y="1622473"/>
                  </a:lnTo>
                  <a:lnTo>
                    <a:pt x="3490874" y="1622473"/>
                  </a:lnTo>
                  <a:lnTo>
                    <a:pt x="3490967" y="1622473"/>
                  </a:lnTo>
                  <a:lnTo>
                    <a:pt x="3491060" y="1622473"/>
                  </a:lnTo>
                  <a:lnTo>
                    <a:pt x="3491154" y="1622473"/>
                  </a:lnTo>
                  <a:lnTo>
                    <a:pt x="3491247" y="1622473"/>
                  </a:lnTo>
                  <a:lnTo>
                    <a:pt x="3491340" y="1622473"/>
                  </a:lnTo>
                  <a:lnTo>
                    <a:pt x="3491433" y="1622473"/>
                  </a:lnTo>
                  <a:lnTo>
                    <a:pt x="3491527" y="1622473"/>
                  </a:lnTo>
                  <a:lnTo>
                    <a:pt x="3491620" y="1622473"/>
                  </a:lnTo>
                  <a:lnTo>
                    <a:pt x="3491713" y="1622473"/>
                  </a:lnTo>
                  <a:lnTo>
                    <a:pt x="3491806" y="1622473"/>
                  </a:lnTo>
                  <a:lnTo>
                    <a:pt x="3491900" y="1622473"/>
                  </a:lnTo>
                  <a:lnTo>
                    <a:pt x="3491993" y="1622473"/>
                  </a:lnTo>
                  <a:lnTo>
                    <a:pt x="3492086" y="1622473"/>
                  </a:lnTo>
                  <a:lnTo>
                    <a:pt x="3492179" y="1622473"/>
                  </a:lnTo>
                  <a:lnTo>
                    <a:pt x="3492273" y="1622473"/>
                  </a:lnTo>
                  <a:lnTo>
                    <a:pt x="3492366" y="1622473"/>
                  </a:lnTo>
                  <a:lnTo>
                    <a:pt x="3492459" y="1622473"/>
                  </a:lnTo>
                  <a:lnTo>
                    <a:pt x="3492552" y="1622473"/>
                  </a:lnTo>
                  <a:lnTo>
                    <a:pt x="3492646" y="1622473"/>
                  </a:lnTo>
                  <a:lnTo>
                    <a:pt x="3492739" y="1622473"/>
                  </a:lnTo>
                  <a:lnTo>
                    <a:pt x="3492832" y="1622473"/>
                  </a:lnTo>
                  <a:lnTo>
                    <a:pt x="3492925" y="1622473"/>
                  </a:lnTo>
                  <a:lnTo>
                    <a:pt x="3493019" y="1622473"/>
                  </a:lnTo>
                  <a:lnTo>
                    <a:pt x="3493112" y="1622473"/>
                  </a:lnTo>
                  <a:lnTo>
                    <a:pt x="3493205" y="1622473"/>
                  </a:lnTo>
                  <a:lnTo>
                    <a:pt x="3493298" y="1622473"/>
                  </a:lnTo>
                  <a:lnTo>
                    <a:pt x="3493392" y="1622473"/>
                  </a:lnTo>
                  <a:lnTo>
                    <a:pt x="3493485" y="1622473"/>
                  </a:lnTo>
                  <a:lnTo>
                    <a:pt x="3493578" y="1622473"/>
                  </a:lnTo>
                  <a:lnTo>
                    <a:pt x="3493671" y="1622473"/>
                  </a:lnTo>
                  <a:lnTo>
                    <a:pt x="3493765" y="1622473"/>
                  </a:lnTo>
                  <a:lnTo>
                    <a:pt x="3493858" y="1622473"/>
                  </a:lnTo>
                  <a:lnTo>
                    <a:pt x="3493951" y="1622473"/>
                  </a:lnTo>
                  <a:lnTo>
                    <a:pt x="3494044" y="1622473"/>
                  </a:lnTo>
                  <a:lnTo>
                    <a:pt x="3494138" y="1622473"/>
                  </a:lnTo>
                  <a:lnTo>
                    <a:pt x="3494231" y="1622473"/>
                  </a:lnTo>
                  <a:lnTo>
                    <a:pt x="3494324" y="1622473"/>
                  </a:lnTo>
                  <a:lnTo>
                    <a:pt x="3494417" y="1622473"/>
                  </a:lnTo>
                  <a:lnTo>
                    <a:pt x="3494511" y="1622473"/>
                  </a:lnTo>
                  <a:lnTo>
                    <a:pt x="3494604" y="1622473"/>
                  </a:lnTo>
                  <a:lnTo>
                    <a:pt x="3494697" y="1622473"/>
                  </a:lnTo>
                  <a:lnTo>
                    <a:pt x="3494790" y="1622473"/>
                  </a:lnTo>
                  <a:lnTo>
                    <a:pt x="3494884" y="1622473"/>
                  </a:lnTo>
                  <a:lnTo>
                    <a:pt x="3494977" y="1622473"/>
                  </a:lnTo>
                  <a:lnTo>
                    <a:pt x="3495070" y="1622473"/>
                  </a:lnTo>
                  <a:lnTo>
                    <a:pt x="3495163" y="1622473"/>
                  </a:lnTo>
                  <a:lnTo>
                    <a:pt x="3495257" y="1622473"/>
                  </a:lnTo>
                  <a:lnTo>
                    <a:pt x="3495350" y="1622473"/>
                  </a:lnTo>
                  <a:lnTo>
                    <a:pt x="3495443" y="1622473"/>
                  </a:lnTo>
                  <a:lnTo>
                    <a:pt x="3495536" y="1622473"/>
                  </a:lnTo>
                  <a:lnTo>
                    <a:pt x="3495630" y="1622473"/>
                  </a:lnTo>
                  <a:lnTo>
                    <a:pt x="3495723" y="1622473"/>
                  </a:lnTo>
                  <a:lnTo>
                    <a:pt x="3495816" y="1622473"/>
                  </a:lnTo>
                  <a:lnTo>
                    <a:pt x="3495909" y="1622473"/>
                  </a:lnTo>
                  <a:lnTo>
                    <a:pt x="3496003" y="1622473"/>
                  </a:lnTo>
                  <a:lnTo>
                    <a:pt x="3496096" y="1622473"/>
                  </a:lnTo>
                  <a:lnTo>
                    <a:pt x="3496189" y="1622473"/>
                  </a:lnTo>
                  <a:lnTo>
                    <a:pt x="3496282" y="1622473"/>
                  </a:lnTo>
                  <a:lnTo>
                    <a:pt x="3496376" y="1622473"/>
                  </a:lnTo>
                  <a:lnTo>
                    <a:pt x="3496469" y="1622473"/>
                  </a:lnTo>
                  <a:lnTo>
                    <a:pt x="3496562" y="1622473"/>
                  </a:lnTo>
                  <a:lnTo>
                    <a:pt x="3496655" y="1622473"/>
                  </a:lnTo>
                  <a:lnTo>
                    <a:pt x="3496748" y="1622473"/>
                  </a:lnTo>
                  <a:lnTo>
                    <a:pt x="3496842" y="1622473"/>
                  </a:lnTo>
                  <a:lnTo>
                    <a:pt x="3496935" y="1622473"/>
                  </a:lnTo>
                  <a:lnTo>
                    <a:pt x="3497028" y="1622473"/>
                  </a:lnTo>
                  <a:lnTo>
                    <a:pt x="3497121" y="1622473"/>
                  </a:lnTo>
                  <a:lnTo>
                    <a:pt x="3497215" y="1622473"/>
                  </a:lnTo>
                  <a:lnTo>
                    <a:pt x="3497308" y="1622473"/>
                  </a:lnTo>
                  <a:lnTo>
                    <a:pt x="3497401" y="1622473"/>
                  </a:lnTo>
                  <a:lnTo>
                    <a:pt x="3497494" y="1622473"/>
                  </a:lnTo>
                  <a:lnTo>
                    <a:pt x="3497588" y="1622473"/>
                  </a:lnTo>
                  <a:lnTo>
                    <a:pt x="3497681" y="1622473"/>
                  </a:lnTo>
                  <a:lnTo>
                    <a:pt x="3497774" y="1622473"/>
                  </a:lnTo>
                  <a:lnTo>
                    <a:pt x="3497867" y="1622473"/>
                  </a:lnTo>
                  <a:lnTo>
                    <a:pt x="3497961" y="1622473"/>
                  </a:lnTo>
                  <a:lnTo>
                    <a:pt x="3498054" y="1622473"/>
                  </a:lnTo>
                  <a:lnTo>
                    <a:pt x="3498147" y="1622473"/>
                  </a:lnTo>
                  <a:lnTo>
                    <a:pt x="3498240" y="1622473"/>
                  </a:lnTo>
                  <a:lnTo>
                    <a:pt x="3498334" y="1622473"/>
                  </a:lnTo>
                  <a:lnTo>
                    <a:pt x="3498427" y="1622473"/>
                  </a:lnTo>
                  <a:lnTo>
                    <a:pt x="3498520" y="1622473"/>
                  </a:lnTo>
                  <a:lnTo>
                    <a:pt x="3498613" y="1622473"/>
                  </a:lnTo>
                  <a:lnTo>
                    <a:pt x="3498707" y="1622473"/>
                  </a:lnTo>
                  <a:lnTo>
                    <a:pt x="3498800" y="1622473"/>
                  </a:lnTo>
                  <a:lnTo>
                    <a:pt x="3498893" y="1622473"/>
                  </a:lnTo>
                  <a:lnTo>
                    <a:pt x="3498986" y="1622473"/>
                  </a:lnTo>
                  <a:lnTo>
                    <a:pt x="3499080" y="1622473"/>
                  </a:lnTo>
                  <a:lnTo>
                    <a:pt x="3499173" y="1622473"/>
                  </a:lnTo>
                  <a:lnTo>
                    <a:pt x="3499266" y="1622473"/>
                  </a:lnTo>
                  <a:lnTo>
                    <a:pt x="3499359" y="1622473"/>
                  </a:lnTo>
                  <a:lnTo>
                    <a:pt x="3499453" y="1622473"/>
                  </a:lnTo>
                  <a:lnTo>
                    <a:pt x="3499546" y="1622473"/>
                  </a:lnTo>
                  <a:lnTo>
                    <a:pt x="3499639" y="1622473"/>
                  </a:lnTo>
                  <a:lnTo>
                    <a:pt x="3499732" y="1622473"/>
                  </a:lnTo>
                  <a:lnTo>
                    <a:pt x="3499826" y="1622473"/>
                  </a:lnTo>
                  <a:lnTo>
                    <a:pt x="3499919" y="1622473"/>
                  </a:lnTo>
                  <a:lnTo>
                    <a:pt x="3500012" y="1622473"/>
                  </a:lnTo>
                  <a:lnTo>
                    <a:pt x="3500105" y="1622473"/>
                  </a:lnTo>
                  <a:lnTo>
                    <a:pt x="3500199" y="1622473"/>
                  </a:lnTo>
                  <a:lnTo>
                    <a:pt x="3500292" y="1622473"/>
                  </a:lnTo>
                  <a:lnTo>
                    <a:pt x="3500385" y="1622473"/>
                  </a:lnTo>
                  <a:lnTo>
                    <a:pt x="3500478" y="1622473"/>
                  </a:lnTo>
                  <a:lnTo>
                    <a:pt x="3500572" y="1622473"/>
                  </a:lnTo>
                  <a:lnTo>
                    <a:pt x="3500665" y="1622473"/>
                  </a:lnTo>
                  <a:lnTo>
                    <a:pt x="3500758" y="1622473"/>
                  </a:lnTo>
                  <a:lnTo>
                    <a:pt x="3500851" y="1622473"/>
                  </a:lnTo>
                  <a:lnTo>
                    <a:pt x="3500945" y="1622473"/>
                  </a:lnTo>
                  <a:lnTo>
                    <a:pt x="3501038" y="1622473"/>
                  </a:lnTo>
                  <a:lnTo>
                    <a:pt x="3501131" y="1622473"/>
                  </a:lnTo>
                  <a:lnTo>
                    <a:pt x="3501224" y="1622473"/>
                  </a:lnTo>
                  <a:lnTo>
                    <a:pt x="3501318" y="1622473"/>
                  </a:lnTo>
                  <a:lnTo>
                    <a:pt x="3501411" y="1622473"/>
                  </a:lnTo>
                  <a:lnTo>
                    <a:pt x="3501504" y="1622473"/>
                  </a:lnTo>
                  <a:lnTo>
                    <a:pt x="3501597" y="1622473"/>
                  </a:lnTo>
                  <a:lnTo>
                    <a:pt x="3501691" y="1622473"/>
                  </a:lnTo>
                  <a:lnTo>
                    <a:pt x="3501784" y="1622473"/>
                  </a:lnTo>
                  <a:lnTo>
                    <a:pt x="3501877" y="1622473"/>
                  </a:lnTo>
                  <a:lnTo>
                    <a:pt x="3501970" y="1622473"/>
                  </a:lnTo>
                  <a:lnTo>
                    <a:pt x="3502064" y="1622473"/>
                  </a:lnTo>
                  <a:lnTo>
                    <a:pt x="3502157" y="1622473"/>
                  </a:lnTo>
                  <a:lnTo>
                    <a:pt x="3502250" y="1622473"/>
                  </a:lnTo>
                  <a:lnTo>
                    <a:pt x="3502343" y="1622473"/>
                  </a:lnTo>
                  <a:lnTo>
                    <a:pt x="3502437" y="1622473"/>
                  </a:lnTo>
                  <a:lnTo>
                    <a:pt x="3502530" y="1622473"/>
                  </a:lnTo>
                  <a:lnTo>
                    <a:pt x="3502623" y="1622473"/>
                  </a:lnTo>
                  <a:lnTo>
                    <a:pt x="3502716" y="1622473"/>
                  </a:lnTo>
                  <a:lnTo>
                    <a:pt x="3502810" y="1622473"/>
                  </a:lnTo>
                  <a:lnTo>
                    <a:pt x="3502903" y="1622473"/>
                  </a:lnTo>
                  <a:lnTo>
                    <a:pt x="3502996" y="1622473"/>
                  </a:lnTo>
                  <a:lnTo>
                    <a:pt x="3503089" y="1622473"/>
                  </a:lnTo>
                  <a:lnTo>
                    <a:pt x="3503183" y="1622473"/>
                  </a:lnTo>
                  <a:lnTo>
                    <a:pt x="3503276" y="1622473"/>
                  </a:lnTo>
                  <a:lnTo>
                    <a:pt x="3503369" y="1622473"/>
                  </a:lnTo>
                  <a:lnTo>
                    <a:pt x="3503462" y="1622473"/>
                  </a:lnTo>
                  <a:lnTo>
                    <a:pt x="3503556" y="1622473"/>
                  </a:lnTo>
                  <a:lnTo>
                    <a:pt x="3503649" y="1622473"/>
                  </a:lnTo>
                  <a:lnTo>
                    <a:pt x="3503742" y="1622473"/>
                  </a:lnTo>
                  <a:lnTo>
                    <a:pt x="3503835" y="1622473"/>
                  </a:lnTo>
                  <a:lnTo>
                    <a:pt x="3503928" y="1622473"/>
                  </a:lnTo>
                  <a:lnTo>
                    <a:pt x="3504022" y="1622473"/>
                  </a:lnTo>
                  <a:lnTo>
                    <a:pt x="3504115" y="1622473"/>
                  </a:lnTo>
                  <a:lnTo>
                    <a:pt x="3504208" y="1622473"/>
                  </a:lnTo>
                  <a:lnTo>
                    <a:pt x="3504301" y="1622473"/>
                  </a:lnTo>
                  <a:lnTo>
                    <a:pt x="3504395" y="1622473"/>
                  </a:lnTo>
                  <a:lnTo>
                    <a:pt x="3504488" y="1622473"/>
                  </a:lnTo>
                  <a:lnTo>
                    <a:pt x="3504581" y="1622473"/>
                  </a:lnTo>
                  <a:lnTo>
                    <a:pt x="3504674" y="1622473"/>
                  </a:lnTo>
                  <a:lnTo>
                    <a:pt x="3504768" y="1622473"/>
                  </a:lnTo>
                  <a:lnTo>
                    <a:pt x="3504861" y="1622473"/>
                  </a:lnTo>
                  <a:lnTo>
                    <a:pt x="3504954" y="1622473"/>
                  </a:lnTo>
                  <a:lnTo>
                    <a:pt x="3505047" y="1622473"/>
                  </a:lnTo>
                  <a:lnTo>
                    <a:pt x="3505141" y="1622473"/>
                  </a:lnTo>
                  <a:lnTo>
                    <a:pt x="3505234" y="1622473"/>
                  </a:lnTo>
                  <a:lnTo>
                    <a:pt x="3505327" y="1622473"/>
                  </a:lnTo>
                  <a:lnTo>
                    <a:pt x="3505420" y="1622473"/>
                  </a:lnTo>
                  <a:lnTo>
                    <a:pt x="3505514" y="1622473"/>
                  </a:lnTo>
                  <a:lnTo>
                    <a:pt x="3505607" y="1622473"/>
                  </a:lnTo>
                  <a:lnTo>
                    <a:pt x="3505700" y="1622473"/>
                  </a:lnTo>
                  <a:lnTo>
                    <a:pt x="3505793" y="1622473"/>
                  </a:lnTo>
                  <a:lnTo>
                    <a:pt x="3505887" y="1622473"/>
                  </a:lnTo>
                  <a:lnTo>
                    <a:pt x="3505980" y="1622473"/>
                  </a:lnTo>
                  <a:lnTo>
                    <a:pt x="3506073" y="1622473"/>
                  </a:lnTo>
                  <a:lnTo>
                    <a:pt x="3506166" y="1622473"/>
                  </a:lnTo>
                  <a:lnTo>
                    <a:pt x="3506260" y="1622473"/>
                  </a:lnTo>
                  <a:lnTo>
                    <a:pt x="3506353" y="1622473"/>
                  </a:lnTo>
                  <a:lnTo>
                    <a:pt x="3506446" y="1622473"/>
                  </a:lnTo>
                  <a:lnTo>
                    <a:pt x="3506539" y="1622473"/>
                  </a:lnTo>
                  <a:lnTo>
                    <a:pt x="3506633" y="1622473"/>
                  </a:lnTo>
                  <a:lnTo>
                    <a:pt x="3506726" y="1622473"/>
                  </a:lnTo>
                  <a:lnTo>
                    <a:pt x="3506819" y="1622473"/>
                  </a:lnTo>
                  <a:lnTo>
                    <a:pt x="3506912" y="1622473"/>
                  </a:lnTo>
                  <a:lnTo>
                    <a:pt x="3507006" y="1622473"/>
                  </a:lnTo>
                  <a:lnTo>
                    <a:pt x="3507099" y="1622473"/>
                  </a:lnTo>
                  <a:lnTo>
                    <a:pt x="3507192" y="1622473"/>
                  </a:lnTo>
                  <a:lnTo>
                    <a:pt x="3507285" y="1622473"/>
                  </a:lnTo>
                  <a:lnTo>
                    <a:pt x="3507379" y="1622473"/>
                  </a:lnTo>
                  <a:lnTo>
                    <a:pt x="3507472" y="1622473"/>
                  </a:lnTo>
                  <a:lnTo>
                    <a:pt x="3507565" y="1622473"/>
                  </a:lnTo>
                  <a:lnTo>
                    <a:pt x="3507658" y="1622473"/>
                  </a:lnTo>
                  <a:lnTo>
                    <a:pt x="3507752" y="1622473"/>
                  </a:lnTo>
                  <a:lnTo>
                    <a:pt x="3507845" y="1622473"/>
                  </a:lnTo>
                  <a:lnTo>
                    <a:pt x="3507938" y="1622473"/>
                  </a:lnTo>
                  <a:lnTo>
                    <a:pt x="3508031" y="1622473"/>
                  </a:lnTo>
                  <a:lnTo>
                    <a:pt x="3508125" y="1622473"/>
                  </a:lnTo>
                  <a:lnTo>
                    <a:pt x="3508218" y="1622473"/>
                  </a:lnTo>
                  <a:lnTo>
                    <a:pt x="3508311" y="1622473"/>
                  </a:lnTo>
                  <a:lnTo>
                    <a:pt x="3508404" y="1622473"/>
                  </a:lnTo>
                  <a:lnTo>
                    <a:pt x="3508498" y="1622473"/>
                  </a:lnTo>
                  <a:lnTo>
                    <a:pt x="3508591" y="1622473"/>
                  </a:lnTo>
                  <a:lnTo>
                    <a:pt x="3508684" y="1622473"/>
                  </a:lnTo>
                  <a:lnTo>
                    <a:pt x="3508777" y="1622473"/>
                  </a:lnTo>
                  <a:lnTo>
                    <a:pt x="3508871" y="1622473"/>
                  </a:lnTo>
                  <a:lnTo>
                    <a:pt x="3508964" y="1622473"/>
                  </a:lnTo>
                  <a:lnTo>
                    <a:pt x="3509057" y="1622473"/>
                  </a:lnTo>
                  <a:lnTo>
                    <a:pt x="3509150" y="1622473"/>
                  </a:lnTo>
                  <a:lnTo>
                    <a:pt x="3509244" y="1622473"/>
                  </a:lnTo>
                  <a:lnTo>
                    <a:pt x="3509337" y="1622473"/>
                  </a:lnTo>
                  <a:lnTo>
                    <a:pt x="3509430" y="1622473"/>
                  </a:lnTo>
                  <a:lnTo>
                    <a:pt x="3509523" y="1622473"/>
                  </a:lnTo>
                  <a:lnTo>
                    <a:pt x="3509617" y="1622473"/>
                  </a:lnTo>
                  <a:lnTo>
                    <a:pt x="3509710" y="1622473"/>
                  </a:lnTo>
                  <a:lnTo>
                    <a:pt x="3509803" y="1622473"/>
                  </a:lnTo>
                  <a:lnTo>
                    <a:pt x="3509896" y="1622473"/>
                  </a:lnTo>
                  <a:lnTo>
                    <a:pt x="3509990" y="1622473"/>
                  </a:lnTo>
                  <a:lnTo>
                    <a:pt x="3510083" y="1622473"/>
                  </a:lnTo>
                  <a:lnTo>
                    <a:pt x="3510176" y="1622473"/>
                  </a:lnTo>
                  <a:lnTo>
                    <a:pt x="3510269" y="1622473"/>
                  </a:lnTo>
                  <a:lnTo>
                    <a:pt x="3510363" y="1622473"/>
                  </a:lnTo>
                  <a:lnTo>
                    <a:pt x="3510456" y="1622473"/>
                  </a:lnTo>
                  <a:lnTo>
                    <a:pt x="3510549" y="1622473"/>
                  </a:lnTo>
                  <a:lnTo>
                    <a:pt x="3510642" y="1622473"/>
                  </a:lnTo>
                  <a:lnTo>
                    <a:pt x="3510735" y="1622473"/>
                  </a:lnTo>
                  <a:lnTo>
                    <a:pt x="3510829" y="1622473"/>
                  </a:lnTo>
                  <a:lnTo>
                    <a:pt x="3510922" y="1622473"/>
                  </a:lnTo>
                  <a:lnTo>
                    <a:pt x="3511015" y="1622473"/>
                  </a:lnTo>
                  <a:lnTo>
                    <a:pt x="3511108" y="1622473"/>
                  </a:lnTo>
                  <a:lnTo>
                    <a:pt x="3511202" y="1622473"/>
                  </a:lnTo>
                  <a:lnTo>
                    <a:pt x="3511295" y="1622473"/>
                  </a:lnTo>
                  <a:lnTo>
                    <a:pt x="3511388" y="1622473"/>
                  </a:lnTo>
                  <a:lnTo>
                    <a:pt x="3511481" y="1622473"/>
                  </a:lnTo>
                  <a:lnTo>
                    <a:pt x="3511575" y="1622473"/>
                  </a:lnTo>
                  <a:lnTo>
                    <a:pt x="3511668" y="1622473"/>
                  </a:lnTo>
                  <a:lnTo>
                    <a:pt x="3511761" y="1622473"/>
                  </a:lnTo>
                  <a:lnTo>
                    <a:pt x="3511854" y="1622473"/>
                  </a:lnTo>
                  <a:lnTo>
                    <a:pt x="3511948" y="1622473"/>
                  </a:lnTo>
                  <a:lnTo>
                    <a:pt x="3512041" y="1622473"/>
                  </a:lnTo>
                  <a:lnTo>
                    <a:pt x="3512134" y="1622473"/>
                  </a:lnTo>
                  <a:lnTo>
                    <a:pt x="3512227" y="1622473"/>
                  </a:lnTo>
                  <a:lnTo>
                    <a:pt x="3512321" y="1622473"/>
                  </a:lnTo>
                  <a:lnTo>
                    <a:pt x="3512414" y="1622473"/>
                  </a:lnTo>
                  <a:lnTo>
                    <a:pt x="3512507" y="1622473"/>
                  </a:lnTo>
                  <a:lnTo>
                    <a:pt x="3512600" y="1622473"/>
                  </a:lnTo>
                  <a:lnTo>
                    <a:pt x="3512694" y="1622473"/>
                  </a:lnTo>
                  <a:lnTo>
                    <a:pt x="3512787" y="1622473"/>
                  </a:lnTo>
                  <a:lnTo>
                    <a:pt x="3512880" y="1622473"/>
                  </a:lnTo>
                  <a:lnTo>
                    <a:pt x="3512973" y="1622473"/>
                  </a:lnTo>
                  <a:lnTo>
                    <a:pt x="3513067" y="1622473"/>
                  </a:lnTo>
                  <a:lnTo>
                    <a:pt x="3513160" y="1622473"/>
                  </a:lnTo>
                  <a:lnTo>
                    <a:pt x="3513253" y="1622473"/>
                  </a:lnTo>
                  <a:lnTo>
                    <a:pt x="3513253" y="1612519"/>
                  </a:lnTo>
                  <a:lnTo>
                    <a:pt x="3513346" y="1612519"/>
                  </a:lnTo>
                  <a:lnTo>
                    <a:pt x="3513440" y="1612519"/>
                  </a:lnTo>
                  <a:lnTo>
                    <a:pt x="3513533" y="1612519"/>
                  </a:lnTo>
                  <a:lnTo>
                    <a:pt x="3513626" y="1612519"/>
                  </a:lnTo>
                  <a:lnTo>
                    <a:pt x="3513719" y="1612519"/>
                  </a:lnTo>
                  <a:lnTo>
                    <a:pt x="3513813" y="1612519"/>
                  </a:lnTo>
                  <a:lnTo>
                    <a:pt x="3513906" y="1612519"/>
                  </a:lnTo>
                  <a:lnTo>
                    <a:pt x="3513999" y="1612519"/>
                  </a:lnTo>
                  <a:lnTo>
                    <a:pt x="3514092" y="1612519"/>
                  </a:lnTo>
                  <a:lnTo>
                    <a:pt x="3514186" y="1612519"/>
                  </a:lnTo>
                  <a:lnTo>
                    <a:pt x="3514279" y="1612519"/>
                  </a:lnTo>
                  <a:lnTo>
                    <a:pt x="3514372" y="1612519"/>
                  </a:lnTo>
                  <a:lnTo>
                    <a:pt x="3514465" y="1612519"/>
                  </a:lnTo>
                  <a:lnTo>
                    <a:pt x="3514559" y="1612519"/>
                  </a:lnTo>
                  <a:lnTo>
                    <a:pt x="3514652" y="1612519"/>
                  </a:lnTo>
                  <a:lnTo>
                    <a:pt x="3514745" y="1612519"/>
                  </a:lnTo>
                  <a:lnTo>
                    <a:pt x="3514838" y="1612519"/>
                  </a:lnTo>
                  <a:lnTo>
                    <a:pt x="3514932" y="1612519"/>
                  </a:lnTo>
                  <a:lnTo>
                    <a:pt x="3515025" y="1612519"/>
                  </a:lnTo>
                  <a:lnTo>
                    <a:pt x="3515118" y="1612519"/>
                  </a:lnTo>
                  <a:lnTo>
                    <a:pt x="3515211" y="1612519"/>
                  </a:lnTo>
                  <a:lnTo>
                    <a:pt x="3515305" y="1612519"/>
                  </a:lnTo>
                  <a:lnTo>
                    <a:pt x="3515398" y="1612519"/>
                  </a:lnTo>
                  <a:lnTo>
                    <a:pt x="3515491" y="1612519"/>
                  </a:lnTo>
                  <a:lnTo>
                    <a:pt x="3515584" y="1612519"/>
                  </a:lnTo>
                  <a:lnTo>
                    <a:pt x="3515678" y="1612519"/>
                  </a:lnTo>
                  <a:lnTo>
                    <a:pt x="3515771" y="1612519"/>
                  </a:lnTo>
                  <a:lnTo>
                    <a:pt x="3515864" y="1612519"/>
                  </a:lnTo>
                  <a:lnTo>
                    <a:pt x="3515957" y="1612519"/>
                  </a:lnTo>
                  <a:lnTo>
                    <a:pt x="3516051" y="1612519"/>
                  </a:lnTo>
                  <a:lnTo>
                    <a:pt x="3516144" y="1612519"/>
                  </a:lnTo>
                  <a:lnTo>
                    <a:pt x="3516237" y="1612519"/>
                  </a:lnTo>
                  <a:lnTo>
                    <a:pt x="3516330" y="1612519"/>
                  </a:lnTo>
                  <a:lnTo>
                    <a:pt x="3516424" y="1612519"/>
                  </a:lnTo>
                  <a:lnTo>
                    <a:pt x="3516517" y="1612519"/>
                  </a:lnTo>
                  <a:lnTo>
                    <a:pt x="3516610" y="1612519"/>
                  </a:lnTo>
                  <a:lnTo>
                    <a:pt x="3516703" y="1612519"/>
                  </a:lnTo>
                  <a:lnTo>
                    <a:pt x="3516797" y="1612519"/>
                  </a:lnTo>
                  <a:lnTo>
                    <a:pt x="3516890" y="1612519"/>
                  </a:lnTo>
                  <a:lnTo>
                    <a:pt x="3516983" y="1612519"/>
                  </a:lnTo>
                  <a:lnTo>
                    <a:pt x="3517076" y="1612519"/>
                  </a:lnTo>
                  <a:lnTo>
                    <a:pt x="3517170" y="1612519"/>
                  </a:lnTo>
                  <a:lnTo>
                    <a:pt x="3517263" y="1612519"/>
                  </a:lnTo>
                  <a:lnTo>
                    <a:pt x="3517356" y="1612519"/>
                  </a:lnTo>
                  <a:lnTo>
                    <a:pt x="3517449" y="1612519"/>
                  </a:lnTo>
                  <a:lnTo>
                    <a:pt x="3517542" y="1612519"/>
                  </a:lnTo>
                  <a:lnTo>
                    <a:pt x="3517636" y="1612519"/>
                  </a:lnTo>
                  <a:lnTo>
                    <a:pt x="3517729" y="1612519"/>
                  </a:lnTo>
                  <a:lnTo>
                    <a:pt x="3517822" y="1612519"/>
                  </a:lnTo>
                  <a:lnTo>
                    <a:pt x="3517915" y="1612519"/>
                  </a:lnTo>
                  <a:lnTo>
                    <a:pt x="3518009" y="1612519"/>
                  </a:lnTo>
                  <a:lnTo>
                    <a:pt x="3518102" y="1612519"/>
                  </a:lnTo>
                  <a:lnTo>
                    <a:pt x="3518195" y="1612519"/>
                  </a:lnTo>
                  <a:lnTo>
                    <a:pt x="3518288" y="1612519"/>
                  </a:lnTo>
                  <a:lnTo>
                    <a:pt x="3518382" y="1612519"/>
                  </a:lnTo>
                  <a:lnTo>
                    <a:pt x="3518475" y="1612519"/>
                  </a:lnTo>
                  <a:lnTo>
                    <a:pt x="3518568" y="1612519"/>
                  </a:lnTo>
                  <a:lnTo>
                    <a:pt x="3518661" y="1612519"/>
                  </a:lnTo>
                  <a:lnTo>
                    <a:pt x="3518755" y="1612519"/>
                  </a:lnTo>
                  <a:lnTo>
                    <a:pt x="3518848" y="1612519"/>
                  </a:lnTo>
                  <a:lnTo>
                    <a:pt x="3518941" y="1612519"/>
                  </a:lnTo>
                  <a:lnTo>
                    <a:pt x="3519034" y="1612519"/>
                  </a:lnTo>
                  <a:lnTo>
                    <a:pt x="3519128" y="1612519"/>
                  </a:lnTo>
                  <a:lnTo>
                    <a:pt x="3519221" y="1612519"/>
                  </a:lnTo>
                  <a:lnTo>
                    <a:pt x="3519314" y="1612519"/>
                  </a:lnTo>
                  <a:lnTo>
                    <a:pt x="3519407" y="1612519"/>
                  </a:lnTo>
                  <a:lnTo>
                    <a:pt x="3519501" y="1612519"/>
                  </a:lnTo>
                  <a:lnTo>
                    <a:pt x="3519594" y="1612519"/>
                  </a:lnTo>
                  <a:lnTo>
                    <a:pt x="3519687" y="1612519"/>
                  </a:lnTo>
                  <a:lnTo>
                    <a:pt x="3519780" y="1612519"/>
                  </a:lnTo>
                  <a:lnTo>
                    <a:pt x="3519874" y="1612519"/>
                  </a:lnTo>
                  <a:lnTo>
                    <a:pt x="3519967" y="1612519"/>
                  </a:lnTo>
                  <a:lnTo>
                    <a:pt x="3520060" y="1612519"/>
                  </a:lnTo>
                  <a:lnTo>
                    <a:pt x="3520060" y="1602565"/>
                  </a:lnTo>
                  <a:lnTo>
                    <a:pt x="3520153" y="1602565"/>
                  </a:lnTo>
                  <a:lnTo>
                    <a:pt x="3520247" y="1602565"/>
                  </a:lnTo>
                  <a:lnTo>
                    <a:pt x="3520340" y="1602565"/>
                  </a:lnTo>
                  <a:lnTo>
                    <a:pt x="3520433" y="1602565"/>
                  </a:lnTo>
                  <a:lnTo>
                    <a:pt x="3520526" y="1602565"/>
                  </a:lnTo>
                  <a:lnTo>
                    <a:pt x="3520620" y="1602565"/>
                  </a:lnTo>
                  <a:lnTo>
                    <a:pt x="3520713" y="1602565"/>
                  </a:lnTo>
                  <a:lnTo>
                    <a:pt x="3520806" y="1602565"/>
                  </a:lnTo>
                  <a:lnTo>
                    <a:pt x="3520899" y="1602565"/>
                  </a:lnTo>
                  <a:lnTo>
                    <a:pt x="3520993" y="1602565"/>
                  </a:lnTo>
                  <a:lnTo>
                    <a:pt x="3521086" y="1602565"/>
                  </a:lnTo>
                  <a:lnTo>
                    <a:pt x="3521179" y="1602565"/>
                  </a:lnTo>
                  <a:lnTo>
                    <a:pt x="3521272" y="1602565"/>
                  </a:lnTo>
                  <a:lnTo>
                    <a:pt x="3521366" y="1602565"/>
                  </a:lnTo>
                  <a:lnTo>
                    <a:pt x="3521459" y="1602565"/>
                  </a:lnTo>
                  <a:lnTo>
                    <a:pt x="3521552" y="1602565"/>
                  </a:lnTo>
                  <a:lnTo>
                    <a:pt x="3521645" y="1602565"/>
                  </a:lnTo>
                  <a:lnTo>
                    <a:pt x="3521739" y="1602565"/>
                  </a:lnTo>
                  <a:lnTo>
                    <a:pt x="3521832" y="1602565"/>
                  </a:lnTo>
                  <a:lnTo>
                    <a:pt x="3521925" y="1602565"/>
                  </a:lnTo>
                  <a:lnTo>
                    <a:pt x="3522018" y="1602565"/>
                  </a:lnTo>
                  <a:lnTo>
                    <a:pt x="3522112" y="1602565"/>
                  </a:lnTo>
                  <a:lnTo>
                    <a:pt x="3522205" y="1602565"/>
                  </a:lnTo>
                  <a:lnTo>
                    <a:pt x="3522298" y="1602565"/>
                  </a:lnTo>
                  <a:lnTo>
                    <a:pt x="3522391" y="1602565"/>
                  </a:lnTo>
                  <a:lnTo>
                    <a:pt x="3522485" y="1602565"/>
                  </a:lnTo>
                  <a:lnTo>
                    <a:pt x="3522578" y="1602565"/>
                  </a:lnTo>
                  <a:lnTo>
                    <a:pt x="3522671" y="1602565"/>
                  </a:lnTo>
                  <a:lnTo>
                    <a:pt x="3522764" y="1602565"/>
                  </a:lnTo>
                  <a:lnTo>
                    <a:pt x="3522858" y="1602565"/>
                  </a:lnTo>
                  <a:lnTo>
                    <a:pt x="3522951" y="1602565"/>
                  </a:lnTo>
                  <a:lnTo>
                    <a:pt x="3523044" y="1602565"/>
                  </a:lnTo>
                  <a:lnTo>
                    <a:pt x="3523137" y="1602565"/>
                  </a:lnTo>
                  <a:lnTo>
                    <a:pt x="3523231" y="1602565"/>
                  </a:lnTo>
                  <a:lnTo>
                    <a:pt x="3523324" y="1602565"/>
                  </a:lnTo>
                  <a:lnTo>
                    <a:pt x="3523417" y="1602565"/>
                  </a:lnTo>
                  <a:lnTo>
                    <a:pt x="3523510" y="1602565"/>
                  </a:lnTo>
                  <a:lnTo>
                    <a:pt x="3523604" y="1602565"/>
                  </a:lnTo>
                  <a:lnTo>
                    <a:pt x="3523697" y="1602565"/>
                  </a:lnTo>
                  <a:lnTo>
                    <a:pt x="3523790" y="1602565"/>
                  </a:lnTo>
                  <a:lnTo>
                    <a:pt x="3523883" y="1602565"/>
                  </a:lnTo>
                  <a:lnTo>
                    <a:pt x="3523977" y="1602565"/>
                  </a:lnTo>
                  <a:lnTo>
                    <a:pt x="3524070" y="1602565"/>
                  </a:lnTo>
                  <a:lnTo>
                    <a:pt x="3524163" y="1602565"/>
                  </a:lnTo>
                  <a:lnTo>
                    <a:pt x="3524256" y="1602565"/>
                  </a:lnTo>
                  <a:lnTo>
                    <a:pt x="3524350" y="1602565"/>
                  </a:lnTo>
                  <a:lnTo>
                    <a:pt x="3524443" y="1602565"/>
                  </a:lnTo>
                  <a:lnTo>
                    <a:pt x="3524536" y="1602565"/>
                  </a:lnTo>
                  <a:lnTo>
                    <a:pt x="3524629" y="1602565"/>
                  </a:lnTo>
                  <a:lnTo>
                    <a:pt x="3524722" y="1602565"/>
                  </a:lnTo>
                  <a:lnTo>
                    <a:pt x="3524816" y="1602565"/>
                  </a:lnTo>
                  <a:lnTo>
                    <a:pt x="3524909" y="1602565"/>
                  </a:lnTo>
                  <a:lnTo>
                    <a:pt x="3525002" y="1602565"/>
                  </a:lnTo>
                  <a:lnTo>
                    <a:pt x="3525095" y="1602565"/>
                  </a:lnTo>
                  <a:lnTo>
                    <a:pt x="3525189" y="1602565"/>
                  </a:lnTo>
                  <a:lnTo>
                    <a:pt x="3525282" y="1602565"/>
                  </a:lnTo>
                  <a:lnTo>
                    <a:pt x="3525375" y="1602565"/>
                  </a:lnTo>
                  <a:lnTo>
                    <a:pt x="3525468" y="1602565"/>
                  </a:lnTo>
                  <a:lnTo>
                    <a:pt x="3525562" y="1602565"/>
                  </a:lnTo>
                  <a:lnTo>
                    <a:pt x="3525655" y="1602565"/>
                  </a:lnTo>
                  <a:lnTo>
                    <a:pt x="3525748" y="1602565"/>
                  </a:lnTo>
                  <a:lnTo>
                    <a:pt x="3525748" y="1592611"/>
                  </a:lnTo>
                  <a:lnTo>
                    <a:pt x="3525841" y="1592611"/>
                  </a:lnTo>
                  <a:lnTo>
                    <a:pt x="3525935" y="1592611"/>
                  </a:lnTo>
                  <a:lnTo>
                    <a:pt x="3526028" y="1592611"/>
                  </a:lnTo>
                  <a:lnTo>
                    <a:pt x="3526121" y="1592611"/>
                  </a:lnTo>
                  <a:lnTo>
                    <a:pt x="3526214" y="1592611"/>
                  </a:lnTo>
                  <a:lnTo>
                    <a:pt x="3526308" y="1592611"/>
                  </a:lnTo>
                  <a:lnTo>
                    <a:pt x="3526401" y="1592611"/>
                  </a:lnTo>
                  <a:lnTo>
                    <a:pt x="3526494" y="1592611"/>
                  </a:lnTo>
                  <a:lnTo>
                    <a:pt x="3526587" y="1592611"/>
                  </a:lnTo>
                  <a:lnTo>
                    <a:pt x="3526681" y="1592611"/>
                  </a:lnTo>
                  <a:lnTo>
                    <a:pt x="3526774" y="1592611"/>
                  </a:lnTo>
                  <a:lnTo>
                    <a:pt x="3526867" y="1592611"/>
                  </a:lnTo>
                  <a:lnTo>
                    <a:pt x="3526960" y="1592611"/>
                  </a:lnTo>
                  <a:lnTo>
                    <a:pt x="3527054" y="1592611"/>
                  </a:lnTo>
                  <a:lnTo>
                    <a:pt x="3527147" y="1592611"/>
                  </a:lnTo>
                  <a:lnTo>
                    <a:pt x="3527240" y="1592611"/>
                  </a:lnTo>
                  <a:lnTo>
                    <a:pt x="3527333" y="1592611"/>
                  </a:lnTo>
                  <a:lnTo>
                    <a:pt x="3527427" y="1592611"/>
                  </a:lnTo>
                  <a:lnTo>
                    <a:pt x="3527520" y="1592611"/>
                  </a:lnTo>
                  <a:lnTo>
                    <a:pt x="3527613" y="1592611"/>
                  </a:lnTo>
                  <a:lnTo>
                    <a:pt x="3527706" y="1592611"/>
                  </a:lnTo>
                  <a:lnTo>
                    <a:pt x="3527800" y="1592611"/>
                  </a:lnTo>
                  <a:lnTo>
                    <a:pt x="3527893" y="1592611"/>
                  </a:lnTo>
                  <a:lnTo>
                    <a:pt x="3527986" y="1592611"/>
                  </a:lnTo>
                  <a:lnTo>
                    <a:pt x="3528079" y="1592611"/>
                  </a:lnTo>
                  <a:lnTo>
                    <a:pt x="3528173" y="1592611"/>
                  </a:lnTo>
                  <a:lnTo>
                    <a:pt x="3528266" y="1592611"/>
                  </a:lnTo>
                  <a:lnTo>
                    <a:pt x="3528359" y="1592611"/>
                  </a:lnTo>
                  <a:lnTo>
                    <a:pt x="3528452" y="1592611"/>
                  </a:lnTo>
                  <a:lnTo>
                    <a:pt x="3528546" y="1592611"/>
                  </a:lnTo>
                  <a:lnTo>
                    <a:pt x="3528639" y="1592611"/>
                  </a:lnTo>
                  <a:lnTo>
                    <a:pt x="3528732" y="1592611"/>
                  </a:lnTo>
                  <a:lnTo>
                    <a:pt x="3528825" y="1592611"/>
                  </a:lnTo>
                  <a:lnTo>
                    <a:pt x="3528919" y="1592611"/>
                  </a:lnTo>
                  <a:lnTo>
                    <a:pt x="3529012" y="1592611"/>
                  </a:lnTo>
                  <a:lnTo>
                    <a:pt x="3529105" y="1592611"/>
                  </a:lnTo>
                  <a:lnTo>
                    <a:pt x="3529198" y="1592611"/>
                  </a:lnTo>
                  <a:lnTo>
                    <a:pt x="3529292" y="1592611"/>
                  </a:lnTo>
                  <a:lnTo>
                    <a:pt x="3529385" y="1592611"/>
                  </a:lnTo>
                  <a:lnTo>
                    <a:pt x="3529478" y="1592611"/>
                  </a:lnTo>
                  <a:lnTo>
                    <a:pt x="3529571" y="1592611"/>
                  </a:lnTo>
                  <a:lnTo>
                    <a:pt x="3529665" y="1592611"/>
                  </a:lnTo>
                  <a:lnTo>
                    <a:pt x="3529758" y="1592611"/>
                  </a:lnTo>
                  <a:lnTo>
                    <a:pt x="3529851" y="1592611"/>
                  </a:lnTo>
                  <a:lnTo>
                    <a:pt x="3529944" y="1592611"/>
                  </a:lnTo>
                  <a:lnTo>
                    <a:pt x="3530038" y="1592611"/>
                  </a:lnTo>
                  <a:lnTo>
                    <a:pt x="3530131" y="1592611"/>
                  </a:lnTo>
                  <a:lnTo>
                    <a:pt x="3530224" y="1592611"/>
                  </a:lnTo>
                  <a:lnTo>
                    <a:pt x="3530317" y="1592611"/>
                  </a:lnTo>
                  <a:lnTo>
                    <a:pt x="3530411" y="1592611"/>
                  </a:lnTo>
                  <a:lnTo>
                    <a:pt x="3530504" y="1592611"/>
                  </a:lnTo>
                  <a:lnTo>
                    <a:pt x="3530597" y="1592611"/>
                  </a:lnTo>
                  <a:lnTo>
                    <a:pt x="3530690" y="1592611"/>
                  </a:lnTo>
                  <a:lnTo>
                    <a:pt x="3530784" y="1592611"/>
                  </a:lnTo>
                  <a:lnTo>
                    <a:pt x="3530877" y="1592611"/>
                  </a:lnTo>
                  <a:lnTo>
                    <a:pt x="3530970" y="1592611"/>
                  </a:lnTo>
                  <a:lnTo>
                    <a:pt x="3531063" y="1592611"/>
                  </a:lnTo>
                  <a:lnTo>
                    <a:pt x="3531157" y="1592611"/>
                  </a:lnTo>
                  <a:lnTo>
                    <a:pt x="3531250" y="1592611"/>
                  </a:lnTo>
                  <a:lnTo>
                    <a:pt x="3531343" y="1592611"/>
                  </a:lnTo>
                  <a:lnTo>
                    <a:pt x="3531436" y="1592611"/>
                  </a:lnTo>
                  <a:lnTo>
                    <a:pt x="3531529" y="1592611"/>
                  </a:lnTo>
                  <a:lnTo>
                    <a:pt x="3531623" y="1592611"/>
                  </a:lnTo>
                  <a:lnTo>
                    <a:pt x="3531716" y="1592611"/>
                  </a:lnTo>
                  <a:lnTo>
                    <a:pt x="3531809" y="1592611"/>
                  </a:lnTo>
                  <a:lnTo>
                    <a:pt x="3531902" y="1592611"/>
                  </a:lnTo>
                  <a:lnTo>
                    <a:pt x="3531996" y="1592611"/>
                  </a:lnTo>
                  <a:lnTo>
                    <a:pt x="3532089" y="1592611"/>
                  </a:lnTo>
                  <a:lnTo>
                    <a:pt x="3532182" y="1592611"/>
                  </a:lnTo>
                  <a:lnTo>
                    <a:pt x="3532275" y="1592611"/>
                  </a:lnTo>
                  <a:lnTo>
                    <a:pt x="3532369" y="1592611"/>
                  </a:lnTo>
                  <a:lnTo>
                    <a:pt x="3532462" y="1592611"/>
                  </a:lnTo>
                  <a:lnTo>
                    <a:pt x="3532555" y="1592611"/>
                  </a:lnTo>
                  <a:lnTo>
                    <a:pt x="3532648" y="1592611"/>
                  </a:lnTo>
                  <a:lnTo>
                    <a:pt x="3532742" y="1592611"/>
                  </a:lnTo>
                  <a:lnTo>
                    <a:pt x="3532835" y="1592611"/>
                  </a:lnTo>
                  <a:lnTo>
                    <a:pt x="3532928" y="1592611"/>
                  </a:lnTo>
                  <a:lnTo>
                    <a:pt x="3533021" y="1592611"/>
                  </a:lnTo>
                  <a:lnTo>
                    <a:pt x="3533115" y="1592611"/>
                  </a:lnTo>
                  <a:lnTo>
                    <a:pt x="3533208" y="1592611"/>
                  </a:lnTo>
                  <a:lnTo>
                    <a:pt x="3533301" y="1592611"/>
                  </a:lnTo>
                  <a:lnTo>
                    <a:pt x="3533394" y="1592611"/>
                  </a:lnTo>
                  <a:lnTo>
                    <a:pt x="3533488" y="1592611"/>
                  </a:lnTo>
                  <a:lnTo>
                    <a:pt x="3533581" y="1592611"/>
                  </a:lnTo>
                  <a:lnTo>
                    <a:pt x="3533674" y="1592611"/>
                  </a:lnTo>
                  <a:lnTo>
                    <a:pt x="3533767" y="1592611"/>
                  </a:lnTo>
                  <a:lnTo>
                    <a:pt x="3533861" y="1592611"/>
                  </a:lnTo>
                  <a:lnTo>
                    <a:pt x="3533954" y="1592611"/>
                  </a:lnTo>
                  <a:lnTo>
                    <a:pt x="3534047" y="1592611"/>
                  </a:lnTo>
                  <a:lnTo>
                    <a:pt x="3534140" y="1592611"/>
                  </a:lnTo>
                  <a:lnTo>
                    <a:pt x="3534234" y="1592611"/>
                  </a:lnTo>
                  <a:lnTo>
                    <a:pt x="3534327" y="1592611"/>
                  </a:lnTo>
                  <a:lnTo>
                    <a:pt x="3534420" y="1592611"/>
                  </a:lnTo>
                  <a:lnTo>
                    <a:pt x="3534513" y="1592611"/>
                  </a:lnTo>
                  <a:lnTo>
                    <a:pt x="3534607" y="1592611"/>
                  </a:lnTo>
                  <a:lnTo>
                    <a:pt x="3534700" y="1592611"/>
                  </a:lnTo>
                  <a:lnTo>
                    <a:pt x="3534793" y="1592611"/>
                  </a:lnTo>
                  <a:lnTo>
                    <a:pt x="3534886" y="1592611"/>
                  </a:lnTo>
                  <a:lnTo>
                    <a:pt x="3534980" y="1592611"/>
                  </a:lnTo>
                  <a:lnTo>
                    <a:pt x="3535073" y="1592611"/>
                  </a:lnTo>
                  <a:lnTo>
                    <a:pt x="3535166" y="1592611"/>
                  </a:lnTo>
                  <a:lnTo>
                    <a:pt x="3535259" y="1592611"/>
                  </a:lnTo>
                  <a:lnTo>
                    <a:pt x="3535353" y="1592611"/>
                  </a:lnTo>
                  <a:lnTo>
                    <a:pt x="3535446" y="1592611"/>
                  </a:lnTo>
                  <a:lnTo>
                    <a:pt x="3535539" y="1592611"/>
                  </a:lnTo>
                  <a:lnTo>
                    <a:pt x="3535632" y="1592611"/>
                  </a:lnTo>
                  <a:lnTo>
                    <a:pt x="3535726" y="1592611"/>
                  </a:lnTo>
                  <a:lnTo>
                    <a:pt x="3535726" y="1582657"/>
                  </a:lnTo>
                  <a:lnTo>
                    <a:pt x="3535819" y="1582657"/>
                  </a:lnTo>
                  <a:lnTo>
                    <a:pt x="3535912" y="1582657"/>
                  </a:lnTo>
                  <a:lnTo>
                    <a:pt x="3536005" y="1582657"/>
                  </a:lnTo>
                  <a:lnTo>
                    <a:pt x="3536099" y="1582657"/>
                  </a:lnTo>
                  <a:lnTo>
                    <a:pt x="3536192" y="1582657"/>
                  </a:lnTo>
                  <a:lnTo>
                    <a:pt x="3536285" y="1582657"/>
                  </a:lnTo>
                  <a:lnTo>
                    <a:pt x="3536378" y="1582657"/>
                  </a:lnTo>
                  <a:lnTo>
                    <a:pt x="3536472" y="1582657"/>
                  </a:lnTo>
                  <a:lnTo>
                    <a:pt x="3536565" y="1582657"/>
                  </a:lnTo>
                  <a:lnTo>
                    <a:pt x="3536658" y="1582657"/>
                  </a:lnTo>
                  <a:lnTo>
                    <a:pt x="3536751" y="1582657"/>
                  </a:lnTo>
                  <a:lnTo>
                    <a:pt x="3536845" y="1582657"/>
                  </a:lnTo>
                  <a:lnTo>
                    <a:pt x="3536938" y="1582657"/>
                  </a:lnTo>
                  <a:lnTo>
                    <a:pt x="3537031" y="1582657"/>
                  </a:lnTo>
                  <a:lnTo>
                    <a:pt x="3537124" y="1582657"/>
                  </a:lnTo>
                  <a:lnTo>
                    <a:pt x="3537218" y="1582657"/>
                  </a:lnTo>
                  <a:lnTo>
                    <a:pt x="3537311" y="1582657"/>
                  </a:lnTo>
                  <a:lnTo>
                    <a:pt x="3537404" y="1582657"/>
                  </a:lnTo>
                  <a:lnTo>
                    <a:pt x="3537497" y="1582657"/>
                  </a:lnTo>
                  <a:lnTo>
                    <a:pt x="3537591" y="1582657"/>
                  </a:lnTo>
                  <a:lnTo>
                    <a:pt x="3537684" y="1582657"/>
                  </a:lnTo>
                  <a:lnTo>
                    <a:pt x="3537777" y="1582657"/>
                  </a:lnTo>
                  <a:lnTo>
                    <a:pt x="3537870" y="1582657"/>
                  </a:lnTo>
                  <a:lnTo>
                    <a:pt x="3537964" y="1582657"/>
                  </a:lnTo>
                  <a:lnTo>
                    <a:pt x="3538057" y="1582657"/>
                  </a:lnTo>
                  <a:lnTo>
                    <a:pt x="3538150" y="1582657"/>
                  </a:lnTo>
                  <a:lnTo>
                    <a:pt x="3538243" y="1582657"/>
                  </a:lnTo>
                  <a:lnTo>
                    <a:pt x="3538336" y="1582657"/>
                  </a:lnTo>
                  <a:lnTo>
                    <a:pt x="3538430" y="1582657"/>
                  </a:lnTo>
                  <a:lnTo>
                    <a:pt x="3538523" y="1582657"/>
                  </a:lnTo>
                  <a:lnTo>
                    <a:pt x="3538616" y="1582657"/>
                  </a:lnTo>
                  <a:lnTo>
                    <a:pt x="3538709" y="1582657"/>
                  </a:lnTo>
                  <a:lnTo>
                    <a:pt x="3538803" y="1582657"/>
                  </a:lnTo>
                  <a:lnTo>
                    <a:pt x="3538896" y="1582657"/>
                  </a:lnTo>
                  <a:lnTo>
                    <a:pt x="3538989" y="1582657"/>
                  </a:lnTo>
                  <a:lnTo>
                    <a:pt x="3539082" y="1582657"/>
                  </a:lnTo>
                  <a:lnTo>
                    <a:pt x="3539176" y="1582657"/>
                  </a:lnTo>
                  <a:lnTo>
                    <a:pt x="3539269" y="1582657"/>
                  </a:lnTo>
                  <a:lnTo>
                    <a:pt x="3539362" y="1582657"/>
                  </a:lnTo>
                  <a:lnTo>
                    <a:pt x="3539455" y="1582657"/>
                  </a:lnTo>
                  <a:lnTo>
                    <a:pt x="3539549" y="1582657"/>
                  </a:lnTo>
                  <a:lnTo>
                    <a:pt x="3539642" y="1582657"/>
                  </a:lnTo>
                  <a:lnTo>
                    <a:pt x="3539735" y="1582657"/>
                  </a:lnTo>
                  <a:lnTo>
                    <a:pt x="3539828" y="1582657"/>
                  </a:lnTo>
                  <a:lnTo>
                    <a:pt x="3539922" y="1582657"/>
                  </a:lnTo>
                  <a:lnTo>
                    <a:pt x="3540015" y="1582657"/>
                  </a:lnTo>
                  <a:lnTo>
                    <a:pt x="3540108" y="1582657"/>
                  </a:lnTo>
                  <a:lnTo>
                    <a:pt x="3540201" y="1582657"/>
                  </a:lnTo>
                  <a:lnTo>
                    <a:pt x="3540295" y="1582657"/>
                  </a:lnTo>
                  <a:lnTo>
                    <a:pt x="3540388" y="1582657"/>
                  </a:lnTo>
                  <a:lnTo>
                    <a:pt x="3540481" y="1582657"/>
                  </a:lnTo>
                  <a:lnTo>
                    <a:pt x="3540574" y="1582657"/>
                  </a:lnTo>
                  <a:lnTo>
                    <a:pt x="3540668" y="1582657"/>
                  </a:lnTo>
                  <a:lnTo>
                    <a:pt x="3540761" y="1582657"/>
                  </a:lnTo>
                  <a:lnTo>
                    <a:pt x="3540854" y="1582657"/>
                  </a:lnTo>
                  <a:lnTo>
                    <a:pt x="3540947" y="1582657"/>
                  </a:lnTo>
                  <a:lnTo>
                    <a:pt x="3541041" y="1582657"/>
                  </a:lnTo>
                  <a:lnTo>
                    <a:pt x="3541134" y="1582657"/>
                  </a:lnTo>
                  <a:lnTo>
                    <a:pt x="3541227" y="1582657"/>
                  </a:lnTo>
                  <a:lnTo>
                    <a:pt x="3541320" y="1582657"/>
                  </a:lnTo>
                  <a:lnTo>
                    <a:pt x="3541414" y="1582657"/>
                  </a:lnTo>
                  <a:lnTo>
                    <a:pt x="3541507" y="1582657"/>
                  </a:lnTo>
                  <a:lnTo>
                    <a:pt x="3541600" y="1582657"/>
                  </a:lnTo>
                  <a:lnTo>
                    <a:pt x="3541693" y="1582657"/>
                  </a:lnTo>
                  <a:lnTo>
                    <a:pt x="3541787" y="1582657"/>
                  </a:lnTo>
                  <a:lnTo>
                    <a:pt x="3541880" y="1582657"/>
                  </a:lnTo>
                  <a:lnTo>
                    <a:pt x="3541973" y="1582657"/>
                  </a:lnTo>
                  <a:lnTo>
                    <a:pt x="3542066" y="1582657"/>
                  </a:lnTo>
                  <a:lnTo>
                    <a:pt x="3542160" y="1582657"/>
                  </a:lnTo>
                  <a:lnTo>
                    <a:pt x="3542253" y="1582657"/>
                  </a:lnTo>
                  <a:lnTo>
                    <a:pt x="3542346" y="1582657"/>
                  </a:lnTo>
                  <a:lnTo>
                    <a:pt x="3542439" y="1582657"/>
                  </a:lnTo>
                  <a:lnTo>
                    <a:pt x="3542533" y="1582657"/>
                  </a:lnTo>
                  <a:lnTo>
                    <a:pt x="3542626" y="1582657"/>
                  </a:lnTo>
                  <a:lnTo>
                    <a:pt x="3542719" y="1582657"/>
                  </a:lnTo>
                  <a:lnTo>
                    <a:pt x="3542812" y="1582657"/>
                  </a:lnTo>
                  <a:lnTo>
                    <a:pt x="3542906" y="1582657"/>
                  </a:lnTo>
                  <a:lnTo>
                    <a:pt x="3542999" y="1582657"/>
                  </a:lnTo>
                  <a:lnTo>
                    <a:pt x="3543092" y="1582657"/>
                  </a:lnTo>
                  <a:lnTo>
                    <a:pt x="3543185" y="1582657"/>
                  </a:lnTo>
                  <a:lnTo>
                    <a:pt x="3543279" y="1582657"/>
                  </a:lnTo>
                  <a:lnTo>
                    <a:pt x="3543372" y="1582657"/>
                  </a:lnTo>
                  <a:lnTo>
                    <a:pt x="3543465" y="1582657"/>
                  </a:lnTo>
                  <a:lnTo>
                    <a:pt x="3543558" y="1582657"/>
                  </a:lnTo>
                  <a:lnTo>
                    <a:pt x="3543652" y="1582657"/>
                  </a:lnTo>
                  <a:lnTo>
                    <a:pt x="3543745" y="1582657"/>
                  </a:lnTo>
                  <a:lnTo>
                    <a:pt x="3543838" y="1582657"/>
                  </a:lnTo>
                  <a:lnTo>
                    <a:pt x="3543931" y="1582657"/>
                  </a:lnTo>
                  <a:lnTo>
                    <a:pt x="3544025" y="1582657"/>
                  </a:lnTo>
                  <a:lnTo>
                    <a:pt x="3544118" y="1582657"/>
                  </a:lnTo>
                  <a:lnTo>
                    <a:pt x="3544211" y="1582657"/>
                  </a:lnTo>
                  <a:lnTo>
                    <a:pt x="3544304" y="1582657"/>
                  </a:lnTo>
                  <a:lnTo>
                    <a:pt x="3544398" y="1582657"/>
                  </a:lnTo>
                  <a:lnTo>
                    <a:pt x="3544491" y="1582657"/>
                  </a:lnTo>
                  <a:lnTo>
                    <a:pt x="3544584" y="1582657"/>
                  </a:lnTo>
                  <a:lnTo>
                    <a:pt x="3544677" y="1582657"/>
                  </a:lnTo>
                  <a:lnTo>
                    <a:pt x="3544771" y="1582657"/>
                  </a:lnTo>
                  <a:lnTo>
                    <a:pt x="3544864" y="1582657"/>
                  </a:lnTo>
                  <a:lnTo>
                    <a:pt x="3544957" y="1582657"/>
                  </a:lnTo>
                  <a:lnTo>
                    <a:pt x="3545050" y="1582657"/>
                  </a:lnTo>
                  <a:lnTo>
                    <a:pt x="3545144" y="1582657"/>
                  </a:lnTo>
                  <a:lnTo>
                    <a:pt x="3545237" y="1582657"/>
                  </a:lnTo>
                  <a:lnTo>
                    <a:pt x="3545330" y="1582657"/>
                  </a:lnTo>
                  <a:lnTo>
                    <a:pt x="3545423" y="1582657"/>
                  </a:lnTo>
                  <a:lnTo>
                    <a:pt x="3545516" y="1582657"/>
                  </a:lnTo>
                  <a:lnTo>
                    <a:pt x="3545610" y="1582657"/>
                  </a:lnTo>
                  <a:lnTo>
                    <a:pt x="3545703" y="1582657"/>
                  </a:lnTo>
                  <a:lnTo>
                    <a:pt x="3545796" y="1582657"/>
                  </a:lnTo>
                  <a:lnTo>
                    <a:pt x="3545889" y="1582657"/>
                  </a:lnTo>
                  <a:lnTo>
                    <a:pt x="3545983" y="1582657"/>
                  </a:lnTo>
                  <a:lnTo>
                    <a:pt x="3546076" y="1582657"/>
                  </a:lnTo>
                  <a:lnTo>
                    <a:pt x="3546169" y="1582657"/>
                  </a:lnTo>
                  <a:lnTo>
                    <a:pt x="3546262" y="1582657"/>
                  </a:lnTo>
                  <a:lnTo>
                    <a:pt x="3546356" y="1582657"/>
                  </a:lnTo>
                  <a:lnTo>
                    <a:pt x="3546449" y="1582657"/>
                  </a:lnTo>
                  <a:lnTo>
                    <a:pt x="3546542" y="1582657"/>
                  </a:lnTo>
                  <a:lnTo>
                    <a:pt x="3546635" y="1582657"/>
                  </a:lnTo>
                  <a:lnTo>
                    <a:pt x="3546729" y="1582657"/>
                  </a:lnTo>
                  <a:lnTo>
                    <a:pt x="3546822" y="1582657"/>
                  </a:lnTo>
                  <a:lnTo>
                    <a:pt x="3546915" y="1582657"/>
                  </a:lnTo>
                  <a:lnTo>
                    <a:pt x="3547008" y="1582657"/>
                  </a:lnTo>
                  <a:lnTo>
                    <a:pt x="3547102" y="1582657"/>
                  </a:lnTo>
                  <a:lnTo>
                    <a:pt x="3547195" y="1582657"/>
                  </a:lnTo>
                  <a:lnTo>
                    <a:pt x="3547288" y="1582657"/>
                  </a:lnTo>
                  <a:lnTo>
                    <a:pt x="3547381" y="1582657"/>
                  </a:lnTo>
                  <a:lnTo>
                    <a:pt x="3547475" y="1582657"/>
                  </a:lnTo>
                  <a:lnTo>
                    <a:pt x="3547568" y="1582657"/>
                  </a:lnTo>
                  <a:lnTo>
                    <a:pt x="3547661" y="1582657"/>
                  </a:lnTo>
                  <a:lnTo>
                    <a:pt x="3547754" y="1582657"/>
                  </a:lnTo>
                  <a:lnTo>
                    <a:pt x="3547848" y="1582657"/>
                  </a:lnTo>
                  <a:lnTo>
                    <a:pt x="3547941" y="1582657"/>
                  </a:lnTo>
                  <a:lnTo>
                    <a:pt x="3548034" y="1582657"/>
                  </a:lnTo>
                  <a:lnTo>
                    <a:pt x="3548127" y="1582657"/>
                  </a:lnTo>
                  <a:lnTo>
                    <a:pt x="3548221" y="1582657"/>
                  </a:lnTo>
                  <a:lnTo>
                    <a:pt x="3548314" y="1582657"/>
                  </a:lnTo>
                  <a:lnTo>
                    <a:pt x="3548407" y="1582657"/>
                  </a:lnTo>
                  <a:lnTo>
                    <a:pt x="3548500" y="1582657"/>
                  </a:lnTo>
                  <a:lnTo>
                    <a:pt x="3548594" y="1582657"/>
                  </a:lnTo>
                  <a:lnTo>
                    <a:pt x="3548687" y="1582657"/>
                  </a:lnTo>
                  <a:lnTo>
                    <a:pt x="3548780" y="1582657"/>
                  </a:lnTo>
                  <a:lnTo>
                    <a:pt x="3548873" y="1582657"/>
                  </a:lnTo>
                  <a:lnTo>
                    <a:pt x="3548967" y="1582657"/>
                  </a:lnTo>
                  <a:lnTo>
                    <a:pt x="3549060" y="1582657"/>
                  </a:lnTo>
                  <a:lnTo>
                    <a:pt x="3549153" y="1582657"/>
                  </a:lnTo>
                  <a:lnTo>
                    <a:pt x="3549246" y="1582657"/>
                  </a:lnTo>
                  <a:lnTo>
                    <a:pt x="3549340" y="1582657"/>
                  </a:lnTo>
                  <a:lnTo>
                    <a:pt x="3549433" y="1582657"/>
                  </a:lnTo>
                  <a:lnTo>
                    <a:pt x="3549526" y="1582657"/>
                  </a:lnTo>
                  <a:lnTo>
                    <a:pt x="3549619" y="1582657"/>
                  </a:lnTo>
                  <a:lnTo>
                    <a:pt x="3549713" y="1582657"/>
                  </a:lnTo>
                  <a:lnTo>
                    <a:pt x="3549806" y="1582657"/>
                  </a:lnTo>
                  <a:lnTo>
                    <a:pt x="3549899" y="1582657"/>
                  </a:lnTo>
                  <a:lnTo>
                    <a:pt x="3549992" y="1582657"/>
                  </a:lnTo>
                  <a:lnTo>
                    <a:pt x="3550086" y="1582657"/>
                  </a:lnTo>
                  <a:lnTo>
                    <a:pt x="3550179" y="1582657"/>
                  </a:lnTo>
                  <a:lnTo>
                    <a:pt x="3550272" y="1582657"/>
                  </a:lnTo>
                  <a:lnTo>
                    <a:pt x="3550365" y="1582657"/>
                  </a:lnTo>
                  <a:lnTo>
                    <a:pt x="3550459" y="1582657"/>
                  </a:lnTo>
                  <a:lnTo>
                    <a:pt x="3550552" y="1582657"/>
                  </a:lnTo>
                  <a:lnTo>
                    <a:pt x="3550645" y="1582657"/>
                  </a:lnTo>
                  <a:lnTo>
                    <a:pt x="3550738" y="1582657"/>
                  </a:lnTo>
                  <a:lnTo>
                    <a:pt x="3550832" y="1582657"/>
                  </a:lnTo>
                  <a:lnTo>
                    <a:pt x="3550925" y="1582657"/>
                  </a:lnTo>
                  <a:lnTo>
                    <a:pt x="3551018" y="1582657"/>
                  </a:lnTo>
                  <a:lnTo>
                    <a:pt x="3551111" y="1582657"/>
                  </a:lnTo>
                  <a:lnTo>
                    <a:pt x="3551205" y="1582657"/>
                  </a:lnTo>
                  <a:lnTo>
                    <a:pt x="3551298" y="1582657"/>
                  </a:lnTo>
                  <a:lnTo>
                    <a:pt x="3551391" y="1582657"/>
                  </a:lnTo>
                  <a:lnTo>
                    <a:pt x="3551484" y="1582657"/>
                  </a:lnTo>
                  <a:lnTo>
                    <a:pt x="3551578" y="1582657"/>
                  </a:lnTo>
                  <a:lnTo>
                    <a:pt x="3551671" y="1582657"/>
                  </a:lnTo>
                  <a:lnTo>
                    <a:pt x="3551764" y="1582657"/>
                  </a:lnTo>
                  <a:lnTo>
                    <a:pt x="3551857" y="1582657"/>
                  </a:lnTo>
                  <a:lnTo>
                    <a:pt x="3551951" y="1582657"/>
                  </a:lnTo>
                  <a:lnTo>
                    <a:pt x="3552044" y="1582657"/>
                  </a:lnTo>
                  <a:lnTo>
                    <a:pt x="3552137" y="1582657"/>
                  </a:lnTo>
                  <a:lnTo>
                    <a:pt x="3552230" y="1582657"/>
                  </a:lnTo>
                  <a:lnTo>
                    <a:pt x="3552323" y="1582657"/>
                  </a:lnTo>
                  <a:lnTo>
                    <a:pt x="3552417" y="1582657"/>
                  </a:lnTo>
                  <a:lnTo>
                    <a:pt x="3552510" y="1582657"/>
                  </a:lnTo>
                  <a:lnTo>
                    <a:pt x="3552603" y="1582657"/>
                  </a:lnTo>
                  <a:lnTo>
                    <a:pt x="3552696" y="1582657"/>
                  </a:lnTo>
                  <a:lnTo>
                    <a:pt x="3552790" y="1582657"/>
                  </a:lnTo>
                  <a:lnTo>
                    <a:pt x="3552883" y="1582657"/>
                  </a:lnTo>
                  <a:lnTo>
                    <a:pt x="3552976" y="1582657"/>
                  </a:lnTo>
                  <a:lnTo>
                    <a:pt x="3553069" y="1582657"/>
                  </a:lnTo>
                  <a:lnTo>
                    <a:pt x="3553163" y="1582657"/>
                  </a:lnTo>
                  <a:lnTo>
                    <a:pt x="3553256" y="1582657"/>
                  </a:lnTo>
                  <a:lnTo>
                    <a:pt x="3553349" y="1582657"/>
                  </a:lnTo>
                  <a:lnTo>
                    <a:pt x="3553442" y="1582657"/>
                  </a:lnTo>
                  <a:lnTo>
                    <a:pt x="3553536" y="1582657"/>
                  </a:lnTo>
                  <a:lnTo>
                    <a:pt x="3553629" y="1582657"/>
                  </a:lnTo>
                  <a:lnTo>
                    <a:pt x="3553722" y="1582657"/>
                  </a:lnTo>
                  <a:lnTo>
                    <a:pt x="3553815" y="1582657"/>
                  </a:lnTo>
                  <a:lnTo>
                    <a:pt x="3553909" y="1582657"/>
                  </a:lnTo>
                  <a:lnTo>
                    <a:pt x="3554002" y="1582657"/>
                  </a:lnTo>
                  <a:lnTo>
                    <a:pt x="3554095" y="1582657"/>
                  </a:lnTo>
                  <a:lnTo>
                    <a:pt x="3554188" y="1582657"/>
                  </a:lnTo>
                  <a:lnTo>
                    <a:pt x="3554282" y="1582657"/>
                  </a:lnTo>
                  <a:lnTo>
                    <a:pt x="3554375" y="1582657"/>
                  </a:lnTo>
                  <a:lnTo>
                    <a:pt x="3554468" y="1582657"/>
                  </a:lnTo>
                  <a:lnTo>
                    <a:pt x="3554561" y="1582657"/>
                  </a:lnTo>
                  <a:lnTo>
                    <a:pt x="3554655" y="1582657"/>
                  </a:lnTo>
                  <a:lnTo>
                    <a:pt x="3554748" y="1582657"/>
                  </a:lnTo>
                  <a:lnTo>
                    <a:pt x="3554841" y="1582657"/>
                  </a:lnTo>
                  <a:lnTo>
                    <a:pt x="3554934" y="1582657"/>
                  </a:lnTo>
                  <a:lnTo>
                    <a:pt x="3555028" y="1582657"/>
                  </a:lnTo>
                  <a:lnTo>
                    <a:pt x="3555121" y="1582657"/>
                  </a:lnTo>
                  <a:lnTo>
                    <a:pt x="3555214" y="1582657"/>
                  </a:lnTo>
                  <a:lnTo>
                    <a:pt x="3555307" y="1582657"/>
                  </a:lnTo>
                  <a:lnTo>
                    <a:pt x="3555401" y="1582657"/>
                  </a:lnTo>
                  <a:lnTo>
                    <a:pt x="3555494" y="1582657"/>
                  </a:lnTo>
                  <a:lnTo>
                    <a:pt x="3555587" y="1582657"/>
                  </a:lnTo>
                  <a:lnTo>
                    <a:pt x="3555680" y="1582657"/>
                  </a:lnTo>
                  <a:lnTo>
                    <a:pt x="3555774" y="1582657"/>
                  </a:lnTo>
                  <a:lnTo>
                    <a:pt x="3555867" y="1582657"/>
                  </a:lnTo>
                  <a:lnTo>
                    <a:pt x="3555960" y="1582657"/>
                  </a:lnTo>
                  <a:lnTo>
                    <a:pt x="3556053" y="1582657"/>
                  </a:lnTo>
                  <a:lnTo>
                    <a:pt x="3556147" y="1582657"/>
                  </a:lnTo>
                  <a:lnTo>
                    <a:pt x="3556240" y="1582657"/>
                  </a:lnTo>
                  <a:lnTo>
                    <a:pt x="3556333" y="1582657"/>
                  </a:lnTo>
                  <a:lnTo>
                    <a:pt x="3556426" y="1582657"/>
                  </a:lnTo>
                  <a:lnTo>
                    <a:pt x="3556520" y="1582657"/>
                  </a:lnTo>
                  <a:lnTo>
                    <a:pt x="3556613" y="1582657"/>
                  </a:lnTo>
                  <a:lnTo>
                    <a:pt x="3556706" y="1582657"/>
                  </a:lnTo>
                  <a:lnTo>
                    <a:pt x="3556799" y="1582657"/>
                  </a:lnTo>
                  <a:lnTo>
                    <a:pt x="3556799" y="1572703"/>
                  </a:lnTo>
                  <a:lnTo>
                    <a:pt x="3556893" y="1572703"/>
                  </a:lnTo>
                  <a:lnTo>
                    <a:pt x="3556986" y="1572703"/>
                  </a:lnTo>
                  <a:lnTo>
                    <a:pt x="3557079" y="1572703"/>
                  </a:lnTo>
                  <a:lnTo>
                    <a:pt x="3557172" y="1572703"/>
                  </a:lnTo>
                  <a:lnTo>
                    <a:pt x="3557266" y="1572703"/>
                  </a:lnTo>
                  <a:lnTo>
                    <a:pt x="3557359" y="1572703"/>
                  </a:lnTo>
                  <a:lnTo>
                    <a:pt x="3557452" y="1572703"/>
                  </a:lnTo>
                  <a:lnTo>
                    <a:pt x="3557545" y="1572703"/>
                  </a:lnTo>
                  <a:lnTo>
                    <a:pt x="3557639" y="1572703"/>
                  </a:lnTo>
                  <a:lnTo>
                    <a:pt x="3557732" y="1572703"/>
                  </a:lnTo>
                  <a:lnTo>
                    <a:pt x="3557825" y="1572703"/>
                  </a:lnTo>
                  <a:lnTo>
                    <a:pt x="3557918" y="1572703"/>
                  </a:lnTo>
                  <a:lnTo>
                    <a:pt x="3558012" y="1572703"/>
                  </a:lnTo>
                  <a:lnTo>
                    <a:pt x="3558105" y="1572703"/>
                  </a:lnTo>
                  <a:lnTo>
                    <a:pt x="3558198" y="1572703"/>
                  </a:lnTo>
                  <a:lnTo>
                    <a:pt x="3558291" y="1572703"/>
                  </a:lnTo>
                  <a:lnTo>
                    <a:pt x="3558385" y="1572703"/>
                  </a:lnTo>
                  <a:lnTo>
                    <a:pt x="3558478" y="1572703"/>
                  </a:lnTo>
                  <a:lnTo>
                    <a:pt x="3558571" y="1572703"/>
                  </a:lnTo>
                  <a:lnTo>
                    <a:pt x="3558664" y="1572703"/>
                  </a:lnTo>
                  <a:lnTo>
                    <a:pt x="3558758" y="1572703"/>
                  </a:lnTo>
                  <a:lnTo>
                    <a:pt x="3558851" y="1572703"/>
                  </a:lnTo>
                  <a:lnTo>
                    <a:pt x="3558944" y="1572703"/>
                  </a:lnTo>
                  <a:lnTo>
                    <a:pt x="3559037" y="1572703"/>
                  </a:lnTo>
                  <a:lnTo>
                    <a:pt x="3559130" y="1572703"/>
                  </a:lnTo>
                  <a:lnTo>
                    <a:pt x="3559224" y="1572703"/>
                  </a:lnTo>
                  <a:lnTo>
                    <a:pt x="3559317" y="1572703"/>
                  </a:lnTo>
                  <a:lnTo>
                    <a:pt x="3559410" y="1572703"/>
                  </a:lnTo>
                  <a:lnTo>
                    <a:pt x="3559503" y="1572703"/>
                  </a:lnTo>
                  <a:lnTo>
                    <a:pt x="3559597" y="1572703"/>
                  </a:lnTo>
                  <a:lnTo>
                    <a:pt x="3559690" y="1572703"/>
                  </a:lnTo>
                  <a:lnTo>
                    <a:pt x="3559783" y="1572703"/>
                  </a:lnTo>
                  <a:lnTo>
                    <a:pt x="3559876" y="1572703"/>
                  </a:lnTo>
                  <a:lnTo>
                    <a:pt x="3559970" y="1572703"/>
                  </a:lnTo>
                  <a:lnTo>
                    <a:pt x="3560063" y="1572703"/>
                  </a:lnTo>
                  <a:lnTo>
                    <a:pt x="3560156" y="1572703"/>
                  </a:lnTo>
                  <a:lnTo>
                    <a:pt x="3560249" y="1572703"/>
                  </a:lnTo>
                  <a:lnTo>
                    <a:pt x="3560343" y="1572703"/>
                  </a:lnTo>
                  <a:lnTo>
                    <a:pt x="3560436" y="1572703"/>
                  </a:lnTo>
                  <a:lnTo>
                    <a:pt x="3560529" y="1572703"/>
                  </a:lnTo>
                  <a:lnTo>
                    <a:pt x="3560622" y="1572703"/>
                  </a:lnTo>
                  <a:lnTo>
                    <a:pt x="3560716" y="1572703"/>
                  </a:lnTo>
                  <a:lnTo>
                    <a:pt x="3560809" y="1572703"/>
                  </a:lnTo>
                  <a:lnTo>
                    <a:pt x="3560902" y="1572703"/>
                  </a:lnTo>
                  <a:lnTo>
                    <a:pt x="3560995" y="1572703"/>
                  </a:lnTo>
                  <a:lnTo>
                    <a:pt x="3561089" y="1572703"/>
                  </a:lnTo>
                  <a:lnTo>
                    <a:pt x="3561182" y="1572703"/>
                  </a:lnTo>
                  <a:lnTo>
                    <a:pt x="3561275" y="1572703"/>
                  </a:lnTo>
                  <a:lnTo>
                    <a:pt x="3561368" y="1572703"/>
                  </a:lnTo>
                  <a:lnTo>
                    <a:pt x="3561462" y="1572703"/>
                  </a:lnTo>
                  <a:lnTo>
                    <a:pt x="3561555" y="1572703"/>
                  </a:lnTo>
                  <a:lnTo>
                    <a:pt x="3561648" y="1572703"/>
                  </a:lnTo>
                  <a:lnTo>
                    <a:pt x="3561648" y="1562750"/>
                  </a:lnTo>
                  <a:lnTo>
                    <a:pt x="3561741" y="1562750"/>
                  </a:lnTo>
                  <a:lnTo>
                    <a:pt x="3561835" y="1562750"/>
                  </a:lnTo>
                  <a:lnTo>
                    <a:pt x="3561928" y="1562750"/>
                  </a:lnTo>
                  <a:lnTo>
                    <a:pt x="3562021" y="1562750"/>
                  </a:lnTo>
                  <a:lnTo>
                    <a:pt x="3562114" y="1562750"/>
                  </a:lnTo>
                  <a:lnTo>
                    <a:pt x="3562208" y="1562750"/>
                  </a:lnTo>
                  <a:lnTo>
                    <a:pt x="3562301" y="1562750"/>
                  </a:lnTo>
                  <a:lnTo>
                    <a:pt x="3562394" y="1562750"/>
                  </a:lnTo>
                  <a:lnTo>
                    <a:pt x="3562487" y="1562750"/>
                  </a:lnTo>
                  <a:lnTo>
                    <a:pt x="3562581" y="1562750"/>
                  </a:lnTo>
                  <a:lnTo>
                    <a:pt x="3562674" y="1562750"/>
                  </a:lnTo>
                  <a:lnTo>
                    <a:pt x="3562767" y="1562750"/>
                  </a:lnTo>
                  <a:lnTo>
                    <a:pt x="3562860" y="1562750"/>
                  </a:lnTo>
                  <a:lnTo>
                    <a:pt x="3562954" y="1562750"/>
                  </a:lnTo>
                  <a:lnTo>
                    <a:pt x="3563047" y="1562750"/>
                  </a:lnTo>
                  <a:lnTo>
                    <a:pt x="3563140" y="1562750"/>
                  </a:lnTo>
                  <a:lnTo>
                    <a:pt x="3563233" y="1562750"/>
                  </a:lnTo>
                  <a:lnTo>
                    <a:pt x="3563327" y="1562750"/>
                  </a:lnTo>
                  <a:lnTo>
                    <a:pt x="3563420" y="1562750"/>
                  </a:lnTo>
                  <a:lnTo>
                    <a:pt x="3563513" y="1562750"/>
                  </a:lnTo>
                  <a:lnTo>
                    <a:pt x="3563606" y="1562750"/>
                  </a:lnTo>
                  <a:lnTo>
                    <a:pt x="3563700" y="1562750"/>
                  </a:lnTo>
                  <a:lnTo>
                    <a:pt x="3563793" y="1562750"/>
                  </a:lnTo>
                  <a:lnTo>
                    <a:pt x="3563886" y="1562750"/>
                  </a:lnTo>
                  <a:lnTo>
                    <a:pt x="3563979" y="1562750"/>
                  </a:lnTo>
                  <a:lnTo>
                    <a:pt x="3564073" y="1562750"/>
                  </a:lnTo>
                  <a:lnTo>
                    <a:pt x="3564166" y="1562750"/>
                  </a:lnTo>
                  <a:lnTo>
                    <a:pt x="3564259" y="1562750"/>
                  </a:lnTo>
                  <a:lnTo>
                    <a:pt x="3564352" y="1562750"/>
                  </a:lnTo>
                  <a:lnTo>
                    <a:pt x="3564446" y="1562750"/>
                  </a:lnTo>
                  <a:lnTo>
                    <a:pt x="3564539" y="1562750"/>
                  </a:lnTo>
                  <a:lnTo>
                    <a:pt x="3564632" y="1562750"/>
                  </a:lnTo>
                  <a:lnTo>
                    <a:pt x="3564725" y="1562750"/>
                  </a:lnTo>
                  <a:lnTo>
                    <a:pt x="3564819" y="1562750"/>
                  </a:lnTo>
                  <a:lnTo>
                    <a:pt x="3564912" y="1562750"/>
                  </a:lnTo>
                  <a:lnTo>
                    <a:pt x="3565005" y="1562750"/>
                  </a:lnTo>
                  <a:lnTo>
                    <a:pt x="3565098" y="1562750"/>
                  </a:lnTo>
                  <a:lnTo>
                    <a:pt x="3565192" y="1562750"/>
                  </a:lnTo>
                  <a:lnTo>
                    <a:pt x="3565285" y="1562750"/>
                  </a:lnTo>
                  <a:lnTo>
                    <a:pt x="3565378" y="1562750"/>
                  </a:lnTo>
                  <a:lnTo>
                    <a:pt x="3565471" y="1562750"/>
                  </a:lnTo>
                  <a:lnTo>
                    <a:pt x="3565565" y="1562750"/>
                  </a:lnTo>
                  <a:lnTo>
                    <a:pt x="3565658" y="1562750"/>
                  </a:lnTo>
                  <a:lnTo>
                    <a:pt x="3565751" y="1562750"/>
                  </a:lnTo>
                  <a:lnTo>
                    <a:pt x="3565844" y="1562750"/>
                  </a:lnTo>
                  <a:lnTo>
                    <a:pt x="3565938" y="1562750"/>
                  </a:lnTo>
                  <a:lnTo>
                    <a:pt x="3566031" y="1562750"/>
                  </a:lnTo>
                  <a:lnTo>
                    <a:pt x="3566124" y="1562750"/>
                  </a:lnTo>
                  <a:lnTo>
                    <a:pt x="3566217" y="1562750"/>
                  </a:lnTo>
                  <a:lnTo>
                    <a:pt x="3566310" y="1562750"/>
                  </a:lnTo>
                  <a:lnTo>
                    <a:pt x="3566404" y="1562750"/>
                  </a:lnTo>
                  <a:lnTo>
                    <a:pt x="3566497" y="1562750"/>
                  </a:lnTo>
                  <a:lnTo>
                    <a:pt x="3566590" y="1562750"/>
                  </a:lnTo>
                  <a:lnTo>
                    <a:pt x="3566683" y="1562750"/>
                  </a:lnTo>
                  <a:lnTo>
                    <a:pt x="3566777" y="1562750"/>
                  </a:lnTo>
                  <a:lnTo>
                    <a:pt x="3566777" y="1552796"/>
                  </a:lnTo>
                  <a:lnTo>
                    <a:pt x="3566870" y="1552796"/>
                  </a:lnTo>
                  <a:lnTo>
                    <a:pt x="3566963" y="1552796"/>
                  </a:lnTo>
                  <a:lnTo>
                    <a:pt x="3567056" y="1552796"/>
                  </a:lnTo>
                  <a:lnTo>
                    <a:pt x="3567150" y="1552796"/>
                  </a:lnTo>
                  <a:lnTo>
                    <a:pt x="3567243" y="1552796"/>
                  </a:lnTo>
                  <a:lnTo>
                    <a:pt x="3567336" y="1552796"/>
                  </a:lnTo>
                  <a:lnTo>
                    <a:pt x="3567429" y="1552796"/>
                  </a:lnTo>
                  <a:lnTo>
                    <a:pt x="3567523" y="1552796"/>
                  </a:lnTo>
                  <a:lnTo>
                    <a:pt x="3567616" y="1552796"/>
                  </a:lnTo>
                  <a:lnTo>
                    <a:pt x="3567709" y="1552796"/>
                  </a:lnTo>
                  <a:lnTo>
                    <a:pt x="3567802" y="1552796"/>
                  </a:lnTo>
                  <a:lnTo>
                    <a:pt x="3567896" y="1552796"/>
                  </a:lnTo>
                  <a:lnTo>
                    <a:pt x="3567989" y="1552796"/>
                  </a:lnTo>
                  <a:lnTo>
                    <a:pt x="3568082" y="1552796"/>
                  </a:lnTo>
                  <a:lnTo>
                    <a:pt x="3568175" y="1552796"/>
                  </a:lnTo>
                  <a:lnTo>
                    <a:pt x="3568269" y="1552796"/>
                  </a:lnTo>
                  <a:lnTo>
                    <a:pt x="3568362" y="1552796"/>
                  </a:lnTo>
                  <a:lnTo>
                    <a:pt x="3568455" y="1552796"/>
                  </a:lnTo>
                  <a:lnTo>
                    <a:pt x="3568455" y="1542842"/>
                  </a:lnTo>
                  <a:lnTo>
                    <a:pt x="3568548" y="1542842"/>
                  </a:lnTo>
                  <a:lnTo>
                    <a:pt x="3568642" y="1542842"/>
                  </a:lnTo>
                  <a:lnTo>
                    <a:pt x="3568735" y="1542842"/>
                  </a:lnTo>
                  <a:lnTo>
                    <a:pt x="3568828" y="1542842"/>
                  </a:lnTo>
                  <a:lnTo>
                    <a:pt x="3568921" y="1542842"/>
                  </a:lnTo>
                  <a:lnTo>
                    <a:pt x="3569015" y="1542842"/>
                  </a:lnTo>
                  <a:lnTo>
                    <a:pt x="3569108" y="1542842"/>
                  </a:lnTo>
                  <a:lnTo>
                    <a:pt x="3569201" y="1542842"/>
                  </a:lnTo>
                  <a:lnTo>
                    <a:pt x="3569294" y="1542842"/>
                  </a:lnTo>
                  <a:lnTo>
                    <a:pt x="3569388" y="1542842"/>
                  </a:lnTo>
                  <a:lnTo>
                    <a:pt x="3569481" y="1542842"/>
                  </a:lnTo>
                  <a:lnTo>
                    <a:pt x="3569574" y="1542842"/>
                  </a:lnTo>
                  <a:lnTo>
                    <a:pt x="3569667" y="1542842"/>
                  </a:lnTo>
                  <a:lnTo>
                    <a:pt x="3569761" y="1542842"/>
                  </a:lnTo>
                  <a:lnTo>
                    <a:pt x="3569854" y="1542842"/>
                  </a:lnTo>
                  <a:lnTo>
                    <a:pt x="3569947" y="1542842"/>
                  </a:lnTo>
                  <a:lnTo>
                    <a:pt x="3570040" y="1542842"/>
                  </a:lnTo>
                  <a:lnTo>
                    <a:pt x="3570134" y="1542842"/>
                  </a:lnTo>
                  <a:lnTo>
                    <a:pt x="3570227" y="1542842"/>
                  </a:lnTo>
                  <a:lnTo>
                    <a:pt x="3570320" y="1542842"/>
                  </a:lnTo>
                  <a:lnTo>
                    <a:pt x="3570413" y="1542842"/>
                  </a:lnTo>
                  <a:lnTo>
                    <a:pt x="3570507" y="1542842"/>
                  </a:lnTo>
                  <a:lnTo>
                    <a:pt x="3570600" y="1542842"/>
                  </a:lnTo>
                  <a:lnTo>
                    <a:pt x="3570693" y="1542842"/>
                  </a:lnTo>
                  <a:lnTo>
                    <a:pt x="3570786" y="1542842"/>
                  </a:lnTo>
                  <a:lnTo>
                    <a:pt x="3570880" y="1542842"/>
                  </a:lnTo>
                  <a:lnTo>
                    <a:pt x="3570973" y="1542842"/>
                  </a:lnTo>
                  <a:lnTo>
                    <a:pt x="3571066" y="1542842"/>
                  </a:lnTo>
                  <a:lnTo>
                    <a:pt x="3571159" y="1542842"/>
                  </a:lnTo>
                  <a:lnTo>
                    <a:pt x="3571253" y="1542842"/>
                  </a:lnTo>
                  <a:lnTo>
                    <a:pt x="3571346" y="1542842"/>
                  </a:lnTo>
                  <a:lnTo>
                    <a:pt x="3571439" y="1542842"/>
                  </a:lnTo>
                  <a:lnTo>
                    <a:pt x="3571532" y="1542842"/>
                  </a:lnTo>
                  <a:lnTo>
                    <a:pt x="3571626" y="1542842"/>
                  </a:lnTo>
                  <a:lnTo>
                    <a:pt x="3571719" y="1542842"/>
                  </a:lnTo>
                  <a:lnTo>
                    <a:pt x="3571812" y="1542842"/>
                  </a:lnTo>
                  <a:lnTo>
                    <a:pt x="3571905" y="1542842"/>
                  </a:lnTo>
                  <a:lnTo>
                    <a:pt x="3571999" y="1542842"/>
                  </a:lnTo>
                  <a:lnTo>
                    <a:pt x="3572092" y="1542842"/>
                  </a:lnTo>
                  <a:lnTo>
                    <a:pt x="3572185" y="1542842"/>
                  </a:lnTo>
                  <a:lnTo>
                    <a:pt x="3572278" y="1542842"/>
                  </a:lnTo>
                  <a:lnTo>
                    <a:pt x="3572372" y="1542842"/>
                  </a:lnTo>
                  <a:lnTo>
                    <a:pt x="3572465" y="1542842"/>
                  </a:lnTo>
                  <a:lnTo>
                    <a:pt x="3572558" y="1542842"/>
                  </a:lnTo>
                  <a:lnTo>
                    <a:pt x="3572651" y="1542842"/>
                  </a:lnTo>
                  <a:lnTo>
                    <a:pt x="3572745" y="1542842"/>
                  </a:lnTo>
                  <a:lnTo>
                    <a:pt x="3572838" y="1542842"/>
                  </a:lnTo>
                  <a:lnTo>
                    <a:pt x="3572931" y="1542842"/>
                  </a:lnTo>
                  <a:lnTo>
                    <a:pt x="3573024" y="1542842"/>
                  </a:lnTo>
                  <a:lnTo>
                    <a:pt x="3573117" y="1542842"/>
                  </a:lnTo>
                  <a:lnTo>
                    <a:pt x="3573211" y="1542842"/>
                  </a:lnTo>
                  <a:lnTo>
                    <a:pt x="3573304" y="1542842"/>
                  </a:lnTo>
                  <a:lnTo>
                    <a:pt x="3573397" y="1542842"/>
                  </a:lnTo>
                  <a:lnTo>
                    <a:pt x="3573490" y="1542842"/>
                  </a:lnTo>
                  <a:lnTo>
                    <a:pt x="3573584" y="1542842"/>
                  </a:lnTo>
                  <a:lnTo>
                    <a:pt x="3573677" y="1542842"/>
                  </a:lnTo>
                  <a:lnTo>
                    <a:pt x="3573770" y="1542842"/>
                  </a:lnTo>
                  <a:lnTo>
                    <a:pt x="3573863" y="1542842"/>
                  </a:lnTo>
                  <a:lnTo>
                    <a:pt x="3573957" y="1542842"/>
                  </a:lnTo>
                  <a:lnTo>
                    <a:pt x="3574050" y="1542842"/>
                  </a:lnTo>
                  <a:lnTo>
                    <a:pt x="3574143" y="1542842"/>
                  </a:lnTo>
                  <a:lnTo>
                    <a:pt x="3574236" y="1542842"/>
                  </a:lnTo>
                  <a:lnTo>
                    <a:pt x="3574330" y="1542842"/>
                  </a:lnTo>
                  <a:lnTo>
                    <a:pt x="3574330" y="1532888"/>
                  </a:lnTo>
                  <a:lnTo>
                    <a:pt x="3574423" y="1532888"/>
                  </a:lnTo>
                  <a:lnTo>
                    <a:pt x="3574516" y="1532888"/>
                  </a:lnTo>
                  <a:lnTo>
                    <a:pt x="3574609" y="1532888"/>
                  </a:lnTo>
                  <a:lnTo>
                    <a:pt x="3574703" y="1532888"/>
                  </a:lnTo>
                  <a:lnTo>
                    <a:pt x="3574796" y="1532888"/>
                  </a:lnTo>
                  <a:lnTo>
                    <a:pt x="3574889" y="1532888"/>
                  </a:lnTo>
                  <a:lnTo>
                    <a:pt x="3574982" y="1532888"/>
                  </a:lnTo>
                  <a:lnTo>
                    <a:pt x="3575076" y="1532888"/>
                  </a:lnTo>
                  <a:lnTo>
                    <a:pt x="3575169" y="1532888"/>
                  </a:lnTo>
                  <a:lnTo>
                    <a:pt x="3575262" y="1532888"/>
                  </a:lnTo>
                  <a:lnTo>
                    <a:pt x="3575355" y="1532888"/>
                  </a:lnTo>
                  <a:lnTo>
                    <a:pt x="3575449" y="1532888"/>
                  </a:lnTo>
                  <a:lnTo>
                    <a:pt x="3575542" y="1532888"/>
                  </a:lnTo>
                  <a:lnTo>
                    <a:pt x="3575635" y="1532888"/>
                  </a:lnTo>
                  <a:lnTo>
                    <a:pt x="3575728" y="1532888"/>
                  </a:lnTo>
                  <a:lnTo>
                    <a:pt x="3575822" y="1532888"/>
                  </a:lnTo>
                  <a:lnTo>
                    <a:pt x="3575915" y="1532888"/>
                  </a:lnTo>
                  <a:lnTo>
                    <a:pt x="3576008" y="1532888"/>
                  </a:lnTo>
                  <a:lnTo>
                    <a:pt x="3576101" y="1532888"/>
                  </a:lnTo>
                  <a:lnTo>
                    <a:pt x="3576195" y="1532888"/>
                  </a:lnTo>
                  <a:lnTo>
                    <a:pt x="3576288" y="1532888"/>
                  </a:lnTo>
                  <a:lnTo>
                    <a:pt x="3576381" y="1532888"/>
                  </a:lnTo>
                  <a:lnTo>
                    <a:pt x="3576474" y="1532888"/>
                  </a:lnTo>
                  <a:lnTo>
                    <a:pt x="3576568" y="1532888"/>
                  </a:lnTo>
                  <a:lnTo>
                    <a:pt x="3576661" y="1532888"/>
                  </a:lnTo>
                  <a:lnTo>
                    <a:pt x="3576754" y="1532888"/>
                  </a:lnTo>
                  <a:lnTo>
                    <a:pt x="3576847" y="1532888"/>
                  </a:lnTo>
                  <a:lnTo>
                    <a:pt x="3576941" y="1532888"/>
                  </a:lnTo>
                  <a:lnTo>
                    <a:pt x="3577034" y="1532888"/>
                  </a:lnTo>
                  <a:lnTo>
                    <a:pt x="3577127" y="1532888"/>
                  </a:lnTo>
                  <a:lnTo>
                    <a:pt x="3577220" y="1532888"/>
                  </a:lnTo>
                  <a:lnTo>
                    <a:pt x="3577314" y="1532888"/>
                  </a:lnTo>
                  <a:lnTo>
                    <a:pt x="3577407" y="1532888"/>
                  </a:lnTo>
                  <a:lnTo>
                    <a:pt x="3577500" y="1532888"/>
                  </a:lnTo>
                  <a:lnTo>
                    <a:pt x="3577593" y="1532888"/>
                  </a:lnTo>
                  <a:lnTo>
                    <a:pt x="3577687" y="1532888"/>
                  </a:lnTo>
                  <a:lnTo>
                    <a:pt x="3577780" y="1532888"/>
                  </a:lnTo>
                  <a:lnTo>
                    <a:pt x="3577873" y="1532888"/>
                  </a:lnTo>
                  <a:lnTo>
                    <a:pt x="3577966" y="1532888"/>
                  </a:lnTo>
                  <a:lnTo>
                    <a:pt x="3578060" y="1532888"/>
                  </a:lnTo>
                  <a:lnTo>
                    <a:pt x="3578153" y="1532888"/>
                  </a:lnTo>
                  <a:lnTo>
                    <a:pt x="3578246" y="1532888"/>
                  </a:lnTo>
                  <a:lnTo>
                    <a:pt x="3578339" y="1532888"/>
                  </a:lnTo>
                  <a:lnTo>
                    <a:pt x="3578433" y="1532888"/>
                  </a:lnTo>
                  <a:lnTo>
                    <a:pt x="3578526" y="1532888"/>
                  </a:lnTo>
                  <a:lnTo>
                    <a:pt x="3578619" y="1532888"/>
                  </a:lnTo>
                  <a:lnTo>
                    <a:pt x="3578712" y="1532888"/>
                  </a:lnTo>
                  <a:lnTo>
                    <a:pt x="3578806" y="1532888"/>
                  </a:lnTo>
                  <a:lnTo>
                    <a:pt x="3578899" y="1532888"/>
                  </a:lnTo>
                  <a:lnTo>
                    <a:pt x="3578992" y="1532888"/>
                  </a:lnTo>
                  <a:lnTo>
                    <a:pt x="3579085" y="1532888"/>
                  </a:lnTo>
                  <a:lnTo>
                    <a:pt x="3579179" y="1532888"/>
                  </a:lnTo>
                  <a:lnTo>
                    <a:pt x="3579272" y="1532888"/>
                  </a:lnTo>
                  <a:lnTo>
                    <a:pt x="3579365" y="1532888"/>
                  </a:lnTo>
                  <a:lnTo>
                    <a:pt x="3579458" y="1532888"/>
                  </a:lnTo>
                  <a:lnTo>
                    <a:pt x="3579552" y="1532888"/>
                  </a:lnTo>
                  <a:lnTo>
                    <a:pt x="3579645" y="1532888"/>
                  </a:lnTo>
                  <a:lnTo>
                    <a:pt x="3579738" y="1532888"/>
                  </a:lnTo>
                  <a:lnTo>
                    <a:pt x="3579831" y="1532888"/>
                  </a:lnTo>
                  <a:lnTo>
                    <a:pt x="3579924" y="1532888"/>
                  </a:lnTo>
                  <a:lnTo>
                    <a:pt x="3580018" y="1532888"/>
                  </a:lnTo>
                  <a:lnTo>
                    <a:pt x="3580111" y="1532888"/>
                  </a:lnTo>
                  <a:lnTo>
                    <a:pt x="3580204" y="1532888"/>
                  </a:lnTo>
                  <a:lnTo>
                    <a:pt x="3580297" y="1532888"/>
                  </a:lnTo>
                  <a:lnTo>
                    <a:pt x="3580391" y="1532888"/>
                  </a:lnTo>
                  <a:lnTo>
                    <a:pt x="3580484" y="1532888"/>
                  </a:lnTo>
                  <a:lnTo>
                    <a:pt x="3580577" y="1532888"/>
                  </a:lnTo>
                  <a:lnTo>
                    <a:pt x="3580670" y="1532888"/>
                  </a:lnTo>
                  <a:lnTo>
                    <a:pt x="3580764" y="1532888"/>
                  </a:lnTo>
                  <a:lnTo>
                    <a:pt x="3580857" y="1532888"/>
                  </a:lnTo>
                  <a:lnTo>
                    <a:pt x="3580950" y="1532888"/>
                  </a:lnTo>
                  <a:lnTo>
                    <a:pt x="3581043" y="1532888"/>
                  </a:lnTo>
                  <a:lnTo>
                    <a:pt x="3581137" y="1532888"/>
                  </a:lnTo>
                  <a:lnTo>
                    <a:pt x="3581230" y="1532888"/>
                  </a:lnTo>
                  <a:lnTo>
                    <a:pt x="3581323" y="1532888"/>
                  </a:lnTo>
                  <a:lnTo>
                    <a:pt x="3581416" y="1532888"/>
                  </a:lnTo>
                  <a:lnTo>
                    <a:pt x="3581510" y="1532888"/>
                  </a:lnTo>
                  <a:lnTo>
                    <a:pt x="3581603" y="1532888"/>
                  </a:lnTo>
                  <a:lnTo>
                    <a:pt x="3581696" y="1532888"/>
                  </a:lnTo>
                  <a:lnTo>
                    <a:pt x="3581789" y="1532888"/>
                  </a:lnTo>
                  <a:lnTo>
                    <a:pt x="3581883" y="1532888"/>
                  </a:lnTo>
                  <a:lnTo>
                    <a:pt x="3581976" y="1532888"/>
                  </a:lnTo>
                  <a:lnTo>
                    <a:pt x="3582069" y="1532888"/>
                  </a:lnTo>
                  <a:lnTo>
                    <a:pt x="3582162" y="1532888"/>
                  </a:lnTo>
                  <a:lnTo>
                    <a:pt x="3582256" y="1532888"/>
                  </a:lnTo>
                  <a:lnTo>
                    <a:pt x="3582349" y="1532888"/>
                  </a:lnTo>
                  <a:lnTo>
                    <a:pt x="3582442" y="1532888"/>
                  </a:lnTo>
                  <a:lnTo>
                    <a:pt x="3582535" y="1532888"/>
                  </a:lnTo>
                  <a:lnTo>
                    <a:pt x="3582629" y="1532888"/>
                  </a:lnTo>
                  <a:lnTo>
                    <a:pt x="3582722" y="1532888"/>
                  </a:lnTo>
                  <a:lnTo>
                    <a:pt x="3582815" y="1532888"/>
                  </a:lnTo>
                  <a:lnTo>
                    <a:pt x="3582908" y="1532888"/>
                  </a:lnTo>
                  <a:lnTo>
                    <a:pt x="3583002" y="1532888"/>
                  </a:lnTo>
                  <a:lnTo>
                    <a:pt x="3583095" y="1532888"/>
                  </a:lnTo>
                  <a:lnTo>
                    <a:pt x="3583188" y="1532888"/>
                  </a:lnTo>
                  <a:lnTo>
                    <a:pt x="3583281" y="1532888"/>
                  </a:lnTo>
                  <a:lnTo>
                    <a:pt x="3583375" y="1532888"/>
                  </a:lnTo>
                  <a:lnTo>
                    <a:pt x="3583468" y="1532888"/>
                  </a:lnTo>
                  <a:lnTo>
                    <a:pt x="3583561" y="1532888"/>
                  </a:lnTo>
                  <a:lnTo>
                    <a:pt x="3583654" y="1532888"/>
                  </a:lnTo>
                  <a:lnTo>
                    <a:pt x="3583748" y="1532888"/>
                  </a:lnTo>
                  <a:lnTo>
                    <a:pt x="3583841" y="1532888"/>
                  </a:lnTo>
                  <a:lnTo>
                    <a:pt x="3583934" y="1532888"/>
                  </a:lnTo>
                  <a:lnTo>
                    <a:pt x="3584027" y="1532888"/>
                  </a:lnTo>
                  <a:lnTo>
                    <a:pt x="3584121" y="1532888"/>
                  </a:lnTo>
                  <a:lnTo>
                    <a:pt x="3584214" y="1532888"/>
                  </a:lnTo>
                  <a:lnTo>
                    <a:pt x="3584307" y="1532888"/>
                  </a:lnTo>
                  <a:lnTo>
                    <a:pt x="3584400" y="1532888"/>
                  </a:lnTo>
                  <a:lnTo>
                    <a:pt x="3584494" y="1532888"/>
                  </a:lnTo>
                  <a:lnTo>
                    <a:pt x="3584587" y="1532888"/>
                  </a:lnTo>
                  <a:lnTo>
                    <a:pt x="3584680" y="1532888"/>
                  </a:lnTo>
                  <a:lnTo>
                    <a:pt x="3584773" y="1532888"/>
                  </a:lnTo>
                  <a:lnTo>
                    <a:pt x="3584867" y="1532888"/>
                  </a:lnTo>
                  <a:lnTo>
                    <a:pt x="3584960" y="1532888"/>
                  </a:lnTo>
                  <a:lnTo>
                    <a:pt x="3585053" y="1532888"/>
                  </a:lnTo>
                  <a:lnTo>
                    <a:pt x="3585146" y="1532888"/>
                  </a:lnTo>
                  <a:lnTo>
                    <a:pt x="3585240" y="1532888"/>
                  </a:lnTo>
                  <a:lnTo>
                    <a:pt x="3585333" y="1532888"/>
                  </a:lnTo>
                  <a:lnTo>
                    <a:pt x="3585426" y="1532888"/>
                  </a:lnTo>
                  <a:lnTo>
                    <a:pt x="3585519" y="1532888"/>
                  </a:lnTo>
                  <a:lnTo>
                    <a:pt x="3585613" y="1532888"/>
                  </a:lnTo>
                  <a:lnTo>
                    <a:pt x="3585706" y="1532888"/>
                  </a:lnTo>
                  <a:lnTo>
                    <a:pt x="3585799" y="1532888"/>
                  </a:lnTo>
                  <a:lnTo>
                    <a:pt x="3585892" y="1532888"/>
                  </a:lnTo>
                  <a:lnTo>
                    <a:pt x="3585986" y="1532888"/>
                  </a:lnTo>
                  <a:lnTo>
                    <a:pt x="3586079" y="1532888"/>
                  </a:lnTo>
                  <a:lnTo>
                    <a:pt x="3586172" y="1532888"/>
                  </a:lnTo>
                  <a:lnTo>
                    <a:pt x="3586265" y="1532888"/>
                  </a:lnTo>
                  <a:lnTo>
                    <a:pt x="3586359" y="1532888"/>
                  </a:lnTo>
                  <a:lnTo>
                    <a:pt x="3586452" y="1532888"/>
                  </a:lnTo>
                  <a:lnTo>
                    <a:pt x="3586545" y="1532888"/>
                  </a:lnTo>
                  <a:lnTo>
                    <a:pt x="3586638" y="1532888"/>
                  </a:lnTo>
                  <a:lnTo>
                    <a:pt x="3586732" y="1532888"/>
                  </a:lnTo>
                  <a:lnTo>
                    <a:pt x="3586825" y="1532888"/>
                  </a:lnTo>
                  <a:lnTo>
                    <a:pt x="3586918" y="1532888"/>
                  </a:lnTo>
                  <a:lnTo>
                    <a:pt x="3587011" y="1532888"/>
                  </a:lnTo>
                  <a:lnTo>
                    <a:pt x="3587104" y="1532888"/>
                  </a:lnTo>
                  <a:lnTo>
                    <a:pt x="3587198" y="1532888"/>
                  </a:lnTo>
                  <a:lnTo>
                    <a:pt x="3587291" y="1532888"/>
                  </a:lnTo>
                  <a:lnTo>
                    <a:pt x="3587384" y="1532888"/>
                  </a:lnTo>
                  <a:lnTo>
                    <a:pt x="3587477" y="1532888"/>
                  </a:lnTo>
                  <a:lnTo>
                    <a:pt x="3587571" y="1532888"/>
                  </a:lnTo>
                  <a:lnTo>
                    <a:pt x="3587664" y="1532888"/>
                  </a:lnTo>
                  <a:lnTo>
                    <a:pt x="3587757" y="1532888"/>
                  </a:lnTo>
                  <a:lnTo>
                    <a:pt x="3587850" y="1532888"/>
                  </a:lnTo>
                  <a:lnTo>
                    <a:pt x="3587944" y="1532888"/>
                  </a:lnTo>
                  <a:lnTo>
                    <a:pt x="3588037" y="1532888"/>
                  </a:lnTo>
                  <a:lnTo>
                    <a:pt x="3588130" y="1532888"/>
                  </a:lnTo>
                  <a:lnTo>
                    <a:pt x="3588223" y="1532888"/>
                  </a:lnTo>
                  <a:lnTo>
                    <a:pt x="3588317" y="1532888"/>
                  </a:lnTo>
                  <a:lnTo>
                    <a:pt x="3588410" y="1532888"/>
                  </a:lnTo>
                  <a:lnTo>
                    <a:pt x="3588410" y="1522934"/>
                  </a:lnTo>
                  <a:lnTo>
                    <a:pt x="3588503" y="1522934"/>
                  </a:lnTo>
                  <a:lnTo>
                    <a:pt x="3588596" y="1522934"/>
                  </a:lnTo>
                  <a:lnTo>
                    <a:pt x="3588690" y="1522934"/>
                  </a:lnTo>
                  <a:lnTo>
                    <a:pt x="3588783" y="1522934"/>
                  </a:lnTo>
                  <a:lnTo>
                    <a:pt x="3588876" y="1522934"/>
                  </a:lnTo>
                  <a:lnTo>
                    <a:pt x="3588969" y="1522934"/>
                  </a:lnTo>
                  <a:lnTo>
                    <a:pt x="3589063" y="1522934"/>
                  </a:lnTo>
                  <a:lnTo>
                    <a:pt x="3589156" y="1522934"/>
                  </a:lnTo>
                  <a:lnTo>
                    <a:pt x="3589249" y="1522934"/>
                  </a:lnTo>
                  <a:lnTo>
                    <a:pt x="3589342" y="1522934"/>
                  </a:lnTo>
                  <a:lnTo>
                    <a:pt x="3589436" y="1522934"/>
                  </a:lnTo>
                  <a:lnTo>
                    <a:pt x="3589529" y="1522934"/>
                  </a:lnTo>
                  <a:lnTo>
                    <a:pt x="3589622" y="1522934"/>
                  </a:lnTo>
                  <a:lnTo>
                    <a:pt x="3589715" y="1522934"/>
                  </a:lnTo>
                  <a:lnTo>
                    <a:pt x="3589809" y="1522934"/>
                  </a:lnTo>
                  <a:lnTo>
                    <a:pt x="3589902" y="1522934"/>
                  </a:lnTo>
                  <a:lnTo>
                    <a:pt x="3589995" y="1522934"/>
                  </a:lnTo>
                  <a:lnTo>
                    <a:pt x="3590088" y="1522934"/>
                  </a:lnTo>
                  <a:lnTo>
                    <a:pt x="3590182" y="1522934"/>
                  </a:lnTo>
                  <a:lnTo>
                    <a:pt x="3590275" y="1522934"/>
                  </a:lnTo>
                  <a:lnTo>
                    <a:pt x="3590368" y="1522934"/>
                  </a:lnTo>
                  <a:lnTo>
                    <a:pt x="3590461" y="1522934"/>
                  </a:lnTo>
                  <a:lnTo>
                    <a:pt x="3590555" y="1522934"/>
                  </a:lnTo>
                  <a:lnTo>
                    <a:pt x="3590648" y="1522934"/>
                  </a:lnTo>
                  <a:lnTo>
                    <a:pt x="3590741" y="1522934"/>
                  </a:lnTo>
                  <a:lnTo>
                    <a:pt x="3590834" y="1522934"/>
                  </a:lnTo>
                  <a:lnTo>
                    <a:pt x="3590928" y="1522934"/>
                  </a:lnTo>
                  <a:lnTo>
                    <a:pt x="3591021" y="1522934"/>
                  </a:lnTo>
                  <a:lnTo>
                    <a:pt x="3591114" y="1522934"/>
                  </a:lnTo>
                  <a:lnTo>
                    <a:pt x="3591207" y="1522934"/>
                  </a:lnTo>
                  <a:lnTo>
                    <a:pt x="3591301" y="1522934"/>
                  </a:lnTo>
                  <a:lnTo>
                    <a:pt x="3591394" y="1522934"/>
                  </a:lnTo>
                  <a:lnTo>
                    <a:pt x="3591487" y="1522934"/>
                  </a:lnTo>
                  <a:lnTo>
                    <a:pt x="3591580" y="1522934"/>
                  </a:lnTo>
                  <a:lnTo>
                    <a:pt x="3591674" y="1522934"/>
                  </a:lnTo>
                  <a:lnTo>
                    <a:pt x="3591767" y="1522934"/>
                  </a:lnTo>
                  <a:lnTo>
                    <a:pt x="3591860" y="1522934"/>
                  </a:lnTo>
                  <a:lnTo>
                    <a:pt x="3591953" y="1522934"/>
                  </a:lnTo>
                  <a:lnTo>
                    <a:pt x="3592047" y="1522934"/>
                  </a:lnTo>
                  <a:lnTo>
                    <a:pt x="3592140" y="1522934"/>
                  </a:lnTo>
                  <a:lnTo>
                    <a:pt x="3592233" y="1522934"/>
                  </a:lnTo>
                  <a:lnTo>
                    <a:pt x="3592326" y="1522934"/>
                  </a:lnTo>
                  <a:lnTo>
                    <a:pt x="3592420" y="1522934"/>
                  </a:lnTo>
                  <a:lnTo>
                    <a:pt x="3592513" y="1522934"/>
                  </a:lnTo>
                  <a:lnTo>
                    <a:pt x="3592606" y="1522934"/>
                  </a:lnTo>
                  <a:lnTo>
                    <a:pt x="3592699" y="1522934"/>
                  </a:lnTo>
                  <a:lnTo>
                    <a:pt x="3592793" y="1522934"/>
                  </a:lnTo>
                  <a:lnTo>
                    <a:pt x="3592886" y="1522934"/>
                  </a:lnTo>
                  <a:lnTo>
                    <a:pt x="3592979" y="1522934"/>
                  </a:lnTo>
                  <a:lnTo>
                    <a:pt x="3593072" y="1522934"/>
                  </a:lnTo>
                  <a:lnTo>
                    <a:pt x="3593166" y="1522934"/>
                  </a:lnTo>
                  <a:lnTo>
                    <a:pt x="3593259" y="1522934"/>
                  </a:lnTo>
                  <a:lnTo>
                    <a:pt x="3593352" y="1522934"/>
                  </a:lnTo>
                  <a:lnTo>
                    <a:pt x="3593445" y="1522934"/>
                  </a:lnTo>
                  <a:lnTo>
                    <a:pt x="3593539" y="1522934"/>
                  </a:lnTo>
                  <a:lnTo>
                    <a:pt x="3593632" y="1522934"/>
                  </a:lnTo>
                  <a:lnTo>
                    <a:pt x="3593725" y="1522934"/>
                  </a:lnTo>
                  <a:lnTo>
                    <a:pt x="3593818" y="1522934"/>
                  </a:lnTo>
                  <a:lnTo>
                    <a:pt x="3593911" y="1522934"/>
                  </a:lnTo>
                  <a:lnTo>
                    <a:pt x="3594005" y="1522934"/>
                  </a:lnTo>
                  <a:lnTo>
                    <a:pt x="3594098" y="1522934"/>
                  </a:lnTo>
                  <a:lnTo>
                    <a:pt x="3594191" y="1522934"/>
                  </a:lnTo>
                  <a:lnTo>
                    <a:pt x="3594284" y="1522934"/>
                  </a:lnTo>
                  <a:lnTo>
                    <a:pt x="3594378" y="1522934"/>
                  </a:lnTo>
                  <a:lnTo>
                    <a:pt x="3594471" y="1522934"/>
                  </a:lnTo>
                  <a:lnTo>
                    <a:pt x="3594564" y="1522934"/>
                  </a:lnTo>
                  <a:lnTo>
                    <a:pt x="3594657" y="1522934"/>
                  </a:lnTo>
                  <a:lnTo>
                    <a:pt x="3594657" y="1512981"/>
                  </a:lnTo>
                  <a:lnTo>
                    <a:pt x="3594751" y="1512981"/>
                  </a:lnTo>
                  <a:lnTo>
                    <a:pt x="3594844" y="1512981"/>
                  </a:lnTo>
                  <a:lnTo>
                    <a:pt x="3594937" y="1512981"/>
                  </a:lnTo>
                  <a:lnTo>
                    <a:pt x="3595030" y="1512981"/>
                  </a:lnTo>
                  <a:lnTo>
                    <a:pt x="3595124" y="1512981"/>
                  </a:lnTo>
                  <a:lnTo>
                    <a:pt x="3595217" y="1512981"/>
                  </a:lnTo>
                  <a:lnTo>
                    <a:pt x="3595310" y="1512981"/>
                  </a:lnTo>
                  <a:lnTo>
                    <a:pt x="3595403" y="1512981"/>
                  </a:lnTo>
                  <a:lnTo>
                    <a:pt x="3595497" y="1512981"/>
                  </a:lnTo>
                  <a:lnTo>
                    <a:pt x="3595590" y="1512981"/>
                  </a:lnTo>
                  <a:lnTo>
                    <a:pt x="3595683" y="1512981"/>
                  </a:lnTo>
                  <a:lnTo>
                    <a:pt x="3595776" y="1512981"/>
                  </a:lnTo>
                  <a:lnTo>
                    <a:pt x="3595870" y="1512981"/>
                  </a:lnTo>
                  <a:lnTo>
                    <a:pt x="3595963" y="1512981"/>
                  </a:lnTo>
                  <a:lnTo>
                    <a:pt x="3596056" y="1512981"/>
                  </a:lnTo>
                  <a:lnTo>
                    <a:pt x="3596149" y="1512981"/>
                  </a:lnTo>
                  <a:lnTo>
                    <a:pt x="3596243" y="1512981"/>
                  </a:lnTo>
                  <a:lnTo>
                    <a:pt x="3596336" y="1512981"/>
                  </a:lnTo>
                  <a:lnTo>
                    <a:pt x="3596429" y="1512981"/>
                  </a:lnTo>
                  <a:lnTo>
                    <a:pt x="3596522" y="1512981"/>
                  </a:lnTo>
                  <a:lnTo>
                    <a:pt x="3596616" y="1512981"/>
                  </a:lnTo>
                  <a:lnTo>
                    <a:pt x="3596709" y="1512981"/>
                  </a:lnTo>
                  <a:lnTo>
                    <a:pt x="3596802" y="1512981"/>
                  </a:lnTo>
                  <a:lnTo>
                    <a:pt x="3596895" y="1512981"/>
                  </a:lnTo>
                  <a:lnTo>
                    <a:pt x="3596989" y="1512981"/>
                  </a:lnTo>
                  <a:lnTo>
                    <a:pt x="3597082" y="1512981"/>
                  </a:lnTo>
                  <a:lnTo>
                    <a:pt x="3597175" y="1512981"/>
                  </a:lnTo>
                  <a:lnTo>
                    <a:pt x="3597268" y="1512981"/>
                  </a:lnTo>
                  <a:lnTo>
                    <a:pt x="3597362" y="1512981"/>
                  </a:lnTo>
                  <a:lnTo>
                    <a:pt x="3597455" y="1512981"/>
                  </a:lnTo>
                  <a:lnTo>
                    <a:pt x="3597548" y="1512981"/>
                  </a:lnTo>
                  <a:lnTo>
                    <a:pt x="3597641" y="1512981"/>
                  </a:lnTo>
                  <a:lnTo>
                    <a:pt x="3597735" y="1512981"/>
                  </a:lnTo>
                  <a:lnTo>
                    <a:pt x="3597828" y="1512981"/>
                  </a:lnTo>
                  <a:lnTo>
                    <a:pt x="3597921" y="1512981"/>
                  </a:lnTo>
                  <a:lnTo>
                    <a:pt x="3598014" y="1512981"/>
                  </a:lnTo>
                  <a:lnTo>
                    <a:pt x="3598108" y="1512981"/>
                  </a:lnTo>
                  <a:lnTo>
                    <a:pt x="3598201" y="1512981"/>
                  </a:lnTo>
                  <a:lnTo>
                    <a:pt x="3598294" y="1512981"/>
                  </a:lnTo>
                  <a:lnTo>
                    <a:pt x="3598387" y="1512981"/>
                  </a:lnTo>
                  <a:lnTo>
                    <a:pt x="3598481" y="1512981"/>
                  </a:lnTo>
                  <a:lnTo>
                    <a:pt x="3598574" y="1512981"/>
                  </a:lnTo>
                  <a:lnTo>
                    <a:pt x="3598667" y="1512981"/>
                  </a:lnTo>
                  <a:lnTo>
                    <a:pt x="3598760" y="1512981"/>
                  </a:lnTo>
                  <a:lnTo>
                    <a:pt x="3598854" y="1512981"/>
                  </a:lnTo>
                  <a:lnTo>
                    <a:pt x="3598947" y="1512981"/>
                  </a:lnTo>
                  <a:lnTo>
                    <a:pt x="3599040" y="1512981"/>
                  </a:lnTo>
                  <a:lnTo>
                    <a:pt x="3599133" y="1512981"/>
                  </a:lnTo>
                  <a:lnTo>
                    <a:pt x="3599227" y="1512981"/>
                  </a:lnTo>
                  <a:lnTo>
                    <a:pt x="3599320" y="1512981"/>
                  </a:lnTo>
                  <a:lnTo>
                    <a:pt x="3599413" y="1512981"/>
                  </a:lnTo>
                  <a:lnTo>
                    <a:pt x="3599506" y="1512981"/>
                  </a:lnTo>
                  <a:lnTo>
                    <a:pt x="3599600" y="1512981"/>
                  </a:lnTo>
                  <a:lnTo>
                    <a:pt x="3599693" y="1512981"/>
                  </a:lnTo>
                  <a:lnTo>
                    <a:pt x="3599786" y="1512981"/>
                  </a:lnTo>
                  <a:lnTo>
                    <a:pt x="3599879" y="1512981"/>
                  </a:lnTo>
                  <a:lnTo>
                    <a:pt x="3599973" y="1512981"/>
                  </a:lnTo>
                  <a:lnTo>
                    <a:pt x="3600066" y="1512981"/>
                  </a:lnTo>
                  <a:lnTo>
                    <a:pt x="3600159" y="1512981"/>
                  </a:lnTo>
                  <a:lnTo>
                    <a:pt x="3600252" y="1512981"/>
                  </a:lnTo>
                  <a:lnTo>
                    <a:pt x="3600346" y="1512981"/>
                  </a:lnTo>
                  <a:lnTo>
                    <a:pt x="3600439" y="1512981"/>
                  </a:lnTo>
                  <a:lnTo>
                    <a:pt x="3600532" y="1512981"/>
                  </a:lnTo>
                  <a:lnTo>
                    <a:pt x="3600625" y="1512981"/>
                  </a:lnTo>
                  <a:lnTo>
                    <a:pt x="3600718" y="1512981"/>
                  </a:lnTo>
                  <a:lnTo>
                    <a:pt x="3600812" y="1512981"/>
                  </a:lnTo>
                  <a:lnTo>
                    <a:pt x="3600905" y="1512981"/>
                  </a:lnTo>
                  <a:lnTo>
                    <a:pt x="3600998" y="1512981"/>
                  </a:lnTo>
                  <a:lnTo>
                    <a:pt x="3601091" y="1512981"/>
                  </a:lnTo>
                  <a:lnTo>
                    <a:pt x="3601185" y="1512981"/>
                  </a:lnTo>
                  <a:lnTo>
                    <a:pt x="3601278" y="1512981"/>
                  </a:lnTo>
                  <a:lnTo>
                    <a:pt x="3601371" y="1512981"/>
                  </a:lnTo>
                  <a:lnTo>
                    <a:pt x="3601464" y="1512981"/>
                  </a:lnTo>
                  <a:lnTo>
                    <a:pt x="3601558" y="1512981"/>
                  </a:lnTo>
                  <a:lnTo>
                    <a:pt x="3601651" y="1512981"/>
                  </a:lnTo>
                  <a:lnTo>
                    <a:pt x="3601744" y="1512981"/>
                  </a:lnTo>
                  <a:lnTo>
                    <a:pt x="3601837" y="1512981"/>
                  </a:lnTo>
                  <a:lnTo>
                    <a:pt x="3601931" y="1512981"/>
                  </a:lnTo>
                  <a:lnTo>
                    <a:pt x="3602024" y="1512981"/>
                  </a:lnTo>
                  <a:lnTo>
                    <a:pt x="3602117" y="1512981"/>
                  </a:lnTo>
                  <a:lnTo>
                    <a:pt x="3602210" y="1512981"/>
                  </a:lnTo>
                  <a:lnTo>
                    <a:pt x="3602304" y="1512981"/>
                  </a:lnTo>
                  <a:lnTo>
                    <a:pt x="3602397" y="1512981"/>
                  </a:lnTo>
                  <a:lnTo>
                    <a:pt x="3602490" y="1512981"/>
                  </a:lnTo>
                  <a:lnTo>
                    <a:pt x="3602583" y="1512981"/>
                  </a:lnTo>
                  <a:lnTo>
                    <a:pt x="3602677" y="1512981"/>
                  </a:lnTo>
                  <a:lnTo>
                    <a:pt x="3602770" y="1512981"/>
                  </a:lnTo>
                  <a:lnTo>
                    <a:pt x="3602863" y="1512981"/>
                  </a:lnTo>
                  <a:lnTo>
                    <a:pt x="3602956" y="1512981"/>
                  </a:lnTo>
                  <a:lnTo>
                    <a:pt x="3603050" y="1512981"/>
                  </a:lnTo>
                  <a:lnTo>
                    <a:pt x="3603143" y="1512981"/>
                  </a:lnTo>
                  <a:lnTo>
                    <a:pt x="3603236" y="1512981"/>
                  </a:lnTo>
                  <a:lnTo>
                    <a:pt x="3603329" y="1512981"/>
                  </a:lnTo>
                  <a:lnTo>
                    <a:pt x="3603423" y="1512981"/>
                  </a:lnTo>
                  <a:lnTo>
                    <a:pt x="3603516" y="1512981"/>
                  </a:lnTo>
                  <a:lnTo>
                    <a:pt x="3603609" y="1512981"/>
                  </a:lnTo>
                  <a:lnTo>
                    <a:pt x="3603702" y="1512981"/>
                  </a:lnTo>
                  <a:lnTo>
                    <a:pt x="3603796" y="1512981"/>
                  </a:lnTo>
                  <a:lnTo>
                    <a:pt x="3603889" y="1512981"/>
                  </a:lnTo>
                  <a:lnTo>
                    <a:pt x="3603982" y="1512981"/>
                  </a:lnTo>
                  <a:lnTo>
                    <a:pt x="3604075" y="1512981"/>
                  </a:lnTo>
                  <a:lnTo>
                    <a:pt x="3604169" y="1512981"/>
                  </a:lnTo>
                  <a:lnTo>
                    <a:pt x="3604262" y="1512981"/>
                  </a:lnTo>
                  <a:lnTo>
                    <a:pt x="3604355" y="1512981"/>
                  </a:lnTo>
                  <a:lnTo>
                    <a:pt x="3604448" y="1512981"/>
                  </a:lnTo>
                  <a:lnTo>
                    <a:pt x="3604542" y="1512981"/>
                  </a:lnTo>
                  <a:lnTo>
                    <a:pt x="3604635" y="1512981"/>
                  </a:lnTo>
                  <a:lnTo>
                    <a:pt x="3604728" y="1512981"/>
                  </a:lnTo>
                  <a:lnTo>
                    <a:pt x="3604821" y="1512981"/>
                  </a:lnTo>
                  <a:lnTo>
                    <a:pt x="3604915" y="1512981"/>
                  </a:lnTo>
                  <a:lnTo>
                    <a:pt x="3605008" y="1512981"/>
                  </a:lnTo>
                  <a:lnTo>
                    <a:pt x="3605101" y="1512981"/>
                  </a:lnTo>
                  <a:lnTo>
                    <a:pt x="3605194" y="1512981"/>
                  </a:lnTo>
                  <a:lnTo>
                    <a:pt x="3605288" y="1512981"/>
                  </a:lnTo>
                  <a:lnTo>
                    <a:pt x="3605381" y="1512981"/>
                  </a:lnTo>
                  <a:lnTo>
                    <a:pt x="3605474" y="1512981"/>
                  </a:lnTo>
                  <a:lnTo>
                    <a:pt x="3605567" y="1512981"/>
                  </a:lnTo>
                  <a:lnTo>
                    <a:pt x="3605661" y="1512981"/>
                  </a:lnTo>
                  <a:lnTo>
                    <a:pt x="3605754" y="1512981"/>
                  </a:lnTo>
                  <a:lnTo>
                    <a:pt x="3605847" y="1512981"/>
                  </a:lnTo>
                  <a:lnTo>
                    <a:pt x="3605940" y="1512981"/>
                  </a:lnTo>
                  <a:lnTo>
                    <a:pt x="3606034" y="1512981"/>
                  </a:lnTo>
                  <a:lnTo>
                    <a:pt x="3606127" y="1512981"/>
                  </a:lnTo>
                  <a:lnTo>
                    <a:pt x="3606220" y="1512981"/>
                  </a:lnTo>
                  <a:lnTo>
                    <a:pt x="3606313" y="1512981"/>
                  </a:lnTo>
                  <a:lnTo>
                    <a:pt x="3606407" y="1512981"/>
                  </a:lnTo>
                  <a:lnTo>
                    <a:pt x="3606500" y="1512981"/>
                  </a:lnTo>
                  <a:lnTo>
                    <a:pt x="3606593" y="1512981"/>
                  </a:lnTo>
                  <a:lnTo>
                    <a:pt x="3606593" y="1503027"/>
                  </a:lnTo>
                  <a:lnTo>
                    <a:pt x="3606686" y="1503027"/>
                  </a:lnTo>
                  <a:lnTo>
                    <a:pt x="3606780" y="1503027"/>
                  </a:lnTo>
                  <a:lnTo>
                    <a:pt x="3606873" y="1503027"/>
                  </a:lnTo>
                  <a:lnTo>
                    <a:pt x="3606966" y="1503027"/>
                  </a:lnTo>
                  <a:lnTo>
                    <a:pt x="3607059" y="1503027"/>
                  </a:lnTo>
                  <a:lnTo>
                    <a:pt x="3607153" y="1503027"/>
                  </a:lnTo>
                  <a:lnTo>
                    <a:pt x="3607246" y="1503027"/>
                  </a:lnTo>
                  <a:lnTo>
                    <a:pt x="3607339" y="1503027"/>
                  </a:lnTo>
                  <a:lnTo>
                    <a:pt x="3607432" y="1503027"/>
                  </a:lnTo>
                  <a:lnTo>
                    <a:pt x="3607526" y="1503027"/>
                  </a:lnTo>
                  <a:lnTo>
                    <a:pt x="3607619" y="1503027"/>
                  </a:lnTo>
                  <a:lnTo>
                    <a:pt x="3607712" y="1503027"/>
                  </a:lnTo>
                  <a:lnTo>
                    <a:pt x="3607805" y="1503027"/>
                  </a:lnTo>
                  <a:lnTo>
                    <a:pt x="3607898" y="1503027"/>
                  </a:lnTo>
                  <a:lnTo>
                    <a:pt x="3607992" y="1503027"/>
                  </a:lnTo>
                  <a:lnTo>
                    <a:pt x="3608085" y="1503027"/>
                  </a:lnTo>
                  <a:lnTo>
                    <a:pt x="3608178" y="1503027"/>
                  </a:lnTo>
                  <a:lnTo>
                    <a:pt x="3608271" y="1503027"/>
                  </a:lnTo>
                  <a:lnTo>
                    <a:pt x="3608365" y="1503027"/>
                  </a:lnTo>
                  <a:lnTo>
                    <a:pt x="3608458" y="1503027"/>
                  </a:lnTo>
                  <a:lnTo>
                    <a:pt x="3608551" y="1503027"/>
                  </a:lnTo>
                  <a:lnTo>
                    <a:pt x="3608644" y="1503027"/>
                  </a:lnTo>
                  <a:lnTo>
                    <a:pt x="3608738" y="1503027"/>
                  </a:lnTo>
                  <a:lnTo>
                    <a:pt x="3608831" y="1503027"/>
                  </a:lnTo>
                  <a:lnTo>
                    <a:pt x="3608924" y="1503027"/>
                  </a:lnTo>
                  <a:lnTo>
                    <a:pt x="3609017" y="1503027"/>
                  </a:lnTo>
                  <a:lnTo>
                    <a:pt x="3609111" y="1503027"/>
                  </a:lnTo>
                  <a:lnTo>
                    <a:pt x="3609204" y="1503027"/>
                  </a:lnTo>
                  <a:lnTo>
                    <a:pt x="3609297" y="1503027"/>
                  </a:lnTo>
                  <a:lnTo>
                    <a:pt x="3609390" y="1503027"/>
                  </a:lnTo>
                  <a:lnTo>
                    <a:pt x="3609484" y="1503027"/>
                  </a:lnTo>
                  <a:lnTo>
                    <a:pt x="3609577" y="1503027"/>
                  </a:lnTo>
                  <a:lnTo>
                    <a:pt x="3609670" y="1503027"/>
                  </a:lnTo>
                  <a:lnTo>
                    <a:pt x="3609763" y="1503027"/>
                  </a:lnTo>
                  <a:lnTo>
                    <a:pt x="3609857" y="1503027"/>
                  </a:lnTo>
                  <a:lnTo>
                    <a:pt x="3609950" y="1503027"/>
                  </a:lnTo>
                  <a:lnTo>
                    <a:pt x="3610043" y="1503027"/>
                  </a:lnTo>
                  <a:lnTo>
                    <a:pt x="3610136" y="1503027"/>
                  </a:lnTo>
                  <a:lnTo>
                    <a:pt x="3610230" y="1503027"/>
                  </a:lnTo>
                  <a:lnTo>
                    <a:pt x="3610323" y="1503027"/>
                  </a:lnTo>
                  <a:lnTo>
                    <a:pt x="3610416" y="1503027"/>
                  </a:lnTo>
                  <a:lnTo>
                    <a:pt x="3610509" y="1503027"/>
                  </a:lnTo>
                  <a:lnTo>
                    <a:pt x="3610603" y="1503027"/>
                  </a:lnTo>
                  <a:lnTo>
                    <a:pt x="3610696" y="1503027"/>
                  </a:lnTo>
                  <a:lnTo>
                    <a:pt x="3610789" y="1503027"/>
                  </a:lnTo>
                  <a:lnTo>
                    <a:pt x="3610882" y="1503027"/>
                  </a:lnTo>
                  <a:lnTo>
                    <a:pt x="3610976" y="1503027"/>
                  </a:lnTo>
                  <a:lnTo>
                    <a:pt x="3611069" y="1503027"/>
                  </a:lnTo>
                  <a:lnTo>
                    <a:pt x="3611162" y="1503027"/>
                  </a:lnTo>
                  <a:lnTo>
                    <a:pt x="3611255" y="1503027"/>
                  </a:lnTo>
                  <a:lnTo>
                    <a:pt x="3611349" y="1503027"/>
                  </a:lnTo>
                  <a:lnTo>
                    <a:pt x="3611442" y="1503027"/>
                  </a:lnTo>
                  <a:lnTo>
                    <a:pt x="3611535" y="1503027"/>
                  </a:lnTo>
                  <a:lnTo>
                    <a:pt x="3611628" y="1503027"/>
                  </a:lnTo>
                  <a:lnTo>
                    <a:pt x="3611722" y="1503027"/>
                  </a:lnTo>
                  <a:lnTo>
                    <a:pt x="3611815" y="1503027"/>
                  </a:lnTo>
                  <a:lnTo>
                    <a:pt x="3611908" y="1503027"/>
                  </a:lnTo>
                  <a:lnTo>
                    <a:pt x="3612001" y="1503027"/>
                  </a:lnTo>
                  <a:lnTo>
                    <a:pt x="3612095" y="1503027"/>
                  </a:lnTo>
                  <a:lnTo>
                    <a:pt x="3612188" y="1503027"/>
                  </a:lnTo>
                  <a:lnTo>
                    <a:pt x="3612281" y="1503027"/>
                  </a:lnTo>
                  <a:lnTo>
                    <a:pt x="3612374" y="1503027"/>
                  </a:lnTo>
                  <a:lnTo>
                    <a:pt x="3612468" y="1503027"/>
                  </a:lnTo>
                  <a:lnTo>
                    <a:pt x="3612561" y="1503027"/>
                  </a:lnTo>
                  <a:lnTo>
                    <a:pt x="3612654" y="1503027"/>
                  </a:lnTo>
                  <a:lnTo>
                    <a:pt x="3612747" y="1503027"/>
                  </a:lnTo>
                  <a:lnTo>
                    <a:pt x="3612841" y="1503027"/>
                  </a:lnTo>
                  <a:lnTo>
                    <a:pt x="3612934" y="1503027"/>
                  </a:lnTo>
                  <a:lnTo>
                    <a:pt x="3613027" y="1503027"/>
                  </a:lnTo>
                  <a:lnTo>
                    <a:pt x="3613120" y="1503027"/>
                  </a:lnTo>
                  <a:lnTo>
                    <a:pt x="3613214" y="1503027"/>
                  </a:lnTo>
                  <a:lnTo>
                    <a:pt x="3613307" y="1503027"/>
                  </a:lnTo>
                  <a:lnTo>
                    <a:pt x="3613400" y="1503027"/>
                  </a:lnTo>
                  <a:lnTo>
                    <a:pt x="3613493" y="1503027"/>
                  </a:lnTo>
                  <a:lnTo>
                    <a:pt x="3613587" y="1503027"/>
                  </a:lnTo>
                  <a:lnTo>
                    <a:pt x="3613680" y="1503027"/>
                  </a:lnTo>
                  <a:lnTo>
                    <a:pt x="3613773" y="1503027"/>
                  </a:lnTo>
                  <a:lnTo>
                    <a:pt x="3613866" y="1503027"/>
                  </a:lnTo>
                  <a:lnTo>
                    <a:pt x="3613960" y="1503027"/>
                  </a:lnTo>
                  <a:lnTo>
                    <a:pt x="3614053" y="1503027"/>
                  </a:lnTo>
                  <a:lnTo>
                    <a:pt x="3614146" y="1503027"/>
                  </a:lnTo>
                  <a:lnTo>
                    <a:pt x="3614239" y="1503027"/>
                  </a:lnTo>
                  <a:lnTo>
                    <a:pt x="3614333" y="1503027"/>
                  </a:lnTo>
                  <a:lnTo>
                    <a:pt x="3614426" y="1503027"/>
                  </a:lnTo>
                  <a:lnTo>
                    <a:pt x="3614519" y="1503027"/>
                  </a:lnTo>
                  <a:lnTo>
                    <a:pt x="3614612" y="1503027"/>
                  </a:lnTo>
                  <a:lnTo>
                    <a:pt x="3614705" y="1503027"/>
                  </a:lnTo>
                  <a:lnTo>
                    <a:pt x="3614799" y="1503027"/>
                  </a:lnTo>
                  <a:lnTo>
                    <a:pt x="3614892" y="1503027"/>
                  </a:lnTo>
                  <a:lnTo>
                    <a:pt x="3614985" y="1503027"/>
                  </a:lnTo>
                  <a:lnTo>
                    <a:pt x="3615078" y="1503027"/>
                  </a:lnTo>
                  <a:lnTo>
                    <a:pt x="3615172" y="1503027"/>
                  </a:lnTo>
                  <a:lnTo>
                    <a:pt x="3615265" y="1503027"/>
                  </a:lnTo>
                  <a:lnTo>
                    <a:pt x="3615358" y="1503027"/>
                  </a:lnTo>
                  <a:lnTo>
                    <a:pt x="3615451" y="1503027"/>
                  </a:lnTo>
                  <a:lnTo>
                    <a:pt x="3615545" y="1503027"/>
                  </a:lnTo>
                  <a:lnTo>
                    <a:pt x="3615638" y="1503027"/>
                  </a:lnTo>
                  <a:lnTo>
                    <a:pt x="3615731" y="1503027"/>
                  </a:lnTo>
                  <a:lnTo>
                    <a:pt x="3615824" y="1503027"/>
                  </a:lnTo>
                  <a:lnTo>
                    <a:pt x="3615918" y="1503027"/>
                  </a:lnTo>
                  <a:lnTo>
                    <a:pt x="3616011" y="1503027"/>
                  </a:lnTo>
                  <a:lnTo>
                    <a:pt x="3616104" y="1503027"/>
                  </a:lnTo>
                  <a:lnTo>
                    <a:pt x="3616197" y="1503027"/>
                  </a:lnTo>
                  <a:lnTo>
                    <a:pt x="3616291" y="1503027"/>
                  </a:lnTo>
                  <a:lnTo>
                    <a:pt x="3616384" y="1503027"/>
                  </a:lnTo>
                  <a:lnTo>
                    <a:pt x="3616477" y="1503027"/>
                  </a:lnTo>
                  <a:lnTo>
                    <a:pt x="3616570" y="1503027"/>
                  </a:lnTo>
                  <a:lnTo>
                    <a:pt x="3616664" y="1503027"/>
                  </a:lnTo>
                  <a:lnTo>
                    <a:pt x="3616757" y="1503027"/>
                  </a:lnTo>
                  <a:lnTo>
                    <a:pt x="3616850" y="1503027"/>
                  </a:lnTo>
                  <a:lnTo>
                    <a:pt x="3616943" y="1503027"/>
                  </a:lnTo>
                  <a:lnTo>
                    <a:pt x="3617037" y="1503027"/>
                  </a:lnTo>
                  <a:lnTo>
                    <a:pt x="3617130" y="1503027"/>
                  </a:lnTo>
                  <a:lnTo>
                    <a:pt x="3617223" y="1503027"/>
                  </a:lnTo>
                  <a:lnTo>
                    <a:pt x="3617316" y="1503027"/>
                  </a:lnTo>
                  <a:lnTo>
                    <a:pt x="3617410" y="1503027"/>
                  </a:lnTo>
                  <a:lnTo>
                    <a:pt x="3617503" y="1503027"/>
                  </a:lnTo>
                  <a:lnTo>
                    <a:pt x="3617596" y="1503027"/>
                  </a:lnTo>
                  <a:lnTo>
                    <a:pt x="3617689" y="1503027"/>
                  </a:lnTo>
                  <a:lnTo>
                    <a:pt x="3617783" y="1503027"/>
                  </a:lnTo>
                  <a:lnTo>
                    <a:pt x="3617876" y="1503027"/>
                  </a:lnTo>
                  <a:lnTo>
                    <a:pt x="3617969" y="1503027"/>
                  </a:lnTo>
                  <a:lnTo>
                    <a:pt x="3618062" y="1503027"/>
                  </a:lnTo>
                  <a:lnTo>
                    <a:pt x="3618156" y="1503027"/>
                  </a:lnTo>
                  <a:lnTo>
                    <a:pt x="3618249" y="1503027"/>
                  </a:lnTo>
                  <a:lnTo>
                    <a:pt x="3618342" y="1503027"/>
                  </a:lnTo>
                  <a:lnTo>
                    <a:pt x="3618435" y="1503027"/>
                  </a:lnTo>
                  <a:lnTo>
                    <a:pt x="3618529" y="1503027"/>
                  </a:lnTo>
                  <a:lnTo>
                    <a:pt x="3618622" y="1503027"/>
                  </a:lnTo>
                  <a:lnTo>
                    <a:pt x="3618715" y="1503027"/>
                  </a:lnTo>
                  <a:lnTo>
                    <a:pt x="3618808" y="1503027"/>
                  </a:lnTo>
                  <a:lnTo>
                    <a:pt x="3618902" y="1503027"/>
                  </a:lnTo>
                  <a:lnTo>
                    <a:pt x="3618995" y="1503027"/>
                  </a:lnTo>
                  <a:lnTo>
                    <a:pt x="3619088" y="1503027"/>
                  </a:lnTo>
                  <a:lnTo>
                    <a:pt x="3619181" y="1503027"/>
                  </a:lnTo>
                  <a:lnTo>
                    <a:pt x="3619275" y="1503027"/>
                  </a:lnTo>
                  <a:lnTo>
                    <a:pt x="3619368" y="1503027"/>
                  </a:lnTo>
                  <a:lnTo>
                    <a:pt x="3619461" y="1503027"/>
                  </a:lnTo>
                  <a:lnTo>
                    <a:pt x="3619554" y="1503027"/>
                  </a:lnTo>
                  <a:lnTo>
                    <a:pt x="3619648" y="1503027"/>
                  </a:lnTo>
                  <a:lnTo>
                    <a:pt x="3619741" y="1503027"/>
                  </a:lnTo>
                  <a:lnTo>
                    <a:pt x="3619834" y="1503027"/>
                  </a:lnTo>
                  <a:lnTo>
                    <a:pt x="3619927" y="1503027"/>
                  </a:lnTo>
                  <a:lnTo>
                    <a:pt x="3619927" y="1493073"/>
                  </a:lnTo>
                  <a:lnTo>
                    <a:pt x="3620021" y="1493073"/>
                  </a:lnTo>
                  <a:lnTo>
                    <a:pt x="3620114" y="1493073"/>
                  </a:lnTo>
                  <a:lnTo>
                    <a:pt x="3620207" y="1493073"/>
                  </a:lnTo>
                  <a:lnTo>
                    <a:pt x="3620300" y="1493073"/>
                  </a:lnTo>
                  <a:lnTo>
                    <a:pt x="3620394" y="1493073"/>
                  </a:lnTo>
                  <a:lnTo>
                    <a:pt x="3620487" y="1493073"/>
                  </a:lnTo>
                  <a:lnTo>
                    <a:pt x="3620580" y="1493073"/>
                  </a:lnTo>
                  <a:lnTo>
                    <a:pt x="3620673" y="1493073"/>
                  </a:lnTo>
                  <a:lnTo>
                    <a:pt x="3620767" y="1493073"/>
                  </a:lnTo>
                  <a:lnTo>
                    <a:pt x="3620860" y="1493073"/>
                  </a:lnTo>
                  <a:lnTo>
                    <a:pt x="3620953" y="1493073"/>
                  </a:lnTo>
                  <a:lnTo>
                    <a:pt x="3621046" y="1493073"/>
                  </a:lnTo>
                  <a:lnTo>
                    <a:pt x="3621140" y="1493073"/>
                  </a:lnTo>
                  <a:lnTo>
                    <a:pt x="3621233" y="1493073"/>
                  </a:lnTo>
                  <a:lnTo>
                    <a:pt x="3621326" y="1493073"/>
                  </a:lnTo>
                  <a:lnTo>
                    <a:pt x="3621419" y="1493073"/>
                  </a:lnTo>
                  <a:lnTo>
                    <a:pt x="3621513" y="1493073"/>
                  </a:lnTo>
                  <a:lnTo>
                    <a:pt x="3621606" y="1493073"/>
                  </a:lnTo>
                  <a:lnTo>
                    <a:pt x="3621606" y="1483119"/>
                  </a:lnTo>
                  <a:lnTo>
                    <a:pt x="3621699" y="1483119"/>
                  </a:lnTo>
                  <a:lnTo>
                    <a:pt x="3621792" y="1483119"/>
                  </a:lnTo>
                  <a:lnTo>
                    <a:pt x="3621885" y="1483119"/>
                  </a:lnTo>
                  <a:lnTo>
                    <a:pt x="3621979" y="1483119"/>
                  </a:lnTo>
                  <a:lnTo>
                    <a:pt x="3622072" y="1483119"/>
                  </a:lnTo>
                  <a:lnTo>
                    <a:pt x="3622165" y="1483119"/>
                  </a:lnTo>
                  <a:lnTo>
                    <a:pt x="3622258" y="1483119"/>
                  </a:lnTo>
                  <a:lnTo>
                    <a:pt x="3622352" y="1483119"/>
                  </a:lnTo>
                  <a:lnTo>
                    <a:pt x="3622445" y="1483119"/>
                  </a:lnTo>
                  <a:lnTo>
                    <a:pt x="3622538" y="1483119"/>
                  </a:lnTo>
                  <a:lnTo>
                    <a:pt x="3622631" y="1483119"/>
                  </a:lnTo>
                  <a:lnTo>
                    <a:pt x="3622725" y="1483119"/>
                  </a:lnTo>
                  <a:lnTo>
                    <a:pt x="3622818" y="1483119"/>
                  </a:lnTo>
                  <a:lnTo>
                    <a:pt x="3622911" y="1483119"/>
                  </a:lnTo>
                  <a:lnTo>
                    <a:pt x="3623004" y="1483119"/>
                  </a:lnTo>
                  <a:lnTo>
                    <a:pt x="3623098" y="1483119"/>
                  </a:lnTo>
                  <a:lnTo>
                    <a:pt x="3623191" y="1483119"/>
                  </a:lnTo>
                  <a:lnTo>
                    <a:pt x="3623284" y="1483119"/>
                  </a:lnTo>
                  <a:lnTo>
                    <a:pt x="3623377" y="1483119"/>
                  </a:lnTo>
                  <a:lnTo>
                    <a:pt x="3623471" y="1483119"/>
                  </a:lnTo>
                  <a:lnTo>
                    <a:pt x="3623564" y="1483119"/>
                  </a:lnTo>
                  <a:lnTo>
                    <a:pt x="3623657" y="1483119"/>
                  </a:lnTo>
                  <a:lnTo>
                    <a:pt x="3623750" y="1483119"/>
                  </a:lnTo>
                  <a:lnTo>
                    <a:pt x="3623844" y="1483119"/>
                  </a:lnTo>
                  <a:lnTo>
                    <a:pt x="3623937" y="1483119"/>
                  </a:lnTo>
                  <a:lnTo>
                    <a:pt x="3624030" y="1483119"/>
                  </a:lnTo>
                  <a:lnTo>
                    <a:pt x="3624123" y="1483119"/>
                  </a:lnTo>
                  <a:lnTo>
                    <a:pt x="3624217" y="1483119"/>
                  </a:lnTo>
                  <a:lnTo>
                    <a:pt x="3624310" y="1483119"/>
                  </a:lnTo>
                  <a:lnTo>
                    <a:pt x="3624403" y="1483119"/>
                  </a:lnTo>
                  <a:lnTo>
                    <a:pt x="3624496" y="1483119"/>
                  </a:lnTo>
                  <a:lnTo>
                    <a:pt x="3624590" y="1483119"/>
                  </a:lnTo>
                  <a:lnTo>
                    <a:pt x="3624683" y="1483119"/>
                  </a:lnTo>
                  <a:lnTo>
                    <a:pt x="3624776" y="1483119"/>
                  </a:lnTo>
                  <a:lnTo>
                    <a:pt x="3624869" y="1483119"/>
                  </a:lnTo>
                  <a:lnTo>
                    <a:pt x="3624963" y="1483119"/>
                  </a:lnTo>
                  <a:lnTo>
                    <a:pt x="3625056" y="1483119"/>
                  </a:lnTo>
                  <a:lnTo>
                    <a:pt x="3625149" y="1483119"/>
                  </a:lnTo>
                  <a:lnTo>
                    <a:pt x="3625242" y="1483119"/>
                  </a:lnTo>
                  <a:lnTo>
                    <a:pt x="3625336" y="1483119"/>
                  </a:lnTo>
                  <a:lnTo>
                    <a:pt x="3625429" y="1483119"/>
                  </a:lnTo>
                  <a:lnTo>
                    <a:pt x="3625522" y="1483119"/>
                  </a:lnTo>
                  <a:lnTo>
                    <a:pt x="3625615" y="1483119"/>
                  </a:lnTo>
                  <a:lnTo>
                    <a:pt x="3625709" y="1483119"/>
                  </a:lnTo>
                  <a:lnTo>
                    <a:pt x="3625802" y="1483119"/>
                  </a:lnTo>
                  <a:lnTo>
                    <a:pt x="3625895" y="1483119"/>
                  </a:lnTo>
                  <a:lnTo>
                    <a:pt x="3625988" y="1483119"/>
                  </a:lnTo>
                  <a:lnTo>
                    <a:pt x="3625988" y="1473165"/>
                  </a:lnTo>
                  <a:lnTo>
                    <a:pt x="3626082" y="1473165"/>
                  </a:lnTo>
                  <a:lnTo>
                    <a:pt x="3626175" y="1473165"/>
                  </a:lnTo>
                  <a:lnTo>
                    <a:pt x="3626268" y="1473165"/>
                  </a:lnTo>
                  <a:lnTo>
                    <a:pt x="3626361" y="1473165"/>
                  </a:lnTo>
                  <a:lnTo>
                    <a:pt x="3626455" y="1473165"/>
                  </a:lnTo>
                  <a:lnTo>
                    <a:pt x="3626548" y="1473165"/>
                  </a:lnTo>
                  <a:lnTo>
                    <a:pt x="3626641" y="1473165"/>
                  </a:lnTo>
                  <a:lnTo>
                    <a:pt x="3626734" y="1473165"/>
                  </a:lnTo>
                  <a:lnTo>
                    <a:pt x="3626828" y="1473165"/>
                  </a:lnTo>
                  <a:lnTo>
                    <a:pt x="3626921" y="1473165"/>
                  </a:lnTo>
                  <a:lnTo>
                    <a:pt x="3627014" y="1473165"/>
                  </a:lnTo>
                  <a:lnTo>
                    <a:pt x="3627107" y="1473165"/>
                  </a:lnTo>
                  <a:lnTo>
                    <a:pt x="3627201" y="1473165"/>
                  </a:lnTo>
                  <a:lnTo>
                    <a:pt x="3627294" y="1473165"/>
                  </a:lnTo>
                  <a:lnTo>
                    <a:pt x="3627387" y="1473165"/>
                  </a:lnTo>
                  <a:lnTo>
                    <a:pt x="3627480" y="1473165"/>
                  </a:lnTo>
                  <a:lnTo>
                    <a:pt x="3627574" y="1473165"/>
                  </a:lnTo>
                  <a:lnTo>
                    <a:pt x="3627667" y="1473165"/>
                  </a:lnTo>
                  <a:lnTo>
                    <a:pt x="3627760" y="1473165"/>
                  </a:lnTo>
                  <a:lnTo>
                    <a:pt x="3627853" y="1473165"/>
                  </a:lnTo>
                  <a:lnTo>
                    <a:pt x="3627947" y="1473165"/>
                  </a:lnTo>
                  <a:lnTo>
                    <a:pt x="3628040" y="1473165"/>
                  </a:lnTo>
                  <a:lnTo>
                    <a:pt x="3628133" y="1473165"/>
                  </a:lnTo>
                  <a:lnTo>
                    <a:pt x="3628226" y="1473165"/>
                  </a:lnTo>
                  <a:lnTo>
                    <a:pt x="3628320" y="1473165"/>
                  </a:lnTo>
                  <a:lnTo>
                    <a:pt x="3628413" y="1473165"/>
                  </a:lnTo>
                  <a:lnTo>
                    <a:pt x="3628506" y="1473165"/>
                  </a:lnTo>
                  <a:lnTo>
                    <a:pt x="3628599" y="1473165"/>
                  </a:lnTo>
                  <a:lnTo>
                    <a:pt x="3628692" y="1473165"/>
                  </a:lnTo>
                  <a:lnTo>
                    <a:pt x="3628786" y="1473165"/>
                  </a:lnTo>
                  <a:lnTo>
                    <a:pt x="3628879" y="1473165"/>
                  </a:lnTo>
                  <a:lnTo>
                    <a:pt x="3628972" y="1473165"/>
                  </a:lnTo>
                  <a:lnTo>
                    <a:pt x="3629065" y="1473165"/>
                  </a:lnTo>
                  <a:lnTo>
                    <a:pt x="3629159" y="1473165"/>
                  </a:lnTo>
                  <a:lnTo>
                    <a:pt x="3629252" y="1473165"/>
                  </a:lnTo>
                  <a:lnTo>
                    <a:pt x="3629345" y="1473165"/>
                  </a:lnTo>
                  <a:lnTo>
                    <a:pt x="3629438" y="1473165"/>
                  </a:lnTo>
                  <a:lnTo>
                    <a:pt x="3629532" y="1473165"/>
                  </a:lnTo>
                  <a:lnTo>
                    <a:pt x="3629625" y="1473165"/>
                  </a:lnTo>
                  <a:lnTo>
                    <a:pt x="3629718" y="1473165"/>
                  </a:lnTo>
                  <a:lnTo>
                    <a:pt x="3629811" y="1473165"/>
                  </a:lnTo>
                  <a:lnTo>
                    <a:pt x="3629905" y="1473165"/>
                  </a:lnTo>
                  <a:lnTo>
                    <a:pt x="3629998" y="1473165"/>
                  </a:lnTo>
                  <a:lnTo>
                    <a:pt x="3630091" y="1473165"/>
                  </a:lnTo>
                  <a:lnTo>
                    <a:pt x="3630184" y="1473165"/>
                  </a:lnTo>
                  <a:lnTo>
                    <a:pt x="3630278" y="1473165"/>
                  </a:lnTo>
                  <a:lnTo>
                    <a:pt x="3630371" y="1473165"/>
                  </a:lnTo>
                  <a:lnTo>
                    <a:pt x="3630464" y="1473165"/>
                  </a:lnTo>
                  <a:lnTo>
                    <a:pt x="3630557" y="1473165"/>
                  </a:lnTo>
                  <a:lnTo>
                    <a:pt x="3630651" y="1473165"/>
                  </a:lnTo>
                  <a:lnTo>
                    <a:pt x="3630744" y="1473165"/>
                  </a:lnTo>
                  <a:lnTo>
                    <a:pt x="3630837" y="1473165"/>
                  </a:lnTo>
                  <a:lnTo>
                    <a:pt x="3630837" y="1463211"/>
                  </a:lnTo>
                  <a:lnTo>
                    <a:pt x="3630930" y="1463211"/>
                  </a:lnTo>
                  <a:lnTo>
                    <a:pt x="3631024" y="1463211"/>
                  </a:lnTo>
                  <a:lnTo>
                    <a:pt x="3631117" y="1463211"/>
                  </a:lnTo>
                  <a:lnTo>
                    <a:pt x="3631210" y="1463211"/>
                  </a:lnTo>
                  <a:lnTo>
                    <a:pt x="3631303" y="1463211"/>
                  </a:lnTo>
                  <a:lnTo>
                    <a:pt x="3631397" y="1463211"/>
                  </a:lnTo>
                  <a:lnTo>
                    <a:pt x="3631490" y="1463211"/>
                  </a:lnTo>
                  <a:lnTo>
                    <a:pt x="3631583" y="1463211"/>
                  </a:lnTo>
                  <a:lnTo>
                    <a:pt x="3631676" y="1463211"/>
                  </a:lnTo>
                  <a:lnTo>
                    <a:pt x="3631770" y="1463211"/>
                  </a:lnTo>
                  <a:lnTo>
                    <a:pt x="3631863" y="1463211"/>
                  </a:lnTo>
                  <a:lnTo>
                    <a:pt x="3631956" y="1463211"/>
                  </a:lnTo>
                  <a:lnTo>
                    <a:pt x="3632049" y="1463211"/>
                  </a:lnTo>
                  <a:lnTo>
                    <a:pt x="3632143" y="1463211"/>
                  </a:lnTo>
                  <a:lnTo>
                    <a:pt x="3632236" y="1463211"/>
                  </a:lnTo>
                  <a:lnTo>
                    <a:pt x="3632329" y="1463211"/>
                  </a:lnTo>
                  <a:lnTo>
                    <a:pt x="3632422" y="1463211"/>
                  </a:lnTo>
                  <a:lnTo>
                    <a:pt x="3632516" y="1463211"/>
                  </a:lnTo>
                  <a:lnTo>
                    <a:pt x="3632609" y="1463211"/>
                  </a:lnTo>
                  <a:lnTo>
                    <a:pt x="3632702" y="1463211"/>
                  </a:lnTo>
                  <a:lnTo>
                    <a:pt x="3632795" y="1463211"/>
                  </a:lnTo>
                  <a:lnTo>
                    <a:pt x="3632889" y="1463211"/>
                  </a:lnTo>
                  <a:lnTo>
                    <a:pt x="3632982" y="1463211"/>
                  </a:lnTo>
                  <a:lnTo>
                    <a:pt x="3633075" y="1463211"/>
                  </a:lnTo>
                  <a:lnTo>
                    <a:pt x="3633168" y="1463211"/>
                  </a:lnTo>
                  <a:lnTo>
                    <a:pt x="3633262" y="1463211"/>
                  </a:lnTo>
                  <a:lnTo>
                    <a:pt x="3633355" y="1463211"/>
                  </a:lnTo>
                  <a:lnTo>
                    <a:pt x="3633448" y="1463211"/>
                  </a:lnTo>
                  <a:lnTo>
                    <a:pt x="3633541" y="1463211"/>
                  </a:lnTo>
                  <a:lnTo>
                    <a:pt x="3633635" y="1463211"/>
                  </a:lnTo>
                  <a:lnTo>
                    <a:pt x="3633728" y="1463211"/>
                  </a:lnTo>
                  <a:lnTo>
                    <a:pt x="3633821" y="1463211"/>
                  </a:lnTo>
                  <a:lnTo>
                    <a:pt x="3633914" y="1463211"/>
                  </a:lnTo>
                  <a:lnTo>
                    <a:pt x="3634008" y="1463211"/>
                  </a:lnTo>
                  <a:lnTo>
                    <a:pt x="3634101" y="1463211"/>
                  </a:lnTo>
                  <a:lnTo>
                    <a:pt x="3634194" y="1463211"/>
                  </a:lnTo>
                  <a:lnTo>
                    <a:pt x="3634287" y="1463211"/>
                  </a:lnTo>
                  <a:lnTo>
                    <a:pt x="3634381" y="1463211"/>
                  </a:lnTo>
                  <a:lnTo>
                    <a:pt x="3634474" y="1463211"/>
                  </a:lnTo>
                  <a:lnTo>
                    <a:pt x="3634567" y="1463211"/>
                  </a:lnTo>
                  <a:lnTo>
                    <a:pt x="3634660" y="1463211"/>
                  </a:lnTo>
                  <a:lnTo>
                    <a:pt x="3634754" y="1463211"/>
                  </a:lnTo>
                  <a:lnTo>
                    <a:pt x="3634847" y="1463211"/>
                  </a:lnTo>
                  <a:lnTo>
                    <a:pt x="3634940" y="1463211"/>
                  </a:lnTo>
                  <a:lnTo>
                    <a:pt x="3635033" y="1463211"/>
                  </a:lnTo>
                  <a:lnTo>
                    <a:pt x="3635127" y="1463211"/>
                  </a:lnTo>
                  <a:lnTo>
                    <a:pt x="3635220" y="1463211"/>
                  </a:lnTo>
                  <a:lnTo>
                    <a:pt x="3635313" y="1463211"/>
                  </a:lnTo>
                  <a:lnTo>
                    <a:pt x="3635406" y="1463211"/>
                  </a:lnTo>
                  <a:lnTo>
                    <a:pt x="3635499" y="1463211"/>
                  </a:lnTo>
                  <a:lnTo>
                    <a:pt x="3635593" y="1463211"/>
                  </a:lnTo>
                  <a:lnTo>
                    <a:pt x="3635686" y="1463211"/>
                  </a:lnTo>
                  <a:lnTo>
                    <a:pt x="3635779" y="1463211"/>
                  </a:lnTo>
                  <a:lnTo>
                    <a:pt x="3635872" y="1463211"/>
                  </a:lnTo>
                  <a:lnTo>
                    <a:pt x="3635966" y="1463211"/>
                  </a:lnTo>
                  <a:lnTo>
                    <a:pt x="3635966" y="1453258"/>
                  </a:lnTo>
                  <a:lnTo>
                    <a:pt x="3636059" y="1453258"/>
                  </a:lnTo>
                  <a:lnTo>
                    <a:pt x="3636152" y="1453258"/>
                  </a:lnTo>
                  <a:lnTo>
                    <a:pt x="3636245" y="1453258"/>
                  </a:lnTo>
                  <a:lnTo>
                    <a:pt x="3636339" y="1453258"/>
                  </a:lnTo>
                  <a:lnTo>
                    <a:pt x="3636432" y="1453258"/>
                  </a:lnTo>
                  <a:lnTo>
                    <a:pt x="3636525" y="1453258"/>
                  </a:lnTo>
                  <a:lnTo>
                    <a:pt x="3636618" y="1453258"/>
                  </a:lnTo>
                  <a:lnTo>
                    <a:pt x="3636712" y="1453258"/>
                  </a:lnTo>
                  <a:lnTo>
                    <a:pt x="3636805" y="1453258"/>
                  </a:lnTo>
                  <a:lnTo>
                    <a:pt x="3636898" y="1453258"/>
                  </a:lnTo>
                  <a:lnTo>
                    <a:pt x="3636991" y="1453258"/>
                  </a:lnTo>
                  <a:lnTo>
                    <a:pt x="3637085" y="1453258"/>
                  </a:lnTo>
                  <a:lnTo>
                    <a:pt x="3637178" y="1453258"/>
                  </a:lnTo>
                  <a:lnTo>
                    <a:pt x="3637271" y="1453258"/>
                  </a:lnTo>
                  <a:lnTo>
                    <a:pt x="3637364" y="1453258"/>
                  </a:lnTo>
                  <a:lnTo>
                    <a:pt x="3637458" y="1453258"/>
                  </a:lnTo>
                  <a:lnTo>
                    <a:pt x="3637551" y="1453258"/>
                  </a:lnTo>
                  <a:lnTo>
                    <a:pt x="3637644" y="1453258"/>
                  </a:lnTo>
                  <a:lnTo>
                    <a:pt x="3637737" y="1453258"/>
                  </a:lnTo>
                  <a:lnTo>
                    <a:pt x="3637831" y="1453258"/>
                  </a:lnTo>
                  <a:lnTo>
                    <a:pt x="3637924" y="1453258"/>
                  </a:lnTo>
                  <a:lnTo>
                    <a:pt x="3638017" y="1453258"/>
                  </a:lnTo>
                  <a:lnTo>
                    <a:pt x="3638110" y="1453258"/>
                  </a:lnTo>
                  <a:lnTo>
                    <a:pt x="3638204" y="1453258"/>
                  </a:lnTo>
                  <a:lnTo>
                    <a:pt x="3638297" y="1453258"/>
                  </a:lnTo>
                  <a:lnTo>
                    <a:pt x="3638390" y="1453258"/>
                  </a:lnTo>
                  <a:lnTo>
                    <a:pt x="3638483" y="1453258"/>
                  </a:lnTo>
                  <a:lnTo>
                    <a:pt x="3638577" y="1453258"/>
                  </a:lnTo>
                  <a:lnTo>
                    <a:pt x="3638670" y="1453258"/>
                  </a:lnTo>
                  <a:lnTo>
                    <a:pt x="3638763" y="1453258"/>
                  </a:lnTo>
                  <a:lnTo>
                    <a:pt x="3638856" y="1453258"/>
                  </a:lnTo>
                  <a:lnTo>
                    <a:pt x="3638950" y="1453258"/>
                  </a:lnTo>
                  <a:lnTo>
                    <a:pt x="3639043" y="1453258"/>
                  </a:lnTo>
                  <a:lnTo>
                    <a:pt x="3639136" y="1453258"/>
                  </a:lnTo>
                  <a:lnTo>
                    <a:pt x="3639229" y="1453258"/>
                  </a:lnTo>
                  <a:lnTo>
                    <a:pt x="3639323" y="1453258"/>
                  </a:lnTo>
                  <a:lnTo>
                    <a:pt x="3639416" y="1453258"/>
                  </a:lnTo>
                  <a:lnTo>
                    <a:pt x="3639509" y="1453258"/>
                  </a:lnTo>
                  <a:lnTo>
                    <a:pt x="3639602" y="1453258"/>
                  </a:lnTo>
                  <a:lnTo>
                    <a:pt x="3639696" y="1453258"/>
                  </a:lnTo>
                  <a:lnTo>
                    <a:pt x="3639789" y="1453258"/>
                  </a:lnTo>
                  <a:lnTo>
                    <a:pt x="3639882" y="1453258"/>
                  </a:lnTo>
                  <a:lnTo>
                    <a:pt x="3639975" y="1453258"/>
                  </a:lnTo>
                  <a:lnTo>
                    <a:pt x="3640069" y="1453258"/>
                  </a:lnTo>
                  <a:lnTo>
                    <a:pt x="3640162" y="1453258"/>
                  </a:lnTo>
                  <a:lnTo>
                    <a:pt x="3640255" y="1453258"/>
                  </a:lnTo>
                  <a:lnTo>
                    <a:pt x="3640348" y="1453258"/>
                  </a:lnTo>
                  <a:lnTo>
                    <a:pt x="3640442" y="1453258"/>
                  </a:lnTo>
                  <a:lnTo>
                    <a:pt x="3640535" y="1453258"/>
                  </a:lnTo>
                  <a:lnTo>
                    <a:pt x="3640628" y="1453258"/>
                  </a:lnTo>
                  <a:lnTo>
                    <a:pt x="3640721" y="1453258"/>
                  </a:lnTo>
                  <a:lnTo>
                    <a:pt x="3640815" y="1453258"/>
                  </a:lnTo>
                  <a:lnTo>
                    <a:pt x="3640908" y="1453258"/>
                  </a:lnTo>
                  <a:lnTo>
                    <a:pt x="3641001" y="1453258"/>
                  </a:lnTo>
                  <a:lnTo>
                    <a:pt x="3641094" y="1453258"/>
                  </a:lnTo>
                  <a:lnTo>
                    <a:pt x="3641188" y="1453258"/>
                  </a:lnTo>
                  <a:lnTo>
                    <a:pt x="3641281" y="1453258"/>
                  </a:lnTo>
                  <a:lnTo>
                    <a:pt x="3641374" y="1453258"/>
                  </a:lnTo>
                  <a:lnTo>
                    <a:pt x="3641467" y="1453258"/>
                  </a:lnTo>
                  <a:lnTo>
                    <a:pt x="3641561" y="1453258"/>
                  </a:lnTo>
                  <a:lnTo>
                    <a:pt x="3641654" y="1453258"/>
                  </a:lnTo>
                  <a:lnTo>
                    <a:pt x="3641747" y="1453258"/>
                  </a:lnTo>
                  <a:lnTo>
                    <a:pt x="3641840" y="1453258"/>
                  </a:lnTo>
                  <a:lnTo>
                    <a:pt x="3641934" y="1453258"/>
                  </a:lnTo>
                  <a:lnTo>
                    <a:pt x="3642027" y="1453258"/>
                  </a:lnTo>
                  <a:lnTo>
                    <a:pt x="3642120" y="1453258"/>
                  </a:lnTo>
                  <a:lnTo>
                    <a:pt x="3642213" y="1453258"/>
                  </a:lnTo>
                  <a:lnTo>
                    <a:pt x="3642307" y="1453258"/>
                  </a:lnTo>
                  <a:lnTo>
                    <a:pt x="3642400" y="1453258"/>
                  </a:lnTo>
                  <a:lnTo>
                    <a:pt x="3642493" y="1453258"/>
                  </a:lnTo>
                  <a:lnTo>
                    <a:pt x="3642493" y="1443304"/>
                  </a:lnTo>
                  <a:lnTo>
                    <a:pt x="3642586" y="1443304"/>
                  </a:lnTo>
                  <a:lnTo>
                    <a:pt x="3642679" y="1443304"/>
                  </a:lnTo>
                  <a:lnTo>
                    <a:pt x="3642773" y="1443304"/>
                  </a:lnTo>
                  <a:lnTo>
                    <a:pt x="3642866" y="1443304"/>
                  </a:lnTo>
                  <a:lnTo>
                    <a:pt x="3642959" y="1443304"/>
                  </a:lnTo>
                  <a:lnTo>
                    <a:pt x="3643052" y="1443304"/>
                  </a:lnTo>
                  <a:lnTo>
                    <a:pt x="3643146" y="1443304"/>
                  </a:lnTo>
                  <a:lnTo>
                    <a:pt x="3643239" y="1443304"/>
                  </a:lnTo>
                  <a:lnTo>
                    <a:pt x="3643332" y="1443304"/>
                  </a:lnTo>
                  <a:lnTo>
                    <a:pt x="3643425" y="1443304"/>
                  </a:lnTo>
                  <a:lnTo>
                    <a:pt x="3643519" y="1443304"/>
                  </a:lnTo>
                  <a:lnTo>
                    <a:pt x="3643612" y="1443304"/>
                  </a:lnTo>
                  <a:lnTo>
                    <a:pt x="3643705" y="1443304"/>
                  </a:lnTo>
                  <a:lnTo>
                    <a:pt x="3643798" y="1443304"/>
                  </a:lnTo>
                  <a:lnTo>
                    <a:pt x="3643892" y="1443304"/>
                  </a:lnTo>
                  <a:lnTo>
                    <a:pt x="3643985" y="1443304"/>
                  </a:lnTo>
                  <a:lnTo>
                    <a:pt x="3644078" y="1443304"/>
                  </a:lnTo>
                  <a:lnTo>
                    <a:pt x="3644171" y="1443304"/>
                  </a:lnTo>
                  <a:lnTo>
                    <a:pt x="3644265" y="1443304"/>
                  </a:lnTo>
                  <a:lnTo>
                    <a:pt x="3644358" y="1443304"/>
                  </a:lnTo>
                  <a:lnTo>
                    <a:pt x="3644358" y="1433350"/>
                  </a:lnTo>
                  <a:lnTo>
                    <a:pt x="3644451" y="1433350"/>
                  </a:lnTo>
                  <a:lnTo>
                    <a:pt x="3644544" y="1433350"/>
                  </a:lnTo>
                  <a:lnTo>
                    <a:pt x="3644638" y="1433350"/>
                  </a:lnTo>
                  <a:lnTo>
                    <a:pt x="3644731" y="1433350"/>
                  </a:lnTo>
                  <a:lnTo>
                    <a:pt x="3644824" y="1433350"/>
                  </a:lnTo>
                  <a:lnTo>
                    <a:pt x="3644917" y="1433350"/>
                  </a:lnTo>
                  <a:lnTo>
                    <a:pt x="3645011" y="1433350"/>
                  </a:lnTo>
                  <a:lnTo>
                    <a:pt x="3645104" y="1433350"/>
                  </a:lnTo>
                  <a:lnTo>
                    <a:pt x="3645197" y="1433350"/>
                  </a:lnTo>
                  <a:lnTo>
                    <a:pt x="3645290" y="1433350"/>
                  </a:lnTo>
                  <a:lnTo>
                    <a:pt x="3645384" y="1433350"/>
                  </a:lnTo>
                  <a:lnTo>
                    <a:pt x="3645477" y="1433350"/>
                  </a:lnTo>
                  <a:lnTo>
                    <a:pt x="3645570" y="1433350"/>
                  </a:lnTo>
                  <a:lnTo>
                    <a:pt x="3645663" y="1433350"/>
                  </a:lnTo>
                  <a:lnTo>
                    <a:pt x="3645757" y="1433350"/>
                  </a:lnTo>
                  <a:lnTo>
                    <a:pt x="3645850" y="1433350"/>
                  </a:lnTo>
                  <a:lnTo>
                    <a:pt x="3645943" y="1433350"/>
                  </a:lnTo>
                  <a:lnTo>
                    <a:pt x="3646036" y="1433350"/>
                  </a:lnTo>
                  <a:lnTo>
                    <a:pt x="3646130" y="1433350"/>
                  </a:lnTo>
                  <a:lnTo>
                    <a:pt x="3646223" y="1433350"/>
                  </a:lnTo>
                  <a:lnTo>
                    <a:pt x="3646316" y="1433350"/>
                  </a:lnTo>
                  <a:lnTo>
                    <a:pt x="3646409" y="1433350"/>
                  </a:lnTo>
                  <a:lnTo>
                    <a:pt x="3646503" y="1433350"/>
                  </a:lnTo>
                  <a:lnTo>
                    <a:pt x="3646596" y="1433350"/>
                  </a:lnTo>
                  <a:lnTo>
                    <a:pt x="3646689" y="1433350"/>
                  </a:lnTo>
                  <a:lnTo>
                    <a:pt x="3646782" y="1433350"/>
                  </a:lnTo>
                  <a:lnTo>
                    <a:pt x="3646876" y="1433350"/>
                  </a:lnTo>
                  <a:lnTo>
                    <a:pt x="3646969" y="1433350"/>
                  </a:lnTo>
                  <a:lnTo>
                    <a:pt x="3647062" y="1433350"/>
                  </a:lnTo>
                  <a:lnTo>
                    <a:pt x="3647155" y="1433350"/>
                  </a:lnTo>
                  <a:lnTo>
                    <a:pt x="3647249" y="1433350"/>
                  </a:lnTo>
                  <a:lnTo>
                    <a:pt x="3647342" y="1433350"/>
                  </a:lnTo>
                  <a:lnTo>
                    <a:pt x="3647435" y="1433350"/>
                  </a:lnTo>
                  <a:lnTo>
                    <a:pt x="3647528" y="1433350"/>
                  </a:lnTo>
                  <a:lnTo>
                    <a:pt x="3647622" y="1433350"/>
                  </a:lnTo>
                  <a:lnTo>
                    <a:pt x="3647715" y="1433350"/>
                  </a:lnTo>
                  <a:lnTo>
                    <a:pt x="3647808" y="1433350"/>
                  </a:lnTo>
                  <a:lnTo>
                    <a:pt x="3647901" y="1433350"/>
                  </a:lnTo>
                  <a:lnTo>
                    <a:pt x="3647995" y="1433350"/>
                  </a:lnTo>
                  <a:lnTo>
                    <a:pt x="3648088" y="1433350"/>
                  </a:lnTo>
                  <a:lnTo>
                    <a:pt x="3648181" y="1433350"/>
                  </a:lnTo>
                  <a:lnTo>
                    <a:pt x="3648274" y="1433350"/>
                  </a:lnTo>
                  <a:lnTo>
                    <a:pt x="3648368" y="1433350"/>
                  </a:lnTo>
                  <a:lnTo>
                    <a:pt x="3648461" y="1433350"/>
                  </a:lnTo>
                  <a:lnTo>
                    <a:pt x="3648554" y="1433350"/>
                  </a:lnTo>
                  <a:lnTo>
                    <a:pt x="3648647" y="1433350"/>
                  </a:lnTo>
                  <a:lnTo>
                    <a:pt x="3648741" y="1433350"/>
                  </a:lnTo>
                  <a:lnTo>
                    <a:pt x="3648834" y="1433350"/>
                  </a:lnTo>
                  <a:lnTo>
                    <a:pt x="3648927" y="1433350"/>
                  </a:lnTo>
                  <a:lnTo>
                    <a:pt x="3649020" y="1433350"/>
                  </a:lnTo>
                  <a:lnTo>
                    <a:pt x="3649114" y="1433350"/>
                  </a:lnTo>
                  <a:lnTo>
                    <a:pt x="3649207" y="1433350"/>
                  </a:lnTo>
                  <a:lnTo>
                    <a:pt x="3649300" y="1433350"/>
                  </a:lnTo>
                  <a:lnTo>
                    <a:pt x="3649393" y="1433350"/>
                  </a:lnTo>
                  <a:lnTo>
                    <a:pt x="3649486" y="1433350"/>
                  </a:lnTo>
                  <a:lnTo>
                    <a:pt x="3649580" y="1433350"/>
                  </a:lnTo>
                  <a:lnTo>
                    <a:pt x="3649673" y="1433350"/>
                  </a:lnTo>
                  <a:lnTo>
                    <a:pt x="3649766" y="1433350"/>
                  </a:lnTo>
                  <a:lnTo>
                    <a:pt x="3649859" y="1433350"/>
                  </a:lnTo>
                  <a:lnTo>
                    <a:pt x="3649953" y="1433350"/>
                  </a:lnTo>
                  <a:lnTo>
                    <a:pt x="3650046" y="1433350"/>
                  </a:lnTo>
                  <a:lnTo>
                    <a:pt x="3650139" y="1433350"/>
                  </a:lnTo>
                  <a:lnTo>
                    <a:pt x="3650232" y="1433350"/>
                  </a:lnTo>
                  <a:lnTo>
                    <a:pt x="3650326" y="1433350"/>
                  </a:lnTo>
                  <a:lnTo>
                    <a:pt x="3650419" y="1433350"/>
                  </a:lnTo>
                  <a:lnTo>
                    <a:pt x="3650512" y="1433350"/>
                  </a:lnTo>
                  <a:lnTo>
                    <a:pt x="3650605" y="1433350"/>
                  </a:lnTo>
                  <a:lnTo>
                    <a:pt x="3650699" y="1433350"/>
                  </a:lnTo>
                  <a:lnTo>
                    <a:pt x="3650792" y="1433350"/>
                  </a:lnTo>
                  <a:lnTo>
                    <a:pt x="3650885" y="1433350"/>
                  </a:lnTo>
                  <a:lnTo>
                    <a:pt x="3650978" y="1433350"/>
                  </a:lnTo>
                  <a:lnTo>
                    <a:pt x="3651072" y="1433350"/>
                  </a:lnTo>
                  <a:lnTo>
                    <a:pt x="3651165" y="1433350"/>
                  </a:lnTo>
                  <a:lnTo>
                    <a:pt x="3651258" y="1433350"/>
                  </a:lnTo>
                  <a:lnTo>
                    <a:pt x="3651351" y="1433350"/>
                  </a:lnTo>
                  <a:lnTo>
                    <a:pt x="3651445" y="1433350"/>
                  </a:lnTo>
                  <a:lnTo>
                    <a:pt x="3651538" y="1433350"/>
                  </a:lnTo>
                  <a:lnTo>
                    <a:pt x="3651631" y="1433350"/>
                  </a:lnTo>
                  <a:lnTo>
                    <a:pt x="3651724" y="1433350"/>
                  </a:lnTo>
                  <a:lnTo>
                    <a:pt x="3651818" y="1433350"/>
                  </a:lnTo>
                  <a:lnTo>
                    <a:pt x="3651911" y="1433350"/>
                  </a:lnTo>
                  <a:lnTo>
                    <a:pt x="3652004" y="1433350"/>
                  </a:lnTo>
                  <a:lnTo>
                    <a:pt x="3652097" y="1433350"/>
                  </a:lnTo>
                  <a:lnTo>
                    <a:pt x="3652191" y="1433350"/>
                  </a:lnTo>
                  <a:lnTo>
                    <a:pt x="3652284" y="1433350"/>
                  </a:lnTo>
                  <a:lnTo>
                    <a:pt x="3652377" y="1433350"/>
                  </a:lnTo>
                  <a:lnTo>
                    <a:pt x="3652470" y="1433350"/>
                  </a:lnTo>
                  <a:lnTo>
                    <a:pt x="3652564" y="1433350"/>
                  </a:lnTo>
                  <a:lnTo>
                    <a:pt x="3652657" y="1433350"/>
                  </a:lnTo>
                  <a:lnTo>
                    <a:pt x="3652750" y="1433350"/>
                  </a:lnTo>
                  <a:lnTo>
                    <a:pt x="3652843" y="1433350"/>
                  </a:lnTo>
                  <a:lnTo>
                    <a:pt x="3652937" y="1433350"/>
                  </a:lnTo>
                  <a:lnTo>
                    <a:pt x="3653030" y="1433350"/>
                  </a:lnTo>
                  <a:lnTo>
                    <a:pt x="3653123" y="1433350"/>
                  </a:lnTo>
                  <a:lnTo>
                    <a:pt x="3653216" y="1433350"/>
                  </a:lnTo>
                  <a:lnTo>
                    <a:pt x="3653310" y="1433350"/>
                  </a:lnTo>
                  <a:lnTo>
                    <a:pt x="3653403" y="1433350"/>
                  </a:lnTo>
                  <a:lnTo>
                    <a:pt x="3653496" y="1433350"/>
                  </a:lnTo>
                  <a:lnTo>
                    <a:pt x="3653589" y="1433350"/>
                  </a:lnTo>
                  <a:lnTo>
                    <a:pt x="3653683" y="1433350"/>
                  </a:lnTo>
                  <a:lnTo>
                    <a:pt x="3653776" y="1433350"/>
                  </a:lnTo>
                  <a:lnTo>
                    <a:pt x="3653869" y="1433350"/>
                  </a:lnTo>
                  <a:lnTo>
                    <a:pt x="3653962" y="1433350"/>
                  </a:lnTo>
                  <a:lnTo>
                    <a:pt x="3654056" y="1433350"/>
                  </a:lnTo>
                  <a:lnTo>
                    <a:pt x="3654149" y="1433350"/>
                  </a:lnTo>
                  <a:lnTo>
                    <a:pt x="3654242" y="1433350"/>
                  </a:lnTo>
                  <a:lnTo>
                    <a:pt x="3654335" y="1433350"/>
                  </a:lnTo>
                  <a:lnTo>
                    <a:pt x="3654429" y="1433350"/>
                  </a:lnTo>
                  <a:lnTo>
                    <a:pt x="3654522" y="1433350"/>
                  </a:lnTo>
                  <a:lnTo>
                    <a:pt x="3654615" y="1433350"/>
                  </a:lnTo>
                  <a:lnTo>
                    <a:pt x="3654708" y="1433350"/>
                  </a:lnTo>
                  <a:lnTo>
                    <a:pt x="3654802" y="1433350"/>
                  </a:lnTo>
                  <a:lnTo>
                    <a:pt x="3654895" y="1433350"/>
                  </a:lnTo>
                  <a:lnTo>
                    <a:pt x="3654988" y="1433350"/>
                  </a:lnTo>
                  <a:lnTo>
                    <a:pt x="3655081" y="1433350"/>
                  </a:lnTo>
                  <a:lnTo>
                    <a:pt x="3655175" y="1433350"/>
                  </a:lnTo>
                  <a:lnTo>
                    <a:pt x="3655268" y="1433350"/>
                  </a:lnTo>
                  <a:lnTo>
                    <a:pt x="3655361" y="1433350"/>
                  </a:lnTo>
                  <a:lnTo>
                    <a:pt x="3655454" y="1433350"/>
                  </a:lnTo>
                  <a:lnTo>
                    <a:pt x="3655548" y="1433350"/>
                  </a:lnTo>
                  <a:lnTo>
                    <a:pt x="3655641" y="1433350"/>
                  </a:lnTo>
                  <a:lnTo>
                    <a:pt x="3655734" y="1433350"/>
                  </a:lnTo>
                  <a:lnTo>
                    <a:pt x="3655827" y="1433350"/>
                  </a:lnTo>
                  <a:lnTo>
                    <a:pt x="3655921" y="1433350"/>
                  </a:lnTo>
                  <a:lnTo>
                    <a:pt x="3656014" y="1433350"/>
                  </a:lnTo>
                  <a:lnTo>
                    <a:pt x="3656107" y="1433350"/>
                  </a:lnTo>
                  <a:lnTo>
                    <a:pt x="3656200" y="1433350"/>
                  </a:lnTo>
                  <a:lnTo>
                    <a:pt x="3656293" y="1433350"/>
                  </a:lnTo>
                  <a:lnTo>
                    <a:pt x="3656387" y="1433350"/>
                  </a:lnTo>
                  <a:lnTo>
                    <a:pt x="3656480" y="1433350"/>
                  </a:lnTo>
                  <a:lnTo>
                    <a:pt x="3656573" y="1433350"/>
                  </a:lnTo>
                  <a:lnTo>
                    <a:pt x="3656666" y="1433350"/>
                  </a:lnTo>
                  <a:lnTo>
                    <a:pt x="3656760" y="1433350"/>
                  </a:lnTo>
                  <a:lnTo>
                    <a:pt x="3656853" y="1433350"/>
                  </a:lnTo>
                  <a:lnTo>
                    <a:pt x="3656946" y="1433350"/>
                  </a:lnTo>
                  <a:lnTo>
                    <a:pt x="3657039" y="1433350"/>
                  </a:lnTo>
                  <a:lnTo>
                    <a:pt x="3657133" y="1433350"/>
                  </a:lnTo>
                  <a:lnTo>
                    <a:pt x="3657226" y="1433350"/>
                  </a:lnTo>
                  <a:lnTo>
                    <a:pt x="3657319" y="1433350"/>
                  </a:lnTo>
                  <a:lnTo>
                    <a:pt x="3657412" y="1433350"/>
                  </a:lnTo>
                  <a:lnTo>
                    <a:pt x="3657506" y="1433350"/>
                  </a:lnTo>
                  <a:lnTo>
                    <a:pt x="3657599" y="1433350"/>
                  </a:lnTo>
                  <a:lnTo>
                    <a:pt x="3657692" y="1433350"/>
                  </a:lnTo>
                  <a:lnTo>
                    <a:pt x="3657785" y="1433350"/>
                  </a:lnTo>
                  <a:lnTo>
                    <a:pt x="3657879" y="1433350"/>
                  </a:lnTo>
                  <a:lnTo>
                    <a:pt x="3657972" y="1433350"/>
                  </a:lnTo>
                  <a:lnTo>
                    <a:pt x="3658065" y="1433350"/>
                  </a:lnTo>
                  <a:lnTo>
                    <a:pt x="3658158" y="1433350"/>
                  </a:lnTo>
                  <a:lnTo>
                    <a:pt x="3658252" y="1433350"/>
                  </a:lnTo>
                  <a:lnTo>
                    <a:pt x="3658345" y="1433350"/>
                  </a:lnTo>
                  <a:lnTo>
                    <a:pt x="3658438" y="1433350"/>
                  </a:lnTo>
                  <a:lnTo>
                    <a:pt x="3658531" y="1433350"/>
                  </a:lnTo>
                  <a:lnTo>
                    <a:pt x="3658625" y="1433350"/>
                  </a:lnTo>
                  <a:lnTo>
                    <a:pt x="3658718" y="1433350"/>
                  </a:lnTo>
                  <a:lnTo>
                    <a:pt x="3658811" y="1433350"/>
                  </a:lnTo>
                  <a:lnTo>
                    <a:pt x="3658904" y="1433350"/>
                  </a:lnTo>
                  <a:lnTo>
                    <a:pt x="3658998" y="1433350"/>
                  </a:lnTo>
                  <a:lnTo>
                    <a:pt x="3659091" y="1433350"/>
                  </a:lnTo>
                  <a:lnTo>
                    <a:pt x="3659184" y="1433350"/>
                  </a:lnTo>
                  <a:lnTo>
                    <a:pt x="3659277" y="1433350"/>
                  </a:lnTo>
                  <a:lnTo>
                    <a:pt x="3659371" y="1433350"/>
                  </a:lnTo>
                  <a:lnTo>
                    <a:pt x="3659464" y="1433350"/>
                  </a:lnTo>
                  <a:lnTo>
                    <a:pt x="3659557" y="1433350"/>
                  </a:lnTo>
                  <a:lnTo>
                    <a:pt x="3659650" y="1433350"/>
                  </a:lnTo>
                  <a:lnTo>
                    <a:pt x="3659744" y="1433350"/>
                  </a:lnTo>
                  <a:lnTo>
                    <a:pt x="3659837" y="1433350"/>
                  </a:lnTo>
                  <a:lnTo>
                    <a:pt x="3659930" y="1433350"/>
                  </a:lnTo>
                  <a:lnTo>
                    <a:pt x="3660023" y="1433350"/>
                  </a:lnTo>
                  <a:lnTo>
                    <a:pt x="3660117" y="1433350"/>
                  </a:lnTo>
                  <a:lnTo>
                    <a:pt x="3660210" y="1433350"/>
                  </a:lnTo>
                  <a:lnTo>
                    <a:pt x="3660303" y="1433350"/>
                  </a:lnTo>
                  <a:lnTo>
                    <a:pt x="3660396" y="1433350"/>
                  </a:lnTo>
                  <a:lnTo>
                    <a:pt x="3660490" y="1433350"/>
                  </a:lnTo>
                  <a:lnTo>
                    <a:pt x="3660583" y="1433350"/>
                  </a:lnTo>
                  <a:lnTo>
                    <a:pt x="3660676" y="1433350"/>
                  </a:lnTo>
                  <a:lnTo>
                    <a:pt x="3660769" y="1433350"/>
                  </a:lnTo>
                  <a:lnTo>
                    <a:pt x="3660863" y="1433350"/>
                  </a:lnTo>
                  <a:lnTo>
                    <a:pt x="3660956" y="1433350"/>
                  </a:lnTo>
                  <a:lnTo>
                    <a:pt x="3661049" y="1433350"/>
                  </a:lnTo>
                  <a:lnTo>
                    <a:pt x="3661142" y="1433350"/>
                  </a:lnTo>
                  <a:lnTo>
                    <a:pt x="3661236" y="1433350"/>
                  </a:lnTo>
                  <a:lnTo>
                    <a:pt x="3661329" y="1433350"/>
                  </a:lnTo>
                  <a:lnTo>
                    <a:pt x="3661422" y="1433350"/>
                  </a:lnTo>
                  <a:lnTo>
                    <a:pt x="3661515" y="1433350"/>
                  </a:lnTo>
                  <a:lnTo>
                    <a:pt x="3661609" y="1433350"/>
                  </a:lnTo>
                  <a:lnTo>
                    <a:pt x="3661702" y="1433350"/>
                  </a:lnTo>
                  <a:lnTo>
                    <a:pt x="3661795" y="1433350"/>
                  </a:lnTo>
                  <a:lnTo>
                    <a:pt x="3661888" y="1433350"/>
                  </a:lnTo>
                  <a:lnTo>
                    <a:pt x="3661982" y="1433350"/>
                  </a:lnTo>
                  <a:lnTo>
                    <a:pt x="3662075" y="1433350"/>
                  </a:lnTo>
                  <a:lnTo>
                    <a:pt x="3662168" y="1433350"/>
                  </a:lnTo>
                  <a:lnTo>
                    <a:pt x="3662261" y="1433350"/>
                  </a:lnTo>
                  <a:lnTo>
                    <a:pt x="3662355" y="1433350"/>
                  </a:lnTo>
                  <a:lnTo>
                    <a:pt x="3662448" y="1433350"/>
                  </a:lnTo>
                  <a:lnTo>
                    <a:pt x="3662541" y="1433350"/>
                  </a:lnTo>
                  <a:lnTo>
                    <a:pt x="3662634" y="1433350"/>
                  </a:lnTo>
                  <a:lnTo>
                    <a:pt x="3662728" y="1433350"/>
                  </a:lnTo>
                  <a:lnTo>
                    <a:pt x="3662821" y="1433350"/>
                  </a:lnTo>
                  <a:lnTo>
                    <a:pt x="3662914" y="1433350"/>
                  </a:lnTo>
                  <a:lnTo>
                    <a:pt x="3663007" y="1433350"/>
                  </a:lnTo>
                  <a:lnTo>
                    <a:pt x="3663101" y="1433350"/>
                  </a:lnTo>
                  <a:lnTo>
                    <a:pt x="3663194" y="1433350"/>
                  </a:lnTo>
                  <a:lnTo>
                    <a:pt x="3663287" y="1433350"/>
                  </a:lnTo>
                  <a:lnTo>
                    <a:pt x="3663380" y="1433350"/>
                  </a:lnTo>
                  <a:lnTo>
                    <a:pt x="3663473" y="1433350"/>
                  </a:lnTo>
                  <a:lnTo>
                    <a:pt x="3663567" y="1433350"/>
                  </a:lnTo>
                  <a:lnTo>
                    <a:pt x="3663660" y="1433350"/>
                  </a:lnTo>
                  <a:lnTo>
                    <a:pt x="3663753" y="1433350"/>
                  </a:lnTo>
                  <a:lnTo>
                    <a:pt x="3663846" y="1433350"/>
                  </a:lnTo>
                  <a:lnTo>
                    <a:pt x="3663940" y="1433350"/>
                  </a:lnTo>
                  <a:lnTo>
                    <a:pt x="3664033" y="1433350"/>
                  </a:lnTo>
                  <a:lnTo>
                    <a:pt x="3664126" y="1433350"/>
                  </a:lnTo>
                  <a:lnTo>
                    <a:pt x="3664219" y="1433350"/>
                  </a:lnTo>
                  <a:lnTo>
                    <a:pt x="3664313" y="1433350"/>
                  </a:lnTo>
                  <a:lnTo>
                    <a:pt x="3664406" y="1433350"/>
                  </a:lnTo>
                  <a:lnTo>
                    <a:pt x="3664499" y="1433350"/>
                  </a:lnTo>
                  <a:lnTo>
                    <a:pt x="3664592" y="1433350"/>
                  </a:lnTo>
                  <a:lnTo>
                    <a:pt x="3664686" y="1433350"/>
                  </a:lnTo>
                  <a:lnTo>
                    <a:pt x="3664779" y="1433350"/>
                  </a:lnTo>
                  <a:lnTo>
                    <a:pt x="3664872" y="1433350"/>
                  </a:lnTo>
                  <a:lnTo>
                    <a:pt x="3664965" y="1433350"/>
                  </a:lnTo>
                  <a:lnTo>
                    <a:pt x="3665059" y="1433350"/>
                  </a:lnTo>
                  <a:lnTo>
                    <a:pt x="3665152" y="1433350"/>
                  </a:lnTo>
                  <a:lnTo>
                    <a:pt x="3665245" y="1433350"/>
                  </a:lnTo>
                  <a:lnTo>
                    <a:pt x="3665338" y="1433350"/>
                  </a:lnTo>
                  <a:lnTo>
                    <a:pt x="3665432" y="1433350"/>
                  </a:lnTo>
                  <a:lnTo>
                    <a:pt x="3665525" y="1433350"/>
                  </a:lnTo>
                  <a:lnTo>
                    <a:pt x="3665618" y="1433350"/>
                  </a:lnTo>
                  <a:lnTo>
                    <a:pt x="3665711" y="1433350"/>
                  </a:lnTo>
                  <a:lnTo>
                    <a:pt x="3665805" y="1433350"/>
                  </a:lnTo>
                  <a:lnTo>
                    <a:pt x="3665898" y="1433350"/>
                  </a:lnTo>
                  <a:lnTo>
                    <a:pt x="3665991" y="1433350"/>
                  </a:lnTo>
                  <a:lnTo>
                    <a:pt x="3666084" y="1433350"/>
                  </a:lnTo>
                  <a:lnTo>
                    <a:pt x="3666178" y="1433350"/>
                  </a:lnTo>
                  <a:lnTo>
                    <a:pt x="3666271" y="1433350"/>
                  </a:lnTo>
                  <a:lnTo>
                    <a:pt x="3666364" y="1433350"/>
                  </a:lnTo>
                  <a:lnTo>
                    <a:pt x="3666457" y="1433350"/>
                  </a:lnTo>
                  <a:lnTo>
                    <a:pt x="3666551" y="1433350"/>
                  </a:lnTo>
                  <a:lnTo>
                    <a:pt x="3666644" y="1433350"/>
                  </a:lnTo>
                  <a:lnTo>
                    <a:pt x="3666737" y="1433350"/>
                  </a:lnTo>
                  <a:lnTo>
                    <a:pt x="3666830" y="1433350"/>
                  </a:lnTo>
                  <a:lnTo>
                    <a:pt x="3666924" y="1433350"/>
                  </a:lnTo>
                  <a:lnTo>
                    <a:pt x="3667017" y="1433350"/>
                  </a:lnTo>
                  <a:lnTo>
                    <a:pt x="3667110" y="1433350"/>
                  </a:lnTo>
                  <a:lnTo>
                    <a:pt x="3667203" y="1433350"/>
                  </a:lnTo>
                  <a:lnTo>
                    <a:pt x="3667297" y="1433350"/>
                  </a:lnTo>
                  <a:lnTo>
                    <a:pt x="3667390" y="1433350"/>
                  </a:lnTo>
                  <a:lnTo>
                    <a:pt x="3667483" y="1433350"/>
                  </a:lnTo>
                  <a:lnTo>
                    <a:pt x="3667576" y="1433350"/>
                  </a:lnTo>
                  <a:lnTo>
                    <a:pt x="3667670" y="1433350"/>
                  </a:lnTo>
                  <a:lnTo>
                    <a:pt x="3667763" y="1433350"/>
                  </a:lnTo>
                  <a:lnTo>
                    <a:pt x="3667856" y="1433350"/>
                  </a:lnTo>
                  <a:lnTo>
                    <a:pt x="3667949" y="1433350"/>
                  </a:lnTo>
                  <a:lnTo>
                    <a:pt x="3668043" y="1433350"/>
                  </a:lnTo>
                  <a:lnTo>
                    <a:pt x="3668136" y="1433350"/>
                  </a:lnTo>
                  <a:lnTo>
                    <a:pt x="3668229" y="1433350"/>
                  </a:lnTo>
                  <a:lnTo>
                    <a:pt x="3668322" y="1433350"/>
                  </a:lnTo>
                  <a:lnTo>
                    <a:pt x="3668416" y="1433350"/>
                  </a:lnTo>
                  <a:lnTo>
                    <a:pt x="3668509" y="1433350"/>
                  </a:lnTo>
                  <a:lnTo>
                    <a:pt x="3668602" y="1433350"/>
                  </a:lnTo>
                  <a:lnTo>
                    <a:pt x="3668695" y="1433350"/>
                  </a:lnTo>
                  <a:lnTo>
                    <a:pt x="3668789" y="1433350"/>
                  </a:lnTo>
                  <a:lnTo>
                    <a:pt x="3668882" y="1433350"/>
                  </a:lnTo>
                  <a:lnTo>
                    <a:pt x="3668975" y="1433350"/>
                  </a:lnTo>
                  <a:lnTo>
                    <a:pt x="3669068" y="1433350"/>
                  </a:lnTo>
                  <a:lnTo>
                    <a:pt x="3669162" y="1433350"/>
                  </a:lnTo>
                  <a:lnTo>
                    <a:pt x="3669255" y="1433350"/>
                  </a:lnTo>
                  <a:lnTo>
                    <a:pt x="3669348" y="1433350"/>
                  </a:lnTo>
                  <a:lnTo>
                    <a:pt x="3669441" y="1433350"/>
                  </a:lnTo>
                  <a:lnTo>
                    <a:pt x="3669535" y="1433350"/>
                  </a:lnTo>
                  <a:lnTo>
                    <a:pt x="3669628" y="1433350"/>
                  </a:lnTo>
                  <a:lnTo>
                    <a:pt x="3669721" y="1433350"/>
                  </a:lnTo>
                  <a:lnTo>
                    <a:pt x="3669814" y="1433350"/>
                  </a:lnTo>
                  <a:lnTo>
                    <a:pt x="3669908" y="1433350"/>
                  </a:lnTo>
                  <a:lnTo>
                    <a:pt x="3670001" y="1433350"/>
                  </a:lnTo>
                  <a:lnTo>
                    <a:pt x="3670094" y="1433350"/>
                  </a:lnTo>
                  <a:lnTo>
                    <a:pt x="3670187" y="1433350"/>
                  </a:lnTo>
                  <a:lnTo>
                    <a:pt x="3670280" y="1433350"/>
                  </a:lnTo>
                  <a:lnTo>
                    <a:pt x="3670374" y="1433350"/>
                  </a:lnTo>
                  <a:lnTo>
                    <a:pt x="3670467" y="1433350"/>
                  </a:lnTo>
                  <a:lnTo>
                    <a:pt x="3670560" y="1433350"/>
                  </a:lnTo>
                  <a:lnTo>
                    <a:pt x="3670653" y="1433350"/>
                  </a:lnTo>
                  <a:lnTo>
                    <a:pt x="3670747" y="1433350"/>
                  </a:lnTo>
                  <a:lnTo>
                    <a:pt x="3670840" y="1433350"/>
                  </a:lnTo>
                  <a:lnTo>
                    <a:pt x="3670933" y="1433350"/>
                  </a:lnTo>
                  <a:lnTo>
                    <a:pt x="3671026" y="1433350"/>
                  </a:lnTo>
                  <a:lnTo>
                    <a:pt x="3671120" y="1433350"/>
                  </a:lnTo>
                  <a:lnTo>
                    <a:pt x="3671213" y="1433350"/>
                  </a:lnTo>
                  <a:lnTo>
                    <a:pt x="3671306" y="1433350"/>
                  </a:lnTo>
                  <a:lnTo>
                    <a:pt x="3671399" y="1433350"/>
                  </a:lnTo>
                  <a:lnTo>
                    <a:pt x="3671493" y="1433350"/>
                  </a:lnTo>
                  <a:lnTo>
                    <a:pt x="3671586" y="1433350"/>
                  </a:lnTo>
                  <a:lnTo>
                    <a:pt x="3671679" y="1433350"/>
                  </a:lnTo>
                  <a:lnTo>
                    <a:pt x="3671772" y="1433350"/>
                  </a:lnTo>
                  <a:lnTo>
                    <a:pt x="3671866" y="1433350"/>
                  </a:lnTo>
                  <a:lnTo>
                    <a:pt x="3671959" y="1433350"/>
                  </a:lnTo>
                  <a:lnTo>
                    <a:pt x="3672052" y="1433350"/>
                  </a:lnTo>
                  <a:lnTo>
                    <a:pt x="3672145" y="1433350"/>
                  </a:lnTo>
                  <a:lnTo>
                    <a:pt x="3672239" y="1433350"/>
                  </a:lnTo>
                  <a:lnTo>
                    <a:pt x="3672332" y="1433350"/>
                  </a:lnTo>
                  <a:lnTo>
                    <a:pt x="3672425" y="1433350"/>
                  </a:lnTo>
                  <a:lnTo>
                    <a:pt x="3672518" y="1433350"/>
                  </a:lnTo>
                  <a:lnTo>
                    <a:pt x="3672612" y="1433350"/>
                  </a:lnTo>
                  <a:lnTo>
                    <a:pt x="3672705" y="1433350"/>
                  </a:lnTo>
                  <a:lnTo>
                    <a:pt x="3672798" y="1433350"/>
                  </a:lnTo>
                  <a:lnTo>
                    <a:pt x="3672891" y="1433350"/>
                  </a:lnTo>
                  <a:lnTo>
                    <a:pt x="3672985" y="1433350"/>
                  </a:lnTo>
                  <a:lnTo>
                    <a:pt x="3673078" y="1433350"/>
                  </a:lnTo>
                  <a:lnTo>
                    <a:pt x="3673171" y="1433350"/>
                  </a:lnTo>
                  <a:lnTo>
                    <a:pt x="3673264" y="1433350"/>
                  </a:lnTo>
                  <a:lnTo>
                    <a:pt x="3673358" y="1433350"/>
                  </a:lnTo>
                  <a:lnTo>
                    <a:pt x="3673451" y="1433350"/>
                  </a:lnTo>
                  <a:lnTo>
                    <a:pt x="3673544" y="1433350"/>
                  </a:lnTo>
                  <a:lnTo>
                    <a:pt x="3673637" y="1433350"/>
                  </a:lnTo>
                  <a:lnTo>
                    <a:pt x="3673731" y="1433350"/>
                  </a:lnTo>
                  <a:lnTo>
                    <a:pt x="3673824" y="1433350"/>
                  </a:lnTo>
                  <a:lnTo>
                    <a:pt x="3673917" y="1433350"/>
                  </a:lnTo>
                  <a:lnTo>
                    <a:pt x="3674010" y="1433350"/>
                  </a:lnTo>
                  <a:lnTo>
                    <a:pt x="3674104" y="1433350"/>
                  </a:lnTo>
                  <a:lnTo>
                    <a:pt x="3674197" y="1433350"/>
                  </a:lnTo>
                  <a:lnTo>
                    <a:pt x="3674290" y="1433350"/>
                  </a:lnTo>
                  <a:lnTo>
                    <a:pt x="3674383" y="1433350"/>
                  </a:lnTo>
                  <a:lnTo>
                    <a:pt x="3674477" y="1433350"/>
                  </a:lnTo>
                  <a:lnTo>
                    <a:pt x="3674570" y="1433350"/>
                  </a:lnTo>
                  <a:lnTo>
                    <a:pt x="3674663" y="1433350"/>
                  </a:lnTo>
                  <a:lnTo>
                    <a:pt x="3674756" y="1433350"/>
                  </a:lnTo>
                  <a:lnTo>
                    <a:pt x="3674850" y="1433350"/>
                  </a:lnTo>
                  <a:lnTo>
                    <a:pt x="3674943" y="1433350"/>
                  </a:lnTo>
                  <a:lnTo>
                    <a:pt x="3675036" y="1433350"/>
                  </a:lnTo>
                  <a:lnTo>
                    <a:pt x="3675129" y="1433350"/>
                  </a:lnTo>
                  <a:lnTo>
                    <a:pt x="3675223" y="1433350"/>
                  </a:lnTo>
                  <a:lnTo>
                    <a:pt x="3675316" y="1433350"/>
                  </a:lnTo>
                  <a:lnTo>
                    <a:pt x="3675409" y="1433350"/>
                  </a:lnTo>
                  <a:lnTo>
                    <a:pt x="3675502" y="1433350"/>
                  </a:lnTo>
                  <a:lnTo>
                    <a:pt x="3675596" y="1433350"/>
                  </a:lnTo>
                  <a:lnTo>
                    <a:pt x="3675689" y="1433350"/>
                  </a:lnTo>
                  <a:lnTo>
                    <a:pt x="3675782" y="1433350"/>
                  </a:lnTo>
                  <a:lnTo>
                    <a:pt x="3675875" y="1433350"/>
                  </a:lnTo>
                  <a:lnTo>
                    <a:pt x="3675969" y="1433350"/>
                  </a:lnTo>
                  <a:lnTo>
                    <a:pt x="3676062" y="1433350"/>
                  </a:lnTo>
                  <a:lnTo>
                    <a:pt x="3676155" y="1433350"/>
                  </a:lnTo>
                  <a:lnTo>
                    <a:pt x="3676248" y="1433350"/>
                  </a:lnTo>
                  <a:lnTo>
                    <a:pt x="3676342" y="1433350"/>
                  </a:lnTo>
                  <a:lnTo>
                    <a:pt x="3676435" y="1433350"/>
                  </a:lnTo>
                  <a:lnTo>
                    <a:pt x="3676528" y="1433350"/>
                  </a:lnTo>
                  <a:lnTo>
                    <a:pt x="3676621" y="1433350"/>
                  </a:lnTo>
                  <a:lnTo>
                    <a:pt x="3676715" y="1433350"/>
                  </a:lnTo>
                  <a:lnTo>
                    <a:pt x="3676808" y="1433350"/>
                  </a:lnTo>
                  <a:lnTo>
                    <a:pt x="3676901" y="1433350"/>
                  </a:lnTo>
                  <a:lnTo>
                    <a:pt x="3676994" y="1433350"/>
                  </a:lnTo>
                  <a:lnTo>
                    <a:pt x="3677087" y="1433350"/>
                  </a:lnTo>
                  <a:lnTo>
                    <a:pt x="3677181" y="1433350"/>
                  </a:lnTo>
                  <a:lnTo>
                    <a:pt x="3677274" y="1433350"/>
                  </a:lnTo>
                  <a:lnTo>
                    <a:pt x="3677367" y="1433350"/>
                  </a:lnTo>
                  <a:lnTo>
                    <a:pt x="3677460" y="1433350"/>
                  </a:lnTo>
                  <a:lnTo>
                    <a:pt x="3677554" y="1433350"/>
                  </a:lnTo>
                  <a:lnTo>
                    <a:pt x="3677647" y="1433350"/>
                  </a:lnTo>
                  <a:lnTo>
                    <a:pt x="3677740" y="1433350"/>
                  </a:lnTo>
                  <a:lnTo>
                    <a:pt x="3677833" y="1433350"/>
                  </a:lnTo>
                  <a:lnTo>
                    <a:pt x="3677927" y="1433350"/>
                  </a:lnTo>
                  <a:lnTo>
                    <a:pt x="3678020" y="1433350"/>
                  </a:lnTo>
                  <a:lnTo>
                    <a:pt x="3678113" y="1433350"/>
                  </a:lnTo>
                  <a:lnTo>
                    <a:pt x="3678206" y="1433350"/>
                  </a:lnTo>
                  <a:lnTo>
                    <a:pt x="3678300" y="1433350"/>
                  </a:lnTo>
                  <a:lnTo>
                    <a:pt x="3678393" y="1433350"/>
                  </a:lnTo>
                  <a:lnTo>
                    <a:pt x="3678486" y="1433350"/>
                  </a:lnTo>
                  <a:lnTo>
                    <a:pt x="3678579" y="1433350"/>
                  </a:lnTo>
                  <a:lnTo>
                    <a:pt x="3678673" y="1433350"/>
                  </a:lnTo>
                  <a:lnTo>
                    <a:pt x="3678766" y="1433350"/>
                  </a:lnTo>
                  <a:lnTo>
                    <a:pt x="3678859" y="1433350"/>
                  </a:lnTo>
                  <a:lnTo>
                    <a:pt x="3678952" y="1433350"/>
                  </a:lnTo>
                  <a:lnTo>
                    <a:pt x="3679046" y="1433350"/>
                  </a:lnTo>
                  <a:lnTo>
                    <a:pt x="3679139" y="1433350"/>
                  </a:lnTo>
                  <a:lnTo>
                    <a:pt x="3679232" y="1433350"/>
                  </a:lnTo>
                  <a:lnTo>
                    <a:pt x="3679325" y="1433350"/>
                  </a:lnTo>
                  <a:lnTo>
                    <a:pt x="3679419" y="1433350"/>
                  </a:lnTo>
                  <a:lnTo>
                    <a:pt x="3679512" y="1433350"/>
                  </a:lnTo>
                  <a:lnTo>
                    <a:pt x="3679605" y="1433350"/>
                  </a:lnTo>
                  <a:lnTo>
                    <a:pt x="3679698" y="1433350"/>
                  </a:lnTo>
                  <a:lnTo>
                    <a:pt x="3679792" y="1433350"/>
                  </a:lnTo>
                  <a:lnTo>
                    <a:pt x="3679885" y="1433350"/>
                  </a:lnTo>
                  <a:lnTo>
                    <a:pt x="3679978" y="1433350"/>
                  </a:lnTo>
                  <a:lnTo>
                    <a:pt x="3680071" y="1433350"/>
                  </a:lnTo>
                  <a:lnTo>
                    <a:pt x="3680165" y="1433350"/>
                  </a:lnTo>
                  <a:lnTo>
                    <a:pt x="3680258" y="1433350"/>
                  </a:lnTo>
                  <a:lnTo>
                    <a:pt x="3680351" y="1433350"/>
                  </a:lnTo>
                  <a:lnTo>
                    <a:pt x="3680444" y="1433350"/>
                  </a:lnTo>
                  <a:lnTo>
                    <a:pt x="3680538" y="1433350"/>
                  </a:lnTo>
                  <a:lnTo>
                    <a:pt x="3680631" y="1433350"/>
                  </a:lnTo>
                  <a:lnTo>
                    <a:pt x="3680724" y="1433350"/>
                  </a:lnTo>
                  <a:lnTo>
                    <a:pt x="3680817" y="1433350"/>
                  </a:lnTo>
                  <a:lnTo>
                    <a:pt x="3680911" y="1433350"/>
                  </a:lnTo>
                  <a:lnTo>
                    <a:pt x="3681004" y="1433350"/>
                  </a:lnTo>
                  <a:lnTo>
                    <a:pt x="3681097" y="1433350"/>
                  </a:lnTo>
                  <a:lnTo>
                    <a:pt x="3681190" y="1433350"/>
                  </a:lnTo>
                  <a:lnTo>
                    <a:pt x="3681284" y="1433350"/>
                  </a:lnTo>
                  <a:lnTo>
                    <a:pt x="3681377" y="1433350"/>
                  </a:lnTo>
                  <a:lnTo>
                    <a:pt x="3681470" y="1433350"/>
                  </a:lnTo>
                  <a:lnTo>
                    <a:pt x="3681563" y="1433350"/>
                  </a:lnTo>
                  <a:lnTo>
                    <a:pt x="3681657" y="1433350"/>
                  </a:lnTo>
                  <a:lnTo>
                    <a:pt x="3681750" y="1433350"/>
                  </a:lnTo>
                  <a:lnTo>
                    <a:pt x="3681843" y="1433350"/>
                  </a:lnTo>
                  <a:lnTo>
                    <a:pt x="3681936" y="1433350"/>
                  </a:lnTo>
                  <a:lnTo>
                    <a:pt x="3682030" y="1433350"/>
                  </a:lnTo>
                  <a:lnTo>
                    <a:pt x="3682123" y="1433350"/>
                  </a:lnTo>
                  <a:lnTo>
                    <a:pt x="3682216" y="1433350"/>
                  </a:lnTo>
                  <a:lnTo>
                    <a:pt x="3682309" y="1433350"/>
                  </a:lnTo>
                  <a:lnTo>
                    <a:pt x="3682403" y="1433350"/>
                  </a:lnTo>
                  <a:lnTo>
                    <a:pt x="3682496" y="1433350"/>
                  </a:lnTo>
                  <a:lnTo>
                    <a:pt x="3682589" y="1433350"/>
                  </a:lnTo>
                  <a:lnTo>
                    <a:pt x="3682682" y="1433350"/>
                  </a:lnTo>
                  <a:lnTo>
                    <a:pt x="3682776" y="1433350"/>
                  </a:lnTo>
                  <a:lnTo>
                    <a:pt x="3682869" y="1433350"/>
                  </a:lnTo>
                  <a:lnTo>
                    <a:pt x="3682962" y="1433350"/>
                  </a:lnTo>
                  <a:lnTo>
                    <a:pt x="3683055" y="1433350"/>
                  </a:lnTo>
                  <a:lnTo>
                    <a:pt x="3683149" y="1433350"/>
                  </a:lnTo>
                  <a:lnTo>
                    <a:pt x="3683242" y="1433350"/>
                  </a:lnTo>
                  <a:lnTo>
                    <a:pt x="3683335" y="1433350"/>
                  </a:lnTo>
                  <a:lnTo>
                    <a:pt x="3683428" y="1433350"/>
                  </a:lnTo>
                  <a:lnTo>
                    <a:pt x="3683522" y="1433350"/>
                  </a:lnTo>
                  <a:lnTo>
                    <a:pt x="3683615" y="1433350"/>
                  </a:lnTo>
                  <a:lnTo>
                    <a:pt x="3683708" y="1433350"/>
                  </a:lnTo>
                  <a:lnTo>
                    <a:pt x="3683801" y="1433350"/>
                  </a:lnTo>
                  <a:lnTo>
                    <a:pt x="3683895" y="1433350"/>
                  </a:lnTo>
                  <a:lnTo>
                    <a:pt x="3683988" y="1433350"/>
                  </a:lnTo>
                  <a:lnTo>
                    <a:pt x="3684081" y="1433350"/>
                  </a:lnTo>
                  <a:lnTo>
                    <a:pt x="3684174" y="1433350"/>
                  </a:lnTo>
                  <a:lnTo>
                    <a:pt x="3684267" y="1433350"/>
                  </a:lnTo>
                  <a:lnTo>
                    <a:pt x="3684361" y="1433350"/>
                  </a:lnTo>
                  <a:lnTo>
                    <a:pt x="3684454" y="1433350"/>
                  </a:lnTo>
                  <a:lnTo>
                    <a:pt x="3684547" y="1433350"/>
                  </a:lnTo>
                  <a:lnTo>
                    <a:pt x="3684640" y="1433350"/>
                  </a:lnTo>
                  <a:lnTo>
                    <a:pt x="3684734" y="1433350"/>
                  </a:lnTo>
                  <a:lnTo>
                    <a:pt x="3684827" y="1433350"/>
                  </a:lnTo>
                  <a:lnTo>
                    <a:pt x="3684920" y="1433350"/>
                  </a:lnTo>
                  <a:lnTo>
                    <a:pt x="3685013" y="1433350"/>
                  </a:lnTo>
                  <a:lnTo>
                    <a:pt x="3685107" y="1433350"/>
                  </a:lnTo>
                  <a:lnTo>
                    <a:pt x="3685200" y="1433350"/>
                  </a:lnTo>
                  <a:lnTo>
                    <a:pt x="3685293" y="1433350"/>
                  </a:lnTo>
                  <a:lnTo>
                    <a:pt x="3685386" y="1433350"/>
                  </a:lnTo>
                  <a:lnTo>
                    <a:pt x="3685480" y="1433350"/>
                  </a:lnTo>
                  <a:lnTo>
                    <a:pt x="3685573" y="1433350"/>
                  </a:lnTo>
                  <a:lnTo>
                    <a:pt x="3685666" y="1433350"/>
                  </a:lnTo>
                  <a:lnTo>
                    <a:pt x="3685759" y="1433350"/>
                  </a:lnTo>
                  <a:lnTo>
                    <a:pt x="3685853" y="1433350"/>
                  </a:lnTo>
                  <a:lnTo>
                    <a:pt x="3685946" y="1433350"/>
                  </a:lnTo>
                  <a:lnTo>
                    <a:pt x="3686039" y="1433350"/>
                  </a:lnTo>
                  <a:lnTo>
                    <a:pt x="3686132" y="1433350"/>
                  </a:lnTo>
                  <a:lnTo>
                    <a:pt x="3686226" y="1433350"/>
                  </a:lnTo>
                  <a:lnTo>
                    <a:pt x="3686319" y="1433350"/>
                  </a:lnTo>
                  <a:lnTo>
                    <a:pt x="3686412" y="1433350"/>
                  </a:lnTo>
                  <a:lnTo>
                    <a:pt x="3686505" y="1433350"/>
                  </a:lnTo>
                  <a:lnTo>
                    <a:pt x="3686599" y="1433350"/>
                  </a:lnTo>
                  <a:lnTo>
                    <a:pt x="3686692" y="1433350"/>
                  </a:lnTo>
                  <a:lnTo>
                    <a:pt x="3686785" y="1433350"/>
                  </a:lnTo>
                  <a:lnTo>
                    <a:pt x="3686878" y="1433350"/>
                  </a:lnTo>
                  <a:lnTo>
                    <a:pt x="3686972" y="1433350"/>
                  </a:lnTo>
                  <a:lnTo>
                    <a:pt x="3687065" y="1433350"/>
                  </a:lnTo>
                  <a:lnTo>
                    <a:pt x="3687158" y="1433350"/>
                  </a:lnTo>
                  <a:lnTo>
                    <a:pt x="3687251" y="1433350"/>
                  </a:lnTo>
                  <a:lnTo>
                    <a:pt x="3687345" y="1433350"/>
                  </a:lnTo>
                  <a:lnTo>
                    <a:pt x="3687438" y="1433350"/>
                  </a:lnTo>
                  <a:lnTo>
                    <a:pt x="3687531" y="1433350"/>
                  </a:lnTo>
                  <a:lnTo>
                    <a:pt x="3687624" y="1433350"/>
                  </a:lnTo>
                  <a:lnTo>
                    <a:pt x="3687718" y="1433350"/>
                  </a:lnTo>
                  <a:lnTo>
                    <a:pt x="3687811" y="1433350"/>
                  </a:lnTo>
                  <a:lnTo>
                    <a:pt x="3687904" y="1433350"/>
                  </a:lnTo>
                  <a:lnTo>
                    <a:pt x="3687997" y="1433350"/>
                  </a:lnTo>
                  <a:lnTo>
                    <a:pt x="3688091" y="1433350"/>
                  </a:lnTo>
                  <a:lnTo>
                    <a:pt x="3688184" y="1433350"/>
                  </a:lnTo>
                  <a:lnTo>
                    <a:pt x="3688277" y="1433350"/>
                  </a:lnTo>
                  <a:lnTo>
                    <a:pt x="3688370" y="1433350"/>
                  </a:lnTo>
                  <a:lnTo>
                    <a:pt x="3688464" y="1433350"/>
                  </a:lnTo>
                  <a:lnTo>
                    <a:pt x="3688557" y="1433350"/>
                  </a:lnTo>
                  <a:lnTo>
                    <a:pt x="3688650" y="1433350"/>
                  </a:lnTo>
                  <a:lnTo>
                    <a:pt x="3688743" y="1433350"/>
                  </a:lnTo>
                  <a:lnTo>
                    <a:pt x="3688837" y="1433350"/>
                  </a:lnTo>
                  <a:lnTo>
                    <a:pt x="3688930" y="1433350"/>
                  </a:lnTo>
                  <a:lnTo>
                    <a:pt x="3689023" y="1433350"/>
                  </a:lnTo>
                  <a:lnTo>
                    <a:pt x="3689116" y="1433350"/>
                  </a:lnTo>
                  <a:lnTo>
                    <a:pt x="3689210" y="1433350"/>
                  </a:lnTo>
                  <a:lnTo>
                    <a:pt x="3689303" y="1433350"/>
                  </a:lnTo>
                  <a:lnTo>
                    <a:pt x="3689396" y="1433350"/>
                  </a:lnTo>
                  <a:lnTo>
                    <a:pt x="3689489" y="1433350"/>
                  </a:lnTo>
                  <a:lnTo>
                    <a:pt x="3689583" y="1433350"/>
                  </a:lnTo>
                  <a:lnTo>
                    <a:pt x="3689676" y="1433350"/>
                  </a:lnTo>
                  <a:lnTo>
                    <a:pt x="3689769" y="1433350"/>
                  </a:lnTo>
                  <a:lnTo>
                    <a:pt x="3689862" y="1433350"/>
                  </a:lnTo>
                  <a:lnTo>
                    <a:pt x="3689956" y="1433350"/>
                  </a:lnTo>
                  <a:lnTo>
                    <a:pt x="3689956" y="1423396"/>
                  </a:lnTo>
                  <a:lnTo>
                    <a:pt x="3690049" y="1423396"/>
                  </a:lnTo>
                  <a:lnTo>
                    <a:pt x="3690142" y="1423396"/>
                  </a:lnTo>
                  <a:lnTo>
                    <a:pt x="3690235" y="1423396"/>
                  </a:lnTo>
                  <a:lnTo>
                    <a:pt x="3690329" y="1423396"/>
                  </a:lnTo>
                  <a:lnTo>
                    <a:pt x="3690422" y="1423396"/>
                  </a:lnTo>
                  <a:lnTo>
                    <a:pt x="3690515" y="1423396"/>
                  </a:lnTo>
                  <a:lnTo>
                    <a:pt x="3690608" y="1423396"/>
                  </a:lnTo>
                  <a:lnTo>
                    <a:pt x="3690702" y="1423396"/>
                  </a:lnTo>
                  <a:lnTo>
                    <a:pt x="3690795" y="1423396"/>
                  </a:lnTo>
                  <a:lnTo>
                    <a:pt x="3690888" y="1423396"/>
                  </a:lnTo>
                  <a:lnTo>
                    <a:pt x="3690981" y="1423396"/>
                  </a:lnTo>
                  <a:lnTo>
                    <a:pt x="3691074" y="1423396"/>
                  </a:lnTo>
                  <a:lnTo>
                    <a:pt x="3691168" y="1423396"/>
                  </a:lnTo>
                  <a:lnTo>
                    <a:pt x="3691261" y="1423396"/>
                  </a:lnTo>
                  <a:lnTo>
                    <a:pt x="3691354" y="1423396"/>
                  </a:lnTo>
                  <a:lnTo>
                    <a:pt x="3691447" y="1423396"/>
                  </a:lnTo>
                  <a:lnTo>
                    <a:pt x="3691541" y="1423396"/>
                  </a:lnTo>
                  <a:lnTo>
                    <a:pt x="3691541" y="1413442"/>
                  </a:lnTo>
                  <a:lnTo>
                    <a:pt x="3691634" y="1413442"/>
                  </a:lnTo>
                  <a:lnTo>
                    <a:pt x="3691727" y="1413442"/>
                  </a:lnTo>
                  <a:lnTo>
                    <a:pt x="3691820" y="1413442"/>
                  </a:lnTo>
                  <a:lnTo>
                    <a:pt x="3691914" y="1413442"/>
                  </a:lnTo>
                  <a:lnTo>
                    <a:pt x="3692007" y="1413442"/>
                  </a:lnTo>
                  <a:lnTo>
                    <a:pt x="3692100" y="1413442"/>
                  </a:lnTo>
                  <a:lnTo>
                    <a:pt x="3692193" y="1413442"/>
                  </a:lnTo>
                  <a:lnTo>
                    <a:pt x="3692287" y="1413442"/>
                  </a:lnTo>
                  <a:lnTo>
                    <a:pt x="3692380" y="1413442"/>
                  </a:lnTo>
                  <a:lnTo>
                    <a:pt x="3692473" y="1413442"/>
                  </a:lnTo>
                  <a:lnTo>
                    <a:pt x="3692566" y="1413442"/>
                  </a:lnTo>
                  <a:lnTo>
                    <a:pt x="3692660" y="1413442"/>
                  </a:lnTo>
                  <a:lnTo>
                    <a:pt x="3692753" y="1413442"/>
                  </a:lnTo>
                  <a:lnTo>
                    <a:pt x="3692846" y="1413442"/>
                  </a:lnTo>
                  <a:lnTo>
                    <a:pt x="3692939" y="1413442"/>
                  </a:lnTo>
                  <a:lnTo>
                    <a:pt x="3693033" y="1413442"/>
                  </a:lnTo>
                  <a:lnTo>
                    <a:pt x="3693126" y="1413442"/>
                  </a:lnTo>
                  <a:lnTo>
                    <a:pt x="3693219" y="1413442"/>
                  </a:lnTo>
                  <a:lnTo>
                    <a:pt x="3693312" y="1413442"/>
                  </a:lnTo>
                  <a:lnTo>
                    <a:pt x="3693406" y="1413442"/>
                  </a:lnTo>
                  <a:lnTo>
                    <a:pt x="3693499" y="1413442"/>
                  </a:lnTo>
                  <a:lnTo>
                    <a:pt x="3693592" y="1413442"/>
                  </a:lnTo>
                  <a:lnTo>
                    <a:pt x="3693685" y="1413442"/>
                  </a:lnTo>
                  <a:lnTo>
                    <a:pt x="3693779" y="1413442"/>
                  </a:lnTo>
                  <a:lnTo>
                    <a:pt x="3693872" y="1413442"/>
                  </a:lnTo>
                  <a:lnTo>
                    <a:pt x="3693965" y="1413442"/>
                  </a:lnTo>
                  <a:lnTo>
                    <a:pt x="3694058" y="1413442"/>
                  </a:lnTo>
                  <a:lnTo>
                    <a:pt x="3694152" y="1413442"/>
                  </a:lnTo>
                  <a:lnTo>
                    <a:pt x="3694245" y="1413442"/>
                  </a:lnTo>
                  <a:lnTo>
                    <a:pt x="3694338" y="1413442"/>
                  </a:lnTo>
                  <a:lnTo>
                    <a:pt x="3694431" y="1413442"/>
                  </a:lnTo>
                  <a:lnTo>
                    <a:pt x="3694525" y="1413442"/>
                  </a:lnTo>
                  <a:lnTo>
                    <a:pt x="3694618" y="1413442"/>
                  </a:lnTo>
                  <a:lnTo>
                    <a:pt x="3694711" y="1413442"/>
                  </a:lnTo>
                  <a:lnTo>
                    <a:pt x="3694804" y="1413442"/>
                  </a:lnTo>
                  <a:lnTo>
                    <a:pt x="3694898" y="1413442"/>
                  </a:lnTo>
                  <a:lnTo>
                    <a:pt x="3694991" y="1413442"/>
                  </a:lnTo>
                  <a:lnTo>
                    <a:pt x="3695084" y="1413442"/>
                  </a:lnTo>
                  <a:lnTo>
                    <a:pt x="3695177" y="1413442"/>
                  </a:lnTo>
                  <a:lnTo>
                    <a:pt x="3695271" y="1413442"/>
                  </a:lnTo>
                  <a:lnTo>
                    <a:pt x="3695364" y="1413442"/>
                  </a:lnTo>
                  <a:lnTo>
                    <a:pt x="3695457" y="1413442"/>
                  </a:lnTo>
                  <a:lnTo>
                    <a:pt x="3695550" y="1413442"/>
                  </a:lnTo>
                  <a:lnTo>
                    <a:pt x="3695644" y="1413442"/>
                  </a:lnTo>
                  <a:lnTo>
                    <a:pt x="3695737" y="1413442"/>
                  </a:lnTo>
                  <a:lnTo>
                    <a:pt x="3695830" y="1413442"/>
                  </a:lnTo>
                  <a:lnTo>
                    <a:pt x="3695923" y="1413442"/>
                  </a:lnTo>
                  <a:lnTo>
                    <a:pt x="3696017" y="1413442"/>
                  </a:lnTo>
                  <a:lnTo>
                    <a:pt x="3696110" y="1413442"/>
                  </a:lnTo>
                  <a:lnTo>
                    <a:pt x="3696203" y="1413442"/>
                  </a:lnTo>
                  <a:lnTo>
                    <a:pt x="3696296" y="1413442"/>
                  </a:lnTo>
                  <a:lnTo>
                    <a:pt x="3696390" y="1413442"/>
                  </a:lnTo>
                  <a:lnTo>
                    <a:pt x="3696483" y="1413442"/>
                  </a:lnTo>
                  <a:lnTo>
                    <a:pt x="3696576" y="1413442"/>
                  </a:lnTo>
                  <a:lnTo>
                    <a:pt x="3696669" y="1413442"/>
                  </a:lnTo>
                  <a:lnTo>
                    <a:pt x="3696763" y="1413442"/>
                  </a:lnTo>
                  <a:lnTo>
                    <a:pt x="3696856" y="1413442"/>
                  </a:lnTo>
                  <a:lnTo>
                    <a:pt x="3696949" y="1413442"/>
                  </a:lnTo>
                  <a:lnTo>
                    <a:pt x="3697042" y="1413442"/>
                  </a:lnTo>
                  <a:lnTo>
                    <a:pt x="3697136" y="1413442"/>
                  </a:lnTo>
                  <a:lnTo>
                    <a:pt x="3697229" y="1413442"/>
                  </a:lnTo>
                  <a:lnTo>
                    <a:pt x="3697322" y="1413442"/>
                  </a:lnTo>
                  <a:lnTo>
                    <a:pt x="3697415" y="1413442"/>
                  </a:lnTo>
                  <a:lnTo>
                    <a:pt x="3697509" y="1413442"/>
                  </a:lnTo>
                  <a:lnTo>
                    <a:pt x="3697602" y="1413442"/>
                  </a:lnTo>
                  <a:lnTo>
                    <a:pt x="3697695" y="1413442"/>
                  </a:lnTo>
                  <a:lnTo>
                    <a:pt x="3697788" y="1413442"/>
                  </a:lnTo>
                  <a:lnTo>
                    <a:pt x="3697881" y="1413442"/>
                  </a:lnTo>
                  <a:lnTo>
                    <a:pt x="3697975" y="1413442"/>
                  </a:lnTo>
                  <a:lnTo>
                    <a:pt x="3698068" y="1413442"/>
                  </a:lnTo>
                  <a:lnTo>
                    <a:pt x="3698161" y="1413442"/>
                  </a:lnTo>
                  <a:lnTo>
                    <a:pt x="3698254" y="1413442"/>
                  </a:lnTo>
                  <a:lnTo>
                    <a:pt x="3698348" y="1413442"/>
                  </a:lnTo>
                  <a:lnTo>
                    <a:pt x="3698441" y="1413442"/>
                  </a:lnTo>
                  <a:lnTo>
                    <a:pt x="3698534" y="1413442"/>
                  </a:lnTo>
                  <a:lnTo>
                    <a:pt x="3698627" y="1413442"/>
                  </a:lnTo>
                  <a:lnTo>
                    <a:pt x="3698721" y="1413442"/>
                  </a:lnTo>
                  <a:lnTo>
                    <a:pt x="3698814" y="1413442"/>
                  </a:lnTo>
                  <a:lnTo>
                    <a:pt x="3698907" y="1413442"/>
                  </a:lnTo>
                  <a:lnTo>
                    <a:pt x="3699000" y="1413442"/>
                  </a:lnTo>
                  <a:lnTo>
                    <a:pt x="3699094" y="1413442"/>
                  </a:lnTo>
                  <a:lnTo>
                    <a:pt x="3699187" y="1413442"/>
                  </a:lnTo>
                  <a:lnTo>
                    <a:pt x="3699280" y="1413442"/>
                  </a:lnTo>
                  <a:lnTo>
                    <a:pt x="3699373" y="1413442"/>
                  </a:lnTo>
                  <a:lnTo>
                    <a:pt x="3699467" y="1413442"/>
                  </a:lnTo>
                  <a:lnTo>
                    <a:pt x="3699560" y="1413442"/>
                  </a:lnTo>
                  <a:lnTo>
                    <a:pt x="3699653" y="1413442"/>
                  </a:lnTo>
                  <a:lnTo>
                    <a:pt x="3699746" y="1413442"/>
                  </a:lnTo>
                  <a:lnTo>
                    <a:pt x="3699840" y="1413442"/>
                  </a:lnTo>
                  <a:lnTo>
                    <a:pt x="3699933" y="1413442"/>
                  </a:lnTo>
                  <a:lnTo>
                    <a:pt x="3700026" y="1413442"/>
                  </a:lnTo>
                  <a:lnTo>
                    <a:pt x="3700119" y="1413442"/>
                  </a:lnTo>
                  <a:lnTo>
                    <a:pt x="3700213" y="1413442"/>
                  </a:lnTo>
                  <a:lnTo>
                    <a:pt x="3700306" y="1413442"/>
                  </a:lnTo>
                  <a:lnTo>
                    <a:pt x="3700399" y="1413442"/>
                  </a:lnTo>
                  <a:lnTo>
                    <a:pt x="3700492" y="1413442"/>
                  </a:lnTo>
                  <a:lnTo>
                    <a:pt x="3700586" y="1413442"/>
                  </a:lnTo>
                  <a:lnTo>
                    <a:pt x="3700679" y="1413442"/>
                  </a:lnTo>
                  <a:lnTo>
                    <a:pt x="3700772" y="1413442"/>
                  </a:lnTo>
                  <a:lnTo>
                    <a:pt x="3700865" y="1413442"/>
                  </a:lnTo>
                  <a:lnTo>
                    <a:pt x="3700959" y="1413442"/>
                  </a:lnTo>
                  <a:lnTo>
                    <a:pt x="3701052" y="1413442"/>
                  </a:lnTo>
                  <a:lnTo>
                    <a:pt x="3701145" y="1413442"/>
                  </a:lnTo>
                  <a:lnTo>
                    <a:pt x="3701238" y="1413442"/>
                  </a:lnTo>
                  <a:lnTo>
                    <a:pt x="3701332" y="1413442"/>
                  </a:lnTo>
                  <a:lnTo>
                    <a:pt x="3701425" y="1413442"/>
                  </a:lnTo>
                  <a:lnTo>
                    <a:pt x="3701518" y="1413442"/>
                  </a:lnTo>
                  <a:lnTo>
                    <a:pt x="3701611" y="1413442"/>
                  </a:lnTo>
                  <a:lnTo>
                    <a:pt x="3701705" y="1413442"/>
                  </a:lnTo>
                  <a:lnTo>
                    <a:pt x="3701798" y="1413442"/>
                  </a:lnTo>
                  <a:lnTo>
                    <a:pt x="3701891" y="1413442"/>
                  </a:lnTo>
                  <a:lnTo>
                    <a:pt x="3701984" y="1413442"/>
                  </a:lnTo>
                  <a:lnTo>
                    <a:pt x="3702078" y="1413442"/>
                  </a:lnTo>
                  <a:lnTo>
                    <a:pt x="3702171" y="1413442"/>
                  </a:lnTo>
                  <a:lnTo>
                    <a:pt x="3702264" y="1413442"/>
                  </a:lnTo>
                  <a:lnTo>
                    <a:pt x="3702357" y="1413442"/>
                  </a:lnTo>
                  <a:lnTo>
                    <a:pt x="3702451" y="1413442"/>
                  </a:lnTo>
                  <a:lnTo>
                    <a:pt x="3702544" y="1413442"/>
                  </a:lnTo>
                  <a:lnTo>
                    <a:pt x="3702637" y="1413442"/>
                  </a:lnTo>
                  <a:lnTo>
                    <a:pt x="3702730" y="1413442"/>
                  </a:lnTo>
                  <a:lnTo>
                    <a:pt x="3702824" y="1413442"/>
                  </a:lnTo>
                  <a:lnTo>
                    <a:pt x="3702917" y="1413442"/>
                  </a:lnTo>
                  <a:lnTo>
                    <a:pt x="3703010" y="1413442"/>
                  </a:lnTo>
                  <a:lnTo>
                    <a:pt x="3703103" y="1413442"/>
                  </a:lnTo>
                  <a:lnTo>
                    <a:pt x="3703197" y="1413442"/>
                  </a:lnTo>
                  <a:lnTo>
                    <a:pt x="3703290" y="1413442"/>
                  </a:lnTo>
                  <a:lnTo>
                    <a:pt x="3703383" y="1413442"/>
                  </a:lnTo>
                  <a:lnTo>
                    <a:pt x="3703476" y="1413442"/>
                  </a:lnTo>
                  <a:lnTo>
                    <a:pt x="3703570" y="1413442"/>
                  </a:lnTo>
                  <a:lnTo>
                    <a:pt x="3703663" y="1413442"/>
                  </a:lnTo>
                  <a:lnTo>
                    <a:pt x="3703756" y="1413442"/>
                  </a:lnTo>
                  <a:lnTo>
                    <a:pt x="3703849" y="1413442"/>
                  </a:lnTo>
                  <a:lnTo>
                    <a:pt x="3703943" y="1413442"/>
                  </a:lnTo>
                  <a:lnTo>
                    <a:pt x="3704036" y="1413442"/>
                  </a:lnTo>
                  <a:lnTo>
                    <a:pt x="3704129" y="1413442"/>
                  </a:lnTo>
                  <a:lnTo>
                    <a:pt x="3704222" y="1413442"/>
                  </a:lnTo>
                  <a:lnTo>
                    <a:pt x="3704316" y="1413442"/>
                  </a:lnTo>
                  <a:lnTo>
                    <a:pt x="3704409" y="1413442"/>
                  </a:lnTo>
                  <a:lnTo>
                    <a:pt x="3704502" y="1413442"/>
                  </a:lnTo>
                  <a:lnTo>
                    <a:pt x="3704595" y="1413442"/>
                  </a:lnTo>
                  <a:lnTo>
                    <a:pt x="3704689" y="1413442"/>
                  </a:lnTo>
                  <a:lnTo>
                    <a:pt x="3704782" y="1413442"/>
                  </a:lnTo>
                  <a:lnTo>
                    <a:pt x="3704875" y="1413442"/>
                  </a:lnTo>
                  <a:lnTo>
                    <a:pt x="3704968" y="1413442"/>
                  </a:lnTo>
                  <a:lnTo>
                    <a:pt x="3705061" y="1413442"/>
                  </a:lnTo>
                  <a:lnTo>
                    <a:pt x="3705155" y="1413442"/>
                  </a:lnTo>
                  <a:lnTo>
                    <a:pt x="3705248" y="1413442"/>
                  </a:lnTo>
                  <a:lnTo>
                    <a:pt x="3705341" y="1413442"/>
                  </a:lnTo>
                  <a:lnTo>
                    <a:pt x="3705434" y="1413442"/>
                  </a:lnTo>
                  <a:lnTo>
                    <a:pt x="3705528" y="1413442"/>
                  </a:lnTo>
                  <a:lnTo>
                    <a:pt x="3705621" y="1413442"/>
                  </a:lnTo>
                  <a:lnTo>
                    <a:pt x="3705714" y="1413442"/>
                  </a:lnTo>
                  <a:lnTo>
                    <a:pt x="3705807" y="1413442"/>
                  </a:lnTo>
                  <a:lnTo>
                    <a:pt x="3705901" y="1413442"/>
                  </a:lnTo>
                  <a:lnTo>
                    <a:pt x="3705994" y="1413442"/>
                  </a:lnTo>
                  <a:lnTo>
                    <a:pt x="3706087" y="1413442"/>
                  </a:lnTo>
                  <a:lnTo>
                    <a:pt x="3706180" y="1413442"/>
                  </a:lnTo>
                  <a:lnTo>
                    <a:pt x="3706274" y="1413442"/>
                  </a:lnTo>
                  <a:lnTo>
                    <a:pt x="3706367" y="1413442"/>
                  </a:lnTo>
                  <a:lnTo>
                    <a:pt x="3706460" y="1413442"/>
                  </a:lnTo>
                  <a:lnTo>
                    <a:pt x="3706553" y="1413442"/>
                  </a:lnTo>
                  <a:lnTo>
                    <a:pt x="3706647" y="1413442"/>
                  </a:lnTo>
                  <a:lnTo>
                    <a:pt x="3706740" y="1413442"/>
                  </a:lnTo>
                  <a:lnTo>
                    <a:pt x="3706833" y="1413442"/>
                  </a:lnTo>
                  <a:lnTo>
                    <a:pt x="3706926" y="1413442"/>
                  </a:lnTo>
                  <a:lnTo>
                    <a:pt x="3707020" y="1413442"/>
                  </a:lnTo>
                  <a:lnTo>
                    <a:pt x="3707113" y="1413442"/>
                  </a:lnTo>
                  <a:lnTo>
                    <a:pt x="3707206" y="1413442"/>
                  </a:lnTo>
                  <a:lnTo>
                    <a:pt x="3707299" y="1413442"/>
                  </a:lnTo>
                  <a:lnTo>
                    <a:pt x="3707393" y="1413442"/>
                  </a:lnTo>
                  <a:lnTo>
                    <a:pt x="3707486" y="1413442"/>
                  </a:lnTo>
                  <a:lnTo>
                    <a:pt x="3707579" y="1413442"/>
                  </a:lnTo>
                  <a:lnTo>
                    <a:pt x="3707672" y="1413442"/>
                  </a:lnTo>
                  <a:lnTo>
                    <a:pt x="3707766" y="1413442"/>
                  </a:lnTo>
                  <a:lnTo>
                    <a:pt x="3707859" y="1413442"/>
                  </a:lnTo>
                  <a:lnTo>
                    <a:pt x="3707952" y="1413442"/>
                  </a:lnTo>
                  <a:lnTo>
                    <a:pt x="3708045" y="1413442"/>
                  </a:lnTo>
                  <a:lnTo>
                    <a:pt x="3708139" y="1413442"/>
                  </a:lnTo>
                  <a:lnTo>
                    <a:pt x="3708232" y="1413442"/>
                  </a:lnTo>
                  <a:lnTo>
                    <a:pt x="3708325" y="1413442"/>
                  </a:lnTo>
                  <a:lnTo>
                    <a:pt x="3708418" y="1413442"/>
                  </a:lnTo>
                  <a:lnTo>
                    <a:pt x="3708512" y="1413442"/>
                  </a:lnTo>
                  <a:lnTo>
                    <a:pt x="3708605" y="1413442"/>
                  </a:lnTo>
                  <a:lnTo>
                    <a:pt x="3708698" y="1413442"/>
                  </a:lnTo>
                  <a:lnTo>
                    <a:pt x="3708791" y="1413442"/>
                  </a:lnTo>
                  <a:lnTo>
                    <a:pt x="3708885" y="1413442"/>
                  </a:lnTo>
                  <a:lnTo>
                    <a:pt x="3708978" y="1413442"/>
                  </a:lnTo>
                  <a:lnTo>
                    <a:pt x="3709071" y="1413442"/>
                  </a:lnTo>
                  <a:lnTo>
                    <a:pt x="3709164" y="1413442"/>
                  </a:lnTo>
                  <a:lnTo>
                    <a:pt x="3709258" y="1413442"/>
                  </a:lnTo>
                  <a:lnTo>
                    <a:pt x="3709351" y="1413442"/>
                  </a:lnTo>
                  <a:lnTo>
                    <a:pt x="3709444" y="1413442"/>
                  </a:lnTo>
                  <a:lnTo>
                    <a:pt x="3709537" y="1413442"/>
                  </a:lnTo>
                  <a:lnTo>
                    <a:pt x="3709631" y="1413442"/>
                  </a:lnTo>
                  <a:lnTo>
                    <a:pt x="3709724" y="1413442"/>
                  </a:lnTo>
                  <a:lnTo>
                    <a:pt x="3709817" y="1413442"/>
                  </a:lnTo>
                  <a:lnTo>
                    <a:pt x="3709910" y="1413442"/>
                  </a:lnTo>
                  <a:lnTo>
                    <a:pt x="3710004" y="1413442"/>
                  </a:lnTo>
                  <a:lnTo>
                    <a:pt x="3710097" y="1413442"/>
                  </a:lnTo>
                  <a:lnTo>
                    <a:pt x="3710190" y="1413442"/>
                  </a:lnTo>
                  <a:lnTo>
                    <a:pt x="3710190" y="1403488"/>
                  </a:lnTo>
                  <a:lnTo>
                    <a:pt x="3710283" y="1403488"/>
                  </a:lnTo>
                  <a:lnTo>
                    <a:pt x="3710377" y="1403488"/>
                  </a:lnTo>
                  <a:lnTo>
                    <a:pt x="3710470" y="1403488"/>
                  </a:lnTo>
                  <a:lnTo>
                    <a:pt x="3710563" y="1403488"/>
                  </a:lnTo>
                  <a:lnTo>
                    <a:pt x="3710656" y="1403488"/>
                  </a:lnTo>
                  <a:lnTo>
                    <a:pt x="3710750" y="1403488"/>
                  </a:lnTo>
                  <a:lnTo>
                    <a:pt x="3710843" y="1403488"/>
                  </a:lnTo>
                  <a:lnTo>
                    <a:pt x="3710936" y="1403488"/>
                  </a:lnTo>
                  <a:lnTo>
                    <a:pt x="3711029" y="1403488"/>
                  </a:lnTo>
                  <a:lnTo>
                    <a:pt x="3711123" y="1403488"/>
                  </a:lnTo>
                  <a:lnTo>
                    <a:pt x="3711216" y="1403488"/>
                  </a:lnTo>
                  <a:lnTo>
                    <a:pt x="3711309" y="1403488"/>
                  </a:lnTo>
                  <a:lnTo>
                    <a:pt x="3711402" y="1403488"/>
                  </a:lnTo>
                  <a:lnTo>
                    <a:pt x="3711496" y="1403488"/>
                  </a:lnTo>
                  <a:lnTo>
                    <a:pt x="3711589" y="1403488"/>
                  </a:lnTo>
                  <a:lnTo>
                    <a:pt x="3711682" y="1403488"/>
                  </a:lnTo>
                  <a:lnTo>
                    <a:pt x="3711775" y="1403488"/>
                  </a:lnTo>
                  <a:lnTo>
                    <a:pt x="3711868" y="1403488"/>
                  </a:lnTo>
                  <a:lnTo>
                    <a:pt x="3711962" y="1403488"/>
                  </a:lnTo>
                  <a:lnTo>
                    <a:pt x="3712055" y="1403488"/>
                  </a:lnTo>
                  <a:lnTo>
                    <a:pt x="3712148" y="1403488"/>
                  </a:lnTo>
                  <a:lnTo>
                    <a:pt x="3712241" y="1403488"/>
                  </a:lnTo>
                  <a:lnTo>
                    <a:pt x="3712335" y="1403488"/>
                  </a:lnTo>
                  <a:lnTo>
                    <a:pt x="3712428" y="1403488"/>
                  </a:lnTo>
                  <a:lnTo>
                    <a:pt x="3712521" y="1403488"/>
                  </a:lnTo>
                  <a:lnTo>
                    <a:pt x="3712614" y="1403488"/>
                  </a:lnTo>
                  <a:lnTo>
                    <a:pt x="3712708" y="1403488"/>
                  </a:lnTo>
                  <a:lnTo>
                    <a:pt x="3712801" y="1403488"/>
                  </a:lnTo>
                  <a:lnTo>
                    <a:pt x="3712894" y="1403488"/>
                  </a:lnTo>
                  <a:lnTo>
                    <a:pt x="3712987" y="1403488"/>
                  </a:lnTo>
                  <a:lnTo>
                    <a:pt x="3713081" y="1403488"/>
                  </a:lnTo>
                  <a:lnTo>
                    <a:pt x="3713174" y="1403488"/>
                  </a:lnTo>
                  <a:lnTo>
                    <a:pt x="3713267" y="1403488"/>
                  </a:lnTo>
                  <a:lnTo>
                    <a:pt x="3713360" y="1403488"/>
                  </a:lnTo>
                  <a:lnTo>
                    <a:pt x="3713454" y="1403488"/>
                  </a:lnTo>
                  <a:lnTo>
                    <a:pt x="3713547" y="1403488"/>
                  </a:lnTo>
                  <a:lnTo>
                    <a:pt x="3713640" y="1403488"/>
                  </a:lnTo>
                  <a:lnTo>
                    <a:pt x="3713733" y="1403488"/>
                  </a:lnTo>
                  <a:lnTo>
                    <a:pt x="3713827" y="1403488"/>
                  </a:lnTo>
                  <a:lnTo>
                    <a:pt x="3713920" y="1403488"/>
                  </a:lnTo>
                  <a:lnTo>
                    <a:pt x="3714013" y="1403488"/>
                  </a:lnTo>
                  <a:lnTo>
                    <a:pt x="3714106" y="1403488"/>
                  </a:lnTo>
                  <a:lnTo>
                    <a:pt x="3714200" y="1403488"/>
                  </a:lnTo>
                  <a:lnTo>
                    <a:pt x="3714293" y="1403488"/>
                  </a:lnTo>
                  <a:lnTo>
                    <a:pt x="3714386" y="1403488"/>
                  </a:lnTo>
                  <a:lnTo>
                    <a:pt x="3714479" y="1403488"/>
                  </a:lnTo>
                  <a:lnTo>
                    <a:pt x="3714573" y="1403488"/>
                  </a:lnTo>
                  <a:lnTo>
                    <a:pt x="3714666" y="1403488"/>
                  </a:lnTo>
                  <a:lnTo>
                    <a:pt x="3714759" y="1403488"/>
                  </a:lnTo>
                  <a:lnTo>
                    <a:pt x="3714852" y="1403488"/>
                  </a:lnTo>
                  <a:lnTo>
                    <a:pt x="3714946" y="1403488"/>
                  </a:lnTo>
                  <a:lnTo>
                    <a:pt x="3715039" y="1403488"/>
                  </a:lnTo>
                  <a:lnTo>
                    <a:pt x="3715132" y="1403488"/>
                  </a:lnTo>
                  <a:lnTo>
                    <a:pt x="3715225" y="1403488"/>
                  </a:lnTo>
                  <a:lnTo>
                    <a:pt x="3715319" y="1403488"/>
                  </a:lnTo>
                  <a:lnTo>
                    <a:pt x="3715412" y="1403488"/>
                  </a:lnTo>
                  <a:lnTo>
                    <a:pt x="3715505" y="1403488"/>
                  </a:lnTo>
                  <a:lnTo>
                    <a:pt x="3715598" y="1403488"/>
                  </a:lnTo>
                  <a:lnTo>
                    <a:pt x="3715692" y="1403488"/>
                  </a:lnTo>
                  <a:lnTo>
                    <a:pt x="3715785" y="1403488"/>
                  </a:lnTo>
                  <a:lnTo>
                    <a:pt x="3715878" y="1403488"/>
                  </a:lnTo>
                  <a:lnTo>
                    <a:pt x="3715971" y="1403488"/>
                  </a:lnTo>
                  <a:lnTo>
                    <a:pt x="3716065" y="1403488"/>
                  </a:lnTo>
                  <a:lnTo>
                    <a:pt x="3716158" y="1403488"/>
                  </a:lnTo>
                  <a:lnTo>
                    <a:pt x="3716251" y="1403488"/>
                  </a:lnTo>
                  <a:lnTo>
                    <a:pt x="3716344" y="1403488"/>
                  </a:lnTo>
                  <a:lnTo>
                    <a:pt x="3716438" y="1403488"/>
                  </a:lnTo>
                  <a:lnTo>
                    <a:pt x="3716531" y="1403488"/>
                  </a:lnTo>
                  <a:lnTo>
                    <a:pt x="3716624" y="1403488"/>
                  </a:lnTo>
                  <a:lnTo>
                    <a:pt x="3716717" y="1403488"/>
                  </a:lnTo>
                  <a:lnTo>
                    <a:pt x="3716811" y="1403488"/>
                  </a:lnTo>
                  <a:lnTo>
                    <a:pt x="3716904" y="1403488"/>
                  </a:lnTo>
                  <a:lnTo>
                    <a:pt x="3716997" y="1403488"/>
                  </a:lnTo>
                  <a:lnTo>
                    <a:pt x="3717090" y="1403488"/>
                  </a:lnTo>
                  <a:lnTo>
                    <a:pt x="3717184" y="1403488"/>
                  </a:lnTo>
                  <a:lnTo>
                    <a:pt x="3717277" y="1403488"/>
                  </a:lnTo>
                  <a:lnTo>
                    <a:pt x="3717370" y="1403488"/>
                  </a:lnTo>
                  <a:lnTo>
                    <a:pt x="3717463" y="1403488"/>
                  </a:lnTo>
                  <a:lnTo>
                    <a:pt x="3717557" y="1403488"/>
                  </a:lnTo>
                  <a:lnTo>
                    <a:pt x="3717650" y="1403488"/>
                  </a:lnTo>
                  <a:lnTo>
                    <a:pt x="3717743" y="1403488"/>
                  </a:lnTo>
                  <a:lnTo>
                    <a:pt x="3717836" y="1403488"/>
                  </a:lnTo>
                  <a:lnTo>
                    <a:pt x="3717930" y="1403488"/>
                  </a:lnTo>
                  <a:lnTo>
                    <a:pt x="3718023" y="1403488"/>
                  </a:lnTo>
                  <a:lnTo>
                    <a:pt x="3718116" y="1403488"/>
                  </a:lnTo>
                  <a:lnTo>
                    <a:pt x="3718209" y="1403488"/>
                  </a:lnTo>
                  <a:lnTo>
                    <a:pt x="3718303" y="1403488"/>
                  </a:lnTo>
                  <a:lnTo>
                    <a:pt x="3718396" y="1403488"/>
                  </a:lnTo>
                  <a:lnTo>
                    <a:pt x="3718489" y="1403488"/>
                  </a:lnTo>
                  <a:lnTo>
                    <a:pt x="3718582" y="1403488"/>
                  </a:lnTo>
                  <a:lnTo>
                    <a:pt x="3718675" y="1403488"/>
                  </a:lnTo>
                  <a:lnTo>
                    <a:pt x="3718769" y="1403488"/>
                  </a:lnTo>
                  <a:lnTo>
                    <a:pt x="3718862" y="1403488"/>
                  </a:lnTo>
                  <a:lnTo>
                    <a:pt x="3718955" y="1403488"/>
                  </a:lnTo>
                  <a:lnTo>
                    <a:pt x="3719048" y="1403488"/>
                  </a:lnTo>
                  <a:lnTo>
                    <a:pt x="3719142" y="1403488"/>
                  </a:lnTo>
                  <a:lnTo>
                    <a:pt x="3719235" y="1403488"/>
                  </a:lnTo>
                  <a:lnTo>
                    <a:pt x="3719328" y="1403488"/>
                  </a:lnTo>
                  <a:lnTo>
                    <a:pt x="3719421" y="1403488"/>
                  </a:lnTo>
                  <a:lnTo>
                    <a:pt x="3719515" y="1403488"/>
                  </a:lnTo>
                  <a:lnTo>
                    <a:pt x="3719608" y="1403488"/>
                  </a:lnTo>
                  <a:lnTo>
                    <a:pt x="3719701" y="1403488"/>
                  </a:lnTo>
                  <a:lnTo>
                    <a:pt x="3719794" y="1403488"/>
                  </a:lnTo>
                  <a:lnTo>
                    <a:pt x="3719888" y="1403488"/>
                  </a:lnTo>
                  <a:lnTo>
                    <a:pt x="3719981" y="1403488"/>
                  </a:lnTo>
                  <a:lnTo>
                    <a:pt x="3720074" y="1403488"/>
                  </a:lnTo>
                  <a:lnTo>
                    <a:pt x="3720167" y="1403488"/>
                  </a:lnTo>
                  <a:lnTo>
                    <a:pt x="3720261" y="1403488"/>
                  </a:lnTo>
                  <a:lnTo>
                    <a:pt x="3720354" y="1403488"/>
                  </a:lnTo>
                  <a:lnTo>
                    <a:pt x="3720447" y="1403488"/>
                  </a:lnTo>
                  <a:lnTo>
                    <a:pt x="3720540" y="1403488"/>
                  </a:lnTo>
                  <a:lnTo>
                    <a:pt x="3720634" y="1403488"/>
                  </a:lnTo>
                  <a:lnTo>
                    <a:pt x="3720727" y="1403488"/>
                  </a:lnTo>
                  <a:lnTo>
                    <a:pt x="3720820" y="1403488"/>
                  </a:lnTo>
                  <a:lnTo>
                    <a:pt x="3720913" y="1403488"/>
                  </a:lnTo>
                  <a:lnTo>
                    <a:pt x="3721007" y="1403488"/>
                  </a:lnTo>
                  <a:lnTo>
                    <a:pt x="3721100" y="1403488"/>
                  </a:lnTo>
                  <a:lnTo>
                    <a:pt x="3721193" y="1403488"/>
                  </a:lnTo>
                  <a:lnTo>
                    <a:pt x="3721286" y="1403488"/>
                  </a:lnTo>
                  <a:lnTo>
                    <a:pt x="3721380" y="1403488"/>
                  </a:lnTo>
                  <a:lnTo>
                    <a:pt x="3721473" y="1403488"/>
                  </a:lnTo>
                  <a:lnTo>
                    <a:pt x="3721566" y="1403488"/>
                  </a:lnTo>
                  <a:lnTo>
                    <a:pt x="3721659" y="1403488"/>
                  </a:lnTo>
                  <a:lnTo>
                    <a:pt x="3721753" y="1403488"/>
                  </a:lnTo>
                  <a:lnTo>
                    <a:pt x="3721846" y="1403488"/>
                  </a:lnTo>
                  <a:lnTo>
                    <a:pt x="3721939" y="1403488"/>
                  </a:lnTo>
                  <a:lnTo>
                    <a:pt x="3722032" y="1403488"/>
                  </a:lnTo>
                  <a:lnTo>
                    <a:pt x="3722126" y="1403488"/>
                  </a:lnTo>
                  <a:lnTo>
                    <a:pt x="3722219" y="1403488"/>
                  </a:lnTo>
                  <a:lnTo>
                    <a:pt x="3722312" y="1403488"/>
                  </a:lnTo>
                  <a:lnTo>
                    <a:pt x="3722405" y="1403488"/>
                  </a:lnTo>
                  <a:lnTo>
                    <a:pt x="3722499" y="1403488"/>
                  </a:lnTo>
                  <a:lnTo>
                    <a:pt x="3722592" y="1403488"/>
                  </a:lnTo>
                  <a:lnTo>
                    <a:pt x="3722685" y="1403488"/>
                  </a:lnTo>
                  <a:lnTo>
                    <a:pt x="3722778" y="1403488"/>
                  </a:lnTo>
                  <a:lnTo>
                    <a:pt x="3722872" y="1403488"/>
                  </a:lnTo>
                  <a:lnTo>
                    <a:pt x="3722965" y="1403488"/>
                  </a:lnTo>
                  <a:lnTo>
                    <a:pt x="3723058" y="1403488"/>
                  </a:lnTo>
                  <a:lnTo>
                    <a:pt x="3723151" y="1403488"/>
                  </a:lnTo>
                  <a:lnTo>
                    <a:pt x="3723245" y="1403488"/>
                  </a:lnTo>
                  <a:lnTo>
                    <a:pt x="3723338" y="1403488"/>
                  </a:lnTo>
                  <a:lnTo>
                    <a:pt x="3723431" y="1403488"/>
                  </a:lnTo>
                  <a:lnTo>
                    <a:pt x="3723524" y="1403488"/>
                  </a:lnTo>
                  <a:lnTo>
                    <a:pt x="3723618" y="1403488"/>
                  </a:lnTo>
                  <a:lnTo>
                    <a:pt x="3723711" y="1403488"/>
                  </a:lnTo>
                  <a:lnTo>
                    <a:pt x="3723804" y="1403488"/>
                  </a:lnTo>
                  <a:lnTo>
                    <a:pt x="3723897" y="1403488"/>
                  </a:lnTo>
                  <a:lnTo>
                    <a:pt x="3723991" y="1403488"/>
                  </a:lnTo>
                  <a:lnTo>
                    <a:pt x="3724084" y="1403488"/>
                  </a:lnTo>
                  <a:lnTo>
                    <a:pt x="3724177" y="1403488"/>
                  </a:lnTo>
                  <a:lnTo>
                    <a:pt x="3724270" y="1403488"/>
                  </a:lnTo>
                  <a:lnTo>
                    <a:pt x="3724364" y="1403488"/>
                  </a:lnTo>
                  <a:lnTo>
                    <a:pt x="3724457" y="1403488"/>
                  </a:lnTo>
                  <a:lnTo>
                    <a:pt x="3724550" y="1403488"/>
                  </a:lnTo>
                  <a:lnTo>
                    <a:pt x="3724643" y="1403488"/>
                  </a:lnTo>
                  <a:lnTo>
                    <a:pt x="3724737" y="1403488"/>
                  </a:lnTo>
                  <a:lnTo>
                    <a:pt x="3724830" y="1403488"/>
                  </a:lnTo>
                  <a:lnTo>
                    <a:pt x="3724923" y="1403488"/>
                  </a:lnTo>
                  <a:lnTo>
                    <a:pt x="3725016" y="1403488"/>
                  </a:lnTo>
                  <a:lnTo>
                    <a:pt x="3725110" y="1403488"/>
                  </a:lnTo>
                  <a:lnTo>
                    <a:pt x="3725203" y="1403488"/>
                  </a:lnTo>
                  <a:lnTo>
                    <a:pt x="3725296" y="1403488"/>
                  </a:lnTo>
                  <a:lnTo>
                    <a:pt x="3725389" y="1403488"/>
                  </a:lnTo>
                  <a:lnTo>
                    <a:pt x="3725483" y="1403488"/>
                  </a:lnTo>
                  <a:lnTo>
                    <a:pt x="3725576" y="1403488"/>
                  </a:lnTo>
                  <a:lnTo>
                    <a:pt x="3725669" y="1403488"/>
                  </a:lnTo>
                  <a:lnTo>
                    <a:pt x="3725762" y="1403488"/>
                  </a:lnTo>
                  <a:lnTo>
                    <a:pt x="3725855" y="1403488"/>
                  </a:lnTo>
                  <a:lnTo>
                    <a:pt x="3725949" y="1403488"/>
                  </a:lnTo>
                  <a:lnTo>
                    <a:pt x="3726042" y="1403488"/>
                  </a:lnTo>
                  <a:lnTo>
                    <a:pt x="3726135" y="1403488"/>
                  </a:lnTo>
                  <a:lnTo>
                    <a:pt x="3726228" y="1403488"/>
                  </a:lnTo>
                  <a:lnTo>
                    <a:pt x="3726322" y="1403488"/>
                  </a:lnTo>
                  <a:lnTo>
                    <a:pt x="3726415" y="1403488"/>
                  </a:lnTo>
                  <a:lnTo>
                    <a:pt x="3726508" y="1403488"/>
                  </a:lnTo>
                  <a:lnTo>
                    <a:pt x="3726601" y="1403488"/>
                  </a:lnTo>
                  <a:lnTo>
                    <a:pt x="3726695" y="1403488"/>
                  </a:lnTo>
                  <a:lnTo>
                    <a:pt x="3726788" y="1403488"/>
                  </a:lnTo>
                  <a:lnTo>
                    <a:pt x="3726881" y="1403488"/>
                  </a:lnTo>
                  <a:lnTo>
                    <a:pt x="3726974" y="1403488"/>
                  </a:lnTo>
                  <a:lnTo>
                    <a:pt x="3727068" y="1403488"/>
                  </a:lnTo>
                  <a:lnTo>
                    <a:pt x="3727161" y="1403488"/>
                  </a:lnTo>
                  <a:lnTo>
                    <a:pt x="3727254" y="1403488"/>
                  </a:lnTo>
                  <a:lnTo>
                    <a:pt x="3727347" y="1403488"/>
                  </a:lnTo>
                  <a:lnTo>
                    <a:pt x="3727441" y="1403488"/>
                  </a:lnTo>
                  <a:lnTo>
                    <a:pt x="3727534" y="1403488"/>
                  </a:lnTo>
                  <a:lnTo>
                    <a:pt x="3727627" y="1403488"/>
                  </a:lnTo>
                  <a:lnTo>
                    <a:pt x="3727720" y="1403488"/>
                  </a:lnTo>
                  <a:lnTo>
                    <a:pt x="3727814" y="1403488"/>
                  </a:lnTo>
                  <a:lnTo>
                    <a:pt x="3727907" y="1403488"/>
                  </a:lnTo>
                  <a:lnTo>
                    <a:pt x="3728000" y="1403488"/>
                  </a:lnTo>
                  <a:lnTo>
                    <a:pt x="3728093" y="1403488"/>
                  </a:lnTo>
                  <a:lnTo>
                    <a:pt x="3728187" y="1403488"/>
                  </a:lnTo>
                  <a:lnTo>
                    <a:pt x="3728280" y="1403488"/>
                  </a:lnTo>
                  <a:lnTo>
                    <a:pt x="3728373" y="1403488"/>
                  </a:lnTo>
                  <a:lnTo>
                    <a:pt x="3728466" y="1403488"/>
                  </a:lnTo>
                  <a:lnTo>
                    <a:pt x="3728560" y="1403488"/>
                  </a:lnTo>
                  <a:lnTo>
                    <a:pt x="3728653" y="1403488"/>
                  </a:lnTo>
                  <a:lnTo>
                    <a:pt x="3728746" y="1403488"/>
                  </a:lnTo>
                  <a:lnTo>
                    <a:pt x="3728839" y="1403488"/>
                  </a:lnTo>
                  <a:lnTo>
                    <a:pt x="3728933" y="1403488"/>
                  </a:lnTo>
                  <a:lnTo>
                    <a:pt x="3729026" y="1403488"/>
                  </a:lnTo>
                  <a:lnTo>
                    <a:pt x="3729119" y="1403488"/>
                  </a:lnTo>
                  <a:lnTo>
                    <a:pt x="3729212" y="1403488"/>
                  </a:lnTo>
                  <a:lnTo>
                    <a:pt x="3729306" y="1403488"/>
                  </a:lnTo>
                  <a:lnTo>
                    <a:pt x="3729399" y="1403488"/>
                  </a:lnTo>
                  <a:lnTo>
                    <a:pt x="3729492" y="1403488"/>
                  </a:lnTo>
                  <a:lnTo>
                    <a:pt x="3729585" y="1403488"/>
                  </a:lnTo>
                  <a:lnTo>
                    <a:pt x="3729679" y="1403488"/>
                  </a:lnTo>
                  <a:lnTo>
                    <a:pt x="3729772" y="1403488"/>
                  </a:lnTo>
                  <a:lnTo>
                    <a:pt x="3729865" y="1403488"/>
                  </a:lnTo>
                  <a:lnTo>
                    <a:pt x="3729958" y="1403488"/>
                  </a:lnTo>
                  <a:lnTo>
                    <a:pt x="3730052" y="1403488"/>
                  </a:lnTo>
                  <a:lnTo>
                    <a:pt x="3730145" y="1403488"/>
                  </a:lnTo>
                  <a:lnTo>
                    <a:pt x="3730238" y="1403488"/>
                  </a:lnTo>
                  <a:lnTo>
                    <a:pt x="3730331" y="1403488"/>
                  </a:lnTo>
                  <a:lnTo>
                    <a:pt x="3730425" y="1403488"/>
                  </a:lnTo>
                  <a:lnTo>
                    <a:pt x="3730518" y="1403488"/>
                  </a:lnTo>
                  <a:lnTo>
                    <a:pt x="3730611" y="1403488"/>
                  </a:lnTo>
                  <a:lnTo>
                    <a:pt x="3730704" y="1403488"/>
                  </a:lnTo>
                  <a:lnTo>
                    <a:pt x="3730798" y="1403488"/>
                  </a:lnTo>
                  <a:lnTo>
                    <a:pt x="3730891" y="1403488"/>
                  </a:lnTo>
                  <a:lnTo>
                    <a:pt x="3730984" y="1403488"/>
                  </a:lnTo>
                  <a:lnTo>
                    <a:pt x="3731077" y="1403488"/>
                  </a:lnTo>
                  <a:lnTo>
                    <a:pt x="3731171" y="1403488"/>
                  </a:lnTo>
                  <a:lnTo>
                    <a:pt x="3731264" y="1403488"/>
                  </a:lnTo>
                  <a:lnTo>
                    <a:pt x="3731357" y="1403488"/>
                  </a:lnTo>
                  <a:lnTo>
                    <a:pt x="3731450" y="1403488"/>
                  </a:lnTo>
                  <a:lnTo>
                    <a:pt x="3731544" y="1403488"/>
                  </a:lnTo>
                  <a:lnTo>
                    <a:pt x="3731637" y="1403488"/>
                  </a:lnTo>
                  <a:lnTo>
                    <a:pt x="3731730" y="1403488"/>
                  </a:lnTo>
                  <a:lnTo>
                    <a:pt x="3731823" y="1403488"/>
                  </a:lnTo>
                  <a:lnTo>
                    <a:pt x="3731917" y="1403488"/>
                  </a:lnTo>
                  <a:lnTo>
                    <a:pt x="3732010" y="1403488"/>
                  </a:lnTo>
                  <a:lnTo>
                    <a:pt x="3732103" y="1403488"/>
                  </a:lnTo>
                  <a:lnTo>
                    <a:pt x="3732196" y="1403488"/>
                  </a:lnTo>
                  <a:lnTo>
                    <a:pt x="3732290" y="1403488"/>
                  </a:lnTo>
                  <a:lnTo>
                    <a:pt x="3732383" y="1403488"/>
                  </a:lnTo>
                  <a:lnTo>
                    <a:pt x="3732476" y="1403488"/>
                  </a:lnTo>
                  <a:lnTo>
                    <a:pt x="3732569" y="1403488"/>
                  </a:lnTo>
                  <a:lnTo>
                    <a:pt x="3732662" y="1403488"/>
                  </a:lnTo>
                  <a:lnTo>
                    <a:pt x="3732756" y="1403488"/>
                  </a:lnTo>
                  <a:lnTo>
                    <a:pt x="3732849" y="1403488"/>
                  </a:lnTo>
                  <a:lnTo>
                    <a:pt x="3732942" y="1403488"/>
                  </a:lnTo>
                  <a:lnTo>
                    <a:pt x="3733035" y="1403488"/>
                  </a:lnTo>
                  <a:lnTo>
                    <a:pt x="3733129" y="1403488"/>
                  </a:lnTo>
                  <a:lnTo>
                    <a:pt x="3733222" y="1403488"/>
                  </a:lnTo>
                  <a:lnTo>
                    <a:pt x="3733315" y="1403488"/>
                  </a:lnTo>
                  <a:lnTo>
                    <a:pt x="3733408" y="1403488"/>
                  </a:lnTo>
                  <a:lnTo>
                    <a:pt x="3733502" y="1403488"/>
                  </a:lnTo>
                  <a:lnTo>
                    <a:pt x="3733595" y="1403488"/>
                  </a:lnTo>
                  <a:lnTo>
                    <a:pt x="3733688" y="1403488"/>
                  </a:lnTo>
                  <a:lnTo>
                    <a:pt x="3733781" y="1403488"/>
                  </a:lnTo>
                  <a:lnTo>
                    <a:pt x="3733875" y="1403488"/>
                  </a:lnTo>
                  <a:lnTo>
                    <a:pt x="3733968" y="1403488"/>
                  </a:lnTo>
                  <a:lnTo>
                    <a:pt x="3734061" y="1403488"/>
                  </a:lnTo>
                  <a:lnTo>
                    <a:pt x="3734154" y="1403488"/>
                  </a:lnTo>
                  <a:lnTo>
                    <a:pt x="3734248" y="1403488"/>
                  </a:lnTo>
                  <a:lnTo>
                    <a:pt x="3734341" y="1403488"/>
                  </a:lnTo>
                  <a:lnTo>
                    <a:pt x="3734434" y="1403488"/>
                  </a:lnTo>
                  <a:lnTo>
                    <a:pt x="3734527" y="1403488"/>
                  </a:lnTo>
                  <a:lnTo>
                    <a:pt x="3734621" y="1403488"/>
                  </a:lnTo>
                  <a:lnTo>
                    <a:pt x="3734714" y="1403488"/>
                  </a:lnTo>
                  <a:lnTo>
                    <a:pt x="3734807" y="1403488"/>
                  </a:lnTo>
                  <a:lnTo>
                    <a:pt x="3734900" y="1403488"/>
                  </a:lnTo>
                  <a:lnTo>
                    <a:pt x="3734994" y="1403488"/>
                  </a:lnTo>
                  <a:lnTo>
                    <a:pt x="3735087" y="1403488"/>
                  </a:lnTo>
                  <a:lnTo>
                    <a:pt x="3735180" y="1403488"/>
                  </a:lnTo>
                  <a:lnTo>
                    <a:pt x="3735273" y="1403488"/>
                  </a:lnTo>
                  <a:lnTo>
                    <a:pt x="3735367" y="1403488"/>
                  </a:lnTo>
                  <a:lnTo>
                    <a:pt x="3735460" y="1403488"/>
                  </a:lnTo>
                  <a:lnTo>
                    <a:pt x="3735553" y="1403488"/>
                  </a:lnTo>
                  <a:lnTo>
                    <a:pt x="3735646" y="1403488"/>
                  </a:lnTo>
                  <a:lnTo>
                    <a:pt x="3735740" y="1403488"/>
                  </a:lnTo>
                  <a:lnTo>
                    <a:pt x="3735833" y="1403488"/>
                  </a:lnTo>
                  <a:lnTo>
                    <a:pt x="3735926" y="1403488"/>
                  </a:lnTo>
                  <a:lnTo>
                    <a:pt x="3736019" y="1403488"/>
                  </a:lnTo>
                  <a:lnTo>
                    <a:pt x="3736113" y="1403488"/>
                  </a:lnTo>
                  <a:lnTo>
                    <a:pt x="3736206" y="1403488"/>
                  </a:lnTo>
                  <a:lnTo>
                    <a:pt x="3736299" y="1403488"/>
                  </a:lnTo>
                  <a:lnTo>
                    <a:pt x="3736392" y="1403488"/>
                  </a:lnTo>
                  <a:lnTo>
                    <a:pt x="3736486" y="1403488"/>
                  </a:lnTo>
                  <a:lnTo>
                    <a:pt x="3736579" y="1403488"/>
                  </a:lnTo>
                  <a:lnTo>
                    <a:pt x="3736672" y="1403488"/>
                  </a:lnTo>
                  <a:lnTo>
                    <a:pt x="3736765" y="1403488"/>
                  </a:lnTo>
                  <a:lnTo>
                    <a:pt x="3736859" y="1403488"/>
                  </a:lnTo>
                  <a:lnTo>
                    <a:pt x="3736952" y="1403488"/>
                  </a:lnTo>
                  <a:lnTo>
                    <a:pt x="3737045" y="1403488"/>
                  </a:lnTo>
                  <a:lnTo>
                    <a:pt x="3737138" y="1403488"/>
                  </a:lnTo>
                  <a:lnTo>
                    <a:pt x="3737232" y="1403488"/>
                  </a:lnTo>
                  <a:lnTo>
                    <a:pt x="3737325" y="1403488"/>
                  </a:lnTo>
                  <a:lnTo>
                    <a:pt x="3737418" y="1403488"/>
                  </a:lnTo>
                  <a:lnTo>
                    <a:pt x="3737511" y="1403488"/>
                  </a:lnTo>
                  <a:lnTo>
                    <a:pt x="3737605" y="1403488"/>
                  </a:lnTo>
                  <a:lnTo>
                    <a:pt x="3737698" y="1403488"/>
                  </a:lnTo>
                  <a:lnTo>
                    <a:pt x="3737791" y="1403488"/>
                  </a:lnTo>
                  <a:lnTo>
                    <a:pt x="3737884" y="1403488"/>
                  </a:lnTo>
                  <a:lnTo>
                    <a:pt x="3737978" y="1403488"/>
                  </a:lnTo>
                  <a:lnTo>
                    <a:pt x="3738071" y="1403488"/>
                  </a:lnTo>
                  <a:lnTo>
                    <a:pt x="3738164" y="1403488"/>
                  </a:lnTo>
                  <a:lnTo>
                    <a:pt x="3738257" y="1403488"/>
                  </a:lnTo>
                  <a:lnTo>
                    <a:pt x="3738351" y="1403488"/>
                  </a:lnTo>
                  <a:lnTo>
                    <a:pt x="3738444" y="1403488"/>
                  </a:lnTo>
                  <a:lnTo>
                    <a:pt x="3738537" y="1403488"/>
                  </a:lnTo>
                  <a:lnTo>
                    <a:pt x="3738630" y="1403488"/>
                  </a:lnTo>
                  <a:lnTo>
                    <a:pt x="3738724" y="1403488"/>
                  </a:lnTo>
                  <a:lnTo>
                    <a:pt x="3738817" y="1403488"/>
                  </a:lnTo>
                  <a:lnTo>
                    <a:pt x="3738910" y="1403488"/>
                  </a:lnTo>
                  <a:lnTo>
                    <a:pt x="3739003" y="1403488"/>
                  </a:lnTo>
                  <a:lnTo>
                    <a:pt x="3739097" y="1403488"/>
                  </a:lnTo>
                  <a:lnTo>
                    <a:pt x="3739190" y="1403488"/>
                  </a:lnTo>
                  <a:lnTo>
                    <a:pt x="3739283" y="1403488"/>
                  </a:lnTo>
                  <a:lnTo>
                    <a:pt x="3739376" y="1403488"/>
                  </a:lnTo>
                  <a:lnTo>
                    <a:pt x="3739470" y="1403488"/>
                  </a:lnTo>
                  <a:lnTo>
                    <a:pt x="3739563" y="1403488"/>
                  </a:lnTo>
                  <a:lnTo>
                    <a:pt x="3739656" y="1403488"/>
                  </a:lnTo>
                  <a:lnTo>
                    <a:pt x="3739749" y="1403488"/>
                  </a:lnTo>
                  <a:lnTo>
                    <a:pt x="3739842" y="1403488"/>
                  </a:lnTo>
                  <a:lnTo>
                    <a:pt x="3739936" y="1403488"/>
                  </a:lnTo>
                  <a:lnTo>
                    <a:pt x="3740029" y="1403488"/>
                  </a:lnTo>
                  <a:lnTo>
                    <a:pt x="3740122" y="1403488"/>
                  </a:lnTo>
                  <a:lnTo>
                    <a:pt x="3740215" y="1403488"/>
                  </a:lnTo>
                  <a:lnTo>
                    <a:pt x="3740309" y="1403488"/>
                  </a:lnTo>
                  <a:lnTo>
                    <a:pt x="3740402" y="1403488"/>
                  </a:lnTo>
                  <a:lnTo>
                    <a:pt x="3740495" y="1403488"/>
                  </a:lnTo>
                  <a:lnTo>
                    <a:pt x="3740588" y="1403488"/>
                  </a:lnTo>
                  <a:lnTo>
                    <a:pt x="3740682" y="1403488"/>
                  </a:lnTo>
                  <a:lnTo>
                    <a:pt x="3740775" y="1403488"/>
                  </a:lnTo>
                  <a:lnTo>
                    <a:pt x="3740868" y="1403488"/>
                  </a:lnTo>
                  <a:lnTo>
                    <a:pt x="3740961" y="1403488"/>
                  </a:lnTo>
                  <a:lnTo>
                    <a:pt x="3741055" y="1403488"/>
                  </a:lnTo>
                  <a:lnTo>
                    <a:pt x="3741148" y="1403488"/>
                  </a:lnTo>
                  <a:lnTo>
                    <a:pt x="3741241" y="1403488"/>
                  </a:lnTo>
                  <a:lnTo>
                    <a:pt x="3741334" y="1403488"/>
                  </a:lnTo>
                  <a:lnTo>
                    <a:pt x="3741428" y="1403488"/>
                  </a:lnTo>
                  <a:lnTo>
                    <a:pt x="3741521" y="1403488"/>
                  </a:lnTo>
                  <a:lnTo>
                    <a:pt x="3741614" y="1403488"/>
                  </a:lnTo>
                  <a:lnTo>
                    <a:pt x="3741707" y="1403488"/>
                  </a:lnTo>
                  <a:lnTo>
                    <a:pt x="3741801" y="1403488"/>
                  </a:lnTo>
                  <a:lnTo>
                    <a:pt x="3741894" y="1403488"/>
                  </a:lnTo>
                  <a:lnTo>
                    <a:pt x="3741987" y="1403488"/>
                  </a:lnTo>
                  <a:lnTo>
                    <a:pt x="3742080" y="1403488"/>
                  </a:lnTo>
                  <a:lnTo>
                    <a:pt x="3742174" y="1403488"/>
                  </a:lnTo>
                  <a:lnTo>
                    <a:pt x="3742267" y="1403488"/>
                  </a:lnTo>
                  <a:lnTo>
                    <a:pt x="3742360" y="1403488"/>
                  </a:lnTo>
                  <a:lnTo>
                    <a:pt x="3742453" y="1403488"/>
                  </a:lnTo>
                  <a:lnTo>
                    <a:pt x="3742547" y="1403488"/>
                  </a:lnTo>
                  <a:lnTo>
                    <a:pt x="3742640" y="1403488"/>
                  </a:lnTo>
                  <a:lnTo>
                    <a:pt x="3742733" y="1403488"/>
                  </a:lnTo>
                  <a:lnTo>
                    <a:pt x="3742826" y="1403488"/>
                  </a:lnTo>
                  <a:lnTo>
                    <a:pt x="3742920" y="1403488"/>
                  </a:lnTo>
                  <a:lnTo>
                    <a:pt x="3743013" y="1403488"/>
                  </a:lnTo>
                  <a:lnTo>
                    <a:pt x="3743106" y="1403488"/>
                  </a:lnTo>
                  <a:lnTo>
                    <a:pt x="3743199" y="1403488"/>
                  </a:lnTo>
                  <a:lnTo>
                    <a:pt x="3743293" y="1403488"/>
                  </a:lnTo>
                  <a:lnTo>
                    <a:pt x="3743386" y="1403488"/>
                  </a:lnTo>
                  <a:lnTo>
                    <a:pt x="3743479" y="1403488"/>
                  </a:lnTo>
                  <a:lnTo>
                    <a:pt x="3743572" y="1403488"/>
                  </a:lnTo>
                  <a:lnTo>
                    <a:pt x="3743666" y="1403488"/>
                  </a:lnTo>
                  <a:lnTo>
                    <a:pt x="3743759" y="1403488"/>
                  </a:lnTo>
                  <a:lnTo>
                    <a:pt x="3743852" y="1403488"/>
                  </a:lnTo>
                  <a:lnTo>
                    <a:pt x="3743945" y="1403488"/>
                  </a:lnTo>
                  <a:lnTo>
                    <a:pt x="3744039" y="1403488"/>
                  </a:lnTo>
                  <a:lnTo>
                    <a:pt x="3744132" y="1403488"/>
                  </a:lnTo>
                  <a:lnTo>
                    <a:pt x="3744225" y="1403488"/>
                  </a:lnTo>
                  <a:lnTo>
                    <a:pt x="3744318" y="1403488"/>
                  </a:lnTo>
                  <a:lnTo>
                    <a:pt x="3744412" y="1403488"/>
                  </a:lnTo>
                  <a:lnTo>
                    <a:pt x="3744505" y="1403488"/>
                  </a:lnTo>
                  <a:lnTo>
                    <a:pt x="3744598" y="1403488"/>
                  </a:lnTo>
                  <a:lnTo>
                    <a:pt x="3744691" y="1403488"/>
                  </a:lnTo>
                  <a:lnTo>
                    <a:pt x="3744785" y="1403488"/>
                  </a:lnTo>
                  <a:lnTo>
                    <a:pt x="3744878" y="1403488"/>
                  </a:lnTo>
                  <a:lnTo>
                    <a:pt x="3744971" y="1403488"/>
                  </a:lnTo>
                  <a:lnTo>
                    <a:pt x="3745064" y="1403488"/>
                  </a:lnTo>
                  <a:lnTo>
                    <a:pt x="3745158" y="1403488"/>
                  </a:lnTo>
                  <a:lnTo>
                    <a:pt x="3745251" y="1403488"/>
                  </a:lnTo>
                  <a:lnTo>
                    <a:pt x="3745344" y="1403488"/>
                  </a:lnTo>
                  <a:lnTo>
                    <a:pt x="3745437" y="1403488"/>
                  </a:lnTo>
                  <a:lnTo>
                    <a:pt x="3745531" y="1403488"/>
                  </a:lnTo>
                  <a:lnTo>
                    <a:pt x="3745624" y="1403488"/>
                  </a:lnTo>
                  <a:lnTo>
                    <a:pt x="3745717" y="1403488"/>
                  </a:lnTo>
                  <a:lnTo>
                    <a:pt x="3745810" y="1403488"/>
                  </a:lnTo>
                  <a:lnTo>
                    <a:pt x="3745904" y="1403488"/>
                  </a:lnTo>
                  <a:lnTo>
                    <a:pt x="3745997" y="1403488"/>
                  </a:lnTo>
                  <a:lnTo>
                    <a:pt x="3746090" y="1403488"/>
                  </a:lnTo>
                  <a:lnTo>
                    <a:pt x="3746183" y="1403488"/>
                  </a:lnTo>
                  <a:lnTo>
                    <a:pt x="3746277" y="1403488"/>
                  </a:lnTo>
                  <a:lnTo>
                    <a:pt x="3746370" y="1403488"/>
                  </a:lnTo>
                  <a:lnTo>
                    <a:pt x="3746463" y="1403488"/>
                  </a:lnTo>
                  <a:lnTo>
                    <a:pt x="3746556" y="1403488"/>
                  </a:lnTo>
                  <a:lnTo>
                    <a:pt x="3746649" y="1403488"/>
                  </a:lnTo>
                  <a:lnTo>
                    <a:pt x="3746743" y="1403488"/>
                  </a:lnTo>
                  <a:lnTo>
                    <a:pt x="3746836" y="1403488"/>
                  </a:lnTo>
                  <a:lnTo>
                    <a:pt x="3746929" y="1403488"/>
                  </a:lnTo>
                  <a:lnTo>
                    <a:pt x="3747022" y="1403488"/>
                  </a:lnTo>
                  <a:lnTo>
                    <a:pt x="3747116" y="1403488"/>
                  </a:lnTo>
                  <a:lnTo>
                    <a:pt x="3747209" y="1403488"/>
                  </a:lnTo>
                  <a:lnTo>
                    <a:pt x="3747302" y="1403488"/>
                  </a:lnTo>
                  <a:lnTo>
                    <a:pt x="3747395" y="1403488"/>
                  </a:lnTo>
                  <a:lnTo>
                    <a:pt x="3747489" y="1403488"/>
                  </a:lnTo>
                  <a:lnTo>
                    <a:pt x="3747582" y="1403488"/>
                  </a:lnTo>
                  <a:lnTo>
                    <a:pt x="3747675" y="1403488"/>
                  </a:lnTo>
                  <a:lnTo>
                    <a:pt x="3747768" y="1403488"/>
                  </a:lnTo>
                  <a:lnTo>
                    <a:pt x="3747862" y="1403488"/>
                  </a:lnTo>
                  <a:lnTo>
                    <a:pt x="3747955" y="1403488"/>
                  </a:lnTo>
                  <a:lnTo>
                    <a:pt x="3748048" y="1403488"/>
                  </a:lnTo>
                  <a:lnTo>
                    <a:pt x="3748141" y="1403488"/>
                  </a:lnTo>
                  <a:lnTo>
                    <a:pt x="3748235" y="1403488"/>
                  </a:lnTo>
                  <a:lnTo>
                    <a:pt x="3748328" y="1403488"/>
                  </a:lnTo>
                  <a:lnTo>
                    <a:pt x="3748421" y="1403488"/>
                  </a:lnTo>
                  <a:lnTo>
                    <a:pt x="3748514" y="1403488"/>
                  </a:lnTo>
                  <a:lnTo>
                    <a:pt x="3748608" y="1403488"/>
                  </a:lnTo>
                  <a:lnTo>
                    <a:pt x="3748701" y="1403488"/>
                  </a:lnTo>
                  <a:lnTo>
                    <a:pt x="3748794" y="1403488"/>
                  </a:lnTo>
                  <a:lnTo>
                    <a:pt x="3748887" y="1403488"/>
                  </a:lnTo>
                  <a:lnTo>
                    <a:pt x="3748981" y="1403488"/>
                  </a:lnTo>
                  <a:lnTo>
                    <a:pt x="3749074" y="1403488"/>
                  </a:lnTo>
                  <a:lnTo>
                    <a:pt x="3749167" y="1403488"/>
                  </a:lnTo>
                  <a:lnTo>
                    <a:pt x="3749260" y="1403488"/>
                  </a:lnTo>
                  <a:lnTo>
                    <a:pt x="3749354" y="1403488"/>
                  </a:lnTo>
                  <a:lnTo>
                    <a:pt x="3749447" y="1403488"/>
                  </a:lnTo>
                  <a:lnTo>
                    <a:pt x="3749540" y="1403488"/>
                  </a:lnTo>
                  <a:lnTo>
                    <a:pt x="3749633" y="1403488"/>
                  </a:lnTo>
                  <a:lnTo>
                    <a:pt x="3749727" y="1403488"/>
                  </a:lnTo>
                  <a:lnTo>
                    <a:pt x="3749820" y="1403488"/>
                  </a:lnTo>
                  <a:lnTo>
                    <a:pt x="3749913" y="1403488"/>
                  </a:lnTo>
                  <a:lnTo>
                    <a:pt x="3750006" y="1403488"/>
                  </a:lnTo>
                  <a:lnTo>
                    <a:pt x="3750100" y="1403488"/>
                  </a:lnTo>
                  <a:lnTo>
                    <a:pt x="3750193" y="1403488"/>
                  </a:lnTo>
                  <a:lnTo>
                    <a:pt x="3750286" y="1403488"/>
                  </a:lnTo>
                  <a:lnTo>
                    <a:pt x="3750379" y="1403488"/>
                  </a:lnTo>
                  <a:lnTo>
                    <a:pt x="3750473" y="1403488"/>
                  </a:lnTo>
                  <a:lnTo>
                    <a:pt x="3750566" y="1403488"/>
                  </a:lnTo>
                  <a:lnTo>
                    <a:pt x="3750659" y="1403488"/>
                  </a:lnTo>
                  <a:lnTo>
                    <a:pt x="3750752" y="1403488"/>
                  </a:lnTo>
                  <a:lnTo>
                    <a:pt x="3750846" y="1403488"/>
                  </a:lnTo>
                  <a:lnTo>
                    <a:pt x="3750939" y="1403488"/>
                  </a:lnTo>
                  <a:lnTo>
                    <a:pt x="3751032" y="1403488"/>
                  </a:lnTo>
                  <a:lnTo>
                    <a:pt x="3751125" y="1403488"/>
                  </a:lnTo>
                  <a:lnTo>
                    <a:pt x="3751219" y="1403488"/>
                  </a:lnTo>
                  <a:lnTo>
                    <a:pt x="3751312" y="1403488"/>
                  </a:lnTo>
                  <a:lnTo>
                    <a:pt x="3751405" y="1403488"/>
                  </a:lnTo>
                  <a:lnTo>
                    <a:pt x="3751498" y="1403488"/>
                  </a:lnTo>
                  <a:lnTo>
                    <a:pt x="3751592" y="1403488"/>
                  </a:lnTo>
                  <a:lnTo>
                    <a:pt x="3751685" y="1403488"/>
                  </a:lnTo>
                  <a:lnTo>
                    <a:pt x="3751778" y="1403488"/>
                  </a:lnTo>
                  <a:lnTo>
                    <a:pt x="3751871" y="1403488"/>
                  </a:lnTo>
                  <a:lnTo>
                    <a:pt x="3751965" y="1403488"/>
                  </a:lnTo>
                  <a:lnTo>
                    <a:pt x="3752058" y="1403488"/>
                  </a:lnTo>
                  <a:lnTo>
                    <a:pt x="3752151" y="1403488"/>
                  </a:lnTo>
                  <a:lnTo>
                    <a:pt x="3752244" y="1403488"/>
                  </a:lnTo>
                  <a:lnTo>
                    <a:pt x="3752338" y="1403488"/>
                  </a:lnTo>
                  <a:lnTo>
                    <a:pt x="3752431" y="1403488"/>
                  </a:lnTo>
                  <a:lnTo>
                    <a:pt x="3752524" y="1403488"/>
                  </a:lnTo>
                  <a:lnTo>
                    <a:pt x="3752617" y="1403488"/>
                  </a:lnTo>
                  <a:lnTo>
                    <a:pt x="3752711" y="1403488"/>
                  </a:lnTo>
                  <a:lnTo>
                    <a:pt x="3752804" y="1403488"/>
                  </a:lnTo>
                  <a:lnTo>
                    <a:pt x="3752897" y="1403488"/>
                  </a:lnTo>
                  <a:lnTo>
                    <a:pt x="3752990" y="1403488"/>
                  </a:lnTo>
                  <a:lnTo>
                    <a:pt x="3753084" y="1403488"/>
                  </a:lnTo>
                  <a:lnTo>
                    <a:pt x="3753177" y="1403488"/>
                  </a:lnTo>
                  <a:lnTo>
                    <a:pt x="3753270" y="1403488"/>
                  </a:lnTo>
                  <a:lnTo>
                    <a:pt x="3753363" y="1403488"/>
                  </a:lnTo>
                  <a:lnTo>
                    <a:pt x="3753456" y="1403488"/>
                  </a:lnTo>
                  <a:lnTo>
                    <a:pt x="3753550" y="1403488"/>
                  </a:lnTo>
                  <a:lnTo>
                    <a:pt x="3753643" y="1403488"/>
                  </a:lnTo>
                  <a:lnTo>
                    <a:pt x="3753736" y="1403488"/>
                  </a:lnTo>
                  <a:lnTo>
                    <a:pt x="3753829" y="1403488"/>
                  </a:lnTo>
                  <a:lnTo>
                    <a:pt x="3753923" y="1403488"/>
                  </a:lnTo>
                  <a:lnTo>
                    <a:pt x="3754016" y="1403488"/>
                  </a:lnTo>
                  <a:lnTo>
                    <a:pt x="3754109" y="1403488"/>
                  </a:lnTo>
                  <a:lnTo>
                    <a:pt x="3754202" y="1403488"/>
                  </a:lnTo>
                  <a:lnTo>
                    <a:pt x="3754296" y="1403488"/>
                  </a:lnTo>
                  <a:lnTo>
                    <a:pt x="3754389" y="1403488"/>
                  </a:lnTo>
                  <a:lnTo>
                    <a:pt x="3754482" y="1403488"/>
                  </a:lnTo>
                  <a:lnTo>
                    <a:pt x="3754575" y="1403488"/>
                  </a:lnTo>
                  <a:lnTo>
                    <a:pt x="3754669" y="1403488"/>
                  </a:lnTo>
                  <a:lnTo>
                    <a:pt x="3754762" y="1403488"/>
                  </a:lnTo>
                  <a:lnTo>
                    <a:pt x="3754855" y="1403488"/>
                  </a:lnTo>
                  <a:lnTo>
                    <a:pt x="3754948" y="1403488"/>
                  </a:lnTo>
                  <a:lnTo>
                    <a:pt x="3755042" y="1403488"/>
                  </a:lnTo>
                  <a:lnTo>
                    <a:pt x="3755135" y="1403488"/>
                  </a:lnTo>
                  <a:lnTo>
                    <a:pt x="3755228" y="1403488"/>
                  </a:lnTo>
                  <a:lnTo>
                    <a:pt x="3755321" y="1403488"/>
                  </a:lnTo>
                  <a:lnTo>
                    <a:pt x="3755415" y="1403488"/>
                  </a:lnTo>
                  <a:lnTo>
                    <a:pt x="3755508" y="1403488"/>
                  </a:lnTo>
                  <a:lnTo>
                    <a:pt x="3755601" y="1403488"/>
                  </a:lnTo>
                  <a:lnTo>
                    <a:pt x="3755694" y="1403488"/>
                  </a:lnTo>
                  <a:lnTo>
                    <a:pt x="3755788" y="1403488"/>
                  </a:lnTo>
                  <a:lnTo>
                    <a:pt x="3755881" y="1403488"/>
                  </a:lnTo>
                  <a:lnTo>
                    <a:pt x="3755974" y="1403488"/>
                  </a:lnTo>
                  <a:lnTo>
                    <a:pt x="3756067" y="1403488"/>
                  </a:lnTo>
                  <a:lnTo>
                    <a:pt x="3756161" y="1403488"/>
                  </a:lnTo>
                  <a:lnTo>
                    <a:pt x="3756254" y="1403488"/>
                  </a:lnTo>
                  <a:lnTo>
                    <a:pt x="3756347" y="1403488"/>
                  </a:lnTo>
                  <a:lnTo>
                    <a:pt x="3756440" y="1403488"/>
                  </a:lnTo>
                  <a:lnTo>
                    <a:pt x="3756534" y="1403488"/>
                  </a:lnTo>
                  <a:lnTo>
                    <a:pt x="3756627" y="1403488"/>
                  </a:lnTo>
                  <a:lnTo>
                    <a:pt x="3756720" y="1403488"/>
                  </a:lnTo>
                  <a:lnTo>
                    <a:pt x="3756813" y="1403488"/>
                  </a:lnTo>
                  <a:lnTo>
                    <a:pt x="3756907" y="1403488"/>
                  </a:lnTo>
                  <a:lnTo>
                    <a:pt x="3757000" y="1403488"/>
                  </a:lnTo>
                  <a:lnTo>
                    <a:pt x="3757093" y="1403488"/>
                  </a:lnTo>
                  <a:lnTo>
                    <a:pt x="3757186" y="1403488"/>
                  </a:lnTo>
                  <a:lnTo>
                    <a:pt x="3757280" y="1403488"/>
                  </a:lnTo>
                  <a:lnTo>
                    <a:pt x="3757373" y="1403488"/>
                  </a:lnTo>
                  <a:lnTo>
                    <a:pt x="3757466" y="1403488"/>
                  </a:lnTo>
                  <a:lnTo>
                    <a:pt x="3757559" y="1403488"/>
                  </a:lnTo>
                  <a:lnTo>
                    <a:pt x="3757653" y="1403488"/>
                  </a:lnTo>
                  <a:lnTo>
                    <a:pt x="3757746" y="1403488"/>
                  </a:lnTo>
                  <a:lnTo>
                    <a:pt x="3757839" y="1403488"/>
                  </a:lnTo>
                  <a:lnTo>
                    <a:pt x="3757932" y="1403488"/>
                  </a:lnTo>
                  <a:lnTo>
                    <a:pt x="3758026" y="1403488"/>
                  </a:lnTo>
                  <a:lnTo>
                    <a:pt x="3758119" y="1403488"/>
                  </a:lnTo>
                  <a:lnTo>
                    <a:pt x="3758212" y="1403488"/>
                  </a:lnTo>
                  <a:lnTo>
                    <a:pt x="3758305" y="1403488"/>
                  </a:lnTo>
                  <a:lnTo>
                    <a:pt x="3758399" y="1403488"/>
                  </a:lnTo>
                  <a:lnTo>
                    <a:pt x="3758492" y="1403488"/>
                  </a:lnTo>
                  <a:lnTo>
                    <a:pt x="3758585" y="1403488"/>
                  </a:lnTo>
                  <a:lnTo>
                    <a:pt x="3758678" y="1403488"/>
                  </a:lnTo>
                  <a:lnTo>
                    <a:pt x="3758772" y="1403488"/>
                  </a:lnTo>
                  <a:lnTo>
                    <a:pt x="3758865" y="1403488"/>
                  </a:lnTo>
                  <a:lnTo>
                    <a:pt x="3758958" y="1403488"/>
                  </a:lnTo>
                  <a:lnTo>
                    <a:pt x="3759051" y="1403488"/>
                  </a:lnTo>
                  <a:lnTo>
                    <a:pt x="3759145" y="1403488"/>
                  </a:lnTo>
                  <a:lnTo>
                    <a:pt x="3759238" y="1403488"/>
                  </a:lnTo>
                  <a:lnTo>
                    <a:pt x="3759331" y="1403488"/>
                  </a:lnTo>
                  <a:lnTo>
                    <a:pt x="3759424" y="1403488"/>
                  </a:lnTo>
                  <a:lnTo>
                    <a:pt x="3759518" y="1403488"/>
                  </a:lnTo>
                  <a:lnTo>
                    <a:pt x="3759611" y="1403488"/>
                  </a:lnTo>
                  <a:lnTo>
                    <a:pt x="3759704" y="1403488"/>
                  </a:lnTo>
                  <a:lnTo>
                    <a:pt x="3759797" y="1403488"/>
                  </a:lnTo>
                  <a:lnTo>
                    <a:pt x="3759891" y="1403488"/>
                  </a:lnTo>
                  <a:lnTo>
                    <a:pt x="3759984" y="1403488"/>
                  </a:lnTo>
                  <a:lnTo>
                    <a:pt x="3760077" y="1403488"/>
                  </a:lnTo>
                  <a:lnTo>
                    <a:pt x="3760170" y="1403488"/>
                  </a:lnTo>
                  <a:lnTo>
                    <a:pt x="3760264" y="1403488"/>
                  </a:lnTo>
                  <a:lnTo>
                    <a:pt x="3760357" y="1403488"/>
                  </a:lnTo>
                  <a:lnTo>
                    <a:pt x="3760450" y="1403488"/>
                  </a:lnTo>
                  <a:lnTo>
                    <a:pt x="3760543" y="1403488"/>
                  </a:lnTo>
                  <a:lnTo>
                    <a:pt x="3760636" y="1403488"/>
                  </a:lnTo>
                  <a:lnTo>
                    <a:pt x="3760730" y="1403488"/>
                  </a:lnTo>
                  <a:lnTo>
                    <a:pt x="3760823" y="1403488"/>
                  </a:lnTo>
                  <a:lnTo>
                    <a:pt x="3760916" y="1403488"/>
                  </a:lnTo>
                  <a:lnTo>
                    <a:pt x="3761009" y="1403488"/>
                  </a:lnTo>
                  <a:lnTo>
                    <a:pt x="3761103" y="1403488"/>
                  </a:lnTo>
                  <a:lnTo>
                    <a:pt x="3761196" y="1403488"/>
                  </a:lnTo>
                  <a:lnTo>
                    <a:pt x="3761289" y="1403488"/>
                  </a:lnTo>
                  <a:lnTo>
                    <a:pt x="3761382" y="1403488"/>
                  </a:lnTo>
                  <a:lnTo>
                    <a:pt x="3761476" y="1403488"/>
                  </a:lnTo>
                  <a:lnTo>
                    <a:pt x="3761569" y="1403488"/>
                  </a:lnTo>
                  <a:lnTo>
                    <a:pt x="3761662" y="1403488"/>
                  </a:lnTo>
                  <a:lnTo>
                    <a:pt x="3761755" y="1403488"/>
                  </a:lnTo>
                  <a:lnTo>
                    <a:pt x="3761849" y="1403488"/>
                  </a:lnTo>
                  <a:lnTo>
                    <a:pt x="3761942" y="1403488"/>
                  </a:lnTo>
                  <a:lnTo>
                    <a:pt x="3762035" y="1403488"/>
                  </a:lnTo>
                  <a:lnTo>
                    <a:pt x="3762128" y="1403488"/>
                  </a:lnTo>
                  <a:lnTo>
                    <a:pt x="3762222" y="1403488"/>
                  </a:lnTo>
                  <a:lnTo>
                    <a:pt x="3762315" y="1403488"/>
                  </a:lnTo>
                  <a:lnTo>
                    <a:pt x="3762408" y="1403488"/>
                  </a:lnTo>
                  <a:lnTo>
                    <a:pt x="3762501" y="1403488"/>
                  </a:lnTo>
                  <a:lnTo>
                    <a:pt x="3762595" y="1403488"/>
                  </a:lnTo>
                  <a:lnTo>
                    <a:pt x="3762688" y="1403488"/>
                  </a:lnTo>
                  <a:lnTo>
                    <a:pt x="3762781" y="1403488"/>
                  </a:lnTo>
                  <a:lnTo>
                    <a:pt x="3762874" y="1403488"/>
                  </a:lnTo>
                  <a:lnTo>
                    <a:pt x="3762968" y="1403488"/>
                  </a:lnTo>
                  <a:lnTo>
                    <a:pt x="3763061" y="1403488"/>
                  </a:lnTo>
                  <a:lnTo>
                    <a:pt x="3763154" y="1403488"/>
                  </a:lnTo>
                  <a:lnTo>
                    <a:pt x="3763247" y="1403488"/>
                  </a:lnTo>
                  <a:lnTo>
                    <a:pt x="3763341" y="1403488"/>
                  </a:lnTo>
                  <a:lnTo>
                    <a:pt x="3763434" y="1403488"/>
                  </a:lnTo>
                  <a:lnTo>
                    <a:pt x="3763527" y="1403488"/>
                  </a:lnTo>
                  <a:lnTo>
                    <a:pt x="3763620" y="1403488"/>
                  </a:lnTo>
                  <a:lnTo>
                    <a:pt x="3763714" y="1403488"/>
                  </a:lnTo>
                  <a:lnTo>
                    <a:pt x="3763807" y="1403488"/>
                  </a:lnTo>
                  <a:lnTo>
                    <a:pt x="3763900" y="1403488"/>
                  </a:lnTo>
                  <a:lnTo>
                    <a:pt x="3763993" y="1403488"/>
                  </a:lnTo>
                  <a:lnTo>
                    <a:pt x="3764087" y="1403488"/>
                  </a:lnTo>
                  <a:lnTo>
                    <a:pt x="3764180" y="1403488"/>
                  </a:lnTo>
                  <a:lnTo>
                    <a:pt x="3764273" y="1403488"/>
                  </a:lnTo>
                  <a:lnTo>
                    <a:pt x="3764366" y="1403488"/>
                  </a:lnTo>
                  <a:lnTo>
                    <a:pt x="3764460" y="1403488"/>
                  </a:lnTo>
                  <a:lnTo>
                    <a:pt x="3764553" y="1403488"/>
                  </a:lnTo>
                  <a:lnTo>
                    <a:pt x="3764646" y="1403488"/>
                  </a:lnTo>
                  <a:lnTo>
                    <a:pt x="3764739" y="1403488"/>
                  </a:lnTo>
                  <a:lnTo>
                    <a:pt x="3764833" y="1403488"/>
                  </a:lnTo>
                  <a:lnTo>
                    <a:pt x="3764926" y="1403488"/>
                  </a:lnTo>
                  <a:lnTo>
                    <a:pt x="3765019" y="1403488"/>
                  </a:lnTo>
                  <a:lnTo>
                    <a:pt x="3765112" y="1403488"/>
                  </a:lnTo>
                  <a:lnTo>
                    <a:pt x="3765206" y="1403488"/>
                  </a:lnTo>
                  <a:lnTo>
                    <a:pt x="3765299" y="1403488"/>
                  </a:lnTo>
                  <a:lnTo>
                    <a:pt x="3765392" y="1403488"/>
                  </a:lnTo>
                  <a:lnTo>
                    <a:pt x="3765485" y="1403488"/>
                  </a:lnTo>
                  <a:lnTo>
                    <a:pt x="3765579" y="1403488"/>
                  </a:lnTo>
                  <a:lnTo>
                    <a:pt x="3765672" y="1403488"/>
                  </a:lnTo>
                  <a:lnTo>
                    <a:pt x="3765765" y="1403488"/>
                  </a:lnTo>
                  <a:lnTo>
                    <a:pt x="3765858" y="1403488"/>
                  </a:lnTo>
                  <a:lnTo>
                    <a:pt x="3765952" y="1403488"/>
                  </a:lnTo>
                  <a:lnTo>
                    <a:pt x="3766045" y="1403488"/>
                  </a:lnTo>
                  <a:lnTo>
                    <a:pt x="3766138" y="1403488"/>
                  </a:lnTo>
                  <a:lnTo>
                    <a:pt x="3766231" y="1403488"/>
                  </a:lnTo>
                  <a:lnTo>
                    <a:pt x="3766325" y="1403488"/>
                  </a:lnTo>
                  <a:lnTo>
                    <a:pt x="3766418" y="1403488"/>
                  </a:lnTo>
                  <a:lnTo>
                    <a:pt x="3766511" y="1403488"/>
                  </a:lnTo>
                  <a:lnTo>
                    <a:pt x="3766604" y="1403488"/>
                  </a:lnTo>
                  <a:lnTo>
                    <a:pt x="3766698" y="1403488"/>
                  </a:lnTo>
                  <a:lnTo>
                    <a:pt x="3766791" y="1403488"/>
                  </a:lnTo>
                  <a:lnTo>
                    <a:pt x="3766791" y="1393535"/>
                  </a:lnTo>
                  <a:lnTo>
                    <a:pt x="3766884" y="1393535"/>
                  </a:lnTo>
                  <a:lnTo>
                    <a:pt x="3766977" y="1393535"/>
                  </a:lnTo>
                  <a:lnTo>
                    <a:pt x="3767071" y="1393535"/>
                  </a:lnTo>
                  <a:lnTo>
                    <a:pt x="3767164" y="1393535"/>
                  </a:lnTo>
                  <a:lnTo>
                    <a:pt x="3767257" y="1393535"/>
                  </a:lnTo>
                  <a:lnTo>
                    <a:pt x="3767350" y="1393535"/>
                  </a:lnTo>
                  <a:lnTo>
                    <a:pt x="3767443" y="1393535"/>
                  </a:lnTo>
                  <a:lnTo>
                    <a:pt x="3767537" y="1393535"/>
                  </a:lnTo>
                  <a:lnTo>
                    <a:pt x="3767630" y="1393535"/>
                  </a:lnTo>
                  <a:lnTo>
                    <a:pt x="3767723" y="1393535"/>
                  </a:lnTo>
                  <a:lnTo>
                    <a:pt x="3767816" y="1393535"/>
                  </a:lnTo>
                  <a:lnTo>
                    <a:pt x="3767910" y="1393535"/>
                  </a:lnTo>
                  <a:lnTo>
                    <a:pt x="3768003" y="1393535"/>
                  </a:lnTo>
                  <a:lnTo>
                    <a:pt x="3768096" y="1393535"/>
                  </a:lnTo>
                  <a:lnTo>
                    <a:pt x="3768189" y="1393535"/>
                  </a:lnTo>
                  <a:lnTo>
                    <a:pt x="3768283" y="1393535"/>
                  </a:lnTo>
                  <a:lnTo>
                    <a:pt x="3768376" y="1393535"/>
                  </a:lnTo>
                  <a:lnTo>
                    <a:pt x="3768469" y="1393535"/>
                  </a:lnTo>
                  <a:lnTo>
                    <a:pt x="3768562" y="1393535"/>
                  </a:lnTo>
                  <a:lnTo>
                    <a:pt x="3768656" y="1393535"/>
                  </a:lnTo>
                  <a:lnTo>
                    <a:pt x="3768749" y="1393535"/>
                  </a:lnTo>
                  <a:lnTo>
                    <a:pt x="3768842" y="1393535"/>
                  </a:lnTo>
                  <a:lnTo>
                    <a:pt x="3768935" y="1393535"/>
                  </a:lnTo>
                  <a:lnTo>
                    <a:pt x="3769029" y="1393535"/>
                  </a:lnTo>
                  <a:lnTo>
                    <a:pt x="3769122" y="1393535"/>
                  </a:lnTo>
                  <a:lnTo>
                    <a:pt x="3769215" y="1393535"/>
                  </a:lnTo>
                  <a:lnTo>
                    <a:pt x="3769308" y="1393535"/>
                  </a:lnTo>
                  <a:lnTo>
                    <a:pt x="3769402" y="1393535"/>
                  </a:lnTo>
                  <a:lnTo>
                    <a:pt x="3769495" y="1393535"/>
                  </a:lnTo>
                  <a:lnTo>
                    <a:pt x="3769588" y="1393535"/>
                  </a:lnTo>
                  <a:lnTo>
                    <a:pt x="3769681" y="1393535"/>
                  </a:lnTo>
                  <a:lnTo>
                    <a:pt x="3769775" y="1393535"/>
                  </a:lnTo>
                  <a:lnTo>
                    <a:pt x="3769868" y="1393535"/>
                  </a:lnTo>
                  <a:lnTo>
                    <a:pt x="3769961" y="1393535"/>
                  </a:lnTo>
                  <a:lnTo>
                    <a:pt x="3770054" y="1393535"/>
                  </a:lnTo>
                  <a:lnTo>
                    <a:pt x="3770148" y="1393535"/>
                  </a:lnTo>
                  <a:lnTo>
                    <a:pt x="3770241" y="1393535"/>
                  </a:lnTo>
                  <a:lnTo>
                    <a:pt x="3770334" y="1393535"/>
                  </a:lnTo>
                  <a:lnTo>
                    <a:pt x="3770427" y="1393535"/>
                  </a:lnTo>
                  <a:lnTo>
                    <a:pt x="3770521" y="1393535"/>
                  </a:lnTo>
                  <a:lnTo>
                    <a:pt x="3770614" y="1393535"/>
                  </a:lnTo>
                  <a:lnTo>
                    <a:pt x="3770707" y="1393535"/>
                  </a:lnTo>
                  <a:lnTo>
                    <a:pt x="3770800" y="1393535"/>
                  </a:lnTo>
                  <a:lnTo>
                    <a:pt x="3770894" y="1393535"/>
                  </a:lnTo>
                  <a:lnTo>
                    <a:pt x="3770987" y="1393535"/>
                  </a:lnTo>
                  <a:lnTo>
                    <a:pt x="3771080" y="1393535"/>
                  </a:lnTo>
                  <a:lnTo>
                    <a:pt x="3771173" y="1393535"/>
                  </a:lnTo>
                  <a:lnTo>
                    <a:pt x="3771267" y="1393535"/>
                  </a:lnTo>
                  <a:lnTo>
                    <a:pt x="3771360" y="1393535"/>
                  </a:lnTo>
                  <a:lnTo>
                    <a:pt x="3771453" y="1393535"/>
                  </a:lnTo>
                  <a:lnTo>
                    <a:pt x="3771546" y="1393535"/>
                  </a:lnTo>
                  <a:lnTo>
                    <a:pt x="3771640" y="1393535"/>
                  </a:lnTo>
                  <a:lnTo>
                    <a:pt x="3771733" y="1393535"/>
                  </a:lnTo>
                  <a:lnTo>
                    <a:pt x="3771826" y="1393535"/>
                  </a:lnTo>
                  <a:lnTo>
                    <a:pt x="3771919" y="1393535"/>
                  </a:lnTo>
                  <a:lnTo>
                    <a:pt x="3772013" y="1393535"/>
                  </a:lnTo>
                  <a:lnTo>
                    <a:pt x="3772106" y="1393535"/>
                  </a:lnTo>
                  <a:lnTo>
                    <a:pt x="3772199" y="1393535"/>
                  </a:lnTo>
                  <a:lnTo>
                    <a:pt x="3772292" y="1393535"/>
                  </a:lnTo>
                  <a:lnTo>
                    <a:pt x="3772292" y="1383581"/>
                  </a:lnTo>
                  <a:lnTo>
                    <a:pt x="3772386" y="1383581"/>
                  </a:lnTo>
                  <a:lnTo>
                    <a:pt x="3772479" y="1383581"/>
                  </a:lnTo>
                  <a:lnTo>
                    <a:pt x="3772572" y="1383581"/>
                  </a:lnTo>
                  <a:lnTo>
                    <a:pt x="3772665" y="1383581"/>
                  </a:lnTo>
                  <a:lnTo>
                    <a:pt x="3772665" y="1373627"/>
                  </a:lnTo>
                  <a:lnTo>
                    <a:pt x="3772759" y="1373627"/>
                  </a:lnTo>
                  <a:lnTo>
                    <a:pt x="3772852" y="1373627"/>
                  </a:lnTo>
                  <a:lnTo>
                    <a:pt x="3772945" y="1373627"/>
                  </a:lnTo>
                  <a:lnTo>
                    <a:pt x="3773038" y="1373627"/>
                  </a:lnTo>
                  <a:lnTo>
                    <a:pt x="3773132" y="1373627"/>
                  </a:lnTo>
                  <a:lnTo>
                    <a:pt x="3773225" y="1373627"/>
                  </a:lnTo>
                  <a:lnTo>
                    <a:pt x="3773318" y="1373627"/>
                  </a:lnTo>
                  <a:lnTo>
                    <a:pt x="3773411" y="1373627"/>
                  </a:lnTo>
                  <a:lnTo>
                    <a:pt x="3773505" y="1373627"/>
                  </a:lnTo>
                  <a:lnTo>
                    <a:pt x="3773598" y="1373627"/>
                  </a:lnTo>
                  <a:lnTo>
                    <a:pt x="3773691" y="1373627"/>
                  </a:lnTo>
                  <a:lnTo>
                    <a:pt x="3773784" y="1373627"/>
                  </a:lnTo>
                  <a:lnTo>
                    <a:pt x="3773878" y="1373627"/>
                  </a:lnTo>
                  <a:lnTo>
                    <a:pt x="3773971" y="1373627"/>
                  </a:lnTo>
                  <a:lnTo>
                    <a:pt x="3774064" y="1373627"/>
                  </a:lnTo>
                  <a:lnTo>
                    <a:pt x="3774157" y="1373627"/>
                  </a:lnTo>
                  <a:lnTo>
                    <a:pt x="3774250" y="1373627"/>
                  </a:lnTo>
                  <a:lnTo>
                    <a:pt x="3774344" y="1373627"/>
                  </a:lnTo>
                  <a:lnTo>
                    <a:pt x="3774437" y="1373627"/>
                  </a:lnTo>
                  <a:lnTo>
                    <a:pt x="3774530" y="1373627"/>
                  </a:lnTo>
                  <a:lnTo>
                    <a:pt x="3774623" y="1373627"/>
                  </a:lnTo>
                  <a:lnTo>
                    <a:pt x="3774717" y="1373627"/>
                  </a:lnTo>
                  <a:lnTo>
                    <a:pt x="3774810" y="1373627"/>
                  </a:lnTo>
                  <a:lnTo>
                    <a:pt x="3774903" y="1373627"/>
                  </a:lnTo>
                  <a:lnTo>
                    <a:pt x="3774996" y="1373627"/>
                  </a:lnTo>
                  <a:lnTo>
                    <a:pt x="3775090" y="1373627"/>
                  </a:lnTo>
                  <a:lnTo>
                    <a:pt x="3775183" y="1373627"/>
                  </a:lnTo>
                  <a:lnTo>
                    <a:pt x="3775276" y="1373627"/>
                  </a:lnTo>
                  <a:lnTo>
                    <a:pt x="3775369" y="1373627"/>
                  </a:lnTo>
                  <a:lnTo>
                    <a:pt x="3775463" y="1373627"/>
                  </a:lnTo>
                  <a:lnTo>
                    <a:pt x="3775556" y="1373627"/>
                  </a:lnTo>
                  <a:lnTo>
                    <a:pt x="3775649" y="1373627"/>
                  </a:lnTo>
                  <a:lnTo>
                    <a:pt x="3775742" y="1373627"/>
                  </a:lnTo>
                  <a:lnTo>
                    <a:pt x="3775836" y="1373627"/>
                  </a:lnTo>
                  <a:lnTo>
                    <a:pt x="3775929" y="1373627"/>
                  </a:lnTo>
                  <a:lnTo>
                    <a:pt x="3776022" y="1373627"/>
                  </a:lnTo>
                  <a:lnTo>
                    <a:pt x="3776115" y="1373627"/>
                  </a:lnTo>
                  <a:lnTo>
                    <a:pt x="3776209" y="1373627"/>
                  </a:lnTo>
                  <a:lnTo>
                    <a:pt x="3776302" y="1373627"/>
                  </a:lnTo>
                  <a:lnTo>
                    <a:pt x="3776395" y="1373627"/>
                  </a:lnTo>
                  <a:lnTo>
                    <a:pt x="3776395" y="1363673"/>
                  </a:lnTo>
                  <a:lnTo>
                    <a:pt x="3776488" y="1363673"/>
                  </a:lnTo>
                  <a:lnTo>
                    <a:pt x="3776582" y="1363673"/>
                  </a:lnTo>
                  <a:lnTo>
                    <a:pt x="3776675" y="1363673"/>
                  </a:lnTo>
                  <a:lnTo>
                    <a:pt x="3776768" y="1363673"/>
                  </a:lnTo>
                  <a:lnTo>
                    <a:pt x="3776861" y="1363673"/>
                  </a:lnTo>
                  <a:lnTo>
                    <a:pt x="3776955" y="1363673"/>
                  </a:lnTo>
                  <a:lnTo>
                    <a:pt x="3777048" y="1363673"/>
                  </a:lnTo>
                  <a:lnTo>
                    <a:pt x="3777141" y="1363673"/>
                  </a:lnTo>
                  <a:lnTo>
                    <a:pt x="3777234" y="1363673"/>
                  </a:lnTo>
                  <a:lnTo>
                    <a:pt x="3777328" y="1363673"/>
                  </a:lnTo>
                  <a:lnTo>
                    <a:pt x="3777421" y="1363673"/>
                  </a:lnTo>
                  <a:lnTo>
                    <a:pt x="3777514" y="1363673"/>
                  </a:lnTo>
                  <a:lnTo>
                    <a:pt x="3777607" y="1363673"/>
                  </a:lnTo>
                  <a:lnTo>
                    <a:pt x="3777701" y="1363673"/>
                  </a:lnTo>
                  <a:lnTo>
                    <a:pt x="3777794" y="1363673"/>
                  </a:lnTo>
                  <a:lnTo>
                    <a:pt x="3777887" y="1363673"/>
                  </a:lnTo>
                  <a:lnTo>
                    <a:pt x="3777980" y="1363673"/>
                  </a:lnTo>
                  <a:lnTo>
                    <a:pt x="3778074" y="1363673"/>
                  </a:lnTo>
                  <a:lnTo>
                    <a:pt x="3778167" y="1363673"/>
                  </a:lnTo>
                  <a:lnTo>
                    <a:pt x="3778260" y="1363673"/>
                  </a:lnTo>
                  <a:lnTo>
                    <a:pt x="3778353" y="1363673"/>
                  </a:lnTo>
                  <a:lnTo>
                    <a:pt x="3778447" y="1363673"/>
                  </a:lnTo>
                  <a:lnTo>
                    <a:pt x="3778540" y="1363673"/>
                  </a:lnTo>
                  <a:lnTo>
                    <a:pt x="3778633" y="1363673"/>
                  </a:lnTo>
                  <a:lnTo>
                    <a:pt x="3778726" y="1363673"/>
                  </a:lnTo>
                  <a:lnTo>
                    <a:pt x="3778820" y="1363673"/>
                  </a:lnTo>
                  <a:lnTo>
                    <a:pt x="3778913" y="1363673"/>
                  </a:lnTo>
                  <a:lnTo>
                    <a:pt x="3779006" y="1363673"/>
                  </a:lnTo>
                  <a:lnTo>
                    <a:pt x="3779099" y="1363673"/>
                  </a:lnTo>
                  <a:lnTo>
                    <a:pt x="3779193" y="1363673"/>
                  </a:lnTo>
                  <a:lnTo>
                    <a:pt x="3779286" y="1363673"/>
                  </a:lnTo>
                  <a:lnTo>
                    <a:pt x="3779379" y="1363673"/>
                  </a:lnTo>
                  <a:lnTo>
                    <a:pt x="3779472" y="1363673"/>
                  </a:lnTo>
                  <a:lnTo>
                    <a:pt x="3779566" y="1363673"/>
                  </a:lnTo>
                  <a:lnTo>
                    <a:pt x="3779659" y="1363673"/>
                  </a:lnTo>
                  <a:lnTo>
                    <a:pt x="3779752" y="1363673"/>
                  </a:lnTo>
                  <a:lnTo>
                    <a:pt x="3779845" y="1363673"/>
                  </a:lnTo>
                  <a:lnTo>
                    <a:pt x="3779939" y="1363673"/>
                  </a:lnTo>
                  <a:lnTo>
                    <a:pt x="3780032" y="1363673"/>
                  </a:lnTo>
                  <a:lnTo>
                    <a:pt x="3780125" y="1363673"/>
                  </a:lnTo>
                  <a:lnTo>
                    <a:pt x="3780218" y="1363673"/>
                  </a:lnTo>
                  <a:lnTo>
                    <a:pt x="3780312" y="1363673"/>
                  </a:lnTo>
                  <a:lnTo>
                    <a:pt x="3780405" y="1363673"/>
                  </a:lnTo>
                  <a:lnTo>
                    <a:pt x="3780498" y="1363673"/>
                  </a:lnTo>
                  <a:lnTo>
                    <a:pt x="3780591" y="1363673"/>
                  </a:lnTo>
                  <a:lnTo>
                    <a:pt x="3780685" y="1363673"/>
                  </a:lnTo>
                  <a:lnTo>
                    <a:pt x="3780778" y="1363673"/>
                  </a:lnTo>
                  <a:lnTo>
                    <a:pt x="3780871" y="1363673"/>
                  </a:lnTo>
                  <a:lnTo>
                    <a:pt x="3780964" y="1363673"/>
                  </a:lnTo>
                  <a:lnTo>
                    <a:pt x="3781058" y="1363673"/>
                  </a:lnTo>
                  <a:lnTo>
                    <a:pt x="3781151" y="1363673"/>
                  </a:lnTo>
                  <a:lnTo>
                    <a:pt x="3781244" y="1363673"/>
                  </a:lnTo>
                  <a:lnTo>
                    <a:pt x="3781337" y="1363673"/>
                  </a:lnTo>
                  <a:lnTo>
                    <a:pt x="3781430" y="1363673"/>
                  </a:lnTo>
                  <a:lnTo>
                    <a:pt x="3781524" y="1363673"/>
                  </a:lnTo>
                  <a:lnTo>
                    <a:pt x="3781617" y="1363673"/>
                  </a:lnTo>
                  <a:lnTo>
                    <a:pt x="3781710" y="1363673"/>
                  </a:lnTo>
                  <a:lnTo>
                    <a:pt x="3781803" y="1363673"/>
                  </a:lnTo>
                  <a:lnTo>
                    <a:pt x="3781897" y="1363673"/>
                  </a:lnTo>
                  <a:lnTo>
                    <a:pt x="3781990" y="1363673"/>
                  </a:lnTo>
                  <a:lnTo>
                    <a:pt x="3782083" y="1363673"/>
                  </a:lnTo>
                  <a:lnTo>
                    <a:pt x="3782176" y="1363673"/>
                  </a:lnTo>
                  <a:lnTo>
                    <a:pt x="3782270" y="1363673"/>
                  </a:lnTo>
                  <a:lnTo>
                    <a:pt x="3782363" y="1363673"/>
                  </a:lnTo>
                  <a:lnTo>
                    <a:pt x="3782456" y="1363673"/>
                  </a:lnTo>
                  <a:lnTo>
                    <a:pt x="3782549" y="1363673"/>
                  </a:lnTo>
                  <a:lnTo>
                    <a:pt x="3782643" y="1363673"/>
                  </a:lnTo>
                  <a:lnTo>
                    <a:pt x="3782736" y="1363673"/>
                  </a:lnTo>
                  <a:lnTo>
                    <a:pt x="3782829" y="1363673"/>
                  </a:lnTo>
                  <a:lnTo>
                    <a:pt x="3782922" y="1363673"/>
                  </a:lnTo>
                  <a:lnTo>
                    <a:pt x="3783016" y="1363673"/>
                  </a:lnTo>
                  <a:lnTo>
                    <a:pt x="3783109" y="1363673"/>
                  </a:lnTo>
                  <a:lnTo>
                    <a:pt x="3783202" y="1363673"/>
                  </a:lnTo>
                  <a:lnTo>
                    <a:pt x="3783295" y="1363673"/>
                  </a:lnTo>
                  <a:lnTo>
                    <a:pt x="3783389" y="1363673"/>
                  </a:lnTo>
                  <a:lnTo>
                    <a:pt x="3783482" y="1363673"/>
                  </a:lnTo>
                  <a:lnTo>
                    <a:pt x="3783575" y="1363673"/>
                  </a:lnTo>
                  <a:lnTo>
                    <a:pt x="3783668" y="1363673"/>
                  </a:lnTo>
                  <a:lnTo>
                    <a:pt x="3783762" y="1363673"/>
                  </a:lnTo>
                  <a:lnTo>
                    <a:pt x="3783855" y="1363673"/>
                  </a:lnTo>
                  <a:lnTo>
                    <a:pt x="3783948" y="1363673"/>
                  </a:lnTo>
                  <a:lnTo>
                    <a:pt x="3784041" y="1363673"/>
                  </a:lnTo>
                  <a:lnTo>
                    <a:pt x="3784135" y="1363673"/>
                  </a:lnTo>
                  <a:lnTo>
                    <a:pt x="3784228" y="1363673"/>
                  </a:lnTo>
                  <a:lnTo>
                    <a:pt x="3784321" y="1363673"/>
                  </a:lnTo>
                  <a:lnTo>
                    <a:pt x="3784414" y="1363673"/>
                  </a:lnTo>
                  <a:lnTo>
                    <a:pt x="3784508" y="1363673"/>
                  </a:lnTo>
                  <a:lnTo>
                    <a:pt x="3784601" y="1363673"/>
                  </a:lnTo>
                  <a:lnTo>
                    <a:pt x="3784694" y="1363673"/>
                  </a:lnTo>
                  <a:lnTo>
                    <a:pt x="3784787" y="1363673"/>
                  </a:lnTo>
                  <a:lnTo>
                    <a:pt x="3784881" y="1363673"/>
                  </a:lnTo>
                  <a:lnTo>
                    <a:pt x="3784974" y="1363673"/>
                  </a:lnTo>
                  <a:lnTo>
                    <a:pt x="3785067" y="1363673"/>
                  </a:lnTo>
                  <a:lnTo>
                    <a:pt x="3785160" y="1363673"/>
                  </a:lnTo>
                  <a:lnTo>
                    <a:pt x="3785254" y="1363673"/>
                  </a:lnTo>
                  <a:lnTo>
                    <a:pt x="3785347" y="1363673"/>
                  </a:lnTo>
                  <a:lnTo>
                    <a:pt x="3785440" y="1363673"/>
                  </a:lnTo>
                  <a:lnTo>
                    <a:pt x="3785533" y="1363673"/>
                  </a:lnTo>
                  <a:lnTo>
                    <a:pt x="3785627" y="1363673"/>
                  </a:lnTo>
                  <a:lnTo>
                    <a:pt x="3785720" y="1363673"/>
                  </a:lnTo>
                  <a:lnTo>
                    <a:pt x="3785813" y="1363673"/>
                  </a:lnTo>
                  <a:lnTo>
                    <a:pt x="3785906" y="1363673"/>
                  </a:lnTo>
                  <a:lnTo>
                    <a:pt x="3786000" y="1363673"/>
                  </a:lnTo>
                  <a:lnTo>
                    <a:pt x="3786093" y="1363673"/>
                  </a:lnTo>
                  <a:lnTo>
                    <a:pt x="3786186" y="1363673"/>
                  </a:lnTo>
                  <a:lnTo>
                    <a:pt x="3786279" y="1363673"/>
                  </a:lnTo>
                  <a:lnTo>
                    <a:pt x="3786373" y="1363673"/>
                  </a:lnTo>
                  <a:lnTo>
                    <a:pt x="3786466" y="1363673"/>
                  </a:lnTo>
                  <a:lnTo>
                    <a:pt x="3786559" y="1363673"/>
                  </a:lnTo>
                  <a:lnTo>
                    <a:pt x="3786652" y="1363673"/>
                  </a:lnTo>
                  <a:lnTo>
                    <a:pt x="3786746" y="1363673"/>
                  </a:lnTo>
                  <a:lnTo>
                    <a:pt x="3786839" y="1363673"/>
                  </a:lnTo>
                  <a:lnTo>
                    <a:pt x="3786932" y="1363673"/>
                  </a:lnTo>
                  <a:lnTo>
                    <a:pt x="3787025" y="1363673"/>
                  </a:lnTo>
                  <a:lnTo>
                    <a:pt x="3787119" y="1363673"/>
                  </a:lnTo>
                  <a:lnTo>
                    <a:pt x="3787212" y="1363673"/>
                  </a:lnTo>
                  <a:lnTo>
                    <a:pt x="3787305" y="1363673"/>
                  </a:lnTo>
                  <a:lnTo>
                    <a:pt x="3787398" y="1363673"/>
                  </a:lnTo>
                  <a:lnTo>
                    <a:pt x="3787492" y="1363673"/>
                  </a:lnTo>
                  <a:lnTo>
                    <a:pt x="3787585" y="1363673"/>
                  </a:lnTo>
                  <a:lnTo>
                    <a:pt x="3787678" y="1363673"/>
                  </a:lnTo>
                  <a:lnTo>
                    <a:pt x="3787771" y="1363673"/>
                  </a:lnTo>
                  <a:lnTo>
                    <a:pt x="3787865" y="1363673"/>
                  </a:lnTo>
                  <a:lnTo>
                    <a:pt x="3787958" y="1363673"/>
                  </a:lnTo>
                  <a:lnTo>
                    <a:pt x="3788051" y="1363673"/>
                  </a:lnTo>
                  <a:lnTo>
                    <a:pt x="3788144" y="1363673"/>
                  </a:lnTo>
                  <a:lnTo>
                    <a:pt x="3788237" y="1363673"/>
                  </a:lnTo>
                  <a:lnTo>
                    <a:pt x="3788331" y="1363673"/>
                  </a:lnTo>
                  <a:lnTo>
                    <a:pt x="3788424" y="1363673"/>
                  </a:lnTo>
                  <a:lnTo>
                    <a:pt x="3788517" y="1363673"/>
                  </a:lnTo>
                  <a:lnTo>
                    <a:pt x="3788610" y="1363673"/>
                  </a:lnTo>
                  <a:lnTo>
                    <a:pt x="3788704" y="1363673"/>
                  </a:lnTo>
                  <a:lnTo>
                    <a:pt x="3788797" y="1363673"/>
                  </a:lnTo>
                  <a:lnTo>
                    <a:pt x="3788890" y="1363673"/>
                  </a:lnTo>
                  <a:lnTo>
                    <a:pt x="3788983" y="1363673"/>
                  </a:lnTo>
                  <a:lnTo>
                    <a:pt x="3789077" y="1363673"/>
                  </a:lnTo>
                  <a:lnTo>
                    <a:pt x="3789170" y="1363673"/>
                  </a:lnTo>
                  <a:lnTo>
                    <a:pt x="3789263" y="1363673"/>
                  </a:lnTo>
                  <a:lnTo>
                    <a:pt x="3789356" y="1363673"/>
                  </a:lnTo>
                  <a:lnTo>
                    <a:pt x="3789450" y="1363673"/>
                  </a:lnTo>
                  <a:lnTo>
                    <a:pt x="3789543" y="1363673"/>
                  </a:lnTo>
                  <a:lnTo>
                    <a:pt x="3789636" y="1363673"/>
                  </a:lnTo>
                  <a:lnTo>
                    <a:pt x="3789729" y="1363673"/>
                  </a:lnTo>
                  <a:lnTo>
                    <a:pt x="3789823" y="1363673"/>
                  </a:lnTo>
                  <a:lnTo>
                    <a:pt x="3789916" y="1363673"/>
                  </a:lnTo>
                  <a:lnTo>
                    <a:pt x="3790009" y="1363673"/>
                  </a:lnTo>
                  <a:lnTo>
                    <a:pt x="3790102" y="1363673"/>
                  </a:lnTo>
                  <a:lnTo>
                    <a:pt x="3790196" y="1363673"/>
                  </a:lnTo>
                  <a:lnTo>
                    <a:pt x="3790289" y="1363673"/>
                  </a:lnTo>
                  <a:lnTo>
                    <a:pt x="3790382" y="1363673"/>
                  </a:lnTo>
                  <a:lnTo>
                    <a:pt x="3790475" y="1363673"/>
                  </a:lnTo>
                  <a:lnTo>
                    <a:pt x="3790569" y="1363673"/>
                  </a:lnTo>
                  <a:lnTo>
                    <a:pt x="3790662" y="1363673"/>
                  </a:lnTo>
                  <a:lnTo>
                    <a:pt x="3790755" y="1363673"/>
                  </a:lnTo>
                  <a:lnTo>
                    <a:pt x="3790848" y="1363673"/>
                  </a:lnTo>
                  <a:lnTo>
                    <a:pt x="3790942" y="1363673"/>
                  </a:lnTo>
                  <a:lnTo>
                    <a:pt x="3791035" y="1363673"/>
                  </a:lnTo>
                  <a:lnTo>
                    <a:pt x="3791128" y="1363673"/>
                  </a:lnTo>
                  <a:lnTo>
                    <a:pt x="3791221" y="1363673"/>
                  </a:lnTo>
                  <a:lnTo>
                    <a:pt x="3791315" y="1363673"/>
                  </a:lnTo>
                  <a:lnTo>
                    <a:pt x="3791408" y="1363673"/>
                  </a:lnTo>
                  <a:lnTo>
                    <a:pt x="3791501" y="1363673"/>
                  </a:lnTo>
                  <a:lnTo>
                    <a:pt x="3791594" y="1363673"/>
                  </a:lnTo>
                  <a:lnTo>
                    <a:pt x="3791688" y="1363673"/>
                  </a:lnTo>
                  <a:lnTo>
                    <a:pt x="3791781" y="1363673"/>
                  </a:lnTo>
                  <a:lnTo>
                    <a:pt x="3791874" y="1363673"/>
                  </a:lnTo>
                  <a:lnTo>
                    <a:pt x="3791967" y="1363673"/>
                  </a:lnTo>
                  <a:lnTo>
                    <a:pt x="3792061" y="1363673"/>
                  </a:lnTo>
                  <a:lnTo>
                    <a:pt x="3792154" y="1363673"/>
                  </a:lnTo>
                  <a:lnTo>
                    <a:pt x="3792247" y="1363673"/>
                  </a:lnTo>
                  <a:lnTo>
                    <a:pt x="3792340" y="1363673"/>
                  </a:lnTo>
                  <a:lnTo>
                    <a:pt x="3792434" y="1363673"/>
                  </a:lnTo>
                  <a:lnTo>
                    <a:pt x="3792527" y="1363673"/>
                  </a:lnTo>
                  <a:lnTo>
                    <a:pt x="3792620" y="1363673"/>
                  </a:lnTo>
                  <a:lnTo>
                    <a:pt x="3792713" y="1363673"/>
                  </a:lnTo>
                  <a:lnTo>
                    <a:pt x="3792807" y="1363673"/>
                  </a:lnTo>
                  <a:lnTo>
                    <a:pt x="3792900" y="1363673"/>
                  </a:lnTo>
                  <a:lnTo>
                    <a:pt x="3792993" y="1363673"/>
                  </a:lnTo>
                  <a:lnTo>
                    <a:pt x="3793086" y="1363673"/>
                  </a:lnTo>
                  <a:lnTo>
                    <a:pt x="3793180" y="1363673"/>
                  </a:lnTo>
                  <a:lnTo>
                    <a:pt x="3793273" y="1363673"/>
                  </a:lnTo>
                  <a:lnTo>
                    <a:pt x="3793366" y="1363673"/>
                  </a:lnTo>
                  <a:lnTo>
                    <a:pt x="3793459" y="1363673"/>
                  </a:lnTo>
                  <a:lnTo>
                    <a:pt x="3793553" y="1363673"/>
                  </a:lnTo>
                  <a:lnTo>
                    <a:pt x="3793646" y="1363673"/>
                  </a:lnTo>
                  <a:lnTo>
                    <a:pt x="3793739" y="1363673"/>
                  </a:lnTo>
                  <a:lnTo>
                    <a:pt x="3793832" y="1363673"/>
                  </a:lnTo>
                  <a:lnTo>
                    <a:pt x="3793926" y="1363673"/>
                  </a:lnTo>
                  <a:lnTo>
                    <a:pt x="3794019" y="1363673"/>
                  </a:lnTo>
                  <a:lnTo>
                    <a:pt x="3794112" y="1363673"/>
                  </a:lnTo>
                  <a:lnTo>
                    <a:pt x="3794205" y="1363673"/>
                  </a:lnTo>
                  <a:lnTo>
                    <a:pt x="3794299" y="1363673"/>
                  </a:lnTo>
                  <a:lnTo>
                    <a:pt x="3794392" y="1363673"/>
                  </a:lnTo>
                  <a:lnTo>
                    <a:pt x="3794485" y="1363673"/>
                  </a:lnTo>
                  <a:lnTo>
                    <a:pt x="3794578" y="1363673"/>
                  </a:lnTo>
                  <a:lnTo>
                    <a:pt x="3794672" y="1363673"/>
                  </a:lnTo>
                  <a:lnTo>
                    <a:pt x="3794765" y="1363673"/>
                  </a:lnTo>
                  <a:lnTo>
                    <a:pt x="3794858" y="1363673"/>
                  </a:lnTo>
                  <a:lnTo>
                    <a:pt x="3794951" y="1363673"/>
                  </a:lnTo>
                  <a:lnTo>
                    <a:pt x="3795044" y="1363673"/>
                  </a:lnTo>
                  <a:lnTo>
                    <a:pt x="3795138" y="1363673"/>
                  </a:lnTo>
                  <a:lnTo>
                    <a:pt x="3795231" y="1363673"/>
                  </a:lnTo>
                  <a:lnTo>
                    <a:pt x="3795324" y="1363673"/>
                  </a:lnTo>
                  <a:lnTo>
                    <a:pt x="3795417" y="1363673"/>
                  </a:lnTo>
                  <a:lnTo>
                    <a:pt x="3795511" y="1363673"/>
                  </a:lnTo>
                  <a:lnTo>
                    <a:pt x="3795604" y="1363673"/>
                  </a:lnTo>
                  <a:lnTo>
                    <a:pt x="3795697" y="1363673"/>
                  </a:lnTo>
                  <a:lnTo>
                    <a:pt x="3795790" y="1363673"/>
                  </a:lnTo>
                  <a:lnTo>
                    <a:pt x="3795884" y="1363673"/>
                  </a:lnTo>
                  <a:lnTo>
                    <a:pt x="3795977" y="1363673"/>
                  </a:lnTo>
                  <a:lnTo>
                    <a:pt x="3796070" y="1363673"/>
                  </a:lnTo>
                  <a:lnTo>
                    <a:pt x="3796163" y="1363673"/>
                  </a:lnTo>
                  <a:lnTo>
                    <a:pt x="3796257" y="1363673"/>
                  </a:lnTo>
                  <a:lnTo>
                    <a:pt x="3796350" y="1363673"/>
                  </a:lnTo>
                  <a:lnTo>
                    <a:pt x="3796443" y="1363673"/>
                  </a:lnTo>
                  <a:lnTo>
                    <a:pt x="3796536" y="1363673"/>
                  </a:lnTo>
                  <a:lnTo>
                    <a:pt x="3796630" y="1363673"/>
                  </a:lnTo>
                  <a:lnTo>
                    <a:pt x="3796723" y="1363673"/>
                  </a:lnTo>
                  <a:lnTo>
                    <a:pt x="3796816" y="1363673"/>
                  </a:lnTo>
                  <a:lnTo>
                    <a:pt x="3796909" y="1363673"/>
                  </a:lnTo>
                  <a:lnTo>
                    <a:pt x="3797003" y="1363673"/>
                  </a:lnTo>
                  <a:lnTo>
                    <a:pt x="3797096" y="1363673"/>
                  </a:lnTo>
                  <a:lnTo>
                    <a:pt x="3797189" y="1363673"/>
                  </a:lnTo>
                  <a:lnTo>
                    <a:pt x="3797282" y="1363673"/>
                  </a:lnTo>
                  <a:lnTo>
                    <a:pt x="3797376" y="1363673"/>
                  </a:lnTo>
                  <a:lnTo>
                    <a:pt x="3797469" y="1363673"/>
                  </a:lnTo>
                  <a:lnTo>
                    <a:pt x="3797562" y="1363673"/>
                  </a:lnTo>
                  <a:lnTo>
                    <a:pt x="3797655" y="1363673"/>
                  </a:lnTo>
                  <a:lnTo>
                    <a:pt x="3797749" y="1363673"/>
                  </a:lnTo>
                  <a:lnTo>
                    <a:pt x="3797842" y="1363673"/>
                  </a:lnTo>
                  <a:lnTo>
                    <a:pt x="3797935" y="1363673"/>
                  </a:lnTo>
                  <a:lnTo>
                    <a:pt x="3798028" y="1363673"/>
                  </a:lnTo>
                  <a:lnTo>
                    <a:pt x="3798122" y="1363673"/>
                  </a:lnTo>
                  <a:lnTo>
                    <a:pt x="3798215" y="1363673"/>
                  </a:lnTo>
                  <a:lnTo>
                    <a:pt x="3798308" y="1363673"/>
                  </a:lnTo>
                  <a:lnTo>
                    <a:pt x="3798401" y="1363673"/>
                  </a:lnTo>
                  <a:lnTo>
                    <a:pt x="3798495" y="1363673"/>
                  </a:lnTo>
                  <a:lnTo>
                    <a:pt x="3798588" y="1363673"/>
                  </a:lnTo>
                  <a:lnTo>
                    <a:pt x="3798681" y="1363673"/>
                  </a:lnTo>
                  <a:lnTo>
                    <a:pt x="3798774" y="1363673"/>
                  </a:lnTo>
                  <a:lnTo>
                    <a:pt x="3798868" y="1363673"/>
                  </a:lnTo>
                  <a:lnTo>
                    <a:pt x="3798961" y="1363673"/>
                  </a:lnTo>
                  <a:lnTo>
                    <a:pt x="3799054" y="1363673"/>
                  </a:lnTo>
                  <a:lnTo>
                    <a:pt x="3799147" y="1363673"/>
                  </a:lnTo>
                  <a:lnTo>
                    <a:pt x="3799241" y="1363673"/>
                  </a:lnTo>
                  <a:lnTo>
                    <a:pt x="3799334" y="1363673"/>
                  </a:lnTo>
                  <a:lnTo>
                    <a:pt x="3799427" y="1363673"/>
                  </a:lnTo>
                  <a:lnTo>
                    <a:pt x="3799520" y="1363673"/>
                  </a:lnTo>
                  <a:lnTo>
                    <a:pt x="3799614" y="1363673"/>
                  </a:lnTo>
                  <a:lnTo>
                    <a:pt x="3799614" y="1353719"/>
                  </a:lnTo>
                  <a:lnTo>
                    <a:pt x="3799707" y="1353719"/>
                  </a:lnTo>
                  <a:lnTo>
                    <a:pt x="3799800" y="1353719"/>
                  </a:lnTo>
                  <a:lnTo>
                    <a:pt x="3799893" y="1353719"/>
                  </a:lnTo>
                  <a:lnTo>
                    <a:pt x="3799987" y="1353719"/>
                  </a:lnTo>
                  <a:lnTo>
                    <a:pt x="3800080" y="1353719"/>
                  </a:lnTo>
                  <a:lnTo>
                    <a:pt x="3800173" y="1353719"/>
                  </a:lnTo>
                  <a:lnTo>
                    <a:pt x="3800266" y="1353719"/>
                  </a:lnTo>
                  <a:lnTo>
                    <a:pt x="3800360" y="1353719"/>
                  </a:lnTo>
                  <a:lnTo>
                    <a:pt x="3800453" y="1353719"/>
                  </a:lnTo>
                  <a:lnTo>
                    <a:pt x="3800546" y="1353719"/>
                  </a:lnTo>
                  <a:lnTo>
                    <a:pt x="3800639" y="1353719"/>
                  </a:lnTo>
                  <a:lnTo>
                    <a:pt x="3800733" y="1353719"/>
                  </a:lnTo>
                  <a:lnTo>
                    <a:pt x="3800826" y="1353719"/>
                  </a:lnTo>
                  <a:lnTo>
                    <a:pt x="3800919" y="1353719"/>
                  </a:lnTo>
                  <a:lnTo>
                    <a:pt x="3801012" y="1353719"/>
                  </a:lnTo>
                  <a:lnTo>
                    <a:pt x="3801106" y="1353719"/>
                  </a:lnTo>
                  <a:lnTo>
                    <a:pt x="3801199" y="1353719"/>
                  </a:lnTo>
                  <a:lnTo>
                    <a:pt x="3801292" y="1353719"/>
                  </a:lnTo>
                  <a:lnTo>
                    <a:pt x="3801385" y="1353719"/>
                  </a:lnTo>
                  <a:lnTo>
                    <a:pt x="3801479" y="1353719"/>
                  </a:lnTo>
                  <a:lnTo>
                    <a:pt x="3801572" y="1353719"/>
                  </a:lnTo>
                  <a:lnTo>
                    <a:pt x="3801665" y="1353719"/>
                  </a:lnTo>
                  <a:lnTo>
                    <a:pt x="3801758" y="1353719"/>
                  </a:lnTo>
                  <a:lnTo>
                    <a:pt x="3801852" y="1353719"/>
                  </a:lnTo>
                  <a:lnTo>
                    <a:pt x="3801945" y="1353719"/>
                  </a:lnTo>
                  <a:lnTo>
                    <a:pt x="3802038" y="1353719"/>
                  </a:lnTo>
                  <a:lnTo>
                    <a:pt x="3802131" y="1353719"/>
                  </a:lnTo>
                  <a:lnTo>
                    <a:pt x="3802224" y="1353719"/>
                  </a:lnTo>
                  <a:lnTo>
                    <a:pt x="3802318" y="1353719"/>
                  </a:lnTo>
                  <a:lnTo>
                    <a:pt x="3802411" y="1353719"/>
                  </a:lnTo>
                  <a:lnTo>
                    <a:pt x="3802504" y="1353719"/>
                  </a:lnTo>
                  <a:lnTo>
                    <a:pt x="3802597" y="1353719"/>
                  </a:lnTo>
                  <a:lnTo>
                    <a:pt x="3802691" y="1353719"/>
                  </a:lnTo>
                  <a:lnTo>
                    <a:pt x="3802784" y="1353719"/>
                  </a:lnTo>
                  <a:lnTo>
                    <a:pt x="3802877" y="1353719"/>
                  </a:lnTo>
                  <a:lnTo>
                    <a:pt x="3802970" y="1353719"/>
                  </a:lnTo>
                  <a:lnTo>
                    <a:pt x="3803064" y="1353719"/>
                  </a:lnTo>
                  <a:lnTo>
                    <a:pt x="3803157" y="1353719"/>
                  </a:lnTo>
                  <a:lnTo>
                    <a:pt x="3803250" y="1353719"/>
                  </a:lnTo>
                  <a:lnTo>
                    <a:pt x="3803343" y="1353719"/>
                  </a:lnTo>
                  <a:lnTo>
                    <a:pt x="3803437" y="1353719"/>
                  </a:lnTo>
                  <a:lnTo>
                    <a:pt x="3803530" y="1353719"/>
                  </a:lnTo>
                  <a:lnTo>
                    <a:pt x="3803623" y="1353719"/>
                  </a:lnTo>
                  <a:lnTo>
                    <a:pt x="3803716" y="1353719"/>
                  </a:lnTo>
                  <a:lnTo>
                    <a:pt x="3803810" y="1353719"/>
                  </a:lnTo>
                  <a:lnTo>
                    <a:pt x="3803903" y="1353719"/>
                  </a:lnTo>
                  <a:lnTo>
                    <a:pt x="3803996" y="1353719"/>
                  </a:lnTo>
                  <a:lnTo>
                    <a:pt x="3804089" y="1353719"/>
                  </a:lnTo>
                  <a:lnTo>
                    <a:pt x="3804183" y="1353719"/>
                  </a:lnTo>
                  <a:lnTo>
                    <a:pt x="3804276" y="1353719"/>
                  </a:lnTo>
                  <a:lnTo>
                    <a:pt x="3804369" y="1353719"/>
                  </a:lnTo>
                  <a:lnTo>
                    <a:pt x="3804462" y="1353719"/>
                  </a:lnTo>
                  <a:lnTo>
                    <a:pt x="3804556" y="1353719"/>
                  </a:lnTo>
                  <a:lnTo>
                    <a:pt x="3804649" y="1353719"/>
                  </a:lnTo>
                  <a:lnTo>
                    <a:pt x="3804742" y="1353719"/>
                  </a:lnTo>
                  <a:lnTo>
                    <a:pt x="3804835" y="1353719"/>
                  </a:lnTo>
                  <a:lnTo>
                    <a:pt x="3804929" y="1353719"/>
                  </a:lnTo>
                  <a:lnTo>
                    <a:pt x="3805022" y="1353719"/>
                  </a:lnTo>
                  <a:lnTo>
                    <a:pt x="3805115" y="1353719"/>
                  </a:lnTo>
                  <a:lnTo>
                    <a:pt x="3805208" y="1353719"/>
                  </a:lnTo>
                  <a:lnTo>
                    <a:pt x="3805302" y="1353719"/>
                  </a:lnTo>
                  <a:lnTo>
                    <a:pt x="3805395" y="1353719"/>
                  </a:lnTo>
                  <a:lnTo>
                    <a:pt x="3805395" y="1343766"/>
                  </a:lnTo>
                  <a:lnTo>
                    <a:pt x="3805488" y="1343766"/>
                  </a:lnTo>
                  <a:lnTo>
                    <a:pt x="3805581" y="1343766"/>
                  </a:lnTo>
                  <a:lnTo>
                    <a:pt x="3805675" y="1343766"/>
                  </a:lnTo>
                  <a:lnTo>
                    <a:pt x="3805768" y="1343766"/>
                  </a:lnTo>
                  <a:lnTo>
                    <a:pt x="3805861" y="1343766"/>
                  </a:lnTo>
                  <a:lnTo>
                    <a:pt x="3805954" y="1343766"/>
                  </a:lnTo>
                  <a:lnTo>
                    <a:pt x="3806048" y="1343766"/>
                  </a:lnTo>
                  <a:lnTo>
                    <a:pt x="3806141" y="1343766"/>
                  </a:lnTo>
                  <a:lnTo>
                    <a:pt x="3806234" y="1343766"/>
                  </a:lnTo>
                  <a:lnTo>
                    <a:pt x="3806327" y="1343766"/>
                  </a:lnTo>
                  <a:lnTo>
                    <a:pt x="3806421" y="1343766"/>
                  </a:lnTo>
                  <a:lnTo>
                    <a:pt x="3806514" y="1343766"/>
                  </a:lnTo>
                  <a:lnTo>
                    <a:pt x="3806607" y="1343766"/>
                  </a:lnTo>
                  <a:lnTo>
                    <a:pt x="3806700" y="1343766"/>
                  </a:lnTo>
                  <a:lnTo>
                    <a:pt x="3806794" y="1343766"/>
                  </a:lnTo>
                  <a:lnTo>
                    <a:pt x="3806887" y="1343766"/>
                  </a:lnTo>
                  <a:lnTo>
                    <a:pt x="3806980" y="1343766"/>
                  </a:lnTo>
                  <a:lnTo>
                    <a:pt x="3807073" y="1343766"/>
                  </a:lnTo>
                  <a:lnTo>
                    <a:pt x="3807167" y="1343766"/>
                  </a:lnTo>
                  <a:lnTo>
                    <a:pt x="3807260" y="1343766"/>
                  </a:lnTo>
                  <a:lnTo>
                    <a:pt x="3807353" y="1343766"/>
                  </a:lnTo>
                  <a:lnTo>
                    <a:pt x="3807446" y="1343766"/>
                  </a:lnTo>
                  <a:lnTo>
                    <a:pt x="3807540" y="1343766"/>
                  </a:lnTo>
                  <a:lnTo>
                    <a:pt x="3807540" y="1333812"/>
                  </a:lnTo>
                  <a:lnTo>
                    <a:pt x="3807633" y="1333812"/>
                  </a:lnTo>
                  <a:lnTo>
                    <a:pt x="3807726" y="1333812"/>
                  </a:lnTo>
                  <a:lnTo>
                    <a:pt x="3807819" y="1333812"/>
                  </a:lnTo>
                  <a:lnTo>
                    <a:pt x="3807913" y="1333812"/>
                  </a:lnTo>
                  <a:lnTo>
                    <a:pt x="3808006" y="1333812"/>
                  </a:lnTo>
                  <a:lnTo>
                    <a:pt x="3808099" y="1333812"/>
                  </a:lnTo>
                  <a:lnTo>
                    <a:pt x="3808192" y="1333812"/>
                  </a:lnTo>
                  <a:lnTo>
                    <a:pt x="3808286" y="1333812"/>
                  </a:lnTo>
                  <a:lnTo>
                    <a:pt x="3808379" y="1333812"/>
                  </a:lnTo>
                  <a:lnTo>
                    <a:pt x="3808472" y="1333812"/>
                  </a:lnTo>
                  <a:lnTo>
                    <a:pt x="3808565" y="1333812"/>
                  </a:lnTo>
                  <a:lnTo>
                    <a:pt x="3808659" y="1333812"/>
                  </a:lnTo>
                  <a:lnTo>
                    <a:pt x="3808752" y="1333812"/>
                  </a:lnTo>
                  <a:lnTo>
                    <a:pt x="3808845" y="1333812"/>
                  </a:lnTo>
                  <a:lnTo>
                    <a:pt x="3808938" y="1333812"/>
                  </a:lnTo>
                  <a:lnTo>
                    <a:pt x="3809031" y="1333812"/>
                  </a:lnTo>
                  <a:lnTo>
                    <a:pt x="3809125" y="1333812"/>
                  </a:lnTo>
                  <a:lnTo>
                    <a:pt x="3809218" y="1333812"/>
                  </a:lnTo>
                  <a:lnTo>
                    <a:pt x="3809311" y="1333812"/>
                  </a:lnTo>
                  <a:lnTo>
                    <a:pt x="3809404" y="1333812"/>
                  </a:lnTo>
                  <a:lnTo>
                    <a:pt x="3809498" y="1333812"/>
                  </a:lnTo>
                  <a:lnTo>
                    <a:pt x="3809591" y="1333812"/>
                  </a:lnTo>
                  <a:lnTo>
                    <a:pt x="3809684" y="1333812"/>
                  </a:lnTo>
                  <a:lnTo>
                    <a:pt x="3809777" y="1333812"/>
                  </a:lnTo>
                  <a:lnTo>
                    <a:pt x="3809871" y="1333812"/>
                  </a:lnTo>
                  <a:lnTo>
                    <a:pt x="3809964" y="1333812"/>
                  </a:lnTo>
                  <a:lnTo>
                    <a:pt x="3810057" y="1333812"/>
                  </a:lnTo>
                  <a:lnTo>
                    <a:pt x="3810150" y="1333812"/>
                  </a:lnTo>
                  <a:lnTo>
                    <a:pt x="3810244" y="1333812"/>
                  </a:lnTo>
                  <a:lnTo>
                    <a:pt x="3810337" y="1333812"/>
                  </a:lnTo>
                  <a:lnTo>
                    <a:pt x="3810430" y="1333812"/>
                  </a:lnTo>
                  <a:lnTo>
                    <a:pt x="3810523" y="1333812"/>
                  </a:lnTo>
                  <a:lnTo>
                    <a:pt x="3810617" y="1333812"/>
                  </a:lnTo>
                  <a:lnTo>
                    <a:pt x="3810710" y="1333812"/>
                  </a:lnTo>
                  <a:lnTo>
                    <a:pt x="3810803" y="1333812"/>
                  </a:lnTo>
                  <a:lnTo>
                    <a:pt x="3810896" y="1333812"/>
                  </a:lnTo>
                  <a:lnTo>
                    <a:pt x="3810990" y="1333812"/>
                  </a:lnTo>
                  <a:lnTo>
                    <a:pt x="3811083" y="1333812"/>
                  </a:lnTo>
                  <a:lnTo>
                    <a:pt x="3811176" y="1333812"/>
                  </a:lnTo>
                  <a:lnTo>
                    <a:pt x="3811269" y="1333812"/>
                  </a:lnTo>
                  <a:lnTo>
                    <a:pt x="3811363" y="1333812"/>
                  </a:lnTo>
                  <a:lnTo>
                    <a:pt x="3811456" y="1333812"/>
                  </a:lnTo>
                  <a:lnTo>
                    <a:pt x="3811549" y="1333812"/>
                  </a:lnTo>
                  <a:lnTo>
                    <a:pt x="3811642" y="1333812"/>
                  </a:lnTo>
                  <a:lnTo>
                    <a:pt x="3811736" y="1333812"/>
                  </a:lnTo>
                  <a:lnTo>
                    <a:pt x="3811829" y="1333812"/>
                  </a:lnTo>
                  <a:lnTo>
                    <a:pt x="3811922" y="1333812"/>
                  </a:lnTo>
                  <a:lnTo>
                    <a:pt x="3812015" y="1333812"/>
                  </a:lnTo>
                  <a:lnTo>
                    <a:pt x="3812109" y="1333812"/>
                  </a:lnTo>
                  <a:lnTo>
                    <a:pt x="3812202" y="1333812"/>
                  </a:lnTo>
                  <a:lnTo>
                    <a:pt x="3812295" y="1333812"/>
                  </a:lnTo>
                  <a:lnTo>
                    <a:pt x="3812388" y="1333812"/>
                  </a:lnTo>
                  <a:lnTo>
                    <a:pt x="3812482" y="1333812"/>
                  </a:lnTo>
                  <a:lnTo>
                    <a:pt x="3812575" y="1333812"/>
                  </a:lnTo>
                  <a:lnTo>
                    <a:pt x="3812668" y="1333812"/>
                  </a:lnTo>
                  <a:lnTo>
                    <a:pt x="3812761" y="1333812"/>
                  </a:lnTo>
                  <a:lnTo>
                    <a:pt x="3812855" y="1333812"/>
                  </a:lnTo>
                  <a:lnTo>
                    <a:pt x="3812948" y="1333812"/>
                  </a:lnTo>
                  <a:lnTo>
                    <a:pt x="3813041" y="1333812"/>
                  </a:lnTo>
                  <a:lnTo>
                    <a:pt x="3813134" y="1333812"/>
                  </a:lnTo>
                  <a:lnTo>
                    <a:pt x="3813228" y="1333812"/>
                  </a:lnTo>
                  <a:lnTo>
                    <a:pt x="3813321" y="1333812"/>
                  </a:lnTo>
                  <a:lnTo>
                    <a:pt x="3813414" y="1333812"/>
                  </a:lnTo>
                  <a:lnTo>
                    <a:pt x="3813507" y="1333812"/>
                  </a:lnTo>
                  <a:lnTo>
                    <a:pt x="3813601" y="1333812"/>
                  </a:lnTo>
                  <a:lnTo>
                    <a:pt x="3813694" y="1333812"/>
                  </a:lnTo>
                  <a:lnTo>
                    <a:pt x="3813787" y="1333812"/>
                  </a:lnTo>
                  <a:lnTo>
                    <a:pt x="3813880" y="1333812"/>
                  </a:lnTo>
                  <a:lnTo>
                    <a:pt x="3813974" y="1333812"/>
                  </a:lnTo>
                  <a:lnTo>
                    <a:pt x="3814067" y="1333812"/>
                  </a:lnTo>
                  <a:lnTo>
                    <a:pt x="3814160" y="1333812"/>
                  </a:lnTo>
                  <a:lnTo>
                    <a:pt x="3814253" y="1333812"/>
                  </a:lnTo>
                  <a:lnTo>
                    <a:pt x="3814347" y="1333812"/>
                  </a:lnTo>
                  <a:lnTo>
                    <a:pt x="3814440" y="1333812"/>
                  </a:lnTo>
                  <a:lnTo>
                    <a:pt x="3814533" y="1333812"/>
                  </a:lnTo>
                  <a:lnTo>
                    <a:pt x="3814626" y="1333812"/>
                  </a:lnTo>
                  <a:lnTo>
                    <a:pt x="3814720" y="1333812"/>
                  </a:lnTo>
                  <a:lnTo>
                    <a:pt x="3814813" y="1333812"/>
                  </a:lnTo>
                  <a:lnTo>
                    <a:pt x="3814906" y="1333812"/>
                  </a:lnTo>
                  <a:lnTo>
                    <a:pt x="3814999" y="1333812"/>
                  </a:lnTo>
                  <a:lnTo>
                    <a:pt x="3815093" y="1333812"/>
                  </a:lnTo>
                  <a:lnTo>
                    <a:pt x="3815186" y="1333812"/>
                  </a:lnTo>
                  <a:lnTo>
                    <a:pt x="3815279" y="1333812"/>
                  </a:lnTo>
                  <a:lnTo>
                    <a:pt x="3815372" y="1333812"/>
                  </a:lnTo>
                  <a:lnTo>
                    <a:pt x="3815466" y="1333812"/>
                  </a:lnTo>
                  <a:lnTo>
                    <a:pt x="3815559" y="1333812"/>
                  </a:lnTo>
                  <a:lnTo>
                    <a:pt x="3815652" y="1333812"/>
                  </a:lnTo>
                  <a:lnTo>
                    <a:pt x="3815745" y="1333812"/>
                  </a:lnTo>
                  <a:lnTo>
                    <a:pt x="3815838" y="1333812"/>
                  </a:lnTo>
                  <a:lnTo>
                    <a:pt x="3815932" y="1333812"/>
                  </a:lnTo>
                  <a:lnTo>
                    <a:pt x="3816025" y="1333812"/>
                  </a:lnTo>
                  <a:lnTo>
                    <a:pt x="3816118" y="1333812"/>
                  </a:lnTo>
                  <a:lnTo>
                    <a:pt x="3816211" y="1333812"/>
                  </a:lnTo>
                  <a:lnTo>
                    <a:pt x="3816305" y="1333812"/>
                  </a:lnTo>
                  <a:lnTo>
                    <a:pt x="3816398" y="1333812"/>
                  </a:lnTo>
                  <a:lnTo>
                    <a:pt x="3816491" y="1333812"/>
                  </a:lnTo>
                  <a:lnTo>
                    <a:pt x="3816584" y="1333812"/>
                  </a:lnTo>
                  <a:lnTo>
                    <a:pt x="3816678" y="1333812"/>
                  </a:lnTo>
                  <a:lnTo>
                    <a:pt x="3816771" y="1333812"/>
                  </a:lnTo>
                  <a:lnTo>
                    <a:pt x="3816864" y="1333812"/>
                  </a:lnTo>
                  <a:lnTo>
                    <a:pt x="3816957" y="1333812"/>
                  </a:lnTo>
                  <a:lnTo>
                    <a:pt x="3817051" y="1333812"/>
                  </a:lnTo>
                  <a:lnTo>
                    <a:pt x="3817144" y="1333812"/>
                  </a:lnTo>
                  <a:lnTo>
                    <a:pt x="3817237" y="1333812"/>
                  </a:lnTo>
                  <a:lnTo>
                    <a:pt x="3817330" y="1333812"/>
                  </a:lnTo>
                  <a:lnTo>
                    <a:pt x="3817424" y="1333812"/>
                  </a:lnTo>
                  <a:lnTo>
                    <a:pt x="3817517" y="1333812"/>
                  </a:lnTo>
                  <a:lnTo>
                    <a:pt x="3817610" y="1333812"/>
                  </a:lnTo>
                  <a:lnTo>
                    <a:pt x="3817703" y="1333812"/>
                  </a:lnTo>
                  <a:lnTo>
                    <a:pt x="3817797" y="1333812"/>
                  </a:lnTo>
                  <a:lnTo>
                    <a:pt x="3817890" y="1333812"/>
                  </a:lnTo>
                  <a:lnTo>
                    <a:pt x="3817983" y="1333812"/>
                  </a:lnTo>
                  <a:lnTo>
                    <a:pt x="3818076" y="1333812"/>
                  </a:lnTo>
                  <a:lnTo>
                    <a:pt x="3818170" y="1333812"/>
                  </a:lnTo>
                  <a:lnTo>
                    <a:pt x="3818263" y="1333812"/>
                  </a:lnTo>
                  <a:lnTo>
                    <a:pt x="3818356" y="1333812"/>
                  </a:lnTo>
                  <a:lnTo>
                    <a:pt x="3818449" y="1333812"/>
                  </a:lnTo>
                  <a:lnTo>
                    <a:pt x="3818543" y="1333812"/>
                  </a:lnTo>
                  <a:lnTo>
                    <a:pt x="3818636" y="1333812"/>
                  </a:lnTo>
                  <a:lnTo>
                    <a:pt x="3818729" y="1333812"/>
                  </a:lnTo>
                  <a:lnTo>
                    <a:pt x="3818822" y="1333812"/>
                  </a:lnTo>
                  <a:lnTo>
                    <a:pt x="3818916" y="1333812"/>
                  </a:lnTo>
                  <a:lnTo>
                    <a:pt x="3819009" y="1333812"/>
                  </a:lnTo>
                  <a:lnTo>
                    <a:pt x="3819102" y="1333812"/>
                  </a:lnTo>
                  <a:lnTo>
                    <a:pt x="3819195" y="1333812"/>
                  </a:lnTo>
                  <a:lnTo>
                    <a:pt x="3819289" y="1333812"/>
                  </a:lnTo>
                  <a:lnTo>
                    <a:pt x="3819382" y="1333812"/>
                  </a:lnTo>
                  <a:lnTo>
                    <a:pt x="3819475" y="1333812"/>
                  </a:lnTo>
                  <a:lnTo>
                    <a:pt x="3819568" y="1333812"/>
                  </a:lnTo>
                  <a:lnTo>
                    <a:pt x="3819662" y="1333812"/>
                  </a:lnTo>
                  <a:lnTo>
                    <a:pt x="3819755" y="1333812"/>
                  </a:lnTo>
                  <a:lnTo>
                    <a:pt x="3819848" y="1333812"/>
                  </a:lnTo>
                  <a:lnTo>
                    <a:pt x="3819941" y="1333812"/>
                  </a:lnTo>
                  <a:lnTo>
                    <a:pt x="3820035" y="1333812"/>
                  </a:lnTo>
                  <a:lnTo>
                    <a:pt x="3820128" y="1333812"/>
                  </a:lnTo>
                  <a:lnTo>
                    <a:pt x="3820221" y="1333812"/>
                  </a:lnTo>
                  <a:lnTo>
                    <a:pt x="3820314" y="1333812"/>
                  </a:lnTo>
                  <a:lnTo>
                    <a:pt x="3820408" y="1333812"/>
                  </a:lnTo>
                  <a:lnTo>
                    <a:pt x="3820501" y="1333812"/>
                  </a:lnTo>
                  <a:lnTo>
                    <a:pt x="3820594" y="1333812"/>
                  </a:lnTo>
                  <a:lnTo>
                    <a:pt x="3820687" y="1333812"/>
                  </a:lnTo>
                  <a:lnTo>
                    <a:pt x="3820781" y="1333812"/>
                  </a:lnTo>
                  <a:lnTo>
                    <a:pt x="3820874" y="1333812"/>
                  </a:lnTo>
                  <a:lnTo>
                    <a:pt x="3820967" y="1333812"/>
                  </a:lnTo>
                  <a:lnTo>
                    <a:pt x="3821060" y="1333812"/>
                  </a:lnTo>
                  <a:lnTo>
                    <a:pt x="3821154" y="1333812"/>
                  </a:lnTo>
                  <a:lnTo>
                    <a:pt x="3821247" y="1333812"/>
                  </a:lnTo>
                  <a:lnTo>
                    <a:pt x="3821340" y="1333812"/>
                  </a:lnTo>
                  <a:lnTo>
                    <a:pt x="3821433" y="1333812"/>
                  </a:lnTo>
                  <a:lnTo>
                    <a:pt x="3821527" y="1333812"/>
                  </a:lnTo>
                  <a:lnTo>
                    <a:pt x="3821620" y="1333812"/>
                  </a:lnTo>
                  <a:lnTo>
                    <a:pt x="3821713" y="1333812"/>
                  </a:lnTo>
                  <a:lnTo>
                    <a:pt x="3821806" y="1333812"/>
                  </a:lnTo>
                  <a:lnTo>
                    <a:pt x="3821900" y="1333812"/>
                  </a:lnTo>
                  <a:lnTo>
                    <a:pt x="3821993" y="1333812"/>
                  </a:lnTo>
                  <a:lnTo>
                    <a:pt x="3822086" y="1333812"/>
                  </a:lnTo>
                  <a:lnTo>
                    <a:pt x="3822179" y="1333812"/>
                  </a:lnTo>
                  <a:lnTo>
                    <a:pt x="3822273" y="1333812"/>
                  </a:lnTo>
                  <a:lnTo>
                    <a:pt x="3822366" y="1333812"/>
                  </a:lnTo>
                  <a:lnTo>
                    <a:pt x="3822459" y="1333812"/>
                  </a:lnTo>
                  <a:lnTo>
                    <a:pt x="3822552" y="1333812"/>
                  </a:lnTo>
                  <a:lnTo>
                    <a:pt x="3822646" y="1333812"/>
                  </a:lnTo>
                  <a:lnTo>
                    <a:pt x="3822739" y="1333812"/>
                  </a:lnTo>
                  <a:lnTo>
                    <a:pt x="3822832" y="1333812"/>
                  </a:lnTo>
                  <a:lnTo>
                    <a:pt x="3822925" y="1333812"/>
                  </a:lnTo>
                  <a:lnTo>
                    <a:pt x="3823018" y="1333812"/>
                  </a:lnTo>
                  <a:lnTo>
                    <a:pt x="3823112" y="1333812"/>
                  </a:lnTo>
                  <a:lnTo>
                    <a:pt x="3823205" y="1333812"/>
                  </a:lnTo>
                  <a:lnTo>
                    <a:pt x="3823298" y="1333812"/>
                  </a:lnTo>
                  <a:lnTo>
                    <a:pt x="3823391" y="1333812"/>
                  </a:lnTo>
                  <a:lnTo>
                    <a:pt x="3823485" y="1333812"/>
                  </a:lnTo>
                  <a:lnTo>
                    <a:pt x="3823578" y="1333812"/>
                  </a:lnTo>
                  <a:lnTo>
                    <a:pt x="3823671" y="1333812"/>
                  </a:lnTo>
                  <a:lnTo>
                    <a:pt x="3823764" y="1333812"/>
                  </a:lnTo>
                  <a:lnTo>
                    <a:pt x="3823858" y="1333812"/>
                  </a:lnTo>
                  <a:lnTo>
                    <a:pt x="3823951" y="1333812"/>
                  </a:lnTo>
                  <a:lnTo>
                    <a:pt x="3824044" y="1333812"/>
                  </a:lnTo>
                  <a:lnTo>
                    <a:pt x="3824137" y="1333812"/>
                  </a:lnTo>
                  <a:lnTo>
                    <a:pt x="3824231" y="1333812"/>
                  </a:lnTo>
                  <a:lnTo>
                    <a:pt x="3824324" y="1333812"/>
                  </a:lnTo>
                  <a:lnTo>
                    <a:pt x="3824417" y="1333812"/>
                  </a:lnTo>
                  <a:lnTo>
                    <a:pt x="3824510" y="1333812"/>
                  </a:lnTo>
                  <a:lnTo>
                    <a:pt x="3824604" y="1333812"/>
                  </a:lnTo>
                  <a:lnTo>
                    <a:pt x="3824697" y="1333812"/>
                  </a:lnTo>
                  <a:lnTo>
                    <a:pt x="3824790" y="1333812"/>
                  </a:lnTo>
                  <a:lnTo>
                    <a:pt x="3824883" y="1333812"/>
                  </a:lnTo>
                  <a:lnTo>
                    <a:pt x="3824977" y="1333812"/>
                  </a:lnTo>
                  <a:lnTo>
                    <a:pt x="3825070" y="1333812"/>
                  </a:lnTo>
                  <a:lnTo>
                    <a:pt x="3825163" y="1333812"/>
                  </a:lnTo>
                  <a:lnTo>
                    <a:pt x="3825256" y="1333812"/>
                  </a:lnTo>
                  <a:lnTo>
                    <a:pt x="3825350" y="1333812"/>
                  </a:lnTo>
                  <a:lnTo>
                    <a:pt x="3825443" y="1333812"/>
                  </a:lnTo>
                  <a:lnTo>
                    <a:pt x="3825536" y="1333812"/>
                  </a:lnTo>
                  <a:lnTo>
                    <a:pt x="3825629" y="1333812"/>
                  </a:lnTo>
                  <a:lnTo>
                    <a:pt x="3825723" y="1333812"/>
                  </a:lnTo>
                  <a:lnTo>
                    <a:pt x="3825816" y="1333812"/>
                  </a:lnTo>
                  <a:lnTo>
                    <a:pt x="3825909" y="1333812"/>
                  </a:lnTo>
                  <a:lnTo>
                    <a:pt x="3826002" y="1333812"/>
                  </a:lnTo>
                  <a:lnTo>
                    <a:pt x="3826096" y="1333812"/>
                  </a:lnTo>
                  <a:lnTo>
                    <a:pt x="3826189" y="1333812"/>
                  </a:lnTo>
                  <a:lnTo>
                    <a:pt x="3826282" y="1333812"/>
                  </a:lnTo>
                  <a:lnTo>
                    <a:pt x="3826375" y="1333812"/>
                  </a:lnTo>
                  <a:lnTo>
                    <a:pt x="3826469" y="1333812"/>
                  </a:lnTo>
                  <a:lnTo>
                    <a:pt x="3826562" y="1333812"/>
                  </a:lnTo>
                  <a:lnTo>
                    <a:pt x="3826655" y="1333812"/>
                  </a:lnTo>
                  <a:lnTo>
                    <a:pt x="3826748" y="1333812"/>
                  </a:lnTo>
                  <a:lnTo>
                    <a:pt x="3826842" y="1333812"/>
                  </a:lnTo>
                  <a:lnTo>
                    <a:pt x="3826935" y="1333812"/>
                  </a:lnTo>
                  <a:lnTo>
                    <a:pt x="3827028" y="1333812"/>
                  </a:lnTo>
                  <a:lnTo>
                    <a:pt x="3827121" y="1333812"/>
                  </a:lnTo>
                  <a:lnTo>
                    <a:pt x="3827215" y="1333812"/>
                  </a:lnTo>
                  <a:lnTo>
                    <a:pt x="3827308" y="1333812"/>
                  </a:lnTo>
                  <a:lnTo>
                    <a:pt x="3827401" y="1333812"/>
                  </a:lnTo>
                  <a:lnTo>
                    <a:pt x="3827494" y="1333812"/>
                  </a:lnTo>
                  <a:lnTo>
                    <a:pt x="3827588" y="1333812"/>
                  </a:lnTo>
                  <a:lnTo>
                    <a:pt x="3827681" y="1333812"/>
                  </a:lnTo>
                  <a:lnTo>
                    <a:pt x="3827774" y="1333812"/>
                  </a:lnTo>
                  <a:lnTo>
                    <a:pt x="3827867" y="1333812"/>
                  </a:lnTo>
                  <a:lnTo>
                    <a:pt x="3827961" y="1333812"/>
                  </a:lnTo>
                  <a:lnTo>
                    <a:pt x="3828054" y="1333812"/>
                  </a:lnTo>
                  <a:lnTo>
                    <a:pt x="3828147" y="1333812"/>
                  </a:lnTo>
                  <a:lnTo>
                    <a:pt x="3828240" y="1333812"/>
                  </a:lnTo>
                  <a:lnTo>
                    <a:pt x="3828334" y="1333812"/>
                  </a:lnTo>
                  <a:lnTo>
                    <a:pt x="3828427" y="1333812"/>
                  </a:lnTo>
                  <a:lnTo>
                    <a:pt x="3828520" y="1333812"/>
                  </a:lnTo>
                  <a:lnTo>
                    <a:pt x="3828613" y="1333812"/>
                  </a:lnTo>
                  <a:lnTo>
                    <a:pt x="3828707" y="1333812"/>
                  </a:lnTo>
                  <a:lnTo>
                    <a:pt x="3828800" y="1333812"/>
                  </a:lnTo>
                  <a:lnTo>
                    <a:pt x="3828893" y="1333812"/>
                  </a:lnTo>
                  <a:lnTo>
                    <a:pt x="3828986" y="1333812"/>
                  </a:lnTo>
                  <a:lnTo>
                    <a:pt x="3829080" y="1333812"/>
                  </a:lnTo>
                  <a:lnTo>
                    <a:pt x="3829173" y="1333812"/>
                  </a:lnTo>
                  <a:lnTo>
                    <a:pt x="3829266" y="1333812"/>
                  </a:lnTo>
                  <a:lnTo>
                    <a:pt x="3829359" y="1333812"/>
                  </a:lnTo>
                  <a:lnTo>
                    <a:pt x="3829453" y="1333812"/>
                  </a:lnTo>
                  <a:lnTo>
                    <a:pt x="3829546" y="1333812"/>
                  </a:lnTo>
                  <a:lnTo>
                    <a:pt x="3829639" y="1333812"/>
                  </a:lnTo>
                  <a:lnTo>
                    <a:pt x="3829732" y="1333812"/>
                  </a:lnTo>
                  <a:lnTo>
                    <a:pt x="3829825" y="1333812"/>
                  </a:lnTo>
                  <a:lnTo>
                    <a:pt x="3829919" y="1333812"/>
                  </a:lnTo>
                  <a:lnTo>
                    <a:pt x="3830012" y="1333812"/>
                  </a:lnTo>
                  <a:lnTo>
                    <a:pt x="3830105" y="1333812"/>
                  </a:lnTo>
                  <a:lnTo>
                    <a:pt x="3830198" y="1333812"/>
                  </a:lnTo>
                  <a:lnTo>
                    <a:pt x="3830292" y="1333812"/>
                  </a:lnTo>
                  <a:lnTo>
                    <a:pt x="3830385" y="1333812"/>
                  </a:lnTo>
                  <a:lnTo>
                    <a:pt x="3830478" y="1333812"/>
                  </a:lnTo>
                  <a:lnTo>
                    <a:pt x="3830571" y="1333812"/>
                  </a:lnTo>
                  <a:lnTo>
                    <a:pt x="3830665" y="1333812"/>
                  </a:lnTo>
                  <a:lnTo>
                    <a:pt x="3830758" y="1333812"/>
                  </a:lnTo>
                  <a:lnTo>
                    <a:pt x="3830851" y="1333812"/>
                  </a:lnTo>
                  <a:lnTo>
                    <a:pt x="3830944" y="1333812"/>
                  </a:lnTo>
                  <a:lnTo>
                    <a:pt x="3831038" y="1333812"/>
                  </a:lnTo>
                  <a:lnTo>
                    <a:pt x="3831131" y="1333812"/>
                  </a:lnTo>
                  <a:lnTo>
                    <a:pt x="3831224" y="1333812"/>
                  </a:lnTo>
                  <a:lnTo>
                    <a:pt x="3831317" y="1333812"/>
                  </a:lnTo>
                  <a:lnTo>
                    <a:pt x="3831411" y="1333812"/>
                  </a:lnTo>
                  <a:lnTo>
                    <a:pt x="3831504" y="1333812"/>
                  </a:lnTo>
                  <a:lnTo>
                    <a:pt x="3831597" y="1333812"/>
                  </a:lnTo>
                  <a:lnTo>
                    <a:pt x="3831690" y="1333812"/>
                  </a:lnTo>
                  <a:lnTo>
                    <a:pt x="3831784" y="1333812"/>
                  </a:lnTo>
                  <a:lnTo>
                    <a:pt x="3831877" y="1333812"/>
                  </a:lnTo>
                  <a:lnTo>
                    <a:pt x="3831970" y="1333812"/>
                  </a:lnTo>
                  <a:lnTo>
                    <a:pt x="3832063" y="1333812"/>
                  </a:lnTo>
                  <a:lnTo>
                    <a:pt x="3832157" y="1333812"/>
                  </a:lnTo>
                  <a:lnTo>
                    <a:pt x="3832250" y="1333812"/>
                  </a:lnTo>
                  <a:lnTo>
                    <a:pt x="3832343" y="1333812"/>
                  </a:lnTo>
                  <a:lnTo>
                    <a:pt x="3832436" y="1333812"/>
                  </a:lnTo>
                  <a:lnTo>
                    <a:pt x="3832530" y="1333812"/>
                  </a:lnTo>
                  <a:lnTo>
                    <a:pt x="3832623" y="1333812"/>
                  </a:lnTo>
                  <a:lnTo>
                    <a:pt x="3832716" y="1333812"/>
                  </a:lnTo>
                  <a:lnTo>
                    <a:pt x="3832809" y="1333812"/>
                  </a:lnTo>
                  <a:lnTo>
                    <a:pt x="3832903" y="1333812"/>
                  </a:lnTo>
                  <a:lnTo>
                    <a:pt x="3832996" y="1333812"/>
                  </a:lnTo>
                  <a:lnTo>
                    <a:pt x="3833089" y="1333812"/>
                  </a:lnTo>
                  <a:lnTo>
                    <a:pt x="3833182" y="1333812"/>
                  </a:lnTo>
                  <a:lnTo>
                    <a:pt x="3833276" y="1333812"/>
                  </a:lnTo>
                  <a:lnTo>
                    <a:pt x="3833369" y="1333812"/>
                  </a:lnTo>
                  <a:lnTo>
                    <a:pt x="3833462" y="1333812"/>
                  </a:lnTo>
                  <a:lnTo>
                    <a:pt x="3833555" y="1333812"/>
                  </a:lnTo>
                  <a:lnTo>
                    <a:pt x="3833649" y="1333812"/>
                  </a:lnTo>
                  <a:lnTo>
                    <a:pt x="3833742" y="1333812"/>
                  </a:lnTo>
                  <a:lnTo>
                    <a:pt x="3833835" y="1333812"/>
                  </a:lnTo>
                  <a:lnTo>
                    <a:pt x="3833928" y="1333812"/>
                  </a:lnTo>
                  <a:lnTo>
                    <a:pt x="3834022" y="1333812"/>
                  </a:lnTo>
                  <a:lnTo>
                    <a:pt x="3834115" y="1333812"/>
                  </a:lnTo>
                  <a:lnTo>
                    <a:pt x="3834208" y="1333812"/>
                  </a:lnTo>
                  <a:lnTo>
                    <a:pt x="3834301" y="1333812"/>
                  </a:lnTo>
                  <a:lnTo>
                    <a:pt x="3834395" y="1333812"/>
                  </a:lnTo>
                  <a:lnTo>
                    <a:pt x="3834488" y="1333812"/>
                  </a:lnTo>
                  <a:lnTo>
                    <a:pt x="3834581" y="1333812"/>
                  </a:lnTo>
                  <a:lnTo>
                    <a:pt x="3834674" y="1333812"/>
                  </a:lnTo>
                  <a:lnTo>
                    <a:pt x="3834768" y="1333812"/>
                  </a:lnTo>
                  <a:lnTo>
                    <a:pt x="3834861" y="1333812"/>
                  </a:lnTo>
                  <a:lnTo>
                    <a:pt x="3834954" y="1333812"/>
                  </a:lnTo>
                  <a:lnTo>
                    <a:pt x="3835047" y="1333812"/>
                  </a:lnTo>
                  <a:lnTo>
                    <a:pt x="3835141" y="1333812"/>
                  </a:lnTo>
                  <a:lnTo>
                    <a:pt x="3835234" y="1333812"/>
                  </a:lnTo>
                  <a:lnTo>
                    <a:pt x="3835327" y="1333812"/>
                  </a:lnTo>
                  <a:lnTo>
                    <a:pt x="3835420" y="1333812"/>
                  </a:lnTo>
                  <a:lnTo>
                    <a:pt x="3835514" y="1333812"/>
                  </a:lnTo>
                  <a:lnTo>
                    <a:pt x="3835607" y="1333812"/>
                  </a:lnTo>
                  <a:lnTo>
                    <a:pt x="3835700" y="1333812"/>
                  </a:lnTo>
                  <a:lnTo>
                    <a:pt x="3835793" y="1333812"/>
                  </a:lnTo>
                  <a:lnTo>
                    <a:pt x="3835887" y="1333812"/>
                  </a:lnTo>
                  <a:lnTo>
                    <a:pt x="3835980" y="1333812"/>
                  </a:lnTo>
                  <a:lnTo>
                    <a:pt x="3836073" y="1333812"/>
                  </a:lnTo>
                  <a:lnTo>
                    <a:pt x="3836166" y="1333812"/>
                  </a:lnTo>
                  <a:lnTo>
                    <a:pt x="3836260" y="1333812"/>
                  </a:lnTo>
                  <a:lnTo>
                    <a:pt x="3836353" y="1333812"/>
                  </a:lnTo>
                  <a:lnTo>
                    <a:pt x="3836446" y="1333812"/>
                  </a:lnTo>
                  <a:lnTo>
                    <a:pt x="3836539" y="1333812"/>
                  </a:lnTo>
                  <a:lnTo>
                    <a:pt x="3836632" y="1333812"/>
                  </a:lnTo>
                  <a:lnTo>
                    <a:pt x="3836726" y="1333812"/>
                  </a:lnTo>
                  <a:lnTo>
                    <a:pt x="3836819" y="1333812"/>
                  </a:lnTo>
                  <a:lnTo>
                    <a:pt x="3836912" y="1333812"/>
                  </a:lnTo>
                  <a:lnTo>
                    <a:pt x="3837005" y="1333812"/>
                  </a:lnTo>
                  <a:lnTo>
                    <a:pt x="3837099" y="1333812"/>
                  </a:lnTo>
                  <a:lnTo>
                    <a:pt x="3837192" y="1333812"/>
                  </a:lnTo>
                  <a:lnTo>
                    <a:pt x="3837285" y="1333812"/>
                  </a:lnTo>
                  <a:lnTo>
                    <a:pt x="3837378" y="1333812"/>
                  </a:lnTo>
                  <a:lnTo>
                    <a:pt x="3837472" y="1333812"/>
                  </a:lnTo>
                  <a:lnTo>
                    <a:pt x="3837565" y="1333812"/>
                  </a:lnTo>
                  <a:lnTo>
                    <a:pt x="3837658" y="1333812"/>
                  </a:lnTo>
                  <a:lnTo>
                    <a:pt x="3837751" y="1333812"/>
                  </a:lnTo>
                  <a:lnTo>
                    <a:pt x="3837845" y="1333812"/>
                  </a:lnTo>
                  <a:lnTo>
                    <a:pt x="3837938" y="1333812"/>
                  </a:lnTo>
                  <a:lnTo>
                    <a:pt x="3838031" y="1333812"/>
                  </a:lnTo>
                  <a:lnTo>
                    <a:pt x="3838124" y="1333812"/>
                  </a:lnTo>
                  <a:lnTo>
                    <a:pt x="3838218" y="1333812"/>
                  </a:lnTo>
                  <a:lnTo>
                    <a:pt x="3838311" y="1333812"/>
                  </a:lnTo>
                  <a:lnTo>
                    <a:pt x="3838404" y="1333812"/>
                  </a:lnTo>
                  <a:lnTo>
                    <a:pt x="3838497" y="1333812"/>
                  </a:lnTo>
                  <a:lnTo>
                    <a:pt x="3838591" y="1333812"/>
                  </a:lnTo>
                  <a:lnTo>
                    <a:pt x="3838684" y="1333812"/>
                  </a:lnTo>
                  <a:lnTo>
                    <a:pt x="3838777" y="1333812"/>
                  </a:lnTo>
                  <a:lnTo>
                    <a:pt x="3838870" y="1333812"/>
                  </a:lnTo>
                  <a:lnTo>
                    <a:pt x="3838964" y="1333812"/>
                  </a:lnTo>
                  <a:lnTo>
                    <a:pt x="3839057" y="1333812"/>
                  </a:lnTo>
                  <a:lnTo>
                    <a:pt x="3839150" y="1333812"/>
                  </a:lnTo>
                  <a:lnTo>
                    <a:pt x="3839243" y="1333812"/>
                  </a:lnTo>
                  <a:lnTo>
                    <a:pt x="3839337" y="1333812"/>
                  </a:lnTo>
                  <a:lnTo>
                    <a:pt x="3839430" y="1333812"/>
                  </a:lnTo>
                  <a:lnTo>
                    <a:pt x="3839523" y="1333812"/>
                  </a:lnTo>
                  <a:lnTo>
                    <a:pt x="3839616" y="1333812"/>
                  </a:lnTo>
                  <a:lnTo>
                    <a:pt x="3839710" y="1333812"/>
                  </a:lnTo>
                  <a:lnTo>
                    <a:pt x="3839803" y="1333812"/>
                  </a:lnTo>
                  <a:lnTo>
                    <a:pt x="3839896" y="1333812"/>
                  </a:lnTo>
                  <a:lnTo>
                    <a:pt x="3839989" y="1333812"/>
                  </a:lnTo>
                  <a:lnTo>
                    <a:pt x="3840083" y="1333812"/>
                  </a:lnTo>
                  <a:lnTo>
                    <a:pt x="3840176" y="1333812"/>
                  </a:lnTo>
                  <a:lnTo>
                    <a:pt x="3840269" y="1333812"/>
                  </a:lnTo>
                  <a:lnTo>
                    <a:pt x="3840362" y="1333812"/>
                  </a:lnTo>
                  <a:lnTo>
                    <a:pt x="3840456" y="1333812"/>
                  </a:lnTo>
                  <a:lnTo>
                    <a:pt x="3840549" y="1333812"/>
                  </a:lnTo>
                  <a:lnTo>
                    <a:pt x="3840642" y="1333812"/>
                  </a:lnTo>
                  <a:lnTo>
                    <a:pt x="3840735" y="1333812"/>
                  </a:lnTo>
                  <a:lnTo>
                    <a:pt x="3840829" y="1333812"/>
                  </a:lnTo>
                  <a:lnTo>
                    <a:pt x="3840922" y="1333812"/>
                  </a:lnTo>
                  <a:lnTo>
                    <a:pt x="3841015" y="1333812"/>
                  </a:lnTo>
                  <a:lnTo>
                    <a:pt x="3841108" y="1333812"/>
                  </a:lnTo>
                  <a:lnTo>
                    <a:pt x="3841202" y="1333812"/>
                  </a:lnTo>
                  <a:lnTo>
                    <a:pt x="3841295" y="1333812"/>
                  </a:lnTo>
                  <a:lnTo>
                    <a:pt x="3841388" y="1333812"/>
                  </a:lnTo>
                  <a:lnTo>
                    <a:pt x="3841481" y="1333812"/>
                  </a:lnTo>
                  <a:lnTo>
                    <a:pt x="3841575" y="1333812"/>
                  </a:lnTo>
                  <a:lnTo>
                    <a:pt x="3841668" y="1333812"/>
                  </a:lnTo>
                  <a:lnTo>
                    <a:pt x="3841761" y="1333812"/>
                  </a:lnTo>
                  <a:lnTo>
                    <a:pt x="3841854" y="1333812"/>
                  </a:lnTo>
                  <a:lnTo>
                    <a:pt x="3841948" y="1333812"/>
                  </a:lnTo>
                  <a:lnTo>
                    <a:pt x="3842041" y="1333812"/>
                  </a:lnTo>
                  <a:lnTo>
                    <a:pt x="3842134" y="1333812"/>
                  </a:lnTo>
                  <a:lnTo>
                    <a:pt x="3842227" y="1333812"/>
                  </a:lnTo>
                  <a:lnTo>
                    <a:pt x="3842321" y="1333812"/>
                  </a:lnTo>
                  <a:lnTo>
                    <a:pt x="3842414" y="1333812"/>
                  </a:lnTo>
                  <a:lnTo>
                    <a:pt x="3842507" y="1333812"/>
                  </a:lnTo>
                  <a:lnTo>
                    <a:pt x="3842600" y="1333812"/>
                  </a:lnTo>
                  <a:lnTo>
                    <a:pt x="3842694" y="1333812"/>
                  </a:lnTo>
                  <a:lnTo>
                    <a:pt x="3842787" y="1333812"/>
                  </a:lnTo>
                  <a:lnTo>
                    <a:pt x="3842880" y="1333812"/>
                  </a:lnTo>
                  <a:lnTo>
                    <a:pt x="3842973" y="1333812"/>
                  </a:lnTo>
                  <a:lnTo>
                    <a:pt x="3843067" y="1333812"/>
                  </a:lnTo>
                  <a:lnTo>
                    <a:pt x="3843160" y="1333812"/>
                  </a:lnTo>
                  <a:lnTo>
                    <a:pt x="3843253" y="1333812"/>
                  </a:lnTo>
                  <a:lnTo>
                    <a:pt x="3843346" y="1333812"/>
                  </a:lnTo>
                  <a:lnTo>
                    <a:pt x="3843440" y="1333812"/>
                  </a:lnTo>
                  <a:lnTo>
                    <a:pt x="3843533" y="1333812"/>
                  </a:lnTo>
                  <a:lnTo>
                    <a:pt x="3843626" y="1333812"/>
                  </a:lnTo>
                  <a:lnTo>
                    <a:pt x="3843719" y="1333812"/>
                  </a:lnTo>
                  <a:lnTo>
                    <a:pt x="3843812" y="1333812"/>
                  </a:lnTo>
                  <a:lnTo>
                    <a:pt x="3843906" y="1333812"/>
                  </a:lnTo>
                  <a:lnTo>
                    <a:pt x="3843999" y="1333812"/>
                  </a:lnTo>
                  <a:lnTo>
                    <a:pt x="3844092" y="1333812"/>
                  </a:lnTo>
                  <a:lnTo>
                    <a:pt x="3844185" y="1333812"/>
                  </a:lnTo>
                  <a:lnTo>
                    <a:pt x="3844279" y="1333812"/>
                  </a:lnTo>
                  <a:lnTo>
                    <a:pt x="3844372" y="1333812"/>
                  </a:lnTo>
                  <a:lnTo>
                    <a:pt x="3844465" y="1333812"/>
                  </a:lnTo>
                  <a:lnTo>
                    <a:pt x="3844558" y="1333812"/>
                  </a:lnTo>
                  <a:lnTo>
                    <a:pt x="3844652" y="1333812"/>
                  </a:lnTo>
                  <a:lnTo>
                    <a:pt x="3844745" y="1333812"/>
                  </a:lnTo>
                  <a:lnTo>
                    <a:pt x="3844838" y="1333812"/>
                  </a:lnTo>
                  <a:lnTo>
                    <a:pt x="3844931" y="1333812"/>
                  </a:lnTo>
                  <a:lnTo>
                    <a:pt x="3845025" y="1333812"/>
                  </a:lnTo>
                  <a:lnTo>
                    <a:pt x="3845118" y="1333812"/>
                  </a:lnTo>
                  <a:lnTo>
                    <a:pt x="3845211" y="1333812"/>
                  </a:lnTo>
                  <a:lnTo>
                    <a:pt x="3845304" y="1333812"/>
                  </a:lnTo>
                  <a:lnTo>
                    <a:pt x="3845398" y="1333812"/>
                  </a:lnTo>
                  <a:lnTo>
                    <a:pt x="3845491" y="1333812"/>
                  </a:lnTo>
                  <a:lnTo>
                    <a:pt x="3845584" y="1333812"/>
                  </a:lnTo>
                  <a:lnTo>
                    <a:pt x="3845677" y="1333812"/>
                  </a:lnTo>
                  <a:lnTo>
                    <a:pt x="3845771" y="1333812"/>
                  </a:lnTo>
                  <a:lnTo>
                    <a:pt x="3845864" y="1333812"/>
                  </a:lnTo>
                  <a:lnTo>
                    <a:pt x="3845957" y="1333812"/>
                  </a:lnTo>
                  <a:lnTo>
                    <a:pt x="3845957" y="1323858"/>
                  </a:lnTo>
                  <a:lnTo>
                    <a:pt x="3846050" y="1323858"/>
                  </a:lnTo>
                  <a:lnTo>
                    <a:pt x="3846144" y="1323858"/>
                  </a:lnTo>
                  <a:lnTo>
                    <a:pt x="3846237" y="1323858"/>
                  </a:lnTo>
                  <a:lnTo>
                    <a:pt x="3846330" y="1323858"/>
                  </a:lnTo>
                  <a:lnTo>
                    <a:pt x="3846423" y="1323858"/>
                  </a:lnTo>
                  <a:lnTo>
                    <a:pt x="3846517" y="1323858"/>
                  </a:lnTo>
                  <a:lnTo>
                    <a:pt x="3846610" y="1323858"/>
                  </a:lnTo>
                  <a:lnTo>
                    <a:pt x="3846703" y="1323858"/>
                  </a:lnTo>
                  <a:lnTo>
                    <a:pt x="3846796" y="1323858"/>
                  </a:lnTo>
                  <a:lnTo>
                    <a:pt x="3846890" y="1323858"/>
                  </a:lnTo>
                  <a:lnTo>
                    <a:pt x="3846983" y="1323858"/>
                  </a:lnTo>
                  <a:lnTo>
                    <a:pt x="3847076" y="1323858"/>
                  </a:lnTo>
                  <a:lnTo>
                    <a:pt x="3847169" y="1323858"/>
                  </a:lnTo>
                  <a:lnTo>
                    <a:pt x="3847263" y="1323858"/>
                  </a:lnTo>
                  <a:lnTo>
                    <a:pt x="3847356" y="1323858"/>
                  </a:lnTo>
                  <a:lnTo>
                    <a:pt x="3847449" y="1323858"/>
                  </a:lnTo>
                  <a:lnTo>
                    <a:pt x="3847542" y="1323858"/>
                  </a:lnTo>
                  <a:lnTo>
                    <a:pt x="3847636" y="1323858"/>
                  </a:lnTo>
                  <a:lnTo>
                    <a:pt x="3847729" y="1323858"/>
                  </a:lnTo>
                  <a:lnTo>
                    <a:pt x="3847822" y="1323858"/>
                  </a:lnTo>
                  <a:lnTo>
                    <a:pt x="3847915" y="1323858"/>
                  </a:lnTo>
                  <a:lnTo>
                    <a:pt x="3848009" y="1323858"/>
                  </a:lnTo>
                  <a:lnTo>
                    <a:pt x="3848102" y="1323858"/>
                  </a:lnTo>
                  <a:lnTo>
                    <a:pt x="3848195" y="1323858"/>
                  </a:lnTo>
                  <a:lnTo>
                    <a:pt x="3848288" y="1323858"/>
                  </a:lnTo>
                  <a:lnTo>
                    <a:pt x="3848382" y="1323858"/>
                  </a:lnTo>
                  <a:lnTo>
                    <a:pt x="3848475" y="1323858"/>
                  </a:lnTo>
                  <a:lnTo>
                    <a:pt x="3848568" y="1323858"/>
                  </a:lnTo>
                  <a:lnTo>
                    <a:pt x="3848661" y="1323858"/>
                  </a:lnTo>
                  <a:lnTo>
                    <a:pt x="3848755" y="1323858"/>
                  </a:lnTo>
                  <a:lnTo>
                    <a:pt x="3848848" y="1323858"/>
                  </a:lnTo>
                  <a:lnTo>
                    <a:pt x="3848941" y="1323858"/>
                  </a:lnTo>
                  <a:lnTo>
                    <a:pt x="3849034" y="1323858"/>
                  </a:lnTo>
                  <a:lnTo>
                    <a:pt x="3849128" y="1323858"/>
                  </a:lnTo>
                  <a:lnTo>
                    <a:pt x="3849221" y="1323858"/>
                  </a:lnTo>
                  <a:lnTo>
                    <a:pt x="3849314" y="1323858"/>
                  </a:lnTo>
                  <a:lnTo>
                    <a:pt x="3849407" y="1323858"/>
                  </a:lnTo>
                  <a:lnTo>
                    <a:pt x="3849501" y="1323858"/>
                  </a:lnTo>
                  <a:lnTo>
                    <a:pt x="3849594" y="1323858"/>
                  </a:lnTo>
                  <a:lnTo>
                    <a:pt x="3849687" y="1323858"/>
                  </a:lnTo>
                  <a:lnTo>
                    <a:pt x="3849780" y="1323858"/>
                  </a:lnTo>
                  <a:lnTo>
                    <a:pt x="3849874" y="1323858"/>
                  </a:lnTo>
                  <a:lnTo>
                    <a:pt x="3849967" y="1323858"/>
                  </a:lnTo>
                  <a:lnTo>
                    <a:pt x="3850060" y="1323858"/>
                  </a:lnTo>
                  <a:lnTo>
                    <a:pt x="3850153" y="1323858"/>
                  </a:lnTo>
                  <a:lnTo>
                    <a:pt x="3850247" y="1323858"/>
                  </a:lnTo>
                  <a:lnTo>
                    <a:pt x="3850340" y="1323858"/>
                  </a:lnTo>
                  <a:lnTo>
                    <a:pt x="3850433" y="1323858"/>
                  </a:lnTo>
                  <a:lnTo>
                    <a:pt x="3850526" y="1323858"/>
                  </a:lnTo>
                  <a:lnTo>
                    <a:pt x="3850619" y="1323858"/>
                  </a:lnTo>
                  <a:lnTo>
                    <a:pt x="3850713" y="1323858"/>
                  </a:lnTo>
                  <a:lnTo>
                    <a:pt x="3850806" y="1323858"/>
                  </a:lnTo>
                  <a:lnTo>
                    <a:pt x="3850899" y="1323858"/>
                  </a:lnTo>
                  <a:lnTo>
                    <a:pt x="3850992" y="1323858"/>
                  </a:lnTo>
                  <a:lnTo>
                    <a:pt x="3851086" y="1323858"/>
                  </a:lnTo>
                  <a:lnTo>
                    <a:pt x="3851179" y="1323858"/>
                  </a:lnTo>
                  <a:lnTo>
                    <a:pt x="3851272" y="1323858"/>
                  </a:lnTo>
                  <a:lnTo>
                    <a:pt x="3851365" y="1323858"/>
                  </a:lnTo>
                  <a:lnTo>
                    <a:pt x="3851459" y="1323858"/>
                  </a:lnTo>
                  <a:lnTo>
                    <a:pt x="3851552" y="1323858"/>
                  </a:lnTo>
                  <a:lnTo>
                    <a:pt x="3851645" y="1323858"/>
                  </a:lnTo>
                  <a:lnTo>
                    <a:pt x="3851738" y="1323858"/>
                  </a:lnTo>
                  <a:lnTo>
                    <a:pt x="3851832" y="1323858"/>
                  </a:lnTo>
                  <a:lnTo>
                    <a:pt x="3851925" y="1323858"/>
                  </a:lnTo>
                  <a:lnTo>
                    <a:pt x="3852018" y="1323858"/>
                  </a:lnTo>
                  <a:lnTo>
                    <a:pt x="3852111" y="1323858"/>
                  </a:lnTo>
                  <a:lnTo>
                    <a:pt x="3852205" y="1323858"/>
                  </a:lnTo>
                  <a:lnTo>
                    <a:pt x="3852298" y="1323858"/>
                  </a:lnTo>
                  <a:lnTo>
                    <a:pt x="3852391" y="1323858"/>
                  </a:lnTo>
                  <a:lnTo>
                    <a:pt x="3852484" y="1323858"/>
                  </a:lnTo>
                  <a:lnTo>
                    <a:pt x="3852578" y="1323858"/>
                  </a:lnTo>
                  <a:lnTo>
                    <a:pt x="3852671" y="1323858"/>
                  </a:lnTo>
                  <a:lnTo>
                    <a:pt x="3852764" y="1323858"/>
                  </a:lnTo>
                  <a:lnTo>
                    <a:pt x="3852857" y="1323858"/>
                  </a:lnTo>
                  <a:lnTo>
                    <a:pt x="3852951" y="1323858"/>
                  </a:lnTo>
                  <a:lnTo>
                    <a:pt x="3853044" y="1323858"/>
                  </a:lnTo>
                  <a:lnTo>
                    <a:pt x="3853137" y="1323858"/>
                  </a:lnTo>
                  <a:lnTo>
                    <a:pt x="3853230" y="1323858"/>
                  </a:lnTo>
                  <a:lnTo>
                    <a:pt x="3853324" y="1323858"/>
                  </a:lnTo>
                  <a:lnTo>
                    <a:pt x="3853417" y="1323858"/>
                  </a:lnTo>
                  <a:lnTo>
                    <a:pt x="3853510" y="1323858"/>
                  </a:lnTo>
                  <a:lnTo>
                    <a:pt x="3853603" y="1323858"/>
                  </a:lnTo>
                  <a:lnTo>
                    <a:pt x="3853697" y="1323858"/>
                  </a:lnTo>
                  <a:lnTo>
                    <a:pt x="3853790" y="1323858"/>
                  </a:lnTo>
                  <a:lnTo>
                    <a:pt x="3853883" y="1323858"/>
                  </a:lnTo>
                  <a:lnTo>
                    <a:pt x="3853976" y="1323858"/>
                  </a:lnTo>
                  <a:lnTo>
                    <a:pt x="3854070" y="1323858"/>
                  </a:lnTo>
                  <a:lnTo>
                    <a:pt x="3854163" y="1323858"/>
                  </a:lnTo>
                  <a:lnTo>
                    <a:pt x="3854256" y="1323858"/>
                  </a:lnTo>
                  <a:lnTo>
                    <a:pt x="3854349" y="1323858"/>
                  </a:lnTo>
                  <a:lnTo>
                    <a:pt x="3854443" y="1323858"/>
                  </a:lnTo>
                  <a:lnTo>
                    <a:pt x="3854536" y="1323858"/>
                  </a:lnTo>
                  <a:lnTo>
                    <a:pt x="3854629" y="1323858"/>
                  </a:lnTo>
                  <a:lnTo>
                    <a:pt x="3854722" y="1323858"/>
                  </a:lnTo>
                  <a:lnTo>
                    <a:pt x="3854816" y="1323858"/>
                  </a:lnTo>
                  <a:lnTo>
                    <a:pt x="3854909" y="1323858"/>
                  </a:lnTo>
                  <a:lnTo>
                    <a:pt x="3855002" y="1323858"/>
                  </a:lnTo>
                  <a:lnTo>
                    <a:pt x="3855095" y="1323858"/>
                  </a:lnTo>
                  <a:lnTo>
                    <a:pt x="3855189" y="1323858"/>
                  </a:lnTo>
                  <a:lnTo>
                    <a:pt x="3855282" y="1323858"/>
                  </a:lnTo>
                  <a:lnTo>
                    <a:pt x="3855375" y="1323858"/>
                  </a:lnTo>
                  <a:lnTo>
                    <a:pt x="3855468" y="1323858"/>
                  </a:lnTo>
                  <a:lnTo>
                    <a:pt x="3855562" y="1323858"/>
                  </a:lnTo>
                  <a:lnTo>
                    <a:pt x="3855655" y="1323858"/>
                  </a:lnTo>
                  <a:lnTo>
                    <a:pt x="3855748" y="1323858"/>
                  </a:lnTo>
                  <a:lnTo>
                    <a:pt x="3855841" y="1323858"/>
                  </a:lnTo>
                  <a:lnTo>
                    <a:pt x="3855935" y="1323858"/>
                  </a:lnTo>
                  <a:lnTo>
                    <a:pt x="3856028" y="1323858"/>
                  </a:lnTo>
                  <a:lnTo>
                    <a:pt x="3856121" y="1323858"/>
                  </a:lnTo>
                  <a:lnTo>
                    <a:pt x="3856214" y="1323858"/>
                  </a:lnTo>
                  <a:lnTo>
                    <a:pt x="3856308" y="1323858"/>
                  </a:lnTo>
                  <a:lnTo>
                    <a:pt x="3856401" y="1323858"/>
                  </a:lnTo>
                  <a:lnTo>
                    <a:pt x="3856494" y="1323858"/>
                  </a:lnTo>
                  <a:lnTo>
                    <a:pt x="3856587" y="1323858"/>
                  </a:lnTo>
                  <a:lnTo>
                    <a:pt x="3856681" y="1323858"/>
                  </a:lnTo>
                  <a:lnTo>
                    <a:pt x="3856774" y="1323858"/>
                  </a:lnTo>
                  <a:lnTo>
                    <a:pt x="3856867" y="1323858"/>
                  </a:lnTo>
                  <a:lnTo>
                    <a:pt x="3856960" y="1323858"/>
                  </a:lnTo>
                  <a:lnTo>
                    <a:pt x="3857054" y="1323858"/>
                  </a:lnTo>
                  <a:lnTo>
                    <a:pt x="3857147" y="1323858"/>
                  </a:lnTo>
                  <a:lnTo>
                    <a:pt x="3857240" y="1323858"/>
                  </a:lnTo>
                  <a:lnTo>
                    <a:pt x="3857333" y="1323858"/>
                  </a:lnTo>
                  <a:lnTo>
                    <a:pt x="3857426" y="1323858"/>
                  </a:lnTo>
                  <a:lnTo>
                    <a:pt x="3857520" y="1323858"/>
                  </a:lnTo>
                  <a:lnTo>
                    <a:pt x="3857613" y="1323858"/>
                  </a:lnTo>
                  <a:lnTo>
                    <a:pt x="3857706" y="1323858"/>
                  </a:lnTo>
                  <a:lnTo>
                    <a:pt x="3857799" y="1323858"/>
                  </a:lnTo>
                  <a:lnTo>
                    <a:pt x="3857893" y="1323858"/>
                  </a:lnTo>
                  <a:lnTo>
                    <a:pt x="3857986" y="1323858"/>
                  </a:lnTo>
                  <a:lnTo>
                    <a:pt x="3858079" y="1323858"/>
                  </a:lnTo>
                  <a:lnTo>
                    <a:pt x="3858172" y="1323858"/>
                  </a:lnTo>
                  <a:lnTo>
                    <a:pt x="3858266" y="1323858"/>
                  </a:lnTo>
                  <a:lnTo>
                    <a:pt x="3858359" y="1323858"/>
                  </a:lnTo>
                  <a:lnTo>
                    <a:pt x="3858452" y="1323858"/>
                  </a:lnTo>
                  <a:lnTo>
                    <a:pt x="3858545" y="1323858"/>
                  </a:lnTo>
                  <a:lnTo>
                    <a:pt x="3858639" y="1323858"/>
                  </a:lnTo>
                  <a:lnTo>
                    <a:pt x="3858732" y="1323858"/>
                  </a:lnTo>
                  <a:lnTo>
                    <a:pt x="3858825" y="1323858"/>
                  </a:lnTo>
                  <a:lnTo>
                    <a:pt x="3858918" y="1323858"/>
                  </a:lnTo>
                  <a:lnTo>
                    <a:pt x="3859012" y="1323858"/>
                  </a:lnTo>
                  <a:lnTo>
                    <a:pt x="3859105" y="1323858"/>
                  </a:lnTo>
                  <a:lnTo>
                    <a:pt x="3859198" y="1323858"/>
                  </a:lnTo>
                  <a:lnTo>
                    <a:pt x="3859291" y="1323858"/>
                  </a:lnTo>
                  <a:lnTo>
                    <a:pt x="3859385" y="1323858"/>
                  </a:lnTo>
                  <a:lnTo>
                    <a:pt x="3859478" y="1323858"/>
                  </a:lnTo>
                  <a:lnTo>
                    <a:pt x="3859571" y="1323858"/>
                  </a:lnTo>
                  <a:lnTo>
                    <a:pt x="3859664" y="1323858"/>
                  </a:lnTo>
                  <a:lnTo>
                    <a:pt x="3859758" y="1323858"/>
                  </a:lnTo>
                  <a:lnTo>
                    <a:pt x="3859851" y="1323858"/>
                  </a:lnTo>
                  <a:lnTo>
                    <a:pt x="3859944" y="1323858"/>
                  </a:lnTo>
                  <a:lnTo>
                    <a:pt x="3860037" y="1323858"/>
                  </a:lnTo>
                  <a:lnTo>
                    <a:pt x="3860131" y="1323858"/>
                  </a:lnTo>
                  <a:lnTo>
                    <a:pt x="3860224" y="1323858"/>
                  </a:lnTo>
                  <a:lnTo>
                    <a:pt x="3860317" y="1323858"/>
                  </a:lnTo>
                  <a:lnTo>
                    <a:pt x="3860410" y="1323858"/>
                  </a:lnTo>
                  <a:lnTo>
                    <a:pt x="3860504" y="1323858"/>
                  </a:lnTo>
                  <a:lnTo>
                    <a:pt x="3860597" y="1323858"/>
                  </a:lnTo>
                  <a:lnTo>
                    <a:pt x="3860690" y="1323858"/>
                  </a:lnTo>
                  <a:lnTo>
                    <a:pt x="3860783" y="1323858"/>
                  </a:lnTo>
                  <a:lnTo>
                    <a:pt x="3860877" y="1323858"/>
                  </a:lnTo>
                  <a:lnTo>
                    <a:pt x="3860970" y="1323858"/>
                  </a:lnTo>
                  <a:lnTo>
                    <a:pt x="3861063" y="1323858"/>
                  </a:lnTo>
                  <a:lnTo>
                    <a:pt x="3861156" y="1323858"/>
                  </a:lnTo>
                  <a:lnTo>
                    <a:pt x="3861250" y="1323858"/>
                  </a:lnTo>
                  <a:lnTo>
                    <a:pt x="3861343" y="1323858"/>
                  </a:lnTo>
                  <a:lnTo>
                    <a:pt x="3861436" y="1323858"/>
                  </a:lnTo>
                  <a:lnTo>
                    <a:pt x="3861529" y="1323858"/>
                  </a:lnTo>
                  <a:lnTo>
                    <a:pt x="3861623" y="1323858"/>
                  </a:lnTo>
                  <a:lnTo>
                    <a:pt x="3861716" y="1323858"/>
                  </a:lnTo>
                  <a:lnTo>
                    <a:pt x="3861809" y="1323858"/>
                  </a:lnTo>
                  <a:lnTo>
                    <a:pt x="3861902" y="1323858"/>
                  </a:lnTo>
                  <a:lnTo>
                    <a:pt x="3861996" y="1323858"/>
                  </a:lnTo>
                  <a:lnTo>
                    <a:pt x="3862089" y="1323858"/>
                  </a:lnTo>
                  <a:lnTo>
                    <a:pt x="3862182" y="1323858"/>
                  </a:lnTo>
                  <a:lnTo>
                    <a:pt x="3862275" y="1323858"/>
                  </a:lnTo>
                  <a:lnTo>
                    <a:pt x="3862369" y="1323858"/>
                  </a:lnTo>
                  <a:lnTo>
                    <a:pt x="3862462" y="1323858"/>
                  </a:lnTo>
                  <a:lnTo>
                    <a:pt x="3862555" y="1323858"/>
                  </a:lnTo>
                  <a:lnTo>
                    <a:pt x="3862648" y="1323858"/>
                  </a:lnTo>
                  <a:lnTo>
                    <a:pt x="3862742" y="1323858"/>
                  </a:lnTo>
                  <a:lnTo>
                    <a:pt x="3862835" y="1323858"/>
                  </a:lnTo>
                  <a:lnTo>
                    <a:pt x="3862928" y="1323858"/>
                  </a:lnTo>
                  <a:lnTo>
                    <a:pt x="3863021" y="1323858"/>
                  </a:lnTo>
                  <a:lnTo>
                    <a:pt x="3863115" y="1323858"/>
                  </a:lnTo>
                  <a:lnTo>
                    <a:pt x="3863208" y="1323858"/>
                  </a:lnTo>
                  <a:lnTo>
                    <a:pt x="3863301" y="1323858"/>
                  </a:lnTo>
                  <a:lnTo>
                    <a:pt x="3863394" y="1323858"/>
                  </a:lnTo>
                  <a:lnTo>
                    <a:pt x="3863488" y="1323858"/>
                  </a:lnTo>
                  <a:lnTo>
                    <a:pt x="3863581" y="1323858"/>
                  </a:lnTo>
                  <a:lnTo>
                    <a:pt x="3863674" y="1323858"/>
                  </a:lnTo>
                  <a:lnTo>
                    <a:pt x="3863767" y="1323858"/>
                  </a:lnTo>
                  <a:lnTo>
                    <a:pt x="3863861" y="1323858"/>
                  </a:lnTo>
                  <a:lnTo>
                    <a:pt x="3863954" y="1323858"/>
                  </a:lnTo>
                  <a:lnTo>
                    <a:pt x="3864047" y="1323858"/>
                  </a:lnTo>
                  <a:lnTo>
                    <a:pt x="3864140" y="1323858"/>
                  </a:lnTo>
                  <a:lnTo>
                    <a:pt x="3864234" y="1323858"/>
                  </a:lnTo>
                  <a:lnTo>
                    <a:pt x="3864327" y="1323858"/>
                  </a:lnTo>
                  <a:lnTo>
                    <a:pt x="3864420" y="1323858"/>
                  </a:lnTo>
                  <a:lnTo>
                    <a:pt x="3864513" y="1323858"/>
                  </a:lnTo>
                  <a:lnTo>
                    <a:pt x="3864606" y="1323858"/>
                  </a:lnTo>
                  <a:lnTo>
                    <a:pt x="3864700" y="1323858"/>
                  </a:lnTo>
                  <a:lnTo>
                    <a:pt x="3864793" y="1323858"/>
                  </a:lnTo>
                  <a:lnTo>
                    <a:pt x="3864886" y="1323858"/>
                  </a:lnTo>
                  <a:lnTo>
                    <a:pt x="3864979" y="1323858"/>
                  </a:lnTo>
                  <a:lnTo>
                    <a:pt x="3865073" y="1323858"/>
                  </a:lnTo>
                  <a:lnTo>
                    <a:pt x="3865166" y="1323858"/>
                  </a:lnTo>
                  <a:lnTo>
                    <a:pt x="3865259" y="1323858"/>
                  </a:lnTo>
                  <a:lnTo>
                    <a:pt x="3865352" y="1323858"/>
                  </a:lnTo>
                  <a:lnTo>
                    <a:pt x="3865446" y="1323858"/>
                  </a:lnTo>
                  <a:lnTo>
                    <a:pt x="3865539" y="1323858"/>
                  </a:lnTo>
                  <a:lnTo>
                    <a:pt x="3865632" y="1323858"/>
                  </a:lnTo>
                  <a:lnTo>
                    <a:pt x="3865725" y="1323858"/>
                  </a:lnTo>
                  <a:lnTo>
                    <a:pt x="3865819" y="1323858"/>
                  </a:lnTo>
                  <a:lnTo>
                    <a:pt x="3865912" y="1323858"/>
                  </a:lnTo>
                  <a:lnTo>
                    <a:pt x="3866005" y="1323858"/>
                  </a:lnTo>
                  <a:lnTo>
                    <a:pt x="3866098" y="1323858"/>
                  </a:lnTo>
                  <a:lnTo>
                    <a:pt x="3866192" y="1323858"/>
                  </a:lnTo>
                  <a:lnTo>
                    <a:pt x="3866285" y="1323858"/>
                  </a:lnTo>
                  <a:lnTo>
                    <a:pt x="3866378" y="1323858"/>
                  </a:lnTo>
                  <a:lnTo>
                    <a:pt x="3866471" y="1323858"/>
                  </a:lnTo>
                  <a:lnTo>
                    <a:pt x="3866565" y="1323858"/>
                  </a:lnTo>
                  <a:lnTo>
                    <a:pt x="3866658" y="1323858"/>
                  </a:lnTo>
                  <a:lnTo>
                    <a:pt x="3866751" y="1323858"/>
                  </a:lnTo>
                  <a:lnTo>
                    <a:pt x="3866844" y="1323858"/>
                  </a:lnTo>
                  <a:lnTo>
                    <a:pt x="3866938" y="1323858"/>
                  </a:lnTo>
                  <a:lnTo>
                    <a:pt x="3867031" y="1323858"/>
                  </a:lnTo>
                  <a:lnTo>
                    <a:pt x="3867124" y="1323858"/>
                  </a:lnTo>
                  <a:lnTo>
                    <a:pt x="3867217" y="1323858"/>
                  </a:lnTo>
                  <a:lnTo>
                    <a:pt x="3867311" y="1323858"/>
                  </a:lnTo>
                  <a:lnTo>
                    <a:pt x="3867404" y="1323858"/>
                  </a:lnTo>
                  <a:lnTo>
                    <a:pt x="3867497" y="1323858"/>
                  </a:lnTo>
                  <a:lnTo>
                    <a:pt x="3867590" y="1323858"/>
                  </a:lnTo>
                  <a:lnTo>
                    <a:pt x="3867684" y="1323858"/>
                  </a:lnTo>
                  <a:lnTo>
                    <a:pt x="3867777" y="1323858"/>
                  </a:lnTo>
                  <a:lnTo>
                    <a:pt x="3867870" y="1323858"/>
                  </a:lnTo>
                  <a:lnTo>
                    <a:pt x="3867963" y="1323858"/>
                  </a:lnTo>
                  <a:lnTo>
                    <a:pt x="3868057" y="1323858"/>
                  </a:lnTo>
                  <a:lnTo>
                    <a:pt x="3868150" y="1323858"/>
                  </a:lnTo>
                  <a:lnTo>
                    <a:pt x="3868243" y="1323858"/>
                  </a:lnTo>
                  <a:lnTo>
                    <a:pt x="3868336" y="1323858"/>
                  </a:lnTo>
                  <a:lnTo>
                    <a:pt x="3868430" y="1323858"/>
                  </a:lnTo>
                  <a:lnTo>
                    <a:pt x="3868523" y="1323858"/>
                  </a:lnTo>
                  <a:lnTo>
                    <a:pt x="3868616" y="1323858"/>
                  </a:lnTo>
                  <a:lnTo>
                    <a:pt x="3868709" y="1323858"/>
                  </a:lnTo>
                  <a:lnTo>
                    <a:pt x="3868803" y="1323858"/>
                  </a:lnTo>
                  <a:lnTo>
                    <a:pt x="3868896" y="1323858"/>
                  </a:lnTo>
                  <a:lnTo>
                    <a:pt x="3868989" y="1323858"/>
                  </a:lnTo>
                  <a:lnTo>
                    <a:pt x="3869082" y="1323858"/>
                  </a:lnTo>
                  <a:lnTo>
                    <a:pt x="3869176" y="1323858"/>
                  </a:lnTo>
                  <a:lnTo>
                    <a:pt x="3869269" y="1323858"/>
                  </a:lnTo>
                  <a:lnTo>
                    <a:pt x="3869362" y="1323858"/>
                  </a:lnTo>
                  <a:lnTo>
                    <a:pt x="3869455" y="1323858"/>
                  </a:lnTo>
                  <a:lnTo>
                    <a:pt x="3869549" y="1323858"/>
                  </a:lnTo>
                  <a:lnTo>
                    <a:pt x="3869642" y="1323858"/>
                  </a:lnTo>
                  <a:lnTo>
                    <a:pt x="3869735" y="1323858"/>
                  </a:lnTo>
                  <a:lnTo>
                    <a:pt x="3869828" y="1323858"/>
                  </a:lnTo>
                  <a:lnTo>
                    <a:pt x="3869922" y="1323858"/>
                  </a:lnTo>
                  <a:lnTo>
                    <a:pt x="3870015" y="1323858"/>
                  </a:lnTo>
                  <a:lnTo>
                    <a:pt x="3870108" y="1323858"/>
                  </a:lnTo>
                  <a:lnTo>
                    <a:pt x="3870201" y="1323858"/>
                  </a:lnTo>
                  <a:lnTo>
                    <a:pt x="3870295" y="1323858"/>
                  </a:lnTo>
                  <a:lnTo>
                    <a:pt x="3870388" y="1323858"/>
                  </a:lnTo>
                  <a:lnTo>
                    <a:pt x="3870481" y="1323858"/>
                  </a:lnTo>
                  <a:lnTo>
                    <a:pt x="3870574" y="1323858"/>
                  </a:lnTo>
                  <a:lnTo>
                    <a:pt x="3870668" y="1323858"/>
                  </a:lnTo>
                  <a:lnTo>
                    <a:pt x="3870761" y="1323858"/>
                  </a:lnTo>
                  <a:lnTo>
                    <a:pt x="3870854" y="1323858"/>
                  </a:lnTo>
                  <a:lnTo>
                    <a:pt x="3870947" y="1323858"/>
                  </a:lnTo>
                  <a:lnTo>
                    <a:pt x="3871041" y="1323858"/>
                  </a:lnTo>
                  <a:lnTo>
                    <a:pt x="3871134" y="1323858"/>
                  </a:lnTo>
                  <a:lnTo>
                    <a:pt x="3871227" y="1323858"/>
                  </a:lnTo>
                  <a:lnTo>
                    <a:pt x="3871320" y="1323858"/>
                  </a:lnTo>
                  <a:lnTo>
                    <a:pt x="3871413" y="1323858"/>
                  </a:lnTo>
                  <a:lnTo>
                    <a:pt x="3871507" y="1323858"/>
                  </a:lnTo>
                  <a:lnTo>
                    <a:pt x="3871600" y="1323858"/>
                  </a:lnTo>
                  <a:lnTo>
                    <a:pt x="3871693" y="1323858"/>
                  </a:lnTo>
                  <a:lnTo>
                    <a:pt x="3871786" y="1323858"/>
                  </a:lnTo>
                  <a:lnTo>
                    <a:pt x="3871880" y="1323858"/>
                  </a:lnTo>
                  <a:lnTo>
                    <a:pt x="3871973" y="1323858"/>
                  </a:lnTo>
                  <a:lnTo>
                    <a:pt x="3872066" y="1323858"/>
                  </a:lnTo>
                  <a:lnTo>
                    <a:pt x="3872159" y="1323858"/>
                  </a:lnTo>
                  <a:lnTo>
                    <a:pt x="3872253" y="1323858"/>
                  </a:lnTo>
                  <a:lnTo>
                    <a:pt x="3872346" y="1323858"/>
                  </a:lnTo>
                  <a:lnTo>
                    <a:pt x="3872439" y="1323858"/>
                  </a:lnTo>
                  <a:lnTo>
                    <a:pt x="3872532" y="1323858"/>
                  </a:lnTo>
                  <a:lnTo>
                    <a:pt x="3872626" y="1323858"/>
                  </a:lnTo>
                  <a:lnTo>
                    <a:pt x="3872719" y="1323858"/>
                  </a:lnTo>
                  <a:lnTo>
                    <a:pt x="3872812" y="1323858"/>
                  </a:lnTo>
                  <a:lnTo>
                    <a:pt x="3872905" y="1323858"/>
                  </a:lnTo>
                  <a:lnTo>
                    <a:pt x="3872999" y="1323858"/>
                  </a:lnTo>
                  <a:lnTo>
                    <a:pt x="3873092" y="1323858"/>
                  </a:lnTo>
                  <a:lnTo>
                    <a:pt x="3873185" y="1323858"/>
                  </a:lnTo>
                  <a:lnTo>
                    <a:pt x="3873278" y="1323858"/>
                  </a:lnTo>
                  <a:lnTo>
                    <a:pt x="3873372" y="1323858"/>
                  </a:lnTo>
                  <a:lnTo>
                    <a:pt x="3873465" y="1323858"/>
                  </a:lnTo>
                  <a:lnTo>
                    <a:pt x="3873558" y="1323858"/>
                  </a:lnTo>
                  <a:lnTo>
                    <a:pt x="3873651" y="1323858"/>
                  </a:lnTo>
                  <a:lnTo>
                    <a:pt x="3873745" y="1323858"/>
                  </a:lnTo>
                  <a:lnTo>
                    <a:pt x="3873838" y="1323858"/>
                  </a:lnTo>
                  <a:lnTo>
                    <a:pt x="3873931" y="1323858"/>
                  </a:lnTo>
                  <a:lnTo>
                    <a:pt x="3874024" y="1323858"/>
                  </a:lnTo>
                  <a:lnTo>
                    <a:pt x="3874118" y="1323858"/>
                  </a:lnTo>
                  <a:lnTo>
                    <a:pt x="3874211" y="1323858"/>
                  </a:lnTo>
                  <a:lnTo>
                    <a:pt x="3874304" y="1323858"/>
                  </a:lnTo>
                  <a:lnTo>
                    <a:pt x="3874397" y="1323858"/>
                  </a:lnTo>
                  <a:lnTo>
                    <a:pt x="3874491" y="1323858"/>
                  </a:lnTo>
                  <a:lnTo>
                    <a:pt x="3874584" y="1323858"/>
                  </a:lnTo>
                  <a:lnTo>
                    <a:pt x="3874677" y="1323858"/>
                  </a:lnTo>
                  <a:lnTo>
                    <a:pt x="3874770" y="1323858"/>
                  </a:lnTo>
                  <a:lnTo>
                    <a:pt x="3874864" y="1323858"/>
                  </a:lnTo>
                  <a:lnTo>
                    <a:pt x="3874957" y="1323858"/>
                  </a:lnTo>
                  <a:lnTo>
                    <a:pt x="3875050" y="1323858"/>
                  </a:lnTo>
                  <a:lnTo>
                    <a:pt x="3875143" y="1323858"/>
                  </a:lnTo>
                  <a:lnTo>
                    <a:pt x="3875237" y="1323858"/>
                  </a:lnTo>
                  <a:lnTo>
                    <a:pt x="3875330" y="1323858"/>
                  </a:lnTo>
                  <a:lnTo>
                    <a:pt x="3875423" y="1323858"/>
                  </a:lnTo>
                  <a:lnTo>
                    <a:pt x="3875516" y="1323858"/>
                  </a:lnTo>
                  <a:lnTo>
                    <a:pt x="3875610" y="1323858"/>
                  </a:lnTo>
                  <a:lnTo>
                    <a:pt x="3875703" y="1323858"/>
                  </a:lnTo>
                  <a:lnTo>
                    <a:pt x="3875796" y="1323858"/>
                  </a:lnTo>
                  <a:lnTo>
                    <a:pt x="3875889" y="1323858"/>
                  </a:lnTo>
                  <a:lnTo>
                    <a:pt x="3875983" y="1323858"/>
                  </a:lnTo>
                  <a:lnTo>
                    <a:pt x="3876076" y="1323858"/>
                  </a:lnTo>
                  <a:lnTo>
                    <a:pt x="3876169" y="1323858"/>
                  </a:lnTo>
                  <a:lnTo>
                    <a:pt x="3876262" y="1323858"/>
                  </a:lnTo>
                  <a:lnTo>
                    <a:pt x="3876356" y="1323858"/>
                  </a:lnTo>
                  <a:lnTo>
                    <a:pt x="3876449" y="1323858"/>
                  </a:lnTo>
                  <a:lnTo>
                    <a:pt x="3876542" y="1323858"/>
                  </a:lnTo>
                  <a:lnTo>
                    <a:pt x="3876635" y="1323858"/>
                  </a:lnTo>
                  <a:lnTo>
                    <a:pt x="3876729" y="1323858"/>
                  </a:lnTo>
                  <a:lnTo>
                    <a:pt x="3876822" y="1323858"/>
                  </a:lnTo>
                  <a:lnTo>
                    <a:pt x="3876915" y="1323858"/>
                  </a:lnTo>
                  <a:lnTo>
                    <a:pt x="3877008" y="1323858"/>
                  </a:lnTo>
                  <a:lnTo>
                    <a:pt x="3877102" y="1323858"/>
                  </a:lnTo>
                  <a:lnTo>
                    <a:pt x="3877195" y="1323858"/>
                  </a:lnTo>
                  <a:lnTo>
                    <a:pt x="3877288" y="1323858"/>
                  </a:lnTo>
                  <a:lnTo>
                    <a:pt x="3877381" y="1323858"/>
                  </a:lnTo>
                  <a:lnTo>
                    <a:pt x="3877475" y="1323858"/>
                  </a:lnTo>
                  <a:lnTo>
                    <a:pt x="3877568" y="1323858"/>
                  </a:lnTo>
                  <a:lnTo>
                    <a:pt x="3877661" y="1323858"/>
                  </a:lnTo>
                  <a:lnTo>
                    <a:pt x="3877754" y="1323858"/>
                  </a:lnTo>
                  <a:lnTo>
                    <a:pt x="3877848" y="1323858"/>
                  </a:lnTo>
                  <a:lnTo>
                    <a:pt x="3877941" y="1323858"/>
                  </a:lnTo>
                  <a:lnTo>
                    <a:pt x="3878034" y="1323858"/>
                  </a:lnTo>
                  <a:lnTo>
                    <a:pt x="3878127" y="1323858"/>
                  </a:lnTo>
                  <a:lnTo>
                    <a:pt x="3878221" y="1323858"/>
                  </a:lnTo>
                  <a:lnTo>
                    <a:pt x="3878314" y="1323858"/>
                  </a:lnTo>
                  <a:lnTo>
                    <a:pt x="3878407" y="1323858"/>
                  </a:lnTo>
                  <a:lnTo>
                    <a:pt x="3878500" y="1323858"/>
                  </a:lnTo>
                  <a:lnTo>
                    <a:pt x="3878593" y="1323858"/>
                  </a:lnTo>
                  <a:lnTo>
                    <a:pt x="3878687" y="1323858"/>
                  </a:lnTo>
                  <a:lnTo>
                    <a:pt x="3878780" y="1323858"/>
                  </a:lnTo>
                  <a:lnTo>
                    <a:pt x="3878873" y="1323858"/>
                  </a:lnTo>
                  <a:lnTo>
                    <a:pt x="3878966" y="1323858"/>
                  </a:lnTo>
                  <a:lnTo>
                    <a:pt x="3879060" y="1323858"/>
                  </a:lnTo>
                  <a:lnTo>
                    <a:pt x="3879153" y="1323858"/>
                  </a:lnTo>
                  <a:lnTo>
                    <a:pt x="3879246" y="1323858"/>
                  </a:lnTo>
                  <a:lnTo>
                    <a:pt x="3879339" y="1323858"/>
                  </a:lnTo>
                  <a:lnTo>
                    <a:pt x="3879433" y="1323858"/>
                  </a:lnTo>
                  <a:lnTo>
                    <a:pt x="3879526" y="1323858"/>
                  </a:lnTo>
                  <a:lnTo>
                    <a:pt x="3879619" y="1323858"/>
                  </a:lnTo>
                  <a:lnTo>
                    <a:pt x="3879712" y="1323858"/>
                  </a:lnTo>
                  <a:lnTo>
                    <a:pt x="3879806" y="1323858"/>
                  </a:lnTo>
                  <a:lnTo>
                    <a:pt x="3879899" y="1323858"/>
                  </a:lnTo>
                  <a:lnTo>
                    <a:pt x="3879992" y="1323858"/>
                  </a:lnTo>
                  <a:lnTo>
                    <a:pt x="3880085" y="1323858"/>
                  </a:lnTo>
                  <a:lnTo>
                    <a:pt x="3880179" y="1323858"/>
                  </a:lnTo>
                  <a:lnTo>
                    <a:pt x="3880272" y="1323858"/>
                  </a:lnTo>
                  <a:lnTo>
                    <a:pt x="3880365" y="1323858"/>
                  </a:lnTo>
                  <a:lnTo>
                    <a:pt x="3880458" y="1323858"/>
                  </a:lnTo>
                  <a:lnTo>
                    <a:pt x="3880552" y="1323858"/>
                  </a:lnTo>
                  <a:lnTo>
                    <a:pt x="3880645" y="1323858"/>
                  </a:lnTo>
                  <a:lnTo>
                    <a:pt x="3880738" y="1323858"/>
                  </a:lnTo>
                  <a:lnTo>
                    <a:pt x="3880831" y="1323858"/>
                  </a:lnTo>
                  <a:lnTo>
                    <a:pt x="3880925" y="1323858"/>
                  </a:lnTo>
                  <a:lnTo>
                    <a:pt x="3881018" y="1323858"/>
                  </a:lnTo>
                  <a:lnTo>
                    <a:pt x="3881111" y="1323858"/>
                  </a:lnTo>
                  <a:lnTo>
                    <a:pt x="3881204" y="1323858"/>
                  </a:lnTo>
                  <a:lnTo>
                    <a:pt x="3881298" y="1323858"/>
                  </a:lnTo>
                  <a:lnTo>
                    <a:pt x="3881391" y="1323858"/>
                  </a:lnTo>
                  <a:lnTo>
                    <a:pt x="3881484" y="1323858"/>
                  </a:lnTo>
                  <a:lnTo>
                    <a:pt x="3881577" y="1323858"/>
                  </a:lnTo>
                  <a:lnTo>
                    <a:pt x="3881671" y="1323858"/>
                  </a:lnTo>
                  <a:lnTo>
                    <a:pt x="3881764" y="1323858"/>
                  </a:lnTo>
                  <a:lnTo>
                    <a:pt x="3881857" y="1323858"/>
                  </a:lnTo>
                  <a:lnTo>
                    <a:pt x="3881950" y="1323858"/>
                  </a:lnTo>
                  <a:lnTo>
                    <a:pt x="3882044" y="1323858"/>
                  </a:lnTo>
                  <a:lnTo>
                    <a:pt x="3882137" y="1323858"/>
                  </a:lnTo>
                  <a:lnTo>
                    <a:pt x="3882230" y="1323858"/>
                  </a:lnTo>
                  <a:lnTo>
                    <a:pt x="3882323" y="1323858"/>
                  </a:lnTo>
                  <a:lnTo>
                    <a:pt x="3882417" y="1323858"/>
                  </a:lnTo>
                  <a:lnTo>
                    <a:pt x="3882510" y="1323858"/>
                  </a:lnTo>
                  <a:lnTo>
                    <a:pt x="3882603" y="1323858"/>
                  </a:lnTo>
                  <a:lnTo>
                    <a:pt x="3882696" y="1323858"/>
                  </a:lnTo>
                  <a:lnTo>
                    <a:pt x="3882790" y="1323858"/>
                  </a:lnTo>
                  <a:lnTo>
                    <a:pt x="3882883" y="1323858"/>
                  </a:lnTo>
                  <a:lnTo>
                    <a:pt x="3882976" y="1323858"/>
                  </a:lnTo>
                  <a:lnTo>
                    <a:pt x="3883069" y="1323858"/>
                  </a:lnTo>
                  <a:lnTo>
                    <a:pt x="3883163" y="1323858"/>
                  </a:lnTo>
                  <a:lnTo>
                    <a:pt x="3883256" y="1323858"/>
                  </a:lnTo>
                  <a:lnTo>
                    <a:pt x="3883349" y="1323858"/>
                  </a:lnTo>
                  <a:lnTo>
                    <a:pt x="3883442" y="1323858"/>
                  </a:lnTo>
                  <a:lnTo>
                    <a:pt x="3883536" y="1323858"/>
                  </a:lnTo>
                  <a:lnTo>
                    <a:pt x="3883629" y="1323858"/>
                  </a:lnTo>
                  <a:lnTo>
                    <a:pt x="3883722" y="1323858"/>
                  </a:lnTo>
                  <a:lnTo>
                    <a:pt x="3883815" y="1323858"/>
                  </a:lnTo>
                  <a:lnTo>
                    <a:pt x="3883909" y="1323858"/>
                  </a:lnTo>
                  <a:lnTo>
                    <a:pt x="3884002" y="1323858"/>
                  </a:lnTo>
                  <a:lnTo>
                    <a:pt x="3884095" y="1323858"/>
                  </a:lnTo>
                  <a:lnTo>
                    <a:pt x="3884188" y="1323858"/>
                  </a:lnTo>
                  <a:lnTo>
                    <a:pt x="3884282" y="1323858"/>
                  </a:lnTo>
                  <a:lnTo>
                    <a:pt x="3884282" y="1313904"/>
                  </a:lnTo>
                  <a:lnTo>
                    <a:pt x="3884375" y="1313904"/>
                  </a:lnTo>
                  <a:lnTo>
                    <a:pt x="3884468" y="1313904"/>
                  </a:lnTo>
                  <a:lnTo>
                    <a:pt x="3884561" y="1313904"/>
                  </a:lnTo>
                  <a:lnTo>
                    <a:pt x="3884655" y="1313904"/>
                  </a:lnTo>
                  <a:lnTo>
                    <a:pt x="3884748" y="1313904"/>
                  </a:lnTo>
                  <a:lnTo>
                    <a:pt x="3884841" y="1313904"/>
                  </a:lnTo>
                  <a:lnTo>
                    <a:pt x="3884934" y="1313904"/>
                  </a:lnTo>
                  <a:lnTo>
                    <a:pt x="3884934" y="1303950"/>
                  </a:lnTo>
                  <a:lnTo>
                    <a:pt x="3885028" y="1303950"/>
                  </a:lnTo>
                  <a:lnTo>
                    <a:pt x="3885121" y="1303950"/>
                  </a:lnTo>
                  <a:lnTo>
                    <a:pt x="3885214" y="1303950"/>
                  </a:lnTo>
                  <a:lnTo>
                    <a:pt x="3885307" y="1303950"/>
                  </a:lnTo>
                  <a:lnTo>
                    <a:pt x="3885400" y="1303950"/>
                  </a:lnTo>
                  <a:lnTo>
                    <a:pt x="3885494" y="1303950"/>
                  </a:lnTo>
                  <a:lnTo>
                    <a:pt x="3885587" y="1303950"/>
                  </a:lnTo>
                  <a:lnTo>
                    <a:pt x="3885680" y="1303950"/>
                  </a:lnTo>
                  <a:lnTo>
                    <a:pt x="3885773" y="1303950"/>
                  </a:lnTo>
                  <a:lnTo>
                    <a:pt x="3885867" y="1303950"/>
                  </a:lnTo>
                  <a:lnTo>
                    <a:pt x="3885960" y="1303950"/>
                  </a:lnTo>
                  <a:lnTo>
                    <a:pt x="3886053" y="1303950"/>
                  </a:lnTo>
                  <a:lnTo>
                    <a:pt x="3886146" y="1303950"/>
                  </a:lnTo>
                  <a:lnTo>
                    <a:pt x="3886240" y="1303950"/>
                  </a:lnTo>
                  <a:lnTo>
                    <a:pt x="3886333" y="1303950"/>
                  </a:lnTo>
                  <a:lnTo>
                    <a:pt x="3886426" y="1303950"/>
                  </a:lnTo>
                  <a:lnTo>
                    <a:pt x="3886519" y="1303950"/>
                  </a:lnTo>
                  <a:lnTo>
                    <a:pt x="3886613" y="1303950"/>
                  </a:lnTo>
                  <a:lnTo>
                    <a:pt x="3886706" y="1303950"/>
                  </a:lnTo>
                  <a:lnTo>
                    <a:pt x="3886799" y="1303950"/>
                  </a:lnTo>
                  <a:lnTo>
                    <a:pt x="3886892" y="1303950"/>
                  </a:lnTo>
                  <a:lnTo>
                    <a:pt x="3886986" y="1303950"/>
                  </a:lnTo>
                  <a:lnTo>
                    <a:pt x="3887079" y="1303950"/>
                  </a:lnTo>
                  <a:lnTo>
                    <a:pt x="3887172" y="1303950"/>
                  </a:lnTo>
                  <a:lnTo>
                    <a:pt x="3887265" y="1303950"/>
                  </a:lnTo>
                  <a:lnTo>
                    <a:pt x="3887359" y="1303950"/>
                  </a:lnTo>
                  <a:lnTo>
                    <a:pt x="3887452" y="1303950"/>
                  </a:lnTo>
                  <a:lnTo>
                    <a:pt x="3887545" y="1303950"/>
                  </a:lnTo>
                  <a:lnTo>
                    <a:pt x="3887638" y="1303950"/>
                  </a:lnTo>
                  <a:lnTo>
                    <a:pt x="3887732" y="1303950"/>
                  </a:lnTo>
                  <a:lnTo>
                    <a:pt x="3887825" y="1303950"/>
                  </a:lnTo>
                  <a:lnTo>
                    <a:pt x="3887918" y="1303950"/>
                  </a:lnTo>
                  <a:lnTo>
                    <a:pt x="3888011" y="1303950"/>
                  </a:lnTo>
                  <a:lnTo>
                    <a:pt x="3888105" y="1303950"/>
                  </a:lnTo>
                  <a:lnTo>
                    <a:pt x="3888198" y="1303950"/>
                  </a:lnTo>
                  <a:lnTo>
                    <a:pt x="3888291" y="1303950"/>
                  </a:lnTo>
                  <a:lnTo>
                    <a:pt x="3888384" y="1303950"/>
                  </a:lnTo>
                  <a:lnTo>
                    <a:pt x="3888478" y="1303950"/>
                  </a:lnTo>
                  <a:lnTo>
                    <a:pt x="3888571" y="1303950"/>
                  </a:lnTo>
                  <a:lnTo>
                    <a:pt x="3888664" y="1303950"/>
                  </a:lnTo>
                  <a:lnTo>
                    <a:pt x="3888757" y="1303950"/>
                  </a:lnTo>
                  <a:lnTo>
                    <a:pt x="3888851" y="1303950"/>
                  </a:lnTo>
                  <a:lnTo>
                    <a:pt x="3888944" y="1303950"/>
                  </a:lnTo>
                  <a:lnTo>
                    <a:pt x="3889037" y="1303950"/>
                  </a:lnTo>
                  <a:lnTo>
                    <a:pt x="3889130" y="1303950"/>
                  </a:lnTo>
                  <a:lnTo>
                    <a:pt x="3889224" y="1303950"/>
                  </a:lnTo>
                  <a:lnTo>
                    <a:pt x="3889317" y="1303950"/>
                  </a:lnTo>
                  <a:lnTo>
                    <a:pt x="3889410" y="1303950"/>
                  </a:lnTo>
                  <a:lnTo>
                    <a:pt x="3889503" y="1303950"/>
                  </a:lnTo>
                  <a:lnTo>
                    <a:pt x="3889597" y="1303950"/>
                  </a:lnTo>
                  <a:lnTo>
                    <a:pt x="3889690" y="1303950"/>
                  </a:lnTo>
                  <a:lnTo>
                    <a:pt x="3889783" y="1303950"/>
                  </a:lnTo>
                  <a:lnTo>
                    <a:pt x="3889876" y="1303950"/>
                  </a:lnTo>
                  <a:lnTo>
                    <a:pt x="3889970" y="1303950"/>
                  </a:lnTo>
                  <a:lnTo>
                    <a:pt x="3890063" y="1303950"/>
                  </a:lnTo>
                  <a:lnTo>
                    <a:pt x="3890156" y="1303950"/>
                  </a:lnTo>
                  <a:lnTo>
                    <a:pt x="3890249" y="1303950"/>
                  </a:lnTo>
                  <a:lnTo>
                    <a:pt x="3890343" y="1303950"/>
                  </a:lnTo>
                  <a:lnTo>
                    <a:pt x="3890436" y="1303950"/>
                  </a:lnTo>
                  <a:lnTo>
                    <a:pt x="3890529" y="1303950"/>
                  </a:lnTo>
                  <a:lnTo>
                    <a:pt x="3890529" y="1293996"/>
                  </a:lnTo>
                  <a:lnTo>
                    <a:pt x="3890622" y="1293996"/>
                  </a:lnTo>
                  <a:lnTo>
                    <a:pt x="3890716" y="1293996"/>
                  </a:lnTo>
                  <a:lnTo>
                    <a:pt x="3890809" y="1293996"/>
                  </a:lnTo>
                  <a:lnTo>
                    <a:pt x="3890902" y="1293996"/>
                  </a:lnTo>
                  <a:lnTo>
                    <a:pt x="3890995" y="1293996"/>
                  </a:lnTo>
                  <a:lnTo>
                    <a:pt x="3891089" y="1293996"/>
                  </a:lnTo>
                  <a:lnTo>
                    <a:pt x="3891182" y="1293996"/>
                  </a:lnTo>
                  <a:lnTo>
                    <a:pt x="3891275" y="1293996"/>
                  </a:lnTo>
                  <a:lnTo>
                    <a:pt x="3891368" y="1293996"/>
                  </a:lnTo>
                  <a:lnTo>
                    <a:pt x="3891462" y="1293996"/>
                  </a:lnTo>
                  <a:lnTo>
                    <a:pt x="3891555" y="1293996"/>
                  </a:lnTo>
                  <a:lnTo>
                    <a:pt x="3891648" y="1293996"/>
                  </a:lnTo>
                  <a:lnTo>
                    <a:pt x="3891741" y="1293996"/>
                  </a:lnTo>
                  <a:lnTo>
                    <a:pt x="3891835" y="1293996"/>
                  </a:lnTo>
                  <a:lnTo>
                    <a:pt x="3891928" y="1293996"/>
                  </a:lnTo>
                  <a:lnTo>
                    <a:pt x="3892021" y="1293996"/>
                  </a:lnTo>
                  <a:lnTo>
                    <a:pt x="3892114" y="1293996"/>
                  </a:lnTo>
                  <a:lnTo>
                    <a:pt x="3892207" y="1293996"/>
                  </a:lnTo>
                  <a:lnTo>
                    <a:pt x="3892301" y="1293996"/>
                  </a:lnTo>
                  <a:lnTo>
                    <a:pt x="3892394" y="1293996"/>
                  </a:lnTo>
                  <a:lnTo>
                    <a:pt x="3892487" y="1293996"/>
                  </a:lnTo>
                  <a:lnTo>
                    <a:pt x="3892580" y="1293996"/>
                  </a:lnTo>
                  <a:lnTo>
                    <a:pt x="3892674" y="1293996"/>
                  </a:lnTo>
                  <a:lnTo>
                    <a:pt x="3892767" y="1293996"/>
                  </a:lnTo>
                  <a:lnTo>
                    <a:pt x="3892860" y="1293996"/>
                  </a:lnTo>
                  <a:lnTo>
                    <a:pt x="3892953" y="1293996"/>
                  </a:lnTo>
                  <a:lnTo>
                    <a:pt x="3893047" y="1293996"/>
                  </a:lnTo>
                  <a:lnTo>
                    <a:pt x="3893140" y="1293996"/>
                  </a:lnTo>
                  <a:lnTo>
                    <a:pt x="3893233" y="1293996"/>
                  </a:lnTo>
                  <a:lnTo>
                    <a:pt x="3893326" y="1293996"/>
                  </a:lnTo>
                  <a:lnTo>
                    <a:pt x="3893420" y="1293996"/>
                  </a:lnTo>
                  <a:lnTo>
                    <a:pt x="3893513" y="1293996"/>
                  </a:lnTo>
                  <a:lnTo>
                    <a:pt x="3893606" y="1293996"/>
                  </a:lnTo>
                  <a:lnTo>
                    <a:pt x="3893699" y="1293996"/>
                  </a:lnTo>
                  <a:lnTo>
                    <a:pt x="3893793" y="1293996"/>
                  </a:lnTo>
                  <a:lnTo>
                    <a:pt x="3893886" y="1293996"/>
                  </a:lnTo>
                  <a:lnTo>
                    <a:pt x="3893979" y="1293996"/>
                  </a:lnTo>
                  <a:lnTo>
                    <a:pt x="3894072" y="1293996"/>
                  </a:lnTo>
                  <a:lnTo>
                    <a:pt x="3894166" y="1293996"/>
                  </a:lnTo>
                  <a:lnTo>
                    <a:pt x="3894259" y="1293996"/>
                  </a:lnTo>
                  <a:lnTo>
                    <a:pt x="3894352" y="1293996"/>
                  </a:lnTo>
                  <a:lnTo>
                    <a:pt x="3894445" y="1293996"/>
                  </a:lnTo>
                  <a:lnTo>
                    <a:pt x="3894539" y="1293996"/>
                  </a:lnTo>
                  <a:lnTo>
                    <a:pt x="3894632" y="1293996"/>
                  </a:lnTo>
                  <a:lnTo>
                    <a:pt x="3894725" y="1293996"/>
                  </a:lnTo>
                  <a:lnTo>
                    <a:pt x="3894818" y="1293996"/>
                  </a:lnTo>
                  <a:lnTo>
                    <a:pt x="3894912" y="1293996"/>
                  </a:lnTo>
                  <a:lnTo>
                    <a:pt x="3895005" y="1293996"/>
                  </a:lnTo>
                  <a:lnTo>
                    <a:pt x="3895098" y="1293996"/>
                  </a:lnTo>
                  <a:lnTo>
                    <a:pt x="3895191" y="1293996"/>
                  </a:lnTo>
                  <a:lnTo>
                    <a:pt x="3895285" y="1293996"/>
                  </a:lnTo>
                  <a:lnTo>
                    <a:pt x="3895378" y="1293996"/>
                  </a:lnTo>
                  <a:lnTo>
                    <a:pt x="3895471" y="1293996"/>
                  </a:lnTo>
                  <a:lnTo>
                    <a:pt x="3895564" y="1293996"/>
                  </a:lnTo>
                  <a:lnTo>
                    <a:pt x="3895658" y="1293996"/>
                  </a:lnTo>
                  <a:lnTo>
                    <a:pt x="3895751" y="1293996"/>
                  </a:lnTo>
                  <a:lnTo>
                    <a:pt x="3895844" y="1293996"/>
                  </a:lnTo>
                  <a:lnTo>
                    <a:pt x="3895937" y="1293996"/>
                  </a:lnTo>
                  <a:lnTo>
                    <a:pt x="3896031" y="1293996"/>
                  </a:lnTo>
                  <a:lnTo>
                    <a:pt x="3896124" y="1293996"/>
                  </a:lnTo>
                  <a:lnTo>
                    <a:pt x="3896217" y="1293996"/>
                  </a:lnTo>
                  <a:lnTo>
                    <a:pt x="3896310" y="1293996"/>
                  </a:lnTo>
                  <a:lnTo>
                    <a:pt x="3896404" y="1293996"/>
                  </a:lnTo>
                  <a:lnTo>
                    <a:pt x="3896497" y="1293996"/>
                  </a:lnTo>
                  <a:lnTo>
                    <a:pt x="3896590" y="1293996"/>
                  </a:lnTo>
                  <a:lnTo>
                    <a:pt x="3896683" y="1293996"/>
                  </a:lnTo>
                  <a:lnTo>
                    <a:pt x="3896777" y="1293996"/>
                  </a:lnTo>
                  <a:lnTo>
                    <a:pt x="3896870" y="1293996"/>
                  </a:lnTo>
                  <a:lnTo>
                    <a:pt x="3896963" y="1293996"/>
                  </a:lnTo>
                  <a:lnTo>
                    <a:pt x="3897056" y="1293996"/>
                  </a:lnTo>
                  <a:lnTo>
                    <a:pt x="3897150" y="1293996"/>
                  </a:lnTo>
                  <a:lnTo>
                    <a:pt x="3897243" y="1293996"/>
                  </a:lnTo>
                  <a:lnTo>
                    <a:pt x="3897336" y="1293996"/>
                  </a:lnTo>
                  <a:lnTo>
                    <a:pt x="3897429" y="1293996"/>
                  </a:lnTo>
                  <a:lnTo>
                    <a:pt x="3897523" y="1293996"/>
                  </a:lnTo>
                  <a:lnTo>
                    <a:pt x="3897616" y="1293996"/>
                  </a:lnTo>
                  <a:lnTo>
                    <a:pt x="3897709" y="1293996"/>
                  </a:lnTo>
                  <a:lnTo>
                    <a:pt x="3897802" y="1293996"/>
                  </a:lnTo>
                  <a:lnTo>
                    <a:pt x="3897896" y="1293996"/>
                  </a:lnTo>
                  <a:lnTo>
                    <a:pt x="3897989" y="1293996"/>
                  </a:lnTo>
                  <a:lnTo>
                    <a:pt x="3898082" y="1293996"/>
                  </a:lnTo>
                  <a:lnTo>
                    <a:pt x="3898175" y="1293996"/>
                  </a:lnTo>
                  <a:lnTo>
                    <a:pt x="3898175" y="1284043"/>
                  </a:lnTo>
                  <a:lnTo>
                    <a:pt x="3898269" y="1284043"/>
                  </a:lnTo>
                  <a:lnTo>
                    <a:pt x="3898362" y="1284043"/>
                  </a:lnTo>
                  <a:lnTo>
                    <a:pt x="3898455" y="1284043"/>
                  </a:lnTo>
                  <a:lnTo>
                    <a:pt x="3898548" y="1284043"/>
                  </a:lnTo>
                  <a:lnTo>
                    <a:pt x="3898642" y="1284043"/>
                  </a:lnTo>
                  <a:lnTo>
                    <a:pt x="3898735" y="1284043"/>
                  </a:lnTo>
                  <a:lnTo>
                    <a:pt x="3898828" y="1284043"/>
                  </a:lnTo>
                  <a:lnTo>
                    <a:pt x="3898921" y="1284043"/>
                  </a:lnTo>
                  <a:lnTo>
                    <a:pt x="3899015" y="1284043"/>
                  </a:lnTo>
                  <a:lnTo>
                    <a:pt x="3899108" y="1284043"/>
                  </a:lnTo>
                  <a:lnTo>
                    <a:pt x="3899201" y="1284043"/>
                  </a:lnTo>
                  <a:lnTo>
                    <a:pt x="3899294" y="1284043"/>
                  </a:lnTo>
                  <a:lnTo>
                    <a:pt x="3899387" y="1284043"/>
                  </a:lnTo>
                  <a:lnTo>
                    <a:pt x="3899481" y="1284043"/>
                  </a:lnTo>
                  <a:lnTo>
                    <a:pt x="3899574" y="1284043"/>
                  </a:lnTo>
                  <a:lnTo>
                    <a:pt x="3899667" y="1284043"/>
                  </a:lnTo>
                  <a:lnTo>
                    <a:pt x="3899760" y="1284043"/>
                  </a:lnTo>
                  <a:lnTo>
                    <a:pt x="3899854" y="1284043"/>
                  </a:lnTo>
                  <a:lnTo>
                    <a:pt x="3899947" y="1284043"/>
                  </a:lnTo>
                  <a:lnTo>
                    <a:pt x="3900040" y="1284043"/>
                  </a:lnTo>
                  <a:lnTo>
                    <a:pt x="3900133" y="1284043"/>
                  </a:lnTo>
                  <a:lnTo>
                    <a:pt x="3900133" y="1274089"/>
                  </a:lnTo>
                  <a:lnTo>
                    <a:pt x="3900227" y="1274089"/>
                  </a:lnTo>
                  <a:lnTo>
                    <a:pt x="3900320" y="1274089"/>
                  </a:lnTo>
                  <a:lnTo>
                    <a:pt x="3900413" y="1274089"/>
                  </a:lnTo>
                  <a:lnTo>
                    <a:pt x="3900506" y="1274089"/>
                  </a:lnTo>
                  <a:lnTo>
                    <a:pt x="3900600" y="1274089"/>
                  </a:lnTo>
                  <a:lnTo>
                    <a:pt x="3900693" y="1274089"/>
                  </a:lnTo>
                  <a:lnTo>
                    <a:pt x="3900786" y="1274089"/>
                  </a:lnTo>
                  <a:lnTo>
                    <a:pt x="3900879" y="1274089"/>
                  </a:lnTo>
                  <a:lnTo>
                    <a:pt x="3900973" y="1274089"/>
                  </a:lnTo>
                  <a:lnTo>
                    <a:pt x="3901066" y="1274089"/>
                  </a:lnTo>
                  <a:lnTo>
                    <a:pt x="3901159" y="1274089"/>
                  </a:lnTo>
                  <a:lnTo>
                    <a:pt x="3901252" y="1274089"/>
                  </a:lnTo>
                  <a:lnTo>
                    <a:pt x="3901346" y="1274089"/>
                  </a:lnTo>
                  <a:lnTo>
                    <a:pt x="3901439" y="1274089"/>
                  </a:lnTo>
                  <a:lnTo>
                    <a:pt x="3901532" y="1274089"/>
                  </a:lnTo>
                  <a:lnTo>
                    <a:pt x="3901625" y="1274089"/>
                  </a:lnTo>
                  <a:lnTo>
                    <a:pt x="3901719" y="1274089"/>
                  </a:lnTo>
                  <a:lnTo>
                    <a:pt x="3901812" y="1274089"/>
                  </a:lnTo>
                  <a:lnTo>
                    <a:pt x="3901905" y="1274089"/>
                  </a:lnTo>
                  <a:lnTo>
                    <a:pt x="3901998" y="1274089"/>
                  </a:lnTo>
                  <a:lnTo>
                    <a:pt x="3902092" y="1274089"/>
                  </a:lnTo>
                  <a:lnTo>
                    <a:pt x="3902185" y="1274089"/>
                  </a:lnTo>
                  <a:lnTo>
                    <a:pt x="3902278" y="1274089"/>
                  </a:lnTo>
                  <a:lnTo>
                    <a:pt x="3902371" y="1274089"/>
                  </a:lnTo>
                  <a:lnTo>
                    <a:pt x="3902465" y="1274089"/>
                  </a:lnTo>
                  <a:lnTo>
                    <a:pt x="3902558" y="1274089"/>
                  </a:lnTo>
                  <a:lnTo>
                    <a:pt x="3902651" y="1274089"/>
                  </a:lnTo>
                  <a:lnTo>
                    <a:pt x="3902744" y="1274089"/>
                  </a:lnTo>
                  <a:lnTo>
                    <a:pt x="3902838" y="1274089"/>
                  </a:lnTo>
                  <a:lnTo>
                    <a:pt x="3902931" y="1274089"/>
                  </a:lnTo>
                  <a:lnTo>
                    <a:pt x="3903024" y="1274089"/>
                  </a:lnTo>
                  <a:lnTo>
                    <a:pt x="3903117" y="1274089"/>
                  </a:lnTo>
                  <a:lnTo>
                    <a:pt x="3903211" y="1274089"/>
                  </a:lnTo>
                  <a:lnTo>
                    <a:pt x="3903304" y="1274089"/>
                  </a:lnTo>
                  <a:lnTo>
                    <a:pt x="3903397" y="1274089"/>
                  </a:lnTo>
                  <a:lnTo>
                    <a:pt x="3903490" y="1274089"/>
                  </a:lnTo>
                  <a:lnTo>
                    <a:pt x="3903584" y="1274089"/>
                  </a:lnTo>
                  <a:lnTo>
                    <a:pt x="3903677" y="1274089"/>
                  </a:lnTo>
                  <a:lnTo>
                    <a:pt x="3903770" y="1274089"/>
                  </a:lnTo>
                  <a:lnTo>
                    <a:pt x="3903863" y="1274089"/>
                  </a:lnTo>
                  <a:lnTo>
                    <a:pt x="3903957" y="1274089"/>
                  </a:lnTo>
                  <a:lnTo>
                    <a:pt x="3904050" y="1274089"/>
                  </a:lnTo>
                  <a:lnTo>
                    <a:pt x="3904143" y="1274089"/>
                  </a:lnTo>
                  <a:lnTo>
                    <a:pt x="3904236" y="1274089"/>
                  </a:lnTo>
                  <a:lnTo>
                    <a:pt x="3904330" y="1274089"/>
                  </a:lnTo>
                  <a:lnTo>
                    <a:pt x="3904423" y="1274089"/>
                  </a:lnTo>
                  <a:lnTo>
                    <a:pt x="3904516" y="1274089"/>
                  </a:lnTo>
                  <a:lnTo>
                    <a:pt x="3904609" y="1274089"/>
                  </a:lnTo>
                  <a:lnTo>
                    <a:pt x="3904703" y="1274089"/>
                  </a:lnTo>
                  <a:lnTo>
                    <a:pt x="3904796" y="1274089"/>
                  </a:lnTo>
                  <a:lnTo>
                    <a:pt x="3904889" y="1274089"/>
                  </a:lnTo>
                  <a:lnTo>
                    <a:pt x="3904982" y="1274089"/>
                  </a:lnTo>
                  <a:lnTo>
                    <a:pt x="3905076" y="1274089"/>
                  </a:lnTo>
                  <a:lnTo>
                    <a:pt x="3905169" y="1274089"/>
                  </a:lnTo>
                  <a:lnTo>
                    <a:pt x="3905262" y="1274089"/>
                  </a:lnTo>
                  <a:lnTo>
                    <a:pt x="3905355" y="1274089"/>
                  </a:lnTo>
                  <a:lnTo>
                    <a:pt x="3905449" y="1274089"/>
                  </a:lnTo>
                  <a:lnTo>
                    <a:pt x="3905542" y="1274089"/>
                  </a:lnTo>
                  <a:lnTo>
                    <a:pt x="3905635" y="1274089"/>
                  </a:lnTo>
                  <a:lnTo>
                    <a:pt x="3905728" y="1274089"/>
                  </a:lnTo>
                  <a:lnTo>
                    <a:pt x="3905822" y="1274089"/>
                  </a:lnTo>
                  <a:lnTo>
                    <a:pt x="3905915" y="1274089"/>
                  </a:lnTo>
                  <a:lnTo>
                    <a:pt x="3906008" y="1274089"/>
                  </a:lnTo>
                  <a:lnTo>
                    <a:pt x="3906101" y="1274089"/>
                  </a:lnTo>
                  <a:lnTo>
                    <a:pt x="3906194" y="1274089"/>
                  </a:lnTo>
                  <a:lnTo>
                    <a:pt x="3906288" y="1274089"/>
                  </a:lnTo>
                  <a:lnTo>
                    <a:pt x="3906381" y="1274089"/>
                  </a:lnTo>
                  <a:lnTo>
                    <a:pt x="3906474" y="1274089"/>
                  </a:lnTo>
                  <a:lnTo>
                    <a:pt x="3906567" y="1274089"/>
                  </a:lnTo>
                  <a:lnTo>
                    <a:pt x="3906661" y="1274089"/>
                  </a:lnTo>
                  <a:lnTo>
                    <a:pt x="3906754" y="1274089"/>
                  </a:lnTo>
                  <a:lnTo>
                    <a:pt x="3906847" y="1274089"/>
                  </a:lnTo>
                  <a:lnTo>
                    <a:pt x="3906940" y="1274089"/>
                  </a:lnTo>
                  <a:lnTo>
                    <a:pt x="3907034" y="1274089"/>
                  </a:lnTo>
                  <a:lnTo>
                    <a:pt x="3907127" y="1274089"/>
                  </a:lnTo>
                  <a:lnTo>
                    <a:pt x="3907220" y="1274089"/>
                  </a:lnTo>
                  <a:lnTo>
                    <a:pt x="3907313" y="1274089"/>
                  </a:lnTo>
                  <a:lnTo>
                    <a:pt x="3907407" y="1274089"/>
                  </a:lnTo>
                  <a:lnTo>
                    <a:pt x="3907500" y="1274089"/>
                  </a:lnTo>
                  <a:lnTo>
                    <a:pt x="3907593" y="1274089"/>
                  </a:lnTo>
                  <a:lnTo>
                    <a:pt x="3907686" y="1274089"/>
                  </a:lnTo>
                  <a:lnTo>
                    <a:pt x="3907780" y="1274089"/>
                  </a:lnTo>
                  <a:lnTo>
                    <a:pt x="3907873" y="1274089"/>
                  </a:lnTo>
                  <a:lnTo>
                    <a:pt x="3907966" y="1274089"/>
                  </a:lnTo>
                  <a:lnTo>
                    <a:pt x="3908059" y="1274089"/>
                  </a:lnTo>
                  <a:lnTo>
                    <a:pt x="3908153" y="1274089"/>
                  </a:lnTo>
                  <a:lnTo>
                    <a:pt x="3908246" y="1274089"/>
                  </a:lnTo>
                  <a:lnTo>
                    <a:pt x="3908339" y="1274089"/>
                  </a:lnTo>
                  <a:lnTo>
                    <a:pt x="3908432" y="1274089"/>
                  </a:lnTo>
                  <a:lnTo>
                    <a:pt x="3908526" y="1274089"/>
                  </a:lnTo>
                  <a:lnTo>
                    <a:pt x="3908619" y="1274089"/>
                  </a:lnTo>
                  <a:lnTo>
                    <a:pt x="3908712" y="1274089"/>
                  </a:lnTo>
                  <a:lnTo>
                    <a:pt x="3908805" y="1274089"/>
                  </a:lnTo>
                  <a:lnTo>
                    <a:pt x="3908899" y="1274089"/>
                  </a:lnTo>
                  <a:lnTo>
                    <a:pt x="3908992" y="1274089"/>
                  </a:lnTo>
                  <a:lnTo>
                    <a:pt x="3909085" y="1274089"/>
                  </a:lnTo>
                  <a:lnTo>
                    <a:pt x="3909178" y="1274089"/>
                  </a:lnTo>
                  <a:lnTo>
                    <a:pt x="3909272" y="1274089"/>
                  </a:lnTo>
                  <a:lnTo>
                    <a:pt x="3909365" y="1274089"/>
                  </a:lnTo>
                  <a:lnTo>
                    <a:pt x="3909458" y="1274089"/>
                  </a:lnTo>
                  <a:lnTo>
                    <a:pt x="3909551" y="1274089"/>
                  </a:lnTo>
                  <a:lnTo>
                    <a:pt x="3909645" y="1274089"/>
                  </a:lnTo>
                  <a:lnTo>
                    <a:pt x="3909738" y="1274089"/>
                  </a:lnTo>
                  <a:lnTo>
                    <a:pt x="3909831" y="1274089"/>
                  </a:lnTo>
                  <a:lnTo>
                    <a:pt x="3909924" y="1274089"/>
                  </a:lnTo>
                  <a:lnTo>
                    <a:pt x="3910018" y="1274089"/>
                  </a:lnTo>
                  <a:lnTo>
                    <a:pt x="3910111" y="1274089"/>
                  </a:lnTo>
                  <a:lnTo>
                    <a:pt x="3910204" y="1274089"/>
                  </a:lnTo>
                  <a:lnTo>
                    <a:pt x="3910297" y="1274089"/>
                  </a:lnTo>
                  <a:lnTo>
                    <a:pt x="3910391" y="1274089"/>
                  </a:lnTo>
                  <a:lnTo>
                    <a:pt x="3910484" y="1274089"/>
                  </a:lnTo>
                  <a:lnTo>
                    <a:pt x="3910577" y="1274089"/>
                  </a:lnTo>
                  <a:lnTo>
                    <a:pt x="3910670" y="1274089"/>
                  </a:lnTo>
                  <a:lnTo>
                    <a:pt x="3910764" y="1274089"/>
                  </a:lnTo>
                  <a:lnTo>
                    <a:pt x="3910857" y="1274089"/>
                  </a:lnTo>
                  <a:lnTo>
                    <a:pt x="3910950" y="1274089"/>
                  </a:lnTo>
                  <a:lnTo>
                    <a:pt x="3911043" y="1274089"/>
                  </a:lnTo>
                  <a:lnTo>
                    <a:pt x="3911137" y="1274089"/>
                  </a:lnTo>
                  <a:lnTo>
                    <a:pt x="3911230" y="1274089"/>
                  </a:lnTo>
                  <a:lnTo>
                    <a:pt x="3911323" y="1274089"/>
                  </a:lnTo>
                  <a:lnTo>
                    <a:pt x="3911416" y="1274089"/>
                  </a:lnTo>
                  <a:lnTo>
                    <a:pt x="3911510" y="1274089"/>
                  </a:lnTo>
                  <a:lnTo>
                    <a:pt x="3911603" y="1274089"/>
                  </a:lnTo>
                  <a:lnTo>
                    <a:pt x="3911696" y="1274089"/>
                  </a:lnTo>
                  <a:lnTo>
                    <a:pt x="3911789" y="1274089"/>
                  </a:lnTo>
                  <a:lnTo>
                    <a:pt x="3911883" y="1274089"/>
                  </a:lnTo>
                  <a:lnTo>
                    <a:pt x="3911976" y="1274089"/>
                  </a:lnTo>
                  <a:lnTo>
                    <a:pt x="3912069" y="1274089"/>
                  </a:lnTo>
                  <a:lnTo>
                    <a:pt x="3912162" y="1274089"/>
                  </a:lnTo>
                  <a:lnTo>
                    <a:pt x="3912256" y="1274089"/>
                  </a:lnTo>
                  <a:lnTo>
                    <a:pt x="3912349" y="1274089"/>
                  </a:lnTo>
                  <a:lnTo>
                    <a:pt x="3912442" y="1274089"/>
                  </a:lnTo>
                  <a:lnTo>
                    <a:pt x="3912535" y="1274089"/>
                  </a:lnTo>
                  <a:lnTo>
                    <a:pt x="3912629" y="1274089"/>
                  </a:lnTo>
                  <a:lnTo>
                    <a:pt x="3912722" y="1274089"/>
                  </a:lnTo>
                  <a:lnTo>
                    <a:pt x="3912815" y="1274089"/>
                  </a:lnTo>
                  <a:lnTo>
                    <a:pt x="3912908" y="1274089"/>
                  </a:lnTo>
                  <a:lnTo>
                    <a:pt x="3913001" y="1274089"/>
                  </a:lnTo>
                  <a:lnTo>
                    <a:pt x="3913095" y="1274089"/>
                  </a:lnTo>
                  <a:lnTo>
                    <a:pt x="3913188" y="1274089"/>
                  </a:lnTo>
                  <a:lnTo>
                    <a:pt x="3913281" y="1274089"/>
                  </a:lnTo>
                  <a:lnTo>
                    <a:pt x="3913281" y="1264135"/>
                  </a:lnTo>
                  <a:lnTo>
                    <a:pt x="3913374" y="1264135"/>
                  </a:lnTo>
                  <a:lnTo>
                    <a:pt x="3913468" y="1264135"/>
                  </a:lnTo>
                  <a:lnTo>
                    <a:pt x="3913561" y="1264135"/>
                  </a:lnTo>
                  <a:lnTo>
                    <a:pt x="3913654" y="1264135"/>
                  </a:lnTo>
                  <a:lnTo>
                    <a:pt x="3913747" y="1264135"/>
                  </a:lnTo>
                  <a:lnTo>
                    <a:pt x="3913841" y="1264135"/>
                  </a:lnTo>
                  <a:lnTo>
                    <a:pt x="3913934" y="1264135"/>
                  </a:lnTo>
                  <a:lnTo>
                    <a:pt x="3914027" y="1264135"/>
                  </a:lnTo>
                  <a:lnTo>
                    <a:pt x="3914120" y="1264135"/>
                  </a:lnTo>
                  <a:lnTo>
                    <a:pt x="3914214" y="1264135"/>
                  </a:lnTo>
                  <a:lnTo>
                    <a:pt x="3914307" y="1264135"/>
                  </a:lnTo>
                  <a:lnTo>
                    <a:pt x="3914400" y="1264135"/>
                  </a:lnTo>
                  <a:lnTo>
                    <a:pt x="3914493" y="1264135"/>
                  </a:lnTo>
                  <a:lnTo>
                    <a:pt x="3914587" y="1264135"/>
                  </a:lnTo>
                  <a:lnTo>
                    <a:pt x="3914680" y="1264135"/>
                  </a:lnTo>
                  <a:lnTo>
                    <a:pt x="3914773" y="1264135"/>
                  </a:lnTo>
                  <a:lnTo>
                    <a:pt x="3914866" y="1264135"/>
                  </a:lnTo>
                  <a:lnTo>
                    <a:pt x="3914960" y="1264135"/>
                  </a:lnTo>
                  <a:lnTo>
                    <a:pt x="3915053" y="1264135"/>
                  </a:lnTo>
                  <a:lnTo>
                    <a:pt x="3915146" y="1264135"/>
                  </a:lnTo>
                  <a:lnTo>
                    <a:pt x="3915239" y="1264135"/>
                  </a:lnTo>
                  <a:lnTo>
                    <a:pt x="3915333" y="1264135"/>
                  </a:lnTo>
                  <a:lnTo>
                    <a:pt x="3915426" y="1264135"/>
                  </a:lnTo>
                  <a:lnTo>
                    <a:pt x="3915519" y="1264135"/>
                  </a:lnTo>
                  <a:lnTo>
                    <a:pt x="3915612" y="1264135"/>
                  </a:lnTo>
                  <a:lnTo>
                    <a:pt x="3915706" y="1264135"/>
                  </a:lnTo>
                  <a:lnTo>
                    <a:pt x="3915799" y="1264135"/>
                  </a:lnTo>
                  <a:lnTo>
                    <a:pt x="3915892" y="1264135"/>
                  </a:lnTo>
                  <a:lnTo>
                    <a:pt x="3915985" y="1264135"/>
                  </a:lnTo>
                  <a:lnTo>
                    <a:pt x="3916079" y="1264135"/>
                  </a:lnTo>
                  <a:lnTo>
                    <a:pt x="3916172" y="1264135"/>
                  </a:lnTo>
                  <a:lnTo>
                    <a:pt x="3916265" y="1264135"/>
                  </a:lnTo>
                  <a:lnTo>
                    <a:pt x="3916358" y="1264135"/>
                  </a:lnTo>
                  <a:lnTo>
                    <a:pt x="3916452" y="1264135"/>
                  </a:lnTo>
                  <a:lnTo>
                    <a:pt x="3916545" y="1264135"/>
                  </a:lnTo>
                  <a:lnTo>
                    <a:pt x="3916638" y="1264135"/>
                  </a:lnTo>
                  <a:lnTo>
                    <a:pt x="3916731" y="1264135"/>
                  </a:lnTo>
                  <a:lnTo>
                    <a:pt x="3916825" y="1264135"/>
                  </a:lnTo>
                  <a:lnTo>
                    <a:pt x="3916918" y="1264135"/>
                  </a:lnTo>
                  <a:lnTo>
                    <a:pt x="3917011" y="1264135"/>
                  </a:lnTo>
                  <a:lnTo>
                    <a:pt x="3917104" y="1264135"/>
                  </a:lnTo>
                  <a:lnTo>
                    <a:pt x="3917198" y="1264135"/>
                  </a:lnTo>
                  <a:lnTo>
                    <a:pt x="3917291" y="1264135"/>
                  </a:lnTo>
                  <a:lnTo>
                    <a:pt x="3917384" y="1264135"/>
                  </a:lnTo>
                  <a:lnTo>
                    <a:pt x="3917477" y="1264135"/>
                  </a:lnTo>
                  <a:lnTo>
                    <a:pt x="3917571" y="1264135"/>
                  </a:lnTo>
                  <a:lnTo>
                    <a:pt x="3917664" y="1264135"/>
                  </a:lnTo>
                  <a:lnTo>
                    <a:pt x="3917757" y="1264135"/>
                  </a:lnTo>
                  <a:lnTo>
                    <a:pt x="3917850" y="1264135"/>
                  </a:lnTo>
                  <a:lnTo>
                    <a:pt x="3917944" y="1264135"/>
                  </a:lnTo>
                  <a:lnTo>
                    <a:pt x="3918037" y="1264135"/>
                  </a:lnTo>
                  <a:lnTo>
                    <a:pt x="3918130" y="1264135"/>
                  </a:lnTo>
                  <a:lnTo>
                    <a:pt x="3918223" y="1264135"/>
                  </a:lnTo>
                  <a:lnTo>
                    <a:pt x="3918317" y="1264135"/>
                  </a:lnTo>
                  <a:lnTo>
                    <a:pt x="3918410" y="1264135"/>
                  </a:lnTo>
                  <a:lnTo>
                    <a:pt x="3918503" y="1264135"/>
                  </a:lnTo>
                  <a:lnTo>
                    <a:pt x="3918596" y="1264135"/>
                  </a:lnTo>
                  <a:lnTo>
                    <a:pt x="3918690" y="1264135"/>
                  </a:lnTo>
                  <a:lnTo>
                    <a:pt x="3918783" y="1264135"/>
                  </a:lnTo>
                  <a:lnTo>
                    <a:pt x="3918876" y="1264135"/>
                  </a:lnTo>
                  <a:lnTo>
                    <a:pt x="3918969" y="1264135"/>
                  </a:lnTo>
                  <a:lnTo>
                    <a:pt x="3919063" y="1264135"/>
                  </a:lnTo>
                  <a:lnTo>
                    <a:pt x="3919156" y="1264135"/>
                  </a:lnTo>
                  <a:lnTo>
                    <a:pt x="3919249" y="1264135"/>
                  </a:lnTo>
                  <a:lnTo>
                    <a:pt x="3919342" y="1264135"/>
                  </a:lnTo>
                  <a:lnTo>
                    <a:pt x="3919436" y="1264135"/>
                  </a:lnTo>
                  <a:lnTo>
                    <a:pt x="3919529" y="1264135"/>
                  </a:lnTo>
                  <a:lnTo>
                    <a:pt x="3919622" y="1264135"/>
                  </a:lnTo>
                  <a:lnTo>
                    <a:pt x="3919715" y="1264135"/>
                  </a:lnTo>
                  <a:lnTo>
                    <a:pt x="3919809" y="1264135"/>
                  </a:lnTo>
                  <a:lnTo>
                    <a:pt x="3919902" y="1264135"/>
                  </a:lnTo>
                  <a:lnTo>
                    <a:pt x="3919995" y="1264135"/>
                  </a:lnTo>
                  <a:lnTo>
                    <a:pt x="3920088" y="1264135"/>
                  </a:lnTo>
                  <a:lnTo>
                    <a:pt x="3920181" y="1264135"/>
                  </a:lnTo>
                  <a:lnTo>
                    <a:pt x="3920275" y="1264135"/>
                  </a:lnTo>
                  <a:lnTo>
                    <a:pt x="3920368" y="1264135"/>
                  </a:lnTo>
                  <a:lnTo>
                    <a:pt x="3920461" y="1264135"/>
                  </a:lnTo>
                  <a:lnTo>
                    <a:pt x="3920554" y="1264135"/>
                  </a:lnTo>
                  <a:lnTo>
                    <a:pt x="3920648" y="1264135"/>
                  </a:lnTo>
                  <a:lnTo>
                    <a:pt x="3920741" y="1264135"/>
                  </a:lnTo>
                  <a:lnTo>
                    <a:pt x="3920834" y="1264135"/>
                  </a:lnTo>
                  <a:lnTo>
                    <a:pt x="3920927" y="1264135"/>
                  </a:lnTo>
                  <a:lnTo>
                    <a:pt x="3921021" y="1264135"/>
                  </a:lnTo>
                  <a:lnTo>
                    <a:pt x="3921114" y="1264135"/>
                  </a:lnTo>
                  <a:lnTo>
                    <a:pt x="3921207" y="1264135"/>
                  </a:lnTo>
                  <a:lnTo>
                    <a:pt x="3921300" y="1264135"/>
                  </a:lnTo>
                  <a:lnTo>
                    <a:pt x="3921394" y="1264135"/>
                  </a:lnTo>
                  <a:lnTo>
                    <a:pt x="3921487" y="1264135"/>
                  </a:lnTo>
                  <a:lnTo>
                    <a:pt x="3921580" y="1264135"/>
                  </a:lnTo>
                  <a:lnTo>
                    <a:pt x="3921673" y="1264135"/>
                  </a:lnTo>
                  <a:lnTo>
                    <a:pt x="3921767" y="1264135"/>
                  </a:lnTo>
                  <a:lnTo>
                    <a:pt x="3921860" y="1264135"/>
                  </a:lnTo>
                  <a:lnTo>
                    <a:pt x="3921953" y="1264135"/>
                  </a:lnTo>
                  <a:lnTo>
                    <a:pt x="3922046" y="1264135"/>
                  </a:lnTo>
                  <a:lnTo>
                    <a:pt x="3922140" y="1264135"/>
                  </a:lnTo>
                  <a:lnTo>
                    <a:pt x="3922233" y="1264135"/>
                  </a:lnTo>
                  <a:lnTo>
                    <a:pt x="3922326" y="1264135"/>
                  </a:lnTo>
                  <a:lnTo>
                    <a:pt x="3922419" y="1264135"/>
                  </a:lnTo>
                  <a:lnTo>
                    <a:pt x="3922513" y="1264135"/>
                  </a:lnTo>
                  <a:lnTo>
                    <a:pt x="3922606" y="1264135"/>
                  </a:lnTo>
                  <a:lnTo>
                    <a:pt x="3922699" y="1264135"/>
                  </a:lnTo>
                  <a:lnTo>
                    <a:pt x="3922792" y="1264135"/>
                  </a:lnTo>
                  <a:lnTo>
                    <a:pt x="3922886" y="1264135"/>
                  </a:lnTo>
                  <a:lnTo>
                    <a:pt x="3922979" y="1264135"/>
                  </a:lnTo>
                  <a:lnTo>
                    <a:pt x="3923072" y="1264135"/>
                  </a:lnTo>
                  <a:lnTo>
                    <a:pt x="3923165" y="1264135"/>
                  </a:lnTo>
                  <a:lnTo>
                    <a:pt x="3923259" y="1264135"/>
                  </a:lnTo>
                  <a:lnTo>
                    <a:pt x="3923352" y="1264135"/>
                  </a:lnTo>
                  <a:lnTo>
                    <a:pt x="3923445" y="1264135"/>
                  </a:lnTo>
                  <a:lnTo>
                    <a:pt x="3923538" y="1264135"/>
                  </a:lnTo>
                  <a:lnTo>
                    <a:pt x="3923632" y="1264135"/>
                  </a:lnTo>
                  <a:lnTo>
                    <a:pt x="3923725" y="1264135"/>
                  </a:lnTo>
                  <a:lnTo>
                    <a:pt x="3923818" y="1264135"/>
                  </a:lnTo>
                  <a:lnTo>
                    <a:pt x="3923911" y="1264135"/>
                  </a:lnTo>
                  <a:lnTo>
                    <a:pt x="3924005" y="1264135"/>
                  </a:lnTo>
                  <a:lnTo>
                    <a:pt x="3924098" y="1264135"/>
                  </a:lnTo>
                  <a:lnTo>
                    <a:pt x="3924191" y="1264135"/>
                  </a:lnTo>
                  <a:lnTo>
                    <a:pt x="3924284" y="1264135"/>
                  </a:lnTo>
                  <a:lnTo>
                    <a:pt x="3924378" y="1264135"/>
                  </a:lnTo>
                  <a:lnTo>
                    <a:pt x="3924471" y="1264135"/>
                  </a:lnTo>
                  <a:lnTo>
                    <a:pt x="3924564" y="1264135"/>
                  </a:lnTo>
                  <a:lnTo>
                    <a:pt x="3924657" y="1264135"/>
                  </a:lnTo>
                  <a:lnTo>
                    <a:pt x="3924751" y="1264135"/>
                  </a:lnTo>
                  <a:lnTo>
                    <a:pt x="3924844" y="1264135"/>
                  </a:lnTo>
                  <a:lnTo>
                    <a:pt x="3924937" y="1264135"/>
                  </a:lnTo>
                  <a:lnTo>
                    <a:pt x="3925030" y="1264135"/>
                  </a:lnTo>
                  <a:lnTo>
                    <a:pt x="3925124" y="1264135"/>
                  </a:lnTo>
                  <a:lnTo>
                    <a:pt x="3925217" y="1264135"/>
                  </a:lnTo>
                  <a:lnTo>
                    <a:pt x="3925310" y="1264135"/>
                  </a:lnTo>
                  <a:lnTo>
                    <a:pt x="3925403" y="1264135"/>
                  </a:lnTo>
                  <a:lnTo>
                    <a:pt x="3925497" y="1264135"/>
                  </a:lnTo>
                  <a:lnTo>
                    <a:pt x="3925590" y="1264135"/>
                  </a:lnTo>
                  <a:lnTo>
                    <a:pt x="3925683" y="1264135"/>
                  </a:lnTo>
                  <a:lnTo>
                    <a:pt x="3925776" y="1264135"/>
                  </a:lnTo>
                  <a:lnTo>
                    <a:pt x="3925870" y="1264135"/>
                  </a:lnTo>
                  <a:lnTo>
                    <a:pt x="3925963" y="1264135"/>
                  </a:lnTo>
                  <a:lnTo>
                    <a:pt x="3926056" y="1264135"/>
                  </a:lnTo>
                  <a:lnTo>
                    <a:pt x="3926149" y="1264135"/>
                  </a:lnTo>
                  <a:lnTo>
                    <a:pt x="3926243" y="1264135"/>
                  </a:lnTo>
                  <a:lnTo>
                    <a:pt x="3926336" y="1264135"/>
                  </a:lnTo>
                  <a:lnTo>
                    <a:pt x="3926429" y="1264135"/>
                  </a:lnTo>
                  <a:lnTo>
                    <a:pt x="3926522" y="1264135"/>
                  </a:lnTo>
                  <a:lnTo>
                    <a:pt x="3926616" y="1264135"/>
                  </a:lnTo>
                  <a:lnTo>
                    <a:pt x="3926709" y="1264135"/>
                  </a:lnTo>
                  <a:lnTo>
                    <a:pt x="3926802" y="1264135"/>
                  </a:lnTo>
                  <a:lnTo>
                    <a:pt x="3926895" y="1264135"/>
                  </a:lnTo>
                  <a:lnTo>
                    <a:pt x="3926988" y="1264135"/>
                  </a:lnTo>
                  <a:lnTo>
                    <a:pt x="3927082" y="1264135"/>
                  </a:lnTo>
                  <a:lnTo>
                    <a:pt x="3927175" y="1264135"/>
                  </a:lnTo>
                  <a:lnTo>
                    <a:pt x="3927268" y="1264135"/>
                  </a:lnTo>
                  <a:lnTo>
                    <a:pt x="3927361" y="1264135"/>
                  </a:lnTo>
                  <a:lnTo>
                    <a:pt x="3927455" y="1264135"/>
                  </a:lnTo>
                  <a:lnTo>
                    <a:pt x="3927548" y="1264135"/>
                  </a:lnTo>
                  <a:lnTo>
                    <a:pt x="3927641" y="1264135"/>
                  </a:lnTo>
                  <a:lnTo>
                    <a:pt x="3927734" y="1264135"/>
                  </a:lnTo>
                  <a:lnTo>
                    <a:pt x="3927828" y="1264135"/>
                  </a:lnTo>
                  <a:lnTo>
                    <a:pt x="3927921" y="1264135"/>
                  </a:lnTo>
                  <a:lnTo>
                    <a:pt x="3928014" y="1264135"/>
                  </a:lnTo>
                  <a:lnTo>
                    <a:pt x="3928107" y="1264135"/>
                  </a:lnTo>
                  <a:lnTo>
                    <a:pt x="3928201" y="1264135"/>
                  </a:lnTo>
                  <a:lnTo>
                    <a:pt x="3928294" y="1264135"/>
                  </a:lnTo>
                  <a:lnTo>
                    <a:pt x="3928387" y="1264135"/>
                  </a:lnTo>
                  <a:lnTo>
                    <a:pt x="3928480" y="1264135"/>
                  </a:lnTo>
                  <a:lnTo>
                    <a:pt x="3928574" y="1264135"/>
                  </a:lnTo>
                  <a:lnTo>
                    <a:pt x="3928667" y="1264135"/>
                  </a:lnTo>
                  <a:lnTo>
                    <a:pt x="3928760" y="1264135"/>
                  </a:lnTo>
                  <a:lnTo>
                    <a:pt x="3928853" y="1264135"/>
                  </a:lnTo>
                  <a:lnTo>
                    <a:pt x="3928947" y="1264135"/>
                  </a:lnTo>
                  <a:lnTo>
                    <a:pt x="3929040" y="1264135"/>
                  </a:lnTo>
                  <a:lnTo>
                    <a:pt x="3929133" y="1264135"/>
                  </a:lnTo>
                  <a:lnTo>
                    <a:pt x="3929226" y="1264135"/>
                  </a:lnTo>
                  <a:lnTo>
                    <a:pt x="3929320" y="1264135"/>
                  </a:lnTo>
                  <a:lnTo>
                    <a:pt x="3929413" y="1264135"/>
                  </a:lnTo>
                  <a:lnTo>
                    <a:pt x="3929506" y="1264135"/>
                  </a:lnTo>
                  <a:lnTo>
                    <a:pt x="3929599" y="1264135"/>
                  </a:lnTo>
                  <a:lnTo>
                    <a:pt x="3929693" y="1264135"/>
                  </a:lnTo>
                  <a:lnTo>
                    <a:pt x="3929786" y="1264135"/>
                  </a:lnTo>
                  <a:lnTo>
                    <a:pt x="3929879" y="1264135"/>
                  </a:lnTo>
                  <a:lnTo>
                    <a:pt x="3929972" y="1264135"/>
                  </a:lnTo>
                  <a:lnTo>
                    <a:pt x="3930066" y="1264135"/>
                  </a:lnTo>
                  <a:lnTo>
                    <a:pt x="3930159" y="1264135"/>
                  </a:lnTo>
                  <a:lnTo>
                    <a:pt x="3930252" y="1264135"/>
                  </a:lnTo>
                  <a:lnTo>
                    <a:pt x="3930345" y="1264135"/>
                  </a:lnTo>
                  <a:lnTo>
                    <a:pt x="3930439" y="1264135"/>
                  </a:lnTo>
                  <a:lnTo>
                    <a:pt x="3930532" y="1264135"/>
                  </a:lnTo>
                  <a:lnTo>
                    <a:pt x="3930625" y="1264135"/>
                  </a:lnTo>
                  <a:lnTo>
                    <a:pt x="3930718" y="1264135"/>
                  </a:lnTo>
                  <a:lnTo>
                    <a:pt x="3930812" y="1264135"/>
                  </a:lnTo>
                  <a:lnTo>
                    <a:pt x="3930905" y="1264135"/>
                  </a:lnTo>
                  <a:lnTo>
                    <a:pt x="3930998" y="1264135"/>
                  </a:lnTo>
                  <a:lnTo>
                    <a:pt x="3931091" y="1264135"/>
                  </a:lnTo>
                  <a:lnTo>
                    <a:pt x="3931185" y="1264135"/>
                  </a:lnTo>
                  <a:lnTo>
                    <a:pt x="3931278" y="1264135"/>
                  </a:lnTo>
                  <a:lnTo>
                    <a:pt x="3931371" y="1264135"/>
                  </a:lnTo>
                  <a:lnTo>
                    <a:pt x="3931464" y="1264135"/>
                  </a:lnTo>
                  <a:lnTo>
                    <a:pt x="3931558" y="1264135"/>
                  </a:lnTo>
                  <a:lnTo>
                    <a:pt x="3931651" y="1264135"/>
                  </a:lnTo>
                  <a:lnTo>
                    <a:pt x="3931744" y="1264135"/>
                  </a:lnTo>
                  <a:lnTo>
                    <a:pt x="3931837" y="1264135"/>
                  </a:lnTo>
                  <a:lnTo>
                    <a:pt x="3931931" y="1264135"/>
                  </a:lnTo>
                  <a:lnTo>
                    <a:pt x="3932024" y="1264135"/>
                  </a:lnTo>
                  <a:lnTo>
                    <a:pt x="3932117" y="1264135"/>
                  </a:lnTo>
                  <a:lnTo>
                    <a:pt x="3932210" y="1264135"/>
                  </a:lnTo>
                  <a:lnTo>
                    <a:pt x="3932304" y="1264135"/>
                  </a:lnTo>
                  <a:lnTo>
                    <a:pt x="3932397" y="1264135"/>
                  </a:lnTo>
                  <a:lnTo>
                    <a:pt x="3932490" y="1264135"/>
                  </a:lnTo>
                  <a:lnTo>
                    <a:pt x="3932583" y="1264135"/>
                  </a:lnTo>
                  <a:lnTo>
                    <a:pt x="3932677" y="1264135"/>
                  </a:lnTo>
                  <a:lnTo>
                    <a:pt x="3932770" y="1264135"/>
                  </a:lnTo>
                  <a:lnTo>
                    <a:pt x="3932863" y="1264135"/>
                  </a:lnTo>
                  <a:lnTo>
                    <a:pt x="3932956" y="1264135"/>
                  </a:lnTo>
                  <a:lnTo>
                    <a:pt x="3933050" y="1264135"/>
                  </a:lnTo>
                  <a:lnTo>
                    <a:pt x="3933143" y="1264135"/>
                  </a:lnTo>
                  <a:lnTo>
                    <a:pt x="3933236" y="1264135"/>
                  </a:lnTo>
                  <a:lnTo>
                    <a:pt x="3933329" y="1264135"/>
                  </a:lnTo>
                  <a:lnTo>
                    <a:pt x="3933423" y="1264135"/>
                  </a:lnTo>
                  <a:lnTo>
                    <a:pt x="3933516" y="1264135"/>
                  </a:lnTo>
                  <a:lnTo>
                    <a:pt x="3933609" y="1264135"/>
                  </a:lnTo>
                  <a:lnTo>
                    <a:pt x="3933702" y="1264135"/>
                  </a:lnTo>
                  <a:lnTo>
                    <a:pt x="3933795" y="1264135"/>
                  </a:lnTo>
                  <a:lnTo>
                    <a:pt x="3933889" y="1264135"/>
                  </a:lnTo>
                  <a:lnTo>
                    <a:pt x="3933982" y="1264135"/>
                  </a:lnTo>
                  <a:lnTo>
                    <a:pt x="3934075" y="1264135"/>
                  </a:lnTo>
                  <a:lnTo>
                    <a:pt x="3934168" y="1264135"/>
                  </a:lnTo>
                  <a:lnTo>
                    <a:pt x="3934262" y="1264135"/>
                  </a:lnTo>
                  <a:lnTo>
                    <a:pt x="3934355" y="1264135"/>
                  </a:lnTo>
                  <a:lnTo>
                    <a:pt x="3934448" y="1264135"/>
                  </a:lnTo>
                  <a:lnTo>
                    <a:pt x="3934541" y="1264135"/>
                  </a:lnTo>
                  <a:lnTo>
                    <a:pt x="3934635" y="1264135"/>
                  </a:lnTo>
                  <a:lnTo>
                    <a:pt x="3934728" y="1264135"/>
                  </a:lnTo>
                  <a:lnTo>
                    <a:pt x="3934821" y="1264135"/>
                  </a:lnTo>
                  <a:lnTo>
                    <a:pt x="3934914" y="1264135"/>
                  </a:lnTo>
                  <a:lnTo>
                    <a:pt x="3935008" y="1264135"/>
                  </a:lnTo>
                  <a:lnTo>
                    <a:pt x="3935101" y="1264135"/>
                  </a:lnTo>
                  <a:lnTo>
                    <a:pt x="3935194" y="1264135"/>
                  </a:lnTo>
                  <a:lnTo>
                    <a:pt x="3935287" y="1264135"/>
                  </a:lnTo>
                  <a:lnTo>
                    <a:pt x="3935381" y="1264135"/>
                  </a:lnTo>
                  <a:lnTo>
                    <a:pt x="3935474" y="1264135"/>
                  </a:lnTo>
                  <a:lnTo>
                    <a:pt x="3935567" y="1264135"/>
                  </a:lnTo>
                  <a:lnTo>
                    <a:pt x="3935660" y="1264135"/>
                  </a:lnTo>
                  <a:lnTo>
                    <a:pt x="3935754" y="1264135"/>
                  </a:lnTo>
                  <a:lnTo>
                    <a:pt x="3935847" y="1264135"/>
                  </a:lnTo>
                  <a:lnTo>
                    <a:pt x="3935940" y="1264135"/>
                  </a:lnTo>
                  <a:lnTo>
                    <a:pt x="3936033" y="1264135"/>
                  </a:lnTo>
                  <a:lnTo>
                    <a:pt x="3936127" y="1264135"/>
                  </a:lnTo>
                  <a:lnTo>
                    <a:pt x="3936220" y="1264135"/>
                  </a:lnTo>
                  <a:lnTo>
                    <a:pt x="3936313" y="1264135"/>
                  </a:lnTo>
                  <a:lnTo>
                    <a:pt x="3936406" y="1264135"/>
                  </a:lnTo>
                  <a:lnTo>
                    <a:pt x="3936500" y="1264135"/>
                  </a:lnTo>
                  <a:lnTo>
                    <a:pt x="3936593" y="1264135"/>
                  </a:lnTo>
                  <a:lnTo>
                    <a:pt x="3936686" y="1264135"/>
                  </a:lnTo>
                  <a:lnTo>
                    <a:pt x="3936779" y="1264135"/>
                  </a:lnTo>
                  <a:lnTo>
                    <a:pt x="3936873" y="1264135"/>
                  </a:lnTo>
                  <a:lnTo>
                    <a:pt x="3936966" y="1264135"/>
                  </a:lnTo>
                  <a:lnTo>
                    <a:pt x="3937059" y="1264135"/>
                  </a:lnTo>
                  <a:lnTo>
                    <a:pt x="3937152" y="1264135"/>
                  </a:lnTo>
                  <a:lnTo>
                    <a:pt x="3937246" y="1264135"/>
                  </a:lnTo>
                  <a:lnTo>
                    <a:pt x="3937339" y="1264135"/>
                  </a:lnTo>
                  <a:lnTo>
                    <a:pt x="3937432" y="1264135"/>
                  </a:lnTo>
                  <a:lnTo>
                    <a:pt x="3937525" y="1264135"/>
                  </a:lnTo>
                  <a:lnTo>
                    <a:pt x="3937619" y="1264135"/>
                  </a:lnTo>
                  <a:lnTo>
                    <a:pt x="3937712" y="1264135"/>
                  </a:lnTo>
                  <a:lnTo>
                    <a:pt x="3937805" y="1264135"/>
                  </a:lnTo>
                  <a:lnTo>
                    <a:pt x="3937898" y="1264135"/>
                  </a:lnTo>
                  <a:lnTo>
                    <a:pt x="3937992" y="1264135"/>
                  </a:lnTo>
                  <a:lnTo>
                    <a:pt x="3938085" y="1264135"/>
                  </a:lnTo>
                  <a:lnTo>
                    <a:pt x="3938178" y="1264135"/>
                  </a:lnTo>
                  <a:lnTo>
                    <a:pt x="3938271" y="1264135"/>
                  </a:lnTo>
                  <a:lnTo>
                    <a:pt x="3938365" y="1264135"/>
                  </a:lnTo>
                  <a:lnTo>
                    <a:pt x="3938458" y="1264135"/>
                  </a:lnTo>
                  <a:lnTo>
                    <a:pt x="3938551" y="1264135"/>
                  </a:lnTo>
                  <a:lnTo>
                    <a:pt x="3938644" y="1264135"/>
                  </a:lnTo>
                  <a:lnTo>
                    <a:pt x="3938738" y="1264135"/>
                  </a:lnTo>
                  <a:lnTo>
                    <a:pt x="3938831" y="1264135"/>
                  </a:lnTo>
                  <a:lnTo>
                    <a:pt x="3938924" y="1264135"/>
                  </a:lnTo>
                  <a:lnTo>
                    <a:pt x="3939017" y="1264135"/>
                  </a:lnTo>
                  <a:lnTo>
                    <a:pt x="3939111" y="1264135"/>
                  </a:lnTo>
                  <a:lnTo>
                    <a:pt x="3939204" y="1264135"/>
                  </a:lnTo>
                  <a:lnTo>
                    <a:pt x="3939297" y="1264135"/>
                  </a:lnTo>
                  <a:lnTo>
                    <a:pt x="3939390" y="1264135"/>
                  </a:lnTo>
                  <a:lnTo>
                    <a:pt x="3939484" y="1264135"/>
                  </a:lnTo>
                  <a:lnTo>
                    <a:pt x="3939577" y="1264135"/>
                  </a:lnTo>
                  <a:lnTo>
                    <a:pt x="3939670" y="1264135"/>
                  </a:lnTo>
                  <a:lnTo>
                    <a:pt x="3939763" y="1264135"/>
                  </a:lnTo>
                  <a:lnTo>
                    <a:pt x="3939857" y="1264135"/>
                  </a:lnTo>
                  <a:lnTo>
                    <a:pt x="3939950" y="1264135"/>
                  </a:lnTo>
                  <a:lnTo>
                    <a:pt x="3940043" y="1264135"/>
                  </a:lnTo>
                  <a:lnTo>
                    <a:pt x="3940136" y="1264135"/>
                  </a:lnTo>
                  <a:lnTo>
                    <a:pt x="3940230" y="1264135"/>
                  </a:lnTo>
                  <a:lnTo>
                    <a:pt x="3940323" y="1264135"/>
                  </a:lnTo>
                  <a:lnTo>
                    <a:pt x="3940416" y="1264135"/>
                  </a:lnTo>
                  <a:lnTo>
                    <a:pt x="3940509" y="1264135"/>
                  </a:lnTo>
                  <a:lnTo>
                    <a:pt x="3940603" y="1264135"/>
                  </a:lnTo>
                  <a:lnTo>
                    <a:pt x="3940696" y="1264135"/>
                  </a:lnTo>
                  <a:lnTo>
                    <a:pt x="3940789" y="1264135"/>
                  </a:lnTo>
                  <a:lnTo>
                    <a:pt x="3940882" y="1264135"/>
                  </a:lnTo>
                  <a:lnTo>
                    <a:pt x="3940975" y="1264135"/>
                  </a:lnTo>
                  <a:lnTo>
                    <a:pt x="3941069" y="1264135"/>
                  </a:lnTo>
                  <a:lnTo>
                    <a:pt x="3941162" y="1264135"/>
                  </a:lnTo>
                  <a:lnTo>
                    <a:pt x="3941255" y="1264135"/>
                  </a:lnTo>
                  <a:lnTo>
                    <a:pt x="3941348" y="1264135"/>
                  </a:lnTo>
                  <a:lnTo>
                    <a:pt x="3941442" y="1264135"/>
                  </a:lnTo>
                  <a:lnTo>
                    <a:pt x="3941535" y="1264135"/>
                  </a:lnTo>
                  <a:lnTo>
                    <a:pt x="3941628" y="1264135"/>
                  </a:lnTo>
                  <a:lnTo>
                    <a:pt x="3941721" y="1264135"/>
                  </a:lnTo>
                  <a:lnTo>
                    <a:pt x="3941815" y="1264135"/>
                  </a:lnTo>
                  <a:lnTo>
                    <a:pt x="3941908" y="1264135"/>
                  </a:lnTo>
                  <a:lnTo>
                    <a:pt x="3942001" y="1264135"/>
                  </a:lnTo>
                  <a:lnTo>
                    <a:pt x="3942094" y="1264135"/>
                  </a:lnTo>
                  <a:lnTo>
                    <a:pt x="3942188" y="1264135"/>
                  </a:lnTo>
                  <a:lnTo>
                    <a:pt x="3942281" y="1264135"/>
                  </a:lnTo>
                  <a:lnTo>
                    <a:pt x="3942374" y="1264135"/>
                  </a:lnTo>
                  <a:lnTo>
                    <a:pt x="3942467" y="1264135"/>
                  </a:lnTo>
                  <a:lnTo>
                    <a:pt x="3942561" y="1264135"/>
                  </a:lnTo>
                  <a:lnTo>
                    <a:pt x="3942654" y="1264135"/>
                  </a:lnTo>
                  <a:lnTo>
                    <a:pt x="3942747" y="1264135"/>
                  </a:lnTo>
                  <a:lnTo>
                    <a:pt x="3942840" y="1264135"/>
                  </a:lnTo>
                  <a:lnTo>
                    <a:pt x="3942934" y="1264135"/>
                  </a:lnTo>
                  <a:lnTo>
                    <a:pt x="3943027" y="1264135"/>
                  </a:lnTo>
                  <a:lnTo>
                    <a:pt x="3943120" y="1264135"/>
                  </a:lnTo>
                  <a:lnTo>
                    <a:pt x="3943213" y="1264135"/>
                  </a:lnTo>
                  <a:lnTo>
                    <a:pt x="3943307" y="1264135"/>
                  </a:lnTo>
                  <a:lnTo>
                    <a:pt x="3943400" y="1264135"/>
                  </a:lnTo>
                  <a:lnTo>
                    <a:pt x="3943493" y="1264135"/>
                  </a:lnTo>
                  <a:lnTo>
                    <a:pt x="3943586" y="1264135"/>
                  </a:lnTo>
                  <a:lnTo>
                    <a:pt x="3943680" y="1264135"/>
                  </a:lnTo>
                  <a:lnTo>
                    <a:pt x="3943773" y="1264135"/>
                  </a:lnTo>
                  <a:lnTo>
                    <a:pt x="3943866" y="1264135"/>
                  </a:lnTo>
                  <a:lnTo>
                    <a:pt x="3943959" y="1264135"/>
                  </a:lnTo>
                  <a:lnTo>
                    <a:pt x="3944053" y="1264135"/>
                  </a:lnTo>
                  <a:lnTo>
                    <a:pt x="3944146" y="1264135"/>
                  </a:lnTo>
                  <a:lnTo>
                    <a:pt x="3944239" y="1264135"/>
                  </a:lnTo>
                  <a:lnTo>
                    <a:pt x="3944332" y="1264135"/>
                  </a:lnTo>
                  <a:lnTo>
                    <a:pt x="3944426" y="1264135"/>
                  </a:lnTo>
                  <a:lnTo>
                    <a:pt x="3944519" y="1264135"/>
                  </a:lnTo>
                  <a:lnTo>
                    <a:pt x="3944612" y="1264135"/>
                  </a:lnTo>
                  <a:lnTo>
                    <a:pt x="3944705" y="1264135"/>
                  </a:lnTo>
                  <a:lnTo>
                    <a:pt x="3944799" y="1264135"/>
                  </a:lnTo>
                  <a:lnTo>
                    <a:pt x="3944892" y="1264135"/>
                  </a:lnTo>
                  <a:lnTo>
                    <a:pt x="3944985" y="1264135"/>
                  </a:lnTo>
                  <a:lnTo>
                    <a:pt x="3945078" y="1264135"/>
                  </a:lnTo>
                  <a:lnTo>
                    <a:pt x="3945172" y="1264135"/>
                  </a:lnTo>
                  <a:lnTo>
                    <a:pt x="3945265" y="1264135"/>
                  </a:lnTo>
                  <a:lnTo>
                    <a:pt x="3945358" y="1264135"/>
                  </a:lnTo>
                  <a:lnTo>
                    <a:pt x="3945451" y="1264135"/>
                  </a:lnTo>
                  <a:lnTo>
                    <a:pt x="3945545" y="1264135"/>
                  </a:lnTo>
                  <a:lnTo>
                    <a:pt x="3945638" y="1264135"/>
                  </a:lnTo>
                  <a:lnTo>
                    <a:pt x="3945731" y="1264135"/>
                  </a:lnTo>
                  <a:lnTo>
                    <a:pt x="3945824" y="1264135"/>
                  </a:lnTo>
                  <a:lnTo>
                    <a:pt x="3945918" y="1264135"/>
                  </a:lnTo>
                  <a:lnTo>
                    <a:pt x="3946011" y="1264135"/>
                  </a:lnTo>
                  <a:lnTo>
                    <a:pt x="3946104" y="1264135"/>
                  </a:lnTo>
                  <a:lnTo>
                    <a:pt x="3946197" y="1264135"/>
                  </a:lnTo>
                  <a:lnTo>
                    <a:pt x="3946291" y="1264135"/>
                  </a:lnTo>
                  <a:lnTo>
                    <a:pt x="3946384" y="1264135"/>
                  </a:lnTo>
                  <a:lnTo>
                    <a:pt x="3946477" y="1264135"/>
                  </a:lnTo>
                  <a:lnTo>
                    <a:pt x="3946570" y="1264135"/>
                  </a:lnTo>
                  <a:lnTo>
                    <a:pt x="3946664" y="1264135"/>
                  </a:lnTo>
                  <a:lnTo>
                    <a:pt x="3946757" y="1264135"/>
                  </a:lnTo>
                  <a:lnTo>
                    <a:pt x="3946850" y="1264135"/>
                  </a:lnTo>
                  <a:lnTo>
                    <a:pt x="3946943" y="1264135"/>
                  </a:lnTo>
                  <a:lnTo>
                    <a:pt x="3947037" y="1264135"/>
                  </a:lnTo>
                  <a:lnTo>
                    <a:pt x="3947130" y="1264135"/>
                  </a:lnTo>
                  <a:lnTo>
                    <a:pt x="3947223" y="1264135"/>
                  </a:lnTo>
                  <a:lnTo>
                    <a:pt x="3947316" y="1264135"/>
                  </a:lnTo>
                  <a:lnTo>
                    <a:pt x="3947410" y="1264135"/>
                  </a:lnTo>
                  <a:lnTo>
                    <a:pt x="3947503" y="1264135"/>
                  </a:lnTo>
                  <a:lnTo>
                    <a:pt x="3947596" y="1264135"/>
                  </a:lnTo>
                  <a:lnTo>
                    <a:pt x="3947689" y="1264135"/>
                  </a:lnTo>
                  <a:lnTo>
                    <a:pt x="3947782" y="1264135"/>
                  </a:lnTo>
                  <a:lnTo>
                    <a:pt x="3947876" y="1264135"/>
                  </a:lnTo>
                  <a:lnTo>
                    <a:pt x="3947969" y="1264135"/>
                  </a:lnTo>
                  <a:lnTo>
                    <a:pt x="3948062" y="1264135"/>
                  </a:lnTo>
                  <a:lnTo>
                    <a:pt x="3948155" y="1264135"/>
                  </a:lnTo>
                  <a:lnTo>
                    <a:pt x="3948249" y="1264135"/>
                  </a:lnTo>
                  <a:lnTo>
                    <a:pt x="3948342" y="1264135"/>
                  </a:lnTo>
                  <a:lnTo>
                    <a:pt x="3948435" y="1264135"/>
                  </a:lnTo>
                  <a:lnTo>
                    <a:pt x="3948528" y="1264135"/>
                  </a:lnTo>
                  <a:lnTo>
                    <a:pt x="3948622" y="1264135"/>
                  </a:lnTo>
                  <a:lnTo>
                    <a:pt x="3948715" y="1264135"/>
                  </a:lnTo>
                  <a:lnTo>
                    <a:pt x="3948715" y="1254181"/>
                  </a:lnTo>
                  <a:lnTo>
                    <a:pt x="3948808" y="1254181"/>
                  </a:lnTo>
                  <a:lnTo>
                    <a:pt x="3948901" y="1254181"/>
                  </a:lnTo>
                  <a:lnTo>
                    <a:pt x="3948995" y="1254181"/>
                  </a:lnTo>
                  <a:lnTo>
                    <a:pt x="3949088" y="1254181"/>
                  </a:lnTo>
                  <a:lnTo>
                    <a:pt x="3949181" y="1254181"/>
                  </a:lnTo>
                  <a:lnTo>
                    <a:pt x="3949274" y="1254181"/>
                  </a:lnTo>
                  <a:lnTo>
                    <a:pt x="3949368" y="1254181"/>
                  </a:lnTo>
                  <a:lnTo>
                    <a:pt x="3949461" y="1254181"/>
                  </a:lnTo>
                  <a:lnTo>
                    <a:pt x="3949554" y="1254181"/>
                  </a:lnTo>
                  <a:lnTo>
                    <a:pt x="3949647" y="1254181"/>
                  </a:lnTo>
                  <a:lnTo>
                    <a:pt x="3949741" y="1254181"/>
                  </a:lnTo>
                  <a:lnTo>
                    <a:pt x="3949834" y="1254181"/>
                  </a:lnTo>
                  <a:lnTo>
                    <a:pt x="3949927" y="1254181"/>
                  </a:lnTo>
                  <a:lnTo>
                    <a:pt x="3950020" y="1254181"/>
                  </a:lnTo>
                  <a:lnTo>
                    <a:pt x="3950114" y="1254181"/>
                  </a:lnTo>
                  <a:lnTo>
                    <a:pt x="3950207" y="1254181"/>
                  </a:lnTo>
                  <a:lnTo>
                    <a:pt x="3950300" y="1254181"/>
                  </a:lnTo>
                  <a:lnTo>
                    <a:pt x="3950393" y="1254181"/>
                  </a:lnTo>
                  <a:lnTo>
                    <a:pt x="3950487" y="1254181"/>
                  </a:lnTo>
                  <a:lnTo>
                    <a:pt x="3950580" y="1254181"/>
                  </a:lnTo>
                  <a:lnTo>
                    <a:pt x="3950673" y="1254181"/>
                  </a:lnTo>
                  <a:lnTo>
                    <a:pt x="3950766" y="1254181"/>
                  </a:lnTo>
                  <a:lnTo>
                    <a:pt x="3950860" y="1254181"/>
                  </a:lnTo>
                  <a:lnTo>
                    <a:pt x="3950953" y="1254181"/>
                  </a:lnTo>
                  <a:lnTo>
                    <a:pt x="3951046" y="1254181"/>
                  </a:lnTo>
                  <a:lnTo>
                    <a:pt x="3951139" y="1254181"/>
                  </a:lnTo>
                  <a:lnTo>
                    <a:pt x="3951233" y="1254181"/>
                  </a:lnTo>
                  <a:lnTo>
                    <a:pt x="3951326" y="1254181"/>
                  </a:lnTo>
                  <a:lnTo>
                    <a:pt x="3951419" y="1254181"/>
                  </a:lnTo>
                  <a:lnTo>
                    <a:pt x="3951512" y="1254181"/>
                  </a:lnTo>
                  <a:lnTo>
                    <a:pt x="3951606" y="1254181"/>
                  </a:lnTo>
                  <a:lnTo>
                    <a:pt x="3951699" y="1254181"/>
                  </a:lnTo>
                  <a:lnTo>
                    <a:pt x="3951792" y="1254181"/>
                  </a:lnTo>
                  <a:lnTo>
                    <a:pt x="3951885" y="1254181"/>
                  </a:lnTo>
                  <a:lnTo>
                    <a:pt x="3951979" y="1254181"/>
                  </a:lnTo>
                  <a:lnTo>
                    <a:pt x="3952072" y="1254181"/>
                  </a:lnTo>
                  <a:lnTo>
                    <a:pt x="3952165" y="1254181"/>
                  </a:lnTo>
                  <a:lnTo>
                    <a:pt x="3952258" y="1254181"/>
                  </a:lnTo>
                  <a:lnTo>
                    <a:pt x="3952352" y="1254181"/>
                  </a:lnTo>
                  <a:lnTo>
                    <a:pt x="3952445" y="1254181"/>
                  </a:lnTo>
                  <a:lnTo>
                    <a:pt x="3952538" y="1254181"/>
                  </a:lnTo>
                  <a:lnTo>
                    <a:pt x="3952631" y="1254181"/>
                  </a:lnTo>
                  <a:lnTo>
                    <a:pt x="3952725" y="1254181"/>
                  </a:lnTo>
                  <a:lnTo>
                    <a:pt x="3952818" y="1254181"/>
                  </a:lnTo>
                  <a:lnTo>
                    <a:pt x="3952818" y="1244227"/>
                  </a:lnTo>
                  <a:lnTo>
                    <a:pt x="3952911" y="1244227"/>
                  </a:lnTo>
                  <a:lnTo>
                    <a:pt x="3953004" y="1244227"/>
                  </a:lnTo>
                  <a:lnTo>
                    <a:pt x="3953098" y="1244227"/>
                  </a:lnTo>
                  <a:lnTo>
                    <a:pt x="3953191" y="1244227"/>
                  </a:lnTo>
                  <a:lnTo>
                    <a:pt x="3953284" y="1244227"/>
                  </a:lnTo>
                  <a:lnTo>
                    <a:pt x="3953377" y="1244227"/>
                  </a:lnTo>
                  <a:lnTo>
                    <a:pt x="3953471" y="1244227"/>
                  </a:lnTo>
                  <a:lnTo>
                    <a:pt x="3953564" y="1244227"/>
                  </a:lnTo>
                  <a:lnTo>
                    <a:pt x="3953657" y="1244227"/>
                  </a:lnTo>
                  <a:lnTo>
                    <a:pt x="3953750" y="1244227"/>
                  </a:lnTo>
                  <a:lnTo>
                    <a:pt x="3953844" y="1244227"/>
                  </a:lnTo>
                  <a:lnTo>
                    <a:pt x="3953937" y="1244227"/>
                  </a:lnTo>
                  <a:lnTo>
                    <a:pt x="3954030" y="1244227"/>
                  </a:lnTo>
                  <a:lnTo>
                    <a:pt x="3954123" y="1244227"/>
                  </a:lnTo>
                  <a:lnTo>
                    <a:pt x="3954217" y="1244227"/>
                  </a:lnTo>
                  <a:lnTo>
                    <a:pt x="3954310" y="1244227"/>
                  </a:lnTo>
                  <a:lnTo>
                    <a:pt x="3954403" y="1244227"/>
                  </a:lnTo>
                  <a:lnTo>
                    <a:pt x="3954496" y="1244227"/>
                  </a:lnTo>
                  <a:lnTo>
                    <a:pt x="3954589" y="1244227"/>
                  </a:lnTo>
                  <a:lnTo>
                    <a:pt x="3954683" y="1244227"/>
                  </a:lnTo>
                  <a:lnTo>
                    <a:pt x="3954776" y="1244227"/>
                  </a:lnTo>
                  <a:lnTo>
                    <a:pt x="3954869" y="1244227"/>
                  </a:lnTo>
                  <a:lnTo>
                    <a:pt x="3954962" y="1244227"/>
                  </a:lnTo>
                  <a:lnTo>
                    <a:pt x="3955056" y="1244227"/>
                  </a:lnTo>
                  <a:lnTo>
                    <a:pt x="3955149" y="1244227"/>
                  </a:lnTo>
                  <a:lnTo>
                    <a:pt x="3955242" y="1244227"/>
                  </a:lnTo>
                  <a:lnTo>
                    <a:pt x="3955335" y="1244227"/>
                  </a:lnTo>
                  <a:lnTo>
                    <a:pt x="3955429" y="1244227"/>
                  </a:lnTo>
                  <a:lnTo>
                    <a:pt x="3955522" y="1244227"/>
                  </a:lnTo>
                  <a:lnTo>
                    <a:pt x="3955615" y="1244227"/>
                  </a:lnTo>
                  <a:lnTo>
                    <a:pt x="3955708" y="1244227"/>
                  </a:lnTo>
                  <a:lnTo>
                    <a:pt x="3955802" y="1244227"/>
                  </a:lnTo>
                  <a:lnTo>
                    <a:pt x="3955895" y="1244227"/>
                  </a:lnTo>
                  <a:lnTo>
                    <a:pt x="3955988" y="1244227"/>
                  </a:lnTo>
                  <a:lnTo>
                    <a:pt x="3956081" y="1244227"/>
                  </a:lnTo>
                  <a:lnTo>
                    <a:pt x="3956175" y="1244227"/>
                  </a:lnTo>
                  <a:lnTo>
                    <a:pt x="3956268" y="1244227"/>
                  </a:lnTo>
                  <a:lnTo>
                    <a:pt x="3956361" y="1244227"/>
                  </a:lnTo>
                  <a:lnTo>
                    <a:pt x="3956454" y="1244227"/>
                  </a:lnTo>
                  <a:lnTo>
                    <a:pt x="3956548" y="1244227"/>
                  </a:lnTo>
                  <a:lnTo>
                    <a:pt x="3956641" y="1244227"/>
                  </a:lnTo>
                  <a:lnTo>
                    <a:pt x="3956734" y="1244227"/>
                  </a:lnTo>
                  <a:lnTo>
                    <a:pt x="3956827" y="1244227"/>
                  </a:lnTo>
                  <a:lnTo>
                    <a:pt x="3956921" y="1244227"/>
                  </a:lnTo>
                  <a:lnTo>
                    <a:pt x="3957014" y="1244227"/>
                  </a:lnTo>
                  <a:lnTo>
                    <a:pt x="3957107" y="1244227"/>
                  </a:lnTo>
                  <a:lnTo>
                    <a:pt x="3957200" y="1244227"/>
                  </a:lnTo>
                  <a:lnTo>
                    <a:pt x="3957294" y="1244227"/>
                  </a:lnTo>
                  <a:lnTo>
                    <a:pt x="3957387" y="1244227"/>
                  </a:lnTo>
                  <a:lnTo>
                    <a:pt x="3957480" y="1244227"/>
                  </a:lnTo>
                  <a:lnTo>
                    <a:pt x="3957573" y="1244227"/>
                  </a:lnTo>
                  <a:lnTo>
                    <a:pt x="3957667" y="1244227"/>
                  </a:lnTo>
                  <a:lnTo>
                    <a:pt x="3957760" y="1244227"/>
                  </a:lnTo>
                  <a:lnTo>
                    <a:pt x="3957853" y="1244227"/>
                  </a:lnTo>
                  <a:lnTo>
                    <a:pt x="3957946" y="1244227"/>
                  </a:lnTo>
                  <a:lnTo>
                    <a:pt x="3958040" y="1244227"/>
                  </a:lnTo>
                  <a:lnTo>
                    <a:pt x="3958133" y="1244227"/>
                  </a:lnTo>
                  <a:lnTo>
                    <a:pt x="3958226" y="1244227"/>
                  </a:lnTo>
                  <a:lnTo>
                    <a:pt x="3958319" y="1244227"/>
                  </a:lnTo>
                  <a:lnTo>
                    <a:pt x="3958413" y="1244227"/>
                  </a:lnTo>
                  <a:lnTo>
                    <a:pt x="3958506" y="1244227"/>
                  </a:lnTo>
                  <a:lnTo>
                    <a:pt x="3958599" y="1244227"/>
                  </a:lnTo>
                  <a:lnTo>
                    <a:pt x="3958692" y="1244227"/>
                  </a:lnTo>
                  <a:lnTo>
                    <a:pt x="3958786" y="1244227"/>
                  </a:lnTo>
                  <a:lnTo>
                    <a:pt x="3958879" y="1244227"/>
                  </a:lnTo>
                  <a:lnTo>
                    <a:pt x="3958972" y="1244227"/>
                  </a:lnTo>
                  <a:lnTo>
                    <a:pt x="3959065" y="1244227"/>
                  </a:lnTo>
                  <a:lnTo>
                    <a:pt x="3959159" y="1244227"/>
                  </a:lnTo>
                  <a:lnTo>
                    <a:pt x="3959252" y="1244227"/>
                  </a:lnTo>
                  <a:lnTo>
                    <a:pt x="3959345" y="1244227"/>
                  </a:lnTo>
                  <a:lnTo>
                    <a:pt x="3959438" y="1244227"/>
                  </a:lnTo>
                  <a:lnTo>
                    <a:pt x="3959532" y="1244227"/>
                  </a:lnTo>
                  <a:lnTo>
                    <a:pt x="3959625" y="1244227"/>
                  </a:lnTo>
                  <a:lnTo>
                    <a:pt x="3959718" y="1244227"/>
                  </a:lnTo>
                  <a:lnTo>
                    <a:pt x="3959811" y="1244227"/>
                  </a:lnTo>
                  <a:lnTo>
                    <a:pt x="3959905" y="1244227"/>
                  </a:lnTo>
                  <a:lnTo>
                    <a:pt x="3959998" y="1244227"/>
                  </a:lnTo>
                  <a:lnTo>
                    <a:pt x="3960091" y="1244227"/>
                  </a:lnTo>
                  <a:lnTo>
                    <a:pt x="3960184" y="1244227"/>
                  </a:lnTo>
                  <a:lnTo>
                    <a:pt x="3960278" y="1244227"/>
                  </a:lnTo>
                  <a:lnTo>
                    <a:pt x="3960371" y="1244227"/>
                  </a:lnTo>
                  <a:lnTo>
                    <a:pt x="3960464" y="1244227"/>
                  </a:lnTo>
                  <a:lnTo>
                    <a:pt x="3960557" y="1244227"/>
                  </a:lnTo>
                  <a:lnTo>
                    <a:pt x="3960651" y="1244227"/>
                  </a:lnTo>
                  <a:lnTo>
                    <a:pt x="3960744" y="1244227"/>
                  </a:lnTo>
                  <a:lnTo>
                    <a:pt x="3960837" y="1244227"/>
                  </a:lnTo>
                  <a:lnTo>
                    <a:pt x="3960930" y="1244227"/>
                  </a:lnTo>
                  <a:lnTo>
                    <a:pt x="3961024" y="1244227"/>
                  </a:lnTo>
                  <a:lnTo>
                    <a:pt x="3961117" y="1244227"/>
                  </a:lnTo>
                  <a:lnTo>
                    <a:pt x="3961210" y="1244227"/>
                  </a:lnTo>
                  <a:lnTo>
                    <a:pt x="3961303" y="1244227"/>
                  </a:lnTo>
                  <a:lnTo>
                    <a:pt x="3961397" y="1244227"/>
                  </a:lnTo>
                  <a:lnTo>
                    <a:pt x="3961490" y="1244227"/>
                  </a:lnTo>
                  <a:lnTo>
                    <a:pt x="3961583" y="1244227"/>
                  </a:lnTo>
                  <a:lnTo>
                    <a:pt x="3961676" y="1244227"/>
                  </a:lnTo>
                  <a:lnTo>
                    <a:pt x="3961769" y="1244227"/>
                  </a:lnTo>
                  <a:lnTo>
                    <a:pt x="3961863" y="1244227"/>
                  </a:lnTo>
                  <a:lnTo>
                    <a:pt x="3961956" y="1244227"/>
                  </a:lnTo>
                  <a:lnTo>
                    <a:pt x="3962049" y="1244227"/>
                  </a:lnTo>
                  <a:lnTo>
                    <a:pt x="3962142" y="1244227"/>
                  </a:lnTo>
                  <a:lnTo>
                    <a:pt x="3962236" y="1244227"/>
                  </a:lnTo>
                  <a:lnTo>
                    <a:pt x="3962329" y="1244227"/>
                  </a:lnTo>
                  <a:lnTo>
                    <a:pt x="3962422" y="1244227"/>
                  </a:lnTo>
                  <a:lnTo>
                    <a:pt x="3962515" y="1244227"/>
                  </a:lnTo>
                  <a:lnTo>
                    <a:pt x="3962609" y="1244227"/>
                  </a:lnTo>
                  <a:lnTo>
                    <a:pt x="3962702" y="1244227"/>
                  </a:lnTo>
                  <a:lnTo>
                    <a:pt x="3962795" y="1244227"/>
                  </a:lnTo>
                  <a:lnTo>
                    <a:pt x="3962888" y="1244227"/>
                  </a:lnTo>
                  <a:lnTo>
                    <a:pt x="3962982" y="1244227"/>
                  </a:lnTo>
                  <a:lnTo>
                    <a:pt x="3963075" y="1244227"/>
                  </a:lnTo>
                  <a:lnTo>
                    <a:pt x="3963168" y="1244227"/>
                  </a:lnTo>
                  <a:lnTo>
                    <a:pt x="3963261" y="1244227"/>
                  </a:lnTo>
                  <a:lnTo>
                    <a:pt x="3963355" y="1244227"/>
                  </a:lnTo>
                  <a:lnTo>
                    <a:pt x="3963448" y="1244227"/>
                  </a:lnTo>
                  <a:lnTo>
                    <a:pt x="3963541" y="1244227"/>
                  </a:lnTo>
                  <a:lnTo>
                    <a:pt x="3963634" y="1244227"/>
                  </a:lnTo>
                  <a:lnTo>
                    <a:pt x="3963728" y="1244227"/>
                  </a:lnTo>
                  <a:lnTo>
                    <a:pt x="3963821" y="1244227"/>
                  </a:lnTo>
                  <a:lnTo>
                    <a:pt x="3963914" y="1244227"/>
                  </a:lnTo>
                  <a:lnTo>
                    <a:pt x="3964007" y="1244227"/>
                  </a:lnTo>
                  <a:lnTo>
                    <a:pt x="3964101" y="1244227"/>
                  </a:lnTo>
                  <a:lnTo>
                    <a:pt x="3964194" y="1244227"/>
                  </a:lnTo>
                  <a:lnTo>
                    <a:pt x="3964287" y="1244227"/>
                  </a:lnTo>
                  <a:lnTo>
                    <a:pt x="3964380" y="1244227"/>
                  </a:lnTo>
                  <a:lnTo>
                    <a:pt x="3964474" y="1244227"/>
                  </a:lnTo>
                  <a:lnTo>
                    <a:pt x="3964567" y="1244227"/>
                  </a:lnTo>
                  <a:lnTo>
                    <a:pt x="3964660" y="1244227"/>
                  </a:lnTo>
                  <a:lnTo>
                    <a:pt x="3964753" y="1244227"/>
                  </a:lnTo>
                  <a:lnTo>
                    <a:pt x="3964847" y="1244227"/>
                  </a:lnTo>
                  <a:lnTo>
                    <a:pt x="3964940" y="1244227"/>
                  </a:lnTo>
                  <a:lnTo>
                    <a:pt x="3965033" y="1244227"/>
                  </a:lnTo>
                  <a:lnTo>
                    <a:pt x="3965126" y="1244227"/>
                  </a:lnTo>
                  <a:lnTo>
                    <a:pt x="3965220" y="1244227"/>
                  </a:lnTo>
                  <a:lnTo>
                    <a:pt x="3965313" y="1244227"/>
                  </a:lnTo>
                  <a:lnTo>
                    <a:pt x="3965406" y="1244227"/>
                  </a:lnTo>
                  <a:lnTo>
                    <a:pt x="3965499" y="1244227"/>
                  </a:lnTo>
                  <a:lnTo>
                    <a:pt x="3965593" y="1244227"/>
                  </a:lnTo>
                  <a:lnTo>
                    <a:pt x="3965686" y="1244227"/>
                  </a:lnTo>
                  <a:lnTo>
                    <a:pt x="3965779" y="1244227"/>
                  </a:lnTo>
                  <a:lnTo>
                    <a:pt x="3965872" y="1244227"/>
                  </a:lnTo>
                  <a:lnTo>
                    <a:pt x="3965966" y="1244227"/>
                  </a:lnTo>
                  <a:lnTo>
                    <a:pt x="3966059" y="1244227"/>
                  </a:lnTo>
                  <a:lnTo>
                    <a:pt x="3966152" y="1244227"/>
                  </a:lnTo>
                  <a:lnTo>
                    <a:pt x="3966245" y="1244227"/>
                  </a:lnTo>
                  <a:lnTo>
                    <a:pt x="3966339" y="1244227"/>
                  </a:lnTo>
                  <a:lnTo>
                    <a:pt x="3966432" y="1244227"/>
                  </a:lnTo>
                  <a:lnTo>
                    <a:pt x="3966525" y="1244227"/>
                  </a:lnTo>
                  <a:lnTo>
                    <a:pt x="3966618" y="1244227"/>
                  </a:lnTo>
                  <a:lnTo>
                    <a:pt x="3966712" y="1244227"/>
                  </a:lnTo>
                  <a:lnTo>
                    <a:pt x="3966805" y="1244227"/>
                  </a:lnTo>
                  <a:lnTo>
                    <a:pt x="3966898" y="1244227"/>
                  </a:lnTo>
                  <a:lnTo>
                    <a:pt x="3966991" y="1244227"/>
                  </a:lnTo>
                  <a:lnTo>
                    <a:pt x="3967085" y="1244227"/>
                  </a:lnTo>
                  <a:lnTo>
                    <a:pt x="3967178" y="1244227"/>
                  </a:lnTo>
                  <a:lnTo>
                    <a:pt x="3967271" y="1244227"/>
                  </a:lnTo>
                  <a:lnTo>
                    <a:pt x="3967364" y="1244227"/>
                  </a:lnTo>
                  <a:lnTo>
                    <a:pt x="3967458" y="1244227"/>
                  </a:lnTo>
                  <a:lnTo>
                    <a:pt x="3967551" y="1244227"/>
                  </a:lnTo>
                  <a:lnTo>
                    <a:pt x="3967644" y="1244227"/>
                  </a:lnTo>
                  <a:lnTo>
                    <a:pt x="3967737" y="1244227"/>
                  </a:lnTo>
                  <a:lnTo>
                    <a:pt x="3967831" y="1244227"/>
                  </a:lnTo>
                  <a:lnTo>
                    <a:pt x="3967924" y="1244227"/>
                  </a:lnTo>
                  <a:lnTo>
                    <a:pt x="3968017" y="1244227"/>
                  </a:lnTo>
                  <a:lnTo>
                    <a:pt x="3968110" y="1244227"/>
                  </a:lnTo>
                  <a:lnTo>
                    <a:pt x="3968204" y="1244227"/>
                  </a:lnTo>
                  <a:lnTo>
                    <a:pt x="3968297" y="1244227"/>
                  </a:lnTo>
                  <a:lnTo>
                    <a:pt x="3968390" y="1244227"/>
                  </a:lnTo>
                  <a:lnTo>
                    <a:pt x="3968483" y="1244227"/>
                  </a:lnTo>
                  <a:lnTo>
                    <a:pt x="3968576" y="1244227"/>
                  </a:lnTo>
                  <a:lnTo>
                    <a:pt x="3968670" y="1244227"/>
                  </a:lnTo>
                  <a:lnTo>
                    <a:pt x="3968763" y="1244227"/>
                  </a:lnTo>
                  <a:lnTo>
                    <a:pt x="3968856" y="1244227"/>
                  </a:lnTo>
                  <a:lnTo>
                    <a:pt x="3968949" y="1244227"/>
                  </a:lnTo>
                  <a:lnTo>
                    <a:pt x="3969043" y="1244227"/>
                  </a:lnTo>
                  <a:lnTo>
                    <a:pt x="3969136" y="1244227"/>
                  </a:lnTo>
                  <a:lnTo>
                    <a:pt x="3969229" y="1244227"/>
                  </a:lnTo>
                  <a:lnTo>
                    <a:pt x="3969322" y="1244227"/>
                  </a:lnTo>
                  <a:lnTo>
                    <a:pt x="3969416" y="1244227"/>
                  </a:lnTo>
                  <a:lnTo>
                    <a:pt x="3969509" y="1244227"/>
                  </a:lnTo>
                  <a:lnTo>
                    <a:pt x="3969602" y="1244227"/>
                  </a:lnTo>
                  <a:lnTo>
                    <a:pt x="3969695" y="1244227"/>
                  </a:lnTo>
                  <a:lnTo>
                    <a:pt x="3969789" y="1244227"/>
                  </a:lnTo>
                  <a:lnTo>
                    <a:pt x="3969882" y="1244227"/>
                  </a:lnTo>
                  <a:lnTo>
                    <a:pt x="3969975" y="1244227"/>
                  </a:lnTo>
                  <a:lnTo>
                    <a:pt x="3970068" y="1244227"/>
                  </a:lnTo>
                  <a:lnTo>
                    <a:pt x="3970162" y="1244227"/>
                  </a:lnTo>
                  <a:lnTo>
                    <a:pt x="3970255" y="1244227"/>
                  </a:lnTo>
                  <a:lnTo>
                    <a:pt x="3970348" y="1244227"/>
                  </a:lnTo>
                  <a:lnTo>
                    <a:pt x="3970441" y="1244227"/>
                  </a:lnTo>
                  <a:lnTo>
                    <a:pt x="3970535" y="1244227"/>
                  </a:lnTo>
                  <a:lnTo>
                    <a:pt x="3970628" y="1244227"/>
                  </a:lnTo>
                  <a:lnTo>
                    <a:pt x="3970721" y="1244227"/>
                  </a:lnTo>
                  <a:lnTo>
                    <a:pt x="3970814" y="1244227"/>
                  </a:lnTo>
                  <a:lnTo>
                    <a:pt x="3970908" y="1244227"/>
                  </a:lnTo>
                  <a:lnTo>
                    <a:pt x="3971001" y="1244227"/>
                  </a:lnTo>
                  <a:lnTo>
                    <a:pt x="3971094" y="1244227"/>
                  </a:lnTo>
                  <a:lnTo>
                    <a:pt x="3971187" y="1244227"/>
                  </a:lnTo>
                  <a:lnTo>
                    <a:pt x="3971281" y="1244227"/>
                  </a:lnTo>
                  <a:lnTo>
                    <a:pt x="3971374" y="1244227"/>
                  </a:lnTo>
                  <a:lnTo>
                    <a:pt x="3971467" y="1244227"/>
                  </a:lnTo>
                  <a:lnTo>
                    <a:pt x="3971560" y="1244227"/>
                  </a:lnTo>
                  <a:lnTo>
                    <a:pt x="3971654" y="1244227"/>
                  </a:lnTo>
                  <a:lnTo>
                    <a:pt x="3971747" y="1244227"/>
                  </a:lnTo>
                  <a:lnTo>
                    <a:pt x="3971840" y="1244227"/>
                  </a:lnTo>
                  <a:lnTo>
                    <a:pt x="3971933" y="1244227"/>
                  </a:lnTo>
                  <a:lnTo>
                    <a:pt x="3972027" y="1244227"/>
                  </a:lnTo>
                  <a:lnTo>
                    <a:pt x="3972120" y="1244227"/>
                  </a:lnTo>
                  <a:lnTo>
                    <a:pt x="3972213" y="1244227"/>
                  </a:lnTo>
                  <a:lnTo>
                    <a:pt x="3972306" y="1244227"/>
                  </a:lnTo>
                  <a:lnTo>
                    <a:pt x="3972400" y="1244227"/>
                  </a:lnTo>
                  <a:lnTo>
                    <a:pt x="3972493" y="1244227"/>
                  </a:lnTo>
                  <a:lnTo>
                    <a:pt x="3972586" y="1244227"/>
                  </a:lnTo>
                  <a:lnTo>
                    <a:pt x="3972679" y="1244227"/>
                  </a:lnTo>
                  <a:lnTo>
                    <a:pt x="3972773" y="1244227"/>
                  </a:lnTo>
                  <a:lnTo>
                    <a:pt x="3972866" y="1244227"/>
                  </a:lnTo>
                  <a:lnTo>
                    <a:pt x="3972959" y="1244227"/>
                  </a:lnTo>
                  <a:lnTo>
                    <a:pt x="3973052" y="1244227"/>
                  </a:lnTo>
                  <a:lnTo>
                    <a:pt x="3973146" y="1244227"/>
                  </a:lnTo>
                  <a:lnTo>
                    <a:pt x="3973239" y="1244227"/>
                  </a:lnTo>
                  <a:lnTo>
                    <a:pt x="3973332" y="1244227"/>
                  </a:lnTo>
                  <a:lnTo>
                    <a:pt x="3973425" y="1244227"/>
                  </a:lnTo>
                  <a:lnTo>
                    <a:pt x="3973519" y="1244227"/>
                  </a:lnTo>
                  <a:lnTo>
                    <a:pt x="3973612" y="1244227"/>
                  </a:lnTo>
                  <a:lnTo>
                    <a:pt x="3973705" y="1244227"/>
                  </a:lnTo>
                  <a:lnTo>
                    <a:pt x="3973798" y="1244227"/>
                  </a:lnTo>
                  <a:lnTo>
                    <a:pt x="3973892" y="1244227"/>
                  </a:lnTo>
                  <a:lnTo>
                    <a:pt x="3973985" y="1244227"/>
                  </a:lnTo>
                  <a:lnTo>
                    <a:pt x="3974078" y="1244227"/>
                  </a:lnTo>
                  <a:lnTo>
                    <a:pt x="3974171" y="1244227"/>
                  </a:lnTo>
                  <a:lnTo>
                    <a:pt x="3974265" y="1244227"/>
                  </a:lnTo>
                  <a:lnTo>
                    <a:pt x="3974358" y="1244227"/>
                  </a:lnTo>
                  <a:lnTo>
                    <a:pt x="3974451" y="1244227"/>
                  </a:lnTo>
                  <a:lnTo>
                    <a:pt x="3974544" y="1244227"/>
                  </a:lnTo>
                  <a:lnTo>
                    <a:pt x="3974638" y="1244227"/>
                  </a:lnTo>
                  <a:lnTo>
                    <a:pt x="3974731" y="1244227"/>
                  </a:lnTo>
                  <a:lnTo>
                    <a:pt x="3974824" y="1244227"/>
                  </a:lnTo>
                  <a:lnTo>
                    <a:pt x="3974917" y="1244227"/>
                  </a:lnTo>
                  <a:lnTo>
                    <a:pt x="3975011" y="1244227"/>
                  </a:lnTo>
                  <a:lnTo>
                    <a:pt x="3975104" y="1244227"/>
                  </a:lnTo>
                  <a:lnTo>
                    <a:pt x="3975197" y="1244227"/>
                  </a:lnTo>
                  <a:lnTo>
                    <a:pt x="3975290" y="1244227"/>
                  </a:lnTo>
                  <a:lnTo>
                    <a:pt x="3975383" y="1244227"/>
                  </a:lnTo>
                  <a:lnTo>
                    <a:pt x="3975477" y="1244227"/>
                  </a:lnTo>
                  <a:lnTo>
                    <a:pt x="3975570" y="1244227"/>
                  </a:lnTo>
                  <a:lnTo>
                    <a:pt x="3975663" y="1244227"/>
                  </a:lnTo>
                  <a:lnTo>
                    <a:pt x="3975756" y="1244227"/>
                  </a:lnTo>
                  <a:lnTo>
                    <a:pt x="3975850" y="1244227"/>
                  </a:lnTo>
                  <a:lnTo>
                    <a:pt x="3975943" y="1244227"/>
                  </a:lnTo>
                  <a:lnTo>
                    <a:pt x="3976036" y="1244227"/>
                  </a:lnTo>
                  <a:lnTo>
                    <a:pt x="3976129" y="1244227"/>
                  </a:lnTo>
                  <a:lnTo>
                    <a:pt x="3976223" y="1244227"/>
                  </a:lnTo>
                  <a:lnTo>
                    <a:pt x="3976316" y="1244227"/>
                  </a:lnTo>
                  <a:lnTo>
                    <a:pt x="3976409" y="1244227"/>
                  </a:lnTo>
                  <a:lnTo>
                    <a:pt x="3976502" y="1244227"/>
                  </a:lnTo>
                  <a:lnTo>
                    <a:pt x="3976596" y="1244227"/>
                  </a:lnTo>
                  <a:lnTo>
                    <a:pt x="3976689" y="1244227"/>
                  </a:lnTo>
                  <a:lnTo>
                    <a:pt x="3976782" y="1244227"/>
                  </a:lnTo>
                  <a:lnTo>
                    <a:pt x="3976875" y="1244227"/>
                  </a:lnTo>
                  <a:lnTo>
                    <a:pt x="3976969" y="1244227"/>
                  </a:lnTo>
                  <a:lnTo>
                    <a:pt x="3977062" y="1244227"/>
                  </a:lnTo>
                  <a:lnTo>
                    <a:pt x="3977155" y="1244227"/>
                  </a:lnTo>
                  <a:lnTo>
                    <a:pt x="3977248" y="1244227"/>
                  </a:lnTo>
                  <a:lnTo>
                    <a:pt x="3977342" y="1244227"/>
                  </a:lnTo>
                  <a:lnTo>
                    <a:pt x="3977435" y="1244227"/>
                  </a:lnTo>
                  <a:lnTo>
                    <a:pt x="3977528" y="1244227"/>
                  </a:lnTo>
                  <a:lnTo>
                    <a:pt x="3977621" y="1244227"/>
                  </a:lnTo>
                  <a:lnTo>
                    <a:pt x="3977715" y="1244227"/>
                  </a:lnTo>
                  <a:lnTo>
                    <a:pt x="3977808" y="1244227"/>
                  </a:lnTo>
                  <a:lnTo>
                    <a:pt x="3977901" y="1244227"/>
                  </a:lnTo>
                  <a:lnTo>
                    <a:pt x="3977994" y="1244227"/>
                  </a:lnTo>
                  <a:lnTo>
                    <a:pt x="3978088" y="1244227"/>
                  </a:lnTo>
                  <a:lnTo>
                    <a:pt x="3978181" y="1244227"/>
                  </a:lnTo>
                  <a:lnTo>
                    <a:pt x="3978274" y="1244227"/>
                  </a:lnTo>
                  <a:lnTo>
                    <a:pt x="3978367" y="1244227"/>
                  </a:lnTo>
                  <a:lnTo>
                    <a:pt x="3978461" y="1244227"/>
                  </a:lnTo>
                  <a:lnTo>
                    <a:pt x="3978554" y="1244227"/>
                  </a:lnTo>
                  <a:lnTo>
                    <a:pt x="3978647" y="1244227"/>
                  </a:lnTo>
                  <a:lnTo>
                    <a:pt x="3978740" y="1244227"/>
                  </a:lnTo>
                  <a:lnTo>
                    <a:pt x="3978834" y="1244227"/>
                  </a:lnTo>
                  <a:lnTo>
                    <a:pt x="3978927" y="1244227"/>
                  </a:lnTo>
                  <a:lnTo>
                    <a:pt x="3979020" y="1244227"/>
                  </a:lnTo>
                  <a:lnTo>
                    <a:pt x="3979113" y="1244227"/>
                  </a:lnTo>
                  <a:lnTo>
                    <a:pt x="3979207" y="1244227"/>
                  </a:lnTo>
                  <a:lnTo>
                    <a:pt x="3979300" y="1244227"/>
                  </a:lnTo>
                  <a:lnTo>
                    <a:pt x="3979393" y="1244227"/>
                  </a:lnTo>
                  <a:lnTo>
                    <a:pt x="3979486" y="1244227"/>
                  </a:lnTo>
                  <a:lnTo>
                    <a:pt x="3979580" y="1244227"/>
                  </a:lnTo>
                  <a:lnTo>
                    <a:pt x="3979673" y="1244227"/>
                  </a:lnTo>
                  <a:lnTo>
                    <a:pt x="3979766" y="1244227"/>
                  </a:lnTo>
                  <a:lnTo>
                    <a:pt x="3979859" y="1244227"/>
                  </a:lnTo>
                  <a:lnTo>
                    <a:pt x="3979953" y="1244227"/>
                  </a:lnTo>
                  <a:lnTo>
                    <a:pt x="3980046" y="1244227"/>
                  </a:lnTo>
                  <a:lnTo>
                    <a:pt x="3980139" y="1244227"/>
                  </a:lnTo>
                  <a:lnTo>
                    <a:pt x="3980232" y="1244227"/>
                  </a:lnTo>
                  <a:lnTo>
                    <a:pt x="3980326" y="1244227"/>
                  </a:lnTo>
                  <a:lnTo>
                    <a:pt x="3980419" y="1244227"/>
                  </a:lnTo>
                  <a:lnTo>
                    <a:pt x="3980512" y="1244227"/>
                  </a:lnTo>
                  <a:lnTo>
                    <a:pt x="3980605" y="1244227"/>
                  </a:lnTo>
                  <a:lnTo>
                    <a:pt x="3980699" y="1244227"/>
                  </a:lnTo>
                  <a:lnTo>
                    <a:pt x="3980792" y="1244227"/>
                  </a:lnTo>
                  <a:lnTo>
                    <a:pt x="3980885" y="1244227"/>
                  </a:lnTo>
                  <a:lnTo>
                    <a:pt x="3980978" y="1244227"/>
                  </a:lnTo>
                  <a:lnTo>
                    <a:pt x="3981072" y="1244227"/>
                  </a:lnTo>
                  <a:lnTo>
                    <a:pt x="3981165" y="1244227"/>
                  </a:lnTo>
                  <a:lnTo>
                    <a:pt x="3981258" y="1244227"/>
                  </a:lnTo>
                  <a:lnTo>
                    <a:pt x="3981351" y="1244227"/>
                  </a:lnTo>
                  <a:lnTo>
                    <a:pt x="3981445" y="1244227"/>
                  </a:lnTo>
                  <a:lnTo>
                    <a:pt x="3981538" y="1244227"/>
                  </a:lnTo>
                  <a:lnTo>
                    <a:pt x="3981631" y="1244227"/>
                  </a:lnTo>
                  <a:lnTo>
                    <a:pt x="3981724" y="1244227"/>
                  </a:lnTo>
                  <a:lnTo>
                    <a:pt x="3981818" y="1244227"/>
                  </a:lnTo>
                  <a:lnTo>
                    <a:pt x="3981911" y="1244227"/>
                  </a:lnTo>
                  <a:lnTo>
                    <a:pt x="3982004" y="1244227"/>
                  </a:lnTo>
                  <a:lnTo>
                    <a:pt x="3982097" y="1244227"/>
                  </a:lnTo>
                  <a:lnTo>
                    <a:pt x="3982191" y="1244227"/>
                  </a:lnTo>
                  <a:lnTo>
                    <a:pt x="3982284" y="1244227"/>
                  </a:lnTo>
                  <a:lnTo>
                    <a:pt x="3982377" y="1244227"/>
                  </a:lnTo>
                  <a:lnTo>
                    <a:pt x="3982470" y="1244227"/>
                  </a:lnTo>
                  <a:lnTo>
                    <a:pt x="3982563" y="1244227"/>
                  </a:lnTo>
                  <a:lnTo>
                    <a:pt x="3982657" y="1244227"/>
                  </a:lnTo>
                  <a:lnTo>
                    <a:pt x="3982750" y="1244227"/>
                  </a:lnTo>
                  <a:lnTo>
                    <a:pt x="3982843" y="1244227"/>
                  </a:lnTo>
                  <a:lnTo>
                    <a:pt x="3982936" y="1244227"/>
                  </a:lnTo>
                  <a:lnTo>
                    <a:pt x="3983030" y="1244227"/>
                  </a:lnTo>
                  <a:lnTo>
                    <a:pt x="3983123" y="1244227"/>
                  </a:lnTo>
                  <a:lnTo>
                    <a:pt x="3983216" y="1244227"/>
                  </a:lnTo>
                  <a:lnTo>
                    <a:pt x="3983309" y="1244227"/>
                  </a:lnTo>
                  <a:lnTo>
                    <a:pt x="3983403" y="1244227"/>
                  </a:lnTo>
                  <a:lnTo>
                    <a:pt x="3983496" y="1244227"/>
                  </a:lnTo>
                  <a:lnTo>
                    <a:pt x="3983589" y="1244227"/>
                  </a:lnTo>
                  <a:lnTo>
                    <a:pt x="3983682" y="1244227"/>
                  </a:lnTo>
                  <a:lnTo>
                    <a:pt x="3983776" y="1244227"/>
                  </a:lnTo>
                  <a:lnTo>
                    <a:pt x="3983869" y="1244227"/>
                  </a:lnTo>
                  <a:lnTo>
                    <a:pt x="3983962" y="1244227"/>
                  </a:lnTo>
                  <a:lnTo>
                    <a:pt x="3984055" y="1244227"/>
                  </a:lnTo>
                  <a:lnTo>
                    <a:pt x="3984149" y="1244227"/>
                  </a:lnTo>
                  <a:lnTo>
                    <a:pt x="3984242" y="1244227"/>
                  </a:lnTo>
                  <a:lnTo>
                    <a:pt x="3984335" y="1244227"/>
                  </a:lnTo>
                  <a:lnTo>
                    <a:pt x="3984428" y="1244227"/>
                  </a:lnTo>
                  <a:lnTo>
                    <a:pt x="3984522" y="1244227"/>
                  </a:lnTo>
                  <a:lnTo>
                    <a:pt x="3984615" y="1244227"/>
                  </a:lnTo>
                  <a:lnTo>
                    <a:pt x="3984708" y="1244227"/>
                  </a:lnTo>
                  <a:lnTo>
                    <a:pt x="3984801" y="1244227"/>
                  </a:lnTo>
                  <a:lnTo>
                    <a:pt x="3984895" y="1244227"/>
                  </a:lnTo>
                  <a:lnTo>
                    <a:pt x="3984988" y="1244227"/>
                  </a:lnTo>
                  <a:lnTo>
                    <a:pt x="3985081" y="1244227"/>
                  </a:lnTo>
                  <a:lnTo>
                    <a:pt x="3985174" y="1244227"/>
                  </a:lnTo>
                  <a:lnTo>
                    <a:pt x="3985268" y="1244227"/>
                  </a:lnTo>
                  <a:lnTo>
                    <a:pt x="3985361" y="1244227"/>
                  </a:lnTo>
                  <a:lnTo>
                    <a:pt x="3985454" y="1244227"/>
                  </a:lnTo>
                  <a:lnTo>
                    <a:pt x="3985547" y="1244227"/>
                  </a:lnTo>
                  <a:lnTo>
                    <a:pt x="3985641" y="1244227"/>
                  </a:lnTo>
                  <a:lnTo>
                    <a:pt x="3985734" y="1244227"/>
                  </a:lnTo>
                  <a:lnTo>
                    <a:pt x="3985827" y="1244227"/>
                  </a:lnTo>
                  <a:lnTo>
                    <a:pt x="3985920" y="1244227"/>
                  </a:lnTo>
                  <a:lnTo>
                    <a:pt x="3986014" y="1244227"/>
                  </a:lnTo>
                  <a:lnTo>
                    <a:pt x="3986107" y="1244227"/>
                  </a:lnTo>
                  <a:lnTo>
                    <a:pt x="3986200" y="1244227"/>
                  </a:lnTo>
                  <a:lnTo>
                    <a:pt x="3986293" y="1244227"/>
                  </a:lnTo>
                  <a:lnTo>
                    <a:pt x="3986387" y="1244227"/>
                  </a:lnTo>
                  <a:lnTo>
                    <a:pt x="3986480" y="1244227"/>
                  </a:lnTo>
                  <a:lnTo>
                    <a:pt x="3986573" y="1244227"/>
                  </a:lnTo>
                  <a:lnTo>
                    <a:pt x="3986666" y="1244227"/>
                  </a:lnTo>
                  <a:lnTo>
                    <a:pt x="3986760" y="1244227"/>
                  </a:lnTo>
                  <a:lnTo>
                    <a:pt x="3986853" y="1244227"/>
                  </a:lnTo>
                  <a:lnTo>
                    <a:pt x="3986946" y="1244227"/>
                  </a:lnTo>
                  <a:lnTo>
                    <a:pt x="3987039" y="1244227"/>
                  </a:lnTo>
                  <a:lnTo>
                    <a:pt x="3987133" y="1244227"/>
                  </a:lnTo>
                  <a:lnTo>
                    <a:pt x="3987226" y="1244227"/>
                  </a:lnTo>
                  <a:lnTo>
                    <a:pt x="3987319" y="1244227"/>
                  </a:lnTo>
                  <a:lnTo>
                    <a:pt x="3987412" y="1244227"/>
                  </a:lnTo>
                  <a:lnTo>
                    <a:pt x="3987506" y="1244227"/>
                  </a:lnTo>
                  <a:lnTo>
                    <a:pt x="3987599" y="1244227"/>
                  </a:lnTo>
                  <a:lnTo>
                    <a:pt x="3987692" y="1244227"/>
                  </a:lnTo>
                  <a:lnTo>
                    <a:pt x="3987785" y="1244227"/>
                  </a:lnTo>
                  <a:lnTo>
                    <a:pt x="3987879" y="1244227"/>
                  </a:lnTo>
                  <a:lnTo>
                    <a:pt x="3987972" y="1244227"/>
                  </a:lnTo>
                  <a:lnTo>
                    <a:pt x="3988065" y="1244227"/>
                  </a:lnTo>
                  <a:lnTo>
                    <a:pt x="3988158" y="1244227"/>
                  </a:lnTo>
                  <a:lnTo>
                    <a:pt x="3988252" y="1244227"/>
                  </a:lnTo>
                  <a:lnTo>
                    <a:pt x="3988345" y="1244227"/>
                  </a:lnTo>
                  <a:lnTo>
                    <a:pt x="3988438" y="1244227"/>
                  </a:lnTo>
                  <a:lnTo>
                    <a:pt x="3988531" y="1244227"/>
                  </a:lnTo>
                  <a:lnTo>
                    <a:pt x="3988625" y="1244227"/>
                  </a:lnTo>
                  <a:lnTo>
                    <a:pt x="3988718" y="1244227"/>
                  </a:lnTo>
                  <a:lnTo>
                    <a:pt x="3988811" y="1244227"/>
                  </a:lnTo>
                  <a:lnTo>
                    <a:pt x="3988904" y="1244227"/>
                  </a:lnTo>
                  <a:lnTo>
                    <a:pt x="3988998" y="1244227"/>
                  </a:lnTo>
                  <a:lnTo>
                    <a:pt x="3989091" y="1244227"/>
                  </a:lnTo>
                  <a:lnTo>
                    <a:pt x="3989184" y="1244227"/>
                  </a:lnTo>
                  <a:lnTo>
                    <a:pt x="3989277" y="1244227"/>
                  </a:lnTo>
                  <a:lnTo>
                    <a:pt x="3989370" y="1244227"/>
                  </a:lnTo>
                  <a:lnTo>
                    <a:pt x="3989464" y="1244227"/>
                  </a:lnTo>
                  <a:lnTo>
                    <a:pt x="3989557" y="1244227"/>
                  </a:lnTo>
                  <a:lnTo>
                    <a:pt x="3989650" y="1244227"/>
                  </a:lnTo>
                  <a:lnTo>
                    <a:pt x="3989743" y="1244227"/>
                  </a:lnTo>
                  <a:lnTo>
                    <a:pt x="3989837" y="1244227"/>
                  </a:lnTo>
                  <a:lnTo>
                    <a:pt x="3989930" y="1244227"/>
                  </a:lnTo>
                  <a:lnTo>
                    <a:pt x="3990023" y="1244227"/>
                  </a:lnTo>
                  <a:lnTo>
                    <a:pt x="3990116" y="1244227"/>
                  </a:lnTo>
                  <a:lnTo>
                    <a:pt x="3990210" y="1244227"/>
                  </a:lnTo>
                  <a:lnTo>
                    <a:pt x="3990303" y="1244227"/>
                  </a:lnTo>
                  <a:lnTo>
                    <a:pt x="3990396" y="1244227"/>
                  </a:lnTo>
                  <a:lnTo>
                    <a:pt x="3990489" y="1244227"/>
                  </a:lnTo>
                  <a:lnTo>
                    <a:pt x="3990583" y="1244227"/>
                  </a:lnTo>
                  <a:lnTo>
                    <a:pt x="3990676" y="1244227"/>
                  </a:lnTo>
                  <a:lnTo>
                    <a:pt x="3990769" y="1244227"/>
                  </a:lnTo>
                  <a:lnTo>
                    <a:pt x="3990862" y="1244227"/>
                  </a:lnTo>
                  <a:lnTo>
                    <a:pt x="3990956" y="1244227"/>
                  </a:lnTo>
                  <a:lnTo>
                    <a:pt x="3991049" y="1244227"/>
                  </a:lnTo>
                  <a:lnTo>
                    <a:pt x="3991142" y="1244227"/>
                  </a:lnTo>
                  <a:lnTo>
                    <a:pt x="3991235" y="1244227"/>
                  </a:lnTo>
                  <a:lnTo>
                    <a:pt x="3991329" y="1244227"/>
                  </a:lnTo>
                  <a:lnTo>
                    <a:pt x="3991422" y="1244227"/>
                  </a:lnTo>
                  <a:lnTo>
                    <a:pt x="3991515" y="1244227"/>
                  </a:lnTo>
                  <a:lnTo>
                    <a:pt x="3991608" y="1244227"/>
                  </a:lnTo>
                  <a:lnTo>
                    <a:pt x="3991702" y="1244227"/>
                  </a:lnTo>
                  <a:lnTo>
                    <a:pt x="3991795" y="1244227"/>
                  </a:lnTo>
                  <a:lnTo>
                    <a:pt x="3991888" y="1244227"/>
                  </a:lnTo>
                  <a:lnTo>
                    <a:pt x="3991981" y="1244227"/>
                  </a:lnTo>
                  <a:lnTo>
                    <a:pt x="3992075" y="1244227"/>
                  </a:lnTo>
                  <a:lnTo>
                    <a:pt x="3992168" y="1244227"/>
                  </a:lnTo>
                  <a:lnTo>
                    <a:pt x="3992261" y="1244227"/>
                  </a:lnTo>
                  <a:lnTo>
                    <a:pt x="3992354" y="1244227"/>
                  </a:lnTo>
                  <a:lnTo>
                    <a:pt x="3992448" y="1244227"/>
                  </a:lnTo>
                  <a:lnTo>
                    <a:pt x="3992541" y="1244227"/>
                  </a:lnTo>
                  <a:lnTo>
                    <a:pt x="3992634" y="1244227"/>
                  </a:lnTo>
                  <a:lnTo>
                    <a:pt x="3992727" y="1244227"/>
                  </a:lnTo>
                  <a:lnTo>
                    <a:pt x="3992821" y="1244227"/>
                  </a:lnTo>
                  <a:lnTo>
                    <a:pt x="3992914" y="1244227"/>
                  </a:lnTo>
                  <a:lnTo>
                    <a:pt x="3993007" y="1244227"/>
                  </a:lnTo>
                  <a:lnTo>
                    <a:pt x="3993100" y="1244227"/>
                  </a:lnTo>
                  <a:lnTo>
                    <a:pt x="3993194" y="1244227"/>
                  </a:lnTo>
                  <a:lnTo>
                    <a:pt x="3993287" y="1244227"/>
                  </a:lnTo>
                  <a:lnTo>
                    <a:pt x="3993380" y="1244227"/>
                  </a:lnTo>
                  <a:lnTo>
                    <a:pt x="3993473" y="1244227"/>
                  </a:lnTo>
                  <a:lnTo>
                    <a:pt x="3993567" y="1244227"/>
                  </a:lnTo>
                  <a:lnTo>
                    <a:pt x="3993660" y="1244227"/>
                  </a:lnTo>
                  <a:lnTo>
                    <a:pt x="3993753" y="1244227"/>
                  </a:lnTo>
                  <a:lnTo>
                    <a:pt x="3993846" y="1244227"/>
                  </a:lnTo>
                  <a:lnTo>
                    <a:pt x="3993940" y="1244227"/>
                  </a:lnTo>
                  <a:lnTo>
                    <a:pt x="3994033" y="1244227"/>
                  </a:lnTo>
                  <a:lnTo>
                    <a:pt x="3994126" y="1244227"/>
                  </a:lnTo>
                  <a:lnTo>
                    <a:pt x="3994219" y="1244227"/>
                  </a:lnTo>
                  <a:lnTo>
                    <a:pt x="3994313" y="1244227"/>
                  </a:lnTo>
                  <a:lnTo>
                    <a:pt x="3994406" y="1244227"/>
                  </a:lnTo>
                  <a:lnTo>
                    <a:pt x="3994499" y="1244227"/>
                  </a:lnTo>
                  <a:lnTo>
                    <a:pt x="3994592" y="1244227"/>
                  </a:lnTo>
                  <a:lnTo>
                    <a:pt x="3994686" y="1244227"/>
                  </a:lnTo>
                  <a:lnTo>
                    <a:pt x="3994779" y="1244227"/>
                  </a:lnTo>
                  <a:lnTo>
                    <a:pt x="3994872" y="1244227"/>
                  </a:lnTo>
                  <a:lnTo>
                    <a:pt x="3994965" y="1244227"/>
                  </a:lnTo>
                  <a:lnTo>
                    <a:pt x="3995059" y="1244227"/>
                  </a:lnTo>
                  <a:lnTo>
                    <a:pt x="3995152" y="1244227"/>
                  </a:lnTo>
                  <a:lnTo>
                    <a:pt x="3995245" y="1244227"/>
                  </a:lnTo>
                  <a:lnTo>
                    <a:pt x="3995338" y="1244227"/>
                  </a:lnTo>
                  <a:lnTo>
                    <a:pt x="3995432" y="1244227"/>
                  </a:lnTo>
                  <a:lnTo>
                    <a:pt x="3995525" y="1244227"/>
                  </a:lnTo>
                  <a:lnTo>
                    <a:pt x="3995618" y="1244227"/>
                  </a:lnTo>
                  <a:lnTo>
                    <a:pt x="3995711" y="1244227"/>
                  </a:lnTo>
                  <a:lnTo>
                    <a:pt x="3995805" y="1244227"/>
                  </a:lnTo>
                  <a:lnTo>
                    <a:pt x="3995898" y="1244227"/>
                  </a:lnTo>
                  <a:lnTo>
                    <a:pt x="3995991" y="1244227"/>
                  </a:lnTo>
                  <a:lnTo>
                    <a:pt x="3996084" y="1244227"/>
                  </a:lnTo>
                  <a:lnTo>
                    <a:pt x="3996177" y="1244227"/>
                  </a:lnTo>
                  <a:lnTo>
                    <a:pt x="3996271" y="1244227"/>
                  </a:lnTo>
                  <a:lnTo>
                    <a:pt x="3996364" y="1244227"/>
                  </a:lnTo>
                  <a:lnTo>
                    <a:pt x="3996457" y="1244227"/>
                  </a:lnTo>
                  <a:lnTo>
                    <a:pt x="3996550" y="1244227"/>
                  </a:lnTo>
                  <a:lnTo>
                    <a:pt x="3996644" y="1244227"/>
                  </a:lnTo>
                  <a:lnTo>
                    <a:pt x="3996737" y="1244227"/>
                  </a:lnTo>
                  <a:lnTo>
                    <a:pt x="3996830" y="1244227"/>
                  </a:lnTo>
                  <a:lnTo>
                    <a:pt x="3996923" y="1244227"/>
                  </a:lnTo>
                  <a:lnTo>
                    <a:pt x="3997017" y="1244227"/>
                  </a:lnTo>
                  <a:lnTo>
                    <a:pt x="3997110" y="1244227"/>
                  </a:lnTo>
                  <a:lnTo>
                    <a:pt x="3997203" y="1244227"/>
                  </a:lnTo>
                  <a:lnTo>
                    <a:pt x="3997296" y="1244227"/>
                  </a:lnTo>
                  <a:lnTo>
                    <a:pt x="3997390" y="1244227"/>
                  </a:lnTo>
                  <a:lnTo>
                    <a:pt x="3997483" y="1244227"/>
                  </a:lnTo>
                  <a:lnTo>
                    <a:pt x="3997576" y="1244227"/>
                  </a:lnTo>
                  <a:lnTo>
                    <a:pt x="3997669" y="1244227"/>
                  </a:lnTo>
                  <a:lnTo>
                    <a:pt x="3997763" y="1244227"/>
                  </a:lnTo>
                  <a:lnTo>
                    <a:pt x="3997856" y="1244227"/>
                  </a:lnTo>
                  <a:lnTo>
                    <a:pt x="3997949" y="1244227"/>
                  </a:lnTo>
                  <a:lnTo>
                    <a:pt x="3998042" y="1244227"/>
                  </a:lnTo>
                  <a:lnTo>
                    <a:pt x="3998136" y="1244227"/>
                  </a:lnTo>
                  <a:lnTo>
                    <a:pt x="3998229" y="1244227"/>
                  </a:lnTo>
                  <a:lnTo>
                    <a:pt x="3998322" y="1244227"/>
                  </a:lnTo>
                  <a:lnTo>
                    <a:pt x="3998415" y="1244227"/>
                  </a:lnTo>
                  <a:lnTo>
                    <a:pt x="3998509" y="1244227"/>
                  </a:lnTo>
                  <a:lnTo>
                    <a:pt x="3998602" y="1244227"/>
                  </a:lnTo>
                  <a:lnTo>
                    <a:pt x="3998695" y="1244227"/>
                  </a:lnTo>
                  <a:lnTo>
                    <a:pt x="3998788" y="1244227"/>
                  </a:lnTo>
                  <a:lnTo>
                    <a:pt x="3998882" y="1244227"/>
                  </a:lnTo>
                  <a:lnTo>
                    <a:pt x="3998975" y="1244227"/>
                  </a:lnTo>
                  <a:lnTo>
                    <a:pt x="3999068" y="1244227"/>
                  </a:lnTo>
                  <a:lnTo>
                    <a:pt x="3999161" y="1244227"/>
                  </a:lnTo>
                  <a:lnTo>
                    <a:pt x="3999255" y="1244227"/>
                  </a:lnTo>
                  <a:lnTo>
                    <a:pt x="3999348" y="1244227"/>
                  </a:lnTo>
                  <a:lnTo>
                    <a:pt x="3999441" y="1244227"/>
                  </a:lnTo>
                  <a:lnTo>
                    <a:pt x="3999534" y="1244227"/>
                  </a:lnTo>
                  <a:lnTo>
                    <a:pt x="3999628" y="1244227"/>
                  </a:lnTo>
                  <a:lnTo>
                    <a:pt x="3999721" y="1244227"/>
                  </a:lnTo>
                  <a:lnTo>
                    <a:pt x="3999814" y="1244227"/>
                  </a:lnTo>
                  <a:lnTo>
                    <a:pt x="3999907" y="1244227"/>
                  </a:lnTo>
                  <a:lnTo>
                    <a:pt x="3999907" y="1234274"/>
                  </a:lnTo>
                  <a:lnTo>
                    <a:pt x="4000001" y="1234274"/>
                  </a:lnTo>
                  <a:lnTo>
                    <a:pt x="4000094" y="1234274"/>
                  </a:lnTo>
                  <a:lnTo>
                    <a:pt x="4000187" y="1234274"/>
                  </a:lnTo>
                  <a:lnTo>
                    <a:pt x="4000280" y="1234274"/>
                  </a:lnTo>
                  <a:lnTo>
                    <a:pt x="4000374" y="1234274"/>
                  </a:lnTo>
                  <a:lnTo>
                    <a:pt x="4000467" y="1234274"/>
                  </a:lnTo>
                  <a:lnTo>
                    <a:pt x="4000560" y="1234274"/>
                  </a:lnTo>
                  <a:lnTo>
                    <a:pt x="4000653" y="1234274"/>
                  </a:lnTo>
                  <a:lnTo>
                    <a:pt x="4000747" y="1234274"/>
                  </a:lnTo>
                  <a:lnTo>
                    <a:pt x="4000840" y="1234274"/>
                  </a:lnTo>
                  <a:lnTo>
                    <a:pt x="4000933" y="1234274"/>
                  </a:lnTo>
                  <a:lnTo>
                    <a:pt x="4001026" y="1234274"/>
                  </a:lnTo>
                  <a:lnTo>
                    <a:pt x="4001120" y="1234274"/>
                  </a:lnTo>
                  <a:lnTo>
                    <a:pt x="4001213" y="1234274"/>
                  </a:lnTo>
                  <a:lnTo>
                    <a:pt x="4001306" y="1234274"/>
                  </a:lnTo>
                  <a:lnTo>
                    <a:pt x="4001399" y="1234274"/>
                  </a:lnTo>
                  <a:lnTo>
                    <a:pt x="4001493" y="1234274"/>
                  </a:lnTo>
                  <a:lnTo>
                    <a:pt x="4001586" y="1234274"/>
                  </a:lnTo>
                  <a:lnTo>
                    <a:pt x="4001679" y="1234274"/>
                  </a:lnTo>
                  <a:lnTo>
                    <a:pt x="4001772" y="1234274"/>
                  </a:lnTo>
                  <a:lnTo>
                    <a:pt x="4001866" y="1234274"/>
                  </a:lnTo>
                  <a:lnTo>
                    <a:pt x="4001959" y="1234274"/>
                  </a:lnTo>
                  <a:lnTo>
                    <a:pt x="4002052" y="1234274"/>
                  </a:lnTo>
                  <a:lnTo>
                    <a:pt x="4002145" y="1234274"/>
                  </a:lnTo>
                  <a:lnTo>
                    <a:pt x="4002239" y="1234274"/>
                  </a:lnTo>
                  <a:lnTo>
                    <a:pt x="4002332" y="1234274"/>
                  </a:lnTo>
                  <a:lnTo>
                    <a:pt x="4002425" y="1234274"/>
                  </a:lnTo>
                  <a:lnTo>
                    <a:pt x="4002518" y="1234274"/>
                  </a:lnTo>
                  <a:lnTo>
                    <a:pt x="4002612" y="1234274"/>
                  </a:lnTo>
                  <a:lnTo>
                    <a:pt x="4002705" y="1234274"/>
                  </a:lnTo>
                  <a:lnTo>
                    <a:pt x="4002798" y="1234274"/>
                  </a:lnTo>
                  <a:lnTo>
                    <a:pt x="4002891" y="1234274"/>
                  </a:lnTo>
                  <a:lnTo>
                    <a:pt x="4002985" y="1234274"/>
                  </a:lnTo>
                  <a:lnTo>
                    <a:pt x="4003078" y="1234274"/>
                  </a:lnTo>
                  <a:lnTo>
                    <a:pt x="4003171" y="1234274"/>
                  </a:lnTo>
                  <a:lnTo>
                    <a:pt x="4003264" y="1234274"/>
                  </a:lnTo>
                  <a:lnTo>
                    <a:pt x="4003357" y="1234274"/>
                  </a:lnTo>
                  <a:lnTo>
                    <a:pt x="4003451" y="1234274"/>
                  </a:lnTo>
                  <a:lnTo>
                    <a:pt x="4003544" y="1234274"/>
                  </a:lnTo>
                  <a:lnTo>
                    <a:pt x="4003637" y="1234274"/>
                  </a:lnTo>
                  <a:lnTo>
                    <a:pt x="4003730" y="1234274"/>
                  </a:lnTo>
                  <a:lnTo>
                    <a:pt x="4003824" y="1234274"/>
                  </a:lnTo>
                  <a:lnTo>
                    <a:pt x="4003917" y="1234274"/>
                  </a:lnTo>
                  <a:lnTo>
                    <a:pt x="4004010" y="1234274"/>
                  </a:lnTo>
                  <a:lnTo>
                    <a:pt x="4004103" y="1234274"/>
                  </a:lnTo>
                  <a:lnTo>
                    <a:pt x="4004197" y="1234274"/>
                  </a:lnTo>
                  <a:lnTo>
                    <a:pt x="4004290" y="1234274"/>
                  </a:lnTo>
                  <a:lnTo>
                    <a:pt x="4004383" y="1234274"/>
                  </a:lnTo>
                  <a:lnTo>
                    <a:pt x="4004476" y="1234274"/>
                  </a:lnTo>
                  <a:lnTo>
                    <a:pt x="4004570" y="1234274"/>
                  </a:lnTo>
                  <a:lnTo>
                    <a:pt x="4004663" y="1234274"/>
                  </a:lnTo>
                  <a:lnTo>
                    <a:pt x="4004756" y="1234274"/>
                  </a:lnTo>
                  <a:lnTo>
                    <a:pt x="4004849" y="1234274"/>
                  </a:lnTo>
                  <a:lnTo>
                    <a:pt x="4004943" y="1234274"/>
                  </a:lnTo>
                  <a:lnTo>
                    <a:pt x="4005036" y="1234274"/>
                  </a:lnTo>
                  <a:lnTo>
                    <a:pt x="4005129" y="1234274"/>
                  </a:lnTo>
                  <a:lnTo>
                    <a:pt x="4005222" y="1234274"/>
                  </a:lnTo>
                  <a:lnTo>
                    <a:pt x="4005316" y="1234274"/>
                  </a:lnTo>
                  <a:lnTo>
                    <a:pt x="4005409" y="1234274"/>
                  </a:lnTo>
                  <a:lnTo>
                    <a:pt x="4005502" y="1234274"/>
                  </a:lnTo>
                  <a:lnTo>
                    <a:pt x="4005595" y="1234274"/>
                  </a:lnTo>
                  <a:lnTo>
                    <a:pt x="4005689" y="1234274"/>
                  </a:lnTo>
                  <a:lnTo>
                    <a:pt x="4005782" y="1234274"/>
                  </a:lnTo>
                  <a:lnTo>
                    <a:pt x="4005875" y="1234274"/>
                  </a:lnTo>
                  <a:lnTo>
                    <a:pt x="4005968" y="1234274"/>
                  </a:lnTo>
                  <a:lnTo>
                    <a:pt x="4005968" y="1224320"/>
                  </a:lnTo>
                  <a:lnTo>
                    <a:pt x="4006062" y="1224320"/>
                  </a:lnTo>
                  <a:lnTo>
                    <a:pt x="4006155" y="1224320"/>
                  </a:lnTo>
                  <a:lnTo>
                    <a:pt x="4006248" y="1224320"/>
                  </a:lnTo>
                  <a:lnTo>
                    <a:pt x="4006341" y="1224320"/>
                  </a:lnTo>
                  <a:lnTo>
                    <a:pt x="4006435" y="1224320"/>
                  </a:lnTo>
                  <a:lnTo>
                    <a:pt x="4006528" y="1224320"/>
                  </a:lnTo>
                  <a:lnTo>
                    <a:pt x="4006621" y="1224320"/>
                  </a:lnTo>
                  <a:lnTo>
                    <a:pt x="4006714" y="1224320"/>
                  </a:lnTo>
                  <a:lnTo>
                    <a:pt x="4006808" y="1224320"/>
                  </a:lnTo>
                  <a:lnTo>
                    <a:pt x="4006901" y="1224320"/>
                  </a:lnTo>
                  <a:lnTo>
                    <a:pt x="4006994" y="1224320"/>
                  </a:lnTo>
                  <a:lnTo>
                    <a:pt x="4007087" y="1224320"/>
                  </a:lnTo>
                  <a:lnTo>
                    <a:pt x="4007181" y="1224320"/>
                  </a:lnTo>
                  <a:lnTo>
                    <a:pt x="4007274" y="1224320"/>
                  </a:lnTo>
                  <a:lnTo>
                    <a:pt x="4007367" y="1224320"/>
                  </a:lnTo>
                  <a:lnTo>
                    <a:pt x="4007460" y="1224320"/>
                  </a:lnTo>
                  <a:lnTo>
                    <a:pt x="4007554" y="1224320"/>
                  </a:lnTo>
                  <a:lnTo>
                    <a:pt x="4007647" y="1224320"/>
                  </a:lnTo>
                  <a:lnTo>
                    <a:pt x="4007740" y="1224320"/>
                  </a:lnTo>
                  <a:lnTo>
                    <a:pt x="4007833" y="1224320"/>
                  </a:lnTo>
                  <a:lnTo>
                    <a:pt x="4007927" y="1224320"/>
                  </a:lnTo>
                  <a:lnTo>
                    <a:pt x="4008020" y="1224320"/>
                  </a:lnTo>
                  <a:lnTo>
                    <a:pt x="4008113" y="1224320"/>
                  </a:lnTo>
                  <a:lnTo>
                    <a:pt x="4008206" y="1224320"/>
                  </a:lnTo>
                  <a:lnTo>
                    <a:pt x="4008300" y="1224320"/>
                  </a:lnTo>
                  <a:lnTo>
                    <a:pt x="4008393" y="1224320"/>
                  </a:lnTo>
                  <a:lnTo>
                    <a:pt x="4008486" y="1224320"/>
                  </a:lnTo>
                  <a:lnTo>
                    <a:pt x="4008579" y="1224320"/>
                  </a:lnTo>
                  <a:lnTo>
                    <a:pt x="4008673" y="1224320"/>
                  </a:lnTo>
                  <a:lnTo>
                    <a:pt x="4008766" y="1224320"/>
                  </a:lnTo>
                  <a:lnTo>
                    <a:pt x="4008859" y="1224320"/>
                  </a:lnTo>
                  <a:lnTo>
                    <a:pt x="4008952" y="1224320"/>
                  </a:lnTo>
                  <a:lnTo>
                    <a:pt x="4009046" y="1224320"/>
                  </a:lnTo>
                  <a:lnTo>
                    <a:pt x="4009139" y="1224320"/>
                  </a:lnTo>
                  <a:lnTo>
                    <a:pt x="4009232" y="1224320"/>
                  </a:lnTo>
                  <a:lnTo>
                    <a:pt x="4009325" y="1224320"/>
                  </a:lnTo>
                  <a:lnTo>
                    <a:pt x="4009419" y="1224320"/>
                  </a:lnTo>
                  <a:lnTo>
                    <a:pt x="4009512" y="1224320"/>
                  </a:lnTo>
                  <a:lnTo>
                    <a:pt x="4009605" y="1224320"/>
                  </a:lnTo>
                  <a:lnTo>
                    <a:pt x="4009698" y="1224320"/>
                  </a:lnTo>
                  <a:lnTo>
                    <a:pt x="4009792" y="1224320"/>
                  </a:lnTo>
                  <a:lnTo>
                    <a:pt x="4009885" y="1224320"/>
                  </a:lnTo>
                  <a:lnTo>
                    <a:pt x="4009978" y="1224320"/>
                  </a:lnTo>
                  <a:lnTo>
                    <a:pt x="4010071" y="1224320"/>
                  </a:lnTo>
                  <a:lnTo>
                    <a:pt x="4010164" y="1224320"/>
                  </a:lnTo>
                  <a:lnTo>
                    <a:pt x="4010258" y="1224320"/>
                  </a:lnTo>
                  <a:lnTo>
                    <a:pt x="4010351" y="1224320"/>
                  </a:lnTo>
                  <a:lnTo>
                    <a:pt x="4010444" y="1224320"/>
                  </a:lnTo>
                  <a:lnTo>
                    <a:pt x="4010537" y="1224320"/>
                  </a:lnTo>
                  <a:lnTo>
                    <a:pt x="4010631" y="1224320"/>
                  </a:lnTo>
                  <a:lnTo>
                    <a:pt x="4010724" y="1224320"/>
                  </a:lnTo>
                  <a:lnTo>
                    <a:pt x="4010817" y="1224320"/>
                  </a:lnTo>
                  <a:lnTo>
                    <a:pt x="4010910" y="1224320"/>
                  </a:lnTo>
                  <a:lnTo>
                    <a:pt x="4011004" y="1224320"/>
                  </a:lnTo>
                  <a:lnTo>
                    <a:pt x="4011097" y="1224320"/>
                  </a:lnTo>
                  <a:lnTo>
                    <a:pt x="4011190" y="1224320"/>
                  </a:lnTo>
                  <a:lnTo>
                    <a:pt x="4011283" y="1224320"/>
                  </a:lnTo>
                  <a:lnTo>
                    <a:pt x="4011377" y="1224320"/>
                  </a:lnTo>
                  <a:lnTo>
                    <a:pt x="4011470" y="1224320"/>
                  </a:lnTo>
                  <a:lnTo>
                    <a:pt x="4011563" y="1224320"/>
                  </a:lnTo>
                  <a:lnTo>
                    <a:pt x="4011656" y="1224320"/>
                  </a:lnTo>
                  <a:lnTo>
                    <a:pt x="4011750" y="1224320"/>
                  </a:lnTo>
                  <a:lnTo>
                    <a:pt x="4011843" y="1224320"/>
                  </a:lnTo>
                  <a:lnTo>
                    <a:pt x="4011936" y="1224320"/>
                  </a:lnTo>
                  <a:lnTo>
                    <a:pt x="4012029" y="1224320"/>
                  </a:lnTo>
                  <a:lnTo>
                    <a:pt x="4012123" y="1224320"/>
                  </a:lnTo>
                  <a:lnTo>
                    <a:pt x="4012216" y="1224320"/>
                  </a:lnTo>
                  <a:lnTo>
                    <a:pt x="4012309" y="1224320"/>
                  </a:lnTo>
                  <a:lnTo>
                    <a:pt x="4012402" y="1224320"/>
                  </a:lnTo>
                  <a:lnTo>
                    <a:pt x="4012496" y="1224320"/>
                  </a:lnTo>
                  <a:lnTo>
                    <a:pt x="4012589" y="1224320"/>
                  </a:lnTo>
                  <a:lnTo>
                    <a:pt x="4012682" y="1224320"/>
                  </a:lnTo>
                  <a:lnTo>
                    <a:pt x="4012775" y="1224320"/>
                  </a:lnTo>
                  <a:lnTo>
                    <a:pt x="4012869" y="1224320"/>
                  </a:lnTo>
                  <a:lnTo>
                    <a:pt x="4012962" y="1224320"/>
                  </a:lnTo>
                  <a:lnTo>
                    <a:pt x="4013055" y="1224320"/>
                  </a:lnTo>
                  <a:lnTo>
                    <a:pt x="4013148" y="1224320"/>
                  </a:lnTo>
                  <a:lnTo>
                    <a:pt x="4013242" y="1224320"/>
                  </a:lnTo>
                  <a:lnTo>
                    <a:pt x="4013335" y="1224320"/>
                  </a:lnTo>
                  <a:lnTo>
                    <a:pt x="4013428" y="1224320"/>
                  </a:lnTo>
                  <a:lnTo>
                    <a:pt x="4013521" y="1224320"/>
                  </a:lnTo>
                  <a:lnTo>
                    <a:pt x="4013615" y="1224320"/>
                  </a:lnTo>
                  <a:lnTo>
                    <a:pt x="4013708" y="1224320"/>
                  </a:lnTo>
                  <a:lnTo>
                    <a:pt x="4013801" y="1224320"/>
                  </a:lnTo>
                  <a:lnTo>
                    <a:pt x="4013894" y="1224320"/>
                  </a:lnTo>
                  <a:lnTo>
                    <a:pt x="4013988" y="1224320"/>
                  </a:lnTo>
                  <a:lnTo>
                    <a:pt x="4014081" y="1224320"/>
                  </a:lnTo>
                  <a:lnTo>
                    <a:pt x="4014174" y="1224320"/>
                  </a:lnTo>
                  <a:lnTo>
                    <a:pt x="4014267" y="1224320"/>
                  </a:lnTo>
                  <a:lnTo>
                    <a:pt x="4014361" y="1224320"/>
                  </a:lnTo>
                  <a:lnTo>
                    <a:pt x="4014454" y="1224320"/>
                  </a:lnTo>
                  <a:lnTo>
                    <a:pt x="4014547" y="1224320"/>
                  </a:lnTo>
                  <a:lnTo>
                    <a:pt x="4014640" y="1224320"/>
                  </a:lnTo>
                  <a:lnTo>
                    <a:pt x="4014734" y="1224320"/>
                  </a:lnTo>
                  <a:lnTo>
                    <a:pt x="4014827" y="1224320"/>
                  </a:lnTo>
                  <a:lnTo>
                    <a:pt x="4014920" y="1224320"/>
                  </a:lnTo>
                  <a:lnTo>
                    <a:pt x="4015013" y="1224320"/>
                  </a:lnTo>
                  <a:lnTo>
                    <a:pt x="4015107" y="1224320"/>
                  </a:lnTo>
                  <a:lnTo>
                    <a:pt x="4015200" y="1224320"/>
                  </a:lnTo>
                  <a:lnTo>
                    <a:pt x="4015293" y="1224320"/>
                  </a:lnTo>
                  <a:lnTo>
                    <a:pt x="4015386" y="1224320"/>
                  </a:lnTo>
                  <a:lnTo>
                    <a:pt x="4015480" y="1224320"/>
                  </a:lnTo>
                  <a:lnTo>
                    <a:pt x="4015573" y="1224320"/>
                  </a:lnTo>
                  <a:lnTo>
                    <a:pt x="4015666" y="1224320"/>
                  </a:lnTo>
                  <a:lnTo>
                    <a:pt x="4015759" y="1224320"/>
                  </a:lnTo>
                  <a:lnTo>
                    <a:pt x="4015853" y="1224320"/>
                  </a:lnTo>
                  <a:lnTo>
                    <a:pt x="4015946" y="1224320"/>
                  </a:lnTo>
                  <a:lnTo>
                    <a:pt x="4016039" y="1224320"/>
                  </a:lnTo>
                  <a:lnTo>
                    <a:pt x="4016132" y="1224320"/>
                  </a:lnTo>
                  <a:lnTo>
                    <a:pt x="4016226" y="1224320"/>
                  </a:lnTo>
                  <a:lnTo>
                    <a:pt x="4016319" y="1224320"/>
                  </a:lnTo>
                  <a:lnTo>
                    <a:pt x="4016412" y="1224320"/>
                  </a:lnTo>
                  <a:lnTo>
                    <a:pt x="4016505" y="1224320"/>
                  </a:lnTo>
                  <a:lnTo>
                    <a:pt x="4016599" y="1224320"/>
                  </a:lnTo>
                  <a:lnTo>
                    <a:pt x="4016692" y="1224320"/>
                  </a:lnTo>
                  <a:lnTo>
                    <a:pt x="4016785" y="1224320"/>
                  </a:lnTo>
                  <a:lnTo>
                    <a:pt x="4016878" y="1224320"/>
                  </a:lnTo>
                  <a:lnTo>
                    <a:pt x="4016972" y="1224320"/>
                  </a:lnTo>
                  <a:lnTo>
                    <a:pt x="4017065" y="1224320"/>
                  </a:lnTo>
                  <a:lnTo>
                    <a:pt x="4017158" y="1224320"/>
                  </a:lnTo>
                  <a:lnTo>
                    <a:pt x="4017158" y="1214366"/>
                  </a:lnTo>
                  <a:lnTo>
                    <a:pt x="4017251" y="1214366"/>
                  </a:lnTo>
                  <a:lnTo>
                    <a:pt x="4017344" y="1214366"/>
                  </a:lnTo>
                  <a:lnTo>
                    <a:pt x="4017438" y="1214366"/>
                  </a:lnTo>
                  <a:lnTo>
                    <a:pt x="4017531" y="1214366"/>
                  </a:lnTo>
                  <a:lnTo>
                    <a:pt x="4017624" y="1214366"/>
                  </a:lnTo>
                  <a:lnTo>
                    <a:pt x="4017717" y="1214366"/>
                  </a:lnTo>
                  <a:lnTo>
                    <a:pt x="4017811" y="1214366"/>
                  </a:lnTo>
                  <a:lnTo>
                    <a:pt x="4017904" y="1214366"/>
                  </a:lnTo>
                  <a:lnTo>
                    <a:pt x="4017997" y="1214366"/>
                  </a:lnTo>
                  <a:lnTo>
                    <a:pt x="4018090" y="1214366"/>
                  </a:lnTo>
                  <a:lnTo>
                    <a:pt x="4018184" y="1214366"/>
                  </a:lnTo>
                  <a:lnTo>
                    <a:pt x="4018277" y="1214366"/>
                  </a:lnTo>
                  <a:lnTo>
                    <a:pt x="4018370" y="1214366"/>
                  </a:lnTo>
                  <a:lnTo>
                    <a:pt x="4018463" y="1214366"/>
                  </a:lnTo>
                  <a:lnTo>
                    <a:pt x="4018557" y="1214366"/>
                  </a:lnTo>
                  <a:lnTo>
                    <a:pt x="4018650" y="1214366"/>
                  </a:lnTo>
                  <a:lnTo>
                    <a:pt x="4018743" y="1214366"/>
                  </a:lnTo>
                  <a:lnTo>
                    <a:pt x="4018836" y="1214366"/>
                  </a:lnTo>
                  <a:lnTo>
                    <a:pt x="4018930" y="1214366"/>
                  </a:lnTo>
                  <a:lnTo>
                    <a:pt x="4019023" y="1214366"/>
                  </a:lnTo>
                  <a:lnTo>
                    <a:pt x="4019116" y="1214366"/>
                  </a:lnTo>
                  <a:lnTo>
                    <a:pt x="4019209" y="1214366"/>
                  </a:lnTo>
                  <a:lnTo>
                    <a:pt x="4019303" y="1214366"/>
                  </a:lnTo>
                  <a:lnTo>
                    <a:pt x="4019396" y="1214366"/>
                  </a:lnTo>
                  <a:lnTo>
                    <a:pt x="4019489" y="1214366"/>
                  </a:lnTo>
                  <a:lnTo>
                    <a:pt x="4019582" y="1214366"/>
                  </a:lnTo>
                  <a:lnTo>
                    <a:pt x="4019676" y="1214366"/>
                  </a:lnTo>
                  <a:lnTo>
                    <a:pt x="4019769" y="1214366"/>
                  </a:lnTo>
                  <a:lnTo>
                    <a:pt x="4019862" y="1214366"/>
                  </a:lnTo>
                  <a:lnTo>
                    <a:pt x="4019955" y="1214366"/>
                  </a:lnTo>
                  <a:lnTo>
                    <a:pt x="4020049" y="1214366"/>
                  </a:lnTo>
                  <a:lnTo>
                    <a:pt x="4020142" y="1214366"/>
                  </a:lnTo>
                  <a:lnTo>
                    <a:pt x="4020235" y="1214366"/>
                  </a:lnTo>
                  <a:lnTo>
                    <a:pt x="4020328" y="1214366"/>
                  </a:lnTo>
                  <a:lnTo>
                    <a:pt x="4020422" y="1214366"/>
                  </a:lnTo>
                  <a:lnTo>
                    <a:pt x="4020515" y="1214366"/>
                  </a:lnTo>
                  <a:lnTo>
                    <a:pt x="4020608" y="1214366"/>
                  </a:lnTo>
                  <a:lnTo>
                    <a:pt x="4020701" y="1214366"/>
                  </a:lnTo>
                  <a:lnTo>
                    <a:pt x="4020795" y="1214366"/>
                  </a:lnTo>
                  <a:lnTo>
                    <a:pt x="4020888" y="1214366"/>
                  </a:lnTo>
                  <a:lnTo>
                    <a:pt x="4020981" y="1214366"/>
                  </a:lnTo>
                  <a:lnTo>
                    <a:pt x="4021074" y="1214366"/>
                  </a:lnTo>
                  <a:lnTo>
                    <a:pt x="4021168" y="1214366"/>
                  </a:lnTo>
                  <a:lnTo>
                    <a:pt x="4021261" y="1214366"/>
                  </a:lnTo>
                  <a:lnTo>
                    <a:pt x="4021354" y="1214366"/>
                  </a:lnTo>
                  <a:lnTo>
                    <a:pt x="4021447" y="1214366"/>
                  </a:lnTo>
                  <a:lnTo>
                    <a:pt x="4021541" y="1214366"/>
                  </a:lnTo>
                  <a:lnTo>
                    <a:pt x="4021634" y="1214366"/>
                  </a:lnTo>
                  <a:lnTo>
                    <a:pt x="4021727" y="1214366"/>
                  </a:lnTo>
                  <a:lnTo>
                    <a:pt x="4021820" y="1214366"/>
                  </a:lnTo>
                  <a:lnTo>
                    <a:pt x="4021914" y="1214366"/>
                  </a:lnTo>
                  <a:lnTo>
                    <a:pt x="4022007" y="1214366"/>
                  </a:lnTo>
                  <a:lnTo>
                    <a:pt x="4022100" y="1214366"/>
                  </a:lnTo>
                  <a:lnTo>
                    <a:pt x="4022193" y="1214366"/>
                  </a:lnTo>
                  <a:lnTo>
                    <a:pt x="4022287" y="1214366"/>
                  </a:lnTo>
                  <a:lnTo>
                    <a:pt x="4022380" y="1214366"/>
                  </a:lnTo>
                  <a:lnTo>
                    <a:pt x="4022473" y="1214366"/>
                  </a:lnTo>
                  <a:lnTo>
                    <a:pt x="4022566" y="1214366"/>
                  </a:lnTo>
                  <a:lnTo>
                    <a:pt x="4022660" y="1214366"/>
                  </a:lnTo>
                  <a:lnTo>
                    <a:pt x="4022753" y="1214366"/>
                  </a:lnTo>
                  <a:lnTo>
                    <a:pt x="4022846" y="1214366"/>
                  </a:lnTo>
                  <a:lnTo>
                    <a:pt x="4022939" y="1214366"/>
                  </a:lnTo>
                  <a:lnTo>
                    <a:pt x="4023033" y="1214366"/>
                  </a:lnTo>
                  <a:lnTo>
                    <a:pt x="4023126" y="1214366"/>
                  </a:lnTo>
                  <a:lnTo>
                    <a:pt x="4023219" y="1214366"/>
                  </a:lnTo>
                  <a:lnTo>
                    <a:pt x="4023312" y="1214366"/>
                  </a:lnTo>
                  <a:lnTo>
                    <a:pt x="4023406" y="1214366"/>
                  </a:lnTo>
                  <a:lnTo>
                    <a:pt x="4023499" y="1214366"/>
                  </a:lnTo>
                  <a:lnTo>
                    <a:pt x="4023592" y="1214366"/>
                  </a:lnTo>
                  <a:lnTo>
                    <a:pt x="4023685" y="1214366"/>
                  </a:lnTo>
                  <a:lnTo>
                    <a:pt x="4023779" y="1214366"/>
                  </a:lnTo>
                  <a:lnTo>
                    <a:pt x="4023872" y="1214366"/>
                  </a:lnTo>
                  <a:lnTo>
                    <a:pt x="4023965" y="1214366"/>
                  </a:lnTo>
                  <a:lnTo>
                    <a:pt x="4024058" y="1214366"/>
                  </a:lnTo>
                  <a:lnTo>
                    <a:pt x="4024151" y="1214366"/>
                  </a:lnTo>
                  <a:lnTo>
                    <a:pt x="4024245" y="1214366"/>
                  </a:lnTo>
                  <a:lnTo>
                    <a:pt x="4024338" y="1214366"/>
                  </a:lnTo>
                  <a:lnTo>
                    <a:pt x="4024431" y="1214366"/>
                  </a:lnTo>
                  <a:lnTo>
                    <a:pt x="4024524" y="1214366"/>
                  </a:lnTo>
                  <a:lnTo>
                    <a:pt x="4024618" y="1214366"/>
                  </a:lnTo>
                  <a:lnTo>
                    <a:pt x="4024711" y="1214366"/>
                  </a:lnTo>
                  <a:lnTo>
                    <a:pt x="4024804" y="1214366"/>
                  </a:lnTo>
                  <a:lnTo>
                    <a:pt x="4024897" y="1214366"/>
                  </a:lnTo>
                  <a:lnTo>
                    <a:pt x="4024991" y="1214366"/>
                  </a:lnTo>
                  <a:lnTo>
                    <a:pt x="4025084" y="1214366"/>
                  </a:lnTo>
                  <a:lnTo>
                    <a:pt x="4025177" y="1214366"/>
                  </a:lnTo>
                  <a:lnTo>
                    <a:pt x="4025270" y="1214366"/>
                  </a:lnTo>
                  <a:lnTo>
                    <a:pt x="4025364" y="1214366"/>
                  </a:lnTo>
                  <a:lnTo>
                    <a:pt x="4025457" y="1214366"/>
                  </a:lnTo>
                  <a:lnTo>
                    <a:pt x="4025550" y="1214366"/>
                  </a:lnTo>
                  <a:lnTo>
                    <a:pt x="4025643" y="1214366"/>
                  </a:lnTo>
                  <a:lnTo>
                    <a:pt x="4025737" y="1214366"/>
                  </a:lnTo>
                  <a:lnTo>
                    <a:pt x="4025830" y="1214366"/>
                  </a:lnTo>
                  <a:lnTo>
                    <a:pt x="4025923" y="1214366"/>
                  </a:lnTo>
                  <a:lnTo>
                    <a:pt x="4026016" y="1214366"/>
                  </a:lnTo>
                  <a:lnTo>
                    <a:pt x="4026110" y="1214366"/>
                  </a:lnTo>
                  <a:lnTo>
                    <a:pt x="4026203" y="1214366"/>
                  </a:lnTo>
                  <a:lnTo>
                    <a:pt x="4026296" y="1214366"/>
                  </a:lnTo>
                  <a:lnTo>
                    <a:pt x="4026389" y="1214366"/>
                  </a:lnTo>
                  <a:lnTo>
                    <a:pt x="4026483" y="1214366"/>
                  </a:lnTo>
                  <a:lnTo>
                    <a:pt x="4026576" y="1214366"/>
                  </a:lnTo>
                  <a:lnTo>
                    <a:pt x="4026669" y="1214366"/>
                  </a:lnTo>
                  <a:lnTo>
                    <a:pt x="4026762" y="1214366"/>
                  </a:lnTo>
                  <a:lnTo>
                    <a:pt x="4026856" y="1214366"/>
                  </a:lnTo>
                  <a:lnTo>
                    <a:pt x="4026949" y="1214366"/>
                  </a:lnTo>
                  <a:lnTo>
                    <a:pt x="4027042" y="1214366"/>
                  </a:lnTo>
                  <a:lnTo>
                    <a:pt x="4027135" y="1214366"/>
                  </a:lnTo>
                  <a:lnTo>
                    <a:pt x="4027229" y="1214366"/>
                  </a:lnTo>
                  <a:lnTo>
                    <a:pt x="4027322" y="1214366"/>
                  </a:lnTo>
                  <a:lnTo>
                    <a:pt x="4027415" y="1214366"/>
                  </a:lnTo>
                  <a:lnTo>
                    <a:pt x="4027508" y="1214366"/>
                  </a:lnTo>
                  <a:lnTo>
                    <a:pt x="4027602" y="1214366"/>
                  </a:lnTo>
                  <a:lnTo>
                    <a:pt x="4027695" y="1214366"/>
                  </a:lnTo>
                  <a:lnTo>
                    <a:pt x="4027788" y="1214366"/>
                  </a:lnTo>
                  <a:lnTo>
                    <a:pt x="4027881" y="1214366"/>
                  </a:lnTo>
                  <a:lnTo>
                    <a:pt x="4027975" y="1214366"/>
                  </a:lnTo>
                  <a:lnTo>
                    <a:pt x="4028068" y="1214366"/>
                  </a:lnTo>
                  <a:lnTo>
                    <a:pt x="4028161" y="1214366"/>
                  </a:lnTo>
                  <a:lnTo>
                    <a:pt x="4028254" y="1214366"/>
                  </a:lnTo>
                  <a:lnTo>
                    <a:pt x="4028348" y="1214366"/>
                  </a:lnTo>
                  <a:lnTo>
                    <a:pt x="4028441" y="1214366"/>
                  </a:lnTo>
                  <a:lnTo>
                    <a:pt x="4028441" y="1204412"/>
                  </a:lnTo>
                  <a:lnTo>
                    <a:pt x="4028534" y="1204412"/>
                  </a:lnTo>
                  <a:lnTo>
                    <a:pt x="4028627" y="1204412"/>
                  </a:lnTo>
                  <a:lnTo>
                    <a:pt x="4028721" y="1204412"/>
                  </a:lnTo>
                  <a:lnTo>
                    <a:pt x="4028814" y="1204412"/>
                  </a:lnTo>
                  <a:lnTo>
                    <a:pt x="4028907" y="1204412"/>
                  </a:lnTo>
                  <a:lnTo>
                    <a:pt x="4029000" y="1204412"/>
                  </a:lnTo>
                  <a:lnTo>
                    <a:pt x="4029094" y="1204412"/>
                  </a:lnTo>
                  <a:lnTo>
                    <a:pt x="4029187" y="1204412"/>
                  </a:lnTo>
                  <a:lnTo>
                    <a:pt x="4029280" y="1204412"/>
                  </a:lnTo>
                  <a:lnTo>
                    <a:pt x="4029373" y="1204412"/>
                  </a:lnTo>
                  <a:lnTo>
                    <a:pt x="4029467" y="1204412"/>
                  </a:lnTo>
                  <a:lnTo>
                    <a:pt x="4029560" y="1204412"/>
                  </a:lnTo>
                  <a:lnTo>
                    <a:pt x="4029653" y="1204412"/>
                  </a:lnTo>
                  <a:lnTo>
                    <a:pt x="4029746" y="1204412"/>
                  </a:lnTo>
                  <a:lnTo>
                    <a:pt x="4029840" y="1204412"/>
                  </a:lnTo>
                  <a:lnTo>
                    <a:pt x="4029933" y="1204412"/>
                  </a:lnTo>
                  <a:lnTo>
                    <a:pt x="4030026" y="1204412"/>
                  </a:lnTo>
                  <a:lnTo>
                    <a:pt x="4030119" y="1204412"/>
                  </a:lnTo>
                  <a:lnTo>
                    <a:pt x="4030213" y="1204412"/>
                  </a:lnTo>
                  <a:lnTo>
                    <a:pt x="4030306" y="1204412"/>
                  </a:lnTo>
                  <a:lnTo>
                    <a:pt x="4030399" y="1204412"/>
                  </a:lnTo>
                  <a:lnTo>
                    <a:pt x="4030492" y="1204412"/>
                  </a:lnTo>
                  <a:lnTo>
                    <a:pt x="4030586" y="1204412"/>
                  </a:lnTo>
                  <a:lnTo>
                    <a:pt x="4030679" y="1204412"/>
                  </a:lnTo>
                  <a:lnTo>
                    <a:pt x="4030772" y="1204412"/>
                  </a:lnTo>
                  <a:lnTo>
                    <a:pt x="4030865" y="1204412"/>
                  </a:lnTo>
                  <a:lnTo>
                    <a:pt x="4030958" y="1204412"/>
                  </a:lnTo>
                  <a:lnTo>
                    <a:pt x="4031052" y="1204412"/>
                  </a:lnTo>
                  <a:lnTo>
                    <a:pt x="4031145" y="1204412"/>
                  </a:lnTo>
                  <a:lnTo>
                    <a:pt x="4031238" y="1204412"/>
                  </a:lnTo>
                  <a:lnTo>
                    <a:pt x="4031331" y="1204412"/>
                  </a:lnTo>
                  <a:lnTo>
                    <a:pt x="4031425" y="1204412"/>
                  </a:lnTo>
                  <a:lnTo>
                    <a:pt x="4031518" y="1204412"/>
                  </a:lnTo>
                  <a:lnTo>
                    <a:pt x="4031611" y="1204412"/>
                  </a:lnTo>
                  <a:lnTo>
                    <a:pt x="4031704" y="1204412"/>
                  </a:lnTo>
                  <a:lnTo>
                    <a:pt x="4031798" y="1204412"/>
                  </a:lnTo>
                  <a:lnTo>
                    <a:pt x="4031891" y="1204412"/>
                  </a:lnTo>
                  <a:lnTo>
                    <a:pt x="4031984" y="1204412"/>
                  </a:lnTo>
                  <a:lnTo>
                    <a:pt x="4031984" y="1194458"/>
                  </a:lnTo>
                  <a:lnTo>
                    <a:pt x="4032077" y="1194458"/>
                  </a:lnTo>
                  <a:lnTo>
                    <a:pt x="4032171" y="1194458"/>
                  </a:lnTo>
                  <a:lnTo>
                    <a:pt x="4032264" y="1194458"/>
                  </a:lnTo>
                  <a:lnTo>
                    <a:pt x="4032357" y="1194458"/>
                  </a:lnTo>
                  <a:lnTo>
                    <a:pt x="4032450" y="1194458"/>
                  </a:lnTo>
                  <a:lnTo>
                    <a:pt x="4032544" y="1194458"/>
                  </a:lnTo>
                  <a:lnTo>
                    <a:pt x="4032637" y="1194458"/>
                  </a:lnTo>
                  <a:lnTo>
                    <a:pt x="4032730" y="1194458"/>
                  </a:lnTo>
                  <a:lnTo>
                    <a:pt x="4032823" y="1194458"/>
                  </a:lnTo>
                  <a:lnTo>
                    <a:pt x="4032917" y="1194458"/>
                  </a:lnTo>
                  <a:lnTo>
                    <a:pt x="4033010" y="1194458"/>
                  </a:lnTo>
                  <a:lnTo>
                    <a:pt x="4033103" y="1194458"/>
                  </a:lnTo>
                  <a:lnTo>
                    <a:pt x="4033196" y="1194458"/>
                  </a:lnTo>
                  <a:lnTo>
                    <a:pt x="4033290" y="1194458"/>
                  </a:lnTo>
                  <a:lnTo>
                    <a:pt x="4033383" y="1194458"/>
                  </a:lnTo>
                  <a:lnTo>
                    <a:pt x="4033476" y="1194458"/>
                  </a:lnTo>
                  <a:lnTo>
                    <a:pt x="4033569" y="1194458"/>
                  </a:lnTo>
                  <a:lnTo>
                    <a:pt x="4033663" y="1194458"/>
                  </a:lnTo>
                  <a:lnTo>
                    <a:pt x="4033756" y="1194458"/>
                  </a:lnTo>
                  <a:lnTo>
                    <a:pt x="4033849" y="1194458"/>
                  </a:lnTo>
                  <a:lnTo>
                    <a:pt x="4033942" y="1194458"/>
                  </a:lnTo>
                  <a:lnTo>
                    <a:pt x="4034036" y="1194458"/>
                  </a:lnTo>
                  <a:lnTo>
                    <a:pt x="4034129" y="1194458"/>
                  </a:lnTo>
                  <a:lnTo>
                    <a:pt x="4034222" y="1194458"/>
                  </a:lnTo>
                  <a:lnTo>
                    <a:pt x="4034315" y="1194458"/>
                  </a:lnTo>
                  <a:lnTo>
                    <a:pt x="4034409" y="1194458"/>
                  </a:lnTo>
                  <a:lnTo>
                    <a:pt x="4034502" y="1194458"/>
                  </a:lnTo>
                  <a:lnTo>
                    <a:pt x="4034595" y="1194458"/>
                  </a:lnTo>
                  <a:lnTo>
                    <a:pt x="4034688" y="1194458"/>
                  </a:lnTo>
                  <a:lnTo>
                    <a:pt x="4034782" y="1194458"/>
                  </a:lnTo>
                  <a:lnTo>
                    <a:pt x="4034875" y="1194458"/>
                  </a:lnTo>
                  <a:lnTo>
                    <a:pt x="4034968" y="1194458"/>
                  </a:lnTo>
                  <a:lnTo>
                    <a:pt x="4035061" y="1194458"/>
                  </a:lnTo>
                  <a:lnTo>
                    <a:pt x="4035155" y="1194458"/>
                  </a:lnTo>
                  <a:lnTo>
                    <a:pt x="4035248" y="1194458"/>
                  </a:lnTo>
                  <a:lnTo>
                    <a:pt x="4035341" y="1194458"/>
                  </a:lnTo>
                  <a:lnTo>
                    <a:pt x="4035434" y="1194458"/>
                  </a:lnTo>
                  <a:lnTo>
                    <a:pt x="4035528" y="1194458"/>
                  </a:lnTo>
                  <a:lnTo>
                    <a:pt x="4035621" y="1194458"/>
                  </a:lnTo>
                  <a:lnTo>
                    <a:pt x="4035714" y="1194458"/>
                  </a:lnTo>
                  <a:lnTo>
                    <a:pt x="4035807" y="1194458"/>
                  </a:lnTo>
                  <a:lnTo>
                    <a:pt x="4035901" y="1194458"/>
                  </a:lnTo>
                  <a:lnTo>
                    <a:pt x="4035994" y="1194458"/>
                  </a:lnTo>
                  <a:lnTo>
                    <a:pt x="4036087" y="1194458"/>
                  </a:lnTo>
                  <a:lnTo>
                    <a:pt x="4036180" y="1194458"/>
                  </a:lnTo>
                  <a:lnTo>
                    <a:pt x="4036274" y="1194458"/>
                  </a:lnTo>
                  <a:lnTo>
                    <a:pt x="4036367" y="1194458"/>
                  </a:lnTo>
                  <a:lnTo>
                    <a:pt x="4036460" y="1194458"/>
                  </a:lnTo>
                  <a:lnTo>
                    <a:pt x="4036553" y="1194458"/>
                  </a:lnTo>
                  <a:lnTo>
                    <a:pt x="4036647" y="1194458"/>
                  </a:lnTo>
                  <a:lnTo>
                    <a:pt x="4036740" y="1194458"/>
                  </a:lnTo>
                  <a:lnTo>
                    <a:pt x="4036833" y="1194458"/>
                  </a:lnTo>
                  <a:lnTo>
                    <a:pt x="4036926" y="1194458"/>
                  </a:lnTo>
                  <a:lnTo>
                    <a:pt x="4037020" y="1194458"/>
                  </a:lnTo>
                  <a:lnTo>
                    <a:pt x="4037113" y="1194458"/>
                  </a:lnTo>
                  <a:lnTo>
                    <a:pt x="4037206" y="1194458"/>
                  </a:lnTo>
                  <a:lnTo>
                    <a:pt x="4037299" y="1194458"/>
                  </a:lnTo>
                  <a:lnTo>
                    <a:pt x="4037393" y="1194458"/>
                  </a:lnTo>
                  <a:lnTo>
                    <a:pt x="4037486" y="1194458"/>
                  </a:lnTo>
                  <a:lnTo>
                    <a:pt x="4037579" y="1194458"/>
                  </a:lnTo>
                  <a:lnTo>
                    <a:pt x="4037672" y="1194458"/>
                  </a:lnTo>
                  <a:lnTo>
                    <a:pt x="4037766" y="1194458"/>
                  </a:lnTo>
                  <a:lnTo>
                    <a:pt x="4037859" y="1194458"/>
                  </a:lnTo>
                  <a:lnTo>
                    <a:pt x="4037952" y="1194458"/>
                  </a:lnTo>
                  <a:lnTo>
                    <a:pt x="4038045" y="1194458"/>
                  </a:lnTo>
                  <a:lnTo>
                    <a:pt x="4038138" y="1194458"/>
                  </a:lnTo>
                  <a:lnTo>
                    <a:pt x="4038232" y="1194458"/>
                  </a:lnTo>
                  <a:lnTo>
                    <a:pt x="4038325" y="1194458"/>
                  </a:lnTo>
                  <a:lnTo>
                    <a:pt x="4038418" y="1194458"/>
                  </a:lnTo>
                  <a:lnTo>
                    <a:pt x="4038511" y="1194458"/>
                  </a:lnTo>
                  <a:lnTo>
                    <a:pt x="4038605" y="1194458"/>
                  </a:lnTo>
                  <a:lnTo>
                    <a:pt x="4038698" y="1194458"/>
                  </a:lnTo>
                  <a:lnTo>
                    <a:pt x="4038791" y="1194458"/>
                  </a:lnTo>
                  <a:lnTo>
                    <a:pt x="4038884" y="1194458"/>
                  </a:lnTo>
                  <a:lnTo>
                    <a:pt x="4038978" y="1194458"/>
                  </a:lnTo>
                  <a:lnTo>
                    <a:pt x="4039071" y="1194458"/>
                  </a:lnTo>
                  <a:lnTo>
                    <a:pt x="4039164" y="1194458"/>
                  </a:lnTo>
                  <a:lnTo>
                    <a:pt x="4039257" y="1194458"/>
                  </a:lnTo>
                  <a:lnTo>
                    <a:pt x="4039351" y="1194458"/>
                  </a:lnTo>
                  <a:lnTo>
                    <a:pt x="4039444" y="1194458"/>
                  </a:lnTo>
                  <a:lnTo>
                    <a:pt x="4039537" y="1194458"/>
                  </a:lnTo>
                  <a:lnTo>
                    <a:pt x="4039630" y="1194458"/>
                  </a:lnTo>
                  <a:lnTo>
                    <a:pt x="4039724" y="1194458"/>
                  </a:lnTo>
                  <a:lnTo>
                    <a:pt x="4039817" y="1194458"/>
                  </a:lnTo>
                  <a:lnTo>
                    <a:pt x="4039910" y="1194458"/>
                  </a:lnTo>
                  <a:lnTo>
                    <a:pt x="4040003" y="1194458"/>
                  </a:lnTo>
                  <a:lnTo>
                    <a:pt x="4040097" y="1194458"/>
                  </a:lnTo>
                  <a:lnTo>
                    <a:pt x="4040190" y="1194458"/>
                  </a:lnTo>
                  <a:lnTo>
                    <a:pt x="4040283" y="1194458"/>
                  </a:lnTo>
                  <a:lnTo>
                    <a:pt x="4040376" y="1194458"/>
                  </a:lnTo>
                  <a:lnTo>
                    <a:pt x="4040470" y="1194458"/>
                  </a:lnTo>
                  <a:lnTo>
                    <a:pt x="4040563" y="1194458"/>
                  </a:lnTo>
                  <a:lnTo>
                    <a:pt x="4040656" y="1194458"/>
                  </a:lnTo>
                  <a:lnTo>
                    <a:pt x="4040749" y="1194458"/>
                  </a:lnTo>
                  <a:lnTo>
                    <a:pt x="4040843" y="1194458"/>
                  </a:lnTo>
                  <a:lnTo>
                    <a:pt x="4040936" y="1194458"/>
                  </a:lnTo>
                  <a:lnTo>
                    <a:pt x="4041029" y="1194458"/>
                  </a:lnTo>
                  <a:lnTo>
                    <a:pt x="4041122" y="1194458"/>
                  </a:lnTo>
                  <a:lnTo>
                    <a:pt x="4041216" y="1194458"/>
                  </a:lnTo>
                  <a:lnTo>
                    <a:pt x="4041309" y="1194458"/>
                  </a:lnTo>
                  <a:lnTo>
                    <a:pt x="4041402" y="1194458"/>
                  </a:lnTo>
                  <a:lnTo>
                    <a:pt x="4041495" y="1194458"/>
                  </a:lnTo>
                  <a:lnTo>
                    <a:pt x="4041589" y="1194458"/>
                  </a:lnTo>
                  <a:lnTo>
                    <a:pt x="4041682" y="1194458"/>
                  </a:lnTo>
                  <a:lnTo>
                    <a:pt x="4041775" y="1194458"/>
                  </a:lnTo>
                  <a:lnTo>
                    <a:pt x="4041868" y="1194458"/>
                  </a:lnTo>
                  <a:lnTo>
                    <a:pt x="4041962" y="1194458"/>
                  </a:lnTo>
                  <a:lnTo>
                    <a:pt x="4042055" y="1194458"/>
                  </a:lnTo>
                  <a:lnTo>
                    <a:pt x="4042148" y="1194458"/>
                  </a:lnTo>
                  <a:lnTo>
                    <a:pt x="4042241" y="1194458"/>
                  </a:lnTo>
                  <a:lnTo>
                    <a:pt x="4042335" y="1194458"/>
                  </a:lnTo>
                  <a:lnTo>
                    <a:pt x="4042428" y="1194458"/>
                  </a:lnTo>
                  <a:lnTo>
                    <a:pt x="4042521" y="1194458"/>
                  </a:lnTo>
                  <a:lnTo>
                    <a:pt x="4042614" y="1194458"/>
                  </a:lnTo>
                  <a:lnTo>
                    <a:pt x="4042708" y="1194458"/>
                  </a:lnTo>
                  <a:lnTo>
                    <a:pt x="4042801" y="1194458"/>
                  </a:lnTo>
                  <a:lnTo>
                    <a:pt x="4042894" y="1194458"/>
                  </a:lnTo>
                  <a:lnTo>
                    <a:pt x="4042987" y="1194458"/>
                  </a:lnTo>
                  <a:lnTo>
                    <a:pt x="4043081" y="1194458"/>
                  </a:lnTo>
                  <a:lnTo>
                    <a:pt x="4043174" y="1194458"/>
                  </a:lnTo>
                  <a:lnTo>
                    <a:pt x="4043267" y="1194458"/>
                  </a:lnTo>
                  <a:lnTo>
                    <a:pt x="4043360" y="1194458"/>
                  </a:lnTo>
                  <a:lnTo>
                    <a:pt x="4043454" y="1194458"/>
                  </a:lnTo>
                  <a:lnTo>
                    <a:pt x="4043547" y="1194458"/>
                  </a:lnTo>
                  <a:lnTo>
                    <a:pt x="4043640" y="1194458"/>
                  </a:lnTo>
                  <a:lnTo>
                    <a:pt x="4043733" y="1194458"/>
                  </a:lnTo>
                  <a:lnTo>
                    <a:pt x="4043827" y="1194458"/>
                  </a:lnTo>
                  <a:lnTo>
                    <a:pt x="4043920" y="1194458"/>
                  </a:lnTo>
                  <a:lnTo>
                    <a:pt x="4044013" y="1194458"/>
                  </a:lnTo>
                  <a:lnTo>
                    <a:pt x="4044106" y="1194458"/>
                  </a:lnTo>
                  <a:lnTo>
                    <a:pt x="4044200" y="1194458"/>
                  </a:lnTo>
                  <a:lnTo>
                    <a:pt x="4044293" y="1194458"/>
                  </a:lnTo>
                  <a:lnTo>
                    <a:pt x="4044386" y="1194458"/>
                  </a:lnTo>
                  <a:lnTo>
                    <a:pt x="4044479" y="1194458"/>
                  </a:lnTo>
                  <a:lnTo>
                    <a:pt x="4044573" y="1194458"/>
                  </a:lnTo>
                  <a:lnTo>
                    <a:pt x="4044666" y="1194458"/>
                  </a:lnTo>
                  <a:lnTo>
                    <a:pt x="4044759" y="1194458"/>
                  </a:lnTo>
                  <a:lnTo>
                    <a:pt x="4044852" y="1194458"/>
                  </a:lnTo>
                  <a:lnTo>
                    <a:pt x="4044945" y="1194458"/>
                  </a:lnTo>
                  <a:lnTo>
                    <a:pt x="4045039" y="1194458"/>
                  </a:lnTo>
                  <a:lnTo>
                    <a:pt x="4045132" y="1194458"/>
                  </a:lnTo>
                  <a:lnTo>
                    <a:pt x="4045225" y="1194458"/>
                  </a:lnTo>
                  <a:lnTo>
                    <a:pt x="4045318" y="1194458"/>
                  </a:lnTo>
                  <a:lnTo>
                    <a:pt x="4045412" y="1194458"/>
                  </a:lnTo>
                  <a:lnTo>
                    <a:pt x="4045505" y="1194458"/>
                  </a:lnTo>
                  <a:lnTo>
                    <a:pt x="4045598" y="1194458"/>
                  </a:lnTo>
                  <a:lnTo>
                    <a:pt x="4045691" y="1194458"/>
                  </a:lnTo>
                  <a:lnTo>
                    <a:pt x="4045785" y="1194458"/>
                  </a:lnTo>
                  <a:lnTo>
                    <a:pt x="4045878" y="1194458"/>
                  </a:lnTo>
                  <a:lnTo>
                    <a:pt x="4045971" y="1194458"/>
                  </a:lnTo>
                  <a:lnTo>
                    <a:pt x="4046064" y="1194458"/>
                  </a:lnTo>
                  <a:lnTo>
                    <a:pt x="4046158" y="1194458"/>
                  </a:lnTo>
                  <a:lnTo>
                    <a:pt x="4046251" y="1194458"/>
                  </a:lnTo>
                  <a:lnTo>
                    <a:pt x="4046344" y="1194458"/>
                  </a:lnTo>
                  <a:lnTo>
                    <a:pt x="4046437" y="1194458"/>
                  </a:lnTo>
                  <a:lnTo>
                    <a:pt x="4046531" y="1194458"/>
                  </a:lnTo>
                  <a:lnTo>
                    <a:pt x="4046624" y="1194458"/>
                  </a:lnTo>
                  <a:lnTo>
                    <a:pt x="4046717" y="1194458"/>
                  </a:lnTo>
                  <a:lnTo>
                    <a:pt x="4046810" y="1194458"/>
                  </a:lnTo>
                  <a:lnTo>
                    <a:pt x="4046904" y="1194458"/>
                  </a:lnTo>
                  <a:lnTo>
                    <a:pt x="4046997" y="1194458"/>
                  </a:lnTo>
                  <a:lnTo>
                    <a:pt x="4047090" y="1194458"/>
                  </a:lnTo>
                  <a:lnTo>
                    <a:pt x="4047183" y="1194458"/>
                  </a:lnTo>
                  <a:lnTo>
                    <a:pt x="4047277" y="1194458"/>
                  </a:lnTo>
                  <a:lnTo>
                    <a:pt x="4047370" y="1194458"/>
                  </a:lnTo>
                  <a:lnTo>
                    <a:pt x="4047463" y="1194458"/>
                  </a:lnTo>
                  <a:lnTo>
                    <a:pt x="4047556" y="1194458"/>
                  </a:lnTo>
                  <a:lnTo>
                    <a:pt x="4047650" y="1194458"/>
                  </a:lnTo>
                  <a:lnTo>
                    <a:pt x="4047743" y="1194458"/>
                  </a:lnTo>
                  <a:lnTo>
                    <a:pt x="4047836" y="1194458"/>
                  </a:lnTo>
                  <a:lnTo>
                    <a:pt x="4047929" y="1194458"/>
                  </a:lnTo>
                  <a:lnTo>
                    <a:pt x="4048023" y="1194458"/>
                  </a:lnTo>
                  <a:lnTo>
                    <a:pt x="4048116" y="1194458"/>
                  </a:lnTo>
                  <a:lnTo>
                    <a:pt x="4048209" y="1194458"/>
                  </a:lnTo>
                  <a:lnTo>
                    <a:pt x="4048302" y="1194458"/>
                  </a:lnTo>
                  <a:lnTo>
                    <a:pt x="4048396" y="1194458"/>
                  </a:lnTo>
                  <a:lnTo>
                    <a:pt x="4048489" y="1194458"/>
                  </a:lnTo>
                  <a:lnTo>
                    <a:pt x="4048582" y="1194458"/>
                  </a:lnTo>
                  <a:lnTo>
                    <a:pt x="4048675" y="1194458"/>
                  </a:lnTo>
                  <a:lnTo>
                    <a:pt x="4048769" y="1194458"/>
                  </a:lnTo>
                  <a:lnTo>
                    <a:pt x="4048862" y="1194458"/>
                  </a:lnTo>
                  <a:lnTo>
                    <a:pt x="4048955" y="1194458"/>
                  </a:lnTo>
                  <a:lnTo>
                    <a:pt x="4049048" y="1194458"/>
                  </a:lnTo>
                  <a:lnTo>
                    <a:pt x="4049142" y="1194458"/>
                  </a:lnTo>
                  <a:lnTo>
                    <a:pt x="4049235" y="1194458"/>
                  </a:lnTo>
                  <a:lnTo>
                    <a:pt x="4049328" y="1194458"/>
                  </a:lnTo>
                  <a:lnTo>
                    <a:pt x="4049421" y="1194458"/>
                  </a:lnTo>
                  <a:lnTo>
                    <a:pt x="4049515" y="1194458"/>
                  </a:lnTo>
                  <a:lnTo>
                    <a:pt x="4049608" y="1194458"/>
                  </a:lnTo>
                  <a:lnTo>
                    <a:pt x="4049701" y="1194458"/>
                  </a:lnTo>
                  <a:lnTo>
                    <a:pt x="4049794" y="1194458"/>
                  </a:lnTo>
                  <a:lnTo>
                    <a:pt x="4049888" y="1194458"/>
                  </a:lnTo>
                  <a:lnTo>
                    <a:pt x="4049981" y="1194458"/>
                  </a:lnTo>
                  <a:lnTo>
                    <a:pt x="4050074" y="1194458"/>
                  </a:lnTo>
                  <a:lnTo>
                    <a:pt x="4050167" y="1194458"/>
                  </a:lnTo>
                  <a:lnTo>
                    <a:pt x="4050261" y="1194458"/>
                  </a:lnTo>
                  <a:lnTo>
                    <a:pt x="4050354" y="1194458"/>
                  </a:lnTo>
                  <a:lnTo>
                    <a:pt x="4050447" y="1194458"/>
                  </a:lnTo>
                  <a:lnTo>
                    <a:pt x="4050540" y="1194458"/>
                  </a:lnTo>
                  <a:lnTo>
                    <a:pt x="4050634" y="1194458"/>
                  </a:lnTo>
                  <a:lnTo>
                    <a:pt x="4050727" y="1194458"/>
                  </a:lnTo>
                  <a:lnTo>
                    <a:pt x="4050820" y="1194458"/>
                  </a:lnTo>
                  <a:lnTo>
                    <a:pt x="4050913" y="1194458"/>
                  </a:lnTo>
                  <a:lnTo>
                    <a:pt x="4051007" y="1194458"/>
                  </a:lnTo>
                  <a:lnTo>
                    <a:pt x="4051100" y="1194458"/>
                  </a:lnTo>
                  <a:lnTo>
                    <a:pt x="4051100" y="1184504"/>
                  </a:lnTo>
                  <a:lnTo>
                    <a:pt x="4051193" y="1184504"/>
                  </a:lnTo>
                  <a:lnTo>
                    <a:pt x="4051286" y="1184504"/>
                  </a:lnTo>
                  <a:lnTo>
                    <a:pt x="4051380" y="1184504"/>
                  </a:lnTo>
                  <a:lnTo>
                    <a:pt x="4051473" y="1184504"/>
                  </a:lnTo>
                  <a:lnTo>
                    <a:pt x="4051566" y="1184504"/>
                  </a:lnTo>
                  <a:lnTo>
                    <a:pt x="4051659" y="1184504"/>
                  </a:lnTo>
                  <a:lnTo>
                    <a:pt x="4051752" y="1184504"/>
                  </a:lnTo>
                  <a:lnTo>
                    <a:pt x="4051846" y="1184504"/>
                  </a:lnTo>
                  <a:lnTo>
                    <a:pt x="4051939" y="1184504"/>
                  </a:lnTo>
                  <a:lnTo>
                    <a:pt x="4052032" y="1184504"/>
                  </a:lnTo>
                  <a:lnTo>
                    <a:pt x="4052125" y="1184504"/>
                  </a:lnTo>
                  <a:lnTo>
                    <a:pt x="4052219" y="1184504"/>
                  </a:lnTo>
                  <a:lnTo>
                    <a:pt x="4052312" y="1184504"/>
                  </a:lnTo>
                  <a:lnTo>
                    <a:pt x="4052405" y="1184504"/>
                  </a:lnTo>
                  <a:lnTo>
                    <a:pt x="4052498" y="1184504"/>
                  </a:lnTo>
                  <a:lnTo>
                    <a:pt x="4052592" y="1184504"/>
                  </a:lnTo>
                  <a:lnTo>
                    <a:pt x="4052685" y="1184504"/>
                  </a:lnTo>
                  <a:lnTo>
                    <a:pt x="4052778" y="1184504"/>
                  </a:lnTo>
                  <a:lnTo>
                    <a:pt x="4052871" y="1184504"/>
                  </a:lnTo>
                  <a:lnTo>
                    <a:pt x="4052965" y="1184504"/>
                  </a:lnTo>
                  <a:lnTo>
                    <a:pt x="4053058" y="1184504"/>
                  </a:lnTo>
                  <a:lnTo>
                    <a:pt x="4053151" y="1184504"/>
                  </a:lnTo>
                  <a:lnTo>
                    <a:pt x="4053244" y="1184504"/>
                  </a:lnTo>
                  <a:lnTo>
                    <a:pt x="4053338" y="1184504"/>
                  </a:lnTo>
                  <a:lnTo>
                    <a:pt x="4053338" y="1174551"/>
                  </a:lnTo>
                  <a:lnTo>
                    <a:pt x="4053431" y="1174551"/>
                  </a:lnTo>
                  <a:lnTo>
                    <a:pt x="4053524" y="1174551"/>
                  </a:lnTo>
                  <a:lnTo>
                    <a:pt x="4053617" y="1174551"/>
                  </a:lnTo>
                  <a:lnTo>
                    <a:pt x="4053711" y="1174551"/>
                  </a:lnTo>
                  <a:lnTo>
                    <a:pt x="4053804" y="1174551"/>
                  </a:lnTo>
                  <a:lnTo>
                    <a:pt x="4053897" y="1174551"/>
                  </a:lnTo>
                  <a:lnTo>
                    <a:pt x="4053990" y="1174551"/>
                  </a:lnTo>
                  <a:lnTo>
                    <a:pt x="4054084" y="1174551"/>
                  </a:lnTo>
                  <a:lnTo>
                    <a:pt x="4054177" y="1174551"/>
                  </a:lnTo>
                  <a:lnTo>
                    <a:pt x="4054270" y="1174551"/>
                  </a:lnTo>
                  <a:lnTo>
                    <a:pt x="4054363" y="1174551"/>
                  </a:lnTo>
                  <a:lnTo>
                    <a:pt x="4054457" y="1174551"/>
                  </a:lnTo>
                  <a:lnTo>
                    <a:pt x="4054550" y="1174551"/>
                  </a:lnTo>
                  <a:lnTo>
                    <a:pt x="4054643" y="1174551"/>
                  </a:lnTo>
                  <a:lnTo>
                    <a:pt x="4054736" y="1174551"/>
                  </a:lnTo>
                  <a:lnTo>
                    <a:pt x="4054830" y="1174551"/>
                  </a:lnTo>
                  <a:lnTo>
                    <a:pt x="4054923" y="1174551"/>
                  </a:lnTo>
                  <a:lnTo>
                    <a:pt x="4055016" y="1174551"/>
                  </a:lnTo>
                  <a:lnTo>
                    <a:pt x="4055109" y="1174551"/>
                  </a:lnTo>
                  <a:lnTo>
                    <a:pt x="4055203" y="1174551"/>
                  </a:lnTo>
                  <a:lnTo>
                    <a:pt x="4055296" y="1174551"/>
                  </a:lnTo>
                  <a:lnTo>
                    <a:pt x="4055389" y="1174551"/>
                  </a:lnTo>
                  <a:lnTo>
                    <a:pt x="4055482" y="1174551"/>
                  </a:lnTo>
                  <a:lnTo>
                    <a:pt x="4055576" y="1174551"/>
                  </a:lnTo>
                  <a:lnTo>
                    <a:pt x="4055669" y="1174551"/>
                  </a:lnTo>
                  <a:lnTo>
                    <a:pt x="4055762" y="1174551"/>
                  </a:lnTo>
                  <a:lnTo>
                    <a:pt x="4055855" y="1174551"/>
                  </a:lnTo>
                  <a:lnTo>
                    <a:pt x="4055949" y="1174551"/>
                  </a:lnTo>
                  <a:lnTo>
                    <a:pt x="4056042" y="1174551"/>
                  </a:lnTo>
                  <a:lnTo>
                    <a:pt x="4056135" y="1174551"/>
                  </a:lnTo>
                  <a:lnTo>
                    <a:pt x="4056228" y="1174551"/>
                  </a:lnTo>
                  <a:lnTo>
                    <a:pt x="4056322" y="1174551"/>
                  </a:lnTo>
                  <a:lnTo>
                    <a:pt x="4056415" y="1174551"/>
                  </a:lnTo>
                  <a:lnTo>
                    <a:pt x="4056508" y="1174551"/>
                  </a:lnTo>
                  <a:lnTo>
                    <a:pt x="4056601" y="1174551"/>
                  </a:lnTo>
                  <a:lnTo>
                    <a:pt x="4056695" y="1174551"/>
                  </a:lnTo>
                  <a:lnTo>
                    <a:pt x="4056788" y="1174551"/>
                  </a:lnTo>
                  <a:lnTo>
                    <a:pt x="4056881" y="1174551"/>
                  </a:lnTo>
                  <a:lnTo>
                    <a:pt x="4056974" y="1174551"/>
                  </a:lnTo>
                  <a:lnTo>
                    <a:pt x="4057068" y="1174551"/>
                  </a:lnTo>
                  <a:lnTo>
                    <a:pt x="4057161" y="1174551"/>
                  </a:lnTo>
                  <a:lnTo>
                    <a:pt x="4057254" y="1174551"/>
                  </a:lnTo>
                  <a:lnTo>
                    <a:pt x="4057347" y="1174551"/>
                  </a:lnTo>
                  <a:lnTo>
                    <a:pt x="4057441" y="1174551"/>
                  </a:lnTo>
                  <a:lnTo>
                    <a:pt x="4057534" y="1174551"/>
                  </a:lnTo>
                  <a:lnTo>
                    <a:pt x="4057627" y="1174551"/>
                  </a:lnTo>
                  <a:lnTo>
                    <a:pt x="4057720" y="1174551"/>
                  </a:lnTo>
                  <a:lnTo>
                    <a:pt x="4057814" y="1174551"/>
                  </a:lnTo>
                  <a:lnTo>
                    <a:pt x="4057907" y="1174551"/>
                  </a:lnTo>
                  <a:lnTo>
                    <a:pt x="4058000" y="1174551"/>
                  </a:lnTo>
                  <a:lnTo>
                    <a:pt x="4058093" y="1174551"/>
                  </a:lnTo>
                  <a:lnTo>
                    <a:pt x="4058187" y="1174551"/>
                  </a:lnTo>
                  <a:lnTo>
                    <a:pt x="4058187" y="1164597"/>
                  </a:lnTo>
                  <a:lnTo>
                    <a:pt x="4058280" y="1164597"/>
                  </a:lnTo>
                  <a:lnTo>
                    <a:pt x="4058373" y="1164597"/>
                  </a:lnTo>
                  <a:lnTo>
                    <a:pt x="4058466" y="1164597"/>
                  </a:lnTo>
                  <a:lnTo>
                    <a:pt x="4058560" y="1164597"/>
                  </a:lnTo>
                  <a:lnTo>
                    <a:pt x="4058653" y="1164597"/>
                  </a:lnTo>
                  <a:lnTo>
                    <a:pt x="4058746" y="1164597"/>
                  </a:lnTo>
                  <a:lnTo>
                    <a:pt x="4058839" y="1164597"/>
                  </a:lnTo>
                  <a:lnTo>
                    <a:pt x="4058932" y="1164597"/>
                  </a:lnTo>
                  <a:lnTo>
                    <a:pt x="4059026" y="1164597"/>
                  </a:lnTo>
                  <a:lnTo>
                    <a:pt x="4059119" y="1164597"/>
                  </a:lnTo>
                  <a:lnTo>
                    <a:pt x="4059212" y="1164597"/>
                  </a:lnTo>
                  <a:lnTo>
                    <a:pt x="4059305" y="1164597"/>
                  </a:lnTo>
                  <a:lnTo>
                    <a:pt x="4059399" y="1164597"/>
                  </a:lnTo>
                  <a:lnTo>
                    <a:pt x="4059492" y="1164597"/>
                  </a:lnTo>
                  <a:lnTo>
                    <a:pt x="4059585" y="1164597"/>
                  </a:lnTo>
                  <a:lnTo>
                    <a:pt x="4059678" y="1164597"/>
                  </a:lnTo>
                  <a:lnTo>
                    <a:pt x="4059772" y="1164597"/>
                  </a:lnTo>
                  <a:lnTo>
                    <a:pt x="4059865" y="1164597"/>
                  </a:lnTo>
                  <a:lnTo>
                    <a:pt x="4059958" y="1164597"/>
                  </a:lnTo>
                  <a:lnTo>
                    <a:pt x="4060051" y="1164597"/>
                  </a:lnTo>
                  <a:lnTo>
                    <a:pt x="4060145" y="1164597"/>
                  </a:lnTo>
                  <a:lnTo>
                    <a:pt x="4060238" y="1164597"/>
                  </a:lnTo>
                  <a:lnTo>
                    <a:pt x="4060331" y="1164597"/>
                  </a:lnTo>
                  <a:lnTo>
                    <a:pt x="4060424" y="1164597"/>
                  </a:lnTo>
                  <a:lnTo>
                    <a:pt x="4060518" y="1164597"/>
                  </a:lnTo>
                  <a:lnTo>
                    <a:pt x="4060611" y="1164597"/>
                  </a:lnTo>
                  <a:lnTo>
                    <a:pt x="4060704" y="1164597"/>
                  </a:lnTo>
                  <a:lnTo>
                    <a:pt x="4060797" y="1164597"/>
                  </a:lnTo>
                  <a:lnTo>
                    <a:pt x="4060891" y="1164597"/>
                  </a:lnTo>
                  <a:lnTo>
                    <a:pt x="4060984" y="1164597"/>
                  </a:lnTo>
                  <a:lnTo>
                    <a:pt x="4061077" y="1164597"/>
                  </a:lnTo>
                  <a:lnTo>
                    <a:pt x="4061170" y="1164597"/>
                  </a:lnTo>
                  <a:lnTo>
                    <a:pt x="4061264" y="1164597"/>
                  </a:lnTo>
                  <a:lnTo>
                    <a:pt x="4061357" y="1164597"/>
                  </a:lnTo>
                  <a:lnTo>
                    <a:pt x="4061450" y="1164597"/>
                  </a:lnTo>
                  <a:lnTo>
                    <a:pt x="4061543" y="1164597"/>
                  </a:lnTo>
                  <a:lnTo>
                    <a:pt x="4061637" y="1164597"/>
                  </a:lnTo>
                  <a:lnTo>
                    <a:pt x="4061730" y="1164597"/>
                  </a:lnTo>
                  <a:lnTo>
                    <a:pt x="4061823" y="1164597"/>
                  </a:lnTo>
                  <a:lnTo>
                    <a:pt x="4061916" y="1164597"/>
                  </a:lnTo>
                  <a:lnTo>
                    <a:pt x="4062010" y="1164597"/>
                  </a:lnTo>
                  <a:lnTo>
                    <a:pt x="4062103" y="1164597"/>
                  </a:lnTo>
                  <a:lnTo>
                    <a:pt x="4062196" y="1164597"/>
                  </a:lnTo>
                  <a:lnTo>
                    <a:pt x="4062289" y="1164597"/>
                  </a:lnTo>
                  <a:lnTo>
                    <a:pt x="4062383" y="1164597"/>
                  </a:lnTo>
                  <a:lnTo>
                    <a:pt x="4062476" y="1164597"/>
                  </a:lnTo>
                  <a:lnTo>
                    <a:pt x="4062569" y="1164597"/>
                  </a:lnTo>
                  <a:lnTo>
                    <a:pt x="4062662" y="1164597"/>
                  </a:lnTo>
                  <a:lnTo>
                    <a:pt x="4062756" y="1164597"/>
                  </a:lnTo>
                  <a:lnTo>
                    <a:pt x="4062849" y="1164597"/>
                  </a:lnTo>
                  <a:lnTo>
                    <a:pt x="4062942" y="1164597"/>
                  </a:lnTo>
                  <a:lnTo>
                    <a:pt x="4063035" y="1164597"/>
                  </a:lnTo>
                  <a:lnTo>
                    <a:pt x="4063129" y="1164597"/>
                  </a:lnTo>
                  <a:lnTo>
                    <a:pt x="4063222" y="1164597"/>
                  </a:lnTo>
                  <a:lnTo>
                    <a:pt x="4063315" y="1164597"/>
                  </a:lnTo>
                  <a:lnTo>
                    <a:pt x="4063408" y="1164597"/>
                  </a:lnTo>
                  <a:lnTo>
                    <a:pt x="4063502" y="1164597"/>
                  </a:lnTo>
                  <a:lnTo>
                    <a:pt x="4063595" y="1164597"/>
                  </a:lnTo>
                  <a:lnTo>
                    <a:pt x="4063688" y="1164597"/>
                  </a:lnTo>
                  <a:lnTo>
                    <a:pt x="4063781" y="1164597"/>
                  </a:lnTo>
                  <a:lnTo>
                    <a:pt x="4063875" y="1164597"/>
                  </a:lnTo>
                  <a:lnTo>
                    <a:pt x="4063968" y="1164597"/>
                  </a:lnTo>
                  <a:lnTo>
                    <a:pt x="4064061" y="1164597"/>
                  </a:lnTo>
                  <a:lnTo>
                    <a:pt x="4064154" y="1164597"/>
                  </a:lnTo>
                  <a:lnTo>
                    <a:pt x="4064248" y="1164597"/>
                  </a:lnTo>
                  <a:lnTo>
                    <a:pt x="4064341" y="1164597"/>
                  </a:lnTo>
                  <a:lnTo>
                    <a:pt x="4064434" y="1164597"/>
                  </a:lnTo>
                  <a:lnTo>
                    <a:pt x="4064527" y="1164597"/>
                  </a:lnTo>
                  <a:lnTo>
                    <a:pt x="4064621" y="1164597"/>
                  </a:lnTo>
                  <a:lnTo>
                    <a:pt x="4064714" y="1164597"/>
                  </a:lnTo>
                  <a:lnTo>
                    <a:pt x="4064807" y="1164597"/>
                  </a:lnTo>
                  <a:lnTo>
                    <a:pt x="4064900" y="1164597"/>
                  </a:lnTo>
                  <a:lnTo>
                    <a:pt x="4064994" y="1164597"/>
                  </a:lnTo>
                  <a:lnTo>
                    <a:pt x="4065087" y="1164597"/>
                  </a:lnTo>
                  <a:lnTo>
                    <a:pt x="4065180" y="1164597"/>
                  </a:lnTo>
                  <a:lnTo>
                    <a:pt x="4065273" y="1164597"/>
                  </a:lnTo>
                  <a:lnTo>
                    <a:pt x="4065367" y="1164597"/>
                  </a:lnTo>
                  <a:lnTo>
                    <a:pt x="4065460" y="1164597"/>
                  </a:lnTo>
                  <a:lnTo>
                    <a:pt x="4065553" y="1164597"/>
                  </a:lnTo>
                  <a:lnTo>
                    <a:pt x="4065646" y="1164597"/>
                  </a:lnTo>
                  <a:lnTo>
                    <a:pt x="4065739" y="1164597"/>
                  </a:lnTo>
                  <a:lnTo>
                    <a:pt x="4065833" y="1164597"/>
                  </a:lnTo>
                  <a:lnTo>
                    <a:pt x="4065926" y="1164597"/>
                  </a:lnTo>
                  <a:lnTo>
                    <a:pt x="4066019" y="1164597"/>
                  </a:lnTo>
                  <a:lnTo>
                    <a:pt x="4066112" y="1164597"/>
                  </a:lnTo>
                  <a:lnTo>
                    <a:pt x="4066206" y="1164597"/>
                  </a:lnTo>
                  <a:lnTo>
                    <a:pt x="4066299" y="1164597"/>
                  </a:lnTo>
                  <a:lnTo>
                    <a:pt x="4066392" y="1164597"/>
                  </a:lnTo>
                  <a:lnTo>
                    <a:pt x="4066485" y="1164597"/>
                  </a:lnTo>
                  <a:lnTo>
                    <a:pt x="4066579" y="1164597"/>
                  </a:lnTo>
                  <a:lnTo>
                    <a:pt x="4066672" y="1164597"/>
                  </a:lnTo>
                  <a:lnTo>
                    <a:pt x="4066765" y="1164597"/>
                  </a:lnTo>
                  <a:lnTo>
                    <a:pt x="4066858" y="1164597"/>
                  </a:lnTo>
                  <a:lnTo>
                    <a:pt x="4066952" y="1164597"/>
                  </a:lnTo>
                  <a:lnTo>
                    <a:pt x="4067045" y="1164597"/>
                  </a:lnTo>
                  <a:lnTo>
                    <a:pt x="4067138" y="1164597"/>
                  </a:lnTo>
                  <a:lnTo>
                    <a:pt x="4067231" y="1164597"/>
                  </a:lnTo>
                  <a:lnTo>
                    <a:pt x="4067325" y="1164597"/>
                  </a:lnTo>
                  <a:lnTo>
                    <a:pt x="4067418" y="1164597"/>
                  </a:lnTo>
                  <a:lnTo>
                    <a:pt x="4067511" y="1164597"/>
                  </a:lnTo>
                  <a:lnTo>
                    <a:pt x="4067604" y="1164597"/>
                  </a:lnTo>
                  <a:lnTo>
                    <a:pt x="4067698" y="1164597"/>
                  </a:lnTo>
                  <a:lnTo>
                    <a:pt x="4067791" y="1164597"/>
                  </a:lnTo>
                  <a:lnTo>
                    <a:pt x="4067884" y="1164597"/>
                  </a:lnTo>
                  <a:lnTo>
                    <a:pt x="4067977" y="1164597"/>
                  </a:lnTo>
                  <a:lnTo>
                    <a:pt x="4068071" y="1164597"/>
                  </a:lnTo>
                  <a:lnTo>
                    <a:pt x="4068164" y="1164597"/>
                  </a:lnTo>
                  <a:lnTo>
                    <a:pt x="4068257" y="1164597"/>
                  </a:lnTo>
                  <a:lnTo>
                    <a:pt x="4068350" y="1164597"/>
                  </a:lnTo>
                  <a:lnTo>
                    <a:pt x="4068444" y="1164597"/>
                  </a:lnTo>
                  <a:lnTo>
                    <a:pt x="4068537" y="1164597"/>
                  </a:lnTo>
                  <a:lnTo>
                    <a:pt x="4068630" y="1164597"/>
                  </a:lnTo>
                  <a:lnTo>
                    <a:pt x="4068723" y="1164597"/>
                  </a:lnTo>
                  <a:lnTo>
                    <a:pt x="4068817" y="1164597"/>
                  </a:lnTo>
                  <a:lnTo>
                    <a:pt x="4068910" y="1164597"/>
                  </a:lnTo>
                  <a:lnTo>
                    <a:pt x="4069003" y="1164597"/>
                  </a:lnTo>
                  <a:lnTo>
                    <a:pt x="4069096" y="1164597"/>
                  </a:lnTo>
                  <a:lnTo>
                    <a:pt x="4069190" y="1164597"/>
                  </a:lnTo>
                  <a:lnTo>
                    <a:pt x="4069283" y="1164597"/>
                  </a:lnTo>
                  <a:lnTo>
                    <a:pt x="4069376" y="1164597"/>
                  </a:lnTo>
                  <a:lnTo>
                    <a:pt x="4069469" y="1164597"/>
                  </a:lnTo>
                  <a:lnTo>
                    <a:pt x="4069563" y="1164597"/>
                  </a:lnTo>
                  <a:lnTo>
                    <a:pt x="4069656" y="1164597"/>
                  </a:lnTo>
                  <a:lnTo>
                    <a:pt x="4069749" y="1164597"/>
                  </a:lnTo>
                  <a:lnTo>
                    <a:pt x="4069842" y="1164597"/>
                  </a:lnTo>
                  <a:lnTo>
                    <a:pt x="4069936" y="1164597"/>
                  </a:lnTo>
                  <a:lnTo>
                    <a:pt x="4070029" y="1164597"/>
                  </a:lnTo>
                  <a:lnTo>
                    <a:pt x="4070122" y="1164597"/>
                  </a:lnTo>
                  <a:lnTo>
                    <a:pt x="4070215" y="1164597"/>
                  </a:lnTo>
                  <a:lnTo>
                    <a:pt x="4070309" y="1164597"/>
                  </a:lnTo>
                  <a:lnTo>
                    <a:pt x="4070402" y="1164597"/>
                  </a:lnTo>
                  <a:lnTo>
                    <a:pt x="4070495" y="1164597"/>
                  </a:lnTo>
                  <a:lnTo>
                    <a:pt x="4070588" y="1164597"/>
                  </a:lnTo>
                  <a:lnTo>
                    <a:pt x="4070682" y="1164597"/>
                  </a:lnTo>
                  <a:lnTo>
                    <a:pt x="4070775" y="1164597"/>
                  </a:lnTo>
                  <a:lnTo>
                    <a:pt x="4070868" y="1164597"/>
                  </a:lnTo>
                  <a:lnTo>
                    <a:pt x="4070961" y="1164597"/>
                  </a:lnTo>
                  <a:lnTo>
                    <a:pt x="4071055" y="1164597"/>
                  </a:lnTo>
                  <a:lnTo>
                    <a:pt x="4071148" y="1164597"/>
                  </a:lnTo>
                  <a:lnTo>
                    <a:pt x="4071241" y="1164597"/>
                  </a:lnTo>
                  <a:lnTo>
                    <a:pt x="4071334" y="1164597"/>
                  </a:lnTo>
                  <a:lnTo>
                    <a:pt x="4071428" y="1164597"/>
                  </a:lnTo>
                  <a:lnTo>
                    <a:pt x="4071521" y="1164597"/>
                  </a:lnTo>
                  <a:lnTo>
                    <a:pt x="4071614" y="1164597"/>
                  </a:lnTo>
                  <a:lnTo>
                    <a:pt x="4071707" y="1164597"/>
                  </a:lnTo>
                  <a:lnTo>
                    <a:pt x="4071801" y="1164597"/>
                  </a:lnTo>
                  <a:lnTo>
                    <a:pt x="4071894" y="1164597"/>
                  </a:lnTo>
                  <a:lnTo>
                    <a:pt x="4071987" y="1164597"/>
                  </a:lnTo>
                  <a:lnTo>
                    <a:pt x="4072080" y="1164597"/>
                  </a:lnTo>
                  <a:lnTo>
                    <a:pt x="4072174" y="1164597"/>
                  </a:lnTo>
                  <a:lnTo>
                    <a:pt x="4072267" y="1164597"/>
                  </a:lnTo>
                  <a:lnTo>
                    <a:pt x="4072360" y="1164597"/>
                  </a:lnTo>
                  <a:lnTo>
                    <a:pt x="4072453" y="1164597"/>
                  </a:lnTo>
                  <a:lnTo>
                    <a:pt x="4072546" y="1164597"/>
                  </a:lnTo>
                  <a:lnTo>
                    <a:pt x="4072640" y="1164597"/>
                  </a:lnTo>
                  <a:lnTo>
                    <a:pt x="4072733" y="1164597"/>
                  </a:lnTo>
                  <a:lnTo>
                    <a:pt x="4072826" y="1164597"/>
                  </a:lnTo>
                  <a:lnTo>
                    <a:pt x="4072919" y="1164597"/>
                  </a:lnTo>
                  <a:lnTo>
                    <a:pt x="4073013" y="1164597"/>
                  </a:lnTo>
                  <a:lnTo>
                    <a:pt x="4073106" y="1164597"/>
                  </a:lnTo>
                  <a:lnTo>
                    <a:pt x="4073199" y="1164597"/>
                  </a:lnTo>
                  <a:lnTo>
                    <a:pt x="4073292" y="1164597"/>
                  </a:lnTo>
                  <a:lnTo>
                    <a:pt x="4073386" y="1164597"/>
                  </a:lnTo>
                  <a:lnTo>
                    <a:pt x="4073479" y="1164597"/>
                  </a:lnTo>
                  <a:lnTo>
                    <a:pt x="4073572" y="1164597"/>
                  </a:lnTo>
                  <a:lnTo>
                    <a:pt x="4073665" y="1164597"/>
                  </a:lnTo>
                  <a:lnTo>
                    <a:pt x="4073665" y="1154643"/>
                  </a:lnTo>
                  <a:lnTo>
                    <a:pt x="4073759" y="1154643"/>
                  </a:lnTo>
                  <a:lnTo>
                    <a:pt x="4073852" y="1154643"/>
                  </a:lnTo>
                  <a:lnTo>
                    <a:pt x="4073945" y="1154643"/>
                  </a:lnTo>
                  <a:lnTo>
                    <a:pt x="4074038" y="1154643"/>
                  </a:lnTo>
                  <a:lnTo>
                    <a:pt x="4074132" y="1154643"/>
                  </a:lnTo>
                  <a:lnTo>
                    <a:pt x="4074225" y="1154643"/>
                  </a:lnTo>
                  <a:lnTo>
                    <a:pt x="4074318" y="1154643"/>
                  </a:lnTo>
                  <a:lnTo>
                    <a:pt x="4074411" y="1154643"/>
                  </a:lnTo>
                  <a:lnTo>
                    <a:pt x="4074505" y="1154643"/>
                  </a:lnTo>
                  <a:lnTo>
                    <a:pt x="4074598" y="1154643"/>
                  </a:lnTo>
                  <a:lnTo>
                    <a:pt x="4074691" y="1154643"/>
                  </a:lnTo>
                  <a:lnTo>
                    <a:pt x="4074784" y="1154643"/>
                  </a:lnTo>
                  <a:lnTo>
                    <a:pt x="4074878" y="1154643"/>
                  </a:lnTo>
                  <a:lnTo>
                    <a:pt x="4074971" y="1154643"/>
                  </a:lnTo>
                  <a:lnTo>
                    <a:pt x="4075064" y="1154643"/>
                  </a:lnTo>
                  <a:lnTo>
                    <a:pt x="4075157" y="1154643"/>
                  </a:lnTo>
                  <a:lnTo>
                    <a:pt x="4075157" y="1144689"/>
                  </a:lnTo>
                  <a:lnTo>
                    <a:pt x="4075251" y="1144689"/>
                  </a:lnTo>
                  <a:lnTo>
                    <a:pt x="4075344" y="1144689"/>
                  </a:lnTo>
                  <a:lnTo>
                    <a:pt x="4075437" y="1144689"/>
                  </a:lnTo>
                  <a:lnTo>
                    <a:pt x="4075530" y="1144689"/>
                  </a:lnTo>
                  <a:lnTo>
                    <a:pt x="4075624" y="1144689"/>
                  </a:lnTo>
                  <a:lnTo>
                    <a:pt x="4075717" y="1144689"/>
                  </a:lnTo>
                  <a:lnTo>
                    <a:pt x="4075810" y="1144689"/>
                  </a:lnTo>
                  <a:lnTo>
                    <a:pt x="4075903" y="1144689"/>
                  </a:lnTo>
                  <a:lnTo>
                    <a:pt x="4075997" y="1144689"/>
                  </a:lnTo>
                  <a:lnTo>
                    <a:pt x="4076090" y="1144689"/>
                  </a:lnTo>
                  <a:lnTo>
                    <a:pt x="4076183" y="1144689"/>
                  </a:lnTo>
                  <a:lnTo>
                    <a:pt x="4076276" y="1144689"/>
                  </a:lnTo>
                  <a:lnTo>
                    <a:pt x="4076370" y="1144689"/>
                  </a:lnTo>
                  <a:lnTo>
                    <a:pt x="4076463" y="1144689"/>
                  </a:lnTo>
                  <a:lnTo>
                    <a:pt x="4076556" y="1144689"/>
                  </a:lnTo>
                  <a:lnTo>
                    <a:pt x="4076649" y="1144689"/>
                  </a:lnTo>
                  <a:lnTo>
                    <a:pt x="4076743" y="1144689"/>
                  </a:lnTo>
                  <a:lnTo>
                    <a:pt x="4076836" y="1144689"/>
                  </a:lnTo>
                  <a:lnTo>
                    <a:pt x="4076929" y="1144689"/>
                  </a:lnTo>
                  <a:lnTo>
                    <a:pt x="4077022" y="1144689"/>
                  </a:lnTo>
                  <a:lnTo>
                    <a:pt x="4077116" y="1144689"/>
                  </a:lnTo>
                  <a:lnTo>
                    <a:pt x="4077209" y="1144689"/>
                  </a:lnTo>
                  <a:lnTo>
                    <a:pt x="4077302" y="1144689"/>
                  </a:lnTo>
                  <a:lnTo>
                    <a:pt x="4077395" y="1144689"/>
                  </a:lnTo>
                  <a:lnTo>
                    <a:pt x="4077489" y="1144689"/>
                  </a:lnTo>
                  <a:lnTo>
                    <a:pt x="4077582" y="1144689"/>
                  </a:lnTo>
                  <a:lnTo>
                    <a:pt x="4077675" y="1144689"/>
                  </a:lnTo>
                  <a:lnTo>
                    <a:pt x="4077768" y="1144689"/>
                  </a:lnTo>
                  <a:lnTo>
                    <a:pt x="4077862" y="1144689"/>
                  </a:lnTo>
                  <a:lnTo>
                    <a:pt x="4077955" y="1144689"/>
                  </a:lnTo>
                  <a:lnTo>
                    <a:pt x="4078048" y="1144689"/>
                  </a:lnTo>
                  <a:lnTo>
                    <a:pt x="4078141" y="1144689"/>
                  </a:lnTo>
                  <a:lnTo>
                    <a:pt x="4078235" y="1144689"/>
                  </a:lnTo>
                  <a:lnTo>
                    <a:pt x="4078328" y="1144689"/>
                  </a:lnTo>
                  <a:lnTo>
                    <a:pt x="4078421" y="1144689"/>
                  </a:lnTo>
                  <a:lnTo>
                    <a:pt x="4078514" y="1144689"/>
                  </a:lnTo>
                  <a:lnTo>
                    <a:pt x="4078608" y="1144689"/>
                  </a:lnTo>
                  <a:lnTo>
                    <a:pt x="4078701" y="1144689"/>
                  </a:lnTo>
                  <a:lnTo>
                    <a:pt x="4078794" y="1144689"/>
                  </a:lnTo>
                  <a:lnTo>
                    <a:pt x="4078887" y="1144689"/>
                  </a:lnTo>
                  <a:lnTo>
                    <a:pt x="4078981" y="1144689"/>
                  </a:lnTo>
                  <a:lnTo>
                    <a:pt x="4079074" y="1144689"/>
                  </a:lnTo>
                  <a:lnTo>
                    <a:pt x="4079167" y="1144689"/>
                  </a:lnTo>
                  <a:lnTo>
                    <a:pt x="4079260" y="1144689"/>
                  </a:lnTo>
                  <a:lnTo>
                    <a:pt x="4079354" y="1144689"/>
                  </a:lnTo>
                  <a:lnTo>
                    <a:pt x="4079447" y="1144689"/>
                  </a:lnTo>
                  <a:lnTo>
                    <a:pt x="4079540" y="1144689"/>
                  </a:lnTo>
                  <a:lnTo>
                    <a:pt x="4079633" y="1144689"/>
                  </a:lnTo>
                  <a:lnTo>
                    <a:pt x="4079726" y="1144689"/>
                  </a:lnTo>
                  <a:lnTo>
                    <a:pt x="4079820" y="1144689"/>
                  </a:lnTo>
                  <a:lnTo>
                    <a:pt x="4079913" y="1144689"/>
                  </a:lnTo>
                  <a:lnTo>
                    <a:pt x="4080006" y="1144689"/>
                  </a:lnTo>
                  <a:lnTo>
                    <a:pt x="4080099" y="1144689"/>
                  </a:lnTo>
                  <a:lnTo>
                    <a:pt x="4080193" y="1144689"/>
                  </a:lnTo>
                  <a:lnTo>
                    <a:pt x="4080286" y="1144689"/>
                  </a:lnTo>
                  <a:lnTo>
                    <a:pt x="4080379" y="1144689"/>
                  </a:lnTo>
                  <a:lnTo>
                    <a:pt x="4080472" y="1144689"/>
                  </a:lnTo>
                  <a:lnTo>
                    <a:pt x="4080566" y="1144689"/>
                  </a:lnTo>
                  <a:lnTo>
                    <a:pt x="4080659" y="1144689"/>
                  </a:lnTo>
                  <a:lnTo>
                    <a:pt x="4080752" y="1144689"/>
                  </a:lnTo>
                  <a:lnTo>
                    <a:pt x="4080845" y="1144689"/>
                  </a:lnTo>
                  <a:lnTo>
                    <a:pt x="4080939" y="1144689"/>
                  </a:lnTo>
                  <a:lnTo>
                    <a:pt x="4081032" y="1144689"/>
                  </a:lnTo>
                  <a:lnTo>
                    <a:pt x="4081125" y="1144689"/>
                  </a:lnTo>
                  <a:lnTo>
                    <a:pt x="4081218" y="1144689"/>
                  </a:lnTo>
                  <a:lnTo>
                    <a:pt x="4081312" y="1144689"/>
                  </a:lnTo>
                  <a:lnTo>
                    <a:pt x="4081405" y="1144689"/>
                  </a:lnTo>
                  <a:lnTo>
                    <a:pt x="4081498" y="1144689"/>
                  </a:lnTo>
                  <a:lnTo>
                    <a:pt x="4081591" y="1144689"/>
                  </a:lnTo>
                  <a:lnTo>
                    <a:pt x="4081685" y="1144689"/>
                  </a:lnTo>
                  <a:lnTo>
                    <a:pt x="4081778" y="1144689"/>
                  </a:lnTo>
                  <a:lnTo>
                    <a:pt x="4081871" y="1144689"/>
                  </a:lnTo>
                  <a:lnTo>
                    <a:pt x="4081964" y="1144689"/>
                  </a:lnTo>
                  <a:lnTo>
                    <a:pt x="4082058" y="1144689"/>
                  </a:lnTo>
                  <a:lnTo>
                    <a:pt x="4082151" y="1144689"/>
                  </a:lnTo>
                  <a:lnTo>
                    <a:pt x="4082244" y="1144689"/>
                  </a:lnTo>
                  <a:lnTo>
                    <a:pt x="4082337" y="1144689"/>
                  </a:lnTo>
                  <a:lnTo>
                    <a:pt x="4082431" y="1144689"/>
                  </a:lnTo>
                  <a:lnTo>
                    <a:pt x="4082524" y="1144689"/>
                  </a:lnTo>
                  <a:lnTo>
                    <a:pt x="4082617" y="1144689"/>
                  </a:lnTo>
                  <a:lnTo>
                    <a:pt x="4082710" y="1144689"/>
                  </a:lnTo>
                  <a:lnTo>
                    <a:pt x="4082804" y="1144689"/>
                  </a:lnTo>
                  <a:lnTo>
                    <a:pt x="4082897" y="1144689"/>
                  </a:lnTo>
                  <a:lnTo>
                    <a:pt x="4082990" y="1144689"/>
                  </a:lnTo>
                  <a:lnTo>
                    <a:pt x="4083083" y="1144689"/>
                  </a:lnTo>
                  <a:lnTo>
                    <a:pt x="4083177" y="1144689"/>
                  </a:lnTo>
                  <a:lnTo>
                    <a:pt x="4083270" y="1144689"/>
                  </a:lnTo>
                  <a:lnTo>
                    <a:pt x="4083363" y="1144689"/>
                  </a:lnTo>
                  <a:lnTo>
                    <a:pt x="4083456" y="1144689"/>
                  </a:lnTo>
                  <a:lnTo>
                    <a:pt x="4083550" y="1144689"/>
                  </a:lnTo>
                  <a:lnTo>
                    <a:pt x="4083643" y="1144689"/>
                  </a:lnTo>
                  <a:lnTo>
                    <a:pt x="4083736" y="1144689"/>
                  </a:lnTo>
                  <a:lnTo>
                    <a:pt x="4083829" y="1144689"/>
                  </a:lnTo>
                  <a:lnTo>
                    <a:pt x="4083923" y="1144689"/>
                  </a:lnTo>
                  <a:lnTo>
                    <a:pt x="4084016" y="1144689"/>
                  </a:lnTo>
                  <a:lnTo>
                    <a:pt x="4084109" y="1144689"/>
                  </a:lnTo>
                  <a:lnTo>
                    <a:pt x="4084202" y="1144689"/>
                  </a:lnTo>
                  <a:lnTo>
                    <a:pt x="4084296" y="1144689"/>
                  </a:lnTo>
                  <a:lnTo>
                    <a:pt x="4084389" y="1144689"/>
                  </a:lnTo>
                  <a:lnTo>
                    <a:pt x="4084482" y="1144689"/>
                  </a:lnTo>
                  <a:lnTo>
                    <a:pt x="4084575" y="1144689"/>
                  </a:lnTo>
                  <a:lnTo>
                    <a:pt x="4084669" y="1144689"/>
                  </a:lnTo>
                  <a:lnTo>
                    <a:pt x="4084762" y="1144689"/>
                  </a:lnTo>
                  <a:lnTo>
                    <a:pt x="4084855" y="1144689"/>
                  </a:lnTo>
                  <a:lnTo>
                    <a:pt x="4084948" y="1144689"/>
                  </a:lnTo>
                  <a:lnTo>
                    <a:pt x="4085042" y="1144689"/>
                  </a:lnTo>
                  <a:lnTo>
                    <a:pt x="4085135" y="1144689"/>
                  </a:lnTo>
                  <a:lnTo>
                    <a:pt x="4085228" y="1144689"/>
                  </a:lnTo>
                  <a:lnTo>
                    <a:pt x="4085321" y="1144689"/>
                  </a:lnTo>
                  <a:lnTo>
                    <a:pt x="4085415" y="1144689"/>
                  </a:lnTo>
                  <a:lnTo>
                    <a:pt x="4085508" y="1144689"/>
                  </a:lnTo>
                  <a:lnTo>
                    <a:pt x="4085601" y="1144689"/>
                  </a:lnTo>
                  <a:lnTo>
                    <a:pt x="4085694" y="1144689"/>
                  </a:lnTo>
                  <a:lnTo>
                    <a:pt x="4085788" y="1144689"/>
                  </a:lnTo>
                  <a:lnTo>
                    <a:pt x="4085881" y="1144689"/>
                  </a:lnTo>
                  <a:lnTo>
                    <a:pt x="4085974" y="1144689"/>
                  </a:lnTo>
                  <a:lnTo>
                    <a:pt x="4086067" y="1144689"/>
                  </a:lnTo>
                  <a:lnTo>
                    <a:pt x="4086161" y="1144689"/>
                  </a:lnTo>
                  <a:lnTo>
                    <a:pt x="4086254" y="1144689"/>
                  </a:lnTo>
                  <a:lnTo>
                    <a:pt x="4086347" y="1144689"/>
                  </a:lnTo>
                  <a:lnTo>
                    <a:pt x="4086440" y="1144689"/>
                  </a:lnTo>
                  <a:lnTo>
                    <a:pt x="4086533" y="1144689"/>
                  </a:lnTo>
                  <a:lnTo>
                    <a:pt x="4086627" y="1144689"/>
                  </a:lnTo>
                  <a:lnTo>
                    <a:pt x="4086720" y="1144689"/>
                  </a:lnTo>
                  <a:lnTo>
                    <a:pt x="4086813" y="1144689"/>
                  </a:lnTo>
                  <a:lnTo>
                    <a:pt x="4086906" y="1144689"/>
                  </a:lnTo>
                  <a:lnTo>
                    <a:pt x="4087000" y="1144689"/>
                  </a:lnTo>
                  <a:lnTo>
                    <a:pt x="4087093" y="1144689"/>
                  </a:lnTo>
                  <a:lnTo>
                    <a:pt x="4087186" y="1144689"/>
                  </a:lnTo>
                  <a:lnTo>
                    <a:pt x="4087279" y="1144689"/>
                  </a:lnTo>
                  <a:lnTo>
                    <a:pt x="4087373" y="1144689"/>
                  </a:lnTo>
                  <a:lnTo>
                    <a:pt x="4087466" y="1144689"/>
                  </a:lnTo>
                  <a:lnTo>
                    <a:pt x="4087559" y="1144689"/>
                  </a:lnTo>
                  <a:lnTo>
                    <a:pt x="4087652" y="1144689"/>
                  </a:lnTo>
                  <a:lnTo>
                    <a:pt x="4087746" y="1144689"/>
                  </a:lnTo>
                  <a:lnTo>
                    <a:pt x="4087839" y="1144689"/>
                  </a:lnTo>
                  <a:lnTo>
                    <a:pt x="4087932" y="1144689"/>
                  </a:lnTo>
                  <a:lnTo>
                    <a:pt x="4088025" y="1144689"/>
                  </a:lnTo>
                  <a:lnTo>
                    <a:pt x="4088119" y="1144689"/>
                  </a:lnTo>
                  <a:lnTo>
                    <a:pt x="4088212" y="1144689"/>
                  </a:lnTo>
                  <a:lnTo>
                    <a:pt x="4088305" y="1144689"/>
                  </a:lnTo>
                  <a:lnTo>
                    <a:pt x="4088398" y="1144689"/>
                  </a:lnTo>
                  <a:lnTo>
                    <a:pt x="4088492" y="1144689"/>
                  </a:lnTo>
                  <a:lnTo>
                    <a:pt x="4088585" y="1144689"/>
                  </a:lnTo>
                  <a:lnTo>
                    <a:pt x="4088678" y="1144689"/>
                  </a:lnTo>
                  <a:lnTo>
                    <a:pt x="4088771" y="1144689"/>
                  </a:lnTo>
                  <a:lnTo>
                    <a:pt x="4088865" y="1144689"/>
                  </a:lnTo>
                  <a:lnTo>
                    <a:pt x="4088958" y="1144689"/>
                  </a:lnTo>
                  <a:lnTo>
                    <a:pt x="4089051" y="1144689"/>
                  </a:lnTo>
                  <a:lnTo>
                    <a:pt x="4089144" y="1144689"/>
                  </a:lnTo>
                  <a:lnTo>
                    <a:pt x="4089238" y="1144689"/>
                  </a:lnTo>
                  <a:lnTo>
                    <a:pt x="4089331" y="1144689"/>
                  </a:lnTo>
                  <a:lnTo>
                    <a:pt x="4089424" y="1144689"/>
                  </a:lnTo>
                  <a:lnTo>
                    <a:pt x="4089517" y="1144689"/>
                  </a:lnTo>
                  <a:lnTo>
                    <a:pt x="4089611" y="1144689"/>
                  </a:lnTo>
                  <a:lnTo>
                    <a:pt x="4089704" y="1144689"/>
                  </a:lnTo>
                  <a:lnTo>
                    <a:pt x="4089797" y="1144689"/>
                  </a:lnTo>
                  <a:lnTo>
                    <a:pt x="4089890" y="1144689"/>
                  </a:lnTo>
                  <a:lnTo>
                    <a:pt x="4089984" y="1144689"/>
                  </a:lnTo>
                  <a:lnTo>
                    <a:pt x="4090077" y="1144689"/>
                  </a:lnTo>
                  <a:lnTo>
                    <a:pt x="4090170" y="1144689"/>
                  </a:lnTo>
                  <a:lnTo>
                    <a:pt x="4090263" y="1144689"/>
                  </a:lnTo>
                  <a:lnTo>
                    <a:pt x="4090357" y="1144689"/>
                  </a:lnTo>
                  <a:lnTo>
                    <a:pt x="4090450" y="1144689"/>
                  </a:lnTo>
                  <a:lnTo>
                    <a:pt x="4090543" y="1144689"/>
                  </a:lnTo>
                  <a:lnTo>
                    <a:pt x="4090636" y="1144689"/>
                  </a:lnTo>
                  <a:lnTo>
                    <a:pt x="4090730" y="1144689"/>
                  </a:lnTo>
                  <a:lnTo>
                    <a:pt x="4090823" y="1144689"/>
                  </a:lnTo>
                  <a:lnTo>
                    <a:pt x="4090916" y="1144689"/>
                  </a:lnTo>
                  <a:lnTo>
                    <a:pt x="4091009" y="1144689"/>
                  </a:lnTo>
                  <a:lnTo>
                    <a:pt x="4091103" y="1144689"/>
                  </a:lnTo>
                  <a:lnTo>
                    <a:pt x="4091196" y="1144689"/>
                  </a:lnTo>
                  <a:lnTo>
                    <a:pt x="4091289" y="1144689"/>
                  </a:lnTo>
                  <a:lnTo>
                    <a:pt x="4091382" y="1144689"/>
                  </a:lnTo>
                  <a:lnTo>
                    <a:pt x="4091476" y="1144689"/>
                  </a:lnTo>
                  <a:lnTo>
                    <a:pt x="4091569" y="1144689"/>
                  </a:lnTo>
                  <a:lnTo>
                    <a:pt x="4091662" y="1144689"/>
                  </a:lnTo>
                  <a:lnTo>
                    <a:pt x="4091755" y="1144689"/>
                  </a:lnTo>
                  <a:lnTo>
                    <a:pt x="4091849" y="1144689"/>
                  </a:lnTo>
                  <a:lnTo>
                    <a:pt x="4091942" y="1144689"/>
                  </a:lnTo>
                  <a:lnTo>
                    <a:pt x="4092035" y="1144689"/>
                  </a:lnTo>
                  <a:lnTo>
                    <a:pt x="4092128" y="1144689"/>
                  </a:lnTo>
                  <a:lnTo>
                    <a:pt x="4092222" y="1144689"/>
                  </a:lnTo>
                  <a:lnTo>
                    <a:pt x="4092315" y="1144689"/>
                  </a:lnTo>
                  <a:lnTo>
                    <a:pt x="4092408" y="1144689"/>
                  </a:lnTo>
                  <a:lnTo>
                    <a:pt x="4092501" y="1144689"/>
                  </a:lnTo>
                  <a:lnTo>
                    <a:pt x="4092595" y="1144689"/>
                  </a:lnTo>
                  <a:lnTo>
                    <a:pt x="4092688" y="1144689"/>
                  </a:lnTo>
                  <a:lnTo>
                    <a:pt x="4092781" y="1144689"/>
                  </a:lnTo>
                  <a:lnTo>
                    <a:pt x="4092874" y="1144689"/>
                  </a:lnTo>
                  <a:lnTo>
                    <a:pt x="4092968" y="1144689"/>
                  </a:lnTo>
                  <a:lnTo>
                    <a:pt x="4093061" y="1144689"/>
                  </a:lnTo>
                  <a:lnTo>
                    <a:pt x="4093154" y="1144689"/>
                  </a:lnTo>
                  <a:lnTo>
                    <a:pt x="4093247" y="1144689"/>
                  </a:lnTo>
                  <a:lnTo>
                    <a:pt x="4093340" y="1144689"/>
                  </a:lnTo>
                  <a:lnTo>
                    <a:pt x="4093434" y="1144689"/>
                  </a:lnTo>
                  <a:lnTo>
                    <a:pt x="4093527" y="1144689"/>
                  </a:lnTo>
                  <a:lnTo>
                    <a:pt x="4093620" y="1144689"/>
                  </a:lnTo>
                  <a:lnTo>
                    <a:pt x="4093713" y="1144689"/>
                  </a:lnTo>
                  <a:lnTo>
                    <a:pt x="4093807" y="1144689"/>
                  </a:lnTo>
                  <a:lnTo>
                    <a:pt x="4093900" y="1144689"/>
                  </a:lnTo>
                  <a:lnTo>
                    <a:pt x="4093993" y="1144689"/>
                  </a:lnTo>
                  <a:lnTo>
                    <a:pt x="4094086" y="1144689"/>
                  </a:lnTo>
                  <a:lnTo>
                    <a:pt x="4094180" y="1144689"/>
                  </a:lnTo>
                  <a:lnTo>
                    <a:pt x="4094273" y="1144689"/>
                  </a:lnTo>
                  <a:lnTo>
                    <a:pt x="4094366" y="1144689"/>
                  </a:lnTo>
                  <a:lnTo>
                    <a:pt x="4094459" y="1144689"/>
                  </a:lnTo>
                  <a:lnTo>
                    <a:pt x="4094553" y="1144689"/>
                  </a:lnTo>
                  <a:lnTo>
                    <a:pt x="4094646" y="1144689"/>
                  </a:lnTo>
                  <a:lnTo>
                    <a:pt x="4094739" y="1144689"/>
                  </a:lnTo>
                  <a:lnTo>
                    <a:pt x="4094832" y="1144689"/>
                  </a:lnTo>
                  <a:lnTo>
                    <a:pt x="4094926" y="1144689"/>
                  </a:lnTo>
                  <a:lnTo>
                    <a:pt x="4095019" y="1144689"/>
                  </a:lnTo>
                  <a:lnTo>
                    <a:pt x="4095112" y="1144689"/>
                  </a:lnTo>
                  <a:lnTo>
                    <a:pt x="4095205" y="1144689"/>
                  </a:lnTo>
                  <a:lnTo>
                    <a:pt x="4095299" y="1144689"/>
                  </a:lnTo>
                  <a:lnTo>
                    <a:pt x="4095392" y="1144689"/>
                  </a:lnTo>
                  <a:lnTo>
                    <a:pt x="4095485" y="1144689"/>
                  </a:lnTo>
                  <a:lnTo>
                    <a:pt x="4095578" y="1144689"/>
                  </a:lnTo>
                  <a:lnTo>
                    <a:pt x="4095672" y="1144689"/>
                  </a:lnTo>
                  <a:lnTo>
                    <a:pt x="4095765" y="1144689"/>
                  </a:lnTo>
                  <a:lnTo>
                    <a:pt x="4095858" y="1144689"/>
                  </a:lnTo>
                  <a:lnTo>
                    <a:pt x="4095951" y="1144689"/>
                  </a:lnTo>
                  <a:lnTo>
                    <a:pt x="4096045" y="1144689"/>
                  </a:lnTo>
                  <a:lnTo>
                    <a:pt x="4096138" y="1144689"/>
                  </a:lnTo>
                  <a:lnTo>
                    <a:pt x="4096231" y="1144689"/>
                  </a:lnTo>
                  <a:lnTo>
                    <a:pt x="4096324" y="1144689"/>
                  </a:lnTo>
                  <a:lnTo>
                    <a:pt x="4096418" y="1144689"/>
                  </a:lnTo>
                  <a:lnTo>
                    <a:pt x="4096511" y="1144689"/>
                  </a:lnTo>
                  <a:lnTo>
                    <a:pt x="4096604" y="1144689"/>
                  </a:lnTo>
                  <a:lnTo>
                    <a:pt x="4096697" y="1144689"/>
                  </a:lnTo>
                  <a:lnTo>
                    <a:pt x="4096791" y="1144689"/>
                  </a:lnTo>
                  <a:lnTo>
                    <a:pt x="4096884" y="1144689"/>
                  </a:lnTo>
                  <a:lnTo>
                    <a:pt x="4096977" y="1144689"/>
                  </a:lnTo>
                  <a:lnTo>
                    <a:pt x="4097070" y="1144689"/>
                  </a:lnTo>
                  <a:lnTo>
                    <a:pt x="4097164" y="1144689"/>
                  </a:lnTo>
                  <a:lnTo>
                    <a:pt x="4097257" y="1144689"/>
                  </a:lnTo>
                  <a:lnTo>
                    <a:pt x="4097350" y="1144689"/>
                  </a:lnTo>
                  <a:lnTo>
                    <a:pt x="4097443" y="1144689"/>
                  </a:lnTo>
                  <a:lnTo>
                    <a:pt x="4097537" y="1144689"/>
                  </a:lnTo>
                  <a:lnTo>
                    <a:pt x="4097630" y="1144689"/>
                  </a:lnTo>
                  <a:lnTo>
                    <a:pt x="4097723" y="1144689"/>
                  </a:lnTo>
                  <a:lnTo>
                    <a:pt x="4097816" y="1144689"/>
                  </a:lnTo>
                  <a:lnTo>
                    <a:pt x="4097910" y="1144689"/>
                  </a:lnTo>
                  <a:lnTo>
                    <a:pt x="4098003" y="1144689"/>
                  </a:lnTo>
                  <a:lnTo>
                    <a:pt x="4098096" y="1144689"/>
                  </a:lnTo>
                  <a:lnTo>
                    <a:pt x="4098189" y="1144689"/>
                  </a:lnTo>
                  <a:lnTo>
                    <a:pt x="4098283" y="1144689"/>
                  </a:lnTo>
                  <a:lnTo>
                    <a:pt x="4098376" y="1144689"/>
                  </a:lnTo>
                  <a:lnTo>
                    <a:pt x="4098469" y="1144689"/>
                  </a:lnTo>
                  <a:lnTo>
                    <a:pt x="4098562" y="1144689"/>
                  </a:lnTo>
                  <a:lnTo>
                    <a:pt x="4098656" y="1144689"/>
                  </a:lnTo>
                  <a:lnTo>
                    <a:pt x="4098749" y="1144689"/>
                  </a:lnTo>
                  <a:lnTo>
                    <a:pt x="4098842" y="1144689"/>
                  </a:lnTo>
                  <a:lnTo>
                    <a:pt x="4098935" y="1144689"/>
                  </a:lnTo>
                  <a:lnTo>
                    <a:pt x="4099029" y="1144689"/>
                  </a:lnTo>
                  <a:lnTo>
                    <a:pt x="4099122" y="1144689"/>
                  </a:lnTo>
                  <a:lnTo>
                    <a:pt x="4099215" y="1144689"/>
                  </a:lnTo>
                  <a:lnTo>
                    <a:pt x="4099308" y="1144689"/>
                  </a:lnTo>
                  <a:lnTo>
                    <a:pt x="4099402" y="1144689"/>
                  </a:lnTo>
                  <a:lnTo>
                    <a:pt x="4099495" y="1144689"/>
                  </a:lnTo>
                  <a:lnTo>
                    <a:pt x="4099588" y="1144689"/>
                  </a:lnTo>
                  <a:lnTo>
                    <a:pt x="4099681" y="1144689"/>
                  </a:lnTo>
                  <a:lnTo>
                    <a:pt x="4099775" y="1144689"/>
                  </a:lnTo>
                  <a:lnTo>
                    <a:pt x="4099868" y="1144689"/>
                  </a:lnTo>
                  <a:lnTo>
                    <a:pt x="4099961" y="1144689"/>
                  </a:lnTo>
                  <a:lnTo>
                    <a:pt x="4100054" y="1144689"/>
                  </a:lnTo>
                  <a:lnTo>
                    <a:pt x="4100148" y="1144689"/>
                  </a:lnTo>
                  <a:lnTo>
                    <a:pt x="4100241" y="1144689"/>
                  </a:lnTo>
                  <a:lnTo>
                    <a:pt x="4100334" y="1144689"/>
                  </a:lnTo>
                  <a:lnTo>
                    <a:pt x="4100427" y="1144689"/>
                  </a:lnTo>
                  <a:lnTo>
                    <a:pt x="4100520" y="1144689"/>
                  </a:lnTo>
                  <a:lnTo>
                    <a:pt x="4100614" y="1144689"/>
                  </a:lnTo>
                  <a:lnTo>
                    <a:pt x="4100707" y="1144689"/>
                  </a:lnTo>
                  <a:lnTo>
                    <a:pt x="4100800" y="1144689"/>
                  </a:lnTo>
                  <a:lnTo>
                    <a:pt x="4100893" y="1144689"/>
                  </a:lnTo>
                  <a:lnTo>
                    <a:pt x="4100987" y="1144689"/>
                  </a:lnTo>
                  <a:lnTo>
                    <a:pt x="4101080" y="1144689"/>
                  </a:lnTo>
                  <a:lnTo>
                    <a:pt x="4101173" y="1144689"/>
                  </a:lnTo>
                  <a:lnTo>
                    <a:pt x="4101266" y="1144689"/>
                  </a:lnTo>
                  <a:lnTo>
                    <a:pt x="4101360" y="1144689"/>
                  </a:lnTo>
                  <a:lnTo>
                    <a:pt x="4101453" y="1144689"/>
                  </a:lnTo>
                  <a:lnTo>
                    <a:pt x="4101546" y="1144689"/>
                  </a:lnTo>
                  <a:lnTo>
                    <a:pt x="4101639" y="1144689"/>
                  </a:lnTo>
                  <a:lnTo>
                    <a:pt x="4101733" y="1144689"/>
                  </a:lnTo>
                  <a:lnTo>
                    <a:pt x="4101826" y="1144689"/>
                  </a:lnTo>
                  <a:lnTo>
                    <a:pt x="4101919" y="1144689"/>
                  </a:lnTo>
                  <a:lnTo>
                    <a:pt x="4102012" y="1144689"/>
                  </a:lnTo>
                  <a:lnTo>
                    <a:pt x="4102106" y="1144689"/>
                  </a:lnTo>
                  <a:lnTo>
                    <a:pt x="4102199" y="1144689"/>
                  </a:lnTo>
                  <a:lnTo>
                    <a:pt x="4102292" y="1144689"/>
                  </a:lnTo>
                  <a:lnTo>
                    <a:pt x="4102385" y="1144689"/>
                  </a:lnTo>
                  <a:lnTo>
                    <a:pt x="4102479" y="1144689"/>
                  </a:lnTo>
                  <a:lnTo>
                    <a:pt x="4102572" y="1144689"/>
                  </a:lnTo>
                  <a:lnTo>
                    <a:pt x="4102665" y="1144689"/>
                  </a:lnTo>
                  <a:lnTo>
                    <a:pt x="4102758" y="1144689"/>
                  </a:lnTo>
                  <a:lnTo>
                    <a:pt x="4102852" y="1144689"/>
                  </a:lnTo>
                  <a:lnTo>
                    <a:pt x="4102945" y="1144689"/>
                  </a:lnTo>
                  <a:lnTo>
                    <a:pt x="4103038" y="1144689"/>
                  </a:lnTo>
                  <a:lnTo>
                    <a:pt x="4103131" y="1144689"/>
                  </a:lnTo>
                  <a:lnTo>
                    <a:pt x="4103225" y="1144689"/>
                  </a:lnTo>
                  <a:lnTo>
                    <a:pt x="4103318" y="1144689"/>
                  </a:lnTo>
                  <a:lnTo>
                    <a:pt x="4103411" y="1144689"/>
                  </a:lnTo>
                  <a:lnTo>
                    <a:pt x="4103504" y="1144689"/>
                  </a:lnTo>
                  <a:lnTo>
                    <a:pt x="4103598" y="1144689"/>
                  </a:lnTo>
                  <a:lnTo>
                    <a:pt x="4103691" y="1144689"/>
                  </a:lnTo>
                  <a:lnTo>
                    <a:pt x="4103691" y="1134735"/>
                  </a:lnTo>
                  <a:lnTo>
                    <a:pt x="4103784" y="1134735"/>
                  </a:lnTo>
                  <a:lnTo>
                    <a:pt x="4103877" y="1134735"/>
                  </a:lnTo>
                  <a:lnTo>
                    <a:pt x="4103971" y="1134735"/>
                  </a:lnTo>
                  <a:lnTo>
                    <a:pt x="4104064" y="1134735"/>
                  </a:lnTo>
                  <a:lnTo>
                    <a:pt x="4104157" y="1134735"/>
                  </a:lnTo>
                  <a:lnTo>
                    <a:pt x="4104250" y="1134735"/>
                  </a:lnTo>
                  <a:lnTo>
                    <a:pt x="4104344" y="1134735"/>
                  </a:lnTo>
                  <a:lnTo>
                    <a:pt x="4104437" y="1134735"/>
                  </a:lnTo>
                  <a:lnTo>
                    <a:pt x="4104530" y="1134735"/>
                  </a:lnTo>
                  <a:lnTo>
                    <a:pt x="4104623" y="1134735"/>
                  </a:lnTo>
                  <a:lnTo>
                    <a:pt x="4104717" y="1134735"/>
                  </a:lnTo>
                  <a:lnTo>
                    <a:pt x="4104810" y="1134735"/>
                  </a:lnTo>
                  <a:lnTo>
                    <a:pt x="4104903" y="1134735"/>
                  </a:lnTo>
                  <a:lnTo>
                    <a:pt x="4104996" y="1134735"/>
                  </a:lnTo>
                  <a:lnTo>
                    <a:pt x="4105090" y="1134735"/>
                  </a:lnTo>
                  <a:lnTo>
                    <a:pt x="4105183" y="1134735"/>
                  </a:lnTo>
                  <a:lnTo>
                    <a:pt x="4105276" y="1134735"/>
                  </a:lnTo>
                  <a:lnTo>
                    <a:pt x="4105369" y="1134735"/>
                  </a:lnTo>
                  <a:lnTo>
                    <a:pt x="4105463" y="1134735"/>
                  </a:lnTo>
                  <a:lnTo>
                    <a:pt x="4105556" y="1134735"/>
                  </a:lnTo>
                  <a:lnTo>
                    <a:pt x="4105649" y="1134735"/>
                  </a:lnTo>
                  <a:lnTo>
                    <a:pt x="4105742" y="1134735"/>
                  </a:lnTo>
                  <a:lnTo>
                    <a:pt x="4105836" y="1134735"/>
                  </a:lnTo>
                  <a:lnTo>
                    <a:pt x="4105929" y="1134735"/>
                  </a:lnTo>
                  <a:lnTo>
                    <a:pt x="4106022" y="1134735"/>
                  </a:lnTo>
                  <a:lnTo>
                    <a:pt x="4106115" y="1134735"/>
                  </a:lnTo>
                  <a:lnTo>
                    <a:pt x="4106115" y="1124781"/>
                  </a:lnTo>
                  <a:lnTo>
                    <a:pt x="4106209" y="1124781"/>
                  </a:lnTo>
                  <a:lnTo>
                    <a:pt x="4106302" y="1124781"/>
                  </a:lnTo>
                  <a:lnTo>
                    <a:pt x="4106395" y="1124781"/>
                  </a:lnTo>
                  <a:lnTo>
                    <a:pt x="4106488" y="1124781"/>
                  </a:lnTo>
                  <a:lnTo>
                    <a:pt x="4106582" y="1124781"/>
                  </a:lnTo>
                  <a:lnTo>
                    <a:pt x="4106675" y="1124781"/>
                  </a:lnTo>
                  <a:lnTo>
                    <a:pt x="4106768" y="1124781"/>
                  </a:lnTo>
                  <a:lnTo>
                    <a:pt x="4106861" y="1124781"/>
                  </a:lnTo>
                  <a:lnTo>
                    <a:pt x="4106955" y="1124781"/>
                  </a:lnTo>
                  <a:lnTo>
                    <a:pt x="4107048" y="1124781"/>
                  </a:lnTo>
                  <a:lnTo>
                    <a:pt x="4107141" y="1124781"/>
                  </a:lnTo>
                  <a:lnTo>
                    <a:pt x="4107234" y="1124781"/>
                  </a:lnTo>
                  <a:lnTo>
                    <a:pt x="4107327" y="1124781"/>
                  </a:lnTo>
                  <a:lnTo>
                    <a:pt x="4107421" y="1124781"/>
                  </a:lnTo>
                  <a:lnTo>
                    <a:pt x="4107514" y="1124781"/>
                  </a:lnTo>
                  <a:lnTo>
                    <a:pt x="4107607" y="1124781"/>
                  </a:lnTo>
                  <a:lnTo>
                    <a:pt x="4107700" y="1124781"/>
                  </a:lnTo>
                  <a:lnTo>
                    <a:pt x="4107794" y="1124781"/>
                  </a:lnTo>
                  <a:lnTo>
                    <a:pt x="4107887" y="1124781"/>
                  </a:lnTo>
                  <a:lnTo>
                    <a:pt x="4107980" y="1124781"/>
                  </a:lnTo>
                  <a:lnTo>
                    <a:pt x="4108073" y="1124781"/>
                  </a:lnTo>
                  <a:lnTo>
                    <a:pt x="4108167" y="1124781"/>
                  </a:lnTo>
                  <a:lnTo>
                    <a:pt x="4108260" y="1124781"/>
                  </a:lnTo>
                  <a:lnTo>
                    <a:pt x="4108353" y="1124781"/>
                  </a:lnTo>
                  <a:lnTo>
                    <a:pt x="4108446" y="1124781"/>
                  </a:lnTo>
                  <a:lnTo>
                    <a:pt x="4108540" y="1124781"/>
                  </a:lnTo>
                  <a:lnTo>
                    <a:pt x="4108633" y="1124781"/>
                  </a:lnTo>
                  <a:lnTo>
                    <a:pt x="4108726" y="1124781"/>
                  </a:lnTo>
                  <a:lnTo>
                    <a:pt x="4108819" y="1124781"/>
                  </a:lnTo>
                  <a:lnTo>
                    <a:pt x="4108913" y="1124781"/>
                  </a:lnTo>
                  <a:lnTo>
                    <a:pt x="4109006" y="1124781"/>
                  </a:lnTo>
                  <a:lnTo>
                    <a:pt x="4109099" y="1124781"/>
                  </a:lnTo>
                  <a:lnTo>
                    <a:pt x="4109192" y="1124781"/>
                  </a:lnTo>
                  <a:lnTo>
                    <a:pt x="4109286" y="1124781"/>
                  </a:lnTo>
                  <a:lnTo>
                    <a:pt x="4109379" y="1124781"/>
                  </a:lnTo>
                  <a:lnTo>
                    <a:pt x="4109472" y="1124781"/>
                  </a:lnTo>
                  <a:lnTo>
                    <a:pt x="4109565" y="1124781"/>
                  </a:lnTo>
                  <a:lnTo>
                    <a:pt x="4109659" y="1124781"/>
                  </a:lnTo>
                  <a:lnTo>
                    <a:pt x="4109752" y="1124781"/>
                  </a:lnTo>
                  <a:lnTo>
                    <a:pt x="4109845" y="1124781"/>
                  </a:lnTo>
                  <a:lnTo>
                    <a:pt x="4109938" y="1124781"/>
                  </a:lnTo>
                  <a:lnTo>
                    <a:pt x="4110032" y="1124781"/>
                  </a:lnTo>
                  <a:lnTo>
                    <a:pt x="4110125" y="1124781"/>
                  </a:lnTo>
                  <a:lnTo>
                    <a:pt x="4110218" y="1124781"/>
                  </a:lnTo>
                  <a:lnTo>
                    <a:pt x="4110311" y="1124781"/>
                  </a:lnTo>
                  <a:lnTo>
                    <a:pt x="4110405" y="1124781"/>
                  </a:lnTo>
                  <a:lnTo>
                    <a:pt x="4110498" y="1124781"/>
                  </a:lnTo>
                  <a:lnTo>
                    <a:pt x="4110591" y="1124781"/>
                  </a:lnTo>
                  <a:lnTo>
                    <a:pt x="4110684" y="1124781"/>
                  </a:lnTo>
                  <a:lnTo>
                    <a:pt x="4110778" y="1124781"/>
                  </a:lnTo>
                  <a:lnTo>
                    <a:pt x="4110871" y="1124781"/>
                  </a:lnTo>
                  <a:lnTo>
                    <a:pt x="4110964" y="1124781"/>
                  </a:lnTo>
                  <a:lnTo>
                    <a:pt x="4111057" y="1124781"/>
                  </a:lnTo>
                  <a:lnTo>
                    <a:pt x="4111151" y="1124781"/>
                  </a:lnTo>
                  <a:lnTo>
                    <a:pt x="4111244" y="1124781"/>
                  </a:lnTo>
                  <a:lnTo>
                    <a:pt x="4111337" y="1124781"/>
                  </a:lnTo>
                  <a:lnTo>
                    <a:pt x="4111430" y="1124781"/>
                  </a:lnTo>
                  <a:lnTo>
                    <a:pt x="4111524" y="1124781"/>
                  </a:lnTo>
                  <a:lnTo>
                    <a:pt x="4111617" y="1124781"/>
                  </a:lnTo>
                  <a:lnTo>
                    <a:pt x="4111710" y="1124781"/>
                  </a:lnTo>
                  <a:lnTo>
                    <a:pt x="4111803" y="1124781"/>
                  </a:lnTo>
                  <a:lnTo>
                    <a:pt x="4111897" y="1124781"/>
                  </a:lnTo>
                  <a:lnTo>
                    <a:pt x="4111990" y="1124781"/>
                  </a:lnTo>
                  <a:lnTo>
                    <a:pt x="4112083" y="1124781"/>
                  </a:lnTo>
                  <a:lnTo>
                    <a:pt x="4112176" y="1124781"/>
                  </a:lnTo>
                  <a:lnTo>
                    <a:pt x="4112270" y="1124781"/>
                  </a:lnTo>
                  <a:lnTo>
                    <a:pt x="4112363" y="1124781"/>
                  </a:lnTo>
                  <a:lnTo>
                    <a:pt x="4112456" y="1124781"/>
                  </a:lnTo>
                  <a:lnTo>
                    <a:pt x="4112549" y="1124781"/>
                  </a:lnTo>
                  <a:lnTo>
                    <a:pt x="4112643" y="1124781"/>
                  </a:lnTo>
                  <a:lnTo>
                    <a:pt x="4112736" y="1124781"/>
                  </a:lnTo>
                  <a:lnTo>
                    <a:pt x="4112829" y="1124781"/>
                  </a:lnTo>
                  <a:lnTo>
                    <a:pt x="4112922" y="1124781"/>
                  </a:lnTo>
                  <a:lnTo>
                    <a:pt x="4113016" y="1124781"/>
                  </a:lnTo>
                  <a:lnTo>
                    <a:pt x="4113109" y="1124781"/>
                  </a:lnTo>
                  <a:lnTo>
                    <a:pt x="4113202" y="1124781"/>
                  </a:lnTo>
                  <a:lnTo>
                    <a:pt x="4113295" y="1124781"/>
                  </a:lnTo>
                  <a:lnTo>
                    <a:pt x="4113389" y="1124781"/>
                  </a:lnTo>
                  <a:lnTo>
                    <a:pt x="4113482" y="1124781"/>
                  </a:lnTo>
                  <a:lnTo>
                    <a:pt x="4113575" y="1124781"/>
                  </a:lnTo>
                  <a:lnTo>
                    <a:pt x="4113668" y="1124781"/>
                  </a:lnTo>
                  <a:lnTo>
                    <a:pt x="4113762" y="1124781"/>
                  </a:lnTo>
                  <a:lnTo>
                    <a:pt x="4113855" y="1124781"/>
                  </a:lnTo>
                  <a:lnTo>
                    <a:pt x="4113948" y="1124781"/>
                  </a:lnTo>
                  <a:lnTo>
                    <a:pt x="4114041" y="1124781"/>
                  </a:lnTo>
                  <a:lnTo>
                    <a:pt x="4114134" y="1124781"/>
                  </a:lnTo>
                  <a:lnTo>
                    <a:pt x="4114228" y="1124781"/>
                  </a:lnTo>
                  <a:lnTo>
                    <a:pt x="4114321" y="1124781"/>
                  </a:lnTo>
                  <a:lnTo>
                    <a:pt x="4114414" y="1124781"/>
                  </a:lnTo>
                  <a:lnTo>
                    <a:pt x="4114507" y="1124781"/>
                  </a:lnTo>
                  <a:lnTo>
                    <a:pt x="4114601" y="1124781"/>
                  </a:lnTo>
                  <a:lnTo>
                    <a:pt x="4114694" y="1124781"/>
                  </a:lnTo>
                  <a:lnTo>
                    <a:pt x="4114787" y="1124781"/>
                  </a:lnTo>
                  <a:lnTo>
                    <a:pt x="4114880" y="1124781"/>
                  </a:lnTo>
                  <a:lnTo>
                    <a:pt x="4114974" y="1124781"/>
                  </a:lnTo>
                  <a:lnTo>
                    <a:pt x="4115067" y="1124781"/>
                  </a:lnTo>
                  <a:lnTo>
                    <a:pt x="4115160" y="1124781"/>
                  </a:lnTo>
                  <a:lnTo>
                    <a:pt x="4115253" y="1124781"/>
                  </a:lnTo>
                  <a:lnTo>
                    <a:pt x="4115347" y="1124781"/>
                  </a:lnTo>
                  <a:lnTo>
                    <a:pt x="4115440" y="1124781"/>
                  </a:lnTo>
                  <a:lnTo>
                    <a:pt x="4115440" y="1114828"/>
                  </a:lnTo>
                  <a:lnTo>
                    <a:pt x="4115533" y="1114828"/>
                  </a:lnTo>
                  <a:lnTo>
                    <a:pt x="4115626" y="1114828"/>
                  </a:lnTo>
                  <a:lnTo>
                    <a:pt x="4115720" y="1114828"/>
                  </a:lnTo>
                  <a:lnTo>
                    <a:pt x="4115813" y="1114828"/>
                  </a:lnTo>
                  <a:lnTo>
                    <a:pt x="4115906" y="1114828"/>
                  </a:lnTo>
                  <a:lnTo>
                    <a:pt x="4115999" y="1114828"/>
                  </a:lnTo>
                  <a:lnTo>
                    <a:pt x="4115999" y="1104874"/>
                  </a:lnTo>
                  <a:lnTo>
                    <a:pt x="4116093" y="1104874"/>
                  </a:lnTo>
                  <a:lnTo>
                    <a:pt x="4116093" y="1094920"/>
                  </a:lnTo>
                  <a:lnTo>
                    <a:pt x="4116186" y="1094920"/>
                  </a:lnTo>
                  <a:lnTo>
                    <a:pt x="4116279" y="1094920"/>
                  </a:lnTo>
                  <a:lnTo>
                    <a:pt x="4116372" y="1094920"/>
                  </a:lnTo>
                  <a:lnTo>
                    <a:pt x="4116466" y="1094920"/>
                  </a:lnTo>
                  <a:lnTo>
                    <a:pt x="4116559" y="1094920"/>
                  </a:lnTo>
                  <a:lnTo>
                    <a:pt x="4116652" y="1094920"/>
                  </a:lnTo>
                  <a:lnTo>
                    <a:pt x="4116745" y="1094920"/>
                  </a:lnTo>
                  <a:lnTo>
                    <a:pt x="4116839" y="1094920"/>
                  </a:lnTo>
                  <a:lnTo>
                    <a:pt x="4116932" y="1094920"/>
                  </a:lnTo>
                  <a:lnTo>
                    <a:pt x="4117025" y="1094920"/>
                  </a:lnTo>
                  <a:lnTo>
                    <a:pt x="4117118" y="1094920"/>
                  </a:lnTo>
                  <a:lnTo>
                    <a:pt x="4117212" y="1094920"/>
                  </a:lnTo>
                  <a:lnTo>
                    <a:pt x="4117305" y="1094920"/>
                  </a:lnTo>
                  <a:lnTo>
                    <a:pt x="4117398" y="1094920"/>
                  </a:lnTo>
                  <a:lnTo>
                    <a:pt x="4117491" y="1094920"/>
                  </a:lnTo>
                  <a:lnTo>
                    <a:pt x="4117585" y="1094920"/>
                  </a:lnTo>
                  <a:lnTo>
                    <a:pt x="4117678" y="1094920"/>
                  </a:lnTo>
                  <a:lnTo>
                    <a:pt x="4117771" y="1094920"/>
                  </a:lnTo>
                  <a:lnTo>
                    <a:pt x="4117864" y="1094920"/>
                  </a:lnTo>
                  <a:lnTo>
                    <a:pt x="4117958" y="1094920"/>
                  </a:lnTo>
                  <a:lnTo>
                    <a:pt x="4118051" y="1094920"/>
                  </a:lnTo>
                  <a:lnTo>
                    <a:pt x="4118144" y="1094920"/>
                  </a:lnTo>
                  <a:lnTo>
                    <a:pt x="4118237" y="1094920"/>
                  </a:lnTo>
                  <a:lnTo>
                    <a:pt x="4118331" y="1094920"/>
                  </a:lnTo>
                  <a:lnTo>
                    <a:pt x="4118424" y="1094920"/>
                  </a:lnTo>
                  <a:lnTo>
                    <a:pt x="4118517" y="1094920"/>
                  </a:lnTo>
                  <a:lnTo>
                    <a:pt x="4118610" y="1094920"/>
                  </a:lnTo>
                  <a:lnTo>
                    <a:pt x="4118704" y="1094920"/>
                  </a:lnTo>
                  <a:lnTo>
                    <a:pt x="4118797" y="1094920"/>
                  </a:lnTo>
                  <a:lnTo>
                    <a:pt x="4118890" y="1094920"/>
                  </a:lnTo>
                  <a:lnTo>
                    <a:pt x="4118983" y="1094920"/>
                  </a:lnTo>
                  <a:lnTo>
                    <a:pt x="4119077" y="1094920"/>
                  </a:lnTo>
                  <a:lnTo>
                    <a:pt x="4119170" y="1094920"/>
                  </a:lnTo>
                  <a:lnTo>
                    <a:pt x="4119263" y="1094920"/>
                  </a:lnTo>
                  <a:lnTo>
                    <a:pt x="4119356" y="1094920"/>
                  </a:lnTo>
                  <a:lnTo>
                    <a:pt x="4119450" y="1094920"/>
                  </a:lnTo>
                  <a:lnTo>
                    <a:pt x="4119543" y="1094920"/>
                  </a:lnTo>
                  <a:lnTo>
                    <a:pt x="4119636" y="1094920"/>
                  </a:lnTo>
                  <a:lnTo>
                    <a:pt x="4119729" y="1094920"/>
                  </a:lnTo>
                  <a:lnTo>
                    <a:pt x="4119823" y="1094920"/>
                  </a:lnTo>
                  <a:lnTo>
                    <a:pt x="4119916" y="1094920"/>
                  </a:lnTo>
                  <a:lnTo>
                    <a:pt x="4120009" y="1094920"/>
                  </a:lnTo>
                  <a:lnTo>
                    <a:pt x="4120102" y="1094920"/>
                  </a:lnTo>
                  <a:lnTo>
                    <a:pt x="4120196" y="1094920"/>
                  </a:lnTo>
                  <a:lnTo>
                    <a:pt x="4120289" y="1094920"/>
                  </a:lnTo>
                  <a:lnTo>
                    <a:pt x="4120382" y="1094920"/>
                  </a:lnTo>
                  <a:lnTo>
                    <a:pt x="4120475" y="1094920"/>
                  </a:lnTo>
                  <a:lnTo>
                    <a:pt x="4120569" y="1094920"/>
                  </a:lnTo>
                  <a:lnTo>
                    <a:pt x="4120662" y="1094920"/>
                  </a:lnTo>
                  <a:lnTo>
                    <a:pt x="4120755" y="1094920"/>
                  </a:lnTo>
                  <a:lnTo>
                    <a:pt x="4120848" y="1094920"/>
                  </a:lnTo>
                  <a:lnTo>
                    <a:pt x="4120942" y="1094920"/>
                  </a:lnTo>
                  <a:lnTo>
                    <a:pt x="4121035" y="1094920"/>
                  </a:lnTo>
                  <a:lnTo>
                    <a:pt x="4121128" y="1094920"/>
                  </a:lnTo>
                  <a:lnTo>
                    <a:pt x="4121221" y="1094920"/>
                  </a:lnTo>
                  <a:lnTo>
                    <a:pt x="4121314" y="1094920"/>
                  </a:lnTo>
                  <a:lnTo>
                    <a:pt x="4121408" y="1094920"/>
                  </a:lnTo>
                  <a:lnTo>
                    <a:pt x="4121501" y="1094920"/>
                  </a:lnTo>
                  <a:lnTo>
                    <a:pt x="4121594" y="1094920"/>
                  </a:lnTo>
                  <a:lnTo>
                    <a:pt x="4121687" y="1094920"/>
                  </a:lnTo>
                  <a:lnTo>
                    <a:pt x="4121781" y="1094920"/>
                  </a:lnTo>
                  <a:lnTo>
                    <a:pt x="4121874" y="1094920"/>
                  </a:lnTo>
                  <a:lnTo>
                    <a:pt x="4121967" y="1094920"/>
                  </a:lnTo>
                  <a:lnTo>
                    <a:pt x="4122060" y="1094920"/>
                  </a:lnTo>
                  <a:lnTo>
                    <a:pt x="4122154" y="1094920"/>
                  </a:lnTo>
                  <a:lnTo>
                    <a:pt x="4122247" y="1094920"/>
                  </a:lnTo>
                  <a:lnTo>
                    <a:pt x="4122340" y="1094920"/>
                  </a:lnTo>
                  <a:lnTo>
                    <a:pt x="4122433" y="1094920"/>
                  </a:lnTo>
                  <a:lnTo>
                    <a:pt x="4122527" y="1094920"/>
                  </a:lnTo>
                  <a:lnTo>
                    <a:pt x="4122620" y="1094920"/>
                  </a:lnTo>
                  <a:lnTo>
                    <a:pt x="4122713" y="1094920"/>
                  </a:lnTo>
                  <a:lnTo>
                    <a:pt x="4122806" y="1094920"/>
                  </a:lnTo>
                  <a:lnTo>
                    <a:pt x="4122900" y="1094920"/>
                  </a:lnTo>
                  <a:lnTo>
                    <a:pt x="4122993" y="1094920"/>
                  </a:lnTo>
                  <a:lnTo>
                    <a:pt x="4123086" y="1094920"/>
                  </a:lnTo>
                  <a:lnTo>
                    <a:pt x="4123179" y="1094920"/>
                  </a:lnTo>
                  <a:lnTo>
                    <a:pt x="4123273" y="1094920"/>
                  </a:lnTo>
                  <a:lnTo>
                    <a:pt x="4123366" y="1094920"/>
                  </a:lnTo>
                  <a:lnTo>
                    <a:pt x="4123459" y="1094920"/>
                  </a:lnTo>
                  <a:lnTo>
                    <a:pt x="4123552" y="1094920"/>
                  </a:lnTo>
                  <a:lnTo>
                    <a:pt x="4123646" y="1094920"/>
                  </a:lnTo>
                  <a:lnTo>
                    <a:pt x="4123739" y="1094920"/>
                  </a:lnTo>
                  <a:lnTo>
                    <a:pt x="4123832" y="1094920"/>
                  </a:lnTo>
                  <a:lnTo>
                    <a:pt x="4123925" y="1094920"/>
                  </a:lnTo>
                  <a:lnTo>
                    <a:pt x="4124019" y="1094920"/>
                  </a:lnTo>
                  <a:lnTo>
                    <a:pt x="4124112" y="1094920"/>
                  </a:lnTo>
                  <a:lnTo>
                    <a:pt x="4124205" y="1094920"/>
                  </a:lnTo>
                  <a:lnTo>
                    <a:pt x="4124298" y="1094920"/>
                  </a:lnTo>
                  <a:lnTo>
                    <a:pt x="4124392" y="1094920"/>
                  </a:lnTo>
                  <a:lnTo>
                    <a:pt x="4124485" y="1094920"/>
                  </a:lnTo>
                  <a:lnTo>
                    <a:pt x="4124578" y="1094920"/>
                  </a:lnTo>
                  <a:lnTo>
                    <a:pt x="4124671" y="1094920"/>
                  </a:lnTo>
                  <a:lnTo>
                    <a:pt x="4124765" y="1094920"/>
                  </a:lnTo>
                  <a:lnTo>
                    <a:pt x="4124858" y="1094920"/>
                  </a:lnTo>
                  <a:lnTo>
                    <a:pt x="4124951" y="1094920"/>
                  </a:lnTo>
                  <a:lnTo>
                    <a:pt x="4125044" y="1094920"/>
                  </a:lnTo>
                  <a:lnTo>
                    <a:pt x="4125138" y="1094920"/>
                  </a:lnTo>
                  <a:lnTo>
                    <a:pt x="4125231" y="1094920"/>
                  </a:lnTo>
                  <a:lnTo>
                    <a:pt x="4125324" y="1094920"/>
                  </a:lnTo>
                  <a:lnTo>
                    <a:pt x="4125417" y="1094920"/>
                  </a:lnTo>
                  <a:lnTo>
                    <a:pt x="4125511" y="1094920"/>
                  </a:lnTo>
                  <a:lnTo>
                    <a:pt x="4125604" y="1094920"/>
                  </a:lnTo>
                  <a:lnTo>
                    <a:pt x="4125697" y="1094920"/>
                  </a:lnTo>
                  <a:lnTo>
                    <a:pt x="4125790" y="1094920"/>
                  </a:lnTo>
                  <a:lnTo>
                    <a:pt x="4125884" y="1094920"/>
                  </a:lnTo>
                  <a:lnTo>
                    <a:pt x="4125977" y="1094920"/>
                  </a:lnTo>
                  <a:lnTo>
                    <a:pt x="4126070" y="1094920"/>
                  </a:lnTo>
                  <a:lnTo>
                    <a:pt x="4126163" y="1094920"/>
                  </a:lnTo>
                  <a:lnTo>
                    <a:pt x="4126257" y="1094920"/>
                  </a:lnTo>
                  <a:lnTo>
                    <a:pt x="4126350" y="1094920"/>
                  </a:lnTo>
                  <a:lnTo>
                    <a:pt x="4126443" y="1094920"/>
                  </a:lnTo>
                  <a:lnTo>
                    <a:pt x="4126536" y="1094920"/>
                  </a:lnTo>
                  <a:lnTo>
                    <a:pt x="4126630" y="1094920"/>
                  </a:lnTo>
                  <a:lnTo>
                    <a:pt x="4126723" y="1094920"/>
                  </a:lnTo>
                  <a:lnTo>
                    <a:pt x="4126816" y="1094920"/>
                  </a:lnTo>
                  <a:lnTo>
                    <a:pt x="4126909" y="1094920"/>
                  </a:lnTo>
                  <a:lnTo>
                    <a:pt x="4127003" y="1094920"/>
                  </a:lnTo>
                  <a:lnTo>
                    <a:pt x="4127096" y="1094920"/>
                  </a:lnTo>
                  <a:lnTo>
                    <a:pt x="4127189" y="1094920"/>
                  </a:lnTo>
                  <a:lnTo>
                    <a:pt x="4127282" y="1094920"/>
                  </a:lnTo>
                  <a:lnTo>
                    <a:pt x="4127376" y="1094920"/>
                  </a:lnTo>
                  <a:lnTo>
                    <a:pt x="4127469" y="1094920"/>
                  </a:lnTo>
                  <a:lnTo>
                    <a:pt x="4127562" y="1094920"/>
                  </a:lnTo>
                  <a:lnTo>
                    <a:pt x="4127655" y="1094920"/>
                  </a:lnTo>
                  <a:lnTo>
                    <a:pt x="4127749" y="1094920"/>
                  </a:lnTo>
                  <a:lnTo>
                    <a:pt x="4127842" y="1094920"/>
                  </a:lnTo>
                  <a:lnTo>
                    <a:pt x="4127935" y="1094920"/>
                  </a:lnTo>
                  <a:lnTo>
                    <a:pt x="4128028" y="1094920"/>
                  </a:lnTo>
                  <a:lnTo>
                    <a:pt x="4128121" y="1094920"/>
                  </a:lnTo>
                  <a:lnTo>
                    <a:pt x="4128215" y="1094920"/>
                  </a:lnTo>
                  <a:lnTo>
                    <a:pt x="4128308" y="1094920"/>
                  </a:lnTo>
                  <a:lnTo>
                    <a:pt x="4128401" y="1094920"/>
                  </a:lnTo>
                  <a:lnTo>
                    <a:pt x="4128494" y="1094920"/>
                  </a:lnTo>
                  <a:lnTo>
                    <a:pt x="4128588" y="1094920"/>
                  </a:lnTo>
                  <a:lnTo>
                    <a:pt x="4128681" y="1094920"/>
                  </a:lnTo>
                  <a:lnTo>
                    <a:pt x="4128774" y="1094920"/>
                  </a:lnTo>
                  <a:lnTo>
                    <a:pt x="4128867" y="1094920"/>
                  </a:lnTo>
                  <a:lnTo>
                    <a:pt x="4128961" y="1094920"/>
                  </a:lnTo>
                  <a:lnTo>
                    <a:pt x="4129054" y="1094920"/>
                  </a:lnTo>
                  <a:lnTo>
                    <a:pt x="4129147" y="1094920"/>
                  </a:lnTo>
                  <a:lnTo>
                    <a:pt x="4129240" y="1094920"/>
                  </a:lnTo>
                  <a:lnTo>
                    <a:pt x="4129334" y="1094920"/>
                  </a:lnTo>
                  <a:lnTo>
                    <a:pt x="4129427" y="1094920"/>
                  </a:lnTo>
                  <a:lnTo>
                    <a:pt x="4129520" y="1094920"/>
                  </a:lnTo>
                  <a:lnTo>
                    <a:pt x="4129613" y="1094920"/>
                  </a:lnTo>
                  <a:lnTo>
                    <a:pt x="4129707" y="1094920"/>
                  </a:lnTo>
                  <a:lnTo>
                    <a:pt x="4129800" y="1094920"/>
                  </a:lnTo>
                  <a:lnTo>
                    <a:pt x="4129893" y="1094920"/>
                  </a:lnTo>
                  <a:lnTo>
                    <a:pt x="4129986" y="1094920"/>
                  </a:lnTo>
                  <a:lnTo>
                    <a:pt x="4130080" y="1094920"/>
                  </a:lnTo>
                  <a:lnTo>
                    <a:pt x="4130173" y="1094920"/>
                  </a:lnTo>
                  <a:lnTo>
                    <a:pt x="4130266" y="1094920"/>
                  </a:lnTo>
                  <a:lnTo>
                    <a:pt x="4130359" y="1094920"/>
                  </a:lnTo>
                  <a:lnTo>
                    <a:pt x="4130453" y="1094920"/>
                  </a:lnTo>
                  <a:lnTo>
                    <a:pt x="4130546" y="1094920"/>
                  </a:lnTo>
                  <a:lnTo>
                    <a:pt x="4130639" y="1094920"/>
                  </a:lnTo>
                  <a:lnTo>
                    <a:pt x="4130732" y="1094920"/>
                  </a:lnTo>
                  <a:lnTo>
                    <a:pt x="4130826" y="1094920"/>
                  </a:lnTo>
                  <a:lnTo>
                    <a:pt x="4130919" y="1094920"/>
                  </a:lnTo>
                  <a:lnTo>
                    <a:pt x="4131012" y="1094920"/>
                  </a:lnTo>
                  <a:lnTo>
                    <a:pt x="4131105" y="1094920"/>
                  </a:lnTo>
                  <a:lnTo>
                    <a:pt x="4131199" y="1094920"/>
                  </a:lnTo>
                  <a:lnTo>
                    <a:pt x="4131292" y="1094920"/>
                  </a:lnTo>
                  <a:lnTo>
                    <a:pt x="4131385" y="1094920"/>
                  </a:lnTo>
                  <a:lnTo>
                    <a:pt x="4131478" y="1094920"/>
                  </a:lnTo>
                  <a:lnTo>
                    <a:pt x="4131572" y="1094920"/>
                  </a:lnTo>
                  <a:lnTo>
                    <a:pt x="4131665" y="1094920"/>
                  </a:lnTo>
                  <a:lnTo>
                    <a:pt x="4131758" y="1094920"/>
                  </a:lnTo>
                  <a:lnTo>
                    <a:pt x="4131851" y="1094920"/>
                  </a:lnTo>
                  <a:lnTo>
                    <a:pt x="4131945" y="1094920"/>
                  </a:lnTo>
                  <a:lnTo>
                    <a:pt x="4132038" y="1094920"/>
                  </a:lnTo>
                  <a:lnTo>
                    <a:pt x="4132131" y="1094920"/>
                  </a:lnTo>
                  <a:lnTo>
                    <a:pt x="4132224" y="1094920"/>
                  </a:lnTo>
                  <a:lnTo>
                    <a:pt x="4132318" y="1094920"/>
                  </a:lnTo>
                  <a:lnTo>
                    <a:pt x="4132411" y="1094920"/>
                  </a:lnTo>
                  <a:lnTo>
                    <a:pt x="4132504" y="1094920"/>
                  </a:lnTo>
                  <a:lnTo>
                    <a:pt x="4132597" y="1094920"/>
                  </a:lnTo>
                  <a:lnTo>
                    <a:pt x="4132691" y="1094920"/>
                  </a:lnTo>
                  <a:lnTo>
                    <a:pt x="4132784" y="1094920"/>
                  </a:lnTo>
                  <a:lnTo>
                    <a:pt x="4132877" y="1094920"/>
                  </a:lnTo>
                  <a:lnTo>
                    <a:pt x="4132970" y="1094920"/>
                  </a:lnTo>
                  <a:lnTo>
                    <a:pt x="4133064" y="1094920"/>
                  </a:lnTo>
                  <a:lnTo>
                    <a:pt x="4133157" y="1094920"/>
                  </a:lnTo>
                  <a:lnTo>
                    <a:pt x="4133250" y="1094920"/>
                  </a:lnTo>
                  <a:lnTo>
                    <a:pt x="4133343" y="1094920"/>
                  </a:lnTo>
                  <a:lnTo>
                    <a:pt x="4133437" y="1094920"/>
                  </a:lnTo>
                  <a:lnTo>
                    <a:pt x="4133530" y="1094920"/>
                  </a:lnTo>
                  <a:lnTo>
                    <a:pt x="4133623" y="1094920"/>
                  </a:lnTo>
                  <a:lnTo>
                    <a:pt x="4133716" y="1094920"/>
                  </a:lnTo>
                  <a:lnTo>
                    <a:pt x="4133810" y="1094920"/>
                  </a:lnTo>
                  <a:lnTo>
                    <a:pt x="4133903" y="1094920"/>
                  </a:lnTo>
                  <a:lnTo>
                    <a:pt x="4133996" y="1094920"/>
                  </a:lnTo>
                  <a:lnTo>
                    <a:pt x="4134089" y="1094920"/>
                  </a:lnTo>
                  <a:lnTo>
                    <a:pt x="4134183" y="1094920"/>
                  </a:lnTo>
                  <a:lnTo>
                    <a:pt x="4134276" y="1094920"/>
                  </a:lnTo>
                  <a:lnTo>
                    <a:pt x="4134369" y="1094920"/>
                  </a:lnTo>
                  <a:lnTo>
                    <a:pt x="4134462" y="1094920"/>
                  </a:lnTo>
                  <a:lnTo>
                    <a:pt x="4134556" y="1094920"/>
                  </a:lnTo>
                  <a:lnTo>
                    <a:pt x="4134649" y="1094920"/>
                  </a:lnTo>
                  <a:lnTo>
                    <a:pt x="4134742" y="1094920"/>
                  </a:lnTo>
                  <a:lnTo>
                    <a:pt x="4134835" y="1094920"/>
                  </a:lnTo>
                  <a:lnTo>
                    <a:pt x="4134928" y="1094920"/>
                  </a:lnTo>
                  <a:lnTo>
                    <a:pt x="4135022" y="1094920"/>
                  </a:lnTo>
                  <a:lnTo>
                    <a:pt x="4135115" y="1094920"/>
                  </a:lnTo>
                  <a:lnTo>
                    <a:pt x="4135208" y="1094920"/>
                  </a:lnTo>
                  <a:lnTo>
                    <a:pt x="4135301" y="1094920"/>
                  </a:lnTo>
                  <a:lnTo>
                    <a:pt x="4135395" y="1094920"/>
                  </a:lnTo>
                  <a:lnTo>
                    <a:pt x="4135488" y="1094920"/>
                  </a:lnTo>
                  <a:lnTo>
                    <a:pt x="4135581" y="1094920"/>
                  </a:lnTo>
                  <a:lnTo>
                    <a:pt x="4135674" y="1094920"/>
                  </a:lnTo>
                  <a:lnTo>
                    <a:pt x="4135768" y="1094920"/>
                  </a:lnTo>
                  <a:lnTo>
                    <a:pt x="4135861" y="1094920"/>
                  </a:lnTo>
                  <a:lnTo>
                    <a:pt x="4135954" y="1094920"/>
                  </a:lnTo>
                  <a:lnTo>
                    <a:pt x="4136047" y="1094920"/>
                  </a:lnTo>
                  <a:lnTo>
                    <a:pt x="4136141" y="1094920"/>
                  </a:lnTo>
                  <a:lnTo>
                    <a:pt x="4136234" y="1094920"/>
                  </a:lnTo>
                  <a:lnTo>
                    <a:pt x="4136327" y="1094920"/>
                  </a:lnTo>
                  <a:lnTo>
                    <a:pt x="4136420" y="1094920"/>
                  </a:lnTo>
                  <a:lnTo>
                    <a:pt x="4136514" y="1094920"/>
                  </a:lnTo>
                  <a:lnTo>
                    <a:pt x="4136607" y="1094920"/>
                  </a:lnTo>
                  <a:lnTo>
                    <a:pt x="4136700" y="1094920"/>
                  </a:lnTo>
                  <a:lnTo>
                    <a:pt x="4136793" y="1094920"/>
                  </a:lnTo>
                  <a:lnTo>
                    <a:pt x="4136887" y="1094920"/>
                  </a:lnTo>
                  <a:lnTo>
                    <a:pt x="4136980" y="1094920"/>
                  </a:lnTo>
                  <a:lnTo>
                    <a:pt x="4137073" y="1094920"/>
                  </a:lnTo>
                  <a:lnTo>
                    <a:pt x="4137166" y="1094920"/>
                  </a:lnTo>
                  <a:lnTo>
                    <a:pt x="4137260" y="1094920"/>
                  </a:lnTo>
                  <a:lnTo>
                    <a:pt x="4137353" y="1094920"/>
                  </a:lnTo>
                  <a:lnTo>
                    <a:pt x="4137446" y="1094920"/>
                  </a:lnTo>
                  <a:lnTo>
                    <a:pt x="4137539" y="1094920"/>
                  </a:lnTo>
                  <a:lnTo>
                    <a:pt x="4137633" y="1094920"/>
                  </a:lnTo>
                  <a:lnTo>
                    <a:pt x="4137726" y="1094920"/>
                  </a:lnTo>
                  <a:lnTo>
                    <a:pt x="4137819" y="1094920"/>
                  </a:lnTo>
                  <a:lnTo>
                    <a:pt x="4137912" y="1094920"/>
                  </a:lnTo>
                  <a:lnTo>
                    <a:pt x="4138006" y="1094920"/>
                  </a:lnTo>
                  <a:lnTo>
                    <a:pt x="4138099" y="1094920"/>
                  </a:lnTo>
                  <a:lnTo>
                    <a:pt x="4138192" y="1094920"/>
                  </a:lnTo>
                  <a:lnTo>
                    <a:pt x="4138285" y="1094920"/>
                  </a:lnTo>
                  <a:lnTo>
                    <a:pt x="4138379" y="1094920"/>
                  </a:lnTo>
                  <a:lnTo>
                    <a:pt x="4138472" y="1094920"/>
                  </a:lnTo>
                  <a:lnTo>
                    <a:pt x="4138565" y="1094920"/>
                  </a:lnTo>
                  <a:lnTo>
                    <a:pt x="4138658" y="1094920"/>
                  </a:lnTo>
                  <a:lnTo>
                    <a:pt x="4138752" y="1094920"/>
                  </a:lnTo>
                  <a:lnTo>
                    <a:pt x="4138845" y="1094920"/>
                  </a:lnTo>
                  <a:lnTo>
                    <a:pt x="4138938" y="1094920"/>
                  </a:lnTo>
                  <a:lnTo>
                    <a:pt x="4139031" y="1094920"/>
                  </a:lnTo>
                  <a:lnTo>
                    <a:pt x="4139125" y="1094920"/>
                  </a:lnTo>
                  <a:lnTo>
                    <a:pt x="4139218" y="1094920"/>
                  </a:lnTo>
                  <a:lnTo>
                    <a:pt x="4139311" y="1094920"/>
                  </a:lnTo>
                  <a:lnTo>
                    <a:pt x="4139404" y="1094920"/>
                  </a:lnTo>
                  <a:lnTo>
                    <a:pt x="4139498" y="1094920"/>
                  </a:lnTo>
                  <a:lnTo>
                    <a:pt x="4139591" y="1094920"/>
                  </a:lnTo>
                  <a:lnTo>
                    <a:pt x="4139684" y="1094920"/>
                  </a:lnTo>
                  <a:lnTo>
                    <a:pt x="4139777" y="1094920"/>
                  </a:lnTo>
                  <a:lnTo>
                    <a:pt x="4139871" y="1094920"/>
                  </a:lnTo>
                  <a:lnTo>
                    <a:pt x="4139964" y="1094920"/>
                  </a:lnTo>
                  <a:lnTo>
                    <a:pt x="4140057" y="1094920"/>
                  </a:lnTo>
                  <a:lnTo>
                    <a:pt x="4140150" y="1094920"/>
                  </a:lnTo>
                  <a:lnTo>
                    <a:pt x="4140244" y="1094920"/>
                  </a:lnTo>
                  <a:lnTo>
                    <a:pt x="4140337" y="1094920"/>
                  </a:lnTo>
                  <a:lnTo>
                    <a:pt x="4140430" y="1094920"/>
                  </a:lnTo>
                  <a:lnTo>
                    <a:pt x="4140523" y="1094920"/>
                  </a:lnTo>
                  <a:lnTo>
                    <a:pt x="4140617" y="1094920"/>
                  </a:lnTo>
                  <a:lnTo>
                    <a:pt x="4140710" y="1094920"/>
                  </a:lnTo>
                  <a:lnTo>
                    <a:pt x="4140803" y="1094920"/>
                  </a:lnTo>
                  <a:lnTo>
                    <a:pt x="4140896" y="1094920"/>
                  </a:lnTo>
                  <a:lnTo>
                    <a:pt x="4140990" y="1094920"/>
                  </a:lnTo>
                  <a:lnTo>
                    <a:pt x="4141083" y="1094920"/>
                  </a:lnTo>
                  <a:lnTo>
                    <a:pt x="4141176" y="1094920"/>
                  </a:lnTo>
                  <a:lnTo>
                    <a:pt x="4141269" y="1094920"/>
                  </a:lnTo>
                  <a:lnTo>
                    <a:pt x="4141363" y="1094920"/>
                  </a:lnTo>
                  <a:lnTo>
                    <a:pt x="4141456" y="1094920"/>
                  </a:lnTo>
                  <a:lnTo>
                    <a:pt x="4141549" y="1094920"/>
                  </a:lnTo>
                  <a:lnTo>
                    <a:pt x="4141642" y="1094920"/>
                  </a:lnTo>
                  <a:lnTo>
                    <a:pt x="4141736" y="1094920"/>
                  </a:lnTo>
                  <a:lnTo>
                    <a:pt x="4141829" y="1094920"/>
                  </a:lnTo>
                  <a:lnTo>
                    <a:pt x="4141922" y="1094920"/>
                  </a:lnTo>
                  <a:lnTo>
                    <a:pt x="4142015" y="1094920"/>
                  </a:lnTo>
                  <a:lnTo>
                    <a:pt x="4142108" y="1094920"/>
                  </a:lnTo>
                  <a:lnTo>
                    <a:pt x="4142202" y="1094920"/>
                  </a:lnTo>
                  <a:lnTo>
                    <a:pt x="4142295" y="1094920"/>
                  </a:lnTo>
                  <a:lnTo>
                    <a:pt x="4142388" y="1094920"/>
                  </a:lnTo>
                  <a:lnTo>
                    <a:pt x="4142481" y="1094920"/>
                  </a:lnTo>
                  <a:lnTo>
                    <a:pt x="4142575" y="1094920"/>
                  </a:lnTo>
                  <a:lnTo>
                    <a:pt x="4142668" y="1094920"/>
                  </a:lnTo>
                  <a:lnTo>
                    <a:pt x="4142761" y="1094920"/>
                  </a:lnTo>
                  <a:lnTo>
                    <a:pt x="4142854" y="1094920"/>
                  </a:lnTo>
                  <a:lnTo>
                    <a:pt x="4142948" y="1094920"/>
                  </a:lnTo>
                  <a:lnTo>
                    <a:pt x="4143041" y="1094920"/>
                  </a:lnTo>
                  <a:lnTo>
                    <a:pt x="4143134" y="1094920"/>
                  </a:lnTo>
                  <a:lnTo>
                    <a:pt x="4143227" y="1094920"/>
                  </a:lnTo>
                  <a:lnTo>
                    <a:pt x="4143321" y="1094920"/>
                  </a:lnTo>
                  <a:lnTo>
                    <a:pt x="4143414" y="1094920"/>
                  </a:lnTo>
                  <a:lnTo>
                    <a:pt x="4143507" y="1094920"/>
                  </a:lnTo>
                  <a:lnTo>
                    <a:pt x="4143600" y="1094920"/>
                  </a:lnTo>
                  <a:lnTo>
                    <a:pt x="4143694" y="1094920"/>
                  </a:lnTo>
                  <a:lnTo>
                    <a:pt x="4143787" y="1094920"/>
                  </a:lnTo>
                  <a:lnTo>
                    <a:pt x="4143880" y="1094920"/>
                  </a:lnTo>
                  <a:lnTo>
                    <a:pt x="4143973" y="1094920"/>
                  </a:lnTo>
                  <a:lnTo>
                    <a:pt x="4144067" y="1094920"/>
                  </a:lnTo>
                  <a:lnTo>
                    <a:pt x="4144160" y="1094920"/>
                  </a:lnTo>
                  <a:lnTo>
                    <a:pt x="4144253" y="1094920"/>
                  </a:lnTo>
                  <a:lnTo>
                    <a:pt x="4144346" y="1094920"/>
                  </a:lnTo>
                  <a:lnTo>
                    <a:pt x="4144440" y="1094920"/>
                  </a:lnTo>
                  <a:lnTo>
                    <a:pt x="4144533" y="1094920"/>
                  </a:lnTo>
                  <a:lnTo>
                    <a:pt x="4144626" y="1094920"/>
                  </a:lnTo>
                  <a:lnTo>
                    <a:pt x="4144719" y="1094920"/>
                  </a:lnTo>
                  <a:lnTo>
                    <a:pt x="4144813" y="1094920"/>
                  </a:lnTo>
                  <a:lnTo>
                    <a:pt x="4144906" y="1094920"/>
                  </a:lnTo>
                  <a:lnTo>
                    <a:pt x="4144999" y="1094920"/>
                  </a:lnTo>
                  <a:lnTo>
                    <a:pt x="4145092" y="1094920"/>
                  </a:lnTo>
                  <a:lnTo>
                    <a:pt x="4145186" y="1094920"/>
                  </a:lnTo>
                  <a:lnTo>
                    <a:pt x="4145279" y="1094920"/>
                  </a:lnTo>
                  <a:lnTo>
                    <a:pt x="4145372" y="1094920"/>
                  </a:lnTo>
                  <a:lnTo>
                    <a:pt x="4145465" y="1094920"/>
                  </a:lnTo>
                  <a:lnTo>
                    <a:pt x="4145559" y="1094920"/>
                  </a:lnTo>
                  <a:lnTo>
                    <a:pt x="4145652" y="1094920"/>
                  </a:lnTo>
                  <a:lnTo>
                    <a:pt x="4145745" y="1094920"/>
                  </a:lnTo>
                  <a:lnTo>
                    <a:pt x="4145838" y="1094920"/>
                  </a:lnTo>
                  <a:lnTo>
                    <a:pt x="4145932" y="1094920"/>
                  </a:lnTo>
                  <a:lnTo>
                    <a:pt x="4146025" y="1094920"/>
                  </a:lnTo>
                  <a:lnTo>
                    <a:pt x="4146118" y="1094920"/>
                  </a:lnTo>
                  <a:lnTo>
                    <a:pt x="4146211" y="1094920"/>
                  </a:lnTo>
                  <a:lnTo>
                    <a:pt x="4146305" y="1094920"/>
                  </a:lnTo>
                  <a:lnTo>
                    <a:pt x="4146398" y="1094920"/>
                  </a:lnTo>
                  <a:lnTo>
                    <a:pt x="4146491" y="1094920"/>
                  </a:lnTo>
                  <a:lnTo>
                    <a:pt x="4146584" y="1094920"/>
                  </a:lnTo>
                  <a:lnTo>
                    <a:pt x="4146678" y="1094920"/>
                  </a:lnTo>
                  <a:lnTo>
                    <a:pt x="4146771" y="1094920"/>
                  </a:lnTo>
                  <a:lnTo>
                    <a:pt x="4146864" y="1094920"/>
                  </a:lnTo>
                  <a:lnTo>
                    <a:pt x="4146957" y="1094920"/>
                  </a:lnTo>
                  <a:lnTo>
                    <a:pt x="4147051" y="1094920"/>
                  </a:lnTo>
                  <a:lnTo>
                    <a:pt x="4147144" y="1094920"/>
                  </a:lnTo>
                  <a:lnTo>
                    <a:pt x="4147237" y="1094920"/>
                  </a:lnTo>
                  <a:lnTo>
                    <a:pt x="4147330" y="1094920"/>
                  </a:lnTo>
                  <a:lnTo>
                    <a:pt x="4147424" y="1094920"/>
                  </a:lnTo>
                  <a:lnTo>
                    <a:pt x="4147517" y="1094920"/>
                  </a:lnTo>
                  <a:lnTo>
                    <a:pt x="4147610" y="1094920"/>
                  </a:lnTo>
                  <a:lnTo>
                    <a:pt x="4147703" y="1094920"/>
                  </a:lnTo>
                  <a:lnTo>
                    <a:pt x="4147797" y="1094920"/>
                  </a:lnTo>
                  <a:lnTo>
                    <a:pt x="4147890" y="1094920"/>
                  </a:lnTo>
                  <a:lnTo>
                    <a:pt x="4147983" y="1094920"/>
                  </a:lnTo>
                  <a:lnTo>
                    <a:pt x="4148076" y="1094920"/>
                  </a:lnTo>
                  <a:lnTo>
                    <a:pt x="4148170" y="1094920"/>
                  </a:lnTo>
                  <a:lnTo>
                    <a:pt x="4148263" y="1094920"/>
                  </a:lnTo>
                  <a:lnTo>
                    <a:pt x="4148356" y="1094920"/>
                  </a:lnTo>
                  <a:lnTo>
                    <a:pt x="4148449" y="1094920"/>
                  </a:lnTo>
                  <a:lnTo>
                    <a:pt x="4148543" y="1094920"/>
                  </a:lnTo>
                  <a:lnTo>
                    <a:pt x="4148636" y="1094920"/>
                  </a:lnTo>
                  <a:lnTo>
                    <a:pt x="4148729" y="1094920"/>
                  </a:lnTo>
                  <a:lnTo>
                    <a:pt x="4148822" y="1094920"/>
                  </a:lnTo>
                  <a:lnTo>
                    <a:pt x="4148915" y="1094920"/>
                  </a:lnTo>
                  <a:lnTo>
                    <a:pt x="4149009" y="1094920"/>
                  </a:lnTo>
                  <a:lnTo>
                    <a:pt x="4149102" y="1094920"/>
                  </a:lnTo>
                  <a:lnTo>
                    <a:pt x="4149195" y="1094920"/>
                  </a:lnTo>
                  <a:lnTo>
                    <a:pt x="4149288" y="1094920"/>
                  </a:lnTo>
                  <a:lnTo>
                    <a:pt x="4149382" y="1094920"/>
                  </a:lnTo>
                  <a:lnTo>
                    <a:pt x="4149475" y="1094920"/>
                  </a:lnTo>
                  <a:lnTo>
                    <a:pt x="4149568" y="1094920"/>
                  </a:lnTo>
                  <a:lnTo>
                    <a:pt x="4149661" y="1094920"/>
                  </a:lnTo>
                  <a:lnTo>
                    <a:pt x="4149755" y="1094920"/>
                  </a:lnTo>
                  <a:lnTo>
                    <a:pt x="4149848" y="1094920"/>
                  </a:lnTo>
                  <a:lnTo>
                    <a:pt x="4149941" y="1094920"/>
                  </a:lnTo>
                  <a:lnTo>
                    <a:pt x="4150034" y="1094920"/>
                  </a:lnTo>
                  <a:lnTo>
                    <a:pt x="4150128" y="1094920"/>
                  </a:lnTo>
                  <a:lnTo>
                    <a:pt x="4150221" y="1094920"/>
                  </a:lnTo>
                  <a:lnTo>
                    <a:pt x="4150314" y="1094920"/>
                  </a:lnTo>
                  <a:lnTo>
                    <a:pt x="4150407" y="1094920"/>
                  </a:lnTo>
                  <a:lnTo>
                    <a:pt x="4150501" y="1094920"/>
                  </a:lnTo>
                  <a:lnTo>
                    <a:pt x="4150594" y="1094920"/>
                  </a:lnTo>
                  <a:lnTo>
                    <a:pt x="4150687" y="1094920"/>
                  </a:lnTo>
                  <a:lnTo>
                    <a:pt x="4150780" y="1094920"/>
                  </a:lnTo>
                  <a:lnTo>
                    <a:pt x="4150874" y="1094920"/>
                  </a:lnTo>
                  <a:lnTo>
                    <a:pt x="4150967" y="1094920"/>
                  </a:lnTo>
                  <a:lnTo>
                    <a:pt x="4151060" y="1094920"/>
                  </a:lnTo>
                  <a:lnTo>
                    <a:pt x="4151153" y="1094920"/>
                  </a:lnTo>
                  <a:lnTo>
                    <a:pt x="4151247" y="1094920"/>
                  </a:lnTo>
                  <a:lnTo>
                    <a:pt x="4151340" y="1094920"/>
                  </a:lnTo>
                  <a:lnTo>
                    <a:pt x="4151433" y="1094920"/>
                  </a:lnTo>
                  <a:lnTo>
                    <a:pt x="4151526" y="1094920"/>
                  </a:lnTo>
                  <a:lnTo>
                    <a:pt x="4151620" y="1094920"/>
                  </a:lnTo>
                  <a:lnTo>
                    <a:pt x="4151713" y="1094920"/>
                  </a:lnTo>
                  <a:lnTo>
                    <a:pt x="4151806" y="1094920"/>
                  </a:lnTo>
                  <a:lnTo>
                    <a:pt x="4151899" y="1094920"/>
                  </a:lnTo>
                  <a:lnTo>
                    <a:pt x="4151993" y="1094920"/>
                  </a:lnTo>
                  <a:lnTo>
                    <a:pt x="4152086" y="1094920"/>
                  </a:lnTo>
                  <a:lnTo>
                    <a:pt x="4152179" y="1094920"/>
                  </a:lnTo>
                  <a:lnTo>
                    <a:pt x="4152272" y="1094920"/>
                  </a:lnTo>
                  <a:lnTo>
                    <a:pt x="4152366" y="1094920"/>
                  </a:lnTo>
                  <a:lnTo>
                    <a:pt x="4152459" y="1094920"/>
                  </a:lnTo>
                  <a:lnTo>
                    <a:pt x="4152552" y="1094920"/>
                  </a:lnTo>
                  <a:lnTo>
                    <a:pt x="4152645" y="1094920"/>
                  </a:lnTo>
                  <a:lnTo>
                    <a:pt x="4152739" y="1094920"/>
                  </a:lnTo>
                  <a:lnTo>
                    <a:pt x="4152832" y="1094920"/>
                  </a:lnTo>
                  <a:lnTo>
                    <a:pt x="4152925" y="1094920"/>
                  </a:lnTo>
                  <a:lnTo>
                    <a:pt x="4153018" y="1094920"/>
                  </a:lnTo>
                  <a:lnTo>
                    <a:pt x="4153112" y="1094920"/>
                  </a:lnTo>
                  <a:lnTo>
                    <a:pt x="4153205" y="1094920"/>
                  </a:lnTo>
                  <a:lnTo>
                    <a:pt x="4153298" y="1094920"/>
                  </a:lnTo>
                  <a:lnTo>
                    <a:pt x="4153391" y="1094920"/>
                  </a:lnTo>
                  <a:lnTo>
                    <a:pt x="4153485" y="1094920"/>
                  </a:lnTo>
                  <a:lnTo>
                    <a:pt x="4153578" y="1094920"/>
                  </a:lnTo>
                  <a:lnTo>
                    <a:pt x="4153671" y="1094920"/>
                  </a:lnTo>
                  <a:lnTo>
                    <a:pt x="4153764" y="1094920"/>
                  </a:lnTo>
                  <a:lnTo>
                    <a:pt x="4153858" y="1094920"/>
                  </a:lnTo>
                  <a:lnTo>
                    <a:pt x="4153951" y="1094920"/>
                  </a:lnTo>
                  <a:lnTo>
                    <a:pt x="4154044" y="1094920"/>
                  </a:lnTo>
                  <a:lnTo>
                    <a:pt x="4154137" y="1094920"/>
                  </a:lnTo>
                  <a:lnTo>
                    <a:pt x="4154231" y="1094920"/>
                  </a:lnTo>
                  <a:lnTo>
                    <a:pt x="4154324" y="1094920"/>
                  </a:lnTo>
                  <a:lnTo>
                    <a:pt x="4154417" y="1094920"/>
                  </a:lnTo>
                  <a:lnTo>
                    <a:pt x="4154510" y="1094920"/>
                  </a:lnTo>
                  <a:lnTo>
                    <a:pt x="4154604" y="1094920"/>
                  </a:lnTo>
                  <a:lnTo>
                    <a:pt x="4154697" y="1094920"/>
                  </a:lnTo>
                  <a:lnTo>
                    <a:pt x="4154790" y="1094920"/>
                  </a:lnTo>
                  <a:lnTo>
                    <a:pt x="4154883" y="1094920"/>
                  </a:lnTo>
                  <a:lnTo>
                    <a:pt x="4154977" y="1094920"/>
                  </a:lnTo>
                  <a:lnTo>
                    <a:pt x="4155070" y="1094920"/>
                  </a:lnTo>
                  <a:lnTo>
                    <a:pt x="4155163" y="1094920"/>
                  </a:lnTo>
                  <a:lnTo>
                    <a:pt x="4155256" y="1094920"/>
                  </a:lnTo>
                  <a:lnTo>
                    <a:pt x="4155256" y="1084966"/>
                  </a:lnTo>
                  <a:lnTo>
                    <a:pt x="4155350" y="1084966"/>
                  </a:lnTo>
                  <a:lnTo>
                    <a:pt x="4155443" y="1084966"/>
                  </a:lnTo>
                  <a:lnTo>
                    <a:pt x="4155536" y="1084966"/>
                  </a:lnTo>
                  <a:lnTo>
                    <a:pt x="4155629" y="1084966"/>
                  </a:lnTo>
                  <a:lnTo>
                    <a:pt x="4155723" y="1084966"/>
                  </a:lnTo>
                  <a:lnTo>
                    <a:pt x="4155816" y="1084966"/>
                  </a:lnTo>
                  <a:lnTo>
                    <a:pt x="4155909" y="1084966"/>
                  </a:lnTo>
                  <a:lnTo>
                    <a:pt x="4156002" y="1084966"/>
                  </a:lnTo>
                  <a:lnTo>
                    <a:pt x="4156095" y="1084966"/>
                  </a:lnTo>
                  <a:lnTo>
                    <a:pt x="4156189" y="1084966"/>
                  </a:lnTo>
                  <a:lnTo>
                    <a:pt x="4156282" y="1084966"/>
                  </a:lnTo>
                  <a:lnTo>
                    <a:pt x="4156375" y="1084966"/>
                  </a:lnTo>
                  <a:lnTo>
                    <a:pt x="4156468" y="1084966"/>
                  </a:lnTo>
                  <a:lnTo>
                    <a:pt x="4156562" y="1084966"/>
                  </a:lnTo>
                  <a:lnTo>
                    <a:pt x="4156655" y="1084966"/>
                  </a:lnTo>
                  <a:lnTo>
                    <a:pt x="4156748" y="1084966"/>
                  </a:lnTo>
                  <a:lnTo>
                    <a:pt x="4156841" y="1084966"/>
                  </a:lnTo>
                  <a:lnTo>
                    <a:pt x="4156935" y="1084966"/>
                  </a:lnTo>
                  <a:lnTo>
                    <a:pt x="4157028" y="1084966"/>
                  </a:lnTo>
                  <a:lnTo>
                    <a:pt x="4157121" y="1084966"/>
                  </a:lnTo>
                  <a:lnTo>
                    <a:pt x="4157214" y="1084966"/>
                  </a:lnTo>
                  <a:lnTo>
                    <a:pt x="4157308" y="1084966"/>
                  </a:lnTo>
                  <a:lnTo>
                    <a:pt x="4157401" y="1084966"/>
                  </a:lnTo>
                  <a:lnTo>
                    <a:pt x="4157494" y="1084966"/>
                  </a:lnTo>
                  <a:lnTo>
                    <a:pt x="4157587" y="1084966"/>
                  </a:lnTo>
                  <a:lnTo>
                    <a:pt x="4157681" y="1084966"/>
                  </a:lnTo>
                  <a:lnTo>
                    <a:pt x="4157774" y="1084966"/>
                  </a:lnTo>
                  <a:lnTo>
                    <a:pt x="4157867" y="1084966"/>
                  </a:lnTo>
                  <a:lnTo>
                    <a:pt x="4157960" y="1084966"/>
                  </a:lnTo>
                  <a:lnTo>
                    <a:pt x="4158054" y="1084966"/>
                  </a:lnTo>
                  <a:lnTo>
                    <a:pt x="4158147" y="1084966"/>
                  </a:lnTo>
                  <a:lnTo>
                    <a:pt x="4158240" y="1084966"/>
                  </a:lnTo>
                  <a:lnTo>
                    <a:pt x="4158333" y="1084966"/>
                  </a:lnTo>
                  <a:lnTo>
                    <a:pt x="4158427" y="1084966"/>
                  </a:lnTo>
                  <a:lnTo>
                    <a:pt x="4158520" y="1084966"/>
                  </a:lnTo>
                  <a:lnTo>
                    <a:pt x="4158613" y="1084966"/>
                  </a:lnTo>
                  <a:lnTo>
                    <a:pt x="4158706" y="1084966"/>
                  </a:lnTo>
                  <a:lnTo>
                    <a:pt x="4158800" y="1084966"/>
                  </a:lnTo>
                  <a:lnTo>
                    <a:pt x="4158893" y="1084966"/>
                  </a:lnTo>
                  <a:lnTo>
                    <a:pt x="4158986" y="1084966"/>
                  </a:lnTo>
                  <a:lnTo>
                    <a:pt x="4159079" y="1084966"/>
                  </a:lnTo>
                  <a:lnTo>
                    <a:pt x="4159173" y="1084966"/>
                  </a:lnTo>
                  <a:lnTo>
                    <a:pt x="4159266" y="1084966"/>
                  </a:lnTo>
                  <a:lnTo>
                    <a:pt x="4159359" y="1084966"/>
                  </a:lnTo>
                  <a:lnTo>
                    <a:pt x="4159359" y="1075012"/>
                  </a:lnTo>
                  <a:lnTo>
                    <a:pt x="4159452" y="1075012"/>
                  </a:lnTo>
                  <a:lnTo>
                    <a:pt x="4159546" y="1075012"/>
                  </a:lnTo>
                  <a:lnTo>
                    <a:pt x="4159639" y="1075012"/>
                  </a:lnTo>
                  <a:lnTo>
                    <a:pt x="4159732" y="1075012"/>
                  </a:lnTo>
                  <a:lnTo>
                    <a:pt x="4159825" y="1075012"/>
                  </a:lnTo>
                  <a:lnTo>
                    <a:pt x="4159919" y="1075012"/>
                  </a:lnTo>
                  <a:lnTo>
                    <a:pt x="4160012" y="1075012"/>
                  </a:lnTo>
                  <a:lnTo>
                    <a:pt x="4160105" y="1075012"/>
                  </a:lnTo>
                  <a:lnTo>
                    <a:pt x="4160198" y="1075012"/>
                  </a:lnTo>
                  <a:lnTo>
                    <a:pt x="4160292" y="1075012"/>
                  </a:lnTo>
                  <a:lnTo>
                    <a:pt x="4160385" y="1075012"/>
                  </a:lnTo>
                  <a:lnTo>
                    <a:pt x="4160478" y="1075012"/>
                  </a:lnTo>
                  <a:lnTo>
                    <a:pt x="4160571" y="1075012"/>
                  </a:lnTo>
                  <a:lnTo>
                    <a:pt x="4160665" y="1075012"/>
                  </a:lnTo>
                  <a:lnTo>
                    <a:pt x="4160758" y="1075012"/>
                  </a:lnTo>
                  <a:lnTo>
                    <a:pt x="4160851" y="1075012"/>
                  </a:lnTo>
                  <a:lnTo>
                    <a:pt x="4160944" y="1075012"/>
                  </a:lnTo>
                  <a:lnTo>
                    <a:pt x="4161038" y="1075012"/>
                  </a:lnTo>
                  <a:lnTo>
                    <a:pt x="4161131" y="1075012"/>
                  </a:lnTo>
                  <a:lnTo>
                    <a:pt x="4161224" y="1075012"/>
                  </a:lnTo>
                  <a:lnTo>
                    <a:pt x="4161317" y="1075012"/>
                  </a:lnTo>
                  <a:lnTo>
                    <a:pt x="4161411" y="1075012"/>
                  </a:lnTo>
                  <a:lnTo>
                    <a:pt x="4161504" y="1075012"/>
                  </a:lnTo>
                  <a:lnTo>
                    <a:pt x="4161597" y="1075012"/>
                  </a:lnTo>
                  <a:lnTo>
                    <a:pt x="4161690" y="1075012"/>
                  </a:lnTo>
                  <a:lnTo>
                    <a:pt x="4161784" y="1075012"/>
                  </a:lnTo>
                  <a:lnTo>
                    <a:pt x="4161877" y="1075012"/>
                  </a:lnTo>
                  <a:lnTo>
                    <a:pt x="4161970" y="1075012"/>
                  </a:lnTo>
                  <a:lnTo>
                    <a:pt x="4162063" y="1075012"/>
                  </a:lnTo>
                  <a:lnTo>
                    <a:pt x="4162157" y="1075012"/>
                  </a:lnTo>
                  <a:lnTo>
                    <a:pt x="4162250" y="1075012"/>
                  </a:lnTo>
                  <a:lnTo>
                    <a:pt x="4162343" y="1075012"/>
                  </a:lnTo>
                  <a:lnTo>
                    <a:pt x="4162436" y="1075012"/>
                  </a:lnTo>
                  <a:lnTo>
                    <a:pt x="4162530" y="1075012"/>
                  </a:lnTo>
                  <a:lnTo>
                    <a:pt x="4162623" y="1075012"/>
                  </a:lnTo>
                  <a:lnTo>
                    <a:pt x="4162716" y="1075012"/>
                  </a:lnTo>
                  <a:lnTo>
                    <a:pt x="4162809" y="1075012"/>
                  </a:lnTo>
                  <a:lnTo>
                    <a:pt x="4162902" y="1075012"/>
                  </a:lnTo>
                  <a:lnTo>
                    <a:pt x="4162996" y="1075012"/>
                  </a:lnTo>
                  <a:lnTo>
                    <a:pt x="4163089" y="1075012"/>
                  </a:lnTo>
                  <a:lnTo>
                    <a:pt x="4163182" y="1075012"/>
                  </a:lnTo>
                  <a:lnTo>
                    <a:pt x="4163275" y="1075012"/>
                  </a:lnTo>
                  <a:lnTo>
                    <a:pt x="4163369" y="1075012"/>
                  </a:lnTo>
                  <a:lnTo>
                    <a:pt x="4163462" y="1075012"/>
                  </a:lnTo>
                  <a:lnTo>
                    <a:pt x="4163555" y="1075012"/>
                  </a:lnTo>
                  <a:lnTo>
                    <a:pt x="4163648" y="1075012"/>
                  </a:lnTo>
                  <a:lnTo>
                    <a:pt x="4163742" y="1075012"/>
                  </a:lnTo>
                  <a:lnTo>
                    <a:pt x="4163835" y="1075012"/>
                  </a:lnTo>
                  <a:lnTo>
                    <a:pt x="4163928" y="1075012"/>
                  </a:lnTo>
                  <a:lnTo>
                    <a:pt x="4164021" y="1075012"/>
                  </a:lnTo>
                  <a:lnTo>
                    <a:pt x="4164115" y="1075012"/>
                  </a:lnTo>
                  <a:lnTo>
                    <a:pt x="4164208" y="1075012"/>
                  </a:lnTo>
                  <a:lnTo>
                    <a:pt x="4164301" y="1075012"/>
                  </a:lnTo>
                  <a:lnTo>
                    <a:pt x="4164394" y="1075012"/>
                  </a:lnTo>
                  <a:lnTo>
                    <a:pt x="4164488" y="1075012"/>
                  </a:lnTo>
                  <a:lnTo>
                    <a:pt x="4164581" y="1075012"/>
                  </a:lnTo>
                  <a:lnTo>
                    <a:pt x="4164674" y="1075012"/>
                  </a:lnTo>
                  <a:lnTo>
                    <a:pt x="4164767" y="1075012"/>
                  </a:lnTo>
                  <a:lnTo>
                    <a:pt x="4164861" y="1075012"/>
                  </a:lnTo>
                  <a:lnTo>
                    <a:pt x="4164954" y="1075012"/>
                  </a:lnTo>
                  <a:lnTo>
                    <a:pt x="4165047" y="1075012"/>
                  </a:lnTo>
                  <a:lnTo>
                    <a:pt x="4165140" y="1075012"/>
                  </a:lnTo>
                  <a:lnTo>
                    <a:pt x="4165234" y="1075012"/>
                  </a:lnTo>
                  <a:lnTo>
                    <a:pt x="4165327" y="1075012"/>
                  </a:lnTo>
                  <a:lnTo>
                    <a:pt x="4165420" y="1075012"/>
                  </a:lnTo>
                  <a:lnTo>
                    <a:pt x="4165513" y="1075012"/>
                  </a:lnTo>
                  <a:lnTo>
                    <a:pt x="4165513" y="1065059"/>
                  </a:lnTo>
                  <a:lnTo>
                    <a:pt x="4165607" y="1065059"/>
                  </a:lnTo>
                  <a:lnTo>
                    <a:pt x="4165700" y="1065059"/>
                  </a:lnTo>
                  <a:lnTo>
                    <a:pt x="4165793" y="1065059"/>
                  </a:lnTo>
                  <a:lnTo>
                    <a:pt x="4165886" y="1065059"/>
                  </a:lnTo>
                  <a:lnTo>
                    <a:pt x="4165980" y="1065059"/>
                  </a:lnTo>
                  <a:lnTo>
                    <a:pt x="4166073" y="1065059"/>
                  </a:lnTo>
                  <a:lnTo>
                    <a:pt x="4166166" y="1065059"/>
                  </a:lnTo>
                  <a:lnTo>
                    <a:pt x="4166259" y="1065059"/>
                  </a:lnTo>
                  <a:lnTo>
                    <a:pt x="4166353" y="1065059"/>
                  </a:lnTo>
                  <a:lnTo>
                    <a:pt x="4166446" y="1065059"/>
                  </a:lnTo>
                  <a:lnTo>
                    <a:pt x="4166539" y="1065059"/>
                  </a:lnTo>
                  <a:lnTo>
                    <a:pt x="4166632" y="1065059"/>
                  </a:lnTo>
                  <a:lnTo>
                    <a:pt x="4166726" y="1065059"/>
                  </a:lnTo>
                  <a:lnTo>
                    <a:pt x="4166819" y="1065059"/>
                  </a:lnTo>
                  <a:lnTo>
                    <a:pt x="4166912" y="1065059"/>
                  </a:lnTo>
                  <a:lnTo>
                    <a:pt x="4167005" y="1065059"/>
                  </a:lnTo>
                  <a:lnTo>
                    <a:pt x="4167099" y="1065059"/>
                  </a:lnTo>
                  <a:lnTo>
                    <a:pt x="4167192" y="1065059"/>
                  </a:lnTo>
                  <a:lnTo>
                    <a:pt x="4167285" y="1065059"/>
                  </a:lnTo>
                  <a:lnTo>
                    <a:pt x="4167378" y="1065059"/>
                  </a:lnTo>
                  <a:lnTo>
                    <a:pt x="4167472" y="1065059"/>
                  </a:lnTo>
                  <a:lnTo>
                    <a:pt x="4167565" y="1065059"/>
                  </a:lnTo>
                  <a:lnTo>
                    <a:pt x="4167658" y="1065059"/>
                  </a:lnTo>
                  <a:lnTo>
                    <a:pt x="4167751" y="1065059"/>
                  </a:lnTo>
                  <a:lnTo>
                    <a:pt x="4167845" y="1065059"/>
                  </a:lnTo>
                  <a:lnTo>
                    <a:pt x="4167938" y="1065059"/>
                  </a:lnTo>
                  <a:lnTo>
                    <a:pt x="4168031" y="1065059"/>
                  </a:lnTo>
                  <a:lnTo>
                    <a:pt x="4168124" y="1065059"/>
                  </a:lnTo>
                  <a:lnTo>
                    <a:pt x="4168218" y="1065059"/>
                  </a:lnTo>
                  <a:lnTo>
                    <a:pt x="4168311" y="1065059"/>
                  </a:lnTo>
                  <a:lnTo>
                    <a:pt x="4168404" y="1065059"/>
                  </a:lnTo>
                  <a:lnTo>
                    <a:pt x="4168497" y="1065059"/>
                  </a:lnTo>
                  <a:lnTo>
                    <a:pt x="4168591" y="1065059"/>
                  </a:lnTo>
                  <a:lnTo>
                    <a:pt x="4168684" y="1065059"/>
                  </a:lnTo>
                  <a:lnTo>
                    <a:pt x="4168777" y="1065059"/>
                  </a:lnTo>
                  <a:lnTo>
                    <a:pt x="4168870" y="1065059"/>
                  </a:lnTo>
                  <a:lnTo>
                    <a:pt x="4168964" y="1065059"/>
                  </a:lnTo>
                  <a:lnTo>
                    <a:pt x="4169057" y="1065059"/>
                  </a:lnTo>
                  <a:lnTo>
                    <a:pt x="4169150" y="1065059"/>
                  </a:lnTo>
                  <a:lnTo>
                    <a:pt x="4169243" y="1065059"/>
                  </a:lnTo>
                  <a:lnTo>
                    <a:pt x="4169337" y="1065059"/>
                  </a:lnTo>
                  <a:lnTo>
                    <a:pt x="4169430" y="1065059"/>
                  </a:lnTo>
                  <a:lnTo>
                    <a:pt x="4169523" y="1065059"/>
                  </a:lnTo>
                  <a:lnTo>
                    <a:pt x="4169523" y="1055105"/>
                  </a:lnTo>
                  <a:lnTo>
                    <a:pt x="4169616" y="1055105"/>
                  </a:lnTo>
                  <a:lnTo>
                    <a:pt x="4169709" y="1055105"/>
                  </a:lnTo>
                  <a:lnTo>
                    <a:pt x="4169803" y="1055105"/>
                  </a:lnTo>
                  <a:lnTo>
                    <a:pt x="4169896" y="1055105"/>
                  </a:lnTo>
                  <a:lnTo>
                    <a:pt x="4169989" y="1055105"/>
                  </a:lnTo>
                  <a:lnTo>
                    <a:pt x="4170082" y="1055105"/>
                  </a:lnTo>
                  <a:lnTo>
                    <a:pt x="4170176" y="1055105"/>
                  </a:lnTo>
                  <a:lnTo>
                    <a:pt x="4170269" y="1055105"/>
                  </a:lnTo>
                  <a:lnTo>
                    <a:pt x="4170362" y="1055105"/>
                  </a:lnTo>
                  <a:lnTo>
                    <a:pt x="4170455" y="1055105"/>
                  </a:lnTo>
                  <a:lnTo>
                    <a:pt x="4170549" y="1055105"/>
                  </a:lnTo>
                  <a:lnTo>
                    <a:pt x="4170642" y="1055105"/>
                  </a:lnTo>
                  <a:lnTo>
                    <a:pt x="4170735" y="1055105"/>
                  </a:lnTo>
                  <a:lnTo>
                    <a:pt x="4170828" y="1055105"/>
                  </a:lnTo>
                  <a:lnTo>
                    <a:pt x="4170922" y="1055105"/>
                  </a:lnTo>
                  <a:lnTo>
                    <a:pt x="4171015" y="1055105"/>
                  </a:lnTo>
                  <a:lnTo>
                    <a:pt x="4171015" y="1045151"/>
                  </a:lnTo>
                  <a:lnTo>
                    <a:pt x="4171108" y="1045151"/>
                  </a:lnTo>
                  <a:lnTo>
                    <a:pt x="4171201" y="1045151"/>
                  </a:lnTo>
                  <a:lnTo>
                    <a:pt x="4171295" y="1045151"/>
                  </a:lnTo>
                  <a:lnTo>
                    <a:pt x="4171388" y="1045151"/>
                  </a:lnTo>
                  <a:lnTo>
                    <a:pt x="4171481" y="1045151"/>
                  </a:lnTo>
                  <a:lnTo>
                    <a:pt x="4171574" y="1045151"/>
                  </a:lnTo>
                  <a:lnTo>
                    <a:pt x="4171668" y="1045151"/>
                  </a:lnTo>
                  <a:lnTo>
                    <a:pt x="4171761" y="1045151"/>
                  </a:lnTo>
                  <a:lnTo>
                    <a:pt x="4171854" y="1045151"/>
                  </a:lnTo>
                  <a:lnTo>
                    <a:pt x="4171947" y="1045151"/>
                  </a:lnTo>
                  <a:lnTo>
                    <a:pt x="4172041" y="1045151"/>
                  </a:lnTo>
                  <a:lnTo>
                    <a:pt x="4172134" y="1045151"/>
                  </a:lnTo>
                  <a:lnTo>
                    <a:pt x="4172227" y="1045151"/>
                  </a:lnTo>
                  <a:lnTo>
                    <a:pt x="4172320" y="1045151"/>
                  </a:lnTo>
                  <a:lnTo>
                    <a:pt x="4172414" y="1045151"/>
                  </a:lnTo>
                  <a:lnTo>
                    <a:pt x="4172507" y="1045151"/>
                  </a:lnTo>
                  <a:lnTo>
                    <a:pt x="4172600" y="1045151"/>
                  </a:lnTo>
                  <a:lnTo>
                    <a:pt x="4172693" y="1045151"/>
                  </a:lnTo>
                  <a:lnTo>
                    <a:pt x="4172787" y="1045151"/>
                  </a:lnTo>
                  <a:lnTo>
                    <a:pt x="4172880" y="1045151"/>
                  </a:lnTo>
                  <a:lnTo>
                    <a:pt x="4172973" y="1045151"/>
                  </a:lnTo>
                  <a:lnTo>
                    <a:pt x="4173066" y="1045151"/>
                  </a:lnTo>
                  <a:lnTo>
                    <a:pt x="4173160" y="1045151"/>
                  </a:lnTo>
                  <a:lnTo>
                    <a:pt x="4173253" y="1045151"/>
                  </a:lnTo>
                  <a:lnTo>
                    <a:pt x="4173346" y="1045151"/>
                  </a:lnTo>
                  <a:lnTo>
                    <a:pt x="4173439" y="1045151"/>
                  </a:lnTo>
                  <a:lnTo>
                    <a:pt x="4173533" y="1045151"/>
                  </a:lnTo>
                  <a:lnTo>
                    <a:pt x="4173626" y="1045151"/>
                  </a:lnTo>
                  <a:lnTo>
                    <a:pt x="4173719" y="1045151"/>
                  </a:lnTo>
                  <a:lnTo>
                    <a:pt x="4173812" y="1045151"/>
                  </a:lnTo>
                  <a:lnTo>
                    <a:pt x="4173906" y="1045151"/>
                  </a:lnTo>
                  <a:lnTo>
                    <a:pt x="4173999" y="1045151"/>
                  </a:lnTo>
                  <a:lnTo>
                    <a:pt x="4174092" y="1045151"/>
                  </a:lnTo>
                  <a:lnTo>
                    <a:pt x="4174185" y="1045151"/>
                  </a:lnTo>
                  <a:lnTo>
                    <a:pt x="4174279" y="1045151"/>
                  </a:lnTo>
                  <a:lnTo>
                    <a:pt x="4174372" y="1045151"/>
                  </a:lnTo>
                  <a:lnTo>
                    <a:pt x="4174465" y="1045151"/>
                  </a:lnTo>
                  <a:lnTo>
                    <a:pt x="4174558" y="1045151"/>
                  </a:lnTo>
                  <a:lnTo>
                    <a:pt x="4174652" y="1045151"/>
                  </a:lnTo>
                  <a:lnTo>
                    <a:pt x="4174745" y="1045151"/>
                  </a:lnTo>
                  <a:lnTo>
                    <a:pt x="4174838" y="1045151"/>
                  </a:lnTo>
                  <a:lnTo>
                    <a:pt x="4174931" y="1045151"/>
                  </a:lnTo>
                  <a:lnTo>
                    <a:pt x="4175025" y="1045151"/>
                  </a:lnTo>
                  <a:lnTo>
                    <a:pt x="4175118" y="1045151"/>
                  </a:lnTo>
                  <a:lnTo>
                    <a:pt x="4175211" y="1045151"/>
                  </a:lnTo>
                  <a:lnTo>
                    <a:pt x="4175304" y="1045151"/>
                  </a:lnTo>
                  <a:lnTo>
                    <a:pt x="4175398" y="1045151"/>
                  </a:lnTo>
                  <a:lnTo>
                    <a:pt x="4175491" y="1045151"/>
                  </a:lnTo>
                  <a:lnTo>
                    <a:pt x="4175584" y="1045151"/>
                  </a:lnTo>
                  <a:lnTo>
                    <a:pt x="4175677" y="1045151"/>
                  </a:lnTo>
                  <a:lnTo>
                    <a:pt x="4175771" y="1045151"/>
                  </a:lnTo>
                  <a:lnTo>
                    <a:pt x="4175864" y="1045151"/>
                  </a:lnTo>
                  <a:lnTo>
                    <a:pt x="4175957" y="1045151"/>
                  </a:lnTo>
                  <a:lnTo>
                    <a:pt x="4176050" y="1045151"/>
                  </a:lnTo>
                  <a:lnTo>
                    <a:pt x="4176144" y="1045151"/>
                  </a:lnTo>
                  <a:lnTo>
                    <a:pt x="4176237" y="1045151"/>
                  </a:lnTo>
                  <a:lnTo>
                    <a:pt x="4176330" y="1045151"/>
                  </a:lnTo>
                  <a:lnTo>
                    <a:pt x="4176423" y="1045151"/>
                  </a:lnTo>
                  <a:lnTo>
                    <a:pt x="4176517" y="1045151"/>
                  </a:lnTo>
                  <a:lnTo>
                    <a:pt x="4176610" y="1045151"/>
                  </a:lnTo>
                  <a:lnTo>
                    <a:pt x="4176703" y="1045151"/>
                  </a:lnTo>
                  <a:lnTo>
                    <a:pt x="4176796" y="1045151"/>
                  </a:lnTo>
                  <a:lnTo>
                    <a:pt x="4176889" y="1045151"/>
                  </a:lnTo>
                  <a:lnTo>
                    <a:pt x="4176983" y="1045151"/>
                  </a:lnTo>
                  <a:lnTo>
                    <a:pt x="4177076" y="1045151"/>
                  </a:lnTo>
                  <a:lnTo>
                    <a:pt x="4177169" y="1045151"/>
                  </a:lnTo>
                  <a:lnTo>
                    <a:pt x="4177262" y="1045151"/>
                  </a:lnTo>
                  <a:lnTo>
                    <a:pt x="4177356" y="1045151"/>
                  </a:lnTo>
                  <a:lnTo>
                    <a:pt x="4177449" y="1045151"/>
                  </a:lnTo>
                  <a:lnTo>
                    <a:pt x="4177542" y="1045151"/>
                  </a:lnTo>
                  <a:lnTo>
                    <a:pt x="4177635" y="1045151"/>
                  </a:lnTo>
                  <a:lnTo>
                    <a:pt x="4177729" y="1045151"/>
                  </a:lnTo>
                  <a:lnTo>
                    <a:pt x="4177822" y="1045151"/>
                  </a:lnTo>
                  <a:lnTo>
                    <a:pt x="4177915" y="1045151"/>
                  </a:lnTo>
                  <a:lnTo>
                    <a:pt x="4178008" y="1045151"/>
                  </a:lnTo>
                  <a:lnTo>
                    <a:pt x="4178102" y="1045151"/>
                  </a:lnTo>
                  <a:lnTo>
                    <a:pt x="4178195" y="1045151"/>
                  </a:lnTo>
                  <a:lnTo>
                    <a:pt x="4178288" y="1045151"/>
                  </a:lnTo>
                  <a:lnTo>
                    <a:pt x="4178381" y="1045151"/>
                  </a:lnTo>
                  <a:lnTo>
                    <a:pt x="4178475" y="1045151"/>
                  </a:lnTo>
                  <a:lnTo>
                    <a:pt x="4178568" y="1045151"/>
                  </a:lnTo>
                  <a:lnTo>
                    <a:pt x="4178661" y="1045151"/>
                  </a:lnTo>
                  <a:lnTo>
                    <a:pt x="4178754" y="1045151"/>
                  </a:lnTo>
                  <a:lnTo>
                    <a:pt x="4178848" y="1045151"/>
                  </a:lnTo>
                  <a:lnTo>
                    <a:pt x="4178941" y="1045151"/>
                  </a:lnTo>
                  <a:lnTo>
                    <a:pt x="4179034" y="1045151"/>
                  </a:lnTo>
                  <a:lnTo>
                    <a:pt x="4179127" y="1045151"/>
                  </a:lnTo>
                  <a:lnTo>
                    <a:pt x="4179221" y="1045151"/>
                  </a:lnTo>
                  <a:lnTo>
                    <a:pt x="4179314" y="1045151"/>
                  </a:lnTo>
                  <a:lnTo>
                    <a:pt x="4179407" y="1045151"/>
                  </a:lnTo>
                  <a:lnTo>
                    <a:pt x="4179500" y="1045151"/>
                  </a:lnTo>
                  <a:lnTo>
                    <a:pt x="4179594" y="1045151"/>
                  </a:lnTo>
                  <a:lnTo>
                    <a:pt x="4179687" y="1045151"/>
                  </a:lnTo>
                  <a:lnTo>
                    <a:pt x="4179780" y="1045151"/>
                  </a:lnTo>
                  <a:lnTo>
                    <a:pt x="4179873" y="1045151"/>
                  </a:lnTo>
                  <a:lnTo>
                    <a:pt x="4179967" y="1045151"/>
                  </a:lnTo>
                  <a:lnTo>
                    <a:pt x="4180060" y="1045151"/>
                  </a:lnTo>
                  <a:lnTo>
                    <a:pt x="4180153" y="1045151"/>
                  </a:lnTo>
                  <a:lnTo>
                    <a:pt x="4180246" y="1045151"/>
                  </a:lnTo>
                  <a:lnTo>
                    <a:pt x="4180340" y="1045151"/>
                  </a:lnTo>
                  <a:lnTo>
                    <a:pt x="4180433" y="1045151"/>
                  </a:lnTo>
                  <a:lnTo>
                    <a:pt x="4180433" y="1035197"/>
                  </a:lnTo>
                  <a:lnTo>
                    <a:pt x="4180526" y="1035197"/>
                  </a:lnTo>
                  <a:lnTo>
                    <a:pt x="4180619" y="1035197"/>
                  </a:lnTo>
                  <a:lnTo>
                    <a:pt x="4180713" y="1035197"/>
                  </a:lnTo>
                  <a:lnTo>
                    <a:pt x="4180806" y="1035197"/>
                  </a:lnTo>
                  <a:lnTo>
                    <a:pt x="4180899" y="1035197"/>
                  </a:lnTo>
                  <a:lnTo>
                    <a:pt x="4180992" y="1035197"/>
                  </a:lnTo>
                  <a:lnTo>
                    <a:pt x="4181086" y="1035197"/>
                  </a:lnTo>
                  <a:lnTo>
                    <a:pt x="4181179" y="1035197"/>
                  </a:lnTo>
                  <a:lnTo>
                    <a:pt x="4181272" y="1035197"/>
                  </a:lnTo>
                  <a:lnTo>
                    <a:pt x="4181365" y="1035197"/>
                  </a:lnTo>
                  <a:lnTo>
                    <a:pt x="4181459" y="1035197"/>
                  </a:lnTo>
                  <a:lnTo>
                    <a:pt x="4181552" y="1035197"/>
                  </a:lnTo>
                  <a:lnTo>
                    <a:pt x="4181552" y="1025243"/>
                  </a:lnTo>
                  <a:lnTo>
                    <a:pt x="4181645" y="1025243"/>
                  </a:lnTo>
                  <a:lnTo>
                    <a:pt x="4181738" y="1025243"/>
                  </a:lnTo>
                  <a:lnTo>
                    <a:pt x="4181832" y="1025243"/>
                  </a:lnTo>
                  <a:lnTo>
                    <a:pt x="4181925" y="1025243"/>
                  </a:lnTo>
                  <a:lnTo>
                    <a:pt x="4182018" y="1025243"/>
                  </a:lnTo>
                  <a:lnTo>
                    <a:pt x="4182111" y="1025243"/>
                  </a:lnTo>
                  <a:lnTo>
                    <a:pt x="4182205" y="1025243"/>
                  </a:lnTo>
                  <a:lnTo>
                    <a:pt x="4182298" y="1025243"/>
                  </a:lnTo>
                  <a:lnTo>
                    <a:pt x="4182391" y="1025243"/>
                  </a:lnTo>
                  <a:lnTo>
                    <a:pt x="4182484" y="1025243"/>
                  </a:lnTo>
                  <a:lnTo>
                    <a:pt x="4182578" y="1025243"/>
                  </a:lnTo>
                  <a:lnTo>
                    <a:pt x="4182671" y="1025243"/>
                  </a:lnTo>
                  <a:lnTo>
                    <a:pt x="4182764" y="1025243"/>
                  </a:lnTo>
                  <a:lnTo>
                    <a:pt x="4182857" y="1025243"/>
                  </a:lnTo>
                  <a:lnTo>
                    <a:pt x="4182951" y="1025243"/>
                  </a:lnTo>
                  <a:lnTo>
                    <a:pt x="4183044" y="1025243"/>
                  </a:lnTo>
                  <a:lnTo>
                    <a:pt x="4183137" y="1025243"/>
                  </a:lnTo>
                  <a:lnTo>
                    <a:pt x="4183230" y="1025243"/>
                  </a:lnTo>
                  <a:lnTo>
                    <a:pt x="4183324" y="1025243"/>
                  </a:lnTo>
                  <a:lnTo>
                    <a:pt x="4183417" y="1025243"/>
                  </a:lnTo>
                  <a:lnTo>
                    <a:pt x="4183510" y="1025243"/>
                  </a:lnTo>
                  <a:lnTo>
                    <a:pt x="4183603" y="1025243"/>
                  </a:lnTo>
                  <a:lnTo>
                    <a:pt x="4183696" y="1025243"/>
                  </a:lnTo>
                  <a:lnTo>
                    <a:pt x="4183790" y="1025243"/>
                  </a:lnTo>
                  <a:lnTo>
                    <a:pt x="4183883" y="1025243"/>
                  </a:lnTo>
                  <a:lnTo>
                    <a:pt x="4183976" y="1025243"/>
                  </a:lnTo>
                  <a:lnTo>
                    <a:pt x="4184069" y="1025243"/>
                  </a:lnTo>
                  <a:lnTo>
                    <a:pt x="4184163" y="1025243"/>
                  </a:lnTo>
                  <a:lnTo>
                    <a:pt x="4184256" y="1025243"/>
                  </a:lnTo>
                  <a:lnTo>
                    <a:pt x="4184349" y="1025243"/>
                  </a:lnTo>
                  <a:lnTo>
                    <a:pt x="4184442" y="1025243"/>
                  </a:lnTo>
                  <a:lnTo>
                    <a:pt x="4184536" y="1025243"/>
                  </a:lnTo>
                  <a:lnTo>
                    <a:pt x="4184629" y="1025243"/>
                  </a:lnTo>
                  <a:lnTo>
                    <a:pt x="4184722" y="1025243"/>
                  </a:lnTo>
                  <a:lnTo>
                    <a:pt x="4184815" y="1025243"/>
                  </a:lnTo>
                  <a:lnTo>
                    <a:pt x="4184909" y="1025243"/>
                  </a:lnTo>
                  <a:lnTo>
                    <a:pt x="4185002" y="1025243"/>
                  </a:lnTo>
                  <a:lnTo>
                    <a:pt x="4185095" y="1025243"/>
                  </a:lnTo>
                  <a:lnTo>
                    <a:pt x="4185188" y="1025243"/>
                  </a:lnTo>
                  <a:lnTo>
                    <a:pt x="4185282" y="1025243"/>
                  </a:lnTo>
                  <a:lnTo>
                    <a:pt x="4185375" y="1025243"/>
                  </a:lnTo>
                  <a:lnTo>
                    <a:pt x="4185468" y="1025243"/>
                  </a:lnTo>
                  <a:lnTo>
                    <a:pt x="4185561" y="1025243"/>
                  </a:lnTo>
                  <a:lnTo>
                    <a:pt x="4185655" y="1025243"/>
                  </a:lnTo>
                  <a:lnTo>
                    <a:pt x="4185748" y="1025243"/>
                  </a:lnTo>
                  <a:lnTo>
                    <a:pt x="4185841" y="1025243"/>
                  </a:lnTo>
                  <a:lnTo>
                    <a:pt x="4185934" y="1025243"/>
                  </a:lnTo>
                  <a:lnTo>
                    <a:pt x="4186028" y="1025243"/>
                  </a:lnTo>
                  <a:lnTo>
                    <a:pt x="4186121" y="1025243"/>
                  </a:lnTo>
                  <a:lnTo>
                    <a:pt x="4186214" y="1025243"/>
                  </a:lnTo>
                  <a:lnTo>
                    <a:pt x="4186307" y="1025243"/>
                  </a:lnTo>
                  <a:lnTo>
                    <a:pt x="4186401" y="1025243"/>
                  </a:lnTo>
                  <a:lnTo>
                    <a:pt x="4186494" y="1025243"/>
                  </a:lnTo>
                  <a:lnTo>
                    <a:pt x="4186587" y="1025243"/>
                  </a:lnTo>
                  <a:lnTo>
                    <a:pt x="4186680" y="1025243"/>
                  </a:lnTo>
                  <a:lnTo>
                    <a:pt x="4186774" y="1025243"/>
                  </a:lnTo>
                  <a:lnTo>
                    <a:pt x="4186867" y="1025243"/>
                  </a:lnTo>
                  <a:lnTo>
                    <a:pt x="4186960" y="1025243"/>
                  </a:lnTo>
                  <a:lnTo>
                    <a:pt x="4187053" y="1025243"/>
                  </a:lnTo>
                  <a:lnTo>
                    <a:pt x="4187147" y="1025243"/>
                  </a:lnTo>
                  <a:lnTo>
                    <a:pt x="4187240" y="1025243"/>
                  </a:lnTo>
                  <a:lnTo>
                    <a:pt x="4187333" y="1025243"/>
                  </a:lnTo>
                  <a:lnTo>
                    <a:pt x="4187426" y="1025243"/>
                  </a:lnTo>
                  <a:lnTo>
                    <a:pt x="4187520" y="1025243"/>
                  </a:lnTo>
                  <a:lnTo>
                    <a:pt x="4187613" y="1025243"/>
                  </a:lnTo>
                  <a:lnTo>
                    <a:pt x="4187706" y="1025243"/>
                  </a:lnTo>
                  <a:lnTo>
                    <a:pt x="4187799" y="1025243"/>
                  </a:lnTo>
                  <a:lnTo>
                    <a:pt x="4187893" y="1025243"/>
                  </a:lnTo>
                  <a:lnTo>
                    <a:pt x="4187986" y="1025243"/>
                  </a:lnTo>
                  <a:lnTo>
                    <a:pt x="4188079" y="1025243"/>
                  </a:lnTo>
                  <a:lnTo>
                    <a:pt x="4188172" y="1025243"/>
                  </a:lnTo>
                  <a:lnTo>
                    <a:pt x="4188266" y="1025243"/>
                  </a:lnTo>
                  <a:lnTo>
                    <a:pt x="4188359" y="1025243"/>
                  </a:lnTo>
                  <a:lnTo>
                    <a:pt x="4188452" y="1025243"/>
                  </a:lnTo>
                  <a:lnTo>
                    <a:pt x="4188545" y="1025243"/>
                  </a:lnTo>
                  <a:lnTo>
                    <a:pt x="4188639" y="1025243"/>
                  </a:lnTo>
                  <a:lnTo>
                    <a:pt x="4188732" y="1025243"/>
                  </a:lnTo>
                  <a:lnTo>
                    <a:pt x="4188825" y="1025243"/>
                  </a:lnTo>
                  <a:lnTo>
                    <a:pt x="4188918" y="1025243"/>
                  </a:lnTo>
                  <a:lnTo>
                    <a:pt x="4189012" y="1025243"/>
                  </a:lnTo>
                  <a:lnTo>
                    <a:pt x="4189105" y="1025243"/>
                  </a:lnTo>
                  <a:lnTo>
                    <a:pt x="4189198" y="1025243"/>
                  </a:lnTo>
                  <a:lnTo>
                    <a:pt x="4189291" y="1025243"/>
                  </a:lnTo>
                  <a:lnTo>
                    <a:pt x="4189385" y="1025243"/>
                  </a:lnTo>
                  <a:lnTo>
                    <a:pt x="4189478" y="1025243"/>
                  </a:lnTo>
                  <a:lnTo>
                    <a:pt x="4189571" y="1025243"/>
                  </a:lnTo>
                  <a:lnTo>
                    <a:pt x="4189664" y="1025243"/>
                  </a:lnTo>
                  <a:lnTo>
                    <a:pt x="4189758" y="1025243"/>
                  </a:lnTo>
                  <a:lnTo>
                    <a:pt x="4189851" y="1025243"/>
                  </a:lnTo>
                  <a:lnTo>
                    <a:pt x="4189944" y="1025243"/>
                  </a:lnTo>
                  <a:lnTo>
                    <a:pt x="4190037" y="1025243"/>
                  </a:lnTo>
                  <a:lnTo>
                    <a:pt x="4190131" y="1025243"/>
                  </a:lnTo>
                  <a:lnTo>
                    <a:pt x="4190224" y="1025243"/>
                  </a:lnTo>
                  <a:lnTo>
                    <a:pt x="4190317" y="1025243"/>
                  </a:lnTo>
                  <a:lnTo>
                    <a:pt x="4190410" y="1025243"/>
                  </a:lnTo>
                  <a:lnTo>
                    <a:pt x="4190503" y="1025243"/>
                  </a:lnTo>
                  <a:lnTo>
                    <a:pt x="4190597" y="1025243"/>
                  </a:lnTo>
                  <a:lnTo>
                    <a:pt x="4190690" y="1025243"/>
                  </a:lnTo>
                  <a:lnTo>
                    <a:pt x="4190783" y="1025243"/>
                  </a:lnTo>
                  <a:lnTo>
                    <a:pt x="4190876" y="1025243"/>
                  </a:lnTo>
                  <a:lnTo>
                    <a:pt x="4190970" y="1025243"/>
                  </a:lnTo>
                  <a:lnTo>
                    <a:pt x="4191063" y="1025243"/>
                  </a:lnTo>
                  <a:lnTo>
                    <a:pt x="4191156" y="1025243"/>
                  </a:lnTo>
                  <a:lnTo>
                    <a:pt x="4191249" y="1025243"/>
                  </a:lnTo>
                  <a:lnTo>
                    <a:pt x="4191343" y="1025243"/>
                  </a:lnTo>
                  <a:lnTo>
                    <a:pt x="4191436" y="1025243"/>
                  </a:lnTo>
                  <a:lnTo>
                    <a:pt x="4191529" y="1025243"/>
                  </a:lnTo>
                  <a:lnTo>
                    <a:pt x="4191622" y="1025243"/>
                  </a:lnTo>
                  <a:lnTo>
                    <a:pt x="4191716" y="1025243"/>
                  </a:lnTo>
                  <a:lnTo>
                    <a:pt x="4191809" y="1025243"/>
                  </a:lnTo>
                  <a:lnTo>
                    <a:pt x="4191902" y="1025243"/>
                  </a:lnTo>
                  <a:lnTo>
                    <a:pt x="4191995" y="1025243"/>
                  </a:lnTo>
                  <a:lnTo>
                    <a:pt x="4192089" y="1025243"/>
                  </a:lnTo>
                  <a:lnTo>
                    <a:pt x="4192182" y="1025243"/>
                  </a:lnTo>
                  <a:lnTo>
                    <a:pt x="4192275" y="1025243"/>
                  </a:lnTo>
                  <a:lnTo>
                    <a:pt x="4192368" y="1025243"/>
                  </a:lnTo>
                  <a:lnTo>
                    <a:pt x="4192462" y="1025243"/>
                  </a:lnTo>
                  <a:lnTo>
                    <a:pt x="4192555" y="1025243"/>
                  </a:lnTo>
                  <a:lnTo>
                    <a:pt x="4192648" y="1025243"/>
                  </a:lnTo>
                  <a:lnTo>
                    <a:pt x="4192741" y="1025243"/>
                  </a:lnTo>
                  <a:lnTo>
                    <a:pt x="4192835" y="1025243"/>
                  </a:lnTo>
                  <a:lnTo>
                    <a:pt x="4192928" y="1025243"/>
                  </a:lnTo>
                  <a:lnTo>
                    <a:pt x="4193021" y="1025243"/>
                  </a:lnTo>
                  <a:lnTo>
                    <a:pt x="4193114" y="1025243"/>
                  </a:lnTo>
                  <a:lnTo>
                    <a:pt x="4193208" y="1025243"/>
                  </a:lnTo>
                  <a:lnTo>
                    <a:pt x="4193301" y="1025243"/>
                  </a:lnTo>
                  <a:lnTo>
                    <a:pt x="4193394" y="1025243"/>
                  </a:lnTo>
                  <a:lnTo>
                    <a:pt x="4193487" y="1025243"/>
                  </a:lnTo>
                  <a:lnTo>
                    <a:pt x="4193581" y="1025243"/>
                  </a:lnTo>
                  <a:lnTo>
                    <a:pt x="4193674" y="1025243"/>
                  </a:lnTo>
                  <a:lnTo>
                    <a:pt x="4193767" y="1025243"/>
                  </a:lnTo>
                  <a:lnTo>
                    <a:pt x="4193860" y="1025243"/>
                  </a:lnTo>
                  <a:lnTo>
                    <a:pt x="4193954" y="1025243"/>
                  </a:lnTo>
                  <a:lnTo>
                    <a:pt x="4194047" y="1025243"/>
                  </a:lnTo>
                  <a:lnTo>
                    <a:pt x="4194140" y="1025243"/>
                  </a:lnTo>
                  <a:lnTo>
                    <a:pt x="4194233" y="1025243"/>
                  </a:lnTo>
                  <a:lnTo>
                    <a:pt x="4194327" y="1025243"/>
                  </a:lnTo>
                  <a:lnTo>
                    <a:pt x="4194420" y="1025243"/>
                  </a:lnTo>
                  <a:lnTo>
                    <a:pt x="4194513" y="1025243"/>
                  </a:lnTo>
                  <a:lnTo>
                    <a:pt x="4194606" y="1025243"/>
                  </a:lnTo>
                  <a:lnTo>
                    <a:pt x="4194700" y="1025243"/>
                  </a:lnTo>
                  <a:lnTo>
                    <a:pt x="4194793" y="1025243"/>
                  </a:lnTo>
                  <a:lnTo>
                    <a:pt x="4194886" y="1025243"/>
                  </a:lnTo>
                  <a:lnTo>
                    <a:pt x="4194979" y="1025243"/>
                  </a:lnTo>
                  <a:lnTo>
                    <a:pt x="4195073" y="1025243"/>
                  </a:lnTo>
                  <a:lnTo>
                    <a:pt x="4195166" y="1025243"/>
                  </a:lnTo>
                  <a:lnTo>
                    <a:pt x="4195259" y="1025243"/>
                  </a:lnTo>
                  <a:lnTo>
                    <a:pt x="4195352" y="1025243"/>
                  </a:lnTo>
                  <a:lnTo>
                    <a:pt x="4195446" y="1025243"/>
                  </a:lnTo>
                  <a:lnTo>
                    <a:pt x="4195539" y="1025243"/>
                  </a:lnTo>
                  <a:lnTo>
                    <a:pt x="4195632" y="1025243"/>
                  </a:lnTo>
                  <a:lnTo>
                    <a:pt x="4195725" y="1025243"/>
                  </a:lnTo>
                  <a:lnTo>
                    <a:pt x="4195819" y="1025243"/>
                  </a:lnTo>
                  <a:lnTo>
                    <a:pt x="4195912" y="1025243"/>
                  </a:lnTo>
                  <a:lnTo>
                    <a:pt x="4196005" y="1025243"/>
                  </a:lnTo>
                  <a:lnTo>
                    <a:pt x="4196098" y="1025243"/>
                  </a:lnTo>
                  <a:lnTo>
                    <a:pt x="4196192" y="1025243"/>
                  </a:lnTo>
                  <a:lnTo>
                    <a:pt x="4196285" y="1025243"/>
                  </a:lnTo>
                  <a:lnTo>
                    <a:pt x="4196378" y="1025243"/>
                  </a:lnTo>
                  <a:lnTo>
                    <a:pt x="4196471" y="1025243"/>
                  </a:lnTo>
                  <a:lnTo>
                    <a:pt x="4196565" y="1025243"/>
                  </a:lnTo>
                  <a:lnTo>
                    <a:pt x="4196658" y="1025243"/>
                  </a:lnTo>
                  <a:lnTo>
                    <a:pt x="4196751" y="1025243"/>
                  </a:lnTo>
                  <a:lnTo>
                    <a:pt x="4196844" y="1025243"/>
                  </a:lnTo>
                  <a:lnTo>
                    <a:pt x="4196938" y="1025243"/>
                  </a:lnTo>
                  <a:lnTo>
                    <a:pt x="4197031" y="1025243"/>
                  </a:lnTo>
                  <a:lnTo>
                    <a:pt x="4197124" y="1025243"/>
                  </a:lnTo>
                  <a:lnTo>
                    <a:pt x="4197217" y="1025243"/>
                  </a:lnTo>
                  <a:lnTo>
                    <a:pt x="4197311" y="1025243"/>
                  </a:lnTo>
                  <a:lnTo>
                    <a:pt x="4197404" y="1025243"/>
                  </a:lnTo>
                  <a:lnTo>
                    <a:pt x="4197497" y="1025243"/>
                  </a:lnTo>
                  <a:lnTo>
                    <a:pt x="4197590" y="1025243"/>
                  </a:lnTo>
                  <a:lnTo>
                    <a:pt x="4197683" y="1025243"/>
                  </a:lnTo>
                  <a:lnTo>
                    <a:pt x="4197777" y="1025243"/>
                  </a:lnTo>
                  <a:lnTo>
                    <a:pt x="4197870" y="1025243"/>
                  </a:lnTo>
                  <a:lnTo>
                    <a:pt x="4197963" y="1025243"/>
                  </a:lnTo>
                  <a:lnTo>
                    <a:pt x="4198056" y="1025243"/>
                  </a:lnTo>
                  <a:lnTo>
                    <a:pt x="4198150" y="1025243"/>
                  </a:lnTo>
                  <a:lnTo>
                    <a:pt x="4198243" y="1025243"/>
                  </a:lnTo>
                  <a:lnTo>
                    <a:pt x="4198336" y="1025243"/>
                  </a:lnTo>
                  <a:lnTo>
                    <a:pt x="4198429" y="1025243"/>
                  </a:lnTo>
                  <a:lnTo>
                    <a:pt x="4198523" y="1025243"/>
                  </a:lnTo>
                  <a:lnTo>
                    <a:pt x="4198616" y="1025243"/>
                  </a:lnTo>
                  <a:lnTo>
                    <a:pt x="4198709" y="1025243"/>
                  </a:lnTo>
                  <a:lnTo>
                    <a:pt x="4198802" y="1025243"/>
                  </a:lnTo>
                  <a:lnTo>
                    <a:pt x="4198896" y="1025243"/>
                  </a:lnTo>
                  <a:lnTo>
                    <a:pt x="4198989" y="1025243"/>
                  </a:lnTo>
                  <a:lnTo>
                    <a:pt x="4199082" y="1025243"/>
                  </a:lnTo>
                  <a:lnTo>
                    <a:pt x="4199175" y="1025243"/>
                  </a:lnTo>
                  <a:lnTo>
                    <a:pt x="4199269" y="1025243"/>
                  </a:lnTo>
                  <a:lnTo>
                    <a:pt x="4199362" y="1025243"/>
                  </a:lnTo>
                  <a:lnTo>
                    <a:pt x="4199455" y="1025243"/>
                  </a:lnTo>
                  <a:lnTo>
                    <a:pt x="4199548" y="1025243"/>
                  </a:lnTo>
                  <a:lnTo>
                    <a:pt x="4199642" y="1025243"/>
                  </a:lnTo>
                  <a:lnTo>
                    <a:pt x="4199735" y="1025243"/>
                  </a:lnTo>
                  <a:lnTo>
                    <a:pt x="4199828" y="1025243"/>
                  </a:lnTo>
                  <a:lnTo>
                    <a:pt x="4199921" y="1025243"/>
                  </a:lnTo>
                  <a:lnTo>
                    <a:pt x="4200015" y="1025243"/>
                  </a:lnTo>
                  <a:lnTo>
                    <a:pt x="4200108" y="1025243"/>
                  </a:lnTo>
                  <a:lnTo>
                    <a:pt x="4200201" y="1025243"/>
                  </a:lnTo>
                  <a:lnTo>
                    <a:pt x="4200294" y="1025243"/>
                  </a:lnTo>
                  <a:lnTo>
                    <a:pt x="4200388" y="1025243"/>
                  </a:lnTo>
                  <a:lnTo>
                    <a:pt x="4200481" y="1025243"/>
                  </a:lnTo>
                  <a:lnTo>
                    <a:pt x="4200574" y="1025243"/>
                  </a:lnTo>
                  <a:lnTo>
                    <a:pt x="4200667" y="1025243"/>
                  </a:lnTo>
                  <a:lnTo>
                    <a:pt x="4200761" y="1025243"/>
                  </a:lnTo>
                  <a:lnTo>
                    <a:pt x="4200854" y="1025243"/>
                  </a:lnTo>
                  <a:lnTo>
                    <a:pt x="4200947" y="1025243"/>
                  </a:lnTo>
                  <a:lnTo>
                    <a:pt x="4201040" y="1025243"/>
                  </a:lnTo>
                  <a:lnTo>
                    <a:pt x="4201134" y="1025243"/>
                  </a:lnTo>
                  <a:lnTo>
                    <a:pt x="4201227" y="1025243"/>
                  </a:lnTo>
                  <a:lnTo>
                    <a:pt x="4201320" y="1025243"/>
                  </a:lnTo>
                  <a:lnTo>
                    <a:pt x="4201413" y="1025243"/>
                  </a:lnTo>
                  <a:lnTo>
                    <a:pt x="4201507" y="1025243"/>
                  </a:lnTo>
                  <a:lnTo>
                    <a:pt x="4201600" y="1025243"/>
                  </a:lnTo>
                  <a:lnTo>
                    <a:pt x="4201693" y="1025243"/>
                  </a:lnTo>
                  <a:lnTo>
                    <a:pt x="4201786" y="1025243"/>
                  </a:lnTo>
                  <a:lnTo>
                    <a:pt x="4201880" y="1025243"/>
                  </a:lnTo>
                  <a:lnTo>
                    <a:pt x="4201973" y="1025243"/>
                  </a:lnTo>
                  <a:lnTo>
                    <a:pt x="4202066" y="1025243"/>
                  </a:lnTo>
                  <a:lnTo>
                    <a:pt x="4202159" y="1025243"/>
                  </a:lnTo>
                  <a:lnTo>
                    <a:pt x="4202253" y="1025243"/>
                  </a:lnTo>
                  <a:lnTo>
                    <a:pt x="4202346" y="1025243"/>
                  </a:lnTo>
                  <a:lnTo>
                    <a:pt x="4202439" y="1025243"/>
                  </a:lnTo>
                  <a:lnTo>
                    <a:pt x="4202532" y="1025243"/>
                  </a:lnTo>
                  <a:lnTo>
                    <a:pt x="4202626" y="1025243"/>
                  </a:lnTo>
                  <a:lnTo>
                    <a:pt x="4202719" y="1025243"/>
                  </a:lnTo>
                  <a:lnTo>
                    <a:pt x="4202812" y="1025243"/>
                  </a:lnTo>
                  <a:lnTo>
                    <a:pt x="4202905" y="1025243"/>
                  </a:lnTo>
                  <a:lnTo>
                    <a:pt x="4202999" y="1025243"/>
                  </a:lnTo>
                  <a:lnTo>
                    <a:pt x="4203092" y="1025243"/>
                  </a:lnTo>
                  <a:lnTo>
                    <a:pt x="4203185" y="1025243"/>
                  </a:lnTo>
                  <a:lnTo>
                    <a:pt x="4203278" y="1025243"/>
                  </a:lnTo>
                  <a:lnTo>
                    <a:pt x="4203372" y="1025243"/>
                  </a:lnTo>
                  <a:lnTo>
                    <a:pt x="4203465" y="1025243"/>
                  </a:lnTo>
                  <a:lnTo>
                    <a:pt x="4203558" y="1025243"/>
                  </a:lnTo>
                  <a:lnTo>
                    <a:pt x="4203651" y="1025243"/>
                  </a:lnTo>
                  <a:lnTo>
                    <a:pt x="4203745" y="1025243"/>
                  </a:lnTo>
                  <a:lnTo>
                    <a:pt x="4203838" y="1025243"/>
                  </a:lnTo>
                  <a:lnTo>
                    <a:pt x="4203931" y="1025243"/>
                  </a:lnTo>
                  <a:lnTo>
                    <a:pt x="4204024" y="1025243"/>
                  </a:lnTo>
                  <a:lnTo>
                    <a:pt x="4204118" y="1025243"/>
                  </a:lnTo>
                  <a:lnTo>
                    <a:pt x="4204211" y="1025243"/>
                  </a:lnTo>
                  <a:lnTo>
                    <a:pt x="4204304" y="1025243"/>
                  </a:lnTo>
                  <a:lnTo>
                    <a:pt x="4204397" y="1025243"/>
                  </a:lnTo>
                  <a:lnTo>
                    <a:pt x="4204490" y="1025243"/>
                  </a:lnTo>
                  <a:lnTo>
                    <a:pt x="4204584" y="1025243"/>
                  </a:lnTo>
                  <a:lnTo>
                    <a:pt x="4204677" y="1025243"/>
                  </a:lnTo>
                  <a:lnTo>
                    <a:pt x="4204770" y="1025243"/>
                  </a:lnTo>
                  <a:lnTo>
                    <a:pt x="4204863" y="1025243"/>
                  </a:lnTo>
                  <a:lnTo>
                    <a:pt x="4204957" y="1025243"/>
                  </a:lnTo>
                  <a:lnTo>
                    <a:pt x="4205050" y="1025243"/>
                  </a:lnTo>
                  <a:lnTo>
                    <a:pt x="4205143" y="1025243"/>
                  </a:lnTo>
                  <a:lnTo>
                    <a:pt x="4205236" y="1025243"/>
                  </a:lnTo>
                  <a:lnTo>
                    <a:pt x="4205330" y="1025243"/>
                  </a:lnTo>
                  <a:lnTo>
                    <a:pt x="4205423" y="1025243"/>
                  </a:lnTo>
                  <a:lnTo>
                    <a:pt x="4205516" y="1025243"/>
                  </a:lnTo>
                  <a:lnTo>
                    <a:pt x="4205609" y="1025243"/>
                  </a:lnTo>
                  <a:lnTo>
                    <a:pt x="4205703" y="1025243"/>
                  </a:lnTo>
                  <a:lnTo>
                    <a:pt x="4205796" y="1025243"/>
                  </a:lnTo>
                  <a:lnTo>
                    <a:pt x="4205889" y="1025243"/>
                  </a:lnTo>
                  <a:lnTo>
                    <a:pt x="4205982" y="1025243"/>
                  </a:lnTo>
                  <a:lnTo>
                    <a:pt x="4206076" y="1025243"/>
                  </a:lnTo>
                  <a:lnTo>
                    <a:pt x="4206169" y="1025243"/>
                  </a:lnTo>
                  <a:lnTo>
                    <a:pt x="4206262" y="1025243"/>
                  </a:lnTo>
                  <a:lnTo>
                    <a:pt x="4206355" y="1025243"/>
                  </a:lnTo>
                  <a:lnTo>
                    <a:pt x="4206449" y="1025243"/>
                  </a:lnTo>
                  <a:lnTo>
                    <a:pt x="4206542" y="1025243"/>
                  </a:lnTo>
                  <a:lnTo>
                    <a:pt x="4206635" y="1025243"/>
                  </a:lnTo>
                  <a:lnTo>
                    <a:pt x="4206728" y="1025243"/>
                  </a:lnTo>
                  <a:lnTo>
                    <a:pt x="4206822" y="1025243"/>
                  </a:lnTo>
                  <a:lnTo>
                    <a:pt x="4206915" y="1025243"/>
                  </a:lnTo>
                  <a:lnTo>
                    <a:pt x="4207008" y="1025243"/>
                  </a:lnTo>
                  <a:lnTo>
                    <a:pt x="4207101" y="1025243"/>
                  </a:lnTo>
                  <a:lnTo>
                    <a:pt x="4207195" y="1025243"/>
                  </a:lnTo>
                  <a:lnTo>
                    <a:pt x="4207288" y="1025243"/>
                  </a:lnTo>
                  <a:lnTo>
                    <a:pt x="4207381" y="1025243"/>
                  </a:lnTo>
                  <a:lnTo>
                    <a:pt x="4207474" y="1025243"/>
                  </a:lnTo>
                  <a:lnTo>
                    <a:pt x="4207568" y="1025243"/>
                  </a:lnTo>
                  <a:lnTo>
                    <a:pt x="4207661" y="1025243"/>
                  </a:lnTo>
                  <a:lnTo>
                    <a:pt x="4207754" y="1025243"/>
                  </a:lnTo>
                  <a:lnTo>
                    <a:pt x="4207847" y="1025243"/>
                  </a:lnTo>
                  <a:lnTo>
                    <a:pt x="4207941" y="1025243"/>
                  </a:lnTo>
                  <a:lnTo>
                    <a:pt x="4208034" y="1025243"/>
                  </a:lnTo>
                  <a:lnTo>
                    <a:pt x="4208127" y="1025243"/>
                  </a:lnTo>
                  <a:lnTo>
                    <a:pt x="4208220" y="1025243"/>
                  </a:lnTo>
                  <a:lnTo>
                    <a:pt x="4208314" y="1025243"/>
                  </a:lnTo>
                  <a:lnTo>
                    <a:pt x="4208407" y="1025243"/>
                  </a:lnTo>
                  <a:lnTo>
                    <a:pt x="4208500" y="1025243"/>
                  </a:lnTo>
                  <a:lnTo>
                    <a:pt x="4208593" y="1025243"/>
                  </a:lnTo>
                  <a:lnTo>
                    <a:pt x="4208687" y="1025243"/>
                  </a:lnTo>
                  <a:lnTo>
                    <a:pt x="4208687" y="1015289"/>
                  </a:lnTo>
                  <a:lnTo>
                    <a:pt x="4208780" y="1015289"/>
                  </a:lnTo>
                  <a:lnTo>
                    <a:pt x="4208873" y="1015289"/>
                  </a:lnTo>
                  <a:lnTo>
                    <a:pt x="4208966" y="1015289"/>
                  </a:lnTo>
                  <a:lnTo>
                    <a:pt x="4209060" y="1015289"/>
                  </a:lnTo>
                  <a:lnTo>
                    <a:pt x="4209153" y="1015289"/>
                  </a:lnTo>
                  <a:lnTo>
                    <a:pt x="4209246" y="1015289"/>
                  </a:lnTo>
                  <a:lnTo>
                    <a:pt x="4209339" y="1015289"/>
                  </a:lnTo>
                  <a:lnTo>
                    <a:pt x="4209433" y="1015289"/>
                  </a:lnTo>
                  <a:lnTo>
                    <a:pt x="4209526" y="1015289"/>
                  </a:lnTo>
                  <a:lnTo>
                    <a:pt x="4209619" y="1015289"/>
                  </a:lnTo>
                  <a:lnTo>
                    <a:pt x="4209712" y="1015289"/>
                  </a:lnTo>
                  <a:lnTo>
                    <a:pt x="4209806" y="1015289"/>
                  </a:lnTo>
                  <a:lnTo>
                    <a:pt x="4209899" y="1015289"/>
                  </a:lnTo>
                  <a:lnTo>
                    <a:pt x="4209992" y="1015289"/>
                  </a:lnTo>
                  <a:lnTo>
                    <a:pt x="4210085" y="1015289"/>
                  </a:lnTo>
                  <a:lnTo>
                    <a:pt x="4210179" y="1015289"/>
                  </a:lnTo>
                  <a:lnTo>
                    <a:pt x="4210272" y="1015289"/>
                  </a:lnTo>
                  <a:lnTo>
                    <a:pt x="4210365" y="1015289"/>
                  </a:lnTo>
                  <a:lnTo>
                    <a:pt x="4210458" y="1015289"/>
                  </a:lnTo>
                  <a:lnTo>
                    <a:pt x="4210552" y="1015289"/>
                  </a:lnTo>
                  <a:lnTo>
                    <a:pt x="4210645" y="1015289"/>
                  </a:lnTo>
                  <a:lnTo>
                    <a:pt x="4210738" y="1015289"/>
                  </a:lnTo>
                  <a:lnTo>
                    <a:pt x="4210831" y="1015289"/>
                  </a:lnTo>
                  <a:lnTo>
                    <a:pt x="4210925" y="1015289"/>
                  </a:lnTo>
                  <a:lnTo>
                    <a:pt x="4211018" y="1015289"/>
                  </a:lnTo>
                  <a:lnTo>
                    <a:pt x="4211111" y="1015289"/>
                  </a:lnTo>
                  <a:lnTo>
                    <a:pt x="4211204" y="1015289"/>
                  </a:lnTo>
                  <a:lnTo>
                    <a:pt x="4211297" y="1015289"/>
                  </a:lnTo>
                  <a:lnTo>
                    <a:pt x="4211391" y="1015289"/>
                  </a:lnTo>
                  <a:lnTo>
                    <a:pt x="4211484" y="1015289"/>
                  </a:lnTo>
                  <a:lnTo>
                    <a:pt x="4211577" y="1015289"/>
                  </a:lnTo>
                  <a:lnTo>
                    <a:pt x="4211670" y="1015289"/>
                  </a:lnTo>
                  <a:lnTo>
                    <a:pt x="4211764" y="1015289"/>
                  </a:lnTo>
                  <a:lnTo>
                    <a:pt x="4211857" y="1015289"/>
                  </a:lnTo>
                  <a:lnTo>
                    <a:pt x="4211950" y="1015289"/>
                  </a:lnTo>
                  <a:lnTo>
                    <a:pt x="4212043" y="1015289"/>
                  </a:lnTo>
                  <a:lnTo>
                    <a:pt x="4212137" y="1015289"/>
                  </a:lnTo>
                  <a:lnTo>
                    <a:pt x="4212230" y="1015289"/>
                  </a:lnTo>
                  <a:lnTo>
                    <a:pt x="4212323" y="1015289"/>
                  </a:lnTo>
                  <a:lnTo>
                    <a:pt x="4212323" y="1005336"/>
                  </a:lnTo>
                  <a:lnTo>
                    <a:pt x="4212416" y="1005336"/>
                  </a:lnTo>
                  <a:lnTo>
                    <a:pt x="4212510" y="1005336"/>
                  </a:lnTo>
                  <a:lnTo>
                    <a:pt x="4212603" y="1005336"/>
                  </a:lnTo>
                  <a:lnTo>
                    <a:pt x="4212696" y="1005336"/>
                  </a:lnTo>
                  <a:lnTo>
                    <a:pt x="4212789" y="1005336"/>
                  </a:lnTo>
                  <a:lnTo>
                    <a:pt x="4212883" y="1005336"/>
                  </a:lnTo>
                  <a:lnTo>
                    <a:pt x="4212976" y="1005336"/>
                  </a:lnTo>
                  <a:lnTo>
                    <a:pt x="4213069" y="1005336"/>
                  </a:lnTo>
                  <a:lnTo>
                    <a:pt x="4213162" y="1005336"/>
                  </a:lnTo>
                  <a:lnTo>
                    <a:pt x="4213256" y="1005336"/>
                  </a:lnTo>
                  <a:lnTo>
                    <a:pt x="4213349" y="1005336"/>
                  </a:lnTo>
                  <a:lnTo>
                    <a:pt x="4213442" y="1005336"/>
                  </a:lnTo>
                  <a:lnTo>
                    <a:pt x="4213535" y="1005336"/>
                  </a:lnTo>
                  <a:lnTo>
                    <a:pt x="4213629" y="1005336"/>
                  </a:lnTo>
                  <a:lnTo>
                    <a:pt x="4213722" y="1005336"/>
                  </a:lnTo>
                  <a:lnTo>
                    <a:pt x="4213815" y="1005336"/>
                  </a:lnTo>
                  <a:lnTo>
                    <a:pt x="4213908" y="1005336"/>
                  </a:lnTo>
                  <a:lnTo>
                    <a:pt x="4214002" y="1005336"/>
                  </a:lnTo>
                  <a:lnTo>
                    <a:pt x="4214095" y="1005336"/>
                  </a:lnTo>
                  <a:lnTo>
                    <a:pt x="4214095" y="995382"/>
                  </a:lnTo>
                  <a:lnTo>
                    <a:pt x="4214188" y="995382"/>
                  </a:lnTo>
                  <a:lnTo>
                    <a:pt x="4214281" y="995382"/>
                  </a:lnTo>
                  <a:lnTo>
                    <a:pt x="4214375" y="995382"/>
                  </a:lnTo>
                  <a:lnTo>
                    <a:pt x="4214468" y="995382"/>
                  </a:lnTo>
                  <a:lnTo>
                    <a:pt x="4214561" y="995382"/>
                  </a:lnTo>
                  <a:lnTo>
                    <a:pt x="4214654" y="995382"/>
                  </a:lnTo>
                  <a:lnTo>
                    <a:pt x="4214748" y="995382"/>
                  </a:lnTo>
                  <a:lnTo>
                    <a:pt x="4214841" y="995382"/>
                  </a:lnTo>
                  <a:lnTo>
                    <a:pt x="4214934" y="995382"/>
                  </a:lnTo>
                  <a:lnTo>
                    <a:pt x="4215027" y="995382"/>
                  </a:lnTo>
                  <a:lnTo>
                    <a:pt x="4215121" y="995382"/>
                  </a:lnTo>
                  <a:lnTo>
                    <a:pt x="4215214" y="995382"/>
                  </a:lnTo>
                  <a:lnTo>
                    <a:pt x="4215307" y="995382"/>
                  </a:lnTo>
                  <a:lnTo>
                    <a:pt x="4215400" y="995382"/>
                  </a:lnTo>
                  <a:lnTo>
                    <a:pt x="4215494" y="995382"/>
                  </a:lnTo>
                  <a:lnTo>
                    <a:pt x="4215587" y="995382"/>
                  </a:lnTo>
                  <a:lnTo>
                    <a:pt x="4215587" y="985428"/>
                  </a:lnTo>
                  <a:lnTo>
                    <a:pt x="4215680" y="985428"/>
                  </a:lnTo>
                  <a:lnTo>
                    <a:pt x="4215773" y="985428"/>
                  </a:lnTo>
                  <a:lnTo>
                    <a:pt x="4215867" y="985428"/>
                  </a:lnTo>
                  <a:lnTo>
                    <a:pt x="4215960" y="985428"/>
                  </a:lnTo>
                  <a:lnTo>
                    <a:pt x="4216053" y="985428"/>
                  </a:lnTo>
                  <a:lnTo>
                    <a:pt x="4216146" y="985428"/>
                  </a:lnTo>
                  <a:lnTo>
                    <a:pt x="4216240" y="985428"/>
                  </a:lnTo>
                  <a:lnTo>
                    <a:pt x="4216333" y="985428"/>
                  </a:lnTo>
                  <a:lnTo>
                    <a:pt x="4216426" y="985428"/>
                  </a:lnTo>
                  <a:lnTo>
                    <a:pt x="4216519" y="985428"/>
                  </a:lnTo>
                  <a:lnTo>
                    <a:pt x="4216613" y="985428"/>
                  </a:lnTo>
                  <a:lnTo>
                    <a:pt x="4216706" y="985428"/>
                  </a:lnTo>
                  <a:lnTo>
                    <a:pt x="4216799" y="985428"/>
                  </a:lnTo>
                  <a:lnTo>
                    <a:pt x="4216892" y="985428"/>
                  </a:lnTo>
                  <a:lnTo>
                    <a:pt x="4216986" y="985428"/>
                  </a:lnTo>
                  <a:lnTo>
                    <a:pt x="4217079" y="985428"/>
                  </a:lnTo>
                  <a:lnTo>
                    <a:pt x="4217172" y="985428"/>
                  </a:lnTo>
                  <a:lnTo>
                    <a:pt x="4217265" y="985428"/>
                  </a:lnTo>
                  <a:lnTo>
                    <a:pt x="4217359" y="985428"/>
                  </a:lnTo>
                  <a:lnTo>
                    <a:pt x="4217452" y="985428"/>
                  </a:lnTo>
                  <a:lnTo>
                    <a:pt x="4217545" y="985428"/>
                  </a:lnTo>
                  <a:lnTo>
                    <a:pt x="4217638" y="985428"/>
                  </a:lnTo>
                  <a:lnTo>
                    <a:pt x="4217732" y="985428"/>
                  </a:lnTo>
                  <a:lnTo>
                    <a:pt x="4217825" y="985428"/>
                  </a:lnTo>
                  <a:lnTo>
                    <a:pt x="4217918" y="985428"/>
                  </a:lnTo>
                  <a:lnTo>
                    <a:pt x="4218011" y="985428"/>
                  </a:lnTo>
                  <a:lnTo>
                    <a:pt x="4218105" y="985428"/>
                  </a:lnTo>
                  <a:lnTo>
                    <a:pt x="4218198" y="985428"/>
                  </a:lnTo>
                  <a:lnTo>
                    <a:pt x="4218291" y="985428"/>
                  </a:lnTo>
                  <a:lnTo>
                    <a:pt x="4218384" y="985428"/>
                  </a:lnTo>
                  <a:lnTo>
                    <a:pt x="4218477" y="985428"/>
                  </a:lnTo>
                  <a:lnTo>
                    <a:pt x="4218571" y="985428"/>
                  </a:lnTo>
                  <a:lnTo>
                    <a:pt x="4218664" y="985428"/>
                  </a:lnTo>
                  <a:lnTo>
                    <a:pt x="4218757" y="985428"/>
                  </a:lnTo>
                  <a:lnTo>
                    <a:pt x="4218850" y="985428"/>
                  </a:lnTo>
                  <a:lnTo>
                    <a:pt x="4218944" y="985428"/>
                  </a:lnTo>
                  <a:lnTo>
                    <a:pt x="4219037" y="985428"/>
                  </a:lnTo>
                  <a:lnTo>
                    <a:pt x="4219130" y="985428"/>
                  </a:lnTo>
                  <a:lnTo>
                    <a:pt x="4219223" y="985428"/>
                  </a:lnTo>
                  <a:lnTo>
                    <a:pt x="4219317" y="985428"/>
                  </a:lnTo>
                  <a:lnTo>
                    <a:pt x="4219410" y="985428"/>
                  </a:lnTo>
                  <a:lnTo>
                    <a:pt x="4219503" y="985428"/>
                  </a:lnTo>
                  <a:lnTo>
                    <a:pt x="4219596" y="985428"/>
                  </a:lnTo>
                  <a:lnTo>
                    <a:pt x="4219690" y="985428"/>
                  </a:lnTo>
                  <a:lnTo>
                    <a:pt x="4219783" y="985428"/>
                  </a:lnTo>
                  <a:lnTo>
                    <a:pt x="4219876" y="985428"/>
                  </a:lnTo>
                  <a:lnTo>
                    <a:pt x="4219969" y="985428"/>
                  </a:lnTo>
                  <a:lnTo>
                    <a:pt x="4220063" y="985428"/>
                  </a:lnTo>
                  <a:lnTo>
                    <a:pt x="4220156" y="985428"/>
                  </a:lnTo>
                  <a:lnTo>
                    <a:pt x="4220249" y="985428"/>
                  </a:lnTo>
                  <a:lnTo>
                    <a:pt x="4220342" y="985428"/>
                  </a:lnTo>
                  <a:lnTo>
                    <a:pt x="4220436" y="985428"/>
                  </a:lnTo>
                  <a:lnTo>
                    <a:pt x="4220529" y="985428"/>
                  </a:lnTo>
                  <a:lnTo>
                    <a:pt x="4220622" y="985428"/>
                  </a:lnTo>
                  <a:lnTo>
                    <a:pt x="4220715" y="985428"/>
                  </a:lnTo>
                  <a:lnTo>
                    <a:pt x="4220809" y="985428"/>
                  </a:lnTo>
                  <a:lnTo>
                    <a:pt x="4220902" y="985428"/>
                  </a:lnTo>
                  <a:lnTo>
                    <a:pt x="4220995" y="985428"/>
                  </a:lnTo>
                  <a:lnTo>
                    <a:pt x="4221088" y="985428"/>
                  </a:lnTo>
                  <a:lnTo>
                    <a:pt x="4221182" y="985428"/>
                  </a:lnTo>
                  <a:lnTo>
                    <a:pt x="4221275" y="985428"/>
                  </a:lnTo>
                  <a:lnTo>
                    <a:pt x="4221368" y="985428"/>
                  </a:lnTo>
                  <a:lnTo>
                    <a:pt x="4221461" y="985428"/>
                  </a:lnTo>
                  <a:lnTo>
                    <a:pt x="4221555" y="985428"/>
                  </a:lnTo>
                  <a:lnTo>
                    <a:pt x="4221648" y="985428"/>
                  </a:lnTo>
                  <a:lnTo>
                    <a:pt x="4221741" y="985428"/>
                  </a:lnTo>
                  <a:lnTo>
                    <a:pt x="4221834" y="985428"/>
                  </a:lnTo>
                  <a:lnTo>
                    <a:pt x="4221928" y="985428"/>
                  </a:lnTo>
                  <a:lnTo>
                    <a:pt x="4222021" y="985428"/>
                  </a:lnTo>
                  <a:lnTo>
                    <a:pt x="4222114" y="985428"/>
                  </a:lnTo>
                  <a:lnTo>
                    <a:pt x="4222114" y="975474"/>
                  </a:lnTo>
                  <a:lnTo>
                    <a:pt x="4222207" y="975474"/>
                  </a:lnTo>
                  <a:lnTo>
                    <a:pt x="4222301" y="975474"/>
                  </a:lnTo>
                  <a:lnTo>
                    <a:pt x="4222394" y="975474"/>
                  </a:lnTo>
                  <a:lnTo>
                    <a:pt x="4222487" y="975474"/>
                  </a:lnTo>
                  <a:lnTo>
                    <a:pt x="4222580" y="975474"/>
                  </a:lnTo>
                  <a:lnTo>
                    <a:pt x="4222674" y="975474"/>
                  </a:lnTo>
                  <a:lnTo>
                    <a:pt x="4222767" y="975474"/>
                  </a:lnTo>
                  <a:lnTo>
                    <a:pt x="4222860" y="975474"/>
                  </a:lnTo>
                  <a:lnTo>
                    <a:pt x="4222953" y="975474"/>
                  </a:lnTo>
                  <a:lnTo>
                    <a:pt x="4223047" y="975474"/>
                  </a:lnTo>
                  <a:lnTo>
                    <a:pt x="4223047" y="965520"/>
                  </a:lnTo>
                  <a:lnTo>
                    <a:pt x="4223140" y="965520"/>
                  </a:lnTo>
                  <a:lnTo>
                    <a:pt x="4223233" y="965520"/>
                  </a:lnTo>
                  <a:lnTo>
                    <a:pt x="4223326" y="965520"/>
                  </a:lnTo>
                  <a:lnTo>
                    <a:pt x="4223420" y="965520"/>
                  </a:lnTo>
                  <a:lnTo>
                    <a:pt x="4223513" y="965520"/>
                  </a:lnTo>
                  <a:lnTo>
                    <a:pt x="4223606" y="965520"/>
                  </a:lnTo>
                  <a:lnTo>
                    <a:pt x="4223699" y="965520"/>
                  </a:lnTo>
                  <a:lnTo>
                    <a:pt x="4223793" y="965520"/>
                  </a:lnTo>
                  <a:lnTo>
                    <a:pt x="4223886" y="965520"/>
                  </a:lnTo>
                  <a:lnTo>
                    <a:pt x="4223979" y="965520"/>
                  </a:lnTo>
                  <a:lnTo>
                    <a:pt x="4224072" y="965520"/>
                  </a:lnTo>
                  <a:lnTo>
                    <a:pt x="4224166" y="965520"/>
                  </a:lnTo>
                  <a:lnTo>
                    <a:pt x="4224259" y="965520"/>
                  </a:lnTo>
                  <a:lnTo>
                    <a:pt x="4224352" y="965520"/>
                  </a:lnTo>
                  <a:lnTo>
                    <a:pt x="4224445" y="965520"/>
                  </a:lnTo>
                  <a:lnTo>
                    <a:pt x="4224539" y="965520"/>
                  </a:lnTo>
                  <a:lnTo>
                    <a:pt x="4224632" y="965520"/>
                  </a:lnTo>
                  <a:lnTo>
                    <a:pt x="4224725" y="965520"/>
                  </a:lnTo>
                  <a:lnTo>
                    <a:pt x="4224818" y="965520"/>
                  </a:lnTo>
                  <a:lnTo>
                    <a:pt x="4224912" y="965520"/>
                  </a:lnTo>
                  <a:lnTo>
                    <a:pt x="4225005" y="965520"/>
                  </a:lnTo>
                  <a:lnTo>
                    <a:pt x="4225098" y="965520"/>
                  </a:lnTo>
                  <a:lnTo>
                    <a:pt x="4225191" y="965520"/>
                  </a:lnTo>
                  <a:lnTo>
                    <a:pt x="4225284" y="965520"/>
                  </a:lnTo>
                  <a:lnTo>
                    <a:pt x="4225378" y="965520"/>
                  </a:lnTo>
                  <a:lnTo>
                    <a:pt x="4225471" y="965520"/>
                  </a:lnTo>
                  <a:lnTo>
                    <a:pt x="4225564" y="965520"/>
                  </a:lnTo>
                  <a:lnTo>
                    <a:pt x="4225657" y="965520"/>
                  </a:lnTo>
                  <a:lnTo>
                    <a:pt x="4225751" y="965520"/>
                  </a:lnTo>
                  <a:lnTo>
                    <a:pt x="4225844" y="965520"/>
                  </a:lnTo>
                  <a:lnTo>
                    <a:pt x="4225937" y="965520"/>
                  </a:lnTo>
                  <a:lnTo>
                    <a:pt x="4226030" y="965520"/>
                  </a:lnTo>
                  <a:lnTo>
                    <a:pt x="4226124" y="965520"/>
                  </a:lnTo>
                  <a:lnTo>
                    <a:pt x="4226217" y="965520"/>
                  </a:lnTo>
                  <a:lnTo>
                    <a:pt x="4226310" y="965520"/>
                  </a:lnTo>
                  <a:lnTo>
                    <a:pt x="4226403" y="965520"/>
                  </a:lnTo>
                  <a:lnTo>
                    <a:pt x="4226497" y="965520"/>
                  </a:lnTo>
                  <a:lnTo>
                    <a:pt x="4226590" y="965520"/>
                  </a:lnTo>
                  <a:lnTo>
                    <a:pt x="4226683" y="965520"/>
                  </a:lnTo>
                  <a:lnTo>
                    <a:pt x="4226776" y="965520"/>
                  </a:lnTo>
                  <a:lnTo>
                    <a:pt x="4226870" y="965520"/>
                  </a:lnTo>
                  <a:lnTo>
                    <a:pt x="4226963" y="965520"/>
                  </a:lnTo>
                  <a:lnTo>
                    <a:pt x="4227056" y="965520"/>
                  </a:lnTo>
                  <a:lnTo>
                    <a:pt x="4227149" y="965520"/>
                  </a:lnTo>
                  <a:lnTo>
                    <a:pt x="4227243" y="965520"/>
                  </a:lnTo>
                  <a:lnTo>
                    <a:pt x="4227336" y="965520"/>
                  </a:lnTo>
                  <a:lnTo>
                    <a:pt x="4227429" y="965520"/>
                  </a:lnTo>
                  <a:lnTo>
                    <a:pt x="4227522" y="965520"/>
                  </a:lnTo>
                  <a:lnTo>
                    <a:pt x="4227616" y="965520"/>
                  </a:lnTo>
                  <a:lnTo>
                    <a:pt x="4227709" y="965520"/>
                  </a:lnTo>
                  <a:lnTo>
                    <a:pt x="4227802" y="965520"/>
                  </a:lnTo>
                  <a:lnTo>
                    <a:pt x="4227895" y="965520"/>
                  </a:lnTo>
                  <a:lnTo>
                    <a:pt x="4227989" y="965520"/>
                  </a:lnTo>
                  <a:lnTo>
                    <a:pt x="4228082" y="965520"/>
                  </a:lnTo>
                  <a:lnTo>
                    <a:pt x="4228175" y="965520"/>
                  </a:lnTo>
                  <a:lnTo>
                    <a:pt x="4228268" y="965520"/>
                  </a:lnTo>
                  <a:lnTo>
                    <a:pt x="4228362" y="965520"/>
                  </a:lnTo>
                  <a:lnTo>
                    <a:pt x="4228455" y="965520"/>
                  </a:lnTo>
                  <a:lnTo>
                    <a:pt x="4228548" y="965520"/>
                  </a:lnTo>
                  <a:lnTo>
                    <a:pt x="4228641" y="965520"/>
                  </a:lnTo>
                  <a:lnTo>
                    <a:pt x="4228735" y="965520"/>
                  </a:lnTo>
                  <a:lnTo>
                    <a:pt x="4228735" y="955566"/>
                  </a:lnTo>
                  <a:lnTo>
                    <a:pt x="4228828" y="955566"/>
                  </a:lnTo>
                  <a:lnTo>
                    <a:pt x="4228921" y="955566"/>
                  </a:lnTo>
                  <a:lnTo>
                    <a:pt x="4229014" y="955566"/>
                  </a:lnTo>
                  <a:lnTo>
                    <a:pt x="4229108" y="955566"/>
                  </a:lnTo>
                  <a:lnTo>
                    <a:pt x="4229201" y="955566"/>
                  </a:lnTo>
                  <a:lnTo>
                    <a:pt x="4229294" y="955566"/>
                  </a:lnTo>
                  <a:lnTo>
                    <a:pt x="4229387" y="955566"/>
                  </a:lnTo>
                  <a:lnTo>
                    <a:pt x="4229481" y="955566"/>
                  </a:lnTo>
                  <a:lnTo>
                    <a:pt x="4229574" y="955566"/>
                  </a:lnTo>
                  <a:lnTo>
                    <a:pt x="4229667" y="955566"/>
                  </a:lnTo>
                  <a:lnTo>
                    <a:pt x="4229760" y="955566"/>
                  </a:lnTo>
                  <a:lnTo>
                    <a:pt x="4229854" y="955566"/>
                  </a:lnTo>
                  <a:lnTo>
                    <a:pt x="4229947" y="955566"/>
                  </a:lnTo>
                  <a:lnTo>
                    <a:pt x="4230040" y="955566"/>
                  </a:lnTo>
                  <a:lnTo>
                    <a:pt x="4230133" y="955566"/>
                  </a:lnTo>
                  <a:lnTo>
                    <a:pt x="4230227" y="955566"/>
                  </a:lnTo>
                  <a:lnTo>
                    <a:pt x="4230320" y="955566"/>
                  </a:lnTo>
                  <a:lnTo>
                    <a:pt x="4230413" y="955566"/>
                  </a:lnTo>
                  <a:lnTo>
                    <a:pt x="4230506" y="955566"/>
                  </a:lnTo>
                  <a:lnTo>
                    <a:pt x="4230600" y="955566"/>
                  </a:lnTo>
                  <a:lnTo>
                    <a:pt x="4230693" y="955566"/>
                  </a:lnTo>
                  <a:lnTo>
                    <a:pt x="4230786" y="955566"/>
                  </a:lnTo>
                  <a:lnTo>
                    <a:pt x="4230879" y="955566"/>
                  </a:lnTo>
                  <a:lnTo>
                    <a:pt x="4230973" y="955566"/>
                  </a:lnTo>
                  <a:lnTo>
                    <a:pt x="4231066" y="955566"/>
                  </a:lnTo>
                  <a:lnTo>
                    <a:pt x="4231159" y="955566"/>
                  </a:lnTo>
                  <a:lnTo>
                    <a:pt x="4231252" y="955566"/>
                  </a:lnTo>
                  <a:lnTo>
                    <a:pt x="4231346" y="955566"/>
                  </a:lnTo>
                  <a:lnTo>
                    <a:pt x="4231439" y="955566"/>
                  </a:lnTo>
                  <a:lnTo>
                    <a:pt x="4231532" y="955566"/>
                  </a:lnTo>
                  <a:lnTo>
                    <a:pt x="4231625" y="955566"/>
                  </a:lnTo>
                  <a:lnTo>
                    <a:pt x="4231719" y="955566"/>
                  </a:lnTo>
                  <a:lnTo>
                    <a:pt x="4231812" y="955566"/>
                  </a:lnTo>
                  <a:lnTo>
                    <a:pt x="4231905" y="955566"/>
                  </a:lnTo>
                  <a:lnTo>
                    <a:pt x="4231998" y="955566"/>
                  </a:lnTo>
                  <a:lnTo>
                    <a:pt x="4232091" y="955566"/>
                  </a:lnTo>
                  <a:lnTo>
                    <a:pt x="4232185" y="955566"/>
                  </a:lnTo>
                  <a:lnTo>
                    <a:pt x="4232278" y="955566"/>
                  </a:lnTo>
                  <a:lnTo>
                    <a:pt x="4232371" y="955566"/>
                  </a:lnTo>
                  <a:lnTo>
                    <a:pt x="4232464" y="955566"/>
                  </a:lnTo>
                  <a:lnTo>
                    <a:pt x="4232558" y="955566"/>
                  </a:lnTo>
                  <a:lnTo>
                    <a:pt x="4232651" y="955566"/>
                  </a:lnTo>
                  <a:lnTo>
                    <a:pt x="4232744" y="955566"/>
                  </a:lnTo>
                  <a:lnTo>
                    <a:pt x="4232837" y="955566"/>
                  </a:lnTo>
                  <a:lnTo>
                    <a:pt x="4232931" y="955566"/>
                  </a:lnTo>
                  <a:lnTo>
                    <a:pt x="4233024" y="955566"/>
                  </a:lnTo>
                  <a:lnTo>
                    <a:pt x="4233117" y="955566"/>
                  </a:lnTo>
                  <a:lnTo>
                    <a:pt x="4233210" y="955566"/>
                  </a:lnTo>
                  <a:lnTo>
                    <a:pt x="4233304" y="955566"/>
                  </a:lnTo>
                  <a:lnTo>
                    <a:pt x="4233397" y="955566"/>
                  </a:lnTo>
                  <a:lnTo>
                    <a:pt x="4233490" y="955566"/>
                  </a:lnTo>
                  <a:lnTo>
                    <a:pt x="4233583" y="955566"/>
                  </a:lnTo>
                  <a:lnTo>
                    <a:pt x="4233677" y="955566"/>
                  </a:lnTo>
                  <a:lnTo>
                    <a:pt x="4233770" y="955566"/>
                  </a:lnTo>
                  <a:lnTo>
                    <a:pt x="4233863" y="955566"/>
                  </a:lnTo>
                  <a:lnTo>
                    <a:pt x="4233956" y="955566"/>
                  </a:lnTo>
                  <a:lnTo>
                    <a:pt x="4234050" y="955566"/>
                  </a:lnTo>
                  <a:lnTo>
                    <a:pt x="4234143" y="955566"/>
                  </a:lnTo>
                  <a:lnTo>
                    <a:pt x="4234236" y="955566"/>
                  </a:lnTo>
                  <a:lnTo>
                    <a:pt x="4234329" y="955566"/>
                  </a:lnTo>
                  <a:lnTo>
                    <a:pt x="4234423" y="955566"/>
                  </a:lnTo>
                  <a:lnTo>
                    <a:pt x="4234516" y="955566"/>
                  </a:lnTo>
                  <a:lnTo>
                    <a:pt x="4234609" y="955566"/>
                  </a:lnTo>
                  <a:lnTo>
                    <a:pt x="4234702" y="955566"/>
                  </a:lnTo>
                  <a:lnTo>
                    <a:pt x="4234796" y="955566"/>
                  </a:lnTo>
                  <a:lnTo>
                    <a:pt x="4234889" y="955566"/>
                  </a:lnTo>
                  <a:lnTo>
                    <a:pt x="4234982" y="955566"/>
                  </a:lnTo>
                  <a:lnTo>
                    <a:pt x="4235075" y="955566"/>
                  </a:lnTo>
                  <a:lnTo>
                    <a:pt x="4235169" y="955566"/>
                  </a:lnTo>
                  <a:lnTo>
                    <a:pt x="4235262" y="955566"/>
                  </a:lnTo>
                  <a:lnTo>
                    <a:pt x="4235355" y="955566"/>
                  </a:lnTo>
                  <a:lnTo>
                    <a:pt x="4235448" y="955566"/>
                  </a:lnTo>
                  <a:lnTo>
                    <a:pt x="4235542" y="955566"/>
                  </a:lnTo>
                  <a:lnTo>
                    <a:pt x="4235635" y="955566"/>
                  </a:lnTo>
                  <a:lnTo>
                    <a:pt x="4235728" y="955566"/>
                  </a:lnTo>
                  <a:lnTo>
                    <a:pt x="4235821" y="955566"/>
                  </a:lnTo>
                  <a:lnTo>
                    <a:pt x="4235915" y="955566"/>
                  </a:lnTo>
                  <a:lnTo>
                    <a:pt x="4236008" y="955566"/>
                  </a:lnTo>
                  <a:lnTo>
                    <a:pt x="4236101" y="955566"/>
                  </a:lnTo>
                  <a:lnTo>
                    <a:pt x="4236194" y="955566"/>
                  </a:lnTo>
                  <a:lnTo>
                    <a:pt x="4236288" y="955566"/>
                  </a:lnTo>
                  <a:lnTo>
                    <a:pt x="4236381" y="955566"/>
                  </a:lnTo>
                  <a:lnTo>
                    <a:pt x="4236474" y="955566"/>
                  </a:lnTo>
                  <a:lnTo>
                    <a:pt x="4236567" y="955566"/>
                  </a:lnTo>
                  <a:lnTo>
                    <a:pt x="4236661" y="955566"/>
                  </a:lnTo>
                  <a:lnTo>
                    <a:pt x="4236754" y="955566"/>
                  </a:lnTo>
                  <a:lnTo>
                    <a:pt x="4236847" y="955566"/>
                  </a:lnTo>
                  <a:lnTo>
                    <a:pt x="4236940" y="955566"/>
                  </a:lnTo>
                  <a:lnTo>
                    <a:pt x="4237034" y="955566"/>
                  </a:lnTo>
                  <a:lnTo>
                    <a:pt x="4237127" y="955566"/>
                  </a:lnTo>
                  <a:lnTo>
                    <a:pt x="4237220" y="955566"/>
                  </a:lnTo>
                  <a:lnTo>
                    <a:pt x="4237313" y="955566"/>
                  </a:lnTo>
                  <a:lnTo>
                    <a:pt x="4237407" y="955566"/>
                  </a:lnTo>
                  <a:lnTo>
                    <a:pt x="4237500" y="955566"/>
                  </a:lnTo>
                  <a:lnTo>
                    <a:pt x="4237593" y="955566"/>
                  </a:lnTo>
                  <a:lnTo>
                    <a:pt x="4237686" y="955566"/>
                  </a:lnTo>
                  <a:lnTo>
                    <a:pt x="4237780" y="955566"/>
                  </a:lnTo>
                  <a:lnTo>
                    <a:pt x="4237780" y="945613"/>
                  </a:lnTo>
                  <a:lnTo>
                    <a:pt x="4237873" y="945613"/>
                  </a:lnTo>
                  <a:lnTo>
                    <a:pt x="4237966" y="945613"/>
                  </a:lnTo>
                  <a:lnTo>
                    <a:pt x="4238059" y="945613"/>
                  </a:lnTo>
                  <a:lnTo>
                    <a:pt x="4238153" y="945613"/>
                  </a:lnTo>
                  <a:lnTo>
                    <a:pt x="4238246" y="945613"/>
                  </a:lnTo>
                  <a:lnTo>
                    <a:pt x="4238339" y="945613"/>
                  </a:lnTo>
                  <a:lnTo>
                    <a:pt x="4238432" y="945613"/>
                  </a:lnTo>
                  <a:lnTo>
                    <a:pt x="4238526" y="945613"/>
                  </a:lnTo>
                  <a:lnTo>
                    <a:pt x="4238619" y="945613"/>
                  </a:lnTo>
                  <a:lnTo>
                    <a:pt x="4238712" y="945613"/>
                  </a:lnTo>
                  <a:lnTo>
                    <a:pt x="4238805" y="945613"/>
                  </a:lnTo>
                  <a:lnTo>
                    <a:pt x="4238899" y="945613"/>
                  </a:lnTo>
                  <a:lnTo>
                    <a:pt x="4238992" y="945613"/>
                  </a:lnTo>
                  <a:lnTo>
                    <a:pt x="4239085" y="945613"/>
                  </a:lnTo>
                  <a:lnTo>
                    <a:pt x="4239178" y="945613"/>
                  </a:lnTo>
                  <a:lnTo>
                    <a:pt x="4239271" y="945613"/>
                  </a:lnTo>
                  <a:lnTo>
                    <a:pt x="4239365" y="945613"/>
                  </a:lnTo>
                  <a:lnTo>
                    <a:pt x="4239458" y="945613"/>
                  </a:lnTo>
                  <a:lnTo>
                    <a:pt x="4239551" y="945613"/>
                  </a:lnTo>
                  <a:lnTo>
                    <a:pt x="4239644" y="945613"/>
                  </a:lnTo>
                  <a:lnTo>
                    <a:pt x="4239738" y="945613"/>
                  </a:lnTo>
                  <a:lnTo>
                    <a:pt x="4239831" y="945613"/>
                  </a:lnTo>
                  <a:lnTo>
                    <a:pt x="4239924" y="945613"/>
                  </a:lnTo>
                  <a:lnTo>
                    <a:pt x="4240017" y="945613"/>
                  </a:lnTo>
                  <a:lnTo>
                    <a:pt x="4240111" y="945613"/>
                  </a:lnTo>
                  <a:lnTo>
                    <a:pt x="4240204" y="945613"/>
                  </a:lnTo>
                  <a:lnTo>
                    <a:pt x="4240297" y="945613"/>
                  </a:lnTo>
                  <a:lnTo>
                    <a:pt x="4240390" y="945613"/>
                  </a:lnTo>
                  <a:lnTo>
                    <a:pt x="4240484" y="945613"/>
                  </a:lnTo>
                  <a:lnTo>
                    <a:pt x="4240577" y="945613"/>
                  </a:lnTo>
                  <a:lnTo>
                    <a:pt x="4240670" y="945613"/>
                  </a:lnTo>
                  <a:lnTo>
                    <a:pt x="4240763" y="945613"/>
                  </a:lnTo>
                  <a:lnTo>
                    <a:pt x="4240857" y="945613"/>
                  </a:lnTo>
                  <a:lnTo>
                    <a:pt x="4240950" y="945613"/>
                  </a:lnTo>
                  <a:lnTo>
                    <a:pt x="4241043" y="945613"/>
                  </a:lnTo>
                  <a:lnTo>
                    <a:pt x="4241136" y="945613"/>
                  </a:lnTo>
                  <a:lnTo>
                    <a:pt x="4241230" y="945613"/>
                  </a:lnTo>
                  <a:lnTo>
                    <a:pt x="4241323" y="945613"/>
                  </a:lnTo>
                  <a:lnTo>
                    <a:pt x="4241416" y="945613"/>
                  </a:lnTo>
                  <a:lnTo>
                    <a:pt x="4241509" y="945613"/>
                  </a:lnTo>
                  <a:lnTo>
                    <a:pt x="4241603" y="945613"/>
                  </a:lnTo>
                  <a:lnTo>
                    <a:pt x="4241696" y="945613"/>
                  </a:lnTo>
                  <a:lnTo>
                    <a:pt x="4241696" y="935659"/>
                  </a:lnTo>
                  <a:lnTo>
                    <a:pt x="4241789" y="935659"/>
                  </a:lnTo>
                  <a:lnTo>
                    <a:pt x="4241882" y="935659"/>
                  </a:lnTo>
                  <a:lnTo>
                    <a:pt x="4241976" y="935659"/>
                  </a:lnTo>
                  <a:lnTo>
                    <a:pt x="4242069" y="935659"/>
                  </a:lnTo>
                  <a:lnTo>
                    <a:pt x="4242162" y="935659"/>
                  </a:lnTo>
                  <a:lnTo>
                    <a:pt x="4242255" y="935659"/>
                  </a:lnTo>
                  <a:lnTo>
                    <a:pt x="4242349" y="935659"/>
                  </a:lnTo>
                  <a:lnTo>
                    <a:pt x="4242442" y="935659"/>
                  </a:lnTo>
                  <a:lnTo>
                    <a:pt x="4242535" y="935659"/>
                  </a:lnTo>
                  <a:lnTo>
                    <a:pt x="4242628" y="935659"/>
                  </a:lnTo>
                  <a:lnTo>
                    <a:pt x="4242722" y="935659"/>
                  </a:lnTo>
                  <a:lnTo>
                    <a:pt x="4242815" y="935659"/>
                  </a:lnTo>
                  <a:lnTo>
                    <a:pt x="4242908" y="935659"/>
                  </a:lnTo>
                  <a:lnTo>
                    <a:pt x="4243001" y="935659"/>
                  </a:lnTo>
                  <a:lnTo>
                    <a:pt x="4243095" y="935659"/>
                  </a:lnTo>
                  <a:lnTo>
                    <a:pt x="4243188" y="935659"/>
                  </a:lnTo>
                  <a:lnTo>
                    <a:pt x="4243281" y="935659"/>
                  </a:lnTo>
                  <a:lnTo>
                    <a:pt x="4243374" y="935659"/>
                  </a:lnTo>
                  <a:lnTo>
                    <a:pt x="4243468" y="935659"/>
                  </a:lnTo>
                  <a:lnTo>
                    <a:pt x="4243561" y="935659"/>
                  </a:lnTo>
                  <a:lnTo>
                    <a:pt x="4243654" y="935659"/>
                  </a:lnTo>
                  <a:lnTo>
                    <a:pt x="4243747" y="935659"/>
                  </a:lnTo>
                  <a:lnTo>
                    <a:pt x="4243841" y="935659"/>
                  </a:lnTo>
                  <a:lnTo>
                    <a:pt x="4243934" y="935659"/>
                  </a:lnTo>
                  <a:lnTo>
                    <a:pt x="4244027" y="935659"/>
                  </a:lnTo>
                  <a:lnTo>
                    <a:pt x="4244120" y="935659"/>
                  </a:lnTo>
                  <a:lnTo>
                    <a:pt x="4244214" y="935659"/>
                  </a:lnTo>
                  <a:lnTo>
                    <a:pt x="4244307" y="935659"/>
                  </a:lnTo>
                  <a:lnTo>
                    <a:pt x="4244400" y="935659"/>
                  </a:lnTo>
                  <a:lnTo>
                    <a:pt x="4244493" y="935659"/>
                  </a:lnTo>
                  <a:lnTo>
                    <a:pt x="4244587" y="935659"/>
                  </a:lnTo>
                  <a:lnTo>
                    <a:pt x="4244680" y="935659"/>
                  </a:lnTo>
                  <a:lnTo>
                    <a:pt x="4244773" y="935659"/>
                  </a:lnTo>
                  <a:lnTo>
                    <a:pt x="4244866" y="935659"/>
                  </a:lnTo>
                  <a:lnTo>
                    <a:pt x="4244960" y="935659"/>
                  </a:lnTo>
                  <a:lnTo>
                    <a:pt x="4245053" y="935659"/>
                  </a:lnTo>
                  <a:lnTo>
                    <a:pt x="4245146" y="935659"/>
                  </a:lnTo>
                  <a:lnTo>
                    <a:pt x="4245239" y="935659"/>
                  </a:lnTo>
                  <a:lnTo>
                    <a:pt x="4245333" y="935659"/>
                  </a:lnTo>
                  <a:lnTo>
                    <a:pt x="4245426" y="935659"/>
                  </a:lnTo>
                  <a:lnTo>
                    <a:pt x="4245519" y="935659"/>
                  </a:lnTo>
                  <a:lnTo>
                    <a:pt x="4245612" y="935659"/>
                  </a:lnTo>
                  <a:lnTo>
                    <a:pt x="4245706" y="935659"/>
                  </a:lnTo>
                  <a:lnTo>
                    <a:pt x="4245799" y="935659"/>
                  </a:lnTo>
                  <a:lnTo>
                    <a:pt x="4245892" y="935659"/>
                  </a:lnTo>
                  <a:lnTo>
                    <a:pt x="4245985" y="935659"/>
                  </a:lnTo>
                  <a:lnTo>
                    <a:pt x="4246078" y="935659"/>
                  </a:lnTo>
                  <a:lnTo>
                    <a:pt x="4246172" y="935659"/>
                  </a:lnTo>
                  <a:lnTo>
                    <a:pt x="4246265" y="935659"/>
                  </a:lnTo>
                  <a:lnTo>
                    <a:pt x="4246358" y="935659"/>
                  </a:lnTo>
                  <a:lnTo>
                    <a:pt x="4246451" y="935659"/>
                  </a:lnTo>
                  <a:lnTo>
                    <a:pt x="4246545" y="935659"/>
                  </a:lnTo>
                  <a:lnTo>
                    <a:pt x="4246638" y="935659"/>
                  </a:lnTo>
                  <a:lnTo>
                    <a:pt x="4246731" y="935659"/>
                  </a:lnTo>
                  <a:lnTo>
                    <a:pt x="4246824" y="935659"/>
                  </a:lnTo>
                  <a:lnTo>
                    <a:pt x="4246918" y="935659"/>
                  </a:lnTo>
                  <a:lnTo>
                    <a:pt x="4247011" y="935659"/>
                  </a:lnTo>
                  <a:lnTo>
                    <a:pt x="4247104" y="935659"/>
                  </a:lnTo>
                  <a:lnTo>
                    <a:pt x="4247197" y="935659"/>
                  </a:lnTo>
                  <a:lnTo>
                    <a:pt x="4247291" y="935659"/>
                  </a:lnTo>
                  <a:lnTo>
                    <a:pt x="4247384" y="935659"/>
                  </a:lnTo>
                  <a:lnTo>
                    <a:pt x="4247477" y="935659"/>
                  </a:lnTo>
                  <a:lnTo>
                    <a:pt x="4247570" y="935659"/>
                  </a:lnTo>
                  <a:lnTo>
                    <a:pt x="4247664" y="935659"/>
                  </a:lnTo>
                  <a:lnTo>
                    <a:pt x="4247757" y="935659"/>
                  </a:lnTo>
                  <a:lnTo>
                    <a:pt x="4247850" y="935659"/>
                  </a:lnTo>
                  <a:lnTo>
                    <a:pt x="4247943" y="935659"/>
                  </a:lnTo>
                  <a:lnTo>
                    <a:pt x="4248037" y="935659"/>
                  </a:lnTo>
                  <a:lnTo>
                    <a:pt x="4248130" y="935659"/>
                  </a:lnTo>
                  <a:lnTo>
                    <a:pt x="4248223" y="935659"/>
                  </a:lnTo>
                  <a:lnTo>
                    <a:pt x="4248316" y="935659"/>
                  </a:lnTo>
                  <a:lnTo>
                    <a:pt x="4248410" y="935659"/>
                  </a:lnTo>
                  <a:lnTo>
                    <a:pt x="4248503" y="935659"/>
                  </a:lnTo>
                  <a:lnTo>
                    <a:pt x="4248596" y="935659"/>
                  </a:lnTo>
                  <a:lnTo>
                    <a:pt x="4248689" y="935659"/>
                  </a:lnTo>
                  <a:lnTo>
                    <a:pt x="4248783" y="935659"/>
                  </a:lnTo>
                  <a:lnTo>
                    <a:pt x="4248876" y="935659"/>
                  </a:lnTo>
                  <a:lnTo>
                    <a:pt x="4248969" y="935659"/>
                  </a:lnTo>
                  <a:lnTo>
                    <a:pt x="4249062" y="935659"/>
                  </a:lnTo>
                  <a:lnTo>
                    <a:pt x="4249156" y="935659"/>
                  </a:lnTo>
                  <a:lnTo>
                    <a:pt x="4249249" y="935659"/>
                  </a:lnTo>
                  <a:lnTo>
                    <a:pt x="4249342" y="935659"/>
                  </a:lnTo>
                  <a:lnTo>
                    <a:pt x="4249435" y="935659"/>
                  </a:lnTo>
                  <a:lnTo>
                    <a:pt x="4249529" y="935659"/>
                  </a:lnTo>
                  <a:lnTo>
                    <a:pt x="4249622" y="935659"/>
                  </a:lnTo>
                  <a:lnTo>
                    <a:pt x="4249715" y="935659"/>
                  </a:lnTo>
                  <a:lnTo>
                    <a:pt x="4249808" y="935659"/>
                  </a:lnTo>
                  <a:lnTo>
                    <a:pt x="4249902" y="935659"/>
                  </a:lnTo>
                  <a:lnTo>
                    <a:pt x="4249995" y="935659"/>
                  </a:lnTo>
                  <a:lnTo>
                    <a:pt x="4250088" y="935659"/>
                  </a:lnTo>
                  <a:lnTo>
                    <a:pt x="4250181" y="935659"/>
                  </a:lnTo>
                  <a:lnTo>
                    <a:pt x="4250275" y="935659"/>
                  </a:lnTo>
                  <a:lnTo>
                    <a:pt x="4250368" y="935659"/>
                  </a:lnTo>
                  <a:lnTo>
                    <a:pt x="4250461" y="935659"/>
                  </a:lnTo>
                  <a:lnTo>
                    <a:pt x="4250554" y="935659"/>
                  </a:lnTo>
                  <a:lnTo>
                    <a:pt x="4250648" y="935659"/>
                  </a:lnTo>
                  <a:lnTo>
                    <a:pt x="4250741" y="935659"/>
                  </a:lnTo>
                  <a:lnTo>
                    <a:pt x="4250834" y="935659"/>
                  </a:lnTo>
                  <a:lnTo>
                    <a:pt x="4250927" y="935659"/>
                  </a:lnTo>
                  <a:lnTo>
                    <a:pt x="4251021" y="935659"/>
                  </a:lnTo>
                  <a:lnTo>
                    <a:pt x="4251114" y="935659"/>
                  </a:lnTo>
                  <a:lnTo>
                    <a:pt x="4251114" y="925705"/>
                  </a:lnTo>
                  <a:lnTo>
                    <a:pt x="4251207" y="925705"/>
                  </a:lnTo>
                  <a:lnTo>
                    <a:pt x="4251300" y="925705"/>
                  </a:lnTo>
                  <a:lnTo>
                    <a:pt x="4251394" y="925705"/>
                  </a:lnTo>
                  <a:lnTo>
                    <a:pt x="4251487" y="925705"/>
                  </a:lnTo>
                  <a:lnTo>
                    <a:pt x="4251580" y="925705"/>
                  </a:lnTo>
                  <a:lnTo>
                    <a:pt x="4251673" y="925705"/>
                  </a:lnTo>
                  <a:lnTo>
                    <a:pt x="4251767" y="925705"/>
                  </a:lnTo>
                  <a:lnTo>
                    <a:pt x="4251860" y="925705"/>
                  </a:lnTo>
                  <a:lnTo>
                    <a:pt x="4251953" y="925705"/>
                  </a:lnTo>
                  <a:lnTo>
                    <a:pt x="4252046" y="925705"/>
                  </a:lnTo>
                  <a:lnTo>
                    <a:pt x="4252140" y="925705"/>
                  </a:lnTo>
                  <a:lnTo>
                    <a:pt x="4252233" y="925705"/>
                  </a:lnTo>
                  <a:lnTo>
                    <a:pt x="4252326" y="925705"/>
                  </a:lnTo>
                  <a:lnTo>
                    <a:pt x="4252419" y="925705"/>
                  </a:lnTo>
                  <a:lnTo>
                    <a:pt x="4252513" y="925705"/>
                  </a:lnTo>
                  <a:lnTo>
                    <a:pt x="4252606" y="925705"/>
                  </a:lnTo>
                  <a:lnTo>
                    <a:pt x="4252699" y="925705"/>
                  </a:lnTo>
                  <a:lnTo>
                    <a:pt x="4252792" y="925705"/>
                  </a:lnTo>
                  <a:lnTo>
                    <a:pt x="4252885" y="925705"/>
                  </a:lnTo>
                  <a:lnTo>
                    <a:pt x="4252979" y="925705"/>
                  </a:lnTo>
                  <a:lnTo>
                    <a:pt x="4253072" y="925705"/>
                  </a:lnTo>
                  <a:lnTo>
                    <a:pt x="4253165" y="925705"/>
                  </a:lnTo>
                  <a:lnTo>
                    <a:pt x="4253258" y="925705"/>
                  </a:lnTo>
                  <a:lnTo>
                    <a:pt x="4253352" y="925705"/>
                  </a:lnTo>
                  <a:lnTo>
                    <a:pt x="4253445" y="925705"/>
                  </a:lnTo>
                  <a:lnTo>
                    <a:pt x="4253538" y="925705"/>
                  </a:lnTo>
                  <a:lnTo>
                    <a:pt x="4253631" y="925705"/>
                  </a:lnTo>
                  <a:lnTo>
                    <a:pt x="4253725" y="925705"/>
                  </a:lnTo>
                  <a:lnTo>
                    <a:pt x="4253818" y="925705"/>
                  </a:lnTo>
                  <a:lnTo>
                    <a:pt x="4253911" y="925705"/>
                  </a:lnTo>
                  <a:lnTo>
                    <a:pt x="4254004" y="925705"/>
                  </a:lnTo>
                  <a:lnTo>
                    <a:pt x="4254098" y="925705"/>
                  </a:lnTo>
                  <a:lnTo>
                    <a:pt x="4254191" y="925705"/>
                  </a:lnTo>
                  <a:lnTo>
                    <a:pt x="4254284" y="925705"/>
                  </a:lnTo>
                  <a:lnTo>
                    <a:pt x="4254377" y="925705"/>
                  </a:lnTo>
                  <a:lnTo>
                    <a:pt x="4254471" y="925705"/>
                  </a:lnTo>
                  <a:lnTo>
                    <a:pt x="4254564" y="925705"/>
                  </a:lnTo>
                  <a:lnTo>
                    <a:pt x="4254657" y="925705"/>
                  </a:lnTo>
                  <a:lnTo>
                    <a:pt x="4254750" y="925705"/>
                  </a:lnTo>
                  <a:lnTo>
                    <a:pt x="4254844" y="925705"/>
                  </a:lnTo>
                  <a:lnTo>
                    <a:pt x="4254937" y="925705"/>
                  </a:lnTo>
                  <a:lnTo>
                    <a:pt x="4255030" y="925705"/>
                  </a:lnTo>
                  <a:lnTo>
                    <a:pt x="4255030" y="915751"/>
                  </a:lnTo>
                  <a:lnTo>
                    <a:pt x="4255123" y="915751"/>
                  </a:lnTo>
                  <a:lnTo>
                    <a:pt x="4255217" y="915751"/>
                  </a:lnTo>
                  <a:lnTo>
                    <a:pt x="4255310" y="915751"/>
                  </a:lnTo>
                  <a:lnTo>
                    <a:pt x="4255403" y="915751"/>
                  </a:lnTo>
                  <a:lnTo>
                    <a:pt x="4255496" y="915751"/>
                  </a:lnTo>
                  <a:lnTo>
                    <a:pt x="4255590" y="915751"/>
                  </a:lnTo>
                  <a:lnTo>
                    <a:pt x="4255683" y="915751"/>
                  </a:lnTo>
                  <a:lnTo>
                    <a:pt x="4255776" y="915751"/>
                  </a:lnTo>
                  <a:lnTo>
                    <a:pt x="4255869" y="915751"/>
                  </a:lnTo>
                  <a:lnTo>
                    <a:pt x="4255963" y="915751"/>
                  </a:lnTo>
                  <a:lnTo>
                    <a:pt x="4256056" y="915751"/>
                  </a:lnTo>
                  <a:lnTo>
                    <a:pt x="4256149" y="915751"/>
                  </a:lnTo>
                  <a:lnTo>
                    <a:pt x="4256242" y="915751"/>
                  </a:lnTo>
                  <a:lnTo>
                    <a:pt x="4256336" y="915751"/>
                  </a:lnTo>
                  <a:lnTo>
                    <a:pt x="4256429" y="915751"/>
                  </a:lnTo>
                  <a:lnTo>
                    <a:pt x="4256522" y="915751"/>
                  </a:lnTo>
                  <a:lnTo>
                    <a:pt x="4256615" y="915751"/>
                  </a:lnTo>
                  <a:lnTo>
                    <a:pt x="4256709" y="915751"/>
                  </a:lnTo>
                  <a:lnTo>
                    <a:pt x="4256802" y="915751"/>
                  </a:lnTo>
                  <a:lnTo>
                    <a:pt x="4256895" y="915751"/>
                  </a:lnTo>
                  <a:lnTo>
                    <a:pt x="4256988" y="915751"/>
                  </a:lnTo>
                  <a:lnTo>
                    <a:pt x="4257082" y="915751"/>
                  </a:lnTo>
                  <a:lnTo>
                    <a:pt x="4257175" y="915751"/>
                  </a:lnTo>
                  <a:lnTo>
                    <a:pt x="4257268" y="915751"/>
                  </a:lnTo>
                  <a:lnTo>
                    <a:pt x="4257361" y="915751"/>
                  </a:lnTo>
                  <a:lnTo>
                    <a:pt x="4257455" y="915751"/>
                  </a:lnTo>
                  <a:lnTo>
                    <a:pt x="4257548" y="915751"/>
                  </a:lnTo>
                  <a:lnTo>
                    <a:pt x="4257641" y="915751"/>
                  </a:lnTo>
                  <a:lnTo>
                    <a:pt x="4257734" y="915751"/>
                  </a:lnTo>
                  <a:lnTo>
                    <a:pt x="4257828" y="915751"/>
                  </a:lnTo>
                  <a:lnTo>
                    <a:pt x="4257921" y="915751"/>
                  </a:lnTo>
                  <a:lnTo>
                    <a:pt x="4258014" y="915751"/>
                  </a:lnTo>
                  <a:lnTo>
                    <a:pt x="4258107" y="915751"/>
                  </a:lnTo>
                  <a:lnTo>
                    <a:pt x="4258201" y="915751"/>
                  </a:lnTo>
                  <a:lnTo>
                    <a:pt x="4258294" y="915751"/>
                  </a:lnTo>
                  <a:lnTo>
                    <a:pt x="4258387" y="915751"/>
                  </a:lnTo>
                  <a:lnTo>
                    <a:pt x="4258387" y="905797"/>
                  </a:lnTo>
                  <a:lnTo>
                    <a:pt x="4258480" y="905797"/>
                  </a:lnTo>
                  <a:lnTo>
                    <a:pt x="4258574" y="905797"/>
                  </a:lnTo>
                  <a:lnTo>
                    <a:pt x="4258667" y="905797"/>
                  </a:lnTo>
                  <a:lnTo>
                    <a:pt x="4258760" y="905797"/>
                  </a:lnTo>
                  <a:lnTo>
                    <a:pt x="4258853" y="905797"/>
                  </a:lnTo>
                  <a:lnTo>
                    <a:pt x="4258947" y="905797"/>
                  </a:lnTo>
                  <a:lnTo>
                    <a:pt x="4259040" y="905797"/>
                  </a:lnTo>
                  <a:lnTo>
                    <a:pt x="4259133" y="905797"/>
                  </a:lnTo>
                  <a:lnTo>
                    <a:pt x="4259226" y="905797"/>
                  </a:lnTo>
                  <a:lnTo>
                    <a:pt x="4259320" y="905797"/>
                  </a:lnTo>
                  <a:lnTo>
                    <a:pt x="4259413" y="905797"/>
                  </a:lnTo>
                  <a:lnTo>
                    <a:pt x="4259506" y="905797"/>
                  </a:lnTo>
                  <a:lnTo>
                    <a:pt x="4259599" y="905797"/>
                  </a:lnTo>
                  <a:lnTo>
                    <a:pt x="4259693" y="905797"/>
                  </a:lnTo>
                  <a:lnTo>
                    <a:pt x="4259786" y="905797"/>
                  </a:lnTo>
                  <a:lnTo>
                    <a:pt x="4259879" y="905797"/>
                  </a:lnTo>
                  <a:lnTo>
                    <a:pt x="4259972" y="905797"/>
                  </a:lnTo>
                  <a:lnTo>
                    <a:pt x="4260065" y="905797"/>
                  </a:lnTo>
                  <a:lnTo>
                    <a:pt x="4260159" y="905797"/>
                  </a:lnTo>
                  <a:lnTo>
                    <a:pt x="4260252" y="905797"/>
                  </a:lnTo>
                  <a:lnTo>
                    <a:pt x="4260345" y="905797"/>
                  </a:lnTo>
                  <a:lnTo>
                    <a:pt x="4260438" y="905797"/>
                  </a:lnTo>
                  <a:lnTo>
                    <a:pt x="4260532" y="905797"/>
                  </a:lnTo>
                  <a:lnTo>
                    <a:pt x="4260625" y="905797"/>
                  </a:lnTo>
                  <a:lnTo>
                    <a:pt x="4260718" y="905797"/>
                  </a:lnTo>
                  <a:lnTo>
                    <a:pt x="4260811" y="905797"/>
                  </a:lnTo>
                  <a:lnTo>
                    <a:pt x="4260905" y="905797"/>
                  </a:lnTo>
                  <a:lnTo>
                    <a:pt x="4260998" y="905797"/>
                  </a:lnTo>
                  <a:lnTo>
                    <a:pt x="4261091" y="905797"/>
                  </a:lnTo>
                  <a:lnTo>
                    <a:pt x="4261184" y="905797"/>
                  </a:lnTo>
                  <a:lnTo>
                    <a:pt x="4261278" y="905797"/>
                  </a:lnTo>
                  <a:lnTo>
                    <a:pt x="4261371" y="905797"/>
                  </a:lnTo>
                  <a:lnTo>
                    <a:pt x="4261464" y="905797"/>
                  </a:lnTo>
                  <a:lnTo>
                    <a:pt x="4261557" y="905797"/>
                  </a:lnTo>
                  <a:lnTo>
                    <a:pt x="4261651" y="905797"/>
                  </a:lnTo>
                  <a:lnTo>
                    <a:pt x="4261744" y="905797"/>
                  </a:lnTo>
                  <a:lnTo>
                    <a:pt x="4261837" y="905797"/>
                  </a:lnTo>
                  <a:lnTo>
                    <a:pt x="4261930" y="905797"/>
                  </a:lnTo>
                  <a:lnTo>
                    <a:pt x="4262024" y="905797"/>
                  </a:lnTo>
                  <a:lnTo>
                    <a:pt x="4262117" y="905797"/>
                  </a:lnTo>
                  <a:lnTo>
                    <a:pt x="4262210" y="905797"/>
                  </a:lnTo>
                  <a:lnTo>
                    <a:pt x="4262303" y="905797"/>
                  </a:lnTo>
                  <a:lnTo>
                    <a:pt x="4262397" y="905797"/>
                  </a:lnTo>
                  <a:lnTo>
                    <a:pt x="4262490" y="905797"/>
                  </a:lnTo>
                  <a:lnTo>
                    <a:pt x="4262583" y="905797"/>
                  </a:lnTo>
                  <a:lnTo>
                    <a:pt x="4262676" y="905797"/>
                  </a:lnTo>
                  <a:lnTo>
                    <a:pt x="4262770" y="905797"/>
                  </a:lnTo>
                  <a:lnTo>
                    <a:pt x="4262863" y="905797"/>
                  </a:lnTo>
                  <a:lnTo>
                    <a:pt x="4262956" y="905797"/>
                  </a:lnTo>
                  <a:lnTo>
                    <a:pt x="4263049" y="905797"/>
                  </a:lnTo>
                  <a:lnTo>
                    <a:pt x="4263143" y="905797"/>
                  </a:lnTo>
                  <a:lnTo>
                    <a:pt x="4263236" y="905797"/>
                  </a:lnTo>
                  <a:lnTo>
                    <a:pt x="4263329" y="905797"/>
                  </a:lnTo>
                  <a:lnTo>
                    <a:pt x="4263422" y="905797"/>
                  </a:lnTo>
                  <a:lnTo>
                    <a:pt x="4263516" y="905797"/>
                  </a:lnTo>
                  <a:lnTo>
                    <a:pt x="4263609" y="905797"/>
                  </a:lnTo>
                  <a:lnTo>
                    <a:pt x="4263702" y="905797"/>
                  </a:lnTo>
                  <a:lnTo>
                    <a:pt x="4263795" y="905797"/>
                  </a:lnTo>
                  <a:lnTo>
                    <a:pt x="4263889" y="905797"/>
                  </a:lnTo>
                  <a:lnTo>
                    <a:pt x="4263982" y="905797"/>
                  </a:lnTo>
                  <a:lnTo>
                    <a:pt x="4264075" y="905797"/>
                  </a:lnTo>
                  <a:lnTo>
                    <a:pt x="4264168" y="905797"/>
                  </a:lnTo>
                  <a:lnTo>
                    <a:pt x="4264262" y="905797"/>
                  </a:lnTo>
                  <a:lnTo>
                    <a:pt x="4264355" y="905797"/>
                  </a:lnTo>
                  <a:lnTo>
                    <a:pt x="4264448" y="905797"/>
                  </a:lnTo>
                  <a:lnTo>
                    <a:pt x="4264541" y="905797"/>
                  </a:lnTo>
                  <a:lnTo>
                    <a:pt x="4264635" y="905797"/>
                  </a:lnTo>
                  <a:lnTo>
                    <a:pt x="4264728" y="905797"/>
                  </a:lnTo>
                  <a:lnTo>
                    <a:pt x="4264821" y="905797"/>
                  </a:lnTo>
                  <a:lnTo>
                    <a:pt x="4264914" y="905797"/>
                  </a:lnTo>
                  <a:lnTo>
                    <a:pt x="4265008" y="905797"/>
                  </a:lnTo>
                  <a:lnTo>
                    <a:pt x="4265101" y="905797"/>
                  </a:lnTo>
                  <a:lnTo>
                    <a:pt x="4265194" y="905797"/>
                  </a:lnTo>
                  <a:lnTo>
                    <a:pt x="4265287" y="905797"/>
                  </a:lnTo>
                  <a:lnTo>
                    <a:pt x="4265381" y="905797"/>
                  </a:lnTo>
                  <a:lnTo>
                    <a:pt x="4265474" y="905797"/>
                  </a:lnTo>
                  <a:lnTo>
                    <a:pt x="4265567" y="905797"/>
                  </a:lnTo>
                  <a:lnTo>
                    <a:pt x="4265660" y="905797"/>
                  </a:lnTo>
                  <a:lnTo>
                    <a:pt x="4265754" y="905797"/>
                  </a:lnTo>
                  <a:lnTo>
                    <a:pt x="4265847" y="905797"/>
                  </a:lnTo>
                  <a:lnTo>
                    <a:pt x="4265940" y="905797"/>
                  </a:lnTo>
                  <a:lnTo>
                    <a:pt x="4266033" y="905797"/>
                  </a:lnTo>
                  <a:lnTo>
                    <a:pt x="4266127" y="905797"/>
                  </a:lnTo>
                  <a:lnTo>
                    <a:pt x="4266220" y="905797"/>
                  </a:lnTo>
                  <a:lnTo>
                    <a:pt x="4266313" y="905797"/>
                  </a:lnTo>
                  <a:lnTo>
                    <a:pt x="4266406" y="905797"/>
                  </a:lnTo>
                  <a:lnTo>
                    <a:pt x="4266500" y="905797"/>
                  </a:lnTo>
                  <a:lnTo>
                    <a:pt x="4266593" y="905797"/>
                  </a:lnTo>
                  <a:lnTo>
                    <a:pt x="4266686" y="905797"/>
                  </a:lnTo>
                  <a:lnTo>
                    <a:pt x="4266779" y="905797"/>
                  </a:lnTo>
                  <a:lnTo>
                    <a:pt x="4266872" y="905797"/>
                  </a:lnTo>
                  <a:lnTo>
                    <a:pt x="4266966" y="905797"/>
                  </a:lnTo>
                  <a:lnTo>
                    <a:pt x="4267059" y="905797"/>
                  </a:lnTo>
                  <a:lnTo>
                    <a:pt x="4267152" y="905797"/>
                  </a:lnTo>
                  <a:lnTo>
                    <a:pt x="4267245" y="905797"/>
                  </a:lnTo>
                  <a:lnTo>
                    <a:pt x="4267339" y="905797"/>
                  </a:lnTo>
                  <a:lnTo>
                    <a:pt x="4267432" y="905797"/>
                  </a:lnTo>
                  <a:lnTo>
                    <a:pt x="4267525" y="905797"/>
                  </a:lnTo>
                  <a:lnTo>
                    <a:pt x="4267618" y="905797"/>
                  </a:lnTo>
                  <a:lnTo>
                    <a:pt x="4267712" y="905797"/>
                  </a:lnTo>
                  <a:lnTo>
                    <a:pt x="4267805" y="905797"/>
                  </a:lnTo>
                  <a:lnTo>
                    <a:pt x="4267898" y="905797"/>
                  </a:lnTo>
                  <a:lnTo>
                    <a:pt x="4267991" y="905797"/>
                  </a:lnTo>
                  <a:lnTo>
                    <a:pt x="4268085" y="905797"/>
                  </a:lnTo>
                  <a:lnTo>
                    <a:pt x="4268178" y="905797"/>
                  </a:lnTo>
                  <a:lnTo>
                    <a:pt x="4268271" y="905797"/>
                  </a:lnTo>
                  <a:lnTo>
                    <a:pt x="4268364" y="905797"/>
                  </a:lnTo>
                  <a:lnTo>
                    <a:pt x="4268458" y="905797"/>
                  </a:lnTo>
                  <a:lnTo>
                    <a:pt x="4268551" y="905797"/>
                  </a:lnTo>
                  <a:lnTo>
                    <a:pt x="4268644" y="905797"/>
                  </a:lnTo>
                  <a:lnTo>
                    <a:pt x="4268737" y="905797"/>
                  </a:lnTo>
                  <a:lnTo>
                    <a:pt x="4268831" y="905797"/>
                  </a:lnTo>
                  <a:lnTo>
                    <a:pt x="4268924" y="905797"/>
                  </a:lnTo>
                  <a:lnTo>
                    <a:pt x="4269017" y="905797"/>
                  </a:lnTo>
                  <a:lnTo>
                    <a:pt x="4269110" y="905797"/>
                  </a:lnTo>
                  <a:lnTo>
                    <a:pt x="4269204" y="905797"/>
                  </a:lnTo>
                  <a:lnTo>
                    <a:pt x="4269297" y="905797"/>
                  </a:lnTo>
                  <a:lnTo>
                    <a:pt x="4269390" y="905797"/>
                  </a:lnTo>
                  <a:lnTo>
                    <a:pt x="4269483" y="905797"/>
                  </a:lnTo>
                  <a:lnTo>
                    <a:pt x="4269577" y="905797"/>
                  </a:lnTo>
                  <a:lnTo>
                    <a:pt x="4269670" y="905797"/>
                  </a:lnTo>
                  <a:lnTo>
                    <a:pt x="4269763" y="905797"/>
                  </a:lnTo>
                  <a:lnTo>
                    <a:pt x="4269856" y="905797"/>
                  </a:lnTo>
                  <a:lnTo>
                    <a:pt x="4269950" y="905797"/>
                  </a:lnTo>
                  <a:lnTo>
                    <a:pt x="4270043" y="905797"/>
                  </a:lnTo>
                  <a:lnTo>
                    <a:pt x="4270136" y="905797"/>
                  </a:lnTo>
                  <a:lnTo>
                    <a:pt x="4270229" y="905797"/>
                  </a:lnTo>
                  <a:lnTo>
                    <a:pt x="4270323" y="905797"/>
                  </a:lnTo>
                  <a:lnTo>
                    <a:pt x="4270416" y="905797"/>
                  </a:lnTo>
                  <a:lnTo>
                    <a:pt x="4270509" y="905797"/>
                  </a:lnTo>
                  <a:lnTo>
                    <a:pt x="4270602" y="905797"/>
                  </a:lnTo>
                  <a:lnTo>
                    <a:pt x="4270696" y="905797"/>
                  </a:lnTo>
                  <a:lnTo>
                    <a:pt x="4270789" y="905797"/>
                  </a:lnTo>
                  <a:lnTo>
                    <a:pt x="4270882" y="905797"/>
                  </a:lnTo>
                  <a:lnTo>
                    <a:pt x="4270975" y="905797"/>
                  </a:lnTo>
                  <a:lnTo>
                    <a:pt x="4271069" y="905797"/>
                  </a:lnTo>
                  <a:lnTo>
                    <a:pt x="4271162" y="905797"/>
                  </a:lnTo>
                  <a:lnTo>
                    <a:pt x="4271255" y="905797"/>
                  </a:lnTo>
                  <a:lnTo>
                    <a:pt x="4271348" y="905797"/>
                  </a:lnTo>
                  <a:lnTo>
                    <a:pt x="4271442" y="905797"/>
                  </a:lnTo>
                  <a:lnTo>
                    <a:pt x="4271535" y="905797"/>
                  </a:lnTo>
                  <a:lnTo>
                    <a:pt x="4271628" y="905797"/>
                  </a:lnTo>
                  <a:lnTo>
                    <a:pt x="4271721" y="905797"/>
                  </a:lnTo>
                  <a:lnTo>
                    <a:pt x="4271815" y="905797"/>
                  </a:lnTo>
                  <a:lnTo>
                    <a:pt x="4271908" y="905797"/>
                  </a:lnTo>
                  <a:lnTo>
                    <a:pt x="4272001" y="905797"/>
                  </a:lnTo>
                  <a:lnTo>
                    <a:pt x="4272094" y="905797"/>
                  </a:lnTo>
                  <a:lnTo>
                    <a:pt x="4272188" y="905797"/>
                  </a:lnTo>
                  <a:lnTo>
                    <a:pt x="4272281" y="905797"/>
                  </a:lnTo>
                  <a:lnTo>
                    <a:pt x="4272374" y="905797"/>
                  </a:lnTo>
                  <a:lnTo>
                    <a:pt x="4272467" y="905797"/>
                  </a:lnTo>
                  <a:lnTo>
                    <a:pt x="4272561" y="905797"/>
                  </a:lnTo>
                  <a:lnTo>
                    <a:pt x="4272654" y="905797"/>
                  </a:lnTo>
                  <a:lnTo>
                    <a:pt x="4272747" y="905797"/>
                  </a:lnTo>
                  <a:lnTo>
                    <a:pt x="4272840" y="905797"/>
                  </a:lnTo>
                  <a:lnTo>
                    <a:pt x="4272934" y="905797"/>
                  </a:lnTo>
                  <a:lnTo>
                    <a:pt x="4272934" y="895844"/>
                  </a:lnTo>
                  <a:lnTo>
                    <a:pt x="4273027" y="895844"/>
                  </a:lnTo>
                  <a:lnTo>
                    <a:pt x="4273120" y="895844"/>
                  </a:lnTo>
                  <a:lnTo>
                    <a:pt x="4273213" y="895844"/>
                  </a:lnTo>
                  <a:lnTo>
                    <a:pt x="4273307" y="895844"/>
                  </a:lnTo>
                  <a:lnTo>
                    <a:pt x="4273400" y="895844"/>
                  </a:lnTo>
                  <a:lnTo>
                    <a:pt x="4273493" y="895844"/>
                  </a:lnTo>
                  <a:lnTo>
                    <a:pt x="4273586" y="895844"/>
                  </a:lnTo>
                  <a:lnTo>
                    <a:pt x="4273680" y="895844"/>
                  </a:lnTo>
                  <a:lnTo>
                    <a:pt x="4273773" y="895844"/>
                  </a:lnTo>
                  <a:lnTo>
                    <a:pt x="4273866" y="895844"/>
                  </a:lnTo>
                  <a:lnTo>
                    <a:pt x="4273959" y="895844"/>
                  </a:lnTo>
                  <a:lnTo>
                    <a:pt x="4274052" y="895844"/>
                  </a:lnTo>
                  <a:lnTo>
                    <a:pt x="4274146" y="895844"/>
                  </a:lnTo>
                  <a:lnTo>
                    <a:pt x="4274239" y="895844"/>
                  </a:lnTo>
                  <a:lnTo>
                    <a:pt x="4274332" y="895844"/>
                  </a:lnTo>
                  <a:lnTo>
                    <a:pt x="4274425" y="895844"/>
                  </a:lnTo>
                  <a:lnTo>
                    <a:pt x="4274519" y="895844"/>
                  </a:lnTo>
                  <a:lnTo>
                    <a:pt x="4274612" y="895844"/>
                  </a:lnTo>
                  <a:lnTo>
                    <a:pt x="4274705" y="895844"/>
                  </a:lnTo>
                  <a:lnTo>
                    <a:pt x="4274798" y="895844"/>
                  </a:lnTo>
                  <a:lnTo>
                    <a:pt x="4274892" y="895844"/>
                  </a:lnTo>
                  <a:lnTo>
                    <a:pt x="4274985" y="895844"/>
                  </a:lnTo>
                  <a:lnTo>
                    <a:pt x="4275078" y="895844"/>
                  </a:lnTo>
                  <a:lnTo>
                    <a:pt x="4275171" y="895844"/>
                  </a:lnTo>
                  <a:lnTo>
                    <a:pt x="4275265" y="895844"/>
                  </a:lnTo>
                  <a:lnTo>
                    <a:pt x="4275358" y="895844"/>
                  </a:lnTo>
                  <a:lnTo>
                    <a:pt x="4275451" y="895844"/>
                  </a:lnTo>
                  <a:lnTo>
                    <a:pt x="4275544" y="895844"/>
                  </a:lnTo>
                  <a:lnTo>
                    <a:pt x="4275638" y="895844"/>
                  </a:lnTo>
                  <a:lnTo>
                    <a:pt x="4275731" y="895844"/>
                  </a:lnTo>
                  <a:lnTo>
                    <a:pt x="4275824" y="895844"/>
                  </a:lnTo>
                  <a:lnTo>
                    <a:pt x="4275917" y="895844"/>
                  </a:lnTo>
                  <a:lnTo>
                    <a:pt x="4276011" y="895844"/>
                  </a:lnTo>
                  <a:lnTo>
                    <a:pt x="4276104" y="895844"/>
                  </a:lnTo>
                  <a:lnTo>
                    <a:pt x="4276197" y="895844"/>
                  </a:lnTo>
                  <a:lnTo>
                    <a:pt x="4276290" y="895844"/>
                  </a:lnTo>
                  <a:lnTo>
                    <a:pt x="4276384" y="895844"/>
                  </a:lnTo>
                  <a:lnTo>
                    <a:pt x="4276477" y="895844"/>
                  </a:lnTo>
                  <a:lnTo>
                    <a:pt x="4276570" y="895844"/>
                  </a:lnTo>
                  <a:lnTo>
                    <a:pt x="4276663" y="895844"/>
                  </a:lnTo>
                  <a:lnTo>
                    <a:pt x="4276757" y="895844"/>
                  </a:lnTo>
                  <a:lnTo>
                    <a:pt x="4276850" y="895844"/>
                  </a:lnTo>
                  <a:lnTo>
                    <a:pt x="4276943" y="895844"/>
                  </a:lnTo>
                  <a:lnTo>
                    <a:pt x="4277036" y="895844"/>
                  </a:lnTo>
                  <a:lnTo>
                    <a:pt x="4277130" y="895844"/>
                  </a:lnTo>
                  <a:lnTo>
                    <a:pt x="4277223" y="895844"/>
                  </a:lnTo>
                  <a:lnTo>
                    <a:pt x="4277316" y="895844"/>
                  </a:lnTo>
                  <a:lnTo>
                    <a:pt x="4277409" y="895844"/>
                  </a:lnTo>
                  <a:lnTo>
                    <a:pt x="4277503" y="895844"/>
                  </a:lnTo>
                  <a:lnTo>
                    <a:pt x="4277596" y="895844"/>
                  </a:lnTo>
                  <a:lnTo>
                    <a:pt x="4277689" y="895844"/>
                  </a:lnTo>
                  <a:lnTo>
                    <a:pt x="4277782" y="895844"/>
                  </a:lnTo>
                  <a:lnTo>
                    <a:pt x="4277876" y="895844"/>
                  </a:lnTo>
                  <a:lnTo>
                    <a:pt x="4277969" y="895844"/>
                  </a:lnTo>
                  <a:lnTo>
                    <a:pt x="4278062" y="895844"/>
                  </a:lnTo>
                  <a:lnTo>
                    <a:pt x="4278155" y="895844"/>
                  </a:lnTo>
                  <a:lnTo>
                    <a:pt x="4278249" y="895844"/>
                  </a:lnTo>
                  <a:lnTo>
                    <a:pt x="4278342" y="895844"/>
                  </a:lnTo>
                  <a:lnTo>
                    <a:pt x="4278435" y="895844"/>
                  </a:lnTo>
                  <a:lnTo>
                    <a:pt x="4278528" y="895844"/>
                  </a:lnTo>
                  <a:lnTo>
                    <a:pt x="4278622" y="895844"/>
                  </a:lnTo>
                  <a:lnTo>
                    <a:pt x="4278715" y="895844"/>
                  </a:lnTo>
                  <a:lnTo>
                    <a:pt x="4278808" y="895844"/>
                  </a:lnTo>
                  <a:lnTo>
                    <a:pt x="4278901" y="895844"/>
                  </a:lnTo>
                  <a:lnTo>
                    <a:pt x="4278995" y="895844"/>
                  </a:lnTo>
                  <a:lnTo>
                    <a:pt x="4279088" y="895844"/>
                  </a:lnTo>
                  <a:lnTo>
                    <a:pt x="4279181" y="895844"/>
                  </a:lnTo>
                  <a:lnTo>
                    <a:pt x="4279274" y="895844"/>
                  </a:lnTo>
                  <a:lnTo>
                    <a:pt x="4279368" y="895844"/>
                  </a:lnTo>
                  <a:lnTo>
                    <a:pt x="4279461" y="895844"/>
                  </a:lnTo>
                  <a:lnTo>
                    <a:pt x="4279554" y="895844"/>
                  </a:lnTo>
                  <a:lnTo>
                    <a:pt x="4279647" y="895844"/>
                  </a:lnTo>
                  <a:lnTo>
                    <a:pt x="4279741" y="895844"/>
                  </a:lnTo>
                  <a:lnTo>
                    <a:pt x="4279834" y="895844"/>
                  </a:lnTo>
                  <a:lnTo>
                    <a:pt x="4279927" y="895844"/>
                  </a:lnTo>
                  <a:lnTo>
                    <a:pt x="4280020" y="895844"/>
                  </a:lnTo>
                  <a:lnTo>
                    <a:pt x="4280114" y="895844"/>
                  </a:lnTo>
                  <a:lnTo>
                    <a:pt x="4280207" y="895844"/>
                  </a:lnTo>
                  <a:lnTo>
                    <a:pt x="4280300" y="895844"/>
                  </a:lnTo>
                  <a:lnTo>
                    <a:pt x="4280393" y="895844"/>
                  </a:lnTo>
                  <a:lnTo>
                    <a:pt x="4280487" y="895844"/>
                  </a:lnTo>
                  <a:lnTo>
                    <a:pt x="4280580" y="895844"/>
                  </a:lnTo>
                  <a:lnTo>
                    <a:pt x="4280673" y="895844"/>
                  </a:lnTo>
                  <a:lnTo>
                    <a:pt x="4280766" y="895844"/>
                  </a:lnTo>
                  <a:lnTo>
                    <a:pt x="4280859" y="895844"/>
                  </a:lnTo>
                  <a:lnTo>
                    <a:pt x="4280953" y="895844"/>
                  </a:lnTo>
                  <a:lnTo>
                    <a:pt x="4281046" y="895844"/>
                  </a:lnTo>
                  <a:lnTo>
                    <a:pt x="4281139" y="895844"/>
                  </a:lnTo>
                  <a:lnTo>
                    <a:pt x="4281232" y="895844"/>
                  </a:lnTo>
                  <a:lnTo>
                    <a:pt x="4281326" y="895844"/>
                  </a:lnTo>
                  <a:lnTo>
                    <a:pt x="4281419" y="895844"/>
                  </a:lnTo>
                  <a:lnTo>
                    <a:pt x="4281512" y="895844"/>
                  </a:lnTo>
                  <a:lnTo>
                    <a:pt x="4281605" y="895844"/>
                  </a:lnTo>
                  <a:lnTo>
                    <a:pt x="4281699" y="895844"/>
                  </a:lnTo>
                  <a:lnTo>
                    <a:pt x="4281792" y="895844"/>
                  </a:lnTo>
                  <a:lnTo>
                    <a:pt x="4281885" y="895844"/>
                  </a:lnTo>
                  <a:lnTo>
                    <a:pt x="4281978" y="895844"/>
                  </a:lnTo>
                  <a:lnTo>
                    <a:pt x="4282072" y="895844"/>
                  </a:lnTo>
                  <a:lnTo>
                    <a:pt x="4282165" y="895844"/>
                  </a:lnTo>
                  <a:lnTo>
                    <a:pt x="4282258" y="895844"/>
                  </a:lnTo>
                  <a:lnTo>
                    <a:pt x="4282351" y="895844"/>
                  </a:lnTo>
                  <a:lnTo>
                    <a:pt x="4282445" y="895844"/>
                  </a:lnTo>
                  <a:lnTo>
                    <a:pt x="4282538" y="895844"/>
                  </a:lnTo>
                  <a:lnTo>
                    <a:pt x="4282631" y="895844"/>
                  </a:lnTo>
                  <a:lnTo>
                    <a:pt x="4282724" y="895844"/>
                  </a:lnTo>
                  <a:lnTo>
                    <a:pt x="4282818" y="895844"/>
                  </a:lnTo>
                  <a:lnTo>
                    <a:pt x="4282911" y="895844"/>
                  </a:lnTo>
                  <a:lnTo>
                    <a:pt x="4283004" y="895844"/>
                  </a:lnTo>
                  <a:lnTo>
                    <a:pt x="4283097" y="895844"/>
                  </a:lnTo>
                  <a:lnTo>
                    <a:pt x="4283191" y="895844"/>
                  </a:lnTo>
                  <a:lnTo>
                    <a:pt x="4283284" y="895844"/>
                  </a:lnTo>
                  <a:lnTo>
                    <a:pt x="4283377" y="895844"/>
                  </a:lnTo>
                  <a:lnTo>
                    <a:pt x="4283470" y="895844"/>
                  </a:lnTo>
                  <a:lnTo>
                    <a:pt x="4283564" y="895844"/>
                  </a:lnTo>
                  <a:lnTo>
                    <a:pt x="4283657" y="895844"/>
                  </a:lnTo>
                  <a:lnTo>
                    <a:pt x="4283750" y="895844"/>
                  </a:lnTo>
                  <a:lnTo>
                    <a:pt x="4283843" y="895844"/>
                  </a:lnTo>
                  <a:lnTo>
                    <a:pt x="4283937" y="895844"/>
                  </a:lnTo>
                  <a:lnTo>
                    <a:pt x="4284030" y="895844"/>
                  </a:lnTo>
                  <a:lnTo>
                    <a:pt x="4284123" y="895844"/>
                  </a:lnTo>
                  <a:lnTo>
                    <a:pt x="4284216" y="895844"/>
                  </a:lnTo>
                  <a:lnTo>
                    <a:pt x="4284310" y="895844"/>
                  </a:lnTo>
                  <a:lnTo>
                    <a:pt x="4284403" y="895844"/>
                  </a:lnTo>
                  <a:lnTo>
                    <a:pt x="4284496" y="895844"/>
                  </a:lnTo>
                  <a:lnTo>
                    <a:pt x="4284589" y="895844"/>
                  </a:lnTo>
                  <a:lnTo>
                    <a:pt x="4284683" y="895844"/>
                  </a:lnTo>
                  <a:lnTo>
                    <a:pt x="4284776" y="895844"/>
                  </a:lnTo>
                  <a:lnTo>
                    <a:pt x="4284869" y="895844"/>
                  </a:lnTo>
                  <a:lnTo>
                    <a:pt x="4284962" y="895844"/>
                  </a:lnTo>
                  <a:lnTo>
                    <a:pt x="4285056" y="895844"/>
                  </a:lnTo>
                  <a:lnTo>
                    <a:pt x="4285149" y="895844"/>
                  </a:lnTo>
                  <a:lnTo>
                    <a:pt x="4285242" y="895844"/>
                  </a:lnTo>
                  <a:lnTo>
                    <a:pt x="4285335" y="895844"/>
                  </a:lnTo>
                  <a:lnTo>
                    <a:pt x="4285335" y="885890"/>
                  </a:lnTo>
                  <a:lnTo>
                    <a:pt x="4285429" y="885890"/>
                  </a:lnTo>
                  <a:lnTo>
                    <a:pt x="4285522" y="885890"/>
                  </a:lnTo>
                  <a:lnTo>
                    <a:pt x="4285615" y="885890"/>
                  </a:lnTo>
                  <a:lnTo>
                    <a:pt x="4285708" y="885890"/>
                  </a:lnTo>
                  <a:lnTo>
                    <a:pt x="4285802" y="885890"/>
                  </a:lnTo>
                  <a:lnTo>
                    <a:pt x="4285895" y="885890"/>
                  </a:lnTo>
                  <a:lnTo>
                    <a:pt x="4285988" y="885890"/>
                  </a:lnTo>
                  <a:lnTo>
                    <a:pt x="4286081" y="885890"/>
                  </a:lnTo>
                  <a:lnTo>
                    <a:pt x="4286175" y="885890"/>
                  </a:lnTo>
                  <a:lnTo>
                    <a:pt x="4286268" y="885890"/>
                  </a:lnTo>
                  <a:lnTo>
                    <a:pt x="4286361" y="885890"/>
                  </a:lnTo>
                  <a:lnTo>
                    <a:pt x="4286454" y="885890"/>
                  </a:lnTo>
                  <a:lnTo>
                    <a:pt x="4286548" y="885890"/>
                  </a:lnTo>
                  <a:lnTo>
                    <a:pt x="4286641" y="885890"/>
                  </a:lnTo>
                  <a:lnTo>
                    <a:pt x="4286734" y="885890"/>
                  </a:lnTo>
                  <a:lnTo>
                    <a:pt x="4286827" y="885890"/>
                  </a:lnTo>
                  <a:lnTo>
                    <a:pt x="4286921" y="885890"/>
                  </a:lnTo>
                  <a:lnTo>
                    <a:pt x="4287014" y="885890"/>
                  </a:lnTo>
                  <a:lnTo>
                    <a:pt x="4287107" y="885890"/>
                  </a:lnTo>
                  <a:lnTo>
                    <a:pt x="4287200" y="885890"/>
                  </a:lnTo>
                  <a:lnTo>
                    <a:pt x="4287294" y="885890"/>
                  </a:lnTo>
                  <a:lnTo>
                    <a:pt x="4287387" y="885890"/>
                  </a:lnTo>
                  <a:lnTo>
                    <a:pt x="4287480" y="885890"/>
                  </a:lnTo>
                  <a:lnTo>
                    <a:pt x="4287573" y="885890"/>
                  </a:lnTo>
                  <a:lnTo>
                    <a:pt x="4287666" y="885890"/>
                  </a:lnTo>
                  <a:lnTo>
                    <a:pt x="4287760" y="885890"/>
                  </a:lnTo>
                  <a:lnTo>
                    <a:pt x="4287853" y="885890"/>
                  </a:lnTo>
                  <a:lnTo>
                    <a:pt x="4287946" y="885890"/>
                  </a:lnTo>
                  <a:lnTo>
                    <a:pt x="4288039" y="885890"/>
                  </a:lnTo>
                  <a:lnTo>
                    <a:pt x="4288133" y="885890"/>
                  </a:lnTo>
                  <a:lnTo>
                    <a:pt x="4288226" y="885890"/>
                  </a:lnTo>
                  <a:lnTo>
                    <a:pt x="4288319" y="885890"/>
                  </a:lnTo>
                  <a:lnTo>
                    <a:pt x="4288412" y="885890"/>
                  </a:lnTo>
                  <a:lnTo>
                    <a:pt x="4288506" y="885890"/>
                  </a:lnTo>
                  <a:lnTo>
                    <a:pt x="4288599" y="885890"/>
                  </a:lnTo>
                  <a:lnTo>
                    <a:pt x="4288692" y="885890"/>
                  </a:lnTo>
                  <a:lnTo>
                    <a:pt x="4288785" y="885890"/>
                  </a:lnTo>
                  <a:lnTo>
                    <a:pt x="4288879" y="885890"/>
                  </a:lnTo>
                  <a:lnTo>
                    <a:pt x="4288972" y="885890"/>
                  </a:lnTo>
                  <a:lnTo>
                    <a:pt x="4289065" y="885890"/>
                  </a:lnTo>
                  <a:lnTo>
                    <a:pt x="4289158" y="885890"/>
                  </a:lnTo>
                  <a:lnTo>
                    <a:pt x="4289252" y="885890"/>
                  </a:lnTo>
                  <a:lnTo>
                    <a:pt x="4289345" y="885890"/>
                  </a:lnTo>
                  <a:lnTo>
                    <a:pt x="4289438" y="885890"/>
                  </a:lnTo>
                  <a:lnTo>
                    <a:pt x="4289531" y="885890"/>
                  </a:lnTo>
                  <a:lnTo>
                    <a:pt x="4289625" y="885890"/>
                  </a:lnTo>
                  <a:lnTo>
                    <a:pt x="4289718" y="885890"/>
                  </a:lnTo>
                  <a:lnTo>
                    <a:pt x="4289811" y="885890"/>
                  </a:lnTo>
                  <a:lnTo>
                    <a:pt x="4289811" y="875936"/>
                  </a:lnTo>
                  <a:lnTo>
                    <a:pt x="4289904" y="875936"/>
                  </a:lnTo>
                  <a:lnTo>
                    <a:pt x="4289998" y="875936"/>
                  </a:lnTo>
                  <a:lnTo>
                    <a:pt x="4290091" y="875936"/>
                  </a:lnTo>
                  <a:lnTo>
                    <a:pt x="4290184" y="875936"/>
                  </a:lnTo>
                  <a:lnTo>
                    <a:pt x="4290277" y="875936"/>
                  </a:lnTo>
                  <a:lnTo>
                    <a:pt x="4290371" y="875936"/>
                  </a:lnTo>
                  <a:lnTo>
                    <a:pt x="4290464" y="875936"/>
                  </a:lnTo>
                  <a:lnTo>
                    <a:pt x="4290557" y="875936"/>
                  </a:lnTo>
                  <a:lnTo>
                    <a:pt x="4290650" y="875936"/>
                  </a:lnTo>
                  <a:lnTo>
                    <a:pt x="4290744" y="875936"/>
                  </a:lnTo>
                  <a:lnTo>
                    <a:pt x="4290837" y="875936"/>
                  </a:lnTo>
                  <a:lnTo>
                    <a:pt x="4290930" y="875936"/>
                  </a:lnTo>
                  <a:lnTo>
                    <a:pt x="4291023" y="875936"/>
                  </a:lnTo>
                  <a:lnTo>
                    <a:pt x="4291117" y="875936"/>
                  </a:lnTo>
                  <a:lnTo>
                    <a:pt x="4291210" y="875936"/>
                  </a:lnTo>
                  <a:lnTo>
                    <a:pt x="4291303" y="875936"/>
                  </a:lnTo>
                  <a:lnTo>
                    <a:pt x="4291396" y="875936"/>
                  </a:lnTo>
                  <a:lnTo>
                    <a:pt x="4291490" y="875936"/>
                  </a:lnTo>
                  <a:lnTo>
                    <a:pt x="4291583" y="875936"/>
                  </a:lnTo>
                  <a:lnTo>
                    <a:pt x="4291676" y="875936"/>
                  </a:lnTo>
                  <a:lnTo>
                    <a:pt x="4291769" y="875936"/>
                  </a:lnTo>
                  <a:lnTo>
                    <a:pt x="4291863" y="875936"/>
                  </a:lnTo>
                  <a:lnTo>
                    <a:pt x="4291956" y="875936"/>
                  </a:lnTo>
                  <a:lnTo>
                    <a:pt x="4292049" y="875936"/>
                  </a:lnTo>
                  <a:lnTo>
                    <a:pt x="4292142" y="875936"/>
                  </a:lnTo>
                  <a:lnTo>
                    <a:pt x="4292236" y="875936"/>
                  </a:lnTo>
                  <a:lnTo>
                    <a:pt x="4292329" y="875936"/>
                  </a:lnTo>
                  <a:lnTo>
                    <a:pt x="4292422" y="875936"/>
                  </a:lnTo>
                  <a:lnTo>
                    <a:pt x="4292515" y="875936"/>
                  </a:lnTo>
                  <a:lnTo>
                    <a:pt x="4292609" y="875936"/>
                  </a:lnTo>
                  <a:lnTo>
                    <a:pt x="4292702" y="875936"/>
                  </a:lnTo>
                  <a:lnTo>
                    <a:pt x="4292795" y="875936"/>
                  </a:lnTo>
                  <a:lnTo>
                    <a:pt x="4292888" y="875936"/>
                  </a:lnTo>
                  <a:lnTo>
                    <a:pt x="4292982" y="875936"/>
                  </a:lnTo>
                  <a:lnTo>
                    <a:pt x="4293075" y="875936"/>
                  </a:lnTo>
                  <a:lnTo>
                    <a:pt x="4293168" y="875936"/>
                  </a:lnTo>
                  <a:lnTo>
                    <a:pt x="4293261" y="875936"/>
                  </a:lnTo>
                  <a:lnTo>
                    <a:pt x="4293355" y="875936"/>
                  </a:lnTo>
                  <a:lnTo>
                    <a:pt x="4293448" y="875936"/>
                  </a:lnTo>
                  <a:lnTo>
                    <a:pt x="4293541" y="875936"/>
                  </a:lnTo>
                  <a:lnTo>
                    <a:pt x="4293634" y="875936"/>
                  </a:lnTo>
                  <a:lnTo>
                    <a:pt x="4293634" y="865982"/>
                  </a:lnTo>
                  <a:lnTo>
                    <a:pt x="4293728" y="865982"/>
                  </a:lnTo>
                  <a:lnTo>
                    <a:pt x="4293821" y="865982"/>
                  </a:lnTo>
                  <a:lnTo>
                    <a:pt x="4293914" y="865982"/>
                  </a:lnTo>
                  <a:lnTo>
                    <a:pt x="4294007" y="865982"/>
                  </a:lnTo>
                  <a:lnTo>
                    <a:pt x="4294101" y="865982"/>
                  </a:lnTo>
                  <a:lnTo>
                    <a:pt x="4294194" y="865982"/>
                  </a:lnTo>
                  <a:lnTo>
                    <a:pt x="4294287" y="865982"/>
                  </a:lnTo>
                  <a:lnTo>
                    <a:pt x="4294380" y="865982"/>
                  </a:lnTo>
                  <a:lnTo>
                    <a:pt x="4294474" y="865982"/>
                  </a:lnTo>
                  <a:lnTo>
                    <a:pt x="4294567" y="865982"/>
                  </a:lnTo>
                  <a:lnTo>
                    <a:pt x="4294660" y="865982"/>
                  </a:lnTo>
                  <a:lnTo>
                    <a:pt x="4294753" y="865982"/>
                  </a:lnTo>
                  <a:lnTo>
                    <a:pt x="4294846" y="865982"/>
                  </a:lnTo>
                  <a:lnTo>
                    <a:pt x="4294940" y="865982"/>
                  </a:lnTo>
                  <a:lnTo>
                    <a:pt x="4295033" y="865982"/>
                  </a:lnTo>
                  <a:lnTo>
                    <a:pt x="4295126" y="865982"/>
                  </a:lnTo>
                  <a:lnTo>
                    <a:pt x="4295219" y="865982"/>
                  </a:lnTo>
                  <a:lnTo>
                    <a:pt x="4295313" y="865982"/>
                  </a:lnTo>
                  <a:lnTo>
                    <a:pt x="4295406" y="865982"/>
                  </a:lnTo>
                  <a:lnTo>
                    <a:pt x="4295499" y="865982"/>
                  </a:lnTo>
                  <a:lnTo>
                    <a:pt x="4295592" y="865982"/>
                  </a:lnTo>
                  <a:lnTo>
                    <a:pt x="4295686" y="865982"/>
                  </a:lnTo>
                  <a:lnTo>
                    <a:pt x="4295779" y="865982"/>
                  </a:lnTo>
                  <a:lnTo>
                    <a:pt x="4295872" y="865982"/>
                  </a:lnTo>
                  <a:lnTo>
                    <a:pt x="4295965" y="865982"/>
                  </a:lnTo>
                  <a:lnTo>
                    <a:pt x="4296059" y="865982"/>
                  </a:lnTo>
                  <a:lnTo>
                    <a:pt x="4296152" y="865982"/>
                  </a:lnTo>
                  <a:lnTo>
                    <a:pt x="4296245" y="865982"/>
                  </a:lnTo>
                  <a:lnTo>
                    <a:pt x="4296338" y="865982"/>
                  </a:lnTo>
                  <a:lnTo>
                    <a:pt x="4296432" y="865982"/>
                  </a:lnTo>
                  <a:lnTo>
                    <a:pt x="4296525" y="865982"/>
                  </a:lnTo>
                  <a:lnTo>
                    <a:pt x="4296618" y="865982"/>
                  </a:lnTo>
                  <a:lnTo>
                    <a:pt x="4296711" y="865982"/>
                  </a:lnTo>
                  <a:lnTo>
                    <a:pt x="4296805" y="865982"/>
                  </a:lnTo>
                  <a:lnTo>
                    <a:pt x="4296898" y="865982"/>
                  </a:lnTo>
                  <a:lnTo>
                    <a:pt x="4296991" y="865982"/>
                  </a:lnTo>
                  <a:lnTo>
                    <a:pt x="4297084" y="865982"/>
                  </a:lnTo>
                  <a:lnTo>
                    <a:pt x="4297178" y="865982"/>
                  </a:lnTo>
                  <a:lnTo>
                    <a:pt x="4297271" y="865982"/>
                  </a:lnTo>
                  <a:lnTo>
                    <a:pt x="4297364" y="865982"/>
                  </a:lnTo>
                  <a:lnTo>
                    <a:pt x="4297457" y="865982"/>
                  </a:lnTo>
                  <a:lnTo>
                    <a:pt x="4297551" y="865982"/>
                  </a:lnTo>
                  <a:lnTo>
                    <a:pt x="4297644" y="865982"/>
                  </a:lnTo>
                  <a:lnTo>
                    <a:pt x="4297737" y="865982"/>
                  </a:lnTo>
                  <a:lnTo>
                    <a:pt x="4297830" y="865982"/>
                  </a:lnTo>
                  <a:lnTo>
                    <a:pt x="4297924" y="865982"/>
                  </a:lnTo>
                  <a:lnTo>
                    <a:pt x="4298017" y="865982"/>
                  </a:lnTo>
                  <a:lnTo>
                    <a:pt x="4298110" y="865982"/>
                  </a:lnTo>
                  <a:lnTo>
                    <a:pt x="4298203" y="865982"/>
                  </a:lnTo>
                  <a:lnTo>
                    <a:pt x="4298297" y="865982"/>
                  </a:lnTo>
                  <a:lnTo>
                    <a:pt x="4298390" y="865982"/>
                  </a:lnTo>
                  <a:lnTo>
                    <a:pt x="4298483" y="865982"/>
                  </a:lnTo>
                  <a:lnTo>
                    <a:pt x="4298576" y="865982"/>
                  </a:lnTo>
                  <a:lnTo>
                    <a:pt x="4298670" y="865982"/>
                  </a:lnTo>
                  <a:lnTo>
                    <a:pt x="4298763" y="865982"/>
                  </a:lnTo>
                  <a:lnTo>
                    <a:pt x="4298856" y="865982"/>
                  </a:lnTo>
                  <a:lnTo>
                    <a:pt x="4298949" y="865982"/>
                  </a:lnTo>
                  <a:lnTo>
                    <a:pt x="4299043" y="865982"/>
                  </a:lnTo>
                  <a:lnTo>
                    <a:pt x="4299136" y="865982"/>
                  </a:lnTo>
                  <a:lnTo>
                    <a:pt x="4299229" y="865982"/>
                  </a:lnTo>
                  <a:lnTo>
                    <a:pt x="4299322" y="865982"/>
                  </a:lnTo>
                  <a:lnTo>
                    <a:pt x="4299416" y="865982"/>
                  </a:lnTo>
                  <a:lnTo>
                    <a:pt x="4299509" y="865982"/>
                  </a:lnTo>
                  <a:lnTo>
                    <a:pt x="4299602" y="865982"/>
                  </a:lnTo>
                  <a:lnTo>
                    <a:pt x="4299695" y="865982"/>
                  </a:lnTo>
                  <a:lnTo>
                    <a:pt x="4299789" y="865982"/>
                  </a:lnTo>
                  <a:lnTo>
                    <a:pt x="4299882" y="865982"/>
                  </a:lnTo>
                  <a:lnTo>
                    <a:pt x="4299975" y="865982"/>
                  </a:lnTo>
                  <a:lnTo>
                    <a:pt x="4300068" y="865982"/>
                  </a:lnTo>
                  <a:lnTo>
                    <a:pt x="4300162" y="865982"/>
                  </a:lnTo>
                  <a:lnTo>
                    <a:pt x="4300255" y="865982"/>
                  </a:lnTo>
                  <a:lnTo>
                    <a:pt x="4300348" y="865982"/>
                  </a:lnTo>
                  <a:lnTo>
                    <a:pt x="4300441" y="865982"/>
                  </a:lnTo>
                  <a:lnTo>
                    <a:pt x="4300535" y="865982"/>
                  </a:lnTo>
                  <a:lnTo>
                    <a:pt x="4300628" y="865982"/>
                  </a:lnTo>
                  <a:lnTo>
                    <a:pt x="4300721" y="865982"/>
                  </a:lnTo>
                  <a:lnTo>
                    <a:pt x="4300814" y="865982"/>
                  </a:lnTo>
                  <a:lnTo>
                    <a:pt x="4300908" y="865982"/>
                  </a:lnTo>
                  <a:lnTo>
                    <a:pt x="4301001" y="865982"/>
                  </a:lnTo>
                  <a:lnTo>
                    <a:pt x="4301094" y="865982"/>
                  </a:lnTo>
                  <a:lnTo>
                    <a:pt x="4301187" y="865982"/>
                  </a:lnTo>
                  <a:lnTo>
                    <a:pt x="4301281" y="865982"/>
                  </a:lnTo>
                  <a:lnTo>
                    <a:pt x="4301374" y="865982"/>
                  </a:lnTo>
                  <a:lnTo>
                    <a:pt x="4301467" y="865982"/>
                  </a:lnTo>
                  <a:lnTo>
                    <a:pt x="4301560" y="865982"/>
                  </a:lnTo>
                  <a:lnTo>
                    <a:pt x="4301653" y="865982"/>
                  </a:lnTo>
                  <a:lnTo>
                    <a:pt x="4301747" y="865982"/>
                  </a:lnTo>
                  <a:lnTo>
                    <a:pt x="4301840" y="865982"/>
                  </a:lnTo>
                  <a:lnTo>
                    <a:pt x="4301933" y="865982"/>
                  </a:lnTo>
                  <a:lnTo>
                    <a:pt x="4302026" y="865982"/>
                  </a:lnTo>
                  <a:lnTo>
                    <a:pt x="4302120" y="865982"/>
                  </a:lnTo>
                  <a:lnTo>
                    <a:pt x="4302213" y="865982"/>
                  </a:lnTo>
                  <a:lnTo>
                    <a:pt x="4302306" y="865982"/>
                  </a:lnTo>
                  <a:lnTo>
                    <a:pt x="4302399" y="865982"/>
                  </a:lnTo>
                  <a:lnTo>
                    <a:pt x="4302493" y="865982"/>
                  </a:lnTo>
                  <a:lnTo>
                    <a:pt x="4302586" y="865982"/>
                  </a:lnTo>
                  <a:lnTo>
                    <a:pt x="4302679" y="865982"/>
                  </a:lnTo>
                  <a:lnTo>
                    <a:pt x="4302772" y="865982"/>
                  </a:lnTo>
                  <a:lnTo>
                    <a:pt x="4302866" y="865982"/>
                  </a:lnTo>
                  <a:lnTo>
                    <a:pt x="4302959" y="865982"/>
                  </a:lnTo>
                  <a:lnTo>
                    <a:pt x="4303052" y="865982"/>
                  </a:lnTo>
                  <a:lnTo>
                    <a:pt x="4303145" y="865982"/>
                  </a:lnTo>
                  <a:lnTo>
                    <a:pt x="4303239" y="865982"/>
                  </a:lnTo>
                  <a:lnTo>
                    <a:pt x="4303332" y="865982"/>
                  </a:lnTo>
                  <a:lnTo>
                    <a:pt x="4303425" y="865982"/>
                  </a:lnTo>
                  <a:lnTo>
                    <a:pt x="4303518" y="865982"/>
                  </a:lnTo>
                  <a:lnTo>
                    <a:pt x="4303612" y="865982"/>
                  </a:lnTo>
                  <a:lnTo>
                    <a:pt x="4303705" y="865982"/>
                  </a:lnTo>
                  <a:lnTo>
                    <a:pt x="4303798" y="865982"/>
                  </a:lnTo>
                  <a:lnTo>
                    <a:pt x="4303891" y="865982"/>
                  </a:lnTo>
                  <a:lnTo>
                    <a:pt x="4303985" y="865982"/>
                  </a:lnTo>
                  <a:lnTo>
                    <a:pt x="4304078" y="865982"/>
                  </a:lnTo>
                  <a:lnTo>
                    <a:pt x="4304171" y="865982"/>
                  </a:lnTo>
                  <a:lnTo>
                    <a:pt x="4304264" y="865982"/>
                  </a:lnTo>
                  <a:lnTo>
                    <a:pt x="4304358" y="865982"/>
                  </a:lnTo>
                  <a:lnTo>
                    <a:pt x="4304451" y="865982"/>
                  </a:lnTo>
                  <a:lnTo>
                    <a:pt x="4304544" y="865982"/>
                  </a:lnTo>
                  <a:lnTo>
                    <a:pt x="4304637" y="865982"/>
                  </a:lnTo>
                  <a:lnTo>
                    <a:pt x="4304731" y="865982"/>
                  </a:lnTo>
                  <a:lnTo>
                    <a:pt x="4304824" y="865982"/>
                  </a:lnTo>
                  <a:lnTo>
                    <a:pt x="4304917" y="865982"/>
                  </a:lnTo>
                  <a:lnTo>
                    <a:pt x="4305010" y="865982"/>
                  </a:lnTo>
                  <a:lnTo>
                    <a:pt x="4305104" y="865982"/>
                  </a:lnTo>
                  <a:lnTo>
                    <a:pt x="4305197" y="865982"/>
                  </a:lnTo>
                  <a:lnTo>
                    <a:pt x="4305290" y="865982"/>
                  </a:lnTo>
                  <a:lnTo>
                    <a:pt x="4305383" y="865982"/>
                  </a:lnTo>
                  <a:lnTo>
                    <a:pt x="4305477" y="865982"/>
                  </a:lnTo>
                  <a:lnTo>
                    <a:pt x="4305570" y="865982"/>
                  </a:lnTo>
                  <a:lnTo>
                    <a:pt x="4305663" y="865982"/>
                  </a:lnTo>
                  <a:lnTo>
                    <a:pt x="4305756" y="865982"/>
                  </a:lnTo>
                  <a:lnTo>
                    <a:pt x="4305850" y="865982"/>
                  </a:lnTo>
                  <a:lnTo>
                    <a:pt x="4305943" y="865982"/>
                  </a:lnTo>
                  <a:lnTo>
                    <a:pt x="4306036" y="865982"/>
                  </a:lnTo>
                  <a:lnTo>
                    <a:pt x="4306129" y="865982"/>
                  </a:lnTo>
                  <a:lnTo>
                    <a:pt x="4306223" y="865982"/>
                  </a:lnTo>
                  <a:lnTo>
                    <a:pt x="4306316" y="865982"/>
                  </a:lnTo>
                  <a:lnTo>
                    <a:pt x="4306409" y="865982"/>
                  </a:lnTo>
                  <a:lnTo>
                    <a:pt x="4306502" y="865982"/>
                  </a:lnTo>
                  <a:lnTo>
                    <a:pt x="4306596" y="865982"/>
                  </a:lnTo>
                  <a:lnTo>
                    <a:pt x="4306689" y="865982"/>
                  </a:lnTo>
                  <a:lnTo>
                    <a:pt x="4306782" y="865982"/>
                  </a:lnTo>
                  <a:lnTo>
                    <a:pt x="4306875" y="865982"/>
                  </a:lnTo>
                  <a:lnTo>
                    <a:pt x="4306969" y="865982"/>
                  </a:lnTo>
                  <a:lnTo>
                    <a:pt x="4307062" y="865982"/>
                  </a:lnTo>
                  <a:lnTo>
                    <a:pt x="4307155" y="865982"/>
                  </a:lnTo>
                  <a:lnTo>
                    <a:pt x="4307248" y="865982"/>
                  </a:lnTo>
                  <a:lnTo>
                    <a:pt x="4307342" y="865982"/>
                  </a:lnTo>
                  <a:lnTo>
                    <a:pt x="4307435" y="865982"/>
                  </a:lnTo>
                  <a:lnTo>
                    <a:pt x="4307528" y="865982"/>
                  </a:lnTo>
                  <a:lnTo>
                    <a:pt x="4307621" y="865982"/>
                  </a:lnTo>
                  <a:lnTo>
                    <a:pt x="4307715" y="865982"/>
                  </a:lnTo>
                  <a:lnTo>
                    <a:pt x="4307808" y="865982"/>
                  </a:lnTo>
                  <a:lnTo>
                    <a:pt x="4307901" y="865982"/>
                  </a:lnTo>
                  <a:lnTo>
                    <a:pt x="4307994" y="865982"/>
                  </a:lnTo>
                  <a:lnTo>
                    <a:pt x="4308088" y="865982"/>
                  </a:lnTo>
                  <a:lnTo>
                    <a:pt x="4308181" y="865982"/>
                  </a:lnTo>
                  <a:lnTo>
                    <a:pt x="4308274" y="865982"/>
                  </a:lnTo>
                  <a:lnTo>
                    <a:pt x="4308367" y="865982"/>
                  </a:lnTo>
                  <a:lnTo>
                    <a:pt x="4308460" y="865982"/>
                  </a:lnTo>
                  <a:lnTo>
                    <a:pt x="4308554" y="865982"/>
                  </a:lnTo>
                  <a:lnTo>
                    <a:pt x="4308647" y="865982"/>
                  </a:lnTo>
                  <a:lnTo>
                    <a:pt x="4308740" y="865982"/>
                  </a:lnTo>
                  <a:lnTo>
                    <a:pt x="4308833" y="865982"/>
                  </a:lnTo>
                  <a:lnTo>
                    <a:pt x="4308927" y="865982"/>
                  </a:lnTo>
                  <a:lnTo>
                    <a:pt x="4309020" y="865982"/>
                  </a:lnTo>
                  <a:lnTo>
                    <a:pt x="4309113" y="865982"/>
                  </a:lnTo>
                  <a:lnTo>
                    <a:pt x="4309206" y="865982"/>
                  </a:lnTo>
                  <a:lnTo>
                    <a:pt x="4309300" y="865982"/>
                  </a:lnTo>
                  <a:lnTo>
                    <a:pt x="4309393" y="865982"/>
                  </a:lnTo>
                  <a:lnTo>
                    <a:pt x="4309486" y="865982"/>
                  </a:lnTo>
                  <a:lnTo>
                    <a:pt x="4309579" y="865982"/>
                  </a:lnTo>
                  <a:lnTo>
                    <a:pt x="4309673" y="865982"/>
                  </a:lnTo>
                  <a:lnTo>
                    <a:pt x="4309766" y="865982"/>
                  </a:lnTo>
                  <a:lnTo>
                    <a:pt x="4309859" y="865982"/>
                  </a:lnTo>
                  <a:lnTo>
                    <a:pt x="4309952" y="865982"/>
                  </a:lnTo>
                  <a:lnTo>
                    <a:pt x="4310046" y="865982"/>
                  </a:lnTo>
                  <a:lnTo>
                    <a:pt x="4310139" y="865982"/>
                  </a:lnTo>
                  <a:lnTo>
                    <a:pt x="4310232" y="865982"/>
                  </a:lnTo>
                  <a:lnTo>
                    <a:pt x="4310325" y="865982"/>
                  </a:lnTo>
                  <a:lnTo>
                    <a:pt x="4310419" y="865982"/>
                  </a:lnTo>
                  <a:lnTo>
                    <a:pt x="4310512" y="865982"/>
                  </a:lnTo>
                  <a:lnTo>
                    <a:pt x="4310605" y="865982"/>
                  </a:lnTo>
                  <a:lnTo>
                    <a:pt x="4310698" y="865982"/>
                  </a:lnTo>
                  <a:lnTo>
                    <a:pt x="4310792" y="865982"/>
                  </a:lnTo>
                  <a:lnTo>
                    <a:pt x="4310885" y="865982"/>
                  </a:lnTo>
                  <a:lnTo>
                    <a:pt x="4310978" y="865982"/>
                  </a:lnTo>
                  <a:lnTo>
                    <a:pt x="4311071" y="865982"/>
                  </a:lnTo>
                  <a:lnTo>
                    <a:pt x="4311165" y="865982"/>
                  </a:lnTo>
                  <a:lnTo>
                    <a:pt x="4311258" y="865982"/>
                  </a:lnTo>
                  <a:lnTo>
                    <a:pt x="4311351" y="865982"/>
                  </a:lnTo>
                  <a:lnTo>
                    <a:pt x="4311444" y="865982"/>
                  </a:lnTo>
                  <a:lnTo>
                    <a:pt x="4311538" y="865982"/>
                  </a:lnTo>
                  <a:lnTo>
                    <a:pt x="4311631" y="865982"/>
                  </a:lnTo>
                  <a:lnTo>
                    <a:pt x="4311724" y="865982"/>
                  </a:lnTo>
                  <a:lnTo>
                    <a:pt x="4311817" y="865982"/>
                  </a:lnTo>
                  <a:lnTo>
                    <a:pt x="4311911" y="865982"/>
                  </a:lnTo>
                  <a:lnTo>
                    <a:pt x="4312004" y="865982"/>
                  </a:lnTo>
                  <a:lnTo>
                    <a:pt x="4312097" y="865982"/>
                  </a:lnTo>
                  <a:lnTo>
                    <a:pt x="4312190" y="865982"/>
                  </a:lnTo>
                  <a:lnTo>
                    <a:pt x="4312284" y="865982"/>
                  </a:lnTo>
                  <a:lnTo>
                    <a:pt x="4312377" y="865982"/>
                  </a:lnTo>
                  <a:lnTo>
                    <a:pt x="4312470" y="865982"/>
                  </a:lnTo>
                  <a:lnTo>
                    <a:pt x="4312563" y="865982"/>
                  </a:lnTo>
                  <a:lnTo>
                    <a:pt x="4312657" y="865982"/>
                  </a:lnTo>
                  <a:lnTo>
                    <a:pt x="4312750" y="865982"/>
                  </a:lnTo>
                  <a:lnTo>
                    <a:pt x="4312843" y="865982"/>
                  </a:lnTo>
                  <a:lnTo>
                    <a:pt x="4312936" y="865982"/>
                  </a:lnTo>
                  <a:lnTo>
                    <a:pt x="4313030" y="865982"/>
                  </a:lnTo>
                  <a:lnTo>
                    <a:pt x="4313123" y="865982"/>
                  </a:lnTo>
                  <a:lnTo>
                    <a:pt x="4313216" y="865982"/>
                  </a:lnTo>
                  <a:lnTo>
                    <a:pt x="4313309" y="865982"/>
                  </a:lnTo>
                  <a:lnTo>
                    <a:pt x="4313403" y="865982"/>
                  </a:lnTo>
                  <a:lnTo>
                    <a:pt x="4313496" y="865982"/>
                  </a:lnTo>
                  <a:lnTo>
                    <a:pt x="4313589" y="865982"/>
                  </a:lnTo>
                  <a:lnTo>
                    <a:pt x="4313682" y="865982"/>
                  </a:lnTo>
                  <a:lnTo>
                    <a:pt x="4313776" y="865982"/>
                  </a:lnTo>
                  <a:lnTo>
                    <a:pt x="4313869" y="865982"/>
                  </a:lnTo>
                  <a:lnTo>
                    <a:pt x="4313962" y="865982"/>
                  </a:lnTo>
                  <a:lnTo>
                    <a:pt x="4314055" y="865982"/>
                  </a:lnTo>
                  <a:lnTo>
                    <a:pt x="4314149" y="865982"/>
                  </a:lnTo>
                  <a:lnTo>
                    <a:pt x="4314242" y="865982"/>
                  </a:lnTo>
                  <a:lnTo>
                    <a:pt x="4314335" y="865982"/>
                  </a:lnTo>
                  <a:lnTo>
                    <a:pt x="4314428" y="865982"/>
                  </a:lnTo>
                  <a:lnTo>
                    <a:pt x="4314522" y="865982"/>
                  </a:lnTo>
                  <a:lnTo>
                    <a:pt x="4314615" y="865982"/>
                  </a:lnTo>
                  <a:lnTo>
                    <a:pt x="4314708" y="865982"/>
                  </a:lnTo>
                  <a:lnTo>
                    <a:pt x="4314801" y="865982"/>
                  </a:lnTo>
                  <a:lnTo>
                    <a:pt x="4314895" y="865982"/>
                  </a:lnTo>
                  <a:lnTo>
                    <a:pt x="4314988" y="865982"/>
                  </a:lnTo>
                  <a:lnTo>
                    <a:pt x="4315081" y="865982"/>
                  </a:lnTo>
                  <a:lnTo>
                    <a:pt x="4315174" y="865982"/>
                  </a:lnTo>
                  <a:lnTo>
                    <a:pt x="4315268" y="865982"/>
                  </a:lnTo>
                  <a:lnTo>
                    <a:pt x="4315361" y="865982"/>
                  </a:lnTo>
                  <a:lnTo>
                    <a:pt x="4315454" y="865982"/>
                  </a:lnTo>
                  <a:lnTo>
                    <a:pt x="4315547" y="865982"/>
                  </a:lnTo>
                  <a:lnTo>
                    <a:pt x="4315640" y="865982"/>
                  </a:lnTo>
                  <a:lnTo>
                    <a:pt x="4315734" y="865982"/>
                  </a:lnTo>
                  <a:lnTo>
                    <a:pt x="4315827" y="865982"/>
                  </a:lnTo>
                  <a:lnTo>
                    <a:pt x="4315920" y="865982"/>
                  </a:lnTo>
                  <a:lnTo>
                    <a:pt x="4316013" y="865982"/>
                  </a:lnTo>
                  <a:lnTo>
                    <a:pt x="4316107" y="865982"/>
                  </a:lnTo>
                  <a:lnTo>
                    <a:pt x="4316200" y="865982"/>
                  </a:lnTo>
                  <a:lnTo>
                    <a:pt x="4316293" y="865982"/>
                  </a:lnTo>
                  <a:lnTo>
                    <a:pt x="4316386" y="865982"/>
                  </a:lnTo>
                  <a:lnTo>
                    <a:pt x="4316480" y="865982"/>
                  </a:lnTo>
                  <a:lnTo>
                    <a:pt x="4316573" y="865982"/>
                  </a:lnTo>
                  <a:lnTo>
                    <a:pt x="4316666" y="865982"/>
                  </a:lnTo>
                  <a:lnTo>
                    <a:pt x="4316759" y="865982"/>
                  </a:lnTo>
                  <a:lnTo>
                    <a:pt x="4316853" y="865982"/>
                  </a:lnTo>
                  <a:lnTo>
                    <a:pt x="4316946" y="865982"/>
                  </a:lnTo>
                  <a:lnTo>
                    <a:pt x="4317039" y="865982"/>
                  </a:lnTo>
                  <a:lnTo>
                    <a:pt x="4317132" y="865982"/>
                  </a:lnTo>
                  <a:lnTo>
                    <a:pt x="4317226" y="865982"/>
                  </a:lnTo>
                  <a:lnTo>
                    <a:pt x="4317319" y="865982"/>
                  </a:lnTo>
                  <a:lnTo>
                    <a:pt x="4317412" y="865982"/>
                  </a:lnTo>
                  <a:lnTo>
                    <a:pt x="4317505" y="865982"/>
                  </a:lnTo>
                  <a:lnTo>
                    <a:pt x="4317599" y="865982"/>
                  </a:lnTo>
                  <a:lnTo>
                    <a:pt x="4317692" y="865982"/>
                  </a:lnTo>
                  <a:lnTo>
                    <a:pt x="4317785" y="865982"/>
                  </a:lnTo>
                  <a:lnTo>
                    <a:pt x="4317878" y="865982"/>
                  </a:lnTo>
                  <a:lnTo>
                    <a:pt x="4317972" y="865982"/>
                  </a:lnTo>
                  <a:lnTo>
                    <a:pt x="4318065" y="865982"/>
                  </a:lnTo>
                  <a:lnTo>
                    <a:pt x="4318158" y="865982"/>
                  </a:lnTo>
                  <a:lnTo>
                    <a:pt x="4318251" y="865982"/>
                  </a:lnTo>
                  <a:lnTo>
                    <a:pt x="4318345" y="865982"/>
                  </a:lnTo>
                  <a:lnTo>
                    <a:pt x="4318438" y="865982"/>
                  </a:lnTo>
                  <a:lnTo>
                    <a:pt x="4318531" y="865982"/>
                  </a:lnTo>
                  <a:lnTo>
                    <a:pt x="4318624" y="865982"/>
                  </a:lnTo>
                  <a:lnTo>
                    <a:pt x="4318718" y="865982"/>
                  </a:lnTo>
                  <a:lnTo>
                    <a:pt x="4318811" y="865982"/>
                  </a:lnTo>
                  <a:lnTo>
                    <a:pt x="4318904" y="865982"/>
                  </a:lnTo>
                  <a:lnTo>
                    <a:pt x="4318997" y="865982"/>
                  </a:lnTo>
                  <a:lnTo>
                    <a:pt x="4319091" y="865982"/>
                  </a:lnTo>
                  <a:lnTo>
                    <a:pt x="4319184" y="865982"/>
                  </a:lnTo>
                  <a:lnTo>
                    <a:pt x="4319277" y="865982"/>
                  </a:lnTo>
                  <a:lnTo>
                    <a:pt x="4319370" y="865982"/>
                  </a:lnTo>
                  <a:lnTo>
                    <a:pt x="4319464" y="865982"/>
                  </a:lnTo>
                  <a:lnTo>
                    <a:pt x="4319557" y="865982"/>
                  </a:lnTo>
                  <a:lnTo>
                    <a:pt x="4319650" y="865982"/>
                  </a:lnTo>
                  <a:lnTo>
                    <a:pt x="4319743" y="865982"/>
                  </a:lnTo>
                  <a:lnTo>
                    <a:pt x="4319837" y="865982"/>
                  </a:lnTo>
                  <a:lnTo>
                    <a:pt x="4319930" y="865982"/>
                  </a:lnTo>
                  <a:lnTo>
                    <a:pt x="4320023" y="865982"/>
                  </a:lnTo>
                  <a:lnTo>
                    <a:pt x="4320116" y="865982"/>
                  </a:lnTo>
                  <a:lnTo>
                    <a:pt x="4320210" y="865982"/>
                  </a:lnTo>
                  <a:lnTo>
                    <a:pt x="4320303" y="865982"/>
                  </a:lnTo>
                  <a:lnTo>
                    <a:pt x="4320396" y="865982"/>
                  </a:lnTo>
                  <a:lnTo>
                    <a:pt x="4320489" y="865982"/>
                  </a:lnTo>
                  <a:lnTo>
                    <a:pt x="4320583" y="865982"/>
                  </a:lnTo>
                  <a:lnTo>
                    <a:pt x="4320676" y="865982"/>
                  </a:lnTo>
                  <a:lnTo>
                    <a:pt x="4320769" y="865982"/>
                  </a:lnTo>
                  <a:lnTo>
                    <a:pt x="4320862" y="865982"/>
                  </a:lnTo>
                  <a:lnTo>
                    <a:pt x="4320956" y="865982"/>
                  </a:lnTo>
                  <a:lnTo>
                    <a:pt x="4321049" y="865982"/>
                  </a:lnTo>
                  <a:lnTo>
                    <a:pt x="4321142" y="865982"/>
                  </a:lnTo>
                  <a:lnTo>
                    <a:pt x="4321235" y="865982"/>
                  </a:lnTo>
                  <a:lnTo>
                    <a:pt x="4321329" y="865982"/>
                  </a:lnTo>
                  <a:lnTo>
                    <a:pt x="4321422" y="865982"/>
                  </a:lnTo>
                  <a:lnTo>
                    <a:pt x="4321515" y="865982"/>
                  </a:lnTo>
                  <a:lnTo>
                    <a:pt x="4321608" y="865982"/>
                  </a:lnTo>
                  <a:lnTo>
                    <a:pt x="4321702" y="865982"/>
                  </a:lnTo>
                  <a:lnTo>
                    <a:pt x="4321795" y="865982"/>
                  </a:lnTo>
                  <a:lnTo>
                    <a:pt x="4321888" y="865982"/>
                  </a:lnTo>
                  <a:lnTo>
                    <a:pt x="4321981" y="865982"/>
                  </a:lnTo>
                  <a:lnTo>
                    <a:pt x="4322075" y="865982"/>
                  </a:lnTo>
                  <a:lnTo>
                    <a:pt x="4322168" y="865982"/>
                  </a:lnTo>
                  <a:lnTo>
                    <a:pt x="4322261" y="865982"/>
                  </a:lnTo>
                  <a:lnTo>
                    <a:pt x="4322354" y="865982"/>
                  </a:lnTo>
                  <a:lnTo>
                    <a:pt x="4322447" y="865982"/>
                  </a:lnTo>
                  <a:lnTo>
                    <a:pt x="4322541" y="865982"/>
                  </a:lnTo>
                  <a:lnTo>
                    <a:pt x="4322634" y="865982"/>
                  </a:lnTo>
                  <a:lnTo>
                    <a:pt x="4322727" y="865982"/>
                  </a:lnTo>
                  <a:lnTo>
                    <a:pt x="4322820" y="865982"/>
                  </a:lnTo>
                  <a:lnTo>
                    <a:pt x="4322914" y="865982"/>
                  </a:lnTo>
                  <a:lnTo>
                    <a:pt x="4323007" y="865982"/>
                  </a:lnTo>
                  <a:lnTo>
                    <a:pt x="4323100" y="865982"/>
                  </a:lnTo>
                  <a:lnTo>
                    <a:pt x="4323193" y="865982"/>
                  </a:lnTo>
                  <a:lnTo>
                    <a:pt x="4323287" y="865982"/>
                  </a:lnTo>
                  <a:lnTo>
                    <a:pt x="4323380" y="865982"/>
                  </a:lnTo>
                  <a:lnTo>
                    <a:pt x="4323473" y="865982"/>
                  </a:lnTo>
                  <a:lnTo>
                    <a:pt x="4323566" y="865982"/>
                  </a:lnTo>
                  <a:lnTo>
                    <a:pt x="4323660" y="865982"/>
                  </a:lnTo>
                  <a:lnTo>
                    <a:pt x="4323753" y="865982"/>
                  </a:lnTo>
                  <a:lnTo>
                    <a:pt x="4323846" y="865982"/>
                  </a:lnTo>
                  <a:lnTo>
                    <a:pt x="4323939" y="865982"/>
                  </a:lnTo>
                  <a:lnTo>
                    <a:pt x="4324033" y="865982"/>
                  </a:lnTo>
                  <a:lnTo>
                    <a:pt x="4324126" y="865982"/>
                  </a:lnTo>
                  <a:lnTo>
                    <a:pt x="4324219" y="865982"/>
                  </a:lnTo>
                  <a:lnTo>
                    <a:pt x="4324312" y="865982"/>
                  </a:lnTo>
                  <a:lnTo>
                    <a:pt x="4324406" y="865982"/>
                  </a:lnTo>
                  <a:lnTo>
                    <a:pt x="4324499" y="865982"/>
                  </a:lnTo>
                  <a:lnTo>
                    <a:pt x="4324592" y="865982"/>
                  </a:lnTo>
                  <a:lnTo>
                    <a:pt x="4324685" y="865982"/>
                  </a:lnTo>
                  <a:lnTo>
                    <a:pt x="4324779" y="865982"/>
                  </a:lnTo>
                  <a:lnTo>
                    <a:pt x="4324872" y="865982"/>
                  </a:lnTo>
                  <a:lnTo>
                    <a:pt x="4324965" y="865982"/>
                  </a:lnTo>
                  <a:lnTo>
                    <a:pt x="4325058" y="865982"/>
                  </a:lnTo>
                  <a:lnTo>
                    <a:pt x="4325152" y="865982"/>
                  </a:lnTo>
                  <a:lnTo>
                    <a:pt x="4325245" y="865982"/>
                  </a:lnTo>
                  <a:lnTo>
                    <a:pt x="4325338" y="865982"/>
                  </a:lnTo>
                  <a:lnTo>
                    <a:pt x="4325431" y="865982"/>
                  </a:lnTo>
                  <a:lnTo>
                    <a:pt x="4325525" y="865982"/>
                  </a:lnTo>
                  <a:lnTo>
                    <a:pt x="4325618" y="865982"/>
                  </a:lnTo>
                  <a:lnTo>
                    <a:pt x="4325711" y="865982"/>
                  </a:lnTo>
                  <a:lnTo>
                    <a:pt x="4325804" y="865982"/>
                  </a:lnTo>
                  <a:lnTo>
                    <a:pt x="4325898" y="865982"/>
                  </a:lnTo>
                  <a:lnTo>
                    <a:pt x="4325991" y="865982"/>
                  </a:lnTo>
                  <a:lnTo>
                    <a:pt x="4326084" y="865982"/>
                  </a:lnTo>
                  <a:lnTo>
                    <a:pt x="4326177" y="865982"/>
                  </a:lnTo>
                  <a:lnTo>
                    <a:pt x="4326271" y="865982"/>
                  </a:lnTo>
                  <a:lnTo>
                    <a:pt x="4326364" y="865982"/>
                  </a:lnTo>
                  <a:lnTo>
                    <a:pt x="4326457" y="865982"/>
                  </a:lnTo>
                  <a:lnTo>
                    <a:pt x="4326550" y="865982"/>
                  </a:lnTo>
                  <a:lnTo>
                    <a:pt x="4326644" y="865982"/>
                  </a:lnTo>
                  <a:lnTo>
                    <a:pt x="4326737" y="865982"/>
                  </a:lnTo>
                  <a:lnTo>
                    <a:pt x="4326830" y="865982"/>
                  </a:lnTo>
                  <a:lnTo>
                    <a:pt x="4326923" y="865982"/>
                  </a:lnTo>
                  <a:lnTo>
                    <a:pt x="4327017" y="865982"/>
                  </a:lnTo>
                  <a:lnTo>
                    <a:pt x="4327110" y="865982"/>
                  </a:lnTo>
                  <a:lnTo>
                    <a:pt x="4327203" y="865982"/>
                  </a:lnTo>
                  <a:lnTo>
                    <a:pt x="4327296" y="865982"/>
                  </a:lnTo>
                  <a:lnTo>
                    <a:pt x="4327390" y="865982"/>
                  </a:lnTo>
                  <a:lnTo>
                    <a:pt x="4327483" y="865982"/>
                  </a:lnTo>
                  <a:lnTo>
                    <a:pt x="4327576" y="865982"/>
                  </a:lnTo>
                  <a:lnTo>
                    <a:pt x="4327669" y="865982"/>
                  </a:lnTo>
                  <a:lnTo>
                    <a:pt x="4327763" y="865982"/>
                  </a:lnTo>
                  <a:lnTo>
                    <a:pt x="4327856" y="865982"/>
                  </a:lnTo>
                  <a:lnTo>
                    <a:pt x="4327949" y="865982"/>
                  </a:lnTo>
                  <a:lnTo>
                    <a:pt x="4328042" y="865982"/>
                  </a:lnTo>
                  <a:lnTo>
                    <a:pt x="4328136" y="865982"/>
                  </a:lnTo>
                  <a:lnTo>
                    <a:pt x="4328229" y="865982"/>
                  </a:lnTo>
                  <a:lnTo>
                    <a:pt x="4328322" y="865982"/>
                  </a:lnTo>
                  <a:lnTo>
                    <a:pt x="4328415" y="865982"/>
                  </a:lnTo>
                  <a:lnTo>
                    <a:pt x="4328509" y="865982"/>
                  </a:lnTo>
                  <a:lnTo>
                    <a:pt x="4328602" y="865982"/>
                  </a:lnTo>
                  <a:lnTo>
                    <a:pt x="4328695" y="865982"/>
                  </a:lnTo>
                  <a:lnTo>
                    <a:pt x="4328788" y="865982"/>
                  </a:lnTo>
                  <a:lnTo>
                    <a:pt x="4328882" y="865982"/>
                  </a:lnTo>
                  <a:lnTo>
                    <a:pt x="4328975" y="865982"/>
                  </a:lnTo>
                  <a:lnTo>
                    <a:pt x="4329068" y="865982"/>
                  </a:lnTo>
                  <a:lnTo>
                    <a:pt x="4329161" y="865982"/>
                  </a:lnTo>
                  <a:lnTo>
                    <a:pt x="4329254" y="865982"/>
                  </a:lnTo>
                  <a:lnTo>
                    <a:pt x="4329348" y="865982"/>
                  </a:lnTo>
                  <a:lnTo>
                    <a:pt x="4329441" y="865982"/>
                  </a:lnTo>
                  <a:lnTo>
                    <a:pt x="4329534" y="865982"/>
                  </a:lnTo>
                  <a:lnTo>
                    <a:pt x="4329627" y="865982"/>
                  </a:lnTo>
                  <a:lnTo>
                    <a:pt x="4329721" y="865982"/>
                  </a:lnTo>
                  <a:lnTo>
                    <a:pt x="4329814" y="865982"/>
                  </a:lnTo>
                  <a:lnTo>
                    <a:pt x="4329907" y="865982"/>
                  </a:lnTo>
                  <a:lnTo>
                    <a:pt x="4330000" y="865982"/>
                  </a:lnTo>
                  <a:lnTo>
                    <a:pt x="4330094" y="865982"/>
                  </a:lnTo>
                  <a:lnTo>
                    <a:pt x="4330187" y="865982"/>
                  </a:lnTo>
                  <a:lnTo>
                    <a:pt x="4330280" y="865982"/>
                  </a:lnTo>
                  <a:lnTo>
                    <a:pt x="4330373" y="865982"/>
                  </a:lnTo>
                  <a:lnTo>
                    <a:pt x="4330467" y="865982"/>
                  </a:lnTo>
                  <a:lnTo>
                    <a:pt x="4330560" y="865982"/>
                  </a:lnTo>
                  <a:lnTo>
                    <a:pt x="4330653" y="865982"/>
                  </a:lnTo>
                  <a:lnTo>
                    <a:pt x="4330746" y="865982"/>
                  </a:lnTo>
                  <a:lnTo>
                    <a:pt x="4330840" y="865982"/>
                  </a:lnTo>
                  <a:lnTo>
                    <a:pt x="4330933" y="865982"/>
                  </a:lnTo>
                  <a:lnTo>
                    <a:pt x="4331026" y="865982"/>
                  </a:lnTo>
                  <a:lnTo>
                    <a:pt x="4331119" y="865982"/>
                  </a:lnTo>
                  <a:lnTo>
                    <a:pt x="4331213" y="865982"/>
                  </a:lnTo>
                  <a:lnTo>
                    <a:pt x="4331306" y="865982"/>
                  </a:lnTo>
                  <a:lnTo>
                    <a:pt x="4331399" y="865982"/>
                  </a:lnTo>
                  <a:lnTo>
                    <a:pt x="4331492" y="865982"/>
                  </a:lnTo>
                  <a:lnTo>
                    <a:pt x="4331586" y="865982"/>
                  </a:lnTo>
                  <a:lnTo>
                    <a:pt x="4331679" y="865982"/>
                  </a:lnTo>
                  <a:lnTo>
                    <a:pt x="4331772" y="865982"/>
                  </a:lnTo>
                  <a:lnTo>
                    <a:pt x="4331865" y="865982"/>
                  </a:lnTo>
                  <a:lnTo>
                    <a:pt x="4331959" y="865982"/>
                  </a:lnTo>
                  <a:lnTo>
                    <a:pt x="4332052" y="865982"/>
                  </a:lnTo>
                  <a:lnTo>
                    <a:pt x="4332145" y="865982"/>
                  </a:lnTo>
                  <a:lnTo>
                    <a:pt x="4332238" y="865982"/>
                  </a:lnTo>
                  <a:lnTo>
                    <a:pt x="4332332" y="865982"/>
                  </a:lnTo>
                  <a:lnTo>
                    <a:pt x="4332425" y="865982"/>
                  </a:lnTo>
                  <a:lnTo>
                    <a:pt x="4332518" y="865982"/>
                  </a:lnTo>
                  <a:lnTo>
                    <a:pt x="4332611" y="865982"/>
                  </a:lnTo>
                  <a:lnTo>
                    <a:pt x="4332705" y="865982"/>
                  </a:lnTo>
                  <a:lnTo>
                    <a:pt x="4332798" y="865982"/>
                  </a:lnTo>
                  <a:lnTo>
                    <a:pt x="4332891" y="865982"/>
                  </a:lnTo>
                  <a:lnTo>
                    <a:pt x="4332984" y="865982"/>
                  </a:lnTo>
                  <a:lnTo>
                    <a:pt x="4333078" y="865982"/>
                  </a:lnTo>
                  <a:lnTo>
                    <a:pt x="4333171" y="865982"/>
                  </a:lnTo>
                  <a:lnTo>
                    <a:pt x="4333264" y="865982"/>
                  </a:lnTo>
                  <a:lnTo>
                    <a:pt x="4333357" y="865982"/>
                  </a:lnTo>
                  <a:lnTo>
                    <a:pt x="4333451" y="865982"/>
                  </a:lnTo>
                  <a:lnTo>
                    <a:pt x="4333544" y="865982"/>
                  </a:lnTo>
                  <a:lnTo>
                    <a:pt x="4333637" y="865982"/>
                  </a:lnTo>
                  <a:lnTo>
                    <a:pt x="4333730" y="865982"/>
                  </a:lnTo>
                  <a:lnTo>
                    <a:pt x="4333824" y="865982"/>
                  </a:lnTo>
                  <a:lnTo>
                    <a:pt x="4333917" y="865982"/>
                  </a:lnTo>
                  <a:lnTo>
                    <a:pt x="4334010" y="865982"/>
                  </a:lnTo>
                  <a:lnTo>
                    <a:pt x="4334103" y="865982"/>
                  </a:lnTo>
                  <a:lnTo>
                    <a:pt x="4334197" y="865982"/>
                  </a:lnTo>
                  <a:lnTo>
                    <a:pt x="4334290" y="865982"/>
                  </a:lnTo>
                  <a:lnTo>
                    <a:pt x="4334383" y="865982"/>
                  </a:lnTo>
                  <a:lnTo>
                    <a:pt x="4334476" y="865982"/>
                  </a:lnTo>
                  <a:lnTo>
                    <a:pt x="4334570" y="865982"/>
                  </a:lnTo>
                  <a:lnTo>
                    <a:pt x="4334663" y="865982"/>
                  </a:lnTo>
                  <a:lnTo>
                    <a:pt x="4334756" y="865982"/>
                  </a:lnTo>
                  <a:lnTo>
                    <a:pt x="4334849" y="865982"/>
                  </a:lnTo>
                  <a:lnTo>
                    <a:pt x="4334943" y="865982"/>
                  </a:lnTo>
                  <a:lnTo>
                    <a:pt x="4335036" y="865982"/>
                  </a:lnTo>
                  <a:lnTo>
                    <a:pt x="4335129" y="865982"/>
                  </a:lnTo>
                  <a:lnTo>
                    <a:pt x="4335222" y="865982"/>
                  </a:lnTo>
                  <a:lnTo>
                    <a:pt x="4335316" y="865982"/>
                  </a:lnTo>
                  <a:lnTo>
                    <a:pt x="4335409" y="865982"/>
                  </a:lnTo>
                  <a:lnTo>
                    <a:pt x="4335502" y="865982"/>
                  </a:lnTo>
                  <a:lnTo>
                    <a:pt x="4335595" y="865982"/>
                  </a:lnTo>
                  <a:lnTo>
                    <a:pt x="4335689" y="865982"/>
                  </a:lnTo>
                  <a:lnTo>
                    <a:pt x="4335782" y="865982"/>
                  </a:lnTo>
                  <a:lnTo>
                    <a:pt x="4335875" y="865982"/>
                  </a:lnTo>
                  <a:lnTo>
                    <a:pt x="4335968" y="865982"/>
                  </a:lnTo>
                  <a:lnTo>
                    <a:pt x="4336062" y="865982"/>
                  </a:lnTo>
                  <a:lnTo>
                    <a:pt x="4336155" y="865982"/>
                  </a:lnTo>
                  <a:lnTo>
                    <a:pt x="4336248" y="865982"/>
                  </a:lnTo>
                  <a:lnTo>
                    <a:pt x="4336341" y="865982"/>
                  </a:lnTo>
                  <a:lnTo>
                    <a:pt x="4336434" y="865982"/>
                  </a:lnTo>
                  <a:lnTo>
                    <a:pt x="4336528" y="865982"/>
                  </a:lnTo>
                  <a:lnTo>
                    <a:pt x="4336621" y="865982"/>
                  </a:lnTo>
                  <a:lnTo>
                    <a:pt x="4336714" y="865982"/>
                  </a:lnTo>
                  <a:lnTo>
                    <a:pt x="4336807" y="865982"/>
                  </a:lnTo>
                  <a:lnTo>
                    <a:pt x="4336901" y="865982"/>
                  </a:lnTo>
                  <a:lnTo>
                    <a:pt x="4336994" y="865982"/>
                  </a:lnTo>
                  <a:lnTo>
                    <a:pt x="4337087" y="865982"/>
                  </a:lnTo>
                  <a:lnTo>
                    <a:pt x="4337180" y="865982"/>
                  </a:lnTo>
                  <a:lnTo>
                    <a:pt x="4337274" y="865982"/>
                  </a:lnTo>
                  <a:lnTo>
                    <a:pt x="4337367" y="865982"/>
                  </a:lnTo>
                  <a:lnTo>
                    <a:pt x="4337460" y="865982"/>
                  </a:lnTo>
                  <a:lnTo>
                    <a:pt x="4337553" y="865982"/>
                  </a:lnTo>
                  <a:lnTo>
                    <a:pt x="4337647" y="865982"/>
                  </a:lnTo>
                  <a:lnTo>
                    <a:pt x="4337740" y="865982"/>
                  </a:lnTo>
                  <a:lnTo>
                    <a:pt x="4337833" y="865982"/>
                  </a:lnTo>
                  <a:lnTo>
                    <a:pt x="4337926" y="865982"/>
                  </a:lnTo>
                  <a:lnTo>
                    <a:pt x="4338020" y="865982"/>
                  </a:lnTo>
                  <a:lnTo>
                    <a:pt x="4338113" y="865982"/>
                  </a:lnTo>
                  <a:lnTo>
                    <a:pt x="4338206" y="865982"/>
                  </a:lnTo>
                  <a:lnTo>
                    <a:pt x="4338299" y="865982"/>
                  </a:lnTo>
                  <a:lnTo>
                    <a:pt x="4338393" y="865982"/>
                  </a:lnTo>
                  <a:lnTo>
                    <a:pt x="4338486" y="865982"/>
                  </a:lnTo>
                  <a:lnTo>
                    <a:pt x="4338579" y="865982"/>
                  </a:lnTo>
                  <a:lnTo>
                    <a:pt x="4338672" y="865982"/>
                  </a:lnTo>
                  <a:lnTo>
                    <a:pt x="4338766" y="865982"/>
                  </a:lnTo>
                  <a:lnTo>
                    <a:pt x="4338859" y="865982"/>
                  </a:lnTo>
                  <a:lnTo>
                    <a:pt x="4338952" y="865982"/>
                  </a:lnTo>
                  <a:lnTo>
                    <a:pt x="4339045" y="865982"/>
                  </a:lnTo>
                  <a:lnTo>
                    <a:pt x="4339139" y="865982"/>
                  </a:lnTo>
                  <a:lnTo>
                    <a:pt x="4339232" y="865982"/>
                  </a:lnTo>
                  <a:lnTo>
                    <a:pt x="4339325" y="865982"/>
                  </a:lnTo>
                  <a:lnTo>
                    <a:pt x="4339418" y="865982"/>
                  </a:lnTo>
                  <a:lnTo>
                    <a:pt x="4339512" y="865982"/>
                  </a:lnTo>
                  <a:lnTo>
                    <a:pt x="4339605" y="865982"/>
                  </a:lnTo>
                  <a:lnTo>
                    <a:pt x="4339698" y="865982"/>
                  </a:lnTo>
                  <a:lnTo>
                    <a:pt x="4339791" y="865982"/>
                  </a:lnTo>
                  <a:lnTo>
                    <a:pt x="4339885" y="865982"/>
                  </a:lnTo>
                  <a:lnTo>
                    <a:pt x="4339978" y="865982"/>
                  </a:lnTo>
                  <a:lnTo>
                    <a:pt x="4340071" y="865982"/>
                  </a:lnTo>
                  <a:lnTo>
                    <a:pt x="4340164" y="865982"/>
                  </a:lnTo>
                  <a:lnTo>
                    <a:pt x="4340258" y="865982"/>
                  </a:lnTo>
                  <a:lnTo>
                    <a:pt x="4340351" y="865982"/>
                  </a:lnTo>
                  <a:lnTo>
                    <a:pt x="4340444" y="865982"/>
                  </a:lnTo>
                  <a:lnTo>
                    <a:pt x="4340537" y="865982"/>
                  </a:lnTo>
                  <a:lnTo>
                    <a:pt x="4340631" y="865982"/>
                  </a:lnTo>
                  <a:lnTo>
                    <a:pt x="4340724" y="865982"/>
                  </a:lnTo>
                  <a:lnTo>
                    <a:pt x="4340817" y="865982"/>
                  </a:lnTo>
                  <a:lnTo>
                    <a:pt x="4340910" y="865982"/>
                  </a:lnTo>
                  <a:lnTo>
                    <a:pt x="4341004" y="865982"/>
                  </a:lnTo>
                  <a:lnTo>
                    <a:pt x="4341097" y="865982"/>
                  </a:lnTo>
                  <a:lnTo>
                    <a:pt x="4341190" y="865982"/>
                  </a:lnTo>
                  <a:lnTo>
                    <a:pt x="4341283" y="865982"/>
                  </a:lnTo>
                  <a:lnTo>
                    <a:pt x="4341377" y="865982"/>
                  </a:lnTo>
                  <a:lnTo>
                    <a:pt x="4341470" y="865982"/>
                  </a:lnTo>
                  <a:lnTo>
                    <a:pt x="4341563" y="865982"/>
                  </a:lnTo>
                  <a:lnTo>
                    <a:pt x="4341656" y="865982"/>
                  </a:lnTo>
                  <a:lnTo>
                    <a:pt x="4341750" y="865982"/>
                  </a:lnTo>
                  <a:lnTo>
                    <a:pt x="4341843" y="865982"/>
                  </a:lnTo>
                  <a:lnTo>
                    <a:pt x="4341936" y="865982"/>
                  </a:lnTo>
                  <a:lnTo>
                    <a:pt x="4342029" y="865982"/>
                  </a:lnTo>
                  <a:lnTo>
                    <a:pt x="4342123" y="865982"/>
                  </a:lnTo>
                  <a:lnTo>
                    <a:pt x="4342216" y="865982"/>
                  </a:lnTo>
                  <a:lnTo>
                    <a:pt x="4342309" y="865982"/>
                  </a:lnTo>
                  <a:lnTo>
                    <a:pt x="4342402" y="865982"/>
                  </a:lnTo>
                  <a:lnTo>
                    <a:pt x="4342496" y="865982"/>
                  </a:lnTo>
                  <a:lnTo>
                    <a:pt x="4342589" y="865982"/>
                  </a:lnTo>
                  <a:lnTo>
                    <a:pt x="4342682" y="865982"/>
                  </a:lnTo>
                  <a:lnTo>
                    <a:pt x="4342775" y="865982"/>
                  </a:lnTo>
                  <a:lnTo>
                    <a:pt x="4342869" y="865982"/>
                  </a:lnTo>
                  <a:lnTo>
                    <a:pt x="4342962" y="865982"/>
                  </a:lnTo>
                  <a:lnTo>
                    <a:pt x="4343055" y="865982"/>
                  </a:lnTo>
                  <a:lnTo>
                    <a:pt x="4343148" y="865982"/>
                  </a:lnTo>
                  <a:lnTo>
                    <a:pt x="4343241" y="865982"/>
                  </a:lnTo>
                  <a:lnTo>
                    <a:pt x="4343335" y="865982"/>
                  </a:lnTo>
                  <a:lnTo>
                    <a:pt x="4343428" y="865982"/>
                  </a:lnTo>
                  <a:lnTo>
                    <a:pt x="4343521" y="865982"/>
                  </a:lnTo>
                  <a:lnTo>
                    <a:pt x="4343614" y="865982"/>
                  </a:lnTo>
                  <a:lnTo>
                    <a:pt x="4343708" y="865982"/>
                  </a:lnTo>
                  <a:lnTo>
                    <a:pt x="4343801" y="865982"/>
                  </a:lnTo>
                  <a:lnTo>
                    <a:pt x="4343894" y="865982"/>
                  </a:lnTo>
                  <a:lnTo>
                    <a:pt x="4343987" y="865982"/>
                  </a:lnTo>
                  <a:lnTo>
                    <a:pt x="4344081" y="865982"/>
                  </a:lnTo>
                  <a:lnTo>
                    <a:pt x="4344174" y="865982"/>
                  </a:lnTo>
                  <a:lnTo>
                    <a:pt x="4344267" y="865982"/>
                  </a:lnTo>
                  <a:lnTo>
                    <a:pt x="4344360" y="865982"/>
                  </a:lnTo>
                  <a:lnTo>
                    <a:pt x="4344454" y="865982"/>
                  </a:lnTo>
                  <a:lnTo>
                    <a:pt x="4344547" y="865982"/>
                  </a:lnTo>
                  <a:lnTo>
                    <a:pt x="4344640" y="865982"/>
                  </a:lnTo>
                  <a:lnTo>
                    <a:pt x="4344733" y="865982"/>
                  </a:lnTo>
                  <a:lnTo>
                    <a:pt x="4344827" y="865982"/>
                  </a:lnTo>
                  <a:lnTo>
                    <a:pt x="4344920" y="865982"/>
                  </a:lnTo>
                  <a:lnTo>
                    <a:pt x="4345013" y="865982"/>
                  </a:lnTo>
                  <a:lnTo>
                    <a:pt x="4345106" y="865982"/>
                  </a:lnTo>
                  <a:lnTo>
                    <a:pt x="4345200" y="865982"/>
                  </a:lnTo>
                  <a:lnTo>
                    <a:pt x="4345293" y="865982"/>
                  </a:lnTo>
                  <a:lnTo>
                    <a:pt x="4345386" y="865982"/>
                  </a:lnTo>
                  <a:lnTo>
                    <a:pt x="4345479" y="865982"/>
                  </a:lnTo>
                  <a:lnTo>
                    <a:pt x="4345573" y="865982"/>
                  </a:lnTo>
                  <a:lnTo>
                    <a:pt x="4345666" y="865982"/>
                  </a:lnTo>
                  <a:lnTo>
                    <a:pt x="4345759" y="865982"/>
                  </a:lnTo>
                  <a:lnTo>
                    <a:pt x="4345852" y="865982"/>
                  </a:lnTo>
                  <a:lnTo>
                    <a:pt x="4345946" y="865982"/>
                  </a:lnTo>
                  <a:lnTo>
                    <a:pt x="4346039" y="865982"/>
                  </a:lnTo>
                  <a:lnTo>
                    <a:pt x="4346132" y="865982"/>
                  </a:lnTo>
                  <a:lnTo>
                    <a:pt x="4346225" y="865982"/>
                  </a:lnTo>
                  <a:lnTo>
                    <a:pt x="4346319" y="865982"/>
                  </a:lnTo>
                  <a:lnTo>
                    <a:pt x="4346412" y="865982"/>
                  </a:lnTo>
                  <a:lnTo>
                    <a:pt x="4346505" y="865982"/>
                  </a:lnTo>
                  <a:lnTo>
                    <a:pt x="4346598" y="865982"/>
                  </a:lnTo>
                  <a:lnTo>
                    <a:pt x="4346692" y="865982"/>
                  </a:lnTo>
                  <a:lnTo>
                    <a:pt x="4346785" y="865982"/>
                  </a:lnTo>
                  <a:lnTo>
                    <a:pt x="4346878" y="865982"/>
                  </a:lnTo>
                  <a:lnTo>
                    <a:pt x="4346971" y="865982"/>
                  </a:lnTo>
                  <a:lnTo>
                    <a:pt x="4347065" y="865982"/>
                  </a:lnTo>
                  <a:lnTo>
                    <a:pt x="4347158" y="865982"/>
                  </a:lnTo>
                  <a:lnTo>
                    <a:pt x="4347251" y="865982"/>
                  </a:lnTo>
                  <a:lnTo>
                    <a:pt x="4347344" y="865982"/>
                  </a:lnTo>
                  <a:lnTo>
                    <a:pt x="4347438" y="865982"/>
                  </a:lnTo>
                  <a:lnTo>
                    <a:pt x="4347531" y="865982"/>
                  </a:lnTo>
                  <a:lnTo>
                    <a:pt x="4347624" y="865982"/>
                  </a:lnTo>
                  <a:lnTo>
                    <a:pt x="4347717" y="865982"/>
                  </a:lnTo>
                  <a:lnTo>
                    <a:pt x="4347811" y="865982"/>
                  </a:lnTo>
                  <a:lnTo>
                    <a:pt x="4347904" y="865982"/>
                  </a:lnTo>
                  <a:lnTo>
                    <a:pt x="4347997" y="865982"/>
                  </a:lnTo>
                  <a:lnTo>
                    <a:pt x="4348090" y="865982"/>
                  </a:lnTo>
                  <a:lnTo>
                    <a:pt x="4348184" y="865982"/>
                  </a:lnTo>
                  <a:lnTo>
                    <a:pt x="4348277" y="865982"/>
                  </a:lnTo>
                  <a:lnTo>
                    <a:pt x="4348370" y="865982"/>
                  </a:lnTo>
                  <a:lnTo>
                    <a:pt x="4348463" y="865982"/>
                  </a:lnTo>
                  <a:lnTo>
                    <a:pt x="4348557" y="865982"/>
                  </a:lnTo>
                  <a:lnTo>
                    <a:pt x="4348650" y="865982"/>
                  </a:lnTo>
                  <a:lnTo>
                    <a:pt x="4348743" y="865982"/>
                  </a:lnTo>
                  <a:lnTo>
                    <a:pt x="4348836" y="865982"/>
                  </a:lnTo>
                  <a:lnTo>
                    <a:pt x="4348930" y="865982"/>
                  </a:lnTo>
                  <a:lnTo>
                    <a:pt x="4349023" y="865982"/>
                  </a:lnTo>
                  <a:lnTo>
                    <a:pt x="4349116" y="865982"/>
                  </a:lnTo>
                  <a:lnTo>
                    <a:pt x="4349209" y="865982"/>
                  </a:lnTo>
                  <a:lnTo>
                    <a:pt x="4349303" y="865982"/>
                  </a:lnTo>
                  <a:lnTo>
                    <a:pt x="4349396" y="865982"/>
                  </a:lnTo>
                  <a:lnTo>
                    <a:pt x="4349489" y="865982"/>
                  </a:lnTo>
                  <a:lnTo>
                    <a:pt x="4349582" y="865982"/>
                  </a:lnTo>
                  <a:lnTo>
                    <a:pt x="4349676" y="865982"/>
                  </a:lnTo>
                  <a:lnTo>
                    <a:pt x="4349769" y="865982"/>
                  </a:lnTo>
                  <a:lnTo>
                    <a:pt x="4349862" y="865982"/>
                  </a:lnTo>
                  <a:lnTo>
                    <a:pt x="4349955" y="865982"/>
                  </a:lnTo>
                  <a:lnTo>
                    <a:pt x="4350048" y="865982"/>
                  </a:lnTo>
                  <a:lnTo>
                    <a:pt x="4350142" y="865982"/>
                  </a:lnTo>
                  <a:lnTo>
                    <a:pt x="4350235" y="865982"/>
                  </a:lnTo>
                  <a:lnTo>
                    <a:pt x="4350328" y="865982"/>
                  </a:lnTo>
                  <a:lnTo>
                    <a:pt x="4350421" y="865982"/>
                  </a:lnTo>
                  <a:lnTo>
                    <a:pt x="4350515" y="865982"/>
                  </a:lnTo>
                  <a:lnTo>
                    <a:pt x="4350608" y="865982"/>
                  </a:lnTo>
                  <a:lnTo>
                    <a:pt x="4350701" y="865982"/>
                  </a:lnTo>
                  <a:lnTo>
                    <a:pt x="4350794" y="865982"/>
                  </a:lnTo>
                  <a:lnTo>
                    <a:pt x="4350888" y="865982"/>
                  </a:lnTo>
                  <a:lnTo>
                    <a:pt x="4350981" y="865982"/>
                  </a:lnTo>
                  <a:lnTo>
                    <a:pt x="4351074" y="865982"/>
                  </a:lnTo>
                  <a:lnTo>
                    <a:pt x="4351167" y="865982"/>
                  </a:lnTo>
                  <a:lnTo>
                    <a:pt x="4351261" y="865982"/>
                  </a:lnTo>
                  <a:lnTo>
                    <a:pt x="4351354" y="865982"/>
                  </a:lnTo>
                  <a:lnTo>
                    <a:pt x="4351447" y="865982"/>
                  </a:lnTo>
                  <a:lnTo>
                    <a:pt x="4351540" y="865982"/>
                  </a:lnTo>
                  <a:lnTo>
                    <a:pt x="4351634" y="865982"/>
                  </a:lnTo>
                  <a:lnTo>
                    <a:pt x="4351727" y="865982"/>
                  </a:lnTo>
                  <a:lnTo>
                    <a:pt x="4351820" y="865982"/>
                  </a:lnTo>
                  <a:lnTo>
                    <a:pt x="4351913" y="865982"/>
                  </a:lnTo>
                  <a:lnTo>
                    <a:pt x="4352007" y="865982"/>
                  </a:lnTo>
                  <a:lnTo>
                    <a:pt x="4352100" y="865982"/>
                  </a:lnTo>
                  <a:lnTo>
                    <a:pt x="4352193" y="865982"/>
                  </a:lnTo>
                  <a:lnTo>
                    <a:pt x="4352286" y="865982"/>
                  </a:lnTo>
                  <a:lnTo>
                    <a:pt x="4352380" y="865982"/>
                  </a:lnTo>
                  <a:lnTo>
                    <a:pt x="4352473" y="865982"/>
                  </a:lnTo>
                  <a:lnTo>
                    <a:pt x="4352566" y="865982"/>
                  </a:lnTo>
                  <a:lnTo>
                    <a:pt x="4352659" y="865982"/>
                  </a:lnTo>
                  <a:lnTo>
                    <a:pt x="4352753" y="865982"/>
                  </a:lnTo>
                  <a:lnTo>
                    <a:pt x="4352846" y="865982"/>
                  </a:lnTo>
                  <a:lnTo>
                    <a:pt x="4352939" y="865982"/>
                  </a:lnTo>
                  <a:lnTo>
                    <a:pt x="4353032" y="865982"/>
                  </a:lnTo>
                  <a:lnTo>
                    <a:pt x="4353126" y="865982"/>
                  </a:lnTo>
                  <a:lnTo>
                    <a:pt x="4353219" y="865982"/>
                  </a:lnTo>
                  <a:lnTo>
                    <a:pt x="4353312" y="865982"/>
                  </a:lnTo>
                  <a:lnTo>
                    <a:pt x="4353405" y="865982"/>
                  </a:lnTo>
                  <a:lnTo>
                    <a:pt x="4353499" y="865982"/>
                  </a:lnTo>
                  <a:lnTo>
                    <a:pt x="4353592" y="865982"/>
                  </a:lnTo>
                  <a:lnTo>
                    <a:pt x="4353685" y="865982"/>
                  </a:lnTo>
                  <a:lnTo>
                    <a:pt x="4353778" y="865982"/>
                  </a:lnTo>
                  <a:lnTo>
                    <a:pt x="4353872" y="865982"/>
                  </a:lnTo>
                  <a:lnTo>
                    <a:pt x="4353965" y="865982"/>
                  </a:lnTo>
                  <a:lnTo>
                    <a:pt x="4354058" y="865982"/>
                  </a:lnTo>
                  <a:lnTo>
                    <a:pt x="4354151" y="865982"/>
                  </a:lnTo>
                  <a:lnTo>
                    <a:pt x="4354245" y="865982"/>
                  </a:lnTo>
                  <a:lnTo>
                    <a:pt x="4354338" y="865982"/>
                  </a:lnTo>
                  <a:lnTo>
                    <a:pt x="4354431" y="865982"/>
                  </a:lnTo>
                  <a:lnTo>
                    <a:pt x="4354524" y="865982"/>
                  </a:lnTo>
                  <a:lnTo>
                    <a:pt x="4354618" y="865982"/>
                  </a:lnTo>
                  <a:lnTo>
                    <a:pt x="4354711" y="865982"/>
                  </a:lnTo>
                  <a:lnTo>
                    <a:pt x="4354804" y="865982"/>
                  </a:lnTo>
                  <a:lnTo>
                    <a:pt x="4354897" y="865982"/>
                  </a:lnTo>
                  <a:lnTo>
                    <a:pt x="4354991" y="865982"/>
                  </a:lnTo>
                  <a:lnTo>
                    <a:pt x="4355084" y="865982"/>
                  </a:lnTo>
                  <a:lnTo>
                    <a:pt x="4355177" y="865982"/>
                  </a:lnTo>
                  <a:lnTo>
                    <a:pt x="4355270" y="865982"/>
                  </a:lnTo>
                  <a:lnTo>
                    <a:pt x="4355364" y="865982"/>
                  </a:lnTo>
                  <a:lnTo>
                    <a:pt x="4355457" y="865982"/>
                  </a:lnTo>
                  <a:lnTo>
                    <a:pt x="4355550" y="865982"/>
                  </a:lnTo>
                  <a:lnTo>
                    <a:pt x="4355643" y="865982"/>
                  </a:lnTo>
                  <a:lnTo>
                    <a:pt x="4355737" y="865982"/>
                  </a:lnTo>
                  <a:lnTo>
                    <a:pt x="4355830" y="865982"/>
                  </a:lnTo>
                  <a:lnTo>
                    <a:pt x="4355923" y="865982"/>
                  </a:lnTo>
                  <a:lnTo>
                    <a:pt x="4356016" y="865982"/>
                  </a:lnTo>
                  <a:lnTo>
                    <a:pt x="4356110" y="865982"/>
                  </a:lnTo>
                  <a:lnTo>
                    <a:pt x="4356203" y="865982"/>
                  </a:lnTo>
                  <a:lnTo>
                    <a:pt x="4356296" y="865982"/>
                  </a:lnTo>
                  <a:lnTo>
                    <a:pt x="4356389" y="865982"/>
                  </a:lnTo>
                  <a:lnTo>
                    <a:pt x="4356483" y="865982"/>
                  </a:lnTo>
                  <a:lnTo>
                    <a:pt x="4356576" y="865982"/>
                  </a:lnTo>
                  <a:lnTo>
                    <a:pt x="4356669" y="865982"/>
                  </a:lnTo>
                  <a:lnTo>
                    <a:pt x="4356762" y="865982"/>
                  </a:lnTo>
                  <a:lnTo>
                    <a:pt x="4356856" y="865982"/>
                  </a:lnTo>
                  <a:lnTo>
                    <a:pt x="4356949" y="865982"/>
                  </a:lnTo>
                  <a:lnTo>
                    <a:pt x="4357042" y="865982"/>
                  </a:lnTo>
                  <a:lnTo>
                    <a:pt x="4357135" y="865982"/>
                  </a:lnTo>
                  <a:lnTo>
                    <a:pt x="4357228" y="865982"/>
                  </a:lnTo>
                  <a:lnTo>
                    <a:pt x="4357322" y="865982"/>
                  </a:lnTo>
                  <a:lnTo>
                    <a:pt x="4357415" y="865982"/>
                  </a:lnTo>
                  <a:lnTo>
                    <a:pt x="4357508" y="865982"/>
                  </a:lnTo>
                  <a:lnTo>
                    <a:pt x="4357601" y="865982"/>
                  </a:lnTo>
                  <a:lnTo>
                    <a:pt x="4357695" y="865982"/>
                  </a:lnTo>
                  <a:lnTo>
                    <a:pt x="4357788" y="865982"/>
                  </a:lnTo>
                  <a:lnTo>
                    <a:pt x="4357881" y="865982"/>
                  </a:lnTo>
                  <a:lnTo>
                    <a:pt x="4357974" y="865982"/>
                  </a:lnTo>
                  <a:lnTo>
                    <a:pt x="4358068" y="865982"/>
                  </a:lnTo>
                  <a:lnTo>
                    <a:pt x="4358161" y="865982"/>
                  </a:lnTo>
                  <a:lnTo>
                    <a:pt x="4358254" y="865982"/>
                  </a:lnTo>
                  <a:lnTo>
                    <a:pt x="4358347" y="865982"/>
                  </a:lnTo>
                  <a:lnTo>
                    <a:pt x="4358441" y="865982"/>
                  </a:lnTo>
                  <a:lnTo>
                    <a:pt x="4358534" y="865982"/>
                  </a:lnTo>
                  <a:lnTo>
                    <a:pt x="4358627" y="865982"/>
                  </a:lnTo>
                  <a:lnTo>
                    <a:pt x="4358720" y="865982"/>
                  </a:lnTo>
                  <a:lnTo>
                    <a:pt x="4358814" y="865982"/>
                  </a:lnTo>
                  <a:lnTo>
                    <a:pt x="4358907" y="865982"/>
                  </a:lnTo>
                  <a:lnTo>
                    <a:pt x="4359000" y="865982"/>
                  </a:lnTo>
                  <a:lnTo>
                    <a:pt x="4359093" y="865982"/>
                  </a:lnTo>
                  <a:lnTo>
                    <a:pt x="4359187" y="865982"/>
                  </a:lnTo>
                  <a:lnTo>
                    <a:pt x="4359280" y="865982"/>
                  </a:lnTo>
                  <a:lnTo>
                    <a:pt x="4359373" y="865982"/>
                  </a:lnTo>
                  <a:lnTo>
                    <a:pt x="4359466" y="865982"/>
                  </a:lnTo>
                  <a:lnTo>
                    <a:pt x="4359560" y="865982"/>
                  </a:lnTo>
                  <a:lnTo>
                    <a:pt x="4359653" y="865982"/>
                  </a:lnTo>
                  <a:lnTo>
                    <a:pt x="4359746" y="865982"/>
                  </a:lnTo>
                  <a:lnTo>
                    <a:pt x="4359839" y="865982"/>
                  </a:lnTo>
                  <a:lnTo>
                    <a:pt x="4359933" y="865982"/>
                  </a:lnTo>
                  <a:lnTo>
                    <a:pt x="4360026" y="865982"/>
                  </a:lnTo>
                  <a:lnTo>
                    <a:pt x="4360119" y="865982"/>
                  </a:lnTo>
                  <a:lnTo>
                    <a:pt x="4360212" y="865982"/>
                  </a:lnTo>
                  <a:lnTo>
                    <a:pt x="4360306" y="865982"/>
                  </a:lnTo>
                  <a:lnTo>
                    <a:pt x="4360399" y="865982"/>
                  </a:lnTo>
                  <a:lnTo>
                    <a:pt x="4360492" y="865982"/>
                  </a:lnTo>
                  <a:lnTo>
                    <a:pt x="4360585" y="865982"/>
                  </a:lnTo>
                  <a:lnTo>
                    <a:pt x="4360679" y="865982"/>
                  </a:lnTo>
                  <a:lnTo>
                    <a:pt x="4360772" y="865982"/>
                  </a:lnTo>
                  <a:lnTo>
                    <a:pt x="4360865" y="865982"/>
                  </a:lnTo>
                  <a:lnTo>
                    <a:pt x="4360958" y="865982"/>
                  </a:lnTo>
                  <a:lnTo>
                    <a:pt x="4361052" y="865982"/>
                  </a:lnTo>
                  <a:lnTo>
                    <a:pt x="4361145" y="865982"/>
                  </a:lnTo>
                  <a:lnTo>
                    <a:pt x="4361238" y="865982"/>
                  </a:lnTo>
                  <a:lnTo>
                    <a:pt x="4361331" y="865982"/>
                  </a:lnTo>
                  <a:lnTo>
                    <a:pt x="4361425" y="865982"/>
                  </a:lnTo>
                  <a:lnTo>
                    <a:pt x="4361518" y="865982"/>
                  </a:lnTo>
                  <a:lnTo>
                    <a:pt x="4361611" y="865982"/>
                  </a:lnTo>
                  <a:lnTo>
                    <a:pt x="4361704" y="865982"/>
                  </a:lnTo>
                  <a:lnTo>
                    <a:pt x="4361798" y="865982"/>
                  </a:lnTo>
                  <a:lnTo>
                    <a:pt x="4361891" y="865982"/>
                  </a:lnTo>
                  <a:lnTo>
                    <a:pt x="4361984" y="865982"/>
                  </a:lnTo>
                  <a:lnTo>
                    <a:pt x="4362077" y="865982"/>
                  </a:lnTo>
                  <a:lnTo>
                    <a:pt x="4362171" y="865982"/>
                  </a:lnTo>
                  <a:lnTo>
                    <a:pt x="4362264" y="865982"/>
                  </a:lnTo>
                  <a:lnTo>
                    <a:pt x="4362357" y="865982"/>
                  </a:lnTo>
                  <a:lnTo>
                    <a:pt x="4362450" y="865982"/>
                  </a:lnTo>
                  <a:lnTo>
                    <a:pt x="4362544" y="865982"/>
                  </a:lnTo>
                  <a:lnTo>
                    <a:pt x="4362637" y="865982"/>
                  </a:lnTo>
                  <a:lnTo>
                    <a:pt x="4362730" y="865982"/>
                  </a:lnTo>
                  <a:lnTo>
                    <a:pt x="4362823" y="865982"/>
                  </a:lnTo>
                  <a:lnTo>
                    <a:pt x="4362917" y="865982"/>
                  </a:lnTo>
                  <a:lnTo>
                    <a:pt x="4363010" y="865982"/>
                  </a:lnTo>
                  <a:lnTo>
                    <a:pt x="4363103" y="865982"/>
                  </a:lnTo>
                  <a:lnTo>
                    <a:pt x="4363196" y="865982"/>
                  </a:lnTo>
                  <a:lnTo>
                    <a:pt x="4363290" y="865982"/>
                  </a:lnTo>
                  <a:lnTo>
                    <a:pt x="4363383" y="865982"/>
                  </a:lnTo>
                  <a:lnTo>
                    <a:pt x="4363476" y="865982"/>
                  </a:lnTo>
                  <a:lnTo>
                    <a:pt x="4363569" y="865982"/>
                  </a:lnTo>
                  <a:lnTo>
                    <a:pt x="4363663" y="865982"/>
                  </a:lnTo>
                  <a:lnTo>
                    <a:pt x="4363756" y="865982"/>
                  </a:lnTo>
                  <a:lnTo>
                    <a:pt x="4363849" y="865982"/>
                  </a:lnTo>
                  <a:lnTo>
                    <a:pt x="4363942" y="865982"/>
                  </a:lnTo>
                  <a:lnTo>
                    <a:pt x="4364035" y="865982"/>
                  </a:lnTo>
                  <a:lnTo>
                    <a:pt x="4364129" y="865982"/>
                  </a:lnTo>
                  <a:lnTo>
                    <a:pt x="4364129" y="856028"/>
                  </a:lnTo>
                  <a:lnTo>
                    <a:pt x="4364222" y="856028"/>
                  </a:lnTo>
                  <a:lnTo>
                    <a:pt x="4364315" y="856028"/>
                  </a:lnTo>
                  <a:lnTo>
                    <a:pt x="4364408" y="856028"/>
                  </a:lnTo>
                  <a:lnTo>
                    <a:pt x="4364502" y="856028"/>
                  </a:lnTo>
                  <a:lnTo>
                    <a:pt x="4364595" y="856028"/>
                  </a:lnTo>
                  <a:lnTo>
                    <a:pt x="4364688" y="856028"/>
                  </a:lnTo>
                  <a:lnTo>
                    <a:pt x="4364781" y="856028"/>
                  </a:lnTo>
                  <a:lnTo>
                    <a:pt x="4364875" y="856028"/>
                  </a:lnTo>
                  <a:lnTo>
                    <a:pt x="4364968" y="856028"/>
                  </a:lnTo>
                  <a:lnTo>
                    <a:pt x="4365061" y="856028"/>
                  </a:lnTo>
                  <a:lnTo>
                    <a:pt x="4365154" y="856028"/>
                  </a:lnTo>
                  <a:lnTo>
                    <a:pt x="4365248" y="856028"/>
                  </a:lnTo>
                  <a:lnTo>
                    <a:pt x="4365341" y="856028"/>
                  </a:lnTo>
                  <a:lnTo>
                    <a:pt x="4365434" y="856028"/>
                  </a:lnTo>
                  <a:lnTo>
                    <a:pt x="4365527" y="856028"/>
                  </a:lnTo>
                  <a:lnTo>
                    <a:pt x="4365621" y="856028"/>
                  </a:lnTo>
                  <a:lnTo>
                    <a:pt x="4365714" y="856028"/>
                  </a:lnTo>
                  <a:lnTo>
                    <a:pt x="4365807" y="856028"/>
                  </a:lnTo>
                  <a:lnTo>
                    <a:pt x="4365900" y="856028"/>
                  </a:lnTo>
                  <a:lnTo>
                    <a:pt x="4365994" y="856028"/>
                  </a:lnTo>
                  <a:lnTo>
                    <a:pt x="4366087" y="856028"/>
                  </a:lnTo>
                  <a:lnTo>
                    <a:pt x="4366180" y="856028"/>
                  </a:lnTo>
                  <a:lnTo>
                    <a:pt x="4366273" y="856028"/>
                  </a:lnTo>
                  <a:lnTo>
                    <a:pt x="4366367" y="856028"/>
                  </a:lnTo>
                  <a:lnTo>
                    <a:pt x="4366460" y="856028"/>
                  </a:lnTo>
                  <a:lnTo>
                    <a:pt x="4366553" y="856028"/>
                  </a:lnTo>
                  <a:lnTo>
                    <a:pt x="4366646" y="856028"/>
                  </a:lnTo>
                  <a:lnTo>
                    <a:pt x="4366740" y="856028"/>
                  </a:lnTo>
                  <a:lnTo>
                    <a:pt x="4366833" y="856028"/>
                  </a:lnTo>
                  <a:lnTo>
                    <a:pt x="4366833" y="846074"/>
                  </a:lnTo>
                  <a:lnTo>
                    <a:pt x="4366926" y="846074"/>
                  </a:lnTo>
                  <a:lnTo>
                    <a:pt x="4367019" y="846074"/>
                  </a:lnTo>
                  <a:lnTo>
                    <a:pt x="4367113" y="846074"/>
                  </a:lnTo>
                  <a:lnTo>
                    <a:pt x="4367206" y="846074"/>
                  </a:lnTo>
                  <a:lnTo>
                    <a:pt x="4367299" y="846074"/>
                  </a:lnTo>
                  <a:lnTo>
                    <a:pt x="4367392" y="846074"/>
                  </a:lnTo>
                  <a:lnTo>
                    <a:pt x="4367392" y="836121"/>
                  </a:lnTo>
                  <a:lnTo>
                    <a:pt x="4367486" y="836121"/>
                  </a:lnTo>
                  <a:lnTo>
                    <a:pt x="4367579" y="836121"/>
                  </a:lnTo>
                  <a:lnTo>
                    <a:pt x="4367672" y="836121"/>
                  </a:lnTo>
                  <a:lnTo>
                    <a:pt x="4367765" y="836121"/>
                  </a:lnTo>
                  <a:lnTo>
                    <a:pt x="4367859" y="836121"/>
                  </a:lnTo>
                  <a:lnTo>
                    <a:pt x="4367952" y="836121"/>
                  </a:lnTo>
                  <a:lnTo>
                    <a:pt x="4368045" y="836121"/>
                  </a:lnTo>
                  <a:lnTo>
                    <a:pt x="4368138" y="836121"/>
                  </a:lnTo>
                  <a:lnTo>
                    <a:pt x="4368232" y="836121"/>
                  </a:lnTo>
                  <a:lnTo>
                    <a:pt x="4368325" y="836121"/>
                  </a:lnTo>
                  <a:lnTo>
                    <a:pt x="4368418" y="836121"/>
                  </a:lnTo>
                  <a:lnTo>
                    <a:pt x="4368511" y="836121"/>
                  </a:lnTo>
                  <a:lnTo>
                    <a:pt x="4368605" y="836121"/>
                  </a:lnTo>
                  <a:lnTo>
                    <a:pt x="4368698" y="836121"/>
                  </a:lnTo>
                  <a:lnTo>
                    <a:pt x="4368791" y="836121"/>
                  </a:lnTo>
                  <a:lnTo>
                    <a:pt x="4368884" y="836121"/>
                  </a:lnTo>
                  <a:lnTo>
                    <a:pt x="4368978" y="836121"/>
                  </a:lnTo>
                  <a:lnTo>
                    <a:pt x="4369071" y="836121"/>
                  </a:lnTo>
                  <a:lnTo>
                    <a:pt x="4369164" y="836121"/>
                  </a:lnTo>
                  <a:lnTo>
                    <a:pt x="4369257" y="836121"/>
                  </a:lnTo>
                  <a:lnTo>
                    <a:pt x="4369351" y="836121"/>
                  </a:lnTo>
                  <a:lnTo>
                    <a:pt x="4369444" y="836121"/>
                  </a:lnTo>
                  <a:lnTo>
                    <a:pt x="4369537" y="836121"/>
                  </a:lnTo>
                  <a:lnTo>
                    <a:pt x="4369630" y="836121"/>
                  </a:lnTo>
                  <a:lnTo>
                    <a:pt x="4369724" y="836121"/>
                  </a:lnTo>
                  <a:lnTo>
                    <a:pt x="4369817" y="836121"/>
                  </a:lnTo>
                  <a:lnTo>
                    <a:pt x="4369910" y="836121"/>
                  </a:lnTo>
                  <a:lnTo>
                    <a:pt x="4370003" y="836121"/>
                  </a:lnTo>
                  <a:lnTo>
                    <a:pt x="4370097" y="836121"/>
                  </a:lnTo>
                  <a:lnTo>
                    <a:pt x="4370190" y="836121"/>
                  </a:lnTo>
                  <a:lnTo>
                    <a:pt x="4370283" y="836121"/>
                  </a:lnTo>
                  <a:lnTo>
                    <a:pt x="4370376" y="836121"/>
                  </a:lnTo>
                  <a:lnTo>
                    <a:pt x="4370470" y="836121"/>
                  </a:lnTo>
                  <a:lnTo>
                    <a:pt x="4370563" y="836121"/>
                  </a:lnTo>
                  <a:lnTo>
                    <a:pt x="4370656" y="836121"/>
                  </a:lnTo>
                  <a:lnTo>
                    <a:pt x="4370749" y="836121"/>
                  </a:lnTo>
                  <a:lnTo>
                    <a:pt x="4370842" y="836121"/>
                  </a:lnTo>
                  <a:lnTo>
                    <a:pt x="4370936" y="836121"/>
                  </a:lnTo>
                  <a:lnTo>
                    <a:pt x="4371029" y="836121"/>
                  </a:lnTo>
                  <a:lnTo>
                    <a:pt x="4371122" y="836121"/>
                  </a:lnTo>
                  <a:lnTo>
                    <a:pt x="4371215" y="836121"/>
                  </a:lnTo>
                  <a:lnTo>
                    <a:pt x="4371309" y="836121"/>
                  </a:lnTo>
                  <a:lnTo>
                    <a:pt x="4371402" y="836121"/>
                  </a:lnTo>
                  <a:lnTo>
                    <a:pt x="4371495" y="836121"/>
                  </a:lnTo>
                  <a:lnTo>
                    <a:pt x="4371588" y="836121"/>
                  </a:lnTo>
                  <a:lnTo>
                    <a:pt x="4371682" y="836121"/>
                  </a:lnTo>
                  <a:lnTo>
                    <a:pt x="4371775" y="836121"/>
                  </a:lnTo>
                  <a:lnTo>
                    <a:pt x="4371868" y="836121"/>
                  </a:lnTo>
                  <a:lnTo>
                    <a:pt x="4371961" y="836121"/>
                  </a:lnTo>
                  <a:lnTo>
                    <a:pt x="4372055" y="836121"/>
                  </a:lnTo>
                  <a:lnTo>
                    <a:pt x="4372148" y="836121"/>
                  </a:lnTo>
                  <a:lnTo>
                    <a:pt x="4372241" y="836121"/>
                  </a:lnTo>
                  <a:lnTo>
                    <a:pt x="4372334" y="836121"/>
                  </a:lnTo>
                  <a:lnTo>
                    <a:pt x="4372428" y="836121"/>
                  </a:lnTo>
                  <a:lnTo>
                    <a:pt x="4372521" y="836121"/>
                  </a:lnTo>
                  <a:lnTo>
                    <a:pt x="4372614" y="836121"/>
                  </a:lnTo>
                  <a:lnTo>
                    <a:pt x="4372707" y="836121"/>
                  </a:lnTo>
                  <a:lnTo>
                    <a:pt x="4372801" y="836121"/>
                  </a:lnTo>
                  <a:lnTo>
                    <a:pt x="4372894" y="836121"/>
                  </a:lnTo>
                  <a:lnTo>
                    <a:pt x="4372987" y="836121"/>
                  </a:lnTo>
                  <a:lnTo>
                    <a:pt x="4373080" y="836121"/>
                  </a:lnTo>
                  <a:lnTo>
                    <a:pt x="4373174" y="836121"/>
                  </a:lnTo>
                  <a:lnTo>
                    <a:pt x="4373267" y="836121"/>
                  </a:lnTo>
                  <a:lnTo>
                    <a:pt x="4373360" y="836121"/>
                  </a:lnTo>
                  <a:lnTo>
                    <a:pt x="4373453" y="836121"/>
                  </a:lnTo>
                  <a:lnTo>
                    <a:pt x="4373547" y="836121"/>
                  </a:lnTo>
                  <a:lnTo>
                    <a:pt x="4373640" y="836121"/>
                  </a:lnTo>
                  <a:lnTo>
                    <a:pt x="4373733" y="836121"/>
                  </a:lnTo>
                  <a:lnTo>
                    <a:pt x="4373826" y="836121"/>
                  </a:lnTo>
                  <a:lnTo>
                    <a:pt x="4373920" y="836121"/>
                  </a:lnTo>
                  <a:lnTo>
                    <a:pt x="4374013" y="836121"/>
                  </a:lnTo>
                  <a:lnTo>
                    <a:pt x="4374106" y="836121"/>
                  </a:lnTo>
                  <a:lnTo>
                    <a:pt x="4374199" y="836121"/>
                  </a:lnTo>
                  <a:lnTo>
                    <a:pt x="4374293" y="836121"/>
                  </a:lnTo>
                  <a:lnTo>
                    <a:pt x="4374386" y="836121"/>
                  </a:lnTo>
                  <a:lnTo>
                    <a:pt x="4374479" y="836121"/>
                  </a:lnTo>
                  <a:lnTo>
                    <a:pt x="4374572" y="836121"/>
                  </a:lnTo>
                  <a:lnTo>
                    <a:pt x="4374666" y="836121"/>
                  </a:lnTo>
                  <a:lnTo>
                    <a:pt x="4374759" y="836121"/>
                  </a:lnTo>
                  <a:lnTo>
                    <a:pt x="4374852" y="836121"/>
                  </a:lnTo>
                  <a:lnTo>
                    <a:pt x="4374945" y="836121"/>
                  </a:lnTo>
                  <a:lnTo>
                    <a:pt x="4375039" y="836121"/>
                  </a:lnTo>
                  <a:lnTo>
                    <a:pt x="4375132" y="836121"/>
                  </a:lnTo>
                  <a:lnTo>
                    <a:pt x="4375225" y="836121"/>
                  </a:lnTo>
                  <a:lnTo>
                    <a:pt x="4375318" y="836121"/>
                  </a:lnTo>
                  <a:lnTo>
                    <a:pt x="4375412" y="836121"/>
                  </a:lnTo>
                  <a:lnTo>
                    <a:pt x="4375505" y="836121"/>
                  </a:lnTo>
                  <a:lnTo>
                    <a:pt x="4375598" y="836121"/>
                  </a:lnTo>
                  <a:lnTo>
                    <a:pt x="4375691" y="836121"/>
                  </a:lnTo>
                  <a:lnTo>
                    <a:pt x="4375785" y="836121"/>
                  </a:lnTo>
                  <a:lnTo>
                    <a:pt x="4375878" y="836121"/>
                  </a:lnTo>
                  <a:lnTo>
                    <a:pt x="4375971" y="836121"/>
                  </a:lnTo>
                  <a:lnTo>
                    <a:pt x="4376064" y="836121"/>
                  </a:lnTo>
                  <a:lnTo>
                    <a:pt x="4376158" y="836121"/>
                  </a:lnTo>
                  <a:lnTo>
                    <a:pt x="4376251" y="836121"/>
                  </a:lnTo>
                  <a:lnTo>
                    <a:pt x="4376344" y="836121"/>
                  </a:lnTo>
                  <a:lnTo>
                    <a:pt x="4376437" y="836121"/>
                  </a:lnTo>
                  <a:lnTo>
                    <a:pt x="4376531" y="836121"/>
                  </a:lnTo>
                  <a:lnTo>
                    <a:pt x="4376624" y="836121"/>
                  </a:lnTo>
                  <a:lnTo>
                    <a:pt x="4376717" y="836121"/>
                  </a:lnTo>
                  <a:lnTo>
                    <a:pt x="4376810" y="836121"/>
                  </a:lnTo>
                  <a:lnTo>
                    <a:pt x="4376904" y="836121"/>
                  </a:lnTo>
                  <a:lnTo>
                    <a:pt x="4376997" y="836121"/>
                  </a:lnTo>
                  <a:lnTo>
                    <a:pt x="4377090" y="836121"/>
                  </a:lnTo>
                  <a:lnTo>
                    <a:pt x="4377183" y="836121"/>
                  </a:lnTo>
                  <a:lnTo>
                    <a:pt x="4377277" y="836121"/>
                  </a:lnTo>
                  <a:lnTo>
                    <a:pt x="4377370" y="836121"/>
                  </a:lnTo>
                  <a:lnTo>
                    <a:pt x="4377463" y="836121"/>
                  </a:lnTo>
                  <a:lnTo>
                    <a:pt x="4377556" y="836121"/>
                  </a:lnTo>
                  <a:lnTo>
                    <a:pt x="4377650" y="836121"/>
                  </a:lnTo>
                  <a:lnTo>
                    <a:pt x="4377743" y="836121"/>
                  </a:lnTo>
                  <a:lnTo>
                    <a:pt x="4377836" y="836121"/>
                  </a:lnTo>
                  <a:lnTo>
                    <a:pt x="4377929" y="836121"/>
                  </a:lnTo>
                  <a:lnTo>
                    <a:pt x="4378022" y="836121"/>
                  </a:lnTo>
                  <a:lnTo>
                    <a:pt x="4378116" y="836121"/>
                  </a:lnTo>
                  <a:lnTo>
                    <a:pt x="4378209" y="836121"/>
                  </a:lnTo>
                  <a:lnTo>
                    <a:pt x="4378302" y="836121"/>
                  </a:lnTo>
                  <a:lnTo>
                    <a:pt x="4378395" y="836121"/>
                  </a:lnTo>
                  <a:lnTo>
                    <a:pt x="4378489" y="836121"/>
                  </a:lnTo>
                  <a:lnTo>
                    <a:pt x="4378582" y="836121"/>
                  </a:lnTo>
                  <a:lnTo>
                    <a:pt x="4378675" y="836121"/>
                  </a:lnTo>
                  <a:lnTo>
                    <a:pt x="4378768" y="836121"/>
                  </a:lnTo>
                  <a:lnTo>
                    <a:pt x="4378862" y="836121"/>
                  </a:lnTo>
                  <a:lnTo>
                    <a:pt x="4378955" y="836121"/>
                  </a:lnTo>
                  <a:lnTo>
                    <a:pt x="4379048" y="836121"/>
                  </a:lnTo>
                  <a:lnTo>
                    <a:pt x="4379141" y="836121"/>
                  </a:lnTo>
                  <a:lnTo>
                    <a:pt x="4379235" y="836121"/>
                  </a:lnTo>
                  <a:lnTo>
                    <a:pt x="4379328" y="836121"/>
                  </a:lnTo>
                  <a:lnTo>
                    <a:pt x="4379421" y="836121"/>
                  </a:lnTo>
                  <a:lnTo>
                    <a:pt x="4379514" y="836121"/>
                  </a:lnTo>
                  <a:lnTo>
                    <a:pt x="4379608" y="836121"/>
                  </a:lnTo>
                  <a:lnTo>
                    <a:pt x="4379701" y="836121"/>
                  </a:lnTo>
                  <a:lnTo>
                    <a:pt x="4379794" y="836121"/>
                  </a:lnTo>
                  <a:lnTo>
                    <a:pt x="4379887" y="836121"/>
                  </a:lnTo>
                  <a:lnTo>
                    <a:pt x="4379981" y="836121"/>
                  </a:lnTo>
                  <a:lnTo>
                    <a:pt x="4380074" y="836121"/>
                  </a:lnTo>
                  <a:lnTo>
                    <a:pt x="4380167" y="836121"/>
                  </a:lnTo>
                  <a:lnTo>
                    <a:pt x="4380260" y="836121"/>
                  </a:lnTo>
                  <a:lnTo>
                    <a:pt x="4380354" y="836121"/>
                  </a:lnTo>
                  <a:lnTo>
                    <a:pt x="4380447" y="836121"/>
                  </a:lnTo>
                  <a:lnTo>
                    <a:pt x="4380540" y="836121"/>
                  </a:lnTo>
                  <a:lnTo>
                    <a:pt x="4380633" y="836121"/>
                  </a:lnTo>
                  <a:lnTo>
                    <a:pt x="4380727" y="836121"/>
                  </a:lnTo>
                  <a:lnTo>
                    <a:pt x="4380820" y="836121"/>
                  </a:lnTo>
                  <a:lnTo>
                    <a:pt x="4380913" y="836121"/>
                  </a:lnTo>
                  <a:lnTo>
                    <a:pt x="4381006" y="836121"/>
                  </a:lnTo>
                  <a:lnTo>
                    <a:pt x="4381100" y="836121"/>
                  </a:lnTo>
                  <a:lnTo>
                    <a:pt x="4381193" y="836121"/>
                  </a:lnTo>
                  <a:lnTo>
                    <a:pt x="4381286" y="836121"/>
                  </a:lnTo>
                  <a:lnTo>
                    <a:pt x="4381379" y="836121"/>
                  </a:lnTo>
                  <a:lnTo>
                    <a:pt x="4381473" y="836121"/>
                  </a:lnTo>
                  <a:lnTo>
                    <a:pt x="4381566" y="836121"/>
                  </a:lnTo>
                  <a:lnTo>
                    <a:pt x="4381659" y="836121"/>
                  </a:lnTo>
                  <a:lnTo>
                    <a:pt x="4381752" y="836121"/>
                  </a:lnTo>
                  <a:lnTo>
                    <a:pt x="4381846" y="836121"/>
                  </a:lnTo>
                  <a:lnTo>
                    <a:pt x="4381939" y="836121"/>
                  </a:lnTo>
                  <a:lnTo>
                    <a:pt x="4382032" y="836121"/>
                  </a:lnTo>
                  <a:lnTo>
                    <a:pt x="4382125" y="836121"/>
                  </a:lnTo>
                  <a:lnTo>
                    <a:pt x="4382219" y="836121"/>
                  </a:lnTo>
                  <a:lnTo>
                    <a:pt x="4382219" y="826167"/>
                  </a:lnTo>
                  <a:lnTo>
                    <a:pt x="4382312" y="826167"/>
                  </a:lnTo>
                  <a:lnTo>
                    <a:pt x="4382405" y="826167"/>
                  </a:lnTo>
                  <a:lnTo>
                    <a:pt x="4382498" y="826167"/>
                  </a:lnTo>
                  <a:lnTo>
                    <a:pt x="4382592" y="826167"/>
                  </a:lnTo>
                  <a:lnTo>
                    <a:pt x="4382685" y="826167"/>
                  </a:lnTo>
                  <a:lnTo>
                    <a:pt x="4382778" y="826167"/>
                  </a:lnTo>
                  <a:lnTo>
                    <a:pt x="4382871" y="826167"/>
                  </a:lnTo>
                  <a:lnTo>
                    <a:pt x="4382965" y="826167"/>
                  </a:lnTo>
                  <a:lnTo>
                    <a:pt x="4383058" y="826167"/>
                  </a:lnTo>
                  <a:lnTo>
                    <a:pt x="4383151" y="826167"/>
                  </a:lnTo>
                  <a:lnTo>
                    <a:pt x="4383244" y="826167"/>
                  </a:lnTo>
                  <a:lnTo>
                    <a:pt x="4383338" y="826167"/>
                  </a:lnTo>
                  <a:lnTo>
                    <a:pt x="4383431" y="826167"/>
                  </a:lnTo>
                  <a:lnTo>
                    <a:pt x="4383524" y="826167"/>
                  </a:lnTo>
                  <a:lnTo>
                    <a:pt x="4383617" y="826167"/>
                  </a:lnTo>
                  <a:lnTo>
                    <a:pt x="4383711" y="826167"/>
                  </a:lnTo>
                  <a:lnTo>
                    <a:pt x="4383804" y="826167"/>
                  </a:lnTo>
                  <a:lnTo>
                    <a:pt x="4383897" y="826167"/>
                  </a:lnTo>
                  <a:lnTo>
                    <a:pt x="4383990" y="826167"/>
                  </a:lnTo>
                  <a:lnTo>
                    <a:pt x="4384084" y="826167"/>
                  </a:lnTo>
                  <a:lnTo>
                    <a:pt x="4384177" y="826167"/>
                  </a:lnTo>
                  <a:lnTo>
                    <a:pt x="4384270" y="826167"/>
                  </a:lnTo>
                  <a:lnTo>
                    <a:pt x="4384363" y="826167"/>
                  </a:lnTo>
                  <a:lnTo>
                    <a:pt x="4384457" y="826167"/>
                  </a:lnTo>
                  <a:lnTo>
                    <a:pt x="4384550" y="826167"/>
                  </a:lnTo>
                  <a:lnTo>
                    <a:pt x="4384643" y="826167"/>
                  </a:lnTo>
                  <a:lnTo>
                    <a:pt x="4384736" y="826167"/>
                  </a:lnTo>
                  <a:lnTo>
                    <a:pt x="4384829" y="826167"/>
                  </a:lnTo>
                  <a:lnTo>
                    <a:pt x="4384923" y="826167"/>
                  </a:lnTo>
                  <a:lnTo>
                    <a:pt x="4385016" y="826167"/>
                  </a:lnTo>
                  <a:lnTo>
                    <a:pt x="4385109" y="826167"/>
                  </a:lnTo>
                  <a:lnTo>
                    <a:pt x="4385202" y="826167"/>
                  </a:lnTo>
                  <a:lnTo>
                    <a:pt x="4385296" y="826167"/>
                  </a:lnTo>
                  <a:lnTo>
                    <a:pt x="4385389" y="826167"/>
                  </a:lnTo>
                  <a:lnTo>
                    <a:pt x="4385482" y="826167"/>
                  </a:lnTo>
                  <a:lnTo>
                    <a:pt x="4385575" y="826167"/>
                  </a:lnTo>
                  <a:lnTo>
                    <a:pt x="4385669" y="826167"/>
                  </a:lnTo>
                  <a:lnTo>
                    <a:pt x="4385762" y="826167"/>
                  </a:lnTo>
                  <a:lnTo>
                    <a:pt x="4385855" y="826167"/>
                  </a:lnTo>
                  <a:lnTo>
                    <a:pt x="4385948" y="826167"/>
                  </a:lnTo>
                  <a:lnTo>
                    <a:pt x="4386042" y="826167"/>
                  </a:lnTo>
                  <a:lnTo>
                    <a:pt x="4386135" y="826167"/>
                  </a:lnTo>
                  <a:lnTo>
                    <a:pt x="4386228" y="826167"/>
                  </a:lnTo>
                  <a:lnTo>
                    <a:pt x="4386321" y="826167"/>
                  </a:lnTo>
                  <a:lnTo>
                    <a:pt x="4386415" y="826167"/>
                  </a:lnTo>
                  <a:lnTo>
                    <a:pt x="4386508" y="826167"/>
                  </a:lnTo>
                  <a:lnTo>
                    <a:pt x="4386601" y="826167"/>
                  </a:lnTo>
                  <a:lnTo>
                    <a:pt x="4386694" y="826167"/>
                  </a:lnTo>
                  <a:lnTo>
                    <a:pt x="4386788" y="826167"/>
                  </a:lnTo>
                  <a:lnTo>
                    <a:pt x="4386881" y="826167"/>
                  </a:lnTo>
                  <a:lnTo>
                    <a:pt x="4386974" y="826167"/>
                  </a:lnTo>
                  <a:lnTo>
                    <a:pt x="4387067" y="826167"/>
                  </a:lnTo>
                  <a:lnTo>
                    <a:pt x="4387161" y="826167"/>
                  </a:lnTo>
                  <a:lnTo>
                    <a:pt x="4387254" y="826167"/>
                  </a:lnTo>
                  <a:lnTo>
                    <a:pt x="4387347" y="826167"/>
                  </a:lnTo>
                  <a:lnTo>
                    <a:pt x="4387440" y="826167"/>
                  </a:lnTo>
                  <a:lnTo>
                    <a:pt x="4387440" y="816213"/>
                  </a:lnTo>
                  <a:lnTo>
                    <a:pt x="4387534" y="816213"/>
                  </a:lnTo>
                  <a:lnTo>
                    <a:pt x="4387627" y="816213"/>
                  </a:lnTo>
                  <a:lnTo>
                    <a:pt x="4387720" y="816213"/>
                  </a:lnTo>
                  <a:lnTo>
                    <a:pt x="4387813" y="816213"/>
                  </a:lnTo>
                  <a:lnTo>
                    <a:pt x="4387907" y="816213"/>
                  </a:lnTo>
                  <a:lnTo>
                    <a:pt x="4388000" y="816213"/>
                  </a:lnTo>
                  <a:lnTo>
                    <a:pt x="4388093" y="816213"/>
                  </a:lnTo>
                  <a:lnTo>
                    <a:pt x="4388186" y="816213"/>
                  </a:lnTo>
                  <a:lnTo>
                    <a:pt x="4388280" y="816213"/>
                  </a:lnTo>
                  <a:lnTo>
                    <a:pt x="4388373" y="816213"/>
                  </a:lnTo>
                  <a:lnTo>
                    <a:pt x="4388466" y="816213"/>
                  </a:lnTo>
                  <a:lnTo>
                    <a:pt x="4388559" y="816213"/>
                  </a:lnTo>
                  <a:lnTo>
                    <a:pt x="4388653" y="816213"/>
                  </a:lnTo>
                  <a:lnTo>
                    <a:pt x="4388746" y="816213"/>
                  </a:lnTo>
                  <a:lnTo>
                    <a:pt x="4388839" y="816213"/>
                  </a:lnTo>
                  <a:lnTo>
                    <a:pt x="4388932" y="816213"/>
                  </a:lnTo>
                  <a:lnTo>
                    <a:pt x="4389026" y="816213"/>
                  </a:lnTo>
                  <a:lnTo>
                    <a:pt x="4389119" y="816213"/>
                  </a:lnTo>
                  <a:lnTo>
                    <a:pt x="4389212" y="816213"/>
                  </a:lnTo>
                  <a:lnTo>
                    <a:pt x="4389305" y="816213"/>
                  </a:lnTo>
                  <a:lnTo>
                    <a:pt x="4389399" y="816213"/>
                  </a:lnTo>
                  <a:lnTo>
                    <a:pt x="4389492" y="816213"/>
                  </a:lnTo>
                  <a:lnTo>
                    <a:pt x="4389585" y="816213"/>
                  </a:lnTo>
                  <a:lnTo>
                    <a:pt x="4389678" y="816213"/>
                  </a:lnTo>
                  <a:lnTo>
                    <a:pt x="4389772" y="816213"/>
                  </a:lnTo>
                  <a:lnTo>
                    <a:pt x="4389865" y="816213"/>
                  </a:lnTo>
                  <a:lnTo>
                    <a:pt x="4389958" y="816213"/>
                  </a:lnTo>
                  <a:lnTo>
                    <a:pt x="4390051" y="816213"/>
                  </a:lnTo>
                  <a:lnTo>
                    <a:pt x="4390051" y="806259"/>
                  </a:lnTo>
                  <a:lnTo>
                    <a:pt x="4390145" y="806259"/>
                  </a:lnTo>
                  <a:lnTo>
                    <a:pt x="4390238" y="806259"/>
                  </a:lnTo>
                  <a:lnTo>
                    <a:pt x="4390331" y="806259"/>
                  </a:lnTo>
                  <a:lnTo>
                    <a:pt x="4390424" y="806259"/>
                  </a:lnTo>
                  <a:lnTo>
                    <a:pt x="4390518" y="806259"/>
                  </a:lnTo>
                  <a:lnTo>
                    <a:pt x="4390611" y="806259"/>
                  </a:lnTo>
                  <a:lnTo>
                    <a:pt x="4390611" y="796305"/>
                  </a:lnTo>
                  <a:lnTo>
                    <a:pt x="4390704" y="796305"/>
                  </a:lnTo>
                  <a:lnTo>
                    <a:pt x="4390797" y="796305"/>
                  </a:lnTo>
                  <a:lnTo>
                    <a:pt x="4390891" y="796305"/>
                  </a:lnTo>
                  <a:lnTo>
                    <a:pt x="4390984" y="796305"/>
                  </a:lnTo>
                  <a:lnTo>
                    <a:pt x="4391077" y="796305"/>
                  </a:lnTo>
                  <a:lnTo>
                    <a:pt x="4391170" y="796305"/>
                  </a:lnTo>
                  <a:lnTo>
                    <a:pt x="4391264" y="796305"/>
                  </a:lnTo>
                  <a:lnTo>
                    <a:pt x="4391357" y="796305"/>
                  </a:lnTo>
                  <a:lnTo>
                    <a:pt x="4391450" y="796305"/>
                  </a:lnTo>
                  <a:lnTo>
                    <a:pt x="4391543" y="796305"/>
                  </a:lnTo>
                  <a:lnTo>
                    <a:pt x="4391636" y="796305"/>
                  </a:lnTo>
                  <a:lnTo>
                    <a:pt x="4391730" y="796305"/>
                  </a:lnTo>
                  <a:lnTo>
                    <a:pt x="4391823" y="796305"/>
                  </a:lnTo>
                  <a:lnTo>
                    <a:pt x="4391916" y="796305"/>
                  </a:lnTo>
                  <a:lnTo>
                    <a:pt x="4392009" y="796305"/>
                  </a:lnTo>
                  <a:lnTo>
                    <a:pt x="4392103" y="796305"/>
                  </a:lnTo>
                  <a:lnTo>
                    <a:pt x="4392196" y="796305"/>
                  </a:lnTo>
                  <a:lnTo>
                    <a:pt x="4392289" y="796305"/>
                  </a:lnTo>
                  <a:lnTo>
                    <a:pt x="4392382" y="796305"/>
                  </a:lnTo>
                  <a:lnTo>
                    <a:pt x="4392476" y="796305"/>
                  </a:lnTo>
                  <a:lnTo>
                    <a:pt x="4392569" y="796305"/>
                  </a:lnTo>
                  <a:lnTo>
                    <a:pt x="4392662" y="796305"/>
                  </a:lnTo>
                  <a:lnTo>
                    <a:pt x="4392755" y="796305"/>
                  </a:lnTo>
                  <a:lnTo>
                    <a:pt x="4392849" y="796305"/>
                  </a:lnTo>
                  <a:lnTo>
                    <a:pt x="4392942" y="796305"/>
                  </a:lnTo>
                  <a:lnTo>
                    <a:pt x="4393035" y="796305"/>
                  </a:lnTo>
                  <a:lnTo>
                    <a:pt x="4393128" y="796305"/>
                  </a:lnTo>
                  <a:lnTo>
                    <a:pt x="4393222" y="796305"/>
                  </a:lnTo>
                  <a:lnTo>
                    <a:pt x="4393315" y="796305"/>
                  </a:lnTo>
                  <a:lnTo>
                    <a:pt x="4393408" y="796305"/>
                  </a:lnTo>
                  <a:lnTo>
                    <a:pt x="4393501" y="796305"/>
                  </a:lnTo>
                  <a:lnTo>
                    <a:pt x="4393595" y="796305"/>
                  </a:lnTo>
                  <a:lnTo>
                    <a:pt x="4393688" y="796305"/>
                  </a:lnTo>
                  <a:lnTo>
                    <a:pt x="4393688" y="786351"/>
                  </a:lnTo>
                  <a:lnTo>
                    <a:pt x="4393781" y="786351"/>
                  </a:lnTo>
                  <a:lnTo>
                    <a:pt x="4393874" y="786351"/>
                  </a:lnTo>
                  <a:lnTo>
                    <a:pt x="4393968" y="786351"/>
                  </a:lnTo>
                  <a:lnTo>
                    <a:pt x="4394061" y="786351"/>
                  </a:lnTo>
                  <a:lnTo>
                    <a:pt x="4394154" y="786351"/>
                  </a:lnTo>
                  <a:lnTo>
                    <a:pt x="4394247" y="786351"/>
                  </a:lnTo>
                  <a:lnTo>
                    <a:pt x="4394341" y="786351"/>
                  </a:lnTo>
                  <a:lnTo>
                    <a:pt x="4394434" y="786351"/>
                  </a:lnTo>
                  <a:lnTo>
                    <a:pt x="4394527" y="786351"/>
                  </a:lnTo>
                  <a:lnTo>
                    <a:pt x="4394620" y="786351"/>
                  </a:lnTo>
                  <a:lnTo>
                    <a:pt x="4394714" y="786351"/>
                  </a:lnTo>
                  <a:lnTo>
                    <a:pt x="4394807" y="786351"/>
                  </a:lnTo>
                  <a:lnTo>
                    <a:pt x="4394900" y="786351"/>
                  </a:lnTo>
                  <a:lnTo>
                    <a:pt x="4394993" y="786351"/>
                  </a:lnTo>
                  <a:lnTo>
                    <a:pt x="4395087" y="786351"/>
                  </a:lnTo>
                  <a:lnTo>
                    <a:pt x="4395180" y="786351"/>
                  </a:lnTo>
                  <a:lnTo>
                    <a:pt x="4395273" y="786351"/>
                  </a:lnTo>
                  <a:lnTo>
                    <a:pt x="4395366" y="786351"/>
                  </a:lnTo>
                  <a:lnTo>
                    <a:pt x="4395460" y="786351"/>
                  </a:lnTo>
                  <a:lnTo>
                    <a:pt x="4395553" y="786351"/>
                  </a:lnTo>
                  <a:lnTo>
                    <a:pt x="4395646" y="786351"/>
                  </a:lnTo>
                  <a:lnTo>
                    <a:pt x="4395739" y="786351"/>
                  </a:lnTo>
                  <a:lnTo>
                    <a:pt x="4395833" y="786351"/>
                  </a:lnTo>
                  <a:lnTo>
                    <a:pt x="4395926" y="786351"/>
                  </a:lnTo>
                  <a:lnTo>
                    <a:pt x="4396019" y="786351"/>
                  </a:lnTo>
                  <a:lnTo>
                    <a:pt x="4396112" y="786351"/>
                  </a:lnTo>
                  <a:lnTo>
                    <a:pt x="4396206" y="786351"/>
                  </a:lnTo>
                  <a:lnTo>
                    <a:pt x="4396299" y="786351"/>
                  </a:lnTo>
                  <a:lnTo>
                    <a:pt x="4396392" y="786351"/>
                  </a:lnTo>
                  <a:lnTo>
                    <a:pt x="4396485" y="786351"/>
                  </a:lnTo>
                  <a:lnTo>
                    <a:pt x="4396579" y="786351"/>
                  </a:lnTo>
                  <a:lnTo>
                    <a:pt x="4396672" y="786351"/>
                  </a:lnTo>
                  <a:lnTo>
                    <a:pt x="4396765" y="786351"/>
                  </a:lnTo>
                  <a:lnTo>
                    <a:pt x="4396858" y="786351"/>
                  </a:lnTo>
                  <a:lnTo>
                    <a:pt x="4396952" y="786351"/>
                  </a:lnTo>
                  <a:lnTo>
                    <a:pt x="4397045" y="786351"/>
                  </a:lnTo>
                  <a:lnTo>
                    <a:pt x="4397138" y="786351"/>
                  </a:lnTo>
                  <a:lnTo>
                    <a:pt x="4397231" y="786351"/>
                  </a:lnTo>
                  <a:lnTo>
                    <a:pt x="4397325" y="786351"/>
                  </a:lnTo>
                  <a:lnTo>
                    <a:pt x="4397418" y="786351"/>
                  </a:lnTo>
                  <a:lnTo>
                    <a:pt x="4397511" y="786351"/>
                  </a:lnTo>
                  <a:lnTo>
                    <a:pt x="4397604" y="786351"/>
                  </a:lnTo>
                  <a:lnTo>
                    <a:pt x="4397698" y="786351"/>
                  </a:lnTo>
                  <a:lnTo>
                    <a:pt x="4397791" y="786351"/>
                  </a:lnTo>
                  <a:lnTo>
                    <a:pt x="4397884" y="786351"/>
                  </a:lnTo>
                  <a:lnTo>
                    <a:pt x="4397977" y="786351"/>
                  </a:lnTo>
                  <a:lnTo>
                    <a:pt x="4398071" y="786351"/>
                  </a:lnTo>
                  <a:lnTo>
                    <a:pt x="4398164" y="786351"/>
                  </a:lnTo>
                  <a:lnTo>
                    <a:pt x="4398257" y="786351"/>
                  </a:lnTo>
                  <a:lnTo>
                    <a:pt x="4398350" y="786351"/>
                  </a:lnTo>
                  <a:lnTo>
                    <a:pt x="4398444" y="786351"/>
                  </a:lnTo>
                  <a:lnTo>
                    <a:pt x="4398537" y="786351"/>
                  </a:lnTo>
                  <a:lnTo>
                    <a:pt x="4398630" y="786351"/>
                  </a:lnTo>
                  <a:lnTo>
                    <a:pt x="4398723" y="786351"/>
                  </a:lnTo>
                  <a:lnTo>
                    <a:pt x="4398816" y="786351"/>
                  </a:lnTo>
                  <a:lnTo>
                    <a:pt x="4398910" y="786351"/>
                  </a:lnTo>
                  <a:lnTo>
                    <a:pt x="4399003" y="786351"/>
                  </a:lnTo>
                  <a:lnTo>
                    <a:pt x="4399096" y="786351"/>
                  </a:lnTo>
                  <a:lnTo>
                    <a:pt x="4399189" y="786351"/>
                  </a:lnTo>
                  <a:lnTo>
                    <a:pt x="4399283" y="786351"/>
                  </a:lnTo>
                  <a:lnTo>
                    <a:pt x="4399376" y="786351"/>
                  </a:lnTo>
                  <a:lnTo>
                    <a:pt x="4399469" y="786351"/>
                  </a:lnTo>
                  <a:lnTo>
                    <a:pt x="4399562" y="786351"/>
                  </a:lnTo>
                  <a:lnTo>
                    <a:pt x="4399656" y="786351"/>
                  </a:lnTo>
                  <a:lnTo>
                    <a:pt x="4399749" y="786351"/>
                  </a:lnTo>
                  <a:lnTo>
                    <a:pt x="4399842" y="786351"/>
                  </a:lnTo>
                  <a:lnTo>
                    <a:pt x="4399935" y="786351"/>
                  </a:lnTo>
                  <a:lnTo>
                    <a:pt x="4400029" y="786351"/>
                  </a:lnTo>
                  <a:lnTo>
                    <a:pt x="4400122" y="786351"/>
                  </a:lnTo>
                  <a:lnTo>
                    <a:pt x="4400215" y="786351"/>
                  </a:lnTo>
                  <a:lnTo>
                    <a:pt x="4400308" y="786351"/>
                  </a:lnTo>
                  <a:lnTo>
                    <a:pt x="4400402" y="786351"/>
                  </a:lnTo>
                  <a:lnTo>
                    <a:pt x="4400495" y="786351"/>
                  </a:lnTo>
                  <a:lnTo>
                    <a:pt x="4400588" y="786351"/>
                  </a:lnTo>
                  <a:lnTo>
                    <a:pt x="4400681" y="786351"/>
                  </a:lnTo>
                  <a:lnTo>
                    <a:pt x="4400775" y="786351"/>
                  </a:lnTo>
                  <a:lnTo>
                    <a:pt x="4400868" y="786351"/>
                  </a:lnTo>
                  <a:lnTo>
                    <a:pt x="4400961" y="786351"/>
                  </a:lnTo>
                  <a:lnTo>
                    <a:pt x="4401054" y="786351"/>
                  </a:lnTo>
                  <a:lnTo>
                    <a:pt x="4401148" y="786351"/>
                  </a:lnTo>
                  <a:lnTo>
                    <a:pt x="4401241" y="786351"/>
                  </a:lnTo>
                  <a:lnTo>
                    <a:pt x="4401334" y="786351"/>
                  </a:lnTo>
                  <a:lnTo>
                    <a:pt x="4401427" y="786351"/>
                  </a:lnTo>
                  <a:lnTo>
                    <a:pt x="4401521" y="786351"/>
                  </a:lnTo>
                  <a:lnTo>
                    <a:pt x="4401614" y="786351"/>
                  </a:lnTo>
                  <a:lnTo>
                    <a:pt x="4401707" y="786351"/>
                  </a:lnTo>
                  <a:lnTo>
                    <a:pt x="4401800" y="786351"/>
                  </a:lnTo>
                  <a:lnTo>
                    <a:pt x="4401894" y="786351"/>
                  </a:lnTo>
                  <a:lnTo>
                    <a:pt x="4401987" y="786351"/>
                  </a:lnTo>
                  <a:lnTo>
                    <a:pt x="4402080" y="786351"/>
                  </a:lnTo>
                  <a:lnTo>
                    <a:pt x="4402173" y="786351"/>
                  </a:lnTo>
                  <a:lnTo>
                    <a:pt x="4402267" y="786351"/>
                  </a:lnTo>
                  <a:lnTo>
                    <a:pt x="4402360" y="786351"/>
                  </a:lnTo>
                  <a:lnTo>
                    <a:pt x="4402453" y="786351"/>
                  </a:lnTo>
                  <a:lnTo>
                    <a:pt x="4402546" y="786351"/>
                  </a:lnTo>
                  <a:lnTo>
                    <a:pt x="4402640" y="786351"/>
                  </a:lnTo>
                  <a:lnTo>
                    <a:pt x="4402733" y="786351"/>
                  </a:lnTo>
                  <a:lnTo>
                    <a:pt x="4402826" y="786351"/>
                  </a:lnTo>
                  <a:lnTo>
                    <a:pt x="4402919" y="786351"/>
                  </a:lnTo>
                  <a:lnTo>
                    <a:pt x="4403013" y="786351"/>
                  </a:lnTo>
                  <a:lnTo>
                    <a:pt x="4403106" y="786351"/>
                  </a:lnTo>
                  <a:lnTo>
                    <a:pt x="4403199" y="786351"/>
                  </a:lnTo>
                  <a:lnTo>
                    <a:pt x="4403292" y="786351"/>
                  </a:lnTo>
                  <a:lnTo>
                    <a:pt x="4403386" y="786351"/>
                  </a:lnTo>
                  <a:lnTo>
                    <a:pt x="4403479" y="786351"/>
                  </a:lnTo>
                  <a:lnTo>
                    <a:pt x="4403572" y="786351"/>
                  </a:lnTo>
                  <a:lnTo>
                    <a:pt x="4403665" y="786351"/>
                  </a:lnTo>
                  <a:lnTo>
                    <a:pt x="4403759" y="786351"/>
                  </a:lnTo>
                  <a:lnTo>
                    <a:pt x="4403852" y="786351"/>
                  </a:lnTo>
                  <a:lnTo>
                    <a:pt x="4403945" y="786351"/>
                  </a:lnTo>
                  <a:lnTo>
                    <a:pt x="4404038" y="786351"/>
                  </a:lnTo>
                  <a:lnTo>
                    <a:pt x="4404132" y="786351"/>
                  </a:lnTo>
                  <a:lnTo>
                    <a:pt x="4404225" y="786351"/>
                  </a:lnTo>
                  <a:lnTo>
                    <a:pt x="4404225" y="776398"/>
                  </a:lnTo>
                  <a:lnTo>
                    <a:pt x="4404318" y="776398"/>
                  </a:lnTo>
                  <a:lnTo>
                    <a:pt x="4404411" y="776398"/>
                  </a:lnTo>
                  <a:lnTo>
                    <a:pt x="4404505" y="776398"/>
                  </a:lnTo>
                  <a:lnTo>
                    <a:pt x="4404598" y="776398"/>
                  </a:lnTo>
                  <a:lnTo>
                    <a:pt x="4404691" y="776398"/>
                  </a:lnTo>
                  <a:lnTo>
                    <a:pt x="4404784" y="776398"/>
                  </a:lnTo>
                  <a:lnTo>
                    <a:pt x="4404878" y="776398"/>
                  </a:lnTo>
                  <a:lnTo>
                    <a:pt x="4404971" y="776398"/>
                  </a:lnTo>
                  <a:lnTo>
                    <a:pt x="4405064" y="776398"/>
                  </a:lnTo>
                  <a:lnTo>
                    <a:pt x="4405157" y="776398"/>
                  </a:lnTo>
                  <a:lnTo>
                    <a:pt x="4405251" y="776398"/>
                  </a:lnTo>
                  <a:lnTo>
                    <a:pt x="4405344" y="776398"/>
                  </a:lnTo>
                  <a:lnTo>
                    <a:pt x="4405437" y="776398"/>
                  </a:lnTo>
                  <a:lnTo>
                    <a:pt x="4405530" y="776398"/>
                  </a:lnTo>
                  <a:lnTo>
                    <a:pt x="4405623" y="776398"/>
                  </a:lnTo>
                  <a:lnTo>
                    <a:pt x="4405717" y="776398"/>
                  </a:lnTo>
                  <a:lnTo>
                    <a:pt x="4405810" y="776398"/>
                  </a:lnTo>
                  <a:lnTo>
                    <a:pt x="4405903" y="776398"/>
                  </a:lnTo>
                  <a:lnTo>
                    <a:pt x="4405996" y="776398"/>
                  </a:lnTo>
                  <a:lnTo>
                    <a:pt x="4406090" y="776398"/>
                  </a:lnTo>
                  <a:lnTo>
                    <a:pt x="4406183" y="776398"/>
                  </a:lnTo>
                  <a:lnTo>
                    <a:pt x="4406276" y="776398"/>
                  </a:lnTo>
                  <a:lnTo>
                    <a:pt x="4406369" y="776398"/>
                  </a:lnTo>
                  <a:lnTo>
                    <a:pt x="4406463" y="776398"/>
                  </a:lnTo>
                  <a:lnTo>
                    <a:pt x="4406556" y="776398"/>
                  </a:lnTo>
                  <a:lnTo>
                    <a:pt x="4406649" y="776398"/>
                  </a:lnTo>
                  <a:lnTo>
                    <a:pt x="4406742" y="776398"/>
                  </a:lnTo>
                  <a:lnTo>
                    <a:pt x="4406836" y="776398"/>
                  </a:lnTo>
                  <a:lnTo>
                    <a:pt x="4406929" y="776398"/>
                  </a:lnTo>
                  <a:lnTo>
                    <a:pt x="4407022" y="776398"/>
                  </a:lnTo>
                  <a:lnTo>
                    <a:pt x="4407115" y="776398"/>
                  </a:lnTo>
                  <a:lnTo>
                    <a:pt x="4407209" y="776398"/>
                  </a:lnTo>
                  <a:lnTo>
                    <a:pt x="4407302" y="776398"/>
                  </a:lnTo>
                  <a:lnTo>
                    <a:pt x="4407395" y="776398"/>
                  </a:lnTo>
                  <a:lnTo>
                    <a:pt x="4407488" y="776398"/>
                  </a:lnTo>
                  <a:lnTo>
                    <a:pt x="4407582" y="776398"/>
                  </a:lnTo>
                  <a:lnTo>
                    <a:pt x="4407675" y="776398"/>
                  </a:lnTo>
                  <a:lnTo>
                    <a:pt x="4407768" y="776398"/>
                  </a:lnTo>
                  <a:lnTo>
                    <a:pt x="4407861" y="776398"/>
                  </a:lnTo>
                  <a:lnTo>
                    <a:pt x="4407955" y="776398"/>
                  </a:lnTo>
                  <a:lnTo>
                    <a:pt x="4408048" y="776398"/>
                  </a:lnTo>
                  <a:lnTo>
                    <a:pt x="4408141" y="776398"/>
                  </a:lnTo>
                  <a:lnTo>
                    <a:pt x="4408234" y="776398"/>
                  </a:lnTo>
                  <a:lnTo>
                    <a:pt x="4408328" y="776398"/>
                  </a:lnTo>
                  <a:lnTo>
                    <a:pt x="4408421" y="776398"/>
                  </a:lnTo>
                  <a:lnTo>
                    <a:pt x="4408514" y="776398"/>
                  </a:lnTo>
                  <a:lnTo>
                    <a:pt x="4408607" y="776398"/>
                  </a:lnTo>
                  <a:lnTo>
                    <a:pt x="4408701" y="776398"/>
                  </a:lnTo>
                  <a:lnTo>
                    <a:pt x="4408794" y="776398"/>
                  </a:lnTo>
                  <a:lnTo>
                    <a:pt x="4408887" y="776398"/>
                  </a:lnTo>
                  <a:lnTo>
                    <a:pt x="4408980" y="776398"/>
                  </a:lnTo>
                  <a:lnTo>
                    <a:pt x="4409074" y="776398"/>
                  </a:lnTo>
                  <a:lnTo>
                    <a:pt x="4409167" y="776398"/>
                  </a:lnTo>
                  <a:lnTo>
                    <a:pt x="4409260" y="776398"/>
                  </a:lnTo>
                  <a:lnTo>
                    <a:pt x="4409353" y="776398"/>
                  </a:lnTo>
                  <a:lnTo>
                    <a:pt x="4409447" y="776398"/>
                  </a:lnTo>
                  <a:lnTo>
                    <a:pt x="4409540" y="776398"/>
                  </a:lnTo>
                  <a:lnTo>
                    <a:pt x="4409633" y="776398"/>
                  </a:lnTo>
                  <a:lnTo>
                    <a:pt x="4409726" y="776398"/>
                  </a:lnTo>
                  <a:lnTo>
                    <a:pt x="4409820" y="776398"/>
                  </a:lnTo>
                  <a:lnTo>
                    <a:pt x="4409913" y="776398"/>
                  </a:lnTo>
                  <a:lnTo>
                    <a:pt x="4410006" y="776398"/>
                  </a:lnTo>
                  <a:lnTo>
                    <a:pt x="4410099" y="776398"/>
                  </a:lnTo>
                  <a:lnTo>
                    <a:pt x="4410193" y="776398"/>
                  </a:lnTo>
                  <a:lnTo>
                    <a:pt x="4410286" y="776398"/>
                  </a:lnTo>
                  <a:lnTo>
                    <a:pt x="4410379" y="776398"/>
                  </a:lnTo>
                  <a:lnTo>
                    <a:pt x="4410472" y="776398"/>
                  </a:lnTo>
                  <a:lnTo>
                    <a:pt x="4410566" y="776398"/>
                  </a:lnTo>
                  <a:lnTo>
                    <a:pt x="4410659" y="776398"/>
                  </a:lnTo>
                  <a:lnTo>
                    <a:pt x="4410752" y="776398"/>
                  </a:lnTo>
                  <a:lnTo>
                    <a:pt x="4410845" y="776398"/>
                  </a:lnTo>
                  <a:lnTo>
                    <a:pt x="4410939" y="776398"/>
                  </a:lnTo>
                  <a:lnTo>
                    <a:pt x="4411032" y="776398"/>
                  </a:lnTo>
                  <a:lnTo>
                    <a:pt x="4411125" y="776398"/>
                  </a:lnTo>
                  <a:lnTo>
                    <a:pt x="4411218" y="776398"/>
                  </a:lnTo>
                  <a:lnTo>
                    <a:pt x="4411312" y="776398"/>
                  </a:lnTo>
                  <a:lnTo>
                    <a:pt x="4411405" y="776398"/>
                  </a:lnTo>
                  <a:lnTo>
                    <a:pt x="4411498" y="776398"/>
                  </a:lnTo>
                  <a:lnTo>
                    <a:pt x="4411591" y="776398"/>
                  </a:lnTo>
                  <a:lnTo>
                    <a:pt x="4411685" y="776398"/>
                  </a:lnTo>
                  <a:lnTo>
                    <a:pt x="4411778" y="776398"/>
                  </a:lnTo>
                  <a:lnTo>
                    <a:pt x="4411871" y="776398"/>
                  </a:lnTo>
                  <a:lnTo>
                    <a:pt x="4411964" y="776398"/>
                  </a:lnTo>
                  <a:lnTo>
                    <a:pt x="4412058" y="776398"/>
                  </a:lnTo>
                  <a:lnTo>
                    <a:pt x="4412151" y="776398"/>
                  </a:lnTo>
                  <a:lnTo>
                    <a:pt x="4412244" y="776398"/>
                  </a:lnTo>
                  <a:lnTo>
                    <a:pt x="4412337" y="776398"/>
                  </a:lnTo>
                  <a:lnTo>
                    <a:pt x="4412431" y="776398"/>
                  </a:lnTo>
                  <a:lnTo>
                    <a:pt x="4412524" y="776398"/>
                  </a:lnTo>
                  <a:lnTo>
                    <a:pt x="4412617" y="776398"/>
                  </a:lnTo>
                  <a:lnTo>
                    <a:pt x="4412710" y="776398"/>
                  </a:lnTo>
                  <a:lnTo>
                    <a:pt x="4412803" y="776398"/>
                  </a:lnTo>
                  <a:lnTo>
                    <a:pt x="4412897" y="776398"/>
                  </a:lnTo>
                  <a:lnTo>
                    <a:pt x="4412990" y="776398"/>
                  </a:lnTo>
                  <a:lnTo>
                    <a:pt x="4413083" y="776398"/>
                  </a:lnTo>
                  <a:lnTo>
                    <a:pt x="4413176" y="776398"/>
                  </a:lnTo>
                  <a:lnTo>
                    <a:pt x="4413270" y="776398"/>
                  </a:lnTo>
                  <a:lnTo>
                    <a:pt x="4413363" y="776398"/>
                  </a:lnTo>
                  <a:lnTo>
                    <a:pt x="4413456" y="776398"/>
                  </a:lnTo>
                  <a:lnTo>
                    <a:pt x="4413549" y="776398"/>
                  </a:lnTo>
                  <a:lnTo>
                    <a:pt x="4413643" y="776398"/>
                  </a:lnTo>
                  <a:lnTo>
                    <a:pt x="4413736" y="776398"/>
                  </a:lnTo>
                  <a:lnTo>
                    <a:pt x="4413829" y="776398"/>
                  </a:lnTo>
                  <a:lnTo>
                    <a:pt x="4413922" y="776398"/>
                  </a:lnTo>
                  <a:lnTo>
                    <a:pt x="4414016" y="776398"/>
                  </a:lnTo>
                  <a:lnTo>
                    <a:pt x="4414109" y="776398"/>
                  </a:lnTo>
                  <a:lnTo>
                    <a:pt x="4414202" y="776398"/>
                  </a:lnTo>
                  <a:lnTo>
                    <a:pt x="4414295" y="776398"/>
                  </a:lnTo>
                  <a:lnTo>
                    <a:pt x="4414389" y="776398"/>
                  </a:lnTo>
                  <a:lnTo>
                    <a:pt x="4414482" y="776398"/>
                  </a:lnTo>
                  <a:lnTo>
                    <a:pt x="4414575" y="776398"/>
                  </a:lnTo>
                  <a:lnTo>
                    <a:pt x="4414668" y="776398"/>
                  </a:lnTo>
                  <a:lnTo>
                    <a:pt x="4414762" y="776398"/>
                  </a:lnTo>
                  <a:lnTo>
                    <a:pt x="4414855" y="776398"/>
                  </a:lnTo>
                  <a:lnTo>
                    <a:pt x="4414948" y="776398"/>
                  </a:lnTo>
                  <a:lnTo>
                    <a:pt x="4415041" y="776398"/>
                  </a:lnTo>
                  <a:lnTo>
                    <a:pt x="4415135" y="776398"/>
                  </a:lnTo>
                  <a:lnTo>
                    <a:pt x="4415228" y="776398"/>
                  </a:lnTo>
                  <a:lnTo>
                    <a:pt x="4415321" y="776398"/>
                  </a:lnTo>
                  <a:lnTo>
                    <a:pt x="4415414" y="776398"/>
                  </a:lnTo>
                  <a:lnTo>
                    <a:pt x="4415508" y="776398"/>
                  </a:lnTo>
                  <a:lnTo>
                    <a:pt x="4415601" y="776398"/>
                  </a:lnTo>
                  <a:lnTo>
                    <a:pt x="4415694" y="776398"/>
                  </a:lnTo>
                  <a:lnTo>
                    <a:pt x="4415787" y="776398"/>
                  </a:lnTo>
                  <a:lnTo>
                    <a:pt x="4415881" y="776398"/>
                  </a:lnTo>
                  <a:lnTo>
                    <a:pt x="4415974" y="776398"/>
                  </a:lnTo>
                  <a:lnTo>
                    <a:pt x="4416067" y="776398"/>
                  </a:lnTo>
                  <a:lnTo>
                    <a:pt x="4416160" y="776398"/>
                  </a:lnTo>
                  <a:lnTo>
                    <a:pt x="4416254" y="776398"/>
                  </a:lnTo>
                  <a:lnTo>
                    <a:pt x="4416347" y="776398"/>
                  </a:lnTo>
                  <a:lnTo>
                    <a:pt x="4416440" y="776398"/>
                  </a:lnTo>
                  <a:lnTo>
                    <a:pt x="4416533" y="776398"/>
                  </a:lnTo>
                  <a:lnTo>
                    <a:pt x="4416627" y="776398"/>
                  </a:lnTo>
                  <a:lnTo>
                    <a:pt x="4416720" y="776398"/>
                  </a:lnTo>
                  <a:lnTo>
                    <a:pt x="4416813" y="776398"/>
                  </a:lnTo>
                  <a:lnTo>
                    <a:pt x="4416906" y="776398"/>
                  </a:lnTo>
                  <a:lnTo>
                    <a:pt x="4417000" y="776398"/>
                  </a:lnTo>
                  <a:lnTo>
                    <a:pt x="4417093" y="776398"/>
                  </a:lnTo>
                  <a:lnTo>
                    <a:pt x="4417186" y="776398"/>
                  </a:lnTo>
                  <a:lnTo>
                    <a:pt x="4417279" y="776398"/>
                  </a:lnTo>
                  <a:lnTo>
                    <a:pt x="4417373" y="776398"/>
                  </a:lnTo>
                  <a:lnTo>
                    <a:pt x="4417466" y="776398"/>
                  </a:lnTo>
                  <a:lnTo>
                    <a:pt x="4417559" y="776398"/>
                  </a:lnTo>
                  <a:lnTo>
                    <a:pt x="4417652" y="776398"/>
                  </a:lnTo>
                  <a:lnTo>
                    <a:pt x="4417746" y="776398"/>
                  </a:lnTo>
                  <a:lnTo>
                    <a:pt x="4417839" y="776398"/>
                  </a:lnTo>
                  <a:lnTo>
                    <a:pt x="4417932" y="776398"/>
                  </a:lnTo>
                  <a:lnTo>
                    <a:pt x="4418025" y="776398"/>
                  </a:lnTo>
                  <a:lnTo>
                    <a:pt x="4418119" y="776398"/>
                  </a:lnTo>
                  <a:lnTo>
                    <a:pt x="4418212" y="776398"/>
                  </a:lnTo>
                  <a:lnTo>
                    <a:pt x="4418305" y="776398"/>
                  </a:lnTo>
                  <a:lnTo>
                    <a:pt x="4418398" y="776398"/>
                  </a:lnTo>
                  <a:lnTo>
                    <a:pt x="4418492" y="776398"/>
                  </a:lnTo>
                  <a:lnTo>
                    <a:pt x="4418585" y="776398"/>
                  </a:lnTo>
                  <a:lnTo>
                    <a:pt x="4418678" y="776398"/>
                  </a:lnTo>
                  <a:lnTo>
                    <a:pt x="4418771" y="776398"/>
                  </a:lnTo>
                  <a:lnTo>
                    <a:pt x="4418771" y="766444"/>
                  </a:lnTo>
                  <a:lnTo>
                    <a:pt x="4418865" y="766444"/>
                  </a:lnTo>
                  <a:lnTo>
                    <a:pt x="4418958" y="766444"/>
                  </a:lnTo>
                  <a:lnTo>
                    <a:pt x="4419051" y="766444"/>
                  </a:lnTo>
                  <a:lnTo>
                    <a:pt x="4419144" y="766444"/>
                  </a:lnTo>
                  <a:lnTo>
                    <a:pt x="4419238" y="766444"/>
                  </a:lnTo>
                  <a:lnTo>
                    <a:pt x="4419331" y="766444"/>
                  </a:lnTo>
                  <a:lnTo>
                    <a:pt x="4419424" y="766444"/>
                  </a:lnTo>
                  <a:lnTo>
                    <a:pt x="4419517" y="766444"/>
                  </a:lnTo>
                  <a:lnTo>
                    <a:pt x="4419610" y="766444"/>
                  </a:lnTo>
                  <a:lnTo>
                    <a:pt x="4419704" y="766444"/>
                  </a:lnTo>
                  <a:lnTo>
                    <a:pt x="4419797" y="766444"/>
                  </a:lnTo>
                  <a:lnTo>
                    <a:pt x="4419890" y="766444"/>
                  </a:lnTo>
                  <a:lnTo>
                    <a:pt x="4419983" y="766444"/>
                  </a:lnTo>
                  <a:lnTo>
                    <a:pt x="4420077" y="766444"/>
                  </a:lnTo>
                  <a:lnTo>
                    <a:pt x="4420170" y="766444"/>
                  </a:lnTo>
                  <a:lnTo>
                    <a:pt x="4420263" y="766444"/>
                  </a:lnTo>
                  <a:lnTo>
                    <a:pt x="4420356" y="766444"/>
                  </a:lnTo>
                  <a:lnTo>
                    <a:pt x="4420450" y="766444"/>
                  </a:lnTo>
                  <a:lnTo>
                    <a:pt x="4420543" y="766444"/>
                  </a:lnTo>
                  <a:lnTo>
                    <a:pt x="4420636" y="766444"/>
                  </a:lnTo>
                  <a:lnTo>
                    <a:pt x="4420729" y="766444"/>
                  </a:lnTo>
                  <a:lnTo>
                    <a:pt x="4420823" y="766444"/>
                  </a:lnTo>
                  <a:lnTo>
                    <a:pt x="4420916" y="766444"/>
                  </a:lnTo>
                  <a:lnTo>
                    <a:pt x="4421009" y="766444"/>
                  </a:lnTo>
                  <a:lnTo>
                    <a:pt x="4421102" y="766444"/>
                  </a:lnTo>
                  <a:lnTo>
                    <a:pt x="4421196" y="766444"/>
                  </a:lnTo>
                  <a:lnTo>
                    <a:pt x="4421289" y="766444"/>
                  </a:lnTo>
                  <a:lnTo>
                    <a:pt x="4421382" y="766444"/>
                  </a:lnTo>
                  <a:lnTo>
                    <a:pt x="4421475" y="766444"/>
                  </a:lnTo>
                  <a:lnTo>
                    <a:pt x="4421569" y="766444"/>
                  </a:lnTo>
                  <a:lnTo>
                    <a:pt x="4421662" y="766444"/>
                  </a:lnTo>
                  <a:lnTo>
                    <a:pt x="4421755" y="766444"/>
                  </a:lnTo>
                  <a:lnTo>
                    <a:pt x="4421848" y="766444"/>
                  </a:lnTo>
                  <a:lnTo>
                    <a:pt x="4421942" y="766444"/>
                  </a:lnTo>
                  <a:lnTo>
                    <a:pt x="4422035" y="766444"/>
                  </a:lnTo>
                  <a:lnTo>
                    <a:pt x="4422128" y="766444"/>
                  </a:lnTo>
                  <a:lnTo>
                    <a:pt x="4422221" y="766444"/>
                  </a:lnTo>
                  <a:lnTo>
                    <a:pt x="4422315" y="766444"/>
                  </a:lnTo>
                  <a:lnTo>
                    <a:pt x="4422408" y="766444"/>
                  </a:lnTo>
                  <a:lnTo>
                    <a:pt x="4422501" y="766444"/>
                  </a:lnTo>
                  <a:lnTo>
                    <a:pt x="4422594" y="766444"/>
                  </a:lnTo>
                  <a:lnTo>
                    <a:pt x="4422688" y="766444"/>
                  </a:lnTo>
                  <a:lnTo>
                    <a:pt x="4422781" y="766444"/>
                  </a:lnTo>
                  <a:lnTo>
                    <a:pt x="4422874" y="766444"/>
                  </a:lnTo>
                  <a:lnTo>
                    <a:pt x="4422967" y="766444"/>
                  </a:lnTo>
                  <a:lnTo>
                    <a:pt x="4423061" y="766444"/>
                  </a:lnTo>
                  <a:lnTo>
                    <a:pt x="4423154" y="766444"/>
                  </a:lnTo>
                  <a:lnTo>
                    <a:pt x="4423247" y="766444"/>
                  </a:lnTo>
                  <a:lnTo>
                    <a:pt x="4423340" y="766444"/>
                  </a:lnTo>
                  <a:lnTo>
                    <a:pt x="4423434" y="766444"/>
                  </a:lnTo>
                  <a:lnTo>
                    <a:pt x="4423527" y="766444"/>
                  </a:lnTo>
                  <a:lnTo>
                    <a:pt x="4423620" y="766444"/>
                  </a:lnTo>
                  <a:lnTo>
                    <a:pt x="4423713" y="766444"/>
                  </a:lnTo>
                  <a:lnTo>
                    <a:pt x="4423807" y="766444"/>
                  </a:lnTo>
                  <a:lnTo>
                    <a:pt x="4423900" y="766444"/>
                  </a:lnTo>
                  <a:lnTo>
                    <a:pt x="4423993" y="766444"/>
                  </a:lnTo>
                  <a:lnTo>
                    <a:pt x="4424086" y="766444"/>
                  </a:lnTo>
                  <a:lnTo>
                    <a:pt x="4424180" y="766444"/>
                  </a:lnTo>
                  <a:lnTo>
                    <a:pt x="4424273" y="766444"/>
                  </a:lnTo>
                  <a:lnTo>
                    <a:pt x="4424366" y="766444"/>
                  </a:lnTo>
                  <a:lnTo>
                    <a:pt x="4424459" y="766444"/>
                  </a:lnTo>
                  <a:lnTo>
                    <a:pt x="4424553" y="766444"/>
                  </a:lnTo>
                  <a:lnTo>
                    <a:pt x="4424646" y="766444"/>
                  </a:lnTo>
                  <a:lnTo>
                    <a:pt x="4424739" y="766444"/>
                  </a:lnTo>
                  <a:lnTo>
                    <a:pt x="4424832" y="766444"/>
                  </a:lnTo>
                  <a:lnTo>
                    <a:pt x="4424926" y="766444"/>
                  </a:lnTo>
                  <a:lnTo>
                    <a:pt x="4425019" y="766444"/>
                  </a:lnTo>
                  <a:lnTo>
                    <a:pt x="4425112" y="766444"/>
                  </a:lnTo>
                  <a:lnTo>
                    <a:pt x="4425205" y="766444"/>
                  </a:lnTo>
                  <a:lnTo>
                    <a:pt x="4425299" y="766444"/>
                  </a:lnTo>
                  <a:lnTo>
                    <a:pt x="4425392" y="766444"/>
                  </a:lnTo>
                  <a:lnTo>
                    <a:pt x="4425485" y="766444"/>
                  </a:lnTo>
                  <a:lnTo>
                    <a:pt x="4425578" y="766444"/>
                  </a:lnTo>
                  <a:lnTo>
                    <a:pt x="4425672" y="766444"/>
                  </a:lnTo>
                  <a:lnTo>
                    <a:pt x="4425765" y="766444"/>
                  </a:lnTo>
                  <a:lnTo>
                    <a:pt x="4425858" y="766444"/>
                  </a:lnTo>
                  <a:lnTo>
                    <a:pt x="4425951" y="766444"/>
                  </a:lnTo>
                  <a:lnTo>
                    <a:pt x="4426045" y="766444"/>
                  </a:lnTo>
                  <a:lnTo>
                    <a:pt x="4426138" y="766444"/>
                  </a:lnTo>
                  <a:lnTo>
                    <a:pt x="4426231" y="766444"/>
                  </a:lnTo>
                  <a:lnTo>
                    <a:pt x="4426324" y="766444"/>
                  </a:lnTo>
                  <a:lnTo>
                    <a:pt x="4426417" y="766444"/>
                  </a:lnTo>
                  <a:lnTo>
                    <a:pt x="4426511" y="766444"/>
                  </a:lnTo>
                  <a:lnTo>
                    <a:pt x="4426604" y="766444"/>
                  </a:lnTo>
                  <a:lnTo>
                    <a:pt x="4426697" y="766444"/>
                  </a:lnTo>
                  <a:lnTo>
                    <a:pt x="4426790" y="766444"/>
                  </a:lnTo>
                  <a:lnTo>
                    <a:pt x="4426884" y="766444"/>
                  </a:lnTo>
                  <a:lnTo>
                    <a:pt x="4426977" y="766444"/>
                  </a:lnTo>
                  <a:lnTo>
                    <a:pt x="4427070" y="766444"/>
                  </a:lnTo>
                  <a:lnTo>
                    <a:pt x="4427163" y="766444"/>
                  </a:lnTo>
                  <a:lnTo>
                    <a:pt x="4427257" y="766444"/>
                  </a:lnTo>
                  <a:lnTo>
                    <a:pt x="4427350" y="766444"/>
                  </a:lnTo>
                  <a:lnTo>
                    <a:pt x="4427443" y="766444"/>
                  </a:lnTo>
                  <a:lnTo>
                    <a:pt x="4427536" y="766444"/>
                  </a:lnTo>
                  <a:lnTo>
                    <a:pt x="4427630" y="766444"/>
                  </a:lnTo>
                  <a:lnTo>
                    <a:pt x="4427723" y="766444"/>
                  </a:lnTo>
                  <a:lnTo>
                    <a:pt x="4427816" y="766444"/>
                  </a:lnTo>
                  <a:lnTo>
                    <a:pt x="4427909" y="766444"/>
                  </a:lnTo>
                  <a:lnTo>
                    <a:pt x="4428003" y="766444"/>
                  </a:lnTo>
                  <a:lnTo>
                    <a:pt x="4428096" y="766444"/>
                  </a:lnTo>
                  <a:lnTo>
                    <a:pt x="4428189" y="766444"/>
                  </a:lnTo>
                  <a:lnTo>
                    <a:pt x="4428282" y="766444"/>
                  </a:lnTo>
                  <a:lnTo>
                    <a:pt x="4428376" y="766444"/>
                  </a:lnTo>
                  <a:lnTo>
                    <a:pt x="4428469" y="766444"/>
                  </a:lnTo>
                  <a:lnTo>
                    <a:pt x="4428562" y="766444"/>
                  </a:lnTo>
                  <a:lnTo>
                    <a:pt x="4428655" y="766444"/>
                  </a:lnTo>
                  <a:lnTo>
                    <a:pt x="4428749" y="766444"/>
                  </a:lnTo>
                  <a:lnTo>
                    <a:pt x="4428842" y="766444"/>
                  </a:lnTo>
                  <a:lnTo>
                    <a:pt x="4428935" y="766444"/>
                  </a:lnTo>
                  <a:lnTo>
                    <a:pt x="4429028" y="766444"/>
                  </a:lnTo>
                  <a:lnTo>
                    <a:pt x="4429122" y="766444"/>
                  </a:lnTo>
                  <a:lnTo>
                    <a:pt x="4429215" y="766444"/>
                  </a:lnTo>
                  <a:lnTo>
                    <a:pt x="4429308" y="766444"/>
                  </a:lnTo>
                  <a:lnTo>
                    <a:pt x="4429401" y="766444"/>
                  </a:lnTo>
                  <a:lnTo>
                    <a:pt x="4429495" y="766444"/>
                  </a:lnTo>
                  <a:lnTo>
                    <a:pt x="4429588" y="766444"/>
                  </a:lnTo>
                  <a:lnTo>
                    <a:pt x="4429681" y="766444"/>
                  </a:lnTo>
                  <a:lnTo>
                    <a:pt x="4429774" y="766444"/>
                  </a:lnTo>
                  <a:lnTo>
                    <a:pt x="4429868" y="766444"/>
                  </a:lnTo>
                  <a:lnTo>
                    <a:pt x="4429961" y="766444"/>
                  </a:lnTo>
                  <a:lnTo>
                    <a:pt x="4430054" y="766444"/>
                  </a:lnTo>
                  <a:lnTo>
                    <a:pt x="4430147" y="766444"/>
                  </a:lnTo>
                  <a:lnTo>
                    <a:pt x="4430241" y="766444"/>
                  </a:lnTo>
                  <a:lnTo>
                    <a:pt x="4430334" y="766444"/>
                  </a:lnTo>
                  <a:lnTo>
                    <a:pt x="4430427" y="766444"/>
                  </a:lnTo>
                  <a:lnTo>
                    <a:pt x="4430520" y="766444"/>
                  </a:lnTo>
                  <a:lnTo>
                    <a:pt x="4430614" y="766444"/>
                  </a:lnTo>
                  <a:lnTo>
                    <a:pt x="4430707" y="766444"/>
                  </a:lnTo>
                  <a:lnTo>
                    <a:pt x="4430800" y="766444"/>
                  </a:lnTo>
                  <a:lnTo>
                    <a:pt x="4430893" y="766444"/>
                  </a:lnTo>
                  <a:lnTo>
                    <a:pt x="4430987" y="766444"/>
                  </a:lnTo>
                  <a:lnTo>
                    <a:pt x="4431080" y="766444"/>
                  </a:lnTo>
                  <a:lnTo>
                    <a:pt x="4431173" y="766444"/>
                  </a:lnTo>
                  <a:lnTo>
                    <a:pt x="4431266" y="766444"/>
                  </a:lnTo>
                  <a:lnTo>
                    <a:pt x="4431360" y="766444"/>
                  </a:lnTo>
                  <a:lnTo>
                    <a:pt x="4431453" y="766444"/>
                  </a:lnTo>
                  <a:lnTo>
                    <a:pt x="4431546" y="766444"/>
                  </a:lnTo>
                  <a:lnTo>
                    <a:pt x="4431639" y="766444"/>
                  </a:lnTo>
                  <a:lnTo>
                    <a:pt x="4431733" y="766444"/>
                  </a:lnTo>
                  <a:lnTo>
                    <a:pt x="4431826" y="766444"/>
                  </a:lnTo>
                  <a:lnTo>
                    <a:pt x="4431919" y="766444"/>
                  </a:lnTo>
                  <a:lnTo>
                    <a:pt x="4432012" y="766444"/>
                  </a:lnTo>
                  <a:lnTo>
                    <a:pt x="4432106" y="766444"/>
                  </a:lnTo>
                  <a:lnTo>
                    <a:pt x="4432199" y="766444"/>
                  </a:lnTo>
                  <a:lnTo>
                    <a:pt x="4432292" y="766444"/>
                  </a:lnTo>
                  <a:lnTo>
                    <a:pt x="4432385" y="766444"/>
                  </a:lnTo>
                  <a:lnTo>
                    <a:pt x="4432479" y="766444"/>
                  </a:lnTo>
                  <a:lnTo>
                    <a:pt x="4432572" y="766444"/>
                  </a:lnTo>
                  <a:lnTo>
                    <a:pt x="4432665" y="766444"/>
                  </a:lnTo>
                  <a:lnTo>
                    <a:pt x="4432758" y="766444"/>
                  </a:lnTo>
                  <a:lnTo>
                    <a:pt x="4432852" y="766444"/>
                  </a:lnTo>
                  <a:lnTo>
                    <a:pt x="4432945" y="766444"/>
                  </a:lnTo>
                  <a:lnTo>
                    <a:pt x="4433038" y="766444"/>
                  </a:lnTo>
                  <a:lnTo>
                    <a:pt x="4433131" y="766444"/>
                  </a:lnTo>
                  <a:lnTo>
                    <a:pt x="4433225" y="766444"/>
                  </a:lnTo>
                  <a:lnTo>
                    <a:pt x="4433318" y="766444"/>
                  </a:lnTo>
                  <a:lnTo>
                    <a:pt x="4433411" y="766444"/>
                  </a:lnTo>
                  <a:lnTo>
                    <a:pt x="4433504" y="766444"/>
                  </a:lnTo>
                  <a:lnTo>
                    <a:pt x="4433597" y="766444"/>
                  </a:lnTo>
                  <a:lnTo>
                    <a:pt x="4433691" y="766444"/>
                  </a:lnTo>
                  <a:lnTo>
                    <a:pt x="4433784" y="766444"/>
                  </a:lnTo>
                  <a:lnTo>
                    <a:pt x="4433877" y="766444"/>
                  </a:lnTo>
                  <a:lnTo>
                    <a:pt x="4433970" y="766444"/>
                  </a:lnTo>
                  <a:lnTo>
                    <a:pt x="4434064" y="766444"/>
                  </a:lnTo>
                  <a:lnTo>
                    <a:pt x="4434157" y="766444"/>
                  </a:lnTo>
                  <a:lnTo>
                    <a:pt x="4434250" y="766444"/>
                  </a:lnTo>
                  <a:lnTo>
                    <a:pt x="4434343" y="766444"/>
                  </a:lnTo>
                  <a:lnTo>
                    <a:pt x="4434437" y="766444"/>
                  </a:lnTo>
                  <a:lnTo>
                    <a:pt x="4434530" y="766444"/>
                  </a:lnTo>
                  <a:lnTo>
                    <a:pt x="4434623" y="766444"/>
                  </a:lnTo>
                  <a:lnTo>
                    <a:pt x="4434716" y="766444"/>
                  </a:lnTo>
                  <a:lnTo>
                    <a:pt x="4434810" y="766444"/>
                  </a:lnTo>
                  <a:lnTo>
                    <a:pt x="4434903" y="766444"/>
                  </a:lnTo>
                  <a:lnTo>
                    <a:pt x="4434996" y="766444"/>
                  </a:lnTo>
                  <a:lnTo>
                    <a:pt x="4435089" y="766444"/>
                  </a:lnTo>
                  <a:lnTo>
                    <a:pt x="4435183" y="766444"/>
                  </a:lnTo>
                  <a:lnTo>
                    <a:pt x="4435276" y="766444"/>
                  </a:lnTo>
                  <a:lnTo>
                    <a:pt x="4435369" y="766444"/>
                  </a:lnTo>
                  <a:lnTo>
                    <a:pt x="4435462" y="766444"/>
                  </a:lnTo>
                  <a:lnTo>
                    <a:pt x="4435556" y="766444"/>
                  </a:lnTo>
                  <a:lnTo>
                    <a:pt x="4435649" y="766444"/>
                  </a:lnTo>
                  <a:lnTo>
                    <a:pt x="4435742" y="766444"/>
                  </a:lnTo>
                  <a:lnTo>
                    <a:pt x="4435835" y="766444"/>
                  </a:lnTo>
                  <a:lnTo>
                    <a:pt x="4435929" y="766444"/>
                  </a:lnTo>
                  <a:lnTo>
                    <a:pt x="4436022" y="766444"/>
                  </a:lnTo>
                  <a:lnTo>
                    <a:pt x="4436115" y="766444"/>
                  </a:lnTo>
                  <a:lnTo>
                    <a:pt x="4436208" y="766444"/>
                  </a:lnTo>
                  <a:lnTo>
                    <a:pt x="4436302" y="766444"/>
                  </a:lnTo>
                  <a:lnTo>
                    <a:pt x="4436395" y="766444"/>
                  </a:lnTo>
                  <a:lnTo>
                    <a:pt x="4436488" y="766444"/>
                  </a:lnTo>
                  <a:lnTo>
                    <a:pt x="4436581" y="766444"/>
                  </a:lnTo>
                  <a:lnTo>
                    <a:pt x="4436675" y="766444"/>
                  </a:lnTo>
                  <a:lnTo>
                    <a:pt x="4436768" y="766444"/>
                  </a:lnTo>
                  <a:lnTo>
                    <a:pt x="4436861" y="766444"/>
                  </a:lnTo>
                  <a:lnTo>
                    <a:pt x="4436954" y="766444"/>
                  </a:lnTo>
                  <a:lnTo>
                    <a:pt x="4437048" y="766444"/>
                  </a:lnTo>
                  <a:lnTo>
                    <a:pt x="4437141" y="766444"/>
                  </a:lnTo>
                  <a:lnTo>
                    <a:pt x="4437234" y="766444"/>
                  </a:lnTo>
                  <a:lnTo>
                    <a:pt x="4437327" y="766444"/>
                  </a:lnTo>
                  <a:lnTo>
                    <a:pt x="4437421" y="766444"/>
                  </a:lnTo>
                  <a:lnTo>
                    <a:pt x="4437514" y="766444"/>
                  </a:lnTo>
                  <a:lnTo>
                    <a:pt x="4437607" y="766444"/>
                  </a:lnTo>
                  <a:lnTo>
                    <a:pt x="4437700" y="766444"/>
                  </a:lnTo>
                  <a:lnTo>
                    <a:pt x="4437794" y="766444"/>
                  </a:lnTo>
                  <a:lnTo>
                    <a:pt x="4437887" y="766444"/>
                  </a:lnTo>
                  <a:lnTo>
                    <a:pt x="4437980" y="766444"/>
                  </a:lnTo>
                  <a:lnTo>
                    <a:pt x="4438073" y="766444"/>
                  </a:lnTo>
                  <a:lnTo>
                    <a:pt x="4438167" y="766444"/>
                  </a:lnTo>
                  <a:lnTo>
                    <a:pt x="4438260" y="766444"/>
                  </a:lnTo>
                  <a:lnTo>
                    <a:pt x="4438353" y="766444"/>
                  </a:lnTo>
                  <a:lnTo>
                    <a:pt x="4438446" y="766444"/>
                  </a:lnTo>
                  <a:lnTo>
                    <a:pt x="4438540" y="766444"/>
                  </a:lnTo>
                  <a:lnTo>
                    <a:pt x="4438633" y="766444"/>
                  </a:lnTo>
                  <a:lnTo>
                    <a:pt x="4438726" y="766444"/>
                  </a:lnTo>
                  <a:lnTo>
                    <a:pt x="4438819" y="766444"/>
                  </a:lnTo>
                  <a:lnTo>
                    <a:pt x="4438913" y="766444"/>
                  </a:lnTo>
                  <a:lnTo>
                    <a:pt x="4439006" y="766444"/>
                  </a:lnTo>
                  <a:lnTo>
                    <a:pt x="4439099" y="766444"/>
                  </a:lnTo>
                  <a:lnTo>
                    <a:pt x="4439192" y="766444"/>
                  </a:lnTo>
                  <a:lnTo>
                    <a:pt x="4439286" y="766444"/>
                  </a:lnTo>
                  <a:lnTo>
                    <a:pt x="4439379" y="766444"/>
                  </a:lnTo>
                  <a:lnTo>
                    <a:pt x="4439472" y="766444"/>
                  </a:lnTo>
                  <a:lnTo>
                    <a:pt x="4439565" y="766444"/>
                  </a:lnTo>
                  <a:lnTo>
                    <a:pt x="4439659" y="766444"/>
                  </a:lnTo>
                  <a:lnTo>
                    <a:pt x="4439752" y="766444"/>
                  </a:lnTo>
                  <a:lnTo>
                    <a:pt x="4439845" y="766444"/>
                  </a:lnTo>
                  <a:lnTo>
                    <a:pt x="4439938" y="766444"/>
                  </a:lnTo>
                  <a:lnTo>
                    <a:pt x="4440032" y="766444"/>
                  </a:lnTo>
                  <a:lnTo>
                    <a:pt x="4440125" y="766444"/>
                  </a:lnTo>
                  <a:lnTo>
                    <a:pt x="4440218" y="766444"/>
                  </a:lnTo>
                  <a:lnTo>
                    <a:pt x="4440311" y="766444"/>
                  </a:lnTo>
                  <a:lnTo>
                    <a:pt x="4440404" y="766444"/>
                  </a:lnTo>
                  <a:lnTo>
                    <a:pt x="4440498" y="766444"/>
                  </a:lnTo>
                  <a:lnTo>
                    <a:pt x="4440591" y="766444"/>
                  </a:lnTo>
                  <a:lnTo>
                    <a:pt x="4440684" y="766444"/>
                  </a:lnTo>
                  <a:lnTo>
                    <a:pt x="4440777" y="766444"/>
                  </a:lnTo>
                  <a:lnTo>
                    <a:pt x="4440871" y="766444"/>
                  </a:lnTo>
                  <a:lnTo>
                    <a:pt x="4440964" y="766444"/>
                  </a:lnTo>
                  <a:lnTo>
                    <a:pt x="4441057" y="766444"/>
                  </a:lnTo>
                  <a:lnTo>
                    <a:pt x="4441150" y="766444"/>
                  </a:lnTo>
                  <a:lnTo>
                    <a:pt x="4441244" y="766444"/>
                  </a:lnTo>
                  <a:lnTo>
                    <a:pt x="4441244" y="756490"/>
                  </a:lnTo>
                  <a:lnTo>
                    <a:pt x="4441337" y="756490"/>
                  </a:lnTo>
                  <a:lnTo>
                    <a:pt x="4441430" y="756490"/>
                  </a:lnTo>
                  <a:lnTo>
                    <a:pt x="4441523" y="756490"/>
                  </a:lnTo>
                  <a:lnTo>
                    <a:pt x="4441617" y="756490"/>
                  </a:lnTo>
                  <a:lnTo>
                    <a:pt x="4441710" y="756490"/>
                  </a:lnTo>
                  <a:lnTo>
                    <a:pt x="4441803" y="756490"/>
                  </a:lnTo>
                  <a:lnTo>
                    <a:pt x="4441896" y="756490"/>
                  </a:lnTo>
                  <a:lnTo>
                    <a:pt x="4441990" y="756490"/>
                  </a:lnTo>
                  <a:lnTo>
                    <a:pt x="4442083" y="756490"/>
                  </a:lnTo>
                  <a:lnTo>
                    <a:pt x="4442176" y="756490"/>
                  </a:lnTo>
                  <a:lnTo>
                    <a:pt x="4442269" y="756490"/>
                  </a:lnTo>
                  <a:lnTo>
                    <a:pt x="4442363" y="756490"/>
                  </a:lnTo>
                  <a:lnTo>
                    <a:pt x="4442456" y="756490"/>
                  </a:lnTo>
                  <a:lnTo>
                    <a:pt x="4442549" y="756490"/>
                  </a:lnTo>
                  <a:lnTo>
                    <a:pt x="4442642" y="756490"/>
                  </a:lnTo>
                  <a:lnTo>
                    <a:pt x="4442736" y="756490"/>
                  </a:lnTo>
                  <a:lnTo>
                    <a:pt x="4442829" y="756490"/>
                  </a:lnTo>
                  <a:lnTo>
                    <a:pt x="4442922" y="756490"/>
                  </a:lnTo>
                  <a:lnTo>
                    <a:pt x="4443015" y="756490"/>
                  </a:lnTo>
                  <a:lnTo>
                    <a:pt x="4443109" y="756490"/>
                  </a:lnTo>
                  <a:lnTo>
                    <a:pt x="4443202" y="756490"/>
                  </a:lnTo>
                  <a:lnTo>
                    <a:pt x="4443295" y="756490"/>
                  </a:lnTo>
                  <a:lnTo>
                    <a:pt x="4443388" y="756490"/>
                  </a:lnTo>
                  <a:lnTo>
                    <a:pt x="4443482" y="756490"/>
                  </a:lnTo>
                  <a:lnTo>
                    <a:pt x="4443575" y="756490"/>
                  </a:lnTo>
                  <a:lnTo>
                    <a:pt x="4443668" y="756490"/>
                  </a:lnTo>
                  <a:lnTo>
                    <a:pt x="4443761" y="756490"/>
                  </a:lnTo>
                  <a:lnTo>
                    <a:pt x="4443855" y="756490"/>
                  </a:lnTo>
                  <a:lnTo>
                    <a:pt x="4443948" y="756490"/>
                  </a:lnTo>
                  <a:lnTo>
                    <a:pt x="4444041" y="756490"/>
                  </a:lnTo>
                  <a:lnTo>
                    <a:pt x="4444134" y="756490"/>
                  </a:lnTo>
                  <a:lnTo>
                    <a:pt x="4444228" y="756490"/>
                  </a:lnTo>
                  <a:lnTo>
                    <a:pt x="4444321" y="756490"/>
                  </a:lnTo>
                  <a:lnTo>
                    <a:pt x="4444414" y="756490"/>
                  </a:lnTo>
                  <a:lnTo>
                    <a:pt x="4444507" y="756490"/>
                  </a:lnTo>
                  <a:lnTo>
                    <a:pt x="4444601" y="756490"/>
                  </a:lnTo>
                  <a:lnTo>
                    <a:pt x="4444694" y="756490"/>
                  </a:lnTo>
                  <a:lnTo>
                    <a:pt x="4444787" y="756490"/>
                  </a:lnTo>
                  <a:lnTo>
                    <a:pt x="4444880" y="756490"/>
                  </a:lnTo>
                  <a:lnTo>
                    <a:pt x="4444974" y="756490"/>
                  </a:lnTo>
                  <a:lnTo>
                    <a:pt x="4445067" y="756490"/>
                  </a:lnTo>
                  <a:lnTo>
                    <a:pt x="4445160" y="756490"/>
                  </a:lnTo>
                  <a:lnTo>
                    <a:pt x="4445253" y="756490"/>
                  </a:lnTo>
                  <a:lnTo>
                    <a:pt x="4445347" y="756490"/>
                  </a:lnTo>
                  <a:lnTo>
                    <a:pt x="4445440" y="756490"/>
                  </a:lnTo>
                  <a:lnTo>
                    <a:pt x="4445533" y="756490"/>
                  </a:lnTo>
                  <a:lnTo>
                    <a:pt x="4445626" y="756490"/>
                  </a:lnTo>
                  <a:lnTo>
                    <a:pt x="4445720" y="756490"/>
                  </a:lnTo>
                  <a:lnTo>
                    <a:pt x="4445813" y="756490"/>
                  </a:lnTo>
                  <a:lnTo>
                    <a:pt x="4445906" y="756490"/>
                  </a:lnTo>
                  <a:lnTo>
                    <a:pt x="4445999" y="756490"/>
                  </a:lnTo>
                  <a:lnTo>
                    <a:pt x="4446093" y="756490"/>
                  </a:lnTo>
                  <a:lnTo>
                    <a:pt x="4446186" y="756490"/>
                  </a:lnTo>
                  <a:lnTo>
                    <a:pt x="4446279" y="756490"/>
                  </a:lnTo>
                  <a:lnTo>
                    <a:pt x="4446372" y="756490"/>
                  </a:lnTo>
                  <a:lnTo>
                    <a:pt x="4446466" y="756490"/>
                  </a:lnTo>
                  <a:lnTo>
                    <a:pt x="4446559" y="756490"/>
                  </a:lnTo>
                  <a:lnTo>
                    <a:pt x="4446652" y="756490"/>
                  </a:lnTo>
                  <a:lnTo>
                    <a:pt x="4446745" y="756490"/>
                  </a:lnTo>
                  <a:lnTo>
                    <a:pt x="4446839" y="756490"/>
                  </a:lnTo>
                  <a:lnTo>
                    <a:pt x="4446932" y="756490"/>
                  </a:lnTo>
                  <a:lnTo>
                    <a:pt x="4447025" y="756490"/>
                  </a:lnTo>
                  <a:lnTo>
                    <a:pt x="4447118" y="756490"/>
                  </a:lnTo>
                  <a:lnTo>
                    <a:pt x="4447211" y="756490"/>
                  </a:lnTo>
                  <a:lnTo>
                    <a:pt x="4447305" y="756490"/>
                  </a:lnTo>
                  <a:lnTo>
                    <a:pt x="4447398" y="756490"/>
                  </a:lnTo>
                  <a:lnTo>
                    <a:pt x="4447491" y="756490"/>
                  </a:lnTo>
                  <a:lnTo>
                    <a:pt x="4447584" y="756490"/>
                  </a:lnTo>
                  <a:lnTo>
                    <a:pt x="4447678" y="756490"/>
                  </a:lnTo>
                  <a:lnTo>
                    <a:pt x="4447771" y="756490"/>
                  </a:lnTo>
                  <a:lnTo>
                    <a:pt x="4447864" y="756490"/>
                  </a:lnTo>
                  <a:lnTo>
                    <a:pt x="4447957" y="756490"/>
                  </a:lnTo>
                  <a:lnTo>
                    <a:pt x="4448051" y="756490"/>
                  </a:lnTo>
                  <a:lnTo>
                    <a:pt x="4448144" y="756490"/>
                  </a:lnTo>
                  <a:lnTo>
                    <a:pt x="4448237" y="756490"/>
                  </a:lnTo>
                  <a:lnTo>
                    <a:pt x="4448330" y="756490"/>
                  </a:lnTo>
                  <a:lnTo>
                    <a:pt x="4448424" y="756490"/>
                  </a:lnTo>
                  <a:lnTo>
                    <a:pt x="4448517" y="756490"/>
                  </a:lnTo>
                  <a:lnTo>
                    <a:pt x="4448610" y="756490"/>
                  </a:lnTo>
                  <a:lnTo>
                    <a:pt x="4448703" y="756490"/>
                  </a:lnTo>
                  <a:lnTo>
                    <a:pt x="4448797" y="756490"/>
                  </a:lnTo>
                  <a:lnTo>
                    <a:pt x="4448890" y="756490"/>
                  </a:lnTo>
                  <a:lnTo>
                    <a:pt x="4448983" y="756490"/>
                  </a:lnTo>
                  <a:lnTo>
                    <a:pt x="4449076" y="756490"/>
                  </a:lnTo>
                  <a:lnTo>
                    <a:pt x="4449170" y="756490"/>
                  </a:lnTo>
                  <a:lnTo>
                    <a:pt x="4449263" y="756490"/>
                  </a:lnTo>
                  <a:lnTo>
                    <a:pt x="4449356" y="756490"/>
                  </a:lnTo>
                  <a:lnTo>
                    <a:pt x="4449449" y="756490"/>
                  </a:lnTo>
                  <a:lnTo>
                    <a:pt x="4449543" y="756490"/>
                  </a:lnTo>
                  <a:lnTo>
                    <a:pt x="4449636" y="756490"/>
                  </a:lnTo>
                  <a:lnTo>
                    <a:pt x="4449729" y="756490"/>
                  </a:lnTo>
                  <a:lnTo>
                    <a:pt x="4449822" y="756490"/>
                  </a:lnTo>
                  <a:lnTo>
                    <a:pt x="4449916" y="756490"/>
                  </a:lnTo>
                  <a:lnTo>
                    <a:pt x="4450009" y="756490"/>
                  </a:lnTo>
                  <a:lnTo>
                    <a:pt x="4450102" y="756490"/>
                  </a:lnTo>
                  <a:lnTo>
                    <a:pt x="4450195" y="756490"/>
                  </a:lnTo>
                  <a:lnTo>
                    <a:pt x="4450289" y="756490"/>
                  </a:lnTo>
                  <a:lnTo>
                    <a:pt x="4450382" y="756490"/>
                  </a:lnTo>
                  <a:lnTo>
                    <a:pt x="4450475" y="756490"/>
                  </a:lnTo>
                  <a:lnTo>
                    <a:pt x="4450568" y="756490"/>
                  </a:lnTo>
                  <a:lnTo>
                    <a:pt x="4450662" y="756490"/>
                  </a:lnTo>
                  <a:lnTo>
                    <a:pt x="4450755" y="756490"/>
                  </a:lnTo>
                  <a:lnTo>
                    <a:pt x="4450848" y="756490"/>
                  </a:lnTo>
                  <a:lnTo>
                    <a:pt x="4450941" y="756490"/>
                  </a:lnTo>
                  <a:lnTo>
                    <a:pt x="4451035" y="756490"/>
                  </a:lnTo>
                  <a:lnTo>
                    <a:pt x="4451128" y="756490"/>
                  </a:lnTo>
                  <a:lnTo>
                    <a:pt x="4451221" y="756490"/>
                  </a:lnTo>
                  <a:lnTo>
                    <a:pt x="4451314" y="756490"/>
                  </a:lnTo>
                  <a:lnTo>
                    <a:pt x="4451408" y="756490"/>
                  </a:lnTo>
                  <a:lnTo>
                    <a:pt x="4451501" y="756490"/>
                  </a:lnTo>
                  <a:lnTo>
                    <a:pt x="4451594" y="756490"/>
                  </a:lnTo>
                  <a:lnTo>
                    <a:pt x="4451687" y="756490"/>
                  </a:lnTo>
                  <a:lnTo>
                    <a:pt x="4451781" y="756490"/>
                  </a:lnTo>
                  <a:lnTo>
                    <a:pt x="4451874" y="756490"/>
                  </a:lnTo>
                  <a:lnTo>
                    <a:pt x="4451967" y="756490"/>
                  </a:lnTo>
                  <a:lnTo>
                    <a:pt x="4452060" y="756490"/>
                  </a:lnTo>
                  <a:lnTo>
                    <a:pt x="4452154" y="756490"/>
                  </a:lnTo>
                  <a:lnTo>
                    <a:pt x="4452247" y="756490"/>
                  </a:lnTo>
                  <a:lnTo>
                    <a:pt x="4452340" y="756490"/>
                  </a:lnTo>
                  <a:lnTo>
                    <a:pt x="4452433" y="756490"/>
                  </a:lnTo>
                  <a:lnTo>
                    <a:pt x="4452527" y="756490"/>
                  </a:lnTo>
                  <a:lnTo>
                    <a:pt x="4452620" y="756490"/>
                  </a:lnTo>
                  <a:lnTo>
                    <a:pt x="4452713" y="756490"/>
                  </a:lnTo>
                  <a:lnTo>
                    <a:pt x="4452806" y="756490"/>
                  </a:lnTo>
                  <a:lnTo>
                    <a:pt x="4452900" y="756490"/>
                  </a:lnTo>
                  <a:lnTo>
                    <a:pt x="4452993" y="756490"/>
                  </a:lnTo>
                  <a:lnTo>
                    <a:pt x="4453086" y="756490"/>
                  </a:lnTo>
                  <a:lnTo>
                    <a:pt x="4453179" y="756490"/>
                  </a:lnTo>
                  <a:lnTo>
                    <a:pt x="4453273" y="756490"/>
                  </a:lnTo>
                  <a:lnTo>
                    <a:pt x="4453366" y="756490"/>
                  </a:lnTo>
                  <a:lnTo>
                    <a:pt x="4453459" y="756490"/>
                  </a:lnTo>
                  <a:lnTo>
                    <a:pt x="4453552" y="756490"/>
                  </a:lnTo>
                  <a:lnTo>
                    <a:pt x="4453646" y="756490"/>
                  </a:lnTo>
                  <a:lnTo>
                    <a:pt x="4453739" y="756490"/>
                  </a:lnTo>
                  <a:lnTo>
                    <a:pt x="4453832" y="756490"/>
                  </a:lnTo>
                  <a:lnTo>
                    <a:pt x="4453925" y="756490"/>
                  </a:lnTo>
                  <a:lnTo>
                    <a:pt x="4454019" y="756490"/>
                  </a:lnTo>
                  <a:lnTo>
                    <a:pt x="4454112" y="756490"/>
                  </a:lnTo>
                  <a:lnTo>
                    <a:pt x="4454205" y="756490"/>
                  </a:lnTo>
                  <a:lnTo>
                    <a:pt x="4454298" y="756490"/>
                  </a:lnTo>
                  <a:lnTo>
                    <a:pt x="4454391" y="756490"/>
                  </a:lnTo>
                  <a:lnTo>
                    <a:pt x="4454485" y="756490"/>
                  </a:lnTo>
                  <a:lnTo>
                    <a:pt x="4454578" y="756490"/>
                  </a:lnTo>
                  <a:lnTo>
                    <a:pt x="4454671" y="756490"/>
                  </a:lnTo>
                  <a:lnTo>
                    <a:pt x="4454764" y="756490"/>
                  </a:lnTo>
                  <a:lnTo>
                    <a:pt x="4454858" y="756490"/>
                  </a:lnTo>
                  <a:lnTo>
                    <a:pt x="4454858" y="746536"/>
                  </a:lnTo>
                  <a:lnTo>
                    <a:pt x="4454951" y="746536"/>
                  </a:lnTo>
                  <a:lnTo>
                    <a:pt x="4455044" y="746536"/>
                  </a:lnTo>
                  <a:lnTo>
                    <a:pt x="4455137" y="746536"/>
                  </a:lnTo>
                  <a:lnTo>
                    <a:pt x="4455231" y="746536"/>
                  </a:lnTo>
                  <a:lnTo>
                    <a:pt x="4455324" y="746536"/>
                  </a:lnTo>
                  <a:lnTo>
                    <a:pt x="4455417" y="746536"/>
                  </a:lnTo>
                  <a:lnTo>
                    <a:pt x="4455510" y="746536"/>
                  </a:lnTo>
                  <a:lnTo>
                    <a:pt x="4455604" y="746536"/>
                  </a:lnTo>
                  <a:lnTo>
                    <a:pt x="4455697" y="746536"/>
                  </a:lnTo>
                  <a:lnTo>
                    <a:pt x="4455790" y="746536"/>
                  </a:lnTo>
                  <a:lnTo>
                    <a:pt x="4455883" y="746536"/>
                  </a:lnTo>
                  <a:lnTo>
                    <a:pt x="4455977" y="746536"/>
                  </a:lnTo>
                  <a:lnTo>
                    <a:pt x="4456070" y="746536"/>
                  </a:lnTo>
                  <a:lnTo>
                    <a:pt x="4456163" y="746536"/>
                  </a:lnTo>
                  <a:lnTo>
                    <a:pt x="4456256" y="746536"/>
                  </a:lnTo>
                  <a:lnTo>
                    <a:pt x="4456350" y="746536"/>
                  </a:lnTo>
                  <a:lnTo>
                    <a:pt x="4456443" y="746536"/>
                  </a:lnTo>
                  <a:lnTo>
                    <a:pt x="4456536" y="746536"/>
                  </a:lnTo>
                  <a:lnTo>
                    <a:pt x="4456629" y="746536"/>
                  </a:lnTo>
                  <a:lnTo>
                    <a:pt x="4456723" y="746536"/>
                  </a:lnTo>
                  <a:lnTo>
                    <a:pt x="4456816" y="746536"/>
                  </a:lnTo>
                  <a:lnTo>
                    <a:pt x="4456909" y="746536"/>
                  </a:lnTo>
                  <a:lnTo>
                    <a:pt x="4457002" y="746536"/>
                  </a:lnTo>
                  <a:lnTo>
                    <a:pt x="4457096" y="746536"/>
                  </a:lnTo>
                  <a:lnTo>
                    <a:pt x="4457189" y="746536"/>
                  </a:lnTo>
                  <a:lnTo>
                    <a:pt x="4457282" y="746536"/>
                  </a:lnTo>
                  <a:lnTo>
                    <a:pt x="4457375" y="746536"/>
                  </a:lnTo>
                  <a:lnTo>
                    <a:pt x="4457469" y="746536"/>
                  </a:lnTo>
                  <a:lnTo>
                    <a:pt x="4457562" y="746536"/>
                  </a:lnTo>
                  <a:lnTo>
                    <a:pt x="4457655" y="746536"/>
                  </a:lnTo>
                  <a:lnTo>
                    <a:pt x="4457748" y="746536"/>
                  </a:lnTo>
                  <a:lnTo>
                    <a:pt x="4457842" y="746536"/>
                  </a:lnTo>
                  <a:lnTo>
                    <a:pt x="4457935" y="746536"/>
                  </a:lnTo>
                  <a:lnTo>
                    <a:pt x="4458028" y="746536"/>
                  </a:lnTo>
                  <a:lnTo>
                    <a:pt x="4458121" y="746536"/>
                  </a:lnTo>
                  <a:lnTo>
                    <a:pt x="4458215" y="746536"/>
                  </a:lnTo>
                  <a:lnTo>
                    <a:pt x="4458308" y="746536"/>
                  </a:lnTo>
                  <a:lnTo>
                    <a:pt x="4458401" y="746536"/>
                  </a:lnTo>
                  <a:lnTo>
                    <a:pt x="4458494" y="746536"/>
                  </a:lnTo>
                  <a:lnTo>
                    <a:pt x="4458588" y="746536"/>
                  </a:lnTo>
                  <a:lnTo>
                    <a:pt x="4458681" y="746536"/>
                  </a:lnTo>
                  <a:lnTo>
                    <a:pt x="4458774" y="746536"/>
                  </a:lnTo>
                  <a:lnTo>
                    <a:pt x="4458867" y="746536"/>
                  </a:lnTo>
                  <a:lnTo>
                    <a:pt x="4458961" y="746536"/>
                  </a:lnTo>
                  <a:lnTo>
                    <a:pt x="4459054" y="746536"/>
                  </a:lnTo>
                  <a:lnTo>
                    <a:pt x="4459147" y="746536"/>
                  </a:lnTo>
                  <a:lnTo>
                    <a:pt x="4459240" y="746536"/>
                  </a:lnTo>
                  <a:lnTo>
                    <a:pt x="4459334" y="746536"/>
                  </a:lnTo>
                  <a:lnTo>
                    <a:pt x="4459427" y="746536"/>
                  </a:lnTo>
                  <a:lnTo>
                    <a:pt x="4459520" y="746536"/>
                  </a:lnTo>
                  <a:lnTo>
                    <a:pt x="4459613" y="746536"/>
                  </a:lnTo>
                  <a:lnTo>
                    <a:pt x="4459707" y="746536"/>
                  </a:lnTo>
                  <a:lnTo>
                    <a:pt x="4459800" y="746536"/>
                  </a:lnTo>
                  <a:lnTo>
                    <a:pt x="4459893" y="746536"/>
                  </a:lnTo>
                  <a:lnTo>
                    <a:pt x="4459986" y="746536"/>
                  </a:lnTo>
                  <a:lnTo>
                    <a:pt x="4460080" y="746536"/>
                  </a:lnTo>
                  <a:lnTo>
                    <a:pt x="4460173" y="746536"/>
                  </a:lnTo>
                  <a:lnTo>
                    <a:pt x="4460266" y="746536"/>
                  </a:lnTo>
                  <a:lnTo>
                    <a:pt x="4460359" y="746536"/>
                  </a:lnTo>
                  <a:lnTo>
                    <a:pt x="4460453" y="746536"/>
                  </a:lnTo>
                  <a:lnTo>
                    <a:pt x="4460546" y="746536"/>
                  </a:lnTo>
                  <a:lnTo>
                    <a:pt x="4460639" y="746536"/>
                  </a:lnTo>
                  <a:lnTo>
                    <a:pt x="4460732" y="746536"/>
                  </a:lnTo>
                  <a:lnTo>
                    <a:pt x="4460826" y="746536"/>
                  </a:lnTo>
                  <a:lnTo>
                    <a:pt x="4460919" y="746536"/>
                  </a:lnTo>
                  <a:lnTo>
                    <a:pt x="4461012" y="746536"/>
                  </a:lnTo>
                  <a:lnTo>
                    <a:pt x="4461105" y="746536"/>
                  </a:lnTo>
                  <a:lnTo>
                    <a:pt x="4461198" y="746536"/>
                  </a:lnTo>
                  <a:lnTo>
                    <a:pt x="4461292" y="746536"/>
                  </a:lnTo>
                  <a:lnTo>
                    <a:pt x="4461385" y="746536"/>
                  </a:lnTo>
                  <a:lnTo>
                    <a:pt x="4461478" y="746536"/>
                  </a:lnTo>
                  <a:lnTo>
                    <a:pt x="4461571" y="746536"/>
                  </a:lnTo>
                  <a:lnTo>
                    <a:pt x="4461665" y="746536"/>
                  </a:lnTo>
                  <a:lnTo>
                    <a:pt x="4461758" y="746536"/>
                  </a:lnTo>
                  <a:lnTo>
                    <a:pt x="4461851" y="746536"/>
                  </a:lnTo>
                  <a:lnTo>
                    <a:pt x="4461944" y="746536"/>
                  </a:lnTo>
                  <a:lnTo>
                    <a:pt x="4462038" y="746536"/>
                  </a:lnTo>
                  <a:lnTo>
                    <a:pt x="4462131" y="746536"/>
                  </a:lnTo>
                  <a:lnTo>
                    <a:pt x="4462224" y="746536"/>
                  </a:lnTo>
                  <a:lnTo>
                    <a:pt x="4462317" y="746536"/>
                  </a:lnTo>
                  <a:lnTo>
                    <a:pt x="4462411" y="746536"/>
                  </a:lnTo>
                  <a:lnTo>
                    <a:pt x="4462504" y="746536"/>
                  </a:lnTo>
                  <a:lnTo>
                    <a:pt x="4462597" y="746536"/>
                  </a:lnTo>
                  <a:lnTo>
                    <a:pt x="4462690" y="746536"/>
                  </a:lnTo>
                  <a:lnTo>
                    <a:pt x="4462784" y="746536"/>
                  </a:lnTo>
                  <a:lnTo>
                    <a:pt x="4462877" y="746536"/>
                  </a:lnTo>
                  <a:lnTo>
                    <a:pt x="4462970" y="746536"/>
                  </a:lnTo>
                  <a:lnTo>
                    <a:pt x="4463063" y="746536"/>
                  </a:lnTo>
                  <a:lnTo>
                    <a:pt x="4463157" y="746536"/>
                  </a:lnTo>
                  <a:lnTo>
                    <a:pt x="4463250" y="746536"/>
                  </a:lnTo>
                  <a:lnTo>
                    <a:pt x="4463343" y="746536"/>
                  </a:lnTo>
                  <a:lnTo>
                    <a:pt x="4463436" y="746536"/>
                  </a:lnTo>
                  <a:lnTo>
                    <a:pt x="4463530" y="746536"/>
                  </a:lnTo>
                  <a:lnTo>
                    <a:pt x="4463623" y="746536"/>
                  </a:lnTo>
                  <a:lnTo>
                    <a:pt x="4463716" y="746536"/>
                  </a:lnTo>
                  <a:lnTo>
                    <a:pt x="4463809" y="746536"/>
                  </a:lnTo>
                  <a:lnTo>
                    <a:pt x="4463903" y="746536"/>
                  </a:lnTo>
                  <a:lnTo>
                    <a:pt x="4463996" y="746536"/>
                  </a:lnTo>
                  <a:lnTo>
                    <a:pt x="4464089" y="746536"/>
                  </a:lnTo>
                  <a:lnTo>
                    <a:pt x="4464182" y="746536"/>
                  </a:lnTo>
                  <a:lnTo>
                    <a:pt x="4464276" y="746536"/>
                  </a:lnTo>
                  <a:lnTo>
                    <a:pt x="4464276" y="736582"/>
                  </a:lnTo>
                  <a:lnTo>
                    <a:pt x="4464369" y="736582"/>
                  </a:lnTo>
                  <a:lnTo>
                    <a:pt x="4464462" y="736582"/>
                  </a:lnTo>
                  <a:lnTo>
                    <a:pt x="4464555" y="736582"/>
                  </a:lnTo>
                  <a:lnTo>
                    <a:pt x="4464649" y="736582"/>
                  </a:lnTo>
                  <a:lnTo>
                    <a:pt x="4464742" y="736582"/>
                  </a:lnTo>
                  <a:lnTo>
                    <a:pt x="4464835" y="736582"/>
                  </a:lnTo>
                  <a:lnTo>
                    <a:pt x="4464928" y="736582"/>
                  </a:lnTo>
                  <a:lnTo>
                    <a:pt x="4465022" y="736582"/>
                  </a:lnTo>
                  <a:lnTo>
                    <a:pt x="4465115" y="736582"/>
                  </a:lnTo>
                  <a:lnTo>
                    <a:pt x="4465208" y="736582"/>
                  </a:lnTo>
                  <a:lnTo>
                    <a:pt x="4465301" y="736582"/>
                  </a:lnTo>
                  <a:lnTo>
                    <a:pt x="4465395" y="736582"/>
                  </a:lnTo>
                  <a:lnTo>
                    <a:pt x="4465488" y="736582"/>
                  </a:lnTo>
                  <a:lnTo>
                    <a:pt x="4465581" y="736582"/>
                  </a:lnTo>
                  <a:lnTo>
                    <a:pt x="4465674" y="736582"/>
                  </a:lnTo>
                  <a:lnTo>
                    <a:pt x="4465768" y="736582"/>
                  </a:lnTo>
                  <a:lnTo>
                    <a:pt x="4465861" y="736582"/>
                  </a:lnTo>
                  <a:lnTo>
                    <a:pt x="4465954" y="736582"/>
                  </a:lnTo>
                  <a:lnTo>
                    <a:pt x="4466047" y="736582"/>
                  </a:lnTo>
                  <a:lnTo>
                    <a:pt x="4466141" y="736582"/>
                  </a:lnTo>
                  <a:lnTo>
                    <a:pt x="4466234" y="736582"/>
                  </a:lnTo>
                  <a:lnTo>
                    <a:pt x="4466327" y="736582"/>
                  </a:lnTo>
                  <a:lnTo>
                    <a:pt x="4466420" y="736582"/>
                  </a:lnTo>
                  <a:lnTo>
                    <a:pt x="4466514" y="736582"/>
                  </a:lnTo>
                  <a:lnTo>
                    <a:pt x="4466607" y="736582"/>
                  </a:lnTo>
                  <a:lnTo>
                    <a:pt x="4466700" y="736582"/>
                  </a:lnTo>
                  <a:lnTo>
                    <a:pt x="4466793" y="736582"/>
                  </a:lnTo>
                  <a:lnTo>
                    <a:pt x="4466887" y="736582"/>
                  </a:lnTo>
                  <a:lnTo>
                    <a:pt x="4466980" y="736582"/>
                  </a:lnTo>
                  <a:lnTo>
                    <a:pt x="4467073" y="736582"/>
                  </a:lnTo>
                  <a:lnTo>
                    <a:pt x="4467166" y="736582"/>
                  </a:lnTo>
                  <a:lnTo>
                    <a:pt x="4467260" y="736582"/>
                  </a:lnTo>
                  <a:lnTo>
                    <a:pt x="4467353" y="736582"/>
                  </a:lnTo>
                  <a:lnTo>
                    <a:pt x="4467446" y="736582"/>
                  </a:lnTo>
                  <a:lnTo>
                    <a:pt x="4467539" y="736582"/>
                  </a:lnTo>
                  <a:lnTo>
                    <a:pt x="4467633" y="736582"/>
                  </a:lnTo>
                  <a:lnTo>
                    <a:pt x="4467726" y="736582"/>
                  </a:lnTo>
                  <a:lnTo>
                    <a:pt x="4467819" y="736582"/>
                  </a:lnTo>
                  <a:lnTo>
                    <a:pt x="4467912" y="736582"/>
                  </a:lnTo>
                  <a:lnTo>
                    <a:pt x="4468005" y="736582"/>
                  </a:lnTo>
                  <a:lnTo>
                    <a:pt x="4468099" y="736582"/>
                  </a:lnTo>
                  <a:lnTo>
                    <a:pt x="4468192" y="736582"/>
                  </a:lnTo>
                  <a:lnTo>
                    <a:pt x="4468285" y="736582"/>
                  </a:lnTo>
                  <a:lnTo>
                    <a:pt x="4468378" y="736582"/>
                  </a:lnTo>
                  <a:lnTo>
                    <a:pt x="4468472" y="736582"/>
                  </a:lnTo>
                  <a:lnTo>
                    <a:pt x="4468565" y="736582"/>
                  </a:lnTo>
                  <a:lnTo>
                    <a:pt x="4468658" y="736582"/>
                  </a:lnTo>
                  <a:lnTo>
                    <a:pt x="4468751" y="736582"/>
                  </a:lnTo>
                  <a:lnTo>
                    <a:pt x="4468845" y="736582"/>
                  </a:lnTo>
                  <a:lnTo>
                    <a:pt x="4468938" y="736582"/>
                  </a:lnTo>
                  <a:lnTo>
                    <a:pt x="4469031" y="736582"/>
                  </a:lnTo>
                  <a:lnTo>
                    <a:pt x="4469124" y="736582"/>
                  </a:lnTo>
                  <a:lnTo>
                    <a:pt x="4469218" y="736582"/>
                  </a:lnTo>
                  <a:lnTo>
                    <a:pt x="4469311" y="736582"/>
                  </a:lnTo>
                  <a:lnTo>
                    <a:pt x="4469404" y="736582"/>
                  </a:lnTo>
                  <a:lnTo>
                    <a:pt x="4469497" y="736582"/>
                  </a:lnTo>
                  <a:lnTo>
                    <a:pt x="4469591" y="736582"/>
                  </a:lnTo>
                  <a:lnTo>
                    <a:pt x="4469684" y="736582"/>
                  </a:lnTo>
                  <a:lnTo>
                    <a:pt x="4469777" y="736582"/>
                  </a:lnTo>
                  <a:lnTo>
                    <a:pt x="4469870" y="736582"/>
                  </a:lnTo>
                  <a:lnTo>
                    <a:pt x="4469964" y="736582"/>
                  </a:lnTo>
                  <a:lnTo>
                    <a:pt x="4470057" y="736582"/>
                  </a:lnTo>
                  <a:lnTo>
                    <a:pt x="4470150" y="736582"/>
                  </a:lnTo>
                  <a:lnTo>
                    <a:pt x="4470243" y="736582"/>
                  </a:lnTo>
                  <a:lnTo>
                    <a:pt x="4470337" y="736582"/>
                  </a:lnTo>
                  <a:lnTo>
                    <a:pt x="4470430" y="736582"/>
                  </a:lnTo>
                  <a:lnTo>
                    <a:pt x="4470523" y="736582"/>
                  </a:lnTo>
                  <a:lnTo>
                    <a:pt x="4470616" y="736582"/>
                  </a:lnTo>
                  <a:lnTo>
                    <a:pt x="4470710" y="736582"/>
                  </a:lnTo>
                  <a:lnTo>
                    <a:pt x="4470803" y="736582"/>
                  </a:lnTo>
                  <a:lnTo>
                    <a:pt x="4470896" y="736582"/>
                  </a:lnTo>
                  <a:lnTo>
                    <a:pt x="4470989" y="736582"/>
                  </a:lnTo>
                  <a:lnTo>
                    <a:pt x="4471083" y="736582"/>
                  </a:lnTo>
                  <a:lnTo>
                    <a:pt x="4471176" y="736582"/>
                  </a:lnTo>
                  <a:lnTo>
                    <a:pt x="4471269" y="736582"/>
                  </a:lnTo>
                  <a:lnTo>
                    <a:pt x="4471362" y="736582"/>
                  </a:lnTo>
                  <a:lnTo>
                    <a:pt x="4471456" y="736582"/>
                  </a:lnTo>
                  <a:lnTo>
                    <a:pt x="4471549" y="736582"/>
                  </a:lnTo>
                  <a:lnTo>
                    <a:pt x="4471642" y="736582"/>
                  </a:lnTo>
                  <a:lnTo>
                    <a:pt x="4471735" y="736582"/>
                  </a:lnTo>
                  <a:lnTo>
                    <a:pt x="4471829" y="736582"/>
                  </a:lnTo>
                  <a:lnTo>
                    <a:pt x="4471922" y="736582"/>
                  </a:lnTo>
                  <a:lnTo>
                    <a:pt x="4472015" y="736582"/>
                  </a:lnTo>
                  <a:lnTo>
                    <a:pt x="4472108" y="736582"/>
                  </a:lnTo>
                  <a:lnTo>
                    <a:pt x="4472202" y="736582"/>
                  </a:lnTo>
                  <a:lnTo>
                    <a:pt x="4472295" y="736582"/>
                  </a:lnTo>
                  <a:lnTo>
                    <a:pt x="4472388" y="736582"/>
                  </a:lnTo>
                  <a:lnTo>
                    <a:pt x="4472481" y="736582"/>
                  </a:lnTo>
                  <a:lnTo>
                    <a:pt x="4472575" y="736582"/>
                  </a:lnTo>
                  <a:lnTo>
                    <a:pt x="4472668" y="736582"/>
                  </a:lnTo>
                  <a:lnTo>
                    <a:pt x="4472761" y="736582"/>
                  </a:lnTo>
                  <a:lnTo>
                    <a:pt x="4472854" y="736582"/>
                  </a:lnTo>
                  <a:lnTo>
                    <a:pt x="4472948" y="736582"/>
                  </a:lnTo>
                  <a:lnTo>
                    <a:pt x="4473041" y="736582"/>
                  </a:lnTo>
                  <a:lnTo>
                    <a:pt x="4473134" y="736582"/>
                  </a:lnTo>
                  <a:lnTo>
                    <a:pt x="4473227" y="736582"/>
                  </a:lnTo>
                  <a:lnTo>
                    <a:pt x="4473321" y="736582"/>
                  </a:lnTo>
                  <a:lnTo>
                    <a:pt x="4473414" y="736582"/>
                  </a:lnTo>
                  <a:lnTo>
                    <a:pt x="4473507" y="736582"/>
                  </a:lnTo>
                  <a:lnTo>
                    <a:pt x="4473600" y="736582"/>
                  </a:lnTo>
                  <a:lnTo>
                    <a:pt x="4473694" y="736582"/>
                  </a:lnTo>
                  <a:lnTo>
                    <a:pt x="4473787" y="736582"/>
                  </a:lnTo>
                  <a:lnTo>
                    <a:pt x="4473880" y="736582"/>
                  </a:lnTo>
                  <a:lnTo>
                    <a:pt x="4473973" y="736582"/>
                  </a:lnTo>
                  <a:lnTo>
                    <a:pt x="4474067" y="736582"/>
                  </a:lnTo>
                  <a:lnTo>
                    <a:pt x="4474160" y="736582"/>
                  </a:lnTo>
                  <a:lnTo>
                    <a:pt x="4474253" y="736582"/>
                  </a:lnTo>
                  <a:lnTo>
                    <a:pt x="4474346" y="736582"/>
                  </a:lnTo>
                  <a:lnTo>
                    <a:pt x="4474440" y="736582"/>
                  </a:lnTo>
                  <a:lnTo>
                    <a:pt x="4474533" y="736582"/>
                  </a:lnTo>
                  <a:lnTo>
                    <a:pt x="4474626" y="736582"/>
                  </a:lnTo>
                  <a:lnTo>
                    <a:pt x="4474719" y="736582"/>
                  </a:lnTo>
                  <a:lnTo>
                    <a:pt x="4474813" y="736582"/>
                  </a:lnTo>
                  <a:lnTo>
                    <a:pt x="4474906" y="736582"/>
                  </a:lnTo>
                  <a:lnTo>
                    <a:pt x="4474999" y="736582"/>
                  </a:lnTo>
                  <a:lnTo>
                    <a:pt x="4475092" y="736582"/>
                  </a:lnTo>
                  <a:lnTo>
                    <a:pt x="4475185" y="736582"/>
                  </a:lnTo>
                  <a:lnTo>
                    <a:pt x="4475279" y="736582"/>
                  </a:lnTo>
                  <a:lnTo>
                    <a:pt x="4475372" y="736582"/>
                  </a:lnTo>
                  <a:lnTo>
                    <a:pt x="4475465" y="736582"/>
                  </a:lnTo>
                  <a:lnTo>
                    <a:pt x="4475558" y="736582"/>
                  </a:lnTo>
                  <a:lnTo>
                    <a:pt x="4475652" y="736582"/>
                  </a:lnTo>
                  <a:lnTo>
                    <a:pt x="4475745" y="736582"/>
                  </a:lnTo>
                  <a:lnTo>
                    <a:pt x="4475838" y="736582"/>
                  </a:lnTo>
                  <a:lnTo>
                    <a:pt x="4475931" y="736582"/>
                  </a:lnTo>
                  <a:lnTo>
                    <a:pt x="4476025" y="736582"/>
                  </a:lnTo>
                  <a:lnTo>
                    <a:pt x="4476118" y="736582"/>
                  </a:lnTo>
                  <a:lnTo>
                    <a:pt x="4476211" y="736582"/>
                  </a:lnTo>
                  <a:lnTo>
                    <a:pt x="4476304" y="736582"/>
                  </a:lnTo>
                  <a:lnTo>
                    <a:pt x="4476398" y="736582"/>
                  </a:lnTo>
                  <a:lnTo>
                    <a:pt x="4476491" y="736582"/>
                  </a:lnTo>
                  <a:lnTo>
                    <a:pt x="4476584" y="736582"/>
                  </a:lnTo>
                  <a:lnTo>
                    <a:pt x="4476677" y="736582"/>
                  </a:lnTo>
                  <a:lnTo>
                    <a:pt x="4476771" y="736582"/>
                  </a:lnTo>
                  <a:lnTo>
                    <a:pt x="4476864" y="736582"/>
                  </a:lnTo>
                  <a:lnTo>
                    <a:pt x="4476957" y="736582"/>
                  </a:lnTo>
                  <a:lnTo>
                    <a:pt x="4477050" y="736582"/>
                  </a:lnTo>
                  <a:lnTo>
                    <a:pt x="4477144" y="736582"/>
                  </a:lnTo>
                  <a:lnTo>
                    <a:pt x="4477237" y="736582"/>
                  </a:lnTo>
                  <a:lnTo>
                    <a:pt x="4477330" y="736582"/>
                  </a:lnTo>
                  <a:lnTo>
                    <a:pt x="4477423" y="736582"/>
                  </a:lnTo>
                  <a:lnTo>
                    <a:pt x="4477517" y="736582"/>
                  </a:lnTo>
                  <a:lnTo>
                    <a:pt x="4477610" y="736582"/>
                  </a:lnTo>
                  <a:lnTo>
                    <a:pt x="4477703" y="736582"/>
                  </a:lnTo>
                  <a:lnTo>
                    <a:pt x="4477796" y="736582"/>
                  </a:lnTo>
                  <a:lnTo>
                    <a:pt x="4477890" y="736582"/>
                  </a:lnTo>
                  <a:lnTo>
                    <a:pt x="4477983" y="736582"/>
                  </a:lnTo>
                  <a:lnTo>
                    <a:pt x="4478076" y="736582"/>
                  </a:lnTo>
                  <a:lnTo>
                    <a:pt x="4478169" y="736582"/>
                  </a:lnTo>
                  <a:lnTo>
                    <a:pt x="4478263" y="736582"/>
                  </a:lnTo>
                  <a:lnTo>
                    <a:pt x="4478356" y="736582"/>
                  </a:lnTo>
                  <a:lnTo>
                    <a:pt x="4478449" y="736582"/>
                  </a:lnTo>
                  <a:lnTo>
                    <a:pt x="4478542" y="736582"/>
                  </a:lnTo>
                  <a:lnTo>
                    <a:pt x="4478636" y="736582"/>
                  </a:lnTo>
                  <a:lnTo>
                    <a:pt x="4478729" y="736582"/>
                  </a:lnTo>
                  <a:lnTo>
                    <a:pt x="4478822" y="736582"/>
                  </a:lnTo>
                  <a:lnTo>
                    <a:pt x="4478915" y="736582"/>
                  </a:lnTo>
                  <a:lnTo>
                    <a:pt x="4479009" y="736582"/>
                  </a:lnTo>
                  <a:lnTo>
                    <a:pt x="4479102" y="736582"/>
                  </a:lnTo>
                  <a:lnTo>
                    <a:pt x="4479195" y="736582"/>
                  </a:lnTo>
                  <a:lnTo>
                    <a:pt x="4479195" y="726629"/>
                  </a:lnTo>
                  <a:lnTo>
                    <a:pt x="4479288" y="726629"/>
                  </a:lnTo>
                  <a:lnTo>
                    <a:pt x="4479382" y="726629"/>
                  </a:lnTo>
                  <a:lnTo>
                    <a:pt x="4479475" y="726629"/>
                  </a:lnTo>
                  <a:lnTo>
                    <a:pt x="4479568" y="726629"/>
                  </a:lnTo>
                  <a:lnTo>
                    <a:pt x="4479661" y="726629"/>
                  </a:lnTo>
                  <a:lnTo>
                    <a:pt x="4479755" y="726629"/>
                  </a:lnTo>
                  <a:lnTo>
                    <a:pt x="4479848" y="726629"/>
                  </a:lnTo>
                  <a:lnTo>
                    <a:pt x="4479941" y="726629"/>
                  </a:lnTo>
                  <a:lnTo>
                    <a:pt x="4480034" y="726629"/>
                  </a:lnTo>
                  <a:lnTo>
                    <a:pt x="4480128" y="726629"/>
                  </a:lnTo>
                  <a:lnTo>
                    <a:pt x="4480221" y="726629"/>
                  </a:lnTo>
                  <a:lnTo>
                    <a:pt x="4480314" y="726629"/>
                  </a:lnTo>
                  <a:lnTo>
                    <a:pt x="4480407" y="726629"/>
                  </a:lnTo>
                  <a:lnTo>
                    <a:pt x="4480501" y="726629"/>
                  </a:lnTo>
                  <a:lnTo>
                    <a:pt x="4480594" y="726629"/>
                  </a:lnTo>
                  <a:lnTo>
                    <a:pt x="4480687" y="726629"/>
                  </a:lnTo>
                  <a:lnTo>
                    <a:pt x="4480780" y="726629"/>
                  </a:lnTo>
                  <a:lnTo>
                    <a:pt x="4480874" y="726629"/>
                  </a:lnTo>
                  <a:lnTo>
                    <a:pt x="4480967" y="726629"/>
                  </a:lnTo>
                  <a:lnTo>
                    <a:pt x="4481060" y="726629"/>
                  </a:lnTo>
                  <a:lnTo>
                    <a:pt x="4481153" y="726629"/>
                  </a:lnTo>
                  <a:lnTo>
                    <a:pt x="4481247" y="726629"/>
                  </a:lnTo>
                  <a:lnTo>
                    <a:pt x="4481340" y="726629"/>
                  </a:lnTo>
                  <a:lnTo>
                    <a:pt x="4481433" y="726629"/>
                  </a:lnTo>
                  <a:lnTo>
                    <a:pt x="4481526" y="726629"/>
                  </a:lnTo>
                  <a:lnTo>
                    <a:pt x="4481620" y="726629"/>
                  </a:lnTo>
                  <a:lnTo>
                    <a:pt x="4481713" y="726629"/>
                  </a:lnTo>
                  <a:lnTo>
                    <a:pt x="4481806" y="726629"/>
                  </a:lnTo>
                  <a:lnTo>
                    <a:pt x="4481899" y="726629"/>
                  </a:lnTo>
                  <a:lnTo>
                    <a:pt x="4481992" y="726629"/>
                  </a:lnTo>
                  <a:lnTo>
                    <a:pt x="4482086" y="726629"/>
                  </a:lnTo>
                  <a:lnTo>
                    <a:pt x="4482179" y="726629"/>
                  </a:lnTo>
                  <a:lnTo>
                    <a:pt x="4482272" y="726629"/>
                  </a:lnTo>
                  <a:lnTo>
                    <a:pt x="4482365" y="726629"/>
                  </a:lnTo>
                  <a:lnTo>
                    <a:pt x="4482459" y="726629"/>
                  </a:lnTo>
                  <a:lnTo>
                    <a:pt x="4482552" y="726629"/>
                  </a:lnTo>
                  <a:lnTo>
                    <a:pt x="4482645" y="726629"/>
                  </a:lnTo>
                  <a:lnTo>
                    <a:pt x="4482738" y="726629"/>
                  </a:lnTo>
                  <a:lnTo>
                    <a:pt x="4482832" y="726629"/>
                  </a:lnTo>
                  <a:lnTo>
                    <a:pt x="4482925" y="726629"/>
                  </a:lnTo>
                  <a:lnTo>
                    <a:pt x="4483018" y="726629"/>
                  </a:lnTo>
                  <a:lnTo>
                    <a:pt x="4483111" y="726629"/>
                  </a:lnTo>
                  <a:lnTo>
                    <a:pt x="4483205" y="726629"/>
                  </a:lnTo>
                  <a:lnTo>
                    <a:pt x="4483298" y="726629"/>
                  </a:lnTo>
                  <a:lnTo>
                    <a:pt x="4483391" y="726629"/>
                  </a:lnTo>
                  <a:lnTo>
                    <a:pt x="4483484" y="726629"/>
                  </a:lnTo>
                  <a:lnTo>
                    <a:pt x="4483578" y="726629"/>
                  </a:lnTo>
                  <a:lnTo>
                    <a:pt x="4483671" y="726629"/>
                  </a:lnTo>
                  <a:lnTo>
                    <a:pt x="4483764" y="726629"/>
                  </a:lnTo>
                  <a:lnTo>
                    <a:pt x="4483857" y="726629"/>
                  </a:lnTo>
                  <a:lnTo>
                    <a:pt x="4483951" y="726629"/>
                  </a:lnTo>
                  <a:lnTo>
                    <a:pt x="4484044" y="726629"/>
                  </a:lnTo>
                  <a:lnTo>
                    <a:pt x="4484137" y="726629"/>
                  </a:lnTo>
                  <a:lnTo>
                    <a:pt x="4484230" y="726629"/>
                  </a:lnTo>
                  <a:lnTo>
                    <a:pt x="4484324" y="726629"/>
                  </a:lnTo>
                  <a:lnTo>
                    <a:pt x="4484417" y="726629"/>
                  </a:lnTo>
                  <a:lnTo>
                    <a:pt x="4484510" y="726629"/>
                  </a:lnTo>
                  <a:lnTo>
                    <a:pt x="4484603" y="726629"/>
                  </a:lnTo>
                  <a:lnTo>
                    <a:pt x="4484697" y="726629"/>
                  </a:lnTo>
                  <a:lnTo>
                    <a:pt x="4484790" y="726629"/>
                  </a:lnTo>
                  <a:lnTo>
                    <a:pt x="4484883" y="726629"/>
                  </a:lnTo>
                  <a:lnTo>
                    <a:pt x="4484976" y="726629"/>
                  </a:lnTo>
                  <a:lnTo>
                    <a:pt x="4485070" y="726629"/>
                  </a:lnTo>
                  <a:lnTo>
                    <a:pt x="4485163" y="726629"/>
                  </a:lnTo>
                  <a:lnTo>
                    <a:pt x="4485256" y="726629"/>
                  </a:lnTo>
                  <a:lnTo>
                    <a:pt x="4485349" y="726629"/>
                  </a:lnTo>
                  <a:lnTo>
                    <a:pt x="4485443" y="726629"/>
                  </a:lnTo>
                  <a:lnTo>
                    <a:pt x="4485536" y="726629"/>
                  </a:lnTo>
                  <a:lnTo>
                    <a:pt x="4485629" y="726629"/>
                  </a:lnTo>
                  <a:lnTo>
                    <a:pt x="4485722" y="726629"/>
                  </a:lnTo>
                  <a:lnTo>
                    <a:pt x="4485816" y="726629"/>
                  </a:lnTo>
                  <a:lnTo>
                    <a:pt x="4485909" y="726629"/>
                  </a:lnTo>
                  <a:lnTo>
                    <a:pt x="4486002" y="726629"/>
                  </a:lnTo>
                  <a:lnTo>
                    <a:pt x="4486095" y="726629"/>
                  </a:lnTo>
                  <a:lnTo>
                    <a:pt x="4486189" y="726629"/>
                  </a:lnTo>
                  <a:lnTo>
                    <a:pt x="4486282" y="726629"/>
                  </a:lnTo>
                  <a:lnTo>
                    <a:pt x="4486375" y="726629"/>
                  </a:lnTo>
                  <a:lnTo>
                    <a:pt x="4486468" y="726629"/>
                  </a:lnTo>
                  <a:lnTo>
                    <a:pt x="4486562" y="726629"/>
                  </a:lnTo>
                  <a:lnTo>
                    <a:pt x="4486655" y="726629"/>
                  </a:lnTo>
                  <a:lnTo>
                    <a:pt x="4486748" y="726629"/>
                  </a:lnTo>
                  <a:lnTo>
                    <a:pt x="4486841" y="726629"/>
                  </a:lnTo>
                  <a:lnTo>
                    <a:pt x="4486935" y="726629"/>
                  </a:lnTo>
                  <a:lnTo>
                    <a:pt x="4487028" y="726629"/>
                  </a:lnTo>
                  <a:lnTo>
                    <a:pt x="4487121" y="726629"/>
                  </a:lnTo>
                  <a:lnTo>
                    <a:pt x="4487214" y="726629"/>
                  </a:lnTo>
                  <a:lnTo>
                    <a:pt x="4487308" y="726629"/>
                  </a:lnTo>
                  <a:lnTo>
                    <a:pt x="4487401" y="726629"/>
                  </a:lnTo>
                  <a:lnTo>
                    <a:pt x="4487494" y="726629"/>
                  </a:lnTo>
                  <a:lnTo>
                    <a:pt x="4487587" y="726629"/>
                  </a:lnTo>
                  <a:lnTo>
                    <a:pt x="4487681" y="726629"/>
                  </a:lnTo>
                  <a:lnTo>
                    <a:pt x="4487774" y="726629"/>
                  </a:lnTo>
                  <a:lnTo>
                    <a:pt x="4487867" y="726629"/>
                  </a:lnTo>
                  <a:lnTo>
                    <a:pt x="4487960" y="726629"/>
                  </a:lnTo>
                  <a:lnTo>
                    <a:pt x="4488054" y="726629"/>
                  </a:lnTo>
                  <a:lnTo>
                    <a:pt x="4488147" y="726629"/>
                  </a:lnTo>
                  <a:lnTo>
                    <a:pt x="4488240" y="726629"/>
                  </a:lnTo>
                  <a:lnTo>
                    <a:pt x="4488333" y="726629"/>
                  </a:lnTo>
                  <a:lnTo>
                    <a:pt x="4488427" y="726629"/>
                  </a:lnTo>
                  <a:lnTo>
                    <a:pt x="4488520" y="726629"/>
                  </a:lnTo>
                  <a:lnTo>
                    <a:pt x="4488613" y="726629"/>
                  </a:lnTo>
                  <a:lnTo>
                    <a:pt x="4488706" y="726629"/>
                  </a:lnTo>
                  <a:lnTo>
                    <a:pt x="4488799" y="726629"/>
                  </a:lnTo>
                  <a:lnTo>
                    <a:pt x="4488893" y="726629"/>
                  </a:lnTo>
                  <a:lnTo>
                    <a:pt x="4488986" y="726629"/>
                  </a:lnTo>
                  <a:lnTo>
                    <a:pt x="4489079" y="726629"/>
                  </a:lnTo>
                  <a:lnTo>
                    <a:pt x="4489172" y="726629"/>
                  </a:lnTo>
                  <a:lnTo>
                    <a:pt x="4489266" y="726629"/>
                  </a:lnTo>
                  <a:lnTo>
                    <a:pt x="4489359" y="726629"/>
                  </a:lnTo>
                  <a:lnTo>
                    <a:pt x="4489452" y="726629"/>
                  </a:lnTo>
                  <a:lnTo>
                    <a:pt x="4489545" y="726629"/>
                  </a:lnTo>
                  <a:lnTo>
                    <a:pt x="4489639" y="726629"/>
                  </a:lnTo>
                  <a:lnTo>
                    <a:pt x="4489732" y="726629"/>
                  </a:lnTo>
                  <a:lnTo>
                    <a:pt x="4489825" y="726629"/>
                  </a:lnTo>
                  <a:lnTo>
                    <a:pt x="4489918" y="726629"/>
                  </a:lnTo>
                  <a:lnTo>
                    <a:pt x="4490012" y="726629"/>
                  </a:lnTo>
                  <a:lnTo>
                    <a:pt x="4490105" y="726629"/>
                  </a:lnTo>
                  <a:lnTo>
                    <a:pt x="4490198" y="726629"/>
                  </a:lnTo>
                  <a:lnTo>
                    <a:pt x="4490291" y="726629"/>
                  </a:lnTo>
                  <a:lnTo>
                    <a:pt x="4490385" y="726629"/>
                  </a:lnTo>
                  <a:lnTo>
                    <a:pt x="4490478" y="726629"/>
                  </a:lnTo>
                  <a:lnTo>
                    <a:pt x="4490571" y="726629"/>
                  </a:lnTo>
                  <a:lnTo>
                    <a:pt x="4490664" y="726629"/>
                  </a:lnTo>
                  <a:lnTo>
                    <a:pt x="4490758" y="726629"/>
                  </a:lnTo>
                  <a:lnTo>
                    <a:pt x="4490851" y="726629"/>
                  </a:lnTo>
                  <a:lnTo>
                    <a:pt x="4490944" y="726629"/>
                  </a:lnTo>
                  <a:lnTo>
                    <a:pt x="4491037" y="726629"/>
                  </a:lnTo>
                  <a:lnTo>
                    <a:pt x="4491131" y="726629"/>
                  </a:lnTo>
                  <a:lnTo>
                    <a:pt x="4491224" y="726629"/>
                  </a:lnTo>
                  <a:lnTo>
                    <a:pt x="4491317" y="726629"/>
                  </a:lnTo>
                  <a:lnTo>
                    <a:pt x="4491410" y="726629"/>
                  </a:lnTo>
                  <a:lnTo>
                    <a:pt x="4491504" y="726629"/>
                  </a:lnTo>
                  <a:lnTo>
                    <a:pt x="4491597" y="726629"/>
                  </a:lnTo>
                  <a:lnTo>
                    <a:pt x="4491690" y="726629"/>
                  </a:lnTo>
                  <a:lnTo>
                    <a:pt x="4491783" y="726629"/>
                  </a:lnTo>
                  <a:lnTo>
                    <a:pt x="4491877" y="726629"/>
                  </a:lnTo>
                  <a:lnTo>
                    <a:pt x="4491970" y="726629"/>
                  </a:lnTo>
                  <a:lnTo>
                    <a:pt x="4492063" y="726629"/>
                  </a:lnTo>
                  <a:lnTo>
                    <a:pt x="4492156" y="726629"/>
                  </a:lnTo>
                  <a:lnTo>
                    <a:pt x="4492250" y="726629"/>
                  </a:lnTo>
                  <a:lnTo>
                    <a:pt x="4492343" y="726629"/>
                  </a:lnTo>
                  <a:lnTo>
                    <a:pt x="4492436" y="726629"/>
                  </a:lnTo>
                  <a:lnTo>
                    <a:pt x="4492529" y="726629"/>
                  </a:lnTo>
                  <a:lnTo>
                    <a:pt x="4492623" y="726629"/>
                  </a:lnTo>
                  <a:lnTo>
                    <a:pt x="4492716" y="726629"/>
                  </a:lnTo>
                  <a:lnTo>
                    <a:pt x="4492809" y="726629"/>
                  </a:lnTo>
                  <a:lnTo>
                    <a:pt x="4492902" y="726629"/>
                  </a:lnTo>
                  <a:lnTo>
                    <a:pt x="4492996" y="726629"/>
                  </a:lnTo>
                  <a:lnTo>
                    <a:pt x="4493089" y="726629"/>
                  </a:lnTo>
                  <a:lnTo>
                    <a:pt x="4493182" y="726629"/>
                  </a:lnTo>
                  <a:lnTo>
                    <a:pt x="4493275" y="726629"/>
                  </a:lnTo>
                  <a:lnTo>
                    <a:pt x="4493369" y="726629"/>
                  </a:lnTo>
                  <a:lnTo>
                    <a:pt x="4493462" y="726629"/>
                  </a:lnTo>
                  <a:lnTo>
                    <a:pt x="4493555" y="726629"/>
                  </a:lnTo>
                  <a:lnTo>
                    <a:pt x="4493648" y="726629"/>
                  </a:lnTo>
                  <a:lnTo>
                    <a:pt x="4493742" y="726629"/>
                  </a:lnTo>
                  <a:lnTo>
                    <a:pt x="4493835" y="726629"/>
                  </a:lnTo>
                  <a:lnTo>
                    <a:pt x="4493928" y="726629"/>
                  </a:lnTo>
                  <a:lnTo>
                    <a:pt x="4494021" y="726629"/>
                  </a:lnTo>
                  <a:lnTo>
                    <a:pt x="4494115" y="726629"/>
                  </a:lnTo>
                  <a:lnTo>
                    <a:pt x="4494208" y="726629"/>
                  </a:lnTo>
                  <a:lnTo>
                    <a:pt x="4494301" y="726629"/>
                  </a:lnTo>
                  <a:lnTo>
                    <a:pt x="4494394" y="726629"/>
                  </a:lnTo>
                  <a:lnTo>
                    <a:pt x="4494488" y="726629"/>
                  </a:lnTo>
                  <a:lnTo>
                    <a:pt x="4494581" y="726629"/>
                  </a:lnTo>
                  <a:lnTo>
                    <a:pt x="4494674" y="726629"/>
                  </a:lnTo>
                  <a:lnTo>
                    <a:pt x="4494767" y="726629"/>
                  </a:lnTo>
                  <a:lnTo>
                    <a:pt x="4494861" y="726629"/>
                  </a:lnTo>
                  <a:lnTo>
                    <a:pt x="4494954" y="726629"/>
                  </a:lnTo>
                  <a:lnTo>
                    <a:pt x="4495047" y="726629"/>
                  </a:lnTo>
                  <a:lnTo>
                    <a:pt x="4495140" y="726629"/>
                  </a:lnTo>
                  <a:lnTo>
                    <a:pt x="4495234" y="726629"/>
                  </a:lnTo>
                  <a:lnTo>
                    <a:pt x="4495327" y="726629"/>
                  </a:lnTo>
                  <a:lnTo>
                    <a:pt x="4495420" y="726629"/>
                  </a:lnTo>
                  <a:lnTo>
                    <a:pt x="4495513" y="726629"/>
                  </a:lnTo>
                  <a:lnTo>
                    <a:pt x="4495607" y="726629"/>
                  </a:lnTo>
                  <a:lnTo>
                    <a:pt x="4495700" y="726629"/>
                  </a:lnTo>
                  <a:lnTo>
                    <a:pt x="4495793" y="726629"/>
                  </a:lnTo>
                  <a:lnTo>
                    <a:pt x="4495886" y="726629"/>
                  </a:lnTo>
                  <a:lnTo>
                    <a:pt x="4495979" y="726629"/>
                  </a:lnTo>
                  <a:lnTo>
                    <a:pt x="4496073" y="726629"/>
                  </a:lnTo>
                  <a:lnTo>
                    <a:pt x="4496166" y="726629"/>
                  </a:lnTo>
                  <a:lnTo>
                    <a:pt x="4496259" y="726629"/>
                  </a:lnTo>
                  <a:lnTo>
                    <a:pt x="4496352" y="726629"/>
                  </a:lnTo>
                  <a:lnTo>
                    <a:pt x="4496446" y="726629"/>
                  </a:lnTo>
                  <a:lnTo>
                    <a:pt x="4496539" y="726629"/>
                  </a:lnTo>
                  <a:lnTo>
                    <a:pt x="4496632" y="726629"/>
                  </a:lnTo>
                  <a:lnTo>
                    <a:pt x="4496725" y="726629"/>
                  </a:lnTo>
                  <a:lnTo>
                    <a:pt x="4496819" y="726629"/>
                  </a:lnTo>
                  <a:lnTo>
                    <a:pt x="4496912" y="726629"/>
                  </a:lnTo>
                  <a:lnTo>
                    <a:pt x="4497005" y="726629"/>
                  </a:lnTo>
                  <a:lnTo>
                    <a:pt x="4497098" y="726629"/>
                  </a:lnTo>
                  <a:lnTo>
                    <a:pt x="4497192" y="726629"/>
                  </a:lnTo>
                  <a:lnTo>
                    <a:pt x="4497285" y="726629"/>
                  </a:lnTo>
                  <a:lnTo>
                    <a:pt x="4497378" y="726629"/>
                  </a:lnTo>
                  <a:lnTo>
                    <a:pt x="4497471" y="726629"/>
                  </a:lnTo>
                  <a:lnTo>
                    <a:pt x="4497565" y="726629"/>
                  </a:lnTo>
                  <a:lnTo>
                    <a:pt x="4497658" y="726629"/>
                  </a:lnTo>
                  <a:lnTo>
                    <a:pt x="4497751" y="726629"/>
                  </a:lnTo>
                  <a:lnTo>
                    <a:pt x="4497844" y="726629"/>
                  </a:lnTo>
                  <a:lnTo>
                    <a:pt x="4497938" y="726629"/>
                  </a:lnTo>
                  <a:lnTo>
                    <a:pt x="4498031" y="726629"/>
                  </a:lnTo>
                  <a:lnTo>
                    <a:pt x="4498124" y="726629"/>
                  </a:lnTo>
                  <a:lnTo>
                    <a:pt x="4498217" y="726629"/>
                  </a:lnTo>
                  <a:lnTo>
                    <a:pt x="4498311" y="726629"/>
                  </a:lnTo>
                  <a:lnTo>
                    <a:pt x="4498404" y="726629"/>
                  </a:lnTo>
                  <a:lnTo>
                    <a:pt x="4498497" y="726629"/>
                  </a:lnTo>
                  <a:lnTo>
                    <a:pt x="4498590" y="726629"/>
                  </a:lnTo>
                  <a:lnTo>
                    <a:pt x="4498684" y="726629"/>
                  </a:lnTo>
                  <a:lnTo>
                    <a:pt x="4498777" y="726629"/>
                  </a:lnTo>
                  <a:lnTo>
                    <a:pt x="4498870" y="726629"/>
                  </a:lnTo>
                  <a:lnTo>
                    <a:pt x="4498963" y="726629"/>
                  </a:lnTo>
                  <a:lnTo>
                    <a:pt x="4499057" y="726629"/>
                  </a:lnTo>
                  <a:lnTo>
                    <a:pt x="4499150" y="726629"/>
                  </a:lnTo>
                  <a:lnTo>
                    <a:pt x="4499243" y="726629"/>
                  </a:lnTo>
                  <a:lnTo>
                    <a:pt x="4499336" y="726629"/>
                  </a:lnTo>
                  <a:lnTo>
                    <a:pt x="4499430" y="726629"/>
                  </a:lnTo>
                  <a:lnTo>
                    <a:pt x="4499523" y="726629"/>
                  </a:lnTo>
                  <a:lnTo>
                    <a:pt x="4499616" y="726629"/>
                  </a:lnTo>
                  <a:lnTo>
                    <a:pt x="4499709" y="726629"/>
                  </a:lnTo>
                  <a:lnTo>
                    <a:pt x="4499803" y="726629"/>
                  </a:lnTo>
                  <a:lnTo>
                    <a:pt x="4499896" y="726629"/>
                  </a:lnTo>
                  <a:lnTo>
                    <a:pt x="4499989" y="726629"/>
                  </a:lnTo>
                  <a:lnTo>
                    <a:pt x="4500082" y="726629"/>
                  </a:lnTo>
                  <a:lnTo>
                    <a:pt x="4500176" y="726629"/>
                  </a:lnTo>
                  <a:lnTo>
                    <a:pt x="4500269" y="726629"/>
                  </a:lnTo>
                  <a:lnTo>
                    <a:pt x="4500362" y="726629"/>
                  </a:lnTo>
                  <a:lnTo>
                    <a:pt x="4500455" y="726629"/>
                  </a:lnTo>
                  <a:lnTo>
                    <a:pt x="4500549" y="726629"/>
                  </a:lnTo>
                  <a:lnTo>
                    <a:pt x="4500642" y="726629"/>
                  </a:lnTo>
                  <a:lnTo>
                    <a:pt x="4500735" y="726629"/>
                  </a:lnTo>
                  <a:lnTo>
                    <a:pt x="4500828" y="726629"/>
                  </a:lnTo>
                  <a:lnTo>
                    <a:pt x="4500922" y="726629"/>
                  </a:lnTo>
                  <a:lnTo>
                    <a:pt x="4501015" y="726629"/>
                  </a:lnTo>
                  <a:lnTo>
                    <a:pt x="4501108" y="726629"/>
                  </a:lnTo>
                  <a:lnTo>
                    <a:pt x="4501201" y="726629"/>
                  </a:lnTo>
                  <a:lnTo>
                    <a:pt x="4501295" y="726629"/>
                  </a:lnTo>
                  <a:lnTo>
                    <a:pt x="4501388" y="726629"/>
                  </a:lnTo>
                  <a:lnTo>
                    <a:pt x="4501481" y="726629"/>
                  </a:lnTo>
                  <a:lnTo>
                    <a:pt x="4501574" y="726629"/>
                  </a:lnTo>
                  <a:lnTo>
                    <a:pt x="4501668" y="726629"/>
                  </a:lnTo>
                  <a:lnTo>
                    <a:pt x="4501761" y="726629"/>
                  </a:lnTo>
                  <a:lnTo>
                    <a:pt x="4501854" y="726629"/>
                  </a:lnTo>
                  <a:lnTo>
                    <a:pt x="4501947" y="726629"/>
                  </a:lnTo>
                  <a:lnTo>
                    <a:pt x="4502041" y="726629"/>
                  </a:lnTo>
                  <a:lnTo>
                    <a:pt x="4502134" y="726629"/>
                  </a:lnTo>
                  <a:lnTo>
                    <a:pt x="4502227" y="726629"/>
                  </a:lnTo>
                  <a:lnTo>
                    <a:pt x="4502320" y="726629"/>
                  </a:lnTo>
                  <a:lnTo>
                    <a:pt x="4502414" y="726629"/>
                  </a:lnTo>
                  <a:lnTo>
                    <a:pt x="4502507" y="726629"/>
                  </a:lnTo>
                  <a:lnTo>
                    <a:pt x="4502600" y="726629"/>
                  </a:lnTo>
                  <a:lnTo>
                    <a:pt x="4502693" y="726629"/>
                  </a:lnTo>
                  <a:lnTo>
                    <a:pt x="4502786" y="726629"/>
                  </a:lnTo>
                  <a:lnTo>
                    <a:pt x="4502880" y="726629"/>
                  </a:lnTo>
                  <a:lnTo>
                    <a:pt x="4502973" y="726629"/>
                  </a:lnTo>
                  <a:lnTo>
                    <a:pt x="4503066" y="726629"/>
                  </a:lnTo>
                  <a:lnTo>
                    <a:pt x="4503159" y="726629"/>
                  </a:lnTo>
                  <a:lnTo>
                    <a:pt x="4503253" y="726629"/>
                  </a:lnTo>
                  <a:lnTo>
                    <a:pt x="4503346" y="726629"/>
                  </a:lnTo>
                  <a:lnTo>
                    <a:pt x="4503439" y="726629"/>
                  </a:lnTo>
                  <a:lnTo>
                    <a:pt x="4503532" y="726629"/>
                  </a:lnTo>
                  <a:lnTo>
                    <a:pt x="4503626" y="726629"/>
                  </a:lnTo>
                  <a:lnTo>
                    <a:pt x="4503719" y="726629"/>
                  </a:lnTo>
                  <a:lnTo>
                    <a:pt x="4503812" y="726629"/>
                  </a:lnTo>
                  <a:lnTo>
                    <a:pt x="4503905" y="726629"/>
                  </a:lnTo>
                  <a:lnTo>
                    <a:pt x="4503999" y="726629"/>
                  </a:lnTo>
                  <a:lnTo>
                    <a:pt x="4504092" y="726629"/>
                  </a:lnTo>
                  <a:lnTo>
                    <a:pt x="4504185" y="726629"/>
                  </a:lnTo>
                  <a:lnTo>
                    <a:pt x="4504278" y="726629"/>
                  </a:lnTo>
                  <a:lnTo>
                    <a:pt x="4504372" y="726629"/>
                  </a:lnTo>
                  <a:lnTo>
                    <a:pt x="4504465" y="726629"/>
                  </a:lnTo>
                  <a:lnTo>
                    <a:pt x="4504558" y="726629"/>
                  </a:lnTo>
                  <a:lnTo>
                    <a:pt x="4504651" y="726629"/>
                  </a:lnTo>
                  <a:lnTo>
                    <a:pt x="4504745" y="726629"/>
                  </a:lnTo>
                  <a:lnTo>
                    <a:pt x="4504838" y="726629"/>
                  </a:lnTo>
                  <a:lnTo>
                    <a:pt x="4504931" y="726629"/>
                  </a:lnTo>
                  <a:lnTo>
                    <a:pt x="4505024" y="726629"/>
                  </a:lnTo>
                  <a:lnTo>
                    <a:pt x="4505118" y="726629"/>
                  </a:lnTo>
                  <a:lnTo>
                    <a:pt x="4505211" y="726629"/>
                  </a:lnTo>
                  <a:lnTo>
                    <a:pt x="4505304" y="726629"/>
                  </a:lnTo>
                  <a:lnTo>
                    <a:pt x="4505397" y="726629"/>
                  </a:lnTo>
                  <a:lnTo>
                    <a:pt x="4505491" y="726629"/>
                  </a:lnTo>
                  <a:lnTo>
                    <a:pt x="4505584" y="726629"/>
                  </a:lnTo>
                  <a:lnTo>
                    <a:pt x="4505677" y="726629"/>
                  </a:lnTo>
                  <a:lnTo>
                    <a:pt x="4505770" y="726629"/>
                  </a:lnTo>
                  <a:lnTo>
                    <a:pt x="4505864" y="726629"/>
                  </a:lnTo>
                  <a:lnTo>
                    <a:pt x="4505957" y="726629"/>
                  </a:lnTo>
                  <a:lnTo>
                    <a:pt x="4506050" y="726629"/>
                  </a:lnTo>
                  <a:lnTo>
                    <a:pt x="4506143" y="726629"/>
                  </a:lnTo>
                  <a:lnTo>
                    <a:pt x="4506237" y="726629"/>
                  </a:lnTo>
                  <a:lnTo>
                    <a:pt x="4506330" y="726629"/>
                  </a:lnTo>
                  <a:lnTo>
                    <a:pt x="4506423" y="726629"/>
                  </a:lnTo>
                  <a:lnTo>
                    <a:pt x="4506516" y="726629"/>
                  </a:lnTo>
                  <a:lnTo>
                    <a:pt x="4506610" y="726629"/>
                  </a:lnTo>
                  <a:lnTo>
                    <a:pt x="4506703" y="726629"/>
                  </a:lnTo>
                  <a:lnTo>
                    <a:pt x="4506796" y="726629"/>
                  </a:lnTo>
                  <a:lnTo>
                    <a:pt x="4506889" y="726629"/>
                  </a:lnTo>
                  <a:lnTo>
                    <a:pt x="4506983" y="726629"/>
                  </a:lnTo>
                  <a:lnTo>
                    <a:pt x="4507076" y="726629"/>
                  </a:lnTo>
                  <a:lnTo>
                    <a:pt x="4507169" y="726629"/>
                  </a:lnTo>
                  <a:lnTo>
                    <a:pt x="4507262" y="726629"/>
                  </a:lnTo>
                  <a:lnTo>
                    <a:pt x="4507356" y="726629"/>
                  </a:lnTo>
                  <a:lnTo>
                    <a:pt x="4507449" y="726629"/>
                  </a:lnTo>
                  <a:lnTo>
                    <a:pt x="4507542" y="726629"/>
                  </a:lnTo>
                  <a:lnTo>
                    <a:pt x="4507635" y="726629"/>
                  </a:lnTo>
                  <a:lnTo>
                    <a:pt x="4507729" y="726629"/>
                  </a:lnTo>
                  <a:lnTo>
                    <a:pt x="4507822" y="726629"/>
                  </a:lnTo>
                  <a:lnTo>
                    <a:pt x="4507915" y="726629"/>
                  </a:lnTo>
                  <a:lnTo>
                    <a:pt x="4508008" y="726629"/>
                  </a:lnTo>
                  <a:lnTo>
                    <a:pt x="4508102" y="726629"/>
                  </a:lnTo>
                  <a:lnTo>
                    <a:pt x="4508195" y="726629"/>
                  </a:lnTo>
                  <a:lnTo>
                    <a:pt x="4508288" y="726629"/>
                  </a:lnTo>
                  <a:lnTo>
                    <a:pt x="4508381" y="726629"/>
                  </a:lnTo>
                  <a:lnTo>
                    <a:pt x="4508475" y="726629"/>
                  </a:lnTo>
                  <a:lnTo>
                    <a:pt x="4508568" y="726629"/>
                  </a:lnTo>
                  <a:lnTo>
                    <a:pt x="4508661" y="726629"/>
                  </a:lnTo>
                  <a:lnTo>
                    <a:pt x="4508754" y="726629"/>
                  </a:lnTo>
                  <a:lnTo>
                    <a:pt x="4508848" y="726629"/>
                  </a:lnTo>
                  <a:lnTo>
                    <a:pt x="4508941" y="726629"/>
                  </a:lnTo>
                  <a:lnTo>
                    <a:pt x="4509034" y="726629"/>
                  </a:lnTo>
                  <a:lnTo>
                    <a:pt x="4509127" y="726629"/>
                  </a:lnTo>
                  <a:lnTo>
                    <a:pt x="4509221" y="726629"/>
                  </a:lnTo>
                  <a:lnTo>
                    <a:pt x="4509314" y="726629"/>
                  </a:lnTo>
                  <a:lnTo>
                    <a:pt x="4509407" y="726629"/>
                  </a:lnTo>
                  <a:lnTo>
                    <a:pt x="4509500" y="726629"/>
                  </a:lnTo>
                  <a:lnTo>
                    <a:pt x="4509593" y="726629"/>
                  </a:lnTo>
                  <a:lnTo>
                    <a:pt x="4509687" y="726629"/>
                  </a:lnTo>
                  <a:lnTo>
                    <a:pt x="4509780" y="726629"/>
                  </a:lnTo>
                  <a:lnTo>
                    <a:pt x="4509873" y="726629"/>
                  </a:lnTo>
                  <a:lnTo>
                    <a:pt x="4509966" y="726629"/>
                  </a:lnTo>
                  <a:lnTo>
                    <a:pt x="4510060" y="726629"/>
                  </a:lnTo>
                  <a:lnTo>
                    <a:pt x="4510153" y="726629"/>
                  </a:lnTo>
                  <a:lnTo>
                    <a:pt x="4510246" y="726629"/>
                  </a:lnTo>
                  <a:lnTo>
                    <a:pt x="4510339" y="726629"/>
                  </a:lnTo>
                  <a:lnTo>
                    <a:pt x="4510433" y="726629"/>
                  </a:lnTo>
                  <a:lnTo>
                    <a:pt x="4510526" y="726629"/>
                  </a:lnTo>
                  <a:lnTo>
                    <a:pt x="4510619" y="726629"/>
                  </a:lnTo>
                  <a:lnTo>
                    <a:pt x="4510712" y="726629"/>
                  </a:lnTo>
                  <a:lnTo>
                    <a:pt x="4510806" y="726629"/>
                  </a:lnTo>
                  <a:lnTo>
                    <a:pt x="4510899" y="726629"/>
                  </a:lnTo>
                  <a:lnTo>
                    <a:pt x="4510992" y="726629"/>
                  </a:lnTo>
                  <a:lnTo>
                    <a:pt x="4511085" y="726629"/>
                  </a:lnTo>
                  <a:lnTo>
                    <a:pt x="4511179" y="726629"/>
                  </a:lnTo>
                  <a:lnTo>
                    <a:pt x="4511272" y="726629"/>
                  </a:lnTo>
                  <a:lnTo>
                    <a:pt x="4511365" y="726629"/>
                  </a:lnTo>
                  <a:lnTo>
                    <a:pt x="4511458" y="726629"/>
                  </a:lnTo>
                  <a:lnTo>
                    <a:pt x="4511552" y="726629"/>
                  </a:lnTo>
                  <a:lnTo>
                    <a:pt x="4511645" y="726629"/>
                  </a:lnTo>
                  <a:lnTo>
                    <a:pt x="4511738" y="726629"/>
                  </a:lnTo>
                  <a:lnTo>
                    <a:pt x="4511831" y="726629"/>
                  </a:lnTo>
                  <a:lnTo>
                    <a:pt x="4511925" y="726629"/>
                  </a:lnTo>
                  <a:lnTo>
                    <a:pt x="4512018" y="726629"/>
                  </a:lnTo>
                  <a:lnTo>
                    <a:pt x="4512111" y="726629"/>
                  </a:lnTo>
                  <a:lnTo>
                    <a:pt x="4512204" y="726629"/>
                  </a:lnTo>
                  <a:lnTo>
                    <a:pt x="4512298" y="726629"/>
                  </a:lnTo>
                  <a:lnTo>
                    <a:pt x="4512391" y="726629"/>
                  </a:lnTo>
                  <a:lnTo>
                    <a:pt x="4512484" y="726629"/>
                  </a:lnTo>
                  <a:lnTo>
                    <a:pt x="4512577" y="726629"/>
                  </a:lnTo>
                  <a:lnTo>
                    <a:pt x="4512671" y="726629"/>
                  </a:lnTo>
                  <a:lnTo>
                    <a:pt x="4512764" y="726629"/>
                  </a:lnTo>
                  <a:lnTo>
                    <a:pt x="4512857" y="726629"/>
                  </a:lnTo>
                  <a:lnTo>
                    <a:pt x="4512950" y="726629"/>
                  </a:lnTo>
                  <a:lnTo>
                    <a:pt x="4513044" y="726629"/>
                  </a:lnTo>
                  <a:lnTo>
                    <a:pt x="4513137" y="726629"/>
                  </a:lnTo>
                  <a:lnTo>
                    <a:pt x="4513230" y="726629"/>
                  </a:lnTo>
                  <a:lnTo>
                    <a:pt x="4513323" y="726629"/>
                  </a:lnTo>
                  <a:lnTo>
                    <a:pt x="4513417" y="726629"/>
                  </a:lnTo>
                  <a:lnTo>
                    <a:pt x="4513510" y="726629"/>
                  </a:lnTo>
                  <a:lnTo>
                    <a:pt x="4513603" y="726629"/>
                  </a:lnTo>
                  <a:lnTo>
                    <a:pt x="4513696" y="726629"/>
                  </a:lnTo>
                  <a:lnTo>
                    <a:pt x="4513790" y="726629"/>
                  </a:lnTo>
                  <a:lnTo>
                    <a:pt x="4513883" y="726629"/>
                  </a:lnTo>
                  <a:lnTo>
                    <a:pt x="4513883" y="716675"/>
                  </a:lnTo>
                  <a:lnTo>
                    <a:pt x="4513976" y="716675"/>
                  </a:lnTo>
                  <a:lnTo>
                    <a:pt x="4514069" y="716675"/>
                  </a:lnTo>
                  <a:lnTo>
                    <a:pt x="4514163" y="716675"/>
                  </a:lnTo>
                  <a:lnTo>
                    <a:pt x="4514256" y="716675"/>
                  </a:lnTo>
                  <a:lnTo>
                    <a:pt x="4514349" y="716675"/>
                  </a:lnTo>
                  <a:lnTo>
                    <a:pt x="4514442" y="716675"/>
                  </a:lnTo>
                  <a:lnTo>
                    <a:pt x="4514536" y="716675"/>
                  </a:lnTo>
                  <a:lnTo>
                    <a:pt x="4514629" y="716675"/>
                  </a:lnTo>
                  <a:lnTo>
                    <a:pt x="4514722" y="716675"/>
                  </a:lnTo>
                  <a:lnTo>
                    <a:pt x="4514815" y="716675"/>
                  </a:lnTo>
                  <a:lnTo>
                    <a:pt x="4514909" y="716675"/>
                  </a:lnTo>
                  <a:lnTo>
                    <a:pt x="4515002" y="716675"/>
                  </a:lnTo>
                  <a:lnTo>
                    <a:pt x="4515095" y="716675"/>
                  </a:lnTo>
                  <a:lnTo>
                    <a:pt x="4515188" y="716675"/>
                  </a:lnTo>
                  <a:lnTo>
                    <a:pt x="4515282" y="716675"/>
                  </a:lnTo>
                  <a:lnTo>
                    <a:pt x="4515375" y="716675"/>
                  </a:lnTo>
                  <a:lnTo>
                    <a:pt x="4515468" y="716675"/>
                  </a:lnTo>
                  <a:lnTo>
                    <a:pt x="4515561" y="716675"/>
                  </a:lnTo>
                  <a:lnTo>
                    <a:pt x="4515655" y="716675"/>
                  </a:lnTo>
                  <a:lnTo>
                    <a:pt x="4515748" y="716675"/>
                  </a:lnTo>
                  <a:lnTo>
                    <a:pt x="4515841" y="716675"/>
                  </a:lnTo>
                  <a:lnTo>
                    <a:pt x="4515934" y="716675"/>
                  </a:lnTo>
                  <a:lnTo>
                    <a:pt x="4516028" y="716675"/>
                  </a:lnTo>
                  <a:lnTo>
                    <a:pt x="4516121" y="716675"/>
                  </a:lnTo>
                  <a:lnTo>
                    <a:pt x="4516214" y="716675"/>
                  </a:lnTo>
                  <a:lnTo>
                    <a:pt x="4516307" y="716675"/>
                  </a:lnTo>
                  <a:lnTo>
                    <a:pt x="4516401" y="716675"/>
                  </a:lnTo>
                  <a:lnTo>
                    <a:pt x="4516494" y="716675"/>
                  </a:lnTo>
                  <a:lnTo>
                    <a:pt x="4516587" y="716675"/>
                  </a:lnTo>
                  <a:lnTo>
                    <a:pt x="4516680" y="716675"/>
                  </a:lnTo>
                  <a:lnTo>
                    <a:pt x="4516773" y="716675"/>
                  </a:lnTo>
                  <a:lnTo>
                    <a:pt x="4516867" y="716675"/>
                  </a:lnTo>
                  <a:lnTo>
                    <a:pt x="4516960" y="716675"/>
                  </a:lnTo>
                  <a:lnTo>
                    <a:pt x="4517053" y="716675"/>
                  </a:lnTo>
                  <a:lnTo>
                    <a:pt x="4517146" y="716675"/>
                  </a:lnTo>
                  <a:lnTo>
                    <a:pt x="4517240" y="716675"/>
                  </a:lnTo>
                  <a:lnTo>
                    <a:pt x="4517333" y="716675"/>
                  </a:lnTo>
                  <a:lnTo>
                    <a:pt x="4517426" y="716675"/>
                  </a:lnTo>
                  <a:lnTo>
                    <a:pt x="4517519" y="716675"/>
                  </a:lnTo>
                  <a:lnTo>
                    <a:pt x="4517613" y="716675"/>
                  </a:lnTo>
                  <a:lnTo>
                    <a:pt x="4517706" y="716675"/>
                  </a:lnTo>
                  <a:lnTo>
                    <a:pt x="4517799" y="716675"/>
                  </a:lnTo>
                  <a:lnTo>
                    <a:pt x="4517892" y="716675"/>
                  </a:lnTo>
                  <a:lnTo>
                    <a:pt x="4517986" y="716675"/>
                  </a:lnTo>
                  <a:lnTo>
                    <a:pt x="4518079" y="716675"/>
                  </a:lnTo>
                  <a:lnTo>
                    <a:pt x="4518172" y="716675"/>
                  </a:lnTo>
                  <a:lnTo>
                    <a:pt x="4518265" y="716675"/>
                  </a:lnTo>
                  <a:lnTo>
                    <a:pt x="4518359" y="716675"/>
                  </a:lnTo>
                  <a:lnTo>
                    <a:pt x="4518452" y="716675"/>
                  </a:lnTo>
                  <a:lnTo>
                    <a:pt x="4518545" y="716675"/>
                  </a:lnTo>
                  <a:lnTo>
                    <a:pt x="4518638" y="716675"/>
                  </a:lnTo>
                  <a:lnTo>
                    <a:pt x="4518732" y="716675"/>
                  </a:lnTo>
                  <a:lnTo>
                    <a:pt x="4518825" y="716675"/>
                  </a:lnTo>
                  <a:lnTo>
                    <a:pt x="4518918" y="716675"/>
                  </a:lnTo>
                  <a:lnTo>
                    <a:pt x="4519011" y="716675"/>
                  </a:lnTo>
                  <a:lnTo>
                    <a:pt x="4519105" y="716675"/>
                  </a:lnTo>
                  <a:lnTo>
                    <a:pt x="4519198" y="716675"/>
                  </a:lnTo>
                  <a:lnTo>
                    <a:pt x="4519291" y="716675"/>
                  </a:lnTo>
                  <a:lnTo>
                    <a:pt x="4519384" y="716675"/>
                  </a:lnTo>
                  <a:lnTo>
                    <a:pt x="4519478" y="716675"/>
                  </a:lnTo>
                  <a:lnTo>
                    <a:pt x="4519571" y="716675"/>
                  </a:lnTo>
                  <a:lnTo>
                    <a:pt x="4519664" y="716675"/>
                  </a:lnTo>
                  <a:lnTo>
                    <a:pt x="4519757" y="716675"/>
                  </a:lnTo>
                  <a:lnTo>
                    <a:pt x="4519851" y="716675"/>
                  </a:lnTo>
                  <a:lnTo>
                    <a:pt x="4519944" y="716675"/>
                  </a:lnTo>
                  <a:lnTo>
                    <a:pt x="4520037" y="716675"/>
                  </a:lnTo>
                  <a:lnTo>
                    <a:pt x="4520130" y="716675"/>
                  </a:lnTo>
                  <a:lnTo>
                    <a:pt x="4520224" y="716675"/>
                  </a:lnTo>
                  <a:lnTo>
                    <a:pt x="4520317" y="716675"/>
                  </a:lnTo>
                  <a:lnTo>
                    <a:pt x="4520410" y="716675"/>
                  </a:lnTo>
                  <a:lnTo>
                    <a:pt x="4520503" y="716675"/>
                  </a:lnTo>
                  <a:lnTo>
                    <a:pt x="4520597" y="716675"/>
                  </a:lnTo>
                  <a:lnTo>
                    <a:pt x="4520690" y="716675"/>
                  </a:lnTo>
                  <a:lnTo>
                    <a:pt x="4520783" y="716675"/>
                  </a:lnTo>
                  <a:lnTo>
                    <a:pt x="4520876" y="716675"/>
                  </a:lnTo>
                  <a:lnTo>
                    <a:pt x="4520970" y="716675"/>
                  </a:lnTo>
                  <a:lnTo>
                    <a:pt x="4521063" y="716675"/>
                  </a:lnTo>
                  <a:lnTo>
                    <a:pt x="4521156" y="716675"/>
                  </a:lnTo>
                  <a:lnTo>
                    <a:pt x="4521249" y="716675"/>
                  </a:lnTo>
                  <a:lnTo>
                    <a:pt x="4521343" y="716675"/>
                  </a:lnTo>
                  <a:lnTo>
                    <a:pt x="4521436" y="716675"/>
                  </a:lnTo>
                  <a:lnTo>
                    <a:pt x="4521529" y="716675"/>
                  </a:lnTo>
                  <a:lnTo>
                    <a:pt x="4521622" y="716675"/>
                  </a:lnTo>
                  <a:lnTo>
                    <a:pt x="4521716" y="716675"/>
                  </a:lnTo>
                  <a:lnTo>
                    <a:pt x="4521809" y="716675"/>
                  </a:lnTo>
                  <a:lnTo>
                    <a:pt x="4521902" y="716675"/>
                  </a:lnTo>
                  <a:lnTo>
                    <a:pt x="4521995" y="716675"/>
                  </a:lnTo>
                  <a:lnTo>
                    <a:pt x="4522089" y="716675"/>
                  </a:lnTo>
                  <a:lnTo>
                    <a:pt x="4522182" y="716675"/>
                  </a:lnTo>
                  <a:lnTo>
                    <a:pt x="4522275" y="716675"/>
                  </a:lnTo>
                  <a:lnTo>
                    <a:pt x="4522368" y="716675"/>
                  </a:lnTo>
                  <a:lnTo>
                    <a:pt x="4522462" y="716675"/>
                  </a:lnTo>
                  <a:lnTo>
                    <a:pt x="4522555" y="716675"/>
                  </a:lnTo>
                  <a:lnTo>
                    <a:pt x="4522648" y="716675"/>
                  </a:lnTo>
                  <a:lnTo>
                    <a:pt x="4522741" y="716675"/>
                  </a:lnTo>
                  <a:lnTo>
                    <a:pt x="4522835" y="716675"/>
                  </a:lnTo>
                  <a:lnTo>
                    <a:pt x="4522928" y="716675"/>
                  </a:lnTo>
                  <a:lnTo>
                    <a:pt x="4523021" y="716675"/>
                  </a:lnTo>
                  <a:lnTo>
                    <a:pt x="4523114" y="716675"/>
                  </a:lnTo>
                  <a:lnTo>
                    <a:pt x="4523208" y="716675"/>
                  </a:lnTo>
                  <a:lnTo>
                    <a:pt x="4523301" y="716675"/>
                  </a:lnTo>
                  <a:lnTo>
                    <a:pt x="4523394" y="716675"/>
                  </a:lnTo>
                  <a:lnTo>
                    <a:pt x="4523487" y="716675"/>
                  </a:lnTo>
                  <a:lnTo>
                    <a:pt x="4523580" y="716675"/>
                  </a:lnTo>
                  <a:lnTo>
                    <a:pt x="4523674" y="716675"/>
                  </a:lnTo>
                  <a:lnTo>
                    <a:pt x="4523767" y="716675"/>
                  </a:lnTo>
                  <a:lnTo>
                    <a:pt x="4523860" y="716675"/>
                  </a:lnTo>
                  <a:lnTo>
                    <a:pt x="4523953" y="716675"/>
                  </a:lnTo>
                  <a:lnTo>
                    <a:pt x="4524047" y="716675"/>
                  </a:lnTo>
                  <a:lnTo>
                    <a:pt x="4524140" y="716675"/>
                  </a:lnTo>
                  <a:lnTo>
                    <a:pt x="4524233" y="716675"/>
                  </a:lnTo>
                  <a:lnTo>
                    <a:pt x="4524326" y="716675"/>
                  </a:lnTo>
                  <a:lnTo>
                    <a:pt x="4524420" y="716675"/>
                  </a:lnTo>
                  <a:lnTo>
                    <a:pt x="4524513" y="716675"/>
                  </a:lnTo>
                  <a:lnTo>
                    <a:pt x="4524606" y="716675"/>
                  </a:lnTo>
                  <a:lnTo>
                    <a:pt x="4524699" y="716675"/>
                  </a:lnTo>
                  <a:lnTo>
                    <a:pt x="4524793" y="716675"/>
                  </a:lnTo>
                  <a:lnTo>
                    <a:pt x="4524886" y="716675"/>
                  </a:lnTo>
                  <a:lnTo>
                    <a:pt x="4524979" y="716675"/>
                  </a:lnTo>
                  <a:lnTo>
                    <a:pt x="4525072" y="716675"/>
                  </a:lnTo>
                  <a:lnTo>
                    <a:pt x="4525166" y="716675"/>
                  </a:lnTo>
                  <a:lnTo>
                    <a:pt x="4525259" y="716675"/>
                  </a:lnTo>
                  <a:lnTo>
                    <a:pt x="4525352" y="716675"/>
                  </a:lnTo>
                  <a:lnTo>
                    <a:pt x="4525445" y="716675"/>
                  </a:lnTo>
                  <a:lnTo>
                    <a:pt x="4525539" y="716675"/>
                  </a:lnTo>
                  <a:lnTo>
                    <a:pt x="4525632" y="716675"/>
                  </a:lnTo>
                  <a:lnTo>
                    <a:pt x="4525725" y="716675"/>
                  </a:lnTo>
                  <a:lnTo>
                    <a:pt x="4525818" y="716675"/>
                  </a:lnTo>
                  <a:lnTo>
                    <a:pt x="4525912" y="716675"/>
                  </a:lnTo>
                  <a:lnTo>
                    <a:pt x="4526005" y="716675"/>
                  </a:lnTo>
                  <a:lnTo>
                    <a:pt x="4526098" y="716675"/>
                  </a:lnTo>
                  <a:lnTo>
                    <a:pt x="4526191" y="716675"/>
                  </a:lnTo>
                  <a:lnTo>
                    <a:pt x="4526285" y="716675"/>
                  </a:lnTo>
                  <a:lnTo>
                    <a:pt x="4526378" y="716675"/>
                  </a:lnTo>
                  <a:lnTo>
                    <a:pt x="4526471" y="716675"/>
                  </a:lnTo>
                  <a:lnTo>
                    <a:pt x="4526564" y="716675"/>
                  </a:lnTo>
                  <a:lnTo>
                    <a:pt x="4526658" y="716675"/>
                  </a:lnTo>
                  <a:lnTo>
                    <a:pt x="4526751" y="716675"/>
                  </a:lnTo>
                  <a:lnTo>
                    <a:pt x="4526844" y="716675"/>
                  </a:lnTo>
                  <a:lnTo>
                    <a:pt x="4526937" y="716675"/>
                  </a:lnTo>
                  <a:lnTo>
                    <a:pt x="4527031" y="716675"/>
                  </a:lnTo>
                  <a:lnTo>
                    <a:pt x="4527124" y="716675"/>
                  </a:lnTo>
                  <a:lnTo>
                    <a:pt x="4527217" y="716675"/>
                  </a:lnTo>
                  <a:lnTo>
                    <a:pt x="4527310" y="716675"/>
                  </a:lnTo>
                  <a:lnTo>
                    <a:pt x="4527404" y="716675"/>
                  </a:lnTo>
                  <a:lnTo>
                    <a:pt x="4527497" y="716675"/>
                  </a:lnTo>
                  <a:lnTo>
                    <a:pt x="4527590" y="716675"/>
                  </a:lnTo>
                  <a:lnTo>
                    <a:pt x="4527683" y="716675"/>
                  </a:lnTo>
                  <a:lnTo>
                    <a:pt x="4527777" y="716675"/>
                  </a:lnTo>
                  <a:lnTo>
                    <a:pt x="4527870" y="716675"/>
                  </a:lnTo>
                  <a:lnTo>
                    <a:pt x="4527963" y="716675"/>
                  </a:lnTo>
                  <a:lnTo>
                    <a:pt x="4528056" y="716675"/>
                  </a:lnTo>
                  <a:lnTo>
                    <a:pt x="4528150" y="716675"/>
                  </a:lnTo>
                  <a:lnTo>
                    <a:pt x="4528243" y="716675"/>
                  </a:lnTo>
                  <a:lnTo>
                    <a:pt x="4528336" y="716675"/>
                  </a:lnTo>
                  <a:lnTo>
                    <a:pt x="4528429" y="716675"/>
                  </a:lnTo>
                  <a:lnTo>
                    <a:pt x="4528523" y="716675"/>
                  </a:lnTo>
                  <a:lnTo>
                    <a:pt x="4528616" y="716675"/>
                  </a:lnTo>
                  <a:lnTo>
                    <a:pt x="4528709" y="716675"/>
                  </a:lnTo>
                  <a:lnTo>
                    <a:pt x="4528802" y="716675"/>
                  </a:lnTo>
                  <a:lnTo>
                    <a:pt x="4528896" y="716675"/>
                  </a:lnTo>
                  <a:lnTo>
                    <a:pt x="4528989" y="716675"/>
                  </a:lnTo>
                  <a:lnTo>
                    <a:pt x="4529082" y="716675"/>
                  </a:lnTo>
                  <a:lnTo>
                    <a:pt x="4529175" y="716675"/>
                  </a:lnTo>
                  <a:lnTo>
                    <a:pt x="4529269" y="716675"/>
                  </a:lnTo>
                  <a:lnTo>
                    <a:pt x="4529362" y="716675"/>
                  </a:lnTo>
                  <a:lnTo>
                    <a:pt x="4529455" y="716675"/>
                  </a:lnTo>
                  <a:lnTo>
                    <a:pt x="4529548" y="716675"/>
                  </a:lnTo>
                  <a:lnTo>
                    <a:pt x="4529642" y="716675"/>
                  </a:lnTo>
                  <a:lnTo>
                    <a:pt x="4529735" y="716675"/>
                  </a:lnTo>
                  <a:lnTo>
                    <a:pt x="4529735" y="706721"/>
                  </a:lnTo>
                  <a:lnTo>
                    <a:pt x="4529828" y="706721"/>
                  </a:lnTo>
                  <a:lnTo>
                    <a:pt x="4529921" y="706721"/>
                  </a:lnTo>
                  <a:lnTo>
                    <a:pt x="4530015" y="706721"/>
                  </a:lnTo>
                  <a:lnTo>
                    <a:pt x="4530108" y="706721"/>
                  </a:lnTo>
                  <a:lnTo>
                    <a:pt x="4530201" y="706721"/>
                  </a:lnTo>
                  <a:lnTo>
                    <a:pt x="4530294" y="706721"/>
                  </a:lnTo>
                  <a:lnTo>
                    <a:pt x="4530387" y="706721"/>
                  </a:lnTo>
                  <a:lnTo>
                    <a:pt x="4530481" y="706721"/>
                  </a:lnTo>
                  <a:lnTo>
                    <a:pt x="4530574" y="706721"/>
                  </a:lnTo>
                  <a:lnTo>
                    <a:pt x="4530667" y="706721"/>
                  </a:lnTo>
                  <a:lnTo>
                    <a:pt x="4530760" y="706721"/>
                  </a:lnTo>
                  <a:lnTo>
                    <a:pt x="4530854" y="706721"/>
                  </a:lnTo>
                  <a:lnTo>
                    <a:pt x="4530947" y="706721"/>
                  </a:lnTo>
                  <a:lnTo>
                    <a:pt x="4531040" y="706721"/>
                  </a:lnTo>
                  <a:lnTo>
                    <a:pt x="4531133" y="706721"/>
                  </a:lnTo>
                  <a:lnTo>
                    <a:pt x="4531227" y="706721"/>
                  </a:lnTo>
                  <a:lnTo>
                    <a:pt x="4531320" y="706721"/>
                  </a:lnTo>
                  <a:lnTo>
                    <a:pt x="4531413" y="706721"/>
                  </a:lnTo>
                  <a:lnTo>
                    <a:pt x="4531506" y="706721"/>
                  </a:lnTo>
                  <a:lnTo>
                    <a:pt x="4531600" y="706721"/>
                  </a:lnTo>
                  <a:lnTo>
                    <a:pt x="4531693" y="706721"/>
                  </a:lnTo>
                  <a:lnTo>
                    <a:pt x="4531786" y="706721"/>
                  </a:lnTo>
                  <a:lnTo>
                    <a:pt x="4531879" y="706721"/>
                  </a:lnTo>
                  <a:lnTo>
                    <a:pt x="4531973" y="706721"/>
                  </a:lnTo>
                  <a:lnTo>
                    <a:pt x="4532066" y="706721"/>
                  </a:lnTo>
                  <a:lnTo>
                    <a:pt x="4532159" y="706721"/>
                  </a:lnTo>
                  <a:lnTo>
                    <a:pt x="4532252" y="706721"/>
                  </a:lnTo>
                  <a:lnTo>
                    <a:pt x="4532346" y="706721"/>
                  </a:lnTo>
                  <a:lnTo>
                    <a:pt x="4532439" y="706721"/>
                  </a:lnTo>
                  <a:lnTo>
                    <a:pt x="4532532" y="706721"/>
                  </a:lnTo>
                  <a:lnTo>
                    <a:pt x="4532625" y="706721"/>
                  </a:lnTo>
                  <a:lnTo>
                    <a:pt x="4532719" y="706721"/>
                  </a:lnTo>
                  <a:lnTo>
                    <a:pt x="4532812" y="706721"/>
                  </a:lnTo>
                  <a:lnTo>
                    <a:pt x="4532905" y="706721"/>
                  </a:lnTo>
                  <a:lnTo>
                    <a:pt x="4532998" y="706721"/>
                  </a:lnTo>
                  <a:lnTo>
                    <a:pt x="4533092" y="706721"/>
                  </a:lnTo>
                  <a:lnTo>
                    <a:pt x="4533185" y="706721"/>
                  </a:lnTo>
                  <a:lnTo>
                    <a:pt x="4533278" y="706721"/>
                  </a:lnTo>
                  <a:lnTo>
                    <a:pt x="4533371" y="706721"/>
                  </a:lnTo>
                  <a:lnTo>
                    <a:pt x="4533465" y="706721"/>
                  </a:lnTo>
                  <a:lnTo>
                    <a:pt x="4533558" y="706721"/>
                  </a:lnTo>
                  <a:lnTo>
                    <a:pt x="4533651" y="706721"/>
                  </a:lnTo>
                  <a:lnTo>
                    <a:pt x="4533744" y="706721"/>
                  </a:lnTo>
                  <a:lnTo>
                    <a:pt x="4533838" y="706721"/>
                  </a:lnTo>
                  <a:lnTo>
                    <a:pt x="4533931" y="706721"/>
                  </a:lnTo>
                  <a:lnTo>
                    <a:pt x="4534024" y="706721"/>
                  </a:lnTo>
                  <a:lnTo>
                    <a:pt x="4534117" y="706721"/>
                  </a:lnTo>
                  <a:lnTo>
                    <a:pt x="4534211" y="706721"/>
                  </a:lnTo>
                  <a:lnTo>
                    <a:pt x="4534304" y="706721"/>
                  </a:lnTo>
                  <a:lnTo>
                    <a:pt x="4534397" y="706721"/>
                  </a:lnTo>
                  <a:lnTo>
                    <a:pt x="4534490" y="706721"/>
                  </a:lnTo>
                  <a:lnTo>
                    <a:pt x="4534584" y="706721"/>
                  </a:lnTo>
                  <a:lnTo>
                    <a:pt x="4534677" y="706721"/>
                  </a:lnTo>
                  <a:lnTo>
                    <a:pt x="4534770" y="706721"/>
                  </a:lnTo>
                  <a:lnTo>
                    <a:pt x="4534863" y="706721"/>
                  </a:lnTo>
                  <a:lnTo>
                    <a:pt x="4534957" y="706721"/>
                  </a:lnTo>
                  <a:lnTo>
                    <a:pt x="4535050" y="706721"/>
                  </a:lnTo>
                  <a:lnTo>
                    <a:pt x="4535143" y="706721"/>
                  </a:lnTo>
                  <a:lnTo>
                    <a:pt x="4535236" y="706721"/>
                  </a:lnTo>
                  <a:lnTo>
                    <a:pt x="4535330" y="706721"/>
                  </a:lnTo>
                  <a:lnTo>
                    <a:pt x="4535423" y="706721"/>
                  </a:lnTo>
                  <a:lnTo>
                    <a:pt x="4535516" y="706721"/>
                  </a:lnTo>
                  <a:lnTo>
                    <a:pt x="4535609" y="706721"/>
                  </a:lnTo>
                  <a:lnTo>
                    <a:pt x="4535703" y="706721"/>
                  </a:lnTo>
                  <a:lnTo>
                    <a:pt x="4535796" y="706721"/>
                  </a:lnTo>
                  <a:lnTo>
                    <a:pt x="4535889" y="706721"/>
                  </a:lnTo>
                  <a:lnTo>
                    <a:pt x="4535982" y="706721"/>
                  </a:lnTo>
                  <a:lnTo>
                    <a:pt x="4536076" y="706721"/>
                  </a:lnTo>
                  <a:lnTo>
                    <a:pt x="4536169" y="706721"/>
                  </a:lnTo>
                  <a:lnTo>
                    <a:pt x="4536262" y="706721"/>
                  </a:lnTo>
                  <a:lnTo>
                    <a:pt x="4536355" y="706721"/>
                  </a:lnTo>
                  <a:lnTo>
                    <a:pt x="4536449" y="706721"/>
                  </a:lnTo>
                  <a:lnTo>
                    <a:pt x="4536542" y="706721"/>
                  </a:lnTo>
                  <a:lnTo>
                    <a:pt x="4536635" y="706721"/>
                  </a:lnTo>
                  <a:lnTo>
                    <a:pt x="4536728" y="706721"/>
                  </a:lnTo>
                  <a:lnTo>
                    <a:pt x="4536822" y="706721"/>
                  </a:lnTo>
                  <a:lnTo>
                    <a:pt x="4536915" y="706721"/>
                  </a:lnTo>
                  <a:lnTo>
                    <a:pt x="4537008" y="706721"/>
                  </a:lnTo>
                  <a:lnTo>
                    <a:pt x="4537101" y="706721"/>
                  </a:lnTo>
                  <a:lnTo>
                    <a:pt x="4537195" y="706721"/>
                  </a:lnTo>
                  <a:lnTo>
                    <a:pt x="4537288" y="706721"/>
                  </a:lnTo>
                  <a:lnTo>
                    <a:pt x="4537381" y="706721"/>
                  </a:lnTo>
                  <a:lnTo>
                    <a:pt x="4537474" y="706721"/>
                  </a:lnTo>
                  <a:lnTo>
                    <a:pt x="4537567" y="706721"/>
                  </a:lnTo>
                  <a:lnTo>
                    <a:pt x="4537661" y="706721"/>
                  </a:lnTo>
                  <a:lnTo>
                    <a:pt x="4537754" y="706721"/>
                  </a:lnTo>
                  <a:lnTo>
                    <a:pt x="4537847" y="706721"/>
                  </a:lnTo>
                  <a:lnTo>
                    <a:pt x="4537940" y="706721"/>
                  </a:lnTo>
                  <a:lnTo>
                    <a:pt x="4538034" y="706721"/>
                  </a:lnTo>
                  <a:lnTo>
                    <a:pt x="4538127" y="706721"/>
                  </a:lnTo>
                  <a:lnTo>
                    <a:pt x="4538220" y="706721"/>
                  </a:lnTo>
                  <a:lnTo>
                    <a:pt x="4538313" y="706721"/>
                  </a:lnTo>
                  <a:lnTo>
                    <a:pt x="4538407" y="706721"/>
                  </a:lnTo>
                  <a:lnTo>
                    <a:pt x="4538500" y="706721"/>
                  </a:lnTo>
                  <a:lnTo>
                    <a:pt x="4538593" y="706721"/>
                  </a:lnTo>
                  <a:lnTo>
                    <a:pt x="4538686" y="706721"/>
                  </a:lnTo>
                  <a:lnTo>
                    <a:pt x="4538780" y="706721"/>
                  </a:lnTo>
                  <a:lnTo>
                    <a:pt x="4538873" y="706721"/>
                  </a:lnTo>
                  <a:lnTo>
                    <a:pt x="4538966" y="706721"/>
                  </a:lnTo>
                  <a:lnTo>
                    <a:pt x="4539059" y="706721"/>
                  </a:lnTo>
                  <a:lnTo>
                    <a:pt x="4539153" y="706721"/>
                  </a:lnTo>
                  <a:lnTo>
                    <a:pt x="4539246" y="706721"/>
                  </a:lnTo>
                  <a:lnTo>
                    <a:pt x="4539339" y="706721"/>
                  </a:lnTo>
                  <a:lnTo>
                    <a:pt x="4539432" y="706721"/>
                  </a:lnTo>
                  <a:lnTo>
                    <a:pt x="4539526" y="706721"/>
                  </a:lnTo>
                  <a:lnTo>
                    <a:pt x="4539619" y="706721"/>
                  </a:lnTo>
                  <a:lnTo>
                    <a:pt x="4539712" y="706721"/>
                  </a:lnTo>
                  <a:lnTo>
                    <a:pt x="4539805" y="706721"/>
                  </a:lnTo>
                  <a:lnTo>
                    <a:pt x="4539899" y="706721"/>
                  </a:lnTo>
                  <a:lnTo>
                    <a:pt x="4539992" y="706721"/>
                  </a:lnTo>
                  <a:lnTo>
                    <a:pt x="4540085" y="706721"/>
                  </a:lnTo>
                  <a:lnTo>
                    <a:pt x="4540178" y="706721"/>
                  </a:lnTo>
                  <a:lnTo>
                    <a:pt x="4540272" y="706721"/>
                  </a:lnTo>
                  <a:lnTo>
                    <a:pt x="4540365" y="706721"/>
                  </a:lnTo>
                  <a:lnTo>
                    <a:pt x="4540458" y="706721"/>
                  </a:lnTo>
                  <a:lnTo>
                    <a:pt x="4540551" y="706721"/>
                  </a:lnTo>
                  <a:lnTo>
                    <a:pt x="4540645" y="706721"/>
                  </a:lnTo>
                  <a:lnTo>
                    <a:pt x="4540738" y="706721"/>
                  </a:lnTo>
                  <a:lnTo>
                    <a:pt x="4540831" y="706721"/>
                  </a:lnTo>
                  <a:lnTo>
                    <a:pt x="4540924" y="706721"/>
                  </a:lnTo>
                  <a:lnTo>
                    <a:pt x="4541018" y="706721"/>
                  </a:lnTo>
                  <a:lnTo>
                    <a:pt x="4541111" y="706721"/>
                  </a:lnTo>
                  <a:lnTo>
                    <a:pt x="4541204" y="706721"/>
                  </a:lnTo>
                  <a:lnTo>
                    <a:pt x="4541297" y="706721"/>
                  </a:lnTo>
                  <a:lnTo>
                    <a:pt x="4541391" y="706721"/>
                  </a:lnTo>
                  <a:lnTo>
                    <a:pt x="4541484" y="706721"/>
                  </a:lnTo>
                  <a:lnTo>
                    <a:pt x="4541577" y="706721"/>
                  </a:lnTo>
                  <a:lnTo>
                    <a:pt x="4541670" y="706721"/>
                  </a:lnTo>
                  <a:lnTo>
                    <a:pt x="4541764" y="706721"/>
                  </a:lnTo>
                  <a:lnTo>
                    <a:pt x="4541857" y="706721"/>
                  </a:lnTo>
                  <a:lnTo>
                    <a:pt x="4541950" y="706721"/>
                  </a:lnTo>
                  <a:lnTo>
                    <a:pt x="4542043" y="706721"/>
                  </a:lnTo>
                  <a:lnTo>
                    <a:pt x="4542137" y="706721"/>
                  </a:lnTo>
                  <a:lnTo>
                    <a:pt x="4542230" y="706721"/>
                  </a:lnTo>
                  <a:lnTo>
                    <a:pt x="4542323" y="706721"/>
                  </a:lnTo>
                  <a:lnTo>
                    <a:pt x="4542416" y="706721"/>
                  </a:lnTo>
                  <a:lnTo>
                    <a:pt x="4542510" y="706721"/>
                  </a:lnTo>
                  <a:lnTo>
                    <a:pt x="4542603" y="706721"/>
                  </a:lnTo>
                  <a:lnTo>
                    <a:pt x="4542696" y="706721"/>
                  </a:lnTo>
                  <a:lnTo>
                    <a:pt x="4542789" y="706721"/>
                  </a:lnTo>
                  <a:lnTo>
                    <a:pt x="4542883" y="706721"/>
                  </a:lnTo>
                  <a:lnTo>
                    <a:pt x="4542976" y="706721"/>
                  </a:lnTo>
                  <a:lnTo>
                    <a:pt x="4543069" y="706721"/>
                  </a:lnTo>
                  <a:lnTo>
                    <a:pt x="4543162" y="706721"/>
                  </a:lnTo>
                  <a:lnTo>
                    <a:pt x="4543256" y="706721"/>
                  </a:lnTo>
                  <a:lnTo>
                    <a:pt x="4543349" y="706721"/>
                  </a:lnTo>
                  <a:lnTo>
                    <a:pt x="4543442" y="706721"/>
                  </a:lnTo>
                  <a:lnTo>
                    <a:pt x="4543535" y="706721"/>
                  </a:lnTo>
                  <a:lnTo>
                    <a:pt x="4543629" y="706721"/>
                  </a:lnTo>
                  <a:lnTo>
                    <a:pt x="4543722" y="706721"/>
                  </a:lnTo>
                  <a:lnTo>
                    <a:pt x="4543815" y="706721"/>
                  </a:lnTo>
                  <a:lnTo>
                    <a:pt x="4543908" y="706721"/>
                  </a:lnTo>
                  <a:lnTo>
                    <a:pt x="4544002" y="706721"/>
                  </a:lnTo>
                  <a:lnTo>
                    <a:pt x="4544095" y="706721"/>
                  </a:lnTo>
                  <a:lnTo>
                    <a:pt x="4544188" y="706721"/>
                  </a:lnTo>
                  <a:lnTo>
                    <a:pt x="4544281" y="706721"/>
                  </a:lnTo>
                  <a:lnTo>
                    <a:pt x="4544374" y="706721"/>
                  </a:lnTo>
                  <a:lnTo>
                    <a:pt x="4544468" y="706721"/>
                  </a:lnTo>
                  <a:lnTo>
                    <a:pt x="4544561" y="706721"/>
                  </a:lnTo>
                  <a:lnTo>
                    <a:pt x="4544654" y="706721"/>
                  </a:lnTo>
                  <a:lnTo>
                    <a:pt x="4544747" y="706721"/>
                  </a:lnTo>
                  <a:lnTo>
                    <a:pt x="4544747" y="696767"/>
                  </a:lnTo>
                  <a:lnTo>
                    <a:pt x="4544841" y="696767"/>
                  </a:lnTo>
                  <a:lnTo>
                    <a:pt x="4544934" y="696767"/>
                  </a:lnTo>
                  <a:lnTo>
                    <a:pt x="4545027" y="696767"/>
                  </a:lnTo>
                  <a:lnTo>
                    <a:pt x="4545120" y="696767"/>
                  </a:lnTo>
                  <a:lnTo>
                    <a:pt x="4545214" y="696767"/>
                  </a:lnTo>
                  <a:lnTo>
                    <a:pt x="4545307" y="696767"/>
                  </a:lnTo>
                  <a:lnTo>
                    <a:pt x="4545400" y="696767"/>
                  </a:lnTo>
                  <a:lnTo>
                    <a:pt x="4545493" y="696767"/>
                  </a:lnTo>
                  <a:lnTo>
                    <a:pt x="4545587" y="696767"/>
                  </a:lnTo>
                  <a:lnTo>
                    <a:pt x="4545680" y="696767"/>
                  </a:lnTo>
                  <a:lnTo>
                    <a:pt x="4545773" y="696767"/>
                  </a:lnTo>
                  <a:lnTo>
                    <a:pt x="4545866" y="696767"/>
                  </a:lnTo>
                  <a:lnTo>
                    <a:pt x="4545960" y="696767"/>
                  </a:lnTo>
                  <a:lnTo>
                    <a:pt x="4546053" y="696767"/>
                  </a:lnTo>
                  <a:lnTo>
                    <a:pt x="4546146" y="696767"/>
                  </a:lnTo>
                  <a:lnTo>
                    <a:pt x="4546239" y="696767"/>
                  </a:lnTo>
                  <a:lnTo>
                    <a:pt x="4546333" y="696767"/>
                  </a:lnTo>
                  <a:lnTo>
                    <a:pt x="4546426" y="696767"/>
                  </a:lnTo>
                  <a:lnTo>
                    <a:pt x="4546519" y="696767"/>
                  </a:lnTo>
                  <a:lnTo>
                    <a:pt x="4546612" y="696767"/>
                  </a:lnTo>
                  <a:lnTo>
                    <a:pt x="4546706" y="696767"/>
                  </a:lnTo>
                  <a:lnTo>
                    <a:pt x="4546799" y="696767"/>
                  </a:lnTo>
                  <a:lnTo>
                    <a:pt x="4546892" y="696767"/>
                  </a:lnTo>
                  <a:lnTo>
                    <a:pt x="4546985" y="696767"/>
                  </a:lnTo>
                  <a:lnTo>
                    <a:pt x="4547079" y="696767"/>
                  </a:lnTo>
                  <a:lnTo>
                    <a:pt x="4547172" y="696767"/>
                  </a:lnTo>
                  <a:lnTo>
                    <a:pt x="4547265" y="696767"/>
                  </a:lnTo>
                  <a:lnTo>
                    <a:pt x="4547358" y="696767"/>
                  </a:lnTo>
                  <a:lnTo>
                    <a:pt x="4547452" y="696767"/>
                  </a:lnTo>
                  <a:lnTo>
                    <a:pt x="4547545" y="696767"/>
                  </a:lnTo>
                  <a:lnTo>
                    <a:pt x="4547638" y="696767"/>
                  </a:lnTo>
                  <a:lnTo>
                    <a:pt x="4547731" y="696767"/>
                  </a:lnTo>
                  <a:lnTo>
                    <a:pt x="4547825" y="696767"/>
                  </a:lnTo>
                  <a:lnTo>
                    <a:pt x="4547918" y="696767"/>
                  </a:lnTo>
                  <a:lnTo>
                    <a:pt x="4548011" y="696767"/>
                  </a:lnTo>
                  <a:lnTo>
                    <a:pt x="4548104" y="696767"/>
                  </a:lnTo>
                  <a:lnTo>
                    <a:pt x="4548198" y="696767"/>
                  </a:lnTo>
                  <a:lnTo>
                    <a:pt x="4548291" y="696767"/>
                  </a:lnTo>
                  <a:lnTo>
                    <a:pt x="4548384" y="696767"/>
                  </a:lnTo>
                  <a:lnTo>
                    <a:pt x="4548477" y="696767"/>
                  </a:lnTo>
                  <a:lnTo>
                    <a:pt x="4548571" y="696767"/>
                  </a:lnTo>
                  <a:lnTo>
                    <a:pt x="4548664" y="696767"/>
                  </a:lnTo>
                  <a:lnTo>
                    <a:pt x="4548757" y="696767"/>
                  </a:lnTo>
                  <a:lnTo>
                    <a:pt x="4548850" y="696767"/>
                  </a:lnTo>
                  <a:lnTo>
                    <a:pt x="4548944" y="696767"/>
                  </a:lnTo>
                  <a:lnTo>
                    <a:pt x="4549037" y="696767"/>
                  </a:lnTo>
                  <a:lnTo>
                    <a:pt x="4549130" y="696767"/>
                  </a:lnTo>
                  <a:lnTo>
                    <a:pt x="4549223" y="696767"/>
                  </a:lnTo>
                  <a:lnTo>
                    <a:pt x="4549317" y="696767"/>
                  </a:lnTo>
                  <a:lnTo>
                    <a:pt x="4549410" y="696767"/>
                  </a:lnTo>
                  <a:lnTo>
                    <a:pt x="4549503" y="696767"/>
                  </a:lnTo>
                  <a:lnTo>
                    <a:pt x="4549596" y="696767"/>
                  </a:lnTo>
                  <a:lnTo>
                    <a:pt x="4549690" y="696767"/>
                  </a:lnTo>
                  <a:lnTo>
                    <a:pt x="4549783" y="696767"/>
                  </a:lnTo>
                  <a:lnTo>
                    <a:pt x="4549876" y="696767"/>
                  </a:lnTo>
                  <a:lnTo>
                    <a:pt x="4549969" y="696767"/>
                  </a:lnTo>
                  <a:lnTo>
                    <a:pt x="4550063" y="696767"/>
                  </a:lnTo>
                  <a:lnTo>
                    <a:pt x="4550156" y="696767"/>
                  </a:lnTo>
                  <a:lnTo>
                    <a:pt x="4550249" y="696767"/>
                  </a:lnTo>
                  <a:lnTo>
                    <a:pt x="4550342" y="696767"/>
                  </a:lnTo>
                  <a:lnTo>
                    <a:pt x="4550436" y="696767"/>
                  </a:lnTo>
                  <a:lnTo>
                    <a:pt x="4550529" y="696767"/>
                  </a:lnTo>
                  <a:lnTo>
                    <a:pt x="4550622" y="696767"/>
                  </a:lnTo>
                  <a:lnTo>
                    <a:pt x="4550715" y="696767"/>
                  </a:lnTo>
                  <a:lnTo>
                    <a:pt x="4550809" y="696767"/>
                  </a:lnTo>
                  <a:lnTo>
                    <a:pt x="4550902" y="696767"/>
                  </a:lnTo>
                  <a:lnTo>
                    <a:pt x="4550995" y="696767"/>
                  </a:lnTo>
                  <a:lnTo>
                    <a:pt x="4551088" y="696767"/>
                  </a:lnTo>
                  <a:lnTo>
                    <a:pt x="4551182" y="696767"/>
                  </a:lnTo>
                  <a:lnTo>
                    <a:pt x="4551275" y="696767"/>
                  </a:lnTo>
                  <a:lnTo>
                    <a:pt x="4551368" y="696767"/>
                  </a:lnTo>
                  <a:lnTo>
                    <a:pt x="4551461" y="696767"/>
                  </a:lnTo>
                  <a:lnTo>
                    <a:pt x="4551554" y="696767"/>
                  </a:lnTo>
                  <a:lnTo>
                    <a:pt x="4551648" y="696767"/>
                  </a:lnTo>
                  <a:lnTo>
                    <a:pt x="4551741" y="696767"/>
                  </a:lnTo>
                  <a:lnTo>
                    <a:pt x="4551834" y="696767"/>
                  </a:lnTo>
                  <a:lnTo>
                    <a:pt x="4551927" y="696767"/>
                  </a:lnTo>
                  <a:lnTo>
                    <a:pt x="4552021" y="696767"/>
                  </a:lnTo>
                  <a:lnTo>
                    <a:pt x="4552114" y="696767"/>
                  </a:lnTo>
                  <a:lnTo>
                    <a:pt x="4552207" y="696767"/>
                  </a:lnTo>
                  <a:lnTo>
                    <a:pt x="4552300" y="696767"/>
                  </a:lnTo>
                  <a:lnTo>
                    <a:pt x="4552394" y="696767"/>
                  </a:lnTo>
                  <a:lnTo>
                    <a:pt x="4552487" y="696767"/>
                  </a:lnTo>
                  <a:lnTo>
                    <a:pt x="4552580" y="696767"/>
                  </a:lnTo>
                  <a:lnTo>
                    <a:pt x="4552673" y="696767"/>
                  </a:lnTo>
                  <a:lnTo>
                    <a:pt x="4552767" y="696767"/>
                  </a:lnTo>
                  <a:lnTo>
                    <a:pt x="4552860" y="696767"/>
                  </a:lnTo>
                  <a:lnTo>
                    <a:pt x="4552953" y="696767"/>
                  </a:lnTo>
                  <a:lnTo>
                    <a:pt x="4553046" y="696767"/>
                  </a:lnTo>
                  <a:lnTo>
                    <a:pt x="4553140" y="696767"/>
                  </a:lnTo>
                  <a:lnTo>
                    <a:pt x="4553233" y="696767"/>
                  </a:lnTo>
                  <a:lnTo>
                    <a:pt x="4553326" y="696767"/>
                  </a:lnTo>
                  <a:lnTo>
                    <a:pt x="4553419" y="696767"/>
                  </a:lnTo>
                  <a:lnTo>
                    <a:pt x="4553513" y="696767"/>
                  </a:lnTo>
                  <a:lnTo>
                    <a:pt x="4553606" y="696767"/>
                  </a:lnTo>
                  <a:lnTo>
                    <a:pt x="4553699" y="696767"/>
                  </a:lnTo>
                  <a:lnTo>
                    <a:pt x="4553792" y="696767"/>
                  </a:lnTo>
                  <a:lnTo>
                    <a:pt x="4553886" y="696767"/>
                  </a:lnTo>
                  <a:lnTo>
                    <a:pt x="4553979" y="696767"/>
                  </a:lnTo>
                  <a:lnTo>
                    <a:pt x="4554072" y="696767"/>
                  </a:lnTo>
                  <a:lnTo>
                    <a:pt x="4554165" y="696767"/>
                  </a:lnTo>
                  <a:lnTo>
                    <a:pt x="4554259" y="696767"/>
                  </a:lnTo>
                  <a:lnTo>
                    <a:pt x="4554352" y="696767"/>
                  </a:lnTo>
                  <a:lnTo>
                    <a:pt x="4554445" y="696767"/>
                  </a:lnTo>
                  <a:lnTo>
                    <a:pt x="4554538" y="696767"/>
                  </a:lnTo>
                  <a:lnTo>
                    <a:pt x="4554632" y="696767"/>
                  </a:lnTo>
                  <a:lnTo>
                    <a:pt x="4554725" y="696767"/>
                  </a:lnTo>
                  <a:lnTo>
                    <a:pt x="4554818" y="696767"/>
                  </a:lnTo>
                  <a:lnTo>
                    <a:pt x="4554911" y="696767"/>
                  </a:lnTo>
                  <a:lnTo>
                    <a:pt x="4555005" y="696767"/>
                  </a:lnTo>
                  <a:lnTo>
                    <a:pt x="4555098" y="696767"/>
                  </a:lnTo>
                  <a:lnTo>
                    <a:pt x="4555191" y="696767"/>
                  </a:lnTo>
                  <a:lnTo>
                    <a:pt x="4555284" y="696767"/>
                  </a:lnTo>
                  <a:lnTo>
                    <a:pt x="4555378" y="696767"/>
                  </a:lnTo>
                  <a:lnTo>
                    <a:pt x="4555471" y="696767"/>
                  </a:lnTo>
                  <a:lnTo>
                    <a:pt x="4555564" y="696767"/>
                  </a:lnTo>
                  <a:lnTo>
                    <a:pt x="4555657" y="696767"/>
                  </a:lnTo>
                  <a:lnTo>
                    <a:pt x="4555751" y="696767"/>
                  </a:lnTo>
                  <a:lnTo>
                    <a:pt x="4555844" y="696767"/>
                  </a:lnTo>
                  <a:lnTo>
                    <a:pt x="4555937" y="696767"/>
                  </a:lnTo>
                  <a:lnTo>
                    <a:pt x="4556030" y="696767"/>
                  </a:lnTo>
                  <a:lnTo>
                    <a:pt x="4556124" y="696767"/>
                  </a:lnTo>
                  <a:lnTo>
                    <a:pt x="4556217" y="696767"/>
                  </a:lnTo>
                  <a:lnTo>
                    <a:pt x="4556310" y="696767"/>
                  </a:lnTo>
                  <a:lnTo>
                    <a:pt x="4556403" y="696767"/>
                  </a:lnTo>
                  <a:lnTo>
                    <a:pt x="4556497" y="696767"/>
                  </a:lnTo>
                  <a:lnTo>
                    <a:pt x="4556590" y="696767"/>
                  </a:lnTo>
                  <a:lnTo>
                    <a:pt x="4556683" y="696767"/>
                  </a:lnTo>
                  <a:lnTo>
                    <a:pt x="4556776" y="696767"/>
                  </a:lnTo>
                  <a:lnTo>
                    <a:pt x="4556870" y="696767"/>
                  </a:lnTo>
                  <a:lnTo>
                    <a:pt x="4556963" y="696767"/>
                  </a:lnTo>
                  <a:lnTo>
                    <a:pt x="4557056" y="696767"/>
                  </a:lnTo>
                  <a:lnTo>
                    <a:pt x="4557149" y="696767"/>
                  </a:lnTo>
                  <a:lnTo>
                    <a:pt x="4557243" y="696767"/>
                  </a:lnTo>
                  <a:lnTo>
                    <a:pt x="4557336" y="696767"/>
                  </a:lnTo>
                  <a:lnTo>
                    <a:pt x="4557429" y="696767"/>
                  </a:lnTo>
                  <a:lnTo>
                    <a:pt x="4557522" y="696767"/>
                  </a:lnTo>
                  <a:lnTo>
                    <a:pt x="4557522" y="686813"/>
                  </a:lnTo>
                  <a:lnTo>
                    <a:pt x="4557616" y="686813"/>
                  </a:lnTo>
                  <a:lnTo>
                    <a:pt x="4557709" y="686813"/>
                  </a:lnTo>
                  <a:lnTo>
                    <a:pt x="4557802" y="686813"/>
                  </a:lnTo>
                  <a:lnTo>
                    <a:pt x="4557895" y="686813"/>
                  </a:lnTo>
                  <a:lnTo>
                    <a:pt x="4557989" y="686813"/>
                  </a:lnTo>
                  <a:lnTo>
                    <a:pt x="4558082" y="686813"/>
                  </a:lnTo>
                  <a:lnTo>
                    <a:pt x="4558175" y="686813"/>
                  </a:lnTo>
                  <a:lnTo>
                    <a:pt x="4558268" y="686813"/>
                  </a:lnTo>
                  <a:lnTo>
                    <a:pt x="4558361" y="686813"/>
                  </a:lnTo>
                  <a:lnTo>
                    <a:pt x="4558455" y="686813"/>
                  </a:lnTo>
                  <a:lnTo>
                    <a:pt x="4558548" y="686813"/>
                  </a:lnTo>
                  <a:lnTo>
                    <a:pt x="4558641" y="686813"/>
                  </a:lnTo>
                  <a:lnTo>
                    <a:pt x="4558734" y="686813"/>
                  </a:lnTo>
                  <a:lnTo>
                    <a:pt x="4558828" y="686813"/>
                  </a:lnTo>
                  <a:lnTo>
                    <a:pt x="4558921" y="686813"/>
                  </a:lnTo>
                  <a:lnTo>
                    <a:pt x="4559014" y="686813"/>
                  </a:lnTo>
                  <a:lnTo>
                    <a:pt x="4559107" y="686813"/>
                  </a:lnTo>
                  <a:lnTo>
                    <a:pt x="4559201" y="686813"/>
                  </a:lnTo>
                  <a:lnTo>
                    <a:pt x="4559294" y="686813"/>
                  </a:lnTo>
                  <a:lnTo>
                    <a:pt x="4559387" y="686813"/>
                  </a:lnTo>
                  <a:lnTo>
                    <a:pt x="4559480" y="686813"/>
                  </a:lnTo>
                  <a:lnTo>
                    <a:pt x="4559574" y="686813"/>
                  </a:lnTo>
                  <a:lnTo>
                    <a:pt x="4559667" y="686813"/>
                  </a:lnTo>
                  <a:lnTo>
                    <a:pt x="4559760" y="686813"/>
                  </a:lnTo>
                  <a:lnTo>
                    <a:pt x="4559853" y="686813"/>
                  </a:lnTo>
                  <a:lnTo>
                    <a:pt x="4559947" y="686813"/>
                  </a:lnTo>
                  <a:lnTo>
                    <a:pt x="4560040" y="686813"/>
                  </a:lnTo>
                  <a:lnTo>
                    <a:pt x="4560133" y="686813"/>
                  </a:lnTo>
                  <a:lnTo>
                    <a:pt x="4560226" y="686813"/>
                  </a:lnTo>
                  <a:lnTo>
                    <a:pt x="4560320" y="686813"/>
                  </a:lnTo>
                  <a:lnTo>
                    <a:pt x="4560413" y="686813"/>
                  </a:lnTo>
                  <a:lnTo>
                    <a:pt x="4560506" y="686813"/>
                  </a:lnTo>
                  <a:lnTo>
                    <a:pt x="4560599" y="686813"/>
                  </a:lnTo>
                  <a:lnTo>
                    <a:pt x="4560693" y="686813"/>
                  </a:lnTo>
                  <a:lnTo>
                    <a:pt x="4560786" y="686813"/>
                  </a:lnTo>
                  <a:lnTo>
                    <a:pt x="4560879" y="686813"/>
                  </a:lnTo>
                  <a:lnTo>
                    <a:pt x="4560972" y="686813"/>
                  </a:lnTo>
                  <a:lnTo>
                    <a:pt x="4561066" y="686813"/>
                  </a:lnTo>
                  <a:lnTo>
                    <a:pt x="4561159" y="686813"/>
                  </a:lnTo>
                  <a:lnTo>
                    <a:pt x="4561252" y="686813"/>
                  </a:lnTo>
                  <a:lnTo>
                    <a:pt x="4561345" y="686813"/>
                  </a:lnTo>
                  <a:lnTo>
                    <a:pt x="4561439" y="686813"/>
                  </a:lnTo>
                  <a:lnTo>
                    <a:pt x="4561532" y="686813"/>
                  </a:lnTo>
                  <a:lnTo>
                    <a:pt x="4561625" y="686813"/>
                  </a:lnTo>
                  <a:lnTo>
                    <a:pt x="4561718" y="686813"/>
                  </a:lnTo>
                  <a:lnTo>
                    <a:pt x="4561812" y="686813"/>
                  </a:lnTo>
                  <a:lnTo>
                    <a:pt x="4561905" y="686813"/>
                  </a:lnTo>
                  <a:lnTo>
                    <a:pt x="4561998" y="686813"/>
                  </a:lnTo>
                  <a:lnTo>
                    <a:pt x="4562091" y="686813"/>
                  </a:lnTo>
                  <a:lnTo>
                    <a:pt x="4562185" y="686813"/>
                  </a:lnTo>
                  <a:lnTo>
                    <a:pt x="4562278" y="686813"/>
                  </a:lnTo>
                  <a:lnTo>
                    <a:pt x="4562371" y="686813"/>
                  </a:lnTo>
                  <a:lnTo>
                    <a:pt x="4562464" y="686813"/>
                  </a:lnTo>
                  <a:lnTo>
                    <a:pt x="4562558" y="686813"/>
                  </a:lnTo>
                  <a:lnTo>
                    <a:pt x="4562651" y="686813"/>
                  </a:lnTo>
                  <a:lnTo>
                    <a:pt x="4562744" y="686813"/>
                  </a:lnTo>
                  <a:lnTo>
                    <a:pt x="4562837" y="686813"/>
                  </a:lnTo>
                  <a:lnTo>
                    <a:pt x="4562931" y="686813"/>
                  </a:lnTo>
                  <a:lnTo>
                    <a:pt x="4563024" y="686813"/>
                  </a:lnTo>
                  <a:lnTo>
                    <a:pt x="4563117" y="686813"/>
                  </a:lnTo>
                  <a:lnTo>
                    <a:pt x="4563210" y="686813"/>
                  </a:lnTo>
                  <a:lnTo>
                    <a:pt x="4563304" y="686813"/>
                  </a:lnTo>
                  <a:lnTo>
                    <a:pt x="4563397" y="686813"/>
                  </a:lnTo>
                  <a:lnTo>
                    <a:pt x="4563490" y="686813"/>
                  </a:lnTo>
                  <a:lnTo>
                    <a:pt x="4563583" y="686813"/>
                  </a:lnTo>
                  <a:lnTo>
                    <a:pt x="4563677" y="686813"/>
                  </a:lnTo>
                  <a:lnTo>
                    <a:pt x="4563770" y="686813"/>
                  </a:lnTo>
                  <a:lnTo>
                    <a:pt x="4563863" y="686813"/>
                  </a:lnTo>
                  <a:lnTo>
                    <a:pt x="4563956" y="686813"/>
                  </a:lnTo>
                  <a:lnTo>
                    <a:pt x="4564050" y="686813"/>
                  </a:lnTo>
                  <a:lnTo>
                    <a:pt x="4564143" y="686813"/>
                  </a:lnTo>
                  <a:lnTo>
                    <a:pt x="4564236" y="686813"/>
                  </a:lnTo>
                  <a:lnTo>
                    <a:pt x="4564329" y="686813"/>
                  </a:lnTo>
                  <a:lnTo>
                    <a:pt x="4564423" y="686813"/>
                  </a:lnTo>
                  <a:lnTo>
                    <a:pt x="4564516" y="686813"/>
                  </a:lnTo>
                  <a:lnTo>
                    <a:pt x="4564609" y="686813"/>
                  </a:lnTo>
                  <a:lnTo>
                    <a:pt x="4564702" y="686813"/>
                  </a:lnTo>
                  <a:lnTo>
                    <a:pt x="4564796" y="686813"/>
                  </a:lnTo>
                  <a:lnTo>
                    <a:pt x="4564889" y="686813"/>
                  </a:lnTo>
                  <a:lnTo>
                    <a:pt x="4564982" y="686813"/>
                  </a:lnTo>
                  <a:lnTo>
                    <a:pt x="4565075" y="686813"/>
                  </a:lnTo>
                  <a:lnTo>
                    <a:pt x="4565168" y="686813"/>
                  </a:lnTo>
                  <a:lnTo>
                    <a:pt x="4565262" y="686813"/>
                  </a:lnTo>
                  <a:lnTo>
                    <a:pt x="4565355" y="686813"/>
                  </a:lnTo>
                  <a:lnTo>
                    <a:pt x="4565448" y="686813"/>
                  </a:lnTo>
                  <a:lnTo>
                    <a:pt x="4565541" y="686813"/>
                  </a:lnTo>
                  <a:lnTo>
                    <a:pt x="4565635" y="686813"/>
                  </a:lnTo>
                  <a:lnTo>
                    <a:pt x="4565728" y="686813"/>
                  </a:lnTo>
                  <a:lnTo>
                    <a:pt x="4565821" y="686813"/>
                  </a:lnTo>
                  <a:lnTo>
                    <a:pt x="4565914" y="686813"/>
                  </a:lnTo>
                  <a:lnTo>
                    <a:pt x="4566008" y="686813"/>
                  </a:lnTo>
                  <a:lnTo>
                    <a:pt x="4566101" y="686813"/>
                  </a:lnTo>
                  <a:lnTo>
                    <a:pt x="4566194" y="686813"/>
                  </a:lnTo>
                  <a:lnTo>
                    <a:pt x="4566287" y="686813"/>
                  </a:lnTo>
                  <a:lnTo>
                    <a:pt x="4566381" y="686813"/>
                  </a:lnTo>
                  <a:lnTo>
                    <a:pt x="4566474" y="686813"/>
                  </a:lnTo>
                  <a:lnTo>
                    <a:pt x="4566567" y="686813"/>
                  </a:lnTo>
                  <a:lnTo>
                    <a:pt x="4566660" y="686813"/>
                  </a:lnTo>
                  <a:lnTo>
                    <a:pt x="4566754" y="686813"/>
                  </a:lnTo>
                  <a:lnTo>
                    <a:pt x="4566847" y="686813"/>
                  </a:lnTo>
                  <a:lnTo>
                    <a:pt x="4566940" y="686813"/>
                  </a:lnTo>
                  <a:lnTo>
                    <a:pt x="4567033" y="686813"/>
                  </a:lnTo>
                  <a:lnTo>
                    <a:pt x="4567127" y="686813"/>
                  </a:lnTo>
                  <a:lnTo>
                    <a:pt x="4567220" y="686813"/>
                  </a:lnTo>
                  <a:lnTo>
                    <a:pt x="4567313" y="686813"/>
                  </a:lnTo>
                  <a:lnTo>
                    <a:pt x="4567406" y="686813"/>
                  </a:lnTo>
                  <a:lnTo>
                    <a:pt x="4567500" y="686813"/>
                  </a:lnTo>
                  <a:lnTo>
                    <a:pt x="4567593" y="686813"/>
                  </a:lnTo>
                  <a:lnTo>
                    <a:pt x="4567686" y="686813"/>
                  </a:lnTo>
                  <a:lnTo>
                    <a:pt x="4567779" y="686813"/>
                  </a:lnTo>
                  <a:lnTo>
                    <a:pt x="4567873" y="686813"/>
                  </a:lnTo>
                  <a:lnTo>
                    <a:pt x="4567966" y="686813"/>
                  </a:lnTo>
                  <a:lnTo>
                    <a:pt x="4568059" y="686813"/>
                  </a:lnTo>
                  <a:lnTo>
                    <a:pt x="4568152" y="686813"/>
                  </a:lnTo>
                  <a:lnTo>
                    <a:pt x="4568246" y="686813"/>
                  </a:lnTo>
                  <a:lnTo>
                    <a:pt x="4568339" y="686813"/>
                  </a:lnTo>
                  <a:lnTo>
                    <a:pt x="4568432" y="686813"/>
                  </a:lnTo>
                  <a:lnTo>
                    <a:pt x="4568525" y="686813"/>
                  </a:lnTo>
                  <a:lnTo>
                    <a:pt x="4568619" y="686813"/>
                  </a:lnTo>
                  <a:lnTo>
                    <a:pt x="4568712" y="686813"/>
                  </a:lnTo>
                  <a:lnTo>
                    <a:pt x="4568805" y="686813"/>
                  </a:lnTo>
                  <a:lnTo>
                    <a:pt x="4568898" y="686813"/>
                  </a:lnTo>
                  <a:lnTo>
                    <a:pt x="4568992" y="686813"/>
                  </a:lnTo>
                  <a:lnTo>
                    <a:pt x="4569085" y="686813"/>
                  </a:lnTo>
                  <a:lnTo>
                    <a:pt x="4569178" y="686813"/>
                  </a:lnTo>
                  <a:lnTo>
                    <a:pt x="4569271" y="686813"/>
                  </a:lnTo>
                  <a:lnTo>
                    <a:pt x="4569365" y="686813"/>
                  </a:lnTo>
                  <a:lnTo>
                    <a:pt x="4569458" y="686813"/>
                  </a:lnTo>
                  <a:lnTo>
                    <a:pt x="4569551" y="686813"/>
                  </a:lnTo>
                  <a:lnTo>
                    <a:pt x="4569644" y="686813"/>
                  </a:lnTo>
                  <a:lnTo>
                    <a:pt x="4569738" y="686813"/>
                  </a:lnTo>
                  <a:lnTo>
                    <a:pt x="4569831" y="686813"/>
                  </a:lnTo>
                  <a:lnTo>
                    <a:pt x="4569924" y="686813"/>
                  </a:lnTo>
                  <a:lnTo>
                    <a:pt x="4570017" y="686813"/>
                  </a:lnTo>
                  <a:lnTo>
                    <a:pt x="4570111" y="686813"/>
                  </a:lnTo>
                  <a:lnTo>
                    <a:pt x="4570204" y="686813"/>
                  </a:lnTo>
                  <a:lnTo>
                    <a:pt x="4570297" y="686813"/>
                  </a:lnTo>
                  <a:lnTo>
                    <a:pt x="4570390" y="686813"/>
                  </a:lnTo>
                  <a:lnTo>
                    <a:pt x="4570484" y="686813"/>
                  </a:lnTo>
                  <a:lnTo>
                    <a:pt x="4570577" y="686813"/>
                  </a:lnTo>
                  <a:lnTo>
                    <a:pt x="4570670" y="686813"/>
                  </a:lnTo>
                  <a:lnTo>
                    <a:pt x="4570763" y="686813"/>
                  </a:lnTo>
                  <a:lnTo>
                    <a:pt x="4570857" y="686813"/>
                  </a:lnTo>
                  <a:lnTo>
                    <a:pt x="4570950" y="686813"/>
                  </a:lnTo>
                  <a:lnTo>
                    <a:pt x="4571043" y="686813"/>
                  </a:lnTo>
                  <a:lnTo>
                    <a:pt x="4571136" y="686813"/>
                  </a:lnTo>
                  <a:lnTo>
                    <a:pt x="4571230" y="686813"/>
                  </a:lnTo>
                  <a:lnTo>
                    <a:pt x="4571323" y="686813"/>
                  </a:lnTo>
                  <a:lnTo>
                    <a:pt x="4571416" y="686813"/>
                  </a:lnTo>
                  <a:lnTo>
                    <a:pt x="4571509" y="686813"/>
                  </a:lnTo>
                  <a:lnTo>
                    <a:pt x="4571603" y="686813"/>
                  </a:lnTo>
                  <a:lnTo>
                    <a:pt x="4571696" y="686813"/>
                  </a:lnTo>
                  <a:lnTo>
                    <a:pt x="4571789" y="686813"/>
                  </a:lnTo>
                  <a:lnTo>
                    <a:pt x="4571882" y="686813"/>
                  </a:lnTo>
                  <a:lnTo>
                    <a:pt x="4571976" y="686813"/>
                  </a:lnTo>
                  <a:lnTo>
                    <a:pt x="4572069" y="686813"/>
                  </a:lnTo>
                  <a:lnTo>
                    <a:pt x="4572162" y="686813"/>
                  </a:lnTo>
                  <a:lnTo>
                    <a:pt x="4572255" y="686813"/>
                  </a:lnTo>
                  <a:lnTo>
                    <a:pt x="4572348" y="686813"/>
                  </a:lnTo>
                  <a:lnTo>
                    <a:pt x="4572442" y="686813"/>
                  </a:lnTo>
                  <a:lnTo>
                    <a:pt x="4572535" y="686813"/>
                  </a:lnTo>
                  <a:lnTo>
                    <a:pt x="4572628" y="686813"/>
                  </a:lnTo>
                  <a:lnTo>
                    <a:pt x="4572721" y="686813"/>
                  </a:lnTo>
                  <a:lnTo>
                    <a:pt x="4572815" y="686813"/>
                  </a:lnTo>
                  <a:lnTo>
                    <a:pt x="4572908" y="686813"/>
                  </a:lnTo>
                  <a:lnTo>
                    <a:pt x="4573001" y="686813"/>
                  </a:lnTo>
                  <a:lnTo>
                    <a:pt x="4573094" y="686813"/>
                  </a:lnTo>
                  <a:lnTo>
                    <a:pt x="4573188" y="686813"/>
                  </a:lnTo>
                  <a:lnTo>
                    <a:pt x="4573281" y="686813"/>
                  </a:lnTo>
                  <a:lnTo>
                    <a:pt x="4573374" y="686813"/>
                  </a:lnTo>
                  <a:lnTo>
                    <a:pt x="4573467" y="686813"/>
                  </a:lnTo>
                  <a:lnTo>
                    <a:pt x="4573561" y="686813"/>
                  </a:lnTo>
                  <a:lnTo>
                    <a:pt x="4573654" y="686813"/>
                  </a:lnTo>
                  <a:lnTo>
                    <a:pt x="4573747" y="686813"/>
                  </a:lnTo>
                  <a:lnTo>
                    <a:pt x="4573840" y="686813"/>
                  </a:lnTo>
                  <a:lnTo>
                    <a:pt x="4573934" y="686813"/>
                  </a:lnTo>
                  <a:lnTo>
                    <a:pt x="4574027" y="686813"/>
                  </a:lnTo>
                  <a:lnTo>
                    <a:pt x="4574120" y="686813"/>
                  </a:lnTo>
                  <a:lnTo>
                    <a:pt x="4574213" y="686813"/>
                  </a:lnTo>
                  <a:lnTo>
                    <a:pt x="4574307" y="686813"/>
                  </a:lnTo>
                  <a:lnTo>
                    <a:pt x="4574400" y="686813"/>
                  </a:lnTo>
                  <a:lnTo>
                    <a:pt x="4574493" y="686813"/>
                  </a:lnTo>
                  <a:lnTo>
                    <a:pt x="4574586" y="686813"/>
                  </a:lnTo>
                  <a:lnTo>
                    <a:pt x="4574680" y="686813"/>
                  </a:lnTo>
                  <a:lnTo>
                    <a:pt x="4574773" y="686813"/>
                  </a:lnTo>
                  <a:lnTo>
                    <a:pt x="4574866" y="686813"/>
                  </a:lnTo>
                  <a:lnTo>
                    <a:pt x="4574959" y="686813"/>
                  </a:lnTo>
                  <a:lnTo>
                    <a:pt x="4575053" y="686813"/>
                  </a:lnTo>
                  <a:lnTo>
                    <a:pt x="4575146" y="686813"/>
                  </a:lnTo>
                  <a:lnTo>
                    <a:pt x="4575239" y="686813"/>
                  </a:lnTo>
                  <a:lnTo>
                    <a:pt x="4575332" y="686813"/>
                  </a:lnTo>
                  <a:lnTo>
                    <a:pt x="4575426" y="686813"/>
                  </a:lnTo>
                  <a:lnTo>
                    <a:pt x="4575519" y="686813"/>
                  </a:lnTo>
                  <a:lnTo>
                    <a:pt x="4575612" y="686813"/>
                  </a:lnTo>
                  <a:lnTo>
                    <a:pt x="4575705" y="686813"/>
                  </a:lnTo>
                  <a:lnTo>
                    <a:pt x="4575799" y="686813"/>
                  </a:lnTo>
                  <a:lnTo>
                    <a:pt x="4575892" y="686813"/>
                  </a:lnTo>
                  <a:lnTo>
                    <a:pt x="4575985" y="686813"/>
                  </a:lnTo>
                  <a:lnTo>
                    <a:pt x="4576078" y="686813"/>
                  </a:lnTo>
                  <a:lnTo>
                    <a:pt x="4576172" y="686813"/>
                  </a:lnTo>
                  <a:lnTo>
                    <a:pt x="4576265" y="686813"/>
                  </a:lnTo>
                  <a:lnTo>
                    <a:pt x="4576358" y="686813"/>
                  </a:lnTo>
                  <a:lnTo>
                    <a:pt x="4576451" y="686813"/>
                  </a:lnTo>
                  <a:lnTo>
                    <a:pt x="4576545" y="686813"/>
                  </a:lnTo>
                  <a:lnTo>
                    <a:pt x="4576638" y="686813"/>
                  </a:lnTo>
                  <a:lnTo>
                    <a:pt x="4576731" y="686813"/>
                  </a:lnTo>
                  <a:lnTo>
                    <a:pt x="4576824" y="686813"/>
                  </a:lnTo>
                  <a:lnTo>
                    <a:pt x="4576918" y="686813"/>
                  </a:lnTo>
                  <a:lnTo>
                    <a:pt x="4577011" y="686813"/>
                  </a:lnTo>
                  <a:lnTo>
                    <a:pt x="4577104" y="686813"/>
                  </a:lnTo>
                  <a:lnTo>
                    <a:pt x="4577197" y="686813"/>
                  </a:lnTo>
                  <a:lnTo>
                    <a:pt x="4577291" y="686813"/>
                  </a:lnTo>
                  <a:lnTo>
                    <a:pt x="4577384" y="686813"/>
                  </a:lnTo>
                  <a:lnTo>
                    <a:pt x="4577477" y="686813"/>
                  </a:lnTo>
                  <a:lnTo>
                    <a:pt x="4577570" y="686813"/>
                  </a:lnTo>
                  <a:lnTo>
                    <a:pt x="4577664" y="686813"/>
                  </a:lnTo>
                  <a:lnTo>
                    <a:pt x="4577757" y="686813"/>
                  </a:lnTo>
                  <a:lnTo>
                    <a:pt x="4577850" y="686813"/>
                  </a:lnTo>
                  <a:lnTo>
                    <a:pt x="4577943" y="686813"/>
                  </a:lnTo>
                  <a:lnTo>
                    <a:pt x="4578037" y="686813"/>
                  </a:lnTo>
                  <a:lnTo>
                    <a:pt x="4578130" y="686813"/>
                  </a:lnTo>
                  <a:lnTo>
                    <a:pt x="4578223" y="686813"/>
                  </a:lnTo>
                  <a:lnTo>
                    <a:pt x="4578316" y="686813"/>
                  </a:lnTo>
                  <a:lnTo>
                    <a:pt x="4578410" y="686813"/>
                  </a:lnTo>
                  <a:lnTo>
                    <a:pt x="4578503" y="686813"/>
                  </a:lnTo>
                  <a:lnTo>
                    <a:pt x="4578596" y="686813"/>
                  </a:lnTo>
                  <a:lnTo>
                    <a:pt x="4578689" y="686813"/>
                  </a:lnTo>
                  <a:lnTo>
                    <a:pt x="4578783" y="686813"/>
                  </a:lnTo>
                  <a:lnTo>
                    <a:pt x="4578876" y="686813"/>
                  </a:lnTo>
                  <a:lnTo>
                    <a:pt x="4578969" y="686813"/>
                  </a:lnTo>
                  <a:lnTo>
                    <a:pt x="4579062" y="686813"/>
                  </a:lnTo>
                  <a:lnTo>
                    <a:pt x="4579155" y="686813"/>
                  </a:lnTo>
                  <a:lnTo>
                    <a:pt x="4579249" y="686813"/>
                  </a:lnTo>
                  <a:lnTo>
                    <a:pt x="4579342" y="686813"/>
                  </a:lnTo>
                  <a:lnTo>
                    <a:pt x="4579435" y="686813"/>
                  </a:lnTo>
                  <a:lnTo>
                    <a:pt x="4579528" y="686813"/>
                  </a:lnTo>
                  <a:lnTo>
                    <a:pt x="4579622" y="686813"/>
                  </a:lnTo>
                  <a:lnTo>
                    <a:pt x="4579715" y="686813"/>
                  </a:lnTo>
                  <a:lnTo>
                    <a:pt x="4579808" y="686813"/>
                  </a:lnTo>
                  <a:lnTo>
                    <a:pt x="4579901" y="686813"/>
                  </a:lnTo>
                  <a:lnTo>
                    <a:pt x="4579995" y="686813"/>
                  </a:lnTo>
                  <a:lnTo>
                    <a:pt x="4580088" y="686813"/>
                  </a:lnTo>
                  <a:lnTo>
                    <a:pt x="4580181" y="686813"/>
                  </a:lnTo>
                  <a:lnTo>
                    <a:pt x="4580274" y="686813"/>
                  </a:lnTo>
                  <a:lnTo>
                    <a:pt x="4580368" y="686813"/>
                  </a:lnTo>
                  <a:lnTo>
                    <a:pt x="4580461" y="686813"/>
                  </a:lnTo>
                  <a:lnTo>
                    <a:pt x="4580554" y="686813"/>
                  </a:lnTo>
                  <a:lnTo>
                    <a:pt x="4580647" y="686813"/>
                  </a:lnTo>
                  <a:lnTo>
                    <a:pt x="4580741" y="686813"/>
                  </a:lnTo>
                  <a:lnTo>
                    <a:pt x="4580834" y="686813"/>
                  </a:lnTo>
                  <a:lnTo>
                    <a:pt x="4580927" y="686813"/>
                  </a:lnTo>
                  <a:lnTo>
                    <a:pt x="4581020" y="686813"/>
                  </a:lnTo>
                  <a:lnTo>
                    <a:pt x="4581114" y="686813"/>
                  </a:lnTo>
                  <a:lnTo>
                    <a:pt x="4581207" y="686813"/>
                  </a:lnTo>
                  <a:lnTo>
                    <a:pt x="4581300" y="686813"/>
                  </a:lnTo>
                  <a:lnTo>
                    <a:pt x="4581393" y="686813"/>
                  </a:lnTo>
                  <a:lnTo>
                    <a:pt x="4581487" y="686813"/>
                  </a:lnTo>
                  <a:lnTo>
                    <a:pt x="4581580" y="686813"/>
                  </a:lnTo>
                  <a:lnTo>
                    <a:pt x="4581673" y="686813"/>
                  </a:lnTo>
                  <a:lnTo>
                    <a:pt x="4581766" y="686813"/>
                  </a:lnTo>
                  <a:lnTo>
                    <a:pt x="4581860" y="686813"/>
                  </a:lnTo>
                  <a:lnTo>
                    <a:pt x="4581953" y="686813"/>
                  </a:lnTo>
                  <a:lnTo>
                    <a:pt x="4582046" y="686813"/>
                  </a:lnTo>
                  <a:lnTo>
                    <a:pt x="4582139" y="686813"/>
                  </a:lnTo>
                  <a:lnTo>
                    <a:pt x="4582233" y="686813"/>
                  </a:lnTo>
                  <a:lnTo>
                    <a:pt x="4582326" y="686813"/>
                  </a:lnTo>
                  <a:lnTo>
                    <a:pt x="4582419" y="686813"/>
                  </a:lnTo>
                  <a:lnTo>
                    <a:pt x="4582512" y="686813"/>
                  </a:lnTo>
                  <a:lnTo>
                    <a:pt x="4582606" y="686813"/>
                  </a:lnTo>
                  <a:lnTo>
                    <a:pt x="4582699" y="686813"/>
                  </a:lnTo>
                  <a:lnTo>
                    <a:pt x="4582699" y="676859"/>
                  </a:lnTo>
                  <a:lnTo>
                    <a:pt x="4582792" y="676859"/>
                  </a:lnTo>
                  <a:lnTo>
                    <a:pt x="4582885" y="676859"/>
                  </a:lnTo>
                  <a:lnTo>
                    <a:pt x="4582979" y="676859"/>
                  </a:lnTo>
                  <a:lnTo>
                    <a:pt x="4583072" y="676859"/>
                  </a:lnTo>
                  <a:lnTo>
                    <a:pt x="4583165" y="676859"/>
                  </a:lnTo>
                  <a:lnTo>
                    <a:pt x="4583258" y="676859"/>
                  </a:lnTo>
                  <a:lnTo>
                    <a:pt x="4583352" y="676859"/>
                  </a:lnTo>
                  <a:lnTo>
                    <a:pt x="4583445" y="676859"/>
                  </a:lnTo>
                  <a:lnTo>
                    <a:pt x="4583538" y="676859"/>
                  </a:lnTo>
                  <a:lnTo>
                    <a:pt x="4583631" y="676859"/>
                  </a:lnTo>
                  <a:lnTo>
                    <a:pt x="4583725" y="676859"/>
                  </a:lnTo>
                  <a:lnTo>
                    <a:pt x="4583818" y="676859"/>
                  </a:lnTo>
                  <a:lnTo>
                    <a:pt x="4583911" y="676859"/>
                  </a:lnTo>
                  <a:lnTo>
                    <a:pt x="4584004" y="676859"/>
                  </a:lnTo>
                  <a:lnTo>
                    <a:pt x="4584098" y="676859"/>
                  </a:lnTo>
                  <a:lnTo>
                    <a:pt x="4584191" y="676859"/>
                  </a:lnTo>
                  <a:lnTo>
                    <a:pt x="4584284" y="676859"/>
                  </a:lnTo>
                  <a:lnTo>
                    <a:pt x="4584377" y="676859"/>
                  </a:lnTo>
                  <a:lnTo>
                    <a:pt x="4584471" y="676859"/>
                  </a:lnTo>
                  <a:lnTo>
                    <a:pt x="4584564" y="676859"/>
                  </a:lnTo>
                  <a:lnTo>
                    <a:pt x="4584657" y="676859"/>
                  </a:lnTo>
                  <a:lnTo>
                    <a:pt x="4584750" y="676859"/>
                  </a:lnTo>
                  <a:lnTo>
                    <a:pt x="4584844" y="676859"/>
                  </a:lnTo>
                  <a:lnTo>
                    <a:pt x="4584937" y="676859"/>
                  </a:lnTo>
                  <a:lnTo>
                    <a:pt x="4585030" y="676859"/>
                  </a:lnTo>
                  <a:lnTo>
                    <a:pt x="4585123" y="676859"/>
                  </a:lnTo>
                  <a:lnTo>
                    <a:pt x="4585217" y="676859"/>
                  </a:lnTo>
                  <a:lnTo>
                    <a:pt x="4585310" y="676859"/>
                  </a:lnTo>
                  <a:lnTo>
                    <a:pt x="4585403" y="676859"/>
                  </a:lnTo>
                  <a:lnTo>
                    <a:pt x="4585496" y="676859"/>
                  </a:lnTo>
                  <a:lnTo>
                    <a:pt x="4585590" y="676859"/>
                  </a:lnTo>
                  <a:lnTo>
                    <a:pt x="4585683" y="676859"/>
                  </a:lnTo>
                  <a:lnTo>
                    <a:pt x="4585776" y="676859"/>
                  </a:lnTo>
                  <a:lnTo>
                    <a:pt x="4585869" y="676859"/>
                  </a:lnTo>
                  <a:lnTo>
                    <a:pt x="4585962" y="676859"/>
                  </a:lnTo>
                  <a:lnTo>
                    <a:pt x="4586056" y="676859"/>
                  </a:lnTo>
                  <a:lnTo>
                    <a:pt x="4586149" y="676859"/>
                  </a:lnTo>
                  <a:lnTo>
                    <a:pt x="4586242" y="676859"/>
                  </a:lnTo>
                  <a:lnTo>
                    <a:pt x="4586335" y="676859"/>
                  </a:lnTo>
                  <a:lnTo>
                    <a:pt x="4586429" y="676859"/>
                  </a:lnTo>
                  <a:lnTo>
                    <a:pt x="4586522" y="676859"/>
                  </a:lnTo>
                  <a:lnTo>
                    <a:pt x="4586615" y="676859"/>
                  </a:lnTo>
                  <a:lnTo>
                    <a:pt x="4586708" y="676859"/>
                  </a:lnTo>
                  <a:lnTo>
                    <a:pt x="4586802" y="676859"/>
                  </a:lnTo>
                  <a:lnTo>
                    <a:pt x="4586895" y="676859"/>
                  </a:lnTo>
                  <a:lnTo>
                    <a:pt x="4586988" y="676859"/>
                  </a:lnTo>
                  <a:lnTo>
                    <a:pt x="4587081" y="676859"/>
                  </a:lnTo>
                  <a:lnTo>
                    <a:pt x="4587175" y="676859"/>
                  </a:lnTo>
                  <a:lnTo>
                    <a:pt x="4587268" y="676859"/>
                  </a:lnTo>
                  <a:lnTo>
                    <a:pt x="4587361" y="676859"/>
                  </a:lnTo>
                  <a:lnTo>
                    <a:pt x="4587454" y="676859"/>
                  </a:lnTo>
                  <a:lnTo>
                    <a:pt x="4587548" y="676859"/>
                  </a:lnTo>
                  <a:lnTo>
                    <a:pt x="4587641" y="676859"/>
                  </a:lnTo>
                  <a:lnTo>
                    <a:pt x="4587734" y="676859"/>
                  </a:lnTo>
                  <a:lnTo>
                    <a:pt x="4587827" y="676859"/>
                  </a:lnTo>
                  <a:lnTo>
                    <a:pt x="4587921" y="676859"/>
                  </a:lnTo>
                  <a:lnTo>
                    <a:pt x="4588014" y="676859"/>
                  </a:lnTo>
                  <a:lnTo>
                    <a:pt x="4588107" y="676859"/>
                  </a:lnTo>
                  <a:lnTo>
                    <a:pt x="4588200" y="676859"/>
                  </a:lnTo>
                  <a:lnTo>
                    <a:pt x="4588294" y="676859"/>
                  </a:lnTo>
                  <a:lnTo>
                    <a:pt x="4588387" y="676859"/>
                  </a:lnTo>
                  <a:lnTo>
                    <a:pt x="4588480" y="676859"/>
                  </a:lnTo>
                  <a:lnTo>
                    <a:pt x="4588480" y="666906"/>
                  </a:lnTo>
                  <a:lnTo>
                    <a:pt x="4588573" y="666906"/>
                  </a:lnTo>
                  <a:lnTo>
                    <a:pt x="4588667" y="666906"/>
                  </a:lnTo>
                  <a:lnTo>
                    <a:pt x="4588760" y="666906"/>
                  </a:lnTo>
                  <a:lnTo>
                    <a:pt x="4588853" y="666906"/>
                  </a:lnTo>
                  <a:lnTo>
                    <a:pt x="4588946" y="666906"/>
                  </a:lnTo>
                  <a:lnTo>
                    <a:pt x="4589040" y="666906"/>
                  </a:lnTo>
                  <a:lnTo>
                    <a:pt x="4589133" y="666906"/>
                  </a:lnTo>
                  <a:lnTo>
                    <a:pt x="4589226" y="666906"/>
                  </a:lnTo>
                  <a:lnTo>
                    <a:pt x="4589319" y="666906"/>
                  </a:lnTo>
                  <a:lnTo>
                    <a:pt x="4589413" y="666906"/>
                  </a:lnTo>
                  <a:lnTo>
                    <a:pt x="4589506" y="666906"/>
                  </a:lnTo>
                  <a:lnTo>
                    <a:pt x="4589599" y="666906"/>
                  </a:lnTo>
                  <a:lnTo>
                    <a:pt x="4589692" y="666906"/>
                  </a:lnTo>
                  <a:lnTo>
                    <a:pt x="4589786" y="666906"/>
                  </a:lnTo>
                  <a:lnTo>
                    <a:pt x="4589879" y="666906"/>
                  </a:lnTo>
                  <a:lnTo>
                    <a:pt x="4589972" y="666906"/>
                  </a:lnTo>
                  <a:lnTo>
                    <a:pt x="4590065" y="666906"/>
                  </a:lnTo>
                  <a:lnTo>
                    <a:pt x="4590159" y="666906"/>
                  </a:lnTo>
                  <a:lnTo>
                    <a:pt x="4590252" y="666906"/>
                  </a:lnTo>
                  <a:lnTo>
                    <a:pt x="4590345" y="666906"/>
                  </a:lnTo>
                  <a:lnTo>
                    <a:pt x="4590438" y="666906"/>
                  </a:lnTo>
                  <a:lnTo>
                    <a:pt x="4590532" y="666906"/>
                  </a:lnTo>
                  <a:lnTo>
                    <a:pt x="4590625" y="666906"/>
                  </a:lnTo>
                  <a:lnTo>
                    <a:pt x="4590718" y="666906"/>
                  </a:lnTo>
                  <a:lnTo>
                    <a:pt x="4590811" y="666906"/>
                  </a:lnTo>
                  <a:lnTo>
                    <a:pt x="4590905" y="666906"/>
                  </a:lnTo>
                  <a:lnTo>
                    <a:pt x="4590998" y="666906"/>
                  </a:lnTo>
                  <a:lnTo>
                    <a:pt x="4591091" y="666906"/>
                  </a:lnTo>
                  <a:lnTo>
                    <a:pt x="4591184" y="666906"/>
                  </a:lnTo>
                  <a:lnTo>
                    <a:pt x="4591278" y="666906"/>
                  </a:lnTo>
                  <a:lnTo>
                    <a:pt x="4591371" y="666906"/>
                  </a:lnTo>
                  <a:lnTo>
                    <a:pt x="4591464" y="666906"/>
                  </a:lnTo>
                  <a:lnTo>
                    <a:pt x="4591557" y="666906"/>
                  </a:lnTo>
                  <a:lnTo>
                    <a:pt x="4591651" y="666906"/>
                  </a:lnTo>
                  <a:lnTo>
                    <a:pt x="4591744" y="666906"/>
                  </a:lnTo>
                  <a:lnTo>
                    <a:pt x="4591837" y="666906"/>
                  </a:lnTo>
                  <a:lnTo>
                    <a:pt x="4591930" y="666906"/>
                  </a:lnTo>
                  <a:lnTo>
                    <a:pt x="4592024" y="666906"/>
                  </a:lnTo>
                  <a:lnTo>
                    <a:pt x="4592117" y="666906"/>
                  </a:lnTo>
                  <a:lnTo>
                    <a:pt x="4592210" y="666906"/>
                  </a:lnTo>
                  <a:lnTo>
                    <a:pt x="4592303" y="666906"/>
                  </a:lnTo>
                  <a:lnTo>
                    <a:pt x="4592397" y="666906"/>
                  </a:lnTo>
                  <a:lnTo>
                    <a:pt x="4592490" y="666906"/>
                  </a:lnTo>
                  <a:lnTo>
                    <a:pt x="4592583" y="666906"/>
                  </a:lnTo>
                  <a:lnTo>
                    <a:pt x="4592676" y="666906"/>
                  </a:lnTo>
                  <a:lnTo>
                    <a:pt x="4592770" y="666906"/>
                  </a:lnTo>
                  <a:lnTo>
                    <a:pt x="4592863" y="666906"/>
                  </a:lnTo>
                  <a:lnTo>
                    <a:pt x="4592956" y="666906"/>
                  </a:lnTo>
                  <a:lnTo>
                    <a:pt x="4593049" y="666906"/>
                  </a:lnTo>
                  <a:lnTo>
                    <a:pt x="4593142" y="666906"/>
                  </a:lnTo>
                  <a:lnTo>
                    <a:pt x="4593236" y="666906"/>
                  </a:lnTo>
                  <a:lnTo>
                    <a:pt x="4593329" y="666906"/>
                  </a:lnTo>
                  <a:lnTo>
                    <a:pt x="4593422" y="666906"/>
                  </a:lnTo>
                  <a:lnTo>
                    <a:pt x="4593515" y="666906"/>
                  </a:lnTo>
                  <a:lnTo>
                    <a:pt x="4593609" y="666906"/>
                  </a:lnTo>
                  <a:lnTo>
                    <a:pt x="4593702" y="666906"/>
                  </a:lnTo>
                  <a:lnTo>
                    <a:pt x="4593795" y="666906"/>
                  </a:lnTo>
                  <a:lnTo>
                    <a:pt x="4593888" y="666906"/>
                  </a:lnTo>
                  <a:lnTo>
                    <a:pt x="4593982" y="666906"/>
                  </a:lnTo>
                  <a:lnTo>
                    <a:pt x="4594075" y="666906"/>
                  </a:lnTo>
                  <a:lnTo>
                    <a:pt x="4594168" y="666906"/>
                  </a:lnTo>
                  <a:lnTo>
                    <a:pt x="4594261" y="666906"/>
                  </a:lnTo>
                  <a:lnTo>
                    <a:pt x="4594355" y="666906"/>
                  </a:lnTo>
                  <a:lnTo>
                    <a:pt x="4594448" y="666906"/>
                  </a:lnTo>
                  <a:lnTo>
                    <a:pt x="4594541" y="666906"/>
                  </a:lnTo>
                  <a:lnTo>
                    <a:pt x="4594634" y="666906"/>
                  </a:lnTo>
                  <a:lnTo>
                    <a:pt x="4594728" y="666906"/>
                  </a:lnTo>
                  <a:lnTo>
                    <a:pt x="4594821" y="666906"/>
                  </a:lnTo>
                  <a:lnTo>
                    <a:pt x="4594914" y="666906"/>
                  </a:lnTo>
                  <a:lnTo>
                    <a:pt x="4595007" y="666906"/>
                  </a:lnTo>
                  <a:lnTo>
                    <a:pt x="4595101" y="666906"/>
                  </a:lnTo>
                  <a:lnTo>
                    <a:pt x="4595194" y="666906"/>
                  </a:lnTo>
                  <a:lnTo>
                    <a:pt x="4595287" y="666906"/>
                  </a:lnTo>
                  <a:lnTo>
                    <a:pt x="4595380" y="666906"/>
                  </a:lnTo>
                  <a:lnTo>
                    <a:pt x="4595474" y="666906"/>
                  </a:lnTo>
                  <a:lnTo>
                    <a:pt x="4595567" y="666906"/>
                  </a:lnTo>
                  <a:lnTo>
                    <a:pt x="4595660" y="666906"/>
                  </a:lnTo>
                  <a:lnTo>
                    <a:pt x="4595753" y="666906"/>
                  </a:lnTo>
                  <a:lnTo>
                    <a:pt x="4595847" y="666906"/>
                  </a:lnTo>
                  <a:lnTo>
                    <a:pt x="4595940" y="666906"/>
                  </a:lnTo>
                  <a:lnTo>
                    <a:pt x="4596033" y="666906"/>
                  </a:lnTo>
                  <a:lnTo>
                    <a:pt x="4596126" y="666906"/>
                  </a:lnTo>
                  <a:lnTo>
                    <a:pt x="4596220" y="666906"/>
                  </a:lnTo>
                  <a:lnTo>
                    <a:pt x="4596313" y="666906"/>
                  </a:lnTo>
                  <a:lnTo>
                    <a:pt x="4596406" y="666906"/>
                  </a:lnTo>
                  <a:lnTo>
                    <a:pt x="4596499" y="666906"/>
                  </a:lnTo>
                  <a:lnTo>
                    <a:pt x="4596593" y="666906"/>
                  </a:lnTo>
                  <a:lnTo>
                    <a:pt x="4596686" y="666906"/>
                  </a:lnTo>
                  <a:lnTo>
                    <a:pt x="4596779" y="666906"/>
                  </a:lnTo>
                  <a:lnTo>
                    <a:pt x="4596872" y="666906"/>
                  </a:lnTo>
                  <a:lnTo>
                    <a:pt x="4596966" y="666906"/>
                  </a:lnTo>
                  <a:lnTo>
                    <a:pt x="4597059" y="666906"/>
                  </a:lnTo>
                  <a:lnTo>
                    <a:pt x="4597152" y="666906"/>
                  </a:lnTo>
                  <a:lnTo>
                    <a:pt x="4597245" y="666906"/>
                  </a:lnTo>
                  <a:lnTo>
                    <a:pt x="4597339" y="666906"/>
                  </a:lnTo>
                  <a:lnTo>
                    <a:pt x="4597432" y="666906"/>
                  </a:lnTo>
                  <a:lnTo>
                    <a:pt x="4597525" y="666906"/>
                  </a:lnTo>
                  <a:lnTo>
                    <a:pt x="4597618" y="666906"/>
                  </a:lnTo>
                  <a:lnTo>
                    <a:pt x="4597712" y="666906"/>
                  </a:lnTo>
                  <a:lnTo>
                    <a:pt x="4597805" y="666906"/>
                  </a:lnTo>
                  <a:lnTo>
                    <a:pt x="4597898" y="666906"/>
                  </a:lnTo>
                  <a:lnTo>
                    <a:pt x="4597991" y="666906"/>
                  </a:lnTo>
                  <a:lnTo>
                    <a:pt x="4598085" y="666906"/>
                  </a:lnTo>
                  <a:lnTo>
                    <a:pt x="4598178" y="666906"/>
                  </a:lnTo>
                  <a:lnTo>
                    <a:pt x="4598271" y="666906"/>
                  </a:lnTo>
                  <a:lnTo>
                    <a:pt x="4598364" y="666906"/>
                  </a:lnTo>
                  <a:lnTo>
                    <a:pt x="4598458" y="666906"/>
                  </a:lnTo>
                  <a:lnTo>
                    <a:pt x="4598551" y="666906"/>
                  </a:lnTo>
                  <a:lnTo>
                    <a:pt x="4598644" y="666906"/>
                  </a:lnTo>
                  <a:lnTo>
                    <a:pt x="4598737" y="666906"/>
                  </a:lnTo>
                  <a:lnTo>
                    <a:pt x="4598831" y="666906"/>
                  </a:lnTo>
                  <a:lnTo>
                    <a:pt x="4598924" y="666906"/>
                  </a:lnTo>
                  <a:lnTo>
                    <a:pt x="4599017" y="666906"/>
                  </a:lnTo>
                  <a:lnTo>
                    <a:pt x="4599110" y="666906"/>
                  </a:lnTo>
                  <a:lnTo>
                    <a:pt x="4599204" y="666906"/>
                  </a:lnTo>
                  <a:lnTo>
                    <a:pt x="4599297" y="666906"/>
                  </a:lnTo>
                  <a:lnTo>
                    <a:pt x="4599390" y="666906"/>
                  </a:lnTo>
                  <a:lnTo>
                    <a:pt x="4599483" y="666906"/>
                  </a:lnTo>
                  <a:lnTo>
                    <a:pt x="4599577" y="666906"/>
                  </a:lnTo>
                  <a:lnTo>
                    <a:pt x="4599670" y="666906"/>
                  </a:lnTo>
                  <a:lnTo>
                    <a:pt x="4599763" y="666906"/>
                  </a:lnTo>
                  <a:lnTo>
                    <a:pt x="4599856" y="666906"/>
                  </a:lnTo>
                  <a:lnTo>
                    <a:pt x="4599949" y="666906"/>
                  </a:lnTo>
                  <a:lnTo>
                    <a:pt x="4600043" y="666906"/>
                  </a:lnTo>
                  <a:lnTo>
                    <a:pt x="4600136" y="666906"/>
                  </a:lnTo>
                  <a:lnTo>
                    <a:pt x="4600229" y="666906"/>
                  </a:lnTo>
                  <a:lnTo>
                    <a:pt x="4600322" y="666906"/>
                  </a:lnTo>
                  <a:lnTo>
                    <a:pt x="4600416" y="666906"/>
                  </a:lnTo>
                  <a:lnTo>
                    <a:pt x="4600509" y="666906"/>
                  </a:lnTo>
                  <a:lnTo>
                    <a:pt x="4600602" y="666906"/>
                  </a:lnTo>
                  <a:lnTo>
                    <a:pt x="4600695" y="666906"/>
                  </a:lnTo>
                  <a:lnTo>
                    <a:pt x="4600789" y="666906"/>
                  </a:lnTo>
                  <a:lnTo>
                    <a:pt x="4600882" y="666906"/>
                  </a:lnTo>
                  <a:lnTo>
                    <a:pt x="4600882" y="656952"/>
                  </a:lnTo>
                  <a:lnTo>
                    <a:pt x="4600975" y="656952"/>
                  </a:lnTo>
                  <a:lnTo>
                    <a:pt x="4601068" y="656952"/>
                  </a:lnTo>
                  <a:lnTo>
                    <a:pt x="4601162" y="656952"/>
                  </a:lnTo>
                  <a:lnTo>
                    <a:pt x="4601255" y="656952"/>
                  </a:lnTo>
                  <a:lnTo>
                    <a:pt x="4601348" y="656952"/>
                  </a:lnTo>
                  <a:lnTo>
                    <a:pt x="4601441" y="656952"/>
                  </a:lnTo>
                  <a:lnTo>
                    <a:pt x="4601535" y="656952"/>
                  </a:lnTo>
                  <a:lnTo>
                    <a:pt x="4601628" y="656952"/>
                  </a:lnTo>
                  <a:lnTo>
                    <a:pt x="4601721" y="656952"/>
                  </a:lnTo>
                  <a:lnTo>
                    <a:pt x="4601814" y="656952"/>
                  </a:lnTo>
                  <a:lnTo>
                    <a:pt x="4601908" y="656952"/>
                  </a:lnTo>
                  <a:lnTo>
                    <a:pt x="4602001" y="656952"/>
                  </a:lnTo>
                  <a:lnTo>
                    <a:pt x="4602094" y="656952"/>
                  </a:lnTo>
                  <a:lnTo>
                    <a:pt x="4602187" y="656952"/>
                  </a:lnTo>
                  <a:lnTo>
                    <a:pt x="4602281" y="656952"/>
                  </a:lnTo>
                  <a:lnTo>
                    <a:pt x="4602374" y="656952"/>
                  </a:lnTo>
                  <a:lnTo>
                    <a:pt x="4602467" y="656952"/>
                  </a:lnTo>
                  <a:lnTo>
                    <a:pt x="4602560" y="656952"/>
                  </a:lnTo>
                  <a:lnTo>
                    <a:pt x="4602654" y="656952"/>
                  </a:lnTo>
                  <a:lnTo>
                    <a:pt x="4602747" y="656952"/>
                  </a:lnTo>
                  <a:lnTo>
                    <a:pt x="4602840" y="656952"/>
                  </a:lnTo>
                  <a:lnTo>
                    <a:pt x="4602933" y="656952"/>
                  </a:lnTo>
                  <a:lnTo>
                    <a:pt x="4603027" y="656952"/>
                  </a:lnTo>
                  <a:lnTo>
                    <a:pt x="4603120" y="656952"/>
                  </a:lnTo>
                  <a:lnTo>
                    <a:pt x="4603213" y="656952"/>
                  </a:lnTo>
                  <a:lnTo>
                    <a:pt x="4603306" y="656952"/>
                  </a:lnTo>
                  <a:lnTo>
                    <a:pt x="4603400" y="656952"/>
                  </a:lnTo>
                  <a:lnTo>
                    <a:pt x="4603493" y="656952"/>
                  </a:lnTo>
                  <a:lnTo>
                    <a:pt x="4603586" y="656952"/>
                  </a:lnTo>
                  <a:lnTo>
                    <a:pt x="4603679" y="656952"/>
                  </a:lnTo>
                  <a:lnTo>
                    <a:pt x="4603773" y="656952"/>
                  </a:lnTo>
                  <a:lnTo>
                    <a:pt x="4603866" y="656952"/>
                  </a:lnTo>
                  <a:lnTo>
                    <a:pt x="4603959" y="656952"/>
                  </a:lnTo>
                  <a:lnTo>
                    <a:pt x="4604052" y="656952"/>
                  </a:lnTo>
                  <a:lnTo>
                    <a:pt x="4604146" y="656952"/>
                  </a:lnTo>
                  <a:lnTo>
                    <a:pt x="4604239" y="656952"/>
                  </a:lnTo>
                  <a:lnTo>
                    <a:pt x="4604332" y="656952"/>
                  </a:lnTo>
                  <a:lnTo>
                    <a:pt x="4604425" y="656952"/>
                  </a:lnTo>
                  <a:lnTo>
                    <a:pt x="4604519" y="656952"/>
                  </a:lnTo>
                  <a:lnTo>
                    <a:pt x="4604612" y="656952"/>
                  </a:lnTo>
                  <a:lnTo>
                    <a:pt x="4604705" y="656952"/>
                  </a:lnTo>
                  <a:lnTo>
                    <a:pt x="4604798" y="656952"/>
                  </a:lnTo>
                  <a:lnTo>
                    <a:pt x="4604892" y="656952"/>
                  </a:lnTo>
                  <a:lnTo>
                    <a:pt x="4604985" y="656952"/>
                  </a:lnTo>
                  <a:lnTo>
                    <a:pt x="4605078" y="656952"/>
                  </a:lnTo>
                  <a:lnTo>
                    <a:pt x="4605171" y="656952"/>
                  </a:lnTo>
                  <a:lnTo>
                    <a:pt x="4605265" y="656952"/>
                  </a:lnTo>
                  <a:lnTo>
                    <a:pt x="4605358" y="656952"/>
                  </a:lnTo>
                  <a:lnTo>
                    <a:pt x="4605451" y="656952"/>
                  </a:lnTo>
                  <a:lnTo>
                    <a:pt x="4605544" y="656952"/>
                  </a:lnTo>
                  <a:lnTo>
                    <a:pt x="4605638" y="656952"/>
                  </a:lnTo>
                  <a:lnTo>
                    <a:pt x="4605731" y="656952"/>
                  </a:lnTo>
                  <a:lnTo>
                    <a:pt x="4605824" y="656952"/>
                  </a:lnTo>
                  <a:lnTo>
                    <a:pt x="4605917" y="656952"/>
                  </a:lnTo>
                  <a:lnTo>
                    <a:pt x="4606011" y="656952"/>
                  </a:lnTo>
                  <a:lnTo>
                    <a:pt x="4606104" y="656952"/>
                  </a:lnTo>
                  <a:lnTo>
                    <a:pt x="4606197" y="656952"/>
                  </a:lnTo>
                  <a:lnTo>
                    <a:pt x="4606290" y="656952"/>
                  </a:lnTo>
                  <a:lnTo>
                    <a:pt x="4606384" y="656952"/>
                  </a:lnTo>
                  <a:lnTo>
                    <a:pt x="4606477" y="656952"/>
                  </a:lnTo>
                  <a:lnTo>
                    <a:pt x="4606570" y="656952"/>
                  </a:lnTo>
                  <a:lnTo>
                    <a:pt x="4606663" y="656952"/>
                  </a:lnTo>
                  <a:lnTo>
                    <a:pt x="4606756" y="656952"/>
                  </a:lnTo>
                  <a:lnTo>
                    <a:pt x="4606850" y="656952"/>
                  </a:lnTo>
                  <a:lnTo>
                    <a:pt x="4606943" y="656952"/>
                  </a:lnTo>
                  <a:lnTo>
                    <a:pt x="4607036" y="656952"/>
                  </a:lnTo>
                  <a:lnTo>
                    <a:pt x="4607129" y="656952"/>
                  </a:lnTo>
                  <a:lnTo>
                    <a:pt x="4607223" y="656952"/>
                  </a:lnTo>
                  <a:lnTo>
                    <a:pt x="4607316" y="656952"/>
                  </a:lnTo>
                  <a:lnTo>
                    <a:pt x="4607409" y="656952"/>
                  </a:lnTo>
                  <a:lnTo>
                    <a:pt x="4607502" y="656952"/>
                  </a:lnTo>
                  <a:lnTo>
                    <a:pt x="4607596" y="656952"/>
                  </a:lnTo>
                  <a:lnTo>
                    <a:pt x="4607689" y="656952"/>
                  </a:lnTo>
                  <a:lnTo>
                    <a:pt x="4607782" y="656952"/>
                  </a:lnTo>
                  <a:lnTo>
                    <a:pt x="4607875" y="656952"/>
                  </a:lnTo>
                  <a:lnTo>
                    <a:pt x="4607969" y="656952"/>
                  </a:lnTo>
                  <a:lnTo>
                    <a:pt x="4608062" y="656952"/>
                  </a:lnTo>
                  <a:lnTo>
                    <a:pt x="4608155" y="656952"/>
                  </a:lnTo>
                  <a:lnTo>
                    <a:pt x="4608248" y="656952"/>
                  </a:lnTo>
                  <a:lnTo>
                    <a:pt x="4608342" y="656952"/>
                  </a:lnTo>
                  <a:lnTo>
                    <a:pt x="4608435" y="656952"/>
                  </a:lnTo>
                  <a:lnTo>
                    <a:pt x="4608528" y="656952"/>
                  </a:lnTo>
                  <a:lnTo>
                    <a:pt x="4608621" y="656952"/>
                  </a:lnTo>
                  <a:lnTo>
                    <a:pt x="4608715" y="656952"/>
                  </a:lnTo>
                  <a:lnTo>
                    <a:pt x="4608808" y="656952"/>
                  </a:lnTo>
                  <a:lnTo>
                    <a:pt x="4608901" y="656952"/>
                  </a:lnTo>
                  <a:lnTo>
                    <a:pt x="4608994" y="656952"/>
                  </a:lnTo>
                  <a:lnTo>
                    <a:pt x="4609088" y="656952"/>
                  </a:lnTo>
                  <a:lnTo>
                    <a:pt x="4609181" y="656952"/>
                  </a:lnTo>
                  <a:lnTo>
                    <a:pt x="4609274" y="656952"/>
                  </a:lnTo>
                  <a:lnTo>
                    <a:pt x="4609367" y="656952"/>
                  </a:lnTo>
                  <a:lnTo>
                    <a:pt x="4609461" y="656952"/>
                  </a:lnTo>
                  <a:lnTo>
                    <a:pt x="4609554" y="656952"/>
                  </a:lnTo>
                  <a:lnTo>
                    <a:pt x="4609647" y="656952"/>
                  </a:lnTo>
                  <a:lnTo>
                    <a:pt x="4609740" y="656952"/>
                  </a:lnTo>
                  <a:lnTo>
                    <a:pt x="4609834" y="656952"/>
                  </a:lnTo>
                  <a:lnTo>
                    <a:pt x="4609927" y="656952"/>
                  </a:lnTo>
                  <a:lnTo>
                    <a:pt x="4610020" y="656952"/>
                  </a:lnTo>
                  <a:lnTo>
                    <a:pt x="4610113" y="656952"/>
                  </a:lnTo>
                  <a:lnTo>
                    <a:pt x="4610207" y="656952"/>
                  </a:lnTo>
                  <a:lnTo>
                    <a:pt x="4610300" y="656952"/>
                  </a:lnTo>
                  <a:lnTo>
                    <a:pt x="4610393" y="656952"/>
                  </a:lnTo>
                  <a:lnTo>
                    <a:pt x="4610486" y="656952"/>
                  </a:lnTo>
                  <a:lnTo>
                    <a:pt x="4610580" y="656952"/>
                  </a:lnTo>
                  <a:lnTo>
                    <a:pt x="4610673" y="656952"/>
                  </a:lnTo>
                  <a:lnTo>
                    <a:pt x="4610766" y="656952"/>
                  </a:lnTo>
                  <a:lnTo>
                    <a:pt x="4610859" y="656952"/>
                  </a:lnTo>
                  <a:lnTo>
                    <a:pt x="4610953" y="656952"/>
                  </a:lnTo>
                  <a:lnTo>
                    <a:pt x="4611046" y="656952"/>
                  </a:lnTo>
                  <a:lnTo>
                    <a:pt x="4611139" y="656952"/>
                  </a:lnTo>
                  <a:lnTo>
                    <a:pt x="4611232" y="656952"/>
                  </a:lnTo>
                  <a:lnTo>
                    <a:pt x="4611326" y="656952"/>
                  </a:lnTo>
                  <a:lnTo>
                    <a:pt x="4611419" y="656952"/>
                  </a:lnTo>
                  <a:lnTo>
                    <a:pt x="4611512" y="656952"/>
                  </a:lnTo>
                  <a:lnTo>
                    <a:pt x="4611605" y="656952"/>
                  </a:lnTo>
                  <a:lnTo>
                    <a:pt x="4611699" y="656952"/>
                  </a:lnTo>
                  <a:lnTo>
                    <a:pt x="4611792" y="656952"/>
                  </a:lnTo>
                  <a:lnTo>
                    <a:pt x="4611885" y="656952"/>
                  </a:lnTo>
                  <a:lnTo>
                    <a:pt x="4611978" y="656952"/>
                  </a:lnTo>
                  <a:lnTo>
                    <a:pt x="4612072" y="656952"/>
                  </a:lnTo>
                  <a:lnTo>
                    <a:pt x="4612165" y="656952"/>
                  </a:lnTo>
                  <a:lnTo>
                    <a:pt x="4612258" y="656952"/>
                  </a:lnTo>
                  <a:lnTo>
                    <a:pt x="4612351" y="656952"/>
                  </a:lnTo>
                  <a:lnTo>
                    <a:pt x="4612445" y="656952"/>
                  </a:lnTo>
                  <a:lnTo>
                    <a:pt x="4612538" y="656952"/>
                  </a:lnTo>
                  <a:lnTo>
                    <a:pt x="4612631" y="656952"/>
                  </a:lnTo>
                  <a:lnTo>
                    <a:pt x="4612724" y="656952"/>
                  </a:lnTo>
                  <a:lnTo>
                    <a:pt x="4612818" y="656952"/>
                  </a:lnTo>
                  <a:lnTo>
                    <a:pt x="4612911" y="656952"/>
                  </a:lnTo>
                  <a:lnTo>
                    <a:pt x="4613004" y="656952"/>
                  </a:lnTo>
                  <a:lnTo>
                    <a:pt x="4613097" y="656952"/>
                  </a:lnTo>
                  <a:lnTo>
                    <a:pt x="4613191" y="656952"/>
                  </a:lnTo>
                  <a:lnTo>
                    <a:pt x="4613284" y="656952"/>
                  </a:lnTo>
                  <a:lnTo>
                    <a:pt x="4613377" y="656952"/>
                  </a:lnTo>
                  <a:lnTo>
                    <a:pt x="4613470" y="656952"/>
                  </a:lnTo>
                  <a:lnTo>
                    <a:pt x="4613564" y="656952"/>
                  </a:lnTo>
                  <a:lnTo>
                    <a:pt x="4613657" y="656952"/>
                  </a:lnTo>
                  <a:lnTo>
                    <a:pt x="4613750" y="656952"/>
                  </a:lnTo>
                  <a:lnTo>
                    <a:pt x="4613843" y="656952"/>
                  </a:lnTo>
                  <a:lnTo>
                    <a:pt x="4613936" y="656952"/>
                  </a:lnTo>
                  <a:lnTo>
                    <a:pt x="4614030" y="656952"/>
                  </a:lnTo>
                  <a:lnTo>
                    <a:pt x="4614123" y="656952"/>
                  </a:lnTo>
                  <a:lnTo>
                    <a:pt x="4614216" y="656952"/>
                  </a:lnTo>
                  <a:lnTo>
                    <a:pt x="4614309" y="656952"/>
                  </a:lnTo>
                  <a:lnTo>
                    <a:pt x="4614403" y="656952"/>
                  </a:lnTo>
                  <a:lnTo>
                    <a:pt x="4614496" y="656952"/>
                  </a:lnTo>
                  <a:lnTo>
                    <a:pt x="4614589" y="656952"/>
                  </a:lnTo>
                  <a:lnTo>
                    <a:pt x="4614682" y="656952"/>
                  </a:lnTo>
                  <a:lnTo>
                    <a:pt x="4614776" y="656952"/>
                  </a:lnTo>
                  <a:lnTo>
                    <a:pt x="4614869" y="656952"/>
                  </a:lnTo>
                  <a:lnTo>
                    <a:pt x="4614962" y="656952"/>
                  </a:lnTo>
                  <a:lnTo>
                    <a:pt x="4615055" y="656952"/>
                  </a:lnTo>
                  <a:lnTo>
                    <a:pt x="4615149" y="656952"/>
                  </a:lnTo>
                  <a:lnTo>
                    <a:pt x="4615242" y="656952"/>
                  </a:lnTo>
                  <a:lnTo>
                    <a:pt x="4615335" y="656952"/>
                  </a:lnTo>
                  <a:lnTo>
                    <a:pt x="4615428" y="656952"/>
                  </a:lnTo>
                  <a:lnTo>
                    <a:pt x="4615522" y="656952"/>
                  </a:lnTo>
                  <a:lnTo>
                    <a:pt x="4615615" y="656952"/>
                  </a:lnTo>
                  <a:lnTo>
                    <a:pt x="4615708" y="656952"/>
                  </a:lnTo>
                  <a:lnTo>
                    <a:pt x="4615801" y="656952"/>
                  </a:lnTo>
                  <a:lnTo>
                    <a:pt x="4615895" y="656952"/>
                  </a:lnTo>
                  <a:lnTo>
                    <a:pt x="4615988" y="656952"/>
                  </a:lnTo>
                  <a:lnTo>
                    <a:pt x="4616081" y="656952"/>
                  </a:lnTo>
                  <a:lnTo>
                    <a:pt x="4616174" y="656952"/>
                  </a:lnTo>
                  <a:lnTo>
                    <a:pt x="4616268" y="656952"/>
                  </a:lnTo>
                  <a:lnTo>
                    <a:pt x="4616361" y="656952"/>
                  </a:lnTo>
                  <a:lnTo>
                    <a:pt x="4616454" y="656952"/>
                  </a:lnTo>
                  <a:lnTo>
                    <a:pt x="4616547" y="656952"/>
                  </a:lnTo>
                  <a:lnTo>
                    <a:pt x="4616641" y="656952"/>
                  </a:lnTo>
                  <a:lnTo>
                    <a:pt x="4616734" y="656952"/>
                  </a:lnTo>
                  <a:lnTo>
                    <a:pt x="4616827" y="656952"/>
                  </a:lnTo>
                  <a:lnTo>
                    <a:pt x="4616920" y="656952"/>
                  </a:lnTo>
                  <a:lnTo>
                    <a:pt x="4617014" y="656952"/>
                  </a:lnTo>
                  <a:lnTo>
                    <a:pt x="4617107" y="656952"/>
                  </a:lnTo>
                  <a:lnTo>
                    <a:pt x="4617200" y="656952"/>
                  </a:lnTo>
                  <a:lnTo>
                    <a:pt x="4617293" y="656952"/>
                  </a:lnTo>
                  <a:lnTo>
                    <a:pt x="4617387" y="656952"/>
                  </a:lnTo>
                  <a:lnTo>
                    <a:pt x="4617480" y="656952"/>
                  </a:lnTo>
                  <a:lnTo>
                    <a:pt x="4617573" y="656952"/>
                  </a:lnTo>
                  <a:lnTo>
                    <a:pt x="4617666" y="656952"/>
                  </a:lnTo>
                  <a:lnTo>
                    <a:pt x="4617760" y="656952"/>
                  </a:lnTo>
                  <a:lnTo>
                    <a:pt x="4617853" y="656952"/>
                  </a:lnTo>
                  <a:lnTo>
                    <a:pt x="4617946" y="656952"/>
                  </a:lnTo>
                  <a:lnTo>
                    <a:pt x="4618039" y="656952"/>
                  </a:lnTo>
                  <a:lnTo>
                    <a:pt x="4618133" y="656952"/>
                  </a:lnTo>
                  <a:lnTo>
                    <a:pt x="4618226" y="656952"/>
                  </a:lnTo>
                  <a:lnTo>
                    <a:pt x="4618319" y="656952"/>
                  </a:lnTo>
                  <a:lnTo>
                    <a:pt x="4618412" y="656952"/>
                  </a:lnTo>
                  <a:lnTo>
                    <a:pt x="4618506" y="656952"/>
                  </a:lnTo>
                  <a:lnTo>
                    <a:pt x="4618599" y="656952"/>
                  </a:lnTo>
                  <a:lnTo>
                    <a:pt x="4618692" y="656952"/>
                  </a:lnTo>
                  <a:lnTo>
                    <a:pt x="4618785" y="656952"/>
                  </a:lnTo>
                  <a:lnTo>
                    <a:pt x="4618879" y="656952"/>
                  </a:lnTo>
                  <a:lnTo>
                    <a:pt x="4618972" y="656952"/>
                  </a:lnTo>
                  <a:lnTo>
                    <a:pt x="4619065" y="656952"/>
                  </a:lnTo>
                  <a:lnTo>
                    <a:pt x="4619158" y="656952"/>
                  </a:lnTo>
                  <a:lnTo>
                    <a:pt x="4619252" y="656952"/>
                  </a:lnTo>
                  <a:lnTo>
                    <a:pt x="4619345" y="656952"/>
                  </a:lnTo>
                  <a:lnTo>
                    <a:pt x="4619438" y="656952"/>
                  </a:lnTo>
                  <a:lnTo>
                    <a:pt x="4619531" y="656952"/>
                  </a:lnTo>
                  <a:lnTo>
                    <a:pt x="4619625" y="656952"/>
                  </a:lnTo>
                  <a:lnTo>
                    <a:pt x="4619718" y="656952"/>
                  </a:lnTo>
                  <a:lnTo>
                    <a:pt x="4619811" y="656952"/>
                  </a:lnTo>
                  <a:lnTo>
                    <a:pt x="4619904" y="656952"/>
                  </a:lnTo>
                  <a:lnTo>
                    <a:pt x="4619998" y="656952"/>
                  </a:lnTo>
                  <a:lnTo>
                    <a:pt x="4620091" y="656952"/>
                  </a:lnTo>
                  <a:lnTo>
                    <a:pt x="4620184" y="656952"/>
                  </a:lnTo>
                  <a:lnTo>
                    <a:pt x="4620277" y="656952"/>
                  </a:lnTo>
                  <a:lnTo>
                    <a:pt x="4620371" y="656952"/>
                  </a:lnTo>
                  <a:lnTo>
                    <a:pt x="4620464" y="656952"/>
                  </a:lnTo>
                  <a:lnTo>
                    <a:pt x="4620557" y="656952"/>
                  </a:lnTo>
                  <a:lnTo>
                    <a:pt x="4620650" y="656952"/>
                  </a:lnTo>
                  <a:lnTo>
                    <a:pt x="4620743" y="656952"/>
                  </a:lnTo>
                  <a:lnTo>
                    <a:pt x="4620837" y="656952"/>
                  </a:lnTo>
                  <a:lnTo>
                    <a:pt x="4620930" y="656952"/>
                  </a:lnTo>
                  <a:lnTo>
                    <a:pt x="4621023" y="656952"/>
                  </a:lnTo>
                  <a:lnTo>
                    <a:pt x="4621116" y="656952"/>
                  </a:lnTo>
                  <a:lnTo>
                    <a:pt x="4621210" y="656952"/>
                  </a:lnTo>
                  <a:lnTo>
                    <a:pt x="4621303" y="656952"/>
                  </a:lnTo>
                  <a:lnTo>
                    <a:pt x="4621396" y="656952"/>
                  </a:lnTo>
                  <a:lnTo>
                    <a:pt x="4621489" y="656952"/>
                  </a:lnTo>
                  <a:lnTo>
                    <a:pt x="4621583" y="656952"/>
                  </a:lnTo>
                  <a:lnTo>
                    <a:pt x="4621676" y="656952"/>
                  </a:lnTo>
                  <a:lnTo>
                    <a:pt x="4621769" y="656952"/>
                  </a:lnTo>
                  <a:lnTo>
                    <a:pt x="4621862" y="656952"/>
                  </a:lnTo>
                  <a:lnTo>
                    <a:pt x="4621956" y="656952"/>
                  </a:lnTo>
                  <a:lnTo>
                    <a:pt x="4622049" y="656952"/>
                  </a:lnTo>
                  <a:lnTo>
                    <a:pt x="4622142" y="656952"/>
                  </a:lnTo>
                  <a:lnTo>
                    <a:pt x="4622235" y="656952"/>
                  </a:lnTo>
                  <a:lnTo>
                    <a:pt x="4622329" y="656952"/>
                  </a:lnTo>
                  <a:lnTo>
                    <a:pt x="4622422" y="656952"/>
                  </a:lnTo>
                  <a:lnTo>
                    <a:pt x="4622515" y="656952"/>
                  </a:lnTo>
                  <a:lnTo>
                    <a:pt x="4622608" y="656952"/>
                  </a:lnTo>
                  <a:lnTo>
                    <a:pt x="4622702" y="656952"/>
                  </a:lnTo>
                  <a:lnTo>
                    <a:pt x="4622795" y="656952"/>
                  </a:lnTo>
                  <a:lnTo>
                    <a:pt x="4622888" y="656952"/>
                  </a:lnTo>
                  <a:lnTo>
                    <a:pt x="4622981" y="656952"/>
                  </a:lnTo>
                  <a:lnTo>
                    <a:pt x="4623075" y="656952"/>
                  </a:lnTo>
                  <a:lnTo>
                    <a:pt x="4623168" y="656952"/>
                  </a:lnTo>
                  <a:lnTo>
                    <a:pt x="4623261" y="656952"/>
                  </a:lnTo>
                  <a:lnTo>
                    <a:pt x="4623261" y="646998"/>
                  </a:lnTo>
                  <a:lnTo>
                    <a:pt x="4623354" y="646998"/>
                  </a:lnTo>
                  <a:lnTo>
                    <a:pt x="4623448" y="646998"/>
                  </a:lnTo>
                  <a:lnTo>
                    <a:pt x="4623541" y="646998"/>
                  </a:lnTo>
                  <a:lnTo>
                    <a:pt x="4623634" y="646998"/>
                  </a:lnTo>
                  <a:lnTo>
                    <a:pt x="4623727" y="646998"/>
                  </a:lnTo>
                  <a:lnTo>
                    <a:pt x="4623821" y="646998"/>
                  </a:lnTo>
                  <a:lnTo>
                    <a:pt x="4623914" y="646998"/>
                  </a:lnTo>
                  <a:lnTo>
                    <a:pt x="4624007" y="646998"/>
                  </a:lnTo>
                  <a:lnTo>
                    <a:pt x="4624100" y="646998"/>
                  </a:lnTo>
                  <a:lnTo>
                    <a:pt x="4624194" y="646998"/>
                  </a:lnTo>
                  <a:lnTo>
                    <a:pt x="4624287" y="646998"/>
                  </a:lnTo>
                  <a:lnTo>
                    <a:pt x="4624380" y="646998"/>
                  </a:lnTo>
                  <a:lnTo>
                    <a:pt x="4624473" y="646998"/>
                  </a:lnTo>
                  <a:lnTo>
                    <a:pt x="4624567" y="646998"/>
                  </a:lnTo>
                  <a:lnTo>
                    <a:pt x="4624660" y="646998"/>
                  </a:lnTo>
                  <a:lnTo>
                    <a:pt x="4624753" y="646998"/>
                  </a:lnTo>
                  <a:lnTo>
                    <a:pt x="4624846" y="646998"/>
                  </a:lnTo>
                  <a:lnTo>
                    <a:pt x="4624940" y="646998"/>
                  </a:lnTo>
                  <a:lnTo>
                    <a:pt x="4625033" y="646998"/>
                  </a:lnTo>
                  <a:lnTo>
                    <a:pt x="4625126" y="646998"/>
                  </a:lnTo>
                  <a:lnTo>
                    <a:pt x="4625219" y="646998"/>
                  </a:lnTo>
                  <a:lnTo>
                    <a:pt x="4625313" y="646998"/>
                  </a:lnTo>
                  <a:lnTo>
                    <a:pt x="4625406" y="646998"/>
                  </a:lnTo>
                  <a:lnTo>
                    <a:pt x="4625499" y="646998"/>
                  </a:lnTo>
                  <a:lnTo>
                    <a:pt x="4625592" y="646998"/>
                  </a:lnTo>
                  <a:lnTo>
                    <a:pt x="4625686" y="646998"/>
                  </a:lnTo>
                  <a:lnTo>
                    <a:pt x="4625779" y="646998"/>
                  </a:lnTo>
                  <a:lnTo>
                    <a:pt x="4625872" y="646998"/>
                  </a:lnTo>
                  <a:lnTo>
                    <a:pt x="4625965" y="646998"/>
                  </a:lnTo>
                  <a:lnTo>
                    <a:pt x="4626059" y="646998"/>
                  </a:lnTo>
                  <a:lnTo>
                    <a:pt x="4626152" y="646998"/>
                  </a:lnTo>
                  <a:lnTo>
                    <a:pt x="4626245" y="646998"/>
                  </a:lnTo>
                  <a:lnTo>
                    <a:pt x="4626338" y="646998"/>
                  </a:lnTo>
                  <a:lnTo>
                    <a:pt x="4626432" y="646998"/>
                  </a:lnTo>
                  <a:lnTo>
                    <a:pt x="4626525" y="646998"/>
                  </a:lnTo>
                  <a:lnTo>
                    <a:pt x="4626618" y="646998"/>
                  </a:lnTo>
                  <a:lnTo>
                    <a:pt x="4626711" y="646998"/>
                  </a:lnTo>
                  <a:lnTo>
                    <a:pt x="4626805" y="646998"/>
                  </a:lnTo>
                  <a:lnTo>
                    <a:pt x="4626898" y="646998"/>
                  </a:lnTo>
                  <a:lnTo>
                    <a:pt x="4626991" y="646998"/>
                  </a:lnTo>
                  <a:lnTo>
                    <a:pt x="4627084" y="646998"/>
                  </a:lnTo>
                  <a:lnTo>
                    <a:pt x="4627178" y="646998"/>
                  </a:lnTo>
                  <a:lnTo>
                    <a:pt x="4627271" y="646998"/>
                  </a:lnTo>
                  <a:lnTo>
                    <a:pt x="4627364" y="646998"/>
                  </a:lnTo>
                  <a:lnTo>
                    <a:pt x="4627457" y="646998"/>
                  </a:lnTo>
                  <a:lnTo>
                    <a:pt x="4627550" y="646998"/>
                  </a:lnTo>
                  <a:lnTo>
                    <a:pt x="4627644" y="646998"/>
                  </a:lnTo>
                  <a:lnTo>
                    <a:pt x="4627737" y="646998"/>
                  </a:lnTo>
                  <a:lnTo>
                    <a:pt x="4627830" y="646998"/>
                  </a:lnTo>
                  <a:lnTo>
                    <a:pt x="4627923" y="646998"/>
                  </a:lnTo>
                  <a:lnTo>
                    <a:pt x="4628017" y="646998"/>
                  </a:lnTo>
                  <a:lnTo>
                    <a:pt x="4628110" y="646998"/>
                  </a:lnTo>
                  <a:lnTo>
                    <a:pt x="4628203" y="646998"/>
                  </a:lnTo>
                  <a:lnTo>
                    <a:pt x="4628296" y="646998"/>
                  </a:lnTo>
                  <a:lnTo>
                    <a:pt x="4628390" y="646998"/>
                  </a:lnTo>
                  <a:lnTo>
                    <a:pt x="4628483" y="646998"/>
                  </a:lnTo>
                  <a:lnTo>
                    <a:pt x="4628576" y="646998"/>
                  </a:lnTo>
                  <a:lnTo>
                    <a:pt x="4628669" y="646998"/>
                  </a:lnTo>
                  <a:lnTo>
                    <a:pt x="4628763" y="646998"/>
                  </a:lnTo>
                  <a:lnTo>
                    <a:pt x="4628856" y="646998"/>
                  </a:lnTo>
                  <a:lnTo>
                    <a:pt x="4628949" y="646998"/>
                  </a:lnTo>
                  <a:lnTo>
                    <a:pt x="4629042" y="646998"/>
                  </a:lnTo>
                  <a:lnTo>
                    <a:pt x="4629136" y="646998"/>
                  </a:lnTo>
                  <a:lnTo>
                    <a:pt x="4629229" y="646998"/>
                  </a:lnTo>
                  <a:lnTo>
                    <a:pt x="4629322" y="646998"/>
                  </a:lnTo>
                  <a:lnTo>
                    <a:pt x="4629415" y="646998"/>
                  </a:lnTo>
                  <a:lnTo>
                    <a:pt x="4629509" y="646998"/>
                  </a:lnTo>
                  <a:lnTo>
                    <a:pt x="4629602" y="646998"/>
                  </a:lnTo>
                  <a:lnTo>
                    <a:pt x="4629695" y="646998"/>
                  </a:lnTo>
                  <a:lnTo>
                    <a:pt x="4629788" y="646998"/>
                  </a:lnTo>
                  <a:lnTo>
                    <a:pt x="4629882" y="646998"/>
                  </a:lnTo>
                  <a:lnTo>
                    <a:pt x="4629975" y="646998"/>
                  </a:lnTo>
                  <a:lnTo>
                    <a:pt x="4630068" y="646998"/>
                  </a:lnTo>
                  <a:lnTo>
                    <a:pt x="4630161" y="646998"/>
                  </a:lnTo>
                  <a:lnTo>
                    <a:pt x="4630255" y="646998"/>
                  </a:lnTo>
                  <a:lnTo>
                    <a:pt x="4630348" y="646998"/>
                  </a:lnTo>
                  <a:lnTo>
                    <a:pt x="4630441" y="646998"/>
                  </a:lnTo>
                  <a:lnTo>
                    <a:pt x="4630534" y="646998"/>
                  </a:lnTo>
                  <a:lnTo>
                    <a:pt x="4630628" y="646998"/>
                  </a:lnTo>
                  <a:lnTo>
                    <a:pt x="4630721" y="646998"/>
                  </a:lnTo>
                  <a:lnTo>
                    <a:pt x="4630814" y="646998"/>
                  </a:lnTo>
                  <a:lnTo>
                    <a:pt x="4630907" y="646998"/>
                  </a:lnTo>
                  <a:lnTo>
                    <a:pt x="4631001" y="646998"/>
                  </a:lnTo>
                  <a:lnTo>
                    <a:pt x="4631094" y="646998"/>
                  </a:lnTo>
                  <a:lnTo>
                    <a:pt x="4631187" y="646998"/>
                  </a:lnTo>
                  <a:lnTo>
                    <a:pt x="4631280" y="646998"/>
                  </a:lnTo>
                  <a:lnTo>
                    <a:pt x="4631374" y="646998"/>
                  </a:lnTo>
                  <a:lnTo>
                    <a:pt x="4631467" y="646998"/>
                  </a:lnTo>
                  <a:lnTo>
                    <a:pt x="4631560" y="646998"/>
                  </a:lnTo>
                  <a:lnTo>
                    <a:pt x="4631653" y="646998"/>
                  </a:lnTo>
                  <a:lnTo>
                    <a:pt x="4631747" y="646998"/>
                  </a:lnTo>
                  <a:lnTo>
                    <a:pt x="4631840" y="646998"/>
                  </a:lnTo>
                  <a:lnTo>
                    <a:pt x="4631933" y="646998"/>
                  </a:lnTo>
                  <a:lnTo>
                    <a:pt x="4632026" y="646998"/>
                  </a:lnTo>
                  <a:lnTo>
                    <a:pt x="4632120" y="646998"/>
                  </a:lnTo>
                  <a:lnTo>
                    <a:pt x="4632213" y="646998"/>
                  </a:lnTo>
                  <a:lnTo>
                    <a:pt x="4632306" y="646998"/>
                  </a:lnTo>
                  <a:lnTo>
                    <a:pt x="4632399" y="646998"/>
                  </a:lnTo>
                  <a:lnTo>
                    <a:pt x="4632493" y="646998"/>
                  </a:lnTo>
                  <a:lnTo>
                    <a:pt x="4632586" y="646998"/>
                  </a:lnTo>
                  <a:lnTo>
                    <a:pt x="4632679" y="646998"/>
                  </a:lnTo>
                  <a:lnTo>
                    <a:pt x="4632772" y="646998"/>
                  </a:lnTo>
                  <a:lnTo>
                    <a:pt x="4632866" y="646998"/>
                  </a:lnTo>
                  <a:lnTo>
                    <a:pt x="4632959" y="646998"/>
                  </a:lnTo>
                  <a:lnTo>
                    <a:pt x="4633052" y="646998"/>
                  </a:lnTo>
                  <a:lnTo>
                    <a:pt x="4633145" y="646998"/>
                  </a:lnTo>
                  <a:lnTo>
                    <a:pt x="4633239" y="646998"/>
                  </a:lnTo>
                  <a:lnTo>
                    <a:pt x="4633332" y="646998"/>
                  </a:lnTo>
                  <a:lnTo>
                    <a:pt x="4633425" y="646998"/>
                  </a:lnTo>
                  <a:lnTo>
                    <a:pt x="4633425" y="637044"/>
                  </a:lnTo>
                  <a:lnTo>
                    <a:pt x="4633518" y="637044"/>
                  </a:lnTo>
                  <a:lnTo>
                    <a:pt x="4633612" y="637044"/>
                  </a:lnTo>
                  <a:lnTo>
                    <a:pt x="4633705" y="637044"/>
                  </a:lnTo>
                  <a:lnTo>
                    <a:pt x="4633798" y="637044"/>
                  </a:lnTo>
                  <a:lnTo>
                    <a:pt x="4633891" y="637044"/>
                  </a:lnTo>
                  <a:lnTo>
                    <a:pt x="4633985" y="637044"/>
                  </a:lnTo>
                  <a:lnTo>
                    <a:pt x="4634078" y="637044"/>
                  </a:lnTo>
                  <a:lnTo>
                    <a:pt x="4634171" y="637044"/>
                  </a:lnTo>
                  <a:lnTo>
                    <a:pt x="4634264" y="637044"/>
                  </a:lnTo>
                  <a:lnTo>
                    <a:pt x="4634358" y="637044"/>
                  </a:lnTo>
                  <a:lnTo>
                    <a:pt x="4634451" y="637044"/>
                  </a:lnTo>
                  <a:lnTo>
                    <a:pt x="4634544" y="637044"/>
                  </a:lnTo>
                  <a:lnTo>
                    <a:pt x="4634637" y="637044"/>
                  </a:lnTo>
                  <a:lnTo>
                    <a:pt x="4634730" y="637044"/>
                  </a:lnTo>
                  <a:lnTo>
                    <a:pt x="4634824" y="637044"/>
                  </a:lnTo>
                  <a:lnTo>
                    <a:pt x="4634917" y="637044"/>
                  </a:lnTo>
                  <a:lnTo>
                    <a:pt x="4635010" y="637044"/>
                  </a:lnTo>
                  <a:lnTo>
                    <a:pt x="4635103" y="637044"/>
                  </a:lnTo>
                  <a:lnTo>
                    <a:pt x="4635197" y="637044"/>
                  </a:lnTo>
                  <a:lnTo>
                    <a:pt x="4635290" y="637044"/>
                  </a:lnTo>
                  <a:lnTo>
                    <a:pt x="4635383" y="637044"/>
                  </a:lnTo>
                  <a:lnTo>
                    <a:pt x="4635476" y="637044"/>
                  </a:lnTo>
                  <a:lnTo>
                    <a:pt x="4635570" y="637044"/>
                  </a:lnTo>
                  <a:lnTo>
                    <a:pt x="4635663" y="637044"/>
                  </a:lnTo>
                  <a:lnTo>
                    <a:pt x="4635756" y="637044"/>
                  </a:lnTo>
                  <a:lnTo>
                    <a:pt x="4635849" y="637044"/>
                  </a:lnTo>
                  <a:lnTo>
                    <a:pt x="4635943" y="637044"/>
                  </a:lnTo>
                  <a:lnTo>
                    <a:pt x="4636036" y="637044"/>
                  </a:lnTo>
                  <a:lnTo>
                    <a:pt x="4636129" y="637044"/>
                  </a:lnTo>
                  <a:lnTo>
                    <a:pt x="4636222" y="637044"/>
                  </a:lnTo>
                  <a:lnTo>
                    <a:pt x="4636316" y="637044"/>
                  </a:lnTo>
                  <a:lnTo>
                    <a:pt x="4636409" y="637044"/>
                  </a:lnTo>
                  <a:lnTo>
                    <a:pt x="4636502" y="637044"/>
                  </a:lnTo>
                  <a:lnTo>
                    <a:pt x="4636595" y="637044"/>
                  </a:lnTo>
                  <a:lnTo>
                    <a:pt x="4636689" y="637044"/>
                  </a:lnTo>
                  <a:lnTo>
                    <a:pt x="4636782" y="637044"/>
                  </a:lnTo>
                  <a:lnTo>
                    <a:pt x="4636875" y="637044"/>
                  </a:lnTo>
                  <a:lnTo>
                    <a:pt x="4636968" y="637044"/>
                  </a:lnTo>
                  <a:lnTo>
                    <a:pt x="4637062" y="637044"/>
                  </a:lnTo>
                  <a:lnTo>
                    <a:pt x="4637155" y="637044"/>
                  </a:lnTo>
                  <a:lnTo>
                    <a:pt x="4637248" y="637044"/>
                  </a:lnTo>
                  <a:lnTo>
                    <a:pt x="4637341" y="637044"/>
                  </a:lnTo>
                  <a:lnTo>
                    <a:pt x="4637435" y="637044"/>
                  </a:lnTo>
                  <a:lnTo>
                    <a:pt x="4637528" y="637044"/>
                  </a:lnTo>
                  <a:lnTo>
                    <a:pt x="4637621" y="637044"/>
                  </a:lnTo>
                  <a:lnTo>
                    <a:pt x="4637714" y="637044"/>
                  </a:lnTo>
                  <a:lnTo>
                    <a:pt x="4637808" y="637044"/>
                  </a:lnTo>
                  <a:lnTo>
                    <a:pt x="4637901" y="637044"/>
                  </a:lnTo>
                  <a:lnTo>
                    <a:pt x="4637994" y="637044"/>
                  </a:lnTo>
                  <a:lnTo>
                    <a:pt x="4638087" y="637044"/>
                  </a:lnTo>
                  <a:lnTo>
                    <a:pt x="4638181" y="637044"/>
                  </a:lnTo>
                  <a:lnTo>
                    <a:pt x="4638274" y="637044"/>
                  </a:lnTo>
                  <a:lnTo>
                    <a:pt x="4638367" y="637044"/>
                  </a:lnTo>
                  <a:lnTo>
                    <a:pt x="4638460" y="637044"/>
                  </a:lnTo>
                  <a:lnTo>
                    <a:pt x="4638554" y="637044"/>
                  </a:lnTo>
                  <a:lnTo>
                    <a:pt x="4638647" y="637044"/>
                  </a:lnTo>
                  <a:lnTo>
                    <a:pt x="4638740" y="637044"/>
                  </a:lnTo>
                  <a:lnTo>
                    <a:pt x="4638833" y="637044"/>
                  </a:lnTo>
                  <a:lnTo>
                    <a:pt x="4638927" y="637044"/>
                  </a:lnTo>
                  <a:lnTo>
                    <a:pt x="4639020" y="637044"/>
                  </a:lnTo>
                  <a:lnTo>
                    <a:pt x="4639113" y="637044"/>
                  </a:lnTo>
                  <a:lnTo>
                    <a:pt x="4639206" y="637044"/>
                  </a:lnTo>
                  <a:lnTo>
                    <a:pt x="4639300" y="637044"/>
                  </a:lnTo>
                  <a:lnTo>
                    <a:pt x="4639393" y="637044"/>
                  </a:lnTo>
                  <a:lnTo>
                    <a:pt x="4639486" y="637044"/>
                  </a:lnTo>
                  <a:lnTo>
                    <a:pt x="4639579" y="637044"/>
                  </a:lnTo>
                  <a:lnTo>
                    <a:pt x="4639673" y="637044"/>
                  </a:lnTo>
                  <a:lnTo>
                    <a:pt x="4639766" y="637044"/>
                  </a:lnTo>
                  <a:lnTo>
                    <a:pt x="4639859" y="637044"/>
                  </a:lnTo>
                  <a:lnTo>
                    <a:pt x="4639952" y="637044"/>
                  </a:lnTo>
                  <a:lnTo>
                    <a:pt x="4640046" y="637044"/>
                  </a:lnTo>
                  <a:lnTo>
                    <a:pt x="4640139" y="637044"/>
                  </a:lnTo>
                  <a:lnTo>
                    <a:pt x="4640232" y="637044"/>
                  </a:lnTo>
                  <a:lnTo>
                    <a:pt x="4640325" y="637044"/>
                  </a:lnTo>
                  <a:lnTo>
                    <a:pt x="4640419" y="637044"/>
                  </a:lnTo>
                  <a:lnTo>
                    <a:pt x="4640512" y="637044"/>
                  </a:lnTo>
                  <a:lnTo>
                    <a:pt x="4640605" y="637044"/>
                  </a:lnTo>
                  <a:lnTo>
                    <a:pt x="4640698" y="637044"/>
                  </a:lnTo>
                  <a:lnTo>
                    <a:pt x="4640792" y="637044"/>
                  </a:lnTo>
                  <a:lnTo>
                    <a:pt x="4640885" y="637044"/>
                  </a:lnTo>
                  <a:lnTo>
                    <a:pt x="4640978" y="637044"/>
                  </a:lnTo>
                  <a:lnTo>
                    <a:pt x="4641071" y="637044"/>
                  </a:lnTo>
                  <a:lnTo>
                    <a:pt x="4641165" y="637044"/>
                  </a:lnTo>
                  <a:lnTo>
                    <a:pt x="4641258" y="637044"/>
                  </a:lnTo>
                  <a:lnTo>
                    <a:pt x="4641351" y="637044"/>
                  </a:lnTo>
                  <a:lnTo>
                    <a:pt x="4641444" y="637044"/>
                  </a:lnTo>
                  <a:lnTo>
                    <a:pt x="4641537" y="637044"/>
                  </a:lnTo>
                  <a:lnTo>
                    <a:pt x="4641631" y="637044"/>
                  </a:lnTo>
                  <a:lnTo>
                    <a:pt x="4641724" y="637044"/>
                  </a:lnTo>
                  <a:lnTo>
                    <a:pt x="4641817" y="637044"/>
                  </a:lnTo>
                  <a:lnTo>
                    <a:pt x="4641910" y="637044"/>
                  </a:lnTo>
                  <a:lnTo>
                    <a:pt x="4642004" y="637044"/>
                  </a:lnTo>
                  <a:lnTo>
                    <a:pt x="4642097" y="637044"/>
                  </a:lnTo>
                  <a:lnTo>
                    <a:pt x="4642190" y="637044"/>
                  </a:lnTo>
                  <a:lnTo>
                    <a:pt x="4642283" y="637044"/>
                  </a:lnTo>
                  <a:lnTo>
                    <a:pt x="4642377" y="637044"/>
                  </a:lnTo>
                  <a:lnTo>
                    <a:pt x="4642470" y="637044"/>
                  </a:lnTo>
                  <a:lnTo>
                    <a:pt x="4642563" y="637044"/>
                  </a:lnTo>
                  <a:lnTo>
                    <a:pt x="4642656" y="637044"/>
                  </a:lnTo>
                  <a:lnTo>
                    <a:pt x="4642750" y="637044"/>
                  </a:lnTo>
                  <a:lnTo>
                    <a:pt x="4642843" y="637044"/>
                  </a:lnTo>
                  <a:lnTo>
                    <a:pt x="4642936" y="637044"/>
                  </a:lnTo>
                  <a:lnTo>
                    <a:pt x="4643029" y="637044"/>
                  </a:lnTo>
                  <a:lnTo>
                    <a:pt x="4643123" y="637044"/>
                  </a:lnTo>
                  <a:lnTo>
                    <a:pt x="4643216" y="637044"/>
                  </a:lnTo>
                  <a:lnTo>
                    <a:pt x="4643309" y="637044"/>
                  </a:lnTo>
                  <a:lnTo>
                    <a:pt x="4643402" y="637044"/>
                  </a:lnTo>
                  <a:lnTo>
                    <a:pt x="4643496" y="637044"/>
                  </a:lnTo>
                  <a:lnTo>
                    <a:pt x="4643589" y="637044"/>
                  </a:lnTo>
                  <a:lnTo>
                    <a:pt x="4643682" y="637044"/>
                  </a:lnTo>
                  <a:lnTo>
                    <a:pt x="4643775" y="637044"/>
                  </a:lnTo>
                  <a:lnTo>
                    <a:pt x="4643869" y="637044"/>
                  </a:lnTo>
                  <a:lnTo>
                    <a:pt x="4643962" y="637044"/>
                  </a:lnTo>
                  <a:lnTo>
                    <a:pt x="4644055" y="637044"/>
                  </a:lnTo>
                  <a:lnTo>
                    <a:pt x="4644148" y="637044"/>
                  </a:lnTo>
                  <a:lnTo>
                    <a:pt x="4644242" y="637044"/>
                  </a:lnTo>
                  <a:lnTo>
                    <a:pt x="4644335" y="637044"/>
                  </a:lnTo>
                  <a:lnTo>
                    <a:pt x="4644428" y="637044"/>
                  </a:lnTo>
                  <a:lnTo>
                    <a:pt x="4644521" y="637044"/>
                  </a:lnTo>
                  <a:lnTo>
                    <a:pt x="4644615" y="637044"/>
                  </a:lnTo>
                  <a:lnTo>
                    <a:pt x="4644708" y="637044"/>
                  </a:lnTo>
                  <a:lnTo>
                    <a:pt x="4644801" y="637044"/>
                  </a:lnTo>
                  <a:lnTo>
                    <a:pt x="4644894" y="637044"/>
                  </a:lnTo>
                  <a:lnTo>
                    <a:pt x="4644988" y="637044"/>
                  </a:lnTo>
                  <a:lnTo>
                    <a:pt x="4645081" y="637044"/>
                  </a:lnTo>
                  <a:lnTo>
                    <a:pt x="4645174" y="637044"/>
                  </a:lnTo>
                  <a:lnTo>
                    <a:pt x="4645267" y="637044"/>
                  </a:lnTo>
                  <a:lnTo>
                    <a:pt x="4645361" y="637044"/>
                  </a:lnTo>
                  <a:lnTo>
                    <a:pt x="4645454" y="637044"/>
                  </a:lnTo>
                  <a:lnTo>
                    <a:pt x="4645547" y="637044"/>
                  </a:lnTo>
                  <a:lnTo>
                    <a:pt x="4645640" y="637044"/>
                  </a:lnTo>
                  <a:lnTo>
                    <a:pt x="4645734" y="637044"/>
                  </a:lnTo>
                  <a:lnTo>
                    <a:pt x="4645827" y="637044"/>
                  </a:lnTo>
                  <a:lnTo>
                    <a:pt x="4645920" y="637044"/>
                  </a:lnTo>
                  <a:lnTo>
                    <a:pt x="4646013" y="637044"/>
                  </a:lnTo>
                  <a:lnTo>
                    <a:pt x="4646107" y="637044"/>
                  </a:lnTo>
                  <a:lnTo>
                    <a:pt x="4646200" y="637044"/>
                  </a:lnTo>
                  <a:lnTo>
                    <a:pt x="4646293" y="637044"/>
                  </a:lnTo>
                  <a:lnTo>
                    <a:pt x="4646386" y="637044"/>
                  </a:lnTo>
                  <a:lnTo>
                    <a:pt x="4646480" y="637044"/>
                  </a:lnTo>
                  <a:lnTo>
                    <a:pt x="4646573" y="637044"/>
                  </a:lnTo>
                  <a:lnTo>
                    <a:pt x="4646666" y="637044"/>
                  </a:lnTo>
                  <a:lnTo>
                    <a:pt x="4646759" y="637044"/>
                  </a:lnTo>
                  <a:lnTo>
                    <a:pt x="4646853" y="637044"/>
                  </a:lnTo>
                  <a:lnTo>
                    <a:pt x="4646946" y="637044"/>
                  </a:lnTo>
                  <a:lnTo>
                    <a:pt x="4647039" y="637044"/>
                  </a:lnTo>
                  <a:lnTo>
                    <a:pt x="4647132" y="637044"/>
                  </a:lnTo>
                  <a:lnTo>
                    <a:pt x="4647226" y="637044"/>
                  </a:lnTo>
                  <a:lnTo>
                    <a:pt x="4647319" y="637044"/>
                  </a:lnTo>
                  <a:lnTo>
                    <a:pt x="4647412" y="637044"/>
                  </a:lnTo>
                  <a:lnTo>
                    <a:pt x="4647505" y="637044"/>
                  </a:lnTo>
                  <a:lnTo>
                    <a:pt x="4647599" y="637044"/>
                  </a:lnTo>
                  <a:lnTo>
                    <a:pt x="4647692" y="637044"/>
                  </a:lnTo>
                  <a:lnTo>
                    <a:pt x="4647785" y="637044"/>
                  </a:lnTo>
                  <a:lnTo>
                    <a:pt x="4647878" y="637044"/>
                  </a:lnTo>
                  <a:lnTo>
                    <a:pt x="4647972" y="637044"/>
                  </a:lnTo>
                  <a:lnTo>
                    <a:pt x="4648065" y="637044"/>
                  </a:lnTo>
                  <a:lnTo>
                    <a:pt x="4648158" y="637044"/>
                  </a:lnTo>
                  <a:lnTo>
                    <a:pt x="4648251" y="637044"/>
                  </a:lnTo>
                  <a:lnTo>
                    <a:pt x="4648344" y="637044"/>
                  </a:lnTo>
                  <a:lnTo>
                    <a:pt x="4648438" y="637044"/>
                  </a:lnTo>
                  <a:lnTo>
                    <a:pt x="4648531" y="637044"/>
                  </a:lnTo>
                  <a:lnTo>
                    <a:pt x="4648624" y="637044"/>
                  </a:lnTo>
                  <a:lnTo>
                    <a:pt x="4648717" y="637044"/>
                  </a:lnTo>
                  <a:lnTo>
                    <a:pt x="4648811" y="637044"/>
                  </a:lnTo>
                  <a:lnTo>
                    <a:pt x="4648904" y="637044"/>
                  </a:lnTo>
                  <a:lnTo>
                    <a:pt x="4648997" y="637044"/>
                  </a:lnTo>
                  <a:lnTo>
                    <a:pt x="4649090" y="637044"/>
                  </a:lnTo>
                  <a:lnTo>
                    <a:pt x="4649184" y="637044"/>
                  </a:lnTo>
                  <a:lnTo>
                    <a:pt x="4649277" y="637044"/>
                  </a:lnTo>
                  <a:lnTo>
                    <a:pt x="4649370" y="637044"/>
                  </a:lnTo>
                  <a:lnTo>
                    <a:pt x="4649463" y="637044"/>
                  </a:lnTo>
                  <a:lnTo>
                    <a:pt x="4649557" y="637044"/>
                  </a:lnTo>
                  <a:lnTo>
                    <a:pt x="4649650" y="637044"/>
                  </a:lnTo>
                  <a:lnTo>
                    <a:pt x="4649743" y="637044"/>
                  </a:lnTo>
                  <a:lnTo>
                    <a:pt x="4649836" y="637044"/>
                  </a:lnTo>
                  <a:lnTo>
                    <a:pt x="4649930" y="637044"/>
                  </a:lnTo>
                  <a:lnTo>
                    <a:pt x="4650023" y="637044"/>
                  </a:lnTo>
                  <a:lnTo>
                    <a:pt x="4650116" y="637044"/>
                  </a:lnTo>
                  <a:lnTo>
                    <a:pt x="4650209" y="637044"/>
                  </a:lnTo>
                  <a:lnTo>
                    <a:pt x="4650303" y="637044"/>
                  </a:lnTo>
                  <a:lnTo>
                    <a:pt x="4650396" y="637044"/>
                  </a:lnTo>
                  <a:lnTo>
                    <a:pt x="4650489" y="637044"/>
                  </a:lnTo>
                  <a:lnTo>
                    <a:pt x="4650582" y="637044"/>
                  </a:lnTo>
                  <a:lnTo>
                    <a:pt x="4650676" y="637044"/>
                  </a:lnTo>
                  <a:lnTo>
                    <a:pt x="4650769" y="637044"/>
                  </a:lnTo>
                  <a:lnTo>
                    <a:pt x="4650862" y="637044"/>
                  </a:lnTo>
                  <a:lnTo>
                    <a:pt x="4650955" y="637044"/>
                  </a:lnTo>
                  <a:lnTo>
                    <a:pt x="4651049" y="637044"/>
                  </a:lnTo>
                  <a:lnTo>
                    <a:pt x="4651142" y="637044"/>
                  </a:lnTo>
                  <a:lnTo>
                    <a:pt x="4651235" y="637044"/>
                  </a:lnTo>
                  <a:lnTo>
                    <a:pt x="4651328" y="637044"/>
                  </a:lnTo>
                  <a:lnTo>
                    <a:pt x="4651422" y="637044"/>
                  </a:lnTo>
                  <a:lnTo>
                    <a:pt x="4651515" y="637044"/>
                  </a:lnTo>
                  <a:lnTo>
                    <a:pt x="4651608" y="637044"/>
                  </a:lnTo>
                  <a:lnTo>
                    <a:pt x="4651701" y="637044"/>
                  </a:lnTo>
                  <a:lnTo>
                    <a:pt x="4651795" y="637044"/>
                  </a:lnTo>
                  <a:lnTo>
                    <a:pt x="4651888" y="637044"/>
                  </a:lnTo>
                  <a:lnTo>
                    <a:pt x="4651981" y="637044"/>
                  </a:lnTo>
                  <a:lnTo>
                    <a:pt x="4652074" y="637044"/>
                  </a:lnTo>
                  <a:lnTo>
                    <a:pt x="4652168" y="637044"/>
                  </a:lnTo>
                  <a:lnTo>
                    <a:pt x="4652168" y="627090"/>
                  </a:lnTo>
                  <a:lnTo>
                    <a:pt x="4652261" y="627090"/>
                  </a:lnTo>
                  <a:lnTo>
                    <a:pt x="4652354" y="627090"/>
                  </a:lnTo>
                  <a:lnTo>
                    <a:pt x="4652447" y="627090"/>
                  </a:lnTo>
                  <a:lnTo>
                    <a:pt x="4652541" y="627090"/>
                  </a:lnTo>
                  <a:lnTo>
                    <a:pt x="4652634" y="627090"/>
                  </a:lnTo>
                  <a:lnTo>
                    <a:pt x="4652727" y="627090"/>
                  </a:lnTo>
                  <a:lnTo>
                    <a:pt x="4652727" y="617137"/>
                  </a:lnTo>
                  <a:lnTo>
                    <a:pt x="4652820" y="617137"/>
                  </a:lnTo>
                  <a:lnTo>
                    <a:pt x="4652914" y="617137"/>
                  </a:lnTo>
                  <a:lnTo>
                    <a:pt x="4653007" y="617137"/>
                  </a:lnTo>
                  <a:lnTo>
                    <a:pt x="4653100" y="617137"/>
                  </a:lnTo>
                  <a:lnTo>
                    <a:pt x="4653193" y="617137"/>
                  </a:lnTo>
                  <a:lnTo>
                    <a:pt x="4653287" y="617137"/>
                  </a:lnTo>
                  <a:lnTo>
                    <a:pt x="4653380" y="617137"/>
                  </a:lnTo>
                  <a:lnTo>
                    <a:pt x="4653473" y="617137"/>
                  </a:lnTo>
                  <a:lnTo>
                    <a:pt x="4653566" y="617137"/>
                  </a:lnTo>
                  <a:lnTo>
                    <a:pt x="4653660" y="617137"/>
                  </a:lnTo>
                  <a:lnTo>
                    <a:pt x="4653753" y="617137"/>
                  </a:lnTo>
                  <a:lnTo>
                    <a:pt x="4653846" y="617137"/>
                  </a:lnTo>
                  <a:lnTo>
                    <a:pt x="4653939" y="617137"/>
                  </a:lnTo>
                  <a:lnTo>
                    <a:pt x="4654033" y="617137"/>
                  </a:lnTo>
                  <a:lnTo>
                    <a:pt x="4654126" y="617137"/>
                  </a:lnTo>
                  <a:lnTo>
                    <a:pt x="4654219" y="617137"/>
                  </a:lnTo>
                  <a:lnTo>
                    <a:pt x="4654312" y="617137"/>
                  </a:lnTo>
                  <a:lnTo>
                    <a:pt x="4654406" y="617137"/>
                  </a:lnTo>
                  <a:lnTo>
                    <a:pt x="4654499" y="617137"/>
                  </a:lnTo>
                  <a:lnTo>
                    <a:pt x="4654592" y="617137"/>
                  </a:lnTo>
                  <a:lnTo>
                    <a:pt x="4654685" y="617137"/>
                  </a:lnTo>
                  <a:lnTo>
                    <a:pt x="4654779" y="617137"/>
                  </a:lnTo>
                  <a:lnTo>
                    <a:pt x="4654872" y="617137"/>
                  </a:lnTo>
                  <a:lnTo>
                    <a:pt x="4654965" y="617137"/>
                  </a:lnTo>
                  <a:lnTo>
                    <a:pt x="4655058" y="617137"/>
                  </a:lnTo>
                  <a:lnTo>
                    <a:pt x="4655152" y="617137"/>
                  </a:lnTo>
                  <a:lnTo>
                    <a:pt x="4655245" y="617137"/>
                  </a:lnTo>
                  <a:lnTo>
                    <a:pt x="4655338" y="617137"/>
                  </a:lnTo>
                  <a:lnTo>
                    <a:pt x="4655431" y="617137"/>
                  </a:lnTo>
                  <a:lnTo>
                    <a:pt x="4655524" y="617137"/>
                  </a:lnTo>
                  <a:lnTo>
                    <a:pt x="4655618" y="617137"/>
                  </a:lnTo>
                  <a:lnTo>
                    <a:pt x="4655711" y="617137"/>
                  </a:lnTo>
                  <a:lnTo>
                    <a:pt x="4655804" y="617137"/>
                  </a:lnTo>
                  <a:lnTo>
                    <a:pt x="4655897" y="617137"/>
                  </a:lnTo>
                  <a:lnTo>
                    <a:pt x="4655991" y="617137"/>
                  </a:lnTo>
                  <a:lnTo>
                    <a:pt x="4656084" y="617137"/>
                  </a:lnTo>
                  <a:lnTo>
                    <a:pt x="4656177" y="617137"/>
                  </a:lnTo>
                  <a:lnTo>
                    <a:pt x="4656270" y="617137"/>
                  </a:lnTo>
                  <a:lnTo>
                    <a:pt x="4656364" y="617137"/>
                  </a:lnTo>
                  <a:lnTo>
                    <a:pt x="4656457" y="617137"/>
                  </a:lnTo>
                  <a:lnTo>
                    <a:pt x="4656550" y="617137"/>
                  </a:lnTo>
                  <a:lnTo>
                    <a:pt x="4656643" y="617137"/>
                  </a:lnTo>
                  <a:lnTo>
                    <a:pt x="4656737" y="617137"/>
                  </a:lnTo>
                  <a:lnTo>
                    <a:pt x="4656830" y="617137"/>
                  </a:lnTo>
                  <a:lnTo>
                    <a:pt x="4656923" y="617137"/>
                  </a:lnTo>
                  <a:lnTo>
                    <a:pt x="4657016" y="617137"/>
                  </a:lnTo>
                  <a:lnTo>
                    <a:pt x="4657110" y="617137"/>
                  </a:lnTo>
                  <a:lnTo>
                    <a:pt x="4657203" y="617137"/>
                  </a:lnTo>
                  <a:lnTo>
                    <a:pt x="4657296" y="617137"/>
                  </a:lnTo>
                  <a:lnTo>
                    <a:pt x="4657389" y="617137"/>
                  </a:lnTo>
                  <a:lnTo>
                    <a:pt x="4657483" y="617137"/>
                  </a:lnTo>
                  <a:lnTo>
                    <a:pt x="4657576" y="617137"/>
                  </a:lnTo>
                  <a:lnTo>
                    <a:pt x="4657669" y="617137"/>
                  </a:lnTo>
                  <a:lnTo>
                    <a:pt x="4657762" y="617137"/>
                  </a:lnTo>
                  <a:lnTo>
                    <a:pt x="4657856" y="617137"/>
                  </a:lnTo>
                  <a:lnTo>
                    <a:pt x="4657949" y="617137"/>
                  </a:lnTo>
                  <a:lnTo>
                    <a:pt x="4658042" y="617137"/>
                  </a:lnTo>
                  <a:lnTo>
                    <a:pt x="4658135" y="617137"/>
                  </a:lnTo>
                  <a:lnTo>
                    <a:pt x="4658229" y="617137"/>
                  </a:lnTo>
                  <a:lnTo>
                    <a:pt x="4658322" y="617137"/>
                  </a:lnTo>
                  <a:lnTo>
                    <a:pt x="4658415" y="617137"/>
                  </a:lnTo>
                  <a:lnTo>
                    <a:pt x="4658508" y="617137"/>
                  </a:lnTo>
                  <a:lnTo>
                    <a:pt x="4658508" y="607183"/>
                  </a:lnTo>
                  <a:lnTo>
                    <a:pt x="4658602" y="607183"/>
                  </a:lnTo>
                  <a:lnTo>
                    <a:pt x="4658695" y="607183"/>
                  </a:lnTo>
                  <a:lnTo>
                    <a:pt x="4658788" y="607183"/>
                  </a:lnTo>
                  <a:lnTo>
                    <a:pt x="4658881" y="607183"/>
                  </a:lnTo>
                  <a:lnTo>
                    <a:pt x="4658975" y="607183"/>
                  </a:lnTo>
                  <a:lnTo>
                    <a:pt x="4659068" y="607183"/>
                  </a:lnTo>
                  <a:lnTo>
                    <a:pt x="4659161" y="607183"/>
                  </a:lnTo>
                  <a:lnTo>
                    <a:pt x="4659254" y="607183"/>
                  </a:lnTo>
                  <a:lnTo>
                    <a:pt x="4659348" y="607183"/>
                  </a:lnTo>
                  <a:lnTo>
                    <a:pt x="4659441" y="607183"/>
                  </a:lnTo>
                  <a:lnTo>
                    <a:pt x="4659534" y="607183"/>
                  </a:lnTo>
                  <a:lnTo>
                    <a:pt x="4659627" y="607183"/>
                  </a:lnTo>
                  <a:lnTo>
                    <a:pt x="4659721" y="607183"/>
                  </a:lnTo>
                  <a:lnTo>
                    <a:pt x="4659814" y="607183"/>
                  </a:lnTo>
                  <a:lnTo>
                    <a:pt x="4659907" y="607183"/>
                  </a:lnTo>
                  <a:lnTo>
                    <a:pt x="4660000" y="607183"/>
                  </a:lnTo>
                  <a:lnTo>
                    <a:pt x="4660094" y="607183"/>
                  </a:lnTo>
                  <a:lnTo>
                    <a:pt x="4660187" y="607183"/>
                  </a:lnTo>
                  <a:lnTo>
                    <a:pt x="4660280" y="607183"/>
                  </a:lnTo>
                  <a:lnTo>
                    <a:pt x="4660373" y="607183"/>
                  </a:lnTo>
                  <a:lnTo>
                    <a:pt x="4660467" y="607183"/>
                  </a:lnTo>
                  <a:lnTo>
                    <a:pt x="4660560" y="607183"/>
                  </a:lnTo>
                  <a:lnTo>
                    <a:pt x="4660653" y="607183"/>
                  </a:lnTo>
                  <a:lnTo>
                    <a:pt x="4660746" y="607183"/>
                  </a:lnTo>
                  <a:lnTo>
                    <a:pt x="4660840" y="607183"/>
                  </a:lnTo>
                  <a:lnTo>
                    <a:pt x="4660933" y="607183"/>
                  </a:lnTo>
                  <a:lnTo>
                    <a:pt x="4660933" y="597229"/>
                  </a:lnTo>
                  <a:lnTo>
                    <a:pt x="4661026" y="597229"/>
                  </a:lnTo>
                  <a:lnTo>
                    <a:pt x="4661119" y="597229"/>
                  </a:lnTo>
                  <a:lnTo>
                    <a:pt x="4661213" y="597229"/>
                  </a:lnTo>
                  <a:lnTo>
                    <a:pt x="4661306" y="597229"/>
                  </a:lnTo>
                  <a:lnTo>
                    <a:pt x="4661399" y="597229"/>
                  </a:lnTo>
                  <a:lnTo>
                    <a:pt x="4661492" y="597229"/>
                  </a:lnTo>
                  <a:lnTo>
                    <a:pt x="4661586" y="597229"/>
                  </a:lnTo>
                  <a:lnTo>
                    <a:pt x="4661679" y="597229"/>
                  </a:lnTo>
                  <a:lnTo>
                    <a:pt x="4661772" y="597229"/>
                  </a:lnTo>
                  <a:lnTo>
                    <a:pt x="4661865" y="597229"/>
                  </a:lnTo>
                  <a:lnTo>
                    <a:pt x="4661959" y="597229"/>
                  </a:lnTo>
                  <a:lnTo>
                    <a:pt x="4662052" y="597229"/>
                  </a:lnTo>
                  <a:lnTo>
                    <a:pt x="4662145" y="597229"/>
                  </a:lnTo>
                  <a:lnTo>
                    <a:pt x="4662238" y="597229"/>
                  </a:lnTo>
                  <a:lnTo>
                    <a:pt x="4662331" y="597229"/>
                  </a:lnTo>
                  <a:lnTo>
                    <a:pt x="4662425" y="597229"/>
                  </a:lnTo>
                  <a:lnTo>
                    <a:pt x="4662518" y="597229"/>
                  </a:lnTo>
                  <a:lnTo>
                    <a:pt x="4662611" y="597229"/>
                  </a:lnTo>
                  <a:lnTo>
                    <a:pt x="4662704" y="597229"/>
                  </a:lnTo>
                  <a:lnTo>
                    <a:pt x="4662798" y="597229"/>
                  </a:lnTo>
                  <a:lnTo>
                    <a:pt x="4662891" y="597229"/>
                  </a:lnTo>
                  <a:lnTo>
                    <a:pt x="4662984" y="597229"/>
                  </a:lnTo>
                  <a:lnTo>
                    <a:pt x="4663077" y="597229"/>
                  </a:lnTo>
                  <a:lnTo>
                    <a:pt x="4663171" y="597229"/>
                  </a:lnTo>
                  <a:lnTo>
                    <a:pt x="4663264" y="597229"/>
                  </a:lnTo>
                  <a:lnTo>
                    <a:pt x="4663357" y="597229"/>
                  </a:lnTo>
                  <a:lnTo>
                    <a:pt x="4663450" y="597229"/>
                  </a:lnTo>
                  <a:lnTo>
                    <a:pt x="4663544" y="597229"/>
                  </a:lnTo>
                  <a:lnTo>
                    <a:pt x="4663637" y="597229"/>
                  </a:lnTo>
                  <a:lnTo>
                    <a:pt x="4663730" y="597229"/>
                  </a:lnTo>
                  <a:lnTo>
                    <a:pt x="4663823" y="597229"/>
                  </a:lnTo>
                  <a:lnTo>
                    <a:pt x="4663917" y="597229"/>
                  </a:lnTo>
                  <a:lnTo>
                    <a:pt x="4664010" y="597229"/>
                  </a:lnTo>
                  <a:lnTo>
                    <a:pt x="4664103" y="597229"/>
                  </a:lnTo>
                  <a:lnTo>
                    <a:pt x="4664196" y="597229"/>
                  </a:lnTo>
                  <a:lnTo>
                    <a:pt x="4664290" y="597229"/>
                  </a:lnTo>
                  <a:lnTo>
                    <a:pt x="4664383" y="597229"/>
                  </a:lnTo>
                  <a:lnTo>
                    <a:pt x="4664476" y="597229"/>
                  </a:lnTo>
                  <a:lnTo>
                    <a:pt x="4664569" y="597229"/>
                  </a:lnTo>
                  <a:lnTo>
                    <a:pt x="4664663" y="597229"/>
                  </a:lnTo>
                  <a:lnTo>
                    <a:pt x="4664756" y="597229"/>
                  </a:lnTo>
                  <a:lnTo>
                    <a:pt x="4664849" y="597229"/>
                  </a:lnTo>
                  <a:lnTo>
                    <a:pt x="4664942" y="597229"/>
                  </a:lnTo>
                  <a:lnTo>
                    <a:pt x="4665036" y="597229"/>
                  </a:lnTo>
                  <a:lnTo>
                    <a:pt x="4665129" y="597229"/>
                  </a:lnTo>
                  <a:lnTo>
                    <a:pt x="4665222" y="597229"/>
                  </a:lnTo>
                  <a:lnTo>
                    <a:pt x="4665315" y="597229"/>
                  </a:lnTo>
                  <a:lnTo>
                    <a:pt x="4665409" y="597229"/>
                  </a:lnTo>
                  <a:lnTo>
                    <a:pt x="4665502" y="597229"/>
                  </a:lnTo>
                  <a:lnTo>
                    <a:pt x="4665595" y="597229"/>
                  </a:lnTo>
                  <a:lnTo>
                    <a:pt x="4665688" y="597229"/>
                  </a:lnTo>
                  <a:lnTo>
                    <a:pt x="4665782" y="597229"/>
                  </a:lnTo>
                  <a:lnTo>
                    <a:pt x="4665875" y="597229"/>
                  </a:lnTo>
                  <a:lnTo>
                    <a:pt x="4665968" y="597229"/>
                  </a:lnTo>
                  <a:lnTo>
                    <a:pt x="4666061" y="597229"/>
                  </a:lnTo>
                  <a:lnTo>
                    <a:pt x="4666155" y="597229"/>
                  </a:lnTo>
                  <a:lnTo>
                    <a:pt x="4666248" y="597229"/>
                  </a:lnTo>
                  <a:lnTo>
                    <a:pt x="4666341" y="597229"/>
                  </a:lnTo>
                  <a:lnTo>
                    <a:pt x="4666434" y="597229"/>
                  </a:lnTo>
                  <a:lnTo>
                    <a:pt x="4666528" y="597229"/>
                  </a:lnTo>
                  <a:lnTo>
                    <a:pt x="4666621" y="597229"/>
                  </a:lnTo>
                  <a:lnTo>
                    <a:pt x="4666714" y="597229"/>
                  </a:lnTo>
                  <a:lnTo>
                    <a:pt x="4666807" y="597229"/>
                  </a:lnTo>
                  <a:lnTo>
                    <a:pt x="4666901" y="597229"/>
                  </a:lnTo>
                  <a:lnTo>
                    <a:pt x="4666994" y="597229"/>
                  </a:lnTo>
                  <a:lnTo>
                    <a:pt x="4667087" y="597229"/>
                  </a:lnTo>
                  <a:lnTo>
                    <a:pt x="4667180" y="597229"/>
                  </a:lnTo>
                  <a:lnTo>
                    <a:pt x="4667274" y="597229"/>
                  </a:lnTo>
                  <a:lnTo>
                    <a:pt x="4667367" y="597229"/>
                  </a:lnTo>
                  <a:lnTo>
                    <a:pt x="4667460" y="597229"/>
                  </a:lnTo>
                  <a:lnTo>
                    <a:pt x="4667553" y="597229"/>
                  </a:lnTo>
                  <a:lnTo>
                    <a:pt x="4667647" y="597229"/>
                  </a:lnTo>
                  <a:lnTo>
                    <a:pt x="4667740" y="597229"/>
                  </a:lnTo>
                  <a:lnTo>
                    <a:pt x="4667833" y="597229"/>
                  </a:lnTo>
                  <a:lnTo>
                    <a:pt x="4667926" y="597229"/>
                  </a:lnTo>
                  <a:lnTo>
                    <a:pt x="4668020" y="597229"/>
                  </a:lnTo>
                  <a:lnTo>
                    <a:pt x="4668113" y="597229"/>
                  </a:lnTo>
                  <a:lnTo>
                    <a:pt x="4668206" y="597229"/>
                  </a:lnTo>
                  <a:lnTo>
                    <a:pt x="4668299" y="597229"/>
                  </a:lnTo>
                  <a:lnTo>
                    <a:pt x="4668393" y="597229"/>
                  </a:lnTo>
                  <a:lnTo>
                    <a:pt x="4668486" y="597229"/>
                  </a:lnTo>
                  <a:lnTo>
                    <a:pt x="4668579" y="597229"/>
                  </a:lnTo>
                  <a:lnTo>
                    <a:pt x="4668672" y="597229"/>
                  </a:lnTo>
                  <a:lnTo>
                    <a:pt x="4668766" y="597229"/>
                  </a:lnTo>
                  <a:lnTo>
                    <a:pt x="4668859" y="597229"/>
                  </a:lnTo>
                  <a:lnTo>
                    <a:pt x="4668952" y="597229"/>
                  </a:lnTo>
                  <a:lnTo>
                    <a:pt x="4669045" y="597229"/>
                  </a:lnTo>
                  <a:lnTo>
                    <a:pt x="4669138" y="597229"/>
                  </a:lnTo>
                  <a:lnTo>
                    <a:pt x="4669232" y="597229"/>
                  </a:lnTo>
                  <a:lnTo>
                    <a:pt x="4669325" y="597229"/>
                  </a:lnTo>
                  <a:lnTo>
                    <a:pt x="4669418" y="597229"/>
                  </a:lnTo>
                  <a:lnTo>
                    <a:pt x="4669511" y="597229"/>
                  </a:lnTo>
                  <a:lnTo>
                    <a:pt x="4669605" y="597229"/>
                  </a:lnTo>
                  <a:lnTo>
                    <a:pt x="4669698" y="597229"/>
                  </a:lnTo>
                  <a:lnTo>
                    <a:pt x="4669791" y="597229"/>
                  </a:lnTo>
                  <a:lnTo>
                    <a:pt x="4669884" y="597229"/>
                  </a:lnTo>
                  <a:lnTo>
                    <a:pt x="4669978" y="597229"/>
                  </a:lnTo>
                  <a:lnTo>
                    <a:pt x="4670071" y="597229"/>
                  </a:lnTo>
                  <a:lnTo>
                    <a:pt x="4670164" y="597229"/>
                  </a:lnTo>
                  <a:lnTo>
                    <a:pt x="4670257" y="597229"/>
                  </a:lnTo>
                  <a:lnTo>
                    <a:pt x="4670351" y="597229"/>
                  </a:lnTo>
                  <a:lnTo>
                    <a:pt x="4670444" y="597229"/>
                  </a:lnTo>
                  <a:lnTo>
                    <a:pt x="4670537" y="597229"/>
                  </a:lnTo>
                  <a:lnTo>
                    <a:pt x="4670630" y="597229"/>
                  </a:lnTo>
                  <a:lnTo>
                    <a:pt x="4670724" y="597229"/>
                  </a:lnTo>
                  <a:lnTo>
                    <a:pt x="4670817" y="597229"/>
                  </a:lnTo>
                  <a:lnTo>
                    <a:pt x="4670910" y="597229"/>
                  </a:lnTo>
                  <a:lnTo>
                    <a:pt x="4671003" y="597229"/>
                  </a:lnTo>
                  <a:lnTo>
                    <a:pt x="4671097" y="597229"/>
                  </a:lnTo>
                  <a:lnTo>
                    <a:pt x="4671190" y="597229"/>
                  </a:lnTo>
                  <a:lnTo>
                    <a:pt x="4671283" y="597229"/>
                  </a:lnTo>
                  <a:lnTo>
                    <a:pt x="4671376" y="597229"/>
                  </a:lnTo>
                  <a:lnTo>
                    <a:pt x="4671470" y="597229"/>
                  </a:lnTo>
                  <a:lnTo>
                    <a:pt x="4671563" y="597229"/>
                  </a:lnTo>
                  <a:lnTo>
                    <a:pt x="4671656" y="597229"/>
                  </a:lnTo>
                  <a:lnTo>
                    <a:pt x="4671749" y="597229"/>
                  </a:lnTo>
                  <a:lnTo>
                    <a:pt x="4671843" y="597229"/>
                  </a:lnTo>
                  <a:lnTo>
                    <a:pt x="4671936" y="597229"/>
                  </a:lnTo>
                  <a:lnTo>
                    <a:pt x="4672029" y="597229"/>
                  </a:lnTo>
                  <a:lnTo>
                    <a:pt x="4672122" y="597229"/>
                  </a:lnTo>
                  <a:lnTo>
                    <a:pt x="4672216" y="597229"/>
                  </a:lnTo>
                  <a:lnTo>
                    <a:pt x="4672309" y="597229"/>
                  </a:lnTo>
                  <a:lnTo>
                    <a:pt x="4672402" y="597229"/>
                  </a:lnTo>
                  <a:lnTo>
                    <a:pt x="4672495" y="597229"/>
                  </a:lnTo>
                  <a:lnTo>
                    <a:pt x="4672589" y="597229"/>
                  </a:lnTo>
                  <a:lnTo>
                    <a:pt x="4672682" y="597229"/>
                  </a:lnTo>
                  <a:lnTo>
                    <a:pt x="4672775" y="597229"/>
                  </a:lnTo>
                  <a:lnTo>
                    <a:pt x="4672868" y="597229"/>
                  </a:lnTo>
                  <a:lnTo>
                    <a:pt x="4672962" y="597229"/>
                  </a:lnTo>
                  <a:lnTo>
                    <a:pt x="4673055" y="597229"/>
                  </a:lnTo>
                  <a:lnTo>
                    <a:pt x="4673148" y="597229"/>
                  </a:lnTo>
                  <a:lnTo>
                    <a:pt x="4673241" y="597229"/>
                  </a:lnTo>
                  <a:lnTo>
                    <a:pt x="4673335" y="597229"/>
                  </a:lnTo>
                  <a:lnTo>
                    <a:pt x="4673428" y="597229"/>
                  </a:lnTo>
                  <a:lnTo>
                    <a:pt x="4673521" y="597229"/>
                  </a:lnTo>
                  <a:lnTo>
                    <a:pt x="4673614" y="597229"/>
                  </a:lnTo>
                  <a:lnTo>
                    <a:pt x="4673708" y="597229"/>
                  </a:lnTo>
                  <a:lnTo>
                    <a:pt x="4673801" y="597229"/>
                  </a:lnTo>
                  <a:lnTo>
                    <a:pt x="4673894" y="597229"/>
                  </a:lnTo>
                  <a:lnTo>
                    <a:pt x="4673987" y="597229"/>
                  </a:lnTo>
                  <a:lnTo>
                    <a:pt x="4674081" y="597229"/>
                  </a:lnTo>
                  <a:lnTo>
                    <a:pt x="4674174" y="597229"/>
                  </a:lnTo>
                  <a:lnTo>
                    <a:pt x="4674267" y="597229"/>
                  </a:lnTo>
                  <a:lnTo>
                    <a:pt x="4674360" y="597229"/>
                  </a:lnTo>
                  <a:lnTo>
                    <a:pt x="4674454" y="597229"/>
                  </a:lnTo>
                  <a:lnTo>
                    <a:pt x="4674547" y="597229"/>
                  </a:lnTo>
                  <a:lnTo>
                    <a:pt x="4674640" y="597229"/>
                  </a:lnTo>
                  <a:lnTo>
                    <a:pt x="4674733" y="597229"/>
                  </a:lnTo>
                  <a:lnTo>
                    <a:pt x="4674827" y="597229"/>
                  </a:lnTo>
                  <a:lnTo>
                    <a:pt x="4674920" y="597229"/>
                  </a:lnTo>
                  <a:lnTo>
                    <a:pt x="4675013" y="597229"/>
                  </a:lnTo>
                  <a:lnTo>
                    <a:pt x="4675106" y="597229"/>
                  </a:lnTo>
                  <a:lnTo>
                    <a:pt x="4675200" y="597229"/>
                  </a:lnTo>
                  <a:lnTo>
                    <a:pt x="4675293" y="597229"/>
                  </a:lnTo>
                  <a:lnTo>
                    <a:pt x="4675386" y="597229"/>
                  </a:lnTo>
                  <a:lnTo>
                    <a:pt x="4675479" y="597229"/>
                  </a:lnTo>
                  <a:lnTo>
                    <a:pt x="4675573" y="597229"/>
                  </a:lnTo>
                  <a:lnTo>
                    <a:pt x="4675666" y="597229"/>
                  </a:lnTo>
                  <a:lnTo>
                    <a:pt x="4675759" y="597229"/>
                  </a:lnTo>
                  <a:lnTo>
                    <a:pt x="4675852" y="597229"/>
                  </a:lnTo>
                  <a:lnTo>
                    <a:pt x="4675946" y="597229"/>
                  </a:lnTo>
                  <a:lnTo>
                    <a:pt x="4676039" y="597229"/>
                  </a:lnTo>
                  <a:lnTo>
                    <a:pt x="4676132" y="597229"/>
                  </a:lnTo>
                  <a:lnTo>
                    <a:pt x="4676225" y="597229"/>
                  </a:lnTo>
                  <a:lnTo>
                    <a:pt x="4676318" y="597229"/>
                  </a:lnTo>
                  <a:lnTo>
                    <a:pt x="4676412" y="597229"/>
                  </a:lnTo>
                  <a:lnTo>
                    <a:pt x="4676505" y="597229"/>
                  </a:lnTo>
                  <a:lnTo>
                    <a:pt x="4676598" y="597229"/>
                  </a:lnTo>
                  <a:lnTo>
                    <a:pt x="4676691" y="597229"/>
                  </a:lnTo>
                  <a:lnTo>
                    <a:pt x="4676785" y="597229"/>
                  </a:lnTo>
                  <a:lnTo>
                    <a:pt x="4676878" y="597229"/>
                  </a:lnTo>
                  <a:lnTo>
                    <a:pt x="4676971" y="597229"/>
                  </a:lnTo>
                  <a:lnTo>
                    <a:pt x="4677064" y="597229"/>
                  </a:lnTo>
                  <a:lnTo>
                    <a:pt x="4677158" y="597229"/>
                  </a:lnTo>
                  <a:lnTo>
                    <a:pt x="4677251" y="597229"/>
                  </a:lnTo>
                  <a:lnTo>
                    <a:pt x="4677344" y="597229"/>
                  </a:lnTo>
                  <a:lnTo>
                    <a:pt x="4677437" y="597229"/>
                  </a:lnTo>
                  <a:lnTo>
                    <a:pt x="4677531" y="597229"/>
                  </a:lnTo>
                  <a:lnTo>
                    <a:pt x="4677624" y="597229"/>
                  </a:lnTo>
                  <a:lnTo>
                    <a:pt x="4677717" y="597229"/>
                  </a:lnTo>
                  <a:lnTo>
                    <a:pt x="4677810" y="597229"/>
                  </a:lnTo>
                  <a:lnTo>
                    <a:pt x="4677904" y="597229"/>
                  </a:lnTo>
                  <a:lnTo>
                    <a:pt x="4677997" y="597229"/>
                  </a:lnTo>
                  <a:lnTo>
                    <a:pt x="4678090" y="597229"/>
                  </a:lnTo>
                  <a:lnTo>
                    <a:pt x="4678183" y="597229"/>
                  </a:lnTo>
                  <a:lnTo>
                    <a:pt x="4678277" y="597229"/>
                  </a:lnTo>
                  <a:lnTo>
                    <a:pt x="4678370" y="597229"/>
                  </a:lnTo>
                  <a:lnTo>
                    <a:pt x="4678463" y="597229"/>
                  </a:lnTo>
                  <a:lnTo>
                    <a:pt x="4678556" y="597229"/>
                  </a:lnTo>
                  <a:lnTo>
                    <a:pt x="4678650" y="597229"/>
                  </a:lnTo>
                  <a:lnTo>
                    <a:pt x="4678743" y="597229"/>
                  </a:lnTo>
                  <a:lnTo>
                    <a:pt x="4678836" y="597229"/>
                  </a:lnTo>
                  <a:lnTo>
                    <a:pt x="4678929" y="597229"/>
                  </a:lnTo>
                  <a:lnTo>
                    <a:pt x="4679023" y="597229"/>
                  </a:lnTo>
                  <a:lnTo>
                    <a:pt x="4679116" y="597229"/>
                  </a:lnTo>
                  <a:lnTo>
                    <a:pt x="4679209" y="597229"/>
                  </a:lnTo>
                  <a:lnTo>
                    <a:pt x="4679302" y="597229"/>
                  </a:lnTo>
                  <a:lnTo>
                    <a:pt x="4679396" y="597229"/>
                  </a:lnTo>
                  <a:lnTo>
                    <a:pt x="4679489" y="597229"/>
                  </a:lnTo>
                  <a:lnTo>
                    <a:pt x="4679582" y="597229"/>
                  </a:lnTo>
                  <a:lnTo>
                    <a:pt x="4679675" y="597229"/>
                  </a:lnTo>
                  <a:lnTo>
                    <a:pt x="4679769" y="597229"/>
                  </a:lnTo>
                  <a:lnTo>
                    <a:pt x="4679862" y="597229"/>
                  </a:lnTo>
                  <a:lnTo>
                    <a:pt x="4679955" y="597229"/>
                  </a:lnTo>
                  <a:lnTo>
                    <a:pt x="4680048" y="597229"/>
                  </a:lnTo>
                  <a:lnTo>
                    <a:pt x="4680142" y="597229"/>
                  </a:lnTo>
                  <a:lnTo>
                    <a:pt x="4680235" y="597229"/>
                  </a:lnTo>
                  <a:lnTo>
                    <a:pt x="4680328" y="597229"/>
                  </a:lnTo>
                  <a:lnTo>
                    <a:pt x="4680421" y="597229"/>
                  </a:lnTo>
                  <a:lnTo>
                    <a:pt x="4680515" y="597229"/>
                  </a:lnTo>
                  <a:lnTo>
                    <a:pt x="4680608" y="597229"/>
                  </a:lnTo>
                  <a:lnTo>
                    <a:pt x="4680701" y="597229"/>
                  </a:lnTo>
                  <a:lnTo>
                    <a:pt x="4680794" y="597229"/>
                  </a:lnTo>
                  <a:lnTo>
                    <a:pt x="4680888" y="597229"/>
                  </a:lnTo>
                  <a:lnTo>
                    <a:pt x="4680981" y="597229"/>
                  </a:lnTo>
                  <a:lnTo>
                    <a:pt x="4681074" y="597229"/>
                  </a:lnTo>
                  <a:lnTo>
                    <a:pt x="4681167" y="597229"/>
                  </a:lnTo>
                  <a:lnTo>
                    <a:pt x="4681261" y="597229"/>
                  </a:lnTo>
                  <a:lnTo>
                    <a:pt x="4681354" y="597229"/>
                  </a:lnTo>
                  <a:lnTo>
                    <a:pt x="4681447" y="597229"/>
                  </a:lnTo>
                  <a:lnTo>
                    <a:pt x="4681540" y="597229"/>
                  </a:lnTo>
                  <a:lnTo>
                    <a:pt x="4681634" y="597229"/>
                  </a:lnTo>
                  <a:lnTo>
                    <a:pt x="4681727" y="597229"/>
                  </a:lnTo>
                  <a:lnTo>
                    <a:pt x="4681820" y="597229"/>
                  </a:lnTo>
                  <a:lnTo>
                    <a:pt x="4681913" y="597229"/>
                  </a:lnTo>
                  <a:lnTo>
                    <a:pt x="4682007" y="597229"/>
                  </a:lnTo>
                  <a:lnTo>
                    <a:pt x="4682100" y="597229"/>
                  </a:lnTo>
                  <a:lnTo>
                    <a:pt x="4682193" y="597229"/>
                  </a:lnTo>
                  <a:lnTo>
                    <a:pt x="4682286" y="597229"/>
                  </a:lnTo>
                  <a:lnTo>
                    <a:pt x="4682380" y="597229"/>
                  </a:lnTo>
                  <a:lnTo>
                    <a:pt x="4682473" y="597229"/>
                  </a:lnTo>
                  <a:lnTo>
                    <a:pt x="4682566" y="597229"/>
                  </a:lnTo>
                  <a:lnTo>
                    <a:pt x="4682659" y="597229"/>
                  </a:lnTo>
                  <a:lnTo>
                    <a:pt x="4682753" y="597229"/>
                  </a:lnTo>
                  <a:lnTo>
                    <a:pt x="4682846" y="597229"/>
                  </a:lnTo>
                  <a:lnTo>
                    <a:pt x="4682939" y="597229"/>
                  </a:lnTo>
                  <a:lnTo>
                    <a:pt x="4683032" y="597229"/>
                  </a:lnTo>
                  <a:lnTo>
                    <a:pt x="4683125" y="597229"/>
                  </a:lnTo>
                  <a:lnTo>
                    <a:pt x="4683219" y="597229"/>
                  </a:lnTo>
                  <a:lnTo>
                    <a:pt x="4683312" y="597229"/>
                  </a:lnTo>
                  <a:lnTo>
                    <a:pt x="4683405" y="597229"/>
                  </a:lnTo>
                  <a:lnTo>
                    <a:pt x="4683498" y="597229"/>
                  </a:lnTo>
                  <a:lnTo>
                    <a:pt x="4683592" y="597229"/>
                  </a:lnTo>
                  <a:lnTo>
                    <a:pt x="4683685" y="597229"/>
                  </a:lnTo>
                  <a:lnTo>
                    <a:pt x="4683778" y="597229"/>
                  </a:lnTo>
                  <a:lnTo>
                    <a:pt x="4683871" y="597229"/>
                  </a:lnTo>
                  <a:lnTo>
                    <a:pt x="4683965" y="597229"/>
                  </a:lnTo>
                  <a:lnTo>
                    <a:pt x="4684058" y="597229"/>
                  </a:lnTo>
                  <a:lnTo>
                    <a:pt x="4684151" y="597229"/>
                  </a:lnTo>
                  <a:lnTo>
                    <a:pt x="4684244" y="597229"/>
                  </a:lnTo>
                  <a:lnTo>
                    <a:pt x="4684338" y="597229"/>
                  </a:lnTo>
                  <a:lnTo>
                    <a:pt x="4684431" y="597229"/>
                  </a:lnTo>
                  <a:lnTo>
                    <a:pt x="4684524" y="597229"/>
                  </a:lnTo>
                  <a:lnTo>
                    <a:pt x="4684617" y="597229"/>
                  </a:lnTo>
                  <a:lnTo>
                    <a:pt x="4684711" y="597229"/>
                  </a:lnTo>
                  <a:lnTo>
                    <a:pt x="4684804" y="597229"/>
                  </a:lnTo>
                  <a:lnTo>
                    <a:pt x="4684897" y="597229"/>
                  </a:lnTo>
                  <a:lnTo>
                    <a:pt x="4684990" y="597229"/>
                  </a:lnTo>
                  <a:lnTo>
                    <a:pt x="4685084" y="597229"/>
                  </a:lnTo>
                  <a:lnTo>
                    <a:pt x="4685177" y="597229"/>
                  </a:lnTo>
                  <a:lnTo>
                    <a:pt x="4685270" y="597229"/>
                  </a:lnTo>
                  <a:lnTo>
                    <a:pt x="4685363" y="597229"/>
                  </a:lnTo>
                  <a:lnTo>
                    <a:pt x="4685457" y="597229"/>
                  </a:lnTo>
                  <a:lnTo>
                    <a:pt x="4685550" y="597229"/>
                  </a:lnTo>
                  <a:lnTo>
                    <a:pt x="4685643" y="597229"/>
                  </a:lnTo>
                  <a:lnTo>
                    <a:pt x="4685736" y="597229"/>
                  </a:lnTo>
                  <a:lnTo>
                    <a:pt x="4685830" y="597229"/>
                  </a:lnTo>
                  <a:lnTo>
                    <a:pt x="4685923" y="597229"/>
                  </a:lnTo>
                  <a:lnTo>
                    <a:pt x="4686016" y="597229"/>
                  </a:lnTo>
                  <a:lnTo>
                    <a:pt x="4686109" y="597229"/>
                  </a:lnTo>
                  <a:lnTo>
                    <a:pt x="4686203" y="597229"/>
                  </a:lnTo>
                  <a:lnTo>
                    <a:pt x="4686296" y="597229"/>
                  </a:lnTo>
                  <a:lnTo>
                    <a:pt x="4686389" y="597229"/>
                  </a:lnTo>
                  <a:lnTo>
                    <a:pt x="4686482" y="597229"/>
                  </a:lnTo>
                  <a:lnTo>
                    <a:pt x="4686576" y="597229"/>
                  </a:lnTo>
                  <a:lnTo>
                    <a:pt x="4686669" y="597229"/>
                  </a:lnTo>
                  <a:lnTo>
                    <a:pt x="4686762" y="597229"/>
                  </a:lnTo>
                  <a:lnTo>
                    <a:pt x="4686855" y="597229"/>
                  </a:lnTo>
                  <a:lnTo>
                    <a:pt x="4686949" y="597229"/>
                  </a:lnTo>
                  <a:lnTo>
                    <a:pt x="4687042" y="597229"/>
                  </a:lnTo>
                  <a:lnTo>
                    <a:pt x="4687135" y="597229"/>
                  </a:lnTo>
                  <a:lnTo>
                    <a:pt x="4687228" y="597229"/>
                  </a:lnTo>
                  <a:lnTo>
                    <a:pt x="4687322" y="597229"/>
                  </a:lnTo>
                  <a:lnTo>
                    <a:pt x="4687415" y="597229"/>
                  </a:lnTo>
                  <a:lnTo>
                    <a:pt x="4687508" y="597229"/>
                  </a:lnTo>
                  <a:lnTo>
                    <a:pt x="4687601" y="597229"/>
                  </a:lnTo>
                  <a:lnTo>
                    <a:pt x="4687695" y="597229"/>
                  </a:lnTo>
                  <a:lnTo>
                    <a:pt x="4687788" y="597229"/>
                  </a:lnTo>
                  <a:lnTo>
                    <a:pt x="4687788" y="587275"/>
                  </a:lnTo>
                  <a:lnTo>
                    <a:pt x="4687881" y="587275"/>
                  </a:lnTo>
                  <a:lnTo>
                    <a:pt x="4687974" y="587275"/>
                  </a:lnTo>
                  <a:lnTo>
                    <a:pt x="4688068" y="587275"/>
                  </a:lnTo>
                  <a:lnTo>
                    <a:pt x="4688161" y="587275"/>
                  </a:lnTo>
                  <a:lnTo>
                    <a:pt x="4688254" y="587275"/>
                  </a:lnTo>
                  <a:lnTo>
                    <a:pt x="4688347" y="587275"/>
                  </a:lnTo>
                  <a:lnTo>
                    <a:pt x="4688441" y="587275"/>
                  </a:lnTo>
                  <a:lnTo>
                    <a:pt x="4688534" y="587275"/>
                  </a:lnTo>
                  <a:lnTo>
                    <a:pt x="4688627" y="587275"/>
                  </a:lnTo>
                  <a:lnTo>
                    <a:pt x="4688720" y="587275"/>
                  </a:lnTo>
                  <a:lnTo>
                    <a:pt x="4688814" y="587275"/>
                  </a:lnTo>
                  <a:lnTo>
                    <a:pt x="4688907" y="587275"/>
                  </a:lnTo>
                  <a:lnTo>
                    <a:pt x="4689000" y="587275"/>
                  </a:lnTo>
                  <a:lnTo>
                    <a:pt x="4689093" y="587275"/>
                  </a:lnTo>
                  <a:lnTo>
                    <a:pt x="4689187" y="587275"/>
                  </a:lnTo>
                  <a:lnTo>
                    <a:pt x="4689187" y="577321"/>
                  </a:lnTo>
                  <a:lnTo>
                    <a:pt x="4689280" y="577321"/>
                  </a:lnTo>
                  <a:lnTo>
                    <a:pt x="4689373" y="577321"/>
                  </a:lnTo>
                  <a:lnTo>
                    <a:pt x="4689466" y="577321"/>
                  </a:lnTo>
                  <a:lnTo>
                    <a:pt x="4689560" y="577321"/>
                  </a:lnTo>
                  <a:lnTo>
                    <a:pt x="4689653" y="577321"/>
                  </a:lnTo>
                  <a:lnTo>
                    <a:pt x="4689746" y="577321"/>
                  </a:lnTo>
                  <a:lnTo>
                    <a:pt x="4689839" y="577321"/>
                  </a:lnTo>
                  <a:lnTo>
                    <a:pt x="4689933" y="577321"/>
                  </a:lnTo>
                  <a:lnTo>
                    <a:pt x="4690026" y="577321"/>
                  </a:lnTo>
                  <a:lnTo>
                    <a:pt x="4690119" y="577321"/>
                  </a:lnTo>
                  <a:lnTo>
                    <a:pt x="4690212" y="577321"/>
                  </a:lnTo>
                  <a:lnTo>
                    <a:pt x="4690305" y="577321"/>
                  </a:lnTo>
                  <a:lnTo>
                    <a:pt x="4690399" y="577321"/>
                  </a:lnTo>
                  <a:lnTo>
                    <a:pt x="4690492" y="577321"/>
                  </a:lnTo>
                  <a:lnTo>
                    <a:pt x="4690585" y="577321"/>
                  </a:lnTo>
                  <a:lnTo>
                    <a:pt x="4690678" y="577321"/>
                  </a:lnTo>
                  <a:lnTo>
                    <a:pt x="4690772" y="577321"/>
                  </a:lnTo>
                  <a:lnTo>
                    <a:pt x="4690865" y="577321"/>
                  </a:lnTo>
                  <a:lnTo>
                    <a:pt x="4690958" y="577321"/>
                  </a:lnTo>
                  <a:lnTo>
                    <a:pt x="4691051" y="577321"/>
                  </a:lnTo>
                  <a:lnTo>
                    <a:pt x="4691145" y="577321"/>
                  </a:lnTo>
                  <a:lnTo>
                    <a:pt x="4691238" y="577321"/>
                  </a:lnTo>
                  <a:lnTo>
                    <a:pt x="4691331" y="577321"/>
                  </a:lnTo>
                  <a:lnTo>
                    <a:pt x="4691424" y="577321"/>
                  </a:lnTo>
                  <a:lnTo>
                    <a:pt x="4691518" y="577321"/>
                  </a:lnTo>
                  <a:lnTo>
                    <a:pt x="4691611" y="577321"/>
                  </a:lnTo>
                  <a:lnTo>
                    <a:pt x="4691704" y="577321"/>
                  </a:lnTo>
                  <a:lnTo>
                    <a:pt x="4691797" y="577321"/>
                  </a:lnTo>
                  <a:lnTo>
                    <a:pt x="4691891" y="577321"/>
                  </a:lnTo>
                  <a:lnTo>
                    <a:pt x="4691984" y="577321"/>
                  </a:lnTo>
                  <a:lnTo>
                    <a:pt x="4692077" y="577321"/>
                  </a:lnTo>
                  <a:lnTo>
                    <a:pt x="4692170" y="577321"/>
                  </a:lnTo>
                  <a:lnTo>
                    <a:pt x="4692264" y="577321"/>
                  </a:lnTo>
                  <a:lnTo>
                    <a:pt x="4692357" y="577321"/>
                  </a:lnTo>
                  <a:lnTo>
                    <a:pt x="4692450" y="577321"/>
                  </a:lnTo>
                  <a:lnTo>
                    <a:pt x="4692543" y="577321"/>
                  </a:lnTo>
                  <a:lnTo>
                    <a:pt x="4692637" y="577321"/>
                  </a:lnTo>
                  <a:lnTo>
                    <a:pt x="4692730" y="577321"/>
                  </a:lnTo>
                  <a:lnTo>
                    <a:pt x="4692823" y="577321"/>
                  </a:lnTo>
                  <a:lnTo>
                    <a:pt x="4692916" y="577321"/>
                  </a:lnTo>
                  <a:lnTo>
                    <a:pt x="4693010" y="577321"/>
                  </a:lnTo>
                  <a:lnTo>
                    <a:pt x="4693103" y="577321"/>
                  </a:lnTo>
                  <a:lnTo>
                    <a:pt x="4693196" y="577321"/>
                  </a:lnTo>
                  <a:lnTo>
                    <a:pt x="4693289" y="577321"/>
                  </a:lnTo>
                  <a:lnTo>
                    <a:pt x="4693383" y="577321"/>
                  </a:lnTo>
                  <a:lnTo>
                    <a:pt x="4693476" y="577321"/>
                  </a:lnTo>
                  <a:lnTo>
                    <a:pt x="4693569" y="577321"/>
                  </a:lnTo>
                  <a:lnTo>
                    <a:pt x="4693662" y="577321"/>
                  </a:lnTo>
                  <a:lnTo>
                    <a:pt x="4693756" y="577321"/>
                  </a:lnTo>
                  <a:lnTo>
                    <a:pt x="4693849" y="577321"/>
                  </a:lnTo>
                  <a:lnTo>
                    <a:pt x="4693942" y="577321"/>
                  </a:lnTo>
                  <a:lnTo>
                    <a:pt x="4694035" y="577321"/>
                  </a:lnTo>
                  <a:lnTo>
                    <a:pt x="4694129" y="577321"/>
                  </a:lnTo>
                  <a:lnTo>
                    <a:pt x="4694222" y="577321"/>
                  </a:lnTo>
                  <a:lnTo>
                    <a:pt x="4694315" y="577321"/>
                  </a:lnTo>
                  <a:lnTo>
                    <a:pt x="4694408" y="577321"/>
                  </a:lnTo>
                  <a:lnTo>
                    <a:pt x="4694502" y="577321"/>
                  </a:lnTo>
                  <a:lnTo>
                    <a:pt x="4694595" y="577321"/>
                  </a:lnTo>
                  <a:lnTo>
                    <a:pt x="4694688" y="577321"/>
                  </a:lnTo>
                  <a:lnTo>
                    <a:pt x="4694781" y="577321"/>
                  </a:lnTo>
                  <a:lnTo>
                    <a:pt x="4694875" y="577321"/>
                  </a:lnTo>
                  <a:lnTo>
                    <a:pt x="4694968" y="577321"/>
                  </a:lnTo>
                  <a:lnTo>
                    <a:pt x="4695061" y="577321"/>
                  </a:lnTo>
                  <a:lnTo>
                    <a:pt x="4695154" y="577321"/>
                  </a:lnTo>
                  <a:lnTo>
                    <a:pt x="4695248" y="577321"/>
                  </a:lnTo>
                  <a:lnTo>
                    <a:pt x="4695341" y="577321"/>
                  </a:lnTo>
                  <a:lnTo>
                    <a:pt x="4695434" y="577321"/>
                  </a:lnTo>
                  <a:lnTo>
                    <a:pt x="4695527" y="577321"/>
                  </a:lnTo>
                  <a:lnTo>
                    <a:pt x="4695621" y="577321"/>
                  </a:lnTo>
                  <a:lnTo>
                    <a:pt x="4695714" y="577321"/>
                  </a:lnTo>
                  <a:lnTo>
                    <a:pt x="4695807" y="577321"/>
                  </a:lnTo>
                  <a:lnTo>
                    <a:pt x="4695900" y="577321"/>
                  </a:lnTo>
                  <a:lnTo>
                    <a:pt x="4695994" y="577321"/>
                  </a:lnTo>
                  <a:lnTo>
                    <a:pt x="4696087" y="577321"/>
                  </a:lnTo>
                  <a:lnTo>
                    <a:pt x="4696180" y="577321"/>
                  </a:lnTo>
                  <a:lnTo>
                    <a:pt x="4696273" y="577321"/>
                  </a:lnTo>
                  <a:lnTo>
                    <a:pt x="4696367" y="577321"/>
                  </a:lnTo>
                  <a:lnTo>
                    <a:pt x="4696460" y="577321"/>
                  </a:lnTo>
                  <a:lnTo>
                    <a:pt x="4696553" y="577321"/>
                  </a:lnTo>
                  <a:lnTo>
                    <a:pt x="4696646" y="577321"/>
                  </a:lnTo>
                  <a:lnTo>
                    <a:pt x="4696740" y="577321"/>
                  </a:lnTo>
                  <a:lnTo>
                    <a:pt x="4696833" y="577321"/>
                  </a:lnTo>
                  <a:lnTo>
                    <a:pt x="4696926" y="577321"/>
                  </a:lnTo>
                  <a:lnTo>
                    <a:pt x="4697019" y="577321"/>
                  </a:lnTo>
                  <a:lnTo>
                    <a:pt x="4697112" y="577321"/>
                  </a:lnTo>
                  <a:lnTo>
                    <a:pt x="4697206" y="577321"/>
                  </a:lnTo>
                  <a:lnTo>
                    <a:pt x="4697299" y="577321"/>
                  </a:lnTo>
                  <a:lnTo>
                    <a:pt x="4697392" y="577321"/>
                  </a:lnTo>
                  <a:lnTo>
                    <a:pt x="4697485" y="577321"/>
                  </a:lnTo>
                  <a:lnTo>
                    <a:pt x="4697579" y="577321"/>
                  </a:lnTo>
                  <a:lnTo>
                    <a:pt x="4697672" y="577321"/>
                  </a:lnTo>
                  <a:lnTo>
                    <a:pt x="4697765" y="577321"/>
                  </a:lnTo>
                  <a:lnTo>
                    <a:pt x="4697858" y="577321"/>
                  </a:lnTo>
                  <a:lnTo>
                    <a:pt x="4697952" y="577321"/>
                  </a:lnTo>
                  <a:lnTo>
                    <a:pt x="4698045" y="577321"/>
                  </a:lnTo>
                  <a:lnTo>
                    <a:pt x="4698138" y="577321"/>
                  </a:lnTo>
                  <a:lnTo>
                    <a:pt x="4698231" y="577321"/>
                  </a:lnTo>
                  <a:lnTo>
                    <a:pt x="4698325" y="577321"/>
                  </a:lnTo>
                  <a:lnTo>
                    <a:pt x="4698418" y="577321"/>
                  </a:lnTo>
                  <a:lnTo>
                    <a:pt x="4698511" y="577321"/>
                  </a:lnTo>
                  <a:lnTo>
                    <a:pt x="4698604" y="577321"/>
                  </a:lnTo>
                  <a:lnTo>
                    <a:pt x="4698698" y="577321"/>
                  </a:lnTo>
                  <a:lnTo>
                    <a:pt x="4698791" y="577321"/>
                  </a:lnTo>
                  <a:lnTo>
                    <a:pt x="4698884" y="577321"/>
                  </a:lnTo>
                  <a:lnTo>
                    <a:pt x="4698977" y="577321"/>
                  </a:lnTo>
                  <a:lnTo>
                    <a:pt x="4699071" y="577321"/>
                  </a:lnTo>
                  <a:lnTo>
                    <a:pt x="4699164" y="577321"/>
                  </a:lnTo>
                  <a:lnTo>
                    <a:pt x="4699257" y="577321"/>
                  </a:lnTo>
                  <a:lnTo>
                    <a:pt x="4699350" y="577321"/>
                  </a:lnTo>
                  <a:lnTo>
                    <a:pt x="4699444" y="577321"/>
                  </a:lnTo>
                  <a:lnTo>
                    <a:pt x="4699537" y="577321"/>
                  </a:lnTo>
                  <a:lnTo>
                    <a:pt x="4699630" y="577321"/>
                  </a:lnTo>
                  <a:lnTo>
                    <a:pt x="4699723" y="577321"/>
                  </a:lnTo>
                  <a:lnTo>
                    <a:pt x="4699817" y="577321"/>
                  </a:lnTo>
                  <a:lnTo>
                    <a:pt x="4699910" y="577321"/>
                  </a:lnTo>
                  <a:lnTo>
                    <a:pt x="4700003" y="577321"/>
                  </a:lnTo>
                  <a:lnTo>
                    <a:pt x="4700096" y="577321"/>
                  </a:lnTo>
                  <a:lnTo>
                    <a:pt x="4700190" y="577321"/>
                  </a:lnTo>
                  <a:lnTo>
                    <a:pt x="4700283" y="577321"/>
                  </a:lnTo>
                  <a:lnTo>
                    <a:pt x="4700376" y="577321"/>
                  </a:lnTo>
                  <a:lnTo>
                    <a:pt x="4700469" y="577321"/>
                  </a:lnTo>
                  <a:lnTo>
                    <a:pt x="4700563" y="577321"/>
                  </a:lnTo>
                  <a:lnTo>
                    <a:pt x="4700656" y="577321"/>
                  </a:lnTo>
                  <a:lnTo>
                    <a:pt x="4700749" y="577321"/>
                  </a:lnTo>
                  <a:lnTo>
                    <a:pt x="4700842" y="577321"/>
                  </a:lnTo>
                  <a:lnTo>
                    <a:pt x="4700936" y="577321"/>
                  </a:lnTo>
                  <a:lnTo>
                    <a:pt x="4701029" y="577321"/>
                  </a:lnTo>
                  <a:lnTo>
                    <a:pt x="4701122" y="577321"/>
                  </a:lnTo>
                  <a:lnTo>
                    <a:pt x="4701215" y="577321"/>
                  </a:lnTo>
                  <a:lnTo>
                    <a:pt x="4701309" y="577321"/>
                  </a:lnTo>
                  <a:lnTo>
                    <a:pt x="4701402" y="577321"/>
                  </a:lnTo>
                  <a:lnTo>
                    <a:pt x="4701495" y="577321"/>
                  </a:lnTo>
                  <a:lnTo>
                    <a:pt x="4701588" y="577321"/>
                  </a:lnTo>
                  <a:lnTo>
                    <a:pt x="4701682" y="577321"/>
                  </a:lnTo>
                  <a:lnTo>
                    <a:pt x="4701775" y="577321"/>
                  </a:lnTo>
                  <a:lnTo>
                    <a:pt x="4701868" y="577321"/>
                  </a:lnTo>
                  <a:lnTo>
                    <a:pt x="4701961" y="577321"/>
                  </a:lnTo>
                  <a:lnTo>
                    <a:pt x="4702055" y="577321"/>
                  </a:lnTo>
                  <a:lnTo>
                    <a:pt x="4702148" y="577321"/>
                  </a:lnTo>
                  <a:lnTo>
                    <a:pt x="4702241" y="577321"/>
                  </a:lnTo>
                  <a:lnTo>
                    <a:pt x="4702334" y="577321"/>
                  </a:lnTo>
                  <a:lnTo>
                    <a:pt x="4702428" y="577321"/>
                  </a:lnTo>
                  <a:lnTo>
                    <a:pt x="4702521" y="577321"/>
                  </a:lnTo>
                  <a:lnTo>
                    <a:pt x="4702614" y="577321"/>
                  </a:lnTo>
                  <a:lnTo>
                    <a:pt x="4702707" y="577321"/>
                  </a:lnTo>
                  <a:lnTo>
                    <a:pt x="4702801" y="577321"/>
                  </a:lnTo>
                  <a:lnTo>
                    <a:pt x="4702894" y="577321"/>
                  </a:lnTo>
                  <a:lnTo>
                    <a:pt x="4702987" y="577321"/>
                  </a:lnTo>
                  <a:lnTo>
                    <a:pt x="4703080" y="577321"/>
                  </a:lnTo>
                  <a:lnTo>
                    <a:pt x="4703174" y="577321"/>
                  </a:lnTo>
                  <a:lnTo>
                    <a:pt x="4703267" y="577321"/>
                  </a:lnTo>
                  <a:lnTo>
                    <a:pt x="4703360" y="577321"/>
                  </a:lnTo>
                  <a:lnTo>
                    <a:pt x="4703453" y="577321"/>
                  </a:lnTo>
                  <a:lnTo>
                    <a:pt x="4703547" y="577321"/>
                  </a:lnTo>
                  <a:lnTo>
                    <a:pt x="4703640" y="577321"/>
                  </a:lnTo>
                  <a:lnTo>
                    <a:pt x="4703733" y="577321"/>
                  </a:lnTo>
                  <a:lnTo>
                    <a:pt x="4703826" y="577321"/>
                  </a:lnTo>
                  <a:lnTo>
                    <a:pt x="4703919" y="577321"/>
                  </a:lnTo>
                  <a:lnTo>
                    <a:pt x="4704013" y="577321"/>
                  </a:lnTo>
                  <a:lnTo>
                    <a:pt x="4704106" y="577321"/>
                  </a:lnTo>
                  <a:lnTo>
                    <a:pt x="4704199" y="577321"/>
                  </a:lnTo>
                  <a:lnTo>
                    <a:pt x="4704292" y="577321"/>
                  </a:lnTo>
                  <a:lnTo>
                    <a:pt x="4704386" y="577321"/>
                  </a:lnTo>
                  <a:lnTo>
                    <a:pt x="4704479" y="577321"/>
                  </a:lnTo>
                  <a:lnTo>
                    <a:pt x="4704572" y="577321"/>
                  </a:lnTo>
                  <a:lnTo>
                    <a:pt x="4704665" y="577321"/>
                  </a:lnTo>
                  <a:lnTo>
                    <a:pt x="4704759" y="577321"/>
                  </a:lnTo>
                  <a:lnTo>
                    <a:pt x="4704852" y="577321"/>
                  </a:lnTo>
                  <a:lnTo>
                    <a:pt x="4704945" y="577321"/>
                  </a:lnTo>
                  <a:lnTo>
                    <a:pt x="4705038" y="577321"/>
                  </a:lnTo>
                  <a:lnTo>
                    <a:pt x="4705132" y="577321"/>
                  </a:lnTo>
                  <a:lnTo>
                    <a:pt x="4705225" y="577321"/>
                  </a:lnTo>
                  <a:lnTo>
                    <a:pt x="4705318" y="577321"/>
                  </a:lnTo>
                  <a:lnTo>
                    <a:pt x="4705411" y="577321"/>
                  </a:lnTo>
                  <a:lnTo>
                    <a:pt x="4705505" y="577321"/>
                  </a:lnTo>
                  <a:lnTo>
                    <a:pt x="4705598" y="577321"/>
                  </a:lnTo>
                  <a:lnTo>
                    <a:pt x="4705691" y="577321"/>
                  </a:lnTo>
                  <a:lnTo>
                    <a:pt x="4705784" y="577321"/>
                  </a:lnTo>
                  <a:lnTo>
                    <a:pt x="4705878" y="577321"/>
                  </a:lnTo>
                  <a:lnTo>
                    <a:pt x="4705971" y="577321"/>
                  </a:lnTo>
                  <a:lnTo>
                    <a:pt x="4706064" y="577321"/>
                  </a:lnTo>
                  <a:lnTo>
                    <a:pt x="4706157" y="577321"/>
                  </a:lnTo>
                  <a:lnTo>
                    <a:pt x="4706251" y="577321"/>
                  </a:lnTo>
                  <a:lnTo>
                    <a:pt x="4706344" y="577321"/>
                  </a:lnTo>
                  <a:lnTo>
                    <a:pt x="4706437" y="577321"/>
                  </a:lnTo>
                  <a:lnTo>
                    <a:pt x="4706530" y="577321"/>
                  </a:lnTo>
                  <a:lnTo>
                    <a:pt x="4706624" y="577321"/>
                  </a:lnTo>
                  <a:lnTo>
                    <a:pt x="4706717" y="577321"/>
                  </a:lnTo>
                  <a:lnTo>
                    <a:pt x="4706810" y="577321"/>
                  </a:lnTo>
                  <a:lnTo>
                    <a:pt x="4706903" y="577321"/>
                  </a:lnTo>
                  <a:lnTo>
                    <a:pt x="4706997" y="577321"/>
                  </a:lnTo>
                  <a:lnTo>
                    <a:pt x="4707090" y="577321"/>
                  </a:lnTo>
                  <a:lnTo>
                    <a:pt x="4707183" y="577321"/>
                  </a:lnTo>
                  <a:lnTo>
                    <a:pt x="4707276" y="577321"/>
                  </a:lnTo>
                  <a:lnTo>
                    <a:pt x="4707370" y="577321"/>
                  </a:lnTo>
                  <a:lnTo>
                    <a:pt x="4707463" y="577321"/>
                  </a:lnTo>
                  <a:lnTo>
                    <a:pt x="4707556" y="577321"/>
                  </a:lnTo>
                  <a:lnTo>
                    <a:pt x="4707649" y="577321"/>
                  </a:lnTo>
                  <a:lnTo>
                    <a:pt x="4707743" y="577321"/>
                  </a:lnTo>
                  <a:lnTo>
                    <a:pt x="4707743" y="567367"/>
                  </a:lnTo>
                  <a:lnTo>
                    <a:pt x="4707836" y="567367"/>
                  </a:lnTo>
                  <a:lnTo>
                    <a:pt x="4707929" y="567367"/>
                  </a:lnTo>
                  <a:lnTo>
                    <a:pt x="4708022" y="567367"/>
                  </a:lnTo>
                  <a:lnTo>
                    <a:pt x="4708116" y="567367"/>
                  </a:lnTo>
                  <a:lnTo>
                    <a:pt x="4708116" y="557414"/>
                  </a:lnTo>
                  <a:lnTo>
                    <a:pt x="4708209" y="557414"/>
                  </a:lnTo>
                  <a:lnTo>
                    <a:pt x="4708302" y="557414"/>
                  </a:lnTo>
                  <a:lnTo>
                    <a:pt x="4708395" y="557414"/>
                  </a:lnTo>
                  <a:lnTo>
                    <a:pt x="4708489" y="557414"/>
                  </a:lnTo>
                  <a:lnTo>
                    <a:pt x="4708582" y="557414"/>
                  </a:lnTo>
                  <a:lnTo>
                    <a:pt x="4708675" y="557414"/>
                  </a:lnTo>
                  <a:lnTo>
                    <a:pt x="4708768" y="557414"/>
                  </a:lnTo>
                  <a:lnTo>
                    <a:pt x="4708862" y="557414"/>
                  </a:lnTo>
                  <a:lnTo>
                    <a:pt x="4708955" y="557414"/>
                  </a:lnTo>
                  <a:lnTo>
                    <a:pt x="4709048" y="557414"/>
                  </a:lnTo>
                  <a:lnTo>
                    <a:pt x="4709141" y="557414"/>
                  </a:lnTo>
                  <a:lnTo>
                    <a:pt x="4709235" y="557414"/>
                  </a:lnTo>
                  <a:lnTo>
                    <a:pt x="4709328" y="557414"/>
                  </a:lnTo>
                  <a:lnTo>
                    <a:pt x="4709421" y="557414"/>
                  </a:lnTo>
                  <a:lnTo>
                    <a:pt x="4709514" y="557414"/>
                  </a:lnTo>
                  <a:lnTo>
                    <a:pt x="4709608" y="557414"/>
                  </a:lnTo>
                  <a:lnTo>
                    <a:pt x="4709701" y="557414"/>
                  </a:lnTo>
                  <a:lnTo>
                    <a:pt x="4709794" y="557414"/>
                  </a:lnTo>
                  <a:lnTo>
                    <a:pt x="4709887" y="557414"/>
                  </a:lnTo>
                  <a:lnTo>
                    <a:pt x="4709981" y="557414"/>
                  </a:lnTo>
                  <a:lnTo>
                    <a:pt x="4710074" y="557414"/>
                  </a:lnTo>
                  <a:lnTo>
                    <a:pt x="4710167" y="557414"/>
                  </a:lnTo>
                  <a:lnTo>
                    <a:pt x="4710260" y="557414"/>
                  </a:lnTo>
                  <a:lnTo>
                    <a:pt x="4710354" y="557414"/>
                  </a:lnTo>
                  <a:lnTo>
                    <a:pt x="4710447" y="557414"/>
                  </a:lnTo>
                  <a:lnTo>
                    <a:pt x="4710540" y="557414"/>
                  </a:lnTo>
                  <a:lnTo>
                    <a:pt x="4710633" y="557414"/>
                  </a:lnTo>
                  <a:lnTo>
                    <a:pt x="4710727" y="557414"/>
                  </a:lnTo>
                  <a:lnTo>
                    <a:pt x="4710820" y="557414"/>
                  </a:lnTo>
                  <a:lnTo>
                    <a:pt x="4710913" y="557414"/>
                  </a:lnTo>
                  <a:lnTo>
                    <a:pt x="4711006" y="557414"/>
                  </a:lnTo>
                  <a:lnTo>
                    <a:pt x="4711099" y="557414"/>
                  </a:lnTo>
                  <a:lnTo>
                    <a:pt x="4711193" y="557414"/>
                  </a:lnTo>
                  <a:lnTo>
                    <a:pt x="4711286" y="557414"/>
                  </a:lnTo>
                  <a:lnTo>
                    <a:pt x="4711379" y="557414"/>
                  </a:lnTo>
                  <a:lnTo>
                    <a:pt x="4711472" y="557414"/>
                  </a:lnTo>
                  <a:lnTo>
                    <a:pt x="4711566" y="557414"/>
                  </a:lnTo>
                  <a:lnTo>
                    <a:pt x="4711659" y="557414"/>
                  </a:lnTo>
                  <a:lnTo>
                    <a:pt x="4711752" y="557414"/>
                  </a:lnTo>
                  <a:lnTo>
                    <a:pt x="4711845" y="557414"/>
                  </a:lnTo>
                  <a:lnTo>
                    <a:pt x="4711939" y="557414"/>
                  </a:lnTo>
                  <a:lnTo>
                    <a:pt x="4712032" y="557414"/>
                  </a:lnTo>
                  <a:lnTo>
                    <a:pt x="4712125" y="557414"/>
                  </a:lnTo>
                  <a:lnTo>
                    <a:pt x="4712218" y="557414"/>
                  </a:lnTo>
                  <a:lnTo>
                    <a:pt x="4712312" y="557414"/>
                  </a:lnTo>
                  <a:lnTo>
                    <a:pt x="4712405" y="557414"/>
                  </a:lnTo>
                  <a:lnTo>
                    <a:pt x="4712498" y="557414"/>
                  </a:lnTo>
                  <a:lnTo>
                    <a:pt x="4712591" y="557414"/>
                  </a:lnTo>
                  <a:lnTo>
                    <a:pt x="4712685" y="557414"/>
                  </a:lnTo>
                  <a:lnTo>
                    <a:pt x="4712778" y="557414"/>
                  </a:lnTo>
                  <a:lnTo>
                    <a:pt x="4712871" y="557414"/>
                  </a:lnTo>
                  <a:lnTo>
                    <a:pt x="4712964" y="557414"/>
                  </a:lnTo>
                  <a:lnTo>
                    <a:pt x="4713058" y="557414"/>
                  </a:lnTo>
                  <a:lnTo>
                    <a:pt x="4713151" y="557414"/>
                  </a:lnTo>
                  <a:lnTo>
                    <a:pt x="4713244" y="557414"/>
                  </a:lnTo>
                  <a:lnTo>
                    <a:pt x="4713337" y="557414"/>
                  </a:lnTo>
                  <a:lnTo>
                    <a:pt x="4713431" y="557414"/>
                  </a:lnTo>
                  <a:lnTo>
                    <a:pt x="4713524" y="557414"/>
                  </a:lnTo>
                  <a:lnTo>
                    <a:pt x="4713617" y="557414"/>
                  </a:lnTo>
                  <a:lnTo>
                    <a:pt x="4713710" y="557414"/>
                  </a:lnTo>
                  <a:lnTo>
                    <a:pt x="4713804" y="557414"/>
                  </a:lnTo>
                  <a:lnTo>
                    <a:pt x="4713897" y="557414"/>
                  </a:lnTo>
                  <a:lnTo>
                    <a:pt x="4713990" y="557414"/>
                  </a:lnTo>
                  <a:lnTo>
                    <a:pt x="4714083" y="557414"/>
                  </a:lnTo>
                  <a:lnTo>
                    <a:pt x="4714177" y="557414"/>
                  </a:lnTo>
                  <a:lnTo>
                    <a:pt x="4714270" y="557414"/>
                  </a:lnTo>
                  <a:lnTo>
                    <a:pt x="4714363" y="557414"/>
                  </a:lnTo>
                  <a:lnTo>
                    <a:pt x="4714456" y="557414"/>
                  </a:lnTo>
                  <a:lnTo>
                    <a:pt x="4714550" y="557414"/>
                  </a:lnTo>
                  <a:lnTo>
                    <a:pt x="4714643" y="557414"/>
                  </a:lnTo>
                  <a:lnTo>
                    <a:pt x="4714736" y="557414"/>
                  </a:lnTo>
                  <a:lnTo>
                    <a:pt x="4714829" y="557414"/>
                  </a:lnTo>
                  <a:lnTo>
                    <a:pt x="4714923" y="557414"/>
                  </a:lnTo>
                  <a:lnTo>
                    <a:pt x="4715016" y="557414"/>
                  </a:lnTo>
                  <a:lnTo>
                    <a:pt x="4715109" y="557414"/>
                  </a:lnTo>
                  <a:lnTo>
                    <a:pt x="4715202" y="557414"/>
                  </a:lnTo>
                  <a:lnTo>
                    <a:pt x="4715296" y="557414"/>
                  </a:lnTo>
                  <a:lnTo>
                    <a:pt x="4715389" y="557414"/>
                  </a:lnTo>
                  <a:lnTo>
                    <a:pt x="4715482" y="557414"/>
                  </a:lnTo>
                  <a:lnTo>
                    <a:pt x="4715575" y="557414"/>
                  </a:lnTo>
                  <a:lnTo>
                    <a:pt x="4715669" y="557414"/>
                  </a:lnTo>
                  <a:lnTo>
                    <a:pt x="4715762" y="557414"/>
                  </a:lnTo>
                  <a:lnTo>
                    <a:pt x="4715855" y="557414"/>
                  </a:lnTo>
                  <a:lnTo>
                    <a:pt x="4715948" y="557414"/>
                  </a:lnTo>
                  <a:lnTo>
                    <a:pt x="4716042" y="557414"/>
                  </a:lnTo>
                  <a:lnTo>
                    <a:pt x="4716135" y="557414"/>
                  </a:lnTo>
                  <a:lnTo>
                    <a:pt x="4716228" y="557414"/>
                  </a:lnTo>
                  <a:lnTo>
                    <a:pt x="4716321" y="557414"/>
                  </a:lnTo>
                  <a:lnTo>
                    <a:pt x="4716415" y="557414"/>
                  </a:lnTo>
                  <a:lnTo>
                    <a:pt x="4716508" y="557414"/>
                  </a:lnTo>
                  <a:lnTo>
                    <a:pt x="4716601" y="557414"/>
                  </a:lnTo>
                  <a:lnTo>
                    <a:pt x="4716694" y="557414"/>
                  </a:lnTo>
                  <a:lnTo>
                    <a:pt x="4716788" y="557414"/>
                  </a:lnTo>
                  <a:lnTo>
                    <a:pt x="4716881" y="557414"/>
                  </a:lnTo>
                  <a:lnTo>
                    <a:pt x="4716974" y="557414"/>
                  </a:lnTo>
                  <a:lnTo>
                    <a:pt x="4717067" y="557414"/>
                  </a:lnTo>
                  <a:lnTo>
                    <a:pt x="4717161" y="557414"/>
                  </a:lnTo>
                  <a:lnTo>
                    <a:pt x="4717254" y="557414"/>
                  </a:lnTo>
                  <a:lnTo>
                    <a:pt x="4717347" y="557414"/>
                  </a:lnTo>
                  <a:lnTo>
                    <a:pt x="4717440" y="557414"/>
                  </a:lnTo>
                  <a:lnTo>
                    <a:pt x="4717534" y="557414"/>
                  </a:lnTo>
                  <a:lnTo>
                    <a:pt x="4717627" y="557414"/>
                  </a:lnTo>
                  <a:lnTo>
                    <a:pt x="4717720" y="557414"/>
                  </a:lnTo>
                  <a:lnTo>
                    <a:pt x="4717813" y="557414"/>
                  </a:lnTo>
                  <a:lnTo>
                    <a:pt x="4717906" y="557414"/>
                  </a:lnTo>
                  <a:lnTo>
                    <a:pt x="4718000" y="557414"/>
                  </a:lnTo>
                  <a:lnTo>
                    <a:pt x="4718093" y="557414"/>
                  </a:lnTo>
                  <a:lnTo>
                    <a:pt x="4718186" y="557414"/>
                  </a:lnTo>
                  <a:lnTo>
                    <a:pt x="4718279" y="557414"/>
                  </a:lnTo>
                  <a:lnTo>
                    <a:pt x="4718373" y="557414"/>
                  </a:lnTo>
                  <a:lnTo>
                    <a:pt x="4718466" y="557414"/>
                  </a:lnTo>
                  <a:lnTo>
                    <a:pt x="4718559" y="557414"/>
                  </a:lnTo>
                  <a:lnTo>
                    <a:pt x="4718652" y="557414"/>
                  </a:lnTo>
                  <a:lnTo>
                    <a:pt x="4718746" y="557414"/>
                  </a:lnTo>
                  <a:lnTo>
                    <a:pt x="4718839" y="557414"/>
                  </a:lnTo>
                  <a:lnTo>
                    <a:pt x="4718932" y="557414"/>
                  </a:lnTo>
                  <a:lnTo>
                    <a:pt x="4719025" y="557414"/>
                  </a:lnTo>
                  <a:lnTo>
                    <a:pt x="4719119" y="557414"/>
                  </a:lnTo>
                  <a:lnTo>
                    <a:pt x="4719212" y="557414"/>
                  </a:lnTo>
                  <a:lnTo>
                    <a:pt x="4719305" y="557414"/>
                  </a:lnTo>
                  <a:lnTo>
                    <a:pt x="4719398" y="557414"/>
                  </a:lnTo>
                  <a:lnTo>
                    <a:pt x="4719492" y="557414"/>
                  </a:lnTo>
                  <a:lnTo>
                    <a:pt x="4719585" y="557414"/>
                  </a:lnTo>
                  <a:lnTo>
                    <a:pt x="4719678" y="557414"/>
                  </a:lnTo>
                  <a:lnTo>
                    <a:pt x="4719771" y="557414"/>
                  </a:lnTo>
                  <a:lnTo>
                    <a:pt x="4719865" y="557414"/>
                  </a:lnTo>
                  <a:lnTo>
                    <a:pt x="4719958" y="557414"/>
                  </a:lnTo>
                  <a:lnTo>
                    <a:pt x="4720051" y="557414"/>
                  </a:lnTo>
                  <a:lnTo>
                    <a:pt x="4720144" y="557414"/>
                  </a:lnTo>
                  <a:lnTo>
                    <a:pt x="4720238" y="557414"/>
                  </a:lnTo>
                  <a:lnTo>
                    <a:pt x="4720331" y="557414"/>
                  </a:lnTo>
                  <a:lnTo>
                    <a:pt x="4720424" y="557414"/>
                  </a:lnTo>
                  <a:lnTo>
                    <a:pt x="4720517" y="557414"/>
                  </a:lnTo>
                  <a:lnTo>
                    <a:pt x="4720611" y="557414"/>
                  </a:lnTo>
                  <a:lnTo>
                    <a:pt x="4720704" y="557414"/>
                  </a:lnTo>
                  <a:lnTo>
                    <a:pt x="4720797" y="557414"/>
                  </a:lnTo>
                  <a:lnTo>
                    <a:pt x="4720890" y="557414"/>
                  </a:lnTo>
                  <a:lnTo>
                    <a:pt x="4720984" y="557414"/>
                  </a:lnTo>
                  <a:lnTo>
                    <a:pt x="4721077" y="557414"/>
                  </a:lnTo>
                  <a:lnTo>
                    <a:pt x="4721170" y="557414"/>
                  </a:lnTo>
                  <a:lnTo>
                    <a:pt x="4721263" y="557414"/>
                  </a:lnTo>
                  <a:lnTo>
                    <a:pt x="4721357" y="557414"/>
                  </a:lnTo>
                  <a:lnTo>
                    <a:pt x="4721450" y="557414"/>
                  </a:lnTo>
                  <a:lnTo>
                    <a:pt x="4721543" y="557414"/>
                  </a:lnTo>
                  <a:lnTo>
                    <a:pt x="4721636" y="557414"/>
                  </a:lnTo>
                  <a:lnTo>
                    <a:pt x="4721730" y="557414"/>
                  </a:lnTo>
                  <a:lnTo>
                    <a:pt x="4721823" y="557414"/>
                  </a:lnTo>
                  <a:lnTo>
                    <a:pt x="4721916" y="557414"/>
                  </a:lnTo>
                  <a:lnTo>
                    <a:pt x="4722009" y="557414"/>
                  </a:lnTo>
                  <a:lnTo>
                    <a:pt x="4722103" y="557414"/>
                  </a:lnTo>
                  <a:lnTo>
                    <a:pt x="4722196" y="557414"/>
                  </a:lnTo>
                  <a:lnTo>
                    <a:pt x="4722289" y="557414"/>
                  </a:lnTo>
                  <a:lnTo>
                    <a:pt x="4722382" y="557414"/>
                  </a:lnTo>
                  <a:lnTo>
                    <a:pt x="4722476" y="557414"/>
                  </a:lnTo>
                  <a:lnTo>
                    <a:pt x="4722569" y="557414"/>
                  </a:lnTo>
                  <a:lnTo>
                    <a:pt x="4722662" y="557414"/>
                  </a:lnTo>
                  <a:lnTo>
                    <a:pt x="4722755" y="557414"/>
                  </a:lnTo>
                  <a:lnTo>
                    <a:pt x="4722849" y="557414"/>
                  </a:lnTo>
                  <a:lnTo>
                    <a:pt x="4722942" y="557414"/>
                  </a:lnTo>
                  <a:lnTo>
                    <a:pt x="4723035" y="557414"/>
                  </a:lnTo>
                  <a:lnTo>
                    <a:pt x="4723128" y="557414"/>
                  </a:lnTo>
                  <a:lnTo>
                    <a:pt x="4723222" y="557414"/>
                  </a:lnTo>
                  <a:lnTo>
                    <a:pt x="4723315" y="557414"/>
                  </a:lnTo>
                  <a:lnTo>
                    <a:pt x="4723408" y="557414"/>
                  </a:lnTo>
                  <a:lnTo>
                    <a:pt x="4723501" y="557414"/>
                  </a:lnTo>
                  <a:lnTo>
                    <a:pt x="4723595" y="557414"/>
                  </a:lnTo>
                  <a:lnTo>
                    <a:pt x="4723688" y="557414"/>
                  </a:lnTo>
                  <a:lnTo>
                    <a:pt x="4723781" y="557414"/>
                  </a:lnTo>
                  <a:lnTo>
                    <a:pt x="4723874" y="557414"/>
                  </a:lnTo>
                  <a:lnTo>
                    <a:pt x="4723968" y="557414"/>
                  </a:lnTo>
                  <a:lnTo>
                    <a:pt x="4724061" y="557414"/>
                  </a:lnTo>
                  <a:lnTo>
                    <a:pt x="4724154" y="557414"/>
                  </a:lnTo>
                  <a:lnTo>
                    <a:pt x="4724247" y="557414"/>
                  </a:lnTo>
                  <a:lnTo>
                    <a:pt x="4724341" y="557414"/>
                  </a:lnTo>
                  <a:lnTo>
                    <a:pt x="4724434" y="557414"/>
                  </a:lnTo>
                  <a:lnTo>
                    <a:pt x="4724527" y="557414"/>
                  </a:lnTo>
                  <a:lnTo>
                    <a:pt x="4724620" y="557414"/>
                  </a:lnTo>
                  <a:lnTo>
                    <a:pt x="4724713" y="557414"/>
                  </a:lnTo>
                  <a:lnTo>
                    <a:pt x="4724807" y="557414"/>
                  </a:lnTo>
                  <a:lnTo>
                    <a:pt x="4724900" y="557414"/>
                  </a:lnTo>
                  <a:lnTo>
                    <a:pt x="4724993" y="557414"/>
                  </a:lnTo>
                  <a:lnTo>
                    <a:pt x="4725086" y="557414"/>
                  </a:lnTo>
                  <a:lnTo>
                    <a:pt x="4725180" y="557414"/>
                  </a:lnTo>
                  <a:lnTo>
                    <a:pt x="4725273" y="557414"/>
                  </a:lnTo>
                  <a:lnTo>
                    <a:pt x="4725366" y="557414"/>
                  </a:lnTo>
                  <a:lnTo>
                    <a:pt x="4725459" y="557414"/>
                  </a:lnTo>
                  <a:lnTo>
                    <a:pt x="4725553" y="557414"/>
                  </a:lnTo>
                  <a:lnTo>
                    <a:pt x="4725646" y="557414"/>
                  </a:lnTo>
                  <a:lnTo>
                    <a:pt x="4725739" y="557414"/>
                  </a:lnTo>
                  <a:lnTo>
                    <a:pt x="4725832" y="557414"/>
                  </a:lnTo>
                  <a:lnTo>
                    <a:pt x="4725926" y="557414"/>
                  </a:lnTo>
                  <a:lnTo>
                    <a:pt x="4726019" y="557414"/>
                  </a:lnTo>
                  <a:lnTo>
                    <a:pt x="4726112" y="557414"/>
                  </a:lnTo>
                  <a:lnTo>
                    <a:pt x="4726205" y="557414"/>
                  </a:lnTo>
                  <a:lnTo>
                    <a:pt x="4726299" y="557414"/>
                  </a:lnTo>
                  <a:lnTo>
                    <a:pt x="4726392" y="557414"/>
                  </a:lnTo>
                  <a:lnTo>
                    <a:pt x="4726485" y="557414"/>
                  </a:lnTo>
                  <a:lnTo>
                    <a:pt x="4726578" y="557414"/>
                  </a:lnTo>
                  <a:lnTo>
                    <a:pt x="4726672" y="557414"/>
                  </a:lnTo>
                  <a:lnTo>
                    <a:pt x="4726765" y="557414"/>
                  </a:lnTo>
                  <a:lnTo>
                    <a:pt x="4726858" y="557414"/>
                  </a:lnTo>
                  <a:lnTo>
                    <a:pt x="4726951" y="557414"/>
                  </a:lnTo>
                  <a:lnTo>
                    <a:pt x="4727045" y="557414"/>
                  </a:lnTo>
                  <a:lnTo>
                    <a:pt x="4727138" y="557414"/>
                  </a:lnTo>
                  <a:lnTo>
                    <a:pt x="4727231" y="557414"/>
                  </a:lnTo>
                  <a:lnTo>
                    <a:pt x="4727324" y="557414"/>
                  </a:lnTo>
                  <a:lnTo>
                    <a:pt x="4727418" y="557414"/>
                  </a:lnTo>
                  <a:lnTo>
                    <a:pt x="4727511" y="557414"/>
                  </a:lnTo>
                  <a:lnTo>
                    <a:pt x="4727604" y="557414"/>
                  </a:lnTo>
                  <a:lnTo>
                    <a:pt x="4727697" y="557414"/>
                  </a:lnTo>
                  <a:lnTo>
                    <a:pt x="4727791" y="557414"/>
                  </a:lnTo>
                  <a:lnTo>
                    <a:pt x="4727884" y="557414"/>
                  </a:lnTo>
                  <a:lnTo>
                    <a:pt x="4727977" y="557414"/>
                  </a:lnTo>
                  <a:lnTo>
                    <a:pt x="4728070" y="557414"/>
                  </a:lnTo>
                  <a:lnTo>
                    <a:pt x="4728164" y="557414"/>
                  </a:lnTo>
                  <a:lnTo>
                    <a:pt x="4728257" y="557414"/>
                  </a:lnTo>
                  <a:lnTo>
                    <a:pt x="4728350" y="557414"/>
                  </a:lnTo>
                  <a:lnTo>
                    <a:pt x="4728443" y="557414"/>
                  </a:lnTo>
                  <a:lnTo>
                    <a:pt x="4728537" y="557414"/>
                  </a:lnTo>
                  <a:lnTo>
                    <a:pt x="4728630" y="557414"/>
                  </a:lnTo>
                  <a:lnTo>
                    <a:pt x="4728723" y="557414"/>
                  </a:lnTo>
                  <a:lnTo>
                    <a:pt x="4728816" y="557414"/>
                  </a:lnTo>
                  <a:lnTo>
                    <a:pt x="4728910" y="557414"/>
                  </a:lnTo>
                  <a:lnTo>
                    <a:pt x="4729003" y="557414"/>
                  </a:lnTo>
                  <a:lnTo>
                    <a:pt x="4729096" y="557414"/>
                  </a:lnTo>
                  <a:lnTo>
                    <a:pt x="4729189" y="557414"/>
                  </a:lnTo>
                  <a:lnTo>
                    <a:pt x="4729283" y="557414"/>
                  </a:lnTo>
                  <a:lnTo>
                    <a:pt x="4729376" y="557414"/>
                  </a:lnTo>
                  <a:lnTo>
                    <a:pt x="4729469" y="557414"/>
                  </a:lnTo>
                  <a:lnTo>
                    <a:pt x="4729562" y="557414"/>
                  </a:lnTo>
                  <a:lnTo>
                    <a:pt x="4729656" y="557414"/>
                  </a:lnTo>
                  <a:lnTo>
                    <a:pt x="4729749" y="557414"/>
                  </a:lnTo>
                  <a:lnTo>
                    <a:pt x="4729842" y="557414"/>
                  </a:lnTo>
                  <a:lnTo>
                    <a:pt x="4729935" y="557414"/>
                  </a:lnTo>
                  <a:lnTo>
                    <a:pt x="4730029" y="557414"/>
                  </a:lnTo>
                  <a:lnTo>
                    <a:pt x="4730122" y="557414"/>
                  </a:lnTo>
                  <a:lnTo>
                    <a:pt x="4730215" y="557414"/>
                  </a:lnTo>
                  <a:lnTo>
                    <a:pt x="4730308" y="557414"/>
                  </a:lnTo>
                  <a:lnTo>
                    <a:pt x="4730402" y="557414"/>
                  </a:lnTo>
                  <a:lnTo>
                    <a:pt x="4730495" y="557414"/>
                  </a:lnTo>
                  <a:lnTo>
                    <a:pt x="4730588" y="557414"/>
                  </a:lnTo>
                  <a:lnTo>
                    <a:pt x="4730681" y="557414"/>
                  </a:lnTo>
                  <a:lnTo>
                    <a:pt x="4730775" y="557414"/>
                  </a:lnTo>
                  <a:lnTo>
                    <a:pt x="4730868" y="557414"/>
                  </a:lnTo>
                  <a:lnTo>
                    <a:pt x="4730961" y="557414"/>
                  </a:lnTo>
                  <a:lnTo>
                    <a:pt x="4731054" y="557414"/>
                  </a:lnTo>
                  <a:lnTo>
                    <a:pt x="4731148" y="557414"/>
                  </a:lnTo>
                  <a:lnTo>
                    <a:pt x="4731241" y="557414"/>
                  </a:lnTo>
                  <a:lnTo>
                    <a:pt x="4731334" y="557414"/>
                  </a:lnTo>
                  <a:lnTo>
                    <a:pt x="4731427" y="557414"/>
                  </a:lnTo>
                  <a:lnTo>
                    <a:pt x="4731521" y="557414"/>
                  </a:lnTo>
                  <a:lnTo>
                    <a:pt x="4731614" y="557414"/>
                  </a:lnTo>
                  <a:lnTo>
                    <a:pt x="4731707" y="557414"/>
                  </a:lnTo>
                  <a:lnTo>
                    <a:pt x="4731800" y="557414"/>
                  </a:lnTo>
                  <a:lnTo>
                    <a:pt x="4731893" y="557414"/>
                  </a:lnTo>
                  <a:lnTo>
                    <a:pt x="4731987" y="557414"/>
                  </a:lnTo>
                  <a:lnTo>
                    <a:pt x="4732080" y="557414"/>
                  </a:lnTo>
                  <a:lnTo>
                    <a:pt x="4732173" y="557414"/>
                  </a:lnTo>
                  <a:lnTo>
                    <a:pt x="4732266" y="557414"/>
                  </a:lnTo>
                  <a:lnTo>
                    <a:pt x="4732360" y="557414"/>
                  </a:lnTo>
                  <a:lnTo>
                    <a:pt x="4732453" y="557414"/>
                  </a:lnTo>
                  <a:lnTo>
                    <a:pt x="4732546" y="557414"/>
                  </a:lnTo>
                  <a:lnTo>
                    <a:pt x="4732639" y="557414"/>
                  </a:lnTo>
                  <a:lnTo>
                    <a:pt x="4732733" y="557414"/>
                  </a:lnTo>
                  <a:lnTo>
                    <a:pt x="4732826" y="557414"/>
                  </a:lnTo>
                  <a:lnTo>
                    <a:pt x="4732919" y="557414"/>
                  </a:lnTo>
                  <a:lnTo>
                    <a:pt x="4733012" y="557414"/>
                  </a:lnTo>
                  <a:lnTo>
                    <a:pt x="4733106" y="557414"/>
                  </a:lnTo>
                  <a:lnTo>
                    <a:pt x="4733199" y="557414"/>
                  </a:lnTo>
                  <a:lnTo>
                    <a:pt x="4733292" y="557414"/>
                  </a:lnTo>
                  <a:lnTo>
                    <a:pt x="4733385" y="557414"/>
                  </a:lnTo>
                  <a:lnTo>
                    <a:pt x="4733479" y="557414"/>
                  </a:lnTo>
                  <a:lnTo>
                    <a:pt x="4733572" y="557414"/>
                  </a:lnTo>
                  <a:lnTo>
                    <a:pt x="4733665" y="557414"/>
                  </a:lnTo>
                  <a:lnTo>
                    <a:pt x="4733758" y="557414"/>
                  </a:lnTo>
                  <a:lnTo>
                    <a:pt x="4733852" y="557414"/>
                  </a:lnTo>
                  <a:lnTo>
                    <a:pt x="4733945" y="557414"/>
                  </a:lnTo>
                  <a:lnTo>
                    <a:pt x="4734038" y="557414"/>
                  </a:lnTo>
                  <a:lnTo>
                    <a:pt x="4734131" y="557414"/>
                  </a:lnTo>
                  <a:lnTo>
                    <a:pt x="4734225" y="557414"/>
                  </a:lnTo>
                  <a:lnTo>
                    <a:pt x="4734318" y="557414"/>
                  </a:lnTo>
                  <a:lnTo>
                    <a:pt x="4734411" y="557414"/>
                  </a:lnTo>
                  <a:lnTo>
                    <a:pt x="4734504" y="557414"/>
                  </a:lnTo>
                  <a:lnTo>
                    <a:pt x="4734598" y="557414"/>
                  </a:lnTo>
                  <a:lnTo>
                    <a:pt x="4734691" y="557414"/>
                  </a:lnTo>
                  <a:lnTo>
                    <a:pt x="4734784" y="557414"/>
                  </a:lnTo>
                  <a:lnTo>
                    <a:pt x="4734877" y="557414"/>
                  </a:lnTo>
                  <a:lnTo>
                    <a:pt x="4734971" y="557414"/>
                  </a:lnTo>
                  <a:lnTo>
                    <a:pt x="4735064" y="557414"/>
                  </a:lnTo>
                  <a:lnTo>
                    <a:pt x="4735157" y="557414"/>
                  </a:lnTo>
                  <a:lnTo>
                    <a:pt x="4735250" y="557414"/>
                  </a:lnTo>
                  <a:lnTo>
                    <a:pt x="4735344" y="557414"/>
                  </a:lnTo>
                  <a:lnTo>
                    <a:pt x="4735437" y="557414"/>
                  </a:lnTo>
                  <a:lnTo>
                    <a:pt x="4735530" y="557414"/>
                  </a:lnTo>
                  <a:lnTo>
                    <a:pt x="4735623" y="557414"/>
                  </a:lnTo>
                  <a:lnTo>
                    <a:pt x="4735717" y="557414"/>
                  </a:lnTo>
                  <a:lnTo>
                    <a:pt x="4735810" y="557414"/>
                  </a:lnTo>
                  <a:lnTo>
                    <a:pt x="4735903" y="557414"/>
                  </a:lnTo>
                  <a:lnTo>
                    <a:pt x="4735996" y="557414"/>
                  </a:lnTo>
                  <a:lnTo>
                    <a:pt x="4736090" y="557414"/>
                  </a:lnTo>
                  <a:lnTo>
                    <a:pt x="4736183" y="557414"/>
                  </a:lnTo>
                  <a:lnTo>
                    <a:pt x="4736276" y="557414"/>
                  </a:lnTo>
                  <a:lnTo>
                    <a:pt x="4736369" y="557414"/>
                  </a:lnTo>
                  <a:lnTo>
                    <a:pt x="4736463" y="557414"/>
                  </a:lnTo>
                  <a:lnTo>
                    <a:pt x="4736556" y="557414"/>
                  </a:lnTo>
                  <a:lnTo>
                    <a:pt x="4736649" y="557414"/>
                  </a:lnTo>
                  <a:lnTo>
                    <a:pt x="4736742" y="557414"/>
                  </a:lnTo>
                  <a:lnTo>
                    <a:pt x="4736836" y="557414"/>
                  </a:lnTo>
                  <a:lnTo>
                    <a:pt x="4736929" y="557414"/>
                  </a:lnTo>
                  <a:lnTo>
                    <a:pt x="4737022" y="557414"/>
                  </a:lnTo>
                  <a:lnTo>
                    <a:pt x="4737115" y="557414"/>
                  </a:lnTo>
                  <a:lnTo>
                    <a:pt x="4737209" y="557414"/>
                  </a:lnTo>
                  <a:lnTo>
                    <a:pt x="4737302" y="557414"/>
                  </a:lnTo>
                  <a:lnTo>
                    <a:pt x="4737395" y="557414"/>
                  </a:lnTo>
                  <a:lnTo>
                    <a:pt x="4737488" y="557414"/>
                  </a:lnTo>
                  <a:lnTo>
                    <a:pt x="4737582" y="557414"/>
                  </a:lnTo>
                  <a:lnTo>
                    <a:pt x="4737675" y="557414"/>
                  </a:lnTo>
                  <a:lnTo>
                    <a:pt x="4737768" y="557414"/>
                  </a:lnTo>
                  <a:lnTo>
                    <a:pt x="4737861" y="557414"/>
                  </a:lnTo>
                  <a:lnTo>
                    <a:pt x="4737955" y="557414"/>
                  </a:lnTo>
                  <a:lnTo>
                    <a:pt x="4738048" y="557414"/>
                  </a:lnTo>
                  <a:lnTo>
                    <a:pt x="4738141" y="557414"/>
                  </a:lnTo>
                  <a:lnTo>
                    <a:pt x="4738234" y="557414"/>
                  </a:lnTo>
                  <a:lnTo>
                    <a:pt x="4738328" y="557414"/>
                  </a:lnTo>
                  <a:lnTo>
                    <a:pt x="4738421" y="557414"/>
                  </a:lnTo>
                  <a:lnTo>
                    <a:pt x="4738514" y="557414"/>
                  </a:lnTo>
                  <a:lnTo>
                    <a:pt x="4738607" y="557414"/>
                  </a:lnTo>
                  <a:lnTo>
                    <a:pt x="4738700" y="557414"/>
                  </a:lnTo>
                  <a:lnTo>
                    <a:pt x="4738794" y="557414"/>
                  </a:lnTo>
                  <a:lnTo>
                    <a:pt x="4738887" y="557414"/>
                  </a:lnTo>
                  <a:lnTo>
                    <a:pt x="4738980" y="557414"/>
                  </a:lnTo>
                  <a:lnTo>
                    <a:pt x="4739073" y="557414"/>
                  </a:lnTo>
                  <a:lnTo>
                    <a:pt x="4739167" y="557414"/>
                  </a:lnTo>
                  <a:lnTo>
                    <a:pt x="4739260" y="557414"/>
                  </a:lnTo>
                  <a:lnTo>
                    <a:pt x="4739353" y="557414"/>
                  </a:lnTo>
                  <a:lnTo>
                    <a:pt x="4739446" y="557414"/>
                  </a:lnTo>
                  <a:lnTo>
                    <a:pt x="4739540" y="557414"/>
                  </a:lnTo>
                  <a:lnTo>
                    <a:pt x="4739633" y="557414"/>
                  </a:lnTo>
                  <a:lnTo>
                    <a:pt x="4739726" y="557414"/>
                  </a:lnTo>
                  <a:lnTo>
                    <a:pt x="4739819" y="557414"/>
                  </a:lnTo>
                  <a:lnTo>
                    <a:pt x="4739913" y="557414"/>
                  </a:lnTo>
                  <a:lnTo>
                    <a:pt x="4740006" y="557414"/>
                  </a:lnTo>
                  <a:lnTo>
                    <a:pt x="4740099" y="557414"/>
                  </a:lnTo>
                  <a:lnTo>
                    <a:pt x="4740192" y="557414"/>
                  </a:lnTo>
                  <a:lnTo>
                    <a:pt x="4740286" y="557414"/>
                  </a:lnTo>
                  <a:lnTo>
                    <a:pt x="4740379" y="557414"/>
                  </a:lnTo>
                  <a:lnTo>
                    <a:pt x="4740472" y="557414"/>
                  </a:lnTo>
                  <a:lnTo>
                    <a:pt x="4740565" y="557414"/>
                  </a:lnTo>
                  <a:lnTo>
                    <a:pt x="4740659" y="557414"/>
                  </a:lnTo>
                  <a:lnTo>
                    <a:pt x="4740752" y="557414"/>
                  </a:lnTo>
                  <a:lnTo>
                    <a:pt x="4740845" y="557414"/>
                  </a:lnTo>
                  <a:lnTo>
                    <a:pt x="4740938" y="557414"/>
                  </a:lnTo>
                  <a:lnTo>
                    <a:pt x="4741032" y="557414"/>
                  </a:lnTo>
                  <a:lnTo>
                    <a:pt x="4741125" y="557414"/>
                  </a:lnTo>
                  <a:lnTo>
                    <a:pt x="4741218" y="557414"/>
                  </a:lnTo>
                  <a:lnTo>
                    <a:pt x="4741311" y="557414"/>
                  </a:lnTo>
                  <a:lnTo>
                    <a:pt x="4741405" y="557414"/>
                  </a:lnTo>
                  <a:lnTo>
                    <a:pt x="4741498" y="557414"/>
                  </a:lnTo>
                  <a:lnTo>
                    <a:pt x="4741591" y="557414"/>
                  </a:lnTo>
                  <a:lnTo>
                    <a:pt x="4741684" y="557414"/>
                  </a:lnTo>
                  <a:lnTo>
                    <a:pt x="4741778" y="557414"/>
                  </a:lnTo>
                  <a:lnTo>
                    <a:pt x="4741871" y="557414"/>
                  </a:lnTo>
                  <a:lnTo>
                    <a:pt x="4741964" y="557414"/>
                  </a:lnTo>
                  <a:lnTo>
                    <a:pt x="4742057" y="557414"/>
                  </a:lnTo>
                  <a:lnTo>
                    <a:pt x="4742151" y="557414"/>
                  </a:lnTo>
                  <a:lnTo>
                    <a:pt x="4742244" y="557414"/>
                  </a:lnTo>
                  <a:lnTo>
                    <a:pt x="4742337" y="557414"/>
                  </a:lnTo>
                  <a:lnTo>
                    <a:pt x="4742430" y="557414"/>
                  </a:lnTo>
                  <a:lnTo>
                    <a:pt x="4742524" y="557414"/>
                  </a:lnTo>
                  <a:lnTo>
                    <a:pt x="4742617" y="557414"/>
                  </a:lnTo>
                  <a:lnTo>
                    <a:pt x="4742710" y="557414"/>
                  </a:lnTo>
                  <a:lnTo>
                    <a:pt x="4742803" y="557414"/>
                  </a:lnTo>
                  <a:lnTo>
                    <a:pt x="4742897" y="557414"/>
                  </a:lnTo>
                  <a:lnTo>
                    <a:pt x="4742990" y="557414"/>
                  </a:lnTo>
                  <a:lnTo>
                    <a:pt x="4743083" y="557414"/>
                  </a:lnTo>
                  <a:lnTo>
                    <a:pt x="4743176" y="557414"/>
                  </a:lnTo>
                  <a:lnTo>
                    <a:pt x="4743270" y="557414"/>
                  </a:lnTo>
                  <a:lnTo>
                    <a:pt x="4743363" y="557414"/>
                  </a:lnTo>
                  <a:lnTo>
                    <a:pt x="4743456" y="557414"/>
                  </a:lnTo>
                  <a:lnTo>
                    <a:pt x="4743549" y="557414"/>
                  </a:lnTo>
                  <a:lnTo>
                    <a:pt x="4743643" y="557414"/>
                  </a:lnTo>
                  <a:lnTo>
                    <a:pt x="4743736" y="557414"/>
                  </a:lnTo>
                  <a:lnTo>
                    <a:pt x="4743829" y="557414"/>
                  </a:lnTo>
                  <a:lnTo>
                    <a:pt x="4743922" y="557414"/>
                  </a:lnTo>
                  <a:lnTo>
                    <a:pt x="4744016" y="557414"/>
                  </a:lnTo>
                  <a:lnTo>
                    <a:pt x="4744109" y="557414"/>
                  </a:lnTo>
                  <a:lnTo>
                    <a:pt x="4744202" y="557414"/>
                  </a:lnTo>
                  <a:lnTo>
                    <a:pt x="4744295" y="557414"/>
                  </a:lnTo>
                  <a:lnTo>
                    <a:pt x="4744389" y="557414"/>
                  </a:lnTo>
                  <a:lnTo>
                    <a:pt x="4744482" y="557414"/>
                  </a:lnTo>
                  <a:lnTo>
                    <a:pt x="4744575" y="557414"/>
                  </a:lnTo>
                  <a:lnTo>
                    <a:pt x="4744668" y="557414"/>
                  </a:lnTo>
                  <a:lnTo>
                    <a:pt x="4744762" y="557414"/>
                  </a:lnTo>
                  <a:lnTo>
                    <a:pt x="4744855" y="557414"/>
                  </a:lnTo>
                  <a:lnTo>
                    <a:pt x="4744948" y="557414"/>
                  </a:lnTo>
                  <a:lnTo>
                    <a:pt x="4745041" y="557414"/>
                  </a:lnTo>
                  <a:lnTo>
                    <a:pt x="4745135" y="557414"/>
                  </a:lnTo>
                  <a:lnTo>
                    <a:pt x="4745228" y="557414"/>
                  </a:lnTo>
                  <a:lnTo>
                    <a:pt x="4745321" y="557414"/>
                  </a:lnTo>
                  <a:lnTo>
                    <a:pt x="4745414" y="557414"/>
                  </a:lnTo>
                  <a:lnTo>
                    <a:pt x="4745507" y="557414"/>
                  </a:lnTo>
                  <a:lnTo>
                    <a:pt x="4745601" y="557414"/>
                  </a:lnTo>
                  <a:lnTo>
                    <a:pt x="4745694" y="557414"/>
                  </a:lnTo>
                  <a:lnTo>
                    <a:pt x="4745787" y="557414"/>
                  </a:lnTo>
                  <a:lnTo>
                    <a:pt x="4745880" y="557414"/>
                  </a:lnTo>
                  <a:lnTo>
                    <a:pt x="4745974" y="557414"/>
                  </a:lnTo>
                  <a:lnTo>
                    <a:pt x="4746067" y="557414"/>
                  </a:lnTo>
                  <a:lnTo>
                    <a:pt x="4746160" y="557414"/>
                  </a:lnTo>
                  <a:lnTo>
                    <a:pt x="4746253" y="557414"/>
                  </a:lnTo>
                  <a:lnTo>
                    <a:pt x="4746347" y="557414"/>
                  </a:lnTo>
                  <a:lnTo>
                    <a:pt x="4746440" y="557414"/>
                  </a:lnTo>
                  <a:lnTo>
                    <a:pt x="4746533" y="557414"/>
                  </a:lnTo>
                  <a:lnTo>
                    <a:pt x="4746626" y="557414"/>
                  </a:lnTo>
                  <a:lnTo>
                    <a:pt x="4746720" y="557414"/>
                  </a:lnTo>
                  <a:lnTo>
                    <a:pt x="4746813" y="557414"/>
                  </a:lnTo>
                  <a:lnTo>
                    <a:pt x="4746906" y="557414"/>
                  </a:lnTo>
                  <a:lnTo>
                    <a:pt x="4746999" y="557414"/>
                  </a:lnTo>
                  <a:lnTo>
                    <a:pt x="4747093" y="557414"/>
                  </a:lnTo>
                  <a:lnTo>
                    <a:pt x="4747186" y="557414"/>
                  </a:lnTo>
                  <a:lnTo>
                    <a:pt x="4747279" y="557414"/>
                  </a:lnTo>
                  <a:lnTo>
                    <a:pt x="4747372" y="557414"/>
                  </a:lnTo>
                  <a:lnTo>
                    <a:pt x="4747466" y="557414"/>
                  </a:lnTo>
                  <a:lnTo>
                    <a:pt x="4747559" y="557414"/>
                  </a:lnTo>
                  <a:lnTo>
                    <a:pt x="4747652" y="557414"/>
                  </a:lnTo>
                  <a:lnTo>
                    <a:pt x="4747745" y="557414"/>
                  </a:lnTo>
                  <a:lnTo>
                    <a:pt x="4747839" y="557414"/>
                  </a:lnTo>
                  <a:lnTo>
                    <a:pt x="4747932" y="557414"/>
                  </a:lnTo>
                  <a:lnTo>
                    <a:pt x="4748025" y="557414"/>
                  </a:lnTo>
                  <a:lnTo>
                    <a:pt x="4748118" y="557414"/>
                  </a:lnTo>
                  <a:lnTo>
                    <a:pt x="4748212" y="557414"/>
                  </a:lnTo>
                  <a:lnTo>
                    <a:pt x="4748305" y="557414"/>
                  </a:lnTo>
                  <a:lnTo>
                    <a:pt x="4748398" y="557414"/>
                  </a:lnTo>
                  <a:lnTo>
                    <a:pt x="4748491" y="557414"/>
                  </a:lnTo>
                  <a:lnTo>
                    <a:pt x="4748585" y="557414"/>
                  </a:lnTo>
                  <a:lnTo>
                    <a:pt x="4748678" y="557414"/>
                  </a:lnTo>
                  <a:lnTo>
                    <a:pt x="4748771" y="557414"/>
                  </a:lnTo>
                  <a:lnTo>
                    <a:pt x="4748864" y="557414"/>
                  </a:lnTo>
                  <a:lnTo>
                    <a:pt x="4748958" y="557414"/>
                  </a:lnTo>
                  <a:lnTo>
                    <a:pt x="4749051" y="557414"/>
                  </a:lnTo>
                  <a:lnTo>
                    <a:pt x="4749144" y="557414"/>
                  </a:lnTo>
                  <a:lnTo>
                    <a:pt x="4749237" y="557414"/>
                  </a:lnTo>
                  <a:lnTo>
                    <a:pt x="4749331" y="557414"/>
                  </a:lnTo>
                  <a:lnTo>
                    <a:pt x="4749424" y="557414"/>
                  </a:lnTo>
                  <a:lnTo>
                    <a:pt x="4749517" y="557414"/>
                  </a:lnTo>
                  <a:lnTo>
                    <a:pt x="4749610" y="557414"/>
                  </a:lnTo>
                  <a:lnTo>
                    <a:pt x="4749704" y="557414"/>
                  </a:lnTo>
                  <a:lnTo>
                    <a:pt x="4749797" y="557414"/>
                  </a:lnTo>
                  <a:lnTo>
                    <a:pt x="4749890" y="557414"/>
                  </a:lnTo>
                  <a:lnTo>
                    <a:pt x="4749983" y="557414"/>
                  </a:lnTo>
                  <a:lnTo>
                    <a:pt x="4750077" y="557414"/>
                  </a:lnTo>
                  <a:lnTo>
                    <a:pt x="4750170" y="557414"/>
                  </a:lnTo>
                  <a:lnTo>
                    <a:pt x="4750263" y="557414"/>
                  </a:lnTo>
                  <a:lnTo>
                    <a:pt x="4750356" y="557414"/>
                  </a:lnTo>
                  <a:lnTo>
                    <a:pt x="4750450" y="557414"/>
                  </a:lnTo>
                  <a:lnTo>
                    <a:pt x="4750543" y="557414"/>
                  </a:lnTo>
                  <a:lnTo>
                    <a:pt x="4750636" y="557414"/>
                  </a:lnTo>
                  <a:lnTo>
                    <a:pt x="4750729" y="557414"/>
                  </a:lnTo>
                  <a:lnTo>
                    <a:pt x="4750823" y="557414"/>
                  </a:lnTo>
                  <a:lnTo>
                    <a:pt x="4750916" y="557414"/>
                  </a:lnTo>
                  <a:lnTo>
                    <a:pt x="4751009" y="557414"/>
                  </a:lnTo>
                  <a:lnTo>
                    <a:pt x="4751102" y="557414"/>
                  </a:lnTo>
                  <a:lnTo>
                    <a:pt x="4751196" y="557414"/>
                  </a:lnTo>
                  <a:lnTo>
                    <a:pt x="4751289" y="557414"/>
                  </a:lnTo>
                  <a:lnTo>
                    <a:pt x="4751382" y="557414"/>
                  </a:lnTo>
                  <a:lnTo>
                    <a:pt x="4751475" y="557414"/>
                  </a:lnTo>
                  <a:lnTo>
                    <a:pt x="4751569" y="557414"/>
                  </a:lnTo>
                  <a:lnTo>
                    <a:pt x="4751662" y="557414"/>
                  </a:lnTo>
                  <a:lnTo>
                    <a:pt x="4751755" y="557414"/>
                  </a:lnTo>
                  <a:lnTo>
                    <a:pt x="4751848" y="557414"/>
                  </a:lnTo>
                  <a:lnTo>
                    <a:pt x="4751942" y="557414"/>
                  </a:lnTo>
                  <a:lnTo>
                    <a:pt x="4752035" y="557414"/>
                  </a:lnTo>
                  <a:lnTo>
                    <a:pt x="4752128" y="557414"/>
                  </a:lnTo>
                  <a:lnTo>
                    <a:pt x="4752221" y="557414"/>
                  </a:lnTo>
                  <a:lnTo>
                    <a:pt x="4752315" y="557414"/>
                  </a:lnTo>
                  <a:lnTo>
                    <a:pt x="4752408" y="557414"/>
                  </a:lnTo>
                  <a:lnTo>
                    <a:pt x="4752501" y="557414"/>
                  </a:lnTo>
                  <a:lnTo>
                    <a:pt x="4752594" y="557414"/>
                  </a:lnTo>
                  <a:lnTo>
                    <a:pt x="4752687" y="557414"/>
                  </a:lnTo>
                  <a:lnTo>
                    <a:pt x="4752781" y="557414"/>
                  </a:lnTo>
                  <a:lnTo>
                    <a:pt x="4752874" y="557414"/>
                  </a:lnTo>
                  <a:lnTo>
                    <a:pt x="4752967" y="557414"/>
                  </a:lnTo>
                  <a:lnTo>
                    <a:pt x="4752967" y="547460"/>
                  </a:lnTo>
                  <a:lnTo>
                    <a:pt x="4753060" y="547460"/>
                  </a:lnTo>
                  <a:lnTo>
                    <a:pt x="4753154" y="547460"/>
                  </a:lnTo>
                  <a:lnTo>
                    <a:pt x="4753247" y="547460"/>
                  </a:lnTo>
                  <a:lnTo>
                    <a:pt x="4753340" y="547460"/>
                  </a:lnTo>
                  <a:lnTo>
                    <a:pt x="4753433" y="547460"/>
                  </a:lnTo>
                  <a:lnTo>
                    <a:pt x="4753527" y="547460"/>
                  </a:lnTo>
                  <a:lnTo>
                    <a:pt x="4753620" y="547460"/>
                  </a:lnTo>
                  <a:lnTo>
                    <a:pt x="4753713" y="547460"/>
                  </a:lnTo>
                  <a:lnTo>
                    <a:pt x="4753806" y="547460"/>
                  </a:lnTo>
                  <a:lnTo>
                    <a:pt x="4753900" y="547460"/>
                  </a:lnTo>
                  <a:lnTo>
                    <a:pt x="4753993" y="547460"/>
                  </a:lnTo>
                  <a:lnTo>
                    <a:pt x="4754086" y="547460"/>
                  </a:lnTo>
                  <a:lnTo>
                    <a:pt x="4754179" y="547460"/>
                  </a:lnTo>
                  <a:lnTo>
                    <a:pt x="4754273" y="547460"/>
                  </a:lnTo>
                  <a:lnTo>
                    <a:pt x="4754366" y="547460"/>
                  </a:lnTo>
                  <a:lnTo>
                    <a:pt x="4754459" y="547460"/>
                  </a:lnTo>
                  <a:lnTo>
                    <a:pt x="4754552" y="547460"/>
                  </a:lnTo>
                  <a:lnTo>
                    <a:pt x="4754646" y="547460"/>
                  </a:lnTo>
                  <a:lnTo>
                    <a:pt x="4754739" y="547460"/>
                  </a:lnTo>
                  <a:lnTo>
                    <a:pt x="4754832" y="547460"/>
                  </a:lnTo>
                  <a:lnTo>
                    <a:pt x="4754925" y="547460"/>
                  </a:lnTo>
                  <a:lnTo>
                    <a:pt x="4755019" y="547460"/>
                  </a:lnTo>
                  <a:lnTo>
                    <a:pt x="4755112" y="547460"/>
                  </a:lnTo>
                  <a:lnTo>
                    <a:pt x="4755205" y="547460"/>
                  </a:lnTo>
                  <a:lnTo>
                    <a:pt x="4755298" y="547460"/>
                  </a:lnTo>
                  <a:lnTo>
                    <a:pt x="4755392" y="547460"/>
                  </a:lnTo>
                  <a:lnTo>
                    <a:pt x="4755485" y="547460"/>
                  </a:lnTo>
                  <a:lnTo>
                    <a:pt x="4755578" y="547460"/>
                  </a:lnTo>
                  <a:lnTo>
                    <a:pt x="4755671" y="547460"/>
                  </a:lnTo>
                  <a:lnTo>
                    <a:pt x="4755765" y="547460"/>
                  </a:lnTo>
                  <a:lnTo>
                    <a:pt x="4755858" y="547460"/>
                  </a:lnTo>
                  <a:lnTo>
                    <a:pt x="4755951" y="547460"/>
                  </a:lnTo>
                  <a:lnTo>
                    <a:pt x="4756044" y="547460"/>
                  </a:lnTo>
                  <a:lnTo>
                    <a:pt x="4756138" y="547460"/>
                  </a:lnTo>
                  <a:lnTo>
                    <a:pt x="4756231" y="547460"/>
                  </a:lnTo>
                  <a:lnTo>
                    <a:pt x="4756324" y="547460"/>
                  </a:lnTo>
                  <a:lnTo>
                    <a:pt x="4756417" y="547460"/>
                  </a:lnTo>
                  <a:lnTo>
                    <a:pt x="4756511" y="547460"/>
                  </a:lnTo>
                  <a:lnTo>
                    <a:pt x="4756604" y="547460"/>
                  </a:lnTo>
                  <a:lnTo>
                    <a:pt x="4756697" y="547460"/>
                  </a:lnTo>
                  <a:lnTo>
                    <a:pt x="4756790" y="547460"/>
                  </a:lnTo>
                  <a:lnTo>
                    <a:pt x="4756884" y="547460"/>
                  </a:lnTo>
                  <a:lnTo>
                    <a:pt x="4756977" y="547460"/>
                  </a:lnTo>
                  <a:lnTo>
                    <a:pt x="4757070" y="547460"/>
                  </a:lnTo>
                  <a:lnTo>
                    <a:pt x="4757163" y="547460"/>
                  </a:lnTo>
                  <a:lnTo>
                    <a:pt x="4757257" y="547460"/>
                  </a:lnTo>
                  <a:lnTo>
                    <a:pt x="4757350" y="547460"/>
                  </a:lnTo>
                  <a:lnTo>
                    <a:pt x="4757443" y="547460"/>
                  </a:lnTo>
                  <a:lnTo>
                    <a:pt x="4757536" y="547460"/>
                  </a:lnTo>
                  <a:lnTo>
                    <a:pt x="4757630" y="547460"/>
                  </a:lnTo>
                  <a:lnTo>
                    <a:pt x="4757723" y="547460"/>
                  </a:lnTo>
                  <a:lnTo>
                    <a:pt x="4757816" y="547460"/>
                  </a:lnTo>
                  <a:lnTo>
                    <a:pt x="4757909" y="547460"/>
                  </a:lnTo>
                  <a:lnTo>
                    <a:pt x="4758003" y="547460"/>
                  </a:lnTo>
                  <a:lnTo>
                    <a:pt x="4758096" y="547460"/>
                  </a:lnTo>
                  <a:lnTo>
                    <a:pt x="4758189" y="547460"/>
                  </a:lnTo>
                  <a:lnTo>
                    <a:pt x="4758282" y="547460"/>
                  </a:lnTo>
                  <a:lnTo>
                    <a:pt x="4758376" y="547460"/>
                  </a:lnTo>
                  <a:lnTo>
                    <a:pt x="4758469" y="547460"/>
                  </a:lnTo>
                  <a:lnTo>
                    <a:pt x="4758562" y="547460"/>
                  </a:lnTo>
                  <a:lnTo>
                    <a:pt x="4758655" y="547460"/>
                  </a:lnTo>
                  <a:lnTo>
                    <a:pt x="4758749" y="547460"/>
                  </a:lnTo>
                  <a:lnTo>
                    <a:pt x="4758842" y="547460"/>
                  </a:lnTo>
                  <a:lnTo>
                    <a:pt x="4758935" y="547460"/>
                  </a:lnTo>
                  <a:lnTo>
                    <a:pt x="4759028" y="547460"/>
                  </a:lnTo>
                  <a:lnTo>
                    <a:pt x="4759122" y="547460"/>
                  </a:lnTo>
                  <a:lnTo>
                    <a:pt x="4759215" y="547460"/>
                  </a:lnTo>
                  <a:lnTo>
                    <a:pt x="4759308" y="547460"/>
                  </a:lnTo>
                  <a:lnTo>
                    <a:pt x="4759401" y="547460"/>
                  </a:lnTo>
                  <a:lnTo>
                    <a:pt x="4759494" y="547460"/>
                  </a:lnTo>
                  <a:lnTo>
                    <a:pt x="4759588" y="547460"/>
                  </a:lnTo>
                  <a:lnTo>
                    <a:pt x="4759681" y="547460"/>
                  </a:lnTo>
                  <a:lnTo>
                    <a:pt x="4759774" y="547460"/>
                  </a:lnTo>
                  <a:lnTo>
                    <a:pt x="4759867" y="547460"/>
                  </a:lnTo>
                  <a:lnTo>
                    <a:pt x="4759961" y="547460"/>
                  </a:lnTo>
                  <a:lnTo>
                    <a:pt x="4760054" y="547460"/>
                  </a:lnTo>
                  <a:lnTo>
                    <a:pt x="4760147" y="547460"/>
                  </a:lnTo>
                  <a:lnTo>
                    <a:pt x="4760240" y="547460"/>
                  </a:lnTo>
                  <a:lnTo>
                    <a:pt x="4760334" y="547460"/>
                  </a:lnTo>
                  <a:lnTo>
                    <a:pt x="4760427" y="547460"/>
                  </a:lnTo>
                  <a:lnTo>
                    <a:pt x="4760520" y="547460"/>
                  </a:lnTo>
                  <a:lnTo>
                    <a:pt x="4760613" y="547460"/>
                  </a:lnTo>
                  <a:lnTo>
                    <a:pt x="4760707" y="547460"/>
                  </a:lnTo>
                  <a:lnTo>
                    <a:pt x="4760800" y="547460"/>
                  </a:lnTo>
                  <a:lnTo>
                    <a:pt x="4760893" y="547460"/>
                  </a:lnTo>
                  <a:lnTo>
                    <a:pt x="4760986" y="547460"/>
                  </a:lnTo>
                  <a:lnTo>
                    <a:pt x="4761080" y="547460"/>
                  </a:lnTo>
                  <a:lnTo>
                    <a:pt x="4761173" y="547460"/>
                  </a:lnTo>
                  <a:lnTo>
                    <a:pt x="4761266" y="547460"/>
                  </a:lnTo>
                  <a:lnTo>
                    <a:pt x="4761359" y="547460"/>
                  </a:lnTo>
                  <a:lnTo>
                    <a:pt x="4761453" y="547460"/>
                  </a:lnTo>
                  <a:lnTo>
                    <a:pt x="4761546" y="547460"/>
                  </a:lnTo>
                  <a:lnTo>
                    <a:pt x="4761639" y="547460"/>
                  </a:lnTo>
                  <a:lnTo>
                    <a:pt x="4761732" y="547460"/>
                  </a:lnTo>
                  <a:lnTo>
                    <a:pt x="4761826" y="547460"/>
                  </a:lnTo>
                  <a:lnTo>
                    <a:pt x="4761919" y="547460"/>
                  </a:lnTo>
                  <a:lnTo>
                    <a:pt x="4762012" y="547460"/>
                  </a:lnTo>
                  <a:lnTo>
                    <a:pt x="4762105" y="547460"/>
                  </a:lnTo>
                  <a:lnTo>
                    <a:pt x="4762199" y="547460"/>
                  </a:lnTo>
                  <a:lnTo>
                    <a:pt x="4762292" y="547460"/>
                  </a:lnTo>
                  <a:lnTo>
                    <a:pt x="4762385" y="547460"/>
                  </a:lnTo>
                  <a:lnTo>
                    <a:pt x="4762478" y="547460"/>
                  </a:lnTo>
                  <a:lnTo>
                    <a:pt x="4762572" y="547460"/>
                  </a:lnTo>
                  <a:lnTo>
                    <a:pt x="4762572" y="537506"/>
                  </a:lnTo>
                  <a:lnTo>
                    <a:pt x="4762665" y="537506"/>
                  </a:lnTo>
                  <a:lnTo>
                    <a:pt x="4762758" y="537506"/>
                  </a:lnTo>
                  <a:lnTo>
                    <a:pt x="4762851" y="537506"/>
                  </a:lnTo>
                  <a:lnTo>
                    <a:pt x="4762945" y="537506"/>
                  </a:lnTo>
                  <a:lnTo>
                    <a:pt x="4763038" y="537506"/>
                  </a:lnTo>
                  <a:lnTo>
                    <a:pt x="4763131" y="537506"/>
                  </a:lnTo>
                  <a:lnTo>
                    <a:pt x="4763224" y="537506"/>
                  </a:lnTo>
                  <a:lnTo>
                    <a:pt x="4763318" y="537506"/>
                  </a:lnTo>
                  <a:lnTo>
                    <a:pt x="4763411" y="537506"/>
                  </a:lnTo>
                  <a:lnTo>
                    <a:pt x="4763504" y="537506"/>
                  </a:lnTo>
                  <a:lnTo>
                    <a:pt x="4763597" y="537506"/>
                  </a:lnTo>
                  <a:lnTo>
                    <a:pt x="4763691" y="537506"/>
                  </a:lnTo>
                  <a:lnTo>
                    <a:pt x="4763784" y="537506"/>
                  </a:lnTo>
                  <a:lnTo>
                    <a:pt x="4763877" y="537506"/>
                  </a:lnTo>
                  <a:lnTo>
                    <a:pt x="4763970" y="537506"/>
                  </a:lnTo>
                  <a:lnTo>
                    <a:pt x="4764064" y="537506"/>
                  </a:lnTo>
                  <a:lnTo>
                    <a:pt x="4764157" y="537506"/>
                  </a:lnTo>
                  <a:lnTo>
                    <a:pt x="4764250" y="537506"/>
                  </a:lnTo>
                  <a:lnTo>
                    <a:pt x="4764343" y="537506"/>
                  </a:lnTo>
                  <a:lnTo>
                    <a:pt x="4764437" y="537506"/>
                  </a:lnTo>
                  <a:lnTo>
                    <a:pt x="4764530" y="537506"/>
                  </a:lnTo>
                  <a:lnTo>
                    <a:pt x="4764623" y="537506"/>
                  </a:lnTo>
                  <a:lnTo>
                    <a:pt x="4764716" y="537506"/>
                  </a:lnTo>
                  <a:lnTo>
                    <a:pt x="4764810" y="537506"/>
                  </a:lnTo>
                  <a:lnTo>
                    <a:pt x="4764903" y="537506"/>
                  </a:lnTo>
                  <a:lnTo>
                    <a:pt x="4764996" y="537506"/>
                  </a:lnTo>
                  <a:lnTo>
                    <a:pt x="4765089" y="537506"/>
                  </a:lnTo>
                  <a:lnTo>
                    <a:pt x="4765183" y="537506"/>
                  </a:lnTo>
                  <a:lnTo>
                    <a:pt x="4765276" y="537506"/>
                  </a:lnTo>
                  <a:lnTo>
                    <a:pt x="4765369" y="537506"/>
                  </a:lnTo>
                  <a:lnTo>
                    <a:pt x="4765462" y="537506"/>
                  </a:lnTo>
                  <a:lnTo>
                    <a:pt x="4765556" y="537506"/>
                  </a:lnTo>
                  <a:lnTo>
                    <a:pt x="4765649" y="537506"/>
                  </a:lnTo>
                  <a:lnTo>
                    <a:pt x="4765742" y="537506"/>
                  </a:lnTo>
                  <a:lnTo>
                    <a:pt x="4765835" y="537506"/>
                  </a:lnTo>
                  <a:lnTo>
                    <a:pt x="4765929" y="537506"/>
                  </a:lnTo>
                  <a:lnTo>
                    <a:pt x="4766022" y="537506"/>
                  </a:lnTo>
                  <a:lnTo>
                    <a:pt x="4766115" y="537506"/>
                  </a:lnTo>
                  <a:lnTo>
                    <a:pt x="4766208" y="537506"/>
                  </a:lnTo>
                  <a:lnTo>
                    <a:pt x="4766301" y="537506"/>
                  </a:lnTo>
                  <a:lnTo>
                    <a:pt x="4766395" y="537506"/>
                  </a:lnTo>
                  <a:lnTo>
                    <a:pt x="4766488" y="537506"/>
                  </a:lnTo>
                  <a:lnTo>
                    <a:pt x="4766581" y="537506"/>
                  </a:lnTo>
                  <a:lnTo>
                    <a:pt x="4766674" y="537506"/>
                  </a:lnTo>
                  <a:lnTo>
                    <a:pt x="4766768" y="537506"/>
                  </a:lnTo>
                  <a:lnTo>
                    <a:pt x="4766861" y="537506"/>
                  </a:lnTo>
                  <a:lnTo>
                    <a:pt x="4766954" y="537506"/>
                  </a:lnTo>
                  <a:lnTo>
                    <a:pt x="4767047" y="537506"/>
                  </a:lnTo>
                  <a:lnTo>
                    <a:pt x="4767141" y="537506"/>
                  </a:lnTo>
                  <a:lnTo>
                    <a:pt x="4767234" y="537506"/>
                  </a:lnTo>
                  <a:lnTo>
                    <a:pt x="4767327" y="537506"/>
                  </a:lnTo>
                  <a:lnTo>
                    <a:pt x="4767420" y="537506"/>
                  </a:lnTo>
                  <a:lnTo>
                    <a:pt x="4767514" y="537506"/>
                  </a:lnTo>
                  <a:lnTo>
                    <a:pt x="4767607" y="537506"/>
                  </a:lnTo>
                  <a:lnTo>
                    <a:pt x="4767700" y="537506"/>
                  </a:lnTo>
                  <a:lnTo>
                    <a:pt x="4767793" y="537506"/>
                  </a:lnTo>
                  <a:lnTo>
                    <a:pt x="4767887" y="537506"/>
                  </a:lnTo>
                  <a:lnTo>
                    <a:pt x="4767980" y="537506"/>
                  </a:lnTo>
                  <a:lnTo>
                    <a:pt x="4768073" y="537506"/>
                  </a:lnTo>
                  <a:lnTo>
                    <a:pt x="4768166" y="537506"/>
                  </a:lnTo>
                  <a:lnTo>
                    <a:pt x="4768260" y="537506"/>
                  </a:lnTo>
                  <a:lnTo>
                    <a:pt x="4768353" y="537506"/>
                  </a:lnTo>
                  <a:lnTo>
                    <a:pt x="4768446" y="537506"/>
                  </a:lnTo>
                  <a:lnTo>
                    <a:pt x="4768539" y="537506"/>
                  </a:lnTo>
                  <a:lnTo>
                    <a:pt x="4768633" y="537506"/>
                  </a:lnTo>
                  <a:lnTo>
                    <a:pt x="4768726" y="537506"/>
                  </a:lnTo>
                  <a:lnTo>
                    <a:pt x="4768819" y="537506"/>
                  </a:lnTo>
                  <a:lnTo>
                    <a:pt x="4768912" y="537506"/>
                  </a:lnTo>
                  <a:lnTo>
                    <a:pt x="4769006" y="537506"/>
                  </a:lnTo>
                  <a:lnTo>
                    <a:pt x="4769099" y="537506"/>
                  </a:lnTo>
                  <a:lnTo>
                    <a:pt x="4769192" y="537506"/>
                  </a:lnTo>
                  <a:lnTo>
                    <a:pt x="4769285" y="537506"/>
                  </a:lnTo>
                  <a:lnTo>
                    <a:pt x="4769379" y="537506"/>
                  </a:lnTo>
                  <a:lnTo>
                    <a:pt x="4769472" y="537506"/>
                  </a:lnTo>
                  <a:lnTo>
                    <a:pt x="4769565" y="537506"/>
                  </a:lnTo>
                  <a:lnTo>
                    <a:pt x="4769658" y="537506"/>
                  </a:lnTo>
                  <a:lnTo>
                    <a:pt x="4769752" y="537506"/>
                  </a:lnTo>
                  <a:lnTo>
                    <a:pt x="4769845" y="537506"/>
                  </a:lnTo>
                  <a:lnTo>
                    <a:pt x="4769938" y="537506"/>
                  </a:lnTo>
                  <a:lnTo>
                    <a:pt x="4770031" y="537506"/>
                  </a:lnTo>
                  <a:lnTo>
                    <a:pt x="4770125" y="537506"/>
                  </a:lnTo>
                  <a:lnTo>
                    <a:pt x="4770218" y="537506"/>
                  </a:lnTo>
                  <a:lnTo>
                    <a:pt x="4770311" y="537506"/>
                  </a:lnTo>
                  <a:lnTo>
                    <a:pt x="4770404" y="537506"/>
                  </a:lnTo>
                  <a:lnTo>
                    <a:pt x="4770498" y="537506"/>
                  </a:lnTo>
                  <a:lnTo>
                    <a:pt x="4770591" y="537506"/>
                  </a:lnTo>
                  <a:lnTo>
                    <a:pt x="4770684" y="537506"/>
                  </a:lnTo>
                  <a:lnTo>
                    <a:pt x="4770777" y="537506"/>
                  </a:lnTo>
                  <a:lnTo>
                    <a:pt x="4770871" y="537506"/>
                  </a:lnTo>
                  <a:lnTo>
                    <a:pt x="4770964" y="537506"/>
                  </a:lnTo>
                  <a:lnTo>
                    <a:pt x="4771057" y="537506"/>
                  </a:lnTo>
                  <a:lnTo>
                    <a:pt x="4771150" y="537506"/>
                  </a:lnTo>
                  <a:lnTo>
                    <a:pt x="4771244" y="537506"/>
                  </a:lnTo>
                  <a:lnTo>
                    <a:pt x="4771337" y="537506"/>
                  </a:lnTo>
                  <a:lnTo>
                    <a:pt x="4771430" y="537506"/>
                  </a:lnTo>
                  <a:lnTo>
                    <a:pt x="4771523" y="537506"/>
                  </a:lnTo>
                  <a:lnTo>
                    <a:pt x="4771617" y="537506"/>
                  </a:lnTo>
                  <a:lnTo>
                    <a:pt x="4771710" y="537506"/>
                  </a:lnTo>
                  <a:lnTo>
                    <a:pt x="4771803" y="537506"/>
                  </a:lnTo>
                  <a:lnTo>
                    <a:pt x="4771896" y="537506"/>
                  </a:lnTo>
                  <a:lnTo>
                    <a:pt x="4771990" y="537506"/>
                  </a:lnTo>
                  <a:lnTo>
                    <a:pt x="4772083" y="537506"/>
                  </a:lnTo>
                  <a:lnTo>
                    <a:pt x="4772176" y="537506"/>
                  </a:lnTo>
                  <a:lnTo>
                    <a:pt x="4772269" y="537506"/>
                  </a:lnTo>
                  <a:lnTo>
                    <a:pt x="4772363" y="537506"/>
                  </a:lnTo>
                  <a:lnTo>
                    <a:pt x="4772456" y="537506"/>
                  </a:lnTo>
                  <a:lnTo>
                    <a:pt x="4772549" y="537506"/>
                  </a:lnTo>
                  <a:lnTo>
                    <a:pt x="4772642" y="537506"/>
                  </a:lnTo>
                  <a:lnTo>
                    <a:pt x="4772736" y="537506"/>
                  </a:lnTo>
                  <a:lnTo>
                    <a:pt x="4772829" y="537506"/>
                  </a:lnTo>
                  <a:lnTo>
                    <a:pt x="4772922" y="537506"/>
                  </a:lnTo>
                  <a:lnTo>
                    <a:pt x="4773015" y="537506"/>
                  </a:lnTo>
                  <a:lnTo>
                    <a:pt x="4773109" y="537506"/>
                  </a:lnTo>
                  <a:lnTo>
                    <a:pt x="4773202" y="537506"/>
                  </a:lnTo>
                  <a:lnTo>
                    <a:pt x="4773295" y="537506"/>
                  </a:lnTo>
                  <a:lnTo>
                    <a:pt x="4773388" y="537506"/>
                  </a:lnTo>
                  <a:lnTo>
                    <a:pt x="4773481" y="537506"/>
                  </a:lnTo>
                  <a:lnTo>
                    <a:pt x="4773575" y="537506"/>
                  </a:lnTo>
                  <a:lnTo>
                    <a:pt x="4773668" y="537506"/>
                  </a:lnTo>
                  <a:lnTo>
                    <a:pt x="4773761" y="537506"/>
                  </a:lnTo>
                  <a:lnTo>
                    <a:pt x="4773854" y="537506"/>
                  </a:lnTo>
                  <a:lnTo>
                    <a:pt x="4773948" y="537506"/>
                  </a:lnTo>
                  <a:lnTo>
                    <a:pt x="4774041" y="537506"/>
                  </a:lnTo>
                  <a:lnTo>
                    <a:pt x="4774134" y="537506"/>
                  </a:lnTo>
                  <a:lnTo>
                    <a:pt x="4774227" y="537506"/>
                  </a:lnTo>
                  <a:lnTo>
                    <a:pt x="4774321" y="537506"/>
                  </a:lnTo>
                  <a:lnTo>
                    <a:pt x="4774414" y="537506"/>
                  </a:lnTo>
                  <a:lnTo>
                    <a:pt x="4774507" y="537506"/>
                  </a:lnTo>
                  <a:lnTo>
                    <a:pt x="4774600" y="537506"/>
                  </a:lnTo>
                  <a:lnTo>
                    <a:pt x="4774694" y="537506"/>
                  </a:lnTo>
                  <a:lnTo>
                    <a:pt x="4774787" y="537506"/>
                  </a:lnTo>
                  <a:lnTo>
                    <a:pt x="4774880" y="537506"/>
                  </a:lnTo>
                  <a:lnTo>
                    <a:pt x="4774973" y="537506"/>
                  </a:lnTo>
                  <a:lnTo>
                    <a:pt x="4775067" y="537506"/>
                  </a:lnTo>
                  <a:lnTo>
                    <a:pt x="4775160" y="537506"/>
                  </a:lnTo>
                  <a:lnTo>
                    <a:pt x="4775253" y="537506"/>
                  </a:lnTo>
                  <a:lnTo>
                    <a:pt x="4775346" y="537506"/>
                  </a:lnTo>
                  <a:lnTo>
                    <a:pt x="4775440" y="537506"/>
                  </a:lnTo>
                  <a:lnTo>
                    <a:pt x="4775533" y="537506"/>
                  </a:lnTo>
                  <a:lnTo>
                    <a:pt x="4775626" y="537506"/>
                  </a:lnTo>
                  <a:lnTo>
                    <a:pt x="4775719" y="537506"/>
                  </a:lnTo>
                  <a:lnTo>
                    <a:pt x="4775813" y="537506"/>
                  </a:lnTo>
                  <a:lnTo>
                    <a:pt x="4775906" y="537506"/>
                  </a:lnTo>
                  <a:lnTo>
                    <a:pt x="4775999" y="537506"/>
                  </a:lnTo>
                  <a:lnTo>
                    <a:pt x="4776092" y="537506"/>
                  </a:lnTo>
                  <a:lnTo>
                    <a:pt x="4776186" y="537506"/>
                  </a:lnTo>
                  <a:lnTo>
                    <a:pt x="4776279" y="537506"/>
                  </a:lnTo>
                  <a:lnTo>
                    <a:pt x="4776372" y="537506"/>
                  </a:lnTo>
                  <a:lnTo>
                    <a:pt x="4776465" y="537506"/>
                  </a:lnTo>
                  <a:lnTo>
                    <a:pt x="4776559" y="537506"/>
                  </a:lnTo>
                  <a:lnTo>
                    <a:pt x="4776652" y="537506"/>
                  </a:lnTo>
                  <a:lnTo>
                    <a:pt x="4776745" y="537506"/>
                  </a:lnTo>
                  <a:lnTo>
                    <a:pt x="4776838" y="537506"/>
                  </a:lnTo>
                  <a:lnTo>
                    <a:pt x="4776932" y="537506"/>
                  </a:lnTo>
                  <a:lnTo>
                    <a:pt x="4777025" y="537506"/>
                  </a:lnTo>
                  <a:lnTo>
                    <a:pt x="4777118" y="537506"/>
                  </a:lnTo>
                  <a:lnTo>
                    <a:pt x="4777211" y="537506"/>
                  </a:lnTo>
                  <a:lnTo>
                    <a:pt x="4777305" y="537506"/>
                  </a:lnTo>
                  <a:lnTo>
                    <a:pt x="4777398" y="537506"/>
                  </a:lnTo>
                  <a:lnTo>
                    <a:pt x="4777491" y="537506"/>
                  </a:lnTo>
                  <a:lnTo>
                    <a:pt x="4777584" y="537506"/>
                  </a:lnTo>
                  <a:lnTo>
                    <a:pt x="4777678" y="537506"/>
                  </a:lnTo>
                  <a:lnTo>
                    <a:pt x="4777771" y="537506"/>
                  </a:lnTo>
                  <a:lnTo>
                    <a:pt x="4777864" y="537506"/>
                  </a:lnTo>
                  <a:lnTo>
                    <a:pt x="4777957" y="537506"/>
                  </a:lnTo>
                  <a:lnTo>
                    <a:pt x="4778051" y="537506"/>
                  </a:lnTo>
                  <a:lnTo>
                    <a:pt x="4778144" y="537506"/>
                  </a:lnTo>
                  <a:lnTo>
                    <a:pt x="4778237" y="537506"/>
                  </a:lnTo>
                  <a:lnTo>
                    <a:pt x="4778330" y="537506"/>
                  </a:lnTo>
                  <a:lnTo>
                    <a:pt x="4778424" y="537506"/>
                  </a:lnTo>
                  <a:lnTo>
                    <a:pt x="4778517" y="537506"/>
                  </a:lnTo>
                  <a:lnTo>
                    <a:pt x="4778610" y="537506"/>
                  </a:lnTo>
                  <a:lnTo>
                    <a:pt x="4778703" y="537506"/>
                  </a:lnTo>
                  <a:lnTo>
                    <a:pt x="4778797" y="537506"/>
                  </a:lnTo>
                  <a:lnTo>
                    <a:pt x="4778890" y="537506"/>
                  </a:lnTo>
                  <a:lnTo>
                    <a:pt x="4778983" y="537506"/>
                  </a:lnTo>
                  <a:lnTo>
                    <a:pt x="4779076" y="537506"/>
                  </a:lnTo>
                  <a:lnTo>
                    <a:pt x="4779170" y="537506"/>
                  </a:lnTo>
                  <a:lnTo>
                    <a:pt x="4779263" y="537506"/>
                  </a:lnTo>
                  <a:lnTo>
                    <a:pt x="4779356" y="537506"/>
                  </a:lnTo>
                  <a:lnTo>
                    <a:pt x="4779449" y="537506"/>
                  </a:lnTo>
                  <a:lnTo>
                    <a:pt x="4779543" y="537506"/>
                  </a:lnTo>
                  <a:lnTo>
                    <a:pt x="4779636" y="537506"/>
                  </a:lnTo>
                  <a:lnTo>
                    <a:pt x="4779729" y="537506"/>
                  </a:lnTo>
                  <a:lnTo>
                    <a:pt x="4779822" y="537506"/>
                  </a:lnTo>
                  <a:lnTo>
                    <a:pt x="4779916" y="537506"/>
                  </a:lnTo>
                  <a:lnTo>
                    <a:pt x="4780009" y="537506"/>
                  </a:lnTo>
                  <a:lnTo>
                    <a:pt x="4780102" y="537506"/>
                  </a:lnTo>
                  <a:lnTo>
                    <a:pt x="4780195" y="537506"/>
                  </a:lnTo>
                  <a:lnTo>
                    <a:pt x="4780288" y="537506"/>
                  </a:lnTo>
                  <a:lnTo>
                    <a:pt x="4780382" y="537506"/>
                  </a:lnTo>
                  <a:lnTo>
                    <a:pt x="4780475" y="537506"/>
                  </a:lnTo>
                  <a:lnTo>
                    <a:pt x="4780568" y="537506"/>
                  </a:lnTo>
                  <a:lnTo>
                    <a:pt x="4780661" y="537506"/>
                  </a:lnTo>
                  <a:lnTo>
                    <a:pt x="4780755" y="537506"/>
                  </a:lnTo>
                  <a:lnTo>
                    <a:pt x="4780848" y="537506"/>
                  </a:lnTo>
                  <a:lnTo>
                    <a:pt x="4780941" y="537506"/>
                  </a:lnTo>
                  <a:lnTo>
                    <a:pt x="4781034" y="537506"/>
                  </a:lnTo>
                  <a:lnTo>
                    <a:pt x="4781128" y="537506"/>
                  </a:lnTo>
                  <a:lnTo>
                    <a:pt x="4781221" y="537506"/>
                  </a:lnTo>
                  <a:lnTo>
                    <a:pt x="4781314" y="537506"/>
                  </a:lnTo>
                  <a:lnTo>
                    <a:pt x="4781407" y="537506"/>
                  </a:lnTo>
                  <a:lnTo>
                    <a:pt x="4781501" y="537506"/>
                  </a:lnTo>
                  <a:lnTo>
                    <a:pt x="4781594" y="537506"/>
                  </a:lnTo>
                  <a:lnTo>
                    <a:pt x="4781687" y="537506"/>
                  </a:lnTo>
                  <a:lnTo>
                    <a:pt x="4781780" y="537506"/>
                  </a:lnTo>
                  <a:lnTo>
                    <a:pt x="4781874" y="537506"/>
                  </a:lnTo>
                  <a:lnTo>
                    <a:pt x="4781967" y="537506"/>
                  </a:lnTo>
                  <a:lnTo>
                    <a:pt x="4782060" y="537506"/>
                  </a:lnTo>
                  <a:lnTo>
                    <a:pt x="4782153" y="537506"/>
                  </a:lnTo>
                  <a:lnTo>
                    <a:pt x="4782247" y="537506"/>
                  </a:lnTo>
                  <a:lnTo>
                    <a:pt x="4782340" y="537506"/>
                  </a:lnTo>
                  <a:lnTo>
                    <a:pt x="4782433" y="537506"/>
                  </a:lnTo>
                  <a:lnTo>
                    <a:pt x="4782526" y="537506"/>
                  </a:lnTo>
                  <a:lnTo>
                    <a:pt x="4782620" y="537506"/>
                  </a:lnTo>
                  <a:lnTo>
                    <a:pt x="4782713" y="537506"/>
                  </a:lnTo>
                  <a:lnTo>
                    <a:pt x="4782806" y="537506"/>
                  </a:lnTo>
                  <a:lnTo>
                    <a:pt x="4782899" y="537506"/>
                  </a:lnTo>
                  <a:lnTo>
                    <a:pt x="4782993" y="537506"/>
                  </a:lnTo>
                  <a:lnTo>
                    <a:pt x="4783086" y="537506"/>
                  </a:lnTo>
                  <a:lnTo>
                    <a:pt x="4783179" y="537506"/>
                  </a:lnTo>
                  <a:lnTo>
                    <a:pt x="4783272" y="537506"/>
                  </a:lnTo>
                  <a:lnTo>
                    <a:pt x="4783366" y="537506"/>
                  </a:lnTo>
                  <a:lnTo>
                    <a:pt x="4783459" y="537506"/>
                  </a:lnTo>
                  <a:lnTo>
                    <a:pt x="4783552" y="537506"/>
                  </a:lnTo>
                  <a:lnTo>
                    <a:pt x="4783645" y="537506"/>
                  </a:lnTo>
                  <a:lnTo>
                    <a:pt x="4783739" y="537506"/>
                  </a:lnTo>
                  <a:lnTo>
                    <a:pt x="4783832" y="537506"/>
                  </a:lnTo>
                  <a:lnTo>
                    <a:pt x="4783925" y="537506"/>
                  </a:lnTo>
                  <a:lnTo>
                    <a:pt x="4784018" y="537506"/>
                  </a:lnTo>
                  <a:lnTo>
                    <a:pt x="4784112" y="537506"/>
                  </a:lnTo>
                  <a:lnTo>
                    <a:pt x="4784205" y="537506"/>
                  </a:lnTo>
                  <a:lnTo>
                    <a:pt x="4784298" y="537506"/>
                  </a:lnTo>
                  <a:lnTo>
                    <a:pt x="4784391" y="537506"/>
                  </a:lnTo>
                  <a:lnTo>
                    <a:pt x="4784485" y="537506"/>
                  </a:lnTo>
                  <a:lnTo>
                    <a:pt x="4784578" y="537506"/>
                  </a:lnTo>
                  <a:lnTo>
                    <a:pt x="4784671" y="537506"/>
                  </a:lnTo>
                  <a:lnTo>
                    <a:pt x="4784764" y="537506"/>
                  </a:lnTo>
                  <a:lnTo>
                    <a:pt x="4784858" y="537506"/>
                  </a:lnTo>
                  <a:lnTo>
                    <a:pt x="4784951" y="537506"/>
                  </a:lnTo>
                  <a:lnTo>
                    <a:pt x="4785044" y="537506"/>
                  </a:lnTo>
                  <a:lnTo>
                    <a:pt x="4785137" y="537506"/>
                  </a:lnTo>
                  <a:lnTo>
                    <a:pt x="4785231" y="537506"/>
                  </a:lnTo>
                  <a:lnTo>
                    <a:pt x="4785324" y="537506"/>
                  </a:lnTo>
                  <a:lnTo>
                    <a:pt x="4785417" y="537506"/>
                  </a:lnTo>
                  <a:lnTo>
                    <a:pt x="4785510" y="537506"/>
                  </a:lnTo>
                  <a:lnTo>
                    <a:pt x="4785604" y="537506"/>
                  </a:lnTo>
                  <a:lnTo>
                    <a:pt x="4785697" y="537506"/>
                  </a:lnTo>
                  <a:lnTo>
                    <a:pt x="4785790" y="537506"/>
                  </a:lnTo>
                  <a:lnTo>
                    <a:pt x="4785883" y="537506"/>
                  </a:lnTo>
                  <a:lnTo>
                    <a:pt x="4785977" y="537506"/>
                  </a:lnTo>
                  <a:lnTo>
                    <a:pt x="4786070" y="537506"/>
                  </a:lnTo>
                  <a:lnTo>
                    <a:pt x="4786163" y="537506"/>
                  </a:lnTo>
                  <a:lnTo>
                    <a:pt x="4786256" y="537506"/>
                  </a:lnTo>
                  <a:lnTo>
                    <a:pt x="4786350" y="537506"/>
                  </a:lnTo>
                  <a:lnTo>
                    <a:pt x="4786443" y="537506"/>
                  </a:lnTo>
                  <a:lnTo>
                    <a:pt x="4786536" y="537506"/>
                  </a:lnTo>
                  <a:lnTo>
                    <a:pt x="4786629" y="537506"/>
                  </a:lnTo>
                  <a:lnTo>
                    <a:pt x="4786723" y="537506"/>
                  </a:lnTo>
                  <a:lnTo>
                    <a:pt x="4786816" y="537506"/>
                  </a:lnTo>
                  <a:lnTo>
                    <a:pt x="4786909" y="537506"/>
                  </a:lnTo>
                  <a:lnTo>
                    <a:pt x="4787002" y="537506"/>
                  </a:lnTo>
                  <a:lnTo>
                    <a:pt x="4787095" y="537506"/>
                  </a:lnTo>
                  <a:lnTo>
                    <a:pt x="4787189" y="537506"/>
                  </a:lnTo>
                  <a:lnTo>
                    <a:pt x="4787282" y="537506"/>
                  </a:lnTo>
                  <a:lnTo>
                    <a:pt x="4787375" y="537506"/>
                  </a:lnTo>
                  <a:lnTo>
                    <a:pt x="4787468" y="537506"/>
                  </a:lnTo>
                  <a:lnTo>
                    <a:pt x="4787562" y="537506"/>
                  </a:lnTo>
                  <a:lnTo>
                    <a:pt x="4787655" y="537506"/>
                  </a:lnTo>
                  <a:lnTo>
                    <a:pt x="4787748" y="537506"/>
                  </a:lnTo>
                  <a:lnTo>
                    <a:pt x="4787841" y="537506"/>
                  </a:lnTo>
                  <a:lnTo>
                    <a:pt x="4787935" y="537506"/>
                  </a:lnTo>
                  <a:lnTo>
                    <a:pt x="4788028" y="537506"/>
                  </a:lnTo>
                  <a:lnTo>
                    <a:pt x="4788121" y="537506"/>
                  </a:lnTo>
                  <a:lnTo>
                    <a:pt x="4788214" y="537506"/>
                  </a:lnTo>
                  <a:lnTo>
                    <a:pt x="4788308" y="537506"/>
                  </a:lnTo>
                  <a:lnTo>
                    <a:pt x="4788401" y="537506"/>
                  </a:lnTo>
                  <a:lnTo>
                    <a:pt x="4788494" y="537506"/>
                  </a:lnTo>
                  <a:lnTo>
                    <a:pt x="4788587" y="537506"/>
                  </a:lnTo>
                  <a:lnTo>
                    <a:pt x="4788681" y="537506"/>
                  </a:lnTo>
                  <a:lnTo>
                    <a:pt x="4788774" y="537506"/>
                  </a:lnTo>
                  <a:lnTo>
                    <a:pt x="4788867" y="537506"/>
                  </a:lnTo>
                  <a:lnTo>
                    <a:pt x="4788960" y="537506"/>
                  </a:lnTo>
                  <a:lnTo>
                    <a:pt x="4789054" y="537506"/>
                  </a:lnTo>
                  <a:lnTo>
                    <a:pt x="4789147" y="537506"/>
                  </a:lnTo>
                  <a:lnTo>
                    <a:pt x="4789240" y="537506"/>
                  </a:lnTo>
                  <a:lnTo>
                    <a:pt x="4789333" y="537506"/>
                  </a:lnTo>
                  <a:lnTo>
                    <a:pt x="4789427" y="537506"/>
                  </a:lnTo>
                  <a:lnTo>
                    <a:pt x="4789520" y="537506"/>
                  </a:lnTo>
                  <a:lnTo>
                    <a:pt x="4789613" y="537506"/>
                  </a:lnTo>
                  <a:lnTo>
                    <a:pt x="4789706" y="537506"/>
                  </a:lnTo>
                  <a:lnTo>
                    <a:pt x="4789800" y="537506"/>
                  </a:lnTo>
                  <a:lnTo>
                    <a:pt x="4789893" y="537506"/>
                  </a:lnTo>
                  <a:lnTo>
                    <a:pt x="4789986" y="537506"/>
                  </a:lnTo>
                  <a:lnTo>
                    <a:pt x="4790079" y="537506"/>
                  </a:lnTo>
                  <a:lnTo>
                    <a:pt x="4790173" y="537506"/>
                  </a:lnTo>
                  <a:lnTo>
                    <a:pt x="4790266" y="537506"/>
                  </a:lnTo>
                  <a:lnTo>
                    <a:pt x="4790359" y="537506"/>
                  </a:lnTo>
                  <a:lnTo>
                    <a:pt x="4790452" y="537506"/>
                  </a:lnTo>
                  <a:lnTo>
                    <a:pt x="4790546" y="537506"/>
                  </a:lnTo>
                  <a:lnTo>
                    <a:pt x="4790639" y="537506"/>
                  </a:lnTo>
                  <a:lnTo>
                    <a:pt x="4790732" y="537506"/>
                  </a:lnTo>
                  <a:lnTo>
                    <a:pt x="4790825" y="537506"/>
                  </a:lnTo>
                  <a:lnTo>
                    <a:pt x="4790919" y="537506"/>
                  </a:lnTo>
                  <a:lnTo>
                    <a:pt x="4791012" y="537506"/>
                  </a:lnTo>
                  <a:lnTo>
                    <a:pt x="4791105" y="537506"/>
                  </a:lnTo>
                  <a:lnTo>
                    <a:pt x="4791198" y="537506"/>
                  </a:lnTo>
                  <a:lnTo>
                    <a:pt x="4791292" y="537506"/>
                  </a:lnTo>
                  <a:lnTo>
                    <a:pt x="4791385" y="537506"/>
                  </a:lnTo>
                  <a:lnTo>
                    <a:pt x="4791478" y="537506"/>
                  </a:lnTo>
                  <a:lnTo>
                    <a:pt x="4791571" y="537506"/>
                  </a:lnTo>
                  <a:lnTo>
                    <a:pt x="4791665" y="537506"/>
                  </a:lnTo>
                  <a:lnTo>
                    <a:pt x="4791758" y="537506"/>
                  </a:lnTo>
                  <a:lnTo>
                    <a:pt x="4791851" y="537506"/>
                  </a:lnTo>
                  <a:lnTo>
                    <a:pt x="4791944" y="537506"/>
                  </a:lnTo>
                  <a:lnTo>
                    <a:pt x="4792038" y="537506"/>
                  </a:lnTo>
                  <a:lnTo>
                    <a:pt x="4792131" y="537506"/>
                  </a:lnTo>
                  <a:lnTo>
                    <a:pt x="4792224" y="537506"/>
                  </a:lnTo>
                  <a:lnTo>
                    <a:pt x="4792317" y="537506"/>
                  </a:lnTo>
                  <a:lnTo>
                    <a:pt x="4792411" y="537506"/>
                  </a:lnTo>
                  <a:lnTo>
                    <a:pt x="4792504" y="537506"/>
                  </a:lnTo>
                  <a:lnTo>
                    <a:pt x="4792597" y="537506"/>
                  </a:lnTo>
                  <a:lnTo>
                    <a:pt x="4792690" y="537506"/>
                  </a:lnTo>
                  <a:lnTo>
                    <a:pt x="4792784" y="537506"/>
                  </a:lnTo>
                  <a:lnTo>
                    <a:pt x="4792877" y="537506"/>
                  </a:lnTo>
                  <a:lnTo>
                    <a:pt x="4792970" y="537506"/>
                  </a:lnTo>
                  <a:lnTo>
                    <a:pt x="4793063" y="537506"/>
                  </a:lnTo>
                  <a:lnTo>
                    <a:pt x="4793157" y="537506"/>
                  </a:lnTo>
                  <a:lnTo>
                    <a:pt x="4793250" y="537506"/>
                  </a:lnTo>
                  <a:lnTo>
                    <a:pt x="4793343" y="537506"/>
                  </a:lnTo>
                  <a:lnTo>
                    <a:pt x="4793436" y="537506"/>
                  </a:lnTo>
                  <a:lnTo>
                    <a:pt x="4793530" y="537506"/>
                  </a:lnTo>
                  <a:lnTo>
                    <a:pt x="4793623" y="537506"/>
                  </a:lnTo>
                  <a:lnTo>
                    <a:pt x="4793716" y="537506"/>
                  </a:lnTo>
                  <a:lnTo>
                    <a:pt x="4793809" y="537506"/>
                  </a:lnTo>
                  <a:lnTo>
                    <a:pt x="4793903" y="537506"/>
                  </a:lnTo>
                  <a:lnTo>
                    <a:pt x="4793996" y="537506"/>
                  </a:lnTo>
                  <a:lnTo>
                    <a:pt x="4794089" y="537506"/>
                  </a:lnTo>
                  <a:lnTo>
                    <a:pt x="4794182" y="537506"/>
                  </a:lnTo>
                  <a:lnTo>
                    <a:pt x="4794275" y="537506"/>
                  </a:lnTo>
                  <a:lnTo>
                    <a:pt x="4794369" y="537506"/>
                  </a:lnTo>
                  <a:lnTo>
                    <a:pt x="4794462" y="537506"/>
                  </a:lnTo>
                  <a:lnTo>
                    <a:pt x="4794555" y="537506"/>
                  </a:lnTo>
                  <a:lnTo>
                    <a:pt x="4794648" y="537506"/>
                  </a:lnTo>
                  <a:lnTo>
                    <a:pt x="4794742" y="537506"/>
                  </a:lnTo>
                  <a:lnTo>
                    <a:pt x="4794835" y="537506"/>
                  </a:lnTo>
                  <a:lnTo>
                    <a:pt x="4794928" y="537506"/>
                  </a:lnTo>
                  <a:lnTo>
                    <a:pt x="4795021" y="537506"/>
                  </a:lnTo>
                  <a:lnTo>
                    <a:pt x="4795115" y="537506"/>
                  </a:lnTo>
                  <a:lnTo>
                    <a:pt x="4795208" y="537506"/>
                  </a:lnTo>
                  <a:lnTo>
                    <a:pt x="4795301" y="537506"/>
                  </a:lnTo>
                  <a:lnTo>
                    <a:pt x="4795394" y="537506"/>
                  </a:lnTo>
                  <a:lnTo>
                    <a:pt x="4795488" y="537506"/>
                  </a:lnTo>
                  <a:lnTo>
                    <a:pt x="4795581" y="537506"/>
                  </a:lnTo>
                  <a:lnTo>
                    <a:pt x="4795674" y="537506"/>
                  </a:lnTo>
                  <a:lnTo>
                    <a:pt x="4795767" y="537506"/>
                  </a:lnTo>
                  <a:lnTo>
                    <a:pt x="4795861" y="537506"/>
                  </a:lnTo>
                  <a:lnTo>
                    <a:pt x="4795954" y="537506"/>
                  </a:lnTo>
                  <a:lnTo>
                    <a:pt x="4796047" y="537506"/>
                  </a:lnTo>
                  <a:lnTo>
                    <a:pt x="4796140" y="537506"/>
                  </a:lnTo>
                  <a:lnTo>
                    <a:pt x="4796234" y="537506"/>
                  </a:lnTo>
                  <a:lnTo>
                    <a:pt x="4796327" y="537506"/>
                  </a:lnTo>
                  <a:lnTo>
                    <a:pt x="4796420" y="537506"/>
                  </a:lnTo>
                  <a:lnTo>
                    <a:pt x="4796513" y="537506"/>
                  </a:lnTo>
                  <a:lnTo>
                    <a:pt x="4796607" y="537506"/>
                  </a:lnTo>
                  <a:lnTo>
                    <a:pt x="4796700" y="537506"/>
                  </a:lnTo>
                  <a:lnTo>
                    <a:pt x="4796793" y="537506"/>
                  </a:lnTo>
                  <a:lnTo>
                    <a:pt x="4796886" y="537506"/>
                  </a:lnTo>
                  <a:lnTo>
                    <a:pt x="4796980" y="537506"/>
                  </a:lnTo>
                  <a:lnTo>
                    <a:pt x="4797073" y="537506"/>
                  </a:lnTo>
                  <a:lnTo>
                    <a:pt x="4797166" y="537506"/>
                  </a:lnTo>
                  <a:lnTo>
                    <a:pt x="4797259" y="537506"/>
                  </a:lnTo>
                  <a:lnTo>
                    <a:pt x="4797353" y="537506"/>
                  </a:lnTo>
                  <a:lnTo>
                    <a:pt x="4797446" y="537506"/>
                  </a:lnTo>
                  <a:lnTo>
                    <a:pt x="4797539" y="537506"/>
                  </a:lnTo>
                  <a:lnTo>
                    <a:pt x="4797632" y="537506"/>
                  </a:lnTo>
                  <a:lnTo>
                    <a:pt x="4797726" y="537506"/>
                  </a:lnTo>
                  <a:lnTo>
                    <a:pt x="4797819" y="537506"/>
                  </a:lnTo>
                  <a:lnTo>
                    <a:pt x="4797912" y="537506"/>
                  </a:lnTo>
                  <a:lnTo>
                    <a:pt x="4798005" y="537506"/>
                  </a:lnTo>
                  <a:lnTo>
                    <a:pt x="4798099" y="537506"/>
                  </a:lnTo>
                  <a:lnTo>
                    <a:pt x="4798192" y="537506"/>
                  </a:lnTo>
                  <a:lnTo>
                    <a:pt x="4798285" y="537506"/>
                  </a:lnTo>
                  <a:lnTo>
                    <a:pt x="4798378" y="537506"/>
                  </a:lnTo>
                  <a:lnTo>
                    <a:pt x="4798472" y="537506"/>
                  </a:lnTo>
                  <a:lnTo>
                    <a:pt x="4798565" y="537506"/>
                  </a:lnTo>
                  <a:lnTo>
                    <a:pt x="4798658" y="537506"/>
                  </a:lnTo>
                  <a:lnTo>
                    <a:pt x="4798751" y="537506"/>
                  </a:lnTo>
                  <a:lnTo>
                    <a:pt x="4798845" y="537506"/>
                  </a:lnTo>
                  <a:lnTo>
                    <a:pt x="4798938" y="537506"/>
                  </a:lnTo>
                  <a:lnTo>
                    <a:pt x="4799031" y="537506"/>
                  </a:lnTo>
                  <a:lnTo>
                    <a:pt x="4799124" y="537506"/>
                  </a:lnTo>
                  <a:lnTo>
                    <a:pt x="4799218" y="537506"/>
                  </a:lnTo>
                  <a:lnTo>
                    <a:pt x="4799311" y="537506"/>
                  </a:lnTo>
                  <a:lnTo>
                    <a:pt x="4799404" y="537506"/>
                  </a:lnTo>
                  <a:lnTo>
                    <a:pt x="4799497" y="537506"/>
                  </a:lnTo>
                  <a:lnTo>
                    <a:pt x="4799591" y="537506"/>
                  </a:lnTo>
                  <a:lnTo>
                    <a:pt x="4799684" y="537506"/>
                  </a:lnTo>
                  <a:lnTo>
                    <a:pt x="4799684" y="527552"/>
                  </a:lnTo>
                  <a:lnTo>
                    <a:pt x="4799777" y="527552"/>
                  </a:lnTo>
                  <a:lnTo>
                    <a:pt x="4799870" y="527552"/>
                  </a:lnTo>
                  <a:lnTo>
                    <a:pt x="4799964" y="527552"/>
                  </a:lnTo>
                  <a:lnTo>
                    <a:pt x="4800057" y="527552"/>
                  </a:lnTo>
                  <a:lnTo>
                    <a:pt x="4800150" y="527552"/>
                  </a:lnTo>
                  <a:lnTo>
                    <a:pt x="4800243" y="527552"/>
                  </a:lnTo>
                  <a:lnTo>
                    <a:pt x="4800337" y="527552"/>
                  </a:lnTo>
                  <a:lnTo>
                    <a:pt x="4800430" y="527552"/>
                  </a:lnTo>
                  <a:lnTo>
                    <a:pt x="4800523" y="527552"/>
                  </a:lnTo>
                  <a:lnTo>
                    <a:pt x="4800616" y="527552"/>
                  </a:lnTo>
                  <a:lnTo>
                    <a:pt x="4800710" y="527552"/>
                  </a:lnTo>
                  <a:lnTo>
                    <a:pt x="4800803" y="527552"/>
                  </a:lnTo>
                  <a:lnTo>
                    <a:pt x="4800896" y="527552"/>
                  </a:lnTo>
                  <a:lnTo>
                    <a:pt x="4800989" y="527552"/>
                  </a:lnTo>
                  <a:lnTo>
                    <a:pt x="4801082" y="527552"/>
                  </a:lnTo>
                  <a:lnTo>
                    <a:pt x="4801176" y="527552"/>
                  </a:lnTo>
                  <a:lnTo>
                    <a:pt x="4801269" y="527552"/>
                  </a:lnTo>
                  <a:lnTo>
                    <a:pt x="4801362" y="527552"/>
                  </a:lnTo>
                  <a:lnTo>
                    <a:pt x="4801455" y="527552"/>
                  </a:lnTo>
                  <a:lnTo>
                    <a:pt x="4801549" y="527552"/>
                  </a:lnTo>
                  <a:lnTo>
                    <a:pt x="4801642" y="527552"/>
                  </a:lnTo>
                  <a:lnTo>
                    <a:pt x="4801735" y="527552"/>
                  </a:lnTo>
                  <a:lnTo>
                    <a:pt x="4801828" y="527552"/>
                  </a:lnTo>
                  <a:lnTo>
                    <a:pt x="4801922" y="527552"/>
                  </a:lnTo>
                  <a:lnTo>
                    <a:pt x="4802015" y="527552"/>
                  </a:lnTo>
                  <a:lnTo>
                    <a:pt x="4802108" y="527552"/>
                  </a:lnTo>
                  <a:lnTo>
                    <a:pt x="4802201" y="527552"/>
                  </a:lnTo>
                  <a:lnTo>
                    <a:pt x="4802295" y="527552"/>
                  </a:lnTo>
                  <a:lnTo>
                    <a:pt x="4802388" y="527552"/>
                  </a:lnTo>
                  <a:lnTo>
                    <a:pt x="4802481" y="527552"/>
                  </a:lnTo>
                  <a:lnTo>
                    <a:pt x="4802574" y="527552"/>
                  </a:lnTo>
                  <a:lnTo>
                    <a:pt x="4802668" y="527552"/>
                  </a:lnTo>
                  <a:lnTo>
                    <a:pt x="4802761" y="527552"/>
                  </a:lnTo>
                  <a:lnTo>
                    <a:pt x="4802854" y="527552"/>
                  </a:lnTo>
                  <a:lnTo>
                    <a:pt x="4802947" y="527552"/>
                  </a:lnTo>
                  <a:lnTo>
                    <a:pt x="4803041" y="527552"/>
                  </a:lnTo>
                  <a:lnTo>
                    <a:pt x="4803134" y="527552"/>
                  </a:lnTo>
                  <a:lnTo>
                    <a:pt x="4803227" y="527552"/>
                  </a:lnTo>
                  <a:lnTo>
                    <a:pt x="4803320" y="527552"/>
                  </a:lnTo>
                  <a:lnTo>
                    <a:pt x="4803414" y="527552"/>
                  </a:lnTo>
                  <a:lnTo>
                    <a:pt x="4803507" y="527552"/>
                  </a:lnTo>
                  <a:lnTo>
                    <a:pt x="4803600" y="527552"/>
                  </a:lnTo>
                  <a:lnTo>
                    <a:pt x="4803693" y="527552"/>
                  </a:lnTo>
                  <a:lnTo>
                    <a:pt x="4803787" y="527552"/>
                  </a:lnTo>
                  <a:lnTo>
                    <a:pt x="4803880" y="527552"/>
                  </a:lnTo>
                  <a:lnTo>
                    <a:pt x="4803973" y="527552"/>
                  </a:lnTo>
                  <a:lnTo>
                    <a:pt x="4804066" y="527552"/>
                  </a:lnTo>
                  <a:lnTo>
                    <a:pt x="4804160" y="527552"/>
                  </a:lnTo>
                  <a:lnTo>
                    <a:pt x="4804253" y="527552"/>
                  </a:lnTo>
                  <a:lnTo>
                    <a:pt x="4804346" y="527552"/>
                  </a:lnTo>
                  <a:lnTo>
                    <a:pt x="4804439" y="527552"/>
                  </a:lnTo>
                  <a:lnTo>
                    <a:pt x="4804533" y="527552"/>
                  </a:lnTo>
                  <a:lnTo>
                    <a:pt x="4804626" y="527552"/>
                  </a:lnTo>
                  <a:lnTo>
                    <a:pt x="4804719" y="527552"/>
                  </a:lnTo>
                  <a:lnTo>
                    <a:pt x="4804812" y="527552"/>
                  </a:lnTo>
                  <a:lnTo>
                    <a:pt x="4804906" y="527552"/>
                  </a:lnTo>
                  <a:lnTo>
                    <a:pt x="4804999" y="527552"/>
                  </a:lnTo>
                  <a:lnTo>
                    <a:pt x="4805092" y="527552"/>
                  </a:lnTo>
                  <a:lnTo>
                    <a:pt x="4805185" y="527552"/>
                  </a:lnTo>
                  <a:lnTo>
                    <a:pt x="4805279" y="527552"/>
                  </a:lnTo>
                  <a:lnTo>
                    <a:pt x="4805372" y="527552"/>
                  </a:lnTo>
                  <a:lnTo>
                    <a:pt x="4805465" y="527552"/>
                  </a:lnTo>
                  <a:lnTo>
                    <a:pt x="4805558" y="527552"/>
                  </a:lnTo>
                  <a:lnTo>
                    <a:pt x="4805652" y="527552"/>
                  </a:lnTo>
                  <a:lnTo>
                    <a:pt x="4805745" y="527552"/>
                  </a:lnTo>
                  <a:lnTo>
                    <a:pt x="4805838" y="527552"/>
                  </a:lnTo>
                  <a:lnTo>
                    <a:pt x="4805931" y="527552"/>
                  </a:lnTo>
                  <a:lnTo>
                    <a:pt x="4806025" y="527552"/>
                  </a:lnTo>
                  <a:lnTo>
                    <a:pt x="4806118" y="527552"/>
                  </a:lnTo>
                  <a:lnTo>
                    <a:pt x="4806211" y="527552"/>
                  </a:lnTo>
                  <a:lnTo>
                    <a:pt x="4806304" y="527552"/>
                  </a:lnTo>
                  <a:lnTo>
                    <a:pt x="4806398" y="527552"/>
                  </a:lnTo>
                  <a:lnTo>
                    <a:pt x="4806491" y="527552"/>
                  </a:lnTo>
                  <a:lnTo>
                    <a:pt x="4806584" y="527552"/>
                  </a:lnTo>
                  <a:lnTo>
                    <a:pt x="4806677" y="527552"/>
                  </a:lnTo>
                  <a:lnTo>
                    <a:pt x="4806771" y="527552"/>
                  </a:lnTo>
                  <a:lnTo>
                    <a:pt x="4806864" y="527552"/>
                  </a:lnTo>
                  <a:lnTo>
                    <a:pt x="4806957" y="527552"/>
                  </a:lnTo>
                  <a:lnTo>
                    <a:pt x="4807050" y="527552"/>
                  </a:lnTo>
                  <a:lnTo>
                    <a:pt x="4807144" y="527552"/>
                  </a:lnTo>
                  <a:lnTo>
                    <a:pt x="4807237" y="527552"/>
                  </a:lnTo>
                  <a:lnTo>
                    <a:pt x="4807330" y="527552"/>
                  </a:lnTo>
                  <a:lnTo>
                    <a:pt x="4807423" y="527552"/>
                  </a:lnTo>
                  <a:lnTo>
                    <a:pt x="4807517" y="527552"/>
                  </a:lnTo>
                  <a:lnTo>
                    <a:pt x="4807610" y="527552"/>
                  </a:lnTo>
                  <a:lnTo>
                    <a:pt x="4807703" y="527552"/>
                  </a:lnTo>
                  <a:lnTo>
                    <a:pt x="4807796" y="527552"/>
                  </a:lnTo>
                  <a:lnTo>
                    <a:pt x="4807890" y="527552"/>
                  </a:lnTo>
                  <a:lnTo>
                    <a:pt x="4807983" y="527552"/>
                  </a:lnTo>
                  <a:lnTo>
                    <a:pt x="4808076" y="527552"/>
                  </a:lnTo>
                  <a:lnTo>
                    <a:pt x="4808169" y="527552"/>
                  </a:lnTo>
                  <a:lnTo>
                    <a:pt x="4808262" y="527552"/>
                  </a:lnTo>
                  <a:lnTo>
                    <a:pt x="4808356" y="527552"/>
                  </a:lnTo>
                  <a:lnTo>
                    <a:pt x="4808449" y="527552"/>
                  </a:lnTo>
                  <a:lnTo>
                    <a:pt x="4808542" y="527552"/>
                  </a:lnTo>
                  <a:lnTo>
                    <a:pt x="4808635" y="527552"/>
                  </a:lnTo>
                  <a:lnTo>
                    <a:pt x="4808729" y="527552"/>
                  </a:lnTo>
                  <a:lnTo>
                    <a:pt x="4808822" y="527552"/>
                  </a:lnTo>
                  <a:lnTo>
                    <a:pt x="4808915" y="527552"/>
                  </a:lnTo>
                  <a:lnTo>
                    <a:pt x="4809008" y="527552"/>
                  </a:lnTo>
                  <a:lnTo>
                    <a:pt x="4809102" y="527552"/>
                  </a:lnTo>
                  <a:lnTo>
                    <a:pt x="4809195" y="527552"/>
                  </a:lnTo>
                  <a:lnTo>
                    <a:pt x="4809288" y="527552"/>
                  </a:lnTo>
                  <a:lnTo>
                    <a:pt x="4809381" y="527552"/>
                  </a:lnTo>
                  <a:lnTo>
                    <a:pt x="4809475" y="527552"/>
                  </a:lnTo>
                  <a:lnTo>
                    <a:pt x="4809568" y="527552"/>
                  </a:lnTo>
                  <a:lnTo>
                    <a:pt x="4809661" y="527552"/>
                  </a:lnTo>
                  <a:lnTo>
                    <a:pt x="4809754" y="527552"/>
                  </a:lnTo>
                  <a:lnTo>
                    <a:pt x="4809848" y="527552"/>
                  </a:lnTo>
                  <a:lnTo>
                    <a:pt x="4809941" y="527552"/>
                  </a:lnTo>
                  <a:lnTo>
                    <a:pt x="4810034" y="527552"/>
                  </a:lnTo>
                  <a:lnTo>
                    <a:pt x="4810127" y="527552"/>
                  </a:lnTo>
                  <a:lnTo>
                    <a:pt x="4810221" y="527552"/>
                  </a:lnTo>
                  <a:lnTo>
                    <a:pt x="4810314" y="527552"/>
                  </a:lnTo>
                  <a:lnTo>
                    <a:pt x="4810407" y="527552"/>
                  </a:lnTo>
                  <a:lnTo>
                    <a:pt x="4810500" y="527552"/>
                  </a:lnTo>
                  <a:lnTo>
                    <a:pt x="4810594" y="527552"/>
                  </a:lnTo>
                  <a:lnTo>
                    <a:pt x="4810687" y="527552"/>
                  </a:lnTo>
                  <a:lnTo>
                    <a:pt x="4810780" y="527552"/>
                  </a:lnTo>
                  <a:lnTo>
                    <a:pt x="4810873" y="527552"/>
                  </a:lnTo>
                  <a:lnTo>
                    <a:pt x="4810967" y="527552"/>
                  </a:lnTo>
                  <a:lnTo>
                    <a:pt x="4811060" y="527552"/>
                  </a:lnTo>
                  <a:lnTo>
                    <a:pt x="4811153" y="527552"/>
                  </a:lnTo>
                  <a:lnTo>
                    <a:pt x="4811246" y="527552"/>
                  </a:lnTo>
                  <a:lnTo>
                    <a:pt x="4811340" y="527552"/>
                  </a:lnTo>
                  <a:lnTo>
                    <a:pt x="4811433" y="527552"/>
                  </a:lnTo>
                  <a:lnTo>
                    <a:pt x="4811526" y="527552"/>
                  </a:lnTo>
                  <a:lnTo>
                    <a:pt x="4811619" y="527552"/>
                  </a:lnTo>
                  <a:lnTo>
                    <a:pt x="4811713" y="527552"/>
                  </a:lnTo>
                  <a:lnTo>
                    <a:pt x="4811806" y="527552"/>
                  </a:lnTo>
                  <a:lnTo>
                    <a:pt x="4811899" y="527552"/>
                  </a:lnTo>
                  <a:lnTo>
                    <a:pt x="4811992" y="527552"/>
                  </a:lnTo>
                  <a:lnTo>
                    <a:pt x="4812086" y="527552"/>
                  </a:lnTo>
                  <a:lnTo>
                    <a:pt x="4812179" y="527552"/>
                  </a:lnTo>
                  <a:lnTo>
                    <a:pt x="4812272" y="527552"/>
                  </a:lnTo>
                  <a:lnTo>
                    <a:pt x="4812365" y="527552"/>
                  </a:lnTo>
                  <a:lnTo>
                    <a:pt x="4812459" y="527552"/>
                  </a:lnTo>
                  <a:lnTo>
                    <a:pt x="4812552" y="527552"/>
                  </a:lnTo>
                  <a:lnTo>
                    <a:pt x="4812645" y="527552"/>
                  </a:lnTo>
                  <a:lnTo>
                    <a:pt x="4812738" y="527552"/>
                  </a:lnTo>
                  <a:lnTo>
                    <a:pt x="4812832" y="527552"/>
                  </a:lnTo>
                  <a:lnTo>
                    <a:pt x="4812925" y="527552"/>
                  </a:lnTo>
                  <a:lnTo>
                    <a:pt x="4813018" y="527552"/>
                  </a:lnTo>
                  <a:lnTo>
                    <a:pt x="4813111" y="527552"/>
                  </a:lnTo>
                  <a:lnTo>
                    <a:pt x="4813205" y="527552"/>
                  </a:lnTo>
                  <a:lnTo>
                    <a:pt x="4813298" y="527552"/>
                  </a:lnTo>
                  <a:lnTo>
                    <a:pt x="4813391" y="527552"/>
                  </a:lnTo>
                  <a:lnTo>
                    <a:pt x="4813484" y="527552"/>
                  </a:lnTo>
                  <a:lnTo>
                    <a:pt x="4813578" y="527552"/>
                  </a:lnTo>
                  <a:lnTo>
                    <a:pt x="4813671" y="527552"/>
                  </a:lnTo>
                  <a:lnTo>
                    <a:pt x="4813764" y="527552"/>
                  </a:lnTo>
                  <a:lnTo>
                    <a:pt x="4813857" y="527552"/>
                  </a:lnTo>
                  <a:lnTo>
                    <a:pt x="4813951" y="527552"/>
                  </a:lnTo>
                  <a:lnTo>
                    <a:pt x="4814044" y="527552"/>
                  </a:lnTo>
                  <a:lnTo>
                    <a:pt x="4814137" y="527552"/>
                  </a:lnTo>
                  <a:lnTo>
                    <a:pt x="4814230" y="527552"/>
                  </a:lnTo>
                  <a:lnTo>
                    <a:pt x="4814324" y="527552"/>
                  </a:lnTo>
                  <a:lnTo>
                    <a:pt x="4814417" y="527552"/>
                  </a:lnTo>
                  <a:lnTo>
                    <a:pt x="4814510" y="527552"/>
                  </a:lnTo>
                  <a:lnTo>
                    <a:pt x="4814603" y="527552"/>
                  </a:lnTo>
                  <a:lnTo>
                    <a:pt x="4814697" y="527552"/>
                  </a:lnTo>
                  <a:lnTo>
                    <a:pt x="4814790" y="527552"/>
                  </a:lnTo>
                  <a:lnTo>
                    <a:pt x="4814883" y="527552"/>
                  </a:lnTo>
                  <a:lnTo>
                    <a:pt x="4814976" y="527552"/>
                  </a:lnTo>
                  <a:lnTo>
                    <a:pt x="4815069" y="527552"/>
                  </a:lnTo>
                  <a:lnTo>
                    <a:pt x="4815163" y="527552"/>
                  </a:lnTo>
                  <a:lnTo>
                    <a:pt x="4815256" y="527552"/>
                  </a:lnTo>
                  <a:lnTo>
                    <a:pt x="4815349" y="527552"/>
                  </a:lnTo>
                  <a:lnTo>
                    <a:pt x="4815442" y="527552"/>
                  </a:lnTo>
                  <a:lnTo>
                    <a:pt x="4815536" y="527552"/>
                  </a:lnTo>
                  <a:lnTo>
                    <a:pt x="4815629" y="527552"/>
                  </a:lnTo>
                  <a:lnTo>
                    <a:pt x="4815722" y="527552"/>
                  </a:lnTo>
                  <a:lnTo>
                    <a:pt x="4815815" y="527552"/>
                  </a:lnTo>
                  <a:lnTo>
                    <a:pt x="4815909" y="527552"/>
                  </a:lnTo>
                  <a:lnTo>
                    <a:pt x="4816002" y="527552"/>
                  </a:lnTo>
                  <a:lnTo>
                    <a:pt x="4816095" y="527552"/>
                  </a:lnTo>
                  <a:lnTo>
                    <a:pt x="4816188" y="527552"/>
                  </a:lnTo>
                  <a:lnTo>
                    <a:pt x="4816282" y="527552"/>
                  </a:lnTo>
                  <a:lnTo>
                    <a:pt x="4816375" y="527552"/>
                  </a:lnTo>
                  <a:lnTo>
                    <a:pt x="4816468" y="527552"/>
                  </a:lnTo>
                  <a:lnTo>
                    <a:pt x="4816561" y="527552"/>
                  </a:lnTo>
                  <a:lnTo>
                    <a:pt x="4816655" y="527552"/>
                  </a:lnTo>
                  <a:lnTo>
                    <a:pt x="4816748" y="527552"/>
                  </a:lnTo>
                  <a:lnTo>
                    <a:pt x="4816841" y="527552"/>
                  </a:lnTo>
                  <a:lnTo>
                    <a:pt x="4816934" y="527552"/>
                  </a:lnTo>
                  <a:lnTo>
                    <a:pt x="4817028" y="527552"/>
                  </a:lnTo>
                  <a:lnTo>
                    <a:pt x="4817121" y="527552"/>
                  </a:lnTo>
                  <a:lnTo>
                    <a:pt x="4817214" y="527552"/>
                  </a:lnTo>
                  <a:lnTo>
                    <a:pt x="4817307" y="527552"/>
                  </a:lnTo>
                  <a:lnTo>
                    <a:pt x="4817401" y="527552"/>
                  </a:lnTo>
                  <a:lnTo>
                    <a:pt x="4817494" y="527552"/>
                  </a:lnTo>
                  <a:lnTo>
                    <a:pt x="4817587" y="527552"/>
                  </a:lnTo>
                  <a:lnTo>
                    <a:pt x="4817680" y="527552"/>
                  </a:lnTo>
                  <a:lnTo>
                    <a:pt x="4817774" y="527552"/>
                  </a:lnTo>
                  <a:lnTo>
                    <a:pt x="4817867" y="527552"/>
                  </a:lnTo>
                  <a:lnTo>
                    <a:pt x="4817960" y="527552"/>
                  </a:lnTo>
                  <a:lnTo>
                    <a:pt x="4818053" y="527552"/>
                  </a:lnTo>
                  <a:lnTo>
                    <a:pt x="4818147" y="527552"/>
                  </a:lnTo>
                  <a:lnTo>
                    <a:pt x="4818240" y="527552"/>
                  </a:lnTo>
                  <a:lnTo>
                    <a:pt x="4818333" y="527552"/>
                  </a:lnTo>
                  <a:lnTo>
                    <a:pt x="4818426" y="527552"/>
                  </a:lnTo>
                  <a:lnTo>
                    <a:pt x="4818520" y="527552"/>
                  </a:lnTo>
                  <a:lnTo>
                    <a:pt x="4818613" y="527552"/>
                  </a:lnTo>
                  <a:lnTo>
                    <a:pt x="4818706" y="527552"/>
                  </a:lnTo>
                  <a:lnTo>
                    <a:pt x="4818799" y="527552"/>
                  </a:lnTo>
                  <a:lnTo>
                    <a:pt x="4818893" y="527552"/>
                  </a:lnTo>
                  <a:lnTo>
                    <a:pt x="4818986" y="527552"/>
                  </a:lnTo>
                  <a:lnTo>
                    <a:pt x="4819079" y="527552"/>
                  </a:lnTo>
                  <a:lnTo>
                    <a:pt x="4819172" y="527552"/>
                  </a:lnTo>
                  <a:lnTo>
                    <a:pt x="4819266" y="527552"/>
                  </a:lnTo>
                  <a:lnTo>
                    <a:pt x="4819359" y="527552"/>
                  </a:lnTo>
                  <a:lnTo>
                    <a:pt x="4819452" y="527552"/>
                  </a:lnTo>
                  <a:lnTo>
                    <a:pt x="4819545" y="527552"/>
                  </a:lnTo>
                  <a:lnTo>
                    <a:pt x="4819639" y="527552"/>
                  </a:lnTo>
                  <a:lnTo>
                    <a:pt x="4819732" y="527552"/>
                  </a:lnTo>
                  <a:lnTo>
                    <a:pt x="4819825" y="527552"/>
                  </a:lnTo>
                  <a:lnTo>
                    <a:pt x="4819918" y="527552"/>
                  </a:lnTo>
                  <a:lnTo>
                    <a:pt x="4820012" y="527552"/>
                  </a:lnTo>
                  <a:lnTo>
                    <a:pt x="4820105" y="527552"/>
                  </a:lnTo>
                  <a:lnTo>
                    <a:pt x="4820198" y="527552"/>
                  </a:lnTo>
                  <a:lnTo>
                    <a:pt x="4820291" y="527552"/>
                  </a:lnTo>
                  <a:lnTo>
                    <a:pt x="4820385" y="527552"/>
                  </a:lnTo>
                  <a:lnTo>
                    <a:pt x="4820478" y="527552"/>
                  </a:lnTo>
                  <a:lnTo>
                    <a:pt x="4820571" y="527552"/>
                  </a:lnTo>
                  <a:lnTo>
                    <a:pt x="4820664" y="527552"/>
                  </a:lnTo>
                  <a:lnTo>
                    <a:pt x="4820758" y="527552"/>
                  </a:lnTo>
                  <a:lnTo>
                    <a:pt x="4820851" y="527552"/>
                  </a:lnTo>
                  <a:lnTo>
                    <a:pt x="4820944" y="527552"/>
                  </a:lnTo>
                  <a:lnTo>
                    <a:pt x="4821037" y="527552"/>
                  </a:lnTo>
                  <a:lnTo>
                    <a:pt x="4821131" y="527552"/>
                  </a:lnTo>
                  <a:lnTo>
                    <a:pt x="4821224" y="527552"/>
                  </a:lnTo>
                  <a:lnTo>
                    <a:pt x="4821317" y="527552"/>
                  </a:lnTo>
                  <a:lnTo>
                    <a:pt x="4821410" y="527552"/>
                  </a:lnTo>
                  <a:lnTo>
                    <a:pt x="4821504" y="527552"/>
                  </a:lnTo>
                  <a:lnTo>
                    <a:pt x="4821597" y="527552"/>
                  </a:lnTo>
                  <a:lnTo>
                    <a:pt x="4821690" y="527552"/>
                  </a:lnTo>
                  <a:lnTo>
                    <a:pt x="4821783" y="527552"/>
                  </a:lnTo>
                  <a:lnTo>
                    <a:pt x="4821876" y="527552"/>
                  </a:lnTo>
                  <a:lnTo>
                    <a:pt x="4821970" y="527552"/>
                  </a:lnTo>
                  <a:lnTo>
                    <a:pt x="4822063" y="527552"/>
                  </a:lnTo>
                  <a:lnTo>
                    <a:pt x="4822156" y="527552"/>
                  </a:lnTo>
                  <a:lnTo>
                    <a:pt x="4822249" y="527552"/>
                  </a:lnTo>
                  <a:lnTo>
                    <a:pt x="4822343" y="527552"/>
                  </a:lnTo>
                  <a:lnTo>
                    <a:pt x="4822436" y="527552"/>
                  </a:lnTo>
                  <a:lnTo>
                    <a:pt x="4822529" y="527552"/>
                  </a:lnTo>
                  <a:lnTo>
                    <a:pt x="4822622" y="527552"/>
                  </a:lnTo>
                  <a:lnTo>
                    <a:pt x="4822716" y="527552"/>
                  </a:lnTo>
                  <a:lnTo>
                    <a:pt x="4822809" y="527552"/>
                  </a:lnTo>
                  <a:lnTo>
                    <a:pt x="4822902" y="527552"/>
                  </a:lnTo>
                  <a:lnTo>
                    <a:pt x="4822995" y="527552"/>
                  </a:lnTo>
                  <a:lnTo>
                    <a:pt x="4823089" y="527552"/>
                  </a:lnTo>
                  <a:lnTo>
                    <a:pt x="4823182" y="527552"/>
                  </a:lnTo>
                  <a:lnTo>
                    <a:pt x="4823275" y="527552"/>
                  </a:lnTo>
                  <a:lnTo>
                    <a:pt x="4823368" y="527552"/>
                  </a:lnTo>
                  <a:lnTo>
                    <a:pt x="4823462" y="527552"/>
                  </a:lnTo>
                  <a:lnTo>
                    <a:pt x="4823555" y="527552"/>
                  </a:lnTo>
                  <a:lnTo>
                    <a:pt x="4823648" y="527552"/>
                  </a:lnTo>
                  <a:lnTo>
                    <a:pt x="4823741" y="527552"/>
                  </a:lnTo>
                  <a:lnTo>
                    <a:pt x="4823835" y="527552"/>
                  </a:lnTo>
                  <a:lnTo>
                    <a:pt x="4823928" y="527552"/>
                  </a:lnTo>
                  <a:lnTo>
                    <a:pt x="4824021" y="527552"/>
                  </a:lnTo>
                  <a:lnTo>
                    <a:pt x="4824114" y="527552"/>
                  </a:lnTo>
                  <a:lnTo>
                    <a:pt x="4824208" y="527552"/>
                  </a:lnTo>
                  <a:lnTo>
                    <a:pt x="4824301" y="527552"/>
                  </a:lnTo>
                  <a:lnTo>
                    <a:pt x="4824394" y="527552"/>
                  </a:lnTo>
                  <a:lnTo>
                    <a:pt x="4824487" y="527552"/>
                  </a:lnTo>
                  <a:lnTo>
                    <a:pt x="4824581" y="527552"/>
                  </a:lnTo>
                  <a:lnTo>
                    <a:pt x="4824674" y="527552"/>
                  </a:lnTo>
                  <a:lnTo>
                    <a:pt x="4824767" y="527552"/>
                  </a:lnTo>
                  <a:lnTo>
                    <a:pt x="4824860" y="527552"/>
                  </a:lnTo>
                  <a:lnTo>
                    <a:pt x="4824954" y="527552"/>
                  </a:lnTo>
                  <a:lnTo>
                    <a:pt x="4825047" y="527552"/>
                  </a:lnTo>
                  <a:lnTo>
                    <a:pt x="4825140" y="527552"/>
                  </a:lnTo>
                  <a:lnTo>
                    <a:pt x="4825233" y="527552"/>
                  </a:lnTo>
                  <a:lnTo>
                    <a:pt x="4825327" y="527552"/>
                  </a:lnTo>
                  <a:lnTo>
                    <a:pt x="4825420" y="527552"/>
                  </a:lnTo>
                  <a:lnTo>
                    <a:pt x="4825513" y="527552"/>
                  </a:lnTo>
                  <a:lnTo>
                    <a:pt x="4825606" y="527552"/>
                  </a:lnTo>
                  <a:lnTo>
                    <a:pt x="4825700" y="527552"/>
                  </a:lnTo>
                  <a:lnTo>
                    <a:pt x="4825793" y="527552"/>
                  </a:lnTo>
                  <a:lnTo>
                    <a:pt x="4825886" y="527552"/>
                  </a:lnTo>
                  <a:lnTo>
                    <a:pt x="4825979" y="527552"/>
                  </a:lnTo>
                  <a:lnTo>
                    <a:pt x="4826073" y="527552"/>
                  </a:lnTo>
                  <a:lnTo>
                    <a:pt x="4826166" y="527552"/>
                  </a:lnTo>
                  <a:lnTo>
                    <a:pt x="4826259" y="527552"/>
                  </a:lnTo>
                  <a:lnTo>
                    <a:pt x="4826352" y="527552"/>
                  </a:lnTo>
                  <a:lnTo>
                    <a:pt x="4826446" y="527552"/>
                  </a:lnTo>
                  <a:lnTo>
                    <a:pt x="4826539" y="527552"/>
                  </a:lnTo>
                  <a:lnTo>
                    <a:pt x="4826632" y="527552"/>
                  </a:lnTo>
                  <a:lnTo>
                    <a:pt x="4826725" y="527552"/>
                  </a:lnTo>
                  <a:lnTo>
                    <a:pt x="4826819" y="527552"/>
                  </a:lnTo>
                  <a:lnTo>
                    <a:pt x="4826912" y="527552"/>
                  </a:lnTo>
                  <a:lnTo>
                    <a:pt x="4827005" y="527552"/>
                  </a:lnTo>
                  <a:lnTo>
                    <a:pt x="4827098" y="527552"/>
                  </a:lnTo>
                  <a:lnTo>
                    <a:pt x="4827192" y="527552"/>
                  </a:lnTo>
                  <a:lnTo>
                    <a:pt x="4827285" y="527552"/>
                  </a:lnTo>
                  <a:lnTo>
                    <a:pt x="4827378" y="527552"/>
                  </a:lnTo>
                  <a:lnTo>
                    <a:pt x="4827471" y="527552"/>
                  </a:lnTo>
                  <a:lnTo>
                    <a:pt x="4827565" y="527552"/>
                  </a:lnTo>
                  <a:lnTo>
                    <a:pt x="4827658" y="527552"/>
                  </a:lnTo>
                  <a:lnTo>
                    <a:pt x="4827751" y="527552"/>
                  </a:lnTo>
                  <a:lnTo>
                    <a:pt x="4827844" y="527552"/>
                  </a:lnTo>
                  <a:lnTo>
                    <a:pt x="4827938" y="527552"/>
                  </a:lnTo>
                  <a:lnTo>
                    <a:pt x="4828031" y="527552"/>
                  </a:lnTo>
                  <a:lnTo>
                    <a:pt x="4828124" y="527552"/>
                  </a:lnTo>
                  <a:lnTo>
                    <a:pt x="4828217" y="527552"/>
                  </a:lnTo>
                  <a:lnTo>
                    <a:pt x="4828311" y="527552"/>
                  </a:lnTo>
                  <a:lnTo>
                    <a:pt x="4828404" y="527552"/>
                  </a:lnTo>
                  <a:lnTo>
                    <a:pt x="4828497" y="527552"/>
                  </a:lnTo>
                  <a:lnTo>
                    <a:pt x="4828590" y="527552"/>
                  </a:lnTo>
                  <a:lnTo>
                    <a:pt x="4828684" y="527552"/>
                  </a:lnTo>
                  <a:lnTo>
                    <a:pt x="4828777" y="527552"/>
                  </a:lnTo>
                  <a:lnTo>
                    <a:pt x="4828870" y="527552"/>
                  </a:lnTo>
                  <a:lnTo>
                    <a:pt x="4828963" y="527552"/>
                  </a:lnTo>
                  <a:lnTo>
                    <a:pt x="4829056" y="527552"/>
                  </a:lnTo>
                  <a:lnTo>
                    <a:pt x="4829150" y="527552"/>
                  </a:lnTo>
                  <a:lnTo>
                    <a:pt x="4829243" y="527552"/>
                  </a:lnTo>
                  <a:lnTo>
                    <a:pt x="4829336" y="527552"/>
                  </a:lnTo>
                  <a:lnTo>
                    <a:pt x="4829429" y="527552"/>
                  </a:lnTo>
                  <a:lnTo>
                    <a:pt x="4829523" y="527552"/>
                  </a:lnTo>
                  <a:lnTo>
                    <a:pt x="4829616" y="527552"/>
                  </a:lnTo>
                  <a:lnTo>
                    <a:pt x="4829709" y="527552"/>
                  </a:lnTo>
                  <a:lnTo>
                    <a:pt x="4829802" y="527552"/>
                  </a:lnTo>
                  <a:lnTo>
                    <a:pt x="4829896" y="527552"/>
                  </a:lnTo>
                  <a:lnTo>
                    <a:pt x="4829989" y="527552"/>
                  </a:lnTo>
                  <a:lnTo>
                    <a:pt x="4830082" y="527552"/>
                  </a:lnTo>
                  <a:lnTo>
                    <a:pt x="4830175" y="527552"/>
                  </a:lnTo>
                  <a:lnTo>
                    <a:pt x="4830269" y="527552"/>
                  </a:lnTo>
                  <a:lnTo>
                    <a:pt x="4830269" y="517598"/>
                  </a:lnTo>
                  <a:lnTo>
                    <a:pt x="4830362" y="517598"/>
                  </a:lnTo>
                  <a:lnTo>
                    <a:pt x="4830455" y="517598"/>
                  </a:lnTo>
                  <a:lnTo>
                    <a:pt x="4830548" y="517598"/>
                  </a:lnTo>
                  <a:lnTo>
                    <a:pt x="4830642" y="517598"/>
                  </a:lnTo>
                  <a:lnTo>
                    <a:pt x="4830735" y="517598"/>
                  </a:lnTo>
                  <a:lnTo>
                    <a:pt x="4830828" y="517598"/>
                  </a:lnTo>
                  <a:lnTo>
                    <a:pt x="4830921" y="517598"/>
                  </a:lnTo>
                  <a:lnTo>
                    <a:pt x="4831015" y="517598"/>
                  </a:lnTo>
                  <a:lnTo>
                    <a:pt x="4831108" y="517598"/>
                  </a:lnTo>
                  <a:lnTo>
                    <a:pt x="4831201" y="517598"/>
                  </a:lnTo>
                  <a:lnTo>
                    <a:pt x="4831294" y="517598"/>
                  </a:lnTo>
                  <a:lnTo>
                    <a:pt x="4831388" y="517598"/>
                  </a:lnTo>
                  <a:lnTo>
                    <a:pt x="4831388" y="507644"/>
                  </a:lnTo>
                  <a:lnTo>
                    <a:pt x="4831481" y="507644"/>
                  </a:lnTo>
                  <a:lnTo>
                    <a:pt x="4831574" y="507644"/>
                  </a:lnTo>
                  <a:lnTo>
                    <a:pt x="4831667" y="507644"/>
                  </a:lnTo>
                  <a:lnTo>
                    <a:pt x="4831761" y="507644"/>
                  </a:lnTo>
                  <a:lnTo>
                    <a:pt x="4831854" y="507644"/>
                  </a:lnTo>
                  <a:lnTo>
                    <a:pt x="4831947" y="507644"/>
                  </a:lnTo>
                  <a:lnTo>
                    <a:pt x="4832040" y="507644"/>
                  </a:lnTo>
                  <a:lnTo>
                    <a:pt x="4832134" y="507644"/>
                  </a:lnTo>
                  <a:lnTo>
                    <a:pt x="4832227" y="507644"/>
                  </a:lnTo>
                  <a:lnTo>
                    <a:pt x="4832320" y="507644"/>
                  </a:lnTo>
                  <a:lnTo>
                    <a:pt x="4832413" y="507644"/>
                  </a:lnTo>
                  <a:lnTo>
                    <a:pt x="4832507" y="507644"/>
                  </a:lnTo>
                  <a:lnTo>
                    <a:pt x="4832600" y="507644"/>
                  </a:lnTo>
                  <a:lnTo>
                    <a:pt x="4832693" y="507644"/>
                  </a:lnTo>
                  <a:lnTo>
                    <a:pt x="4832786" y="507644"/>
                  </a:lnTo>
                  <a:lnTo>
                    <a:pt x="4832880" y="507644"/>
                  </a:lnTo>
                  <a:lnTo>
                    <a:pt x="4832973" y="507644"/>
                  </a:lnTo>
                  <a:lnTo>
                    <a:pt x="4833066" y="507644"/>
                  </a:lnTo>
                  <a:lnTo>
                    <a:pt x="4833159" y="507644"/>
                  </a:lnTo>
                  <a:lnTo>
                    <a:pt x="4833253" y="507644"/>
                  </a:lnTo>
                  <a:lnTo>
                    <a:pt x="4833346" y="507644"/>
                  </a:lnTo>
                  <a:lnTo>
                    <a:pt x="4833439" y="507644"/>
                  </a:lnTo>
                  <a:lnTo>
                    <a:pt x="4833532" y="507644"/>
                  </a:lnTo>
                  <a:lnTo>
                    <a:pt x="4833626" y="507644"/>
                  </a:lnTo>
                  <a:lnTo>
                    <a:pt x="4833719" y="507644"/>
                  </a:lnTo>
                  <a:lnTo>
                    <a:pt x="4833812" y="507644"/>
                  </a:lnTo>
                  <a:lnTo>
                    <a:pt x="4833905" y="507644"/>
                  </a:lnTo>
                  <a:lnTo>
                    <a:pt x="4833999" y="507644"/>
                  </a:lnTo>
                  <a:lnTo>
                    <a:pt x="4834092" y="507644"/>
                  </a:lnTo>
                  <a:lnTo>
                    <a:pt x="4834185" y="507644"/>
                  </a:lnTo>
                  <a:lnTo>
                    <a:pt x="4834278" y="507644"/>
                  </a:lnTo>
                  <a:lnTo>
                    <a:pt x="4834372" y="507644"/>
                  </a:lnTo>
                  <a:lnTo>
                    <a:pt x="4834465" y="507644"/>
                  </a:lnTo>
                  <a:lnTo>
                    <a:pt x="4834558" y="507644"/>
                  </a:lnTo>
                  <a:lnTo>
                    <a:pt x="4834651" y="507644"/>
                  </a:lnTo>
                  <a:lnTo>
                    <a:pt x="4834745" y="507644"/>
                  </a:lnTo>
                  <a:lnTo>
                    <a:pt x="4834838" y="507644"/>
                  </a:lnTo>
                  <a:lnTo>
                    <a:pt x="4834931" y="507644"/>
                  </a:lnTo>
                  <a:lnTo>
                    <a:pt x="4835024" y="507644"/>
                  </a:lnTo>
                  <a:lnTo>
                    <a:pt x="4835118" y="507644"/>
                  </a:lnTo>
                  <a:lnTo>
                    <a:pt x="4835211" y="507644"/>
                  </a:lnTo>
                  <a:lnTo>
                    <a:pt x="4835304" y="507644"/>
                  </a:lnTo>
                  <a:lnTo>
                    <a:pt x="4835397" y="507644"/>
                  </a:lnTo>
                  <a:lnTo>
                    <a:pt x="4835491" y="507644"/>
                  </a:lnTo>
                  <a:lnTo>
                    <a:pt x="4835584" y="507644"/>
                  </a:lnTo>
                  <a:lnTo>
                    <a:pt x="4835677" y="507644"/>
                  </a:lnTo>
                  <a:lnTo>
                    <a:pt x="4835770" y="507644"/>
                  </a:lnTo>
                  <a:lnTo>
                    <a:pt x="4835863" y="507644"/>
                  </a:lnTo>
                  <a:lnTo>
                    <a:pt x="4835957" y="507644"/>
                  </a:lnTo>
                  <a:lnTo>
                    <a:pt x="4836050" y="507644"/>
                  </a:lnTo>
                  <a:lnTo>
                    <a:pt x="4836143" y="507644"/>
                  </a:lnTo>
                  <a:lnTo>
                    <a:pt x="4836236" y="507644"/>
                  </a:lnTo>
                  <a:lnTo>
                    <a:pt x="4836330" y="507644"/>
                  </a:lnTo>
                  <a:lnTo>
                    <a:pt x="4836423" y="507644"/>
                  </a:lnTo>
                  <a:lnTo>
                    <a:pt x="4836516" y="507644"/>
                  </a:lnTo>
                  <a:lnTo>
                    <a:pt x="4836609" y="507644"/>
                  </a:lnTo>
                  <a:lnTo>
                    <a:pt x="4836703" y="507644"/>
                  </a:lnTo>
                  <a:lnTo>
                    <a:pt x="4836796" y="507644"/>
                  </a:lnTo>
                  <a:lnTo>
                    <a:pt x="4836889" y="507644"/>
                  </a:lnTo>
                  <a:lnTo>
                    <a:pt x="4836982" y="507644"/>
                  </a:lnTo>
                  <a:lnTo>
                    <a:pt x="4837076" y="507644"/>
                  </a:lnTo>
                  <a:lnTo>
                    <a:pt x="4837169" y="507644"/>
                  </a:lnTo>
                  <a:lnTo>
                    <a:pt x="4837262" y="507644"/>
                  </a:lnTo>
                  <a:lnTo>
                    <a:pt x="4837355" y="507644"/>
                  </a:lnTo>
                  <a:lnTo>
                    <a:pt x="4837449" y="507644"/>
                  </a:lnTo>
                  <a:lnTo>
                    <a:pt x="4837542" y="507644"/>
                  </a:lnTo>
                  <a:lnTo>
                    <a:pt x="4837635" y="507644"/>
                  </a:lnTo>
                  <a:lnTo>
                    <a:pt x="4837728" y="507644"/>
                  </a:lnTo>
                  <a:lnTo>
                    <a:pt x="4837822" y="507644"/>
                  </a:lnTo>
                  <a:lnTo>
                    <a:pt x="4837915" y="507644"/>
                  </a:lnTo>
                  <a:lnTo>
                    <a:pt x="4838008" y="507644"/>
                  </a:lnTo>
                  <a:lnTo>
                    <a:pt x="4838101" y="507644"/>
                  </a:lnTo>
                  <a:lnTo>
                    <a:pt x="4838195" y="507644"/>
                  </a:lnTo>
                  <a:lnTo>
                    <a:pt x="4838288" y="507644"/>
                  </a:lnTo>
                  <a:lnTo>
                    <a:pt x="4838381" y="507644"/>
                  </a:lnTo>
                  <a:lnTo>
                    <a:pt x="4838474" y="507644"/>
                  </a:lnTo>
                  <a:lnTo>
                    <a:pt x="4838568" y="507644"/>
                  </a:lnTo>
                  <a:lnTo>
                    <a:pt x="4838661" y="507644"/>
                  </a:lnTo>
                  <a:lnTo>
                    <a:pt x="4838754" y="507644"/>
                  </a:lnTo>
                  <a:lnTo>
                    <a:pt x="4838847" y="507644"/>
                  </a:lnTo>
                  <a:lnTo>
                    <a:pt x="4838941" y="507644"/>
                  </a:lnTo>
                  <a:lnTo>
                    <a:pt x="4839034" y="507644"/>
                  </a:lnTo>
                  <a:lnTo>
                    <a:pt x="4839127" y="507644"/>
                  </a:lnTo>
                  <a:lnTo>
                    <a:pt x="4839220" y="507644"/>
                  </a:lnTo>
                  <a:lnTo>
                    <a:pt x="4839314" y="507644"/>
                  </a:lnTo>
                  <a:lnTo>
                    <a:pt x="4839407" y="507644"/>
                  </a:lnTo>
                  <a:lnTo>
                    <a:pt x="4839500" y="507644"/>
                  </a:lnTo>
                  <a:lnTo>
                    <a:pt x="4839593" y="507644"/>
                  </a:lnTo>
                  <a:lnTo>
                    <a:pt x="4839687" y="507644"/>
                  </a:lnTo>
                  <a:lnTo>
                    <a:pt x="4839780" y="507644"/>
                  </a:lnTo>
                  <a:lnTo>
                    <a:pt x="4839873" y="507644"/>
                  </a:lnTo>
                  <a:lnTo>
                    <a:pt x="4839966" y="507644"/>
                  </a:lnTo>
                  <a:lnTo>
                    <a:pt x="4840060" y="507644"/>
                  </a:lnTo>
                  <a:lnTo>
                    <a:pt x="4840153" y="507644"/>
                  </a:lnTo>
                  <a:lnTo>
                    <a:pt x="4840246" y="507644"/>
                  </a:lnTo>
                  <a:lnTo>
                    <a:pt x="4840339" y="507644"/>
                  </a:lnTo>
                  <a:lnTo>
                    <a:pt x="4840433" y="507644"/>
                  </a:lnTo>
                  <a:lnTo>
                    <a:pt x="4840526" y="507644"/>
                  </a:lnTo>
                  <a:lnTo>
                    <a:pt x="4840619" y="507644"/>
                  </a:lnTo>
                  <a:lnTo>
                    <a:pt x="4840712" y="507644"/>
                  </a:lnTo>
                  <a:lnTo>
                    <a:pt x="4840806" y="507644"/>
                  </a:lnTo>
                  <a:lnTo>
                    <a:pt x="4840899" y="507644"/>
                  </a:lnTo>
                  <a:lnTo>
                    <a:pt x="4840992" y="507644"/>
                  </a:lnTo>
                  <a:lnTo>
                    <a:pt x="4841085" y="507644"/>
                  </a:lnTo>
                  <a:lnTo>
                    <a:pt x="4841179" y="507644"/>
                  </a:lnTo>
                  <a:lnTo>
                    <a:pt x="4841272" y="507644"/>
                  </a:lnTo>
                  <a:lnTo>
                    <a:pt x="4841365" y="507644"/>
                  </a:lnTo>
                  <a:lnTo>
                    <a:pt x="4841458" y="507644"/>
                  </a:lnTo>
                  <a:lnTo>
                    <a:pt x="4841552" y="507644"/>
                  </a:lnTo>
                  <a:lnTo>
                    <a:pt x="4841645" y="507644"/>
                  </a:lnTo>
                  <a:lnTo>
                    <a:pt x="4841738" y="507644"/>
                  </a:lnTo>
                  <a:lnTo>
                    <a:pt x="4841831" y="507644"/>
                  </a:lnTo>
                  <a:lnTo>
                    <a:pt x="4841925" y="507644"/>
                  </a:lnTo>
                  <a:lnTo>
                    <a:pt x="4842018" y="507644"/>
                  </a:lnTo>
                  <a:lnTo>
                    <a:pt x="4842111" y="507644"/>
                  </a:lnTo>
                  <a:lnTo>
                    <a:pt x="4842204" y="507644"/>
                  </a:lnTo>
                  <a:lnTo>
                    <a:pt x="4842298" y="507644"/>
                  </a:lnTo>
                  <a:lnTo>
                    <a:pt x="4842391" y="507644"/>
                  </a:lnTo>
                  <a:lnTo>
                    <a:pt x="4842484" y="507644"/>
                  </a:lnTo>
                  <a:lnTo>
                    <a:pt x="4842577" y="507644"/>
                  </a:lnTo>
                  <a:lnTo>
                    <a:pt x="4842670" y="507644"/>
                  </a:lnTo>
                  <a:lnTo>
                    <a:pt x="4842764" y="507644"/>
                  </a:lnTo>
                  <a:lnTo>
                    <a:pt x="4842857" y="507644"/>
                  </a:lnTo>
                  <a:lnTo>
                    <a:pt x="4842950" y="507644"/>
                  </a:lnTo>
                  <a:lnTo>
                    <a:pt x="4843043" y="507644"/>
                  </a:lnTo>
                  <a:lnTo>
                    <a:pt x="4843137" y="507644"/>
                  </a:lnTo>
                  <a:lnTo>
                    <a:pt x="4843230" y="507644"/>
                  </a:lnTo>
                  <a:lnTo>
                    <a:pt x="4843323" y="507644"/>
                  </a:lnTo>
                  <a:lnTo>
                    <a:pt x="4843416" y="507644"/>
                  </a:lnTo>
                  <a:lnTo>
                    <a:pt x="4843510" y="507644"/>
                  </a:lnTo>
                  <a:lnTo>
                    <a:pt x="4843603" y="507644"/>
                  </a:lnTo>
                  <a:lnTo>
                    <a:pt x="4843696" y="507644"/>
                  </a:lnTo>
                  <a:lnTo>
                    <a:pt x="4843789" y="507644"/>
                  </a:lnTo>
                  <a:lnTo>
                    <a:pt x="4843883" y="507644"/>
                  </a:lnTo>
                  <a:lnTo>
                    <a:pt x="4843976" y="507644"/>
                  </a:lnTo>
                  <a:lnTo>
                    <a:pt x="4844069" y="507644"/>
                  </a:lnTo>
                  <a:lnTo>
                    <a:pt x="4844162" y="507644"/>
                  </a:lnTo>
                  <a:lnTo>
                    <a:pt x="4844256" y="507644"/>
                  </a:lnTo>
                  <a:lnTo>
                    <a:pt x="4844349" y="507644"/>
                  </a:lnTo>
                  <a:lnTo>
                    <a:pt x="4844442" y="507644"/>
                  </a:lnTo>
                  <a:lnTo>
                    <a:pt x="4844535" y="507644"/>
                  </a:lnTo>
                  <a:lnTo>
                    <a:pt x="4844629" y="507644"/>
                  </a:lnTo>
                  <a:lnTo>
                    <a:pt x="4844722" y="507644"/>
                  </a:lnTo>
                  <a:lnTo>
                    <a:pt x="4844815" y="507644"/>
                  </a:lnTo>
                  <a:lnTo>
                    <a:pt x="4844908" y="507644"/>
                  </a:lnTo>
                  <a:lnTo>
                    <a:pt x="4845002" y="507644"/>
                  </a:lnTo>
                  <a:lnTo>
                    <a:pt x="4845095" y="507644"/>
                  </a:lnTo>
                  <a:lnTo>
                    <a:pt x="4845188" y="507644"/>
                  </a:lnTo>
                  <a:lnTo>
                    <a:pt x="4845281" y="507644"/>
                  </a:lnTo>
                  <a:lnTo>
                    <a:pt x="4845375" y="507644"/>
                  </a:lnTo>
                  <a:lnTo>
                    <a:pt x="4845468" y="507644"/>
                  </a:lnTo>
                  <a:lnTo>
                    <a:pt x="4845561" y="507644"/>
                  </a:lnTo>
                  <a:lnTo>
                    <a:pt x="4845654" y="507644"/>
                  </a:lnTo>
                  <a:lnTo>
                    <a:pt x="4845748" y="507644"/>
                  </a:lnTo>
                  <a:lnTo>
                    <a:pt x="4845841" y="507644"/>
                  </a:lnTo>
                  <a:lnTo>
                    <a:pt x="4845934" y="507644"/>
                  </a:lnTo>
                  <a:lnTo>
                    <a:pt x="4846027" y="507644"/>
                  </a:lnTo>
                  <a:lnTo>
                    <a:pt x="4846121" y="507644"/>
                  </a:lnTo>
                  <a:lnTo>
                    <a:pt x="4846214" y="507644"/>
                  </a:lnTo>
                  <a:lnTo>
                    <a:pt x="4846307" y="507644"/>
                  </a:lnTo>
                  <a:lnTo>
                    <a:pt x="4846400" y="507644"/>
                  </a:lnTo>
                  <a:lnTo>
                    <a:pt x="4846494" y="507644"/>
                  </a:lnTo>
                  <a:lnTo>
                    <a:pt x="4846587" y="507644"/>
                  </a:lnTo>
                  <a:lnTo>
                    <a:pt x="4846680" y="507644"/>
                  </a:lnTo>
                  <a:lnTo>
                    <a:pt x="4846680" y="497691"/>
                  </a:lnTo>
                  <a:lnTo>
                    <a:pt x="4846773" y="497691"/>
                  </a:lnTo>
                  <a:lnTo>
                    <a:pt x="4846867" y="497691"/>
                  </a:lnTo>
                  <a:lnTo>
                    <a:pt x="4846960" y="497691"/>
                  </a:lnTo>
                  <a:lnTo>
                    <a:pt x="4847053" y="497691"/>
                  </a:lnTo>
                  <a:lnTo>
                    <a:pt x="4847146" y="497691"/>
                  </a:lnTo>
                  <a:lnTo>
                    <a:pt x="4847240" y="497691"/>
                  </a:lnTo>
                  <a:lnTo>
                    <a:pt x="4847333" y="497691"/>
                  </a:lnTo>
                  <a:lnTo>
                    <a:pt x="4847426" y="497691"/>
                  </a:lnTo>
                  <a:lnTo>
                    <a:pt x="4847519" y="497691"/>
                  </a:lnTo>
                  <a:lnTo>
                    <a:pt x="4847613" y="497691"/>
                  </a:lnTo>
                  <a:lnTo>
                    <a:pt x="4847706" y="497691"/>
                  </a:lnTo>
                  <a:lnTo>
                    <a:pt x="4847799" y="497691"/>
                  </a:lnTo>
                  <a:lnTo>
                    <a:pt x="4847892" y="497691"/>
                  </a:lnTo>
                  <a:lnTo>
                    <a:pt x="4847986" y="497691"/>
                  </a:lnTo>
                  <a:lnTo>
                    <a:pt x="4848079" y="497691"/>
                  </a:lnTo>
                  <a:lnTo>
                    <a:pt x="4848172" y="497691"/>
                  </a:lnTo>
                  <a:lnTo>
                    <a:pt x="4848265" y="497691"/>
                  </a:lnTo>
                  <a:lnTo>
                    <a:pt x="4848359" y="497691"/>
                  </a:lnTo>
                  <a:lnTo>
                    <a:pt x="4848452" y="497691"/>
                  </a:lnTo>
                  <a:lnTo>
                    <a:pt x="4848545" y="497691"/>
                  </a:lnTo>
                  <a:lnTo>
                    <a:pt x="4848638" y="497691"/>
                  </a:lnTo>
                  <a:lnTo>
                    <a:pt x="4848732" y="497691"/>
                  </a:lnTo>
                  <a:lnTo>
                    <a:pt x="4848825" y="497691"/>
                  </a:lnTo>
                  <a:lnTo>
                    <a:pt x="4848918" y="497691"/>
                  </a:lnTo>
                  <a:lnTo>
                    <a:pt x="4849011" y="497691"/>
                  </a:lnTo>
                  <a:lnTo>
                    <a:pt x="4849105" y="497691"/>
                  </a:lnTo>
                  <a:lnTo>
                    <a:pt x="4849198" y="497691"/>
                  </a:lnTo>
                  <a:lnTo>
                    <a:pt x="4849291" y="497691"/>
                  </a:lnTo>
                  <a:lnTo>
                    <a:pt x="4849384" y="497691"/>
                  </a:lnTo>
                  <a:lnTo>
                    <a:pt x="4849478" y="497691"/>
                  </a:lnTo>
                  <a:lnTo>
                    <a:pt x="4849571" y="497691"/>
                  </a:lnTo>
                  <a:lnTo>
                    <a:pt x="4849664" y="497691"/>
                  </a:lnTo>
                  <a:lnTo>
                    <a:pt x="4849757" y="497691"/>
                  </a:lnTo>
                  <a:lnTo>
                    <a:pt x="4849850" y="497691"/>
                  </a:lnTo>
                  <a:lnTo>
                    <a:pt x="4849944" y="497691"/>
                  </a:lnTo>
                  <a:lnTo>
                    <a:pt x="4850037" y="497691"/>
                  </a:lnTo>
                  <a:lnTo>
                    <a:pt x="4850130" y="497691"/>
                  </a:lnTo>
                  <a:lnTo>
                    <a:pt x="4850223" y="497691"/>
                  </a:lnTo>
                  <a:lnTo>
                    <a:pt x="4850317" y="497691"/>
                  </a:lnTo>
                  <a:lnTo>
                    <a:pt x="4850410" y="497691"/>
                  </a:lnTo>
                  <a:lnTo>
                    <a:pt x="4850503" y="497691"/>
                  </a:lnTo>
                  <a:lnTo>
                    <a:pt x="4850596" y="497691"/>
                  </a:lnTo>
                  <a:lnTo>
                    <a:pt x="4850690" y="497691"/>
                  </a:lnTo>
                  <a:lnTo>
                    <a:pt x="4850783" y="497691"/>
                  </a:lnTo>
                  <a:lnTo>
                    <a:pt x="4850876" y="497691"/>
                  </a:lnTo>
                  <a:lnTo>
                    <a:pt x="4850969" y="497691"/>
                  </a:lnTo>
                  <a:lnTo>
                    <a:pt x="4851063" y="497691"/>
                  </a:lnTo>
                  <a:lnTo>
                    <a:pt x="4851156" y="497691"/>
                  </a:lnTo>
                  <a:lnTo>
                    <a:pt x="4851249" y="497691"/>
                  </a:lnTo>
                  <a:lnTo>
                    <a:pt x="4851342" y="497691"/>
                  </a:lnTo>
                  <a:lnTo>
                    <a:pt x="4851436" y="497691"/>
                  </a:lnTo>
                  <a:lnTo>
                    <a:pt x="4851529" y="497691"/>
                  </a:lnTo>
                  <a:lnTo>
                    <a:pt x="4851622" y="497691"/>
                  </a:lnTo>
                  <a:lnTo>
                    <a:pt x="4851715" y="497691"/>
                  </a:lnTo>
                  <a:lnTo>
                    <a:pt x="4851809" y="497691"/>
                  </a:lnTo>
                  <a:lnTo>
                    <a:pt x="4851902" y="497691"/>
                  </a:lnTo>
                  <a:lnTo>
                    <a:pt x="4851995" y="497691"/>
                  </a:lnTo>
                  <a:lnTo>
                    <a:pt x="4852088" y="497691"/>
                  </a:lnTo>
                  <a:lnTo>
                    <a:pt x="4852182" y="497691"/>
                  </a:lnTo>
                  <a:lnTo>
                    <a:pt x="4852275" y="497691"/>
                  </a:lnTo>
                  <a:lnTo>
                    <a:pt x="4852368" y="497691"/>
                  </a:lnTo>
                  <a:lnTo>
                    <a:pt x="4852461" y="497691"/>
                  </a:lnTo>
                  <a:lnTo>
                    <a:pt x="4852555" y="497691"/>
                  </a:lnTo>
                  <a:lnTo>
                    <a:pt x="4852648" y="497691"/>
                  </a:lnTo>
                  <a:lnTo>
                    <a:pt x="4852741" y="497691"/>
                  </a:lnTo>
                  <a:lnTo>
                    <a:pt x="4852834" y="497691"/>
                  </a:lnTo>
                  <a:lnTo>
                    <a:pt x="4852928" y="497691"/>
                  </a:lnTo>
                  <a:lnTo>
                    <a:pt x="4853021" y="497691"/>
                  </a:lnTo>
                  <a:lnTo>
                    <a:pt x="4853114" y="497691"/>
                  </a:lnTo>
                  <a:lnTo>
                    <a:pt x="4853207" y="497691"/>
                  </a:lnTo>
                  <a:lnTo>
                    <a:pt x="4853301" y="497691"/>
                  </a:lnTo>
                  <a:lnTo>
                    <a:pt x="4853394" y="497691"/>
                  </a:lnTo>
                  <a:lnTo>
                    <a:pt x="4853487" y="497691"/>
                  </a:lnTo>
                  <a:lnTo>
                    <a:pt x="4853580" y="497691"/>
                  </a:lnTo>
                  <a:lnTo>
                    <a:pt x="4853674" y="497691"/>
                  </a:lnTo>
                  <a:lnTo>
                    <a:pt x="4853767" y="497691"/>
                  </a:lnTo>
                  <a:lnTo>
                    <a:pt x="4853860" y="497691"/>
                  </a:lnTo>
                  <a:lnTo>
                    <a:pt x="4853953" y="497691"/>
                  </a:lnTo>
                  <a:lnTo>
                    <a:pt x="4854047" y="497691"/>
                  </a:lnTo>
                  <a:lnTo>
                    <a:pt x="4854140" y="497691"/>
                  </a:lnTo>
                  <a:lnTo>
                    <a:pt x="4854233" y="497691"/>
                  </a:lnTo>
                  <a:lnTo>
                    <a:pt x="4854326" y="497691"/>
                  </a:lnTo>
                  <a:lnTo>
                    <a:pt x="4854420" y="497691"/>
                  </a:lnTo>
                  <a:lnTo>
                    <a:pt x="4854513" y="497691"/>
                  </a:lnTo>
                  <a:lnTo>
                    <a:pt x="4854606" y="497691"/>
                  </a:lnTo>
                  <a:lnTo>
                    <a:pt x="4854699" y="497691"/>
                  </a:lnTo>
                  <a:lnTo>
                    <a:pt x="4854793" y="497691"/>
                  </a:lnTo>
                  <a:lnTo>
                    <a:pt x="4854886" y="497691"/>
                  </a:lnTo>
                  <a:lnTo>
                    <a:pt x="4854979" y="497691"/>
                  </a:lnTo>
                  <a:lnTo>
                    <a:pt x="4855072" y="497691"/>
                  </a:lnTo>
                  <a:lnTo>
                    <a:pt x="4855166" y="497691"/>
                  </a:lnTo>
                  <a:lnTo>
                    <a:pt x="4855259" y="497691"/>
                  </a:lnTo>
                  <a:lnTo>
                    <a:pt x="4855352" y="497691"/>
                  </a:lnTo>
                  <a:lnTo>
                    <a:pt x="4855445" y="497691"/>
                  </a:lnTo>
                  <a:lnTo>
                    <a:pt x="4855539" y="497691"/>
                  </a:lnTo>
                  <a:lnTo>
                    <a:pt x="4855632" y="497691"/>
                  </a:lnTo>
                  <a:lnTo>
                    <a:pt x="4855725" y="497691"/>
                  </a:lnTo>
                  <a:lnTo>
                    <a:pt x="4855818" y="497691"/>
                  </a:lnTo>
                  <a:lnTo>
                    <a:pt x="4855912" y="497691"/>
                  </a:lnTo>
                  <a:lnTo>
                    <a:pt x="4856005" y="497691"/>
                  </a:lnTo>
                  <a:lnTo>
                    <a:pt x="4856098" y="497691"/>
                  </a:lnTo>
                  <a:lnTo>
                    <a:pt x="4856191" y="497691"/>
                  </a:lnTo>
                  <a:lnTo>
                    <a:pt x="4856285" y="497691"/>
                  </a:lnTo>
                  <a:lnTo>
                    <a:pt x="4856378" y="497691"/>
                  </a:lnTo>
                  <a:lnTo>
                    <a:pt x="4856471" y="497691"/>
                  </a:lnTo>
                  <a:lnTo>
                    <a:pt x="4856564" y="497691"/>
                  </a:lnTo>
                  <a:lnTo>
                    <a:pt x="4856657" y="497691"/>
                  </a:lnTo>
                  <a:lnTo>
                    <a:pt x="4856751" y="497691"/>
                  </a:lnTo>
                  <a:lnTo>
                    <a:pt x="4856844" y="497691"/>
                  </a:lnTo>
                  <a:lnTo>
                    <a:pt x="4856937" y="497691"/>
                  </a:lnTo>
                  <a:lnTo>
                    <a:pt x="4857030" y="497691"/>
                  </a:lnTo>
                  <a:lnTo>
                    <a:pt x="4857124" y="497691"/>
                  </a:lnTo>
                  <a:lnTo>
                    <a:pt x="4857217" y="497691"/>
                  </a:lnTo>
                  <a:lnTo>
                    <a:pt x="4857310" y="497691"/>
                  </a:lnTo>
                  <a:lnTo>
                    <a:pt x="4857403" y="497691"/>
                  </a:lnTo>
                  <a:lnTo>
                    <a:pt x="4857497" y="497691"/>
                  </a:lnTo>
                  <a:lnTo>
                    <a:pt x="4857590" y="497691"/>
                  </a:lnTo>
                  <a:lnTo>
                    <a:pt x="4857683" y="497691"/>
                  </a:lnTo>
                  <a:lnTo>
                    <a:pt x="4857776" y="497691"/>
                  </a:lnTo>
                  <a:lnTo>
                    <a:pt x="4857870" y="497691"/>
                  </a:lnTo>
                  <a:lnTo>
                    <a:pt x="4857963" y="497691"/>
                  </a:lnTo>
                  <a:lnTo>
                    <a:pt x="4858056" y="497691"/>
                  </a:lnTo>
                  <a:lnTo>
                    <a:pt x="4858149" y="497691"/>
                  </a:lnTo>
                  <a:lnTo>
                    <a:pt x="4858243" y="497691"/>
                  </a:lnTo>
                  <a:lnTo>
                    <a:pt x="4858336" y="497691"/>
                  </a:lnTo>
                  <a:lnTo>
                    <a:pt x="4858429" y="497691"/>
                  </a:lnTo>
                  <a:lnTo>
                    <a:pt x="4858522" y="497691"/>
                  </a:lnTo>
                  <a:lnTo>
                    <a:pt x="4858616" y="497691"/>
                  </a:lnTo>
                  <a:lnTo>
                    <a:pt x="4858709" y="497691"/>
                  </a:lnTo>
                  <a:lnTo>
                    <a:pt x="4858802" y="497691"/>
                  </a:lnTo>
                  <a:lnTo>
                    <a:pt x="4858895" y="497691"/>
                  </a:lnTo>
                  <a:lnTo>
                    <a:pt x="4858989" y="497691"/>
                  </a:lnTo>
                  <a:lnTo>
                    <a:pt x="4859082" y="497691"/>
                  </a:lnTo>
                  <a:lnTo>
                    <a:pt x="4859175" y="497691"/>
                  </a:lnTo>
                  <a:lnTo>
                    <a:pt x="4859268" y="497691"/>
                  </a:lnTo>
                  <a:lnTo>
                    <a:pt x="4859362" y="497691"/>
                  </a:lnTo>
                  <a:lnTo>
                    <a:pt x="4859455" y="497691"/>
                  </a:lnTo>
                  <a:lnTo>
                    <a:pt x="4859548" y="497691"/>
                  </a:lnTo>
                  <a:lnTo>
                    <a:pt x="4859641" y="497691"/>
                  </a:lnTo>
                  <a:lnTo>
                    <a:pt x="4859735" y="497691"/>
                  </a:lnTo>
                  <a:lnTo>
                    <a:pt x="4859828" y="497691"/>
                  </a:lnTo>
                  <a:lnTo>
                    <a:pt x="4859921" y="497691"/>
                  </a:lnTo>
                  <a:lnTo>
                    <a:pt x="4860014" y="497691"/>
                  </a:lnTo>
                  <a:lnTo>
                    <a:pt x="4860108" y="497691"/>
                  </a:lnTo>
                  <a:lnTo>
                    <a:pt x="4860201" y="497691"/>
                  </a:lnTo>
                  <a:lnTo>
                    <a:pt x="4860294" y="497691"/>
                  </a:lnTo>
                  <a:lnTo>
                    <a:pt x="4860387" y="497691"/>
                  </a:lnTo>
                  <a:lnTo>
                    <a:pt x="4860481" y="497691"/>
                  </a:lnTo>
                  <a:lnTo>
                    <a:pt x="4860574" y="497691"/>
                  </a:lnTo>
                  <a:lnTo>
                    <a:pt x="4860667" y="497691"/>
                  </a:lnTo>
                  <a:lnTo>
                    <a:pt x="4860667" y="487737"/>
                  </a:lnTo>
                  <a:lnTo>
                    <a:pt x="4860760" y="487737"/>
                  </a:lnTo>
                  <a:lnTo>
                    <a:pt x="4860854" y="487737"/>
                  </a:lnTo>
                  <a:lnTo>
                    <a:pt x="4860947" y="487737"/>
                  </a:lnTo>
                  <a:lnTo>
                    <a:pt x="4861040" y="487737"/>
                  </a:lnTo>
                  <a:lnTo>
                    <a:pt x="4861133" y="487737"/>
                  </a:lnTo>
                  <a:lnTo>
                    <a:pt x="4861227" y="487737"/>
                  </a:lnTo>
                  <a:lnTo>
                    <a:pt x="4861320" y="487737"/>
                  </a:lnTo>
                  <a:lnTo>
                    <a:pt x="4861413" y="487737"/>
                  </a:lnTo>
                  <a:lnTo>
                    <a:pt x="4861506" y="487737"/>
                  </a:lnTo>
                  <a:lnTo>
                    <a:pt x="4861600" y="487737"/>
                  </a:lnTo>
                  <a:lnTo>
                    <a:pt x="4861693" y="487737"/>
                  </a:lnTo>
                  <a:lnTo>
                    <a:pt x="4861786" y="487737"/>
                  </a:lnTo>
                  <a:lnTo>
                    <a:pt x="4861879" y="487737"/>
                  </a:lnTo>
                  <a:lnTo>
                    <a:pt x="4861973" y="487737"/>
                  </a:lnTo>
                  <a:lnTo>
                    <a:pt x="4862066" y="487737"/>
                  </a:lnTo>
                  <a:lnTo>
                    <a:pt x="4862159" y="487737"/>
                  </a:lnTo>
                  <a:lnTo>
                    <a:pt x="4862252" y="487737"/>
                  </a:lnTo>
                  <a:lnTo>
                    <a:pt x="4862346" y="487737"/>
                  </a:lnTo>
                  <a:lnTo>
                    <a:pt x="4862439" y="487737"/>
                  </a:lnTo>
                  <a:lnTo>
                    <a:pt x="4862532" y="487737"/>
                  </a:lnTo>
                  <a:lnTo>
                    <a:pt x="4862625" y="487737"/>
                  </a:lnTo>
                  <a:lnTo>
                    <a:pt x="4862719" y="487737"/>
                  </a:lnTo>
                  <a:lnTo>
                    <a:pt x="4862812" y="487737"/>
                  </a:lnTo>
                  <a:lnTo>
                    <a:pt x="4862905" y="487737"/>
                  </a:lnTo>
                  <a:lnTo>
                    <a:pt x="4862998" y="487737"/>
                  </a:lnTo>
                  <a:lnTo>
                    <a:pt x="4863092" y="487737"/>
                  </a:lnTo>
                  <a:lnTo>
                    <a:pt x="4863185" y="487737"/>
                  </a:lnTo>
                  <a:lnTo>
                    <a:pt x="4863278" y="487737"/>
                  </a:lnTo>
                  <a:lnTo>
                    <a:pt x="4863371" y="487737"/>
                  </a:lnTo>
                  <a:lnTo>
                    <a:pt x="4863464" y="487737"/>
                  </a:lnTo>
                  <a:lnTo>
                    <a:pt x="4863558" y="487737"/>
                  </a:lnTo>
                  <a:lnTo>
                    <a:pt x="4863651" y="487737"/>
                  </a:lnTo>
                  <a:lnTo>
                    <a:pt x="4863744" y="487737"/>
                  </a:lnTo>
                  <a:lnTo>
                    <a:pt x="4863837" y="487737"/>
                  </a:lnTo>
                  <a:lnTo>
                    <a:pt x="4863931" y="487737"/>
                  </a:lnTo>
                  <a:lnTo>
                    <a:pt x="4864024" y="487737"/>
                  </a:lnTo>
                  <a:lnTo>
                    <a:pt x="4864117" y="487737"/>
                  </a:lnTo>
                  <a:lnTo>
                    <a:pt x="4864210" y="487737"/>
                  </a:lnTo>
                  <a:lnTo>
                    <a:pt x="4864304" y="487737"/>
                  </a:lnTo>
                  <a:lnTo>
                    <a:pt x="4864397" y="487737"/>
                  </a:lnTo>
                  <a:lnTo>
                    <a:pt x="4864490" y="487737"/>
                  </a:lnTo>
                  <a:lnTo>
                    <a:pt x="4864583" y="487737"/>
                  </a:lnTo>
                  <a:lnTo>
                    <a:pt x="4864677" y="487737"/>
                  </a:lnTo>
                  <a:lnTo>
                    <a:pt x="4864770" y="487737"/>
                  </a:lnTo>
                  <a:lnTo>
                    <a:pt x="4864863" y="487737"/>
                  </a:lnTo>
                  <a:lnTo>
                    <a:pt x="4864956" y="487737"/>
                  </a:lnTo>
                  <a:lnTo>
                    <a:pt x="4865050" y="487737"/>
                  </a:lnTo>
                  <a:lnTo>
                    <a:pt x="4865143" y="487737"/>
                  </a:lnTo>
                  <a:lnTo>
                    <a:pt x="4865236" y="487737"/>
                  </a:lnTo>
                  <a:lnTo>
                    <a:pt x="4865329" y="487737"/>
                  </a:lnTo>
                  <a:lnTo>
                    <a:pt x="4865423" y="487737"/>
                  </a:lnTo>
                  <a:lnTo>
                    <a:pt x="4865516" y="487737"/>
                  </a:lnTo>
                  <a:lnTo>
                    <a:pt x="4865609" y="487737"/>
                  </a:lnTo>
                  <a:lnTo>
                    <a:pt x="4865702" y="487737"/>
                  </a:lnTo>
                  <a:lnTo>
                    <a:pt x="4865796" y="487737"/>
                  </a:lnTo>
                  <a:lnTo>
                    <a:pt x="4865889" y="487737"/>
                  </a:lnTo>
                  <a:lnTo>
                    <a:pt x="4865982" y="487737"/>
                  </a:lnTo>
                  <a:lnTo>
                    <a:pt x="4866075" y="487737"/>
                  </a:lnTo>
                  <a:lnTo>
                    <a:pt x="4866169" y="487737"/>
                  </a:lnTo>
                  <a:lnTo>
                    <a:pt x="4866262" y="487737"/>
                  </a:lnTo>
                  <a:lnTo>
                    <a:pt x="4866355" y="487737"/>
                  </a:lnTo>
                  <a:lnTo>
                    <a:pt x="4866448" y="487737"/>
                  </a:lnTo>
                  <a:lnTo>
                    <a:pt x="4866542" y="487737"/>
                  </a:lnTo>
                  <a:lnTo>
                    <a:pt x="4866635" y="487737"/>
                  </a:lnTo>
                  <a:lnTo>
                    <a:pt x="4866728" y="487737"/>
                  </a:lnTo>
                  <a:lnTo>
                    <a:pt x="4866821" y="487737"/>
                  </a:lnTo>
                  <a:lnTo>
                    <a:pt x="4866915" y="487737"/>
                  </a:lnTo>
                  <a:lnTo>
                    <a:pt x="4867008" y="487737"/>
                  </a:lnTo>
                  <a:lnTo>
                    <a:pt x="4867008" y="477783"/>
                  </a:lnTo>
                  <a:lnTo>
                    <a:pt x="4867101" y="477783"/>
                  </a:lnTo>
                  <a:lnTo>
                    <a:pt x="4867194" y="477783"/>
                  </a:lnTo>
                  <a:lnTo>
                    <a:pt x="4867288" y="477783"/>
                  </a:lnTo>
                  <a:lnTo>
                    <a:pt x="4867381" y="477783"/>
                  </a:lnTo>
                  <a:lnTo>
                    <a:pt x="4867474" y="477783"/>
                  </a:lnTo>
                  <a:lnTo>
                    <a:pt x="4867567" y="477783"/>
                  </a:lnTo>
                  <a:lnTo>
                    <a:pt x="4867661" y="477783"/>
                  </a:lnTo>
                  <a:lnTo>
                    <a:pt x="4867754" y="477783"/>
                  </a:lnTo>
                  <a:lnTo>
                    <a:pt x="4867847" y="477783"/>
                  </a:lnTo>
                  <a:lnTo>
                    <a:pt x="4867940" y="477783"/>
                  </a:lnTo>
                  <a:lnTo>
                    <a:pt x="4868034" y="477783"/>
                  </a:lnTo>
                  <a:lnTo>
                    <a:pt x="4868127" y="477783"/>
                  </a:lnTo>
                  <a:lnTo>
                    <a:pt x="4868220" y="477783"/>
                  </a:lnTo>
                  <a:lnTo>
                    <a:pt x="4868313" y="477783"/>
                  </a:lnTo>
                  <a:lnTo>
                    <a:pt x="4868407" y="477783"/>
                  </a:lnTo>
                  <a:lnTo>
                    <a:pt x="4868500" y="477783"/>
                  </a:lnTo>
                  <a:lnTo>
                    <a:pt x="4868593" y="477783"/>
                  </a:lnTo>
                  <a:lnTo>
                    <a:pt x="4868686" y="477783"/>
                  </a:lnTo>
                  <a:lnTo>
                    <a:pt x="4868780" y="477783"/>
                  </a:lnTo>
                  <a:lnTo>
                    <a:pt x="4868873" y="477783"/>
                  </a:lnTo>
                  <a:lnTo>
                    <a:pt x="4868966" y="477783"/>
                  </a:lnTo>
                  <a:lnTo>
                    <a:pt x="4869059" y="477783"/>
                  </a:lnTo>
                  <a:lnTo>
                    <a:pt x="4869153" y="477783"/>
                  </a:lnTo>
                  <a:lnTo>
                    <a:pt x="4869246" y="477783"/>
                  </a:lnTo>
                  <a:lnTo>
                    <a:pt x="4869339" y="477783"/>
                  </a:lnTo>
                  <a:lnTo>
                    <a:pt x="4869432" y="477783"/>
                  </a:lnTo>
                  <a:lnTo>
                    <a:pt x="4869526" y="477783"/>
                  </a:lnTo>
                  <a:lnTo>
                    <a:pt x="4869619" y="477783"/>
                  </a:lnTo>
                  <a:lnTo>
                    <a:pt x="4869712" y="477783"/>
                  </a:lnTo>
                  <a:lnTo>
                    <a:pt x="4869805" y="477783"/>
                  </a:lnTo>
                  <a:lnTo>
                    <a:pt x="4869899" y="477783"/>
                  </a:lnTo>
                  <a:lnTo>
                    <a:pt x="4869992" y="477783"/>
                  </a:lnTo>
                  <a:lnTo>
                    <a:pt x="4870085" y="477783"/>
                  </a:lnTo>
                  <a:lnTo>
                    <a:pt x="4870178" y="477783"/>
                  </a:lnTo>
                  <a:lnTo>
                    <a:pt x="4870272" y="477783"/>
                  </a:lnTo>
                  <a:lnTo>
                    <a:pt x="4870365" y="477783"/>
                  </a:lnTo>
                  <a:lnTo>
                    <a:pt x="4870458" y="477783"/>
                  </a:lnTo>
                  <a:lnTo>
                    <a:pt x="4870551" y="477783"/>
                  </a:lnTo>
                  <a:lnTo>
                    <a:pt x="4870644" y="477783"/>
                  </a:lnTo>
                  <a:lnTo>
                    <a:pt x="4870738" y="477783"/>
                  </a:lnTo>
                  <a:lnTo>
                    <a:pt x="4870831" y="477783"/>
                  </a:lnTo>
                  <a:lnTo>
                    <a:pt x="4870924" y="477783"/>
                  </a:lnTo>
                  <a:lnTo>
                    <a:pt x="4871017" y="477783"/>
                  </a:lnTo>
                  <a:lnTo>
                    <a:pt x="4871111" y="477783"/>
                  </a:lnTo>
                  <a:lnTo>
                    <a:pt x="4871204" y="477783"/>
                  </a:lnTo>
                  <a:lnTo>
                    <a:pt x="4871297" y="477783"/>
                  </a:lnTo>
                  <a:lnTo>
                    <a:pt x="4871390" y="477783"/>
                  </a:lnTo>
                  <a:lnTo>
                    <a:pt x="4871484" y="477783"/>
                  </a:lnTo>
                  <a:lnTo>
                    <a:pt x="4871577" y="477783"/>
                  </a:lnTo>
                  <a:lnTo>
                    <a:pt x="4871670" y="477783"/>
                  </a:lnTo>
                  <a:lnTo>
                    <a:pt x="4871763" y="477783"/>
                  </a:lnTo>
                  <a:lnTo>
                    <a:pt x="4871857" y="477783"/>
                  </a:lnTo>
                  <a:lnTo>
                    <a:pt x="4871950" y="477783"/>
                  </a:lnTo>
                  <a:lnTo>
                    <a:pt x="4872043" y="477783"/>
                  </a:lnTo>
                  <a:lnTo>
                    <a:pt x="4872136" y="477783"/>
                  </a:lnTo>
                  <a:lnTo>
                    <a:pt x="4872230" y="477783"/>
                  </a:lnTo>
                  <a:lnTo>
                    <a:pt x="4872323" y="477783"/>
                  </a:lnTo>
                  <a:lnTo>
                    <a:pt x="4872416" y="477783"/>
                  </a:lnTo>
                  <a:lnTo>
                    <a:pt x="4872509" y="477783"/>
                  </a:lnTo>
                  <a:lnTo>
                    <a:pt x="4872603" y="477783"/>
                  </a:lnTo>
                  <a:lnTo>
                    <a:pt x="4872696" y="477783"/>
                  </a:lnTo>
                  <a:lnTo>
                    <a:pt x="4872789" y="477783"/>
                  </a:lnTo>
                  <a:lnTo>
                    <a:pt x="4872882" y="477783"/>
                  </a:lnTo>
                  <a:lnTo>
                    <a:pt x="4872976" y="477783"/>
                  </a:lnTo>
                  <a:lnTo>
                    <a:pt x="4873069" y="477783"/>
                  </a:lnTo>
                  <a:lnTo>
                    <a:pt x="4873162" y="477783"/>
                  </a:lnTo>
                  <a:lnTo>
                    <a:pt x="4873255" y="477783"/>
                  </a:lnTo>
                  <a:lnTo>
                    <a:pt x="4873349" y="477783"/>
                  </a:lnTo>
                  <a:lnTo>
                    <a:pt x="4873442" y="477783"/>
                  </a:lnTo>
                  <a:lnTo>
                    <a:pt x="4873535" y="477783"/>
                  </a:lnTo>
                  <a:lnTo>
                    <a:pt x="4873628" y="477783"/>
                  </a:lnTo>
                  <a:lnTo>
                    <a:pt x="4873722" y="477783"/>
                  </a:lnTo>
                  <a:lnTo>
                    <a:pt x="4873815" y="477783"/>
                  </a:lnTo>
                  <a:lnTo>
                    <a:pt x="4873908" y="477783"/>
                  </a:lnTo>
                  <a:lnTo>
                    <a:pt x="4874001" y="477783"/>
                  </a:lnTo>
                  <a:lnTo>
                    <a:pt x="4874095" y="477783"/>
                  </a:lnTo>
                  <a:lnTo>
                    <a:pt x="4874188" y="477783"/>
                  </a:lnTo>
                  <a:lnTo>
                    <a:pt x="4874281" y="477783"/>
                  </a:lnTo>
                  <a:lnTo>
                    <a:pt x="4874374" y="477783"/>
                  </a:lnTo>
                  <a:lnTo>
                    <a:pt x="4874468" y="477783"/>
                  </a:lnTo>
                  <a:lnTo>
                    <a:pt x="4874561" y="477783"/>
                  </a:lnTo>
                  <a:lnTo>
                    <a:pt x="4874654" y="477783"/>
                  </a:lnTo>
                  <a:lnTo>
                    <a:pt x="4874747" y="477783"/>
                  </a:lnTo>
                  <a:lnTo>
                    <a:pt x="4874841" y="477783"/>
                  </a:lnTo>
                  <a:lnTo>
                    <a:pt x="4874934" y="477783"/>
                  </a:lnTo>
                  <a:lnTo>
                    <a:pt x="4875027" y="477783"/>
                  </a:lnTo>
                  <a:lnTo>
                    <a:pt x="4875120" y="477783"/>
                  </a:lnTo>
                  <a:lnTo>
                    <a:pt x="4875214" y="477783"/>
                  </a:lnTo>
                  <a:lnTo>
                    <a:pt x="4875307" y="477783"/>
                  </a:lnTo>
                  <a:lnTo>
                    <a:pt x="4875400" y="477783"/>
                  </a:lnTo>
                  <a:lnTo>
                    <a:pt x="4875493" y="477783"/>
                  </a:lnTo>
                  <a:lnTo>
                    <a:pt x="4875587" y="477783"/>
                  </a:lnTo>
                  <a:lnTo>
                    <a:pt x="4875680" y="477783"/>
                  </a:lnTo>
                  <a:lnTo>
                    <a:pt x="4875773" y="477783"/>
                  </a:lnTo>
                  <a:lnTo>
                    <a:pt x="4875866" y="477783"/>
                  </a:lnTo>
                  <a:lnTo>
                    <a:pt x="4875960" y="477783"/>
                  </a:lnTo>
                  <a:lnTo>
                    <a:pt x="4876053" y="477783"/>
                  </a:lnTo>
                  <a:lnTo>
                    <a:pt x="4876146" y="477783"/>
                  </a:lnTo>
                  <a:lnTo>
                    <a:pt x="4876239" y="477783"/>
                  </a:lnTo>
                  <a:lnTo>
                    <a:pt x="4876333" y="477783"/>
                  </a:lnTo>
                  <a:lnTo>
                    <a:pt x="4876426" y="477783"/>
                  </a:lnTo>
                  <a:lnTo>
                    <a:pt x="4876519" y="477783"/>
                  </a:lnTo>
                  <a:lnTo>
                    <a:pt x="4876612" y="477783"/>
                  </a:lnTo>
                  <a:lnTo>
                    <a:pt x="4876706" y="477783"/>
                  </a:lnTo>
                  <a:lnTo>
                    <a:pt x="4876799" y="477783"/>
                  </a:lnTo>
                  <a:lnTo>
                    <a:pt x="4876892" y="477783"/>
                  </a:lnTo>
                  <a:lnTo>
                    <a:pt x="4876985" y="477783"/>
                  </a:lnTo>
                  <a:lnTo>
                    <a:pt x="4877079" y="477783"/>
                  </a:lnTo>
                  <a:lnTo>
                    <a:pt x="4877172" y="477783"/>
                  </a:lnTo>
                  <a:lnTo>
                    <a:pt x="4877265" y="477783"/>
                  </a:lnTo>
                  <a:lnTo>
                    <a:pt x="4877358" y="477783"/>
                  </a:lnTo>
                  <a:lnTo>
                    <a:pt x="4877451" y="477783"/>
                  </a:lnTo>
                  <a:lnTo>
                    <a:pt x="4877545" y="477783"/>
                  </a:lnTo>
                  <a:lnTo>
                    <a:pt x="4877638" y="477783"/>
                  </a:lnTo>
                  <a:lnTo>
                    <a:pt x="4877731" y="477783"/>
                  </a:lnTo>
                  <a:lnTo>
                    <a:pt x="4877824" y="477783"/>
                  </a:lnTo>
                  <a:lnTo>
                    <a:pt x="4877918" y="477783"/>
                  </a:lnTo>
                  <a:lnTo>
                    <a:pt x="4878011" y="477783"/>
                  </a:lnTo>
                  <a:lnTo>
                    <a:pt x="4878104" y="477783"/>
                  </a:lnTo>
                  <a:lnTo>
                    <a:pt x="4878197" y="477783"/>
                  </a:lnTo>
                  <a:lnTo>
                    <a:pt x="4878291" y="477783"/>
                  </a:lnTo>
                  <a:lnTo>
                    <a:pt x="4878384" y="477783"/>
                  </a:lnTo>
                  <a:lnTo>
                    <a:pt x="4878477" y="477783"/>
                  </a:lnTo>
                  <a:lnTo>
                    <a:pt x="4878570" y="477783"/>
                  </a:lnTo>
                  <a:lnTo>
                    <a:pt x="4878664" y="477783"/>
                  </a:lnTo>
                  <a:lnTo>
                    <a:pt x="4878757" y="477783"/>
                  </a:lnTo>
                  <a:lnTo>
                    <a:pt x="4878850" y="477783"/>
                  </a:lnTo>
                  <a:lnTo>
                    <a:pt x="4878943" y="477783"/>
                  </a:lnTo>
                  <a:lnTo>
                    <a:pt x="4879037" y="477783"/>
                  </a:lnTo>
                  <a:lnTo>
                    <a:pt x="4879130" y="477783"/>
                  </a:lnTo>
                  <a:lnTo>
                    <a:pt x="4879223" y="477783"/>
                  </a:lnTo>
                  <a:lnTo>
                    <a:pt x="4879316" y="477783"/>
                  </a:lnTo>
                  <a:lnTo>
                    <a:pt x="4879410" y="477783"/>
                  </a:lnTo>
                  <a:lnTo>
                    <a:pt x="4879503" y="477783"/>
                  </a:lnTo>
                  <a:lnTo>
                    <a:pt x="4879596" y="477783"/>
                  </a:lnTo>
                  <a:lnTo>
                    <a:pt x="4879689" y="477783"/>
                  </a:lnTo>
                  <a:lnTo>
                    <a:pt x="4879783" y="477783"/>
                  </a:lnTo>
                  <a:lnTo>
                    <a:pt x="4879876" y="477783"/>
                  </a:lnTo>
                  <a:lnTo>
                    <a:pt x="4879969" y="477783"/>
                  </a:lnTo>
                  <a:lnTo>
                    <a:pt x="4880062" y="477783"/>
                  </a:lnTo>
                  <a:lnTo>
                    <a:pt x="4880156" y="477783"/>
                  </a:lnTo>
                  <a:lnTo>
                    <a:pt x="4880249" y="477783"/>
                  </a:lnTo>
                  <a:lnTo>
                    <a:pt x="4880342" y="477783"/>
                  </a:lnTo>
                  <a:lnTo>
                    <a:pt x="4880435" y="477783"/>
                  </a:lnTo>
                  <a:lnTo>
                    <a:pt x="4880529" y="477783"/>
                  </a:lnTo>
                  <a:lnTo>
                    <a:pt x="4880622" y="477783"/>
                  </a:lnTo>
                  <a:lnTo>
                    <a:pt x="4880715" y="477783"/>
                  </a:lnTo>
                  <a:lnTo>
                    <a:pt x="4880808" y="477783"/>
                  </a:lnTo>
                  <a:lnTo>
                    <a:pt x="4880902" y="477783"/>
                  </a:lnTo>
                  <a:lnTo>
                    <a:pt x="4880995" y="477783"/>
                  </a:lnTo>
                  <a:lnTo>
                    <a:pt x="4881088" y="477783"/>
                  </a:lnTo>
                  <a:lnTo>
                    <a:pt x="4881181" y="477783"/>
                  </a:lnTo>
                  <a:lnTo>
                    <a:pt x="4881275" y="477783"/>
                  </a:lnTo>
                  <a:lnTo>
                    <a:pt x="4881368" y="477783"/>
                  </a:lnTo>
                  <a:lnTo>
                    <a:pt x="4881461" y="477783"/>
                  </a:lnTo>
                  <a:lnTo>
                    <a:pt x="4881554" y="477783"/>
                  </a:lnTo>
                  <a:lnTo>
                    <a:pt x="4881648" y="477783"/>
                  </a:lnTo>
                  <a:lnTo>
                    <a:pt x="4881741" y="477783"/>
                  </a:lnTo>
                  <a:lnTo>
                    <a:pt x="4881834" y="477783"/>
                  </a:lnTo>
                  <a:lnTo>
                    <a:pt x="4881927" y="477783"/>
                  </a:lnTo>
                  <a:lnTo>
                    <a:pt x="4882021" y="477783"/>
                  </a:lnTo>
                  <a:lnTo>
                    <a:pt x="4882114" y="477783"/>
                  </a:lnTo>
                  <a:lnTo>
                    <a:pt x="4882207" y="477783"/>
                  </a:lnTo>
                  <a:lnTo>
                    <a:pt x="4882300" y="477783"/>
                  </a:lnTo>
                  <a:lnTo>
                    <a:pt x="4882394" y="477783"/>
                  </a:lnTo>
                  <a:lnTo>
                    <a:pt x="4882487" y="477783"/>
                  </a:lnTo>
                  <a:lnTo>
                    <a:pt x="4882580" y="477783"/>
                  </a:lnTo>
                  <a:lnTo>
                    <a:pt x="4882673" y="477783"/>
                  </a:lnTo>
                  <a:lnTo>
                    <a:pt x="4882767" y="477783"/>
                  </a:lnTo>
                  <a:lnTo>
                    <a:pt x="4882860" y="477783"/>
                  </a:lnTo>
                  <a:lnTo>
                    <a:pt x="4882953" y="477783"/>
                  </a:lnTo>
                  <a:lnTo>
                    <a:pt x="4883046" y="477783"/>
                  </a:lnTo>
                  <a:lnTo>
                    <a:pt x="4883140" y="477783"/>
                  </a:lnTo>
                  <a:lnTo>
                    <a:pt x="4883233" y="477783"/>
                  </a:lnTo>
                  <a:lnTo>
                    <a:pt x="4883326" y="477783"/>
                  </a:lnTo>
                  <a:lnTo>
                    <a:pt x="4883419" y="477783"/>
                  </a:lnTo>
                  <a:lnTo>
                    <a:pt x="4883513" y="477783"/>
                  </a:lnTo>
                  <a:lnTo>
                    <a:pt x="4883606" y="477783"/>
                  </a:lnTo>
                  <a:lnTo>
                    <a:pt x="4883699" y="477783"/>
                  </a:lnTo>
                  <a:lnTo>
                    <a:pt x="4883792" y="477783"/>
                  </a:lnTo>
                  <a:lnTo>
                    <a:pt x="4883886" y="477783"/>
                  </a:lnTo>
                  <a:lnTo>
                    <a:pt x="4883979" y="477783"/>
                  </a:lnTo>
                  <a:lnTo>
                    <a:pt x="4884072" y="477783"/>
                  </a:lnTo>
                  <a:lnTo>
                    <a:pt x="4884165" y="477783"/>
                  </a:lnTo>
                  <a:lnTo>
                    <a:pt x="4884258" y="477783"/>
                  </a:lnTo>
                  <a:lnTo>
                    <a:pt x="4884352" y="477783"/>
                  </a:lnTo>
                  <a:lnTo>
                    <a:pt x="4884445" y="477783"/>
                  </a:lnTo>
                  <a:lnTo>
                    <a:pt x="4884538" y="477783"/>
                  </a:lnTo>
                  <a:lnTo>
                    <a:pt x="4884631" y="477783"/>
                  </a:lnTo>
                  <a:lnTo>
                    <a:pt x="4884725" y="477783"/>
                  </a:lnTo>
                  <a:lnTo>
                    <a:pt x="4884818" y="477783"/>
                  </a:lnTo>
                  <a:lnTo>
                    <a:pt x="4884911" y="477783"/>
                  </a:lnTo>
                  <a:lnTo>
                    <a:pt x="4885004" y="477783"/>
                  </a:lnTo>
                  <a:lnTo>
                    <a:pt x="4885098" y="477783"/>
                  </a:lnTo>
                  <a:lnTo>
                    <a:pt x="4885191" y="477783"/>
                  </a:lnTo>
                  <a:lnTo>
                    <a:pt x="4885284" y="477783"/>
                  </a:lnTo>
                  <a:lnTo>
                    <a:pt x="4885377" y="477783"/>
                  </a:lnTo>
                  <a:lnTo>
                    <a:pt x="4885471" y="477783"/>
                  </a:lnTo>
                  <a:lnTo>
                    <a:pt x="4885564" y="477783"/>
                  </a:lnTo>
                  <a:lnTo>
                    <a:pt x="4885657" y="477783"/>
                  </a:lnTo>
                  <a:lnTo>
                    <a:pt x="4885750" y="477783"/>
                  </a:lnTo>
                  <a:lnTo>
                    <a:pt x="4885844" y="477783"/>
                  </a:lnTo>
                  <a:lnTo>
                    <a:pt x="4885937" y="477783"/>
                  </a:lnTo>
                  <a:lnTo>
                    <a:pt x="4886030" y="477783"/>
                  </a:lnTo>
                  <a:lnTo>
                    <a:pt x="4886123" y="477783"/>
                  </a:lnTo>
                  <a:lnTo>
                    <a:pt x="4886217" y="477783"/>
                  </a:lnTo>
                  <a:lnTo>
                    <a:pt x="4886310" y="477783"/>
                  </a:lnTo>
                  <a:lnTo>
                    <a:pt x="4886403" y="477783"/>
                  </a:lnTo>
                  <a:lnTo>
                    <a:pt x="4886496" y="477783"/>
                  </a:lnTo>
                  <a:lnTo>
                    <a:pt x="4886590" y="477783"/>
                  </a:lnTo>
                  <a:lnTo>
                    <a:pt x="4886683" y="477783"/>
                  </a:lnTo>
                  <a:lnTo>
                    <a:pt x="4886776" y="477783"/>
                  </a:lnTo>
                  <a:lnTo>
                    <a:pt x="4886869" y="477783"/>
                  </a:lnTo>
                  <a:lnTo>
                    <a:pt x="4886963" y="477783"/>
                  </a:lnTo>
                  <a:lnTo>
                    <a:pt x="4887056" y="477783"/>
                  </a:lnTo>
                  <a:lnTo>
                    <a:pt x="4887149" y="477783"/>
                  </a:lnTo>
                  <a:lnTo>
                    <a:pt x="4887242" y="477783"/>
                  </a:lnTo>
                  <a:lnTo>
                    <a:pt x="4887336" y="477783"/>
                  </a:lnTo>
                  <a:lnTo>
                    <a:pt x="4887429" y="477783"/>
                  </a:lnTo>
                  <a:lnTo>
                    <a:pt x="4887522" y="477783"/>
                  </a:lnTo>
                  <a:lnTo>
                    <a:pt x="4887615" y="477783"/>
                  </a:lnTo>
                  <a:lnTo>
                    <a:pt x="4887709" y="477783"/>
                  </a:lnTo>
                  <a:lnTo>
                    <a:pt x="4887802" y="477783"/>
                  </a:lnTo>
                  <a:lnTo>
                    <a:pt x="4887895" y="477783"/>
                  </a:lnTo>
                  <a:lnTo>
                    <a:pt x="4887988" y="477783"/>
                  </a:lnTo>
                  <a:lnTo>
                    <a:pt x="4888082" y="477783"/>
                  </a:lnTo>
                  <a:lnTo>
                    <a:pt x="4888175" y="477783"/>
                  </a:lnTo>
                  <a:lnTo>
                    <a:pt x="4888268" y="477783"/>
                  </a:lnTo>
                  <a:lnTo>
                    <a:pt x="4888361" y="477783"/>
                  </a:lnTo>
                  <a:lnTo>
                    <a:pt x="4888455" y="477783"/>
                  </a:lnTo>
                  <a:lnTo>
                    <a:pt x="4888548" y="477783"/>
                  </a:lnTo>
                  <a:lnTo>
                    <a:pt x="4888641" y="477783"/>
                  </a:lnTo>
                  <a:lnTo>
                    <a:pt x="4888734" y="477783"/>
                  </a:lnTo>
                  <a:lnTo>
                    <a:pt x="4888828" y="477783"/>
                  </a:lnTo>
                  <a:lnTo>
                    <a:pt x="4888921" y="477783"/>
                  </a:lnTo>
                  <a:lnTo>
                    <a:pt x="4889014" y="477783"/>
                  </a:lnTo>
                  <a:lnTo>
                    <a:pt x="4889107" y="477783"/>
                  </a:lnTo>
                  <a:lnTo>
                    <a:pt x="4889201" y="477783"/>
                  </a:lnTo>
                  <a:lnTo>
                    <a:pt x="4889294" y="477783"/>
                  </a:lnTo>
                  <a:lnTo>
                    <a:pt x="4889387" y="477783"/>
                  </a:lnTo>
                  <a:lnTo>
                    <a:pt x="4889480" y="477783"/>
                  </a:lnTo>
                  <a:lnTo>
                    <a:pt x="4889574" y="477783"/>
                  </a:lnTo>
                  <a:lnTo>
                    <a:pt x="4889667" y="477783"/>
                  </a:lnTo>
                  <a:lnTo>
                    <a:pt x="4889760" y="477783"/>
                  </a:lnTo>
                  <a:lnTo>
                    <a:pt x="4889853" y="477783"/>
                  </a:lnTo>
                  <a:lnTo>
                    <a:pt x="4889947" y="477783"/>
                  </a:lnTo>
                  <a:lnTo>
                    <a:pt x="4890040" y="477783"/>
                  </a:lnTo>
                  <a:lnTo>
                    <a:pt x="4890133" y="477783"/>
                  </a:lnTo>
                  <a:lnTo>
                    <a:pt x="4890226" y="477783"/>
                  </a:lnTo>
                  <a:lnTo>
                    <a:pt x="4890320" y="477783"/>
                  </a:lnTo>
                  <a:lnTo>
                    <a:pt x="4890413" y="477783"/>
                  </a:lnTo>
                  <a:lnTo>
                    <a:pt x="4890506" y="477783"/>
                  </a:lnTo>
                  <a:lnTo>
                    <a:pt x="4890599" y="477783"/>
                  </a:lnTo>
                  <a:lnTo>
                    <a:pt x="4890693" y="477783"/>
                  </a:lnTo>
                  <a:lnTo>
                    <a:pt x="4890786" y="477783"/>
                  </a:lnTo>
                  <a:lnTo>
                    <a:pt x="4890879" y="477783"/>
                  </a:lnTo>
                  <a:lnTo>
                    <a:pt x="4890972" y="477783"/>
                  </a:lnTo>
                  <a:lnTo>
                    <a:pt x="4891066" y="477783"/>
                  </a:lnTo>
                  <a:lnTo>
                    <a:pt x="4891159" y="477783"/>
                  </a:lnTo>
                  <a:lnTo>
                    <a:pt x="4891252" y="477783"/>
                  </a:lnTo>
                  <a:lnTo>
                    <a:pt x="4891345" y="477783"/>
                  </a:lnTo>
                  <a:lnTo>
                    <a:pt x="4891438" y="477783"/>
                  </a:lnTo>
                  <a:lnTo>
                    <a:pt x="4891532" y="477783"/>
                  </a:lnTo>
                  <a:lnTo>
                    <a:pt x="4891625" y="477783"/>
                  </a:lnTo>
                  <a:lnTo>
                    <a:pt x="4891718" y="477783"/>
                  </a:lnTo>
                  <a:lnTo>
                    <a:pt x="4891811" y="477783"/>
                  </a:lnTo>
                  <a:lnTo>
                    <a:pt x="4891905" y="477783"/>
                  </a:lnTo>
                  <a:lnTo>
                    <a:pt x="4891998" y="477783"/>
                  </a:lnTo>
                  <a:lnTo>
                    <a:pt x="4892091" y="477783"/>
                  </a:lnTo>
                  <a:lnTo>
                    <a:pt x="4892184" y="477783"/>
                  </a:lnTo>
                  <a:lnTo>
                    <a:pt x="4892278" y="477783"/>
                  </a:lnTo>
                  <a:lnTo>
                    <a:pt x="4892371" y="477783"/>
                  </a:lnTo>
                  <a:lnTo>
                    <a:pt x="4892464" y="477783"/>
                  </a:lnTo>
                  <a:lnTo>
                    <a:pt x="4892557" y="477783"/>
                  </a:lnTo>
                  <a:lnTo>
                    <a:pt x="4892651" y="477783"/>
                  </a:lnTo>
                  <a:lnTo>
                    <a:pt x="4892744" y="477783"/>
                  </a:lnTo>
                  <a:lnTo>
                    <a:pt x="4892837" y="477783"/>
                  </a:lnTo>
                  <a:lnTo>
                    <a:pt x="4892930" y="477783"/>
                  </a:lnTo>
                  <a:lnTo>
                    <a:pt x="4893024" y="477783"/>
                  </a:lnTo>
                  <a:lnTo>
                    <a:pt x="4893117" y="477783"/>
                  </a:lnTo>
                  <a:lnTo>
                    <a:pt x="4893210" y="477783"/>
                  </a:lnTo>
                  <a:lnTo>
                    <a:pt x="4893303" y="477783"/>
                  </a:lnTo>
                  <a:lnTo>
                    <a:pt x="4893397" y="477783"/>
                  </a:lnTo>
                  <a:lnTo>
                    <a:pt x="4893490" y="477783"/>
                  </a:lnTo>
                  <a:lnTo>
                    <a:pt x="4893583" y="477783"/>
                  </a:lnTo>
                  <a:lnTo>
                    <a:pt x="4893676" y="477783"/>
                  </a:lnTo>
                  <a:lnTo>
                    <a:pt x="4893770" y="477783"/>
                  </a:lnTo>
                  <a:lnTo>
                    <a:pt x="4893863" y="477783"/>
                  </a:lnTo>
                  <a:lnTo>
                    <a:pt x="4893956" y="477783"/>
                  </a:lnTo>
                  <a:lnTo>
                    <a:pt x="4894049" y="477783"/>
                  </a:lnTo>
                  <a:lnTo>
                    <a:pt x="4894143" y="477783"/>
                  </a:lnTo>
                  <a:lnTo>
                    <a:pt x="4894236" y="477783"/>
                  </a:lnTo>
                  <a:lnTo>
                    <a:pt x="4894329" y="477783"/>
                  </a:lnTo>
                  <a:lnTo>
                    <a:pt x="4894422" y="477783"/>
                  </a:lnTo>
                  <a:lnTo>
                    <a:pt x="4894516" y="477783"/>
                  </a:lnTo>
                  <a:lnTo>
                    <a:pt x="4894609" y="477783"/>
                  </a:lnTo>
                  <a:lnTo>
                    <a:pt x="4894702" y="477783"/>
                  </a:lnTo>
                  <a:lnTo>
                    <a:pt x="4894795" y="477783"/>
                  </a:lnTo>
                  <a:lnTo>
                    <a:pt x="4894889" y="477783"/>
                  </a:lnTo>
                  <a:lnTo>
                    <a:pt x="4894982" y="477783"/>
                  </a:lnTo>
                  <a:lnTo>
                    <a:pt x="4895075" y="477783"/>
                  </a:lnTo>
                  <a:lnTo>
                    <a:pt x="4895168" y="477783"/>
                  </a:lnTo>
                  <a:lnTo>
                    <a:pt x="4895262" y="477783"/>
                  </a:lnTo>
                  <a:lnTo>
                    <a:pt x="4895355" y="477783"/>
                  </a:lnTo>
                  <a:lnTo>
                    <a:pt x="4895448" y="477783"/>
                  </a:lnTo>
                  <a:lnTo>
                    <a:pt x="4895541" y="477783"/>
                  </a:lnTo>
                  <a:lnTo>
                    <a:pt x="4895635" y="477783"/>
                  </a:lnTo>
                  <a:lnTo>
                    <a:pt x="4895728" y="477783"/>
                  </a:lnTo>
                  <a:lnTo>
                    <a:pt x="4895821" y="477783"/>
                  </a:lnTo>
                  <a:lnTo>
                    <a:pt x="4895914" y="477783"/>
                  </a:lnTo>
                  <a:lnTo>
                    <a:pt x="4896008" y="477783"/>
                  </a:lnTo>
                  <a:lnTo>
                    <a:pt x="4896101" y="477783"/>
                  </a:lnTo>
                  <a:lnTo>
                    <a:pt x="4896194" y="477783"/>
                  </a:lnTo>
                  <a:lnTo>
                    <a:pt x="4896287" y="477783"/>
                  </a:lnTo>
                  <a:lnTo>
                    <a:pt x="4896381" y="477783"/>
                  </a:lnTo>
                  <a:lnTo>
                    <a:pt x="4896474" y="477783"/>
                  </a:lnTo>
                  <a:lnTo>
                    <a:pt x="4896567" y="477783"/>
                  </a:lnTo>
                  <a:lnTo>
                    <a:pt x="4896660" y="477783"/>
                  </a:lnTo>
                  <a:lnTo>
                    <a:pt x="4896754" y="477783"/>
                  </a:lnTo>
                  <a:lnTo>
                    <a:pt x="4896847" y="477783"/>
                  </a:lnTo>
                  <a:lnTo>
                    <a:pt x="4896940" y="477783"/>
                  </a:lnTo>
                  <a:lnTo>
                    <a:pt x="4897033" y="477783"/>
                  </a:lnTo>
                  <a:lnTo>
                    <a:pt x="4897127" y="477783"/>
                  </a:lnTo>
                  <a:lnTo>
                    <a:pt x="4897220" y="477783"/>
                  </a:lnTo>
                  <a:lnTo>
                    <a:pt x="4897313" y="477783"/>
                  </a:lnTo>
                  <a:lnTo>
                    <a:pt x="4897406" y="477783"/>
                  </a:lnTo>
                  <a:lnTo>
                    <a:pt x="4897500" y="477783"/>
                  </a:lnTo>
                  <a:lnTo>
                    <a:pt x="4897593" y="477783"/>
                  </a:lnTo>
                  <a:lnTo>
                    <a:pt x="4897686" y="477783"/>
                  </a:lnTo>
                  <a:lnTo>
                    <a:pt x="4897779" y="477783"/>
                  </a:lnTo>
                  <a:lnTo>
                    <a:pt x="4897873" y="477783"/>
                  </a:lnTo>
                  <a:lnTo>
                    <a:pt x="4897966" y="477783"/>
                  </a:lnTo>
                  <a:lnTo>
                    <a:pt x="4898059" y="477783"/>
                  </a:lnTo>
                  <a:lnTo>
                    <a:pt x="4898152" y="477783"/>
                  </a:lnTo>
                  <a:lnTo>
                    <a:pt x="4898245" y="477783"/>
                  </a:lnTo>
                  <a:lnTo>
                    <a:pt x="4898339" y="477783"/>
                  </a:lnTo>
                  <a:lnTo>
                    <a:pt x="4898432" y="477783"/>
                  </a:lnTo>
                  <a:lnTo>
                    <a:pt x="4898525" y="477783"/>
                  </a:lnTo>
                  <a:lnTo>
                    <a:pt x="4898618" y="477783"/>
                  </a:lnTo>
                  <a:lnTo>
                    <a:pt x="4898712" y="477783"/>
                  </a:lnTo>
                  <a:lnTo>
                    <a:pt x="4898805" y="477783"/>
                  </a:lnTo>
                  <a:lnTo>
                    <a:pt x="4898898" y="477783"/>
                  </a:lnTo>
                  <a:lnTo>
                    <a:pt x="4898991" y="477783"/>
                  </a:lnTo>
                  <a:lnTo>
                    <a:pt x="4899085" y="477783"/>
                  </a:lnTo>
                  <a:lnTo>
                    <a:pt x="4899178" y="477783"/>
                  </a:lnTo>
                  <a:lnTo>
                    <a:pt x="4899271" y="477783"/>
                  </a:lnTo>
                  <a:lnTo>
                    <a:pt x="4899364" y="477783"/>
                  </a:lnTo>
                  <a:lnTo>
                    <a:pt x="4899458" y="477783"/>
                  </a:lnTo>
                  <a:lnTo>
                    <a:pt x="4899551" y="477783"/>
                  </a:lnTo>
                  <a:lnTo>
                    <a:pt x="4899644" y="477783"/>
                  </a:lnTo>
                  <a:lnTo>
                    <a:pt x="4899737" y="477783"/>
                  </a:lnTo>
                  <a:lnTo>
                    <a:pt x="4899831" y="477783"/>
                  </a:lnTo>
                  <a:lnTo>
                    <a:pt x="4899924" y="477783"/>
                  </a:lnTo>
                  <a:lnTo>
                    <a:pt x="4900017" y="477783"/>
                  </a:lnTo>
                  <a:lnTo>
                    <a:pt x="4900110" y="477783"/>
                  </a:lnTo>
                  <a:lnTo>
                    <a:pt x="4900204" y="477783"/>
                  </a:lnTo>
                  <a:lnTo>
                    <a:pt x="4900297" y="477783"/>
                  </a:lnTo>
                  <a:lnTo>
                    <a:pt x="4900390" y="477783"/>
                  </a:lnTo>
                  <a:lnTo>
                    <a:pt x="4900390" y="467829"/>
                  </a:lnTo>
                  <a:lnTo>
                    <a:pt x="4900483" y="467829"/>
                  </a:lnTo>
                  <a:lnTo>
                    <a:pt x="4900577" y="467829"/>
                  </a:lnTo>
                  <a:lnTo>
                    <a:pt x="4900670" y="467829"/>
                  </a:lnTo>
                  <a:lnTo>
                    <a:pt x="4900763" y="467829"/>
                  </a:lnTo>
                  <a:lnTo>
                    <a:pt x="4900856" y="467829"/>
                  </a:lnTo>
                  <a:lnTo>
                    <a:pt x="4900950" y="467829"/>
                  </a:lnTo>
                  <a:lnTo>
                    <a:pt x="4901043" y="467829"/>
                  </a:lnTo>
                  <a:lnTo>
                    <a:pt x="4901136" y="467829"/>
                  </a:lnTo>
                  <a:lnTo>
                    <a:pt x="4901229" y="467829"/>
                  </a:lnTo>
                  <a:lnTo>
                    <a:pt x="4901323" y="467829"/>
                  </a:lnTo>
                  <a:lnTo>
                    <a:pt x="4901416" y="467829"/>
                  </a:lnTo>
                  <a:lnTo>
                    <a:pt x="4901509" y="467829"/>
                  </a:lnTo>
                  <a:lnTo>
                    <a:pt x="4901602" y="467829"/>
                  </a:lnTo>
                  <a:lnTo>
                    <a:pt x="4901696" y="467829"/>
                  </a:lnTo>
                  <a:lnTo>
                    <a:pt x="4901789" y="467829"/>
                  </a:lnTo>
                  <a:lnTo>
                    <a:pt x="4901882" y="467829"/>
                  </a:lnTo>
                  <a:lnTo>
                    <a:pt x="4901975" y="467829"/>
                  </a:lnTo>
                  <a:lnTo>
                    <a:pt x="4902069" y="467829"/>
                  </a:lnTo>
                  <a:lnTo>
                    <a:pt x="4902162" y="467829"/>
                  </a:lnTo>
                  <a:lnTo>
                    <a:pt x="4902255" y="467829"/>
                  </a:lnTo>
                  <a:lnTo>
                    <a:pt x="4902348" y="467829"/>
                  </a:lnTo>
                  <a:lnTo>
                    <a:pt x="4902442" y="467829"/>
                  </a:lnTo>
                  <a:lnTo>
                    <a:pt x="4902535" y="467829"/>
                  </a:lnTo>
                  <a:lnTo>
                    <a:pt x="4902628" y="467829"/>
                  </a:lnTo>
                  <a:lnTo>
                    <a:pt x="4902721" y="467829"/>
                  </a:lnTo>
                  <a:lnTo>
                    <a:pt x="4902815" y="467829"/>
                  </a:lnTo>
                  <a:lnTo>
                    <a:pt x="4902908" y="467829"/>
                  </a:lnTo>
                  <a:lnTo>
                    <a:pt x="4903001" y="467829"/>
                  </a:lnTo>
                  <a:lnTo>
                    <a:pt x="4903094" y="467829"/>
                  </a:lnTo>
                  <a:lnTo>
                    <a:pt x="4903188" y="467829"/>
                  </a:lnTo>
                  <a:lnTo>
                    <a:pt x="4903281" y="467829"/>
                  </a:lnTo>
                  <a:lnTo>
                    <a:pt x="4903374" y="467829"/>
                  </a:lnTo>
                  <a:lnTo>
                    <a:pt x="4903467" y="467829"/>
                  </a:lnTo>
                  <a:lnTo>
                    <a:pt x="4903561" y="467829"/>
                  </a:lnTo>
                  <a:lnTo>
                    <a:pt x="4903654" y="467829"/>
                  </a:lnTo>
                  <a:lnTo>
                    <a:pt x="4903747" y="467829"/>
                  </a:lnTo>
                  <a:lnTo>
                    <a:pt x="4903840" y="467829"/>
                  </a:lnTo>
                  <a:lnTo>
                    <a:pt x="4903934" y="467829"/>
                  </a:lnTo>
                  <a:lnTo>
                    <a:pt x="4904027" y="467829"/>
                  </a:lnTo>
                  <a:lnTo>
                    <a:pt x="4904120" y="467829"/>
                  </a:lnTo>
                  <a:lnTo>
                    <a:pt x="4904213" y="467829"/>
                  </a:lnTo>
                  <a:lnTo>
                    <a:pt x="4904307" y="467829"/>
                  </a:lnTo>
                  <a:lnTo>
                    <a:pt x="4904400" y="467829"/>
                  </a:lnTo>
                  <a:lnTo>
                    <a:pt x="4904493" y="467829"/>
                  </a:lnTo>
                  <a:lnTo>
                    <a:pt x="4904586" y="467829"/>
                  </a:lnTo>
                  <a:lnTo>
                    <a:pt x="4904680" y="467829"/>
                  </a:lnTo>
                  <a:lnTo>
                    <a:pt x="4904773" y="467829"/>
                  </a:lnTo>
                  <a:lnTo>
                    <a:pt x="4904866" y="467829"/>
                  </a:lnTo>
                  <a:lnTo>
                    <a:pt x="4904959" y="467829"/>
                  </a:lnTo>
                  <a:lnTo>
                    <a:pt x="4905052" y="467829"/>
                  </a:lnTo>
                  <a:lnTo>
                    <a:pt x="4905146" y="467829"/>
                  </a:lnTo>
                  <a:lnTo>
                    <a:pt x="4905239" y="467829"/>
                  </a:lnTo>
                  <a:lnTo>
                    <a:pt x="4905332" y="467829"/>
                  </a:lnTo>
                  <a:lnTo>
                    <a:pt x="4905425" y="467829"/>
                  </a:lnTo>
                  <a:lnTo>
                    <a:pt x="4905519" y="467829"/>
                  </a:lnTo>
                  <a:lnTo>
                    <a:pt x="4905612" y="467829"/>
                  </a:lnTo>
                  <a:lnTo>
                    <a:pt x="4905705" y="467829"/>
                  </a:lnTo>
                  <a:lnTo>
                    <a:pt x="4905798" y="467829"/>
                  </a:lnTo>
                  <a:lnTo>
                    <a:pt x="4905892" y="467829"/>
                  </a:lnTo>
                  <a:lnTo>
                    <a:pt x="4905985" y="467829"/>
                  </a:lnTo>
                  <a:lnTo>
                    <a:pt x="4906078" y="467829"/>
                  </a:lnTo>
                  <a:lnTo>
                    <a:pt x="4906171" y="467829"/>
                  </a:lnTo>
                  <a:lnTo>
                    <a:pt x="4906265" y="467829"/>
                  </a:lnTo>
                  <a:lnTo>
                    <a:pt x="4906358" y="467829"/>
                  </a:lnTo>
                  <a:lnTo>
                    <a:pt x="4906451" y="467829"/>
                  </a:lnTo>
                  <a:lnTo>
                    <a:pt x="4906544" y="467829"/>
                  </a:lnTo>
                  <a:lnTo>
                    <a:pt x="4906638" y="467829"/>
                  </a:lnTo>
                  <a:lnTo>
                    <a:pt x="4906731" y="467829"/>
                  </a:lnTo>
                  <a:lnTo>
                    <a:pt x="4906824" y="467829"/>
                  </a:lnTo>
                  <a:lnTo>
                    <a:pt x="4906917" y="467829"/>
                  </a:lnTo>
                  <a:lnTo>
                    <a:pt x="4907011" y="467829"/>
                  </a:lnTo>
                  <a:lnTo>
                    <a:pt x="4907104" y="467829"/>
                  </a:lnTo>
                  <a:lnTo>
                    <a:pt x="4907197" y="467829"/>
                  </a:lnTo>
                  <a:lnTo>
                    <a:pt x="4907290" y="467829"/>
                  </a:lnTo>
                  <a:lnTo>
                    <a:pt x="4907384" y="467829"/>
                  </a:lnTo>
                  <a:lnTo>
                    <a:pt x="4907477" y="467829"/>
                  </a:lnTo>
                  <a:lnTo>
                    <a:pt x="4907570" y="467829"/>
                  </a:lnTo>
                  <a:lnTo>
                    <a:pt x="4907663" y="467829"/>
                  </a:lnTo>
                  <a:lnTo>
                    <a:pt x="4907757" y="467829"/>
                  </a:lnTo>
                  <a:lnTo>
                    <a:pt x="4907850" y="467829"/>
                  </a:lnTo>
                  <a:lnTo>
                    <a:pt x="4907943" y="467829"/>
                  </a:lnTo>
                  <a:lnTo>
                    <a:pt x="4908036" y="467829"/>
                  </a:lnTo>
                  <a:lnTo>
                    <a:pt x="4908130" y="467829"/>
                  </a:lnTo>
                  <a:lnTo>
                    <a:pt x="4908223" y="467829"/>
                  </a:lnTo>
                  <a:lnTo>
                    <a:pt x="4908316" y="467829"/>
                  </a:lnTo>
                  <a:lnTo>
                    <a:pt x="4908409" y="467829"/>
                  </a:lnTo>
                  <a:lnTo>
                    <a:pt x="4908503" y="467829"/>
                  </a:lnTo>
                  <a:lnTo>
                    <a:pt x="4908596" y="467829"/>
                  </a:lnTo>
                  <a:lnTo>
                    <a:pt x="4908689" y="467829"/>
                  </a:lnTo>
                  <a:lnTo>
                    <a:pt x="4908782" y="467829"/>
                  </a:lnTo>
                  <a:lnTo>
                    <a:pt x="4908876" y="467829"/>
                  </a:lnTo>
                  <a:lnTo>
                    <a:pt x="4908969" y="467829"/>
                  </a:lnTo>
                  <a:lnTo>
                    <a:pt x="4908969" y="457875"/>
                  </a:lnTo>
                  <a:lnTo>
                    <a:pt x="4909062" y="457875"/>
                  </a:lnTo>
                  <a:lnTo>
                    <a:pt x="4909155" y="457875"/>
                  </a:lnTo>
                  <a:lnTo>
                    <a:pt x="4909249" y="457875"/>
                  </a:lnTo>
                  <a:lnTo>
                    <a:pt x="4909342" y="457875"/>
                  </a:lnTo>
                  <a:lnTo>
                    <a:pt x="4909435" y="457875"/>
                  </a:lnTo>
                  <a:lnTo>
                    <a:pt x="4909528" y="457875"/>
                  </a:lnTo>
                  <a:lnTo>
                    <a:pt x="4909622" y="457875"/>
                  </a:lnTo>
                  <a:lnTo>
                    <a:pt x="4909715" y="457875"/>
                  </a:lnTo>
                  <a:lnTo>
                    <a:pt x="4909808" y="457875"/>
                  </a:lnTo>
                  <a:lnTo>
                    <a:pt x="4909901" y="457875"/>
                  </a:lnTo>
                  <a:lnTo>
                    <a:pt x="4909995" y="457875"/>
                  </a:lnTo>
                  <a:lnTo>
                    <a:pt x="4910088" y="457875"/>
                  </a:lnTo>
                  <a:lnTo>
                    <a:pt x="4910181" y="457875"/>
                  </a:lnTo>
                  <a:lnTo>
                    <a:pt x="4910274" y="457875"/>
                  </a:lnTo>
                  <a:lnTo>
                    <a:pt x="4910368" y="457875"/>
                  </a:lnTo>
                  <a:lnTo>
                    <a:pt x="4910461" y="457875"/>
                  </a:lnTo>
                  <a:lnTo>
                    <a:pt x="4910554" y="457875"/>
                  </a:lnTo>
                  <a:lnTo>
                    <a:pt x="4910647" y="457875"/>
                  </a:lnTo>
                  <a:lnTo>
                    <a:pt x="4910741" y="457875"/>
                  </a:lnTo>
                  <a:lnTo>
                    <a:pt x="4910834" y="457875"/>
                  </a:lnTo>
                  <a:lnTo>
                    <a:pt x="4910927" y="457875"/>
                  </a:lnTo>
                  <a:lnTo>
                    <a:pt x="4911020" y="457875"/>
                  </a:lnTo>
                  <a:lnTo>
                    <a:pt x="4911114" y="457875"/>
                  </a:lnTo>
                  <a:lnTo>
                    <a:pt x="4911207" y="457875"/>
                  </a:lnTo>
                  <a:lnTo>
                    <a:pt x="4911300" y="457875"/>
                  </a:lnTo>
                  <a:lnTo>
                    <a:pt x="4911393" y="457875"/>
                  </a:lnTo>
                  <a:lnTo>
                    <a:pt x="4911487" y="457875"/>
                  </a:lnTo>
                  <a:lnTo>
                    <a:pt x="4911580" y="457875"/>
                  </a:lnTo>
                  <a:lnTo>
                    <a:pt x="4911673" y="457875"/>
                  </a:lnTo>
                  <a:lnTo>
                    <a:pt x="4911766" y="457875"/>
                  </a:lnTo>
                  <a:lnTo>
                    <a:pt x="4911860" y="457875"/>
                  </a:lnTo>
                  <a:lnTo>
                    <a:pt x="4911953" y="457875"/>
                  </a:lnTo>
                  <a:lnTo>
                    <a:pt x="4912046" y="457875"/>
                  </a:lnTo>
                  <a:lnTo>
                    <a:pt x="4912139" y="457875"/>
                  </a:lnTo>
                  <a:lnTo>
                    <a:pt x="4912232" y="457875"/>
                  </a:lnTo>
                  <a:lnTo>
                    <a:pt x="4912232" y="447922"/>
                  </a:lnTo>
                  <a:lnTo>
                    <a:pt x="4912326" y="447922"/>
                  </a:lnTo>
                  <a:lnTo>
                    <a:pt x="4912419" y="447922"/>
                  </a:lnTo>
                  <a:lnTo>
                    <a:pt x="4912512" y="447922"/>
                  </a:lnTo>
                  <a:lnTo>
                    <a:pt x="4912605" y="447922"/>
                  </a:lnTo>
                  <a:lnTo>
                    <a:pt x="4912699" y="447922"/>
                  </a:lnTo>
                  <a:lnTo>
                    <a:pt x="4912792" y="447922"/>
                  </a:lnTo>
                  <a:lnTo>
                    <a:pt x="4912885" y="447922"/>
                  </a:lnTo>
                  <a:lnTo>
                    <a:pt x="4912978" y="447922"/>
                  </a:lnTo>
                  <a:lnTo>
                    <a:pt x="4913072" y="447922"/>
                  </a:lnTo>
                  <a:lnTo>
                    <a:pt x="4913165" y="447922"/>
                  </a:lnTo>
                  <a:lnTo>
                    <a:pt x="4913258" y="447922"/>
                  </a:lnTo>
                  <a:lnTo>
                    <a:pt x="4913351" y="447922"/>
                  </a:lnTo>
                  <a:lnTo>
                    <a:pt x="4913445" y="447922"/>
                  </a:lnTo>
                  <a:lnTo>
                    <a:pt x="4913538" y="447922"/>
                  </a:lnTo>
                  <a:lnTo>
                    <a:pt x="4913631" y="447922"/>
                  </a:lnTo>
                  <a:lnTo>
                    <a:pt x="4913724" y="447922"/>
                  </a:lnTo>
                  <a:lnTo>
                    <a:pt x="4913818" y="447922"/>
                  </a:lnTo>
                  <a:lnTo>
                    <a:pt x="4913911" y="447922"/>
                  </a:lnTo>
                  <a:lnTo>
                    <a:pt x="4914004" y="447922"/>
                  </a:lnTo>
                  <a:lnTo>
                    <a:pt x="4914097" y="447922"/>
                  </a:lnTo>
                  <a:lnTo>
                    <a:pt x="4914191" y="447922"/>
                  </a:lnTo>
                  <a:lnTo>
                    <a:pt x="4914284" y="447922"/>
                  </a:lnTo>
                  <a:lnTo>
                    <a:pt x="4914377" y="447922"/>
                  </a:lnTo>
                  <a:lnTo>
                    <a:pt x="4914377" y="437968"/>
                  </a:lnTo>
                  <a:lnTo>
                    <a:pt x="4914470" y="437968"/>
                  </a:lnTo>
                  <a:lnTo>
                    <a:pt x="4914564" y="437968"/>
                  </a:lnTo>
                  <a:lnTo>
                    <a:pt x="4914657" y="437968"/>
                  </a:lnTo>
                  <a:lnTo>
                    <a:pt x="4914750" y="437968"/>
                  </a:lnTo>
                  <a:lnTo>
                    <a:pt x="4914843" y="437968"/>
                  </a:lnTo>
                  <a:lnTo>
                    <a:pt x="4914937" y="437968"/>
                  </a:lnTo>
                  <a:lnTo>
                    <a:pt x="4915030" y="437968"/>
                  </a:lnTo>
                  <a:lnTo>
                    <a:pt x="4915123" y="437968"/>
                  </a:lnTo>
                  <a:lnTo>
                    <a:pt x="4915216" y="437968"/>
                  </a:lnTo>
                  <a:lnTo>
                    <a:pt x="4915310" y="437968"/>
                  </a:lnTo>
                  <a:lnTo>
                    <a:pt x="4915403" y="437968"/>
                  </a:lnTo>
                  <a:lnTo>
                    <a:pt x="4915496" y="437968"/>
                  </a:lnTo>
                  <a:lnTo>
                    <a:pt x="4915589" y="437968"/>
                  </a:lnTo>
                  <a:lnTo>
                    <a:pt x="4915683" y="437968"/>
                  </a:lnTo>
                  <a:lnTo>
                    <a:pt x="4915776" y="437968"/>
                  </a:lnTo>
                  <a:lnTo>
                    <a:pt x="4915869" y="437968"/>
                  </a:lnTo>
                  <a:lnTo>
                    <a:pt x="4915962" y="437968"/>
                  </a:lnTo>
                  <a:lnTo>
                    <a:pt x="4916056" y="437968"/>
                  </a:lnTo>
                  <a:lnTo>
                    <a:pt x="4916149" y="437968"/>
                  </a:lnTo>
                  <a:lnTo>
                    <a:pt x="4916242" y="437968"/>
                  </a:lnTo>
                  <a:lnTo>
                    <a:pt x="4916335" y="437968"/>
                  </a:lnTo>
                  <a:lnTo>
                    <a:pt x="4916429" y="437968"/>
                  </a:lnTo>
                  <a:lnTo>
                    <a:pt x="4916522" y="437968"/>
                  </a:lnTo>
                  <a:lnTo>
                    <a:pt x="4916615" y="437968"/>
                  </a:lnTo>
                  <a:lnTo>
                    <a:pt x="4916708" y="437968"/>
                  </a:lnTo>
                  <a:lnTo>
                    <a:pt x="4916802" y="437968"/>
                  </a:lnTo>
                  <a:lnTo>
                    <a:pt x="4916895" y="437968"/>
                  </a:lnTo>
                  <a:lnTo>
                    <a:pt x="4916988" y="437968"/>
                  </a:lnTo>
                  <a:lnTo>
                    <a:pt x="4917081" y="437968"/>
                  </a:lnTo>
                  <a:lnTo>
                    <a:pt x="4917175" y="437968"/>
                  </a:lnTo>
                  <a:lnTo>
                    <a:pt x="4917268" y="437968"/>
                  </a:lnTo>
                  <a:lnTo>
                    <a:pt x="4917361" y="437968"/>
                  </a:lnTo>
                  <a:lnTo>
                    <a:pt x="4917454" y="437968"/>
                  </a:lnTo>
                  <a:lnTo>
                    <a:pt x="4917548" y="437968"/>
                  </a:lnTo>
                  <a:lnTo>
                    <a:pt x="4917641" y="437968"/>
                  </a:lnTo>
                  <a:lnTo>
                    <a:pt x="4917734" y="437968"/>
                  </a:lnTo>
                  <a:lnTo>
                    <a:pt x="4917827" y="437968"/>
                  </a:lnTo>
                  <a:lnTo>
                    <a:pt x="4917921" y="437968"/>
                  </a:lnTo>
                  <a:lnTo>
                    <a:pt x="4918014" y="437968"/>
                  </a:lnTo>
                  <a:lnTo>
                    <a:pt x="4918107" y="437968"/>
                  </a:lnTo>
                  <a:lnTo>
                    <a:pt x="4918200" y="437968"/>
                  </a:lnTo>
                  <a:lnTo>
                    <a:pt x="4918294" y="437968"/>
                  </a:lnTo>
                  <a:lnTo>
                    <a:pt x="4918387" y="437968"/>
                  </a:lnTo>
                  <a:lnTo>
                    <a:pt x="4918480" y="437968"/>
                  </a:lnTo>
                  <a:lnTo>
                    <a:pt x="4918573" y="437968"/>
                  </a:lnTo>
                  <a:lnTo>
                    <a:pt x="4918667" y="437968"/>
                  </a:lnTo>
                  <a:lnTo>
                    <a:pt x="4918760" y="437968"/>
                  </a:lnTo>
                  <a:lnTo>
                    <a:pt x="4918853" y="437968"/>
                  </a:lnTo>
                  <a:lnTo>
                    <a:pt x="4918946" y="437968"/>
                  </a:lnTo>
                  <a:lnTo>
                    <a:pt x="4919039" y="437968"/>
                  </a:lnTo>
                  <a:lnTo>
                    <a:pt x="4919133" y="437968"/>
                  </a:lnTo>
                  <a:lnTo>
                    <a:pt x="4919226" y="437968"/>
                  </a:lnTo>
                  <a:lnTo>
                    <a:pt x="4919319" y="437968"/>
                  </a:lnTo>
                  <a:lnTo>
                    <a:pt x="4919412" y="437968"/>
                  </a:lnTo>
                  <a:lnTo>
                    <a:pt x="4919506" y="437968"/>
                  </a:lnTo>
                  <a:lnTo>
                    <a:pt x="4919599" y="437968"/>
                  </a:lnTo>
                  <a:lnTo>
                    <a:pt x="4919692" y="437968"/>
                  </a:lnTo>
                  <a:lnTo>
                    <a:pt x="4919785" y="437968"/>
                  </a:lnTo>
                  <a:lnTo>
                    <a:pt x="4919879" y="437968"/>
                  </a:lnTo>
                  <a:lnTo>
                    <a:pt x="4919972" y="437968"/>
                  </a:lnTo>
                  <a:lnTo>
                    <a:pt x="4920065" y="437968"/>
                  </a:lnTo>
                  <a:lnTo>
                    <a:pt x="4920158" y="437968"/>
                  </a:lnTo>
                  <a:lnTo>
                    <a:pt x="4920252" y="437968"/>
                  </a:lnTo>
                  <a:lnTo>
                    <a:pt x="4920345" y="437968"/>
                  </a:lnTo>
                  <a:lnTo>
                    <a:pt x="4920438" y="437968"/>
                  </a:lnTo>
                  <a:lnTo>
                    <a:pt x="4920531" y="437968"/>
                  </a:lnTo>
                  <a:lnTo>
                    <a:pt x="4920625" y="437968"/>
                  </a:lnTo>
                  <a:lnTo>
                    <a:pt x="4920718" y="437968"/>
                  </a:lnTo>
                  <a:lnTo>
                    <a:pt x="4920811" y="437968"/>
                  </a:lnTo>
                  <a:lnTo>
                    <a:pt x="4920904" y="437968"/>
                  </a:lnTo>
                  <a:lnTo>
                    <a:pt x="4920998" y="437968"/>
                  </a:lnTo>
                  <a:lnTo>
                    <a:pt x="4921091" y="437968"/>
                  </a:lnTo>
                  <a:lnTo>
                    <a:pt x="4921184" y="437968"/>
                  </a:lnTo>
                  <a:lnTo>
                    <a:pt x="4921277" y="437968"/>
                  </a:lnTo>
                  <a:lnTo>
                    <a:pt x="4921371" y="437968"/>
                  </a:lnTo>
                  <a:lnTo>
                    <a:pt x="4921464" y="437968"/>
                  </a:lnTo>
                  <a:lnTo>
                    <a:pt x="4921557" y="437968"/>
                  </a:lnTo>
                  <a:lnTo>
                    <a:pt x="4921650" y="437968"/>
                  </a:lnTo>
                  <a:lnTo>
                    <a:pt x="4921744" y="437968"/>
                  </a:lnTo>
                  <a:lnTo>
                    <a:pt x="4921837" y="437968"/>
                  </a:lnTo>
                  <a:lnTo>
                    <a:pt x="4921930" y="437968"/>
                  </a:lnTo>
                  <a:lnTo>
                    <a:pt x="4922023" y="437968"/>
                  </a:lnTo>
                  <a:lnTo>
                    <a:pt x="4922117" y="437968"/>
                  </a:lnTo>
                  <a:lnTo>
                    <a:pt x="4922210" y="437968"/>
                  </a:lnTo>
                  <a:lnTo>
                    <a:pt x="4922303" y="437968"/>
                  </a:lnTo>
                  <a:lnTo>
                    <a:pt x="4922396" y="437968"/>
                  </a:lnTo>
                  <a:lnTo>
                    <a:pt x="4922490" y="437968"/>
                  </a:lnTo>
                  <a:lnTo>
                    <a:pt x="4922583" y="437968"/>
                  </a:lnTo>
                  <a:lnTo>
                    <a:pt x="4922676" y="437968"/>
                  </a:lnTo>
                  <a:lnTo>
                    <a:pt x="4922769" y="437968"/>
                  </a:lnTo>
                  <a:lnTo>
                    <a:pt x="4922863" y="437968"/>
                  </a:lnTo>
                  <a:lnTo>
                    <a:pt x="4922956" y="437968"/>
                  </a:lnTo>
                  <a:lnTo>
                    <a:pt x="4923049" y="437968"/>
                  </a:lnTo>
                  <a:lnTo>
                    <a:pt x="4923142" y="437968"/>
                  </a:lnTo>
                  <a:lnTo>
                    <a:pt x="4923236" y="437968"/>
                  </a:lnTo>
                  <a:lnTo>
                    <a:pt x="4923329" y="437968"/>
                  </a:lnTo>
                  <a:lnTo>
                    <a:pt x="4923422" y="437968"/>
                  </a:lnTo>
                  <a:lnTo>
                    <a:pt x="4923515" y="437968"/>
                  </a:lnTo>
                  <a:lnTo>
                    <a:pt x="4923609" y="437968"/>
                  </a:lnTo>
                  <a:lnTo>
                    <a:pt x="4923702" y="437968"/>
                  </a:lnTo>
                  <a:lnTo>
                    <a:pt x="4923795" y="437968"/>
                  </a:lnTo>
                  <a:lnTo>
                    <a:pt x="4923888" y="437968"/>
                  </a:lnTo>
                  <a:lnTo>
                    <a:pt x="4923982" y="437968"/>
                  </a:lnTo>
                  <a:lnTo>
                    <a:pt x="4924075" y="437968"/>
                  </a:lnTo>
                  <a:lnTo>
                    <a:pt x="4924168" y="437968"/>
                  </a:lnTo>
                  <a:lnTo>
                    <a:pt x="4924261" y="437968"/>
                  </a:lnTo>
                  <a:lnTo>
                    <a:pt x="4924355" y="437968"/>
                  </a:lnTo>
                  <a:lnTo>
                    <a:pt x="4924448" y="437968"/>
                  </a:lnTo>
                  <a:lnTo>
                    <a:pt x="4924541" y="437968"/>
                  </a:lnTo>
                  <a:lnTo>
                    <a:pt x="4924634" y="437968"/>
                  </a:lnTo>
                  <a:lnTo>
                    <a:pt x="4924728" y="437968"/>
                  </a:lnTo>
                  <a:lnTo>
                    <a:pt x="4924821" y="437968"/>
                  </a:lnTo>
                  <a:lnTo>
                    <a:pt x="4924914" y="437968"/>
                  </a:lnTo>
                  <a:lnTo>
                    <a:pt x="4925007" y="437968"/>
                  </a:lnTo>
                  <a:lnTo>
                    <a:pt x="4925101" y="437968"/>
                  </a:lnTo>
                  <a:lnTo>
                    <a:pt x="4925194" y="437968"/>
                  </a:lnTo>
                  <a:lnTo>
                    <a:pt x="4925287" y="437968"/>
                  </a:lnTo>
                  <a:lnTo>
                    <a:pt x="4925380" y="437968"/>
                  </a:lnTo>
                  <a:lnTo>
                    <a:pt x="4925474" y="437968"/>
                  </a:lnTo>
                  <a:lnTo>
                    <a:pt x="4925567" y="437968"/>
                  </a:lnTo>
                  <a:lnTo>
                    <a:pt x="4925660" y="437968"/>
                  </a:lnTo>
                  <a:lnTo>
                    <a:pt x="4925753" y="437968"/>
                  </a:lnTo>
                  <a:lnTo>
                    <a:pt x="4925846" y="437968"/>
                  </a:lnTo>
                  <a:lnTo>
                    <a:pt x="4925940" y="437968"/>
                  </a:lnTo>
                  <a:lnTo>
                    <a:pt x="4926033" y="437968"/>
                  </a:lnTo>
                  <a:lnTo>
                    <a:pt x="4926126" y="437968"/>
                  </a:lnTo>
                  <a:lnTo>
                    <a:pt x="4926219" y="437968"/>
                  </a:lnTo>
                  <a:lnTo>
                    <a:pt x="4926313" y="437968"/>
                  </a:lnTo>
                  <a:lnTo>
                    <a:pt x="4926406" y="437968"/>
                  </a:lnTo>
                  <a:lnTo>
                    <a:pt x="4926499" y="437968"/>
                  </a:lnTo>
                  <a:lnTo>
                    <a:pt x="4926592" y="437968"/>
                  </a:lnTo>
                  <a:lnTo>
                    <a:pt x="4926686" y="437968"/>
                  </a:lnTo>
                  <a:lnTo>
                    <a:pt x="4926779" y="437968"/>
                  </a:lnTo>
                  <a:lnTo>
                    <a:pt x="4926872" y="437968"/>
                  </a:lnTo>
                  <a:lnTo>
                    <a:pt x="4926965" y="437968"/>
                  </a:lnTo>
                  <a:lnTo>
                    <a:pt x="4927059" y="437968"/>
                  </a:lnTo>
                  <a:lnTo>
                    <a:pt x="4927152" y="437968"/>
                  </a:lnTo>
                  <a:lnTo>
                    <a:pt x="4927245" y="437968"/>
                  </a:lnTo>
                  <a:lnTo>
                    <a:pt x="4927338" y="437968"/>
                  </a:lnTo>
                  <a:lnTo>
                    <a:pt x="4927432" y="437968"/>
                  </a:lnTo>
                  <a:lnTo>
                    <a:pt x="4927525" y="437968"/>
                  </a:lnTo>
                  <a:lnTo>
                    <a:pt x="4927618" y="437968"/>
                  </a:lnTo>
                  <a:lnTo>
                    <a:pt x="4927711" y="437968"/>
                  </a:lnTo>
                  <a:lnTo>
                    <a:pt x="4927711" y="428014"/>
                  </a:lnTo>
                  <a:lnTo>
                    <a:pt x="4927805" y="428014"/>
                  </a:lnTo>
                  <a:lnTo>
                    <a:pt x="4927898" y="428014"/>
                  </a:lnTo>
                  <a:lnTo>
                    <a:pt x="4927991" y="428014"/>
                  </a:lnTo>
                  <a:lnTo>
                    <a:pt x="4928084" y="428014"/>
                  </a:lnTo>
                  <a:lnTo>
                    <a:pt x="4928178" y="428014"/>
                  </a:lnTo>
                  <a:lnTo>
                    <a:pt x="4928271" y="428014"/>
                  </a:lnTo>
                  <a:lnTo>
                    <a:pt x="4928364" y="428014"/>
                  </a:lnTo>
                  <a:lnTo>
                    <a:pt x="4928457" y="428014"/>
                  </a:lnTo>
                  <a:lnTo>
                    <a:pt x="4928551" y="428014"/>
                  </a:lnTo>
                  <a:lnTo>
                    <a:pt x="4928644" y="428014"/>
                  </a:lnTo>
                  <a:lnTo>
                    <a:pt x="4928737" y="428014"/>
                  </a:lnTo>
                  <a:lnTo>
                    <a:pt x="4928830" y="428014"/>
                  </a:lnTo>
                  <a:lnTo>
                    <a:pt x="4928924" y="428014"/>
                  </a:lnTo>
                  <a:lnTo>
                    <a:pt x="4929017" y="428014"/>
                  </a:lnTo>
                  <a:lnTo>
                    <a:pt x="4929110" y="428014"/>
                  </a:lnTo>
                  <a:lnTo>
                    <a:pt x="4929203" y="428014"/>
                  </a:lnTo>
                  <a:lnTo>
                    <a:pt x="4929297" y="428014"/>
                  </a:lnTo>
                  <a:lnTo>
                    <a:pt x="4929390" y="428014"/>
                  </a:lnTo>
                  <a:lnTo>
                    <a:pt x="4929483" y="428014"/>
                  </a:lnTo>
                  <a:lnTo>
                    <a:pt x="4929576" y="428014"/>
                  </a:lnTo>
                  <a:lnTo>
                    <a:pt x="4929670" y="428014"/>
                  </a:lnTo>
                  <a:lnTo>
                    <a:pt x="4929763" y="428014"/>
                  </a:lnTo>
                  <a:lnTo>
                    <a:pt x="4929856" y="428014"/>
                  </a:lnTo>
                  <a:lnTo>
                    <a:pt x="4929949" y="428014"/>
                  </a:lnTo>
                  <a:lnTo>
                    <a:pt x="4930043" y="428014"/>
                  </a:lnTo>
                  <a:lnTo>
                    <a:pt x="4930136" y="428014"/>
                  </a:lnTo>
                  <a:lnTo>
                    <a:pt x="4930229" y="428014"/>
                  </a:lnTo>
                  <a:lnTo>
                    <a:pt x="4930322" y="428014"/>
                  </a:lnTo>
                  <a:lnTo>
                    <a:pt x="4930416" y="428014"/>
                  </a:lnTo>
                  <a:lnTo>
                    <a:pt x="4930509" y="428014"/>
                  </a:lnTo>
                  <a:lnTo>
                    <a:pt x="4930602" y="428014"/>
                  </a:lnTo>
                  <a:lnTo>
                    <a:pt x="4930695" y="428014"/>
                  </a:lnTo>
                  <a:lnTo>
                    <a:pt x="4930789" y="428014"/>
                  </a:lnTo>
                  <a:lnTo>
                    <a:pt x="4930882" y="428014"/>
                  </a:lnTo>
                  <a:lnTo>
                    <a:pt x="4930975" y="428014"/>
                  </a:lnTo>
                  <a:lnTo>
                    <a:pt x="4931068" y="428014"/>
                  </a:lnTo>
                  <a:lnTo>
                    <a:pt x="4931162" y="428014"/>
                  </a:lnTo>
                  <a:lnTo>
                    <a:pt x="4931255" y="428014"/>
                  </a:lnTo>
                  <a:lnTo>
                    <a:pt x="4931348" y="428014"/>
                  </a:lnTo>
                  <a:lnTo>
                    <a:pt x="4931441" y="428014"/>
                  </a:lnTo>
                  <a:lnTo>
                    <a:pt x="4931535" y="428014"/>
                  </a:lnTo>
                  <a:lnTo>
                    <a:pt x="4931628" y="428014"/>
                  </a:lnTo>
                  <a:lnTo>
                    <a:pt x="4931721" y="428014"/>
                  </a:lnTo>
                  <a:lnTo>
                    <a:pt x="4931814" y="428014"/>
                  </a:lnTo>
                  <a:lnTo>
                    <a:pt x="4931908" y="428014"/>
                  </a:lnTo>
                  <a:lnTo>
                    <a:pt x="4932001" y="428014"/>
                  </a:lnTo>
                  <a:lnTo>
                    <a:pt x="4932094" y="428014"/>
                  </a:lnTo>
                  <a:lnTo>
                    <a:pt x="4932187" y="428014"/>
                  </a:lnTo>
                  <a:lnTo>
                    <a:pt x="4932281" y="428014"/>
                  </a:lnTo>
                  <a:lnTo>
                    <a:pt x="4932374" y="428014"/>
                  </a:lnTo>
                  <a:lnTo>
                    <a:pt x="4932467" y="428014"/>
                  </a:lnTo>
                  <a:lnTo>
                    <a:pt x="4932560" y="428014"/>
                  </a:lnTo>
                  <a:lnTo>
                    <a:pt x="4932654" y="428014"/>
                  </a:lnTo>
                  <a:lnTo>
                    <a:pt x="4932747" y="428014"/>
                  </a:lnTo>
                  <a:lnTo>
                    <a:pt x="4932840" y="428014"/>
                  </a:lnTo>
                  <a:lnTo>
                    <a:pt x="4932933" y="428014"/>
                  </a:lnTo>
                  <a:lnTo>
                    <a:pt x="4932933" y="418060"/>
                  </a:lnTo>
                  <a:lnTo>
                    <a:pt x="4933026" y="418060"/>
                  </a:lnTo>
                  <a:lnTo>
                    <a:pt x="4933120" y="418060"/>
                  </a:lnTo>
                  <a:lnTo>
                    <a:pt x="4933213" y="418060"/>
                  </a:lnTo>
                  <a:lnTo>
                    <a:pt x="4933306" y="418060"/>
                  </a:lnTo>
                  <a:lnTo>
                    <a:pt x="4933399" y="418060"/>
                  </a:lnTo>
                  <a:lnTo>
                    <a:pt x="4933493" y="418060"/>
                  </a:lnTo>
                  <a:lnTo>
                    <a:pt x="4933586" y="418060"/>
                  </a:lnTo>
                  <a:lnTo>
                    <a:pt x="4933679" y="418060"/>
                  </a:lnTo>
                  <a:lnTo>
                    <a:pt x="4933772" y="418060"/>
                  </a:lnTo>
                  <a:lnTo>
                    <a:pt x="4933866" y="418060"/>
                  </a:lnTo>
                  <a:lnTo>
                    <a:pt x="4933959" y="418060"/>
                  </a:lnTo>
                  <a:lnTo>
                    <a:pt x="4934052" y="418060"/>
                  </a:lnTo>
                  <a:lnTo>
                    <a:pt x="4934145" y="418060"/>
                  </a:lnTo>
                  <a:lnTo>
                    <a:pt x="4934239" y="418060"/>
                  </a:lnTo>
                  <a:lnTo>
                    <a:pt x="4934332" y="418060"/>
                  </a:lnTo>
                  <a:lnTo>
                    <a:pt x="4934425" y="418060"/>
                  </a:lnTo>
                  <a:lnTo>
                    <a:pt x="4934518" y="418060"/>
                  </a:lnTo>
                  <a:lnTo>
                    <a:pt x="4934612" y="418060"/>
                  </a:lnTo>
                  <a:lnTo>
                    <a:pt x="4934705" y="418060"/>
                  </a:lnTo>
                  <a:lnTo>
                    <a:pt x="4934798" y="418060"/>
                  </a:lnTo>
                  <a:lnTo>
                    <a:pt x="4934891" y="418060"/>
                  </a:lnTo>
                  <a:lnTo>
                    <a:pt x="4934985" y="418060"/>
                  </a:lnTo>
                  <a:lnTo>
                    <a:pt x="4935078" y="418060"/>
                  </a:lnTo>
                  <a:lnTo>
                    <a:pt x="4935171" y="418060"/>
                  </a:lnTo>
                  <a:lnTo>
                    <a:pt x="4935264" y="418060"/>
                  </a:lnTo>
                  <a:lnTo>
                    <a:pt x="4935358" y="418060"/>
                  </a:lnTo>
                  <a:lnTo>
                    <a:pt x="4935451" y="418060"/>
                  </a:lnTo>
                  <a:lnTo>
                    <a:pt x="4935544" y="418060"/>
                  </a:lnTo>
                  <a:lnTo>
                    <a:pt x="4935637" y="418060"/>
                  </a:lnTo>
                  <a:lnTo>
                    <a:pt x="4935731" y="418060"/>
                  </a:lnTo>
                  <a:lnTo>
                    <a:pt x="4935824" y="418060"/>
                  </a:lnTo>
                  <a:lnTo>
                    <a:pt x="4935917" y="418060"/>
                  </a:lnTo>
                  <a:lnTo>
                    <a:pt x="4936010" y="418060"/>
                  </a:lnTo>
                  <a:lnTo>
                    <a:pt x="4936010" y="408106"/>
                  </a:lnTo>
                  <a:lnTo>
                    <a:pt x="4936104" y="408106"/>
                  </a:lnTo>
                  <a:lnTo>
                    <a:pt x="4936197" y="408106"/>
                  </a:lnTo>
                  <a:lnTo>
                    <a:pt x="4936290" y="408106"/>
                  </a:lnTo>
                  <a:lnTo>
                    <a:pt x="4936383" y="408106"/>
                  </a:lnTo>
                  <a:lnTo>
                    <a:pt x="4936477" y="408106"/>
                  </a:lnTo>
                  <a:lnTo>
                    <a:pt x="4936570" y="408106"/>
                  </a:lnTo>
                  <a:lnTo>
                    <a:pt x="4936663" y="408106"/>
                  </a:lnTo>
                  <a:lnTo>
                    <a:pt x="4936756" y="408106"/>
                  </a:lnTo>
                  <a:lnTo>
                    <a:pt x="4936850" y="408106"/>
                  </a:lnTo>
                  <a:lnTo>
                    <a:pt x="4936943" y="408106"/>
                  </a:lnTo>
                  <a:lnTo>
                    <a:pt x="4937036" y="408106"/>
                  </a:lnTo>
                  <a:lnTo>
                    <a:pt x="4937129" y="408106"/>
                  </a:lnTo>
                  <a:lnTo>
                    <a:pt x="4937223" y="408106"/>
                  </a:lnTo>
                  <a:lnTo>
                    <a:pt x="4937316" y="408106"/>
                  </a:lnTo>
                  <a:lnTo>
                    <a:pt x="4937409" y="408106"/>
                  </a:lnTo>
                  <a:lnTo>
                    <a:pt x="4937502" y="408106"/>
                  </a:lnTo>
                  <a:lnTo>
                    <a:pt x="4937596" y="408106"/>
                  </a:lnTo>
                  <a:lnTo>
                    <a:pt x="4937689" y="408106"/>
                  </a:lnTo>
                  <a:lnTo>
                    <a:pt x="4937782" y="408106"/>
                  </a:lnTo>
                  <a:lnTo>
                    <a:pt x="4937875" y="408106"/>
                  </a:lnTo>
                  <a:lnTo>
                    <a:pt x="4937969" y="408106"/>
                  </a:lnTo>
                  <a:lnTo>
                    <a:pt x="4938062" y="408106"/>
                  </a:lnTo>
                  <a:lnTo>
                    <a:pt x="4938155" y="408106"/>
                  </a:lnTo>
                  <a:lnTo>
                    <a:pt x="4938248" y="408106"/>
                  </a:lnTo>
                  <a:lnTo>
                    <a:pt x="4938342" y="408106"/>
                  </a:lnTo>
                  <a:lnTo>
                    <a:pt x="4938435" y="408106"/>
                  </a:lnTo>
                  <a:lnTo>
                    <a:pt x="4938528" y="408106"/>
                  </a:lnTo>
                  <a:lnTo>
                    <a:pt x="4938621" y="408106"/>
                  </a:lnTo>
                  <a:lnTo>
                    <a:pt x="4938715" y="408106"/>
                  </a:lnTo>
                  <a:lnTo>
                    <a:pt x="4938808" y="408106"/>
                  </a:lnTo>
                  <a:lnTo>
                    <a:pt x="4938901" y="408106"/>
                  </a:lnTo>
                  <a:lnTo>
                    <a:pt x="4938994" y="408106"/>
                  </a:lnTo>
                  <a:lnTo>
                    <a:pt x="4939088" y="408106"/>
                  </a:lnTo>
                  <a:lnTo>
                    <a:pt x="4939181" y="408106"/>
                  </a:lnTo>
                  <a:lnTo>
                    <a:pt x="4939274" y="408106"/>
                  </a:lnTo>
                  <a:lnTo>
                    <a:pt x="4939367" y="408106"/>
                  </a:lnTo>
                  <a:lnTo>
                    <a:pt x="4939461" y="408106"/>
                  </a:lnTo>
                  <a:lnTo>
                    <a:pt x="4939554" y="408106"/>
                  </a:lnTo>
                  <a:lnTo>
                    <a:pt x="4939647" y="408106"/>
                  </a:lnTo>
                  <a:lnTo>
                    <a:pt x="4939740" y="408106"/>
                  </a:lnTo>
                  <a:lnTo>
                    <a:pt x="4939833" y="408106"/>
                  </a:lnTo>
                  <a:lnTo>
                    <a:pt x="4939927" y="408106"/>
                  </a:lnTo>
                  <a:lnTo>
                    <a:pt x="4940020" y="408106"/>
                  </a:lnTo>
                  <a:lnTo>
                    <a:pt x="4940113" y="408106"/>
                  </a:lnTo>
                  <a:lnTo>
                    <a:pt x="4940206" y="408106"/>
                  </a:lnTo>
                  <a:lnTo>
                    <a:pt x="4940300" y="408106"/>
                  </a:lnTo>
                  <a:lnTo>
                    <a:pt x="4940393" y="408106"/>
                  </a:lnTo>
                  <a:lnTo>
                    <a:pt x="4940486" y="408106"/>
                  </a:lnTo>
                  <a:lnTo>
                    <a:pt x="4940579" y="408106"/>
                  </a:lnTo>
                  <a:lnTo>
                    <a:pt x="4940673" y="408106"/>
                  </a:lnTo>
                  <a:lnTo>
                    <a:pt x="4940766" y="408106"/>
                  </a:lnTo>
                  <a:lnTo>
                    <a:pt x="4940859" y="408106"/>
                  </a:lnTo>
                  <a:lnTo>
                    <a:pt x="4940952" y="408106"/>
                  </a:lnTo>
                  <a:lnTo>
                    <a:pt x="4941046" y="408106"/>
                  </a:lnTo>
                  <a:lnTo>
                    <a:pt x="4941139" y="408106"/>
                  </a:lnTo>
                  <a:lnTo>
                    <a:pt x="4941232" y="408106"/>
                  </a:lnTo>
                  <a:lnTo>
                    <a:pt x="4941325" y="408106"/>
                  </a:lnTo>
                  <a:lnTo>
                    <a:pt x="4941419" y="408106"/>
                  </a:lnTo>
                  <a:lnTo>
                    <a:pt x="4941512" y="408106"/>
                  </a:lnTo>
                  <a:lnTo>
                    <a:pt x="4941605" y="408106"/>
                  </a:lnTo>
                  <a:lnTo>
                    <a:pt x="4941698" y="408106"/>
                  </a:lnTo>
                  <a:lnTo>
                    <a:pt x="4941792" y="408106"/>
                  </a:lnTo>
                  <a:lnTo>
                    <a:pt x="4941885" y="408106"/>
                  </a:lnTo>
                  <a:lnTo>
                    <a:pt x="4941978" y="408106"/>
                  </a:lnTo>
                  <a:lnTo>
                    <a:pt x="4942071" y="408106"/>
                  </a:lnTo>
                  <a:lnTo>
                    <a:pt x="4942165" y="408106"/>
                  </a:lnTo>
                  <a:lnTo>
                    <a:pt x="4942258" y="408106"/>
                  </a:lnTo>
                  <a:lnTo>
                    <a:pt x="4942351" y="408106"/>
                  </a:lnTo>
                  <a:lnTo>
                    <a:pt x="4942444" y="408106"/>
                  </a:lnTo>
                  <a:lnTo>
                    <a:pt x="4942538" y="408106"/>
                  </a:lnTo>
                  <a:lnTo>
                    <a:pt x="4942631" y="408106"/>
                  </a:lnTo>
                  <a:lnTo>
                    <a:pt x="4942724" y="408106"/>
                  </a:lnTo>
                  <a:lnTo>
                    <a:pt x="4942817" y="408106"/>
                  </a:lnTo>
                  <a:lnTo>
                    <a:pt x="4942911" y="408106"/>
                  </a:lnTo>
                  <a:lnTo>
                    <a:pt x="4943004" y="408106"/>
                  </a:lnTo>
                  <a:lnTo>
                    <a:pt x="4943097" y="408106"/>
                  </a:lnTo>
                  <a:lnTo>
                    <a:pt x="4943190" y="408106"/>
                  </a:lnTo>
                  <a:lnTo>
                    <a:pt x="4943284" y="408106"/>
                  </a:lnTo>
                  <a:lnTo>
                    <a:pt x="4943377" y="408106"/>
                  </a:lnTo>
                  <a:lnTo>
                    <a:pt x="4943470" y="408106"/>
                  </a:lnTo>
                  <a:lnTo>
                    <a:pt x="4943563" y="408106"/>
                  </a:lnTo>
                  <a:lnTo>
                    <a:pt x="4943657" y="408106"/>
                  </a:lnTo>
                  <a:lnTo>
                    <a:pt x="4943750" y="408106"/>
                  </a:lnTo>
                  <a:lnTo>
                    <a:pt x="4943843" y="408106"/>
                  </a:lnTo>
                  <a:lnTo>
                    <a:pt x="4943936" y="408106"/>
                  </a:lnTo>
                  <a:lnTo>
                    <a:pt x="4944030" y="408106"/>
                  </a:lnTo>
                  <a:lnTo>
                    <a:pt x="4944123" y="408106"/>
                  </a:lnTo>
                  <a:lnTo>
                    <a:pt x="4944216" y="408106"/>
                  </a:lnTo>
                  <a:lnTo>
                    <a:pt x="4944309" y="408106"/>
                  </a:lnTo>
                  <a:lnTo>
                    <a:pt x="4944403" y="408106"/>
                  </a:lnTo>
                  <a:lnTo>
                    <a:pt x="4944496" y="408106"/>
                  </a:lnTo>
                  <a:lnTo>
                    <a:pt x="4944589" y="408106"/>
                  </a:lnTo>
                  <a:lnTo>
                    <a:pt x="4944682" y="408106"/>
                  </a:lnTo>
                  <a:lnTo>
                    <a:pt x="4944776" y="408106"/>
                  </a:lnTo>
                  <a:lnTo>
                    <a:pt x="4944869" y="408106"/>
                  </a:lnTo>
                  <a:lnTo>
                    <a:pt x="4944962" y="408106"/>
                  </a:lnTo>
                  <a:lnTo>
                    <a:pt x="4945055" y="408106"/>
                  </a:lnTo>
                  <a:lnTo>
                    <a:pt x="4945149" y="408106"/>
                  </a:lnTo>
                  <a:lnTo>
                    <a:pt x="4945242" y="408106"/>
                  </a:lnTo>
                  <a:lnTo>
                    <a:pt x="4945335" y="408106"/>
                  </a:lnTo>
                  <a:lnTo>
                    <a:pt x="4945428" y="408106"/>
                  </a:lnTo>
                  <a:lnTo>
                    <a:pt x="4945522" y="408106"/>
                  </a:lnTo>
                  <a:lnTo>
                    <a:pt x="4945615" y="408106"/>
                  </a:lnTo>
                  <a:lnTo>
                    <a:pt x="4945708" y="408106"/>
                  </a:lnTo>
                  <a:lnTo>
                    <a:pt x="4945801" y="408106"/>
                  </a:lnTo>
                  <a:lnTo>
                    <a:pt x="4945895" y="408106"/>
                  </a:lnTo>
                  <a:lnTo>
                    <a:pt x="4945988" y="408106"/>
                  </a:lnTo>
                  <a:lnTo>
                    <a:pt x="4946081" y="408106"/>
                  </a:lnTo>
                  <a:lnTo>
                    <a:pt x="4946174" y="408106"/>
                  </a:lnTo>
                  <a:lnTo>
                    <a:pt x="4946268" y="408106"/>
                  </a:lnTo>
                  <a:lnTo>
                    <a:pt x="4946361" y="408106"/>
                  </a:lnTo>
                  <a:lnTo>
                    <a:pt x="4946454" y="408106"/>
                  </a:lnTo>
                  <a:lnTo>
                    <a:pt x="4946547" y="408106"/>
                  </a:lnTo>
                  <a:lnTo>
                    <a:pt x="4946641" y="408106"/>
                  </a:lnTo>
                  <a:lnTo>
                    <a:pt x="4946734" y="408106"/>
                  </a:lnTo>
                  <a:lnTo>
                    <a:pt x="4946827" y="408106"/>
                  </a:lnTo>
                  <a:lnTo>
                    <a:pt x="4946920" y="408106"/>
                  </a:lnTo>
                  <a:lnTo>
                    <a:pt x="4947013" y="408106"/>
                  </a:lnTo>
                  <a:lnTo>
                    <a:pt x="4947107" y="408106"/>
                  </a:lnTo>
                  <a:lnTo>
                    <a:pt x="4947200" y="408106"/>
                  </a:lnTo>
                  <a:lnTo>
                    <a:pt x="4947293" y="408106"/>
                  </a:lnTo>
                  <a:lnTo>
                    <a:pt x="4947386" y="408106"/>
                  </a:lnTo>
                  <a:lnTo>
                    <a:pt x="4947480" y="408106"/>
                  </a:lnTo>
                  <a:lnTo>
                    <a:pt x="4947573" y="408106"/>
                  </a:lnTo>
                  <a:lnTo>
                    <a:pt x="4947666" y="408106"/>
                  </a:lnTo>
                  <a:lnTo>
                    <a:pt x="4947666" y="398152"/>
                  </a:lnTo>
                  <a:lnTo>
                    <a:pt x="4947759" y="398152"/>
                  </a:lnTo>
                  <a:lnTo>
                    <a:pt x="4947853" y="398152"/>
                  </a:lnTo>
                  <a:lnTo>
                    <a:pt x="4947946" y="398152"/>
                  </a:lnTo>
                  <a:lnTo>
                    <a:pt x="4948039" y="398152"/>
                  </a:lnTo>
                  <a:lnTo>
                    <a:pt x="4948132" y="398152"/>
                  </a:lnTo>
                  <a:lnTo>
                    <a:pt x="4948226" y="398152"/>
                  </a:lnTo>
                  <a:lnTo>
                    <a:pt x="4948319" y="398152"/>
                  </a:lnTo>
                  <a:lnTo>
                    <a:pt x="4948412" y="398152"/>
                  </a:lnTo>
                  <a:lnTo>
                    <a:pt x="4948505" y="398152"/>
                  </a:lnTo>
                  <a:lnTo>
                    <a:pt x="4948599" y="398152"/>
                  </a:lnTo>
                  <a:lnTo>
                    <a:pt x="4948692" y="398152"/>
                  </a:lnTo>
                  <a:lnTo>
                    <a:pt x="4948785" y="398152"/>
                  </a:lnTo>
                  <a:lnTo>
                    <a:pt x="4948878" y="398152"/>
                  </a:lnTo>
                  <a:lnTo>
                    <a:pt x="4948972" y="398152"/>
                  </a:lnTo>
                  <a:lnTo>
                    <a:pt x="4949065" y="398152"/>
                  </a:lnTo>
                  <a:lnTo>
                    <a:pt x="4949158" y="398152"/>
                  </a:lnTo>
                  <a:lnTo>
                    <a:pt x="4949251" y="398152"/>
                  </a:lnTo>
                  <a:lnTo>
                    <a:pt x="4949345" y="398152"/>
                  </a:lnTo>
                  <a:lnTo>
                    <a:pt x="4949438" y="398152"/>
                  </a:lnTo>
                  <a:lnTo>
                    <a:pt x="4949531" y="398152"/>
                  </a:lnTo>
                  <a:lnTo>
                    <a:pt x="4949624" y="398152"/>
                  </a:lnTo>
                  <a:lnTo>
                    <a:pt x="4949718" y="398152"/>
                  </a:lnTo>
                  <a:lnTo>
                    <a:pt x="4949811" y="398152"/>
                  </a:lnTo>
                  <a:lnTo>
                    <a:pt x="4949904" y="398152"/>
                  </a:lnTo>
                  <a:lnTo>
                    <a:pt x="4949997" y="398152"/>
                  </a:lnTo>
                  <a:lnTo>
                    <a:pt x="4950091" y="398152"/>
                  </a:lnTo>
                  <a:lnTo>
                    <a:pt x="4950184" y="398152"/>
                  </a:lnTo>
                  <a:lnTo>
                    <a:pt x="4950277" y="398152"/>
                  </a:lnTo>
                  <a:lnTo>
                    <a:pt x="4950370" y="398152"/>
                  </a:lnTo>
                  <a:lnTo>
                    <a:pt x="4950370" y="388199"/>
                  </a:lnTo>
                  <a:lnTo>
                    <a:pt x="4950464" y="388199"/>
                  </a:lnTo>
                  <a:lnTo>
                    <a:pt x="4950557" y="388199"/>
                  </a:lnTo>
                  <a:lnTo>
                    <a:pt x="4950650" y="388199"/>
                  </a:lnTo>
                  <a:lnTo>
                    <a:pt x="4950743" y="388199"/>
                  </a:lnTo>
                  <a:lnTo>
                    <a:pt x="4950837" y="388199"/>
                  </a:lnTo>
                  <a:lnTo>
                    <a:pt x="4950930" y="388199"/>
                  </a:lnTo>
                  <a:lnTo>
                    <a:pt x="4951023" y="388199"/>
                  </a:lnTo>
                  <a:lnTo>
                    <a:pt x="4951116" y="388199"/>
                  </a:lnTo>
                  <a:lnTo>
                    <a:pt x="4951210" y="388199"/>
                  </a:lnTo>
                  <a:lnTo>
                    <a:pt x="4951303" y="388199"/>
                  </a:lnTo>
                  <a:lnTo>
                    <a:pt x="4951396" y="388199"/>
                  </a:lnTo>
                  <a:lnTo>
                    <a:pt x="4951489" y="388199"/>
                  </a:lnTo>
                  <a:lnTo>
                    <a:pt x="4951583" y="388199"/>
                  </a:lnTo>
                  <a:lnTo>
                    <a:pt x="4951676" y="388199"/>
                  </a:lnTo>
                  <a:lnTo>
                    <a:pt x="4951769" y="388199"/>
                  </a:lnTo>
                  <a:lnTo>
                    <a:pt x="4951862" y="388199"/>
                  </a:lnTo>
                  <a:lnTo>
                    <a:pt x="4951956" y="388199"/>
                  </a:lnTo>
                  <a:lnTo>
                    <a:pt x="4952049" y="388199"/>
                  </a:lnTo>
                  <a:lnTo>
                    <a:pt x="4952142" y="388199"/>
                  </a:lnTo>
                  <a:lnTo>
                    <a:pt x="4952235" y="388199"/>
                  </a:lnTo>
                  <a:lnTo>
                    <a:pt x="4952329" y="388199"/>
                  </a:lnTo>
                  <a:lnTo>
                    <a:pt x="4952422" y="388199"/>
                  </a:lnTo>
                  <a:lnTo>
                    <a:pt x="4952515" y="388199"/>
                  </a:lnTo>
                  <a:lnTo>
                    <a:pt x="4952608" y="388199"/>
                  </a:lnTo>
                  <a:lnTo>
                    <a:pt x="4952702" y="388199"/>
                  </a:lnTo>
                  <a:lnTo>
                    <a:pt x="4952795" y="388199"/>
                  </a:lnTo>
                  <a:lnTo>
                    <a:pt x="4952888" y="388199"/>
                  </a:lnTo>
                  <a:lnTo>
                    <a:pt x="4952981" y="388199"/>
                  </a:lnTo>
                  <a:lnTo>
                    <a:pt x="4953075" y="388199"/>
                  </a:lnTo>
                  <a:lnTo>
                    <a:pt x="4953168" y="388199"/>
                  </a:lnTo>
                  <a:lnTo>
                    <a:pt x="4953261" y="388199"/>
                  </a:lnTo>
                  <a:lnTo>
                    <a:pt x="4953354" y="388199"/>
                  </a:lnTo>
                  <a:lnTo>
                    <a:pt x="4953448" y="388199"/>
                  </a:lnTo>
                  <a:lnTo>
                    <a:pt x="4953541" y="388199"/>
                  </a:lnTo>
                  <a:lnTo>
                    <a:pt x="4953634" y="388199"/>
                  </a:lnTo>
                  <a:lnTo>
                    <a:pt x="4953727" y="388199"/>
                  </a:lnTo>
                  <a:lnTo>
                    <a:pt x="4953820" y="388199"/>
                  </a:lnTo>
                  <a:lnTo>
                    <a:pt x="4953914" y="388199"/>
                  </a:lnTo>
                  <a:lnTo>
                    <a:pt x="4954007" y="388199"/>
                  </a:lnTo>
                  <a:lnTo>
                    <a:pt x="4954100" y="388199"/>
                  </a:lnTo>
                  <a:lnTo>
                    <a:pt x="4954193" y="388199"/>
                  </a:lnTo>
                  <a:lnTo>
                    <a:pt x="4954287" y="388199"/>
                  </a:lnTo>
                  <a:lnTo>
                    <a:pt x="4954380" y="388199"/>
                  </a:lnTo>
                  <a:lnTo>
                    <a:pt x="4954473" y="388199"/>
                  </a:lnTo>
                  <a:lnTo>
                    <a:pt x="4954566" y="388199"/>
                  </a:lnTo>
                  <a:lnTo>
                    <a:pt x="4954660" y="388199"/>
                  </a:lnTo>
                  <a:lnTo>
                    <a:pt x="4954753" y="388199"/>
                  </a:lnTo>
                  <a:lnTo>
                    <a:pt x="4954846" y="388199"/>
                  </a:lnTo>
                  <a:lnTo>
                    <a:pt x="4954939" y="388199"/>
                  </a:lnTo>
                  <a:lnTo>
                    <a:pt x="4955033" y="388199"/>
                  </a:lnTo>
                  <a:lnTo>
                    <a:pt x="4955126" y="388199"/>
                  </a:lnTo>
                  <a:lnTo>
                    <a:pt x="4955219" y="388199"/>
                  </a:lnTo>
                  <a:lnTo>
                    <a:pt x="4955312" y="388199"/>
                  </a:lnTo>
                  <a:lnTo>
                    <a:pt x="4955406" y="388199"/>
                  </a:lnTo>
                  <a:lnTo>
                    <a:pt x="4955499" y="388199"/>
                  </a:lnTo>
                  <a:lnTo>
                    <a:pt x="4955592" y="388199"/>
                  </a:lnTo>
                  <a:lnTo>
                    <a:pt x="4955685" y="388199"/>
                  </a:lnTo>
                  <a:lnTo>
                    <a:pt x="4955779" y="388199"/>
                  </a:lnTo>
                  <a:lnTo>
                    <a:pt x="4955872" y="388199"/>
                  </a:lnTo>
                  <a:lnTo>
                    <a:pt x="4955965" y="388199"/>
                  </a:lnTo>
                  <a:lnTo>
                    <a:pt x="4956058" y="388199"/>
                  </a:lnTo>
                  <a:lnTo>
                    <a:pt x="4956152" y="388199"/>
                  </a:lnTo>
                  <a:lnTo>
                    <a:pt x="4956245" y="388199"/>
                  </a:lnTo>
                  <a:lnTo>
                    <a:pt x="4956338" y="388199"/>
                  </a:lnTo>
                  <a:lnTo>
                    <a:pt x="4956431" y="388199"/>
                  </a:lnTo>
                  <a:lnTo>
                    <a:pt x="4956525" y="388199"/>
                  </a:lnTo>
                  <a:lnTo>
                    <a:pt x="4956618" y="388199"/>
                  </a:lnTo>
                  <a:lnTo>
                    <a:pt x="4956711" y="388199"/>
                  </a:lnTo>
                  <a:lnTo>
                    <a:pt x="4956804" y="388199"/>
                  </a:lnTo>
                  <a:lnTo>
                    <a:pt x="4956898" y="388199"/>
                  </a:lnTo>
                  <a:lnTo>
                    <a:pt x="4956991" y="388199"/>
                  </a:lnTo>
                  <a:lnTo>
                    <a:pt x="4957084" y="388199"/>
                  </a:lnTo>
                  <a:lnTo>
                    <a:pt x="4957177" y="388199"/>
                  </a:lnTo>
                  <a:lnTo>
                    <a:pt x="4957271" y="388199"/>
                  </a:lnTo>
                  <a:lnTo>
                    <a:pt x="4957364" y="388199"/>
                  </a:lnTo>
                  <a:lnTo>
                    <a:pt x="4957457" y="388199"/>
                  </a:lnTo>
                  <a:lnTo>
                    <a:pt x="4957550" y="388199"/>
                  </a:lnTo>
                  <a:lnTo>
                    <a:pt x="4957644" y="388199"/>
                  </a:lnTo>
                  <a:lnTo>
                    <a:pt x="4957737" y="388199"/>
                  </a:lnTo>
                  <a:lnTo>
                    <a:pt x="4957830" y="388199"/>
                  </a:lnTo>
                  <a:lnTo>
                    <a:pt x="4957923" y="388199"/>
                  </a:lnTo>
                  <a:lnTo>
                    <a:pt x="4958017" y="388199"/>
                  </a:lnTo>
                  <a:lnTo>
                    <a:pt x="4958110" y="388199"/>
                  </a:lnTo>
                  <a:lnTo>
                    <a:pt x="4958203" y="388199"/>
                  </a:lnTo>
                  <a:lnTo>
                    <a:pt x="4958296" y="388199"/>
                  </a:lnTo>
                  <a:lnTo>
                    <a:pt x="4958390" y="388199"/>
                  </a:lnTo>
                  <a:lnTo>
                    <a:pt x="4958483" y="388199"/>
                  </a:lnTo>
                  <a:lnTo>
                    <a:pt x="4958576" y="388199"/>
                  </a:lnTo>
                  <a:lnTo>
                    <a:pt x="4958669" y="388199"/>
                  </a:lnTo>
                  <a:lnTo>
                    <a:pt x="4958763" y="388199"/>
                  </a:lnTo>
                  <a:lnTo>
                    <a:pt x="4958856" y="388199"/>
                  </a:lnTo>
                  <a:lnTo>
                    <a:pt x="4958949" y="388199"/>
                  </a:lnTo>
                  <a:lnTo>
                    <a:pt x="4959042" y="388199"/>
                  </a:lnTo>
                  <a:lnTo>
                    <a:pt x="4959136" y="388199"/>
                  </a:lnTo>
                  <a:lnTo>
                    <a:pt x="4959229" y="388199"/>
                  </a:lnTo>
                  <a:lnTo>
                    <a:pt x="4959322" y="388199"/>
                  </a:lnTo>
                  <a:lnTo>
                    <a:pt x="4959415" y="388199"/>
                  </a:lnTo>
                  <a:lnTo>
                    <a:pt x="4959509" y="388199"/>
                  </a:lnTo>
                  <a:lnTo>
                    <a:pt x="4959602" y="388199"/>
                  </a:lnTo>
                  <a:lnTo>
                    <a:pt x="4959695" y="388199"/>
                  </a:lnTo>
                  <a:lnTo>
                    <a:pt x="4959788" y="388199"/>
                  </a:lnTo>
                  <a:lnTo>
                    <a:pt x="4959882" y="388199"/>
                  </a:lnTo>
                  <a:lnTo>
                    <a:pt x="4959975" y="388199"/>
                  </a:lnTo>
                  <a:lnTo>
                    <a:pt x="4960068" y="388199"/>
                  </a:lnTo>
                  <a:lnTo>
                    <a:pt x="4960161" y="388199"/>
                  </a:lnTo>
                  <a:lnTo>
                    <a:pt x="4960255" y="388199"/>
                  </a:lnTo>
                  <a:lnTo>
                    <a:pt x="4960348" y="388199"/>
                  </a:lnTo>
                  <a:lnTo>
                    <a:pt x="4960441" y="388199"/>
                  </a:lnTo>
                  <a:lnTo>
                    <a:pt x="4960534" y="388199"/>
                  </a:lnTo>
                  <a:lnTo>
                    <a:pt x="4960627" y="388199"/>
                  </a:lnTo>
                  <a:lnTo>
                    <a:pt x="4960721" y="388199"/>
                  </a:lnTo>
                  <a:lnTo>
                    <a:pt x="4960814" y="388199"/>
                  </a:lnTo>
                  <a:lnTo>
                    <a:pt x="4960907" y="388199"/>
                  </a:lnTo>
                  <a:lnTo>
                    <a:pt x="4961000" y="388199"/>
                  </a:lnTo>
                  <a:lnTo>
                    <a:pt x="4961094" y="388199"/>
                  </a:lnTo>
                  <a:lnTo>
                    <a:pt x="4961187" y="388199"/>
                  </a:lnTo>
                  <a:lnTo>
                    <a:pt x="4961280" y="388199"/>
                  </a:lnTo>
                  <a:lnTo>
                    <a:pt x="4961373" y="388199"/>
                  </a:lnTo>
                  <a:lnTo>
                    <a:pt x="4961467" y="388199"/>
                  </a:lnTo>
                  <a:lnTo>
                    <a:pt x="4961560" y="388199"/>
                  </a:lnTo>
                  <a:lnTo>
                    <a:pt x="4961653" y="388199"/>
                  </a:lnTo>
                  <a:lnTo>
                    <a:pt x="4961746" y="388199"/>
                  </a:lnTo>
                  <a:lnTo>
                    <a:pt x="4961840" y="388199"/>
                  </a:lnTo>
                  <a:lnTo>
                    <a:pt x="4961933" y="388199"/>
                  </a:lnTo>
                  <a:lnTo>
                    <a:pt x="4962026" y="388199"/>
                  </a:lnTo>
                  <a:lnTo>
                    <a:pt x="4962119" y="388199"/>
                  </a:lnTo>
                  <a:lnTo>
                    <a:pt x="4962213" y="388199"/>
                  </a:lnTo>
                  <a:lnTo>
                    <a:pt x="4962306" y="388199"/>
                  </a:lnTo>
                  <a:lnTo>
                    <a:pt x="4962399" y="388199"/>
                  </a:lnTo>
                  <a:lnTo>
                    <a:pt x="4962492" y="388199"/>
                  </a:lnTo>
                  <a:lnTo>
                    <a:pt x="4962586" y="388199"/>
                  </a:lnTo>
                  <a:lnTo>
                    <a:pt x="4962679" y="388199"/>
                  </a:lnTo>
                  <a:lnTo>
                    <a:pt x="4962772" y="388199"/>
                  </a:lnTo>
                  <a:lnTo>
                    <a:pt x="4962865" y="388199"/>
                  </a:lnTo>
                  <a:lnTo>
                    <a:pt x="4962959" y="388199"/>
                  </a:lnTo>
                  <a:lnTo>
                    <a:pt x="4963052" y="388199"/>
                  </a:lnTo>
                  <a:lnTo>
                    <a:pt x="4963145" y="388199"/>
                  </a:lnTo>
                  <a:lnTo>
                    <a:pt x="4963238" y="388199"/>
                  </a:lnTo>
                  <a:lnTo>
                    <a:pt x="4963332" y="388199"/>
                  </a:lnTo>
                  <a:lnTo>
                    <a:pt x="4963425" y="388199"/>
                  </a:lnTo>
                  <a:lnTo>
                    <a:pt x="4963518" y="388199"/>
                  </a:lnTo>
                  <a:lnTo>
                    <a:pt x="4963611" y="388199"/>
                  </a:lnTo>
                  <a:lnTo>
                    <a:pt x="4963705" y="388199"/>
                  </a:lnTo>
                  <a:lnTo>
                    <a:pt x="4963798" y="388199"/>
                  </a:lnTo>
                  <a:lnTo>
                    <a:pt x="4963891" y="388199"/>
                  </a:lnTo>
                  <a:lnTo>
                    <a:pt x="4963984" y="388199"/>
                  </a:lnTo>
                  <a:lnTo>
                    <a:pt x="4964078" y="388199"/>
                  </a:lnTo>
                  <a:lnTo>
                    <a:pt x="4964171" y="388199"/>
                  </a:lnTo>
                  <a:lnTo>
                    <a:pt x="4964264" y="388199"/>
                  </a:lnTo>
                  <a:lnTo>
                    <a:pt x="4964357" y="388199"/>
                  </a:lnTo>
                  <a:lnTo>
                    <a:pt x="4964451" y="388199"/>
                  </a:lnTo>
                  <a:lnTo>
                    <a:pt x="4964544" y="388199"/>
                  </a:lnTo>
                  <a:lnTo>
                    <a:pt x="4964637" y="388199"/>
                  </a:lnTo>
                  <a:lnTo>
                    <a:pt x="4964730" y="388199"/>
                  </a:lnTo>
                  <a:lnTo>
                    <a:pt x="4964824" y="388199"/>
                  </a:lnTo>
                  <a:lnTo>
                    <a:pt x="4964917" y="388199"/>
                  </a:lnTo>
                  <a:lnTo>
                    <a:pt x="4965010" y="388199"/>
                  </a:lnTo>
                  <a:lnTo>
                    <a:pt x="4965103" y="388199"/>
                  </a:lnTo>
                  <a:lnTo>
                    <a:pt x="4965197" y="388199"/>
                  </a:lnTo>
                  <a:lnTo>
                    <a:pt x="4965290" y="388199"/>
                  </a:lnTo>
                  <a:lnTo>
                    <a:pt x="4965383" y="388199"/>
                  </a:lnTo>
                  <a:lnTo>
                    <a:pt x="4965476" y="388199"/>
                  </a:lnTo>
                  <a:lnTo>
                    <a:pt x="4965570" y="388199"/>
                  </a:lnTo>
                  <a:lnTo>
                    <a:pt x="4965663" y="388199"/>
                  </a:lnTo>
                  <a:lnTo>
                    <a:pt x="4965756" y="388199"/>
                  </a:lnTo>
                  <a:lnTo>
                    <a:pt x="4965849" y="388199"/>
                  </a:lnTo>
                  <a:lnTo>
                    <a:pt x="4965943" y="388199"/>
                  </a:lnTo>
                  <a:lnTo>
                    <a:pt x="4966036" y="388199"/>
                  </a:lnTo>
                  <a:lnTo>
                    <a:pt x="4966129" y="388199"/>
                  </a:lnTo>
                  <a:lnTo>
                    <a:pt x="4966222" y="388199"/>
                  </a:lnTo>
                  <a:lnTo>
                    <a:pt x="4966316" y="388199"/>
                  </a:lnTo>
                  <a:lnTo>
                    <a:pt x="4966409" y="388199"/>
                  </a:lnTo>
                  <a:lnTo>
                    <a:pt x="4966502" y="388199"/>
                  </a:lnTo>
                  <a:lnTo>
                    <a:pt x="4966595" y="388199"/>
                  </a:lnTo>
                  <a:lnTo>
                    <a:pt x="4966689" y="388199"/>
                  </a:lnTo>
                  <a:lnTo>
                    <a:pt x="4966782" y="388199"/>
                  </a:lnTo>
                  <a:lnTo>
                    <a:pt x="4966875" y="388199"/>
                  </a:lnTo>
                  <a:lnTo>
                    <a:pt x="4966968" y="388199"/>
                  </a:lnTo>
                  <a:lnTo>
                    <a:pt x="4967062" y="388199"/>
                  </a:lnTo>
                  <a:lnTo>
                    <a:pt x="4967155" y="388199"/>
                  </a:lnTo>
                  <a:lnTo>
                    <a:pt x="4967248" y="388199"/>
                  </a:lnTo>
                  <a:lnTo>
                    <a:pt x="4967341" y="388199"/>
                  </a:lnTo>
                  <a:lnTo>
                    <a:pt x="4967435" y="388199"/>
                  </a:lnTo>
                  <a:lnTo>
                    <a:pt x="4967528" y="388199"/>
                  </a:lnTo>
                  <a:lnTo>
                    <a:pt x="4967621" y="388199"/>
                  </a:lnTo>
                  <a:lnTo>
                    <a:pt x="4967714" y="388199"/>
                  </a:lnTo>
                  <a:lnTo>
                    <a:pt x="4967807" y="388199"/>
                  </a:lnTo>
                  <a:lnTo>
                    <a:pt x="4967901" y="388199"/>
                  </a:lnTo>
                  <a:lnTo>
                    <a:pt x="4967994" y="388199"/>
                  </a:lnTo>
                  <a:lnTo>
                    <a:pt x="4968087" y="388199"/>
                  </a:lnTo>
                  <a:lnTo>
                    <a:pt x="4968180" y="388199"/>
                  </a:lnTo>
                  <a:lnTo>
                    <a:pt x="4968274" y="388199"/>
                  </a:lnTo>
                  <a:lnTo>
                    <a:pt x="4968367" y="388199"/>
                  </a:lnTo>
                  <a:lnTo>
                    <a:pt x="4968460" y="388199"/>
                  </a:lnTo>
                  <a:lnTo>
                    <a:pt x="4968553" y="388199"/>
                  </a:lnTo>
                  <a:lnTo>
                    <a:pt x="4968647" y="388199"/>
                  </a:lnTo>
                  <a:lnTo>
                    <a:pt x="4968740" y="388199"/>
                  </a:lnTo>
                  <a:lnTo>
                    <a:pt x="4968833" y="388199"/>
                  </a:lnTo>
                  <a:lnTo>
                    <a:pt x="4968926" y="388199"/>
                  </a:lnTo>
                  <a:lnTo>
                    <a:pt x="4969020" y="388199"/>
                  </a:lnTo>
                  <a:lnTo>
                    <a:pt x="4969113" y="388199"/>
                  </a:lnTo>
                  <a:lnTo>
                    <a:pt x="4969206" y="388199"/>
                  </a:lnTo>
                  <a:lnTo>
                    <a:pt x="4969299" y="388199"/>
                  </a:lnTo>
                  <a:lnTo>
                    <a:pt x="4969393" y="388199"/>
                  </a:lnTo>
                  <a:lnTo>
                    <a:pt x="4969486" y="388199"/>
                  </a:lnTo>
                  <a:lnTo>
                    <a:pt x="4969579" y="388199"/>
                  </a:lnTo>
                  <a:lnTo>
                    <a:pt x="4969672" y="388199"/>
                  </a:lnTo>
                  <a:lnTo>
                    <a:pt x="4969766" y="388199"/>
                  </a:lnTo>
                  <a:lnTo>
                    <a:pt x="4969859" y="388199"/>
                  </a:lnTo>
                  <a:lnTo>
                    <a:pt x="4969952" y="388199"/>
                  </a:lnTo>
                  <a:lnTo>
                    <a:pt x="4970045" y="388199"/>
                  </a:lnTo>
                  <a:lnTo>
                    <a:pt x="4970139" y="388199"/>
                  </a:lnTo>
                  <a:lnTo>
                    <a:pt x="4970232" y="388199"/>
                  </a:lnTo>
                  <a:lnTo>
                    <a:pt x="4970325" y="388199"/>
                  </a:lnTo>
                  <a:lnTo>
                    <a:pt x="4970418" y="388199"/>
                  </a:lnTo>
                  <a:lnTo>
                    <a:pt x="4970512" y="388199"/>
                  </a:lnTo>
                  <a:lnTo>
                    <a:pt x="4970605" y="388199"/>
                  </a:lnTo>
                  <a:lnTo>
                    <a:pt x="4970698" y="388199"/>
                  </a:lnTo>
                  <a:lnTo>
                    <a:pt x="4970791" y="388199"/>
                  </a:lnTo>
                  <a:lnTo>
                    <a:pt x="4970885" y="388199"/>
                  </a:lnTo>
                  <a:lnTo>
                    <a:pt x="4970978" y="388199"/>
                  </a:lnTo>
                  <a:lnTo>
                    <a:pt x="4971071" y="388199"/>
                  </a:lnTo>
                  <a:lnTo>
                    <a:pt x="4971164" y="388199"/>
                  </a:lnTo>
                  <a:lnTo>
                    <a:pt x="4971258" y="388199"/>
                  </a:lnTo>
                  <a:lnTo>
                    <a:pt x="4971351" y="388199"/>
                  </a:lnTo>
                  <a:lnTo>
                    <a:pt x="4971444" y="388199"/>
                  </a:lnTo>
                  <a:lnTo>
                    <a:pt x="4971537" y="388199"/>
                  </a:lnTo>
                  <a:lnTo>
                    <a:pt x="4971631" y="388199"/>
                  </a:lnTo>
                  <a:lnTo>
                    <a:pt x="4971724" y="388199"/>
                  </a:lnTo>
                  <a:lnTo>
                    <a:pt x="4971817" y="388199"/>
                  </a:lnTo>
                  <a:lnTo>
                    <a:pt x="4971910" y="388199"/>
                  </a:lnTo>
                  <a:lnTo>
                    <a:pt x="4972004" y="388199"/>
                  </a:lnTo>
                  <a:lnTo>
                    <a:pt x="4972097" y="388199"/>
                  </a:lnTo>
                  <a:lnTo>
                    <a:pt x="4972097" y="378245"/>
                  </a:lnTo>
                  <a:lnTo>
                    <a:pt x="4972190" y="378245"/>
                  </a:lnTo>
                  <a:lnTo>
                    <a:pt x="4972283" y="378245"/>
                  </a:lnTo>
                  <a:lnTo>
                    <a:pt x="4972377" y="378245"/>
                  </a:lnTo>
                  <a:lnTo>
                    <a:pt x="4972470" y="378245"/>
                  </a:lnTo>
                  <a:lnTo>
                    <a:pt x="4972563" y="378245"/>
                  </a:lnTo>
                  <a:lnTo>
                    <a:pt x="4972656" y="378245"/>
                  </a:lnTo>
                  <a:lnTo>
                    <a:pt x="4972750" y="378245"/>
                  </a:lnTo>
                  <a:lnTo>
                    <a:pt x="4972843" y="378245"/>
                  </a:lnTo>
                  <a:lnTo>
                    <a:pt x="4972936" y="378245"/>
                  </a:lnTo>
                  <a:lnTo>
                    <a:pt x="4973029" y="378245"/>
                  </a:lnTo>
                  <a:lnTo>
                    <a:pt x="4973123" y="378245"/>
                  </a:lnTo>
                  <a:lnTo>
                    <a:pt x="4973216" y="378245"/>
                  </a:lnTo>
                  <a:lnTo>
                    <a:pt x="4973309" y="378245"/>
                  </a:lnTo>
                  <a:lnTo>
                    <a:pt x="4973402" y="378245"/>
                  </a:lnTo>
                  <a:lnTo>
                    <a:pt x="4973496" y="378245"/>
                  </a:lnTo>
                  <a:lnTo>
                    <a:pt x="4973589" y="378245"/>
                  </a:lnTo>
                  <a:lnTo>
                    <a:pt x="4973682" y="378245"/>
                  </a:lnTo>
                  <a:lnTo>
                    <a:pt x="4973775" y="378245"/>
                  </a:lnTo>
                  <a:lnTo>
                    <a:pt x="4973869" y="378245"/>
                  </a:lnTo>
                  <a:lnTo>
                    <a:pt x="4973962" y="378245"/>
                  </a:lnTo>
                  <a:lnTo>
                    <a:pt x="4974055" y="378245"/>
                  </a:lnTo>
                  <a:lnTo>
                    <a:pt x="4974148" y="378245"/>
                  </a:lnTo>
                  <a:lnTo>
                    <a:pt x="4974242" y="378245"/>
                  </a:lnTo>
                  <a:lnTo>
                    <a:pt x="4974335" y="378245"/>
                  </a:lnTo>
                  <a:lnTo>
                    <a:pt x="4974428" y="378245"/>
                  </a:lnTo>
                  <a:lnTo>
                    <a:pt x="4974521" y="378245"/>
                  </a:lnTo>
                  <a:lnTo>
                    <a:pt x="4974614" y="378245"/>
                  </a:lnTo>
                  <a:lnTo>
                    <a:pt x="4974708" y="378245"/>
                  </a:lnTo>
                  <a:lnTo>
                    <a:pt x="4974801" y="378245"/>
                  </a:lnTo>
                  <a:lnTo>
                    <a:pt x="4974894" y="378245"/>
                  </a:lnTo>
                  <a:lnTo>
                    <a:pt x="4974987" y="378245"/>
                  </a:lnTo>
                  <a:lnTo>
                    <a:pt x="4975081" y="378245"/>
                  </a:lnTo>
                  <a:lnTo>
                    <a:pt x="4975174" y="378245"/>
                  </a:lnTo>
                  <a:lnTo>
                    <a:pt x="4975267" y="378245"/>
                  </a:lnTo>
                  <a:lnTo>
                    <a:pt x="4975360" y="378245"/>
                  </a:lnTo>
                  <a:lnTo>
                    <a:pt x="4975454" y="378245"/>
                  </a:lnTo>
                  <a:lnTo>
                    <a:pt x="4975547" y="378245"/>
                  </a:lnTo>
                  <a:lnTo>
                    <a:pt x="4975640" y="378245"/>
                  </a:lnTo>
                  <a:lnTo>
                    <a:pt x="4975733" y="378245"/>
                  </a:lnTo>
                  <a:lnTo>
                    <a:pt x="4975827" y="378245"/>
                  </a:lnTo>
                  <a:lnTo>
                    <a:pt x="4975920" y="378245"/>
                  </a:lnTo>
                  <a:lnTo>
                    <a:pt x="4976013" y="378245"/>
                  </a:lnTo>
                  <a:lnTo>
                    <a:pt x="4976106" y="378245"/>
                  </a:lnTo>
                  <a:lnTo>
                    <a:pt x="4976200" y="378245"/>
                  </a:lnTo>
                  <a:lnTo>
                    <a:pt x="4976293" y="378245"/>
                  </a:lnTo>
                  <a:lnTo>
                    <a:pt x="4976386" y="378245"/>
                  </a:lnTo>
                  <a:lnTo>
                    <a:pt x="4976479" y="378245"/>
                  </a:lnTo>
                  <a:lnTo>
                    <a:pt x="4976573" y="378245"/>
                  </a:lnTo>
                  <a:lnTo>
                    <a:pt x="4976666" y="378245"/>
                  </a:lnTo>
                  <a:lnTo>
                    <a:pt x="4976759" y="378245"/>
                  </a:lnTo>
                  <a:lnTo>
                    <a:pt x="4976852" y="378245"/>
                  </a:lnTo>
                  <a:lnTo>
                    <a:pt x="4976946" y="378245"/>
                  </a:lnTo>
                  <a:lnTo>
                    <a:pt x="4977039" y="378245"/>
                  </a:lnTo>
                  <a:lnTo>
                    <a:pt x="4977132" y="378245"/>
                  </a:lnTo>
                  <a:lnTo>
                    <a:pt x="4977225" y="378245"/>
                  </a:lnTo>
                  <a:lnTo>
                    <a:pt x="4977319" y="378245"/>
                  </a:lnTo>
                  <a:lnTo>
                    <a:pt x="4977412" y="378245"/>
                  </a:lnTo>
                  <a:lnTo>
                    <a:pt x="4977505" y="378245"/>
                  </a:lnTo>
                  <a:lnTo>
                    <a:pt x="4977598" y="378245"/>
                  </a:lnTo>
                  <a:lnTo>
                    <a:pt x="4977692" y="378245"/>
                  </a:lnTo>
                  <a:lnTo>
                    <a:pt x="4977785" y="378245"/>
                  </a:lnTo>
                  <a:lnTo>
                    <a:pt x="4977878" y="378245"/>
                  </a:lnTo>
                  <a:lnTo>
                    <a:pt x="4977971" y="378245"/>
                  </a:lnTo>
                  <a:lnTo>
                    <a:pt x="4978065" y="378245"/>
                  </a:lnTo>
                  <a:lnTo>
                    <a:pt x="4978158" y="378245"/>
                  </a:lnTo>
                  <a:lnTo>
                    <a:pt x="4978251" y="378245"/>
                  </a:lnTo>
                  <a:lnTo>
                    <a:pt x="4978344" y="378245"/>
                  </a:lnTo>
                  <a:lnTo>
                    <a:pt x="4978438" y="378245"/>
                  </a:lnTo>
                  <a:lnTo>
                    <a:pt x="4978531" y="378245"/>
                  </a:lnTo>
                  <a:lnTo>
                    <a:pt x="4978624" y="378245"/>
                  </a:lnTo>
                  <a:lnTo>
                    <a:pt x="4978717" y="378245"/>
                  </a:lnTo>
                  <a:lnTo>
                    <a:pt x="4978811" y="378245"/>
                  </a:lnTo>
                  <a:lnTo>
                    <a:pt x="4978904" y="378245"/>
                  </a:lnTo>
                  <a:lnTo>
                    <a:pt x="4978997" y="378245"/>
                  </a:lnTo>
                  <a:lnTo>
                    <a:pt x="4979090" y="378245"/>
                  </a:lnTo>
                  <a:lnTo>
                    <a:pt x="4979184" y="378245"/>
                  </a:lnTo>
                  <a:lnTo>
                    <a:pt x="4979277" y="378245"/>
                  </a:lnTo>
                  <a:lnTo>
                    <a:pt x="4979370" y="378245"/>
                  </a:lnTo>
                  <a:lnTo>
                    <a:pt x="4979463" y="378245"/>
                  </a:lnTo>
                  <a:lnTo>
                    <a:pt x="4979557" y="378245"/>
                  </a:lnTo>
                  <a:lnTo>
                    <a:pt x="4979650" y="378245"/>
                  </a:lnTo>
                  <a:lnTo>
                    <a:pt x="4979743" y="378245"/>
                  </a:lnTo>
                  <a:lnTo>
                    <a:pt x="4979836" y="378245"/>
                  </a:lnTo>
                  <a:lnTo>
                    <a:pt x="4979930" y="378245"/>
                  </a:lnTo>
                  <a:lnTo>
                    <a:pt x="4980023" y="378245"/>
                  </a:lnTo>
                  <a:lnTo>
                    <a:pt x="4980116" y="378245"/>
                  </a:lnTo>
                  <a:lnTo>
                    <a:pt x="4980209" y="378245"/>
                  </a:lnTo>
                  <a:lnTo>
                    <a:pt x="4980303" y="378245"/>
                  </a:lnTo>
                  <a:lnTo>
                    <a:pt x="4980396" y="378245"/>
                  </a:lnTo>
                  <a:lnTo>
                    <a:pt x="4980489" y="378245"/>
                  </a:lnTo>
                  <a:lnTo>
                    <a:pt x="4980582" y="378245"/>
                  </a:lnTo>
                  <a:lnTo>
                    <a:pt x="4980676" y="378245"/>
                  </a:lnTo>
                  <a:lnTo>
                    <a:pt x="4980769" y="378245"/>
                  </a:lnTo>
                  <a:lnTo>
                    <a:pt x="4980862" y="378245"/>
                  </a:lnTo>
                  <a:lnTo>
                    <a:pt x="4980955" y="378245"/>
                  </a:lnTo>
                  <a:lnTo>
                    <a:pt x="4981049" y="378245"/>
                  </a:lnTo>
                  <a:lnTo>
                    <a:pt x="4981142" y="378245"/>
                  </a:lnTo>
                  <a:lnTo>
                    <a:pt x="4981235" y="378245"/>
                  </a:lnTo>
                  <a:lnTo>
                    <a:pt x="4981328" y="378245"/>
                  </a:lnTo>
                  <a:lnTo>
                    <a:pt x="4981421" y="378245"/>
                  </a:lnTo>
                  <a:lnTo>
                    <a:pt x="4981515" y="378245"/>
                  </a:lnTo>
                  <a:lnTo>
                    <a:pt x="4981608" y="378245"/>
                  </a:lnTo>
                  <a:lnTo>
                    <a:pt x="4981701" y="378245"/>
                  </a:lnTo>
                  <a:lnTo>
                    <a:pt x="4981794" y="378245"/>
                  </a:lnTo>
                  <a:lnTo>
                    <a:pt x="4981888" y="378245"/>
                  </a:lnTo>
                  <a:lnTo>
                    <a:pt x="4981981" y="378245"/>
                  </a:lnTo>
                  <a:lnTo>
                    <a:pt x="4982074" y="378245"/>
                  </a:lnTo>
                  <a:lnTo>
                    <a:pt x="4982167" y="378245"/>
                  </a:lnTo>
                  <a:lnTo>
                    <a:pt x="4982261" y="378245"/>
                  </a:lnTo>
                  <a:lnTo>
                    <a:pt x="4982354" y="378245"/>
                  </a:lnTo>
                  <a:lnTo>
                    <a:pt x="4982447" y="378245"/>
                  </a:lnTo>
                  <a:lnTo>
                    <a:pt x="4982540" y="378245"/>
                  </a:lnTo>
                  <a:lnTo>
                    <a:pt x="4982634" y="378245"/>
                  </a:lnTo>
                  <a:lnTo>
                    <a:pt x="4982727" y="378245"/>
                  </a:lnTo>
                  <a:lnTo>
                    <a:pt x="4982820" y="378245"/>
                  </a:lnTo>
                  <a:lnTo>
                    <a:pt x="4982913" y="378245"/>
                  </a:lnTo>
                  <a:lnTo>
                    <a:pt x="4983007" y="378245"/>
                  </a:lnTo>
                  <a:lnTo>
                    <a:pt x="4983100" y="378245"/>
                  </a:lnTo>
                  <a:lnTo>
                    <a:pt x="4983193" y="378245"/>
                  </a:lnTo>
                  <a:lnTo>
                    <a:pt x="4983286" y="378245"/>
                  </a:lnTo>
                  <a:lnTo>
                    <a:pt x="4983380" y="378245"/>
                  </a:lnTo>
                  <a:lnTo>
                    <a:pt x="4983473" y="378245"/>
                  </a:lnTo>
                  <a:lnTo>
                    <a:pt x="4983566" y="378245"/>
                  </a:lnTo>
                  <a:lnTo>
                    <a:pt x="4983659" y="378245"/>
                  </a:lnTo>
                  <a:lnTo>
                    <a:pt x="4983753" y="378245"/>
                  </a:lnTo>
                  <a:lnTo>
                    <a:pt x="4983846" y="378245"/>
                  </a:lnTo>
                  <a:lnTo>
                    <a:pt x="4983939" y="378245"/>
                  </a:lnTo>
                  <a:lnTo>
                    <a:pt x="4984032" y="378245"/>
                  </a:lnTo>
                  <a:lnTo>
                    <a:pt x="4984126" y="378245"/>
                  </a:lnTo>
                  <a:lnTo>
                    <a:pt x="4984219" y="378245"/>
                  </a:lnTo>
                  <a:lnTo>
                    <a:pt x="4984312" y="378245"/>
                  </a:lnTo>
                  <a:lnTo>
                    <a:pt x="4984405" y="378245"/>
                  </a:lnTo>
                  <a:lnTo>
                    <a:pt x="4984499" y="378245"/>
                  </a:lnTo>
                  <a:lnTo>
                    <a:pt x="4984592" y="378245"/>
                  </a:lnTo>
                  <a:lnTo>
                    <a:pt x="4984685" y="378245"/>
                  </a:lnTo>
                  <a:lnTo>
                    <a:pt x="4984778" y="378245"/>
                  </a:lnTo>
                  <a:lnTo>
                    <a:pt x="4984872" y="378245"/>
                  </a:lnTo>
                  <a:lnTo>
                    <a:pt x="4984965" y="378245"/>
                  </a:lnTo>
                  <a:lnTo>
                    <a:pt x="4985058" y="378245"/>
                  </a:lnTo>
                  <a:lnTo>
                    <a:pt x="4985151" y="378245"/>
                  </a:lnTo>
                  <a:lnTo>
                    <a:pt x="4985245" y="378245"/>
                  </a:lnTo>
                  <a:lnTo>
                    <a:pt x="4985338" y="378245"/>
                  </a:lnTo>
                  <a:lnTo>
                    <a:pt x="4985431" y="378245"/>
                  </a:lnTo>
                  <a:lnTo>
                    <a:pt x="4985524" y="378245"/>
                  </a:lnTo>
                  <a:lnTo>
                    <a:pt x="4985618" y="378245"/>
                  </a:lnTo>
                  <a:lnTo>
                    <a:pt x="4985711" y="378245"/>
                  </a:lnTo>
                  <a:lnTo>
                    <a:pt x="4985804" y="378245"/>
                  </a:lnTo>
                  <a:lnTo>
                    <a:pt x="4985897" y="378245"/>
                  </a:lnTo>
                  <a:lnTo>
                    <a:pt x="4985991" y="378245"/>
                  </a:lnTo>
                  <a:lnTo>
                    <a:pt x="4986084" y="378245"/>
                  </a:lnTo>
                  <a:lnTo>
                    <a:pt x="4986177" y="378245"/>
                  </a:lnTo>
                  <a:lnTo>
                    <a:pt x="4986270" y="378245"/>
                  </a:lnTo>
                  <a:lnTo>
                    <a:pt x="4986364" y="378245"/>
                  </a:lnTo>
                  <a:lnTo>
                    <a:pt x="4986457" y="378245"/>
                  </a:lnTo>
                  <a:lnTo>
                    <a:pt x="4986550" y="378245"/>
                  </a:lnTo>
                  <a:lnTo>
                    <a:pt x="4986643" y="378245"/>
                  </a:lnTo>
                  <a:lnTo>
                    <a:pt x="4986737" y="378245"/>
                  </a:lnTo>
                  <a:lnTo>
                    <a:pt x="4986830" y="378245"/>
                  </a:lnTo>
                  <a:lnTo>
                    <a:pt x="4986923" y="378245"/>
                  </a:lnTo>
                  <a:lnTo>
                    <a:pt x="4987016" y="378245"/>
                  </a:lnTo>
                  <a:lnTo>
                    <a:pt x="4987110" y="378245"/>
                  </a:lnTo>
                  <a:lnTo>
                    <a:pt x="4987203" y="378245"/>
                  </a:lnTo>
                  <a:lnTo>
                    <a:pt x="4987296" y="378245"/>
                  </a:lnTo>
                  <a:lnTo>
                    <a:pt x="4987389" y="378245"/>
                  </a:lnTo>
                  <a:lnTo>
                    <a:pt x="4987483" y="378245"/>
                  </a:lnTo>
                  <a:lnTo>
                    <a:pt x="4987576" y="378245"/>
                  </a:lnTo>
                  <a:lnTo>
                    <a:pt x="4987669" y="378245"/>
                  </a:lnTo>
                  <a:lnTo>
                    <a:pt x="4987762" y="378245"/>
                  </a:lnTo>
                  <a:lnTo>
                    <a:pt x="4987856" y="378245"/>
                  </a:lnTo>
                  <a:lnTo>
                    <a:pt x="4987949" y="378245"/>
                  </a:lnTo>
                  <a:lnTo>
                    <a:pt x="4988042" y="378245"/>
                  </a:lnTo>
                  <a:lnTo>
                    <a:pt x="4988042" y="368291"/>
                  </a:lnTo>
                  <a:lnTo>
                    <a:pt x="4988135" y="368291"/>
                  </a:lnTo>
                  <a:lnTo>
                    <a:pt x="4988229" y="368291"/>
                  </a:lnTo>
                  <a:lnTo>
                    <a:pt x="4988322" y="368291"/>
                  </a:lnTo>
                  <a:lnTo>
                    <a:pt x="4988415" y="368291"/>
                  </a:lnTo>
                  <a:lnTo>
                    <a:pt x="4988508" y="368291"/>
                  </a:lnTo>
                  <a:lnTo>
                    <a:pt x="4988601" y="368291"/>
                  </a:lnTo>
                  <a:lnTo>
                    <a:pt x="4988695" y="368291"/>
                  </a:lnTo>
                  <a:lnTo>
                    <a:pt x="4988788" y="368291"/>
                  </a:lnTo>
                  <a:lnTo>
                    <a:pt x="4988881" y="368291"/>
                  </a:lnTo>
                  <a:lnTo>
                    <a:pt x="4988974" y="368291"/>
                  </a:lnTo>
                  <a:lnTo>
                    <a:pt x="4989068" y="368291"/>
                  </a:lnTo>
                  <a:lnTo>
                    <a:pt x="4989161" y="368291"/>
                  </a:lnTo>
                  <a:lnTo>
                    <a:pt x="4989254" y="368291"/>
                  </a:lnTo>
                  <a:lnTo>
                    <a:pt x="4989347" y="368291"/>
                  </a:lnTo>
                  <a:lnTo>
                    <a:pt x="4989441" y="368291"/>
                  </a:lnTo>
                  <a:lnTo>
                    <a:pt x="4989534" y="368291"/>
                  </a:lnTo>
                  <a:lnTo>
                    <a:pt x="4989627" y="368291"/>
                  </a:lnTo>
                  <a:lnTo>
                    <a:pt x="4989720" y="368291"/>
                  </a:lnTo>
                  <a:lnTo>
                    <a:pt x="4989814" y="368291"/>
                  </a:lnTo>
                  <a:lnTo>
                    <a:pt x="4989907" y="368291"/>
                  </a:lnTo>
                  <a:lnTo>
                    <a:pt x="4990000" y="368291"/>
                  </a:lnTo>
                  <a:lnTo>
                    <a:pt x="4990093" y="368291"/>
                  </a:lnTo>
                  <a:lnTo>
                    <a:pt x="4990187" y="368291"/>
                  </a:lnTo>
                  <a:lnTo>
                    <a:pt x="4990280" y="368291"/>
                  </a:lnTo>
                  <a:lnTo>
                    <a:pt x="4990373" y="368291"/>
                  </a:lnTo>
                  <a:lnTo>
                    <a:pt x="4990466" y="368291"/>
                  </a:lnTo>
                  <a:lnTo>
                    <a:pt x="4990560" y="368291"/>
                  </a:lnTo>
                  <a:lnTo>
                    <a:pt x="4990653" y="368291"/>
                  </a:lnTo>
                  <a:lnTo>
                    <a:pt x="4990746" y="368291"/>
                  </a:lnTo>
                  <a:lnTo>
                    <a:pt x="4990839" y="368291"/>
                  </a:lnTo>
                  <a:lnTo>
                    <a:pt x="4990933" y="368291"/>
                  </a:lnTo>
                  <a:lnTo>
                    <a:pt x="4991026" y="368291"/>
                  </a:lnTo>
                  <a:lnTo>
                    <a:pt x="4991119" y="368291"/>
                  </a:lnTo>
                  <a:lnTo>
                    <a:pt x="4991212" y="368291"/>
                  </a:lnTo>
                  <a:lnTo>
                    <a:pt x="4991306" y="368291"/>
                  </a:lnTo>
                  <a:lnTo>
                    <a:pt x="4991399" y="368291"/>
                  </a:lnTo>
                  <a:lnTo>
                    <a:pt x="4991492" y="368291"/>
                  </a:lnTo>
                  <a:lnTo>
                    <a:pt x="4991585" y="368291"/>
                  </a:lnTo>
                  <a:lnTo>
                    <a:pt x="4991679" y="368291"/>
                  </a:lnTo>
                  <a:lnTo>
                    <a:pt x="4991772" y="368291"/>
                  </a:lnTo>
                  <a:lnTo>
                    <a:pt x="4991865" y="368291"/>
                  </a:lnTo>
                  <a:lnTo>
                    <a:pt x="4991958" y="368291"/>
                  </a:lnTo>
                  <a:lnTo>
                    <a:pt x="4992052" y="368291"/>
                  </a:lnTo>
                  <a:lnTo>
                    <a:pt x="4992145" y="368291"/>
                  </a:lnTo>
                  <a:lnTo>
                    <a:pt x="4992238" y="368291"/>
                  </a:lnTo>
                  <a:lnTo>
                    <a:pt x="4992331" y="368291"/>
                  </a:lnTo>
                  <a:lnTo>
                    <a:pt x="4992425" y="368291"/>
                  </a:lnTo>
                  <a:lnTo>
                    <a:pt x="4992518" y="368291"/>
                  </a:lnTo>
                  <a:lnTo>
                    <a:pt x="4992611" y="368291"/>
                  </a:lnTo>
                  <a:lnTo>
                    <a:pt x="4992704" y="368291"/>
                  </a:lnTo>
                  <a:lnTo>
                    <a:pt x="4992798" y="368291"/>
                  </a:lnTo>
                  <a:lnTo>
                    <a:pt x="4992891" y="368291"/>
                  </a:lnTo>
                  <a:lnTo>
                    <a:pt x="4992984" y="368291"/>
                  </a:lnTo>
                  <a:lnTo>
                    <a:pt x="4993077" y="368291"/>
                  </a:lnTo>
                  <a:lnTo>
                    <a:pt x="4993171" y="368291"/>
                  </a:lnTo>
                  <a:lnTo>
                    <a:pt x="4993264" y="368291"/>
                  </a:lnTo>
                  <a:lnTo>
                    <a:pt x="4993357" y="368291"/>
                  </a:lnTo>
                  <a:lnTo>
                    <a:pt x="4993450" y="368291"/>
                  </a:lnTo>
                  <a:lnTo>
                    <a:pt x="4993544" y="368291"/>
                  </a:lnTo>
                  <a:lnTo>
                    <a:pt x="4993637" y="368291"/>
                  </a:lnTo>
                  <a:lnTo>
                    <a:pt x="4993730" y="368291"/>
                  </a:lnTo>
                  <a:lnTo>
                    <a:pt x="4993823" y="368291"/>
                  </a:lnTo>
                  <a:lnTo>
                    <a:pt x="4993917" y="368291"/>
                  </a:lnTo>
                  <a:lnTo>
                    <a:pt x="4994010" y="368291"/>
                  </a:lnTo>
                  <a:lnTo>
                    <a:pt x="4994103" y="368291"/>
                  </a:lnTo>
                  <a:lnTo>
                    <a:pt x="4994196" y="368291"/>
                  </a:lnTo>
                  <a:lnTo>
                    <a:pt x="4994290" y="368291"/>
                  </a:lnTo>
                  <a:lnTo>
                    <a:pt x="4994383" y="368291"/>
                  </a:lnTo>
                  <a:lnTo>
                    <a:pt x="4994476" y="368291"/>
                  </a:lnTo>
                  <a:lnTo>
                    <a:pt x="4994569" y="368291"/>
                  </a:lnTo>
                  <a:lnTo>
                    <a:pt x="4994663" y="368291"/>
                  </a:lnTo>
                  <a:lnTo>
                    <a:pt x="4994756" y="368291"/>
                  </a:lnTo>
                  <a:lnTo>
                    <a:pt x="4994849" y="368291"/>
                  </a:lnTo>
                  <a:lnTo>
                    <a:pt x="4994942" y="368291"/>
                  </a:lnTo>
                  <a:lnTo>
                    <a:pt x="4995036" y="368291"/>
                  </a:lnTo>
                  <a:lnTo>
                    <a:pt x="4995129" y="368291"/>
                  </a:lnTo>
                  <a:lnTo>
                    <a:pt x="4995222" y="368291"/>
                  </a:lnTo>
                  <a:lnTo>
                    <a:pt x="4995315" y="368291"/>
                  </a:lnTo>
                  <a:lnTo>
                    <a:pt x="4995408" y="368291"/>
                  </a:lnTo>
                  <a:lnTo>
                    <a:pt x="4995502" y="368291"/>
                  </a:lnTo>
                  <a:lnTo>
                    <a:pt x="4995595" y="368291"/>
                  </a:lnTo>
                  <a:lnTo>
                    <a:pt x="4995688" y="368291"/>
                  </a:lnTo>
                  <a:lnTo>
                    <a:pt x="4995781" y="368291"/>
                  </a:lnTo>
                  <a:lnTo>
                    <a:pt x="4995875" y="368291"/>
                  </a:lnTo>
                  <a:lnTo>
                    <a:pt x="4995968" y="368291"/>
                  </a:lnTo>
                  <a:lnTo>
                    <a:pt x="4996061" y="368291"/>
                  </a:lnTo>
                  <a:lnTo>
                    <a:pt x="4996154" y="368291"/>
                  </a:lnTo>
                  <a:lnTo>
                    <a:pt x="4996248" y="368291"/>
                  </a:lnTo>
                  <a:lnTo>
                    <a:pt x="4996341" y="368291"/>
                  </a:lnTo>
                  <a:lnTo>
                    <a:pt x="4996434" y="368291"/>
                  </a:lnTo>
                  <a:lnTo>
                    <a:pt x="4996527" y="368291"/>
                  </a:lnTo>
                  <a:lnTo>
                    <a:pt x="4996621" y="368291"/>
                  </a:lnTo>
                  <a:lnTo>
                    <a:pt x="4996714" y="368291"/>
                  </a:lnTo>
                  <a:lnTo>
                    <a:pt x="4996807" y="368291"/>
                  </a:lnTo>
                  <a:lnTo>
                    <a:pt x="4996900" y="368291"/>
                  </a:lnTo>
                  <a:lnTo>
                    <a:pt x="4996994" y="368291"/>
                  </a:lnTo>
                  <a:lnTo>
                    <a:pt x="4997087" y="368291"/>
                  </a:lnTo>
                  <a:lnTo>
                    <a:pt x="4997180" y="368291"/>
                  </a:lnTo>
                  <a:lnTo>
                    <a:pt x="4997273" y="368291"/>
                  </a:lnTo>
                  <a:lnTo>
                    <a:pt x="4997367" y="368291"/>
                  </a:lnTo>
                  <a:lnTo>
                    <a:pt x="4997460" y="368291"/>
                  </a:lnTo>
                  <a:lnTo>
                    <a:pt x="4997553" y="368291"/>
                  </a:lnTo>
                  <a:lnTo>
                    <a:pt x="4997646" y="368291"/>
                  </a:lnTo>
                  <a:lnTo>
                    <a:pt x="4997740" y="368291"/>
                  </a:lnTo>
                  <a:lnTo>
                    <a:pt x="4997833" y="368291"/>
                  </a:lnTo>
                  <a:lnTo>
                    <a:pt x="4997926" y="368291"/>
                  </a:lnTo>
                  <a:lnTo>
                    <a:pt x="4998019" y="368291"/>
                  </a:lnTo>
                  <a:lnTo>
                    <a:pt x="4998113" y="368291"/>
                  </a:lnTo>
                  <a:lnTo>
                    <a:pt x="4998206" y="368291"/>
                  </a:lnTo>
                  <a:lnTo>
                    <a:pt x="4998299" y="368291"/>
                  </a:lnTo>
                  <a:lnTo>
                    <a:pt x="4998392" y="368291"/>
                  </a:lnTo>
                  <a:lnTo>
                    <a:pt x="4998486" y="368291"/>
                  </a:lnTo>
                  <a:lnTo>
                    <a:pt x="4998579" y="368291"/>
                  </a:lnTo>
                  <a:lnTo>
                    <a:pt x="4998672" y="368291"/>
                  </a:lnTo>
                  <a:lnTo>
                    <a:pt x="4998765" y="368291"/>
                  </a:lnTo>
                  <a:lnTo>
                    <a:pt x="4998859" y="368291"/>
                  </a:lnTo>
                  <a:lnTo>
                    <a:pt x="4998952" y="368291"/>
                  </a:lnTo>
                  <a:lnTo>
                    <a:pt x="4999045" y="368291"/>
                  </a:lnTo>
                  <a:lnTo>
                    <a:pt x="4999138" y="368291"/>
                  </a:lnTo>
                  <a:lnTo>
                    <a:pt x="4999232" y="368291"/>
                  </a:lnTo>
                  <a:lnTo>
                    <a:pt x="4999325" y="368291"/>
                  </a:lnTo>
                  <a:lnTo>
                    <a:pt x="4999418" y="368291"/>
                  </a:lnTo>
                  <a:lnTo>
                    <a:pt x="4999511" y="368291"/>
                  </a:lnTo>
                  <a:lnTo>
                    <a:pt x="4999605" y="368291"/>
                  </a:lnTo>
                  <a:lnTo>
                    <a:pt x="4999698" y="368291"/>
                  </a:lnTo>
                  <a:lnTo>
                    <a:pt x="4999791" y="368291"/>
                  </a:lnTo>
                  <a:lnTo>
                    <a:pt x="4999884" y="368291"/>
                  </a:lnTo>
                  <a:lnTo>
                    <a:pt x="4999978" y="368291"/>
                  </a:lnTo>
                  <a:lnTo>
                    <a:pt x="5000071" y="368291"/>
                  </a:lnTo>
                  <a:lnTo>
                    <a:pt x="5000164" y="368291"/>
                  </a:lnTo>
                  <a:lnTo>
                    <a:pt x="5000257" y="368291"/>
                  </a:lnTo>
                  <a:lnTo>
                    <a:pt x="5000351" y="368291"/>
                  </a:lnTo>
                  <a:lnTo>
                    <a:pt x="5000444" y="368291"/>
                  </a:lnTo>
                  <a:lnTo>
                    <a:pt x="5000537" y="368291"/>
                  </a:lnTo>
                  <a:lnTo>
                    <a:pt x="5000630" y="368291"/>
                  </a:lnTo>
                  <a:lnTo>
                    <a:pt x="5000724" y="368291"/>
                  </a:lnTo>
                  <a:lnTo>
                    <a:pt x="5000817" y="368291"/>
                  </a:lnTo>
                  <a:lnTo>
                    <a:pt x="5000910" y="368291"/>
                  </a:lnTo>
                  <a:lnTo>
                    <a:pt x="5001003" y="368291"/>
                  </a:lnTo>
                  <a:lnTo>
                    <a:pt x="5001097" y="368291"/>
                  </a:lnTo>
                  <a:lnTo>
                    <a:pt x="5001190" y="368291"/>
                  </a:lnTo>
                  <a:lnTo>
                    <a:pt x="5001283" y="368291"/>
                  </a:lnTo>
                  <a:lnTo>
                    <a:pt x="5001376" y="368291"/>
                  </a:lnTo>
                  <a:lnTo>
                    <a:pt x="5001470" y="368291"/>
                  </a:lnTo>
                  <a:lnTo>
                    <a:pt x="5001563" y="368291"/>
                  </a:lnTo>
                  <a:lnTo>
                    <a:pt x="5001656" y="368291"/>
                  </a:lnTo>
                  <a:lnTo>
                    <a:pt x="5001749" y="368291"/>
                  </a:lnTo>
                  <a:lnTo>
                    <a:pt x="5001843" y="368291"/>
                  </a:lnTo>
                  <a:lnTo>
                    <a:pt x="5001936" y="368291"/>
                  </a:lnTo>
                  <a:lnTo>
                    <a:pt x="5002029" y="368291"/>
                  </a:lnTo>
                  <a:lnTo>
                    <a:pt x="5002122" y="368291"/>
                  </a:lnTo>
                  <a:lnTo>
                    <a:pt x="5002215" y="368291"/>
                  </a:lnTo>
                  <a:lnTo>
                    <a:pt x="5002309" y="368291"/>
                  </a:lnTo>
                  <a:lnTo>
                    <a:pt x="5002402" y="368291"/>
                  </a:lnTo>
                  <a:lnTo>
                    <a:pt x="5002495" y="368291"/>
                  </a:lnTo>
                  <a:lnTo>
                    <a:pt x="5002588" y="368291"/>
                  </a:lnTo>
                  <a:lnTo>
                    <a:pt x="5002682" y="368291"/>
                  </a:lnTo>
                  <a:lnTo>
                    <a:pt x="5002775" y="368291"/>
                  </a:lnTo>
                  <a:lnTo>
                    <a:pt x="5002868" y="368291"/>
                  </a:lnTo>
                  <a:lnTo>
                    <a:pt x="5002961" y="368291"/>
                  </a:lnTo>
                  <a:lnTo>
                    <a:pt x="5003055" y="368291"/>
                  </a:lnTo>
                  <a:lnTo>
                    <a:pt x="5003148" y="368291"/>
                  </a:lnTo>
                  <a:lnTo>
                    <a:pt x="5003241" y="368291"/>
                  </a:lnTo>
                  <a:lnTo>
                    <a:pt x="5003334" y="368291"/>
                  </a:lnTo>
                  <a:lnTo>
                    <a:pt x="5003428" y="368291"/>
                  </a:lnTo>
                  <a:lnTo>
                    <a:pt x="5003521" y="368291"/>
                  </a:lnTo>
                  <a:lnTo>
                    <a:pt x="5003614" y="368291"/>
                  </a:lnTo>
                  <a:lnTo>
                    <a:pt x="5003707" y="368291"/>
                  </a:lnTo>
                  <a:lnTo>
                    <a:pt x="5003801" y="368291"/>
                  </a:lnTo>
                  <a:lnTo>
                    <a:pt x="5003894" y="368291"/>
                  </a:lnTo>
                  <a:lnTo>
                    <a:pt x="5003987" y="368291"/>
                  </a:lnTo>
                  <a:lnTo>
                    <a:pt x="5004080" y="368291"/>
                  </a:lnTo>
                  <a:lnTo>
                    <a:pt x="5004174" y="368291"/>
                  </a:lnTo>
                  <a:lnTo>
                    <a:pt x="5004267" y="368291"/>
                  </a:lnTo>
                  <a:lnTo>
                    <a:pt x="5004360" y="368291"/>
                  </a:lnTo>
                  <a:lnTo>
                    <a:pt x="5004453" y="368291"/>
                  </a:lnTo>
                  <a:lnTo>
                    <a:pt x="5004547" y="368291"/>
                  </a:lnTo>
                  <a:lnTo>
                    <a:pt x="5004640" y="368291"/>
                  </a:lnTo>
                  <a:lnTo>
                    <a:pt x="5004733" y="368291"/>
                  </a:lnTo>
                  <a:lnTo>
                    <a:pt x="5004826" y="368291"/>
                  </a:lnTo>
                  <a:lnTo>
                    <a:pt x="5004920" y="368291"/>
                  </a:lnTo>
                  <a:lnTo>
                    <a:pt x="5005013" y="368291"/>
                  </a:lnTo>
                  <a:lnTo>
                    <a:pt x="5005106" y="368291"/>
                  </a:lnTo>
                  <a:lnTo>
                    <a:pt x="5005199" y="368291"/>
                  </a:lnTo>
                  <a:lnTo>
                    <a:pt x="5005293" y="368291"/>
                  </a:lnTo>
                  <a:lnTo>
                    <a:pt x="5005386" y="368291"/>
                  </a:lnTo>
                  <a:lnTo>
                    <a:pt x="5005479" y="368291"/>
                  </a:lnTo>
                  <a:lnTo>
                    <a:pt x="5005572" y="368291"/>
                  </a:lnTo>
                  <a:lnTo>
                    <a:pt x="5005666" y="368291"/>
                  </a:lnTo>
                  <a:lnTo>
                    <a:pt x="5005759" y="368291"/>
                  </a:lnTo>
                  <a:lnTo>
                    <a:pt x="5005852" y="368291"/>
                  </a:lnTo>
                  <a:lnTo>
                    <a:pt x="5005945" y="368291"/>
                  </a:lnTo>
                  <a:lnTo>
                    <a:pt x="5006039" y="368291"/>
                  </a:lnTo>
                  <a:lnTo>
                    <a:pt x="5006132" y="368291"/>
                  </a:lnTo>
                  <a:lnTo>
                    <a:pt x="5006225" y="368291"/>
                  </a:lnTo>
                  <a:lnTo>
                    <a:pt x="5006318" y="368291"/>
                  </a:lnTo>
                  <a:lnTo>
                    <a:pt x="5006412" y="368291"/>
                  </a:lnTo>
                  <a:lnTo>
                    <a:pt x="5006505" y="368291"/>
                  </a:lnTo>
                  <a:lnTo>
                    <a:pt x="5006598" y="368291"/>
                  </a:lnTo>
                  <a:lnTo>
                    <a:pt x="5006691" y="368291"/>
                  </a:lnTo>
                  <a:lnTo>
                    <a:pt x="5006785" y="368291"/>
                  </a:lnTo>
                  <a:lnTo>
                    <a:pt x="5006878" y="368291"/>
                  </a:lnTo>
                  <a:lnTo>
                    <a:pt x="5006971" y="368291"/>
                  </a:lnTo>
                  <a:lnTo>
                    <a:pt x="5007064" y="368291"/>
                  </a:lnTo>
                  <a:lnTo>
                    <a:pt x="5007158" y="368291"/>
                  </a:lnTo>
                  <a:lnTo>
                    <a:pt x="5007251" y="368291"/>
                  </a:lnTo>
                  <a:lnTo>
                    <a:pt x="5007344" y="368291"/>
                  </a:lnTo>
                  <a:lnTo>
                    <a:pt x="5007437" y="368291"/>
                  </a:lnTo>
                  <a:lnTo>
                    <a:pt x="5007531" y="368291"/>
                  </a:lnTo>
                  <a:lnTo>
                    <a:pt x="5007624" y="368291"/>
                  </a:lnTo>
                  <a:lnTo>
                    <a:pt x="5007717" y="368291"/>
                  </a:lnTo>
                  <a:lnTo>
                    <a:pt x="5007810" y="368291"/>
                  </a:lnTo>
                  <a:lnTo>
                    <a:pt x="5007904" y="368291"/>
                  </a:lnTo>
                  <a:lnTo>
                    <a:pt x="5007997" y="368291"/>
                  </a:lnTo>
                  <a:lnTo>
                    <a:pt x="5008090" y="368291"/>
                  </a:lnTo>
                  <a:lnTo>
                    <a:pt x="5008183" y="368291"/>
                  </a:lnTo>
                  <a:lnTo>
                    <a:pt x="5008277" y="368291"/>
                  </a:lnTo>
                  <a:lnTo>
                    <a:pt x="5008370" y="368291"/>
                  </a:lnTo>
                  <a:lnTo>
                    <a:pt x="5008463" y="368291"/>
                  </a:lnTo>
                  <a:lnTo>
                    <a:pt x="5008556" y="368291"/>
                  </a:lnTo>
                  <a:lnTo>
                    <a:pt x="5008650" y="368291"/>
                  </a:lnTo>
                  <a:lnTo>
                    <a:pt x="5008743" y="368291"/>
                  </a:lnTo>
                  <a:lnTo>
                    <a:pt x="5008836" y="368291"/>
                  </a:lnTo>
                  <a:lnTo>
                    <a:pt x="5008929" y="368291"/>
                  </a:lnTo>
                  <a:lnTo>
                    <a:pt x="5009023" y="368291"/>
                  </a:lnTo>
                  <a:lnTo>
                    <a:pt x="5009116" y="368291"/>
                  </a:lnTo>
                  <a:lnTo>
                    <a:pt x="5009209" y="368291"/>
                  </a:lnTo>
                  <a:lnTo>
                    <a:pt x="5009302" y="368291"/>
                  </a:lnTo>
                  <a:lnTo>
                    <a:pt x="5009395" y="368291"/>
                  </a:lnTo>
                  <a:lnTo>
                    <a:pt x="5009489" y="368291"/>
                  </a:lnTo>
                  <a:lnTo>
                    <a:pt x="5009582" y="368291"/>
                  </a:lnTo>
                  <a:lnTo>
                    <a:pt x="5009675" y="368291"/>
                  </a:lnTo>
                  <a:lnTo>
                    <a:pt x="5009768" y="368291"/>
                  </a:lnTo>
                  <a:lnTo>
                    <a:pt x="5009862" y="368291"/>
                  </a:lnTo>
                  <a:lnTo>
                    <a:pt x="5009955" y="368291"/>
                  </a:lnTo>
                  <a:lnTo>
                    <a:pt x="5010048" y="368291"/>
                  </a:lnTo>
                  <a:lnTo>
                    <a:pt x="5010141" y="368291"/>
                  </a:lnTo>
                  <a:lnTo>
                    <a:pt x="5010235" y="368291"/>
                  </a:lnTo>
                  <a:lnTo>
                    <a:pt x="5010328" y="368291"/>
                  </a:lnTo>
                  <a:lnTo>
                    <a:pt x="5010421" y="368291"/>
                  </a:lnTo>
                  <a:lnTo>
                    <a:pt x="5010514" y="368291"/>
                  </a:lnTo>
                  <a:lnTo>
                    <a:pt x="5010608" y="368291"/>
                  </a:lnTo>
                  <a:lnTo>
                    <a:pt x="5010701" y="368291"/>
                  </a:lnTo>
                  <a:lnTo>
                    <a:pt x="5010794" y="368291"/>
                  </a:lnTo>
                  <a:lnTo>
                    <a:pt x="5010887" y="368291"/>
                  </a:lnTo>
                  <a:lnTo>
                    <a:pt x="5010981" y="368291"/>
                  </a:lnTo>
                  <a:lnTo>
                    <a:pt x="5011074" y="368291"/>
                  </a:lnTo>
                  <a:lnTo>
                    <a:pt x="5011167" y="368291"/>
                  </a:lnTo>
                  <a:lnTo>
                    <a:pt x="5011260" y="368291"/>
                  </a:lnTo>
                  <a:lnTo>
                    <a:pt x="5011354" y="368291"/>
                  </a:lnTo>
                  <a:lnTo>
                    <a:pt x="5011447" y="368291"/>
                  </a:lnTo>
                  <a:lnTo>
                    <a:pt x="5011540" y="368291"/>
                  </a:lnTo>
                  <a:lnTo>
                    <a:pt x="5011633" y="368291"/>
                  </a:lnTo>
                  <a:lnTo>
                    <a:pt x="5011727" y="368291"/>
                  </a:lnTo>
                  <a:lnTo>
                    <a:pt x="5011820" y="368291"/>
                  </a:lnTo>
                  <a:lnTo>
                    <a:pt x="5011913" y="368291"/>
                  </a:lnTo>
                  <a:lnTo>
                    <a:pt x="5012006" y="368291"/>
                  </a:lnTo>
                  <a:lnTo>
                    <a:pt x="5012100" y="368291"/>
                  </a:lnTo>
                  <a:lnTo>
                    <a:pt x="5012193" y="368291"/>
                  </a:lnTo>
                  <a:lnTo>
                    <a:pt x="5012286" y="368291"/>
                  </a:lnTo>
                  <a:lnTo>
                    <a:pt x="5012379" y="368291"/>
                  </a:lnTo>
                  <a:lnTo>
                    <a:pt x="5012473" y="368291"/>
                  </a:lnTo>
                  <a:lnTo>
                    <a:pt x="5012566" y="368291"/>
                  </a:lnTo>
                  <a:lnTo>
                    <a:pt x="5012659" y="368291"/>
                  </a:lnTo>
                  <a:lnTo>
                    <a:pt x="5012752" y="368291"/>
                  </a:lnTo>
                  <a:lnTo>
                    <a:pt x="5012846" y="368291"/>
                  </a:lnTo>
                  <a:lnTo>
                    <a:pt x="5012939" y="368291"/>
                  </a:lnTo>
                  <a:lnTo>
                    <a:pt x="5013032" y="368291"/>
                  </a:lnTo>
                  <a:lnTo>
                    <a:pt x="5013125" y="368291"/>
                  </a:lnTo>
                  <a:lnTo>
                    <a:pt x="5013219" y="368291"/>
                  </a:lnTo>
                  <a:lnTo>
                    <a:pt x="5013312" y="368291"/>
                  </a:lnTo>
                  <a:lnTo>
                    <a:pt x="5013405" y="368291"/>
                  </a:lnTo>
                  <a:lnTo>
                    <a:pt x="5013498" y="368291"/>
                  </a:lnTo>
                  <a:lnTo>
                    <a:pt x="5013592" y="368291"/>
                  </a:lnTo>
                  <a:lnTo>
                    <a:pt x="5013685" y="368291"/>
                  </a:lnTo>
                  <a:lnTo>
                    <a:pt x="5013778" y="368291"/>
                  </a:lnTo>
                  <a:lnTo>
                    <a:pt x="5013871" y="368291"/>
                  </a:lnTo>
                  <a:lnTo>
                    <a:pt x="5013965" y="368291"/>
                  </a:lnTo>
                  <a:lnTo>
                    <a:pt x="5014058" y="368291"/>
                  </a:lnTo>
                  <a:lnTo>
                    <a:pt x="5014151" y="368291"/>
                  </a:lnTo>
                  <a:lnTo>
                    <a:pt x="5014244" y="368291"/>
                  </a:lnTo>
                  <a:lnTo>
                    <a:pt x="5014338" y="368291"/>
                  </a:lnTo>
                  <a:lnTo>
                    <a:pt x="5014431" y="368291"/>
                  </a:lnTo>
                  <a:lnTo>
                    <a:pt x="5014524" y="368291"/>
                  </a:lnTo>
                  <a:lnTo>
                    <a:pt x="5014617" y="368291"/>
                  </a:lnTo>
                  <a:lnTo>
                    <a:pt x="5014711" y="368291"/>
                  </a:lnTo>
                  <a:lnTo>
                    <a:pt x="5014804" y="368291"/>
                  </a:lnTo>
                  <a:lnTo>
                    <a:pt x="5014897" y="368291"/>
                  </a:lnTo>
                  <a:lnTo>
                    <a:pt x="5014990" y="368291"/>
                  </a:lnTo>
                  <a:lnTo>
                    <a:pt x="5015084" y="368291"/>
                  </a:lnTo>
                  <a:lnTo>
                    <a:pt x="5015177" y="368291"/>
                  </a:lnTo>
                  <a:lnTo>
                    <a:pt x="5015270" y="368291"/>
                  </a:lnTo>
                  <a:lnTo>
                    <a:pt x="5015363" y="368291"/>
                  </a:lnTo>
                  <a:lnTo>
                    <a:pt x="5015457" y="368291"/>
                  </a:lnTo>
                  <a:lnTo>
                    <a:pt x="5015550" y="368291"/>
                  </a:lnTo>
                  <a:lnTo>
                    <a:pt x="5015643" y="368291"/>
                  </a:lnTo>
                  <a:lnTo>
                    <a:pt x="5015736" y="368291"/>
                  </a:lnTo>
                  <a:lnTo>
                    <a:pt x="5015830" y="368291"/>
                  </a:lnTo>
                  <a:lnTo>
                    <a:pt x="5015923" y="368291"/>
                  </a:lnTo>
                  <a:lnTo>
                    <a:pt x="5016016" y="368291"/>
                  </a:lnTo>
                  <a:lnTo>
                    <a:pt x="5016109" y="368291"/>
                  </a:lnTo>
                  <a:lnTo>
                    <a:pt x="5016202" y="368291"/>
                  </a:lnTo>
                  <a:lnTo>
                    <a:pt x="5016296" y="368291"/>
                  </a:lnTo>
                  <a:lnTo>
                    <a:pt x="5016389" y="368291"/>
                  </a:lnTo>
                  <a:lnTo>
                    <a:pt x="5016482" y="368291"/>
                  </a:lnTo>
                  <a:lnTo>
                    <a:pt x="5016575" y="368291"/>
                  </a:lnTo>
                  <a:lnTo>
                    <a:pt x="5016669" y="368291"/>
                  </a:lnTo>
                  <a:lnTo>
                    <a:pt x="5016762" y="368291"/>
                  </a:lnTo>
                  <a:lnTo>
                    <a:pt x="5016855" y="368291"/>
                  </a:lnTo>
                  <a:lnTo>
                    <a:pt x="5016948" y="368291"/>
                  </a:lnTo>
                  <a:lnTo>
                    <a:pt x="5017042" y="368291"/>
                  </a:lnTo>
                  <a:lnTo>
                    <a:pt x="5017135" y="368291"/>
                  </a:lnTo>
                  <a:lnTo>
                    <a:pt x="5017228" y="368291"/>
                  </a:lnTo>
                  <a:lnTo>
                    <a:pt x="5017321" y="368291"/>
                  </a:lnTo>
                  <a:lnTo>
                    <a:pt x="5017415" y="368291"/>
                  </a:lnTo>
                  <a:lnTo>
                    <a:pt x="5017508" y="368291"/>
                  </a:lnTo>
                  <a:lnTo>
                    <a:pt x="5017601" y="368291"/>
                  </a:lnTo>
                  <a:lnTo>
                    <a:pt x="5017694" y="368291"/>
                  </a:lnTo>
                  <a:lnTo>
                    <a:pt x="5017788" y="368291"/>
                  </a:lnTo>
                  <a:lnTo>
                    <a:pt x="5017881" y="368291"/>
                  </a:lnTo>
                  <a:lnTo>
                    <a:pt x="5017974" y="368291"/>
                  </a:lnTo>
                  <a:lnTo>
                    <a:pt x="5018067" y="368291"/>
                  </a:lnTo>
                  <a:lnTo>
                    <a:pt x="5018161" y="368291"/>
                  </a:lnTo>
                  <a:lnTo>
                    <a:pt x="5018161" y="358337"/>
                  </a:lnTo>
                  <a:lnTo>
                    <a:pt x="5018254" y="358337"/>
                  </a:lnTo>
                  <a:lnTo>
                    <a:pt x="5018254" y="348383"/>
                  </a:lnTo>
                  <a:lnTo>
                    <a:pt x="5018347" y="348383"/>
                  </a:lnTo>
                  <a:lnTo>
                    <a:pt x="5018440" y="348383"/>
                  </a:lnTo>
                  <a:lnTo>
                    <a:pt x="5018534" y="348383"/>
                  </a:lnTo>
                  <a:lnTo>
                    <a:pt x="5018627" y="348383"/>
                  </a:lnTo>
                  <a:lnTo>
                    <a:pt x="5018720" y="348383"/>
                  </a:lnTo>
                  <a:lnTo>
                    <a:pt x="5018720" y="338429"/>
                  </a:lnTo>
                  <a:lnTo>
                    <a:pt x="5018813" y="338429"/>
                  </a:lnTo>
                  <a:lnTo>
                    <a:pt x="5018907" y="338429"/>
                  </a:lnTo>
                  <a:lnTo>
                    <a:pt x="5019000" y="338429"/>
                  </a:lnTo>
                  <a:lnTo>
                    <a:pt x="5019093" y="338429"/>
                  </a:lnTo>
                  <a:lnTo>
                    <a:pt x="5019186" y="338429"/>
                  </a:lnTo>
                  <a:lnTo>
                    <a:pt x="5019280" y="338429"/>
                  </a:lnTo>
                  <a:lnTo>
                    <a:pt x="5019373" y="338429"/>
                  </a:lnTo>
                  <a:lnTo>
                    <a:pt x="5019466" y="338429"/>
                  </a:lnTo>
                  <a:lnTo>
                    <a:pt x="5019559" y="338429"/>
                  </a:lnTo>
                  <a:lnTo>
                    <a:pt x="5019653" y="338429"/>
                  </a:lnTo>
                  <a:lnTo>
                    <a:pt x="5019746" y="338429"/>
                  </a:lnTo>
                  <a:lnTo>
                    <a:pt x="5019839" y="338429"/>
                  </a:lnTo>
                  <a:lnTo>
                    <a:pt x="5019932" y="338429"/>
                  </a:lnTo>
                  <a:lnTo>
                    <a:pt x="5020026" y="338429"/>
                  </a:lnTo>
                  <a:lnTo>
                    <a:pt x="5020119" y="338429"/>
                  </a:lnTo>
                  <a:lnTo>
                    <a:pt x="5020212" y="338429"/>
                  </a:lnTo>
                  <a:lnTo>
                    <a:pt x="5020305" y="338429"/>
                  </a:lnTo>
                  <a:lnTo>
                    <a:pt x="5020399" y="338429"/>
                  </a:lnTo>
                  <a:lnTo>
                    <a:pt x="5020492" y="338429"/>
                  </a:lnTo>
                  <a:lnTo>
                    <a:pt x="5020585" y="338429"/>
                  </a:lnTo>
                  <a:lnTo>
                    <a:pt x="5020678" y="338429"/>
                  </a:lnTo>
                  <a:lnTo>
                    <a:pt x="5020772" y="338429"/>
                  </a:lnTo>
                  <a:lnTo>
                    <a:pt x="5020865" y="338429"/>
                  </a:lnTo>
                  <a:lnTo>
                    <a:pt x="5020958" y="338429"/>
                  </a:lnTo>
                  <a:lnTo>
                    <a:pt x="5021051" y="338429"/>
                  </a:lnTo>
                  <a:lnTo>
                    <a:pt x="5021145" y="338429"/>
                  </a:lnTo>
                  <a:lnTo>
                    <a:pt x="5021238" y="338429"/>
                  </a:lnTo>
                  <a:lnTo>
                    <a:pt x="5021331" y="338429"/>
                  </a:lnTo>
                  <a:lnTo>
                    <a:pt x="5021424" y="338429"/>
                  </a:lnTo>
                  <a:lnTo>
                    <a:pt x="5021518" y="338429"/>
                  </a:lnTo>
                  <a:lnTo>
                    <a:pt x="5021611" y="338429"/>
                  </a:lnTo>
                  <a:lnTo>
                    <a:pt x="5021704" y="338429"/>
                  </a:lnTo>
                  <a:lnTo>
                    <a:pt x="5021797" y="338429"/>
                  </a:lnTo>
                  <a:lnTo>
                    <a:pt x="5021891" y="338429"/>
                  </a:lnTo>
                  <a:lnTo>
                    <a:pt x="5021984" y="338429"/>
                  </a:lnTo>
                  <a:lnTo>
                    <a:pt x="5022077" y="338429"/>
                  </a:lnTo>
                  <a:lnTo>
                    <a:pt x="5022170" y="338429"/>
                  </a:lnTo>
                  <a:lnTo>
                    <a:pt x="5022264" y="338429"/>
                  </a:lnTo>
                  <a:lnTo>
                    <a:pt x="5022357" y="338429"/>
                  </a:lnTo>
                  <a:lnTo>
                    <a:pt x="5022450" y="338429"/>
                  </a:lnTo>
                  <a:lnTo>
                    <a:pt x="5022543" y="338429"/>
                  </a:lnTo>
                  <a:lnTo>
                    <a:pt x="5022637" y="338429"/>
                  </a:lnTo>
                  <a:lnTo>
                    <a:pt x="5022730" y="338429"/>
                  </a:lnTo>
                  <a:lnTo>
                    <a:pt x="5022823" y="338429"/>
                  </a:lnTo>
                  <a:lnTo>
                    <a:pt x="5022916" y="338429"/>
                  </a:lnTo>
                  <a:lnTo>
                    <a:pt x="5023009" y="338429"/>
                  </a:lnTo>
                  <a:lnTo>
                    <a:pt x="5023103" y="338429"/>
                  </a:lnTo>
                  <a:lnTo>
                    <a:pt x="5023196" y="338429"/>
                  </a:lnTo>
                  <a:lnTo>
                    <a:pt x="5023289" y="338429"/>
                  </a:lnTo>
                  <a:lnTo>
                    <a:pt x="5023382" y="338429"/>
                  </a:lnTo>
                  <a:lnTo>
                    <a:pt x="5023476" y="338429"/>
                  </a:lnTo>
                  <a:lnTo>
                    <a:pt x="5023569" y="338429"/>
                  </a:lnTo>
                  <a:lnTo>
                    <a:pt x="5023662" y="338429"/>
                  </a:lnTo>
                  <a:lnTo>
                    <a:pt x="5023755" y="338429"/>
                  </a:lnTo>
                  <a:lnTo>
                    <a:pt x="5023849" y="338429"/>
                  </a:lnTo>
                  <a:lnTo>
                    <a:pt x="5023942" y="338429"/>
                  </a:lnTo>
                  <a:lnTo>
                    <a:pt x="5024035" y="338429"/>
                  </a:lnTo>
                  <a:lnTo>
                    <a:pt x="5024128" y="338429"/>
                  </a:lnTo>
                  <a:lnTo>
                    <a:pt x="5024222" y="338429"/>
                  </a:lnTo>
                  <a:lnTo>
                    <a:pt x="5024315" y="338429"/>
                  </a:lnTo>
                  <a:lnTo>
                    <a:pt x="5024408" y="338429"/>
                  </a:lnTo>
                  <a:lnTo>
                    <a:pt x="5024501" y="338429"/>
                  </a:lnTo>
                  <a:lnTo>
                    <a:pt x="5024595" y="338429"/>
                  </a:lnTo>
                  <a:lnTo>
                    <a:pt x="5024688" y="338429"/>
                  </a:lnTo>
                  <a:lnTo>
                    <a:pt x="5024781" y="338429"/>
                  </a:lnTo>
                  <a:lnTo>
                    <a:pt x="5024874" y="338429"/>
                  </a:lnTo>
                  <a:lnTo>
                    <a:pt x="5024968" y="338429"/>
                  </a:lnTo>
                  <a:lnTo>
                    <a:pt x="5025061" y="338429"/>
                  </a:lnTo>
                  <a:lnTo>
                    <a:pt x="5025154" y="338429"/>
                  </a:lnTo>
                  <a:lnTo>
                    <a:pt x="5025247" y="338429"/>
                  </a:lnTo>
                  <a:lnTo>
                    <a:pt x="5025341" y="338429"/>
                  </a:lnTo>
                  <a:lnTo>
                    <a:pt x="5025434" y="338429"/>
                  </a:lnTo>
                  <a:lnTo>
                    <a:pt x="5025527" y="338429"/>
                  </a:lnTo>
                  <a:lnTo>
                    <a:pt x="5025620" y="338429"/>
                  </a:lnTo>
                  <a:lnTo>
                    <a:pt x="5025714" y="338429"/>
                  </a:lnTo>
                  <a:lnTo>
                    <a:pt x="5025807" y="338429"/>
                  </a:lnTo>
                  <a:lnTo>
                    <a:pt x="5025900" y="338429"/>
                  </a:lnTo>
                  <a:lnTo>
                    <a:pt x="5025993" y="338429"/>
                  </a:lnTo>
                  <a:lnTo>
                    <a:pt x="5026087" y="338429"/>
                  </a:lnTo>
                  <a:lnTo>
                    <a:pt x="5026180" y="338429"/>
                  </a:lnTo>
                  <a:lnTo>
                    <a:pt x="5026273" y="338429"/>
                  </a:lnTo>
                  <a:lnTo>
                    <a:pt x="5026366" y="338429"/>
                  </a:lnTo>
                  <a:lnTo>
                    <a:pt x="5026460" y="338429"/>
                  </a:lnTo>
                  <a:lnTo>
                    <a:pt x="5026553" y="338429"/>
                  </a:lnTo>
                  <a:lnTo>
                    <a:pt x="5026646" y="338429"/>
                  </a:lnTo>
                  <a:lnTo>
                    <a:pt x="5026739" y="338429"/>
                  </a:lnTo>
                  <a:lnTo>
                    <a:pt x="5026833" y="338429"/>
                  </a:lnTo>
                  <a:lnTo>
                    <a:pt x="5026926" y="338429"/>
                  </a:lnTo>
                  <a:lnTo>
                    <a:pt x="5027019" y="338429"/>
                  </a:lnTo>
                  <a:lnTo>
                    <a:pt x="5027112" y="338429"/>
                  </a:lnTo>
                  <a:lnTo>
                    <a:pt x="5027206" y="338429"/>
                  </a:lnTo>
                  <a:lnTo>
                    <a:pt x="5027299" y="338429"/>
                  </a:lnTo>
                  <a:lnTo>
                    <a:pt x="5027392" y="338429"/>
                  </a:lnTo>
                  <a:lnTo>
                    <a:pt x="5027485" y="338429"/>
                  </a:lnTo>
                  <a:lnTo>
                    <a:pt x="5027579" y="338429"/>
                  </a:lnTo>
                  <a:lnTo>
                    <a:pt x="5027672" y="338429"/>
                  </a:lnTo>
                  <a:lnTo>
                    <a:pt x="5027765" y="338429"/>
                  </a:lnTo>
                  <a:lnTo>
                    <a:pt x="5027858" y="338429"/>
                  </a:lnTo>
                  <a:lnTo>
                    <a:pt x="5027952" y="338429"/>
                  </a:lnTo>
                  <a:lnTo>
                    <a:pt x="5028045" y="338429"/>
                  </a:lnTo>
                  <a:lnTo>
                    <a:pt x="5028138" y="338429"/>
                  </a:lnTo>
                  <a:lnTo>
                    <a:pt x="5028231" y="338429"/>
                  </a:lnTo>
                  <a:lnTo>
                    <a:pt x="5028325" y="338429"/>
                  </a:lnTo>
                  <a:lnTo>
                    <a:pt x="5028418" y="338429"/>
                  </a:lnTo>
                  <a:lnTo>
                    <a:pt x="5028511" y="338429"/>
                  </a:lnTo>
                  <a:lnTo>
                    <a:pt x="5028604" y="338429"/>
                  </a:lnTo>
                  <a:lnTo>
                    <a:pt x="5028698" y="338429"/>
                  </a:lnTo>
                  <a:lnTo>
                    <a:pt x="5028791" y="338429"/>
                  </a:lnTo>
                  <a:lnTo>
                    <a:pt x="5028884" y="338429"/>
                  </a:lnTo>
                  <a:lnTo>
                    <a:pt x="5028977" y="338429"/>
                  </a:lnTo>
                  <a:lnTo>
                    <a:pt x="5029071" y="338429"/>
                  </a:lnTo>
                  <a:lnTo>
                    <a:pt x="5029164" y="338429"/>
                  </a:lnTo>
                  <a:lnTo>
                    <a:pt x="5029257" y="338429"/>
                  </a:lnTo>
                  <a:lnTo>
                    <a:pt x="5029350" y="338429"/>
                  </a:lnTo>
                  <a:lnTo>
                    <a:pt x="5029444" y="338429"/>
                  </a:lnTo>
                  <a:lnTo>
                    <a:pt x="5029537" y="338429"/>
                  </a:lnTo>
                  <a:lnTo>
                    <a:pt x="5029630" y="338429"/>
                  </a:lnTo>
                  <a:lnTo>
                    <a:pt x="5029723" y="338429"/>
                  </a:lnTo>
                  <a:lnTo>
                    <a:pt x="5029817" y="338429"/>
                  </a:lnTo>
                  <a:lnTo>
                    <a:pt x="5029910" y="338429"/>
                  </a:lnTo>
                  <a:lnTo>
                    <a:pt x="5030003" y="338429"/>
                  </a:lnTo>
                  <a:lnTo>
                    <a:pt x="5030096" y="338429"/>
                  </a:lnTo>
                  <a:lnTo>
                    <a:pt x="5030189" y="338429"/>
                  </a:lnTo>
                  <a:lnTo>
                    <a:pt x="5030283" y="338429"/>
                  </a:lnTo>
                  <a:lnTo>
                    <a:pt x="5030376" y="338429"/>
                  </a:lnTo>
                  <a:lnTo>
                    <a:pt x="5030469" y="338429"/>
                  </a:lnTo>
                  <a:lnTo>
                    <a:pt x="5030562" y="338429"/>
                  </a:lnTo>
                  <a:lnTo>
                    <a:pt x="5030656" y="338429"/>
                  </a:lnTo>
                  <a:lnTo>
                    <a:pt x="5030749" y="338429"/>
                  </a:lnTo>
                  <a:lnTo>
                    <a:pt x="5030842" y="338429"/>
                  </a:lnTo>
                  <a:lnTo>
                    <a:pt x="5030935" y="338429"/>
                  </a:lnTo>
                  <a:lnTo>
                    <a:pt x="5031029" y="338429"/>
                  </a:lnTo>
                  <a:lnTo>
                    <a:pt x="5031122" y="338429"/>
                  </a:lnTo>
                  <a:lnTo>
                    <a:pt x="5031215" y="338429"/>
                  </a:lnTo>
                  <a:lnTo>
                    <a:pt x="5031308" y="338429"/>
                  </a:lnTo>
                  <a:lnTo>
                    <a:pt x="5031402" y="338429"/>
                  </a:lnTo>
                  <a:lnTo>
                    <a:pt x="5031495" y="338429"/>
                  </a:lnTo>
                  <a:lnTo>
                    <a:pt x="5031588" y="338429"/>
                  </a:lnTo>
                  <a:lnTo>
                    <a:pt x="5031681" y="338429"/>
                  </a:lnTo>
                  <a:lnTo>
                    <a:pt x="5031775" y="338429"/>
                  </a:lnTo>
                  <a:lnTo>
                    <a:pt x="5031868" y="338429"/>
                  </a:lnTo>
                  <a:lnTo>
                    <a:pt x="5031961" y="338429"/>
                  </a:lnTo>
                  <a:lnTo>
                    <a:pt x="5032054" y="338429"/>
                  </a:lnTo>
                  <a:lnTo>
                    <a:pt x="5032148" y="338429"/>
                  </a:lnTo>
                  <a:lnTo>
                    <a:pt x="5032241" y="338429"/>
                  </a:lnTo>
                  <a:lnTo>
                    <a:pt x="5032334" y="338429"/>
                  </a:lnTo>
                  <a:lnTo>
                    <a:pt x="5032427" y="338429"/>
                  </a:lnTo>
                  <a:lnTo>
                    <a:pt x="5032521" y="338429"/>
                  </a:lnTo>
                  <a:lnTo>
                    <a:pt x="5032614" y="338429"/>
                  </a:lnTo>
                  <a:lnTo>
                    <a:pt x="5032707" y="338429"/>
                  </a:lnTo>
                  <a:lnTo>
                    <a:pt x="5032800" y="338429"/>
                  </a:lnTo>
                  <a:lnTo>
                    <a:pt x="5032894" y="338429"/>
                  </a:lnTo>
                  <a:lnTo>
                    <a:pt x="5032987" y="338429"/>
                  </a:lnTo>
                  <a:lnTo>
                    <a:pt x="5033080" y="338429"/>
                  </a:lnTo>
                  <a:lnTo>
                    <a:pt x="5033173" y="338429"/>
                  </a:lnTo>
                  <a:lnTo>
                    <a:pt x="5033267" y="338429"/>
                  </a:lnTo>
                  <a:lnTo>
                    <a:pt x="5033360" y="338429"/>
                  </a:lnTo>
                  <a:lnTo>
                    <a:pt x="5033453" y="338429"/>
                  </a:lnTo>
                  <a:lnTo>
                    <a:pt x="5033546" y="338429"/>
                  </a:lnTo>
                  <a:lnTo>
                    <a:pt x="5033640" y="338429"/>
                  </a:lnTo>
                  <a:lnTo>
                    <a:pt x="5033733" y="338429"/>
                  </a:lnTo>
                  <a:lnTo>
                    <a:pt x="5033826" y="338429"/>
                  </a:lnTo>
                  <a:lnTo>
                    <a:pt x="5033919" y="338429"/>
                  </a:lnTo>
                  <a:lnTo>
                    <a:pt x="5034013" y="338429"/>
                  </a:lnTo>
                  <a:lnTo>
                    <a:pt x="5034106" y="338429"/>
                  </a:lnTo>
                  <a:lnTo>
                    <a:pt x="5034199" y="338429"/>
                  </a:lnTo>
                  <a:lnTo>
                    <a:pt x="5034292" y="338429"/>
                  </a:lnTo>
                  <a:lnTo>
                    <a:pt x="5034386" y="338429"/>
                  </a:lnTo>
                  <a:lnTo>
                    <a:pt x="5034479" y="338429"/>
                  </a:lnTo>
                  <a:lnTo>
                    <a:pt x="5034572" y="338429"/>
                  </a:lnTo>
                  <a:lnTo>
                    <a:pt x="5034665" y="338429"/>
                  </a:lnTo>
                  <a:lnTo>
                    <a:pt x="5034759" y="338429"/>
                  </a:lnTo>
                  <a:lnTo>
                    <a:pt x="5034852" y="338429"/>
                  </a:lnTo>
                  <a:lnTo>
                    <a:pt x="5034945" y="338429"/>
                  </a:lnTo>
                  <a:lnTo>
                    <a:pt x="5035038" y="338429"/>
                  </a:lnTo>
                  <a:lnTo>
                    <a:pt x="5035132" y="338429"/>
                  </a:lnTo>
                  <a:lnTo>
                    <a:pt x="5035225" y="338429"/>
                  </a:lnTo>
                  <a:lnTo>
                    <a:pt x="5035318" y="338429"/>
                  </a:lnTo>
                  <a:lnTo>
                    <a:pt x="5035411" y="338429"/>
                  </a:lnTo>
                  <a:lnTo>
                    <a:pt x="5035505" y="338429"/>
                  </a:lnTo>
                  <a:lnTo>
                    <a:pt x="5035598" y="338429"/>
                  </a:lnTo>
                  <a:lnTo>
                    <a:pt x="5035691" y="338429"/>
                  </a:lnTo>
                  <a:lnTo>
                    <a:pt x="5035784" y="338429"/>
                  </a:lnTo>
                  <a:lnTo>
                    <a:pt x="5035878" y="338429"/>
                  </a:lnTo>
                  <a:lnTo>
                    <a:pt x="5035971" y="338429"/>
                  </a:lnTo>
                  <a:lnTo>
                    <a:pt x="5036064" y="338429"/>
                  </a:lnTo>
                  <a:lnTo>
                    <a:pt x="5036157" y="338429"/>
                  </a:lnTo>
                  <a:lnTo>
                    <a:pt x="5036251" y="338429"/>
                  </a:lnTo>
                  <a:lnTo>
                    <a:pt x="5036344" y="338429"/>
                  </a:lnTo>
                  <a:lnTo>
                    <a:pt x="5036437" y="338429"/>
                  </a:lnTo>
                  <a:lnTo>
                    <a:pt x="5036530" y="338429"/>
                  </a:lnTo>
                  <a:lnTo>
                    <a:pt x="5036624" y="338429"/>
                  </a:lnTo>
                  <a:lnTo>
                    <a:pt x="5036717" y="338429"/>
                  </a:lnTo>
                  <a:lnTo>
                    <a:pt x="5036810" y="338429"/>
                  </a:lnTo>
                  <a:lnTo>
                    <a:pt x="5036903" y="338429"/>
                  </a:lnTo>
                  <a:lnTo>
                    <a:pt x="5036996" y="338429"/>
                  </a:lnTo>
                  <a:lnTo>
                    <a:pt x="5037090" y="338429"/>
                  </a:lnTo>
                  <a:lnTo>
                    <a:pt x="5037183" y="338429"/>
                  </a:lnTo>
                  <a:lnTo>
                    <a:pt x="5037276" y="338429"/>
                  </a:lnTo>
                  <a:lnTo>
                    <a:pt x="5037369" y="338429"/>
                  </a:lnTo>
                  <a:lnTo>
                    <a:pt x="5037463" y="338429"/>
                  </a:lnTo>
                  <a:lnTo>
                    <a:pt x="5037556" y="338429"/>
                  </a:lnTo>
                  <a:lnTo>
                    <a:pt x="5037649" y="338429"/>
                  </a:lnTo>
                  <a:lnTo>
                    <a:pt x="5037742" y="338429"/>
                  </a:lnTo>
                  <a:lnTo>
                    <a:pt x="5037836" y="338429"/>
                  </a:lnTo>
                  <a:lnTo>
                    <a:pt x="5037929" y="338429"/>
                  </a:lnTo>
                  <a:lnTo>
                    <a:pt x="5038022" y="338429"/>
                  </a:lnTo>
                  <a:lnTo>
                    <a:pt x="5038115" y="338429"/>
                  </a:lnTo>
                  <a:lnTo>
                    <a:pt x="5038209" y="338429"/>
                  </a:lnTo>
                  <a:lnTo>
                    <a:pt x="5038302" y="338429"/>
                  </a:lnTo>
                  <a:lnTo>
                    <a:pt x="5038395" y="338429"/>
                  </a:lnTo>
                  <a:lnTo>
                    <a:pt x="5038488" y="338429"/>
                  </a:lnTo>
                  <a:lnTo>
                    <a:pt x="5038582" y="338429"/>
                  </a:lnTo>
                  <a:lnTo>
                    <a:pt x="5038675" y="338429"/>
                  </a:lnTo>
                  <a:lnTo>
                    <a:pt x="5038768" y="338429"/>
                  </a:lnTo>
                  <a:lnTo>
                    <a:pt x="5038861" y="338429"/>
                  </a:lnTo>
                  <a:lnTo>
                    <a:pt x="5038955" y="338429"/>
                  </a:lnTo>
                  <a:lnTo>
                    <a:pt x="5039048" y="338429"/>
                  </a:lnTo>
                  <a:lnTo>
                    <a:pt x="5039141" y="338429"/>
                  </a:lnTo>
                  <a:lnTo>
                    <a:pt x="5039234" y="338429"/>
                  </a:lnTo>
                  <a:lnTo>
                    <a:pt x="5039328" y="338429"/>
                  </a:lnTo>
                  <a:lnTo>
                    <a:pt x="5039421" y="338429"/>
                  </a:lnTo>
                  <a:lnTo>
                    <a:pt x="5039514" y="338429"/>
                  </a:lnTo>
                  <a:lnTo>
                    <a:pt x="5039607" y="338429"/>
                  </a:lnTo>
                  <a:lnTo>
                    <a:pt x="5039701" y="338429"/>
                  </a:lnTo>
                  <a:lnTo>
                    <a:pt x="5039794" y="338429"/>
                  </a:lnTo>
                  <a:lnTo>
                    <a:pt x="5039887" y="338429"/>
                  </a:lnTo>
                  <a:lnTo>
                    <a:pt x="5039980" y="338429"/>
                  </a:lnTo>
                  <a:lnTo>
                    <a:pt x="5040074" y="338429"/>
                  </a:lnTo>
                  <a:lnTo>
                    <a:pt x="5040167" y="338429"/>
                  </a:lnTo>
                  <a:lnTo>
                    <a:pt x="5040260" y="338429"/>
                  </a:lnTo>
                  <a:lnTo>
                    <a:pt x="5040353" y="338429"/>
                  </a:lnTo>
                  <a:lnTo>
                    <a:pt x="5040447" y="338429"/>
                  </a:lnTo>
                  <a:lnTo>
                    <a:pt x="5040540" y="338429"/>
                  </a:lnTo>
                  <a:lnTo>
                    <a:pt x="5040633" y="338429"/>
                  </a:lnTo>
                  <a:lnTo>
                    <a:pt x="5040726" y="338429"/>
                  </a:lnTo>
                  <a:lnTo>
                    <a:pt x="5040820" y="338429"/>
                  </a:lnTo>
                  <a:lnTo>
                    <a:pt x="5040913" y="338429"/>
                  </a:lnTo>
                  <a:lnTo>
                    <a:pt x="5041006" y="338429"/>
                  </a:lnTo>
                  <a:lnTo>
                    <a:pt x="5041099" y="338429"/>
                  </a:lnTo>
                  <a:lnTo>
                    <a:pt x="5041193" y="338429"/>
                  </a:lnTo>
                  <a:lnTo>
                    <a:pt x="5041286" y="338429"/>
                  </a:lnTo>
                  <a:lnTo>
                    <a:pt x="5041379" y="338429"/>
                  </a:lnTo>
                  <a:lnTo>
                    <a:pt x="5041472" y="338429"/>
                  </a:lnTo>
                  <a:lnTo>
                    <a:pt x="5041566" y="338429"/>
                  </a:lnTo>
                  <a:lnTo>
                    <a:pt x="5041659" y="338429"/>
                  </a:lnTo>
                  <a:lnTo>
                    <a:pt x="5041752" y="338429"/>
                  </a:lnTo>
                  <a:lnTo>
                    <a:pt x="5041845" y="338429"/>
                  </a:lnTo>
                  <a:lnTo>
                    <a:pt x="5041939" y="338429"/>
                  </a:lnTo>
                  <a:lnTo>
                    <a:pt x="5042032" y="338429"/>
                  </a:lnTo>
                  <a:lnTo>
                    <a:pt x="5042125" y="338429"/>
                  </a:lnTo>
                  <a:lnTo>
                    <a:pt x="5042218" y="338429"/>
                  </a:lnTo>
                  <a:lnTo>
                    <a:pt x="5042312" y="338429"/>
                  </a:lnTo>
                  <a:lnTo>
                    <a:pt x="5042405" y="338429"/>
                  </a:lnTo>
                  <a:lnTo>
                    <a:pt x="5042498" y="338429"/>
                  </a:lnTo>
                  <a:lnTo>
                    <a:pt x="5042591" y="338429"/>
                  </a:lnTo>
                  <a:lnTo>
                    <a:pt x="5042685" y="338429"/>
                  </a:lnTo>
                  <a:lnTo>
                    <a:pt x="5042778" y="338429"/>
                  </a:lnTo>
                  <a:lnTo>
                    <a:pt x="5042871" y="338429"/>
                  </a:lnTo>
                  <a:lnTo>
                    <a:pt x="5042964" y="338429"/>
                  </a:lnTo>
                  <a:lnTo>
                    <a:pt x="5043058" y="338429"/>
                  </a:lnTo>
                  <a:lnTo>
                    <a:pt x="5043151" y="338429"/>
                  </a:lnTo>
                  <a:lnTo>
                    <a:pt x="5043244" y="338429"/>
                  </a:lnTo>
                  <a:lnTo>
                    <a:pt x="5043337" y="338429"/>
                  </a:lnTo>
                  <a:lnTo>
                    <a:pt x="5043431" y="338429"/>
                  </a:lnTo>
                  <a:lnTo>
                    <a:pt x="5043524" y="338429"/>
                  </a:lnTo>
                  <a:lnTo>
                    <a:pt x="5043617" y="338429"/>
                  </a:lnTo>
                  <a:lnTo>
                    <a:pt x="5043710" y="338429"/>
                  </a:lnTo>
                  <a:lnTo>
                    <a:pt x="5043803" y="338429"/>
                  </a:lnTo>
                  <a:lnTo>
                    <a:pt x="5043897" y="338429"/>
                  </a:lnTo>
                  <a:lnTo>
                    <a:pt x="5043990" y="338429"/>
                  </a:lnTo>
                  <a:lnTo>
                    <a:pt x="5044083" y="338429"/>
                  </a:lnTo>
                  <a:lnTo>
                    <a:pt x="5044176" y="338429"/>
                  </a:lnTo>
                  <a:lnTo>
                    <a:pt x="5044270" y="338429"/>
                  </a:lnTo>
                  <a:lnTo>
                    <a:pt x="5044363" y="338429"/>
                  </a:lnTo>
                  <a:lnTo>
                    <a:pt x="5044456" y="338429"/>
                  </a:lnTo>
                  <a:lnTo>
                    <a:pt x="5044549" y="338429"/>
                  </a:lnTo>
                  <a:lnTo>
                    <a:pt x="5044643" y="338429"/>
                  </a:lnTo>
                  <a:lnTo>
                    <a:pt x="5044736" y="338429"/>
                  </a:lnTo>
                  <a:lnTo>
                    <a:pt x="5044829" y="338429"/>
                  </a:lnTo>
                  <a:lnTo>
                    <a:pt x="5044922" y="338429"/>
                  </a:lnTo>
                  <a:lnTo>
                    <a:pt x="5045016" y="338429"/>
                  </a:lnTo>
                  <a:lnTo>
                    <a:pt x="5045109" y="338429"/>
                  </a:lnTo>
                  <a:lnTo>
                    <a:pt x="5045202" y="338429"/>
                  </a:lnTo>
                  <a:lnTo>
                    <a:pt x="5045295" y="338429"/>
                  </a:lnTo>
                  <a:lnTo>
                    <a:pt x="5045389" y="338429"/>
                  </a:lnTo>
                  <a:lnTo>
                    <a:pt x="5045482" y="338429"/>
                  </a:lnTo>
                  <a:lnTo>
                    <a:pt x="5045575" y="338429"/>
                  </a:lnTo>
                  <a:lnTo>
                    <a:pt x="5045668" y="338429"/>
                  </a:lnTo>
                  <a:lnTo>
                    <a:pt x="5045762" y="338429"/>
                  </a:lnTo>
                  <a:lnTo>
                    <a:pt x="5045855" y="338429"/>
                  </a:lnTo>
                  <a:lnTo>
                    <a:pt x="5045948" y="338429"/>
                  </a:lnTo>
                  <a:lnTo>
                    <a:pt x="5046041" y="338429"/>
                  </a:lnTo>
                  <a:lnTo>
                    <a:pt x="5046135" y="338429"/>
                  </a:lnTo>
                  <a:lnTo>
                    <a:pt x="5046228" y="338429"/>
                  </a:lnTo>
                  <a:lnTo>
                    <a:pt x="5046321" y="338429"/>
                  </a:lnTo>
                  <a:lnTo>
                    <a:pt x="5046414" y="338429"/>
                  </a:lnTo>
                  <a:lnTo>
                    <a:pt x="5046508" y="338429"/>
                  </a:lnTo>
                  <a:lnTo>
                    <a:pt x="5046601" y="338429"/>
                  </a:lnTo>
                  <a:lnTo>
                    <a:pt x="5046694" y="338429"/>
                  </a:lnTo>
                  <a:lnTo>
                    <a:pt x="5046787" y="338429"/>
                  </a:lnTo>
                  <a:lnTo>
                    <a:pt x="5046881" y="338429"/>
                  </a:lnTo>
                  <a:lnTo>
                    <a:pt x="5046974" y="338429"/>
                  </a:lnTo>
                  <a:lnTo>
                    <a:pt x="5047067" y="338429"/>
                  </a:lnTo>
                  <a:lnTo>
                    <a:pt x="5047160" y="338429"/>
                  </a:lnTo>
                  <a:lnTo>
                    <a:pt x="5047254" y="338429"/>
                  </a:lnTo>
                  <a:lnTo>
                    <a:pt x="5047347" y="338429"/>
                  </a:lnTo>
                  <a:lnTo>
                    <a:pt x="5047440" y="338429"/>
                  </a:lnTo>
                  <a:lnTo>
                    <a:pt x="5047533" y="338429"/>
                  </a:lnTo>
                  <a:lnTo>
                    <a:pt x="5047627" y="338429"/>
                  </a:lnTo>
                  <a:lnTo>
                    <a:pt x="5047720" y="338429"/>
                  </a:lnTo>
                  <a:lnTo>
                    <a:pt x="5047813" y="338429"/>
                  </a:lnTo>
                  <a:lnTo>
                    <a:pt x="5047906" y="338429"/>
                  </a:lnTo>
                  <a:lnTo>
                    <a:pt x="5048000" y="338429"/>
                  </a:lnTo>
                  <a:lnTo>
                    <a:pt x="5048093" y="338429"/>
                  </a:lnTo>
                  <a:lnTo>
                    <a:pt x="5048186" y="338429"/>
                  </a:lnTo>
                  <a:lnTo>
                    <a:pt x="5048279" y="338429"/>
                  </a:lnTo>
                  <a:lnTo>
                    <a:pt x="5048373" y="338429"/>
                  </a:lnTo>
                  <a:lnTo>
                    <a:pt x="5048466" y="338429"/>
                  </a:lnTo>
                  <a:lnTo>
                    <a:pt x="5048559" y="338429"/>
                  </a:lnTo>
                  <a:lnTo>
                    <a:pt x="5048652" y="338429"/>
                  </a:lnTo>
                  <a:lnTo>
                    <a:pt x="5048746" y="338429"/>
                  </a:lnTo>
                  <a:lnTo>
                    <a:pt x="5048839" y="338429"/>
                  </a:lnTo>
                  <a:lnTo>
                    <a:pt x="5048932" y="338429"/>
                  </a:lnTo>
                  <a:lnTo>
                    <a:pt x="5049025" y="338429"/>
                  </a:lnTo>
                  <a:lnTo>
                    <a:pt x="5049119" y="338429"/>
                  </a:lnTo>
                  <a:lnTo>
                    <a:pt x="5049212" y="338429"/>
                  </a:lnTo>
                  <a:lnTo>
                    <a:pt x="5049305" y="338429"/>
                  </a:lnTo>
                  <a:lnTo>
                    <a:pt x="5049398" y="338429"/>
                  </a:lnTo>
                  <a:lnTo>
                    <a:pt x="5049492" y="338429"/>
                  </a:lnTo>
                  <a:lnTo>
                    <a:pt x="5049585" y="338429"/>
                  </a:lnTo>
                  <a:lnTo>
                    <a:pt x="5049678" y="338429"/>
                  </a:lnTo>
                  <a:lnTo>
                    <a:pt x="5049771" y="338429"/>
                  </a:lnTo>
                  <a:lnTo>
                    <a:pt x="5049865" y="338429"/>
                  </a:lnTo>
                  <a:lnTo>
                    <a:pt x="5049958" y="338429"/>
                  </a:lnTo>
                  <a:lnTo>
                    <a:pt x="5050051" y="338429"/>
                  </a:lnTo>
                  <a:lnTo>
                    <a:pt x="5050144" y="338429"/>
                  </a:lnTo>
                  <a:lnTo>
                    <a:pt x="5050238" y="338429"/>
                  </a:lnTo>
                  <a:lnTo>
                    <a:pt x="5050331" y="338429"/>
                  </a:lnTo>
                  <a:lnTo>
                    <a:pt x="5050424" y="338429"/>
                  </a:lnTo>
                  <a:lnTo>
                    <a:pt x="5050517" y="338429"/>
                  </a:lnTo>
                  <a:lnTo>
                    <a:pt x="5050611" y="338429"/>
                  </a:lnTo>
                  <a:lnTo>
                    <a:pt x="5050704" y="338429"/>
                  </a:lnTo>
                  <a:lnTo>
                    <a:pt x="5050797" y="338429"/>
                  </a:lnTo>
                  <a:lnTo>
                    <a:pt x="5050890" y="338429"/>
                  </a:lnTo>
                  <a:lnTo>
                    <a:pt x="5050983" y="338429"/>
                  </a:lnTo>
                  <a:lnTo>
                    <a:pt x="5051077" y="338429"/>
                  </a:lnTo>
                  <a:lnTo>
                    <a:pt x="5051170" y="338429"/>
                  </a:lnTo>
                  <a:lnTo>
                    <a:pt x="5051263" y="338429"/>
                  </a:lnTo>
                  <a:lnTo>
                    <a:pt x="5051356" y="338429"/>
                  </a:lnTo>
                  <a:lnTo>
                    <a:pt x="5051450" y="338429"/>
                  </a:lnTo>
                  <a:lnTo>
                    <a:pt x="5051543" y="338429"/>
                  </a:lnTo>
                  <a:lnTo>
                    <a:pt x="5051636" y="338429"/>
                  </a:lnTo>
                  <a:lnTo>
                    <a:pt x="5051729" y="338429"/>
                  </a:lnTo>
                  <a:lnTo>
                    <a:pt x="5051823" y="338429"/>
                  </a:lnTo>
                  <a:lnTo>
                    <a:pt x="5051916" y="338429"/>
                  </a:lnTo>
                  <a:lnTo>
                    <a:pt x="5052009" y="338429"/>
                  </a:lnTo>
                  <a:lnTo>
                    <a:pt x="5052102" y="338429"/>
                  </a:lnTo>
                  <a:lnTo>
                    <a:pt x="5052196" y="338429"/>
                  </a:lnTo>
                  <a:lnTo>
                    <a:pt x="5052289" y="338429"/>
                  </a:lnTo>
                  <a:lnTo>
                    <a:pt x="5052382" y="338429"/>
                  </a:lnTo>
                  <a:lnTo>
                    <a:pt x="5052475" y="338429"/>
                  </a:lnTo>
                  <a:lnTo>
                    <a:pt x="5052569" y="338429"/>
                  </a:lnTo>
                  <a:lnTo>
                    <a:pt x="5052662" y="338429"/>
                  </a:lnTo>
                  <a:lnTo>
                    <a:pt x="5052755" y="338429"/>
                  </a:lnTo>
                  <a:lnTo>
                    <a:pt x="5052848" y="338429"/>
                  </a:lnTo>
                  <a:lnTo>
                    <a:pt x="5052942" y="338429"/>
                  </a:lnTo>
                  <a:lnTo>
                    <a:pt x="5053035" y="338429"/>
                  </a:lnTo>
                  <a:lnTo>
                    <a:pt x="5053128" y="338429"/>
                  </a:lnTo>
                  <a:lnTo>
                    <a:pt x="5053221" y="338429"/>
                  </a:lnTo>
                  <a:lnTo>
                    <a:pt x="5053315" y="338429"/>
                  </a:lnTo>
                  <a:lnTo>
                    <a:pt x="5053408" y="338429"/>
                  </a:lnTo>
                  <a:lnTo>
                    <a:pt x="5053501" y="338429"/>
                  </a:lnTo>
                  <a:lnTo>
                    <a:pt x="5053594" y="338429"/>
                  </a:lnTo>
                  <a:lnTo>
                    <a:pt x="5053688" y="338429"/>
                  </a:lnTo>
                  <a:lnTo>
                    <a:pt x="5053781" y="338429"/>
                  </a:lnTo>
                  <a:lnTo>
                    <a:pt x="5053874" y="338429"/>
                  </a:lnTo>
                  <a:lnTo>
                    <a:pt x="5053967" y="338429"/>
                  </a:lnTo>
                  <a:lnTo>
                    <a:pt x="5054061" y="338429"/>
                  </a:lnTo>
                  <a:lnTo>
                    <a:pt x="5054154" y="338429"/>
                  </a:lnTo>
                  <a:lnTo>
                    <a:pt x="5054247" y="338429"/>
                  </a:lnTo>
                  <a:lnTo>
                    <a:pt x="5054340" y="338429"/>
                  </a:lnTo>
                  <a:lnTo>
                    <a:pt x="5054434" y="338429"/>
                  </a:lnTo>
                  <a:lnTo>
                    <a:pt x="5054527" y="338429"/>
                  </a:lnTo>
                  <a:lnTo>
                    <a:pt x="5054620" y="338429"/>
                  </a:lnTo>
                  <a:lnTo>
                    <a:pt x="5054713" y="338429"/>
                  </a:lnTo>
                  <a:lnTo>
                    <a:pt x="5054807" y="338429"/>
                  </a:lnTo>
                  <a:lnTo>
                    <a:pt x="5054900" y="338429"/>
                  </a:lnTo>
                  <a:lnTo>
                    <a:pt x="5054993" y="338429"/>
                  </a:lnTo>
                  <a:lnTo>
                    <a:pt x="5055086" y="338429"/>
                  </a:lnTo>
                  <a:lnTo>
                    <a:pt x="5055180" y="338429"/>
                  </a:lnTo>
                  <a:lnTo>
                    <a:pt x="5055273" y="338429"/>
                  </a:lnTo>
                  <a:lnTo>
                    <a:pt x="5055366" y="338429"/>
                  </a:lnTo>
                  <a:lnTo>
                    <a:pt x="5055459" y="338429"/>
                  </a:lnTo>
                  <a:lnTo>
                    <a:pt x="5055553" y="338429"/>
                  </a:lnTo>
                  <a:lnTo>
                    <a:pt x="5055646" y="338429"/>
                  </a:lnTo>
                  <a:lnTo>
                    <a:pt x="5055739" y="338429"/>
                  </a:lnTo>
                  <a:lnTo>
                    <a:pt x="5055832" y="338429"/>
                  </a:lnTo>
                  <a:lnTo>
                    <a:pt x="5055926" y="338429"/>
                  </a:lnTo>
                  <a:lnTo>
                    <a:pt x="5056019" y="338429"/>
                  </a:lnTo>
                  <a:lnTo>
                    <a:pt x="5056112" y="338429"/>
                  </a:lnTo>
                  <a:lnTo>
                    <a:pt x="5056205" y="338429"/>
                  </a:lnTo>
                  <a:lnTo>
                    <a:pt x="5056299" y="338429"/>
                  </a:lnTo>
                  <a:lnTo>
                    <a:pt x="5056392" y="338429"/>
                  </a:lnTo>
                  <a:lnTo>
                    <a:pt x="5056485" y="338429"/>
                  </a:lnTo>
                  <a:lnTo>
                    <a:pt x="5056578" y="338429"/>
                  </a:lnTo>
                  <a:lnTo>
                    <a:pt x="5056672" y="338429"/>
                  </a:lnTo>
                  <a:lnTo>
                    <a:pt x="5056765" y="338429"/>
                  </a:lnTo>
                  <a:lnTo>
                    <a:pt x="5056858" y="338429"/>
                  </a:lnTo>
                  <a:lnTo>
                    <a:pt x="5056951" y="338429"/>
                  </a:lnTo>
                  <a:lnTo>
                    <a:pt x="5057045" y="338429"/>
                  </a:lnTo>
                  <a:lnTo>
                    <a:pt x="5057138" y="338429"/>
                  </a:lnTo>
                  <a:lnTo>
                    <a:pt x="5057231" y="338429"/>
                  </a:lnTo>
                  <a:lnTo>
                    <a:pt x="5057324" y="338429"/>
                  </a:lnTo>
                  <a:lnTo>
                    <a:pt x="5057418" y="338429"/>
                  </a:lnTo>
                  <a:lnTo>
                    <a:pt x="5057511" y="338429"/>
                  </a:lnTo>
                  <a:lnTo>
                    <a:pt x="5057604" y="338429"/>
                  </a:lnTo>
                  <a:lnTo>
                    <a:pt x="5057697" y="338429"/>
                  </a:lnTo>
                  <a:lnTo>
                    <a:pt x="5057790" y="338429"/>
                  </a:lnTo>
                  <a:lnTo>
                    <a:pt x="5057884" y="338429"/>
                  </a:lnTo>
                  <a:lnTo>
                    <a:pt x="5057977" y="338429"/>
                  </a:lnTo>
                  <a:lnTo>
                    <a:pt x="5058070" y="338429"/>
                  </a:lnTo>
                  <a:lnTo>
                    <a:pt x="5058163" y="338429"/>
                  </a:lnTo>
                  <a:lnTo>
                    <a:pt x="5058257" y="338429"/>
                  </a:lnTo>
                  <a:lnTo>
                    <a:pt x="5058350" y="338429"/>
                  </a:lnTo>
                  <a:lnTo>
                    <a:pt x="5058443" y="338429"/>
                  </a:lnTo>
                  <a:lnTo>
                    <a:pt x="5058536" y="338429"/>
                  </a:lnTo>
                  <a:lnTo>
                    <a:pt x="5058630" y="338429"/>
                  </a:lnTo>
                  <a:lnTo>
                    <a:pt x="5058723" y="338429"/>
                  </a:lnTo>
                  <a:lnTo>
                    <a:pt x="5058816" y="338429"/>
                  </a:lnTo>
                  <a:lnTo>
                    <a:pt x="5058909" y="338429"/>
                  </a:lnTo>
                  <a:lnTo>
                    <a:pt x="5059003" y="338429"/>
                  </a:lnTo>
                  <a:lnTo>
                    <a:pt x="5059096" y="338429"/>
                  </a:lnTo>
                  <a:lnTo>
                    <a:pt x="5059189" y="338429"/>
                  </a:lnTo>
                  <a:lnTo>
                    <a:pt x="5059282" y="338429"/>
                  </a:lnTo>
                  <a:lnTo>
                    <a:pt x="5059376" y="338429"/>
                  </a:lnTo>
                  <a:lnTo>
                    <a:pt x="5059469" y="338429"/>
                  </a:lnTo>
                  <a:lnTo>
                    <a:pt x="5059562" y="338429"/>
                  </a:lnTo>
                  <a:lnTo>
                    <a:pt x="5059655" y="338429"/>
                  </a:lnTo>
                  <a:lnTo>
                    <a:pt x="5059749" y="338429"/>
                  </a:lnTo>
                  <a:lnTo>
                    <a:pt x="5059842" y="338429"/>
                  </a:lnTo>
                  <a:lnTo>
                    <a:pt x="5059935" y="338429"/>
                  </a:lnTo>
                  <a:lnTo>
                    <a:pt x="5060028" y="338429"/>
                  </a:lnTo>
                  <a:lnTo>
                    <a:pt x="5060122" y="338429"/>
                  </a:lnTo>
                  <a:lnTo>
                    <a:pt x="5060215" y="338429"/>
                  </a:lnTo>
                  <a:lnTo>
                    <a:pt x="5060308" y="338429"/>
                  </a:lnTo>
                  <a:lnTo>
                    <a:pt x="5060401" y="338429"/>
                  </a:lnTo>
                  <a:lnTo>
                    <a:pt x="5060495" y="338429"/>
                  </a:lnTo>
                  <a:lnTo>
                    <a:pt x="5060588" y="338429"/>
                  </a:lnTo>
                  <a:lnTo>
                    <a:pt x="5060681" y="338429"/>
                  </a:lnTo>
                  <a:lnTo>
                    <a:pt x="5060774" y="338429"/>
                  </a:lnTo>
                  <a:lnTo>
                    <a:pt x="5060868" y="338429"/>
                  </a:lnTo>
                  <a:lnTo>
                    <a:pt x="5060961" y="338429"/>
                  </a:lnTo>
                  <a:lnTo>
                    <a:pt x="5061054" y="338429"/>
                  </a:lnTo>
                  <a:lnTo>
                    <a:pt x="5061147" y="338429"/>
                  </a:lnTo>
                  <a:lnTo>
                    <a:pt x="5061241" y="338429"/>
                  </a:lnTo>
                  <a:lnTo>
                    <a:pt x="5061334" y="338429"/>
                  </a:lnTo>
                  <a:lnTo>
                    <a:pt x="5061427" y="338429"/>
                  </a:lnTo>
                  <a:lnTo>
                    <a:pt x="5061520" y="338429"/>
                  </a:lnTo>
                  <a:lnTo>
                    <a:pt x="5061614" y="338429"/>
                  </a:lnTo>
                  <a:lnTo>
                    <a:pt x="5061707" y="338429"/>
                  </a:lnTo>
                  <a:lnTo>
                    <a:pt x="5061800" y="338429"/>
                  </a:lnTo>
                  <a:lnTo>
                    <a:pt x="5061893" y="338429"/>
                  </a:lnTo>
                  <a:lnTo>
                    <a:pt x="5061987" y="338429"/>
                  </a:lnTo>
                  <a:lnTo>
                    <a:pt x="5062080" y="338429"/>
                  </a:lnTo>
                  <a:lnTo>
                    <a:pt x="5062173" y="338429"/>
                  </a:lnTo>
                  <a:lnTo>
                    <a:pt x="5062266" y="338429"/>
                  </a:lnTo>
                  <a:lnTo>
                    <a:pt x="5062360" y="338429"/>
                  </a:lnTo>
                  <a:lnTo>
                    <a:pt x="5062453" y="338429"/>
                  </a:lnTo>
                  <a:lnTo>
                    <a:pt x="5062546" y="338429"/>
                  </a:lnTo>
                  <a:lnTo>
                    <a:pt x="5062639" y="338429"/>
                  </a:lnTo>
                  <a:lnTo>
                    <a:pt x="5062733" y="338429"/>
                  </a:lnTo>
                  <a:lnTo>
                    <a:pt x="5062826" y="338429"/>
                  </a:lnTo>
                  <a:lnTo>
                    <a:pt x="5062919" y="338429"/>
                  </a:lnTo>
                  <a:lnTo>
                    <a:pt x="5063012" y="338429"/>
                  </a:lnTo>
                  <a:lnTo>
                    <a:pt x="5063106" y="338429"/>
                  </a:lnTo>
                  <a:lnTo>
                    <a:pt x="5063199" y="338429"/>
                  </a:lnTo>
                  <a:lnTo>
                    <a:pt x="5063292" y="338429"/>
                  </a:lnTo>
                  <a:lnTo>
                    <a:pt x="5063385" y="338429"/>
                  </a:lnTo>
                  <a:lnTo>
                    <a:pt x="5063479" y="338429"/>
                  </a:lnTo>
                  <a:lnTo>
                    <a:pt x="5063572" y="338429"/>
                  </a:lnTo>
                  <a:lnTo>
                    <a:pt x="5063665" y="338429"/>
                  </a:lnTo>
                  <a:lnTo>
                    <a:pt x="5063758" y="338429"/>
                  </a:lnTo>
                  <a:lnTo>
                    <a:pt x="5063852" y="338429"/>
                  </a:lnTo>
                  <a:lnTo>
                    <a:pt x="5063945" y="338429"/>
                  </a:lnTo>
                  <a:lnTo>
                    <a:pt x="5064038" y="338429"/>
                  </a:lnTo>
                  <a:lnTo>
                    <a:pt x="5064131" y="338429"/>
                  </a:lnTo>
                  <a:lnTo>
                    <a:pt x="5064225" y="338429"/>
                  </a:lnTo>
                  <a:lnTo>
                    <a:pt x="5064318" y="338429"/>
                  </a:lnTo>
                  <a:lnTo>
                    <a:pt x="5064411" y="338429"/>
                  </a:lnTo>
                  <a:lnTo>
                    <a:pt x="5064504" y="338429"/>
                  </a:lnTo>
                  <a:lnTo>
                    <a:pt x="5064597" y="338429"/>
                  </a:lnTo>
                  <a:lnTo>
                    <a:pt x="5064691" y="338429"/>
                  </a:lnTo>
                  <a:lnTo>
                    <a:pt x="5064784" y="338429"/>
                  </a:lnTo>
                  <a:lnTo>
                    <a:pt x="5064877" y="338429"/>
                  </a:lnTo>
                  <a:lnTo>
                    <a:pt x="5064970" y="338429"/>
                  </a:lnTo>
                  <a:lnTo>
                    <a:pt x="5065064" y="338429"/>
                  </a:lnTo>
                  <a:lnTo>
                    <a:pt x="5065157" y="338429"/>
                  </a:lnTo>
                  <a:lnTo>
                    <a:pt x="5065250" y="338429"/>
                  </a:lnTo>
                  <a:lnTo>
                    <a:pt x="5065343" y="338429"/>
                  </a:lnTo>
                  <a:lnTo>
                    <a:pt x="5065437" y="338429"/>
                  </a:lnTo>
                  <a:lnTo>
                    <a:pt x="5065530" y="338429"/>
                  </a:lnTo>
                  <a:lnTo>
                    <a:pt x="5065623" y="338429"/>
                  </a:lnTo>
                  <a:lnTo>
                    <a:pt x="5065716" y="338429"/>
                  </a:lnTo>
                  <a:lnTo>
                    <a:pt x="5065810" y="338429"/>
                  </a:lnTo>
                  <a:lnTo>
                    <a:pt x="5065903" y="338429"/>
                  </a:lnTo>
                  <a:lnTo>
                    <a:pt x="5065996" y="338429"/>
                  </a:lnTo>
                  <a:lnTo>
                    <a:pt x="5066089" y="338429"/>
                  </a:lnTo>
                  <a:lnTo>
                    <a:pt x="5066183" y="338429"/>
                  </a:lnTo>
                  <a:lnTo>
                    <a:pt x="5066276" y="338429"/>
                  </a:lnTo>
                  <a:lnTo>
                    <a:pt x="5066369" y="338429"/>
                  </a:lnTo>
                  <a:lnTo>
                    <a:pt x="5066462" y="338429"/>
                  </a:lnTo>
                  <a:lnTo>
                    <a:pt x="5066556" y="338429"/>
                  </a:lnTo>
                  <a:lnTo>
                    <a:pt x="5066649" y="338429"/>
                  </a:lnTo>
                  <a:lnTo>
                    <a:pt x="5066742" y="338429"/>
                  </a:lnTo>
                  <a:lnTo>
                    <a:pt x="5066835" y="338429"/>
                  </a:lnTo>
                  <a:lnTo>
                    <a:pt x="5066929" y="338429"/>
                  </a:lnTo>
                  <a:lnTo>
                    <a:pt x="5067022" y="338429"/>
                  </a:lnTo>
                  <a:lnTo>
                    <a:pt x="5067115" y="338429"/>
                  </a:lnTo>
                  <a:lnTo>
                    <a:pt x="5067208" y="338429"/>
                  </a:lnTo>
                  <a:lnTo>
                    <a:pt x="5067302" y="338429"/>
                  </a:lnTo>
                  <a:lnTo>
                    <a:pt x="5067395" y="338429"/>
                  </a:lnTo>
                  <a:lnTo>
                    <a:pt x="5067488" y="338429"/>
                  </a:lnTo>
                  <a:lnTo>
                    <a:pt x="5067581" y="338429"/>
                  </a:lnTo>
                  <a:lnTo>
                    <a:pt x="5067675" y="338429"/>
                  </a:lnTo>
                  <a:lnTo>
                    <a:pt x="5067768" y="338429"/>
                  </a:lnTo>
                  <a:lnTo>
                    <a:pt x="5067861" y="338429"/>
                  </a:lnTo>
                  <a:lnTo>
                    <a:pt x="5067954" y="338429"/>
                  </a:lnTo>
                  <a:lnTo>
                    <a:pt x="5068048" y="338429"/>
                  </a:lnTo>
                  <a:lnTo>
                    <a:pt x="5068141" y="338429"/>
                  </a:lnTo>
                  <a:lnTo>
                    <a:pt x="5068234" y="338429"/>
                  </a:lnTo>
                  <a:lnTo>
                    <a:pt x="5068327" y="338429"/>
                  </a:lnTo>
                  <a:lnTo>
                    <a:pt x="5068421" y="338429"/>
                  </a:lnTo>
                  <a:lnTo>
                    <a:pt x="5068514" y="338429"/>
                  </a:lnTo>
                  <a:lnTo>
                    <a:pt x="5068607" y="338429"/>
                  </a:lnTo>
                  <a:lnTo>
                    <a:pt x="5068700" y="338429"/>
                  </a:lnTo>
                  <a:lnTo>
                    <a:pt x="5068794" y="338429"/>
                  </a:lnTo>
                  <a:lnTo>
                    <a:pt x="5068887" y="338429"/>
                  </a:lnTo>
                  <a:lnTo>
                    <a:pt x="5068980" y="338429"/>
                  </a:lnTo>
                  <a:lnTo>
                    <a:pt x="5069073" y="338429"/>
                  </a:lnTo>
                  <a:lnTo>
                    <a:pt x="5069167" y="338429"/>
                  </a:lnTo>
                  <a:lnTo>
                    <a:pt x="5069260" y="338429"/>
                  </a:lnTo>
                  <a:lnTo>
                    <a:pt x="5069353" y="338429"/>
                  </a:lnTo>
                  <a:lnTo>
                    <a:pt x="5069446" y="338429"/>
                  </a:lnTo>
                  <a:lnTo>
                    <a:pt x="5069540" y="338429"/>
                  </a:lnTo>
                  <a:lnTo>
                    <a:pt x="5069633" y="338429"/>
                  </a:lnTo>
                  <a:lnTo>
                    <a:pt x="5069726" y="338429"/>
                  </a:lnTo>
                  <a:lnTo>
                    <a:pt x="5069819" y="338429"/>
                  </a:lnTo>
                  <a:lnTo>
                    <a:pt x="5069913" y="338429"/>
                  </a:lnTo>
                  <a:lnTo>
                    <a:pt x="5070006" y="338429"/>
                  </a:lnTo>
                  <a:lnTo>
                    <a:pt x="5070099" y="338429"/>
                  </a:lnTo>
                  <a:lnTo>
                    <a:pt x="5070192" y="338429"/>
                  </a:lnTo>
                  <a:lnTo>
                    <a:pt x="5070286" y="338429"/>
                  </a:lnTo>
                  <a:lnTo>
                    <a:pt x="5070379" y="338429"/>
                  </a:lnTo>
                  <a:lnTo>
                    <a:pt x="5070472" y="338429"/>
                  </a:lnTo>
                  <a:lnTo>
                    <a:pt x="5070565" y="338429"/>
                  </a:lnTo>
                  <a:lnTo>
                    <a:pt x="5070659" y="338429"/>
                  </a:lnTo>
                  <a:lnTo>
                    <a:pt x="5070752" y="338429"/>
                  </a:lnTo>
                  <a:lnTo>
                    <a:pt x="5070845" y="338429"/>
                  </a:lnTo>
                  <a:lnTo>
                    <a:pt x="5070938" y="338429"/>
                  </a:lnTo>
                  <a:lnTo>
                    <a:pt x="5071032" y="338429"/>
                  </a:lnTo>
                  <a:lnTo>
                    <a:pt x="5071125" y="338429"/>
                  </a:lnTo>
                  <a:lnTo>
                    <a:pt x="5071218" y="338429"/>
                  </a:lnTo>
                  <a:lnTo>
                    <a:pt x="5071311" y="338429"/>
                  </a:lnTo>
                  <a:lnTo>
                    <a:pt x="5071405" y="338429"/>
                  </a:lnTo>
                  <a:lnTo>
                    <a:pt x="5071498" y="338429"/>
                  </a:lnTo>
                  <a:lnTo>
                    <a:pt x="5071591" y="338429"/>
                  </a:lnTo>
                  <a:lnTo>
                    <a:pt x="5071684" y="338429"/>
                  </a:lnTo>
                  <a:lnTo>
                    <a:pt x="5071777" y="338429"/>
                  </a:lnTo>
                  <a:lnTo>
                    <a:pt x="5071871" y="338429"/>
                  </a:lnTo>
                  <a:lnTo>
                    <a:pt x="5071964" y="338429"/>
                  </a:lnTo>
                  <a:lnTo>
                    <a:pt x="5072057" y="338429"/>
                  </a:lnTo>
                  <a:lnTo>
                    <a:pt x="5072150" y="338429"/>
                  </a:lnTo>
                  <a:lnTo>
                    <a:pt x="5072244" y="338429"/>
                  </a:lnTo>
                  <a:lnTo>
                    <a:pt x="5072337" y="338429"/>
                  </a:lnTo>
                  <a:lnTo>
                    <a:pt x="5072430" y="338429"/>
                  </a:lnTo>
                  <a:lnTo>
                    <a:pt x="5072523" y="338429"/>
                  </a:lnTo>
                  <a:lnTo>
                    <a:pt x="5072617" y="338429"/>
                  </a:lnTo>
                  <a:lnTo>
                    <a:pt x="5072710" y="338429"/>
                  </a:lnTo>
                  <a:lnTo>
                    <a:pt x="5072803" y="338429"/>
                  </a:lnTo>
                  <a:lnTo>
                    <a:pt x="5072896" y="338429"/>
                  </a:lnTo>
                  <a:lnTo>
                    <a:pt x="5072990" y="338429"/>
                  </a:lnTo>
                  <a:lnTo>
                    <a:pt x="5073083" y="338429"/>
                  </a:lnTo>
                  <a:lnTo>
                    <a:pt x="5073176" y="338429"/>
                  </a:lnTo>
                  <a:lnTo>
                    <a:pt x="5073269" y="338429"/>
                  </a:lnTo>
                  <a:lnTo>
                    <a:pt x="5073363" y="338429"/>
                  </a:lnTo>
                  <a:lnTo>
                    <a:pt x="5073456" y="338429"/>
                  </a:lnTo>
                  <a:lnTo>
                    <a:pt x="5073549" y="338429"/>
                  </a:lnTo>
                  <a:lnTo>
                    <a:pt x="5073642" y="338429"/>
                  </a:lnTo>
                  <a:lnTo>
                    <a:pt x="5073736" y="338429"/>
                  </a:lnTo>
                  <a:lnTo>
                    <a:pt x="5073829" y="338429"/>
                  </a:lnTo>
                  <a:lnTo>
                    <a:pt x="5073922" y="338429"/>
                  </a:lnTo>
                  <a:lnTo>
                    <a:pt x="5074015" y="338429"/>
                  </a:lnTo>
                  <a:lnTo>
                    <a:pt x="5074109" y="338429"/>
                  </a:lnTo>
                  <a:lnTo>
                    <a:pt x="5074202" y="338429"/>
                  </a:lnTo>
                  <a:lnTo>
                    <a:pt x="5074295" y="338429"/>
                  </a:lnTo>
                  <a:lnTo>
                    <a:pt x="5074388" y="338429"/>
                  </a:lnTo>
                  <a:lnTo>
                    <a:pt x="5074482" y="338429"/>
                  </a:lnTo>
                  <a:lnTo>
                    <a:pt x="5074575" y="338429"/>
                  </a:lnTo>
                  <a:lnTo>
                    <a:pt x="5074668" y="338429"/>
                  </a:lnTo>
                  <a:lnTo>
                    <a:pt x="5074761" y="338429"/>
                  </a:lnTo>
                  <a:lnTo>
                    <a:pt x="5074855" y="338429"/>
                  </a:lnTo>
                  <a:lnTo>
                    <a:pt x="5074948" y="338429"/>
                  </a:lnTo>
                  <a:lnTo>
                    <a:pt x="5075041" y="338429"/>
                  </a:lnTo>
                  <a:lnTo>
                    <a:pt x="5075134" y="338429"/>
                  </a:lnTo>
                  <a:lnTo>
                    <a:pt x="5075228" y="338429"/>
                  </a:lnTo>
                  <a:lnTo>
                    <a:pt x="5075321" y="338429"/>
                  </a:lnTo>
                  <a:lnTo>
                    <a:pt x="5075414" y="338429"/>
                  </a:lnTo>
                  <a:lnTo>
                    <a:pt x="5075507" y="338429"/>
                  </a:lnTo>
                  <a:lnTo>
                    <a:pt x="5075601" y="338429"/>
                  </a:lnTo>
                  <a:lnTo>
                    <a:pt x="5075694" y="338429"/>
                  </a:lnTo>
                  <a:lnTo>
                    <a:pt x="5075787" y="338429"/>
                  </a:lnTo>
                  <a:lnTo>
                    <a:pt x="5075880" y="338429"/>
                  </a:lnTo>
                  <a:lnTo>
                    <a:pt x="5075974" y="338429"/>
                  </a:lnTo>
                  <a:lnTo>
                    <a:pt x="5076067" y="338429"/>
                  </a:lnTo>
                  <a:lnTo>
                    <a:pt x="5076160" y="338429"/>
                  </a:lnTo>
                  <a:lnTo>
                    <a:pt x="5076253" y="338429"/>
                  </a:lnTo>
                  <a:lnTo>
                    <a:pt x="5076347" y="338429"/>
                  </a:lnTo>
                  <a:lnTo>
                    <a:pt x="5076440" y="338429"/>
                  </a:lnTo>
                  <a:lnTo>
                    <a:pt x="5076533" y="338429"/>
                  </a:lnTo>
                  <a:lnTo>
                    <a:pt x="5076626" y="338429"/>
                  </a:lnTo>
                  <a:lnTo>
                    <a:pt x="5076720" y="338429"/>
                  </a:lnTo>
                  <a:lnTo>
                    <a:pt x="5076813" y="338429"/>
                  </a:lnTo>
                  <a:lnTo>
                    <a:pt x="5076906" y="338429"/>
                  </a:lnTo>
                  <a:lnTo>
                    <a:pt x="5076999" y="338429"/>
                  </a:lnTo>
                  <a:lnTo>
                    <a:pt x="5077093" y="338429"/>
                  </a:lnTo>
                  <a:lnTo>
                    <a:pt x="5077186" y="338429"/>
                  </a:lnTo>
                  <a:lnTo>
                    <a:pt x="5077279" y="338429"/>
                  </a:lnTo>
                  <a:lnTo>
                    <a:pt x="5077372" y="338429"/>
                  </a:lnTo>
                  <a:lnTo>
                    <a:pt x="5077466" y="338429"/>
                  </a:lnTo>
                  <a:lnTo>
                    <a:pt x="5077559" y="338429"/>
                  </a:lnTo>
                  <a:lnTo>
                    <a:pt x="5077652" y="338429"/>
                  </a:lnTo>
                  <a:lnTo>
                    <a:pt x="5077745" y="338429"/>
                  </a:lnTo>
                  <a:lnTo>
                    <a:pt x="5077839" y="338429"/>
                  </a:lnTo>
                  <a:lnTo>
                    <a:pt x="5077932" y="338429"/>
                  </a:lnTo>
                  <a:lnTo>
                    <a:pt x="5078025" y="338429"/>
                  </a:lnTo>
                  <a:lnTo>
                    <a:pt x="5078118" y="338429"/>
                  </a:lnTo>
                  <a:lnTo>
                    <a:pt x="5078212" y="338429"/>
                  </a:lnTo>
                  <a:lnTo>
                    <a:pt x="5078305" y="338429"/>
                  </a:lnTo>
                  <a:lnTo>
                    <a:pt x="5078398" y="338429"/>
                  </a:lnTo>
                  <a:lnTo>
                    <a:pt x="5078491" y="338429"/>
                  </a:lnTo>
                  <a:lnTo>
                    <a:pt x="5078584" y="338429"/>
                  </a:lnTo>
                  <a:lnTo>
                    <a:pt x="5078678" y="338429"/>
                  </a:lnTo>
                  <a:lnTo>
                    <a:pt x="5078771" y="338429"/>
                  </a:lnTo>
                  <a:lnTo>
                    <a:pt x="5078864" y="338429"/>
                  </a:lnTo>
                  <a:lnTo>
                    <a:pt x="5078957" y="338429"/>
                  </a:lnTo>
                  <a:lnTo>
                    <a:pt x="5079051" y="338429"/>
                  </a:lnTo>
                  <a:lnTo>
                    <a:pt x="5079144" y="338429"/>
                  </a:lnTo>
                  <a:lnTo>
                    <a:pt x="5079237" y="338429"/>
                  </a:lnTo>
                  <a:lnTo>
                    <a:pt x="5079330" y="338429"/>
                  </a:lnTo>
                  <a:lnTo>
                    <a:pt x="5079424" y="338429"/>
                  </a:lnTo>
                  <a:lnTo>
                    <a:pt x="5079517" y="338429"/>
                  </a:lnTo>
                  <a:lnTo>
                    <a:pt x="5079610" y="338429"/>
                  </a:lnTo>
                  <a:lnTo>
                    <a:pt x="5079703" y="338429"/>
                  </a:lnTo>
                  <a:lnTo>
                    <a:pt x="5079797" y="338429"/>
                  </a:lnTo>
                  <a:lnTo>
                    <a:pt x="5079890" y="338429"/>
                  </a:lnTo>
                  <a:lnTo>
                    <a:pt x="5079983" y="338429"/>
                  </a:lnTo>
                  <a:lnTo>
                    <a:pt x="5080076" y="338429"/>
                  </a:lnTo>
                  <a:lnTo>
                    <a:pt x="5080170" y="338429"/>
                  </a:lnTo>
                  <a:lnTo>
                    <a:pt x="5080263" y="338429"/>
                  </a:lnTo>
                  <a:lnTo>
                    <a:pt x="5080356" y="338429"/>
                  </a:lnTo>
                  <a:lnTo>
                    <a:pt x="5080449" y="338429"/>
                  </a:lnTo>
                  <a:lnTo>
                    <a:pt x="5080543" y="338429"/>
                  </a:lnTo>
                  <a:lnTo>
                    <a:pt x="5080636" y="338429"/>
                  </a:lnTo>
                  <a:lnTo>
                    <a:pt x="5080729" y="338429"/>
                  </a:lnTo>
                  <a:lnTo>
                    <a:pt x="5080822" y="338429"/>
                  </a:lnTo>
                  <a:lnTo>
                    <a:pt x="5080916" y="338429"/>
                  </a:lnTo>
                  <a:lnTo>
                    <a:pt x="5081009" y="338429"/>
                  </a:lnTo>
                  <a:lnTo>
                    <a:pt x="5081102" y="338429"/>
                  </a:lnTo>
                  <a:lnTo>
                    <a:pt x="5081195" y="338429"/>
                  </a:lnTo>
                  <a:lnTo>
                    <a:pt x="5081289" y="338429"/>
                  </a:lnTo>
                  <a:lnTo>
                    <a:pt x="5081382" y="338429"/>
                  </a:lnTo>
                  <a:lnTo>
                    <a:pt x="5081475" y="338429"/>
                  </a:lnTo>
                  <a:lnTo>
                    <a:pt x="5081568" y="338429"/>
                  </a:lnTo>
                  <a:lnTo>
                    <a:pt x="5081662" y="338429"/>
                  </a:lnTo>
                  <a:lnTo>
                    <a:pt x="5081755" y="338429"/>
                  </a:lnTo>
                  <a:lnTo>
                    <a:pt x="5081848" y="338429"/>
                  </a:lnTo>
                  <a:lnTo>
                    <a:pt x="5081941" y="338429"/>
                  </a:lnTo>
                  <a:lnTo>
                    <a:pt x="5082035" y="338429"/>
                  </a:lnTo>
                  <a:lnTo>
                    <a:pt x="5082128" y="338429"/>
                  </a:lnTo>
                  <a:lnTo>
                    <a:pt x="5082221" y="338429"/>
                  </a:lnTo>
                  <a:lnTo>
                    <a:pt x="5082314" y="338429"/>
                  </a:lnTo>
                  <a:lnTo>
                    <a:pt x="5082408" y="338429"/>
                  </a:lnTo>
                  <a:lnTo>
                    <a:pt x="5082501" y="338429"/>
                  </a:lnTo>
                  <a:lnTo>
                    <a:pt x="5082594" y="338429"/>
                  </a:lnTo>
                  <a:lnTo>
                    <a:pt x="5082687" y="338429"/>
                  </a:lnTo>
                  <a:lnTo>
                    <a:pt x="5082781" y="338429"/>
                  </a:lnTo>
                  <a:lnTo>
                    <a:pt x="5082874" y="338429"/>
                  </a:lnTo>
                  <a:lnTo>
                    <a:pt x="5082967" y="338429"/>
                  </a:lnTo>
                  <a:lnTo>
                    <a:pt x="5083060" y="338429"/>
                  </a:lnTo>
                  <a:lnTo>
                    <a:pt x="5083154" y="338429"/>
                  </a:lnTo>
                  <a:lnTo>
                    <a:pt x="5083247" y="338429"/>
                  </a:lnTo>
                  <a:lnTo>
                    <a:pt x="5083340" y="338429"/>
                  </a:lnTo>
                  <a:lnTo>
                    <a:pt x="5083433" y="338429"/>
                  </a:lnTo>
                  <a:lnTo>
                    <a:pt x="5083527" y="338429"/>
                  </a:lnTo>
                  <a:lnTo>
                    <a:pt x="5083620" y="338429"/>
                  </a:lnTo>
                  <a:lnTo>
                    <a:pt x="5083713" y="338429"/>
                  </a:lnTo>
                  <a:lnTo>
                    <a:pt x="5083806" y="338429"/>
                  </a:lnTo>
                  <a:lnTo>
                    <a:pt x="5083900" y="338429"/>
                  </a:lnTo>
                  <a:lnTo>
                    <a:pt x="5083993" y="338429"/>
                  </a:lnTo>
                  <a:lnTo>
                    <a:pt x="5084086" y="338429"/>
                  </a:lnTo>
                  <a:lnTo>
                    <a:pt x="5084179" y="338429"/>
                  </a:lnTo>
                  <a:lnTo>
                    <a:pt x="5084273" y="338429"/>
                  </a:lnTo>
                  <a:lnTo>
                    <a:pt x="5084366" y="338429"/>
                  </a:lnTo>
                  <a:lnTo>
                    <a:pt x="5084459" y="338429"/>
                  </a:lnTo>
                  <a:lnTo>
                    <a:pt x="5084552" y="338429"/>
                  </a:lnTo>
                  <a:lnTo>
                    <a:pt x="5084646" y="338429"/>
                  </a:lnTo>
                  <a:lnTo>
                    <a:pt x="5084739" y="338429"/>
                  </a:lnTo>
                  <a:lnTo>
                    <a:pt x="5084832" y="338429"/>
                  </a:lnTo>
                  <a:lnTo>
                    <a:pt x="5084925" y="338429"/>
                  </a:lnTo>
                  <a:lnTo>
                    <a:pt x="5085019" y="338429"/>
                  </a:lnTo>
                  <a:lnTo>
                    <a:pt x="5085112" y="338429"/>
                  </a:lnTo>
                  <a:lnTo>
                    <a:pt x="5085205" y="338429"/>
                  </a:lnTo>
                  <a:lnTo>
                    <a:pt x="5085298" y="338429"/>
                  </a:lnTo>
                  <a:lnTo>
                    <a:pt x="5085392" y="338429"/>
                  </a:lnTo>
                  <a:lnTo>
                    <a:pt x="5085485" y="338429"/>
                  </a:lnTo>
                  <a:lnTo>
                    <a:pt x="5085578" y="338429"/>
                  </a:lnTo>
                  <a:lnTo>
                    <a:pt x="5085671" y="338429"/>
                  </a:lnTo>
                  <a:lnTo>
                    <a:pt x="5085764" y="338429"/>
                  </a:lnTo>
                  <a:lnTo>
                    <a:pt x="5085858" y="338429"/>
                  </a:lnTo>
                  <a:lnTo>
                    <a:pt x="5085951" y="338429"/>
                  </a:lnTo>
                  <a:lnTo>
                    <a:pt x="5086044" y="338429"/>
                  </a:lnTo>
                  <a:lnTo>
                    <a:pt x="5086137" y="338429"/>
                  </a:lnTo>
                  <a:lnTo>
                    <a:pt x="5086231" y="338429"/>
                  </a:lnTo>
                  <a:lnTo>
                    <a:pt x="5086324" y="338429"/>
                  </a:lnTo>
                  <a:lnTo>
                    <a:pt x="5086417" y="338429"/>
                  </a:lnTo>
                  <a:lnTo>
                    <a:pt x="5086510" y="338429"/>
                  </a:lnTo>
                  <a:lnTo>
                    <a:pt x="5086604" y="338429"/>
                  </a:lnTo>
                  <a:lnTo>
                    <a:pt x="5086697" y="338429"/>
                  </a:lnTo>
                  <a:lnTo>
                    <a:pt x="5086790" y="338429"/>
                  </a:lnTo>
                  <a:lnTo>
                    <a:pt x="5086883" y="338429"/>
                  </a:lnTo>
                  <a:lnTo>
                    <a:pt x="5086977" y="338429"/>
                  </a:lnTo>
                  <a:lnTo>
                    <a:pt x="5087070" y="338429"/>
                  </a:lnTo>
                  <a:lnTo>
                    <a:pt x="5087163" y="338429"/>
                  </a:lnTo>
                  <a:lnTo>
                    <a:pt x="5087256" y="338429"/>
                  </a:lnTo>
                  <a:lnTo>
                    <a:pt x="5087350" y="338429"/>
                  </a:lnTo>
                  <a:lnTo>
                    <a:pt x="5087443" y="338429"/>
                  </a:lnTo>
                  <a:lnTo>
                    <a:pt x="5087536" y="338429"/>
                  </a:lnTo>
                  <a:lnTo>
                    <a:pt x="5087629" y="338429"/>
                  </a:lnTo>
                  <a:lnTo>
                    <a:pt x="5087723" y="338429"/>
                  </a:lnTo>
                  <a:lnTo>
                    <a:pt x="5087816" y="338429"/>
                  </a:lnTo>
                  <a:lnTo>
                    <a:pt x="5087909" y="338429"/>
                  </a:lnTo>
                  <a:lnTo>
                    <a:pt x="5088002" y="338429"/>
                  </a:lnTo>
                  <a:lnTo>
                    <a:pt x="5088096" y="338429"/>
                  </a:lnTo>
                  <a:lnTo>
                    <a:pt x="5088189" y="338429"/>
                  </a:lnTo>
                  <a:lnTo>
                    <a:pt x="5088282" y="338429"/>
                  </a:lnTo>
                  <a:lnTo>
                    <a:pt x="5088375" y="338429"/>
                  </a:lnTo>
                  <a:lnTo>
                    <a:pt x="5088469" y="338429"/>
                  </a:lnTo>
                  <a:lnTo>
                    <a:pt x="5088562" y="338429"/>
                  </a:lnTo>
                  <a:lnTo>
                    <a:pt x="5088655" y="338429"/>
                  </a:lnTo>
                  <a:lnTo>
                    <a:pt x="5088748" y="338429"/>
                  </a:lnTo>
                  <a:lnTo>
                    <a:pt x="5088842" y="338429"/>
                  </a:lnTo>
                  <a:lnTo>
                    <a:pt x="5088935" y="338429"/>
                  </a:lnTo>
                  <a:lnTo>
                    <a:pt x="5089028" y="338429"/>
                  </a:lnTo>
                  <a:lnTo>
                    <a:pt x="5089121" y="338429"/>
                  </a:lnTo>
                  <a:lnTo>
                    <a:pt x="5089215" y="338429"/>
                  </a:lnTo>
                  <a:lnTo>
                    <a:pt x="5089308" y="338429"/>
                  </a:lnTo>
                  <a:lnTo>
                    <a:pt x="5089401" y="338429"/>
                  </a:lnTo>
                  <a:lnTo>
                    <a:pt x="5089494" y="338429"/>
                  </a:lnTo>
                  <a:lnTo>
                    <a:pt x="5089588" y="338429"/>
                  </a:lnTo>
                  <a:lnTo>
                    <a:pt x="5089681" y="338429"/>
                  </a:lnTo>
                  <a:lnTo>
                    <a:pt x="5089774" y="338429"/>
                  </a:lnTo>
                  <a:lnTo>
                    <a:pt x="5089867" y="338429"/>
                  </a:lnTo>
                  <a:lnTo>
                    <a:pt x="5089961" y="338429"/>
                  </a:lnTo>
                  <a:lnTo>
                    <a:pt x="5090054" y="338429"/>
                  </a:lnTo>
                  <a:lnTo>
                    <a:pt x="5090147" y="338429"/>
                  </a:lnTo>
                  <a:lnTo>
                    <a:pt x="5090240" y="338429"/>
                  </a:lnTo>
                  <a:lnTo>
                    <a:pt x="5090334" y="338429"/>
                  </a:lnTo>
                  <a:lnTo>
                    <a:pt x="5090427" y="338429"/>
                  </a:lnTo>
                  <a:lnTo>
                    <a:pt x="5090520" y="338429"/>
                  </a:lnTo>
                  <a:lnTo>
                    <a:pt x="5090613" y="338429"/>
                  </a:lnTo>
                  <a:lnTo>
                    <a:pt x="5090707" y="338429"/>
                  </a:lnTo>
                  <a:lnTo>
                    <a:pt x="5090800" y="338429"/>
                  </a:lnTo>
                  <a:lnTo>
                    <a:pt x="5090893" y="338429"/>
                  </a:lnTo>
                  <a:lnTo>
                    <a:pt x="5090986" y="338429"/>
                  </a:lnTo>
                  <a:lnTo>
                    <a:pt x="5091080" y="338429"/>
                  </a:lnTo>
                  <a:lnTo>
                    <a:pt x="5091173" y="338429"/>
                  </a:lnTo>
                  <a:lnTo>
                    <a:pt x="5091266" y="338429"/>
                  </a:lnTo>
                  <a:lnTo>
                    <a:pt x="5091359" y="338429"/>
                  </a:lnTo>
                  <a:lnTo>
                    <a:pt x="5091453" y="338429"/>
                  </a:lnTo>
                  <a:lnTo>
                    <a:pt x="5091546" y="338429"/>
                  </a:lnTo>
                  <a:lnTo>
                    <a:pt x="5091639" y="338429"/>
                  </a:lnTo>
                  <a:lnTo>
                    <a:pt x="5091732" y="338429"/>
                  </a:lnTo>
                  <a:lnTo>
                    <a:pt x="5091826" y="338429"/>
                  </a:lnTo>
                  <a:lnTo>
                    <a:pt x="5091919" y="338429"/>
                  </a:lnTo>
                  <a:lnTo>
                    <a:pt x="5092012" y="338429"/>
                  </a:lnTo>
                  <a:lnTo>
                    <a:pt x="5092105" y="338429"/>
                  </a:lnTo>
                  <a:lnTo>
                    <a:pt x="5092199" y="338429"/>
                  </a:lnTo>
                  <a:lnTo>
                    <a:pt x="5092292" y="338429"/>
                  </a:lnTo>
                  <a:lnTo>
                    <a:pt x="5092385" y="338429"/>
                  </a:lnTo>
                  <a:lnTo>
                    <a:pt x="5092478" y="338429"/>
                  </a:lnTo>
                  <a:lnTo>
                    <a:pt x="5092571" y="338429"/>
                  </a:lnTo>
                  <a:lnTo>
                    <a:pt x="5092665" y="338429"/>
                  </a:lnTo>
                  <a:lnTo>
                    <a:pt x="5092758" y="338429"/>
                  </a:lnTo>
                  <a:lnTo>
                    <a:pt x="5092851" y="338429"/>
                  </a:lnTo>
                  <a:lnTo>
                    <a:pt x="5092944" y="338429"/>
                  </a:lnTo>
                  <a:lnTo>
                    <a:pt x="5093038" y="338429"/>
                  </a:lnTo>
                  <a:lnTo>
                    <a:pt x="5093131" y="338429"/>
                  </a:lnTo>
                  <a:lnTo>
                    <a:pt x="5093224" y="338429"/>
                  </a:lnTo>
                  <a:lnTo>
                    <a:pt x="5093317" y="338429"/>
                  </a:lnTo>
                  <a:lnTo>
                    <a:pt x="5093411" y="338429"/>
                  </a:lnTo>
                  <a:lnTo>
                    <a:pt x="5093504" y="338429"/>
                  </a:lnTo>
                  <a:lnTo>
                    <a:pt x="5093597" y="338429"/>
                  </a:lnTo>
                  <a:lnTo>
                    <a:pt x="5093690" y="338429"/>
                  </a:lnTo>
                  <a:lnTo>
                    <a:pt x="5093784" y="338429"/>
                  </a:lnTo>
                  <a:lnTo>
                    <a:pt x="5093877" y="338429"/>
                  </a:lnTo>
                  <a:lnTo>
                    <a:pt x="5093970" y="338429"/>
                  </a:lnTo>
                  <a:lnTo>
                    <a:pt x="5094063" y="338429"/>
                  </a:lnTo>
                  <a:lnTo>
                    <a:pt x="5094157" y="338429"/>
                  </a:lnTo>
                  <a:lnTo>
                    <a:pt x="5094250" y="338429"/>
                  </a:lnTo>
                  <a:lnTo>
                    <a:pt x="5094343" y="338429"/>
                  </a:lnTo>
                  <a:lnTo>
                    <a:pt x="5094436" y="338429"/>
                  </a:lnTo>
                  <a:lnTo>
                    <a:pt x="5094530" y="338429"/>
                  </a:lnTo>
                  <a:lnTo>
                    <a:pt x="5094623" y="338429"/>
                  </a:lnTo>
                  <a:lnTo>
                    <a:pt x="5094716" y="338429"/>
                  </a:lnTo>
                  <a:lnTo>
                    <a:pt x="5094809" y="338429"/>
                  </a:lnTo>
                  <a:lnTo>
                    <a:pt x="5094903" y="338429"/>
                  </a:lnTo>
                  <a:lnTo>
                    <a:pt x="5094996" y="338429"/>
                  </a:lnTo>
                  <a:lnTo>
                    <a:pt x="5095089" y="338429"/>
                  </a:lnTo>
                  <a:lnTo>
                    <a:pt x="5095182" y="338429"/>
                  </a:lnTo>
                  <a:lnTo>
                    <a:pt x="5095276" y="338429"/>
                  </a:lnTo>
                  <a:lnTo>
                    <a:pt x="5095369" y="338429"/>
                  </a:lnTo>
                  <a:lnTo>
                    <a:pt x="5095462" y="338429"/>
                  </a:lnTo>
                  <a:lnTo>
                    <a:pt x="5095555" y="338429"/>
                  </a:lnTo>
                  <a:lnTo>
                    <a:pt x="5095649" y="338429"/>
                  </a:lnTo>
                  <a:lnTo>
                    <a:pt x="5095742" y="338429"/>
                  </a:lnTo>
                  <a:lnTo>
                    <a:pt x="5095835" y="338429"/>
                  </a:lnTo>
                  <a:lnTo>
                    <a:pt x="5095928" y="338429"/>
                  </a:lnTo>
                  <a:lnTo>
                    <a:pt x="5096022" y="338429"/>
                  </a:lnTo>
                  <a:lnTo>
                    <a:pt x="5096115" y="338429"/>
                  </a:lnTo>
                  <a:lnTo>
                    <a:pt x="5096208" y="338429"/>
                  </a:lnTo>
                  <a:lnTo>
                    <a:pt x="5096301" y="338429"/>
                  </a:lnTo>
                  <a:lnTo>
                    <a:pt x="5096395" y="338429"/>
                  </a:lnTo>
                  <a:lnTo>
                    <a:pt x="5096488" y="338429"/>
                  </a:lnTo>
                  <a:lnTo>
                    <a:pt x="5096581" y="338429"/>
                  </a:lnTo>
                  <a:lnTo>
                    <a:pt x="5096674" y="338429"/>
                  </a:lnTo>
                  <a:lnTo>
                    <a:pt x="5096768" y="338429"/>
                  </a:lnTo>
                  <a:lnTo>
                    <a:pt x="5096861" y="338429"/>
                  </a:lnTo>
                  <a:lnTo>
                    <a:pt x="5096954" y="338429"/>
                  </a:lnTo>
                  <a:lnTo>
                    <a:pt x="5097047" y="338429"/>
                  </a:lnTo>
                  <a:lnTo>
                    <a:pt x="5097141" y="338429"/>
                  </a:lnTo>
                  <a:lnTo>
                    <a:pt x="5097234" y="338429"/>
                  </a:lnTo>
                  <a:lnTo>
                    <a:pt x="5097327" y="338429"/>
                  </a:lnTo>
                  <a:lnTo>
                    <a:pt x="5097420" y="338429"/>
                  </a:lnTo>
                  <a:lnTo>
                    <a:pt x="5097514" y="338429"/>
                  </a:lnTo>
                  <a:lnTo>
                    <a:pt x="5097607" y="338429"/>
                  </a:lnTo>
                  <a:lnTo>
                    <a:pt x="5097700" y="338429"/>
                  </a:lnTo>
                  <a:lnTo>
                    <a:pt x="5097793" y="338429"/>
                  </a:lnTo>
                  <a:lnTo>
                    <a:pt x="5097887" y="338429"/>
                  </a:lnTo>
                  <a:lnTo>
                    <a:pt x="5097980" y="338429"/>
                  </a:lnTo>
                  <a:lnTo>
                    <a:pt x="5098073" y="338429"/>
                  </a:lnTo>
                  <a:lnTo>
                    <a:pt x="5098166" y="338429"/>
                  </a:lnTo>
                  <a:lnTo>
                    <a:pt x="5098260" y="338429"/>
                  </a:lnTo>
                  <a:lnTo>
                    <a:pt x="5098353" y="338429"/>
                  </a:lnTo>
                  <a:lnTo>
                    <a:pt x="5098446" y="338429"/>
                  </a:lnTo>
                  <a:lnTo>
                    <a:pt x="5098539" y="338429"/>
                  </a:lnTo>
                  <a:lnTo>
                    <a:pt x="5098633" y="338429"/>
                  </a:lnTo>
                  <a:lnTo>
                    <a:pt x="5098726" y="338429"/>
                  </a:lnTo>
                  <a:lnTo>
                    <a:pt x="5098819" y="338429"/>
                  </a:lnTo>
                  <a:lnTo>
                    <a:pt x="5098912" y="338429"/>
                  </a:lnTo>
                  <a:lnTo>
                    <a:pt x="5099006" y="338429"/>
                  </a:lnTo>
                  <a:lnTo>
                    <a:pt x="5099099" y="338429"/>
                  </a:lnTo>
                  <a:lnTo>
                    <a:pt x="5099192" y="338429"/>
                  </a:lnTo>
                  <a:lnTo>
                    <a:pt x="5099285" y="338429"/>
                  </a:lnTo>
                  <a:lnTo>
                    <a:pt x="5099378" y="338429"/>
                  </a:lnTo>
                  <a:lnTo>
                    <a:pt x="5099472" y="338429"/>
                  </a:lnTo>
                  <a:lnTo>
                    <a:pt x="5099565" y="338429"/>
                  </a:lnTo>
                  <a:lnTo>
                    <a:pt x="5099658" y="338429"/>
                  </a:lnTo>
                  <a:lnTo>
                    <a:pt x="5099751" y="338429"/>
                  </a:lnTo>
                  <a:lnTo>
                    <a:pt x="5099845" y="338429"/>
                  </a:lnTo>
                  <a:lnTo>
                    <a:pt x="5099938" y="338429"/>
                  </a:lnTo>
                  <a:lnTo>
                    <a:pt x="5100031" y="338429"/>
                  </a:lnTo>
                  <a:lnTo>
                    <a:pt x="5100124" y="338429"/>
                  </a:lnTo>
                  <a:lnTo>
                    <a:pt x="5100218" y="338429"/>
                  </a:lnTo>
                  <a:lnTo>
                    <a:pt x="5100311" y="338429"/>
                  </a:lnTo>
                  <a:lnTo>
                    <a:pt x="5100404" y="338429"/>
                  </a:lnTo>
                  <a:lnTo>
                    <a:pt x="5100497" y="338429"/>
                  </a:lnTo>
                  <a:lnTo>
                    <a:pt x="5100591" y="338429"/>
                  </a:lnTo>
                  <a:lnTo>
                    <a:pt x="5100684" y="338429"/>
                  </a:lnTo>
                  <a:lnTo>
                    <a:pt x="5100777" y="338429"/>
                  </a:lnTo>
                  <a:lnTo>
                    <a:pt x="5100870" y="338429"/>
                  </a:lnTo>
                  <a:lnTo>
                    <a:pt x="5100964" y="338429"/>
                  </a:lnTo>
                  <a:lnTo>
                    <a:pt x="5101057" y="338429"/>
                  </a:lnTo>
                  <a:lnTo>
                    <a:pt x="5101150" y="338429"/>
                  </a:lnTo>
                  <a:lnTo>
                    <a:pt x="5101243" y="338429"/>
                  </a:lnTo>
                  <a:lnTo>
                    <a:pt x="5101337" y="338429"/>
                  </a:lnTo>
                  <a:lnTo>
                    <a:pt x="5101430" y="338429"/>
                  </a:lnTo>
                  <a:lnTo>
                    <a:pt x="5101523" y="338429"/>
                  </a:lnTo>
                  <a:lnTo>
                    <a:pt x="5101616" y="338429"/>
                  </a:lnTo>
                  <a:lnTo>
                    <a:pt x="5101710" y="338429"/>
                  </a:lnTo>
                  <a:lnTo>
                    <a:pt x="5101803" y="338429"/>
                  </a:lnTo>
                  <a:lnTo>
                    <a:pt x="5101896" y="338429"/>
                  </a:lnTo>
                  <a:lnTo>
                    <a:pt x="5101989" y="338429"/>
                  </a:lnTo>
                  <a:lnTo>
                    <a:pt x="5102083" y="338429"/>
                  </a:lnTo>
                  <a:lnTo>
                    <a:pt x="5102176" y="338429"/>
                  </a:lnTo>
                  <a:lnTo>
                    <a:pt x="5102269" y="338429"/>
                  </a:lnTo>
                  <a:lnTo>
                    <a:pt x="5102362" y="338429"/>
                  </a:lnTo>
                  <a:lnTo>
                    <a:pt x="5102456" y="338429"/>
                  </a:lnTo>
                  <a:lnTo>
                    <a:pt x="5102549" y="338429"/>
                  </a:lnTo>
                  <a:lnTo>
                    <a:pt x="5102642" y="338429"/>
                  </a:lnTo>
                  <a:lnTo>
                    <a:pt x="5102735" y="338429"/>
                  </a:lnTo>
                  <a:lnTo>
                    <a:pt x="5102829" y="338429"/>
                  </a:lnTo>
                  <a:lnTo>
                    <a:pt x="5102922" y="338429"/>
                  </a:lnTo>
                  <a:lnTo>
                    <a:pt x="5103015" y="338429"/>
                  </a:lnTo>
                  <a:lnTo>
                    <a:pt x="5103108" y="338429"/>
                  </a:lnTo>
                  <a:lnTo>
                    <a:pt x="5103202" y="338429"/>
                  </a:lnTo>
                  <a:lnTo>
                    <a:pt x="5103295" y="338429"/>
                  </a:lnTo>
                  <a:lnTo>
                    <a:pt x="5103388" y="338429"/>
                  </a:lnTo>
                  <a:lnTo>
                    <a:pt x="5103481" y="338429"/>
                  </a:lnTo>
                  <a:lnTo>
                    <a:pt x="5103575" y="338429"/>
                  </a:lnTo>
                  <a:lnTo>
                    <a:pt x="5103668" y="338429"/>
                  </a:lnTo>
                  <a:lnTo>
                    <a:pt x="5103761" y="338429"/>
                  </a:lnTo>
                  <a:lnTo>
                    <a:pt x="5103854" y="338429"/>
                  </a:lnTo>
                  <a:lnTo>
                    <a:pt x="5103948" y="338429"/>
                  </a:lnTo>
                  <a:lnTo>
                    <a:pt x="5104041" y="338429"/>
                  </a:lnTo>
                  <a:lnTo>
                    <a:pt x="5104134" y="338429"/>
                  </a:lnTo>
                  <a:lnTo>
                    <a:pt x="5104227" y="338429"/>
                  </a:lnTo>
                  <a:lnTo>
                    <a:pt x="5104321" y="338429"/>
                  </a:lnTo>
                  <a:lnTo>
                    <a:pt x="5104414" y="338429"/>
                  </a:lnTo>
                  <a:lnTo>
                    <a:pt x="5104507" y="338429"/>
                  </a:lnTo>
                  <a:lnTo>
                    <a:pt x="5104600" y="338429"/>
                  </a:lnTo>
                  <a:lnTo>
                    <a:pt x="5104694" y="338429"/>
                  </a:lnTo>
                  <a:lnTo>
                    <a:pt x="5104787" y="338429"/>
                  </a:lnTo>
                  <a:lnTo>
                    <a:pt x="5104880" y="338429"/>
                  </a:lnTo>
                  <a:lnTo>
                    <a:pt x="5104973" y="338429"/>
                  </a:lnTo>
                  <a:lnTo>
                    <a:pt x="5105067" y="338429"/>
                  </a:lnTo>
                  <a:lnTo>
                    <a:pt x="5105160" y="338429"/>
                  </a:lnTo>
                  <a:lnTo>
                    <a:pt x="5105253" y="338429"/>
                  </a:lnTo>
                  <a:lnTo>
                    <a:pt x="5105346" y="338429"/>
                  </a:lnTo>
                  <a:lnTo>
                    <a:pt x="5105440" y="338429"/>
                  </a:lnTo>
                  <a:lnTo>
                    <a:pt x="5105533" y="338429"/>
                  </a:lnTo>
                  <a:lnTo>
                    <a:pt x="5105626" y="338429"/>
                  </a:lnTo>
                  <a:lnTo>
                    <a:pt x="5105719" y="338429"/>
                  </a:lnTo>
                  <a:lnTo>
                    <a:pt x="5105813" y="338429"/>
                  </a:lnTo>
                  <a:lnTo>
                    <a:pt x="5105906" y="338429"/>
                  </a:lnTo>
                  <a:lnTo>
                    <a:pt x="5105999" y="338429"/>
                  </a:lnTo>
                  <a:lnTo>
                    <a:pt x="5105999" y="328476"/>
                  </a:lnTo>
                  <a:lnTo>
                    <a:pt x="5106092" y="328476"/>
                  </a:lnTo>
                  <a:lnTo>
                    <a:pt x="5106186" y="328476"/>
                  </a:lnTo>
                  <a:lnTo>
                    <a:pt x="5106279" y="328476"/>
                  </a:lnTo>
                  <a:lnTo>
                    <a:pt x="5106372" y="328476"/>
                  </a:lnTo>
                  <a:lnTo>
                    <a:pt x="5106465" y="328476"/>
                  </a:lnTo>
                  <a:lnTo>
                    <a:pt x="5106558" y="328476"/>
                  </a:lnTo>
                  <a:lnTo>
                    <a:pt x="5106652" y="328476"/>
                  </a:lnTo>
                  <a:lnTo>
                    <a:pt x="5106745" y="328476"/>
                  </a:lnTo>
                  <a:lnTo>
                    <a:pt x="5106838" y="328476"/>
                  </a:lnTo>
                  <a:lnTo>
                    <a:pt x="5106931" y="328476"/>
                  </a:lnTo>
                  <a:lnTo>
                    <a:pt x="5107025" y="328476"/>
                  </a:lnTo>
                  <a:lnTo>
                    <a:pt x="5107118" y="328476"/>
                  </a:lnTo>
                  <a:lnTo>
                    <a:pt x="5107211" y="328476"/>
                  </a:lnTo>
                  <a:lnTo>
                    <a:pt x="5107304" y="328476"/>
                  </a:lnTo>
                  <a:lnTo>
                    <a:pt x="5107398" y="328476"/>
                  </a:lnTo>
                  <a:lnTo>
                    <a:pt x="5107491" y="328476"/>
                  </a:lnTo>
                  <a:lnTo>
                    <a:pt x="5107584" y="328476"/>
                  </a:lnTo>
                  <a:lnTo>
                    <a:pt x="5107677" y="328476"/>
                  </a:lnTo>
                  <a:lnTo>
                    <a:pt x="5107771" y="328476"/>
                  </a:lnTo>
                  <a:lnTo>
                    <a:pt x="5107864" y="328476"/>
                  </a:lnTo>
                  <a:lnTo>
                    <a:pt x="5107957" y="328476"/>
                  </a:lnTo>
                  <a:lnTo>
                    <a:pt x="5108050" y="328476"/>
                  </a:lnTo>
                  <a:lnTo>
                    <a:pt x="5108144" y="328476"/>
                  </a:lnTo>
                  <a:lnTo>
                    <a:pt x="5108237" y="328476"/>
                  </a:lnTo>
                  <a:lnTo>
                    <a:pt x="5108330" y="328476"/>
                  </a:lnTo>
                  <a:lnTo>
                    <a:pt x="5108423" y="328476"/>
                  </a:lnTo>
                  <a:lnTo>
                    <a:pt x="5108517" y="328476"/>
                  </a:lnTo>
                  <a:lnTo>
                    <a:pt x="5108610" y="328476"/>
                  </a:lnTo>
                  <a:lnTo>
                    <a:pt x="5108703" y="328476"/>
                  </a:lnTo>
                  <a:lnTo>
                    <a:pt x="5108796" y="328476"/>
                  </a:lnTo>
                  <a:lnTo>
                    <a:pt x="5108890" y="328476"/>
                  </a:lnTo>
                  <a:lnTo>
                    <a:pt x="5108983" y="328476"/>
                  </a:lnTo>
                  <a:lnTo>
                    <a:pt x="5109076" y="328476"/>
                  </a:lnTo>
                  <a:lnTo>
                    <a:pt x="5109169" y="328476"/>
                  </a:lnTo>
                  <a:lnTo>
                    <a:pt x="5109263" y="328476"/>
                  </a:lnTo>
                  <a:lnTo>
                    <a:pt x="5109356" y="328476"/>
                  </a:lnTo>
                  <a:lnTo>
                    <a:pt x="5109449" y="328476"/>
                  </a:lnTo>
                  <a:lnTo>
                    <a:pt x="5109542" y="328476"/>
                  </a:lnTo>
                  <a:lnTo>
                    <a:pt x="5109636" y="328476"/>
                  </a:lnTo>
                  <a:lnTo>
                    <a:pt x="5109729" y="328476"/>
                  </a:lnTo>
                  <a:lnTo>
                    <a:pt x="5109822" y="328476"/>
                  </a:lnTo>
                  <a:lnTo>
                    <a:pt x="5109915" y="328476"/>
                  </a:lnTo>
                  <a:lnTo>
                    <a:pt x="5110009" y="328476"/>
                  </a:lnTo>
                  <a:lnTo>
                    <a:pt x="5110102" y="328476"/>
                  </a:lnTo>
                  <a:lnTo>
                    <a:pt x="5110195" y="328476"/>
                  </a:lnTo>
                  <a:lnTo>
                    <a:pt x="5110288" y="328476"/>
                  </a:lnTo>
                  <a:lnTo>
                    <a:pt x="5110382" y="328476"/>
                  </a:lnTo>
                  <a:lnTo>
                    <a:pt x="5110475" y="328476"/>
                  </a:lnTo>
                  <a:lnTo>
                    <a:pt x="5110568" y="328476"/>
                  </a:lnTo>
                  <a:lnTo>
                    <a:pt x="5110661" y="328476"/>
                  </a:lnTo>
                  <a:lnTo>
                    <a:pt x="5110755" y="328476"/>
                  </a:lnTo>
                  <a:lnTo>
                    <a:pt x="5110848" y="328476"/>
                  </a:lnTo>
                  <a:lnTo>
                    <a:pt x="5110941" y="328476"/>
                  </a:lnTo>
                  <a:lnTo>
                    <a:pt x="5111034" y="328476"/>
                  </a:lnTo>
                  <a:lnTo>
                    <a:pt x="5111128" y="328476"/>
                  </a:lnTo>
                  <a:lnTo>
                    <a:pt x="5111221" y="328476"/>
                  </a:lnTo>
                  <a:lnTo>
                    <a:pt x="5111314" y="328476"/>
                  </a:lnTo>
                  <a:lnTo>
                    <a:pt x="5111407" y="328476"/>
                  </a:lnTo>
                  <a:lnTo>
                    <a:pt x="5111501" y="328476"/>
                  </a:lnTo>
                  <a:lnTo>
                    <a:pt x="5111594" y="328476"/>
                  </a:lnTo>
                  <a:lnTo>
                    <a:pt x="5111687" y="328476"/>
                  </a:lnTo>
                  <a:lnTo>
                    <a:pt x="5111780" y="328476"/>
                  </a:lnTo>
                  <a:lnTo>
                    <a:pt x="5111874" y="328476"/>
                  </a:lnTo>
                  <a:lnTo>
                    <a:pt x="5111967" y="328476"/>
                  </a:lnTo>
                  <a:lnTo>
                    <a:pt x="5112060" y="328476"/>
                  </a:lnTo>
                  <a:lnTo>
                    <a:pt x="5112153" y="328476"/>
                  </a:lnTo>
                  <a:lnTo>
                    <a:pt x="5112247" y="328476"/>
                  </a:lnTo>
                  <a:lnTo>
                    <a:pt x="5112340" y="328476"/>
                  </a:lnTo>
                  <a:lnTo>
                    <a:pt x="5112433" y="328476"/>
                  </a:lnTo>
                  <a:lnTo>
                    <a:pt x="5112526" y="328476"/>
                  </a:lnTo>
                  <a:lnTo>
                    <a:pt x="5112620" y="328476"/>
                  </a:lnTo>
                  <a:lnTo>
                    <a:pt x="5112713" y="328476"/>
                  </a:lnTo>
                  <a:lnTo>
                    <a:pt x="5112806" y="328476"/>
                  </a:lnTo>
                  <a:lnTo>
                    <a:pt x="5112899" y="328476"/>
                  </a:lnTo>
                  <a:lnTo>
                    <a:pt x="5112993" y="328476"/>
                  </a:lnTo>
                  <a:lnTo>
                    <a:pt x="5113086" y="328476"/>
                  </a:lnTo>
                  <a:lnTo>
                    <a:pt x="5113179" y="328476"/>
                  </a:lnTo>
                  <a:lnTo>
                    <a:pt x="5113272" y="328476"/>
                  </a:lnTo>
                  <a:lnTo>
                    <a:pt x="5113365" y="328476"/>
                  </a:lnTo>
                  <a:lnTo>
                    <a:pt x="5113459" y="328476"/>
                  </a:lnTo>
                  <a:lnTo>
                    <a:pt x="5113552" y="328476"/>
                  </a:lnTo>
                  <a:lnTo>
                    <a:pt x="5113645" y="328476"/>
                  </a:lnTo>
                  <a:lnTo>
                    <a:pt x="5113738" y="328476"/>
                  </a:lnTo>
                  <a:lnTo>
                    <a:pt x="5113832" y="328476"/>
                  </a:lnTo>
                  <a:lnTo>
                    <a:pt x="5113925" y="328476"/>
                  </a:lnTo>
                  <a:lnTo>
                    <a:pt x="5114018" y="328476"/>
                  </a:lnTo>
                  <a:lnTo>
                    <a:pt x="5114111" y="328476"/>
                  </a:lnTo>
                  <a:lnTo>
                    <a:pt x="5114205" y="328476"/>
                  </a:lnTo>
                  <a:lnTo>
                    <a:pt x="5114298" y="328476"/>
                  </a:lnTo>
                  <a:lnTo>
                    <a:pt x="5114391" y="328476"/>
                  </a:lnTo>
                  <a:lnTo>
                    <a:pt x="5114484" y="328476"/>
                  </a:lnTo>
                  <a:lnTo>
                    <a:pt x="5114578" y="328476"/>
                  </a:lnTo>
                  <a:lnTo>
                    <a:pt x="5114671" y="328476"/>
                  </a:lnTo>
                  <a:lnTo>
                    <a:pt x="5114764" y="328476"/>
                  </a:lnTo>
                  <a:lnTo>
                    <a:pt x="5114857" y="328476"/>
                  </a:lnTo>
                  <a:lnTo>
                    <a:pt x="5114951" y="328476"/>
                  </a:lnTo>
                  <a:lnTo>
                    <a:pt x="5115044" y="328476"/>
                  </a:lnTo>
                  <a:lnTo>
                    <a:pt x="5115137" y="328476"/>
                  </a:lnTo>
                  <a:lnTo>
                    <a:pt x="5115230" y="328476"/>
                  </a:lnTo>
                  <a:lnTo>
                    <a:pt x="5115324" y="328476"/>
                  </a:lnTo>
                  <a:lnTo>
                    <a:pt x="5115417" y="328476"/>
                  </a:lnTo>
                  <a:lnTo>
                    <a:pt x="5115510" y="328476"/>
                  </a:lnTo>
                  <a:lnTo>
                    <a:pt x="5115603" y="328476"/>
                  </a:lnTo>
                  <a:lnTo>
                    <a:pt x="5115697" y="328476"/>
                  </a:lnTo>
                  <a:lnTo>
                    <a:pt x="5115790" y="328476"/>
                  </a:lnTo>
                  <a:lnTo>
                    <a:pt x="5115883" y="328476"/>
                  </a:lnTo>
                  <a:lnTo>
                    <a:pt x="5115976" y="328476"/>
                  </a:lnTo>
                  <a:lnTo>
                    <a:pt x="5116070" y="328476"/>
                  </a:lnTo>
                  <a:lnTo>
                    <a:pt x="5116163" y="328476"/>
                  </a:lnTo>
                  <a:lnTo>
                    <a:pt x="5116256" y="328476"/>
                  </a:lnTo>
                  <a:lnTo>
                    <a:pt x="5116349" y="328476"/>
                  </a:lnTo>
                  <a:lnTo>
                    <a:pt x="5116443" y="328476"/>
                  </a:lnTo>
                  <a:lnTo>
                    <a:pt x="5116536" y="328476"/>
                  </a:lnTo>
                  <a:lnTo>
                    <a:pt x="5116629" y="328476"/>
                  </a:lnTo>
                  <a:lnTo>
                    <a:pt x="5116722" y="328476"/>
                  </a:lnTo>
                  <a:lnTo>
                    <a:pt x="5116816" y="328476"/>
                  </a:lnTo>
                  <a:lnTo>
                    <a:pt x="5116909" y="328476"/>
                  </a:lnTo>
                  <a:lnTo>
                    <a:pt x="5117002" y="328476"/>
                  </a:lnTo>
                  <a:lnTo>
                    <a:pt x="5117095" y="328476"/>
                  </a:lnTo>
                  <a:lnTo>
                    <a:pt x="5117189" y="328476"/>
                  </a:lnTo>
                  <a:lnTo>
                    <a:pt x="5117282" y="328476"/>
                  </a:lnTo>
                  <a:lnTo>
                    <a:pt x="5117375" y="328476"/>
                  </a:lnTo>
                  <a:lnTo>
                    <a:pt x="5117468" y="328476"/>
                  </a:lnTo>
                  <a:lnTo>
                    <a:pt x="5117562" y="328476"/>
                  </a:lnTo>
                  <a:lnTo>
                    <a:pt x="5117655" y="328476"/>
                  </a:lnTo>
                  <a:lnTo>
                    <a:pt x="5117748" y="328476"/>
                  </a:lnTo>
                  <a:lnTo>
                    <a:pt x="5117841" y="328476"/>
                  </a:lnTo>
                  <a:lnTo>
                    <a:pt x="5117935" y="328476"/>
                  </a:lnTo>
                  <a:lnTo>
                    <a:pt x="5118028" y="328476"/>
                  </a:lnTo>
                  <a:lnTo>
                    <a:pt x="5118121" y="328476"/>
                  </a:lnTo>
                  <a:lnTo>
                    <a:pt x="5118214" y="328476"/>
                  </a:lnTo>
                  <a:lnTo>
                    <a:pt x="5118308" y="328476"/>
                  </a:lnTo>
                  <a:lnTo>
                    <a:pt x="5118401" y="328476"/>
                  </a:lnTo>
                  <a:lnTo>
                    <a:pt x="5118494" y="328476"/>
                  </a:lnTo>
                  <a:lnTo>
                    <a:pt x="5118587" y="328476"/>
                  </a:lnTo>
                  <a:lnTo>
                    <a:pt x="5118681" y="328476"/>
                  </a:lnTo>
                  <a:lnTo>
                    <a:pt x="5118774" y="328476"/>
                  </a:lnTo>
                  <a:lnTo>
                    <a:pt x="5118867" y="328476"/>
                  </a:lnTo>
                  <a:lnTo>
                    <a:pt x="5118960" y="328476"/>
                  </a:lnTo>
                  <a:lnTo>
                    <a:pt x="5119054" y="328476"/>
                  </a:lnTo>
                  <a:lnTo>
                    <a:pt x="5119147" y="328476"/>
                  </a:lnTo>
                  <a:lnTo>
                    <a:pt x="5119240" y="328476"/>
                  </a:lnTo>
                  <a:lnTo>
                    <a:pt x="5119333" y="328476"/>
                  </a:lnTo>
                  <a:lnTo>
                    <a:pt x="5119427" y="328476"/>
                  </a:lnTo>
                  <a:lnTo>
                    <a:pt x="5119520" y="328476"/>
                  </a:lnTo>
                  <a:lnTo>
                    <a:pt x="5119613" y="328476"/>
                  </a:lnTo>
                  <a:lnTo>
                    <a:pt x="5119706" y="328476"/>
                  </a:lnTo>
                  <a:lnTo>
                    <a:pt x="5119800" y="328476"/>
                  </a:lnTo>
                  <a:lnTo>
                    <a:pt x="5119893" y="328476"/>
                  </a:lnTo>
                  <a:lnTo>
                    <a:pt x="5119986" y="328476"/>
                  </a:lnTo>
                  <a:lnTo>
                    <a:pt x="5120079" y="328476"/>
                  </a:lnTo>
                  <a:lnTo>
                    <a:pt x="5120172" y="328476"/>
                  </a:lnTo>
                  <a:lnTo>
                    <a:pt x="5120266" y="328476"/>
                  </a:lnTo>
                  <a:lnTo>
                    <a:pt x="5120359" y="328476"/>
                  </a:lnTo>
                  <a:lnTo>
                    <a:pt x="5120452" y="328476"/>
                  </a:lnTo>
                  <a:lnTo>
                    <a:pt x="5120545" y="328476"/>
                  </a:lnTo>
                  <a:lnTo>
                    <a:pt x="5120639" y="328476"/>
                  </a:lnTo>
                  <a:lnTo>
                    <a:pt x="5120732" y="328476"/>
                  </a:lnTo>
                  <a:lnTo>
                    <a:pt x="5120825" y="328476"/>
                  </a:lnTo>
                  <a:lnTo>
                    <a:pt x="5120918" y="328476"/>
                  </a:lnTo>
                  <a:lnTo>
                    <a:pt x="5121012" y="328476"/>
                  </a:lnTo>
                  <a:lnTo>
                    <a:pt x="5121105" y="328476"/>
                  </a:lnTo>
                  <a:lnTo>
                    <a:pt x="5121198" y="328476"/>
                  </a:lnTo>
                  <a:lnTo>
                    <a:pt x="5121291" y="328476"/>
                  </a:lnTo>
                  <a:lnTo>
                    <a:pt x="5121385" y="328476"/>
                  </a:lnTo>
                  <a:lnTo>
                    <a:pt x="5121478" y="328476"/>
                  </a:lnTo>
                  <a:lnTo>
                    <a:pt x="5121571" y="328476"/>
                  </a:lnTo>
                  <a:lnTo>
                    <a:pt x="5121664" y="328476"/>
                  </a:lnTo>
                  <a:lnTo>
                    <a:pt x="5121758" y="328476"/>
                  </a:lnTo>
                  <a:lnTo>
                    <a:pt x="5121851" y="328476"/>
                  </a:lnTo>
                  <a:lnTo>
                    <a:pt x="5121944" y="328476"/>
                  </a:lnTo>
                  <a:lnTo>
                    <a:pt x="5122037" y="328476"/>
                  </a:lnTo>
                  <a:lnTo>
                    <a:pt x="5122131" y="328476"/>
                  </a:lnTo>
                  <a:lnTo>
                    <a:pt x="5122224" y="328476"/>
                  </a:lnTo>
                  <a:lnTo>
                    <a:pt x="5122317" y="328476"/>
                  </a:lnTo>
                  <a:lnTo>
                    <a:pt x="5122410" y="328476"/>
                  </a:lnTo>
                  <a:lnTo>
                    <a:pt x="5122504" y="328476"/>
                  </a:lnTo>
                  <a:lnTo>
                    <a:pt x="5122597" y="328476"/>
                  </a:lnTo>
                  <a:lnTo>
                    <a:pt x="5122690" y="328476"/>
                  </a:lnTo>
                  <a:lnTo>
                    <a:pt x="5122783" y="328476"/>
                  </a:lnTo>
                  <a:lnTo>
                    <a:pt x="5122877" y="328476"/>
                  </a:lnTo>
                  <a:lnTo>
                    <a:pt x="5122970" y="328476"/>
                  </a:lnTo>
                  <a:lnTo>
                    <a:pt x="5123063" y="328476"/>
                  </a:lnTo>
                  <a:lnTo>
                    <a:pt x="5123156" y="328476"/>
                  </a:lnTo>
                  <a:lnTo>
                    <a:pt x="5123250" y="328476"/>
                  </a:lnTo>
                  <a:lnTo>
                    <a:pt x="5123343" y="328476"/>
                  </a:lnTo>
                  <a:lnTo>
                    <a:pt x="5123436" y="328476"/>
                  </a:lnTo>
                  <a:lnTo>
                    <a:pt x="5123529" y="328476"/>
                  </a:lnTo>
                  <a:lnTo>
                    <a:pt x="5123623" y="328476"/>
                  </a:lnTo>
                  <a:lnTo>
                    <a:pt x="5123716" y="328476"/>
                  </a:lnTo>
                  <a:lnTo>
                    <a:pt x="5123809" y="328476"/>
                  </a:lnTo>
                  <a:lnTo>
                    <a:pt x="5123902" y="328476"/>
                  </a:lnTo>
                  <a:lnTo>
                    <a:pt x="5123996" y="328476"/>
                  </a:lnTo>
                  <a:lnTo>
                    <a:pt x="5124089" y="328476"/>
                  </a:lnTo>
                  <a:lnTo>
                    <a:pt x="5124182" y="328476"/>
                  </a:lnTo>
                  <a:lnTo>
                    <a:pt x="5124275" y="328476"/>
                  </a:lnTo>
                  <a:lnTo>
                    <a:pt x="5124369" y="328476"/>
                  </a:lnTo>
                  <a:lnTo>
                    <a:pt x="5124462" y="328476"/>
                  </a:lnTo>
                  <a:lnTo>
                    <a:pt x="5124555" y="328476"/>
                  </a:lnTo>
                  <a:lnTo>
                    <a:pt x="5124648" y="328476"/>
                  </a:lnTo>
                  <a:lnTo>
                    <a:pt x="5124742" y="328476"/>
                  </a:lnTo>
                  <a:lnTo>
                    <a:pt x="5124835" y="328476"/>
                  </a:lnTo>
                  <a:lnTo>
                    <a:pt x="5124928" y="328476"/>
                  </a:lnTo>
                  <a:lnTo>
                    <a:pt x="5125021" y="328476"/>
                  </a:lnTo>
                  <a:lnTo>
                    <a:pt x="5125115" y="328476"/>
                  </a:lnTo>
                  <a:lnTo>
                    <a:pt x="5125208" y="328476"/>
                  </a:lnTo>
                  <a:lnTo>
                    <a:pt x="5125301" y="328476"/>
                  </a:lnTo>
                  <a:lnTo>
                    <a:pt x="5125394" y="328476"/>
                  </a:lnTo>
                  <a:lnTo>
                    <a:pt x="5125488" y="328476"/>
                  </a:lnTo>
                  <a:lnTo>
                    <a:pt x="5125581" y="328476"/>
                  </a:lnTo>
                  <a:lnTo>
                    <a:pt x="5125674" y="328476"/>
                  </a:lnTo>
                  <a:lnTo>
                    <a:pt x="5125767" y="328476"/>
                  </a:lnTo>
                  <a:lnTo>
                    <a:pt x="5125861" y="328476"/>
                  </a:lnTo>
                  <a:lnTo>
                    <a:pt x="5125954" y="328476"/>
                  </a:lnTo>
                  <a:lnTo>
                    <a:pt x="5126047" y="328476"/>
                  </a:lnTo>
                  <a:lnTo>
                    <a:pt x="5126140" y="328476"/>
                  </a:lnTo>
                  <a:lnTo>
                    <a:pt x="5126234" y="328476"/>
                  </a:lnTo>
                  <a:lnTo>
                    <a:pt x="5126327" y="328476"/>
                  </a:lnTo>
                  <a:lnTo>
                    <a:pt x="5126420" y="328476"/>
                  </a:lnTo>
                  <a:lnTo>
                    <a:pt x="5126513" y="328476"/>
                  </a:lnTo>
                  <a:lnTo>
                    <a:pt x="5126607" y="328476"/>
                  </a:lnTo>
                  <a:lnTo>
                    <a:pt x="5126700" y="328476"/>
                  </a:lnTo>
                  <a:lnTo>
                    <a:pt x="5126793" y="328476"/>
                  </a:lnTo>
                  <a:lnTo>
                    <a:pt x="5126886" y="328476"/>
                  </a:lnTo>
                  <a:lnTo>
                    <a:pt x="5126980" y="328476"/>
                  </a:lnTo>
                  <a:lnTo>
                    <a:pt x="5127073" y="328476"/>
                  </a:lnTo>
                  <a:lnTo>
                    <a:pt x="5127166" y="328476"/>
                  </a:lnTo>
                  <a:lnTo>
                    <a:pt x="5127259" y="328476"/>
                  </a:lnTo>
                  <a:lnTo>
                    <a:pt x="5127352" y="328476"/>
                  </a:lnTo>
                  <a:lnTo>
                    <a:pt x="5127446" y="328476"/>
                  </a:lnTo>
                  <a:lnTo>
                    <a:pt x="5127539" y="328476"/>
                  </a:lnTo>
                  <a:lnTo>
                    <a:pt x="5127632" y="328476"/>
                  </a:lnTo>
                  <a:lnTo>
                    <a:pt x="5127725" y="328476"/>
                  </a:lnTo>
                  <a:lnTo>
                    <a:pt x="5127819" y="328476"/>
                  </a:lnTo>
                  <a:lnTo>
                    <a:pt x="5127912" y="328476"/>
                  </a:lnTo>
                  <a:lnTo>
                    <a:pt x="5128005" y="328476"/>
                  </a:lnTo>
                  <a:lnTo>
                    <a:pt x="5128098" y="328476"/>
                  </a:lnTo>
                  <a:lnTo>
                    <a:pt x="5128192" y="328476"/>
                  </a:lnTo>
                  <a:lnTo>
                    <a:pt x="5128285" y="328476"/>
                  </a:lnTo>
                  <a:lnTo>
                    <a:pt x="5128378" y="328476"/>
                  </a:lnTo>
                  <a:lnTo>
                    <a:pt x="5128471" y="328476"/>
                  </a:lnTo>
                  <a:lnTo>
                    <a:pt x="5128565" y="328476"/>
                  </a:lnTo>
                  <a:lnTo>
                    <a:pt x="5128658" y="328476"/>
                  </a:lnTo>
                  <a:lnTo>
                    <a:pt x="5128751" y="328476"/>
                  </a:lnTo>
                  <a:lnTo>
                    <a:pt x="5128844" y="328476"/>
                  </a:lnTo>
                  <a:lnTo>
                    <a:pt x="5128938" y="328476"/>
                  </a:lnTo>
                  <a:lnTo>
                    <a:pt x="5129031" y="328476"/>
                  </a:lnTo>
                  <a:lnTo>
                    <a:pt x="5129124" y="328476"/>
                  </a:lnTo>
                  <a:lnTo>
                    <a:pt x="5129217" y="328476"/>
                  </a:lnTo>
                  <a:lnTo>
                    <a:pt x="5129311" y="328476"/>
                  </a:lnTo>
                  <a:lnTo>
                    <a:pt x="5129404" y="328476"/>
                  </a:lnTo>
                  <a:lnTo>
                    <a:pt x="5129497" y="328476"/>
                  </a:lnTo>
                  <a:lnTo>
                    <a:pt x="5129590" y="328476"/>
                  </a:lnTo>
                  <a:lnTo>
                    <a:pt x="5129684" y="328476"/>
                  </a:lnTo>
                  <a:lnTo>
                    <a:pt x="5129777" y="328476"/>
                  </a:lnTo>
                  <a:lnTo>
                    <a:pt x="5129870" y="328476"/>
                  </a:lnTo>
                  <a:lnTo>
                    <a:pt x="5129963" y="328476"/>
                  </a:lnTo>
                  <a:lnTo>
                    <a:pt x="5130057" y="328476"/>
                  </a:lnTo>
                  <a:lnTo>
                    <a:pt x="5130150" y="328476"/>
                  </a:lnTo>
                  <a:lnTo>
                    <a:pt x="5130243" y="328476"/>
                  </a:lnTo>
                  <a:lnTo>
                    <a:pt x="5130336" y="328476"/>
                  </a:lnTo>
                  <a:lnTo>
                    <a:pt x="5130430" y="328476"/>
                  </a:lnTo>
                  <a:lnTo>
                    <a:pt x="5130523" y="328476"/>
                  </a:lnTo>
                  <a:lnTo>
                    <a:pt x="5130616" y="328476"/>
                  </a:lnTo>
                  <a:lnTo>
                    <a:pt x="5130709" y="328476"/>
                  </a:lnTo>
                  <a:lnTo>
                    <a:pt x="5130803" y="328476"/>
                  </a:lnTo>
                  <a:lnTo>
                    <a:pt x="5130896" y="328476"/>
                  </a:lnTo>
                  <a:lnTo>
                    <a:pt x="5130989" y="328476"/>
                  </a:lnTo>
                  <a:lnTo>
                    <a:pt x="5131082" y="328476"/>
                  </a:lnTo>
                  <a:lnTo>
                    <a:pt x="5131176" y="328476"/>
                  </a:lnTo>
                  <a:lnTo>
                    <a:pt x="5131269" y="328476"/>
                  </a:lnTo>
                  <a:lnTo>
                    <a:pt x="5131362" y="328476"/>
                  </a:lnTo>
                  <a:lnTo>
                    <a:pt x="5131455" y="328476"/>
                  </a:lnTo>
                  <a:lnTo>
                    <a:pt x="5131549" y="328476"/>
                  </a:lnTo>
                  <a:lnTo>
                    <a:pt x="5131642" y="328476"/>
                  </a:lnTo>
                  <a:lnTo>
                    <a:pt x="5131735" y="328476"/>
                  </a:lnTo>
                  <a:lnTo>
                    <a:pt x="5131828" y="328476"/>
                  </a:lnTo>
                  <a:lnTo>
                    <a:pt x="5131922" y="328476"/>
                  </a:lnTo>
                  <a:lnTo>
                    <a:pt x="5132015" y="328476"/>
                  </a:lnTo>
                  <a:lnTo>
                    <a:pt x="5132108" y="328476"/>
                  </a:lnTo>
                  <a:lnTo>
                    <a:pt x="5132201" y="328476"/>
                  </a:lnTo>
                  <a:lnTo>
                    <a:pt x="5132295" y="328476"/>
                  </a:lnTo>
                  <a:lnTo>
                    <a:pt x="5132388" y="328476"/>
                  </a:lnTo>
                  <a:lnTo>
                    <a:pt x="5132481" y="328476"/>
                  </a:lnTo>
                  <a:lnTo>
                    <a:pt x="5132574" y="328476"/>
                  </a:lnTo>
                  <a:lnTo>
                    <a:pt x="5132668" y="328476"/>
                  </a:lnTo>
                  <a:lnTo>
                    <a:pt x="5132761" y="328476"/>
                  </a:lnTo>
                  <a:lnTo>
                    <a:pt x="5132854" y="328476"/>
                  </a:lnTo>
                  <a:lnTo>
                    <a:pt x="5132947" y="328476"/>
                  </a:lnTo>
                  <a:lnTo>
                    <a:pt x="5133041" y="328476"/>
                  </a:lnTo>
                  <a:lnTo>
                    <a:pt x="5133134" y="328476"/>
                  </a:lnTo>
                  <a:lnTo>
                    <a:pt x="5133227" y="328476"/>
                  </a:lnTo>
                  <a:lnTo>
                    <a:pt x="5133320" y="328476"/>
                  </a:lnTo>
                  <a:lnTo>
                    <a:pt x="5133414" y="328476"/>
                  </a:lnTo>
                  <a:lnTo>
                    <a:pt x="5133507" y="328476"/>
                  </a:lnTo>
                  <a:lnTo>
                    <a:pt x="5133600" y="328476"/>
                  </a:lnTo>
                  <a:lnTo>
                    <a:pt x="5133693" y="328476"/>
                  </a:lnTo>
                  <a:lnTo>
                    <a:pt x="5133787" y="328476"/>
                  </a:lnTo>
                  <a:lnTo>
                    <a:pt x="5133880" y="328476"/>
                  </a:lnTo>
                  <a:lnTo>
                    <a:pt x="5133973" y="328476"/>
                  </a:lnTo>
                  <a:lnTo>
                    <a:pt x="5134066" y="328476"/>
                  </a:lnTo>
                  <a:lnTo>
                    <a:pt x="5134159" y="328476"/>
                  </a:lnTo>
                  <a:lnTo>
                    <a:pt x="5134253" y="328476"/>
                  </a:lnTo>
                  <a:lnTo>
                    <a:pt x="5134346" y="328476"/>
                  </a:lnTo>
                  <a:lnTo>
                    <a:pt x="5134439" y="328476"/>
                  </a:lnTo>
                  <a:lnTo>
                    <a:pt x="5134532" y="328476"/>
                  </a:lnTo>
                  <a:lnTo>
                    <a:pt x="5134626" y="328476"/>
                  </a:lnTo>
                  <a:lnTo>
                    <a:pt x="5134719" y="328476"/>
                  </a:lnTo>
                  <a:lnTo>
                    <a:pt x="5134812" y="328476"/>
                  </a:lnTo>
                  <a:lnTo>
                    <a:pt x="5134905" y="328476"/>
                  </a:lnTo>
                  <a:lnTo>
                    <a:pt x="5134999" y="328476"/>
                  </a:lnTo>
                  <a:lnTo>
                    <a:pt x="5135092" y="328476"/>
                  </a:lnTo>
                  <a:lnTo>
                    <a:pt x="5135185" y="328476"/>
                  </a:lnTo>
                  <a:lnTo>
                    <a:pt x="5135278" y="328476"/>
                  </a:lnTo>
                  <a:lnTo>
                    <a:pt x="5135372" y="328476"/>
                  </a:lnTo>
                  <a:lnTo>
                    <a:pt x="5135465" y="328476"/>
                  </a:lnTo>
                  <a:lnTo>
                    <a:pt x="5135558" y="328476"/>
                  </a:lnTo>
                  <a:lnTo>
                    <a:pt x="5135651" y="328476"/>
                  </a:lnTo>
                  <a:lnTo>
                    <a:pt x="5135745" y="328476"/>
                  </a:lnTo>
                  <a:lnTo>
                    <a:pt x="5135838" y="328476"/>
                  </a:lnTo>
                  <a:lnTo>
                    <a:pt x="5135931" y="328476"/>
                  </a:lnTo>
                  <a:lnTo>
                    <a:pt x="5136024" y="328476"/>
                  </a:lnTo>
                  <a:lnTo>
                    <a:pt x="5136118" y="328476"/>
                  </a:lnTo>
                  <a:lnTo>
                    <a:pt x="5136211" y="328476"/>
                  </a:lnTo>
                  <a:lnTo>
                    <a:pt x="5136304" y="328476"/>
                  </a:lnTo>
                  <a:lnTo>
                    <a:pt x="5136397" y="328476"/>
                  </a:lnTo>
                  <a:lnTo>
                    <a:pt x="5136491" y="328476"/>
                  </a:lnTo>
                  <a:lnTo>
                    <a:pt x="5136584" y="328476"/>
                  </a:lnTo>
                  <a:lnTo>
                    <a:pt x="5136677" y="328476"/>
                  </a:lnTo>
                  <a:lnTo>
                    <a:pt x="5136770" y="328476"/>
                  </a:lnTo>
                  <a:lnTo>
                    <a:pt x="5136864" y="328476"/>
                  </a:lnTo>
                  <a:lnTo>
                    <a:pt x="5136957" y="328476"/>
                  </a:lnTo>
                  <a:lnTo>
                    <a:pt x="5137050" y="328476"/>
                  </a:lnTo>
                  <a:lnTo>
                    <a:pt x="5137143" y="328476"/>
                  </a:lnTo>
                  <a:lnTo>
                    <a:pt x="5137237" y="328476"/>
                  </a:lnTo>
                  <a:lnTo>
                    <a:pt x="5137330" y="328476"/>
                  </a:lnTo>
                  <a:lnTo>
                    <a:pt x="5137423" y="328476"/>
                  </a:lnTo>
                  <a:lnTo>
                    <a:pt x="5137516" y="328476"/>
                  </a:lnTo>
                  <a:lnTo>
                    <a:pt x="5137610" y="328476"/>
                  </a:lnTo>
                  <a:lnTo>
                    <a:pt x="5137703" y="328476"/>
                  </a:lnTo>
                  <a:lnTo>
                    <a:pt x="5137796" y="328476"/>
                  </a:lnTo>
                  <a:lnTo>
                    <a:pt x="5137889" y="328476"/>
                  </a:lnTo>
                  <a:lnTo>
                    <a:pt x="5137983" y="328476"/>
                  </a:lnTo>
                  <a:lnTo>
                    <a:pt x="5138076" y="328476"/>
                  </a:lnTo>
                  <a:lnTo>
                    <a:pt x="5138169" y="328476"/>
                  </a:lnTo>
                  <a:lnTo>
                    <a:pt x="5138262" y="328476"/>
                  </a:lnTo>
                  <a:lnTo>
                    <a:pt x="5138356" y="328476"/>
                  </a:lnTo>
                  <a:lnTo>
                    <a:pt x="5138449" y="328476"/>
                  </a:lnTo>
                  <a:lnTo>
                    <a:pt x="5138542" y="328476"/>
                  </a:lnTo>
                  <a:lnTo>
                    <a:pt x="5138635" y="328476"/>
                  </a:lnTo>
                  <a:lnTo>
                    <a:pt x="5138729" y="328476"/>
                  </a:lnTo>
                  <a:lnTo>
                    <a:pt x="5138822" y="328476"/>
                  </a:lnTo>
                  <a:lnTo>
                    <a:pt x="5138915" y="328476"/>
                  </a:lnTo>
                  <a:lnTo>
                    <a:pt x="5139008" y="328476"/>
                  </a:lnTo>
                  <a:lnTo>
                    <a:pt x="5139102" y="328476"/>
                  </a:lnTo>
                  <a:lnTo>
                    <a:pt x="5139195" y="328476"/>
                  </a:lnTo>
                  <a:lnTo>
                    <a:pt x="5139288" y="328476"/>
                  </a:lnTo>
                  <a:lnTo>
                    <a:pt x="5139381" y="328476"/>
                  </a:lnTo>
                  <a:lnTo>
                    <a:pt x="5139475" y="328476"/>
                  </a:lnTo>
                  <a:lnTo>
                    <a:pt x="5139568" y="328476"/>
                  </a:lnTo>
                  <a:lnTo>
                    <a:pt x="5139661" y="328476"/>
                  </a:lnTo>
                  <a:lnTo>
                    <a:pt x="5139754" y="328476"/>
                  </a:lnTo>
                  <a:lnTo>
                    <a:pt x="5139848" y="328476"/>
                  </a:lnTo>
                  <a:lnTo>
                    <a:pt x="5139941" y="328476"/>
                  </a:lnTo>
                  <a:lnTo>
                    <a:pt x="5140034" y="328476"/>
                  </a:lnTo>
                  <a:lnTo>
                    <a:pt x="5140127" y="328476"/>
                  </a:lnTo>
                  <a:lnTo>
                    <a:pt x="5140221" y="328476"/>
                  </a:lnTo>
                  <a:lnTo>
                    <a:pt x="5140314" y="328476"/>
                  </a:lnTo>
                  <a:lnTo>
                    <a:pt x="5140407" y="328476"/>
                  </a:lnTo>
                  <a:lnTo>
                    <a:pt x="5140500" y="328476"/>
                  </a:lnTo>
                  <a:lnTo>
                    <a:pt x="5140594" y="328476"/>
                  </a:lnTo>
                  <a:lnTo>
                    <a:pt x="5140687" y="328476"/>
                  </a:lnTo>
                  <a:lnTo>
                    <a:pt x="5140780" y="328476"/>
                  </a:lnTo>
                  <a:lnTo>
                    <a:pt x="5140873" y="328476"/>
                  </a:lnTo>
                  <a:lnTo>
                    <a:pt x="5140966" y="328476"/>
                  </a:lnTo>
                  <a:lnTo>
                    <a:pt x="5141060" y="328476"/>
                  </a:lnTo>
                  <a:lnTo>
                    <a:pt x="5141153" y="328476"/>
                  </a:lnTo>
                  <a:lnTo>
                    <a:pt x="5141246" y="328476"/>
                  </a:lnTo>
                  <a:lnTo>
                    <a:pt x="5141339" y="328476"/>
                  </a:lnTo>
                  <a:lnTo>
                    <a:pt x="5141433" y="328476"/>
                  </a:lnTo>
                  <a:lnTo>
                    <a:pt x="5141526" y="328476"/>
                  </a:lnTo>
                  <a:lnTo>
                    <a:pt x="5141619" y="328476"/>
                  </a:lnTo>
                  <a:lnTo>
                    <a:pt x="5141712" y="328476"/>
                  </a:lnTo>
                  <a:lnTo>
                    <a:pt x="5141806" y="328476"/>
                  </a:lnTo>
                  <a:lnTo>
                    <a:pt x="5141899" y="328476"/>
                  </a:lnTo>
                  <a:lnTo>
                    <a:pt x="5141992" y="328476"/>
                  </a:lnTo>
                  <a:lnTo>
                    <a:pt x="5142085" y="328476"/>
                  </a:lnTo>
                  <a:lnTo>
                    <a:pt x="5142179" y="328476"/>
                  </a:lnTo>
                  <a:lnTo>
                    <a:pt x="5142272" y="328476"/>
                  </a:lnTo>
                  <a:lnTo>
                    <a:pt x="5142365" y="328476"/>
                  </a:lnTo>
                  <a:lnTo>
                    <a:pt x="5142458" y="328476"/>
                  </a:lnTo>
                  <a:lnTo>
                    <a:pt x="5142552" y="328476"/>
                  </a:lnTo>
                  <a:lnTo>
                    <a:pt x="5142645" y="328476"/>
                  </a:lnTo>
                  <a:lnTo>
                    <a:pt x="5142738" y="328476"/>
                  </a:lnTo>
                  <a:lnTo>
                    <a:pt x="5142831" y="328476"/>
                  </a:lnTo>
                  <a:lnTo>
                    <a:pt x="5142925" y="328476"/>
                  </a:lnTo>
                  <a:lnTo>
                    <a:pt x="5143018" y="328476"/>
                  </a:lnTo>
                  <a:lnTo>
                    <a:pt x="5143111" y="328476"/>
                  </a:lnTo>
                  <a:lnTo>
                    <a:pt x="5143204" y="328476"/>
                  </a:lnTo>
                  <a:lnTo>
                    <a:pt x="5143298" y="328476"/>
                  </a:lnTo>
                  <a:lnTo>
                    <a:pt x="5143391" y="328476"/>
                  </a:lnTo>
                  <a:lnTo>
                    <a:pt x="5143484" y="328476"/>
                  </a:lnTo>
                  <a:lnTo>
                    <a:pt x="5143577" y="328476"/>
                  </a:lnTo>
                  <a:lnTo>
                    <a:pt x="5143671" y="328476"/>
                  </a:lnTo>
                  <a:lnTo>
                    <a:pt x="5143764" y="328476"/>
                  </a:lnTo>
                  <a:lnTo>
                    <a:pt x="5143857" y="328476"/>
                  </a:lnTo>
                  <a:lnTo>
                    <a:pt x="5143950" y="328476"/>
                  </a:lnTo>
                  <a:lnTo>
                    <a:pt x="5144044" y="328476"/>
                  </a:lnTo>
                  <a:lnTo>
                    <a:pt x="5144137" y="328476"/>
                  </a:lnTo>
                  <a:lnTo>
                    <a:pt x="5144230" y="328476"/>
                  </a:lnTo>
                  <a:lnTo>
                    <a:pt x="5144323" y="328476"/>
                  </a:lnTo>
                  <a:lnTo>
                    <a:pt x="5144417" y="328476"/>
                  </a:lnTo>
                  <a:lnTo>
                    <a:pt x="5144510" y="328476"/>
                  </a:lnTo>
                  <a:lnTo>
                    <a:pt x="5144603" y="328476"/>
                  </a:lnTo>
                  <a:lnTo>
                    <a:pt x="5144696" y="328476"/>
                  </a:lnTo>
                  <a:lnTo>
                    <a:pt x="5144790" y="328476"/>
                  </a:lnTo>
                  <a:lnTo>
                    <a:pt x="5144883" y="328476"/>
                  </a:lnTo>
                  <a:lnTo>
                    <a:pt x="5144976" y="328476"/>
                  </a:lnTo>
                  <a:lnTo>
                    <a:pt x="5145069" y="328476"/>
                  </a:lnTo>
                  <a:lnTo>
                    <a:pt x="5145163" y="328476"/>
                  </a:lnTo>
                  <a:lnTo>
                    <a:pt x="5145256" y="328476"/>
                  </a:lnTo>
                  <a:lnTo>
                    <a:pt x="5145349" y="328476"/>
                  </a:lnTo>
                  <a:lnTo>
                    <a:pt x="5145442" y="328476"/>
                  </a:lnTo>
                  <a:lnTo>
                    <a:pt x="5145536" y="328476"/>
                  </a:lnTo>
                  <a:lnTo>
                    <a:pt x="5145629" y="328476"/>
                  </a:lnTo>
                  <a:lnTo>
                    <a:pt x="5145722" y="328476"/>
                  </a:lnTo>
                  <a:lnTo>
                    <a:pt x="5145815" y="328476"/>
                  </a:lnTo>
                  <a:lnTo>
                    <a:pt x="5145909" y="328476"/>
                  </a:lnTo>
                  <a:lnTo>
                    <a:pt x="5146002" y="328476"/>
                  </a:lnTo>
                  <a:lnTo>
                    <a:pt x="5146095" y="328476"/>
                  </a:lnTo>
                  <a:lnTo>
                    <a:pt x="5146188" y="328476"/>
                  </a:lnTo>
                  <a:lnTo>
                    <a:pt x="5146282" y="328476"/>
                  </a:lnTo>
                  <a:lnTo>
                    <a:pt x="5146375" y="328476"/>
                  </a:lnTo>
                  <a:lnTo>
                    <a:pt x="5146468" y="328476"/>
                  </a:lnTo>
                  <a:lnTo>
                    <a:pt x="5146561" y="328476"/>
                  </a:lnTo>
                  <a:lnTo>
                    <a:pt x="5146655" y="328476"/>
                  </a:lnTo>
                  <a:lnTo>
                    <a:pt x="5146748" y="328476"/>
                  </a:lnTo>
                  <a:lnTo>
                    <a:pt x="5146841" y="328476"/>
                  </a:lnTo>
                  <a:lnTo>
                    <a:pt x="5146934" y="328476"/>
                  </a:lnTo>
                  <a:lnTo>
                    <a:pt x="5147028" y="328476"/>
                  </a:lnTo>
                  <a:lnTo>
                    <a:pt x="5147121" y="328476"/>
                  </a:lnTo>
                  <a:lnTo>
                    <a:pt x="5147214" y="328476"/>
                  </a:lnTo>
                  <a:lnTo>
                    <a:pt x="5147307" y="328476"/>
                  </a:lnTo>
                  <a:lnTo>
                    <a:pt x="5147401" y="328476"/>
                  </a:lnTo>
                  <a:lnTo>
                    <a:pt x="5147494" y="328476"/>
                  </a:lnTo>
                  <a:lnTo>
                    <a:pt x="5147587" y="328476"/>
                  </a:lnTo>
                  <a:lnTo>
                    <a:pt x="5147680" y="328476"/>
                  </a:lnTo>
                  <a:lnTo>
                    <a:pt x="5147774" y="328476"/>
                  </a:lnTo>
                  <a:lnTo>
                    <a:pt x="5147867" y="328476"/>
                  </a:lnTo>
                  <a:lnTo>
                    <a:pt x="5147960" y="328476"/>
                  </a:lnTo>
                  <a:lnTo>
                    <a:pt x="5148053" y="328476"/>
                  </a:lnTo>
                  <a:lnTo>
                    <a:pt x="5148146" y="328476"/>
                  </a:lnTo>
                  <a:lnTo>
                    <a:pt x="5148240" y="328476"/>
                  </a:lnTo>
                  <a:lnTo>
                    <a:pt x="5148333" y="328476"/>
                  </a:lnTo>
                  <a:lnTo>
                    <a:pt x="5148426" y="328476"/>
                  </a:lnTo>
                  <a:lnTo>
                    <a:pt x="5148519" y="328476"/>
                  </a:lnTo>
                  <a:lnTo>
                    <a:pt x="5148613" y="328476"/>
                  </a:lnTo>
                  <a:lnTo>
                    <a:pt x="5148706" y="328476"/>
                  </a:lnTo>
                  <a:lnTo>
                    <a:pt x="5148799" y="328476"/>
                  </a:lnTo>
                  <a:lnTo>
                    <a:pt x="5148892" y="328476"/>
                  </a:lnTo>
                  <a:lnTo>
                    <a:pt x="5148986" y="328476"/>
                  </a:lnTo>
                  <a:lnTo>
                    <a:pt x="5149079" y="328476"/>
                  </a:lnTo>
                  <a:lnTo>
                    <a:pt x="5149172" y="328476"/>
                  </a:lnTo>
                  <a:lnTo>
                    <a:pt x="5149265" y="328476"/>
                  </a:lnTo>
                  <a:lnTo>
                    <a:pt x="5149359" y="328476"/>
                  </a:lnTo>
                  <a:lnTo>
                    <a:pt x="5149452" y="328476"/>
                  </a:lnTo>
                  <a:lnTo>
                    <a:pt x="5149545" y="328476"/>
                  </a:lnTo>
                  <a:lnTo>
                    <a:pt x="5149638" y="328476"/>
                  </a:lnTo>
                  <a:lnTo>
                    <a:pt x="5149732" y="328476"/>
                  </a:lnTo>
                  <a:lnTo>
                    <a:pt x="5149825" y="328476"/>
                  </a:lnTo>
                  <a:lnTo>
                    <a:pt x="5149918" y="328476"/>
                  </a:lnTo>
                  <a:lnTo>
                    <a:pt x="5150011" y="328476"/>
                  </a:lnTo>
                  <a:lnTo>
                    <a:pt x="5150105" y="328476"/>
                  </a:lnTo>
                  <a:lnTo>
                    <a:pt x="5150198" y="328476"/>
                  </a:lnTo>
                  <a:lnTo>
                    <a:pt x="5150198" y="318522"/>
                  </a:lnTo>
                  <a:lnTo>
                    <a:pt x="5150291" y="318522"/>
                  </a:lnTo>
                  <a:lnTo>
                    <a:pt x="5150384" y="318522"/>
                  </a:lnTo>
                  <a:lnTo>
                    <a:pt x="5150478" y="318522"/>
                  </a:lnTo>
                  <a:lnTo>
                    <a:pt x="5150571" y="318522"/>
                  </a:lnTo>
                  <a:lnTo>
                    <a:pt x="5150664" y="318522"/>
                  </a:lnTo>
                  <a:lnTo>
                    <a:pt x="5150757" y="318522"/>
                  </a:lnTo>
                  <a:lnTo>
                    <a:pt x="5150851" y="318522"/>
                  </a:lnTo>
                  <a:lnTo>
                    <a:pt x="5150944" y="318522"/>
                  </a:lnTo>
                  <a:lnTo>
                    <a:pt x="5151037" y="318522"/>
                  </a:lnTo>
                  <a:lnTo>
                    <a:pt x="5151130" y="318522"/>
                  </a:lnTo>
                  <a:lnTo>
                    <a:pt x="5151224" y="318522"/>
                  </a:lnTo>
                  <a:lnTo>
                    <a:pt x="5151317" y="318522"/>
                  </a:lnTo>
                  <a:lnTo>
                    <a:pt x="5151410" y="318522"/>
                  </a:lnTo>
                  <a:lnTo>
                    <a:pt x="5151503" y="318522"/>
                  </a:lnTo>
                  <a:lnTo>
                    <a:pt x="5151597" y="318522"/>
                  </a:lnTo>
                  <a:lnTo>
                    <a:pt x="5151690" y="318522"/>
                  </a:lnTo>
                  <a:lnTo>
                    <a:pt x="5151783" y="318522"/>
                  </a:lnTo>
                  <a:lnTo>
                    <a:pt x="5151876" y="318522"/>
                  </a:lnTo>
                  <a:lnTo>
                    <a:pt x="5151970" y="318522"/>
                  </a:lnTo>
                  <a:lnTo>
                    <a:pt x="5152063" y="318522"/>
                  </a:lnTo>
                  <a:lnTo>
                    <a:pt x="5152156" y="318522"/>
                  </a:lnTo>
                  <a:lnTo>
                    <a:pt x="5152249" y="318522"/>
                  </a:lnTo>
                  <a:lnTo>
                    <a:pt x="5152343" y="318522"/>
                  </a:lnTo>
                  <a:lnTo>
                    <a:pt x="5152436" y="318522"/>
                  </a:lnTo>
                  <a:lnTo>
                    <a:pt x="5152529" y="318522"/>
                  </a:lnTo>
                  <a:lnTo>
                    <a:pt x="5152622" y="318522"/>
                  </a:lnTo>
                  <a:lnTo>
                    <a:pt x="5152716" y="318522"/>
                  </a:lnTo>
                  <a:lnTo>
                    <a:pt x="5152809" y="318522"/>
                  </a:lnTo>
                  <a:lnTo>
                    <a:pt x="5152902" y="318522"/>
                  </a:lnTo>
                  <a:lnTo>
                    <a:pt x="5152995" y="318522"/>
                  </a:lnTo>
                  <a:lnTo>
                    <a:pt x="5153089" y="318522"/>
                  </a:lnTo>
                  <a:lnTo>
                    <a:pt x="5153182" y="318522"/>
                  </a:lnTo>
                  <a:lnTo>
                    <a:pt x="5153275" y="318522"/>
                  </a:lnTo>
                  <a:lnTo>
                    <a:pt x="5153368" y="318522"/>
                  </a:lnTo>
                  <a:lnTo>
                    <a:pt x="5153462" y="318522"/>
                  </a:lnTo>
                  <a:lnTo>
                    <a:pt x="5153555" y="318522"/>
                  </a:lnTo>
                  <a:lnTo>
                    <a:pt x="5153648" y="318522"/>
                  </a:lnTo>
                  <a:lnTo>
                    <a:pt x="5153741" y="318522"/>
                  </a:lnTo>
                  <a:lnTo>
                    <a:pt x="5153835" y="318522"/>
                  </a:lnTo>
                  <a:lnTo>
                    <a:pt x="5153928" y="318522"/>
                  </a:lnTo>
                  <a:lnTo>
                    <a:pt x="5154021" y="318522"/>
                  </a:lnTo>
                  <a:lnTo>
                    <a:pt x="5154114" y="318522"/>
                  </a:lnTo>
                  <a:lnTo>
                    <a:pt x="5154208" y="318522"/>
                  </a:lnTo>
                  <a:lnTo>
                    <a:pt x="5154301" y="318522"/>
                  </a:lnTo>
                  <a:lnTo>
                    <a:pt x="5154394" y="318522"/>
                  </a:lnTo>
                  <a:lnTo>
                    <a:pt x="5154487" y="318522"/>
                  </a:lnTo>
                  <a:lnTo>
                    <a:pt x="5154581" y="318522"/>
                  </a:lnTo>
                  <a:lnTo>
                    <a:pt x="5154674" y="318522"/>
                  </a:lnTo>
                  <a:lnTo>
                    <a:pt x="5154767" y="318522"/>
                  </a:lnTo>
                  <a:lnTo>
                    <a:pt x="5154860" y="318522"/>
                  </a:lnTo>
                  <a:lnTo>
                    <a:pt x="5154953" y="318522"/>
                  </a:lnTo>
                  <a:lnTo>
                    <a:pt x="5155047" y="318522"/>
                  </a:lnTo>
                  <a:lnTo>
                    <a:pt x="5155140" y="318522"/>
                  </a:lnTo>
                  <a:lnTo>
                    <a:pt x="5155233" y="318522"/>
                  </a:lnTo>
                  <a:lnTo>
                    <a:pt x="5155326" y="318522"/>
                  </a:lnTo>
                  <a:lnTo>
                    <a:pt x="5155420" y="318522"/>
                  </a:lnTo>
                  <a:lnTo>
                    <a:pt x="5155513" y="318522"/>
                  </a:lnTo>
                  <a:lnTo>
                    <a:pt x="5155606" y="318522"/>
                  </a:lnTo>
                  <a:lnTo>
                    <a:pt x="5155699" y="318522"/>
                  </a:lnTo>
                  <a:lnTo>
                    <a:pt x="5155793" y="318522"/>
                  </a:lnTo>
                  <a:lnTo>
                    <a:pt x="5155886" y="318522"/>
                  </a:lnTo>
                  <a:lnTo>
                    <a:pt x="5155979" y="318522"/>
                  </a:lnTo>
                  <a:lnTo>
                    <a:pt x="5156072" y="318522"/>
                  </a:lnTo>
                  <a:lnTo>
                    <a:pt x="5156166" y="318522"/>
                  </a:lnTo>
                  <a:lnTo>
                    <a:pt x="5156259" y="318522"/>
                  </a:lnTo>
                  <a:lnTo>
                    <a:pt x="5156352" y="318522"/>
                  </a:lnTo>
                  <a:lnTo>
                    <a:pt x="5156445" y="318522"/>
                  </a:lnTo>
                  <a:lnTo>
                    <a:pt x="5156539" y="318522"/>
                  </a:lnTo>
                  <a:lnTo>
                    <a:pt x="5156632" y="318522"/>
                  </a:lnTo>
                  <a:lnTo>
                    <a:pt x="5156725" y="318522"/>
                  </a:lnTo>
                  <a:lnTo>
                    <a:pt x="5156818" y="318522"/>
                  </a:lnTo>
                  <a:lnTo>
                    <a:pt x="5156912" y="318522"/>
                  </a:lnTo>
                  <a:lnTo>
                    <a:pt x="5157005" y="318522"/>
                  </a:lnTo>
                  <a:lnTo>
                    <a:pt x="5157098" y="318522"/>
                  </a:lnTo>
                  <a:lnTo>
                    <a:pt x="5157191" y="318522"/>
                  </a:lnTo>
                  <a:lnTo>
                    <a:pt x="5157285" y="318522"/>
                  </a:lnTo>
                  <a:lnTo>
                    <a:pt x="5157378" y="318522"/>
                  </a:lnTo>
                  <a:lnTo>
                    <a:pt x="5157471" y="318522"/>
                  </a:lnTo>
                  <a:lnTo>
                    <a:pt x="5157564" y="318522"/>
                  </a:lnTo>
                  <a:lnTo>
                    <a:pt x="5157658" y="318522"/>
                  </a:lnTo>
                  <a:lnTo>
                    <a:pt x="5157751" y="318522"/>
                  </a:lnTo>
                  <a:lnTo>
                    <a:pt x="5157844" y="318522"/>
                  </a:lnTo>
                  <a:lnTo>
                    <a:pt x="5157937" y="318522"/>
                  </a:lnTo>
                  <a:lnTo>
                    <a:pt x="5158031" y="318522"/>
                  </a:lnTo>
                  <a:lnTo>
                    <a:pt x="5158124" y="318522"/>
                  </a:lnTo>
                  <a:lnTo>
                    <a:pt x="5158217" y="318522"/>
                  </a:lnTo>
                  <a:lnTo>
                    <a:pt x="5158310" y="318522"/>
                  </a:lnTo>
                  <a:lnTo>
                    <a:pt x="5158404" y="318522"/>
                  </a:lnTo>
                  <a:lnTo>
                    <a:pt x="5158497" y="318522"/>
                  </a:lnTo>
                  <a:lnTo>
                    <a:pt x="5158590" y="318522"/>
                  </a:lnTo>
                  <a:lnTo>
                    <a:pt x="5158683" y="318522"/>
                  </a:lnTo>
                  <a:lnTo>
                    <a:pt x="5158777" y="318522"/>
                  </a:lnTo>
                  <a:lnTo>
                    <a:pt x="5158870" y="318522"/>
                  </a:lnTo>
                  <a:lnTo>
                    <a:pt x="5158963" y="318522"/>
                  </a:lnTo>
                  <a:lnTo>
                    <a:pt x="5159056" y="318522"/>
                  </a:lnTo>
                  <a:lnTo>
                    <a:pt x="5159150" y="318522"/>
                  </a:lnTo>
                  <a:lnTo>
                    <a:pt x="5159243" y="318522"/>
                  </a:lnTo>
                  <a:lnTo>
                    <a:pt x="5159336" y="318522"/>
                  </a:lnTo>
                  <a:lnTo>
                    <a:pt x="5159429" y="318522"/>
                  </a:lnTo>
                  <a:lnTo>
                    <a:pt x="5159523" y="318522"/>
                  </a:lnTo>
                  <a:lnTo>
                    <a:pt x="5159616" y="318522"/>
                  </a:lnTo>
                  <a:lnTo>
                    <a:pt x="5159709" y="318522"/>
                  </a:lnTo>
                  <a:lnTo>
                    <a:pt x="5159802" y="318522"/>
                  </a:lnTo>
                  <a:lnTo>
                    <a:pt x="5159896" y="318522"/>
                  </a:lnTo>
                  <a:lnTo>
                    <a:pt x="5159989" y="318522"/>
                  </a:lnTo>
                  <a:lnTo>
                    <a:pt x="5160082" y="318522"/>
                  </a:lnTo>
                  <a:lnTo>
                    <a:pt x="5160175" y="318522"/>
                  </a:lnTo>
                  <a:lnTo>
                    <a:pt x="5160269" y="318522"/>
                  </a:lnTo>
                  <a:lnTo>
                    <a:pt x="5160362" y="318522"/>
                  </a:lnTo>
                  <a:lnTo>
                    <a:pt x="5160455" y="318522"/>
                  </a:lnTo>
                  <a:lnTo>
                    <a:pt x="5160548" y="318522"/>
                  </a:lnTo>
                  <a:lnTo>
                    <a:pt x="5160642" y="318522"/>
                  </a:lnTo>
                  <a:lnTo>
                    <a:pt x="5160735" y="318522"/>
                  </a:lnTo>
                  <a:lnTo>
                    <a:pt x="5160828" y="318522"/>
                  </a:lnTo>
                  <a:lnTo>
                    <a:pt x="5160921" y="318522"/>
                  </a:lnTo>
                  <a:lnTo>
                    <a:pt x="5161015" y="318522"/>
                  </a:lnTo>
                  <a:lnTo>
                    <a:pt x="5161108" y="318522"/>
                  </a:lnTo>
                  <a:lnTo>
                    <a:pt x="5161201" y="318522"/>
                  </a:lnTo>
                  <a:lnTo>
                    <a:pt x="5161294" y="318522"/>
                  </a:lnTo>
                  <a:lnTo>
                    <a:pt x="5161388" y="318522"/>
                  </a:lnTo>
                  <a:lnTo>
                    <a:pt x="5161481" y="318522"/>
                  </a:lnTo>
                  <a:lnTo>
                    <a:pt x="5161574" y="318522"/>
                  </a:lnTo>
                  <a:lnTo>
                    <a:pt x="5161667" y="318522"/>
                  </a:lnTo>
                  <a:lnTo>
                    <a:pt x="5161760" y="318522"/>
                  </a:lnTo>
                  <a:lnTo>
                    <a:pt x="5161854" y="318522"/>
                  </a:lnTo>
                  <a:lnTo>
                    <a:pt x="5161947" y="318522"/>
                  </a:lnTo>
                  <a:lnTo>
                    <a:pt x="5162040" y="318522"/>
                  </a:lnTo>
                  <a:lnTo>
                    <a:pt x="5162133" y="318522"/>
                  </a:lnTo>
                  <a:lnTo>
                    <a:pt x="5162227" y="318522"/>
                  </a:lnTo>
                  <a:lnTo>
                    <a:pt x="5162320" y="318522"/>
                  </a:lnTo>
                  <a:lnTo>
                    <a:pt x="5162413" y="318522"/>
                  </a:lnTo>
                  <a:lnTo>
                    <a:pt x="5162506" y="318522"/>
                  </a:lnTo>
                  <a:lnTo>
                    <a:pt x="5162600" y="318522"/>
                  </a:lnTo>
                  <a:lnTo>
                    <a:pt x="5162693" y="318522"/>
                  </a:lnTo>
                  <a:lnTo>
                    <a:pt x="5162786" y="318522"/>
                  </a:lnTo>
                  <a:lnTo>
                    <a:pt x="5162879" y="318522"/>
                  </a:lnTo>
                  <a:lnTo>
                    <a:pt x="5162973" y="318522"/>
                  </a:lnTo>
                  <a:lnTo>
                    <a:pt x="5163066" y="318522"/>
                  </a:lnTo>
                  <a:lnTo>
                    <a:pt x="5163159" y="318522"/>
                  </a:lnTo>
                  <a:lnTo>
                    <a:pt x="5163252" y="318522"/>
                  </a:lnTo>
                  <a:lnTo>
                    <a:pt x="5163346" y="318522"/>
                  </a:lnTo>
                  <a:lnTo>
                    <a:pt x="5163439" y="318522"/>
                  </a:lnTo>
                  <a:lnTo>
                    <a:pt x="5163532" y="318522"/>
                  </a:lnTo>
                  <a:lnTo>
                    <a:pt x="5163625" y="318522"/>
                  </a:lnTo>
                  <a:lnTo>
                    <a:pt x="5163719" y="318522"/>
                  </a:lnTo>
                  <a:lnTo>
                    <a:pt x="5163812" y="318522"/>
                  </a:lnTo>
                  <a:lnTo>
                    <a:pt x="5163905" y="318522"/>
                  </a:lnTo>
                  <a:lnTo>
                    <a:pt x="5163998" y="318522"/>
                  </a:lnTo>
                  <a:lnTo>
                    <a:pt x="5164092" y="318522"/>
                  </a:lnTo>
                  <a:lnTo>
                    <a:pt x="5164185" y="318522"/>
                  </a:lnTo>
                  <a:lnTo>
                    <a:pt x="5164278" y="318522"/>
                  </a:lnTo>
                  <a:lnTo>
                    <a:pt x="5164371" y="318522"/>
                  </a:lnTo>
                  <a:lnTo>
                    <a:pt x="5164465" y="318522"/>
                  </a:lnTo>
                  <a:lnTo>
                    <a:pt x="5164558" y="318522"/>
                  </a:lnTo>
                  <a:lnTo>
                    <a:pt x="5164651" y="318522"/>
                  </a:lnTo>
                  <a:lnTo>
                    <a:pt x="5164744" y="318522"/>
                  </a:lnTo>
                  <a:lnTo>
                    <a:pt x="5164838" y="318522"/>
                  </a:lnTo>
                  <a:lnTo>
                    <a:pt x="5164931" y="318522"/>
                  </a:lnTo>
                  <a:lnTo>
                    <a:pt x="5165024" y="318522"/>
                  </a:lnTo>
                  <a:lnTo>
                    <a:pt x="5165117" y="318522"/>
                  </a:lnTo>
                  <a:lnTo>
                    <a:pt x="5165211" y="318522"/>
                  </a:lnTo>
                  <a:lnTo>
                    <a:pt x="5165304" y="318522"/>
                  </a:lnTo>
                  <a:lnTo>
                    <a:pt x="5165397" y="318522"/>
                  </a:lnTo>
                  <a:lnTo>
                    <a:pt x="5165490" y="318522"/>
                  </a:lnTo>
                  <a:lnTo>
                    <a:pt x="5165584" y="318522"/>
                  </a:lnTo>
                  <a:lnTo>
                    <a:pt x="5165677" y="318522"/>
                  </a:lnTo>
                  <a:lnTo>
                    <a:pt x="5165770" y="318522"/>
                  </a:lnTo>
                  <a:lnTo>
                    <a:pt x="5165863" y="318522"/>
                  </a:lnTo>
                  <a:lnTo>
                    <a:pt x="5165957" y="318522"/>
                  </a:lnTo>
                  <a:lnTo>
                    <a:pt x="5166050" y="318522"/>
                  </a:lnTo>
                  <a:lnTo>
                    <a:pt x="5166143" y="318522"/>
                  </a:lnTo>
                  <a:lnTo>
                    <a:pt x="5166236" y="318522"/>
                  </a:lnTo>
                  <a:lnTo>
                    <a:pt x="5166330" y="318522"/>
                  </a:lnTo>
                  <a:lnTo>
                    <a:pt x="5166423" y="318522"/>
                  </a:lnTo>
                  <a:lnTo>
                    <a:pt x="5166516" y="318522"/>
                  </a:lnTo>
                  <a:lnTo>
                    <a:pt x="5166609" y="318522"/>
                  </a:lnTo>
                  <a:lnTo>
                    <a:pt x="5166703" y="318522"/>
                  </a:lnTo>
                  <a:lnTo>
                    <a:pt x="5166796" y="318522"/>
                  </a:lnTo>
                  <a:lnTo>
                    <a:pt x="5166889" y="318522"/>
                  </a:lnTo>
                  <a:lnTo>
                    <a:pt x="5166982" y="318522"/>
                  </a:lnTo>
                  <a:lnTo>
                    <a:pt x="5167076" y="318522"/>
                  </a:lnTo>
                  <a:lnTo>
                    <a:pt x="5167169" y="318522"/>
                  </a:lnTo>
                  <a:lnTo>
                    <a:pt x="5167262" y="318522"/>
                  </a:lnTo>
                  <a:lnTo>
                    <a:pt x="5167355" y="318522"/>
                  </a:lnTo>
                  <a:lnTo>
                    <a:pt x="5167449" y="318522"/>
                  </a:lnTo>
                  <a:lnTo>
                    <a:pt x="5167542" y="318522"/>
                  </a:lnTo>
                  <a:lnTo>
                    <a:pt x="5167635" y="318522"/>
                  </a:lnTo>
                  <a:lnTo>
                    <a:pt x="5167728" y="318522"/>
                  </a:lnTo>
                  <a:lnTo>
                    <a:pt x="5167822" y="318522"/>
                  </a:lnTo>
                  <a:lnTo>
                    <a:pt x="5167915" y="318522"/>
                  </a:lnTo>
                  <a:lnTo>
                    <a:pt x="5168008" y="318522"/>
                  </a:lnTo>
                  <a:lnTo>
                    <a:pt x="5168101" y="318522"/>
                  </a:lnTo>
                  <a:lnTo>
                    <a:pt x="5168195" y="318522"/>
                  </a:lnTo>
                  <a:lnTo>
                    <a:pt x="5168288" y="318522"/>
                  </a:lnTo>
                  <a:lnTo>
                    <a:pt x="5168381" y="318522"/>
                  </a:lnTo>
                  <a:lnTo>
                    <a:pt x="5168474" y="318522"/>
                  </a:lnTo>
                  <a:lnTo>
                    <a:pt x="5168568" y="318522"/>
                  </a:lnTo>
                  <a:lnTo>
                    <a:pt x="5168661" y="318522"/>
                  </a:lnTo>
                  <a:lnTo>
                    <a:pt x="5168754" y="318522"/>
                  </a:lnTo>
                  <a:lnTo>
                    <a:pt x="5168847" y="318522"/>
                  </a:lnTo>
                  <a:lnTo>
                    <a:pt x="5168940" y="318522"/>
                  </a:lnTo>
                  <a:lnTo>
                    <a:pt x="5169034" y="318522"/>
                  </a:lnTo>
                  <a:lnTo>
                    <a:pt x="5169127" y="318522"/>
                  </a:lnTo>
                  <a:lnTo>
                    <a:pt x="5169220" y="318522"/>
                  </a:lnTo>
                  <a:lnTo>
                    <a:pt x="5169313" y="318522"/>
                  </a:lnTo>
                  <a:lnTo>
                    <a:pt x="5169407" y="318522"/>
                  </a:lnTo>
                  <a:lnTo>
                    <a:pt x="5169500" y="318522"/>
                  </a:lnTo>
                  <a:lnTo>
                    <a:pt x="5169593" y="318522"/>
                  </a:lnTo>
                  <a:lnTo>
                    <a:pt x="5169686" y="318522"/>
                  </a:lnTo>
                  <a:lnTo>
                    <a:pt x="5169780" y="318522"/>
                  </a:lnTo>
                  <a:lnTo>
                    <a:pt x="5169873" y="318522"/>
                  </a:lnTo>
                  <a:lnTo>
                    <a:pt x="5169966" y="318522"/>
                  </a:lnTo>
                  <a:lnTo>
                    <a:pt x="5170059" y="318522"/>
                  </a:lnTo>
                  <a:lnTo>
                    <a:pt x="5170153" y="318522"/>
                  </a:lnTo>
                  <a:lnTo>
                    <a:pt x="5170246" y="318522"/>
                  </a:lnTo>
                  <a:lnTo>
                    <a:pt x="5170339" y="318522"/>
                  </a:lnTo>
                  <a:lnTo>
                    <a:pt x="5170432" y="318522"/>
                  </a:lnTo>
                  <a:lnTo>
                    <a:pt x="5170526" y="318522"/>
                  </a:lnTo>
                  <a:lnTo>
                    <a:pt x="5170619" y="318522"/>
                  </a:lnTo>
                  <a:lnTo>
                    <a:pt x="5170712" y="318522"/>
                  </a:lnTo>
                  <a:lnTo>
                    <a:pt x="5170805" y="318522"/>
                  </a:lnTo>
                  <a:lnTo>
                    <a:pt x="5170805" y="308568"/>
                  </a:lnTo>
                  <a:lnTo>
                    <a:pt x="5170899" y="308568"/>
                  </a:lnTo>
                  <a:lnTo>
                    <a:pt x="5170992" y="308568"/>
                  </a:lnTo>
                  <a:lnTo>
                    <a:pt x="5171085" y="308568"/>
                  </a:lnTo>
                  <a:lnTo>
                    <a:pt x="5171178" y="308568"/>
                  </a:lnTo>
                  <a:lnTo>
                    <a:pt x="5171272" y="308568"/>
                  </a:lnTo>
                  <a:lnTo>
                    <a:pt x="5171365" y="308568"/>
                  </a:lnTo>
                  <a:lnTo>
                    <a:pt x="5171458" y="308568"/>
                  </a:lnTo>
                  <a:lnTo>
                    <a:pt x="5171551" y="308568"/>
                  </a:lnTo>
                  <a:lnTo>
                    <a:pt x="5171645" y="308568"/>
                  </a:lnTo>
                  <a:lnTo>
                    <a:pt x="5171738" y="308568"/>
                  </a:lnTo>
                  <a:lnTo>
                    <a:pt x="5171831" y="308568"/>
                  </a:lnTo>
                  <a:lnTo>
                    <a:pt x="5171924" y="308568"/>
                  </a:lnTo>
                  <a:lnTo>
                    <a:pt x="5172018" y="308568"/>
                  </a:lnTo>
                  <a:lnTo>
                    <a:pt x="5172111" y="308568"/>
                  </a:lnTo>
                  <a:lnTo>
                    <a:pt x="5172204" y="308568"/>
                  </a:lnTo>
                  <a:lnTo>
                    <a:pt x="5172297" y="308568"/>
                  </a:lnTo>
                  <a:lnTo>
                    <a:pt x="5172391" y="308568"/>
                  </a:lnTo>
                  <a:lnTo>
                    <a:pt x="5172484" y="308568"/>
                  </a:lnTo>
                  <a:lnTo>
                    <a:pt x="5172577" y="308568"/>
                  </a:lnTo>
                  <a:lnTo>
                    <a:pt x="5172670" y="308568"/>
                  </a:lnTo>
                  <a:lnTo>
                    <a:pt x="5172764" y="308568"/>
                  </a:lnTo>
                  <a:lnTo>
                    <a:pt x="5172857" y="308568"/>
                  </a:lnTo>
                  <a:lnTo>
                    <a:pt x="5172950" y="308568"/>
                  </a:lnTo>
                  <a:lnTo>
                    <a:pt x="5173043" y="308568"/>
                  </a:lnTo>
                  <a:lnTo>
                    <a:pt x="5173137" y="308568"/>
                  </a:lnTo>
                  <a:lnTo>
                    <a:pt x="5173230" y="308568"/>
                  </a:lnTo>
                  <a:lnTo>
                    <a:pt x="5173323" y="308568"/>
                  </a:lnTo>
                  <a:lnTo>
                    <a:pt x="5173416" y="308568"/>
                  </a:lnTo>
                  <a:lnTo>
                    <a:pt x="5173510" y="308568"/>
                  </a:lnTo>
                  <a:lnTo>
                    <a:pt x="5173603" y="308568"/>
                  </a:lnTo>
                  <a:lnTo>
                    <a:pt x="5173696" y="308568"/>
                  </a:lnTo>
                  <a:lnTo>
                    <a:pt x="5173789" y="308568"/>
                  </a:lnTo>
                  <a:lnTo>
                    <a:pt x="5173883" y="308568"/>
                  </a:lnTo>
                  <a:lnTo>
                    <a:pt x="5173976" y="308568"/>
                  </a:lnTo>
                  <a:lnTo>
                    <a:pt x="5174069" y="308568"/>
                  </a:lnTo>
                  <a:lnTo>
                    <a:pt x="5174162" y="308568"/>
                  </a:lnTo>
                  <a:lnTo>
                    <a:pt x="5174256" y="308568"/>
                  </a:lnTo>
                  <a:lnTo>
                    <a:pt x="5174349" y="308568"/>
                  </a:lnTo>
                  <a:lnTo>
                    <a:pt x="5174442" y="308568"/>
                  </a:lnTo>
                  <a:lnTo>
                    <a:pt x="5174535" y="308568"/>
                  </a:lnTo>
                  <a:lnTo>
                    <a:pt x="5174629" y="308568"/>
                  </a:lnTo>
                  <a:lnTo>
                    <a:pt x="5174722" y="308568"/>
                  </a:lnTo>
                  <a:lnTo>
                    <a:pt x="5174815" y="308568"/>
                  </a:lnTo>
                  <a:lnTo>
                    <a:pt x="5174908" y="308568"/>
                  </a:lnTo>
                  <a:lnTo>
                    <a:pt x="5175002" y="308568"/>
                  </a:lnTo>
                  <a:lnTo>
                    <a:pt x="5175095" y="308568"/>
                  </a:lnTo>
                  <a:lnTo>
                    <a:pt x="5175188" y="308568"/>
                  </a:lnTo>
                  <a:lnTo>
                    <a:pt x="5175281" y="308568"/>
                  </a:lnTo>
                  <a:lnTo>
                    <a:pt x="5175375" y="308568"/>
                  </a:lnTo>
                  <a:lnTo>
                    <a:pt x="5175468" y="308568"/>
                  </a:lnTo>
                  <a:lnTo>
                    <a:pt x="5175561" y="308568"/>
                  </a:lnTo>
                  <a:lnTo>
                    <a:pt x="5175654" y="308568"/>
                  </a:lnTo>
                  <a:lnTo>
                    <a:pt x="5175747" y="308568"/>
                  </a:lnTo>
                  <a:lnTo>
                    <a:pt x="5175841" y="308568"/>
                  </a:lnTo>
                  <a:lnTo>
                    <a:pt x="5175934" y="308568"/>
                  </a:lnTo>
                  <a:lnTo>
                    <a:pt x="5176027" y="308568"/>
                  </a:lnTo>
                  <a:lnTo>
                    <a:pt x="5176120" y="308568"/>
                  </a:lnTo>
                  <a:lnTo>
                    <a:pt x="5176214" y="308568"/>
                  </a:lnTo>
                  <a:lnTo>
                    <a:pt x="5176307" y="308568"/>
                  </a:lnTo>
                  <a:lnTo>
                    <a:pt x="5176400" y="308568"/>
                  </a:lnTo>
                  <a:lnTo>
                    <a:pt x="5176493" y="308568"/>
                  </a:lnTo>
                  <a:lnTo>
                    <a:pt x="5176587" y="308568"/>
                  </a:lnTo>
                  <a:lnTo>
                    <a:pt x="5176680" y="308568"/>
                  </a:lnTo>
                  <a:lnTo>
                    <a:pt x="5176773" y="308568"/>
                  </a:lnTo>
                  <a:lnTo>
                    <a:pt x="5176866" y="308568"/>
                  </a:lnTo>
                  <a:lnTo>
                    <a:pt x="5176960" y="308568"/>
                  </a:lnTo>
                  <a:lnTo>
                    <a:pt x="5176960" y="298614"/>
                  </a:lnTo>
                  <a:lnTo>
                    <a:pt x="5177053" y="298614"/>
                  </a:lnTo>
                  <a:lnTo>
                    <a:pt x="5177146" y="298614"/>
                  </a:lnTo>
                  <a:lnTo>
                    <a:pt x="5177239" y="298614"/>
                  </a:lnTo>
                  <a:lnTo>
                    <a:pt x="5177333" y="298614"/>
                  </a:lnTo>
                  <a:lnTo>
                    <a:pt x="5177426" y="298614"/>
                  </a:lnTo>
                  <a:lnTo>
                    <a:pt x="5177519" y="298614"/>
                  </a:lnTo>
                  <a:lnTo>
                    <a:pt x="5177612" y="298614"/>
                  </a:lnTo>
                  <a:lnTo>
                    <a:pt x="5177706" y="298614"/>
                  </a:lnTo>
                  <a:lnTo>
                    <a:pt x="5177799" y="298614"/>
                  </a:lnTo>
                  <a:lnTo>
                    <a:pt x="5177892" y="298614"/>
                  </a:lnTo>
                  <a:lnTo>
                    <a:pt x="5177985" y="298614"/>
                  </a:lnTo>
                  <a:lnTo>
                    <a:pt x="5178079" y="298614"/>
                  </a:lnTo>
                  <a:lnTo>
                    <a:pt x="5178172" y="298614"/>
                  </a:lnTo>
                  <a:lnTo>
                    <a:pt x="5178265" y="298614"/>
                  </a:lnTo>
                  <a:lnTo>
                    <a:pt x="5178358" y="298614"/>
                  </a:lnTo>
                  <a:lnTo>
                    <a:pt x="5178452" y="298614"/>
                  </a:lnTo>
                  <a:lnTo>
                    <a:pt x="5178545" y="298614"/>
                  </a:lnTo>
                  <a:lnTo>
                    <a:pt x="5178638" y="298614"/>
                  </a:lnTo>
                  <a:lnTo>
                    <a:pt x="5178731" y="298614"/>
                  </a:lnTo>
                  <a:lnTo>
                    <a:pt x="5178825" y="298614"/>
                  </a:lnTo>
                  <a:lnTo>
                    <a:pt x="5178918" y="298614"/>
                  </a:lnTo>
                  <a:lnTo>
                    <a:pt x="5179011" y="298614"/>
                  </a:lnTo>
                  <a:lnTo>
                    <a:pt x="5179104" y="298614"/>
                  </a:lnTo>
                  <a:lnTo>
                    <a:pt x="5179198" y="298614"/>
                  </a:lnTo>
                  <a:lnTo>
                    <a:pt x="5179291" y="298614"/>
                  </a:lnTo>
                  <a:lnTo>
                    <a:pt x="5179384" y="298614"/>
                  </a:lnTo>
                  <a:lnTo>
                    <a:pt x="5179477" y="298614"/>
                  </a:lnTo>
                  <a:lnTo>
                    <a:pt x="5179571" y="298614"/>
                  </a:lnTo>
                  <a:lnTo>
                    <a:pt x="5179664" y="298614"/>
                  </a:lnTo>
                  <a:lnTo>
                    <a:pt x="5179757" y="298614"/>
                  </a:lnTo>
                  <a:lnTo>
                    <a:pt x="5179850" y="298614"/>
                  </a:lnTo>
                  <a:lnTo>
                    <a:pt x="5179944" y="298614"/>
                  </a:lnTo>
                  <a:lnTo>
                    <a:pt x="5180037" y="298614"/>
                  </a:lnTo>
                  <a:lnTo>
                    <a:pt x="5180130" y="298614"/>
                  </a:lnTo>
                  <a:lnTo>
                    <a:pt x="5180223" y="298614"/>
                  </a:lnTo>
                  <a:lnTo>
                    <a:pt x="5180317" y="298614"/>
                  </a:lnTo>
                  <a:lnTo>
                    <a:pt x="5180410" y="298614"/>
                  </a:lnTo>
                  <a:lnTo>
                    <a:pt x="5180503" y="298614"/>
                  </a:lnTo>
                  <a:lnTo>
                    <a:pt x="5180596" y="298614"/>
                  </a:lnTo>
                  <a:lnTo>
                    <a:pt x="5180690" y="298614"/>
                  </a:lnTo>
                  <a:lnTo>
                    <a:pt x="5180783" y="298614"/>
                  </a:lnTo>
                  <a:lnTo>
                    <a:pt x="5180876" y="298614"/>
                  </a:lnTo>
                  <a:lnTo>
                    <a:pt x="5180969" y="298614"/>
                  </a:lnTo>
                  <a:lnTo>
                    <a:pt x="5181063" y="298614"/>
                  </a:lnTo>
                  <a:lnTo>
                    <a:pt x="5181156" y="298614"/>
                  </a:lnTo>
                  <a:lnTo>
                    <a:pt x="5181249" y="298614"/>
                  </a:lnTo>
                  <a:lnTo>
                    <a:pt x="5181342" y="298614"/>
                  </a:lnTo>
                  <a:lnTo>
                    <a:pt x="5181436" y="298614"/>
                  </a:lnTo>
                  <a:lnTo>
                    <a:pt x="5181529" y="298614"/>
                  </a:lnTo>
                  <a:lnTo>
                    <a:pt x="5181622" y="298614"/>
                  </a:lnTo>
                  <a:lnTo>
                    <a:pt x="5181715" y="298614"/>
                  </a:lnTo>
                  <a:lnTo>
                    <a:pt x="5181809" y="298614"/>
                  </a:lnTo>
                  <a:lnTo>
                    <a:pt x="5181902" y="298614"/>
                  </a:lnTo>
                  <a:lnTo>
                    <a:pt x="5181995" y="298614"/>
                  </a:lnTo>
                  <a:lnTo>
                    <a:pt x="5182088" y="298614"/>
                  </a:lnTo>
                  <a:lnTo>
                    <a:pt x="5182182" y="298614"/>
                  </a:lnTo>
                  <a:lnTo>
                    <a:pt x="5182275" y="298614"/>
                  </a:lnTo>
                  <a:lnTo>
                    <a:pt x="5182368" y="298614"/>
                  </a:lnTo>
                  <a:lnTo>
                    <a:pt x="5182461" y="298614"/>
                  </a:lnTo>
                  <a:lnTo>
                    <a:pt x="5182554" y="298614"/>
                  </a:lnTo>
                  <a:lnTo>
                    <a:pt x="5182648" y="298614"/>
                  </a:lnTo>
                  <a:lnTo>
                    <a:pt x="5182648" y="288660"/>
                  </a:lnTo>
                  <a:lnTo>
                    <a:pt x="5182741" y="288660"/>
                  </a:lnTo>
                  <a:lnTo>
                    <a:pt x="5182834" y="288660"/>
                  </a:lnTo>
                  <a:lnTo>
                    <a:pt x="5182927" y="288660"/>
                  </a:lnTo>
                  <a:lnTo>
                    <a:pt x="5183021" y="288660"/>
                  </a:lnTo>
                  <a:lnTo>
                    <a:pt x="5183114" y="288660"/>
                  </a:lnTo>
                  <a:lnTo>
                    <a:pt x="5183207" y="288660"/>
                  </a:lnTo>
                  <a:lnTo>
                    <a:pt x="5183300" y="288660"/>
                  </a:lnTo>
                  <a:lnTo>
                    <a:pt x="5183394" y="288660"/>
                  </a:lnTo>
                  <a:lnTo>
                    <a:pt x="5183487" y="288660"/>
                  </a:lnTo>
                  <a:lnTo>
                    <a:pt x="5183580" y="288660"/>
                  </a:lnTo>
                  <a:lnTo>
                    <a:pt x="5183673" y="288660"/>
                  </a:lnTo>
                  <a:lnTo>
                    <a:pt x="5183767" y="288660"/>
                  </a:lnTo>
                  <a:lnTo>
                    <a:pt x="5183860" y="288660"/>
                  </a:lnTo>
                  <a:lnTo>
                    <a:pt x="5183953" y="288660"/>
                  </a:lnTo>
                  <a:lnTo>
                    <a:pt x="5184046" y="288660"/>
                  </a:lnTo>
                  <a:lnTo>
                    <a:pt x="5184140" y="288660"/>
                  </a:lnTo>
                  <a:lnTo>
                    <a:pt x="5184233" y="288660"/>
                  </a:lnTo>
                  <a:lnTo>
                    <a:pt x="5184326" y="288660"/>
                  </a:lnTo>
                  <a:lnTo>
                    <a:pt x="5184419" y="288660"/>
                  </a:lnTo>
                  <a:lnTo>
                    <a:pt x="5184513" y="288660"/>
                  </a:lnTo>
                  <a:lnTo>
                    <a:pt x="5184606" y="288660"/>
                  </a:lnTo>
                  <a:lnTo>
                    <a:pt x="5184699" y="288660"/>
                  </a:lnTo>
                  <a:lnTo>
                    <a:pt x="5184792" y="288660"/>
                  </a:lnTo>
                  <a:lnTo>
                    <a:pt x="5184886" y="288660"/>
                  </a:lnTo>
                  <a:lnTo>
                    <a:pt x="5184979" y="288660"/>
                  </a:lnTo>
                  <a:lnTo>
                    <a:pt x="5185072" y="288660"/>
                  </a:lnTo>
                  <a:lnTo>
                    <a:pt x="5185165" y="288660"/>
                  </a:lnTo>
                  <a:lnTo>
                    <a:pt x="5185259" y="288660"/>
                  </a:lnTo>
                  <a:lnTo>
                    <a:pt x="5185352" y="288660"/>
                  </a:lnTo>
                  <a:lnTo>
                    <a:pt x="5185445" y="288660"/>
                  </a:lnTo>
                  <a:lnTo>
                    <a:pt x="5185538" y="288660"/>
                  </a:lnTo>
                  <a:lnTo>
                    <a:pt x="5185632" y="288660"/>
                  </a:lnTo>
                  <a:lnTo>
                    <a:pt x="5185725" y="288660"/>
                  </a:lnTo>
                  <a:lnTo>
                    <a:pt x="5185818" y="288660"/>
                  </a:lnTo>
                  <a:lnTo>
                    <a:pt x="5185911" y="288660"/>
                  </a:lnTo>
                  <a:lnTo>
                    <a:pt x="5186005" y="288660"/>
                  </a:lnTo>
                  <a:lnTo>
                    <a:pt x="5186098" y="288660"/>
                  </a:lnTo>
                  <a:lnTo>
                    <a:pt x="5186191" y="288660"/>
                  </a:lnTo>
                  <a:lnTo>
                    <a:pt x="5186284" y="288660"/>
                  </a:lnTo>
                  <a:lnTo>
                    <a:pt x="5186378" y="288660"/>
                  </a:lnTo>
                  <a:lnTo>
                    <a:pt x="5186471" y="288660"/>
                  </a:lnTo>
                  <a:lnTo>
                    <a:pt x="5186564" y="288660"/>
                  </a:lnTo>
                  <a:lnTo>
                    <a:pt x="5186657" y="288660"/>
                  </a:lnTo>
                  <a:lnTo>
                    <a:pt x="5186751" y="288660"/>
                  </a:lnTo>
                  <a:lnTo>
                    <a:pt x="5186844" y="288660"/>
                  </a:lnTo>
                  <a:lnTo>
                    <a:pt x="5186937" y="288660"/>
                  </a:lnTo>
                  <a:lnTo>
                    <a:pt x="5187030" y="288660"/>
                  </a:lnTo>
                  <a:lnTo>
                    <a:pt x="5187124" y="288660"/>
                  </a:lnTo>
                  <a:lnTo>
                    <a:pt x="5187217" y="288660"/>
                  </a:lnTo>
                  <a:lnTo>
                    <a:pt x="5187310" y="288660"/>
                  </a:lnTo>
                  <a:lnTo>
                    <a:pt x="5187403" y="288660"/>
                  </a:lnTo>
                  <a:lnTo>
                    <a:pt x="5187497" y="288660"/>
                  </a:lnTo>
                  <a:lnTo>
                    <a:pt x="5187590" y="288660"/>
                  </a:lnTo>
                  <a:lnTo>
                    <a:pt x="5187683" y="288660"/>
                  </a:lnTo>
                  <a:lnTo>
                    <a:pt x="5187776" y="288660"/>
                  </a:lnTo>
                  <a:lnTo>
                    <a:pt x="5187870" y="288660"/>
                  </a:lnTo>
                  <a:lnTo>
                    <a:pt x="5187963" y="288660"/>
                  </a:lnTo>
                  <a:lnTo>
                    <a:pt x="5188056" y="288660"/>
                  </a:lnTo>
                  <a:lnTo>
                    <a:pt x="5188149" y="288660"/>
                  </a:lnTo>
                  <a:lnTo>
                    <a:pt x="5188243" y="288660"/>
                  </a:lnTo>
                  <a:lnTo>
                    <a:pt x="5188336" y="288660"/>
                  </a:lnTo>
                  <a:lnTo>
                    <a:pt x="5188429" y="288660"/>
                  </a:lnTo>
                  <a:lnTo>
                    <a:pt x="5188522" y="288660"/>
                  </a:lnTo>
                  <a:lnTo>
                    <a:pt x="5188616" y="288660"/>
                  </a:lnTo>
                  <a:lnTo>
                    <a:pt x="5188709" y="288660"/>
                  </a:lnTo>
                  <a:lnTo>
                    <a:pt x="5188802" y="288660"/>
                  </a:lnTo>
                  <a:lnTo>
                    <a:pt x="5188895" y="288660"/>
                  </a:lnTo>
                  <a:lnTo>
                    <a:pt x="5188989" y="288660"/>
                  </a:lnTo>
                  <a:lnTo>
                    <a:pt x="5189082" y="288660"/>
                  </a:lnTo>
                  <a:lnTo>
                    <a:pt x="5189175" y="288660"/>
                  </a:lnTo>
                  <a:lnTo>
                    <a:pt x="5189268" y="288660"/>
                  </a:lnTo>
                  <a:lnTo>
                    <a:pt x="5189362" y="288660"/>
                  </a:lnTo>
                  <a:lnTo>
                    <a:pt x="5189455" y="288660"/>
                  </a:lnTo>
                  <a:lnTo>
                    <a:pt x="5189548" y="288660"/>
                  </a:lnTo>
                  <a:lnTo>
                    <a:pt x="5189641" y="288660"/>
                  </a:lnTo>
                  <a:lnTo>
                    <a:pt x="5189734" y="288660"/>
                  </a:lnTo>
                  <a:lnTo>
                    <a:pt x="5189828" y="288660"/>
                  </a:lnTo>
                  <a:lnTo>
                    <a:pt x="5189921" y="288660"/>
                  </a:lnTo>
                  <a:lnTo>
                    <a:pt x="5190014" y="288660"/>
                  </a:lnTo>
                  <a:lnTo>
                    <a:pt x="5190107" y="288660"/>
                  </a:lnTo>
                  <a:lnTo>
                    <a:pt x="5190201" y="288660"/>
                  </a:lnTo>
                  <a:lnTo>
                    <a:pt x="5190294" y="288660"/>
                  </a:lnTo>
                  <a:lnTo>
                    <a:pt x="5190387" y="288660"/>
                  </a:lnTo>
                  <a:lnTo>
                    <a:pt x="5190480" y="288660"/>
                  </a:lnTo>
                  <a:lnTo>
                    <a:pt x="5190574" y="288660"/>
                  </a:lnTo>
                  <a:lnTo>
                    <a:pt x="5190667" y="288660"/>
                  </a:lnTo>
                  <a:lnTo>
                    <a:pt x="5190760" y="288660"/>
                  </a:lnTo>
                  <a:lnTo>
                    <a:pt x="5190853" y="288660"/>
                  </a:lnTo>
                  <a:lnTo>
                    <a:pt x="5190947" y="288660"/>
                  </a:lnTo>
                  <a:lnTo>
                    <a:pt x="5191040" y="288660"/>
                  </a:lnTo>
                  <a:lnTo>
                    <a:pt x="5191133" y="288660"/>
                  </a:lnTo>
                  <a:lnTo>
                    <a:pt x="5191226" y="288660"/>
                  </a:lnTo>
                  <a:lnTo>
                    <a:pt x="5191320" y="288660"/>
                  </a:lnTo>
                  <a:lnTo>
                    <a:pt x="5191413" y="288660"/>
                  </a:lnTo>
                  <a:lnTo>
                    <a:pt x="5191506" y="288660"/>
                  </a:lnTo>
                  <a:lnTo>
                    <a:pt x="5191599" y="288660"/>
                  </a:lnTo>
                  <a:lnTo>
                    <a:pt x="5191693" y="288660"/>
                  </a:lnTo>
                  <a:lnTo>
                    <a:pt x="5191786" y="288660"/>
                  </a:lnTo>
                  <a:lnTo>
                    <a:pt x="5191879" y="288660"/>
                  </a:lnTo>
                  <a:lnTo>
                    <a:pt x="5191972" y="288660"/>
                  </a:lnTo>
                  <a:lnTo>
                    <a:pt x="5192066" y="288660"/>
                  </a:lnTo>
                  <a:lnTo>
                    <a:pt x="5192159" y="288660"/>
                  </a:lnTo>
                  <a:lnTo>
                    <a:pt x="5192252" y="288660"/>
                  </a:lnTo>
                  <a:lnTo>
                    <a:pt x="5192345" y="288660"/>
                  </a:lnTo>
                  <a:lnTo>
                    <a:pt x="5192439" y="288660"/>
                  </a:lnTo>
                  <a:lnTo>
                    <a:pt x="5192532" y="288660"/>
                  </a:lnTo>
                  <a:lnTo>
                    <a:pt x="5192625" y="288660"/>
                  </a:lnTo>
                  <a:lnTo>
                    <a:pt x="5192718" y="288660"/>
                  </a:lnTo>
                  <a:lnTo>
                    <a:pt x="5192812" y="288660"/>
                  </a:lnTo>
                  <a:lnTo>
                    <a:pt x="5192905" y="288660"/>
                  </a:lnTo>
                  <a:lnTo>
                    <a:pt x="5192998" y="288660"/>
                  </a:lnTo>
                  <a:lnTo>
                    <a:pt x="5193091" y="288660"/>
                  </a:lnTo>
                  <a:lnTo>
                    <a:pt x="5193185" y="288660"/>
                  </a:lnTo>
                  <a:lnTo>
                    <a:pt x="5193278" y="288660"/>
                  </a:lnTo>
                  <a:lnTo>
                    <a:pt x="5193371" y="288660"/>
                  </a:lnTo>
                  <a:lnTo>
                    <a:pt x="5193464" y="288660"/>
                  </a:lnTo>
                  <a:lnTo>
                    <a:pt x="5193558" y="288660"/>
                  </a:lnTo>
                  <a:lnTo>
                    <a:pt x="5193651" y="288660"/>
                  </a:lnTo>
                  <a:lnTo>
                    <a:pt x="5193744" y="288660"/>
                  </a:lnTo>
                  <a:lnTo>
                    <a:pt x="5193837" y="288660"/>
                  </a:lnTo>
                  <a:lnTo>
                    <a:pt x="5193931" y="288660"/>
                  </a:lnTo>
                  <a:lnTo>
                    <a:pt x="5194024" y="288660"/>
                  </a:lnTo>
                  <a:lnTo>
                    <a:pt x="5194117" y="288660"/>
                  </a:lnTo>
                  <a:lnTo>
                    <a:pt x="5194210" y="288660"/>
                  </a:lnTo>
                  <a:lnTo>
                    <a:pt x="5194304" y="288660"/>
                  </a:lnTo>
                  <a:lnTo>
                    <a:pt x="5194397" y="288660"/>
                  </a:lnTo>
                  <a:lnTo>
                    <a:pt x="5194490" y="288660"/>
                  </a:lnTo>
                  <a:lnTo>
                    <a:pt x="5194583" y="288660"/>
                  </a:lnTo>
                  <a:lnTo>
                    <a:pt x="5194677" y="288660"/>
                  </a:lnTo>
                  <a:lnTo>
                    <a:pt x="5194770" y="288660"/>
                  </a:lnTo>
                  <a:lnTo>
                    <a:pt x="5194863" y="288660"/>
                  </a:lnTo>
                  <a:lnTo>
                    <a:pt x="5194956" y="288660"/>
                  </a:lnTo>
                  <a:lnTo>
                    <a:pt x="5195050" y="288660"/>
                  </a:lnTo>
                  <a:lnTo>
                    <a:pt x="5195143" y="288660"/>
                  </a:lnTo>
                  <a:lnTo>
                    <a:pt x="5195236" y="288660"/>
                  </a:lnTo>
                  <a:lnTo>
                    <a:pt x="5195329" y="288660"/>
                  </a:lnTo>
                  <a:lnTo>
                    <a:pt x="5195423" y="288660"/>
                  </a:lnTo>
                  <a:lnTo>
                    <a:pt x="5195516" y="288660"/>
                  </a:lnTo>
                  <a:lnTo>
                    <a:pt x="5195609" y="288660"/>
                  </a:lnTo>
                  <a:lnTo>
                    <a:pt x="5195702" y="288660"/>
                  </a:lnTo>
                  <a:lnTo>
                    <a:pt x="5195796" y="288660"/>
                  </a:lnTo>
                  <a:lnTo>
                    <a:pt x="5195889" y="288660"/>
                  </a:lnTo>
                  <a:lnTo>
                    <a:pt x="5195982" y="288660"/>
                  </a:lnTo>
                  <a:lnTo>
                    <a:pt x="5196075" y="288660"/>
                  </a:lnTo>
                  <a:lnTo>
                    <a:pt x="5196169" y="288660"/>
                  </a:lnTo>
                  <a:lnTo>
                    <a:pt x="5196262" y="288660"/>
                  </a:lnTo>
                  <a:lnTo>
                    <a:pt x="5196355" y="288660"/>
                  </a:lnTo>
                  <a:lnTo>
                    <a:pt x="5196448" y="288660"/>
                  </a:lnTo>
                  <a:lnTo>
                    <a:pt x="5196541" y="288660"/>
                  </a:lnTo>
                  <a:lnTo>
                    <a:pt x="5196635" y="288660"/>
                  </a:lnTo>
                  <a:lnTo>
                    <a:pt x="5196728" y="288660"/>
                  </a:lnTo>
                  <a:lnTo>
                    <a:pt x="5196821" y="288660"/>
                  </a:lnTo>
                  <a:lnTo>
                    <a:pt x="5196914" y="288660"/>
                  </a:lnTo>
                  <a:lnTo>
                    <a:pt x="5197008" y="288660"/>
                  </a:lnTo>
                  <a:lnTo>
                    <a:pt x="5197101" y="288660"/>
                  </a:lnTo>
                  <a:lnTo>
                    <a:pt x="5197194" y="288660"/>
                  </a:lnTo>
                  <a:lnTo>
                    <a:pt x="5197287" y="288660"/>
                  </a:lnTo>
                  <a:lnTo>
                    <a:pt x="5197381" y="288660"/>
                  </a:lnTo>
                  <a:lnTo>
                    <a:pt x="5197474" y="288660"/>
                  </a:lnTo>
                  <a:lnTo>
                    <a:pt x="5197567" y="288660"/>
                  </a:lnTo>
                  <a:lnTo>
                    <a:pt x="5197660" y="288660"/>
                  </a:lnTo>
                  <a:lnTo>
                    <a:pt x="5197754" y="288660"/>
                  </a:lnTo>
                  <a:lnTo>
                    <a:pt x="5197847" y="288660"/>
                  </a:lnTo>
                  <a:lnTo>
                    <a:pt x="5197940" y="288660"/>
                  </a:lnTo>
                  <a:lnTo>
                    <a:pt x="5198033" y="288660"/>
                  </a:lnTo>
                  <a:lnTo>
                    <a:pt x="5198127" y="288660"/>
                  </a:lnTo>
                  <a:lnTo>
                    <a:pt x="5198220" y="288660"/>
                  </a:lnTo>
                  <a:lnTo>
                    <a:pt x="5198313" y="288660"/>
                  </a:lnTo>
                  <a:lnTo>
                    <a:pt x="5198406" y="288660"/>
                  </a:lnTo>
                  <a:lnTo>
                    <a:pt x="5198500" y="288660"/>
                  </a:lnTo>
                  <a:lnTo>
                    <a:pt x="5198593" y="288660"/>
                  </a:lnTo>
                  <a:lnTo>
                    <a:pt x="5198686" y="288660"/>
                  </a:lnTo>
                  <a:lnTo>
                    <a:pt x="5198779" y="288660"/>
                  </a:lnTo>
                  <a:lnTo>
                    <a:pt x="5198873" y="288660"/>
                  </a:lnTo>
                  <a:lnTo>
                    <a:pt x="5198966" y="288660"/>
                  </a:lnTo>
                  <a:lnTo>
                    <a:pt x="5199059" y="288660"/>
                  </a:lnTo>
                  <a:lnTo>
                    <a:pt x="5199152" y="288660"/>
                  </a:lnTo>
                  <a:lnTo>
                    <a:pt x="5199246" y="288660"/>
                  </a:lnTo>
                  <a:lnTo>
                    <a:pt x="5199339" y="288660"/>
                  </a:lnTo>
                  <a:lnTo>
                    <a:pt x="5199432" y="288660"/>
                  </a:lnTo>
                  <a:lnTo>
                    <a:pt x="5199525" y="288660"/>
                  </a:lnTo>
                  <a:lnTo>
                    <a:pt x="5199619" y="288660"/>
                  </a:lnTo>
                  <a:lnTo>
                    <a:pt x="5199712" y="288660"/>
                  </a:lnTo>
                  <a:lnTo>
                    <a:pt x="5199805" y="288660"/>
                  </a:lnTo>
                  <a:lnTo>
                    <a:pt x="5199898" y="288660"/>
                  </a:lnTo>
                  <a:lnTo>
                    <a:pt x="5199992" y="288660"/>
                  </a:lnTo>
                  <a:lnTo>
                    <a:pt x="5200085" y="288660"/>
                  </a:lnTo>
                  <a:lnTo>
                    <a:pt x="5200178" y="288660"/>
                  </a:lnTo>
                  <a:lnTo>
                    <a:pt x="5200271" y="288660"/>
                  </a:lnTo>
                  <a:lnTo>
                    <a:pt x="5200365" y="288660"/>
                  </a:lnTo>
                  <a:lnTo>
                    <a:pt x="5200458" y="288660"/>
                  </a:lnTo>
                  <a:lnTo>
                    <a:pt x="5200551" y="288660"/>
                  </a:lnTo>
                  <a:lnTo>
                    <a:pt x="5200644" y="288660"/>
                  </a:lnTo>
                  <a:lnTo>
                    <a:pt x="5200738" y="288660"/>
                  </a:lnTo>
                  <a:lnTo>
                    <a:pt x="5200831" y="288660"/>
                  </a:lnTo>
                  <a:lnTo>
                    <a:pt x="5200924" y="288660"/>
                  </a:lnTo>
                  <a:lnTo>
                    <a:pt x="5201017" y="288660"/>
                  </a:lnTo>
                  <a:lnTo>
                    <a:pt x="5201111" y="288660"/>
                  </a:lnTo>
                  <a:lnTo>
                    <a:pt x="5201204" y="288660"/>
                  </a:lnTo>
                  <a:lnTo>
                    <a:pt x="5201297" y="288660"/>
                  </a:lnTo>
                  <a:lnTo>
                    <a:pt x="5201390" y="288660"/>
                  </a:lnTo>
                  <a:lnTo>
                    <a:pt x="5201484" y="288660"/>
                  </a:lnTo>
                  <a:lnTo>
                    <a:pt x="5201577" y="288660"/>
                  </a:lnTo>
                  <a:lnTo>
                    <a:pt x="5201670" y="288660"/>
                  </a:lnTo>
                  <a:lnTo>
                    <a:pt x="5201763" y="288660"/>
                  </a:lnTo>
                  <a:lnTo>
                    <a:pt x="5201857" y="288660"/>
                  </a:lnTo>
                  <a:lnTo>
                    <a:pt x="5201950" y="288660"/>
                  </a:lnTo>
                  <a:lnTo>
                    <a:pt x="5202043" y="288660"/>
                  </a:lnTo>
                  <a:lnTo>
                    <a:pt x="5202136" y="288660"/>
                  </a:lnTo>
                  <a:lnTo>
                    <a:pt x="5202230" y="288660"/>
                  </a:lnTo>
                  <a:lnTo>
                    <a:pt x="5202323" y="288660"/>
                  </a:lnTo>
                  <a:lnTo>
                    <a:pt x="5202416" y="288660"/>
                  </a:lnTo>
                  <a:lnTo>
                    <a:pt x="5202509" y="288660"/>
                  </a:lnTo>
                  <a:lnTo>
                    <a:pt x="5202603" y="288660"/>
                  </a:lnTo>
                  <a:lnTo>
                    <a:pt x="5202696" y="288660"/>
                  </a:lnTo>
                  <a:lnTo>
                    <a:pt x="5202789" y="288660"/>
                  </a:lnTo>
                  <a:lnTo>
                    <a:pt x="5202882" y="288660"/>
                  </a:lnTo>
                  <a:lnTo>
                    <a:pt x="5202976" y="288660"/>
                  </a:lnTo>
                  <a:lnTo>
                    <a:pt x="5203069" y="288660"/>
                  </a:lnTo>
                  <a:lnTo>
                    <a:pt x="5203162" y="288660"/>
                  </a:lnTo>
                  <a:lnTo>
                    <a:pt x="5203255" y="288660"/>
                  </a:lnTo>
                  <a:lnTo>
                    <a:pt x="5203348" y="288660"/>
                  </a:lnTo>
                  <a:lnTo>
                    <a:pt x="5203442" y="288660"/>
                  </a:lnTo>
                  <a:lnTo>
                    <a:pt x="5203535" y="288660"/>
                  </a:lnTo>
                  <a:lnTo>
                    <a:pt x="5203628" y="288660"/>
                  </a:lnTo>
                  <a:lnTo>
                    <a:pt x="5203721" y="288660"/>
                  </a:lnTo>
                  <a:lnTo>
                    <a:pt x="5203815" y="288660"/>
                  </a:lnTo>
                  <a:lnTo>
                    <a:pt x="5203908" y="288660"/>
                  </a:lnTo>
                  <a:lnTo>
                    <a:pt x="5204001" y="288660"/>
                  </a:lnTo>
                  <a:lnTo>
                    <a:pt x="5204094" y="288660"/>
                  </a:lnTo>
                  <a:lnTo>
                    <a:pt x="5204188" y="288660"/>
                  </a:lnTo>
                  <a:lnTo>
                    <a:pt x="5204281" y="288660"/>
                  </a:lnTo>
                  <a:lnTo>
                    <a:pt x="5204374" y="288660"/>
                  </a:lnTo>
                  <a:lnTo>
                    <a:pt x="5204467" y="288660"/>
                  </a:lnTo>
                  <a:lnTo>
                    <a:pt x="5204561" y="288660"/>
                  </a:lnTo>
                  <a:lnTo>
                    <a:pt x="5204654" y="288660"/>
                  </a:lnTo>
                  <a:lnTo>
                    <a:pt x="5204747" y="288660"/>
                  </a:lnTo>
                  <a:lnTo>
                    <a:pt x="5204840" y="288660"/>
                  </a:lnTo>
                  <a:lnTo>
                    <a:pt x="5204934" y="288660"/>
                  </a:lnTo>
                  <a:lnTo>
                    <a:pt x="5205027" y="288660"/>
                  </a:lnTo>
                  <a:lnTo>
                    <a:pt x="5205120" y="288660"/>
                  </a:lnTo>
                  <a:lnTo>
                    <a:pt x="5205213" y="288660"/>
                  </a:lnTo>
                  <a:lnTo>
                    <a:pt x="5205307" y="288660"/>
                  </a:lnTo>
                  <a:lnTo>
                    <a:pt x="5205400" y="288660"/>
                  </a:lnTo>
                  <a:lnTo>
                    <a:pt x="5205493" y="288660"/>
                  </a:lnTo>
                  <a:lnTo>
                    <a:pt x="5205586" y="288660"/>
                  </a:lnTo>
                  <a:lnTo>
                    <a:pt x="5205680" y="288660"/>
                  </a:lnTo>
                  <a:lnTo>
                    <a:pt x="5205773" y="288660"/>
                  </a:lnTo>
                  <a:lnTo>
                    <a:pt x="5205866" y="288660"/>
                  </a:lnTo>
                  <a:lnTo>
                    <a:pt x="5205959" y="288660"/>
                  </a:lnTo>
                  <a:lnTo>
                    <a:pt x="5206053" y="288660"/>
                  </a:lnTo>
                  <a:lnTo>
                    <a:pt x="5206146" y="288660"/>
                  </a:lnTo>
                  <a:lnTo>
                    <a:pt x="5206239" y="288660"/>
                  </a:lnTo>
                  <a:lnTo>
                    <a:pt x="5206332" y="288660"/>
                  </a:lnTo>
                  <a:lnTo>
                    <a:pt x="5206426" y="288660"/>
                  </a:lnTo>
                  <a:lnTo>
                    <a:pt x="5206519" y="288660"/>
                  </a:lnTo>
                  <a:lnTo>
                    <a:pt x="5206612" y="288660"/>
                  </a:lnTo>
                  <a:lnTo>
                    <a:pt x="5206705" y="288660"/>
                  </a:lnTo>
                  <a:lnTo>
                    <a:pt x="5206799" y="288660"/>
                  </a:lnTo>
                  <a:lnTo>
                    <a:pt x="5206892" y="288660"/>
                  </a:lnTo>
                  <a:lnTo>
                    <a:pt x="5206985" y="288660"/>
                  </a:lnTo>
                  <a:lnTo>
                    <a:pt x="5207078" y="288660"/>
                  </a:lnTo>
                  <a:lnTo>
                    <a:pt x="5207172" y="288660"/>
                  </a:lnTo>
                  <a:lnTo>
                    <a:pt x="5207265" y="288660"/>
                  </a:lnTo>
                  <a:lnTo>
                    <a:pt x="5207358" y="288660"/>
                  </a:lnTo>
                  <a:lnTo>
                    <a:pt x="5207451" y="288660"/>
                  </a:lnTo>
                  <a:lnTo>
                    <a:pt x="5207545" y="288660"/>
                  </a:lnTo>
                  <a:lnTo>
                    <a:pt x="5207638" y="288660"/>
                  </a:lnTo>
                  <a:lnTo>
                    <a:pt x="5207731" y="288660"/>
                  </a:lnTo>
                  <a:lnTo>
                    <a:pt x="5207824" y="288660"/>
                  </a:lnTo>
                  <a:lnTo>
                    <a:pt x="5207918" y="288660"/>
                  </a:lnTo>
                  <a:lnTo>
                    <a:pt x="5208011" y="288660"/>
                  </a:lnTo>
                  <a:lnTo>
                    <a:pt x="5208104" y="288660"/>
                  </a:lnTo>
                  <a:lnTo>
                    <a:pt x="5208197" y="288660"/>
                  </a:lnTo>
                  <a:lnTo>
                    <a:pt x="5208291" y="288660"/>
                  </a:lnTo>
                  <a:lnTo>
                    <a:pt x="5208384" y="288660"/>
                  </a:lnTo>
                  <a:lnTo>
                    <a:pt x="5208477" y="288660"/>
                  </a:lnTo>
                  <a:lnTo>
                    <a:pt x="5208570" y="288660"/>
                  </a:lnTo>
                  <a:lnTo>
                    <a:pt x="5208664" y="288660"/>
                  </a:lnTo>
                  <a:lnTo>
                    <a:pt x="5208757" y="288660"/>
                  </a:lnTo>
                  <a:lnTo>
                    <a:pt x="5208850" y="288660"/>
                  </a:lnTo>
                  <a:lnTo>
                    <a:pt x="5208943" y="288660"/>
                  </a:lnTo>
                  <a:lnTo>
                    <a:pt x="5209037" y="288660"/>
                  </a:lnTo>
                  <a:lnTo>
                    <a:pt x="5209130" y="288660"/>
                  </a:lnTo>
                  <a:lnTo>
                    <a:pt x="5209223" y="288660"/>
                  </a:lnTo>
                  <a:lnTo>
                    <a:pt x="5209316" y="288660"/>
                  </a:lnTo>
                  <a:lnTo>
                    <a:pt x="5209410" y="288660"/>
                  </a:lnTo>
                  <a:lnTo>
                    <a:pt x="5209503" y="288660"/>
                  </a:lnTo>
                  <a:lnTo>
                    <a:pt x="5209596" y="288660"/>
                  </a:lnTo>
                  <a:lnTo>
                    <a:pt x="5209689" y="288660"/>
                  </a:lnTo>
                  <a:lnTo>
                    <a:pt x="5209783" y="288660"/>
                  </a:lnTo>
                  <a:lnTo>
                    <a:pt x="5209876" y="288660"/>
                  </a:lnTo>
                  <a:lnTo>
                    <a:pt x="5209969" y="288660"/>
                  </a:lnTo>
                  <a:lnTo>
                    <a:pt x="5210062" y="288660"/>
                  </a:lnTo>
                  <a:lnTo>
                    <a:pt x="5210156" y="288660"/>
                  </a:lnTo>
                  <a:lnTo>
                    <a:pt x="5210249" y="288660"/>
                  </a:lnTo>
                  <a:lnTo>
                    <a:pt x="5210342" y="288660"/>
                  </a:lnTo>
                  <a:lnTo>
                    <a:pt x="5210435" y="288660"/>
                  </a:lnTo>
                  <a:lnTo>
                    <a:pt x="5210528" y="288660"/>
                  </a:lnTo>
                  <a:lnTo>
                    <a:pt x="5210622" y="288660"/>
                  </a:lnTo>
                  <a:lnTo>
                    <a:pt x="5210715" y="288660"/>
                  </a:lnTo>
                  <a:lnTo>
                    <a:pt x="5210808" y="288660"/>
                  </a:lnTo>
                  <a:lnTo>
                    <a:pt x="5210901" y="288660"/>
                  </a:lnTo>
                  <a:lnTo>
                    <a:pt x="5210995" y="288660"/>
                  </a:lnTo>
                  <a:lnTo>
                    <a:pt x="5211088" y="288660"/>
                  </a:lnTo>
                  <a:lnTo>
                    <a:pt x="5211181" y="288660"/>
                  </a:lnTo>
                  <a:lnTo>
                    <a:pt x="5211274" y="288660"/>
                  </a:lnTo>
                  <a:lnTo>
                    <a:pt x="5211368" y="288660"/>
                  </a:lnTo>
                  <a:lnTo>
                    <a:pt x="5211461" y="288660"/>
                  </a:lnTo>
                  <a:lnTo>
                    <a:pt x="5211554" y="288660"/>
                  </a:lnTo>
                  <a:lnTo>
                    <a:pt x="5211647" y="288660"/>
                  </a:lnTo>
                  <a:lnTo>
                    <a:pt x="5211741" y="288660"/>
                  </a:lnTo>
                  <a:lnTo>
                    <a:pt x="5211834" y="288660"/>
                  </a:lnTo>
                  <a:lnTo>
                    <a:pt x="5211927" y="288660"/>
                  </a:lnTo>
                  <a:lnTo>
                    <a:pt x="5212020" y="288660"/>
                  </a:lnTo>
                  <a:lnTo>
                    <a:pt x="5212114" y="288660"/>
                  </a:lnTo>
                  <a:lnTo>
                    <a:pt x="5212207" y="288660"/>
                  </a:lnTo>
                  <a:lnTo>
                    <a:pt x="5212300" y="288660"/>
                  </a:lnTo>
                  <a:lnTo>
                    <a:pt x="5212393" y="288660"/>
                  </a:lnTo>
                  <a:lnTo>
                    <a:pt x="5212487" y="288660"/>
                  </a:lnTo>
                  <a:lnTo>
                    <a:pt x="5212580" y="288660"/>
                  </a:lnTo>
                  <a:lnTo>
                    <a:pt x="5212673" y="288660"/>
                  </a:lnTo>
                  <a:lnTo>
                    <a:pt x="5212766" y="288660"/>
                  </a:lnTo>
                  <a:lnTo>
                    <a:pt x="5212860" y="288660"/>
                  </a:lnTo>
                  <a:lnTo>
                    <a:pt x="5212953" y="288660"/>
                  </a:lnTo>
                  <a:lnTo>
                    <a:pt x="5213046" y="288660"/>
                  </a:lnTo>
                  <a:lnTo>
                    <a:pt x="5213139" y="288660"/>
                  </a:lnTo>
                  <a:lnTo>
                    <a:pt x="5213233" y="288660"/>
                  </a:lnTo>
                  <a:lnTo>
                    <a:pt x="5213326" y="288660"/>
                  </a:lnTo>
                  <a:lnTo>
                    <a:pt x="5213419" y="288660"/>
                  </a:lnTo>
                  <a:lnTo>
                    <a:pt x="5213512" y="288660"/>
                  </a:lnTo>
                  <a:lnTo>
                    <a:pt x="5213606" y="288660"/>
                  </a:lnTo>
                  <a:lnTo>
                    <a:pt x="5213699" y="288660"/>
                  </a:lnTo>
                  <a:lnTo>
                    <a:pt x="5213792" y="288660"/>
                  </a:lnTo>
                  <a:lnTo>
                    <a:pt x="5213885" y="288660"/>
                  </a:lnTo>
                  <a:lnTo>
                    <a:pt x="5213979" y="288660"/>
                  </a:lnTo>
                  <a:lnTo>
                    <a:pt x="5214072" y="288660"/>
                  </a:lnTo>
                  <a:lnTo>
                    <a:pt x="5214165" y="288660"/>
                  </a:lnTo>
                  <a:lnTo>
                    <a:pt x="5214258" y="288660"/>
                  </a:lnTo>
                  <a:lnTo>
                    <a:pt x="5214352" y="288660"/>
                  </a:lnTo>
                  <a:lnTo>
                    <a:pt x="5214445" y="288660"/>
                  </a:lnTo>
                  <a:lnTo>
                    <a:pt x="5214538" y="288660"/>
                  </a:lnTo>
                  <a:lnTo>
                    <a:pt x="5214631" y="288660"/>
                  </a:lnTo>
                  <a:lnTo>
                    <a:pt x="5214725" y="288660"/>
                  </a:lnTo>
                  <a:lnTo>
                    <a:pt x="5214818" y="288660"/>
                  </a:lnTo>
                  <a:lnTo>
                    <a:pt x="5214911" y="288660"/>
                  </a:lnTo>
                  <a:lnTo>
                    <a:pt x="5215004" y="288660"/>
                  </a:lnTo>
                  <a:lnTo>
                    <a:pt x="5215098" y="288660"/>
                  </a:lnTo>
                  <a:lnTo>
                    <a:pt x="5215191" y="288660"/>
                  </a:lnTo>
                  <a:lnTo>
                    <a:pt x="5215284" y="288660"/>
                  </a:lnTo>
                  <a:lnTo>
                    <a:pt x="5215377" y="288660"/>
                  </a:lnTo>
                  <a:lnTo>
                    <a:pt x="5215471" y="288660"/>
                  </a:lnTo>
                  <a:lnTo>
                    <a:pt x="5215564" y="288660"/>
                  </a:lnTo>
                  <a:lnTo>
                    <a:pt x="5215657" y="288660"/>
                  </a:lnTo>
                  <a:lnTo>
                    <a:pt x="5215750" y="288660"/>
                  </a:lnTo>
                  <a:lnTo>
                    <a:pt x="5215844" y="288660"/>
                  </a:lnTo>
                  <a:lnTo>
                    <a:pt x="5215937" y="288660"/>
                  </a:lnTo>
                  <a:lnTo>
                    <a:pt x="5216030" y="288660"/>
                  </a:lnTo>
                  <a:lnTo>
                    <a:pt x="5216123" y="288660"/>
                  </a:lnTo>
                  <a:lnTo>
                    <a:pt x="5216217" y="288660"/>
                  </a:lnTo>
                  <a:lnTo>
                    <a:pt x="5216310" y="288660"/>
                  </a:lnTo>
                  <a:lnTo>
                    <a:pt x="5216403" y="288660"/>
                  </a:lnTo>
                  <a:lnTo>
                    <a:pt x="5216496" y="288660"/>
                  </a:lnTo>
                  <a:lnTo>
                    <a:pt x="5216590" y="288660"/>
                  </a:lnTo>
                  <a:lnTo>
                    <a:pt x="5216683" y="288660"/>
                  </a:lnTo>
                  <a:lnTo>
                    <a:pt x="5216776" y="288660"/>
                  </a:lnTo>
                  <a:lnTo>
                    <a:pt x="5216869" y="288660"/>
                  </a:lnTo>
                  <a:lnTo>
                    <a:pt x="5216963" y="288660"/>
                  </a:lnTo>
                  <a:lnTo>
                    <a:pt x="5217056" y="288660"/>
                  </a:lnTo>
                  <a:lnTo>
                    <a:pt x="5217149" y="288660"/>
                  </a:lnTo>
                  <a:lnTo>
                    <a:pt x="5217242" y="288660"/>
                  </a:lnTo>
                  <a:lnTo>
                    <a:pt x="5217335" y="288660"/>
                  </a:lnTo>
                  <a:lnTo>
                    <a:pt x="5217429" y="288660"/>
                  </a:lnTo>
                  <a:lnTo>
                    <a:pt x="5217522" y="288660"/>
                  </a:lnTo>
                  <a:lnTo>
                    <a:pt x="5217615" y="288660"/>
                  </a:lnTo>
                  <a:lnTo>
                    <a:pt x="5217708" y="288660"/>
                  </a:lnTo>
                  <a:lnTo>
                    <a:pt x="5217802" y="288660"/>
                  </a:lnTo>
                  <a:lnTo>
                    <a:pt x="5217895" y="288660"/>
                  </a:lnTo>
                  <a:lnTo>
                    <a:pt x="5217988" y="288660"/>
                  </a:lnTo>
                  <a:lnTo>
                    <a:pt x="5218081" y="288660"/>
                  </a:lnTo>
                  <a:lnTo>
                    <a:pt x="5218175" y="288660"/>
                  </a:lnTo>
                  <a:lnTo>
                    <a:pt x="5218268" y="288660"/>
                  </a:lnTo>
                  <a:lnTo>
                    <a:pt x="5218361" y="288660"/>
                  </a:lnTo>
                  <a:lnTo>
                    <a:pt x="5218454" y="288660"/>
                  </a:lnTo>
                  <a:lnTo>
                    <a:pt x="5218548" y="288660"/>
                  </a:lnTo>
                  <a:lnTo>
                    <a:pt x="5218641" y="288660"/>
                  </a:lnTo>
                  <a:lnTo>
                    <a:pt x="5218734" y="288660"/>
                  </a:lnTo>
                  <a:lnTo>
                    <a:pt x="5218827" y="288660"/>
                  </a:lnTo>
                  <a:lnTo>
                    <a:pt x="5218921" y="288660"/>
                  </a:lnTo>
                  <a:lnTo>
                    <a:pt x="5219014" y="288660"/>
                  </a:lnTo>
                  <a:lnTo>
                    <a:pt x="5219107" y="288660"/>
                  </a:lnTo>
                  <a:lnTo>
                    <a:pt x="5219200" y="288660"/>
                  </a:lnTo>
                  <a:lnTo>
                    <a:pt x="5219294" y="288660"/>
                  </a:lnTo>
                  <a:lnTo>
                    <a:pt x="5219387" y="288660"/>
                  </a:lnTo>
                  <a:lnTo>
                    <a:pt x="5219480" y="288660"/>
                  </a:lnTo>
                  <a:lnTo>
                    <a:pt x="5219573" y="288660"/>
                  </a:lnTo>
                  <a:lnTo>
                    <a:pt x="5219667" y="288660"/>
                  </a:lnTo>
                  <a:lnTo>
                    <a:pt x="5219760" y="288660"/>
                  </a:lnTo>
                  <a:lnTo>
                    <a:pt x="5219853" y="288660"/>
                  </a:lnTo>
                  <a:lnTo>
                    <a:pt x="5219946" y="288660"/>
                  </a:lnTo>
                  <a:lnTo>
                    <a:pt x="5220040" y="288660"/>
                  </a:lnTo>
                  <a:lnTo>
                    <a:pt x="5220133" y="288660"/>
                  </a:lnTo>
                  <a:lnTo>
                    <a:pt x="5220226" y="288660"/>
                  </a:lnTo>
                  <a:lnTo>
                    <a:pt x="5220319" y="288660"/>
                  </a:lnTo>
                  <a:lnTo>
                    <a:pt x="5220413" y="288660"/>
                  </a:lnTo>
                  <a:lnTo>
                    <a:pt x="5220506" y="288660"/>
                  </a:lnTo>
                  <a:lnTo>
                    <a:pt x="5220599" y="288660"/>
                  </a:lnTo>
                  <a:lnTo>
                    <a:pt x="5220692" y="288660"/>
                  </a:lnTo>
                  <a:lnTo>
                    <a:pt x="5220786" y="288660"/>
                  </a:lnTo>
                  <a:lnTo>
                    <a:pt x="5220879" y="288660"/>
                  </a:lnTo>
                  <a:lnTo>
                    <a:pt x="5220972" y="288660"/>
                  </a:lnTo>
                  <a:lnTo>
                    <a:pt x="5221065" y="288660"/>
                  </a:lnTo>
                  <a:lnTo>
                    <a:pt x="5221159" y="288660"/>
                  </a:lnTo>
                  <a:lnTo>
                    <a:pt x="5221252" y="288660"/>
                  </a:lnTo>
                  <a:lnTo>
                    <a:pt x="5221345" y="288660"/>
                  </a:lnTo>
                  <a:lnTo>
                    <a:pt x="5221438" y="288660"/>
                  </a:lnTo>
                  <a:lnTo>
                    <a:pt x="5221532" y="288660"/>
                  </a:lnTo>
                  <a:lnTo>
                    <a:pt x="5221625" y="288660"/>
                  </a:lnTo>
                  <a:lnTo>
                    <a:pt x="5221718" y="288660"/>
                  </a:lnTo>
                  <a:lnTo>
                    <a:pt x="5221811" y="288660"/>
                  </a:lnTo>
                  <a:lnTo>
                    <a:pt x="5221905" y="288660"/>
                  </a:lnTo>
                  <a:lnTo>
                    <a:pt x="5221998" y="288660"/>
                  </a:lnTo>
                  <a:lnTo>
                    <a:pt x="5222091" y="288660"/>
                  </a:lnTo>
                  <a:lnTo>
                    <a:pt x="5222184" y="288660"/>
                  </a:lnTo>
                  <a:lnTo>
                    <a:pt x="5222278" y="288660"/>
                  </a:lnTo>
                  <a:lnTo>
                    <a:pt x="5222371" y="288660"/>
                  </a:lnTo>
                  <a:lnTo>
                    <a:pt x="5222464" y="288660"/>
                  </a:lnTo>
                  <a:lnTo>
                    <a:pt x="5222557" y="288660"/>
                  </a:lnTo>
                  <a:lnTo>
                    <a:pt x="5222651" y="288660"/>
                  </a:lnTo>
                  <a:lnTo>
                    <a:pt x="5222744" y="288660"/>
                  </a:lnTo>
                  <a:lnTo>
                    <a:pt x="5222837" y="288660"/>
                  </a:lnTo>
                  <a:lnTo>
                    <a:pt x="5222930" y="288660"/>
                  </a:lnTo>
                  <a:lnTo>
                    <a:pt x="5223024" y="288660"/>
                  </a:lnTo>
                  <a:lnTo>
                    <a:pt x="5223117" y="288660"/>
                  </a:lnTo>
                  <a:lnTo>
                    <a:pt x="5223210" y="288660"/>
                  </a:lnTo>
                  <a:lnTo>
                    <a:pt x="5223303" y="288660"/>
                  </a:lnTo>
                  <a:lnTo>
                    <a:pt x="5223397" y="288660"/>
                  </a:lnTo>
                  <a:lnTo>
                    <a:pt x="5223490" y="288660"/>
                  </a:lnTo>
                  <a:lnTo>
                    <a:pt x="5223583" y="288660"/>
                  </a:lnTo>
                  <a:lnTo>
                    <a:pt x="5223676" y="288660"/>
                  </a:lnTo>
                  <a:lnTo>
                    <a:pt x="5223770" y="288660"/>
                  </a:lnTo>
                  <a:lnTo>
                    <a:pt x="5223863" y="288660"/>
                  </a:lnTo>
                  <a:lnTo>
                    <a:pt x="5223956" y="288660"/>
                  </a:lnTo>
                  <a:lnTo>
                    <a:pt x="5224049" y="288660"/>
                  </a:lnTo>
                  <a:lnTo>
                    <a:pt x="5224143" y="288660"/>
                  </a:lnTo>
                  <a:lnTo>
                    <a:pt x="5224236" y="288660"/>
                  </a:lnTo>
                  <a:lnTo>
                    <a:pt x="5224329" y="288660"/>
                  </a:lnTo>
                  <a:lnTo>
                    <a:pt x="5224422" y="288660"/>
                  </a:lnTo>
                  <a:lnTo>
                    <a:pt x="5224515" y="288660"/>
                  </a:lnTo>
                  <a:lnTo>
                    <a:pt x="5224609" y="288660"/>
                  </a:lnTo>
                  <a:lnTo>
                    <a:pt x="5224702" y="288660"/>
                  </a:lnTo>
                  <a:lnTo>
                    <a:pt x="5224795" y="288660"/>
                  </a:lnTo>
                  <a:lnTo>
                    <a:pt x="5224888" y="288660"/>
                  </a:lnTo>
                  <a:lnTo>
                    <a:pt x="5224982" y="288660"/>
                  </a:lnTo>
                  <a:lnTo>
                    <a:pt x="5225075" y="288660"/>
                  </a:lnTo>
                  <a:lnTo>
                    <a:pt x="5225168" y="288660"/>
                  </a:lnTo>
                  <a:lnTo>
                    <a:pt x="5225261" y="288660"/>
                  </a:lnTo>
                  <a:lnTo>
                    <a:pt x="5225355" y="288660"/>
                  </a:lnTo>
                  <a:lnTo>
                    <a:pt x="5225448" y="288660"/>
                  </a:lnTo>
                  <a:lnTo>
                    <a:pt x="5225541" y="288660"/>
                  </a:lnTo>
                  <a:lnTo>
                    <a:pt x="5225634" y="288660"/>
                  </a:lnTo>
                  <a:lnTo>
                    <a:pt x="5225728" y="288660"/>
                  </a:lnTo>
                  <a:lnTo>
                    <a:pt x="5225821" y="288660"/>
                  </a:lnTo>
                  <a:lnTo>
                    <a:pt x="5225914" y="288660"/>
                  </a:lnTo>
                  <a:lnTo>
                    <a:pt x="5226007" y="288660"/>
                  </a:lnTo>
                  <a:lnTo>
                    <a:pt x="5226101" y="288660"/>
                  </a:lnTo>
                  <a:lnTo>
                    <a:pt x="5226194" y="288660"/>
                  </a:lnTo>
                  <a:lnTo>
                    <a:pt x="5226194" y="278707"/>
                  </a:lnTo>
                  <a:lnTo>
                    <a:pt x="5226287" y="278707"/>
                  </a:lnTo>
                  <a:lnTo>
                    <a:pt x="5226380" y="278707"/>
                  </a:lnTo>
                  <a:lnTo>
                    <a:pt x="5226474" y="278707"/>
                  </a:lnTo>
                  <a:lnTo>
                    <a:pt x="5226567" y="278707"/>
                  </a:lnTo>
                  <a:lnTo>
                    <a:pt x="5226660" y="278707"/>
                  </a:lnTo>
                  <a:lnTo>
                    <a:pt x="5226753" y="278707"/>
                  </a:lnTo>
                  <a:lnTo>
                    <a:pt x="5226847" y="278707"/>
                  </a:lnTo>
                  <a:lnTo>
                    <a:pt x="5226940" y="278707"/>
                  </a:lnTo>
                  <a:lnTo>
                    <a:pt x="5227033" y="278707"/>
                  </a:lnTo>
                  <a:lnTo>
                    <a:pt x="5227126" y="278707"/>
                  </a:lnTo>
                  <a:lnTo>
                    <a:pt x="5227220" y="278707"/>
                  </a:lnTo>
                  <a:lnTo>
                    <a:pt x="5227313" y="278707"/>
                  </a:lnTo>
                  <a:lnTo>
                    <a:pt x="5227406" y="278707"/>
                  </a:lnTo>
                  <a:lnTo>
                    <a:pt x="5227499" y="278707"/>
                  </a:lnTo>
                  <a:lnTo>
                    <a:pt x="5227593" y="278707"/>
                  </a:lnTo>
                  <a:lnTo>
                    <a:pt x="5227686" y="278707"/>
                  </a:lnTo>
                  <a:lnTo>
                    <a:pt x="5227779" y="278707"/>
                  </a:lnTo>
                  <a:lnTo>
                    <a:pt x="5227872" y="278707"/>
                  </a:lnTo>
                  <a:lnTo>
                    <a:pt x="5227966" y="278707"/>
                  </a:lnTo>
                  <a:lnTo>
                    <a:pt x="5228059" y="278707"/>
                  </a:lnTo>
                  <a:lnTo>
                    <a:pt x="5228152" y="278707"/>
                  </a:lnTo>
                  <a:lnTo>
                    <a:pt x="5228245" y="278707"/>
                  </a:lnTo>
                  <a:lnTo>
                    <a:pt x="5228339" y="278707"/>
                  </a:lnTo>
                  <a:lnTo>
                    <a:pt x="5228432" y="278707"/>
                  </a:lnTo>
                  <a:lnTo>
                    <a:pt x="5228525" y="278707"/>
                  </a:lnTo>
                  <a:lnTo>
                    <a:pt x="5228618" y="278707"/>
                  </a:lnTo>
                  <a:lnTo>
                    <a:pt x="5228712" y="278707"/>
                  </a:lnTo>
                  <a:lnTo>
                    <a:pt x="5228805" y="278707"/>
                  </a:lnTo>
                  <a:lnTo>
                    <a:pt x="5228898" y="278707"/>
                  </a:lnTo>
                  <a:lnTo>
                    <a:pt x="5228991" y="278707"/>
                  </a:lnTo>
                  <a:lnTo>
                    <a:pt x="5229085" y="278707"/>
                  </a:lnTo>
                  <a:lnTo>
                    <a:pt x="5229178" y="278707"/>
                  </a:lnTo>
                  <a:lnTo>
                    <a:pt x="5229271" y="278707"/>
                  </a:lnTo>
                  <a:lnTo>
                    <a:pt x="5229364" y="278707"/>
                  </a:lnTo>
                  <a:lnTo>
                    <a:pt x="5229458" y="278707"/>
                  </a:lnTo>
                  <a:lnTo>
                    <a:pt x="5229551" y="278707"/>
                  </a:lnTo>
                  <a:lnTo>
                    <a:pt x="5229644" y="278707"/>
                  </a:lnTo>
                  <a:lnTo>
                    <a:pt x="5229737" y="278707"/>
                  </a:lnTo>
                  <a:lnTo>
                    <a:pt x="5229831" y="278707"/>
                  </a:lnTo>
                  <a:lnTo>
                    <a:pt x="5229924" y="278707"/>
                  </a:lnTo>
                  <a:lnTo>
                    <a:pt x="5230017" y="278707"/>
                  </a:lnTo>
                  <a:lnTo>
                    <a:pt x="5230110" y="278707"/>
                  </a:lnTo>
                  <a:lnTo>
                    <a:pt x="5230204" y="278707"/>
                  </a:lnTo>
                  <a:lnTo>
                    <a:pt x="5230297" y="278707"/>
                  </a:lnTo>
                  <a:lnTo>
                    <a:pt x="5230390" y="278707"/>
                  </a:lnTo>
                  <a:lnTo>
                    <a:pt x="5230483" y="278707"/>
                  </a:lnTo>
                  <a:lnTo>
                    <a:pt x="5230577" y="278707"/>
                  </a:lnTo>
                  <a:lnTo>
                    <a:pt x="5230670" y="278707"/>
                  </a:lnTo>
                  <a:lnTo>
                    <a:pt x="5230763" y="278707"/>
                  </a:lnTo>
                  <a:lnTo>
                    <a:pt x="5230856" y="278707"/>
                  </a:lnTo>
                  <a:lnTo>
                    <a:pt x="5230950" y="278707"/>
                  </a:lnTo>
                  <a:lnTo>
                    <a:pt x="5231043" y="278707"/>
                  </a:lnTo>
                  <a:lnTo>
                    <a:pt x="5231136" y="278707"/>
                  </a:lnTo>
                  <a:lnTo>
                    <a:pt x="5231229" y="278707"/>
                  </a:lnTo>
                  <a:lnTo>
                    <a:pt x="5231322" y="278707"/>
                  </a:lnTo>
                  <a:lnTo>
                    <a:pt x="5231416" y="278707"/>
                  </a:lnTo>
                  <a:lnTo>
                    <a:pt x="5231509" y="278707"/>
                  </a:lnTo>
                  <a:lnTo>
                    <a:pt x="5231602" y="278707"/>
                  </a:lnTo>
                  <a:lnTo>
                    <a:pt x="5231695" y="278707"/>
                  </a:lnTo>
                  <a:lnTo>
                    <a:pt x="5231789" y="278707"/>
                  </a:lnTo>
                  <a:lnTo>
                    <a:pt x="5231882" y="278707"/>
                  </a:lnTo>
                  <a:lnTo>
                    <a:pt x="5231975" y="278707"/>
                  </a:lnTo>
                  <a:lnTo>
                    <a:pt x="5232068" y="278707"/>
                  </a:lnTo>
                  <a:lnTo>
                    <a:pt x="5232162" y="278707"/>
                  </a:lnTo>
                  <a:lnTo>
                    <a:pt x="5232255" y="278707"/>
                  </a:lnTo>
                  <a:lnTo>
                    <a:pt x="5232348" y="278707"/>
                  </a:lnTo>
                  <a:lnTo>
                    <a:pt x="5232441" y="278707"/>
                  </a:lnTo>
                  <a:lnTo>
                    <a:pt x="5232535" y="278707"/>
                  </a:lnTo>
                  <a:lnTo>
                    <a:pt x="5232628" y="278707"/>
                  </a:lnTo>
                  <a:lnTo>
                    <a:pt x="5232721" y="278707"/>
                  </a:lnTo>
                  <a:lnTo>
                    <a:pt x="5232814" y="278707"/>
                  </a:lnTo>
                  <a:lnTo>
                    <a:pt x="5232908" y="278707"/>
                  </a:lnTo>
                  <a:lnTo>
                    <a:pt x="5233001" y="278707"/>
                  </a:lnTo>
                  <a:lnTo>
                    <a:pt x="5233094" y="278707"/>
                  </a:lnTo>
                  <a:lnTo>
                    <a:pt x="5233187" y="278707"/>
                  </a:lnTo>
                  <a:lnTo>
                    <a:pt x="5233281" y="278707"/>
                  </a:lnTo>
                  <a:lnTo>
                    <a:pt x="5233374" y="278707"/>
                  </a:lnTo>
                  <a:lnTo>
                    <a:pt x="5233467" y="278707"/>
                  </a:lnTo>
                  <a:lnTo>
                    <a:pt x="5233560" y="278707"/>
                  </a:lnTo>
                  <a:lnTo>
                    <a:pt x="5233654" y="278707"/>
                  </a:lnTo>
                  <a:lnTo>
                    <a:pt x="5233747" y="278707"/>
                  </a:lnTo>
                  <a:lnTo>
                    <a:pt x="5233840" y="278707"/>
                  </a:lnTo>
                  <a:lnTo>
                    <a:pt x="5233933" y="278707"/>
                  </a:lnTo>
                  <a:lnTo>
                    <a:pt x="5234027" y="278707"/>
                  </a:lnTo>
                  <a:lnTo>
                    <a:pt x="5234120" y="278707"/>
                  </a:lnTo>
                  <a:lnTo>
                    <a:pt x="5234213" y="278707"/>
                  </a:lnTo>
                  <a:lnTo>
                    <a:pt x="5234306" y="278707"/>
                  </a:lnTo>
                  <a:lnTo>
                    <a:pt x="5234400" y="278707"/>
                  </a:lnTo>
                  <a:lnTo>
                    <a:pt x="5234493" y="278707"/>
                  </a:lnTo>
                  <a:lnTo>
                    <a:pt x="5234586" y="278707"/>
                  </a:lnTo>
                  <a:lnTo>
                    <a:pt x="5234679" y="278707"/>
                  </a:lnTo>
                  <a:lnTo>
                    <a:pt x="5234773" y="278707"/>
                  </a:lnTo>
                  <a:lnTo>
                    <a:pt x="5234866" y="278707"/>
                  </a:lnTo>
                  <a:lnTo>
                    <a:pt x="5234959" y="278707"/>
                  </a:lnTo>
                  <a:lnTo>
                    <a:pt x="5235052" y="278707"/>
                  </a:lnTo>
                  <a:lnTo>
                    <a:pt x="5235146" y="278707"/>
                  </a:lnTo>
                  <a:lnTo>
                    <a:pt x="5235239" y="278707"/>
                  </a:lnTo>
                  <a:lnTo>
                    <a:pt x="5235332" y="278707"/>
                  </a:lnTo>
                  <a:lnTo>
                    <a:pt x="5235425" y="278707"/>
                  </a:lnTo>
                  <a:lnTo>
                    <a:pt x="5235519" y="278707"/>
                  </a:lnTo>
                  <a:lnTo>
                    <a:pt x="5235612" y="278707"/>
                  </a:lnTo>
                  <a:lnTo>
                    <a:pt x="5235705" y="278707"/>
                  </a:lnTo>
                  <a:lnTo>
                    <a:pt x="5235798" y="278707"/>
                  </a:lnTo>
                  <a:lnTo>
                    <a:pt x="5235892" y="278707"/>
                  </a:lnTo>
                  <a:lnTo>
                    <a:pt x="5235985" y="278707"/>
                  </a:lnTo>
                  <a:lnTo>
                    <a:pt x="5236078" y="278707"/>
                  </a:lnTo>
                  <a:lnTo>
                    <a:pt x="5236171" y="278707"/>
                  </a:lnTo>
                  <a:lnTo>
                    <a:pt x="5236265" y="278707"/>
                  </a:lnTo>
                  <a:lnTo>
                    <a:pt x="5236358" y="278707"/>
                  </a:lnTo>
                  <a:lnTo>
                    <a:pt x="5236451" y="278707"/>
                  </a:lnTo>
                  <a:lnTo>
                    <a:pt x="5236544" y="278707"/>
                  </a:lnTo>
                  <a:lnTo>
                    <a:pt x="5236638" y="278707"/>
                  </a:lnTo>
                  <a:lnTo>
                    <a:pt x="5236731" y="278707"/>
                  </a:lnTo>
                  <a:lnTo>
                    <a:pt x="5236824" y="278707"/>
                  </a:lnTo>
                  <a:lnTo>
                    <a:pt x="5236917" y="278707"/>
                  </a:lnTo>
                  <a:lnTo>
                    <a:pt x="5237011" y="278707"/>
                  </a:lnTo>
                  <a:lnTo>
                    <a:pt x="5237104" y="278707"/>
                  </a:lnTo>
                  <a:lnTo>
                    <a:pt x="5237197" y="278707"/>
                  </a:lnTo>
                  <a:lnTo>
                    <a:pt x="5237290" y="278707"/>
                  </a:lnTo>
                  <a:lnTo>
                    <a:pt x="5237384" y="278707"/>
                  </a:lnTo>
                  <a:lnTo>
                    <a:pt x="5237477" y="278707"/>
                  </a:lnTo>
                  <a:lnTo>
                    <a:pt x="5237570" y="278707"/>
                  </a:lnTo>
                  <a:lnTo>
                    <a:pt x="5237663" y="278707"/>
                  </a:lnTo>
                  <a:lnTo>
                    <a:pt x="5237757" y="278707"/>
                  </a:lnTo>
                  <a:lnTo>
                    <a:pt x="5237850" y="278707"/>
                  </a:lnTo>
                  <a:lnTo>
                    <a:pt x="5237943" y="278707"/>
                  </a:lnTo>
                  <a:lnTo>
                    <a:pt x="5238036" y="278707"/>
                  </a:lnTo>
                  <a:lnTo>
                    <a:pt x="5238129" y="278707"/>
                  </a:lnTo>
                  <a:lnTo>
                    <a:pt x="5238223" y="278707"/>
                  </a:lnTo>
                  <a:lnTo>
                    <a:pt x="5238316" y="278707"/>
                  </a:lnTo>
                  <a:lnTo>
                    <a:pt x="5238409" y="278707"/>
                  </a:lnTo>
                  <a:lnTo>
                    <a:pt x="5238502" y="278707"/>
                  </a:lnTo>
                  <a:lnTo>
                    <a:pt x="5238596" y="278707"/>
                  </a:lnTo>
                  <a:lnTo>
                    <a:pt x="5238689" y="278707"/>
                  </a:lnTo>
                  <a:lnTo>
                    <a:pt x="5238782" y="278707"/>
                  </a:lnTo>
                  <a:lnTo>
                    <a:pt x="5238875" y="278707"/>
                  </a:lnTo>
                  <a:lnTo>
                    <a:pt x="5238969" y="278707"/>
                  </a:lnTo>
                  <a:lnTo>
                    <a:pt x="5239062" y="278707"/>
                  </a:lnTo>
                  <a:lnTo>
                    <a:pt x="5239155" y="278707"/>
                  </a:lnTo>
                  <a:lnTo>
                    <a:pt x="5239248" y="278707"/>
                  </a:lnTo>
                  <a:lnTo>
                    <a:pt x="5239342" y="278707"/>
                  </a:lnTo>
                  <a:lnTo>
                    <a:pt x="5239435" y="278707"/>
                  </a:lnTo>
                  <a:lnTo>
                    <a:pt x="5239528" y="278707"/>
                  </a:lnTo>
                  <a:lnTo>
                    <a:pt x="5239621" y="278707"/>
                  </a:lnTo>
                  <a:lnTo>
                    <a:pt x="5239715" y="278707"/>
                  </a:lnTo>
                  <a:lnTo>
                    <a:pt x="5239808" y="278707"/>
                  </a:lnTo>
                  <a:lnTo>
                    <a:pt x="5239901" y="278707"/>
                  </a:lnTo>
                  <a:lnTo>
                    <a:pt x="5239994" y="278707"/>
                  </a:lnTo>
                  <a:lnTo>
                    <a:pt x="5240088" y="278707"/>
                  </a:lnTo>
                  <a:lnTo>
                    <a:pt x="5240181" y="278707"/>
                  </a:lnTo>
                  <a:lnTo>
                    <a:pt x="5240274" y="278707"/>
                  </a:lnTo>
                  <a:lnTo>
                    <a:pt x="5240367" y="278707"/>
                  </a:lnTo>
                  <a:lnTo>
                    <a:pt x="5240461" y="278707"/>
                  </a:lnTo>
                  <a:lnTo>
                    <a:pt x="5240554" y="278707"/>
                  </a:lnTo>
                  <a:lnTo>
                    <a:pt x="5240647" y="278707"/>
                  </a:lnTo>
                  <a:lnTo>
                    <a:pt x="5240740" y="278707"/>
                  </a:lnTo>
                  <a:lnTo>
                    <a:pt x="5240834" y="278707"/>
                  </a:lnTo>
                  <a:lnTo>
                    <a:pt x="5240927" y="278707"/>
                  </a:lnTo>
                  <a:lnTo>
                    <a:pt x="5241020" y="278707"/>
                  </a:lnTo>
                  <a:lnTo>
                    <a:pt x="5241113" y="278707"/>
                  </a:lnTo>
                  <a:lnTo>
                    <a:pt x="5241207" y="278707"/>
                  </a:lnTo>
                  <a:lnTo>
                    <a:pt x="5241300" y="278707"/>
                  </a:lnTo>
                  <a:lnTo>
                    <a:pt x="5241393" y="278707"/>
                  </a:lnTo>
                  <a:lnTo>
                    <a:pt x="5241486" y="278707"/>
                  </a:lnTo>
                  <a:lnTo>
                    <a:pt x="5241580" y="278707"/>
                  </a:lnTo>
                  <a:lnTo>
                    <a:pt x="5241673" y="278707"/>
                  </a:lnTo>
                  <a:lnTo>
                    <a:pt x="5241766" y="278707"/>
                  </a:lnTo>
                  <a:lnTo>
                    <a:pt x="5241859" y="278707"/>
                  </a:lnTo>
                  <a:lnTo>
                    <a:pt x="5241953" y="278707"/>
                  </a:lnTo>
                  <a:lnTo>
                    <a:pt x="5242046" y="278707"/>
                  </a:lnTo>
                  <a:lnTo>
                    <a:pt x="5242139" y="278707"/>
                  </a:lnTo>
                  <a:lnTo>
                    <a:pt x="5242232" y="278707"/>
                  </a:lnTo>
                  <a:lnTo>
                    <a:pt x="5242326" y="278707"/>
                  </a:lnTo>
                  <a:lnTo>
                    <a:pt x="5242419" y="278707"/>
                  </a:lnTo>
                  <a:lnTo>
                    <a:pt x="5242512" y="278707"/>
                  </a:lnTo>
                  <a:lnTo>
                    <a:pt x="5242605" y="278707"/>
                  </a:lnTo>
                  <a:lnTo>
                    <a:pt x="5242699" y="278707"/>
                  </a:lnTo>
                  <a:lnTo>
                    <a:pt x="5242792" y="278707"/>
                  </a:lnTo>
                  <a:lnTo>
                    <a:pt x="5242885" y="278707"/>
                  </a:lnTo>
                  <a:lnTo>
                    <a:pt x="5242978" y="278707"/>
                  </a:lnTo>
                  <a:lnTo>
                    <a:pt x="5243072" y="278707"/>
                  </a:lnTo>
                  <a:lnTo>
                    <a:pt x="5243165" y="278707"/>
                  </a:lnTo>
                  <a:lnTo>
                    <a:pt x="5243258" y="278707"/>
                  </a:lnTo>
                  <a:lnTo>
                    <a:pt x="5243351" y="278707"/>
                  </a:lnTo>
                  <a:lnTo>
                    <a:pt x="5243445" y="278707"/>
                  </a:lnTo>
                  <a:lnTo>
                    <a:pt x="5243538" y="278707"/>
                  </a:lnTo>
                  <a:lnTo>
                    <a:pt x="5243631" y="278707"/>
                  </a:lnTo>
                  <a:lnTo>
                    <a:pt x="5243724" y="278707"/>
                  </a:lnTo>
                  <a:lnTo>
                    <a:pt x="5243818" y="278707"/>
                  </a:lnTo>
                  <a:lnTo>
                    <a:pt x="5243911" y="278707"/>
                  </a:lnTo>
                  <a:lnTo>
                    <a:pt x="5244004" y="278707"/>
                  </a:lnTo>
                  <a:lnTo>
                    <a:pt x="5244097" y="278707"/>
                  </a:lnTo>
                  <a:lnTo>
                    <a:pt x="5244191" y="278707"/>
                  </a:lnTo>
                  <a:lnTo>
                    <a:pt x="5244284" y="278707"/>
                  </a:lnTo>
                  <a:lnTo>
                    <a:pt x="5244377" y="278707"/>
                  </a:lnTo>
                  <a:lnTo>
                    <a:pt x="5244470" y="278707"/>
                  </a:lnTo>
                  <a:lnTo>
                    <a:pt x="5244564" y="278707"/>
                  </a:lnTo>
                  <a:lnTo>
                    <a:pt x="5244657" y="278707"/>
                  </a:lnTo>
                  <a:lnTo>
                    <a:pt x="5244750" y="278707"/>
                  </a:lnTo>
                  <a:lnTo>
                    <a:pt x="5244843" y="278707"/>
                  </a:lnTo>
                  <a:lnTo>
                    <a:pt x="5244937" y="278707"/>
                  </a:lnTo>
                  <a:lnTo>
                    <a:pt x="5245030" y="278707"/>
                  </a:lnTo>
                  <a:lnTo>
                    <a:pt x="5245123" y="278707"/>
                  </a:lnTo>
                  <a:lnTo>
                    <a:pt x="5245216" y="278707"/>
                  </a:lnTo>
                  <a:lnTo>
                    <a:pt x="5245309" y="278707"/>
                  </a:lnTo>
                  <a:lnTo>
                    <a:pt x="5245403" y="278707"/>
                  </a:lnTo>
                  <a:lnTo>
                    <a:pt x="5245496" y="278707"/>
                  </a:lnTo>
                  <a:lnTo>
                    <a:pt x="5245589" y="278707"/>
                  </a:lnTo>
                  <a:lnTo>
                    <a:pt x="5245682" y="278707"/>
                  </a:lnTo>
                  <a:lnTo>
                    <a:pt x="5245776" y="278707"/>
                  </a:lnTo>
                  <a:lnTo>
                    <a:pt x="5245869" y="278707"/>
                  </a:lnTo>
                  <a:lnTo>
                    <a:pt x="5245962" y="278707"/>
                  </a:lnTo>
                  <a:lnTo>
                    <a:pt x="5246055" y="278707"/>
                  </a:lnTo>
                  <a:lnTo>
                    <a:pt x="5246149" y="278707"/>
                  </a:lnTo>
                  <a:lnTo>
                    <a:pt x="5246242" y="278707"/>
                  </a:lnTo>
                  <a:lnTo>
                    <a:pt x="5246335" y="278707"/>
                  </a:lnTo>
                  <a:lnTo>
                    <a:pt x="5246428" y="278707"/>
                  </a:lnTo>
                  <a:lnTo>
                    <a:pt x="5246522" y="278707"/>
                  </a:lnTo>
                  <a:lnTo>
                    <a:pt x="5246615" y="278707"/>
                  </a:lnTo>
                  <a:lnTo>
                    <a:pt x="5246708" y="278707"/>
                  </a:lnTo>
                  <a:lnTo>
                    <a:pt x="5246801" y="278707"/>
                  </a:lnTo>
                  <a:lnTo>
                    <a:pt x="5246895" y="278707"/>
                  </a:lnTo>
                  <a:lnTo>
                    <a:pt x="5246988" y="278707"/>
                  </a:lnTo>
                  <a:lnTo>
                    <a:pt x="5247081" y="278707"/>
                  </a:lnTo>
                  <a:lnTo>
                    <a:pt x="5247174" y="278707"/>
                  </a:lnTo>
                  <a:lnTo>
                    <a:pt x="5247268" y="278707"/>
                  </a:lnTo>
                  <a:lnTo>
                    <a:pt x="5247361" y="278707"/>
                  </a:lnTo>
                  <a:lnTo>
                    <a:pt x="5247454" y="278707"/>
                  </a:lnTo>
                  <a:lnTo>
                    <a:pt x="5247547" y="278707"/>
                  </a:lnTo>
                  <a:lnTo>
                    <a:pt x="5247641" y="278707"/>
                  </a:lnTo>
                  <a:lnTo>
                    <a:pt x="5247734" y="278707"/>
                  </a:lnTo>
                  <a:lnTo>
                    <a:pt x="5247827" y="278707"/>
                  </a:lnTo>
                  <a:lnTo>
                    <a:pt x="5247920" y="278707"/>
                  </a:lnTo>
                  <a:lnTo>
                    <a:pt x="5248014" y="278707"/>
                  </a:lnTo>
                  <a:lnTo>
                    <a:pt x="5248107" y="278707"/>
                  </a:lnTo>
                  <a:lnTo>
                    <a:pt x="5248200" y="278707"/>
                  </a:lnTo>
                  <a:lnTo>
                    <a:pt x="5248293" y="278707"/>
                  </a:lnTo>
                  <a:lnTo>
                    <a:pt x="5248387" y="278707"/>
                  </a:lnTo>
                  <a:lnTo>
                    <a:pt x="5248480" y="278707"/>
                  </a:lnTo>
                  <a:lnTo>
                    <a:pt x="5248573" y="278707"/>
                  </a:lnTo>
                  <a:lnTo>
                    <a:pt x="5248666" y="278707"/>
                  </a:lnTo>
                  <a:lnTo>
                    <a:pt x="5248760" y="278707"/>
                  </a:lnTo>
                  <a:lnTo>
                    <a:pt x="5248853" y="278707"/>
                  </a:lnTo>
                  <a:lnTo>
                    <a:pt x="5248946" y="278707"/>
                  </a:lnTo>
                  <a:lnTo>
                    <a:pt x="5249039" y="278707"/>
                  </a:lnTo>
                  <a:lnTo>
                    <a:pt x="5249133" y="278707"/>
                  </a:lnTo>
                  <a:lnTo>
                    <a:pt x="5249226" y="278707"/>
                  </a:lnTo>
                  <a:lnTo>
                    <a:pt x="5249319" y="278707"/>
                  </a:lnTo>
                  <a:lnTo>
                    <a:pt x="5249412" y="278707"/>
                  </a:lnTo>
                  <a:lnTo>
                    <a:pt x="5249506" y="278707"/>
                  </a:lnTo>
                  <a:lnTo>
                    <a:pt x="5249599" y="278707"/>
                  </a:lnTo>
                  <a:lnTo>
                    <a:pt x="5249692" y="278707"/>
                  </a:lnTo>
                  <a:lnTo>
                    <a:pt x="5249785" y="278707"/>
                  </a:lnTo>
                  <a:lnTo>
                    <a:pt x="5249879" y="278707"/>
                  </a:lnTo>
                  <a:lnTo>
                    <a:pt x="5249972" y="278707"/>
                  </a:lnTo>
                  <a:lnTo>
                    <a:pt x="5250065" y="278707"/>
                  </a:lnTo>
                  <a:lnTo>
                    <a:pt x="5250158" y="278707"/>
                  </a:lnTo>
                  <a:lnTo>
                    <a:pt x="5250252" y="278707"/>
                  </a:lnTo>
                  <a:lnTo>
                    <a:pt x="5250345" y="278707"/>
                  </a:lnTo>
                  <a:lnTo>
                    <a:pt x="5250438" y="278707"/>
                  </a:lnTo>
                  <a:lnTo>
                    <a:pt x="5250531" y="278707"/>
                  </a:lnTo>
                  <a:lnTo>
                    <a:pt x="5250625" y="278707"/>
                  </a:lnTo>
                  <a:lnTo>
                    <a:pt x="5250718" y="278707"/>
                  </a:lnTo>
                  <a:lnTo>
                    <a:pt x="5250811" y="278707"/>
                  </a:lnTo>
                  <a:lnTo>
                    <a:pt x="5250904" y="278707"/>
                  </a:lnTo>
                  <a:lnTo>
                    <a:pt x="5250998" y="278707"/>
                  </a:lnTo>
                  <a:lnTo>
                    <a:pt x="5251091" y="278707"/>
                  </a:lnTo>
                  <a:lnTo>
                    <a:pt x="5251184" y="278707"/>
                  </a:lnTo>
                  <a:lnTo>
                    <a:pt x="5251277" y="278707"/>
                  </a:lnTo>
                  <a:lnTo>
                    <a:pt x="5251371" y="278707"/>
                  </a:lnTo>
                  <a:lnTo>
                    <a:pt x="5251464" y="278707"/>
                  </a:lnTo>
                  <a:lnTo>
                    <a:pt x="5251557" y="278707"/>
                  </a:lnTo>
                  <a:lnTo>
                    <a:pt x="5251650" y="278707"/>
                  </a:lnTo>
                  <a:lnTo>
                    <a:pt x="5251744" y="278707"/>
                  </a:lnTo>
                  <a:lnTo>
                    <a:pt x="5251837" y="278707"/>
                  </a:lnTo>
                  <a:lnTo>
                    <a:pt x="5251930" y="278707"/>
                  </a:lnTo>
                  <a:lnTo>
                    <a:pt x="5252023" y="278707"/>
                  </a:lnTo>
                  <a:lnTo>
                    <a:pt x="5252116" y="278707"/>
                  </a:lnTo>
                  <a:lnTo>
                    <a:pt x="5252210" y="278707"/>
                  </a:lnTo>
                  <a:lnTo>
                    <a:pt x="5252303" y="278707"/>
                  </a:lnTo>
                  <a:lnTo>
                    <a:pt x="5252396" y="278707"/>
                  </a:lnTo>
                  <a:lnTo>
                    <a:pt x="5252489" y="278707"/>
                  </a:lnTo>
                  <a:lnTo>
                    <a:pt x="5252583" y="278707"/>
                  </a:lnTo>
                  <a:lnTo>
                    <a:pt x="5252676" y="278707"/>
                  </a:lnTo>
                  <a:lnTo>
                    <a:pt x="5252769" y="278707"/>
                  </a:lnTo>
                  <a:lnTo>
                    <a:pt x="5252862" y="278707"/>
                  </a:lnTo>
                  <a:lnTo>
                    <a:pt x="5252956" y="278707"/>
                  </a:lnTo>
                  <a:lnTo>
                    <a:pt x="5253049" y="278707"/>
                  </a:lnTo>
                  <a:lnTo>
                    <a:pt x="5253142" y="278707"/>
                  </a:lnTo>
                  <a:lnTo>
                    <a:pt x="5253235" y="278707"/>
                  </a:lnTo>
                  <a:lnTo>
                    <a:pt x="5253329" y="278707"/>
                  </a:lnTo>
                  <a:lnTo>
                    <a:pt x="5253422" y="278707"/>
                  </a:lnTo>
                  <a:lnTo>
                    <a:pt x="5253515" y="278707"/>
                  </a:lnTo>
                  <a:lnTo>
                    <a:pt x="5253608" y="278707"/>
                  </a:lnTo>
                  <a:lnTo>
                    <a:pt x="5253702" y="278707"/>
                  </a:lnTo>
                  <a:lnTo>
                    <a:pt x="5253795" y="278707"/>
                  </a:lnTo>
                  <a:lnTo>
                    <a:pt x="5253888" y="278707"/>
                  </a:lnTo>
                  <a:lnTo>
                    <a:pt x="5253981" y="278707"/>
                  </a:lnTo>
                  <a:lnTo>
                    <a:pt x="5254075" y="278707"/>
                  </a:lnTo>
                  <a:lnTo>
                    <a:pt x="5254168" y="278707"/>
                  </a:lnTo>
                  <a:lnTo>
                    <a:pt x="5254261" y="278707"/>
                  </a:lnTo>
                  <a:lnTo>
                    <a:pt x="5254354" y="278707"/>
                  </a:lnTo>
                  <a:lnTo>
                    <a:pt x="5254448" y="278707"/>
                  </a:lnTo>
                  <a:lnTo>
                    <a:pt x="5254541" y="278707"/>
                  </a:lnTo>
                  <a:lnTo>
                    <a:pt x="5254634" y="278707"/>
                  </a:lnTo>
                  <a:lnTo>
                    <a:pt x="5254727" y="278707"/>
                  </a:lnTo>
                  <a:lnTo>
                    <a:pt x="5254821" y="278707"/>
                  </a:lnTo>
                  <a:lnTo>
                    <a:pt x="5254914" y="278707"/>
                  </a:lnTo>
                  <a:lnTo>
                    <a:pt x="5255007" y="278707"/>
                  </a:lnTo>
                  <a:lnTo>
                    <a:pt x="5255100" y="278707"/>
                  </a:lnTo>
                  <a:lnTo>
                    <a:pt x="5255194" y="278707"/>
                  </a:lnTo>
                  <a:lnTo>
                    <a:pt x="5255287" y="278707"/>
                  </a:lnTo>
                  <a:lnTo>
                    <a:pt x="5255380" y="278707"/>
                  </a:lnTo>
                  <a:lnTo>
                    <a:pt x="5255473" y="278707"/>
                  </a:lnTo>
                  <a:lnTo>
                    <a:pt x="5255567" y="278707"/>
                  </a:lnTo>
                  <a:lnTo>
                    <a:pt x="5255660" y="278707"/>
                  </a:lnTo>
                  <a:lnTo>
                    <a:pt x="5255753" y="278707"/>
                  </a:lnTo>
                  <a:lnTo>
                    <a:pt x="5255846" y="278707"/>
                  </a:lnTo>
                  <a:lnTo>
                    <a:pt x="5255940" y="278707"/>
                  </a:lnTo>
                  <a:lnTo>
                    <a:pt x="5256033" y="278707"/>
                  </a:lnTo>
                  <a:lnTo>
                    <a:pt x="5256126" y="278707"/>
                  </a:lnTo>
                  <a:lnTo>
                    <a:pt x="5256219" y="278707"/>
                  </a:lnTo>
                  <a:lnTo>
                    <a:pt x="5256313" y="278707"/>
                  </a:lnTo>
                  <a:lnTo>
                    <a:pt x="5256406" y="278707"/>
                  </a:lnTo>
                  <a:lnTo>
                    <a:pt x="5256499" y="278707"/>
                  </a:lnTo>
                  <a:lnTo>
                    <a:pt x="5256592" y="278707"/>
                  </a:lnTo>
                  <a:lnTo>
                    <a:pt x="5256686" y="278707"/>
                  </a:lnTo>
                  <a:lnTo>
                    <a:pt x="5256779" y="278707"/>
                  </a:lnTo>
                  <a:lnTo>
                    <a:pt x="5256872" y="278707"/>
                  </a:lnTo>
                  <a:lnTo>
                    <a:pt x="5256965" y="278707"/>
                  </a:lnTo>
                  <a:lnTo>
                    <a:pt x="5257059" y="278707"/>
                  </a:lnTo>
                  <a:lnTo>
                    <a:pt x="5257152" y="278707"/>
                  </a:lnTo>
                  <a:lnTo>
                    <a:pt x="5257245" y="278707"/>
                  </a:lnTo>
                  <a:lnTo>
                    <a:pt x="5257338" y="278707"/>
                  </a:lnTo>
                  <a:lnTo>
                    <a:pt x="5257432" y="278707"/>
                  </a:lnTo>
                  <a:lnTo>
                    <a:pt x="5257525" y="278707"/>
                  </a:lnTo>
                  <a:lnTo>
                    <a:pt x="5257618" y="278707"/>
                  </a:lnTo>
                  <a:lnTo>
                    <a:pt x="5257711" y="278707"/>
                  </a:lnTo>
                  <a:lnTo>
                    <a:pt x="5257805" y="278707"/>
                  </a:lnTo>
                  <a:lnTo>
                    <a:pt x="5257898" y="278707"/>
                  </a:lnTo>
                  <a:lnTo>
                    <a:pt x="5257991" y="278707"/>
                  </a:lnTo>
                  <a:lnTo>
                    <a:pt x="5258084" y="278707"/>
                  </a:lnTo>
                  <a:lnTo>
                    <a:pt x="5258178" y="278707"/>
                  </a:lnTo>
                  <a:lnTo>
                    <a:pt x="5258271" y="278707"/>
                  </a:lnTo>
                  <a:lnTo>
                    <a:pt x="5258364" y="278707"/>
                  </a:lnTo>
                  <a:lnTo>
                    <a:pt x="5258457" y="278707"/>
                  </a:lnTo>
                  <a:lnTo>
                    <a:pt x="5258551" y="278707"/>
                  </a:lnTo>
                  <a:lnTo>
                    <a:pt x="5258644" y="278707"/>
                  </a:lnTo>
                  <a:lnTo>
                    <a:pt x="5258737" y="278707"/>
                  </a:lnTo>
                  <a:lnTo>
                    <a:pt x="5258830" y="278707"/>
                  </a:lnTo>
                  <a:lnTo>
                    <a:pt x="5258923" y="278707"/>
                  </a:lnTo>
                  <a:lnTo>
                    <a:pt x="5259017" y="278707"/>
                  </a:lnTo>
                  <a:lnTo>
                    <a:pt x="5259110" y="278707"/>
                  </a:lnTo>
                  <a:lnTo>
                    <a:pt x="5259203" y="278707"/>
                  </a:lnTo>
                  <a:lnTo>
                    <a:pt x="5259296" y="278707"/>
                  </a:lnTo>
                  <a:lnTo>
                    <a:pt x="5259390" y="278707"/>
                  </a:lnTo>
                  <a:lnTo>
                    <a:pt x="5259483" y="278707"/>
                  </a:lnTo>
                  <a:lnTo>
                    <a:pt x="5259576" y="278707"/>
                  </a:lnTo>
                  <a:lnTo>
                    <a:pt x="5259669" y="278707"/>
                  </a:lnTo>
                  <a:lnTo>
                    <a:pt x="5259763" y="278707"/>
                  </a:lnTo>
                  <a:lnTo>
                    <a:pt x="5259856" y="278707"/>
                  </a:lnTo>
                  <a:lnTo>
                    <a:pt x="5259949" y="278707"/>
                  </a:lnTo>
                  <a:lnTo>
                    <a:pt x="5260042" y="278707"/>
                  </a:lnTo>
                  <a:lnTo>
                    <a:pt x="5260136" y="278707"/>
                  </a:lnTo>
                  <a:lnTo>
                    <a:pt x="5260229" y="278707"/>
                  </a:lnTo>
                  <a:lnTo>
                    <a:pt x="5260322" y="278707"/>
                  </a:lnTo>
                  <a:lnTo>
                    <a:pt x="5260415" y="278707"/>
                  </a:lnTo>
                  <a:lnTo>
                    <a:pt x="5260509" y="278707"/>
                  </a:lnTo>
                  <a:lnTo>
                    <a:pt x="5260602" y="278707"/>
                  </a:lnTo>
                  <a:lnTo>
                    <a:pt x="5260695" y="278707"/>
                  </a:lnTo>
                  <a:lnTo>
                    <a:pt x="5260788" y="278707"/>
                  </a:lnTo>
                  <a:lnTo>
                    <a:pt x="5260882" y="278707"/>
                  </a:lnTo>
                  <a:lnTo>
                    <a:pt x="5260975" y="278707"/>
                  </a:lnTo>
                  <a:lnTo>
                    <a:pt x="5261068" y="278707"/>
                  </a:lnTo>
                  <a:lnTo>
                    <a:pt x="5261161" y="278707"/>
                  </a:lnTo>
                  <a:lnTo>
                    <a:pt x="5261255" y="278707"/>
                  </a:lnTo>
                  <a:lnTo>
                    <a:pt x="5261348" y="278707"/>
                  </a:lnTo>
                  <a:lnTo>
                    <a:pt x="5261441" y="278707"/>
                  </a:lnTo>
                  <a:lnTo>
                    <a:pt x="5261534" y="278707"/>
                  </a:lnTo>
                  <a:lnTo>
                    <a:pt x="5261628" y="278707"/>
                  </a:lnTo>
                  <a:lnTo>
                    <a:pt x="5261721" y="278707"/>
                  </a:lnTo>
                  <a:lnTo>
                    <a:pt x="5261814" y="278707"/>
                  </a:lnTo>
                  <a:lnTo>
                    <a:pt x="5261907" y="278707"/>
                  </a:lnTo>
                  <a:lnTo>
                    <a:pt x="5262001" y="278707"/>
                  </a:lnTo>
                  <a:lnTo>
                    <a:pt x="5262094" y="278707"/>
                  </a:lnTo>
                  <a:lnTo>
                    <a:pt x="5262187" y="278707"/>
                  </a:lnTo>
                  <a:lnTo>
                    <a:pt x="5262280" y="278707"/>
                  </a:lnTo>
                  <a:lnTo>
                    <a:pt x="5262374" y="278707"/>
                  </a:lnTo>
                  <a:lnTo>
                    <a:pt x="5262467" y="278707"/>
                  </a:lnTo>
                  <a:lnTo>
                    <a:pt x="5262560" y="278707"/>
                  </a:lnTo>
                  <a:lnTo>
                    <a:pt x="5262653" y="278707"/>
                  </a:lnTo>
                  <a:lnTo>
                    <a:pt x="5262747" y="278707"/>
                  </a:lnTo>
                  <a:lnTo>
                    <a:pt x="5262840" y="278707"/>
                  </a:lnTo>
                  <a:lnTo>
                    <a:pt x="5262933" y="278707"/>
                  </a:lnTo>
                  <a:lnTo>
                    <a:pt x="5263026" y="278707"/>
                  </a:lnTo>
                  <a:lnTo>
                    <a:pt x="5263120" y="278707"/>
                  </a:lnTo>
                  <a:lnTo>
                    <a:pt x="5263213" y="278707"/>
                  </a:lnTo>
                  <a:lnTo>
                    <a:pt x="5263306" y="278707"/>
                  </a:lnTo>
                  <a:lnTo>
                    <a:pt x="5263399" y="278707"/>
                  </a:lnTo>
                  <a:lnTo>
                    <a:pt x="5263493" y="278707"/>
                  </a:lnTo>
                  <a:lnTo>
                    <a:pt x="5263586" y="278707"/>
                  </a:lnTo>
                  <a:lnTo>
                    <a:pt x="5263679" y="278707"/>
                  </a:lnTo>
                  <a:lnTo>
                    <a:pt x="5263772" y="278707"/>
                  </a:lnTo>
                  <a:lnTo>
                    <a:pt x="5263866" y="278707"/>
                  </a:lnTo>
                  <a:lnTo>
                    <a:pt x="5263959" y="278707"/>
                  </a:lnTo>
                  <a:lnTo>
                    <a:pt x="5264052" y="278707"/>
                  </a:lnTo>
                  <a:lnTo>
                    <a:pt x="5264145" y="278707"/>
                  </a:lnTo>
                  <a:lnTo>
                    <a:pt x="5264239" y="278707"/>
                  </a:lnTo>
                  <a:lnTo>
                    <a:pt x="5264332" y="278707"/>
                  </a:lnTo>
                  <a:lnTo>
                    <a:pt x="5264425" y="278707"/>
                  </a:lnTo>
                  <a:lnTo>
                    <a:pt x="5264518" y="278707"/>
                  </a:lnTo>
                  <a:lnTo>
                    <a:pt x="5264612" y="278707"/>
                  </a:lnTo>
                  <a:lnTo>
                    <a:pt x="5264705" y="278707"/>
                  </a:lnTo>
                  <a:lnTo>
                    <a:pt x="5264798" y="278707"/>
                  </a:lnTo>
                  <a:lnTo>
                    <a:pt x="5264891" y="278707"/>
                  </a:lnTo>
                  <a:lnTo>
                    <a:pt x="5264985" y="278707"/>
                  </a:lnTo>
                  <a:lnTo>
                    <a:pt x="5265078" y="278707"/>
                  </a:lnTo>
                  <a:lnTo>
                    <a:pt x="5265171" y="278707"/>
                  </a:lnTo>
                  <a:lnTo>
                    <a:pt x="5265264" y="278707"/>
                  </a:lnTo>
                  <a:lnTo>
                    <a:pt x="5265358" y="278707"/>
                  </a:lnTo>
                  <a:lnTo>
                    <a:pt x="5265451" y="278707"/>
                  </a:lnTo>
                  <a:lnTo>
                    <a:pt x="5265544" y="278707"/>
                  </a:lnTo>
                  <a:lnTo>
                    <a:pt x="5265637" y="278707"/>
                  </a:lnTo>
                  <a:lnTo>
                    <a:pt x="5265731" y="278707"/>
                  </a:lnTo>
                  <a:lnTo>
                    <a:pt x="5265824" y="278707"/>
                  </a:lnTo>
                  <a:lnTo>
                    <a:pt x="5265917" y="278707"/>
                  </a:lnTo>
                  <a:lnTo>
                    <a:pt x="5266010" y="278707"/>
                  </a:lnTo>
                  <a:lnTo>
                    <a:pt x="5266103" y="278707"/>
                  </a:lnTo>
                  <a:lnTo>
                    <a:pt x="5266197" y="278707"/>
                  </a:lnTo>
                  <a:lnTo>
                    <a:pt x="5266290" y="278707"/>
                  </a:lnTo>
                  <a:lnTo>
                    <a:pt x="5266383" y="278707"/>
                  </a:lnTo>
                  <a:lnTo>
                    <a:pt x="5266476" y="278707"/>
                  </a:lnTo>
                  <a:lnTo>
                    <a:pt x="5266570" y="278707"/>
                  </a:lnTo>
                  <a:lnTo>
                    <a:pt x="5266663" y="278707"/>
                  </a:lnTo>
                  <a:lnTo>
                    <a:pt x="5266756" y="278707"/>
                  </a:lnTo>
                  <a:lnTo>
                    <a:pt x="5266849" y="278707"/>
                  </a:lnTo>
                  <a:lnTo>
                    <a:pt x="5266943" y="278707"/>
                  </a:lnTo>
                  <a:lnTo>
                    <a:pt x="5267036" y="278707"/>
                  </a:lnTo>
                  <a:lnTo>
                    <a:pt x="5267129" y="278707"/>
                  </a:lnTo>
                  <a:lnTo>
                    <a:pt x="5267222" y="278707"/>
                  </a:lnTo>
                  <a:lnTo>
                    <a:pt x="5267316" y="278707"/>
                  </a:lnTo>
                  <a:lnTo>
                    <a:pt x="5267409" y="278707"/>
                  </a:lnTo>
                  <a:lnTo>
                    <a:pt x="5267502" y="278707"/>
                  </a:lnTo>
                  <a:lnTo>
                    <a:pt x="5267595" y="278707"/>
                  </a:lnTo>
                  <a:lnTo>
                    <a:pt x="5267689" y="278707"/>
                  </a:lnTo>
                  <a:lnTo>
                    <a:pt x="5267782" y="278707"/>
                  </a:lnTo>
                  <a:lnTo>
                    <a:pt x="5267875" y="278707"/>
                  </a:lnTo>
                  <a:lnTo>
                    <a:pt x="5267968" y="278707"/>
                  </a:lnTo>
                  <a:lnTo>
                    <a:pt x="5268062" y="278707"/>
                  </a:lnTo>
                  <a:lnTo>
                    <a:pt x="5268155" y="278707"/>
                  </a:lnTo>
                  <a:lnTo>
                    <a:pt x="5268248" y="278707"/>
                  </a:lnTo>
                  <a:lnTo>
                    <a:pt x="5268341" y="278707"/>
                  </a:lnTo>
                  <a:lnTo>
                    <a:pt x="5268435" y="278707"/>
                  </a:lnTo>
                  <a:lnTo>
                    <a:pt x="5268528" y="278707"/>
                  </a:lnTo>
                  <a:lnTo>
                    <a:pt x="5268621" y="278707"/>
                  </a:lnTo>
                  <a:lnTo>
                    <a:pt x="5268714" y="278707"/>
                  </a:lnTo>
                  <a:lnTo>
                    <a:pt x="5268808" y="278707"/>
                  </a:lnTo>
                  <a:lnTo>
                    <a:pt x="5268901" y="278707"/>
                  </a:lnTo>
                  <a:lnTo>
                    <a:pt x="5268994" y="278707"/>
                  </a:lnTo>
                  <a:lnTo>
                    <a:pt x="5269087" y="278707"/>
                  </a:lnTo>
                  <a:lnTo>
                    <a:pt x="5269181" y="278707"/>
                  </a:lnTo>
                  <a:lnTo>
                    <a:pt x="5269274" y="278707"/>
                  </a:lnTo>
                  <a:lnTo>
                    <a:pt x="5269367" y="278707"/>
                  </a:lnTo>
                  <a:lnTo>
                    <a:pt x="5269460" y="278707"/>
                  </a:lnTo>
                  <a:lnTo>
                    <a:pt x="5269554" y="278707"/>
                  </a:lnTo>
                  <a:lnTo>
                    <a:pt x="5269647" y="278707"/>
                  </a:lnTo>
                  <a:lnTo>
                    <a:pt x="5269740" y="278707"/>
                  </a:lnTo>
                  <a:lnTo>
                    <a:pt x="5269833" y="278707"/>
                  </a:lnTo>
                  <a:lnTo>
                    <a:pt x="5269927" y="278707"/>
                  </a:lnTo>
                  <a:lnTo>
                    <a:pt x="5270020" y="278707"/>
                  </a:lnTo>
                  <a:lnTo>
                    <a:pt x="5270113" y="278707"/>
                  </a:lnTo>
                  <a:lnTo>
                    <a:pt x="5270206" y="278707"/>
                  </a:lnTo>
                  <a:lnTo>
                    <a:pt x="5270300" y="278707"/>
                  </a:lnTo>
                  <a:lnTo>
                    <a:pt x="5270393" y="278707"/>
                  </a:lnTo>
                  <a:lnTo>
                    <a:pt x="5270486" y="278707"/>
                  </a:lnTo>
                  <a:lnTo>
                    <a:pt x="5270579" y="278707"/>
                  </a:lnTo>
                  <a:lnTo>
                    <a:pt x="5270673" y="278707"/>
                  </a:lnTo>
                  <a:lnTo>
                    <a:pt x="5270766" y="278707"/>
                  </a:lnTo>
                  <a:lnTo>
                    <a:pt x="5270859" y="278707"/>
                  </a:lnTo>
                  <a:lnTo>
                    <a:pt x="5270952" y="278707"/>
                  </a:lnTo>
                  <a:lnTo>
                    <a:pt x="5271046" y="278707"/>
                  </a:lnTo>
                  <a:lnTo>
                    <a:pt x="5271139" y="278707"/>
                  </a:lnTo>
                  <a:lnTo>
                    <a:pt x="5271232" y="278707"/>
                  </a:lnTo>
                  <a:lnTo>
                    <a:pt x="5271325" y="278707"/>
                  </a:lnTo>
                  <a:lnTo>
                    <a:pt x="5271419" y="278707"/>
                  </a:lnTo>
                  <a:lnTo>
                    <a:pt x="5271512" y="278707"/>
                  </a:lnTo>
                  <a:lnTo>
                    <a:pt x="5271605" y="278707"/>
                  </a:lnTo>
                  <a:lnTo>
                    <a:pt x="5271698" y="278707"/>
                  </a:lnTo>
                  <a:lnTo>
                    <a:pt x="5271792" y="278707"/>
                  </a:lnTo>
                  <a:lnTo>
                    <a:pt x="5271885" y="278707"/>
                  </a:lnTo>
                  <a:lnTo>
                    <a:pt x="5271978" y="278707"/>
                  </a:lnTo>
                  <a:lnTo>
                    <a:pt x="5272071" y="278707"/>
                  </a:lnTo>
                  <a:lnTo>
                    <a:pt x="5272165" y="278707"/>
                  </a:lnTo>
                  <a:lnTo>
                    <a:pt x="5272258" y="278707"/>
                  </a:lnTo>
                  <a:lnTo>
                    <a:pt x="5272351" y="278707"/>
                  </a:lnTo>
                  <a:lnTo>
                    <a:pt x="5272444" y="278707"/>
                  </a:lnTo>
                  <a:lnTo>
                    <a:pt x="5272538" y="278707"/>
                  </a:lnTo>
                  <a:lnTo>
                    <a:pt x="5272631" y="278707"/>
                  </a:lnTo>
                  <a:lnTo>
                    <a:pt x="5272724" y="278707"/>
                  </a:lnTo>
                  <a:lnTo>
                    <a:pt x="5272817" y="278707"/>
                  </a:lnTo>
                  <a:lnTo>
                    <a:pt x="5272910" y="278707"/>
                  </a:lnTo>
                  <a:lnTo>
                    <a:pt x="5273004" y="278707"/>
                  </a:lnTo>
                  <a:lnTo>
                    <a:pt x="5273097" y="278707"/>
                  </a:lnTo>
                  <a:lnTo>
                    <a:pt x="5273190" y="278707"/>
                  </a:lnTo>
                  <a:lnTo>
                    <a:pt x="5273283" y="278707"/>
                  </a:lnTo>
                  <a:lnTo>
                    <a:pt x="5273377" y="278707"/>
                  </a:lnTo>
                  <a:lnTo>
                    <a:pt x="5273470" y="278707"/>
                  </a:lnTo>
                  <a:lnTo>
                    <a:pt x="5273563" y="278707"/>
                  </a:lnTo>
                  <a:lnTo>
                    <a:pt x="5273656" y="278707"/>
                  </a:lnTo>
                  <a:lnTo>
                    <a:pt x="5273750" y="278707"/>
                  </a:lnTo>
                  <a:lnTo>
                    <a:pt x="5273843" y="278707"/>
                  </a:lnTo>
                  <a:lnTo>
                    <a:pt x="5273936" y="278707"/>
                  </a:lnTo>
                  <a:lnTo>
                    <a:pt x="5274029" y="278707"/>
                  </a:lnTo>
                  <a:lnTo>
                    <a:pt x="5274123" y="278707"/>
                  </a:lnTo>
                  <a:lnTo>
                    <a:pt x="5274216" y="278707"/>
                  </a:lnTo>
                  <a:lnTo>
                    <a:pt x="5274309" y="278707"/>
                  </a:lnTo>
                  <a:lnTo>
                    <a:pt x="5274402" y="278707"/>
                  </a:lnTo>
                  <a:lnTo>
                    <a:pt x="5274496" y="278707"/>
                  </a:lnTo>
                  <a:lnTo>
                    <a:pt x="5274589" y="278707"/>
                  </a:lnTo>
                  <a:lnTo>
                    <a:pt x="5274682" y="278707"/>
                  </a:lnTo>
                  <a:lnTo>
                    <a:pt x="5274775" y="278707"/>
                  </a:lnTo>
                  <a:lnTo>
                    <a:pt x="5274869" y="278707"/>
                  </a:lnTo>
                  <a:lnTo>
                    <a:pt x="5274962" y="278707"/>
                  </a:lnTo>
                  <a:lnTo>
                    <a:pt x="5275055" y="278707"/>
                  </a:lnTo>
                  <a:lnTo>
                    <a:pt x="5275148" y="278707"/>
                  </a:lnTo>
                  <a:lnTo>
                    <a:pt x="5275242" y="278707"/>
                  </a:lnTo>
                  <a:lnTo>
                    <a:pt x="5275335" y="278707"/>
                  </a:lnTo>
                  <a:lnTo>
                    <a:pt x="5275428" y="278707"/>
                  </a:lnTo>
                  <a:lnTo>
                    <a:pt x="5275521" y="278707"/>
                  </a:lnTo>
                  <a:lnTo>
                    <a:pt x="5275615" y="278707"/>
                  </a:lnTo>
                  <a:lnTo>
                    <a:pt x="5275708" y="278707"/>
                  </a:lnTo>
                  <a:lnTo>
                    <a:pt x="5275801" y="278707"/>
                  </a:lnTo>
                  <a:lnTo>
                    <a:pt x="5275894" y="278707"/>
                  </a:lnTo>
                  <a:lnTo>
                    <a:pt x="5275988" y="278707"/>
                  </a:lnTo>
                  <a:lnTo>
                    <a:pt x="5276081" y="278707"/>
                  </a:lnTo>
                  <a:lnTo>
                    <a:pt x="5276174" y="278707"/>
                  </a:lnTo>
                  <a:lnTo>
                    <a:pt x="5276267" y="278707"/>
                  </a:lnTo>
                  <a:lnTo>
                    <a:pt x="5276361" y="278707"/>
                  </a:lnTo>
                  <a:lnTo>
                    <a:pt x="5276454" y="278707"/>
                  </a:lnTo>
                  <a:lnTo>
                    <a:pt x="5276547" y="278707"/>
                  </a:lnTo>
                  <a:lnTo>
                    <a:pt x="5276640" y="278707"/>
                  </a:lnTo>
                  <a:lnTo>
                    <a:pt x="5276734" y="278707"/>
                  </a:lnTo>
                  <a:lnTo>
                    <a:pt x="5276827" y="278707"/>
                  </a:lnTo>
                  <a:lnTo>
                    <a:pt x="5276920" y="278707"/>
                  </a:lnTo>
                  <a:lnTo>
                    <a:pt x="5277013" y="278707"/>
                  </a:lnTo>
                  <a:lnTo>
                    <a:pt x="5277107" y="278707"/>
                  </a:lnTo>
                  <a:lnTo>
                    <a:pt x="5277200" y="278707"/>
                  </a:lnTo>
                  <a:lnTo>
                    <a:pt x="5277293" y="278707"/>
                  </a:lnTo>
                  <a:lnTo>
                    <a:pt x="5277386" y="278707"/>
                  </a:lnTo>
                  <a:lnTo>
                    <a:pt x="5277480" y="278707"/>
                  </a:lnTo>
                  <a:lnTo>
                    <a:pt x="5277573" y="278707"/>
                  </a:lnTo>
                  <a:lnTo>
                    <a:pt x="5277666" y="278707"/>
                  </a:lnTo>
                  <a:lnTo>
                    <a:pt x="5277759" y="278707"/>
                  </a:lnTo>
                  <a:lnTo>
                    <a:pt x="5277853" y="278707"/>
                  </a:lnTo>
                  <a:lnTo>
                    <a:pt x="5277946" y="278707"/>
                  </a:lnTo>
                  <a:lnTo>
                    <a:pt x="5278039" y="278707"/>
                  </a:lnTo>
                  <a:lnTo>
                    <a:pt x="5278132" y="278707"/>
                  </a:lnTo>
                  <a:lnTo>
                    <a:pt x="5278226" y="278707"/>
                  </a:lnTo>
                  <a:lnTo>
                    <a:pt x="5278319" y="278707"/>
                  </a:lnTo>
                  <a:lnTo>
                    <a:pt x="5278412" y="278707"/>
                  </a:lnTo>
                  <a:lnTo>
                    <a:pt x="5278505" y="278707"/>
                  </a:lnTo>
                  <a:lnTo>
                    <a:pt x="5278599" y="278707"/>
                  </a:lnTo>
                  <a:lnTo>
                    <a:pt x="5278692" y="278707"/>
                  </a:lnTo>
                  <a:lnTo>
                    <a:pt x="5278785" y="278707"/>
                  </a:lnTo>
                  <a:lnTo>
                    <a:pt x="5278878" y="278707"/>
                  </a:lnTo>
                  <a:lnTo>
                    <a:pt x="5278972" y="278707"/>
                  </a:lnTo>
                  <a:lnTo>
                    <a:pt x="5279065" y="278707"/>
                  </a:lnTo>
                  <a:lnTo>
                    <a:pt x="5279158" y="278707"/>
                  </a:lnTo>
                  <a:lnTo>
                    <a:pt x="5279251" y="278707"/>
                  </a:lnTo>
                  <a:lnTo>
                    <a:pt x="5279345" y="278707"/>
                  </a:lnTo>
                  <a:lnTo>
                    <a:pt x="5279438" y="278707"/>
                  </a:lnTo>
                  <a:lnTo>
                    <a:pt x="5279531" y="278707"/>
                  </a:lnTo>
                  <a:lnTo>
                    <a:pt x="5279624" y="278707"/>
                  </a:lnTo>
                  <a:lnTo>
                    <a:pt x="5279717" y="278707"/>
                  </a:lnTo>
                  <a:lnTo>
                    <a:pt x="5279811" y="278707"/>
                  </a:lnTo>
                  <a:lnTo>
                    <a:pt x="5279904" y="278707"/>
                  </a:lnTo>
                  <a:lnTo>
                    <a:pt x="5279997" y="278707"/>
                  </a:lnTo>
                  <a:lnTo>
                    <a:pt x="5280090" y="278707"/>
                  </a:lnTo>
                  <a:lnTo>
                    <a:pt x="5280184" y="278707"/>
                  </a:lnTo>
                  <a:lnTo>
                    <a:pt x="5280277" y="278707"/>
                  </a:lnTo>
                  <a:lnTo>
                    <a:pt x="5280370" y="278707"/>
                  </a:lnTo>
                  <a:lnTo>
                    <a:pt x="5280463" y="278707"/>
                  </a:lnTo>
                  <a:lnTo>
                    <a:pt x="5280557" y="278707"/>
                  </a:lnTo>
                  <a:lnTo>
                    <a:pt x="5280650" y="278707"/>
                  </a:lnTo>
                  <a:lnTo>
                    <a:pt x="5280743" y="278707"/>
                  </a:lnTo>
                  <a:lnTo>
                    <a:pt x="5280836" y="278707"/>
                  </a:lnTo>
                  <a:lnTo>
                    <a:pt x="5280930" y="278707"/>
                  </a:lnTo>
                  <a:lnTo>
                    <a:pt x="5281023" y="278707"/>
                  </a:lnTo>
                  <a:lnTo>
                    <a:pt x="5281116" y="278707"/>
                  </a:lnTo>
                  <a:lnTo>
                    <a:pt x="5281209" y="278707"/>
                  </a:lnTo>
                  <a:lnTo>
                    <a:pt x="5281303" y="278707"/>
                  </a:lnTo>
                  <a:lnTo>
                    <a:pt x="5281396" y="278707"/>
                  </a:lnTo>
                  <a:lnTo>
                    <a:pt x="5281489" y="278707"/>
                  </a:lnTo>
                  <a:lnTo>
                    <a:pt x="5281582" y="278707"/>
                  </a:lnTo>
                  <a:lnTo>
                    <a:pt x="5281676" y="278707"/>
                  </a:lnTo>
                  <a:lnTo>
                    <a:pt x="5281769" y="278707"/>
                  </a:lnTo>
                  <a:lnTo>
                    <a:pt x="5281862" y="278707"/>
                  </a:lnTo>
                  <a:lnTo>
                    <a:pt x="5281955" y="278707"/>
                  </a:lnTo>
                  <a:lnTo>
                    <a:pt x="5282049" y="278707"/>
                  </a:lnTo>
                  <a:lnTo>
                    <a:pt x="5282142" y="278707"/>
                  </a:lnTo>
                  <a:lnTo>
                    <a:pt x="5282235" y="278707"/>
                  </a:lnTo>
                  <a:lnTo>
                    <a:pt x="5282328" y="278707"/>
                  </a:lnTo>
                  <a:lnTo>
                    <a:pt x="5282422" y="278707"/>
                  </a:lnTo>
                  <a:lnTo>
                    <a:pt x="5282515" y="278707"/>
                  </a:lnTo>
                  <a:lnTo>
                    <a:pt x="5282608" y="278707"/>
                  </a:lnTo>
                  <a:lnTo>
                    <a:pt x="5282701" y="278707"/>
                  </a:lnTo>
                  <a:lnTo>
                    <a:pt x="5282795" y="278707"/>
                  </a:lnTo>
                  <a:lnTo>
                    <a:pt x="5282888" y="278707"/>
                  </a:lnTo>
                  <a:lnTo>
                    <a:pt x="5282981" y="278707"/>
                  </a:lnTo>
                  <a:lnTo>
                    <a:pt x="5283074" y="278707"/>
                  </a:lnTo>
                  <a:lnTo>
                    <a:pt x="5283168" y="278707"/>
                  </a:lnTo>
                  <a:lnTo>
                    <a:pt x="5283261" y="278707"/>
                  </a:lnTo>
                  <a:lnTo>
                    <a:pt x="5283354" y="278707"/>
                  </a:lnTo>
                  <a:lnTo>
                    <a:pt x="5283447" y="278707"/>
                  </a:lnTo>
                  <a:lnTo>
                    <a:pt x="5283541" y="278707"/>
                  </a:lnTo>
                  <a:lnTo>
                    <a:pt x="5283634" y="278707"/>
                  </a:lnTo>
                  <a:lnTo>
                    <a:pt x="5283727" y="278707"/>
                  </a:lnTo>
                  <a:lnTo>
                    <a:pt x="5283820" y="278707"/>
                  </a:lnTo>
                  <a:lnTo>
                    <a:pt x="5283914" y="278707"/>
                  </a:lnTo>
                  <a:lnTo>
                    <a:pt x="5284007" y="278707"/>
                  </a:lnTo>
                  <a:lnTo>
                    <a:pt x="5284100" y="278707"/>
                  </a:lnTo>
                  <a:lnTo>
                    <a:pt x="5284193" y="278707"/>
                  </a:lnTo>
                  <a:lnTo>
                    <a:pt x="5284287" y="278707"/>
                  </a:lnTo>
                  <a:lnTo>
                    <a:pt x="5284380" y="278707"/>
                  </a:lnTo>
                  <a:lnTo>
                    <a:pt x="5284473" y="278707"/>
                  </a:lnTo>
                  <a:lnTo>
                    <a:pt x="5284566" y="278707"/>
                  </a:lnTo>
                  <a:lnTo>
                    <a:pt x="5284660" y="278707"/>
                  </a:lnTo>
                  <a:lnTo>
                    <a:pt x="5284753" y="278707"/>
                  </a:lnTo>
                  <a:lnTo>
                    <a:pt x="5284846" y="278707"/>
                  </a:lnTo>
                  <a:lnTo>
                    <a:pt x="5284939" y="278707"/>
                  </a:lnTo>
                  <a:lnTo>
                    <a:pt x="5285033" y="278707"/>
                  </a:lnTo>
                  <a:lnTo>
                    <a:pt x="5285126" y="278707"/>
                  </a:lnTo>
                  <a:lnTo>
                    <a:pt x="5285219" y="278707"/>
                  </a:lnTo>
                  <a:lnTo>
                    <a:pt x="5285312" y="278707"/>
                  </a:lnTo>
                  <a:lnTo>
                    <a:pt x="5285406" y="278707"/>
                  </a:lnTo>
                  <a:lnTo>
                    <a:pt x="5285499" y="278707"/>
                  </a:lnTo>
                  <a:lnTo>
                    <a:pt x="5285592" y="278707"/>
                  </a:lnTo>
                  <a:lnTo>
                    <a:pt x="5285685" y="278707"/>
                  </a:lnTo>
                  <a:lnTo>
                    <a:pt x="5285779" y="278707"/>
                  </a:lnTo>
                  <a:lnTo>
                    <a:pt x="5285872" y="278707"/>
                  </a:lnTo>
                  <a:lnTo>
                    <a:pt x="5285965" y="278707"/>
                  </a:lnTo>
                  <a:lnTo>
                    <a:pt x="5286058" y="278707"/>
                  </a:lnTo>
                  <a:lnTo>
                    <a:pt x="5286152" y="278707"/>
                  </a:lnTo>
                  <a:lnTo>
                    <a:pt x="5286245" y="278707"/>
                  </a:lnTo>
                  <a:lnTo>
                    <a:pt x="5286338" y="278707"/>
                  </a:lnTo>
                  <a:lnTo>
                    <a:pt x="5286431" y="278707"/>
                  </a:lnTo>
                  <a:lnTo>
                    <a:pt x="5286525" y="278707"/>
                  </a:lnTo>
                  <a:lnTo>
                    <a:pt x="5286618" y="278707"/>
                  </a:lnTo>
                  <a:lnTo>
                    <a:pt x="5286711" y="278707"/>
                  </a:lnTo>
                  <a:lnTo>
                    <a:pt x="5286804" y="278707"/>
                  </a:lnTo>
                  <a:lnTo>
                    <a:pt x="5286897" y="278707"/>
                  </a:lnTo>
                  <a:lnTo>
                    <a:pt x="5286991" y="278707"/>
                  </a:lnTo>
                  <a:lnTo>
                    <a:pt x="5287084" y="278707"/>
                  </a:lnTo>
                  <a:lnTo>
                    <a:pt x="5287177" y="278707"/>
                  </a:lnTo>
                  <a:lnTo>
                    <a:pt x="5287270" y="278707"/>
                  </a:lnTo>
                  <a:lnTo>
                    <a:pt x="5287364" y="278707"/>
                  </a:lnTo>
                  <a:lnTo>
                    <a:pt x="5287457" y="278707"/>
                  </a:lnTo>
                  <a:lnTo>
                    <a:pt x="5287550" y="278707"/>
                  </a:lnTo>
                  <a:lnTo>
                    <a:pt x="5287643" y="278707"/>
                  </a:lnTo>
                  <a:lnTo>
                    <a:pt x="5287737" y="278707"/>
                  </a:lnTo>
                  <a:lnTo>
                    <a:pt x="5287830" y="278707"/>
                  </a:lnTo>
                  <a:lnTo>
                    <a:pt x="5287923" y="278707"/>
                  </a:lnTo>
                  <a:lnTo>
                    <a:pt x="5288016" y="278707"/>
                  </a:lnTo>
                  <a:lnTo>
                    <a:pt x="5288110" y="278707"/>
                  </a:lnTo>
                  <a:lnTo>
                    <a:pt x="5288203" y="278707"/>
                  </a:lnTo>
                  <a:lnTo>
                    <a:pt x="5288296" y="278707"/>
                  </a:lnTo>
                  <a:lnTo>
                    <a:pt x="5288389" y="278707"/>
                  </a:lnTo>
                  <a:lnTo>
                    <a:pt x="5288483" y="278707"/>
                  </a:lnTo>
                  <a:lnTo>
                    <a:pt x="5288576" y="278707"/>
                  </a:lnTo>
                  <a:lnTo>
                    <a:pt x="5288669" y="278707"/>
                  </a:lnTo>
                  <a:lnTo>
                    <a:pt x="5288762" y="278707"/>
                  </a:lnTo>
                  <a:lnTo>
                    <a:pt x="5288856" y="278707"/>
                  </a:lnTo>
                  <a:lnTo>
                    <a:pt x="5288949" y="278707"/>
                  </a:lnTo>
                  <a:lnTo>
                    <a:pt x="5289042" y="278707"/>
                  </a:lnTo>
                  <a:lnTo>
                    <a:pt x="5289135" y="278707"/>
                  </a:lnTo>
                  <a:lnTo>
                    <a:pt x="5289229" y="278707"/>
                  </a:lnTo>
                  <a:lnTo>
                    <a:pt x="5289322" y="278707"/>
                  </a:lnTo>
                  <a:lnTo>
                    <a:pt x="5289415" y="278707"/>
                  </a:lnTo>
                  <a:lnTo>
                    <a:pt x="5289508" y="278707"/>
                  </a:lnTo>
                  <a:lnTo>
                    <a:pt x="5289602" y="278707"/>
                  </a:lnTo>
                  <a:lnTo>
                    <a:pt x="5289695" y="278707"/>
                  </a:lnTo>
                  <a:lnTo>
                    <a:pt x="5289788" y="278707"/>
                  </a:lnTo>
                  <a:lnTo>
                    <a:pt x="5289881" y="278707"/>
                  </a:lnTo>
                  <a:lnTo>
                    <a:pt x="5289975" y="278707"/>
                  </a:lnTo>
                  <a:lnTo>
                    <a:pt x="5290068" y="278707"/>
                  </a:lnTo>
                  <a:lnTo>
                    <a:pt x="5290161" y="278707"/>
                  </a:lnTo>
                  <a:lnTo>
                    <a:pt x="5290254" y="278707"/>
                  </a:lnTo>
                  <a:lnTo>
                    <a:pt x="5290348" y="278707"/>
                  </a:lnTo>
                  <a:lnTo>
                    <a:pt x="5290441" y="278707"/>
                  </a:lnTo>
                  <a:lnTo>
                    <a:pt x="5290534" y="278707"/>
                  </a:lnTo>
                  <a:lnTo>
                    <a:pt x="5290627" y="278707"/>
                  </a:lnTo>
                  <a:lnTo>
                    <a:pt x="5290721" y="278707"/>
                  </a:lnTo>
                  <a:lnTo>
                    <a:pt x="5290814" y="278707"/>
                  </a:lnTo>
                  <a:lnTo>
                    <a:pt x="5290907" y="278707"/>
                  </a:lnTo>
                  <a:lnTo>
                    <a:pt x="5291000" y="278707"/>
                  </a:lnTo>
                  <a:lnTo>
                    <a:pt x="5291094" y="278707"/>
                  </a:lnTo>
                  <a:lnTo>
                    <a:pt x="5291187" y="278707"/>
                  </a:lnTo>
                  <a:lnTo>
                    <a:pt x="5291280" y="278707"/>
                  </a:lnTo>
                  <a:lnTo>
                    <a:pt x="5291373" y="278707"/>
                  </a:lnTo>
                  <a:lnTo>
                    <a:pt x="5291467" y="278707"/>
                  </a:lnTo>
                  <a:lnTo>
                    <a:pt x="5291560" y="278707"/>
                  </a:lnTo>
                  <a:lnTo>
                    <a:pt x="5291653" y="278707"/>
                  </a:lnTo>
                  <a:lnTo>
                    <a:pt x="5291746" y="278707"/>
                  </a:lnTo>
                  <a:lnTo>
                    <a:pt x="5291840" y="278707"/>
                  </a:lnTo>
                  <a:lnTo>
                    <a:pt x="5291933" y="278707"/>
                  </a:lnTo>
                  <a:lnTo>
                    <a:pt x="5292026" y="278707"/>
                  </a:lnTo>
                  <a:lnTo>
                    <a:pt x="5292119" y="278707"/>
                  </a:lnTo>
                  <a:lnTo>
                    <a:pt x="5292213" y="278707"/>
                  </a:lnTo>
                  <a:lnTo>
                    <a:pt x="5292306" y="278707"/>
                  </a:lnTo>
                  <a:lnTo>
                    <a:pt x="5292399" y="278707"/>
                  </a:lnTo>
                  <a:lnTo>
                    <a:pt x="5292492" y="278707"/>
                  </a:lnTo>
                  <a:lnTo>
                    <a:pt x="5292586" y="278707"/>
                  </a:lnTo>
                  <a:lnTo>
                    <a:pt x="5292679" y="278707"/>
                  </a:lnTo>
                  <a:lnTo>
                    <a:pt x="5292772" y="278707"/>
                  </a:lnTo>
                  <a:lnTo>
                    <a:pt x="5292865" y="278707"/>
                  </a:lnTo>
                  <a:lnTo>
                    <a:pt x="5292959" y="278707"/>
                  </a:lnTo>
                  <a:lnTo>
                    <a:pt x="5293052" y="278707"/>
                  </a:lnTo>
                  <a:lnTo>
                    <a:pt x="5293145" y="278707"/>
                  </a:lnTo>
                  <a:lnTo>
                    <a:pt x="5293238" y="278707"/>
                  </a:lnTo>
                  <a:lnTo>
                    <a:pt x="5293332" y="278707"/>
                  </a:lnTo>
                  <a:lnTo>
                    <a:pt x="5293425" y="278707"/>
                  </a:lnTo>
                  <a:lnTo>
                    <a:pt x="5293518" y="278707"/>
                  </a:lnTo>
                  <a:lnTo>
                    <a:pt x="5293611" y="278707"/>
                  </a:lnTo>
                  <a:lnTo>
                    <a:pt x="5293704" y="278707"/>
                  </a:lnTo>
                  <a:lnTo>
                    <a:pt x="5293798" y="278707"/>
                  </a:lnTo>
                  <a:lnTo>
                    <a:pt x="5293891" y="278707"/>
                  </a:lnTo>
                  <a:lnTo>
                    <a:pt x="5293984" y="278707"/>
                  </a:lnTo>
                  <a:lnTo>
                    <a:pt x="5294077" y="278707"/>
                  </a:lnTo>
                  <a:lnTo>
                    <a:pt x="5294171" y="278707"/>
                  </a:lnTo>
                  <a:lnTo>
                    <a:pt x="5294264" y="278707"/>
                  </a:lnTo>
                  <a:lnTo>
                    <a:pt x="5294357" y="278707"/>
                  </a:lnTo>
                  <a:lnTo>
                    <a:pt x="5294450" y="278707"/>
                  </a:lnTo>
                  <a:lnTo>
                    <a:pt x="5294544" y="278707"/>
                  </a:lnTo>
                  <a:lnTo>
                    <a:pt x="5294637" y="278707"/>
                  </a:lnTo>
                  <a:lnTo>
                    <a:pt x="5294637" y="268753"/>
                  </a:lnTo>
                  <a:lnTo>
                    <a:pt x="5294730" y="268753"/>
                  </a:lnTo>
                  <a:lnTo>
                    <a:pt x="5294823" y="268753"/>
                  </a:lnTo>
                  <a:lnTo>
                    <a:pt x="5294917" y="268753"/>
                  </a:lnTo>
                  <a:lnTo>
                    <a:pt x="5295010" y="268753"/>
                  </a:lnTo>
                  <a:lnTo>
                    <a:pt x="5295103" y="268753"/>
                  </a:lnTo>
                  <a:lnTo>
                    <a:pt x="5295196" y="268753"/>
                  </a:lnTo>
                  <a:lnTo>
                    <a:pt x="5295290" y="268753"/>
                  </a:lnTo>
                  <a:lnTo>
                    <a:pt x="5295383" y="268753"/>
                  </a:lnTo>
                  <a:lnTo>
                    <a:pt x="5295476" y="268753"/>
                  </a:lnTo>
                  <a:lnTo>
                    <a:pt x="5295569" y="268753"/>
                  </a:lnTo>
                  <a:lnTo>
                    <a:pt x="5295663" y="268753"/>
                  </a:lnTo>
                  <a:lnTo>
                    <a:pt x="5295756" y="268753"/>
                  </a:lnTo>
                  <a:lnTo>
                    <a:pt x="5295849" y="268753"/>
                  </a:lnTo>
                  <a:lnTo>
                    <a:pt x="5295942" y="268753"/>
                  </a:lnTo>
                  <a:lnTo>
                    <a:pt x="5296036" y="268753"/>
                  </a:lnTo>
                  <a:lnTo>
                    <a:pt x="5296129" y="268753"/>
                  </a:lnTo>
                  <a:lnTo>
                    <a:pt x="5296222" y="268753"/>
                  </a:lnTo>
                  <a:lnTo>
                    <a:pt x="5296315" y="268753"/>
                  </a:lnTo>
                  <a:lnTo>
                    <a:pt x="5296409" y="268753"/>
                  </a:lnTo>
                  <a:lnTo>
                    <a:pt x="5296502" y="268753"/>
                  </a:lnTo>
                  <a:lnTo>
                    <a:pt x="5296595" y="268753"/>
                  </a:lnTo>
                  <a:lnTo>
                    <a:pt x="5296688" y="268753"/>
                  </a:lnTo>
                  <a:lnTo>
                    <a:pt x="5296782" y="268753"/>
                  </a:lnTo>
                  <a:lnTo>
                    <a:pt x="5296875" y="268753"/>
                  </a:lnTo>
                  <a:lnTo>
                    <a:pt x="5296968" y="268753"/>
                  </a:lnTo>
                  <a:lnTo>
                    <a:pt x="5297061" y="268753"/>
                  </a:lnTo>
                  <a:lnTo>
                    <a:pt x="5297155" y="268753"/>
                  </a:lnTo>
                  <a:lnTo>
                    <a:pt x="5297248" y="268753"/>
                  </a:lnTo>
                  <a:lnTo>
                    <a:pt x="5297341" y="268753"/>
                  </a:lnTo>
                  <a:lnTo>
                    <a:pt x="5297434" y="268753"/>
                  </a:lnTo>
                  <a:lnTo>
                    <a:pt x="5297528" y="268753"/>
                  </a:lnTo>
                  <a:lnTo>
                    <a:pt x="5297621" y="268753"/>
                  </a:lnTo>
                  <a:lnTo>
                    <a:pt x="5297714" y="268753"/>
                  </a:lnTo>
                  <a:lnTo>
                    <a:pt x="5297807" y="268753"/>
                  </a:lnTo>
                  <a:lnTo>
                    <a:pt x="5297901" y="268753"/>
                  </a:lnTo>
                  <a:lnTo>
                    <a:pt x="5297994" y="268753"/>
                  </a:lnTo>
                  <a:lnTo>
                    <a:pt x="5298087" y="268753"/>
                  </a:lnTo>
                  <a:lnTo>
                    <a:pt x="5298180" y="268753"/>
                  </a:lnTo>
                  <a:lnTo>
                    <a:pt x="5298274" y="268753"/>
                  </a:lnTo>
                  <a:lnTo>
                    <a:pt x="5298367" y="268753"/>
                  </a:lnTo>
                  <a:lnTo>
                    <a:pt x="5298460" y="268753"/>
                  </a:lnTo>
                  <a:lnTo>
                    <a:pt x="5298553" y="268753"/>
                  </a:lnTo>
                  <a:lnTo>
                    <a:pt x="5298647" y="268753"/>
                  </a:lnTo>
                  <a:lnTo>
                    <a:pt x="5298740" y="268753"/>
                  </a:lnTo>
                  <a:lnTo>
                    <a:pt x="5298833" y="268753"/>
                  </a:lnTo>
                  <a:lnTo>
                    <a:pt x="5298926" y="268753"/>
                  </a:lnTo>
                  <a:lnTo>
                    <a:pt x="5299020" y="268753"/>
                  </a:lnTo>
                  <a:lnTo>
                    <a:pt x="5299113" y="268753"/>
                  </a:lnTo>
                  <a:lnTo>
                    <a:pt x="5299206" y="268753"/>
                  </a:lnTo>
                  <a:lnTo>
                    <a:pt x="5299299" y="268753"/>
                  </a:lnTo>
                  <a:lnTo>
                    <a:pt x="5299393" y="268753"/>
                  </a:lnTo>
                  <a:lnTo>
                    <a:pt x="5299486" y="268753"/>
                  </a:lnTo>
                  <a:lnTo>
                    <a:pt x="5299579" y="268753"/>
                  </a:lnTo>
                  <a:lnTo>
                    <a:pt x="5299672" y="268753"/>
                  </a:lnTo>
                  <a:lnTo>
                    <a:pt x="5299766" y="268753"/>
                  </a:lnTo>
                  <a:lnTo>
                    <a:pt x="5299859" y="268753"/>
                  </a:lnTo>
                  <a:lnTo>
                    <a:pt x="5299952" y="268753"/>
                  </a:lnTo>
                  <a:lnTo>
                    <a:pt x="5300045" y="268753"/>
                  </a:lnTo>
                  <a:lnTo>
                    <a:pt x="5300139" y="268753"/>
                  </a:lnTo>
                  <a:lnTo>
                    <a:pt x="5300232" y="268753"/>
                  </a:lnTo>
                  <a:lnTo>
                    <a:pt x="5300325" y="268753"/>
                  </a:lnTo>
                  <a:lnTo>
                    <a:pt x="5300418" y="268753"/>
                  </a:lnTo>
                  <a:lnTo>
                    <a:pt x="5300511" y="268753"/>
                  </a:lnTo>
                  <a:lnTo>
                    <a:pt x="5300605" y="268753"/>
                  </a:lnTo>
                  <a:lnTo>
                    <a:pt x="5300698" y="268753"/>
                  </a:lnTo>
                  <a:lnTo>
                    <a:pt x="5300791" y="268753"/>
                  </a:lnTo>
                  <a:lnTo>
                    <a:pt x="5300884" y="268753"/>
                  </a:lnTo>
                  <a:lnTo>
                    <a:pt x="5300978" y="268753"/>
                  </a:lnTo>
                  <a:lnTo>
                    <a:pt x="5301071" y="268753"/>
                  </a:lnTo>
                  <a:lnTo>
                    <a:pt x="5301164" y="268753"/>
                  </a:lnTo>
                  <a:lnTo>
                    <a:pt x="5301257" y="268753"/>
                  </a:lnTo>
                  <a:lnTo>
                    <a:pt x="5301351" y="268753"/>
                  </a:lnTo>
                  <a:lnTo>
                    <a:pt x="5301444" y="268753"/>
                  </a:lnTo>
                  <a:lnTo>
                    <a:pt x="5301537" y="268753"/>
                  </a:lnTo>
                  <a:lnTo>
                    <a:pt x="5301630" y="268753"/>
                  </a:lnTo>
                  <a:lnTo>
                    <a:pt x="5301724" y="268753"/>
                  </a:lnTo>
                  <a:lnTo>
                    <a:pt x="5301817" y="268753"/>
                  </a:lnTo>
                  <a:lnTo>
                    <a:pt x="5301910" y="268753"/>
                  </a:lnTo>
                  <a:lnTo>
                    <a:pt x="5302003" y="268753"/>
                  </a:lnTo>
                  <a:lnTo>
                    <a:pt x="5302097" y="268753"/>
                  </a:lnTo>
                  <a:lnTo>
                    <a:pt x="5302190" y="268753"/>
                  </a:lnTo>
                  <a:lnTo>
                    <a:pt x="5302283" y="268753"/>
                  </a:lnTo>
                  <a:lnTo>
                    <a:pt x="5302376" y="268753"/>
                  </a:lnTo>
                  <a:lnTo>
                    <a:pt x="5302470" y="268753"/>
                  </a:lnTo>
                  <a:lnTo>
                    <a:pt x="5302563" y="268753"/>
                  </a:lnTo>
                  <a:lnTo>
                    <a:pt x="5302656" y="268753"/>
                  </a:lnTo>
                  <a:lnTo>
                    <a:pt x="5302749" y="268753"/>
                  </a:lnTo>
                  <a:lnTo>
                    <a:pt x="5302843" y="268753"/>
                  </a:lnTo>
                  <a:lnTo>
                    <a:pt x="5302936" y="268753"/>
                  </a:lnTo>
                  <a:lnTo>
                    <a:pt x="5303029" y="268753"/>
                  </a:lnTo>
                  <a:lnTo>
                    <a:pt x="5303122" y="268753"/>
                  </a:lnTo>
                  <a:lnTo>
                    <a:pt x="5303216" y="268753"/>
                  </a:lnTo>
                  <a:lnTo>
                    <a:pt x="5303309" y="268753"/>
                  </a:lnTo>
                  <a:lnTo>
                    <a:pt x="5303402" y="268753"/>
                  </a:lnTo>
                  <a:lnTo>
                    <a:pt x="5303495" y="268753"/>
                  </a:lnTo>
                  <a:lnTo>
                    <a:pt x="5303589" y="268753"/>
                  </a:lnTo>
                  <a:lnTo>
                    <a:pt x="5303682" y="268753"/>
                  </a:lnTo>
                  <a:lnTo>
                    <a:pt x="5303775" y="268753"/>
                  </a:lnTo>
                  <a:lnTo>
                    <a:pt x="5303868" y="268753"/>
                  </a:lnTo>
                  <a:lnTo>
                    <a:pt x="5303962" y="268753"/>
                  </a:lnTo>
                  <a:lnTo>
                    <a:pt x="5304055" y="268753"/>
                  </a:lnTo>
                  <a:lnTo>
                    <a:pt x="5304148" y="268753"/>
                  </a:lnTo>
                  <a:lnTo>
                    <a:pt x="5304241" y="268753"/>
                  </a:lnTo>
                  <a:lnTo>
                    <a:pt x="5304335" y="268753"/>
                  </a:lnTo>
                  <a:lnTo>
                    <a:pt x="5304428" y="268753"/>
                  </a:lnTo>
                  <a:lnTo>
                    <a:pt x="5304521" y="268753"/>
                  </a:lnTo>
                  <a:lnTo>
                    <a:pt x="5304614" y="268753"/>
                  </a:lnTo>
                  <a:lnTo>
                    <a:pt x="5304708" y="268753"/>
                  </a:lnTo>
                  <a:lnTo>
                    <a:pt x="5304801" y="268753"/>
                  </a:lnTo>
                  <a:lnTo>
                    <a:pt x="5304894" y="268753"/>
                  </a:lnTo>
                  <a:lnTo>
                    <a:pt x="5304987" y="268753"/>
                  </a:lnTo>
                  <a:lnTo>
                    <a:pt x="5305081" y="268753"/>
                  </a:lnTo>
                  <a:lnTo>
                    <a:pt x="5305174" y="268753"/>
                  </a:lnTo>
                  <a:lnTo>
                    <a:pt x="5305267" y="268753"/>
                  </a:lnTo>
                  <a:lnTo>
                    <a:pt x="5305360" y="268753"/>
                  </a:lnTo>
                  <a:lnTo>
                    <a:pt x="5305454" y="268753"/>
                  </a:lnTo>
                  <a:lnTo>
                    <a:pt x="5305547" y="268753"/>
                  </a:lnTo>
                  <a:lnTo>
                    <a:pt x="5305640" y="268753"/>
                  </a:lnTo>
                  <a:lnTo>
                    <a:pt x="5305733" y="268753"/>
                  </a:lnTo>
                  <a:lnTo>
                    <a:pt x="5305827" y="268753"/>
                  </a:lnTo>
                  <a:lnTo>
                    <a:pt x="5305920" y="268753"/>
                  </a:lnTo>
                  <a:lnTo>
                    <a:pt x="5306013" y="268753"/>
                  </a:lnTo>
                  <a:lnTo>
                    <a:pt x="5306106" y="268753"/>
                  </a:lnTo>
                  <a:lnTo>
                    <a:pt x="5306200" y="268753"/>
                  </a:lnTo>
                  <a:lnTo>
                    <a:pt x="5306293" y="268753"/>
                  </a:lnTo>
                  <a:lnTo>
                    <a:pt x="5306386" y="268753"/>
                  </a:lnTo>
                  <a:lnTo>
                    <a:pt x="5306479" y="268753"/>
                  </a:lnTo>
                  <a:lnTo>
                    <a:pt x="5306573" y="268753"/>
                  </a:lnTo>
                  <a:lnTo>
                    <a:pt x="5306666" y="268753"/>
                  </a:lnTo>
                  <a:lnTo>
                    <a:pt x="5306759" y="268753"/>
                  </a:lnTo>
                  <a:lnTo>
                    <a:pt x="5306852" y="268753"/>
                  </a:lnTo>
                  <a:lnTo>
                    <a:pt x="5306946" y="268753"/>
                  </a:lnTo>
                  <a:lnTo>
                    <a:pt x="5307039" y="268753"/>
                  </a:lnTo>
                  <a:lnTo>
                    <a:pt x="5307132" y="268753"/>
                  </a:lnTo>
                  <a:lnTo>
                    <a:pt x="5307225" y="268753"/>
                  </a:lnTo>
                  <a:lnTo>
                    <a:pt x="5307319" y="268753"/>
                  </a:lnTo>
                  <a:lnTo>
                    <a:pt x="5307412" y="268753"/>
                  </a:lnTo>
                  <a:lnTo>
                    <a:pt x="5307505" y="268753"/>
                  </a:lnTo>
                  <a:lnTo>
                    <a:pt x="5307598" y="268753"/>
                  </a:lnTo>
                  <a:lnTo>
                    <a:pt x="5307691" y="268753"/>
                  </a:lnTo>
                  <a:lnTo>
                    <a:pt x="5307785" y="268753"/>
                  </a:lnTo>
                  <a:lnTo>
                    <a:pt x="5307878" y="268753"/>
                  </a:lnTo>
                  <a:lnTo>
                    <a:pt x="5307971" y="268753"/>
                  </a:lnTo>
                  <a:lnTo>
                    <a:pt x="5308064" y="268753"/>
                  </a:lnTo>
                  <a:lnTo>
                    <a:pt x="5308158" y="268753"/>
                  </a:lnTo>
                  <a:lnTo>
                    <a:pt x="5308251" y="268753"/>
                  </a:lnTo>
                  <a:lnTo>
                    <a:pt x="5308344" y="268753"/>
                  </a:lnTo>
                  <a:lnTo>
                    <a:pt x="5308437" y="268753"/>
                  </a:lnTo>
                  <a:lnTo>
                    <a:pt x="5308531" y="268753"/>
                  </a:lnTo>
                  <a:lnTo>
                    <a:pt x="5308624" y="268753"/>
                  </a:lnTo>
                  <a:lnTo>
                    <a:pt x="5308717" y="268753"/>
                  </a:lnTo>
                  <a:lnTo>
                    <a:pt x="5308810" y="268753"/>
                  </a:lnTo>
                  <a:lnTo>
                    <a:pt x="5308904" y="268753"/>
                  </a:lnTo>
                  <a:lnTo>
                    <a:pt x="5308997" y="268753"/>
                  </a:lnTo>
                  <a:lnTo>
                    <a:pt x="5309090" y="268753"/>
                  </a:lnTo>
                  <a:lnTo>
                    <a:pt x="5309183" y="268753"/>
                  </a:lnTo>
                  <a:lnTo>
                    <a:pt x="5309277" y="268753"/>
                  </a:lnTo>
                  <a:lnTo>
                    <a:pt x="5309370" y="268753"/>
                  </a:lnTo>
                  <a:lnTo>
                    <a:pt x="5309463" y="268753"/>
                  </a:lnTo>
                  <a:lnTo>
                    <a:pt x="5309556" y="268753"/>
                  </a:lnTo>
                  <a:lnTo>
                    <a:pt x="5309650" y="268753"/>
                  </a:lnTo>
                  <a:lnTo>
                    <a:pt x="5309743" y="268753"/>
                  </a:lnTo>
                  <a:lnTo>
                    <a:pt x="5309836" y="268753"/>
                  </a:lnTo>
                  <a:lnTo>
                    <a:pt x="5309929" y="268753"/>
                  </a:lnTo>
                  <a:lnTo>
                    <a:pt x="5310023" y="268753"/>
                  </a:lnTo>
                  <a:lnTo>
                    <a:pt x="5310116" y="268753"/>
                  </a:lnTo>
                  <a:lnTo>
                    <a:pt x="5310209" y="268753"/>
                  </a:lnTo>
                  <a:lnTo>
                    <a:pt x="5310302" y="268753"/>
                  </a:lnTo>
                  <a:lnTo>
                    <a:pt x="5310396" y="268753"/>
                  </a:lnTo>
                  <a:lnTo>
                    <a:pt x="5310489" y="268753"/>
                  </a:lnTo>
                  <a:lnTo>
                    <a:pt x="5310582" y="268753"/>
                  </a:lnTo>
                  <a:lnTo>
                    <a:pt x="5310675" y="268753"/>
                  </a:lnTo>
                  <a:lnTo>
                    <a:pt x="5310769" y="268753"/>
                  </a:lnTo>
                  <a:lnTo>
                    <a:pt x="5310862" y="268753"/>
                  </a:lnTo>
                  <a:lnTo>
                    <a:pt x="5310955" y="268753"/>
                  </a:lnTo>
                  <a:lnTo>
                    <a:pt x="5311048" y="268753"/>
                  </a:lnTo>
                  <a:lnTo>
                    <a:pt x="5311142" y="268753"/>
                  </a:lnTo>
                  <a:lnTo>
                    <a:pt x="5311235" y="268753"/>
                  </a:lnTo>
                  <a:lnTo>
                    <a:pt x="5311328" y="268753"/>
                  </a:lnTo>
                  <a:lnTo>
                    <a:pt x="5311421" y="268753"/>
                  </a:lnTo>
                  <a:lnTo>
                    <a:pt x="5311515" y="268753"/>
                  </a:lnTo>
                  <a:lnTo>
                    <a:pt x="5311608" y="268753"/>
                  </a:lnTo>
                  <a:lnTo>
                    <a:pt x="5311701" y="268753"/>
                  </a:lnTo>
                  <a:lnTo>
                    <a:pt x="5311794" y="268753"/>
                  </a:lnTo>
                  <a:lnTo>
                    <a:pt x="5311888" y="268753"/>
                  </a:lnTo>
                  <a:lnTo>
                    <a:pt x="5311981" y="268753"/>
                  </a:lnTo>
                  <a:lnTo>
                    <a:pt x="5312074" y="268753"/>
                  </a:lnTo>
                  <a:lnTo>
                    <a:pt x="5312167" y="268753"/>
                  </a:lnTo>
                  <a:lnTo>
                    <a:pt x="5312261" y="268753"/>
                  </a:lnTo>
                  <a:lnTo>
                    <a:pt x="5312354" y="268753"/>
                  </a:lnTo>
                  <a:lnTo>
                    <a:pt x="5312447" y="268753"/>
                  </a:lnTo>
                  <a:lnTo>
                    <a:pt x="5312540" y="268753"/>
                  </a:lnTo>
                  <a:lnTo>
                    <a:pt x="5312634" y="268753"/>
                  </a:lnTo>
                  <a:lnTo>
                    <a:pt x="5312727" y="268753"/>
                  </a:lnTo>
                  <a:lnTo>
                    <a:pt x="5312820" y="268753"/>
                  </a:lnTo>
                  <a:lnTo>
                    <a:pt x="5312913" y="268753"/>
                  </a:lnTo>
                  <a:lnTo>
                    <a:pt x="5313007" y="268753"/>
                  </a:lnTo>
                  <a:lnTo>
                    <a:pt x="5313100" y="268753"/>
                  </a:lnTo>
                  <a:lnTo>
                    <a:pt x="5313193" y="268753"/>
                  </a:lnTo>
                  <a:lnTo>
                    <a:pt x="5313286" y="268753"/>
                  </a:lnTo>
                  <a:lnTo>
                    <a:pt x="5313380" y="268753"/>
                  </a:lnTo>
                  <a:lnTo>
                    <a:pt x="5313473" y="268753"/>
                  </a:lnTo>
                  <a:lnTo>
                    <a:pt x="5313566" y="268753"/>
                  </a:lnTo>
                  <a:lnTo>
                    <a:pt x="5313659" y="268753"/>
                  </a:lnTo>
                  <a:lnTo>
                    <a:pt x="5313753" y="268753"/>
                  </a:lnTo>
                  <a:lnTo>
                    <a:pt x="5313846" y="268753"/>
                  </a:lnTo>
                  <a:lnTo>
                    <a:pt x="5313939" y="268753"/>
                  </a:lnTo>
                  <a:lnTo>
                    <a:pt x="5314032" y="268753"/>
                  </a:lnTo>
                  <a:lnTo>
                    <a:pt x="5314126" y="268753"/>
                  </a:lnTo>
                  <a:lnTo>
                    <a:pt x="5314219" y="268753"/>
                  </a:lnTo>
                  <a:lnTo>
                    <a:pt x="5314312" y="268753"/>
                  </a:lnTo>
                  <a:lnTo>
                    <a:pt x="5314405" y="268753"/>
                  </a:lnTo>
                  <a:lnTo>
                    <a:pt x="5314498" y="268753"/>
                  </a:lnTo>
                  <a:lnTo>
                    <a:pt x="5314592" y="268753"/>
                  </a:lnTo>
                  <a:lnTo>
                    <a:pt x="5314685" y="268753"/>
                  </a:lnTo>
                  <a:lnTo>
                    <a:pt x="5314778" y="268753"/>
                  </a:lnTo>
                  <a:lnTo>
                    <a:pt x="5314871" y="268753"/>
                  </a:lnTo>
                  <a:lnTo>
                    <a:pt x="5314965" y="268753"/>
                  </a:lnTo>
                  <a:lnTo>
                    <a:pt x="5315058" y="268753"/>
                  </a:lnTo>
                  <a:lnTo>
                    <a:pt x="5315151" y="268753"/>
                  </a:lnTo>
                  <a:lnTo>
                    <a:pt x="5315244" y="268753"/>
                  </a:lnTo>
                  <a:lnTo>
                    <a:pt x="5315338" y="268753"/>
                  </a:lnTo>
                  <a:lnTo>
                    <a:pt x="5315431" y="268753"/>
                  </a:lnTo>
                  <a:lnTo>
                    <a:pt x="5315524" y="268753"/>
                  </a:lnTo>
                  <a:lnTo>
                    <a:pt x="5315617" y="268753"/>
                  </a:lnTo>
                  <a:lnTo>
                    <a:pt x="5315711" y="268753"/>
                  </a:lnTo>
                  <a:lnTo>
                    <a:pt x="5315804" y="268753"/>
                  </a:lnTo>
                  <a:lnTo>
                    <a:pt x="5315897" y="268753"/>
                  </a:lnTo>
                  <a:lnTo>
                    <a:pt x="5315990" y="268753"/>
                  </a:lnTo>
                  <a:lnTo>
                    <a:pt x="5316084" y="268753"/>
                  </a:lnTo>
                  <a:lnTo>
                    <a:pt x="5316177" y="268753"/>
                  </a:lnTo>
                  <a:lnTo>
                    <a:pt x="5316270" y="268753"/>
                  </a:lnTo>
                  <a:lnTo>
                    <a:pt x="5316363" y="268753"/>
                  </a:lnTo>
                  <a:lnTo>
                    <a:pt x="5316457" y="268753"/>
                  </a:lnTo>
                  <a:lnTo>
                    <a:pt x="5316550" y="268753"/>
                  </a:lnTo>
                  <a:lnTo>
                    <a:pt x="5316643" y="268753"/>
                  </a:lnTo>
                  <a:lnTo>
                    <a:pt x="5316736" y="268753"/>
                  </a:lnTo>
                  <a:lnTo>
                    <a:pt x="5316830" y="268753"/>
                  </a:lnTo>
                  <a:lnTo>
                    <a:pt x="5316923" y="268753"/>
                  </a:lnTo>
                  <a:lnTo>
                    <a:pt x="5317016" y="268753"/>
                  </a:lnTo>
                  <a:lnTo>
                    <a:pt x="5317109" y="268753"/>
                  </a:lnTo>
                  <a:lnTo>
                    <a:pt x="5317203" y="268753"/>
                  </a:lnTo>
                  <a:lnTo>
                    <a:pt x="5317296" y="268753"/>
                  </a:lnTo>
                  <a:lnTo>
                    <a:pt x="5317389" y="268753"/>
                  </a:lnTo>
                  <a:lnTo>
                    <a:pt x="5317482" y="268753"/>
                  </a:lnTo>
                  <a:lnTo>
                    <a:pt x="5317576" y="268753"/>
                  </a:lnTo>
                  <a:lnTo>
                    <a:pt x="5317669" y="268753"/>
                  </a:lnTo>
                  <a:lnTo>
                    <a:pt x="5317762" y="268753"/>
                  </a:lnTo>
                  <a:lnTo>
                    <a:pt x="5317855" y="268753"/>
                  </a:lnTo>
                  <a:lnTo>
                    <a:pt x="5317949" y="268753"/>
                  </a:lnTo>
                  <a:lnTo>
                    <a:pt x="5318042" y="268753"/>
                  </a:lnTo>
                  <a:lnTo>
                    <a:pt x="5318135" y="268753"/>
                  </a:lnTo>
                  <a:lnTo>
                    <a:pt x="5318228" y="268753"/>
                  </a:lnTo>
                  <a:lnTo>
                    <a:pt x="5318322" y="268753"/>
                  </a:lnTo>
                  <a:lnTo>
                    <a:pt x="5318415" y="268753"/>
                  </a:lnTo>
                  <a:lnTo>
                    <a:pt x="5318508" y="268753"/>
                  </a:lnTo>
                  <a:lnTo>
                    <a:pt x="5318601" y="268753"/>
                  </a:lnTo>
                  <a:lnTo>
                    <a:pt x="5318695" y="268753"/>
                  </a:lnTo>
                  <a:lnTo>
                    <a:pt x="5318788" y="268753"/>
                  </a:lnTo>
                  <a:lnTo>
                    <a:pt x="5318881" y="268753"/>
                  </a:lnTo>
                  <a:lnTo>
                    <a:pt x="5318974" y="268753"/>
                  </a:lnTo>
                  <a:lnTo>
                    <a:pt x="5319068" y="268753"/>
                  </a:lnTo>
                  <a:lnTo>
                    <a:pt x="5319161" y="268753"/>
                  </a:lnTo>
                  <a:lnTo>
                    <a:pt x="5319254" y="268753"/>
                  </a:lnTo>
                  <a:lnTo>
                    <a:pt x="5319347" y="268753"/>
                  </a:lnTo>
                  <a:lnTo>
                    <a:pt x="5319441" y="268753"/>
                  </a:lnTo>
                  <a:lnTo>
                    <a:pt x="5319534" y="268753"/>
                  </a:lnTo>
                  <a:lnTo>
                    <a:pt x="5319627" y="268753"/>
                  </a:lnTo>
                  <a:lnTo>
                    <a:pt x="5319720" y="268753"/>
                  </a:lnTo>
                  <a:lnTo>
                    <a:pt x="5319814" y="268753"/>
                  </a:lnTo>
                  <a:lnTo>
                    <a:pt x="5319907" y="268753"/>
                  </a:lnTo>
                  <a:lnTo>
                    <a:pt x="5320000" y="268753"/>
                  </a:lnTo>
                  <a:lnTo>
                    <a:pt x="5320093" y="268753"/>
                  </a:lnTo>
                  <a:lnTo>
                    <a:pt x="5320187" y="268753"/>
                  </a:lnTo>
                  <a:lnTo>
                    <a:pt x="5320280" y="268753"/>
                  </a:lnTo>
                  <a:lnTo>
                    <a:pt x="5320373" y="268753"/>
                  </a:lnTo>
                  <a:lnTo>
                    <a:pt x="5320466" y="268753"/>
                  </a:lnTo>
                  <a:lnTo>
                    <a:pt x="5320560" y="268753"/>
                  </a:lnTo>
                  <a:lnTo>
                    <a:pt x="5320653" y="268753"/>
                  </a:lnTo>
                  <a:lnTo>
                    <a:pt x="5320746" y="268753"/>
                  </a:lnTo>
                  <a:lnTo>
                    <a:pt x="5320839" y="268753"/>
                  </a:lnTo>
                  <a:lnTo>
                    <a:pt x="5320933" y="268753"/>
                  </a:lnTo>
                  <a:lnTo>
                    <a:pt x="5321026" y="268753"/>
                  </a:lnTo>
                  <a:lnTo>
                    <a:pt x="5321119" y="268753"/>
                  </a:lnTo>
                  <a:lnTo>
                    <a:pt x="5321212" y="268753"/>
                  </a:lnTo>
                  <a:lnTo>
                    <a:pt x="5321305" y="268753"/>
                  </a:lnTo>
                  <a:lnTo>
                    <a:pt x="5321399" y="268753"/>
                  </a:lnTo>
                  <a:lnTo>
                    <a:pt x="5321492" y="268753"/>
                  </a:lnTo>
                  <a:lnTo>
                    <a:pt x="5321585" y="268753"/>
                  </a:lnTo>
                  <a:lnTo>
                    <a:pt x="5321678" y="268753"/>
                  </a:lnTo>
                  <a:lnTo>
                    <a:pt x="5321772" y="268753"/>
                  </a:lnTo>
                  <a:lnTo>
                    <a:pt x="5321865" y="268753"/>
                  </a:lnTo>
                  <a:lnTo>
                    <a:pt x="5321958" y="268753"/>
                  </a:lnTo>
                  <a:lnTo>
                    <a:pt x="5322051" y="268753"/>
                  </a:lnTo>
                  <a:lnTo>
                    <a:pt x="5322145" y="268753"/>
                  </a:lnTo>
                  <a:lnTo>
                    <a:pt x="5322238" y="268753"/>
                  </a:lnTo>
                  <a:lnTo>
                    <a:pt x="5322331" y="268753"/>
                  </a:lnTo>
                  <a:lnTo>
                    <a:pt x="5322424" y="268753"/>
                  </a:lnTo>
                  <a:lnTo>
                    <a:pt x="5322518" y="268753"/>
                  </a:lnTo>
                  <a:lnTo>
                    <a:pt x="5322611" y="268753"/>
                  </a:lnTo>
                  <a:lnTo>
                    <a:pt x="5322704" y="268753"/>
                  </a:lnTo>
                  <a:lnTo>
                    <a:pt x="5322797" y="268753"/>
                  </a:lnTo>
                  <a:lnTo>
                    <a:pt x="5322891" y="268753"/>
                  </a:lnTo>
                  <a:lnTo>
                    <a:pt x="5322984" y="268753"/>
                  </a:lnTo>
                  <a:lnTo>
                    <a:pt x="5323077" y="268753"/>
                  </a:lnTo>
                  <a:lnTo>
                    <a:pt x="5323170" y="268753"/>
                  </a:lnTo>
                  <a:lnTo>
                    <a:pt x="5323264" y="268753"/>
                  </a:lnTo>
                  <a:lnTo>
                    <a:pt x="5323357" y="268753"/>
                  </a:lnTo>
                  <a:lnTo>
                    <a:pt x="5323450" y="268753"/>
                  </a:lnTo>
                  <a:lnTo>
                    <a:pt x="5323543" y="268753"/>
                  </a:lnTo>
                  <a:lnTo>
                    <a:pt x="5323637" y="268753"/>
                  </a:lnTo>
                  <a:lnTo>
                    <a:pt x="5323730" y="268753"/>
                  </a:lnTo>
                  <a:lnTo>
                    <a:pt x="5323823" y="268753"/>
                  </a:lnTo>
                  <a:lnTo>
                    <a:pt x="5323916" y="268753"/>
                  </a:lnTo>
                  <a:lnTo>
                    <a:pt x="5324010" y="268753"/>
                  </a:lnTo>
                  <a:lnTo>
                    <a:pt x="5324103" y="268753"/>
                  </a:lnTo>
                  <a:lnTo>
                    <a:pt x="5324196" y="268753"/>
                  </a:lnTo>
                  <a:lnTo>
                    <a:pt x="5324289" y="268753"/>
                  </a:lnTo>
                  <a:lnTo>
                    <a:pt x="5324383" y="268753"/>
                  </a:lnTo>
                  <a:lnTo>
                    <a:pt x="5324476" y="268753"/>
                  </a:lnTo>
                  <a:lnTo>
                    <a:pt x="5324569" y="268753"/>
                  </a:lnTo>
                  <a:lnTo>
                    <a:pt x="5324662" y="268753"/>
                  </a:lnTo>
                  <a:lnTo>
                    <a:pt x="5324756" y="268753"/>
                  </a:lnTo>
                  <a:lnTo>
                    <a:pt x="5324849" y="268753"/>
                  </a:lnTo>
                  <a:lnTo>
                    <a:pt x="5324942" y="268753"/>
                  </a:lnTo>
                  <a:lnTo>
                    <a:pt x="5325035" y="268753"/>
                  </a:lnTo>
                  <a:lnTo>
                    <a:pt x="5325129" y="268753"/>
                  </a:lnTo>
                  <a:lnTo>
                    <a:pt x="5325222" y="268753"/>
                  </a:lnTo>
                  <a:lnTo>
                    <a:pt x="5325315" y="268753"/>
                  </a:lnTo>
                  <a:lnTo>
                    <a:pt x="5325408" y="268753"/>
                  </a:lnTo>
                  <a:lnTo>
                    <a:pt x="5325502" y="268753"/>
                  </a:lnTo>
                  <a:lnTo>
                    <a:pt x="5325595" y="268753"/>
                  </a:lnTo>
                  <a:lnTo>
                    <a:pt x="5325688" y="268753"/>
                  </a:lnTo>
                  <a:lnTo>
                    <a:pt x="5325781" y="268753"/>
                  </a:lnTo>
                  <a:lnTo>
                    <a:pt x="5325875" y="268753"/>
                  </a:lnTo>
                  <a:lnTo>
                    <a:pt x="5325968" y="268753"/>
                  </a:lnTo>
                  <a:lnTo>
                    <a:pt x="5326061" y="268753"/>
                  </a:lnTo>
                  <a:lnTo>
                    <a:pt x="5326154" y="268753"/>
                  </a:lnTo>
                  <a:lnTo>
                    <a:pt x="5326248" y="268753"/>
                  </a:lnTo>
                  <a:lnTo>
                    <a:pt x="5326341" y="268753"/>
                  </a:lnTo>
                  <a:lnTo>
                    <a:pt x="5326434" y="268753"/>
                  </a:lnTo>
                  <a:lnTo>
                    <a:pt x="5326527" y="268753"/>
                  </a:lnTo>
                  <a:lnTo>
                    <a:pt x="5326621" y="268753"/>
                  </a:lnTo>
                  <a:lnTo>
                    <a:pt x="5326714" y="268753"/>
                  </a:lnTo>
                  <a:lnTo>
                    <a:pt x="5326807" y="268753"/>
                  </a:lnTo>
                  <a:lnTo>
                    <a:pt x="5326900" y="268753"/>
                  </a:lnTo>
                  <a:lnTo>
                    <a:pt x="5326994" y="268753"/>
                  </a:lnTo>
                  <a:lnTo>
                    <a:pt x="5327087" y="268753"/>
                  </a:lnTo>
                  <a:lnTo>
                    <a:pt x="5327180" y="268753"/>
                  </a:lnTo>
                  <a:lnTo>
                    <a:pt x="5327273" y="268753"/>
                  </a:lnTo>
                  <a:lnTo>
                    <a:pt x="5327367" y="268753"/>
                  </a:lnTo>
                  <a:lnTo>
                    <a:pt x="5327460" y="268753"/>
                  </a:lnTo>
                  <a:lnTo>
                    <a:pt x="5327553" y="268753"/>
                  </a:lnTo>
                  <a:lnTo>
                    <a:pt x="5327646" y="268753"/>
                  </a:lnTo>
                  <a:lnTo>
                    <a:pt x="5327740" y="268753"/>
                  </a:lnTo>
                  <a:lnTo>
                    <a:pt x="5327833" y="268753"/>
                  </a:lnTo>
                  <a:lnTo>
                    <a:pt x="5327926" y="268753"/>
                  </a:lnTo>
                  <a:lnTo>
                    <a:pt x="5328019" y="268753"/>
                  </a:lnTo>
                  <a:lnTo>
                    <a:pt x="5328113" y="268753"/>
                  </a:lnTo>
                  <a:lnTo>
                    <a:pt x="5328206" y="268753"/>
                  </a:lnTo>
                  <a:lnTo>
                    <a:pt x="5328299" y="268753"/>
                  </a:lnTo>
                  <a:lnTo>
                    <a:pt x="5328392" y="268753"/>
                  </a:lnTo>
                  <a:lnTo>
                    <a:pt x="5328485" y="268753"/>
                  </a:lnTo>
                  <a:lnTo>
                    <a:pt x="5328579" y="268753"/>
                  </a:lnTo>
                  <a:lnTo>
                    <a:pt x="5328672" y="268753"/>
                  </a:lnTo>
                  <a:lnTo>
                    <a:pt x="5328765" y="268753"/>
                  </a:lnTo>
                  <a:lnTo>
                    <a:pt x="5328858" y="268753"/>
                  </a:lnTo>
                  <a:lnTo>
                    <a:pt x="5328952" y="268753"/>
                  </a:lnTo>
                  <a:lnTo>
                    <a:pt x="5329045" y="268753"/>
                  </a:lnTo>
                  <a:lnTo>
                    <a:pt x="5329138" y="268753"/>
                  </a:lnTo>
                  <a:lnTo>
                    <a:pt x="5329231" y="268753"/>
                  </a:lnTo>
                  <a:lnTo>
                    <a:pt x="5329325" y="268753"/>
                  </a:lnTo>
                  <a:lnTo>
                    <a:pt x="5329418" y="268753"/>
                  </a:lnTo>
                  <a:lnTo>
                    <a:pt x="5329511" y="268753"/>
                  </a:lnTo>
                  <a:lnTo>
                    <a:pt x="5329604" y="268753"/>
                  </a:lnTo>
                  <a:lnTo>
                    <a:pt x="5329698" y="268753"/>
                  </a:lnTo>
                  <a:lnTo>
                    <a:pt x="5329791" y="268753"/>
                  </a:lnTo>
                  <a:lnTo>
                    <a:pt x="5329884" y="268753"/>
                  </a:lnTo>
                  <a:lnTo>
                    <a:pt x="5329977" y="268753"/>
                  </a:lnTo>
                  <a:lnTo>
                    <a:pt x="5330071" y="268753"/>
                  </a:lnTo>
                  <a:lnTo>
                    <a:pt x="5330164" y="268753"/>
                  </a:lnTo>
                  <a:lnTo>
                    <a:pt x="5330257" y="268753"/>
                  </a:lnTo>
                  <a:lnTo>
                    <a:pt x="5330350" y="268753"/>
                  </a:lnTo>
                  <a:lnTo>
                    <a:pt x="5330444" y="268753"/>
                  </a:lnTo>
                  <a:lnTo>
                    <a:pt x="5330537" y="268753"/>
                  </a:lnTo>
                  <a:lnTo>
                    <a:pt x="5330630" y="268753"/>
                  </a:lnTo>
                  <a:lnTo>
                    <a:pt x="5330723" y="268753"/>
                  </a:lnTo>
                  <a:lnTo>
                    <a:pt x="5330817" y="268753"/>
                  </a:lnTo>
                  <a:lnTo>
                    <a:pt x="5330910" y="268753"/>
                  </a:lnTo>
                  <a:lnTo>
                    <a:pt x="5331003" y="268753"/>
                  </a:lnTo>
                  <a:lnTo>
                    <a:pt x="5331096" y="268753"/>
                  </a:lnTo>
                  <a:lnTo>
                    <a:pt x="5331190" y="268753"/>
                  </a:lnTo>
                  <a:lnTo>
                    <a:pt x="5331283" y="268753"/>
                  </a:lnTo>
                  <a:lnTo>
                    <a:pt x="5331376" y="268753"/>
                  </a:lnTo>
                  <a:lnTo>
                    <a:pt x="5331469" y="268753"/>
                  </a:lnTo>
                  <a:lnTo>
                    <a:pt x="5331563" y="268753"/>
                  </a:lnTo>
                  <a:lnTo>
                    <a:pt x="5331656" y="268753"/>
                  </a:lnTo>
                  <a:lnTo>
                    <a:pt x="5331749" y="268753"/>
                  </a:lnTo>
                  <a:lnTo>
                    <a:pt x="5331842" y="268753"/>
                  </a:lnTo>
                  <a:lnTo>
                    <a:pt x="5331936" y="268753"/>
                  </a:lnTo>
                  <a:lnTo>
                    <a:pt x="5332029" y="268753"/>
                  </a:lnTo>
                  <a:lnTo>
                    <a:pt x="5332122" y="268753"/>
                  </a:lnTo>
                  <a:lnTo>
                    <a:pt x="5332215" y="268753"/>
                  </a:lnTo>
                  <a:lnTo>
                    <a:pt x="5332309" y="268753"/>
                  </a:lnTo>
                  <a:lnTo>
                    <a:pt x="5332402" y="268753"/>
                  </a:lnTo>
                  <a:lnTo>
                    <a:pt x="5332495" y="268753"/>
                  </a:lnTo>
                  <a:lnTo>
                    <a:pt x="5332588" y="268753"/>
                  </a:lnTo>
                  <a:lnTo>
                    <a:pt x="5332682" y="268753"/>
                  </a:lnTo>
                  <a:lnTo>
                    <a:pt x="5332775" y="268753"/>
                  </a:lnTo>
                  <a:lnTo>
                    <a:pt x="5332868" y="268753"/>
                  </a:lnTo>
                  <a:lnTo>
                    <a:pt x="5332961" y="268753"/>
                  </a:lnTo>
                  <a:lnTo>
                    <a:pt x="5333055" y="268753"/>
                  </a:lnTo>
                  <a:lnTo>
                    <a:pt x="5333148" y="268753"/>
                  </a:lnTo>
                  <a:lnTo>
                    <a:pt x="5333241" y="268753"/>
                  </a:lnTo>
                  <a:lnTo>
                    <a:pt x="5333334" y="268753"/>
                  </a:lnTo>
                  <a:lnTo>
                    <a:pt x="5333428" y="268753"/>
                  </a:lnTo>
                  <a:lnTo>
                    <a:pt x="5333521" y="268753"/>
                  </a:lnTo>
                  <a:lnTo>
                    <a:pt x="5333614" y="268753"/>
                  </a:lnTo>
                  <a:lnTo>
                    <a:pt x="5333707" y="268753"/>
                  </a:lnTo>
                  <a:lnTo>
                    <a:pt x="5333801" y="268753"/>
                  </a:lnTo>
                  <a:lnTo>
                    <a:pt x="5333894" y="268753"/>
                  </a:lnTo>
                  <a:lnTo>
                    <a:pt x="5333987" y="268753"/>
                  </a:lnTo>
                  <a:lnTo>
                    <a:pt x="5334080" y="268753"/>
                  </a:lnTo>
                  <a:lnTo>
                    <a:pt x="5334174" y="268753"/>
                  </a:lnTo>
                  <a:lnTo>
                    <a:pt x="5334267" y="268753"/>
                  </a:lnTo>
                  <a:lnTo>
                    <a:pt x="5334360" y="268753"/>
                  </a:lnTo>
                  <a:lnTo>
                    <a:pt x="5334453" y="268753"/>
                  </a:lnTo>
                  <a:lnTo>
                    <a:pt x="5334547" y="268753"/>
                  </a:lnTo>
                  <a:lnTo>
                    <a:pt x="5334640" y="268753"/>
                  </a:lnTo>
                  <a:lnTo>
                    <a:pt x="5334733" y="268753"/>
                  </a:lnTo>
                  <a:lnTo>
                    <a:pt x="5334826" y="268753"/>
                  </a:lnTo>
                  <a:lnTo>
                    <a:pt x="5334920" y="268753"/>
                  </a:lnTo>
                  <a:lnTo>
                    <a:pt x="5335013" y="268753"/>
                  </a:lnTo>
                  <a:lnTo>
                    <a:pt x="5335106" y="268753"/>
                  </a:lnTo>
                  <a:lnTo>
                    <a:pt x="5335199" y="268753"/>
                  </a:lnTo>
                  <a:lnTo>
                    <a:pt x="5335292" y="268753"/>
                  </a:lnTo>
                  <a:lnTo>
                    <a:pt x="5335386" y="268753"/>
                  </a:lnTo>
                  <a:lnTo>
                    <a:pt x="5335479" y="268753"/>
                  </a:lnTo>
                  <a:lnTo>
                    <a:pt x="5335572" y="268753"/>
                  </a:lnTo>
                  <a:lnTo>
                    <a:pt x="5335665" y="268753"/>
                  </a:lnTo>
                  <a:lnTo>
                    <a:pt x="5335759" y="268753"/>
                  </a:lnTo>
                  <a:lnTo>
                    <a:pt x="5335852" y="268753"/>
                  </a:lnTo>
                  <a:lnTo>
                    <a:pt x="5335945" y="268753"/>
                  </a:lnTo>
                  <a:lnTo>
                    <a:pt x="5336038" y="268753"/>
                  </a:lnTo>
                  <a:lnTo>
                    <a:pt x="5336132" y="268753"/>
                  </a:lnTo>
                  <a:lnTo>
                    <a:pt x="5336225" y="268753"/>
                  </a:lnTo>
                  <a:lnTo>
                    <a:pt x="5336318" y="268753"/>
                  </a:lnTo>
                  <a:lnTo>
                    <a:pt x="5336411" y="268753"/>
                  </a:lnTo>
                  <a:lnTo>
                    <a:pt x="5336505" y="268753"/>
                  </a:lnTo>
                  <a:lnTo>
                    <a:pt x="5336598" y="268753"/>
                  </a:lnTo>
                  <a:lnTo>
                    <a:pt x="5336691" y="268753"/>
                  </a:lnTo>
                  <a:lnTo>
                    <a:pt x="5336784" y="268753"/>
                  </a:lnTo>
                  <a:lnTo>
                    <a:pt x="5336878" y="268753"/>
                  </a:lnTo>
                  <a:lnTo>
                    <a:pt x="5336971" y="268753"/>
                  </a:lnTo>
                  <a:lnTo>
                    <a:pt x="5337064" y="268753"/>
                  </a:lnTo>
                  <a:lnTo>
                    <a:pt x="5337157" y="268753"/>
                  </a:lnTo>
                  <a:lnTo>
                    <a:pt x="5337251" y="268753"/>
                  </a:lnTo>
                  <a:lnTo>
                    <a:pt x="5337344" y="268753"/>
                  </a:lnTo>
                  <a:lnTo>
                    <a:pt x="5337437" y="268753"/>
                  </a:lnTo>
                  <a:lnTo>
                    <a:pt x="5337530" y="268753"/>
                  </a:lnTo>
                  <a:lnTo>
                    <a:pt x="5337624" y="268753"/>
                  </a:lnTo>
                  <a:lnTo>
                    <a:pt x="5337717" y="268753"/>
                  </a:lnTo>
                  <a:lnTo>
                    <a:pt x="5337810" y="268753"/>
                  </a:lnTo>
                  <a:lnTo>
                    <a:pt x="5337903" y="268753"/>
                  </a:lnTo>
                  <a:lnTo>
                    <a:pt x="5337997" y="268753"/>
                  </a:lnTo>
                  <a:lnTo>
                    <a:pt x="5338090" y="268753"/>
                  </a:lnTo>
                  <a:lnTo>
                    <a:pt x="5338183" y="268753"/>
                  </a:lnTo>
                  <a:lnTo>
                    <a:pt x="5338276" y="268753"/>
                  </a:lnTo>
                  <a:lnTo>
                    <a:pt x="5338370" y="268753"/>
                  </a:lnTo>
                  <a:lnTo>
                    <a:pt x="5338463" y="268753"/>
                  </a:lnTo>
                  <a:lnTo>
                    <a:pt x="5338556" y="268753"/>
                  </a:lnTo>
                  <a:lnTo>
                    <a:pt x="5338649" y="268753"/>
                  </a:lnTo>
                  <a:lnTo>
                    <a:pt x="5338743" y="268753"/>
                  </a:lnTo>
                  <a:lnTo>
                    <a:pt x="5338836" y="268753"/>
                  </a:lnTo>
                  <a:lnTo>
                    <a:pt x="5338929" y="268753"/>
                  </a:lnTo>
                  <a:lnTo>
                    <a:pt x="5339022" y="268753"/>
                  </a:lnTo>
                  <a:lnTo>
                    <a:pt x="5339116" y="268753"/>
                  </a:lnTo>
                  <a:lnTo>
                    <a:pt x="5339209" y="268753"/>
                  </a:lnTo>
                  <a:lnTo>
                    <a:pt x="5339302" y="268753"/>
                  </a:lnTo>
                  <a:lnTo>
                    <a:pt x="5339395" y="268753"/>
                  </a:lnTo>
                  <a:lnTo>
                    <a:pt x="5339489" y="268753"/>
                  </a:lnTo>
                  <a:lnTo>
                    <a:pt x="5339582" y="268753"/>
                  </a:lnTo>
                  <a:lnTo>
                    <a:pt x="5339675" y="268753"/>
                  </a:lnTo>
                  <a:lnTo>
                    <a:pt x="5339768" y="268753"/>
                  </a:lnTo>
                  <a:lnTo>
                    <a:pt x="5339862" y="268753"/>
                  </a:lnTo>
                  <a:lnTo>
                    <a:pt x="5339862" y="258799"/>
                  </a:lnTo>
                  <a:lnTo>
                    <a:pt x="5339955" y="258799"/>
                  </a:lnTo>
                  <a:lnTo>
                    <a:pt x="5340048" y="258799"/>
                  </a:lnTo>
                  <a:lnTo>
                    <a:pt x="5340141" y="258799"/>
                  </a:lnTo>
                  <a:lnTo>
                    <a:pt x="5340235" y="258799"/>
                  </a:lnTo>
                  <a:lnTo>
                    <a:pt x="5340328" y="258799"/>
                  </a:lnTo>
                  <a:lnTo>
                    <a:pt x="5340421" y="258799"/>
                  </a:lnTo>
                  <a:lnTo>
                    <a:pt x="5340514" y="258799"/>
                  </a:lnTo>
                  <a:lnTo>
                    <a:pt x="5340608" y="258799"/>
                  </a:lnTo>
                  <a:lnTo>
                    <a:pt x="5340701" y="258799"/>
                  </a:lnTo>
                  <a:lnTo>
                    <a:pt x="5340794" y="258799"/>
                  </a:lnTo>
                  <a:lnTo>
                    <a:pt x="5340887" y="258799"/>
                  </a:lnTo>
                  <a:lnTo>
                    <a:pt x="5340981" y="258799"/>
                  </a:lnTo>
                  <a:lnTo>
                    <a:pt x="5341074" y="258799"/>
                  </a:lnTo>
                  <a:lnTo>
                    <a:pt x="5341167" y="258799"/>
                  </a:lnTo>
                  <a:lnTo>
                    <a:pt x="5341260" y="258799"/>
                  </a:lnTo>
                  <a:lnTo>
                    <a:pt x="5341354" y="258799"/>
                  </a:lnTo>
                  <a:lnTo>
                    <a:pt x="5341447" y="258799"/>
                  </a:lnTo>
                  <a:lnTo>
                    <a:pt x="5341540" y="258799"/>
                  </a:lnTo>
                  <a:lnTo>
                    <a:pt x="5341633" y="258799"/>
                  </a:lnTo>
                  <a:lnTo>
                    <a:pt x="5341727" y="258799"/>
                  </a:lnTo>
                  <a:lnTo>
                    <a:pt x="5341820" y="258799"/>
                  </a:lnTo>
                  <a:lnTo>
                    <a:pt x="5341913" y="258799"/>
                  </a:lnTo>
                  <a:lnTo>
                    <a:pt x="5342006" y="258799"/>
                  </a:lnTo>
                  <a:lnTo>
                    <a:pt x="5342100" y="258799"/>
                  </a:lnTo>
                  <a:lnTo>
                    <a:pt x="5342193" y="258799"/>
                  </a:lnTo>
                  <a:lnTo>
                    <a:pt x="5342286" y="258799"/>
                  </a:lnTo>
                  <a:lnTo>
                    <a:pt x="5342379" y="258799"/>
                  </a:lnTo>
                  <a:lnTo>
                    <a:pt x="5342472" y="258799"/>
                  </a:lnTo>
                  <a:lnTo>
                    <a:pt x="5342566" y="258799"/>
                  </a:lnTo>
                  <a:lnTo>
                    <a:pt x="5342659" y="258799"/>
                  </a:lnTo>
                  <a:lnTo>
                    <a:pt x="5342752" y="258799"/>
                  </a:lnTo>
                  <a:lnTo>
                    <a:pt x="5342845" y="258799"/>
                  </a:lnTo>
                  <a:lnTo>
                    <a:pt x="5342939" y="258799"/>
                  </a:lnTo>
                  <a:lnTo>
                    <a:pt x="5343032" y="258799"/>
                  </a:lnTo>
                  <a:lnTo>
                    <a:pt x="5343125" y="258799"/>
                  </a:lnTo>
                  <a:lnTo>
                    <a:pt x="5343218" y="258799"/>
                  </a:lnTo>
                  <a:lnTo>
                    <a:pt x="5343312" y="258799"/>
                  </a:lnTo>
                  <a:lnTo>
                    <a:pt x="5343405" y="258799"/>
                  </a:lnTo>
                  <a:lnTo>
                    <a:pt x="5343498" y="258799"/>
                  </a:lnTo>
                  <a:lnTo>
                    <a:pt x="5343591" y="258799"/>
                  </a:lnTo>
                  <a:lnTo>
                    <a:pt x="5343685" y="258799"/>
                  </a:lnTo>
                  <a:lnTo>
                    <a:pt x="5343778" y="258799"/>
                  </a:lnTo>
                  <a:lnTo>
                    <a:pt x="5343871" y="258799"/>
                  </a:lnTo>
                  <a:lnTo>
                    <a:pt x="5343964" y="258799"/>
                  </a:lnTo>
                  <a:lnTo>
                    <a:pt x="5344058" y="258799"/>
                  </a:lnTo>
                  <a:lnTo>
                    <a:pt x="5344151" y="258799"/>
                  </a:lnTo>
                  <a:lnTo>
                    <a:pt x="5344244" y="258799"/>
                  </a:lnTo>
                  <a:lnTo>
                    <a:pt x="5344337" y="258799"/>
                  </a:lnTo>
                  <a:lnTo>
                    <a:pt x="5344431" y="258799"/>
                  </a:lnTo>
                  <a:lnTo>
                    <a:pt x="5344524" y="258799"/>
                  </a:lnTo>
                  <a:lnTo>
                    <a:pt x="5344617" y="258799"/>
                  </a:lnTo>
                  <a:lnTo>
                    <a:pt x="5344710" y="258799"/>
                  </a:lnTo>
                  <a:lnTo>
                    <a:pt x="5344804" y="258799"/>
                  </a:lnTo>
                  <a:lnTo>
                    <a:pt x="5344897" y="258799"/>
                  </a:lnTo>
                  <a:lnTo>
                    <a:pt x="5344990" y="258799"/>
                  </a:lnTo>
                  <a:lnTo>
                    <a:pt x="5345083" y="258799"/>
                  </a:lnTo>
                  <a:lnTo>
                    <a:pt x="5345177" y="258799"/>
                  </a:lnTo>
                  <a:lnTo>
                    <a:pt x="5345270" y="258799"/>
                  </a:lnTo>
                  <a:lnTo>
                    <a:pt x="5345363" y="258799"/>
                  </a:lnTo>
                  <a:lnTo>
                    <a:pt x="5345456" y="258799"/>
                  </a:lnTo>
                  <a:lnTo>
                    <a:pt x="5345550" y="258799"/>
                  </a:lnTo>
                  <a:lnTo>
                    <a:pt x="5345643" y="258799"/>
                  </a:lnTo>
                  <a:lnTo>
                    <a:pt x="5345736" y="258799"/>
                  </a:lnTo>
                  <a:lnTo>
                    <a:pt x="5345829" y="258799"/>
                  </a:lnTo>
                  <a:lnTo>
                    <a:pt x="5345923" y="258799"/>
                  </a:lnTo>
                  <a:lnTo>
                    <a:pt x="5346016" y="258799"/>
                  </a:lnTo>
                  <a:lnTo>
                    <a:pt x="5346109" y="258799"/>
                  </a:lnTo>
                  <a:lnTo>
                    <a:pt x="5346202" y="258799"/>
                  </a:lnTo>
                  <a:lnTo>
                    <a:pt x="5346296" y="258799"/>
                  </a:lnTo>
                  <a:lnTo>
                    <a:pt x="5346389" y="258799"/>
                  </a:lnTo>
                  <a:lnTo>
                    <a:pt x="5346482" y="258799"/>
                  </a:lnTo>
                  <a:lnTo>
                    <a:pt x="5346575" y="258799"/>
                  </a:lnTo>
                  <a:lnTo>
                    <a:pt x="5346669" y="258799"/>
                  </a:lnTo>
                  <a:lnTo>
                    <a:pt x="5346762" y="258799"/>
                  </a:lnTo>
                  <a:lnTo>
                    <a:pt x="5346855" y="258799"/>
                  </a:lnTo>
                  <a:lnTo>
                    <a:pt x="5346948" y="258799"/>
                  </a:lnTo>
                  <a:lnTo>
                    <a:pt x="5347042" y="258799"/>
                  </a:lnTo>
                  <a:lnTo>
                    <a:pt x="5347135" y="258799"/>
                  </a:lnTo>
                  <a:lnTo>
                    <a:pt x="5347228" y="258799"/>
                  </a:lnTo>
                  <a:lnTo>
                    <a:pt x="5347321" y="258799"/>
                  </a:lnTo>
                  <a:lnTo>
                    <a:pt x="5347415" y="258799"/>
                  </a:lnTo>
                  <a:lnTo>
                    <a:pt x="5347508" y="258799"/>
                  </a:lnTo>
                  <a:lnTo>
                    <a:pt x="5347601" y="258799"/>
                  </a:lnTo>
                  <a:lnTo>
                    <a:pt x="5347694" y="258799"/>
                  </a:lnTo>
                  <a:lnTo>
                    <a:pt x="5347788" y="258799"/>
                  </a:lnTo>
                  <a:lnTo>
                    <a:pt x="5347881" y="258799"/>
                  </a:lnTo>
                  <a:lnTo>
                    <a:pt x="5347974" y="258799"/>
                  </a:lnTo>
                  <a:lnTo>
                    <a:pt x="5348067" y="258799"/>
                  </a:lnTo>
                  <a:lnTo>
                    <a:pt x="5348161" y="258799"/>
                  </a:lnTo>
                  <a:lnTo>
                    <a:pt x="5348254" y="258799"/>
                  </a:lnTo>
                  <a:lnTo>
                    <a:pt x="5348347" y="258799"/>
                  </a:lnTo>
                  <a:lnTo>
                    <a:pt x="5348440" y="258799"/>
                  </a:lnTo>
                  <a:lnTo>
                    <a:pt x="5348534" y="258799"/>
                  </a:lnTo>
                  <a:lnTo>
                    <a:pt x="5348627" y="258799"/>
                  </a:lnTo>
                  <a:lnTo>
                    <a:pt x="5348720" y="258799"/>
                  </a:lnTo>
                  <a:lnTo>
                    <a:pt x="5348813" y="258799"/>
                  </a:lnTo>
                  <a:lnTo>
                    <a:pt x="5348907" y="258799"/>
                  </a:lnTo>
                  <a:lnTo>
                    <a:pt x="5349000" y="258799"/>
                  </a:lnTo>
                  <a:lnTo>
                    <a:pt x="5349093" y="258799"/>
                  </a:lnTo>
                  <a:lnTo>
                    <a:pt x="5349186" y="258799"/>
                  </a:lnTo>
                  <a:lnTo>
                    <a:pt x="5349279" y="258799"/>
                  </a:lnTo>
                  <a:lnTo>
                    <a:pt x="5349373" y="258799"/>
                  </a:lnTo>
                  <a:lnTo>
                    <a:pt x="5349466" y="258799"/>
                  </a:lnTo>
                  <a:lnTo>
                    <a:pt x="5349559" y="258799"/>
                  </a:lnTo>
                  <a:lnTo>
                    <a:pt x="5349652" y="258799"/>
                  </a:lnTo>
                  <a:lnTo>
                    <a:pt x="5349746" y="258799"/>
                  </a:lnTo>
                  <a:lnTo>
                    <a:pt x="5349839" y="258799"/>
                  </a:lnTo>
                  <a:lnTo>
                    <a:pt x="5349932" y="258799"/>
                  </a:lnTo>
                  <a:lnTo>
                    <a:pt x="5350025" y="258799"/>
                  </a:lnTo>
                  <a:lnTo>
                    <a:pt x="5350119" y="258799"/>
                  </a:lnTo>
                  <a:lnTo>
                    <a:pt x="5350212" y="258799"/>
                  </a:lnTo>
                  <a:lnTo>
                    <a:pt x="5350305" y="258799"/>
                  </a:lnTo>
                  <a:lnTo>
                    <a:pt x="5350398" y="258799"/>
                  </a:lnTo>
                  <a:lnTo>
                    <a:pt x="5350492" y="258799"/>
                  </a:lnTo>
                  <a:lnTo>
                    <a:pt x="5350585" y="258799"/>
                  </a:lnTo>
                  <a:lnTo>
                    <a:pt x="5350678" y="258799"/>
                  </a:lnTo>
                  <a:lnTo>
                    <a:pt x="5350771" y="258799"/>
                  </a:lnTo>
                  <a:lnTo>
                    <a:pt x="5350865" y="258799"/>
                  </a:lnTo>
                  <a:lnTo>
                    <a:pt x="5350958" y="258799"/>
                  </a:lnTo>
                  <a:lnTo>
                    <a:pt x="5351051" y="258799"/>
                  </a:lnTo>
                  <a:lnTo>
                    <a:pt x="5351144" y="258799"/>
                  </a:lnTo>
                  <a:lnTo>
                    <a:pt x="5351238" y="258799"/>
                  </a:lnTo>
                  <a:lnTo>
                    <a:pt x="5351331" y="258799"/>
                  </a:lnTo>
                  <a:lnTo>
                    <a:pt x="5351424" y="258799"/>
                  </a:lnTo>
                  <a:lnTo>
                    <a:pt x="5351517" y="258799"/>
                  </a:lnTo>
                  <a:lnTo>
                    <a:pt x="5351611" y="258799"/>
                  </a:lnTo>
                  <a:lnTo>
                    <a:pt x="5351704" y="258799"/>
                  </a:lnTo>
                  <a:lnTo>
                    <a:pt x="5351797" y="258799"/>
                  </a:lnTo>
                  <a:lnTo>
                    <a:pt x="5351890" y="258799"/>
                  </a:lnTo>
                  <a:lnTo>
                    <a:pt x="5351984" y="258799"/>
                  </a:lnTo>
                  <a:lnTo>
                    <a:pt x="5352077" y="258799"/>
                  </a:lnTo>
                  <a:lnTo>
                    <a:pt x="5352170" y="258799"/>
                  </a:lnTo>
                  <a:lnTo>
                    <a:pt x="5352263" y="258799"/>
                  </a:lnTo>
                  <a:lnTo>
                    <a:pt x="5352357" y="258799"/>
                  </a:lnTo>
                  <a:lnTo>
                    <a:pt x="5352450" y="258799"/>
                  </a:lnTo>
                  <a:lnTo>
                    <a:pt x="5352543" y="258799"/>
                  </a:lnTo>
                  <a:lnTo>
                    <a:pt x="5352636" y="258799"/>
                  </a:lnTo>
                  <a:lnTo>
                    <a:pt x="5352730" y="258799"/>
                  </a:lnTo>
                  <a:lnTo>
                    <a:pt x="5352823" y="258799"/>
                  </a:lnTo>
                  <a:lnTo>
                    <a:pt x="5352916" y="258799"/>
                  </a:lnTo>
                  <a:lnTo>
                    <a:pt x="5353009" y="258799"/>
                  </a:lnTo>
                  <a:lnTo>
                    <a:pt x="5353103" y="258799"/>
                  </a:lnTo>
                  <a:lnTo>
                    <a:pt x="5353196" y="258799"/>
                  </a:lnTo>
                  <a:lnTo>
                    <a:pt x="5353289" y="258799"/>
                  </a:lnTo>
                  <a:lnTo>
                    <a:pt x="5353382" y="258799"/>
                  </a:lnTo>
                  <a:lnTo>
                    <a:pt x="5353476" y="258799"/>
                  </a:lnTo>
                  <a:lnTo>
                    <a:pt x="5353569" y="258799"/>
                  </a:lnTo>
                  <a:lnTo>
                    <a:pt x="5353662" y="258799"/>
                  </a:lnTo>
                  <a:lnTo>
                    <a:pt x="5353755" y="258799"/>
                  </a:lnTo>
                  <a:lnTo>
                    <a:pt x="5353849" y="258799"/>
                  </a:lnTo>
                  <a:lnTo>
                    <a:pt x="5353942" y="258799"/>
                  </a:lnTo>
                  <a:lnTo>
                    <a:pt x="5354035" y="258799"/>
                  </a:lnTo>
                  <a:lnTo>
                    <a:pt x="5354128" y="258799"/>
                  </a:lnTo>
                  <a:lnTo>
                    <a:pt x="5354222" y="258799"/>
                  </a:lnTo>
                  <a:lnTo>
                    <a:pt x="5354315" y="258799"/>
                  </a:lnTo>
                  <a:lnTo>
                    <a:pt x="5354408" y="258799"/>
                  </a:lnTo>
                  <a:lnTo>
                    <a:pt x="5354501" y="258799"/>
                  </a:lnTo>
                  <a:lnTo>
                    <a:pt x="5354595" y="258799"/>
                  </a:lnTo>
                  <a:lnTo>
                    <a:pt x="5354688" y="258799"/>
                  </a:lnTo>
                  <a:lnTo>
                    <a:pt x="5354781" y="258799"/>
                  </a:lnTo>
                  <a:lnTo>
                    <a:pt x="5354874" y="258799"/>
                  </a:lnTo>
                  <a:lnTo>
                    <a:pt x="5354968" y="258799"/>
                  </a:lnTo>
                  <a:lnTo>
                    <a:pt x="5355061" y="258799"/>
                  </a:lnTo>
                  <a:lnTo>
                    <a:pt x="5355154" y="258799"/>
                  </a:lnTo>
                  <a:lnTo>
                    <a:pt x="5355247" y="258799"/>
                  </a:lnTo>
                  <a:lnTo>
                    <a:pt x="5355341" y="258799"/>
                  </a:lnTo>
                  <a:lnTo>
                    <a:pt x="5355434" y="258799"/>
                  </a:lnTo>
                  <a:lnTo>
                    <a:pt x="5355527" y="258799"/>
                  </a:lnTo>
                  <a:lnTo>
                    <a:pt x="5355620" y="258799"/>
                  </a:lnTo>
                  <a:lnTo>
                    <a:pt x="5355714" y="258799"/>
                  </a:lnTo>
                  <a:lnTo>
                    <a:pt x="5355807" y="258799"/>
                  </a:lnTo>
                  <a:lnTo>
                    <a:pt x="5355900" y="258799"/>
                  </a:lnTo>
                  <a:lnTo>
                    <a:pt x="5355993" y="258799"/>
                  </a:lnTo>
                  <a:lnTo>
                    <a:pt x="5356086" y="258799"/>
                  </a:lnTo>
                  <a:lnTo>
                    <a:pt x="5356180" y="258799"/>
                  </a:lnTo>
                  <a:lnTo>
                    <a:pt x="5356273" y="258799"/>
                  </a:lnTo>
                  <a:lnTo>
                    <a:pt x="5356366" y="258799"/>
                  </a:lnTo>
                  <a:lnTo>
                    <a:pt x="5356459" y="258799"/>
                  </a:lnTo>
                  <a:lnTo>
                    <a:pt x="5356553" y="258799"/>
                  </a:lnTo>
                  <a:lnTo>
                    <a:pt x="5356646" y="258799"/>
                  </a:lnTo>
                  <a:lnTo>
                    <a:pt x="5356739" y="258799"/>
                  </a:lnTo>
                  <a:lnTo>
                    <a:pt x="5356832" y="258799"/>
                  </a:lnTo>
                  <a:lnTo>
                    <a:pt x="5356926" y="258799"/>
                  </a:lnTo>
                  <a:lnTo>
                    <a:pt x="5357019" y="258799"/>
                  </a:lnTo>
                  <a:lnTo>
                    <a:pt x="5357112" y="258799"/>
                  </a:lnTo>
                  <a:lnTo>
                    <a:pt x="5357205" y="258799"/>
                  </a:lnTo>
                  <a:lnTo>
                    <a:pt x="5357299" y="258799"/>
                  </a:lnTo>
                  <a:lnTo>
                    <a:pt x="5357392" y="258799"/>
                  </a:lnTo>
                  <a:lnTo>
                    <a:pt x="5357485" y="258799"/>
                  </a:lnTo>
                  <a:lnTo>
                    <a:pt x="5357578" y="258799"/>
                  </a:lnTo>
                  <a:lnTo>
                    <a:pt x="5357672" y="258799"/>
                  </a:lnTo>
                  <a:lnTo>
                    <a:pt x="5357765" y="258799"/>
                  </a:lnTo>
                  <a:lnTo>
                    <a:pt x="5357858" y="258799"/>
                  </a:lnTo>
                  <a:lnTo>
                    <a:pt x="5357951" y="258799"/>
                  </a:lnTo>
                  <a:lnTo>
                    <a:pt x="5358045" y="258799"/>
                  </a:lnTo>
                  <a:lnTo>
                    <a:pt x="5358138" y="258799"/>
                  </a:lnTo>
                  <a:lnTo>
                    <a:pt x="5358231" y="258799"/>
                  </a:lnTo>
                  <a:lnTo>
                    <a:pt x="5358324" y="258799"/>
                  </a:lnTo>
                  <a:lnTo>
                    <a:pt x="5358418" y="258799"/>
                  </a:lnTo>
                  <a:lnTo>
                    <a:pt x="5358511" y="258799"/>
                  </a:lnTo>
                  <a:lnTo>
                    <a:pt x="5358604" y="258799"/>
                  </a:lnTo>
                  <a:lnTo>
                    <a:pt x="5358697" y="258799"/>
                  </a:lnTo>
                  <a:lnTo>
                    <a:pt x="5358791" y="258799"/>
                  </a:lnTo>
                  <a:lnTo>
                    <a:pt x="5358884" y="258799"/>
                  </a:lnTo>
                  <a:lnTo>
                    <a:pt x="5358977" y="258799"/>
                  </a:lnTo>
                  <a:lnTo>
                    <a:pt x="5359070" y="258799"/>
                  </a:lnTo>
                  <a:lnTo>
                    <a:pt x="5359164" y="258799"/>
                  </a:lnTo>
                  <a:lnTo>
                    <a:pt x="5359257" y="258799"/>
                  </a:lnTo>
                  <a:lnTo>
                    <a:pt x="5359350" y="258799"/>
                  </a:lnTo>
                  <a:lnTo>
                    <a:pt x="5359443" y="258799"/>
                  </a:lnTo>
                  <a:lnTo>
                    <a:pt x="5359537" y="258799"/>
                  </a:lnTo>
                  <a:lnTo>
                    <a:pt x="5359630" y="258799"/>
                  </a:lnTo>
                  <a:lnTo>
                    <a:pt x="5359723" y="258799"/>
                  </a:lnTo>
                  <a:lnTo>
                    <a:pt x="5359816" y="258799"/>
                  </a:lnTo>
                  <a:lnTo>
                    <a:pt x="5359910" y="258799"/>
                  </a:lnTo>
                  <a:lnTo>
                    <a:pt x="5360003" y="258799"/>
                  </a:lnTo>
                  <a:lnTo>
                    <a:pt x="5360096" y="258799"/>
                  </a:lnTo>
                  <a:lnTo>
                    <a:pt x="5360189" y="258799"/>
                  </a:lnTo>
                  <a:lnTo>
                    <a:pt x="5360283" y="258799"/>
                  </a:lnTo>
                  <a:lnTo>
                    <a:pt x="5360376" y="258799"/>
                  </a:lnTo>
                  <a:lnTo>
                    <a:pt x="5360469" y="258799"/>
                  </a:lnTo>
                  <a:lnTo>
                    <a:pt x="5360562" y="258799"/>
                  </a:lnTo>
                  <a:lnTo>
                    <a:pt x="5360656" y="258799"/>
                  </a:lnTo>
                  <a:lnTo>
                    <a:pt x="5360749" y="258799"/>
                  </a:lnTo>
                  <a:lnTo>
                    <a:pt x="5360842" y="258799"/>
                  </a:lnTo>
                  <a:lnTo>
                    <a:pt x="5360935" y="258799"/>
                  </a:lnTo>
                  <a:lnTo>
                    <a:pt x="5361029" y="258799"/>
                  </a:lnTo>
                  <a:lnTo>
                    <a:pt x="5361122" y="258799"/>
                  </a:lnTo>
                  <a:lnTo>
                    <a:pt x="5361215" y="258799"/>
                  </a:lnTo>
                  <a:lnTo>
                    <a:pt x="5361308" y="258799"/>
                  </a:lnTo>
                  <a:lnTo>
                    <a:pt x="5361402" y="258799"/>
                  </a:lnTo>
                  <a:lnTo>
                    <a:pt x="5361495" y="258799"/>
                  </a:lnTo>
                  <a:lnTo>
                    <a:pt x="5361588" y="258799"/>
                  </a:lnTo>
                  <a:lnTo>
                    <a:pt x="5361681" y="258799"/>
                  </a:lnTo>
                  <a:lnTo>
                    <a:pt x="5361775" y="258799"/>
                  </a:lnTo>
                  <a:lnTo>
                    <a:pt x="5361868" y="258799"/>
                  </a:lnTo>
                  <a:lnTo>
                    <a:pt x="5361961" y="258799"/>
                  </a:lnTo>
                  <a:lnTo>
                    <a:pt x="5362054" y="258799"/>
                  </a:lnTo>
                  <a:lnTo>
                    <a:pt x="5362148" y="258799"/>
                  </a:lnTo>
                  <a:lnTo>
                    <a:pt x="5362241" y="258799"/>
                  </a:lnTo>
                  <a:lnTo>
                    <a:pt x="5362334" y="258799"/>
                  </a:lnTo>
                  <a:lnTo>
                    <a:pt x="5362427" y="258799"/>
                  </a:lnTo>
                  <a:lnTo>
                    <a:pt x="5362521" y="258799"/>
                  </a:lnTo>
                  <a:lnTo>
                    <a:pt x="5362614" y="258799"/>
                  </a:lnTo>
                  <a:lnTo>
                    <a:pt x="5362707" y="258799"/>
                  </a:lnTo>
                  <a:lnTo>
                    <a:pt x="5362800" y="258799"/>
                  </a:lnTo>
                  <a:lnTo>
                    <a:pt x="5362894" y="258799"/>
                  </a:lnTo>
                  <a:lnTo>
                    <a:pt x="5362987" y="258799"/>
                  </a:lnTo>
                  <a:lnTo>
                    <a:pt x="5363080" y="258799"/>
                  </a:lnTo>
                  <a:lnTo>
                    <a:pt x="5363173" y="258799"/>
                  </a:lnTo>
                  <a:lnTo>
                    <a:pt x="5363266" y="258799"/>
                  </a:lnTo>
                  <a:lnTo>
                    <a:pt x="5363360" y="258799"/>
                  </a:lnTo>
                  <a:lnTo>
                    <a:pt x="5363453" y="258799"/>
                  </a:lnTo>
                  <a:lnTo>
                    <a:pt x="5363546" y="258799"/>
                  </a:lnTo>
                  <a:lnTo>
                    <a:pt x="5363639" y="258799"/>
                  </a:lnTo>
                  <a:lnTo>
                    <a:pt x="5363733" y="258799"/>
                  </a:lnTo>
                  <a:lnTo>
                    <a:pt x="5363826" y="258799"/>
                  </a:lnTo>
                  <a:lnTo>
                    <a:pt x="5363919" y="258799"/>
                  </a:lnTo>
                  <a:lnTo>
                    <a:pt x="5364012" y="258799"/>
                  </a:lnTo>
                  <a:lnTo>
                    <a:pt x="5364106" y="258799"/>
                  </a:lnTo>
                  <a:lnTo>
                    <a:pt x="5364199" y="258799"/>
                  </a:lnTo>
                  <a:lnTo>
                    <a:pt x="5364292" y="258799"/>
                  </a:lnTo>
                  <a:lnTo>
                    <a:pt x="5364385" y="258799"/>
                  </a:lnTo>
                  <a:lnTo>
                    <a:pt x="5364479" y="258799"/>
                  </a:lnTo>
                  <a:lnTo>
                    <a:pt x="5364572" y="258799"/>
                  </a:lnTo>
                  <a:lnTo>
                    <a:pt x="5364665" y="258799"/>
                  </a:lnTo>
                  <a:lnTo>
                    <a:pt x="5364758" y="258799"/>
                  </a:lnTo>
                  <a:lnTo>
                    <a:pt x="5364852" y="258799"/>
                  </a:lnTo>
                  <a:lnTo>
                    <a:pt x="5364945" y="258799"/>
                  </a:lnTo>
                  <a:lnTo>
                    <a:pt x="5365038" y="258799"/>
                  </a:lnTo>
                  <a:lnTo>
                    <a:pt x="5365131" y="258799"/>
                  </a:lnTo>
                  <a:lnTo>
                    <a:pt x="5365225" y="258799"/>
                  </a:lnTo>
                  <a:lnTo>
                    <a:pt x="5365318" y="258799"/>
                  </a:lnTo>
                  <a:lnTo>
                    <a:pt x="5365411" y="258799"/>
                  </a:lnTo>
                  <a:lnTo>
                    <a:pt x="5365504" y="258799"/>
                  </a:lnTo>
                  <a:lnTo>
                    <a:pt x="5365598" y="258799"/>
                  </a:lnTo>
                  <a:lnTo>
                    <a:pt x="5365691" y="258799"/>
                  </a:lnTo>
                  <a:lnTo>
                    <a:pt x="5365784" y="258799"/>
                  </a:lnTo>
                  <a:lnTo>
                    <a:pt x="5365877" y="258799"/>
                  </a:lnTo>
                  <a:lnTo>
                    <a:pt x="5365971" y="258799"/>
                  </a:lnTo>
                  <a:lnTo>
                    <a:pt x="5366064" y="258799"/>
                  </a:lnTo>
                  <a:lnTo>
                    <a:pt x="5366157" y="258799"/>
                  </a:lnTo>
                  <a:lnTo>
                    <a:pt x="5366250" y="258799"/>
                  </a:lnTo>
                  <a:lnTo>
                    <a:pt x="5366344" y="258799"/>
                  </a:lnTo>
                  <a:lnTo>
                    <a:pt x="5366437" y="258799"/>
                  </a:lnTo>
                  <a:lnTo>
                    <a:pt x="5366530" y="258799"/>
                  </a:lnTo>
                  <a:lnTo>
                    <a:pt x="5366623" y="258799"/>
                  </a:lnTo>
                  <a:lnTo>
                    <a:pt x="5366717" y="258799"/>
                  </a:lnTo>
                  <a:lnTo>
                    <a:pt x="5366810" y="258799"/>
                  </a:lnTo>
                  <a:lnTo>
                    <a:pt x="5366903" y="258799"/>
                  </a:lnTo>
                  <a:lnTo>
                    <a:pt x="5366996" y="258799"/>
                  </a:lnTo>
                  <a:lnTo>
                    <a:pt x="5367090" y="258799"/>
                  </a:lnTo>
                  <a:lnTo>
                    <a:pt x="5367183" y="258799"/>
                  </a:lnTo>
                  <a:lnTo>
                    <a:pt x="5367276" y="258799"/>
                  </a:lnTo>
                  <a:lnTo>
                    <a:pt x="5367369" y="258799"/>
                  </a:lnTo>
                  <a:lnTo>
                    <a:pt x="5367463" y="258799"/>
                  </a:lnTo>
                  <a:lnTo>
                    <a:pt x="5367556" y="258799"/>
                  </a:lnTo>
                  <a:lnTo>
                    <a:pt x="5367649" y="258799"/>
                  </a:lnTo>
                  <a:lnTo>
                    <a:pt x="5367742" y="258799"/>
                  </a:lnTo>
                  <a:lnTo>
                    <a:pt x="5367836" y="258799"/>
                  </a:lnTo>
                  <a:lnTo>
                    <a:pt x="5367929" y="258799"/>
                  </a:lnTo>
                  <a:lnTo>
                    <a:pt x="5368022" y="258799"/>
                  </a:lnTo>
                  <a:lnTo>
                    <a:pt x="5368115" y="258799"/>
                  </a:lnTo>
                  <a:lnTo>
                    <a:pt x="5368209" y="258799"/>
                  </a:lnTo>
                  <a:lnTo>
                    <a:pt x="5368302" y="258799"/>
                  </a:lnTo>
                  <a:lnTo>
                    <a:pt x="5368395" y="258799"/>
                  </a:lnTo>
                  <a:lnTo>
                    <a:pt x="5368488" y="258799"/>
                  </a:lnTo>
                  <a:lnTo>
                    <a:pt x="5368582" y="258799"/>
                  </a:lnTo>
                  <a:lnTo>
                    <a:pt x="5368675" y="258799"/>
                  </a:lnTo>
                  <a:lnTo>
                    <a:pt x="5368768" y="258799"/>
                  </a:lnTo>
                  <a:lnTo>
                    <a:pt x="5368861" y="258799"/>
                  </a:lnTo>
                  <a:lnTo>
                    <a:pt x="5368955" y="258799"/>
                  </a:lnTo>
                  <a:lnTo>
                    <a:pt x="5369048" y="258799"/>
                  </a:lnTo>
                  <a:lnTo>
                    <a:pt x="5369141" y="258799"/>
                  </a:lnTo>
                  <a:lnTo>
                    <a:pt x="5369234" y="258799"/>
                  </a:lnTo>
                  <a:lnTo>
                    <a:pt x="5369328" y="258799"/>
                  </a:lnTo>
                  <a:lnTo>
                    <a:pt x="5369421" y="258799"/>
                  </a:lnTo>
                  <a:lnTo>
                    <a:pt x="5369514" y="258799"/>
                  </a:lnTo>
                  <a:lnTo>
                    <a:pt x="5369607" y="258799"/>
                  </a:lnTo>
                  <a:lnTo>
                    <a:pt x="5369701" y="258799"/>
                  </a:lnTo>
                  <a:lnTo>
                    <a:pt x="5369794" y="258799"/>
                  </a:lnTo>
                  <a:lnTo>
                    <a:pt x="5369887" y="258799"/>
                  </a:lnTo>
                  <a:lnTo>
                    <a:pt x="5369980" y="258799"/>
                  </a:lnTo>
                  <a:lnTo>
                    <a:pt x="5370073" y="258799"/>
                  </a:lnTo>
                  <a:lnTo>
                    <a:pt x="5370167" y="258799"/>
                  </a:lnTo>
                  <a:lnTo>
                    <a:pt x="5370260" y="258799"/>
                  </a:lnTo>
                  <a:lnTo>
                    <a:pt x="5370353" y="258799"/>
                  </a:lnTo>
                  <a:lnTo>
                    <a:pt x="5370446" y="258799"/>
                  </a:lnTo>
                  <a:lnTo>
                    <a:pt x="5370540" y="258799"/>
                  </a:lnTo>
                  <a:lnTo>
                    <a:pt x="5370633" y="258799"/>
                  </a:lnTo>
                  <a:lnTo>
                    <a:pt x="5370726" y="258799"/>
                  </a:lnTo>
                  <a:lnTo>
                    <a:pt x="5370819" y="258799"/>
                  </a:lnTo>
                  <a:lnTo>
                    <a:pt x="5370913" y="258799"/>
                  </a:lnTo>
                  <a:lnTo>
                    <a:pt x="5371006" y="258799"/>
                  </a:lnTo>
                  <a:lnTo>
                    <a:pt x="5371099" y="258799"/>
                  </a:lnTo>
                  <a:lnTo>
                    <a:pt x="5371192" y="258799"/>
                  </a:lnTo>
                  <a:lnTo>
                    <a:pt x="5371286" y="258799"/>
                  </a:lnTo>
                  <a:lnTo>
                    <a:pt x="5371379" y="258799"/>
                  </a:lnTo>
                  <a:lnTo>
                    <a:pt x="5371472" y="258799"/>
                  </a:lnTo>
                  <a:lnTo>
                    <a:pt x="5371565" y="258799"/>
                  </a:lnTo>
                  <a:lnTo>
                    <a:pt x="5371659" y="258799"/>
                  </a:lnTo>
                  <a:lnTo>
                    <a:pt x="5371752" y="258799"/>
                  </a:lnTo>
                  <a:lnTo>
                    <a:pt x="5371845" y="258799"/>
                  </a:lnTo>
                  <a:lnTo>
                    <a:pt x="5371938" y="258799"/>
                  </a:lnTo>
                  <a:lnTo>
                    <a:pt x="5372032" y="258799"/>
                  </a:lnTo>
                  <a:lnTo>
                    <a:pt x="5372125" y="258799"/>
                  </a:lnTo>
                  <a:lnTo>
                    <a:pt x="5372218" y="258799"/>
                  </a:lnTo>
                  <a:lnTo>
                    <a:pt x="5372311" y="258799"/>
                  </a:lnTo>
                  <a:lnTo>
                    <a:pt x="5372405" y="258799"/>
                  </a:lnTo>
                  <a:lnTo>
                    <a:pt x="5372498" y="258799"/>
                  </a:lnTo>
                  <a:lnTo>
                    <a:pt x="5372591" y="258799"/>
                  </a:lnTo>
                  <a:lnTo>
                    <a:pt x="5372684" y="258799"/>
                  </a:lnTo>
                  <a:lnTo>
                    <a:pt x="5372778" y="258799"/>
                  </a:lnTo>
                  <a:lnTo>
                    <a:pt x="5372871" y="258799"/>
                  </a:lnTo>
                  <a:lnTo>
                    <a:pt x="5372964" y="258799"/>
                  </a:lnTo>
                  <a:lnTo>
                    <a:pt x="5373057" y="258799"/>
                  </a:lnTo>
                  <a:lnTo>
                    <a:pt x="5373151" y="258799"/>
                  </a:lnTo>
                  <a:lnTo>
                    <a:pt x="5373244" y="258799"/>
                  </a:lnTo>
                  <a:lnTo>
                    <a:pt x="5373337" y="258799"/>
                  </a:lnTo>
                  <a:lnTo>
                    <a:pt x="5373430" y="258799"/>
                  </a:lnTo>
                  <a:lnTo>
                    <a:pt x="5373524" y="258799"/>
                  </a:lnTo>
                  <a:lnTo>
                    <a:pt x="5373617" y="258799"/>
                  </a:lnTo>
                  <a:lnTo>
                    <a:pt x="5373710" y="258799"/>
                  </a:lnTo>
                  <a:lnTo>
                    <a:pt x="5373803" y="258799"/>
                  </a:lnTo>
                  <a:lnTo>
                    <a:pt x="5373897" y="258799"/>
                  </a:lnTo>
                  <a:lnTo>
                    <a:pt x="5373990" y="258799"/>
                  </a:lnTo>
                  <a:lnTo>
                    <a:pt x="5374083" y="258799"/>
                  </a:lnTo>
                  <a:lnTo>
                    <a:pt x="5374176" y="258799"/>
                  </a:lnTo>
                  <a:lnTo>
                    <a:pt x="5374270" y="258799"/>
                  </a:lnTo>
                  <a:lnTo>
                    <a:pt x="5374363" y="258799"/>
                  </a:lnTo>
                  <a:lnTo>
                    <a:pt x="5374456" y="258799"/>
                  </a:lnTo>
                  <a:lnTo>
                    <a:pt x="5374549" y="258799"/>
                  </a:lnTo>
                  <a:lnTo>
                    <a:pt x="5374643" y="258799"/>
                  </a:lnTo>
                  <a:lnTo>
                    <a:pt x="5374736" y="258799"/>
                  </a:lnTo>
                  <a:lnTo>
                    <a:pt x="5374829" y="258799"/>
                  </a:lnTo>
                  <a:lnTo>
                    <a:pt x="5374922" y="258799"/>
                  </a:lnTo>
                  <a:lnTo>
                    <a:pt x="5375016" y="258799"/>
                  </a:lnTo>
                  <a:lnTo>
                    <a:pt x="5375109" y="258799"/>
                  </a:lnTo>
                  <a:lnTo>
                    <a:pt x="5375202" y="258799"/>
                  </a:lnTo>
                  <a:lnTo>
                    <a:pt x="5375295" y="258799"/>
                  </a:lnTo>
                  <a:lnTo>
                    <a:pt x="5375389" y="258799"/>
                  </a:lnTo>
                  <a:lnTo>
                    <a:pt x="5375482" y="258799"/>
                  </a:lnTo>
                  <a:lnTo>
                    <a:pt x="5375575" y="258799"/>
                  </a:lnTo>
                  <a:lnTo>
                    <a:pt x="5375668" y="258799"/>
                  </a:lnTo>
                  <a:lnTo>
                    <a:pt x="5375762" y="258799"/>
                  </a:lnTo>
                  <a:lnTo>
                    <a:pt x="5375855" y="258799"/>
                  </a:lnTo>
                  <a:lnTo>
                    <a:pt x="5375948" y="258799"/>
                  </a:lnTo>
                  <a:lnTo>
                    <a:pt x="5376041" y="258799"/>
                  </a:lnTo>
                  <a:lnTo>
                    <a:pt x="5376135" y="258799"/>
                  </a:lnTo>
                  <a:lnTo>
                    <a:pt x="5376228" y="258799"/>
                  </a:lnTo>
                  <a:lnTo>
                    <a:pt x="5376321" y="258799"/>
                  </a:lnTo>
                  <a:lnTo>
                    <a:pt x="5376414" y="258799"/>
                  </a:lnTo>
                  <a:lnTo>
                    <a:pt x="5376508" y="258799"/>
                  </a:lnTo>
                  <a:lnTo>
                    <a:pt x="5376601" y="258799"/>
                  </a:lnTo>
                  <a:lnTo>
                    <a:pt x="5376694" y="258799"/>
                  </a:lnTo>
                  <a:lnTo>
                    <a:pt x="5376787" y="258799"/>
                  </a:lnTo>
                  <a:lnTo>
                    <a:pt x="5376880" y="258799"/>
                  </a:lnTo>
                  <a:lnTo>
                    <a:pt x="5376974" y="258799"/>
                  </a:lnTo>
                  <a:lnTo>
                    <a:pt x="5377067" y="258799"/>
                  </a:lnTo>
                  <a:lnTo>
                    <a:pt x="5377160" y="258799"/>
                  </a:lnTo>
                  <a:lnTo>
                    <a:pt x="5377253" y="258799"/>
                  </a:lnTo>
                  <a:lnTo>
                    <a:pt x="5377347" y="258799"/>
                  </a:lnTo>
                  <a:lnTo>
                    <a:pt x="5377440" y="258799"/>
                  </a:lnTo>
                  <a:lnTo>
                    <a:pt x="5377533" y="258799"/>
                  </a:lnTo>
                  <a:lnTo>
                    <a:pt x="5377626" y="258799"/>
                  </a:lnTo>
                  <a:lnTo>
                    <a:pt x="5377720" y="258799"/>
                  </a:lnTo>
                  <a:lnTo>
                    <a:pt x="5377813" y="258799"/>
                  </a:lnTo>
                  <a:lnTo>
                    <a:pt x="5377906" y="258799"/>
                  </a:lnTo>
                  <a:lnTo>
                    <a:pt x="5377999" y="258799"/>
                  </a:lnTo>
                  <a:lnTo>
                    <a:pt x="5378093" y="258799"/>
                  </a:lnTo>
                  <a:lnTo>
                    <a:pt x="5378186" y="258799"/>
                  </a:lnTo>
                  <a:lnTo>
                    <a:pt x="5378279" y="258799"/>
                  </a:lnTo>
                  <a:lnTo>
                    <a:pt x="5378372" y="258799"/>
                  </a:lnTo>
                  <a:lnTo>
                    <a:pt x="5378466" y="258799"/>
                  </a:lnTo>
                  <a:lnTo>
                    <a:pt x="5378559" y="258799"/>
                  </a:lnTo>
                  <a:lnTo>
                    <a:pt x="5378652" y="258799"/>
                  </a:lnTo>
                  <a:lnTo>
                    <a:pt x="5378745" y="258799"/>
                  </a:lnTo>
                  <a:lnTo>
                    <a:pt x="5378839" y="258799"/>
                  </a:lnTo>
                  <a:lnTo>
                    <a:pt x="5378932" y="258799"/>
                  </a:lnTo>
                  <a:lnTo>
                    <a:pt x="5379025" y="258799"/>
                  </a:lnTo>
                  <a:lnTo>
                    <a:pt x="5379118" y="258799"/>
                  </a:lnTo>
                  <a:lnTo>
                    <a:pt x="5379212" y="258799"/>
                  </a:lnTo>
                  <a:lnTo>
                    <a:pt x="5379305" y="258799"/>
                  </a:lnTo>
                  <a:lnTo>
                    <a:pt x="5379398" y="258799"/>
                  </a:lnTo>
                  <a:lnTo>
                    <a:pt x="5379491" y="258799"/>
                  </a:lnTo>
                  <a:lnTo>
                    <a:pt x="5379585" y="258799"/>
                  </a:lnTo>
                  <a:lnTo>
                    <a:pt x="5379678" y="258799"/>
                  </a:lnTo>
                  <a:lnTo>
                    <a:pt x="5379678" y="248845"/>
                  </a:lnTo>
                  <a:lnTo>
                    <a:pt x="5379771" y="248845"/>
                  </a:lnTo>
                  <a:lnTo>
                    <a:pt x="5379864" y="248845"/>
                  </a:lnTo>
                  <a:lnTo>
                    <a:pt x="5379958" y="248845"/>
                  </a:lnTo>
                  <a:lnTo>
                    <a:pt x="5380051" y="248845"/>
                  </a:lnTo>
                  <a:lnTo>
                    <a:pt x="5380144" y="248845"/>
                  </a:lnTo>
                  <a:lnTo>
                    <a:pt x="5380237" y="248845"/>
                  </a:lnTo>
                  <a:lnTo>
                    <a:pt x="5380331" y="248845"/>
                  </a:lnTo>
                  <a:lnTo>
                    <a:pt x="5380424" y="248845"/>
                  </a:lnTo>
                  <a:lnTo>
                    <a:pt x="5380517" y="248845"/>
                  </a:lnTo>
                  <a:lnTo>
                    <a:pt x="5380610" y="248845"/>
                  </a:lnTo>
                  <a:lnTo>
                    <a:pt x="5380704" y="248845"/>
                  </a:lnTo>
                  <a:lnTo>
                    <a:pt x="5380797" y="248845"/>
                  </a:lnTo>
                  <a:lnTo>
                    <a:pt x="5380890" y="248845"/>
                  </a:lnTo>
                  <a:lnTo>
                    <a:pt x="5380983" y="248845"/>
                  </a:lnTo>
                  <a:lnTo>
                    <a:pt x="5381077" y="248845"/>
                  </a:lnTo>
                  <a:lnTo>
                    <a:pt x="5381170" y="248845"/>
                  </a:lnTo>
                  <a:lnTo>
                    <a:pt x="5381263" y="248845"/>
                  </a:lnTo>
                  <a:lnTo>
                    <a:pt x="5381356" y="248845"/>
                  </a:lnTo>
                  <a:lnTo>
                    <a:pt x="5381450" y="248845"/>
                  </a:lnTo>
                  <a:lnTo>
                    <a:pt x="5381543" y="248845"/>
                  </a:lnTo>
                  <a:lnTo>
                    <a:pt x="5381636" y="248845"/>
                  </a:lnTo>
                  <a:lnTo>
                    <a:pt x="5381729" y="248845"/>
                  </a:lnTo>
                  <a:lnTo>
                    <a:pt x="5381823" y="248845"/>
                  </a:lnTo>
                  <a:lnTo>
                    <a:pt x="5381916" y="248845"/>
                  </a:lnTo>
                  <a:lnTo>
                    <a:pt x="5382009" y="248845"/>
                  </a:lnTo>
                  <a:lnTo>
                    <a:pt x="5382102" y="248845"/>
                  </a:lnTo>
                  <a:lnTo>
                    <a:pt x="5382196" y="248845"/>
                  </a:lnTo>
                  <a:lnTo>
                    <a:pt x="5382289" y="248845"/>
                  </a:lnTo>
                  <a:lnTo>
                    <a:pt x="5382382" y="248845"/>
                  </a:lnTo>
                  <a:lnTo>
                    <a:pt x="5382475" y="248845"/>
                  </a:lnTo>
                  <a:lnTo>
                    <a:pt x="5382569" y="248845"/>
                  </a:lnTo>
                  <a:lnTo>
                    <a:pt x="5382662" y="248845"/>
                  </a:lnTo>
                  <a:lnTo>
                    <a:pt x="5382755" y="248845"/>
                  </a:lnTo>
                  <a:lnTo>
                    <a:pt x="5382755" y="238891"/>
                  </a:lnTo>
                  <a:lnTo>
                    <a:pt x="5382848" y="238891"/>
                  </a:lnTo>
                  <a:lnTo>
                    <a:pt x="5382942" y="238891"/>
                  </a:lnTo>
                  <a:lnTo>
                    <a:pt x="5383035" y="238891"/>
                  </a:lnTo>
                  <a:lnTo>
                    <a:pt x="5383128" y="238891"/>
                  </a:lnTo>
                  <a:lnTo>
                    <a:pt x="5383221" y="238891"/>
                  </a:lnTo>
                  <a:lnTo>
                    <a:pt x="5383315" y="238891"/>
                  </a:lnTo>
                  <a:lnTo>
                    <a:pt x="5383408" y="238891"/>
                  </a:lnTo>
                  <a:lnTo>
                    <a:pt x="5383501" y="238891"/>
                  </a:lnTo>
                  <a:lnTo>
                    <a:pt x="5383594" y="238891"/>
                  </a:lnTo>
                  <a:lnTo>
                    <a:pt x="5383688" y="238891"/>
                  </a:lnTo>
                  <a:lnTo>
                    <a:pt x="5383781" y="238891"/>
                  </a:lnTo>
                  <a:lnTo>
                    <a:pt x="5383874" y="238891"/>
                  </a:lnTo>
                  <a:lnTo>
                    <a:pt x="5383967" y="238891"/>
                  </a:lnTo>
                  <a:lnTo>
                    <a:pt x="5384060" y="238891"/>
                  </a:lnTo>
                  <a:lnTo>
                    <a:pt x="5384154" y="238891"/>
                  </a:lnTo>
                  <a:lnTo>
                    <a:pt x="5384247" y="238891"/>
                  </a:lnTo>
                  <a:lnTo>
                    <a:pt x="5384340" y="238891"/>
                  </a:lnTo>
                  <a:lnTo>
                    <a:pt x="5384433" y="238891"/>
                  </a:lnTo>
                  <a:lnTo>
                    <a:pt x="5384527" y="238891"/>
                  </a:lnTo>
                  <a:lnTo>
                    <a:pt x="5384620" y="238891"/>
                  </a:lnTo>
                  <a:lnTo>
                    <a:pt x="5384713" y="238891"/>
                  </a:lnTo>
                  <a:lnTo>
                    <a:pt x="5384806" y="238891"/>
                  </a:lnTo>
                  <a:lnTo>
                    <a:pt x="5384900" y="238891"/>
                  </a:lnTo>
                  <a:lnTo>
                    <a:pt x="5384993" y="238891"/>
                  </a:lnTo>
                  <a:lnTo>
                    <a:pt x="5385086" y="238891"/>
                  </a:lnTo>
                  <a:lnTo>
                    <a:pt x="5385179" y="238891"/>
                  </a:lnTo>
                  <a:lnTo>
                    <a:pt x="5385273" y="238891"/>
                  </a:lnTo>
                  <a:lnTo>
                    <a:pt x="5385366" y="238891"/>
                  </a:lnTo>
                  <a:lnTo>
                    <a:pt x="5385459" y="238891"/>
                  </a:lnTo>
                  <a:lnTo>
                    <a:pt x="5385552" y="238891"/>
                  </a:lnTo>
                  <a:lnTo>
                    <a:pt x="5385646" y="238891"/>
                  </a:lnTo>
                  <a:lnTo>
                    <a:pt x="5385739" y="238891"/>
                  </a:lnTo>
                  <a:lnTo>
                    <a:pt x="5385832" y="238891"/>
                  </a:lnTo>
                  <a:lnTo>
                    <a:pt x="5385925" y="238891"/>
                  </a:lnTo>
                  <a:lnTo>
                    <a:pt x="5386019" y="238891"/>
                  </a:lnTo>
                  <a:lnTo>
                    <a:pt x="5386112" y="238891"/>
                  </a:lnTo>
                  <a:lnTo>
                    <a:pt x="5386205" y="238891"/>
                  </a:lnTo>
                  <a:lnTo>
                    <a:pt x="5386298" y="238891"/>
                  </a:lnTo>
                  <a:lnTo>
                    <a:pt x="5386392" y="238891"/>
                  </a:lnTo>
                  <a:lnTo>
                    <a:pt x="5386485" y="238891"/>
                  </a:lnTo>
                  <a:lnTo>
                    <a:pt x="5386578" y="238891"/>
                  </a:lnTo>
                  <a:lnTo>
                    <a:pt x="5386671" y="238891"/>
                  </a:lnTo>
                  <a:lnTo>
                    <a:pt x="5386765" y="238891"/>
                  </a:lnTo>
                  <a:lnTo>
                    <a:pt x="5386858" y="238891"/>
                  </a:lnTo>
                  <a:lnTo>
                    <a:pt x="5386951" y="238891"/>
                  </a:lnTo>
                  <a:lnTo>
                    <a:pt x="5387044" y="238891"/>
                  </a:lnTo>
                  <a:lnTo>
                    <a:pt x="5387138" y="238891"/>
                  </a:lnTo>
                  <a:lnTo>
                    <a:pt x="5387231" y="238891"/>
                  </a:lnTo>
                  <a:lnTo>
                    <a:pt x="5387324" y="238891"/>
                  </a:lnTo>
                  <a:lnTo>
                    <a:pt x="5387417" y="238891"/>
                  </a:lnTo>
                  <a:lnTo>
                    <a:pt x="5387511" y="238891"/>
                  </a:lnTo>
                  <a:lnTo>
                    <a:pt x="5387604" y="238891"/>
                  </a:lnTo>
                  <a:lnTo>
                    <a:pt x="5387697" y="238891"/>
                  </a:lnTo>
                  <a:lnTo>
                    <a:pt x="5387790" y="238891"/>
                  </a:lnTo>
                  <a:lnTo>
                    <a:pt x="5387884" y="238891"/>
                  </a:lnTo>
                  <a:lnTo>
                    <a:pt x="5387977" y="238891"/>
                  </a:lnTo>
                  <a:lnTo>
                    <a:pt x="5388070" y="238891"/>
                  </a:lnTo>
                  <a:lnTo>
                    <a:pt x="5388163" y="238891"/>
                  </a:lnTo>
                  <a:lnTo>
                    <a:pt x="5388257" y="238891"/>
                  </a:lnTo>
                  <a:lnTo>
                    <a:pt x="5388350" y="238891"/>
                  </a:lnTo>
                  <a:lnTo>
                    <a:pt x="5388443" y="238891"/>
                  </a:lnTo>
                  <a:lnTo>
                    <a:pt x="5388536" y="238891"/>
                  </a:lnTo>
                  <a:lnTo>
                    <a:pt x="5388630" y="238891"/>
                  </a:lnTo>
                  <a:lnTo>
                    <a:pt x="5388723" y="238891"/>
                  </a:lnTo>
                  <a:lnTo>
                    <a:pt x="5388816" y="238891"/>
                  </a:lnTo>
                  <a:lnTo>
                    <a:pt x="5388909" y="238891"/>
                  </a:lnTo>
                  <a:lnTo>
                    <a:pt x="5389003" y="238891"/>
                  </a:lnTo>
                  <a:lnTo>
                    <a:pt x="5389096" y="238891"/>
                  </a:lnTo>
                  <a:lnTo>
                    <a:pt x="5389189" y="238891"/>
                  </a:lnTo>
                  <a:lnTo>
                    <a:pt x="5389282" y="238891"/>
                  </a:lnTo>
                  <a:lnTo>
                    <a:pt x="5389376" y="238891"/>
                  </a:lnTo>
                  <a:lnTo>
                    <a:pt x="5389469" y="238891"/>
                  </a:lnTo>
                  <a:lnTo>
                    <a:pt x="5389562" y="238891"/>
                  </a:lnTo>
                  <a:lnTo>
                    <a:pt x="5389655" y="238891"/>
                  </a:lnTo>
                  <a:lnTo>
                    <a:pt x="5389749" y="238891"/>
                  </a:lnTo>
                  <a:lnTo>
                    <a:pt x="5389842" y="238891"/>
                  </a:lnTo>
                  <a:lnTo>
                    <a:pt x="5389935" y="238891"/>
                  </a:lnTo>
                  <a:lnTo>
                    <a:pt x="5390028" y="238891"/>
                  </a:lnTo>
                  <a:lnTo>
                    <a:pt x="5390122" y="238891"/>
                  </a:lnTo>
                  <a:lnTo>
                    <a:pt x="5390215" y="238891"/>
                  </a:lnTo>
                  <a:lnTo>
                    <a:pt x="5390308" y="238891"/>
                  </a:lnTo>
                  <a:lnTo>
                    <a:pt x="5390401" y="238891"/>
                  </a:lnTo>
                  <a:lnTo>
                    <a:pt x="5390495" y="238891"/>
                  </a:lnTo>
                  <a:lnTo>
                    <a:pt x="5390588" y="238891"/>
                  </a:lnTo>
                  <a:lnTo>
                    <a:pt x="5390681" y="238891"/>
                  </a:lnTo>
                  <a:lnTo>
                    <a:pt x="5390774" y="238891"/>
                  </a:lnTo>
                  <a:lnTo>
                    <a:pt x="5390867" y="238891"/>
                  </a:lnTo>
                  <a:lnTo>
                    <a:pt x="5390961" y="238891"/>
                  </a:lnTo>
                  <a:lnTo>
                    <a:pt x="5391054" y="238891"/>
                  </a:lnTo>
                  <a:lnTo>
                    <a:pt x="5391147" y="238891"/>
                  </a:lnTo>
                  <a:lnTo>
                    <a:pt x="5391240" y="238891"/>
                  </a:lnTo>
                  <a:lnTo>
                    <a:pt x="5391334" y="238891"/>
                  </a:lnTo>
                  <a:lnTo>
                    <a:pt x="5391427" y="238891"/>
                  </a:lnTo>
                  <a:lnTo>
                    <a:pt x="5391520" y="238891"/>
                  </a:lnTo>
                  <a:lnTo>
                    <a:pt x="5391613" y="238891"/>
                  </a:lnTo>
                  <a:lnTo>
                    <a:pt x="5391707" y="238891"/>
                  </a:lnTo>
                  <a:lnTo>
                    <a:pt x="5391800" y="238891"/>
                  </a:lnTo>
                  <a:lnTo>
                    <a:pt x="5391893" y="238891"/>
                  </a:lnTo>
                  <a:lnTo>
                    <a:pt x="5391986" y="238891"/>
                  </a:lnTo>
                  <a:lnTo>
                    <a:pt x="5392080" y="238891"/>
                  </a:lnTo>
                  <a:lnTo>
                    <a:pt x="5392173" y="238891"/>
                  </a:lnTo>
                  <a:lnTo>
                    <a:pt x="5392266" y="238891"/>
                  </a:lnTo>
                  <a:lnTo>
                    <a:pt x="5392359" y="238891"/>
                  </a:lnTo>
                  <a:lnTo>
                    <a:pt x="5392453" y="238891"/>
                  </a:lnTo>
                  <a:lnTo>
                    <a:pt x="5392546" y="238891"/>
                  </a:lnTo>
                  <a:lnTo>
                    <a:pt x="5392639" y="238891"/>
                  </a:lnTo>
                  <a:lnTo>
                    <a:pt x="5392732" y="238891"/>
                  </a:lnTo>
                  <a:lnTo>
                    <a:pt x="5392826" y="238891"/>
                  </a:lnTo>
                  <a:lnTo>
                    <a:pt x="5392919" y="238891"/>
                  </a:lnTo>
                  <a:lnTo>
                    <a:pt x="5393012" y="238891"/>
                  </a:lnTo>
                  <a:lnTo>
                    <a:pt x="5393105" y="238891"/>
                  </a:lnTo>
                  <a:lnTo>
                    <a:pt x="5393199" y="238891"/>
                  </a:lnTo>
                  <a:lnTo>
                    <a:pt x="5393292" y="238891"/>
                  </a:lnTo>
                  <a:lnTo>
                    <a:pt x="5393385" y="238891"/>
                  </a:lnTo>
                  <a:lnTo>
                    <a:pt x="5393478" y="238891"/>
                  </a:lnTo>
                  <a:lnTo>
                    <a:pt x="5393572" y="238891"/>
                  </a:lnTo>
                  <a:lnTo>
                    <a:pt x="5393665" y="238891"/>
                  </a:lnTo>
                  <a:lnTo>
                    <a:pt x="5393758" y="238891"/>
                  </a:lnTo>
                  <a:lnTo>
                    <a:pt x="5393851" y="238891"/>
                  </a:lnTo>
                  <a:lnTo>
                    <a:pt x="5393945" y="238891"/>
                  </a:lnTo>
                  <a:lnTo>
                    <a:pt x="5394038" y="238891"/>
                  </a:lnTo>
                  <a:lnTo>
                    <a:pt x="5394131" y="238891"/>
                  </a:lnTo>
                  <a:lnTo>
                    <a:pt x="5394224" y="238891"/>
                  </a:lnTo>
                  <a:lnTo>
                    <a:pt x="5394318" y="238891"/>
                  </a:lnTo>
                  <a:lnTo>
                    <a:pt x="5394411" y="238891"/>
                  </a:lnTo>
                  <a:lnTo>
                    <a:pt x="5394504" y="238891"/>
                  </a:lnTo>
                  <a:lnTo>
                    <a:pt x="5394597" y="238891"/>
                  </a:lnTo>
                  <a:lnTo>
                    <a:pt x="5394691" y="238891"/>
                  </a:lnTo>
                  <a:lnTo>
                    <a:pt x="5394784" y="238891"/>
                  </a:lnTo>
                  <a:lnTo>
                    <a:pt x="5394877" y="238891"/>
                  </a:lnTo>
                  <a:lnTo>
                    <a:pt x="5394970" y="238891"/>
                  </a:lnTo>
                  <a:lnTo>
                    <a:pt x="5395064" y="238891"/>
                  </a:lnTo>
                  <a:lnTo>
                    <a:pt x="5395157" y="238891"/>
                  </a:lnTo>
                  <a:lnTo>
                    <a:pt x="5395250" y="238891"/>
                  </a:lnTo>
                  <a:lnTo>
                    <a:pt x="5395343" y="238891"/>
                  </a:lnTo>
                  <a:lnTo>
                    <a:pt x="5395437" y="238891"/>
                  </a:lnTo>
                  <a:lnTo>
                    <a:pt x="5395530" y="238891"/>
                  </a:lnTo>
                  <a:lnTo>
                    <a:pt x="5395623" y="238891"/>
                  </a:lnTo>
                  <a:lnTo>
                    <a:pt x="5395716" y="238891"/>
                  </a:lnTo>
                  <a:lnTo>
                    <a:pt x="5395810" y="238891"/>
                  </a:lnTo>
                  <a:lnTo>
                    <a:pt x="5395903" y="238891"/>
                  </a:lnTo>
                  <a:lnTo>
                    <a:pt x="5395996" y="238891"/>
                  </a:lnTo>
                  <a:lnTo>
                    <a:pt x="5396089" y="238891"/>
                  </a:lnTo>
                  <a:lnTo>
                    <a:pt x="5396183" y="238891"/>
                  </a:lnTo>
                  <a:lnTo>
                    <a:pt x="5396276" y="238891"/>
                  </a:lnTo>
                  <a:lnTo>
                    <a:pt x="5396369" y="238891"/>
                  </a:lnTo>
                  <a:lnTo>
                    <a:pt x="5396462" y="238891"/>
                  </a:lnTo>
                  <a:lnTo>
                    <a:pt x="5396556" y="238891"/>
                  </a:lnTo>
                  <a:lnTo>
                    <a:pt x="5396649" y="238891"/>
                  </a:lnTo>
                  <a:lnTo>
                    <a:pt x="5396742" y="238891"/>
                  </a:lnTo>
                  <a:lnTo>
                    <a:pt x="5396835" y="238891"/>
                  </a:lnTo>
                  <a:lnTo>
                    <a:pt x="5396929" y="238891"/>
                  </a:lnTo>
                  <a:lnTo>
                    <a:pt x="5397022" y="238891"/>
                  </a:lnTo>
                  <a:lnTo>
                    <a:pt x="5397115" y="238891"/>
                  </a:lnTo>
                  <a:lnTo>
                    <a:pt x="5397208" y="238891"/>
                  </a:lnTo>
                  <a:lnTo>
                    <a:pt x="5397302" y="238891"/>
                  </a:lnTo>
                  <a:lnTo>
                    <a:pt x="5397395" y="238891"/>
                  </a:lnTo>
                  <a:lnTo>
                    <a:pt x="5397488" y="238891"/>
                  </a:lnTo>
                  <a:lnTo>
                    <a:pt x="5397581" y="238891"/>
                  </a:lnTo>
                  <a:lnTo>
                    <a:pt x="5397674" y="238891"/>
                  </a:lnTo>
                  <a:lnTo>
                    <a:pt x="5397674" y="228937"/>
                  </a:lnTo>
                  <a:lnTo>
                    <a:pt x="5397768" y="228937"/>
                  </a:lnTo>
                  <a:lnTo>
                    <a:pt x="5397861" y="228937"/>
                  </a:lnTo>
                  <a:lnTo>
                    <a:pt x="5397954" y="228937"/>
                  </a:lnTo>
                  <a:lnTo>
                    <a:pt x="5398047" y="228937"/>
                  </a:lnTo>
                  <a:lnTo>
                    <a:pt x="5398141" y="228937"/>
                  </a:lnTo>
                  <a:lnTo>
                    <a:pt x="5398234" y="228937"/>
                  </a:lnTo>
                  <a:lnTo>
                    <a:pt x="5398327" y="228937"/>
                  </a:lnTo>
                  <a:lnTo>
                    <a:pt x="5398420" y="228937"/>
                  </a:lnTo>
                  <a:lnTo>
                    <a:pt x="5398514" y="228937"/>
                  </a:lnTo>
                  <a:lnTo>
                    <a:pt x="5398607" y="228937"/>
                  </a:lnTo>
                  <a:lnTo>
                    <a:pt x="5398700" y="228937"/>
                  </a:lnTo>
                  <a:lnTo>
                    <a:pt x="5398793" y="228937"/>
                  </a:lnTo>
                  <a:lnTo>
                    <a:pt x="5398887" y="228937"/>
                  </a:lnTo>
                  <a:lnTo>
                    <a:pt x="5398980" y="228937"/>
                  </a:lnTo>
                  <a:lnTo>
                    <a:pt x="5399073" y="228937"/>
                  </a:lnTo>
                  <a:lnTo>
                    <a:pt x="5399166" y="228937"/>
                  </a:lnTo>
                  <a:lnTo>
                    <a:pt x="5399260" y="228937"/>
                  </a:lnTo>
                  <a:lnTo>
                    <a:pt x="5399353" y="228937"/>
                  </a:lnTo>
                  <a:lnTo>
                    <a:pt x="5399446" y="228937"/>
                  </a:lnTo>
                  <a:lnTo>
                    <a:pt x="5399539" y="228937"/>
                  </a:lnTo>
                  <a:lnTo>
                    <a:pt x="5399633" y="228937"/>
                  </a:lnTo>
                  <a:lnTo>
                    <a:pt x="5399726" y="228937"/>
                  </a:lnTo>
                  <a:lnTo>
                    <a:pt x="5399819" y="228937"/>
                  </a:lnTo>
                  <a:lnTo>
                    <a:pt x="5399912" y="228937"/>
                  </a:lnTo>
                  <a:lnTo>
                    <a:pt x="5400006" y="228937"/>
                  </a:lnTo>
                  <a:lnTo>
                    <a:pt x="5400099" y="228937"/>
                  </a:lnTo>
                  <a:lnTo>
                    <a:pt x="5400192" y="228937"/>
                  </a:lnTo>
                  <a:lnTo>
                    <a:pt x="5400285" y="228937"/>
                  </a:lnTo>
                  <a:lnTo>
                    <a:pt x="5400379" y="228937"/>
                  </a:lnTo>
                  <a:lnTo>
                    <a:pt x="5400472" y="228937"/>
                  </a:lnTo>
                  <a:lnTo>
                    <a:pt x="5400565" y="228937"/>
                  </a:lnTo>
                  <a:lnTo>
                    <a:pt x="5400658" y="228937"/>
                  </a:lnTo>
                  <a:lnTo>
                    <a:pt x="5400752" y="228937"/>
                  </a:lnTo>
                  <a:lnTo>
                    <a:pt x="5400845" y="228937"/>
                  </a:lnTo>
                  <a:lnTo>
                    <a:pt x="5400938" y="228937"/>
                  </a:lnTo>
                  <a:lnTo>
                    <a:pt x="5401031" y="228937"/>
                  </a:lnTo>
                  <a:lnTo>
                    <a:pt x="5401125" y="228937"/>
                  </a:lnTo>
                  <a:lnTo>
                    <a:pt x="5401218" y="228937"/>
                  </a:lnTo>
                  <a:lnTo>
                    <a:pt x="5401311" y="228937"/>
                  </a:lnTo>
                  <a:lnTo>
                    <a:pt x="5401404" y="228937"/>
                  </a:lnTo>
                  <a:lnTo>
                    <a:pt x="5401498" y="228937"/>
                  </a:lnTo>
                  <a:lnTo>
                    <a:pt x="5401591" y="228937"/>
                  </a:lnTo>
                  <a:lnTo>
                    <a:pt x="5401684" y="228937"/>
                  </a:lnTo>
                  <a:lnTo>
                    <a:pt x="5401777" y="228937"/>
                  </a:lnTo>
                  <a:lnTo>
                    <a:pt x="5401871" y="228937"/>
                  </a:lnTo>
                  <a:lnTo>
                    <a:pt x="5401964" y="228937"/>
                  </a:lnTo>
                  <a:lnTo>
                    <a:pt x="5402057" y="228937"/>
                  </a:lnTo>
                  <a:lnTo>
                    <a:pt x="5402150" y="228937"/>
                  </a:lnTo>
                  <a:lnTo>
                    <a:pt x="5402244" y="228937"/>
                  </a:lnTo>
                  <a:lnTo>
                    <a:pt x="5402337" y="228937"/>
                  </a:lnTo>
                  <a:lnTo>
                    <a:pt x="5402430" y="228937"/>
                  </a:lnTo>
                  <a:lnTo>
                    <a:pt x="5402523" y="228937"/>
                  </a:lnTo>
                  <a:lnTo>
                    <a:pt x="5402617" y="228937"/>
                  </a:lnTo>
                  <a:lnTo>
                    <a:pt x="5402710" y="228937"/>
                  </a:lnTo>
                  <a:lnTo>
                    <a:pt x="5402803" y="228937"/>
                  </a:lnTo>
                  <a:lnTo>
                    <a:pt x="5402896" y="228937"/>
                  </a:lnTo>
                  <a:lnTo>
                    <a:pt x="5402990" y="228937"/>
                  </a:lnTo>
                  <a:lnTo>
                    <a:pt x="5403083" y="228937"/>
                  </a:lnTo>
                  <a:lnTo>
                    <a:pt x="5403176" y="228937"/>
                  </a:lnTo>
                  <a:lnTo>
                    <a:pt x="5403269" y="228937"/>
                  </a:lnTo>
                  <a:lnTo>
                    <a:pt x="5403363" y="228937"/>
                  </a:lnTo>
                  <a:lnTo>
                    <a:pt x="5403456" y="228937"/>
                  </a:lnTo>
                  <a:lnTo>
                    <a:pt x="5403549" y="228937"/>
                  </a:lnTo>
                  <a:lnTo>
                    <a:pt x="5403642" y="228937"/>
                  </a:lnTo>
                  <a:lnTo>
                    <a:pt x="5403736" y="228937"/>
                  </a:lnTo>
                  <a:lnTo>
                    <a:pt x="5403829" y="228937"/>
                  </a:lnTo>
                  <a:lnTo>
                    <a:pt x="5403922" y="228937"/>
                  </a:lnTo>
                  <a:lnTo>
                    <a:pt x="5404015" y="228937"/>
                  </a:lnTo>
                  <a:lnTo>
                    <a:pt x="5404109" y="228937"/>
                  </a:lnTo>
                  <a:lnTo>
                    <a:pt x="5404202" y="228937"/>
                  </a:lnTo>
                  <a:lnTo>
                    <a:pt x="5404295" y="228937"/>
                  </a:lnTo>
                  <a:lnTo>
                    <a:pt x="5404388" y="228937"/>
                  </a:lnTo>
                  <a:lnTo>
                    <a:pt x="5404482" y="228937"/>
                  </a:lnTo>
                  <a:lnTo>
                    <a:pt x="5404575" y="228937"/>
                  </a:lnTo>
                  <a:lnTo>
                    <a:pt x="5404668" y="228937"/>
                  </a:lnTo>
                  <a:lnTo>
                    <a:pt x="5404761" y="228937"/>
                  </a:lnTo>
                  <a:lnTo>
                    <a:pt x="5404854" y="228937"/>
                  </a:lnTo>
                  <a:lnTo>
                    <a:pt x="5404948" y="228937"/>
                  </a:lnTo>
                  <a:lnTo>
                    <a:pt x="5405041" y="228937"/>
                  </a:lnTo>
                  <a:lnTo>
                    <a:pt x="5405134" y="228937"/>
                  </a:lnTo>
                  <a:lnTo>
                    <a:pt x="5405227" y="228937"/>
                  </a:lnTo>
                  <a:lnTo>
                    <a:pt x="5405321" y="228937"/>
                  </a:lnTo>
                  <a:lnTo>
                    <a:pt x="5405414" y="228937"/>
                  </a:lnTo>
                  <a:lnTo>
                    <a:pt x="5405507" y="228937"/>
                  </a:lnTo>
                  <a:lnTo>
                    <a:pt x="5405600" y="228937"/>
                  </a:lnTo>
                  <a:lnTo>
                    <a:pt x="5405694" y="228937"/>
                  </a:lnTo>
                  <a:lnTo>
                    <a:pt x="5405787" y="228937"/>
                  </a:lnTo>
                  <a:lnTo>
                    <a:pt x="5405880" y="228937"/>
                  </a:lnTo>
                  <a:lnTo>
                    <a:pt x="5405973" y="228937"/>
                  </a:lnTo>
                  <a:lnTo>
                    <a:pt x="5406067" y="228937"/>
                  </a:lnTo>
                  <a:lnTo>
                    <a:pt x="5406160" y="228937"/>
                  </a:lnTo>
                  <a:lnTo>
                    <a:pt x="5406253" y="228937"/>
                  </a:lnTo>
                  <a:lnTo>
                    <a:pt x="5406346" y="228937"/>
                  </a:lnTo>
                  <a:lnTo>
                    <a:pt x="5406440" y="228937"/>
                  </a:lnTo>
                  <a:lnTo>
                    <a:pt x="5406533" y="228937"/>
                  </a:lnTo>
                  <a:lnTo>
                    <a:pt x="5406626" y="228937"/>
                  </a:lnTo>
                  <a:lnTo>
                    <a:pt x="5406719" y="228937"/>
                  </a:lnTo>
                  <a:lnTo>
                    <a:pt x="5406813" y="228937"/>
                  </a:lnTo>
                  <a:lnTo>
                    <a:pt x="5406906" y="228937"/>
                  </a:lnTo>
                  <a:lnTo>
                    <a:pt x="5406999" y="228937"/>
                  </a:lnTo>
                  <a:lnTo>
                    <a:pt x="5407092" y="228937"/>
                  </a:lnTo>
                  <a:lnTo>
                    <a:pt x="5407186" y="228937"/>
                  </a:lnTo>
                  <a:lnTo>
                    <a:pt x="5407279" y="228937"/>
                  </a:lnTo>
                  <a:lnTo>
                    <a:pt x="5407372" y="228937"/>
                  </a:lnTo>
                  <a:lnTo>
                    <a:pt x="5407465" y="228937"/>
                  </a:lnTo>
                  <a:lnTo>
                    <a:pt x="5407559" y="228937"/>
                  </a:lnTo>
                  <a:lnTo>
                    <a:pt x="5407652" y="228937"/>
                  </a:lnTo>
                  <a:lnTo>
                    <a:pt x="5407745" y="228937"/>
                  </a:lnTo>
                  <a:lnTo>
                    <a:pt x="5407838" y="228937"/>
                  </a:lnTo>
                  <a:lnTo>
                    <a:pt x="5407932" y="228937"/>
                  </a:lnTo>
                  <a:lnTo>
                    <a:pt x="5408025" y="228937"/>
                  </a:lnTo>
                  <a:lnTo>
                    <a:pt x="5408118" y="228937"/>
                  </a:lnTo>
                  <a:lnTo>
                    <a:pt x="5408211" y="228937"/>
                  </a:lnTo>
                  <a:lnTo>
                    <a:pt x="5408305" y="228937"/>
                  </a:lnTo>
                  <a:lnTo>
                    <a:pt x="5408398" y="228937"/>
                  </a:lnTo>
                  <a:lnTo>
                    <a:pt x="5408491" y="228937"/>
                  </a:lnTo>
                  <a:lnTo>
                    <a:pt x="5408584" y="228937"/>
                  </a:lnTo>
                  <a:lnTo>
                    <a:pt x="5408678" y="228937"/>
                  </a:lnTo>
                  <a:lnTo>
                    <a:pt x="5408771" y="228937"/>
                  </a:lnTo>
                  <a:lnTo>
                    <a:pt x="5408864" y="228937"/>
                  </a:lnTo>
                  <a:lnTo>
                    <a:pt x="5408957" y="228937"/>
                  </a:lnTo>
                  <a:lnTo>
                    <a:pt x="5409051" y="228937"/>
                  </a:lnTo>
                  <a:lnTo>
                    <a:pt x="5409144" y="228937"/>
                  </a:lnTo>
                  <a:lnTo>
                    <a:pt x="5409237" y="228937"/>
                  </a:lnTo>
                  <a:lnTo>
                    <a:pt x="5409330" y="228937"/>
                  </a:lnTo>
                  <a:lnTo>
                    <a:pt x="5409424" y="228937"/>
                  </a:lnTo>
                  <a:lnTo>
                    <a:pt x="5409517" y="228937"/>
                  </a:lnTo>
                  <a:lnTo>
                    <a:pt x="5409610" y="228937"/>
                  </a:lnTo>
                  <a:lnTo>
                    <a:pt x="5409703" y="228937"/>
                  </a:lnTo>
                  <a:lnTo>
                    <a:pt x="5409797" y="228937"/>
                  </a:lnTo>
                  <a:lnTo>
                    <a:pt x="5409890" y="228937"/>
                  </a:lnTo>
                  <a:lnTo>
                    <a:pt x="5409983" y="228937"/>
                  </a:lnTo>
                  <a:lnTo>
                    <a:pt x="5410076" y="228937"/>
                  </a:lnTo>
                  <a:lnTo>
                    <a:pt x="5410170" y="228937"/>
                  </a:lnTo>
                  <a:lnTo>
                    <a:pt x="5410263" y="228937"/>
                  </a:lnTo>
                  <a:lnTo>
                    <a:pt x="5410356" y="228937"/>
                  </a:lnTo>
                  <a:lnTo>
                    <a:pt x="5410449" y="228937"/>
                  </a:lnTo>
                  <a:lnTo>
                    <a:pt x="5410543" y="228937"/>
                  </a:lnTo>
                  <a:lnTo>
                    <a:pt x="5410636" y="228937"/>
                  </a:lnTo>
                  <a:lnTo>
                    <a:pt x="5410729" y="228937"/>
                  </a:lnTo>
                  <a:lnTo>
                    <a:pt x="5410822" y="228937"/>
                  </a:lnTo>
                  <a:lnTo>
                    <a:pt x="5410916" y="228937"/>
                  </a:lnTo>
                  <a:lnTo>
                    <a:pt x="5411009" y="228937"/>
                  </a:lnTo>
                  <a:lnTo>
                    <a:pt x="5411102" y="228937"/>
                  </a:lnTo>
                  <a:lnTo>
                    <a:pt x="5411195" y="228937"/>
                  </a:lnTo>
                  <a:lnTo>
                    <a:pt x="5411289" y="228937"/>
                  </a:lnTo>
                  <a:lnTo>
                    <a:pt x="5411382" y="228937"/>
                  </a:lnTo>
                  <a:lnTo>
                    <a:pt x="5411475" y="228937"/>
                  </a:lnTo>
                  <a:lnTo>
                    <a:pt x="5411568" y="228937"/>
                  </a:lnTo>
                  <a:lnTo>
                    <a:pt x="5411661" y="228937"/>
                  </a:lnTo>
                  <a:lnTo>
                    <a:pt x="5411755" y="228937"/>
                  </a:lnTo>
                  <a:lnTo>
                    <a:pt x="5411848" y="228937"/>
                  </a:lnTo>
                  <a:lnTo>
                    <a:pt x="5411941" y="228937"/>
                  </a:lnTo>
                  <a:lnTo>
                    <a:pt x="5412034" y="228937"/>
                  </a:lnTo>
                  <a:lnTo>
                    <a:pt x="5412128" y="228937"/>
                  </a:lnTo>
                  <a:lnTo>
                    <a:pt x="5412221" y="228937"/>
                  </a:lnTo>
                  <a:lnTo>
                    <a:pt x="5412314" y="228937"/>
                  </a:lnTo>
                  <a:lnTo>
                    <a:pt x="5412407" y="228937"/>
                  </a:lnTo>
                  <a:lnTo>
                    <a:pt x="5412501" y="228937"/>
                  </a:lnTo>
                  <a:lnTo>
                    <a:pt x="5412594" y="228937"/>
                  </a:lnTo>
                  <a:lnTo>
                    <a:pt x="5412687" y="228937"/>
                  </a:lnTo>
                  <a:lnTo>
                    <a:pt x="5412780" y="228937"/>
                  </a:lnTo>
                  <a:lnTo>
                    <a:pt x="5412874" y="228937"/>
                  </a:lnTo>
                  <a:lnTo>
                    <a:pt x="5412967" y="228937"/>
                  </a:lnTo>
                  <a:lnTo>
                    <a:pt x="5413060" y="228937"/>
                  </a:lnTo>
                  <a:lnTo>
                    <a:pt x="5413153" y="228937"/>
                  </a:lnTo>
                  <a:lnTo>
                    <a:pt x="5413247" y="228937"/>
                  </a:lnTo>
                  <a:lnTo>
                    <a:pt x="5413340" y="228937"/>
                  </a:lnTo>
                  <a:lnTo>
                    <a:pt x="5413433" y="228937"/>
                  </a:lnTo>
                  <a:lnTo>
                    <a:pt x="5413526" y="228937"/>
                  </a:lnTo>
                  <a:lnTo>
                    <a:pt x="5413620" y="228937"/>
                  </a:lnTo>
                  <a:lnTo>
                    <a:pt x="5413713" y="228937"/>
                  </a:lnTo>
                  <a:lnTo>
                    <a:pt x="5413806" y="228937"/>
                  </a:lnTo>
                  <a:lnTo>
                    <a:pt x="5413899" y="228937"/>
                  </a:lnTo>
                  <a:lnTo>
                    <a:pt x="5413993" y="228937"/>
                  </a:lnTo>
                  <a:lnTo>
                    <a:pt x="5414086" y="228937"/>
                  </a:lnTo>
                  <a:lnTo>
                    <a:pt x="5414179" y="228937"/>
                  </a:lnTo>
                  <a:lnTo>
                    <a:pt x="5414272" y="228937"/>
                  </a:lnTo>
                  <a:lnTo>
                    <a:pt x="5414366" y="228937"/>
                  </a:lnTo>
                  <a:lnTo>
                    <a:pt x="5414459" y="228937"/>
                  </a:lnTo>
                  <a:lnTo>
                    <a:pt x="5414552" y="228937"/>
                  </a:lnTo>
                  <a:lnTo>
                    <a:pt x="5414645" y="228937"/>
                  </a:lnTo>
                  <a:lnTo>
                    <a:pt x="5414739" y="228937"/>
                  </a:lnTo>
                  <a:lnTo>
                    <a:pt x="5414832" y="228937"/>
                  </a:lnTo>
                  <a:lnTo>
                    <a:pt x="5414925" y="228937"/>
                  </a:lnTo>
                  <a:lnTo>
                    <a:pt x="5415018" y="228937"/>
                  </a:lnTo>
                  <a:lnTo>
                    <a:pt x="5415112" y="228937"/>
                  </a:lnTo>
                  <a:lnTo>
                    <a:pt x="5415205" y="228937"/>
                  </a:lnTo>
                  <a:lnTo>
                    <a:pt x="5415298" y="228937"/>
                  </a:lnTo>
                  <a:lnTo>
                    <a:pt x="5415391" y="228937"/>
                  </a:lnTo>
                  <a:lnTo>
                    <a:pt x="5415485" y="228937"/>
                  </a:lnTo>
                  <a:lnTo>
                    <a:pt x="5415578" y="228937"/>
                  </a:lnTo>
                  <a:lnTo>
                    <a:pt x="5415671" y="228937"/>
                  </a:lnTo>
                  <a:lnTo>
                    <a:pt x="5415764" y="228937"/>
                  </a:lnTo>
                  <a:lnTo>
                    <a:pt x="5415858" y="228937"/>
                  </a:lnTo>
                  <a:lnTo>
                    <a:pt x="5415951" y="228937"/>
                  </a:lnTo>
                  <a:lnTo>
                    <a:pt x="5416044" y="228937"/>
                  </a:lnTo>
                  <a:lnTo>
                    <a:pt x="5416137" y="228937"/>
                  </a:lnTo>
                  <a:lnTo>
                    <a:pt x="5416231" y="228937"/>
                  </a:lnTo>
                  <a:lnTo>
                    <a:pt x="5416324" y="228937"/>
                  </a:lnTo>
                  <a:lnTo>
                    <a:pt x="5416417" y="228937"/>
                  </a:lnTo>
                  <a:lnTo>
                    <a:pt x="5416510" y="228937"/>
                  </a:lnTo>
                  <a:lnTo>
                    <a:pt x="5416604" y="228937"/>
                  </a:lnTo>
                  <a:lnTo>
                    <a:pt x="5416697" y="228937"/>
                  </a:lnTo>
                  <a:lnTo>
                    <a:pt x="5416790" y="228937"/>
                  </a:lnTo>
                  <a:lnTo>
                    <a:pt x="5416883" y="228937"/>
                  </a:lnTo>
                  <a:lnTo>
                    <a:pt x="5416977" y="228937"/>
                  </a:lnTo>
                  <a:lnTo>
                    <a:pt x="5417070" y="228937"/>
                  </a:lnTo>
                  <a:lnTo>
                    <a:pt x="5417163" y="228937"/>
                  </a:lnTo>
                  <a:lnTo>
                    <a:pt x="5417256" y="228937"/>
                  </a:lnTo>
                  <a:lnTo>
                    <a:pt x="5417350" y="228937"/>
                  </a:lnTo>
                  <a:lnTo>
                    <a:pt x="5417443" y="228937"/>
                  </a:lnTo>
                  <a:lnTo>
                    <a:pt x="5417536" y="228937"/>
                  </a:lnTo>
                  <a:lnTo>
                    <a:pt x="5417629" y="228937"/>
                  </a:lnTo>
                  <a:lnTo>
                    <a:pt x="5417723" y="228937"/>
                  </a:lnTo>
                  <a:lnTo>
                    <a:pt x="5417816" y="228937"/>
                  </a:lnTo>
                  <a:lnTo>
                    <a:pt x="5417909" y="228937"/>
                  </a:lnTo>
                  <a:lnTo>
                    <a:pt x="5418002" y="228937"/>
                  </a:lnTo>
                  <a:lnTo>
                    <a:pt x="5418096" y="228937"/>
                  </a:lnTo>
                  <a:lnTo>
                    <a:pt x="5418189" y="228937"/>
                  </a:lnTo>
                  <a:lnTo>
                    <a:pt x="5418282" y="228937"/>
                  </a:lnTo>
                  <a:lnTo>
                    <a:pt x="5418375" y="228937"/>
                  </a:lnTo>
                  <a:lnTo>
                    <a:pt x="5418468" y="228937"/>
                  </a:lnTo>
                  <a:lnTo>
                    <a:pt x="5418562" y="228937"/>
                  </a:lnTo>
                  <a:lnTo>
                    <a:pt x="5418655" y="228937"/>
                  </a:lnTo>
                  <a:lnTo>
                    <a:pt x="5418748" y="228937"/>
                  </a:lnTo>
                  <a:lnTo>
                    <a:pt x="5418841" y="228937"/>
                  </a:lnTo>
                  <a:lnTo>
                    <a:pt x="5418935" y="228937"/>
                  </a:lnTo>
                  <a:lnTo>
                    <a:pt x="5419028" y="228937"/>
                  </a:lnTo>
                  <a:lnTo>
                    <a:pt x="5419121" y="228937"/>
                  </a:lnTo>
                  <a:lnTo>
                    <a:pt x="5419214" y="228937"/>
                  </a:lnTo>
                  <a:lnTo>
                    <a:pt x="5419308" y="228937"/>
                  </a:lnTo>
                  <a:lnTo>
                    <a:pt x="5419401" y="228937"/>
                  </a:lnTo>
                  <a:lnTo>
                    <a:pt x="5419494" y="228937"/>
                  </a:lnTo>
                  <a:lnTo>
                    <a:pt x="5419587" y="228937"/>
                  </a:lnTo>
                  <a:lnTo>
                    <a:pt x="5419681" y="228937"/>
                  </a:lnTo>
                  <a:lnTo>
                    <a:pt x="5419774" y="228937"/>
                  </a:lnTo>
                  <a:lnTo>
                    <a:pt x="5419867" y="228937"/>
                  </a:lnTo>
                  <a:lnTo>
                    <a:pt x="5419960" y="228937"/>
                  </a:lnTo>
                  <a:lnTo>
                    <a:pt x="5420054" y="228937"/>
                  </a:lnTo>
                  <a:lnTo>
                    <a:pt x="5420147" y="228937"/>
                  </a:lnTo>
                  <a:lnTo>
                    <a:pt x="5420240" y="228937"/>
                  </a:lnTo>
                  <a:lnTo>
                    <a:pt x="5420333" y="228937"/>
                  </a:lnTo>
                  <a:lnTo>
                    <a:pt x="5420427" y="228937"/>
                  </a:lnTo>
                  <a:lnTo>
                    <a:pt x="5420520" y="228937"/>
                  </a:lnTo>
                  <a:lnTo>
                    <a:pt x="5420613" y="228937"/>
                  </a:lnTo>
                  <a:lnTo>
                    <a:pt x="5420706" y="228937"/>
                  </a:lnTo>
                  <a:lnTo>
                    <a:pt x="5420800" y="228937"/>
                  </a:lnTo>
                  <a:lnTo>
                    <a:pt x="5420893" y="228937"/>
                  </a:lnTo>
                  <a:lnTo>
                    <a:pt x="5420986" y="228937"/>
                  </a:lnTo>
                  <a:lnTo>
                    <a:pt x="5421079" y="228937"/>
                  </a:lnTo>
                  <a:lnTo>
                    <a:pt x="5421173" y="228937"/>
                  </a:lnTo>
                  <a:lnTo>
                    <a:pt x="5421266" y="228937"/>
                  </a:lnTo>
                  <a:lnTo>
                    <a:pt x="5421359" y="228937"/>
                  </a:lnTo>
                  <a:lnTo>
                    <a:pt x="5421452" y="228937"/>
                  </a:lnTo>
                  <a:lnTo>
                    <a:pt x="5421546" y="228937"/>
                  </a:lnTo>
                  <a:lnTo>
                    <a:pt x="5421639" y="228937"/>
                  </a:lnTo>
                  <a:lnTo>
                    <a:pt x="5421732" y="228937"/>
                  </a:lnTo>
                  <a:lnTo>
                    <a:pt x="5421825" y="228937"/>
                  </a:lnTo>
                  <a:lnTo>
                    <a:pt x="5421919" y="228937"/>
                  </a:lnTo>
                  <a:lnTo>
                    <a:pt x="5422012" y="228937"/>
                  </a:lnTo>
                  <a:lnTo>
                    <a:pt x="5422105" y="228937"/>
                  </a:lnTo>
                  <a:lnTo>
                    <a:pt x="5422198" y="228937"/>
                  </a:lnTo>
                  <a:lnTo>
                    <a:pt x="5422292" y="228937"/>
                  </a:lnTo>
                  <a:lnTo>
                    <a:pt x="5422385" y="228937"/>
                  </a:lnTo>
                  <a:lnTo>
                    <a:pt x="5422478" y="228937"/>
                  </a:lnTo>
                  <a:lnTo>
                    <a:pt x="5422571" y="228937"/>
                  </a:lnTo>
                  <a:lnTo>
                    <a:pt x="5422665" y="228937"/>
                  </a:lnTo>
                  <a:lnTo>
                    <a:pt x="5422758" y="228937"/>
                  </a:lnTo>
                  <a:lnTo>
                    <a:pt x="5422851" y="228937"/>
                  </a:lnTo>
                  <a:lnTo>
                    <a:pt x="5422944" y="228937"/>
                  </a:lnTo>
                  <a:lnTo>
                    <a:pt x="5423038" y="228937"/>
                  </a:lnTo>
                  <a:lnTo>
                    <a:pt x="5423131" y="228937"/>
                  </a:lnTo>
                  <a:lnTo>
                    <a:pt x="5423224" y="228937"/>
                  </a:lnTo>
                  <a:lnTo>
                    <a:pt x="5423317" y="228937"/>
                  </a:lnTo>
                  <a:lnTo>
                    <a:pt x="5423411" y="228937"/>
                  </a:lnTo>
                  <a:lnTo>
                    <a:pt x="5423504" y="228937"/>
                  </a:lnTo>
                  <a:lnTo>
                    <a:pt x="5423597" y="228937"/>
                  </a:lnTo>
                  <a:lnTo>
                    <a:pt x="5423690" y="228937"/>
                  </a:lnTo>
                  <a:lnTo>
                    <a:pt x="5423784" y="228937"/>
                  </a:lnTo>
                  <a:lnTo>
                    <a:pt x="5423877" y="228937"/>
                  </a:lnTo>
                  <a:lnTo>
                    <a:pt x="5423970" y="228937"/>
                  </a:lnTo>
                  <a:lnTo>
                    <a:pt x="5424063" y="228937"/>
                  </a:lnTo>
                  <a:lnTo>
                    <a:pt x="5424157" y="228937"/>
                  </a:lnTo>
                  <a:lnTo>
                    <a:pt x="5424250" y="228937"/>
                  </a:lnTo>
                  <a:lnTo>
                    <a:pt x="5424343" y="228937"/>
                  </a:lnTo>
                  <a:lnTo>
                    <a:pt x="5424436" y="228937"/>
                  </a:lnTo>
                  <a:lnTo>
                    <a:pt x="5424530" y="228937"/>
                  </a:lnTo>
                  <a:lnTo>
                    <a:pt x="5424623" y="228937"/>
                  </a:lnTo>
                  <a:lnTo>
                    <a:pt x="5424716" y="228937"/>
                  </a:lnTo>
                  <a:lnTo>
                    <a:pt x="5424809" y="228937"/>
                  </a:lnTo>
                  <a:lnTo>
                    <a:pt x="5424903" y="228937"/>
                  </a:lnTo>
                  <a:lnTo>
                    <a:pt x="5424996" y="228937"/>
                  </a:lnTo>
                  <a:lnTo>
                    <a:pt x="5425089" y="228937"/>
                  </a:lnTo>
                  <a:lnTo>
                    <a:pt x="5425182" y="228937"/>
                  </a:lnTo>
                  <a:lnTo>
                    <a:pt x="5425276" y="228937"/>
                  </a:lnTo>
                  <a:lnTo>
                    <a:pt x="5425369" y="228937"/>
                  </a:lnTo>
                  <a:lnTo>
                    <a:pt x="5425462" y="228937"/>
                  </a:lnTo>
                  <a:lnTo>
                    <a:pt x="5425555" y="228937"/>
                  </a:lnTo>
                  <a:lnTo>
                    <a:pt x="5425648" y="228937"/>
                  </a:lnTo>
                  <a:lnTo>
                    <a:pt x="5425742" y="228937"/>
                  </a:lnTo>
                  <a:lnTo>
                    <a:pt x="5425835" y="228937"/>
                  </a:lnTo>
                  <a:lnTo>
                    <a:pt x="5425928" y="228937"/>
                  </a:lnTo>
                  <a:lnTo>
                    <a:pt x="5426021" y="228937"/>
                  </a:lnTo>
                  <a:lnTo>
                    <a:pt x="5426115" y="228937"/>
                  </a:lnTo>
                  <a:lnTo>
                    <a:pt x="5426208" y="228937"/>
                  </a:lnTo>
                  <a:lnTo>
                    <a:pt x="5426301" y="228937"/>
                  </a:lnTo>
                  <a:lnTo>
                    <a:pt x="5426394" y="228937"/>
                  </a:lnTo>
                  <a:lnTo>
                    <a:pt x="5426488" y="228937"/>
                  </a:lnTo>
                  <a:lnTo>
                    <a:pt x="5426581" y="228937"/>
                  </a:lnTo>
                  <a:lnTo>
                    <a:pt x="5426674" y="228937"/>
                  </a:lnTo>
                  <a:lnTo>
                    <a:pt x="5426767" y="228937"/>
                  </a:lnTo>
                  <a:lnTo>
                    <a:pt x="5426861" y="228937"/>
                  </a:lnTo>
                  <a:lnTo>
                    <a:pt x="5426954" y="228937"/>
                  </a:lnTo>
                  <a:lnTo>
                    <a:pt x="5427047" y="228937"/>
                  </a:lnTo>
                  <a:lnTo>
                    <a:pt x="5427140" y="228937"/>
                  </a:lnTo>
                  <a:lnTo>
                    <a:pt x="5427234" y="228937"/>
                  </a:lnTo>
                  <a:lnTo>
                    <a:pt x="5427327" y="228937"/>
                  </a:lnTo>
                  <a:lnTo>
                    <a:pt x="5427420" y="228937"/>
                  </a:lnTo>
                  <a:lnTo>
                    <a:pt x="5427513" y="228937"/>
                  </a:lnTo>
                  <a:lnTo>
                    <a:pt x="5427607" y="228937"/>
                  </a:lnTo>
                  <a:lnTo>
                    <a:pt x="5427700" y="228937"/>
                  </a:lnTo>
                  <a:lnTo>
                    <a:pt x="5427793" y="228937"/>
                  </a:lnTo>
                  <a:lnTo>
                    <a:pt x="5427886" y="228937"/>
                  </a:lnTo>
                  <a:lnTo>
                    <a:pt x="5427980" y="228937"/>
                  </a:lnTo>
                  <a:lnTo>
                    <a:pt x="5428073" y="228937"/>
                  </a:lnTo>
                  <a:lnTo>
                    <a:pt x="5428166" y="228937"/>
                  </a:lnTo>
                  <a:lnTo>
                    <a:pt x="5428259" y="228937"/>
                  </a:lnTo>
                  <a:lnTo>
                    <a:pt x="5428353" y="228937"/>
                  </a:lnTo>
                  <a:lnTo>
                    <a:pt x="5428446" y="228937"/>
                  </a:lnTo>
                  <a:lnTo>
                    <a:pt x="5428539" y="228937"/>
                  </a:lnTo>
                  <a:lnTo>
                    <a:pt x="5428632" y="228937"/>
                  </a:lnTo>
                  <a:lnTo>
                    <a:pt x="5428726" y="228937"/>
                  </a:lnTo>
                  <a:lnTo>
                    <a:pt x="5428819" y="228937"/>
                  </a:lnTo>
                  <a:lnTo>
                    <a:pt x="5428912" y="228937"/>
                  </a:lnTo>
                  <a:lnTo>
                    <a:pt x="5429005" y="228937"/>
                  </a:lnTo>
                  <a:lnTo>
                    <a:pt x="5429099" y="228937"/>
                  </a:lnTo>
                  <a:lnTo>
                    <a:pt x="5429192" y="228937"/>
                  </a:lnTo>
                  <a:lnTo>
                    <a:pt x="5429285" y="228937"/>
                  </a:lnTo>
                  <a:lnTo>
                    <a:pt x="5429378" y="228937"/>
                  </a:lnTo>
                  <a:lnTo>
                    <a:pt x="5429472" y="228937"/>
                  </a:lnTo>
                  <a:lnTo>
                    <a:pt x="5429565" y="228937"/>
                  </a:lnTo>
                  <a:lnTo>
                    <a:pt x="5429658" y="228937"/>
                  </a:lnTo>
                  <a:lnTo>
                    <a:pt x="5429751" y="228937"/>
                  </a:lnTo>
                  <a:lnTo>
                    <a:pt x="5429845" y="228937"/>
                  </a:lnTo>
                  <a:lnTo>
                    <a:pt x="5429938" y="228937"/>
                  </a:lnTo>
                  <a:lnTo>
                    <a:pt x="5430031" y="228937"/>
                  </a:lnTo>
                  <a:lnTo>
                    <a:pt x="5430124" y="228937"/>
                  </a:lnTo>
                  <a:lnTo>
                    <a:pt x="5430218" y="228937"/>
                  </a:lnTo>
                  <a:lnTo>
                    <a:pt x="5430311" y="228937"/>
                  </a:lnTo>
                  <a:lnTo>
                    <a:pt x="5430404" y="228937"/>
                  </a:lnTo>
                  <a:lnTo>
                    <a:pt x="5430497" y="228937"/>
                  </a:lnTo>
                  <a:lnTo>
                    <a:pt x="5430591" y="228937"/>
                  </a:lnTo>
                  <a:lnTo>
                    <a:pt x="5430684" y="228937"/>
                  </a:lnTo>
                  <a:lnTo>
                    <a:pt x="5430777" y="228937"/>
                  </a:lnTo>
                  <a:lnTo>
                    <a:pt x="5430870" y="228937"/>
                  </a:lnTo>
                  <a:lnTo>
                    <a:pt x="5430964" y="228937"/>
                  </a:lnTo>
                  <a:lnTo>
                    <a:pt x="5431057" y="228937"/>
                  </a:lnTo>
                  <a:lnTo>
                    <a:pt x="5431150" y="228937"/>
                  </a:lnTo>
                  <a:lnTo>
                    <a:pt x="5431243" y="228937"/>
                  </a:lnTo>
                  <a:lnTo>
                    <a:pt x="5431337" y="228937"/>
                  </a:lnTo>
                  <a:lnTo>
                    <a:pt x="5431430" y="228937"/>
                  </a:lnTo>
                  <a:lnTo>
                    <a:pt x="5431523" y="228937"/>
                  </a:lnTo>
                  <a:lnTo>
                    <a:pt x="5431616" y="228937"/>
                  </a:lnTo>
                  <a:lnTo>
                    <a:pt x="5431710" y="228937"/>
                  </a:lnTo>
                  <a:lnTo>
                    <a:pt x="5431803" y="228937"/>
                  </a:lnTo>
                  <a:lnTo>
                    <a:pt x="5431896" y="228937"/>
                  </a:lnTo>
                  <a:lnTo>
                    <a:pt x="5431989" y="228937"/>
                  </a:lnTo>
                  <a:lnTo>
                    <a:pt x="5432083" y="228937"/>
                  </a:lnTo>
                  <a:lnTo>
                    <a:pt x="5432176" y="228937"/>
                  </a:lnTo>
                  <a:lnTo>
                    <a:pt x="5432269" y="228937"/>
                  </a:lnTo>
                  <a:lnTo>
                    <a:pt x="5432362" y="228937"/>
                  </a:lnTo>
                  <a:lnTo>
                    <a:pt x="5432455" y="228937"/>
                  </a:lnTo>
                  <a:lnTo>
                    <a:pt x="5432549" y="228937"/>
                  </a:lnTo>
                  <a:lnTo>
                    <a:pt x="5432642" y="228937"/>
                  </a:lnTo>
                  <a:lnTo>
                    <a:pt x="5432735" y="228937"/>
                  </a:lnTo>
                  <a:lnTo>
                    <a:pt x="5432828" y="228937"/>
                  </a:lnTo>
                  <a:lnTo>
                    <a:pt x="5432922" y="228937"/>
                  </a:lnTo>
                  <a:lnTo>
                    <a:pt x="5433015" y="228937"/>
                  </a:lnTo>
                  <a:lnTo>
                    <a:pt x="5433108" y="228937"/>
                  </a:lnTo>
                  <a:lnTo>
                    <a:pt x="5433201" y="228937"/>
                  </a:lnTo>
                  <a:lnTo>
                    <a:pt x="5433295" y="228937"/>
                  </a:lnTo>
                  <a:lnTo>
                    <a:pt x="5433388" y="228937"/>
                  </a:lnTo>
                  <a:lnTo>
                    <a:pt x="5433481" y="228937"/>
                  </a:lnTo>
                  <a:lnTo>
                    <a:pt x="5433574" y="228937"/>
                  </a:lnTo>
                  <a:lnTo>
                    <a:pt x="5433668" y="228937"/>
                  </a:lnTo>
                  <a:lnTo>
                    <a:pt x="5433761" y="228937"/>
                  </a:lnTo>
                  <a:lnTo>
                    <a:pt x="5433854" y="228937"/>
                  </a:lnTo>
                  <a:lnTo>
                    <a:pt x="5433947" y="228937"/>
                  </a:lnTo>
                  <a:lnTo>
                    <a:pt x="5434041" y="228937"/>
                  </a:lnTo>
                  <a:lnTo>
                    <a:pt x="5434134" y="228937"/>
                  </a:lnTo>
                  <a:lnTo>
                    <a:pt x="5434227" y="228937"/>
                  </a:lnTo>
                  <a:lnTo>
                    <a:pt x="5434320" y="228937"/>
                  </a:lnTo>
                  <a:lnTo>
                    <a:pt x="5434414" y="228937"/>
                  </a:lnTo>
                  <a:lnTo>
                    <a:pt x="5434507" y="228937"/>
                  </a:lnTo>
                  <a:lnTo>
                    <a:pt x="5434600" y="228937"/>
                  </a:lnTo>
                  <a:lnTo>
                    <a:pt x="5434693" y="228937"/>
                  </a:lnTo>
                  <a:lnTo>
                    <a:pt x="5434787" y="228937"/>
                  </a:lnTo>
                  <a:lnTo>
                    <a:pt x="5434880" y="228937"/>
                  </a:lnTo>
                  <a:lnTo>
                    <a:pt x="5434973" y="228937"/>
                  </a:lnTo>
                  <a:lnTo>
                    <a:pt x="5435066" y="228937"/>
                  </a:lnTo>
                  <a:lnTo>
                    <a:pt x="5435160" y="228937"/>
                  </a:lnTo>
                  <a:lnTo>
                    <a:pt x="5435253" y="228937"/>
                  </a:lnTo>
                  <a:lnTo>
                    <a:pt x="5435346" y="228937"/>
                  </a:lnTo>
                  <a:lnTo>
                    <a:pt x="5435439" y="228937"/>
                  </a:lnTo>
                  <a:lnTo>
                    <a:pt x="5435533" y="228937"/>
                  </a:lnTo>
                  <a:lnTo>
                    <a:pt x="5435626" y="228937"/>
                  </a:lnTo>
                  <a:lnTo>
                    <a:pt x="5435719" y="228937"/>
                  </a:lnTo>
                  <a:lnTo>
                    <a:pt x="5435812" y="228937"/>
                  </a:lnTo>
                  <a:lnTo>
                    <a:pt x="5435906" y="228937"/>
                  </a:lnTo>
                  <a:lnTo>
                    <a:pt x="5435999" y="228937"/>
                  </a:lnTo>
                  <a:lnTo>
                    <a:pt x="5436092" y="228937"/>
                  </a:lnTo>
                  <a:lnTo>
                    <a:pt x="5436185" y="228937"/>
                  </a:lnTo>
                  <a:lnTo>
                    <a:pt x="5436279" y="228937"/>
                  </a:lnTo>
                  <a:lnTo>
                    <a:pt x="5436372" y="228937"/>
                  </a:lnTo>
                  <a:lnTo>
                    <a:pt x="5436465" y="228937"/>
                  </a:lnTo>
                  <a:lnTo>
                    <a:pt x="5436558" y="228937"/>
                  </a:lnTo>
                  <a:lnTo>
                    <a:pt x="5436652" y="228937"/>
                  </a:lnTo>
                  <a:lnTo>
                    <a:pt x="5436745" y="228937"/>
                  </a:lnTo>
                  <a:lnTo>
                    <a:pt x="5436838" y="228937"/>
                  </a:lnTo>
                  <a:lnTo>
                    <a:pt x="5436931" y="228937"/>
                  </a:lnTo>
                  <a:lnTo>
                    <a:pt x="5437025" y="228937"/>
                  </a:lnTo>
                  <a:lnTo>
                    <a:pt x="5437118" y="228937"/>
                  </a:lnTo>
                  <a:lnTo>
                    <a:pt x="5437211" y="228937"/>
                  </a:lnTo>
                  <a:lnTo>
                    <a:pt x="5437304" y="228937"/>
                  </a:lnTo>
                  <a:lnTo>
                    <a:pt x="5437398" y="228937"/>
                  </a:lnTo>
                  <a:lnTo>
                    <a:pt x="5437491" y="228937"/>
                  </a:lnTo>
                  <a:lnTo>
                    <a:pt x="5437584" y="228937"/>
                  </a:lnTo>
                  <a:lnTo>
                    <a:pt x="5437677" y="228937"/>
                  </a:lnTo>
                  <a:lnTo>
                    <a:pt x="5437771" y="228937"/>
                  </a:lnTo>
                  <a:lnTo>
                    <a:pt x="5437864" y="228937"/>
                  </a:lnTo>
                  <a:lnTo>
                    <a:pt x="5437957" y="228937"/>
                  </a:lnTo>
                  <a:lnTo>
                    <a:pt x="5438050" y="228937"/>
                  </a:lnTo>
                  <a:lnTo>
                    <a:pt x="5438144" y="228937"/>
                  </a:lnTo>
                  <a:lnTo>
                    <a:pt x="5438237" y="228937"/>
                  </a:lnTo>
                  <a:lnTo>
                    <a:pt x="5438330" y="228937"/>
                  </a:lnTo>
                  <a:lnTo>
                    <a:pt x="5438423" y="228937"/>
                  </a:lnTo>
                  <a:lnTo>
                    <a:pt x="5438517" y="228937"/>
                  </a:lnTo>
                  <a:lnTo>
                    <a:pt x="5438610" y="228937"/>
                  </a:lnTo>
                  <a:lnTo>
                    <a:pt x="5438703" y="228937"/>
                  </a:lnTo>
                  <a:lnTo>
                    <a:pt x="5438796" y="228937"/>
                  </a:lnTo>
                  <a:lnTo>
                    <a:pt x="5438890" y="228937"/>
                  </a:lnTo>
                  <a:lnTo>
                    <a:pt x="5438983" y="228937"/>
                  </a:lnTo>
                  <a:lnTo>
                    <a:pt x="5439076" y="228937"/>
                  </a:lnTo>
                  <a:lnTo>
                    <a:pt x="5439169" y="228937"/>
                  </a:lnTo>
                  <a:lnTo>
                    <a:pt x="5439262" y="228937"/>
                  </a:lnTo>
                  <a:lnTo>
                    <a:pt x="5439356" y="228937"/>
                  </a:lnTo>
                  <a:lnTo>
                    <a:pt x="5439449" y="228937"/>
                  </a:lnTo>
                  <a:lnTo>
                    <a:pt x="5439542" y="228937"/>
                  </a:lnTo>
                  <a:lnTo>
                    <a:pt x="5439635" y="228937"/>
                  </a:lnTo>
                  <a:lnTo>
                    <a:pt x="5439729" y="228937"/>
                  </a:lnTo>
                  <a:lnTo>
                    <a:pt x="5439822" y="228937"/>
                  </a:lnTo>
                  <a:lnTo>
                    <a:pt x="5439915" y="228937"/>
                  </a:lnTo>
                  <a:lnTo>
                    <a:pt x="5440008" y="228937"/>
                  </a:lnTo>
                  <a:lnTo>
                    <a:pt x="5440102" y="228937"/>
                  </a:lnTo>
                  <a:lnTo>
                    <a:pt x="5440195" y="228937"/>
                  </a:lnTo>
                  <a:lnTo>
                    <a:pt x="5440288" y="228937"/>
                  </a:lnTo>
                  <a:lnTo>
                    <a:pt x="5440381" y="228937"/>
                  </a:lnTo>
                  <a:lnTo>
                    <a:pt x="5440475" y="228937"/>
                  </a:lnTo>
                  <a:lnTo>
                    <a:pt x="5440568" y="228937"/>
                  </a:lnTo>
                  <a:lnTo>
                    <a:pt x="5440661" y="228937"/>
                  </a:lnTo>
                  <a:lnTo>
                    <a:pt x="5440754" y="228937"/>
                  </a:lnTo>
                  <a:lnTo>
                    <a:pt x="5440848" y="228937"/>
                  </a:lnTo>
                  <a:lnTo>
                    <a:pt x="5440941" y="228937"/>
                  </a:lnTo>
                  <a:lnTo>
                    <a:pt x="5441034" y="228937"/>
                  </a:lnTo>
                  <a:lnTo>
                    <a:pt x="5441127" y="228937"/>
                  </a:lnTo>
                  <a:lnTo>
                    <a:pt x="5441221" y="228937"/>
                  </a:lnTo>
                  <a:lnTo>
                    <a:pt x="5441314" y="228937"/>
                  </a:lnTo>
                  <a:lnTo>
                    <a:pt x="5441407" y="228937"/>
                  </a:lnTo>
                  <a:lnTo>
                    <a:pt x="5441500" y="228937"/>
                  </a:lnTo>
                  <a:lnTo>
                    <a:pt x="5441594" y="228937"/>
                  </a:lnTo>
                  <a:lnTo>
                    <a:pt x="5441687" y="228937"/>
                  </a:lnTo>
                  <a:lnTo>
                    <a:pt x="5441780" y="228937"/>
                  </a:lnTo>
                  <a:lnTo>
                    <a:pt x="5441873" y="228937"/>
                  </a:lnTo>
                  <a:lnTo>
                    <a:pt x="5441967" y="228937"/>
                  </a:lnTo>
                  <a:lnTo>
                    <a:pt x="5442060" y="228937"/>
                  </a:lnTo>
                  <a:lnTo>
                    <a:pt x="5442153" y="228937"/>
                  </a:lnTo>
                  <a:lnTo>
                    <a:pt x="5442246" y="228937"/>
                  </a:lnTo>
                  <a:lnTo>
                    <a:pt x="5442340" y="228937"/>
                  </a:lnTo>
                  <a:lnTo>
                    <a:pt x="5442433" y="228937"/>
                  </a:lnTo>
                  <a:lnTo>
                    <a:pt x="5442526" y="228937"/>
                  </a:lnTo>
                  <a:lnTo>
                    <a:pt x="5442619" y="228937"/>
                  </a:lnTo>
                  <a:lnTo>
                    <a:pt x="5442713" y="228937"/>
                  </a:lnTo>
                  <a:lnTo>
                    <a:pt x="5442806" y="228937"/>
                  </a:lnTo>
                  <a:lnTo>
                    <a:pt x="5442899" y="228937"/>
                  </a:lnTo>
                  <a:lnTo>
                    <a:pt x="5442992" y="228937"/>
                  </a:lnTo>
                  <a:lnTo>
                    <a:pt x="5443086" y="228937"/>
                  </a:lnTo>
                  <a:lnTo>
                    <a:pt x="5443179" y="228937"/>
                  </a:lnTo>
                  <a:lnTo>
                    <a:pt x="5443272" y="228937"/>
                  </a:lnTo>
                  <a:lnTo>
                    <a:pt x="5443365" y="228937"/>
                  </a:lnTo>
                  <a:lnTo>
                    <a:pt x="5443459" y="228937"/>
                  </a:lnTo>
                  <a:lnTo>
                    <a:pt x="5443552" y="228937"/>
                  </a:lnTo>
                  <a:lnTo>
                    <a:pt x="5443645" y="228937"/>
                  </a:lnTo>
                  <a:lnTo>
                    <a:pt x="5443738" y="228937"/>
                  </a:lnTo>
                  <a:lnTo>
                    <a:pt x="5443832" y="228937"/>
                  </a:lnTo>
                  <a:lnTo>
                    <a:pt x="5443925" y="228937"/>
                  </a:lnTo>
                  <a:lnTo>
                    <a:pt x="5444018" y="228937"/>
                  </a:lnTo>
                  <a:lnTo>
                    <a:pt x="5444111" y="228937"/>
                  </a:lnTo>
                  <a:lnTo>
                    <a:pt x="5444205" y="228937"/>
                  </a:lnTo>
                  <a:lnTo>
                    <a:pt x="5444298" y="228937"/>
                  </a:lnTo>
                  <a:lnTo>
                    <a:pt x="5444391" y="228937"/>
                  </a:lnTo>
                  <a:lnTo>
                    <a:pt x="5444484" y="228937"/>
                  </a:lnTo>
                  <a:lnTo>
                    <a:pt x="5444578" y="228937"/>
                  </a:lnTo>
                  <a:lnTo>
                    <a:pt x="5444671" y="228937"/>
                  </a:lnTo>
                  <a:lnTo>
                    <a:pt x="5444764" y="228937"/>
                  </a:lnTo>
                  <a:lnTo>
                    <a:pt x="5444857" y="228937"/>
                  </a:lnTo>
                  <a:lnTo>
                    <a:pt x="5444951" y="228937"/>
                  </a:lnTo>
                  <a:lnTo>
                    <a:pt x="5445044" y="228937"/>
                  </a:lnTo>
                  <a:lnTo>
                    <a:pt x="5445137" y="228937"/>
                  </a:lnTo>
                  <a:lnTo>
                    <a:pt x="5445230" y="228937"/>
                  </a:lnTo>
                  <a:lnTo>
                    <a:pt x="5445324" y="228937"/>
                  </a:lnTo>
                  <a:lnTo>
                    <a:pt x="5445417" y="228937"/>
                  </a:lnTo>
                  <a:lnTo>
                    <a:pt x="5445510" y="228937"/>
                  </a:lnTo>
                  <a:lnTo>
                    <a:pt x="5445603" y="228937"/>
                  </a:lnTo>
                  <a:lnTo>
                    <a:pt x="5445697" y="228937"/>
                  </a:lnTo>
                  <a:lnTo>
                    <a:pt x="5445790" y="228937"/>
                  </a:lnTo>
                  <a:lnTo>
                    <a:pt x="5445883" y="228937"/>
                  </a:lnTo>
                  <a:lnTo>
                    <a:pt x="5445976" y="228937"/>
                  </a:lnTo>
                  <a:lnTo>
                    <a:pt x="5446070" y="228937"/>
                  </a:lnTo>
                  <a:lnTo>
                    <a:pt x="5446163" y="228937"/>
                  </a:lnTo>
                  <a:lnTo>
                    <a:pt x="5446256" y="228937"/>
                  </a:lnTo>
                  <a:lnTo>
                    <a:pt x="5446349" y="228937"/>
                  </a:lnTo>
                  <a:lnTo>
                    <a:pt x="5446442" y="228937"/>
                  </a:lnTo>
                  <a:lnTo>
                    <a:pt x="5446536" y="228937"/>
                  </a:lnTo>
                  <a:lnTo>
                    <a:pt x="5446629" y="228937"/>
                  </a:lnTo>
                  <a:lnTo>
                    <a:pt x="5446722" y="228937"/>
                  </a:lnTo>
                  <a:lnTo>
                    <a:pt x="5446815" y="228937"/>
                  </a:lnTo>
                  <a:lnTo>
                    <a:pt x="5446909" y="228937"/>
                  </a:lnTo>
                  <a:lnTo>
                    <a:pt x="5447002" y="228937"/>
                  </a:lnTo>
                  <a:lnTo>
                    <a:pt x="5447095" y="228937"/>
                  </a:lnTo>
                  <a:lnTo>
                    <a:pt x="5447188" y="228937"/>
                  </a:lnTo>
                  <a:lnTo>
                    <a:pt x="5447282" y="228937"/>
                  </a:lnTo>
                  <a:lnTo>
                    <a:pt x="5447375" y="228937"/>
                  </a:lnTo>
                  <a:lnTo>
                    <a:pt x="5447468" y="228937"/>
                  </a:lnTo>
                  <a:lnTo>
                    <a:pt x="5447561" y="228937"/>
                  </a:lnTo>
                  <a:lnTo>
                    <a:pt x="5447655" y="228937"/>
                  </a:lnTo>
                  <a:lnTo>
                    <a:pt x="5447748" y="228937"/>
                  </a:lnTo>
                  <a:lnTo>
                    <a:pt x="5447841" y="228937"/>
                  </a:lnTo>
                  <a:lnTo>
                    <a:pt x="5447934" y="228937"/>
                  </a:lnTo>
                  <a:lnTo>
                    <a:pt x="5448028" y="228937"/>
                  </a:lnTo>
                  <a:lnTo>
                    <a:pt x="5448121" y="228937"/>
                  </a:lnTo>
                  <a:lnTo>
                    <a:pt x="5448214" y="228937"/>
                  </a:lnTo>
                  <a:lnTo>
                    <a:pt x="5448307" y="228937"/>
                  </a:lnTo>
                  <a:lnTo>
                    <a:pt x="5448401" y="228937"/>
                  </a:lnTo>
                  <a:lnTo>
                    <a:pt x="5448494" y="228937"/>
                  </a:lnTo>
                  <a:lnTo>
                    <a:pt x="5448587" y="228937"/>
                  </a:lnTo>
                  <a:lnTo>
                    <a:pt x="5448680" y="228937"/>
                  </a:lnTo>
                  <a:lnTo>
                    <a:pt x="5448774" y="228937"/>
                  </a:lnTo>
                  <a:lnTo>
                    <a:pt x="5448867" y="228937"/>
                  </a:lnTo>
                  <a:lnTo>
                    <a:pt x="5448960" y="228937"/>
                  </a:lnTo>
                  <a:lnTo>
                    <a:pt x="5449053" y="228937"/>
                  </a:lnTo>
                  <a:lnTo>
                    <a:pt x="5449147" y="228937"/>
                  </a:lnTo>
                  <a:lnTo>
                    <a:pt x="5449240" y="228937"/>
                  </a:lnTo>
                  <a:lnTo>
                    <a:pt x="5449333" y="228937"/>
                  </a:lnTo>
                  <a:lnTo>
                    <a:pt x="5449426" y="228937"/>
                  </a:lnTo>
                  <a:lnTo>
                    <a:pt x="5449520" y="228937"/>
                  </a:lnTo>
                  <a:lnTo>
                    <a:pt x="5449613" y="228937"/>
                  </a:lnTo>
                  <a:lnTo>
                    <a:pt x="5449706" y="228937"/>
                  </a:lnTo>
                  <a:lnTo>
                    <a:pt x="5449799" y="228937"/>
                  </a:lnTo>
                  <a:lnTo>
                    <a:pt x="5449893" y="228937"/>
                  </a:lnTo>
                  <a:lnTo>
                    <a:pt x="5449986" y="228937"/>
                  </a:lnTo>
                  <a:lnTo>
                    <a:pt x="5450079" y="228937"/>
                  </a:lnTo>
                  <a:lnTo>
                    <a:pt x="5450172" y="228937"/>
                  </a:lnTo>
                  <a:lnTo>
                    <a:pt x="5450266" y="228937"/>
                  </a:lnTo>
                  <a:lnTo>
                    <a:pt x="5450359" y="228937"/>
                  </a:lnTo>
                  <a:lnTo>
                    <a:pt x="5450452" y="228937"/>
                  </a:lnTo>
                  <a:lnTo>
                    <a:pt x="5450545" y="228937"/>
                  </a:lnTo>
                  <a:lnTo>
                    <a:pt x="5450639" y="228937"/>
                  </a:lnTo>
                  <a:lnTo>
                    <a:pt x="5450732" y="228937"/>
                  </a:lnTo>
                  <a:lnTo>
                    <a:pt x="5450825" y="228937"/>
                  </a:lnTo>
                  <a:lnTo>
                    <a:pt x="5450918" y="228937"/>
                  </a:lnTo>
                  <a:lnTo>
                    <a:pt x="5451012" y="228937"/>
                  </a:lnTo>
                  <a:lnTo>
                    <a:pt x="5451105" y="228937"/>
                  </a:lnTo>
                  <a:lnTo>
                    <a:pt x="5451198" y="228937"/>
                  </a:lnTo>
                  <a:lnTo>
                    <a:pt x="5451291" y="228937"/>
                  </a:lnTo>
                  <a:lnTo>
                    <a:pt x="5451385" y="228937"/>
                  </a:lnTo>
                  <a:lnTo>
                    <a:pt x="5451478" y="228937"/>
                  </a:lnTo>
                  <a:lnTo>
                    <a:pt x="5451571" y="228937"/>
                  </a:lnTo>
                  <a:lnTo>
                    <a:pt x="5451664" y="228937"/>
                  </a:lnTo>
                  <a:lnTo>
                    <a:pt x="5451758" y="228937"/>
                  </a:lnTo>
                  <a:lnTo>
                    <a:pt x="5451851" y="228937"/>
                  </a:lnTo>
                  <a:lnTo>
                    <a:pt x="5451944" y="228937"/>
                  </a:lnTo>
                  <a:lnTo>
                    <a:pt x="5452037" y="228937"/>
                  </a:lnTo>
                  <a:lnTo>
                    <a:pt x="5452131" y="228937"/>
                  </a:lnTo>
                  <a:lnTo>
                    <a:pt x="5452224" y="228937"/>
                  </a:lnTo>
                  <a:lnTo>
                    <a:pt x="5452317" y="228937"/>
                  </a:lnTo>
                  <a:lnTo>
                    <a:pt x="5452410" y="228937"/>
                  </a:lnTo>
                  <a:lnTo>
                    <a:pt x="5452504" y="228937"/>
                  </a:lnTo>
                  <a:lnTo>
                    <a:pt x="5452597" y="228937"/>
                  </a:lnTo>
                  <a:lnTo>
                    <a:pt x="5452690" y="228937"/>
                  </a:lnTo>
                  <a:lnTo>
                    <a:pt x="5452783" y="228937"/>
                  </a:lnTo>
                  <a:lnTo>
                    <a:pt x="5452877" y="228937"/>
                  </a:lnTo>
                  <a:lnTo>
                    <a:pt x="5452970" y="228937"/>
                  </a:lnTo>
                  <a:lnTo>
                    <a:pt x="5453063" y="228937"/>
                  </a:lnTo>
                  <a:lnTo>
                    <a:pt x="5453156" y="228937"/>
                  </a:lnTo>
                  <a:lnTo>
                    <a:pt x="5453249" y="228937"/>
                  </a:lnTo>
                  <a:lnTo>
                    <a:pt x="5453343" y="228937"/>
                  </a:lnTo>
                  <a:lnTo>
                    <a:pt x="5453436" y="228937"/>
                  </a:lnTo>
                  <a:lnTo>
                    <a:pt x="5453529" y="228937"/>
                  </a:lnTo>
                  <a:lnTo>
                    <a:pt x="5453622" y="228937"/>
                  </a:lnTo>
                  <a:lnTo>
                    <a:pt x="5453716" y="228937"/>
                  </a:lnTo>
                  <a:lnTo>
                    <a:pt x="5453809" y="228937"/>
                  </a:lnTo>
                  <a:lnTo>
                    <a:pt x="5453902" y="228937"/>
                  </a:lnTo>
                  <a:lnTo>
                    <a:pt x="5453995" y="228937"/>
                  </a:lnTo>
                  <a:lnTo>
                    <a:pt x="5454089" y="228937"/>
                  </a:lnTo>
                  <a:lnTo>
                    <a:pt x="5454182" y="228937"/>
                  </a:lnTo>
                  <a:lnTo>
                    <a:pt x="5454275" y="228937"/>
                  </a:lnTo>
                  <a:lnTo>
                    <a:pt x="5454368" y="228937"/>
                  </a:lnTo>
                  <a:lnTo>
                    <a:pt x="5454462" y="228937"/>
                  </a:lnTo>
                  <a:lnTo>
                    <a:pt x="5454555" y="228937"/>
                  </a:lnTo>
                  <a:lnTo>
                    <a:pt x="5454648" y="228937"/>
                  </a:lnTo>
                  <a:lnTo>
                    <a:pt x="5454741" y="228937"/>
                  </a:lnTo>
                  <a:lnTo>
                    <a:pt x="5454835" y="228937"/>
                  </a:lnTo>
                  <a:lnTo>
                    <a:pt x="5454928" y="228937"/>
                  </a:lnTo>
                  <a:lnTo>
                    <a:pt x="5455021" y="228937"/>
                  </a:lnTo>
                  <a:lnTo>
                    <a:pt x="5455114" y="228937"/>
                  </a:lnTo>
                  <a:lnTo>
                    <a:pt x="5455208" y="228937"/>
                  </a:lnTo>
                  <a:lnTo>
                    <a:pt x="5455301" y="228937"/>
                  </a:lnTo>
                  <a:lnTo>
                    <a:pt x="5455394" y="228937"/>
                  </a:lnTo>
                  <a:lnTo>
                    <a:pt x="5455487" y="228937"/>
                  </a:lnTo>
                  <a:lnTo>
                    <a:pt x="5455581" y="228937"/>
                  </a:lnTo>
                  <a:lnTo>
                    <a:pt x="5455674" y="228937"/>
                  </a:lnTo>
                  <a:lnTo>
                    <a:pt x="5455767" y="228937"/>
                  </a:lnTo>
                  <a:lnTo>
                    <a:pt x="5455860" y="228937"/>
                  </a:lnTo>
                  <a:lnTo>
                    <a:pt x="5455954" y="228937"/>
                  </a:lnTo>
                  <a:lnTo>
                    <a:pt x="5456047" y="228937"/>
                  </a:lnTo>
                  <a:lnTo>
                    <a:pt x="5456140" y="228937"/>
                  </a:lnTo>
                  <a:lnTo>
                    <a:pt x="5456233" y="228937"/>
                  </a:lnTo>
                  <a:lnTo>
                    <a:pt x="5456327" y="228937"/>
                  </a:lnTo>
                  <a:lnTo>
                    <a:pt x="5456420" y="228937"/>
                  </a:lnTo>
                  <a:lnTo>
                    <a:pt x="5456513" y="228937"/>
                  </a:lnTo>
                  <a:lnTo>
                    <a:pt x="5456606" y="228937"/>
                  </a:lnTo>
                  <a:lnTo>
                    <a:pt x="5456700" y="228937"/>
                  </a:lnTo>
                  <a:lnTo>
                    <a:pt x="5456793" y="228937"/>
                  </a:lnTo>
                  <a:lnTo>
                    <a:pt x="5456886" y="228937"/>
                  </a:lnTo>
                  <a:lnTo>
                    <a:pt x="5456979" y="228937"/>
                  </a:lnTo>
                  <a:lnTo>
                    <a:pt x="5457073" y="228937"/>
                  </a:lnTo>
                  <a:lnTo>
                    <a:pt x="5457166" y="228937"/>
                  </a:lnTo>
                  <a:lnTo>
                    <a:pt x="5457259" y="228937"/>
                  </a:lnTo>
                  <a:lnTo>
                    <a:pt x="5457352" y="228937"/>
                  </a:lnTo>
                  <a:lnTo>
                    <a:pt x="5457446" y="228937"/>
                  </a:lnTo>
                  <a:lnTo>
                    <a:pt x="5457539" y="228937"/>
                  </a:lnTo>
                  <a:lnTo>
                    <a:pt x="5457632" y="228937"/>
                  </a:lnTo>
                  <a:lnTo>
                    <a:pt x="5457725" y="228937"/>
                  </a:lnTo>
                  <a:lnTo>
                    <a:pt x="5457819" y="228937"/>
                  </a:lnTo>
                  <a:lnTo>
                    <a:pt x="5457912" y="228937"/>
                  </a:lnTo>
                  <a:lnTo>
                    <a:pt x="5458005" y="228937"/>
                  </a:lnTo>
                  <a:lnTo>
                    <a:pt x="5458098" y="228937"/>
                  </a:lnTo>
                  <a:lnTo>
                    <a:pt x="5458192" y="228937"/>
                  </a:lnTo>
                  <a:lnTo>
                    <a:pt x="5458285" y="228937"/>
                  </a:lnTo>
                  <a:lnTo>
                    <a:pt x="5458378" y="228937"/>
                  </a:lnTo>
                  <a:lnTo>
                    <a:pt x="5458471" y="228937"/>
                  </a:lnTo>
                  <a:lnTo>
                    <a:pt x="5458565" y="228937"/>
                  </a:lnTo>
                  <a:lnTo>
                    <a:pt x="5458658" y="228937"/>
                  </a:lnTo>
                  <a:lnTo>
                    <a:pt x="5458751" y="228937"/>
                  </a:lnTo>
                  <a:lnTo>
                    <a:pt x="5458844" y="228937"/>
                  </a:lnTo>
                  <a:lnTo>
                    <a:pt x="5458938" y="228937"/>
                  </a:lnTo>
                  <a:lnTo>
                    <a:pt x="5459031" y="228937"/>
                  </a:lnTo>
                  <a:lnTo>
                    <a:pt x="5459124" y="228937"/>
                  </a:lnTo>
                  <a:lnTo>
                    <a:pt x="5459217" y="228937"/>
                  </a:lnTo>
                  <a:lnTo>
                    <a:pt x="5459311" y="228937"/>
                  </a:lnTo>
                  <a:lnTo>
                    <a:pt x="5459404" y="228937"/>
                  </a:lnTo>
                  <a:lnTo>
                    <a:pt x="5459497" y="228937"/>
                  </a:lnTo>
                  <a:lnTo>
                    <a:pt x="5459590" y="228937"/>
                  </a:lnTo>
                  <a:lnTo>
                    <a:pt x="5459684" y="228937"/>
                  </a:lnTo>
                  <a:lnTo>
                    <a:pt x="5459777" y="228937"/>
                  </a:lnTo>
                  <a:lnTo>
                    <a:pt x="5459870" y="228937"/>
                  </a:lnTo>
                  <a:lnTo>
                    <a:pt x="5459963" y="228937"/>
                  </a:lnTo>
                  <a:lnTo>
                    <a:pt x="5460056" y="228937"/>
                  </a:lnTo>
                  <a:lnTo>
                    <a:pt x="5460150" y="228937"/>
                  </a:lnTo>
                  <a:lnTo>
                    <a:pt x="5460243" y="228937"/>
                  </a:lnTo>
                  <a:lnTo>
                    <a:pt x="5460336" y="228937"/>
                  </a:lnTo>
                  <a:lnTo>
                    <a:pt x="5460429" y="228937"/>
                  </a:lnTo>
                  <a:lnTo>
                    <a:pt x="5460523" y="228937"/>
                  </a:lnTo>
                  <a:lnTo>
                    <a:pt x="5460616" y="228937"/>
                  </a:lnTo>
                  <a:lnTo>
                    <a:pt x="5460709" y="228937"/>
                  </a:lnTo>
                  <a:lnTo>
                    <a:pt x="5460802" y="228937"/>
                  </a:lnTo>
                  <a:lnTo>
                    <a:pt x="5460896" y="228937"/>
                  </a:lnTo>
                  <a:lnTo>
                    <a:pt x="5460989" y="228937"/>
                  </a:lnTo>
                  <a:lnTo>
                    <a:pt x="5461082" y="228937"/>
                  </a:lnTo>
                  <a:lnTo>
                    <a:pt x="5461175" y="228937"/>
                  </a:lnTo>
                  <a:lnTo>
                    <a:pt x="5461269" y="228937"/>
                  </a:lnTo>
                  <a:lnTo>
                    <a:pt x="5461362" y="228937"/>
                  </a:lnTo>
                  <a:lnTo>
                    <a:pt x="5461455" y="228937"/>
                  </a:lnTo>
                  <a:lnTo>
                    <a:pt x="5461548" y="228937"/>
                  </a:lnTo>
                  <a:lnTo>
                    <a:pt x="5461642" y="228937"/>
                  </a:lnTo>
                  <a:lnTo>
                    <a:pt x="5461735" y="228937"/>
                  </a:lnTo>
                  <a:lnTo>
                    <a:pt x="5461828" y="228937"/>
                  </a:lnTo>
                  <a:lnTo>
                    <a:pt x="5461921" y="228937"/>
                  </a:lnTo>
                  <a:lnTo>
                    <a:pt x="5462015" y="228937"/>
                  </a:lnTo>
                  <a:lnTo>
                    <a:pt x="5462108" y="228937"/>
                  </a:lnTo>
                  <a:lnTo>
                    <a:pt x="5462201" y="228937"/>
                  </a:lnTo>
                  <a:lnTo>
                    <a:pt x="5462294" y="228937"/>
                  </a:lnTo>
                  <a:lnTo>
                    <a:pt x="5462388" y="228937"/>
                  </a:lnTo>
                  <a:lnTo>
                    <a:pt x="5462481" y="228937"/>
                  </a:lnTo>
                  <a:lnTo>
                    <a:pt x="5462574" y="228937"/>
                  </a:lnTo>
                  <a:lnTo>
                    <a:pt x="5462667" y="228937"/>
                  </a:lnTo>
                  <a:lnTo>
                    <a:pt x="5462761" y="228937"/>
                  </a:lnTo>
                  <a:lnTo>
                    <a:pt x="5462854" y="228937"/>
                  </a:lnTo>
                  <a:lnTo>
                    <a:pt x="5462947" y="228937"/>
                  </a:lnTo>
                  <a:lnTo>
                    <a:pt x="5463040" y="228937"/>
                  </a:lnTo>
                  <a:lnTo>
                    <a:pt x="5463134" y="228937"/>
                  </a:lnTo>
                  <a:lnTo>
                    <a:pt x="5463227" y="228937"/>
                  </a:lnTo>
                  <a:lnTo>
                    <a:pt x="5463320" y="228937"/>
                  </a:lnTo>
                  <a:lnTo>
                    <a:pt x="5463413" y="228937"/>
                  </a:lnTo>
                  <a:lnTo>
                    <a:pt x="5463507" y="228937"/>
                  </a:lnTo>
                  <a:lnTo>
                    <a:pt x="5463600" y="228937"/>
                  </a:lnTo>
                  <a:lnTo>
                    <a:pt x="5463693" y="228937"/>
                  </a:lnTo>
                  <a:lnTo>
                    <a:pt x="5463786" y="228937"/>
                  </a:lnTo>
                  <a:lnTo>
                    <a:pt x="5463880" y="228937"/>
                  </a:lnTo>
                  <a:lnTo>
                    <a:pt x="5463973" y="228937"/>
                  </a:lnTo>
                  <a:lnTo>
                    <a:pt x="5464066" y="228937"/>
                  </a:lnTo>
                  <a:lnTo>
                    <a:pt x="5464159" y="228937"/>
                  </a:lnTo>
                  <a:lnTo>
                    <a:pt x="5464253" y="228937"/>
                  </a:lnTo>
                  <a:lnTo>
                    <a:pt x="5464346" y="228937"/>
                  </a:lnTo>
                  <a:lnTo>
                    <a:pt x="5464439" y="228937"/>
                  </a:lnTo>
                  <a:lnTo>
                    <a:pt x="5464532" y="228937"/>
                  </a:lnTo>
                  <a:lnTo>
                    <a:pt x="5464626" y="228937"/>
                  </a:lnTo>
                  <a:lnTo>
                    <a:pt x="5464719" y="228937"/>
                  </a:lnTo>
                  <a:lnTo>
                    <a:pt x="5464812" y="228937"/>
                  </a:lnTo>
                  <a:lnTo>
                    <a:pt x="5464905" y="228937"/>
                  </a:lnTo>
                  <a:lnTo>
                    <a:pt x="5464999" y="228937"/>
                  </a:lnTo>
                  <a:lnTo>
                    <a:pt x="5465092" y="228937"/>
                  </a:lnTo>
                  <a:lnTo>
                    <a:pt x="5465185" y="228937"/>
                  </a:lnTo>
                  <a:lnTo>
                    <a:pt x="5465278" y="228937"/>
                  </a:lnTo>
                  <a:lnTo>
                    <a:pt x="5465372" y="228937"/>
                  </a:lnTo>
                  <a:lnTo>
                    <a:pt x="5465465" y="228937"/>
                  </a:lnTo>
                  <a:lnTo>
                    <a:pt x="5465558" y="228937"/>
                  </a:lnTo>
                  <a:lnTo>
                    <a:pt x="5465651" y="228937"/>
                  </a:lnTo>
                  <a:lnTo>
                    <a:pt x="5465745" y="228937"/>
                  </a:lnTo>
                  <a:lnTo>
                    <a:pt x="5465838" y="228937"/>
                  </a:lnTo>
                  <a:lnTo>
                    <a:pt x="5465931" y="228937"/>
                  </a:lnTo>
                  <a:lnTo>
                    <a:pt x="5466024" y="228937"/>
                  </a:lnTo>
                  <a:lnTo>
                    <a:pt x="5466118" y="228937"/>
                  </a:lnTo>
                  <a:lnTo>
                    <a:pt x="5466211" y="228937"/>
                  </a:lnTo>
                  <a:lnTo>
                    <a:pt x="5466304" y="228937"/>
                  </a:lnTo>
                  <a:lnTo>
                    <a:pt x="5466397" y="228937"/>
                  </a:lnTo>
                  <a:lnTo>
                    <a:pt x="5466491" y="228937"/>
                  </a:lnTo>
                  <a:lnTo>
                    <a:pt x="5466584" y="228937"/>
                  </a:lnTo>
                  <a:lnTo>
                    <a:pt x="5466677" y="228937"/>
                  </a:lnTo>
                  <a:lnTo>
                    <a:pt x="5466770" y="228937"/>
                  </a:lnTo>
                  <a:lnTo>
                    <a:pt x="5466864" y="228937"/>
                  </a:lnTo>
                  <a:lnTo>
                    <a:pt x="5466957" y="228937"/>
                  </a:lnTo>
                  <a:lnTo>
                    <a:pt x="5467050" y="228937"/>
                  </a:lnTo>
                  <a:lnTo>
                    <a:pt x="5467143" y="228937"/>
                  </a:lnTo>
                  <a:lnTo>
                    <a:pt x="5467236" y="228937"/>
                  </a:lnTo>
                  <a:lnTo>
                    <a:pt x="5467330" y="228937"/>
                  </a:lnTo>
                  <a:lnTo>
                    <a:pt x="5467423" y="228937"/>
                  </a:lnTo>
                  <a:lnTo>
                    <a:pt x="5467516" y="228937"/>
                  </a:lnTo>
                  <a:lnTo>
                    <a:pt x="5467609" y="228937"/>
                  </a:lnTo>
                  <a:lnTo>
                    <a:pt x="5467703" y="228937"/>
                  </a:lnTo>
                  <a:lnTo>
                    <a:pt x="5467796" y="228937"/>
                  </a:lnTo>
                  <a:lnTo>
                    <a:pt x="5467889" y="228937"/>
                  </a:lnTo>
                  <a:lnTo>
                    <a:pt x="5467982" y="228937"/>
                  </a:lnTo>
                  <a:lnTo>
                    <a:pt x="5468076" y="228937"/>
                  </a:lnTo>
                  <a:lnTo>
                    <a:pt x="5468169" y="228937"/>
                  </a:lnTo>
                  <a:lnTo>
                    <a:pt x="5468262" y="228937"/>
                  </a:lnTo>
                  <a:lnTo>
                    <a:pt x="5468355" y="228937"/>
                  </a:lnTo>
                  <a:lnTo>
                    <a:pt x="5468449" y="228937"/>
                  </a:lnTo>
                  <a:lnTo>
                    <a:pt x="5468542" y="228937"/>
                  </a:lnTo>
                  <a:lnTo>
                    <a:pt x="5468635" y="228937"/>
                  </a:lnTo>
                  <a:lnTo>
                    <a:pt x="5468728" y="228937"/>
                  </a:lnTo>
                  <a:lnTo>
                    <a:pt x="5468822" y="228937"/>
                  </a:lnTo>
                  <a:lnTo>
                    <a:pt x="5468915" y="228937"/>
                  </a:lnTo>
                  <a:lnTo>
                    <a:pt x="5469008" y="228937"/>
                  </a:lnTo>
                  <a:lnTo>
                    <a:pt x="5469101" y="228937"/>
                  </a:lnTo>
                  <a:lnTo>
                    <a:pt x="5469195" y="228937"/>
                  </a:lnTo>
                  <a:lnTo>
                    <a:pt x="5469288" y="228937"/>
                  </a:lnTo>
                  <a:lnTo>
                    <a:pt x="5469381" y="228937"/>
                  </a:lnTo>
                  <a:lnTo>
                    <a:pt x="5469474" y="228937"/>
                  </a:lnTo>
                  <a:lnTo>
                    <a:pt x="5469568" y="228937"/>
                  </a:lnTo>
                  <a:lnTo>
                    <a:pt x="5469661" y="228937"/>
                  </a:lnTo>
                  <a:lnTo>
                    <a:pt x="5469754" y="228937"/>
                  </a:lnTo>
                  <a:lnTo>
                    <a:pt x="5469847" y="228937"/>
                  </a:lnTo>
                  <a:lnTo>
                    <a:pt x="5469941" y="228937"/>
                  </a:lnTo>
                  <a:lnTo>
                    <a:pt x="5470034" y="228937"/>
                  </a:lnTo>
                  <a:lnTo>
                    <a:pt x="5470127" y="228937"/>
                  </a:lnTo>
                  <a:lnTo>
                    <a:pt x="5470220" y="228937"/>
                  </a:lnTo>
                  <a:lnTo>
                    <a:pt x="5470314" y="228937"/>
                  </a:lnTo>
                  <a:lnTo>
                    <a:pt x="5470407" y="228937"/>
                  </a:lnTo>
                  <a:lnTo>
                    <a:pt x="5470500" y="228937"/>
                  </a:lnTo>
                  <a:lnTo>
                    <a:pt x="5470593" y="228937"/>
                  </a:lnTo>
                  <a:lnTo>
                    <a:pt x="5470687" y="228937"/>
                  </a:lnTo>
                  <a:lnTo>
                    <a:pt x="5470780" y="228937"/>
                  </a:lnTo>
                  <a:lnTo>
                    <a:pt x="5470873" y="228937"/>
                  </a:lnTo>
                  <a:lnTo>
                    <a:pt x="5470966" y="228937"/>
                  </a:lnTo>
                  <a:lnTo>
                    <a:pt x="5471060" y="228937"/>
                  </a:lnTo>
                  <a:lnTo>
                    <a:pt x="5471153" y="228937"/>
                  </a:lnTo>
                  <a:lnTo>
                    <a:pt x="5471246" y="228937"/>
                  </a:lnTo>
                  <a:lnTo>
                    <a:pt x="5471339" y="228937"/>
                  </a:lnTo>
                  <a:lnTo>
                    <a:pt x="5471433" y="228937"/>
                  </a:lnTo>
                  <a:lnTo>
                    <a:pt x="5471526" y="228937"/>
                  </a:lnTo>
                  <a:lnTo>
                    <a:pt x="5471619" y="228937"/>
                  </a:lnTo>
                  <a:lnTo>
                    <a:pt x="5471712" y="228937"/>
                  </a:lnTo>
                  <a:lnTo>
                    <a:pt x="5471806" y="228937"/>
                  </a:lnTo>
                  <a:lnTo>
                    <a:pt x="5471899" y="228937"/>
                  </a:lnTo>
                  <a:lnTo>
                    <a:pt x="5471992" y="228937"/>
                  </a:lnTo>
                  <a:lnTo>
                    <a:pt x="5472085" y="228937"/>
                  </a:lnTo>
                  <a:lnTo>
                    <a:pt x="5472179" y="228937"/>
                  </a:lnTo>
                  <a:lnTo>
                    <a:pt x="5472272" y="228937"/>
                  </a:lnTo>
                  <a:lnTo>
                    <a:pt x="5472365" y="228937"/>
                  </a:lnTo>
                  <a:lnTo>
                    <a:pt x="5472458" y="228937"/>
                  </a:lnTo>
                  <a:lnTo>
                    <a:pt x="5472552" y="228937"/>
                  </a:lnTo>
                  <a:lnTo>
                    <a:pt x="5472645" y="228937"/>
                  </a:lnTo>
                  <a:lnTo>
                    <a:pt x="5472738" y="228937"/>
                  </a:lnTo>
                  <a:lnTo>
                    <a:pt x="5472831" y="228937"/>
                  </a:lnTo>
                  <a:lnTo>
                    <a:pt x="5472925" y="228937"/>
                  </a:lnTo>
                  <a:lnTo>
                    <a:pt x="5473018" y="228937"/>
                  </a:lnTo>
                  <a:lnTo>
                    <a:pt x="5473111" y="228937"/>
                  </a:lnTo>
                  <a:lnTo>
                    <a:pt x="5473204" y="228937"/>
                  </a:lnTo>
                  <a:lnTo>
                    <a:pt x="5473298" y="228937"/>
                  </a:lnTo>
                  <a:lnTo>
                    <a:pt x="5473391" y="228937"/>
                  </a:lnTo>
                  <a:lnTo>
                    <a:pt x="5473484" y="228937"/>
                  </a:lnTo>
                  <a:lnTo>
                    <a:pt x="5473577" y="228937"/>
                  </a:lnTo>
                  <a:lnTo>
                    <a:pt x="5473671" y="228937"/>
                  </a:lnTo>
                  <a:lnTo>
                    <a:pt x="5473764" y="228937"/>
                  </a:lnTo>
                  <a:lnTo>
                    <a:pt x="5473857" y="228937"/>
                  </a:lnTo>
                  <a:lnTo>
                    <a:pt x="5473950" y="228937"/>
                  </a:lnTo>
                  <a:lnTo>
                    <a:pt x="5474043" y="228937"/>
                  </a:lnTo>
                  <a:lnTo>
                    <a:pt x="5474137" y="228937"/>
                  </a:lnTo>
                  <a:lnTo>
                    <a:pt x="5474230" y="228937"/>
                  </a:lnTo>
                  <a:lnTo>
                    <a:pt x="5474323" y="228937"/>
                  </a:lnTo>
                  <a:lnTo>
                    <a:pt x="5474416" y="228937"/>
                  </a:lnTo>
                  <a:lnTo>
                    <a:pt x="5474510" y="228937"/>
                  </a:lnTo>
                  <a:lnTo>
                    <a:pt x="5474603" y="228937"/>
                  </a:lnTo>
                  <a:lnTo>
                    <a:pt x="5474696" y="228937"/>
                  </a:lnTo>
                  <a:lnTo>
                    <a:pt x="5474789" y="228937"/>
                  </a:lnTo>
                  <a:lnTo>
                    <a:pt x="5474883" y="228937"/>
                  </a:lnTo>
                  <a:lnTo>
                    <a:pt x="5474976" y="228937"/>
                  </a:lnTo>
                  <a:lnTo>
                    <a:pt x="5475069" y="228937"/>
                  </a:lnTo>
                  <a:lnTo>
                    <a:pt x="5475162" y="228937"/>
                  </a:lnTo>
                  <a:lnTo>
                    <a:pt x="5475256" y="228937"/>
                  </a:lnTo>
                  <a:lnTo>
                    <a:pt x="5475349" y="228937"/>
                  </a:lnTo>
                  <a:lnTo>
                    <a:pt x="5475442" y="228937"/>
                  </a:lnTo>
                  <a:lnTo>
                    <a:pt x="5475535" y="228937"/>
                  </a:lnTo>
                  <a:lnTo>
                    <a:pt x="5475629" y="228937"/>
                  </a:lnTo>
                  <a:lnTo>
                    <a:pt x="5475722" y="228937"/>
                  </a:lnTo>
                  <a:lnTo>
                    <a:pt x="5475815" y="228937"/>
                  </a:lnTo>
                  <a:lnTo>
                    <a:pt x="5475908" y="228937"/>
                  </a:lnTo>
                  <a:lnTo>
                    <a:pt x="5476002" y="228937"/>
                  </a:lnTo>
                  <a:lnTo>
                    <a:pt x="5476095" y="228937"/>
                  </a:lnTo>
                  <a:lnTo>
                    <a:pt x="5476188" y="228937"/>
                  </a:lnTo>
                  <a:lnTo>
                    <a:pt x="5476281" y="228937"/>
                  </a:lnTo>
                  <a:lnTo>
                    <a:pt x="5476375" y="228937"/>
                  </a:lnTo>
                  <a:lnTo>
                    <a:pt x="5476468" y="228937"/>
                  </a:lnTo>
                  <a:lnTo>
                    <a:pt x="5476561" y="228937"/>
                  </a:lnTo>
                  <a:lnTo>
                    <a:pt x="5476654" y="228937"/>
                  </a:lnTo>
                  <a:lnTo>
                    <a:pt x="5476748" y="228937"/>
                  </a:lnTo>
                  <a:lnTo>
                    <a:pt x="5476841" y="228937"/>
                  </a:lnTo>
                  <a:lnTo>
                    <a:pt x="5476934" y="228937"/>
                  </a:lnTo>
                  <a:lnTo>
                    <a:pt x="5477027" y="228937"/>
                  </a:lnTo>
                  <a:lnTo>
                    <a:pt x="5477121" y="228937"/>
                  </a:lnTo>
                  <a:lnTo>
                    <a:pt x="5477214" y="228937"/>
                  </a:lnTo>
                  <a:lnTo>
                    <a:pt x="5477307" y="228937"/>
                  </a:lnTo>
                  <a:lnTo>
                    <a:pt x="5477400" y="228937"/>
                  </a:lnTo>
                  <a:lnTo>
                    <a:pt x="5477494" y="228937"/>
                  </a:lnTo>
                  <a:lnTo>
                    <a:pt x="5477587" y="228937"/>
                  </a:lnTo>
                  <a:lnTo>
                    <a:pt x="5477680" y="228937"/>
                  </a:lnTo>
                  <a:lnTo>
                    <a:pt x="5477773" y="228937"/>
                  </a:lnTo>
                  <a:lnTo>
                    <a:pt x="5477867" y="228937"/>
                  </a:lnTo>
                  <a:lnTo>
                    <a:pt x="5477960" y="228937"/>
                  </a:lnTo>
                  <a:lnTo>
                    <a:pt x="5478053" y="228937"/>
                  </a:lnTo>
                  <a:lnTo>
                    <a:pt x="5478146" y="228937"/>
                  </a:lnTo>
                  <a:lnTo>
                    <a:pt x="5478240" y="228937"/>
                  </a:lnTo>
                  <a:lnTo>
                    <a:pt x="5478333" y="228937"/>
                  </a:lnTo>
                  <a:lnTo>
                    <a:pt x="5478426" y="228937"/>
                  </a:lnTo>
                  <a:lnTo>
                    <a:pt x="5478519" y="228937"/>
                  </a:lnTo>
                  <a:lnTo>
                    <a:pt x="5478519" y="218984"/>
                  </a:lnTo>
                  <a:lnTo>
                    <a:pt x="5478613" y="218984"/>
                  </a:lnTo>
                  <a:lnTo>
                    <a:pt x="5478706" y="218984"/>
                  </a:lnTo>
                  <a:lnTo>
                    <a:pt x="5478799" y="218984"/>
                  </a:lnTo>
                  <a:lnTo>
                    <a:pt x="5478892" y="218984"/>
                  </a:lnTo>
                  <a:lnTo>
                    <a:pt x="5478986" y="218984"/>
                  </a:lnTo>
                  <a:lnTo>
                    <a:pt x="5479079" y="218984"/>
                  </a:lnTo>
                  <a:lnTo>
                    <a:pt x="5479172" y="218984"/>
                  </a:lnTo>
                  <a:lnTo>
                    <a:pt x="5479265" y="218984"/>
                  </a:lnTo>
                  <a:lnTo>
                    <a:pt x="5479359" y="218984"/>
                  </a:lnTo>
                  <a:lnTo>
                    <a:pt x="5479452" y="218984"/>
                  </a:lnTo>
                  <a:lnTo>
                    <a:pt x="5479545" y="218984"/>
                  </a:lnTo>
                  <a:lnTo>
                    <a:pt x="5479638" y="218984"/>
                  </a:lnTo>
                  <a:lnTo>
                    <a:pt x="5479732" y="218984"/>
                  </a:lnTo>
                  <a:lnTo>
                    <a:pt x="5479825" y="218984"/>
                  </a:lnTo>
                  <a:lnTo>
                    <a:pt x="5479918" y="218984"/>
                  </a:lnTo>
                  <a:lnTo>
                    <a:pt x="5480011" y="218984"/>
                  </a:lnTo>
                  <a:lnTo>
                    <a:pt x="5480105" y="218984"/>
                  </a:lnTo>
                  <a:lnTo>
                    <a:pt x="5480198" y="218984"/>
                  </a:lnTo>
                  <a:lnTo>
                    <a:pt x="5480291" y="218984"/>
                  </a:lnTo>
                  <a:lnTo>
                    <a:pt x="5480384" y="218984"/>
                  </a:lnTo>
                  <a:lnTo>
                    <a:pt x="5480478" y="218984"/>
                  </a:lnTo>
                  <a:lnTo>
                    <a:pt x="5480571" y="218984"/>
                  </a:lnTo>
                  <a:lnTo>
                    <a:pt x="5480664" y="218984"/>
                  </a:lnTo>
                  <a:lnTo>
                    <a:pt x="5480757" y="218984"/>
                  </a:lnTo>
                  <a:lnTo>
                    <a:pt x="5480851" y="218984"/>
                  </a:lnTo>
                  <a:lnTo>
                    <a:pt x="5480944" y="218984"/>
                  </a:lnTo>
                  <a:lnTo>
                    <a:pt x="5481037" y="218984"/>
                  </a:lnTo>
                  <a:lnTo>
                    <a:pt x="5481130" y="218984"/>
                  </a:lnTo>
                  <a:lnTo>
                    <a:pt x="5481223" y="218984"/>
                  </a:lnTo>
                  <a:lnTo>
                    <a:pt x="5481317" y="218984"/>
                  </a:lnTo>
                  <a:lnTo>
                    <a:pt x="5481410" y="218984"/>
                  </a:lnTo>
                  <a:lnTo>
                    <a:pt x="5481503" y="218984"/>
                  </a:lnTo>
                  <a:lnTo>
                    <a:pt x="5481596" y="218984"/>
                  </a:lnTo>
                  <a:lnTo>
                    <a:pt x="5481690" y="218984"/>
                  </a:lnTo>
                  <a:lnTo>
                    <a:pt x="5481783" y="218984"/>
                  </a:lnTo>
                  <a:lnTo>
                    <a:pt x="5481876" y="218984"/>
                  </a:lnTo>
                  <a:lnTo>
                    <a:pt x="5481969" y="218984"/>
                  </a:lnTo>
                  <a:lnTo>
                    <a:pt x="5482063" y="218984"/>
                  </a:lnTo>
                  <a:lnTo>
                    <a:pt x="5482156" y="218984"/>
                  </a:lnTo>
                  <a:lnTo>
                    <a:pt x="5482249" y="218984"/>
                  </a:lnTo>
                  <a:lnTo>
                    <a:pt x="5482342" y="218984"/>
                  </a:lnTo>
                  <a:lnTo>
                    <a:pt x="5482436" y="218984"/>
                  </a:lnTo>
                  <a:lnTo>
                    <a:pt x="5482529" y="218984"/>
                  </a:lnTo>
                  <a:lnTo>
                    <a:pt x="5482622" y="218984"/>
                  </a:lnTo>
                  <a:lnTo>
                    <a:pt x="5482715" y="218984"/>
                  </a:lnTo>
                  <a:lnTo>
                    <a:pt x="5482809" y="218984"/>
                  </a:lnTo>
                  <a:lnTo>
                    <a:pt x="5482902" y="218984"/>
                  </a:lnTo>
                  <a:lnTo>
                    <a:pt x="5482995" y="218984"/>
                  </a:lnTo>
                  <a:lnTo>
                    <a:pt x="5483088" y="218984"/>
                  </a:lnTo>
                  <a:lnTo>
                    <a:pt x="5483182" y="218984"/>
                  </a:lnTo>
                  <a:lnTo>
                    <a:pt x="5483275" y="218984"/>
                  </a:lnTo>
                  <a:lnTo>
                    <a:pt x="5483368" y="218984"/>
                  </a:lnTo>
                  <a:lnTo>
                    <a:pt x="5483461" y="218984"/>
                  </a:lnTo>
                  <a:lnTo>
                    <a:pt x="5483555" y="218984"/>
                  </a:lnTo>
                  <a:lnTo>
                    <a:pt x="5483648" y="218984"/>
                  </a:lnTo>
                  <a:lnTo>
                    <a:pt x="5483741" y="218984"/>
                  </a:lnTo>
                  <a:lnTo>
                    <a:pt x="5483834" y="218984"/>
                  </a:lnTo>
                  <a:lnTo>
                    <a:pt x="5483928" y="218984"/>
                  </a:lnTo>
                  <a:lnTo>
                    <a:pt x="5484021" y="218984"/>
                  </a:lnTo>
                  <a:lnTo>
                    <a:pt x="5484114" y="218984"/>
                  </a:lnTo>
                  <a:lnTo>
                    <a:pt x="5484207" y="218984"/>
                  </a:lnTo>
                  <a:lnTo>
                    <a:pt x="5484301" y="218984"/>
                  </a:lnTo>
                  <a:lnTo>
                    <a:pt x="5484394" y="218984"/>
                  </a:lnTo>
                  <a:lnTo>
                    <a:pt x="5484487" y="218984"/>
                  </a:lnTo>
                  <a:lnTo>
                    <a:pt x="5484580" y="218984"/>
                  </a:lnTo>
                  <a:lnTo>
                    <a:pt x="5484674" y="218984"/>
                  </a:lnTo>
                  <a:lnTo>
                    <a:pt x="5484767" y="218984"/>
                  </a:lnTo>
                  <a:lnTo>
                    <a:pt x="5484860" y="218984"/>
                  </a:lnTo>
                  <a:lnTo>
                    <a:pt x="5484953" y="218984"/>
                  </a:lnTo>
                  <a:lnTo>
                    <a:pt x="5485047" y="218984"/>
                  </a:lnTo>
                  <a:lnTo>
                    <a:pt x="5485140" y="218984"/>
                  </a:lnTo>
                  <a:lnTo>
                    <a:pt x="5485233" y="218984"/>
                  </a:lnTo>
                  <a:lnTo>
                    <a:pt x="5485326" y="218984"/>
                  </a:lnTo>
                  <a:lnTo>
                    <a:pt x="5485420" y="218984"/>
                  </a:lnTo>
                  <a:lnTo>
                    <a:pt x="5485513" y="218984"/>
                  </a:lnTo>
                  <a:lnTo>
                    <a:pt x="5485606" y="218984"/>
                  </a:lnTo>
                  <a:lnTo>
                    <a:pt x="5485699" y="218984"/>
                  </a:lnTo>
                  <a:lnTo>
                    <a:pt x="5485793" y="218984"/>
                  </a:lnTo>
                  <a:lnTo>
                    <a:pt x="5485886" y="218984"/>
                  </a:lnTo>
                  <a:lnTo>
                    <a:pt x="5485979" y="218984"/>
                  </a:lnTo>
                  <a:lnTo>
                    <a:pt x="5486072" y="218984"/>
                  </a:lnTo>
                  <a:lnTo>
                    <a:pt x="5486166" y="218984"/>
                  </a:lnTo>
                  <a:lnTo>
                    <a:pt x="5486259" y="218984"/>
                  </a:lnTo>
                  <a:lnTo>
                    <a:pt x="5486352" y="218984"/>
                  </a:lnTo>
                  <a:lnTo>
                    <a:pt x="5486445" y="218984"/>
                  </a:lnTo>
                  <a:lnTo>
                    <a:pt x="5486539" y="218984"/>
                  </a:lnTo>
                  <a:lnTo>
                    <a:pt x="5486632" y="218984"/>
                  </a:lnTo>
                  <a:lnTo>
                    <a:pt x="5486725" y="218984"/>
                  </a:lnTo>
                  <a:lnTo>
                    <a:pt x="5486818" y="218984"/>
                  </a:lnTo>
                  <a:lnTo>
                    <a:pt x="5486912" y="218984"/>
                  </a:lnTo>
                  <a:lnTo>
                    <a:pt x="5487005" y="218984"/>
                  </a:lnTo>
                  <a:lnTo>
                    <a:pt x="5487098" y="218984"/>
                  </a:lnTo>
                  <a:lnTo>
                    <a:pt x="5487191" y="218984"/>
                  </a:lnTo>
                  <a:lnTo>
                    <a:pt x="5487285" y="218984"/>
                  </a:lnTo>
                  <a:lnTo>
                    <a:pt x="5487378" y="218984"/>
                  </a:lnTo>
                  <a:lnTo>
                    <a:pt x="5487471" y="218984"/>
                  </a:lnTo>
                  <a:lnTo>
                    <a:pt x="5487564" y="218984"/>
                  </a:lnTo>
                  <a:lnTo>
                    <a:pt x="5487658" y="218984"/>
                  </a:lnTo>
                  <a:lnTo>
                    <a:pt x="5487751" y="218984"/>
                  </a:lnTo>
                  <a:lnTo>
                    <a:pt x="5487844" y="218984"/>
                  </a:lnTo>
                  <a:lnTo>
                    <a:pt x="5487937" y="218984"/>
                  </a:lnTo>
                  <a:lnTo>
                    <a:pt x="5488030" y="218984"/>
                  </a:lnTo>
                  <a:lnTo>
                    <a:pt x="5488124" y="218984"/>
                  </a:lnTo>
                  <a:lnTo>
                    <a:pt x="5488217" y="218984"/>
                  </a:lnTo>
                  <a:lnTo>
                    <a:pt x="5488310" y="218984"/>
                  </a:lnTo>
                  <a:lnTo>
                    <a:pt x="5488403" y="218984"/>
                  </a:lnTo>
                  <a:lnTo>
                    <a:pt x="5488497" y="218984"/>
                  </a:lnTo>
                  <a:lnTo>
                    <a:pt x="5488590" y="218984"/>
                  </a:lnTo>
                  <a:lnTo>
                    <a:pt x="5488683" y="218984"/>
                  </a:lnTo>
                  <a:lnTo>
                    <a:pt x="5488776" y="218984"/>
                  </a:lnTo>
                  <a:lnTo>
                    <a:pt x="5488870" y="218984"/>
                  </a:lnTo>
                  <a:lnTo>
                    <a:pt x="5488963" y="218984"/>
                  </a:lnTo>
                  <a:lnTo>
                    <a:pt x="5489056" y="218984"/>
                  </a:lnTo>
                  <a:lnTo>
                    <a:pt x="5489149" y="218984"/>
                  </a:lnTo>
                  <a:lnTo>
                    <a:pt x="5489243" y="218984"/>
                  </a:lnTo>
                  <a:lnTo>
                    <a:pt x="5489336" y="218984"/>
                  </a:lnTo>
                  <a:lnTo>
                    <a:pt x="5489429" y="218984"/>
                  </a:lnTo>
                  <a:lnTo>
                    <a:pt x="5489522" y="218984"/>
                  </a:lnTo>
                  <a:lnTo>
                    <a:pt x="5489616" y="218984"/>
                  </a:lnTo>
                  <a:lnTo>
                    <a:pt x="5489709" y="218984"/>
                  </a:lnTo>
                  <a:lnTo>
                    <a:pt x="5489802" y="218984"/>
                  </a:lnTo>
                  <a:lnTo>
                    <a:pt x="5489895" y="218984"/>
                  </a:lnTo>
                  <a:lnTo>
                    <a:pt x="5489989" y="218984"/>
                  </a:lnTo>
                  <a:lnTo>
                    <a:pt x="5490082" y="218984"/>
                  </a:lnTo>
                  <a:lnTo>
                    <a:pt x="5490175" y="218984"/>
                  </a:lnTo>
                  <a:lnTo>
                    <a:pt x="5490268" y="218984"/>
                  </a:lnTo>
                  <a:lnTo>
                    <a:pt x="5490362" y="218984"/>
                  </a:lnTo>
                  <a:lnTo>
                    <a:pt x="5490455" y="218984"/>
                  </a:lnTo>
                  <a:lnTo>
                    <a:pt x="5490548" y="218984"/>
                  </a:lnTo>
                  <a:lnTo>
                    <a:pt x="5490641" y="218984"/>
                  </a:lnTo>
                  <a:lnTo>
                    <a:pt x="5490735" y="218984"/>
                  </a:lnTo>
                  <a:lnTo>
                    <a:pt x="5490828" y="218984"/>
                  </a:lnTo>
                  <a:lnTo>
                    <a:pt x="5490921" y="218984"/>
                  </a:lnTo>
                  <a:lnTo>
                    <a:pt x="5491014" y="218984"/>
                  </a:lnTo>
                  <a:lnTo>
                    <a:pt x="5491108" y="218984"/>
                  </a:lnTo>
                  <a:lnTo>
                    <a:pt x="5491201" y="218984"/>
                  </a:lnTo>
                  <a:lnTo>
                    <a:pt x="5491294" y="218984"/>
                  </a:lnTo>
                  <a:lnTo>
                    <a:pt x="5491387" y="218984"/>
                  </a:lnTo>
                  <a:lnTo>
                    <a:pt x="5491481" y="218984"/>
                  </a:lnTo>
                  <a:lnTo>
                    <a:pt x="5491574" y="218984"/>
                  </a:lnTo>
                  <a:lnTo>
                    <a:pt x="5491667" y="218984"/>
                  </a:lnTo>
                  <a:lnTo>
                    <a:pt x="5491760" y="218984"/>
                  </a:lnTo>
                  <a:lnTo>
                    <a:pt x="5491854" y="218984"/>
                  </a:lnTo>
                  <a:lnTo>
                    <a:pt x="5491947" y="218984"/>
                  </a:lnTo>
                  <a:lnTo>
                    <a:pt x="5492040" y="218984"/>
                  </a:lnTo>
                  <a:lnTo>
                    <a:pt x="5492133" y="218984"/>
                  </a:lnTo>
                  <a:lnTo>
                    <a:pt x="5492227" y="218984"/>
                  </a:lnTo>
                  <a:lnTo>
                    <a:pt x="5492320" y="218984"/>
                  </a:lnTo>
                  <a:lnTo>
                    <a:pt x="5492413" y="218984"/>
                  </a:lnTo>
                  <a:lnTo>
                    <a:pt x="5492506" y="218984"/>
                  </a:lnTo>
                  <a:lnTo>
                    <a:pt x="5492600" y="218984"/>
                  </a:lnTo>
                  <a:lnTo>
                    <a:pt x="5492693" y="218984"/>
                  </a:lnTo>
                  <a:lnTo>
                    <a:pt x="5492786" y="218984"/>
                  </a:lnTo>
                  <a:lnTo>
                    <a:pt x="5492879" y="218984"/>
                  </a:lnTo>
                  <a:lnTo>
                    <a:pt x="5492973" y="218984"/>
                  </a:lnTo>
                  <a:lnTo>
                    <a:pt x="5493066" y="218984"/>
                  </a:lnTo>
                  <a:lnTo>
                    <a:pt x="5493159" y="218984"/>
                  </a:lnTo>
                  <a:lnTo>
                    <a:pt x="5493252" y="218984"/>
                  </a:lnTo>
                  <a:lnTo>
                    <a:pt x="5493346" y="218984"/>
                  </a:lnTo>
                  <a:lnTo>
                    <a:pt x="5493439" y="218984"/>
                  </a:lnTo>
                  <a:lnTo>
                    <a:pt x="5493532" y="218984"/>
                  </a:lnTo>
                  <a:lnTo>
                    <a:pt x="5493625" y="218984"/>
                  </a:lnTo>
                  <a:lnTo>
                    <a:pt x="5493719" y="218984"/>
                  </a:lnTo>
                  <a:lnTo>
                    <a:pt x="5493812" y="218984"/>
                  </a:lnTo>
                  <a:lnTo>
                    <a:pt x="5493905" y="218984"/>
                  </a:lnTo>
                  <a:lnTo>
                    <a:pt x="5493998" y="218984"/>
                  </a:lnTo>
                  <a:lnTo>
                    <a:pt x="5494092" y="218984"/>
                  </a:lnTo>
                  <a:lnTo>
                    <a:pt x="5494185" y="218984"/>
                  </a:lnTo>
                  <a:lnTo>
                    <a:pt x="5494278" y="218984"/>
                  </a:lnTo>
                  <a:lnTo>
                    <a:pt x="5494371" y="218984"/>
                  </a:lnTo>
                  <a:lnTo>
                    <a:pt x="5494465" y="218984"/>
                  </a:lnTo>
                  <a:lnTo>
                    <a:pt x="5494558" y="218984"/>
                  </a:lnTo>
                  <a:lnTo>
                    <a:pt x="5494651" y="218984"/>
                  </a:lnTo>
                  <a:lnTo>
                    <a:pt x="5494744" y="218984"/>
                  </a:lnTo>
                  <a:lnTo>
                    <a:pt x="5494837" y="218984"/>
                  </a:lnTo>
                  <a:lnTo>
                    <a:pt x="5494931" y="218984"/>
                  </a:lnTo>
                  <a:lnTo>
                    <a:pt x="5495024" y="218984"/>
                  </a:lnTo>
                  <a:lnTo>
                    <a:pt x="5495117" y="218984"/>
                  </a:lnTo>
                  <a:lnTo>
                    <a:pt x="5495210" y="218984"/>
                  </a:lnTo>
                  <a:lnTo>
                    <a:pt x="5495304" y="218984"/>
                  </a:lnTo>
                  <a:lnTo>
                    <a:pt x="5495397" y="218984"/>
                  </a:lnTo>
                  <a:lnTo>
                    <a:pt x="5495490" y="218984"/>
                  </a:lnTo>
                  <a:lnTo>
                    <a:pt x="5495583" y="218984"/>
                  </a:lnTo>
                  <a:lnTo>
                    <a:pt x="5495677" y="218984"/>
                  </a:lnTo>
                  <a:lnTo>
                    <a:pt x="5495770" y="218984"/>
                  </a:lnTo>
                  <a:lnTo>
                    <a:pt x="5495863" y="218984"/>
                  </a:lnTo>
                  <a:lnTo>
                    <a:pt x="5495956" y="218984"/>
                  </a:lnTo>
                  <a:lnTo>
                    <a:pt x="5496050" y="218984"/>
                  </a:lnTo>
                  <a:lnTo>
                    <a:pt x="5496143" y="218984"/>
                  </a:lnTo>
                  <a:lnTo>
                    <a:pt x="5496236" y="218984"/>
                  </a:lnTo>
                  <a:lnTo>
                    <a:pt x="5496329" y="218984"/>
                  </a:lnTo>
                  <a:lnTo>
                    <a:pt x="5496423" y="218984"/>
                  </a:lnTo>
                  <a:lnTo>
                    <a:pt x="5496516" y="218984"/>
                  </a:lnTo>
                  <a:lnTo>
                    <a:pt x="5496609" y="218984"/>
                  </a:lnTo>
                  <a:lnTo>
                    <a:pt x="5496702" y="218984"/>
                  </a:lnTo>
                  <a:lnTo>
                    <a:pt x="5496796" y="218984"/>
                  </a:lnTo>
                  <a:lnTo>
                    <a:pt x="5496889" y="218984"/>
                  </a:lnTo>
                  <a:lnTo>
                    <a:pt x="5496982" y="218984"/>
                  </a:lnTo>
                  <a:lnTo>
                    <a:pt x="5497075" y="218984"/>
                  </a:lnTo>
                  <a:lnTo>
                    <a:pt x="5497169" y="218984"/>
                  </a:lnTo>
                  <a:lnTo>
                    <a:pt x="5497262" y="218984"/>
                  </a:lnTo>
                  <a:lnTo>
                    <a:pt x="5497355" y="218984"/>
                  </a:lnTo>
                  <a:lnTo>
                    <a:pt x="5497448" y="218984"/>
                  </a:lnTo>
                  <a:lnTo>
                    <a:pt x="5497542" y="218984"/>
                  </a:lnTo>
                  <a:lnTo>
                    <a:pt x="5497635" y="218984"/>
                  </a:lnTo>
                  <a:lnTo>
                    <a:pt x="5497728" y="218984"/>
                  </a:lnTo>
                  <a:lnTo>
                    <a:pt x="5497821" y="218984"/>
                  </a:lnTo>
                  <a:lnTo>
                    <a:pt x="5497915" y="218984"/>
                  </a:lnTo>
                  <a:lnTo>
                    <a:pt x="5498008" y="218984"/>
                  </a:lnTo>
                  <a:lnTo>
                    <a:pt x="5498101" y="218984"/>
                  </a:lnTo>
                  <a:lnTo>
                    <a:pt x="5498194" y="218984"/>
                  </a:lnTo>
                  <a:lnTo>
                    <a:pt x="5498288" y="218984"/>
                  </a:lnTo>
                  <a:lnTo>
                    <a:pt x="5498381" y="218984"/>
                  </a:lnTo>
                  <a:lnTo>
                    <a:pt x="5498474" y="218984"/>
                  </a:lnTo>
                  <a:lnTo>
                    <a:pt x="5498567" y="218984"/>
                  </a:lnTo>
                  <a:lnTo>
                    <a:pt x="5498661" y="218984"/>
                  </a:lnTo>
                  <a:lnTo>
                    <a:pt x="5498754" y="218984"/>
                  </a:lnTo>
                  <a:lnTo>
                    <a:pt x="5498847" y="218984"/>
                  </a:lnTo>
                  <a:lnTo>
                    <a:pt x="5498940" y="218984"/>
                  </a:lnTo>
                  <a:lnTo>
                    <a:pt x="5499034" y="218984"/>
                  </a:lnTo>
                  <a:lnTo>
                    <a:pt x="5499127" y="218984"/>
                  </a:lnTo>
                  <a:lnTo>
                    <a:pt x="5499220" y="218984"/>
                  </a:lnTo>
                  <a:lnTo>
                    <a:pt x="5499313" y="218984"/>
                  </a:lnTo>
                  <a:lnTo>
                    <a:pt x="5499407" y="218984"/>
                  </a:lnTo>
                  <a:lnTo>
                    <a:pt x="5499500" y="218984"/>
                  </a:lnTo>
                  <a:lnTo>
                    <a:pt x="5499593" y="218984"/>
                  </a:lnTo>
                  <a:lnTo>
                    <a:pt x="5499686" y="218984"/>
                  </a:lnTo>
                  <a:lnTo>
                    <a:pt x="5499780" y="218984"/>
                  </a:lnTo>
                  <a:lnTo>
                    <a:pt x="5499873" y="218984"/>
                  </a:lnTo>
                  <a:lnTo>
                    <a:pt x="5499966" y="218984"/>
                  </a:lnTo>
                  <a:lnTo>
                    <a:pt x="5500059" y="218984"/>
                  </a:lnTo>
                  <a:lnTo>
                    <a:pt x="5500153" y="218984"/>
                  </a:lnTo>
                  <a:lnTo>
                    <a:pt x="5500246" y="218984"/>
                  </a:lnTo>
                  <a:lnTo>
                    <a:pt x="5500339" y="218984"/>
                  </a:lnTo>
                  <a:lnTo>
                    <a:pt x="5500432" y="218984"/>
                  </a:lnTo>
                  <a:lnTo>
                    <a:pt x="5500526" y="218984"/>
                  </a:lnTo>
                  <a:lnTo>
                    <a:pt x="5500619" y="218984"/>
                  </a:lnTo>
                  <a:lnTo>
                    <a:pt x="5500712" y="218984"/>
                  </a:lnTo>
                  <a:lnTo>
                    <a:pt x="5500805" y="218984"/>
                  </a:lnTo>
                  <a:lnTo>
                    <a:pt x="5500899" y="218984"/>
                  </a:lnTo>
                  <a:lnTo>
                    <a:pt x="5500992" y="218984"/>
                  </a:lnTo>
                  <a:lnTo>
                    <a:pt x="5501085" y="218984"/>
                  </a:lnTo>
                  <a:lnTo>
                    <a:pt x="5501178" y="218984"/>
                  </a:lnTo>
                  <a:lnTo>
                    <a:pt x="5501272" y="218984"/>
                  </a:lnTo>
                  <a:lnTo>
                    <a:pt x="5501365" y="218984"/>
                  </a:lnTo>
                  <a:lnTo>
                    <a:pt x="5501458" y="218984"/>
                  </a:lnTo>
                  <a:lnTo>
                    <a:pt x="5501551" y="218984"/>
                  </a:lnTo>
                  <a:lnTo>
                    <a:pt x="5501645" y="218984"/>
                  </a:lnTo>
                  <a:lnTo>
                    <a:pt x="5501738" y="218984"/>
                  </a:lnTo>
                  <a:lnTo>
                    <a:pt x="5501831" y="218984"/>
                  </a:lnTo>
                  <a:lnTo>
                    <a:pt x="5501924" y="218984"/>
                  </a:lnTo>
                  <a:lnTo>
                    <a:pt x="5502017" y="218984"/>
                  </a:lnTo>
                  <a:lnTo>
                    <a:pt x="5502111" y="218984"/>
                  </a:lnTo>
                  <a:lnTo>
                    <a:pt x="5502204" y="218984"/>
                  </a:lnTo>
                  <a:lnTo>
                    <a:pt x="5502297" y="218984"/>
                  </a:lnTo>
                  <a:lnTo>
                    <a:pt x="5502390" y="218984"/>
                  </a:lnTo>
                  <a:lnTo>
                    <a:pt x="5502484" y="218984"/>
                  </a:lnTo>
                  <a:lnTo>
                    <a:pt x="5502577" y="218984"/>
                  </a:lnTo>
                  <a:lnTo>
                    <a:pt x="5502670" y="218984"/>
                  </a:lnTo>
                  <a:lnTo>
                    <a:pt x="5502763" y="218984"/>
                  </a:lnTo>
                  <a:lnTo>
                    <a:pt x="5502857" y="218984"/>
                  </a:lnTo>
                  <a:lnTo>
                    <a:pt x="5502950" y="218984"/>
                  </a:lnTo>
                  <a:lnTo>
                    <a:pt x="5503043" y="218984"/>
                  </a:lnTo>
                  <a:lnTo>
                    <a:pt x="5503136" y="218984"/>
                  </a:lnTo>
                  <a:lnTo>
                    <a:pt x="5503230" y="218984"/>
                  </a:lnTo>
                  <a:lnTo>
                    <a:pt x="5503323" y="218984"/>
                  </a:lnTo>
                  <a:lnTo>
                    <a:pt x="5503416" y="218984"/>
                  </a:lnTo>
                  <a:lnTo>
                    <a:pt x="5503416" y="209030"/>
                  </a:lnTo>
                  <a:lnTo>
                    <a:pt x="5503509" y="209030"/>
                  </a:lnTo>
                  <a:lnTo>
                    <a:pt x="5503603" y="209030"/>
                  </a:lnTo>
                  <a:lnTo>
                    <a:pt x="5503696" y="209030"/>
                  </a:lnTo>
                  <a:lnTo>
                    <a:pt x="5503789" y="209030"/>
                  </a:lnTo>
                  <a:lnTo>
                    <a:pt x="5503882" y="209030"/>
                  </a:lnTo>
                  <a:lnTo>
                    <a:pt x="5503976" y="209030"/>
                  </a:lnTo>
                  <a:lnTo>
                    <a:pt x="5504069" y="209030"/>
                  </a:lnTo>
                  <a:lnTo>
                    <a:pt x="5504162" y="209030"/>
                  </a:lnTo>
                  <a:lnTo>
                    <a:pt x="5504255" y="209030"/>
                  </a:lnTo>
                  <a:lnTo>
                    <a:pt x="5504349" y="209030"/>
                  </a:lnTo>
                  <a:lnTo>
                    <a:pt x="5504442" y="209030"/>
                  </a:lnTo>
                  <a:lnTo>
                    <a:pt x="5504535" y="209030"/>
                  </a:lnTo>
                  <a:lnTo>
                    <a:pt x="5504628" y="209030"/>
                  </a:lnTo>
                  <a:lnTo>
                    <a:pt x="5504722" y="209030"/>
                  </a:lnTo>
                  <a:lnTo>
                    <a:pt x="5504815" y="209030"/>
                  </a:lnTo>
                  <a:lnTo>
                    <a:pt x="5504908" y="209030"/>
                  </a:lnTo>
                  <a:lnTo>
                    <a:pt x="5505001" y="209030"/>
                  </a:lnTo>
                  <a:lnTo>
                    <a:pt x="5505095" y="209030"/>
                  </a:lnTo>
                  <a:lnTo>
                    <a:pt x="5505188" y="209030"/>
                  </a:lnTo>
                  <a:lnTo>
                    <a:pt x="5505281" y="209030"/>
                  </a:lnTo>
                  <a:lnTo>
                    <a:pt x="5505374" y="209030"/>
                  </a:lnTo>
                  <a:lnTo>
                    <a:pt x="5505468" y="209030"/>
                  </a:lnTo>
                  <a:lnTo>
                    <a:pt x="5505561" y="209030"/>
                  </a:lnTo>
                  <a:lnTo>
                    <a:pt x="5505654" y="209030"/>
                  </a:lnTo>
                  <a:lnTo>
                    <a:pt x="5505747" y="209030"/>
                  </a:lnTo>
                  <a:lnTo>
                    <a:pt x="5505841" y="209030"/>
                  </a:lnTo>
                  <a:lnTo>
                    <a:pt x="5505934" y="209030"/>
                  </a:lnTo>
                  <a:lnTo>
                    <a:pt x="5506027" y="209030"/>
                  </a:lnTo>
                  <a:lnTo>
                    <a:pt x="5506120" y="209030"/>
                  </a:lnTo>
                  <a:lnTo>
                    <a:pt x="5506214" y="209030"/>
                  </a:lnTo>
                  <a:lnTo>
                    <a:pt x="5506307" y="209030"/>
                  </a:lnTo>
                  <a:lnTo>
                    <a:pt x="5506400" y="209030"/>
                  </a:lnTo>
                  <a:lnTo>
                    <a:pt x="5506493" y="209030"/>
                  </a:lnTo>
                  <a:lnTo>
                    <a:pt x="5506587" y="209030"/>
                  </a:lnTo>
                  <a:lnTo>
                    <a:pt x="5506680" y="209030"/>
                  </a:lnTo>
                  <a:lnTo>
                    <a:pt x="5506773" y="209030"/>
                  </a:lnTo>
                  <a:lnTo>
                    <a:pt x="5506866" y="209030"/>
                  </a:lnTo>
                  <a:lnTo>
                    <a:pt x="5506960" y="209030"/>
                  </a:lnTo>
                  <a:lnTo>
                    <a:pt x="5507053" y="209030"/>
                  </a:lnTo>
                  <a:lnTo>
                    <a:pt x="5507146" y="209030"/>
                  </a:lnTo>
                  <a:lnTo>
                    <a:pt x="5507239" y="209030"/>
                  </a:lnTo>
                  <a:lnTo>
                    <a:pt x="5507333" y="209030"/>
                  </a:lnTo>
                  <a:lnTo>
                    <a:pt x="5507426" y="209030"/>
                  </a:lnTo>
                  <a:lnTo>
                    <a:pt x="5507519" y="209030"/>
                  </a:lnTo>
                  <a:lnTo>
                    <a:pt x="5507612" y="209030"/>
                  </a:lnTo>
                  <a:lnTo>
                    <a:pt x="5507706" y="209030"/>
                  </a:lnTo>
                  <a:lnTo>
                    <a:pt x="5507799" y="209030"/>
                  </a:lnTo>
                  <a:lnTo>
                    <a:pt x="5507892" y="209030"/>
                  </a:lnTo>
                  <a:lnTo>
                    <a:pt x="5507985" y="209030"/>
                  </a:lnTo>
                  <a:lnTo>
                    <a:pt x="5508079" y="209030"/>
                  </a:lnTo>
                  <a:lnTo>
                    <a:pt x="5508172" y="209030"/>
                  </a:lnTo>
                  <a:lnTo>
                    <a:pt x="5508265" y="209030"/>
                  </a:lnTo>
                  <a:lnTo>
                    <a:pt x="5508358" y="209030"/>
                  </a:lnTo>
                  <a:lnTo>
                    <a:pt x="5508452" y="209030"/>
                  </a:lnTo>
                  <a:lnTo>
                    <a:pt x="5508545" y="209030"/>
                  </a:lnTo>
                  <a:lnTo>
                    <a:pt x="5508638" y="209030"/>
                  </a:lnTo>
                  <a:lnTo>
                    <a:pt x="5508731" y="209030"/>
                  </a:lnTo>
                  <a:lnTo>
                    <a:pt x="5508824" y="209030"/>
                  </a:lnTo>
                  <a:lnTo>
                    <a:pt x="5508918" y="209030"/>
                  </a:lnTo>
                  <a:lnTo>
                    <a:pt x="5509011" y="209030"/>
                  </a:lnTo>
                  <a:lnTo>
                    <a:pt x="5509104" y="209030"/>
                  </a:lnTo>
                  <a:lnTo>
                    <a:pt x="5509197" y="209030"/>
                  </a:lnTo>
                  <a:lnTo>
                    <a:pt x="5509291" y="209030"/>
                  </a:lnTo>
                  <a:lnTo>
                    <a:pt x="5509384" y="209030"/>
                  </a:lnTo>
                  <a:lnTo>
                    <a:pt x="5509477" y="209030"/>
                  </a:lnTo>
                  <a:lnTo>
                    <a:pt x="5509570" y="209030"/>
                  </a:lnTo>
                  <a:lnTo>
                    <a:pt x="5509664" y="209030"/>
                  </a:lnTo>
                  <a:lnTo>
                    <a:pt x="5509757" y="209030"/>
                  </a:lnTo>
                  <a:lnTo>
                    <a:pt x="5509850" y="209030"/>
                  </a:lnTo>
                  <a:lnTo>
                    <a:pt x="5509943" y="209030"/>
                  </a:lnTo>
                  <a:lnTo>
                    <a:pt x="5510037" y="209030"/>
                  </a:lnTo>
                  <a:lnTo>
                    <a:pt x="5510130" y="209030"/>
                  </a:lnTo>
                  <a:lnTo>
                    <a:pt x="5510223" y="209030"/>
                  </a:lnTo>
                  <a:lnTo>
                    <a:pt x="5510316" y="209030"/>
                  </a:lnTo>
                  <a:lnTo>
                    <a:pt x="5510410" y="209030"/>
                  </a:lnTo>
                  <a:lnTo>
                    <a:pt x="5510503" y="209030"/>
                  </a:lnTo>
                  <a:lnTo>
                    <a:pt x="5510596" y="209030"/>
                  </a:lnTo>
                  <a:lnTo>
                    <a:pt x="5510689" y="209030"/>
                  </a:lnTo>
                  <a:lnTo>
                    <a:pt x="5510783" y="209030"/>
                  </a:lnTo>
                  <a:lnTo>
                    <a:pt x="5510876" y="209030"/>
                  </a:lnTo>
                  <a:lnTo>
                    <a:pt x="5510969" y="209030"/>
                  </a:lnTo>
                  <a:lnTo>
                    <a:pt x="5511062" y="209030"/>
                  </a:lnTo>
                  <a:lnTo>
                    <a:pt x="5511156" y="209030"/>
                  </a:lnTo>
                  <a:lnTo>
                    <a:pt x="5511249" y="209030"/>
                  </a:lnTo>
                  <a:lnTo>
                    <a:pt x="5511342" y="209030"/>
                  </a:lnTo>
                  <a:lnTo>
                    <a:pt x="5511435" y="209030"/>
                  </a:lnTo>
                  <a:lnTo>
                    <a:pt x="5511529" y="209030"/>
                  </a:lnTo>
                  <a:lnTo>
                    <a:pt x="5511622" y="209030"/>
                  </a:lnTo>
                  <a:lnTo>
                    <a:pt x="5511715" y="209030"/>
                  </a:lnTo>
                  <a:lnTo>
                    <a:pt x="5511808" y="209030"/>
                  </a:lnTo>
                  <a:lnTo>
                    <a:pt x="5511902" y="209030"/>
                  </a:lnTo>
                  <a:lnTo>
                    <a:pt x="5511995" y="209030"/>
                  </a:lnTo>
                  <a:lnTo>
                    <a:pt x="5512088" y="209030"/>
                  </a:lnTo>
                  <a:lnTo>
                    <a:pt x="5512181" y="209030"/>
                  </a:lnTo>
                  <a:lnTo>
                    <a:pt x="5512275" y="209030"/>
                  </a:lnTo>
                  <a:lnTo>
                    <a:pt x="5512368" y="209030"/>
                  </a:lnTo>
                  <a:lnTo>
                    <a:pt x="5512461" y="209030"/>
                  </a:lnTo>
                  <a:lnTo>
                    <a:pt x="5512554" y="209030"/>
                  </a:lnTo>
                  <a:lnTo>
                    <a:pt x="5512648" y="209030"/>
                  </a:lnTo>
                  <a:lnTo>
                    <a:pt x="5512741" y="209030"/>
                  </a:lnTo>
                  <a:lnTo>
                    <a:pt x="5512834" y="209030"/>
                  </a:lnTo>
                  <a:lnTo>
                    <a:pt x="5512927" y="209030"/>
                  </a:lnTo>
                  <a:lnTo>
                    <a:pt x="5513021" y="209030"/>
                  </a:lnTo>
                  <a:lnTo>
                    <a:pt x="5513114" y="209030"/>
                  </a:lnTo>
                  <a:lnTo>
                    <a:pt x="5513207" y="209030"/>
                  </a:lnTo>
                  <a:lnTo>
                    <a:pt x="5513300" y="209030"/>
                  </a:lnTo>
                  <a:lnTo>
                    <a:pt x="5513394" y="209030"/>
                  </a:lnTo>
                  <a:lnTo>
                    <a:pt x="5513487" y="209030"/>
                  </a:lnTo>
                  <a:lnTo>
                    <a:pt x="5513580" y="209030"/>
                  </a:lnTo>
                  <a:lnTo>
                    <a:pt x="5513673" y="209030"/>
                  </a:lnTo>
                  <a:lnTo>
                    <a:pt x="5513767" y="209030"/>
                  </a:lnTo>
                  <a:lnTo>
                    <a:pt x="5513860" y="209030"/>
                  </a:lnTo>
                  <a:lnTo>
                    <a:pt x="5513953" y="209030"/>
                  </a:lnTo>
                  <a:lnTo>
                    <a:pt x="5514046" y="209030"/>
                  </a:lnTo>
                  <a:lnTo>
                    <a:pt x="5514140" y="209030"/>
                  </a:lnTo>
                  <a:lnTo>
                    <a:pt x="5514233" y="209030"/>
                  </a:lnTo>
                  <a:lnTo>
                    <a:pt x="5514326" y="209030"/>
                  </a:lnTo>
                  <a:lnTo>
                    <a:pt x="5514419" y="209030"/>
                  </a:lnTo>
                  <a:lnTo>
                    <a:pt x="5514513" y="209030"/>
                  </a:lnTo>
                  <a:lnTo>
                    <a:pt x="5514606" y="209030"/>
                  </a:lnTo>
                  <a:lnTo>
                    <a:pt x="5514699" y="209030"/>
                  </a:lnTo>
                  <a:lnTo>
                    <a:pt x="5514792" y="209030"/>
                  </a:lnTo>
                  <a:lnTo>
                    <a:pt x="5514886" y="209030"/>
                  </a:lnTo>
                  <a:lnTo>
                    <a:pt x="5514979" y="209030"/>
                  </a:lnTo>
                  <a:lnTo>
                    <a:pt x="5515072" y="209030"/>
                  </a:lnTo>
                  <a:lnTo>
                    <a:pt x="5515165" y="209030"/>
                  </a:lnTo>
                  <a:lnTo>
                    <a:pt x="5515259" y="209030"/>
                  </a:lnTo>
                  <a:lnTo>
                    <a:pt x="5515352" y="209030"/>
                  </a:lnTo>
                  <a:lnTo>
                    <a:pt x="5515445" y="209030"/>
                  </a:lnTo>
                  <a:lnTo>
                    <a:pt x="5515538" y="209030"/>
                  </a:lnTo>
                  <a:lnTo>
                    <a:pt x="5515631" y="209030"/>
                  </a:lnTo>
                  <a:lnTo>
                    <a:pt x="5515725" y="209030"/>
                  </a:lnTo>
                  <a:lnTo>
                    <a:pt x="5515818" y="209030"/>
                  </a:lnTo>
                  <a:lnTo>
                    <a:pt x="5515911" y="209030"/>
                  </a:lnTo>
                  <a:lnTo>
                    <a:pt x="5516004" y="209030"/>
                  </a:lnTo>
                  <a:lnTo>
                    <a:pt x="5516098" y="209030"/>
                  </a:lnTo>
                  <a:lnTo>
                    <a:pt x="5516191" y="209030"/>
                  </a:lnTo>
                  <a:lnTo>
                    <a:pt x="5516284" y="209030"/>
                  </a:lnTo>
                  <a:lnTo>
                    <a:pt x="5516377" y="209030"/>
                  </a:lnTo>
                  <a:lnTo>
                    <a:pt x="5516471" y="209030"/>
                  </a:lnTo>
                  <a:lnTo>
                    <a:pt x="5516564" y="209030"/>
                  </a:lnTo>
                  <a:lnTo>
                    <a:pt x="5516657" y="209030"/>
                  </a:lnTo>
                  <a:lnTo>
                    <a:pt x="5516750" y="209030"/>
                  </a:lnTo>
                  <a:lnTo>
                    <a:pt x="5516844" y="209030"/>
                  </a:lnTo>
                  <a:lnTo>
                    <a:pt x="5516937" y="209030"/>
                  </a:lnTo>
                  <a:lnTo>
                    <a:pt x="5517030" y="209030"/>
                  </a:lnTo>
                  <a:lnTo>
                    <a:pt x="5517123" y="209030"/>
                  </a:lnTo>
                  <a:lnTo>
                    <a:pt x="5517217" y="209030"/>
                  </a:lnTo>
                  <a:lnTo>
                    <a:pt x="5517310" y="209030"/>
                  </a:lnTo>
                  <a:lnTo>
                    <a:pt x="5517403" y="209030"/>
                  </a:lnTo>
                  <a:lnTo>
                    <a:pt x="5517496" y="209030"/>
                  </a:lnTo>
                  <a:lnTo>
                    <a:pt x="5517590" y="209030"/>
                  </a:lnTo>
                  <a:lnTo>
                    <a:pt x="5517683" y="209030"/>
                  </a:lnTo>
                  <a:lnTo>
                    <a:pt x="5517776" y="209030"/>
                  </a:lnTo>
                  <a:lnTo>
                    <a:pt x="5517869" y="209030"/>
                  </a:lnTo>
                  <a:lnTo>
                    <a:pt x="5517963" y="209030"/>
                  </a:lnTo>
                  <a:lnTo>
                    <a:pt x="5518056" y="209030"/>
                  </a:lnTo>
                  <a:lnTo>
                    <a:pt x="5518149" y="209030"/>
                  </a:lnTo>
                  <a:lnTo>
                    <a:pt x="5518242" y="209030"/>
                  </a:lnTo>
                  <a:lnTo>
                    <a:pt x="5518336" y="209030"/>
                  </a:lnTo>
                  <a:lnTo>
                    <a:pt x="5518429" y="209030"/>
                  </a:lnTo>
                  <a:lnTo>
                    <a:pt x="5518522" y="209030"/>
                  </a:lnTo>
                  <a:lnTo>
                    <a:pt x="5518615" y="209030"/>
                  </a:lnTo>
                  <a:lnTo>
                    <a:pt x="5518709" y="209030"/>
                  </a:lnTo>
                  <a:lnTo>
                    <a:pt x="5518802" y="209030"/>
                  </a:lnTo>
                  <a:lnTo>
                    <a:pt x="5518895" y="209030"/>
                  </a:lnTo>
                  <a:lnTo>
                    <a:pt x="5518988" y="209030"/>
                  </a:lnTo>
                  <a:lnTo>
                    <a:pt x="5519082" y="209030"/>
                  </a:lnTo>
                  <a:lnTo>
                    <a:pt x="5519175" y="209030"/>
                  </a:lnTo>
                  <a:lnTo>
                    <a:pt x="5519268" y="209030"/>
                  </a:lnTo>
                  <a:lnTo>
                    <a:pt x="5519361" y="209030"/>
                  </a:lnTo>
                  <a:lnTo>
                    <a:pt x="5519455" y="209030"/>
                  </a:lnTo>
                  <a:lnTo>
                    <a:pt x="5519548" y="209030"/>
                  </a:lnTo>
                  <a:lnTo>
                    <a:pt x="5519641" y="209030"/>
                  </a:lnTo>
                  <a:lnTo>
                    <a:pt x="5519734" y="209030"/>
                  </a:lnTo>
                  <a:lnTo>
                    <a:pt x="5519828" y="209030"/>
                  </a:lnTo>
                  <a:lnTo>
                    <a:pt x="5519921" y="209030"/>
                  </a:lnTo>
                  <a:lnTo>
                    <a:pt x="5520014" y="209030"/>
                  </a:lnTo>
                  <a:lnTo>
                    <a:pt x="5520107" y="209030"/>
                  </a:lnTo>
                  <a:lnTo>
                    <a:pt x="5520201" y="209030"/>
                  </a:lnTo>
                  <a:lnTo>
                    <a:pt x="5520294" y="209030"/>
                  </a:lnTo>
                  <a:lnTo>
                    <a:pt x="5520387" y="209030"/>
                  </a:lnTo>
                  <a:lnTo>
                    <a:pt x="5520480" y="209030"/>
                  </a:lnTo>
                  <a:lnTo>
                    <a:pt x="5520574" y="209030"/>
                  </a:lnTo>
                  <a:lnTo>
                    <a:pt x="5520667" y="209030"/>
                  </a:lnTo>
                  <a:lnTo>
                    <a:pt x="5520760" y="209030"/>
                  </a:lnTo>
                  <a:lnTo>
                    <a:pt x="5520853" y="209030"/>
                  </a:lnTo>
                  <a:lnTo>
                    <a:pt x="5520947" y="209030"/>
                  </a:lnTo>
                  <a:lnTo>
                    <a:pt x="5521040" y="209030"/>
                  </a:lnTo>
                  <a:lnTo>
                    <a:pt x="5521133" y="209030"/>
                  </a:lnTo>
                  <a:lnTo>
                    <a:pt x="5521226" y="209030"/>
                  </a:lnTo>
                  <a:lnTo>
                    <a:pt x="5521320" y="209030"/>
                  </a:lnTo>
                  <a:lnTo>
                    <a:pt x="5521413" y="209030"/>
                  </a:lnTo>
                  <a:lnTo>
                    <a:pt x="5521506" y="209030"/>
                  </a:lnTo>
                  <a:lnTo>
                    <a:pt x="5521599" y="209030"/>
                  </a:lnTo>
                  <a:lnTo>
                    <a:pt x="5521693" y="209030"/>
                  </a:lnTo>
                  <a:lnTo>
                    <a:pt x="5521786" y="209030"/>
                  </a:lnTo>
                  <a:lnTo>
                    <a:pt x="5521879" y="209030"/>
                  </a:lnTo>
                  <a:lnTo>
                    <a:pt x="5521972" y="209030"/>
                  </a:lnTo>
                  <a:lnTo>
                    <a:pt x="5522066" y="209030"/>
                  </a:lnTo>
                  <a:lnTo>
                    <a:pt x="5522159" y="209030"/>
                  </a:lnTo>
                  <a:lnTo>
                    <a:pt x="5522252" y="209030"/>
                  </a:lnTo>
                  <a:lnTo>
                    <a:pt x="5522345" y="209030"/>
                  </a:lnTo>
                  <a:lnTo>
                    <a:pt x="5522439" y="209030"/>
                  </a:lnTo>
                  <a:lnTo>
                    <a:pt x="5522532" y="209030"/>
                  </a:lnTo>
                  <a:lnTo>
                    <a:pt x="5522625" y="209030"/>
                  </a:lnTo>
                  <a:lnTo>
                    <a:pt x="5522718" y="209030"/>
                  </a:lnTo>
                  <a:lnTo>
                    <a:pt x="5522811" y="209030"/>
                  </a:lnTo>
                  <a:lnTo>
                    <a:pt x="5522905" y="209030"/>
                  </a:lnTo>
                  <a:lnTo>
                    <a:pt x="5522998" y="209030"/>
                  </a:lnTo>
                  <a:lnTo>
                    <a:pt x="5523091" y="209030"/>
                  </a:lnTo>
                  <a:lnTo>
                    <a:pt x="5523184" y="209030"/>
                  </a:lnTo>
                  <a:lnTo>
                    <a:pt x="5523278" y="209030"/>
                  </a:lnTo>
                  <a:lnTo>
                    <a:pt x="5523371" y="209030"/>
                  </a:lnTo>
                  <a:lnTo>
                    <a:pt x="5523464" y="209030"/>
                  </a:lnTo>
                  <a:lnTo>
                    <a:pt x="5523557" y="209030"/>
                  </a:lnTo>
                  <a:lnTo>
                    <a:pt x="5523651" y="209030"/>
                  </a:lnTo>
                  <a:lnTo>
                    <a:pt x="5523744" y="209030"/>
                  </a:lnTo>
                  <a:lnTo>
                    <a:pt x="5523837" y="209030"/>
                  </a:lnTo>
                  <a:lnTo>
                    <a:pt x="5523930" y="209030"/>
                  </a:lnTo>
                  <a:lnTo>
                    <a:pt x="5524024" y="209030"/>
                  </a:lnTo>
                  <a:lnTo>
                    <a:pt x="5524117" y="209030"/>
                  </a:lnTo>
                  <a:lnTo>
                    <a:pt x="5524210" y="209030"/>
                  </a:lnTo>
                  <a:lnTo>
                    <a:pt x="5524303" y="209030"/>
                  </a:lnTo>
                  <a:lnTo>
                    <a:pt x="5524397" y="209030"/>
                  </a:lnTo>
                  <a:lnTo>
                    <a:pt x="5524490" y="209030"/>
                  </a:lnTo>
                  <a:lnTo>
                    <a:pt x="5524583" y="209030"/>
                  </a:lnTo>
                  <a:lnTo>
                    <a:pt x="5524676" y="209030"/>
                  </a:lnTo>
                  <a:lnTo>
                    <a:pt x="5524770" y="209030"/>
                  </a:lnTo>
                  <a:lnTo>
                    <a:pt x="5524863" y="209030"/>
                  </a:lnTo>
                  <a:lnTo>
                    <a:pt x="5524956" y="209030"/>
                  </a:lnTo>
                  <a:lnTo>
                    <a:pt x="5525049" y="209030"/>
                  </a:lnTo>
                  <a:lnTo>
                    <a:pt x="5525143" y="209030"/>
                  </a:lnTo>
                  <a:lnTo>
                    <a:pt x="5525236" y="209030"/>
                  </a:lnTo>
                  <a:lnTo>
                    <a:pt x="5525329" y="209030"/>
                  </a:lnTo>
                  <a:lnTo>
                    <a:pt x="5525422" y="209030"/>
                  </a:lnTo>
                  <a:lnTo>
                    <a:pt x="5525516" y="209030"/>
                  </a:lnTo>
                  <a:lnTo>
                    <a:pt x="5525609" y="209030"/>
                  </a:lnTo>
                  <a:lnTo>
                    <a:pt x="5525702" y="209030"/>
                  </a:lnTo>
                  <a:lnTo>
                    <a:pt x="5525795" y="209030"/>
                  </a:lnTo>
                  <a:lnTo>
                    <a:pt x="5525889" y="209030"/>
                  </a:lnTo>
                  <a:lnTo>
                    <a:pt x="5525982" y="209030"/>
                  </a:lnTo>
                  <a:lnTo>
                    <a:pt x="5526075" y="209030"/>
                  </a:lnTo>
                  <a:lnTo>
                    <a:pt x="5526168" y="209030"/>
                  </a:lnTo>
                  <a:lnTo>
                    <a:pt x="5526262" y="209030"/>
                  </a:lnTo>
                  <a:lnTo>
                    <a:pt x="5526355" y="209030"/>
                  </a:lnTo>
                  <a:lnTo>
                    <a:pt x="5526448" y="209030"/>
                  </a:lnTo>
                  <a:lnTo>
                    <a:pt x="5526541" y="209030"/>
                  </a:lnTo>
                  <a:lnTo>
                    <a:pt x="5526635" y="209030"/>
                  </a:lnTo>
                  <a:lnTo>
                    <a:pt x="5526728" y="209030"/>
                  </a:lnTo>
                  <a:lnTo>
                    <a:pt x="5526821" y="209030"/>
                  </a:lnTo>
                  <a:lnTo>
                    <a:pt x="5526914" y="209030"/>
                  </a:lnTo>
                  <a:lnTo>
                    <a:pt x="5527008" y="209030"/>
                  </a:lnTo>
                  <a:lnTo>
                    <a:pt x="5527101" y="209030"/>
                  </a:lnTo>
                  <a:lnTo>
                    <a:pt x="5527194" y="209030"/>
                  </a:lnTo>
                  <a:lnTo>
                    <a:pt x="5527287" y="209030"/>
                  </a:lnTo>
                  <a:lnTo>
                    <a:pt x="5527381" y="209030"/>
                  </a:lnTo>
                  <a:lnTo>
                    <a:pt x="5527474" y="209030"/>
                  </a:lnTo>
                  <a:lnTo>
                    <a:pt x="5527567" y="209030"/>
                  </a:lnTo>
                  <a:lnTo>
                    <a:pt x="5527660" y="209030"/>
                  </a:lnTo>
                  <a:lnTo>
                    <a:pt x="5527754" y="209030"/>
                  </a:lnTo>
                  <a:lnTo>
                    <a:pt x="5527847" y="209030"/>
                  </a:lnTo>
                  <a:lnTo>
                    <a:pt x="5527940" y="209030"/>
                  </a:lnTo>
                  <a:lnTo>
                    <a:pt x="5528033" y="209030"/>
                  </a:lnTo>
                  <a:lnTo>
                    <a:pt x="5528127" y="209030"/>
                  </a:lnTo>
                  <a:lnTo>
                    <a:pt x="5528220" y="209030"/>
                  </a:lnTo>
                  <a:lnTo>
                    <a:pt x="5528313" y="209030"/>
                  </a:lnTo>
                  <a:lnTo>
                    <a:pt x="5528406" y="209030"/>
                  </a:lnTo>
                  <a:lnTo>
                    <a:pt x="5528500" y="209030"/>
                  </a:lnTo>
                  <a:lnTo>
                    <a:pt x="5528593" y="209030"/>
                  </a:lnTo>
                  <a:lnTo>
                    <a:pt x="5528686" y="209030"/>
                  </a:lnTo>
                  <a:lnTo>
                    <a:pt x="5528779" y="209030"/>
                  </a:lnTo>
                  <a:lnTo>
                    <a:pt x="5528873" y="209030"/>
                  </a:lnTo>
                  <a:lnTo>
                    <a:pt x="5528966" y="209030"/>
                  </a:lnTo>
                  <a:lnTo>
                    <a:pt x="5529059" y="209030"/>
                  </a:lnTo>
                  <a:lnTo>
                    <a:pt x="5529152" y="209030"/>
                  </a:lnTo>
                  <a:lnTo>
                    <a:pt x="5529246" y="209030"/>
                  </a:lnTo>
                  <a:lnTo>
                    <a:pt x="5529339" y="209030"/>
                  </a:lnTo>
                  <a:lnTo>
                    <a:pt x="5529432" y="209030"/>
                  </a:lnTo>
                  <a:lnTo>
                    <a:pt x="5529525" y="209030"/>
                  </a:lnTo>
                  <a:lnTo>
                    <a:pt x="5529618" y="209030"/>
                  </a:lnTo>
                  <a:lnTo>
                    <a:pt x="5529712" y="209030"/>
                  </a:lnTo>
                  <a:lnTo>
                    <a:pt x="5529805" y="209030"/>
                  </a:lnTo>
                  <a:lnTo>
                    <a:pt x="5529898" y="209030"/>
                  </a:lnTo>
                  <a:lnTo>
                    <a:pt x="5529991" y="209030"/>
                  </a:lnTo>
                  <a:lnTo>
                    <a:pt x="5530085" y="209030"/>
                  </a:lnTo>
                  <a:lnTo>
                    <a:pt x="5530178" y="209030"/>
                  </a:lnTo>
                  <a:lnTo>
                    <a:pt x="5530271" y="209030"/>
                  </a:lnTo>
                  <a:lnTo>
                    <a:pt x="5530364" y="209030"/>
                  </a:lnTo>
                  <a:lnTo>
                    <a:pt x="5530458" y="209030"/>
                  </a:lnTo>
                  <a:lnTo>
                    <a:pt x="5530551" y="209030"/>
                  </a:lnTo>
                  <a:lnTo>
                    <a:pt x="5530644" y="209030"/>
                  </a:lnTo>
                  <a:lnTo>
                    <a:pt x="5530737" y="209030"/>
                  </a:lnTo>
                  <a:lnTo>
                    <a:pt x="5530831" y="209030"/>
                  </a:lnTo>
                  <a:lnTo>
                    <a:pt x="5530924" y="209030"/>
                  </a:lnTo>
                  <a:lnTo>
                    <a:pt x="5531017" y="209030"/>
                  </a:lnTo>
                  <a:lnTo>
                    <a:pt x="5531110" y="209030"/>
                  </a:lnTo>
                  <a:lnTo>
                    <a:pt x="5531204" y="209030"/>
                  </a:lnTo>
                  <a:lnTo>
                    <a:pt x="5531297" y="209030"/>
                  </a:lnTo>
                  <a:lnTo>
                    <a:pt x="5531390" y="209030"/>
                  </a:lnTo>
                  <a:lnTo>
                    <a:pt x="5531483" y="209030"/>
                  </a:lnTo>
                  <a:lnTo>
                    <a:pt x="5531577" y="209030"/>
                  </a:lnTo>
                  <a:lnTo>
                    <a:pt x="5531670" y="209030"/>
                  </a:lnTo>
                  <a:lnTo>
                    <a:pt x="5531763" y="209030"/>
                  </a:lnTo>
                  <a:lnTo>
                    <a:pt x="5531856" y="209030"/>
                  </a:lnTo>
                  <a:lnTo>
                    <a:pt x="5531950" y="209030"/>
                  </a:lnTo>
                  <a:lnTo>
                    <a:pt x="5532043" y="209030"/>
                  </a:lnTo>
                  <a:lnTo>
                    <a:pt x="5532136" y="209030"/>
                  </a:lnTo>
                  <a:lnTo>
                    <a:pt x="5532229" y="209030"/>
                  </a:lnTo>
                  <a:lnTo>
                    <a:pt x="5532323" y="209030"/>
                  </a:lnTo>
                  <a:lnTo>
                    <a:pt x="5532416" y="209030"/>
                  </a:lnTo>
                  <a:lnTo>
                    <a:pt x="5532509" y="209030"/>
                  </a:lnTo>
                  <a:lnTo>
                    <a:pt x="5532602" y="209030"/>
                  </a:lnTo>
                  <a:lnTo>
                    <a:pt x="5532696" y="209030"/>
                  </a:lnTo>
                  <a:lnTo>
                    <a:pt x="5532789" y="209030"/>
                  </a:lnTo>
                  <a:lnTo>
                    <a:pt x="5532882" y="209030"/>
                  </a:lnTo>
                  <a:lnTo>
                    <a:pt x="5532975" y="209030"/>
                  </a:lnTo>
                  <a:lnTo>
                    <a:pt x="5533069" y="209030"/>
                  </a:lnTo>
                  <a:lnTo>
                    <a:pt x="5533162" y="209030"/>
                  </a:lnTo>
                  <a:lnTo>
                    <a:pt x="5533255" y="209030"/>
                  </a:lnTo>
                  <a:lnTo>
                    <a:pt x="5533348" y="209030"/>
                  </a:lnTo>
                  <a:lnTo>
                    <a:pt x="5533442" y="209030"/>
                  </a:lnTo>
                  <a:lnTo>
                    <a:pt x="5533535" y="209030"/>
                  </a:lnTo>
                  <a:lnTo>
                    <a:pt x="5533628" y="209030"/>
                  </a:lnTo>
                  <a:lnTo>
                    <a:pt x="5533721" y="209030"/>
                  </a:lnTo>
                  <a:lnTo>
                    <a:pt x="5533815" y="209030"/>
                  </a:lnTo>
                  <a:lnTo>
                    <a:pt x="5533908" y="209030"/>
                  </a:lnTo>
                  <a:lnTo>
                    <a:pt x="5534001" y="209030"/>
                  </a:lnTo>
                  <a:lnTo>
                    <a:pt x="5534094" y="209030"/>
                  </a:lnTo>
                  <a:lnTo>
                    <a:pt x="5534188" y="209030"/>
                  </a:lnTo>
                  <a:lnTo>
                    <a:pt x="5534281" y="209030"/>
                  </a:lnTo>
                  <a:lnTo>
                    <a:pt x="5534374" y="209030"/>
                  </a:lnTo>
                  <a:lnTo>
                    <a:pt x="5534467" y="209030"/>
                  </a:lnTo>
                  <a:lnTo>
                    <a:pt x="5534561" y="209030"/>
                  </a:lnTo>
                  <a:lnTo>
                    <a:pt x="5534654" y="209030"/>
                  </a:lnTo>
                  <a:lnTo>
                    <a:pt x="5534747" y="209030"/>
                  </a:lnTo>
                  <a:lnTo>
                    <a:pt x="5534840" y="209030"/>
                  </a:lnTo>
                  <a:lnTo>
                    <a:pt x="5534934" y="209030"/>
                  </a:lnTo>
                  <a:lnTo>
                    <a:pt x="5535027" y="209030"/>
                  </a:lnTo>
                  <a:lnTo>
                    <a:pt x="5535120" y="209030"/>
                  </a:lnTo>
                  <a:lnTo>
                    <a:pt x="5535213" y="209030"/>
                  </a:lnTo>
                  <a:lnTo>
                    <a:pt x="5535307" y="209030"/>
                  </a:lnTo>
                  <a:lnTo>
                    <a:pt x="5535400" y="209030"/>
                  </a:lnTo>
                  <a:lnTo>
                    <a:pt x="5535493" y="209030"/>
                  </a:lnTo>
                  <a:lnTo>
                    <a:pt x="5535586" y="209030"/>
                  </a:lnTo>
                  <a:lnTo>
                    <a:pt x="5535680" y="209030"/>
                  </a:lnTo>
                  <a:lnTo>
                    <a:pt x="5535773" y="209030"/>
                  </a:lnTo>
                  <a:lnTo>
                    <a:pt x="5535866" y="209030"/>
                  </a:lnTo>
                  <a:lnTo>
                    <a:pt x="5535959" y="209030"/>
                  </a:lnTo>
                  <a:lnTo>
                    <a:pt x="5536053" y="209030"/>
                  </a:lnTo>
                  <a:lnTo>
                    <a:pt x="5536146" y="209030"/>
                  </a:lnTo>
                  <a:lnTo>
                    <a:pt x="5536239" y="209030"/>
                  </a:lnTo>
                  <a:lnTo>
                    <a:pt x="5536332" y="209030"/>
                  </a:lnTo>
                  <a:lnTo>
                    <a:pt x="5536425" y="209030"/>
                  </a:lnTo>
                  <a:lnTo>
                    <a:pt x="5536519" y="209030"/>
                  </a:lnTo>
                  <a:lnTo>
                    <a:pt x="5536612" y="209030"/>
                  </a:lnTo>
                  <a:lnTo>
                    <a:pt x="5536705" y="209030"/>
                  </a:lnTo>
                  <a:lnTo>
                    <a:pt x="5536798" y="209030"/>
                  </a:lnTo>
                  <a:lnTo>
                    <a:pt x="5536892" y="209030"/>
                  </a:lnTo>
                  <a:lnTo>
                    <a:pt x="5536985" y="209030"/>
                  </a:lnTo>
                  <a:lnTo>
                    <a:pt x="5537078" y="209030"/>
                  </a:lnTo>
                  <a:lnTo>
                    <a:pt x="5537171" y="209030"/>
                  </a:lnTo>
                  <a:lnTo>
                    <a:pt x="5537265" y="209030"/>
                  </a:lnTo>
                  <a:lnTo>
                    <a:pt x="5537358" y="209030"/>
                  </a:lnTo>
                  <a:lnTo>
                    <a:pt x="5537451" y="209030"/>
                  </a:lnTo>
                  <a:lnTo>
                    <a:pt x="5537544" y="209030"/>
                  </a:lnTo>
                  <a:lnTo>
                    <a:pt x="5537638" y="209030"/>
                  </a:lnTo>
                  <a:lnTo>
                    <a:pt x="5537731" y="209030"/>
                  </a:lnTo>
                  <a:lnTo>
                    <a:pt x="5537824" y="209030"/>
                  </a:lnTo>
                  <a:lnTo>
                    <a:pt x="5537917" y="209030"/>
                  </a:lnTo>
                  <a:lnTo>
                    <a:pt x="5538011" y="209030"/>
                  </a:lnTo>
                  <a:lnTo>
                    <a:pt x="5538104" y="209030"/>
                  </a:lnTo>
                  <a:lnTo>
                    <a:pt x="5538197" y="209030"/>
                  </a:lnTo>
                  <a:lnTo>
                    <a:pt x="5538290" y="209030"/>
                  </a:lnTo>
                  <a:lnTo>
                    <a:pt x="5538384" y="209030"/>
                  </a:lnTo>
                  <a:lnTo>
                    <a:pt x="5538477" y="209030"/>
                  </a:lnTo>
                  <a:lnTo>
                    <a:pt x="5538570" y="209030"/>
                  </a:lnTo>
                  <a:lnTo>
                    <a:pt x="5538663" y="209030"/>
                  </a:lnTo>
                  <a:lnTo>
                    <a:pt x="5538757" y="209030"/>
                  </a:lnTo>
                  <a:lnTo>
                    <a:pt x="5538850" y="209030"/>
                  </a:lnTo>
                  <a:lnTo>
                    <a:pt x="5538943" y="209030"/>
                  </a:lnTo>
                  <a:lnTo>
                    <a:pt x="5539036" y="209030"/>
                  </a:lnTo>
                  <a:lnTo>
                    <a:pt x="5539130" y="209030"/>
                  </a:lnTo>
                  <a:lnTo>
                    <a:pt x="5539223" y="209030"/>
                  </a:lnTo>
                  <a:lnTo>
                    <a:pt x="5539316" y="209030"/>
                  </a:lnTo>
                  <a:lnTo>
                    <a:pt x="5539409" y="209030"/>
                  </a:lnTo>
                  <a:lnTo>
                    <a:pt x="5539503" y="209030"/>
                  </a:lnTo>
                  <a:lnTo>
                    <a:pt x="5539596" y="209030"/>
                  </a:lnTo>
                  <a:lnTo>
                    <a:pt x="5539689" y="209030"/>
                  </a:lnTo>
                  <a:lnTo>
                    <a:pt x="5539782" y="209030"/>
                  </a:lnTo>
                  <a:lnTo>
                    <a:pt x="5539876" y="209030"/>
                  </a:lnTo>
                  <a:lnTo>
                    <a:pt x="5539969" y="209030"/>
                  </a:lnTo>
                  <a:lnTo>
                    <a:pt x="5540062" y="209030"/>
                  </a:lnTo>
                  <a:lnTo>
                    <a:pt x="5540155" y="209030"/>
                  </a:lnTo>
                  <a:lnTo>
                    <a:pt x="5540249" y="209030"/>
                  </a:lnTo>
                  <a:lnTo>
                    <a:pt x="5540342" y="209030"/>
                  </a:lnTo>
                  <a:lnTo>
                    <a:pt x="5540435" y="209030"/>
                  </a:lnTo>
                  <a:lnTo>
                    <a:pt x="5540528" y="209030"/>
                  </a:lnTo>
                  <a:lnTo>
                    <a:pt x="5540622" y="209030"/>
                  </a:lnTo>
                  <a:lnTo>
                    <a:pt x="5540715" y="209030"/>
                  </a:lnTo>
                  <a:lnTo>
                    <a:pt x="5540808" y="209030"/>
                  </a:lnTo>
                  <a:lnTo>
                    <a:pt x="5540901" y="209030"/>
                  </a:lnTo>
                  <a:lnTo>
                    <a:pt x="5540995" y="209030"/>
                  </a:lnTo>
                  <a:lnTo>
                    <a:pt x="5541088" y="209030"/>
                  </a:lnTo>
                  <a:lnTo>
                    <a:pt x="5541181" y="209030"/>
                  </a:lnTo>
                  <a:lnTo>
                    <a:pt x="5541274" y="209030"/>
                  </a:lnTo>
                  <a:lnTo>
                    <a:pt x="5541368" y="209030"/>
                  </a:lnTo>
                  <a:lnTo>
                    <a:pt x="5541461" y="209030"/>
                  </a:lnTo>
                  <a:lnTo>
                    <a:pt x="5541554" y="209030"/>
                  </a:lnTo>
                  <a:lnTo>
                    <a:pt x="5541647" y="209030"/>
                  </a:lnTo>
                  <a:lnTo>
                    <a:pt x="5541741" y="209030"/>
                  </a:lnTo>
                  <a:lnTo>
                    <a:pt x="5541834" y="209030"/>
                  </a:lnTo>
                  <a:lnTo>
                    <a:pt x="5541927" y="209030"/>
                  </a:lnTo>
                  <a:lnTo>
                    <a:pt x="5542020" y="209030"/>
                  </a:lnTo>
                  <a:lnTo>
                    <a:pt x="5542114" y="209030"/>
                  </a:lnTo>
                  <a:lnTo>
                    <a:pt x="5542207" y="209030"/>
                  </a:lnTo>
                  <a:lnTo>
                    <a:pt x="5542300" y="209030"/>
                  </a:lnTo>
                  <a:lnTo>
                    <a:pt x="5542393" y="209030"/>
                  </a:lnTo>
                  <a:lnTo>
                    <a:pt x="5542487" y="209030"/>
                  </a:lnTo>
                  <a:lnTo>
                    <a:pt x="5542580" y="209030"/>
                  </a:lnTo>
                  <a:lnTo>
                    <a:pt x="5542673" y="209030"/>
                  </a:lnTo>
                  <a:lnTo>
                    <a:pt x="5542766" y="209030"/>
                  </a:lnTo>
                  <a:lnTo>
                    <a:pt x="5542860" y="209030"/>
                  </a:lnTo>
                  <a:lnTo>
                    <a:pt x="5542953" y="209030"/>
                  </a:lnTo>
                  <a:lnTo>
                    <a:pt x="5543046" y="209030"/>
                  </a:lnTo>
                  <a:lnTo>
                    <a:pt x="5543139" y="209030"/>
                  </a:lnTo>
                  <a:lnTo>
                    <a:pt x="5543233" y="209030"/>
                  </a:lnTo>
                  <a:lnTo>
                    <a:pt x="5543326" y="209030"/>
                  </a:lnTo>
                  <a:lnTo>
                    <a:pt x="5543419" y="209030"/>
                  </a:lnTo>
                  <a:lnTo>
                    <a:pt x="5543512" y="209030"/>
                  </a:lnTo>
                  <a:lnTo>
                    <a:pt x="5543605" y="209030"/>
                  </a:lnTo>
                  <a:lnTo>
                    <a:pt x="5543699" y="209030"/>
                  </a:lnTo>
                  <a:lnTo>
                    <a:pt x="5543792" y="209030"/>
                  </a:lnTo>
                  <a:lnTo>
                    <a:pt x="5543885" y="209030"/>
                  </a:lnTo>
                  <a:lnTo>
                    <a:pt x="5543978" y="209030"/>
                  </a:lnTo>
                  <a:lnTo>
                    <a:pt x="5544072" y="209030"/>
                  </a:lnTo>
                  <a:lnTo>
                    <a:pt x="5544165" y="209030"/>
                  </a:lnTo>
                  <a:lnTo>
                    <a:pt x="5544258" y="209030"/>
                  </a:lnTo>
                  <a:lnTo>
                    <a:pt x="5544351" y="209030"/>
                  </a:lnTo>
                  <a:lnTo>
                    <a:pt x="5544445" y="209030"/>
                  </a:lnTo>
                  <a:lnTo>
                    <a:pt x="5544538" y="209030"/>
                  </a:lnTo>
                  <a:lnTo>
                    <a:pt x="5544631" y="209030"/>
                  </a:lnTo>
                  <a:lnTo>
                    <a:pt x="5544724" y="209030"/>
                  </a:lnTo>
                  <a:lnTo>
                    <a:pt x="5544818" y="209030"/>
                  </a:lnTo>
                  <a:lnTo>
                    <a:pt x="5544911" y="209030"/>
                  </a:lnTo>
                  <a:lnTo>
                    <a:pt x="5545004" y="209030"/>
                  </a:lnTo>
                  <a:lnTo>
                    <a:pt x="5545097" y="209030"/>
                  </a:lnTo>
                  <a:lnTo>
                    <a:pt x="5545191" y="209030"/>
                  </a:lnTo>
                  <a:lnTo>
                    <a:pt x="5545284" y="209030"/>
                  </a:lnTo>
                  <a:lnTo>
                    <a:pt x="5545377" y="209030"/>
                  </a:lnTo>
                  <a:lnTo>
                    <a:pt x="5545470" y="209030"/>
                  </a:lnTo>
                  <a:lnTo>
                    <a:pt x="5545564" y="209030"/>
                  </a:lnTo>
                  <a:lnTo>
                    <a:pt x="5545657" y="209030"/>
                  </a:lnTo>
                  <a:lnTo>
                    <a:pt x="5545750" y="209030"/>
                  </a:lnTo>
                  <a:lnTo>
                    <a:pt x="5545843" y="209030"/>
                  </a:lnTo>
                  <a:lnTo>
                    <a:pt x="5545937" y="209030"/>
                  </a:lnTo>
                  <a:lnTo>
                    <a:pt x="5546030" y="209030"/>
                  </a:lnTo>
                  <a:lnTo>
                    <a:pt x="5546123" y="209030"/>
                  </a:lnTo>
                  <a:lnTo>
                    <a:pt x="5546216" y="209030"/>
                  </a:lnTo>
                  <a:lnTo>
                    <a:pt x="5546310" y="209030"/>
                  </a:lnTo>
                  <a:lnTo>
                    <a:pt x="5546403" y="209030"/>
                  </a:lnTo>
                  <a:lnTo>
                    <a:pt x="5546496" y="209030"/>
                  </a:lnTo>
                  <a:lnTo>
                    <a:pt x="5546589" y="209030"/>
                  </a:lnTo>
                  <a:lnTo>
                    <a:pt x="5546683" y="209030"/>
                  </a:lnTo>
                  <a:lnTo>
                    <a:pt x="5546776" y="209030"/>
                  </a:lnTo>
                  <a:lnTo>
                    <a:pt x="5546869" y="209030"/>
                  </a:lnTo>
                  <a:lnTo>
                    <a:pt x="5546962" y="209030"/>
                  </a:lnTo>
                  <a:lnTo>
                    <a:pt x="5547056" y="209030"/>
                  </a:lnTo>
                  <a:lnTo>
                    <a:pt x="5547149" y="209030"/>
                  </a:lnTo>
                  <a:lnTo>
                    <a:pt x="5547242" y="209030"/>
                  </a:lnTo>
                  <a:lnTo>
                    <a:pt x="5547335" y="209030"/>
                  </a:lnTo>
                  <a:lnTo>
                    <a:pt x="5547429" y="209030"/>
                  </a:lnTo>
                  <a:lnTo>
                    <a:pt x="5547522" y="209030"/>
                  </a:lnTo>
                  <a:lnTo>
                    <a:pt x="5547615" y="209030"/>
                  </a:lnTo>
                  <a:lnTo>
                    <a:pt x="5547708" y="209030"/>
                  </a:lnTo>
                  <a:lnTo>
                    <a:pt x="5547802" y="209030"/>
                  </a:lnTo>
                  <a:lnTo>
                    <a:pt x="5547895" y="209030"/>
                  </a:lnTo>
                  <a:lnTo>
                    <a:pt x="5547988" y="209030"/>
                  </a:lnTo>
                  <a:lnTo>
                    <a:pt x="5548081" y="209030"/>
                  </a:lnTo>
                  <a:lnTo>
                    <a:pt x="5548175" y="209030"/>
                  </a:lnTo>
                  <a:lnTo>
                    <a:pt x="5548268" y="209030"/>
                  </a:lnTo>
                  <a:lnTo>
                    <a:pt x="5548361" y="209030"/>
                  </a:lnTo>
                  <a:lnTo>
                    <a:pt x="5548454" y="209030"/>
                  </a:lnTo>
                  <a:lnTo>
                    <a:pt x="5548548" y="209030"/>
                  </a:lnTo>
                  <a:lnTo>
                    <a:pt x="5548641" y="209030"/>
                  </a:lnTo>
                  <a:lnTo>
                    <a:pt x="5548734" y="209030"/>
                  </a:lnTo>
                  <a:lnTo>
                    <a:pt x="5548827" y="209030"/>
                  </a:lnTo>
                  <a:lnTo>
                    <a:pt x="5548921" y="209030"/>
                  </a:lnTo>
                  <a:lnTo>
                    <a:pt x="5549014" y="209030"/>
                  </a:lnTo>
                  <a:lnTo>
                    <a:pt x="5549107" y="209030"/>
                  </a:lnTo>
                  <a:lnTo>
                    <a:pt x="5549200" y="209030"/>
                  </a:lnTo>
                  <a:lnTo>
                    <a:pt x="5549294" y="209030"/>
                  </a:lnTo>
                  <a:lnTo>
                    <a:pt x="5549387" y="209030"/>
                  </a:lnTo>
                  <a:lnTo>
                    <a:pt x="5549480" y="209030"/>
                  </a:lnTo>
                  <a:lnTo>
                    <a:pt x="5549573" y="209030"/>
                  </a:lnTo>
                  <a:lnTo>
                    <a:pt x="5549667" y="209030"/>
                  </a:lnTo>
                  <a:lnTo>
                    <a:pt x="5549760" y="209030"/>
                  </a:lnTo>
                  <a:lnTo>
                    <a:pt x="5549853" y="209030"/>
                  </a:lnTo>
                  <a:lnTo>
                    <a:pt x="5549946" y="209030"/>
                  </a:lnTo>
                  <a:lnTo>
                    <a:pt x="5550040" y="209030"/>
                  </a:lnTo>
                  <a:lnTo>
                    <a:pt x="5550133" y="209030"/>
                  </a:lnTo>
                  <a:lnTo>
                    <a:pt x="5550226" y="209030"/>
                  </a:lnTo>
                  <a:lnTo>
                    <a:pt x="5550319" y="209030"/>
                  </a:lnTo>
                  <a:lnTo>
                    <a:pt x="5550412" y="209030"/>
                  </a:lnTo>
                  <a:lnTo>
                    <a:pt x="5550506" y="209030"/>
                  </a:lnTo>
                  <a:lnTo>
                    <a:pt x="5550599" y="209030"/>
                  </a:lnTo>
                  <a:lnTo>
                    <a:pt x="5550692" y="209030"/>
                  </a:lnTo>
                  <a:lnTo>
                    <a:pt x="5550785" y="209030"/>
                  </a:lnTo>
                  <a:lnTo>
                    <a:pt x="5550879" y="209030"/>
                  </a:lnTo>
                  <a:lnTo>
                    <a:pt x="5550972" y="209030"/>
                  </a:lnTo>
                  <a:lnTo>
                    <a:pt x="5551065" y="209030"/>
                  </a:lnTo>
                  <a:lnTo>
                    <a:pt x="5551158" y="209030"/>
                  </a:lnTo>
                  <a:lnTo>
                    <a:pt x="5551252" y="209030"/>
                  </a:lnTo>
                  <a:lnTo>
                    <a:pt x="5551345" y="209030"/>
                  </a:lnTo>
                  <a:lnTo>
                    <a:pt x="5551438" y="209030"/>
                  </a:lnTo>
                  <a:lnTo>
                    <a:pt x="5551531" y="209030"/>
                  </a:lnTo>
                  <a:lnTo>
                    <a:pt x="5551625" y="209030"/>
                  </a:lnTo>
                  <a:lnTo>
                    <a:pt x="5551625" y="199076"/>
                  </a:lnTo>
                  <a:lnTo>
                    <a:pt x="5551718" y="199076"/>
                  </a:lnTo>
                  <a:lnTo>
                    <a:pt x="5551811" y="199076"/>
                  </a:lnTo>
                  <a:lnTo>
                    <a:pt x="5551904" y="199076"/>
                  </a:lnTo>
                  <a:lnTo>
                    <a:pt x="5551998" y="199076"/>
                  </a:lnTo>
                  <a:lnTo>
                    <a:pt x="5552091" y="199076"/>
                  </a:lnTo>
                  <a:lnTo>
                    <a:pt x="5552184" y="199076"/>
                  </a:lnTo>
                  <a:lnTo>
                    <a:pt x="5552277" y="199076"/>
                  </a:lnTo>
                  <a:lnTo>
                    <a:pt x="5552371" y="199076"/>
                  </a:lnTo>
                  <a:lnTo>
                    <a:pt x="5552464" y="199076"/>
                  </a:lnTo>
                  <a:lnTo>
                    <a:pt x="5552557" y="199076"/>
                  </a:lnTo>
                  <a:lnTo>
                    <a:pt x="5552650" y="199076"/>
                  </a:lnTo>
                  <a:lnTo>
                    <a:pt x="5552744" y="199076"/>
                  </a:lnTo>
                  <a:lnTo>
                    <a:pt x="5552837" y="199076"/>
                  </a:lnTo>
                  <a:lnTo>
                    <a:pt x="5552930" y="199076"/>
                  </a:lnTo>
                  <a:lnTo>
                    <a:pt x="5553023" y="199076"/>
                  </a:lnTo>
                  <a:lnTo>
                    <a:pt x="5553117" y="199076"/>
                  </a:lnTo>
                  <a:lnTo>
                    <a:pt x="5553210" y="199076"/>
                  </a:lnTo>
                  <a:lnTo>
                    <a:pt x="5553210" y="189122"/>
                  </a:lnTo>
                  <a:lnTo>
                    <a:pt x="5553303" y="189122"/>
                  </a:lnTo>
                  <a:lnTo>
                    <a:pt x="5553396" y="189122"/>
                  </a:lnTo>
                  <a:lnTo>
                    <a:pt x="5553490" y="189122"/>
                  </a:lnTo>
                  <a:lnTo>
                    <a:pt x="5553583" y="189122"/>
                  </a:lnTo>
                  <a:lnTo>
                    <a:pt x="5553676" y="189122"/>
                  </a:lnTo>
                  <a:lnTo>
                    <a:pt x="5553769" y="189122"/>
                  </a:lnTo>
                  <a:lnTo>
                    <a:pt x="5553863" y="189122"/>
                  </a:lnTo>
                  <a:lnTo>
                    <a:pt x="5553956" y="189122"/>
                  </a:lnTo>
                  <a:lnTo>
                    <a:pt x="5554049" y="189122"/>
                  </a:lnTo>
                  <a:lnTo>
                    <a:pt x="5554142" y="189122"/>
                  </a:lnTo>
                  <a:lnTo>
                    <a:pt x="5554236" y="189122"/>
                  </a:lnTo>
                  <a:lnTo>
                    <a:pt x="5554329" y="189122"/>
                  </a:lnTo>
                  <a:lnTo>
                    <a:pt x="5554422" y="189122"/>
                  </a:lnTo>
                  <a:lnTo>
                    <a:pt x="5554515" y="189122"/>
                  </a:lnTo>
                  <a:lnTo>
                    <a:pt x="5554609" y="189122"/>
                  </a:lnTo>
                  <a:lnTo>
                    <a:pt x="5554702" y="189122"/>
                  </a:lnTo>
                  <a:lnTo>
                    <a:pt x="5554795" y="189122"/>
                  </a:lnTo>
                  <a:lnTo>
                    <a:pt x="5554888" y="189122"/>
                  </a:lnTo>
                  <a:lnTo>
                    <a:pt x="5554982" y="189122"/>
                  </a:lnTo>
                  <a:lnTo>
                    <a:pt x="5555075" y="189122"/>
                  </a:lnTo>
                  <a:lnTo>
                    <a:pt x="5555168" y="189122"/>
                  </a:lnTo>
                  <a:lnTo>
                    <a:pt x="5555261" y="189122"/>
                  </a:lnTo>
                  <a:lnTo>
                    <a:pt x="5555355" y="189122"/>
                  </a:lnTo>
                  <a:lnTo>
                    <a:pt x="5555448" y="189122"/>
                  </a:lnTo>
                  <a:lnTo>
                    <a:pt x="5555541" y="189122"/>
                  </a:lnTo>
                  <a:lnTo>
                    <a:pt x="5555634" y="189122"/>
                  </a:lnTo>
                  <a:lnTo>
                    <a:pt x="5555728" y="189122"/>
                  </a:lnTo>
                  <a:lnTo>
                    <a:pt x="5555821" y="189122"/>
                  </a:lnTo>
                  <a:lnTo>
                    <a:pt x="5555914" y="189122"/>
                  </a:lnTo>
                  <a:lnTo>
                    <a:pt x="5556007" y="189122"/>
                  </a:lnTo>
                  <a:lnTo>
                    <a:pt x="5556101" y="189122"/>
                  </a:lnTo>
                  <a:lnTo>
                    <a:pt x="5556194" y="189122"/>
                  </a:lnTo>
                  <a:lnTo>
                    <a:pt x="5556287" y="189122"/>
                  </a:lnTo>
                  <a:lnTo>
                    <a:pt x="5556380" y="189122"/>
                  </a:lnTo>
                  <a:lnTo>
                    <a:pt x="5556474" y="189122"/>
                  </a:lnTo>
                  <a:lnTo>
                    <a:pt x="5556567" y="189122"/>
                  </a:lnTo>
                  <a:lnTo>
                    <a:pt x="5556660" y="189122"/>
                  </a:lnTo>
                  <a:lnTo>
                    <a:pt x="5556753" y="189122"/>
                  </a:lnTo>
                  <a:lnTo>
                    <a:pt x="5556847" y="189122"/>
                  </a:lnTo>
                  <a:lnTo>
                    <a:pt x="5556940" y="189122"/>
                  </a:lnTo>
                  <a:lnTo>
                    <a:pt x="5557033" y="189122"/>
                  </a:lnTo>
                  <a:lnTo>
                    <a:pt x="5557126" y="189122"/>
                  </a:lnTo>
                  <a:lnTo>
                    <a:pt x="5557219" y="189122"/>
                  </a:lnTo>
                  <a:lnTo>
                    <a:pt x="5557313" y="189122"/>
                  </a:lnTo>
                  <a:lnTo>
                    <a:pt x="5557406" y="189122"/>
                  </a:lnTo>
                  <a:lnTo>
                    <a:pt x="5557499" y="189122"/>
                  </a:lnTo>
                  <a:lnTo>
                    <a:pt x="5557592" y="189122"/>
                  </a:lnTo>
                  <a:lnTo>
                    <a:pt x="5557686" y="189122"/>
                  </a:lnTo>
                  <a:lnTo>
                    <a:pt x="5557779" y="189122"/>
                  </a:lnTo>
                  <a:lnTo>
                    <a:pt x="5557872" y="189122"/>
                  </a:lnTo>
                  <a:lnTo>
                    <a:pt x="5557965" y="189122"/>
                  </a:lnTo>
                  <a:lnTo>
                    <a:pt x="5558059" y="189122"/>
                  </a:lnTo>
                  <a:lnTo>
                    <a:pt x="5558152" y="189122"/>
                  </a:lnTo>
                  <a:lnTo>
                    <a:pt x="5558245" y="189122"/>
                  </a:lnTo>
                  <a:lnTo>
                    <a:pt x="5558338" y="189122"/>
                  </a:lnTo>
                  <a:lnTo>
                    <a:pt x="5558432" y="189122"/>
                  </a:lnTo>
                  <a:lnTo>
                    <a:pt x="5558525" y="189122"/>
                  </a:lnTo>
                  <a:lnTo>
                    <a:pt x="5558618" y="189122"/>
                  </a:lnTo>
                  <a:lnTo>
                    <a:pt x="5558711" y="189122"/>
                  </a:lnTo>
                  <a:lnTo>
                    <a:pt x="5558805" y="189122"/>
                  </a:lnTo>
                  <a:lnTo>
                    <a:pt x="5558898" y="189122"/>
                  </a:lnTo>
                  <a:lnTo>
                    <a:pt x="5558991" y="189122"/>
                  </a:lnTo>
                  <a:lnTo>
                    <a:pt x="5559084" y="189122"/>
                  </a:lnTo>
                  <a:lnTo>
                    <a:pt x="5559178" y="189122"/>
                  </a:lnTo>
                  <a:lnTo>
                    <a:pt x="5559271" y="189122"/>
                  </a:lnTo>
                  <a:lnTo>
                    <a:pt x="5559364" y="189122"/>
                  </a:lnTo>
                  <a:lnTo>
                    <a:pt x="5559457" y="189122"/>
                  </a:lnTo>
                  <a:lnTo>
                    <a:pt x="5559551" y="189122"/>
                  </a:lnTo>
                  <a:lnTo>
                    <a:pt x="5559644" y="189122"/>
                  </a:lnTo>
                  <a:lnTo>
                    <a:pt x="5559737" y="189122"/>
                  </a:lnTo>
                  <a:lnTo>
                    <a:pt x="5559830" y="189122"/>
                  </a:lnTo>
                  <a:lnTo>
                    <a:pt x="5559924" y="189122"/>
                  </a:lnTo>
                  <a:lnTo>
                    <a:pt x="5560017" y="189122"/>
                  </a:lnTo>
                  <a:lnTo>
                    <a:pt x="5560110" y="189122"/>
                  </a:lnTo>
                  <a:lnTo>
                    <a:pt x="5560203" y="189122"/>
                  </a:lnTo>
                  <a:lnTo>
                    <a:pt x="5560297" y="189122"/>
                  </a:lnTo>
                  <a:lnTo>
                    <a:pt x="5560390" y="189122"/>
                  </a:lnTo>
                  <a:lnTo>
                    <a:pt x="5560483" y="189122"/>
                  </a:lnTo>
                  <a:lnTo>
                    <a:pt x="5560576" y="189122"/>
                  </a:lnTo>
                  <a:lnTo>
                    <a:pt x="5560670" y="189122"/>
                  </a:lnTo>
                  <a:lnTo>
                    <a:pt x="5560763" y="189122"/>
                  </a:lnTo>
                  <a:lnTo>
                    <a:pt x="5560856" y="189122"/>
                  </a:lnTo>
                  <a:lnTo>
                    <a:pt x="5560949" y="189122"/>
                  </a:lnTo>
                  <a:lnTo>
                    <a:pt x="5561043" y="189122"/>
                  </a:lnTo>
                  <a:lnTo>
                    <a:pt x="5561136" y="189122"/>
                  </a:lnTo>
                  <a:lnTo>
                    <a:pt x="5561229" y="189122"/>
                  </a:lnTo>
                  <a:lnTo>
                    <a:pt x="5561322" y="189122"/>
                  </a:lnTo>
                  <a:lnTo>
                    <a:pt x="5561416" y="189122"/>
                  </a:lnTo>
                  <a:lnTo>
                    <a:pt x="5561509" y="189122"/>
                  </a:lnTo>
                  <a:lnTo>
                    <a:pt x="5561602" y="189122"/>
                  </a:lnTo>
                  <a:lnTo>
                    <a:pt x="5561695" y="189122"/>
                  </a:lnTo>
                  <a:lnTo>
                    <a:pt x="5561789" y="189122"/>
                  </a:lnTo>
                  <a:lnTo>
                    <a:pt x="5561882" y="189122"/>
                  </a:lnTo>
                  <a:lnTo>
                    <a:pt x="5561975" y="189122"/>
                  </a:lnTo>
                  <a:lnTo>
                    <a:pt x="5562068" y="189122"/>
                  </a:lnTo>
                  <a:lnTo>
                    <a:pt x="5562162" y="189122"/>
                  </a:lnTo>
                  <a:lnTo>
                    <a:pt x="5562255" y="189122"/>
                  </a:lnTo>
                  <a:lnTo>
                    <a:pt x="5562348" y="189122"/>
                  </a:lnTo>
                  <a:lnTo>
                    <a:pt x="5562441" y="189122"/>
                  </a:lnTo>
                  <a:lnTo>
                    <a:pt x="5562535" y="189122"/>
                  </a:lnTo>
                  <a:lnTo>
                    <a:pt x="5562628" y="189122"/>
                  </a:lnTo>
                  <a:lnTo>
                    <a:pt x="5562721" y="189122"/>
                  </a:lnTo>
                  <a:lnTo>
                    <a:pt x="5562814" y="189122"/>
                  </a:lnTo>
                  <a:lnTo>
                    <a:pt x="5562908" y="189122"/>
                  </a:lnTo>
                  <a:lnTo>
                    <a:pt x="5563001" y="189122"/>
                  </a:lnTo>
                  <a:lnTo>
                    <a:pt x="5563094" y="189122"/>
                  </a:lnTo>
                  <a:lnTo>
                    <a:pt x="5563187" y="189122"/>
                  </a:lnTo>
                  <a:lnTo>
                    <a:pt x="5563281" y="189122"/>
                  </a:lnTo>
                  <a:lnTo>
                    <a:pt x="5563374" y="189122"/>
                  </a:lnTo>
                  <a:lnTo>
                    <a:pt x="5563467" y="189122"/>
                  </a:lnTo>
                  <a:lnTo>
                    <a:pt x="5563560" y="189122"/>
                  </a:lnTo>
                  <a:lnTo>
                    <a:pt x="5563654" y="189122"/>
                  </a:lnTo>
                  <a:lnTo>
                    <a:pt x="5563747" y="189122"/>
                  </a:lnTo>
                  <a:lnTo>
                    <a:pt x="5563840" y="189122"/>
                  </a:lnTo>
                  <a:lnTo>
                    <a:pt x="5563933" y="189122"/>
                  </a:lnTo>
                  <a:lnTo>
                    <a:pt x="5564027" y="189122"/>
                  </a:lnTo>
                  <a:lnTo>
                    <a:pt x="5564120" y="189122"/>
                  </a:lnTo>
                  <a:lnTo>
                    <a:pt x="5564213" y="189122"/>
                  </a:lnTo>
                  <a:lnTo>
                    <a:pt x="5564306" y="189122"/>
                  </a:lnTo>
                  <a:lnTo>
                    <a:pt x="5564399" y="189122"/>
                  </a:lnTo>
                  <a:lnTo>
                    <a:pt x="5564493" y="189122"/>
                  </a:lnTo>
                  <a:lnTo>
                    <a:pt x="5564586" y="189122"/>
                  </a:lnTo>
                  <a:lnTo>
                    <a:pt x="5564679" y="189122"/>
                  </a:lnTo>
                  <a:lnTo>
                    <a:pt x="5564772" y="189122"/>
                  </a:lnTo>
                  <a:lnTo>
                    <a:pt x="5564866" y="189122"/>
                  </a:lnTo>
                  <a:lnTo>
                    <a:pt x="5564959" y="189122"/>
                  </a:lnTo>
                  <a:lnTo>
                    <a:pt x="5565052" y="189122"/>
                  </a:lnTo>
                  <a:lnTo>
                    <a:pt x="5565145" y="189122"/>
                  </a:lnTo>
                  <a:lnTo>
                    <a:pt x="5565239" y="189122"/>
                  </a:lnTo>
                  <a:lnTo>
                    <a:pt x="5565332" y="189122"/>
                  </a:lnTo>
                  <a:lnTo>
                    <a:pt x="5565425" y="189122"/>
                  </a:lnTo>
                  <a:lnTo>
                    <a:pt x="5565518" y="189122"/>
                  </a:lnTo>
                  <a:lnTo>
                    <a:pt x="5565612" y="189122"/>
                  </a:lnTo>
                  <a:lnTo>
                    <a:pt x="5565705" y="189122"/>
                  </a:lnTo>
                  <a:lnTo>
                    <a:pt x="5565798" y="189122"/>
                  </a:lnTo>
                  <a:lnTo>
                    <a:pt x="5565891" y="189122"/>
                  </a:lnTo>
                  <a:lnTo>
                    <a:pt x="5565985" y="189122"/>
                  </a:lnTo>
                  <a:lnTo>
                    <a:pt x="5566078" y="189122"/>
                  </a:lnTo>
                  <a:lnTo>
                    <a:pt x="5566171" y="189122"/>
                  </a:lnTo>
                  <a:lnTo>
                    <a:pt x="5566264" y="189122"/>
                  </a:lnTo>
                  <a:lnTo>
                    <a:pt x="5566358" y="189122"/>
                  </a:lnTo>
                  <a:lnTo>
                    <a:pt x="5566451" y="189122"/>
                  </a:lnTo>
                  <a:lnTo>
                    <a:pt x="5566544" y="189122"/>
                  </a:lnTo>
                  <a:lnTo>
                    <a:pt x="5566637" y="189122"/>
                  </a:lnTo>
                  <a:lnTo>
                    <a:pt x="5566731" y="189122"/>
                  </a:lnTo>
                  <a:lnTo>
                    <a:pt x="5566824" y="189122"/>
                  </a:lnTo>
                  <a:lnTo>
                    <a:pt x="5566917" y="189122"/>
                  </a:lnTo>
                  <a:lnTo>
                    <a:pt x="5567010" y="189122"/>
                  </a:lnTo>
                  <a:lnTo>
                    <a:pt x="5567104" y="189122"/>
                  </a:lnTo>
                  <a:lnTo>
                    <a:pt x="5567197" y="189122"/>
                  </a:lnTo>
                  <a:lnTo>
                    <a:pt x="5567290" y="189122"/>
                  </a:lnTo>
                  <a:lnTo>
                    <a:pt x="5567383" y="189122"/>
                  </a:lnTo>
                  <a:lnTo>
                    <a:pt x="5567477" y="189122"/>
                  </a:lnTo>
                  <a:lnTo>
                    <a:pt x="5567570" y="189122"/>
                  </a:lnTo>
                  <a:lnTo>
                    <a:pt x="5567663" y="189122"/>
                  </a:lnTo>
                  <a:lnTo>
                    <a:pt x="5567756" y="189122"/>
                  </a:lnTo>
                  <a:lnTo>
                    <a:pt x="5567850" y="189122"/>
                  </a:lnTo>
                  <a:lnTo>
                    <a:pt x="5567943" y="189122"/>
                  </a:lnTo>
                  <a:lnTo>
                    <a:pt x="5568036" y="189122"/>
                  </a:lnTo>
                  <a:lnTo>
                    <a:pt x="5568129" y="189122"/>
                  </a:lnTo>
                  <a:lnTo>
                    <a:pt x="5568223" y="189122"/>
                  </a:lnTo>
                  <a:lnTo>
                    <a:pt x="5568316" y="189122"/>
                  </a:lnTo>
                  <a:lnTo>
                    <a:pt x="5568409" y="189122"/>
                  </a:lnTo>
                  <a:lnTo>
                    <a:pt x="5568502" y="189122"/>
                  </a:lnTo>
                  <a:lnTo>
                    <a:pt x="5568596" y="189122"/>
                  </a:lnTo>
                  <a:lnTo>
                    <a:pt x="5568689" y="189122"/>
                  </a:lnTo>
                  <a:lnTo>
                    <a:pt x="5568782" y="189122"/>
                  </a:lnTo>
                  <a:lnTo>
                    <a:pt x="5568875" y="189122"/>
                  </a:lnTo>
                  <a:lnTo>
                    <a:pt x="5568969" y="189122"/>
                  </a:lnTo>
                  <a:lnTo>
                    <a:pt x="5569062" y="189122"/>
                  </a:lnTo>
                  <a:lnTo>
                    <a:pt x="5569155" y="189122"/>
                  </a:lnTo>
                  <a:lnTo>
                    <a:pt x="5569248" y="189122"/>
                  </a:lnTo>
                  <a:lnTo>
                    <a:pt x="5569342" y="189122"/>
                  </a:lnTo>
                  <a:lnTo>
                    <a:pt x="5569435" y="189122"/>
                  </a:lnTo>
                  <a:lnTo>
                    <a:pt x="5569528" y="189122"/>
                  </a:lnTo>
                  <a:lnTo>
                    <a:pt x="5569621" y="189122"/>
                  </a:lnTo>
                  <a:lnTo>
                    <a:pt x="5569715" y="189122"/>
                  </a:lnTo>
                  <a:lnTo>
                    <a:pt x="5569808" y="189122"/>
                  </a:lnTo>
                  <a:lnTo>
                    <a:pt x="5569901" y="189122"/>
                  </a:lnTo>
                  <a:lnTo>
                    <a:pt x="5569994" y="189122"/>
                  </a:lnTo>
                  <a:lnTo>
                    <a:pt x="5570088" y="189122"/>
                  </a:lnTo>
                  <a:lnTo>
                    <a:pt x="5570181" y="189122"/>
                  </a:lnTo>
                  <a:lnTo>
                    <a:pt x="5570274" y="189122"/>
                  </a:lnTo>
                  <a:lnTo>
                    <a:pt x="5570367" y="189122"/>
                  </a:lnTo>
                  <a:lnTo>
                    <a:pt x="5570461" y="189122"/>
                  </a:lnTo>
                  <a:lnTo>
                    <a:pt x="5570554" y="189122"/>
                  </a:lnTo>
                  <a:lnTo>
                    <a:pt x="5570647" y="189122"/>
                  </a:lnTo>
                  <a:lnTo>
                    <a:pt x="5570740" y="189122"/>
                  </a:lnTo>
                  <a:lnTo>
                    <a:pt x="5570834" y="189122"/>
                  </a:lnTo>
                  <a:lnTo>
                    <a:pt x="5570927" y="189122"/>
                  </a:lnTo>
                  <a:lnTo>
                    <a:pt x="5571020" y="189122"/>
                  </a:lnTo>
                  <a:lnTo>
                    <a:pt x="5571113" y="189122"/>
                  </a:lnTo>
                  <a:lnTo>
                    <a:pt x="5571206" y="189122"/>
                  </a:lnTo>
                  <a:lnTo>
                    <a:pt x="5571300" y="189122"/>
                  </a:lnTo>
                  <a:lnTo>
                    <a:pt x="5571393" y="189122"/>
                  </a:lnTo>
                  <a:lnTo>
                    <a:pt x="5571486" y="189122"/>
                  </a:lnTo>
                  <a:lnTo>
                    <a:pt x="5571579" y="189122"/>
                  </a:lnTo>
                  <a:lnTo>
                    <a:pt x="5571673" y="189122"/>
                  </a:lnTo>
                  <a:lnTo>
                    <a:pt x="5571766" y="189122"/>
                  </a:lnTo>
                  <a:lnTo>
                    <a:pt x="5571859" y="189122"/>
                  </a:lnTo>
                  <a:lnTo>
                    <a:pt x="5571952" y="189122"/>
                  </a:lnTo>
                  <a:lnTo>
                    <a:pt x="5572046" y="189122"/>
                  </a:lnTo>
                  <a:lnTo>
                    <a:pt x="5572139" y="189122"/>
                  </a:lnTo>
                  <a:lnTo>
                    <a:pt x="5572232" y="189122"/>
                  </a:lnTo>
                  <a:lnTo>
                    <a:pt x="5572325" y="189122"/>
                  </a:lnTo>
                  <a:lnTo>
                    <a:pt x="5572419" y="189122"/>
                  </a:lnTo>
                  <a:lnTo>
                    <a:pt x="5572512" y="189122"/>
                  </a:lnTo>
                  <a:lnTo>
                    <a:pt x="5572605" y="189122"/>
                  </a:lnTo>
                  <a:lnTo>
                    <a:pt x="5572698" y="189122"/>
                  </a:lnTo>
                  <a:lnTo>
                    <a:pt x="5572792" y="189122"/>
                  </a:lnTo>
                  <a:lnTo>
                    <a:pt x="5572885" y="189122"/>
                  </a:lnTo>
                  <a:lnTo>
                    <a:pt x="5572978" y="189122"/>
                  </a:lnTo>
                  <a:lnTo>
                    <a:pt x="5573071" y="189122"/>
                  </a:lnTo>
                  <a:lnTo>
                    <a:pt x="5573165" y="189122"/>
                  </a:lnTo>
                  <a:lnTo>
                    <a:pt x="5573258" y="189122"/>
                  </a:lnTo>
                  <a:lnTo>
                    <a:pt x="5573351" y="189122"/>
                  </a:lnTo>
                  <a:lnTo>
                    <a:pt x="5573444" y="189122"/>
                  </a:lnTo>
                  <a:lnTo>
                    <a:pt x="5573538" y="189122"/>
                  </a:lnTo>
                  <a:lnTo>
                    <a:pt x="5573631" y="189122"/>
                  </a:lnTo>
                  <a:lnTo>
                    <a:pt x="5573724" y="189122"/>
                  </a:lnTo>
                  <a:lnTo>
                    <a:pt x="5573817" y="189122"/>
                  </a:lnTo>
                  <a:lnTo>
                    <a:pt x="5573911" y="189122"/>
                  </a:lnTo>
                  <a:lnTo>
                    <a:pt x="5574004" y="189122"/>
                  </a:lnTo>
                  <a:lnTo>
                    <a:pt x="5574097" y="189122"/>
                  </a:lnTo>
                  <a:lnTo>
                    <a:pt x="5574190" y="189122"/>
                  </a:lnTo>
                  <a:lnTo>
                    <a:pt x="5574284" y="189122"/>
                  </a:lnTo>
                  <a:lnTo>
                    <a:pt x="5574377" y="189122"/>
                  </a:lnTo>
                  <a:lnTo>
                    <a:pt x="5574470" y="189122"/>
                  </a:lnTo>
                  <a:lnTo>
                    <a:pt x="5574563" y="189122"/>
                  </a:lnTo>
                  <a:lnTo>
                    <a:pt x="5574657" y="189122"/>
                  </a:lnTo>
                  <a:lnTo>
                    <a:pt x="5574750" y="189122"/>
                  </a:lnTo>
                  <a:lnTo>
                    <a:pt x="5574843" y="189122"/>
                  </a:lnTo>
                  <a:lnTo>
                    <a:pt x="5574936" y="189122"/>
                  </a:lnTo>
                  <a:lnTo>
                    <a:pt x="5575030" y="189122"/>
                  </a:lnTo>
                  <a:lnTo>
                    <a:pt x="5575123" y="189122"/>
                  </a:lnTo>
                  <a:lnTo>
                    <a:pt x="5575216" y="189122"/>
                  </a:lnTo>
                  <a:lnTo>
                    <a:pt x="5575309" y="189122"/>
                  </a:lnTo>
                  <a:lnTo>
                    <a:pt x="5575403" y="189122"/>
                  </a:lnTo>
                  <a:lnTo>
                    <a:pt x="5575496" y="189122"/>
                  </a:lnTo>
                  <a:lnTo>
                    <a:pt x="5575589" y="189122"/>
                  </a:lnTo>
                  <a:lnTo>
                    <a:pt x="5575682" y="189122"/>
                  </a:lnTo>
                  <a:lnTo>
                    <a:pt x="5575776" y="189122"/>
                  </a:lnTo>
                  <a:lnTo>
                    <a:pt x="5575869" y="189122"/>
                  </a:lnTo>
                  <a:lnTo>
                    <a:pt x="5575962" y="189122"/>
                  </a:lnTo>
                  <a:lnTo>
                    <a:pt x="5576055" y="189122"/>
                  </a:lnTo>
                  <a:lnTo>
                    <a:pt x="5576149" y="189122"/>
                  </a:lnTo>
                  <a:lnTo>
                    <a:pt x="5576242" y="189122"/>
                  </a:lnTo>
                  <a:lnTo>
                    <a:pt x="5576335" y="189122"/>
                  </a:lnTo>
                  <a:lnTo>
                    <a:pt x="5576428" y="189122"/>
                  </a:lnTo>
                  <a:lnTo>
                    <a:pt x="5576522" y="189122"/>
                  </a:lnTo>
                  <a:lnTo>
                    <a:pt x="5576615" y="189122"/>
                  </a:lnTo>
                  <a:lnTo>
                    <a:pt x="5576708" y="189122"/>
                  </a:lnTo>
                  <a:lnTo>
                    <a:pt x="5576801" y="189122"/>
                  </a:lnTo>
                  <a:lnTo>
                    <a:pt x="5576895" y="189122"/>
                  </a:lnTo>
                  <a:lnTo>
                    <a:pt x="5576988" y="189122"/>
                  </a:lnTo>
                  <a:lnTo>
                    <a:pt x="5577081" y="189122"/>
                  </a:lnTo>
                  <a:lnTo>
                    <a:pt x="5577174" y="189122"/>
                  </a:lnTo>
                  <a:lnTo>
                    <a:pt x="5577268" y="189122"/>
                  </a:lnTo>
                  <a:lnTo>
                    <a:pt x="5577361" y="189122"/>
                  </a:lnTo>
                  <a:lnTo>
                    <a:pt x="5577454" y="189122"/>
                  </a:lnTo>
                  <a:lnTo>
                    <a:pt x="5577547" y="189122"/>
                  </a:lnTo>
                  <a:lnTo>
                    <a:pt x="5577641" y="189122"/>
                  </a:lnTo>
                  <a:lnTo>
                    <a:pt x="5577734" y="189122"/>
                  </a:lnTo>
                  <a:lnTo>
                    <a:pt x="5577827" y="189122"/>
                  </a:lnTo>
                  <a:lnTo>
                    <a:pt x="5577920" y="189122"/>
                  </a:lnTo>
                  <a:lnTo>
                    <a:pt x="5578013" y="189122"/>
                  </a:lnTo>
                  <a:lnTo>
                    <a:pt x="5578107" y="189122"/>
                  </a:lnTo>
                  <a:lnTo>
                    <a:pt x="5578200" y="189122"/>
                  </a:lnTo>
                  <a:lnTo>
                    <a:pt x="5578293" y="189122"/>
                  </a:lnTo>
                  <a:lnTo>
                    <a:pt x="5578386" y="189122"/>
                  </a:lnTo>
                  <a:lnTo>
                    <a:pt x="5578480" y="189122"/>
                  </a:lnTo>
                  <a:lnTo>
                    <a:pt x="5578573" y="189122"/>
                  </a:lnTo>
                  <a:lnTo>
                    <a:pt x="5578666" y="189122"/>
                  </a:lnTo>
                  <a:lnTo>
                    <a:pt x="5578759" y="189122"/>
                  </a:lnTo>
                  <a:lnTo>
                    <a:pt x="5578853" y="189122"/>
                  </a:lnTo>
                  <a:lnTo>
                    <a:pt x="5578946" y="189122"/>
                  </a:lnTo>
                  <a:lnTo>
                    <a:pt x="5579039" y="189122"/>
                  </a:lnTo>
                  <a:lnTo>
                    <a:pt x="5579132" y="189122"/>
                  </a:lnTo>
                  <a:lnTo>
                    <a:pt x="5579226" y="189122"/>
                  </a:lnTo>
                  <a:lnTo>
                    <a:pt x="5579319" y="189122"/>
                  </a:lnTo>
                  <a:lnTo>
                    <a:pt x="5579412" y="189122"/>
                  </a:lnTo>
                  <a:lnTo>
                    <a:pt x="5579505" y="189122"/>
                  </a:lnTo>
                  <a:lnTo>
                    <a:pt x="5579599" y="189122"/>
                  </a:lnTo>
                  <a:lnTo>
                    <a:pt x="5579692" y="189122"/>
                  </a:lnTo>
                  <a:lnTo>
                    <a:pt x="5579785" y="189122"/>
                  </a:lnTo>
                  <a:lnTo>
                    <a:pt x="5579878" y="189122"/>
                  </a:lnTo>
                  <a:lnTo>
                    <a:pt x="5579972" y="189122"/>
                  </a:lnTo>
                  <a:lnTo>
                    <a:pt x="5580065" y="189122"/>
                  </a:lnTo>
                  <a:lnTo>
                    <a:pt x="5580158" y="189122"/>
                  </a:lnTo>
                  <a:lnTo>
                    <a:pt x="5580251" y="189122"/>
                  </a:lnTo>
                  <a:lnTo>
                    <a:pt x="5580345" y="189122"/>
                  </a:lnTo>
                  <a:lnTo>
                    <a:pt x="5580438" y="189122"/>
                  </a:lnTo>
                  <a:lnTo>
                    <a:pt x="5580531" y="189122"/>
                  </a:lnTo>
                  <a:lnTo>
                    <a:pt x="5580624" y="189122"/>
                  </a:lnTo>
                  <a:lnTo>
                    <a:pt x="5580718" y="189122"/>
                  </a:lnTo>
                  <a:lnTo>
                    <a:pt x="5580811" y="189122"/>
                  </a:lnTo>
                  <a:lnTo>
                    <a:pt x="5580904" y="189122"/>
                  </a:lnTo>
                  <a:lnTo>
                    <a:pt x="5580997" y="189122"/>
                  </a:lnTo>
                  <a:lnTo>
                    <a:pt x="5581091" y="189122"/>
                  </a:lnTo>
                  <a:lnTo>
                    <a:pt x="5581184" y="189122"/>
                  </a:lnTo>
                  <a:lnTo>
                    <a:pt x="5581277" y="189122"/>
                  </a:lnTo>
                  <a:lnTo>
                    <a:pt x="5581370" y="189122"/>
                  </a:lnTo>
                  <a:lnTo>
                    <a:pt x="5581464" y="189122"/>
                  </a:lnTo>
                  <a:lnTo>
                    <a:pt x="5581557" y="189122"/>
                  </a:lnTo>
                  <a:lnTo>
                    <a:pt x="5581650" y="189122"/>
                  </a:lnTo>
                  <a:lnTo>
                    <a:pt x="5581743" y="189122"/>
                  </a:lnTo>
                  <a:lnTo>
                    <a:pt x="5581837" y="189122"/>
                  </a:lnTo>
                  <a:lnTo>
                    <a:pt x="5581930" y="189122"/>
                  </a:lnTo>
                  <a:lnTo>
                    <a:pt x="5582023" y="189122"/>
                  </a:lnTo>
                  <a:lnTo>
                    <a:pt x="5582116" y="189122"/>
                  </a:lnTo>
                  <a:lnTo>
                    <a:pt x="5582210" y="189122"/>
                  </a:lnTo>
                  <a:lnTo>
                    <a:pt x="5582303" y="189122"/>
                  </a:lnTo>
                  <a:lnTo>
                    <a:pt x="5582396" y="189122"/>
                  </a:lnTo>
                  <a:lnTo>
                    <a:pt x="5582489" y="189122"/>
                  </a:lnTo>
                  <a:lnTo>
                    <a:pt x="5582583" y="189122"/>
                  </a:lnTo>
                  <a:lnTo>
                    <a:pt x="5582676" y="189122"/>
                  </a:lnTo>
                  <a:lnTo>
                    <a:pt x="5582769" y="189122"/>
                  </a:lnTo>
                  <a:lnTo>
                    <a:pt x="5582862" y="189122"/>
                  </a:lnTo>
                  <a:lnTo>
                    <a:pt x="5582956" y="189122"/>
                  </a:lnTo>
                  <a:lnTo>
                    <a:pt x="5583049" y="189122"/>
                  </a:lnTo>
                  <a:lnTo>
                    <a:pt x="5583142" y="189122"/>
                  </a:lnTo>
                  <a:lnTo>
                    <a:pt x="5583235" y="189122"/>
                  </a:lnTo>
                  <a:lnTo>
                    <a:pt x="5583329" y="189122"/>
                  </a:lnTo>
                  <a:lnTo>
                    <a:pt x="5583422" y="189122"/>
                  </a:lnTo>
                  <a:lnTo>
                    <a:pt x="5583515" y="189122"/>
                  </a:lnTo>
                  <a:lnTo>
                    <a:pt x="5583608" y="189122"/>
                  </a:lnTo>
                  <a:lnTo>
                    <a:pt x="5583702" y="189122"/>
                  </a:lnTo>
                  <a:lnTo>
                    <a:pt x="5583795" y="189122"/>
                  </a:lnTo>
                  <a:lnTo>
                    <a:pt x="5583888" y="189122"/>
                  </a:lnTo>
                  <a:lnTo>
                    <a:pt x="5583981" y="189122"/>
                  </a:lnTo>
                  <a:lnTo>
                    <a:pt x="5584075" y="189122"/>
                  </a:lnTo>
                  <a:lnTo>
                    <a:pt x="5584168" y="189122"/>
                  </a:lnTo>
                  <a:lnTo>
                    <a:pt x="5584261" y="189122"/>
                  </a:lnTo>
                  <a:lnTo>
                    <a:pt x="5584354" y="189122"/>
                  </a:lnTo>
                  <a:lnTo>
                    <a:pt x="5584448" y="189122"/>
                  </a:lnTo>
                  <a:lnTo>
                    <a:pt x="5584541" y="189122"/>
                  </a:lnTo>
                  <a:lnTo>
                    <a:pt x="5584634" y="189122"/>
                  </a:lnTo>
                  <a:lnTo>
                    <a:pt x="5584727" y="189122"/>
                  </a:lnTo>
                  <a:lnTo>
                    <a:pt x="5584821" y="189122"/>
                  </a:lnTo>
                  <a:lnTo>
                    <a:pt x="5584914" y="189122"/>
                  </a:lnTo>
                  <a:lnTo>
                    <a:pt x="5585007" y="189122"/>
                  </a:lnTo>
                  <a:lnTo>
                    <a:pt x="5585100" y="189122"/>
                  </a:lnTo>
                  <a:lnTo>
                    <a:pt x="5585193" y="189122"/>
                  </a:lnTo>
                  <a:lnTo>
                    <a:pt x="5585287" y="189122"/>
                  </a:lnTo>
                  <a:lnTo>
                    <a:pt x="5585380" y="189122"/>
                  </a:lnTo>
                  <a:lnTo>
                    <a:pt x="5585473" y="189122"/>
                  </a:lnTo>
                  <a:lnTo>
                    <a:pt x="5585566" y="189122"/>
                  </a:lnTo>
                  <a:lnTo>
                    <a:pt x="5585660" y="189122"/>
                  </a:lnTo>
                  <a:lnTo>
                    <a:pt x="5585753" y="189122"/>
                  </a:lnTo>
                  <a:lnTo>
                    <a:pt x="5585846" y="189122"/>
                  </a:lnTo>
                  <a:lnTo>
                    <a:pt x="5585939" y="189122"/>
                  </a:lnTo>
                  <a:lnTo>
                    <a:pt x="5586033" y="189122"/>
                  </a:lnTo>
                  <a:lnTo>
                    <a:pt x="5586126" y="189122"/>
                  </a:lnTo>
                  <a:lnTo>
                    <a:pt x="5586219" y="189122"/>
                  </a:lnTo>
                  <a:lnTo>
                    <a:pt x="5586312" y="189122"/>
                  </a:lnTo>
                  <a:lnTo>
                    <a:pt x="5586406" y="189122"/>
                  </a:lnTo>
                  <a:lnTo>
                    <a:pt x="5586499" y="189122"/>
                  </a:lnTo>
                  <a:lnTo>
                    <a:pt x="5586592" y="189122"/>
                  </a:lnTo>
                  <a:lnTo>
                    <a:pt x="5586685" y="189122"/>
                  </a:lnTo>
                  <a:lnTo>
                    <a:pt x="5586779" y="189122"/>
                  </a:lnTo>
                  <a:lnTo>
                    <a:pt x="5586872" y="189122"/>
                  </a:lnTo>
                  <a:lnTo>
                    <a:pt x="5586965" y="189122"/>
                  </a:lnTo>
                  <a:lnTo>
                    <a:pt x="5587058" y="189122"/>
                  </a:lnTo>
                  <a:lnTo>
                    <a:pt x="5587152" y="189122"/>
                  </a:lnTo>
                  <a:lnTo>
                    <a:pt x="5587245" y="189122"/>
                  </a:lnTo>
                  <a:lnTo>
                    <a:pt x="5587338" y="189122"/>
                  </a:lnTo>
                  <a:lnTo>
                    <a:pt x="5587431" y="189122"/>
                  </a:lnTo>
                  <a:lnTo>
                    <a:pt x="5587525" y="189122"/>
                  </a:lnTo>
                  <a:lnTo>
                    <a:pt x="5587618" y="189122"/>
                  </a:lnTo>
                  <a:lnTo>
                    <a:pt x="5587711" y="189122"/>
                  </a:lnTo>
                  <a:lnTo>
                    <a:pt x="5587804" y="189122"/>
                  </a:lnTo>
                  <a:lnTo>
                    <a:pt x="5587898" y="189122"/>
                  </a:lnTo>
                  <a:lnTo>
                    <a:pt x="5587991" y="189122"/>
                  </a:lnTo>
                  <a:lnTo>
                    <a:pt x="5588084" y="189122"/>
                  </a:lnTo>
                  <a:lnTo>
                    <a:pt x="5588177" y="189122"/>
                  </a:lnTo>
                  <a:lnTo>
                    <a:pt x="5588271" y="189122"/>
                  </a:lnTo>
                  <a:lnTo>
                    <a:pt x="5588364" y="189122"/>
                  </a:lnTo>
                  <a:lnTo>
                    <a:pt x="5588457" y="189122"/>
                  </a:lnTo>
                  <a:lnTo>
                    <a:pt x="5588550" y="189122"/>
                  </a:lnTo>
                  <a:lnTo>
                    <a:pt x="5588644" y="189122"/>
                  </a:lnTo>
                  <a:lnTo>
                    <a:pt x="5588737" y="189122"/>
                  </a:lnTo>
                  <a:lnTo>
                    <a:pt x="5588830" y="189122"/>
                  </a:lnTo>
                  <a:lnTo>
                    <a:pt x="5588923" y="189122"/>
                  </a:lnTo>
                  <a:lnTo>
                    <a:pt x="5589017" y="189122"/>
                  </a:lnTo>
                  <a:lnTo>
                    <a:pt x="5589110" y="189122"/>
                  </a:lnTo>
                  <a:lnTo>
                    <a:pt x="5589203" y="189122"/>
                  </a:lnTo>
                  <a:lnTo>
                    <a:pt x="5589296" y="189122"/>
                  </a:lnTo>
                  <a:lnTo>
                    <a:pt x="5589390" y="189122"/>
                  </a:lnTo>
                  <a:lnTo>
                    <a:pt x="5589483" y="189122"/>
                  </a:lnTo>
                  <a:lnTo>
                    <a:pt x="5589576" y="189122"/>
                  </a:lnTo>
                  <a:lnTo>
                    <a:pt x="5589669" y="189122"/>
                  </a:lnTo>
                  <a:lnTo>
                    <a:pt x="5589763" y="189122"/>
                  </a:lnTo>
                  <a:lnTo>
                    <a:pt x="5589856" y="189122"/>
                  </a:lnTo>
                  <a:lnTo>
                    <a:pt x="5589949" y="189122"/>
                  </a:lnTo>
                  <a:lnTo>
                    <a:pt x="5590042" y="189122"/>
                  </a:lnTo>
                  <a:lnTo>
                    <a:pt x="5590136" y="189122"/>
                  </a:lnTo>
                  <a:lnTo>
                    <a:pt x="5590229" y="189122"/>
                  </a:lnTo>
                  <a:lnTo>
                    <a:pt x="5590322" y="189122"/>
                  </a:lnTo>
                  <a:lnTo>
                    <a:pt x="5590415" y="189122"/>
                  </a:lnTo>
                  <a:lnTo>
                    <a:pt x="5590509" y="189122"/>
                  </a:lnTo>
                  <a:lnTo>
                    <a:pt x="5590602" y="189122"/>
                  </a:lnTo>
                  <a:lnTo>
                    <a:pt x="5590695" y="189122"/>
                  </a:lnTo>
                  <a:lnTo>
                    <a:pt x="5590788" y="189122"/>
                  </a:lnTo>
                  <a:lnTo>
                    <a:pt x="5590882" y="189122"/>
                  </a:lnTo>
                  <a:lnTo>
                    <a:pt x="5590975" y="189122"/>
                  </a:lnTo>
                  <a:lnTo>
                    <a:pt x="5591068" y="189122"/>
                  </a:lnTo>
                  <a:lnTo>
                    <a:pt x="5591161" y="189122"/>
                  </a:lnTo>
                  <a:lnTo>
                    <a:pt x="5591255" y="189122"/>
                  </a:lnTo>
                  <a:lnTo>
                    <a:pt x="5591348" y="189122"/>
                  </a:lnTo>
                  <a:lnTo>
                    <a:pt x="5591441" y="189122"/>
                  </a:lnTo>
                  <a:lnTo>
                    <a:pt x="5591534" y="189122"/>
                  </a:lnTo>
                  <a:lnTo>
                    <a:pt x="5591628" y="189122"/>
                  </a:lnTo>
                  <a:lnTo>
                    <a:pt x="5591721" y="189122"/>
                  </a:lnTo>
                  <a:lnTo>
                    <a:pt x="5591814" y="189122"/>
                  </a:lnTo>
                  <a:lnTo>
                    <a:pt x="5591907" y="189122"/>
                  </a:lnTo>
                  <a:lnTo>
                    <a:pt x="5592000" y="189122"/>
                  </a:lnTo>
                  <a:lnTo>
                    <a:pt x="5592094" y="189122"/>
                  </a:lnTo>
                  <a:lnTo>
                    <a:pt x="5592187" y="189122"/>
                  </a:lnTo>
                  <a:lnTo>
                    <a:pt x="5592280" y="189122"/>
                  </a:lnTo>
                  <a:lnTo>
                    <a:pt x="5592373" y="189122"/>
                  </a:lnTo>
                  <a:lnTo>
                    <a:pt x="5592467" y="189122"/>
                  </a:lnTo>
                  <a:lnTo>
                    <a:pt x="5592560" y="189122"/>
                  </a:lnTo>
                  <a:lnTo>
                    <a:pt x="5592653" y="189122"/>
                  </a:lnTo>
                  <a:lnTo>
                    <a:pt x="5592746" y="189122"/>
                  </a:lnTo>
                  <a:lnTo>
                    <a:pt x="5592840" y="189122"/>
                  </a:lnTo>
                  <a:lnTo>
                    <a:pt x="5592933" y="189122"/>
                  </a:lnTo>
                  <a:lnTo>
                    <a:pt x="5593026" y="189122"/>
                  </a:lnTo>
                  <a:lnTo>
                    <a:pt x="5593119" y="189122"/>
                  </a:lnTo>
                  <a:lnTo>
                    <a:pt x="5593213" y="189122"/>
                  </a:lnTo>
                  <a:lnTo>
                    <a:pt x="5593306" y="189122"/>
                  </a:lnTo>
                  <a:lnTo>
                    <a:pt x="5593399" y="189122"/>
                  </a:lnTo>
                  <a:lnTo>
                    <a:pt x="5593492" y="189122"/>
                  </a:lnTo>
                  <a:lnTo>
                    <a:pt x="5593586" y="189122"/>
                  </a:lnTo>
                  <a:lnTo>
                    <a:pt x="5593679" y="189122"/>
                  </a:lnTo>
                  <a:lnTo>
                    <a:pt x="5593772" y="189122"/>
                  </a:lnTo>
                  <a:lnTo>
                    <a:pt x="5593865" y="189122"/>
                  </a:lnTo>
                  <a:lnTo>
                    <a:pt x="5593959" y="189122"/>
                  </a:lnTo>
                  <a:lnTo>
                    <a:pt x="5594052" y="189122"/>
                  </a:lnTo>
                  <a:lnTo>
                    <a:pt x="5594145" y="189122"/>
                  </a:lnTo>
                  <a:lnTo>
                    <a:pt x="5594238" y="189122"/>
                  </a:lnTo>
                  <a:lnTo>
                    <a:pt x="5594332" y="189122"/>
                  </a:lnTo>
                  <a:lnTo>
                    <a:pt x="5594425" y="189122"/>
                  </a:lnTo>
                  <a:lnTo>
                    <a:pt x="5594518" y="189122"/>
                  </a:lnTo>
                  <a:lnTo>
                    <a:pt x="5594611" y="189122"/>
                  </a:lnTo>
                  <a:lnTo>
                    <a:pt x="5594705" y="189122"/>
                  </a:lnTo>
                  <a:lnTo>
                    <a:pt x="5594798" y="189122"/>
                  </a:lnTo>
                  <a:lnTo>
                    <a:pt x="5594891" y="189122"/>
                  </a:lnTo>
                  <a:lnTo>
                    <a:pt x="5594984" y="189122"/>
                  </a:lnTo>
                  <a:lnTo>
                    <a:pt x="5595078" y="189122"/>
                  </a:lnTo>
                  <a:lnTo>
                    <a:pt x="5595171" y="189122"/>
                  </a:lnTo>
                  <a:lnTo>
                    <a:pt x="5595264" y="189122"/>
                  </a:lnTo>
                  <a:lnTo>
                    <a:pt x="5595357" y="189122"/>
                  </a:lnTo>
                  <a:lnTo>
                    <a:pt x="5595451" y="189122"/>
                  </a:lnTo>
                  <a:lnTo>
                    <a:pt x="5595544" y="189122"/>
                  </a:lnTo>
                  <a:lnTo>
                    <a:pt x="5595637" y="189122"/>
                  </a:lnTo>
                  <a:lnTo>
                    <a:pt x="5595730" y="189122"/>
                  </a:lnTo>
                  <a:lnTo>
                    <a:pt x="5595824" y="189122"/>
                  </a:lnTo>
                  <a:lnTo>
                    <a:pt x="5595917" y="189122"/>
                  </a:lnTo>
                  <a:lnTo>
                    <a:pt x="5596010" y="189122"/>
                  </a:lnTo>
                  <a:lnTo>
                    <a:pt x="5596103" y="189122"/>
                  </a:lnTo>
                  <a:lnTo>
                    <a:pt x="5596197" y="189122"/>
                  </a:lnTo>
                  <a:lnTo>
                    <a:pt x="5596290" y="189122"/>
                  </a:lnTo>
                  <a:lnTo>
                    <a:pt x="5596383" y="189122"/>
                  </a:lnTo>
                  <a:lnTo>
                    <a:pt x="5596476" y="189122"/>
                  </a:lnTo>
                  <a:lnTo>
                    <a:pt x="5596570" y="189122"/>
                  </a:lnTo>
                  <a:lnTo>
                    <a:pt x="5596663" y="189122"/>
                  </a:lnTo>
                  <a:lnTo>
                    <a:pt x="5596756" y="189122"/>
                  </a:lnTo>
                  <a:lnTo>
                    <a:pt x="5596849" y="189122"/>
                  </a:lnTo>
                  <a:lnTo>
                    <a:pt x="5596943" y="189122"/>
                  </a:lnTo>
                  <a:lnTo>
                    <a:pt x="5597036" y="189122"/>
                  </a:lnTo>
                  <a:lnTo>
                    <a:pt x="5597129" y="189122"/>
                  </a:lnTo>
                  <a:lnTo>
                    <a:pt x="5597222" y="189122"/>
                  </a:lnTo>
                  <a:lnTo>
                    <a:pt x="5597316" y="189122"/>
                  </a:lnTo>
                  <a:lnTo>
                    <a:pt x="5597409" y="189122"/>
                  </a:lnTo>
                  <a:lnTo>
                    <a:pt x="5597502" y="189122"/>
                  </a:lnTo>
                  <a:lnTo>
                    <a:pt x="5597595" y="189122"/>
                  </a:lnTo>
                  <a:lnTo>
                    <a:pt x="5597689" y="189122"/>
                  </a:lnTo>
                  <a:lnTo>
                    <a:pt x="5597782" y="189122"/>
                  </a:lnTo>
                  <a:lnTo>
                    <a:pt x="5597875" y="189122"/>
                  </a:lnTo>
                  <a:lnTo>
                    <a:pt x="5597968" y="189122"/>
                  </a:lnTo>
                  <a:lnTo>
                    <a:pt x="5598062" y="189122"/>
                  </a:lnTo>
                  <a:lnTo>
                    <a:pt x="5598155" y="189122"/>
                  </a:lnTo>
                  <a:lnTo>
                    <a:pt x="5598248" y="189122"/>
                  </a:lnTo>
                  <a:lnTo>
                    <a:pt x="5598341" y="189122"/>
                  </a:lnTo>
                  <a:lnTo>
                    <a:pt x="5598435" y="189122"/>
                  </a:lnTo>
                  <a:lnTo>
                    <a:pt x="5598528" y="189122"/>
                  </a:lnTo>
                  <a:lnTo>
                    <a:pt x="5598621" y="189122"/>
                  </a:lnTo>
                  <a:lnTo>
                    <a:pt x="5598714" y="189122"/>
                  </a:lnTo>
                  <a:lnTo>
                    <a:pt x="5598807" y="189122"/>
                  </a:lnTo>
                  <a:lnTo>
                    <a:pt x="5598901" y="189122"/>
                  </a:lnTo>
                  <a:lnTo>
                    <a:pt x="5598994" y="189122"/>
                  </a:lnTo>
                  <a:lnTo>
                    <a:pt x="5599087" y="189122"/>
                  </a:lnTo>
                  <a:lnTo>
                    <a:pt x="5599180" y="189122"/>
                  </a:lnTo>
                  <a:lnTo>
                    <a:pt x="5599274" y="189122"/>
                  </a:lnTo>
                  <a:lnTo>
                    <a:pt x="5599367" y="189122"/>
                  </a:lnTo>
                  <a:lnTo>
                    <a:pt x="5599460" y="189122"/>
                  </a:lnTo>
                  <a:lnTo>
                    <a:pt x="5599553" y="189122"/>
                  </a:lnTo>
                  <a:lnTo>
                    <a:pt x="5599647" y="189122"/>
                  </a:lnTo>
                  <a:lnTo>
                    <a:pt x="5599740" y="189122"/>
                  </a:lnTo>
                  <a:lnTo>
                    <a:pt x="5599833" y="189122"/>
                  </a:lnTo>
                  <a:lnTo>
                    <a:pt x="5599926" y="189122"/>
                  </a:lnTo>
                  <a:lnTo>
                    <a:pt x="5600020" y="189122"/>
                  </a:lnTo>
                  <a:lnTo>
                    <a:pt x="5600113" y="189122"/>
                  </a:lnTo>
                  <a:lnTo>
                    <a:pt x="5600206" y="189122"/>
                  </a:lnTo>
                  <a:lnTo>
                    <a:pt x="5600299" y="189122"/>
                  </a:lnTo>
                  <a:lnTo>
                    <a:pt x="5600393" y="189122"/>
                  </a:lnTo>
                  <a:lnTo>
                    <a:pt x="5600486" y="189122"/>
                  </a:lnTo>
                  <a:lnTo>
                    <a:pt x="5600579" y="189122"/>
                  </a:lnTo>
                  <a:lnTo>
                    <a:pt x="5600672" y="189122"/>
                  </a:lnTo>
                  <a:lnTo>
                    <a:pt x="5600766" y="189122"/>
                  </a:lnTo>
                  <a:lnTo>
                    <a:pt x="5600859" y="189122"/>
                  </a:lnTo>
                  <a:lnTo>
                    <a:pt x="5600952" y="189122"/>
                  </a:lnTo>
                  <a:lnTo>
                    <a:pt x="5601045" y="189122"/>
                  </a:lnTo>
                  <a:lnTo>
                    <a:pt x="5601139" y="189122"/>
                  </a:lnTo>
                  <a:lnTo>
                    <a:pt x="5601232" y="189122"/>
                  </a:lnTo>
                  <a:lnTo>
                    <a:pt x="5601325" y="189122"/>
                  </a:lnTo>
                  <a:lnTo>
                    <a:pt x="5601418" y="189122"/>
                  </a:lnTo>
                  <a:lnTo>
                    <a:pt x="5601512" y="189122"/>
                  </a:lnTo>
                  <a:lnTo>
                    <a:pt x="5601605" y="189122"/>
                  </a:lnTo>
                  <a:lnTo>
                    <a:pt x="5601698" y="189122"/>
                  </a:lnTo>
                  <a:lnTo>
                    <a:pt x="5601791" y="189122"/>
                  </a:lnTo>
                  <a:lnTo>
                    <a:pt x="5601885" y="189122"/>
                  </a:lnTo>
                  <a:lnTo>
                    <a:pt x="5601978" y="189122"/>
                  </a:lnTo>
                  <a:lnTo>
                    <a:pt x="5602071" y="189122"/>
                  </a:lnTo>
                  <a:lnTo>
                    <a:pt x="5602164" y="189122"/>
                  </a:lnTo>
                  <a:lnTo>
                    <a:pt x="5602258" y="189122"/>
                  </a:lnTo>
                  <a:lnTo>
                    <a:pt x="5602351" y="189122"/>
                  </a:lnTo>
                  <a:lnTo>
                    <a:pt x="5602444" y="189122"/>
                  </a:lnTo>
                  <a:lnTo>
                    <a:pt x="5602537" y="189122"/>
                  </a:lnTo>
                  <a:lnTo>
                    <a:pt x="5602631" y="189122"/>
                  </a:lnTo>
                  <a:lnTo>
                    <a:pt x="5602724" y="189122"/>
                  </a:lnTo>
                  <a:lnTo>
                    <a:pt x="5602817" y="189122"/>
                  </a:lnTo>
                  <a:lnTo>
                    <a:pt x="5602910" y="189122"/>
                  </a:lnTo>
                  <a:lnTo>
                    <a:pt x="5603004" y="189122"/>
                  </a:lnTo>
                  <a:lnTo>
                    <a:pt x="5603097" y="189122"/>
                  </a:lnTo>
                  <a:lnTo>
                    <a:pt x="5603190" y="189122"/>
                  </a:lnTo>
                  <a:lnTo>
                    <a:pt x="5603283" y="189122"/>
                  </a:lnTo>
                  <a:lnTo>
                    <a:pt x="5603377" y="189122"/>
                  </a:lnTo>
                  <a:lnTo>
                    <a:pt x="5603470" y="189122"/>
                  </a:lnTo>
                  <a:lnTo>
                    <a:pt x="5603563" y="189122"/>
                  </a:lnTo>
                  <a:lnTo>
                    <a:pt x="5603656" y="189122"/>
                  </a:lnTo>
                  <a:lnTo>
                    <a:pt x="5603750" y="189122"/>
                  </a:lnTo>
                  <a:lnTo>
                    <a:pt x="5603843" y="189122"/>
                  </a:lnTo>
                  <a:lnTo>
                    <a:pt x="5603936" y="189122"/>
                  </a:lnTo>
                  <a:lnTo>
                    <a:pt x="5604029" y="189122"/>
                  </a:lnTo>
                  <a:lnTo>
                    <a:pt x="5604123" y="189122"/>
                  </a:lnTo>
                  <a:lnTo>
                    <a:pt x="5604216" y="189122"/>
                  </a:lnTo>
                  <a:lnTo>
                    <a:pt x="5604309" y="189122"/>
                  </a:lnTo>
                  <a:lnTo>
                    <a:pt x="5604402" y="189122"/>
                  </a:lnTo>
                  <a:lnTo>
                    <a:pt x="5604496" y="189122"/>
                  </a:lnTo>
                  <a:lnTo>
                    <a:pt x="5604589" y="189122"/>
                  </a:lnTo>
                  <a:lnTo>
                    <a:pt x="5604682" y="189122"/>
                  </a:lnTo>
                  <a:lnTo>
                    <a:pt x="5604775" y="189122"/>
                  </a:lnTo>
                  <a:lnTo>
                    <a:pt x="5604869" y="189122"/>
                  </a:lnTo>
                  <a:lnTo>
                    <a:pt x="5604962" y="189122"/>
                  </a:lnTo>
                  <a:lnTo>
                    <a:pt x="5605055" y="189122"/>
                  </a:lnTo>
                  <a:lnTo>
                    <a:pt x="5605148" y="189122"/>
                  </a:lnTo>
                  <a:lnTo>
                    <a:pt x="5605242" y="189122"/>
                  </a:lnTo>
                  <a:lnTo>
                    <a:pt x="5605335" y="189122"/>
                  </a:lnTo>
                  <a:lnTo>
                    <a:pt x="5605428" y="189122"/>
                  </a:lnTo>
                  <a:lnTo>
                    <a:pt x="5605521" y="189122"/>
                  </a:lnTo>
                  <a:lnTo>
                    <a:pt x="5605615" y="189122"/>
                  </a:lnTo>
                  <a:lnTo>
                    <a:pt x="5605708" y="189122"/>
                  </a:lnTo>
                  <a:lnTo>
                    <a:pt x="5605801" y="189122"/>
                  </a:lnTo>
                  <a:lnTo>
                    <a:pt x="5605894" y="189122"/>
                  </a:lnTo>
                  <a:lnTo>
                    <a:pt x="5605987" y="189122"/>
                  </a:lnTo>
                  <a:lnTo>
                    <a:pt x="5606081" y="189122"/>
                  </a:lnTo>
                  <a:lnTo>
                    <a:pt x="5606174" y="189122"/>
                  </a:lnTo>
                  <a:lnTo>
                    <a:pt x="5606267" y="189122"/>
                  </a:lnTo>
                  <a:lnTo>
                    <a:pt x="5606360" y="189122"/>
                  </a:lnTo>
                  <a:lnTo>
                    <a:pt x="5606454" y="189122"/>
                  </a:lnTo>
                  <a:lnTo>
                    <a:pt x="5606547" y="189122"/>
                  </a:lnTo>
                  <a:lnTo>
                    <a:pt x="5606640" y="189122"/>
                  </a:lnTo>
                  <a:lnTo>
                    <a:pt x="5606733" y="189122"/>
                  </a:lnTo>
                  <a:lnTo>
                    <a:pt x="5606827" y="189122"/>
                  </a:lnTo>
                  <a:lnTo>
                    <a:pt x="5606920" y="189122"/>
                  </a:lnTo>
                  <a:lnTo>
                    <a:pt x="5607013" y="189122"/>
                  </a:lnTo>
                  <a:lnTo>
                    <a:pt x="5607106" y="189122"/>
                  </a:lnTo>
                  <a:lnTo>
                    <a:pt x="5607200" y="189122"/>
                  </a:lnTo>
                  <a:lnTo>
                    <a:pt x="5607293" y="189122"/>
                  </a:lnTo>
                  <a:lnTo>
                    <a:pt x="5607386" y="189122"/>
                  </a:lnTo>
                  <a:lnTo>
                    <a:pt x="5607479" y="189122"/>
                  </a:lnTo>
                  <a:lnTo>
                    <a:pt x="5607573" y="189122"/>
                  </a:lnTo>
                  <a:lnTo>
                    <a:pt x="5607666" y="189122"/>
                  </a:lnTo>
                  <a:lnTo>
                    <a:pt x="5607759" y="189122"/>
                  </a:lnTo>
                  <a:lnTo>
                    <a:pt x="5607852" y="189122"/>
                  </a:lnTo>
                  <a:lnTo>
                    <a:pt x="5607946" y="189122"/>
                  </a:lnTo>
                  <a:lnTo>
                    <a:pt x="5608039" y="189122"/>
                  </a:lnTo>
                  <a:lnTo>
                    <a:pt x="5608132" y="189122"/>
                  </a:lnTo>
                  <a:lnTo>
                    <a:pt x="5608225" y="189122"/>
                  </a:lnTo>
                  <a:lnTo>
                    <a:pt x="5608319" y="189122"/>
                  </a:lnTo>
                  <a:lnTo>
                    <a:pt x="5608412" y="189122"/>
                  </a:lnTo>
                  <a:lnTo>
                    <a:pt x="5608505" y="189122"/>
                  </a:lnTo>
                  <a:lnTo>
                    <a:pt x="5608598" y="189122"/>
                  </a:lnTo>
                  <a:lnTo>
                    <a:pt x="5608692" y="189122"/>
                  </a:lnTo>
                  <a:lnTo>
                    <a:pt x="5608785" y="189122"/>
                  </a:lnTo>
                  <a:lnTo>
                    <a:pt x="5608878" y="189122"/>
                  </a:lnTo>
                  <a:lnTo>
                    <a:pt x="5608971" y="189122"/>
                  </a:lnTo>
                  <a:lnTo>
                    <a:pt x="5609065" y="189122"/>
                  </a:lnTo>
                  <a:lnTo>
                    <a:pt x="5609158" y="189122"/>
                  </a:lnTo>
                  <a:lnTo>
                    <a:pt x="5609251" y="189122"/>
                  </a:lnTo>
                  <a:lnTo>
                    <a:pt x="5609344" y="189122"/>
                  </a:lnTo>
                  <a:lnTo>
                    <a:pt x="5609438" y="189122"/>
                  </a:lnTo>
                  <a:lnTo>
                    <a:pt x="5609531" y="189122"/>
                  </a:lnTo>
                  <a:lnTo>
                    <a:pt x="5609624" y="189122"/>
                  </a:lnTo>
                  <a:lnTo>
                    <a:pt x="5609717" y="189122"/>
                  </a:lnTo>
                  <a:lnTo>
                    <a:pt x="5609811" y="189122"/>
                  </a:lnTo>
                  <a:lnTo>
                    <a:pt x="5609904" y="189122"/>
                  </a:lnTo>
                  <a:lnTo>
                    <a:pt x="5609997" y="189122"/>
                  </a:lnTo>
                  <a:lnTo>
                    <a:pt x="5610090" y="189122"/>
                  </a:lnTo>
                  <a:lnTo>
                    <a:pt x="5610184" y="189122"/>
                  </a:lnTo>
                  <a:lnTo>
                    <a:pt x="5610277" y="189122"/>
                  </a:lnTo>
                  <a:lnTo>
                    <a:pt x="5610370" y="189122"/>
                  </a:lnTo>
                  <a:lnTo>
                    <a:pt x="5610463" y="189122"/>
                  </a:lnTo>
                  <a:lnTo>
                    <a:pt x="5610557" y="189122"/>
                  </a:lnTo>
                  <a:lnTo>
                    <a:pt x="5610650" y="189122"/>
                  </a:lnTo>
                  <a:lnTo>
                    <a:pt x="5610743" y="189122"/>
                  </a:lnTo>
                  <a:lnTo>
                    <a:pt x="5610836" y="189122"/>
                  </a:lnTo>
                  <a:lnTo>
                    <a:pt x="5610930" y="189122"/>
                  </a:lnTo>
                  <a:lnTo>
                    <a:pt x="5611023" y="189122"/>
                  </a:lnTo>
                  <a:lnTo>
                    <a:pt x="5611116" y="189122"/>
                  </a:lnTo>
                  <a:lnTo>
                    <a:pt x="5611209" y="189122"/>
                  </a:lnTo>
                  <a:lnTo>
                    <a:pt x="5611303" y="189122"/>
                  </a:lnTo>
                  <a:lnTo>
                    <a:pt x="5611396" y="189122"/>
                  </a:lnTo>
                  <a:lnTo>
                    <a:pt x="5611489" y="189122"/>
                  </a:lnTo>
                  <a:lnTo>
                    <a:pt x="5611582" y="189122"/>
                  </a:lnTo>
                  <a:lnTo>
                    <a:pt x="5611676" y="189122"/>
                  </a:lnTo>
                  <a:lnTo>
                    <a:pt x="5611769" y="189122"/>
                  </a:lnTo>
                  <a:lnTo>
                    <a:pt x="5611862" y="189122"/>
                  </a:lnTo>
                  <a:lnTo>
                    <a:pt x="5611955" y="189122"/>
                  </a:lnTo>
                  <a:lnTo>
                    <a:pt x="5612049" y="189122"/>
                  </a:lnTo>
                  <a:lnTo>
                    <a:pt x="5612142" y="189122"/>
                  </a:lnTo>
                  <a:lnTo>
                    <a:pt x="5612235" y="189122"/>
                  </a:lnTo>
                  <a:lnTo>
                    <a:pt x="5612328" y="189122"/>
                  </a:lnTo>
                  <a:lnTo>
                    <a:pt x="5612422" y="189122"/>
                  </a:lnTo>
                  <a:lnTo>
                    <a:pt x="5612515" y="189122"/>
                  </a:lnTo>
                  <a:lnTo>
                    <a:pt x="5612608" y="189122"/>
                  </a:lnTo>
                  <a:lnTo>
                    <a:pt x="5612701" y="189122"/>
                  </a:lnTo>
                  <a:lnTo>
                    <a:pt x="5612794" y="189122"/>
                  </a:lnTo>
                  <a:lnTo>
                    <a:pt x="5612888" y="189122"/>
                  </a:lnTo>
                  <a:lnTo>
                    <a:pt x="5612981" y="189122"/>
                  </a:lnTo>
                  <a:lnTo>
                    <a:pt x="5613074" y="189122"/>
                  </a:lnTo>
                  <a:lnTo>
                    <a:pt x="5613167" y="189122"/>
                  </a:lnTo>
                  <a:lnTo>
                    <a:pt x="5613261" y="189122"/>
                  </a:lnTo>
                  <a:lnTo>
                    <a:pt x="5613354" y="189122"/>
                  </a:lnTo>
                  <a:lnTo>
                    <a:pt x="5613447" y="189122"/>
                  </a:lnTo>
                  <a:lnTo>
                    <a:pt x="5613540" y="189122"/>
                  </a:lnTo>
                  <a:lnTo>
                    <a:pt x="5613634" y="189122"/>
                  </a:lnTo>
                  <a:lnTo>
                    <a:pt x="5613727" y="189122"/>
                  </a:lnTo>
                  <a:lnTo>
                    <a:pt x="5613820" y="189122"/>
                  </a:lnTo>
                  <a:lnTo>
                    <a:pt x="5613913" y="189122"/>
                  </a:lnTo>
                  <a:lnTo>
                    <a:pt x="5614007" y="189122"/>
                  </a:lnTo>
                  <a:lnTo>
                    <a:pt x="5614100" y="189122"/>
                  </a:lnTo>
                  <a:lnTo>
                    <a:pt x="5614193" y="189122"/>
                  </a:lnTo>
                  <a:lnTo>
                    <a:pt x="5614286" y="189122"/>
                  </a:lnTo>
                  <a:lnTo>
                    <a:pt x="5614380" y="189122"/>
                  </a:lnTo>
                  <a:lnTo>
                    <a:pt x="5614473" y="189122"/>
                  </a:lnTo>
                  <a:lnTo>
                    <a:pt x="5614566" y="189122"/>
                  </a:lnTo>
                  <a:lnTo>
                    <a:pt x="5614659" y="189122"/>
                  </a:lnTo>
                  <a:lnTo>
                    <a:pt x="5614753" y="189122"/>
                  </a:lnTo>
                  <a:lnTo>
                    <a:pt x="5614846" y="189122"/>
                  </a:lnTo>
                  <a:lnTo>
                    <a:pt x="5614939" y="189122"/>
                  </a:lnTo>
                  <a:lnTo>
                    <a:pt x="5615032" y="189122"/>
                  </a:lnTo>
                  <a:lnTo>
                    <a:pt x="5615126" y="189122"/>
                  </a:lnTo>
                  <a:lnTo>
                    <a:pt x="5615219" y="189122"/>
                  </a:lnTo>
                  <a:lnTo>
                    <a:pt x="5615312" y="189122"/>
                  </a:lnTo>
                  <a:lnTo>
                    <a:pt x="5615405" y="189122"/>
                  </a:lnTo>
                  <a:lnTo>
                    <a:pt x="5615499" y="189122"/>
                  </a:lnTo>
                  <a:lnTo>
                    <a:pt x="5615592" y="189122"/>
                  </a:lnTo>
                  <a:lnTo>
                    <a:pt x="5615685" y="189122"/>
                  </a:lnTo>
                  <a:lnTo>
                    <a:pt x="5615778" y="189122"/>
                  </a:lnTo>
                  <a:lnTo>
                    <a:pt x="5615872" y="189122"/>
                  </a:lnTo>
                  <a:lnTo>
                    <a:pt x="5615965" y="189122"/>
                  </a:lnTo>
                  <a:lnTo>
                    <a:pt x="5616058" y="189122"/>
                  </a:lnTo>
                  <a:lnTo>
                    <a:pt x="5616151" y="189122"/>
                  </a:lnTo>
                  <a:lnTo>
                    <a:pt x="5616245" y="189122"/>
                  </a:lnTo>
                  <a:lnTo>
                    <a:pt x="5616338" y="189122"/>
                  </a:lnTo>
                  <a:lnTo>
                    <a:pt x="5616431" y="189122"/>
                  </a:lnTo>
                  <a:lnTo>
                    <a:pt x="5616524" y="189122"/>
                  </a:lnTo>
                  <a:lnTo>
                    <a:pt x="5616618" y="189122"/>
                  </a:lnTo>
                  <a:lnTo>
                    <a:pt x="5616711" y="189122"/>
                  </a:lnTo>
                  <a:lnTo>
                    <a:pt x="5616804" y="189122"/>
                  </a:lnTo>
                  <a:lnTo>
                    <a:pt x="5616897" y="189122"/>
                  </a:lnTo>
                  <a:lnTo>
                    <a:pt x="5616991" y="189122"/>
                  </a:lnTo>
                  <a:lnTo>
                    <a:pt x="5617084" y="189122"/>
                  </a:lnTo>
                  <a:lnTo>
                    <a:pt x="5617177" y="189122"/>
                  </a:lnTo>
                  <a:lnTo>
                    <a:pt x="5617270" y="189122"/>
                  </a:lnTo>
                  <a:lnTo>
                    <a:pt x="5617364" y="189122"/>
                  </a:lnTo>
                  <a:lnTo>
                    <a:pt x="5617457" y="189122"/>
                  </a:lnTo>
                  <a:lnTo>
                    <a:pt x="5617550" y="189122"/>
                  </a:lnTo>
                  <a:lnTo>
                    <a:pt x="5617643" y="189122"/>
                  </a:lnTo>
                  <a:lnTo>
                    <a:pt x="5617737" y="189122"/>
                  </a:lnTo>
                  <a:lnTo>
                    <a:pt x="5617830" y="189122"/>
                  </a:lnTo>
                  <a:lnTo>
                    <a:pt x="5617923" y="189122"/>
                  </a:lnTo>
                  <a:lnTo>
                    <a:pt x="5618016" y="189122"/>
                  </a:lnTo>
                  <a:lnTo>
                    <a:pt x="5618110" y="189122"/>
                  </a:lnTo>
                  <a:lnTo>
                    <a:pt x="5618203" y="189122"/>
                  </a:lnTo>
                  <a:lnTo>
                    <a:pt x="5618296" y="189122"/>
                  </a:lnTo>
                  <a:lnTo>
                    <a:pt x="5618389" y="189122"/>
                  </a:lnTo>
                  <a:lnTo>
                    <a:pt x="5618483" y="189122"/>
                  </a:lnTo>
                  <a:lnTo>
                    <a:pt x="5618576" y="189122"/>
                  </a:lnTo>
                  <a:lnTo>
                    <a:pt x="5618669" y="189122"/>
                  </a:lnTo>
                  <a:lnTo>
                    <a:pt x="5618762" y="189122"/>
                  </a:lnTo>
                  <a:lnTo>
                    <a:pt x="5618856" y="189122"/>
                  </a:lnTo>
                  <a:lnTo>
                    <a:pt x="5618949" y="189122"/>
                  </a:lnTo>
                  <a:lnTo>
                    <a:pt x="5619042" y="189122"/>
                  </a:lnTo>
                  <a:lnTo>
                    <a:pt x="5619135" y="189122"/>
                  </a:lnTo>
                  <a:lnTo>
                    <a:pt x="5619229" y="189122"/>
                  </a:lnTo>
                  <a:lnTo>
                    <a:pt x="5619322" y="189122"/>
                  </a:lnTo>
                  <a:lnTo>
                    <a:pt x="5619415" y="189122"/>
                  </a:lnTo>
                  <a:lnTo>
                    <a:pt x="5619508" y="189122"/>
                  </a:lnTo>
                  <a:lnTo>
                    <a:pt x="5619602" y="189122"/>
                  </a:lnTo>
                  <a:lnTo>
                    <a:pt x="5619695" y="189122"/>
                  </a:lnTo>
                  <a:lnTo>
                    <a:pt x="5619788" y="189122"/>
                  </a:lnTo>
                  <a:lnTo>
                    <a:pt x="5619881" y="189122"/>
                  </a:lnTo>
                  <a:lnTo>
                    <a:pt x="5619974" y="189122"/>
                  </a:lnTo>
                  <a:lnTo>
                    <a:pt x="5620068" y="189122"/>
                  </a:lnTo>
                  <a:lnTo>
                    <a:pt x="5620161" y="189122"/>
                  </a:lnTo>
                  <a:lnTo>
                    <a:pt x="5620254" y="189122"/>
                  </a:lnTo>
                  <a:lnTo>
                    <a:pt x="5620347" y="189122"/>
                  </a:lnTo>
                  <a:lnTo>
                    <a:pt x="5620441" y="189122"/>
                  </a:lnTo>
                  <a:lnTo>
                    <a:pt x="5620534" y="189122"/>
                  </a:lnTo>
                  <a:lnTo>
                    <a:pt x="5620627" y="189122"/>
                  </a:lnTo>
                  <a:lnTo>
                    <a:pt x="5620720" y="189122"/>
                  </a:lnTo>
                  <a:lnTo>
                    <a:pt x="5620814" y="189122"/>
                  </a:lnTo>
                  <a:lnTo>
                    <a:pt x="5620907" y="189122"/>
                  </a:lnTo>
                  <a:lnTo>
                    <a:pt x="5621000" y="189122"/>
                  </a:lnTo>
                  <a:lnTo>
                    <a:pt x="5621093" y="189122"/>
                  </a:lnTo>
                  <a:lnTo>
                    <a:pt x="5621187" y="189122"/>
                  </a:lnTo>
                  <a:lnTo>
                    <a:pt x="5621280" y="189122"/>
                  </a:lnTo>
                  <a:lnTo>
                    <a:pt x="5621373" y="189122"/>
                  </a:lnTo>
                  <a:lnTo>
                    <a:pt x="5621466" y="189122"/>
                  </a:lnTo>
                  <a:lnTo>
                    <a:pt x="5621560" y="189122"/>
                  </a:lnTo>
                  <a:lnTo>
                    <a:pt x="5621653" y="189122"/>
                  </a:lnTo>
                  <a:lnTo>
                    <a:pt x="5621746" y="189122"/>
                  </a:lnTo>
                  <a:lnTo>
                    <a:pt x="5621839" y="189122"/>
                  </a:lnTo>
                  <a:lnTo>
                    <a:pt x="5621933" y="189122"/>
                  </a:lnTo>
                  <a:lnTo>
                    <a:pt x="5622026" y="189122"/>
                  </a:lnTo>
                  <a:lnTo>
                    <a:pt x="5622119" y="189122"/>
                  </a:lnTo>
                  <a:lnTo>
                    <a:pt x="5622212" y="189122"/>
                  </a:lnTo>
                  <a:lnTo>
                    <a:pt x="5622306" y="189122"/>
                  </a:lnTo>
                  <a:lnTo>
                    <a:pt x="5622399" y="189122"/>
                  </a:lnTo>
                  <a:lnTo>
                    <a:pt x="5622492" y="189122"/>
                  </a:lnTo>
                  <a:lnTo>
                    <a:pt x="5622585" y="189122"/>
                  </a:lnTo>
                  <a:lnTo>
                    <a:pt x="5622679" y="189122"/>
                  </a:lnTo>
                  <a:lnTo>
                    <a:pt x="5622772" y="189122"/>
                  </a:lnTo>
                  <a:lnTo>
                    <a:pt x="5622865" y="189122"/>
                  </a:lnTo>
                  <a:lnTo>
                    <a:pt x="5622958" y="189122"/>
                  </a:lnTo>
                  <a:lnTo>
                    <a:pt x="5623052" y="189122"/>
                  </a:lnTo>
                  <a:lnTo>
                    <a:pt x="5623145" y="189122"/>
                  </a:lnTo>
                  <a:lnTo>
                    <a:pt x="5623238" y="189122"/>
                  </a:lnTo>
                  <a:lnTo>
                    <a:pt x="5623331" y="189122"/>
                  </a:lnTo>
                  <a:lnTo>
                    <a:pt x="5623425" y="189122"/>
                  </a:lnTo>
                  <a:lnTo>
                    <a:pt x="5623518" y="189122"/>
                  </a:lnTo>
                  <a:lnTo>
                    <a:pt x="5623611" y="189122"/>
                  </a:lnTo>
                  <a:lnTo>
                    <a:pt x="5623704" y="189122"/>
                  </a:lnTo>
                  <a:lnTo>
                    <a:pt x="5623798" y="189122"/>
                  </a:lnTo>
                  <a:lnTo>
                    <a:pt x="5623891" y="189122"/>
                  </a:lnTo>
                  <a:lnTo>
                    <a:pt x="5623984" y="189122"/>
                  </a:lnTo>
                  <a:lnTo>
                    <a:pt x="5624077" y="189122"/>
                  </a:lnTo>
                  <a:lnTo>
                    <a:pt x="5624171" y="189122"/>
                  </a:lnTo>
                  <a:lnTo>
                    <a:pt x="5624264" y="189122"/>
                  </a:lnTo>
                  <a:lnTo>
                    <a:pt x="5624357" y="189122"/>
                  </a:lnTo>
                  <a:lnTo>
                    <a:pt x="5624450" y="189122"/>
                  </a:lnTo>
                  <a:lnTo>
                    <a:pt x="5624544" y="189122"/>
                  </a:lnTo>
                  <a:lnTo>
                    <a:pt x="5624637" y="189122"/>
                  </a:lnTo>
                  <a:lnTo>
                    <a:pt x="5624730" y="189122"/>
                  </a:lnTo>
                  <a:lnTo>
                    <a:pt x="5624823" y="189122"/>
                  </a:lnTo>
                  <a:lnTo>
                    <a:pt x="5624917" y="189122"/>
                  </a:lnTo>
                  <a:lnTo>
                    <a:pt x="5625010" y="189122"/>
                  </a:lnTo>
                  <a:lnTo>
                    <a:pt x="5625103" y="189122"/>
                  </a:lnTo>
                  <a:lnTo>
                    <a:pt x="5625196" y="189122"/>
                  </a:lnTo>
                  <a:lnTo>
                    <a:pt x="5625290" y="189122"/>
                  </a:lnTo>
                  <a:lnTo>
                    <a:pt x="5625383" y="189122"/>
                  </a:lnTo>
                  <a:lnTo>
                    <a:pt x="5625476" y="189122"/>
                  </a:lnTo>
                  <a:lnTo>
                    <a:pt x="5625569" y="189122"/>
                  </a:lnTo>
                  <a:lnTo>
                    <a:pt x="5625663" y="189122"/>
                  </a:lnTo>
                  <a:lnTo>
                    <a:pt x="5625756" y="189122"/>
                  </a:lnTo>
                  <a:lnTo>
                    <a:pt x="5625849" y="189122"/>
                  </a:lnTo>
                  <a:lnTo>
                    <a:pt x="5625942" y="189122"/>
                  </a:lnTo>
                  <a:lnTo>
                    <a:pt x="5626036" y="189122"/>
                  </a:lnTo>
                  <a:lnTo>
                    <a:pt x="5626129" y="189122"/>
                  </a:lnTo>
                  <a:lnTo>
                    <a:pt x="5626222" y="189122"/>
                  </a:lnTo>
                  <a:lnTo>
                    <a:pt x="5626315" y="189122"/>
                  </a:lnTo>
                  <a:lnTo>
                    <a:pt x="5626409" y="189122"/>
                  </a:lnTo>
                  <a:lnTo>
                    <a:pt x="5626502" y="189122"/>
                  </a:lnTo>
                  <a:lnTo>
                    <a:pt x="5626595" y="189122"/>
                  </a:lnTo>
                  <a:lnTo>
                    <a:pt x="5626688" y="189122"/>
                  </a:lnTo>
                  <a:lnTo>
                    <a:pt x="5626781" y="189122"/>
                  </a:lnTo>
                  <a:lnTo>
                    <a:pt x="5626875" y="189122"/>
                  </a:lnTo>
                  <a:lnTo>
                    <a:pt x="5626968" y="189122"/>
                  </a:lnTo>
                  <a:lnTo>
                    <a:pt x="5627061" y="189122"/>
                  </a:lnTo>
                  <a:lnTo>
                    <a:pt x="5627154" y="189122"/>
                  </a:lnTo>
                  <a:lnTo>
                    <a:pt x="5627248" y="189122"/>
                  </a:lnTo>
                  <a:lnTo>
                    <a:pt x="5627341" y="189122"/>
                  </a:lnTo>
                  <a:lnTo>
                    <a:pt x="5627434" y="189122"/>
                  </a:lnTo>
                  <a:lnTo>
                    <a:pt x="5627527" y="189122"/>
                  </a:lnTo>
                  <a:lnTo>
                    <a:pt x="5627621" y="189122"/>
                  </a:lnTo>
                  <a:lnTo>
                    <a:pt x="5627714" y="189122"/>
                  </a:lnTo>
                  <a:lnTo>
                    <a:pt x="5627807" y="189122"/>
                  </a:lnTo>
                  <a:lnTo>
                    <a:pt x="5627900" y="189122"/>
                  </a:lnTo>
                  <a:lnTo>
                    <a:pt x="5627994" y="189122"/>
                  </a:lnTo>
                  <a:lnTo>
                    <a:pt x="5628087" y="189122"/>
                  </a:lnTo>
                  <a:lnTo>
                    <a:pt x="5628180" y="189122"/>
                  </a:lnTo>
                  <a:lnTo>
                    <a:pt x="5628273" y="189122"/>
                  </a:lnTo>
                  <a:lnTo>
                    <a:pt x="5628367" y="189122"/>
                  </a:lnTo>
                  <a:lnTo>
                    <a:pt x="5628460" y="189122"/>
                  </a:lnTo>
                  <a:lnTo>
                    <a:pt x="5628553" y="189122"/>
                  </a:lnTo>
                  <a:lnTo>
                    <a:pt x="5628646" y="189122"/>
                  </a:lnTo>
                  <a:lnTo>
                    <a:pt x="5628740" y="189122"/>
                  </a:lnTo>
                  <a:lnTo>
                    <a:pt x="5628833" y="189122"/>
                  </a:lnTo>
                  <a:lnTo>
                    <a:pt x="5628926" y="189122"/>
                  </a:lnTo>
                  <a:lnTo>
                    <a:pt x="5629019" y="189122"/>
                  </a:lnTo>
                  <a:lnTo>
                    <a:pt x="5629113" y="189122"/>
                  </a:lnTo>
                  <a:lnTo>
                    <a:pt x="5629206" y="189122"/>
                  </a:lnTo>
                  <a:lnTo>
                    <a:pt x="5629299" y="189122"/>
                  </a:lnTo>
                  <a:lnTo>
                    <a:pt x="5629299" y="179168"/>
                  </a:lnTo>
                  <a:lnTo>
                    <a:pt x="5629392" y="179168"/>
                  </a:lnTo>
                  <a:lnTo>
                    <a:pt x="5629486" y="179168"/>
                  </a:lnTo>
                  <a:lnTo>
                    <a:pt x="5629579" y="179168"/>
                  </a:lnTo>
                  <a:lnTo>
                    <a:pt x="5629672" y="179168"/>
                  </a:lnTo>
                  <a:lnTo>
                    <a:pt x="5629765" y="179168"/>
                  </a:lnTo>
                  <a:lnTo>
                    <a:pt x="5629859" y="179168"/>
                  </a:lnTo>
                  <a:lnTo>
                    <a:pt x="5629952" y="179168"/>
                  </a:lnTo>
                  <a:lnTo>
                    <a:pt x="5630045" y="179168"/>
                  </a:lnTo>
                  <a:lnTo>
                    <a:pt x="5630138" y="179168"/>
                  </a:lnTo>
                  <a:lnTo>
                    <a:pt x="5630232" y="179168"/>
                  </a:lnTo>
                  <a:lnTo>
                    <a:pt x="5630325" y="179168"/>
                  </a:lnTo>
                  <a:lnTo>
                    <a:pt x="5630418" y="179168"/>
                  </a:lnTo>
                  <a:lnTo>
                    <a:pt x="5630511" y="179168"/>
                  </a:lnTo>
                  <a:lnTo>
                    <a:pt x="5630605" y="179168"/>
                  </a:lnTo>
                  <a:lnTo>
                    <a:pt x="5630698" y="179168"/>
                  </a:lnTo>
                  <a:lnTo>
                    <a:pt x="5630791" y="179168"/>
                  </a:lnTo>
                  <a:lnTo>
                    <a:pt x="5630884" y="179168"/>
                  </a:lnTo>
                  <a:lnTo>
                    <a:pt x="5630978" y="179168"/>
                  </a:lnTo>
                  <a:lnTo>
                    <a:pt x="5631071" y="179168"/>
                  </a:lnTo>
                  <a:lnTo>
                    <a:pt x="5631164" y="179168"/>
                  </a:lnTo>
                  <a:lnTo>
                    <a:pt x="5631257" y="179168"/>
                  </a:lnTo>
                  <a:lnTo>
                    <a:pt x="5631351" y="179168"/>
                  </a:lnTo>
                  <a:lnTo>
                    <a:pt x="5631444" y="179168"/>
                  </a:lnTo>
                  <a:lnTo>
                    <a:pt x="5631537" y="179168"/>
                  </a:lnTo>
                  <a:lnTo>
                    <a:pt x="5631630" y="179168"/>
                  </a:lnTo>
                  <a:lnTo>
                    <a:pt x="5631724" y="179168"/>
                  </a:lnTo>
                  <a:lnTo>
                    <a:pt x="5631817" y="179168"/>
                  </a:lnTo>
                  <a:lnTo>
                    <a:pt x="5631910" y="179168"/>
                  </a:lnTo>
                  <a:lnTo>
                    <a:pt x="5632003" y="179168"/>
                  </a:lnTo>
                  <a:lnTo>
                    <a:pt x="5632097" y="179168"/>
                  </a:lnTo>
                  <a:lnTo>
                    <a:pt x="5632190" y="179168"/>
                  </a:lnTo>
                  <a:lnTo>
                    <a:pt x="5632283" y="179168"/>
                  </a:lnTo>
                  <a:lnTo>
                    <a:pt x="5632376" y="179168"/>
                  </a:lnTo>
                  <a:lnTo>
                    <a:pt x="5632470" y="179168"/>
                  </a:lnTo>
                  <a:lnTo>
                    <a:pt x="5632563" y="179168"/>
                  </a:lnTo>
                  <a:lnTo>
                    <a:pt x="5632656" y="179168"/>
                  </a:lnTo>
                  <a:lnTo>
                    <a:pt x="5632749" y="179168"/>
                  </a:lnTo>
                  <a:lnTo>
                    <a:pt x="5632843" y="179168"/>
                  </a:lnTo>
                  <a:lnTo>
                    <a:pt x="5632936" y="179168"/>
                  </a:lnTo>
                  <a:lnTo>
                    <a:pt x="5633029" y="179168"/>
                  </a:lnTo>
                  <a:lnTo>
                    <a:pt x="5633122" y="179168"/>
                  </a:lnTo>
                  <a:lnTo>
                    <a:pt x="5633216" y="179168"/>
                  </a:lnTo>
                  <a:lnTo>
                    <a:pt x="5633309" y="179168"/>
                  </a:lnTo>
                  <a:lnTo>
                    <a:pt x="5633402" y="179168"/>
                  </a:lnTo>
                  <a:lnTo>
                    <a:pt x="5633495" y="179168"/>
                  </a:lnTo>
                  <a:lnTo>
                    <a:pt x="5633588" y="179168"/>
                  </a:lnTo>
                  <a:lnTo>
                    <a:pt x="5633682" y="179168"/>
                  </a:lnTo>
                  <a:lnTo>
                    <a:pt x="5633775" y="179168"/>
                  </a:lnTo>
                  <a:lnTo>
                    <a:pt x="5633868" y="179168"/>
                  </a:lnTo>
                  <a:lnTo>
                    <a:pt x="5633961" y="179168"/>
                  </a:lnTo>
                  <a:lnTo>
                    <a:pt x="5634055" y="179168"/>
                  </a:lnTo>
                  <a:lnTo>
                    <a:pt x="5634148" y="179168"/>
                  </a:lnTo>
                  <a:lnTo>
                    <a:pt x="5634241" y="179168"/>
                  </a:lnTo>
                  <a:lnTo>
                    <a:pt x="5634334" y="179168"/>
                  </a:lnTo>
                  <a:lnTo>
                    <a:pt x="5634428" y="179168"/>
                  </a:lnTo>
                  <a:lnTo>
                    <a:pt x="5634521" y="179168"/>
                  </a:lnTo>
                  <a:lnTo>
                    <a:pt x="5634614" y="179168"/>
                  </a:lnTo>
                  <a:lnTo>
                    <a:pt x="5634707" y="179168"/>
                  </a:lnTo>
                  <a:lnTo>
                    <a:pt x="5634801" y="179168"/>
                  </a:lnTo>
                  <a:lnTo>
                    <a:pt x="5634894" y="179168"/>
                  </a:lnTo>
                  <a:lnTo>
                    <a:pt x="5634987" y="179168"/>
                  </a:lnTo>
                  <a:lnTo>
                    <a:pt x="5635080" y="179168"/>
                  </a:lnTo>
                  <a:lnTo>
                    <a:pt x="5635174" y="179168"/>
                  </a:lnTo>
                  <a:lnTo>
                    <a:pt x="5635267" y="179168"/>
                  </a:lnTo>
                  <a:lnTo>
                    <a:pt x="5635360" y="179168"/>
                  </a:lnTo>
                  <a:lnTo>
                    <a:pt x="5635453" y="179168"/>
                  </a:lnTo>
                  <a:lnTo>
                    <a:pt x="5635547" y="179168"/>
                  </a:lnTo>
                  <a:lnTo>
                    <a:pt x="5635640" y="179168"/>
                  </a:lnTo>
                  <a:lnTo>
                    <a:pt x="5635733" y="179168"/>
                  </a:lnTo>
                  <a:lnTo>
                    <a:pt x="5635826" y="179168"/>
                  </a:lnTo>
                  <a:lnTo>
                    <a:pt x="5635920" y="179168"/>
                  </a:lnTo>
                  <a:lnTo>
                    <a:pt x="5636013" y="179168"/>
                  </a:lnTo>
                  <a:lnTo>
                    <a:pt x="5636106" y="179168"/>
                  </a:lnTo>
                  <a:lnTo>
                    <a:pt x="5636199" y="179168"/>
                  </a:lnTo>
                  <a:lnTo>
                    <a:pt x="5636293" y="179168"/>
                  </a:lnTo>
                  <a:lnTo>
                    <a:pt x="5636386" y="179168"/>
                  </a:lnTo>
                  <a:lnTo>
                    <a:pt x="5636479" y="179168"/>
                  </a:lnTo>
                  <a:lnTo>
                    <a:pt x="5636572" y="179168"/>
                  </a:lnTo>
                  <a:lnTo>
                    <a:pt x="5636666" y="179168"/>
                  </a:lnTo>
                  <a:lnTo>
                    <a:pt x="5636759" y="179168"/>
                  </a:lnTo>
                  <a:lnTo>
                    <a:pt x="5636852" y="179168"/>
                  </a:lnTo>
                  <a:lnTo>
                    <a:pt x="5636945" y="179168"/>
                  </a:lnTo>
                  <a:lnTo>
                    <a:pt x="5637039" y="179168"/>
                  </a:lnTo>
                  <a:lnTo>
                    <a:pt x="5637132" y="179168"/>
                  </a:lnTo>
                  <a:lnTo>
                    <a:pt x="5637225" y="179168"/>
                  </a:lnTo>
                  <a:lnTo>
                    <a:pt x="5637318" y="179168"/>
                  </a:lnTo>
                  <a:lnTo>
                    <a:pt x="5637412" y="179168"/>
                  </a:lnTo>
                  <a:lnTo>
                    <a:pt x="5637505" y="179168"/>
                  </a:lnTo>
                  <a:lnTo>
                    <a:pt x="5637598" y="179168"/>
                  </a:lnTo>
                  <a:lnTo>
                    <a:pt x="5637691" y="179168"/>
                  </a:lnTo>
                  <a:lnTo>
                    <a:pt x="5637785" y="179168"/>
                  </a:lnTo>
                  <a:lnTo>
                    <a:pt x="5637878" y="179168"/>
                  </a:lnTo>
                  <a:lnTo>
                    <a:pt x="5637971" y="179168"/>
                  </a:lnTo>
                  <a:lnTo>
                    <a:pt x="5638064" y="179168"/>
                  </a:lnTo>
                  <a:lnTo>
                    <a:pt x="5638158" y="179168"/>
                  </a:lnTo>
                  <a:lnTo>
                    <a:pt x="5638251" y="179168"/>
                  </a:lnTo>
                  <a:lnTo>
                    <a:pt x="5638344" y="179168"/>
                  </a:lnTo>
                  <a:lnTo>
                    <a:pt x="5638437" y="179168"/>
                  </a:lnTo>
                  <a:lnTo>
                    <a:pt x="5638531" y="179168"/>
                  </a:lnTo>
                  <a:lnTo>
                    <a:pt x="5638624" y="179168"/>
                  </a:lnTo>
                  <a:lnTo>
                    <a:pt x="5638717" y="179168"/>
                  </a:lnTo>
                  <a:lnTo>
                    <a:pt x="5638810" y="179168"/>
                  </a:lnTo>
                  <a:lnTo>
                    <a:pt x="5638904" y="179168"/>
                  </a:lnTo>
                  <a:lnTo>
                    <a:pt x="5638997" y="179168"/>
                  </a:lnTo>
                  <a:lnTo>
                    <a:pt x="5639090" y="179168"/>
                  </a:lnTo>
                  <a:lnTo>
                    <a:pt x="5639183" y="179168"/>
                  </a:lnTo>
                  <a:lnTo>
                    <a:pt x="5639277" y="179168"/>
                  </a:lnTo>
                  <a:lnTo>
                    <a:pt x="5639370" y="179168"/>
                  </a:lnTo>
                  <a:lnTo>
                    <a:pt x="5639463" y="179168"/>
                  </a:lnTo>
                  <a:lnTo>
                    <a:pt x="5639556" y="179168"/>
                  </a:lnTo>
                  <a:lnTo>
                    <a:pt x="5639650" y="179168"/>
                  </a:lnTo>
                  <a:lnTo>
                    <a:pt x="5639743" y="179168"/>
                  </a:lnTo>
                  <a:lnTo>
                    <a:pt x="5639836" y="179168"/>
                  </a:lnTo>
                  <a:lnTo>
                    <a:pt x="5639929" y="179168"/>
                  </a:lnTo>
                  <a:lnTo>
                    <a:pt x="5640023" y="179168"/>
                  </a:lnTo>
                  <a:lnTo>
                    <a:pt x="5640116" y="179168"/>
                  </a:lnTo>
                  <a:lnTo>
                    <a:pt x="5640209" y="179168"/>
                  </a:lnTo>
                  <a:lnTo>
                    <a:pt x="5640302" y="179168"/>
                  </a:lnTo>
                  <a:lnTo>
                    <a:pt x="5640396" y="179168"/>
                  </a:lnTo>
                  <a:lnTo>
                    <a:pt x="5640489" y="179168"/>
                  </a:lnTo>
                  <a:lnTo>
                    <a:pt x="5640582" y="179168"/>
                  </a:lnTo>
                  <a:lnTo>
                    <a:pt x="5640675" y="179168"/>
                  </a:lnTo>
                  <a:lnTo>
                    <a:pt x="5640768" y="179168"/>
                  </a:lnTo>
                  <a:lnTo>
                    <a:pt x="5640862" y="179168"/>
                  </a:lnTo>
                  <a:lnTo>
                    <a:pt x="5640955" y="179168"/>
                  </a:lnTo>
                  <a:lnTo>
                    <a:pt x="5641048" y="179168"/>
                  </a:lnTo>
                  <a:lnTo>
                    <a:pt x="5641141" y="179168"/>
                  </a:lnTo>
                  <a:lnTo>
                    <a:pt x="5641235" y="179168"/>
                  </a:lnTo>
                  <a:lnTo>
                    <a:pt x="5641328" y="179168"/>
                  </a:lnTo>
                  <a:lnTo>
                    <a:pt x="5641421" y="179168"/>
                  </a:lnTo>
                  <a:lnTo>
                    <a:pt x="5641514" y="179168"/>
                  </a:lnTo>
                  <a:lnTo>
                    <a:pt x="5641608" y="179168"/>
                  </a:lnTo>
                  <a:lnTo>
                    <a:pt x="5641701" y="179168"/>
                  </a:lnTo>
                  <a:lnTo>
                    <a:pt x="5641794" y="179168"/>
                  </a:lnTo>
                  <a:lnTo>
                    <a:pt x="5641887" y="179168"/>
                  </a:lnTo>
                  <a:lnTo>
                    <a:pt x="5641981" y="179168"/>
                  </a:lnTo>
                  <a:lnTo>
                    <a:pt x="5642074" y="179168"/>
                  </a:lnTo>
                  <a:lnTo>
                    <a:pt x="5642167" y="179168"/>
                  </a:lnTo>
                  <a:lnTo>
                    <a:pt x="5642260" y="179168"/>
                  </a:lnTo>
                  <a:lnTo>
                    <a:pt x="5642354" y="179168"/>
                  </a:lnTo>
                  <a:lnTo>
                    <a:pt x="5642447" y="179168"/>
                  </a:lnTo>
                  <a:lnTo>
                    <a:pt x="5642540" y="179168"/>
                  </a:lnTo>
                  <a:lnTo>
                    <a:pt x="5642633" y="179168"/>
                  </a:lnTo>
                  <a:lnTo>
                    <a:pt x="5642727" y="179168"/>
                  </a:lnTo>
                  <a:lnTo>
                    <a:pt x="5642820" y="179168"/>
                  </a:lnTo>
                  <a:lnTo>
                    <a:pt x="5642913" y="179168"/>
                  </a:lnTo>
                  <a:lnTo>
                    <a:pt x="5643006" y="179168"/>
                  </a:lnTo>
                  <a:lnTo>
                    <a:pt x="5643100" y="179168"/>
                  </a:lnTo>
                  <a:lnTo>
                    <a:pt x="5643193" y="179168"/>
                  </a:lnTo>
                  <a:lnTo>
                    <a:pt x="5643286" y="179168"/>
                  </a:lnTo>
                  <a:lnTo>
                    <a:pt x="5643379" y="179168"/>
                  </a:lnTo>
                  <a:lnTo>
                    <a:pt x="5643473" y="179168"/>
                  </a:lnTo>
                  <a:lnTo>
                    <a:pt x="5643566" y="179168"/>
                  </a:lnTo>
                  <a:lnTo>
                    <a:pt x="5643659" y="179168"/>
                  </a:lnTo>
                  <a:lnTo>
                    <a:pt x="5643752" y="179168"/>
                  </a:lnTo>
                  <a:lnTo>
                    <a:pt x="5643846" y="179168"/>
                  </a:lnTo>
                  <a:lnTo>
                    <a:pt x="5643939" y="179168"/>
                  </a:lnTo>
                  <a:lnTo>
                    <a:pt x="5644032" y="179168"/>
                  </a:lnTo>
                  <a:lnTo>
                    <a:pt x="5644125" y="179168"/>
                  </a:lnTo>
                  <a:lnTo>
                    <a:pt x="5644219" y="179168"/>
                  </a:lnTo>
                  <a:lnTo>
                    <a:pt x="5644312" y="179168"/>
                  </a:lnTo>
                  <a:lnTo>
                    <a:pt x="5644405" y="179168"/>
                  </a:lnTo>
                  <a:lnTo>
                    <a:pt x="5644498" y="179168"/>
                  </a:lnTo>
                  <a:lnTo>
                    <a:pt x="5644592" y="179168"/>
                  </a:lnTo>
                  <a:lnTo>
                    <a:pt x="5644685" y="179168"/>
                  </a:lnTo>
                  <a:lnTo>
                    <a:pt x="5644778" y="179168"/>
                  </a:lnTo>
                  <a:lnTo>
                    <a:pt x="5644871" y="179168"/>
                  </a:lnTo>
                  <a:lnTo>
                    <a:pt x="5644965" y="179168"/>
                  </a:lnTo>
                  <a:lnTo>
                    <a:pt x="5645058" y="179168"/>
                  </a:lnTo>
                  <a:lnTo>
                    <a:pt x="5645151" y="179168"/>
                  </a:lnTo>
                  <a:lnTo>
                    <a:pt x="5645244" y="179168"/>
                  </a:lnTo>
                  <a:lnTo>
                    <a:pt x="5645338" y="179168"/>
                  </a:lnTo>
                  <a:lnTo>
                    <a:pt x="5645431" y="179168"/>
                  </a:lnTo>
                  <a:lnTo>
                    <a:pt x="5645524" y="179168"/>
                  </a:lnTo>
                  <a:lnTo>
                    <a:pt x="5645617" y="179168"/>
                  </a:lnTo>
                  <a:lnTo>
                    <a:pt x="5645711" y="179168"/>
                  </a:lnTo>
                  <a:lnTo>
                    <a:pt x="5645804" y="179168"/>
                  </a:lnTo>
                  <a:lnTo>
                    <a:pt x="5645897" y="179168"/>
                  </a:lnTo>
                  <a:lnTo>
                    <a:pt x="5645990" y="179168"/>
                  </a:lnTo>
                  <a:lnTo>
                    <a:pt x="5646084" y="179168"/>
                  </a:lnTo>
                  <a:lnTo>
                    <a:pt x="5646177" y="179168"/>
                  </a:lnTo>
                  <a:lnTo>
                    <a:pt x="5646270" y="179168"/>
                  </a:lnTo>
                  <a:lnTo>
                    <a:pt x="5646363" y="179168"/>
                  </a:lnTo>
                  <a:lnTo>
                    <a:pt x="5646457" y="179168"/>
                  </a:lnTo>
                  <a:lnTo>
                    <a:pt x="5646550" y="179168"/>
                  </a:lnTo>
                  <a:lnTo>
                    <a:pt x="5646643" y="179168"/>
                  </a:lnTo>
                  <a:lnTo>
                    <a:pt x="5646736" y="179168"/>
                  </a:lnTo>
                  <a:lnTo>
                    <a:pt x="5646830" y="179168"/>
                  </a:lnTo>
                  <a:lnTo>
                    <a:pt x="5646923" y="179168"/>
                  </a:lnTo>
                  <a:lnTo>
                    <a:pt x="5647016" y="179168"/>
                  </a:lnTo>
                  <a:lnTo>
                    <a:pt x="5647109" y="179168"/>
                  </a:lnTo>
                  <a:lnTo>
                    <a:pt x="5647203" y="179168"/>
                  </a:lnTo>
                  <a:lnTo>
                    <a:pt x="5647296" y="179168"/>
                  </a:lnTo>
                  <a:lnTo>
                    <a:pt x="5647389" y="179168"/>
                  </a:lnTo>
                  <a:lnTo>
                    <a:pt x="5647482" y="179168"/>
                  </a:lnTo>
                  <a:lnTo>
                    <a:pt x="5647575" y="179168"/>
                  </a:lnTo>
                  <a:lnTo>
                    <a:pt x="5647669" y="179168"/>
                  </a:lnTo>
                  <a:lnTo>
                    <a:pt x="5647762" y="179168"/>
                  </a:lnTo>
                  <a:lnTo>
                    <a:pt x="5647855" y="179168"/>
                  </a:lnTo>
                  <a:lnTo>
                    <a:pt x="5647948" y="179168"/>
                  </a:lnTo>
                  <a:lnTo>
                    <a:pt x="5648042" y="179168"/>
                  </a:lnTo>
                  <a:lnTo>
                    <a:pt x="5648135" y="179168"/>
                  </a:lnTo>
                  <a:lnTo>
                    <a:pt x="5648228" y="179168"/>
                  </a:lnTo>
                  <a:lnTo>
                    <a:pt x="5648321" y="179168"/>
                  </a:lnTo>
                  <a:lnTo>
                    <a:pt x="5648415" y="179168"/>
                  </a:lnTo>
                  <a:lnTo>
                    <a:pt x="5648508" y="179168"/>
                  </a:lnTo>
                  <a:lnTo>
                    <a:pt x="5648601" y="179168"/>
                  </a:lnTo>
                  <a:lnTo>
                    <a:pt x="5648694" y="179168"/>
                  </a:lnTo>
                  <a:lnTo>
                    <a:pt x="5648788" y="179168"/>
                  </a:lnTo>
                  <a:lnTo>
                    <a:pt x="5648881" y="179168"/>
                  </a:lnTo>
                  <a:lnTo>
                    <a:pt x="5648974" y="179168"/>
                  </a:lnTo>
                  <a:lnTo>
                    <a:pt x="5649067" y="179168"/>
                  </a:lnTo>
                  <a:lnTo>
                    <a:pt x="5649161" y="179168"/>
                  </a:lnTo>
                  <a:lnTo>
                    <a:pt x="5649254" y="179168"/>
                  </a:lnTo>
                  <a:lnTo>
                    <a:pt x="5649347" y="179168"/>
                  </a:lnTo>
                  <a:lnTo>
                    <a:pt x="5649440" y="179168"/>
                  </a:lnTo>
                  <a:lnTo>
                    <a:pt x="5649534" y="179168"/>
                  </a:lnTo>
                  <a:lnTo>
                    <a:pt x="5649627" y="179168"/>
                  </a:lnTo>
                  <a:lnTo>
                    <a:pt x="5649720" y="179168"/>
                  </a:lnTo>
                  <a:lnTo>
                    <a:pt x="5649813" y="179168"/>
                  </a:lnTo>
                  <a:lnTo>
                    <a:pt x="5649907" y="179168"/>
                  </a:lnTo>
                  <a:lnTo>
                    <a:pt x="5650000" y="179168"/>
                  </a:lnTo>
                  <a:lnTo>
                    <a:pt x="5650093" y="179168"/>
                  </a:lnTo>
                  <a:lnTo>
                    <a:pt x="5650186" y="179168"/>
                  </a:lnTo>
                  <a:lnTo>
                    <a:pt x="5650280" y="179168"/>
                  </a:lnTo>
                  <a:lnTo>
                    <a:pt x="5650373" y="179168"/>
                  </a:lnTo>
                  <a:lnTo>
                    <a:pt x="5650466" y="179168"/>
                  </a:lnTo>
                  <a:lnTo>
                    <a:pt x="5650559" y="179168"/>
                  </a:lnTo>
                  <a:lnTo>
                    <a:pt x="5650653" y="179168"/>
                  </a:lnTo>
                  <a:lnTo>
                    <a:pt x="5650746" y="179168"/>
                  </a:lnTo>
                  <a:lnTo>
                    <a:pt x="5650839" y="179168"/>
                  </a:lnTo>
                  <a:lnTo>
                    <a:pt x="5650932" y="179168"/>
                  </a:lnTo>
                  <a:lnTo>
                    <a:pt x="5651026" y="179168"/>
                  </a:lnTo>
                  <a:lnTo>
                    <a:pt x="5651119" y="179168"/>
                  </a:lnTo>
                  <a:lnTo>
                    <a:pt x="5651212" y="179168"/>
                  </a:lnTo>
                  <a:lnTo>
                    <a:pt x="5651305" y="179168"/>
                  </a:lnTo>
                  <a:lnTo>
                    <a:pt x="5651399" y="179168"/>
                  </a:lnTo>
                  <a:lnTo>
                    <a:pt x="5651492" y="179168"/>
                  </a:lnTo>
                  <a:lnTo>
                    <a:pt x="5651585" y="179168"/>
                  </a:lnTo>
                  <a:lnTo>
                    <a:pt x="5651678" y="179168"/>
                  </a:lnTo>
                  <a:lnTo>
                    <a:pt x="5651772" y="179168"/>
                  </a:lnTo>
                  <a:lnTo>
                    <a:pt x="5651865" y="179168"/>
                  </a:lnTo>
                  <a:lnTo>
                    <a:pt x="5651958" y="179168"/>
                  </a:lnTo>
                  <a:lnTo>
                    <a:pt x="5652051" y="179168"/>
                  </a:lnTo>
                  <a:lnTo>
                    <a:pt x="5652145" y="179168"/>
                  </a:lnTo>
                  <a:lnTo>
                    <a:pt x="5652238" y="179168"/>
                  </a:lnTo>
                  <a:lnTo>
                    <a:pt x="5652331" y="179168"/>
                  </a:lnTo>
                  <a:lnTo>
                    <a:pt x="5652424" y="179168"/>
                  </a:lnTo>
                  <a:lnTo>
                    <a:pt x="5652518" y="179168"/>
                  </a:lnTo>
                  <a:lnTo>
                    <a:pt x="5652611" y="179168"/>
                  </a:lnTo>
                  <a:lnTo>
                    <a:pt x="5652704" y="179168"/>
                  </a:lnTo>
                  <a:lnTo>
                    <a:pt x="5652797" y="179168"/>
                  </a:lnTo>
                  <a:lnTo>
                    <a:pt x="5652891" y="179168"/>
                  </a:lnTo>
                  <a:lnTo>
                    <a:pt x="5652984" y="179168"/>
                  </a:lnTo>
                  <a:lnTo>
                    <a:pt x="5653077" y="179168"/>
                  </a:lnTo>
                  <a:lnTo>
                    <a:pt x="5653170" y="179168"/>
                  </a:lnTo>
                  <a:lnTo>
                    <a:pt x="5653264" y="179168"/>
                  </a:lnTo>
                  <a:lnTo>
                    <a:pt x="5653357" y="179168"/>
                  </a:lnTo>
                  <a:lnTo>
                    <a:pt x="5653450" y="179168"/>
                  </a:lnTo>
                  <a:lnTo>
                    <a:pt x="5653543" y="179168"/>
                  </a:lnTo>
                  <a:lnTo>
                    <a:pt x="5653637" y="179168"/>
                  </a:lnTo>
                  <a:lnTo>
                    <a:pt x="5653730" y="179168"/>
                  </a:lnTo>
                  <a:lnTo>
                    <a:pt x="5653823" y="179168"/>
                  </a:lnTo>
                  <a:lnTo>
                    <a:pt x="5653916" y="179168"/>
                  </a:lnTo>
                  <a:lnTo>
                    <a:pt x="5654010" y="179168"/>
                  </a:lnTo>
                  <a:lnTo>
                    <a:pt x="5654103" y="179168"/>
                  </a:lnTo>
                  <a:lnTo>
                    <a:pt x="5654196" y="179168"/>
                  </a:lnTo>
                  <a:lnTo>
                    <a:pt x="5654289" y="179168"/>
                  </a:lnTo>
                  <a:lnTo>
                    <a:pt x="5654382" y="179168"/>
                  </a:lnTo>
                  <a:lnTo>
                    <a:pt x="5654476" y="179168"/>
                  </a:lnTo>
                  <a:lnTo>
                    <a:pt x="5654569" y="179168"/>
                  </a:lnTo>
                  <a:lnTo>
                    <a:pt x="5654662" y="179168"/>
                  </a:lnTo>
                  <a:lnTo>
                    <a:pt x="5654755" y="179168"/>
                  </a:lnTo>
                  <a:lnTo>
                    <a:pt x="5654849" y="179168"/>
                  </a:lnTo>
                  <a:lnTo>
                    <a:pt x="5654942" y="179168"/>
                  </a:lnTo>
                  <a:lnTo>
                    <a:pt x="5655035" y="179168"/>
                  </a:lnTo>
                  <a:lnTo>
                    <a:pt x="5655128" y="179168"/>
                  </a:lnTo>
                  <a:lnTo>
                    <a:pt x="5655222" y="179168"/>
                  </a:lnTo>
                  <a:lnTo>
                    <a:pt x="5655315" y="179168"/>
                  </a:lnTo>
                  <a:lnTo>
                    <a:pt x="5655408" y="179168"/>
                  </a:lnTo>
                  <a:lnTo>
                    <a:pt x="5655501" y="179168"/>
                  </a:lnTo>
                  <a:lnTo>
                    <a:pt x="5655595" y="179168"/>
                  </a:lnTo>
                  <a:lnTo>
                    <a:pt x="5655688" y="179168"/>
                  </a:lnTo>
                  <a:lnTo>
                    <a:pt x="5655781" y="179168"/>
                  </a:lnTo>
                  <a:lnTo>
                    <a:pt x="5655874" y="179168"/>
                  </a:lnTo>
                  <a:lnTo>
                    <a:pt x="5655968" y="179168"/>
                  </a:lnTo>
                  <a:lnTo>
                    <a:pt x="5656061" y="179168"/>
                  </a:lnTo>
                  <a:lnTo>
                    <a:pt x="5656154" y="179168"/>
                  </a:lnTo>
                  <a:lnTo>
                    <a:pt x="5656247" y="179168"/>
                  </a:lnTo>
                  <a:lnTo>
                    <a:pt x="5656341" y="179168"/>
                  </a:lnTo>
                  <a:lnTo>
                    <a:pt x="5656434" y="179168"/>
                  </a:lnTo>
                  <a:lnTo>
                    <a:pt x="5656527" y="179168"/>
                  </a:lnTo>
                  <a:lnTo>
                    <a:pt x="5656620" y="179168"/>
                  </a:lnTo>
                  <a:lnTo>
                    <a:pt x="5656714" y="179168"/>
                  </a:lnTo>
                  <a:lnTo>
                    <a:pt x="5656807" y="179168"/>
                  </a:lnTo>
                  <a:lnTo>
                    <a:pt x="5656900" y="179168"/>
                  </a:lnTo>
                  <a:lnTo>
                    <a:pt x="5656993" y="179168"/>
                  </a:lnTo>
                  <a:lnTo>
                    <a:pt x="5657087" y="179168"/>
                  </a:lnTo>
                  <a:lnTo>
                    <a:pt x="5657180" y="179168"/>
                  </a:lnTo>
                  <a:lnTo>
                    <a:pt x="5657273" y="179168"/>
                  </a:lnTo>
                  <a:lnTo>
                    <a:pt x="5657366" y="179168"/>
                  </a:lnTo>
                  <a:lnTo>
                    <a:pt x="5657460" y="179168"/>
                  </a:lnTo>
                  <a:lnTo>
                    <a:pt x="5657553" y="179168"/>
                  </a:lnTo>
                  <a:lnTo>
                    <a:pt x="5657646" y="179168"/>
                  </a:lnTo>
                  <a:lnTo>
                    <a:pt x="5657739" y="179168"/>
                  </a:lnTo>
                  <a:lnTo>
                    <a:pt x="5657833" y="179168"/>
                  </a:lnTo>
                  <a:lnTo>
                    <a:pt x="5657926" y="179168"/>
                  </a:lnTo>
                  <a:lnTo>
                    <a:pt x="5658019" y="179168"/>
                  </a:lnTo>
                  <a:lnTo>
                    <a:pt x="5658112" y="179168"/>
                  </a:lnTo>
                  <a:lnTo>
                    <a:pt x="5658206" y="179168"/>
                  </a:lnTo>
                  <a:lnTo>
                    <a:pt x="5658299" y="179168"/>
                  </a:lnTo>
                  <a:lnTo>
                    <a:pt x="5658392" y="179168"/>
                  </a:lnTo>
                  <a:lnTo>
                    <a:pt x="5658485" y="179168"/>
                  </a:lnTo>
                  <a:lnTo>
                    <a:pt x="5658579" y="179168"/>
                  </a:lnTo>
                  <a:lnTo>
                    <a:pt x="5658672" y="179168"/>
                  </a:lnTo>
                  <a:lnTo>
                    <a:pt x="5658765" y="179168"/>
                  </a:lnTo>
                  <a:lnTo>
                    <a:pt x="5658858" y="179168"/>
                  </a:lnTo>
                  <a:lnTo>
                    <a:pt x="5658952" y="179168"/>
                  </a:lnTo>
                  <a:lnTo>
                    <a:pt x="5659045" y="179168"/>
                  </a:lnTo>
                  <a:lnTo>
                    <a:pt x="5659138" y="179168"/>
                  </a:lnTo>
                  <a:lnTo>
                    <a:pt x="5659231" y="179168"/>
                  </a:lnTo>
                  <a:lnTo>
                    <a:pt x="5659325" y="179168"/>
                  </a:lnTo>
                  <a:lnTo>
                    <a:pt x="5659418" y="179168"/>
                  </a:lnTo>
                  <a:lnTo>
                    <a:pt x="5659511" y="179168"/>
                  </a:lnTo>
                  <a:lnTo>
                    <a:pt x="5659604" y="179168"/>
                  </a:lnTo>
                  <a:lnTo>
                    <a:pt x="5659698" y="179168"/>
                  </a:lnTo>
                  <a:lnTo>
                    <a:pt x="5659791" y="179168"/>
                  </a:lnTo>
                  <a:lnTo>
                    <a:pt x="5659884" y="179168"/>
                  </a:lnTo>
                  <a:lnTo>
                    <a:pt x="5659977" y="179168"/>
                  </a:lnTo>
                  <a:lnTo>
                    <a:pt x="5660071" y="179168"/>
                  </a:lnTo>
                  <a:lnTo>
                    <a:pt x="5660164" y="179168"/>
                  </a:lnTo>
                  <a:lnTo>
                    <a:pt x="5660257" y="179168"/>
                  </a:lnTo>
                  <a:lnTo>
                    <a:pt x="5660350" y="179168"/>
                  </a:lnTo>
                  <a:lnTo>
                    <a:pt x="5660444" y="179168"/>
                  </a:lnTo>
                  <a:lnTo>
                    <a:pt x="5660537" y="179168"/>
                  </a:lnTo>
                  <a:lnTo>
                    <a:pt x="5660630" y="179168"/>
                  </a:lnTo>
                  <a:lnTo>
                    <a:pt x="5660723" y="179168"/>
                  </a:lnTo>
                  <a:lnTo>
                    <a:pt x="5660817" y="179168"/>
                  </a:lnTo>
                  <a:lnTo>
                    <a:pt x="5660910" y="179168"/>
                  </a:lnTo>
                  <a:lnTo>
                    <a:pt x="5661003" y="179168"/>
                  </a:lnTo>
                  <a:lnTo>
                    <a:pt x="5661096" y="179168"/>
                  </a:lnTo>
                  <a:lnTo>
                    <a:pt x="5661190" y="179168"/>
                  </a:lnTo>
                  <a:lnTo>
                    <a:pt x="5661283" y="179168"/>
                  </a:lnTo>
                  <a:lnTo>
                    <a:pt x="5661376" y="179168"/>
                  </a:lnTo>
                  <a:lnTo>
                    <a:pt x="5661469" y="179168"/>
                  </a:lnTo>
                  <a:lnTo>
                    <a:pt x="5661562" y="179168"/>
                  </a:lnTo>
                  <a:lnTo>
                    <a:pt x="5661656" y="179168"/>
                  </a:lnTo>
                  <a:lnTo>
                    <a:pt x="5661749" y="179168"/>
                  </a:lnTo>
                  <a:lnTo>
                    <a:pt x="5661842" y="179168"/>
                  </a:lnTo>
                  <a:lnTo>
                    <a:pt x="5661935" y="179168"/>
                  </a:lnTo>
                  <a:lnTo>
                    <a:pt x="5662029" y="179168"/>
                  </a:lnTo>
                  <a:lnTo>
                    <a:pt x="5662122" y="179168"/>
                  </a:lnTo>
                  <a:lnTo>
                    <a:pt x="5662215" y="179168"/>
                  </a:lnTo>
                  <a:lnTo>
                    <a:pt x="5662308" y="179168"/>
                  </a:lnTo>
                  <a:lnTo>
                    <a:pt x="5662402" y="179168"/>
                  </a:lnTo>
                  <a:lnTo>
                    <a:pt x="5662495" y="179168"/>
                  </a:lnTo>
                  <a:lnTo>
                    <a:pt x="5662588" y="179168"/>
                  </a:lnTo>
                  <a:lnTo>
                    <a:pt x="5662681" y="179168"/>
                  </a:lnTo>
                  <a:lnTo>
                    <a:pt x="5662775" y="179168"/>
                  </a:lnTo>
                  <a:lnTo>
                    <a:pt x="5662868" y="179168"/>
                  </a:lnTo>
                  <a:lnTo>
                    <a:pt x="5662961" y="179168"/>
                  </a:lnTo>
                  <a:lnTo>
                    <a:pt x="5663054" y="179168"/>
                  </a:lnTo>
                  <a:lnTo>
                    <a:pt x="5663148" y="179168"/>
                  </a:lnTo>
                  <a:lnTo>
                    <a:pt x="5663241" y="179168"/>
                  </a:lnTo>
                  <a:lnTo>
                    <a:pt x="5663334" y="179168"/>
                  </a:lnTo>
                  <a:lnTo>
                    <a:pt x="5663427" y="179168"/>
                  </a:lnTo>
                  <a:lnTo>
                    <a:pt x="5663521" y="179168"/>
                  </a:lnTo>
                  <a:lnTo>
                    <a:pt x="5663614" y="179168"/>
                  </a:lnTo>
                  <a:lnTo>
                    <a:pt x="5663707" y="179168"/>
                  </a:lnTo>
                  <a:lnTo>
                    <a:pt x="5663800" y="179168"/>
                  </a:lnTo>
                  <a:lnTo>
                    <a:pt x="5663894" y="179168"/>
                  </a:lnTo>
                  <a:lnTo>
                    <a:pt x="5663987" y="179168"/>
                  </a:lnTo>
                  <a:lnTo>
                    <a:pt x="5664080" y="179168"/>
                  </a:lnTo>
                  <a:lnTo>
                    <a:pt x="5664173" y="179168"/>
                  </a:lnTo>
                  <a:lnTo>
                    <a:pt x="5664267" y="179168"/>
                  </a:lnTo>
                  <a:lnTo>
                    <a:pt x="5664360" y="179168"/>
                  </a:lnTo>
                  <a:lnTo>
                    <a:pt x="5664453" y="179168"/>
                  </a:lnTo>
                  <a:lnTo>
                    <a:pt x="5664546" y="179168"/>
                  </a:lnTo>
                  <a:lnTo>
                    <a:pt x="5664640" y="179168"/>
                  </a:lnTo>
                  <a:lnTo>
                    <a:pt x="5664733" y="179168"/>
                  </a:lnTo>
                  <a:lnTo>
                    <a:pt x="5664826" y="179168"/>
                  </a:lnTo>
                  <a:lnTo>
                    <a:pt x="5664919" y="179168"/>
                  </a:lnTo>
                  <a:lnTo>
                    <a:pt x="5665013" y="179168"/>
                  </a:lnTo>
                  <a:lnTo>
                    <a:pt x="5665106" y="179168"/>
                  </a:lnTo>
                  <a:lnTo>
                    <a:pt x="5665199" y="179168"/>
                  </a:lnTo>
                  <a:lnTo>
                    <a:pt x="5665292" y="179168"/>
                  </a:lnTo>
                  <a:lnTo>
                    <a:pt x="5665386" y="179168"/>
                  </a:lnTo>
                  <a:lnTo>
                    <a:pt x="5665479" y="179168"/>
                  </a:lnTo>
                  <a:lnTo>
                    <a:pt x="5665572" y="179168"/>
                  </a:lnTo>
                  <a:lnTo>
                    <a:pt x="5665665" y="179168"/>
                  </a:lnTo>
                  <a:lnTo>
                    <a:pt x="5665759" y="179168"/>
                  </a:lnTo>
                  <a:lnTo>
                    <a:pt x="5665852" y="179168"/>
                  </a:lnTo>
                  <a:lnTo>
                    <a:pt x="5665945" y="179168"/>
                  </a:lnTo>
                  <a:lnTo>
                    <a:pt x="5666038" y="179168"/>
                  </a:lnTo>
                  <a:lnTo>
                    <a:pt x="5666132" y="179168"/>
                  </a:lnTo>
                  <a:lnTo>
                    <a:pt x="5666225" y="179168"/>
                  </a:lnTo>
                  <a:lnTo>
                    <a:pt x="5666318" y="179168"/>
                  </a:lnTo>
                  <a:lnTo>
                    <a:pt x="5666411" y="179168"/>
                  </a:lnTo>
                  <a:lnTo>
                    <a:pt x="5666505" y="179168"/>
                  </a:lnTo>
                  <a:lnTo>
                    <a:pt x="5666598" y="179168"/>
                  </a:lnTo>
                  <a:lnTo>
                    <a:pt x="5666691" y="179168"/>
                  </a:lnTo>
                  <a:lnTo>
                    <a:pt x="5666784" y="179168"/>
                  </a:lnTo>
                  <a:lnTo>
                    <a:pt x="5666878" y="179168"/>
                  </a:lnTo>
                  <a:lnTo>
                    <a:pt x="5666971" y="179168"/>
                  </a:lnTo>
                  <a:lnTo>
                    <a:pt x="5667064" y="179168"/>
                  </a:lnTo>
                  <a:lnTo>
                    <a:pt x="5667157" y="179168"/>
                  </a:lnTo>
                  <a:lnTo>
                    <a:pt x="5667251" y="179168"/>
                  </a:lnTo>
                  <a:lnTo>
                    <a:pt x="5667344" y="179168"/>
                  </a:lnTo>
                  <a:lnTo>
                    <a:pt x="5667437" y="179168"/>
                  </a:lnTo>
                  <a:lnTo>
                    <a:pt x="5667530" y="179168"/>
                  </a:lnTo>
                  <a:lnTo>
                    <a:pt x="5667624" y="179168"/>
                  </a:lnTo>
                  <a:lnTo>
                    <a:pt x="5667717" y="179168"/>
                  </a:lnTo>
                  <a:lnTo>
                    <a:pt x="5667810" y="179168"/>
                  </a:lnTo>
                  <a:lnTo>
                    <a:pt x="5667903" y="179168"/>
                  </a:lnTo>
                  <a:lnTo>
                    <a:pt x="5667997" y="179168"/>
                  </a:lnTo>
                  <a:lnTo>
                    <a:pt x="5668090" y="179168"/>
                  </a:lnTo>
                  <a:lnTo>
                    <a:pt x="5668183" y="179168"/>
                  </a:lnTo>
                  <a:lnTo>
                    <a:pt x="5668276" y="179168"/>
                  </a:lnTo>
                  <a:lnTo>
                    <a:pt x="5668369" y="179168"/>
                  </a:lnTo>
                  <a:lnTo>
                    <a:pt x="5668463" y="179168"/>
                  </a:lnTo>
                  <a:lnTo>
                    <a:pt x="5668556" y="179168"/>
                  </a:lnTo>
                  <a:lnTo>
                    <a:pt x="5668649" y="179168"/>
                  </a:lnTo>
                  <a:lnTo>
                    <a:pt x="5668742" y="179168"/>
                  </a:lnTo>
                  <a:lnTo>
                    <a:pt x="5668836" y="179168"/>
                  </a:lnTo>
                  <a:lnTo>
                    <a:pt x="5668929" y="179168"/>
                  </a:lnTo>
                  <a:lnTo>
                    <a:pt x="5669022" y="179168"/>
                  </a:lnTo>
                  <a:lnTo>
                    <a:pt x="5669115" y="179168"/>
                  </a:lnTo>
                  <a:lnTo>
                    <a:pt x="5669209" y="179168"/>
                  </a:lnTo>
                  <a:lnTo>
                    <a:pt x="5669302" y="179168"/>
                  </a:lnTo>
                  <a:lnTo>
                    <a:pt x="5669395" y="179168"/>
                  </a:lnTo>
                  <a:lnTo>
                    <a:pt x="5669488" y="179168"/>
                  </a:lnTo>
                  <a:lnTo>
                    <a:pt x="5669582" y="179168"/>
                  </a:lnTo>
                  <a:lnTo>
                    <a:pt x="5669675" y="179168"/>
                  </a:lnTo>
                  <a:lnTo>
                    <a:pt x="5669768" y="179168"/>
                  </a:lnTo>
                  <a:lnTo>
                    <a:pt x="5669861" y="179168"/>
                  </a:lnTo>
                  <a:lnTo>
                    <a:pt x="5669955" y="179168"/>
                  </a:lnTo>
                  <a:lnTo>
                    <a:pt x="5670048" y="179168"/>
                  </a:lnTo>
                  <a:lnTo>
                    <a:pt x="5670141" y="179168"/>
                  </a:lnTo>
                  <a:lnTo>
                    <a:pt x="5670234" y="179168"/>
                  </a:lnTo>
                  <a:lnTo>
                    <a:pt x="5670328" y="179168"/>
                  </a:lnTo>
                  <a:lnTo>
                    <a:pt x="5670421" y="179168"/>
                  </a:lnTo>
                  <a:lnTo>
                    <a:pt x="5670514" y="179168"/>
                  </a:lnTo>
                  <a:lnTo>
                    <a:pt x="5670607" y="179168"/>
                  </a:lnTo>
                  <a:lnTo>
                    <a:pt x="5670701" y="179168"/>
                  </a:lnTo>
                  <a:lnTo>
                    <a:pt x="5670794" y="179168"/>
                  </a:lnTo>
                  <a:lnTo>
                    <a:pt x="5670887" y="179168"/>
                  </a:lnTo>
                  <a:lnTo>
                    <a:pt x="5670980" y="179168"/>
                  </a:lnTo>
                  <a:lnTo>
                    <a:pt x="5671074" y="179168"/>
                  </a:lnTo>
                  <a:lnTo>
                    <a:pt x="5671167" y="179168"/>
                  </a:lnTo>
                  <a:lnTo>
                    <a:pt x="5671260" y="179168"/>
                  </a:lnTo>
                  <a:lnTo>
                    <a:pt x="5671353" y="179168"/>
                  </a:lnTo>
                  <a:lnTo>
                    <a:pt x="5671447" y="179168"/>
                  </a:lnTo>
                  <a:lnTo>
                    <a:pt x="5671540" y="179168"/>
                  </a:lnTo>
                  <a:lnTo>
                    <a:pt x="5671633" y="179168"/>
                  </a:lnTo>
                  <a:lnTo>
                    <a:pt x="5671726" y="179168"/>
                  </a:lnTo>
                  <a:lnTo>
                    <a:pt x="5671820" y="179168"/>
                  </a:lnTo>
                  <a:lnTo>
                    <a:pt x="5671913" y="179168"/>
                  </a:lnTo>
                  <a:lnTo>
                    <a:pt x="5672006" y="179168"/>
                  </a:lnTo>
                  <a:lnTo>
                    <a:pt x="5672099" y="179168"/>
                  </a:lnTo>
                  <a:lnTo>
                    <a:pt x="5672193" y="179168"/>
                  </a:lnTo>
                  <a:lnTo>
                    <a:pt x="5672286" y="179168"/>
                  </a:lnTo>
                  <a:lnTo>
                    <a:pt x="5672379" y="179168"/>
                  </a:lnTo>
                  <a:lnTo>
                    <a:pt x="5672472" y="179168"/>
                  </a:lnTo>
                  <a:lnTo>
                    <a:pt x="5672566" y="179168"/>
                  </a:lnTo>
                  <a:lnTo>
                    <a:pt x="5672659" y="179168"/>
                  </a:lnTo>
                  <a:lnTo>
                    <a:pt x="5672752" y="179168"/>
                  </a:lnTo>
                  <a:lnTo>
                    <a:pt x="5672845" y="179168"/>
                  </a:lnTo>
                  <a:lnTo>
                    <a:pt x="5672939" y="179168"/>
                  </a:lnTo>
                  <a:lnTo>
                    <a:pt x="5673032" y="179168"/>
                  </a:lnTo>
                  <a:lnTo>
                    <a:pt x="5673125" y="179168"/>
                  </a:lnTo>
                  <a:lnTo>
                    <a:pt x="5673218" y="179168"/>
                  </a:lnTo>
                  <a:lnTo>
                    <a:pt x="5673312" y="179168"/>
                  </a:lnTo>
                  <a:lnTo>
                    <a:pt x="5673405" y="179168"/>
                  </a:lnTo>
                  <a:lnTo>
                    <a:pt x="5673498" y="179168"/>
                  </a:lnTo>
                  <a:lnTo>
                    <a:pt x="5673591" y="179168"/>
                  </a:lnTo>
                  <a:lnTo>
                    <a:pt x="5673685" y="179168"/>
                  </a:lnTo>
                  <a:lnTo>
                    <a:pt x="5673778" y="179168"/>
                  </a:lnTo>
                  <a:lnTo>
                    <a:pt x="5673871" y="179168"/>
                  </a:lnTo>
                  <a:lnTo>
                    <a:pt x="5673964" y="179168"/>
                  </a:lnTo>
                  <a:lnTo>
                    <a:pt x="5674058" y="179168"/>
                  </a:lnTo>
                  <a:lnTo>
                    <a:pt x="5674151" y="179168"/>
                  </a:lnTo>
                  <a:lnTo>
                    <a:pt x="5674244" y="179168"/>
                  </a:lnTo>
                  <a:lnTo>
                    <a:pt x="5674337" y="179168"/>
                  </a:lnTo>
                  <a:lnTo>
                    <a:pt x="5674431" y="179168"/>
                  </a:lnTo>
                  <a:lnTo>
                    <a:pt x="5674524" y="179168"/>
                  </a:lnTo>
                  <a:lnTo>
                    <a:pt x="5674617" y="179168"/>
                  </a:lnTo>
                  <a:lnTo>
                    <a:pt x="5674710" y="179168"/>
                  </a:lnTo>
                  <a:lnTo>
                    <a:pt x="5674804" y="179168"/>
                  </a:lnTo>
                  <a:lnTo>
                    <a:pt x="5674897" y="179168"/>
                  </a:lnTo>
                  <a:lnTo>
                    <a:pt x="5674990" y="179168"/>
                  </a:lnTo>
                  <a:lnTo>
                    <a:pt x="5675083" y="179168"/>
                  </a:lnTo>
                  <a:lnTo>
                    <a:pt x="5675176" y="179168"/>
                  </a:lnTo>
                  <a:lnTo>
                    <a:pt x="5675270" y="179168"/>
                  </a:lnTo>
                  <a:lnTo>
                    <a:pt x="5675363" y="179168"/>
                  </a:lnTo>
                  <a:lnTo>
                    <a:pt x="5675456" y="179168"/>
                  </a:lnTo>
                  <a:lnTo>
                    <a:pt x="5675549" y="179168"/>
                  </a:lnTo>
                  <a:lnTo>
                    <a:pt x="5675643" y="179168"/>
                  </a:lnTo>
                  <a:lnTo>
                    <a:pt x="5675643" y="169214"/>
                  </a:lnTo>
                  <a:lnTo>
                    <a:pt x="5675736" y="169214"/>
                  </a:lnTo>
                  <a:lnTo>
                    <a:pt x="5675829" y="169214"/>
                  </a:lnTo>
                  <a:lnTo>
                    <a:pt x="5675922" y="169214"/>
                  </a:lnTo>
                  <a:lnTo>
                    <a:pt x="5676016" y="169214"/>
                  </a:lnTo>
                  <a:lnTo>
                    <a:pt x="5676109" y="169214"/>
                  </a:lnTo>
                  <a:lnTo>
                    <a:pt x="5676202" y="169214"/>
                  </a:lnTo>
                  <a:lnTo>
                    <a:pt x="5676295" y="169214"/>
                  </a:lnTo>
                  <a:lnTo>
                    <a:pt x="5676389" y="169214"/>
                  </a:lnTo>
                  <a:lnTo>
                    <a:pt x="5676482" y="169214"/>
                  </a:lnTo>
                  <a:lnTo>
                    <a:pt x="5676575" y="169214"/>
                  </a:lnTo>
                  <a:lnTo>
                    <a:pt x="5676668" y="169214"/>
                  </a:lnTo>
                  <a:lnTo>
                    <a:pt x="5676762" y="169214"/>
                  </a:lnTo>
                  <a:lnTo>
                    <a:pt x="5676855" y="169214"/>
                  </a:lnTo>
                  <a:lnTo>
                    <a:pt x="5676948" y="169214"/>
                  </a:lnTo>
                  <a:lnTo>
                    <a:pt x="5677041" y="169214"/>
                  </a:lnTo>
                  <a:lnTo>
                    <a:pt x="5677135" y="169214"/>
                  </a:lnTo>
                  <a:lnTo>
                    <a:pt x="5677228" y="169214"/>
                  </a:lnTo>
                  <a:lnTo>
                    <a:pt x="5677321" y="169214"/>
                  </a:lnTo>
                  <a:lnTo>
                    <a:pt x="5677414" y="169214"/>
                  </a:lnTo>
                  <a:lnTo>
                    <a:pt x="5677508" y="169214"/>
                  </a:lnTo>
                  <a:lnTo>
                    <a:pt x="5677601" y="169214"/>
                  </a:lnTo>
                  <a:lnTo>
                    <a:pt x="5677694" y="169214"/>
                  </a:lnTo>
                  <a:lnTo>
                    <a:pt x="5677787" y="169214"/>
                  </a:lnTo>
                  <a:lnTo>
                    <a:pt x="5677881" y="169214"/>
                  </a:lnTo>
                  <a:lnTo>
                    <a:pt x="5677974" y="169214"/>
                  </a:lnTo>
                  <a:lnTo>
                    <a:pt x="5678067" y="169214"/>
                  </a:lnTo>
                  <a:lnTo>
                    <a:pt x="5678160" y="169214"/>
                  </a:lnTo>
                  <a:lnTo>
                    <a:pt x="5678254" y="169214"/>
                  </a:lnTo>
                  <a:lnTo>
                    <a:pt x="5678347" y="169214"/>
                  </a:lnTo>
                  <a:lnTo>
                    <a:pt x="5678440" y="169214"/>
                  </a:lnTo>
                  <a:lnTo>
                    <a:pt x="5678533" y="169214"/>
                  </a:lnTo>
                  <a:lnTo>
                    <a:pt x="5678627" y="169214"/>
                  </a:lnTo>
                  <a:lnTo>
                    <a:pt x="5678720" y="169214"/>
                  </a:lnTo>
                  <a:lnTo>
                    <a:pt x="5678813" y="169214"/>
                  </a:lnTo>
                  <a:lnTo>
                    <a:pt x="5678906" y="169214"/>
                  </a:lnTo>
                  <a:lnTo>
                    <a:pt x="5679000" y="169214"/>
                  </a:lnTo>
                  <a:lnTo>
                    <a:pt x="5679093" y="169214"/>
                  </a:lnTo>
                  <a:lnTo>
                    <a:pt x="5679186" y="169214"/>
                  </a:lnTo>
                  <a:lnTo>
                    <a:pt x="5679279" y="169214"/>
                  </a:lnTo>
                  <a:lnTo>
                    <a:pt x="5679373" y="169214"/>
                  </a:lnTo>
                  <a:lnTo>
                    <a:pt x="5679466" y="169214"/>
                  </a:lnTo>
                  <a:lnTo>
                    <a:pt x="5679559" y="169214"/>
                  </a:lnTo>
                  <a:lnTo>
                    <a:pt x="5679652" y="169214"/>
                  </a:lnTo>
                  <a:lnTo>
                    <a:pt x="5679746" y="169214"/>
                  </a:lnTo>
                  <a:lnTo>
                    <a:pt x="5679839" y="169214"/>
                  </a:lnTo>
                  <a:lnTo>
                    <a:pt x="5679932" y="169214"/>
                  </a:lnTo>
                  <a:lnTo>
                    <a:pt x="5680025" y="169214"/>
                  </a:lnTo>
                  <a:lnTo>
                    <a:pt x="5680119" y="169214"/>
                  </a:lnTo>
                  <a:lnTo>
                    <a:pt x="5680212" y="169214"/>
                  </a:lnTo>
                  <a:lnTo>
                    <a:pt x="5680305" y="169214"/>
                  </a:lnTo>
                  <a:lnTo>
                    <a:pt x="5680398" y="169214"/>
                  </a:lnTo>
                  <a:lnTo>
                    <a:pt x="5680492" y="169214"/>
                  </a:lnTo>
                  <a:lnTo>
                    <a:pt x="5680585" y="169214"/>
                  </a:lnTo>
                  <a:lnTo>
                    <a:pt x="5680678" y="169214"/>
                  </a:lnTo>
                  <a:lnTo>
                    <a:pt x="5680771" y="169214"/>
                  </a:lnTo>
                  <a:lnTo>
                    <a:pt x="5680865" y="169214"/>
                  </a:lnTo>
                  <a:lnTo>
                    <a:pt x="5680958" y="169214"/>
                  </a:lnTo>
                  <a:lnTo>
                    <a:pt x="5681051" y="169214"/>
                  </a:lnTo>
                  <a:lnTo>
                    <a:pt x="5681144" y="169214"/>
                  </a:lnTo>
                  <a:lnTo>
                    <a:pt x="5681238" y="169214"/>
                  </a:lnTo>
                  <a:lnTo>
                    <a:pt x="5681331" y="169214"/>
                  </a:lnTo>
                  <a:lnTo>
                    <a:pt x="5681424" y="169214"/>
                  </a:lnTo>
                  <a:lnTo>
                    <a:pt x="5681517" y="169214"/>
                  </a:lnTo>
                  <a:lnTo>
                    <a:pt x="5681611" y="169214"/>
                  </a:lnTo>
                  <a:lnTo>
                    <a:pt x="5681704" y="169214"/>
                  </a:lnTo>
                  <a:lnTo>
                    <a:pt x="5681797" y="169214"/>
                  </a:lnTo>
                  <a:lnTo>
                    <a:pt x="5681890" y="169214"/>
                  </a:lnTo>
                  <a:lnTo>
                    <a:pt x="5681984" y="169214"/>
                  </a:lnTo>
                  <a:lnTo>
                    <a:pt x="5682077" y="169214"/>
                  </a:lnTo>
                  <a:lnTo>
                    <a:pt x="5682170" y="169214"/>
                  </a:lnTo>
                  <a:lnTo>
                    <a:pt x="5682263" y="169214"/>
                  </a:lnTo>
                  <a:lnTo>
                    <a:pt x="5682356" y="169214"/>
                  </a:lnTo>
                  <a:lnTo>
                    <a:pt x="5682450" y="169214"/>
                  </a:lnTo>
                  <a:lnTo>
                    <a:pt x="5682543" y="169214"/>
                  </a:lnTo>
                  <a:lnTo>
                    <a:pt x="5682636" y="169214"/>
                  </a:lnTo>
                  <a:lnTo>
                    <a:pt x="5682729" y="169214"/>
                  </a:lnTo>
                  <a:lnTo>
                    <a:pt x="5682823" y="169214"/>
                  </a:lnTo>
                  <a:lnTo>
                    <a:pt x="5682916" y="169214"/>
                  </a:lnTo>
                  <a:lnTo>
                    <a:pt x="5683009" y="169214"/>
                  </a:lnTo>
                  <a:lnTo>
                    <a:pt x="5683102" y="169214"/>
                  </a:lnTo>
                  <a:lnTo>
                    <a:pt x="5683196" y="169214"/>
                  </a:lnTo>
                  <a:lnTo>
                    <a:pt x="5683289" y="169214"/>
                  </a:lnTo>
                  <a:lnTo>
                    <a:pt x="5683382" y="169214"/>
                  </a:lnTo>
                  <a:lnTo>
                    <a:pt x="5683475" y="169214"/>
                  </a:lnTo>
                  <a:lnTo>
                    <a:pt x="5683569" y="169214"/>
                  </a:lnTo>
                  <a:lnTo>
                    <a:pt x="5683662" y="169214"/>
                  </a:lnTo>
                  <a:lnTo>
                    <a:pt x="5683755" y="169214"/>
                  </a:lnTo>
                  <a:lnTo>
                    <a:pt x="5683848" y="169214"/>
                  </a:lnTo>
                  <a:lnTo>
                    <a:pt x="5683942" y="169214"/>
                  </a:lnTo>
                  <a:lnTo>
                    <a:pt x="5684035" y="169214"/>
                  </a:lnTo>
                  <a:lnTo>
                    <a:pt x="5684128" y="169214"/>
                  </a:lnTo>
                  <a:lnTo>
                    <a:pt x="5684221" y="169214"/>
                  </a:lnTo>
                  <a:lnTo>
                    <a:pt x="5684315" y="169214"/>
                  </a:lnTo>
                  <a:lnTo>
                    <a:pt x="5684408" y="169214"/>
                  </a:lnTo>
                  <a:lnTo>
                    <a:pt x="5684501" y="169214"/>
                  </a:lnTo>
                  <a:lnTo>
                    <a:pt x="5684594" y="169214"/>
                  </a:lnTo>
                  <a:lnTo>
                    <a:pt x="5684688" y="169214"/>
                  </a:lnTo>
                  <a:lnTo>
                    <a:pt x="5684781" y="169214"/>
                  </a:lnTo>
                  <a:lnTo>
                    <a:pt x="5684874" y="169214"/>
                  </a:lnTo>
                  <a:lnTo>
                    <a:pt x="5684967" y="169214"/>
                  </a:lnTo>
                  <a:lnTo>
                    <a:pt x="5685061" y="169214"/>
                  </a:lnTo>
                  <a:lnTo>
                    <a:pt x="5685154" y="169214"/>
                  </a:lnTo>
                  <a:lnTo>
                    <a:pt x="5685247" y="169214"/>
                  </a:lnTo>
                  <a:lnTo>
                    <a:pt x="5685340" y="169214"/>
                  </a:lnTo>
                  <a:lnTo>
                    <a:pt x="5685434" y="169214"/>
                  </a:lnTo>
                  <a:lnTo>
                    <a:pt x="5685527" y="169214"/>
                  </a:lnTo>
                  <a:lnTo>
                    <a:pt x="5685620" y="169214"/>
                  </a:lnTo>
                  <a:lnTo>
                    <a:pt x="5685713" y="169214"/>
                  </a:lnTo>
                  <a:lnTo>
                    <a:pt x="5685807" y="169214"/>
                  </a:lnTo>
                  <a:lnTo>
                    <a:pt x="5685900" y="169214"/>
                  </a:lnTo>
                  <a:lnTo>
                    <a:pt x="5685993" y="169214"/>
                  </a:lnTo>
                  <a:lnTo>
                    <a:pt x="5686086" y="169214"/>
                  </a:lnTo>
                  <a:lnTo>
                    <a:pt x="5686180" y="169214"/>
                  </a:lnTo>
                  <a:lnTo>
                    <a:pt x="5686273" y="169214"/>
                  </a:lnTo>
                  <a:lnTo>
                    <a:pt x="5686366" y="169214"/>
                  </a:lnTo>
                  <a:lnTo>
                    <a:pt x="5686459" y="169214"/>
                  </a:lnTo>
                  <a:lnTo>
                    <a:pt x="5686553" y="169214"/>
                  </a:lnTo>
                  <a:lnTo>
                    <a:pt x="5686646" y="169214"/>
                  </a:lnTo>
                  <a:lnTo>
                    <a:pt x="5686739" y="169214"/>
                  </a:lnTo>
                  <a:lnTo>
                    <a:pt x="5686832" y="169214"/>
                  </a:lnTo>
                  <a:lnTo>
                    <a:pt x="5686926" y="169214"/>
                  </a:lnTo>
                  <a:lnTo>
                    <a:pt x="5687019" y="169214"/>
                  </a:lnTo>
                  <a:lnTo>
                    <a:pt x="5687112" y="169214"/>
                  </a:lnTo>
                  <a:lnTo>
                    <a:pt x="5687205" y="169214"/>
                  </a:lnTo>
                  <a:lnTo>
                    <a:pt x="5687299" y="169214"/>
                  </a:lnTo>
                  <a:lnTo>
                    <a:pt x="5687392" y="169214"/>
                  </a:lnTo>
                  <a:lnTo>
                    <a:pt x="5687485" y="169214"/>
                  </a:lnTo>
                  <a:lnTo>
                    <a:pt x="5687578" y="169214"/>
                  </a:lnTo>
                  <a:lnTo>
                    <a:pt x="5687672" y="169214"/>
                  </a:lnTo>
                  <a:lnTo>
                    <a:pt x="5687765" y="169214"/>
                  </a:lnTo>
                  <a:lnTo>
                    <a:pt x="5687858" y="169214"/>
                  </a:lnTo>
                  <a:lnTo>
                    <a:pt x="5687951" y="169214"/>
                  </a:lnTo>
                  <a:lnTo>
                    <a:pt x="5688045" y="169214"/>
                  </a:lnTo>
                  <a:lnTo>
                    <a:pt x="5688138" y="169214"/>
                  </a:lnTo>
                  <a:lnTo>
                    <a:pt x="5688231" y="169214"/>
                  </a:lnTo>
                  <a:lnTo>
                    <a:pt x="5688324" y="169214"/>
                  </a:lnTo>
                  <a:lnTo>
                    <a:pt x="5688418" y="169214"/>
                  </a:lnTo>
                  <a:lnTo>
                    <a:pt x="5688511" y="169214"/>
                  </a:lnTo>
                  <a:lnTo>
                    <a:pt x="5688604" y="169214"/>
                  </a:lnTo>
                  <a:lnTo>
                    <a:pt x="5688697" y="169214"/>
                  </a:lnTo>
                  <a:lnTo>
                    <a:pt x="5688791" y="169214"/>
                  </a:lnTo>
                  <a:lnTo>
                    <a:pt x="5688884" y="169214"/>
                  </a:lnTo>
                  <a:lnTo>
                    <a:pt x="5688977" y="169214"/>
                  </a:lnTo>
                  <a:lnTo>
                    <a:pt x="5689070" y="169214"/>
                  </a:lnTo>
                  <a:lnTo>
                    <a:pt x="5689163" y="169214"/>
                  </a:lnTo>
                  <a:lnTo>
                    <a:pt x="5689257" y="169214"/>
                  </a:lnTo>
                  <a:lnTo>
                    <a:pt x="5689350" y="169214"/>
                  </a:lnTo>
                  <a:lnTo>
                    <a:pt x="5689443" y="169214"/>
                  </a:lnTo>
                  <a:lnTo>
                    <a:pt x="5689536" y="169214"/>
                  </a:lnTo>
                  <a:lnTo>
                    <a:pt x="5689630" y="169214"/>
                  </a:lnTo>
                  <a:lnTo>
                    <a:pt x="5689723" y="169214"/>
                  </a:lnTo>
                  <a:lnTo>
                    <a:pt x="5689816" y="169214"/>
                  </a:lnTo>
                  <a:lnTo>
                    <a:pt x="5689909" y="169214"/>
                  </a:lnTo>
                  <a:lnTo>
                    <a:pt x="5690003" y="169214"/>
                  </a:lnTo>
                  <a:lnTo>
                    <a:pt x="5690096" y="169214"/>
                  </a:lnTo>
                  <a:lnTo>
                    <a:pt x="5690189" y="169214"/>
                  </a:lnTo>
                  <a:lnTo>
                    <a:pt x="5690282" y="169214"/>
                  </a:lnTo>
                  <a:lnTo>
                    <a:pt x="5690376" y="169214"/>
                  </a:lnTo>
                  <a:lnTo>
                    <a:pt x="5690469" y="169214"/>
                  </a:lnTo>
                  <a:lnTo>
                    <a:pt x="5690562" y="169214"/>
                  </a:lnTo>
                  <a:lnTo>
                    <a:pt x="5690655" y="169214"/>
                  </a:lnTo>
                  <a:lnTo>
                    <a:pt x="5690749" y="169214"/>
                  </a:lnTo>
                  <a:lnTo>
                    <a:pt x="5690842" y="169214"/>
                  </a:lnTo>
                  <a:lnTo>
                    <a:pt x="5690935" y="169214"/>
                  </a:lnTo>
                  <a:lnTo>
                    <a:pt x="5691028" y="169214"/>
                  </a:lnTo>
                  <a:lnTo>
                    <a:pt x="5691122" y="169214"/>
                  </a:lnTo>
                  <a:lnTo>
                    <a:pt x="5691215" y="169214"/>
                  </a:lnTo>
                  <a:lnTo>
                    <a:pt x="5691308" y="169214"/>
                  </a:lnTo>
                  <a:lnTo>
                    <a:pt x="5691401" y="169214"/>
                  </a:lnTo>
                  <a:lnTo>
                    <a:pt x="5691495" y="169214"/>
                  </a:lnTo>
                  <a:lnTo>
                    <a:pt x="5691588" y="169214"/>
                  </a:lnTo>
                  <a:lnTo>
                    <a:pt x="5691681" y="169214"/>
                  </a:lnTo>
                  <a:lnTo>
                    <a:pt x="5691774" y="169214"/>
                  </a:lnTo>
                  <a:lnTo>
                    <a:pt x="5691868" y="169214"/>
                  </a:lnTo>
                  <a:lnTo>
                    <a:pt x="5691961" y="169214"/>
                  </a:lnTo>
                  <a:lnTo>
                    <a:pt x="5692054" y="169214"/>
                  </a:lnTo>
                  <a:lnTo>
                    <a:pt x="5692147" y="169214"/>
                  </a:lnTo>
                  <a:lnTo>
                    <a:pt x="5692241" y="169214"/>
                  </a:lnTo>
                  <a:lnTo>
                    <a:pt x="5692334" y="169214"/>
                  </a:lnTo>
                  <a:lnTo>
                    <a:pt x="5692427" y="169214"/>
                  </a:lnTo>
                  <a:lnTo>
                    <a:pt x="5692520" y="169214"/>
                  </a:lnTo>
                  <a:lnTo>
                    <a:pt x="5692614" y="169214"/>
                  </a:lnTo>
                  <a:lnTo>
                    <a:pt x="5692707" y="169214"/>
                  </a:lnTo>
                  <a:lnTo>
                    <a:pt x="5692800" y="169214"/>
                  </a:lnTo>
                  <a:lnTo>
                    <a:pt x="5692893" y="169214"/>
                  </a:lnTo>
                  <a:lnTo>
                    <a:pt x="5692987" y="169214"/>
                  </a:lnTo>
                  <a:lnTo>
                    <a:pt x="5693080" y="169214"/>
                  </a:lnTo>
                  <a:lnTo>
                    <a:pt x="5693173" y="169214"/>
                  </a:lnTo>
                  <a:lnTo>
                    <a:pt x="5693266" y="169214"/>
                  </a:lnTo>
                  <a:lnTo>
                    <a:pt x="5693360" y="169214"/>
                  </a:lnTo>
                  <a:lnTo>
                    <a:pt x="5693453" y="169214"/>
                  </a:lnTo>
                  <a:lnTo>
                    <a:pt x="5693546" y="169214"/>
                  </a:lnTo>
                  <a:lnTo>
                    <a:pt x="5693639" y="169214"/>
                  </a:lnTo>
                  <a:lnTo>
                    <a:pt x="5693733" y="169214"/>
                  </a:lnTo>
                  <a:lnTo>
                    <a:pt x="5693826" y="169214"/>
                  </a:lnTo>
                  <a:lnTo>
                    <a:pt x="5693919" y="169214"/>
                  </a:lnTo>
                  <a:lnTo>
                    <a:pt x="5694012" y="169214"/>
                  </a:lnTo>
                  <a:lnTo>
                    <a:pt x="5694106" y="169214"/>
                  </a:lnTo>
                  <a:lnTo>
                    <a:pt x="5694199" y="169214"/>
                  </a:lnTo>
                  <a:lnTo>
                    <a:pt x="5694292" y="169214"/>
                  </a:lnTo>
                  <a:lnTo>
                    <a:pt x="5694385" y="169214"/>
                  </a:lnTo>
                  <a:lnTo>
                    <a:pt x="5694479" y="169214"/>
                  </a:lnTo>
                  <a:lnTo>
                    <a:pt x="5694572" y="169214"/>
                  </a:lnTo>
                  <a:lnTo>
                    <a:pt x="5694665" y="169214"/>
                  </a:lnTo>
                  <a:lnTo>
                    <a:pt x="5694758" y="169214"/>
                  </a:lnTo>
                  <a:lnTo>
                    <a:pt x="5694852" y="169214"/>
                  </a:lnTo>
                  <a:lnTo>
                    <a:pt x="5694945" y="169214"/>
                  </a:lnTo>
                  <a:lnTo>
                    <a:pt x="5695038" y="169214"/>
                  </a:lnTo>
                  <a:lnTo>
                    <a:pt x="5695131" y="169214"/>
                  </a:lnTo>
                  <a:lnTo>
                    <a:pt x="5695225" y="169214"/>
                  </a:lnTo>
                  <a:lnTo>
                    <a:pt x="5695318" y="169214"/>
                  </a:lnTo>
                  <a:lnTo>
                    <a:pt x="5695411" y="169214"/>
                  </a:lnTo>
                  <a:lnTo>
                    <a:pt x="5695504" y="169214"/>
                  </a:lnTo>
                  <a:lnTo>
                    <a:pt x="5695598" y="169214"/>
                  </a:lnTo>
                  <a:lnTo>
                    <a:pt x="5695691" y="169214"/>
                  </a:lnTo>
                  <a:lnTo>
                    <a:pt x="5695784" y="169214"/>
                  </a:lnTo>
                  <a:lnTo>
                    <a:pt x="5695877" y="169214"/>
                  </a:lnTo>
                  <a:lnTo>
                    <a:pt x="5695970" y="169214"/>
                  </a:lnTo>
                  <a:lnTo>
                    <a:pt x="5696064" y="169214"/>
                  </a:lnTo>
                  <a:lnTo>
                    <a:pt x="5696157" y="169214"/>
                  </a:lnTo>
                  <a:lnTo>
                    <a:pt x="5696250" y="169214"/>
                  </a:lnTo>
                  <a:lnTo>
                    <a:pt x="5696343" y="169214"/>
                  </a:lnTo>
                  <a:lnTo>
                    <a:pt x="5696437" y="169214"/>
                  </a:lnTo>
                  <a:lnTo>
                    <a:pt x="5696530" y="169214"/>
                  </a:lnTo>
                  <a:lnTo>
                    <a:pt x="5696623" y="169214"/>
                  </a:lnTo>
                  <a:lnTo>
                    <a:pt x="5696716" y="169214"/>
                  </a:lnTo>
                  <a:lnTo>
                    <a:pt x="5696810" y="169214"/>
                  </a:lnTo>
                  <a:lnTo>
                    <a:pt x="5696903" y="169214"/>
                  </a:lnTo>
                  <a:lnTo>
                    <a:pt x="5696996" y="169214"/>
                  </a:lnTo>
                  <a:lnTo>
                    <a:pt x="5697089" y="169214"/>
                  </a:lnTo>
                  <a:lnTo>
                    <a:pt x="5697183" y="169214"/>
                  </a:lnTo>
                  <a:lnTo>
                    <a:pt x="5697276" y="169214"/>
                  </a:lnTo>
                  <a:lnTo>
                    <a:pt x="5697369" y="169214"/>
                  </a:lnTo>
                  <a:lnTo>
                    <a:pt x="5697462" y="169214"/>
                  </a:lnTo>
                  <a:lnTo>
                    <a:pt x="5697556" y="169214"/>
                  </a:lnTo>
                  <a:lnTo>
                    <a:pt x="5697649" y="169214"/>
                  </a:lnTo>
                  <a:lnTo>
                    <a:pt x="5697742" y="169214"/>
                  </a:lnTo>
                  <a:lnTo>
                    <a:pt x="5697835" y="169214"/>
                  </a:lnTo>
                  <a:lnTo>
                    <a:pt x="5697929" y="169214"/>
                  </a:lnTo>
                  <a:lnTo>
                    <a:pt x="5698022" y="169214"/>
                  </a:lnTo>
                  <a:lnTo>
                    <a:pt x="5698115" y="169214"/>
                  </a:lnTo>
                  <a:lnTo>
                    <a:pt x="5698208" y="169214"/>
                  </a:lnTo>
                  <a:lnTo>
                    <a:pt x="5698302" y="169214"/>
                  </a:lnTo>
                  <a:lnTo>
                    <a:pt x="5698395" y="169214"/>
                  </a:lnTo>
                  <a:lnTo>
                    <a:pt x="5698488" y="169214"/>
                  </a:lnTo>
                  <a:lnTo>
                    <a:pt x="5698581" y="169214"/>
                  </a:lnTo>
                  <a:lnTo>
                    <a:pt x="5698675" y="169214"/>
                  </a:lnTo>
                  <a:lnTo>
                    <a:pt x="5698768" y="169214"/>
                  </a:lnTo>
                  <a:lnTo>
                    <a:pt x="5698861" y="169214"/>
                  </a:lnTo>
                  <a:lnTo>
                    <a:pt x="5698954" y="169214"/>
                  </a:lnTo>
                  <a:lnTo>
                    <a:pt x="5699048" y="169214"/>
                  </a:lnTo>
                  <a:lnTo>
                    <a:pt x="5699141" y="169214"/>
                  </a:lnTo>
                  <a:lnTo>
                    <a:pt x="5699234" y="169214"/>
                  </a:lnTo>
                  <a:lnTo>
                    <a:pt x="5699327" y="169214"/>
                  </a:lnTo>
                  <a:lnTo>
                    <a:pt x="5699421" y="169214"/>
                  </a:lnTo>
                  <a:lnTo>
                    <a:pt x="5699514" y="169214"/>
                  </a:lnTo>
                  <a:lnTo>
                    <a:pt x="5699607" y="169214"/>
                  </a:lnTo>
                  <a:lnTo>
                    <a:pt x="5699700" y="169214"/>
                  </a:lnTo>
                  <a:lnTo>
                    <a:pt x="5699794" y="169214"/>
                  </a:lnTo>
                  <a:lnTo>
                    <a:pt x="5699887" y="169214"/>
                  </a:lnTo>
                  <a:lnTo>
                    <a:pt x="5699980" y="169214"/>
                  </a:lnTo>
                  <a:lnTo>
                    <a:pt x="5700073" y="169214"/>
                  </a:lnTo>
                  <a:lnTo>
                    <a:pt x="5700167" y="169214"/>
                  </a:lnTo>
                  <a:lnTo>
                    <a:pt x="5700260" y="169214"/>
                  </a:lnTo>
                  <a:lnTo>
                    <a:pt x="5700353" y="169214"/>
                  </a:lnTo>
                  <a:lnTo>
                    <a:pt x="5700446" y="169214"/>
                  </a:lnTo>
                  <a:lnTo>
                    <a:pt x="5700540" y="169214"/>
                  </a:lnTo>
                  <a:lnTo>
                    <a:pt x="5700633" y="169214"/>
                  </a:lnTo>
                  <a:lnTo>
                    <a:pt x="5700726" y="169214"/>
                  </a:lnTo>
                  <a:lnTo>
                    <a:pt x="5700819" y="169214"/>
                  </a:lnTo>
                  <a:lnTo>
                    <a:pt x="5700913" y="169214"/>
                  </a:lnTo>
                  <a:lnTo>
                    <a:pt x="5701006" y="169214"/>
                  </a:lnTo>
                  <a:lnTo>
                    <a:pt x="5701099" y="169214"/>
                  </a:lnTo>
                  <a:lnTo>
                    <a:pt x="5701192" y="169214"/>
                  </a:lnTo>
                  <a:lnTo>
                    <a:pt x="5701286" y="169214"/>
                  </a:lnTo>
                  <a:lnTo>
                    <a:pt x="5701379" y="169214"/>
                  </a:lnTo>
                  <a:lnTo>
                    <a:pt x="5701472" y="169214"/>
                  </a:lnTo>
                  <a:lnTo>
                    <a:pt x="5701565" y="169214"/>
                  </a:lnTo>
                  <a:lnTo>
                    <a:pt x="5701659" y="169214"/>
                  </a:lnTo>
                  <a:lnTo>
                    <a:pt x="5701752" y="169214"/>
                  </a:lnTo>
                  <a:lnTo>
                    <a:pt x="5701845" y="169214"/>
                  </a:lnTo>
                  <a:lnTo>
                    <a:pt x="5701938" y="169214"/>
                  </a:lnTo>
                  <a:lnTo>
                    <a:pt x="5702032" y="169214"/>
                  </a:lnTo>
                  <a:lnTo>
                    <a:pt x="5702125" y="169214"/>
                  </a:lnTo>
                  <a:lnTo>
                    <a:pt x="5702218" y="169214"/>
                  </a:lnTo>
                  <a:lnTo>
                    <a:pt x="5702311" y="169214"/>
                  </a:lnTo>
                  <a:lnTo>
                    <a:pt x="5702405" y="169214"/>
                  </a:lnTo>
                  <a:lnTo>
                    <a:pt x="5702498" y="169214"/>
                  </a:lnTo>
                  <a:lnTo>
                    <a:pt x="5702591" y="169214"/>
                  </a:lnTo>
                  <a:lnTo>
                    <a:pt x="5702684" y="169214"/>
                  </a:lnTo>
                  <a:lnTo>
                    <a:pt x="5702778" y="169214"/>
                  </a:lnTo>
                  <a:lnTo>
                    <a:pt x="5702871" y="169214"/>
                  </a:lnTo>
                  <a:lnTo>
                    <a:pt x="5702964" y="169214"/>
                  </a:lnTo>
                  <a:lnTo>
                    <a:pt x="5703057" y="169214"/>
                  </a:lnTo>
                  <a:lnTo>
                    <a:pt x="5703150" y="169214"/>
                  </a:lnTo>
                  <a:lnTo>
                    <a:pt x="5703244" y="169214"/>
                  </a:lnTo>
                  <a:lnTo>
                    <a:pt x="5703337" y="169214"/>
                  </a:lnTo>
                  <a:lnTo>
                    <a:pt x="5703430" y="169214"/>
                  </a:lnTo>
                  <a:lnTo>
                    <a:pt x="5703523" y="169214"/>
                  </a:lnTo>
                  <a:lnTo>
                    <a:pt x="5703617" y="169214"/>
                  </a:lnTo>
                  <a:lnTo>
                    <a:pt x="5703710" y="169214"/>
                  </a:lnTo>
                  <a:lnTo>
                    <a:pt x="5703803" y="169214"/>
                  </a:lnTo>
                  <a:lnTo>
                    <a:pt x="5703896" y="169214"/>
                  </a:lnTo>
                  <a:lnTo>
                    <a:pt x="5703990" y="169214"/>
                  </a:lnTo>
                  <a:lnTo>
                    <a:pt x="5704083" y="169214"/>
                  </a:lnTo>
                  <a:lnTo>
                    <a:pt x="5704176" y="169214"/>
                  </a:lnTo>
                  <a:lnTo>
                    <a:pt x="5704269" y="169214"/>
                  </a:lnTo>
                  <a:lnTo>
                    <a:pt x="5704363" y="169214"/>
                  </a:lnTo>
                  <a:lnTo>
                    <a:pt x="5704456" y="169214"/>
                  </a:lnTo>
                  <a:lnTo>
                    <a:pt x="5704549" y="169214"/>
                  </a:lnTo>
                  <a:lnTo>
                    <a:pt x="5704642" y="169214"/>
                  </a:lnTo>
                  <a:lnTo>
                    <a:pt x="5704736" y="169214"/>
                  </a:lnTo>
                  <a:lnTo>
                    <a:pt x="5704829" y="169214"/>
                  </a:lnTo>
                  <a:lnTo>
                    <a:pt x="5704922" y="169214"/>
                  </a:lnTo>
                  <a:lnTo>
                    <a:pt x="5705015" y="169214"/>
                  </a:lnTo>
                  <a:lnTo>
                    <a:pt x="5705109" y="169214"/>
                  </a:lnTo>
                  <a:lnTo>
                    <a:pt x="5705202" y="169214"/>
                  </a:lnTo>
                  <a:lnTo>
                    <a:pt x="5705295" y="169214"/>
                  </a:lnTo>
                  <a:lnTo>
                    <a:pt x="5705388" y="169214"/>
                  </a:lnTo>
                  <a:lnTo>
                    <a:pt x="5705482" y="169214"/>
                  </a:lnTo>
                  <a:lnTo>
                    <a:pt x="5705575" y="169214"/>
                  </a:lnTo>
                  <a:lnTo>
                    <a:pt x="5705668" y="169214"/>
                  </a:lnTo>
                  <a:lnTo>
                    <a:pt x="5705761" y="169214"/>
                  </a:lnTo>
                  <a:lnTo>
                    <a:pt x="5705855" y="169214"/>
                  </a:lnTo>
                  <a:lnTo>
                    <a:pt x="5705948" y="169214"/>
                  </a:lnTo>
                  <a:lnTo>
                    <a:pt x="5706041" y="169214"/>
                  </a:lnTo>
                  <a:lnTo>
                    <a:pt x="5706134" y="169214"/>
                  </a:lnTo>
                  <a:lnTo>
                    <a:pt x="5706228" y="169214"/>
                  </a:lnTo>
                  <a:lnTo>
                    <a:pt x="5706321" y="169214"/>
                  </a:lnTo>
                  <a:lnTo>
                    <a:pt x="5706414" y="169214"/>
                  </a:lnTo>
                  <a:lnTo>
                    <a:pt x="5706507" y="169214"/>
                  </a:lnTo>
                  <a:lnTo>
                    <a:pt x="5706601" y="169214"/>
                  </a:lnTo>
                  <a:lnTo>
                    <a:pt x="5706694" y="169214"/>
                  </a:lnTo>
                  <a:lnTo>
                    <a:pt x="5706787" y="169214"/>
                  </a:lnTo>
                  <a:lnTo>
                    <a:pt x="5706880" y="169214"/>
                  </a:lnTo>
                  <a:lnTo>
                    <a:pt x="5706974" y="169214"/>
                  </a:lnTo>
                  <a:lnTo>
                    <a:pt x="5707067" y="169214"/>
                  </a:lnTo>
                  <a:lnTo>
                    <a:pt x="5707160" y="169214"/>
                  </a:lnTo>
                  <a:lnTo>
                    <a:pt x="5707253" y="169214"/>
                  </a:lnTo>
                  <a:lnTo>
                    <a:pt x="5707347" y="169214"/>
                  </a:lnTo>
                  <a:lnTo>
                    <a:pt x="5707440" y="169214"/>
                  </a:lnTo>
                  <a:lnTo>
                    <a:pt x="5707533" y="169214"/>
                  </a:lnTo>
                  <a:lnTo>
                    <a:pt x="5707626" y="169214"/>
                  </a:lnTo>
                  <a:lnTo>
                    <a:pt x="5707720" y="169214"/>
                  </a:lnTo>
                  <a:lnTo>
                    <a:pt x="5707813" y="169214"/>
                  </a:lnTo>
                  <a:lnTo>
                    <a:pt x="5707906" y="169214"/>
                  </a:lnTo>
                  <a:lnTo>
                    <a:pt x="5707999" y="169214"/>
                  </a:lnTo>
                  <a:lnTo>
                    <a:pt x="5708093" y="169214"/>
                  </a:lnTo>
                  <a:lnTo>
                    <a:pt x="5708186" y="169214"/>
                  </a:lnTo>
                  <a:lnTo>
                    <a:pt x="5708279" y="169214"/>
                  </a:lnTo>
                  <a:lnTo>
                    <a:pt x="5708372" y="169214"/>
                  </a:lnTo>
                  <a:lnTo>
                    <a:pt x="5708466" y="169214"/>
                  </a:lnTo>
                  <a:lnTo>
                    <a:pt x="5708559" y="169214"/>
                  </a:lnTo>
                  <a:lnTo>
                    <a:pt x="5708652" y="169214"/>
                  </a:lnTo>
                  <a:lnTo>
                    <a:pt x="5708745" y="169214"/>
                  </a:lnTo>
                  <a:lnTo>
                    <a:pt x="5708839" y="169214"/>
                  </a:lnTo>
                  <a:lnTo>
                    <a:pt x="5708932" y="169214"/>
                  </a:lnTo>
                  <a:lnTo>
                    <a:pt x="5709025" y="169214"/>
                  </a:lnTo>
                  <a:lnTo>
                    <a:pt x="5709118" y="169214"/>
                  </a:lnTo>
                  <a:lnTo>
                    <a:pt x="5709212" y="169214"/>
                  </a:lnTo>
                  <a:lnTo>
                    <a:pt x="5709305" y="169214"/>
                  </a:lnTo>
                  <a:lnTo>
                    <a:pt x="5709398" y="169214"/>
                  </a:lnTo>
                  <a:lnTo>
                    <a:pt x="5709491" y="169214"/>
                  </a:lnTo>
                  <a:lnTo>
                    <a:pt x="5709585" y="169214"/>
                  </a:lnTo>
                  <a:lnTo>
                    <a:pt x="5709678" y="169214"/>
                  </a:lnTo>
                  <a:lnTo>
                    <a:pt x="5709771" y="169214"/>
                  </a:lnTo>
                  <a:lnTo>
                    <a:pt x="5709864" y="169214"/>
                  </a:lnTo>
                  <a:lnTo>
                    <a:pt x="5709957" y="169214"/>
                  </a:lnTo>
                  <a:lnTo>
                    <a:pt x="5710051" y="169214"/>
                  </a:lnTo>
                  <a:lnTo>
                    <a:pt x="5710144" y="169214"/>
                  </a:lnTo>
                  <a:lnTo>
                    <a:pt x="5710237" y="169214"/>
                  </a:lnTo>
                  <a:lnTo>
                    <a:pt x="5710330" y="169214"/>
                  </a:lnTo>
                  <a:lnTo>
                    <a:pt x="5710424" y="169214"/>
                  </a:lnTo>
                  <a:lnTo>
                    <a:pt x="5710517" y="169214"/>
                  </a:lnTo>
                  <a:lnTo>
                    <a:pt x="5710610" y="169214"/>
                  </a:lnTo>
                  <a:lnTo>
                    <a:pt x="5710703" y="169214"/>
                  </a:lnTo>
                  <a:lnTo>
                    <a:pt x="5710797" y="169214"/>
                  </a:lnTo>
                  <a:lnTo>
                    <a:pt x="5710890" y="169214"/>
                  </a:lnTo>
                  <a:lnTo>
                    <a:pt x="5710983" y="169214"/>
                  </a:lnTo>
                  <a:lnTo>
                    <a:pt x="5711076" y="169214"/>
                  </a:lnTo>
                  <a:lnTo>
                    <a:pt x="5711170" y="169214"/>
                  </a:lnTo>
                  <a:lnTo>
                    <a:pt x="5711263" y="169214"/>
                  </a:lnTo>
                  <a:lnTo>
                    <a:pt x="5711356" y="169214"/>
                  </a:lnTo>
                  <a:lnTo>
                    <a:pt x="5711449" y="169214"/>
                  </a:lnTo>
                  <a:lnTo>
                    <a:pt x="5711543" y="169214"/>
                  </a:lnTo>
                  <a:lnTo>
                    <a:pt x="5711636" y="169214"/>
                  </a:lnTo>
                  <a:lnTo>
                    <a:pt x="5711729" y="169214"/>
                  </a:lnTo>
                  <a:lnTo>
                    <a:pt x="5711822" y="169214"/>
                  </a:lnTo>
                  <a:lnTo>
                    <a:pt x="5711916" y="169214"/>
                  </a:lnTo>
                  <a:lnTo>
                    <a:pt x="5712009" y="169214"/>
                  </a:lnTo>
                  <a:lnTo>
                    <a:pt x="5712102" y="169214"/>
                  </a:lnTo>
                  <a:lnTo>
                    <a:pt x="5712195" y="169214"/>
                  </a:lnTo>
                  <a:lnTo>
                    <a:pt x="5712289" y="169214"/>
                  </a:lnTo>
                  <a:lnTo>
                    <a:pt x="5712382" y="169214"/>
                  </a:lnTo>
                  <a:lnTo>
                    <a:pt x="5712475" y="169214"/>
                  </a:lnTo>
                  <a:lnTo>
                    <a:pt x="5712568" y="169214"/>
                  </a:lnTo>
                  <a:lnTo>
                    <a:pt x="5712662" y="169214"/>
                  </a:lnTo>
                  <a:lnTo>
                    <a:pt x="5712755" y="169214"/>
                  </a:lnTo>
                  <a:lnTo>
                    <a:pt x="5712848" y="169214"/>
                  </a:lnTo>
                  <a:lnTo>
                    <a:pt x="5712941" y="169214"/>
                  </a:lnTo>
                  <a:lnTo>
                    <a:pt x="5713035" y="169214"/>
                  </a:lnTo>
                  <a:lnTo>
                    <a:pt x="5713128" y="169214"/>
                  </a:lnTo>
                  <a:lnTo>
                    <a:pt x="5713221" y="169214"/>
                  </a:lnTo>
                  <a:lnTo>
                    <a:pt x="5713314" y="169214"/>
                  </a:lnTo>
                  <a:lnTo>
                    <a:pt x="5713408" y="169214"/>
                  </a:lnTo>
                  <a:lnTo>
                    <a:pt x="5713501" y="169214"/>
                  </a:lnTo>
                  <a:lnTo>
                    <a:pt x="5713594" y="169214"/>
                  </a:lnTo>
                  <a:lnTo>
                    <a:pt x="5713687" y="169214"/>
                  </a:lnTo>
                  <a:lnTo>
                    <a:pt x="5713781" y="169214"/>
                  </a:lnTo>
                  <a:lnTo>
                    <a:pt x="5713874" y="169214"/>
                  </a:lnTo>
                  <a:lnTo>
                    <a:pt x="5713967" y="169214"/>
                  </a:lnTo>
                  <a:lnTo>
                    <a:pt x="5714060" y="169214"/>
                  </a:lnTo>
                  <a:lnTo>
                    <a:pt x="5714154" y="169214"/>
                  </a:lnTo>
                  <a:lnTo>
                    <a:pt x="5714247" y="169214"/>
                  </a:lnTo>
                  <a:lnTo>
                    <a:pt x="5714340" y="169214"/>
                  </a:lnTo>
                  <a:lnTo>
                    <a:pt x="5714433" y="169214"/>
                  </a:lnTo>
                  <a:lnTo>
                    <a:pt x="5714433" y="159261"/>
                  </a:lnTo>
                  <a:lnTo>
                    <a:pt x="5714527" y="159261"/>
                  </a:lnTo>
                  <a:lnTo>
                    <a:pt x="5714620" y="159261"/>
                  </a:lnTo>
                  <a:lnTo>
                    <a:pt x="5714713" y="159261"/>
                  </a:lnTo>
                  <a:lnTo>
                    <a:pt x="5714806" y="159261"/>
                  </a:lnTo>
                  <a:lnTo>
                    <a:pt x="5714900" y="159261"/>
                  </a:lnTo>
                  <a:lnTo>
                    <a:pt x="5714993" y="159261"/>
                  </a:lnTo>
                  <a:lnTo>
                    <a:pt x="5715086" y="159261"/>
                  </a:lnTo>
                  <a:lnTo>
                    <a:pt x="5715179" y="159261"/>
                  </a:lnTo>
                  <a:lnTo>
                    <a:pt x="5715273" y="159261"/>
                  </a:lnTo>
                  <a:lnTo>
                    <a:pt x="5715366" y="159261"/>
                  </a:lnTo>
                  <a:lnTo>
                    <a:pt x="5715459" y="159261"/>
                  </a:lnTo>
                  <a:lnTo>
                    <a:pt x="5715552" y="159261"/>
                  </a:lnTo>
                  <a:lnTo>
                    <a:pt x="5715646" y="159261"/>
                  </a:lnTo>
                  <a:lnTo>
                    <a:pt x="5715739" y="159261"/>
                  </a:lnTo>
                  <a:lnTo>
                    <a:pt x="5715832" y="159261"/>
                  </a:lnTo>
                  <a:lnTo>
                    <a:pt x="5715925" y="159261"/>
                  </a:lnTo>
                  <a:lnTo>
                    <a:pt x="5716019" y="159261"/>
                  </a:lnTo>
                  <a:lnTo>
                    <a:pt x="5716112" y="159261"/>
                  </a:lnTo>
                  <a:lnTo>
                    <a:pt x="5716205" y="159261"/>
                  </a:lnTo>
                  <a:lnTo>
                    <a:pt x="5716298" y="159261"/>
                  </a:lnTo>
                  <a:lnTo>
                    <a:pt x="5716392" y="159261"/>
                  </a:lnTo>
                  <a:lnTo>
                    <a:pt x="5716485" y="159261"/>
                  </a:lnTo>
                  <a:lnTo>
                    <a:pt x="5716578" y="159261"/>
                  </a:lnTo>
                  <a:lnTo>
                    <a:pt x="5716671" y="159261"/>
                  </a:lnTo>
                  <a:lnTo>
                    <a:pt x="5716764" y="159261"/>
                  </a:lnTo>
                  <a:lnTo>
                    <a:pt x="5716858" y="159261"/>
                  </a:lnTo>
                  <a:lnTo>
                    <a:pt x="5716951" y="159261"/>
                  </a:lnTo>
                  <a:lnTo>
                    <a:pt x="5717044" y="159261"/>
                  </a:lnTo>
                  <a:lnTo>
                    <a:pt x="5717137" y="159261"/>
                  </a:lnTo>
                  <a:lnTo>
                    <a:pt x="5717231" y="159261"/>
                  </a:lnTo>
                  <a:lnTo>
                    <a:pt x="5717324" y="159261"/>
                  </a:lnTo>
                  <a:lnTo>
                    <a:pt x="5717417" y="159261"/>
                  </a:lnTo>
                  <a:lnTo>
                    <a:pt x="5717510" y="159261"/>
                  </a:lnTo>
                  <a:lnTo>
                    <a:pt x="5717604" y="159261"/>
                  </a:lnTo>
                  <a:lnTo>
                    <a:pt x="5717697" y="159261"/>
                  </a:lnTo>
                  <a:lnTo>
                    <a:pt x="5717790" y="159261"/>
                  </a:lnTo>
                  <a:lnTo>
                    <a:pt x="5717883" y="159261"/>
                  </a:lnTo>
                  <a:lnTo>
                    <a:pt x="5717977" y="159261"/>
                  </a:lnTo>
                  <a:lnTo>
                    <a:pt x="5718070" y="159261"/>
                  </a:lnTo>
                  <a:lnTo>
                    <a:pt x="5718163" y="159261"/>
                  </a:lnTo>
                  <a:lnTo>
                    <a:pt x="5718256" y="159261"/>
                  </a:lnTo>
                  <a:lnTo>
                    <a:pt x="5718350" y="159261"/>
                  </a:lnTo>
                  <a:lnTo>
                    <a:pt x="5718443" y="159261"/>
                  </a:lnTo>
                  <a:lnTo>
                    <a:pt x="5718536" y="159261"/>
                  </a:lnTo>
                  <a:lnTo>
                    <a:pt x="5718629" y="159261"/>
                  </a:lnTo>
                  <a:lnTo>
                    <a:pt x="5718723" y="159261"/>
                  </a:lnTo>
                  <a:lnTo>
                    <a:pt x="5718816" y="159261"/>
                  </a:lnTo>
                  <a:lnTo>
                    <a:pt x="5718909" y="159261"/>
                  </a:lnTo>
                  <a:lnTo>
                    <a:pt x="5719002" y="159261"/>
                  </a:lnTo>
                  <a:lnTo>
                    <a:pt x="5719096" y="159261"/>
                  </a:lnTo>
                  <a:lnTo>
                    <a:pt x="5719189" y="159261"/>
                  </a:lnTo>
                  <a:lnTo>
                    <a:pt x="5719282" y="159261"/>
                  </a:lnTo>
                  <a:lnTo>
                    <a:pt x="5719375" y="159261"/>
                  </a:lnTo>
                  <a:lnTo>
                    <a:pt x="5719469" y="159261"/>
                  </a:lnTo>
                  <a:lnTo>
                    <a:pt x="5719562" y="159261"/>
                  </a:lnTo>
                  <a:lnTo>
                    <a:pt x="5719655" y="159261"/>
                  </a:lnTo>
                  <a:lnTo>
                    <a:pt x="5719748" y="159261"/>
                  </a:lnTo>
                  <a:lnTo>
                    <a:pt x="5719842" y="159261"/>
                  </a:lnTo>
                  <a:lnTo>
                    <a:pt x="5719935" y="159261"/>
                  </a:lnTo>
                  <a:lnTo>
                    <a:pt x="5720028" y="159261"/>
                  </a:lnTo>
                  <a:lnTo>
                    <a:pt x="5720121" y="159261"/>
                  </a:lnTo>
                  <a:lnTo>
                    <a:pt x="5720215" y="159261"/>
                  </a:lnTo>
                  <a:lnTo>
                    <a:pt x="5720308" y="159261"/>
                  </a:lnTo>
                  <a:lnTo>
                    <a:pt x="5720401" y="159261"/>
                  </a:lnTo>
                  <a:lnTo>
                    <a:pt x="5720494" y="159261"/>
                  </a:lnTo>
                  <a:lnTo>
                    <a:pt x="5720588" y="159261"/>
                  </a:lnTo>
                  <a:lnTo>
                    <a:pt x="5720681" y="159261"/>
                  </a:lnTo>
                  <a:lnTo>
                    <a:pt x="5720774" y="159261"/>
                  </a:lnTo>
                  <a:lnTo>
                    <a:pt x="5720867" y="159261"/>
                  </a:lnTo>
                  <a:lnTo>
                    <a:pt x="5720961" y="159261"/>
                  </a:lnTo>
                  <a:lnTo>
                    <a:pt x="5721054" y="159261"/>
                  </a:lnTo>
                  <a:lnTo>
                    <a:pt x="5721054" y="149307"/>
                  </a:lnTo>
                  <a:lnTo>
                    <a:pt x="5721147" y="149307"/>
                  </a:lnTo>
                  <a:lnTo>
                    <a:pt x="5721240" y="149307"/>
                  </a:lnTo>
                  <a:lnTo>
                    <a:pt x="5721334" y="149307"/>
                  </a:lnTo>
                  <a:lnTo>
                    <a:pt x="5721427" y="149307"/>
                  </a:lnTo>
                  <a:lnTo>
                    <a:pt x="5721520" y="149307"/>
                  </a:lnTo>
                  <a:lnTo>
                    <a:pt x="5721613" y="149307"/>
                  </a:lnTo>
                  <a:lnTo>
                    <a:pt x="5721707" y="149307"/>
                  </a:lnTo>
                  <a:lnTo>
                    <a:pt x="5721800" y="149307"/>
                  </a:lnTo>
                  <a:lnTo>
                    <a:pt x="5721893" y="149307"/>
                  </a:lnTo>
                  <a:lnTo>
                    <a:pt x="5721986" y="149307"/>
                  </a:lnTo>
                  <a:lnTo>
                    <a:pt x="5722080" y="149307"/>
                  </a:lnTo>
                  <a:lnTo>
                    <a:pt x="5722173" y="149307"/>
                  </a:lnTo>
                  <a:lnTo>
                    <a:pt x="5722266" y="149307"/>
                  </a:lnTo>
                  <a:lnTo>
                    <a:pt x="5722359" y="149307"/>
                  </a:lnTo>
                  <a:lnTo>
                    <a:pt x="5722453" y="149307"/>
                  </a:lnTo>
                  <a:lnTo>
                    <a:pt x="5722546" y="149307"/>
                  </a:lnTo>
                  <a:lnTo>
                    <a:pt x="5722639" y="149307"/>
                  </a:lnTo>
                  <a:lnTo>
                    <a:pt x="5722732" y="149307"/>
                  </a:lnTo>
                  <a:lnTo>
                    <a:pt x="5722826" y="149307"/>
                  </a:lnTo>
                  <a:lnTo>
                    <a:pt x="5722919" y="149307"/>
                  </a:lnTo>
                  <a:lnTo>
                    <a:pt x="5723012" y="149307"/>
                  </a:lnTo>
                  <a:lnTo>
                    <a:pt x="5723105" y="149307"/>
                  </a:lnTo>
                  <a:lnTo>
                    <a:pt x="5723199" y="149307"/>
                  </a:lnTo>
                  <a:lnTo>
                    <a:pt x="5723292" y="149307"/>
                  </a:lnTo>
                  <a:lnTo>
                    <a:pt x="5723385" y="149307"/>
                  </a:lnTo>
                  <a:lnTo>
                    <a:pt x="5723478" y="149307"/>
                  </a:lnTo>
                  <a:lnTo>
                    <a:pt x="5723572" y="149307"/>
                  </a:lnTo>
                  <a:lnTo>
                    <a:pt x="5723665" y="149307"/>
                  </a:lnTo>
                  <a:lnTo>
                    <a:pt x="5723758" y="149307"/>
                  </a:lnTo>
                  <a:lnTo>
                    <a:pt x="5723851" y="149307"/>
                  </a:lnTo>
                  <a:lnTo>
                    <a:pt x="5723944" y="149307"/>
                  </a:lnTo>
                  <a:lnTo>
                    <a:pt x="5724038" y="149307"/>
                  </a:lnTo>
                  <a:lnTo>
                    <a:pt x="5724131" y="149307"/>
                  </a:lnTo>
                  <a:lnTo>
                    <a:pt x="5724224" y="149307"/>
                  </a:lnTo>
                  <a:lnTo>
                    <a:pt x="5724317" y="149307"/>
                  </a:lnTo>
                  <a:lnTo>
                    <a:pt x="5724411" y="149307"/>
                  </a:lnTo>
                  <a:lnTo>
                    <a:pt x="5724504" y="149307"/>
                  </a:lnTo>
                  <a:lnTo>
                    <a:pt x="5724597" y="149307"/>
                  </a:lnTo>
                  <a:lnTo>
                    <a:pt x="5724690" y="149307"/>
                  </a:lnTo>
                  <a:lnTo>
                    <a:pt x="5724784" y="149307"/>
                  </a:lnTo>
                  <a:lnTo>
                    <a:pt x="5724877" y="149307"/>
                  </a:lnTo>
                  <a:lnTo>
                    <a:pt x="5724970" y="149307"/>
                  </a:lnTo>
                  <a:lnTo>
                    <a:pt x="5725063" y="149307"/>
                  </a:lnTo>
                  <a:lnTo>
                    <a:pt x="5725157" y="149307"/>
                  </a:lnTo>
                  <a:lnTo>
                    <a:pt x="5725250" y="149307"/>
                  </a:lnTo>
                  <a:lnTo>
                    <a:pt x="5725343" y="149307"/>
                  </a:lnTo>
                  <a:lnTo>
                    <a:pt x="5725436" y="149307"/>
                  </a:lnTo>
                  <a:lnTo>
                    <a:pt x="5725530" y="149307"/>
                  </a:lnTo>
                  <a:lnTo>
                    <a:pt x="5725623" y="149307"/>
                  </a:lnTo>
                  <a:lnTo>
                    <a:pt x="5725716" y="149307"/>
                  </a:lnTo>
                  <a:lnTo>
                    <a:pt x="5725809" y="149307"/>
                  </a:lnTo>
                  <a:lnTo>
                    <a:pt x="5725903" y="149307"/>
                  </a:lnTo>
                  <a:lnTo>
                    <a:pt x="5725996" y="149307"/>
                  </a:lnTo>
                  <a:lnTo>
                    <a:pt x="5726089" y="149307"/>
                  </a:lnTo>
                  <a:lnTo>
                    <a:pt x="5726182" y="149307"/>
                  </a:lnTo>
                  <a:lnTo>
                    <a:pt x="5726276" y="149307"/>
                  </a:lnTo>
                  <a:lnTo>
                    <a:pt x="5726369" y="149307"/>
                  </a:lnTo>
                  <a:lnTo>
                    <a:pt x="5726462" y="149307"/>
                  </a:lnTo>
                  <a:lnTo>
                    <a:pt x="5726555" y="149307"/>
                  </a:lnTo>
                  <a:lnTo>
                    <a:pt x="5726649" y="149307"/>
                  </a:lnTo>
                  <a:lnTo>
                    <a:pt x="5726742" y="149307"/>
                  </a:lnTo>
                  <a:lnTo>
                    <a:pt x="5726835" y="149307"/>
                  </a:lnTo>
                  <a:lnTo>
                    <a:pt x="5726928" y="149307"/>
                  </a:lnTo>
                  <a:lnTo>
                    <a:pt x="5727022" y="149307"/>
                  </a:lnTo>
                  <a:lnTo>
                    <a:pt x="5727115" y="149307"/>
                  </a:lnTo>
                  <a:lnTo>
                    <a:pt x="5727208" y="149307"/>
                  </a:lnTo>
                  <a:lnTo>
                    <a:pt x="5727301" y="149307"/>
                  </a:lnTo>
                  <a:lnTo>
                    <a:pt x="5727395" y="149307"/>
                  </a:lnTo>
                  <a:lnTo>
                    <a:pt x="5727488" y="149307"/>
                  </a:lnTo>
                  <a:lnTo>
                    <a:pt x="5727581" y="149307"/>
                  </a:lnTo>
                  <a:lnTo>
                    <a:pt x="5727674" y="149307"/>
                  </a:lnTo>
                  <a:lnTo>
                    <a:pt x="5727768" y="149307"/>
                  </a:lnTo>
                  <a:lnTo>
                    <a:pt x="5727861" y="149307"/>
                  </a:lnTo>
                  <a:lnTo>
                    <a:pt x="5727954" y="149307"/>
                  </a:lnTo>
                  <a:lnTo>
                    <a:pt x="5728047" y="149307"/>
                  </a:lnTo>
                  <a:lnTo>
                    <a:pt x="5728141" y="149307"/>
                  </a:lnTo>
                  <a:lnTo>
                    <a:pt x="5728234" y="149307"/>
                  </a:lnTo>
                  <a:lnTo>
                    <a:pt x="5728327" y="149307"/>
                  </a:lnTo>
                  <a:lnTo>
                    <a:pt x="5728420" y="149307"/>
                  </a:lnTo>
                  <a:lnTo>
                    <a:pt x="5728514" y="149307"/>
                  </a:lnTo>
                  <a:lnTo>
                    <a:pt x="5728607" y="149307"/>
                  </a:lnTo>
                  <a:lnTo>
                    <a:pt x="5728700" y="149307"/>
                  </a:lnTo>
                  <a:lnTo>
                    <a:pt x="5728793" y="149307"/>
                  </a:lnTo>
                  <a:lnTo>
                    <a:pt x="5728887" y="149307"/>
                  </a:lnTo>
                  <a:lnTo>
                    <a:pt x="5728980" y="149307"/>
                  </a:lnTo>
                  <a:lnTo>
                    <a:pt x="5729073" y="149307"/>
                  </a:lnTo>
                  <a:lnTo>
                    <a:pt x="5729166" y="149307"/>
                  </a:lnTo>
                  <a:lnTo>
                    <a:pt x="5729260" y="149307"/>
                  </a:lnTo>
                  <a:lnTo>
                    <a:pt x="5729353" y="149307"/>
                  </a:lnTo>
                  <a:lnTo>
                    <a:pt x="5729446" y="149307"/>
                  </a:lnTo>
                  <a:lnTo>
                    <a:pt x="5729539" y="149307"/>
                  </a:lnTo>
                  <a:lnTo>
                    <a:pt x="5729633" y="149307"/>
                  </a:lnTo>
                  <a:lnTo>
                    <a:pt x="5729726" y="149307"/>
                  </a:lnTo>
                  <a:lnTo>
                    <a:pt x="5729819" y="149307"/>
                  </a:lnTo>
                  <a:lnTo>
                    <a:pt x="5729912" y="149307"/>
                  </a:lnTo>
                  <a:lnTo>
                    <a:pt x="5730006" y="149307"/>
                  </a:lnTo>
                  <a:lnTo>
                    <a:pt x="5730099" y="149307"/>
                  </a:lnTo>
                  <a:lnTo>
                    <a:pt x="5730192" y="149307"/>
                  </a:lnTo>
                  <a:lnTo>
                    <a:pt x="5730285" y="149307"/>
                  </a:lnTo>
                  <a:lnTo>
                    <a:pt x="5730379" y="149307"/>
                  </a:lnTo>
                  <a:lnTo>
                    <a:pt x="5730472" y="149307"/>
                  </a:lnTo>
                  <a:lnTo>
                    <a:pt x="5730565" y="149307"/>
                  </a:lnTo>
                  <a:lnTo>
                    <a:pt x="5730658" y="149307"/>
                  </a:lnTo>
                  <a:lnTo>
                    <a:pt x="5730751" y="149307"/>
                  </a:lnTo>
                  <a:lnTo>
                    <a:pt x="5730845" y="149307"/>
                  </a:lnTo>
                  <a:lnTo>
                    <a:pt x="5730938" y="149307"/>
                  </a:lnTo>
                  <a:lnTo>
                    <a:pt x="5731031" y="149307"/>
                  </a:lnTo>
                  <a:lnTo>
                    <a:pt x="5731124" y="149307"/>
                  </a:lnTo>
                  <a:lnTo>
                    <a:pt x="5731218" y="149307"/>
                  </a:lnTo>
                  <a:lnTo>
                    <a:pt x="5731311" y="149307"/>
                  </a:lnTo>
                  <a:lnTo>
                    <a:pt x="5731404" y="149307"/>
                  </a:lnTo>
                  <a:lnTo>
                    <a:pt x="5731497" y="149307"/>
                  </a:lnTo>
                  <a:lnTo>
                    <a:pt x="5731591" y="149307"/>
                  </a:lnTo>
                  <a:lnTo>
                    <a:pt x="5731684" y="149307"/>
                  </a:lnTo>
                  <a:lnTo>
                    <a:pt x="5731777" y="149307"/>
                  </a:lnTo>
                  <a:lnTo>
                    <a:pt x="5731870" y="149307"/>
                  </a:lnTo>
                  <a:lnTo>
                    <a:pt x="5731964" y="149307"/>
                  </a:lnTo>
                  <a:lnTo>
                    <a:pt x="5732057" y="149307"/>
                  </a:lnTo>
                  <a:lnTo>
                    <a:pt x="5732150" y="149307"/>
                  </a:lnTo>
                  <a:lnTo>
                    <a:pt x="5732243" y="149307"/>
                  </a:lnTo>
                  <a:lnTo>
                    <a:pt x="5732337" y="149307"/>
                  </a:lnTo>
                  <a:lnTo>
                    <a:pt x="5732430" y="149307"/>
                  </a:lnTo>
                  <a:lnTo>
                    <a:pt x="5732523" y="149307"/>
                  </a:lnTo>
                  <a:lnTo>
                    <a:pt x="5732616" y="149307"/>
                  </a:lnTo>
                  <a:lnTo>
                    <a:pt x="5732710" y="149307"/>
                  </a:lnTo>
                  <a:lnTo>
                    <a:pt x="5732803" y="149307"/>
                  </a:lnTo>
                  <a:lnTo>
                    <a:pt x="5732896" y="149307"/>
                  </a:lnTo>
                  <a:lnTo>
                    <a:pt x="5732989" y="149307"/>
                  </a:lnTo>
                  <a:lnTo>
                    <a:pt x="5733083" y="149307"/>
                  </a:lnTo>
                  <a:lnTo>
                    <a:pt x="5733176" y="149307"/>
                  </a:lnTo>
                  <a:lnTo>
                    <a:pt x="5733269" y="149307"/>
                  </a:lnTo>
                  <a:lnTo>
                    <a:pt x="5733362" y="149307"/>
                  </a:lnTo>
                  <a:lnTo>
                    <a:pt x="5733456" y="149307"/>
                  </a:lnTo>
                  <a:lnTo>
                    <a:pt x="5733549" y="149307"/>
                  </a:lnTo>
                  <a:lnTo>
                    <a:pt x="5733642" y="149307"/>
                  </a:lnTo>
                  <a:lnTo>
                    <a:pt x="5733735" y="149307"/>
                  </a:lnTo>
                  <a:lnTo>
                    <a:pt x="5733829" y="149307"/>
                  </a:lnTo>
                  <a:lnTo>
                    <a:pt x="5733922" y="149307"/>
                  </a:lnTo>
                  <a:lnTo>
                    <a:pt x="5734015" y="149307"/>
                  </a:lnTo>
                  <a:lnTo>
                    <a:pt x="5734108" y="149307"/>
                  </a:lnTo>
                  <a:lnTo>
                    <a:pt x="5734202" y="149307"/>
                  </a:lnTo>
                  <a:lnTo>
                    <a:pt x="5734295" y="149307"/>
                  </a:lnTo>
                  <a:lnTo>
                    <a:pt x="5734388" y="149307"/>
                  </a:lnTo>
                  <a:lnTo>
                    <a:pt x="5734481" y="149307"/>
                  </a:lnTo>
                  <a:lnTo>
                    <a:pt x="5734575" y="149307"/>
                  </a:lnTo>
                  <a:lnTo>
                    <a:pt x="5734668" y="149307"/>
                  </a:lnTo>
                  <a:lnTo>
                    <a:pt x="5734761" y="149307"/>
                  </a:lnTo>
                  <a:lnTo>
                    <a:pt x="5734854" y="149307"/>
                  </a:lnTo>
                  <a:lnTo>
                    <a:pt x="5734948" y="149307"/>
                  </a:lnTo>
                  <a:lnTo>
                    <a:pt x="5735041" y="149307"/>
                  </a:lnTo>
                  <a:lnTo>
                    <a:pt x="5735134" y="149307"/>
                  </a:lnTo>
                  <a:lnTo>
                    <a:pt x="5735227" y="149307"/>
                  </a:lnTo>
                  <a:lnTo>
                    <a:pt x="5735321" y="149307"/>
                  </a:lnTo>
                  <a:lnTo>
                    <a:pt x="5735414" y="149307"/>
                  </a:lnTo>
                  <a:lnTo>
                    <a:pt x="5735507" y="149307"/>
                  </a:lnTo>
                  <a:lnTo>
                    <a:pt x="5735600" y="149307"/>
                  </a:lnTo>
                  <a:lnTo>
                    <a:pt x="5735694" y="149307"/>
                  </a:lnTo>
                  <a:lnTo>
                    <a:pt x="5735787" y="149307"/>
                  </a:lnTo>
                  <a:lnTo>
                    <a:pt x="5735880" y="149307"/>
                  </a:lnTo>
                  <a:lnTo>
                    <a:pt x="5735973" y="149307"/>
                  </a:lnTo>
                  <a:lnTo>
                    <a:pt x="5736067" y="149307"/>
                  </a:lnTo>
                  <a:lnTo>
                    <a:pt x="5736160" y="149307"/>
                  </a:lnTo>
                  <a:lnTo>
                    <a:pt x="5736253" y="149307"/>
                  </a:lnTo>
                  <a:lnTo>
                    <a:pt x="5736346" y="149307"/>
                  </a:lnTo>
                  <a:lnTo>
                    <a:pt x="5736440" y="149307"/>
                  </a:lnTo>
                  <a:lnTo>
                    <a:pt x="5736533" y="149307"/>
                  </a:lnTo>
                  <a:lnTo>
                    <a:pt x="5736626" y="149307"/>
                  </a:lnTo>
                  <a:lnTo>
                    <a:pt x="5736719" y="149307"/>
                  </a:lnTo>
                  <a:lnTo>
                    <a:pt x="5736813" y="149307"/>
                  </a:lnTo>
                  <a:lnTo>
                    <a:pt x="5736906" y="149307"/>
                  </a:lnTo>
                  <a:lnTo>
                    <a:pt x="5736999" y="149307"/>
                  </a:lnTo>
                  <a:lnTo>
                    <a:pt x="5737092" y="149307"/>
                  </a:lnTo>
                  <a:lnTo>
                    <a:pt x="5737186" y="149307"/>
                  </a:lnTo>
                  <a:lnTo>
                    <a:pt x="5737279" y="149307"/>
                  </a:lnTo>
                  <a:lnTo>
                    <a:pt x="5737372" y="149307"/>
                  </a:lnTo>
                  <a:lnTo>
                    <a:pt x="5737465" y="149307"/>
                  </a:lnTo>
                  <a:lnTo>
                    <a:pt x="5737559" y="149307"/>
                  </a:lnTo>
                  <a:lnTo>
                    <a:pt x="5737652" y="149307"/>
                  </a:lnTo>
                  <a:lnTo>
                    <a:pt x="5737745" y="149307"/>
                  </a:lnTo>
                  <a:lnTo>
                    <a:pt x="5737838" y="149307"/>
                  </a:lnTo>
                  <a:lnTo>
                    <a:pt x="5737931" y="149307"/>
                  </a:lnTo>
                  <a:lnTo>
                    <a:pt x="5738025" y="149307"/>
                  </a:lnTo>
                  <a:lnTo>
                    <a:pt x="5738118" y="149307"/>
                  </a:lnTo>
                  <a:lnTo>
                    <a:pt x="5738211" y="149307"/>
                  </a:lnTo>
                  <a:lnTo>
                    <a:pt x="5738304" y="149307"/>
                  </a:lnTo>
                  <a:lnTo>
                    <a:pt x="5738398" y="149307"/>
                  </a:lnTo>
                  <a:lnTo>
                    <a:pt x="5738491" y="149307"/>
                  </a:lnTo>
                  <a:lnTo>
                    <a:pt x="5738584" y="149307"/>
                  </a:lnTo>
                  <a:lnTo>
                    <a:pt x="5738677" y="149307"/>
                  </a:lnTo>
                  <a:lnTo>
                    <a:pt x="5738771" y="149307"/>
                  </a:lnTo>
                  <a:lnTo>
                    <a:pt x="5738864" y="149307"/>
                  </a:lnTo>
                  <a:lnTo>
                    <a:pt x="5738957" y="149307"/>
                  </a:lnTo>
                  <a:lnTo>
                    <a:pt x="5739050" y="149307"/>
                  </a:lnTo>
                  <a:lnTo>
                    <a:pt x="5739144" y="149307"/>
                  </a:lnTo>
                  <a:lnTo>
                    <a:pt x="5739237" y="149307"/>
                  </a:lnTo>
                  <a:lnTo>
                    <a:pt x="5739330" y="149307"/>
                  </a:lnTo>
                  <a:lnTo>
                    <a:pt x="5739423" y="149307"/>
                  </a:lnTo>
                  <a:lnTo>
                    <a:pt x="5739517" y="149307"/>
                  </a:lnTo>
                  <a:lnTo>
                    <a:pt x="5739610" y="149307"/>
                  </a:lnTo>
                  <a:lnTo>
                    <a:pt x="5739703" y="149307"/>
                  </a:lnTo>
                  <a:lnTo>
                    <a:pt x="5739796" y="149307"/>
                  </a:lnTo>
                  <a:lnTo>
                    <a:pt x="5739890" y="149307"/>
                  </a:lnTo>
                  <a:lnTo>
                    <a:pt x="5739983" y="149307"/>
                  </a:lnTo>
                  <a:lnTo>
                    <a:pt x="5740076" y="149307"/>
                  </a:lnTo>
                  <a:lnTo>
                    <a:pt x="5740169" y="149307"/>
                  </a:lnTo>
                  <a:lnTo>
                    <a:pt x="5740263" y="149307"/>
                  </a:lnTo>
                  <a:lnTo>
                    <a:pt x="5740356" y="149307"/>
                  </a:lnTo>
                  <a:lnTo>
                    <a:pt x="5740449" y="149307"/>
                  </a:lnTo>
                  <a:lnTo>
                    <a:pt x="5740542" y="149307"/>
                  </a:lnTo>
                  <a:lnTo>
                    <a:pt x="5740636" y="149307"/>
                  </a:lnTo>
                  <a:lnTo>
                    <a:pt x="5740729" y="149307"/>
                  </a:lnTo>
                  <a:lnTo>
                    <a:pt x="5740822" y="149307"/>
                  </a:lnTo>
                  <a:lnTo>
                    <a:pt x="5740915" y="149307"/>
                  </a:lnTo>
                  <a:lnTo>
                    <a:pt x="5741009" y="149307"/>
                  </a:lnTo>
                  <a:lnTo>
                    <a:pt x="5741102" y="149307"/>
                  </a:lnTo>
                  <a:lnTo>
                    <a:pt x="5741195" y="149307"/>
                  </a:lnTo>
                  <a:lnTo>
                    <a:pt x="5741288" y="149307"/>
                  </a:lnTo>
                  <a:lnTo>
                    <a:pt x="5741382" y="149307"/>
                  </a:lnTo>
                  <a:lnTo>
                    <a:pt x="5741475" y="149307"/>
                  </a:lnTo>
                  <a:lnTo>
                    <a:pt x="5741568" y="149307"/>
                  </a:lnTo>
                  <a:lnTo>
                    <a:pt x="5741661" y="149307"/>
                  </a:lnTo>
                  <a:lnTo>
                    <a:pt x="5741755" y="149307"/>
                  </a:lnTo>
                  <a:lnTo>
                    <a:pt x="5741848" y="149307"/>
                  </a:lnTo>
                  <a:lnTo>
                    <a:pt x="5741941" y="149307"/>
                  </a:lnTo>
                  <a:lnTo>
                    <a:pt x="5742034" y="149307"/>
                  </a:lnTo>
                  <a:lnTo>
                    <a:pt x="5742128" y="149307"/>
                  </a:lnTo>
                  <a:lnTo>
                    <a:pt x="5742221" y="149307"/>
                  </a:lnTo>
                  <a:lnTo>
                    <a:pt x="5742314" y="149307"/>
                  </a:lnTo>
                  <a:lnTo>
                    <a:pt x="5742407" y="149307"/>
                  </a:lnTo>
                  <a:lnTo>
                    <a:pt x="5742501" y="149307"/>
                  </a:lnTo>
                  <a:lnTo>
                    <a:pt x="5742594" y="149307"/>
                  </a:lnTo>
                  <a:lnTo>
                    <a:pt x="5742687" y="149307"/>
                  </a:lnTo>
                  <a:lnTo>
                    <a:pt x="5742780" y="149307"/>
                  </a:lnTo>
                  <a:lnTo>
                    <a:pt x="5742874" y="149307"/>
                  </a:lnTo>
                  <a:lnTo>
                    <a:pt x="5742967" y="149307"/>
                  </a:lnTo>
                  <a:lnTo>
                    <a:pt x="5743060" y="149307"/>
                  </a:lnTo>
                  <a:lnTo>
                    <a:pt x="5743153" y="149307"/>
                  </a:lnTo>
                  <a:lnTo>
                    <a:pt x="5743247" y="149307"/>
                  </a:lnTo>
                  <a:lnTo>
                    <a:pt x="5743340" y="149307"/>
                  </a:lnTo>
                  <a:lnTo>
                    <a:pt x="5743433" y="149307"/>
                  </a:lnTo>
                  <a:lnTo>
                    <a:pt x="5743526" y="149307"/>
                  </a:lnTo>
                  <a:lnTo>
                    <a:pt x="5743620" y="149307"/>
                  </a:lnTo>
                  <a:lnTo>
                    <a:pt x="5743713" y="149307"/>
                  </a:lnTo>
                  <a:lnTo>
                    <a:pt x="5743806" y="149307"/>
                  </a:lnTo>
                  <a:lnTo>
                    <a:pt x="5743899" y="149307"/>
                  </a:lnTo>
                  <a:lnTo>
                    <a:pt x="5743993" y="149307"/>
                  </a:lnTo>
                  <a:lnTo>
                    <a:pt x="5744086" y="149307"/>
                  </a:lnTo>
                  <a:lnTo>
                    <a:pt x="5744179" y="149307"/>
                  </a:lnTo>
                  <a:lnTo>
                    <a:pt x="5744272" y="149307"/>
                  </a:lnTo>
                  <a:lnTo>
                    <a:pt x="5744366" y="149307"/>
                  </a:lnTo>
                  <a:lnTo>
                    <a:pt x="5744459" y="149307"/>
                  </a:lnTo>
                  <a:lnTo>
                    <a:pt x="5744552" y="149307"/>
                  </a:lnTo>
                  <a:lnTo>
                    <a:pt x="5744645" y="149307"/>
                  </a:lnTo>
                  <a:lnTo>
                    <a:pt x="5744738" y="149307"/>
                  </a:lnTo>
                  <a:lnTo>
                    <a:pt x="5744832" y="149307"/>
                  </a:lnTo>
                  <a:lnTo>
                    <a:pt x="5744925" y="149307"/>
                  </a:lnTo>
                  <a:lnTo>
                    <a:pt x="5745018" y="149307"/>
                  </a:lnTo>
                  <a:lnTo>
                    <a:pt x="5745111" y="149307"/>
                  </a:lnTo>
                  <a:lnTo>
                    <a:pt x="5745205" y="149307"/>
                  </a:lnTo>
                  <a:lnTo>
                    <a:pt x="5745298" y="149307"/>
                  </a:lnTo>
                  <a:lnTo>
                    <a:pt x="5745391" y="149307"/>
                  </a:lnTo>
                  <a:lnTo>
                    <a:pt x="5745484" y="149307"/>
                  </a:lnTo>
                  <a:lnTo>
                    <a:pt x="5745578" y="149307"/>
                  </a:lnTo>
                  <a:lnTo>
                    <a:pt x="5745671" y="149307"/>
                  </a:lnTo>
                  <a:lnTo>
                    <a:pt x="5745764" y="149307"/>
                  </a:lnTo>
                  <a:lnTo>
                    <a:pt x="5745857" y="149307"/>
                  </a:lnTo>
                  <a:lnTo>
                    <a:pt x="5745951" y="149307"/>
                  </a:lnTo>
                  <a:lnTo>
                    <a:pt x="5746044" y="149307"/>
                  </a:lnTo>
                  <a:lnTo>
                    <a:pt x="5746137" y="149307"/>
                  </a:lnTo>
                  <a:lnTo>
                    <a:pt x="5746230" y="149307"/>
                  </a:lnTo>
                  <a:lnTo>
                    <a:pt x="5746324" y="149307"/>
                  </a:lnTo>
                  <a:lnTo>
                    <a:pt x="5746417" y="149307"/>
                  </a:lnTo>
                  <a:lnTo>
                    <a:pt x="5746510" y="149307"/>
                  </a:lnTo>
                  <a:lnTo>
                    <a:pt x="5746603" y="149307"/>
                  </a:lnTo>
                  <a:lnTo>
                    <a:pt x="5746697" y="149307"/>
                  </a:lnTo>
                  <a:lnTo>
                    <a:pt x="5746790" y="149307"/>
                  </a:lnTo>
                  <a:lnTo>
                    <a:pt x="5746883" y="149307"/>
                  </a:lnTo>
                  <a:lnTo>
                    <a:pt x="5746976" y="149307"/>
                  </a:lnTo>
                  <a:lnTo>
                    <a:pt x="5747070" y="149307"/>
                  </a:lnTo>
                  <a:lnTo>
                    <a:pt x="5747163" y="149307"/>
                  </a:lnTo>
                  <a:lnTo>
                    <a:pt x="5747256" y="149307"/>
                  </a:lnTo>
                  <a:lnTo>
                    <a:pt x="5747349" y="149307"/>
                  </a:lnTo>
                  <a:lnTo>
                    <a:pt x="5747443" y="149307"/>
                  </a:lnTo>
                  <a:lnTo>
                    <a:pt x="5747536" y="149307"/>
                  </a:lnTo>
                  <a:lnTo>
                    <a:pt x="5747629" y="149307"/>
                  </a:lnTo>
                  <a:lnTo>
                    <a:pt x="5747722" y="149307"/>
                  </a:lnTo>
                  <a:lnTo>
                    <a:pt x="5747816" y="149307"/>
                  </a:lnTo>
                  <a:lnTo>
                    <a:pt x="5747909" y="149307"/>
                  </a:lnTo>
                  <a:lnTo>
                    <a:pt x="5748002" y="149307"/>
                  </a:lnTo>
                  <a:lnTo>
                    <a:pt x="5748095" y="149307"/>
                  </a:lnTo>
                  <a:lnTo>
                    <a:pt x="5748189" y="149307"/>
                  </a:lnTo>
                  <a:lnTo>
                    <a:pt x="5748282" y="149307"/>
                  </a:lnTo>
                  <a:lnTo>
                    <a:pt x="5748375" y="149307"/>
                  </a:lnTo>
                  <a:lnTo>
                    <a:pt x="5748468" y="149307"/>
                  </a:lnTo>
                  <a:lnTo>
                    <a:pt x="5748562" y="149307"/>
                  </a:lnTo>
                  <a:lnTo>
                    <a:pt x="5748655" y="149307"/>
                  </a:lnTo>
                  <a:lnTo>
                    <a:pt x="5748748" y="149307"/>
                  </a:lnTo>
                  <a:lnTo>
                    <a:pt x="5748841" y="149307"/>
                  </a:lnTo>
                  <a:lnTo>
                    <a:pt x="5748935" y="149307"/>
                  </a:lnTo>
                  <a:lnTo>
                    <a:pt x="5749028" y="149307"/>
                  </a:lnTo>
                  <a:lnTo>
                    <a:pt x="5749121" y="149307"/>
                  </a:lnTo>
                  <a:lnTo>
                    <a:pt x="5749214" y="149307"/>
                  </a:lnTo>
                  <a:lnTo>
                    <a:pt x="5749308" y="149307"/>
                  </a:lnTo>
                  <a:lnTo>
                    <a:pt x="5749401" y="149307"/>
                  </a:lnTo>
                  <a:lnTo>
                    <a:pt x="5749494" y="149307"/>
                  </a:lnTo>
                  <a:lnTo>
                    <a:pt x="5749587" y="149307"/>
                  </a:lnTo>
                  <a:lnTo>
                    <a:pt x="5749681" y="149307"/>
                  </a:lnTo>
                  <a:lnTo>
                    <a:pt x="5749774" y="149307"/>
                  </a:lnTo>
                  <a:lnTo>
                    <a:pt x="5749867" y="149307"/>
                  </a:lnTo>
                  <a:lnTo>
                    <a:pt x="5749960" y="149307"/>
                  </a:lnTo>
                  <a:lnTo>
                    <a:pt x="5750054" y="149307"/>
                  </a:lnTo>
                  <a:lnTo>
                    <a:pt x="5750147" y="149307"/>
                  </a:lnTo>
                  <a:lnTo>
                    <a:pt x="5750240" y="149307"/>
                  </a:lnTo>
                  <a:lnTo>
                    <a:pt x="5750333" y="149307"/>
                  </a:lnTo>
                  <a:lnTo>
                    <a:pt x="5750427" y="149307"/>
                  </a:lnTo>
                  <a:lnTo>
                    <a:pt x="5750520" y="149307"/>
                  </a:lnTo>
                  <a:lnTo>
                    <a:pt x="5750613" y="149307"/>
                  </a:lnTo>
                  <a:lnTo>
                    <a:pt x="5750706" y="149307"/>
                  </a:lnTo>
                  <a:lnTo>
                    <a:pt x="5750800" y="149307"/>
                  </a:lnTo>
                  <a:lnTo>
                    <a:pt x="5750893" y="149307"/>
                  </a:lnTo>
                  <a:lnTo>
                    <a:pt x="5750986" y="149307"/>
                  </a:lnTo>
                  <a:lnTo>
                    <a:pt x="5751079" y="149307"/>
                  </a:lnTo>
                  <a:lnTo>
                    <a:pt x="5751173" y="149307"/>
                  </a:lnTo>
                  <a:lnTo>
                    <a:pt x="5751266" y="149307"/>
                  </a:lnTo>
                  <a:lnTo>
                    <a:pt x="5751359" y="149307"/>
                  </a:lnTo>
                  <a:lnTo>
                    <a:pt x="5751452" y="149307"/>
                  </a:lnTo>
                  <a:lnTo>
                    <a:pt x="5751545" y="149307"/>
                  </a:lnTo>
                  <a:lnTo>
                    <a:pt x="5751639" y="149307"/>
                  </a:lnTo>
                  <a:lnTo>
                    <a:pt x="5751732" y="149307"/>
                  </a:lnTo>
                  <a:lnTo>
                    <a:pt x="5751825" y="149307"/>
                  </a:lnTo>
                  <a:lnTo>
                    <a:pt x="5751918" y="149307"/>
                  </a:lnTo>
                  <a:lnTo>
                    <a:pt x="5752012" y="149307"/>
                  </a:lnTo>
                  <a:lnTo>
                    <a:pt x="5752105" y="149307"/>
                  </a:lnTo>
                  <a:lnTo>
                    <a:pt x="5752198" y="149307"/>
                  </a:lnTo>
                  <a:lnTo>
                    <a:pt x="5752291" y="149307"/>
                  </a:lnTo>
                  <a:lnTo>
                    <a:pt x="5752385" y="149307"/>
                  </a:lnTo>
                  <a:lnTo>
                    <a:pt x="5752478" y="149307"/>
                  </a:lnTo>
                  <a:lnTo>
                    <a:pt x="5752571" y="149307"/>
                  </a:lnTo>
                  <a:lnTo>
                    <a:pt x="5752664" y="149307"/>
                  </a:lnTo>
                  <a:lnTo>
                    <a:pt x="5752758" y="149307"/>
                  </a:lnTo>
                  <a:lnTo>
                    <a:pt x="5752851" y="149307"/>
                  </a:lnTo>
                  <a:lnTo>
                    <a:pt x="5752944" y="149307"/>
                  </a:lnTo>
                  <a:lnTo>
                    <a:pt x="5753037" y="149307"/>
                  </a:lnTo>
                  <a:lnTo>
                    <a:pt x="5753131" y="149307"/>
                  </a:lnTo>
                  <a:lnTo>
                    <a:pt x="5753224" y="149307"/>
                  </a:lnTo>
                  <a:lnTo>
                    <a:pt x="5753317" y="149307"/>
                  </a:lnTo>
                  <a:lnTo>
                    <a:pt x="5753410" y="149307"/>
                  </a:lnTo>
                  <a:lnTo>
                    <a:pt x="5753504" y="149307"/>
                  </a:lnTo>
                  <a:lnTo>
                    <a:pt x="5753597" y="149307"/>
                  </a:lnTo>
                  <a:lnTo>
                    <a:pt x="5753690" y="149307"/>
                  </a:lnTo>
                  <a:lnTo>
                    <a:pt x="5753783" y="149307"/>
                  </a:lnTo>
                  <a:lnTo>
                    <a:pt x="5753877" y="149307"/>
                  </a:lnTo>
                  <a:lnTo>
                    <a:pt x="5753970" y="149307"/>
                  </a:lnTo>
                  <a:lnTo>
                    <a:pt x="5754063" y="149307"/>
                  </a:lnTo>
                  <a:lnTo>
                    <a:pt x="5754156" y="149307"/>
                  </a:lnTo>
                  <a:lnTo>
                    <a:pt x="5754250" y="149307"/>
                  </a:lnTo>
                  <a:lnTo>
                    <a:pt x="5754343" y="149307"/>
                  </a:lnTo>
                  <a:lnTo>
                    <a:pt x="5754436" y="149307"/>
                  </a:lnTo>
                  <a:lnTo>
                    <a:pt x="5754529" y="149307"/>
                  </a:lnTo>
                  <a:lnTo>
                    <a:pt x="5754623" y="149307"/>
                  </a:lnTo>
                  <a:lnTo>
                    <a:pt x="5754716" y="149307"/>
                  </a:lnTo>
                  <a:lnTo>
                    <a:pt x="5754809" y="149307"/>
                  </a:lnTo>
                  <a:lnTo>
                    <a:pt x="5754902" y="149307"/>
                  </a:lnTo>
                  <a:lnTo>
                    <a:pt x="5754996" y="149307"/>
                  </a:lnTo>
                  <a:lnTo>
                    <a:pt x="5755089" y="149307"/>
                  </a:lnTo>
                  <a:lnTo>
                    <a:pt x="5755182" y="149307"/>
                  </a:lnTo>
                  <a:lnTo>
                    <a:pt x="5755275" y="149307"/>
                  </a:lnTo>
                  <a:lnTo>
                    <a:pt x="5755369" y="149307"/>
                  </a:lnTo>
                  <a:lnTo>
                    <a:pt x="5755462" y="149307"/>
                  </a:lnTo>
                  <a:lnTo>
                    <a:pt x="5755555" y="149307"/>
                  </a:lnTo>
                  <a:lnTo>
                    <a:pt x="5755648" y="149307"/>
                  </a:lnTo>
                  <a:lnTo>
                    <a:pt x="5755742" y="149307"/>
                  </a:lnTo>
                  <a:lnTo>
                    <a:pt x="5755835" y="149307"/>
                  </a:lnTo>
                  <a:lnTo>
                    <a:pt x="5755928" y="149307"/>
                  </a:lnTo>
                  <a:lnTo>
                    <a:pt x="5756021" y="149307"/>
                  </a:lnTo>
                  <a:lnTo>
                    <a:pt x="5756115" y="149307"/>
                  </a:lnTo>
                  <a:lnTo>
                    <a:pt x="5756208" y="149307"/>
                  </a:lnTo>
                  <a:lnTo>
                    <a:pt x="5756301" y="149307"/>
                  </a:lnTo>
                  <a:lnTo>
                    <a:pt x="5756394" y="149307"/>
                  </a:lnTo>
                  <a:lnTo>
                    <a:pt x="5756488" y="149307"/>
                  </a:lnTo>
                  <a:lnTo>
                    <a:pt x="5756581" y="149307"/>
                  </a:lnTo>
                  <a:lnTo>
                    <a:pt x="5756674" y="149307"/>
                  </a:lnTo>
                  <a:lnTo>
                    <a:pt x="5756767" y="149307"/>
                  </a:lnTo>
                  <a:lnTo>
                    <a:pt x="5756861" y="149307"/>
                  </a:lnTo>
                  <a:lnTo>
                    <a:pt x="5756954" y="149307"/>
                  </a:lnTo>
                  <a:lnTo>
                    <a:pt x="5757047" y="149307"/>
                  </a:lnTo>
                  <a:lnTo>
                    <a:pt x="5757140" y="149307"/>
                  </a:lnTo>
                  <a:lnTo>
                    <a:pt x="5757234" y="149307"/>
                  </a:lnTo>
                  <a:lnTo>
                    <a:pt x="5757327" y="149307"/>
                  </a:lnTo>
                  <a:lnTo>
                    <a:pt x="5757420" y="149307"/>
                  </a:lnTo>
                  <a:lnTo>
                    <a:pt x="5757513" y="149307"/>
                  </a:lnTo>
                  <a:lnTo>
                    <a:pt x="5757607" y="149307"/>
                  </a:lnTo>
                  <a:lnTo>
                    <a:pt x="5757700" y="149307"/>
                  </a:lnTo>
                  <a:lnTo>
                    <a:pt x="5757793" y="149307"/>
                  </a:lnTo>
                  <a:lnTo>
                    <a:pt x="5757886" y="149307"/>
                  </a:lnTo>
                  <a:lnTo>
                    <a:pt x="5757980" y="149307"/>
                  </a:lnTo>
                  <a:lnTo>
                    <a:pt x="5758073" y="149307"/>
                  </a:lnTo>
                  <a:lnTo>
                    <a:pt x="5758166" y="149307"/>
                  </a:lnTo>
                  <a:lnTo>
                    <a:pt x="5758259" y="149307"/>
                  </a:lnTo>
                  <a:lnTo>
                    <a:pt x="5758353" y="149307"/>
                  </a:lnTo>
                  <a:lnTo>
                    <a:pt x="5758446" y="149307"/>
                  </a:lnTo>
                  <a:lnTo>
                    <a:pt x="5758539" y="149307"/>
                  </a:lnTo>
                  <a:lnTo>
                    <a:pt x="5758632" y="149307"/>
                  </a:lnTo>
                  <a:lnTo>
                    <a:pt x="5758725" y="149307"/>
                  </a:lnTo>
                  <a:lnTo>
                    <a:pt x="5758819" y="149307"/>
                  </a:lnTo>
                  <a:lnTo>
                    <a:pt x="5758912" y="149307"/>
                  </a:lnTo>
                  <a:lnTo>
                    <a:pt x="5759005" y="149307"/>
                  </a:lnTo>
                  <a:lnTo>
                    <a:pt x="5759098" y="149307"/>
                  </a:lnTo>
                  <a:lnTo>
                    <a:pt x="5759192" y="149307"/>
                  </a:lnTo>
                  <a:lnTo>
                    <a:pt x="5759285" y="149307"/>
                  </a:lnTo>
                  <a:lnTo>
                    <a:pt x="5759378" y="149307"/>
                  </a:lnTo>
                  <a:lnTo>
                    <a:pt x="5759471" y="149307"/>
                  </a:lnTo>
                  <a:lnTo>
                    <a:pt x="5759565" y="149307"/>
                  </a:lnTo>
                  <a:lnTo>
                    <a:pt x="5759658" y="149307"/>
                  </a:lnTo>
                  <a:lnTo>
                    <a:pt x="5759751" y="149307"/>
                  </a:lnTo>
                  <a:lnTo>
                    <a:pt x="5759844" y="149307"/>
                  </a:lnTo>
                  <a:lnTo>
                    <a:pt x="5759938" y="149307"/>
                  </a:lnTo>
                  <a:lnTo>
                    <a:pt x="5760031" y="149307"/>
                  </a:lnTo>
                  <a:lnTo>
                    <a:pt x="5760124" y="149307"/>
                  </a:lnTo>
                  <a:lnTo>
                    <a:pt x="5760217" y="149307"/>
                  </a:lnTo>
                  <a:lnTo>
                    <a:pt x="5760311" y="149307"/>
                  </a:lnTo>
                  <a:lnTo>
                    <a:pt x="5760404" y="149307"/>
                  </a:lnTo>
                  <a:lnTo>
                    <a:pt x="5760497" y="149307"/>
                  </a:lnTo>
                  <a:lnTo>
                    <a:pt x="5760590" y="149307"/>
                  </a:lnTo>
                  <a:lnTo>
                    <a:pt x="5760684" y="149307"/>
                  </a:lnTo>
                  <a:lnTo>
                    <a:pt x="5760777" y="149307"/>
                  </a:lnTo>
                  <a:lnTo>
                    <a:pt x="5760870" y="149307"/>
                  </a:lnTo>
                  <a:lnTo>
                    <a:pt x="5760963" y="149307"/>
                  </a:lnTo>
                  <a:lnTo>
                    <a:pt x="5761057" y="149307"/>
                  </a:lnTo>
                  <a:lnTo>
                    <a:pt x="5761150" y="149307"/>
                  </a:lnTo>
                  <a:lnTo>
                    <a:pt x="5761243" y="149307"/>
                  </a:lnTo>
                  <a:lnTo>
                    <a:pt x="5761336" y="149307"/>
                  </a:lnTo>
                  <a:lnTo>
                    <a:pt x="5761430" y="149307"/>
                  </a:lnTo>
                  <a:lnTo>
                    <a:pt x="5761523" y="149307"/>
                  </a:lnTo>
                  <a:lnTo>
                    <a:pt x="5761616" y="149307"/>
                  </a:lnTo>
                  <a:lnTo>
                    <a:pt x="5761709" y="149307"/>
                  </a:lnTo>
                  <a:lnTo>
                    <a:pt x="5761803" y="149307"/>
                  </a:lnTo>
                  <a:lnTo>
                    <a:pt x="5761896" y="149307"/>
                  </a:lnTo>
                  <a:lnTo>
                    <a:pt x="5761989" y="149307"/>
                  </a:lnTo>
                  <a:lnTo>
                    <a:pt x="5762082" y="149307"/>
                  </a:lnTo>
                  <a:lnTo>
                    <a:pt x="5762176" y="149307"/>
                  </a:lnTo>
                  <a:lnTo>
                    <a:pt x="5762269" y="149307"/>
                  </a:lnTo>
                  <a:lnTo>
                    <a:pt x="5762362" y="149307"/>
                  </a:lnTo>
                  <a:lnTo>
                    <a:pt x="5762455" y="149307"/>
                  </a:lnTo>
                  <a:lnTo>
                    <a:pt x="5762549" y="149307"/>
                  </a:lnTo>
                  <a:lnTo>
                    <a:pt x="5762642" y="149307"/>
                  </a:lnTo>
                  <a:lnTo>
                    <a:pt x="5762735" y="149307"/>
                  </a:lnTo>
                  <a:lnTo>
                    <a:pt x="5762828" y="149307"/>
                  </a:lnTo>
                  <a:lnTo>
                    <a:pt x="5762922" y="149307"/>
                  </a:lnTo>
                  <a:lnTo>
                    <a:pt x="5763015" y="149307"/>
                  </a:lnTo>
                  <a:lnTo>
                    <a:pt x="5763108" y="149307"/>
                  </a:lnTo>
                  <a:lnTo>
                    <a:pt x="5763201" y="149307"/>
                  </a:lnTo>
                  <a:lnTo>
                    <a:pt x="5763295" y="149307"/>
                  </a:lnTo>
                  <a:lnTo>
                    <a:pt x="5763388" y="149307"/>
                  </a:lnTo>
                  <a:lnTo>
                    <a:pt x="5763481" y="149307"/>
                  </a:lnTo>
                  <a:lnTo>
                    <a:pt x="5763574" y="149307"/>
                  </a:lnTo>
                  <a:lnTo>
                    <a:pt x="5763668" y="149307"/>
                  </a:lnTo>
                  <a:lnTo>
                    <a:pt x="5763761" y="149307"/>
                  </a:lnTo>
                  <a:lnTo>
                    <a:pt x="5763854" y="149307"/>
                  </a:lnTo>
                  <a:lnTo>
                    <a:pt x="5763947" y="149307"/>
                  </a:lnTo>
                  <a:lnTo>
                    <a:pt x="5764041" y="149307"/>
                  </a:lnTo>
                  <a:lnTo>
                    <a:pt x="5764134" y="149307"/>
                  </a:lnTo>
                  <a:lnTo>
                    <a:pt x="5764227" y="149307"/>
                  </a:lnTo>
                  <a:lnTo>
                    <a:pt x="5764320" y="149307"/>
                  </a:lnTo>
                  <a:lnTo>
                    <a:pt x="5764414" y="149307"/>
                  </a:lnTo>
                  <a:lnTo>
                    <a:pt x="5764507" y="149307"/>
                  </a:lnTo>
                  <a:lnTo>
                    <a:pt x="5764600" y="149307"/>
                  </a:lnTo>
                  <a:lnTo>
                    <a:pt x="5764693" y="149307"/>
                  </a:lnTo>
                  <a:lnTo>
                    <a:pt x="5764787" y="149307"/>
                  </a:lnTo>
                  <a:lnTo>
                    <a:pt x="5764880" y="149307"/>
                  </a:lnTo>
                  <a:lnTo>
                    <a:pt x="5764973" y="149307"/>
                  </a:lnTo>
                  <a:lnTo>
                    <a:pt x="5765066" y="149307"/>
                  </a:lnTo>
                  <a:lnTo>
                    <a:pt x="5765160" y="149307"/>
                  </a:lnTo>
                  <a:lnTo>
                    <a:pt x="5765253" y="149307"/>
                  </a:lnTo>
                  <a:lnTo>
                    <a:pt x="5765346" y="149307"/>
                  </a:lnTo>
                  <a:lnTo>
                    <a:pt x="5765439" y="149307"/>
                  </a:lnTo>
                  <a:lnTo>
                    <a:pt x="5765532" y="149307"/>
                  </a:lnTo>
                  <a:lnTo>
                    <a:pt x="5765626" y="149307"/>
                  </a:lnTo>
                  <a:lnTo>
                    <a:pt x="5765719" y="149307"/>
                  </a:lnTo>
                  <a:lnTo>
                    <a:pt x="5765812" y="149307"/>
                  </a:lnTo>
                  <a:lnTo>
                    <a:pt x="5765905" y="149307"/>
                  </a:lnTo>
                  <a:lnTo>
                    <a:pt x="5765999" y="149307"/>
                  </a:lnTo>
                  <a:lnTo>
                    <a:pt x="5766092" y="149307"/>
                  </a:lnTo>
                  <a:lnTo>
                    <a:pt x="5766185" y="149307"/>
                  </a:lnTo>
                  <a:lnTo>
                    <a:pt x="5766278" y="149307"/>
                  </a:lnTo>
                  <a:lnTo>
                    <a:pt x="5766372" y="149307"/>
                  </a:lnTo>
                  <a:lnTo>
                    <a:pt x="5766465" y="149307"/>
                  </a:lnTo>
                  <a:lnTo>
                    <a:pt x="5766558" y="149307"/>
                  </a:lnTo>
                  <a:lnTo>
                    <a:pt x="5766651" y="149307"/>
                  </a:lnTo>
                  <a:lnTo>
                    <a:pt x="5766745" y="149307"/>
                  </a:lnTo>
                  <a:lnTo>
                    <a:pt x="5766838" y="149307"/>
                  </a:lnTo>
                  <a:lnTo>
                    <a:pt x="5766931" y="149307"/>
                  </a:lnTo>
                  <a:lnTo>
                    <a:pt x="5767024" y="149307"/>
                  </a:lnTo>
                  <a:lnTo>
                    <a:pt x="5767118" y="149307"/>
                  </a:lnTo>
                  <a:lnTo>
                    <a:pt x="5767211" y="149307"/>
                  </a:lnTo>
                  <a:lnTo>
                    <a:pt x="5767304" y="149307"/>
                  </a:lnTo>
                  <a:lnTo>
                    <a:pt x="5767397" y="149307"/>
                  </a:lnTo>
                  <a:lnTo>
                    <a:pt x="5767491" y="149307"/>
                  </a:lnTo>
                  <a:lnTo>
                    <a:pt x="5767584" y="149307"/>
                  </a:lnTo>
                  <a:lnTo>
                    <a:pt x="5767677" y="149307"/>
                  </a:lnTo>
                  <a:lnTo>
                    <a:pt x="5767770" y="149307"/>
                  </a:lnTo>
                  <a:lnTo>
                    <a:pt x="5767864" y="149307"/>
                  </a:lnTo>
                  <a:lnTo>
                    <a:pt x="5767957" y="149307"/>
                  </a:lnTo>
                  <a:lnTo>
                    <a:pt x="5768050" y="149307"/>
                  </a:lnTo>
                  <a:lnTo>
                    <a:pt x="5768143" y="149307"/>
                  </a:lnTo>
                  <a:lnTo>
                    <a:pt x="5768237" y="149307"/>
                  </a:lnTo>
                  <a:lnTo>
                    <a:pt x="5768330" y="149307"/>
                  </a:lnTo>
                  <a:lnTo>
                    <a:pt x="5768423" y="149307"/>
                  </a:lnTo>
                  <a:lnTo>
                    <a:pt x="5768516" y="149307"/>
                  </a:lnTo>
                  <a:lnTo>
                    <a:pt x="5768610" y="149307"/>
                  </a:lnTo>
                  <a:lnTo>
                    <a:pt x="5768703" y="149307"/>
                  </a:lnTo>
                  <a:lnTo>
                    <a:pt x="5768796" y="149307"/>
                  </a:lnTo>
                  <a:lnTo>
                    <a:pt x="5768889" y="149307"/>
                  </a:lnTo>
                  <a:lnTo>
                    <a:pt x="5768983" y="149307"/>
                  </a:lnTo>
                  <a:lnTo>
                    <a:pt x="5769076" y="149307"/>
                  </a:lnTo>
                  <a:lnTo>
                    <a:pt x="5769169" y="149307"/>
                  </a:lnTo>
                  <a:lnTo>
                    <a:pt x="5769262" y="149307"/>
                  </a:lnTo>
                  <a:lnTo>
                    <a:pt x="5769356" y="149307"/>
                  </a:lnTo>
                  <a:lnTo>
                    <a:pt x="5769449" y="149307"/>
                  </a:lnTo>
                  <a:lnTo>
                    <a:pt x="5769542" y="149307"/>
                  </a:lnTo>
                  <a:lnTo>
                    <a:pt x="5769635" y="149307"/>
                  </a:lnTo>
                  <a:lnTo>
                    <a:pt x="5769729" y="149307"/>
                  </a:lnTo>
                  <a:lnTo>
                    <a:pt x="5769822" y="149307"/>
                  </a:lnTo>
                  <a:lnTo>
                    <a:pt x="5769915" y="149307"/>
                  </a:lnTo>
                  <a:lnTo>
                    <a:pt x="5770008" y="149307"/>
                  </a:lnTo>
                  <a:lnTo>
                    <a:pt x="5770102" y="149307"/>
                  </a:lnTo>
                  <a:lnTo>
                    <a:pt x="5770195" y="149307"/>
                  </a:lnTo>
                  <a:lnTo>
                    <a:pt x="5770288" y="149307"/>
                  </a:lnTo>
                  <a:lnTo>
                    <a:pt x="5770381" y="149307"/>
                  </a:lnTo>
                  <a:lnTo>
                    <a:pt x="5770475" y="149307"/>
                  </a:lnTo>
                  <a:lnTo>
                    <a:pt x="5770568" y="149307"/>
                  </a:lnTo>
                  <a:lnTo>
                    <a:pt x="5770661" y="149307"/>
                  </a:lnTo>
                  <a:lnTo>
                    <a:pt x="5770754" y="149307"/>
                  </a:lnTo>
                  <a:lnTo>
                    <a:pt x="5770848" y="149307"/>
                  </a:lnTo>
                  <a:lnTo>
                    <a:pt x="5770941" y="149307"/>
                  </a:lnTo>
                  <a:lnTo>
                    <a:pt x="5771034" y="149307"/>
                  </a:lnTo>
                  <a:lnTo>
                    <a:pt x="5771127" y="149307"/>
                  </a:lnTo>
                  <a:lnTo>
                    <a:pt x="5771221" y="149307"/>
                  </a:lnTo>
                  <a:lnTo>
                    <a:pt x="5771314" y="149307"/>
                  </a:lnTo>
                  <a:lnTo>
                    <a:pt x="5771407" y="149307"/>
                  </a:lnTo>
                  <a:lnTo>
                    <a:pt x="5771500" y="149307"/>
                  </a:lnTo>
                  <a:lnTo>
                    <a:pt x="5771594" y="149307"/>
                  </a:lnTo>
                  <a:lnTo>
                    <a:pt x="5771687" y="149307"/>
                  </a:lnTo>
                  <a:lnTo>
                    <a:pt x="5771780" y="149307"/>
                  </a:lnTo>
                  <a:lnTo>
                    <a:pt x="5771873" y="149307"/>
                  </a:lnTo>
                  <a:lnTo>
                    <a:pt x="5771967" y="149307"/>
                  </a:lnTo>
                  <a:lnTo>
                    <a:pt x="5772060" y="149307"/>
                  </a:lnTo>
                  <a:lnTo>
                    <a:pt x="5772153" y="149307"/>
                  </a:lnTo>
                  <a:lnTo>
                    <a:pt x="5772246" y="149307"/>
                  </a:lnTo>
                  <a:lnTo>
                    <a:pt x="5772339" y="149307"/>
                  </a:lnTo>
                  <a:lnTo>
                    <a:pt x="5772433" y="149307"/>
                  </a:lnTo>
                  <a:lnTo>
                    <a:pt x="5772526" y="149307"/>
                  </a:lnTo>
                  <a:lnTo>
                    <a:pt x="5772619" y="149307"/>
                  </a:lnTo>
                  <a:lnTo>
                    <a:pt x="5772712" y="149307"/>
                  </a:lnTo>
                  <a:lnTo>
                    <a:pt x="5772806" y="149307"/>
                  </a:lnTo>
                  <a:lnTo>
                    <a:pt x="5772899" y="149307"/>
                  </a:lnTo>
                  <a:lnTo>
                    <a:pt x="5772992" y="149307"/>
                  </a:lnTo>
                  <a:lnTo>
                    <a:pt x="5773085" y="149307"/>
                  </a:lnTo>
                  <a:lnTo>
                    <a:pt x="5773179" y="149307"/>
                  </a:lnTo>
                  <a:lnTo>
                    <a:pt x="5773272" y="149307"/>
                  </a:lnTo>
                  <a:lnTo>
                    <a:pt x="5773365" y="149307"/>
                  </a:lnTo>
                  <a:lnTo>
                    <a:pt x="5773458" y="149307"/>
                  </a:lnTo>
                  <a:lnTo>
                    <a:pt x="5773552" y="149307"/>
                  </a:lnTo>
                  <a:lnTo>
                    <a:pt x="5773645" y="149307"/>
                  </a:lnTo>
                  <a:lnTo>
                    <a:pt x="5773738" y="149307"/>
                  </a:lnTo>
                  <a:lnTo>
                    <a:pt x="5773831" y="149307"/>
                  </a:lnTo>
                  <a:lnTo>
                    <a:pt x="5773925" y="149307"/>
                  </a:lnTo>
                  <a:lnTo>
                    <a:pt x="5774018" y="149307"/>
                  </a:lnTo>
                  <a:lnTo>
                    <a:pt x="5774111" y="149307"/>
                  </a:lnTo>
                  <a:lnTo>
                    <a:pt x="5774204" y="149307"/>
                  </a:lnTo>
                  <a:lnTo>
                    <a:pt x="5774298" y="149307"/>
                  </a:lnTo>
                  <a:lnTo>
                    <a:pt x="5774391" y="149307"/>
                  </a:lnTo>
                  <a:lnTo>
                    <a:pt x="5774484" y="149307"/>
                  </a:lnTo>
                  <a:lnTo>
                    <a:pt x="5774577" y="149307"/>
                  </a:lnTo>
                  <a:lnTo>
                    <a:pt x="5774671" y="149307"/>
                  </a:lnTo>
                  <a:lnTo>
                    <a:pt x="5774764" y="149307"/>
                  </a:lnTo>
                  <a:lnTo>
                    <a:pt x="5774857" y="149307"/>
                  </a:lnTo>
                  <a:lnTo>
                    <a:pt x="5774950" y="149307"/>
                  </a:lnTo>
                  <a:lnTo>
                    <a:pt x="5775044" y="149307"/>
                  </a:lnTo>
                  <a:lnTo>
                    <a:pt x="5775137" y="149307"/>
                  </a:lnTo>
                  <a:lnTo>
                    <a:pt x="5775230" y="149307"/>
                  </a:lnTo>
                  <a:lnTo>
                    <a:pt x="5775323" y="149307"/>
                  </a:lnTo>
                  <a:lnTo>
                    <a:pt x="5775417" y="149307"/>
                  </a:lnTo>
                  <a:lnTo>
                    <a:pt x="5775510" y="149307"/>
                  </a:lnTo>
                  <a:lnTo>
                    <a:pt x="5775603" y="149307"/>
                  </a:lnTo>
                  <a:lnTo>
                    <a:pt x="5775696" y="149307"/>
                  </a:lnTo>
                  <a:lnTo>
                    <a:pt x="5775790" y="149307"/>
                  </a:lnTo>
                  <a:lnTo>
                    <a:pt x="5775883" y="149307"/>
                  </a:lnTo>
                  <a:lnTo>
                    <a:pt x="5775976" y="149307"/>
                  </a:lnTo>
                  <a:lnTo>
                    <a:pt x="5776069" y="149307"/>
                  </a:lnTo>
                  <a:lnTo>
                    <a:pt x="5776163" y="149307"/>
                  </a:lnTo>
                  <a:lnTo>
                    <a:pt x="5776256" y="149307"/>
                  </a:lnTo>
                  <a:lnTo>
                    <a:pt x="5776349" y="149307"/>
                  </a:lnTo>
                  <a:lnTo>
                    <a:pt x="5776442" y="149307"/>
                  </a:lnTo>
                  <a:lnTo>
                    <a:pt x="5776536" y="149307"/>
                  </a:lnTo>
                  <a:lnTo>
                    <a:pt x="5776629" y="149307"/>
                  </a:lnTo>
                  <a:lnTo>
                    <a:pt x="5776722" y="149307"/>
                  </a:lnTo>
                  <a:lnTo>
                    <a:pt x="5776815" y="149307"/>
                  </a:lnTo>
                  <a:lnTo>
                    <a:pt x="5776909" y="149307"/>
                  </a:lnTo>
                  <a:lnTo>
                    <a:pt x="5777002" y="149307"/>
                  </a:lnTo>
                  <a:lnTo>
                    <a:pt x="5777095" y="149307"/>
                  </a:lnTo>
                  <a:lnTo>
                    <a:pt x="5777188" y="149307"/>
                  </a:lnTo>
                  <a:lnTo>
                    <a:pt x="5777282" y="149307"/>
                  </a:lnTo>
                  <a:lnTo>
                    <a:pt x="5777375" y="149307"/>
                  </a:lnTo>
                  <a:lnTo>
                    <a:pt x="5777468" y="149307"/>
                  </a:lnTo>
                  <a:lnTo>
                    <a:pt x="5777561" y="149307"/>
                  </a:lnTo>
                  <a:lnTo>
                    <a:pt x="5777655" y="149307"/>
                  </a:lnTo>
                  <a:lnTo>
                    <a:pt x="5777748" y="149307"/>
                  </a:lnTo>
                  <a:lnTo>
                    <a:pt x="5777841" y="149307"/>
                  </a:lnTo>
                  <a:lnTo>
                    <a:pt x="5777934" y="149307"/>
                  </a:lnTo>
                  <a:lnTo>
                    <a:pt x="5778028" y="149307"/>
                  </a:lnTo>
                  <a:lnTo>
                    <a:pt x="5778121" y="149307"/>
                  </a:lnTo>
                  <a:lnTo>
                    <a:pt x="5778214" y="149307"/>
                  </a:lnTo>
                  <a:lnTo>
                    <a:pt x="5778307" y="149307"/>
                  </a:lnTo>
                  <a:lnTo>
                    <a:pt x="5778401" y="149307"/>
                  </a:lnTo>
                  <a:lnTo>
                    <a:pt x="5778494" y="149307"/>
                  </a:lnTo>
                  <a:lnTo>
                    <a:pt x="5778587" y="149307"/>
                  </a:lnTo>
                  <a:lnTo>
                    <a:pt x="5778680" y="149307"/>
                  </a:lnTo>
                  <a:lnTo>
                    <a:pt x="5778774" y="149307"/>
                  </a:lnTo>
                  <a:lnTo>
                    <a:pt x="5778867" y="149307"/>
                  </a:lnTo>
                  <a:lnTo>
                    <a:pt x="5778960" y="149307"/>
                  </a:lnTo>
                  <a:lnTo>
                    <a:pt x="5779053" y="149307"/>
                  </a:lnTo>
                  <a:lnTo>
                    <a:pt x="5779147" y="149307"/>
                  </a:lnTo>
                  <a:lnTo>
                    <a:pt x="5779240" y="149307"/>
                  </a:lnTo>
                  <a:lnTo>
                    <a:pt x="5779333" y="149307"/>
                  </a:lnTo>
                  <a:lnTo>
                    <a:pt x="5779426" y="149307"/>
                  </a:lnTo>
                  <a:lnTo>
                    <a:pt x="5779519" y="149307"/>
                  </a:lnTo>
                  <a:lnTo>
                    <a:pt x="5779613" y="149307"/>
                  </a:lnTo>
                  <a:lnTo>
                    <a:pt x="5779706" y="149307"/>
                  </a:lnTo>
                  <a:lnTo>
                    <a:pt x="5779799" y="149307"/>
                  </a:lnTo>
                  <a:lnTo>
                    <a:pt x="5779892" y="149307"/>
                  </a:lnTo>
                  <a:lnTo>
                    <a:pt x="5779986" y="149307"/>
                  </a:lnTo>
                  <a:lnTo>
                    <a:pt x="5780079" y="149307"/>
                  </a:lnTo>
                  <a:lnTo>
                    <a:pt x="5780172" y="149307"/>
                  </a:lnTo>
                  <a:lnTo>
                    <a:pt x="5780265" y="149307"/>
                  </a:lnTo>
                  <a:lnTo>
                    <a:pt x="5780359" y="149307"/>
                  </a:lnTo>
                  <a:lnTo>
                    <a:pt x="5780452" y="149307"/>
                  </a:lnTo>
                  <a:lnTo>
                    <a:pt x="5780545" y="149307"/>
                  </a:lnTo>
                  <a:lnTo>
                    <a:pt x="5780638" y="149307"/>
                  </a:lnTo>
                  <a:lnTo>
                    <a:pt x="5780732" y="149307"/>
                  </a:lnTo>
                  <a:lnTo>
                    <a:pt x="5780825" y="149307"/>
                  </a:lnTo>
                  <a:lnTo>
                    <a:pt x="5780918" y="149307"/>
                  </a:lnTo>
                  <a:lnTo>
                    <a:pt x="5781011" y="149307"/>
                  </a:lnTo>
                  <a:lnTo>
                    <a:pt x="5781105" y="149307"/>
                  </a:lnTo>
                  <a:lnTo>
                    <a:pt x="5781198" y="149307"/>
                  </a:lnTo>
                  <a:lnTo>
                    <a:pt x="5781291" y="149307"/>
                  </a:lnTo>
                  <a:lnTo>
                    <a:pt x="5781384" y="149307"/>
                  </a:lnTo>
                  <a:lnTo>
                    <a:pt x="5781478" y="149307"/>
                  </a:lnTo>
                  <a:lnTo>
                    <a:pt x="5781571" y="149307"/>
                  </a:lnTo>
                  <a:lnTo>
                    <a:pt x="5781664" y="149307"/>
                  </a:lnTo>
                  <a:lnTo>
                    <a:pt x="5781757" y="149307"/>
                  </a:lnTo>
                  <a:lnTo>
                    <a:pt x="5781851" y="149307"/>
                  </a:lnTo>
                  <a:lnTo>
                    <a:pt x="5781944" y="149307"/>
                  </a:lnTo>
                  <a:lnTo>
                    <a:pt x="5782037" y="149307"/>
                  </a:lnTo>
                  <a:lnTo>
                    <a:pt x="5782130" y="149307"/>
                  </a:lnTo>
                  <a:lnTo>
                    <a:pt x="5782224" y="149307"/>
                  </a:lnTo>
                  <a:lnTo>
                    <a:pt x="5782317" y="149307"/>
                  </a:lnTo>
                  <a:lnTo>
                    <a:pt x="5782410" y="149307"/>
                  </a:lnTo>
                  <a:lnTo>
                    <a:pt x="5782503" y="149307"/>
                  </a:lnTo>
                  <a:lnTo>
                    <a:pt x="5782597" y="149307"/>
                  </a:lnTo>
                  <a:lnTo>
                    <a:pt x="5782690" y="149307"/>
                  </a:lnTo>
                  <a:lnTo>
                    <a:pt x="5782783" y="149307"/>
                  </a:lnTo>
                  <a:lnTo>
                    <a:pt x="5782876" y="149307"/>
                  </a:lnTo>
                  <a:lnTo>
                    <a:pt x="5782970" y="149307"/>
                  </a:lnTo>
                  <a:lnTo>
                    <a:pt x="5783063" y="149307"/>
                  </a:lnTo>
                  <a:lnTo>
                    <a:pt x="5783156" y="149307"/>
                  </a:lnTo>
                  <a:lnTo>
                    <a:pt x="5783249" y="149307"/>
                  </a:lnTo>
                  <a:lnTo>
                    <a:pt x="5783343" y="149307"/>
                  </a:lnTo>
                  <a:lnTo>
                    <a:pt x="5783436" y="149307"/>
                  </a:lnTo>
                  <a:lnTo>
                    <a:pt x="5783529" y="149307"/>
                  </a:lnTo>
                  <a:lnTo>
                    <a:pt x="5783622" y="149307"/>
                  </a:lnTo>
                  <a:lnTo>
                    <a:pt x="5783716" y="149307"/>
                  </a:lnTo>
                  <a:lnTo>
                    <a:pt x="5783809" y="149307"/>
                  </a:lnTo>
                  <a:lnTo>
                    <a:pt x="5783902" y="149307"/>
                  </a:lnTo>
                  <a:lnTo>
                    <a:pt x="5783995" y="149307"/>
                  </a:lnTo>
                  <a:lnTo>
                    <a:pt x="5784089" y="149307"/>
                  </a:lnTo>
                  <a:lnTo>
                    <a:pt x="5784182" y="149307"/>
                  </a:lnTo>
                  <a:lnTo>
                    <a:pt x="5784275" y="149307"/>
                  </a:lnTo>
                  <a:lnTo>
                    <a:pt x="5784368" y="149307"/>
                  </a:lnTo>
                  <a:lnTo>
                    <a:pt x="5784462" y="149307"/>
                  </a:lnTo>
                  <a:lnTo>
                    <a:pt x="5784555" y="149307"/>
                  </a:lnTo>
                  <a:lnTo>
                    <a:pt x="5784648" y="149307"/>
                  </a:lnTo>
                  <a:lnTo>
                    <a:pt x="5784741" y="149307"/>
                  </a:lnTo>
                  <a:lnTo>
                    <a:pt x="5784835" y="149307"/>
                  </a:lnTo>
                  <a:lnTo>
                    <a:pt x="5784928" y="149307"/>
                  </a:lnTo>
                  <a:lnTo>
                    <a:pt x="5785021" y="149307"/>
                  </a:lnTo>
                  <a:lnTo>
                    <a:pt x="5785114" y="149307"/>
                  </a:lnTo>
                  <a:lnTo>
                    <a:pt x="5785208" y="149307"/>
                  </a:lnTo>
                  <a:lnTo>
                    <a:pt x="5785301" y="149307"/>
                  </a:lnTo>
                  <a:lnTo>
                    <a:pt x="5785301" y="139353"/>
                  </a:lnTo>
                  <a:lnTo>
                    <a:pt x="5785394" y="139353"/>
                  </a:lnTo>
                  <a:lnTo>
                    <a:pt x="5785487" y="139353"/>
                  </a:lnTo>
                  <a:lnTo>
                    <a:pt x="5785581" y="139353"/>
                  </a:lnTo>
                  <a:lnTo>
                    <a:pt x="5785674" y="139353"/>
                  </a:lnTo>
                  <a:lnTo>
                    <a:pt x="5785767" y="139353"/>
                  </a:lnTo>
                  <a:lnTo>
                    <a:pt x="5785860" y="139353"/>
                  </a:lnTo>
                  <a:lnTo>
                    <a:pt x="5785954" y="139353"/>
                  </a:lnTo>
                  <a:lnTo>
                    <a:pt x="5786047" y="139353"/>
                  </a:lnTo>
                  <a:lnTo>
                    <a:pt x="5786140" y="139353"/>
                  </a:lnTo>
                  <a:lnTo>
                    <a:pt x="5786233" y="139353"/>
                  </a:lnTo>
                  <a:lnTo>
                    <a:pt x="5786326" y="139353"/>
                  </a:lnTo>
                  <a:lnTo>
                    <a:pt x="5786420" y="139353"/>
                  </a:lnTo>
                  <a:lnTo>
                    <a:pt x="5786513" y="139353"/>
                  </a:lnTo>
                  <a:lnTo>
                    <a:pt x="5786606" y="139353"/>
                  </a:lnTo>
                  <a:lnTo>
                    <a:pt x="5786699" y="139353"/>
                  </a:lnTo>
                  <a:lnTo>
                    <a:pt x="5786793" y="139353"/>
                  </a:lnTo>
                  <a:lnTo>
                    <a:pt x="5786886" y="139353"/>
                  </a:lnTo>
                  <a:lnTo>
                    <a:pt x="5786979" y="139353"/>
                  </a:lnTo>
                  <a:lnTo>
                    <a:pt x="5787072" y="139353"/>
                  </a:lnTo>
                  <a:lnTo>
                    <a:pt x="5787166" y="139353"/>
                  </a:lnTo>
                  <a:lnTo>
                    <a:pt x="5787259" y="139353"/>
                  </a:lnTo>
                  <a:lnTo>
                    <a:pt x="5787352" y="139353"/>
                  </a:lnTo>
                  <a:lnTo>
                    <a:pt x="5787445" y="139353"/>
                  </a:lnTo>
                  <a:lnTo>
                    <a:pt x="5787539" y="139353"/>
                  </a:lnTo>
                  <a:lnTo>
                    <a:pt x="5787632" y="139353"/>
                  </a:lnTo>
                  <a:lnTo>
                    <a:pt x="5787725" y="139353"/>
                  </a:lnTo>
                  <a:lnTo>
                    <a:pt x="5787818" y="139353"/>
                  </a:lnTo>
                  <a:lnTo>
                    <a:pt x="5787912" y="139353"/>
                  </a:lnTo>
                  <a:lnTo>
                    <a:pt x="5788005" y="139353"/>
                  </a:lnTo>
                  <a:lnTo>
                    <a:pt x="5788098" y="139353"/>
                  </a:lnTo>
                  <a:lnTo>
                    <a:pt x="5788191" y="139353"/>
                  </a:lnTo>
                  <a:lnTo>
                    <a:pt x="5788285" y="139353"/>
                  </a:lnTo>
                  <a:lnTo>
                    <a:pt x="5788378" y="139353"/>
                  </a:lnTo>
                  <a:lnTo>
                    <a:pt x="5788471" y="139353"/>
                  </a:lnTo>
                  <a:lnTo>
                    <a:pt x="5788564" y="139353"/>
                  </a:lnTo>
                  <a:lnTo>
                    <a:pt x="5788658" y="139353"/>
                  </a:lnTo>
                  <a:lnTo>
                    <a:pt x="5788751" y="139353"/>
                  </a:lnTo>
                  <a:lnTo>
                    <a:pt x="5788844" y="139353"/>
                  </a:lnTo>
                  <a:lnTo>
                    <a:pt x="5788937" y="139353"/>
                  </a:lnTo>
                  <a:lnTo>
                    <a:pt x="5789031" y="139353"/>
                  </a:lnTo>
                  <a:lnTo>
                    <a:pt x="5789124" y="139353"/>
                  </a:lnTo>
                  <a:lnTo>
                    <a:pt x="5789217" y="139353"/>
                  </a:lnTo>
                  <a:lnTo>
                    <a:pt x="5789310" y="139353"/>
                  </a:lnTo>
                  <a:lnTo>
                    <a:pt x="5789404" y="139353"/>
                  </a:lnTo>
                  <a:lnTo>
                    <a:pt x="5789497" y="139353"/>
                  </a:lnTo>
                  <a:lnTo>
                    <a:pt x="5789590" y="139353"/>
                  </a:lnTo>
                  <a:lnTo>
                    <a:pt x="5789683" y="139353"/>
                  </a:lnTo>
                  <a:lnTo>
                    <a:pt x="5789777" y="139353"/>
                  </a:lnTo>
                  <a:lnTo>
                    <a:pt x="5789870" y="139353"/>
                  </a:lnTo>
                  <a:lnTo>
                    <a:pt x="5789963" y="139353"/>
                  </a:lnTo>
                  <a:lnTo>
                    <a:pt x="5790056" y="139353"/>
                  </a:lnTo>
                  <a:lnTo>
                    <a:pt x="5790150" y="139353"/>
                  </a:lnTo>
                  <a:lnTo>
                    <a:pt x="5790243" y="139353"/>
                  </a:lnTo>
                  <a:lnTo>
                    <a:pt x="5790336" y="139353"/>
                  </a:lnTo>
                  <a:lnTo>
                    <a:pt x="5790429" y="139353"/>
                  </a:lnTo>
                  <a:lnTo>
                    <a:pt x="5790523" y="139353"/>
                  </a:lnTo>
                  <a:lnTo>
                    <a:pt x="5790616" y="139353"/>
                  </a:lnTo>
                  <a:lnTo>
                    <a:pt x="5790709" y="139353"/>
                  </a:lnTo>
                  <a:lnTo>
                    <a:pt x="5790802" y="139353"/>
                  </a:lnTo>
                  <a:lnTo>
                    <a:pt x="5790896" y="139353"/>
                  </a:lnTo>
                  <a:lnTo>
                    <a:pt x="5790989" y="139353"/>
                  </a:lnTo>
                  <a:lnTo>
                    <a:pt x="5791082" y="139353"/>
                  </a:lnTo>
                  <a:lnTo>
                    <a:pt x="5791175" y="139353"/>
                  </a:lnTo>
                  <a:lnTo>
                    <a:pt x="5791269" y="139353"/>
                  </a:lnTo>
                  <a:lnTo>
                    <a:pt x="5791362" y="139353"/>
                  </a:lnTo>
                  <a:lnTo>
                    <a:pt x="5791455" y="139353"/>
                  </a:lnTo>
                  <a:lnTo>
                    <a:pt x="5791548" y="139353"/>
                  </a:lnTo>
                  <a:lnTo>
                    <a:pt x="5791642" y="139353"/>
                  </a:lnTo>
                  <a:lnTo>
                    <a:pt x="5791735" y="139353"/>
                  </a:lnTo>
                  <a:lnTo>
                    <a:pt x="5791828" y="139353"/>
                  </a:lnTo>
                  <a:lnTo>
                    <a:pt x="5791921" y="139353"/>
                  </a:lnTo>
                  <a:lnTo>
                    <a:pt x="5792015" y="139353"/>
                  </a:lnTo>
                  <a:lnTo>
                    <a:pt x="5792108" y="139353"/>
                  </a:lnTo>
                  <a:lnTo>
                    <a:pt x="5792201" y="139353"/>
                  </a:lnTo>
                  <a:lnTo>
                    <a:pt x="5792294" y="139353"/>
                  </a:lnTo>
                  <a:lnTo>
                    <a:pt x="5792388" y="139353"/>
                  </a:lnTo>
                  <a:lnTo>
                    <a:pt x="5792481" y="139353"/>
                  </a:lnTo>
                  <a:lnTo>
                    <a:pt x="5792574" y="139353"/>
                  </a:lnTo>
                  <a:lnTo>
                    <a:pt x="5792667" y="139353"/>
                  </a:lnTo>
                  <a:lnTo>
                    <a:pt x="5792761" y="139353"/>
                  </a:lnTo>
                  <a:lnTo>
                    <a:pt x="5792854" y="139353"/>
                  </a:lnTo>
                  <a:lnTo>
                    <a:pt x="5792947" y="139353"/>
                  </a:lnTo>
                  <a:lnTo>
                    <a:pt x="5793040" y="139353"/>
                  </a:lnTo>
                  <a:lnTo>
                    <a:pt x="5793133" y="139353"/>
                  </a:lnTo>
                  <a:lnTo>
                    <a:pt x="5793227" y="139353"/>
                  </a:lnTo>
                  <a:lnTo>
                    <a:pt x="5793320" y="139353"/>
                  </a:lnTo>
                  <a:lnTo>
                    <a:pt x="5793413" y="139353"/>
                  </a:lnTo>
                  <a:lnTo>
                    <a:pt x="5793506" y="139353"/>
                  </a:lnTo>
                  <a:lnTo>
                    <a:pt x="5793600" y="139353"/>
                  </a:lnTo>
                  <a:lnTo>
                    <a:pt x="5793693" y="139353"/>
                  </a:lnTo>
                  <a:lnTo>
                    <a:pt x="5793786" y="139353"/>
                  </a:lnTo>
                  <a:lnTo>
                    <a:pt x="5793879" y="139353"/>
                  </a:lnTo>
                  <a:lnTo>
                    <a:pt x="5793973" y="139353"/>
                  </a:lnTo>
                  <a:lnTo>
                    <a:pt x="5794066" y="139353"/>
                  </a:lnTo>
                  <a:lnTo>
                    <a:pt x="5794159" y="139353"/>
                  </a:lnTo>
                  <a:lnTo>
                    <a:pt x="5794252" y="139353"/>
                  </a:lnTo>
                  <a:lnTo>
                    <a:pt x="5794346" y="139353"/>
                  </a:lnTo>
                  <a:lnTo>
                    <a:pt x="5794439" y="139353"/>
                  </a:lnTo>
                  <a:lnTo>
                    <a:pt x="5794532" y="139353"/>
                  </a:lnTo>
                  <a:lnTo>
                    <a:pt x="5794625" y="139353"/>
                  </a:lnTo>
                  <a:lnTo>
                    <a:pt x="5794719" y="139353"/>
                  </a:lnTo>
                  <a:lnTo>
                    <a:pt x="5794812" y="139353"/>
                  </a:lnTo>
                  <a:lnTo>
                    <a:pt x="5794905" y="139353"/>
                  </a:lnTo>
                  <a:lnTo>
                    <a:pt x="5794998" y="139353"/>
                  </a:lnTo>
                  <a:lnTo>
                    <a:pt x="5795092" y="139353"/>
                  </a:lnTo>
                  <a:lnTo>
                    <a:pt x="5795185" y="139353"/>
                  </a:lnTo>
                  <a:lnTo>
                    <a:pt x="5795278" y="139353"/>
                  </a:lnTo>
                  <a:lnTo>
                    <a:pt x="5795371" y="139353"/>
                  </a:lnTo>
                  <a:lnTo>
                    <a:pt x="5795465" y="139353"/>
                  </a:lnTo>
                  <a:lnTo>
                    <a:pt x="5795558" y="139353"/>
                  </a:lnTo>
                  <a:lnTo>
                    <a:pt x="5795651" y="139353"/>
                  </a:lnTo>
                  <a:lnTo>
                    <a:pt x="5795744" y="139353"/>
                  </a:lnTo>
                  <a:lnTo>
                    <a:pt x="5795838" y="139353"/>
                  </a:lnTo>
                  <a:lnTo>
                    <a:pt x="5795931" y="139353"/>
                  </a:lnTo>
                  <a:lnTo>
                    <a:pt x="5796024" y="139353"/>
                  </a:lnTo>
                  <a:lnTo>
                    <a:pt x="5796117" y="139353"/>
                  </a:lnTo>
                  <a:lnTo>
                    <a:pt x="5796211" y="139353"/>
                  </a:lnTo>
                  <a:lnTo>
                    <a:pt x="5796304" y="139353"/>
                  </a:lnTo>
                  <a:lnTo>
                    <a:pt x="5796397" y="139353"/>
                  </a:lnTo>
                  <a:lnTo>
                    <a:pt x="5796490" y="139353"/>
                  </a:lnTo>
                  <a:lnTo>
                    <a:pt x="5796584" y="139353"/>
                  </a:lnTo>
                  <a:lnTo>
                    <a:pt x="5796677" y="139353"/>
                  </a:lnTo>
                  <a:lnTo>
                    <a:pt x="5796770" y="139353"/>
                  </a:lnTo>
                  <a:lnTo>
                    <a:pt x="5796863" y="139353"/>
                  </a:lnTo>
                  <a:lnTo>
                    <a:pt x="5796957" y="139353"/>
                  </a:lnTo>
                  <a:lnTo>
                    <a:pt x="5797050" y="139353"/>
                  </a:lnTo>
                  <a:lnTo>
                    <a:pt x="5797143" y="139353"/>
                  </a:lnTo>
                  <a:lnTo>
                    <a:pt x="5797236" y="139353"/>
                  </a:lnTo>
                  <a:lnTo>
                    <a:pt x="5797330" y="139353"/>
                  </a:lnTo>
                  <a:lnTo>
                    <a:pt x="5797423" y="139353"/>
                  </a:lnTo>
                  <a:lnTo>
                    <a:pt x="5797516" y="139353"/>
                  </a:lnTo>
                  <a:lnTo>
                    <a:pt x="5797609" y="139353"/>
                  </a:lnTo>
                  <a:lnTo>
                    <a:pt x="5797703" y="139353"/>
                  </a:lnTo>
                  <a:lnTo>
                    <a:pt x="5797796" y="139353"/>
                  </a:lnTo>
                  <a:lnTo>
                    <a:pt x="5797889" y="139353"/>
                  </a:lnTo>
                  <a:lnTo>
                    <a:pt x="5797982" y="139353"/>
                  </a:lnTo>
                  <a:lnTo>
                    <a:pt x="5798076" y="139353"/>
                  </a:lnTo>
                  <a:lnTo>
                    <a:pt x="5798169" y="139353"/>
                  </a:lnTo>
                  <a:lnTo>
                    <a:pt x="5798262" y="139353"/>
                  </a:lnTo>
                  <a:lnTo>
                    <a:pt x="5798355" y="139353"/>
                  </a:lnTo>
                  <a:lnTo>
                    <a:pt x="5798449" y="139353"/>
                  </a:lnTo>
                  <a:lnTo>
                    <a:pt x="5798542" y="139353"/>
                  </a:lnTo>
                  <a:lnTo>
                    <a:pt x="5798635" y="139353"/>
                  </a:lnTo>
                  <a:lnTo>
                    <a:pt x="5798728" y="139353"/>
                  </a:lnTo>
                  <a:lnTo>
                    <a:pt x="5798822" y="139353"/>
                  </a:lnTo>
                  <a:lnTo>
                    <a:pt x="5798915" y="139353"/>
                  </a:lnTo>
                  <a:lnTo>
                    <a:pt x="5799008" y="139353"/>
                  </a:lnTo>
                  <a:lnTo>
                    <a:pt x="5799101" y="139353"/>
                  </a:lnTo>
                  <a:lnTo>
                    <a:pt x="5799195" y="139353"/>
                  </a:lnTo>
                  <a:lnTo>
                    <a:pt x="5799288" y="139353"/>
                  </a:lnTo>
                  <a:lnTo>
                    <a:pt x="5799381" y="139353"/>
                  </a:lnTo>
                  <a:lnTo>
                    <a:pt x="5799474" y="139353"/>
                  </a:lnTo>
                  <a:lnTo>
                    <a:pt x="5799568" y="139353"/>
                  </a:lnTo>
                  <a:lnTo>
                    <a:pt x="5799661" y="139353"/>
                  </a:lnTo>
                  <a:lnTo>
                    <a:pt x="5799754" y="139353"/>
                  </a:lnTo>
                  <a:lnTo>
                    <a:pt x="5799847" y="139353"/>
                  </a:lnTo>
                  <a:lnTo>
                    <a:pt x="5799941" y="139353"/>
                  </a:lnTo>
                  <a:lnTo>
                    <a:pt x="5800034" y="139353"/>
                  </a:lnTo>
                  <a:lnTo>
                    <a:pt x="5800127" y="139353"/>
                  </a:lnTo>
                  <a:lnTo>
                    <a:pt x="5800220" y="139353"/>
                  </a:lnTo>
                  <a:lnTo>
                    <a:pt x="5800313" y="139353"/>
                  </a:lnTo>
                  <a:lnTo>
                    <a:pt x="5800407" y="139353"/>
                  </a:lnTo>
                  <a:lnTo>
                    <a:pt x="5800500" y="139353"/>
                  </a:lnTo>
                  <a:lnTo>
                    <a:pt x="5800593" y="139353"/>
                  </a:lnTo>
                  <a:lnTo>
                    <a:pt x="5800686" y="139353"/>
                  </a:lnTo>
                  <a:lnTo>
                    <a:pt x="5800780" y="139353"/>
                  </a:lnTo>
                  <a:lnTo>
                    <a:pt x="5800873" y="139353"/>
                  </a:lnTo>
                  <a:lnTo>
                    <a:pt x="5800966" y="139353"/>
                  </a:lnTo>
                  <a:lnTo>
                    <a:pt x="5801059" y="139353"/>
                  </a:lnTo>
                  <a:lnTo>
                    <a:pt x="5801153" y="139353"/>
                  </a:lnTo>
                  <a:lnTo>
                    <a:pt x="5801246" y="139353"/>
                  </a:lnTo>
                  <a:lnTo>
                    <a:pt x="5801339" y="139353"/>
                  </a:lnTo>
                  <a:lnTo>
                    <a:pt x="5801432" y="139353"/>
                  </a:lnTo>
                  <a:lnTo>
                    <a:pt x="5801526" y="139353"/>
                  </a:lnTo>
                  <a:lnTo>
                    <a:pt x="5801619" y="139353"/>
                  </a:lnTo>
                  <a:lnTo>
                    <a:pt x="5801712" y="139353"/>
                  </a:lnTo>
                  <a:lnTo>
                    <a:pt x="5801805" y="139353"/>
                  </a:lnTo>
                  <a:lnTo>
                    <a:pt x="5801899" y="139353"/>
                  </a:lnTo>
                  <a:lnTo>
                    <a:pt x="5801992" y="139353"/>
                  </a:lnTo>
                  <a:lnTo>
                    <a:pt x="5802085" y="139353"/>
                  </a:lnTo>
                  <a:lnTo>
                    <a:pt x="5802178" y="139353"/>
                  </a:lnTo>
                  <a:lnTo>
                    <a:pt x="5802272" y="139353"/>
                  </a:lnTo>
                  <a:lnTo>
                    <a:pt x="5802365" y="139353"/>
                  </a:lnTo>
                  <a:lnTo>
                    <a:pt x="5802458" y="139353"/>
                  </a:lnTo>
                  <a:lnTo>
                    <a:pt x="5802551" y="139353"/>
                  </a:lnTo>
                  <a:lnTo>
                    <a:pt x="5802645" y="139353"/>
                  </a:lnTo>
                  <a:lnTo>
                    <a:pt x="5802645" y="129399"/>
                  </a:lnTo>
                  <a:lnTo>
                    <a:pt x="5802738" y="129399"/>
                  </a:lnTo>
                  <a:lnTo>
                    <a:pt x="5802831" y="129399"/>
                  </a:lnTo>
                  <a:lnTo>
                    <a:pt x="5802924" y="129399"/>
                  </a:lnTo>
                  <a:lnTo>
                    <a:pt x="5803018" y="129399"/>
                  </a:lnTo>
                  <a:lnTo>
                    <a:pt x="5803111" y="129399"/>
                  </a:lnTo>
                  <a:lnTo>
                    <a:pt x="5803204" y="129399"/>
                  </a:lnTo>
                  <a:lnTo>
                    <a:pt x="5803297" y="129399"/>
                  </a:lnTo>
                  <a:lnTo>
                    <a:pt x="5803391" y="129399"/>
                  </a:lnTo>
                  <a:lnTo>
                    <a:pt x="5803484" y="129399"/>
                  </a:lnTo>
                  <a:lnTo>
                    <a:pt x="5803577" y="129399"/>
                  </a:lnTo>
                  <a:lnTo>
                    <a:pt x="5803670" y="129399"/>
                  </a:lnTo>
                  <a:lnTo>
                    <a:pt x="5803764" y="129399"/>
                  </a:lnTo>
                  <a:lnTo>
                    <a:pt x="5803857" y="129399"/>
                  </a:lnTo>
                  <a:lnTo>
                    <a:pt x="5803950" y="129399"/>
                  </a:lnTo>
                  <a:lnTo>
                    <a:pt x="5804043" y="129399"/>
                  </a:lnTo>
                  <a:lnTo>
                    <a:pt x="5804137" y="129399"/>
                  </a:lnTo>
                  <a:lnTo>
                    <a:pt x="5804230" y="129399"/>
                  </a:lnTo>
                  <a:lnTo>
                    <a:pt x="5804323" y="129399"/>
                  </a:lnTo>
                  <a:lnTo>
                    <a:pt x="5804416" y="129399"/>
                  </a:lnTo>
                  <a:lnTo>
                    <a:pt x="5804510" y="129399"/>
                  </a:lnTo>
                  <a:lnTo>
                    <a:pt x="5804603" y="129399"/>
                  </a:lnTo>
                  <a:lnTo>
                    <a:pt x="5804696" y="129399"/>
                  </a:lnTo>
                  <a:lnTo>
                    <a:pt x="5804789" y="129399"/>
                  </a:lnTo>
                  <a:lnTo>
                    <a:pt x="5804883" y="129399"/>
                  </a:lnTo>
                  <a:lnTo>
                    <a:pt x="5804976" y="129399"/>
                  </a:lnTo>
                  <a:lnTo>
                    <a:pt x="5805069" y="129399"/>
                  </a:lnTo>
                  <a:lnTo>
                    <a:pt x="5805162" y="129399"/>
                  </a:lnTo>
                  <a:lnTo>
                    <a:pt x="5805256" y="129399"/>
                  </a:lnTo>
                  <a:lnTo>
                    <a:pt x="5805349" y="129399"/>
                  </a:lnTo>
                  <a:lnTo>
                    <a:pt x="5805442" y="129399"/>
                  </a:lnTo>
                  <a:lnTo>
                    <a:pt x="5805535" y="129399"/>
                  </a:lnTo>
                  <a:lnTo>
                    <a:pt x="5805629" y="129399"/>
                  </a:lnTo>
                  <a:lnTo>
                    <a:pt x="5805722" y="129399"/>
                  </a:lnTo>
                  <a:lnTo>
                    <a:pt x="5805815" y="129399"/>
                  </a:lnTo>
                  <a:lnTo>
                    <a:pt x="5805908" y="129399"/>
                  </a:lnTo>
                  <a:lnTo>
                    <a:pt x="5806002" y="129399"/>
                  </a:lnTo>
                  <a:lnTo>
                    <a:pt x="5806095" y="129399"/>
                  </a:lnTo>
                  <a:lnTo>
                    <a:pt x="5806188" y="129399"/>
                  </a:lnTo>
                  <a:lnTo>
                    <a:pt x="5806281" y="129399"/>
                  </a:lnTo>
                  <a:lnTo>
                    <a:pt x="5806375" y="129399"/>
                  </a:lnTo>
                  <a:lnTo>
                    <a:pt x="5806468" y="129399"/>
                  </a:lnTo>
                  <a:lnTo>
                    <a:pt x="5806561" y="129399"/>
                  </a:lnTo>
                  <a:lnTo>
                    <a:pt x="5806654" y="129399"/>
                  </a:lnTo>
                  <a:lnTo>
                    <a:pt x="5806748" y="129399"/>
                  </a:lnTo>
                  <a:lnTo>
                    <a:pt x="5806841" y="129399"/>
                  </a:lnTo>
                  <a:lnTo>
                    <a:pt x="5806934" y="129399"/>
                  </a:lnTo>
                  <a:lnTo>
                    <a:pt x="5807027" y="129399"/>
                  </a:lnTo>
                  <a:lnTo>
                    <a:pt x="5807120" y="129399"/>
                  </a:lnTo>
                  <a:lnTo>
                    <a:pt x="5807214" y="129399"/>
                  </a:lnTo>
                  <a:lnTo>
                    <a:pt x="5807307" y="129399"/>
                  </a:lnTo>
                  <a:lnTo>
                    <a:pt x="5807400" y="129399"/>
                  </a:lnTo>
                  <a:lnTo>
                    <a:pt x="5807493" y="129399"/>
                  </a:lnTo>
                  <a:lnTo>
                    <a:pt x="5807587" y="129399"/>
                  </a:lnTo>
                  <a:lnTo>
                    <a:pt x="5807680" y="129399"/>
                  </a:lnTo>
                  <a:lnTo>
                    <a:pt x="5807773" y="129399"/>
                  </a:lnTo>
                  <a:lnTo>
                    <a:pt x="5807866" y="129399"/>
                  </a:lnTo>
                  <a:lnTo>
                    <a:pt x="5807960" y="129399"/>
                  </a:lnTo>
                  <a:lnTo>
                    <a:pt x="5808053" y="129399"/>
                  </a:lnTo>
                  <a:lnTo>
                    <a:pt x="5808146" y="129399"/>
                  </a:lnTo>
                  <a:lnTo>
                    <a:pt x="5808239" y="129399"/>
                  </a:lnTo>
                  <a:lnTo>
                    <a:pt x="5808333" y="129399"/>
                  </a:lnTo>
                  <a:lnTo>
                    <a:pt x="5808426" y="129399"/>
                  </a:lnTo>
                  <a:lnTo>
                    <a:pt x="5808519" y="129399"/>
                  </a:lnTo>
                  <a:lnTo>
                    <a:pt x="5808612" y="129399"/>
                  </a:lnTo>
                  <a:lnTo>
                    <a:pt x="5808706" y="129399"/>
                  </a:lnTo>
                  <a:lnTo>
                    <a:pt x="5808799" y="129399"/>
                  </a:lnTo>
                  <a:lnTo>
                    <a:pt x="5808892" y="129399"/>
                  </a:lnTo>
                  <a:lnTo>
                    <a:pt x="5808985" y="129399"/>
                  </a:lnTo>
                  <a:lnTo>
                    <a:pt x="5809079" y="129399"/>
                  </a:lnTo>
                  <a:lnTo>
                    <a:pt x="5809172" y="129399"/>
                  </a:lnTo>
                  <a:lnTo>
                    <a:pt x="5809265" y="129399"/>
                  </a:lnTo>
                  <a:lnTo>
                    <a:pt x="5809358" y="129399"/>
                  </a:lnTo>
                  <a:lnTo>
                    <a:pt x="5809452" y="129399"/>
                  </a:lnTo>
                  <a:lnTo>
                    <a:pt x="5809545" y="129399"/>
                  </a:lnTo>
                  <a:lnTo>
                    <a:pt x="5809638" y="129399"/>
                  </a:lnTo>
                  <a:lnTo>
                    <a:pt x="5809731" y="129399"/>
                  </a:lnTo>
                  <a:lnTo>
                    <a:pt x="5809825" y="129399"/>
                  </a:lnTo>
                  <a:lnTo>
                    <a:pt x="5809918" y="129399"/>
                  </a:lnTo>
                  <a:lnTo>
                    <a:pt x="5810011" y="129399"/>
                  </a:lnTo>
                  <a:lnTo>
                    <a:pt x="5810104" y="129399"/>
                  </a:lnTo>
                  <a:lnTo>
                    <a:pt x="5810198" y="129399"/>
                  </a:lnTo>
                  <a:lnTo>
                    <a:pt x="5810291" y="129399"/>
                  </a:lnTo>
                  <a:lnTo>
                    <a:pt x="5810384" y="129399"/>
                  </a:lnTo>
                  <a:lnTo>
                    <a:pt x="5810477" y="129399"/>
                  </a:lnTo>
                  <a:lnTo>
                    <a:pt x="5810571" y="129399"/>
                  </a:lnTo>
                  <a:lnTo>
                    <a:pt x="5810664" y="129399"/>
                  </a:lnTo>
                  <a:lnTo>
                    <a:pt x="5810757" y="129399"/>
                  </a:lnTo>
                  <a:lnTo>
                    <a:pt x="5810850" y="129399"/>
                  </a:lnTo>
                  <a:lnTo>
                    <a:pt x="5810944" y="129399"/>
                  </a:lnTo>
                  <a:lnTo>
                    <a:pt x="5811037" y="129399"/>
                  </a:lnTo>
                  <a:lnTo>
                    <a:pt x="5811130" y="129399"/>
                  </a:lnTo>
                  <a:lnTo>
                    <a:pt x="5811223" y="129399"/>
                  </a:lnTo>
                  <a:lnTo>
                    <a:pt x="5811317" y="129399"/>
                  </a:lnTo>
                  <a:lnTo>
                    <a:pt x="5811410" y="129399"/>
                  </a:lnTo>
                  <a:lnTo>
                    <a:pt x="5811503" y="129399"/>
                  </a:lnTo>
                  <a:lnTo>
                    <a:pt x="5811596" y="129399"/>
                  </a:lnTo>
                  <a:lnTo>
                    <a:pt x="5811690" y="129399"/>
                  </a:lnTo>
                  <a:lnTo>
                    <a:pt x="5811783" y="129399"/>
                  </a:lnTo>
                  <a:lnTo>
                    <a:pt x="5811876" y="129399"/>
                  </a:lnTo>
                  <a:lnTo>
                    <a:pt x="5811969" y="129399"/>
                  </a:lnTo>
                  <a:lnTo>
                    <a:pt x="5812063" y="129399"/>
                  </a:lnTo>
                  <a:lnTo>
                    <a:pt x="5812156" y="129399"/>
                  </a:lnTo>
                  <a:lnTo>
                    <a:pt x="5812249" y="129399"/>
                  </a:lnTo>
                  <a:lnTo>
                    <a:pt x="5812342" y="129399"/>
                  </a:lnTo>
                  <a:lnTo>
                    <a:pt x="5812436" y="129399"/>
                  </a:lnTo>
                  <a:lnTo>
                    <a:pt x="5812529" y="129399"/>
                  </a:lnTo>
                  <a:lnTo>
                    <a:pt x="5812622" y="129399"/>
                  </a:lnTo>
                  <a:lnTo>
                    <a:pt x="5812715" y="129399"/>
                  </a:lnTo>
                  <a:lnTo>
                    <a:pt x="5812809" y="129399"/>
                  </a:lnTo>
                  <a:lnTo>
                    <a:pt x="5812902" y="129399"/>
                  </a:lnTo>
                  <a:lnTo>
                    <a:pt x="5812995" y="129399"/>
                  </a:lnTo>
                  <a:lnTo>
                    <a:pt x="5813088" y="129399"/>
                  </a:lnTo>
                  <a:lnTo>
                    <a:pt x="5813182" y="129399"/>
                  </a:lnTo>
                  <a:lnTo>
                    <a:pt x="5813275" y="129399"/>
                  </a:lnTo>
                  <a:lnTo>
                    <a:pt x="5813368" y="129399"/>
                  </a:lnTo>
                  <a:lnTo>
                    <a:pt x="5813461" y="129399"/>
                  </a:lnTo>
                  <a:lnTo>
                    <a:pt x="5813555" y="129399"/>
                  </a:lnTo>
                  <a:lnTo>
                    <a:pt x="5813648" y="129399"/>
                  </a:lnTo>
                  <a:lnTo>
                    <a:pt x="5813741" y="129399"/>
                  </a:lnTo>
                  <a:lnTo>
                    <a:pt x="5813834" y="129399"/>
                  </a:lnTo>
                  <a:lnTo>
                    <a:pt x="5813927" y="129399"/>
                  </a:lnTo>
                  <a:lnTo>
                    <a:pt x="5814021" y="129399"/>
                  </a:lnTo>
                  <a:lnTo>
                    <a:pt x="5814114" y="129399"/>
                  </a:lnTo>
                  <a:lnTo>
                    <a:pt x="5814207" y="129399"/>
                  </a:lnTo>
                  <a:lnTo>
                    <a:pt x="5814300" y="129399"/>
                  </a:lnTo>
                  <a:lnTo>
                    <a:pt x="5814394" y="129399"/>
                  </a:lnTo>
                  <a:lnTo>
                    <a:pt x="5814487" y="129399"/>
                  </a:lnTo>
                  <a:lnTo>
                    <a:pt x="5814580" y="129399"/>
                  </a:lnTo>
                  <a:lnTo>
                    <a:pt x="5814673" y="129399"/>
                  </a:lnTo>
                  <a:lnTo>
                    <a:pt x="5814767" y="129399"/>
                  </a:lnTo>
                  <a:lnTo>
                    <a:pt x="5814860" y="129399"/>
                  </a:lnTo>
                  <a:lnTo>
                    <a:pt x="5814953" y="129399"/>
                  </a:lnTo>
                  <a:lnTo>
                    <a:pt x="5815046" y="129399"/>
                  </a:lnTo>
                  <a:lnTo>
                    <a:pt x="5815140" y="129399"/>
                  </a:lnTo>
                  <a:lnTo>
                    <a:pt x="5815233" y="129399"/>
                  </a:lnTo>
                  <a:lnTo>
                    <a:pt x="5815326" y="129399"/>
                  </a:lnTo>
                  <a:lnTo>
                    <a:pt x="5815419" y="129399"/>
                  </a:lnTo>
                  <a:lnTo>
                    <a:pt x="5815513" y="129399"/>
                  </a:lnTo>
                  <a:lnTo>
                    <a:pt x="5815606" y="129399"/>
                  </a:lnTo>
                  <a:lnTo>
                    <a:pt x="5815699" y="129399"/>
                  </a:lnTo>
                  <a:lnTo>
                    <a:pt x="5815792" y="129399"/>
                  </a:lnTo>
                  <a:lnTo>
                    <a:pt x="5815886" y="129399"/>
                  </a:lnTo>
                  <a:lnTo>
                    <a:pt x="5815979" y="129399"/>
                  </a:lnTo>
                  <a:lnTo>
                    <a:pt x="5816072" y="129399"/>
                  </a:lnTo>
                  <a:lnTo>
                    <a:pt x="5816165" y="129399"/>
                  </a:lnTo>
                  <a:lnTo>
                    <a:pt x="5816259" y="129399"/>
                  </a:lnTo>
                  <a:lnTo>
                    <a:pt x="5816352" y="129399"/>
                  </a:lnTo>
                  <a:lnTo>
                    <a:pt x="5816445" y="129399"/>
                  </a:lnTo>
                  <a:lnTo>
                    <a:pt x="5816538" y="129399"/>
                  </a:lnTo>
                  <a:lnTo>
                    <a:pt x="5816632" y="129399"/>
                  </a:lnTo>
                  <a:lnTo>
                    <a:pt x="5816725" y="129399"/>
                  </a:lnTo>
                  <a:lnTo>
                    <a:pt x="5816818" y="129399"/>
                  </a:lnTo>
                  <a:lnTo>
                    <a:pt x="5816911" y="129399"/>
                  </a:lnTo>
                  <a:lnTo>
                    <a:pt x="5817005" y="129399"/>
                  </a:lnTo>
                  <a:lnTo>
                    <a:pt x="5817098" y="129399"/>
                  </a:lnTo>
                  <a:lnTo>
                    <a:pt x="5817191" y="129399"/>
                  </a:lnTo>
                  <a:lnTo>
                    <a:pt x="5817284" y="129399"/>
                  </a:lnTo>
                  <a:lnTo>
                    <a:pt x="5817378" y="129399"/>
                  </a:lnTo>
                  <a:lnTo>
                    <a:pt x="5817471" y="129399"/>
                  </a:lnTo>
                  <a:lnTo>
                    <a:pt x="5817564" y="129399"/>
                  </a:lnTo>
                  <a:lnTo>
                    <a:pt x="5817657" y="129399"/>
                  </a:lnTo>
                  <a:lnTo>
                    <a:pt x="5817751" y="129399"/>
                  </a:lnTo>
                  <a:lnTo>
                    <a:pt x="5817844" y="129399"/>
                  </a:lnTo>
                  <a:lnTo>
                    <a:pt x="5817937" y="129399"/>
                  </a:lnTo>
                  <a:lnTo>
                    <a:pt x="5818030" y="129399"/>
                  </a:lnTo>
                  <a:lnTo>
                    <a:pt x="5818124" y="129399"/>
                  </a:lnTo>
                  <a:lnTo>
                    <a:pt x="5818217" y="129399"/>
                  </a:lnTo>
                  <a:lnTo>
                    <a:pt x="5818310" y="129399"/>
                  </a:lnTo>
                  <a:lnTo>
                    <a:pt x="5818403" y="129399"/>
                  </a:lnTo>
                  <a:lnTo>
                    <a:pt x="5818497" y="129399"/>
                  </a:lnTo>
                  <a:lnTo>
                    <a:pt x="5818590" y="129399"/>
                  </a:lnTo>
                  <a:lnTo>
                    <a:pt x="5818683" y="129399"/>
                  </a:lnTo>
                  <a:lnTo>
                    <a:pt x="5818776" y="129399"/>
                  </a:lnTo>
                  <a:lnTo>
                    <a:pt x="5818870" y="129399"/>
                  </a:lnTo>
                  <a:lnTo>
                    <a:pt x="5818963" y="129399"/>
                  </a:lnTo>
                  <a:lnTo>
                    <a:pt x="5819056" y="129399"/>
                  </a:lnTo>
                  <a:lnTo>
                    <a:pt x="5819149" y="129399"/>
                  </a:lnTo>
                  <a:lnTo>
                    <a:pt x="5819243" y="129399"/>
                  </a:lnTo>
                  <a:lnTo>
                    <a:pt x="5819336" y="129399"/>
                  </a:lnTo>
                  <a:lnTo>
                    <a:pt x="5819429" y="129399"/>
                  </a:lnTo>
                  <a:lnTo>
                    <a:pt x="5819522" y="129399"/>
                  </a:lnTo>
                  <a:lnTo>
                    <a:pt x="5819616" y="129399"/>
                  </a:lnTo>
                  <a:lnTo>
                    <a:pt x="5819709" y="129399"/>
                  </a:lnTo>
                  <a:lnTo>
                    <a:pt x="5819802" y="129399"/>
                  </a:lnTo>
                  <a:lnTo>
                    <a:pt x="5819895" y="129399"/>
                  </a:lnTo>
                  <a:lnTo>
                    <a:pt x="5819989" y="129399"/>
                  </a:lnTo>
                  <a:lnTo>
                    <a:pt x="5820082" y="129399"/>
                  </a:lnTo>
                  <a:lnTo>
                    <a:pt x="5820175" y="129399"/>
                  </a:lnTo>
                  <a:lnTo>
                    <a:pt x="5820268" y="129399"/>
                  </a:lnTo>
                  <a:lnTo>
                    <a:pt x="5820362" y="129399"/>
                  </a:lnTo>
                  <a:lnTo>
                    <a:pt x="5820455" y="129399"/>
                  </a:lnTo>
                  <a:lnTo>
                    <a:pt x="5820548" y="129399"/>
                  </a:lnTo>
                  <a:lnTo>
                    <a:pt x="5820641" y="129399"/>
                  </a:lnTo>
                  <a:lnTo>
                    <a:pt x="5820735" y="129399"/>
                  </a:lnTo>
                  <a:lnTo>
                    <a:pt x="5820828" y="129399"/>
                  </a:lnTo>
                  <a:lnTo>
                    <a:pt x="5820921" y="129399"/>
                  </a:lnTo>
                  <a:lnTo>
                    <a:pt x="5821014" y="129399"/>
                  </a:lnTo>
                  <a:lnTo>
                    <a:pt x="5821107" y="129399"/>
                  </a:lnTo>
                  <a:lnTo>
                    <a:pt x="5821201" y="129399"/>
                  </a:lnTo>
                  <a:lnTo>
                    <a:pt x="5821294" y="129399"/>
                  </a:lnTo>
                  <a:lnTo>
                    <a:pt x="5821387" y="129399"/>
                  </a:lnTo>
                  <a:lnTo>
                    <a:pt x="5821480" y="129399"/>
                  </a:lnTo>
                  <a:lnTo>
                    <a:pt x="5821574" y="129399"/>
                  </a:lnTo>
                  <a:lnTo>
                    <a:pt x="5821667" y="129399"/>
                  </a:lnTo>
                  <a:lnTo>
                    <a:pt x="5821760" y="129399"/>
                  </a:lnTo>
                  <a:lnTo>
                    <a:pt x="5821853" y="129399"/>
                  </a:lnTo>
                  <a:lnTo>
                    <a:pt x="5821947" y="129399"/>
                  </a:lnTo>
                  <a:lnTo>
                    <a:pt x="5822040" y="129399"/>
                  </a:lnTo>
                  <a:lnTo>
                    <a:pt x="5822133" y="129399"/>
                  </a:lnTo>
                  <a:lnTo>
                    <a:pt x="5822226" y="129399"/>
                  </a:lnTo>
                  <a:lnTo>
                    <a:pt x="5822320" y="129399"/>
                  </a:lnTo>
                  <a:lnTo>
                    <a:pt x="5822413" y="129399"/>
                  </a:lnTo>
                  <a:lnTo>
                    <a:pt x="5822506" y="129399"/>
                  </a:lnTo>
                  <a:lnTo>
                    <a:pt x="5822599" y="129399"/>
                  </a:lnTo>
                  <a:lnTo>
                    <a:pt x="5822693" y="129399"/>
                  </a:lnTo>
                  <a:lnTo>
                    <a:pt x="5822786" y="129399"/>
                  </a:lnTo>
                  <a:lnTo>
                    <a:pt x="5822879" y="129399"/>
                  </a:lnTo>
                  <a:lnTo>
                    <a:pt x="5822972" y="129399"/>
                  </a:lnTo>
                  <a:lnTo>
                    <a:pt x="5823066" y="129399"/>
                  </a:lnTo>
                  <a:lnTo>
                    <a:pt x="5823159" y="129399"/>
                  </a:lnTo>
                  <a:lnTo>
                    <a:pt x="5823252" y="129399"/>
                  </a:lnTo>
                  <a:lnTo>
                    <a:pt x="5823345" y="129399"/>
                  </a:lnTo>
                  <a:lnTo>
                    <a:pt x="5823439" y="129399"/>
                  </a:lnTo>
                  <a:lnTo>
                    <a:pt x="5823532" y="129399"/>
                  </a:lnTo>
                  <a:lnTo>
                    <a:pt x="5823625" y="129399"/>
                  </a:lnTo>
                  <a:lnTo>
                    <a:pt x="5823718" y="129399"/>
                  </a:lnTo>
                  <a:lnTo>
                    <a:pt x="5823812" y="129399"/>
                  </a:lnTo>
                  <a:lnTo>
                    <a:pt x="5823905" y="129399"/>
                  </a:lnTo>
                  <a:lnTo>
                    <a:pt x="5823998" y="129399"/>
                  </a:lnTo>
                  <a:lnTo>
                    <a:pt x="5824091" y="129399"/>
                  </a:lnTo>
                  <a:lnTo>
                    <a:pt x="5824185" y="129399"/>
                  </a:lnTo>
                  <a:lnTo>
                    <a:pt x="5824278" y="129399"/>
                  </a:lnTo>
                  <a:lnTo>
                    <a:pt x="5824371" y="129399"/>
                  </a:lnTo>
                  <a:lnTo>
                    <a:pt x="5824464" y="129399"/>
                  </a:lnTo>
                  <a:lnTo>
                    <a:pt x="5824558" y="129399"/>
                  </a:lnTo>
                  <a:lnTo>
                    <a:pt x="5824651" y="129399"/>
                  </a:lnTo>
                  <a:lnTo>
                    <a:pt x="5824744" y="129399"/>
                  </a:lnTo>
                  <a:lnTo>
                    <a:pt x="5824837" y="129399"/>
                  </a:lnTo>
                  <a:lnTo>
                    <a:pt x="5824931" y="129399"/>
                  </a:lnTo>
                  <a:lnTo>
                    <a:pt x="5825024" y="129399"/>
                  </a:lnTo>
                  <a:lnTo>
                    <a:pt x="5825117" y="129399"/>
                  </a:lnTo>
                  <a:lnTo>
                    <a:pt x="5825210" y="129399"/>
                  </a:lnTo>
                  <a:lnTo>
                    <a:pt x="5825304" y="129399"/>
                  </a:lnTo>
                  <a:lnTo>
                    <a:pt x="5825397" y="129399"/>
                  </a:lnTo>
                  <a:lnTo>
                    <a:pt x="5825490" y="129399"/>
                  </a:lnTo>
                  <a:lnTo>
                    <a:pt x="5825583" y="129399"/>
                  </a:lnTo>
                  <a:lnTo>
                    <a:pt x="5825677" y="129399"/>
                  </a:lnTo>
                  <a:lnTo>
                    <a:pt x="5825770" y="129399"/>
                  </a:lnTo>
                  <a:lnTo>
                    <a:pt x="5825863" y="129399"/>
                  </a:lnTo>
                  <a:lnTo>
                    <a:pt x="5825956" y="129399"/>
                  </a:lnTo>
                  <a:lnTo>
                    <a:pt x="5826050" y="129399"/>
                  </a:lnTo>
                  <a:lnTo>
                    <a:pt x="5826143" y="129399"/>
                  </a:lnTo>
                  <a:lnTo>
                    <a:pt x="5826236" y="129399"/>
                  </a:lnTo>
                  <a:lnTo>
                    <a:pt x="5826329" y="129399"/>
                  </a:lnTo>
                  <a:lnTo>
                    <a:pt x="5826423" y="129399"/>
                  </a:lnTo>
                  <a:lnTo>
                    <a:pt x="5826516" y="129399"/>
                  </a:lnTo>
                  <a:lnTo>
                    <a:pt x="5826609" y="129399"/>
                  </a:lnTo>
                  <a:lnTo>
                    <a:pt x="5826702" y="129399"/>
                  </a:lnTo>
                  <a:lnTo>
                    <a:pt x="5826796" y="129399"/>
                  </a:lnTo>
                  <a:lnTo>
                    <a:pt x="5826889" y="129399"/>
                  </a:lnTo>
                  <a:lnTo>
                    <a:pt x="5826982" y="129399"/>
                  </a:lnTo>
                  <a:lnTo>
                    <a:pt x="5827075" y="129399"/>
                  </a:lnTo>
                  <a:lnTo>
                    <a:pt x="5827169" y="129399"/>
                  </a:lnTo>
                  <a:lnTo>
                    <a:pt x="5827262" y="129399"/>
                  </a:lnTo>
                  <a:lnTo>
                    <a:pt x="5827355" y="129399"/>
                  </a:lnTo>
                  <a:lnTo>
                    <a:pt x="5827448" y="129399"/>
                  </a:lnTo>
                  <a:lnTo>
                    <a:pt x="5827542" y="129399"/>
                  </a:lnTo>
                  <a:lnTo>
                    <a:pt x="5827635" y="129399"/>
                  </a:lnTo>
                  <a:lnTo>
                    <a:pt x="5827728" y="129399"/>
                  </a:lnTo>
                  <a:lnTo>
                    <a:pt x="5827821" y="129399"/>
                  </a:lnTo>
                  <a:lnTo>
                    <a:pt x="5827914" y="129399"/>
                  </a:lnTo>
                  <a:lnTo>
                    <a:pt x="5828008" y="129399"/>
                  </a:lnTo>
                  <a:lnTo>
                    <a:pt x="5828101" y="129399"/>
                  </a:lnTo>
                  <a:lnTo>
                    <a:pt x="5828194" y="129399"/>
                  </a:lnTo>
                  <a:lnTo>
                    <a:pt x="5828287" y="129399"/>
                  </a:lnTo>
                  <a:lnTo>
                    <a:pt x="5828381" y="129399"/>
                  </a:lnTo>
                  <a:lnTo>
                    <a:pt x="5828474" y="129399"/>
                  </a:lnTo>
                  <a:lnTo>
                    <a:pt x="5828567" y="129399"/>
                  </a:lnTo>
                  <a:lnTo>
                    <a:pt x="5828660" y="129399"/>
                  </a:lnTo>
                  <a:lnTo>
                    <a:pt x="5828754" y="129399"/>
                  </a:lnTo>
                  <a:lnTo>
                    <a:pt x="5828847" y="129399"/>
                  </a:lnTo>
                  <a:lnTo>
                    <a:pt x="5828940" y="129399"/>
                  </a:lnTo>
                  <a:lnTo>
                    <a:pt x="5829033" y="129399"/>
                  </a:lnTo>
                  <a:lnTo>
                    <a:pt x="5829127" y="129399"/>
                  </a:lnTo>
                  <a:lnTo>
                    <a:pt x="5829220" y="129399"/>
                  </a:lnTo>
                  <a:lnTo>
                    <a:pt x="5829313" y="129399"/>
                  </a:lnTo>
                  <a:lnTo>
                    <a:pt x="5829406" y="129399"/>
                  </a:lnTo>
                  <a:lnTo>
                    <a:pt x="5829500" y="129399"/>
                  </a:lnTo>
                  <a:lnTo>
                    <a:pt x="5829593" y="129399"/>
                  </a:lnTo>
                  <a:lnTo>
                    <a:pt x="5829686" y="129399"/>
                  </a:lnTo>
                  <a:lnTo>
                    <a:pt x="5829779" y="129399"/>
                  </a:lnTo>
                  <a:lnTo>
                    <a:pt x="5829873" y="129399"/>
                  </a:lnTo>
                  <a:lnTo>
                    <a:pt x="5829966" y="129399"/>
                  </a:lnTo>
                  <a:lnTo>
                    <a:pt x="5830059" y="129399"/>
                  </a:lnTo>
                  <a:lnTo>
                    <a:pt x="5830152" y="129399"/>
                  </a:lnTo>
                  <a:lnTo>
                    <a:pt x="5830246" y="129399"/>
                  </a:lnTo>
                  <a:lnTo>
                    <a:pt x="5830339" y="129399"/>
                  </a:lnTo>
                  <a:lnTo>
                    <a:pt x="5830432" y="129399"/>
                  </a:lnTo>
                  <a:lnTo>
                    <a:pt x="5830525" y="129399"/>
                  </a:lnTo>
                  <a:lnTo>
                    <a:pt x="5830619" y="129399"/>
                  </a:lnTo>
                  <a:lnTo>
                    <a:pt x="5830712" y="129399"/>
                  </a:lnTo>
                  <a:lnTo>
                    <a:pt x="5830805" y="129399"/>
                  </a:lnTo>
                  <a:lnTo>
                    <a:pt x="5830898" y="129399"/>
                  </a:lnTo>
                  <a:lnTo>
                    <a:pt x="5830992" y="129399"/>
                  </a:lnTo>
                  <a:lnTo>
                    <a:pt x="5831085" y="129399"/>
                  </a:lnTo>
                  <a:lnTo>
                    <a:pt x="5831178" y="129399"/>
                  </a:lnTo>
                  <a:lnTo>
                    <a:pt x="5831271" y="129399"/>
                  </a:lnTo>
                  <a:lnTo>
                    <a:pt x="5831365" y="129399"/>
                  </a:lnTo>
                  <a:lnTo>
                    <a:pt x="5831458" y="129399"/>
                  </a:lnTo>
                  <a:lnTo>
                    <a:pt x="5831551" y="129399"/>
                  </a:lnTo>
                  <a:lnTo>
                    <a:pt x="5831644" y="129399"/>
                  </a:lnTo>
                  <a:lnTo>
                    <a:pt x="5831738" y="129399"/>
                  </a:lnTo>
                  <a:lnTo>
                    <a:pt x="5831831" y="129399"/>
                  </a:lnTo>
                  <a:lnTo>
                    <a:pt x="5831924" y="129399"/>
                  </a:lnTo>
                  <a:lnTo>
                    <a:pt x="5832017" y="129399"/>
                  </a:lnTo>
                  <a:lnTo>
                    <a:pt x="5832111" y="129399"/>
                  </a:lnTo>
                  <a:lnTo>
                    <a:pt x="5832204" y="129399"/>
                  </a:lnTo>
                  <a:lnTo>
                    <a:pt x="5832297" y="129399"/>
                  </a:lnTo>
                  <a:lnTo>
                    <a:pt x="5832390" y="129399"/>
                  </a:lnTo>
                  <a:lnTo>
                    <a:pt x="5832484" y="129399"/>
                  </a:lnTo>
                  <a:lnTo>
                    <a:pt x="5832577" y="129399"/>
                  </a:lnTo>
                  <a:lnTo>
                    <a:pt x="5832670" y="129399"/>
                  </a:lnTo>
                  <a:lnTo>
                    <a:pt x="5832763" y="129399"/>
                  </a:lnTo>
                  <a:lnTo>
                    <a:pt x="5832857" y="129399"/>
                  </a:lnTo>
                  <a:lnTo>
                    <a:pt x="5832950" y="129399"/>
                  </a:lnTo>
                  <a:lnTo>
                    <a:pt x="5833043" y="129399"/>
                  </a:lnTo>
                  <a:lnTo>
                    <a:pt x="5833136" y="129399"/>
                  </a:lnTo>
                  <a:lnTo>
                    <a:pt x="5833230" y="129399"/>
                  </a:lnTo>
                  <a:lnTo>
                    <a:pt x="5833323" y="129399"/>
                  </a:lnTo>
                  <a:lnTo>
                    <a:pt x="5833416" y="129399"/>
                  </a:lnTo>
                  <a:lnTo>
                    <a:pt x="5833509" y="129399"/>
                  </a:lnTo>
                  <a:lnTo>
                    <a:pt x="5833603" y="129399"/>
                  </a:lnTo>
                  <a:lnTo>
                    <a:pt x="5833696" y="129399"/>
                  </a:lnTo>
                  <a:lnTo>
                    <a:pt x="5833789" y="129399"/>
                  </a:lnTo>
                  <a:lnTo>
                    <a:pt x="5833882" y="129399"/>
                  </a:lnTo>
                  <a:lnTo>
                    <a:pt x="5833976" y="129399"/>
                  </a:lnTo>
                  <a:lnTo>
                    <a:pt x="5834069" y="129399"/>
                  </a:lnTo>
                  <a:lnTo>
                    <a:pt x="5834162" y="129399"/>
                  </a:lnTo>
                  <a:lnTo>
                    <a:pt x="5834255" y="129399"/>
                  </a:lnTo>
                  <a:lnTo>
                    <a:pt x="5834349" y="129399"/>
                  </a:lnTo>
                  <a:lnTo>
                    <a:pt x="5834442" y="129399"/>
                  </a:lnTo>
                  <a:lnTo>
                    <a:pt x="5834535" y="129399"/>
                  </a:lnTo>
                  <a:lnTo>
                    <a:pt x="5834628" y="129399"/>
                  </a:lnTo>
                  <a:lnTo>
                    <a:pt x="5834721" y="129399"/>
                  </a:lnTo>
                  <a:lnTo>
                    <a:pt x="5834815" y="129399"/>
                  </a:lnTo>
                  <a:lnTo>
                    <a:pt x="5834908" y="129399"/>
                  </a:lnTo>
                  <a:lnTo>
                    <a:pt x="5835001" y="129399"/>
                  </a:lnTo>
                  <a:lnTo>
                    <a:pt x="5835094" y="129399"/>
                  </a:lnTo>
                  <a:lnTo>
                    <a:pt x="5835188" y="129399"/>
                  </a:lnTo>
                  <a:lnTo>
                    <a:pt x="5835281" y="129399"/>
                  </a:lnTo>
                  <a:lnTo>
                    <a:pt x="5835374" y="129399"/>
                  </a:lnTo>
                  <a:lnTo>
                    <a:pt x="5835467" y="129399"/>
                  </a:lnTo>
                  <a:lnTo>
                    <a:pt x="5835561" y="129399"/>
                  </a:lnTo>
                  <a:lnTo>
                    <a:pt x="5835654" y="129399"/>
                  </a:lnTo>
                  <a:lnTo>
                    <a:pt x="5835747" y="129399"/>
                  </a:lnTo>
                  <a:lnTo>
                    <a:pt x="5835840" y="129399"/>
                  </a:lnTo>
                  <a:lnTo>
                    <a:pt x="5835934" y="129399"/>
                  </a:lnTo>
                  <a:lnTo>
                    <a:pt x="5836027" y="129399"/>
                  </a:lnTo>
                  <a:lnTo>
                    <a:pt x="5836120" y="129399"/>
                  </a:lnTo>
                  <a:lnTo>
                    <a:pt x="5836213" y="129399"/>
                  </a:lnTo>
                  <a:lnTo>
                    <a:pt x="5836307" y="129399"/>
                  </a:lnTo>
                  <a:lnTo>
                    <a:pt x="5836400" y="129399"/>
                  </a:lnTo>
                  <a:lnTo>
                    <a:pt x="5836493" y="129399"/>
                  </a:lnTo>
                  <a:lnTo>
                    <a:pt x="5836586" y="129399"/>
                  </a:lnTo>
                  <a:lnTo>
                    <a:pt x="5836680" y="129399"/>
                  </a:lnTo>
                  <a:lnTo>
                    <a:pt x="5836773" y="129399"/>
                  </a:lnTo>
                  <a:lnTo>
                    <a:pt x="5836866" y="129399"/>
                  </a:lnTo>
                  <a:lnTo>
                    <a:pt x="5836959" y="129399"/>
                  </a:lnTo>
                  <a:lnTo>
                    <a:pt x="5837053" y="129399"/>
                  </a:lnTo>
                  <a:lnTo>
                    <a:pt x="5837146" y="129399"/>
                  </a:lnTo>
                  <a:lnTo>
                    <a:pt x="5837239" y="129399"/>
                  </a:lnTo>
                  <a:lnTo>
                    <a:pt x="5837332" y="129399"/>
                  </a:lnTo>
                  <a:lnTo>
                    <a:pt x="5837426" y="129399"/>
                  </a:lnTo>
                  <a:lnTo>
                    <a:pt x="5837519" y="129399"/>
                  </a:lnTo>
                  <a:lnTo>
                    <a:pt x="5837612" y="129399"/>
                  </a:lnTo>
                  <a:lnTo>
                    <a:pt x="5837705" y="129399"/>
                  </a:lnTo>
                  <a:lnTo>
                    <a:pt x="5837799" y="129399"/>
                  </a:lnTo>
                  <a:lnTo>
                    <a:pt x="5837892" y="129399"/>
                  </a:lnTo>
                  <a:lnTo>
                    <a:pt x="5837985" y="129399"/>
                  </a:lnTo>
                  <a:lnTo>
                    <a:pt x="5838078" y="129399"/>
                  </a:lnTo>
                  <a:lnTo>
                    <a:pt x="5838172" y="129399"/>
                  </a:lnTo>
                  <a:lnTo>
                    <a:pt x="5838265" y="129399"/>
                  </a:lnTo>
                  <a:lnTo>
                    <a:pt x="5838358" y="129399"/>
                  </a:lnTo>
                  <a:lnTo>
                    <a:pt x="5838451" y="129399"/>
                  </a:lnTo>
                  <a:lnTo>
                    <a:pt x="5838545" y="129399"/>
                  </a:lnTo>
                  <a:lnTo>
                    <a:pt x="5838638" y="129399"/>
                  </a:lnTo>
                  <a:lnTo>
                    <a:pt x="5838731" y="129399"/>
                  </a:lnTo>
                  <a:lnTo>
                    <a:pt x="5838824" y="129399"/>
                  </a:lnTo>
                  <a:lnTo>
                    <a:pt x="5838918" y="129399"/>
                  </a:lnTo>
                  <a:lnTo>
                    <a:pt x="5839011" y="129399"/>
                  </a:lnTo>
                  <a:lnTo>
                    <a:pt x="5839104" y="129399"/>
                  </a:lnTo>
                  <a:lnTo>
                    <a:pt x="5839197" y="129399"/>
                  </a:lnTo>
                  <a:lnTo>
                    <a:pt x="5839291" y="129399"/>
                  </a:lnTo>
                  <a:lnTo>
                    <a:pt x="5839384" y="129399"/>
                  </a:lnTo>
                  <a:lnTo>
                    <a:pt x="5839477" y="129399"/>
                  </a:lnTo>
                  <a:lnTo>
                    <a:pt x="5839570" y="129399"/>
                  </a:lnTo>
                  <a:lnTo>
                    <a:pt x="5839664" y="129399"/>
                  </a:lnTo>
                  <a:lnTo>
                    <a:pt x="5839757" y="129399"/>
                  </a:lnTo>
                  <a:lnTo>
                    <a:pt x="5839850" y="129399"/>
                  </a:lnTo>
                  <a:lnTo>
                    <a:pt x="5839943" y="129399"/>
                  </a:lnTo>
                  <a:lnTo>
                    <a:pt x="5840037" y="129399"/>
                  </a:lnTo>
                  <a:lnTo>
                    <a:pt x="5840130" y="129399"/>
                  </a:lnTo>
                  <a:lnTo>
                    <a:pt x="5840223" y="129399"/>
                  </a:lnTo>
                  <a:lnTo>
                    <a:pt x="5840316" y="129399"/>
                  </a:lnTo>
                  <a:lnTo>
                    <a:pt x="5840410" y="129399"/>
                  </a:lnTo>
                  <a:lnTo>
                    <a:pt x="5840503" y="129399"/>
                  </a:lnTo>
                  <a:lnTo>
                    <a:pt x="5840596" y="129399"/>
                  </a:lnTo>
                  <a:lnTo>
                    <a:pt x="5840689" y="129399"/>
                  </a:lnTo>
                  <a:lnTo>
                    <a:pt x="5840783" y="129399"/>
                  </a:lnTo>
                  <a:lnTo>
                    <a:pt x="5840876" y="129399"/>
                  </a:lnTo>
                  <a:lnTo>
                    <a:pt x="5840969" y="129399"/>
                  </a:lnTo>
                  <a:lnTo>
                    <a:pt x="5841062" y="129399"/>
                  </a:lnTo>
                  <a:lnTo>
                    <a:pt x="5841156" y="129399"/>
                  </a:lnTo>
                  <a:lnTo>
                    <a:pt x="5841249" y="129399"/>
                  </a:lnTo>
                  <a:lnTo>
                    <a:pt x="5841342" y="129399"/>
                  </a:lnTo>
                  <a:lnTo>
                    <a:pt x="5841435" y="129399"/>
                  </a:lnTo>
                  <a:lnTo>
                    <a:pt x="5841529" y="129399"/>
                  </a:lnTo>
                  <a:lnTo>
                    <a:pt x="5841622" y="129399"/>
                  </a:lnTo>
                  <a:lnTo>
                    <a:pt x="5841715" y="129399"/>
                  </a:lnTo>
                  <a:lnTo>
                    <a:pt x="5841808" y="129399"/>
                  </a:lnTo>
                  <a:lnTo>
                    <a:pt x="5841901" y="129399"/>
                  </a:lnTo>
                  <a:lnTo>
                    <a:pt x="5841995" y="129399"/>
                  </a:lnTo>
                  <a:lnTo>
                    <a:pt x="5842088" y="129399"/>
                  </a:lnTo>
                  <a:lnTo>
                    <a:pt x="5842181" y="129399"/>
                  </a:lnTo>
                  <a:lnTo>
                    <a:pt x="5842274" y="129399"/>
                  </a:lnTo>
                  <a:lnTo>
                    <a:pt x="5842368" y="129399"/>
                  </a:lnTo>
                  <a:lnTo>
                    <a:pt x="5842461" y="129399"/>
                  </a:lnTo>
                  <a:lnTo>
                    <a:pt x="5842554" y="129399"/>
                  </a:lnTo>
                  <a:lnTo>
                    <a:pt x="5842647" y="129399"/>
                  </a:lnTo>
                  <a:lnTo>
                    <a:pt x="5842741" y="129399"/>
                  </a:lnTo>
                  <a:lnTo>
                    <a:pt x="5842834" y="129399"/>
                  </a:lnTo>
                  <a:lnTo>
                    <a:pt x="5842927" y="129399"/>
                  </a:lnTo>
                  <a:lnTo>
                    <a:pt x="5843020" y="129399"/>
                  </a:lnTo>
                  <a:lnTo>
                    <a:pt x="5843114" y="129399"/>
                  </a:lnTo>
                  <a:lnTo>
                    <a:pt x="5843207" y="129399"/>
                  </a:lnTo>
                  <a:lnTo>
                    <a:pt x="5843300" y="129399"/>
                  </a:lnTo>
                  <a:lnTo>
                    <a:pt x="5843393" y="129399"/>
                  </a:lnTo>
                  <a:lnTo>
                    <a:pt x="5843487" y="129399"/>
                  </a:lnTo>
                  <a:lnTo>
                    <a:pt x="5843580" y="129399"/>
                  </a:lnTo>
                  <a:lnTo>
                    <a:pt x="5843673" y="129399"/>
                  </a:lnTo>
                  <a:lnTo>
                    <a:pt x="5843766" y="129399"/>
                  </a:lnTo>
                  <a:lnTo>
                    <a:pt x="5843860" y="129399"/>
                  </a:lnTo>
                  <a:lnTo>
                    <a:pt x="5843953" y="129399"/>
                  </a:lnTo>
                  <a:lnTo>
                    <a:pt x="5844046" y="129399"/>
                  </a:lnTo>
                  <a:lnTo>
                    <a:pt x="5844139" y="129399"/>
                  </a:lnTo>
                  <a:lnTo>
                    <a:pt x="5844233" y="129399"/>
                  </a:lnTo>
                  <a:lnTo>
                    <a:pt x="5844326" y="129399"/>
                  </a:lnTo>
                  <a:lnTo>
                    <a:pt x="5844419" y="129399"/>
                  </a:lnTo>
                  <a:lnTo>
                    <a:pt x="5844512" y="129399"/>
                  </a:lnTo>
                  <a:lnTo>
                    <a:pt x="5844606" y="129399"/>
                  </a:lnTo>
                  <a:lnTo>
                    <a:pt x="5844699" y="129399"/>
                  </a:lnTo>
                  <a:lnTo>
                    <a:pt x="5844792" y="129399"/>
                  </a:lnTo>
                  <a:lnTo>
                    <a:pt x="5844885" y="129399"/>
                  </a:lnTo>
                  <a:lnTo>
                    <a:pt x="5844979" y="129399"/>
                  </a:lnTo>
                  <a:lnTo>
                    <a:pt x="5845072" y="129399"/>
                  </a:lnTo>
                  <a:lnTo>
                    <a:pt x="5845165" y="129399"/>
                  </a:lnTo>
                  <a:lnTo>
                    <a:pt x="5845258" y="129399"/>
                  </a:lnTo>
                  <a:lnTo>
                    <a:pt x="5845352" y="129399"/>
                  </a:lnTo>
                  <a:lnTo>
                    <a:pt x="5845445" y="129399"/>
                  </a:lnTo>
                  <a:lnTo>
                    <a:pt x="5845538" y="129399"/>
                  </a:lnTo>
                  <a:lnTo>
                    <a:pt x="5845631" y="129399"/>
                  </a:lnTo>
                  <a:lnTo>
                    <a:pt x="5845725" y="129399"/>
                  </a:lnTo>
                  <a:lnTo>
                    <a:pt x="5845818" y="129399"/>
                  </a:lnTo>
                  <a:lnTo>
                    <a:pt x="5845911" y="129399"/>
                  </a:lnTo>
                  <a:lnTo>
                    <a:pt x="5846004" y="129399"/>
                  </a:lnTo>
                  <a:lnTo>
                    <a:pt x="5846098" y="129399"/>
                  </a:lnTo>
                  <a:lnTo>
                    <a:pt x="5846191" y="129399"/>
                  </a:lnTo>
                  <a:lnTo>
                    <a:pt x="5846284" y="129399"/>
                  </a:lnTo>
                  <a:lnTo>
                    <a:pt x="5846377" y="129399"/>
                  </a:lnTo>
                  <a:lnTo>
                    <a:pt x="5846471" y="129399"/>
                  </a:lnTo>
                  <a:lnTo>
                    <a:pt x="5846564" y="129399"/>
                  </a:lnTo>
                  <a:lnTo>
                    <a:pt x="5846657" y="129399"/>
                  </a:lnTo>
                  <a:lnTo>
                    <a:pt x="5846750" y="129399"/>
                  </a:lnTo>
                  <a:lnTo>
                    <a:pt x="5846844" y="129399"/>
                  </a:lnTo>
                  <a:lnTo>
                    <a:pt x="5846937" y="129399"/>
                  </a:lnTo>
                  <a:lnTo>
                    <a:pt x="5847030" y="129399"/>
                  </a:lnTo>
                  <a:lnTo>
                    <a:pt x="5847123" y="129399"/>
                  </a:lnTo>
                  <a:lnTo>
                    <a:pt x="5847217" y="129399"/>
                  </a:lnTo>
                  <a:lnTo>
                    <a:pt x="5847310" y="129399"/>
                  </a:lnTo>
                  <a:lnTo>
                    <a:pt x="5847403" y="129399"/>
                  </a:lnTo>
                  <a:lnTo>
                    <a:pt x="5847496" y="129399"/>
                  </a:lnTo>
                  <a:lnTo>
                    <a:pt x="5847590" y="129399"/>
                  </a:lnTo>
                  <a:lnTo>
                    <a:pt x="5847683" y="129399"/>
                  </a:lnTo>
                  <a:lnTo>
                    <a:pt x="5847776" y="129399"/>
                  </a:lnTo>
                  <a:lnTo>
                    <a:pt x="5847869" y="129399"/>
                  </a:lnTo>
                  <a:lnTo>
                    <a:pt x="5847963" y="129399"/>
                  </a:lnTo>
                  <a:lnTo>
                    <a:pt x="5848056" y="129399"/>
                  </a:lnTo>
                  <a:lnTo>
                    <a:pt x="5848149" y="129399"/>
                  </a:lnTo>
                  <a:lnTo>
                    <a:pt x="5848242" y="129399"/>
                  </a:lnTo>
                  <a:lnTo>
                    <a:pt x="5848336" y="129399"/>
                  </a:lnTo>
                  <a:lnTo>
                    <a:pt x="5848429" y="129399"/>
                  </a:lnTo>
                  <a:lnTo>
                    <a:pt x="5848522" y="129399"/>
                  </a:lnTo>
                  <a:lnTo>
                    <a:pt x="5848615" y="129399"/>
                  </a:lnTo>
                  <a:lnTo>
                    <a:pt x="5848708" y="129399"/>
                  </a:lnTo>
                  <a:lnTo>
                    <a:pt x="5848802" y="129399"/>
                  </a:lnTo>
                  <a:lnTo>
                    <a:pt x="5848895" y="129399"/>
                  </a:lnTo>
                  <a:lnTo>
                    <a:pt x="5848988" y="129399"/>
                  </a:lnTo>
                  <a:lnTo>
                    <a:pt x="5849081" y="129399"/>
                  </a:lnTo>
                  <a:lnTo>
                    <a:pt x="5849175" y="129399"/>
                  </a:lnTo>
                  <a:lnTo>
                    <a:pt x="5849268" y="129399"/>
                  </a:lnTo>
                  <a:lnTo>
                    <a:pt x="5849361" y="129399"/>
                  </a:lnTo>
                  <a:lnTo>
                    <a:pt x="5849454" y="129399"/>
                  </a:lnTo>
                  <a:lnTo>
                    <a:pt x="5849548" y="129399"/>
                  </a:lnTo>
                  <a:lnTo>
                    <a:pt x="5849641" y="129399"/>
                  </a:lnTo>
                  <a:lnTo>
                    <a:pt x="5849734" y="129399"/>
                  </a:lnTo>
                  <a:lnTo>
                    <a:pt x="5849827" y="129399"/>
                  </a:lnTo>
                  <a:lnTo>
                    <a:pt x="5849921" y="129399"/>
                  </a:lnTo>
                  <a:lnTo>
                    <a:pt x="5850014" y="129399"/>
                  </a:lnTo>
                  <a:lnTo>
                    <a:pt x="5850107" y="129399"/>
                  </a:lnTo>
                  <a:lnTo>
                    <a:pt x="5850200" y="129399"/>
                  </a:lnTo>
                  <a:lnTo>
                    <a:pt x="5850294" y="129399"/>
                  </a:lnTo>
                  <a:lnTo>
                    <a:pt x="5850387" y="129399"/>
                  </a:lnTo>
                  <a:lnTo>
                    <a:pt x="5850480" y="129399"/>
                  </a:lnTo>
                  <a:lnTo>
                    <a:pt x="5850573" y="129399"/>
                  </a:lnTo>
                  <a:lnTo>
                    <a:pt x="5850667" y="129399"/>
                  </a:lnTo>
                  <a:lnTo>
                    <a:pt x="5850760" y="129399"/>
                  </a:lnTo>
                  <a:lnTo>
                    <a:pt x="5850853" y="129399"/>
                  </a:lnTo>
                  <a:lnTo>
                    <a:pt x="5850946" y="129399"/>
                  </a:lnTo>
                  <a:lnTo>
                    <a:pt x="5851040" y="129399"/>
                  </a:lnTo>
                  <a:lnTo>
                    <a:pt x="5851133" y="129399"/>
                  </a:lnTo>
                  <a:lnTo>
                    <a:pt x="5851226" y="129399"/>
                  </a:lnTo>
                  <a:lnTo>
                    <a:pt x="5851319" y="129399"/>
                  </a:lnTo>
                  <a:lnTo>
                    <a:pt x="5851413" y="129399"/>
                  </a:lnTo>
                  <a:lnTo>
                    <a:pt x="5851506" y="129399"/>
                  </a:lnTo>
                  <a:lnTo>
                    <a:pt x="5851599" y="129399"/>
                  </a:lnTo>
                  <a:lnTo>
                    <a:pt x="5851692" y="129399"/>
                  </a:lnTo>
                  <a:lnTo>
                    <a:pt x="5851786" y="129399"/>
                  </a:lnTo>
                  <a:lnTo>
                    <a:pt x="5851879" y="129399"/>
                  </a:lnTo>
                  <a:lnTo>
                    <a:pt x="5851972" y="129399"/>
                  </a:lnTo>
                  <a:lnTo>
                    <a:pt x="5852065" y="129399"/>
                  </a:lnTo>
                  <a:lnTo>
                    <a:pt x="5852159" y="129399"/>
                  </a:lnTo>
                  <a:lnTo>
                    <a:pt x="5852252" y="129399"/>
                  </a:lnTo>
                  <a:lnTo>
                    <a:pt x="5852345" y="129399"/>
                  </a:lnTo>
                  <a:lnTo>
                    <a:pt x="5852438" y="129399"/>
                  </a:lnTo>
                  <a:lnTo>
                    <a:pt x="5852532" y="129399"/>
                  </a:lnTo>
                  <a:lnTo>
                    <a:pt x="5852625" y="129399"/>
                  </a:lnTo>
                  <a:lnTo>
                    <a:pt x="5852718" y="129399"/>
                  </a:lnTo>
                  <a:lnTo>
                    <a:pt x="5852811" y="129399"/>
                  </a:lnTo>
                  <a:lnTo>
                    <a:pt x="5852905" y="129399"/>
                  </a:lnTo>
                  <a:lnTo>
                    <a:pt x="5852998" y="129399"/>
                  </a:lnTo>
                  <a:lnTo>
                    <a:pt x="5853091" y="129399"/>
                  </a:lnTo>
                  <a:lnTo>
                    <a:pt x="5853184" y="129399"/>
                  </a:lnTo>
                  <a:lnTo>
                    <a:pt x="5853278" y="129399"/>
                  </a:lnTo>
                  <a:lnTo>
                    <a:pt x="5853371" y="129399"/>
                  </a:lnTo>
                  <a:lnTo>
                    <a:pt x="5853464" y="129399"/>
                  </a:lnTo>
                  <a:lnTo>
                    <a:pt x="5853557" y="129399"/>
                  </a:lnTo>
                  <a:lnTo>
                    <a:pt x="5853651" y="129399"/>
                  </a:lnTo>
                  <a:lnTo>
                    <a:pt x="5853744" y="129399"/>
                  </a:lnTo>
                  <a:lnTo>
                    <a:pt x="5853837" y="129399"/>
                  </a:lnTo>
                  <a:lnTo>
                    <a:pt x="5853930" y="129399"/>
                  </a:lnTo>
                  <a:lnTo>
                    <a:pt x="5854024" y="129399"/>
                  </a:lnTo>
                  <a:lnTo>
                    <a:pt x="5854117" y="129399"/>
                  </a:lnTo>
                  <a:lnTo>
                    <a:pt x="5854210" y="129399"/>
                  </a:lnTo>
                  <a:lnTo>
                    <a:pt x="5854303" y="129399"/>
                  </a:lnTo>
                  <a:lnTo>
                    <a:pt x="5854397" y="129399"/>
                  </a:lnTo>
                  <a:lnTo>
                    <a:pt x="5854490" y="129399"/>
                  </a:lnTo>
                  <a:lnTo>
                    <a:pt x="5854583" y="129399"/>
                  </a:lnTo>
                  <a:lnTo>
                    <a:pt x="5854676" y="129399"/>
                  </a:lnTo>
                  <a:lnTo>
                    <a:pt x="5854770" y="129399"/>
                  </a:lnTo>
                  <a:lnTo>
                    <a:pt x="5854863" y="129399"/>
                  </a:lnTo>
                  <a:lnTo>
                    <a:pt x="5854956" y="129399"/>
                  </a:lnTo>
                  <a:lnTo>
                    <a:pt x="5855049" y="129399"/>
                  </a:lnTo>
                  <a:lnTo>
                    <a:pt x="5855143" y="129399"/>
                  </a:lnTo>
                  <a:lnTo>
                    <a:pt x="5855236" y="129399"/>
                  </a:lnTo>
                  <a:lnTo>
                    <a:pt x="5855329" y="129399"/>
                  </a:lnTo>
                  <a:lnTo>
                    <a:pt x="5855422" y="129399"/>
                  </a:lnTo>
                  <a:lnTo>
                    <a:pt x="5855515" y="129399"/>
                  </a:lnTo>
                  <a:lnTo>
                    <a:pt x="5855609" y="129399"/>
                  </a:lnTo>
                  <a:lnTo>
                    <a:pt x="5855702" y="129399"/>
                  </a:lnTo>
                  <a:lnTo>
                    <a:pt x="5855795" y="129399"/>
                  </a:lnTo>
                  <a:lnTo>
                    <a:pt x="5855888" y="129399"/>
                  </a:lnTo>
                  <a:lnTo>
                    <a:pt x="5855982" y="129399"/>
                  </a:lnTo>
                  <a:lnTo>
                    <a:pt x="5856075" y="129399"/>
                  </a:lnTo>
                  <a:lnTo>
                    <a:pt x="5856168" y="129399"/>
                  </a:lnTo>
                  <a:lnTo>
                    <a:pt x="5856261" y="129399"/>
                  </a:lnTo>
                  <a:lnTo>
                    <a:pt x="5856355" y="129399"/>
                  </a:lnTo>
                  <a:lnTo>
                    <a:pt x="5856448" y="129399"/>
                  </a:lnTo>
                  <a:lnTo>
                    <a:pt x="5856541" y="129399"/>
                  </a:lnTo>
                  <a:lnTo>
                    <a:pt x="5856634" y="129399"/>
                  </a:lnTo>
                  <a:lnTo>
                    <a:pt x="5856728" y="129399"/>
                  </a:lnTo>
                  <a:lnTo>
                    <a:pt x="5856821" y="129399"/>
                  </a:lnTo>
                  <a:lnTo>
                    <a:pt x="5856914" y="129399"/>
                  </a:lnTo>
                  <a:lnTo>
                    <a:pt x="5857007" y="129399"/>
                  </a:lnTo>
                  <a:lnTo>
                    <a:pt x="5857101" y="129399"/>
                  </a:lnTo>
                  <a:lnTo>
                    <a:pt x="5857194" y="129399"/>
                  </a:lnTo>
                  <a:lnTo>
                    <a:pt x="5857287" y="129399"/>
                  </a:lnTo>
                  <a:lnTo>
                    <a:pt x="5857380" y="129399"/>
                  </a:lnTo>
                  <a:lnTo>
                    <a:pt x="5857474" y="129399"/>
                  </a:lnTo>
                  <a:lnTo>
                    <a:pt x="5857567" y="129399"/>
                  </a:lnTo>
                  <a:lnTo>
                    <a:pt x="5857660" y="129399"/>
                  </a:lnTo>
                  <a:lnTo>
                    <a:pt x="5857753" y="129399"/>
                  </a:lnTo>
                  <a:lnTo>
                    <a:pt x="5857847" y="129399"/>
                  </a:lnTo>
                  <a:lnTo>
                    <a:pt x="5857940" y="129399"/>
                  </a:lnTo>
                  <a:lnTo>
                    <a:pt x="5858033" y="129399"/>
                  </a:lnTo>
                  <a:lnTo>
                    <a:pt x="5858126" y="129399"/>
                  </a:lnTo>
                  <a:lnTo>
                    <a:pt x="5858220" y="129399"/>
                  </a:lnTo>
                  <a:lnTo>
                    <a:pt x="5858313" y="129399"/>
                  </a:lnTo>
                  <a:lnTo>
                    <a:pt x="5858406" y="129399"/>
                  </a:lnTo>
                  <a:lnTo>
                    <a:pt x="5858499" y="129399"/>
                  </a:lnTo>
                  <a:lnTo>
                    <a:pt x="5858593" y="129399"/>
                  </a:lnTo>
                  <a:lnTo>
                    <a:pt x="5858686" y="129399"/>
                  </a:lnTo>
                  <a:lnTo>
                    <a:pt x="5858779" y="129399"/>
                  </a:lnTo>
                  <a:lnTo>
                    <a:pt x="5858872" y="129399"/>
                  </a:lnTo>
                  <a:lnTo>
                    <a:pt x="5858966" y="129399"/>
                  </a:lnTo>
                  <a:lnTo>
                    <a:pt x="5859059" y="129399"/>
                  </a:lnTo>
                  <a:lnTo>
                    <a:pt x="5859152" y="129399"/>
                  </a:lnTo>
                  <a:lnTo>
                    <a:pt x="5859245" y="129399"/>
                  </a:lnTo>
                  <a:lnTo>
                    <a:pt x="5859339" y="129399"/>
                  </a:lnTo>
                  <a:lnTo>
                    <a:pt x="5859432" y="129399"/>
                  </a:lnTo>
                  <a:lnTo>
                    <a:pt x="5859525" y="129399"/>
                  </a:lnTo>
                  <a:lnTo>
                    <a:pt x="5859618" y="129399"/>
                  </a:lnTo>
                  <a:lnTo>
                    <a:pt x="5859712" y="129399"/>
                  </a:lnTo>
                  <a:lnTo>
                    <a:pt x="5859805" y="129399"/>
                  </a:lnTo>
                  <a:lnTo>
                    <a:pt x="5859898" y="129399"/>
                  </a:lnTo>
                  <a:lnTo>
                    <a:pt x="5859991" y="129399"/>
                  </a:lnTo>
                  <a:lnTo>
                    <a:pt x="5860085" y="129399"/>
                  </a:lnTo>
                  <a:lnTo>
                    <a:pt x="5860178" y="129399"/>
                  </a:lnTo>
                  <a:lnTo>
                    <a:pt x="5860271" y="129399"/>
                  </a:lnTo>
                  <a:lnTo>
                    <a:pt x="5860364" y="129399"/>
                  </a:lnTo>
                  <a:lnTo>
                    <a:pt x="5860458" y="129399"/>
                  </a:lnTo>
                  <a:lnTo>
                    <a:pt x="5860551" y="129399"/>
                  </a:lnTo>
                  <a:lnTo>
                    <a:pt x="5860644" y="129399"/>
                  </a:lnTo>
                  <a:lnTo>
                    <a:pt x="5860737" y="129399"/>
                  </a:lnTo>
                  <a:lnTo>
                    <a:pt x="5860831" y="129399"/>
                  </a:lnTo>
                  <a:lnTo>
                    <a:pt x="5860924" y="129399"/>
                  </a:lnTo>
                  <a:lnTo>
                    <a:pt x="5861017" y="129399"/>
                  </a:lnTo>
                  <a:lnTo>
                    <a:pt x="5861110" y="129399"/>
                  </a:lnTo>
                  <a:lnTo>
                    <a:pt x="5861204" y="129399"/>
                  </a:lnTo>
                  <a:lnTo>
                    <a:pt x="5861297" y="129399"/>
                  </a:lnTo>
                  <a:lnTo>
                    <a:pt x="5861390" y="129399"/>
                  </a:lnTo>
                  <a:lnTo>
                    <a:pt x="5861483" y="129399"/>
                  </a:lnTo>
                  <a:lnTo>
                    <a:pt x="5861577" y="129399"/>
                  </a:lnTo>
                  <a:lnTo>
                    <a:pt x="5861670" y="129399"/>
                  </a:lnTo>
                  <a:lnTo>
                    <a:pt x="5861763" y="129399"/>
                  </a:lnTo>
                  <a:lnTo>
                    <a:pt x="5861856" y="129399"/>
                  </a:lnTo>
                  <a:lnTo>
                    <a:pt x="5861950" y="129399"/>
                  </a:lnTo>
                  <a:lnTo>
                    <a:pt x="5862043" y="129399"/>
                  </a:lnTo>
                  <a:lnTo>
                    <a:pt x="5862136" y="129399"/>
                  </a:lnTo>
                  <a:lnTo>
                    <a:pt x="5862229" y="129399"/>
                  </a:lnTo>
                  <a:lnTo>
                    <a:pt x="5862323" y="129399"/>
                  </a:lnTo>
                  <a:lnTo>
                    <a:pt x="5862416" y="129399"/>
                  </a:lnTo>
                  <a:lnTo>
                    <a:pt x="5862509" y="129399"/>
                  </a:lnTo>
                  <a:lnTo>
                    <a:pt x="5862602" y="129399"/>
                  </a:lnTo>
                  <a:lnTo>
                    <a:pt x="5862695" y="129399"/>
                  </a:lnTo>
                  <a:lnTo>
                    <a:pt x="5862789" y="129399"/>
                  </a:lnTo>
                  <a:lnTo>
                    <a:pt x="5862882" y="129399"/>
                  </a:lnTo>
                  <a:lnTo>
                    <a:pt x="5862975" y="129399"/>
                  </a:lnTo>
                  <a:lnTo>
                    <a:pt x="5863068" y="129399"/>
                  </a:lnTo>
                  <a:lnTo>
                    <a:pt x="5863162" y="129399"/>
                  </a:lnTo>
                  <a:lnTo>
                    <a:pt x="5863255" y="129399"/>
                  </a:lnTo>
                  <a:lnTo>
                    <a:pt x="5863348" y="129399"/>
                  </a:lnTo>
                  <a:lnTo>
                    <a:pt x="5863441" y="129399"/>
                  </a:lnTo>
                  <a:lnTo>
                    <a:pt x="5863535" y="129399"/>
                  </a:lnTo>
                  <a:lnTo>
                    <a:pt x="5863628" y="129399"/>
                  </a:lnTo>
                  <a:lnTo>
                    <a:pt x="5863721" y="129399"/>
                  </a:lnTo>
                  <a:lnTo>
                    <a:pt x="5863814" y="129399"/>
                  </a:lnTo>
                  <a:lnTo>
                    <a:pt x="5863908" y="129399"/>
                  </a:lnTo>
                  <a:lnTo>
                    <a:pt x="5864001" y="129399"/>
                  </a:lnTo>
                  <a:lnTo>
                    <a:pt x="5864094" y="129399"/>
                  </a:lnTo>
                  <a:lnTo>
                    <a:pt x="5864187" y="129399"/>
                  </a:lnTo>
                  <a:lnTo>
                    <a:pt x="5864281" y="129399"/>
                  </a:lnTo>
                  <a:lnTo>
                    <a:pt x="5864374" y="129399"/>
                  </a:lnTo>
                  <a:lnTo>
                    <a:pt x="5864467" y="129399"/>
                  </a:lnTo>
                  <a:lnTo>
                    <a:pt x="5864560" y="129399"/>
                  </a:lnTo>
                  <a:lnTo>
                    <a:pt x="5864654" y="129399"/>
                  </a:lnTo>
                  <a:lnTo>
                    <a:pt x="5864747" y="129399"/>
                  </a:lnTo>
                  <a:lnTo>
                    <a:pt x="5864840" y="129399"/>
                  </a:lnTo>
                  <a:lnTo>
                    <a:pt x="5864933" y="129399"/>
                  </a:lnTo>
                  <a:lnTo>
                    <a:pt x="5865027" y="129399"/>
                  </a:lnTo>
                  <a:lnTo>
                    <a:pt x="5865120" y="129399"/>
                  </a:lnTo>
                  <a:lnTo>
                    <a:pt x="5865213" y="129399"/>
                  </a:lnTo>
                  <a:lnTo>
                    <a:pt x="5865306" y="129399"/>
                  </a:lnTo>
                  <a:lnTo>
                    <a:pt x="5865400" y="129399"/>
                  </a:lnTo>
                  <a:lnTo>
                    <a:pt x="5865493" y="129399"/>
                  </a:lnTo>
                  <a:lnTo>
                    <a:pt x="5865586" y="129399"/>
                  </a:lnTo>
                  <a:lnTo>
                    <a:pt x="5865679" y="129399"/>
                  </a:lnTo>
                  <a:lnTo>
                    <a:pt x="5865773" y="129399"/>
                  </a:lnTo>
                  <a:lnTo>
                    <a:pt x="5865866" y="129399"/>
                  </a:lnTo>
                  <a:lnTo>
                    <a:pt x="5865959" y="129399"/>
                  </a:lnTo>
                  <a:lnTo>
                    <a:pt x="5866052" y="129399"/>
                  </a:lnTo>
                  <a:lnTo>
                    <a:pt x="5866146" y="129399"/>
                  </a:lnTo>
                  <a:lnTo>
                    <a:pt x="5866239" y="129399"/>
                  </a:lnTo>
                  <a:lnTo>
                    <a:pt x="5866332" y="129399"/>
                  </a:lnTo>
                  <a:lnTo>
                    <a:pt x="5866425" y="129399"/>
                  </a:lnTo>
                  <a:lnTo>
                    <a:pt x="5866519" y="129399"/>
                  </a:lnTo>
                  <a:lnTo>
                    <a:pt x="5866612" y="129399"/>
                  </a:lnTo>
                  <a:lnTo>
                    <a:pt x="5866705" y="129399"/>
                  </a:lnTo>
                  <a:lnTo>
                    <a:pt x="5866798" y="129399"/>
                  </a:lnTo>
                  <a:lnTo>
                    <a:pt x="5866892" y="129399"/>
                  </a:lnTo>
                  <a:lnTo>
                    <a:pt x="5866985" y="129399"/>
                  </a:lnTo>
                  <a:lnTo>
                    <a:pt x="5867078" y="129399"/>
                  </a:lnTo>
                  <a:lnTo>
                    <a:pt x="5867171" y="129399"/>
                  </a:lnTo>
                  <a:lnTo>
                    <a:pt x="5867265" y="129399"/>
                  </a:lnTo>
                  <a:lnTo>
                    <a:pt x="5867358" y="129399"/>
                  </a:lnTo>
                  <a:lnTo>
                    <a:pt x="5867451" y="129399"/>
                  </a:lnTo>
                  <a:lnTo>
                    <a:pt x="5867544" y="129399"/>
                  </a:lnTo>
                  <a:lnTo>
                    <a:pt x="5867638" y="129399"/>
                  </a:lnTo>
                  <a:lnTo>
                    <a:pt x="5867731" y="129399"/>
                  </a:lnTo>
                  <a:lnTo>
                    <a:pt x="5867824" y="129399"/>
                  </a:lnTo>
                  <a:lnTo>
                    <a:pt x="5867917" y="129399"/>
                  </a:lnTo>
                  <a:lnTo>
                    <a:pt x="5868011" y="129399"/>
                  </a:lnTo>
                  <a:lnTo>
                    <a:pt x="5868104" y="129399"/>
                  </a:lnTo>
                  <a:lnTo>
                    <a:pt x="5868197" y="129399"/>
                  </a:lnTo>
                  <a:lnTo>
                    <a:pt x="5868290" y="129399"/>
                  </a:lnTo>
                  <a:lnTo>
                    <a:pt x="5868384" y="129399"/>
                  </a:lnTo>
                  <a:lnTo>
                    <a:pt x="5868477" y="129399"/>
                  </a:lnTo>
                  <a:lnTo>
                    <a:pt x="5868570" y="129399"/>
                  </a:lnTo>
                  <a:lnTo>
                    <a:pt x="5868663" y="129399"/>
                  </a:lnTo>
                  <a:lnTo>
                    <a:pt x="5868757" y="129399"/>
                  </a:lnTo>
                  <a:lnTo>
                    <a:pt x="5868850" y="129399"/>
                  </a:lnTo>
                  <a:lnTo>
                    <a:pt x="5868943" y="129399"/>
                  </a:lnTo>
                  <a:lnTo>
                    <a:pt x="5869036" y="129399"/>
                  </a:lnTo>
                  <a:lnTo>
                    <a:pt x="5869130" y="129399"/>
                  </a:lnTo>
                  <a:lnTo>
                    <a:pt x="5869223" y="129399"/>
                  </a:lnTo>
                  <a:lnTo>
                    <a:pt x="5869316" y="129399"/>
                  </a:lnTo>
                  <a:lnTo>
                    <a:pt x="5869409" y="129399"/>
                  </a:lnTo>
                  <a:lnTo>
                    <a:pt x="5869502" y="129399"/>
                  </a:lnTo>
                  <a:lnTo>
                    <a:pt x="5869596" y="129399"/>
                  </a:lnTo>
                  <a:lnTo>
                    <a:pt x="5869689" y="129399"/>
                  </a:lnTo>
                  <a:lnTo>
                    <a:pt x="5869782" y="129399"/>
                  </a:lnTo>
                  <a:lnTo>
                    <a:pt x="5869875" y="129399"/>
                  </a:lnTo>
                  <a:lnTo>
                    <a:pt x="5869969" y="129399"/>
                  </a:lnTo>
                  <a:lnTo>
                    <a:pt x="5870062" y="129399"/>
                  </a:lnTo>
                  <a:lnTo>
                    <a:pt x="5870155" y="129399"/>
                  </a:lnTo>
                  <a:lnTo>
                    <a:pt x="5870248" y="129399"/>
                  </a:lnTo>
                  <a:lnTo>
                    <a:pt x="5870342" y="129399"/>
                  </a:lnTo>
                  <a:lnTo>
                    <a:pt x="5870435" y="129399"/>
                  </a:lnTo>
                  <a:lnTo>
                    <a:pt x="5870528" y="129399"/>
                  </a:lnTo>
                  <a:lnTo>
                    <a:pt x="5870621" y="129399"/>
                  </a:lnTo>
                  <a:lnTo>
                    <a:pt x="5870715" y="129399"/>
                  </a:lnTo>
                  <a:lnTo>
                    <a:pt x="5870808" y="129399"/>
                  </a:lnTo>
                  <a:lnTo>
                    <a:pt x="5870901" y="129399"/>
                  </a:lnTo>
                  <a:lnTo>
                    <a:pt x="5870994" y="129399"/>
                  </a:lnTo>
                  <a:lnTo>
                    <a:pt x="5871088" y="129399"/>
                  </a:lnTo>
                  <a:lnTo>
                    <a:pt x="5871181" y="129399"/>
                  </a:lnTo>
                  <a:lnTo>
                    <a:pt x="5871274" y="129399"/>
                  </a:lnTo>
                  <a:lnTo>
                    <a:pt x="5871367" y="129399"/>
                  </a:lnTo>
                  <a:lnTo>
                    <a:pt x="5871461" y="129399"/>
                  </a:lnTo>
                  <a:lnTo>
                    <a:pt x="5871554" y="129399"/>
                  </a:lnTo>
                  <a:lnTo>
                    <a:pt x="5871647" y="129399"/>
                  </a:lnTo>
                  <a:lnTo>
                    <a:pt x="5871740" y="129399"/>
                  </a:lnTo>
                  <a:lnTo>
                    <a:pt x="5871834" y="129399"/>
                  </a:lnTo>
                  <a:lnTo>
                    <a:pt x="5871927" y="129399"/>
                  </a:lnTo>
                  <a:lnTo>
                    <a:pt x="5872020" y="129399"/>
                  </a:lnTo>
                  <a:lnTo>
                    <a:pt x="5872113" y="129399"/>
                  </a:lnTo>
                  <a:lnTo>
                    <a:pt x="5872207" y="129399"/>
                  </a:lnTo>
                  <a:lnTo>
                    <a:pt x="5872300" y="129399"/>
                  </a:lnTo>
                  <a:lnTo>
                    <a:pt x="5872393" y="129399"/>
                  </a:lnTo>
                  <a:lnTo>
                    <a:pt x="5872486" y="129399"/>
                  </a:lnTo>
                  <a:lnTo>
                    <a:pt x="5872580" y="129399"/>
                  </a:lnTo>
                  <a:lnTo>
                    <a:pt x="5872673" y="129399"/>
                  </a:lnTo>
                  <a:lnTo>
                    <a:pt x="5872766" y="129399"/>
                  </a:lnTo>
                  <a:lnTo>
                    <a:pt x="5872859" y="129399"/>
                  </a:lnTo>
                  <a:lnTo>
                    <a:pt x="5872953" y="129399"/>
                  </a:lnTo>
                  <a:lnTo>
                    <a:pt x="5873046" y="129399"/>
                  </a:lnTo>
                  <a:lnTo>
                    <a:pt x="5873139" y="129399"/>
                  </a:lnTo>
                  <a:lnTo>
                    <a:pt x="5873232" y="129399"/>
                  </a:lnTo>
                  <a:lnTo>
                    <a:pt x="5873326" y="129399"/>
                  </a:lnTo>
                  <a:lnTo>
                    <a:pt x="5873419" y="129399"/>
                  </a:lnTo>
                  <a:lnTo>
                    <a:pt x="5873512" y="129399"/>
                  </a:lnTo>
                  <a:lnTo>
                    <a:pt x="5873605" y="129399"/>
                  </a:lnTo>
                  <a:lnTo>
                    <a:pt x="5873699" y="129399"/>
                  </a:lnTo>
                  <a:lnTo>
                    <a:pt x="5873792" y="129399"/>
                  </a:lnTo>
                  <a:lnTo>
                    <a:pt x="5873885" y="129399"/>
                  </a:lnTo>
                  <a:lnTo>
                    <a:pt x="5873978" y="129399"/>
                  </a:lnTo>
                  <a:lnTo>
                    <a:pt x="5874072" y="129399"/>
                  </a:lnTo>
                  <a:lnTo>
                    <a:pt x="5874165" y="129399"/>
                  </a:lnTo>
                  <a:lnTo>
                    <a:pt x="5874258" y="129399"/>
                  </a:lnTo>
                  <a:lnTo>
                    <a:pt x="5874351" y="129399"/>
                  </a:lnTo>
                  <a:lnTo>
                    <a:pt x="5874445" y="129399"/>
                  </a:lnTo>
                  <a:lnTo>
                    <a:pt x="5874538" y="129399"/>
                  </a:lnTo>
                  <a:lnTo>
                    <a:pt x="5874631" y="129399"/>
                  </a:lnTo>
                  <a:lnTo>
                    <a:pt x="5874724" y="129399"/>
                  </a:lnTo>
                  <a:lnTo>
                    <a:pt x="5874818" y="129399"/>
                  </a:lnTo>
                  <a:lnTo>
                    <a:pt x="5874911" y="129399"/>
                  </a:lnTo>
                  <a:lnTo>
                    <a:pt x="5875004" y="129399"/>
                  </a:lnTo>
                  <a:lnTo>
                    <a:pt x="5875097" y="129399"/>
                  </a:lnTo>
                  <a:lnTo>
                    <a:pt x="5875191" y="129399"/>
                  </a:lnTo>
                  <a:lnTo>
                    <a:pt x="5875284" y="129399"/>
                  </a:lnTo>
                  <a:lnTo>
                    <a:pt x="5875377" y="129399"/>
                  </a:lnTo>
                  <a:lnTo>
                    <a:pt x="5875470" y="129399"/>
                  </a:lnTo>
                  <a:lnTo>
                    <a:pt x="5875564" y="129399"/>
                  </a:lnTo>
                  <a:lnTo>
                    <a:pt x="5875657" y="129399"/>
                  </a:lnTo>
                  <a:lnTo>
                    <a:pt x="5875750" y="129399"/>
                  </a:lnTo>
                  <a:lnTo>
                    <a:pt x="5875843" y="129399"/>
                  </a:lnTo>
                  <a:lnTo>
                    <a:pt x="5875937" y="129399"/>
                  </a:lnTo>
                  <a:lnTo>
                    <a:pt x="5876030" y="129399"/>
                  </a:lnTo>
                  <a:lnTo>
                    <a:pt x="5876123" y="129399"/>
                  </a:lnTo>
                  <a:lnTo>
                    <a:pt x="5876216" y="129399"/>
                  </a:lnTo>
                  <a:lnTo>
                    <a:pt x="5876310" y="129399"/>
                  </a:lnTo>
                  <a:lnTo>
                    <a:pt x="5876403" y="129399"/>
                  </a:lnTo>
                  <a:lnTo>
                    <a:pt x="5876496" y="129399"/>
                  </a:lnTo>
                  <a:lnTo>
                    <a:pt x="5876589" y="129399"/>
                  </a:lnTo>
                  <a:lnTo>
                    <a:pt x="5876682" y="129399"/>
                  </a:lnTo>
                  <a:lnTo>
                    <a:pt x="5876776" y="129399"/>
                  </a:lnTo>
                  <a:lnTo>
                    <a:pt x="5876869" y="129399"/>
                  </a:lnTo>
                  <a:lnTo>
                    <a:pt x="5876962" y="129399"/>
                  </a:lnTo>
                  <a:lnTo>
                    <a:pt x="5877055" y="129399"/>
                  </a:lnTo>
                  <a:lnTo>
                    <a:pt x="5877149" y="129399"/>
                  </a:lnTo>
                  <a:lnTo>
                    <a:pt x="5877242" y="129399"/>
                  </a:lnTo>
                  <a:lnTo>
                    <a:pt x="5877335" y="129399"/>
                  </a:lnTo>
                  <a:lnTo>
                    <a:pt x="5877428" y="129399"/>
                  </a:lnTo>
                  <a:lnTo>
                    <a:pt x="5877522" y="129399"/>
                  </a:lnTo>
                  <a:lnTo>
                    <a:pt x="5877615" y="129399"/>
                  </a:lnTo>
                  <a:lnTo>
                    <a:pt x="5877708" y="129399"/>
                  </a:lnTo>
                  <a:lnTo>
                    <a:pt x="5877801" y="129399"/>
                  </a:lnTo>
                  <a:lnTo>
                    <a:pt x="5877895" y="129399"/>
                  </a:lnTo>
                  <a:lnTo>
                    <a:pt x="5877988" y="129399"/>
                  </a:lnTo>
                  <a:lnTo>
                    <a:pt x="5878081" y="129399"/>
                  </a:lnTo>
                  <a:lnTo>
                    <a:pt x="5878174" y="129399"/>
                  </a:lnTo>
                  <a:lnTo>
                    <a:pt x="5878268" y="129399"/>
                  </a:lnTo>
                  <a:lnTo>
                    <a:pt x="5878361" y="129399"/>
                  </a:lnTo>
                  <a:lnTo>
                    <a:pt x="5878454" y="129399"/>
                  </a:lnTo>
                  <a:lnTo>
                    <a:pt x="5878547" y="129399"/>
                  </a:lnTo>
                  <a:lnTo>
                    <a:pt x="5878641" y="129399"/>
                  </a:lnTo>
                  <a:lnTo>
                    <a:pt x="5878734" y="129399"/>
                  </a:lnTo>
                  <a:lnTo>
                    <a:pt x="5878827" y="129399"/>
                  </a:lnTo>
                  <a:lnTo>
                    <a:pt x="5878920" y="129399"/>
                  </a:lnTo>
                  <a:lnTo>
                    <a:pt x="5879014" y="129399"/>
                  </a:lnTo>
                  <a:lnTo>
                    <a:pt x="5879107" y="129399"/>
                  </a:lnTo>
                  <a:lnTo>
                    <a:pt x="5879200" y="129399"/>
                  </a:lnTo>
                  <a:lnTo>
                    <a:pt x="5879293" y="129399"/>
                  </a:lnTo>
                  <a:lnTo>
                    <a:pt x="5879387" y="129399"/>
                  </a:lnTo>
                  <a:lnTo>
                    <a:pt x="5879480" y="129399"/>
                  </a:lnTo>
                  <a:lnTo>
                    <a:pt x="5879573" y="129399"/>
                  </a:lnTo>
                  <a:lnTo>
                    <a:pt x="5879666" y="129399"/>
                  </a:lnTo>
                  <a:lnTo>
                    <a:pt x="5879760" y="129399"/>
                  </a:lnTo>
                  <a:lnTo>
                    <a:pt x="5879853" y="129399"/>
                  </a:lnTo>
                  <a:lnTo>
                    <a:pt x="5879946" y="129399"/>
                  </a:lnTo>
                  <a:lnTo>
                    <a:pt x="5880039" y="129399"/>
                  </a:lnTo>
                  <a:lnTo>
                    <a:pt x="5880133" y="129399"/>
                  </a:lnTo>
                  <a:lnTo>
                    <a:pt x="5880226" y="129399"/>
                  </a:lnTo>
                  <a:lnTo>
                    <a:pt x="5880319" y="129399"/>
                  </a:lnTo>
                  <a:lnTo>
                    <a:pt x="5880412" y="129399"/>
                  </a:lnTo>
                  <a:lnTo>
                    <a:pt x="5880506" y="129399"/>
                  </a:lnTo>
                  <a:lnTo>
                    <a:pt x="5880599" y="129399"/>
                  </a:lnTo>
                  <a:lnTo>
                    <a:pt x="5880692" y="129399"/>
                  </a:lnTo>
                  <a:lnTo>
                    <a:pt x="5880785" y="129399"/>
                  </a:lnTo>
                  <a:lnTo>
                    <a:pt x="5880879" y="129399"/>
                  </a:lnTo>
                  <a:lnTo>
                    <a:pt x="5880972" y="129399"/>
                  </a:lnTo>
                  <a:lnTo>
                    <a:pt x="5881065" y="129399"/>
                  </a:lnTo>
                  <a:lnTo>
                    <a:pt x="5881158" y="129399"/>
                  </a:lnTo>
                  <a:lnTo>
                    <a:pt x="5881252" y="129399"/>
                  </a:lnTo>
                  <a:lnTo>
                    <a:pt x="5881345" y="129399"/>
                  </a:lnTo>
                  <a:lnTo>
                    <a:pt x="5881438" y="129399"/>
                  </a:lnTo>
                  <a:lnTo>
                    <a:pt x="5881531" y="129399"/>
                  </a:lnTo>
                  <a:lnTo>
                    <a:pt x="5881625" y="129399"/>
                  </a:lnTo>
                  <a:lnTo>
                    <a:pt x="5881718" y="129399"/>
                  </a:lnTo>
                  <a:lnTo>
                    <a:pt x="5881811" y="129399"/>
                  </a:lnTo>
                  <a:lnTo>
                    <a:pt x="5881904" y="129399"/>
                  </a:lnTo>
                  <a:lnTo>
                    <a:pt x="5881998" y="129399"/>
                  </a:lnTo>
                  <a:lnTo>
                    <a:pt x="5882091" y="129399"/>
                  </a:lnTo>
                  <a:lnTo>
                    <a:pt x="5882184" y="129399"/>
                  </a:lnTo>
                  <a:lnTo>
                    <a:pt x="5882277" y="129399"/>
                  </a:lnTo>
                  <a:lnTo>
                    <a:pt x="5882371" y="129399"/>
                  </a:lnTo>
                  <a:lnTo>
                    <a:pt x="5882464" y="129399"/>
                  </a:lnTo>
                  <a:lnTo>
                    <a:pt x="5882557" y="129399"/>
                  </a:lnTo>
                  <a:lnTo>
                    <a:pt x="5882650" y="129399"/>
                  </a:lnTo>
                  <a:lnTo>
                    <a:pt x="5882744" y="129399"/>
                  </a:lnTo>
                  <a:lnTo>
                    <a:pt x="5882837" y="129399"/>
                  </a:lnTo>
                  <a:lnTo>
                    <a:pt x="5882930" y="129399"/>
                  </a:lnTo>
                  <a:lnTo>
                    <a:pt x="5883023" y="129399"/>
                  </a:lnTo>
                  <a:lnTo>
                    <a:pt x="5883117" y="129399"/>
                  </a:lnTo>
                  <a:lnTo>
                    <a:pt x="5883210" y="129399"/>
                  </a:lnTo>
                  <a:lnTo>
                    <a:pt x="5883303" y="129399"/>
                  </a:lnTo>
                  <a:lnTo>
                    <a:pt x="5883396" y="129399"/>
                  </a:lnTo>
                  <a:lnTo>
                    <a:pt x="5883489" y="129399"/>
                  </a:lnTo>
                  <a:lnTo>
                    <a:pt x="5883583" y="129399"/>
                  </a:lnTo>
                  <a:lnTo>
                    <a:pt x="5883676" y="129399"/>
                  </a:lnTo>
                  <a:lnTo>
                    <a:pt x="5883769" y="129399"/>
                  </a:lnTo>
                  <a:lnTo>
                    <a:pt x="5883862" y="129399"/>
                  </a:lnTo>
                  <a:lnTo>
                    <a:pt x="5883956" y="129399"/>
                  </a:lnTo>
                  <a:lnTo>
                    <a:pt x="5884049" y="129399"/>
                  </a:lnTo>
                  <a:lnTo>
                    <a:pt x="5884142" y="129399"/>
                  </a:lnTo>
                  <a:lnTo>
                    <a:pt x="5884235" y="129399"/>
                  </a:lnTo>
                  <a:lnTo>
                    <a:pt x="5884329" y="129399"/>
                  </a:lnTo>
                  <a:lnTo>
                    <a:pt x="5884422" y="129399"/>
                  </a:lnTo>
                  <a:lnTo>
                    <a:pt x="5884515" y="129399"/>
                  </a:lnTo>
                  <a:lnTo>
                    <a:pt x="5884608" y="129399"/>
                  </a:lnTo>
                  <a:lnTo>
                    <a:pt x="5884702" y="129399"/>
                  </a:lnTo>
                  <a:lnTo>
                    <a:pt x="5884795" y="129399"/>
                  </a:lnTo>
                  <a:lnTo>
                    <a:pt x="5884888" y="129399"/>
                  </a:lnTo>
                  <a:lnTo>
                    <a:pt x="5884981" y="129399"/>
                  </a:lnTo>
                  <a:lnTo>
                    <a:pt x="5885075" y="129399"/>
                  </a:lnTo>
                  <a:lnTo>
                    <a:pt x="5885168" y="129399"/>
                  </a:lnTo>
                  <a:lnTo>
                    <a:pt x="5885261" y="129399"/>
                  </a:lnTo>
                  <a:lnTo>
                    <a:pt x="5885354" y="129399"/>
                  </a:lnTo>
                  <a:lnTo>
                    <a:pt x="5885448" y="129399"/>
                  </a:lnTo>
                  <a:lnTo>
                    <a:pt x="5885541" y="129399"/>
                  </a:lnTo>
                  <a:lnTo>
                    <a:pt x="5885634" y="129399"/>
                  </a:lnTo>
                  <a:lnTo>
                    <a:pt x="5885727" y="129399"/>
                  </a:lnTo>
                  <a:lnTo>
                    <a:pt x="5885821" y="129399"/>
                  </a:lnTo>
                  <a:lnTo>
                    <a:pt x="5885914" y="129399"/>
                  </a:lnTo>
                  <a:lnTo>
                    <a:pt x="5886007" y="129399"/>
                  </a:lnTo>
                  <a:lnTo>
                    <a:pt x="5886100" y="129399"/>
                  </a:lnTo>
                  <a:lnTo>
                    <a:pt x="5886194" y="129399"/>
                  </a:lnTo>
                  <a:lnTo>
                    <a:pt x="5886287" y="129399"/>
                  </a:lnTo>
                  <a:lnTo>
                    <a:pt x="5886380" y="129399"/>
                  </a:lnTo>
                  <a:lnTo>
                    <a:pt x="5886473" y="129399"/>
                  </a:lnTo>
                  <a:lnTo>
                    <a:pt x="5886567" y="129399"/>
                  </a:lnTo>
                  <a:lnTo>
                    <a:pt x="5886660" y="129399"/>
                  </a:lnTo>
                  <a:lnTo>
                    <a:pt x="5886753" y="129399"/>
                  </a:lnTo>
                  <a:lnTo>
                    <a:pt x="5886846" y="129399"/>
                  </a:lnTo>
                  <a:lnTo>
                    <a:pt x="5886940" y="129399"/>
                  </a:lnTo>
                  <a:lnTo>
                    <a:pt x="5887033" y="129399"/>
                  </a:lnTo>
                  <a:lnTo>
                    <a:pt x="5887126" y="129399"/>
                  </a:lnTo>
                  <a:lnTo>
                    <a:pt x="5887219" y="129399"/>
                  </a:lnTo>
                  <a:lnTo>
                    <a:pt x="5887313" y="129399"/>
                  </a:lnTo>
                  <a:lnTo>
                    <a:pt x="5887406" y="129399"/>
                  </a:lnTo>
                  <a:lnTo>
                    <a:pt x="5887499" y="129399"/>
                  </a:lnTo>
                  <a:lnTo>
                    <a:pt x="5887592" y="129399"/>
                  </a:lnTo>
                  <a:lnTo>
                    <a:pt x="5887686" y="129399"/>
                  </a:lnTo>
                  <a:lnTo>
                    <a:pt x="5887779" y="129399"/>
                  </a:lnTo>
                  <a:lnTo>
                    <a:pt x="5887872" y="129399"/>
                  </a:lnTo>
                  <a:lnTo>
                    <a:pt x="5887965" y="129399"/>
                  </a:lnTo>
                  <a:lnTo>
                    <a:pt x="5888059" y="129399"/>
                  </a:lnTo>
                  <a:lnTo>
                    <a:pt x="5888152" y="129399"/>
                  </a:lnTo>
                  <a:lnTo>
                    <a:pt x="5888245" y="129399"/>
                  </a:lnTo>
                  <a:lnTo>
                    <a:pt x="5888338" y="129399"/>
                  </a:lnTo>
                  <a:lnTo>
                    <a:pt x="5888432" y="129399"/>
                  </a:lnTo>
                  <a:lnTo>
                    <a:pt x="5888525" y="129399"/>
                  </a:lnTo>
                  <a:lnTo>
                    <a:pt x="5888618" y="129399"/>
                  </a:lnTo>
                  <a:lnTo>
                    <a:pt x="5888711" y="129399"/>
                  </a:lnTo>
                  <a:lnTo>
                    <a:pt x="5888805" y="129399"/>
                  </a:lnTo>
                  <a:lnTo>
                    <a:pt x="5888898" y="129399"/>
                  </a:lnTo>
                  <a:lnTo>
                    <a:pt x="5888991" y="129399"/>
                  </a:lnTo>
                  <a:lnTo>
                    <a:pt x="5889084" y="129399"/>
                  </a:lnTo>
                  <a:lnTo>
                    <a:pt x="5889178" y="129399"/>
                  </a:lnTo>
                  <a:lnTo>
                    <a:pt x="5889271" y="129399"/>
                  </a:lnTo>
                  <a:lnTo>
                    <a:pt x="5889364" y="129399"/>
                  </a:lnTo>
                  <a:lnTo>
                    <a:pt x="5889457" y="129399"/>
                  </a:lnTo>
                  <a:lnTo>
                    <a:pt x="5889551" y="129399"/>
                  </a:lnTo>
                  <a:lnTo>
                    <a:pt x="5889644" y="129399"/>
                  </a:lnTo>
                  <a:lnTo>
                    <a:pt x="5889737" y="129399"/>
                  </a:lnTo>
                  <a:lnTo>
                    <a:pt x="5889830" y="129399"/>
                  </a:lnTo>
                  <a:lnTo>
                    <a:pt x="5889924" y="129399"/>
                  </a:lnTo>
                  <a:lnTo>
                    <a:pt x="5890017" y="129399"/>
                  </a:lnTo>
                  <a:lnTo>
                    <a:pt x="5890110" y="129399"/>
                  </a:lnTo>
                  <a:lnTo>
                    <a:pt x="5890203" y="129399"/>
                  </a:lnTo>
                  <a:lnTo>
                    <a:pt x="5890296" y="129399"/>
                  </a:lnTo>
                  <a:lnTo>
                    <a:pt x="5890390" y="129399"/>
                  </a:lnTo>
                  <a:lnTo>
                    <a:pt x="5890483" y="129399"/>
                  </a:lnTo>
                  <a:lnTo>
                    <a:pt x="5890576" y="129399"/>
                  </a:lnTo>
                  <a:lnTo>
                    <a:pt x="5890669" y="129399"/>
                  </a:lnTo>
                  <a:lnTo>
                    <a:pt x="5890763" y="129399"/>
                  </a:lnTo>
                  <a:lnTo>
                    <a:pt x="5890856" y="129399"/>
                  </a:lnTo>
                  <a:lnTo>
                    <a:pt x="5890949" y="129399"/>
                  </a:lnTo>
                  <a:lnTo>
                    <a:pt x="5891042" y="129399"/>
                  </a:lnTo>
                  <a:lnTo>
                    <a:pt x="5891136" y="129399"/>
                  </a:lnTo>
                  <a:lnTo>
                    <a:pt x="5891229" y="129399"/>
                  </a:lnTo>
                  <a:lnTo>
                    <a:pt x="5891322" y="129399"/>
                  </a:lnTo>
                  <a:lnTo>
                    <a:pt x="5891415" y="129399"/>
                  </a:lnTo>
                  <a:lnTo>
                    <a:pt x="5891509" y="129399"/>
                  </a:lnTo>
                  <a:lnTo>
                    <a:pt x="5891602" y="129399"/>
                  </a:lnTo>
                  <a:lnTo>
                    <a:pt x="5891695" y="129399"/>
                  </a:lnTo>
                  <a:lnTo>
                    <a:pt x="5891788" y="129399"/>
                  </a:lnTo>
                  <a:lnTo>
                    <a:pt x="5891882" y="129399"/>
                  </a:lnTo>
                  <a:lnTo>
                    <a:pt x="5891975" y="129399"/>
                  </a:lnTo>
                  <a:lnTo>
                    <a:pt x="5892068" y="129399"/>
                  </a:lnTo>
                  <a:lnTo>
                    <a:pt x="5892161" y="129399"/>
                  </a:lnTo>
                  <a:lnTo>
                    <a:pt x="5892255" y="129399"/>
                  </a:lnTo>
                  <a:lnTo>
                    <a:pt x="5892348" y="129399"/>
                  </a:lnTo>
                  <a:lnTo>
                    <a:pt x="5892441" y="129399"/>
                  </a:lnTo>
                  <a:lnTo>
                    <a:pt x="5892534" y="129399"/>
                  </a:lnTo>
                  <a:lnTo>
                    <a:pt x="5892628" y="129399"/>
                  </a:lnTo>
                  <a:lnTo>
                    <a:pt x="5892721" y="129399"/>
                  </a:lnTo>
                  <a:lnTo>
                    <a:pt x="5892814" y="129399"/>
                  </a:lnTo>
                  <a:lnTo>
                    <a:pt x="5892907" y="129399"/>
                  </a:lnTo>
                  <a:lnTo>
                    <a:pt x="5893001" y="129399"/>
                  </a:lnTo>
                  <a:lnTo>
                    <a:pt x="5893094" y="129399"/>
                  </a:lnTo>
                  <a:lnTo>
                    <a:pt x="5893187" y="129399"/>
                  </a:lnTo>
                  <a:lnTo>
                    <a:pt x="5893280" y="129399"/>
                  </a:lnTo>
                  <a:lnTo>
                    <a:pt x="5893374" y="129399"/>
                  </a:lnTo>
                  <a:lnTo>
                    <a:pt x="5893467" y="129399"/>
                  </a:lnTo>
                  <a:lnTo>
                    <a:pt x="5893560" y="129399"/>
                  </a:lnTo>
                  <a:lnTo>
                    <a:pt x="5893653" y="129399"/>
                  </a:lnTo>
                  <a:lnTo>
                    <a:pt x="5893747" y="129399"/>
                  </a:lnTo>
                  <a:lnTo>
                    <a:pt x="5893840" y="129399"/>
                  </a:lnTo>
                  <a:lnTo>
                    <a:pt x="5893933" y="129399"/>
                  </a:lnTo>
                  <a:lnTo>
                    <a:pt x="5894026" y="129399"/>
                  </a:lnTo>
                  <a:lnTo>
                    <a:pt x="5894120" y="129399"/>
                  </a:lnTo>
                  <a:lnTo>
                    <a:pt x="5894213" y="129399"/>
                  </a:lnTo>
                  <a:lnTo>
                    <a:pt x="5894306" y="129399"/>
                  </a:lnTo>
                  <a:lnTo>
                    <a:pt x="5894399" y="129399"/>
                  </a:lnTo>
                  <a:lnTo>
                    <a:pt x="5894493" y="129399"/>
                  </a:lnTo>
                  <a:lnTo>
                    <a:pt x="5894586" y="129399"/>
                  </a:lnTo>
                  <a:lnTo>
                    <a:pt x="5894679" y="129399"/>
                  </a:lnTo>
                  <a:lnTo>
                    <a:pt x="5894772" y="129399"/>
                  </a:lnTo>
                  <a:lnTo>
                    <a:pt x="5894866" y="129399"/>
                  </a:lnTo>
                  <a:lnTo>
                    <a:pt x="5894959" y="129399"/>
                  </a:lnTo>
                  <a:lnTo>
                    <a:pt x="5895052" y="129399"/>
                  </a:lnTo>
                  <a:lnTo>
                    <a:pt x="5895145" y="129399"/>
                  </a:lnTo>
                  <a:lnTo>
                    <a:pt x="5895239" y="129399"/>
                  </a:lnTo>
                  <a:lnTo>
                    <a:pt x="5895332" y="129399"/>
                  </a:lnTo>
                  <a:lnTo>
                    <a:pt x="5895425" y="129399"/>
                  </a:lnTo>
                  <a:lnTo>
                    <a:pt x="5895518" y="129399"/>
                  </a:lnTo>
                  <a:lnTo>
                    <a:pt x="5895612" y="129399"/>
                  </a:lnTo>
                  <a:lnTo>
                    <a:pt x="5895705" y="129399"/>
                  </a:lnTo>
                  <a:lnTo>
                    <a:pt x="5895798" y="129399"/>
                  </a:lnTo>
                  <a:lnTo>
                    <a:pt x="5895891" y="129399"/>
                  </a:lnTo>
                  <a:lnTo>
                    <a:pt x="5895985" y="129399"/>
                  </a:lnTo>
                  <a:lnTo>
                    <a:pt x="5896078" y="129399"/>
                  </a:lnTo>
                  <a:lnTo>
                    <a:pt x="5896171" y="129399"/>
                  </a:lnTo>
                  <a:lnTo>
                    <a:pt x="5896264" y="129399"/>
                  </a:lnTo>
                  <a:lnTo>
                    <a:pt x="5896358" y="129399"/>
                  </a:lnTo>
                  <a:lnTo>
                    <a:pt x="5896451" y="129399"/>
                  </a:lnTo>
                  <a:lnTo>
                    <a:pt x="5896544" y="129399"/>
                  </a:lnTo>
                  <a:lnTo>
                    <a:pt x="5896637" y="129399"/>
                  </a:lnTo>
                  <a:lnTo>
                    <a:pt x="5896731" y="129399"/>
                  </a:lnTo>
                  <a:lnTo>
                    <a:pt x="5896824" y="129399"/>
                  </a:lnTo>
                  <a:lnTo>
                    <a:pt x="5896917" y="129399"/>
                  </a:lnTo>
                  <a:lnTo>
                    <a:pt x="5897010" y="129399"/>
                  </a:lnTo>
                  <a:lnTo>
                    <a:pt x="5897104" y="129399"/>
                  </a:lnTo>
                  <a:lnTo>
                    <a:pt x="5897197" y="129399"/>
                  </a:lnTo>
                  <a:lnTo>
                    <a:pt x="5897290" y="129399"/>
                  </a:lnTo>
                  <a:lnTo>
                    <a:pt x="5897383" y="129399"/>
                  </a:lnTo>
                  <a:lnTo>
                    <a:pt x="5897476" y="129399"/>
                  </a:lnTo>
                  <a:lnTo>
                    <a:pt x="5897570" y="129399"/>
                  </a:lnTo>
                  <a:lnTo>
                    <a:pt x="5897663" y="129399"/>
                  </a:lnTo>
                  <a:lnTo>
                    <a:pt x="5897756" y="129399"/>
                  </a:lnTo>
                  <a:lnTo>
                    <a:pt x="5897849" y="129399"/>
                  </a:lnTo>
                  <a:lnTo>
                    <a:pt x="5897943" y="129399"/>
                  </a:lnTo>
                  <a:lnTo>
                    <a:pt x="5898036" y="129399"/>
                  </a:lnTo>
                  <a:lnTo>
                    <a:pt x="5898129" y="129399"/>
                  </a:lnTo>
                  <a:lnTo>
                    <a:pt x="5898222" y="129399"/>
                  </a:lnTo>
                  <a:lnTo>
                    <a:pt x="5898316" y="129399"/>
                  </a:lnTo>
                  <a:lnTo>
                    <a:pt x="5898409" y="129399"/>
                  </a:lnTo>
                  <a:lnTo>
                    <a:pt x="5898502" y="129399"/>
                  </a:lnTo>
                  <a:lnTo>
                    <a:pt x="5898595" y="129399"/>
                  </a:lnTo>
                  <a:lnTo>
                    <a:pt x="5898689" y="129399"/>
                  </a:lnTo>
                  <a:lnTo>
                    <a:pt x="5898782" y="129399"/>
                  </a:lnTo>
                  <a:lnTo>
                    <a:pt x="5898875" y="129399"/>
                  </a:lnTo>
                  <a:lnTo>
                    <a:pt x="5898968" y="129399"/>
                  </a:lnTo>
                  <a:lnTo>
                    <a:pt x="5899062" y="129399"/>
                  </a:lnTo>
                  <a:lnTo>
                    <a:pt x="5899155" y="129399"/>
                  </a:lnTo>
                  <a:lnTo>
                    <a:pt x="5899248" y="129399"/>
                  </a:lnTo>
                  <a:lnTo>
                    <a:pt x="5899341" y="129399"/>
                  </a:lnTo>
                  <a:lnTo>
                    <a:pt x="5899435" y="129399"/>
                  </a:lnTo>
                  <a:lnTo>
                    <a:pt x="5899528" y="129399"/>
                  </a:lnTo>
                  <a:lnTo>
                    <a:pt x="5899621" y="129399"/>
                  </a:lnTo>
                  <a:lnTo>
                    <a:pt x="5899714" y="129399"/>
                  </a:lnTo>
                  <a:lnTo>
                    <a:pt x="5899808" y="129399"/>
                  </a:lnTo>
                  <a:lnTo>
                    <a:pt x="5899901" y="129399"/>
                  </a:lnTo>
                  <a:lnTo>
                    <a:pt x="5899994" y="129399"/>
                  </a:lnTo>
                  <a:lnTo>
                    <a:pt x="5900087" y="129399"/>
                  </a:lnTo>
                  <a:lnTo>
                    <a:pt x="5900181" y="129399"/>
                  </a:lnTo>
                  <a:lnTo>
                    <a:pt x="5900274" y="129399"/>
                  </a:lnTo>
                  <a:lnTo>
                    <a:pt x="5900367" y="129399"/>
                  </a:lnTo>
                  <a:lnTo>
                    <a:pt x="5900460" y="129399"/>
                  </a:lnTo>
                  <a:lnTo>
                    <a:pt x="5900554" y="129399"/>
                  </a:lnTo>
                  <a:lnTo>
                    <a:pt x="5900647" y="129399"/>
                  </a:lnTo>
                  <a:lnTo>
                    <a:pt x="5900647" y="119445"/>
                  </a:lnTo>
                  <a:lnTo>
                    <a:pt x="5900740" y="119445"/>
                  </a:lnTo>
                  <a:lnTo>
                    <a:pt x="5900833" y="119445"/>
                  </a:lnTo>
                  <a:lnTo>
                    <a:pt x="5900927" y="119445"/>
                  </a:lnTo>
                  <a:lnTo>
                    <a:pt x="5901020" y="119445"/>
                  </a:lnTo>
                  <a:lnTo>
                    <a:pt x="5901113" y="119445"/>
                  </a:lnTo>
                  <a:lnTo>
                    <a:pt x="5901206" y="119445"/>
                  </a:lnTo>
                  <a:lnTo>
                    <a:pt x="5901300" y="119445"/>
                  </a:lnTo>
                  <a:lnTo>
                    <a:pt x="5901393" y="119445"/>
                  </a:lnTo>
                  <a:lnTo>
                    <a:pt x="5901486" y="119445"/>
                  </a:lnTo>
                  <a:lnTo>
                    <a:pt x="5901579" y="119445"/>
                  </a:lnTo>
                  <a:lnTo>
                    <a:pt x="5901673" y="119445"/>
                  </a:lnTo>
                  <a:lnTo>
                    <a:pt x="5901766" y="119445"/>
                  </a:lnTo>
                  <a:lnTo>
                    <a:pt x="5901859" y="119445"/>
                  </a:lnTo>
                  <a:lnTo>
                    <a:pt x="5901952" y="119445"/>
                  </a:lnTo>
                  <a:lnTo>
                    <a:pt x="5902046" y="119445"/>
                  </a:lnTo>
                  <a:lnTo>
                    <a:pt x="5902139" y="119445"/>
                  </a:lnTo>
                  <a:lnTo>
                    <a:pt x="5902232" y="119445"/>
                  </a:lnTo>
                  <a:lnTo>
                    <a:pt x="5902325" y="119445"/>
                  </a:lnTo>
                  <a:lnTo>
                    <a:pt x="5902419" y="119445"/>
                  </a:lnTo>
                  <a:lnTo>
                    <a:pt x="5902512" y="119445"/>
                  </a:lnTo>
                  <a:lnTo>
                    <a:pt x="5902605" y="119445"/>
                  </a:lnTo>
                  <a:lnTo>
                    <a:pt x="5902698" y="119445"/>
                  </a:lnTo>
                  <a:lnTo>
                    <a:pt x="5902792" y="119445"/>
                  </a:lnTo>
                  <a:lnTo>
                    <a:pt x="5902885" y="119445"/>
                  </a:lnTo>
                  <a:lnTo>
                    <a:pt x="5902978" y="119445"/>
                  </a:lnTo>
                  <a:lnTo>
                    <a:pt x="5903071" y="119445"/>
                  </a:lnTo>
                  <a:lnTo>
                    <a:pt x="5903165" y="119445"/>
                  </a:lnTo>
                  <a:lnTo>
                    <a:pt x="5903258" y="119445"/>
                  </a:lnTo>
                  <a:lnTo>
                    <a:pt x="5903351" y="119445"/>
                  </a:lnTo>
                  <a:lnTo>
                    <a:pt x="5903444" y="119445"/>
                  </a:lnTo>
                  <a:lnTo>
                    <a:pt x="5903538" y="119445"/>
                  </a:lnTo>
                  <a:lnTo>
                    <a:pt x="5903631" y="119445"/>
                  </a:lnTo>
                  <a:lnTo>
                    <a:pt x="5903724" y="119445"/>
                  </a:lnTo>
                  <a:lnTo>
                    <a:pt x="5903817" y="119445"/>
                  </a:lnTo>
                  <a:lnTo>
                    <a:pt x="5903911" y="119445"/>
                  </a:lnTo>
                  <a:lnTo>
                    <a:pt x="5904004" y="119445"/>
                  </a:lnTo>
                  <a:lnTo>
                    <a:pt x="5904097" y="119445"/>
                  </a:lnTo>
                  <a:lnTo>
                    <a:pt x="5904190" y="119445"/>
                  </a:lnTo>
                  <a:lnTo>
                    <a:pt x="5904283" y="119445"/>
                  </a:lnTo>
                  <a:lnTo>
                    <a:pt x="5904377" y="119445"/>
                  </a:lnTo>
                  <a:lnTo>
                    <a:pt x="5904470" y="119445"/>
                  </a:lnTo>
                  <a:lnTo>
                    <a:pt x="5904563" y="119445"/>
                  </a:lnTo>
                  <a:lnTo>
                    <a:pt x="5904656" y="119445"/>
                  </a:lnTo>
                  <a:lnTo>
                    <a:pt x="5904750" y="119445"/>
                  </a:lnTo>
                  <a:lnTo>
                    <a:pt x="5904843" y="119445"/>
                  </a:lnTo>
                  <a:lnTo>
                    <a:pt x="5904936" y="119445"/>
                  </a:lnTo>
                  <a:lnTo>
                    <a:pt x="5905029" y="119445"/>
                  </a:lnTo>
                  <a:lnTo>
                    <a:pt x="5905123" y="119445"/>
                  </a:lnTo>
                  <a:lnTo>
                    <a:pt x="5905216" y="119445"/>
                  </a:lnTo>
                  <a:lnTo>
                    <a:pt x="5905309" y="119445"/>
                  </a:lnTo>
                  <a:lnTo>
                    <a:pt x="5905402" y="119445"/>
                  </a:lnTo>
                  <a:lnTo>
                    <a:pt x="5905496" y="119445"/>
                  </a:lnTo>
                  <a:lnTo>
                    <a:pt x="5905589" y="119445"/>
                  </a:lnTo>
                  <a:lnTo>
                    <a:pt x="5905682" y="119445"/>
                  </a:lnTo>
                  <a:lnTo>
                    <a:pt x="5905775" y="119445"/>
                  </a:lnTo>
                  <a:lnTo>
                    <a:pt x="5905869" y="119445"/>
                  </a:lnTo>
                  <a:lnTo>
                    <a:pt x="5905962" y="119445"/>
                  </a:lnTo>
                  <a:lnTo>
                    <a:pt x="5906055" y="119445"/>
                  </a:lnTo>
                  <a:lnTo>
                    <a:pt x="5906148" y="119445"/>
                  </a:lnTo>
                  <a:lnTo>
                    <a:pt x="5906242" y="119445"/>
                  </a:lnTo>
                  <a:lnTo>
                    <a:pt x="5906335" y="119445"/>
                  </a:lnTo>
                  <a:lnTo>
                    <a:pt x="5906428" y="119445"/>
                  </a:lnTo>
                  <a:lnTo>
                    <a:pt x="5906521" y="119445"/>
                  </a:lnTo>
                  <a:lnTo>
                    <a:pt x="5906615" y="119445"/>
                  </a:lnTo>
                  <a:lnTo>
                    <a:pt x="5906708" y="119445"/>
                  </a:lnTo>
                  <a:lnTo>
                    <a:pt x="5906801" y="119445"/>
                  </a:lnTo>
                  <a:lnTo>
                    <a:pt x="5906894" y="119445"/>
                  </a:lnTo>
                  <a:lnTo>
                    <a:pt x="5906988" y="119445"/>
                  </a:lnTo>
                  <a:lnTo>
                    <a:pt x="5907081" y="119445"/>
                  </a:lnTo>
                  <a:lnTo>
                    <a:pt x="5907174" y="119445"/>
                  </a:lnTo>
                  <a:lnTo>
                    <a:pt x="5907267" y="119445"/>
                  </a:lnTo>
                  <a:lnTo>
                    <a:pt x="5907361" y="119445"/>
                  </a:lnTo>
                  <a:lnTo>
                    <a:pt x="5907454" y="119445"/>
                  </a:lnTo>
                  <a:lnTo>
                    <a:pt x="5907547" y="119445"/>
                  </a:lnTo>
                  <a:lnTo>
                    <a:pt x="5907640" y="119445"/>
                  </a:lnTo>
                  <a:lnTo>
                    <a:pt x="5907734" y="119445"/>
                  </a:lnTo>
                  <a:lnTo>
                    <a:pt x="5907827" y="119445"/>
                  </a:lnTo>
                  <a:lnTo>
                    <a:pt x="5907920" y="119445"/>
                  </a:lnTo>
                  <a:lnTo>
                    <a:pt x="5908013" y="119445"/>
                  </a:lnTo>
                  <a:lnTo>
                    <a:pt x="5908107" y="119445"/>
                  </a:lnTo>
                  <a:lnTo>
                    <a:pt x="5908200" y="119445"/>
                  </a:lnTo>
                  <a:lnTo>
                    <a:pt x="5908293" y="119445"/>
                  </a:lnTo>
                  <a:lnTo>
                    <a:pt x="5908386" y="119445"/>
                  </a:lnTo>
                  <a:lnTo>
                    <a:pt x="5908480" y="119445"/>
                  </a:lnTo>
                  <a:lnTo>
                    <a:pt x="5908573" y="119445"/>
                  </a:lnTo>
                  <a:lnTo>
                    <a:pt x="5908666" y="119445"/>
                  </a:lnTo>
                  <a:lnTo>
                    <a:pt x="5908759" y="119445"/>
                  </a:lnTo>
                  <a:lnTo>
                    <a:pt x="5908853" y="119445"/>
                  </a:lnTo>
                  <a:lnTo>
                    <a:pt x="5908946" y="119445"/>
                  </a:lnTo>
                  <a:lnTo>
                    <a:pt x="5909039" y="119445"/>
                  </a:lnTo>
                  <a:lnTo>
                    <a:pt x="5909132" y="119445"/>
                  </a:lnTo>
                  <a:lnTo>
                    <a:pt x="5909226" y="119445"/>
                  </a:lnTo>
                  <a:lnTo>
                    <a:pt x="5909319" y="119445"/>
                  </a:lnTo>
                  <a:lnTo>
                    <a:pt x="5909412" y="119445"/>
                  </a:lnTo>
                  <a:lnTo>
                    <a:pt x="5909505" y="119445"/>
                  </a:lnTo>
                  <a:lnTo>
                    <a:pt x="5909599" y="119445"/>
                  </a:lnTo>
                  <a:lnTo>
                    <a:pt x="5909692" y="119445"/>
                  </a:lnTo>
                  <a:lnTo>
                    <a:pt x="5909785" y="119445"/>
                  </a:lnTo>
                  <a:lnTo>
                    <a:pt x="5909878" y="119445"/>
                  </a:lnTo>
                  <a:lnTo>
                    <a:pt x="5909972" y="119445"/>
                  </a:lnTo>
                  <a:lnTo>
                    <a:pt x="5910065" y="119445"/>
                  </a:lnTo>
                  <a:lnTo>
                    <a:pt x="5910158" y="119445"/>
                  </a:lnTo>
                  <a:lnTo>
                    <a:pt x="5910251" y="119445"/>
                  </a:lnTo>
                  <a:lnTo>
                    <a:pt x="5910345" y="119445"/>
                  </a:lnTo>
                  <a:lnTo>
                    <a:pt x="5910438" y="119445"/>
                  </a:lnTo>
                  <a:lnTo>
                    <a:pt x="5910531" y="119445"/>
                  </a:lnTo>
                  <a:lnTo>
                    <a:pt x="5910624" y="119445"/>
                  </a:lnTo>
                  <a:lnTo>
                    <a:pt x="5910718" y="119445"/>
                  </a:lnTo>
                  <a:lnTo>
                    <a:pt x="5910811" y="119445"/>
                  </a:lnTo>
                  <a:lnTo>
                    <a:pt x="5910904" y="119445"/>
                  </a:lnTo>
                  <a:lnTo>
                    <a:pt x="5910997" y="119445"/>
                  </a:lnTo>
                  <a:lnTo>
                    <a:pt x="5911090" y="119445"/>
                  </a:lnTo>
                  <a:lnTo>
                    <a:pt x="5911184" y="119445"/>
                  </a:lnTo>
                  <a:lnTo>
                    <a:pt x="5911277" y="119445"/>
                  </a:lnTo>
                  <a:lnTo>
                    <a:pt x="5911370" y="119445"/>
                  </a:lnTo>
                  <a:lnTo>
                    <a:pt x="5911463" y="119445"/>
                  </a:lnTo>
                  <a:lnTo>
                    <a:pt x="5911557" y="119445"/>
                  </a:lnTo>
                  <a:lnTo>
                    <a:pt x="5911650" y="119445"/>
                  </a:lnTo>
                  <a:lnTo>
                    <a:pt x="5911743" y="119445"/>
                  </a:lnTo>
                  <a:lnTo>
                    <a:pt x="5911836" y="119445"/>
                  </a:lnTo>
                  <a:lnTo>
                    <a:pt x="5911930" y="119445"/>
                  </a:lnTo>
                  <a:lnTo>
                    <a:pt x="5912023" y="119445"/>
                  </a:lnTo>
                  <a:lnTo>
                    <a:pt x="5912116" y="119445"/>
                  </a:lnTo>
                  <a:lnTo>
                    <a:pt x="5912209" y="119445"/>
                  </a:lnTo>
                  <a:lnTo>
                    <a:pt x="5912303" y="119445"/>
                  </a:lnTo>
                  <a:lnTo>
                    <a:pt x="5912396" y="119445"/>
                  </a:lnTo>
                  <a:lnTo>
                    <a:pt x="5912489" y="119445"/>
                  </a:lnTo>
                  <a:lnTo>
                    <a:pt x="5912582" y="119445"/>
                  </a:lnTo>
                  <a:lnTo>
                    <a:pt x="5912676" y="119445"/>
                  </a:lnTo>
                  <a:lnTo>
                    <a:pt x="5912769" y="119445"/>
                  </a:lnTo>
                  <a:lnTo>
                    <a:pt x="5912862" y="119445"/>
                  </a:lnTo>
                  <a:lnTo>
                    <a:pt x="5912955" y="119445"/>
                  </a:lnTo>
                  <a:lnTo>
                    <a:pt x="5913049" y="119445"/>
                  </a:lnTo>
                  <a:lnTo>
                    <a:pt x="5913142" y="119445"/>
                  </a:lnTo>
                  <a:lnTo>
                    <a:pt x="5913235" y="119445"/>
                  </a:lnTo>
                  <a:lnTo>
                    <a:pt x="5913328" y="119445"/>
                  </a:lnTo>
                  <a:lnTo>
                    <a:pt x="5913422" y="119445"/>
                  </a:lnTo>
                  <a:lnTo>
                    <a:pt x="5913515" y="119445"/>
                  </a:lnTo>
                  <a:lnTo>
                    <a:pt x="5913608" y="119445"/>
                  </a:lnTo>
                  <a:lnTo>
                    <a:pt x="5913701" y="119445"/>
                  </a:lnTo>
                  <a:lnTo>
                    <a:pt x="5913795" y="119445"/>
                  </a:lnTo>
                  <a:lnTo>
                    <a:pt x="5913888" y="119445"/>
                  </a:lnTo>
                  <a:lnTo>
                    <a:pt x="5913981" y="119445"/>
                  </a:lnTo>
                  <a:lnTo>
                    <a:pt x="5914074" y="119445"/>
                  </a:lnTo>
                  <a:lnTo>
                    <a:pt x="5914168" y="119445"/>
                  </a:lnTo>
                  <a:lnTo>
                    <a:pt x="5914261" y="119445"/>
                  </a:lnTo>
                  <a:lnTo>
                    <a:pt x="5914354" y="119445"/>
                  </a:lnTo>
                  <a:lnTo>
                    <a:pt x="5914447" y="119445"/>
                  </a:lnTo>
                  <a:lnTo>
                    <a:pt x="5914541" y="119445"/>
                  </a:lnTo>
                  <a:lnTo>
                    <a:pt x="5914634" y="119445"/>
                  </a:lnTo>
                  <a:lnTo>
                    <a:pt x="5914727" y="119445"/>
                  </a:lnTo>
                  <a:lnTo>
                    <a:pt x="5914820" y="119445"/>
                  </a:lnTo>
                  <a:lnTo>
                    <a:pt x="5914914" y="119445"/>
                  </a:lnTo>
                  <a:lnTo>
                    <a:pt x="5915007" y="119445"/>
                  </a:lnTo>
                  <a:lnTo>
                    <a:pt x="5915100" y="119445"/>
                  </a:lnTo>
                  <a:lnTo>
                    <a:pt x="5915193" y="119445"/>
                  </a:lnTo>
                  <a:lnTo>
                    <a:pt x="5915287" y="119445"/>
                  </a:lnTo>
                  <a:lnTo>
                    <a:pt x="5915380" y="119445"/>
                  </a:lnTo>
                  <a:lnTo>
                    <a:pt x="5915473" y="119445"/>
                  </a:lnTo>
                  <a:lnTo>
                    <a:pt x="5915566" y="119445"/>
                  </a:lnTo>
                  <a:lnTo>
                    <a:pt x="5915660" y="119445"/>
                  </a:lnTo>
                  <a:lnTo>
                    <a:pt x="5915753" y="119445"/>
                  </a:lnTo>
                  <a:lnTo>
                    <a:pt x="5915846" y="119445"/>
                  </a:lnTo>
                  <a:lnTo>
                    <a:pt x="5915939" y="119445"/>
                  </a:lnTo>
                  <a:lnTo>
                    <a:pt x="5916033" y="119445"/>
                  </a:lnTo>
                  <a:lnTo>
                    <a:pt x="5916126" y="119445"/>
                  </a:lnTo>
                  <a:lnTo>
                    <a:pt x="5916219" y="119445"/>
                  </a:lnTo>
                  <a:lnTo>
                    <a:pt x="5916312" y="119445"/>
                  </a:lnTo>
                  <a:lnTo>
                    <a:pt x="5916406" y="119445"/>
                  </a:lnTo>
                  <a:lnTo>
                    <a:pt x="5916499" y="119445"/>
                  </a:lnTo>
                  <a:lnTo>
                    <a:pt x="5916592" y="119445"/>
                  </a:lnTo>
                  <a:lnTo>
                    <a:pt x="5916685" y="119445"/>
                  </a:lnTo>
                  <a:lnTo>
                    <a:pt x="5916779" y="119445"/>
                  </a:lnTo>
                  <a:lnTo>
                    <a:pt x="5916872" y="119445"/>
                  </a:lnTo>
                  <a:lnTo>
                    <a:pt x="5916965" y="119445"/>
                  </a:lnTo>
                  <a:lnTo>
                    <a:pt x="5917058" y="119445"/>
                  </a:lnTo>
                  <a:lnTo>
                    <a:pt x="5917152" y="119445"/>
                  </a:lnTo>
                  <a:lnTo>
                    <a:pt x="5917245" y="119445"/>
                  </a:lnTo>
                  <a:lnTo>
                    <a:pt x="5917338" y="119445"/>
                  </a:lnTo>
                  <a:lnTo>
                    <a:pt x="5917431" y="119445"/>
                  </a:lnTo>
                  <a:lnTo>
                    <a:pt x="5917525" y="119445"/>
                  </a:lnTo>
                  <a:lnTo>
                    <a:pt x="5917618" y="119445"/>
                  </a:lnTo>
                  <a:lnTo>
                    <a:pt x="5917711" y="119445"/>
                  </a:lnTo>
                  <a:lnTo>
                    <a:pt x="5917804" y="119445"/>
                  </a:lnTo>
                  <a:lnTo>
                    <a:pt x="5917898" y="119445"/>
                  </a:lnTo>
                  <a:lnTo>
                    <a:pt x="5917991" y="119445"/>
                  </a:lnTo>
                  <a:lnTo>
                    <a:pt x="5918084" y="119445"/>
                  </a:lnTo>
                  <a:lnTo>
                    <a:pt x="5918177" y="119445"/>
                  </a:lnTo>
                  <a:lnTo>
                    <a:pt x="5918270" y="119445"/>
                  </a:lnTo>
                  <a:lnTo>
                    <a:pt x="5918364" y="119445"/>
                  </a:lnTo>
                  <a:lnTo>
                    <a:pt x="5918457" y="119445"/>
                  </a:lnTo>
                  <a:lnTo>
                    <a:pt x="5918550" y="119445"/>
                  </a:lnTo>
                  <a:lnTo>
                    <a:pt x="5918643" y="119445"/>
                  </a:lnTo>
                  <a:lnTo>
                    <a:pt x="5918737" y="119445"/>
                  </a:lnTo>
                  <a:lnTo>
                    <a:pt x="5918830" y="119445"/>
                  </a:lnTo>
                  <a:lnTo>
                    <a:pt x="5918923" y="119445"/>
                  </a:lnTo>
                  <a:lnTo>
                    <a:pt x="5919016" y="119445"/>
                  </a:lnTo>
                  <a:lnTo>
                    <a:pt x="5919110" y="119445"/>
                  </a:lnTo>
                  <a:lnTo>
                    <a:pt x="5919203" y="119445"/>
                  </a:lnTo>
                  <a:lnTo>
                    <a:pt x="5919296" y="119445"/>
                  </a:lnTo>
                  <a:lnTo>
                    <a:pt x="5919389" y="119445"/>
                  </a:lnTo>
                  <a:lnTo>
                    <a:pt x="5919483" y="119445"/>
                  </a:lnTo>
                  <a:lnTo>
                    <a:pt x="5919576" y="119445"/>
                  </a:lnTo>
                  <a:lnTo>
                    <a:pt x="5919669" y="119445"/>
                  </a:lnTo>
                  <a:lnTo>
                    <a:pt x="5919762" y="119445"/>
                  </a:lnTo>
                  <a:lnTo>
                    <a:pt x="5919856" y="119445"/>
                  </a:lnTo>
                  <a:lnTo>
                    <a:pt x="5919949" y="119445"/>
                  </a:lnTo>
                  <a:lnTo>
                    <a:pt x="5920042" y="119445"/>
                  </a:lnTo>
                  <a:lnTo>
                    <a:pt x="5920135" y="119445"/>
                  </a:lnTo>
                  <a:lnTo>
                    <a:pt x="5920229" y="119445"/>
                  </a:lnTo>
                  <a:lnTo>
                    <a:pt x="5920322" y="119445"/>
                  </a:lnTo>
                  <a:lnTo>
                    <a:pt x="5920415" y="119445"/>
                  </a:lnTo>
                  <a:lnTo>
                    <a:pt x="5920508" y="119445"/>
                  </a:lnTo>
                  <a:lnTo>
                    <a:pt x="5920602" y="119445"/>
                  </a:lnTo>
                  <a:lnTo>
                    <a:pt x="5920695" y="119445"/>
                  </a:lnTo>
                  <a:lnTo>
                    <a:pt x="5920788" y="119445"/>
                  </a:lnTo>
                  <a:lnTo>
                    <a:pt x="5920881" y="119445"/>
                  </a:lnTo>
                  <a:lnTo>
                    <a:pt x="5920975" y="119445"/>
                  </a:lnTo>
                  <a:lnTo>
                    <a:pt x="5921068" y="119445"/>
                  </a:lnTo>
                  <a:lnTo>
                    <a:pt x="5921161" y="119445"/>
                  </a:lnTo>
                  <a:lnTo>
                    <a:pt x="5921254" y="119445"/>
                  </a:lnTo>
                  <a:lnTo>
                    <a:pt x="5921348" y="119445"/>
                  </a:lnTo>
                  <a:lnTo>
                    <a:pt x="5921441" y="119445"/>
                  </a:lnTo>
                  <a:lnTo>
                    <a:pt x="5921534" y="119445"/>
                  </a:lnTo>
                  <a:lnTo>
                    <a:pt x="5921627" y="119445"/>
                  </a:lnTo>
                  <a:lnTo>
                    <a:pt x="5921721" y="119445"/>
                  </a:lnTo>
                  <a:lnTo>
                    <a:pt x="5921814" y="119445"/>
                  </a:lnTo>
                  <a:lnTo>
                    <a:pt x="5921907" y="119445"/>
                  </a:lnTo>
                  <a:lnTo>
                    <a:pt x="5922000" y="119445"/>
                  </a:lnTo>
                  <a:lnTo>
                    <a:pt x="5922094" y="119445"/>
                  </a:lnTo>
                  <a:lnTo>
                    <a:pt x="5922187" y="119445"/>
                  </a:lnTo>
                  <a:lnTo>
                    <a:pt x="5922280" y="119445"/>
                  </a:lnTo>
                  <a:lnTo>
                    <a:pt x="5922373" y="119445"/>
                  </a:lnTo>
                  <a:lnTo>
                    <a:pt x="5922467" y="119445"/>
                  </a:lnTo>
                  <a:lnTo>
                    <a:pt x="5922560" y="119445"/>
                  </a:lnTo>
                  <a:lnTo>
                    <a:pt x="5922653" y="119445"/>
                  </a:lnTo>
                  <a:lnTo>
                    <a:pt x="5922746" y="119445"/>
                  </a:lnTo>
                  <a:lnTo>
                    <a:pt x="5922840" y="119445"/>
                  </a:lnTo>
                  <a:lnTo>
                    <a:pt x="5922933" y="119445"/>
                  </a:lnTo>
                  <a:lnTo>
                    <a:pt x="5923026" y="119445"/>
                  </a:lnTo>
                  <a:lnTo>
                    <a:pt x="5923119" y="119445"/>
                  </a:lnTo>
                  <a:lnTo>
                    <a:pt x="5923213" y="119445"/>
                  </a:lnTo>
                  <a:lnTo>
                    <a:pt x="5923306" y="119445"/>
                  </a:lnTo>
                  <a:lnTo>
                    <a:pt x="5923399" y="119445"/>
                  </a:lnTo>
                  <a:lnTo>
                    <a:pt x="5923492" y="119445"/>
                  </a:lnTo>
                  <a:lnTo>
                    <a:pt x="5923586" y="119445"/>
                  </a:lnTo>
                  <a:lnTo>
                    <a:pt x="5923679" y="119445"/>
                  </a:lnTo>
                  <a:lnTo>
                    <a:pt x="5923772" y="119445"/>
                  </a:lnTo>
                  <a:lnTo>
                    <a:pt x="5923865" y="119445"/>
                  </a:lnTo>
                  <a:lnTo>
                    <a:pt x="5923959" y="119445"/>
                  </a:lnTo>
                  <a:lnTo>
                    <a:pt x="5924052" y="119445"/>
                  </a:lnTo>
                  <a:lnTo>
                    <a:pt x="5924145" y="119445"/>
                  </a:lnTo>
                  <a:lnTo>
                    <a:pt x="5924238" y="119445"/>
                  </a:lnTo>
                  <a:lnTo>
                    <a:pt x="5924332" y="119445"/>
                  </a:lnTo>
                  <a:lnTo>
                    <a:pt x="5924425" y="119445"/>
                  </a:lnTo>
                  <a:lnTo>
                    <a:pt x="5924518" y="119445"/>
                  </a:lnTo>
                  <a:lnTo>
                    <a:pt x="5924611" y="119445"/>
                  </a:lnTo>
                  <a:lnTo>
                    <a:pt x="5924705" y="119445"/>
                  </a:lnTo>
                  <a:lnTo>
                    <a:pt x="5924798" y="119445"/>
                  </a:lnTo>
                  <a:lnTo>
                    <a:pt x="5924891" y="119445"/>
                  </a:lnTo>
                  <a:lnTo>
                    <a:pt x="5924984" y="119445"/>
                  </a:lnTo>
                  <a:lnTo>
                    <a:pt x="5925077" y="119445"/>
                  </a:lnTo>
                  <a:lnTo>
                    <a:pt x="5925171" y="119445"/>
                  </a:lnTo>
                  <a:lnTo>
                    <a:pt x="5925264" y="119445"/>
                  </a:lnTo>
                  <a:lnTo>
                    <a:pt x="5925357" y="119445"/>
                  </a:lnTo>
                  <a:lnTo>
                    <a:pt x="5925450" y="119445"/>
                  </a:lnTo>
                  <a:lnTo>
                    <a:pt x="5925544" y="119445"/>
                  </a:lnTo>
                  <a:lnTo>
                    <a:pt x="5925637" y="119445"/>
                  </a:lnTo>
                  <a:lnTo>
                    <a:pt x="5925730" y="119445"/>
                  </a:lnTo>
                  <a:lnTo>
                    <a:pt x="5925823" y="119445"/>
                  </a:lnTo>
                  <a:lnTo>
                    <a:pt x="5925917" y="119445"/>
                  </a:lnTo>
                  <a:lnTo>
                    <a:pt x="5926010" y="119445"/>
                  </a:lnTo>
                  <a:lnTo>
                    <a:pt x="5926103" y="119445"/>
                  </a:lnTo>
                  <a:lnTo>
                    <a:pt x="5926196" y="119445"/>
                  </a:lnTo>
                  <a:lnTo>
                    <a:pt x="5926290" y="119445"/>
                  </a:lnTo>
                  <a:lnTo>
                    <a:pt x="5926383" y="119445"/>
                  </a:lnTo>
                  <a:lnTo>
                    <a:pt x="5926476" y="119445"/>
                  </a:lnTo>
                  <a:lnTo>
                    <a:pt x="5926569" y="119445"/>
                  </a:lnTo>
                  <a:lnTo>
                    <a:pt x="5926663" y="119445"/>
                  </a:lnTo>
                  <a:lnTo>
                    <a:pt x="5926756" y="119445"/>
                  </a:lnTo>
                  <a:lnTo>
                    <a:pt x="5926849" y="119445"/>
                  </a:lnTo>
                  <a:lnTo>
                    <a:pt x="5926942" y="119445"/>
                  </a:lnTo>
                  <a:lnTo>
                    <a:pt x="5927036" y="119445"/>
                  </a:lnTo>
                  <a:lnTo>
                    <a:pt x="5927129" y="119445"/>
                  </a:lnTo>
                  <a:lnTo>
                    <a:pt x="5927222" y="119445"/>
                  </a:lnTo>
                  <a:lnTo>
                    <a:pt x="5927315" y="119445"/>
                  </a:lnTo>
                  <a:lnTo>
                    <a:pt x="5927409" y="119445"/>
                  </a:lnTo>
                  <a:lnTo>
                    <a:pt x="5927502" y="119445"/>
                  </a:lnTo>
                  <a:lnTo>
                    <a:pt x="5927595" y="119445"/>
                  </a:lnTo>
                  <a:lnTo>
                    <a:pt x="5927688" y="119445"/>
                  </a:lnTo>
                  <a:lnTo>
                    <a:pt x="5927782" y="119445"/>
                  </a:lnTo>
                  <a:lnTo>
                    <a:pt x="5927875" y="119445"/>
                  </a:lnTo>
                  <a:lnTo>
                    <a:pt x="5927968" y="119445"/>
                  </a:lnTo>
                  <a:lnTo>
                    <a:pt x="5928061" y="119445"/>
                  </a:lnTo>
                  <a:lnTo>
                    <a:pt x="5928155" y="119445"/>
                  </a:lnTo>
                  <a:lnTo>
                    <a:pt x="5928248" y="119445"/>
                  </a:lnTo>
                  <a:lnTo>
                    <a:pt x="5928341" y="119445"/>
                  </a:lnTo>
                  <a:lnTo>
                    <a:pt x="5928434" y="119445"/>
                  </a:lnTo>
                  <a:lnTo>
                    <a:pt x="5928528" y="119445"/>
                  </a:lnTo>
                  <a:lnTo>
                    <a:pt x="5928621" y="119445"/>
                  </a:lnTo>
                  <a:lnTo>
                    <a:pt x="5928714" y="119445"/>
                  </a:lnTo>
                  <a:lnTo>
                    <a:pt x="5928807" y="119445"/>
                  </a:lnTo>
                  <a:lnTo>
                    <a:pt x="5928901" y="119445"/>
                  </a:lnTo>
                  <a:lnTo>
                    <a:pt x="5928994" y="119445"/>
                  </a:lnTo>
                  <a:lnTo>
                    <a:pt x="5929087" y="119445"/>
                  </a:lnTo>
                  <a:lnTo>
                    <a:pt x="5929180" y="119445"/>
                  </a:lnTo>
                  <a:lnTo>
                    <a:pt x="5929274" y="119445"/>
                  </a:lnTo>
                  <a:lnTo>
                    <a:pt x="5929367" y="119445"/>
                  </a:lnTo>
                  <a:lnTo>
                    <a:pt x="5929460" y="119445"/>
                  </a:lnTo>
                  <a:lnTo>
                    <a:pt x="5929553" y="119445"/>
                  </a:lnTo>
                  <a:lnTo>
                    <a:pt x="5929647" y="119445"/>
                  </a:lnTo>
                  <a:lnTo>
                    <a:pt x="5929740" y="119445"/>
                  </a:lnTo>
                  <a:lnTo>
                    <a:pt x="5929833" y="119445"/>
                  </a:lnTo>
                  <a:lnTo>
                    <a:pt x="5929926" y="119445"/>
                  </a:lnTo>
                  <a:lnTo>
                    <a:pt x="5930020" y="119445"/>
                  </a:lnTo>
                  <a:lnTo>
                    <a:pt x="5930113" y="119445"/>
                  </a:lnTo>
                  <a:lnTo>
                    <a:pt x="5930206" y="119445"/>
                  </a:lnTo>
                  <a:lnTo>
                    <a:pt x="5930299" y="119445"/>
                  </a:lnTo>
                  <a:lnTo>
                    <a:pt x="5930393" y="119445"/>
                  </a:lnTo>
                  <a:lnTo>
                    <a:pt x="5930486" y="119445"/>
                  </a:lnTo>
                  <a:lnTo>
                    <a:pt x="5930579" y="119445"/>
                  </a:lnTo>
                  <a:lnTo>
                    <a:pt x="5930672" y="119445"/>
                  </a:lnTo>
                  <a:lnTo>
                    <a:pt x="5930766" y="119445"/>
                  </a:lnTo>
                  <a:lnTo>
                    <a:pt x="5930859" y="119445"/>
                  </a:lnTo>
                  <a:lnTo>
                    <a:pt x="5930952" y="119445"/>
                  </a:lnTo>
                  <a:lnTo>
                    <a:pt x="5931045" y="119445"/>
                  </a:lnTo>
                  <a:lnTo>
                    <a:pt x="5931139" y="119445"/>
                  </a:lnTo>
                  <a:lnTo>
                    <a:pt x="5931232" y="119445"/>
                  </a:lnTo>
                  <a:lnTo>
                    <a:pt x="5931325" y="119445"/>
                  </a:lnTo>
                  <a:lnTo>
                    <a:pt x="5931418" y="119445"/>
                  </a:lnTo>
                  <a:lnTo>
                    <a:pt x="5931512" y="119445"/>
                  </a:lnTo>
                  <a:lnTo>
                    <a:pt x="5931605" y="119445"/>
                  </a:lnTo>
                  <a:lnTo>
                    <a:pt x="5931698" y="119445"/>
                  </a:lnTo>
                  <a:lnTo>
                    <a:pt x="5931791" y="119445"/>
                  </a:lnTo>
                  <a:lnTo>
                    <a:pt x="5931884" y="119445"/>
                  </a:lnTo>
                  <a:lnTo>
                    <a:pt x="5931978" y="119445"/>
                  </a:lnTo>
                  <a:lnTo>
                    <a:pt x="5932071" y="119445"/>
                  </a:lnTo>
                  <a:lnTo>
                    <a:pt x="5932164" y="119445"/>
                  </a:lnTo>
                  <a:lnTo>
                    <a:pt x="5932257" y="119445"/>
                  </a:lnTo>
                  <a:lnTo>
                    <a:pt x="5932351" y="119445"/>
                  </a:lnTo>
                  <a:lnTo>
                    <a:pt x="5932444" y="119445"/>
                  </a:lnTo>
                  <a:lnTo>
                    <a:pt x="5932537" y="119445"/>
                  </a:lnTo>
                  <a:lnTo>
                    <a:pt x="5932630" y="119445"/>
                  </a:lnTo>
                  <a:lnTo>
                    <a:pt x="5932724" y="119445"/>
                  </a:lnTo>
                  <a:lnTo>
                    <a:pt x="5932817" y="119445"/>
                  </a:lnTo>
                  <a:lnTo>
                    <a:pt x="5932910" y="119445"/>
                  </a:lnTo>
                  <a:lnTo>
                    <a:pt x="5933003" y="119445"/>
                  </a:lnTo>
                  <a:lnTo>
                    <a:pt x="5933097" y="119445"/>
                  </a:lnTo>
                  <a:lnTo>
                    <a:pt x="5933190" y="119445"/>
                  </a:lnTo>
                  <a:lnTo>
                    <a:pt x="5933283" y="119445"/>
                  </a:lnTo>
                  <a:lnTo>
                    <a:pt x="5933376" y="119445"/>
                  </a:lnTo>
                  <a:lnTo>
                    <a:pt x="5933470" y="119445"/>
                  </a:lnTo>
                  <a:lnTo>
                    <a:pt x="5933563" y="119445"/>
                  </a:lnTo>
                  <a:lnTo>
                    <a:pt x="5933656" y="119445"/>
                  </a:lnTo>
                  <a:lnTo>
                    <a:pt x="5933749" y="119445"/>
                  </a:lnTo>
                  <a:lnTo>
                    <a:pt x="5933843" y="119445"/>
                  </a:lnTo>
                  <a:lnTo>
                    <a:pt x="5933936" y="119445"/>
                  </a:lnTo>
                  <a:lnTo>
                    <a:pt x="5934029" y="119445"/>
                  </a:lnTo>
                  <a:lnTo>
                    <a:pt x="5934122" y="119445"/>
                  </a:lnTo>
                  <a:lnTo>
                    <a:pt x="5934216" y="119445"/>
                  </a:lnTo>
                  <a:lnTo>
                    <a:pt x="5934309" y="119445"/>
                  </a:lnTo>
                  <a:lnTo>
                    <a:pt x="5934402" y="119445"/>
                  </a:lnTo>
                  <a:lnTo>
                    <a:pt x="5934495" y="119445"/>
                  </a:lnTo>
                  <a:lnTo>
                    <a:pt x="5934589" y="119445"/>
                  </a:lnTo>
                  <a:lnTo>
                    <a:pt x="5934682" y="119445"/>
                  </a:lnTo>
                  <a:lnTo>
                    <a:pt x="5934775" y="119445"/>
                  </a:lnTo>
                  <a:lnTo>
                    <a:pt x="5934868" y="119445"/>
                  </a:lnTo>
                  <a:lnTo>
                    <a:pt x="5934962" y="119445"/>
                  </a:lnTo>
                  <a:lnTo>
                    <a:pt x="5935055" y="119445"/>
                  </a:lnTo>
                  <a:lnTo>
                    <a:pt x="5935148" y="119445"/>
                  </a:lnTo>
                  <a:lnTo>
                    <a:pt x="5935241" y="119445"/>
                  </a:lnTo>
                  <a:lnTo>
                    <a:pt x="5935335" y="119445"/>
                  </a:lnTo>
                  <a:lnTo>
                    <a:pt x="5935428" y="119445"/>
                  </a:lnTo>
                  <a:lnTo>
                    <a:pt x="5935521" y="119445"/>
                  </a:lnTo>
                  <a:lnTo>
                    <a:pt x="5935614" y="119445"/>
                  </a:lnTo>
                  <a:lnTo>
                    <a:pt x="5935708" y="119445"/>
                  </a:lnTo>
                  <a:lnTo>
                    <a:pt x="5935801" y="119445"/>
                  </a:lnTo>
                  <a:lnTo>
                    <a:pt x="5935894" y="119445"/>
                  </a:lnTo>
                  <a:lnTo>
                    <a:pt x="5935987" y="119445"/>
                  </a:lnTo>
                  <a:lnTo>
                    <a:pt x="5936081" y="119445"/>
                  </a:lnTo>
                  <a:lnTo>
                    <a:pt x="5936174" y="119445"/>
                  </a:lnTo>
                  <a:lnTo>
                    <a:pt x="5936267" y="119445"/>
                  </a:lnTo>
                  <a:lnTo>
                    <a:pt x="5936360" y="119445"/>
                  </a:lnTo>
                  <a:lnTo>
                    <a:pt x="5936454" y="119445"/>
                  </a:lnTo>
                  <a:lnTo>
                    <a:pt x="5936547" y="119445"/>
                  </a:lnTo>
                  <a:lnTo>
                    <a:pt x="5936640" y="119445"/>
                  </a:lnTo>
                  <a:lnTo>
                    <a:pt x="5936733" y="119445"/>
                  </a:lnTo>
                  <a:lnTo>
                    <a:pt x="5936827" y="119445"/>
                  </a:lnTo>
                  <a:lnTo>
                    <a:pt x="5936920" y="119445"/>
                  </a:lnTo>
                  <a:lnTo>
                    <a:pt x="5937013" y="119445"/>
                  </a:lnTo>
                  <a:lnTo>
                    <a:pt x="5937106" y="119445"/>
                  </a:lnTo>
                  <a:lnTo>
                    <a:pt x="5937200" y="119445"/>
                  </a:lnTo>
                  <a:lnTo>
                    <a:pt x="5937293" y="119445"/>
                  </a:lnTo>
                  <a:lnTo>
                    <a:pt x="5937386" y="119445"/>
                  </a:lnTo>
                  <a:lnTo>
                    <a:pt x="5937479" y="119445"/>
                  </a:lnTo>
                  <a:lnTo>
                    <a:pt x="5937573" y="119445"/>
                  </a:lnTo>
                  <a:lnTo>
                    <a:pt x="5937666" y="119445"/>
                  </a:lnTo>
                  <a:lnTo>
                    <a:pt x="5937759" y="119445"/>
                  </a:lnTo>
                  <a:lnTo>
                    <a:pt x="5937852" y="119445"/>
                  </a:lnTo>
                  <a:lnTo>
                    <a:pt x="5937946" y="119445"/>
                  </a:lnTo>
                  <a:lnTo>
                    <a:pt x="5938039" y="119445"/>
                  </a:lnTo>
                  <a:lnTo>
                    <a:pt x="5938132" y="119445"/>
                  </a:lnTo>
                  <a:lnTo>
                    <a:pt x="5938225" y="119445"/>
                  </a:lnTo>
                  <a:lnTo>
                    <a:pt x="5938319" y="119445"/>
                  </a:lnTo>
                  <a:lnTo>
                    <a:pt x="5938412" y="119445"/>
                  </a:lnTo>
                  <a:lnTo>
                    <a:pt x="5938505" y="119445"/>
                  </a:lnTo>
                  <a:lnTo>
                    <a:pt x="5938598" y="119445"/>
                  </a:lnTo>
                  <a:lnTo>
                    <a:pt x="5938692" y="119445"/>
                  </a:lnTo>
                  <a:lnTo>
                    <a:pt x="5938785" y="119445"/>
                  </a:lnTo>
                  <a:lnTo>
                    <a:pt x="5938878" y="119445"/>
                  </a:lnTo>
                  <a:lnTo>
                    <a:pt x="5938971" y="119445"/>
                  </a:lnTo>
                  <a:lnTo>
                    <a:pt x="5939064" y="119445"/>
                  </a:lnTo>
                  <a:lnTo>
                    <a:pt x="5939158" y="119445"/>
                  </a:lnTo>
                  <a:lnTo>
                    <a:pt x="5939251" y="119445"/>
                  </a:lnTo>
                  <a:lnTo>
                    <a:pt x="5939344" y="119445"/>
                  </a:lnTo>
                  <a:lnTo>
                    <a:pt x="5939437" y="119445"/>
                  </a:lnTo>
                  <a:lnTo>
                    <a:pt x="5939531" y="119445"/>
                  </a:lnTo>
                  <a:lnTo>
                    <a:pt x="5939624" y="119445"/>
                  </a:lnTo>
                  <a:lnTo>
                    <a:pt x="5939717" y="119445"/>
                  </a:lnTo>
                  <a:lnTo>
                    <a:pt x="5939810" y="119445"/>
                  </a:lnTo>
                  <a:lnTo>
                    <a:pt x="5939904" y="119445"/>
                  </a:lnTo>
                  <a:lnTo>
                    <a:pt x="5939997" y="119445"/>
                  </a:lnTo>
                  <a:lnTo>
                    <a:pt x="5940090" y="119445"/>
                  </a:lnTo>
                  <a:lnTo>
                    <a:pt x="5940183" y="119445"/>
                  </a:lnTo>
                  <a:lnTo>
                    <a:pt x="5940277" y="119445"/>
                  </a:lnTo>
                  <a:lnTo>
                    <a:pt x="5940370" y="119445"/>
                  </a:lnTo>
                  <a:lnTo>
                    <a:pt x="5940463" y="119445"/>
                  </a:lnTo>
                  <a:lnTo>
                    <a:pt x="5940556" y="119445"/>
                  </a:lnTo>
                  <a:lnTo>
                    <a:pt x="5940650" y="119445"/>
                  </a:lnTo>
                  <a:lnTo>
                    <a:pt x="5940743" y="119445"/>
                  </a:lnTo>
                  <a:lnTo>
                    <a:pt x="5940836" y="119445"/>
                  </a:lnTo>
                  <a:lnTo>
                    <a:pt x="5940929" y="119445"/>
                  </a:lnTo>
                  <a:lnTo>
                    <a:pt x="5941023" y="119445"/>
                  </a:lnTo>
                  <a:lnTo>
                    <a:pt x="5941116" y="119445"/>
                  </a:lnTo>
                  <a:lnTo>
                    <a:pt x="5941209" y="119445"/>
                  </a:lnTo>
                  <a:lnTo>
                    <a:pt x="5941302" y="119445"/>
                  </a:lnTo>
                  <a:lnTo>
                    <a:pt x="5941396" y="119445"/>
                  </a:lnTo>
                  <a:lnTo>
                    <a:pt x="5941489" y="119445"/>
                  </a:lnTo>
                  <a:lnTo>
                    <a:pt x="5941582" y="119445"/>
                  </a:lnTo>
                  <a:lnTo>
                    <a:pt x="5941675" y="119445"/>
                  </a:lnTo>
                  <a:lnTo>
                    <a:pt x="5941769" y="119445"/>
                  </a:lnTo>
                  <a:lnTo>
                    <a:pt x="5941862" y="119445"/>
                  </a:lnTo>
                  <a:lnTo>
                    <a:pt x="5941955" y="119445"/>
                  </a:lnTo>
                  <a:lnTo>
                    <a:pt x="5942048" y="119445"/>
                  </a:lnTo>
                  <a:lnTo>
                    <a:pt x="5942142" y="119445"/>
                  </a:lnTo>
                  <a:lnTo>
                    <a:pt x="5942235" y="119445"/>
                  </a:lnTo>
                  <a:lnTo>
                    <a:pt x="5942328" y="119445"/>
                  </a:lnTo>
                  <a:lnTo>
                    <a:pt x="5942421" y="119445"/>
                  </a:lnTo>
                  <a:lnTo>
                    <a:pt x="5942515" y="119445"/>
                  </a:lnTo>
                  <a:lnTo>
                    <a:pt x="5942608" y="119445"/>
                  </a:lnTo>
                  <a:lnTo>
                    <a:pt x="5942701" y="119445"/>
                  </a:lnTo>
                  <a:lnTo>
                    <a:pt x="5942794" y="119445"/>
                  </a:lnTo>
                  <a:lnTo>
                    <a:pt x="5942888" y="119445"/>
                  </a:lnTo>
                  <a:lnTo>
                    <a:pt x="5942981" y="119445"/>
                  </a:lnTo>
                  <a:lnTo>
                    <a:pt x="5943074" y="119445"/>
                  </a:lnTo>
                  <a:lnTo>
                    <a:pt x="5943167" y="119445"/>
                  </a:lnTo>
                  <a:lnTo>
                    <a:pt x="5943261" y="119445"/>
                  </a:lnTo>
                  <a:lnTo>
                    <a:pt x="5943354" y="119445"/>
                  </a:lnTo>
                  <a:lnTo>
                    <a:pt x="5943447" y="119445"/>
                  </a:lnTo>
                  <a:lnTo>
                    <a:pt x="5943540" y="119445"/>
                  </a:lnTo>
                  <a:lnTo>
                    <a:pt x="5943634" y="119445"/>
                  </a:lnTo>
                  <a:lnTo>
                    <a:pt x="5943727" y="119445"/>
                  </a:lnTo>
                  <a:lnTo>
                    <a:pt x="5943820" y="119445"/>
                  </a:lnTo>
                  <a:lnTo>
                    <a:pt x="5943913" y="119445"/>
                  </a:lnTo>
                  <a:lnTo>
                    <a:pt x="5944007" y="119445"/>
                  </a:lnTo>
                  <a:lnTo>
                    <a:pt x="5944100" y="119445"/>
                  </a:lnTo>
                  <a:lnTo>
                    <a:pt x="5944193" y="119445"/>
                  </a:lnTo>
                  <a:lnTo>
                    <a:pt x="5944286" y="119445"/>
                  </a:lnTo>
                  <a:lnTo>
                    <a:pt x="5944380" y="119445"/>
                  </a:lnTo>
                  <a:lnTo>
                    <a:pt x="5944473" y="119445"/>
                  </a:lnTo>
                  <a:lnTo>
                    <a:pt x="5944566" y="119445"/>
                  </a:lnTo>
                  <a:lnTo>
                    <a:pt x="5944659" y="119445"/>
                  </a:lnTo>
                  <a:lnTo>
                    <a:pt x="5944753" y="119445"/>
                  </a:lnTo>
                  <a:lnTo>
                    <a:pt x="5944846" y="119445"/>
                  </a:lnTo>
                  <a:lnTo>
                    <a:pt x="5944939" y="119445"/>
                  </a:lnTo>
                  <a:lnTo>
                    <a:pt x="5945032" y="119445"/>
                  </a:lnTo>
                  <a:lnTo>
                    <a:pt x="5945126" y="119445"/>
                  </a:lnTo>
                  <a:lnTo>
                    <a:pt x="5945219" y="119445"/>
                  </a:lnTo>
                  <a:lnTo>
                    <a:pt x="5945312" y="119445"/>
                  </a:lnTo>
                  <a:lnTo>
                    <a:pt x="5945405" y="119445"/>
                  </a:lnTo>
                  <a:lnTo>
                    <a:pt x="5945499" y="119445"/>
                  </a:lnTo>
                  <a:lnTo>
                    <a:pt x="5945592" y="119445"/>
                  </a:lnTo>
                  <a:lnTo>
                    <a:pt x="5945685" y="119445"/>
                  </a:lnTo>
                  <a:lnTo>
                    <a:pt x="5945778" y="119445"/>
                  </a:lnTo>
                  <a:lnTo>
                    <a:pt x="5945871" y="119445"/>
                  </a:lnTo>
                  <a:lnTo>
                    <a:pt x="5945965" y="119445"/>
                  </a:lnTo>
                  <a:lnTo>
                    <a:pt x="5946058" y="119445"/>
                  </a:lnTo>
                  <a:lnTo>
                    <a:pt x="5946151" y="119445"/>
                  </a:lnTo>
                  <a:lnTo>
                    <a:pt x="5946244" y="119445"/>
                  </a:lnTo>
                  <a:lnTo>
                    <a:pt x="5946338" y="119445"/>
                  </a:lnTo>
                  <a:lnTo>
                    <a:pt x="5946431" y="119445"/>
                  </a:lnTo>
                  <a:lnTo>
                    <a:pt x="5946524" y="119445"/>
                  </a:lnTo>
                  <a:lnTo>
                    <a:pt x="5946617" y="119445"/>
                  </a:lnTo>
                  <a:lnTo>
                    <a:pt x="5946711" y="119445"/>
                  </a:lnTo>
                  <a:lnTo>
                    <a:pt x="5946804" y="119445"/>
                  </a:lnTo>
                  <a:lnTo>
                    <a:pt x="5946897" y="119445"/>
                  </a:lnTo>
                  <a:lnTo>
                    <a:pt x="5946990" y="119445"/>
                  </a:lnTo>
                  <a:lnTo>
                    <a:pt x="5947084" y="119445"/>
                  </a:lnTo>
                  <a:lnTo>
                    <a:pt x="5947177" y="119445"/>
                  </a:lnTo>
                  <a:lnTo>
                    <a:pt x="5947270" y="119445"/>
                  </a:lnTo>
                  <a:lnTo>
                    <a:pt x="5947363" y="119445"/>
                  </a:lnTo>
                  <a:lnTo>
                    <a:pt x="5947457" y="119445"/>
                  </a:lnTo>
                  <a:lnTo>
                    <a:pt x="5947550" y="119445"/>
                  </a:lnTo>
                  <a:lnTo>
                    <a:pt x="5947643" y="119445"/>
                  </a:lnTo>
                  <a:lnTo>
                    <a:pt x="5947736" y="119445"/>
                  </a:lnTo>
                  <a:lnTo>
                    <a:pt x="5947830" y="119445"/>
                  </a:lnTo>
                  <a:lnTo>
                    <a:pt x="5947923" y="119445"/>
                  </a:lnTo>
                  <a:lnTo>
                    <a:pt x="5948016" y="119445"/>
                  </a:lnTo>
                  <a:lnTo>
                    <a:pt x="5948109" y="119445"/>
                  </a:lnTo>
                  <a:lnTo>
                    <a:pt x="5948203" y="119445"/>
                  </a:lnTo>
                  <a:lnTo>
                    <a:pt x="5948296" y="119445"/>
                  </a:lnTo>
                  <a:lnTo>
                    <a:pt x="5948389" y="119445"/>
                  </a:lnTo>
                  <a:lnTo>
                    <a:pt x="5948482" y="119445"/>
                  </a:lnTo>
                  <a:lnTo>
                    <a:pt x="5948576" y="119445"/>
                  </a:lnTo>
                  <a:lnTo>
                    <a:pt x="5948669" y="119445"/>
                  </a:lnTo>
                  <a:lnTo>
                    <a:pt x="5948762" y="119445"/>
                  </a:lnTo>
                  <a:lnTo>
                    <a:pt x="5948855" y="119445"/>
                  </a:lnTo>
                  <a:lnTo>
                    <a:pt x="5948949" y="119445"/>
                  </a:lnTo>
                  <a:lnTo>
                    <a:pt x="5949042" y="119445"/>
                  </a:lnTo>
                  <a:lnTo>
                    <a:pt x="5949135" y="119445"/>
                  </a:lnTo>
                  <a:lnTo>
                    <a:pt x="5949228" y="119445"/>
                  </a:lnTo>
                  <a:lnTo>
                    <a:pt x="5949322" y="119445"/>
                  </a:lnTo>
                  <a:lnTo>
                    <a:pt x="5949415" y="119445"/>
                  </a:lnTo>
                  <a:lnTo>
                    <a:pt x="5949508" y="119445"/>
                  </a:lnTo>
                  <a:lnTo>
                    <a:pt x="5949601" y="119445"/>
                  </a:lnTo>
                  <a:lnTo>
                    <a:pt x="5949695" y="119445"/>
                  </a:lnTo>
                  <a:lnTo>
                    <a:pt x="5949788" y="119445"/>
                  </a:lnTo>
                  <a:lnTo>
                    <a:pt x="5949881" y="119445"/>
                  </a:lnTo>
                  <a:lnTo>
                    <a:pt x="5949974" y="119445"/>
                  </a:lnTo>
                  <a:lnTo>
                    <a:pt x="5950068" y="119445"/>
                  </a:lnTo>
                  <a:lnTo>
                    <a:pt x="5950161" y="119445"/>
                  </a:lnTo>
                  <a:lnTo>
                    <a:pt x="5950161" y="109492"/>
                  </a:lnTo>
                  <a:lnTo>
                    <a:pt x="5950254" y="109492"/>
                  </a:lnTo>
                  <a:lnTo>
                    <a:pt x="5950347" y="109492"/>
                  </a:lnTo>
                  <a:lnTo>
                    <a:pt x="5950441" y="109492"/>
                  </a:lnTo>
                  <a:lnTo>
                    <a:pt x="5950534" y="109492"/>
                  </a:lnTo>
                  <a:lnTo>
                    <a:pt x="5950627" y="109492"/>
                  </a:lnTo>
                  <a:lnTo>
                    <a:pt x="5950720" y="109492"/>
                  </a:lnTo>
                  <a:lnTo>
                    <a:pt x="5950814" y="109492"/>
                  </a:lnTo>
                  <a:lnTo>
                    <a:pt x="5950907" y="109492"/>
                  </a:lnTo>
                  <a:lnTo>
                    <a:pt x="5951000" y="109492"/>
                  </a:lnTo>
                  <a:lnTo>
                    <a:pt x="5951093" y="109492"/>
                  </a:lnTo>
                  <a:lnTo>
                    <a:pt x="5951187" y="109492"/>
                  </a:lnTo>
                  <a:lnTo>
                    <a:pt x="5951280" y="109492"/>
                  </a:lnTo>
                  <a:lnTo>
                    <a:pt x="5951373" y="109492"/>
                  </a:lnTo>
                  <a:lnTo>
                    <a:pt x="5951466" y="109492"/>
                  </a:lnTo>
                  <a:lnTo>
                    <a:pt x="5951560" y="109492"/>
                  </a:lnTo>
                  <a:lnTo>
                    <a:pt x="5951653" y="109492"/>
                  </a:lnTo>
                  <a:lnTo>
                    <a:pt x="5951746" y="109492"/>
                  </a:lnTo>
                  <a:lnTo>
                    <a:pt x="5951839" y="109492"/>
                  </a:lnTo>
                  <a:lnTo>
                    <a:pt x="5951933" y="109492"/>
                  </a:lnTo>
                  <a:lnTo>
                    <a:pt x="5952026" y="109492"/>
                  </a:lnTo>
                  <a:lnTo>
                    <a:pt x="5952119" y="109492"/>
                  </a:lnTo>
                  <a:lnTo>
                    <a:pt x="5952212" y="109492"/>
                  </a:lnTo>
                  <a:lnTo>
                    <a:pt x="5952306" y="109492"/>
                  </a:lnTo>
                  <a:lnTo>
                    <a:pt x="5952399" y="109492"/>
                  </a:lnTo>
                  <a:lnTo>
                    <a:pt x="5952492" y="109492"/>
                  </a:lnTo>
                  <a:lnTo>
                    <a:pt x="5952585" y="109492"/>
                  </a:lnTo>
                  <a:lnTo>
                    <a:pt x="5952678" y="109492"/>
                  </a:lnTo>
                  <a:lnTo>
                    <a:pt x="5952772" y="109492"/>
                  </a:lnTo>
                  <a:lnTo>
                    <a:pt x="5952865" y="109492"/>
                  </a:lnTo>
                  <a:lnTo>
                    <a:pt x="5952958" y="109492"/>
                  </a:lnTo>
                  <a:lnTo>
                    <a:pt x="5953051" y="109492"/>
                  </a:lnTo>
                  <a:lnTo>
                    <a:pt x="5953145" y="109492"/>
                  </a:lnTo>
                  <a:lnTo>
                    <a:pt x="5953238" y="109492"/>
                  </a:lnTo>
                  <a:lnTo>
                    <a:pt x="5953331" y="109492"/>
                  </a:lnTo>
                  <a:lnTo>
                    <a:pt x="5953424" y="109492"/>
                  </a:lnTo>
                  <a:lnTo>
                    <a:pt x="5953518" y="109492"/>
                  </a:lnTo>
                  <a:lnTo>
                    <a:pt x="5953611" y="109492"/>
                  </a:lnTo>
                  <a:lnTo>
                    <a:pt x="5953704" y="109492"/>
                  </a:lnTo>
                  <a:lnTo>
                    <a:pt x="5953797" y="109492"/>
                  </a:lnTo>
                  <a:lnTo>
                    <a:pt x="5953891" y="109492"/>
                  </a:lnTo>
                  <a:lnTo>
                    <a:pt x="5953984" y="109492"/>
                  </a:lnTo>
                  <a:lnTo>
                    <a:pt x="5954077" y="109492"/>
                  </a:lnTo>
                  <a:lnTo>
                    <a:pt x="5954170" y="109492"/>
                  </a:lnTo>
                  <a:lnTo>
                    <a:pt x="5954264" y="109492"/>
                  </a:lnTo>
                  <a:lnTo>
                    <a:pt x="5954357" y="109492"/>
                  </a:lnTo>
                  <a:lnTo>
                    <a:pt x="5954450" y="109492"/>
                  </a:lnTo>
                  <a:lnTo>
                    <a:pt x="5954543" y="109492"/>
                  </a:lnTo>
                  <a:lnTo>
                    <a:pt x="5954637" y="109492"/>
                  </a:lnTo>
                  <a:lnTo>
                    <a:pt x="5954730" y="109492"/>
                  </a:lnTo>
                  <a:lnTo>
                    <a:pt x="5954823" y="109492"/>
                  </a:lnTo>
                  <a:lnTo>
                    <a:pt x="5954916" y="109492"/>
                  </a:lnTo>
                  <a:lnTo>
                    <a:pt x="5955010" y="109492"/>
                  </a:lnTo>
                  <a:lnTo>
                    <a:pt x="5955103" y="109492"/>
                  </a:lnTo>
                  <a:lnTo>
                    <a:pt x="5955196" y="109492"/>
                  </a:lnTo>
                  <a:lnTo>
                    <a:pt x="5955289" y="109492"/>
                  </a:lnTo>
                  <a:lnTo>
                    <a:pt x="5955383" y="109492"/>
                  </a:lnTo>
                  <a:lnTo>
                    <a:pt x="5955476" y="109492"/>
                  </a:lnTo>
                  <a:lnTo>
                    <a:pt x="5955569" y="109492"/>
                  </a:lnTo>
                  <a:lnTo>
                    <a:pt x="5955662" y="109492"/>
                  </a:lnTo>
                  <a:lnTo>
                    <a:pt x="5955756" y="109492"/>
                  </a:lnTo>
                  <a:lnTo>
                    <a:pt x="5955849" y="109492"/>
                  </a:lnTo>
                  <a:lnTo>
                    <a:pt x="5955942" y="109492"/>
                  </a:lnTo>
                  <a:lnTo>
                    <a:pt x="5956035" y="109492"/>
                  </a:lnTo>
                  <a:lnTo>
                    <a:pt x="5956129" y="109492"/>
                  </a:lnTo>
                  <a:lnTo>
                    <a:pt x="5956222" y="109492"/>
                  </a:lnTo>
                  <a:lnTo>
                    <a:pt x="5956315" y="109492"/>
                  </a:lnTo>
                  <a:lnTo>
                    <a:pt x="5956408" y="109492"/>
                  </a:lnTo>
                  <a:lnTo>
                    <a:pt x="5956502" y="109492"/>
                  </a:lnTo>
                  <a:lnTo>
                    <a:pt x="5956595" y="109492"/>
                  </a:lnTo>
                  <a:lnTo>
                    <a:pt x="5956688" y="109492"/>
                  </a:lnTo>
                  <a:lnTo>
                    <a:pt x="5956781" y="109492"/>
                  </a:lnTo>
                  <a:lnTo>
                    <a:pt x="5956875" y="109492"/>
                  </a:lnTo>
                  <a:lnTo>
                    <a:pt x="5956968" y="109492"/>
                  </a:lnTo>
                  <a:lnTo>
                    <a:pt x="5957061" y="109492"/>
                  </a:lnTo>
                  <a:lnTo>
                    <a:pt x="5957154" y="109492"/>
                  </a:lnTo>
                  <a:lnTo>
                    <a:pt x="5957248" y="109492"/>
                  </a:lnTo>
                  <a:lnTo>
                    <a:pt x="5957341" y="109492"/>
                  </a:lnTo>
                  <a:lnTo>
                    <a:pt x="5957434" y="109492"/>
                  </a:lnTo>
                  <a:lnTo>
                    <a:pt x="5957527" y="109492"/>
                  </a:lnTo>
                  <a:lnTo>
                    <a:pt x="5957621" y="109492"/>
                  </a:lnTo>
                  <a:lnTo>
                    <a:pt x="5957714" y="109492"/>
                  </a:lnTo>
                  <a:lnTo>
                    <a:pt x="5957807" y="109492"/>
                  </a:lnTo>
                  <a:lnTo>
                    <a:pt x="5957900" y="109492"/>
                  </a:lnTo>
                  <a:lnTo>
                    <a:pt x="5957994" y="109492"/>
                  </a:lnTo>
                  <a:lnTo>
                    <a:pt x="5958087" y="109492"/>
                  </a:lnTo>
                  <a:lnTo>
                    <a:pt x="5958180" y="109492"/>
                  </a:lnTo>
                  <a:lnTo>
                    <a:pt x="5958273" y="109492"/>
                  </a:lnTo>
                  <a:lnTo>
                    <a:pt x="5958367" y="109492"/>
                  </a:lnTo>
                  <a:lnTo>
                    <a:pt x="5958460" y="109492"/>
                  </a:lnTo>
                  <a:lnTo>
                    <a:pt x="5958553" y="109492"/>
                  </a:lnTo>
                  <a:lnTo>
                    <a:pt x="5958646" y="109492"/>
                  </a:lnTo>
                  <a:lnTo>
                    <a:pt x="5958740" y="109492"/>
                  </a:lnTo>
                  <a:lnTo>
                    <a:pt x="5958833" y="109492"/>
                  </a:lnTo>
                  <a:lnTo>
                    <a:pt x="5958926" y="109492"/>
                  </a:lnTo>
                  <a:lnTo>
                    <a:pt x="5959019" y="109492"/>
                  </a:lnTo>
                  <a:lnTo>
                    <a:pt x="5959113" y="109492"/>
                  </a:lnTo>
                  <a:lnTo>
                    <a:pt x="5959206" y="109492"/>
                  </a:lnTo>
                  <a:lnTo>
                    <a:pt x="5959299" y="109492"/>
                  </a:lnTo>
                  <a:lnTo>
                    <a:pt x="5959392" y="109492"/>
                  </a:lnTo>
                  <a:lnTo>
                    <a:pt x="5959486" y="109492"/>
                  </a:lnTo>
                  <a:lnTo>
                    <a:pt x="5959579" y="109492"/>
                  </a:lnTo>
                  <a:lnTo>
                    <a:pt x="5959672" y="109492"/>
                  </a:lnTo>
                  <a:lnTo>
                    <a:pt x="5959765" y="109492"/>
                  </a:lnTo>
                  <a:lnTo>
                    <a:pt x="5959858" y="109492"/>
                  </a:lnTo>
                  <a:lnTo>
                    <a:pt x="5959952" y="109492"/>
                  </a:lnTo>
                  <a:lnTo>
                    <a:pt x="5960045" y="109492"/>
                  </a:lnTo>
                  <a:lnTo>
                    <a:pt x="5960138" y="109492"/>
                  </a:lnTo>
                  <a:lnTo>
                    <a:pt x="5960231" y="109492"/>
                  </a:lnTo>
                  <a:lnTo>
                    <a:pt x="5960325" y="109492"/>
                  </a:lnTo>
                  <a:lnTo>
                    <a:pt x="5960418" y="109492"/>
                  </a:lnTo>
                  <a:lnTo>
                    <a:pt x="5960511" y="109492"/>
                  </a:lnTo>
                  <a:lnTo>
                    <a:pt x="5960604" y="109492"/>
                  </a:lnTo>
                  <a:lnTo>
                    <a:pt x="5960698" y="109492"/>
                  </a:lnTo>
                  <a:lnTo>
                    <a:pt x="5960791" y="109492"/>
                  </a:lnTo>
                  <a:lnTo>
                    <a:pt x="5960884" y="109492"/>
                  </a:lnTo>
                  <a:lnTo>
                    <a:pt x="5960977" y="109492"/>
                  </a:lnTo>
                  <a:lnTo>
                    <a:pt x="5961071" y="109492"/>
                  </a:lnTo>
                  <a:lnTo>
                    <a:pt x="5961164" y="109492"/>
                  </a:lnTo>
                  <a:lnTo>
                    <a:pt x="5961257" y="109492"/>
                  </a:lnTo>
                  <a:lnTo>
                    <a:pt x="5961350" y="109492"/>
                  </a:lnTo>
                  <a:lnTo>
                    <a:pt x="5961444" y="109492"/>
                  </a:lnTo>
                  <a:lnTo>
                    <a:pt x="5961537" y="109492"/>
                  </a:lnTo>
                  <a:lnTo>
                    <a:pt x="5961630" y="109492"/>
                  </a:lnTo>
                  <a:lnTo>
                    <a:pt x="5961723" y="109492"/>
                  </a:lnTo>
                  <a:lnTo>
                    <a:pt x="5961817" y="109492"/>
                  </a:lnTo>
                  <a:lnTo>
                    <a:pt x="5961910" y="109492"/>
                  </a:lnTo>
                  <a:lnTo>
                    <a:pt x="5962003" y="109492"/>
                  </a:lnTo>
                  <a:lnTo>
                    <a:pt x="5962096" y="109492"/>
                  </a:lnTo>
                  <a:lnTo>
                    <a:pt x="5962190" y="109492"/>
                  </a:lnTo>
                  <a:lnTo>
                    <a:pt x="5962283" y="109492"/>
                  </a:lnTo>
                  <a:lnTo>
                    <a:pt x="5962376" y="109492"/>
                  </a:lnTo>
                  <a:lnTo>
                    <a:pt x="5962469" y="109492"/>
                  </a:lnTo>
                  <a:lnTo>
                    <a:pt x="5962563" y="109492"/>
                  </a:lnTo>
                  <a:lnTo>
                    <a:pt x="5962656" y="109492"/>
                  </a:lnTo>
                  <a:lnTo>
                    <a:pt x="5962749" y="109492"/>
                  </a:lnTo>
                  <a:lnTo>
                    <a:pt x="5962842" y="109492"/>
                  </a:lnTo>
                  <a:lnTo>
                    <a:pt x="5962936" y="109492"/>
                  </a:lnTo>
                  <a:lnTo>
                    <a:pt x="5963029" y="109492"/>
                  </a:lnTo>
                  <a:lnTo>
                    <a:pt x="5963122" y="109492"/>
                  </a:lnTo>
                  <a:lnTo>
                    <a:pt x="5963215" y="109492"/>
                  </a:lnTo>
                  <a:lnTo>
                    <a:pt x="5963309" y="109492"/>
                  </a:lnTo>
                  <a:lnTo>
                    <a:pt x="5963402" y="109492"/>
                  </a:lnTo>
                  <a:lnTo>
                    <a:pt x="5963495" y="109492"/>
                  </a:lnTo>
                  <a:lnTo>
                    <a:pt x="5963588" y="109492"/>
                  </a:lnTo>
                  <a:lnTo>
                    <a:pt x="5963682" y="109492"/>
                  </a:lnTo>
                  <a:lnTo>
                    <a:pt x="5963775" y="109492"/>
                  </a:lnTo>
                  <a:lnTo>
                    <a:pt x="5963868" y="109492"/>
                  </a:lnTo>
                  <a:lnTo>
                    <a:pt x="5963961" y="109492"/>
                  </a:lnTo>
                  <a:lnTo>
                    <a:pt x="5964055" y="109492"/>
                  </a:lnTo>
                  <a:lnTo>
                    <a:pt x="5964148" y="109492"/>
                  </a:lnTo>
                  <a:lnTo>
                    <a:pt x="5964241" y="109492"/>
                  </a:lnTo>
                  <a:lnTo>
                    <a:pt x="5964334" y="109492"/>
                  </a:lnTo>
                  <a:lnTo>
                    <a:pt x="5964428" y="109492"/>
                  </a:lnTo>
                  <a:lnTo>
                    <a:pt x="5964521" y="109492"/>
                  </a:lnTo>
                  <a:lnTo>
                    <a:pt x="5964614" y="109492"/>
                  </a:lnTo>
                  <a:lnTo>
                    <a:pt x="5964707" y="109492"/>
                  </a:lnTo>
                  <a:lnTo>
                    <a:pt x="5964801" y="109492"/>
                  </a:lnTo>
                  <a:lnTo>
                    <a:pt x="5964894" y="109492"/>
                  </a:lnTo>
                  <a:lnTo>
                    <a:pt x="5964987" y="109492"/>
                  </a:lnTo>
                  <a:lnTo>
                    <a:pt x="5965080" y="109492"/>
                  </a:lnTo>
                  <a:lnTo>
                    <a:pt x="5965174" y="109492"/>
                  </a:lnTo>
                  <a:lnTo>
                    <a:pt x="5965267" y="109492"/>
                  </a:lnTo>
                  <a:lnTo>
                    <a:pt x="5965360" y="109492"/>
                  </a:lnTo>
                  <a:lnTo>
                    <a:pt x="5965453" y="109492"/>
                  </a:lnTo>
                  <a:lnTo>
                    <a:pt x="5965547" y="109492"/>
                  </a:lnTo>
                  <a:lnTo>
                    <a:pt x="5965640" y="109492"/>
                  </a:lnTo>
                  <a:lnTo>
                    <a:pt x="5965733" y="109492"/>
                  </a:lnTo>
                  <a:lnTo>
                    <a:pt x="5965826" y="109492"/>
                  </a:lnTo>
                  <a:lnTo>
                    <a:pt x="5965920" y="109492"/>
                  </a:lnTo>
                  <a:lnTo>
                    <a:pt x="5966013" y="109492"/>
                  </a:lnTo>
                  <a:lnTo>
                    <a:pt x="5966106" y="109492"/>
                  </a:lnTo>
                  <a:lnTo>
                    <a:pt x="5966199" y="109492"/>
                  </a:lnTo>
                  <a:lnTo>
                    <a:pt x="5966293" y="109492"/>
                  </a:lnTo>
                  <a:lnTo>
                    <a:pt x="5966386" y="109492"/>
                  </a:lnTo>
                  <a:lnTo>
                    <a:pt x="5966479" y="109492"/>
                  </a:lnTo>
                  <a:lnTo>
                    <a:pt x="5966572" y="109492"/>
                  </a:lnTo>
                  <a:lnTo>
                    <a:pt x="5966665" y="109492"/>
                  </a:lnTo>
                  <a:lnTo>
                    <a:pt x="5966759" y="109492"/>
                  </a:lnTo>
                  <a:lnTo>
                    <a:pt x="5966852" y="109492"/>
                  </a:lnTo>
                  <a:lnTo>
                    <a:pt x="5966945" y="109492"/>
                  </a:lnTo>
                  <a:lnTo>
                    <a:pt x="5967038" y="109492"/>
                  </a:lnTo>
                  <a:lnTo>
                    <a:pt x="5967132" y="109492"/>
                  </a:lnTo>
                  <a:lnTo>
                    <a:pt x="5967225" y="109492"/>
                  </a:lnTo>
                  <a:lnTo>
                    <a:pt x="5967318" y="109492"/>
                  </a:lnTo>
                  <a:lnTo>
                    <a:pt x="5967411" y="109492"/>
                  </a:lnTo>
                  <a:lnTo>
                    <a:pt x="5967505" y="109492"/>
                  </a:lnTo>
                  <a:lnTo>
                    <a:pt x="5967598" y="109492"/>
                  </a:lnTo>
                  <a:lnTo>
                    <a:pt x="5967691" y="109492"/>
                  </a:lnTo>
                  <a:lnTo>
                    <a:pt x="5967784" y="109492"/>
                  </a:lnTo>
                  <a:lnTo>
                    <a:pt x="5967878" y="109492"/>
                  </a:lnTo>
                  <a:lnTo>
                    <a:pt x="5967971" y="109492"/>
                  </a:lnTo>
                  <a:lnTo>
                    <a:pt x="5968064" y="109492"/>
                  </a:lnTo>
                  <a:lnTo>
                    <a:pt x="5968157" y="109492"/>
                  </a:lnTo>
                  <a:lnTo>
                    <a:pt x="5968251" y="109492"/>
                  </a:lnTo>
                  <a:lnTo>
                    <a:pt x="5968344" y="109492"/>
                  </a:lnTo>
                  <a:lnTo>
                    <a:pt x="5968437" y="109492"/>
                  </a:lnTo>
                  <a:lnTo>
                    <a:pt x="5968530" y="109492"/>
                  </a:lnTo>
                  <a:lnTo>
                    <a:pt x="5968624" y="109492"/>
                  </a:lnTo>
                  <a:lnTo>
                    <a:pt x="5968717" y="109492"/>
                  </a:lnTo>
                  <a:lnTo>
                    <a:pt x="5968810" y="109492"/>
                  </a:lnTo>
                  <a:lnTo>
                    <a:pt x="5968903" y="109492"/>
                  </a:lnTo>
                  <a:lnTo>
                    <a:pt x="5968997" y="109492"/>
                  </a:lnTo>
                  <a:lnTo>
                    <a:pt x="5969090" y="109492"/>
                  </a:lnTo>
                  <a:lnTo>
                    <a:pt x="5969183" y="109492"/>
                  </a:lnTo>
                  <a:lnTo>
                    <a:pt x="5969276" y="109492"/>
                  </a:lnTo>
                  <a:lnTo>
                    <a:pt x="5969370" y="109492"/>
                  </a:lnTo>
                  <a:lnTo>
                    <a:pt x="5969463" y="109492"/>
                  </a:lnTo>
                  <a:lnTo>
                    <a:pt x="5969556" y="109492"/>
                  </a:lnTo>
                  <a:lnTo>
                    <a:pt x="5969649" y="109492"/>
                  </a:lnTo>
                  <a:lnTo>
                    <a:pt x="5969743" y="109492"/>
                  </a:lnTo>
                  <a:lnTo>
                    <a:pt x="5969836" y="109492"/>
                  </a:lnTo>
                  <a:lnTo>
                    <a:pt x="5969929" y="109492"/>
                  </a:lnTo>
                  <a:lnTo>
                    <a:pt x="5970022" y="109492"/>
                  </a:lnTo>
                  <a:lnTo>
                    <a:pt x="5970116" y="109492"/>
                  </a:lnTo>
                  <a:lnTo>
                    <a:pt x="5970209" y="109492"/>
                  </a:lnTo>
                  <a:lnTo>
                    <a:pt x="5970302" y="109492"/>
                  </a:lnTo>
                  <a:lnTo>
                    <a:pt x="5970395" y="109492"/>
                  </a:lnTo>
                  <a:lnTo>
                    <a:pt x="5970489" y="109492"/>
                  </a:lnTo>
                  <a:lnTo>
                    <a:pt x="5970582" y="109492"/>
                  </a:lnTo>
                  <a:lnTo>
                    <a:pt x="5970675" y="109492"/>
                  </a:lnTo>
                  <a:lnTo>
                    <a:pt x="5970768" y="109492"/>
                  </a:lnTo>
                  <a:lnTo>
                    <a:pt x="5970862" y="109492"/>
                  </a:lnTo>
                  <a:lnTo>
                    <a:pt x="5970955" y="109492"/>
                  </a:lnTo>
                  <a:lnTo>
                    <a:pt x="5971048" y="109492"/>
                  </a:lnTo>
                  <a:lnTo>
                    <a:pt x="5971141" y="109492"/>
                  </a:lnTo>
                  <a:lnTo>
                    <a:pt x="5971235" y="109492"/>
                  </a:lnTo>
                  <a:lnTo>
                    <a:pt x="5971328" y="109492"/>
                  </a:lnTo>
                  <a:lnTo>
                    <a:pt x="5971421" y="109492"/>
                  </a:lnTo>
                  <a:lnTo>
                    <a:pt x="5971421" y="99538"/>
                  </a:lnTo>
                  <a:lnTo>
                    <a:pt x="5971514" y="99538"/>
                  </a:lnTo>
                  <a:lnTo>
                    <a:pt x="5971608" y="99538"/>
                  </a:lnTo>
                  <a:lnTo>
                    <a:pt x="5971701" y="99538"/>
                  </a:lnTo>
                  <a:lnTo>
                    <a:pt x="5971794" y="99538"/>
                  </a:lnTo>
                  <a:lnTo>
                    <a:pt x="5971887" y="99538"/>
                  </a:lnTo>
                  <a:lnTo>
                    <a:pt x="5971981" y="99538"/>
                  </a:lnTo>
                  <a:lnTo>
                    <a:pt x="5972074" y="99538"/>
                  </a:lnTo>
                  <a:lnTo>
                    <a:pt x="5972167" y="99538"/>
                  </a:lnTo>
                  <a:lnTo>
                    <a:pt x="5972260" y="99538"/>
                  </a:lnTo>
                  <a:lnTo>
                    <a:pt x="5972354" y="99538"/>
                  </a:lnTo>
                  <a:lnTo>
                    <a:pt x="5972447" y="99538"/>
                  </a:lnTo>
                  <a:lnTo>
                    <a:pt x="5972540" y="99538"/>
                  </a:lnTo>
                  <a:lnTo>
                    <a:pt x="5972633" y="99538"/>
                  </a:lnTo>
                  <a:lnTo>
                    <a:pt x="5972727" y="99538"/>
                  </a:lnTo>
                  <a:lnTo>
                    <a:pt x="5972820" y="99538"/>
                  </a:lnTo>
                  <a:lnTo>
                    <a:pt x="5972913" y="99538"/>
                  </a:lnTo>
                  <a:lnTo>
                    <a:pt x="5973006" y="99538"/>
                  </a:lnTo>
                  <a:lnTo>
                    <a:pt x="5973100" y="99538"/>
                  </a:lnTo>
                  <a:lnTo>
                    <a:pt x="5973193" y="99538"/>
                  </a:lnTo>
                  <a:lnTo>
                    <a:pt x="5973286" y="99538"/>
                  </a:lnTo>
                  <a:lnTo>
                    <a:pt x="5973379" y="99538"/>
                  </a:lnTo>
                  <a:lnTo>
                    <a:pt x="5973472" y="99538"/>
                  </a:lnTo>
                  <a:lnTo>
                    <a:pt x="5973566" y="99538"/>
                  </a:lnTo>
                  <a:lnTo>
                    <a:pt x="5973659" y="99538"/>
                  </a:lnTo>
                  <a:lnTo>
                    <a:pt x="5973752" y="99538"/>
                  </a:lnTo>
                  <a:lnTo>
                    <a:pt x="5973845" y="99538"/>
                  </a:lnTo>
                  <a:lnTo>
                    <a:pt x="5973939" y="99538"/>
                  </a:lnTo>
                  <a:lnTo>
                    <a:pt x="5974032" y="99538"/>
                  </a:lnTo>
                  <a:lnTo>
                    <a:pt x="5974125" y="99538"/>
                  </a:lnTo>
                  <a:lnTo>
                    <a:pt x="5974218" y="99538"/>
                  </a:lnTo>
                  <a:lnTo>
                    <a:pt x="5974312" y="99538"/>
                  </a:lnTo>
                  <a:lnTo>
                    <a:pt x="5974405" y="99538"/>
                  </a:lnTo>
                  <a:lnTo>
                    <a:pt x="5974498" y="99538"/>
                  </a:lnTo>
                  <a:lnTo>
                    <a:pt x="5974591" y="99538"/>
                  </a:lnTo>
                  <a:lnTo>
                    <a:pt x="5974685" y="99538"/>
                  </a:lnTo>
                  <a:lnTo>
                    <a:pt x="5974778" y="99538"/>
                  </a:lnTo>
                  <a:lnTo>
                    <a:pt x="5974871" y="99538"/>
                  </a:lnTo>
                  <a:lnTo>
                    <a:pt x="5974964" y="99538"/>
                  </a:lnTo>
                  <a:lnTo>
                    <a:pt x="5975058" y="99538"/>
                  </a:lnTo>
                  <a:lnTo>
                    <a:pt x="5975151" y="99538"/>
                  </a:lnTo>
                  <a:lnTo>
                    <a:pt x="5975244" y="99538"/>
                  </a:lnTo>
                  <a:lnTo>
                    <a:pt x="5975337" y="99538"/>
                  </a:lnTo>
                  <a:lnTo>
                    <a:pt x="5975431" y="99538"/>
                  </a:lnTo>
                  <a:lnTo>
                    <a:pt x="5975524" y="99538"/>
                  </a:lnTo>
                  <a:lnTo>
                    <a:pt x="5975617" y="99538"/>
                  </a:lnTo>
                  <a:lnTo>
                    <a:pt x="5975710" y="99538"/>
                  </a:lnTo>
                  <a:lnTo>
                    <a:pt x="5975804" y="99538"/>
                  </a:lnTo>
                  <a:lnTo>
                    <a:pt x="5975897" y="99538"/>
                  </a:lnTo>
                  <a:lnTo>
                    <a:pt x="5975990" y="99538"/>
                  </a:lnTo>
                  <a:lnTo>
                    <a:pt x="5976083" y="99538"/>
                  </a:lnTo>
                  <a:lnTo>
                    <a:pt x="5976177" y="99538"/>
                  </a:lnTo>
                  <a:lnTo>
                    <a:pt x="5976270" y="99538"/>
                  </a:lnTo>
                  <a:lnTo>
                    <a:pt x="5976363" y="99538"/>
                  </a:lnTo>
                  <a:lnTo>
                    <a:pt x="5976456" y="99538"/>
                  </a:lnTo>
                  <a:lnTo>
                    <a:pt x="5976550" y="99538"/>
                  </a:lnTo>
                  <a:lnTo>
                    <a:pt x="5976643" y="99538"/>
                  </a:lnTo>
                  <a:lnTo>
                    <a:pt x="5976736" y="99538"/>
                  </a:lnTo>
                  <a:lnTo>
                    <a:pt x="5976829" y="99538"/>
                  </a:lnTo>
                  <a:lnTo>
                    <a:pt x="5976923" y="99538"/>
                  </a:lnTo>
                  <a:lnTo>
                    <a:pt x="5977016" y="99538"/>
                  </a:lnTo>
                  <a:lnTo>
                    <a:pt x="5977109" y="99538"/>
                  </a:lnTo>
                  <a:lnTo>
                    <a:pt x="5977202" y="99538"/>
                  </a:lnTo>
                  <a:lnTo>
                    <a:pt x="5977296" y="99538"/>
                  </a:lnTo>
                  <a:lnTo>
                    <a:pt x="5977389" y="99538"/>
                  </a:lnTo>
                  <a:lnTo>
                    <a:pt x="5977482" y="99538"/>
                  </a:lnTo>
                  <a:lnTo>
                    <a:pt x="5977575" y="99538"/>
                  </a:lnTo>
                  <a:lnTo>
                    <a:pt x="5977669" y="99538"/>
                  </a:lnTo>
                  <a:lnTo>
                    <a:pt x="5977762" y="99538"/>
                  </a:lnTo>
                  <a:lnTo>
                    <a:pt x="5977855" y="99538"/>
                  </a:lnTo>
                  <a:lnTo>
                    <a:pt x="5977948" y="99538"/>
                  </a:lnTo>
                  <a:lnTo>
                    <a:pt x="5978042" y="99538"/>
                  </a:lnTo>
                  <a:lnTo>
                    <a:pt x="5978135" y="99538"/>
                  </a:lnTo>
                  <a:lnTo>
                    <a:pt x="5978228" y="99538"/>
                  </a:lnTo>
                  <a:lnTo>
                    <a:pt x="5978321" y="99538"/>
                  </a:lnTo>
                  <a:lnTo>
                    <a:pt x="5978415" y="99538"/>
                  </a:lnTo>
                  <a:lnTo>
                    <a:pt x="5978508" y="99538"/>
                  </a:lnTo>
                  <a:lnTo>
                    <a:pt x="5978601" y="99538"/>
                  </a:lnTo>
                  <a:lnTo>
                    <a:pt x="5978694" y="99538"/>
                  </a:lnTo>
                  <a:lnTo>
                    <a:pt x="5978788" y="99538"/>
                  </a:lnTo>
                  <a:lnTo>
                    <a:pt x="5978881" y="99538"/>
                  </a:lnTo>
                  <a:lnTo>
                    <a:pt x="5978974" y="99538"/>
                  </a:lnTo>
                  <a:lnTo>
                    <a:pt x="5979067" y="99538"/>
                  </a:lnTo>
                  <a:lnTo>
                    <a:pt x="5979161" y="99538"/>
                  </a:lnTo>
                  <a:lnTo>
                    <a:pt x="5979254" y="99538"/>
                  </a:lnTo>
                  <a:lnTo>
                    <a:pt x="5979347" y="99538"/>
                  </a:lnTo>
                  <a:lnTo>
                    <a:pt x="5979440" y="99538"/>
                  </a:lnTo>
                  <a:lnTo>
                    <a:pt x="5979534" y="99538"/>
                  </a:lnTo>
                  <a:lnTo>
                    <a:pt x="5979627" y="99538"/>
                  </a:lnTo>
                  <a:lnTo>
                    <a:pt x="5979720" y="99538"/>
                  </a:lnTo>
                  <a:lnTo>
                    <a:pt x="5979813" y="99538"/>
                  </a:lnTo>
                  <a:lnTo>
                    <a:pt x="5979907" y="99538"/>
                  </a:lnTo>
                  <a:lnTo>
                    <a:pt x="5980000" y="99538"/>
                  </a:lnTo>
                  <a:lnTo>
                    <a:pt x="5980093" y="99538"/>
                  </a:lnTo>
                  <a:lnTo>
                    <a:pt x="5980186" y="99538"/>
                  </a:lnTo>
                  <a:lnTo>
                    <a:pt x="5980280" y="99538"/>
                  </a:lnTo>
                  <a:lnTo>
                    <a:pt x="5980373" y="99538"/>
                  </a:lnTo>
                  <a:lnTo>
                    <a:pt x="5980466" y="99538"/>
                  </a:lnTo>
                  <a:lnTo>
                    <a:pt x="5980559" y="99538"/>
                  </a:lnTo>
                  <a:lnTo>
                    <a:pt x="5980652" y="99538"/>
                  </a:lnTo>
                  <a:lnTo>
                    <a:pt x="5980746" y="99538"/>
                  </a:lnTo>
                  <a:lnTo>
                    <a:pt x="5980839" y="99538"/>
                  </a:lnTo>
                  <a:lnTo>
                    <a:pt x="5980932" y="99538"/>
                  </a:lnTo>
                  <a:lnTo>
                    <a:pt x="5981025" y="99538"/>
                  </a:lnTo>
                  <a:lnTo>
                    <a:pt x="5981119" y="99538"/>
                  </a:lnTo>
                  <a:lnTo>
                    <a:pt x="5981212" y="99538"/>
                  </a:lnTo>
                  <a:lnTo>
                    <a:pt x="5981305" y="99538"/>
                  </a:lnTo>
                  <a:lnTo>
                    <a:pt x="5981398" y="99538"/>
                  </a:lnTo>
                  <a:lnTo>
                    <a:pt x="5981492" y="99538"/>
                  </a:lnTo>
                  <a:lnTo>
                    <a:pt x="5981585" y="99538"/>
                  </a:lnTo>
                  <a:lnTo>
                    <a:pt x="5981678" y="99538"/>
                  </a:lnTo>
                  <a:lnTo>
                    <a:pt x="5981771" y="99538"/>
                  </a:lnTo>
                  <a:lnTo>
                    <a:pt x="5981865" y="99538"/>
                  </a:lnTo>
                  <a:lnTo>
                    <a:pt x="5981958" y="99538"/>
                  </a:lnTo>
                  <a:lnTo>
                    <a:pt x="5982051" y="99538"/>
                  </a:lnTo>
                  <a:lnTo>
                    <a:pt x="5982144" y="99538"/>
                  </a:lnTo>
                  <a:lnTo>
                    <a:pt x="5982238" y="99538"/>
                  </a:lnTo>
                  <a:lnTo>
                    <a:pt x="5982331" y="99538"/>
                  </a:lnTo>
                  <a:lnTo>
                    <a:pt x="5982424" y="99538"/>
                  </a:lnTo>
                  <a:lnTo>
                    <a:pt x="5982517" y="99538"/>
                  </a:lnTo>
                  <a:lnTo>
                    <a:pt x="5982611" y="99538"/>
                  </a:lnTo>
                  <a:lnTo>
                    <a:pt x="5982704" y="99538"/>
                  </a:lnTo>
                  <a:lnTo>
                    <a:pt x="5982797" y="99538"/>
                  </a:lnTo>
                  <a:lnTo>
                    <a:pt x="5982890" y="99538"/>
                  </a:lnTo>
                  <a:lnTo>
                    <a:pt x="5982984" y="99538"/>
                  </a:lnTo>
                  <a:lnTo>
                    <a:pt x="5983077" y="99538"/>
                  </a:lnTo>
                  <a:lnTo>
                    <a:pt x="5983170" y="99538"/>
                  </a:lnTo>
                  <a:lnTo>
                    <a:pt x="5983263" y="99538"/>
                  </a:lnTo>
                  <a:lnTo>
                    <a:pt x="5983357" y="99538"/>
                  </a:lnTo>
                  <a:lnTo>
                    <a:pt x="5983450" y="99538"/>
                  </a:lnTo>
                  <a:lnTo>
                    <a:pt x="5983543" y="99538"/>
                  </a:lnTo>
                  <a:lnTo>
                    <a:pt x="5983636" y="99538"/>
                  </a:lnTo>
                  <a:lnTo>
                    <a:pt x="5983730" y="99538"/>
                  </a:lnTo>
                  <a:lnTo>
                    <a:pt x="5983823" y="99538"/>
                  </a:lnTo>
                  <a:lnTo>
                    <a:pt x="5983916" y="99538"/>
                  </a:lnTo>
                  <a:lnTo>
                    <a:pt x="5984009" y="99538"/>
                  </a:lnTo>
                  <a:lnTo>
                    <a:pt x="5984103" y="99538"/>
                  </a:lnTo>
                  <a:lnTo>
                    <a:pt x="5984196" y="99538"/>
                  </a:lnTo>
                  <a:lnTo>
                    <a:pt x="5984289" y="99538"/>
                  </a:lnTo>
                  <a:lnTo>
                    <a:pt x="5984382" y="99538"/>
                  </a:lnTo>
                  <a:lnTo>
                    <a:pt x="5984476" y="99538"/>
                  </a:lnTo>
                  <a:lnTo>
                    <a:pt x="5984569" y="99538"/>
                  </a:lnTo>
                  <a:lnTo>
                    <a:pt x="5984662" y="99538"/>
                  </a:lnTo>
                  <a:lnTo>
                    <a:pt x="5984755" y="99538"/>
                  </a:lnTo>
                  <a:lnTo>
                    <a:pt x="5984849" y="99538"/>
                  </a:lnTo>
                  <a:lnTo>
                    <a:pt x="5984942" y="99538"/>
                  </a:lnTo>
                  <a:lnTo>
                    <a:pt x="5985035" y="99538"/>
                  </a:lnTo>
                  <a:lnTo>
                    <a:pt x="5985128" y="99538"/>
                  </a:lnTo>
                  <a:lnTo>
                    <a:pt x="5985222" y="99538"/>
                  </a:lnTo>
                  <a:lnTo>
                    <a:pt x="5985315" y="99538"/>
                  </a:lnTo>
                  <a:lnTo>
                    <a:pt x="5985408" y="99538"/>
                  </a:lnTo>
                  <a:lnTo>
                    <a:pt x="5985501" y="99538"/>
                  </a:lnTo>
                  <a:lnTo>
                    <a:pt x="5985595" y="99538"/>
                  </a:lnTo>
                  <a:lnTo>
                    <a:pt x="5985688" y="99538"/>
                  </a:lnTo>
                  <a:lnTo>
                    <a:pt x="5985781" y="99538"/>
                  </a:lnTo>
                  <a:lnTo>
                    <a:pt x="5985874" y="99538"/>
                  </a:lnTo>
                  <a:lnTo>
                    <a:pt x="5985968" y="99538"/>
                  </a:lnTo>
                  <a:lnTo>
                    <a:pt x="5986061" y="99538"/>
                  </a:lnTo>
                  <a:lnTo>
                    <a:pt x="5986154" y="99538"/>
                  </a:lnTo>
                  <a:lnTo>
                    <a:pt x="5986247" y="99538"/>
                  </a:lnTo>
                  <a:lnTo>
                    <a:pt x="5986341" y="99538"/>
                  </a:lnTo>
                  <a:lnTo>
                    <a:pt x="5986434" y="99538"/>
                  </a:lnTo>
                  <a:lnTo>
                    <a:pt x="5986527" y="99538"/>
                  </a:lnTo>
                  <a:lnTo>
                    <a:pt x="5986620" y="99538"/>
                  </a:lnTo>
                  <a:lnTo>
                    <a:pt x="5986714" y="99538"/>
                  </a:lnTo>
                  <a:lnTo>
                    <a:pt x="5986807" y="99538"/>
                  </a:lnTo>
                  <a:lnTo>
                    <a:pt x="5986900" y="99538"/>
                  </a:lnTo>
                  <a:lnTo>
                    <a:pt x="5986993" y="99538"/>
                  </a:lnTo>
                  <a:lnTo>
                    <a:pt x="5987087" y="99538"/>
                  </a:lnTo>
                  <a:lnTo>
                    <a:pt x="5987180" y="99538"/>
                  </a:lnTo>
                  <a:lnTo>
                    <a:pt x="5987273" y="99538"/>
                  </a:lnTo>
                  <a:lnTo>
                    <a:pt x="5987366" y="99538"/>
                  </a:lnTo>
                  <a:lnTo>
                    <a:pt x="5987459" y="99538"/>
                  </a:lnTo>
                  <a:lnTo>
                    <a:pt x="5987553" y="99538"/>
                  </a:lnTo>
                  <a:lnTo>
                    <a:pt x="5987646" y="99538"/>
                  </a:lnTo>
                  <a:lnTo>
                    <a:pt x="5987739" y="99538"/>
                  </a:lnTo>
                  <a:lnTo>
                    <a:pt x="5987832" y="99538"/>
                  </a:lnTo>
                  <a:lnTo>
                    <a:pt x="5987926" y="99538"/>
                  </a:lnTo>
                  <a:lnTo>
                    <a:pt x="5988019" y="99538"/>
                  </a:lnTo>
                  <a:lnTo>
                    <a:pt x="5988112" y="99538"/>
                  </a:lnTo>
                  <a:lnTo>
                    <a:pt x="5988205" y="99538"/>
                  </a:lnTo>
                  <a:lnTo>
                    <a:pt x="5988299" y="99538"/>
                  </a:lnTo>
                  <a:lnTo>
                    <a:pt x="5988392" y="99538"/>
                  </a:lnTo>
                  <a:lnTo>
                    <a:pt x="5988485" y="99538"/>
                  </a:lnTo>
                  <a:lnTo>
                    <a:pt x="5988578" y="99538"/>
                  </a:lnTo>
                  <a:lnTo>
                    <a:pt x="5988672" y="99538"/>
                  </a:lnTo>
                  <a:lnTo>
                    <a:pt x="5988765" y="99538"/>
                  </a:lnTo>
                  <a:lnTo>
                    <a:pt x="5988858" y="99538"/>
                  </a:lnTo>
                  <a:lnTo>
                    <a:pt x="5988951" y="99538"/>
                  </a:lnTo>
                  <a:lnTo>
                    <a:pt x="5989045" y="99538"/>
                  </a:lnTo>
                  <a:lnTo>
                    <a:pt x="5989138" y="99538"/>
                  </a:lnTo>
                  <a:lnTo>
                    <a:pt x="5989231" y="99538"/>
                  </a:lnTo>
                  <a:lnTo>
                    <a:pt x="5989324" y="99538"/>
                  </a:lnTo>
                  <a:lnTo>
                    <a:pt x="5989418" y="99538"/>
                  </a:lnTo>
                  <a:lnTo>
                    <a:pt x="5989511" y="99538"/>
                  </a:lnTo>
                  <a:lnTo>
                    <a:pt x="5989604" y="99538"/>
                  </a:lnTo>
                  <a:lnTo>
                    <a:pt x="5989697" y="99538"/>
                  </a:lnTo>
                  <a:lnTo>
                    <a:pt x="5989791" y="99538"/>
                  </a:lnTo>
                  <a:lnTo>
                    <a:pt x="5989884" y="99538"/>
                  </a:lnTo>
                  <a:lnTo>
                    <a:pt x="5989977" y="99538"/>
                  </a:lnTo>
                  <a:lnTo>
                    <a:pt x="5990070" y="99538"/>
                  </a:lnTo>
                  <a:lnTo>
                    <a:pt x="5990164" y="99538"/>
                  </a:lnTo>
                  <a:lnTo>
                    <a:pt x="5990257" y="99538"/>
                  </a:lnTo>
                  <a:lnTo>
                    <a:pt x="5990350" y="99538"/>
                  </a:lnTo>
                  <a:lnTo>
                    <a:pt x="5990350" y="89584"/>
                  </a:lnTo>
                  <a:lnTo>
                    <a:pt x="5990443" y="89584"/>
                  </a:lnTo>
                  <a:lnTo>
                    <a:pt x="5990537" y="89584"/>
                  </a:lnTo>
                  <a:lnTo>
                    <a:pt x="5990630" y="89584"/>
                  </a:lnTo>
                  <a:lnTo>
                    <a:pt x="5990723" y="89584"/>
                  </a:lnTo>
                  <a:lnTo>
                    <a:pt x="5990816" y="89584"/>
                  </a:lnTo>
                  <a:lnTo>
                    <a:pt x="5990910" y="89584"/>
                  </a:lnTo>
                  <a:lnTo>
                    <a:pt x="5991003" y="89584"/>
                  </a:lnTo>
                  <a:lnTo>
                    <a:pt x="5991096" y="89584"/>
                  </a:lnTo>
                  <a:lnTo>
                    <a:pt x="5991189" y="89584"/>
                  </a:lnTo>
                  <a:lnTo>
                    <a:pt x="5991283" y="89584"/>
                  </a:lnTo>
                  <a:lnTo>
                    <a:pt x="5991376" y="89584"/>
                  </a:lnTo>
                  <a:lnTo>
                    <a:pt x="5991469" y="89584"/>
                  </a:lnTo>
                  <a:lnTo>
                    <a:pt x="5991562" y="89584"/>
                  </a:lnTo>
                  <a:lnTo>
                    <a:pt x="5991656" y="89584"/>
                  </a:lnTo>
                  <a:lnTo>
                    <a:pt x="5991749" y="89584"/>
                  </a:lnTo>
                  <a:lnTo>
                    <a:pt x="5991842" y="89584"/>
                  </a:lnTo>
                  <a:lnTo>
                    <a:pt x="5991935" y="89584"/>
                  </a:lnTo>
                  <a:lnTo>
                    <a:pt x="5992029" y="89584"/>
                  </a:lnTo>
                  <a:lnTo>
                    <a:pt x="5992122" y="89584"/>
                  </a:lnTo>
                  <a:lnTo>
                    <a:pt x="5992215" y="89584"/>
                  </a:lnTo>
                  <a:lnTo>
                    <a:pt x="5992308" y="89584"/>
                  </a:lnTo>
                  <a:lnTo>
                    <a:pt x="5992402" y="89584"/>
                  </a:lnTo>
                  <a:lnTo>
                    <a:pt x="5992495" y="89584"/>
                  </a:lnTo>
                  <a:lnTo>
                    <a:pt x="5992588" y="89584"/>
                  </a:lnTo>
                  <a:lnTo>
                    <a:pt x="5992681" y="89584"/>
                  </a:lnTo>
                  <a:lnTo>
                    <a:pt x="5992775" y="89584"/>
                  </a:lnTo>
                  <a:lnTo>
                    <a:pt x="5992868" y="89584"/>
                  </a:lnTo>
                  <a:lnTo>
                    <a:pt x="5992961" y="89584"/>
                  </a:lnTo>
                  <a:lnTo>
                    <a:pt x="5993054" y="89584"/>
                  </a:lnTo>
                  <a:lnTo>
                    <a:pt x="5993148" y="89584"/>
                  </a:lnTo>
                  <a:lnTo>
                    <a:pt x="5993241" y="89584"/>
                  </a:lnTo>
                  <a:lnTo>
                    <a:pt x="5993334" y="89584"/>
                  </a:lnTo>
                  <a:lnTo>
                    <a:pt x="5993427" y="89584"/>
                  </a:lnTo>
                  <a:lnTo>
                    <a:pt x="5993521" y="89584"/>
                  </a:lnTo>
                  <a:lnTo>
                    <a:pt x="5993614" y="89584"/>
                  </a:lnTo>
                  <a:lnTo>
                    <a:pt x="5993707" y="89584"/>
                  </a:lnTo>
                  <a:lnTo>
                    <a:pt x="5993800" y="89584"/>
                  </a:lnTo>
                  <a:lnTo>
                    <a:pt x="5993894" y="89584"/>
                  </a:lnTo>
                  <a:lnTo>
                    <a:pt x="5993987" y="89584"/>
                  </a:lnTo>
                  <a:lnTo>
                    <a:pt x="5994080" y="89584"/>
                  </a:lnTo>
                  <a:lnTo>
                    <a:pt x="5994173" y="89584"/>
                  </a:lnTo>
                  <a:lnTo>
                    <a:pt x="5994266" y="89584"/>
                  </a:lnTo>
                  <a:lnTo>
                    <a:pt x="5994360" y="89584"/>
                  </a:lnTo>
                  <a:lnTo>
                    <a:pt x="5994453" y="89584"/>
                  </a:lnTo>
                  <a:lnTo>
                    <a:pt x="5994546" y="89584"/>
                  </a:lnTo>
                  <a:lnTo>
                    <a:pt x="5994639" y="89584"/>
                  </a:lnTo>
                  <a:lnTo>
                    <a:pt x="5994733" y="89584"/>
                  </a:lnTo>
                  <a:lnTo>
                    <a:pt x="5994826" y="89584"/>
                  </a:lnTo>
                  <a:lnTo>
                    <a:pt x="5994919" y="89584"/>
                  </a:lnTo>
                  <a:lnTo>
                    <a:pt x="5995012" y="89584"/>
                  </a:lnTo>
                  <a:lnTo>
                    <a:pt x="5995106" y="89584"/>
                  </a:lnTo>
                  <a:lnTo>
                    <a:pt x="5995199" y="89584"/>
                  </a:lnTo>
                  <a:lnTo>
                    <a:pt x="5995292" y="89584"/>
                  </a:lnTo>
                  <a:lnTo>
                    <a:pt x="5995385" y="89584"/>
                  </a:lnTo>
                  <a:lnTo>
                    <a:pt x="5995479" y="89584"/>
                  </a:lnTo>
                  <a:lnTo>
                    <a:pt x="5995572" y="89584"/>
                  </a:lnTo>
                  <a:lnTo>
                    <a:pt x="5995665" y="89584"/>
                  </a:lnTo>
                  <a:lnTo>
                    <a:pt x="5995758" y="89584"/>
                  </a:lnTo>
                  <a:lnTo>
                    <a:pt x="5995852" y="89584"/>
                  </a:lnTo>
                  <a:lnTo>
                    <a:pt x="5995945" y="89584"/>
                  </a:lnTo>
                  <a:lnTo>
                    <a:pt x="5996038" y="89584"/>
                  </a:lnTo>
                  <a:lnTo>
                    <a:pt x="5996131" y="89584"/>
                  </a:lnTo>
                  <a:lnTo>
                    <a:pt x="5996225" y="89584"/>
                  </a:lnTo>
                  <a:lnTo>
                    <a:pt x="5996318" y="89584"/>
                  </a:lnTo>
                  <a:lnTo>
                    <a:pt x="5996411" y="89584"/>
                  </a:lnTo>
                  <a:lnTo>
                    <a:pt x="5996504" y="89584"/>
                  </a:lnTo>
                  <a:lnTo>
                    <a:pt x="5996598" y="89584"/>
                  </a:lnTo>
                  <a:lnTo>
                    <a:pt x="5996691" y="89584"/>
                  </a:lnTo>
                  <a:lnTo>
                    <a:pt x="5996784" y="89584"/>
                  </a:lnTo>
                  <a:lnTo>
                    <a:pt x="5996877" y="89584"/>
                  </a:lnTo>
                  <a:lnTo>
                    <a:pt x="5996971" y="89584"/>
                  </a:lnTo>
                  <a:lnTo>
                    <a:pt x="5997064" y="89584"/>
                  </a:lnTo>
                  <a:lnTo>
                    <a:pt x="5997157" y="89584"/>
                  </a:lnTo>
                  <a:lnTo>
                    <a:pt x="5997250" y="89584"/>
                  </a:lnTo>
                  <a:lnTo>
                    <a:pt x="5997344" y="89584"/>
                  </a:lnTo>
                  <a:lnTo>
                    <a:pt x="5997437" y="89584"/>
                  </a:lnTo>
                  <a:lnTo>
                    <a:pt x="5997530" y="89584"/>
                  </a:lnTo>
                  <a:lnTo>
                    <a:pt x="5997623" y="89584"/>
                  </a:lnTo>
                  <a:lnTo>
                    <a:pt x="5997717" y="89584"/>
                  </a:lnTo>
                  <a:lnTo>
                    <a:pt x="5997810" y="89584"/>
                  </a:lnTo>
                  <a:lnTo>
                    <a:pt x="5997903" y="89584"/>
                  </a:lnTo>
                  <a:lnTo>
                    <a:pt x="5997996" y="89584"/>
                  </a:lnTo>
                  <a:lnTo>
                    <a:pt x="5998090" y="89584"/>
                  </a:lnTo>
                  <a:lnTo>
                    <a:pt x="5998183" y="89584"/>
                  </a:lnTo>
                  <a:lnTo>
                    <a:pt x="5998276" y="89584"/>
                  </a:lnTo>
                  <a:lnTo>
                    <a:pt x="5998369" y="89584"/>
                  </a:lnTo>
                  <a:lnTo>
                    <a:pt x="5998463" y="89584"/>
                  </a:lnTo>
                  <a:lnTo>
                    <a:pt x="5998556" y="89584"/>
                  </a:lnTo>
                  <a:lnTo>
                    <a:pt x="5998649" y="89584"/>
                  </a:lnTo>
                  <a:lnTo>
                    <a:pt x="5998742" y="89584"/>
                  </a:lnTo>
                  <a:lnTo>
                    <a:pt x="5998836" y="89584"/>
                  </a:lnTo>
                  <a:lnTo>
                    <a:pt x="5998929" y="89584"/>
                  </a:lnTo>
                  <a:lnTo>
                    <a:pt x="5999022" y="89584"/>
                  </a:lnTo>
                  <a:lnTo>
                    <a:pt x="5999115" y="89584"/>
                  </a:lnTo>
                  <a:lnTo>
                    <a:pt x="5999209" y="89584"/>
                  </a:lnTo>
                  <a:lnTo>
                    <a:pt x="5999302" y="89584"/>
                  </a:lnTo>
                  <a:lnTo>
                    <a:pt x="5999395" y="89584"/>
                  </a:lnTo>
                  <a:lnTo>
                    <a:pt x="5999488" y="89584"/>
                  </a:lnTo>
                  <a:lnTo>
                    <a:pt x="5999582" y="89584"/>
                  </a:lnTo>
                  <a:lnTo>
                    <a:pt x="5999675" y="89584"/>
                  </a:lnTo>
                  <a:lnTo>
                    <a:pt x="5999768" y="89584"/>
                  </a:lnTo>
                  <a:lnTo>
                    <a:pt x="5999861" y="89584"/>
                  </a:lnTo>
                  <a:lnTo>
                    <a:pt x="5999955" y="89584"/>
                  </a:lnTo>
                  <a:lnTo>
                    <a:pt x="6000048" y="89584"/>
                  </a:lnTo>
                  <a:lnTo>
                    <a:pt x="6000141" y="89584"/>
                  </a:lnTo>
                  <a:lnTo>
                    <a:pt x="6000234" y="89584"/>
                  </a:lnTo>
                  <a:lnTo>
                    <a:pt x="6000328" y="89584"/>
                  </a:lnTo>
                  <a:lnTo>
                    <a:pt x="6000421" y="89584"/>
                  </a:lnTo>
                  <a:lnTo>
                    <a:pt x="6000514" y="89584"/>
                  </a:lnTo>
                  <a:lnTo>
                    <a:pt x="6000607" y="89584"/>
                  </a:lnTo>
                  <a:lnTo>
                    <a:pt x="6000701" y="89584"/>
                  </a:lnTo>
                  <a:lnTo>
                    <a:pt x="6000794" y="89584"/>
                  </a:lnTo>
                  <a:lnTo>
                    <a:pt x="6000887" y="89584"/>
                  </a:lnTo>
                  <a:lnTo>
                    <a:pt x="6000980" y="89584"/>
                  </a:lnTo>
                  <a:lnTo>
                    <a:pt x="6001074" y="89584"/>
                  </a:lnTo>
                  <a:lnTo>
                    <a:pt x="6001167" y="89584"/>
                  </a:lnTo>
                  <a:lnTo>
                    <a:pt x="6001260" y="89584"/>
                  </a:lnTo>
                  <a:lnTo>
                    <a:pt x="6001353" y="89584"/>
                  </a:lnTo>
                  <a:lnTo>
                    <a:pt x="6001446" y="89584"/>
                  </a:lnTo>
                  <a:lnTo>
                    <a:pt x="6001540" y="89584"/>
                  </a:lnTo>
                  <a:lnTo>
                    <a:pt x="6001633" y="89584"/>
                  </a:lnTo>
                  <a:lnTo>
                    <a:pt x="6001726" y="89584"/>
                  </a:lnTo>
                  <a:lnTo>
                    <a:pt x="6001819" y="89584"/>
                  </a:lnTo>
                  <a:lnTo>
                    <a:pt x="6001913" y="89584"/>
                  </a:lnTo>
                  <a:lnTo>
                    <a:pt x="6002006" y="89584"/>
                  </a:lnTo>
                  <a:lnTo>
                    <a:pt x="6002099" y="89584"/>
                  </a:lnTo>
                  <a:lnTo>
                    <a:pt x="6002192" y="89584"/>
                  </a:lnTo>
                  <a:lnTo>
                    <a:pt x="6002286" y="89584"/>
                  </a:lnTo>
                  <a:lnTo>
                    <a:pt x="6002379" y="89584"/>
                  </a:lnTo>
                  <a:lnTo>
                    <a:pt x="6002472" y="89584"/>
                  </a:lnTo>
                  <a:lnTo>
                    <a:pt x="6002565" y="89584"/>
                  </a:lnTo>
                  <a:lnTo>
                    <a:pt x="6002659" y="89584"/>
                  </a:lnTo>
                  <a:lnTo>
                    <a:pt x="6002752" y="89584"/>
                  </a:lnTo>
                  <a:lnTo>
                    <a:pt x="6002845" y="89584"/>
                  </a:lnTo>
                  <a:lnTo>
                    <a:pt x="6002938" y="89584"/>
                  </a:lnTo>
                  <a:lnTo>
                    <a:pt x="6003032" y="89584"/>
                  </a:lnTo>
                  <a:lnTo>
                    <a:pt x="6003125" y="89584"/>
                  </a:lnTo>
                  <a:lnTo>
                    <a:pt x="6003218" y="89584"/>
                  </a:lnTo>
                  <a:lnTo>
                    <a:pt x="6003311" y="89584"/>
                  </a:lnTo>
                  <a:lnTo>
                    <a:pt x="6003405" y="89584"/>
                  </a:lnTo>
                  <a:lnTo>
                    <a:pt x="6003498" y="89584"/>
                  </a:lnTo>
                  <a:lnTo>
                    <a:pt x="6003591" y="89584"/>
                  </a:lnTo>
                  <a:lnTo>
                    <a:pt x="6003684" y="89584"/>
                  </a:lnTo>
                  <a:lnTo>
                    <a:pt x="6003778" y="89584"/>
                  </a:lnTo>
                  <a:lnTo>
                    <a:pt x="6003871" y="89584"/>
                  </a:lnTo>
                  <a:lnTo>
                    <a:pt x="6003964" y="89584"/>
                  </a:lnTo>
                  <a:lnTo>
                    <a:pt x="6004057" y="89584"/>
                  </a:lnTo>
                  <a:lnTo>
                    <a:pt x="6004151" y="89584"/>
                  </a:lnTo>
                  <a:lnTo>
                    <a:pt x="6004244" y="89584"/>
                  </a:lnTo>
                  <a:lnTo>
                    <a:pt x="6004337" y="89584"/>
                  </a:lnTo>
                  <a:lnTo>
                    <a:pt x="6004430" y="89584"/>
                  </a:lnTo>
                  <a:lnTo>
                    <a:pt x="6004524" y="89584"/>
                  </a:lnTo>
                  <a:lnTo>
                    <a:pt x="6004617" y="89584"/>
                  </a:lnTo>
                  <a:lnTo>
                    <a:pt x="6004710" y="89584"/>
                  </a:lnTo>
                  <a:lnTo>
                    <a:pt x="6004803" y="89584"/>
                  </a:lnTo>
                  <a:lnTo>
                    <a:pt x="6004897" y="89584"/>
                  </a:lnTo>
                  <a:lnTo>
                    <a:pt x="6004990" y="89584"/>
                  </a:lnTo>
                  <a:lnTo>
                    <a:pt x="6005083" y="89584"/>
                  </a:lnTo>
                  <a:lnTo>
                    <a:pt x="6005176" y="89584"/>
                  </a:lnTo>
                  <a:lnTo>
                    <a:pt x="6005270" y="89584"/>
                  </a:lnTo>
                  <a:lnTo>
                    <a:pt x="6005363" y="89584"/>
                  </a:lnTo>
                  <a:lnTo>
                    <a:pt x="6005456" y="89584"/>
                  </a:lnTo>
                  <a:lnTo>
                    <a:pt x="6005549" y="89584"/>
                  </a:lnTo>
                  <a:lnTo>
                    <a:pt x="6005643" y="89584"/>
                  </a:lnTo>
                  <a:lnTo>
                    <a:pt x="6005736" y="89584"/>
                  </a:lnTo>
                  <a:lnTo>
                    <a:pt x="6005829" y="89584"/>
                  </a:lnTo>
                  <a:lnTo>
                    <a:pt x="6005922" y="89584"/>
                  </a:lnTo>
                  <a:lnTo>
                    <a:pt x="6006016" y="89584"/>
                  </a:lnTo>
                  <a:lnTo>
                    <a:pt x="6006109" y="89584"/>
                  </a:lnTo>
                  <a:lnTo>
                    <a:pt x="6006202" y="89584"/>
                  </a:lnTo>
                  <a:lnTo>
                    <a:pt x="6006295" y="89584"/>
                  </a:lnTo>
                  <a:lnTo>
                    <a:pt x="6006389" y="89584"/>
                  </a:lnTo>
                  <a:lnTo>
                    <a:pt x="6006482" y="89584"/>
                  </a:lnTo>
                  <a:lnTo>
                    <a:pt x="6006575" y="89584"/>
                  </a:lnTo>
                  <a:lnTo>
                    <a:pt x="6006668" y="89584"/>
                  </a:lnTo>
                  <a:lnTo>
                    <a:pt x="6006762" y="89584"/>
                  </a:lnTo>
                  <a:lnTo>
                    <a:pt x="6006855" y="89584"/>
                  </a:lnTo>
                  <a:lnTo>
                    <a:pt x="6006948" y="89584"/>
                  </a:lnTo>
                  <a:lnTo>
                    <a:pt x="6007041" y="89584"/>
                  </a:lnTo>
                  <a:lnTo>
                    <a:pt x="6007135" y="89584"/>
                  </a:lnTo>
                  <a:lnTo>
                    <a:pt x="6007228" y="89584"/>
                  </a:lnTo>
                  <a:lnTo>
                    <a:pt x="6007321" y="89584"/>
                  </a:lnTo>
                  <a:lnTo>
                    <a:pt x="6007414" y="89584"/>
                  </a:lnTo>
                  <a:lnTo>
                    <a:pt x="6007508" y="89584"/>
                  </a:lnTo>
                  <a:lnTo>
                    <a:pt x="6007601" y="89584"/>
                  </a:lnTo>
                  <a:lnTo>
                    <a:pt x="6007694" y="89584"/>
                  </a:lnTo>
                  <a:lnTo>
                    <a:pt x="6007787" y="89584"/>
                  </a:lnTo>
                  <a:lnTo>
                    <a:pt x="6007881" y="89584"/>
                  </a:lnTo>
                  <a:lnTo>
                    <a:pt x="6007974" y="89584"/>
                  </a:lnTo>
                  <a:lnTo>
                    <a:pt x="6008067" y="89584"/>
                  </a:lnTo>
                  <a:lnTo>
                    <a:pt x="6008160" y="89584"/>
                  </a:lnTo>
                  <a:lnTo>
                    <a:pt x="6008253" y="89584"/>
                  </a:lnTo>
                  <a:lnTo>
                    <a:pt x="6008347" y="89584"/>
                  </a:lnTo>
                  <a:lnTo>
                    <a:pt x="6008440" y="89584"/>
                  </a:lnTo>
                  <a:lnTo>
                    <a:pt x="6008533" y="89584"/>
                  </a:lnTo>
                  <a:lnTo>
                    <a:pt x="6008626" y="89584"/>
                  </a:lnTo>
                  <a:lnTo>
                    <a:pt x="6008720" y="89584"/>
                  </a:lnTo>
                  <a:lnTo>
                    <a:pt x="6008813" y="89584"/>
                  </a:lnTo>
                  <a:lnTo>
                    <a:pt x="6008906" y="89584"/>
                  </a:lnTo>
                  <a:lnTo>
                    <a:pt x="6008999" y="89584"/>
                  </a:lnTo>
                  <a:lnTo>
                    <a:pt x="6009093" y="89584"/>
                  </a:lnTo>
                  <a:lnTo>
                    <a:pt x="6009186" y="89584"/>
                  </a:lnTo>
                  <a:lnTo>
                    <a:pt x="6009279" y="89584"/>
                  </a:lnTo>
                  <a:lnTo>
                    <a:pt x="6009372" y="89584"/>
                  </a:lnTo>
                  <a:lnTo>
                    <a:pt x="6009466" y="89584"/>
                  </a:lnTo>
                  <a:lnTo>
                    <a:pt x="6009559" y="89584"/>
                  </a:lnTo>
                  <a:lnTo>
                    <a:pt x="6009652" y="89584"/>
                  </a:lnTo>
                  <a:lnTo>
                    <a:pt x="6009745" y="89584"/>
                  </a:lnTo>
                  <a:lnTo>
                    <a:pt x="6009839" y="89584"/>
                  </a:lnTo>
                  <a:lnTo>
                    <a:pt x="6009932" y="89584"/>
                  </a:lnTo>
                  <a:lnTo>
                    <a:pt x="6010025" y="89584"/>
                  </a:lnTo>
                  <a:lnTo>
                    <a:pt x="6010118" y="89584"/>
                  </a:lnTo>
                  <a:lnTo>
                    <a:pt x="6010212" y="89584"/>
                  </a:lnTo>
                  <a:lnTo>
                    <a:pt x="6010305" y="89584"/>
                  </a:lnTo>
                  <a:lnTo>
                    <a:pt x="6010398" y="89584"/>
                  </a:lnTo>
                  <a:lnTo>
                    <a:pt x="6010491" y="89584"/>
                  </a:lnTo>
                  <a:lnTo>
                    <a:pt x="6010585" y="89584"/>
                  </a:lnTo>
                  <a:lnTo>
                    <a:pt x="6010678" y="89584"/>
                  </a:lnTo>
                  <a:lnTo>
                    <a:pt x="6010771" y="89584"/>
                  </a:lnTo>
                  <a:lnTo>
                    <a:pt x="6010864" y="89584"/>
                  </a:lnTo>
                  <a:lnTo>
                    <a:pt x="6010958" y="89584"/>
                  </a:lnTo>
                  <a:lnTo>
                    <a:pt x="6011051" y="89584"/>
                  </a:lnTo>
                  <a:lnTo>
                    <a:pt x="6011144" y="89584"/>
                  </a:lnTo>
                  <a:lnTo>
                    <a:pt x="6011237" y="89584"/>
                  </a:lnTo>
                  <a:lnTo>
                    <a:pt x="6011331" y="89584"/>
                  </a:lnTo>
                  <a:lnTo>
                    <a:pt x="6011424" y="89584"/>
                  </a:lnTo>
                  <a:lnTo>
                    <a:pt x="6011517" y="89584"/>
                  </a:lnTo>
                  <a:lnTo>
                    <a:pt x="6011610" y="89584"/>
                  </a:lnTo>
                  <a:lnTo>
                    <a:pt x="6011704" y="89584"/>
                  </a:lnTo>
                  <a:lnTo>
                    <a:pt x="6011797" y="89584"/>
                  </a:lnTo>
                  <a:lnTo>
                    <a:pt x="6011890" y="89584"/>
                  </a:lnTo>
                  <a:lnTo>
                    <a:pt x="6011983" y="89584"/>
                  </a:lnTo>
                  <a:lnTo>
                    <a:pt x="6012077" y="89584"/>
                  </a:lnTo>
                  <a:lnTo>
                    <a:pt x="6012170" y="89584"/>
                  </a:lnTo>
                  <a:lnTo>
                    <a:pt x="6012263" y="89584"/>
                  </a:lnTo>
                  <a:lnTo>
                    <a:pt x="6012356" y="89584"/>
                  </a:lnTo>
                  <a:lnTo>
                    <a:pt x="6012450" y="89584"/>
                  </a:lnTo>
                  <a:lnTo>
                    <a:pt x="6012543" y="89584"/>
                  </a:lnTo>
                  <a:lnTo>
                    <a:pt x="6012636" y="89584"/>
                  </a:lnTo>
                  <a:lnTo>
                    <a:pt x="6012729" y="89584"/>
                  </a:lnTo>
                  <a:lnTo>
                    <a:pt x="6012823" y="89584"/>
                  </a:lnTo>
                  <a:lnTo>
                    <a:pt x="6012916" y="89584"/>
                  </a:lnTo>
                  <a:lnTo>
                    <a:pt x="6013009" y="89584"/>
                  </a:lnTo>
                  <a:lnTo>
                    <a:pt x="6013102" y="89584"/>
                  </a:lnTo>
                  <a:lnTo>
                    <a:pt x="6013196" y="89584"/>
                  </a:lnTo>
                  <a:lnTo>
                    <a:pt x="6013289" y="89584"/>
                  </a:lnTo>
                  <a:lnTo>
                    <a:pt x="6013382" y="89584"/>
                  </a:lnTo>
                  <a:lnTo>
                    <a:pt x="6013475" y="89584"/>
                  </a:lnTo>
                  <a:lnTo>
                    <a:pt x="6013569" y="89584"/>
                  </a:lnTo>
                  <a:lnTo>
                    <a:pt x="6013662" y="89584"/>
                  </a:lnTo>
                  <a:lnTo>
                    <a:pt x="6013755" y="89584"/>
                  </a:lnTo>
                  <a:lnTo>
                    <a:pt x="6013848" y="89584"/>
                  </a:lnTo>
                  <a:lnTo>
                    <a:pt x="6013942" y="89584"/>
                  </a:lnTo>
                  <a:lnTo>
                    <a:pt x="6014035" y="89584"/>
                  </a:lnTo>
                  <a:lnTo>
                    <a:pt x="6014128" y="89584"/>
                  </a:lnTo>
                  <a:lnTo>
                    <a:pt x="6014221" y="89584"/>
                  </a:lnTo>
                  <a:lnTo>
                    <a:pt x="6014315" y="89584"/>
                  </a:lnTo>
                  <a:lnTo>
                    <a:pt x="6014408" y="89584"/>
                  </a:lnTo>
                  <a:lnTo>
                    <a:pt x="6014501" y="89584"/>
                  </a:lnTo>
                  <a:lnTo>
                    <a:pt x="6014594" y="89584"/>
                  </a:lnTo>
                  <a:lnTo>
                    <a:pt x="6014688" y="89584"/>
                  </a:lnTo>
                  <a:lnTo>
                    <a:pt x="6014781" y="89584"/>
                  </a:lnTo>
                  <a:lnTo>
                    <a:pt x="6014874" y="89584"/>
                  </a:lnTo>
                  <a:lnTo>
                    <a:pt x="6014967" y="89584"/>
                  </a:lnTo>
                  <a:lnTo>
                    <a:pt x="6015061" y="89584"/>
                  </a:lnTo>
                  <a:lnTo>
                    <a:pt x="6015154" y="89584"/>
                  </a:lnTo>
                  <a:lnTo>
                    <a:pt x="6015247" y="89584"/>
                  </a:lnTo>
                  <a:lnTo>
                    <a:pt x="6015340" y="89584"/>
                  </a:lnTo>
                  <a:lnTo>
                    <a:pt x="6015433" y="89584"/>
                  </a:lnTo>
                  <a:lnTo>
                    <a:pt x="6015527" y="89584"/>
                  </a:lnTo>
                  <a:lnTo>
                    <a:pt x="6015620" y="89584"/>
                  </a:lnTo>
                  <a:lnTo>
                    <a:pt x="6015713" y="89584"/>
                  </a:lnTo>
                  <a:lnTo>
                    <a:pt x="6015806" y="89584"/>
                  </a:lnTo>
                  <a:lnTo>
                    <a:pt x="6015900" y="89584"/>
                  </a:lnTo>
                  <a:lnTo>
                    <a:pt x="6015993" y="89584"/>
                  </a:lnTo>
                  <a:lnTo>
                    <a:pt x="6016086" y="89584"/>
                  </a:lnTo>
                  <a:lnTo>
                    <a:pt x="6016179" y="89584"/>
                  </a:lnTo>
                  <a:lnTo>
                    <a:pt x="6016273" y="89584"/>
                  </a:lnTo>
                  <a:lnTo>
                    <a:pt x="6016366" y="89584"/>
                  </a:lnTo>
                  <a:lnTo>
                    <a:pt x="6016459" y="89584"/>
                  </a:lnTo>
                  <a:lnTo>
                    <a:pt x="6016552" y="89584"/>
                  </a:lnTo>
                  <a:lnTo>
                    <a:pt x="6016646" y="89584"/>
                  </a:lnTo>
                  <a:lnTo>
                    <a:pt x="6016739" y="89584"/>
                  </a:lnTo>
                  <a:lnTo>
                    <a:pt x="6016832" y="89584"/>
                  </a:lnTo>
                  <a:lnTo>
                    <a:pt x="6016925" y="89584"/>
                  </a:lnTo>
                  <a:lnTo>
                    <a:pt x="6017019" y="89584"/>
                  </a:lnTo>
                  <a:lnTo>
                    <a:pt x="6017112" y="89584"/>
                  </a:lnTo>
                  <a:lnTo>
                    <a:pt x="6017205" y="89584"/>
                  </a:lnTo>
                  <a:lnTo>
                    <a:pt x="6017298" y="89584"/>
                  </a:lnTo>
                  <a:lnTo>
                    <a:pt x="6017392" y="89584"/>
                  </a:lnTo>
                  <a:lnTo>
                    <a:pt x="6017485" y="89584"/>
                  </a:lnTo>
                  <a:lnTo>
                    <a:pt x="6017578" y="89584"/>
                  </a:lnTo>
                  <a:lnTo>
                    <a:pt x="6017671" y="89584"/>
                  </a:lnTo>
                  <a:lnTo>
                    <a:pt x="6017765" y="89584"/>
                  </a:lnTo>
                  <a:lnTo>
                    <a:pt x="6017858" y="89584"/>
                  </a:lnTo>
                  <a:lnTo>
                    <a:pt x="6017951" y="89584"/>
                  </a:lnTo>
                  <a:lnTo>
                    <a:pt x="6018044" y="89584"/>
                  </a:lnTo>
                  <a:lnTo>
                    <a:pt x="6018138" y="89584"/>
                  </a:lnTo>
                  <a:lnTo>
                    <a:pt x="6018231" y="89584"/>
                  </a:lnTo>
                  <a:lnTo>
                    <a:pt x="6018324" y="89584"/>
                  </a:lnTo>
                  <a:lnTo>
                    <a:pt x="6018417" y="89584"/>
                  </a:lnTo>
                  <a:lnTo>
                    <a:pt x="6018511" y="89584"/>
                  </a:lnTo>
                  <a:lnTo>
                    <a:pt x="6018604" y="89584"/>
                  </a:lnTo>
                  <a:lnTo>
                    <a:pt x="6018697" y="89584"/>
                  </a:lnTo>
                  <a:lnTo>
                    <a:pt x="6018790" y="89584"/>
                  </a:lnTo>
                  <a:lnTo>
                    <a:pt x="6018884" y="89584"/>
                  </a:lnTo>
                  <a:lnTo>
                    <a:pt x="6018977" y="89584"/>
                  </a:lnTo>
                  <a:lnTo>
                    <a:pt x="6019070" y="89584"/>
                  </a:lnTo>
                  <a:lnTo>
                    <a:pt x="6019163" y="89584"/>
                  </a:lnTo>
                  <a:lnTo>
                    <a:pt x="6019257" y="89584"/>
                  </a:lnTo>
                  <a:lnTo>
                    <a:pt x="6019350" y="89584"/>
                  </a:lnTo>
                  <a:lnTo>
                    <a:pt x="6019443" y="89584"/>
                  </a:lnTo>
                  <a:lnTo>
                    <a:pt x="6019536" y="89584"/>
                  </a:lnTo>
                  <a:lnTo>
                    <a:pt x="6019630" y="89584"/>
                  </a:lnTo>
                  <a:lnTo>
                    <a:pt x="6019723" y="89584"/>
                  </a:lnTo>
                  <a:lnTo>
                    <a:pt x="6019816" y="89584"/>
                  </a:lnTo>
                  <a:lnTo>
                    <a:pt x="6019909" y="89584"/>
                  </a:lnTo>
                  <a:lnTo>
                    <a:pt x="6020003" y="89584"/>
                  </a:lnTo>
                  <a:lnTo>
                    <a:pt x="6020003" y="79630"/>
                  </a:lnTo>
                  <a:lnTo>
                    <a:pt x="6020096" y="79630"/>
                  </a:lnTo>
                  <a:lnTo>
                    <a:pt x="6020189" y="79630"/>
                  </a:lnTo>
                  <a:lnTo>
                    <a:pt x="6020282" y="79630"/>
                  </a:lnTo>
                  <a:lnTo>
                    <a:pt x="6020376" y="79630"/>
                  </a:lnTo>
                  <a:lnTo>
                    <a:pt x="6020469" y="79630"/>
                  </a:lnTo>
                  <a:lnTo>
                    <a:pt x="6020562" y="79630"/>
                  </a:lnTo>
                  <a:lnTo>
                    <a:pt x="6020655" y="79630"/>
                  </a:lnTo>
                  <a:lnTo>
                    <a:pt x="6020749" y="79630"/>
                  </a:lnTo>
                  <a:lnTo>
                    <a:pt x="6020842" y="79630"/>
                  </a:lnTo>
                  <a:lnTo>
                    <a:pt x="6020935" y="79630"/>
                  </a:lnTo>
                  <a:lnTo>
                    <a:pt x="6021028" y="79630"/>
                  </a:lnTo>
                  <a:lnTo>
                    <a:pt x="6021122" y="79630"/>
                  </a:lnTo>
                  <a:lnTo>
                    <a:pt x="6021215" y="79630"/>
                  </a:lnTo>
                  <a:lnTo>
                    <a:pt x="6021308" y="79630"/>
                  </a:lnTo>
                  <a:lnTo>
                    <a:pt x="6021401" y="79630"/>
                  </a:lnTo>
                  <a:lnTo>
                    <a:pt x="6021495" y="79630"/>
                  </a:lnTo>
                  <a:lnTo>
                    <a:pt x="6021588" y="79630"/>
                  </a:lnTo>
                  <a:lnTo>
                    <a:pt x="6021681" y="79630"/>
                  </a:lnTo>
                  <a:lnTo>
                    <a:pt x="6021774" y="79630"/>
                  </a:lnTo>
                  <a:lnTo>
                    <a:pt x="6021868" y="79630"/>
                  </a:lnTo>
                  <a:lnTo>
                    <a:pt x="6021961" y="79630"/>
                  </a:lnTo>
                  <a:lnTo>
                    <a:pt x="6022054" y="79630"/>
                  </a:lnTo>
                  <a:lnTo>
                    <a:pt x="6022147" y="79630"/>
                  </a:lnTo>
                  <a:lnTo>
                    <a:pt x="6022240" y="79630"/>
                  </a:lnTo>
                  <a:lnTo>
                    <a:pt x="6022334" y="79630"/>
                  </a:lnTo>
                  <a:lnTo>
                    <a:pt x="6022427" y="79630"/>
                  </a:lnTo>
                  <a:lnTo>
                    <a:pt x="6022520" y="79630"/>
                  </a:lnTo>
                  <a:lnTo>
                    <a:pt x="6022613" y="79630"/>
                  </a:lnTo>
                  <a:lnTo>
                    <a:pt x="6022707" y="79630"/>
                  </a:lnTo>
                  <a:lnTo>
                    <a:pt x="6022800" y="79630"/>
                  </a:lnTo>
                  <a:lnTo>
                    <a:pt x="6022893" y="79630"/>
                  </a:lnTo>
                  <a:lnTo>
                    <a:pt x="6022986" y="79630"/>
                  </a:lnTo>
                  <a:lnTo>
                    <a:pt x="6023080" y="79630"/>
                  </a:lnTo>
                  <a:lnTo>
                    <a:pt x="6023173" y="79630"/>
                  </a:lnTo>
                  <a:lnTo>
                    <a:pt x="6023266" y="79630"/>
                  </a:lnTo>
                  <a:lnTo>
                    <a:pt x="6023359" y="79630"/>
                  </a:lnTo>
                  <a:lnTo>
                    <a:pt x="6023453" y="79630"/>
                  </a:lnTo>
                  <a:lnTo>
                    <a:pt x="6023546" y="79630"/>
                  </a:lnTo>
                  <a:lnTo>
                    <a:pt x="6023639" y="79630"/>
                  </a:lnTo>
                  <a:lnTo>
                    <a:pt x="6023732" y="79630"/>
                  </a:lnTo>
                  <a:lnTo>
                    <a:pt x="6023826" y="79630"/>
                  </a:lnTo>
                  <a:lnTo>
                    <a:pt x="6023919" y="79630"/>
                  </a:lnTo>
                  <a:lnTo>
                    <a:pt x="6024012" y="79630"/>
                  </a:lnTo>
                  <a:lnTo>
                    <a:pt x="6024105" y="79630"/>
                  </a:lnTo>
                  <a:lnTo>
                    <a:pt x="6024199" y="79630"/>
                  </a:lnTo>
                  <a:lnTo>
                    <a:pt x="6024292" y="79630"/>
                  </a:lnTo>
                  <a:lnTo>
                    <a:pt x="6024385" y="79630"/>
                  </a:lnTo>
                  <a:lnTo>
                    <a:pt x="6024478" y="79630"/>
                  </a:lnTo>
                  <a:lnTo>
                    <a:pt x="6024572" y="79630"/>
                  </a:lnTo>
                  <a:lnTo>
                    <a:pt x="6024665" y="79630"/>
                  </a:lnTo>
                  <a:lnTo>
                    <a:pt x="6024758" y="79630"/>
                  </a:lnTo>
                  <a:lnTo>
                    <a:pt x="6024851" y="79630"/>
                  </a:lnTo>
                  <a:lnTo>
                    <a:pt x="6024945" y="79630"/>
                  </a:lnTo>
                  <a:lnTo>
                    <a:pt x="6025038" y="79630"/>
                  </a:lnTo>
                  <a:lnTo>
                    <a:pt x="6025131" y="79630"/>
                  </a:lnTo>
                  <a:lnTo>
                    <a:pt x="6025224" y="79630"/>
                  </a:lnTo>
                  <a:lnTo>
                    <a:pt x="6025318" y="79630"/>
                  </a:lnTo>
                  <a:lnTo>
                    <a:pt x="6025411" y="79630"/>
                  </a:lnTo>
                  <a:lnTo>
                    <a:pt x="6025504" y="79630"/>
                  </a:lnTo>
                  <a:lnTo>
                    <a:pt x="6025597" y="79630"/>
                  </a:lnTo>
                  <a:lnTo>
                    <a:pt x="6025691" y="79630"/>
                  </a:lnTo>
                  <a:lnTo>
                    <a:pt x="6025784" y="79630"/>
                  </a:lnTo>
                  <a:lnTo>
                    <a:pt x="6025877" y="79630"/>
                  </a:lnTo>
                  <a:lnTo>
                    <a:pt x="6025970" y="79630"/>
                  </a:lnTo>
                  <a:lnTo>
                    <a:pt x="6026064" y="79630"/>
                  </a:lnTo>
                  <a:lnTo>
                    <a:pt x="6026157" y="79630"/>
                  </a:lnTo>
                  <a:lnTo>
                    <a:pt x="6026250" y="79630"/>
                  </a:lnTo>
                  <a:lnTo>
                    <a:pt x="6026343" y="79630"/>
                  </a:lnTo>
                  <a:lnTo>
                    <a:pt x="6026437" y="79630"/>
                  </a:lnTo>
                  <a:lnTo>
                    <a:pt x="6026530" y="79630"/>
                  </a:lnTo>
                  <a:lnTo>
                    <a:pt x="6026623" y="79630"/>
                  </a:lnTo>
                  <a:lnTo>
                    <a:pt x="6026716" y="79630"/>
                  </a:lnTo>
                  <a:lnTo>
                    <a:pt x="6026810" y="79630"/>
                  </a:lnTo>
                  <a:lnTo>
                    <a:pt x="6026903" y="79630"/>
                  </a:lnTo>
                  <a:lnTo>
                    <a:pt x="6026996" y="79630"/>
                  </a:lnTo>
                  <a:lnTo>
                    <a:pt x="6027089" y="79630"/>
                  </a:lnTo>
                  <a:lnTo>
                    <a:pt x="6027183" y="79630"/>
                  </a:lnTo>
                  <a:lnTo>
                    <a:pt x="6027276" y="79630"/>
                  </a:lnTo>
                  <a:lnTo>
                    <a:pt x="6027369" y="79630"/>
                  </a:lnTo>
                  <a:lnTo>
                    <a:pt x="6027462" y="79630"/>
                  </a:lnTo>
                  <a:lnTo>
                    <a:pt x="6027556" y="79630"/>
                  </a:lnTo>
                  <a:lnTo>
                    <a:pt x="6027649" y="79630"/>
                  </a:lnTo>
                  <a:lnTo>
                    <a:pt x="6027742" y="79630"/>
                  </a:lnTo>
                  <a:lnTo>
                    <a:pt x="6027835" y="79630"/>
                  </a:lnTo>
                  <a:lnTo>
                    <a:pt x="6027929" y="79630"/>
                  </a:lnTo>
                  <a:lnTo>
                    <a:pt x="6028022" y="79630"/>
                  </a:lnTo>
                  <a:lnTo>
                    <a:pt x="6028115" y="79630"/>
                  </a:lnTo>
                  <a:lnTo>
                    <a:pt x="6028208" y="79630"/>
                  </a:lnTo>
                  <a:lnTo>
                    <a:pt x="6028302" y="79630"/>
                  </a:lnTo>
                  <a:lnTo>
                    <a:pt x="6028395" y="79630"/>
                  </a:lnTo>
                  <a:lnTo>
                    <a:pt x="6028488" y="79630"/>
                  </a:lnTo>
                  <a:lnTo>
                    <a:pt x="6028581" y="79630"/>
                  </a:lnTo>
                  <a:lnTo>
                    <a:pt x="6028675" y="79630"/>
                  </a:lnTo>
                  <a:lnTo>
                    <a:pt x="6028768" y="79630"/>
                  </a:lnTo>
                  <a:lnTo>
                    <a:pt x="6028861" y="79630"/>
                  </a:lnTo>
                  <a:lnTo>
                    <a:pt x="6028954" y="79630"/>
                  </a:lnTo>
                  <a:lnTo>
                    <a:pt x="6029047" y="79630"/>
                  </a:lnTo>
                  <a:lnTo>
                    <a:pt x="6029141" y="79630"/>
                  </a:lnTo>
                  <a:lnTo>
                    <a:pt x="6029234" y="79630"/>
                  </a:lnTo>
                  <a:lnTo>
                    <a:pt x="6029327" y="79630"/>
                  </a:lnTo>
                  <a:lnTo>
                    <a:pt x="6029420" y="79630"/>
                  </a:lnTo>
                  <a:lnTo>
                    <a:pt x="6029514" y="79630"/>
                  </a:lnTo>
                  <a:lnTo>
                    <a:pt x="6029607" y="79630"/>
                  </a:lnTo>
                  <a:lnTo>
                    <a:pt x="6029700" y="79630"/>
                  </a:lnTo>
                  <a:lnTo>
                    <a:pt x="6029793" y="79630"/>
                  </a:lnTo>
                  <a:lnTo>
                    <a:pt x="6029887" y="79630"/>
                  </a:lnTo>
                  <a:lnTo>
                    <a:pt x="6029980" y="79630"/>
                  </a:lnTo>
                  <a:lnTo>
                    <a:pt x="6030073" y="79630"/>
                  </a:lnTo>
                  <a:lnTo>
                    <a:pt x="6030166" y="79630"/>
                  </a:lnTo>
                  <a:lnTo>
                    <a:pt x="6030260" y="79630"/>
                  </a:lnTo>
                  <a:lnTo>
                    <a:pt x="6030353" y="79630"/>
                  </a:lnTo>
                  <a:lnTo>
                    <a:pt x="6030446" y="79630"/>
                  </a:lnTo>
                  <a:lnTo>
                    <a:pt x="6030539" y="79630"/>
                  </a:lnTo>
                  <a:lnTo>
                    <a:pt x="6030633" y="79630"/>
                  </a:lnTo>
                  <a:lnTo>
                    <a:pt x="6030726" y="79630"/>
                  </a:lnTo>
                  <a:lnTo>
                    <a:pt x="6030819" y="79630"/>
                  </a:lnTo>
                  <a:lnTo>
                    <a:pt x="6030912" y="79630"/>
                  </a:lnTo>
                  <a:lnTo>
                    <a:pt x="6031006" y="79630"/>
                  </a:lnTo>
                  <a:lnTo>
                    <a:pt x="6031099" y="79630"/>
                  </a:lnTo>
                  <a:lnTo>
                    <a:pt x="6031192" y="79630"/>
                  </a:lnTo>
                  <a:lnTo>
                    <a:pt x="6031285" y="79630"/>
                  </a:lnTo>
                  <a:lnTo>
                    <a:pt x="6031379" y="79630"/>
                  </a:lnTo>
                  <a:lnTo>
                    <a:pt x="6031472" y="79630"/>
                  </a:lnTo>
                  <a:lnTo>
                    <a:pt x="6031565" y="79630"/>
                  </a:lnTo>
                  <a:lnTo>
                    <a:pt x="6031658" y="79630"/>
                  </a:lnTo>
                  <a:lnTo>
                    <a:pt x="6031752" y="79630"/>
                  </a:lnTo>
                  <a:lnTo>
                    <a:pt x="6031845" y="79630"/>
                  </a:lnTo>
                  <a:lnTo>
                    <a:pt x="6031938" y="79630"/>
                  </a:lnTo>
                  <a:lnTo>
                    <a:pt x="6032031" y="79630"/>
                  </a:lnTo>
                  <a:lnTo>
                    <a:pt x="6032125" y="79630"/>
                  </a:lnTo>
                  <a:lnTo>
                    <a:pt x="6032218" y="79630"/>
                  </a:lnTo>
                  <a:lnTo>
                    <a:pt x="6032311" y="79630"/>
                  </a:lnTo>
                  <a:lnTo>
                    <a:pt x="6032404" y="79630"/>
                  </a:lnTo>
                  <a:lnTo>
                    <a:pt x="6032498" y="79630"/>
                  </a:lnTo>
                  <a:lnTo>
                    <a:pt x="6032591" y="79630"/>
                  </a:lnTo>
                  <a:lnTo>
                    <a:pt x="6032684" y="79630"/>
                  </a:lnTo>
                  <a:lnTo>
                    <a:pt x="6032777" y="79630"/>
                  </a:lnTo>
                  <a:lnTo>
                    <a:pt x="6032777" y="69676"/>
                  </a:lnTo>
                  <a:lnTo>
                    <a:pt x="6032871" y="69676"/>
                  </a:lnTo>
                  <a:lnTo>
                    <a:pt x="6032964" y="69676"/>
                  </a:lnTo>
                  <a:lnTo>
                    <a:pt x="6033057" y="69676"/>
                  </a:lnTo>
                  <a:lnTo>
                    <a:pt x="6033150" y="69676"/>
                  </a:lnTo>
                  <a:lnTo>
                    <a:pt x="6033244" y="69676"/>
                  </a:lnTo>
                  <a:lnTo>
                    <a:pt x="6033337" y="69676"/>
                  </a:lnTo>
                  <a:lnTo>
                    <a:pt x="6033430" y="69676"/>
                  </a:lnTo>
                  <a:lnTo>
                    <a:pt x="6033523" y="69676"/>
                  </a:lnTo>
                  <a:lnTo>
                    <a:pt x="6033617" y="69676"/>
                  </a:lnTo>
                  <a:lnTo>
                    <a:pt x="6033710" y="69676"/>
                  </a:lnTo>
                  <a:lnTo>
                    <a:pt x="6033803" y="69676"/>
                  </a:lnTo>
                  <a:lnTo>
                    <a:pt x="6033896" y="69676"/>
                  </a:lnTo>
                  <a:lnTo>
                    <a:pt x="6033990" y="69676"/>
                  </a:lnTo>
                  <a:lnTo>
                    <a:pt x="6034083" y="69676"/>
                  </a:lnTo>
                  <a:lnTo>
                    <a:pt x="6034176" y="69676"/>
                  </a:lnTo>
                  <a:lnTo>
                    <a:pt x="6034269" y="69676"/>
                  </a:lnTo>
                  <a:lnTo>
                    <a:pt x="6034363" y="69676"/>
                  </a:lnTo>
                  <a:lnTo>
                    <a:pt x="6034456" y="69676"/>
                  </a:lnTo>
                  <a:lnTo>
                    <a:pt x="6034549" y="69676"/>
                  </a:lnTo>
                  <a:lnTo>
                    <a:pt x="6034642" y="69676"/>
                  </a:lnTo>
                  <a:lnTo>
                    <a:pt x="6034736" y="69676"/>
                  </a:lnTo>
                  <a:lnTo>
                    <a:pt x="6034829" y="69676"/>
                  </a:lnTo>
                  <a:lnTo>
                    <a:pt x="6034922" y="69676"/>
                  </a:lnTo>
                  <a:lnTo>
                    <a:pt x="6035015" y="69676"/>
                  </a:lnTo>
                  <a:lnTo>
                    <a:pt x="6035109" y="69676"/>
                  </a:lnTo>
                  <a:lnTo>
                    <a:pt x="6035202" y="69676"/>
                  </a:lnTo>
                  <a:lnTo>
                    <a:pt x="6035295" y="69676"/>
                  </a:lnTo>
                  <a:lnTo>
                    <a:pt x="6035388" y="69676"/>
                  </a:lnTo>
                  <a:lnTo>
                    <a:pt x="6035482" y="69676"/>
                  </a:lnTo>
                  <a:lnTo>
                    <a:pt x="6035575" y="69676"/>
                  </a:lnTo>
                  <a:lnTo>
                    <a:pt x="6035668" y="69676"/>
                  </a:lnTo>
                  <a:lnTo>
                    <a:pt x="6035761" y="69676"/>
                  </a:lnTo>
                  <a:lnTo>
                    <a:pt x="6035855" y="69676"/>
                  </a:lnTo>
                  <a:lnTo>
                    <a:pt x="6035948" y="69676"/>
                  </a:lnTo>
                  <a:lnTo>
                    <a:pt x="6036041" y="69676"/>
                  </a:lnTo>
                  <a:lnTo>
                    <a:pt x="6036134" y="69676"/>
                  </a:lnTo>
                  <a:lnTo>
                    <a:pt x="6036227" y="69676"/>
                  </a:lnTo>
                  <a:lnTo>
                    <a:pt x="6036321" y="69676"/>
                  </a:lnTo>
                  <a:lnTo>
                    <a:pt x="6036414" y="69676"/>
                  </a:lnTo>
                  <a:lnTo>
                    <a:pt x="6036507" y="69676"/>
                  </a:lnTo>
                  <a:lnTo>
                    <a:pt x="6036600" y="69676"/>
                  </a:lnTo>
                  <a:lnTo>
                    <a:pt x="6036694" y="69676"/>
                  </a:lnTo>
                  <a:lnTo>
                    <a:pt x="6036787" y="69676"/>
                  </a:lnTo>
                  <a:lnTo>
                    <a:pt x="6036880" y="69676"/>
                  </a:lnTo>
                  <a:lnTo>
                    <a:pt x="6036973" y="69676"/>
                  </a:lnTo>
                  <a:lnTo>
                    <a:pt x="6037067" y="69676"/>
                  </a:lnTo>
                  <a:lnTo>
                    <a:pt x="6037160" y="69676"/>
                  </a:lnTo>
                  <a:lnTo>
                    <a:pt x="6037253" y="69676"/>
                  </a:lnTo>
                  <a:lnTo>
                    <a:pt x="6037346" y="69676"/>
                  </a:lnTo>
                  <a:lnTo>
                    <a:pt x="6037440" y="69676"/>
                  </a:lnTo>
                  <a:lnTo>
                    <a:pt x="6037533" y="69676"/>
                  </a:lnTo>
                  <a:lnTo>
                    <a:pt x="6037626" y="69676"/>
                  </a:lnTo>
                  <a:lnTo>
                    <a:pt x="6037719" y="69676"/>
                  </a:lnTo>
                  <a:lnTo>
                    <a:pt x="6037813" y="69676"/>
                  </a:lnTo>
                  <a:lnTo>
                    <a:pt x="6037906" y="69676"/>
                  </a:lnTo>
                  <a:lnTo>
                    <a:pt x="6037999" y="69676"/>
                  </a:lnTo>
                  <a:lnTo>
                    <a:pt x="6038092" y="69676"/>
                  </a:lnTo>
                  <a:lnTo>
                    <a:pt x="6038186" y="69676"/>
                  </a:lnTo>
                  <a:lnTo>
                    <a:pt x="6038279" y="69676"/>
                  </a:lnTo>
                  <a:lnTo>
                    <a:pt x="6038372" y="69676"/>
                  </a:lnTo>
                  <a:lnTo>
                    <a:pt x="6038465" y="69676"/>
                  </a:lnTo>
                  <a:lnTo>
                    <a:pt x="6038559" y="69676"/>
                  </a:lnTo>
                  <a:lnTo>
                    <a:pt x="6038652" y="69676"/>
                  </a:lnTo>
                  <a:lnTo>
                    <a:pt x="6038745" y="69676"/>
                  </a:lnTo>
                  <a:lnTo>
                    <a:pt x="6038838" y="69676"/>
                  </a:lnTo>
                  <a:lnTo>
                    <a:pt x="6038932" y="69676"/>
                  </a:lnTo>
                  <a:lnTo>
                    <a:pt x="6039025" y="69676"/>
                  </a:lnTo>
                  <a:lnTo>
                    <a:pt x="6039118" y="69676"/>
                  </a:lnTo>
                  <a:lnTo>
                    <a:pt x="6039211" y="69676"/>
                  </a:lnTo>
                  <a:lnTo>
                    <a:pt x="6039305" y="69676"/>
                  </a:lnTo>
                  <a:lnTo>
                    <a:pt x="6039398" y="69676"/>
                  </a:lnTo>
                  <a:lnTo>
                    <a:pt x="6039491" y="69676"/>
                  </a:lnTo>
                  <a:lnTo>
                    <a:pt x="6039584" y="69676"/>
                  </a:lnTo>
                  <a:lnTo>
                    <a:pt x="6039678" y="69676"/>
                  </a:lnTo>
                  <a:lnTo>
                    <a:pt x="6039771" y="69676"/>
                  </a:lnTo>
                  <a:lnTo>
                    <a:pt x="6039864" y="69676"/>
                  </a:lnTo>
                  <a:lnTo>
                    <a:pt x="6039957" y="69676"/>
                  </a:lnTo>
                  <a:lnTo>
                    <a:pt x="6040051" y="69676"/>
                  </a:lnTo>
                  <a:lnTo>
                    <a:pt x="6040144" y="69676"/>
                  </a:lnTo>
                  <a:lnTo>
                    <a:pt x="6040237" y="69676"/>
                  </a:lnTo>
                  <a:lnTo>
                    <a:pt x="6040330" y="69676"/>
                  </a:lnTo>
                  <a:lnTo>
                    <a:pt x="6040424" y="69676"/>
                  </a:lnTo>
                  <a:lnTo>
                    <a:pt x="6040517" y="69676"/>
                  </a:lnTo>
                  <a:lnTo>
                    <a:pt x="6040610" y="69676"/>
                  </a:lnTo>
                  <a:lnTo>
                    <a:pt x="6040703" y="69676"/>
                  </a:lnTo>
                  <a:lnTo>
                    <a:pt x="6040797" y="69676"/>
                  </a:lnTo>
                  <a:lnTo>
                    <a:pt x="6040890" y="69676"/>
                  </a:lnTo>
                  <a:lnTo>
                    <a:pt x="6040983" y="69676"/>
                  </a:lnTo>
                  <a:lnTo>
                    <a:pt x="6041076" y="69676"/>
                  </a:lnTo>
                  <a:lnTo>
                    <a:pt x="6041170" y="69676"/>
                  </a:lnTo>
                  <a:lnTo>
                    <a:pt x="6041263" y="69676"/>
                  </a:lnTo>
                  <a:lnTo>
                    <a:pt x="6041356" y="69676"/>
                  </a:lnTo>
                  <a:lnTo>
                    <a:pt x="6041449" y="69676"/>
                  </a:lnTo>
                  <a:lnTo>
                    <a:pt x="6041543" y="69676"/>
                  </a:lnTo>
                  <a:lnTo>
                    <a:pt x="6041636" y="69676"/>
                  </a:lnTo>
                  <a:lnTo>
                    <a:pt x="6041729" y="69676"/>
                  </a:lnTo>
                  <a:lnTo>
                    <a:pt x="6041822" y="69676"/>
                  </a:lnTo>
                  <a:lnTo>
                    <a:pt x="6041916" y="69676"/>
                  </a:lnTo>
                  <a:lnTo>
                    <a:pt x="6042009" y="69676"/>
                  </a:lnTo>
                  <a:lnTo>
                    <a:pt x="6042102" y="69676"/>
                  </a:lnTo>
                  <a:lnTo>
                    <a:pt x="6042195" y="69676"/>
                  </a:lnTo>
                  <a:lnTo>
                    <a:pt x="6042289" y="69676"/>
                  </a:lnTo>
                  <a:lnTo>
                    <a:pt x="6042382" y="69676"/>
                  </a:lnTo>
                  <a:lnTo>
                    <a:pt x="6042475" y="69676"/>
                  </a:lnTo>
                  <a:lnTo>
                    <a:pt x="6042568" y="69676"/>
                  </a:lnTo>
                  <a:lnTo>
                    <a:pt x="6042662" y="69676"/>
                  </a:lnTo>
                  <a:lnTo>
                    <a:pt x="6042755" y="69676"/>
                  </a:lnTo>
                  <a:lnTo>
                    <a:pt x="6042848" y="69676"/>
                  </a:lnTo>
                  <a:lnTo>
                    <a:pt x="6042941" y="69676"/>
                  </a:lnTo>
                  <a:lnTo>
                    <a:pt x="6043034" y="69676"/>
                  </a:lnTo>
                  <a:lnTo>
                    <a:pt x="6043128" y="69676"/>
                  </a:lnTo>
                  <a:lnTo>
                    <a:pt x="6043221" y="69676"/>
                  </a:lnTo>
                  <a:lnTo>
                    <a:pt x="6043314" y="69676"/>
                  </a:lnTo>
                  <a:lnTo>
                    <a:pt x="6043407" y="69676"/>
                  </a:lnTo>
                  <a:lnTo>
                    <a:pt x="6043501" y="69676"/>
                  </a:lnTo>
                  <a:lnTo>
                    <a:pt x="6043594" y="69676"/>
                  </a:lnTo>
                  <a:lnTo>
                    <a:pt x="6043687" y="69676"/>
                  </a:lnTo>
                  <a:lnTo>
                    <a:pt x="6043780" y="69676"/>
                  </a:lnTo>
                  <a:lnTo>
                    <a:pt x="6043874" y="69676"/>
                  </a:lnTo>
                  <a:lnTo>
                    <a:pt x="6043967" y="69676"/>
                  </a:lnTo>
                  <a:lnTo>
                    <a:pt x="6044060" y="69676"/>
                  </a:lnTo>
                  <a:lnTo>
                    <a:pt x="6044153" y="69676"/>
                  </a:lnTo>
                  <a:lnTo>
                    <a:pt x="6044247" y="69676"/>
                  </a:lnTo>
                  <a:lnTo>
                    <a:pt x="6044340" y="69676"/>
                  </a:lnTo>
                  <a:lnTo>
                    <a:pt x="6044433" y="69676"/>
                  </a:lnTo>
                  <a:lnTo>
                    <a:pt x="6044526" y="69676"/>
                  </a:lnTo>
                  <a:lnTo>
                    <a:pt x="6044620" y="69676"/>
                  </a:lnTo>
                  <a:lnTo>
                    <a:pt x="6044713" y="69676"/>
                  </a:lnTo>
                  <a:lnTo>
                    <a:pt x="6044806" y="69676"/>
                  </a:lnTo>
                  <a:lnTo>
                    <a:pt x="6044899" y="69676"/>
                  </a:lnTo>
                  <a:lnTo>
                    <a:pt x="6044993" y="69676"/>
                  </a:lnTo>
                  <a:lnTo>
                    <a:pt x="6045086" y="69676"/>
                  </a:lnTo>
                  <a:lnTo>
                    <a:pt x="6045179" y="69676"/>
                  </a:lnTo>
                  <a:lnTo>
                    <a:pt x="6045272" y="69676"/>
                  </a:lnTo>
                  <a:lnTo>
                    <a:pt x="6045366" y="69676"/>
                  </a:lnTo>
                  <a:lnTo>
                    <a:pt x="6045459" y="69676"/>
                  </a:lnTo>
                  <a:lnTo>
                    <a:pt x="6045552" y="69676"/>
                  </a:lnTo>
                  <a:lnTo>
                    <a:pt x="6045645" y="69676"/>
                  </a:lnTo>
                  <a:lnTo>
                    <a:pt x="6045739" y="69676"/>
                  </a:lnTo>
                  <a:lnTo>
                    <a:pt x="6045832" y="69676"/>
                  </a:lnTo>
                  <a:lnTo>
                    <a:pt x="6045925" y="69676"/>
                  </a:lnTo>
                  <a:lnTo>
                    <a:pt x="6046018" y="69676"/>
                  </a:lnTo>
                  <a:lnTo>
                    <a:pt x="6046112" y="69676"/>
                  </a:lnTo>
                  <a:lnTo>
                    <a:pt x="6046205" y="69676"/>
                  </a:lnTo>
                  <a:lnTo>
                    <a:pt x="6046298" y="69676"/>
                  </a:lnTo>
                  <a:lnTo>
                    <a:pt x="6046391" y="69676"/>
                  </a:lnTo>
                  <a:lnTo>
                    <a:pt x="6046485" y="69676"/>
                  </a:lnTo>
                  <a:lnTo>
                    <a:pt x="6046578" y="69676"/>
                  </a:lnTo>
                  <a:lnTo>
                    <a:pt x="6046671" y="69676"/>
                  </a:lnTo>
                  <a:lnTo>
                    <a:pt x="6046764" y="69676"/>
                  </a:lnTo>
                  <a:lnTo>
                    <a:pt x="6046858" y="69676"/>
                  </a:lnTo>
                  <a:lnTo>
                    <a:pt x="6046951" y="69676"/>
                  </a:lnTo>
                  <a:lnTo>
                    <a:pt x="6047044" y="69676"/>
                  </a:lnTo>
                  <a:lnTo>
                    <a:pt x="6047137" y="69676"/>
                  </a:lnTo>
                  <a:lnTo>
                    <a:pt x="6047231" y="69676"/>
                  </a:lnTo>
                  <a:lnTo>
                    <a:pt x="6047324" y="69676"/>
                  </a:lnTo>
                  <a:lnTo>
                    <a:pt x="6047417" y="69676"/>
                  </a:lnTo>
                  <a:lnTo>
                    <a:pt x="6047510" y="69676"/>
                  </a:lnTo>
                  <a:lnTo>
                    <a:pt x="6047604" y="69676"/>
                  </a:lnTo>
                  <a:lnTo>
                    <a:pt x="6047697" y="69676"/>
                  </a:lnTo>
                  <a:lnTo>
                    <a:pt x="6047790" y="69676"/>
                  </a:lnTo>
                  <a:lnTo>
                    <a:pt x="6047883" y="69676"/>
                  </a:lnTo>
                  <a:lnTo>
                    <a:pt x="6047977" y="69676"/>
                  </a:lnTo>
                  <a:lnTo>
                    <a:pt x="6048070" y="69676"/>
                  </a:lnTo>
                  <a:lnTo>
                    <a:pt x="6048163" y="69676"/>
                  </a:lnTo>
                  <a:lnTo>
                    <a:pt x="6048256" y="69676"/>
                  </a:lnTo>
                  <a:lnTo>
                    <a:pt x="6048350" y="69676"/>
                  </a:lnTo>
                  <a:lnTo>
                    <a:pt x="6048443" y="69676"/>
                  </a:lnTo>
                  <a:lnTo>
                    <a:pt x="6048536" y="69676"/>
                  </a:lnTo>
                  <a:lnTo>
                    <a:pt x="6048629" y="69676"/>
                  </a:lnTo>
                  <a:lnTo>
                    <a:pt x="6048723" y="69676"/>
                  </a:lnTo>
                  <a:lnTo>
                    <a:pt x="6048816" y="69676"/>
                  </a:lnTo>
                  <a:lnTo>
                    <a:pt x="6048909" y="69676"/>
                  </a:lnTo>
                  <a:lnTo>
                    <a:pt x="6049002" y="69676"/>
                  </a:lnTo>
                  <a:lnTo>
                    <a:pt x="6049096" y="69676"/>
                  </a:lnTo>
                  <a:lnTo>
                    <a:pt x="6049189" y="69676"/>
                  </a:lnTo>
                  <a:lnTo>
                    <a:pt x="6049282" y="69676"/>
                  </a:lnTo>
                  <a:lnTo>
                    <a:pt x="6049375" y="69676"/>
                  </a:lnTo>
                  <a:lnTo>
                    <a:pt x="6049469" y="69676"/>
                  </a:lnTo>
                  <a:lnTo>
                    <a:pt x="6049562" y="69676"/>
                  </a:lnTo>
                  <a:lnTo>
                    <a:pt x="6049655" y="69676"/>
                  </a:lnTo>
                  <a:lnTo>
                    <a:pt x="6049748" y="69676"/>
                  </a:lnTo>
                  <a:lnTo>
                    <a:pt x="6049841" y="69676"/>
                  </a:lnTo>
                  <a:lnTo>
                    <a:pt x="6049935" y="69676"/>
                  </a:lnTo>
                  <a:lnTo>
                    <a:pt x="6050028" y="69676"/>
                  </a:lnTo>
                  <a:lnTo>
                    <a:pt x="6050121" y="69676"/>
                  </a:lnTo>
                  <a:lnTo>
                    <a:pt x="6050214" y="69676"/>
                  </a:lnTo>
                  <a:lnTo>
                    <a:pt x="6050308" y="69676"/>
                  </a:lnTo>
                  <a:lnTo>
                    <a:pt x="6050401" y="69676"/>
                  </a:lnTo>
                  <a:lnTo>
                    <a:pt x="6050494" y="69676"/>
                  </a:lnTo>
                  <a:lnTo>
                    <a:pt x="6050587" y="69676"/>
                  </a:lnTo>
                  <a:lnTo>
                    <a:pt x="6050681" y="69676"/>
                  </a:lnTo>
                  <a:lnTo>
                    <a:pt x="6050774" y="69676"/>
                  </a:lnTo>
                  <a:lnTo>
                    <a:pt x="6050867" y="69676"/>
                  </a:lnTo>
                  <a:lnTo>
                    <a:pt x="6050960" y="69676"/>
                  </a:lnTo>
                  <a:lnTo>
                    <a:pt x="6051054" y="69676"/>
                  </a:lnTo>
                  <a:lnTo>
                    <a:pt x="6051147" y="69676"/>
                  </a:lnTo>
                  <a:lnTo>
                    <a:pt x="6051240" y="69676"/>
                  </a:lnTo>
                  <a:lnTo>
                    <a:pt x="6051333" y="69676"/>
                  </a:lnTo>
                  <a:lnTo>
                    <a:pt x="6051427" y="69676"/>
                  </a:lnTo>
                  <a:lnTo>
                    <a:pt x="6051520" y="69676"/>
                  </a:lnTo>
                  <a:lnTo>
                    <a:pt x="6051613" y="69676"/>
                  </a:lnTo>
                  <a:lnTo>
                    <a:pt x="6051706" y="69676"/>
                  </a:lnTo>
                  <a:lnTo>
                    <a:pt x="6051800" y="69676"/>
                  </a:lnTo>
                  <a:lnTo>
                    <a:pt x="6051893" y="69676"/>
                  </a:lnTo>
                  <a:lnTo>
                    <a:pt x="6051986" y="69676"/>
                  </a:lnTo>
                  <a:lnTo>
                    <a:pt x="6052079" y="69676"/>
                  </a:lnTo>
                  <a:lnTo>
                    <a:pt x="6052173" y="69676"/>
                  </a:lnTo>
                  <a:lnTo>
                    <a:pt x="6052266" y="69676"/>
                  </a:lnTo>
                  <a:lnTo>
                    <a:pt x="6052359" y="69676"/>
                  </a:lnTo>
                  <a:lnTo>
                    <a:pt x="6052452" y="69676"/>
                  </a:lnTo>
                  <a:lnTo>
                    <a:pt x="6052546" y="69676"/>
                  </a:lnTo>
                  <a:lnTo>
                    <a:pt x="6052639" y="69676"/>
                  </a:lnTo>
                  <a:lnTo>
                    <a:pt x="6052732" y="69676"/>
                  </a:lnTo>
                  <a:lnTo>
                    <a:pt x="6052825" y="69676"/>
                  </a:lnTo>
                  <a:lnTo>
                    <a:pt x="6052919" y="69676"/>
                  </a:lnTo>
                  <a:lnTo>
                    <a:pt x="6053012" y="69676"/>
                  </a:lnTo>
                  <a:lnTo>
                    <a:pt x="6053105" y="69676"/>
                  </a:lnTo>
                  <a:lnTo>
                    <a:pt x="6053198" y="69676"/>
                  </a:lnTo>
                  <a:lnTo>
                    <a:pt x="6053292" y="69676"/>
                  </a:lnTo>
                  <a:lnTo>
                    <a:pt x="6053385" y="69676"/>
                  </a:lnTo>
                  <a:lnTo>
                    <a:pt x="6053478" y="69676"/>
                  </a:lnTo>
                  <a:lnTo>
                    <a:pt x="6053571" y="69676"/>
                  </a:lnTo>
                  <a:lnTo>
                    <a:pt x="6053665" y="69676"/>
                  </a:lnTo>
                  <a:lnTo>
                    <a:pt x="6053758" y="69676"/>
                  </a:lnTo>
                  <a:lnTo>
                    <a:pt x="6053851" y="69676"/>
                  </a:lnTo>
                  <a:lnTo>
                    <a:pt x="6053944" y="69676"/>
                  </a:lnTo>
                  <a:lnTo>
                    <a:pt x="6054038" y="69676"/>
                  </a:lnTo>
                  <a:lnTo>
                    <a:pt x="6054131" y="69676"/>
                  </a:lnTo>
                  <a:lnTo>
                    <a:pt x="6054224" y="69676"/>
                  </a:lnTo>
                  <a:lnTo>
                    <a:pt x="6054317" y="69676"/>
                  </a:lnTo>
                  <a:lnTo>
                    <a:pt x="6054411" y="69676"/>
                  </a:lnTo>
                  <a:lnTo>
                    <a:pt x="6054504" y="69676"/>
                  </a:lnTo>
                  <a:lnTo>
                    <a:pt x="6054597" y="69676"/>
                  </a:lnTo>
                  <a:lnTo>
                    <a:pt x="6054690" y="69676"/>
                  </a:lnTo>
                  <a:lnTo>
                    <a:pt x="6054784" y="69676"/>
                  </a:lnTo>
                  <a:lnTo>
                    <a:pt x="6054877" y="69676"/>
                  </a:lnTo>
                  <a:lnTo>
                    <a:pt x="6054970" y="69676"/>
                  </a:lnTo>
                  <a:lnTo>
                    <a:pt x="6055063" y="69676"/>
                  </a:lnTo>
                  <a:lnTo>
                    <a:pt x="6055157" y="69676"/>
                  </a:lnTo>
                  <a:lnTo>
                    <a:pt x="6055250" y="69676"/>
                  </a:lnTo>
                  <a:lnTo>
                    <a:pt x="6055343" y="69676"/>
                  </a:lnTo>
                  <a:lnTo>
                    <a:pt x="6055436" y="69676"/>
                  </a:lnTo>
                  <a:lnTo>
                    <a:pt x="6055530" y="69676"/>
                  </a:lnTo>
                  <a:lnTo>
                    <a:pt x="6055623" y="69676"/>
                  </a:lnTo>
                  <a:lnTo>
                    <a:pt x="6055716" y="69676"/>
                  </a:lnTo>
                  <a:lnTo>
                    <a:pt x="6055809" y="69676"/>
                  </a:lnTo>
                  <a:lnTo>
                    <a:pt x="6055903" y="69676"/>
                  </a:lnTo>
                  <a:lnTo>
                    <a:pt x="6055996" y="69676"/>
                  </a:lnTo>
                  <a:lnTo>
                    <a:pt x="6056089" y="69676"/>
                  </a:lnTo>
                  <a:lnTo>
                    <a:pt x="6056182" y="69676"/>
                  </a:lnTo>
                  <a:lnTo>
                    <a:pt x="6056276" y="69676"/>
                  </a:lnTo>
                  <a:lnTo>
                    <a:pt x="6056369" y="69676"/>
                  </a:lnTo>
                  <a:lnTo>
                    <a:pt x="6056462" y="69676"/>
                  </a:lnTo>
                  <a:lnTo>
                    <a:pt x="6056555" y="69676"/>
                  </a:lnTo>
                  <a:lnTo>
                    <a:pt x="6056649" y="69676"/>
                  </a:lnTo>
                  <a:lnTo>
                    <a:pt x="6056742" y="69676"/>
                  </a:lnTo>
                  <a:lnTo>
                    <a:pt x="6056835" y="69676"/>
                  </a:lnTo>
                  <a:lnTo>
                    <a:pt x="6056928" y="69676"/>
                  </a:lnTo>
                  <a:lnTo>
                    <a:pt x="6057021" y="69676"/>
                  </a:lnTo>
                  <a:lnTo>
                    <a:pt x="6057115" y="69676"/>
                  </a:lnTo>
                  <a:lnTo>
                    <a:pt x="6057208" y="69676"/>
                  </a:lnTo>
                  <a:lnTo>
                    <a:pt x="6057301" y="69676"/>
                  </a:lnTo>
                  <a:lnTo>
                    <a:pt x="6057394" y="69676"/>
                  </a:lnTo>
                  <a:lnTo>
                    <a:pt x="6057488" y="69676"/>
                  </a:lnTo>
                  <a:lnTo>
                    <a:pt x="6057581" y="69676"/>
                  </a:lnTo>
                  <a:lnTo>
                    <a:pt x="6057674" y="69676"/>
                  </a:lnTo>
                  <a:lnTo>
                    <a:pt x="6057767" y="69676"/>
                  </a:lnTo>
                  <a:lnTo>
                    <a:pt x="6057861" y="69676"/>
                  </a:lnTo>
                  <a:lnTo>
                    <a:pt x="6057954" y="69676"/>
                  </a:lnTo>
                  <a:lnTo>
                    <a:pt x="6058047" y="69676"/>
                  </a:lnTo>
                  <a:lnTo>
                    <a:pt x="6058140" y="69676"/>
                  </a:lnTo>
                  <a:lnTo>
                    <a:pt x="6058234" y="69676"/>
                  </a:lnTo>
                  <a:lnTo>
                    <a:pt x="6058327" y="69676"/>
                  </a:lnTo>
                  <a:lnTo>
                    <a:pt x="6058420" y="69676"/>
                  </a:lnTo>
                  <a:lnTo>
                    <a:pt x="6058513" y="69676"/>
                  </a:lnTo>
                  <a:lnTo>
                    <a:pt x="6058607" y="69676"/>
                  </a:lnTo>
                  <a:lnTo>
                    <a:pt x="6058700" y="69676"/>
                  </a:lnTo>
                  <a:lnTo>
                    <a:pt x="6058793" y="69676"/>
                  </a:lnTo>
                  <a:lnTo>
                    <a:pt x="6058886" y="69676"/>
                  </a:lnTo>
                  <a:lnTo>
                    <a:pt x="6058980" y="69676"/>
                  </a:lnTo>
                  <a:lnTo>
                    <a:pt x="6059073" y="69676"/>
                  </a:lnTo>
                  <a:lnTo>
                    <a:pt x="6059166" y="69676"/>
                  </a:lnTo>
                  <a:lnTo>
                    <a:pt x="6059259" y="69676"/>
                  </a:lnTo>
                  <a:lnTo>
                    <a:pt x="6059353" y="69676"/>
                  </a:lnTo>
                  <a:lnTo>
                    <a:pt x="6059446" y="69676"/>
                  </a:lnTo>
                  <a:lnTo>
                    <a:pt x="6059539" y="69676"/>
                  </a:lnTo>
                  <a:lnTo>
                    <a:pt x="6059632" y="69676"/>
                  </a:lnTo>
                  <a:lnTo>
                    <a:pt x="6059726" y="69676"/>
                  </a:lnTo>
                  <a:lnTo>
                    <a:pt x="6059819" y="69676"/>
                  </a:lnTo>
                  <a:lnTo>
                    <a:pt x="6059912" y="69676"/>
                  </a:lnTo>
                  <a:lnTo>
                    <a:pt x="6060005" y="69676"/>
                  </a:lnTo>
                  <a:lnTo>
                    <a:pt x="6060099" y="69676"/>
                  </a:lnTo>
                  <a:lnTo>
                    <a:pt x="6060192" y="69676"/>
                  </a:lnTo>
                  <a:lnTo>
                    <a:pt x="6060285" y="69676"/>
                  </a:lnTo>
                  <a:lnTo>
                    <a:pt x="6060378" y="69676"/>
                  </a:lnTo>
                  <a:lnTo>
                    <a:pt x="6060472" y="69676"/>
                  </a:lnTo>
                  <a:lnTo>
                    <a:pt x="6060565" y="69676"/>
                  </a:lnTo>
                  <a:lnTo>
                    <a:pt x="6060658" y="69676"/>
                  </a:lnTo>
                  <a:lnTo>
                    <a:pt x="6060751" y="69676"/>
                  </a:lnTo>
                  <a:lnTo>
                    <a:pt x="6060845" y="69676"/>
                  </a:lnTo>
                  <a:lnTo>
                    <a:pt x="6060938" y="69676"/>
                  </a:lnTo>
                  <a:lnTo>
                    <a:pt x="6061031" y="69676"/>
                  </a:lnTo>
                  <a:lnTo>
                    <a:pt x="6061124" y="69676"/>
                  </a:lnTo>
                  <a:lnTo>
                    <a:pt x="6061218" y="69676"/>
                  </a:lnTo>
                  <a:lnTo>
                    <a:pt x="6061311" y="69676"/>
                  </a:lnTo>
                  <a:lnTo>
                    <a:pt x="6061404" y="69676"/>
                  </a:lnTo>
                  <a:lnTo>
                    <a:pt x="6061497" y="69676"/>
                  </a:lnTo>
                  <a:lnTo>
                    <a:pt x="6061591" y="69676"/>
                  </a:lnTo>
                  <a:lnTo>
                    <a:pt x="6061684" y="69676"/>
                  </a:lnTo>
                  <a:lnTo>
                    <a:pt x="6061777" y="69676"/>
                  </a:lnTo>
                  <a:lnTo>
                    <a:pt x="6061870" y="69676"/>
                  </a:lnTo>
                  <a:lnTo>
                    <a:pt x="6061964" y="69676"/>
                  </a:lnTo>
                  <a:lnTo>
                    <a:pt x="6062057" y="69676"/>
                  </a:lnTo>
                  <a:lnTo>
                    <a:pt x="6062150" y="69676"/>
                  </a:lnTo>
                  <a:lnTo>
                    <a:pt x="6062243" y="69676"/>
                  </a:lnTo>
                  <a:lnTo>
                    <a:pt x="6062337" y="69676"/>
                  </a:lnTo>
                  <a:lnTo>
                    <a:pt x="6062430" y="69676"/>
                  </a:lnTo>
                  <a:lnTo>
                    <a:pt x="6062523" y="69676"/>
                  </a:lnTo>
                  <a:lnTo>
                    <a:pt x="6062616" y="69676"/>
                  </a:lnTo>
                  <a:lnTo>
                    <a:pt x="6062710" y="69676"/>
                  </a:lnTo>
                  <a:lnTo>
                    <a:pt x="6062803" y="69676"/>
                  </a:lnTo>
                  <a:lnTo>
                    <a:pt x="6062896" y="69676"/>
                  </a:lnTo>
                  <a:lnTo>
                    <a:pt x="6062989" y="69676"/>
                  </a:lnTo>
                  <a:lnTo>
                    <a:pt x="6063083" y="69676"/>
                  </a:lnTo>
                  <a:lnTo>
                    <a:pt x="6063176" y="69676"/>
                  </a:lnTo>
                  <a:lnTo>
                    <a:pt x="6063269" y="69676"/>
                  </a:lnTo>
                  <a:lnTo>
                    <a:pt x="6063362" y="69676"/>
                  </a:lnTo>
                  <a:lnTo>
                    <a:pt x="6063456" y="69676"/>
                  </a:lnTo>
                  <a:lnTo>
                    <a:pt x="6063549" y="69676"/>
                  </a:lnTo>
                  <a:lnTo>
                    <a:pt x="6063642" y="69676"/>
                  </a:lnTo>
                  <a:lnTo>
                    <a:pt x="6063735" y="69676"/>
                  </a:lnTo>
                  <a:lnTo>
                    <a:pt x="6063828" y="69676"/>
                  </a:lnTo>
                  <a:lnTo>
                    <a:pt x="6063922" y="69676"/>
                  </a:lnTo>
                  <a:lnTo>
                    <a:pt x="6064015" y="69676"/>
                  </a:lnTo>
                  <a:lnTo>
                    <a:pt x="6064108" y="69676"/>
                  </a:lnTo>
                  <a:lnTo>
                    <a:pt x="6064201" y="69676"/>
                  </a:lnTo>
                  <a:lnTo>
                    <a:pt x="6064295" y="69676"/>
                  </a:lnTo>
                  <a:lnTo>
                    <a:pt x="6064388" y="69676"/>
                  </a:lnTo>
                  <a:lnTo>
                    <a:pt x="6064481" y="69676"/>
                  </a:lnTo>
                  <a:lnTo>
                    <a:pt x="6064574" y="69676"/>
                  </a:lnTo>
                  <a:lnTo>
                    <a:pt x="6064668" y="69676"/>
                  </a:lnTo>
                  <a:lnTo>
                    <a:pt x="6064761" y="69676"/>
                  </a:lnTo>
                  <a:lnTo>
                    <a:pt x="6064854" y="69676"/>
                  </a:lnTo>
                  <a:lnTo>
                    <a:pt x="6064947" y="69676"/>
                  </a:lnTo>
                  <a:lnTo>
                    <a:pt x="6065041" y="69676"/>
                  </a:lnTo>
                  <a:lnTo>
                    <a:pt x="6065134" y="69676"/>
                  </a:lnTo>
                  <a:lnTo>
                    <a:pt x="6065227" y="69676"/>
                  </a:lnTo>
                  <a:lnTo>
                    <a:pt x="6065320" y="69676"/>
                  </a:lnTo>
                  <a:lnTo>
                    <a:pt x="6065414" y="69676"/>
                  </a:lnTo>
                  <a:lnTo>
                    <a:pt x="6065507" y="69676"/>
                  </a:lnTo>
                  <a:lnTo>
                    <a:pt x="6065600" y="69676"/>
                  </a:lnTo>
                  <a:lnTo>
                    <a:pt x="6065693" y="69676"/>
                  </a:lnTo>
                  <a:lnTo>
                    <a:pt x="6065787" y="69676"/>
                  </a:lnTo>
                  <a:lnTo>
                    <a:pt x="6065880" y="69676"/>
                  </a:lnTo>
                  <a:lnTo>
                    <a:pt x="6065973" y="69676"/>
                  </a:lnTo>
                  <a:lnTo>
                    <a:pt x="6066066" y="69676"/>
                  </a:lnTo>
                  <a:lnTo>
                    <a:pt x="6066160" y="69676"/>
                  </a:lnTo>
                  <a:lnTo>
                    <a:pt x="6066253" y="69676"/>
                  </a:lnTo>
                  <a:lnTo>
                    <a:pt x="6066346" y="69676"/>
                  </a:lnTo>
                  <a:lnTo>
                    <a:pt x="6066439" y="69676"/>
                  </a:lnTo>
                  <a:lnTo>
                    <a:pt x="6066533" y="69676"/>
                  </a:lnTo>
                  <a:lnTo>
                    <a:pt x="6066626" y="69676"/>
                  </a:lnTo>
                  <a:lnTo>
                    <a:pt x="6066719" y="69676"/>
                  </a:lnTo>
                  <a:lnTo>
                    <a:pt x="6066812" y="69676"/>
                  </a:lnTo>
                  <a:lnTo>
                    <a:pt x="6066906" y="69676"/>
                  </a:lnTo>
                  <a:lnTo>
                    <a:pt x="6066999" y="69676"/>
                  </a:lnTo>
                  <a:lnTo>
                    <a:pt x="6067092" y="69676"/>
                  </a:lnTo>
                  <a:lnTo>
                    <a:pt x="6067185" y="69676"/>
                  </a:lnTo>
                  <a:lnTo>
                    <a:pt x="6067279" y="69676"/>
                  </a:lnTo>
                  <a:lnTo>
                    <a:pt x="6067372" y="69676"/>
                  </a:lnTo>
                  <a:lnTo>
                    <a:pt x="6067465" y="69676"/>
                  </a:lnTo>
                  <a:lnTo>
                    <a:pt x="6067558" y="69676"/>
                  </a:lnTo>
                  <a:lnTo>
                    <a:pt x="6067652" y="69676"/>
                  </a:lnTo>
                  <a:lnTo>
                    <a:pt x="6067745" y="69676"/>
                  </a:lnTo>
                  <a:lnTo>
                    <a:pt x="6067838" y="69676"/>
                  </a:lnTo>
                  <a:lnTo>
                    <a:pt x="6067931" y="69676"/>
                  </a:lnTo>
                  <a:lnTo>
                    <a:pt x="6068025" y="69676"/>
                  </a:lnTo>
                  <a:lnTo>
                    <a:pt x="6068118" y="69676"/>
                  </a:lnTo>
                  <a:lnTo>
                    <a:pt x="6068211" y="69676"/>
                  </a:lnTo>
                  <a:lnTo>
                    <a:pt x="6068304" y="69676"/>
                  </a:lnTo>
                  <a:lnTo>
                    <a:pt x="6068398" y="69676"/>
                  </a:lnTo>
                  <a:lnTo>
                    <a:pt x="6068491" y="69676"/>
                  </a:lnTo>
                  <a:lnTo>
                    <a:pt x="6068584" y="69676"/>
                  </a:lnTo>
                  <a:lnTo>
                    <a:pt x="6068677" y="69676"/>
                  </a:lnTo>
                  <a:lnTo>
                    <a:pt x="6068771" y="69676"/>
                  </a:lnTo>
                  <a:lnTo>
                    <a:pt x="6068864" y="69676"/>
                  </a:lnTo>
                  <a:lnTo>
                    <a:pt x="6068957" y="69676"/>
                  </a:lnTo>
                  <a:lnTo>
                    <a:pt x="6069050" y="69676"/>
                  </a:lnTo>
                  <a:lnTo>
                    <a:pt x="6069144" y="69676"/>
                  </a:lnTo>
                  <a:lnTo>
                    <a:pt x="6069237" y="69676"/>
                  </a:lnTo>
                  <a:lnTo>
                    <a:pt x="6069330" y="69676"/>
                  </a:lnTo>
                  <a:lnTo>
                    <a:pt x="6069423" y="69676"/>
                  </a:lnTo>
                  <a:lnTo>
                    <a:pt x="6069517" y="69676"/>
                  </a:lnTo>
                  <a:lnTo>
                    <a:pt x="6069610" y="69676"/>
                  </a:lnTo>
                  <a:lnTo>
                    <a:pt x="6069703" y="69676"/>
                  </a:lnTo>
                  <a:lnTo>
                    <a:pt x="6069796" y="69676"/>
                  </a:lnTo>
                  <a:lnTo>
                    <a:pt x="6069890" y="69676"/>
                  </a:lnTo>
                  <a:lnTo>
                    <a:pt x="6069983" y="69676"/>
                  </a:lnTo>
                  <a:lnTo>
                    <a:pt x="6070076" y="69676"/>
                  </a:lnTo>
                  <a:lnTo>
                    <a:pt x="6070169" y="69676"/>
                  </a:lnTo>
                  <a:lnTo>
                    <a:pt x="6070263" y="69676"/>
                  </a:lnTo>
                  <a:lnTo>
                    <a:pt x="6070356" y="69676"/>
                  </a:lnTo>
                  <a:lnTo>
                    <a:pt x="6070449" y="69676"/>
                  </a:lnTo>
                  <a:lnTo>
                    <a:pt x="6070542" y="69676"/>
                  </a:lnTo>
                  <a:lnTo>
                    <a:pt x="6070635" y="69676"/>
                  </a:lnTo>
                  <a:lnTo>
                    <a:pt x="6070729" y="69676"/>
                  </a:lnTo>
                  <a:lnTo>
                    <a:pt x="6070822" y="69676"/>
                  </a:lnTo>
                  <a:lnTo>
                    <a:pt x="6070915" y="69676"/>
                  </a:lnTo>
                  <a:lnTo>
                    <a:pt x="6071008" y="69676"/>
                  </a:lnTo>
                  <a:lnTo>
                    <a:pt x="6071102" y="69676"/>
                  </a:lnTo>
                  <a:lnTo>
                    <a:pt x="6071195" y="69676"/>
                  </a:lnTo>
                  <a:lnTo>
                    <a:pt x="6071288" y="69676"/>
                  </a:lnTo>
                  <a:lnTo>
                    <a:pt x="6071381" y="69676"/>
                  </a:lnTo>
                  <a:lnTo>
                    <a:pt x="6071475" y="69676"/>
                  </a:lnTo>
                  <a:lnTo>
                    <a:pt x="6071568" y="69676"/>
                  </a:lnTo>
                  <a:lnTo>
                    <a:pt x="6071661" y="69676"/>
                  </a:lnTo>
                  <a:lnTo>
                    <a:pt x="6071754" y="69676"/>
                  </a:lnTo>
                  <a:lnTo>
                    <a:pt x="6071848" y="69676"/>
                  </a:lnTo>
                  <a:lnTo>
                    <a:pt x="6071941" y="69676"/>
                  </a:lnTo>
                  <a:lnTo>
                    <a:pt x="6072034" y="69676"/>
                  </a:lnTo>
                  <a:lnTo>
                    <a:pt x="6072127" y="69676"/>
                  </a:lnTo>
                  <a:lnTo>
                    <a:pt x="6072221" y="69676"/>
                  </a:lnTo>
                  <a:lnTo>
                    <a:pt x="6072314" y="69676"/>
                  </a:lnTo>
                  <a:lnTo>
                    <a:pt x="6072407" y="69676"/>
                  </a:lnTo>
                  <a:lnTo>
                    <a:pt x="6072500" y="69676"/>
                  </a:lnTo>
                  <a:lnTo>
                    <a:pt x="6072594" y="69676"/>
                  </a:lnTo>
                  <a:lnTo>
                    <a:pt x="6072687" y="69676"/>
                  </a:lnTo>
                  <a:lnTo>
                    <a:pt x="6072780" y="69676"/>
                  </a:lnTo>
                  <a:lnTo>
                    <a:pt x="6072873" y="69676"/>
                  </a:lnTo>
                  <a:lnTo>
                    <a:pt x="6072967" y="69676"/>
                  </a:lnTo>
                  <a:lnTo>
                    <a:pt x="6073060" y="69676"/>
                  </a:lnTo>
                  <a:lnTo>
                    <a:pt x="6073153" y="69676"/>
                  </a:lnTo>
                  <a:lnTo>
                    <a:pt x="6073246" y="69676"/>
                  </a:lnTo>
                  <a:lnTo>
                    <a:pt x="6073340" y="69676"/>
                  </a:lnTo>
                  <a:lnTo>
                    <a:pt x="6073433" y="69676"/>
                  </a:lnTo>
                  <a:lnTo>
                    <a:pt x="6073526" y="69676"/>
                  </a:lnTo>
                  <a:lnTo>
                    <a:pt x="6073619" y="69676"/>
                  </a:lnTo>
                  <a:lnTo>
                    <a:pt x="6073713" y="69676"/>
                  </a:lnTo>
                  <a:lnTo>
                    <a:pt x="6073806" y="69676"/>
                  </a:lnTo>
                  <a:lnTo>
                    <a:pt x="6073899" y="69676"/>
                  </a:lnTo>
                  <a:lnTo>
                    <a:pt x="6073992" y="69676"/>
                  </a:lnTo>
                  <a:lnTo>
                    <a:pt x="6074086" y="69676"/>
                  </a:lnTo>
                  <a:lnTo>
                    <a:pt x="6074179" y="69676"/>
                  </a:lnTo>
                  <a:lnTo>
                    <a:pt x="6074272" y="69676"/>
                  </a:lnTo>
                  <a:lnTo>
                    <a:pt x="6074365" y="69676"/>
                  </a:lnTo>
                  <a:lnTo>
                    <a:pt x="6074459" y="69676"/>
                  </a:lnTo>
                  <a:lnTo>
                    <a:pt x="6074552" y="69676"/>
                  </a:lnTo>
                  <a:lnTo>
                    <a:pt x="6074645" y="69676"/>
                  </a:lnTo>
                  <a:lnTo>
                    <a:pt x="6074738" y="69676"/>
                  </a:lnTo>
                  <a:lnTo>
                    <a:pt x="6074832" y="69676"/>
                  </a:lnTo>
                  <a:lnTo>
                    <a:pt x="6074925" y="69676"/>
                  </a:lnTo>
                  <a:lnTo>
                    <a:pt x="6075018" y="69676"/>
                  </a:lnTo>
                  <a:lnTo>
                    <a:pt x="6075111" y="69676"/>
                  </a:lnTo>
                  <a:lnTo>
                    <a:pt x="6075205" y="69676"/>
                  </a:lnTo>
                  <a:lnTo>
                    <a:pt x="6075298" y="69676"/>
                  </a:lnTo>
                  <a:lnTo>
                    <a:pt x="6075391" y="69676"/>
                  </a:lnTo>
                  <a:lnTo>
                    <a:pt x="6075484" y="69676"/>
                  </a:lnTo>
                  <a:lnTo>
                    <a:pt x="6075578" y="69676"/>
                  </a:lnTo>
                  <a:lnTo>
                    <a:pt x="6075671" y="69676"/>
                  </a:lnTo>
                  <a:lnTo>
                    <a:pt x="6075764" y="69676"/>
                  </a:lnTo>
                  <a:lnTo>
                    <a:pt x="6075857" y="69676"/>
                  </a:lnTo>
                  <a:lnTo>
                    <a:pt x="6075951" y="69676"/>
                  </a:lnTo>
                  <a:lnTo>
                    <a:pt x="6076044" y="69676"/>
                  </a:lnTo>
                  <a:lnTo>
                    <a:pt x="6076137" y="69676"/>
                  </a:lnTo>
                  <a:lnTo>
                    <a:pt x="6076230" y="69676"/>
                  </a:lnTo>
                  <a:lnTo>
                    <a:pt x="6076324" y="69676"/>
                  </a:lnTo>
                  <a:lnTo>
                    <a:pt x="6076417" y="69676"/>
                  </a:lnTo>
                  <a:lnTo>
                    <a:pt x="6076510" y="69676"/>
                  </a:lnTo>
                  <a:lnTo>
                    <a:pt x="6076603" y="69676"/>
                  </a:lnTo>
                  <a:lnTo>
                    <a:pt x="6076697" y="69676"/>
                  </a:lnTo>
                  <a:lnTo>
                    <a:pt x="6076790" y="69676"/>
                  </a:lnTo>
                  <a:lnTo>
                    <a:pt x="6076883" y="69676"/>
                  </a:lnTo>
                  <a:lnTo>
                    <a:pt x="6076976" y="69676"/>
                  </a:lnTo>
                  <a:lnTo>
                    <a:pt x="6077070" y="69676"/>
                  </a:lnTo>
                  <a:lnTo>
                    <a:pt x="6077163" y="69676"/>
                  </a:lnTo>
                  <a:lnTo>
                    <a:pt x="6077256" y="69676"/>
                  </a:lnTo>
                  <a:lnTo>
                    <a:pt x="6077349" y="69676"/>
                  </a:lnTo>
                  <a:lnTo>
                    <a:pt x="6077443" y="69676"/>
                  </a:lnTo>
                  <a:lnTo>
                    <a:pt x="6077536" y="69676"/>
                  </a:lnTo>
                  <a:lnTo>
                    <a:pt x="6077629" y="69676"/>
                  </a:lnTo>
                  <a:lnTo>
                    <a:pt x="6077722" y="69676"/>
                  </a:lnTo>
                  <a:lnTo>
                    <a:pt x="6077815" y="69676"/>
                  </a:lnTo>
                  <a:lnTo>
                    <a:pt x="6077909" y="69676"/>
                  </a:lnTo>
                  <a:lnTo>
                    <a:pt x="6078002" y="69676"/>
                  </a:lnTo>
                  <a:lnTo>
                    <a:pt x="6078095" y="69676"/>
                  </a:lnTo>
                  <a:lnTo>
                    <a:pt x="6078188" y="69676"/>
                  </a:lnTo>
                  <a:lnTo>
                    <a:pt x="6078282" y="69676"/>
                  </a:lnTo>
                  <a:lnTo>
                    <a:pt x="6078375" y="69676"/>
                  </a:lnTo>
                  <a:lnTo>
                    <a:pt x="6078468" y="69676"/>
                  </a:lnTo>
                  <a:lnTo>
                    <a:pt x="6078561" y="69676"/>
                  </a:lnTo>
                  <a:lnTo>
                    <a:pt x="6078655" y="69676"/>
                  </a:lnTo>
                  <a:lnTo>
                    <a:pt x="6078748" y="69676"/>
                  </a:lnTo>
                  <a:lnTo>
                    <a:pt x="6078841" y="69676"/>
                  </a:lnTo>
                  <a:lnTo>
                    <a:pt x="6078934" y="69676"/>
                  </a:lnTo>
                  <a:lnTo>
                    <a:pt x="6079028" y="69676"/>
                  </a:lnTo>
                  <a:lnTo>
                    <a:pt x="6079121" y="69676"/>
                  </a:lnTo>
                  <a:lnTo>
                    <a:pt x="6079214" y="69676"/>
                  </a:lnTo>
                  <a:lnTo>
                    <a:pt x="6079307" y="69676"/>
                  </a:lnTo>
                  <a:lnTo>
                    <a:pt x="6079401" y="69676"/>
                  </a:lnTo>
                  <a:lnTo>
                    <a:pt x="6079494" y="69676"/>
                  </a:lnTo>
                  <a:lnTo>
                    <a:pt x="6079587" y="69676"/>
                  </a:lnTo>
                  <a:lnTo>
                    <a:pt x="6079680" y="69676"/>
                  </a:lnTo>
                  <a:lnTo>
                    <a:pt x="6079774" y="69676"/>
                  </a:lnTo>
                  <a:lnTo>
                    <a:pt x="6079867" y="69676"/>
                  </a:lnTo>
                  <a:lnTo>
                    <a:pt x="6079960" y="69676"/>
                  </a:lnTo>
                  <a:lnTo>
                    <a:pt x="6080053" y="69676"/>
                  </a:lnTo>
                  <a:lnTo>
                    <a:pt x="6080147" y="69676"/>
                  </a:lnTo>
                  <a:lnTo>
                    <a:pt x="6080240" y="69676"/>
                  </a:lnTo>
                  <a:lnTo>
                    <a:pt x="6080333" y="69676"/>
                  </a:lnTo>
                  <a:lnTo>
                    <a:pt x="6080426" y="69676"/>
                  </a:lnTo>
                  <a:lnTo>
                    <a:pt x="6080520" y="69676"/>
                  </a:lnTo>
                  <a:lnTo>
                    <a:pt x="6080613" y="69676"/>
                  </a:lnTo>
                  <a:lnTo>
                    <a:pt x="6080706" y="69676"/>
                  </a:lnTo>
                  <a:lnTo>
                    <a:pt x="6080799" y="69676"/>
                  </a:lnTo>
                  <a:lnTo>
                    <a:pt x="6080893" y="69676"/>
                  </a:lnTo>
                  <a:lnTo>
                    <a:pt x="6080986" y="69676"/>
                  </a:lnTo>
                  <a:lnTo>
                    <a:pt x="6081079" y="69676"/>
                  </a:lnTo>
                  <a:lnTo>
                    <a:pt x="6081172" y="69676"/>
                  </a:lnTo>
                  <a:lnTo>
                    <a:pt x="6081266" y="69676"/>
                  </a:lnTo>
                  <a:lnTo>
                    <a:pt x="6081359" y="69676"/>
                  </a:lnTo>
                  <a:lnTo>
                    <a:pt x="6081452" y="69676"/>
                  </a:lnTo>
                  <a:lnTo>
                    <a:pt x="6081545" y="69676"/>
                  </a:lnTo>
                  <a:lnTo>
                    <a:pt x="6081639" y="69676"/>
                  </a:lnTo>
                  <a:lnTo>
                    <a:pt x="6081732" y="69676"/>
                  </a:lnTo>
                  <a:lnTo>
                    <a:pt x="6081825" y="69676"/>
                  </a:lnTo>
                  <a:lnTo>
                    <a:pt x="6081918" y="69676"/>
                  </a:lnTo>
                  <a:lnTo>
                    <a:pt x="6082012" y="69676"/>
                  </a:lnTo>
                  <a:lnTo>
                    <a:pt x="6082105" y="69676"/>
                  </a:lnTo>
                  <a:lnTo>
                    <a:pt x="6082198" y="69676"/>
                  </a:lnTo>
                  <a:lnTo>
                    <a:pt x="6082291" y="69676"/>
                  </a:lnTo>
                  <a:lnTo>
                    <a:pt x="6082385" y="69676"/>
                  </a:lnTo>
                  <a:lnTo>
                    <a:pt x="6082478" y="69676"/>
                  </a:lnTo>
                  <a:lnTo>
                    <a:pt x="6082571" y="69676"/>
                  </a:lnTo>
                  <a:lnTo>
                    <a:pt x="6082664" y="69676"/>
                  </a:lnTo>
                  <a:lnTo>
                    <a:pt x="6082758" y="69676"/>
                  </a:lnTo>
                  <a:lnTo>
                    <a:pt x="6082851" y="69676"/>
                  </a:lnTo>
                  <a:lnTo>
                    <a:pt x="6082944" y="69676"/>
                  </a:lnTo>
                  <a:lnTo>
                    <a:pt x="6083037" y="69676"/>
                  </a:lnTo>
                  <a:lnTo>
                    <a:pt x="6083131" y="69676"/>
                  </a:lnTo>
                  <a:lnTo>
                    <a:pt x="6083224" y="69676"/>
                  </a:lnTo>
                  <a:lnTo>
                    <a:pt x="6083317" y="69676"/>
                  </a:lnTo>
                  <a:lnTo>
                    <a:pt x="6083410" y="69676"/>
                  </a:lnTo>
                  <a:lnTo>
                    <a:pt x="6083504" y="69676"/>
                  </a:lnTo>
                  <a:lnTo>
                    <a:pt x="6083597" y="69676"/>
                  </a:lnTo>
                  <a:lnTo>
                    <a:pt x="6083690" y="69676"/>
                  </a:lnTo>
                  <a:lnTo>
                    <a:pt x="6083783" y="69676"/>
                  </a:lnTo>
                  <a:lnTo>
                    <a:pt x="6083877" y="69676"/>
                  </a:lnTo>
                  <a:lnTo>
                    <a:pt x="6083970" y="69676"/>
                  </a:lnTo>
                  <a:lnTo>
                    <a:pt x="6084063" y="69676"/>
                  </a:lnTo>
                  <a:lnTo>
                    <a:pt x="6084156" y="69676"/>
                  </a:lnTo>
                  <a:lnTo>
                    <a:pt x="6084250" y="69676"/>
                  </a:lnTo>
                  <a:lnTo>
                    <a:pt x="6084343" y="69676"/>
                  </a:lnTo>
                  <a:lnTo>
                    <a:pt x="6084436" y="69676"/>
                  </a:lnTo>
                  <a:lnTo>
                    <a:pt x="6084529" y="69676"/>
                  </a:lnTo>
                  <a:lnTo>
                    <a:pt x="6084622" y="69676"/>
                  </a:lnTo>
                  <a:lnTo>
                    <a:pt x="6084716" y="69676"/>
                  </a:lnTo>
                  <a:lnTo>
                    <a:pt x="6084809" y="69676"/>
                  </a:lnTo>
                  <a:lnTo>
                    <a:pt x="6084902" y="69676"/>
                  </a:lnTo>
                  <a:lnTo>
                    <a:pt x="6084995" y="69676"/>
                  </a:lnTo>
                  <a:lnTo>
                    <a:pt x="6085089" y="69676"/>
                  </a:lnTo>
                  <a:lnTo>
                    <a:pt x="6085182" y="69676"/>
                  </a:lnTo>
                  <a:lnTo>
                    <a:pt x="6085275" y="69676"/>
                  </a:lnTo>
                  <a:lnTo>
                    <a:pt x="6085368" y="69676"/>
                  </a:lnTo>
                  <a:lnTo>
                    <a:pt x="6085462" y="69676"/>
                  </a:lnTo>
                  <a:lnTo>
                    <a:pt x="6085555" y="69676"/>
                  </a:lnTo>
                  <a:lnTo>
                    <a:pt x="6085648" y="69676"/>
                  </a:lnTo>
                  <a:lnTo>
                    <a:pt x="6085741" y="69676"/>
                  </a:lnTo>
                  <a:lnTo>
                    <a:pt x="6085835" y="69676"/>
                  </a:lnTo>
                  <a:lnTo>
                    <a:pt x="6085928" y="69676"/>
                  </a:lnTo>
                  <a:lnTo>
                    <a:pt x="6086021" y="69676"/>
                  </a:lnTo>
                  <a:lnTo>
                    <a:pt x="6086114" y="69676"/>
                  </a:lnTo>
                  <a:lnTo>
                    <a:pt x="6086208" y="69676"/>
                  </a:lnTo>
                  <a:lnTo>
                    <a:pt x="6086208" y="59722"/>
                  </a:lnTo>
                  <a:lnTo>
                    <a:pt x="6086301" y="59722"/>
                  </a:lnTo>
                  <a:lnTo>
                    <a:pt x="6086394" y="59722"/>
                  </a:lnTo>
                  <a:lnTo>
                    <a:pt x="6086487" y="59722"/>
                  </a:lnTo>
                  <a:lnTo>
                    <a:pt x="6086581" y="59722"/>
                  </a:lnTo>
                  <a:lnTo>
                    <a:pt x="6086674" y="59722"/>
                  </a:lnTo>
                  <a:lnTo>
                    <a:pt x="6086767" y="59722"/>
                  </a:lnTo>
                  <a:lnTo>
                    <a:pt x="6086860" y="59722"/>
                  </a:lnTo>
                  <a:lnTo>
                    <a:pt x="6086954" y="59722"/>
                  </a:lnTo>
                  <a:lnTo>
                    <a:pt x="6087047" y="59722"/>
                  </a:lnTo>
                  <a:lnTo>
                    <a:pt x="6087140" y="59722"/>
                  </a:lnTo>
                  <a:lnTo>
                    <a:pt x="6087233" y="59722"/>
                  </a:lnTo>
                  <a:lnTo>
                    <a:pt x="6087327" y="59722"/>
                  </a:lnTo>
                  <a:lnTo>
                    <a:pt x="6087420" y="59722"/>
                  </a:lnTo>
                  <a:lnTo>
                    <a:pt x="6087513" y="59722"/>
                  </a:lnTo>
                  <a:lnTo>
                    <a:pt x="6087606" y="59722"/>
                  </a:lnTo>
                  <a:lnTo>
                    <a:pt x="6087700" y="59722"/>
                  </a:lnTo>
                  <a:lnTo>
                    <a:pt x="6087793" y="59722"/>
                  </a:lnTo>
                  <a:lnTo>
                    <a:pt x="6087886" y="59722"/>
                  </a:lnTo>
                  <a:lnTo>
                    <a:pt x="6087979" y="59722"/>
                  </a:lnTo>
                  <a:lnTo>
                    <a:pt x="6088073" y="59722"/>
                  </a:lnTo>
                  <a:lnTo>
                    <a:pt x="6088166" y="59722"/>
                  </a:lnTo>
                  <a:lnTo>
                    <a:pt x="6088259" y="59722"/>
                  </a:lnTo>
                  <a:lnTo>
                    <a:pt x="6088352" y="59722"/>
                  </a:lnTo>
                  <a:lnTo>
                    <a:pt x="6088446" y="59722"/>
                  </a:lnTo>
                  <a:lnTo>
                    <a:pt x="6088539" y="59722"/>
                  </a:lnTo>
                  <a:lnTo>
                    <a:pt x="6088632" y="59722"/>
                  </a:lnTo>
                  <a:lnTo>
                    <a:pt x="6088725" y="59722"/>
                  </a:lnTo>
                  <a:lnTo>
                    <a:pt x="6088819" y="59722"/>
                  </a:lnTo>
                  <a:lnTo>
                    <a:pt x="6088912" y="59722"/>
                  </a:lnTo>
                  <a:lnTo>
                    <a:pt x="6089005" y="59722"/>
                  </a:lnTo>
                  <a:lnTo>
                    <a:pt x="6089098" y="59722"/>
                  </a:lnTo>
                  <a:lnTo>
                    <a:pt x="6089192" y="59722"/>
                  </a:lnTo>
                  <a:lnTo>
                    <a:pt x="6089285" y="59722"/>
                  </a:lnTo>
                  <a:lnTo>
                    <a:pt x="6089378" y="59722"/>
                  </a:lnTo>
                  <a:lnTo>
                    <a:pt x="6089471" y="59722"/>
                  </a:lnTo>
                  <a:lnTo>
                    <a:pt x="6089565" y="59722"/>
                  </a:lnTo>
                  <a:lnTo>
                    <a:pt x="6089658" y="59722"/>
                  </a:lnTo>
                  <a:lnTo>
                    <a:pt x="6089751" y="59722"/>
                  </a:lnTo>
                  <a:lnTo>
                    <a:pt x="6089844" y="59722"/>
                  </a:lnTo>
                  <a:lnTo>
                    <a:pt x="6089938" y="59722"/>
                  </a:lnTo>
                  <a:lnTo>
                    <a:pt x="6090031" y="59722"/>
                  </a:lnTo>
                  <a:lnTo>
                    <a:pt x="6090124" y="59722"/>
                  </a:lnTo>
                  <a:lnTo>
                    <a:pt x="6090217" y="59722"/>
                  </a:lnTo>
                  <a:lnTo>
                    <a:pt x="6090311" y="59722"/>
                  </a:lnTo>
                  <a:lnTo>
                    <a:pt x="6090404" y="59722"/>
                  </a:lnTo>
                  <a:lnTo>
                    <a:pt x="6090497" y="59722"/>
                  </a:lnTo>
                  <a:lnTo>
                    <a:pt x="6090590" y="59722"/>
                  </a:lnTo>
                  <a:lnTo>
                    <a:pt x="6090684" y="59722"/>
                  </a:lnTo>
                  <a:lnTo>
                    <a:pt x="6090777" y="59722"/>
                  </a:lnTo>
                  <a:lnTo>
                    <a:pt x="6090870" y="59722"/>
                  </a:lnTo>
                  <a:lnTo>
                    <a:pt x="6090963" y="59722"/>
                  </a:lnTo>
                  <a:lnTo>
                    <a:pt x="6091057" y="59722"/>
                  </a:lnTo>
                  <a:lnTo>
                    <a:pt x="6091150" y="59722"/>
                  </a:lnTo>
                  <a:lnTo>
                    <a:pt x="6091243" y="59722"/>
                  </a:lnTo>
                  <a:lnTo>
                    <a:pt x="6091336" y="59722"/>
                  </a:lnTo>
                  <a:lnTo>
                    <a:pt x="6091429" y="59722"/>
                  </a:lnTo>
                  <a:lnTo>
                    <a:pt x="6091523" y="59722"/>
                  </a:lnTo>
                  <a:lnTo>
                    <a:pt x="6091616" y="59722"/>
                  </a:lnTo>
                  <a:lnTo>
                    <a:pt x="6091709" y="59722"/>
                  </a:lnTo>
                  <a:lnTo>
                    <a:pt x="6091802" y="59722"/>
                  </a:lnTo>
                  <a:lnTo>
                    <a:pt x="6091896" y="59722"/>
                  </a:lnTo>
                  <a:lnTo>
                    <a:pt x="6091989" y="59722"/>
                  </a:lnTo>
                  <a:lnTo>
                    <a:pt x="6092082" y="59722"/>
                  </a:lnTo>
                  <a:lnTo>
                    <a:pt x="6092175" y="59722"/>
                  </a:lnTo>
                  <a:lnTo>
                    <a:pt x="6092269" y="59722"/>
                  </a:lnTo>
                  <a:lnTo>
                    <a:pt x="6092362" y="59722"/>
                  </a:lnTo>
                  <a:lnTo>
                    <a:pt x="6092455" y="59722"/>
                  </a:lnTo>
                  <a:lnTo>
                    <a:pt x="6092548" y="59722"/>
                  </a:lnTo>
                  <a:lnTo>
                    <a:pt x="6092642" y="59722"/>
                  </a:lnTo>
                  <a:lnTo>
                    <a:pt x="6092735" y="59722"/>
                  </a:lnTo>
                  <a:lnTo>
                    <a:pt x="6092828" y="59722"/>
                  </a:lnTo>
                  <a:lnTo>
                    <a:pt x="6092921" y="59722"/>
                  </a:lnTo>
                  <a:lnTo>
                    <a:pt x="6093015" y="59722"/>
                  </a:lnTo>
                  <a:lnTo>
                    <a:pt x="6093108" y="59722"/>
                  </a:lnTo>
                  <a:lnTo>
                    <a:pt x="6093201" y="59722"/>
                  </a:lnTo>
                  <a:lnTo>
                    <a:pt x="6093294" y="59722"/>
                  </a:lnTo>
                  <a:lnTo>
                    <a:pt x="6093388" y="59722"/>
                  </a:lnTo>
                  <a:lnTo>
                    <a:pt x="6093481" y="59722"/>
                  </a:lnTo>
                  <a:lnTo>
                    <a:pt x="6093574" y="59722"/>
                  </a:lnTo>
                  <a:lnTo>
                    <a:pt x="6093667" y="59722"/>
                  </a:lnTo>
                  <a:lnTo>
                    <a:pt x="6093761" y="59722"/>
                  </a:lnTo>
                  <a:lnTo>
                    <a:pt x="6093854" y="59722"/>
                  </a:lnTo>
                  <a:lnTo>
                    <a:pt x="6093947" y="59722"/>
                  </a:lnTo>
                  <a:lnTo>
                    <a:pt x="6094040" y="59722"/>
                  </a:lnTo>
                  <a:lnTo>
                    <a:pt x="6094134" y="59722"/>
                  </a:lnTo>
                  <a:lnTo>
                    <a:pt x="6094227" y="59722"/>
                  </a:lnTo>
                  <a:lnTo>
                    <a:pt x="6094320" y="59722"/>
                  </a:lnTo>
                  <a:lnTo>
                    <a:pt x="6094413" y="59722"/>
                  </a:lnTo>
                  <a:lnTo>
                    <a:pt x="6094507" y="59722"/>
                  </a:lnTo>
                  <a:lnTo>
                    <a:pt x="6094600" y="59722"/>
                  </a:lnTo>
                  <a:lnTo>
                    <a:pt x="6094693" y="59722"/>
                  </a:lnTo>
                  <a:lnTo>
                    <a:pt x="6094786" y="59722"/>
                  </a:lnTo>
                  <a:lnTo>
                    <a:pt x="6094880" y="59722"/>
                  </a:lnTo>
                  <a:lnTo>
                    <a:pt x="6094973" y="59722"/>
                  </a:lnTo>
                  <a:lnTo>
                    <a:pt x="6095066" y="59722"/>
                  </a:lnTo>
                  <a:lnTo>
                    <a:pt x="6095159" y="59722"/>
                  </a:lnTo>
                  <a:lnTo>
                    <a:pt x="6095253" y="59722"/>
                  </a:lnTo>
                  <a:lnTo>
                    <a:pt x="6095346" y="59722"/>
                  </a:lnTo>
                  <a:lnTo>
                    <a:pt x="6095439" y="59722"/>
                  </a:lnTo>
                  <a:lnTo>
                    <a:pt x="6095532" y="59722"/>
                  </a:lnTo>
                  <a:lnTo>
                    <a:pt x="6095626" y="59722"/>
                  </a:lnTo>
                  <a:lnTo>
                    <a:pt x="6095719" y="59722"/>
                  </a:lnTo>
                  <a:lnTo>
                    <a:pt x="6095812" y="59722"/>
                  </a:lnTo>
                  <a:lnTo>
                    <a:pt x="6095905" y="59722"/>
                  </a:lnTo>
                  <a:lnTo>
                    <a:pt x="6095999" y="59722"/>
                  </a:lnTo>
                  <a:lnTo>
                    <a:pt x="6096092" y="59722"/>
                  </a:lnTo>
                  <a:lnTo>
                    <a:pt x="6096185" y="59722"/>
                  </a:lnTo>
                  <a:lnTo>
                    <a:pt x="6096278" y="59722"/>
                  </a:lnTo>
                  <a:lnTo>
                    <a:pt x="6096372" y="59722"/>
                  </a:lnTo>
                  <a:lnTo>
                    <a:pt x="6096465" y="59722"/>
                  </a:lnTo>
                  <a:lnTo>
                    <a:pt x="6096558" y="59722"/>
                  </a:lnTo>
                  <a:lnTo>
                    <a:pt x="6096651" y="59722"/>
                  </a:lnTo>
                  <a:lnTo>
                    <a:pt x="6096745" y="59722"/>
                  </a:lnTo>
                  <a:lnTo>
                    <a:pt x="6096838" y="59722"/>
                  </a:lnTo>
                  <a:lnTo>
                    <a:pt x="6096931" y="59722"/>
                  </a:lnTo>
                  <a:lnTo>
                    <a:pt x="6097024" y="59722"/>
                  </a:lnTo>
                  <a:lnTo>
                    <a:pt x="6097118" y="59722"/>
                  </a:lnTo>
                  <a:lnTo>
                    <a:pt x="6097211" y="59722"/>
                  </a:lnTo>
                  <a:lnTo>
                    <a:pt x="6097304" y="59722"/>
                  </a:lnTo>
                  <a:lnTo>
                    <a:pt x="6097397" y="59722"/>
                  </a:lnTo>
                  <a:lnTo>
                    <a:pt x="6097491" y="59722"/>
                  </a:lnTo>
                  <a:lnTo>
                    <a:pt x="6097584" y="59722"/>
                  </a:lnTo>
                  <a:lnTo>
                    <a:pt x="6097677" y="59722"/>
                  </a:lnTo>
                  <a:lnTo>
                    <a:pt x="6097770" y="59722"/>
                  </a:lnTo>
                  <a:lnTo>
                    <a:pt x="6097864" y="59722"/>
                  </a:lnTo>
                  <a:lnTo>
                    <a:pt x="6097957" y="59722"/>
                  </a:lnTo>
                  <a:lnTo>
                    <a:pt x="6098050" y="59722"/>
                  </a:lnTo>
                  <a:lnTo>
                    <a:pt x="6098143" y="59722"/>
                  </a:lnTo>
                  <a:lnTo>
                    <a:pt x="6098237" y="59722"/>
                  </a:lnTo>
                  <a:lnTo>
                    <a:pt x="6098330" y="59722"/>
                  </a:lnTo>
                  <a:lnTo>
                    <a:pt x="6098423" y="59722"/>
                  </a:lnTo>
                  <a:lnTo>
                    <a:pt x="6098516" y="59722"/>
                  </a:lnTo>
                  <a:lnTo>
                    <a:pt x="6098609" y="59722"/>
                  </a:lnTo>
                  <a:lnTo>
                    <a:pt x="6098703" y="59722"/>
                  </a:lnTo>
                  <a:lnTo>
                    <a:pt x="6098796" y="59722"/>
                  </a:lnTo>
                  <a:lnTo>
                    <a:pt x="6098889" y="59722"/>
                  </a:lnTo>
                  <a:lnTo>
                    <a:pt x="6098982" y="59722"/>
                  </a:lnTo>
                  <a:lnTo>
                    <a:pt x="6099076" y="59722"/>
                  </a:lnTo>
                  <a:lnTo>
                    <a:pt x="6099169" y="59722"/>
                  </a:lnTo>
                  <a:lnTo>
                    <a:pt x="6099262" y="59722"/>
                  </a:lnTo>
                  <a:lnTo>
                    <a:pt x="6099355" y="59722"/>
                  </a:lnTo>
                  <a:lnTo>
                    <a:pt x="6099449" y="59722"/>
                  </a:lnTo>
                  <a:lnTo>
                    <a:pt x="6099542" y="59722"/>
                  </a:lnTo>
                  <a:lnTo>
                    <a:pt x="6099635" y="59722"/>
                  </a:lnTo>
                  <a:lnTo>
                    <a:pt x="6099728" y="59722"/>
                  </a:lnTo>
                  <a:lnTo>
                    <a:pt x="6099822" y="59722"/>
                  </a:lnTo>
                  <a:lnTo>
                    <a:pt x="6099915" y="59722"/>
                  </a:lnTo>
                  <a:lnTo>
                    <a:pt x="6100008" y="59722"/>
                  </a:lnTo>
                  <a:lnTo>
                    <a:pt x="6100101" y="59722"/>
                  </a:lnTo>
                  <a:lnTo>
                    <a:pt x="6100195" y="59722"/>
                  </a:lnTo>
                  <a:lnTo>
                    <a:pt x="6100288" y="59722"/>
                  </a:lnTo>
                  <a:lnTo>
                    <a:pt x="6100381" y="59722"/>
                  </a:lnTo>
                  <a:lnTo>
                    <a:pt x="6100474" y="59722"/>
                  </a:lnTo>
                  <a:lnTo>
                    <a:pt x="6100568" y="59722"/>
                  </a:lnTo>
                  <a:lnTo>
                    <a:pt x="6100661" y="59722"/>
                  </a:lnTo>
                  <a:lnTo>
                    <a:pt x="6100754" y="59722"/>
                  </a:lnTo>
                  <a:lnTo>
                    <a:pt x="6100847" y="59722"/>
                  </a:lnTo>
                  <a:lnTo>
                    <a:pt x="6100941" y="59722"/>
                  </a:lnTo>
                  <a:lnTo>
                    <a:pt x="6101034" y="59722"/>
                  </a:lnTo>
                  <a:lnTo>
                    <a:pt x="6101127" y="59722"/>
                  </a:lnTo>
                  <a:lnTo>
                    <a:pt x="6101220" y="59722"/>
                  </a:lnTo>
                  <a:lnTo>
                    <a:pt x="6101314" y="59722"/>
                  </a:lnTo>
                  <a:lnTo>
                    <a:pt x="6101407" y="59722"/>
                  </a:lnTo>
                  <a:lnTo>
                    <a:pt x="6101500" y="59722"/>
                  </a:lnTo>
                  <a:lnTo>
                    <a:pt x="6101593" y="59722"/>
                  </a:lnTo>
                  <a:lnTo>
                    <a:pt x="6101687" y="59722"/>
                  </a:lnTo>
                  <a:lnTo>
                    <a:pt x="6101780" y="59722"/>
                  </a:lnTo>
                  <a:lnTo>
                    <a:pt x="6101873" y="59722"/>
                  </a:lnTo>
                  <a:lnTo>
                    <a:pt x="6101966" y="59722"/>
                  </a:lnTo>
                  <a:lnTo>
                    <a:pt x="6102060" y="59722"/>
                  </a:lnTo>
                  <a:lnTo>
                    <a:pt x="6102153" y="59722"/>
                  </a:lnTo>
                  <a:lnTo>
                    <a:pt x="6102246" y="59722"/>
                  </a:lnTo>
                  <a:lnTo>
                    <a:pt x="6102339" y="59722"/>
                  </a:lnTo>
                  <a:lnTo>
                    <a:pt x="6102433" y="59722"/>
                  </a:lnTo>
                  <a:lnTo>
                    <a:pt x="6102526" y="59722"/>
                  </a:lnTo>
                  <a:lnTo>
                    <a:pt x="6102619" y="59722"/>
                  </a:lnTo>
                  <a:lnTo>
                    <a:pt x="6102712" y="59722"/>
                  </a:lnTo>
                  <a:lnTo>
                    <a:pt x="6102806" y="59722"/>
                  </a:lnTo>
                  <a:lnTo>
                    <a:pt x="6102899" y="59722"/>
                  </a:lnTo>
                  <a:lnTo>
                    <a:pt x="6102992" y="59722"/>
                  </a:lnTo>
                  <a:lnTo>
                    <a:pt x="6103085" y="59722"/>
                  </a:lnTo>
                  <a:lnTo>
                    <a:pt x="6103179" y="59722"/>
                  </a:lnTo>
                  <a:lnTo>
                    <a:pt x="6103272" y="59722"/>
                  </a:lnTo>
                  <a:lnTo>
                    <a:pt x="6103365" y="59722"/>
                  </a:lnTo>
                  <a:lnTo>
                    <a:pt x="6103458" y="59722"/>
                  </a:lnTo>
                  <a:lnTo>
                    <a:pt x="6103552" y="59722"/>
                  </a:lnTo>
                  <a:lnTo>
                    <a:pt x="6103645" y="59722"/>
                  </a:lnTo>
                  <a:lnTo>
                    <a:pt x="6103738" y="59722"/>
                  </a:lnTo>
                  <a:lnTo>
                    <a:pt x="6103831" y="59722"/>
                  </a:lnTo>
                  <a:lnTo>
                    <a:pt x="6103925" y="59722"/>
                  </a:lnTo>
                  <a:lnTo>
                    <a:pt x="6104018" y="59722"/>
                  </a:lnTo>
                  <a:lnTo>
                    <a:pt x="6104111" y="59722"/>
                  </a:lnTo>
                  <a:lnTo>
                    <a:pt x="6104204" y="59722"/>
                  </a:lnTo>
                  <a:lnTo>
                    <a:pt x="6104298" y="59722"/>
                  </a:lnTo>
                  <a:lnTo>
                    <a:pt x="6104391" y="59722"/>
                  </a:lnTo>
                  <a:lnTo>
                    <a:pt x="6104484" y="59722"/>
                  </a:lnTo>
                  <a:lnTo>
                    <a:pt x="6104577" y="59722"/>
                  </a:lnTo>
                  <a:lnTo>
                    <a:pt x="6104671" y="59722"/>
                  </a:lnTo>
                  <a:lnTo>
                    <a:pt x="6104764" y="59722"/>
                  </a:lnTo>
                  <a:lnTo>
                    <a:pt x="6104857" y="59722"/>
                  </a:lnTo>
                  <a:lnTo>
                    <a:pt x="6104950" y="59722"/>
                  </a:lnTo>
                  <a:lnTo>
                    <a:pt x="6105044" y="59722"/>
                  </a:lnTo>
                  <a:lnTo>
                    <a:pt x="6105137" y="59722"/>
                  </a:lnTo>
                  <a:lnTo>
                    <a:pt x="6105230" y="59722"/>
                  </a:lnTo>
                  <a:lnTo>
                    <a:pt x="6105323" y="59722"/>
                  </a:lnTo>
                  <a:lnTo>
                    <a:pt x="6105416" y="59722"/>
                  </a:lnTo>
                  <a:lnTo>
                    <a:pt x="6105510" y="59722"/>
                  </a:lnTo>
                  <a:lnTo>
                    <a:pt x="6105603" y="59722"/>
                  </a:lnTo>
                  <a:lnTo>
                    <a:pt x="6105696" y="59722"/>
                  </a:lnTo>
                  <a:lnTo>
                    <a:pt x="6105789" y="59722"/>
                  </a:lnTo>
                  <a:lnTo>
                    <a:pt x="6105883" y="59722"/>
                  </a:lnTo>
                  <a:lnTo>
                    <a:pt x="6105976" y="59722"/>
                  </a:lnTo>
                  <a:lnTo>
                    <a:pt x="6106069" y="59722"/>
                  </a:lnTo>
                  <a:lnTo>
                    <a:pt x="6106162" y="59722"/>
                  </a:lnTo>
                  <a:lnTo>
                    <a:pt x="6106256" y="59722"/>
                  </a:lnTo>
                  <a:lnTo>
                    <a:pt x="6106349" y="59722"/>
                  </a:lnTo>
                  <a:lnTo>
                    <a:pt x="6106442" y="59722"/>
                  </a:lnTo>
                  <a:lnTo>
                    <a:pt x="6106535" y="59722"/>
                  </a:lnTo>
                  <a:lnTo>
                    <a:pt x="6106629" y="59722"/>
                  </a:lnTo>
                  <a:lnTo>
                    <a:pt x="6106722" y="59722"/>
                  </a:lnTo>
                  <a:lnTo>
                    <a:pt x="6106815" y="59722"/>
                  </a:lnTo>
                  <a:lnTo>
                    <a:pt x="6106908" y="59722"/>
                  </a:lnTo>
                  <a:lnTo>
                    <a:pt x="6107002" y="59722"/>
                  </a:lnTo>
                  <a:lnTo>
                    <a:pt x="6107095" y="59722"/>
                  </a:lnTo>
                  <a:lnTo>
                    <a:pt x="6107188" y="59722"/>
                  </a:lnTo>
                  <a:lnTo>
                    <a:pt x="6107281" y="59722"/>
                  </a:lnTo>
                  <a:lnTo>
                    <a:pt x="6107375" y="59722"/>
                  </a:lnTo>
                  <a:lnTo>
                    <a:pt x="6107468" y="59722"/>
                  </a:lnTo>
                  <a:lnTo>
                    <a:pt x="6107561" y="59722"/>
                  </a:lnTo>
                  <a:lnTo>
                    <a:pt x="6107654" y="59722"/>
                  </a:lnTo>
                  <a:lnTo>
                    <a:pt x="6107748" y="59722"/>
                  </a:lnTo>
                  <a:lnTo>
                    <a:pt x="6107841" y="59722"/>
                  </a:lnTo>
                  <a:lnTo>
                    <a:pt x="6107934" y="59722"/>
                  </a:lnTo>
                  <a:lnTo>
                    <a:pt x="6108027" y="59722"/>
                  </a:lnTo>
                  <a:lnTo>
                    <a:pt x="6108121" y="59722"/>
                  </a:lnTo>
                  <a:lnTo>
                    <a:pt x="6108214" y="59722"/>
                  </a:lnTo>
                  <a:lnTo>
                    <a:pt x="6108307" y="59722"/>
                  </a:lnTo>
                  <a:lnTo>
                    <a:pt x="6108400" y="59722"/>
                  </a:lnTo>
                  <a:lnTo>
                    <a:pt x="6108494" y="59722"/>
                  </a:lnTo>
                  <a:lnTo>
                    <a:pt x="6108587" y="59722"/>
                  </a:lnTo>
                  <a:lnTo>
                    <a:pt x="6108680" y="59722"/>
                  </a:lnTo>
                  <a:lnTo>
                    <a:pt x="6108773" y="59722"/>
                  </a:lnTo>
                  <a:lnTo>
                    <a:pt x="6108867" y="59722"/>
                  </a:lnTo>
                  <a:lnTo>
                    <a:pt x="6108960" y="59722"/>
                  </a:lnTo>
                  <a:lnTo>
                    <a:pt x="6109053" y="59722"/>
                  </a:lnTo>
                  <a:lnTo>
                    <a:pt x="6109146" y="59722"/>
                  </a:lnTo>
                  <a:lnTo>
                    <a:pt x="6109240" y="59722"/>
                  </a:lnTo>
                  <a:lnTo>
                    <a:pt x="6109333" y="59722"/>
                  </a:lnTo>
                  <a:lnTo>
                    <a:pt x="6109426" y="59722"/>
                  </a:lnTo>
                  <a:lnTo>
                    <a:pt x="6109519" y="59722"/>
                  </a:lnTo>
                  <a:lnTo>
                    <a:pt x="6109613" y="59722"/>
                  </a:lnTo>
                  <a:lnTo>
                    <a:pt x="6109706" y="59722"/>
                  </a:lnTo>
                  <a:lnTo>
                    <a:pt x="6109799" y="59722"/>
                  </a:lnTo>
                  <a:lnTo>
                    <a:pt x="6109892" y="59722"/>
                  </a:lnTo>
                  <a:lnTo>
                    <a:pt x="6109986" y="59722"/>
                  </a:lnTo>
                  <a:lnTo>
                    <a:pt x="6110079" y="59722"/>
                  </a:lnTo>
                  <a:lnTo>
                    <a:pt x="6110172" y="59722"/>
                  </a:lnTo>
                  <a:lnTo>
                    <a:pt x="6110265" y="59722"/>
                  </a:lnTo>
                  <a:lnTo>
                    <a:pt x="6110359" y="59722"/>
                  </a:lnTo>
                  <a:lnTo>
                    <a:pt x="6110452" y="59722"/>
                  </a:lnTo>
                  <a:lnTo>
                    <a:pt x="6110545" y="59722"/>
                  </a:lnTo>
                  <a:lnTo>
                    <a:pt x="6110638" y="59722"/>
                  </a:lnTo>
                  <a:lnTo>
                    <a:pt x="6110732" y="59722"/>
                  </a:lnTo>
                  <a:lnTo>
                    <a:pt x="6110825" y="59722"/>
                  </a:lnTo>
                  <a:lnTo>
                    <a:pt x="6110918" y="59722"/>
                  </a:lnTo>
                  <a:lnTo>
                    <a:pt x="6111011" y="59722"/>
                  </a:lnTo>
                  <a:lnTo>
                    <a:pt x="6111105" y="59722"/>
                  </a:lnTo>
                  <a:lnTo>
                    <a:pt x="6111198" y="59722"/>
                  </a:lnTo>
                  <a:lnTo>
                    <a:pt x="6111291" y="59722"/>
                  </a:lnTo>
                  <a:lnTo>
                    <a:pt x="6111384" y="59722"/>
                  </a:lnTo>
                  <a:lnTo>
                    <a:pt x="6111478" y="59722"/>
                  </a:lnTo>
                  <a:lnTo>
                    <a:pt x="6111571" y="59722"/>
                  </a:lnTo>
                  <a:lnTo>
                    <a:pt x="6111664" y="59722"/>
                  </a:lnTo>
                  <a:lnTo>
                    <a:pt x="6111757" y="59722"/>
                  </a:lnTo>
                  <a:lnTo>
                    <a:pt x="6111851" y="59722"/>
                  </a:lnTo>
                  <a:lnTo>
                    <a:pt x="6111944" y="59722"/>
                  </a:lnTo>
                  <a:lnTo>
                    <a:pt x="6112037" y="59722"/>
                  </a:lnTo>
                  <a:lnTo>
                    <a:pt x="6112130" y="59722"/>
                  </a:lnTo>
                  <a:lnTo>
                    <a:pt x="6112223" y="59722"/>
                  </a:lnTo>
                  <a:lnTo>
                    <a:pt x="6112317" y="59722"/>
                  </a:lnTo>
                  <a:lnTo>
                    <a:pt x="6112410" y="59722"/>
                  </a:lnTo>
                  <a:lnTo>
                    <a:pt x="6112503" y="59722"/>
                  </a:lnTo>
                  <a:lnTo>
                    <a:pt x="6112596" y="59722"/>
                  </a:lnTo>
                  <a:lnTo>
                    <a:pt x="6112690" y="59722"/>
                  </a:lnTo>
                  <a:lnTo>
                    <a:pt x="6112783" y="59722"/>
                  </a:lnTo>
                  <a:lnTo>
                    <a:pt x="6112876" y="59722"/>
                  </a:lnTo>
                  <a:lnTo>
                    <a:pt x="6112969" y="59722"/>
                  </a:lnTo>
                  <a:lnTo>
                    <a:pt x="6113063" y="59722"/>
                  </a:lnTo>
                  <a:lnTo>
                    <a:pt x="6113156" y="59722"/>
                  </a:lnTo>
                  <a:lnTo>
                    <a:pt x="6113249" y="59722"/>
                  </a:lnTo>
                  <a:lnTo>
                    <a:pt x="6113342" y="59722"/>
                  </a:lnTo>
                  <a:lnTo>
                    <a:pt x="6113436" y="59722"/>
                  </a:lnTo>
                  <a:lnTo>
                    <a:pt x="6113529" y="59722"/>
                  </a:lnTo>
                  <a:lnTo>
                    <a:pt x="6113622" y="59722"/>
                  </a:lnTo>
                  <a:lnTo>
                    <a:pt x="6113715" y="59722"/>
                  </a:lnTo>
                  <a:lnTo>
                    <a:pt x="6113809" y="59722"/>
                  </a:lnTo>
                  <a:lnTo>
                    <a:pt x="6113902" y="59722"/>
                  </a:lnTo>
                  <a:lnTo>
                    <a:pt x="6113995" y="59722"/>
                  </a:lnTo>
                  <a:lnTo>
                    <a:pt x="6114088" y="59722"/>
                  </a:lnTo>
                  <a:lnTo>
                    <a:pt x="6114182" y="59722"/>
                  </a:lnTo>
                  <a:lnTo>
                    <a:pt x="6114275" y="59722"/>
                  </a:lnTo>
                  <a:lnTo>
                    <a:pt x="6114368" y="59722"/>
                  </a:lnTo>
                  <a:lnTo>
                    <a:pt x="6114461" y="59722"/>
                  </a:lnTo>
                  <a:lnTo>
                    <a:pt x="6114555" y="59722"/>
                  </a:lnTo>
                  <a:lnTo>
                    <a:pt x="6114648" y="59722"/>
                  </a:lnTo>
                  <a:lnTo>
                    <a:pt x="6114741" y="59722"/>
                  </a:lnTo>
                  <a:lnTo>
                    <a:pt x="6114834" y="59722"/>
                  </a:lnTo>
                  <a:lnTo>
                    <a:pt x="6114928" y="59722"/>
                  </a:lnTo>
                  <a:lnTo>
                    <a:pt x="6115021" y="59722"/>
                  </a:lnTo>
                  <a:lnTo>
                    <a:pt x="6115114" y="59722"/>
                  </a:lnTo>
                  <a:lnTo>
                    <a:pt x="6115207" y="59722"/>
                  </a:lnTo>
                  <a:lnTo>
                    <a:pt x="6115301" y="59722"/>
                  </a:lnTo>
                  <a:lnTo>
                    <a:pt x="6115394" y="59722"/>
                  </a:lnTo>
                  <a:lnTo>
                    <a:pt x="6115487" y="59722"/>
                  </a:lnTo>
                  <a:lnTo>
                    <a:pt x="6115580" y="59722"/>
                  </a:lnTo>
                  <a:lnTo>
                    <a:pt x="6115674" y="59722"/>
                  </a:lnTo>
                  <a:lnTo>
                    <a:pt x="6115767" y="59722"/>
                  </a:lnTo>
                  <a:lnTo>
                    <a:pt x="6115860" y="59722"/>
                  </a:lnTo>
                  <a:lnTo>
                    <a:pt x="6115953" y="59722"/>
                  </a:lnTo>
                  <a:lnTo>
                    <a:pt x="6116047" y="59722"/>
                  </a:lnTo>
                  <a:lnTo>
                    <a:pt x="6116140" y="59722"/>
                  </a:lnTo>
                  <a:lnTo>
                    <a:pt x="6116233" y="59722"/>
                  </a:lnTo>
                  <a:lnTo>
                    <a:pt x="6116326" y="59722"/>
                  </a:lnTo>
                  <a:lnTo>
                    <a:pt x="6116420" y="59722"/>
                  </a:lnTo>
                  <a:lnTo>
                    <a:pt x="6116513" y="59722"/>
                  </a:lnTo>
                  <a:lnTo>
                    <a:pt x="6116606" y="59722"/>
                  </a:lnTo>
                  <a:lnTo>
                    <a:pt x="6116699" y="59722"/>
                  </a:lnTo>
                  <a:lnTo>
                    <a:pt x="6116793" y="59722"/>
                  </a:lnTo>
                  <a:lnTo>
                    <a:pt x="6116886" y="59722"/>
                  </a:lnTo>
                  <a:lnTo>
                    <a:pt x="6116979" y="59722"/>
                  </a:lnTo>
                  <a:lnTo>
                    <a:pt x="6117072" y="59722"/>
                  </a:lnTo>
                  <a:lnTo>
                    <a:pt x="6117166" y="59722"/>
                  </a:lnTo>
                  <a:lnTo>
                    <a:pt x="6117259" y="59722"/>
                  </a:lnTo>
                  <a:lnTo>
                    <a:pt x="6117352" y="59722"/>
                  </a:lnTo>
                  <a:lnTo>
                    <a:pt x="6117445" y="59722"/>
                  </a:lnTo>
                  <a:lnTo>
                    <a:pt x="6117539" y="59722"/>
                  </a:lnTo>
                  <a:lnTo>
                    <a:pt x="6117632" y="59722"/>
                  </a:lnTo>
                  <a:lnTo>
                    <a:pt x="6117725" y="59722"/>
                  </a:lnTo>
                  <a:lnTo>
                    <a:pt x="6117818" y="59722"/>
                  </a:lnTo>
                  <a:lnTo>
                    <a:pt x="6117912" y="59722"/>
                  </a:lnTo>
                  <a:lnTo>
                    <a:pt x="6118005" y="59722"/>
                  </a:lnTo>
                  <a:lnTo>
                    <a:pt x="6118098" y="59722"/>
                  </a:lnTo>
                  <a:lnTo>
                    <a:pt x="6118191" y="59722"/>
                  </a:lnTo>
                  <a:lnTo>
                    <a:pt x="6118285" y="59722"/>
                  </a:lnTo>
                  <a:lnTo>
                    <a:pt x="6118378" y="59722"/>
                  </a:lnTo>
                  <a:lnTo>
                    <a:pt x="6118471" y="59722"/>
                  </a:lnTo>
                  <a:lnTo>
                    <a:pt x="6118564" y="59722"/>
                  </a:lnTo>
                  <a:lnTo>
                    <a:pt x="6118658" y="59722"/>
                  </a:lnTo>
                  <a:lnTo>
                    <a:pt x="6118751" y="59722"/>
                  </a:lnTo>
                  <a:lnTo>
                    <a:pt x="6118844" y="59722"/>
                  </a:lnTo>
                  <a:lnTo>
                    <a:pt x="6118937" y="59722"/>
                  </a:lnTo>
                  <a:lnTo>
                    <a:pt x="6119031" y="59722"/>
                  </a:lnTo>
                  <a:lnTo>
                    <a:pt x="6119124" y="59722"/>
                  </a:lnTo>
                  <a:lnTo>
                    <a:pt x="6119217" y="59722"/>
                  </a:lnTo>
                  <a:lnTo>
                    <a:pt x="6119310" y="59722"/>
                  </a:lnTo>
                  <a:lnTo>
                    <a:pt x="6119403" y="59722"/>
                  </a:lnTo>
                  <a:lnTo>
                    <a:pt x="6119497" y="59722"/>
                  </a:lnTo>
                  <a:lnTo>
                    <a:pt x="6119590" y="59722"/>
                  </a:lnTo>
                  <a:lnTo>
                    <a:pt x="6119683" y="59722"/>
                  </a:lnTo>
                  <a:lnTo>
                    <a:pt x="6119776" y="59722"/>
                  </a:lnTo>
                  <a:lnTo>
                    <a:pt x="6119870" y="59722"/>
                  </a:lnTo>
                  <a:lnTo>
                    <a:pt x="6119963" y="59722"/>
                  </a:lnTo>
                  <a:lnTo>
                    <a:pt x="6120056" y="59722"/>
                  </a:lnTo>
                  <a:lnTo>
                    <a:pt x="6120149" y="59722"/>
                  </a:lnTo>
                  <a:lnTo>
                    <a:pt x="6120243" y="59722"/>
                  </a:lnTo>
                  <a:lnTo>
                    <a:pt x="6120336" y="59722"/>
                  </a:lnTo>
                  <a:lnTo>
                    <a:pt x="6120429" y="59722"/>
                  </a:lnTo>
                  <a:lnTo>
                    <a:pt x="6120522" y="59722"/>
                  </a:lnTo>
                  <a:lnTo>
                    <a:pt x="6120616" y="59722"/>
                  </a:lnTo>
                  <a:lnTo>
                    <a:pt x="6120709" y="59722"/>
                  </a:lnTo>
                  <a:lnTo>
                    <a:pt x="6120802" y="59722"/>
                  </a:lnTo>
                  <a:lnTo>
                    <a:pt x="6120895" y="59722"/>
                  </a:lnTo>
                  <a:lnTo>
                    <a:pt x="6120989" y="59722"/>
                  </a:lnTo>
                  <a:lnTo>
                    <a:pt x="6121082" y="59722"/>
                  </a:lnTo>
                  <a:lnTo>
                    <a:pt x="6121175" y="59722"/>
                  </a:lnTo>
                  <a:lnTo>
                    <a:pt x="6121268" y="59722"/>
                  </a:lnTo>
                  <a:lnTo>
                    <a:pt x="6121362" y="59722"/>
                  </a:lnTo>
                  <a:lnTo>
                    <a:pt x="6121455" y="59722"/>
                  </a:lnTo>
                  <a:lnTo>
                    <a:pt x="6121548" y="59722"/>
                  </a:lnTo>
                  <a:lnTo>
                    <a:pt x="6121641" y="59722"/>
                  </a:lnTo>
                  <a:lnTo>
                    <a:pt x="6121735" y="59722"/>
                  </a:lnTo>
                  <a:lnTo>
                    <a:pt x="6121828" y="59722"/>
                  </a:lnTo>
                  <a:lnTo>
                    <a:pt x="6121921" y="59722"/>
                  </a:lnTo>
                  <a:lnTo>
                    <a:pt x="6122014" y="59722"/>
                  </a:lnTo>
                  <a:lnTo>
                    <a:pt x="6122108" y="59722"/>
                  </a:lnTo>
                  <a:lnTo>
                    <a:pt x="6122201" y="59722"/>
                  </a:lnTo>
                  <a:lnTo>
                    <a:pt x="6122294" y="59722"/>
                  </a:lnTo>
                  <a:lnTo>
                    <a:pt x="6122387" y="59722"/>
                  </a:lnTo>
                  <a:lnTo>
                    <a:pt x="6122481" y="59722"/>
                  </a:lnTo>
                  <a:lnTo>
                    <a:pt x="6122574" y="59722"/>
                  </a:lnTo>
                  <a:lnTo>
                    <a:pt x="6122667" y="59722"/>
                  </a:lnTo>
                  <a:lnTo>
                    <a:pt x="6122760" y="59722"/>
                  </a:lnTo>
                  <a:lnTo>
                    <a:pt x="6122854" y="59722"/>
                  </a:lnTo>
                  <a:lnTo>
                    <a:pt x="6122947" y="59722"/>
                  </a:lnTo>
                  <a:lnTo>
                    <a:pt x="6123040" y="59722"/>
                  </a:lnTo>
                  <a:lnTo>
                    <a:pt x="6123133" y="59722"/>
                  </a:lnTo>
                  <a:lnTo>
                    <a:pt x="6123227" y="59722"/>
                  </a:lnTo>
                  <a:lnTo>
                    <a:pt x="6123320" y="59722"/>
                  </a:lnTo>
                  <a:lnTo>
                    <a:pt x="6123413" y="59722"/>
                  </a:lnTo>
                  <a:lnTo>
                    <a:pt x="6123506" y="59722"/>
                  </a:lnTo>
                  <a:lnTo>
                    <a:pt x="6123600" y="59722"/>
                  </a:lnTo>
                  <a:lnTo>
                    <a:pt x="6123693" y="59722"/>
                  </a:lnTo>
                  <a:lnTo>
                    <a:pt x="6123786" y="59722"/>
                  </a:lnTo>
                  <a:lnTo>
                    <a:pt x="6123879" y="59722"/>
                  </a:lnTo>
                  <a:lnTo>
                    <a:pt x="6123973" y="59722"/>
                  </a:lnTo>
                  <a:lnTo>
                    <a:pt x="6124066" y="59722"/>
                  </a:lnTo>
                  <a:lnTo>
                    <a:pt x="6124159" y="59722"/>
                  </a:lnTo>
                  <a:lnTo>
                    <a:pt x="6124252" y="59722"/>
                  </a:lnTo>
                  <a:lnTo>
                    <a:pt x="6124346" y="59722"/>
                  </a:lnTo>
                  <a:lnTo>
                    <a:pt x="6124439" y="59722"/>
                  </a:lnTo>
                  <a:lnTo>
                    <a:pt x="6124532" y="59722"/>
                  </a:lnTo>
                  <a:lnTo>
                    <a:pt x="6124625" y="59722"/>
                  </a:lnTo>
                  <a:lnTo>
                    <a:pt x="6124719" y="59722"/>
                  </a:lnTo>
                  <a:lnTo>
                    <a:pt x="6124812" y="59722"/>
                  </a:lnTo>
                  <a:lnTo>
                    <a:pt x="6124905" y="59722"/>
                  </a:lnTo>
                  <a:lnTo>
                    <a:pt x="6124998" y="59722"/>
                  </a:lnTo>
                  <a:lnTo>
                    <a:pt x="6125092" y="59722"/>
                  </a:lnTo>
                  <a:lnTo>
                    <a:pt x="6125185" y="59722"/>
                  </a:lnTo>
                  <a:lnTo>
                    <a:pt x="6125278" y="59722"/>
                  </a:lnTo>
                  <a:lnTo>
                    <a:pt x="6125371" y="59722"/>
                  </a:lnTo>
                  <a:lnTo>
                    <a:pt x="6125465" y="59722"/>
                  </a:lnTo>
                  <a:lnTo>
                    <a:pt x="6125558" y="59722"/>
                  </a:lnTo>
                  <a:lnTo>
                    <a:pt x="6125651" y="59722"/>
                  </a:lnTo>
                  <a:lnTo>
                    <a:pt x="6125744" y="59722"/>
                  </a:lnTo>
                  <a:lnTo>
                    <a:pt x="6125838" y="59722"/>
                  </a:lnTo>
                  <a:lnTo>
                    <a:pt x="6125931" y="59722"/>
                  </a:lnTo>
                  <a:lnTo>
                    <a:pt x="6126024" y="59722"/>
                  </a:lnTo>
                  <a:lnTo>
                    <a:pt x="6126117" y="59722"/>
                  </a:lnTo>
                  <a:lnTo>
                    <a:pt x="6126210" y="59722"/>
                  </a:lnTo>
                  <a:lnTo>
                    <a:pt x="6126304" y="59722"/>
                  </a:lnTo>
                  <a:lnTo>
                    <a:pt x="6126397" y="59722"/>
                  </a:lnTo>
                  <a:lnTo>
                    <a:pt x="6126490" y="59722"/>
                  </a:lnTo>
                  <a:lnTo>
                    <a:pt x="6126583" y="59722"/>
                  </a:lnTo>
                  <a:lnTo>
                    <a:pt x="6126677" y="59722"/>
                  </a:lnTo>
                  <a:lnTo>
                    <a:pt x="6126770" y="59722"/>
                  </a:lnTo>
                  <a:lnTo>
                    <a:pt x="6126863" y="59722"/>
                  </a:lnTo>
                  <a:lnTo>
                    <a:pt x="6126956" y="59722"/>
                  </a:lnTo>
                  <a:lnTo>
                    <a:pt x="6127050" y="59722"/>
                  </a:lnTo>
                  <a:lnTo>
                    <a:pt x="6127143" y="59722"/>
                  </a:lnTo>
                  <a:lnTo>
                    <a:pt x="6127236" y="59722"/>
                  </a:lnTo>
                  <a:lnTo>
                    <a:pt x="6127329" y="59722"/>
                  </a:lnTo>
                  <a:lnTo>
                    <a:pt x="6127423" y="59722"/>
                  </a:lnTo>
                  <a:lnTo>
                    <a:pt x="6127516" y="59722"/>
                  </a:lnTo>
                  <a:lnTo>
                    <a:pt x="6127609" y="59722"/>
                  </a:lnTo>
                  <a:lnTo>
                    <a:pt x="6127702" y="59722"/>
                  </a:lnTo>
                  <a:lnTo>
                    <a:pt x="6127796" y="59722"/>
                  </a:lnTo>
                  <a:lnTo>
                    <a:pt x="6127889" y="59722"/>
                  </a:lnTo>
                  <a:lnTo>
                    <a:pt x="6127982" y="59722"/>
                  </a:lnTo>
                  <a:lnTo>
                    <a:pt x="6128075" y="59722"/>
                  </a:lnTo>
                  <a:lnTo>
                    <a:pt x="6128169" y="59722"/>
                  </a:lnTo>
                  <a:lnTo>
                    <a:pt x="6128262" y="59722"/>
                  </a:lnTo>
                  <a:lnTo>
                    <a:pt x="6128355" y="59722"/>
                  </a:lnTo>
                  <a:lnTo>
                    <a:pt x="6128448" y="59722"/>
                  </a:lnTo>
                  <a:lnTo>
                    <a:pt x="6128542" y="59722"/>
                  </a:lnTo>
                  <a:lnTo>
                    <a:pt x="6128635" y="59722"/>
                  </a:lnTo>
                  <a:lnTo>
                    <a:pt x="6128728" y="59722"/>
                  </a:lnTo>
                  <a:lnTo>
                    <a:pt x="6128821" y="59722"/>
                  </a:lnTo>
                  <a:lnTo>
                    <a:pt x="6128915" y="59722"/>
                  </a:lnTo>
                  <a:lnTo>
                    <a:pt x="6129008" y="59722"/>
                  </a:lnTo>
                  <a:lnTo>
                    <a:pt x="6129101" y="59722"/>
                  </a:lnTo>
                  <a:lnTo>
                    <a:pt x="6129194" y="59722"/>
                  </a:lnTo>
                  <a:lnTo>
                    <a:pt x="6129288" y="59722"/>
                  </a:lnTo>
                  <a:lnTo>
                    <a:pt x="6129381" y="59722"/>
                  </a:lnTo>
                  <a:lnTo>
                    <a:pt x="6129474" y="59722"/>
                  </a:lnTo>
                  <a:lnTo>
                    <a:pt x="6129567" y="59722"/>
                  </a:lnTo>
                  <a:lnTo>
                    <a:pt x="6129661" y="59722"/>
                  </a:lnTo>
                  <a:lnTo>
                    <a:pt x="6129754" y="59722"/>
                  </a:lnTo>
                  <a:lnTo>
                    <a:pt x="6129847" y="59722"/>
                  </a:lnTo>
                  <a:lnTo>
                    <a:pt x="6129940" y="59722"/>
                  </a:lnTo>
                  <a:lnTo>
                    <a:pt x="6130034" y="59722"/>
                  </a:lnTo>
                  <a:lnTo>
                    <a:pt x="6130127" y="59722"/>
                  </a:lnTo>
                  <a:lnTo>
                    <a:pt x="6130220" y="59722"/>
                  </a:lnTo>
                  <a:lnTo>
                    <a:pt x="6130313" y="59722"/>
                  </a:lnTo>
                  <a:lnTo>
                    <a:pt x="6130407" y="59722"/>
                  </a:lnTo>
                  <a:lnTo>
                    <a:pt x="6130500" y="59722"/>
                  </a:lnTo>
                  <a:lnTo>
                    <a:pt x="6130593" y="59722"/>
                  </a:lnTo>
                  <a:lnTo>
                    <a:pt x="6130686" y="59722"/>
                  </a:lnTo>
                  <a:lnTo>
                    <a:pt x="6130780" y="59722"/>
                  </a:lnTo>
                  <a:lnTo>
                    <a:pt x="6130873" y="59722"/>
                  </a:lnTo>
                  <a:lnTo>
                    <a:pt x="6130966" y="59722"/>
                  </a:lnTo>
                  <a:lnTo>
                    <a:pt x="6131059" y="59722"/>
                  </a:lnTo>
                  <a:lnTo>
                    <a:pt x="6131153" y="59722"/>
                  </a:lnTo>
                  <a:lnTo>
                    <a:pt x="6131246" y="59722"/>
                  </a:lnTo>
                  <a:lnTo>
                    <a:pt x="6131339" y="59722"/>
                  </a:lnTo>
                  <a:lnTo>
                    <a:pt x="6131432" y="59722"/>
                  </a:lnTo>
                  <a:lnTo>
                    <a:pt x="6131526" y="59722"/>
                  </a:lnTo>
                  <a:lnTo>
                    <a:pt x="6131619" y="59722"/>
                  </a:lnTo>
                  <a:lnTo>
                    <a:pt x="6131712" y="59722"/>
                  </a:lnTo>
                  <a:lnTo>
                    <a:pt x="6131805" y="59722"/>
                  </a:lnTo>
                  <a:lnTo>
                    <a:pt x="6131899" y="59722"/>
                  </a:lnTo>
                  <a:lnTo>
                    <a:pt x="6131992" y="59722"/>
                  </a:lnTo>
                  <a:lnTo>
                    <a:pt x="6132085" y="59722"/>
                  </a:lnTo>
                  <a:lnTo>
                    <a:pt x="6132178" y="59722"/>
                  </a:lnTo>
                  <a:lnTo>
                    <a:pt x="6132272" y="59722"/>
                  </a:lnTo>
                  <a:lnTo>
                    <a:pt x="6132365" y="59722"/>
                  </a:lnTo>
                  <a:lnTo>
                    <a:pt x="6132458" y="59722"/>
                  </a:lnTo>
                  <a:lnTo>
                    <a:pt x="6132551" y="59722"/>
                  </a:lnTo>
                  <a:lnTo>
                    <a:pt x="6132645" y="59722"/>
                  </a:lnTo>
                  <a:lnTo>
                    <a:pt x="6132738" y="59722"/>
                  </a:lnTo>
                  <a:lnTo>
                    <a:pt x="6132831" y="59722"/>
                  </a:lnTo>
                  <a:lnTo>
                    <a:pt x="6132924" y="59722"/>
                  </a:lnTo>
                  <a:lnTo>
                    <a:pt x="6133017" y="59722"/>
                  </a:lnTo>
                  <a:lnTo>
                    <a:pt x="6133111" y="59722"/>
                  </a:lnTo>
                  <a:lnTo>
                    <a:pt x="6133204" y="59722"/>
                  </a:lnTo>
                  <a:lnTo>
                    <a:pt x="6133297" y="59722"/>
                  </a:lnTo>
                  <a:lnTo>
                    <a:pt x="6133390" y="59722"/>
                  </a:lnTo>
                  <a:lnTo>
                    <a:pt x="6133484" y="59722"/>
                  </a:lnTo>
                  <a:lnTo>
                    <a:pt x="6133577" y="59722"/>
                  </a:lnTo>
                  <a:lnTo>
                    <a:pt x="6133670" y="59722"/>
                  </a:lnTo>
                  <a:lnTo>
                    <a:pt x="6133763" y="59722"/>
                  </a:lnTo>
                  <a:lnTo>
                    <a:pt x="6133857" y="59722"/>
                  </a:lnTo>
                  <a:lnTo>
                    <a:pt x="6133950" y="59722"/>
                  </a:lnTo>
                  <a:lnTo>
                    <a:pt x="6134043" y="59722"/>
                  </a:lnTo>
                  <a:lnTo>
                    <a:pt x="6134136" y="59722"/>
                  </a:lnTo>
                  <a:lnTo>
                    <a:pt x="6134230" y="59722"/>
                  </a:lnTo>
                  <a:lnTo>
                    <a:pt x="6134323" y="59722"/>
                  </a:lnTo>
                  <a:lnTo>
                    <a:pt x="6134416" y="59722"/>
                  </a:lnTo>
                  <a:lnTo>
                    <a:pt x="6134509" y="59722"/>
                  </a:lnTo>
                  <a:lnTo>
                    <a:pt x="6134603" y="59722"/>
                  </a:lnTo>
                  <a:lnTo>
                    <a:pt x="6134696" y="59722"/>
                  </a:lnTo>
                  <a:lnTo>
                    <a:pt x="6134789" y="59722"/>
                  </a:lnTo>
                  <a:lnTo>
                    <a:pt x="6134882" y="59722"/>
                  </a:lnTo>
                  <a:lnTo>
                    <a:pt x="6134976" y="59722"/>
                  </a:lnTo>
                  <a:lnTo>
                    <a:pt x="6135069" y="59722"/>
                  </a:lnTo>
                  <a:lnTo>
                    <a:pt x="6135162" y="59722"/>
                  </a:lnTo>
                  <a:lnTo>
                    <a:pt x="6135255" y="59722"/>
                  </a:lnTo>
                  <a:lnTo>
                    <a:pt x="6135349" y="59722"/>
                  </a:lnTo>
                  <a:lnTo>
                    <a:pt x="6135442" y="59722"/>
                  </a:lnTo>
                  <a:lnTo>
                    <a:pt x="6135535" y="59722"/>
                  </a:lnTo>
                  <a:lnTo>
                    <a:pt x="6135628" y="59722"/>
                  </a:lnTo>
                  <a:lnTo>
                    <a:pt x="6135722" y="59722"/>
                  </a:lnTo>
                  <a:lnTo>
                    <a:pt x="6135815" y="59722"/>
                  </a:lnTo>
                  <a:lnTo>
                    <a:pt x="6135908" y="59722"/>
                  </a:lnTo>
                  <a:lnTo>
                    <a:pt x="6136001" y="59722"/>
                  </a:lnTo>
                  <a:lnTo>
                    <a:pt x="6136095" y="59722"/>
                  </a:lnTo>
                  <a:lnTo>
                    <a:pt x="6136188" y="59722"/>
                  </a:lnTo>
                  <a:lnTo>
                    <a:pt x="6136281" y="59722"/>
                  </a:lnTo>
                  <a:lnTo>
                    <a:pt x="6136374" y="59722"/>
                  </a:lnTo>
                  <a:lnTo>
                    <a:pt x="6136468" y="59722"/>
                  </a:lnTo>
                  <a:lnTo>
                    <a:pt x="6136561" y="59722"/>
                  </a:lnTo>
                  <a:lnTo>
                    <a:pt x="6136654" y="59722"/>
                  </a:lnTo>
                  <a:lnTo>
                    <a:pt x="6136747" y="59722"/>
                  </a:lnTo>
                  <a:lnTo>
                    <a:pt x="6136841" y="59722"/>
                  </a:lnTo>
                  <a:lnTo>
                    <a:pt x="6136934" y="59722"/>
                  </a:lnTo>
                  <a:lnTo>
                    <a:pt x="6137027" y="59722"/>
                  </a:lnTo>
                  <a:lnTo>
                    <a:pt x="6137120" y="59722"/>
                  </a:lnTo>
                  <a:lnTo>
                    <a:pt x="6137214" y="59722"/>
                  </a:lnTo>
                  <a:lnTo>
                    <a:pt x="6137307" y="59722"/>
                  </a:lnTo>
                  <a:lnTo>
                    <a:pt x="6137400" y="59722"/>
                  </a:lnTo>
                  <a:lnTo>
                    <a:pt x="6137493" y="59722"/>
                  </a:lnTo>
                  <a:lnTo>
                    <a:pt x="6137587" y="59722"/>
                  </a:lnTo>
                  <a:lnTo>
                    <a:pt x="6137680" y="59722"/>
                  </a:lnTo>
                  <a:lnTo>
                    <a:pt x="6137773" y="59722"/>
                  </a:lnTo>
                  <a:lnTo>
                    <a:pt x="6137866" y="59722"/>
                  </a:lnTo>
                  <a:lnTo>
                    <a:pt x="6137960" y="59722"/>
                  </a:lnTo>
                  <a:lnTo>
                    <a:pt x="6138053" y="59722"/>
                  </a:lnTo>
                  <a:lnTo>
                    <a:pt x="6138146" y="59722"/>
                  </a:lnTo>
                  <a:lnTo>
                    <a:pt x="6138239" y="59722"/>
                  </a:lnTo>
                  <a:lnTo>
                    <a:pt x="6138333" y="59722"/>
                  </a:lnTo>
                  <a:lnTo>
                    <a:pt x="6138426" y="59722"/>
                  </a:lnTo>
                  <a:lnTo>
                    <a:pt x="6138519" y="59722"/>
                  </a:lnTo>
                  <a:lnTo>
                    <a:pt x="6138612" y="59722"/>
                  </a:lnTo>
                  <a:lnTo>
                    <a:pt x="6138706" y="59722"/>
                  </a:lnTo>
                  <a:lnTo>
                    <a:pt x="6138799" y="59722"/>
                  </a:lnTo>
                  <a:lnTo>
                    <a:pt x="6138892" y="59722"/>
                  </a:lnTo>
                  <a:lnTo>
                    <a:pt x="6138985" y="59722"/>
                  </a:lnTo>
                  <a:lnTo>
                    <a:pt x="6139079" y="59722"/>
                  </a:lnTo>
                  <a:lnTo>
                    <a:pt x="6139172" y="59722"/>
                  </a:lnTo>
                  <a:lnTo>
                    <a:pt x="6139265" y="59722"/>
                  </a:lnTo>
                  <a:lnTo>
                    <a:pt x="6139358" y="59722"/>
                  </a:lnTo>
                  <a:lnTo>
                    <a:pt x="6139452" y="59722"/>
                  </a:lnTo>
                  <a:lnTo>
                    <a:pt x="6139545" y="59722"/>
                  </a:lnTo>
                  <a:lnTo>
                    <a:pt x="6139638" y="59722"/>
                  </a:lnTo>
                  <a:lnTo>
                    <a:pt x="6139731" y="59722"/>
                  </a:lnTo>
                  <a:lnTo>
                    <a:pt x="6139825" y="59722"/>
                  </a:lnTo>
                  <a:lnTo>
                    <a:pt x="6139918" y="59722"/>
                  </a:lnTo>
                  <a:lnTo>
                    <a:pt x="6140011" y="59722"/>
                  </a:lnTo>
                  <a:lnTo>
                    <a:pt x="6140104" y="59722"/>
                  </a:lnTo>
                  <a:lnTo>
                    <a:pt x="6140197" y="59722"/>
                  </a:lnTo>
                  <a:lnTo>
                    <a:pt x="6140291" y="59722"/>
                  </a:lnTo>
                  <a:lnTo>
                    <a:pt x="6140384" y="59722"/>
                  </a:lnTo>
                  <a:lnTo>
                    <a:pt x="6140477" y="59722"/>
                  </a:lnTo>
                  <a:lnTo>
                    <a:pt x="6140570" y="59722"/>
                  </a:lnTo>
                  <a:lnTo>
                    <a:pt x="6140664" y="59722"/>
                  </a:lnTo>
                  <a:lnTo>
                    <a:pt x="6140757" y="59722"/>
                  </a:lnTo>
                  <a:lnTo>
                    <a:pt x="6140850" y="59722"/>
                  </a:lnTo>
                  <a:lnTo>
                    <a:pt x="6140943" y="59722"/>
                  </a:lnTo>
                  <a:lnTo>
                    <a:pt x="6141037" y="59722"/>
                  </a:lnTo>
                  <a:lnTo>
                    <a:pt x="6141130" y="59722"/>
                  </a:lnTo>
                  <a:lnTo>
                    <a:pt x="6141223" y="59722"/>
                  </a:lnTo>
                  <a:lnTo>
                    <a:pt x="6141316" y="59722"/>
                  </a:lnTo>
                  <a:lnTo>
                    <a:pt x="6141410" y="59722"/>
                  </a:lnTo>
                  <a:lnTo>
                    <a:pt x="6141503" y="59722"/>
                  </a:lnTo>
                  <a:lnTo>
                    <a:pt x="6141596" y="59722"/>
                  </a:lnTo>
                  <a:lnTo>
                    <a:pt x="6141689" y="59722"/>
                  </a:lnTo>
                  <a:lnTo>
                    <a:pt x="6141783" y="59722"/>
                  </a:lnTo>
                  <a:lnTo>
                    <a:pt x="6141876" y="59722"/>
                  </a:lnTo>
                  <a:lnTo>
                    <a:pt x="6141969" y="59722"/>
                  </a:lnTo>
                  <a:lnTo>
                    <a:pt x="6142062" y="59722"/>
                  </a:lnTo>
                  <a:lnTo>
                    <a:pt x="6142156" y="59722"/>
                  </a:lnTo>
                  <a:lnTo>
                    <a:pt x="6142249" y="59722"/>
                  </a:lnTo>
                  <a:lnTo>
                    <a:pt x="6142342" y="59722"/>
                  </a:lnTo>
                  <a:lnTo>
                    <a:pt x="6142435" y="59722"/>
                  </a:lnTo>
                  <a:lnTo>
                    <a:pt x="6142529" y="59722"/>
                  </a:lnTo>
                  <a:lnTo>
                    <a:pt x="6142622" y="59722"/>
                  </a:lnTo>
                  <a:lnTo>
                    <a:pt x="6142715" y="59722"/>
                  </a:lnTo>
                  <a:lnTo>
                    <a:pt x="6142808" y="59722"/>
                  </a:lnTo>
                  <a:lnTo>
                    <a:pt x="6142902" y="59722"/>
                  </a:lnTo>
                  <a:lnTo>
                    <a:pt x="6142995" y="59722"/>
                  </a:lnTo>
                  <a:lnTo>
                    <a:pt x="6143088" y="59722"/>
                  </a:lnTo>
                  <a:lnTo>
                    <a:pt x="6143181" y="59722"/>
                  </a:lnTo>
                  <a:lnTo>
                    <a:pt x="6143275" y="59722"/>
                  </a:lnTo>
                  <a:lnTo>
                    <a:pt x="6143368" y="59722"/>
                  </a:lnTo>
                  <a:lnTo>
                    <a:pt x="6143461" y="59722"/>
                  </a:lnTo>
                  <a:lnTo>
                    <a:pt x="6143554" y="59722"/>
                  </a:lnTo>
                  <a:lnTo>
                    <a:pt x="6143648" y="59722"/>
                  </a:lnTo>
                  <a:lnTo>
                    <a:pt x="6143741" y="59722"/>
                  </a:lnTo>
                  <a:lnTo>
                    <a:pt x="6143834" y="59722"/>
                  </a:lnTo>
                  <a:lnTo>
                    <a:pt x="6143927" y="59722"/>
                  </a:lnTo>
                  <a:lnTo>
                    <a:pt x="6144021" y="59722"/>
                  </a:lnTo>
                  <a:lnTo>
                    <a:pt x="6144114" y="59722"/>
                  </a:lnTo>
                  <a:lnTo>
                    <a:pt x="6144207" y="59722"/>
                  </a:lnTo>
                  <a:lnTo>
                    <a:pt x="6144300" y="59722"/>
                  </a:lnTo>
                  <a:lnTo>
                    <a:pt x="6144394" y="59722"/>
                  </a:lnTo>
                  <a:lnTo>
                    <a:pt x="6144487" y="59722"/>
                  </a:lnTo>
                  <a:lnTo>
                    <a:pt x="6144580" y="59722"/>
                  </a:lnTo>
                  <a:lnTo>
                    <a:pt x="6144673" y="59722"/>
                  </a:lnTo>
                  <a:lnTo>
                    <a:pt x="6144767" y="59722"/>
                  </a:lnTo>
                  <a:lnTo>
                    <a:pt x="6144860" y="59722"/>
                  </a:lnTo>
                  <a:lnTo>
                    <a:pt x="6144953" y="59722"/>
                  </a:lnTo>
                  <a:lnTo>
                    <a:pt x="6145046" y="59722"/>
                  </a:lnTo>
                  <a:lnTo>
                    <a:pt x="6145140" y="59722"/>
                  </a:lnTo>
                  <a:lnTo>
                    <a:pt x="6145233" y="59722"/>
                  </a:lnTo>
                  <a:lnTo>
                    <a:pt x="6145326" y="59722"/>
                  </a:lnTo>
                  <a:lnTo>
                    <a:pt x="6145419" y="59722"/>
                  </a:lnTo>
                  <a:lnTo>
                    <a:pt x="6145513" y="59722"/>
                  </a:lnTo>
                  <a:lnTo>
                    <a:pt x="6145606" y="59722"/>
                  </a:lnTo>
                  <a:lnTo>
                    <a:pt x="6145699" y="59722"/>
                  </a:lnTo>
                  <a:lnTo>
                    <a:pt x="6145792" y="59722"/>
                  </a:lnTo>
                  <a:lnTo>
                    <a:pt x="6145886" y="59722"/>
                  </a:lnTo>
                  <a:lnTo>
                    <a:pt x="6145979" y="59722"/>
                  </a:lnTo>
                  <a:lnTo>
                    <a:pt x="6146072" y="59722"/>
                  </a:lnTo>
                  <a:lnTo>
                    <a:pt x="6146165" y="59722"/>
                  </a:lnTo>
                  <a:lnTo>
                    <a:pt x="6146259" y="59722"/>
                  </a:lnTo>
                  <a:lnTo>
                    <a:pt x="6146352" y="59722"/>
                  </a:lnTo>
                  <a:lnTo>
                    <a:pt x="6146445" y="59722"/>
                  </a:lnTo>
                  <a:lnTo>
                    <a:pt x="6146538" y="59722"/>
                  </a:lnTo>
                  <a:lnTo>
                    <a:pt x="6146632" y="59722"/>
                  </a:lnTo>
                  <a:lnTo>
                    <a:pt x="6146725" y="59722"/>
                  </a:lnTo>
                  <a:lnTo>
                    <a:pt x="6146818" y="59722"/>
                  </a:lnTo>
                  <a:lnTo>
                    <a:pt x="6146911" y="59722"/>
                  </a:lnTo>
                  <a:lnTo>
                    <a:pt x="6147004" y="59722"/>
                  </a:lnTo>
                  <a:lnTo>
                    <a:pt x="6147098" y="59722"/>
                  </a:lnTo>
                  <a:lnTo>
                    <a:pt x="6147191" y="59722"/>
                  </a:lnTo>
                  <a:lnTo>
                    <a:pt x="6147284" y="59722"/>
                  </a:lnTo>
                  <a:lnTo>
                    <a:pt x="6147377" y="59722"/>
                  </a:lnTo>
                  <a:lnTo>
                    <a:pt x="6147471" y="59722"/>
                  </a:lnTo>
                  <a:lnTo>
                    <a:pt x="6147564" y="59722"/>
                  </a:lnTo>
                  <a:lnTo>
                    <a:pt x="6147657" y="59722"/>
                  </a:lnTo>
                  <a:lnTo>
                    <a:pt x="6147750" y="59722"/>
                  </a:lnTo>
                  <a:lnTo>
                    <a:pt x="6147844" y="59722"/>
                  </a:lnTo>
                  <a:lnTo>
                    <a:pt x="6147937" y="59722"/>
                  </a:lnTo>
                  <a:lnTo>
                    <a:pt x="6148030" y="59722"/>
                  </a:lnTo>
                  <a:lnTo>
                    <a:pt x="6148123" y="59722"/>
                  </a:lnTo>
                  <a:lnTo>
                    <a:pt x="6148217" y="59722"/>
                  </a:lnTo>
                  <a:lnTo>
                    <a:pt x="6148310" y="59722"/>
                  </a:lnTo>
                  <a:lnTo>
                    <a:pt x="6148403" y="59722"/>
                  </a:lnTo>
                  <a:lnTo>
                    <a:pt x="6148496" y="59722"/>
                  </a:lnTo>
                  <a:lnTo>
                    <a:pt x="6148590" y="59722"/>
                  </a:lnTo>
                  <a:lnTo>
                    <a:pt x="6148683" y="59722"/>
                  </a:lnTo>
                  <a:lnTo>
                    <a:pt x="6148776" y="59722"/>
                  </a:lnTo>
                  <a:lnTo>
                    <a:pt x="6148869" y="59722"/>
                  </a:lnTo>
                  <a:lnTo>
                    <a:pt x="6148963" y="59722"/>
                  </a:lnTo>
                  <a:lnTo>
                    <a:pt x="6149056" y="59722"/>
                  </a:lnTo>
                  <a:lnTo>
                    <a:pt x="6149149" y="59722"/>
                  </a:lnTo>
                  <a:lnTo>
                    <a:pt x="6149242" y="59722"/>
                  </a:lnTo>
                  <a:lnTo>
                    <a:pt x="6149336" y="59722"/>
                  </a:lnTo>
                  <a:lnTo>
                    <a:pt x="6149429" y="59722"/>
                  </a:lnTo>
                  <a:lnTo>
                    <a:pt x="6149522" y="59722"/>
                  </a:lnTo>
                  <a:lnTo>
                    <a:pt x="6149615" y="59722"/>
                  </a:lnTo>
                  <a:lnTo>
                    <a:pt x="6149709" y="59722"/>
                  </a:lnTo>
                  <a:lnTo>
                    <a:pt x="6149802" y="59722"/>
                  </a:lnTo>
                  <a:lnTo>
                    <a:pt x="6149895" y="59722"/>
                  </a:lnTo>
                  <a:lnTo>
                    <a:pt x="6149988" y="59722"/>
                  </a:lnTo>
                  <a:lnTo>
                    <a:pt x="6150082" y="59722"/>
                  </a:lnTo>
                  <a:lnTo>
                    <a:pt x="6150175" y="59722"/>
                  </a:lnTo>
                  <a:lnTo>
                    <a:pt x="6150268" y="59722"/>
                  </a:lnTo>
                  <a:lnTo>
                    <a:pt x="6150361" y="59722"/>
                  </a:lnTo>
                  <a:lnTo>
                    <a:pt x="6150455" y="59722"/>
                  </a:lnTo>
                  <a:lnTo>
                    <a:pt x="6150548" y="59722"/>
                  </a:lnTo>
                  <a:lnTo>
                    <a:pt x="6150641" y="59722"/>
                  </a:lnTo>
                  <a:lnTo>
                    <a:pt x="6150734" y="59722"/>
                  </a:lnTo>
                  <a:lnTo>
                    <a:pt x="6150828" y="59722"/>
                  </a:lnTo>
                  <a:lnTo>
                    <a:pt x="6150921" y="59722"/>
                  </a:lnTo>
                  <a:lnTo>
                    <a:pt x="6151014" y="59722"/>
                  </a:lnTo>
                  <a:lnTo>
                    <a:pt x="6151107" y="59722"/>
                  </a:lnTo>
                  <a:lnTo>
                    <a:pt x="6151201" y="59722"/>
                  </a:lnTo>
                  <a:lnTo>
                    <a:pt x="6151294" y="59722"/>
                  </a:lnTo>
                  <a:lnTo>
                    <a:pt x="6151387" y="59722"/>
                  </a:lnTo>
                  <a:lnTo>
                    <a:pt x="6151480" y="59722"/>
                  </a:lnTo>
                  <a:lnTo>
                    <a:pt x="6151574" y="59722"/>
                  </a:lnTo>
                  <a:lnTo>
                    <a:pt x="6151667" y="59722"/>
                  </a:lnTo>
                  <a:lnTo>
                    <a:pt x="6151760" y="59722"/>
                  </a:lnTo>
                  <a:lnTo>
                    <a:pt x="6151853" y="59722"/>
                  </a:lnTo>
                  <a:lnTo>
                    <a:pt x="6151947" y="59722"/>
                  </a:lnTo>
                  <a:lnTo>
                    <a:pt x="6152040" y="59722"/>
                  </a:lnTo>
                  <a:lnTo>
                    <a:pt x="6152133" y="59722"/>
                  </a:lnTo>
                  <a:lnTo>
                    <a:pt x="6152226" y="59722"/>
                  </a:lnTo>
                  <a:lnTo>
                    <a:pt x="6152320" y="59722"/>
                  </a:lnTo>
                  <a:lnTo>
                    <a:pt x="6152413" y="59722"/>
                  </a:lnTo>
                  <a:lnTo>
                    <a:pt x="6152506" y="59722"/>
                  </a:lnTo>
                  <a:lnTo>
                    <a:pt x="6152599" y="59722"/>
                  </a:lnTo>
                  <a:lnTo>
                    <a:pt x="6152693" y="59722"/>
                  </a:lnTo>
                  <a:lnTo>
                    <a:pt x="6152786" y="59722"/>
                  </a:lnTo>
                  <a:lnTo>
                    <a:pt x="6152879" y="59722"/>
                  </a:lnTo>
                  <a:lnTo>
                    <a:pt x="6152972" y="59722"/>
                  </a:lnTo>
                  <a:lnTo>
                    <a:pt x="6153066" y="59722"/>
                  </a:lnTo>
                  <a:lnTo>
                    <a:pt x="6153159" y="59722"/>
                  </a:lnTo>
                  <a:lnTo>
                    <a:pt x="6153252" y="59722"/>
                  </a:lnTo>
                  <a:lnTo>
                    <a:pt x="6153345" y="59722"/>
                  </a:lnTo>
                  <a:lnTo>
                    <a:pt x="6153439" y="59722"/>
                  </a:lnTo>
                  <a:lnTo>
                    <a:pt x="6153532" y="59722"/>
                  </a:lnTo>
                  <a:lnTo>
                    <a:pt x="6153625" y="59722"/>
                  </a:lnTo>
                  <a:lnTo>
                    <a:pt x="6153718" y="59722"/>
                  </a:lnTo>
                  <a:lnTo>
                    <a:pt x="6153812" y="59722"/>
                  </a:lnTo>
                  <a:lnTo>
                    <a:pt x="6153905" y="59722"/>
                  </a:lnTo>
                  <a:lnTo>
                    <a:pt x="6153998" y="59722"/>
                  </a:lnTo>
                  <a:lnTo>
                    <a:pt x="6154091" y="59722"/>
                  </a:lnTo>
                  <a:lnTo>
                    <a:pt x="6154184" y="59722"/>
                  </a:lnTo>
                  <a:lnTo>
                    <a:pt x="6154278" y="59722"/>
                  </a:lnTo>
                  <a:lnTo>
                    <a:pt x="6154371" y="59722"/>
                  </a:lnTo>
                  <a:lnTo>
                    <a:pt x="6154464" y="59722"/>
                  </a:lnTo>
                  <a:lnTo>
                    <a:pt x="6154557" y="59722"/>
                  </a:lnTo>
                  <a:lnTo>
                    <a:pt x="6154651" y="59722"/>
                  </a:lnTo>
                  <a:lnTo>
                    <a:pt x="6154744" y="59722"/>
                  </a:lnTo>
                  <a:lnTo>
                    <a:pt x="6154837" y="59722"/>
                  </a:lnTo>
                  <a:lnTo>
                    <a:pt x="6154930" y="59722"/>
                  </a:lnTo>
                  <a:lnTo>
                    <a:pt x="6155024" y="59722"/>
                  </a:lnTo>
                  <a:lnTo>
                    <a:pt x="6155117" y="59722"/>
                  </a:lnTo>
                  <a:lnTo>
                    <a:pt x="6155210" y="59722"/>
                  </a:lnTo>
                  <a:lnTo>
                    <a:pt x="6155303" y="59722"/>
                  </a:lnTo>
                  <a:lnTo>
                    <a:pt x="6155397" y="59722"/>
                  </a:lnTo>
                  <a:lnTo>
                    <a:pt x="6155490" y="59722"/>
                  </a:lnTo>
                  <a:lnTo>
                    <a:pt x="6155583" y="59722"/>
                  </a:lnTo>
                  <a:lnTo>
                    <a:pt x="6155676" y="59722"/>
                  </a:lnTo>
                  <a:lnTo>
                    <a:pt x="6155770" y="59722"/>
                  </a:lnTo>
                  <a:lnTo>
                    <a:pt x="6155863" y="59722"/>
                  </a:lnTo>
                  <a:lnTo>
                    <a:pt x="6155956" y="59722"/>
                  </a:lnTo>
                  <a:lnTo>
                    <a:pt x="6156049" y="59722"/>
                  </a:lnTo>
                  <a:lnTo>
                    <a:pt x="6156143" y="59722"/>
                  </a:lnTo>
                  <a:lnTo>
                    <a:pt x="6156236" y="59722"/>
                  </a:lnTo>
                  <a:lnTo>
                    <a:pt x="6156329" y="59722"/>
                  </a:lnTo>
                  <a:lnTo>
                    <a:pt x="6156422" y="59722"/>
                  </a:lnTo>
                  <a:lnTo>
                    <a:pt x="6156516" y="59722"/>
                  </a:lnTo>
                  <a:lnTo>
                    <a:pt x="6156609" y="59722"/>
                  </a:lnTo>
                  <a:lnTo>
                    <a:pt x="6156702" y="59722"/>
                  </a:lnTo>
                  <a:lnTo>
                    <a:pt x="6156795" y="59722"/>
                  </a:lnTo>
                  <a:lnTo>
                    <a:pt x="6156889" y="59722"/>
                  </a:lnTo>
                  <a:lnTo>
                    <a:pt x="6156982" y="59722"/>
                  </a:lnTo>
                  <a:lnTo>
                    <a:pt x="6157075" y="59722"/>
                  </a:lnTo>
                  <a:lnTo>
                    <a:pt x="6157168" y="59722"/>
                  </a:lnTo>
                  <a:lnTo>
                    <a:pt x="6157262" y="59722"/>
                  </a:lnTo>
                  <a:lnTo>
                    <a:pt x="6157355" y="59722"/>
                  </a:lnTo>
                  <a:lnTo>
                    <a:pt x="6157448" y="59722"/>
                  </a:lnTo>
                  <a:lnTo>
                    <a:pt x="6157541" y="59722"/>
                  </a:lnTo>
                  <a:lnTo>
                    <a:pt x="6157635" y="59722"/>
                  </a:lnTo>
                  <a:lnTo>
                    <a:pt x="6157728" y="59722"/>
                  </a:lnTo>
                  <a:lnTo>
                    <a:pt x="6157821" y="59722"/>
                  </a:lnTo>
                  <a:lnTo>
                    <a:pt x="6157914" y="59722"/>
                  </a:lnTo>
                  <a:lnTo>
                    <a:pt x="6158008" y="59722"/>
                  </a:lnTo>
                  <a:lnTo>
                    <a:pt x="6158101" y="59722"/>
                  </a:lnTo>
                  <a:lnTo>
                    <a:pt x="6158194" y="59722"/>
                  </a:lnTo>
                  <a:lnTo>
                    <a:pt x="6158287" y="59722"/>
                  </a:lnTo>
                  <a:lnTo>
                    <a:pt x="6158381" y="59722"/>
                  </a:lnTo>
                  <a:lnTo>
                    <a:pt x="6158474" y="59722"/>
                  </a:lnTo>
                  <a:lnTo>
                    <a:pt x="6158567" y="59722"/>
                  </a:lnTo>
                  <a:lnTo>
                    <a:pt x="6158660" y="59722"/>
                  </a:lnTo>
                  <a:lnTo>
                    <a:pt x="6158754" y="59722"/>
                  </a:lnTo>
                  <a:lnTo>
                    <a:pt x="6158847" y="59722"/>
                  </a:lnTo>
                  <a:lnTo>
                    <a:pt x="6158940" y="59722"/>
                  </a:lnTo>
                  <a:lnTo>
                    <a:pt x="6159033" y="59722"/>
                  </a:lnTo>
                  <a:lnTo>
                    <a:pt x="6159127" y="59722"/>
                  </a:lnTo>
                  <a:lnTo>
                    <a:pt x="6159220" y="59722"/>
                  </a:lnTo>
                  <a:lnTo>
                    <a:pt x="6159313" y="59722"/>
                  </a:lnTo>
                  <a:lnTo>
                    <a:pt x="6159406" y="59722"/>
                  </a:lnTo>
                  <a:lnTo>
                    <a:pt x="6159500" y="59722"/>
                  </a:lnTo>
                  <a:lnTo>
                    <a:pt x="6159593" y="59722"/>
                  </a:lnTo>
                  <a:lnTo>
                    <a:pt x="6159686" y="59722"/>
                  </a:lnTo>
                  <a:lnTo>
                    <a:pt x="6159779" y="59722"/>
                  </a:lnTo>
                  <a:lnTo>
                    <a:pt x="6159873" y="59722"/>
                  </a:lnTo>
                  <a:lnTo>
                    <a:pt x="6159966" y="59722"/>
                  </a:lnTo>
                  <a:lnTo>
                    <a:pt x="6160059" y="59722"/>
                  </a:lnTo>
                  <a:lnTo>
                    <a:pt x="6160152" y="59722"/>
                  </a:lnTo>
                  <a:lnTo>
                    <a:pt x="6160246" y="59722"/>
                  </a:lnTo>
                  <a:lnTo>
                    <a:pt x="6160339" y="59722"/>
                  </a:lnTo>
                  <a:lnTo>
                    <a:pt x="6160432" y="59722"/>
                  </a:lnTo>
                  <a:lnTo>
                    <a:pt x="6160525" y="59722"/>
                  </a:lnTo>
                  <a:lnTo>
                    <a:pt x="6160619" y="59722"/>
                  </a:lnTo>
                  <a:lnTo>
                    <a:pt x="6160712" y="59722"/>
                  </a:lnTo>
                  <a:lnTo>
                    <a:pt x="6160805" y="59722"/>
                  </a:lnTo>
                  <a:lnTo>
                    <a:pt x="6160898" y="59722"/>
                  </a:lnTo>
                  <a:lnTo>
                    <a:pt x="6160991" y="59722"/>
                  </a:lnTo>
                  <a:lnTo>
                    <a:pt x="6161085" y="59722"/>
                  </a:lnTo>
                  <a:lnTo>
                    <a:pt x="6161178" y="59722"/>
                  </a:lnTo>
                  <a:lnTo>
                    <a:pt x="6161271" y="59722"/>
                  </a:lnTo>
                  <a:lnTo>
                    <a:pt x="6161364" y="59722"/>
                  </a:lnTo>
                  <a:lnTo>
                    <a:pt x="6161458" y="59722"/>
                  </a:lnTo>
                  <a:lnTo>
                    <a:pt x="6161551" y="59722"/>
                  </a:lnTo>
                  <a:lnTo>
                    <a:pt x="6161644" y="59722"/>
                  </a:lnTo>
                  <a:lnTo>
                    <a:pt x="6161737" y="59722"/>
                  </a:lnTo>
                  <a:lnTo>
                    <a:pt x="6161831" y="59722"/>
                  </a:lnTo>
                  <a:lnTo>
                    <a:pt x="6161924" y="59722"/>
                  </a:lnTo>
                  <a:lnTo>
                    <a:pt x="6162017" y="59722"/>
                  </a:lnTo>
                  <a:lnTo>
                    <a:pt x="6162110" y="59722"/>
                  </a:lnTo>
                  <a:lnTo>
                    <a:pt x="6162204" y="59722"/>
                  </a:lnTo>
                  <a:lnTo>
                    <a:pt x="6162297" y="59722"/>
                  </a:lnTo>
                  <a:lnTo>
                    <a:pt x="6162390" y="59722"/>
                  </a:lnTo>
                  <a:lnTo>
                    <a:pt x="6162483" y="59722"/>
                  </a:lnTo>
                  <a:lnTo>
                    <a:pt x="6162577" y="59722"/>
                  </a:lnTo>
                  <a:lnTo>
                    <a:pt x="6162670" y="59722"/>
                  </a:lnTo>
                  <a:lnTo>
                    <a:pt x="6162763" y="59722"/>
                  </a:lnTo>
                  <a:lnTo>
                    <a:pt x="6162856" y="59722"/>
                  </a:lnTo>
                  <a:lnTo>
                    <a:pt x="6162950" y="59722"/>
                  </a:lnTo>
                  <a:lnTo>
                    <a:pt x="6163043" y="59722"/>
                  </a:lnTo>
                  <a:lnTo>
                    <a:pt x="6163136" y="59722"/>
                  </a:lnTo>
                  <a:lnTo>
                    <a:pt x="6163229" y="59722"/>
                  </a:lnTo>
                  <a:lnTo>
                    <a:pt x="6163323" y="59722"/>
                  </a:lnTo>
                  <a:lnTo>
                    <a:pt x="6163416" y="59722"/>
                  </a:lnTo>
                  <a:lnTo>
                    <a:pt x="6163509" y="59722"/>
                  </a:lnTo>
                  <a:lnTo>
                    <a:pt x="6163602" y="59722"/>
                  </a:lnTo>
                  <a:lnTo>
                    <a:pt x="6163696" y="59722"/>
                  </a:lnTo>
                  <a:lnTo>
                    <a:pt x="6163789" y="59722"/>
                  </a:lnTo>
                  <a:lnTo>
                    <a:pt x="6163882" y="59722"/>
                  </a:lnTo>
                  <a:lnTo>
                    <a:pt x="6163975" y="59722"/>
                  </a:lnTo>
                  <a:lnTo>
                    <a:pt x="6164069" y="59722"/>
                  </a:lnTo>
                  <a:lnTo>
                    <a:pt x="6164162" y="59722"/>
                  </a:lnTo>
                  <a:lnTo>
                    <a:pt x="6164255" y="59722"/>
                  </a:lnTo>
                  <a:lnTo>
                    <a:pt x="6164348" y="59722"/>
                  </a:lnTo>
                  <a:lnTo>
                    <a:pt x="6164442" y="59722"/>
                  </a:lnTo>
                  <a:lnTo>
                    <a:pt x="6164535" y="59722"/>
                  </a:lnTo>
                  <a:lnTo>
                    <a:pt x="6164628" y="59722"/>
                  </a:lnTo>
                  <a:lnTo>
                    <a:pt x="6164721" y="59722"/>
                  </a:lnTo>
                  <a:lnTo>
                    <a:pt x="6164815" y="59722"/>
                  </a:lnTo>
                  <a:lnTo>
                    <a:pt x="6164908" y="59722"/>
                  </a:lnTo>
                  <a:lnTo>
                    <a:pt x="6165001" y="59722"/>
                  </a:lnTo>
                  <a:lnTo>
                    <a:pt x="6165094" y="59722"/>
                  </a:lnTo>
                  <a:lnTo>
                    <a:pt x="6165188" y="59722"/>
                  </a:lnTo>
                  <a:lnTo>
                    <a:pt x="6165281" y="59722"/>
                  </a:lnTo>
                  <a:lnTo>
                    <a:pt x="6165374" y="59722"/>
                  </a:lnTo>
                  <a:lnTo>
                    <a:pt x="6165467" y="59722"/>
                  </a:lnTo>
                  <a:lnTo>
                    <a:pt x="6165561" y="59722"/>
                  </a:lnTo>
                  <a:lnTo>
                    <a:pt x="6165654" y="59722"/>
                  </a:lnTo>
                  <a:lnTo>
                    <a:pt x="6165747" y="59722"/>
                  </a:lnTo>
                  <a:lnTo>
                    <a:pt x="6165840" y="59722"/>
                  </a:lnTo>
                  <a:lnTo>
                    <a:pt x="6165934" y="59722"/>
                  </a:lnTo>
                  <a:lnTo>
                    <a:pt x="6166027" y="59722"/>
                  </a:lnTo>
                  <a:lnTo>
                    <a:pt x="6166120" y="59722"/>
                  </a:lnTo>
                  <a:lnTo>
                    <a:pt x="6166213" y="59722"/>
                  </a:lnTo>
                  <a:lnTo>
                    <a:pt x="6166307" y="59722"/>
                  </a:lnTo>
                  <a:lnTo>
                    <a:pt x="6166400" y="59722"/>
                  </a:lnTo>
                  <a:lnTo>
                    <a:pt x="6166493" y="59722"/>
                  </a:lnTo>
                  <a:lnTo>
                    <a:pt x="6166586" y="59722"/>
                  </a:lnTo>
                  <a:lnTo>
                    <a:pt x="6166680" y="59722"/>
                  </a:lnTo>
                  <a:lnTo>
                    <a:pt x="6166773" y="59722"/>
                  </a:lnTo>
                  <a:lnTo>
                    <a:pt x="6166866" y="59722"/>
                  </a:lnTo>
                  <a:lnTo>
                    <a:pt x="6166959" y="59722"/>
                  </a:lnTo>
                  <a:lnTo>
                    <a:pt x="6167053" y="59722"/>
                  </a:lnTo>
                  <a:lnTo>
                    <a:pt x="6167146" y="59722"/>
                  </a:lnTo>
                  <a:lnTo>
                    <a:pt x="6167239" y="59722"/>
                  </a:lnTo>
                  <a:lnTo>
                    <a:pt x="6167332" y="59722"/>
                  </a:lnTo>
                  <a:lnTo>
                    <a:pt x="6167426" y="59722"/>
                  </a:lnTo>
                  <a:lnTo>
                    <a:pt x="6167519" y="59722"/>
                  </a:lnTo>
                  <a:lnTo>
                    <a:pt x="6167612" y="59722"/>
                  </a:lnTo>
                  <a:lnTo>
                    <a:pt x="6167705" y="59722"/>
                  </a:lnTo>
                  <a:lnTo>
                    <a:pt x="6167798" y="59722"/>
                  </a:lnTo>
                  <a:lnTo>
                    <a:pt x="6167892" y="59722"/>
                  </a:lnTo>
                  <a:lnTo>
                    <a:pt x="6167985" y="59722"/>
                  </a:lnTo>
                  <a:lnTo>
                    <a:pt x="6168078" y="59722"/>
                  </a:lnTo>
                  <a:lnTo>
                    <a:pt x="6168171" y="59722"/>
                  </a:lnTo>
                  <a:lnTo>
                    <a:pt x="6168265" y="59722"/>
                  </a:lnTo>
                  <a:lnTo>
                    <a:pt x="6168358" y="59722"/>
                  </a:lnTo>
                  <a:lnTo>
                    <a:pt x="6168451" y="59722"/>
                  </a:lnTo>
                  <a:lnTo>
                    <a:pt x="6168544" y="59722"/>
                  </a:lnTo>
                  <a:lnTo>
                    <a:pt x="6168638" y="59722"/>
                  </a:lnTo>
                  <a:lnTo>
                    <a:pt x="6168731" y="59722"/>
                  </a:lnTo>
                  <a:lnTo>
                    <a:pt x="6168824" y="59722"/>
                  </a:lnTo>
                  <a:lnTo>
                    <a:pt x="6168917" y="59722"/>
                  </a:lnTo>
                  <a:lnTo>
                    <a:pt x="6169011" y="59722"/>
                  </a:lnTo>
                  <a:lnTo>
                    <a:pt x="6169104" y="59722"/>
                  </a:lnTo>
                  <a:lnTo>
                    <a:pt x="6169197" y="59722"/>
                  </a:lnTo>
                  <a:lnTo>
                    <a:pt x="6169290" y="59722"/>
                  </a:lnTo>
                  <a:lnTo>
                    <a:pt x="6169384" y="59722"/>
                  </a:lnTo>
                  <a:lnTo>
                    <a:pt x="6169477" y="59722"/>
                  </a:lnTo>
                  <a:lnTo>
                    <a:pt x="6169570" y="59722"/>
                  </a:lnTo>
                  <a:lnTo>
                    <a:pt x="6169663" y="59722"/>
                  </a:lnTo>
                  <a:lnTo>
                    <a:pt x="6169757" y="59722"/>
                  </a:lnTo>
                  <a:lnTo>
                    <a:pt x="6169850" y="59722"/>
                  </a:lnTo>
                  <a:lnTo>
                    <a:pt x="6169943" y="59722"/>
                  </a:lnTo>
                  <a:lnTo>
                    <a:pt x="6170036" y="59722"/>
                  </a:lnTo>
                  <a:lnTo>
                    <a:pt x="6170130" y="59722"/>
                  </a:lnTo>
                  <a:lnTo>
                    <a:pt x="6170223" y="59722"/>
                  </a:lnTo>
                  <a:lnTo>
                    <a:pt x="6170316" y="59722"/>
                  </a:lnTo>
                  <a:lnTo>
                    <a:pt x="6170409" y="59722"/>
                  </a:lnTo>
                  <a:lnTo>
                    <a:pt x="6170503" y="59722"/>
                  </a:lnTo>
                  <a:lnTo>
                    <a:pt x="6170596" y="59722"/>
                  </a:lnTo>
                  <a:lnTo>
                    <a:pt x="6170689" y="59722"/>
                  </a:lnTo>
                  <a:lnTo>
                    <a:pt x="6170782" y="59722"/>
                  </a:lnTo>
                  <a:lnTo>
                    <a:pt x="6170876" y="59722"/>
                  </a:lnTo>
                  <a:lnTo>
                    <a:pt x="6170969" y="59722"/>
                  </a:lnTo>
                  <a:lnTo>
                    <a:pt x="6171062" y="59722"/>
                  </a:lnTo>
                  <a:lnTo>
                    <a:pt x="6171155" y="59722"/>
                  </a:lnTo>
                  <a:lnTo>
                    <a:pt x="6171249" y="59722"/>
                  </a:lnTo>
                  <a:lnTo>
                    <a:pt x="6171342" y="59722"/>
                  </a:lnTo>
                  <a:lnTo>
                    <a:pt x="6171435" y="59722"/>
                  </a:lnTo>
                  <a:lnTo>
                    <a:pt x="6171528" y="59722"/>
                  </a:lnTo>
                  <a:lnTo>
                    <a:pt x="6171622" y="59722"/>
                  </a:lnTo>
                  <a:lnTo>
                    <a:pt x="6171715" y="59722"/>
                  </a:lnTo>
                  <a:lnTo>
                    <a:pt x="6171808" y="59722"/>
                  </a:lnTo>
                  <a:lnTo>
                    <a:pt x="6171901" y="59722"/>
                  </a:lnTo>
                  <a:lnTo>
                    <a:pt x="6171995" y="59722"/>
                  </a:lnTo>
                  <a:lnTo>
                    <a:pt x="6172088" y="59722"/>
                  </a:lnTo>
                  <a:lnTo>
                    <a:pt x="6172181" y="59722"/>
                  </a:lnTo>
                  <a:lnTo>
                    <a:pt x="6172274" y="59722"/>
                  </a:lnTo>
                  <a:lnTo>
                    <a:pt x="6172368" y="59722"/>
                  </a:lnTo>
                  <a:lnTo>
                    <a:pt x="6172461" y="59722"/>
                  </a:lnTo>
                  <a:lnTo>
                    <a:pt x="6172554" y="59722"/>
                  </a:lnTo>
                  <a:lnTo>
                    <a:pt x="6172647" y="59722"/>
                  </a:lnTo>
                  <a:lnTo>
                    <a:pt x="6172741" y="59722"/>
                  </a:lnTo>
                  <a:lnTo>
                    <a:pt x="6172834" y="59722"/>
                  </a:lnTo>
                  <a:lnTo>
                    <a:pt x="6172927" y="59722"/>
                  </a:lnTo>
                  <a:lnTo>
                    <a:pt x="6173020" y="59722"/>
                  </a:lnTo>
                  <a:lnTo>
                    <a:pt x="6173114" y="59722"/>
                  </a:lnTo>
                  <a:lnTo>
                    <a:pt x="6173207" y="59722"/>
                  </a:lnTo>
                  <a:lnTo>
                    <a:pt x="6173300" y="59722"/>
                  </a:lnTo>
                  <a:lnTo>
                    <a:pt x="6173393" y="59722"/>
                  </a:lnTo>
                  <a:lnTo>
                    <a:pt x="6173487" y="59722"/>
                  </a:lnTo>
                  <a:lnTo>
                    <a:pt x="6173580" y="59722"/>
                  </a:lnTo>
                  <a:lnTo>
                    <a:pt x="6173673" y="59722"/>
                  </a:lnTo>
                  <a:lnTo>
                    <a:pt x="6173766" y="59722"/>
                  </a:lnTo>
                  <a:lnTo>
                    <a:pt x="6173860" y="59722"/>
                  </a:lnTo>
                  <a:lnTo>
                    <a:pt x="6173953" y="59722"/>
                  </a:lnTo>
                  <a:lnTo>
                    <a:pt x="6174046" y="59722"/>
                  </a:lnTo>
                  <a:lnTo>
                    <a:pt x="6174139" y="59722"/>
                  </a:lnTo>
                  <a:lnTo>
                    <a:pt x="6174233" y="59722"/>
                  </a:lnTo>
                  <a:lnTo>
                    <a:pt x="6174326" y="59722"/>
                  </a:lnTo>
                  <a:lnTo>
                    <a:pt x="6174419" y="59722"/>
                  </a:lnTo>
                  <a:lnTo>
                    <a:pt x="6174512" y="59722"/>
                  </a:lnTo>
                  <a:lnTo>
                    <a:pt x="6174606" y="59722"/>
                  </a:lnTo>
                  <a:lnTo>
                    <a:pt x="6174699" y="59722"/>
                  </a:lnTo>
                  <a:lnTo>
                    <a:pt x="6174792" y="59722"/>
                  </a:lnTo>
                  <a:lnTo>
                    <a:pt x="6174885" y="59722"/>
                  </a:lnTo>
                  <a:lnTo>
                    <a:pt x="6174978" y="59722"/>
                  </a:lnTo>
                  <a:lnTo>
                    <a:pt x="6175072" y="59722"/>
                  </a:lnTo>
                  <a:lnTo>
                    <a:pt x="6175165" y="59722"/>
                  </a:lnTo>
                  <a:lnTo>
                    <a:pt x="6175258" y="59722"/>
                  </a:lnTo>
                  <a:lnTo>
                    <a:pt x="6175351" y="59722"/>
                  </a:lnTo>
                  <a:lnTo>
                    <a:pt x="6175445" y="59722"/>
                  </a:lnTo>
                  <a:lnTo>
                    <a:pt x="6175538" y="59722"/>
                  </a:lnTo>
                  <a:lnTo>
                    <a:pt x="6175631" y="59722"/>
                  </a:lnTo>
                  <a:lnTo>
                    <a:pt x="6175724" y="59722"/>
                  </a:lnTo>
                  <a:lnTo>
                    <a:pt x="6175818" y="59722"/>
                  </a:lnTo>
                  <a:lnTo>
                    <a:pt x="6175911" y="59722"/>
                  </a:lnTo>
                  <a:lnTo>
                    <a:pt x="6176004" y="59722"/>
                  </a:lnTo>
                  <a:lnTo>
                    <a:pt x="6176097" y="59722"/>
                  </a:lnTo>
                  <a:lnTo>
                    <a:pt x="6176191" y="59722"/>
                  </a:lnTo>
                  <a:lnTo>
                    <a:pt x="6176284" y="59722"/>
                  </a:lnTo>
                  <a:lnTo>
                    <a:pt x="6176377" y="59722"/>
                  </a:lnTo>
                  <a:lnTo>
                    <a:pt x="6176470" y="59722"/>
                  </a:lnTo>
                  <a:lnTo>
                    <a:pt x="6176564" y="59722"/>
                  </a:lnTo>
                  <a:lnTo>
                    <a:pt x="6176657" y="59722"/>
                  </a:lnTo>
                  <a:lnTo>
                    <a:pt x="6176750" y="59722"/>
                  </a:lnTo>
                  <a:lnTo>
                    <a:pt x="6176843" y="59722"/>
                  </a:lnTo>
                  <a:lnTo>
                    <a:pt x="6176937" y="59722"/>
                  </a:lnTo>
                  <a:lnTo>
                    <a:pt x="6177030" y="59722"/>
                  </a:lnTo>
                  <a:lnTo>
                    <a:pt x="6177123" y="59722"/>
                  </a:lnTo>
                  <a:lnTo>
                    <a:pt x="6177216" y="59722"/>
                  </a:lnTo>
                  <a:lnTo>
                    <a:pt x="6177310" y="59722"/>
                  </a:lnTo>
                  <a:lnTo>
                    <a:pt x="6177403" y="59722"/>
                  </a:lnTo>
                  <a:lnTo>
                    <a:pt x="6177496" y="59722"/>
                  </a:lnTo>
                  <a:lnTo>
                    <a:pt x="6177589" y="59722"/>
                  </a:lnTo>
                  <a:lnTo>
                    <a:pt x="6177683" y="59722"/>
                  </a:lnTo>
                  <a:lnTo>
                    <a:pt x="6177776" y="59722"/>
                  </a:lnTo>
                  <a:lnTo>
                    <a:pt x="6177869" y="59722"/>
                  </a:lnTo>
                  <a:lnTo>
                    <a:pt x="6177962" y="59722"/>
                  </a:lnTo>
                  <a:lnTo>
                    <a:pt x="6178056" y="59722"/>
                  </a:lnTo>
                  <a:lnTo>
                    <a:pt x="6178149" y="59722"/>
                  </a:lnTo>
                  <a:lnTo>
                    <a:pt x="6178242" y="59722"/>
                  </a:lnTo>
                  <a:lnTo>
                    <a:pt x="6178335" y="59722"/>
                  </a:lnTo>
                  <a:lnTo>
                    <a:pt x="6178429" y="59722"/>
                  </a:lnTo>
                  <a:lnTo>
                    <a:pt x="6178522" y="59722"/>
                  </a:lnTo>
                  <a:lnTo>
                    <a:pt x="6178615" y="59722"/>
                  </a:lnTo>
                  <a:lnTo>
                    <a:pt x="6178708" y="59722"/>
                  </a:lnTo>
                  <a:lnTo>
                    <a:pt x="6178802" y="59722"/>
                  </a:lnTo>
                  <a:lnTo>
                    <a:pt x="6178895" y="59722"/>
                  </a:lnTo>
                  <a:lnTo>
                    <a:pt x="6178988" y="59722"/>
                  </a:lnTo>
                  <a:lnTo>
                    <a:pt x="6179081" y="59722"/>
                  </a:lnTo>
                  <a:lnTo>
                    <a:pt x="6179175" y="59722"/>
                  </a:lnTo>
                  <a:lnTo>
                    <a:pt x="6179268" y="59722"/>
                  </a:lnTo>
                  <a:lnTo>
                    <a:pt x="6179361" y="59722"/>
                  </a:lnTo>
                  <a:lnTo>
                    <a:pt x="6179454" y="59722"/>
                  </a:lnTo>
                  <a:lnTo>
                    <a:pt x="6179548" y="59722"/>
                  </a:lnTo>
                  <a:lnTo>
                    <a:pt x="6179641" y="59722"/>
                  </a:lnTo>
                  <a:lnTo>
                    <a:pt x="6179734" y="59722"/>
                  </a:lnTo>
                  <a:lnTo>
                    <a:pt x="6179827" y="59722"/>
                  </a:lnTo>
                  <a:lnTo>
                    <a:pt x="6179921" y="59722"/>
                  </a:lnTo>
                  <a:lnTo>
                    <a:pt x="6180014" y="59722"/>
                  </a:lnTo>
                  <a:lnTo>
                    <a:pt x="6180107" y="59722"/>
                  </a:lnTo>
                  <a:lnTo>
                    <a:pt x="6180200" y="59722"/>
                  </a:lnTo>
                  <a:lnTo>
                    <a:pt x="6180294" y="59722"/>
                  </a:lnTo>
                  <a:lnTo>
                    <a:pt x="6180387" y="59722"/>
                  </a:lnTo>
                  <a:lnTo>
                    <a:pt x="6180480" y="59722"/>
                  </a:lnTo>
                  <a:lnTo>
                    <a:pt x="6180573" y="59722"/>
                  </a:lnTo>
                  <a:lnTo>
                    <a:pt x="6180667" y="59722"/>
                  </a:lnTo>
                  <a:lnTo>
                    <a:pt x="6180760" y="59722"/>
                  </a:lnTo>
                  <a:lnTo>
                    <a:pt x="6180853" y="59722"/>
                  </a:lnTo>
                  <a:lnTo>
                    <a:pt x="6180946" y="59722"/>
                  </a:lnTo>
                  <a:lnTo>
                    <a:pt x="6181040" y="59722"/>
                  </a:lnTo>
                  <a:lnTo>
                    <a:pt x="6181040" y="49769"/>
                  </a:lnTo>
                  <a:lnTo>
                    <a:pt x="6181133" y="49769"/>
                  </a:lnTo>
                  <a:lnTo>
                    <a:pt x="6181226" y="49769"/>
                  </a:lnTo>
                  <a:lnTo>
                    <a:pt x="6181319" y="49769"/>
                  </a:lnTo>
                  <a:lnTo>
                    <a:pt x="6181413" y="49769"/>
                  </a:lnTo>
                  <a:lnTo>
                    <a:pt x="6181506" y="49769"/>
                  </a:lnTo>
                  <a:lnTo>
                    <a:pt x="6181599" y="49769"/>
                  </a:lnTo>
                  <a:lnTo>
                    <a:pt x="6181692" y="49769"/>
                  </a:lnTo>
                  <a:lnTo>
                    <a:pt x="6181785" y="49769"/>
                  </a:lnTo>
                  <a:lnTo>
                    <a:pt x="6181879" y="49769"/>
                  </a:lnTo>
                  <a:lnTo>
                    <a:pt x="6181972" y="49769"/>
                  </a:lnTo>
                  <a:lnTo>
                    <a:pt x="6182065" y="49769"/>
                  </a:lnTo>
                  <a:lnTo>
                    <a:pt x="6182158" y="49769"/>
                  </a:lnTo>
                  <a:lnTo>
                    <a:pt x="6182252" y="49769"/>
                  </a:lnTo>
                  <a:lnTo>
                    <a:pt x="6182345" y="49769"/>
                  </a:lnTo>
                  <a:lnTo>
                    <a:pt x="6182438" y="49769"/>
                  </a:lnTo>
                  <a:lnTo>
                    <a:pt x="6182531" y="49769"/>
                  </a:lnTo>
                  <a:lnTo>
                    <a:pt x="6182625" y="49769"/>
                  </a:lnTo>
                  <a:lnTo>
                    <a:pt x="6182718" y="49769"/>
                  </a:lnTo>
                  <a:lnTo>
                    <a:pt x="6182811" y="49769"/>
                  </a:lnTo>
                  <a:lnTo>
                    <a:pt x="6182904" y="49769"/>
                  </a:lnTo>
                  <a:lnTo>
                    <a:pt x="6182998" y="49769"/>
                  </a:lnTo>
                  <a:lnTo>
                    <a:pt x="6183091" y="49769"/>
                  </a:lnTo>
                  <a:lnTo>
                    <a:pt x="6183184" y="49769"/>
                  </a:lnTo>
                  <a:lnTo>
                    <a:pt x="6183277" y="49769"/>
                  </a:lnTo>
                  <a:lnTo>
                    <a:pt x="6183371" y="49769"/>
                  </a:lnTo>
                  <a:lnTo>
                    <a:pt x="6183464" y="49769"/>
                  </a:lnTo>
                  <a:lnTo>
                    <a:pt x="6183557" y="49769"/>
                  </a:lnTo>
                  <a:lnTo>
                    <a:pt x="6183650" y="49769"/>
                  </a:lnTo>
                  <a:lnTo>
                    <a:pt x="6183744" y="49769"/>
                  </a:lnTo>
                  <a:lnTo>
                    <a:pt x="6183837" y="49769"/>
                  </a:lnTo>
                  <a:lnTo>
                    <a:pt x="6183930" y="49769"/>
                  </a:lnTo>
                  <a:lnTo>
                    <a:pt x="6184023" y="49769"/>
                  </a:lnTo>
                  <a:lnTo>
                    <a:pt x="6184117" y="49769"/>
                  </a:lnTo>
                  <a:lnTo>
                    <a:pt x="6184210" y="49769"/>
                  </a:lnTo>
                  <a:lnTo>
                    <a:pt x="6184303" y="49769"/>
                  </a:lnTo>
                  <a:lnTo>
                    <a:pt x="6184396" y="49769"/>
                  </a:lnTo>
                  <a:lnTo>
                    <a:pt x="6184490" y="49769"/>
                  </a:lnTo>
                  <a:lnTo>
                    <a:pt x="6184583" y="49769"/>
                  </a:lnTo>
                  <a:lnTo>
                    <a:pt x="6184676" y="49769"/>
                  </a:lnTo>
                  <a:lnTo>
                    <a:pt x="6184769" y="49769"/>
                  </a:lnTo>
                  <a:lnTo>
                    <a:pt x="6184863" y="49769"/>
                  </a:lnTo>
                  <a:lnTo>
                    <a:pt x="6184956" y="49769"/>
                  </a:lnTo>
                  <a:lnTo>
                    <a:pt x="6185049" y="49769"/>
                  </a:lnTo>
                  <a:lnTo>
                    <a:pt x="6185142" y="49769"/>
                  </a:lnTo>
                  <a:lnTo>
                    <a:pt x="6185236" y="49769"/>
                  </a:lnTo>
                  <a:lnTo>
                    <a:pt x="6185329" y="49769"/>
                  </a:lnTo>
                  <a:lnTo>
                    <a:pt x="6185422" y="49769"/>
                  </a:lnTo>
                  <a:lnTo>
                    <a:pt x="6185515" y="49769"/>
                  </a:lnTo>
                  <a:lnTo>
                    <a:pt x="6185609" y="49769"/>
                  </a:lnTo>
                  <a:lnTo>
                    <a:pt x="6185702" y="49769"/>
                  </a:lnTo>
                  <a:lnTo>
                    <a:pt x="6185795" y="49769"/>
                  </a:lnTo>
                  <a:lnTo>
                    <a:pt x="6185888" y="49769"/>
                  </a:lnTo>
                  <a:lnTo>
                    <a:pt x="6185982" y="49769"/>
                  </a:lnTo>
                  <a:lnTo>
                    <a:pt x="6186075" y="49769"/>
                  </a:lnTo>
                  <a:lnTo>
                    <a:pt x="6186168" y="49769"/>
                  </a:lnTo>
                  <a:lnTo>
                    <a:pt x="6186261" y="49769"/>
                  </a:lnTo>
                  <a:lnTo>
                    <a:pt x="6186355" y="49769"/>
                  </a:lnTo>
                  <a:lnTo>
                    <a:pt x="6186448" y="49769"/>
                  </a:lnTo>
                  <a:lnTo>
                    <a:pt x="6186541" y="49769"/>
                  </a:lnTo>
                  <a:lnTo>
                    <a:pt x="6186634" y="49769"/>
                  </a:lnTo>
                  <a:lnTo>
                    <a:pt x="6186728" y="49769"/>
                  </a:lnTo>
                  <a:lnTo>
                    <a:pt x="6186821" y="49769"/>
                  </a:lnTo>
                  <a:lnTo>
                    <a:pt x="6186914" y="49769"/>
                  </a:lnTo>
                  <a:lnTo>
                    <a:pt x="6187007" y="49769"/>
                  </a:lnTo>
                  <a:lnTo>
                    <a:pt x="6187101" y="49769"/>
                  </a:lnTo>
                  <a:lnTo>
                    <a:pt x="6187194" y="49769"/>
                  </a:lnTo>
                  <a:lnTo>
                    <a:pt x="6187287" y="49769"/>
                  </a:lnTo>
                  <a:lnTo>
                    <a:pt x="6187380" y="49769"/>
                  </a:lnTo>
                  <a:lnTo>
                    <a:pt x="6187474" y="49769"/>
                  </a:lnTo>
                  <a:lnTo>
                    <a:pt x="6187567" y="49769"/>
                  </a:lnTo>
                  <a:lnTo>
                    <a:pt x="6187660" y="49769"/>
                  </a:lnTo>
                  <a:lnTo>
                    <a:pt x="6187753" y="49769"/>
                  </a:lnTo>
                  <a:lnTo>
                    <a:pt x="6187847" y="49769"/>
                  </a:lnTo>
                  <a:lnTo>
                    <a:pt x="6187940" y="49769"/>
                  </a:lnTo>
                  <a:lnTo>
                    <a:pt x="6188033" y="49769"/>
                  </a:lnTo>
                  <a:lnTo>
                    <a:pt x="6188126" y="49769"/>
                  </a:lnTo>
                  <a:lnTo>
                    <a:pt x="6188220" y="49769"/>
                  </a:lnTo>
                  <a:lnTo>
                    <a:pt x="6188313" y="49769"/>
                  </a:lnTo>
                  <a:lnTo>
                    <a:pt x="6188406" y="49769"/>
                  </a:lnTo>
                  <a:lnTo>
                    <a:pt x="6188499" y="49769"/>
                  </a:lnTo>
                  <a:lnTo>
                    <a:pt x="6188592" y="49769"/>
                  </a:lnTo>
                  <a:lnTo>
                    <a:pt x="6188686" y="49769"/>
                  </a:lnTo>
                  <a:lnTo>
                    <a:pt x="6188779" y="49769"/>
                  </a:lnTo>
                  <a:lnTo>
                    <a:pt x="6188872" y="49769"/>
                  </a:lnTo>
                  <a:lnTo>
                    <a:pt x="6188965" y="49769"/>
                  </a:lnTo>
                  <a:lnTo>
                    <a:pt x="6189059" y="49769"/>
                  </a:lnTo>
                  <a:lnTo>
                    <a:pt x="6189152" y="49769"/>
                  </a:lnTo>
                  <a:lnTo>
                    <a:pt x="6189245" y="49769"/>
                  </a:lnTo>
                  <a:lnTo>
                    <a:pt x="6189338" y="49769"/>
                  </a:lnTo>
                  <a:lnTo>
                    <a:pt x="6189432" y="49769"/>
                  </a:lnTo>
                  <a:lnTo>
                    <a:pt x="6189525" y="49769"/>
                  </a:lnTo>
                  <a:lnTo>
                    <a:pt x="6189618" y="49769"/>
                  </a:lnTo>
                  <a:lnTo>
                    <a:pt x="6189711" y="49769"/>
                  </a:lnTo>
                  <a:lnTo>
                    <a:pt x="6189805" y="49769"/>
                  </a:lnTo>
                  <a:lnTo>
                    <a:pt x="6189898" y="49769"/>
                  </a:lnTo>
                  <a:lnTo>
                    <a:pt x="6189991" y="49769"/>
                  </a:lnTo>
                  <a:lnTo>
                    <a:pt x="6190084" y="49769"/>
                  </a:lnTo>
                  <a:lnTo>
                    <a:pt x="6190178" y="49769"/>
                  </a:lnTo>
                  <a:lnTo>
                    <a:pt x="6190271" y="49769"/>
                  </a:lnTo>
                  <a:lnTo>
                    <a:pt x="6190364" y="49769"/>
                  </a:lnTo>
                  <a:lnTo>
                    <a:pt x="6190457" y="49769"/>
                  </a:lnTo>
                  <a:lnTo>
                    <a:pt x="6190551" y="49769"/>
                  </a:lnTo>
                  <a:lnTo>
                    <a:pt x="6190644" y="49769"/>
                  </a:lnTo>
                  <a:lnTo>
                    <a:pt x="6190737" y="49769"/>
                  </a:lnTo>
                  <a:lnTo>
                    <a:pt x="6190830" y="49769"/>
                  </a:lnTo>
                  <a:lnTo>
                    <a:pt x="6190924" y="49769"/>
                  </a:lnTo>
                  <a:lnTo>
                    <a:pt x="6191017" y="49769"/>
                  </a:lnTo>
                  <a:lnTo>
                    <a:pt x="6191110" y="49769"/>
                  </a:lnTo>
                  <a:lnTo>
                    <a:pt x="6191203" y="49769"/>
                  </a:lnTo>
                  <a:lnTo>
                    <a:pt x="6191297" y="49769"/>
                  </a:lnTo>
                  <a:lnTo>
                    <a:pt x="6191390" y="49769"/>
                  </a:lnTo>
                  <a:lnTo>
                    <a:pt x="6191483" y="49769"/>
                  </a:lnTo>
                  <a:lnTo>
                    <a:pt x="6191576" y="49769"/>
                  </a:lnTo>
                  <a:lnTo>
                    <a:pt x="6191670" y="49769"/>
                  </a:lnTo>
                  <a:lnTo>
                    <a:pt x="6191763" y="49769"/>
                  </a:lnTo>
                  <a:lnTo>
                    <a:pt x="6191856" y="49769"/>
                  </a:lnTo>
                  <a:lnTo>
                    <a:pt x="6191949" y="49769"/>
                  </a:lnTo>
                  <a:lnTo>
                    <a:pt x="6192043" y="49769"/>
                  </a:lnTo>
                  <a:lnTo>
                    <a:pt x="6192136" y="49769"/>
                  </a:lnTo>
                  <a:lnTo>
                    <a:pt x="6192229" y="49769"/>
                  </a:lnTo>
                  <a:lnTo>
                    <a:pt x="6192322" y="49769"/>
                  </a:lnTo>
                  <a:lnTo>
                    <a:pt x="6192416" y="49769"/>
                  </a:lnTo>
                  <a:lnTo>
                    <a:pt x="6192509" y="49769"/>
                  </a:lnTo>
                  <a:lnTo>
                    <a:pt x="6192602" y="49769"/>
                  </a:lnTo>
                  <a:lnTo>
                    <a:pt x="6192695" y="49769"/>
                  </a:lnTo>
                  <a:lnTo>
                    <a:pt x="6192789" y="49769"/>
                  </a:lnTo>
                  <a:lnTo>
                    <a:pt x="6192882" y="49769"/>
                  </a:lnTo>
                  <a:lnTo>
                    <a:pt x="6192975" y="49769"/>
                  </a:lnTo>
                  <a:lnTo>
                    <a:pt x="6193068" y="49769"/>
                  </a:lnTo>
                  <a:lnTo>
                    <a:pt x="6193162" y="49769"/>
                  </a:lnTo>
                  <a:lnTo>
                    <a:pt x="6193255" y="49769"/>
                  </a:lnTo>
                  <a:lnTo>
                    <a:pt x="6193348" y="49769"/>
                  </a:lnTo>
                  <a:lnTo>
                    <a:pt x="6193441" y="49769"/>
                  </a:lnTo>
                  <a:lnTo>
                    <a:pt x="6193535" y="49769"/>
                  </a:lnTo>
                  <a:lnTo>
                    <a:pt x="6193628" y="49769"/>
                  </a:lnTo>
                  <a:lnTo>
                    <a:pt x="6193721" y="49769"/>
                  </a:lnTo>
                  <a:lnTo>
                    <a:pt x="6193814" y="49769"/>
                  </a:lnTo>
                  <a:lnTo>
                    <a:pt x="6193908" y="49769"/>
                  </a:lnTo>
                  <a:lnTo>
                    <a:pt x="6194001" y="49769"/>
                  </a:lnTo>
                  <a:lnTo>
                    <a:pt x="6194094" y="49769"/>
                  </a:lnTo>
                  <a:lnTo>
                    <a:pt x="6194187" y="49769"/>
                  </a:lnTo>
                  <a:lnTo>
                    <a:pt x="6194281" y="49769"/>
                  </a:lnTo>
                  <a:lnTo>
                    <a:pt x="6194374" y="49769"/>
                  </a:lnTo>
                  <a:lnTo>
                    <a:pt x="6194467" y="49769"/>
                  </a:lnTo>
                  <a:lnTo>
                    <a:pt x="6194560" y="49769"/>
                  </a:lnTo>
                  <a:lnTo>
                    <a:pt x="6194654" y="49769"/>
                  </a:lnTo>
                  <a:lnTo>
                    <a:pt x="6194747" y="49769"/>
                  </a:lnTo>
                  <a:lnTo>
                    <a:pt x="6194840" y="49769"/>
                  </a:lnTo>
                  <a:lnTo>
                    <a:pt x="6194933" y="49769"/>
                  </a:lnTo>
                  <a:lnTo>
                    <a:pt x="6195027" y="49769"/>
                  </a:lnTo>
                  <a:lnTo>
                    <a:pt x="6195120" y="49769"/>
                  </a:lnTo>
                  <a:lnTo>
                    <a:pt x="6195213" y="49769"/>
                  </a:lnTo>
                  <a:lnTo>
                    <a:pt x="6195306" y="49769"/>
                  </a:lnTo>
                  <a:lnTo>
                    <a:pt x="6195400" y="49769"/>
                  </a:lnTo>
                  <a:lnTo>
                    <a:pt x="6195493" y="49769"/>
                  </a:lnTo>
                  <a:lnTo>
                    <a:pt x="6195586" y="49769"/>
                  </a:lnTo>
                  <a:lnTo>
                    <a:pt x="6195679" y="49769"/>
                  </a:lnTo>
                  <a:lnTo>
                    <a:pt x="6195772" y="49769"/>
                  </a:lnTo>
                  <a:lnTo>
                    <a:pt x="6195866" y="49769"/>
                  </a:lnTo>
                  <a:lnTo>
                    <a:pt x="6195959" y="49769"/>
                  </a:lnTo>
                  <a:lnTo>
                    <a:pt x="6196052" y="49769"/>
                  </a:lnTo>
                  <a:lnTo>
                    <a:pt x="6196145" y="49769"/>
                  </a:lnTo>
                  <a:lnTo>
                    <a:pt x="6196239" y="49769"/>
                  </a:lnTo>
                  <a:lnTo>
                    <a:pt x="6196332" y="49769"/>
                  </a:lnTo>
                  <a:lnTo>
                    <a:pt x="6196425" y="49769"/>
                  </a:lnTo>
                  <a:lnTo>
                    <a:pt x="6196518" y="49769"/>
                  </a:lnTo>
                  <a:lnTo>
                    <a:pt x="6196612" y="49769"/>
                  </a:lnTo>
                  <a:lnTo>
                    <a:pt x="6196705" y="49769"/>
                  </a:lnTo>
                  <a:lnTo>
                    <a:pt x="6196798" y="49769"/>
                  </a:lnTo>
                  <a:lnTo>
                    <a:pt x="6196891" y="49769"/>
                  </a:lnTo>
                  <a:lnTo>
                    <a:pt x="6196985" y="49769"/>
                  </a:lnTo>
                  <a:lnTo>
                    <a:pt x="6197078" y="49769"/>
                  </a:lnTo>
                  <a:lnTo>
                    <a:pt x="6197171" y="49769"/>
                  </a:lnTo>
                  <a:lnTo>
                    <a:pt x="6197264" y="49769"/>
                  </a:lnTo>
                  <a:lnTo>
                    <a:pt x="6197358" y="49769"/>
                  </a:lnTo>
                  <a:lnTo>
                    <a:pt x="6197451" y="49769"/>
                  </a:lnTo>
                  <a:lnTo>
                    <a:pt x="6197544" y="49769"/>
                  </a:lnTo>
                  <a:lnTo>
                    <a:pt x="6197637" y="49769"/>
                  </a:lnTo>
                  <a:lnTo>
                    <a:pt x="6197731" y="49769"/>
                  </a:lnTo>
                  <a:lnTo>
                    <a:pt x="6197824" y="49769"/>
                  </a:lnTo>
                  <a:lnTo>
                    <a:pt x="6197917" y="49769"/>
                  </a:lnTo>
                  <a:lnTo>
                    <a:pt x="6198010" y="49769"/>
                  </a:lnTo>
                  <a:lnTo>
                    <a:pt x="6198104" y="49769"/>
                  </a:lnTo>
                  <a:lnTo>
                    <a:pt x="6198197" y="49769"/>
                  </a:lnTo>
                  <a:lnTo>
                    <a:pt x="6198290" y="49769"/>
                  </a:lnTo>
                  <a:lnTo>
                    <a:pt x="6198383" y="49769"/>
                  </a:lnTo>
                  <a:lnTo>
                    <a:pt x="6198477" y="49769"/>
                  </a:lnTo>
                  <a:lnTo>
                    <a:pt x="6198570" y="49769"/>
                  </a:lnTo>
                  <a:lnTo>
                    <a:pt x="6198663" y="49769"/>
                  </a:lnTo>
                  <a:lnTo>
                    <a:pt x="6198756" y="49769"/>
                  </a:lnTo>
                  <a:lnTo>
                    <a:pt x="6198850" y="49769"/>
                  </a:lnTo>
                  <a:lnTo>
                    <a:pt x="6198943" y="49769"/>
                  </a:lnTo>
                  <a:lnTo>
                    <a:pt x="6199036" y="49769"/>
                  </a:lnTo>
                  <a:lnTo>
                    <a:pt x="6199129" y="49769"/>
                  </a:lnTo>
                  <a:lnTo>
                    <a:pt x="6199223" y="49769"/>
                  </a:lnTo>
                  <a:lnTo>
                    <a:pt x="6199316" y="49769"/>
                  </a:lnTo>
                  <a:lnTo>
                    <a:pt x="6199409" y="49769"/>
                  </a:lnTo>
                  <a:lnTo>
                    <a:pt x="6199502" y="49769"/>
                  </a:lnTo>
                  <a:lnTo>
                    <a:pt x="6199596" y="49769"/>
                  </a:lnTo>
                  <a:lnTo>
                    <a:pt x="6199689" y="49769"/>
                  </a:lnTo>
                  <a:lnTo>
                    <a:pt x="6199782" y="49769"/>
                  </a:lnTo>
                  <a:lnTo>
                    <a:pt x="6199875" y="49769"/>
                  </a:lnTo>
                  <a:lnTo>
                    <a:pt x="6199969" y="49769"/>
                  </a:lnTo>
                  <a:lnTo>
                    <a:pt x="6200062" y="49769"/>
                  </a:lnTo>
                  <a:lnTo>
                    <a:pt x="6200155" y="49769"/>
                  </a:lnTo>
                  <a:lnTo>
                    <a:pt x="6200248" y="49769"/>
                  </a:lnTo>
                  <a:lnTo>
                    <a:pt x="6200342" y="49769"/>
                  </a:lnTo>
                  <a:lnTo>
                    <a:pt x="6200435" y="49769"/>
                  </a:lnTo>
                  <a:lnTo>
                    <a:pt x="6200528" y="49769"/>
                  </a:lnTo>
                  <a:lnTo>
                    <a:pt x="6200621" y="49769"/>
                  </a:lnTo>
                  <a:lnTo>
                    <a:pt x="6200715" y="49769"/>
                  </a:lnTo>
                  <a:lnTo>
                    <a:pt x="6200808" y="49769"/>
                  </a:lnTo>
                  <a:lnTo>
                    <a:pt x="6200901" y="49769"/>
                  </a:lnTo>
                  <a:lnTo>
                    <a:pt x="6200994" y="49769"/>
                  </a:lnTo>
                  <a:lnTo>
                    <a:pt x="6201088" y="49769"/>
                  </a:lnTo>
                  <a:lnTo>
                    <a:pt x="6201181" y="49769"/>
                  </a:lnTo>
                  <a:lnTo>
                    <a:pt x="6201274" y="49769"/>
                  </a:lnTo>
                  <a:lnTo>
                    <a:pt x="6201367" y="49769"/>
                  </a:lnTo>
                  <a:lnTo>
                    <a:pt x="6201461" y="49769"/>
                  </a:lnTo>
                  <a:lnTo>
                    <a:pt x="6201554" y="49769"/>
                  </a:lnTo>
                  <a:lnTo>
                    <a:pt x="6201647" y="49769"/>
                  </a:lnTo>
                  <a:lnTo>
                    <a:pt x="6201740" y="49769"/>
                  </a:lnTo>
                  <a:lnTo>
                    <a:pt x="6201834" y="49769"/>
                  </a:lnTo>
                  <a:lnTo>
                    <a:pt x="6201927" y="49769"/>
                  </a:lnTo>
                  <a:lnTo>
                    <a:pt x="6202020" y="49769"/>
                  </a:lnTo>
                  <a:lnTo>
                    <a:pt x="6202113" y="49769"/>
                  </a:lnTo>
                  <a:lnTo>
                    <a:pt x="6202207" y="49769"/>
                  </a:lnTo>
                  <a:lnTo>
                    <a:pt x="6202300" y="49769"/>
                  </a:lnTo>
                  <a:lnTo>
                    <a:pt x="6202393" y="49769"/>
                  </a:lnTo>
                  <a:lnTo>
                    <a:pt x="6202486" y="49769"/>
                  </a:lnTo>
                  <a:lnTo>
                    <a:pt x="6202579" y="49769"/>
                  </a:lnTo>
                  <a:lnTo>
                    <a:pt x="6202673" y="49769"/>
                  </a:lnTo>
                  <a:lnTo>
                    <a:pt x="6202766" y="49769"/>
                  </a:lnTo>
                  <a:lnTo>
                    <a:pt x="6202859" y="49769"/>
                  </a:lnTo>
                  <a:lnTo>
                    <a:pt x="6202952" y="49769"/>
                  </a:lnTo>
                  <a:lnTo>
                    <a:pt x="6203046" y="49769"/>
                  </a:lnTo>
                  <a:lnTo>
                    <a:pt x="6203139" y="49769"/>
                  </a:lnTo>
                  <a:lnTo>
                    <a:pt x="6203232" y="49769"/>
                  </a:lnTo>
                  <a:lnTo>
                    <a:pt x="6203325" y="49769"/>
                  </a:lnTo>
                  <a:lnTo>
                    <a:pt x="6203419" y="49769"/>
                  </a:lnTo>
                  <a:lnTo>
                    <a:pt x="6203512" y="49769"/>
                  </a:lnTo>
                  <a:lnTo>
                    <a:pt x="6203605" y="49769"/>
                  </a:lnTo>
                  <a:lnTo>
                    <a:pt x="6203698" y="49769"/>
                  </a:lnTo>
                  <a:lnTo>
                    <a:pt x="6203792" y="49769"/>
                  </a:lnTo>
                  <a:lnTo>
                    <a:pt x="6203885" y="49769"/>
                  </a:lnTo>
                  <a:lnTo>
                    <a:pt x="6203978" y="49769"/>
                  </a:lnTo>
                  <a:lnTo>
                    <a:pt x="6204071" y="49769"/>
                  </a:lnTo>
                  <a:lnTo>
                    <a:pt x="6204165" y="49769"/>
                  </a:lnTo>
                  <a:lnTo>
                    <a:pt x="6204258" y="49769"/>
                  </a:lnTo>
                  <a:lnTo>
                    <a:pt x="6204351" y="49769"/>
                  </a:lnTo>
                  <a:lnTo>
                    <a:pt x="6204444" y="49769"/>
                  </a:lnTo>
                  <a:lnTo>
                    <a:pt x="6204538" y="49769"/>
                  </a:lnTo>
                  <a:lnTo>
                    <a:pt x="6204631" y="49769"/>
                  </a:lnTo>
                  <a:lnTo>
                    <a:pt x="6204724" y="49769"/>
                  </a:lnTo>
                  <a:lnTo>
                    <a:pt x="6204817" y="49769"/>
                  </a:lnTo>
                  <a:lnTo>
                    <a:pt x="6204911" y="49769"/>
                  </a:lnTo>
                  <a:lnTo>
                    <a:pt x="6205004" y="49769"/>
                  </a:lnTo>
                  <a:lnTo>
                    <a:pt x="6205097" y="49769"/>
                  </a:lnTo>
                  <a:lnTo>
                    <a:pt x="6205190" y="49769"/>
                  </a:lnTo>
                  <a:lnTo>
                    <a:pt x="6205284" y="49769"/>
                  </a:lnTo>
                  <a:lnTo>
                    <a:pt x="6205377" y="49769"/>
                  </a:lnTo>
                  <a:lnTo>
                    <a:pt x="6205470" y="49769"/>
                  </a:lnTo>
                  <a:lnTo>
                    <a:pt x="6205470" y="39815"/>
                  </a:lnTo>
                  <a:lnTo>
                    <a:pt x="6205563" y="39815"/>
                  </a:lnTo>
                  <a:lnTo>
                    <a:pt x="6205657" y="39815"/>
                  </a:lnTo>
                  <a:lnTo>
                    <a:pt x="6205750" y="39815"/>
                  </a:lnTo>
                  <a:lnTo>
                    <a:pt x="6205843" y="39815"/>
                  </a:lnTo>
                  <a:lnTo>
                    <a:pt x="6205936" y="39815"/>
                  </a:lnTo>
                  <a:lnTo>
                    <a:pt x="6206030" y="39815"/>
                  </a:lnTo>
                  <a:lnTo>
                    <a:pt x="6206123" y="39815"/>
                  </a:lnTo>
                  <a:lnTo>
                    <a:pt x="6206216" y="39815"/>
                  </a:lnTo>
                  <a:lnTo>
                    <a:pt x="6206309" y="39815"/>
                  </a:lnTo>
                  <a:lnTo>
                    <a:pt x="6206403" y="39815"/>
                  </a:lnTo>
                  <a:lnTo>
                    <a:pt x="6206496" y="39815"/>
                  </a:lnTo>
                  <a:lnTo>
                    <a:pt x="6206589" y="39815"/>
                  </a:lnTo>
                  <a:lnTo>
                    <a:pt x="6206682" y="39815"/>
                  </a:lnTo>
                  <a:lnTo>
                    <a:pt x="6206776" y="39815"/>
                  </a:lnTo>
                  <a:lnTo>
                    <a:pt x="6206869" y="39815"/>
                  </a:lnTo>
                  <a:lnTo>
                    <a:pt x="6206962" y="39815"/>
                  </a:lnTo>
                  <a:lnTo>
                    <a:pt x="6207055" y="39815"/>
                  </a:lnTo>
                  <a:lnTo>
                    <a:pt x="6207149" y="39815"/>
                  </a:lnTo>
                  <a:lnTo>
                    <a:pt x="6207242" y="39815"/>
                  </a:lnTo>
                  <a:lnTo>
                    <a:pt x="6207335" y="39815"/>
                  </a:lnTo>
                  <a:lnTo>
                    <a:pt x="6207428" y="39815"/>
                  </a:lnTo>
                  <a:lnTo>
                    <a:pt x="6207522" y="39815"/>
                  </a:lnTo>
                  <a:lnTo>
                    <a:pt x="6207615" y="39815"/>
                  </a:lnTo>
                  <a:lnTo>
                    <a:pt x="6207708" y="39815"/>
                  </a:lnTo>
                  <a:lnTo>
                    <a:pt x="6207801" y="39815"/>
                  </a:lnTo>
                  <a:lnTo>
                    <a:pt x="6207895" y="39815"/>
                  </a:lnTo>
                  <a:lnTo>
                    <a:pt x="6207988" y="39815"/>
                  </a:lnTo>
                  <a:lnTo>
                    <a:pt x="6208081" y="39815"/>
                  </a:lnTo>
                  <a:lnTo>
                    <a:pt x="6208174" y="39815"/>
                  </a:lnTo>
                  <a:lnTo>
                    <a:pt x="6208268" y="39815"/>
                  </a:lnTo>
                  <a:lnTo>
                    <a:pt x="6208361" y="39815"/>
                  </a:lnTo>
                  <a:lnTo>
                    <a:pt x="6208454" y="39815"/>
                  </a:lnTo>
                  <a:lnTo>
                    <a:pt x="6208547" y="39815"/>
                  </a:lnTo>
                  <a:lnTo>
                    <a:pt x="6208641" y="39815"/>
                  </a:lnTo>
                  <a:lnTo>
                    <a:pt x="6208734" y="39815"/>
                  </a:lnTo>
                  <a:lnTo>
                    <a:pt x="6208827" y="39815"/>
                  </a:lnTo>
                  <a:lnTo>
                    <a:pt x="6208920" y="39815"/>
                  </a:lnTo>
                  <a:lnTo>
                    <a:pt x="6209014" y="39815"/>
                  </a:lnTo>
                  <a:lnTo>
                    <a:pt x="6209107" y="39815"/>
                  </a:lnTo>
                  <a:lnTo>
                    <a:pt x="6209200" y="39815"/>
                  </a:lnTo>
                  <a:lnTo>
                    <a:pt x="6209293" y="39815"/>
                  </a:lnTo>
                  <a:lnTo>
                    <a:pt x="6209386" y="39815"/>
                  </a:lnTo>
                  <a:lnTo>
                    <a:pt x="6209480" y="39815"/>
                  </a:lnTo>
                  <a:lnTo>
                    <a:pt x="6209573" y="39815"/>
                  </a:lnTo>
                  <a:lnTo>
                    <a:pt x="6209666" y="39815"/>
                  </a:lnTo>
                  <a:lnTo>
                    <a:pt x="6209759" y="39815"/>
                  </a:lnTo>
                  <a:lnTo>
                    <a:pt x="6209853" y="39815"/>
                  </a:lnTo>
                  <a:lnTo>
                    <a:pt x="6209946" y="39815"/>
                  </a:lnTo>
                  <a:lnTo>
                    <a:pt x="6210039" y="39815"/>
                  </a:lnTo>
                  <a:lnTo>
                    <a:pt x="6210132" y="39815"/>
                  </a:lnTo>
                  <a:lnTo>
                    <a:pt x="6210226" y="39815"/>
                  </a:lnTo>
                  <a:lnTo>
                    <a:pt x="6210319" y="39815"/>
                  </a:lnTo>
                  <a:lnTo>
                    <a:pt x="6210412" y="39815"/>
                  </a:lnTo>
                  <a:lnTo>
                    <a:pt x="6210505" y="39815"/>
                  </a:lnTo>
                  <a:lnTo>
                    <a:pt x="6210599" y="39815"/>
                  </a:lnTo>
                  <a:lnTo>
                    <a:pt x="6210692" y="39815"/>
                  </a:lnTo>
                  <a:lnTo>
                    <a:pt x="6210785" y="39815"/>
                  </a:lnTo>
                  <a:lnTo>
                    <a:pt x="6210878" y="39815"/>
                  </a:lnTo>
                  <a:lnTo>
                    <a:pt x="6210972" y="39815"/>
                  </a:lnTo>
                  <a:lnTo>
                    <a:pt x="6211065" y="39815"/>
                  </a:lnTo>
                  <a:lnTo>
                    <a:pt x="6211158" y="39815"/>
                  </a:lnTo>
                  <a:lnTo>
                    <a:pt x="6211251" y="39815"/>
                  </a:lnTo>
                  <a:lnTo>
                    <a:pt x="6211345" y="39815"/>
                  </a:lnTo>
                  <a:lnTo>
                    <a:pt x="6211438" y="39815"/>
                  </a:lnTo>
                  <a:lnTo>
                    <a:pt x="6211531" y="39815"/>
                  </a:lnTo>
                  <a:lnTo>
                    <a:pt x="6211624" y="39815"/>
                  </a:lnTo>
                  <a:lnTo>
                    <a:pt x="6211718" y="39815"/>
                  </a:lnTo>
                  <a:lnTo>
                    <a:pt x="6211811" y="39815"/>
                  </a:lnTo>
                  <a:lnTo>
                    <a:pt x="6211904" y="39815"/>
                  </a:lnTo>
                  <a:lnTo>
                    <a:pt x="6211997" y="39815"/>
                  </a:lnTo>
                  <a:lnTo>
                    <a:pt x="6212091" y="39815"/>
                  </a:lnTo>
                  <a:lnTo>
                    <a:pt x="6212184" y="39815"/>
                  </a:lnTo>
                  <a:lnTo>
                    <a:pt x="6212277" y="39815"/>
                  </a:lnTo>
                  <a:lnTo>
                    <a:pt x="6212370" y="39815"/>
                  </a:lnTo>
                  <a:lnTo>
                    <a:pt x="6212464" y="39815"/>
                  </a:lnTo>
                  <a:lnTo>
                    <a:pt x="6212557" y="39815"/>
                  </a:lnTo>
                  <a:lnTo>
                    <a:pt x="6212650" y="39815"/>
                  </a:lnTo>
                  <a:lnTo>
                    <a:pt x="6212743" y="39815"/>
                  </a:lnTo>
                  <a:lnTo>
                    <a:pt x="6212837" y="39815"/>
                  </a:lnTo>
                  <a:lnTo>
                    <a:pt x="6212930" y="39815"/>
                  </a:lnTo>
                  <a:lnTo>
                    <a:pt x="6213023" y="39815"/>
                  </a:lnTo>
                  <a:lnTo>
                    <a:pt x="6213116" y="39815"/>
                  </a:lnTo>
                  <a:lnTo>
                    <a:pt x="6213210" y="39815"/>
                  </a:lnTo>
                  <a:lnTo>
                    <a:pt x="6213303" y="39815"/>
                  </a:lnTo>
                  <a:lnTo>
                    <a:pt x="6213396" y="39815"/>
                  </a:lnTo>
                  <a:lnTo>
                    <a:pt x="6213489" y="39815"/>
                  </a:lnTo>
                  <a:lnTo>
                    <a:pt x="6213583" y="39815"/>
                  </a:lnTo>
                  <a:lnTo>
                    <a:pt x="6213676" y="39815"/>
                  </a:lnTo>
                  <a:lnTo>
                    <a:pt x="6213769" y="39815"/>
                  </a:lnTo>
                  <a:lnTo>
                    <a:pt x="6213862" y="39815"/>
                  </a:lnTo>
                  <a:lnTo>
                    <a:pt x="6213956" y="39815"/>
                  </a:lnTo>
                  <a:lnTo>
                    <a:pt x="6214049" y="39815"/>
                  </a:lnTo>
                  <a:lnTo>
                    <a:pt x="6214142" y="39815"/>
                  </a:lnTo>
                  <a:lnTo>
                    <a:pt x="6214235" y="39815"/>
                  </a:lnTo>
                  <a:lnTo>
                    <a:pt x="6214329" y="39815"/>
                  </a:lnTo>
                  <a:lnTo>
                    <a:pt x="6214422" y="39815"/>
                  </a:lnTo>
                  <a:lnTo>
                    <a:pt x="6214515" y="39815"/>
                  </a:lnTo>
                  <a:lnTo>
                    <a:pt x="6214608" y="39815"/>
                  </a:lnTo>
                  <a:lnTo>
                    <a:pt x="6214702" y="39815"/>
                  </a:lnTo>
                  <a:lnTo>
                    <a:pt x="6214795" y="39815"/>
                  </a:lnTo>
                  <a:lnTo>
                    <a:pt x="6214888" y="39815"/>
                  </a:lnTo>
                  <a:lnTo>
                    <a:pt x="6214981" y="39815"/>
                  </a:lnTo>
                  <a:lnTo>
                    <a:pt x="6215075" y="39815"/>
                  </a:lnTo>
                  <a:lnTo>
                    <a:pt x="6215168" y="39815"/>
                  </a:lnTo>
                  <a:lnTo>
                    <a:pt x="6215261" y="39815"/>
                  </a:lnTo>
                  <a:lnTo>
                    <a:pt x="6215354" y="39815"/>
                  </a:lnTo>
                  <a:lnTo>
                    <a:pt x="6215448" y="39815"/>
                  </a:lnTo>
                  <a:lnTo>
                    <a:pt x="6215541" y="39815"/>
                  </a:lnTo>
                  <a:lnTo>
                    <a:pt x="6215634" y="39815"/>
                  </a:lnTo>
                  <a:lnTo>
                    <a:pt x="6215727" y="39815"/>
                  </a:lnTo>
                  <a:lnTo>
                    <a:pt x="6215821" y="39815"/>
                  </a:lnTo>
                  <a:lnTo>
                    <a:pt x="6215914" y="39815"/>
                  </a:lnTo>
                  <a:lnTo>
                    <a:pt x="6216007" y="39815"/>
                  </a:lnTo>
                  <a:lnTo>
                    <a:pt x="6216100" y="39815"/>
                  </a:lnTo>
                  <a:lnTo>
                    <a:pt x="6216194" y="39815"/>
                  </a:lnTo>
                  <a:lnTo>
                    <a:pt x="6216287" y="39815"/>
                  </a:lnTo>
                  <a:lnTo>
                    <a:pt x="6216380" y="39815"/>
                  </a:lnTo>
                  <a:lnTo>
                    <a:pt x="6216473" y="39815"/>
                  </a:lnTo>
                  <a:lnTo>
                    <a:pt x="6216566" y="39815"/>
                  </a:lnTo>
                  <a:lnTo>
                    <a:pt x="6216660" y="39815"/>
                  </a:lnTo>
                  <a:lnTo>
                    <a:pt x="6216753" y="39815"/>
                  </a:lnTo>
                  <a:lnTo>
                    <a:pt x="6216846" y="39815"/>
                  </a:lnTo>
                  <a:lnTo>
                    <a:pt x="6216939" y="39815"/>
                  </a:lnTo>
                  <a:lnTo>
                    <a:pt x="6217033" y="39815"/>
                  </a:lnTo>
                  <a:lnTo>
                    <a:pt x="6217126" y="39815"/>
                  </a:lnTo>
                  <a:lnTo>
                    <a:pt x="6217219" y="39815"/>
                  </a:lnTo>
                  <a:lnTo>
                    <a:pt x="6217312" y="39815"/>
                  </a:lnTo>
                  <a:lnTo>
                    <a:pt x="6217406" y="39815"/>
                  </a:lnTo>
                  <a:lnTo>
                    <a:pt x="6217499" y="39815"/>
                  </a:lnTo>
                  <a:lnTo>
                    <a:pt x="6217592" y="39815"/>
                  </a:lnTo>
                  <a:lnTo>
                    <a:pt x="6217685" y="39815"/>
                  </a:lnTo>
                  <a:lnTo>
                    <a:pt x="6217779" y="39815"/>
                  </a:lnTo>
                  <a:lnTo>
                    <a:pt x="6217872" y="39815"/>
                  </a:lnTo>
                  <a:lnTo>
                    <a:pt x="6217965" y="39815"/>
                  </a:lnTo>
                  <a:lnTo>
                    <a:pt x="6218058" y="39815"/>
                  </a:lnTo>
                  <a:lnTo>
                    <a:pt x="6218152" y="39815"/>
                  </a:lnTo>
                  <a:lnTo>
                    <a:pt x="6218245" y="39815"/>
                  </a:lnTo>
                  <a:lnTo>
                    <a:pt x="6218338" y="39815"/>
                  </a:lnTo>
                  <a:lnTo>
                    <a:pt x="6218431" y="39815"/>
                  </a:lnTo>
                  <a:lnTo>
                    <a:pt x="6218525" y="39815"/>
                  </a:lnTo>
                  <a:lnTo>
                    <a:pt x="6218618" y="39815"/>
                  </a:lnTo>
                  <a:lnTo>
                    <a:pt x="6218711" y="39815"/>
                  </a:lnTo>
                  <a:lnTo>
                    <a:pt x="6218804" y="39815"/>
                  </a:lnTo>
                  <a:lnTo>
                    <a:pt x="6218898" y="39815"/>
                  </a:lnTo>
                  <a:lnTo>
                    <a:pt x="6218991" y="39815"/>
                  </a:lnTo>
                  <a:lnTo>
                    <a:pt x="6219084" y="39815"/>
                  </a:lnTo>
                  <a:lnTo>
                    <a:pt x="6219177" y="39815"/>
                  </a:lnTo>
                  <a:lnTo>
                    <a:pt x="6219271" y="39815"/>
                  </a:lnTo>
                  <a:lnTo>
                    <a:pt x="6219364" y="39815"/>
                  </a:lnTo>
                  <a:lnTo>
                    <a:pt x="6219457" y="39815"/>
                  </a:lnTo>
                  <a:lnTo>
                    <a:pt x="6219550" y="39815"/>
                  </a:lnTo>
                  <a:lnTo>
                    <a:pt x="6219644" y="39815"/>
                  </a:lnTo>
                  <a:lnTo>
                    <a:pt x="6219737" y="39815"/>
                  </a:lnTo>
                  <a:lnTo>
                    <a:pt x="6219830" y="39815"/>
                  </a:lnTo>
                  <a:lnTo>
                    <a:pt x="6219923" y="39815"/>
                  </a:lnTo>
                  <a:lnTo>
                    <a:pt x="6220017" y="39815"/>
                  </a:lnTo>
                  <a:lnTo>
                    <a:pt x="6220110" y="39815"/>
                  </a:lnTo>
                  <a:lnTo>
                    <a:pt x="6220203" y="39815"/>
                  </a:lnTo>
                  <a:lnTo>
                    <a:pt x="6220296" y="39815"/>
                  </a:lnTo>
                  <a:lnTo>
                    <a:pt x="6220390" y="39815"/>
                  </a:lnTo>
                  <a:lnTo>
                    <a:pt x="6220483" y="39815"/>
                  </a:lnTo>
                  <a:lnTo>
                    <a:pt x="6220576" y="39815"/>
                  </a:lnTo>
                  <a:lnTo>
                    <a:pt x="6220669" y="39815"/>
                  </a:lnTo>
                  <a:lnTo>
                    <a:pt x="6220763" y="39815"/>
                  </a:lnTo>
                  <a:lnTo>
                    <a:pt x="6220856" y="39815"/>
                  </a:lnTo>
                  <a:lnTo>
                    <a:pt x="6220949" y="39815"/>
                  </a:lnTo>
                  <a:lnTo>
                    <a:pt x="6221042" y="39815"/>
                  </a:lnTo>
                  <a:lnTo>
                    <a:pt x="6221136" y="39815"/>
                  </a:lnTo>
                  <a:lnTo>
                    <a:pt x="6221229" y="39815"/>
                  </a:lnTo>
                  <a:lnTo>
                    <a:pt x="6221322" y="39815"/>
                  </a:lnTo>
                  <a:lnTo>
                    <a:pt x="6221415" y="39815"/>
                  </a:lnTo>
                  <a:lnTo>
                    <a:pt x="6221509" y="39815"/>
                  </a:lnTo>
                  <a:lnTo>
                    <a:pt x="6221602" y="39815"/>
                  </a:lnTo>
                  <a:lnTo>
                    <a:pt x="6221695" y="39815"/>
                  </a:lnTo>
                  <a:lnTo>
                    <a:pt x="6221788" y="39815"/>
                  </a:lnTo>
                  <a:lnTo>
                    <a:pt x="6221882" y="39815"/>
                  </a:lnTo>
                  <a:lnTo>
                    <a:pt x="6221975" y="39815"/>
                  </a:lnTo>
                  <a:lnTo>
                    <a:pt x="6222068" y="39815"/>
                  </a:lnTo>
                  <a:lnTo>
                    <a:pt x="6222161" y="39815"/>
                  </a:lnTo>
                  <a:lnTo>
                    <a:pt x="6222255" y="39815"/>
                  </a:lnTo>
                  <a:lnTo>
                    <a:pt x="6222348" y="39815"/>
                  </a:lnTo>
                  <a:lnTo>
                    <a:pt x="6222441" y="39815"/>
                  </a:lnTo>
                  <a:lnTo>
                    <a:pt x="6222534" y="39815"/>
                  </a:lnTo>
                  <a:lnTo>
                    <a:pt x="6222628" y="39815"/>
                  </a:lnTo>
                  <a:lnTo>
                    <a:pt x="6222721" y="39815"/>
                  </a:lnTo>
                  <a:lnTo>
                    <a:pt x="6222814" y="39815"/>
                  </a:lnTo>
                  <a:lnTo>
                    <a:pt x="6222907" y="39815"/>
                  </a:lnTo>
                  <a:lnTo>
                    <a:pt x="6223001" y="39815"/>
                  </a:lnTo>
                  <a:lnTo>
                    <a:pt x="6223094" y="39815"/>
                  </a:lnTo>
                  <a:lnTo>
                    <a:pt x="6223187" y="39815"/>
                  </a:lnTo>
                  <a:lnTo>
                    <a:pt x="6223280" y="39815"/>
                  </a:lnTo>
                  <a:lnTo>
                    <a:pt x="6223373" y="39815"/>
                  </a:lnTo>
                  <a:lnTo>
                    <a:pt x="6223467" y="39815"/>
                  </a:lnTo>
                  <a:lnTo>
                    <a:pt x="6223560" y="39815"/>
                  </a:lnTo>
                  <a:lnTo>
                    <a:pt x="6223653" y="39815"/>
                  </a:lnTo>
                  <a:lnTo>
                    <a:pt x="6223746" y="39815"/>
                  </a:lnTo>
                  <a:lnTo>
                    <a:pt x="6223840" y="39815"/>
                  </a:lnTo>
                  <a:lnTo>
                    <a:pt x="6223933" y="39815"/>
                  </a:lnTo>
                  <a:lnTo>
                    <a:pt x="6224026" y="39815"/>
                  </a:lnTo>
                  <a:lnTo>
                    <a:pt x="6224119" y="39815"/>
                  </a:lnTo>
                  <a:lnTo>
                    <a:pt x="6224213" y="39815"/>
                  </a:lnTo>
                  <a:lnTo>
                    <a:pt x="6224306" y="39815"/>
                  </a:lnTo>
                  <a:lnTo>
                    <a:pt x="6224399" y="39815"/>
                  </a:lnTo>
                  <a:lnTo>
                    <a:pt x="6224492" y="39815"/>
                  </a:lnTo>
                  <a:lnTo>
                    <a:pt x="6224586" y="39815"/>
                  </a:lnTo>
                  <a:lnTo>
                    <a:pt x="6224679" y="39815"/>
                  </a:lnTo>
                  <a:lnTo>
                    <a:pt x="6224772" y="39815"/>
                  </a:lnTo>
                  <a:lnTo>
                    <a:pt x="6224865" y="39815"/>
                  </a:lnTo>
                  <a:lnTo>
                    <a:pt x="6224959" y="39815"/>
                  </a:lnTo>
                  <a:lnTo>
                    <a:pt x="6225052" y="39815"/>
                  </a:lnTo>
                  <a:lnTo>
                    <a:pt x="6225145" y="39815"/>
                  </a:lnTo>
                  <a:lnTo>
                    <a:pt x="6225238" y="39815"/>
                  </a:lnTo>
                  <a:lnTo>
                    <a:pt x="6225332" y="39815"/>
                  </a:lnTo>
                  <a:lnTo>
                    <a:pt x="6225425" y="39815"/>
                  </a:lnTo>
                  <a:lnTo>
                    <a:pt x="6225518" y="39815"/>
                  </a:lnTo>
                  <a:lnTo>
                    <a:pt x="6225611" y="39815"/>
                  </a:lnTo>
                  <a:lnTo>
                    <a:pt x="6225705" y="39815"/>
                  </a:lnTo>
                  <a:lnTo>
                    <a:pt x="6225798" y="39815"/>
                  </a:lnTo>
                  <a:lnTo>
                    <a:pt x="6225891" y="39815"/>
                  </a:lnTo>
                  <a:lnTo>
                    <a:pt x="6225984" y="39815"/>
                  </a:lnTo>
                  <a:lnTo>
                    <a:pt x="6226078" y="39815"/>
                  </a:lnTo>
                  <a:lnTo>
                    <a:pt x="6226171" y="39815"/>
                  </a:lnTo>
                  <a:lnTo>
                    <a:pt x="6226264" y="39815"/>
                  </a:lnTo>
                  <a:lnTo>
                    <a:pt x="6226357" y="39815"/>
                  </a:lnTo>
                  <a:lnTo>
                    <a:pt x="6226451" y="39815"/>
                  </a:lnTo>
                  <a:lnTo>
                    <a:pt x="6226544" y="39815"/>
                  </a:lnTo>
                  <a:lnTo>
                    <a:pt x="6226637" y="39815"/>
                  </a:lnTo>
                  <a:lnTo>
                    <a:pt x="6226730" y="39815"/>
                  </a:lnTo>
                  <a:lnTo>
                    <a:pt x="6226824" y="39815"/>
                  </a:lnTo>
                  <a:lnTo>
                    <a:pt x="6226917" y="39815"/>
                  </a:lnTo>
                  <a:lnTo>
                    <a:pt x="6227010" y="39815"/>
                  </a:lnTo>
                  <a:lnTo>
                    <a:pt x="6227103" y="39815"/>
                  </a:lnTo>
                  <a:lnTo>
                    <a:pt x="6227197" y="39815"/>
                  </a:lnTo>
                  <a:lnTo>
                    <a:pt x="6227290" y="39815"/>
                  </a:lnTo>
                  <a:lnTo>
                    <a:pt x="6227383" y="39815"/>
                  </a:lnTo>
                  <a:lnTo>
                    <a:pt x="6227476" y="39815"/>
                  </a:lnTo>
                  <a:lnTo>
                    <a:pt x="6227570" y="39815"/>
                  </a:lnTo>
                  <a:lnTo>
                    <a:pt x="6227663" y="39815"/>
                  </a:lnTo>
                  <a:lnTo>
                    <a:pt x="6227756" y="39815"/>
                  </a:lnTo>
                  <a:lnTo>
                    <a:pt x="6227849" y="39815"/>
                  </a:lnTo>
                  <a:lnTo>
                    <a:pt x="6227943" y="39815"/>
                  </a:lnTo>
                  <a:lnTo>
                    <a:pt x="6228036" y="39815"/>
                  </a:lnTo>
                  <a:lnTo>
                    <a:pt x="6228129" y="39815"/>
                  </a:lnTo>
                  <a:lnTo>
                    <a:pt x="6228222" y="39815"/>
                  </a:lnTo>
                  <a:lnTo>
                    <a:pt x="6228316" y="39815"/>
                  </a:lnTo>
                  <a:lnTo>
                    <a:pt x="6228409" y="39815"/>
                  </a:lnTo>
                  <a:lnTo>
                    <a:pt x="6228502" y="39815"/>
                  </a:lnTo>
                  <a:lnTo>
                    <a:pt x="6228595" y="39815"/>
                  </a:lnTo>
                  <a:lnTo>
                    <a:pt x="6228689" y="39815"/>
                  </a:lnTo>
                  <a:lnTo>
                    <a:pt x="6228782" y="39815"/>
                  </a:lnTo>
                  <a:lnTo>
                    <a:pt x="6228875" y="39815"/>
                  </a:lnTo>
                  <a:lnTo>
                    <a:pt x="6228968" y="39815"/>
                  </a:lnTo>
                  <a:lnTo>
                    <a:pt x="6229062" y="39815"/>
                  </a:lnTo>
                  <a:lnTo>
                    <a:pt x="6229155" y="39815"/>
                  </a:lnTo>
                  <a:lnTo>
                    <a:pt x="6229248" y="39815"/>
                  </a:lnTo>
                  <a:lnTo>
                    <a:pt x="6229341" y="39815"/>
                  </a:lnTo>
                  <a:lnTo>
                    <a:pt x="6229435" y="39815"/>
                  </a:lnTo>
                  <a:lnTo>
                    <a:pt x="6229528" y="39815"/>
                  </a:lnTo>
                  <a:lnTo>
                    <a:pt x="6229621" y="39815"/>
                  </a:lnTo>
                  <a:lnTo>
                    <a:pt x="6229714" y="39815"/>
                  </a:lnTo>
                  <a:lnTo>
                    <a:pt x="6229808" y="39815"/>
                  </a:lnTo>
                  <a:lnTo>
                    <a:pt x="6229901" y="39815"/>
                  </a:lnTo>
                  <a:lnTo>
                    <a:pt x="6229994" y="39815"/>
                  </a:lnTo>
                  <a:lnTo>
                    <a:pt x="6230087" y="39815"/>
                  </a:lnTo>
                  <a:lnTo>
                    <a:pt x="6230180" y="39815"/>
                  </a:lnTo>
                  <a:lnTo>
                    <a:pt x="6230274" y="39815"/>
                  </a:lnTo>
                  <a:lnTo>
                    <a:pt x="6230367" y="39815"/>
                  </a:lnTo>
                  <a:lnTo>
                    <a:pt x="6230460" y="39815"/>
                  </a:lnTo>
                  <a:lnTo>
                    <a:pt x="6230553" y="39815"/>
                  </a:lnTo>
                  <a:lnTo>
                    <a:pt x="6230647" y="39815"/>
                  </a:lnTo>
                  <a:lnTo>
                    <a:pt x="6230740" y="39815"/>
                  </a:lnTo>
                  <a:lnTo>
                    <a:pt x="6230833" y="39815"/>
                  </a:lnTo>
                  <a:lnTo>
                    <a:pt x="6230926" y="39815"/>
                  </a:lnTo>
                  <a:lnTo>
                    <a:pt x="6231020" y="39815"/>
                  </a:lnTo>
                  <a:lnTo>
                    <a:pt x="6231113" y="39815"/>
                  </a:lnTo>
                  <a:lnTo>
                    <a:pt x="6231206" y="39815"/>
                  </a:lnTo>
                  <a:lnTo>
                    <a:pt x="6231299" y="39815"/>
                  </a:lnTo>
                  <a:lnTo>
                    <a:pt x="6231393" y="39815"/>
                  </a:lnTo>
                  <a:lnTo>
                    <a:pt x="6231486" y="39815"/>
                  </a:lnTo>
                  <a:lnTo>
                    <a:pt x="6231579" y="39815"/>
                  </a:lnTo>
                  <a:lnTo>
                    <a:pt x="6231672" y="39815"/>
                  </a:lnTo>
                  <a:lnTo>
                    <a:pt x="6231766" y="39815"/>
                  </a:lnTo>
                  <a:lnTo>
                    <a:pt x="6231859" y="39815"/>
                  </a:lnTo>
                  <a:lnTo>
                    <a:pt x="6231952" y="39815"/>
                  </a:lnTo>
                  <a:lnTo>
                    <a:pt x="6232045" y="39815"/>
                  </a:lnTo>
                  <a:lnTo>
                    <a:pt x="6232139" y="39815"/>
                  </a:lnTo>
                  <a:lnTo>
                    <a:pt x="6232232" y="39815"/>
                  </a:lnTo>
                  <a:lnTo>
                    <a:pt x="6232325" y="39815"/>
                  </a:lnTo>
                  <a:lnTo>
                    <a:pt x="6232418" y="39815"/>
                  </a:lnTo>
                  <a:lnTo>
                    <a:pt x="6232512" y="39815"/>
                  </a:lnTo>
                  <a:lnTo>
                    <a:pt x="6232605" y="39815"/>
                  </a:lnTo>
                  <a:lnTo>
                    <a:pt x="6232698" y="39815"/>
                  </a:lnTo>
                  <a:lnTo>
                    <a:pt x="6232791" y="39815"/>
                  </a:lnTo>
                  <a:lnTo>
                    <a:pt x="6232885" y="39815"/>
                  </a:lnTo>
                  <a:lnTo>
                    <a:pt x="6232978" y="39815"/>
                  </a:lnTo>
                  <a:lnTo>
                    <a:pt x="6233071" y="39815"/>
                  </a:lnTo>
                  <a:lnTo>
                    <a:pt x="6233164" y="39815"/>
                  </a:lnTo>
                  <a:lnTo>
                    <a:pt x="6233258" y="39815"/>
                  </a:lnTo>
                  <a:lnTo>
                    <a:pt x="6233351" y="39815"/>
                  </a:lnTo>
                  <a:lnTo>
                    <a:pt x="6233444" y="39815"/>
                  </a:lnTo>
                  <a:lnTo>
                    <a:pt x="6233537" y="39815"/>
                  </a:lnTo>
                  <a:lnTo>
                    <a:pt x="6233631" y="39815"/>
                  </a:lnTo>
                  <a:lnTo>
                    <a:pt x="6233724" y="39815"/>
                  </a:lnTo>
                  <a:lnTo>
                    <a:pt x="6233817" y="39815"/>
                  </a:lnTo>
                  <a:lnTo>
                    <a:pt x="6233910" y="39815"/>
                  </a:lnTo>
                  <a:lnTo>
                    <a:pt x="6234004" y="39815"/>
                  </a:lnTo>
                  <a:lnTo>
                    <a:pt x="6234097" y="39815"/>
                  </a:lnTo>
                  <a:lnTo>
                    <a:pt x="6234190" y="39815"/>
                  </a:lnTo>
                  <a:lnTo>
                    <a:pt x="6234283" y="39815"/>
                  </a:lnTo>
                  <a:lnTo>
                    <a:pt x="6234377" y="39815"/>
                  </a:lnTo>
                  <a:lnTo>
                    <a:pt x="6234470" y="39815"/>
                  </a:lnTo>
                  <a:lnTo>
                    <a:pt x="6234563" y="39815"/>
                  </a:lnTo>
                  <a:lnTo>
                    <a:pt x="6234656" y="39815"/>
                  </a:lnTo>
                  <a:lnTo>
                    <a:pt x="6234750" y="39815"/>
                  </a:lnTo>
                  <a:lnTo>
                    <a:pt x="6234843" y="39815"/>
                  </a:lnTo>
                  <a:lnTo>
                    <a:pt x="6234936" y="39815"/>
                  </a:lnTo>
                  <a:lnTo>
                    <a:pt x="6235029" y="39815"/>
                  </a:lnTo>
                  <a:lnTo>
                    <a:pt x="6235123" y="39815"/>
                  </a:lnTo>
                  <a:lnTo>
                    <a:pt x="6235216" y="39815"/>
                  </a:lnTo>
                  <a:lnTo>
                    <a:pt x="6235309" y="39815"/>
                  </a:lnTo>
                  <a:lnTo>
                    <a:pt x="6235402" y="39815"/>
                  </a:lnTo>
                  <a:lnTo>
                    <a:pt x="6235496" y="39815"/>
                  </a:lnTo>
                  <a:lnTo>
                    <a:pt x="6235589" y="39815"/>
                  </a:lnTo>
                  <a:lnTo>
                    <a:pt x="6235682" y="39815"/>
                  </a:lnTo>
                  <a:lnTo>
                    <a:pt x="6235775" y="39815"/>
                  </a:lnTo>
                  <a:lnTo>
                    <a:pt x="6235869" y="39815"/>
                  </a:lnTo>
                  <a:lnTo>
                    <a:pt x="6235962" y="39815"/>
                  </a:lnTo>
                  <a:lnTo>
                    <a:pt x="6236055" y="39815"/>
                  </a:lnTo>
                  <a:lnTo>
                    <a:pt x="6236148" y="39815"/>
                  </a:lnTo>
                  <a:lnTo>
                    <a:pt x="6236242" y="39815"/>
                  </a:lnTo>
                  <a:lnTo>
                    <a:pt x="6236335" y="39815"/>
                  </a:lnTo>
                  <a:lnTo>
                    <a:pt x="6236428" y="39815"/>
                  </a:lnTo>
                  <a:lnTo>
                    <a:pt x="6236521" y="39815"/>
                  </a:lnTo>
                  <a:lnTo>
                    <a:pt x="6236615" y="39815"/>
                  </a:lnTo>
                  <a:lnTo>
                    <a:pt x="6236708" y="39815"/>
                  </a:lnTo>
                  <a:lnTo>
                    <a:pt x="6236801" y="39815"/>
                  </a:lnTo>
                  <a:lnTo>
                    <a:pt x="6236894" y="39815"/>
                  </a:lnTo>
                  <a:lnTo>
                    <a:pt x="6236988" y="39815"/>
                  </a:lnTo>
                  <a:lnTo>
                    <a:pt x="6237081" y="39815"/>
                  </a:lnTo>
                  <a:lnTo>
                    <a:pt x="6237174" y="39815"/>
                  </a:lnTo>
                  <a:lnTo>
                    <a:pt x="6237267" y="39815"/>
                  </a:lnTo>
                  <a:lnTo>
                    <a:pt x="6237360" y="39815"/>
                  </a:lnTo>
                  <a:lnTo>
                    <a:pt x="6237454" y="39815"/>
                  </a:lnTo>
                  <a:lnTo>
                    <a:pt x="6237547" y="39815"/>
                  </a:lnTo>
                  <a:lnTo>
                    <a:pt x="6237640" y="39815"/>
                  </a:lnTo>
                  <a:lnTo>
                    <a:pt x="6237733" y="39815"/>
                  </a:lnTo>
                  <a:lnTo>
                    <a:pt x="6237827" y="39815"/>
                  </a:lnTo>
                  <a:lnTo>
                    <a:pt x="6237920" y="39815"/>
                  </a:lnTo>
                  <a:lnTo>
                    <a:pt x="6238013" y="39815"/>
                  </a:lnTo>
                  <a:lnTo>
                    <a:pt x="6238106" y="39815"/>
                  </a:lnTo>
                  <a:lnTo>
                    <a:pt x="6238200" y="39815"/>
                  </a:lnTo>
                  <a:lnTo>
                    <a:pt x="6238293" y="39815"/>
                  </a:lnTo>
                  <a:lnTo>
                    <a:pt x="6238386" y="39815"/>
                  </a:lnTo>
                  <a:lnTo>
                    <a:pt x="6238479" y="39815"/>
                  </a:lnTo>
                  <a:lnTo>
                    <a:pt x="6238573" y="39815"/>
                  </a:lnTo>
                  <a:lnTo>
                    <a:pt x="6238666" y="39815"/>
                  </a:lnTo>
                  <a:lnTo>
                    <a:pt x="6238759" y="39815"/>
                  </a:lnTo>
                  <a:lnTo>
                    <a:pt x="6238852" y="39815"/>
                  </a:lnTo>
                  <a:lnTo>
                    <a:pt x="6238946" y="39815"/>
                  </a:lnTo>
                  <a:lnTo>
                    <a:pt x="6239039" y="39815"/>
                  </a:lnTo>
                  <a:lnTo>
                    <a:pt x="6239132" y="39815"/>
                  </a:lnTo>
                  <a:lnTo>
                    <a:pt x="6239225" y="39815"/>
                  </a:lnTo>
                  <a:lnTo>
                    <a:pt x="6239319" y="39815"/>
                  </a:lnTo>
                  <a:lnTo>
                    <a:pt x="6239412" y="39815"/>
                  </a:lnTo>
                  <a:lnTo>
                    <a:pt x="6239505" y="39815"/>
                  </a:lnTo>
                  <a:lnTo>
                    <a:pt x="6239598" y="39815"/>
                  </a:lnTo>
                  <a:lnTo>
                    <a:pt x="6239692" y="39815"/>
                  </a:lnTo>
                  <a:lnTo>
                    <a:pt x="6239785" y="39815"/>
                  </a:lnTo>
                  <a:lnTo>
                    <a:pt x="6239878" y="39815"/>
                  </a:lnTo>
                  <a:lnTo>
                    <a:pt x="6239971" y="39815"/>
                  </a:lnTo>
                  <a:lnTo>
                    <a:pt x="6240065" y="39815"/>
                  </a:lnTo>
                  <a:lnTo>
                    <a:pt x="6240158" y="39815"/>
                  </a:lnTo>
                  <a:lnTo>
                    <a:pt x="6240251" y="39815"/>
                  </a:lnTo>
                  <a:lnTo>
                    <a:pt x="6240344" y="39815"/>
                  </a:lnTo>
                  <a:lnTo>
                    <a:pt x="6240438" y="39815"/>
                  </a:lnTo>
                  <a:lnTo>
                    <a:pt x="6240531" y="39815"/>
                  </a:lnTo>
                  <a:lnTo>
                    <a:pt x="6240624" y="39815"/>
                  </a:lnTo>
                  <a:lnTo>
                    <a:pt x="6240717" y="39815"/>
                  </a:lnTo>
                  <a:lnTo>
                    <a:pt x="6240811" y="39815"/>
                  </a:lnTo>
                  <a:lnTo>
                    <a:pt x="6240904" y="39815"/>
                  </a:lnTo>
                  <a:lnTo>
                    <a:pt x="6240997" y="39815"/>
                  </a:lnTo>
                  <a:lnTo>
                    <a:pt x="6241090" y="39815"/>
                  </a:lnTo>
                  <a:lnTo>
                    <a:pt x="6241184" y="39815"/>
                  </a:lnTo>
                  <a:lnTo>
                    <a:pt x="6241277" y="39815"/>
                  </a:lnTo>
                  <a:lnTo>
                    <a:pt x="6241370" y="39815"/>
                  </a:lnTo>
                  <a:lnTo>
                    <a:pt x="6241463" y="39815"/>
                  </a:lnTo>
                  <a:lnTo>
                    <a:pt x="6241557" y="39815"/>
                  </a:lnTo>
                  <a:lnTo>
                    <a:pt x="6241650" y="39815"/>
                  </a:lnTo>
                  <a:lnTo>
                    <a:pt x="6241743" y="39815"/>
                  </a:lnTo>
                  <a:lnTo>
                    <a:pt x="6241836" y="39815"/>
                  </a:lnTo>
                  <a:lnTo>
                    <a:pt x="6241930" y="39815"/>
                  </a:lnTo>
                  <a:lnTo>
                    <a:pt x="6242023" y="39815"/>
                  </a:lnTo>
                  <a:lnTo>
                    <a:pt x="6242116" y="39815"/>
                  </a:lnTo>
                  <a:lnTo>
                    <a:pt x="6242209" y="39815"/>
                  </a:lnTo>
                  <a:lnTo>
                    <a:pt x="6242303" y="39815"/>
                  </a:lnTo>
                  <a:lnTo>
                    <a:pt x="6242396" y="39815"/>
                  </a:lnTo>
                  <a:lnTo>
                    <a:pt x="6242489" y="39815"/>
                  </a:lnTo>
                  <a:lnTo>
                    <a:pt x="6242582" y="39815"/>
                  </a:lnTo>
                  <a:lnTo>
                    <a:pt x="6242676" y="39815"/>
                  </a:lnTo>
                  <a:lnTo>
                    <a:pt x="6242769" y="39815"/>
                  </a:lnTo>
                  <a:lnTo>
                    <a:pt x="6242862" y="39815"/>
                  </a:lnTo>
                  <a:lnTo>
                    <a:pt x="6242955" y="39815"/>
                  </a:lnTo>
                  <a:lnTo>
                    <a:pt x="6243049" y="39815"/>
                  </a:lnTo>
                  <a:lnTo>
                    <a:pt x="6243142" y="39815"/>
                  </a:lnTo>
                  <a:lnTo>
                    <a:pt x="6243235" y="39815"/>
                  </a:lnTo>
                  <a:lnTo>
                    <a:pt x="6243328" y="39815"/>
                  </a:lnTo>
                  <a:lnTo>
                    <a:pt x="6243422" y="39815"/>
                  </a:lnTo>
                  <a:lnTo>
                    <a:pt x="6243515" y="39815"/>
                  </a:lnTo>
                  <a:lnTo>
                    <a:pt x="6243608" y="39815"/>
                  </a:lnTo>
                  <a:lnTo>
                    <a:pt x="6243701" y="39815"/>
                  </a:lnTo>
                  <a:lnTo>
                    <a:pt x="6243795" y="39815"/>
                  </a:lnTo>
                  <a:lnTo>
                    <a:pt x="6243888" y="39815"/>
                  </a:lnTo>
                  <a:lnTo>
                    <a:pt x="6243981" y="39815"/>
                  </a:lnTo>
                  <a:lnTo>
                    <a:pt x="6244074" y="39815"/>
                  </a:lnTo>
                  <a:lnTo>
                    <a:pt x="6244167" y="39815"/>
                  </a:lnTo>
                  <a:lnTo>
                    <a:pt x="6244261" y="39815"/>
                  </a:lnTo>
                  <a:lnTo>
                    <a:pt x="6244354" y="39815"/>
                  </a:lnTo>
                  <a:lnTo>
                    <a:pt x="6244447" y="39815"/>
                  </a:lnTo>
                  <a:lnTo>
                    <a:pt x="6244540" y="39815"/>
                  </a:lnTo>
                  <a:lnTo>
                    <a:pt x="6244634" y="39815"/>
                  </a:lnTo>
                  <a:lnTo>
                    <a:pt x="6244727" y="39815"/>
                  </a:lnTo>
                  <a:lnTo>
                    <a:pt x="6244820" y="39815"/>
                  </a:lnTo>
                  <a:lnTo>
                    <a:pt x="6244913" y="39815"/>
                  </a:lnTo>
                  <a:lnTo>
                    <a:pt x="6245007" y="39815"/>
                  </a:lnTo>
                  <a:lnTo>
                    <a:pt x="6245100" y="39815"/>
                  </a:lnTo>
                  <a:lnTo>
                    <a:pt x="6245193" y="39815"/>
                  </a:lnTo>
                  <a:lnTo>
                    <a:pt x="6245286" y="39815"/>
                  </a:lnTo>
                  <a:lnTo>
                    <a:pt x="6245380" y="39815"/>
                  </a:lnTo>
                  <a:lnTo>
                    <a:pt x="6245473" y="39815"/>
                  </a:lnTo>
                  <a:lnTo>
                    <a:pt x="6245566" y="39815"/>
                  </a:lnTo>
                  <a:lnTo>
                    <a:pt x="6245659" y="39815"/>
                  </a:lnTo>
                  <a:lnTo>
                    <a:pt x="6245753" y="39815"/>
                  </a:lnTo>
                  <a:lnTo>
                    <a:pt x="6245846" y="39815"/>
                  </a:lnTo>
                  <a:lnTo>
                    <a:pt x="6245939" y="39815"/>
                  </a:lnTo>
                  <a:lnTo>
                    <a:pt x="6246032" y="39815"/>
                  </a:lnTo>
                  <a:lnTo>
                    <a:pt x="6246126" y="39815"/>
                  </a:lnTo>
                  <a:lnTo>
                    <a:pt x="6246219" y="39815"/>
                  </a:lnTo>
                  <a:lnTo>
                    <a:pt x="6246312" y="39815"/>
                  </a:lnTo>
                  <a:lnTo>
                    <a:pt x="6246405" y="39815"/>
                  </a:lnTo>
                  <a:lnTo>
                    <a:pt x="6246499" y="39815"/>
                  </a:lnTo>
                  <a:lnTo>
                    <a:pt x="6246592" y="39815"/>
                  </a:lnTo>
                  <a:lnTo>
                    <a:pt x="6246685" y="39815"/>
                  </a:lnTo>
                  <a:lnTo>
                    <a:pt x="6246778" y="39815"/>
                  </a:lnTo>
                  <a:lnTo>
                    <a:pt x="6246872" y="39815"/>
                  </a:lnTo>
                  <a:lnTo>
                    <a:pt x="6246965" y="39815"/>
                  </a:lnTo>
                  <a:lnTo>
                    <a:pt x="6247058" y="39815"/>
                  </a:lnTo>
                  <a:lnTo>
                    <a:pt x="6247151" y="39815"/>
                  </a:lnTo>
                  <a:lnTo>
                    <a:pt x="6247245" y="39815"/>
                  </a:lnTo>
                  <a:lnTo>
                    <a:pt x="6247338" y="39815"/>
                  </a:lnTo>
                  <a:lnTo>
                    <a:pt x="6247431" y="39815"/>
                  </a:lnTo>
                  <a:lnTo>
                    <a:pt x="6247524" y="39815"/>
                  </a:lnTo>
                  <a:lnTo>
                    <a:pt x="6247618" y="39815"/>
                  </a:lnTo>
                  <a:lnTo>
                    <a:pt x="6247711" y="39815"/>
                  </a:lnTo>
                  <a:lnTo>
                    <a:pt x="6247804" y="39815"/>
                  </a:lnTo>
                  <a:lnTo>
                    <a:pt x="6247897" y="39815"/>
                  </a:lnTo>
                  <a:lnTo>
                    <a:pt x="6247991" y="39815"/>
                  </a:lnTo>
                  <a:lnTo>
                    <a:pt x="6248084" y="39815"/>
                  </a:lnTo>
                  <a:lnTo>
                    <a:pt x="6248177" y="39815"/>
                  </a:lnTo>
                  <a:lnTo>
                    <a:pt x="6248270" y="39815"/>
                  </a:lnTo>
                  <a:lnTo>
                    <a:pt x="6248364" y="39815"/>
                  </a:lnTo>
                  <a:lnTo>
                    <a:pt x="6248457" y="39815"/>
                  </a:lnTo>
                  <a:lnTo>
                    <a:pt x="6248550" y="39815"/>
                  </a:lnTo>
                  <a:lnTo>
                    <a:pt x="6248643" y="39815"/>
                  </a:lnTo>
                  <a:lnTo>
                    <a:pt x="6248737" y="39815"/>
                  </a:lnTo>
                  <a:lnTo>
                    <a:pt x="6248830" y="39815"/>
                  </a:lnTo>
                  <a:lnTo>
                    <a:pt x="6248923" y="39815"/>
                  </a:lnTo>
                  <a:lnTo>
                    <a:pt x="6249016" y="39815"/>
                  </a:lnTo>
                  <a:lnTo>
                    <a:pt x="6249110" y="39815"/>
                  </a:lnTo>
                  <a:lnTo>
                    <a:pt x="6249203" y="39815"/>
                  </a:lnTo>
                  <a:lnTo>
                    <a:pt x="6249296" y="39815"/>
                  </a:lnTo>
                  <a:lnTo>
                    <a:pt x="6249389" y="39815"/>
                  </a:lnTo>
                  <a:lnTo>
                    <a:pt x="6249483" y="39815"/>
                  </a:lnTo>
                  <a:lnTo>
                    <a:pt x="6249576" y="39815"/>
                  </a:lnTo>
                  <a:lnTo>
                    <a:pt x="6249669" y="39815"/>
                  </a:lnTo>
                  <a:lnTo>
                    <a:pt x="6249762" y="39815"/>
                  </a:lnTo>
                  <a:lnTo>
                    <a:pt x="6249856" y="39815"/>
                  </a:lnTo>
                  <a:lnTo>
                    <a:pt x="6249949" y="39815"/>
                  </a:lnTo>
                  <a:lnTo>
                    <a:pt x="6250042" y="39815"/>
                  </a:lnTo>
                  <a:lnTo>
                    <a:pt x="6250135" y="39815"/>
                  </a:lnTo>
                  <a:lnTo>
                    <a:pt x="6250229" y="39815"/>
                  </a:lnTo>
                  <a:lnTo>
                    <a:pt x="6250322" y="39815"/>
                  </a:lnTo>
                  <a:lnTo>
                    <a:pt x="6250415" y="39815"/>
                  </a:lnTo>
                  <a:lnTo>
                    <a:pt x="6250508" y="39815"/>
                  </a:lnTo>
                  <a:lnTo>
                    <a:pt x="6250602" y="39815"/>
                  </a:lnTo>
                  <a:lnTo>
                    <a:pt x="6250695" y="39815"/>
                  </a:lnTo>
                  <a:lnTo>
                    <a:pt x="6250788" y="39815"/>
                  </a:lnTo>
                  <a:lnTo>
                    <a:pt x="6250881" y="39815"/>
                  </a:lnTo>
                  <a:lnTo>
                    <a:pt x="6250974" y="39815"/>
                  </a:lnTo>
                  <a:lnTo>
                    <a:pt x="6251068" y="39815"/>
                  </a:lnTo>
                  <a:lnTo>
                    <a:pt x="6251161" y="39815"/>
                  </a:lnTo>
                  <a:lnTo>
                    <a:pt x="6251254" y="39815"/>
                  </a:lnTo>
                  <a:lnTo>
                    <a:pt x="6251347" y="39815"/>
                  </a:lnTo>
                  <a:lnTo>
                    <a:pt x="6251441" y="39815"/>
                  </a:lnTo>
                  <a:lnTo>
                    <a:pt x="6251534" y="39815"/>
                  </a:lnTo>
                  <a:lnTo>
                    <a:pt x="6251627" y="39815"/>
                  </a:lnTo>
                  <a:lnTo>
                    <a:pt x="6251720" y="39815"/>
                  </a:lnTo>
                  <a:lnTo>
                    <a:pt x="6251814" y="39815"/>
                  </a:lnTo>
                  <a:lnTo>
                    <a:pt x="6251907" y="39815"/>
                  </a:lnTo>
                  <a:lnTo>
                    <a:pt x="6252000" y="39815"/>
                  </a:lnTo>
                  <a:lnTo>
                    <a:pt x="6252093" y="39815"/>
                  </a:lnTo>
                  <a:lnTo>
                    <a:pt x="6252187" y="39815"/>
                  </a:lnTo>
                  <a:lnTo>
                    <a:pt x="6252280" y="39815"/>
                  </a:lnTo>
                  <a:lnTo>
                    <a:pt x="6252373" y="39815"/>
                  </a:lnTo>
                  <a:lnTo>
                    <a:pt x="6252466" y="39815"/>
                  </a:lnTo>
                  <a:lnTo>
                    <a:pt x="6252560" y="39815"/>
                  </a:lnTo>
                  <a:lnTo>
                    <a:pt x="6252653" y="39815"/>
                  </a:lnTo>
                  <a:lnTo>
                    <a:pt x="6252746" y="39815"/>
                  </a:lnTo>
                  <a:lnTo>
                    <a:pt x="6252839" y="39815"/>
                  </a:lnTo>
                  <a:lnTo>
                    <a:pt x="6252933" y="39815"/>
                  </a:lnTo>
                  <a:lnTo>
                    <a:pt x="6253026" y="39815"/>
                  </a:lnTo>
                  <a:lnTo>
                    <a:pt x="6253119" y="39815"/>
                  </a:lnTo>
                  <a:lnTo>
                    <a:pt x="6253212" y="39815"/>
                  </a:lnTo>
                  <a:lnTo>
                    <a:pt x="6253306" y="39815"/>
                  </a:lnTo>
                  <a:lnTo>
                    <a:pt x="6253399" y="39815"/>
                  </a:lnTo>
                  <a:lnTo>
                    <a:pt x="6253492" y="39815"/>
                  </a:lnTo>
                  <a:lnTo>
                    <a:pt x="6253585" y="39815"/>
                  </a:lnTo>
                  <a:lnTo>
                    <a:pt x="6253679" y="39815"/>
                  </a:lnTo>
                  <a:lnTo>
                    <a:pt x="6253772" y="39815"/>
                  </a:lnTo>
                  <a:lnTo>
                    <a:pt x="6253865" y="39815"/>
                  </a:lnTo>
                  <a:lnTo>
                    <a:pt x="6253958" y="39815"/>
                  </a:lnTo>
                  <a:lnTo>
                    <a:pt x="6254052" y="39815"/>
                  </a:lnTo>
                  <a:lnTo>
                    <a:pt x="6254145" y="39815"/>
                  </a:lnTo>
                  <a:lnTo>
                    <a:pt x="6254238" y="39815"/>
                  </a:lnTo>
                  <a:lnTo>
                    <a:pt x="6254331" y="39815"/>
                  </a:lnTo>
                  <a:lnTo>
                    <a:pt x="6254425" y="39815"/>
                  </a:lnTo>
                  <a:lnTo>
                    <a:pt x="6254518" y="39815"/>
                  </a:lnTo>
                  <a:lnTo>
                    <a:pt x="6254611" y="39815"/>
                  </a:lnTo>
                  <a:lnTo>
                    <a:pt x="6254704" y="39815"/>
                  </a:lnTo>
                  <a:lnTo>
                    <a:pt x="6254798" y="39815"/>
                  </a:lnTo>
                  <a:lnTo>
                    <a:pt x="6254891" y="39815"/>
                  </a:lnTo>
                  <a:lnTo>
                    <a:pt x="6254984" y="39815"/>
                  </a:lnTo>
                  <a:lnTo>
                    <a:pt x="6255077" y="39815"/>
                  </a:lnTo>
                  <a:lnTo>
                    <a:pt x="6255171" y="39815"/>
                  </a:lnTo>
                  <a:lnTo>
                    <a:pt x="6255264" y="39815"/>
                  </a:lnTo>
                  <a:lnTo>
                    <a:pt x="6255357" y="39815"/>
                  </a:lnTo>
                  <a:lnTo>
                    <a:pt x="6255450" y="39815"/>
                  </a:lnTo>
                  <a:lnTo>
                    <a:pt x="6255544" y="39815"/>
                  </a:lnTo>
                  <a:lnTo>
                    <a:pt x="6255637" y="39815"/>
                  </a:lnTo>
                  <a:lnTo>
                    <a:pt x="6255730" y="39815"/>
                  </a:lnTo>
                  <a:lnTo>
                    <a:pt x="6255823" y="39815"/>
                  </a:lnTo>
                  <a:lnTo>
                    <a:pt x="6255917" y="39815"/>
                  </a:lnTo>
                  <a:lnTo>
                    <a:pt x="6256010" y="39815"/>
                  </a:lnTo>
                  <a:lnTo>
                    <a:pt x="6256103" y="39815"/>
                  </a:lnTo>
                  <a:lnTo>
                    <a:pt x="6256196" y="39815"/>
                  </a:lnTo>
                  <a:lnTo>
                    <a:pt x="6256290" y="39815"/>
                  </a:lnTo>
                  <a:lnTo>
                    <a:pt x="6256383" y="39815"/>
                  </a:lnTo>
                  <a:lnTo>
                    <a:pt x="6256476" y="39815"/>
                  </a:lnTo>
                  <a:lnTo>
                    <a:pt x="6256569" y="39815"/>
                  </a:lnTo>
                  <a:lnTo>
                    <a:pt x="6256663" y="39815"/>
                  </a:lnTo>
                  <a:lnTo>
                    <a:pt x="6256756" y="39815"/>
                  </a:lnTo>
                  <a:lnTo>
                    <a:pt x="6256849" y="39815"/>
                  </a:lnTo>
                  <a:lnTo>
                    <a:pt x="6256942" y="39815"/>
                  </a:lnTo>
                  <a:lnTo>
                    <a:pt x="6257036" y="39815"/>
                  </a:lnTo>
                  <a:lnTo>
                    <a:pt x="6257129" y="39815"/>
                  </a:lnTo>
                  <a:lnTo>
                    <a:pt x="6257222" y="39815"/>
                  </a:lnTo>
                  <a:lnTo>
                    <a:pt x="6257315" y="39815"/>
                  </a:lnTo>
                  <a:lnTo>
                    <a:pt x="6257409" y="39815"/>
                  </a:lnTo>
                  <a:lnTo>
                    <a:pt x="6257502" y="39815"/>
                  </a:lnTo>
                  <a:lnTo>
                    <a:pt x="6257595" y="39815"/>
                  </a:lnTo>
                  <a:lnTo>
                    <a:pt x="6257688" y="39815"/>
                  </a:lnTo>
                  <a:lnTo>
                    <a:pt x="6257782" y="39815"/>
                  </a:lnTo>
                  <a:lnTo>
                    <a:pt x="6257875" y="39815"/>
                  </a:lnTo>
                  <a:lnTo>
                    <a:pt x="6257968" y="39815"/>
                  </a:lnTo>
                  <a:lnTo>
                    <a:pt x="6258061" y="39815"/>
                  </a:lnTo>
                  <a:lnTo>
                    <a:pt x="6258154" y="39815"/>
                  </a:lnTo>
                  <a:lnTo>
                    <a:pt x="6258248" y="39815"/>
                  </a:lnTo>
                  <a:lnTo>
                    <a:pt x="6258341" y="39815"/>
                  </a:lnTo>
                  <a:lnTo>
                    <a:pt x="6258341" y="29861"/>
                  </a:lnTo>
                  <a:lnTo>
                    <a:pt x="6258434" y="29861"/>
                  </a:lnTo>
                  <a:lnTo>
                    <a:pt x="6258527" y="29861"/>
                  </a:lnTo>
                  <a:lnTo>
                    <a:pt x="6258621" y="29861"/>
                  </a:lnTo>
                  <a:lnTo>
                    <a:pt x="6258714" y="29861"/>
                  </a:lnTo>
                  <a:lnTo>
                    <a:pt x="6258807" y="29861"/>
                  </a:lnTo>
                  <a:lnTo>
                    <a:pt x="6258900" y="29861"/>
                  </a:lnTo>
                  <a:lnTo>
                    <a:pt x="6258994" y="29861"/>
                  </a:lnTo>
                  <a:lnTo>
                    <a:pt x="6259087" y="29861"/>
                  </a:lnTo>
                  <a:lnTo>
                    <a:pt x="6259180" y="29861"/>
                  </a:lnTo>
                  <a:lnTo>
                    <a:pt x="6259273" y="29861"/>
                  </a:lnTo>
                  <a:lnTo>
                    <a:pt x="6259367" y="29861"/>
                  </a:lnTo>
                  <a:lnTo>
                    <a:pt x="6259460" y="29861"/>
                  </a:lnTo>
                  <a:lnTo>
                    <a:pt x="6259553" y="29861"/>
                  </a:lnTo>
                  <a:lnTo>
                    <a:pt x="6259646" y="29861"/>
                  </a:lnTo>
                  <a:lnTo>
                    <a:pt x="6259740" y="29861"/>
                  </a:lnTo>
                  <a:lnTo>
                    <a:pt x="6259833" y="29861"/>
                  </a:lnTo>
                  <a:lnTo>
                    <a:pt x="6259926" y="29861"/>
                  </a:lnTo>
                  <a:lnTo>
                    <a:pt x="6260019" y="29861"/>
                  </a:lnTo>
                  <a:lnTo>
                    <a:pt x="6260113" y="29861"/>
                  </a:lnTo>
                  <a:lnTo>
                    <a:pt x="6260206" y="29861"/>
                  </a:lnTo>
                  <a:lnTo>
                    <a:pt x="6260299" y="29861"/>
                  </a:lnTo>
                  <a:lnTo>
                    <a:pt x="6260392" y="29861"/>
                  </a:lnTo>
                  <a:lnTo>
                    <a:pt x="6260486" y="29861"/>
                  </a:lnTo>
                  <a:lnTo>
                    <a:pt x="6260579" y="29861"/>
                  </a:lnTo>
                  <a:lnTo>
                    <a:pt x="6260672" y="29861"/>
                  </a:lnTo>
                  <a:lnTo>
                    <a:pt x="6260765" y="29861"/>
                  </a:lnTo>
                  <a:lnTo>
                    <a:pt x="6260859" y="29861"/>
                  </a:lnTo>
                  <a:lnTo>
                    <a:pt x="6260952" y="29861"/>
                  </a:lnTo>
                  <a:lnTo>
                    <a:pt x="6261045" y="29861"/>
                  </a:lnTo>
                  <a:lnTo>
                    <a:pt x="6261138" y="29861"/>
                  </a:lnTo>
                  <a:lnTo>
                    <a:pt x="6261232" y="29861"/>
                  </a:lnTo>
                  <a:lnTo>
                    <a:pt x="6261325" y="29861"/>
                  </a:lnTo>
                  <a:lnTo>
                    <a:pt x="6261418" y="29861"/>
                  </a:lnTo>
                  <a:lnTo>
                    <a:pt x="6261511" y="29861"/>
                  </a:lnTo>
                  <a:lnTo>
                    <a:pt x="6261605" y="29861"/>
                  </a:lnTo>
                  <a:lnTo>
                    <a:pt x="6261698" y="29861"/>
                  </a:lnTo>
                  <a:lnTo>
                    <a:pt x="6261791" y="29861"/>
                  </a:lnTo>
                  <a:lnTo>
                    <a:pt x="6261884" y="29861"/>
                  </a:lnTo>
                  <a:lnTo>
                    <a:pt x="6261978" y="29861"/>
                  </a:lnTo>
                  <a:lnTo>
                    <a:pt x="6262071" y="29861"/>
                  </a:lnTo>
                  <a:lnTo>
                    <a:pt x="6262164" y="29861"/>
                  </a:lnTo>
                  <a:lnTo>
                    <a:pt x="6262257" y="29861"/>
                  </a:lnTo>
                  <a:lnTo>
                    <a:pt x="6262351" y="29861"/>
                  </a:lnTo>
                  <a:lnTo>
                    <a:pt x="6262444" y="29861"/>
                  </a:lnTo>
                  <a:lnTo>
                    <a:pt x="6262537" y="29861"/>
                  </a:lnTo>
                  <a:lnTo>
                    <a:pt x="6262630" y="29861"/>
                  </a:lnTo>
                  <a:lnTo>
                    <a:pt x="6262724" y="29861"/>
                  </a:lnTo>
                  <a:lnTo>
                    <a:pt x="6262817" y="29861"/>
                  </a:lnTo>
                  <a:lnTo>
                    <a:pt x="6262910" y="29861"/>
                  </a:lnTo>
                  <a:lnTo>
                    <a:pt x="6263003" y="29861"/>
                  </a:lnTo>
                  <a:lnTo>
                    <a:pt x="6263097" y="29861"/>
                  </a:lnTo>
                  <a:lnTo>
                    <a:pt x="6263190" y="29861"/>
                  </a:lnTo>
                  <a:lnTo>
                    <a:pt x="6263283" y="29861"/>
                  </a:lnTo>
                  <a:lnTo>
                    <a:pt x="6263376" y="29861"/>
                  </a:lnTo>
                  <a:lnTo>
                    <a:pt x="6263470" y="29861"/>
                  </a:lnTo>
                  <a:lnTo>
                    <a:pt x="6263563" y="29861"/>
                  </a:lnTo>
                  <a:lnTo>
                    <a:pt x="6263656" y="29861"/>
                  </a:lnTo>
                  <a:lnTo>
                    <a:pt x="6263749" y="29861"/>
                  </a:lnTo>
                  <a:lnTo>
                    <a:pt x="6263843" y="29861"/>
                  </a:lnTo>
                  <a:lnTo>
                    <a:pt x="6263936" y="29861"/>
                  </a:lnTo>
                  <a:lnTo>
                    <a:pt x="6264029" y="29861"/>
                  </a:lnTo>
                  <a:lnTo>
                    <a:pt x="6264122" y="29861"/>
                  </a:lnTo>
                  <a:lnTo>
                    <a:pt x="6264216" y="29861"/>
                  </a:lnTo>
                  <a:lnTo>
                    <a:pt x="6264309" y="29861"/>
                  </a:lnTo>
                  <a:lnTo>
                    <a:pt x="6264402" y="29861"/>
                  </a:lnTo>
                  <a:lnTo>
                    <a:pt x="6264495" y="29861"/>
                  </a:lnTo>
                  <a:lnTo>
                    <a:pt x="6264589" y="29861"/>
                  </a:lnTo>
                  <a:lnTo>
                    <a:pt x="6264682" y="29861"/>
                  </a:lnTo>
                  <a:lnTo>
                    <a:pt x="6264775" y="29861"/>
                  </a:lnTo>
                  <a:lnTo>
                    <a:pt x="6264868" y="29861"/>
                  </a:lnTo>
                  <a:lnTo>
                    <a:pt x="6264961" y="29861"/>
                  </a:lnTo>
                  <a:lnTo>
                    <a:pt x="6265055" y="29861"/>
                  </a:lnTo>
                  <a:lnTo>
                    <a:pt x="6265148" y="29861"/>
                  </a:lnTo>
                  <a:lnTo>
                    <a:pt x="6265241" y="29861"/>
                  </a:lnTo>
                  <a:lnTo>
                    <a:pt x="6265334" y="29861"/>
                  </a:lnTo>
                  <a:lnTo>
                    <a:pt x="6265428" y="29861"/>
                  </a:lnTo>
                  <a:lnTo>
                    <a:pt x="6265521" y="29861"/>
                  </a:lnTo>
                  <a:lnTo>
                    <a:pt x="6265614" y="29861"/>
                  </a:lnTo>
                  <a:lnTo>
                    <a:pt x="6265707" y="29861"/>
                  </a:lnTo>
                  <a:lnTo>
                    <a:pt x="6265801" y="29861"/>
                  </a:lnTo>
                  <a:lnTo>
                    <a:pt x="6265894" y="29861"/>
                  </a:lnTo>
                  <a:lnTo>
                    <a:pt x="6265987" y="29861"/>
                  </a:lnTo>
                  <a:lnTo>
                    <a:pt x="6266080" y="29861"/>
                  </a:lnTo>
                  <a:lnTo>
                    <a:pt x="6266174" y="29861"/>
                  </a:lnTo>
                  <a:lnTo>
                    <a:pt x="6266267" y="29861"/>
                  </a:lnTo>
                  <a:lnTo>
                    <a:pt x="6266360" y="29861"/>
                  </a:lnTo>
                  <a:lnTo>
                    <a:pt x="6266453" y="29861"/>
                  </a:lnTo>
                  <a:lnTo>
                    <a:pt x="6266547" y="29861"/>
                  </a:lnTo>
                  <a:lnTo>
                    <a:pt x="6266640" y="29861"/>
                  </a:lnTo>
                  <a:lnTo>
                    <a:pt x="6266733" y="29861"/>
                  </a:lnTo>
                  <a:lnTo>
                    <a:pt x="6266826" y="29861"/>
                  </a:lnTo>
                  <a:lnTo>
                    <a:pt x="6266920" y="29861"/>
                  </a:lnTo>
                  <a:lnTo>
                    <a:pt x="6267013" y="29861"/>
                  </a:lnTo>
                  <a:lnTo>
                    <a:pt x="6267106" y="29861"/>
                  </a:lnTo>
                  <a:lnTo>
                    <a:pt x="6267199" y="29861"/>
                  </a:lnTo>
                  <a:lnTo>
                    <a:pt x="6267293" y="29861"/>
                  </a:lnTo>
                  <a:lnTo>
                    <a:pt x="6267386" y="29861"/>
                  </a:lnTo>
                  <a:lnTo>
                    <a:pt x="6267479" y="29861"/>
                  </a:lnTo>
                  <a:lnTo>
                    <a:pt x="6267572" y="29861"/>
                  </a:lnTo>
                  <a:lnTo>
                    <a:pt x="6267666" y="29861"/>
                  </a:lnTo>
                  <a:lnTo>
                    <a:pt x="6267759" y="29861"/>
                  </a:lnTo>
                  <a:lnTo>
                    <a:pt x="6267852" y="29861"/>
                  </a:lnTo>
                  <a:lnTo>
                    <a:pt x="6267945" y="29861"/>
                  </a:lnTo>
                  <a:lnTo>
                    <a:pt x="6268039" y="29861"/>
                  </a:lnTo>
                  <a:lnTo>
                    <a:pt x="6268132" y="29861"/>
                  </a:lnTo>
                  <a:lnTo>
                    <a:pt x="6268225" y="29861"/>
                  </a:lnTo>
                  <a:lnTo>
                    <a:pt x="6268318" y="29861"/>
                  </a:lnTo>
                  <a:lnTo>
                    <a:pt x="6268412" y="29861"/>
                  </a:lnTo>
                  <a:lnTo>
                    <a:pt x="6268505" y="29861"/>
                  </a:lnTo>
                  <a:lnTo>
                    <a:pt x="6268598" y="29861"/>
                  </a:lnTo>
                  <a:lnTo>
                    <a:pt x="6268691" y="29861"/>
                  </a:lnTo>
                  <a:lnTo>
                    <a:pt x="6268785" y="29861"/>
                  </a:lnTo>
                  <a:lnTo>
                    <a:pt x="6268878" y="29861"/>
                  </a:lnTo>
                  <a:lnTo>
                    <a:pt x="6268971" y="29861"/>
                  </a:lnTo>
                  <a:lnTo>
                    <a:pt x="6269064" y="29861"/>
                  </a:lnTo>
                  <a:lnTo>
                    <a:pt x="6269158" y="29861"/>
                  </a:lnTo>
                  <a:lnTo>
                    <a:pt x="6269251" y="29861"/>
                  </a:lnTo>
                  <a:lnTo>
                    <a:pt x="6269344" y="29861"/>
                  </a:lnTo>
                  <a:lnTo>
                    <a:pt x="6269437" y="29861"/>
                  </a:lnTo>
                  <a:lnTo>
                    <a:pt x="6269531" y="29861"/>
                  </a:lnTo>
                  <a:lnTo>
                    <a:pt x="6269624" y="29861"/>
                  </a:lnTo>
                  <a:lnTo>
                    <a:pt x="6269717" y="29861"/>
                  </a:lnTo>
                  <a:lnTo>
                    <a:pt x="6269810" y="29861"/>
                  </a:lnTo>
                  <a:lnTo>
                    <a:pt x="6269904" y="29861"/>
                  </a:lnTo>
                  <a:lnTo>
                    <a:pt x="6269997" y="29861"/>
                  </a:lnTo>
                  <a:lnTo>
                    <a:pt x="6270090" y="29861"/>
                  </a:lnTo>
                  <a:lnTo>
                    <a:pt x="6270183" y="29861"/>
                  </a:lnTo>
                  <a:lnTo>
                    <a:pt x="6270277" y="29861"/>
                  </a:lnTo>
                  <a:lnTo>
                    <a:pt x="6270370" y="29861"/>
                  </a:lnTo>
                  <a:lnTo>
                    <a:pt x="6270463" y="29861"/>
                  </a:lnTo>
                  <a:lnTo>
                    <a:pt x="6270556" y="29861"/>
                  </a:lnTo>
                  <a:lnTo>
                    <a:pt x="6270650" y="29861"/>
                  </a:lnTo>
                  <a:lnTo>
                    <a:pt x="6270743" y="29861"/>
                  </a:lnTo>
                  <a:lnTo>
                    <a:pt x="6270836" y="29861"/>
                  </a:lnTo>
                  <a:lnTo>
                    <a:pt x="6270929" y="29861"/>
                  </a:lnTo>
                  <a:lnTo>
                    <a:pt x="6271023" y="29861"/>
                  </a:lnTo>
                  <a:lnTo>
                    <a:pt x="6271116" y="29861"/>
                  </a:lnTo>
                  <a:lnTo>
                    <a:pt x="6271209" y="29861"/>
                  </a:lnTo>
                  <a:lnTo>
                    <a:pt x="6271302" y="29861"/>
                  </a:lnTo>
                  <a:lnTo>
                    <a:pt x="6271396" y="29861"/>
                  </a:lnTo>
                  <a:lnTo>
                    <a:pt x="6271489" y="29861"/>
                  </a:lnTo>
                  <a:lnTo>
                    <a:pt x="6271582" y="29861"/>
                  </a:lnTo>
                  <a:lnTo>
                    <a:pt x="6271675" y="29861"/>
                  </a:lnTo>
                  <a:lnTo>
                    <a:pt x="6271769" y="29861"/>
                  </a:lnTo>
                  <a:lnTo>
                    <a:pt x="6271862" y="29861"/>
                  </a:lnTo>
                  <a:lnTo>
                    <a:pt x="6271955" y="29861"/>
                  </a:lnTo>
                  <a:lnTo>
                    <a:pt x="6272048" y="29861"/>
                  </a:lnTo>
                  <a:lnTo>
                    <a:pt x="6272141" y="29861"/>
                  </a:lnTo>
                  <a:lnTo>
                    <a:pt x="6272235" y="29861"/>
                  </a:lnTo>
                  <a:lnTo>
                    <a:pt x="6272328" y="29861"/>
                  </a:lnTo>
                  <a:lnTo>
                    <a:pt x="6272421" y="29861"/>
                  </a:lnTo>
                  <a:lnTo>
                    <a:pt x="6272514" y="29861"/>
                  </a:lnTo>
                  <a:lnTo>
                    <a:pt x="6272608" y="29861"/>
                  </a:lnTo>
                  <a:lnTo>
                    <a:pt x="6272701" y="29861"/>
                  </a:lnTo>
                  <a:lnTo>
                    <a:pt x="6272794" y="29861"/>
                  </a:lnTo>
                  <a:lnTo>
                    <a:pt x="6272887" y="29861"/>
                  </a:lnTo>
                  <a:lnTo>
                    <a:pt x="6272981" y="29861"/>
                  </a:lnTo>
                  <a:lnTo>
                    <a:pt x="6273074" y="29861"/>
                  </a:lnTo>
                  <a:lnTo>
                    <a:pt x="6273167" y="29861"/>
                  </a:lnTo>
                  <a:lnTo>
                    <a:pt x="6273260" y="29861"/>
                  </a:lnTo>
                  <a:lnTo>
                    <a:pt x="6273354" y="29861"/>
                  </a:lnTo>
                  <a:lnTo>
                    <a:pt x="6273447" y="29861"/>
                  </a:lnTo>
                  <a:lnTo>
                    <a:pt x="6273540" y="29861"/>
                  </a:lnTo>
                  <a:lnTo>
                    <a:pt x="6273633" y="29861"/>
                  </a:lnTo>
                  <a:lnTo>
                    <a:pt x="6273727" y="29861"/>
                  </a:lnTo>
                  <a:lnTo>
                    <a:pt x="6273820" y="29861"/>
                  </a:lnTo>
                  <a:lnTo>
                    <a:pt x="6273913" y="29861"/>
                  </a:lnTo>
                  <a:lnTo>
                    <a:pt x="6274006" y="29861"/>
                  </a:lnTo>
                  <a:lnTo>
                    <a:pt x="6274100" y="29861"/>
                  </a:lnTo>
                  <a:lnTo>
                    <a:pt x="6274193" y="29861"/>
                  </a:lnTo>
                  <a:lnTo>
                    <a:pt x="6274286" y="29861"/>
                  </a:lnTo>
                  <a:lnTo>
                    <a:pt x="6274379" y="29861"/>
                  </a:lnTo>
                  <a:lnTo>
                    <a:pt x="6274473" y="29861"/>
                  </a:lnTo>
                  <a:lnTo>
                    <a:pt x="6274566" y="29861"/>
                  </a:lnTo>
                  <a:lnTo>
                    <a:pt x="6274659" y="29861"/>
                  </a:lnTo>
                  <a:lnTo>
                    <a:pt x="6274752" y="29861"/>
                  </a:lnTo>
                  <a:lnTo>
                    <a:pt x="6274846" y="29861"/>
                  </a:lnTo>
                  <a:lnTo>
                    <a:pt x="6274939" y="29861"/>
                  </a:lnTo>
                  <a:lnTo>
                    <a:pt x="6275032" y="29861"/>
                  </a:lnTo>
                  <a:lnTo>
                    <a:pt x="6275125" y="29861"/>
                  </a:lnTo>
                  <a:lnTo>
                    <a:pt x="6275219" y="29861"/>
                  </a:lnTo>
                  <a:lnTo>
                    <a:pt x="6275312" y="29861"/>
                  </a:lnTo>
                  <a:lnTo>
                    <a:pt x="6275405" y="29861"/>
                  </a:lnTo>
                  <a:lnTo>
                    <a:pt x="6275498" y="29861"/>
                  </a:lnTo>
                  <a:lnTo>
                    <a:pt x="6275592" y="29861"/>
                  </a:lnTo>
                  <a:lnTo>
                    <a:pt x="6275685" y="29861"/>
                  </a:lnTo>
                  <a:lnTo>
                    <a:pt x="6275778" y="29861"/>
                  </a:lnTo>
                  <a:lnTo>
                    <a:pt x="6275871" y="29861"/>
                  </a:lnTo>
                  <a:lnTo>
                    <a:pt x="6275965" y="29861"/>
                  </a:lnTo>
                  <a:lnTo>
                    <a:pt x="6276058" y="29861"/>
                  </a:lnTo>
                  <a:lnTo>
                    <a:pt x="6276151" y="29861"/>
                  </a:lnTo>
                  <a:lnTo>
                    <a:pt x="6276244" y="29861"/>
                  </a:lnTo>
                  <a:lnTo>
                    <a:pt x="6276338" y="29861"/>
                  </a:lnTo>
                  <a:lnTo>
                    <a:pt x="6276431" y="29861"/>
                  </a:lnTo>
                  <a:lnTo>
                    <a:pt x="6276524" y="29861"/>
                  </a:lnTo>
                  <a:lnTo>
                    <a:pt x="6276617" y="29861"/>
                  </a:lnTo>
                  <a:lnTo>
                    <a:pt x="6276711" y="29861"/>
                  </a:lnTo>
                  <a:lnTo>
                    <a:pt x="6276804" y="29861"/>
                  </a:lnTo>
                  <a:lnTo>
                    <a:pt x="6276897" y="29861"/>
                  </a:lnTo>
                  <a:lnTo>
                    <a:pt x="6276990" y="29861"/>
                  </a:lnTo>
                  <a:lnTo>
                    <a:pt x="6277084" y="29861"/>
                  </a:lnTo>
                  <a:lnTo>
                    <a:pt x="6277177" y="29861"/>
                  </a:lnTo>
                  <a:lnTo>
                    <a:pt x="6277270" y="29861"/>
                  </a:lnTo>
                  <a:lnTo>
                    <a:pt x="6277363" y="29861"/>
                  </a:lnTo>
                  <a:lnTo>
                    <a:pt x="6277457" y="29861"/>
                  </a:lnTo>
                  <a:lnTo>
                    <a:pt x="6277550" y="29861"/>
                  </a:lnTo>
                  <a:lnTo>
                    <a:pt x="6277643" y="29861"/>
                  </a:lnTo>
                  <a:lnTo>
                    <a:pt x="6277736" y="29861"/>
                  </a:lnTo>
                  <a:lnTo>
                    <a:pt x="6277830" y="29861"/>
                  </a:lnTo>
                  <a:lnTo>
                    <a:pt x="6277923" y="29861"/>
                  </a:lnTo>
                  <a:lnTo>
                    <a:pt x="6278016" y="29861"/>
                  </a:lnTo>
                  <a:lnTo>
                    <a:pt x="6278109" y="29861"/>
                  </a:lnTo>
                  <a:lnTo>
                    <a:pt x="6278203" y="29861"/>
                  </a:lnTo>
                  <a:lnTo>
                    <a:pt x="6278203" y="19907"/>
                  </a:lnTo>
                  <a:lnTo>
                    <a:pt x="6278296" y="19907"/>
                  </a:lnTo>
                  <a:lnTo>
                    <a:pt x="6278389" y="19907"/>
                  </a:lnTo>
                  <a:lnTo>
                    <a:pt x="6278482" y="19907"/>
                  </a:lnTo>
                  <a:lnTo>
                    <a:pt x="6278576" y="19907"/>
                  </a:lnTo>
                  <a:lnTo>
                    <a:pt x="6278669" y="19907"/>
                  </a:lnTo>
                  <a:lnTo>
                    <a:pt x="6278762" y="19907"/>
                  </a:lnTo>
                  <a:lnTo>
                    <a:pt x="6278855" y="19907"/>
                  </a:lnTo>
                  <a:lnTo>
                    <a:pt x="6278948" y="19907"/>
                  </a:lnTo>
                  <a:lnTo>
                    <a:pt x="6279042" y="19907"/>
                  </a:lnTo>
                  <a:lnTo>
                    <a:pt x="6279135" y="19907"/>
                  </a:lnTo>
                  <a:lnTo>
                    <a:pt x="6279228" y="19907"/>
                  </a:lnTo>
                  <a:lnTo>
                    <a:pt x="6279321" y="19907"/>
                  </a:lnTo>
                  <a:lnTo>
                    <a:pt x="6279415" y="19907"/>
                  </a:lnTo>
                  <a:lnTo>
                    <a:pt x="6279508" y="19907"/>
                  </a:lnTo>
                  <a:lnTo>
                    <a:pt x="6279601" y="19907"/>
                  </a:lnTo>
                  <a:lnTo>
                    <a:pt x="6279694" y="19907"/>
                  </a:lnTo>
                  <a:lnTo>
                    <a:pt x="6279788" y="19907"/>
                  </a:lnTo>
                  <a:lnTo>
                    <a:pt x="6279881" y="19907"/>
                  </a:lnTo>
                  <a:lnTo>
                    <a:pt x="6279974" y="19907"/>
                  </a:lnTo>
                  <a:lnTo>
                    <a:pt x="6280067" y="19907"/>
                  </a:lnTo>
                  <a:lnTo>
                    <a:pt x="6280161" y="19907"/>
                  </a:lnTo>
                  <a:lnTo>
                    <a:pt x="6280254" y="19907"/>
                  </a:lnTo>
                  <a:lnTo>
                    <a:pt x="6280347" y="19907"/>
                  </a:lnTo>
                  <a:lnTo>
                    <a:pt x="6280440" y="19907"/>
                  </a:lnTo>
                  <a:lnTo>
                    <a:pt x="6280534" y="19907"/>
                  </a:lnTo>
                  <a:lnTo>
                    <a:pt x="6280627" y="19907"/>
                  </a:lnTo>
                  <a:lnTo>
                    <a:pt x="6280720" y="19907"/>
                  </a:lnTo>
                  <a:lnTo>
                    <a:pt x="6280813" y="19907"/>
                  </a:lnTo>
                  <a:lnTo>
                    <a:pt x="6280907" y="19907"/>
                  </a:lnTo>
                  <a:lnTo>
                    <a:pt x="6281000" y="19907"/>
                  </a:lnTo>
                  <a:lnTo>
                    <a:pt x="6281093" y="19907"/>
                  </a:lnTo>
                  <a:lnTo>
                    <a:pt x="6281186" y="19907"/>
                  </a:lnTo>
                  <a:lnTo>
                    <a:pt x="6281280" y="19907"/>
                  </a:lnTo>
                  <a:lnTo>
                    <a:pt x="6281373" y="19907"/>
                  </a:lnTo>
                  <a:lnTo>
                    <a:pt x="6281466" y="19907"/>
                  </a:lnTo>
                  <a:lnTo>
                    <a:pt x="6281559" y="19907"/>
                  </a:lnTo>
                  <a:lnTo>
                    <a:pt x="6281653" y="19907"/>
                  </a:lnTo>
                  <a:lnTo>
                    <a:pt x="6281746" y="19907"/>
                  </a:lnTo>
                  <a:lnTo>
                    <a:pt x="6281839" y="19907"/>
                  </a:lnTo>
                  <a:lnTo>
                    <a:pt x="6281932" y="19907"/>
                  </a:lnTo>
                  <a:lnTo>
                    <a:pt x="6282026" y="19907"/>
                  </a:lnTo>
                  <a:lnTo>
                    <a:pt x="6282119" y="19907"/>
                  </a:lnTo>
                  <a:lnTo>
                    <a:pt x="6282212" y="19907"/>
                  </a:lnTo>
                  <a:lnTo>
                    <a:pt x="6282305" y="19907"/>
                  </a:lnTo>
                  <a:lnTo>
                    <a:pt x="6282399" y="19907"/>
                  </a:lnTo>
                  <a:lnTo>
                    <a:pt x="6282492" y="19907"/>
                  </a:lnTo>
                  <a:lnTo>
                    <a:pt x="6282585" y="19907"/>
                  </a:lnTo>
                  <a:lnTo>
                    <a:pt x="6282678" y="19907"/>
                  </a:lnTo>
                  <a:lnTo>
                    <a:pt x="6282772" y="19907"/>
                  </a:lnTo>
                  <a:lnTo>
                    <a:pt x="6282865" y="19907"/>
                  </a:lnTo>
                  <a:lnTo>
                    <a:pt x="6282958" y="19907"/>
                  </a:lnTo>
                  <a:lnTo>
                    <a:pt x="6283051" y="19907"/>
                  </a:lnTo>
                  <a:lnTo>
                    <a:pt x="6283145" y="19907"/>
                  </a:lnTo>
                  <a:lnTo>
                    <a:pt x="6283238" y="19907"/>
                  </a:lnTo>
                  <a:lnTo>
                    <a:pt x="6283331" y="19907"/>
                  </a:lnTo>
                  <a:lnTo>
                    <a:pt x="6283424" y="19907"/>
                  </a:lnTo>
                  <a:lnTo>
                    <a:pt x="6283518" y="19907"/>
                  </a:lnTo>
                  <a:lnTo>
                    <a:pt x="6283611" y="19907"/>
                  </a:lnTo>
                  <a:lnTo>
                    <a:pt x="6283704" y="19907"/>
                  </a:lnTo>
                  <a:lnTo>
                    <a:pt x="6283797" y="19907"/>
                  </a:lnTo>
                  <a:lnTo>
                    <a:pt x="6283891" y="19907"/>
                  </a:lnTo>
                  <a:lnTo>
                    <a:pt x="6283984" y="19907"/>
                  </a:lnTo>
                  <a:lnTo>
                    <a:pt x="6284077" y="19907"/>
                  </a:lnTo>
                  <a:lnTo>
                    <a:pt x="6284170" y="19907"/>
                  </a:lnTo>
                  <a:lnTo>
                    <a:pt x="6284264" y="19907"/>
                  </a:lnTo>
                  <a:lnTo>
                    <a:pt x="6284357" y="19907"/>
                  </a:lnTo>
                  <a:lnTo>
                    <a:pt x="6284450" y="19907"/>
                  </a:lnTo>
                  <a:lnTo>
                    <a:pt x="6284543" y="19907"/>
                  </a:lnTo>
                  <a:lnTo>
                    <a:pt x="6284637" y="19907"/>
                  </a:lnTo>
                  <a:lnTo>
                    <a:pt x="6284730" y="19907"/>
                  </a:lnTo>
                  <a:lnTo>
                    <a:pt x="6284823" y="19907"/>
                  </a:lnTo>
                  <a:lnTo>
                    <a:pt x="6284916" y="19907"/>
                  </a:lnTo>
                  <a:lnTo>
                    <a:pt x="6285010" y="19907"/>
                  </a:lnTo>
                  <a:lnTo>
                    <a:pt x="6285103" y="19907"/>
                  </a:lnTo>
                  <a:lnTo>
                    <a:pt x="6285196" y="19907"/>
                  </a:lnTo>
                  <a:lnTo>
                    <a:pt x="6285289" y="19907"/>
                  </a:lnTo>
                  <a:lnTo>
                    <a:pt x="6285383" y="19907"/>
                  </a:lnTo>
                  <a:lnTo>
                    <a:pt x="6285476" y="19907"/>
                  </a:lnTo>
                  <a:lnTo>
                    <a:pt x="6285569" y="19907"/>
                  </a:lnTo>
                  <a:lnTo>
                    <a:pt x="6285662" y="19907"/>
                  </a:lnTo>
                  <a:lnTo>
                    <a:pt x="6285755" y="19907"/>
                  </a:lnTo>
                  <a:lnTo>
                    <a:pt x="6285849" y="19907"/>
                  </a:lnTo>
                  <a:lnTo>
                    <a:pt x="6285942" y="19907"/>
                  </a:lnTo>
                  <a:lnTo>
                    <a:pt x="6286035" y="19907"/>
                  </a:lnTo>
                  <a:lnTo>
                    <a:pt x="6286128" y="19907"/>
                  </a:lnTo>
                  <a:lnTo>
                    <a:pt x="6286222" y="19907"/>
                  </a:lnTo>
                  <a:lnTo>
                    <a:pt x="6286315" y="19907"/>
                  </a:lnTo>
                  <a:lnTo>
                    <a:pt x="6286408" y="19907"/>
                  </a:lnTo>
                  <a:lnTo>
                    <a:pt x="6286501" y="19907"/>
                  </a:lnTo>
                  <a:lnTo>
                    <a:pt x="6286595" y="19907"/>
                  </a:lnTo>
                  <a:lnTo>
                    <a:pt x="6286688" y="19907"/>
                  </a:lnTo>
                  <a:lnTo>
                    <a:pt x="6286781" y="19907"/>
                  </a:lnTo>
                  <a:lnTo>
                    <a:pt x="6286874" y="19907"/>
                  </a:lnTo>
                  <a:lnTo>
                    <a:pt x="6286968" y="19907"/>
                  </a:lnTo>
                  <a:lnTo>
                    <a:pt x="6287061" y="19907"/>
                  </a:lnTo>
                  <a:lnTo>
                    <a:pt x="6287154" y="19907"/>
                  </a:lnTo>
                  <a:lnTo>
                    <a:pt x="6287247" y="19907"/>
                  </a:lnTo>
                  <a:lnTo>
                    <a:pt x="6287341" y="19907"/>
                  </a:lnTo>
                  <a:lnTo>
                    <a:pt x="6287434" y="19907"/>
                  </a:lnTo>
                  <a:lnTo>
                    <a:pt x="6287527" y="19907"/>
                  </a:lnTo>
                  <a:lnTo>
                    <a:pt x="6287620" y="19907"/>
                  </a:lnTo>
                  <a:lnTo>
                    <a:pt x="6287714" y="19907"/>
                  </a:lnTo>
                  <a:lnTo>
                    <a:pt x="6287807" y="19907"/>
                  </a:lnTo>
                  <a:lnTo>
                    <a:pt x="6287900" y="19907"/>
                  </a:lnTo>
                  <a:lnTo>
                    <a:pt x="6287993" y="19907"/>
                  </a:lnTo>
                  <a:lnTo>
                    <a:pt x="6288087" y="19907"/>
                  </a:lnTo>
                  <a:lnTo>
                    <a:pt x="6288180" y="19907"/>
                  </a:lnTo>
                  <a:lnTo>
                    <a:pt x="6288273" y="19907"/>
                  </a:lnTo>
                  <a:lnTo>
                    <a:pt x="6288366" y="19907"/>
                  </a:lnTo>
                  <a:lnTo>
                    <a:pt x="6288460" y="19907"/>
                  </a:lnTo>
                  <a:lnTo>
                    <a:pt x="6288553" y="19907"/>
                  </a:lnTo>
                  <a:lnTo>
                    <a:pt x="6288646" y="19907"/>
                  </a:lnTo>
                  <a:lnTo>
                    <a:pt x="6288739" y="19907"/>
                  </a:lnTo>
                  <a:lnTo>
                    <a:pt x="6288833" y="19907"/>
                  </a:lnTo>
                  <a:lnTo>
                    <a:pt x="6288926" y="19907"/>
                  </a:lnTo>
                  <a:lnTo>
                    <a:pt x="6289019" y="19907"/>
                  </a:lnTo>
                  <a:lnTo>
                    <a:pt x="6289112" y="19907"/>
                  </a:lnTo>
                  <a:lnTo>
                    <a:pt x="6289206" y="19907"/>
                  </a:lnTo>
                  <a:lnTo>
                    <a:pt x="6289299" y="19907"/>
                  </a:lnTo>
                  <a:lnTo>
                    <a:pt x="6289392" y="19907"/>
                  </a:lnTo>
                  <a:lnTo>
                    <a:pt x="6289485" y="19907"/>
                  </a:lnTo>
                  <a:lnTo>
                    <a:pt x="6289579" y="19907"/>
                  </a:lnTo>
                  <a:lnTo>
                    <a:pt x="6289672" y="19907"/>
                  </a:lnTo>
                  <a:lnTo>
                    <a:pt x="6289765" y="19907"/>
                  </a:lnTo>
                  <a:lnTo>
                    <a:pt x="6289858" y="19907"/>
                  </a:lnTo>
                  <a:lnTo>
                    <a:pt x="6289952" y="19907"/>
                  </a:lnTo>
                  <a:lnTo>
                    <a:pt x="6290045" y="19907"/>
                  </a:lnTo>
                  <a:lnTo>
                    <a:pt x="6290138" y="19907"/>
                  </a:lnTo>
                  <a:lnTo>
                    <a:pt x="6290231" y="19907"/>
                  </a:lnTo>
                  <a:lnTo>
                    <a:pt x="6290325" y="19907"/>
                  </a:lnTo>
                  <a:lnTo>
                    <a:pt x="6290418" y="19907"/>
                  </a:lnTo>
                  <a:lnTo>
                    <a:pt x="6290511" y="19907"/>
                  </a:lnTo>
                  <a:lnTo>
                    <a:pt x="6290604" y="19907"/>
                  </a:lnTo>
                  <a:lnTo>
                    <a:pt x="6290698" y="19907"/>
                  </a:lnTo>
                  <a:lnTo>
                    <a:pt x="6290791" y="19907"/>
                  </a:lnTo>
                  <a:lnTo>
                    <a:pt x="6290884" y="19907"/>
                  </a:lnTo>
                  <a:lnTo>
                    <a:pt x="6290977" y="19907"/>
                  </a:lnTo>
                  <a:lnTo>
                    <a:pt x="6291071" y="19907"/>
                  </a:lnTo>
                  <a:lnTo>
                    <a:pt x="6291164" y="19907"/>
                  </a:lnTo>
                  <a:lnTo>
                    <a:pt x="6291257" y="19907"/>
                  </a:lnTo>
                  <a:lnTo>
                    <a:pt x="6291350" y="19907"/>
                  </a:lnTo>
                  <a:lnTo>
                    <a:pt x="6291444" y="19907"/>
                  </a:lnTo>
                  <a:lnTo>
                    <a:pt x="6291537" y="19907"/>
                  </a:lnTo>
                  <a:lnTo>
                    <a:pt x="6291630" y="19907"/>
                  </a:lnTo>
                  <a:lnTo>
                    <a:pt x="6291723" y="19907"/>
                  </a:lnTo>
                  <a:lnTo>
                    <a:pt x="6291817" y="19907"/>
                  </a:lnTo>
                  <a:lnTo>
                    <a:pt x="6291910" y="19907"/>
                  </a:lnTo>
                  <a:lnTo>
                    <a:pt x="6292003" y="19907"/>
                  </a:lnTo>
                  <a:lnTo>
                    <a:pt x="6292096" y="19907"/>
                  </a:lnTo>
                  <a:lnTo>
                    <a:pt x="6292190" y="19907"/>
                  </a:lnTo>
                  <a:lnTo>
                    <a:pt x="6292283" y="19907"/>
                  </a:lnTo>
                  <a:lnTo>
                    <a:pt x="6292376" y="19907"/>
                  </a:lnTo>
                  <a:lnTo>
                    <a:pt x="6292469" y="19907"/>
                  </a:lnTo>
                  <a:lnTo>
                    <a:pt x="6292563" y="19907"/>
                  </a:lnTo>
                  <a:lnTo>
                    <a:pt x="6292656" y="19907"/>
                  </a:lnTo>
                  <a:lnTo>
                    <a:pt x="6292749" y="19907"/>
                  </a:lnTo>
                  <a:lnTo>
                    <a:pt x="6292842" y="19907"/>
                  </a:lnTo>
                  <a:lnTo>
                    <a:pt x="6292935" y="19907"/>
                  </a:lnTo>
                  <a:lnTo>
                    <a:pt x="6293029" y="19907"/>
                  </a:lnTo>
                  <a:lnTo>
                    <a:pt x="6293122" y="19907"/>
                  </a:lnTo>
                  <a:lnTo>
                    <a:pt x="6293215" y="19907"/>
                  </a:lnTo>
                  <a:lnTo>
                    <a:pt x="6293308" y="19907"/>
                  </a:lnTo>
                  <a:lnTo>
                    <a:pt x="6293402" y="19907"/>
                  </a:lnTo>
                  <a:lnTo>
                    <a:pt x="6293495" y="19907"/>
                  </a:lnTo>
                  <a:lnTo>
                    <a:pt x="6293588" y="19907"/>
                  </a:lnTo>
                  <a:lnTo>
                    <a:pt x="6293681" y="19907"/>
                  </a:lnTo>
                  <a:lnTo>
                    <a:pt x="6293775" y="19907"/>
                  </a:lnTo>
                  <a:lnTo>
                    <a:pt x="6293868" y="19907"/>
                  </a:lnTo>
                  <a:lnTo>
                    <a:pt x="6293961" y="19907"/>
                  </a:lnTo>
                  <a:lnTo>
                    <a:pt x="6294054" y="19907"/>
                  </a:lnTo>
                  <a:lnTo>
                    <a:pt x="6294148" y="19907"/>
                  </a:lnTo>
                  <a:lnTo>
                    <a:pt x="6294241" y="19907"/>
                  </a:lnTo>
                  <a:lnTo>
                    <a:pt x="6294334" y="19907"/>
                  </a:lnTo>
                  <a:lnTo>
                    <a:pt x="6294427" y="19907"/>
                  </a:lnTo>
                  <a:lnTo>
                    <a:pt x="6294521" y="19907"/>
                  </a:lnTo>
                  <a:lnTo>
                    <a:pt x="6294614" y="19907"/>
                  </a:lnTo>
                  <a:lnTo>
                    <a:pt x="6294707" y="19907"/>
                  </a:lnTo>
                  <a:lnTo>
                    <a:pt x="6294800" y="19907"/>
                  </a:lnTo>
                  <a:lnTo>
                    <a:pt x="6294894" y="19907"/>
                  </a:lnTo>
                  <a:lnTo>
                    <a:pt x="6294987" y="19907"/>
                  </a:lnTo>
                  <a:lnTo>
                    <a:pt x="6295080" y="19907"/>
                  </a:lnTo>
                  <a:lnTo>
                    <a:pt x="6295173" y="19907"/>
                  </a:lnTo>
                  <a:lnTo>
                    <a:pt x="6295267" y="19907"/>
                  </a:lnTo>
                  <a:lnTo>
                    <a:pt x="6295360" y="19907"/>
                  </a:lnTo>
                  <a:lnTo>
                    <a:pt x="6295453" y="19907"/>
                  </a:lnTo>
                  <a:lnTo>
                    <a:pt x="6295546" y="19907"/>
                  </a:lnTo>
                  <a:lnTo>
                    <a:pt x="6295640" y="19907"/>
                  </a:lnTo>
                  <a:lnTo>
                    <a:pt x="6295733" y="19907"/>
                  </a:lnTo>
                  <a:lnTo>
                    <a:pt x="6295826" y="19907"/>
                  </a:lnTo>
                  <a:lnTo>
                    <a:pt x="6295919" y="19907"/>
                  </a:lnTo>
                  <a:lnTo>
                    <a:pt x="6296013" y="19907"/>
                  </a:lnTo>
                  <a:lnTo>
                    <a:pt x="6296106" y="19907"/>
                  </a:lnTo>
                  <a:lnTo>
                    <a:pt x="6296199" y="19907"/>
                  </a:lnTo>
                  <a:lnTo>
                    <a:pt x="6296292" y="19907"/>
                  </a:lnTo>
                  <a:lnTo>
                    <a:pt x="6296386" y="19907"/>
                  </a:lnTo>
                  <a:lnTo>
                    <a:pt x="6296479" y="19907"/>
                  </a:lnTo>
                  <a:lnTo>
                    <a:pt x="6296572" y="19907"/>
                  </a:lnTo>
                  <a:lnTo>
                    <a:pt x="6296665" y="19907"/>
                  </a:lnTo>
                  <a:lnTo>
                    <a:pt x="6296759" y="19907"/>
                  </a:lnTo>
                  <a:lnTo>
                    <a:pt x="6296852" y="19907"/>
                  </a:lnTo>
                  <a:lnTo>
                    <a:pt x="6296945" y="19907"/>
                  </a:lnTo>
                  <a:lnTo>
                    <a:pt x="6297038" y="19907"/>
                  </a:lnTo>
                  <a:lnTo>
                    <a:pt x="6297132" y="19907"/>
                  </a:lnTo>
                  <a:lnTo>
                    <a:pt x="6297225" y="19907"/>
                  </a:lnTo>
                  <a:lnTo>
                    <a:pt x="6297318" y="19907"/>
                  </a:lnTo>
                  <a:lnTo>
                    <a:pt x="6297411" y="19907"/>
                  </a:lnTo>
                  <a:lnTo>
                    <a:pt x="6297505" y="19907"/>
                  </a:lnTo>
                  <a:lnTo>
                    <a:pt x="6297598" y="19907"/>
                  </a:lnTo>
                  <a:lnTo>
                    <a:pt x="6297691" y="19907"/>
                  </a:lnTo>
                  <a:lnTo>
                    <a:pt x="6297784" y="19907"/>
                  </a:lnTo>
                  <a:lnTo>
                    <a:pt x="6297878" y="19907"/>
                  </a:lnTo>
                  <a:lnTo>
                    <a:pt x="6297971" y="19907"/>
                  </a:lnTo>
                  <a:lnTo>
                    <a:pt x="6298064" y="19907"/>
                  </a:lnTo>
                  <a:lnTo>
                    <a:pt x="6298157" y="19907"/>
                  </a:lnTo>
                  <a:lnTo>
                    <a:pt x="6298251" y="19907"/>
                  </a:lnTo>
                  <a:lnTo>
                    <a:pt x="6298344" y="19907"/>
                  </a:lnTo>
                  <a:lnTo>
                    <a:pt x="6298437" y="19907"/>
                  </a:lnTo>
                  <a:lnTo>
                    <a:pt x="6298530" y="19907"/>
                  </a:lnTo>
                  <a:lnTo>
                    <a:pt x="6298624" y="19907"/>
                  </a:lnTo>
                  <a:lnTo>
                    <a:pt x="6298717" y="19907"/>
                  </a:lnTo>
                  <a:lnTo>
                    <a:pt x="6298810" y="19907"/>
                  </a:lnTo>
                  <a:lnTo>
                    <a:pt x="6298903" y="19907"/>
                  </a:lnTo>
                  <a:lnTo>
                    <a:pt x="6298997" y="19907"/>
                  </a:lnTo>
                  <a:lnTo>
                    <a:pt x="6299090" y="19907"/>
                  </a:lnTo>
                  <a:lnTo>
                    <a:pt x="6299183" y="19907"/>
                  </a:lnTo>
                  <a:lnTo>
                    <a:pt x="6299276" y="19907"/>
                  </a:lnTo>
                  <a:lnTo>
                    <a:pt x="6299370" y="19907"/>
                  </a:lnTo>
                  <a:lnTo>
                    <a:pt x="6299463" y="19907"/>
                  </a:lnTo>
                  <a:lnTo>
                    <a:pt x="6299556" y="19907"/>
                  </a:lnTo>
                  <a:lnTo>
                    <a:pt x="6299649" y="19907"/>
                  </a:lnTo>
                  <a:lnTo>
                    <a:pt x="6299742" y="19907"/>
                  </a:lnTo>
                  <a:lnTo>
                    <a:pt x="6299836" y="19907"/>
                  </a:lnTo>
                  <a:lnTo>
                    <a:pt x="6299929" y="19907"/>
                  </a:lnTo>
                  <a:lnTo>
                    <a:pt x="6300022" y="19907"/>
                  </a:lnTo>
                  <a:lnTo>
                    <a:pt x="6300115" y="19907"/>
                  </a:lnTo>
                  <a:lnTo>
                    <a:pt x="6300209" y="19907"/>
                  </a:lnTo>
                  <a:lnTo>
                    <a:pt x="6300302" y="19907"/>
                  </a:lnTo>
                  <a:lnTo>
                    <a:pt x="6300395" y="19907"/>
                  </a:lnTo>
                  <a:lnTo>
                    <a:pt x="6300488" y="19907"/>
                  </a:lnTo>
                  <a:lnTo>
                    <a:pt x="6300582" y="19907"/>
                  </a:lnTo>
                  <a:lnTo>
                    <a:pt x="6300675" y="19907"/>
                  </a:lnTo>
                  <a:lnTo>
                    <a:pt x="6300768" y="19907"/>
                  </a:lnTo>
                  <a:lnTo>
                    <a:pt x="6300861" y="19907"/>
                  </a:lnTo>
                  <a:lnTo>
                    <a:pt x="6300955" y="19907"/>
                  </a:lnTo>
                  <a:lnTo>
                    <a:pt x="6301048" y="19907"/>
                  </a:lnTo>
                  <a:lnTo>
                    <a:pt x="6301141" y="19907"/>
                  </a:lnTo>
                  <a:lnTo>
                    <a:pt x="6301234" y="19907"/>
                  </a:lnTo>
                  <a:lnTo>
                    <a:pt x="6301328" y="19907"/>
                  </a:lnTo>
                  <a:lnTo>
                    <a:pt x="6301421" y="19907"/>
                  </a:lnTo>
                  <a:lnTo>
                    <a:pt x="6301514" y="19907"/>
                  </a:lnTo>
                  <a:lnTo>
                    <a:pt x="6301607" y="19907"/>
                  </a:lnTo>
                  <a:lnTo>
                    <a:pt x="6301701" y="19907"/>
                  </a:lnTo>
                  <a:lnTo>
                    <a:pt x="6301794" y="19907"/>
                  </a:lnTo>
                  <a:lnTo>
                    <a:pt x="6301887" y="19907"/>
                  </a:lnTo>
                  <a:lnTo>
                    <a:pt x="6301980" y="19907"/>
                  </a:lnTo>
                  <a:lnTo>
                    <a:pt x="6302074" y="19907"/>
                  </a:lnTo>
                  <a:lnTo>
                    <a:pt x="6302167" y="19907"/>
                  </a:lnTo>
                  <a:lnTo>
                    <a:pt x="6302260" y="19907"/>
                  </a:lnTo>
                  <a:lnTo>
                    <a:pt x="6302353" y="19907"/>
                  </a:lnTo>
                  <a:lnTo>
                    <a:pt x="6302447" y="19907"/>
                  </a:lnTo>
                  <a:lnTo>
                    <a:pt x="6302540" y="19907"/>
                  </a:lnTo>
                  <a:lnTo>
                    <a:pt x="6302633" y="19907"/>
                  </a:lnTo>
                  <a:lnTo>
                    <a:pt x="6302726" y="19907"/>
                  </a:lnTo>
                  <a:lnTo>
                    <a:pt x="6302820" y="19907"/>
                  </a:lnTo>
                  <a:lnTo>
                    <a:pt x="6302913" y="19907"/>
                  </a:lnTo>
                  <a:lnTo>
                    <a:pt x="6303006" y="19907"/>
                  </a:lnTo>
                  <a:lnTo>
                    <a:pt x="6303099" y="19907"/>
                  </a:lnTo>
                  <a:lnTo>
                    <a:pt x="6303193" y="19907"/>
                  </a:lnTo>
                  <a:lnTo>
                    <a:pt x="6303286" y="19907"/>
                  </a:lnTo>
                  <a:lnTo>
                    <a:pt x="6303379" y="19907"/>
                  </a:lnTo>
                  <a:lnTo>
                    <a:pt x="6303472" y="19907"/>
                  </a:lnTo>
                  <a:lnTo>
                    <a:pt x="6303566" y="19907"/>
                  </a:lnTo>
                  <a:lnTo>
                    <a:pt x="6303659" y="19907"/>
                  </a:lnTo>
                  <a:lnTo>
                    <a:pt x="6303752" y="19907"/>
                  </a:lnTo>
                  <a:lnTo>
                    <a:pt x="6303845" y="19907"/>
                  </a:lnTo>
                  <a:lnTo>
                    <a:pt x="6303939" y="19907"/>
                  </a:lnTo>
                  <a:lnTo>
                    <a:pt x="6304032" y="19907"/>
                  </a:lnTo>
                  <a:lnTo>
                    <a:pt x="6304125" y="19907"/>
                  </a:lnTo>
                  <a:lnTo>
                    <a:pt x="6304218" y="19907"/>
                  </a:lnTo>
                  <a:lnTo>
                    <a:pt x="6304312" y="19907"/>
                  </a:lnTo>
                  <a:lnTo>
                    <a:pt x="6304405" y="19907"/>
                  </a:lnTo>
                  <a:lnTo>
                    <a:pt x="6304498" y="19907"/>
                  </a:lnTo>
                  <a:lnTo>
                    <a:pt x="6304591" y="19907"/>
                  </a:lnTo>
                  <a:lnTo>
                    <a:pt x="6304685" y="19907"/>
                  </a:lnTo>
                  <a:lnTo>
                    <a:pt x="6304778" y="19907"/>
                  </a:lnTo>
                  <a:lnTo>
                    <a:pt x="6304871" y="19907"/>
                  </a:lnTo>
                  <a:lnTo>
                    <a:pt x="6304964" y="19907"/>
                  </a:lnTo>
                  <a:lnTo>
                    <a:pt x="6305058" y="19907"/>
                  </a:lnTo>
                  <a:lnTo>
                    <a:pt x="6305151" y="19907"/>
                  </a:lnTo>
                  <a:lnTo>
                    <a:pt x="6305244" y="19907"/>
                  </a:lnTo>
                  <a:lnTo>
                    <a:pt x="6305337" y="19907"/>
                  </a:lnTo>
                  <a:lnTo>
                    <a:pt x="6305431" y="19907"/>
                  </a:lnTo>
                  <a:lnTo>
                    <a:pt x="6305524" y="19907"/>
                  </a:lnTo>
                  <a:lnTo>
                    <a:pt x="6305617" y="19907"/>
                  </a:lnTo>
                  <a:lnTo>
                    <a:pt x="6305710" y="19907"/>
                  </a:lnTo>
                  <a:lnTo>
                    <a:pt x="6305804" y="19907"/>
                  </a:lnTo>
                  <a:lnTo>
                    <a:pt x="6305897" y="19907"/>
                  </a:lnTo>
                  <a:lnTo>
                    <a:pt x="6305990" y="19907"/>
                  </a:lnTo>
                  <a:lnTo>
                    <a:pt x="6306083" y="19907"/>
                  </a:lnTo>
                  <a:lnTo>
                    <a:pt x="6306177" y="19907"/>
                  </a:lnTo>
                  <a:lnTo>
                    <a:pt x="6306270" y="19907"/>
                  </a:lnTo>
                  <a:lnTo>
                    <a:pt x="6306363" y="19907"/>
                  </a:lnTo>
                  <a:lnTo>
                    <a:pt x="6306456" y="19907"/>
                  </a:lnTo>
                  <a:lnTo>
                    <a:pt x="6306549" y="19907"/>
                  </a:lnTo>
                  <a:lnTo>
                    <a:pt x="6306643" y="19907"/>
                  </a:lnTo>
                  <a:lnTo>
                    <a:pt x="6306736" y="19907"/>
                  </a:lnTo>
                  <a:lnTo>
                    <a:pt x="6306829" y="19907"/>
                  </a:lnTo>
                  <a:lnTo>
                    <a:pt x="6306922" y="19907"/>
                  </a:lnTo>
                  <a:lnTo>
                    <a:pt x="6307016" y="19907"/>
                  </a:lnTo>
                  <a:lnTo>
                    <a:pt x="6307109" y="19907"/>
                  </a:lnTo>
                  <a:lnTo>
                    <a:pt x="6307202" y="19907"/>
                  </a:lnTo>
                  <a:lnTo>
                    <a:pt x="6307295" y="19907"/>
                  </a:lnTo>
                  <a:lnTo>
                    <a:pt x="6307389" y="19907"/>
                  </a:lnTo>
                  <a:lnTo>
                    <a:pt x="6307482" y="19907"/>
                  </a:lnTo>
                  <a:lnTo>
                    <a:pt x="6307575" y="19907"/>
                  </a:lnTo>
                  <a:lnTo>
                    <a:pt x="6307668" y="19907"/>
                  </a:lnTo>
                  <a:lnTo>
                    <a:pt x="6307762" y="19907"/>
                  </a:lnTo>
                  <a:lnTo>
                    <a:pt x="6307855" y="19907"/>
                  </a:lnTo>
                  <a:lnTo>
                    <a:pt x="6307948" y="19907"/>
                  </a:lnTo>
                  <a:lnTo>
                    <a:pt x="6308041" y="19907"/>
                  </a:lnTo>
                  <a:lnTo>
                    <a:pt x="6308135" y="19907"/>
                  </a:lnTo>
                  <a:lnTo>
                    <a:pt x="6308228" y="19907"/>
                  </a:lnTo>
                  <a:lnTo>
                    <a:pt x="6308321" y="19907"/>
                  </a:lnTo>
                  <a:lnTo>
                    <a:pt x="6308321" y="9953"/>
                  </a:lnTo>
                  <a:lnTo>
                    <a:pt x="6308414" y="9953"/>
                  </a:lnTo>
                  <a:lnTo>
                    <a:pt x="6308508" y="9953"/>
                  </a:lnTo>
                  <a:lnTo>
                    <a:pt x="6308601" y="9953"/>
                  </a:lnTo>
                  <a:lnTo>
                    <a:pt x="6308694" y="9953"/>
                  </a:lnTo>
                  <a:lnTo>
                    <a:pt x="6308787" y="9953"/>
                  </a:lnTo>
                  <a:lnTo>
                    <a:pt x="6308881" y="9953"/>
                  </a:lnTo>
                  <a:lnTo>
                    <a:pt x="6308974" y="9953"/>
                  </a:lnTo>
                  <a:lnTo>
                    <a:pt x="6309067" y="9953"/>
                  </a:lnTo>
                  <a:lnTo>
                    <a:pt x="6309160" y="9953"/>
                  </a:lnTo>
                  <a:lnTo>
                    <a:pt x="6309254" y="9953"/>
                  </a:lnTo>
                  <a:lnTo>
                    <a:pt x="6309347" y="9953"/>
                  </a:lnTo>
                  <a:lnTo>
                    <a:pt x="6309440" y="9953"/>
                  </a:lnTo>
                  <a:lnTo>
                    <a:pt x="6309533" y="9953"/>
                  </a:lnTo>
                  <a:lnTo>
                    <a:pt x="6309627" y="9953"/>
                  </a:lnTo>
                  <a:lnTo>
                    <a:pt x="6309720" y="9953"/>
                  </a:lnTo>
                  <a:lnTo>
                    <a:pt x="6309813" y="9953"/>
                  </a:lnTo>
                  <a:lnTo>
                    <a:pt x="6309906" y="9953"/>
                  </a:lnTo>
                  <a:lnTo>
                    <a:pt x="6310000" y="9953"/>
                  </a:lnTo>
                  <a:lnTo>
                    <a:pt x="6310093" y="9953"/>
                  </a:lnTo>
                  <a:lnTo>
                    <a:pt x="6310186" y="9953"/>
                  </a:lnTo>
                  <a:lnTo>
                    <a:pt x="6310279" y="9953"/>
                  </a:lnTo>
                  <a:lnTo>
                    <a:pt x="6310373" y="9953"/>
                  </a:lnTo>
                  <a:lnTo>
                    <a:pt x="6310466" y="9953"/>
                  </a:lnTo>
                  <a:lnTo>
                    <a:pt x="6310559" y="9953"/>
                  </a:lnTo>
                  <a:lnTo>
                    <a:pt x="6310652" y="9953"/>
                  </a:lnTo>
                  <a:lnTo>
                    <a:pt x="6310746" y="9953"/>
                  </a:lnTo>
                  <a:lnTo>
                    <a:pt x="6310839" y="9953"/>
                  </a:lnTo>
                  <a:lnTo>
                    <a:pt x="6310932" y="9953"/>
                  </a:lnTo>
                  <a:lnTo>
                    <a:pt x="6311025" y="9953"/>
                  </a:lnTo>
                  <a:lnTo>
                    <a:pt x="6311119" y="9953"/>
                  </a:lnTo>
                  <a:lnTo>
                    <a:pt x="6311212" y="9953"/>
                  </a:lnTo>
                  <a:lnTo>
                    <a:pt x="6311305" y="9953"/>
                  </a:lnTo>
                  <a:lnTo>
                    <a:pt x="6311398" y="9953"/>
                  </a:lnTo>
                  <a:lnTo>
                    <a:pt x="6311492" y="9953"/>
                  </a:lnTo>
                  <a:lnTo>
                    <a:pt x="6311585" y="9953"/>
                  </a:lnTo>
                  <a:lnTo>
                    <a:pt x="6311678" y="9953"/>
                  </a:lnTo>
                  <a:lnTo>
                    <a:pt x="6311771" y="9953"/>
                  </a:lnTo>
                  <a:lnTo>
                    <a:pt x="6311865" y="9953"/>
                  </a:lnTo>
                  <a:lnTo>
                    <a:pt x="6311958" y="9953"/>
                  </a:lnTo>
                  <a:lnTo>
                    <a:pt x="6312051" y="9953"/>
                  </a:lnTo>
                  <a:lnTo>
                    <a:pt x="6312144" y="9953"/>
                  </a:lnTo>
                  <a:lnTo>
                    <a:pt x="6312238" y="9953"/>
                  </a:lnTo>
                  <a:lnTo>
                    <a:pt x="6312331" y="9953"/>
                  </a:lnTo>
                  <a:lnTo>
                    <a:pt x="6312424" y="9953"/>
                  </a:lnTo>
                  <a:lnTo>
                    <a:pt x="6312517" y="9953"/>
                  </a:lnTo>
                  <a:lnTo>
                    <a:pt x="6312611" y="9953"/>
                  </a:lnTo>
                  <a:lnTo>
                    <a:pt x="6312704" y="9953"/>
                  </a:lnTo>
                  <a:lnTo>
                    <a:pt x="6312797" y="9953"/>
                  </a:lnTo>
                  <a:lnTo>
                    <a:pt x="6312890" y="9953"/>
                  </a:lnTo>
                  <a:lnTo>
                    <a:pt x="6312984" y="9953"/>
                  </a:lnTo>
                  <a:lnTo>
                    <a:pt x="6313077" y="9953"/>
                  </a:lnTo>
                  <a:lnTo>
                    <a:pt x="6313170" y="9953"/>
                  </a:lnTo>
                  <a:lnTo>
                    <a:pt x="6313263" y="9953"/>
                  </a:lnTo>
                  <a:lnTo>
                    <a:pt x="6313357" y="9953"/>
                  </a:lnTo>
                  <a:lnTo>
                    <a:pt x="6313450" y="9953"/>
                  </a:lnTo>
                  <a:lnTo>
                    <a:pt x="6313543" y="9953"/>
                  </a:lnTo>
                  <a:lnTo>
                    <a:pt x="6313636" y="9953"/>
                  </a:lnTo>
                  <a:lnTo>
                    <a:pt x="6313729" y="9953"/>
                  </a:lnTo>
                  <a:lnTo>
                    <a:pt x="6313823" y="9953"/>
                  </a:lnTo>
                  <a:lnTo>
                    <a:pt x="6313916" y="9953"/>
                  </a:lnTo>
                  <a:lnTo>
                    <a:pt x="6314009" y="9953"/>
                  </a:lnTo>
                  <a:lnTo>
                    <a:pt x="6314102" y="9953"/>
                  </a:lnTo>
                  <a:lnTo>
                    <a:pt x="6314196" y="9953"/>
                  </a:lnTo>
                  <a:lnTo>
                    <a:pt x="6314289" y="9953"/>
                  </a:lnTo>
                  <a:lnTo>
                    <a:pt x="6314382" y="9953"/>
                  </a:lnTo>
                  <a:lnTo>
                    <a:pt x="6314475" y="9953"/>
                  </a:lnTo>
                  <a:lnTo>
                    <a:pt x="6314569" y="9953"/>
                  </a:lnTo>
                  <a:lnTo>
                    <a:pt x="6314662" y="9953"/>
                  </a:lnTo>
                  <a:lnTo>
                    <a:pt x="6314755" y="9953"/>
                  </a:lnTo>
                  <a:lnTo>
                    <a:pt x="6314848" y="9953"/>
                  </a:lnTo>
                  <a:lnTo>
                    <a:pt x="6314942" y="9953"/>
                  </a:lnTo>
                  <a:lnTo>
                    <a:pt x="6315035" y="9953"/>
                  </a:lnTo>
                  <a:lnTo>
                    <a:pt x="6315128" y="9953"/>
                  </a:lnTo>
                  <a:lnTo>
                    <a:pt x="6315221" y="9953"/>
                  </a:lnTo>
                  <a:lnTo>
                    <a:pt x="6315315" y="9953"/>
                  </a:lnTo>
                  <a:lnTo>
                    <a:pt x="6315408" y="9953"/>
                  </a:lnTo>
                  <a:lnTo>
                    <a:pt x="6315501" y="9953"/>
                  </a:lnTo>
                  <a:lnTo>
                    <a:pt x="6315594" y="9953"/>
                  </a:lnTo>
                  <a:lnTo>
                    <a:pt x="6315688" y="9953"/>
                  </a:lnTo>
                  <a:lnTo>
                    <a:pt x="6315781" y="9953"/>
                  </a:lnTo>
                  <a:lnTo>
                    <a:pt x="6315874" y="9953"/>
                  </a:lnTo>
                  <a:lnTo>
                    <a:pt x="6315967" y="9953"/>
                  </a:lnTo>
                  <a:lnTo>
                    <a:pt x="6316061" y="9953"/>
                  </a:lnTo>
                  <a:lnTo>
                    <a:pt x="6316154" y="9953"/>
                  </a:lnTo>
                  <a:lnTo>
                    <a:pt x="6316247" y="9953"/>
                  </a:lnTo>
                  <a:lnTo>
                    <a:pt x="6316340" y="9953"/>
                  </a:lnTo>
                  <a:lnTo>
                    <a:pt x="6316434" y="9953"/>
                  </a:lnTo>
                  <a:lnTo>
                    <a:pt x="6316527" y="9953"/>
                  </a:lnTo>
                  <a:lnTo>
                    <a:pt x="6316620" y="9953"/>
                  </a:lnTo>
                  <a:lnTo>
                    <a:pt x="6316713" y="9953"/>
                  </a:lnTo>
                  <a:lnTo>
                    <a:pt x="6316807" y="9953"/>
                  </a:lnTo>
                  <a:lnTo>
                    <a:pt x="6316900" y="9953"/>
                  </a:lnTo>
                  <a:lnTo>
                    <a:pt x="6316993" y="9953"/>
                  </a:lnTo>
                  <a:lnTo>
                    <a:pt x="6317086" y="9953"/>
                  </a:lnTo>
                  <a:lnTo>
                    <a:pt x="6317180" y="9953"/>
                  </a:lnTo>
                  <a:lnTo>
                    <a:pt x="6317273" y="9953"/>
                  </a:lnTo>
                  <a:lnTo>
                    <a:pt x="6317366" y="9953"/>
                  </a:lnTo>
                  <a:lnTo>
                    <a:pt x="6317459" y="9953"/>
                  </a:lnTo>
                  <a:lnTo>
                    <a:pt x="6317553" y="9953"/>
                  </a:lnTo>
                  <a:lnTo>
                    <a:pt x="6317646" y="9953"/>
                  </a:lnTo>
                  <a:lnTo>
                    <a:pt x="6317739" y="9953"/>
                  </a:lnTo>
                  <a:lnTo>
                    <a:pt x="6317832" y="9953"/>
                  </a:lnTo>
                  <a:lnTo>
                    <a:pt x="6317926" y="9953"/>
                  </a:lnTo>
                  <a:lnTo>
                    <a:pt x="6318019" y="9953"/>
                  </a:lnTo>
                  <a:lnTo>
                    <a:pt x="6318112" y="9953"/>
                  </a:lnTo>
                  <a:lnTo>
                    <a:pt x="6318205" y="9953"/>
                  </a:lnTo>
                  <a:lnTo>
                    <a:pt x="6318299" y="9953"/>
                  </a:lnTo>
                  <a:lnTo>
                    <a:pt x="6318392" y="9953"/>
                  </a:lnTo>
                  <a:lnTo>
                    <a:pt x="6318392" y="0"/>
                  </a:lnTo>
                  <a:lnTo>
                    <a:pt x="6318392" y="0"/>
                  </a:lnTo>
                  <a:lnTo>
                    <a:pt x="6318485" y="0"/>
                  </a:lnTo>
                  <a:lnTo>
                    <a:pt x="6318578" y="0"/>
                  </a:lnTo>
                  <a:lnTo>
                    <a:pt x="6318672" y="0"/>
                  </a:lnTo>
                  <a:lnTo>
                    <a:pt x="6318765" y="0"/>
                  </a:lnTo>
                  <a:lnTo>
                    <a:pt x="6318858" y="0"/>
                  </a:lnTo>
                  <a:lnTo>
                    <a:pt x="6318951" y="0"/>
                  </a:lnTo>
                  <a:lnTo>
                    <a:pt x="6319045" y="0"/>
                  </a:lnTo>
                  <a:lnTo>
                    <a:pt x="6319138" y="0"/>
                  </a:lnTo>
                  <a:lnTo>
                    <a:pt x="6319231" y="0"/>
                  </a:lnTo>
                  <a:lnTo>
                    <a:pt x="6319324" y="0"/>
                  </a:lnTo>
                  <a:lnTo>
                    <a:pt x="6319418" y="0"/>
                  </a:lnTo>
                  <a:lnTo>
                    <a:pt x="6319511" y="0"/>
                  </a:lnTo>
                  <a:lnTo>
                    <a:pt x="6319604" y="0"/>
                  </a:lnTo>
                  <a:lnTo>
                    <a:pt x="6319697" y="0"/>
                  </a:lnTo>
                  <a:lnTo>
                    <a:pt x="6319791" y="0"/>
                  </a:lnTo>
                  <a:lnTo>
                    <a:pt x="6319884" y="0"/>
                  </a:lnTo>
                  <a:lnTo>
                    <a:pt x="6319977" y="0"/>
                  </a:lnTo>
                  <a:lnTo>
                    <a:pt x="6320070" y="0"/>
                  </a:lnTo>
                  <a:lnTo>
                    <a:pt x="6320164" y="0"/>
                  </a:lnTo>
                  <a:lnTo>
                    <a:pt x="6320257" y="0"/>
                  </a:lnTo>
                  <a:lnTo>
                    <a:pt x="6320350" y="0"/>
                  </a:lnTo>
                  <a:lnTo>
                    <a:pt x="6320443" y="0"/>
                  </a:lnTo>
                  <a:lnTo>
                    <a:pt x="6320536" y="0"/>
                  </a:lnTo>
                  <a:lnTo>
                    <a:pt x="6320630" y="0"/>
                  </a:lnTo>
                  <a:lnTo>
                    <a:pt x="6320723" y="0"/>
                  </a:lnTo>
                  <a:lnTo>
                    <a:pt x="6320816" y="0"/>
                  </a:lnTo>
                  <a:lnTo>
                    <a:pt x="6320909" y="0"/>
                  </a:lnTo>
                  <a:lnTo>
                    <a:pt x="6321003" y="0"/>
                  </a:lnTo>
                  <a:lnTo>
                    <a:pt x="6321096" y="0"/>
                  </a:lnTo>
                  <a:lnTo>
                    <a:pt x="6321189" y="0"/>
                  </a:lnTo>
                  <a:lnTo>
                    <a:pt x="6321282" y="0"/>
                  </a:lnTo>
                  <a:lnTo>
                    <a:pt x="6321376" y="0"/>
                  </a:lnTo>
                  <a:lnTo>
                    <a:pt x="6321469" y="0"/>
                  </a:lnTo>
                  <a:lnTo>
                    <a:pt x="6321562" y="0"/>
                  </a:lnTo>
                  <a:lnTo>
                    <a:pt x="6321655" y="0"/>
                  </a:lnTo>
                  <a:lnTo>
                    <a:pt x="6321749" y="0"/>
                  </a:lnTo>
                  <a:lnTo>
                    <a:pt x="6321842" y="0"/>
                  </a:lnTo>
                  <a:lnTo>
                    <a:pt x="6321935" y="0"/>
                  </a:lnTo>
                  <a:lnTo>
                    <a:pt x="6322028" y="0"/>
                  </a:lnTo>
                  <a:lnTo>
                    <a:pt x="6322122" y="0"/>
                  </a:lnTo>
                  <a:lnTo>
                    <a:pt x="6322215" y="0"/>
                  </a:lnTo>
                  <a:lnTo>
                    <a:pt x="6322308" y="0"/>
                  </a:lnTo>
                  <a:lnTo>
                    <a:pt x="6322401" y="0"/>
                  </a:lnTo>
                  <a:lnTo>
                    <a:pt x="6322495" y="0"/>
                  </a:lnTo>
                  <a:lnTo>
                    <a:pt x="6322588" y="0"/>
                  </a:lnTo>
                  <a:lnTo>
                    <a:pt x="6322681" y="0"/>
                  </a:lnTo>
                  <a:lnTo>
                    <a:pt x="6322774" y="0"/>
                  </a:lnTo>
                  <a:lnTo>
                    <a:pt x="6322868" y="0"/>
                  </a:lnTo>
                  <a:lnTo>
                    <a:pt x="6322961" y="0"/>
                  </a:lnTo>
                  <a:lnTo>
                    <a:pt x="6323054" y="0"/>
                  </a:lnTo>
                  <a:lnTo>
                    <a:pt x="6323147" y="0"/>
                  </a:lnTo>
                  <a:lnTo>
                    <a:pt x="6323241" y="0"/>
                  </a:lnTo>
                  <a:lnTo>
                    <a:pt x="6323334" y="0"/>
                  </a:lnTo>
                  <a:lnTo>
                    <a:pt x="6323427" y="0"/>
                  </a:lnTo>
                  <a:lnTo>
                    <a:pt x="6323520" y="0"/>
                  </a:lnTo>
                  <a:lnTo>
                    <a:pt x="6323614" y="0"/>
                  </a:lnTo>
                  <a:lnTo>
                    <a:pt x="6323707" y="0"/>
                  </a:lnTo>
                  <a:lnTo>
                    <a:pt x="6323800" y="0"/>
                  </a:lnTo>
                  <a:lnTo>
                    <a:pt x="6323893" y="0"/>
                  </a:lnTo>
                  <a:lnTo>
                    <a:pt x="6323987" y="0"/>
                  </a:lnTo>
                  <a:lnTo>
                    <a:pt x="6324080" y="0"/>
                  </a:lnTo>
                  <a:lnTo>
                    <a:pt x="6324173" y="0"/>
                  </a:lnTo>
                  <a:lnTo>
                    <a:pt x="6324266" y="0"/>
                  </a:lnTo>
                  <a:lnTo>
                    <a:pt x="6324360" y="0"/>
                  </a:lnTo>
                  <a:lnTo>
                    <a:pt x="6324453" y="0"/>
                  </a:lnTo>
                  <a:lnTo>
                    <a:pt x="6324546" y="0"/>
                  </a:lnTo>
                  <a:lnTo>
                    <a:pt x="6324639" y="0"/>
                  </a:lnTo>
                  <a:lnTo>
                    <a:pt x="6324733" y="0"/>
                  </a:lnTo>
                  <a:lnTo>
                    <a:pt x="6324826" y="0"/>
                  </a:lnTo>
                  <a:lnTo>
                    <a:pt x="6324919" y="0"/>
                  </a:lnTo>
                  <a:lnTo>
                    <a:pt x="6325012" y="0"/>
                  </a:lnTo>
                  <a:lnTo>
                    <a:pt x="6325106" y="0"/>
                  </a:lnTo>
                  <a:lnTo>
                    <a:pt x="6325199" y="0"/>
                  </a:lnTo>
                  <a:lnTo>
                    <a:pt x="6325292" y="0"/>
                  </a:lnTo>
                  <a:lnTo>
                    <a:pt x="6325385" y="0"/>
                  </a:lnTo>
                  <a:lnTo>
                    <a:pt x="6325479" y="0"/>
                  </a:lnTo>
                  <a:lnTo>
                    <a:pt x="6325572" y="0"/>
                  </a:lnTo>
                  <a:lnTo>
                    <a:pt x="6325665" y="0"/>
                  </a:lnTo>
                  <a:lnTo>
                    <a:pt x="6325758" y="0"/>
                  </a:lnTo>
                  <a:lnTo>
                    <a:pt x="6325852" y="0"/>
                  </a:lnTo>
                  <a:lnTo>
                    <a:pt x="6325945" y="0"/>
                  </a:lnTo>
                  <a:lnTo>
                    <a:pt x="6326038" y="0"/>
                  </a:lnTo>
                  <a:lnTo>
                    <a:pt x="6326131" y="0"/>
                  </a:lnTo>
                  <a:lnTo>
                    <a:pt x="6326225" y="0"/>
                  </a:lnTo>
                  <a:lnTo>
                    <a:pt x="6326318" y="0"/>
                  </a:lnTo>
                  <a:lnTo>
                    <a:pt x="6326411" y="0"/>
                  </a:lnTo>
                  <a:lnTo>
                    <a:pt x="6326504" y="0"/>
                  </a:lnTo>
                  <a:lnTo>
                    <a:pt x="6326598" y="0"/>
                  </a:lnTo>
                  <a:lnTo>
                    <a:pt x="6326691" y="0"/>
                  </a:lnTo>
                  <a:lnTo>
                    <a:pt x="6326784" y="0"/>
                  </a:lnTo>
                  <a:lnTo>
                    <a:pt x="6326877" y="0"/>
                  </a:lnTo>
                  <a:lnTo>
                    <a:pt x="6326971" y="0"/>
                  </a:lnTo>
                  <a:lnTo>
                    <a:pt x="6327064" y="0"/>
                  </a:lnTo>
                  <a:lnTo>
                    <a:pt x="6327157" y="0"/>
                  </a:lnTo>
                  <a:lnTo>
                    <a:pt x="6327250" y="0"/>
                  </a:lnTo>
                  <a:lnTo>
                    <a:pt x="6327343" y="0"/>
                  </a:lnTo>
                  <a:lnTo>
                    <a:pt x="6327437" y="0"/>
                  </a:lnTo>
                  <a:lnTo>
                    <a:pt x="6327530" y="0"/>
                  </a:lnTo>
                  <a:lnTo>
                    <a:pt x="6327623" y="0"/>
                  </a:lnTo>
                  <a:lnTo>
                    <a:pt x="6327716" y="0"/>
                  </a:lnTo>
                  <a:lnTo>
                    <a:pt x="6327810" y="0"/>
                  </a:lnTo>
                  <a:lnTo>
                    <a:pt x="6327903" y="0"/>
                  </a:lnTo>
                  <a:lnTo>
                    <a:pt x="6327996" y="0"/>
                  </a:lnTo>
                  <a:lnTo>
                    <a:pt x="6328089" y="0"/>
                  </a:lnTo>
                  <a:lnTo>
                    <a:pt x="6328183" y="0"/>
                  </a:lnTo>
                  <a:lnTo>
                    <a:pt x="6328276" y="0"/>
                  </a:lnTo>
                  <a:lnTo>
                    <a:pt x="6328369" y="0"/>
                  </a:lnTo>
                  <a:lnTo>
                    <a:pt x="6328462" y="0"/>
                  </a:lnTo>
                  <a:lnTo>
                    <a:pt x="6328556" y="0"/>
                  </a:lnTo>
                  <a:lnTo>
                    <a:pt x="6328649" y="0"/>
                  </a:lnTo>
                  <a:lnTo>
                    <a:pt x="6328742" y="0"/>
                  </a:lnTo>
                  <a:lnTo>
                    <a:pt x="6328835" y="0"/>
                  </a:lnTo>
                  <a:lnTo>
                    <a:pt x="6328929" y="0"/>
                  </a:lnTo>
                  <a:lnTo>
                    <a:pt x="6329022" y="0"/>
                  </a:lnTo>
                  <a:lnTo>
                    <a:pt x="6329115" y="0"/>
                  </a:lnTo>
                  <a:lnTo>
                    <a:pt x="6329208" y="0"/>
                  </a:lnTo>
                  <a:lnTo>
                    <a:pt x="6329302" y="0"/>
                  </a:lnTo>
                  <a:lnTo>
                    <a:pt x="6329395" y="0"/>
                  </a:lnTo>
                  <a:lnTo>
                    <a:pt x="6329488" y="0"/>
                  </a:lnTo>
                  <a:lnTo>
                    <a:pt x="6329581" y="0"/>
                  </a:lnTo>
                  <a:lnTo>
                    <a:pt x="6329675" y="0"/>
                  </a:lnTo>
                  <a:lnTo>
                    <a:pt x="6329768" y="0"/>
                  </a:lnTo>
                  <a:lnTo>
                    <a:pt x="6329861" y="0"/>
                  </a:lnTo>
                  <a:lnTo>
                    <a:pt x="6329954" y="0"/>
                  </a:lnTo>
                  <a:lnTo>
                    <a:pt x="6330048" y="0"/>
                  </a:lnTo>
                  <a:lnTo>
                    <a:pt x="6330141" y="0"/>
                  </a:lnTo>
                  <a:lnTo>
                    <a:pt x="6330234" y="0"/>
                  </a:lnTo>
                  <a:lnTo>
                    <a:pt x="6330327" y="0"/>
                  </a:lnTo>
                  <a:lnTo>
                    <a:pt x="6330421" y="0"/>
                  </a:lnTo>
                  <a:lnTo>
                    <a:pt x="6330514" y="0"/>
                  </a:lnTo>
                  <a:lnTo>
                    <a:pt x="6330607" y="0"/>
                  </a:lnTo>
                  <a:lnTo>
                    <a:pt x="6330700" y="0"/>
                  </a:lnTo>
                  <a:lnTo>
                    <a:pt x="6330794" y="0"/>
                  </a:lnTo>
                  <a:lnTo>
                    <a:pt x="6330887" y="0"/>
                  </a:lnTo>
                  <a:lnTo>
                    <a:pt x="6330980" y="0"/>
                  </a:lnTo>
                  <a:lnTo>
                    <a:pt x="6331073" y="0"/>
                  </a:lnTo>
                  <a:lnTo>
                    <a:pt x="6331167" y="0"/>
                  </a:lnTo>
                  <a:lnTo>
                    <a:pt x="6331260" y="0"/>
                  </a:lnTo>
                  <a:lnTo>
                    <a:pt x="6331353" y="0"/>
                  </a:lnTo>
                  <a:lnTo>
                    <a:pt x="6331446" y="0"/>
                  </a:lnTo>
                  <a:lnTo>
                    <a:pt x="6331540" y="0"/>
                  </a:lnTo>
                  <a:lnTo>
                    <a:pt x="6331633" y="0"/>
                  </a:lnTo>
                  <a:lnTo>
                    <a:pt x="6331726" y="0"/>
                  </a:lnTo>
                  <a:lnTo>
                    <a:pt x="6331819" y="0"/>
                  </a:lnTo>
                  <a:lnTo>
                    <a:pt x="6331913" y="0"/>
                  </a:lnTo>
                  <a:lnTo>
                    <a:pt x="6332006" y="0"/>
                  </a:lnTo>
                  <a:lnTo>
                    <a:pt x="6332099" y="0"/>
                  </a:lnTo>
                  <a:lnTo>
                    <a:pt x="6332192" y="0"/>
                  </a:lnTo>
                  <a:lnTo>
                    <a:pt x="6332286" y="0"/>
                  </a:lnTo>
                  <a:lnTo>
                    <a:pt x="6332379" y="0"/>
                  </a:lnTo>
                  <a:lnTo>
                    <a:pt x="6332472" y="0"/>
                  </a:lnTo>
                  <a:lnTo>
                    <a:pt x="6332565" y="0"/>
                  </a:lnTo>
                  <a:lnTo>
                    <a:pt x="6332659" y="0"/>
                  </a:lnTo>
                  <a:lnTo>
                    <a:pt x="6332752" y="0"/>
                  </a:lnTo>
                  <a:lnTo>
                    <a:pt x="6332845" y="0"/>
                  </a:lnTo>
                  <a:lnTo>
                    <a:pt x="6332938" y="0"/>
                  </a:lnTo>
                  <a:lnTo>
                    <a:pt x="6333032" y="0"/>
                  </a:lnTo>
                  <a:lnTo>
                    <a:pt x="6333125" y="0"/>
                  </a:lnTo>
                  <a:lnTo>
                    <a:pt x="6333218" y="0"/>
                  </a:lnTo>
                  <a:lnTo>
                    <a:pt x="6333311" y="0"/>
                  </a:lnTo>
                  <a:lnTo>
                    <a:pt x="6333405" y="0"/>
                  </a:lnTo>
                  <a:lnTo>
                    <a:pt x="6333498" y="0"/>
                  </a:lnTo>
                  <a:lnTo>
                    <a:pt x="6333591" y="0"/>
                  </a:lnTo>
                  <a:lnTo>
                    <a:pt x="6333684" y="0"/>
                  </a:lnTo>
                  <a:lnTo>
                    <a:pt x="6333778" y="0"/>
                  </a:lnTo>
                  <a:lnTo>
                    <a:pt x="6333871" y="0"/>
                  </a:lnTo>
                  <a:lnTo>
                    <a:pt x="6333964" y="0"/>
                  </a:lnTo>
                  <a:lnTo>
                    <a:pt x="6334057" y="0"/>
                  </a:lnTo>
                  <a:lnTo>
                    <a:pt x="6334151" y="0"/>
                  </a:lnTo>
                  <a:lnTo>
                    <a:pt x="6334244" y="0"/>
                  </a:lnTo>
                  <a:lnTo>
                    <a:pt x="6334337" y="0"/>
                  </a:lnTo>
                  <a:lnTo>
                    <a:pt x="6334430" y="0"/>
                  </a:lnTo>
                  <a:lnTo>
                    <a:pt x="6334523" y="0"/>
                  </a:lnTo>
                  <a:lnTo>
                    <a:pt x="6334617" y="0"/>
                  </a:lnTo>
                  <a:lnTo>
                    <a:pt x="6334710" y="0"/>
                  </a:lnTo>
                  <a:lnTo>
                    <a:pt x="6334803" y="0"/>
                  </a:lnTo>
                  <a:lnTo>
                    <a:pt x="6334896" y="0"/>
                  </a:lnTo>
                  <a:lnTo>
                    <a:pt x="6334990" y="0"/>
                  </a:lnTo>
                  <a:lnTo>
                    <a:pt x="6335083" y="0"/>
                  </a:lnTo>
                  <a:lnTo>
                    <a:pt x="6335176" y="0"/>
                  </a:lnTo>
                  <a:lnTo>
                    <a:pt x="6335269" y="0"/>
                  </a:lnTo>
                  <a:lnTo>
                    <a:pt x="6335363" y="0"/>
                  </a:lnTo>
                  <a:lnTo>
                    <a:pt x="6335456" y="0"/>
                  </a:lnTo>
                  <a:lnTo>
                    <a:pt x="6335549" y="0"/>
                  </a:lnTo>
                  <a:lnTo>
                    <a:pt x="6335642" y="0"/>
                  </a:lnTo>
                  <a:lnTo>
                    <a:pt x="6335736" y="0"/>
                  </a:lnTo>
                  <a:lnTo>
                    <a:pt x="6335829" y="0"/>
                  </a:lnTo>
                  <a:lnTo>
                    <a:pt x="6335922" y="0"/>
                  </a:lnTo>
                  <a:lnTo>
                    <a:pt x="6336015" y="0"/>
                  </a:lnTo>
                  <a:lnTo>
                    <a:pt x="6336109" y="0"/>
                  </a:lnTo>
                  <a:lnTo>
                    <a:pt x="6336202" y="0"/>
                  </a:lnTo>
                  <a:lnTo>
                    <a:pt x="6336295" y="0"/>
                  </a:lnTo>
                  <a:lnTo>
                    <a:pt x="6336388" y="0"/>
                  </a:lnTo>
                  <a:lnTo>
                    <a:pt x="6336482" y="0"/>
                  </a:lnTo>
                  <a:lnTo>
                    <a:pt x="6336575" y="0"/>
                  </a:lnTo>
                  <a:lnTo>
                    <a:pt x="6336668" y="0"/>
                  </a:lnTo>
                  <a:lnTo>
                    <a:pt x="6336761" y="0"/>
                  </a:lnTo>
                  <a:lnTo>
                    <a:pt x="6336855" y="0"/>
                  </a:lnTo>
                  <a:lnTo>
                    <a:pt x="6336948" y="0"/>
                  </a:lnTo>
                  <a:lnTo>
                    <a:pt x="6337041" y="0"/>
                  </a:lnTo>
                  <a:lnTo>
                    <a:pt x="6337134" y="0"/>
                  </a:lnTo>
                  <a:lnTo>
                    <a:pt x="6337228" y="0"/>
                  </a:lnTo>
                  <a:lnTo>
                    <a:pt x="6337321" y="0"/>
                  </a:lnTo>
                  <a:lnTo>
                    <a:pt x="6337414" y="0"/>
                  </a:lnTo>
                  <a:lnTo>
                    <a:pt x="6337507" y="0"/>
                  </a:lnTo>
                  <a:lnTo>
                    <a:pt x="6337601" y="0"/>
                  </a:lnTo>
                  <a:lnTo>
                    <a:pt x="6337694" y="0"/>
                  </a:lnTo>
                  <a:lnTo>
                    <a:pt x="6337787" y="0"/>
                  </a:lnTo>
                  <a:lnTo>
                    <a:pt x="6337880" y="0"/>
                  </a:lnTo>
                  <a:lnTo>
                    <a:pt x="6337974" y="0"/>
                  </a:lnTo>
                  <a:lnTo>
                    <a:pt x="6338067" y="0"/>
                  </a:lnTo>
                  <a:lnTo>
                    <a:pt x="6338160" y="0"/>
                  </a:lnTo>
                  <a:lnTo>
                    <a:pt x="6338253" y="0"/>
                  </a:lnTo>
                  <a:lnTo>
                    <a:pt x="6338347" y="0"/>
                  </a:lnTo>
                  <a:lnTo>
                    <a:pt x="6338440" y="0"/>
                  </a:lnTo>
                  <a:lnTo>
                    <a:pt x="6338533" y="0"/>
                  </a:lnTo>
                  <a:lnTo>
                    <a:pt x="6338626" y="0"/>
                  </a:lnTo>
                  <a:lnTo>
                    <a:pt x="6338720" y="0"/>
                  </a:lnTo>
                  <a:lnTo>
                    <a:pt x="6338813" y="0"/>
                  </a:lnTo>
                  <a:lnTo>
                    <a:pt x="6338906" y="0"/>
                  </a:lnTo>
                  <a:lnTo>
                    <a:pt x="6338999" y="0"/>
                  </a:lnTo>
                  <a:lnTo>
                    <a:pt x="6339093" y="0"/>
                  </a:lnTo>
                  <a:lnTo>
                    <a:pt x="6339186" y="0"/>
                  </a:lnTo>
                  <a:lnTo>
                    <a:pt x="6339279" y="0"/>
                  </a:lnTo>
                  <a:lnTo>
                    <a:pt x="6339372" y="0"/>
                  </a:lnTo>
                  <a:lnTo>
                    <a:pt x="6339466" y="0"/>
                  </a:lnTo>
                  <a:lnTo>
                    <a:pt x="6339559" y="0"/>
                  </a:lnTo>
                  <a:lnTo>
                    <a:pt x="6339652" y="0"/>
                  </a:lnTo>
                  <a:lnTo>
                    <a:pt x="6339745" y="0"/>
                  </a:lnTo>
                  <a:lnTo>
                    <a:pt x="6339839" y="0"/>
                  </a:lnTo>
                  <a:lnTo>
                    <a:pt x="6339932" y="0"/>
                  </a:lnTo>
                  <a:lnTo>
                    <a:pt x="6340025" y="0"/>
                  </a:lnTo>
                  <a:lnTo>
                    <a:pt x="6340118" y="0"/>
                  </a:lnTo>
                  <a:lnTo>
                    <a:pt x="6340212" y="0"/>
                  </a:lnTo>
                  <a:lnTo>
                    <a:pt x="6340305" y="0"/>
                  </a:lnTo>
                  <a:lnTo>
                    <a:pt x="6340398" y="0"/>
                  </a:lnTo>
                  <a:lnTo>
                    <a:pt x="6340491" y="0"/>
                  </a:lnTo>
                  <a:lnTo>
                    <a:pt x="6340585" y="0"/>
                  </a:lnTo>
                  <a:lnTo>
                    <a:pt x="6340585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652822" y="641017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1652822" y="69589"/>
              <a:ext cx="6340585" cy="6340585"/>
            </a:xfrm>
            <a:prstGeom prst="rect">
              <a:avLst/>
            </a:prstGeom>
            <a:ln w="1626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1341475" y="6363128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0.00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341475" y="4777981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1341475" y="3192835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0.50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341475" y="1607689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0.75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341475" y="22543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1.00</a:t>
              </a:r>
            </a:p>
          </p:txBody>
        </p:sp>
        <p:sp>
          <p:nvSpPr>
            <p:cNvPr id="35" name="pl35"/>
            <p:cNvSpPr/>
            <p:nvPr/>
          </p:nvSpPr>
          <p:spPr>
            <a:xfrm>
              <a:off x="1618027" y="641017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618027" y="482502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618027" y="323988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618027" y="165473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618027" y="6958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1652822" y="64101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3237968" y="64101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4823114" y="64101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6408261" y="64101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7993407" y="64101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1528463" y="6472804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113610" y="6472804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0.25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98756" y="6472804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83902" y="6472804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0.75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869048" y="6472804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1.00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4334459" y="6632322"/>
              <a:ext cx="977310" cy="1176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1 - specificity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829181" y="3181039"/>
              <a:ext cx="760506" cy="1176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Sensitivity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5694299" y="4633556"/>
              <a:ext cx="2061981" cy="101700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763888" y="470314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5785834" y="481287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763888" y="4922601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785834" y="5032329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5763888" y="5142057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5785834" y="525178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5763888" y="5361513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5785834" y="5471241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tx61"/>
            <p:cNvSpPr/>
            <p:nvPr/>
          </p:nvSpPr>
          <p:spPr>
            <a:xfrm>
              <a:off x="6052933" y="4762398"/>
              <a:ext cx="1235720" cy="1009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TyG (AUC = 0.580)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6052933" y="4981854"/>
              <a:ext cx="1633758" cy="1009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TyG-ABSI (AUC = 0.684)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6052933" y="5201310"/>
              <a:ext cx="1206825" cy="1009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AIP (AUC = 0.580)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6052933" y="5420766"/>
              <a:ext cx="1576517" cy="1009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METS-IR (AUC = 0.625)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081003" y="0"/>
              <a:ext cx="6981992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1652822" y="69589"/>
              <a:ext cx="6340585" cy="634058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652822" y="5617600"/>
              <a:ext cx="6340585" cy="0"/>
            </a:xfrm>
            <a:custGeom>
              <a:avLst/>
              <a:pathLst>
                <a:path w="6340585" h="0">
                  <a:moveTo>
                    <a:pt x="0" y="0"/>
                  </a:moveTo>
                  <a:lnTo>
                    <a:pt x="6340585" y="0"/>
                  </a:lnTo>
                  <a:lnTo>
                    <a:pt x="6340585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652822" y="4032454"/>
              <a:ext cx="6340585" cy="0"/>
            </a:xfrm>
            <a:custGeom>
              <a:avLst/>
              <a:pathLst>
                <a:path w="6340585" h="0">
                  <a:moveTo>
                    <a:pt x="0" y="0"/>
                  </a:moveTo>
                  <a:lnTo>
                    <a:pt x="6340585" y="0"/>
                  </a:lnTo>
                  <a:lnTo>
                    <a:pt x="6340585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2822" y="2447308"/>
              <a:ext cx="6340585" cy="0"/>
            </a:xfrm>
            <a:custGeom>
              <a:avLst/>
              <a:pathLst>
                <a:path w="6340585" h="0">
                  <a:moveTo>
                    <a:pt x="0" y="0"/>
                  </a:moveTo>
                  <a:lnTo>
                    <a:pt x="6340585" y="0"/>
                  </a:lnTo>
                  <a:lnTo>
                    <a:pt x="6340585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52822" y="862162"/>
              <a:ext cx="6340585" cy="0"/>
            </a:xfrm>
            <a:custGeom>
              <a:avLst/>
              <a:pathLst>
                <a:path w="6340585" h="0">
                  <a:moveTo>
                    <a:pt x="0" y="0"/>
                  </a:moveTo>
                  <a:lnTo>
                    <a:pt x="6340585" y="0"/>
                  </a:lnTo>
                  <a:lnTo>
                    <a:pt x="6340585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445395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30541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615687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200834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652822" y="6410174"/>
              <a:ext cx="6340585" cy="0"/>
            </a:xfrm>
            <a:custGeom>
              <a:avLst/>
              <a:pathLst>
                <a:path w="6340585" h="0">
                  <a:moveTo>
                    <a:pt x="0" y="0"/>
                  </a:moveTo>
                  <a:lnTo>
                    <a:pt x="6340585" y="0"/>
                  </a:lnTo>
                  <a:lnTo>
                    <a:pt x="6340585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652822" y="4825027"/>
              <a:ext cx="6340585" cy="0"/>
            </a:xfrm>
            <a:custGeom>
              <a:avLst/>
              <a:pathLst>
                <a:path w="6340585" h="0">
                  <a:moveTo>
                    <a:pt x="0" y="0"/>
                  </a:moveTo>
                  <a:lnTo>
                    <a:pt x="6340585" y="0"/>
                  </a:lnTo>
                  <a:lnTo>
                    <a:pt x="6340585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52822" y="3239881"/>
              <a:ext cx="6340585" cy="0"/>
            </a:xfrm>
            <a:custGeom>
              <a:avLst/>
              <a:pathLst>
                <a:path w="6340585" h="0">
                  <a:moveTo>
                    <a:pt x="0" y="0"/>
                  </a:moveTo>
                  <a:lnTo>
                    <a:pt x="6340585" y="0"/>
                  </a:lnTo>
                  <a:lnTo>
                    <a:pt x="6340585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52822" y="1654735"/>
              <a:ext cx="6340585" cy="0"/>
            </a:xfrm>
            <a:custGeom>
              <a:avLst/>
              <a:pathLst>
                <a:path w="6340585" h="0">
                  <a:moveTo>
                    <a:pt x="0" y="0"/>
                  </a:moveTo>
                  <a:lnTo>
                    <a:pt x="6340585" y="0"/>
                  </a:lnTo>
                  <a:lnTo>
                    <a:pt x="6340585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652822" y="69589"/>
              <a:ext cx="6340585" cy="0"/>
            </a:xfrm>
            <a:custGeom>
              <a:avLst/>
              <a:pathLst>
                <a:path w="6340585" h="0">
                  <a:moveTo>
                    <a:pt x="0" y="0"/>
                  </a:moveTo>
                  <a:lnTo>
                    <a:pt x="6340585" y="0"/>
                  </a:lnTo>
                  <a:lnTo>
                    <a:pt x="6340585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652822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237968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823114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408261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993407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652822" y="69589"/>
              <a:ext cx="6340585" cy="6340585"/>
            </a:xfrm>
            <a:custGeom>
              <a:avLst/>
              <a:pathLst>
                <a:path w="6340585" h="6340585">
                  <a:moveTo>
                    <a:pt x="0" y="6340585"/>
                  </a:moveTo>
                  <a:lnTo>
                    <a:pt x="94" y="6340585"/>
                  </a:lnTo>
                  <a:lnTo>
                    <a:pt x="188" y="6340585"/>
                  </a:lnTo>
                  <a:lnTo>
                    <a:pt x="282" y="6340585"/>
                  </a:lnTo>
                  <a:lnTo>
                    <a:pt x="376" y="6340585"/>
                  </a:lnTo>
                  <a:lnTo>
                    <a:pt x="470" y="6340585"/>
                  </a:lnTo>
                  <a:lnTo>
                    <a:pt x="564" y="6340585"/>
                  </a:lnTo>
                  <a:lnTo>
                    <a:pt x="658" y="6340585"/>
                  </a:lnTo>
                  <a:lnTo>
                    <a:pt x="752" y="6340585"/>
                  </a:lnTo>
                  <a:lnTo>
                    <a:pt x="846" y="6340585"/>
                  </a:lnTo>
                  <a:lnTo>
                    <a:pt x="940" y="6340585"/>
                  </a:lnTo>
                  <a:lnTo>
                    <a:pt x="1034" y="6340585"/>
                  </a:lnTo>
                  <a:lnTo>
                    <a:pt x="1128" y="6340585"/>
                  </a:lnTo>
                  <a:lnTo>
                    <a:pt x="1128" y="6335305"/>
                  </a:lnTo>
                  <a:lnTo>
                    <a:pt x="1222" y="6335305"/>
                  </a:lnTo>
                  <a:lnTo>
                    <a:pt x="1316" y="6335305"/>
                  </a:lnTo>
                  <a:lnTo>
                    <a:pt x="1410" y="6335305"/>
                  </a:lnTo>
                  <a:lnTo>
                    <a:pt x="1504" y="6335305"/>
                  </a:lnTo>
                  <a:lnTo>
                    <a:pt x="1598" y="6335305"/>
                  </a:lnTo>
                  <a:lnTo>
                    <a:pt x="1692" y="6335305"/>
                  </a:lnTo>
                  <a:lnTo>
                    <a:pt x="1786" y="6335305"/>
                  </a:lnTo>
                  <a:lnTo>
                    <a:pt x="1880" y="6335305"/>
                  </a:lnTo>
                  <a:lnTo>
                    <a:pt x="1974" y="6335305"/>
                  </a:lnTo>
                  <a:lnTo>
                    <a:pt x="2068" y="6335305"/>
                  </a:lnTo>
                  <a:lnTo>
                    <a:pt x="2162" y="6335305"/>
                  </a:lnTo>
                  <a:lnTo>
                    <a:pt x="2256" y="6335305"/>
                  </a:lnTo>
                  <a:lnTo>
                    <a:pt x="2350" y="6335305"/>
                  </a:lnTo>
                  <a:lnTo>
                    <a:pt x="2444" y="6335305"/>
                  </a:lnTo>
                  <a:lnTo>
                    <a:pt x="2538" y="6335305"/>
                  </a:lnTo>
                  <a:lnTo>
                    <a:pt x="2632" y="6335305"/>
                  </a:lnTo>
                  <a:lnTo>
                    <a:pt x="2726" y="6335305"/>
                  </a:lnTo>
                  <a:lnTo>
                    <a:pt x="2820" y="6335305"/>
                  </a:lnTo>
                  <a:lnTo>
                    <a:pt x="2914" y="6335305"/>
                  </a:lnTo>
                  <a:lnTo>
                    <a:pt x="3008" y="6335305"/>
                  </a:lnTo>
                  <a:lnTo>
                    <a:pt x="3102" y="6335305"/>
                  </a:lnTo>
                  <a:lnTo>
                    <a:pt x="3196" y="6335305"/>
                  </a:lnTo>
                  <a:lnTo>
                    <a:pt x="3290" y="6335305"/>
                  </a:lnTo>
                  <a:lnTo>
                    <a:pt x="3384" y="6335305"/>
                  </a:lnTo>
                  <a:lnTo>
                    <a:pt x="3478" y="6335305"/>
                  </a:lnTo>
                  <a:lnTo>
                    <a:pt x="3573" y="6335305"/>
                  </a:lnTo>
                  <a:lnTo>
                    <a:pt x="3667" y="6335305"/>
                  </a:lnTo>
                  <a:lnTo>
                    <a:pt x="3761" y="6335305"/>
                  </a:lnTo>
                  <a:lnTo>
                    <a:pt x="3855" y="6335305"/>
                  </a:lnTo>
                  <a:lnTo>
                    <a:pt x="3855" y="6330026"/>
                  </a:lnTo>
                  <a:lnTo>
                    <a:pt x="3949" y="6330026"/>
                  </a:lnTo>
                  <a:lnTo>
                    <a:pt x="4043" y="6330026"/>
                  </a:lnTo>
                  <a:lnTo>
                    <a:pt x="4137" y="6330026"/>
                  </a:lnTo>
                  <a:lnTo>
                    <a:pt x="4231" y="6330026"/>
                  </a:lnTo>
                  <a:lnTo>
                    <a:pt x="4325" y="6330026"/>
                  </a:lnTo>
                  <a:lnTo>
                    <a:pt x="4419" y="6330026"/>
                  </a:lnTo>
                  <a:lnTo>
                    <a:pt x="4513" y="6330026"/>
                  </a:lnTo>
                  <a:lnTo>
                    <a:pt x="4607" y="6330026"/>
                  </a:lnTo>
                  <a:lnTo>
                    <a:pt x="4701" y="6330026"/>
                  </a:lnTo>
                  <a:lnTo>
                    <a:pt x="4795" y="6330026"/>
                  </a:lnTo>
                  <a:lnTo>
                    <a:pt x="4889" y="6330026"/>
                  </a:lnTo>
                  <a:lnTo>
                    <a:pt x="4983" y="6330026"/>
                  </a:lnTo>
                  <a:lnTo>
                    <a:pt x="5077" y="6330026"/>
                  </a:lnTo>
                  <a:lnTo>
                    <a:pt x="5171" y="6330026"/>
                  </a:lnTo>
                  <a:lnTo>
                    <a:pt x="5265" y="6330026"/>
                  </a:lnTo>
                  <a:lnTo>
                    <a:pt x="5359" y="6330026"/>
                  </a:lnTo>
                  <a:lnTo>
                    <a:pt x="5453" y="6330026"/>
                  </a:lnTo>
                  <a:lnTo>
                    <a:pt x="5547" y="6330026"/>
                  </a:lnTo>
                  <a:lnTo>
                    <a:pt x="5641" y="6330026"/>
                  </a:lnTo>
                  <a:lnTo>
                    <a:pt x="5735" y="6330026"/>
                  </a:lnTo>
                  <a:lnTo>
                    <a:pt x="5829" y="6330026"/>
                  </a:lnTo>
                  <a:lnTo>
                    <a:pt x="5923" y="6330026"/>
                  </a:lnTo>
                  <a:lnTo>
                    <a:pt x="6017" y="6330026"/>
                  </a:lnTo>
                  <a:lnTo>
                    <a:pt x="6111" y="6330026"/>
                  </a:lnTo>
                  <a:lnTo>
                    <a:pt x="6111" y="6324746"/>
                  </a:lnTo>
                  <a:lnTo>
                    <a:pt x="6205" y="6324746"/>
                  </a:lnTo>
                  <a:lnTo>
                    <a:pt x="6299" y="6324746"/>
                  </a:lnTo>
                  <a:lnTo>
                    <a:pt x="6393" y="6324746"/>
                  </a:lnTo>
                  <a:lnTo>
                    <a:pt x="6487" y="6324746"/>
                  </a:lnTo>
                  <a:lnTo>
                    <a:pt x="6581" y="6324746"/>
                  </a:lnTo>
                  <a:lnTo>
                    <a:pt x="6675" y="6324746"/>
                  </a:lnTo>
                  <a:lnTo>
                    <a:pt x="6769" y="6324746"/>
                  </a:lnTo>
                  <a:lnTo>
                    <a:pt x="6863" y="6324746"/>
                  </a:lnTo>
                  <a:lnTo>
                    <a:pt x="6957" y="6324746"/>
                  </a:lnTo>
                  <a:lnTo>
                    <a:pt x="7051" y="6324746"/>
                  </a:lnTo>
                  <a:lnTo>
                    <a:pt x="7146" y="6324746"/>
                  </a:lnTo>
                  <a:lnTo>
                    <a:pt x="7240" y="6324746"/>
                  </a:lnTo>
                  <a:lnTo>
                    <a:pt x="7334" y="6324746"/>
                  </a:lnTo>
                  <a:lnTo>
                    <a:pt x="7428" y="6324746"/>
                  </a:lnTo>
                  <a:lnTo>
                    <a:pt x="7522" y="6324746"/>
                  </a:lnTo>
                  <a:lnTo>
                    <a:pt x="7616" y="6324746"/>
                  </a:lnTo>
                  <a:lnTo>
                    <a:pt x="7710" y="6324746"/>
                  </a:lnTo>
                  <a:lnTo>
                    <a:pt x="7804" y="6324746"/>
                  </a:lnTo>
                  <a:lnTo>
                    <a:pt x="7898" y="6324746"/>
                  </a:lnTo>
                  <a:lnTo>
                    <a:pt x="7992" y="6324746"/>
                  </a:lnTo>
                  <a:lnTo>
                    <a:pt x="8086" y="6324746"/>
                  </a:lnTo>
                  <a:lnTo>
                    <a:pt x="8180" y="6324746"/>
                  </a:lnTo>
                  <a:lnTo>
                    <a:pt x="8274" y="6324746"/>
                  </a:lnTo>
                  <a:lnTo>
                    <a:pt x="8368" y="6324746"/>
                  </a:lnTo>
                  <a:lnTo>
                    <a:pt x="8462" y="6324746"/>
                  </a:lnTo>
                  <a:lnTo>
                    <a:pt x="8556" y="6324746"/>
                  </a:lnTo>
                  <a:lnTo>
                    <a:pt x="8650" y="6324746"/>
                  </a:lnTo>
                  <a:lnTo>
                    <a:pt x="8744" y="6324746"/>
                  </a:lnTo>
                  <a:lnTo>
                    <a:pt x="8838" y="6324746"/>
                  </a:lnTo>
                  <a:lnTo>
                    <a:pt x="8932" y="6324746"/>
                  </a:lnTo>
                  <a:lnTo>
                    <a:pt x="9026" y="6324746"/>
                  </a:lnTo>
                  <a:lnTo>
                    <a:pt x="9120" y="6324746"/>
                  </a:lnTo>
                  <a:lnTo>
                    <a:pt x="9214" y="6324746"/>
                  </a:lnTo>
                  <a:lnTo>
                    <a:pt x="9308" y="6324746"/>
                  </a:lnTo>
                  <a:lnTo>
                    <a:pt x="9402" y="6324746"/>
                  </a:lnTo>
                  <a:lnTo>
                    <a:pt x="9496" y="6324746"/>
                  </a:lnTo>
                  <a:lnTo>
                    <a:pt x="9590" y="6324746"/>
                  </a:lnTo>
                  <a:lnTo>
                    <a:pt x="9684" y="6324746"/>
                  </a:lnTo>
                  <a:lnTo>
                    <a:pt x="9778" y="6324746"/>
                  </a:lnTo>
                  <a:lnTo>
                    <a:pt x="9872" y="6324746"/>
                  </a:lnTo>
                  <a:lnTo>
                    <a:pt x="9966" y="6324746"/>
                  </a:lnTo>
                  <a:lnTo>
                    <a:pt x="10060" y="6324746"/>
                  </a:lnTo>
                  <a:lnTo>
                    <a:pt x="10154" y="6324746"/>
                  </a:lnTo>
                  <a:lnTo>
                    <a:pt x="10248" y="6324746"/>
                  </a:lnTo>
                  <a:lnTo>
                    <a:pt x="10342" y="6324746"/>
                  </a:lnTo>
                  <a:lnTo>
                    <a:pt x="10436" y="6324746"/>
                  </a:lnTo>
                  <a:lnTo>
                    <a:pt x="10530" y="6324746"/>
                  </a:lnTo>
                  <a:lnTo>
                    <a:pt x="10624" y="6324746"/>
                  </a:lnTo>
                  <a:lnTo>
                    <a:pt x="10719" y="6324746"/>
                  </a:lnTo>
                  <a:lnTo>
                    <a:pt x="10813" y="6324746"/>
                  </a:lnTo>
                  <a:lnTo>
                    <a:pt x="10907" y="6324746"/>
                  </a:lnTo>
                  <a:lnTo>
                    <a:pt x="11001" y="6324746"/>
                  </a:lnTo>
                  <a:lnTo>
                    <a:pt x="11095" y="6324746"/>
                  </a:lnTo>
                  <a:lnTo>
                    <a:pt x="11189" y="6324746"/>
                  </a:lnTo>
                  <a:lnTo>
                    <a:pt x="11283" y="6324746"/>
                  </a:lnTo>
                  <a:lnTo>
                    <a:pt x="11377" y="6324746"/>
                  </a:lnTo>
                  <a:lnTo>
                    <a:pt x="11471" y="6324746"/>
                  </a:lnTo>
                  <a:lnTo>
                    <a:pt x="11565" y="6324746"/>
                  </a:lnTo>
                  <a:lnTo>
                    <a:pt x="11659" y="6324746"/>
                  </a:lnTo>
                  <a:lnTo>
                    <a:pt x="11753" y="6324746"/>
                  </a:lnTo>
                  <a:lnTo>
                    <a:pt x="11847" y="6324746"/>
                  </a:lnTo>
                  <a:lnTo>
                    <a:pt x="11941" y="6324746"/>
                  </a:lnTo>
                  <a:lnTo>
                    <a:pt x="12035" y="6324746"/>
                  </a:lnTo>
                  <a:lnTo>
                    <a:pt x="12129" y="6324746"/>
                  </a:lnTo>
                  <a:lnTo>
                    <a:pt x="12223" y="6324746"/>
                  </a:lnTo>
                  <a:lnTo>
                    <a:pt x="12317" y="6324746"/>
                  </a:lnTo>
                  <a:lnTo>
                    <a:pt x="12411" y="6324746"/>
                  </a:lnTo>
                  <a:lnTo>
                    <a:pt x="12505" y="6324746"/>
                  </a:lnTo>
                  <a:lnTo>
                    <a:pt x="12599" y="6324746"/>
                  </a:lnTo>
                  <a:lnTo>
                    <a:pt x="12693" y="6324746"/>
                  </a:lnTo>
                  <a:lnTo>
                    <a:pt x="12787" y="6324746"/>
                  </a:lnTo>
                  <a:lnTo>
                    <a:pt x="12881" y="6324746"/>
                  </a:lnTo>
                  <a:lnTo>
                    <a:pt x="12975" y="6324746"/>
                  </a:lnTo>
                  <a:lnTo>
                    <a:pt x="13069" y="6324746"/>
                  </a:lnTo>
                  <a:lnTo>
                    <a:pt x="13163" y="6324746"/>
                  </a:lnTo>
                  <a:lnTo>
                    <a:pt x="13257" y="6324746"/>
                  </a:lnTo>
                  <a:lnTo>
                    <a:pt x="13351" y="6324746"/>
                  </a:lnTo>
                  <a:lnTo>
                    <a:pt x="13445" y="6324746"/>
                  </a:lnTo>
                  <a:lnTo>
                    <a:pt x="13539" y="6324746"/>
                  </a:lnTo>
                  <a:lnTo>
                    <a:pt x="13633" y="6324746"/>
                  </a:lnTo>
                  <a:lnTo>
                    <a:pt x="13727" y="6324746"/>
                  </a:lnTo>
                  <a:lnTo>
                    <a:pt x="13821" y="6324746"/>
                  </a:lnTo>
                  <a:lnTo>
                    <a:pt x="13915" y="6324746"/>
                  </a:lnTo>
                  <a:lnTo>
                    <a:pt x="14009" y="6324746"/>
                  </a:lnTo>
                  <a:lnTo>
                    <a:pt x="14103" y="6324746"/>
                  </a:lnTo>
                  <a:lnTo>
                    <a:pt x="14198" y="6324746"/>
                  </a:lnTo>
                  <a:lnTo>
                    <a:pt x="14292" y="6324746"/>
                  </a:lnTo>
                  <a:lnTo>
                    <a:pt x="14386" y="6324746"/>
                  </a:lnTo>
                  <a:lnTo>
                    <a:pt x="14480" y="6324746"/>
                  </a:lnTo>
                  <a:lnTo>
                    <a:pt x="14574" y="6324746"/>
                  </a:lnTo>
                  <a:lnTo>
                    <a:pt x="14668" y="6324746"/>
                  </a:lnTo>
                  <a:lnTo>
                    <a:pt x="14762" y="6324746"/>
                  </a:lnTo>
                  <a:lnTo>
                    <a:pt x="14856" y="6324746"/>
                  </a:lnTo>
                  <a:lnTo>
                    <a:pt x="14950" y="6324746"/>
                  </a:lnTo>
                  <a:lnTo>
                    <a:pt x="15044" y="6324746"/>
                  </a:lnTo>
                  <a:lnTo>
                    <a:pt x="15138" y="6324746"/>
                  </a:lnTo>
                  <a:lnTo>
                    <a:pt x="15232" y="6324746"/>
                  </a:lnTo>
                  <a:lnTo>
                    <a:pt x="15326" y="6324746"/>
                  </a:lnTo>
                  <a:lnTo>
                    <a:pt x="15420" y="6324746"/>
                  </a:lnTo>
                  <a:lnTo>
                    <a:pt x="15514" y="6324746"/>
                  </a:lnTo>
                  <a:lnTo>
                    <a:pt x="15608" y="6324746"/>
                  </a:lnTo>
                  <a:lnTo>
                    <a:pt x="15702" y="6324746"/>
                  </a:lnTo>
                  <a:lnTo>
                    <a:pt x="15796" y="6324746"/>
                  </a:lnTo>
                  <a:lnTo>
                    <a:pt x="15890" y="6324746"/>
                  </a:lnTo>
                  <a:lnTo>
                    <a:pt x="15984" y="6324746"/>
                  </a:lnTo>
                  <a:lnTo>
                    <a:pt x="16078" y="6324746"/>
                  </a:lnTo>
                  <a:lnTo>
                    <a:pt x="16172" y="6324746"/>
                  </a:lnTo>
                  <a:lnTo>
                    <a:pt x="16266" y="6324746"/>
                  </a:lnTo>
                  <a:lnTo>
                    <a:pt x="16360" y="6324746"/>
                  </a:lnTo>
                  <a:lnTo>
                    <a:pt x="16454" y="6324746"/>
                  </a:lnTo>
                  <a:lnTo>
                    <a:pt x="16454" y="6319467"/>
                  </a:lnTo>
                  <a:lnTo>
                    <a:pt x="16548" y="6319467"/>
                  </a:lnTo>
                  <a:lnTo>
                    <a:pt x="16642" y="6319467"/>
                  </a:lnTo>
                  <a:lnTo>
                    <a:pt x="16736" y="6319467"/>
                  </a:lnTo>
                  <a:lnTo>
                    <a:pt x="16830" y="6319467"/>
                  </a:lnTo>
                  <a:lnTo>
                    <a:pt x="16924" y="6319467"/>
                  </a:lnTo>
                  <a:lnTo>
                    <a:pt x="17018" y="6319467"/>
                  </a:lnTo>
                  <a:lnTo>
                    <a:pt x="17112" y="6319467"/>
                  </a:lnTo>
                  <a:lnTo>
                    <a:pt x="17206" y="6319467"/>
                  </a:lnTo>
                  <a:lnTo>
                    <a:pt x="17300" y="6319467"/>
                  </a:lnTo>
                  <a:lnTo>
                    <a:pt x="17394" y="6319467"/>
                  </a:lnTo>
                  <a:lnTo>
                    <a:pt x="17488" y="6319467"/>
                  </a:lnTo>
                  <a:lnTo>
                    <a:pt x="17582" y="6319467"/>
                  </a:lnTo>
                  <a:lnTo>
                    <a:pt x="17676" y="6319467"/>
                  </a:lnTo>
                  <a:lnTo>
                    <a:pt x="17771" y="6319467"/>
                  </a:lnTo>
                  <a:lnTo>
                    <a:pt x="17865" y="6319467"/>
                  </a:lnTo>
                  <a:lnTo>
                    <a:pt x="17959" y="6319467"/>
                  </a:lnTo>
                  <a:lnTo>
                    <a:pt x="18053" y="6319467"/>
                  </a:lnTo>
                  <a:lnTo>
                    <a:pt x="18147" y="6319467"/>
                  </a:lnTo>
                  <a:lnTo>
                    <a:pt x="18241" y="6319467"/>
                  </a:lnTo>
                  <a:lnTo>
                    <a:pt x="18335" y="6319467"/>
                  </a:lnTo>
                  <a:lnTo>
                    <a:pt x="18429" y="6319467"/>
                  </a:lnTo>
                  <a:lnTo>
                    <a:pt x="18523" y="6319467"/>
                  </a:lnTo>
                  <a:lnTo>
                    <a:pt x="18617" y="6319467"/>
                  </a:lnTo>
                  <a:lnTo>
                    <a:pt x="18711" y="6319467"/>
                  </a:lnTo>
                  <a:lnTo>
                    <a:pt x="18805" y="6319467"/>
                  </a:lnTo>
                  <a:lnTo>
                    <a:pt x="18899" y="6319467"/>
                  </a:lnTo>
                  <a:lnTo>
                    <a:pt x="18993" y="6319467"/>
                  </a:lnTo>
                  <a:lnTo>
                    <a:pt x="19181" y="6319467"/>
                  </a:lnTo>
                  <a:lnTo>
                    <a:pt x="19275" y="6319467"/>
                  </a:lnTo>
                  <a:lnTo>
                    <a:pt x="19369" y="6319467"/>
                  </a:lnTo>
                  <a:lnTo>
                    <a:pt x="19463" y="6319467"/>
                  </a:lnTo>
                  <a:lnTo>
                    <a:pt x="19557" y="6319467"/>
                  </a:lnTo>
                  <a:lnTo>
                    <a:pt x="19651" y="6319467"/>
                  </a:lnTo>
                  <a:lnTo>
                    <a:pt x="19745" y="6319467"/>
                  </a:lnTo>
                  <a:lnTo>
                    <a:pt x="19839" y="6319467"/>
                  </a:lnTo>
                  <a:lnTo>
                    <a:pt x="19933" y="6319467"/>
                  </a:lnTo>
                  <a:lnTo>
                    <a:pt x="20027" y="6319467"/>
                  </a:lnTo>
                  <a:lnTo>
                    <a:pt x="20121" y="6319467"/>
                  </a:lnTo>
                  <a:lnTo>
                    <a:pt x="20215" y="6319467"/>
                  </a:lnTo>
                  <a:lnTo>
                    <a:pt x="20309" y="6319467"/>
                  </a:lnTo>
                  <a:lnTo>
                    <a:pt x="20497" y="6319467"/>
                  </a:lnTo>
                  <a:lnTo>
                    <a:pt x="20591" y="6319467"/>
                  </a:lnTo>
                  <a:lnTo>
                    <a:pt x="20685" y="6319467"/>
                  </a:lnTo>
                  <a:lnTo>
                    <a:pt x="20779" y="6319467"/>
                  </a:lnTo>
                  <a:lnTo>
                    <a:pt x="20967" y="6319467"/>
                  </a:lnTo>
                  <a:lnTo>
                    <a:pt x="21061" y="6319467"/>
                  </a:lnTo>
                  <a:lnTo>
                    <a:pt x="21155" y="6319467"/>
                  </a:lnTo>
                  <a:lnTo>
                    <a:pt x="21249" y="6319467"/>
                  </a:lnTo>
                  <a:lnTo>
                    <a:pt x="21344" y="6319467"/>
                  </a:lnTo>
                  <a:lnTo>
                    <a:pt x="21438" y="6319467"/>
                  </a:lnTo>
                  <a:lnTo>
                    <a:pt x="21532" y="6319467"/>
                  </a:lnTo>
                  <a:lnTo>
                    <a:pt x="21626" y="6319467"/>
                  </a:lnTo>
                  <a:lnTo>
                    <a:pt x="21626" y="6314187"/>
                  </a:lnTo>
                  <a:lnTo>
                    <a:pt x="21720" y="6314187"/>
                  </a:lnTo>
                  <a:lnTo>
                    <a:pt x="21814" y="6314187"/>
                  </a:lnTo>
                  <a:lnTo>
                    <a:pt x="21908" y="6314187"/>
                  </a:lnTo>
                  <a:lnTo>
                    <a:pt x="22002" y="6314187"/>
                  </a:lnTo>
                  <a:lnTo>
                    <a:pt x="22096" y="6314187"/>
                  </a:lnTo>
                  <a:lnTo>
                    <a:pt x="22190" y="6314187"/>
                  </a:lnTo>
                  <a:lnTo>
                    <a:pt x="22284" y="6314187"/>
                  </a:lnTo>
                  <a:lnTo>
                    <a:pt x="22378" y="6314187"/>
                  </a:lnTo>
                  <a:lnTo>
                    <a:pt x="22472" y="6314187"/>
                  </a:lnTo>
                  <a:lnTo>
                    <a:pt x="22566" y="6314187"/>
                  </a:lnTo>
                  <a:lnTo>
                    <a:pt x="22660" y="6314187"/>
                  </a:lnTo>
                  <a:lnTo>
                    <a:pt x="22754" y="6314187"/>
                  </a:lnTo>
                  <a:lnTo>
                    <a:pt x="22848" y="6314187"/>
                  </a:lnTo>
                  <a:lnTo>
                    <a:pt x="22942" y="6314187"/>
                  </a:lnTo>
                  <a:lnTo>
                    <a:pt x="23036" y="6314187"/>
                  </a:lnTo>
                  <a:lnTo>
                    <a:pt x="23036" y="6308908"/>
                  </a:lnTo>
                  <a:lnTo>
                    <a:pt x="23130" y="6308908"/>
                  </a:lnTo>
                  <a:lnTo>
                    <a:pt x="23224" y="6308908"/>
                  </a:lnTo>
                  <a:lnTo>
                    <a:pt x="23318" y="6308908"/>
                  </a:lnTo>
                  <a:lnTo>
                    <a:pt x="23412" y="6308908"/>
                  </a:lnTo>
                  <a:lnTo>
                    <a:pt x="23506" y="6308908"/>
                  </a:lnTo>
                  <a:lnTo>
                    <a:pt x="23600" y="6308908"/>
                  </a:lnTo>
                  <a:lnTo>
                    <a:pt x="23694" y="6308908"/>
                  </a:lnTo>
                  <a:lnTo>
                    <a:pt x="23882" y="6308908"/>
                  </a:lnTo>
                  <a:lnTo>
                    <a:pt x="23976" y="6308908"/>
                  </a:lnTo>
                  <a:lnTo>
                    <a:pt x="24070" y="6308908"/>
                  </a:lnTo>
                  <a:lnTo>
                    <a:pt x="24164" y="6308908"/>
                  </a:lnTo>
                  <a:lnTo>
                    <a:pt x="24258" y="6308908"/>
                  </a:lnTo>
                  <a:lnTo>
                    <a:pt x="24352" y="6308908"/>
                  </a:lnTo>
                  <a:lnTo>
                    <a:pt x="24446" y="6308908"/>
                  </a:lnTo>
                  <a:lnTo>
                    <a:pt x="24540" y="6308908"/>
                  </a:lnTo>
                  <a:lnTo>
                    <a:pt x="24634" y="6308908"/>
                  </a:lnTo>
                  <a:lnTo>
                    <a:pt x="24728" y="6308908"/>
                  </a:lnTo>
                  <a:lnTo>
                    <a:pt x="24823" y="6308908"/>
                  </a:lnTo>
                  <a:lnTo>
                    <a:pt x="24823" y="6303629"/>
                  </a:lnTo>
                  <a:lnTo>
                    <a:pt x="24917" y="6303629"/>
                  </a:lnTo>
                  <a:lnTo>
                    <a:pt x="25011" y="6303629"/>
                  </a:lnTo>
                  <a:lnTo>
                    <a:pt x="25105" y="6303629"/>
                  </a:lnTo>
                  <a:lnTo>
                    <a:pt x="25199" y="6303629"/>
                  </a:lnTo>
                  <a:lnTo>
                    <a:pt x="25293" y="6303629"/>
                  </a:lnTo>
                  <a:lnTo>
                    <a:pt x="25387" y="6303629"/>
                  </a:lnTo>
                  <a:lnTo>
                    <a:pt x="25481" y="6303629"/>
                  </a:lnTo>
                  <a:lnTo>
                    <a:pt x="25575" y="6303629"/>
                  </a:lnTo>
                  <a:lnTo>
                    <a:pt x="25669" y="6303629"/>
                  </a:lnTo>
                  <a:lnTo>
                    <a:pt x="25763" y="6303629"/>
                  </a:lnTo>
                  <a:lnTo>
                    <a:pt x="25857" y="6303629"/>
                  </a:lnTo>
                  <a:lnTo>
                    <a:pt x="25951" y="6303629"/>
                  </a:lnTo>
                  <a:lnTo>
                    <a:pt x="26045" y="6303629"/>
                  </a:lnTo>
                  <a:lnTo>
                    <a:pt x="26139" y="6303629"/>
                  </a:lnTo>
                  <a:lnTo>
                    <a:pt x="26233" y="6303629"/>
                  </a:lnTo>
                  <a:lnTo>
                    <a:pt x="26327" y="6303629"/>
                  </a:lnTo>
                  <a:lnTo>
                    <a:pt x="26421" y="6303629"/>
                  </a:lnTo>
                  <a:lnTo>
                    <a:pt x="26515" y="6303629"/>
                  </a:lnTo>
                  <a:lnTo>
                    <a:pt x="26609" y="6303629"/>
                  </a:lnTo>
                  <a:lnTo>
                    <a:pt x="26703" y="6303629"/>
                  </a:lnTo>
                  <a:lnTo>
                    <a:pt x="26797" y="6303629"/>
                  </a:lnTo>
                  <a:lnTo>
                    <a:pt x="26891" y="6303629"/>
                  </a:lnTo>
                  <a:lnTo>
                    <a:pt x="26985" y="6303629"/>
                  </a:lnTo>
                  <a:lnTo>
                    <a:pt x="27079" y="6303629"/>
                  </a:lnTo>
                  <a:lnTo>
                    <a:pt x="27173" y="6303629"/>
                  </a:lnTo>
                  <a:lnTo>
                    <a:pt x="27267" y="6303629"/>
                  </a:lnTo>
                  <a:lnTo>
                    <a:pt x="27361" y="6303629"/>
                  </a:lnTo>
                  <a:lnTo>
                    <a:pt x="27455" y="6303629"/>
                  </a:lnTo>
                  <a:lnTo>
                    <a:pt x="27549" y="6303629"/>
                  </a:lnTo>
                  <a:lnTo>
                    <a:pt x="27643" y="6303629"/>
                  </a:lnTo>
                  <a:lnTo>
                    <a:pt x="27831" y="6303629"/>
                  </a:lnTo>
                  <a:lnTo>
                    <a:pt x="28019" y="6303629"/>
                  </a:lnTo>
                  <a:lnTo>
                    <a:pt x="28113" y="6303629"/>
                  </a:lnTo>
                  <a:lnTo>
                    <a:pt x="28207" y="6303629"/>
                  </a:lnTo>
                  <a:lnTo>
                    <a:pt x="28301" y="6303629"/>
                  </a:lnTo>
                  <a:lnTo>
                    <a:pt x="28396" y="6303629"/>
                  </a:lnTo>
                  <a:lnTo>
                    <a:pt x="28490" y="6303629"/>
                  </a:lnTo>
                  <a:lnTo>
                    <a:pt x="28584" y="6303629"/>
                  </a:lnTo>
                  <a:lnTo>
                    <a:pt x="28678" y="6303629"/>
                  </a:lnTo>
                  <a:lnTo>
                    <a:pt x="28772" y="6303629"/>
                  </a:lnTo>
                  <a:lnTo>
                    <a:pt x="28866" y="6303629"/>
                  </a:lnTo>
                  <a:lnTo>
                    <a:pt x="28960" y="6303629"/>
                  </a:lnTo>
                  <a:lnTo>
                    <a:pt x="29054" y="6303629"/>
                  </a:lnTo>
                  <a:lnTo>
                    <a:pt x="29148" y="6303629"/>
                  </a:lnTo>
                  <a:lnTo>
                    <a:pt x="29242" y="6303629"/>
                  </a:lnTo>
                  <a:lnTo>
                    <a:pt x="29336" y="6303629"/>
                  </a:lnTo>
                  <a:lnTo>
                    <a:pt x="29430" y="6303629"/>
                  </a:lnTo>
                  <a:lnTo>
                    <a:pt x="29524" y="6303629"/>
                  </a:lnTo>
                  <a:lnTo>
                    <a:pt x="29618" y="6303629"/>
                  </a:lnTo>
                  <a:lnTo>
                    <a:pt x="29712" y="6303629"/>
                  </a:lnTo>
                  <a:lnTo>
                    <a:pt x="29806" y="6303629"/>
                  </a:lnTo>
                  <a:lnTo>
                    <a:pt x="29900" y="6303629"/>
                  </a:lnTo>
                  <a:lnTo>
                    <a:pt x="29994" y="6303629"/>
                  </a:lnTo>
                  <a:lnTo>
                    <a:pt x="30088" y="6303629"/>
                  </a:lnTo>
                  <a:lnTo>
                    <a:pt x="30182" y="6303629"/>
                  </a:lnTo>
                  <a:lnTo>
                    <a:pt x="30276" y="6303629"/>
                  </a:lnTo>
                  <a:lnTo>
                    <a:pt x="30370" y="6303629"/>
                  </a:lnTo>
                  <a:lnTo>
                    <a:pt x="30464" y="6303629"/>
                  </a:lnTo>
                  <a:lnTo>
                    <a:pt x="30558" y="6303629"/>
                  </a:lnTo>
                  <a:lnTo>
                    <a:pt x="30652" y="6303629"/>
                  </a:lnTo>
                  <a:lnTo>
                    <a:pt x="30746" y="6303629"/>
                  </a:lnTo>
                  <a:lnTo>
                    <a:pt x="30840" y="6303629"/>
                  </a:lnTo>
                  <a:lnTo>
                    <a:pt x="30934" y="6303629"/>
                  </a:lnTo>
                  <a:lnTo>
                    <a:pt x="31028" y="6303629"/>
                  </a:lnTo>
                  <a:lnTo>
                    <a:pt x="31122" y="6303629"/>
                  </a:lnTo>
                  <a:lnTo>
                    <a:pt x="31216" y="6303629"/>
                  </a:lnTo>
                  <a:lnTo>
                    <a:pt x="31310" y="6303629"/>
                  </a:lnTo>
                  <a:lnTo>
                    <a:pt x="31404" y="6303629"/>
                  </a:lnTo>
                  <a:lnTo>
                    <a:pt x="31498" y="6303629"/>
                  </a:lnTo>
                  <a:lnTo>
                    <a:pt x="31592" y="6303629"/>
                  </a:lnTo>
                  <a:lnTo>
                    <a:pt x="31686" y="6303629"/>
                  </a:lnTo>
                  <a:lnTo>
                    <a:pt x="31780" y="6303629"/>
                  </a:lnTo>
                  <a:lnTo>
                    <a:pt x="31874" y="6303629"/>
                  </a:lnTo>
                  <a:lnTo>
                    <a:pt x="31969" y="6303629"/>
                  </a:lnTo>
                  <a:lnTo>
                    <a:pt x="32063" y="6303629"/>
                  </a:lnTo>
                  <a:lnTo>
                    <a:pt x="32157" y="6303629"/>
                  </a:lnTo>
                  <a:lnTo>
                    <a:pt x="32251" y="6303629"/>
                  </a:lnTo>
                  <a:lnTo>
                    <a:pt x="32345" y="6303629"/>
                  </a:lnTo>
                  <a:lnTo>
                    <a:pt x="32439" y="6303629"/>
                  </a:lnTo>
                  <a:lnTo>
                    <a:pt x="32533" y="6303629"/>
                  </a:lnTo>
                  <a:lnTo>
                    <a:pt x="32627" y="6303629"/>
                  </a:lnTo>
                  <a:lnTo>
                    <a:pt x="32721" y="6303629"/>
                  </a:lnTo>
                  <a:lnTo>
                    <a:pt x="32815" y="6303629"/>
                  </a:lnTo>
                  <a:lnTo>
                    <a:pt x="32909" y="6303629"/>
                  </a:lnTo>
                  <a:lnTo>
                    <a:pt x="33003" y="6303629"/>
                  </a:lnTo>
                  <a:lnTo>
                    <a:pt x="33097" y="6303629"/>
                  </a:lnTo>
                  <a:lnTo>
                    <a:pt x="33191" y="6303629"/>
                  </a:lnTo>
                  <a:lnTo>
                    <a:pt x="33285" y="6303629"/>
                  </a:lnTo>
                  <a:lnTo>
                    <a:pt x="33379" y="6303629"/>
                  </a:lnTo>
                  <a:lnTo>
                    <a:pt x="33473" y="6303629"/>
                  </a:lnTo>
                  <a:lnTo>
                    <a:pt x="33567" y="6303629"/>
                  </a:lnTo>
                  <a:lnTo>
                    <a:pt x="33661" y="6303629"/>
                  </a:lnTo>
                  <a:lnTo>
                    <a:pt x="33755" y="6303629"/>
                  </a:lnTo>
                  <a:lnTo>
                    <a:pt x="33849" y="6303629"/>
                  </a:lnTo>
                  <a:lnTo>
                    <a:pt x="33943" y="6303629"/>
                  </a:lnTo>
                  <a:lnTo>
                    <a:pt x="34037" y="6303629"/>
                  </a:lnTo>
                  <a:lnTo>
                    <a:pt x="34131" y="6303629"/>
                  </a:lnTo>
                  <a:lnTo>
                    <a:pt x="34225" y="6303629"/>
                  </a:lnTo>
                  <a:lnTo>
                    <a:pt x="34319" y="6303629"/>
                  </a:lnTo>
                  <a:lnTo>
                    <a:pt x="34413" y="6303629"/>
                  </a:lnTo>
                  <a:lnTo>
                    <a:pt x="34507" y="6303629"/>
                  </a:lnTo>
                  <a:lnTo>
                    <a:pt x="34601" y="6303629"/>
                  </a:lnTo>
                  <a:lnTo>
                    <a:pt x="34695" y="6303629"/>
                  </a:lnTo>
                  <a:lnTo>
                    <a:pt x="34789" y="6303629"/>
                  </a:lnTo>
                  <a:lnTo>
                    <a:pt x="34883" y="6303629"/>
                  </a:lnTo>
                  <a:lnTo>
                    <a:pt x="34977" y="6303629"/>
                  </a:lnTo>
                  <a:lnTo>
                    <a:pt x="35071" y="6303629"/>
                  </a:lnTo>
                  <a:lnTo>
                    <a:pt x="35165" y="6303629"/>
                  </a:lnTo>
                  <a:lnTo>
                    <a:pt x="35259" y="6303629"/>
                  </a:lnTo>
                  <a:lnTo>
                    <a:pt x="35353" y="6303629"/>
                  </a:lnTo>
                  <a:lnTo>
                    <a:pt x="35448" y="6303629"/>
                  </a:lnTo>
                  <a:lnTo>
                    <a:pt x="35542" y="6303629"/>
                  </a:lnTo>
                  <a:lnTo>
                    <a:pt x="35636" y="6303629"/>
                  </a:lnTo>
                  <a:lnTo>
                    <a:pt x="35730" y="6303629"/>
                  </a:lnTo>
                  <a:lnTo>
                    <a:pt x="35824" y="6303629"/>
                  </a:lnTo>
                  <a:lnTo>
                    <a:pt x="35918" y="6303629"/>
                  </a:lnTo>
                  <a:lnTo>
                    <a:pt x="36012" y="6303629"/>
                  </a:lnTo>
                  <a:lnTo>
                    <a:pt x="36106" y="6303629"/>
                  </a:lnTo>
                  <a:lnTo>
                    <a:pt x="36200" y="6303629"/>
                  </a:lnTo>
                  <a:lnTo>
                    <a:pt x="36294" y="6303629"/>
                  </a:lnTo>
                  <a:lnTo>
                    <a:pt x="36388" y="6303629"/>
                  </a:lnTo>
                  <a:lnTo>
                    <a:pt x="36482" y="6303629"/>
                  </a:lnTo>
                  <a:lnTo>
                    <a:pt x="36576" y="6303629"/>
                  </a:lnTo>
                  <a:lnTo>
                    <a:pt x="36670" y="6303629"/>
                  </a:lnTo>
                  <a:lnTo>
                    <a:pt x="36764" y="6303629"/>
                  </a:lnTo>
                  <a:lnTo>
                    <a:pt x="36858" y="6303629"/>
                  </a:lnTo>
                  <a:lnTo>
                    <a:pt x="36952" y="6303629"/>
                  </a:lnTo>
                  <a:lnTo>
                    <a:pt x="37046" y="6303629"/>
                  </a:lnTo>
                  <a:lnTo>
                    <a:pt x="37140" y="6303629"/>
                  </a:lnTo>
                  <a:lnTo>
                    <a:pt x="37234" y="6303629"/>
                  </a:lnTo>
                  <a:lnTo>
                    <a:pt x="37328" y="6303629"/>
                  </a:lnTo>
                  <a:lnTo>
                    <a:pt x="37422" y="6303629"/>
                  </a:lnTo>
                  <a:lnTo>
                    <a:pt x="37516" y="6303629"/>
                  </a:lnTo>
                  <a:lnTo>
                    <a:pt x="37610" y="6303629"/>
                  </a:lnTo>
                  <a:lnTo>
                    <a:pt x="37704" y="6303629"/>
                  </a:lnTo>
                  <a:lnTo>
                    <a:pt x="37798" y="6303629"/>
                  </a:lnTo>
                  <a:lnTo>
                    <a:pt x="37892" y="6303629"/>
                  </a:lnTo>
                  <a:lnTo>
                    <a:pt x="37986" y="6303629"/>
                  </a:lnTo>
                  <a:lnTo>
                    <a:pt x="38080" y="6303629"/>
                  </a:lnTo>
                  <a:lnTo>
                    <a:pt x="38174" y="6303629"/>
                  </a:lnTo>
                  <a:lnTo>
                    <a:pt x="38268" y="6303629"/>
                  </a:lnTo>
                  <a:lnTo>
                    <a:pt x="38362" y="6303629"/>
                  </a:lnTo>
                  <a:lnTo>
                    <a:pt x="38456" y="6303629"/>
                  </a:lnTo>
                  <a:lnTo>
                    <a:pt x="38550" y="6303629"/>
                  </a:lnTo>
                  <a:lnTo>
                    <a:pt x="38644" y="6303629"/>
                  </a:lnTo>
                  <a:lnTo>
                    <a:pt x="38738" y="6303629"/>
                  </a:lnTo>
                  <a:lnTo>
                    <a:pt x="38832" y="6303629"/>
                  </a:lnTo>
                  <a:lnTo>
                    <a:pt x="39021" y="6303629"/>
                  </a:lnTo>
                  <a:lnTo>
                    <a:pt x="39115" y="6303629"/>
                  </a:lnTo>
                  <a:lnTo>
                    <a:pt x="39209" y="6303629"/>
                  </a:lnTo>
                  <a:lnTo>
                    <a:pt x="39397" y="6303629"/>
                  </a:lnTo>
                  <a:lnTo>
                    <a:pt x="39491" y="6303629"/>
                  </a:lnTo>
                  <a:lnTo>
                    <a:pt x="39585" y="6303629"/>
                  </a:lnTo>
                  <a:lnTo>
                    <a:pt x="39679" y="6303629"/>
                  </a:lnTo>
                  <a:lnTo>
                    <a:pt x="39773" y="6303629"/>
                  </a:lnTo>
                  <a:lnTo>
                    <a:pt x="39867" y="6303629"/>
                  </a:lnTo>
                  <a:lnTo>
                    <a:pt x="39961" y="6303629"/>
                  </a:lnTo>
                  <a:lnTo>
                    <a:pt x="40055" y="6303629"/>
                  </a:lnTo>
                  <a:lnTo>
                    <a:pt x="40149" y="6303629"/>
                  </a:lnTo>
                  <a:lnTo>
                    <a:pt x="40243" y="6303629"/>
                  </a:lnTo>
                  <a:lnTo>
                    <a:pt x="40337" y="6303629"/>
                  </a:lnTo>
                  <a:lnTo>
                    <a:pt x="40431" y="6303629"/>
                  </a:lnTo>
                  <a:lnTo>
                    <a:pt x="40525" y="6303629"/>
                  </a:lnTo>
                  <a:lnTo>
                    <a:pt x="40619" y="6303629"/>
                  </a:lnTo>
                  <a:lnTo>
                    <a:pt x="40619" y="6298349"/>
                  </a:lnTo>
                  <a:lnTo>
                    <a:pt x="40713" y="6298349"/>
                  </a:lnTo>
                  <a:lnTo>
                    <a:pt x="40901" y="6298349"/>
                  </a:lnTo>
                  <a:lnTo>
                    <a:pt x="40995" y="6298349"/>
                  </a:lnTo>
                  <a:lnTo>
                    <a:pt x="41089" y="6298349"/>
                  </a:lnTo>
                  <a:lnTo>
                    <a:pt x="41183" y="6298349"/>
                  </a:lnTo>
                  <a:lnTo>
                    <a:pt x="41277" y="6298349"/>
                  </a:lnTo>
                  <a:lnTo>
                    <a:pt x="41371" y="6298349"/>
                  </a:lnTo>
                  <a:lnTo>
                    <a:pt x="41465" y="6298349"/>
                  </a:lnTo>
                  <a:lnTo>
                    <a:pt x="41559" y="6298349"/>
                  </a:lnTo>
                  <a:lnTo>
                    <a:pt x="41653" y="6298349"/>
                  </a:lnTo>
                  <a:lnTo>
                    <a:pt x="41747" y="6298349"/>
                  </a:lnTo>
                  <a:lnTo>
                    <a:pt x="41841" y="6298349"/>
                  </a:lnTo>
                  <a:lnTo>
                    <a:pt x="41935" y="6298349"/>
                  </a:lnTo>
                  <a:lnTo>
                    <a:pt x="42029" y="6298349"/>
                  </a:lnTo>
                  <a:lnTo>
                    <a:pt x="42123" y="6298349"/>
                  </a:lnTo>
                  <a:lnTo>
                    <a:pt x="42217" y="6298349"/>
                  </a:lnTo>
                  <a:lnTo>
                    <a:pt x="42311" y="6298349"/>
                  </a:lnTo>
                  <a:lnTo>
                    <a:pt x="42405" y="6298349"/>
                  </a:lnTo>
                  <a:lnTo>
                    <a:pt x="42499" y="6298349"/>
                  </a:lnTo>
                  <a:lnTo>
                    <a:pt x="42594" y="6298349"/>
                  </a:lnTo>
                  <a:lnTo>
                    <a:pt x="42688" y="6298349"/>
                  </a:lnTo>
                  <a:lnTo>
                    <a:pt x="42782" y="6298349"/>
                  </a:lnTo>
                  <a:lnTo>
                    <a:pt x="42876" y="6298349"/>
                  </a:lnTo>
                  <a:lnTo>
                    <a:pt x="42876" y="6293070"/>
                  </a:lnTo>
                  <a:lnTo>
                    <a:pt x="42970" y="6293070"/>
                  </a:lnTo>
                  <a:lnTo>
                    <a:pt x="43064" y="6293070"/>
                  </a:lnTo>
                  <a:lnTo>
                    <a:pt x="43158" y="6293070"/>
                  </a:lnTo>
                  <a:lnTo>
                    <a:pt x="43252" y="6293070"/>
                  </a:lnTo>
                  <a:lnTo>
                    <a:pt x="43346" y="6293070"/>
                  </a:lnTo>
                  <a:lnTo>
                    <a:pt x="43440" y="6293070"/>
                  </a:lnTo>
                  <a:lnTo>
                    <a:pt x="43534" y="6293070"/>
                  </a:lnTo>
                  <a:lnTo>
                    <a:pt x="43628" y="6293070"/>
                  </a:lnTo>
                  <a:lnTo>
                    <a:pt x="43722" y="6293070"/>
                  </a:lnTo>
                  <a:lnTo>
                    <a:pt x="43816" y="6293070"/>
                  </a:lnTo>
                  <a:lnTo>
                    <a:pt x="43910" y="6293070"/>
                  </a:lnTo>
                  <a:lnTo>
                    <a:pt x="44004" y="6293070"/>
                  </a:lnTo>
                  <a:lnTo>
                    <a:pt x="44098" y="6293070"/>
                  </a:lnTo>
                  <a:lnTo>
                    <a:pt x="44192" y="6293070"/>
                  </a:lnTo>
                  <a:lnTo>
                    <a:pt x="44286" y="6293070"/>
                  </a:lnTo>
                  <a:lnTo>
                    <a:pt x="44380" y="6293070"/>
                  </a:lnTo>
                  <a:lnTo>
                    <a:pt x="44474" y="6293070"/>
                  </a:lnTo>
                  <a:lnTo>
                    <a:pt x="44662" y="6293070"/>
                  </a:lnTo>
                  <a:lnTo>
                    <a:pt x="44756" y="6293070"/>
                  </a:lnTo>
                  <a:lnTo>
                    <a:pt x="44850" y="6293070"/>
                  </a:lnTo>
                  <a:lnTo>
                    <a:pt x="44944" y="6293070"/>
                  </a:lnTo>
                  <a:lnTo>
                    <a:pt x="45038" y="6293070"/>
                  </a:lnTo>
                  <a:lnTo>
                    <a:pt x="45132" y="6293070"/>
                  </a:lnTo>
                  <a:lnTo>
                    <a:pt x="45226" y="6293070"/>
                  </a:lnTo>
                  <a:lnTo>
                    <a:pt x="45320" y="6293070"/>
                  </a:lnTo>
                  <a:lnTo>
                    <a:pt x="45414" y="6293070"/>
                  </a:lnTo>
                  <a:lnTo>
                    <a:pt x="45508" y="6293070"/>
                  </a:lnTo>
                  <a:lnTo>
                    <a:pt x="45602" y="6293070"/>
                  </a:lnTo>
                  <a:lnTo>
                    <a:pt x="45696" y="6293070"/>
                  </a:lnTo>
                  <a:lnTo>
                    <a:pt x="45790" y="6293070"/>
                  </a:lnTo>
                  <a:lnTo>
                    <a:pt x="45884" y="6293070"/>
                  </a:lnTo>
                  <a:lnTo>
                    <a:pt x="45884" y="6287790"/>
                  </a:lnTo>
                  <a:lnTo>
                    <a:pt x="45978" y="6287790"/>
                  </a:lnTo>
                  <a:lnTo>
                    <a:pt x="46072" y="6287790"/>
                  </a:lnTo>
                  <a:lnTo>
                    <a:pt x="46167" y="6287790"/>
                  </a:lnTo>
                  <a:lnTo>
                    <a:pt x="46261" y="6287790"/>
                  </a:lnTo>
                  <a:lnTo>
                    <a:pt x="46355" y="6287790"/>
                  </a:lnTo>
                  <a:lnTo>
                    <a:pt x="46449" y="6287790"/>
                  </a:lnTo>
                  <a:lnTo>
                    <a:pt x="46637" y="6287790"/>
                  </a:lnTo>
                  <a:lnTo>
                    <a:pt x="46825" y="6287790"/>
                  </a:lnTo>
                  <a:lnTo>
                    <a:pt x="46919" y="6287790"/>
                  </a:lnTo>
                  <a:lnTo>
                    <a:pt x="47013" y="6287790"/>
                  </a:lnTo>
                  <a:lnTo>
                    <a:pt x="47107" y="6287790"/>
                  </a:lnTo>
                  <a:lnTo>
                    <a:pt x="47201" y="6287790"/>
                  </a:lnTo>
                  <a:lnTo>
                    <a:pt x="47295" y="6287790"/>
                  </a:lnTo>
                  <a:lnTo>
                    <a:pt x="47389" y="6287790"/>
                  </a:lnTo>
                  <a:lnTo>
                    <a:pt x="47577" y="6287790"/>
                  </a:lnTo>
                  <a:lnTo>
                    <a:pt x="47671" y="6287790"/>
                  </a:lnTo>
                  <a:lnTo>
                    <a:pt x="47765" y="6287790"/>
                  </a:lnTo>
                  <a:lnTo>
                    <a:pt x="47859" y="6287790"/>
                  </a:lnTo>
                  <a:lnTo>
                    <a:pt x="47953" y="6287790"/>
                  </a:lnTo>
                  <a:lnTo>
                    <a:pt x="48047" y="6287790"/>
                  </a:lnTo>
                  <a:lnTo>
                    <a:pt x="48141" y="6287790"/>
                  </a:lnTo>
                  <a:lnTo>
                    <a:pt x="48235" y="6287790"/>
                  </a:lnTo>
                  <a:lnTo>
                    <a:pt x="48329" y="6287790"/>
                  </a:lnTo>
                  <a:lnTo>
                    <a:pt x="48423" y="6287790"/>
                  </a:lnTo>
                  <a:lnTo>
                    <a:pt x="48517" y="6287790"/>
                  </a:lnTo>
                  <a:lnTo>
                    <a:pt x="48611" y="6287790"/>
                  </a:lnTo>
                  <a:lnTo>
                    <a:pt x="48705" y="6287790"/>
                  </a:lnTo>
                  <a:lnTo>
                    <a:pt x="48799" y="6287790"/>
                  </a:lnTo>
                  <a:lnTo>
                    <a:pt x="48893" y="6287790"/>
                  </a:lnTo>
                  <a:lnTo>
                    <a:pt x="48893" y="6282511"/>
                  </a:lnTo>
                  <a:lnTo>
                    <a:pt x="48987" y="6282511"/>
                  </a:lnTo>
                  <a:lnTo>
                    <a:pt x="48987" y="6277231"/>
                  </a:lnTo>
                  <a:lnTo>
                    <a:pt x="49081" y="6277231"/>
                  </a:lnTo>
                  <a:lnTo>
                    <a:pt x="49269" y="6277231"/>
                  </a:lnTo>
                  <a:lnTo>
                    <a:pt x="49457" y="6277231"/>
                  </a:lnTo>
                  <a:lnTo>
                    <a:pt x="49551" y="6277231"/>
                  </a:lnTo>
                  <a:lnTo>
                    <a:pt x="49646" y="6277231"/>
                  </a:lnTo>
                  <a:lnTo>
                    <a:pt x="49740" y="6277231"/>
                  </a:lnTo>
                  <a:lnTo>
                    <a:pt x="49834" y="6277231"/>
                  </a:lnTo>
                  <a:lnTo>
                    <a:pt x="49928" y="6277231"/>
                  </a:lnTo>
                  <a:lnTo>
                    <a:pt x="50022" y="6277231"/>
                  </a:lnTo>
                  <a:lnTo>
                    <a:pt x="50116" y="6277231"/>
                  </a:lnTo>
                  <a:lnTo>
                    <a:pt x="50210" y="6277231"/>
                  </a:lnTo>
                  <a:lnTo>
                    <a:pt x="50304" y="6277231"/>
                  </a:lnTo>
                  <a:lnTo>
                    <a:pt x="50398" y="6277231"/>
                  </a:lnTo>
                  <a:lnTo>
                    <a:pt x="50492" y="6277231"/>
                  </a:lnTo>
                  <a:lnTo>
                    <a:pt x="50586" y="6277231"/>
                  </a:lnTo>
                  <a:lnTo>
                    <a:pt x="50680" y="6277231"/>
                  </a:lnTo>
                  <a:lnTo>
                    <a:pt x="50774" y="6277231"/>
                  </a:lnTo>
                  <a:lnTo>
                    <a:pt x="50868" y="6277231"/>
                  </a:lnTo>
                  <a:lnTo>
                    <a:pt x="50962" y="6277231"/>
                  </a:lnTo>
                  <a:lnTo>
                    <a:pt x="51056" y="6277231"/>
                  </a:lnTo>
                  <a:lnTo>
                    <a:pt x="51150" y="6277231"/>
                  </a:lnTo>
                  <a:lnTo>
                    <a:pt x="51244" y="6277231"/>
                  </a:lnTo>
                  <a:lnTo>
                    <a:pt x="51338" y="6277231"/>
                  </a:lnTo>
                  <a:lnTo>
                    <a:pt x="51432" y="6277231"/>
                  </a:lnTo>
                  <a:lnTo>
                    <a:pt x="51526" y="6277231"/>
                  </a:lnTo>
                  <a:lnTo>
                    <a:pt x="51714" y="6277231"/>
                  </a:lnTo>
                  <a:lnTo>
                    <a:pt x="51808" y="6277231"/>
                  </a:lnTo>
                  <a:lnTo>
                    <a:pt x="51808" y="6271952"/>
                  </a:lnTo>
                  <a:lnTo>
                    <a:pt x="51902" y="6271952"/>
                  </a:lnTo>
                  <a:lnTo>
                    <a:pt x="51996" y="6271952"/>
                  </a:lnTo>
                  <a:lnTo>
                    <a:pt x="52090" y="6271952"/>
                  </a:lnTo>
                  <a:lnTo>
                    <a:pt x="52278" y="6271952"/>
                  </a:lnTo>
                  <a:lnTo>
                    <a:pt x="52372" y="6266673"/>
                  </a:lnTo>
                  <a:lnTo>
                    <a:pt x="52466" y="6266673"/>
                  </a:lnTo>
                  <a:lnTo>
                    <a:pt x="52560" y="6266673"/>
                  </a:lnTo>
                  <a:lnTo>
                    <a:pt x="52654" y="6266673"/>
                  </a:lnTo>
                  <a:lnTo>
                    <a:pt x="52748" y="6266673"/>
                  </a:lnTo>
                  <a:lnTo>
                    <a:pt x="52842" y="6266673"/>
                  </a:lnTo>
                  <a:lnTo>
                    <a:pt x="52936" y="6266673"/>
                  </a:lnTo>
                  <a:lnTo>
                    <a:pt x="53030" y="6266673"/>
                  </a:lnTo>
                  <a:lnTo>
                    <a:pt x="53124" y="6266673"/>
                  </a:lnTo>
                  <a:lnTo>
                    <a:pt x="53219" y="6266673"/>
                  </a:lnTo>
                  <a:lnTo>
                    <a:pt x="53313" y="6266673"/>
                  </a:lnTo>
                  <a:lnTo>
                    <a:pt x="53407" y="6266673"/>
                  </a:lnTo>
                  <a:lnTo>
                    <a:pt x="53501" y="6266673"/>
                  </a:lnTo>
                  <a:lnTo>
                    <a:pt x="53595" y="6266673"/>
                  </a:lnTo>
                  <a:lnTo>
                    <a:pt x="53689" y="6266673"/>
                  </a:lnTo>
                  <a:lnTo>
                    <a:pt x="53783" y="6266673"/>
                  </a:lnTo>
                  <a:lnTo>
                    <a:pt x="53877" y="6266673"/>
                  </a:lnTo>
                  <a:lnTo>
                    <a:pt x="53971" y="6266673"/>
                  </a:lnTo>
                  <a:lnTo>
                    <a:pt x="54065" y="6266673"/>
                  </a:lnTo>
                  <a:lnTo>
                    <a:pt x="54159" y="6266673"/>
                  </a:lnTo>
                  <a:lnTo>
                    <a:pt x="54253" y="6266673"/>
                  </a:lnTo>
                  <a:lnTo>
                    <a:pt x="54347" y="6266673"/>
                  </a:lnTo>
                  <a:lnTo>
                    <a:pt x="54441" y="6266673"/>
                  </a:lnTo>
                  <a:lnTo>
                    <a:pt x="54535" y="6266673"/>
                  </a:lnTo>
                  <a:lnTo>
                    <a:pt x="54629" y="6266673"/>
                  </a:lnTo>
                  <a:lnTo>
                    <a:pt x="54723" y="6266673"/>
                  </a:lnTo>
                  <a:lnTo>
                    <a:pt x="54817" y="6266673"/>
                  </a:lnTo>
                  <a:lnTo>
                    <a:pt x="54911" y="6266673"/>
                  </a:lnTo>
                  <a:lnTo>
                    <a:pt x="55005" y="6266673"/>
                  </a:lnTo>
                  <a:lnTo>
                    <a:pt x="55099" y="6266673"/>
                  </a:lnTo>
                  <a:lnTo>
                    <a:pt x="55193" y="6266673"/>
                  </a:lnTo>
                  <a:lnTo>
                    <a:pt x="55287" y="6266673"/>
                  </a:lnTo>
                  <a:lnTo>
                    <a:pt x="55381" y="6266673"/>
                  </a:lnTo>
                  <a:lnTo>
                    <a:pt x="55569" y="6266673"/>
                  </a:lnTo>
                  <a:lnTo>
                    <a:pt x="55569" y="6261393"/>
                  </a:lnTo>
                  <a:lnTo>
                    <a:pt x="55663" y="6261393"/>
                  </a:lnTo>
                  <a:lnTo>
                    <a:pt x="55757" y="6261393"/>
                  </a:lnTo>
                  <a:lnTo>
                    <a:pt x="55851" y="6261393"/>
                  </a:lnTo>
                  <a:lnTo>
                    <a:pt x="55945" y="6261393"/>
                  </a:lnTo>
                  <a:lnTo>
                    <a:pt x="55945" y="6256114"/>
                  </a:lnTo>
                  <a:lnTo>
                    <a:pt x="56039" y="6256114"/>
                  </a:lnTo>
                  <a:lnTo>
                    <a:pt x="56133" y="6256114"/>
                  </a:lnTo>
                  <a:lnTo>
                    <a:pt x="56227" y="6256114"/>
                  </a:lnTo>
                  <a:lnTo>
                    <a:pt x="56321" y="6256114"/>
                  </a:lnTo>
                  <a:lnTo>
                    <a:pt x="56415" y="6256114"/>
                  </a:lnTo>
                  <a:lnTo>
                    <a:pt x="56509" y="6256114"/>
                  </a:lnTo>
                  <a:lnTo>
                    <a:pt x="56603" y="6256114"/>
                  </a:lnTo>
                  <a:lnTo>
                    <a:pt x="56697" y="6256114"/>
                  </a:lnTo>
                  <a:lnTo>
                    <a:pt x="56792" y="6256114"/>
                  </a:lnTo>
                  <a:lnTo>
                    <a:pt x="56886" y="6256114"/>
                  </a:lnTo>
                  <a:lnTo>
                    <a:pt x="56980" y="6256114"/>
                  </a:lnTo>
                  <a:lnTo>
                    <a:pt x="57074" y="6256114"/>
                  </a:lnTo>
                  <a:lnTo>
                    <a:pt x="57168" y="6256114"/>
                  </a:lnTo>
                  <a:lnTo>
                    <a:pt x="57262" y="6256114"/>
                  </a:lnTo>
                  <a:lnTo>
                    <a:pt x="57356" y="6256114"/>
                  </a:lnTo>
                  <a:lnTo>
                    <a:pt x="57450" y="6256114"/>
                  </a:lnTo>
                  <a:lnTo>
                    <a:pt x="57544" y="6256114"/>
                  </a:lnTo>
                  <a:lnTo>
                    <a:pt x="57638" y="6256114"/>
                  </a:lnTo>
                  <a:lnTo>
                    <a:pt x="57732" y="6256114"/>
                  </a:lnTo>
                  <a:lnTo>
                    <a:pt x="57826" y="6256114"/>
                  </a:lnTo>
                  <a:lnTo>
                    <a:pt x="57920" y="6256114"/>
                  </a:lnTo>
                  <a:lnTo>
                    <a:pt x="58014" y="6256114"/>
                  </a:lnTo>
                  <a:lnTo>
                    <a:pt x="58108" y="6256114"/>
                  </a:lnTo>
                  <a:lnTo>
                    <a:pt x="58202" y="6256114"/>
                  </a:lnTo>
                  <a:lnTo>
                    <a:pt x="58296" y="6256114"/>
                  </a:lnTo>
                  <a:lnTo>
                    <a:pt x="58390" y="6256114"/>
                  </a:lnTo>
                  <a:lnTo>
                    <a:pt x="58484" y="6256114"/>
                  </a:lnTo>
                  <a:lnTo>
                    <a:pt x="58578" y="6256114"/>
                  </a:lnTo>
                  <a:lnTo>
                    <a:pt x="58672" y="6256114"/>
                  </a:lnTo>
                  <a:lnTo>
                    <a:pt x="58766" y="6256114"/>
                  </a:lnTo>
                  <a:lnTo>
                    <a:pt x="58860" y="6256114"/>
                  </a:lnTo>
                  <a:lnTo>
                    <a:pt x="58954" y="6256114"/>
                  </a:lnTo>
                  <a:lnTo>
                    <a:pt x="59048" y="6256114"/>
                  </a:lnTo>
                  <a:lnTo>
                    <a:pt x="59142" y="6256114"/>
                  </a:lnTo>
                  <a:lnTo>
                    <a:pt x="59236" y="6256114"/>
                  </a:lnTo>
                  <a:lnTo>
                    <a:pt x="59330" y="6256114"/>
                  </a:lnTo>
                  <a:lnTo>
                    <a:pt x="59424" y="6256114"/>
                  </a:lnTo>
                  <a:lnTo>
                    <a:pt x="59518" y="6256114"/>
                  </a:lnTo>
                  <a:lnTo>
                    <a:pt x="59612" y="6256114"/>
                  </a:lnTo>
                  <a:lnTo>
                    <a:pt x="59706" y="6256114"/>
                  </a:lnTo>
                  <a:lnTo>
                    <a:pt x="59800" y="6256114"/>
                  </a:lnTo>
                  <a:lnTo>
                    <a:pt x="59894" y="6256114"/>
                  </a:lnTo>
                  <a:lnTo>
                    <a:pt x="59988" y="6256114"/>
                  </a:lnTo>
                  <a:lnTo>
                    <a:pt x="60082" y="6256114"/>
                  </a:lnTo>
                  <a:lnTo>
                    <a:pt x="60176" y="6256114"/>
                  </a:lnTo>
                  <a:lnTo>
                    <a:pt x="60271" y="6256114"/>
                  </a:lnTo>
                  <a:lnTo>
                    <a:pt x="60365" y="6256114"/>
                  </a:lnTo>
                  <a:lnTo>
                    <a:pt x="60459" y="6256114"/>
                  </a:lnTo>
                  <a:lnTo>
                    <a:pt x="60553" y="6256114"/>
                  </a:lnTo>
                  <a:lnTo>
                    <a:pt x="60647" y="6256114"/>
                  </a:lnTo>
                  <a:lnTo>
                    <a:pt x="60741" y="6256114"/>
                  </a:lnTo>
                  <a:lnTo>
                    <a:pt x="60835" y="6256114"/>
                  </a:lnTo>
                  <a:lnTo>
                    <a:pt x="60835" y="6250834"/>
                  </a:lnTo>
                  <a:lnTo>
                    <a:pt x="60929" y="6250834"/>
                  </a:lnTo>
                  <a:lnTo>
                    <a:pt x="61023" y="6250834"/>
                  </a:lnTo>
                  <a:lnTo>
                    <a:pt x="61117" y="6250834"/>
                  </a:lnTo>
                  <a:lnTo>
                    <a:pt x="61211" y="6250834"/>
                  </a:lnTo>
                  <a:lnTo>
                    <a:pt x="61305" y="6250834"/>
                  </a:lnTo>
                  <a:lnTo>
                    <a:pt x="61399" y="6250834"/>
                  </a:lnTo>
                  <a:lnTo>
                    <a:pt x="61493" y="6250834"/>
                  </a:lnTo>
                  <a:lnTo>
                    <a:pt x="61587" y="6250834"/>
                  </a:lnTo>
                  <a:lnTo>
                    <a:pt x="61681" y="6250834"/>
                  </a:lnTo>
                  <a:lnTo>
                    <a:pt x="61775" y="6250834"/>
                  </a:lnTo>
                  <a:lnTo>
                    <a:pt x="61869" y="6250834"/>
                  </a:lnTo>
                  <a:lnTo>
                    <a:pt x="61869" y="6245555"/>
                  </a:lnTo>
                  <a:lnTo>
                    <a:pt x="61963" y="6245555"/>
                  </a:lnTo>
                  <a:lnTo>
                    <a:pt x="62057" y="6245555"/>
                  </a:lnTo>
                  <a:lnTo>
                    <a:pt x="62151" y="6245555"/>
                  </a:lnTo>
                  <a:lnTo>
                    <a:pt x="62245" y="6245555"/>
                  </a:lnTo>
                  <a:lnTo>
                    <a:pt x="62339" y="6245555"/>
                  </a:lnTo>
                  <a:lnTo>
                    <a:pt x="62433" y="6245555"/>
                  </a:lnTo>
                  <a:lnTo>
                    <a:pt x="62527" y="6245555"/>
                  </a:lnTo>
                  <a:lnTo>
                    <a:pt x="62621" y="6245555"/>
                  </a:lnTo>
                  <a:lnTo>
                    <a:pt x="62715" y="6245555"/>
                  </a:lnTo>
                  <a:lnTo>
                    <a:pt x="62903" y="6245555"/>
                  </a:lnTo>
                  <a:lnTo>
                    <a:pt x="62997" y="6245555"/>
                  </a:lnTo>
                  <a:lnTo>
                    <a:pt x="63091" y="6245555"/>
                  </a:lnTo>
                  <a:lnTo>
                    <a:pt x="63185" y="6245555"/>
                  </a:lnTo>
                  <a:lnTo>
                    <a:pt x="63279" y="6245555"/>
                  </a:lnTo>
                  <a:lnTo>
                    <a:pt x="63373" y="6245555"/>
                  </a:lnTo>
                  <a:lnTo>
                    <a:pt x="63467" y="6245555"/>
                  </a:lnTo>
                  <a:lnTo>
                    <a:pt x="63561" y="6245555"/>
                  </a:lnTo>
                  <a:lnTo>
                    <a:pt x="63749" y="6245555"/>
                  </a:lnTo>
                  <a:lnTo>
                    <a:pt x="63844" y="6245555"/>
                  </a:lnTo>
                  <a:lnTo>
                    <a:pt x="64032" y="6245555"/>
                  </a:lnTo>
                  <a:lnTo>
                    <a:pt x="64126" y="6245555"/>
                  </a:lnTo>
                  <a:lnTo>
                    <a:pt x="64220" y="6245555"/>
                  </a:lnTo>
                  <a:lnTo>
                    <a:pt x="64314" y="6245555"/>
                  </a:lnTo>
                  <a:lnTo>
                    <a:pt x="64408" y="6245555"/>
                  </a:lnTo>
                  <a:lnTo>
                    <a:pt x="64502" y="6245555"/>
                  </a:lnTo>
                  <a:lnTo>
                    <a:pt x="64596" y="6245555"/>
                  </a:lnTo>
                  <a:lnTo>
                    <a:pt x="64690" y="6245555"/>
                  </a:lnTo>
                  <a:lnTo>
                    <a:pt x="64784" y="6245555"/>
                  </a:lnTo>
                  <a:lnTo>
                    <a:pt x="64878" y="6245555"/>
                  </a:lnTo>
                  <a:lnTo>
                    <a:pt x="64972" y="6245555"/>
                  </a:lnTo>
                  <a:lnTo>
                    <a:pt x="65066" y="6245555"/>
                  </a:lnTo>
                  <a:lnTo>
                    <a:pt x="65160" y="6245555"/>
                  </a:lnTo>
                  <a:lnTo>
                    <a:pt x="65254" y="6245555"/>
                  </a:lnTo>
                  <a:lnTo>
                    <a:pt x="65348" y="6245555"/>
                  </a:lnTo>
                  <a:lnTo>
                    <a:pt x="65442" y="6245555"/>
                  </a:lnTo>
                  <a:lnTo>
                    <a:pt x="65536" y="6245555"/>
                  </a:lnTo>
                  <a:lnTo>
                    <a:pt x="65724" y="6245555"/>
                  </a:lnTo>
                  <a:lnTo>
                    <a:pt x="65818" y="6245555"/>
                  </a:lnTo>
                  <a:lnTo>
                    <a:pt x="65912" y="6245555"/>
                  </a:lnTo>
                  <a:lnTo>
                    <a:pt x="66006" y="6245555"/>
                  </a:lnTo>
                  <a:lnTo>
                    <a:pt x="66194" y="6245555"/>
                  </a:lnTo>
                  <a:lnTo>
                    <a:pt x="66288" y="6245555"/>
                  </a:lnTo>
                  <a:lnTo>
                    <a:pt x="66382" y="6245555"/>
                  </a:lnTo>
                  <a:lnTo>
                    <a:pt x="66476" y="6245555"/>
                  </a:lnTo>
                  <a:lnTo>
                    <a:pt x="66570" y="6245555"/>
                  </a:lnTo>
                  <a:lnTo>
                    <a:pt x="66664" y="6245555"/>
                  </a:lnTo>
                  <a:lnTo>
                    <a:pt x="66758" y="6245555"/>
                  </a:lnTo>
                  <a:lnTo>
                    <a:pt x="66852" y="6245555"/>
                  </a:lnTo>
                  <a:lnTo>
                    <a:pt x="66946" y="6245555"/>
                  </a:lnTo>
                  <a:lnTo>
                    <a:pt x="67040" y="6245555"/>
                  </a:lnTo>
                  <a:lnTo>
                    <a:pt x="67134" y="6245555"/>
                  </a:lnTo>
                  <a:lnTo>
                    <a:pt x="67228" y="6245555"/>
                  </a:lnTo>
                  <a:lnTo>
                    <a:pt x="67322" y="6245555"/>
                  </a:lnTo>
                  <a:lnTo>
                    <a:pt x="67417" y="6245555"/>
                  </a:lnTo>
                  <a:lnTo>
                    <a:pt x="67511" y="6245555"/>
                  </a:lnTo>
                  <a:lnTo>
                    <a:pt x="67605" y="6245555"/>
                  </a:lnTo>
                  <a:lnTo>
                    <a:pt x="67699" y="6245555"/>
                  </a:lnTo>
                  <a:lnTo>
                    <a:pt x="67793" y="6245555"/>
                  </a:lnTo>
                  <a:lnTo>
                    <a:pt x="67887" y="6245555"/>
                  </a:lnTo>
                  <a:lnTo>
                    <a:pt x="67981" y="6245555"/>
                  </a:lnTo>
                  <a:lnTo>
                    <a:pt x="68075" y="6245555"/>
                  </a:lnTo>
                  <a:lnTo>
                    <a:pt x="68169" y="6245555"/>
                  </a:lnTo>
                  <a:lnTo>
                    <a:pt x="68357" y="6245555"/>
                  </a:lnTo>
                  <a:lnTo>
                    <a:pt x="68451" y="6245555"/>
                  </a:lnTo>
                  <a:lnTo>
                    <a:pt x="68545" y="6245555"/>
                  </a:lnTo>
                  <a:lnTo>
                    <a:pt x="68639" y="6245555"/>
                  </a:lnTo>
                  <a:lnTo>
                    <a:pt x="68733" y="6245555"/>
                  </a:lnTo>
                  <a:lnTo>
                    <a:pt x="68827" y="6245555"/>
                  </a:lnTo>
                  <a:lnTo>
                    <a:pt x="68921" y="6245555"/>
                  </a:lnTo>
                  <a:lnTo>
                    <a:pt x="69015" y="6245555"/>
                  </a:lnTo>
                  <a:lnTo>
                    <a:pt x="69109" y="6245555"/>
                  </a:lnTo>
                  <a:lnTo>
                    <a:pt x="69203" y="6245555"/>
                  </a:lnTo>
                  <a:lnTo>
                    <a:pt x="69297" y="6245555"/>
                  </a:lnTo>
                  <a:lnTo>
                    <a:pt x="69391" y="6245555"/>
                  </a:lnTo>
                  <a:lnTo>
                    <a:pt x="69579" y="6245555"/>
                  </a:lnTo>
                  <a:lnTo>
                    <a:pt x="69673" y="6245555"/>
                  </a:lnTo>
                  <a:lnTo>
                    <a:pt x="69767" y="6245555"/>
                  </a:lnTo>
                  <a:lnTo>
                    <a:pt x="69861" y="6245555"/>
                  </a:lnTo>
                  <a:lnTo>
                    <a:pt x="69955" y="6245555"/>
                  </a:lnTo>
                  <a:lnTo>
                    <a:pt x="70049" y="6245555"/>
                  </a:lnTo>
                  <a:lnTo>
                    <a:pt x="70143" y="6245555"/>
                  </a:lnTo>
                  <a:lnTo>
                    <a:pt x="70237" y="6245555"/>
                  </a:lnTo>
                  <a:lnTo>
                    <a:pt x="70425" y="6245555"/>
                  </a:lnTo>
                  <a:lnTo>
                    <a:pt x="70425" y="6240276"/>
                  </a:lnTo>
                  <a:lnTo>
                    <a:pt x="70519" y="6240276"/>
                  </a:lnTo>
                  <a:lnTo>
                    <a:pt x="70613" y="6240276"/>
                  </a:lnTo>
                  <a:lnTo>
                    <a:pt x="70707" y="6240276"/>
                  </a:lnTo>
                  <a:lnTo>
                    <a:pt x="70801" y="6240276"/>
                  </a:lnTo>
                  <a:lnTo>
                    <a:pt x="70896" y="6240276"/>
                  </a:lnTo>
                  <a:lnTo>
                    <a:pt x="70990" y="6240276"/>
                  </a:lnTo>
                  <a:lnTo>
                    <a:pt x="71084" y="6240276"/>
                  </a:lnTo>
                  <a:lnTo>
                    <a:pt x="71084" y="6234996"/>
                  </a:lnTo>
                  <a:lnTo>
                    <a:pt x="71178" y="6234996"/>
                  </a:lnTo>
                  <a:lnTo>
                    <a:pt x="71366" y="6234996"/>
                  </a:lnTo>
                  <a:lnTo>
                    <a:pt x="71460" y="6234996"/>
                  </a:lnTo>
                  <a:lnTo>
                    <a:pt x="71648" y="6234996"/>
                  </a:lnTo>
                  <a:lnTo>
                    <a:pt x="71742" y="6234996"/>
                  </a:lnTo>
                  <a:lnTo>
                    <a:pt x="71836" y="6234996"/>
                  </a:lnTo>
                  <a:lnTo>
                    <a:pt x="71930" y="6234996"/>
                  </a:lnTo>
                  <a:lnTo>
                    <a:pt x="72118" y="6234996"/>
                  </a:lnTo>
                  <a:lnTo>
                    <a:pt x="72212" y="6234996"/>
                  </a:lnTo>
                  <a:lnTo>
                    <a:pt x="72306" y="6234996"/>
                  </a:lnTo>
                  <a:lnTo>
                    <a:pt x="72400" y="6234996"/>
                  </a:lnTo>
                  <a:lnTo>
                    <a:pt x="72494" y="6234996"/>
                  </a:lnTo>
                  <a:lnTo>
                    <a:pt x="72588" y="6234996"/>
                  </a:lnTo>
                  <a:lnTo>
                    <a:pt x="72682" y="6234996"/>
                  </a:lnTo>
                  <a:lnTo>
                    <a:pt x="72776" y="6234996"/>
                  </a:lnTo>
                  <a:lnTo>
                    <a:pt x="72964" y="6234996"/>
                  </a:lnTo>
                  <a:lnTo>
                    <a:pt x="73058" y="6234996"/>
                  </a:lnTo>
                  <a:lnTo>
                    <a:pt x="73246" y="6234996"/>
                  </a:lnTo>
                  <a:lnTo>
                    <a:pt x="73340" y="6234996"/>
                  </a:lnTo>
                  <a:lnTo>
                    <a:pt x="73434" y="6234996"/>
                  </a:lnTo>
                  <a:lnTo>
                    <a:pt x="73528" y="6234996"/>
                  </a:lnTo>
                  <a:lnTo>
                    <a:pt x="73622" y="6234996"/>
                  </a:lnTo>
                  <a:lnTo>
                    <a:pt x="73716" y="6234996"/>
                  </a:lnTo>
                  <a:lnTo>
                    <a:pt x="73810" y="6234996"/>
                  </a:lnTo>
                  <a:lnTo>
                    <a:pt x="73904" y="6234996"/>
                  </a:lnTo>
                  <a:lnTo>
                    <a:pt x="73998" y="6234996"/>
                  </a:lnTo>
                  <a:lnTo>
                    <a:pt x="73998" y="6229717"/>
                  </a:lnTo>
                  <a:lnTo>
                    <a:pt x="74092" y="6229717"/>
                  </a:lnTo>
                  <a:lnTo>
                    <a:pt x="74186" y="6229717"/>
                  </a:lnTo>
                  <a:lnTo>
                    <a:pt x="74280" y="6229717"/>
                  </a:lnTo>
                  <a:lnTo>
                    <a:pt x="74374" y="6229717"/>
                  </a:lnTo>
                  <a:lnTo>
                    <a:pt x="74469" y="6229717"/>
                  </a:lnTo>
                  <a:lnTo>
                    <a:pt x="74563" y="6229717"/>
                  </a:lnTo>
                  <a:lnTo>
                    <a:pt x="74657" y="6229717"/>
                  </a:lnTo>
                  <a:lnTo>
                    <a:pt x="74751" y="6229717"/>
                  </a:lnTo>
                  <a:lnTo>
                    <a:pt x="74845" y="6229717"/>
                  </a:lnTo>
                  <a:lnTo>
                    <a:pt x="74939" y="6229717"/>
                  </a:lnTo>
                  <a:lnTo>
                    <a:pt x="75033" y="6229717"/>
                  </a:lnTo>
                  <a:lnTo>
                    <a:pt x="75127" y="6229717"/>
                  </a:lnTo>
                  <a:lnTo>
                    <a:pt x="75221" y="6229717"/>
                  </a:lnTo>
                  <a:lnTo>
                    <a:pt x="75409" y="6229717"/>
                  </a:lnTo>
                  <a:lnTo>
                    <a:pt x="75503" y="6229717"/>
                  </a:lnTo>
                  <a:lnTo>
                    <a:pt x="75597" y="6229717"/>
                  </a:lnTo>
                  <a:lnTo>
                    <a:pt x="75691" y="6229717"/>
                  </a:lnTo>
                  <a:lnTo>
                    <a:pt x="75785" y="6229717"/>
                  </a:lnTo>
                  <a:lnTo>
                    <a:pt x="75879" y="6229717"/>
                  </a:lnTo>
                  <a:lnTo>
                    <a:pt x="75973" y="6229717"/>
                  </a:lnTo>
                  <a:lnTo>
                    <a:pt x="76067" y="6229717"/>
                  </a:lnTo>
                  <a:lnTo>
                    <a:pt x="76161" y="6229717"/>
                  </a:lnTo>
                  <a:lnTo>
                    <a:pt x="76255" y="6229717"/>
                  </a:lnTo>
                  <a:lnTo>
                    <a:pt x="76349" y="6229717"/>
                  </a:lnTo>
                  <a:lnTo>
                    <a:pt x="76443" y="6229717"/>
                  </a:lnTo>
                  <a:lnTo>
                    <a:pt x="76443" y="6224437"/>
                  </a:lnTo>
                  <a:lnTo>
                    <a:pt x="76537" y="6224437"/>
                  </a:lnTo>
                  <a:lnTo>
                    <a:pt x="76631" y="6224437"/>
                  </a:lnTo>
                  <a:lnTo>
                    <a:pt x="76725" y="6224437"/>
                  </a:lnTo>
                  <a:lnTo>
                    <a:pt x="76819" y="6224437"/>
                  </a:lnTo>
                  <a:lnTo>
                    <a:pt x="76913" y="6224437"/>
                  </a:lnTo>
                  <a:lnTo>
                    <a:pt x="77007" y="6224437"/>
                  </a:lnTo>
                  <a:lnTo>
                    <a:pt x="77101" y="6224437"/>
                  </a:lnTo>
                  <a:lnTo>
                    <a:pt x="77195" y="6224437"/>
                  </a:lnTo>
                  <a:lnTo>
                    <a:pt x="77289" y="6224437"/>
                  </a:lnTo>
                  <a:lnTo>
                    <a:pt x="77383" y="6224437"/>
                  </a:lnTo>
                  <a:lnTo>
                    <a:pt x="77477" y="6224437"/>
                  </a:lnTo>
                  <a:lnTo>
                    <a:pt x="77571" y="6224437"/>
                  </a:lnTo>
                  <a:lnTo>
                    <a:pt x="77665" y="6224437"/>
                  </a:lnTo>
                  <a:lnTo>
                    <a:pt x="77759" y="6224437"/>
                  </a:lnTo>
                  <a:lnTo>
                    <a:pt x="77853" y="6224437"/>
                  </a:lnTo>
                  <a:lnTo>
                    <a:pt x="77947" y="6224437"/>
                  </a:lnTo>
                  <a:lnTo>
                    <a:pt x="78042" y="6224437"/>
                  </a:lnTo>
                  <a:lnTo>
                    <a:pt x="78136" y="6224437"/>
                  </a:lnTo>
                  <a:lnTo>
                    <a:pt x="78230" y="6224437"/>
                  </a:lnTo>
                  <a:lnTo>
                    <a:pt x="78324" y="6224437"/>
                  </a:lnTo>
                  <a:lnTo>
                    <a:pt x="78418" y="6224437"/>
                  </a:lnTo>
                  <a:lnTo>
                    <a:pt x="78512" y="6224437"/>
                  </a:lnTo>
                  <a:lnTo>
                    <a:pt x="78606" y="6224437"/>
                  </a:lnTo>
                  <a:lnTo>
                    <a:pt x="78700" y="6224437"/>
                  </a:lnTo>
                  <a:lnTo>
                    <a:pt x="78794" y="6224437"/>
                  </a:lnTo>
                  <a:lnTo>
                    <a:pt x="78888" y="6224437"/>
                  </a:lnTo>
                  <a:lnTo>
                    <a:pt x="78982" y="6224437"/>
                  </a:lnTo>
                  <a:lnTo>
                    <a:pt x="79076" y="6224437"/>
                  </a:lnTo>
                  <a:lnTo>
                    <a:pt x="79264" y="6224437"/>
                  </a:lnTo>
                  <a:lnTo>
                    <a:pt x="79358" y="6224437"/>
                  </a:lnTo>
                  <a:lnTo>
                    <a:pt x="79452" y="6224437"/>
                  </a:lnTo>
                  <a:lnTo>
                    <a:pt x="79546" y="6224437"/>
                  </a:lnTo>
                  <a:lnTo>
                    <a:pt x="79640" y="6224437"/>
                  </a:lnTo>
                  <a:lnTo>
                    <a:pt x="79828" y="6224437"/>
                  </a:lnTo>
                  <a:lnTo>
                    <a:pt x="79922" y="6224437"/>
                  </a:lnTo>
                  <a:lnTo>
                    <a:pt x="80110" y="6224437"/>
                  </a:lnTo>
                  <a:lnTo>
                    <a:pt x="80204" y="6224437"/>
                  </a:lnTo>
                  <a:lnTo>
                    <a:pt x="80298" y="6224437"/>
                  </a:lnTo>
                  <a:lnTo>
                    <a:pt x="80392" y="6224437"/>
                  </a:lnTo>
                  <a:lnTo>
                    <a:pt x="80486" y="6224437"/>
                  </a:lnTo>
                  <a:lnTo>
                    <a:pt x="80580" y="6224437"/>
                  </a:lnTo>
                  <a:lnTo>
                    <a:pt x="80674" y="6224437"/>
                  </a:lnTo>
                  <a:lnTo>
                    <a:pt x="80768" y="6224437"/>
                  </a:lnTo>
                  <a:lnTo>
                    <a:pt x="80862" y="6224437"/>
                  </a:lnTo>
                  <a:lnTo>
                    <a:pt x="80956" y="6224437"/>
                  </a:lnTo>
                  <a:lnTo>
                    <a:pt x="81050" y="6224437"/>
                  </a:lnTo>
                  <a:lnTo>
                    <a:pt x="81144" y="6224437"/>
                  </a:lnTo>
                  <a:lnTo>
                    <a:pt x="81238" y="6224437"/>
                  </a:lnTo>
                  <a:lnTo>
                    <a:pt x="81332" y="6224437"/>
                  </a:lnTo>
                  <a:lnTo>
                    <a:pt x="81426" y="6224437"/>
                  </a:lnTo>
                  <a:lnTo>
                    <a:pt x="81521" y="6224437"/>
                  </a:lnTo>
                  <a:lnTo>
                    <a:pt x="81615" y="6224437"/>
                  </a:lnTo>
                  <a:lnTo>
                    <a:pt x="81709" y="6224437"/>
                  </a:lnTo>
                  <a:lnTo>
                    <a:pt x="81803" y="6224437"/>
                  </a:lnTo>
                  <a:lnTo>
                    <a:pt x="81803" y="6219158"/>
                  </a:lnTo>
                  <a:lnTo>
                    <a:pt x="81897" y="6219158"/>
                  </a:lnTo>
                  <a:lnTo>
                    <a:pt x="81991" y="6219158"/>
                  </a:lnTo>
                  <a:lnTo>
                    <a:pt x="82085" y="6219158"/>
                  </a:lnTo>
                  <a:lnTo>
                    <a:pt x="82179" y="6219158"/>
                  </a:lnTo>
                  <a:lnTo>
                    <a:pt x="82273" y="6219158"/>
                  </a:lnTo>
                  <a:lnTo>
                    <a:pt x="82367" y="6219158"/>
                  </a:lnTo>
                  <a:lnTo>
                    <a:pt x="82555" y="6219158"/>
                  </a:lnTo>
                  <a:lnTo>
                    <a:pt x="82743" y="6219158"/>
                  </a:lnTo>
                  <a:lnTo>
                    <a:pt x="82837" y="6219158"/>
                  </a:lnTo>
                  <a:lnTo>
                    <a:pt x="82931" y="6219158"/>
                  </a:lnTo>
                  <a:lnTo>
                    <a:pt x="83025" y="6219158"/>
                  </a:lnTo>
                  <a:lnTo>
                    <a:pt x="83119" y="6219158"/>
                  </a:lnTo>
                  <a:lnTo>
                    <a:pt x="83213" y="6219158"/>
                  </a:lnTo>
                  <a:lnTo>
                    <a:pt x="83307" y="6219158"/>
                  </a:lnTo>
                  <a:lnTo>
                    <a:pt x="83495" y="6219158"/>
                  </a:lnTo>
                  <a:lnTo>
                    <a:pt x="83589" y="6219158"/>
                  </a:lnTo>
                  <a:lnTo>
                    <a:pt x="83683" y="6219158"/>
                  </a:lnTo>
                  <a:lnTo>
                    <a:pt x="83777" y="6219158"/>
                  </a:lnTo>
                  <a:lnTo>
                    <a:pt x="83871" y="6219158"/>
                  </a:lnTo>
                  <a:lnTo>
                    <a:pt x="83965" y="6219158"/>
                  </a:lnTo>
                  <a:lnTo>
                    <a:pt x="84059" y="6219158"/>
                  </a:lnTo>
                  <a:lnTo>
                    <a:pt x="84153" y="6219158"/>
                  </a:lnTo>
                  <a:lnTo>
                    <a:pt x="84247" y="6219158"/>
                  </a:lnTo>
                  <a:lnTo>
                    <a:pt x="84341" y="6219158"/>
                  </a:lnTo>
                  <a:lnTo>
                    <a:pt x="84435" y="6219158"/>
                  </a:lnTo>
                  <a:lnTo>
                    <a:pt x="84529" y="6219158"/>
                  </a:lnTo>
                  <a:lnTo>
                    <a:pt x="84623" y="6219158"/>
                  </a:lnTo>
                  <a:lnTo>
                    <a:pt x="84717" y="6219158"/>
                  </a:lnTo>
                  <a:lnTo>
                    <a:pt x="84811" y="6219158"/>
                  </a:lnTo>
                  <a:lnTo>
                    <a:pt x="84905" y="6219158"/>
                  </a:lnTo>
                  <a:lnTo>
                    <a:pt x="84999" y="6219158"/>
                  </a:lnTo>
                  <a:lnTo>
                    <a:pt x="85094" y="6219158"/>
                  </a:lnTo>
                  <a:lnTo>
                    <a:pt x="85188" y="6219158"/>
                  </a:lnTo>
                  <a:lnTo>
                    <a:pt x="85282" y="6219158"/>
                  </a:lnTo>
                  <a:lnTo>
                    <a:pt x="85376" y="6219158"/>
                  </a:lnTo>
                  <a:lnTo>
                    <a:pt x="85470" y="6219158"/>
                  </a:lnTo>
                  <a:lnTo>
                    <a:pt x="85564" y="6219158"/>
                  </a:lnTo>
                  <a:lnTo>
                    <a:pt x="85752" y="6219158"/>
                  </a:lnTo>
                  <a:lnTo>
                    <a:pt x="85846" y="6219158"/>
                  </a:lnTo>
                  <a:lnTo>
                    <a:pt x="85940" y="6219158"/>
                  </a:lnTo>
                  <a:lnTo>
                    <a:pt x="86034" y="6219158"/>
                  </a:lnTo>
                  <a:lnTo>
                    <a:pt x="86222" y="6219158"/>
                  </a:lnTo>
                  <a:lnTo>
                    <a:pt x="86316" y="6219158"/>
                  </a:lnTo>
                  <a:lnTo>
                    <a:pt x="86410" y="6219158"/>
                  </a:lnTo>
                  <a:lnTo>
                    <a:pt x="86504" y="6219158"/>
                  </a:lnTo>
                  <a:lnTo>
                    <a:pt x="86598" y="6219158"/>
                  </a:lnTo>
                  <a:lnTo>
                    <a:pt x="86692" y="6219158"/>
                  </a:lnTo>
                  <a:lnTo>
                    <a:pt x="86786" y="6219158"/>
                  </a:lnTo>
                  <a:lnTo>
                    <a:pt x="86880" y="6219158"/>
                  </a:lnTo>
                  <a:lnTo>
                    <a:pt x="86974" y="6219158"/>
                  </a:lnTo>
                  <a:lnTo>
                    <a:pt x="87068" y="6219158"/>
                  </a:lnTo>
                  <a:lnTo>
                    <a:pt x="87256" y="6219158"/>
                  </a:lnTo>
                  <a:lnTo>
                    <a:pt x="87350" y="6219158"/>
                  </a:lnTo>
                  <a:lnTo>
                    <a:pt x="87444" y="6219158"/>
                  </a:lnTo>
                  <a:lnTo>
                    <a:pt x="87538" y="6219158"/>
                  </a:lnTo>
                  <a:lnTo>
                    <a:pt x="87632" y="6219158"/>
                  </a:lnTo>
                  <a:lnTo>
                    <a:pt x="87726" y="6219158"/>
                  </a:lnTo>
                  <a:lnTo>
                    <a:pt x="87820" y="6219158"/>
                  </a:lnTo>
                  <a:lnTo>
                    <a:pt x="88102" y="6219158"/>
                  </a:lnTo>
                  <a:lnTo>
                    <a:pt x="88196" y="6219158"/>
                  </a:lnTo>
                  <a:lnTo>
                    <a:pt x="88384" y="6219158"/>
                  </a:lnTo>
                  <a:lnTo>
                    <a:pt x="88478" y="6219158"/>
                  </a:lnTo>
                  <a:lnTo>
                    <a:pt x="88572" y="6219158"/>
                  </a:lnTo>
                  <a:lnTo>
                    <a:pt x="88667" y="6219158"/>
                  </a:lnTo>
                  <a:lnTo>
                    <a:pt x="88761" y="6219158"/>
                  </a:lnTo>
                  <a:lnTo>
                    <a:pt x="88855" y="6219158"/>
                  </a:lnTo>
                  <a:lnTo>
                    <a:pt x="88949" y="6219158"/>
                  </a:lnTo>
                  <a:lnTo>
                    <a:pt x="89137" y="6219158"/>
                  </a:lnTo>
                  <a:lnTo>
                    <a:pt x="89231" y="6219158"/>
                  </a:lnTo>
                  <a:lnTo>
                    <a:pt x="89325" y="6219158"/>
                  </a:lnTo>
                  <a:lnTo>
                    <a:pt x="89419" y="6219158"/>
                  </a:lnTo>
                  <a:lnTo>
                    <a:pt x="89513" y="6219158"/>
                  </a:lnTo>
                  <a:lnTo>
                    <a:pt x="89607" y="6219158"/>
                  </a:lnTo>
                  <a:lnTo>
                    <a:pt x="89701" y="6219158"/>
                  </a:lnTo>
                  <a:lnTo>
                    <a:pt x="89795" y="6219158"/>
                  </a:lnTo>
                  <a:lnTo>
                    <a:pt x="89889" y="6219158"/>
                  </a:lnTo>
                  <a:lnTo>
                    <a:pt x="89983" y="6219158"/>
                  </a:lnTo>
                  <a:lnTo>
                    <a:pt x="90077" y="6219158"/>
                  </a:lnTo>
                  <a:lnTo>
                    <a:pt x="90171" y="6219158"/>
                  </a:lnTo>
                  <a:lnTo>
                    <a:pt x="90265" y="6219158"/>
                  </a:lnTo>
                  <a:lnTo>
                    <a:pt x="90359" y="6219158"/>
                  </a:lnTo>
                  <a:lnTo>
                    <a:pt x="90453" y="6219158"/>
                  </a:lnTo>
                  <a:lnTo>
                    <a:pt x="90547" y="6219158"/>
                  </a:lnTo>
                  <a:lnTo>
                    <a:pt x="90641" y="6219158"/>
                  </a:lnTo>
                  <a:lnTo>
                    <a:pt x="90735" y="6219158"/>
                  </a:lnTo>
                  <a:lnTo>
                    <a:pt x="90829" y="6219158"/>
                  </a:lnTo>
                  <a:lnTo>
                    <a:pt x="90923" y="6219158"/>
                  </a:lnTo>
                  <a:lnTo>
                    <a:pt x="91017" y="6219158"/>
                  </a:lnTo>
                  <a:lnTo>
                    <a:pt x="91111" y="6219158"/>
                  </a:lnTo>
                  <a:lnTo>
                    <a:pt x="91205" y="6219158"/>
                  </a:lnTo>
                  <a:lnTo>
                    <a:pt x="91299" y="6219158"/>
                  </a:lnTo>
                  <a:lnTo>
                    <a:pt x="91393" y="6219158"/>
                  </a:lnTo>
                  <a:lnTo>
                    <a:pt x="91581" y="6219158"/>
                  </a:lnTo>
                  <a:lnTo>
                    <a:pt x="91675" y="6219158"/>
                  </a:lnTo>
                  <a:lnTo>
                    <a:pt x="91769" y="6219158"/>
                  </a:lnTo>
                  <a:lnTo>
                    <a:pt x="91863" y="6219158"/>
                  </a:lnTo>
                  <a:lnTo>
                    <a:pt x="91957" y="6219158"/>
                  </a:lnTo>
                  <a:lnTo>
                    <a:pt x="92051" y="6219158"/>
                  </a:lnTo>
                  <a:lnTo>
                    <a:pt x="92145" y="6219158"/>
                  </a:lnTo>
                  <a:lnTo>
                    <a:pt x="92240" y="6219158"/>
                  </a:lnTo>
                  <a:lnTo>
                    <a:pt x="92334" y="6219158"/>
                  </a:lnTo>
                  <a:lnTo>
                    <a:pt x="92428" y="6219158"/>
                  </a:lnTo>
                  <a:lnTo>
                    <a:pt x="92522" y="6219158"/>
                  </a:lnTo>
                  <a:lnTo>
                    <a:pt x="92710" y="6219158"/>
                  </a:lnTo>
                  <a:lnTo>
                    <a:pt x="92898" y="6219158"/>
                  </a:lnTo>
                  <a:lnTo>
                    <a:pt x="92992" y="6219158"/>
                  </a:lnTo>
                  <a:lnTo>
                    <a:pt x="93086" y="6219158"/>
                  </a:lnTo>
                  <a:lnTo>
                    <a:pt x="93180" y="6219158"/>
                  </a:lnTo>
                  <a:lnTo>
                    <a:pt x="93368" y="6219158"/>
                  </a:lnTo>
                  <a:lnTo>
                    <a:pt x="93462" y="6219158"/>
                  </a:lnTo>
                  <a:lnTo>
                    <a:pt x="93556" y="6219158"/>
                  </a:lnTo>
                  <a:lnTo>
                    <a:pt x="93650" y="6219158"/>
                  </a:lnTo>
                  <a:lnTo>
                    <a:pt x="93744" y="6219158"/>
                  </a:lnTo>
                  <a:lnTo>
                    <a:pt x="93838" y="6219158"/>
                  </a:lnTo>
                  <a:lnTo>
                    <a:pt x="93932" y="6219158"/>
                  </a:lnTo>
                  <a:lnTo>
                    <a:pt x="94026" y="6219158"/>
                  </a:lnTo>
                  <a:lnTo>
                    <a:pt x="94120" y="6219158"/>
                  </a:lnTo>
                  <a:lnTo>
                    <a:pt x="94214" y="6219158"/>
                  </a:lnTo>
                  <a:lnTo>
                    <a:pt x="94308" y="6219158"/>
                  </a:lnTo>
                  <a:lnTo>
                    <a:pt x="94402" y="6219158"/>
                  </a:lnTo>
                  <a:lnTo>
                    <a:pt x="94496" y="6219158"/>
                  </a:lnTo>
                  <a:lnTo>
                    <a:pt x="94590" y="6219158"/>
                  </a:lnTo>
                  <a:lnTo>
                    <a:pt x="94684" y="6219158"/>
                  </a:lnTo>
                  <a:lnTo>
                    <a:pt x="94778" y="6219158"/>
                  </a:lnTo>
                  <a:lnTo>
                    <a:pt x="94872" y="6219158"/>
                  </a:lnTo>
                  <a:lnTo>
                    <a:pt x="94966" y="6219158"/>
                  </a:lnTo>
                  <a:lnTo>
                    <a:pt x="95060" y="6219158"/>
                  </a:lnTo>
                  <a:lnTo>
                    <a:pt x="95154" y="6219158"/>
                  </a:lnTo>
                  <a:lnTo>
                    <a:pt x="95248" y="6219158"/>
                  </a:lnTo>
                  <a:lnTo>
                    <a:pt x="95342" y="6219158"/>
                  </a:lnTo>
                  <a:lnTo>
                    <a:pt x="95436" y="6219158"/>
                  </a:lnTo>
                  <a:lnTo>
                    <a:pt x="95530" y="6219158"/>
                  </a:lnTo>
                  <a:lnTo>
                    <a:pt x="95624" y="6219158"/>
                  </a:lnTo>
                  <a:lnTo>
                    <a:pt x="95719" y="6219158"/>
                  </a:lnTo>
                  <a:lnTo>
                    <a:pt x="95813" y="6219158"/>
                  </a:lnTo>
                  <a:lnTo>
                    <a:pt x="96001" y="6219158"/>
                  </a:lnTo>
                  <a:lnTo>
                    <a:pt x="96095" y="6219158"/>
                  </a:lnTo>
                  <a:lnTo>
                    <a:pt x="96189" y="6219158"/>
                  </a:lnTo>
                  <a:lnTo>
                    <a:pt x="96283" y="6219158"/>
                  </a:lnTo>
                  <a:lnTo>
                    <a:pt x="96377" y="6219158"/>
                  </a:lnTo>
                  <a:lnTo>
                    <a:pt x="96377" y="6213878"/>
                  </a:lnTo>
                  <a:lnTo>
                    <a:pt x="96471" y="6213878"/>
                  </a:lnTo>
                  <a:lnTo>
                    <a:pt x="96471" y="6208599"/>
                  </a:lnTo>
                  <a:lnTo>
                    <a:pt x="96565" y="6208599"/>
                  </a:lnTo>
                  <a:lnTo>
                    <a:pt x="96659" y="6208599"/>
                  </a:lnTo>
                  <a:lnTo>
                    <a:pt x="96753" y="6208599"/>
                  </a:lnTo>
                  <a:lnTo>
                    <a:pt x="96847" y="6208599"/>
                  </a:lnTo>
                  <a:lnTo>
                    <a:pt x="96941" y="6208599"/>
                  </a:lnTo>
                  <a:lnTo>
                    <a:pt x="97035" y="6208599"/>
                  </a:lnTo>
                  <a:lnTo>
                    <a:pt x="97129" y="6208599"/>
                  </a:lnTo>
                  <a:lnTo>
                    <a:pt x="97223" y="6208599"/>
                  </a:lnTo>
                  <a:lnTo>
                    <a:pt x="97317" y="6208599"/>
                  </a:lnTo>
                  <a:lnTo>
                    <a:pt x="97411" y="6208599"/>
                  </a:lnTo>
                  <a:lnTo>
                    <a:pt x="97505" y="6208599"/>
                  </a:lnTo>
                  <a:lnTo>
                    <a:pt x="97599" y="6208599"/>
                  </a:lnTo>
                  <a:lnTo>
                    <a:pt x="97693" y="6208599"/>
                  </a:lnTo>
                  <a:lnTo>
                    <a:pt x="97787" y="6208599"/>
                  </a:lnTo>
                  <a:lnTo>
                    <a:pt x="97975" y="6208599"/>
                  </a:lnTo>
                  <a:lnTo>
                    <a:pt x="98069" y="6208599"/>
                  </a:lnTo>
                  <a:lnTo>
                    <a:pt x="98257" y="6208599"/>
                  </a:lnTo>
                  <a:lnTo>
                    <a:pt x="98445" y="6208599"/>
                  </a:lnTo>
                  <a:lnTo>
                    <a:pt x="98539" y="6208599"/>
                  </a:lnTo>
                  <a:lnTo>
                    <a:pt x="98633" y="6208599"/>
                  </a:lnTo>
                  <a:lnTo>
                    <a:pt x="98727" y="6208599"/>
                  </a:lnTo>
                  <a:lnTo>
                    <a:pt x="98821" y="6208599"/>
                  </a:lnTo>
                  <a:lnTo>
                    <a:pt x="98915" y="6208599"/>
                  </a:lnTo>
                  <a:lnTo>
                    <a:pt x="99103" y="6208599"/>
                  </a:lnTo>
                  <a:lnTo>
                    <a:pt x="99197" y="6208599"/>
                  </a:lnTo>
                  <a:lnTo>
                    <a:pt x="99386" y="6208599"/>
                  </a:lnTo>
                  <a:lnTo>
                    <a:pt x="99480" y="6208599"/>
                  </a:lnTo>
                  <a:lnTo>
                    <a:pt x="99574" y="6208599"/>
                  </a:lnTo>
                  <a:lnTo>
                    <a:pt x="99668" y="6208599"/>
                  </a:lnTo>
                  <a:lnTo>
                    <a:pt x="99762" y="6208599"/>
                  </a:lnTo>
                  <a:lnTo>
                    <a:pt x="99856" y="6208599"/>
                  </a:lnTo>
                  <a:lnTo>
                    <a:pt x="99950" y="6208599"/>
                  </a:lnTo>
                  <a:lnTo>
                    <a:pt x="100044" y="6208599"/>
                  </a:lnTo>
                  <a:lnTo>
                    <a:pt x="100232" y="6208599"/>
                  </a:lnTo>
                  <a:lnTo>
                    <a:pt x="100326" y="6208599"/>
                  </a:lnTo>
                  <a:lnTo>
                    <a:pt x="100420" y="6208599"/>
                  </a:lnTo>
                  <a:lnTo>
                    <a:pt x="100514" y="6208599"/>
                  </a:lnTo>
                  <a:lnTo>
                    <a:pt x="100608" y="6208599"/>
                  </a:lnTo>
                  <a:lnTo>
                    <a:pt x="100702" y="6208599"/>
                  </a:lnTo>
                  <a:lnTo>
                    <a:pt x="100796" y="6208599"/>
                  </a:lnTo>
                  <a:lnTo>
                    <a:pt x="100890" y="6208599"/>
                  </a:lnTo>
                  <a:lnTo>
                    <a:pt x="100984" y="6208599"/>
                  </a:lnTo>
                  <a:lnTo>
                    <a:pt x="101078" y="6208599"/>
                  </a:lnTo>
                  <a:lnTo>
                    <a:pt x="101172" y="6208599"/>
                  </a:lnTo>
                  <a:lnTo>
                    <a:pt x="101266" y="6208599"/>
                  </a:lnTo>
                  <a:lnTo>
                    <a:pt x="101360" y="6208599"/>
                  </a:lnTo>
                  <a:lnTo>
                    <a:pt x="101454" y="6208599"/>
                  </a:lnTo>
                  <a:lnTo>
                    <a:pt x="101548" y="6208599"/>
                  </a:lnTo>
                  <a:lnTo>
                    <a:pt x="101830" y="6208599"/>
                  </a:lnTo>
                  <a:lnTo>
                    <a:pt x="102018" y="6208599"/>
                  </a:lnTo>
                  <a:lnTo>
                    <a:pt x="102112" y="6208599"/>
                  </a:lnTo>
                  <a:lnTo>
                    <a:pt x="102206" y="6208599"/>
                  </a:lnTo>
                  <a:lnTo>
                    <a:pt x="102394" y="6208599"/>
                  </a:lnTo>
                  <a:lnTo>
                    <a:pt x="102488" y="6208599"/>
                  </a:lnTo>
                  <a:lnTo>
                    <a:pt x="102582" y="6208599"/>
                  </a:lnTo>
                  <a:lnTo>
                    <a:pt x="102676" y="6208599"/>
                  </a:lnTo>
                  <a:lnTo>
                    <a:pt x="102770" y="6208599"/>
                  </a:lnTo>
                  <a:lnTo>
                    <a:pt x="102865" y="6208599"/>
                  </a:lnTo>
                  <a:lnTo>
                    <a:pt x="102959" y="6208599"/>
                  </a:lnTo>
                  <a:lnTo>
                    <a:pt x="103053" y="6208599"/>
                  </a:lnTo>
                  <a:lnTo>
                    <a:pt x="103241" y="6208599"/>
                  </a:lnTo>
                  <a:lnTo>
                    <a:pt x="103335" y="6208599"/>
                  </a:lnTo>
                  <a:lnTo>
                    <a:pt x="103429" y="6208599"/>
                  </a:lnTo>
                  <a:lnTo>
                    <a:pt x="103523" y="6208599"/>
                  </a:lnTo>
                  <a:lnTo>
                    <a:pt x="103711" y="6208599"/>
                  </a:lnTo>
                  <a:lnTo>
                    <a:pt x="103805" y="6208599"/>
                  </a:lnTo>
                  <a:lnTo>
                    <a:pt x="103899" y="6208599"/>
                  </a:lnTo>
                  <a:lnTo>
                    <a:pt x="103993" y="6208599"/>
                  </a:lnTo>
                  <a:lnTo>
                    <a:pt x="104087" y="6208599"/>
                  </a:lnTo>
                  <a:lnTo>
                    <a:pt x="104275" y="6208599"/>
                  </a:lnTo>
                  <a:lnTo>
                    <a:pt x="104369" y="6208599"/>
                  </a:lnTo>
                  <a:lnTo>
                    <a:pt x="104463" y="6208599"/>
                  </a:lnTo>
                  <a:lnTo>
                    <a:pt x="104557" y="6208599"/>
                  </a:lnTo>
                  <a:lnTo>
                    <a:pt x="104651" y="6208599"/>
                  </a:lnTo>
                  <a:lnTo>
                    <a:pt x="104745" y="6208599"/>
                  </a:lnTo>
                  <a:lnTo>
                    <a:pt x="104839" y="6208599"/>
                  </a:lnTo>
                  <a:lnTo>
                    <a:pt x="104933" y="6208599"/>
                  </a:lnTo>
                  <a:lnTo>
                    <a:pt x="105027" y="6208599"/>
                  </a:lnTo>
                  <a:lnTo>
                    <a:pt x="105121" y="6208599"/>
                  </a:lnTo>
                  <a:lnTo>
                    <a:pt x="105403" y="6208599"/>
                  </a:lnTo>
                  <a:lnTo>
                    <a:pt x="105497" y="6208599"/>
                  </a:lnTo>
                  <a:lnTo>
                    <a:pt x="105591" y="6208599"/>
                  </a:lnTo>
                  <a:lnTo>
                    <a:pt x="105685" y="6208599"/>
                  </a:lnTo>
                  <a:lnTo>
                    <a:pt x="105873" y="6208599"/>
                  </a:lnTo>
                  <a:lnTo>
                    <a:pt x="105967" y="6208599"/>
                  </a:lnTo>
                  <a:lnTo>
                    <a:pt x="106061" y="6208599"/>
                  </a:lnTo>
                  <a:lnTo>
                    <a:pt x="106155" y="6208599"/>
                  </a:lnTo>
                  <a:lnTo>
                    <a:pt x="106249" y="6208599"/>
                  </a:lnTo>
                  <a:lnTo>
                    <a:pt x="106344" y="6208599"/>
                  </a:lnTo>
                  <a:lnTo>
                    <a:pt x="106344" y="6203320"/>
                  </a:lnTo>
                  <a:lnTo>
                    <a:pt x="106438" y="6203320"/>
                  </a:lnTo>
                  <a:lnTo>
                    <a:pt x="106532" y="6203320"/>
                  </a:lnTo>
                  <a:lnTo>
                    <a:pt x="106626" y="6203320"/>
                  </a:lnTo>
                  <a:lnTo>
                    <a:pt x="106720" y="6203320"/>
                  </a:lnTo>
                  <a:lnTo>
                    <a:pt x="106814" y="6203320"/>
                  </a:lnTo>
                  <a:lnTo>
                    <a:pt x="106908" y="6203320"/>
                  </a:lnTo>
                  <a:lnTo>
                    <a:pt x="107002" y="6203320"/>
                  </a:lnTo>
                  <a:lnTo>
                    <a:pt x="107096" y="6203320"/>
                  </a:lnTo>
                  <a:lnTo>
                    <a:pt x="107190" y="6203320"/>
                  </a:lnTo>
                  <a:lnTo>
                    <a:pt x="107472" y="6198040"/>
                  </a:lnTo>
                  <a:lnTo>
                    <a:pt x="107566" y="6198040"/>
                  </a:lnTo>
                  <a:lnTo>
                    <a:pt x="107660" y="6198040"/>
                  </a:lnTo>
                  <a:lnTo>
                    <a:pt x="107754" y="6198040"/>
                  </a:lnTo>
                  <a:lnTo>
                    <a:pt x="107848" y="6198040"/>
                  </a:lnTo>
                  <a:lnTo>
                    <a:pt x="107942" y="6198040"/>
                  </a:lnTo>
                  <a:lnTo>
                    <a:pt x="108036" y="6198040"/>
                  </a:lnTo>
                  <a:lnTo>
                    <a:pt x="108130" y="6198040"/>
                  </a:lnTo>
                  <a:lnTo>
                    <a:pt x="108224" y="6198040"/>
                  </a:lnTo>
                  <a:lnTo>
                    <a:pt x="108318" y="6198040"/>
                  </a:lnTo>
                  <a:lnTo>
                    <a:pt x="108412" y="6198040"/>
                  </a:lnTo>
                  <a:lnTo>
                    <a:pt x="108506" y="6198040"/>
                  </a:lnTo>
                  <a:lnTo>
                    <a:pt x="108600" y="6198040"/>
                  </a:lnTo>
                  <a:lnTo>
                    <a:pt x="108694" y="6198040"/>
                  </a:lnTo>
                  <a:lnTo>
                    <a:pt x="108788" y="6198040"/>
                  </a:lnTo>
                  <a:lnTo>
                    <a:pt x="108882" y="6198040"/>
                  </a:lnTo>
                  <a:lnTo>
                    <a:pt x="108976" y="6198040"/>
                  </a:lnTo>
                  <a:lnTo>
                    <a:pt x="109070" y="6198040"/>
                  </a:lnTo>
                  <a:lnTo>
                    <a:pt x="109164" y="6198040"/>
                  </a:lnTo>
                  <a:lnTo>
                    <a:pt x="109258" y="6198040"/>
                  </a:lnTo>
                  <a:lnTo>
                    <a:pt x="109352" y="6198040"/>
                  </a:lnTo>
                  <a:lnTo>
                    <a:pt x="109446" y="6198040"/>
                  </a:lnTo>
                  <a:lnTo>
                    <a:pt x="109540" y="6198040"/>
                  </a:lnTo>
                  <a:lnTo>
                    <a:pt x="109728" y="6198040"/>
                  </a:lnTo>
                  <a:lnTo>
                    <a:pt x="109917" y="6198040"/>
                  </a:lnTo>
                  <a:lnTo>
                    <a:pt x="110011" y="6198040"/>
                  </a:lnTo>
                  <a:lnTo>
                    <a:pt x="110105" y="6198040"/>
                  </a:lnTo>
                  <a:lnTo>
                    <a:pt x="110199" y="6198040"/>
                  </a:lnTo>
                  <a:lnTo>
                    <a:pt x="110293" y="6198040"/>
                  </a:lnTo>
                  <a:lnTo>
                    <a:pt x="110387" y="6198040"/>
                  </a:lnTo>
                  <a:lnTo>
                    <a:pt x="110481" y="6198040"/>
                  </a:lnTo>
                  <a:lnTo>
                    <a:pt x="110575" y="6198040"/>
                  </a:lnTo>
                  <a:lnTo>
                    <a:pt x="110669" y="6198040"/>
                  </a:lnTo>
                  <a:lnTo>
                    <a:pt x="110763" y="6198040"/>
                  </a:lnTo>
                  <a:lnTo>
                    <a:pt x="110857" y="6198040"/>
                  </a:lnTo>
                  <a:lnTo>
                    <a:pt x="110951" y="6198040"/>
                  </a:lnTo>
                  <a:lnTo>
                    <a:pt x="111045" y="6198040"/>
                  </a:lnTo>
                  <a:lnTo>
                    <a:pt x="111233" y="6198040"/>
                  </a:lnTo>
                  <a:lnTo>
                    <a:pt x="111327" y="6198040"/>
                  </a:lnTo>
                  <a:lnTo>
                    <a:pt x="111421" y="6198040"/>
                  </a:lnTo>
                  <a:lnTo>
                    <a:pt x="111515" y="6198040"/>
                  </a:lnTo>
                  <a:lnTo>
                    <a:pt x="111609" y="6198040"/>
                  </a:lnTo>
                  <a:lnTo>
                    <a:pt x="111703" y="6198040"/>
                  </a:lnTo>
                  <a:lnTo>
                    <a:pt x="111797" y="6198040"/>
                  </a:lnTo>
                  <a:lnTo>
                    <a:pt x="111891" y="6198040"/>
                  </a:lnTo>
                  <a:lnTo>
                    <a:pt x="111985" y="6198040"/>
                  </a:lnTo>
                  <a:lnTo>
                    <a:pt x="112079" y="6198040"/>
                  </a:lnTo>
                  <a:lnTo>
                    <a:pt x="112173" y="6198040"/>
                  </a:lnTo>
                  <a:lnTo>
                    <a:pt x="112267" y="6198040"/>
                  </a:lnTo>
                  <a:lnTo>
                    <a:pt x="112361" y="6198040"/>
                  </a:lnTo>
                  <a:lnTo>
                    <a:pt x="112455" y="6198040"/>
                  </a:lnTo>
                  <a:lnTo>
                    <a:pt x="112549" y="6198040"/>
                  </a:lnTo>
                  <a:lnTo>
                    <a:pt x="112643" y="6198040"/>
                  </a:lnTo>
                  <a:lnTo>
                    <a:pt x="112737" y="6198040"/>
                  </a:lnTo>
                  <a:lnTo>
                    <a:pt x="112831" y="6198040"/>
                  </a:lnTo>
                  <a:lnTo>
                    <a:pt x="112925" y="6198040"/>
                  </a:lnTo>
                  <a:lnTo>
                    <a:pt x="113113" y="6198040"/>
                  </a:lnTo>
                  <a:lnTo>
                    <a:pt x="113207" y="6198040"/>
                  </a:lnTo>
                  <a:lnTo>
                    <a:pt x="113301" y="6198040"/>
                  </a:lnTo>
                  <a:lnTo>
                    <a:pt x="113395" y="6198040"/>
                  </a:lnTo>
                  <a:lnTo>
                    <a:pt x="113490" y="6198040"/>
                  </a:lnTo>
                  <a:lnTo>
                    <a:pt x="113584" y="6198040"/>
                  </a:lnTo>
                  <a:lnTo>
                    <a:pt x="113678" y="6198040"/>
                  </a:lnTo>
                  <a:lnTo>
                    <a:pt x="113772" y="6198040"/>
                  </a:lnTo>
                  <a:lnTo>
                    <a:pt x="113960" y="6198040"/>
                  </a:lnTo>
                  <a:lnTo>
                    <a:pt x="114054" y="6198040"/>
                  </a:lnTo>
                  <a:lnTo>
                    <a:pt x="114148" y="6198040"/>
                  </a:lnTo>
                  <a:lnTo>
                    <a:pt x="114242" y="6198040"/>
                  </a:lnTo>
                  <a:lnTo>
                    <a:pt x="114336" y="6198040"/>
                  </a:lnTo>
                  <a:lnTo>
                    <a:pt x="114430" y="6198040"/>
                  </a:lnTo>
                  <a:lnTo>
                    <a:pt x="114524" y="6198040"/>
                  </a:lnTo>
                  <a:lnTo>
                    <a:pt x="114618" y="6198040"/>
                  </a:lnTo>
                  <a:lnTo>
                    <a:pt x="114712" y="6198040"/>
                  </a:lnTo>
                  <a:lnTo>
                    <a:pt x="114806" y="6198040"/>
                  </a:lnTo>
                  <a:lnTo>
                    <a:pt x="114900" y="6198040"/>
                  </a:lnTo>
                  <a:lnTo>
                    <a:pt x="114994" y="6198040"/>
                  </a:lnTo>
                  <a:lnTo>
                    <a:pt x="115182" y="6198040"/>
                  </a:lnTo>
                  <a:lnTo>
                    <a:pt x="115276" y="6198040"/>
                  </a:lnTo>
                  <a:lnTo>
                    <a:pt x="115464" y="6198040"/>
                  </a:lnTo>
                  <a:lnTo>
                    <a:pt x="115558" y="6198040"/>
                  </a:lnTo>
                  <a:lnTo>
                    <a:pt x="115652" y="6198040"/>
                  </a:lnTo>
                  <a:lnTo>
                    <a:pt x="115746" y="6198040"/>
                  </a:lnTo>
                  <a:lnTo>
                    <a:pt x="115840" y="6198040"/>
                  </a:lnTo>
                  <a:lnTo>
                    <a:pt x="115934" y="6198040"/>
                  </a:lnTo>
                  <a:lnTo>
                    <a:pt x="116028" y="6198040"/>
                  </a:lnTo>
                  <a:lnTo>
                    <a:pt x="116122" y="6198040"/>
                  </a:lnTo>
                  <a:lnTo>
                    <a:pt x="116216" y="6198040"/>
                  </a:lnTo>
                  <a:lnTo>
                    <a:pt x="116310" y="6198040"/>
                  </a:lnTo>
                  <a:lnTo>
                    <a:pt x="116404" y="6198040"/>
                  </a:lnTo>
                  <a:lnTo>
                    <a:pt x="116498" y="6198040"/>
                  </a:lnTo>
                  <a:lnTo>
                    <a:pt x="116592" y="6198040"/>
                  </a:lnTo>
                  <a:lnTo>
                    <a:pt x="116686" y="6198040"/>
                  </a:lnTo>
                  <a:lnTo>
                    <a:pt x="116780" y="6198040"/>
                  </a:lnTo>
                  <a:lnTo>
                    <a:pt x="116874" y="6198040"/>
                  </a:lnTo>
                  <a:lnTo>
                    <a:pt x="116969" y="6198040"/>
                  </a:lnTo>
                  <a:lnTo>
                    <a:pt x="117063" y="6198040"/>
                  </a:lnTo>
                  <a:lnTo>
                    <a:pt x="117157" y="6198040"/>
                  </a:lnTo>
                  <a:lnTo>
                    <a:pt x="117345" y="6198040"/>
                  </a:lnTo>
                  <a:lnTo>
                    <a:pt x="117533" y="6198040"/>
                  </a:lnTo>
                  <a:lnTo>
                    <a:pt x="117627" y="6198040"/>
                  </a:lnTo>
                  <a:lnTo>
                    <a:pt x="117721" y="6198040"/>
                  </a:lnTo>
                  <a:lnTo>
                    <a:pt x="117815" y="6198040"/>
                  </a:lnTo>
                  <a:lnTo>
                    <a:pt x="117909" y="6198040"/>
                  </a:lnTo>
                  <a:lnTo>
                    <a:pt x="118003" y="6198040"/>
                  </a:lnTo>
                  <a:lnTo>
                    <a:pt x="118097" y="6198040"/>
                  </a:lnTo>
                  <a:lnTo>
                    <a:pt x="118191" y="6198040"/>
                  </a:lnTo>
                  <a:lnTo>
                    <a:pt x="118379" y="6198040"/>
                  </a:lnTo>
                  <a:lnTo>
                    <a:pt x="118473" y="6198040"/>
                  </a:lnTo>
                  <a:lnTo>
                    <a:pt x="118567" y="6198040"/>
                  </a:lnTo>
                  <a:lnTo>
                    <a:pt x="118661" y="6198040"/>
                  </a:lnTo>
                  <a:lnTo>
                    <a:pt x="118755" y="6198040"/>
                  </a:lnTo>
                  <a:lnTo>
                    <a:pt x="118755" y="6192761"/>
                  </a:lnTo>
                  <a:lnTo>
                    <a:pt x="118943" y="6192761"/>
                  </a:lnTo>
                  <a:lnTo>
                    <a:pt x="119037" y="6192761"/>
                  </a:lnTo>
                  <a:lnTo>
                    <a:pt x="119131" y="6192761"/>
                  </a:lnTo>
                  <a:lnTo>
                    <a:pt x="119225" y="6192761"/>
                  </a:lnTo>
                  <a:lnTo>
                    <a:pt x="119319" y="6192761"/>
                  </a:lnTo>
                  <a:lnTo>
                    <a:pt x="119413" y="6192761"/>
                  </a:lnTo>
                  <a:lnTo>
                    <a:pt x="119507" y="6192761"/>
                  </a:lnTo>
                  <a:lnTo>
                    <a:pt x="119601" y="6192761"/>
                  </a:lnTo>
                  <a:lnTo>
                    <a:pt x="119695" y="6192761"/>
                  </a:lnTo>
                  <a:lnTo>
                    <a:pt x="119883" y="6192761"/>
                  </a:lnTo>
                  <a:lnTo>
                    <a:pt x="119977" y="6192761"/>
                  </a:lnTo>
                  <a:lnTo>
                    <a:pt x="120071" y="6192761"/>
                  </a:lnTo>
                  <a:lnTo>
                    <a:pt x="120165" y="6192761"/>
                  </a:lnTo>
                  <a:lnTo>
                    <a:pt x="120259" y="6192761"/>
                  </a:lnTo>
                  <a:lnTo>
                    <a:pt x="120353" y="6192761"/>
                  </a:lnTo>
                  <a:lnTo>
                    <a:pt x="120447" y="6192761"/>
                  </a:lnTo>
                  <a:lnTo>
                    <a:pt x="120542" y="6192761"/>
                  </a:lnTo>
                  <a:lnTo>
                    <a:pt x="120636" y="6192761"/>
                  </a:lnTo>
                  <a:lnTo>
                    <a:pt x="120918" y="6192761"/>
                  </a:lnTo>
                  <a:lnTo>
                    <a:pt x="121012" y="6192761"/>
                  </a:lnTo>
                  <a:lnTo>
                    <a:pt x="121106" y="6192761"/>
                  </a:lnTo>
                  <a:lnTo>
                    <a:pt x="121200" y="6192761"/>
                  </a:lnTo>
                  <a:lnTo>
                    <a:pt x="121294" y="6192761"/>
                  </a:lnTo>
                  <a:lnTo>
                    <a:pt x="121388" y="6192761"/>
                  </a:lnTo>
                  <a:lnTo>
                    <a:pt x="121482" y="6192761"/>
                  </a:lnTo>
                  <a:lnTo>
                    <a:pt x="121576" y="6192761"/>
                  </a:lnTo>
                  <a:lnTo>
                    <a:pt x="121670" y="6192761"/>
                  </a:lnTo>
                  <a:lnTo>
                    <a:pt x="121764" y="6192761"/>
                  </a:lnTo>
                  <a:lnTo>
                    <a:pt x="121858" y="6192761"/>
                  </a:lnTo>
                  <a:lnTo>
                    <a:pt x="121952" y="6192761"/>
                  </a:lnTo>
                  <a:lnTo>
                    <a:pt x="122046" y="6192761"/>
                  </a:lnTo>
                  <a:lnTo>
                    <a:pt x="122140" y="6192761"/>
                  </a:lnTo>
                  <a:lnTo>
                    <a:pt x="122234" y="6192761"/>
                  </a:lnTo>
                  <a:lnTo>
                    <a:pt x="122422" y="6192761"/>
                  </a:lnTo>
                  <a:lnTo>
                    <a:pt x="122516" y="6192761"/>
                  </a:lnTo>
                  <a:lnTo>
                    <a:pt x="122610" y="6192761"/>
                  </a:lnTo>
                  <a:lnTo>
                    <a:pt x="122704" y="6192761"/>
                  </a:lnTo>
                  <a:lnTo>
                    <a:pt x="122798" y="6192761"/>
                  </a:lnTo>
                  <a:lnTo>
                    <a:pt x="122892" y="6192761"/>
                  </a:lnTo>
                  <a:lnTo>
                    <a:pt x="122986" y="6192761"/>
                  </a:lnTo>
                  <a:lnTo>
                    <a:pt x="123080" y="6192761"/>
                  </a:lnTo>
                  <a:lnTo>
                    <a:pt x="123174" y="6192761"/>
                  </a:lnTo>
                  <a:lnTo>
                    <a:pt x="123268" y="6192761"/>
                  </a:lnTo>
                  <a:lnTo>
                    <a:pt x="123362" y="6192761"/>
                  </a:lnTo>
                  <a:lnTo>
                    <a:pt x="123456" y="6192761"/>
                  </a:lnTo>
                  <a:lnTo>
                    <a:pt x="123644" y="6192761"/>
                  </a:lnTo>
                  <a:lnTo>
                    <a:pt x="123738" y="6192761"/>
                  </a:lnTo>
                  <a:lnTo>
                    <a:pt x="123832" y="6192761"/>
                  </a:lnTo>
                  <a:lnTo>
                    <a:pt x="123926" y="6192761"/>
                  </a:lnTo>
                  <a:lnTo>
                    <a:pt x="124020" y="6192761"/>
                  </a:lnTo>
                  <a:lnTo>
                    <a:pt x="124115" y="6192761"/>
                  </a:lnTo>
                  <a:lnTo>
                    <a:pt x="124209" y="6192761"/>
                  </a:lnTo>
                  <a:lnTo>
                    <a:pt x="124397" y="6192761"/>
                  </a:lnTo>
                  <a:lnTo>
                    <a:pt x="124397" y="6187481"/>
                  </a:lnTo>
                  <a:lnTo>
                    <a:pt x="124491" y="6187481"/>
                  </a:lnTo>
                  <a:lnTo>
                    <a:pt x="124585" y="6187481"/>
                  </a:lnTo>
                  <a:lnTo>
                    <a:pt x="124679" y="6187481"/>
                  </a:lnTo>
                  <a:lnTo>
                    <a:pt x="124773" y="6187481"/>
                  </a:lnTo>
                  <a:lnTo>
                    <a:pt x="124867" y="6187481"/>
                  </a:lnTo>
                  <a:lnTo>
                    <a:pt x="124961" y="6187481"/>
                  </a:lnTo>
                  <a:lnTo>
                    <a:pt x="125055" y="6187481"/>
                  </a:lnTo>
                  <a:lnTo>
                    <a:pt x="125149" y="6187481"/>
                  </a:lnTo>
                  <a:lnTo>
                    <a:pt x="125243" y="6187481"/>
                  </a:lnTo>
                  <a:lnTo>
                    <a:pt x="125337" y="6187481"/>
                  </a:lnTo>
                  <a:lnTo>
                    <a:pt x="125431" y="6187481"/>
                  </a:lnTo>
                  <a:lnTo>
                    <a:pt x="125525" y="6187481"/>
                  </a:lnTo>
                  <a:lnTo>
                    <a:pt x="125619" y="6187481"/>
                  </a:lnTo>
                  <a:lnTo>
                    <a:pt x="125713" y="6187481"/>
                  </a:lnTo>
                  <a:lnTo>
                    <a:pt x="125807" y="6187481"/>
                  </a:lnTo>
                  <a:lnTo>
                    <a:pt x="125901" y="6187481"/>
                  </a:lnTo>
                  <a:lnTo>
                    <a:pt x="125995" y="6187481"/>
                  </a:lnTo>
                  <a:lnTo>
                    <a:pt x="126089" y="6187481"/>
                  </a:lnTo>
                  <a:lnTo>
                    <a:pt x="126183" y="6187481"/>
                  </a:lnTo>
                  <a:lnTo>
                    <a:pt x="126371" y="6187481"/>
                  </a:lnTo>
                  <a:lnTo>
                    <a:pt x="126465" y="6187481"/>
                  </a:lnTo>
                  <a:lnTo>
                    <a:pt x="126559" y="6187481"/>
                  </a:lnTo>
                  <a:lnTo>
                    <a:pt x="126653" y="6187481"/>
                  </a:lnTo>
                  <a:lnTo>
                    <a:pt x="126747" y="6187481"/>
                  </a:lnTo>
                  <a:lnTo>
                    <a:pt x="126841" y="6187481"/>
                  </a:lnTo>
                  <a:lnTo>
                    <a:pt x="126935" y="6187481"/>
                  </a:lnTo>
                  <a:lnTo>
                    <a:pt x="127029" y="6187481"/>
                  </a:lnTo>
                  <a:lnTo>
                    <a:pt x="127123" y="6187481"/>
                  </a:lnTo>
                  <a:lnTo>
                    <a:pt x="127217" y="6187481"/>
                  </a:lnTo>
                  <a:lnTo>
                    <a:pt x="127405" y="6187481"/>
                  </a:lnTo>
                  <a:lnTo>
                    <a:pt x="127499" y="6187481"/>
                  </a:lnTo>
                  <a:lnTo>
                    <a:pt x="127594" y="6187481"/>
                  </a:lnTo>
                  <a:lnTo>
                    <a:pt x="127688" y="6187481"/>
                  </a:lnTo>
                  <a:lnTo>
                    <a:pt x="127782" y="6187481"/>
                  </a:lnTo>
                  <a:lnTo>
                    <a:pt x="127970" y="6187481"/>
                  </a:lnTo>
                  <a:lnTo>
                    <a:pt x="128064" y="6187481"/>
                  </a:lnTo>
                  <a:lnTo>
                    <a:pt x="128158" y="6187481"/>
                  </a:lnTo>
                  <a:lnTo>
                    <a:pt x="128252" y="6187481"/>
                  </a:lnTo>
                  <a:lnTo>
                    <a:pt x="128346" y="6187481"/>
                  </a:lnTo>
                  <a:lnTo>
                    <a:pt x="128440" y="6187481"/>
                  </a:lnTo>
                  <a:lnTo>
                    <a:pt x="128534" y="6187481"/>
                  </a:lnTo>
                  <a:lnTo>
                    <a:pt x="128628" y="6187481"/>
                  </a:lnTo>
                  <a:lnTo>
                    <a:pt x="128628" y="6182202"/>
                  </a:lnTo>
                  <a:lnTo>
                    <a:pt x="128722" y="6182202"/>
                  </a:lnTo>
                  <a:lnTo>
                    <a:pt x="128816" y="6182202"/>
                  </a:lnTo>
                  <a:lnTo>
                    <a:pt x="129004" y="6176922"/>
                  </a:lnTo>
                  <a:lnTo>
                    <a:pt x="129098" y="6176922"/>
                  </a:lnTo>
                  <a:lnTo>
                    <a:pt x="129192" y="6176922"/>
                  </a:lnTo>
                  <a:lnTo>
                    <a:pt x="129380" y="6176922"/>
                  </a:lnTo>
                  <a:lnTo>
                    <a:pt x="129474" y="6176922"/>
                  </a:lnTo>
                  <a:lnTo>
                    <a:pt x="129568" y="6176922"/>
                  </a:lnTo>
                  <a:lnTo>
                    <a:pt x="129756" y="6176922"/>
                  </a:lnTo>
                  <a:lnTo>
                    <a:pt x="129850" y="6176922"/>
                  </a:lnTo>
                  <a:lnTo>
                    <a:pt x="129944" y="6176922"/>
                  </a:lnTo>
                  <a:lnTo>
                    <a:pt x="130132" y="6176922"/>
                  </a:lnTo>
                  <a:lnTo>
                    <a:pt x="130226" y="6176922"/>
                  </a:lnTo>
                  <a:lnTo>
                    <a:pt x="130320" y="6176922"/>
                  </a:lnTo>
                  <a:lnTo>
                    <a:pt x="130320" y="6171643"/>
                  </a:lnTo>
                  <a:lnTo>
                    <a:pt x="130414" y="6171643"/>
                  </a:lnTo>
                  <a:lnTo>
                    <a:pt x="130508" y="6171643"/>
                  </a:lnTo>
                  <a:lnTo>
                    <a:pt x="130602" y="6171643"/>
                  </a:lnTo>
                  <a:lnTo>
                    <a:pt x="130696" y="6171643"/>
                  </a:lnTo>
                  <a:lnTo>
                    <a:pt x="130790" y="6171643"/>
                  </a:lnTo>
                  <a:lnTo>
                    <a:pt x="130884" y="6171643"/>
                  </a:lnTo>
                  <a:lnTo>
                    <a:pt x="130978" y="6171643"/>
                  </a:lnTo>
                  <a:lnTo>
                    <a:pt x="131072" y="6171643"/>
                  </a:lnTo>
                  <a:lnTo>
                    <a:pt x="131167" y="6171643"/>
                  </a:lnTo>
                  <a:lnTo>
                    <a:pt x="131261" y="6171643"/>
                  </a:lnTo>
                  <a:lnTo>
                    <a:pt x="131355" y="6171643"/>
                  </a:lnTo>
                  <a:lnTo>
                    <a:pt x="131449" y="6171643"/>
                  </a:lnTo>
                  <a:lnTo>
                    <a:pt x="131637" y="6171643"/>
                  </a:lnTo>
                  <a:lnTo>
                    <a:pt x="131731" y="6171643"/>
                  </a:lnTo>
                  <a:lnTo>
                    <a:pt x="131825" y="6171643"/>
                  </a:lnTo>
                  <a:lnTo>
                    <a:pt x="131919" y="6171643"/>
                  </a:lnTo>
                  <a:lnTo>
                    <a:pt x="132013" y="6171643"/>
                  </a:lnTo>
                  <a:lnTo>
                    <a:pt x="132201" y="6171643"/>
                  </a:lnTo>
                  <a:lnTo>
                    <a:pt x="132295" y="6171643"/>
                  </a:lnTo>
                  <a:lnTo>
                    <a:pt x="132389" y="6171643"/>
                  </a:lnTo>
                  <a:lnTo>
                    <a:pt x="132483" y="6171643"/>
                  </a:lnTo>
                  <a:lnTo>
                    <a:pt x="132577" y="6171643"/>
                  </a:lnTo>
                  <a:lnTo>
                    <a:pt x="132671" y="6171643"/>
                  </a:lnTo>
                  <a:lnTo>
                    <a:pt x="132765" y="6171643"/>
                  </a:lnTo>
                  <a:lnTo>
                    <a:pt x="132859" y="6171643"/>
                  </a:lnTo>
                  <a:lnTo>
                    <a:pt x="133047" y="6171643"/>
                  </a:lnTo>
                  <a:lnTo>
                    <a:pt x="133141" y="6171643"/>
                  </a:lnTo>
                  <a:lnTo>
                    <a:pt x="133235" y="6171643"/>
                  </a:lnTo>
                  <a:lnTo>
                    <a:pt x="133329" y="6171643"/>
                  </a:lnTo>
                  <a:lnTo>
                    <a:pt x="133517" y="6171643"/>
                  </a:lnTo>
                  <a:lnTo>
                    <a:pt x="133705" y="6171643"/>
                  </a:lnTo>
                  <a:lnTo>
                    <a:pt x="133893" y="6171643"/>
                  </a:lnTo>
                  <a:lnTo>
                    <a:pt x="133987" y="6171643"/>
                  </a:lnTo>
                  <a:lnTo>
                    <a:pt x="134081" y="6171643"/>
                  </a:lnTo>
                  <a:lnTo>
                    <a:pt x="134175" y="6171643"/>
                  </a:lnTo>
                  <a:lnTo>
                    <a:pt x="134269" y="6171643"/>
                  </a:lnTo>
                  <a:lnTo>
                    <a:pt x="134269" y="6166364"/>
                  </a:lnTo>
                  <a:lnTo>
                    <a:pt x="134363" y="6166364"/>
                  </a:lnTo>
                  <a:lnTo>
                    <a:pt x="134457" y="6166364"/>
                  </a:lnTo>
                  <a:lnTo>
                    <a:pt x="134551" y="6166364"/>
                  </a:lnTo>
                  <a:lnTo>
                    <a:pt x="134645" y="6166364"/>
                  </a:lnTo>
                  <a:lnTo>
                    <a:pt x="134740" y="6166364"/>
                  </a:lnTo>
                  <a:lnTo>
                    <a:pt x="134834" y="6166364"/>
                  </a:lnTo>
                  <a:lnTo>
                    <a:pt x="134928" y="6166364"/>
                  </a:lnTo>
                  <a:lnTo>
                    <a:pt x="135022" y="6166364"/>
                  </a:lnTo>
                  <a:lnTo>
                    <a:pt x="135116" y="6166364"/>
                  </a:lnTo>
                  <a:lnTo>
                    <a:pt x="135210" y="6166364"/>
                  </a:lnTo>
                  <a:lnTo>
                    <a:pt x="135398" y="6166364"/>
                  </a:lnTo>
                  <a:lnTo>
                    <a:pt x="135492" y="6166364"/>
                  </a:lnTo>
                  <a:lnTo>
                    <a:pt x="135586" y="6166364"/>
                  </a:lnTo>
                  <a:lnTo>
                    <a:pt x="135774" y="6166364"/>
                  </a:lnTo>
                  <a:lnTo>
                    <a:pt x="135868" y="6166364"/>
                  </a:lnTo>
                  <a:lnTo>
                    <a:pt x="135962" y="6166364"/>
                  </a:lnTo>
                  <a:lnTo>
                    <a:pt x="136056" y="6166364"/>
                  </a:lnTo>
                  <a:lnTo>
                    <a:pt x="136150" y="6166364"/>
                  </a:lnTo>
                  <a:lnTo>
                    <a:pt x="136244" y="6166364"/>
                  </a:lnTo>
                  <a:lnTo>
                    <a:pt x="136338" y="6166364"/>
                  </a:lnTo>
                  <a:lnTo>
                    <a:pt x="136526" y="6166364"/>
                  </a:lnTo>
                  <a:lnTo>
                    <a:pt x="136620" y="6166364"/>
                  </a:lnTo>
                  <a:lnTo>
                    <a:pt x="136714" y="6166364"/>
                  </a:lnTo>
                  <a:lnTo>
                    <a:pt x="136808" y="6166364"/>
                  </a:lnTo>
                  <a:lnTo>
                    <a:pt x="136902" y="6166364"/>
                  </a:lnTo>
                  <a:lnTo>
                    <a:pt x="136996" y="6166364"/>
                  </a:lnTo>
                  <a:lnTo>
                    <a:pt x="137090" y="6166364"/>
                  </a:lnTo>
                  <a:lnTo>
                    <a:pt x="137184" y="6166364"/>
                  </a:lnTo>
                  <a:lnTo>
                    <a:pt x="137278" y="6166364"/>
                  </a:lnTo>
                  <a:lnTo>
                    <a:pt x="137372" y="6166364"/>
                  </a:lnTo>
                  <a:lnTo>
                    <a:pt x="137466" y="6166364"/>
                  </a:lnTo>
                  <a:lnTo>
                    <a:pt x="137560" y="6166364"/>
                  </a:lnTo>
                  <a:lnTo>
                    <a:pt x="137654" y="6166364"/>
                  </a:lnTo>
                  <a:lnTo>
                    <a:pt x="137842" y="6166364"/>
                  </a:lnTo>
                  <a:lnTo>
                    <a:pt x="138030" y="6166364"/>
                  </a:lnTo>
                  <a:lnTo>
                    <a:pt x="138124" y="6166364"/>
                  </a:lnTo>
                  <a:lnTo>
                    <a:pt x="138218" y="6166364"/>
                  </a:lnTo>
                  <a:lnTo>
                    <a:pt x="138407" y="6166364"/>
                  </a:lnTo>
                  <a:lnTo>
                    <a:pt x="138501" y="6166364"/>
                  </a:lnTo>
                  <a:lnTo>
                    <a:pt x="138595" y="6166364"/>
                  </a:lnTo>
                  <a:lnTo>
                    <a:pt x="138689" y="6166364"/>
                  </a:lnTo>
                  <a:lnTo>
                    <a:pt x="138783" y="6166364"/>
                  </a:lnTo>
                  <a:lnTo>
                    <a:pt x="138877" y="6166364"/>
                  </a:lnTo>
                  <a:lnTo>
                    <a:pt x="138971" y="6166364"/>
                  </a:lnTo>
                  <a:lnTo>
                    <a:pt x="139159" y="6166364"/>
                  </a:lnTo>
                  <a:lnTo>
                    <a:pt x="139253" y="6166364"/>
                  </a:lnTo>
                  <a:lnTo>
                    <a:pt x="139347" y="6166364"/>
                  </a:lnTo>
                  <a:lnTo>
                    <a:pt x="139441" y="6166364"/>
                  </a:lnTo>
                  <a:lnTo>
                    <a:pt x="139535" y="6166364"/>
                  </a:lnTo>
                  <a:lnTo>
                    <a:pt x="139629" y="6166364"/>
                  </a:lnTo>
                  <a:lnTo>
                    <a:pt x="139723" y="6166364"/>
                  </a:lnTo>
                  <a:lnTo>
                    <a:pt x="139817" y="6166364"/>
                  </a:lnTo>
                  <a:lnTo>
                    <a:pt x="139911" y="6166364"/>
                  </a:lnTo>
                  <a:lnTo>
                    <a:pt x="140005" y="6166364"/>
                  </a:lnTo>
                  <a:lnTo>
                    <a:pt x="140193" y="6166364"/>
                  </a:lnTo>
                  <a:lnTo>
                    <a:pt x="140381" y="6166364"/>
                  </a:lnTo>
                  <a:lnTo>
                    <a:pt x="140475" y="6166364"/>
                  </a:lnTo>
                  <a:lnTo>
                    <a:pt x="140569" y="6166364"/>
                  </a:lnTo>
                  <a:lnTo>
                    <a:pt x="140663" y="6166364"/>
                  </a:lnTo>
                  <a:lnTo>
                    <a:pt x="140757" y="6166364"/>
                  </a:lnTo>
                  <a:lnTo>
                    <a:pt x="140851" y="6166364"/>
                  </a:lnTo>
                  <a:lnTo>
                    <a:pt x="140945" y="6166364"/>
                  </a:lnTo>
                  <a:lnTo>
                    <a:pt x="141039" y="6166364"/>
                  </a:lnTo>
                  <a:lnTo>
                    <a:pt x="141133" y="6166364"/>
                  </a:lnTo>
                  <a:lnTo>
                    <a:pt x="141227" y="6166364"/>
                  </a:lnTo>
                  <a:lnTo>
                    <a:pt x="141321" y="6166364"/>
                  </a:lnTo>
                  <a:lnTo>
                    <a:pt x="141415" y="6166364"/>
                  </a:lnTo>
                  <a:lnTo>
                    <a:pt x="141509" y="6166364"/>
                  </a:lnTo>
                  <a:lnTo>
                    <a:pt x="141603" y="6166364"/>
                  </a:lnTo>
                  <a:lnTo>
                    <a:pt x="141697" y="6166364"/>
                  </a:lnTo>
                  <a:lnTo>
                    <a:pt x="141792" y="6166364"/>
                  </a:lnTo>
                  <a:lnTo>
                    <a:pt x="141886" y="6166364"/>
                  </a:lnTo>
                  <a:lnTo>
                    <a:pt x="141980" y="6166364"/>
                  </a:lnTo>
                  <a:lnTo>
                    <a:pt x="142074" y="6166364"/>
                  </a:lnTo>
                  <a:lnTo>
                    <a:pt x="142168" y="6166364"/>
                  </a:lnTo>
                  <a:lnTo>
                    <a:pt x="142262" y="6166364"/>
                  </a:lnTo>
                  <a:lnTo>
                    <a:pt x="142356" y="6166364"/>
                  </a:lnTo>
                  <a:lnTo>
                    <a:pt x="142450" y="6166364"/>
                  </a:lnTo>
                  <a:lnTo>
                    <a:pt x="142544" y="6166364"/>
                  </a:lnTo>
                  <a:lnTo>
                    <a:pt x="142638" y="6166364"/>
                  </a:lnTo>
                  <a:lnTo>
                    <a:pt x="142732" y="6166364"/>
                  </a:lnTo>
                  <a:lnTo>
                    <a:pt x="142920" y="6166364"/>
                  </a:lnTo>
                  <a:lnTo>
                    <a:pt x="143014" y="6166364"/>
                  </a:lnTo>
                  <a:lnTo>
                    <a:pt x="143108" y="6166364"/>
                  </a:lnTo>
                  <a:lnTo>
                    <a:pt x="143202" y="6166364"/>
                  </a:lnTo>
                  <a:lnTo>
                    <a:pt x="143484" y="6166364"/>
                  </a:lnTo>
                  <a:lnTo>
                    <a:pt x="143578" y="6166364"/>
                  </a:lnTo>
                  <a:lnTo>
                    <a:pt x="143766" y="6166364"/>
                  </a:lnTo>
                  <a:lnTo>
                    <a:pt x="143860" y="6166364"/>
                  </a:lnTo>
                  <a:lnTo>
                    <a:pt x="143954" y="6166364"/>
                  </a:lnTo>
                  <a:lnTo>
                    <a:pt x="144048" y="6166364"/>
                  </a:lnTo>
                  <a:lnTo>
                    <a:pt x="144142" y="6166364"/>
                  </a:lnTo>
                  <a:lnTo>
                    <a:pt x="144236" y="6166364"/>
                  </a:lnTo>
                  <a:lnTo>
                    <a:pt x="144330" y="6166364"/>
                  </a:lnTo>
                  <a:lnTo>
                    <a:pt x="144424" y="6166364"/>
                  </a:lnTo>
                  <a:lnTo>
                    <a:pt x="144518" y="6166364"/>
                  </a:lnTo>
                  <a:lnTo>
                    <a:pt x="144612" y="6166364"/>
                  </a:lnTo>
                  <a:lnTo>
                    <a:pt x="144706" y="6166364"/>
                  </a:lnTo>
                  <a:lnTo>
                    <a:pt x="144894" y="6166364"/>
                  </a:lnTo>
                  <a:lnTo>
                    <a:pt x="144988" y="6166364"/>
                  </a:lnTo>
                  <a:lnTo>
                    <a:pt x="145082" y="6166364"/>
                  </a:lnTo>
                  <a:lnTo>
                    <a:pt x="145176" y="6166364"/>
                  </a:lnTo>
                  <a:lnTo>
                    <a:pt x="145270" y="6166364"/>
                  </a:lnTo>
                  <a:lnTo>
                    <a:pt x="145459" y="6166364"/>
                  </a:lnTo>
                  <a:lnTo>
                    <a:pt x="145553" y="6166364"/>
                  </a:lnTo>
                  <a:lnTo>
                    <a:pt x="145647" y="6166364"/>
                  </a:lnTo>
                  <a:lnTo>
                    <a:pt x="145835" y="6166364"/>
                  </a:lnTo>
                  <a:lnTo>
                    <a:pt x="145929" y="6166364"/>
                  </a:lnTo>
                  <a:lnTo>
                    <a:pt x="146023" y="6166364"/>
                  </a:lnTo>
                  <a:lnTo>
                    <a:pt x="146117" y="6166364"/>
                  </a:lnTo>
                  <a:lnTo>
                    <a:pt x="146211" y="6166364"/>
                  </a:lnTo>
                  <a:lnTo>
                    <a:pt x="146305" y="6166364"/>
                  </a:lnTo>
                  <a:lnTo>
                    <a:pt x="146493" y="6166364"/>
                  </a:lnTo>
                  <a:lnTo>
                    <a:pt x="146587" y="6166364"/>
                  </a:lnTo>
                  <a:lnTo>
                    <a:pt x="146681" y="6166364"/>
                  </a:lnTo>
                  <a:lnTo>
                    <a:pt x="146775" y="6166364"/>
                  </a:lnTo>
                  <a:lnTo>
                    <a:pt x="146869" y="6166364"/>
                  </a:lnTo>
                  <a:lnTo>
                    <a:pt x="146963" y="6166364"/>
                  </a:lnTo>
                  <a:lnTo>
                    <a:pt x="147057" y="6166364"/>
                  </a:lnTo>
                  <a:lnTo>
                    <a:pt x="147151" y="6166364"/>
                  </a:lnTo>
                  <a:lnTo>
                    <a:pt x="147245" y="6166364"/>
                  </a:lnTo>
                  <a:lnTo>
                    <a:pt x="147339" y="6166364"/>
                  </a:lnTo>
                  <a:lnTo>
                    <a:pt x="147433" y="6166364"/>
                  </a:lnTo>
                  <a:lnTo>
                    <a:pt x="147527" y="6166364"/>
                  </a:lnTo>
                  <a:lnTo>
                    <a:pt x="147621" y="6166364"/>
                  </a:lnTo>
                  <a:lnTo>
                    <a:pt x="147715" y="6166364"/>
                  </a:lnTo>
                  <a:lnTo>
                    <a:pt x="147809" y="6166364"/>
                  </a:lnTo>
                  <a:lnTo>
                    <a:pt x="147903" y="6166364"/>
                  </a:lnTo>
                  <a:lnTo>
                    <a:pt x="147997" y="6166364"/>
                  </a:lnTo>
                  <a:lnTo>
                    <a:pt x="148091" y="6166364"/>
                  </a:lnTo>
                  <a:lnTo>
                    <a:pt x="148185" y="6166364"/>
                  </a:lnTo>
                  <a:lnTo>
                    <a:pt x="148279" y="6166364"/>
                  </a:lnTo>
                  <a:lnTo>
                    <a:pt x="148373" y="6166364"/>
                  </a:lnTo>
                  <a:lnTo>
                    <a:pt x="148561" y="6166364"/>
                  </a:lnTo>
                  <a:lnTo>
                    <a:pt x="148655" y="6166364"/>
                  </a:lnTo>
                  <a:lnTo>
                    <a:pt x="148749" y="6166364"/>
                  </a:lnTo>
                  <a:lnTo>
                    <a:pt x="148938" y="6166364"/>
                  </a:lnTo>
                  <a:lnTo>
                    <a:pt x="149032" y="6166364"/>
                  </a:lnTo>
                  <a:lnTo>
                    <a:pt x="149220" y="6166364"/>
                  </a:lnTo>
                  <a:lnTo>
                    <a:pt x="149314" y="6166364"/>
                  </a:lnTo>
                  <a:lnTo>
                    <a:pt x="149408" y="6166364"/>
                  </a:lnTo>
                  <a:lnTo>
                    <a:pt x="149502" y="6166364"/>
                  </a:lnTo>
                  <a:lnTo>
                    <a:pt x="149596" y="6166364"/>
                  </a:lnTo>
                  <a:lnTo>
                    <a:pt x="149690" y="6166364"/>
                  </a:lnTo>
                  <a:lnTo>
                    <a:pt x="149784" y="6166364"/>
                  </a:lnTo>
                  <a:lnTo>
                    <a:pt x="149784" y="6161084"/>
                  </a:lnTo>
                  <a:lnTo>
                    <a:pt x="149878" y="6161084"/>
                  </a:lnTo>
                  <a:lnTo>
                    <a:pt x="149972" y="6161084"/>
                  </a:lnTo>
                  <a:lnTo>
                    <a:pt x="150160" y="6161084"/>
                  </a:lnTo>
                  <a:lnTo>
                    <a:pt x="150254" y="6161084"/>
                  </a:lnTo>
                  <a:lnTo>
                    <a:pt x="150348" y="6161084"/>
                  </a:lnTo>
                  <a:lnTo>
                    <a:pt x="150442" y="6161084"/>
                  </a:lnTo>
                  <a:lnTo>
                    <a:pt x="150536" y="6161084"/>
                  </a:lnTo>
                  <a:lnTo>
                    <a:pt x="150630" y="6161084"/>
                  </a:lnTo>
                  <a:lnTo>
                    <a:pt x="150724" y="6161084"/>
                  </a:lnTo>
                  <a:lnTo>
                    <a:pt x="150818" y="6161084"/>
                  </a:lnTo>
                  <a:lnTo>
                    <a:pt x="150912" y="6161084"/>
                  </a:lnTo>
                  <a:lnTo>
                    <a:pt x="151006" y="6161084"/>
                  </a:lnTo>
                  <a:lnTo>
                    <a:pt x="151100" y="6161084"/>
                  </a:lnTo>
                  <a:lnTo>
                    <a:pt x="151194" y="6161084"/>
                  </a:lnTo>
                  <a:lnTo>
                    <a:pt x="151288" y="6161084"/>
                  </a:lnTo>
                  <a:lnTo>
                    <a:pt x="151382" y="6161084"/>
                  </a:lnTo>
                  <a:lnTo>
                    <a:pt x="151476" y="6161084"/>
                  </a:lnTo>
                  <a:lnTo>
                    <a:pt x="151664" y="6161084"/>
                  </a:lnTo>
                  <a:lnTo>
                    <a:pt x="151758" y="6161084"/>
                  </a:lnTo>
                  <a:lnTo>
                    <a:pt x="151852" y="6161084"/>
                  </a:lnTo>
                  <a:lnTo>
                    <a:pt x="152040" y="6161084"/>
                  </a:lnTo>
                  <a:lnTo>
                    <a:pt x="152134" y="6161084"/>
                  </a:lnTo>
                  <a:lnTo>
                    <a:pt x="152322" y="6161084"/>
                  </a:lnTo>
                  <a:lnTo>
                    <a:pt x="152417" y="6161084"/>
                  </a:lnTo>
                  <a:lnTo>
                    <a:pt x="152511" y="6161084"/>
                  </a:lnTo>
                  <a:lnTo>
                    <a:pt x="152699" y="6161084"/>
                  </a:lnTo>
                  <a:lnTo>
                    <a:pt x="152793" y="6161084"/>
                  </a:lnTo>
                  <a:lnTo>
                    <a:pt x="152887" y="6161084"/>
                  </a:lnTo>
                  <a:lnTo>
                    <a:pt x="152981" y="6161084"/>
                  </a:lnTo>
                  <a:lnTo>
                    <a:pt x="153075" y="6161084"/>
                  </a:lnTo>
                  <a:lnTo>
                    <a:pt x="153169" y="6161084"/>
                  </a:lnTo>
                  <a:lnTo>
                    <a:pt x="153263" y="6161084"/>
                  </a:lnTo>
                  <a:lnTo>
                    <a:pt x="153357" y="6161084"/>
                  </a:lnTo>
                  <a:lnTo>
                    <a:pt x="153451" y="6161084"/>
                  </a:lnTo>
                  <a:lnTo>
                    <a:pt x="153545" y="6161084"/>
                  </a:lnTo>
                  <a:lnTo>
                    <a:pt x="153733" y="6161084"/>
                  </a:lnTo>
                  <a:lnTo>
                    <a:pt x="153827" y="6161084"/>
                  </a:lnTo>
                  <a:lnTo>
                    <a:pt x="154015" y="6161084"/>
                  </a:lnTo>
                  <a:lnTo>
                    <a:pt x="154109" y="6161084"/>
                  </a:lnTo>
                  <a:lnTo>
                    <a:pt x="154203" y="6161084"/>
                  </a:lnTo>
                  <a:lnTo>
                    <a:pt x="154297" y="6161084"/>
                  </a:lnTo>
                  <a:lnTo>
                    <a:pt x="154391" y="6161084"/>
                  </a:lnTo>
                  <a:lnTo>
                    <a:pt x="154485" y="6161084"/>
                  </a:lnTo>
                  <a:lnTo>
                    <a:pt x="154579" y="6161084"/>
                  </a:lnTo>
                  <a:lnTo>
                    <a:pt x="154673" y="6161084"/>
                  </a:lnTo>
                  <a:lnTo>
                    <a:pt x="154767" y="6161084"/>
                  </a:lnTo>
                  <a:lnTo>
                    <a:pt x="154861" y="6161084"/>
                  </a:lnTo>
                  <a:lnTo>
                    <a:pt x="154955" y="6161084"/>
                  </a:lnTo>
                  <a:lnTo>
                    <a:pt x="155143" y="6161084"/>
                  </a:lnTo>
                  <a:lnTo>
                    <a:pt x="155237" y="6161084"/>
                  </a:lnTo>
                  <a:lnTo>
                    <a:pt x="155331" y="6161084"/>
                  </a:lnTo>
                  <a:lnTo>
                    <a:pt x="155425" y="6161084"/>
                  </a:lnTo>
                  <a:lnTo>
                    <a:pt x="155519" y="6161084"/>
                  </a:lnTo>
                  <a:lnTo>
                    <a:pt x="155613" y="6161084"/>
                  </a:lnTo>
                  <a:lnTo>
                    <a:pt x="155707" y="6161084"/>
                  </a:lnTo>
                  <a:lnTo>
                    <a:pt x="155707" y="6155805"/>
                  </a:lnTo>
                  <a:lnTo>
                    <a:pt x="155801" y="6155805"/>
                  </a:lnTo>
                  <a:lnTo>
                    <a:pt x="155801" y="6150525"/>
                  </a:lnTo>
                  <a:lnTo>
                    <a:pt x="155895" y="6150525"/>
                  </a:lnTo>
                  <a:lnTo>
                    <a:pt x="155990" y="6150525"/>
                  </a:lnTo>
                  <a:lnTo>
                    <a:pt x="156084" y="6150525"/>
                  </a:lnTo>
                  <a:lnTo>
                    <a:pt x="156272" y="6150525"/>
                  </a:lnTo>
                  <a:lnTo>
                    <a:pt x="156460" y="6150525"/>
                  </a:lnTo>
                  <a:lnTo>
                    <a:pt x="156554" y="6150525"/>
                  </a:lnTo>
                  <a:lnTo>
                    <a:pt x="156554" y="6145246"/>
                  </a:lnTo>
                  <a:lnTo>
                    <a:pt x="156648" y="6145246"/>
                  </a:lnTo>
                  <a:lnTo>
                    <a:pt x="156742" y="6145246"/>
                  </a:lnTo>
                  <a:lnTo>
                    <a:pt x="156836" y="6145246"/>
                  </a:lnTo>
                  <a:lnTo>
                    <a:pt x="156930" y="6145246"/>
                  </a:lnTo>
                  <a:lnTo>
                    <a:pt x="157024" y="6145246"/>
                  </a:lnTo>
                  <a:lnTo>
                    <a:pt x="157118" y="6145246"/>
                  </a:lnTo>
                  <a:lnTo>
                    <a:pt x="157306" y="6145246"/>
                  </a:lnTo>
                  <a:lnTo>
                    <a:pt x="157494" y="6145246"/>
                  </a:lnTo>
                  <a:lnTo>
                    <a:pt x="157588" y="6145246"/>
                  </a:lnTo>
                  <a:lnTo>
                    <a:pt x="157682" y="6145246"/>
                  </a:lnTo>
                  <a:lnTo>
                    <a:pt x="157776" y="6145246"/>
                  </a:lnTo>
                  <a:lnTo>
                    <a:pt x="157870" y="6145246"/>
                  </a:lnTo>
                  <a:lnTo>
                    <a:pt x="157964" y="6145246"/>
                  </a:lnTo>
                  <a:lnTo>
                    <a:pt x="158058" y="6145246"/>
                  </a:lnTo>
                  <a:lnTo>
                    <a:pt x="158152" y="6145246"/>
                  </a:lnTo>
                  <a:lnTo>
                    <a:pt x="158246" y="6145246"/>
                  </a:lnTo>
                  <a:lnTo>
                    <a:pt x="158340" y="6145246"/>
                  </a:lnTo>
                  <a:lnTo>
                    <a:pt x="158528" y="6145246"/>
                  </a:lnTo>
                  <a:lnTo>
                    <a:pt x="158622" y="6145246"/>
                  </a:lnTo>
                  <a:lnTo>
                    <a:pt x="158716" y="6145246"/>
                  </a:lnTo>
                  <a:lnTo>
                    <a:pt x="158810" y="6145246"/>
                  </a:lnTo>
                  <a:lnTo>
                    <a:pt x="159186" y="6145246"/>
                  </a:lnTo>
                  <a:lnTo>
                    <a:pt x="159280" y="6145246"/>
                  </a:lnTo>
                  <a:lnTo>
                    <a:pt x="159374" y="6145246"/>
                  </a:lnTo>
                  <a:lnTo>
                    <a:pt x="159468" y="6145246"/>
                  </a:lnTo>
                  <a:lnTo>
                    <a:pt x="159657" y="6145246"/>
                  </a:lnTo>
                  <a:lnTo>
                    <a:pt x="159751" y="6145246"/>
                  </a:lnTo>
                  <a:lnTo>
                    <a:pt x="159845" y="6145246"/>
                  </a:lnTo>
                  <a:lnTo>
                    <a:pt x="159939" y="6145246"/>
                  </a:lnTo>
                  <a:lnTo>
                    <a:pt x="160033" y="6145246"/>
                  </a:lnTo>
                  <a:lnTo>
                    <a:pt x="160221" y="6145246"/>
                  </a:lnTo>
                  <a:lnTo>
                    <a:pt x="160315" y="6145246"/>
                  </a:lnTo>
                  <a:lnTo>
                    <a:pt x="160409" y="6145246"/>
                  </a:lnTo>
                  <a:lnTo>
                    <a:pt x="160503" y="6145246"/>
                  </a:lnTo>
                  <a:lnTo>
                    <a:pt x="160597" y="6145246"/>
                  </a:lnTo>
                  <a:lnTo>
                    <a:pt x="160691" y="6145246"/>
                  </a:lnTo>
                  <a:lnTo>
                    <a:pt x="160785" y="6145246"/>
                  </a:lnTo>
                  <a:lnTo>
                    <a:pt x="160973" y="6145246"/>
                  </a:lnTo>
                  <a:lnTo>
                    <a:pt x="161067" y="6145246"/>
                  </a:lnTo>
                  <a:lnTo>
                    <a:pt x="161161" y="6145246"/>
                  </a:lnTo>
                  <a:lnTo>
                    <a:pt x="161255" y="6145246"/>
                  </a:lnTo>
                  <a:lnTo>
                    <a:pt x="161349" y="6145246"/>
                  </a:lnTo>
                  <a:lnTo>
                    <a:pt x="161443" y="6145246"/>
                  </a:lnTo>
                  <a:lnTo>
                    <a:pt x="161537" y="6145246"/>
                  </a:lnTo>
                  <a:lnTo>
                    <a:pt x="161631" y="6145246"/>
                  </a:lnTo>
                  <a:lnTo>
                    <a:pt x="161819" y="6145246"/>
                  </a:lnTo>
                  <a:lnTo>
                    <a:pt x="161913" y="6145246"/>
                  </a:lnTo>
                  <a:lnTo>
                    <a:pt x="162007" y="6145246"/>
                  </a:lnTo>
                  <a:lnTo>
                    <a:pt x="162101" y="6145246"/>
                  </a:lnTo>
                  <a:lnTo>
                    <a:pt x="162195" y="6145246"/>
                  </a:lnTo>
                  <a:lnTo>
                    <a:pt x="162289" y="6145246"/>
                  </a:lnTo>
                  <a:lnTo>
                    <a:pt x="162383" y="6145246"/>
                  </a:lnTo>
                  <a:lnTo>
                    <a:pt x="162477" y="6145246"/>
                  </a:lnTo>
                  <a:lnTo>
                    <a:pt x="162571" y="6145246"/>
                  </a:lnTo>
                  <a:lnTo>
                    <a:pt x="162665" y="6145246"/>
                  </a:lnTo>
                  <a:lnTo>
                    <a:pt x="162759" y="6145246"/>
                  </a:lnTo>
                  <a:lnTo>
                    <a:pt x="163042" y="6145246"/>
                  </a:lnTo>
                  <a:lnTo>
                    <a:pt x="163136" y="6139967"/>
                  </a:lnTo>
                  <a:lnTo>
                    <a:pt x="163230" y="6139967"/>
                  </a:lnTo>
                  <a:lnTo>
                    <a:pt x="163418" y="6139967"/>
                  </a:lnTo>
                  <a:lnTo>
                    <a:pt x="163512" y="6139967"/>
                  </a:lnTo>
                  <a:lnTo>
                    <a:pt x="163606" y="6139967"/>
                  </a:lnTo>
                  <a:lnTo>
                    <a:pt x="163794" y="6139967"/>
                  </a:lnTo>
                  <a:lnTo>
                    <a:pt x="163794" y="6134687"/>
                  </a:lnTo>
                  <a:lnTo>
                    <a:pt x="163888" y="6134687"/>
                  </a:lnTo>
                  <a:lnTo>
                    <a:pt x="163982" y="6134687"/>
                  </a:lnTo>
                  <a:lnTo>
                    <a:pt x="164076" y="6134687"/>
                  </a:lnTo>
                  <a:lnTo>
                    <a:pt x="164170" y="6134687"/>
                  </a:lnTo>
                  <a:lnTo>
                    <a:pt x="164358" y="6134687"/>
                  </a:lnTo>
                  <a:lnTo>
                    <a:pt x="164546" y="6134687"/>
                  </a:lnTo>
                  <a:lnTo>
                    <a:pt x="164640" y="6134687"/>
                  </a:lnTo>
                  <a:lnTo>
                    <a:pt x="164734" y="6134687"/>
                  </a:lnTo>
                  <a:lnTo>
                    <a:pt x="164828" y="6134687"/>
                  </a:lnTo>
                  <a:lnTo>
                    <a:pt x="165016" y="6134687"/>
                  </a:lnTo>
                  <a:lnTo>
                    <a:pt x="165110" y="6134687"/>
                  </a:lnTo>
                  <a:lnTo>
                    <a:pt x="165204" y="6134687"/>
                  </a:lnTo>
                  <a:lnTo>
                    <a:pt x="165392" y="6134687"/>
                  </a:lnTo>
                  <a:lnTo>
                    <a:pt x="165486" y="6134687"/>
                  </a:lnTo>
                  <a:lnTo>
                    <a:pt x="165580" y="6134687"/>
                  </a:lnTo>
                  <a:lnTo>
                    <a:pt x="165674" y="6134687"/>
                  </a:lnTo>
                  <a:lnTo>
                    <a:pt x="165862" y="6134687"/>
                  </a:lnTo>
                  <a:lnTo>
                    <a:pt x="165956" y="6134687"/>
                  </a:lnTo>
                  <a:lnTo>
                    <a:pt x="166144" y="6134687"/>
                  </a:lnTo>
                  <a:lnTo>
                    <a:pt x="166238" y="6134687"/>
                  </a:lnTo>
                  <a:lnTo>
                    <a:pt x="166332" y="6134687"/>
                  </a:lnTo>
                  <a:lnTo>
                    <a:pt x="166426" y="6134687"/>
                  </a:lnTo>
                  <a:lnTo>
                    <a:pt x="166520" y="6134687"/>
                  </a:lnTo>
                  <a:lnTo>
                    <a:pt x="166803" y="6134687"/>
                  </a:lnTo>
                  <a:lnTo>
                    <a:pt x="166991" y="6134687"/>
                  </a:lnTo>
                  <a:lnTo>
                    <a:pt x="167085" y="6134687"/>
                  </a:lnTo>
                  <a:lnTo>
                    <a:pt x="167179" y="6134687"/>
                  </a:lnTo>
                  <a:lnTo>
                    <a:pt x="167273" y="6134687"/>
                  </a:lnTo>
                  <a:lnTo>
                    <a:pt x="167367" y="6134687"/>
                  </a:lnTo>
                  <a:lnTo>
                    <a:pt x="167461" y="6134687"/>
                  </a:lnTo>
                  <a:lnTo>
                    <a:pt x="167555" y="6134687"/>
                  </a:lnTo>
                  <a:lnTo>
                    <a:pt x="167649" y="6134687"/>
                  </a:lnTo>
                  <a:lnTo>
                    <a:pt x="167743" y="6134687"/>
                  </a:lnTo>
                  <a:lnTo>
                    <a:pt x="167837" y="6134687"/>
                  </a:lnTo>
                  <a:lnTo>
                    <a:pt x="167931" y="6134687"/>
                  </a:lnTo>
                  <a:lnTo>
                    <a:pt x="168025" y="6134687"/>
                  </a:lnTo>
                  <a:lnTo>
                    <a:pt x="168119" y="6134687"/>
                  </a:lnTo>
                  <a:lnTo>
                    <a:pt x="168119" y="6129408"/>
                  </a:lnTo>
                  <a:lnTo>
                    <a:pt x="168213" y="6129408"/>
                  </a:lnTo>
                  <a:lnTo>
                    <a:pt x="168307" y="6129408"/>
                  </a:lnTo>
                  <a:lnTo>
                    <a:pt x="168401" y="6129408"/>
                  </a:lnTo>
                  <a:lnTo>
                    <a:pt x="168495" y="6129408"/>
                  </a:lnTo>
                  <a:lnTo>
                    <a:pt x="168589" y="6129408"/>
                  </a:lnTo>
                  <a:lnTo>
                    <a:pt x="168683" y="6129408"/>
                  </a:lnTo>
                  <a:lnTo>
                    <a:pt x="168777" y="6129408"/>
                  </a:lnTo>
                  <a:lnTo>
                    <a:pt x="168871" y="6129408"/>
                  </a:lnTo>
                  <a:lnTo>
                    <a:pt x="168965" y="6129408"/>
                  </a:lnTo>
                  <a:lnTo>
                    <a:pt x="169059" y="6129408"/>
                  </a:lnTo>
                  <a:lnTo>
                    <a:pt x="169153" y="6129408"/>
                  </a:lnTo>
                  <a:lnTo>
                    <a:pt x="169247" y="6129408"/>
                  </a:lnTo>
                  <a:lnTo>
                    <a:pt x="169341" y="6129408"/>
                  </a:lnTo>
                  <a:lnTo>
                    <a:pt x="169435" y="6129408"/>
                  </a:lnTo>
                  <a:lnTo>
                    <a:pt x="169529" y="6129408"/>
                  </a:lnTo>
                  <a:lnTo>
                    <a:pt x="169623" y="6129408"/>
                  </a:lnTo>
                  <a:lnTo>
                    <a:pt x="169717" y="6129408"/>
                  </a:lnTo>
                  <a:lnTo>
                    <a:pt x="169811" y="6129408"/>
                  </a:lnTo>
                  <a:lnTo>
                    <a:pt x="169905" y="6129408"/>
                  </a:lnTo>
                  <a:lnTo>
                    <a:pt x="169999" y="6129408"/>
                  </a:lnTo>
                  <a:lnTo>
                    <a:pt x="170093" y="6129408"/>
                  </a:lnTo>
                  <a:lnTo>
                    <a:pt x="170188" y="6129408"/>
                  </a:lnTo>
                  <a:lnTo>
                    <a:pt x="170282" y="6129408"/>
                  </a:lnTo>
                  <a:lnTo>
                    <a:pt x="170376" y="6129408"/>
                  </a:lnTo>
                  <a:lnTo>
                    <a:pt x="170470" y="6129408"/>
                  </a:lnTo>
                  <a:lnTo>
                    <a:pt x="170564" y="6129408"/>
                  </a:lnTo>
                  <a:lnTo>
                    <a:pt x="170752" y="6129408"/>
                  </a:lnTo>
                  <a:lnTo>
                    <a:pt x="170846" y="6129408"/>
                  </a:lnTo>
                  <a:lnTo>
                    <a:pt x="171034" y="6129408"/>
                  </a:lnTo>
                  <a:lnTo>
                    <a:pt x="171316" y="6129408"/>
                  </a:lnTo>
                  <a:lnTo>
                    <a:pt x="171598" y="6129408"/>
                  </a:lnTo>
                  <a:lnTo>
                    <a:pt x="171692" y="6129408"/>
                  </a:lnTo>
                  <a:lnTo>
                    <a:pt x="171786" y="6129408"/>
                  </a:lnTo>
                  <a:lnTo>
                    <a:pt x="171974" y="6129408"/>
                  </a:lnTo>
                  <a:lnTo>
                    <a:pt x="172068" y="6129408"/>
                  </a:lnTo>
                  <a:lnTo>
                    <a:pt x="172350" y="6129408"/>
                  </a:lnTo>
                  <a:lnTo>
                    <a:pt x="172444" y="6129408"/>
                  </a:lnTo>
                  <a:lnTo>
                    <a:pt x="172538" y="6129408"/>
                  </a:lnTo>
                  <a:lnTo>
                    <a:pt x="172632" y="6124128"/>
                  </a:lnTo>
                  <a:lnTo>
                    <a:pt x="172820" y="6124128"/>
                  </a:lnTo>
                  <a:lnTo>
                    <a:pt x="172914" y="6124128"/>
                  </a:lnTo>
                  <a:lnTo>
                    <a:pt x="173008" y="6124128"/>
                  </a:lnTo>
                  <a:lnTo>
                    <a:pt x="173102" y="6124128"/>
                  </a:lnTo>
                  <a:lnTo>
                    <a:pt x="173290" y="6124128"/>
                  </a:lnTo>
                  <a:lnTo>
                    <a:pt x="173384" y="6124128"/>
                  </a:lnTo>
                  <a:lnTo>
                    <a:pt x="173478" y="6124128"/>
                  </a:lnTo>
                  <a:lnTo>
                    <a:pt x="173761" y="6124128"/>
                  </a:lnTo>
                  <a:lnTo>
                    <a:pt x="173855" y="6124128"/>
                  </a:lnTo>
                  <a:lnTo>
                    <a:pt x="173949" y="6124128"/>
                  </a:lnTo>
                  <a:lnTo>
                    <a:pt x="173949" y="6118849"/>
                  </a:lnTo>
                  <a:lnTo>
                    <a:pt x="174043" y="6118849"/>
                  </a:lnTo>
                  <a:lnTo>
                    <a:pt x="174137" y="6118849"/>
                  </a:lnTo>
                  <a:lnTo>
                    <a:pt x="174325" y="6118849"/>
                  </a:lnTo>
                  <a:lnTo>
                    <a:pt x="174607" y="6118849"/>
                  </a:lnTo>
                  <a:lnTo>
                    <a:pt x="174701" y="6118849"/>
                  </a:lnTo>
                  <a:lnTo>
                    <a:pt x="174795" y="6118849"/>
                  </a:lnTo>
                  <a:lnTo>
                    <a:pt x="174889" y="6118849"/>
                  </a:lnTo>
                  <a:lnTo>
                    <a:pt x="174983" y="6118849"/>
                  </a:lnTo>
                  <a:lnTo>
                    <a:pt x="175077" y="6118849"/>
                  </a:lnTo>
                  <a:lnTo>
                    <a:pt x="175171" y="6118849"/>
                  </a:lnTo>
                  <a:lnTo>
                    <a:pt x="175265" y="6118849"/>
                  </a:lnTo>
                  <a:lnTo>
                    <a:pt x="175359" y="6118849"/>
                  </a:lnTo>
                  <a:lnTo>
                    <a:pt x="175453" y="6118849"/>
                  </a:lnTo>
                  <a:lnTo>
                    <a:pt x="175641" y="6118849"/>
                  </a:lnTo>
                  <a:lnTo>
                    <a:pt x="175829" y="6118849"/>
                  </a:lnTo>
                  <a:lnTo>
                    <a:pt x="175923" y="6118849"/>
                  </a:lnTo>
                  <a:lnTo>
                    <a:pt x="176017" y="6118849"/>
                  </a:lnTo>
                  <a:lnTo>
                    <a:pt x="176111" y="6118849"/>
                  </a:lnTo>
                  <a:lnTo>
                    <a:pt x="176205" y="6118849"/>
                  </a:lnTo>
                  <a:lnTo>
                    <a:pt x="176299" y="6118849"/>
                  </a:lnTo>
                  <a:lnTo>
                    <a:pt x="176393" y="6118849"/>
                  </a:lnTo>
                  <a:lnTo>
                    <a:pt x="176487" y="6118849"/>
                  </a:lnTo>
                  <a:lnTo>
                    <a:pt x="176581" y="6118849"/>
                  </a:lnTo>
                  <a:lnTo>
                    <a:pt x="176769" y="6118849"/>
                  </a:lnTo>
                  <a:lnTo>
                    <a:pt x="176863" y="6118849"/>
                  </a:lnTo>
                  <a:lnTo>
                    <a:pt x="176957" y="6118849"/>
                  </a:lnTo>
                  <a:lnTo>
                    <a:pt x="177051" y="6118849"/>
                  </a:lnTo>
                  <a:lnTo>
                    <a:pt x="177145" y="6118849"/>
                  </a:lnTo>
                  <a:lnTo>
                    <a:pt x="177240" y="6118849"/>
                  </a:lnTo>
                  <a:lnTo>
                    <a:pt x="177334" y="6118849"/>
                  </a:lnTo>
                  <a:lnTo>
                    <a:pt x="177428" y="6118849"/>
                  </a:lnTo>
                  <a:lnTo>
                    <a:pt x="177522" y="6118849"/>
                  </a:lnTo>
                  <a:lnTo>
                    <a:pt x="177616" y="6118849"/>
                  </a:lnTo>
                  <a:lnTo>
                    <a:pt x="177710" y="6118849"/>
                  </a:lnTo>
                  <a:lnTo>
                    <a:pt x="177804" y="6118849"/>
                  </a:lnTo>
                  <a:lnTo>
                    <a:pt x="177898" y="6118849"/>
                  </a:lnTo>
                  <a:lnTo>
                    <a:pt x="177992" y="6118849"/>
                  </a:lnTo>
                  <a:lnTo>
                    <a:pt x="178086" y="6118849"/>
                  </a:lnTo>
                  <a:lnTo>
                    <a:pt x="178180" y="6118849"/>
                  </a:lnTo>
                  <a:lnTo>
                    <a:pt x="178274" y="6118849"/>
                  </a:lnTo>
                  <a:lnTo>
                    <a:pt x="178368" y="6118849"/>
                  </a:lnTo>
                  <a:lnTo>
                    <a:pt x="178462" y="6118849"/>
                  </a:lnTo>
                  <a:lnTo>
                    <a:pt x="178556" y="6118849"/>
                  </a:lnTo>
                  <a:lnTo>
                    <a:pt x="178650" y="6118849"/>
                  </a:lnTo>
                  <a:lnTo>
                    <a:pt x="178838" y="6118849"/>
                  </a:lnTo>
                  <a:lnTo>
                    <a:pt x="178932" y="6113569"/>
                  </a:lnTo>
                  <a:lnTo>
                    <a:pt x="179026" y="6108290"/>
                  </a:lnTo>
                  <a:lnTo>
                    <a:pt x="179120" y="6108290"/>
                  </a:lnTo>
                  <a:lnTo>
                    <a:pt x="179214" y="6108290"/>
                  </a:lnTo>
                  <a:lnTo>
                    <a:pt x="179402" y="6108290"/>
                  </a:lnTo>
                  <a:lnTo>
                    <a:pt x="179496" y="6108290"/>
                  </a:lnTo>
                  <a:lnTo>
                    <a:pt x="179590" y="6108290"/>
                  </a:lnTo>
                  <a:lnTo>
                    <a:pt x="179778" y="6108290"/>
                  </a:lnTo>
                  <a:lnTo>
                    <a:pt x="179872" y="6108290"/>
                  </a:lnTo>
                  <a:lnTo>
                    <a:pt x="179966" y="6108290"/>
                  </a:lnTo>
                  <a:lnTo>
                    <a:pt x="180060" y="6108290"/>
                  </a:lnTo>
                  <a:lnTo>
                    <a:pt x="180154" y="6108290"/>
                  </a:lnTo>
                  <a:lnTo>
                    <a:pt x="180248" y="6108290"/>
                  </a:lnTo>
                  <a:lnTo>
                    <a:pt x="180342" y="6108290"/>
                  </a:lnTo>
                  <a:lnTo>
                    <a:pt x="180436" y="6108290"/>
                  </a:lnTo>
                  <a:lnTo>
                    <a:pt x="180530" y="6108290"/>
                  </a:lnTo>
                  <a:lnTo>
                    <a:pt x="180624" y="6108290"/>
                  </a:lnTo>
                  <a:lnTo>
                    <a:pt x="180718" y="6108290"/>
                  </a:lnTo>
                  <a:lnTo>
                    <a:pt x="181001" y="6108290"/>
                  </a:lnTo>
                  <a:lnTo>
                    <a:pt x="181095" y="6108290"/>
                  </a:lnTo>
                  <a:lnTo>
                    <a:pt x="181189" y="6108290"/>
                  </a:lnTo>
                  <a:lnTo>
                    <a:pt x="181283" y="6108290"/>
                  </a:lnTo>
                  <a:lnTo>
                    <a:pt x="181377" y="6108290"/>
                  </a:lnTo>
                  <a:lnTo>
                    <a:pt x="181565" y="6108290"/>
                  </a:lnTo>
                  <a:lnTo>
                    <a:pt x="181659" y="6108290"/>
                  </a:lnTo>
                  <a:lnTo>
                    <a:pt x="181753" y="6108290"/>
                  </a:lnTo>
                  <a:lnTo>
                    <a:pt x="181847" y="6108290"/>
                  </a:lnTo>
                  <a:lnTo>
                    <a:pt x="181941" y="6108290"/>
                  </a:lnTo>
                  <a:lnTo>
                    <a:pt x="182035" y="6108290"/>
                  </a:lnTo>
                  <a:lnTo>
                    <a:pt x="182129" y="6108290"/>
                  </a:lnTo>
                  <a:lnTo>
                    <a:pt x="182223" y="6108290"/>
                  </a:lnTo>
                  <a:lnTo>
                    <a:pt x="182317" y="6108290"/>
                  </a:lnTo>
                  <a:lnTo>
                    <a:pt x="182411" y="6108290"/>
                  </a:lnTo>
                  <a:lnTo>
                    <a:pt x="182505" y="6108290"/>
                  </a:lnTo>
                  <a:lnTo>
                    <a:pt x="182599" y="6108290"/>
                  </a:lnTo>
                  <a:lnTo>
                    <a:pt x="182693" y="6108290"/>
                  </a:lnTo>
                  <a:lnTo>
                    <a:pt x="182787" y="6108290"/>
                  </a:lnTo>
                  <a:lnTo>
                    <a:pt x="182881" y="6108290"/>
                  </a:lnTo>
                  <a:lnTo>
                    <a:pt x="183163" y="6108290"/>
                  </a:lnTo>
                  <a:lnTo>
                    <a:pt x="183351" y="6108290"/>
                  </a:lnTo>
                  <a:lnTo>
                    <a:pt x="183445" y="6108290"/>
                  </a:lnTo>
                  <a:lnTo>
                    <a:pt x="183539" y="6108290"/>
                  </a:lnTo>
                  <a:lnTo>
                    <a:pt x="183633" y="6108290"/>
                  </a:lnTo>
                  <a:lnTo>
                    <a:pt x="183727" y="6108290"/>
                  </a:lnTo>
                  <a:lnTo>
                    <a:pt x="183821" y="6108290"/>
                  </a:lnTo>
                  <a:lnTo>
                    <a:pt x="183915" y="6108290"/>
                  </a:lnTo>
                  <a:lnTo>
                    <a:pt x="184009" y="6108290"/>
                  </a:lnTo>
                  <a:lnTo>
                    <a:pt x="184103" y="6108290"/>
                  </a:lnTo>
                  <a:lnTo>
                    <a:pt x="184103" y="6103011"/>
                  </a:lnTo>
                  <a:lnTo>
                    <a:pt x="184197" y="6103011"/>
                  </a:lnTo>
                  <a:lnTo>
                    <a:pt x="184197" y="6097731"/>
                  </a:lnTo>
                  <a:lnTo>
                    <a:pt x="184291" y="6097731"/>
                  </a:lnTo>
                  <a:lnTo>
                    <a:pt x="184386" y="6097731"/>
                  </a:lnTo>
                  <a:lnTo>
                    <a:pt x="184480" y="6097731"/>
                  </a:lnTo>
                  <a:lnTo>
                    <a:pt x="184574" y="6097731"/>
                  </a:lnTo>
                  <a:lnTo>
                    <a:pt x="184668" y="6097731"/>
                  </a:lnTo>
                  <a:lnTo>
                    <a:pt x="184856" y="6097731"/>
                  </a:lnTo>
                  <a:lnTo>
                    <a:pt x="184950" y="6097731"/>
                  </a:lnTo>
                  <a:lnTo>
                    <a:pt x="185044" y="6097731"/>
                  </a:lnTo>
                  <a:lnTo>
                    <a:pt x="185138" y="6097731"/>
                  </a:lnTo>
                  <a:lnTo>
                    <a:pt x="185138" y="6092452"/>
                  </a:lnTo>
                  <a:lnTo>
                    <a:pt x="185232" y="6092452"/>
                  </a:lnTo>
                  <a:lnTo>
                    <a:pt x="185326" y="6092452"/>
                  </a:lnTo>
                  <a:lnTo>
                    <a:pt x="185420" y="6092452"/>
                  </a:lnTo>
                  <a:lnTo>
                    <a:pt x="185514" y="6092452"/>
                  </a:lnTo>
                  <a:lnTo>
                    <a:pt x="185702" y="6092452"/>
                  </a:lnTo>
                  <a:lnTo>
                    <a:pt x="186078" y="6092452"/>
                  </a:lnTo>
                  <a:lnTo>
                    <a:pt x="186172" y="6092452"/>
                  </a:lnTo>
                  <a:lnTo>
                    <a:pt x="186266" y="6092452"/>
                  </a:lnTo>
                  <a:lnTo>
                    <a:pt x="186360" y="6092452"/>
                  </a:lnTo>
                  <a:lnTo>
                    <a:pt x="186548" y="6092452"/>
                  </a:lnTo>
                  <a:lnTo>
                    <a:pt x="186642" y="6092452"/>
                  </a:lnTo>
                  <a:lnTo>
                    <a:pt x="186924" y="6092452"/>
                  </a:lnTo>
                  <a:lnTo>
                    <a:pt x="187018" y="6092452"/>
                  </a:lnTo>
                  <a:lnTo>
                    <a:pt x="187112" y="6092452"/>
                  </a:lnTo>
                  <a:lnTo>
                    <a:pt x="187206" y="6092452"/>
                  </a:lnTo>
                  <a:lnTo>
                    <a:pt x="187300" y="6092452"/>
                  </a:lnTo>
                  <a:lnTo>
                    <a:pt x="187394" y="6092452"/>
                  </a:lnTo>
                  <a:lnTo>
                    <a:pt x="187488" y="6092452"/>
                  </a:lnTo>
                  <a:lnTo>
                    <a:pt x="187582" y="6092452"/>
                  </a:lnTo>
                  <a:lnTo>
                    <a:pt x="187676" y="6092452"/>
                  </a:lnTo>
                  <a:lnTo>
                    <a:pt x="187865" y="6092452"/>
                  </a:lnTo>
                  <a:lnTo>
                    <a:pt x="187959" y="6092452"/>
                  </a:lnTo>
                  <a:lnTo>
                    <a:pt x="188053" y="6092452"/>
                  </a:lnTo>
                  <a:lnTo>
                    <a:pt x="188147" y="6092452"/>
                  </a:lnTo>
                  <a:lnTo>
                    <a:pt x="188241" y="6092452"/>
                  </a:lnTo>
                  <a:lnTo>
                    <a:pt x="188335" y="6092452"/>
                  </a:lnTo>
                  <a:lnTo>
                    <a:pt x="188523" y="6092452"/>
                  </a:lnTo>
                  <a:lnTo>
                    <a:pt x="188617" y="6092452"/>
                  </a:lnTo>
                  <a:lnTo>
                    <a:pt x="188711" y="6092452"/>
                  </a:lnTo>
                  <a:lnTo>
                    <a:pt x="188805" y="6092452"/>
                  </a:lnTo>
                  <a:lnTo>
                    <a:pt x="189087" y="6092452"/>
                  </a:lnTo>
                  <a:lnTo>
                    <a:pt x="189181" y="6092452"/>
                  </a:lnTo>
                  <a:lnTo>
                    <a:pt x="189369" y="6092452"/>
                  </a:lnTo>
                  <a:lnTo>
                    <a:pt x="189651" y="6092452"/>
                  </a:lnTo>
                  <a:lnTo>
                    <a:pt x="189745" y="6092452"/>
                  </a:lnTo>
                  <a:lnTo>
                    <a:pt x="189839" y="6092452"/>
                  </a:lnTo>
                  <a:lnTo>
                    <a:pt x="189933" y="6092452"/>
                  </a:lnTo>
                  <a:lnTo>
                    <a:pt x="190027" y="6092452"/>
                  </a:lnTo>
                  <a:lnTo>
                    <a:pt x="190121" y="6092452"/>
                  </a:lnTo>
                  <a:lnTo>
                    <a:pt x="190215" y="6092452"/>
                  </a:lnTo>
                  <a:lnTo>
                    <a:pt x="190309" y="6092452"/>
                  </a:lnTo>
                  <a:lnTo>
                    <a:pt x="190403" y="6092452"/>
                  </a:lnTo>
                  <a:lnTo>
                    <a:pt x="190403" y="6087172"/>
                  </a:lnTo>
                  <a:lnTo>
                    <a:pt x="190497" y="6087172"/>
                  </a:lnTo>
                  <a:lnTo>
                    <a:pt x="190685" y="6087172"/>
                  </a:lnTo>
                  <a:lnTo>
                    <a:pt x="190779" y="6087172"/>
                  </a:lnTo>
                  <a:lnTo>
                    <a:pt x="190873" y="6087172"/>
                  </a:lnTo>
                  <a:lnTo>
                    <a:pt x="190967" y="6087172"/>
                  </a:lnTo>
                  <a:lnTo>
                    <a:pt x="191155" y="6087172"/>
                  </a:lnTo>
                  <a:lnTo>
                    <a:pt x="191249" y="6087172"/>
                  </a:lnTo>
                  <a:lnTo>
                    <a:pt x="191532" y="6087172"/>
                  </a:lnTo>
                  <a:lnTo>
                    <a:pt x="191626" y="6087172"/>
                  </a:lnTo>
                  <a:lnTo>
                    <a:pt x="191908" y="6087172"/>
                  </a:lnTo>
                  <a:lnTo>
                    <a:pt x="192284" y="6087172"/>
                  </a:lnTo>
                  <a:lnTo>
                    <a:pt x="192378" y="6087172"/>
                  </a:lnTo>
                  <a:lnTo>
                    <a:pt x="192472" y="6087172"/>
                  </a:lnTo>
                  <a:lnTo>
                    <a:pt x="192566" y="6087172"/>
                  </a:lnTo>
                  <a:lnTo>
                    <a:pt x="192660" y="6087172"/>
                  </a:lnTo>
                  <a:lnTo>
                    <a:pt x="192754" y="6087172"/>
                  </a:lnTo>
                  <a:lnTo>
                    <a:pt x="192848" y="6087172"/>
                  </a:lnTo>
                  <a:lnTo>
                    <a:pt x="192942" y="6087172"/>
                  </a:lnTo>
                  <a:lnTo>
                    <a:pt x="193036" y="6087172"/>
                  </a:lnTo>
                  <a:lnTo>
                    <a:pt x="193130" y="6087172"/>
                  </a:lnTo>
                  <a:lnTo>
                    <a:pt x="193224" y="6087172"/>
                  </a:lnTo>
                  <a:lnTo>
                    <a:pt x="193318" y="6087172"/>
                  </a:lnTo>
                  <a:lnTo>
                    <a:pt x="193412" y="6087172"/>
                  </a:lnTo>
                  <a:lnTo>
                    <a:pt x="193506" y="6087172"/>
                  </a:lnTo>
                  <a:lnTo>
                    <a:pt x="193694" y="6087172"/>
                  </a:lnTo>
                  <a:lnTo>
                    <a:pt x="193788" y="6087172"/>
                  </a:lnTo>
                  <a:lnTo>
                    <a:pt x="193882" y="6087172"/>
                  </a:lnTo>
                  <a:lnTo>
                    <a:pt x="193976" y="6087172"/>
                  </a:lnTo>
                  <a:lnTo>
                    <a:pt x="194070" y="6087172"/>
                  </a:lnTo>
                  <a:lnTo>
                    <a:pt x="194164" y="6087172"/>
                  </a:lnTo>
                  <a:lnTo>
                    <a:pt x="194352" y="6087172"/>
                  </a:lnTo>
                  <a:lnTo>
                    <a:pt x="194446" y="6087172"/>
                  </a:lnTo>
                  <a:lnTo>
                    <a:pt x="194540" y="6087172"/>
                  </a:lnTo>
                  <a:lnTo>
                    <a:pt x="194634" y="6087172"/>
                  </a:lnTo>
                  <a:lnTo>
                    <a:pt x="194728" y="6087172"/>
                  </a:lnTo>
                  <a:lnTo>
                    <a:pt x="194822" y="6087172"/>
                  </a:lnTo>
                  <a:lnTo>
                    <a:pt x="194916" y="6087172"/>
                  </a:lnTo>
                  <a:lnTo>
                    <a:pt x="195011" y="6087172"/>
                  </a:lnTo>
                  <a:lnTo>
                    <a:pt x="195105" y="6087172"/>
                  </a:lnTo>
                  <a:lnTo>
                    <a:pt x="195199" y="6087172"/>
                  </a:lnTo>
                  <a:lnTo>
                    <a:pt x="195293" y="6087172"/>
                  </a:lnTo>
                  <a:lnTo>
                    <a:pt x="195481" y="6087172"/>
                  </a:lnTo>
                  <a:lnTo>
                    <a:pt x="195575" y="6087172"/>
                  </a:lnTo>
                  <a:lnTo>
                    <a:pt x="195669" y="6087172"/>
                  </a:lnTo>
                  <a:lnTo>
                    <a:pt x="195763" y="6087172"/>
                  </a:lnTo>
                  <a:lnTo>
                    <a:pt x="195857" y="6087172"/>
                  </a:lnTo>
                  <a:lnTo>
                    <a:pt x="195951" y="6087172"/>
                  </a:lnTo>
                  <a:lnTo>
                    <a:pt x="196045" y="6087172"/>
                  </a:lnTo>
                  <a:lnTo>
                    <a:pt x="196139" y="6087172"/>
                  </a:lnTo>
                  <a:lnTo>
                    <a:pt x="196233" y="6087172"/>
                  </a:lnTo>
                  <a:lnTo>
                    <a:pt x="196327" y="6087172"/>
                  </a:lnTo>
                  <a:lnTo>
                    <a:pt x="196421" y="6087172"/>
                  </a:lnTo>
                  <a:lnTo>
                    <a:pt x="196515" y="6087172"/>
                  </a:lnTo>
                  <a:lnTo>
                    <a:pt x="196609" y="6087172"/>
                  </a:lnTo>
                  <a:lnTo>
                    <a:pt x="196797" y="6087172"/>
                  </a:lnTo>
                  <a:lnTo>
                    <a:pt x="196891" y="6087172"/>
                  </a:lnTo>
                  <a:lnTo>
                    <a:pt x="196985" y="6087172"/>
                  </a:lnTo>
                  <a:lnTo>
                    <a:pt x="197267" y="6087172"/>
                  </a:lnTo>
                  <a:lnTo>
                    <a:pt x="197455" y="6087172"/>
                  </a:lnTo>
                  <a:lnTo>
                    <a:pt x="197549" y="6087172"/>
                  </a:lnTo>
                  <a:lnTo>
                    <a:pt x="197643" y="6087172"/>
                  </a:lnTo>
                  <a:lnTo>
                    <a:pt x="197737" y="6087172"/>
                  </a:lnTo>
                  <a:lnTo>
                    <a:pt x="197925" y="6087172"/>
                  </a:lnTo>
                  <a:lnTo>
                    <a:pt x="198113" y="6087172"/>
                  </a:lnTo>
                  <a:lnTo>
                    <a:pt x="198207" y="6087172"/>
                  </a:lnTo>
                  <a:lnTo>
                    <a:pt x="198395" y="6087172"/>
                  </a:lnTo>
                  <a:lnTo>
                    <a:pt x="198490" y="6087172"/>
                  </a:lnTo>
                  <a:lnTo>
                    <a:pt x="198584" y="6087172"/>
                  </a:lnTo>
                  <a:lnTo>
                    <a:pt x="198678" y="6087172"/>
                  </a:lnTo>
                  <a:lnTo>
                    <a:pt x="198772" y="6087172"/>
                  </a:lnTo>
                  <a:lnTo>
                    <a:pt x="199054" y="6087172"/>
                  </a:lnTo>
                  <a:lnTo>
                    <a:pt x="199148" y="6087172"/>
                  </a:lnTo>
                  <a:lnTo>
                    <a:pt x="199242" y="6087172"/>
                  </a:lnTo>
                  <a:lnTo>
                    <a:pt x="199336" y="6087172"/>
                  </a:lnTo>
                  <a:lnTo>
                    <a:pt x="199430" y="6087172"/>
                  </a:lnTo>
                  <a:lnTo>
                    <a:pt x="199524" y="6087172"/>
                  </a:lnTo>
                  <a:lnTo>
                    <a:pt x="199712" y="6087172"/>
                  </a:lnTo>
                  <a:lnTo>
                    <a:pt x="199806" y="6087172"/>
                  </a:lnTo>
                  <a:lnTo>
                    <a:pt x="199900" y="6087172"/>
                  </a:lnTo>
                  <a:lnTo>
                    <a:pt x="199994" y="6087172"/>
                  </a:lnTo>
                  <a:lnTo>
                    <a:pt x="200088" y="6087172"/>
                  </a:lnTo>
                  <a:lnTo>
                    <a:pt x="200182" y="6087172"/>
                  </a:lnTo>
                  <a:lnTo>
                    <a:pt x="200276" y="6087172"/>
                  </a:lnTo>
                  <a:lnTo>
                    <a:pt x="200370" y="6087172"/>
                  </a:lnTo>
                  <a:lnTo>
                    <a:pt x="200558" y="6087172"/>
                  </a:lnTo>
                  <a:lnTo>
                    <a:pt x="200746" y="6087172"/>
                  </a:lnTo>
                  <a:lnTo>
                    <a:pt x="200840" y="6087172"/>
                  </a:lnTo>
                  <a:lnTo>
                    <a:pt x="200934" y="6087172"/>
                  </a:lnTo>
                  <a:lnTo>
                    <a:pt x="200934" y="6081893"/>
                  </a:lnTo>
                  <a:lnTo>
                    <a:pt x="201028" y="6081893"/>
                  </a:lnTo>
                  <a:lnTo>
                    <a:pt x="201122" y="6081893"/>
                  </a:lnTo>
                  <a:lnTo>
                    <a:pt x="201216" y="6081893"/>
                  </a:lnTo>
                  <a:lnTo>
                    <a:pt x="201310" y="6081893"/>
                  </a:lnTo>
                  <a:lnTo>
                    <a:pt x="201404" y="6081893"/>
                  </a:lnTo>
                  <a:lnTo>
                    <a:pt x="201498" y="6081893"/>
                  </a:lnTo>
                  <a:lnTo>
                    <a:pt x="201780" y="6081893"/>
                  </a:lnTo>
                  <a:lnTo>
                    <a:pt x="201874" y="6081893"/>
                  </a:lnTo>
                  <a:lnTo>
                    <a:pt x="201968" y="6081893"/>
                  </a:lnTo>
                  <a:lnTo>
                    <a:pt x="202063" y="6081893"/>
                  </a:lnTo>
                  <a:lnTo>
                    <a:pt x="202157" y="6081893"/>
                  </a:lnTo>
                  <a:lnTo>
                    <a:pt x="202251" y="6081893"/>
                  </a:lnTo>
                  <a:lnTo>
                    <a:pt x="202345" y="6081893"/>
                  </a:lnTo>
                  <a:lnTo>
                    <a:pt x="202533" y="6081893"/>
                  </a:lnTo>
                  <a:lnTo>
                    <a:pt x="202627" y="6081893"/>
                  </a:lnTo>
                  <a:lnTo>
                    <a:pt x="202721" y="6081893"/>
                  </a:lnTo>
                  <a:lnTo>
                    <a:pt x="202815" y="6081893"/>
                  </a:lnTo>
                  <a:lnTo>
                    <a:pt x="202909" y="6081893"/>
                  </a:lnTo>
                  <a:lnTo>
                    <a:pt x="203003" y="6081893"/>
                  </a:lnTo>
                  <a:lnTo>
                    <a:pt x="203191" y="6081893"/>
                  </a:lnTo>
                  <a:lnTo>
                    <a:pt x="203191" y="6076613"/>
                  </a:lnTo>
                  <a:lnTo>
                    <a:pt x="203285" y="6076613"/>
                  </a:lnTo>
                  <a:lnTo>
                    <a:pt x="203567" y="6076613"/>
                  </a:lnTo>
                  <a:lnTo>
                    <a:pt x="203661" y="6076613"/>
                  </a:lnTo>
                  <a:lnTo>
                    <a:pt x="203755" y="6076613"/>
                  </a:lnTo>
                  <a:lnTo>
                    <a:pt x="203849" y="6076613"/>
                  </a:lnTo>
                  <a:lnTo>
                    <a:pt x="204037" y="6076613"/>
                  </a:lnTo>
                  <a:lnTo>
                    <a:pt x="204131" y="6076613"/>
                  </a:lnTo>
                  <a:lnTo>
                    <a:pt x="204225" y="6076613"/>
                  </a:lnTo>
                  <a:lnTo>
                    <a:pt x="204319" y="6076613"/>
                  </a:lnTo>
                  <a:lnTo>
                    <a:pt x="204413" y="6076613"/>
                  </a:lnTo>
                  <a:lnTo>
                    <a:pt x="204789" y="6076613"/>
                  </a:lnTo>
                  <a:lnTo>
                    <a:pt x="204883" y="6076613"/>
                  </a:lnTo>
                  <a:lnTo>
                    <a:pt x="204977" y="6076613"/>
                  </a:lnTo>
                  <a:lnTo>
                    <a:pt x="205071" y="6076613"/>
                  </a:lnTo>
                  <a:lnTo>
                    <a:pt x="205259" y="6076613"/>
                  </a:lnTo>
                  <a:lnTo>
                    <a:pt x="205353" y="6076613"/>
                  </a:lnTo>
                  <a:lnTo>
                    <a:pt x="205447" y="6076613"/>
                  </a:lnTo>
                  <a:lnTo>
                    <a:pt x="205541" y="6076613"/>
                  </a:lnTo>
                  <a:lnTo>
                    <a:pt x="205636" y="6076613"/>
                  </a:lnTo>
                  <a:lnTo>
                    <a:pt x="205824" y="6076613"/>
                  </a:lnTo>
                  <a:lnTo>
                    <a:pt x="205918" y="6076613"/>
                  </a:lnTo>
                  <a:lnTo>
                    <a:pt x="206012" y="6076613"/>
                  </a:lnTo>
                  <a:lnTo>
                    <a:pt x="206106" y="6076613"/>
                  </a:lnTo>
                  <a:lnTo>
                    <a:pt x="206294" y="6076613"/>
                  </a:lnTo>
                  <a:lnTo>
                    <a:pt x="206482" y="6076613"/>
                  </a:lnTo>
                  <a:lnTo>
                    <a:pt x="206576" y="6076613"/>
                  </a:lnTo>
                  <a:lnTo>
                    <a:pt x="206670" y="6076613"/>
                  </a:lnTo>
                  <a:lnTo>
                    <a:pt x="206764" y="6076613"/>
                  </a:lnTo>
                  <a:lnTo>
                    <a:pt x="206858" y="6076613"/>
                  </a:lnTo>
                  <a:lnTo>
                    <a:pt x="206952" y="6076613"/>
                  </a:lnTo>
                  <a:lnTo>
                    <a:pt x="207046" y="6076613"/>
                  </a:lnTo>
                  <a:lnTo>
                    <a:pt x="207328" y="6076613"/>
                  </a:lnTo>
                  <a:lnTo>
                    <a:pt x="207422" y="6076613"/>
                  </a:lnTo>
                  <a:lnTo>
                    <a:pt x="207516" y="6076613"/>
                  </a:lnTo>
                  <a:lnTo>
                    <a:pt x="207704" y="6076613"/>
                  </a:lnTo>
                  <a:lnTo>
                    <a:pt x="207798" y="6076613"/>
                  </a:lnTo>
                  <a:lnTo>
                    <a:pt x="207892" y="6076613"/>
                  </a:lnTo>
                  <a:lnTo>
                    <a:pt x="207986" y="6076613"/>
                  </a:lnTo>
                  <a:lnTo>
                    <a:pt x="208080" y="6076613"/>
                  </a:lnTo>
                  <a:lnTo>
                    <a:pt x="208174" y="6076613"/>
                  </a:lnTo>
                  <a:lnTo>
                    <a:pt x="208268" y="6076613"/>
                  </a:lnTo>
                  <a:lnTo>
                    <a:pt x="208362" y="6076613"/>
                  </a:lnTo>
                  <a:lnTo>
                    <a:pt x="208456" y="6076613"/>
                  </a:lnTo>
                  <a:lnTo>
                    <a:pt x="208550" y="6076613"/>
                  </a:lnTo>
                  <a:lnTo>
                    <a:pt x="208644" y="6076613"/>
                  </a:lnTo>
                  <a:lnTo>
                    <a:pt x="208738" y="6076613"/>
                  </a:lnTo>
                  <a:lnTo>
                    <a:pt x="208832" y="6076613"/>
                  </a:lnTo>
                  <a:lnTo>
                    <a:pt x="208926" y="6076613"/>
                  </a:lnTo>
                  <a:lnTo>
                    <a:pt x="208926" y="6071334"/>
                  </a:lnTo>
                  <a:lnTo>
                    <a:pt x="209020" y="6071334"/>
                  </a:lnTo>
                  <a:lnTo>
                    <a:pt x="209115" y="6071334"/>
                  </a:lnTo>
                  <a:lnTo>
                    <a:pt x="209209" y="6071334"/>
                  </a:lnTo>
                  <a:lnTo>
                    <a:pt x="209303" y="6071334"/>
                  </a:lnTo>
                  <a:lnTo>
                    <a:pt x="209491" y="6071334"/>
                  </a:lnTo>
                  <a:lnTo>
                    <a:pt x="209585" y="6071334"/>
                  </a:lnTo>
                  <a:lnTo>
                    <a:pt x="209773" y="6071334"/>
                  </a:lnTo>
                  <a:lnTo>
                    <a:pt x="209867" y="6071334"/>
                  </a:lnTo>
                  <a:lnTo>
                    <a:pt x="209961" y="6071334"/>
                  </a:lnTo>
                  <a:lnTo>
                    <a:pt x="210055" y="6071334"/>
                  </a:lnTo>
                  <a:lnTo>
                    <a:pt x="210243" y="6071334"/>
                  </a:lnTo>
                  <a:lnTo>
                    <a:pt x="210337" y="6071334"/>
                  </a:lnTo>
                  <a:lnTo>
                    <a:pt x="210431" y="6071334"/>
                  </a:lnTo>
                  <a:lnTo>
                    <a:pt x="210619" y="6071334"/>
                  </a:lnTo>
                  <a:lnTo>
                    <a:pt x="210713" y="6071334"/>
                  </a:lnTo>
                  <a:lnTo>
                    <a:pt x="210807" y="6071334"/>
                  </a:lnTo>
                  <a:lnTo>
                    <a:pt x="210995" y="6071334"/>
                  </a:lnTo>
                  <a:lnTo>
                    <a:pt x="211089" y="6071334"/>
                  </a:lnTo>
                  <a:lnTo>
                    <a:pt x="211183" y="6071334"/>
                  </a:lnTo>
                  <a:lnTo>
                    <a:pt x="211277" y="6071334"/>
                  </a:lnTo>
                  <a:lnTo>
                    <a:pt x="211371" y="6071334"/>
                  </a:lnTo>
                  <a:lnTo>
                    <a:pt x="211465" y="6071334"/>
                  </a:lnTo>
                  <a:lnTo>
                    <a:pt x="211559" y="6071334"/>
                  </a:lnTo>
                  <a:lnTo>
                    <a:pt x="211747" y="6071334"/>
                  </a:lnTo>
                  <a:lnTo>
                    <a:pt x="211841" y="6071334"/>
                  </a:lnTo>
                  <a:lnTo>
                    <a:pt x="211935" y="6071334"/>
                  </a:lnTo>
                  <a:lnTo>
                    <a:pt x="212029" y="6071334"/>
                  </a:lnTo>
                  <a:lnTo>
                    <a:pt x="212123" y="6071334"/>
                  </a:lnTo>
                  <a:lnTo>
                    <a:pt x="212217" y="6071334"/>
                  </a:lnTo>
                  <a:lnTo>
                    <a:pt x="212311" y="6071334"/>
                  </a:lnTo>
                  <a:lnTo>
                    <a:pt x="212405" y="6071334"/>
                  </a:lnTo>
                  <a:lnTo>
                    <a:pt x="212688" y="6071334"/>
                  </a:lnTo>
                  <a:lnTo>
                    <a:pt x="212782" y="6071334"/>
                  </a:lnTo>
                  <a:lnTo>
                    <a:pt x="212876" y="6071334"/>
                  </a:lnTo>
                  <a:lnTo>
                    <a:pt x="212970" y="6071334"/>
                  </a:lnTo>
                  <a:lnTo>
                    <a:pt x="213064" y="6071334"/>
                  </a:lnTo>
                  <a:lnTo>
                    <a:pt x="213158" y="6071334"/>
                  </a:lnTo>
                  <a:lnTo>
                    <a:pt x="213252" y="6071334"/>
                  </a:lnTo>
                  <a:lnTo>
                    <a:pt x="213346" y="6071334"/>
                  </a:lnTo>
                  <a:lnTo>
                    <a:pt x="213440" y="6071334"/>
                  </a:lnTo>
                  <a:lnTo>
                    <a:pt x="213534" y="6071334"/>
                  </a:lnTo>
                  <a:lnTo>
                    <a:pt x="213722" y="6071334"/>
                  </a:lnTo>
                  <a:lnTo>
                    <a:pt x="213816" y="6071334"/>
                  </a:lnTo>
                  <a:lnTo>
                    <a:pt x="213910" y="6071334"/>
                  </a:lnTo>
                  <a:lnTo>
                    <a:pt x="214004" y="6071334"/>
                  </a:lnTo>
                  <a:lnTo>
                    <a:pt x="214098" y="6071334"/>
                  </a:lnTo>
                  <a:lnTo>
                    <a:pt x="214192" y="6071334"/>
                  </a:lnTo>
                  <a:lnTo>
                    <a:pt x="214286" y="6071334"/>
                  </a:lnTo>
                  <a:lnTo>
                    <a:pt x="214380" y="6071334"/>
                  </a:lnTo>
                  <a:lnTo>
                    <a:pt x="214474" y="6071334"/>
                  </a:lnTo>
                  <a:lnTo>
                    <a:pt x="214568" y="6071334"/>
                  </a:lnTo>
                  <a:lnTo>
                    <a:pt x="214662" y="6071334"/>
                  </a:lnTo>
                  <a:lnTo>
                    <a:pt x="214756" y="6071334"/>
                  </a:lnTo>
                  <a:lnTo>
                    <a:pt x="214756" y="6066055"/>
                  </a:lnTo>
                  <a:lnTo>
                    <a:pt x="214850" y="6066055"/>
                  </a:lnTo>
                  <a:lnTo>
                    <a:pt x="214944" y="6066055"/>
                  </a:lnTo>
                  <a:lnTo>
                    <a:pt x="215038" y="6066055"/>
                  </a:lnTo>
                  <a:lnTo>
                    <a:pt x="215226" y="6066055"/>
                  </a:lnTo>
                  <a:lnTo>
                    <a:pt x="215414" y="6066055"/>
                  </a:lnTo>
                  <a:lnTo>
                    <a:pt x="215508" y="6066055"/>
                  </a:lnTo>
                  <a:lnTo>
                    <a:pt x="215602" y="6066055"/>
                  </a:lnTo>
                  <a:lnTo>
                    <a:pt x="215696" y="6066055"/>
                  </a:lnTo>
                  <a:lnTo>
                    <a:pt x="215884" y="6066055"/>
                  </a:lnTo>
                  <a:lnTo>
                    <a:pt x="215978" y="6066055"/>
                  </a:lnTo>
                  <a:lnTo>
                    <a:pt x="216072" y="6066055"/>
                  </a:lnTo>
                  <a:lnTo>
                    <a:pt x="216166" y="6066055"/>
                  </a:lnTo>
                  <a:lnTo>
                    <a:pt x="216261" y="6066055"/>
                  </a:lnTo>
                  <a:lnTo>
                    <a:pt x="216355" y="6066055"/>
                  </a:lnTo>
                  <a:lnTo>
                    <a:pt x="216543" y="6066055"/>
                  </a:lnTo>
                  <a:lnTo>
                    <a:pt x="216637" y="6066055"/>
                  </a:lnTo>
                  <a:lnTo>
                    <a:pt x="216731" y="6066055"/>
                  </a:lnTo>
                  <a:lnTo>
                    <a:pt x="216825" y="6066055"/>
                  </a:lnTo>
                  <a:lnTo>
                    <a:pt x="217013" y="6066055"/>
                  </a:lnTo>
                  <a:lnTo>
                    <a:pt x="217107" y="6066055"/>
                  </a:lnTo>
                  <a:lnTo>
                    <a:pt x="217201" y="6066055"/>
                  </a:lnTo>
                  <a:lnTo>
                    <a:pt x="217295" y="6066055"/>
                  </a:lnTo>
                  <a:lnTo>
                    <a:pt x="217389" y="6066055"/>
                  </a:lnTo>
                  <a:lnTo>
                    <a:pt x="217671" y="6066055"/>
                  </a:lnTo>
                  <a:lnTo>
                    <a:pt x="217765" y="6066055"/>
                  </a:lnTo>
                  <a:lnTo>
                    <a:pt x="217953" y="6066055"/>
                  </a:lnTo>
                  <a:lnTo>
                    <a:pt x="218047" y="6066055"/>
                  </a:lnTo>
                  <a:lnTo>
                    <a:pt x="218047" y="6060775"/>
                  </a:lnTo>
                  <a:lnTo>
                    <a:pt x="218141" y="6060775"/>
                  </a:lnTo>
                  <a:lnTo>
                    <a:pt x="218235" y="6060775"/>
                  </a:lnTo>
                  <a:lnTo>
                    <a:pt x="218329" y="6060775"/>
                  </a:lnTo>
                  <a:lnTo>
                    <a:pt x="218423" y="6060775"/>
                  </a:lnTo>
                  <a:lnTo>
                    <a:pt x="218517" y="6060775"/>
                  </a:lnTo>
                  <a:lnTo>
                    <a:pt x="218611" y="6060775"/>
                  </a:lnTo>
                  <a:lnTo>
                    <a:pt x="218799" y="6060775"/>
                  </a:lnTo>
                  <a:lnTo>
                    <a:pt x="218987" y="6060775"/>
                  </a:lnTo>
                  <a:lnTo>
                    <a:pt x="219081" y="6060775"/>
                  </a:lnTo>
                  <a:lnTo>
                    <a:pt x="219175" y="6060775"/>
                  </a:lnTo>
                  <a:lnTo>
                    <a:pt x="219269" y="6060775"/>
                  </a:lnTo>
                  <a:lnTo>
                    <a:pt x="219363" y="6060775"/>
                  </a:lnTo>
                  <a:lnTo>
                    <a:pt x="219551" y="6060775"/>
                  </a:lnTo>
                  <a:lnTo>
                    <a:pt x="219740" y="6060775"/>
                  </a:lnTo>
                  <a:lnTo>
                    <a:pt x="219834" y="6060775"/>
                  </a:lnTo>
                  <a:lnTo>
                    <a:pt x="219928" y="6060775"/>
                  </a:lnTo>
                  <a:lnTo>
                    <a:pt x="220022" y="6060775"/>
                  </a:lnTo>
                  <a:lnTo>
                    <a:pt x="220116" y="6060775"/>
                  </a:lnTo>
                  <a:lnTo>
                    <a:pt x="220210" y="6060775"/>
                  </a:lnTo>
                  <a:lnTo>
                    <a:pt x="220304" y="6060775"/>
                  </a:lnTo>
                  <a:lnTo>
                    <a:pt x="220680" y="6060775"/>
                  </a:lnTo>
                  <a:lnTo>
                    <a:pt x="220774" y="6060775"/>
                  </a:lnTo>
                  <a:lnTo>
                    <a:pt x="220868" y="6060775"/>
                  </a:lnTo>
                  <a:lnTo>
                    <a:pt x="220962" y="6060775"/>
                  </a:lnTo>
                  <a:lnTo>
                    <a:pt x="221056" y="6060775"/>
                  </a:lnTo>
                  <a:lnTo>
                    <a:pt x="221244" y="6060775"/>
                  </a:lnTo>
                  <a:lnTo>
                    <a:pt x="221526" y="6060775"/>
                  </a:lnTo>
                  <a:lnTo>
                    <a:pt x="221620" y="6060775"/>
                  </a:lnTo>
                  <a:lnTo>
                    <a:pt x="221714" y="6060775"/>
                  </a:lnTo>
                  <a:lnTo>
                    <a:pt x="221808" y="6060775"/>
                  </a:lnTo>
                  <a:lnTo>
                    <a:pt x="221902" y="6060775"/>
                  </a:lnTo>
                  <a:lnTo>
                    <a:pt x="221996" y="6060775"/>
                  </a:lnTo>
                  <a:lnTo>
                    <a:pt x="222184" y="6060775"/>
                  </a:lnTo>
                  <a:lnTo>
                    <a:pt x="222278" y="6060775"/>
                  </a:lnTo>
                  <a:lnTo>
                    <a:pt x="222372" y="6060775"/>
                  </a:lnTo>
                  <a:lnTo>
                    <a:pt x="222466" y="6060775"/>
                  </a:lnTo>
                  <a:lnTo>
                    <a:pt x="222654" y="6060775"/>
                  </a:lnTo>
                  <a:lnTo>
                    <a:pt x="222748" y="6060775"/>
                  </a:lnTo>
                  <a:lnTo>
                    <a:pt x="222842" y="6060775"/>
                  </a:lnTo>
                  <a:lnTo>
                    <a:pt x="222936" y="6060775"/>
                  </a:lnTo>
                  <a:lnTo>
                    <a:pt x="223030" y="6060775"/>
                  </a:lnTo>
                  <a:lnTo>
                    <a:pt x="223218" y="6060775"/>
                  </a:lnTo>
                  <a:lnTo>
                    <a:pt x="223313" y="6060775"/>
                  </a:lnTo>
                  <a:lnTo>
                    <a:pt x="223501" y="6060775"/>
                  </a:lnTo>
                  <a:lnTo>
                    <a:pt x="223501" y="6055496"/>
                  </a:lnTo>
                  <a:lnTo>
                    <a:pt x="223689" y="6055496"/>
                  </a:lnTo>
                  <a:lnTo>
                    <a:pt x="223783" y="6055496"/>
                  </a:lnTo>
                  <a:lnTo>
                    <a:pt x="223877" y="6055496"/>
                  </a:lnTo>
                  <a:lnTo>
                    <a:pt x="223971" y="6055496"/>
                  </a:lnTo>
                  <a:lnTo>
                    <a:pt x="224065" y="6055496"/>
                  </a:lnTo>
                  <a:lnTo>
                    <a:pt x="224159" y="6055496"/>
                  </a:lnTo>
                  <a:lnTo>
                    <a:pt x="224253" y="6055496"/>
                  </a:lnTo>
                  <a:lnTo>
                    <a:pt x="224347" y="6055496"/>
                  </a:lnTo>
                  <a:lnTo>
                    <a:pt x="224441" y="6055496"/>
                  </a:lnTo>
                  <a:lnTo>
                    <a:pt x="224535" y="6055496"/>
                  </a:lnTo>
                  <a:lnTo>
                    <a:pt x="224629" y="6055496"/>
                  </a:lnTo>
                  <a:lnTo>
                    <a:pt x="224723" y="6055496"/>
                  </a:lnTo>
                  <a:lnTo>
                    <a:pt x="224817" y="6055496"/>
                  </a:lnTo>
                  <a:lnTo>
                    <a:pt x="224911" y="6055496"/>
                  </a:lnTo>
                  <a:lnTo>
                    <a:pt x="225005" y="6055496"/>
                  </a:lnTo>
                  <a:lnTo>
                    <a:pt x="225193" y="6055496"/>
                  </a:lnTo>
                  <a:lnTo>
                    <a:pt x="225287" y="6055496"/>
                  </a:lnTo>
                  <a:lnTo>
                    <a:pt x="225475" y="6055496"/>
                  </a:lnTo>
                  <a:lnTo>
                    <a:pt x="225569" y="6055496"/>
                  </a:lnTo>
                  <a:lnTo>
                    <a:pt x="225663" y="6055496"/>
                  </a:lnTo>
                  <a:lnTo>
                    <a:pt x="225757" y="6055496"/>
                  </a:lnTo>
                  <a:lnTo>
                    <a:pt x="225851" y="6055496"/>
                  </a:lnTo>
                  <a:lnTo>
                    <a:pt x="225945" y="6055496"/>
                  </a:lnTo>
                  <a:lnTo>
                    <a:pt x="226133" y="6055496"/>
                  </a:lnTo>
                  <a:lnTo>
                    <a:pt x="226227" y="6055496"/>
                  </a:lnTo>
                  <a:lnTo>
                    <a:pt x="226415" y="6055496"/>
                  </a:lnTo>
                  <a:lnTo>
                    <a:pt x="226509" y="6055496"/>
                  </a:lnTo>
                  <a:lnTo>
                    <a:pt x="226603" y="6055496"/>
                  </a:lnTo>
                  <a:lnTo>
                    <a:pt x="226697" y="6055496"/>
                  </a:lnTo>
                  <a:lnTo>
                    <a:pt x="226886" y="6055496"/>
                  </a:lnTo>
                  <a:lnTo>
                    <a:pt x="226980" y="6055496"/>
                  </a:lnTo>
                  <a:lnTo>
                    <a:pt x="227074" y="6050216"/>
                  </a:lnTo>
                  <a:lnTo>
                    <a:pt x="227262" y="6050216"/>
                  </a:lnTo>
                  <a:lnTo>
                    <a:pt x="227356" y="6050216"/>
                  </a:lnTo>
                  <a:lnTo>
                    <a:pt x="227450" y="6050216"/>
                  </a:lnTo>
                  <a:lnTo>
                    <a:pt x="227638" y="6050216"/>
                  </a:lnTo>
                  <a:lnTo>
                    <a:pt x="227732" y="6050216"/>
                  </a:lnTo>
                  <a:lnTo>
                    <a:pt x="228108" y="6050216"/>
                  </a:lnTo>
                  <a:lnTo>
                    <a:pt x="228202" y="6050216"/>
                  </a:lnTo>
                  <a:lnTo>
                    <a:pt x="228578" y="6050216"/>
                  </a:lnTo>
                  <a:lnTo>
                    <a:pt x="228672" y="6050216"/>
                  </a:lnTo>
                  <a:lnTo>
                    <a:pt x="228766" y="6050216"/>
                  </a:lnTo>
                  <a:lnTo>
                    <a:pt x="228860" y="6050216"/>
                  </a:lnTo>
                  <a:lnTo>
                    <a:pt x="228954" y="6050216"/>
                  </a:lnTo>
                  <a:lnTo>
                    <a:pt x="229236" y="6050216"/>
                  </a:lnTo>
                  <a:lnTo>
                    <a:pt x="229330" y="6050216"/>
                  </a:lnTo>
                  <a:lnTo>
                    <a:pt x="229518" y="6050216"/>
                  </a:lnTo>
                  <a:lnTo>
                    <a:pt x="229612" y="6050216"/>
                  </a:lnTo>
                  <a:lnTo>
                    <a:pt x="229800" y="6050216"/>
                  </a:lnTo>
                  <a:lnTo>
                    <a:pt x="229894" y="6050216"/>
                  </a:lnTo>
                  <a:lnTo>
                    <a:pt x="229988" y="6050216"/>
                  </a:lnTo>
                  <a:lnTo>
                    <a:pt x="230082" y="6050216"/>
                  </a:lnTo>
                  <a:lnTo>
                    <a:pt x="230176" y="6050216"/>
                  </a:lnTo>
                  <a:lnTo>
                    <a:pt x="230270" y="6050216"/>
                  </a:lnTo>
                  <a:lnTo>
                    <a:pt x="230364" y="6050216"/>
                  </a:lnTo>
                  <a:lnTo>
                    <a:pt x="230553" y="6050216"/>
                  </a:lnTo>
                  <a:lnTo>
                    <a:pt x="230647" y="6050216"/>
                  </a:lnTo>
                  <a:lnTo>
                    <a:pt x="230741" y="6050216"/>
                  </a:lnTo>
                  <a:lnTo>
                    <a:pt x="230835" y="6050216"/>
                  </a:lnTo>
                  <a:lnTo>
                    <a:pt x="231023" y="6050216"/>
                  </a:lnTo>
                  <a:lnTo>
                    <a:pt x="231117" y="6050216"/>
                  </a:lnTo>
                  <a:lnTo>
                    <a:pt x="231211" y="6050216"/>
                  </a:lnTo>
                  <a:lnTo>
                    <a:pt x="231305" y="6050216"/>
                  </a:lnTo>
                  <a:lnTo>
                    <a:pt x="231399" y="6050216"/>
                  </a:lnTo>
                  <a:lnTo>
                    <a:pt x="231493" y="6050216"/>
                  </a:lnTo>
                  <a:lnTo>
                    <a:pt x="231587" y="6050216"/>
                  </a:lnTo>
                  <a:lnTo>
                    <a:pt x="231681" y="6050216"/>
                  </a:lnTo>
                  <a:lnTo>
                    <a:pt x="231775" y="6050216"/>
                  </a:lnTo>
                  <a:lnTo>
                    <a:pt x="231869" y="6050216"/>
                  </a:lnTo>
                  <a:lnTo>
                    <a:pt x="231963" y="6050216"/>
                  </a:lnTo>
                  <a:lnTo>
                    <a:pt x="232057" y="6050216"/>
                  </a:lnTo>
                  <a:lnTo>
                    <a:pt x="232151" y="6050216"/>
                  </a:lnTo>
                  <a:lnTo>
                    <a:pt x="232245" y="6050216"/>
                  </a:lnTo>
                  <a:lnTo>
                    <a:pt x="232339" y="6050216"/>
                  </a:lnTo>
                  <a:lnTo>
                    <a:pt x="232433" y="6050216"/>
                  </a:lnTo>
                  <a:lnTo>
                    <a:pt x="232527" y="6050216"/>
                  </a:lnTo>
                  <a:lnTo>
                    <a:pt x="232621" y="6050216"/>
                  </a:lnTo>
                  <a:lnTo>
                    <a:pt x="232715" y="6050216"/>
                  </a:lnTo>
                  <a:lnTo>
                    <a:pt x="232809" y="6050216"/>
                  </a:lnTo>
                  <a:lnTo>
                    <a:pt x="232903" y="6050216"/>
                  </a:lnTo>
                  <a:lnTo>
                    <a:pt x="232997" y="6050216"/>
                  </a:lnTo>
                  <a:lnTo>
                    <a:pt x="233091" y="6050216"/>
                  </a:lnTo>
                  <a:lnTo>
                    <a:pt x="233467" y="6050216"/>
                  </a:lnTo>
                  <a:lnTo>
                    <a:pt x="233561" y="6050216"/>
                  </a:lnTo>
                  <a:lnTo>
                    <a:pt x="233655" y="6050216"/>
                  </a:lnTo>
                  <a:lnTo>
                    <a:pt x="233749" y="6050216"/>
                  </a:lnTo>
                  <a:lnTo>
                    <a:pt x="233843" y="6050216"/>
                  </a:lnTo>
                  <a:lnTo>
                    <a:pt x="233938" y="6050216"/>
                  </a:lnTo>
                  <a:lnTo>
                    <a:pt x="234032" y="6050216"/>
                  </a:lnTo>
                  <a:lnTo>
                    <a:pt x="234126" y="6050216"/>
                  </a:lnTo>
                  <a:lnTo>
                    <a:pt x="234220" y="6050216"/>
                  </a:lnTo>
                  <a:lnTo>
                    <a:pt x="234408" y="6050216"/>
                  </a:lnTo>
                  <a:lnTo>
                    <a:pt x="234502" y="6050216"/>
                  </a:lnTo>
                  <a:lnTo>
                    <a:pt x="234784" y="6050216"/>
                  </a:lnTo>
                  <a:lnTo>
                    <a:pt x="234878" y="6050216"/>
                  </a:lnTo>
                  <a:lnTo>
                    <a:pt x="234972" y="6050216"/>
                  </a:lnTo>
                  <a:lnTo>
                    <a:pt x="235066" y="6050216"/>
                  </a:lnTo>
                  <a:lnTo>
                    <a:pt x="235254" y="6050216"/>
                  </a:lnTo>
                  <a:lnTo>
                    <a:pt x="235348" y="6050216"/>
                  </a:lnTo>
                  <a:lnTo>
                    <a:pt x="235442" y="6050216"/>
                  </a:lnTo>
                  <a:lnTo>
                    <a:pt x="235536" y="6050216"/>
                  </a:lnTo>
                  <a:lnTo>
                    <a:pt x="235630" y="6050216"/>
                  </a:lnTo>
                  <a:lnTo>
                    <a:pt x="235818" y="6050216"/>
                  </a:lnTo>
                  <a:lnTo>
                    <a:pt x="235912" y="6050216"/>
                  </a:lnTo>
                  <a:lnTo>
                    <a:pt x="235912" y="6044937"/>
                  </a:lnTo>
                  <a:lnTo>
                    <a:pt x="236006" y="6044937"/>
                  </a:lnTo>
                  <a:lnTo>
                    <a:pt x="236100" y="6044937"/>
                  </a:lnTo>
                  <a:lnTo>
                    <a:pt x="236288" y="6044937"/>
                  </a:lnTo>
                  <a:lnTo>
                    <a:pt x="236382" y="6044937"/>
                  </a:lnTo>
                  <a:lnTo>
                    <a:pt x="236476" y="6044937"/>
                  </a:lnTo>
                  <a:lnTo>
                    <a:pt x="236664" y="6044937"/>
                  </a:lnTo>
                  <a:lnTo>
                    <a:pt x="236852" y="6044937"/>
                  </a:lnTo>
                  <a:lnTo>
                    <a:pt x="236946" y="6044937"/>
                  </a:lnTo>
                  <a:lnTo>
                    <a:pt x="237040" y="6044937"/>
                  </a:lnTo>
                  <a:lnTo>
                    <a:pt x="237134" y="6044937"/>
                  </a:lnTo>
                  <a:lnTo>
                    <a:pt x="237228" y="6044937"/>
                  </a:lnTo>
                  <a:lnTo>
                    <a:pt x="237322" y="6044937"/>
                  </a:lnTo>
                  <a:lnTo>
                    <a:pt x="237416" y="6044937"/>
                  </a:lnTo>
                  <a:lnTo>
                    <a:pt x="237511" y="6044937"/>
                  </a:lnTo>
                  <a:lnTo>
                    <a:pt x="237887" y="6044937"/>
                  </a:lnTo>
                  <a:lnTo>
                    <a:pt x="237981" y="6044937"/>
                  </a:lnTo>
                  <a:lnTo>
                    <a:pt x="238169" y="6044937"/>
                  </a:lnTo>
                  <a:lnTo>
                    <a:pt x="238263" y="6044937"/>
                  </a:lnTo>
                  <a:lnTo>
                    <a:pt x="238357" y="6044937"/>
                  </a:lnTo>
                  <a:lnTo>
                    <a:pt x="238451" y="6044937"/>
                  </a:lnTo>
                  <a:lnTo>
                    <a:pt x="238639" y="6044937"/>
                  </a:lnTo>
                  <a:lnTo>
                    <a:pt x="238733" y="6044937"/>
                  </a:lnTo>
                  <a:lnTo>
                    <a:pt x="238827" y="6044937"/>
                  </a:lnTo>
                  <a:lnTo>
                    <a:pt x="238921" y="6044937"/>
                  </a:lnTo>
                  <a:lnTo>
                    <a:pt x="239109" y="6044937"/>
                  </a:lnTo>
                  <a:lnTo>
                    <a:pt x="239203" y="6044937"/>
                  </a:lnTo>
                  <a:lnTo>
                    <a:pt x="239297" y="6044937"/>
                  </a:lnTo>
                  <a:lnTo>
                    <a:pt x="239485" y="6044937"/>
                  </a:lnTo>
                  <a:lnTo>
                    <a:pt x="239673" y="6044937"/>
                  </a:lnTo>
                  <a:lnTo>
                    <a:pt x="239767" y="6044937"/>
                  </a:lnTo>
                  <a:lnTo>
                    <a:pt x="239955" y="6044937"/>
                  </a:lnTo>
                  <a:lnTo>
                    <a:pt x="240049" y="6044937"/>
                  </a:lnTo>
                  <a:lnTo>
                    <a:pt x="240049" y="6039658"/>
                  </a:lnTo>
                  <a:lnTo>
                    <a:pt x="240143" y="6039658"/>
                  </a:lnTo>
                  <a:lnTo>
                    <a:pt x="240237" y="6039658"/>
                  </a:lnTo>
                  <a:lnTo>
                    <a:pt x="240331" y="6039658"/>
                  </a:lnTo>
                  <a:lnTo>
                    <a:pt x="240519" y="6039658"/>
                  </a:lnTo>
                  <a:lnTo>
                    <a:pt x="240707" y="6039658"/>
                  </a:lnTo>
                  <a:lnTo>
                    <a:pt x="240801" y="6039658"/>
                  </a:lnTo>
                  <a:lnTo>
                    <a:pt x="240895" y="6039658"/>
                  </a:lnTo>
                  <a:lnTo>
                    <a:pt x="241178" y="6039658"/>
                  </a:lnTo>
                  <a:lnTo>
                    <a:pt x="241272" y="6039658"/>
                  </a:lnTo>
                  <a:lnTo>
                    <a:pt x="241366" y="6039658"/>
                  </a:lnTo>
                  <a:lnTo>
                    <a:pt x="241554" y="6039658"/>
                  </a:lnTo>
                  <a:lnTo>
                    <a:pt x="241648" y="6039658"/>
                  </a:lnTo>
                  <a:lnTo>
                    <a:pt x="241742" y="6039658"/>
                  </a:lnTo>
                  <a:lnTo>
                    <a:pt x="241836" y="6039658"/>
                  </a:lnTo>
                  <a:lnTo>
                    <a:pt x="242024" y="6039658"/>
                  </a:lnTo>
                  <a:lnTo>
                    <a:pt x="242212" y="6039658"/>
                  </a:lnTo>
                  <a:lnTo>
                    <a:pt x="242306" y="6039658"/>
                  </a:lnTo>
                  <a:lnTo>
                    <a:pt x="242588" y="6039658"/>
                  </a:lnTo>
                  <a:lnTo>
                    <a:pt x="242682" y="6039658"/>
                  </a:lnTo>
                  <a:lnTo>
                    <a:pt x="242776" y="6039658"/>
                  </a:lnTo>
                  <a:lnTo>
                    <a:pt x="242870" y="6039658"/>
                  </a:lnTo>
                  <a:lnTo>
                    <a:pt x="243058" y="6039658"/>
                  </a:lnTo>
                  <a:lnTo>
                    <a:pt x="243152" y="6039658"/>
                  </a:lnTo>
                  <a:lnTo>
                    <a:pt x="243246" y="6039658"/>
                  </a:lnTo>
                  <a:lnTo>
                    <a:pt x="243340" y="6039658"/>
                  </a:lnTo>
                  <a:lnTo>
                    <a:pt x="243434" y="6039658"/>
                  </a:lnTo>
                  <a:lnTo>
                    <a:pt x="243528" y="6039658"/>
                  </a:lnTo>
                  <a:lnTo>
                    <a:pt x="243622" y="6039658"/>
                  </a:lnTo>
                  <a:lnTo>
                    <a:pt x="243716" y="6039658"/>
                  </a:lnTo>
                  <a:lnTo>
                    <a:pt x="243998" y="6039658"/>
                  </a:lnTo>
                  <a:lnTo>
                    <a:pt x="244092" y="6039658"/>
                  </a:lnTo>
                  <a:lnTo>
                    <a:pt x="244186" y="6039658"/>
                  </a:lnTo>
                  <a:lnTo>
                    <a:pt x="244280" y="6039658"/>
                  </a:lnTo>
                  <a:lnTo>
                    <a:pt x="244563" y="6039658"/>
                  </a:lnTo>
                  <a:lnTo>
                    <a:pt x="244657" y="6039658"/>
                  </a:lnTo>
                  <a:lnTo>
                    <a:pt x="244751" y="6039658"/>
                  </a:lnTo>
                  <a:lnTo>
                    <a:pt x="244845" y="6039658"/>
                  </a:lnTo>
                  <a:lnTo>
                    <a:pt x="245033" y="6039658"/>
                  </a:lnTo>
                  <a:lnTo>
                    <a:pt x="245127" y="6039658"/>
                  </a:lnTo>
                  <a:lnTo>
                    <a:pt x="245221" y="6039658"/>
                  </a:lnTo>
                  <a:lnTo>
                    <a:pt x="245315" y="6039658"/>
                  </a:lnTo>
                  <a:lnTo>
                    <a:pt x="245409" y="6039658"/>
                  </a:lnTo>
                  <a:lnTo>
                    <a:pt x="245503" y="6039658"/>
                  </a:lnTo>
                  <a:lnTo>
                    <a:pt x="245691" y="6039658"/>
                  </a:lnTo>
                  <a:lnTo>
                    <a:pt x="245785" y="6039658"/>
                  </a:lnTo>
                  <a:lnTo>
                    <a:pt x="245879" y="6039658"/>
                  </a:lnTo>
                  <a:lnTo>
                    <a:pt x="245973" y="6039658"/>
                  </a:lnTo>
                  <a:lnTo>
                    <a:pt x="246255" y="6039658"/>
                  </a:lnTo>
                  <a:lnTo>
                    <a:pt x="246349" y="6039658"/>
                  </a:lnTo>
                  <a:lnTo>
                    <a:pt x="246443" y="6039658"/>
                  </a:lnTo>
                  <a:lnTo>
                    <a:pt x="246537" y="6039658"/>
                  </a:lnTo>
                  <a:lnTo>
                    <a:pt x="246631" y="6039658"/>
                  </a:lnTo>
                  <a:lnTo>
                    <a:pt x="246725" y="6039658"/>
                  </a:lnTo>
                  <a:lnTo>
                    <a:pt x="246819" y="6039658"/>
                  </a:lnTo>
                  <a:lnTo>
                    <a:pt x="247289" y="6039658"/>
                  </a:lnTo>
                  <a:lnTo>
                    <a:pt x="247383" y="6039658"/>
                  </a:lnTo>
                  <a:lnTo>
                    <a:pt x="247477" y="6039658"/>
                  </a:lnTo>
                  <a:lnTo>
                    <a:pt x="247571" y="6039658"/>
                  </a:lnTo>
                  <a:lnTo>
                    <a:pt x="247759" y="6039658"/>
                  </a:lnTo>
                  <a:lnTo>
                    <a:pt x="247853" y="6039658"/>
                  </a:lnTo>
                  <a:lnTo>
                    <a:pt x="247947" y="6039658"/>
                  </a:lnTo>
                  <a:lnTo>
                    <a:pt x="248041" y="6039658"/>
                  </a:lnTo>
                  <a:lnTo>
                    <a:pt x="248230" y="6039658"/>
                  </a:lnTo>
                  <a:lnTo>
                    <a:pt x="248324" y="6039658"/>
                  </a:lnTo>
                  <a:lnTo>
                    <a:pt x="248418" y="6039658"/>
                  </a:lnTo>
                  <a:lnTo>
                    <a:pt x="248512" y="6039658"/>
                  </a:lnTo>
                  <a:lnTo>
                    <a:pt x="248606" y="6039658"/>
                  </a:lnTo>
                  <a:lnTo>
                    <a:pt x="248794" y="6039658"/>
                  </a:lnTo>
                  <a:lnTo>
                    <a:pt x="248888" y="6039658"/>
                  </a:lnTo>
                  <a:lnTo>
                    <a:pt x="248982" y="6039658"/>
                  </a:lnTo>
                  <a:lnTo>
                    <a:pt x="249076" y="6039658"/>
                  </a:lnTo>
                  <a:lnTo>
                    <a:pt x="249170" y="6039658"/>
                  </a:lnTo>
                  <a:lnTo>
                    <a:pt x="249264" y="6039658"/>
                  </a:lnTo>
                  <a:lnTo>
                    <a:pt x="249358" y="6039658"/>
                  </a:lnTo>
                  <a:lnTo>
                    <a:pt x="249546" y="6039658"/>
                  </a:lnTo>
                  <a:lnTo>
                    <a:pt x="249640" y="6039658"/>
                  </a:lnTo>
                  <a:lnTo>
                    <a:pt x="250016" y="6039658"/>
                  </a:lnTo>
                  <a:lnTo>
                    <a:pt x="250110" y="6039658"/>
                  </a:lnTo>
                  <a:lnTo>
                    <a:pt x="250298" y="6039658"/>
                  </a:lnTo>
                  <a:lnTo>
                    <a:pt x="250392" y="6039658"/>
                  </a:lnTo>
                  <a:lnTo>
                    <a:pt x="250674" y="6039658"/>
                  </a:lnTo>
                  <a:lnTo>
                    <a:pt x="250768" y="6039658"/>
                  </a:lnTo>
                  <a:lnTo>
                    <a:pt x="250862" y="6039658"/>
                  </a:lnTo>
                  <a:lnTo>
                    <a:pt x="250956" y="6039658"/>
                  </a:lnTo>
                  <a:lnTo>
                    <a:pt x="251050" y="6039658"/>
                  </a:lnTo>
                  <a:lnTo>
                    <a:pt x="251520" y="6039658"/>
                  </a:lnTo>
                  <a:lnTo>
                    <a:pt x="251614" y="6039658"/>
                  </a:lnTo>
                  <a:lnTo>
                    <a:pt x="251709" y="6039658"/>
                  </a:lnTo>
                  <a:lnTo>
                    <a:pt x="251803" y="6039658"/>
                  </a:lnTo>
                  <a:lnTo>
                    <a:pt x="252085" y="6039658"/>
                  </a:lnTo>
                  <a:lnTo>
                    <a:pt x="252273" y="6039658"/>
                  </a:lnTo>
                  <a:lnTo>
                    <a:pt x="252367" y="6039658"/>
                  </a:lnTo>
                  <a:lnTo>
                    <a:pt x="252461" y="6039658"/>
                  </a:lnTo>
                  <a:lnTo>
                    <a:pt x="252555" y="6039658"/>
                  </a:lnTo>
                  <a:lnTo>
                    <a:pt x="252743" y="6039658"/>
                  </a:lnTo>
                  <a:lnTo>
                    <a:pt x="252837" y="6039658"/>
                  </a:lnTo>
                  <a:lnTo>
                    <a:pt x="252931" y="6039658"/>
                  </a:lnTo>
                  <a:lnTo>
                    <a:pt x="253119" y="6039658"/>
                  </a:lnTo>
                  <a:lnTo>
                    <a:pt x="253213" y="6034378"/>
                  </a:lnTo>
                  <a:lnTo>
                    <a:pt x="253307" y="6034378"/>
                  </a:lnTo>
                  <a:lnTo>
                    <a:pt x="253401" y="6034378"/>
                  </a:lnTo>
                  <a:lnTo>
                    <a:pt x="253495" y="6034378"/>
                  </a:lnTo>
                  <a:lnTo>
                    <a:pt x="253589" y="6034378"/>
                  </a:lnTo>
                  <a:lnTo>
                    <a:pt x="253683" y="6034378"/>
                  </a:lnTo>
                  <a:lnTo>
                    <a:pt x="253871" y="6034378"/>
                  </a:lnTo>
                  <a:lnTo>
                    <a:pt x="254059" y="6034378"/>
                  </a:lnTo>
                  <a:lnTo>
                    <a:pt x="254247" y="6034378"/>
                  </a:lnTo>
                  <a:lnTo>
                    <a:pt x="254435" y="6034378"/>
                  </a:lnTo>
                  <a:lnTo>
                    <a:pt x="254529" y="6034378"/>
                  </a:lnTo>
                  <a:lnTo>
                    <a:pt x="254717" y="6034378"/>
                  </a:lnTo>
                  <a:lnTo>
                    <a:pt x="254811" y="6034378"/>
                  </a:lnTo>
                  <a:lnTo>
                    <a:pt x="254905" y="6034378"/>
                  </a:lnTo>
                  <a:lnTo>
                    <a:pt x="254999" y="6034378"/>
                  </a:lnTo>
                  <a:lnTo>
                    <a:pt x="255188" y="6034378"/>
                  </a:lnTo>
                  <a:lnTo>
                    <a:pt x="255376" y="6034378"/>
                  </a:lnTo>
                  <a:lnTo>
                    <a:pt x="255470" y="6034378"/>
                  </a:lnTo>
                  <a:lnTo>
                    <a:pt x="255564" y="6034378"/>
                  </a:lnTo>
                  <a:lnTo>
                    <a:pt x="255658" y="6034378"/>
                  </a:lnTo>
                  <a:lnTo>
                    <a:pt x="255940" y="6034378"/>
                  </a:lnTo>
                  <a:lnTo>
                    <a:pt x="256034" y="6034378"/>
                  </a:lnTo>
                  <a:lnTo>
                    <a:pt x="256316" y="6034378"/>
                  </a:lnTo>
                  <a:lnTo>
                    <a:pt x="256410" y="6034378"/>
                  </a:lnTo>
                  <a:lnTo>
                    <a:pt x="256504" y="6034378"/>
                  </a:lnTo>
                  <a:lnTo>
                    <a:pt x="256598" y="6034378"/>
                  </a:lnTo>
                  <a:lnTo>
                    <a:pt x="256692" y="6034378"/>
                  </a:lnTo>
                  <a:lnTo>
                    <a:pt x="256786" y="6034378"/>
                  </a:lnTo>
                  <a:lnTo>
                    <a:pt x="256880" y="6034378"/>
                  </a:lnTo>
                  <a:lnTo>
                    <a:pt x="257256" y="6034378"/>
                  </a:lnTo>
                  <a:lnTo>
                    <a:pt x="257350" y="6034378"/>
                  </a:lnTo>
                  <a:lnTo>
                    <a:pt x="257444" y="6034378"/>
                  </a:lnTo>
                  <a:lnTo>
                    <a:pt x="257538" y="6034378"/>
                  </a:lnTo>
                  <a:lnTo>
                    <a:pt x="257632" y="6034378"/>
                  </a:lnTo>
                  <a:lnTo>
                    <a:pt x="257820" y="6034378"/>
                  </a:lnTo>
                  <a:lnTo>
                    <a:pt x="257914" y="6034378"/>
                  </a:lnTo>
                  <a:lnTo>
                    <a:pt x="258102" y="6034378"/>
                  </a:lnTo>
                  <a:lnTo>
                    <a:pt x="258196" y="6034378"/>
                  </a:lnTo>
                  <a:lnTo>
                    <a:pt x="258290" y="6034378"/>
                  </a:lnTo>
                  <a:lnTo>
                    <a:pt x="258478" y="6029099"/>
                  </a:lnTo>
                  <a:lnTo>
                    <a:pt x="258572" y="6029099"/>
                  </a:lnTo>
                  <a:lnTo>
                    <a:pt x="258949" y="6029099"/>
                  </a:lnTo>
                  <a:lnTo>
                    <a:pt x="258949" y="6023819"/>
                  </a:lnTo>
                  <a:lnTo>
                    <a:pt x="259043" y="6023819"/>
                  </a:lnTo>
                  <a:lnTo>
                    <a:pt x="259419" y="6023819"/>
                  </a:lnTo>
                  <a:lnTo>
                    <a:pt x="259513" y="6023819"/>
                  </a:lnTo>
                  <a:lnTo>
                    <a:pt x="259607" y="6023819"/>
                  </a:lnTo>
                  <a:lnTo>
                    <a:pt x="259795" y="6023819"/>
                  </a:lnTo>
                  <a:lnTo>
                    <a:pt x="259889" y="6023819"/>
                  </a:lnTo>
                  <a:lnTo>
                    <a:pt x="260171" y="6023819"/>
                  </a:lnTo>
                  <a:lnTo>
                    <a:pt x="260265" y="6023819"/>
                  </a:lnTo>
                  <a:lnTo>
                    <a:pt x="260359" y="6023819"/>
                  </a:lnTo>
                  <a:lnTo>
                    <a:pt x="260453" y="6023819"/>
                  </a:lnTo>
                  <a:lnTo>
                    <a:pt x="260547" y="6023819"/>
                  </a:lnTo>
                  <a:lnTo>
                    <a:pt x="260641" y="6023819"/>
                  </a:lnTo>
                  <a:lnTo>
                    <a:pt x="260829" y="6023819"/>
                  </a:lnTo>
                  <a:lnTo>
                    <a:pt x="260923" y="6023819"/>
                  </a:lnTo>
                  <a:lnTo>
                    <a:pt x="261017" y="6023819"/>
                  </a:lnTo>
                  <a:lnTo>
                    <a:pt x="261111" y="6023819"/>
                  </a:lnTo>
                  <a:lnTo>
                    <a:pt x="261205" y="6023819"/>
                  </a:lnTo>
                  <a:lnTo>
                    <a:pt x="261299" y="6023819"/>
                  </a:lnTo>
                  <a:lnTo>
                    <a:pt x="261393" y="6023819"/>
                  </a:lnTo>
                  <a:lnTo>
                    <a:pt x="261487" y="6023819"/>
                  </a:lnTo>
                  <a:lnTo>
                    <a:pt x="261581" y="6023819"/>
                  </a:lnTo>
                  <a:lnTo>
                    <a:pt x="261675" y="6023819"/>
                  </a:lnTo>
                  <a:lnTo>
                    <a:pt x="261863" y="6023819"/>
                  </a:lnTo>
                  <a:lnTo>
                    <a:pt x="261957" y="6023819"/>
                  </a:lnTo>
                  <a:lnTo>
                    <a:pt x="262051" y="6023819"/>
                  </a:lnTo>
                  <a:lnTo>
                    <a:pt x="262239" y="6023819"/>
                  </a:lnTo>
                  <a:lnTo>
                    <a:pt x="262334" y="6018540"/>
                  </a:lnTo>
                  <a:lnTo>
                    <a:pt x="262428" y="6018540"/>
                  </a:lnTo>
                  <a:lnTo>
                    <a:pt x="262616" y="6018540"/>
                  </a:lnTo>
                  <a:lnTo>
                    <a:pt x="262898" y="6018540"/>
                  </a:lnTo>
                  <a:lnTo>
                    <a:pt x="262992" y="6018540"/>
                  </a:lnTo>
                  <a:lnTo>
                    <a:pt x="263086" y="6018540"/>
                  </a:lnTo>
                  <a:lnTo>
                    <a:pt x="263180" y="6018540"/>
                  </a:lnTo>
                  <a:lnTo>
                    <a:pt x="263274" y="6018540"/>
                  </a:lnTo>
                  <a:lnTo>
                    <a:pt x="263368" y="6018540"/>
                  </a:lnTo>
                  <a:lnTo>
                    <a:pt x="263462" y="6018540"/>
                  </a:lnTo>
                  <a:lnTo>
                    <a:pt x="263556" y="6018540"/>
                  </a:lnTo>
                  <a:lnTo>
                    <a:pt x="263650" y="6018540"/>
                  </a:lnTo>
                  <a:lnTo>
                    <a:pt x="263744" y="6018540"/>
                  </a:lnTo>
                  <a:lnTo>
                    <a:pt x="263838" y="6018540"/>
                  </a:lnTo>
                  <a:lnTo>
                    <a:pt x="264026" y="6018540"/>
                  </a:lnTo>
                  <a:lnTo>
                    <a:pt x="264120" y="6018540"/>
                  </a:lnTo>
                  <a:lnTo>
                    <a:pt x="264214" y="6018540"/>
                  </a:lnTo>
                  <a:lnTo>
                    <a:pt x="264308" y="6018540"/>
                  </a:lnTo>
                  <a:lnTo>
                    <a:pt x="264402" y="6018540"/>
                  </a:lnTo>
                  <a:lnTo>
                    <a:pt x="264590" y="6018540"/>
                  </a:lnTo>
                  <a:lnTo>
                    <a:pt x="264684" y="6018540"/>
                  </a:lnTo>
                  <a:lnTo>
                    <a:pt x="264966" y="6018540"/>
                  </a:lnTo>
                  <a:lnTo>
                    <a:pt x="265154" y="6018540"/>
                  </a:lnTo>
                  <a:lnTo>
                    <a:pt x="265342" y="6018540"/>
                  </a:lnTo>
                  <a:lnTo>
                    <a:pt x="265436" y="6018540"/>
                  </a:lnTo>
                  <a:lnTo>
                    <a:pt x="265530" y="6018540"/>
                  </a:lnTo>
                  <a:lnTo>
                    <a:pt x="265718" y="6018540"/>
                  </a:lnTo>
                  <a:lnTo>
                    <a:pt x="265907" y="6018540"/>
                  </a:lnTo>
                  <a:lnTo>
                    <a:pt x="266189" y="6018540"/>
                  </a:lnTo>
                  <a:lnTo>
                    <a:pt x="266283" y="6018540"/>
                  </a:lnTo>
                  <a:lnTo>
                    <a:pt x="266377" y="6018540"/>
                  </a:lnTo>
                  <a:lnTo>
                    <a:pt x="266471" y="6018540"/>
                  </a:lnTo>
                  <a:lnTo>
                    <a:pt x="266847" y="6018540"/>
                  </a:lnTo>
                  <a:lnTo>
                    <a:pt x="266941" y="6018540"/>
                  </a:lnTo>
                  <a:lnTo>
                    <a:pt x="267035" y="6018540"/>
                  </a:lnTo>
                  <a:lnTo>
                    <a:pt x="267129" y="6018540"/>
                  </a:lnTo>
                  <a:lnTo>
                    <a:pt x="267223" y="6018540"/>
                  </a:lnTo>
                  <a:lnTo>
                    <a:pt x="267317" y="6018540"/>
                  </a:lnTo>
                  <a:lnTo>
                    <a:pt x="267505" y="6018540"/>
                  </a:lnTo>
                  <a:lnTo>
                    <a:pt x="267599" y="6018540"/>
                  </a:lnTo>
                  <a:lnTo>
                    <a:pt x="267787" y="6018540"/>
                  </a:lnTo>
                  <a:lnTo>
                    <a:pt x="267881" y="6018540"/>
                  </a:lnTo>
                  <a:lnTo>
                    <a:pt x="267975" y="6018540"/>
                  </a:lnTo>
                  <a:lnTo>
                    <a:pt x="268069" y="6018540"/>
                  </a:lnTo>
                  <a:lnTo>
                    <a:pt x="268163" y="6018540"/>
                  </a:lnTo>
                  <a:lnTo>
                    <a:pt x="268257" y="6018540"/>
                  </a:lnTo>
                  <a:lnTo>
                    <a:pt x="268445" y="6018540"/>
                  </a:lnTo>
                  <a:lnTo>
                    <a:pt x="268633" y="6018540"/>
                  </a:lnTo>
                  <a:lnTo>
                    <a:pt x="268727" y="6018540"/>
                  </a:lnTo>
                  <a:lnTo>
                    <a:pt x="268915" y="6018540"/>
                  </a:lnTo>
                  <a:lnTo>
                    <a:pt x="269009" y="6018540"/>
                  </a:lnTo>
                  <a:lnTo>
                    <a:pt x="269103" y="6018540"/>
                  </a:lnTo>
                  <a:lnTo>
                    <a:pt x="269480" y="6018540"/>
                  </a:lnTo>
                  <a:lnTo>
                    <a:pt x="269668" y="6018540"/>
                  </a:lnTo>
                  <a:lnTo>
                    <a:pt x="269762" y="6018540"/>
                  </a:lnTo>
                  <a:lnTo>
                    <a:pt x="269950" y="6018540"/>
                  </a:lnTo>
                  <a:lnTo>
                    <a:pt x="270044" y="6018540"/>
                  </a:lnTo>
                  <a:lnTo>
                    <a:pt x="270138" y="6018540"/>
                  </a:lnTo>
                  <a:lnTo>
                    <a:pt x="270232" y="6018540"/>
                  </a:lnTo>
                  <a:lnTo>
                    <a:pt x="270326" y="6018540"/>
                  </a:lnTo>
                  <a:lnTo>
                    <a:pt x="270420" y="6018540"/>
                  </a:lnTo>
                  <a:lnTo>
                    <a:pt x="270702" y="6018540"/>
                  </a:lnTo>
                  <a:lnTo>
                    <a:pt x="270796" y="6018540"/>
                  </a:lnTo>
                  <a:lnTo>
                    <a:pt x="270890" y="6018540"/>
                  </a:lnTo>
                  <a:lnTo>
                    <a:pt x="270984" y="6018540"/>
                  </a:lnTo>
                  <a:lnTo>
                    <a:pt x="271172" y="6018540"/>
                  </a:lnTo>
                  <a:lnTo>
                    <a:pt x="271266" y="6018540"/>
                  </a:lnTo>
                  <a:lnTo>
                    <a:pt x="271360" y="6018540"/>
                  </a:lnTo>
                  <a:lnTo>
                    <a:pt x="271454" y="6018540"/>
                  </a:lnTo>
                  <a:lnTo>
                    <a:pt x="271548" y="6018540"/>
                  </a:lnTo>
                  <a:lnTo>
                    <a:pt x="271736" y="6018540"/>
                  </a:lnTo>
                  <a:lnTo>
                    <a:pt x="271830" y="6018540"/>
                  </a:lnTo>
                  <a:lnTo>
                    <a:pt x="272018" y="6018540"/>
                  </a:lnTo>
                  <a:lnTo>
                    <a:pt x="272112" y="6018540"/>
                  </a:lnTo>
                  <a:lnTo>
                    <a:pt x="272394" y="6018540"/>
                  </a:lnTo>
                  <a:lnTo>
                    <a:pt x="272488" y="6018540"/>
                  </a:lnTo>
                  <a:lnTo>
                    <a:pt x="272582" y="6018540"/>
                  </a:lnTo>
                  <a:lnTo>
                    <a:pt x="272770" y="6018540"/>
                  </a:lnTo>
                  <a:lnTo>
                    <a:pt x="272864" y="6018540"/>
                  </a:lnTo>
                  <a:lnTo>
                    <a:pt x="272959" y="6018540"/>
                  </a:lnTo>
                  <a:lnTo>
                    <a:pt x="273241" y="6018540"/>
                  </a:lnTo>
                  <a:lnTo>
                    <a:pt x="273335" y="6018540"/>
                  </a:lnTo>
                  <a:lnTo>
                    <a:pt x="273711" y="6018540"/>
                  </a:lnTo>
                  <a:lnTo>
                    <a:pt x="273805" y="6018540"/>
                  </a:lnTo>
                  <a:lnTo>
                    <a:pt x="273899" y="6018540"/>
                  </a:lnTo>
                  <a:lnTo>
                    <a:pt x="274181" y="6018540"/>
                  </a:lnTo>
                  <a:lnTo>
                    <a:pt x="274463" y="6018540"/>
                  </a:lnTo>
                  <a:lnTo>
                    <a:pt x="274557" y="6018540"/>
                  </a:lnTo>
                  <a:lnTo>
                    <a:pt x="274839" y="6018540"/>
                  </a:lnTo>
                  <a:lnTo>
                    <a:pt x="274933" y="6018540"/>
                  </a:lnTo>
                  <a:lnTo>
                    <a:pt x="275121" y="6018540"/>
                  </a:lnTo>
                  <a:lnTo>
                    <a:pt x="275309" y="6018540"/>
                  </a:lnTo>
                  <a:lnTo>
                    <a:pt x="275403" y="6018540"/>
                  </a:lnTo>
                  <a:lnTo>
                    <a:pt x="275497" y="6018540"/>
                  </a:lnTo>
                  <a:lnTo>
                    <a:pt x="275685" y="6018540"/>
                  </a:lnTo>
                  <a:lnTo>
                    <a:pt x="275779" y="6018540"/>
                  </a:lnTo>
                  <a:lnTo>
                    <a:pt x="275873" y="6018540"/>
                  </a:lnTo>
                  <a:lnTo>
                    <a:pt x="276061" y="6018540"/>
                  </a:lnTo>
                  <a:lnTo>
                    <a:pt x="276249" y="6018540"/>
                  </a:lnTo>
                  <a:lnTo>
                    <a:pt x="276343" y="6018540"/>
                  </a:lnTo>
                  <a:lnTo>
                    <a:pt x="276626" y="6018540"/>
                  </a:lnTo>
                  <a:lnTo>
                    <a:pt x="276720" y="6018540"/>
                  </a:lnTo>
                  <a:lnTo>
                    <a:pt x="276908" y="6018540"/>
                  </a:lnTo>
                  <a:lnTo>
                    <a:pt x="277002" y="6018540"/>
                  </a:lnTo>
                  <a:lnTo>
                    <a:pt x="277284" y="6018540"/>
                  </a:lnTo>
                  <a:lnTo>
                    <a:pt x="277378" y="6018540"/>
                  </a:lnTo>
                  <a:lnTo>
                    <a:pt x="277472" y="6018540"/>
                  </a:lnTo>
                  <a:lnTo>
                    <a:pt x="277566" y="6018540"/>
                  </a:lnTo>
                  <a:lnTo>
                    <a:pt x="277660" y="6018540"/>
                  </a:lnTo>
                  <a:lnTo>
                    <a:pt x="277848" y="6013260"/>
                  </a:lnTo>
                  <a:lnTo>
                    <a:pt x="278036" y="6013260"/>
                  </a:lnTo>
                  <a:lnTo>
                    <a:pt x="278224" y="6013260"/>
                  </a:lnTo>
                  <a:lnTo>
                    <a:pt x="278318" y="6013260"/>
                  </a:lnTo>
                  <a:lnTo>
                    <a:pt x="278412" y="6013260"/>
                  </a:lnTo>
                  <a:lnTo>
                    <a:pt x="278506" y="6013260"/>
                  </a:lnTo>
                  <a:lnTo>
                    <a:pt x="278600" y="6013260"/>
                  </a:lnTo>
                  <a:lnTo>
                    <a:pt x="278882" y="6013260"/>
                  </a:lnTo>
                  <a:lnTo>
                    <a:pt x="278976" y="6013260"/>
                  </a:lnTo>
                  <a:lnTo>
                    <a:pt x="279258" y="6013260"/>
                  </a:lnTo>
                  <a:lnTo>
                    <a:pt x="279446" y="6013260"/>
                  </a:lnTo>
                  <a:lnTo>
                    <a:pt x="279540" y="6013260"/>
                  </a:lnTo>
                  <a:lnTo>
                    <a:pt x="279634" y="6013260"/>
                  </a:lnTo>
                  <a:lnTo>
                    <a:pt x="279728" y="6013260"/>
                  </a:lnTo>
                  <a:lnTo>
                    <a:pt x="279822" y="6013260"/>
                  </a:lnTo>
                  <a:lnTo>
                    <a:pt x="280011" y="6013260"/>
                  </a:lnTo>
                  <a:lnTo>
                    <a:pt x="280105" y="6013260"/>
                  </a:lnTo>
                  <a:lnTo>
                    <a:pt x="280199" y="6013260"/>
                  </a:lnTo>
                  <a:lnTo>
                    <a:pt x="280293" y="6013260"/>
                  </a:lnTo>
                  <a:lnTo>
                    <a:pt x="280387" y="6013260"/>
                  </a:lnTo>
                  <a:lnTo>
                    <a:pt x="280481" y="6013260"/>
                  </a:lnTo>
                  <a:lnTo>
                    <a:pt x="280575" y="6013260"/>
                  </a:lnTo>
                  <a:lnTo>
                    <a:pt x="280763" y="6013260"/>
                  </a:lnTo>
                  <a:lnTo>
                    <a:pt x="281045" y="6013260"/>
                  </a:lnTo>
                  <a:lnTo>
                    <a:pt x="281233" y="6013260"/>
                  </a:lnTo>
                  <a:lnTo>
                    <a:pt x="281327" y="6013260"/>
                  </a:lnTo>
                  <a:lnTo>
                    <a:pt x="281421" y="6013260"/>
                  </a:lnTo>
                  <a:lnTo>
                    <a:pt x="281515" y="6013260"/>
                  </a:lnTo>
                  <a:lnTo>
                    <a:pt x="281609" y="6013260"/>
                  </a:lnTo>
                  <a:lnTo>
                    <a:pt x="281703" y="6013260"/>
                  </a:lnTo>
                  <a:lnTo>
                    <a:pt x="281797" y="6013260"/>
                  </a:lnTo>
                  <a:lnTo>
                    <a:pt x="281985" y="6013260"/>
                  </a:lnTo>
                  <a:lnTo>
                    <a:pt x="282267" y="6013260"/>
                  </a:lnTo>
                  <a:lnTo>
                    <a:pt x="282361" y="6013260"/>
                  </a:lnTo>
                  <a:lnTo>
                    <a:pt x="282737" y="6013260"/>
                  </a:lnTo>
                  <a:lnTo>
                    <a:pt x="283113" y="6013260"/>
                  </a:lnTo>
                  <a:lnTo>
                    <a:pt x="283207" y="6013260"/>
                  </a:lnTo>
                  <a:lnTo>
                    <a:pt x="283301" y="6013260"/>
                  </a:lnTo>
                  <a:lnTo>
                    <a:pt x="283395" y="6013260"/>
                  </a:lnTo>
                  <a:lnTo>
                    <a:pt x="283489" y="6013260"/>
                  </a:lnTo>
                  <a:lnTo>
                    <a:pt x="283584" y="6013260"/>
                  </a:lnTo>
                  <a:lnTo>
                    <a:pt x="283772" y="6013260"/>
                  </a:lnTo>
                  <a:lnTo>
                    <a:pt x="283866" y="6013260"/>
                  </a:lnTo>
                  <a:lnTo>
                    <a:pt x="283960" y="6013260"/>
                  </a:lnTo>
                  <a:lnTo>
                    <a:pt x="284148" y="6013260"/>
                  </a:lnTo>
                  <a:lnTo>
                    <a:pt x="284242" y="6013260"/>
                  </a:lnTo>
                  <a:lnTo>
                    <a:pt x="284336" y="6013260"/>
                  </a:lnTo>
                  <a:lnTo>
                    <a:pt x="284430" y="6013260"/>
                  </a:lnTo>
                  <a:lnTo>
                    <a:pt x="284524" y="6013260"/>
                  </a:lnTo>
                  <a:lnTo>
                    <a:pt x="284618" y="6013260"/>
                  </a:lnTo>
                  <a:lnTo>
                    <a:pt x="284712" y="6013260"/>
                  </a:lnTo>
                  <a:lnTo>
                    <a:pt x="284900" y="6013260"/>
                  </a:lnTo>
                  <a:lnTo>
                    <a:pt x="284994" y="6013260"/>
                  </a:lnTo>
                  <a:lnTo>
                    <a:pt x="285088" y="6013260"/>
                  </a:lnTo>
                  <a:lnTo>
                    <a:pt x="285182" y="6013260"/>
                  </a:lnTo>
                  <a:lnTo>
                    <a:pt x="285276" y="6013260"/>
                  </a:lnTo>
                  <a:lnTo>
                    <a:pt x="285370" y="6013260"/>
                  </a:lnTo>
                  <a:lnTo>
                    <a:pt x="285464" y="6013260"/>
                  </a:lnTo>
                  <a:lnTo>
                    <a:pt x="285558" y="6013260"/>
                  </a:lnTo>
                  <a:lnTo>
                    <a:pt x="285652" y="6013260"/>
                  </a:lnTo>
                  <a:lnTo>
                    <a:pt x="285746" y="6013260"/>
                  </a:lnTo>
                  <a:lnTo>
                    <a:pt x="285840" y="6013260"/>
                  </a:lnTo>
                  <a:lnTo>
                    <a:pt x="285934" y="6013260"/>
                  </a:lnTo>
                  <a:lnTo>
                    <a:pt x="286028" y="6013260"/>
                  </a:lnTo>
                  <a:lnTo>
                    <a:pt x="286122" y="6013260"/>
                  </a:lnTo>
                  <a:lnTo>
                    <a:pt x="286216" y="6013260"/>
                  </a:lnTo>
                  <a:lnTo>
                    <a:pt x="286404" y="6013260"/>
                  </a:lnTo>
                  <a:lnTo>
                    <a:pt x="286498" y="6013260"/>
                  </a:lnTo>
                  <a:lnTo>
                    <a:pt x="286592" y="6013260"/>
                  </a:lnTo>
                  <a:lnTo>
                    <a:pt x="286686" y="6013260"/>
                  </a:lnTo>
                  <a:lnTo>
                    <a:pt x="286780" y="6013260"/>
                  </a:lnTo>
                  <a:lnTo>
                    <a:pt x="286874" y="6013260"/>
                  </a:lnTo>
                  <a:lnTo>
                    <a:pt x="286968" y="6013260"/>
                  </a:lnTo>
                  <a:lnTo>
                    <a:pt x="287062" y="6013260"/>
                  </a:lnTo>
                  <a:lnTo>
                    <a:pt x="287157" y="6013260"/>
                  </a:lnTo>
                  <a:lnTo>
                    <a:pt x="287251" y="6013260"/>
                  </a:lnTo>
                  <a:lnTo>
                    <a:pt x="287533" y="6013260"/>
                  </a:lnTo>
                  <a:lnTo>
                    <a:pt x="287627" y="6013260"/>
                  </a:lnTo>
                  <a:lnTo>
                    <a:pt x="287721" y="6013260"/>
                  </a:lnTo>
                  <a:lnTo>
                    <a:pt x="287815" y="6013260"/>
                  </a:lnTo>
                  <a:lnTo>
                    <a:pt x="287909" y="6013260"/>
                  </a:lnTo>
                  <a:lnTo>
                    <a:pt x="288003" y="6013260"/>
                  </a:lnTo>
                  <a:lnTo>
                    <a:pt x="288097" y="6013260"/>
                  </a:lnTo>
                  <a:lnTo>
                    <a:pt x="288191" y="6013260"/>
                  </a:lnTo>
                  <a:lnTo>
                    <a:pt x="288285" y="6013260"/>
                  </a:lnTo>
                  <a:lnTo>
                    <a:pt x="288567" y="6013260"/>
                  </a:lnTo>
                  <a:lnTo>
                    <a:pt x="288661" y="6013260"/>
                  </a:lnTo>
                  <a:lnTo>
                    <a:pt x="288849" y="6007981"/>
                  </a:lnTo>
                  <a:lnTo>
                    <a:pt x="289131" y="6007981"/>
                  </a:lnTo>
                  <a:lnTo>
                    <a:pt x="289319" y="6007981"/>
                  </a:lnTo>
                  <a:lnTo>
                    <a:pt x="289413" y="6007981"/>
                  </a:lnTo>
                  <a:lnTo>
                    <a:pt x="289507" y="6007981"/>
                  </a:lnTo>
                  <a:lnTo>
                    <a:pt x="289601" y="6007981"/>
                  </a:lnTo>
                  <a:lnTo>
                    <a:pt x="289695" y="6007981"/>
                  </a:lnTo>
                  <a:lnTo>
                    <a:pt x="289789" y="6007981"/>
                  </a:lnTo>
                  <a:lnTo>
                    <a:pt x="289883" y="6007981"/>
                  </a:lnTo>
                  <a:lnTo>
                    <a:pt x="289977" y="6007981"/>
                  </a:lnTo>
                  <a:lnTo>
                    <a:pt x="290165" y="6007981"/>
                  </a:lnTo>
                  <a:lnTo>
                    <a:pt x="290259" y="6007981"/>
                  </a:lnTo>
                  <a:lnTo>
                    <a:pt x="290353" y="6007981"/>
                  </a:lnTo>
                  <a:lnTo>
                    <a:pt x="290447" y="6007981"/>
                  </a:lnTo>
                  <a:lnTo>
                    <a:pt x="290541" y="6007981"/>
                  </a:lnTo>
                  <a:lnTo>
                    <a:pt x="290636" y="6007981"/>
                  </a:lnTo>
                  <a:lnTo>
                    <a:pt x="290918" y="6007981"/>
                  </a:lnTo>
                  <a:lnTo>
                    <a:pt x="291106" y="6007981"/>
                  </a:lnTo>
                  <a:lnTo>
                    <a:pt x="291294" y="6007981"/>
                  </a:lnTo>
                  <a:lnTo>
                    <a:pt x="291388" y="6007981"/>
                  </a:lnTo>
                  <a:lnTo>
                    <a:pt x="291482" y="6007981"/>
                  </a:lnTo>
                  <a:lnTo>
                    <a:pt x="291576" y="6007981"/>
                  </a:lnTo>
                  <a:lnTo>
                    <a:pt x="291670" y="6007981"/>
                  </a:lnTo>
                  <a:lnTo>
                    <a:pt x="291764" y="6007981"/>
                  </a:lnTo>
                  <a:lnTo>
                    <a:pt x="291858" y="6007981"/>
                  </a:lnTo>
                  <a:lnTo>
                    <a:pt x="291952" y="6007981"/>
                  </a:lnTo>
                  <a:lnTo>
                    <a:pt x="292046" y="6007981"/>
                  </a:lnTo>
                  <a:lnTo>
                    <a:pt x="292234" y="6007981"/>
                  </a:lnTo>
                  <a:lnTo>
                    <a:pt x="292328" y="6007981"/>
                  </a:lnTo>
                  <a:lnTo>
                    <a:pt x="292422" y="6007981"/>
                  </a:lnTo>
                  <a:lnTo>
                    <a:pt x="292610" y="6007981"/>
                  </a:lnTo>
                  <a:lnTo>
                    <a:pt x="292704" y="6007981"/>
                  </a:lnTo>
                  <a:lnTo>
                    <a:pt x="292986" y="6007981"/>
                  </a:lnTo>
                  <a:lnTo>
                    <a:pt x="293174" y="6007981"/>
                  </a:lnTo>
                  <a:lnTo>
                    <a:pt x="293268" y="6007981"/>
                  </a:lnTo>
                  <a:lnTo>
                    <a:pt x="293456" y="6007981"/>
                  </a:lnTo>
                  <a:lnTo>
                    <a:pt x="293550" y="6007981"/>
                  </a:lnTo>
                  <a:lnTo>
                    <a:pt x="293644" y="6007981"/>
                  </a:lnTo>
                  <a:lnTo>
                    <a:pt x="293738" y="6007981"/>
                  </a:lnTo>
                  <a:lnTo>
                    <a:pt x="293832" y="6007981"/>
                  </a:lnTo>
                  <a:lnTo>
                    <a:pt x="293926" y="6007981"/>
                  </a:lnTo>
                  <a:lnTo>
                    <a:pt x="294020" y="6007981"/>
                  </a:lnTo>
                  <a:lnTo>
                    <a:pt x="294114" y="6007981"/>
                  </a:lnTo>
                  <a:lnTo>
                    <a:pt x="294209" y="6007981"/>
                  </a:lnTo>
                  <a:lnTo>
                    <a:pt x="294397" y="6007981"/>
                  </a:lnTo>
                  <a:lnTo>
                    <a:pt x="294585" y="6007981"/>
                  </a:lnTo>
                  <a:lnTo>
                    <a:pt x="294773" y="6007981"/>
                  </a:lnTo>
                  <a:lnTo>
                    <a:pt x="294773" y="6002702"/>
                  </a:lnTo>
                  <a:lnTo>
                    <a:pt x="295055" y="6002702"/>
                  </a:lnTo>
                  <a:lnTo>
                    <a:pt x="295149" y="6002702"/>
                  </a:lnTo>
                  <a:lnTo>
                    <a:pt x="295243" y="6002702"/>
                  </a:lnTo>
                  <a:lnTo>
                    <a:pt x="295431" y="6002702"/>
                  </a:lnTo>
                  <a:lnTo>
                    <a:pt x="295525" y="6002702"/>
                  </a:lnTo>
                  <a:lnTo>
                    <a:pt x="295807" y="6002702"/>
                  </a:lnTo>
                  <a:lnTo>
                    <a:pt x="295901" y="6002702"/>
                  </a:lnTo>
                  <a:lnTo>
                    <a:pt x="296089" y="6002702"/>
                  </a:lnTo>
                  <a:lnTo>
                    <a:pt x="296277" y="6002702"/>
                  </a:lnTo>
                  <a:lnTo>
                    <a:pt x="296371" y="6002702"/>
                  </a:lnTo>
                  <a:lnTo>
                    <a:pt x="296465" y="6002702"/>
                  </a:lnTo>
                  <a:lnTo>
                    <a:pt x="296653" y="5997422"/>
                  </a:lnTo>
                  <a:lnTo>
                    <a:pt x="296935" y="5997422"/>
                  </a:lnTo>
                  <a:lnTo>
                    <a:pt x="297123" y="5997422"/>
                  </a:lnTo>
                  <a:lnTo>
                    <a:pt x="297217" y="5997422"/>
                  </a:lnTo>
                  <a:lnTo>
                    <a:pt x="297311" y="5997422"/>
                  </a:lnTo>
                  <a:lnTo>
                    <a:pt x="297499" y="5997422"/>
                  </a:lnTo>
                  <a:lnTo>
                    <a:pt x="297593" y="5997422"/>
                  </a:lnTo>
                  <a:lnTo>
                    <a:pt x="297876" y="5997422"/>
                  </a:lnTo>
                  <a:lnTo>
                    <a:pt x="297970" y="5997422"/>
                  </a:lnTo>
                  <a:lnTo>
                    <a:pt x="298252" y="5997422"/>
                  </a:lnTo>
                  <a:lnTo>
                    <a:pt x="298346" y="5997422"/>
                  </a:lnTo>
                  <a:lnTo>
                    <a:pt x="298440" y="5997422"/>
                  </a:lnTo>
                  <a:lnTo>
                    <a:pt x="298628" y="5997422"/>
                  </a:lnTo>
                  <a:lnTo>
                    <a:pt x="298816" y="5997422"/>
                  </a:lnTo>
                  <a:lnTo>
                    <a:pt x="298910" y="5997422"/>
                  </a:lnTo>
                  <a:lnTo>
                    <a:pt x="299004" y="5997422"/>
                  </a:lnTo>
                  <a:lnTo>
                    <a:pt x="299192" y="5997422"/>
                  </a:lnTo>
                  <a:lnTo>
                    <a:pt x="299286" y="5997422"/>
                  </a:lnTo>
                  <a:lnTo>
                    <a:pt x="299474" y="5997422"/>
                  </a:lnTo>
                  <a:lnTo>
                    <a:pt x="299568" y="5997422"/>
                  </a:lnTo>
                  <a:lnTo>
                    <a:pt x="299944" y="5997422"/>
                  </a:lnTo>
                  <a:lnTo>
                    <a:pt x="300038" y="5997422"/>
                  </a:lnTo>
                  <a:lnTo>
                    <a:pt x="300226" y="5997422"/>
                  </a:lnTo>
                  <a:lnTo>
                    <a:pt x="300414" y="5997422"/>
                  </a:lnTo>
                  <a:lnTo>
                    <a:pt x="300602" y="5997422"/>
                  </a:lnTo>
                  <a:lnTo>
                    <a:pt x="300790" y="5997422"/>
                  </a:lnTo>
                  <a:lnTo>
                    <a:pt x="300884" y="5997422"/>
                  </a:lnTo>
                  <a:lnTo>
                    <a:pt x="300978" y="5997422"/>
                  </a:lnTo>
                  <a:lnTo>
                    <a:pt x="301072" y="5997422"/>
                  </a:lnTo>
                  <a:lnTo>
                    <a:pt x="301449" y="5997422"/>
                  </a:lnTo>
                  <a:lnTo>
                    <a:pt x="301543" y="5997422"/>
                  </a:lnTo>
                  <a:lnTo>
                    <a:pt x="301637" y="5997422"/>
                  </a:lnTo>
                  <a:lnTo>
                    <a:pt x="301825" y="5997422"/>
                  </a:lnTo>
                  <a:lnTo>
                    <a:pt x="301919" y="5997422"/>
                  </a:lnTo>
                  <a:lnTo>
                    <a:pt x="302013" y="5997422"/>
                  </a:lnTo>
                  <a:lnTo>
                    <a:pt x="302201" y="5997422"/>
                  </a:lnTo>
                  <a:lnTo>
                    <a:pt x="302295" y="5997422"/>
                  </a:lnTo>
                  <a:lnTo>
                    <a:pt x="302577" y="5997422"/>
                  </a:lnTo>
                  <a:lnTo>
                    <a:pt x="302671" y="5997422"/>
                  </a:lnTo>
                  <a:lnTo>
                    <a:pt x="302765" y="5997422"/>
                  </a:lnTo>
                  <a:lnTo>
                    <a:pt x="302859" y="5997422"/>
                  </a:lnTo>
                  <a:lnTo>
                    <a:pt x="302953" y="5997422"/>
                  </a:lnTo>
                  <a:lnTo>
                    <a:pt x="303141" y="5997422"/>
                  </a:lnTo>
                  <a:lnTo>
                    <a:pt x="303235" y="5997422"/>
                  </a:lnTo>
                  <a:lnTo>
                    <a:pt x="303423" y="5992143"/>
                  </a:lnTo>
                  <a:lnTo>
                    <a:pt x="303517" y="5992143"/>
                  </a:lnTo>
                  <a:lnTo>
                    <a:pt x="303705" y="5992143"/>
                  </a:lnTo>
                  <a:lnTo>
                    <a:pt x="303799" y="5992143"/>
                  </a:lnTo>
                  <a:lnTo>
                    <a:pt x="303987" y="5992143"/>
                  </a:lnTo>
                  <a:lnTo>
                    <a:pt x="304081" y="5992143"/>
                  </a:lnTo>
                  <a:lnTo>
                    <a:pt x="304269" y="5992143"/>
                  </a:lnTo>
                  <a:lnTo>
                    <a:pt x="304551" y="5992143"/>
                  </a:lnTo>
                  <a:lnTo>
                    <a:pt x="304739" y="5992143"/>
                  </a:lnTo>
                  <a:lnTo>
                    <a:pt x="304834" y="5992143"/>
                  </a:lnTo>
                  <a:lnTo>
                    <a:pt x="304928" y="5992143"/>
                  </a:lnTo>
                  <a:lnTo>
                    <a:pt x="305022" y="5992143"/>
                  </a:lnTo>
                  <a:lnTo>
                    <a:pt x="305116" y="5992143"/>
                  </a:lnTo>
                  <a:lnTo>
                    <a:pt x="305210" y="5992143"/>
                  </a:lnTo>
                  <a:lnTo>
                    <a:pt x="305304" y="5992143"/>
                  </a:lnTo>
                  <a:lnTo>
                    <a:pt x="305398" y="5992143"/>
                  </a:lnTo>
                  <a:lnTo>
                    <a:pt x="305492" y="5992143"/>
                  </a:lnTo>
                  <a:lnTo>
                    <a:pt x="305586" y="5992143"/>
                  </a:lnTo>
                  <a:lnTo>
                    <a:pt x="306056" y="5992143"/>
                  </a:lnTo>
                  <a:lnTo>
                    <a:pt x="306244" y="5992143"/>
                  </a:lnTo>
                  <a:lnTo>
                    <a:pt x="306338" y="5992143"/>
                  </a:lnTo>
                  <a:lnTo>
                    <a:pt x="306432" y="5992143"/>
                  </a:lnTo>
                  <a:lnTo>
                    <a:pt x="306526" y="5992143"/>
                  </a:lnTo>
                  <a:lnTo>
                    <a:pt x="306620" y="5992143"/>
                  </a:lnTo>
                  <a:lnTo>
                    <a:pt x="306714" y="5992143"/>
                  </a:lnTo>
                  <a:lnTo>
                    <a:pt x="306902" y="5992143"/>
                  </a:lnTo>
                  <a:lnTo>
                    <a:pt x="306996" y="5992143"/>
                  </a:lnTo>
                  <a:lnTo>
                    <a:pt x="307372" y="5992143"/>
                  </a:lnTo>
                  <a:lnTo>
                    <a:pt x="307466" y="5992143"/>
                  </a:lnTo>
                  <a:lnTo>
                    <a:pt x="307748" y="5992143"/>
                  </a:lnTo>
                  <a:lnTo>
                    <a:pt x="307936" y="5992143"/>
                  </a:lnTo>
                  <a:lnTo>
                    <a:pt x="308030" y="5992143"/>
                  </a:lnTo>
                  <a:lnTo>
                    <a:pt x="308218" y="5992143"/>
                  </a:lnTo>
                  <a:lnTo>
                    <a:pt x="308312" y="5992143"/>
                  </a:lnTo>
                  <a:lnTo>
                    <a:pt x="308407" y="5992143"/>
                  </a:lnTo>
                  <a:lnTo>
                    <a:pt x="308501" y="5986863"/>
                  </a:lnTo>
                  <a:lnTo>
                    <a:pt x="308595" y="5986863"/>
                  </a:lnTo>
                  <a:lnTo>
                    <a:pt x="308877" y="5986863"/>
                  </a:lnTo>
                  <a:lnTo>
                    <a:pt x="308971" y="5986863"/>
                  </a:lnTo>
                  <a:lnTo>
                    <a:pt x="309065" y="5986863"/>
                  </a:lnTo>
                  <a:lnTo>
                    <a:pt x="309159" y="5986863"/>
                  </a:lnTo>
                  <a:lnTo>
                    <a:pt x="309253" y="5986863"/>
                  </a:lnTo>
                  <a:lnTo>
                    <a:pt x="309441" y="5986863"/>
                  </a:lnTo>
                  <a:lnTo>
                    <a:pt x="309535" y="5986863"/>
                  </a:lnTo>
                  <a:lnTo>
                    <a:pt x="309723" y="5986863"/>
                  </a:lnTo>
                  <a:lnTo>
                    <a:pt x="309817" y="5986863"/>
                  </a:lnTo>
                  <a:lnTo>
                    <a:pt x="309911" y="5986863"/>
                  </a:lnTo>
                  <a:lnTo>
                    <a:pt x="310005" y="5986863"/>
                  </a:lnTo>
                  <a:lnTo>
                    <a:pt x="310193" y="5986863"/>
                  </a:lnTo>
                  <a:lnTo>
                    <a:pt x="310475" y="5986863"/>
                  </a:lnTo>
                  <a:lnTo>
                    <a:pt x="310663" y="5986863"/>
                  </a:lnTo>
                  <a:lnTo>
                    <a:pt x="310945" y="5986863"/>
                  </a:lnTo>
                  <a:lnTo>
                    <a:pt x="311133" y="5986863"/>
                  </a:lnTo>
                  <a:lnTo>
                    <a:pt x="311321" y="5986863"/>
                  </a:lnTo>
                  <a:lnTo>
                    <a:pt x="311509" y="5981584"/>
                  </a:lnTo>
                  <a:lnTo>
                    <a:pt x="311697" y="5981584"/>
                  </a:lnTo>
                  <a:lnTo>
                    <a:pt x="311885" y="5981584"/>
                  </a:lnTo>
                  <a:lnTo>
                    <a:pt x="311980" y="5981584"/>
                  </a:lnTo>
                  <a:lnTo>
                    <a:pt x="312168" y="5981584"/>
                  </a:lnTo>
                  <a:lnTo>
                    <a:pt x="312450" y="5981584"/>
                  </a:lnTo>
                  <a:lnTo>
                    <a:pt x="312732" y="5981584"/>
                  </a:lnTo>
                  <a:lnTo>
                    <a:pt x="312826" y="5981584"/>
                  </a:lnTo>
                  <a:lnTo>
                    <a:pt x="312920" y="5981584"/>
                  </a:lnTo>
                  <a:lnTo>
                    <a:pt x="313014" y="5981584"/>
                  </a:lnTo>
                  <a:lnTo>
                    <a:pt x="313108" y="5981584"/>
                  </a:lnTo>
                  <a:lnTo>
                    <a:pt x="313202" y="5981584"/>
                  </a:lnTo>
                  <a:lnTo>
                    <a:pt x="313296" y="5981584"/>
                  </a:lnTo>
                  <a:lnTo>
                    <a:pt x="313484" y="5981584"/>
                  </a:lnTo>
                  <a:lnTo>
                    <a:pt x="313578" y="5981584"/>
                  </a:lnTo>
                  <a:lnTo>
                    <a:pt x="313672" y="5981584"/>
                  </a:lnTo>
                  <a:lnTo>
                    <a:pt x="313860" y="5981584"/>
                  </a:lnTo>
                  <a:lnTo>
                    <a:pt x="313954" y="5981584"/>
                  </a:lnTo>
                  <a:lnTo>
                    <a:pt x="314424" y="5981584"/>
                  </a:lnTo>
                  <a:lnTo>
                    <a:pt x="314518" y="5981584"/>
                  </a:lnTo>
                  <a:lnTo>
                    <a:pt x="314612" y="5981584"/>
                  </a:lnTo>
                  <a:lnTo>
                    <a:pt x="314706" y="5981584"/>
                  </a:lnTo>
                  <a:lnTo>
                    <a:pt x="314894" y="5981584"/>
                  </a:lnTo>
                  <a:lnTo>
                    <a:pt x="315082" y="5981584"/>
                  </a:lnTo>
                  <a:lnTo>
                    <a:pt x="315176" y="5981584"/>
                  </a:lnTo>
                  <a:lnTo>
                    <a:pt x="315270" y="5981584"/>
                  </a:lnTo>
                  <a:lnTo>
                    <a:pt x="315364" y="5981584"/>
                  </a:lnTo>
                  <a:lnTo>
                    <a:pt x="315459" y="5981584"/>
                  </a:lnTo>
                  <a:lnTo>
                    <a:pt x="315741" y="5981584"/>
                  </a:lnTo>
                  <a:lnTo>
                    <a:pt x="315835" y="5981584"/>
                  </a:lnTo>
                  <a:lnTo>
                    <a:pt x="315929" y="5981584"/>
                  </a:lnTo>
                  <a:lnTo>
                    <a:pt x="316023" y="5981584"/>
                  </a:lnTo>
                  <a:lnTo>
                    <a:pt x="316117" y="5981584"/>
                  </a:lnTo>
                  <a:lnTo>
                    <a:pt x="316211" y="5981584"/>
                  </a:lnTo>
                  <a:lnTo>
                    <a:pt x="316399" y="5981584"/>
                  </a:lnTo>
                  <a:lnTo>
                    <a:pt x="316587" y="5981584"/>
                  </a:lnTo>
                  <a:lnTo>
                    <a:pt x="316681" y="5981584"/>
                  </a:lnTo>
                  <a:lnTo>
                    <a:pt x="316775" y="5981584"/>
                  </a:lnTo>
                  <a:lnTo>
                    <a:pt x="317057" y="5981584"/>
                  </a:lnTo>
                  <a:lnTo>
                    <a:pt x="317151" y="5981584"/>
                  </a:lnTo>
                  <a:lnTo>
                    <a:pt x="317245" y="5981584"/>
                  </a:lnTo>
                  <a:lnTo>
                    <a:pt x="317339" y="5981584"/>
                  </a:lnTo>
                  <a:lnTo>
                    <a:pt x="317433" y="5981584"/>
                  </a:lnTo>
                  <a:lnTo>
                    <a:pt x="317527" y="5981584"/>
                  </a:lnTo>
                  <a:lnTo>
                    <a:pt x="317809" y="5981584"/>
                  </a:lnTo>
                  <a:lnTo>
                    <a:pt x="317997" y="5981584"/>
                  </a:lnTo>
                  <a:lnTo>
                    <a:pt x="318185" y="5981584"/>
                  </a:lnTo>
                  <a:lnTo>
                    <a:pt x="318373" y="5981584"/>
                  </a:lnTo>
                  <a:lnTo>
                    <a:pt x="318655" y="5981584"/>
                  </a:lnTo>
                  <a:lnTo>
                    <a:pt x="318843" y="5981584"/>
                  </a:lnTo>
                  <a:lnTo>
                    <a:pt x="318937" y="5981584"/>
                  </a:lnTo>
                  <a:lnTo>
                    <a:pt x="319032" y="5981584"/>
                  </a:lnTo>
                  <a:lnTo>
                    <a:pt x="319596" y="5981584"/>
                  </a:lnTo>
                  <a:lnTo>
                    <a:pt x="319784" y="5981584"/>
                  </a:lnTo>
                  <a:lnTo>
                    <a:pt x="319878" y="5981584"/>
                  </a:lnTo>
                  <a:lnTo>
                    <a:pt x="319972" y="5981584"/>
                  </a:lnTo>
                  <a:lnTo>
                    <a:pt x="320066" y="5981584"/>
                  </a:lnTo>
                  <a:lnTo>
                    <a:pt x="320066" y="5976304"/>
                  </a:lnTo>
                  <a:lnTo>
                    <a:pt x="320160" y="5976304"/>
                  </a:lnTo>
                  <a:lnTo>
                    <a:pt x="320254" y="5976304"/>
                  </a:lnTo>
                  <a:lnTo>
                    <a:pt x="320442" y="5976304"/>
                  </a:lnTo>
                  <a:lnTo>
                    <a:pt x="320536" y="5976304"/>
                  </a:lnTo>
                  <a:lnTo>
                    <a:pt x="320630" y="5976304"/>
                  </a:lnTo>
                  <a:lnTo>
                    <a:pt x="320724" y="5976304"/>
                  </a:lnTo>
                  <a:lnTo>
                    <a:pt x="320818" y="5976304"/>
                  </a:lnTo>
                  <a:lnTo>
                    <a:pt x="321100" y="5976304"/>
                  </a:lnTo>
                  <a:lnTo>
                    <a:pt x="321194" y="5976304"/>
                  </a:lnTo>
                  <a:lnTo>
                    <a:pt x="321288" y="5976304"/>
                  </a:lnTo>
                  <a:lnTo>
                    <a:pt x="321476" y="5976304"/>
                  </a:lnTo>
                  <a:lnTo>
                    <a:pt x="321570" y="5976304"/>
                  </a:lnTo>
                  <a:lnTo>
                    <a:pt x="321664" y="5976304"/>
                  </a:lnTo>
                  <a:lnTo>
                    <a:pt x="321758" y="5976304"/>
                  </a:lnTo>
                  <a:lnTo>
                    <a:pt x="321946" y="5976304"/>
                  </a:lnTo>
                  <a:lnTo>
                    <a:pt x="322134" y="5976304"/>
                  </a:lnTo>
                  <a:lnTo>
                    <a:pt x="322228" y="5976304"/>
                  </a:lnTo>
                  <a:lnTo>
                    <a:pt x="322322" y="5976304"/>
                  </a:lnTo>
                  <a:lnTo>
                    <a:pt x="322416" y="5976304"/>
                  </a:lnTo>
                  <a:lnTo>
                    <a:pt x="322699" y="5976304"/>
                  </a:lnTo>
                  <a:lnTo>
                    <a:pt x="322793" y="5976304"/>
                  </a:lnTo>
                  <a:lnTo>
                    <a:pt x="322887" y="5976304"/>
                  </a:lnTo>
                  <a:lnTo>
                    <a:pt x="322981" y="5976304"/>
                  </a:lnTo>
                  <a:lnTo>
                    <a:pt x="323075" y="5976304"/>
                  </a:lnTo>
                  <a:lnTo>
                    <a:pt x="323169" y="5976304"/>
                  </a:lnTo>
                  <a:lnTo>
                    <a:pt x="323263" y="5976304"/>
                  </a:lnTo>
                  <a:lnTo>
                    <a:pt x="323357" y="5976304"/>
                  </a:lnTo>
                  <a:lnTo>
                    <a:pt x="323545" y="5976304"/>
                  </a:lnTo>
                  <a:lnTo>
                    <a:pt x="323639" y="5976304"/>
                  </a:lnTo>
                  <a:lnTo>
                    <a:pt x="323733" y="5976304"/>
                  </a:lnTo>
                  <a:lnTo>
                    <a:pt x="324109" y="5976304"/>
                  </a:lnTo>
                  <a:lnTo>
                    <a:pt x="324203" y="5976304"/>
                  </a:lnTo>
                  <a:lnTo>
                    <a:pt x="324297" y="5976304"/>
                  </a:lnTo>
                  <a:lnTo>
                    <a:pt x="324391" y="5976304"/>
                  </a:lnTo>
                  <a:lnTo>
                    <a:pt x="324579" y="5976304"/>
                  </a:lnTo>
                  <a:lnTo>
                    <a:pt x="324673" y="5976304"/>
                  </a:lnTo>
                  <a:lnTo>
                    <a:pt x="324767" y="5976304"/>
                  </a:lnTo>
                  <a:lnTo>
                    <a:pt x="324955" y="5976304"/>
                  </a:lnTo>
                  <a:lnTo>
                    <a:pt x="325049" y="5976304"/>
                  </a:lnTo>
                  <a:lnTo>
                    <a:pt x="325143" y="5976304"/>
                  </a:lnTo>
                  <a:lnTo>
                    <a:pt x="325237" y="5976304"/>
                  </a:lnTo>
                  <a:lnTo>
                    <a:pt x="325331" y="5976304"/>
                  </a:lnTo>
                  <a:lnTo>
                    <a:pt x="325425" y="5976304"/>
                  </a:lnTo>
                  <a:lnTo>
                    <a:pt x="325519" y="5976304"/>
                  </a:lnTo>
                  <a:lnTo>
                    <a:pt x="325707" y="5976304"/>
                  </a:lnTo>
                  <a:lnTo>
                    <a:pt x="325801" y="5976304"/>
                  </a:lnTo>
                  <a:lnTo>
                    <a:pt x="325895" y="5976304"/>
                  </a:lnTo>
                  <a:lnTo>
                    <a:pt x="326272" y="5976304"/>
                  </a:lnTo>
                  <a:lnTo>
                    <a:pt x="326460" y="5976304"/>
                  </a:lnTo>
                  <a:lnTo>
                    <a:pt x="326554" y="5976304"/>
                  </a:lnTo>
                  <a:lnTo>
                    <a:pt x="326648" y="5976304"/>
                  </a:lnTo>
                  <a:lnTo>
                    <a:pt x="326742" y="5976304"/>
                  </a:lnTo>
                  <a:lnTo>
                    <a:pt x="326836" y="5976304"/>
                  </a:lnTo>
                  <a:lnTo>
                    <a:pt x="326930" y="5976304"/>
                  </a:lnTo>
                  <a:lnTo>
                    <a:pt x="327024" y="5976304"/>
                  </a:lnTo>
                  <a:lnTo>
                    <a:pt x="327118" y="5976304"/>
                  </a:lnTo>
                  <a:lnTo>
                    <a:pt x="327306" y="5976304"/>
                  </a:lnTo>
                  <a:lnTo>
                    <a:pt x="327306" y="5971025"/>
                  </a:lnTo>
                  <a:lnTo>
                    <a:pt x="327494" y="5965746"/>
                  </a:lnTo>
                  <a:lnTo>
                    <a:pt x="327588" y="5965746"/>
                  </a:lnTo>
                  <a:lnTo>
                    <a:pt x="327682" y="5965746"/>
                  </a:lnTo>
                  <a:lnTo>
                    <a:pt x="327776" y="5965746"/>
                  </a:lnTo>
                  <a:lnTo>
                    <a:pt x="327870" y="5965746"/>
                  </a:lnTo>
                  <a:lnTo>
                    <a:pt x="327964" y="5965746"/>
                  </a:lnTo>
                  <a:lnTo>
                    <a:pt x="328152" y="5965746"/>
                  </a:lnTo>
                  <a:lnTo>
                    <a:pt x="328246" y="5965746"/>
                  </a:lnTo>
                  <a:lnTo>
                    <a:pt x="328622" y="5965746"/>
                  </a:lnTo>
                  <a:lnTo>
                    <a:pt x="328810" y="5965746"/>
                  </a:lnTo>
                  <a:lnTo>
                    <a:pt x="328904" y="5965746"/>
                  </a:lnTo>
                  <a:lnTo>
                    <a:pt x="328998" y="5965746"/>
                  </a:lnTo>
                  <a:lnTo>
                    <a:pt x="329280" y="5965746"/>
                  </a:lnTo>
                  <a:lnTo>
                    <a:pt x="329468" y="5965746"/>
                  </a:lnTo>
                  <a:lnTo>
                    <a:pt x="329562" y="5965746"/>
                  </a:lnTo>
                  <a:lnTo>
                    <a:pt x="329751" y="5960466"/>
                  </a:lnTo>
                  <a:lnTo>
                    <a:pt x="329939" y="5960466"/>
                  </a:lnTo>
                  <a:lnTo>
                    <a:pt x="330033" y="5960466"/>
                  </a:lnTo>
                  <a:lnTo>
                    <a:pt x="330127" y="5960466"/>
                  </a:lnTo>
                  <a:lnTo>
                    <a:pt x="330315" y="5960466"/>
                  </a:lnTo>
                  <a:lnTo>
                    <a:pt x="330409" y="5960466"/>
                  </a:lnTo>
                  <a:lnTo>
                    <a:pt x="330597" y="5960466"/>
                  </a:lnTo>
                  <a:lnTo>
                    <a:pt x="330879" y="5960466"/>
                  </a:lnTo>
                  <a:lnTo>
                    <a:pt x="331161" y="5960466"/>
                  </a:lnTo>
                  <a:lnTo>
                    <a:pt x="331349" y="5960466"/>
                  </a:lnTo>
                  <a:lnTo>
                    <a:pt x="331537" y="5960466"/>
                  </a:lnTo>
                  <a:lnTo>
                    <a:pt x="331913" y="5960466"/>
                  </a:lnTo>
                  <a:lnTo>
                    <a:pt x="332007" y="5960466"/>
                  </a:lnTo>
                  <a:lnTo>
                    <a:pt x="332101" y="5960466"/>
                  </a:lnTo>
                  <a:lnTo>
                    <a:pt x="332195" y="5960466"/>
                  </a:lnTo>
                  <a:lnTo>
                    <a:pt x="332289" y="5960466"/>
                  </a:lnTo>
                  <a:lnTo>
                    <a:pt x="332477" y="5960466"/>
                  </a:lnTo>
                  <a:lnTo>
                    <a:pt x="332571" y="5960466"/>
                  </a:lnTo>
                  <a:lnTo>
                    <a:pt x="332665" y="5960466"/>
                  </a:lnTo>
                  <a:lnTo>
                    <a:pt x="332759" y="5960466"/>
                  </a:lnTo>
                  <a:lnTo>
                    <a:pt x="332853" y="5960466"/>
                  </a:lnTo>
                  <a:lnTo>
                    <a:pt x="332947" y="5960466"/>
                  </a:lnTo>
                  <a:lnTo>
                    <a:pt x="333135" y="5960466"/>
                  </a:lnTo>
                  <a:lnTo>
                    <a:pt x="333230" y="5960466"/>
                  </a:lnTo>
                  <a:lnTo>
                    <a:pt x="333324" y="5960466"/>
                  </a:lnTo>
                  <a:lnTo>
                    <a:pt x="333606" y="5960466"/>
                  </a:lnTo>
                  <a:lnTo>
                    <a:pt x="333700" y="5960466"/>
                  </a:lnTo>
                  <a:lnTo>
                    <a:pt x="333794" y="5955187"/>
                  </a:lnTo>
                  <a:lnTo>
                    <a:pt x="333982" y="5955187"/>
                  </a:lnTo>
                  <a:lnTo>
                    <a:pt x="334076" y="5955187"/>
                  </a:lnTo>
                  <a:lnTo>
                    <a:pt x="334170" y="5955187"/>
                  </a:lnTo>
                  <a:lnTo>
                    <a:pt x="334264" y="5955187"/>
                  </a:lnTo>
                  <a:lnTo>
                    <a:pt x="334358" y="5955187"/>
                  </a:lnTo>
                  <a:lnTo>
                    <a:pt x="334452" y="5955187"/>
                  </a:lnTo>
                  <a:lnTo>
                    <a:pt x="334546" y="5955187"/>
                  </a:lnTo>
                  <a:lnTo>
                    <a:pt x="334734" y="5955187"/>
                  </a:lnTo>
                  <a:lnTo>
                    <a:pt x="334828" y="5949907"/>
                  </a:lnTo>
                  <a:lnTo>
                    <a:pt x="334922" y="5949907"/>
                  </a:lnTo>
                  <a:lnTo>
                    <a:pt x="335110" y="5949907"/>
                  </a:lnTo>
                  <a:lnTo>
                    <a:pt x="335298" y="5949907"/>
                  </a:lnTo>
                  <a:lnTo>
                    <a:pt x="335768" y="5949907"/>
                  </a:lnTo>
                  <a:lnTo>
                    <a:pt x="335956" y="5949907"/>
                  </a:lnTo>
                  <a:lnTo>
                    <a:pt x="336144" y="5949907"/>
                  </a:lnTo>
                  <a:lnTo>
                    <a:pt x="336238" y="5949907"/>
                  </a:lnTo>
                  <a:lnTo>
                    <a:pt x="336614" y="5949907"/>
                  </a:lnTo>
                  <a:lnTo>
                    <a:pt x="336709" y="5949907"/>
                  </a:lnTo>
                  <a:lnTo>
                    <a:pt x="336991" y="5949907"/>
                  </a:lnTo>
                  <a:lnTo>
                    <a:pt x="337085" y="5949907"/>
                  </a:lnTo>
                  <a:lnTo>
                    <a:pt x="337367" y="5949907"/>
                  </a:lnTo>
                  <a:lnTo>
                    <a:pt x="337461" y="5949907"/>
                  </a:lnTo>
                  <a:lnTo>
                    <a:pt x="337555" y="5949907"/>
                  </a:lnTo>
                  <a:lnTo>
                    <a:pt x="337649" y="5949907"/>
                  </a:lnTo>
                  <a:lnTo>
                    <a:pt x="337743" y="5949907"/>
                  </a:lnTo>
                  <a:lnTo>
                    <a:pt x="337931" y="5949907"/>
                  </a:lnTo>
                  <a:lnTo>
                    <a:pt x="338025" y="5949907"/>
                  </a:lnTo>
                  <a:lnTo>
                    <a:pt x="338119" y="5949907"/>
                  </a:lnTo>
                  <a:lnTo>
                    <a:pt x="338213" y="5949907"/>
                  </a:lnTo>
                  <a:lnTo>
                    <a:pt x="338307" y="5949907"/>
                  </a:lnTo>
                  <a:lnTo>
                    <a:pt x="338495" y="5949907"/>
                  </a:lnTo>
                  <a:lnTo>
                    <a:pt x="338683" y="5949907"/>
                  </a:lnTo>
                  <a:lnTo>
                    <a:pt x="338777" y="5949907"/>
                  </a:lnTo>
                  <a:lnTo>
                    <a:pt x="338965" y="5949907"/>
                  </a:lnTo>
                  <a:lnTo>
                    <a:pt x="338965" y="5944628"/>
                  </a:lnTo>
                  <a:lnTo>
                    <a:pt x="339059" y="5944628"/>
                  </a:lnTo>
                  <a:lnTo>
                    <a:pt x="339341" y="5944628"/>
                  </a:lnTo>
                  <a:lnTo>
                    <a:pt x="339435" y="5944628"/>
                  </a:lnTo>
                  <a:lnTo>
                    <a:pt x="339529" y="5944628"/>
                  </a:lnTo>
                  <a:lnTo>
                    <a:pt x="339623" y="5944628"/>
                  </a:lnTo>
                  <a:lnTo>
                    <a:pt x="339811" y="5944628"/>
                  </a:lnTo>
                  <a:lnTo>
                    <a:pt x="339999" y="5944628"/>
                  </a:lnTo>
                  <a:lnTo>
                    <a:pt x="340093" y="5944628"/>
                  </a:lnTo>
                  <a:lnTo>
                    <a:pt x="340187" y="5944628"/>
                  </a:lnTo>
                  <a:lnTo>
                    <a:pt x="340376" y="5944628"/>
                  </a:lnTo>
                  <a:lnTo>
                    <a:pt x="340470" y="5944628"/>
                  </a:lnTo>
                  <a:lnTo>
                    <a:pt x="340564" y="5944628"/>
                  </a:lnTo>
                  <a:lnTo>
                    <a:pt x="340752" y="5944628"/>
                  </a:lnTo>
                  <a:lnTo>
                    <a:pt x="340846" y="5939348"/>
                  </a:lnTo>
                  <a:lnTo>
                    <a:pt x="340940" y="5939348"/>
                  </a:lnTo>
                  <a:lnTo>
                    <a:pt x="341222" y="5939348"/>
                  </a:lnTo>
                  <a:lnTo>
                    <a:pt x="341316" y="5939348"/>
                  </a:lnTo>
                  <a:lnTo>
                    <a:pt x="341504" y="5939348"/>
                  </a:lnTo>
                  <a:lnTo>
                    <a:pt x="341598" y="5939348"/>
                  </a:lnTo>
                  <a:lnTo>
                    <a:pt x="341692" y="5939348"/>
                  </a:lnTo>
                  <a:lnTo>
                    <a:pt x="341786" y="5939348"/>
                  </a:lnTo>
                  <a:lnTo>
                    <a:pt x="341880" y="5939348"/>
                  </a:lnTo>
                  <a:lnTo>
                    <a:pt x="342068" y="5939348"/>
                  </a:lnTo>
                  <a:lnTo>
                    <a:pt x="342256" y="5939348"/>
                  </a:lnTo>
                  <a:lnTo>
                    <a:pt x="342350" y="5939348"/>
                  </a:lnTo>
                  <a:lnTo>
                    <a:pt x="342444" y="5939348"/>
                  </a:lnTo>
                  <a:lnTo>
                    <a:pt x="342538" y="5939348"/>
                  </a:lnTo>
                  <a:lnTo>
                    <a:pt x="342914" y="5939348"/>
                  </a:lnTo>
                  <a:lnTo>
                    <a:pt x="343102" y="5939348"/>
                  </a:lnTo>
                  <a:lnTo>
                    <a:pt x="343196" y="5939348"/>
                  </a:lnTo>
                  <a:lnTo>
                    <a:pt x="343290" y="5939348"/>
                  </a:lnTo>
                  <a:lnTo>
                    <a:pt x="343478" y="5939348"/>
                  </a:lnTo>
                  <a:lnTo>
                    <a:pt x="343572" y="5939348"/>
                  </a:lnTo>
                  <a:lnTo>
                    <a:pt x="343666" y="5939348"/>
                  </a:lnTo>
                  <a:lnTo>
                    <a:pt x="343760" y="5939348"/>
                  </a:lnTo>
                  <a:lnTo>
                    <a:pt x="343855" y="5939348"/>
                  </a:lnTo>
                  <a:lnTo>
                    <a:pt x="344043" y="5939348"/>
                  </a:lnTo>
                  <a:lnTo>
                    <a:pt x="344325" y="5939348"/>
                  </a:lnTo>
                  <a:lnTo>
                    <a:pt x="344419" y="5939348"/>
                  </a:lnTo>
                  <a:lnTo>
                    <a:pt x="344607" y="5939348"/>
                  </a:lnTo>
                  <a:lnTo>
                    <a:pt x="344795" y="5939348"/>
                  </a:lnTo>
                  <a:lnTo>
                    <a:pt x="345077" y="5939348"/>
                  </a:lnTo>
                  <a:lnTo>
                    <a:pt x="345265" y="5939348"/>
                  </a:lnTo>
                  <a:lnTo>
                    <a:pt x="345359" y="5939348"/>
                  </a:lnTo>
                  <a:lnTo>
                    <a:pt x="345547" y="5939348"/>
                  </a:lnTo>
                  <a:lnTo>
                    <a:pt x="345641" y="5939348"/>
                  </a:lnTo>
                  <a:lnTo>
                    <a:pt x="346017" y="5939348"/>
                  </a:lnTo>
                  <a:lnTo>
                    <a:pt x="346111" y="5939348"/>
                  </a:lnTo>
                  <a:lnTo>
                    <a:pt x="346393" y="5939348"/>
                  </a:lnTo>
                  <a:lnTo>
                    <a:pt x="346581" y="5939348"/>
                  </a:lnTo>
                  <a:lnTo>
                    <a:pt x="346769" y="5939348"/>
                  </a:lnTo>
                  <a:lnTo>
                    <a:pt x="346863" y="5939348"/>
                  </a:lnTo>
                  <a:lnTo>
                    <a:pt x="347145" y="5939348"/>
                  </a:lnTo>
                  <a:lnTo>
                    <a:pt x="347334" y="5939348"/>
                  </a:lnTo>
                  <a:lnTo>
                    <a:pt x="347428" y="5939348"/>
                  </a:lnTo>
                  <a:lnTo>
                    <a:pt x="347522" y="5939348"/>
                  </a:lnTo>
                  <a:lnTo>
                    <a:pt x="347710" y="5939348"/>
                  </a:lnTo>
                  <a:lnTo>
                    <a:pt x="347898" y="5939348"/>
                  </a:lnTo>
                  <a:lnTo>
                    <a:pt x="348086" y="5939348"/>
                  </a:lnTo>
                  <a:lnTo>
                    <a:pt x="348180" y="5939348"/>
                  </a:lnTo>
                  <a:lnTo>
                    <a:pt x="348368" y="5939348"/>
                  </a:lnTo>
                  <a:lnTo>
                    <a:pt x="348462" y="5939348"/>
                  </a:lnTo>
                  <a:lnTo>
                    <a:pt x="348556" y="5939348"/>
                  </a:lnTo>
                  <a:lnTo>
                    <a:pt x="348650" y="5939348"/>
                  </a:lnTo>
                  <a:lnTo>
                    <a:pt x="348744" y="5939348"/>
                  </a:lnTo>
                  <a:lnTo>
                    <a:pt x="348838" y="5939348"/>
                  </a:lnTo>
                  <a:lnTo>
                    <a:pt x="348932" y="5939348"/>
                  </a:lnTo>
                  <a:lnTo>
                    <a:pt x="349026" y="5939348"/>
                  </a:lnTo>
                  <a:lnTo>
                    <a:pt x="349120" y="5939348"/>
                  </a:lnTo>
                  <a:lnTo>
                    <a:pt x="349214" y="5939348"/>
                  </a:lnTo>
                  <a:lnTo>
                    <a:pt x="349308" y="5939348"/>
                  </a:lnTo>
                  <a:lnTo>
                    <a:pt x="349496" y="5939348"/>
                  </a:lnTo>
                  <a:lnTo>
                    <a:pt x="349590" y="5939348"/>
                  </a:lnTo>
                  <a:lnTo>
                    <a:pt x="349872" y="5939348"/>
                  </a:lnTo>
                  <a:lnTo>
                    <a:pt x="349966" y="5939348"/>
                  </a:lnTo>
                  <a:lnTo>
                    <a:pt x="350060" y="5939348"/>
                  </a:lnTo>
                  <a:lnTo>
                    <a:pt x="350154" y="5939348"/>
                  </a:lnTo>
                  <a:lnTo>
                    <a:pt x="350342" y="5939348"/>
                  </a:lnTo>
                  <a:lnTo>
                    <a:pt x="350530" y="5939348"/>
                  </a:lnTo>
                  <a:lnTo>
                    <a:pt x="350624" y="5939348"/>
                  </a:lnTo>
                  <a:lnTo>
                    <a:pt x="350907" y="5939348"/>
                  </a:lnTo>
                  <a:lnTo>
                    <a:pt x="351001" y="5939348"/>
                  </a:lnTo>
                  <a:lnTo>
                    <a:pt x="351377" y="5939348"/>
                  </a:lnTo>
                  <a:lnTo>
                    <a:pt x="351471" y="5939348"/>
                  </a:lnTo>
                  <a:lnTo>
                    <a:pt x="351847" y="5939348"/>
                  </a:lnTo>
                  <a:lnTo>
                    <a:pt x="351941" y="5939348"/>
                  </a:lnTo>
                  <a:lnTo>
                    <a:pt x="352035" y="5939348"/>
                  </a:lnTo>
                  <a:lnTo>
                    <a:pt x="352129" y="5939348"/>
                  </a:lnTo>
                  <a:lnTo>
                    <a:pt x="352317" y="5939348"/>
                  </a:lnTo>
                  <a:lnTo>
                    <a:pt x="352411" y="5939348"/>
                  </a:lnTo>
                  <a:lnTo>
                    <a:pt x="352505" y="5939348"/>
                  </a:lnTo>
                  <a:lnTo>
                    <a:pt x="352599" y="5939348"/>
                  </a:lnTo>
                  <a:lnTo>
                    <a:pt x="352693" y="5939348"/>
                  </a:lnTo>
                  <a:lnTo>
                    <a:pt x="352881" y="5934069"/>
                  </a:lnTo>
                  <a:lnTo>
                    <a:pt x="352975" y="5934069"/>
                  </a:lnTo>
                  <a:lnTo>
                    <a:pt x="353445" y="5934069"/>
                  </a:lnTo>
                  <a:lnTo>
                    <a:pt x="353727" y="5934069"/>
                  </a:lnTo>
                  <a:lnTo>
                    <a:pt x="353821" y="5934069"/>
                  </a:lnTo>
                  <a:lnTo>
                    <a:pt x="354009" y="5934069"/>
                  </a:lnTo>
                  <a:lnTo>
                    <a:pt x="354197" y="5934069"/>
                  </a:lnTo>
                  <a:lnTo>
                    <a:pt x="354291" y="5934069"/>
                  </a:lnTo>
                  <a:lnTo>
                    <a:pt x="354574" y="5934069"/>
                  </a:lnTo>
                  <a:lnTo>
                    <a:pt x="354668" y="5934069"/>
                  </a:lnTo>
                  <a:lnTo>
                    <a:pt x="354856" y="5934069"/>
                  </a:lnTo>
                  <a:lnTo>
                    <a:pt x="354950" y="5934069"/>
                  </a:lnTo>
                  <a:lnTo>
                    <a:pt x="355044" y="5934069"/>
                  </a:lnTo>
                  <a:lnTo>
                    <a:pt x="355138" y="5934069"/>
                  </a:lnTo>
                  <a:lnTo>
                    <a:pt x="355420" y="5934069"/>
                  </a:lnTo>
                  <a:lnTo>
                    <a:pt x="355608" y="5934069"/>
                  </a:lnTo>
                  <a:lnTo>
                    <a:pt x="355702" y="5934069"/>
                  </a:lnTo>
                  <a:lnTo>
                    <a:pt x="355796" y="5934069"/>
                  </a:lnTo>
                  <a:lnTo>
                    <a:pt x="356078" y="5934069"/>
                  </a:lnTo>
                  <a:lnTo>
                    <a:pt x="356172" y="5934069"/>
                  </a:lnTo>
                  <a:lnTo>
                    <a:pt x="356360" y="5934069"/>
                  </a:lnTo>
                  <a:lnTo>
                    <a:pt x="356454" y="5934069"/>
                  </a:lnTo>
                  <a:lnTo>
                    <a:pt x="356548" y="5934069"/>
                  </a:lnTo>
                  <a:lnTo>
                    <a:pt x="356642" y="5934069"/>
                  </a:lnTo>
                  <a:lnTo>
                    <a:pt x="356736" y="5934069"/>
                  </a:lnTo>
                  <a:lnTo>
                    <a:pt x="356830" y="5934069"/>
                  </a:lnTo>
                  <a:lnTo>
                    <a:pt x="356924" y="5934069"/>
                  </a:lnTo>
                  <a:lnTo>
                    <a:pt x="357018" y="5934069"/>
                  </a:lnTo>
                  <a:lnTo>
                    <a:pt x="357206" y="5934069"/>
                  </a:lnTo>
                  <a:lnTo>
                    <a:pt x="357488" y="5934069"/>
                  </a:lnTo>
                  <a:lnTo>
                    <a:pt x="358053" y="5934069"/>
                  </a:lnTo>
                  <a:lnTo>
                    <a:pt x="358335" y="5934069"/>
                  </a:lnTo>
                  <a:lnTo>
                    <a:pt x="358523" y="5934069"/>
                  </a:lnTo>
                  <a:lnTo>
                    <a:pt x="358617" y="5934069"/>
                  </a:lnTo>
                  <a:lnTo>
                    <a:pt x="358711" y="5934069"/>
                  </a:lnTo>
                  <a:lnTo>
                    <a:pt x="358993" y="5934069"/>
                  </a:lnTo>
                  <a:lnTo>
                    <a:pt x="359181" y="5934069"/>
                  </a:lnTo>
                  <a:lnTo>
                    <a:pt x="359275" y="5934069"/>
                  </a:lnTo>
                  <a:lnTo>
                    <a:pt x="359557" y="5934069"/>
                  </a:lnTo>
                  <a:lnTo>
                    <a:pt x="359651" y="5934069"/>
                  </a:lnTo>
                  <a:lnTo>
                    <a:pt x="360121" y="5934069"/>
                  </a:lnTo>
                  <a:lnTo>
                    <a:pt x="360215" y="5934069"/>
                  </a:lnTo>
                  <a:lnTo>
                    <a:pt x="360591" y="5934069"/>
                  </a:lnTo>
                  <a:lnTo>
                    <a:pt x="360685" y="5934069"/>
                  </a:lnTo>
                  <a:lnTo>
                    <a:pt x="360779" y="5934069"/>
                  </a:lnTo>
                  <a:lnTo>
                    <a:pt x="360967" y="5934069"/>
                  </a:lnTo>
                  <a:lnTo>
                    <a:pt x="361061" y="5934069"/>
                  </a:lnTo>
                  <a:lnTo>
                    <a:pt x="361249" y="5934069"/>
                  </a:lnTo>
                  <a:lnTo>
                    <a:pt x="361343" y="5934069"/>
                  </a:lnTo>
                  <a:lnTo>
                    <a:pt x="361437" y="5934069"/>
                  </a:lnTo>
                  <a:lnTo>
                    <a:pt x="361626" y="5934069"/>
                  </a:lnTo>
                  <a:lnTo>
                    <a:pt x="361720" y="5934069"/>
                  </a:lnTo>
                  <a:lnTo>
                    <a:pt x="362002" y="5934069"/>
                  </a:lnTo>
                  <a:lnTo>
                    <a:pt x="362096" y="5934069"/>
                  </a:lnTo>
                  <a:lnTo>
                    <a:pt x="362284" y="5934069"/>
                  </a:lnTo>
                  <a:lnTo>
                    <a:pt x="362472" y="5934069"/>
                  </a:lnTo>
                  <a:lnTo>
                    <a:pt x="362660" y="5934069"/>
                  </a:lnTo>
                  <a:lnTo>
                    <a:pt x="363130" y="5934069"/>
                  </a:lnTo>
                  <a:lnTo>
                    <a:pt x="363224" y="5934069"/>
                  </a:lnTo>
                  <a:lnTo>
                    <a:pt x="363412" y="5934069"/>
                  </a:lnTo>
                  <a:lnTo>
                    <a:pt x="363600" y="5934069"/>
                  </a:lnTo>
                  <a:lnTo>
                    <a:pt x="363976" y="5934069"/>
                  </a:lnTo>
                  <a:lnTo>
                    <a:pt x="364164" y="5934069"/>
                  </a:lnTo>
                  <a:lnTo>
                    <a:pt x="364446" y="5928790"/>
                  </a:lnTo>
                  <a:lnTo>
                    <a:pt x="364540" y="5928790"/>
                  </a:lnTo>
                  <a:lnTo>
                    <a:pt x="364634" y="5928790"/>
                  </a:lnTo>
                  <a:lnTo>
                    <a:pt x="365105" y="5928790"/>
                  </a:lnTo>
                  <a:lnTo>
                    <a:pt x="365199" y="5928790"/>
                  </a:lnTo>
                  <a:lnTo>
                    <a:pt x="365387" y="5928790"/>
                  </a:lnTo>
                  <a:lnTo>
                    <a:pt x="365481" y="5928790"/>
                  </a:lnTo>
                  <a:lnTo>
                    <a:pt x="365575" y="5928790"/>
                  </a:lnTo>
                  <a:lnTo>
                    <a:pt x="365669" y="5928790"/>
                  </a:lnTo>
                  <a:lnTo>
                    <a:pt x="365763" y="5928790"/>
                  </a:lnTo>
                  <a:lnTo>
                    <a:pt x="366139" y="5923510"/>
                  </a:lnTo>
                  <a:lnTo>
                    <a:pt x="366233" y="5923510"/>
                  </a:lnTo>
                  <a:lnTo>
                    <a:pt x="366233" y="5918231"/>
                  </a:lnTo>
                  <a:lnTo>
                    <a:pt x="366515" y="5918231"/>
                  </a:lnTo>
                  <a:lnTo>
                    <a:pt x="366609" y="5918231"/>
                  </a:lnTo>
                  <a:lnTo>
                    <a:pt x="366703" y="5918231"/>
                  </a:lnTo>
                  <a:lnTo>
                    <a:pt x="366797" y="5918231"/>
                  </a:lnTo>
                  <a:lnTo>
                    <a:pt x="366985" y="5918231"/>
                  </a:lnTo>
                  <a:lnTo>
                    <a:pt x="367079" y="5918231"/>
                  </a:lnTo>
                  <a:lnTo>
                    <a:pt x="367361" y="5918231"/>
                  </a:lnTo>
                  <a:lnTo>
                    <a:pt x="367455" y="5918231"/>
                  </a:lnTo>
                  <a:lnTo>
                    <a:pt x="367643" y="5918231"/>
                  </a:lnTo>
                  <a:lnTo>
                    <a:pt x="367831" y="5918231"/>
                  </a:lnTo>
                  <a:lnTo>
                    <a:pt x="367925" y="5918231"/>
                  </a:lnTo>
                  <a:lnTo>
                    <a:pt x="368019" y="5918231"/>
                  </a:lnTo>
                  <a:lnTo>
                    <a:pt x="368113" y="5912951"/>
                  </a:lnTo>
                  <a:lnTo>
                    <a:pt x="368207" y="5912951"/>
                  </a:lnTo>
                  <a:lnTo>
                    <a:pt x="368301" y="5912951"/>
                  </a:lnTo>
                  <a:lnTo>
                    <a:pt x="368395" y="5912951"/>
                  </a:lnTo>
                  <a:lnTo>
                    <a:pt x="368489" y="5912951"/>
                  </a:lnTo>
                  <a:lnTo>
                    <a:pt x="368583" y="5912951"/>
                  </a:lnTo>
                  <a:lnTo>
                    <a:pt x="368772" y="5912951"/>
                  </a:lnTo>
                  <a:lnTo>
                    <a:pt x="368866" y="5912951"/>
                  </a:lnTo>
                  <a:lnTo>
                    <a:pt x="369054" y="5912951"/>
                  </a:lnTo>
                  <a:lnTo>
                    <a:pt x="369054" y="5907672"/>
                  </a:lnTo>
                  <a:lnTo>
                    <a:pt x="369242" y="5907672"/>
                  </a:lnTo>
                  <a:lnTo>
                    <a:pt x="369524" y="5907672"/>
                  </a:lnTo>
                  <a:lnTo>
                    <a:pt x="369618" y="5907672"/>
                  </a:lnTo>
                  <a:lnTo>
                    <a:pt x="369712" y="5907672"/>
                  </a:lnTo>
                  <a:lnTo>
                    <a:pt x="369900" y="5907672"/>
                  </a:lnTo>
                  <a:lnTo>
                    <a:pt x="370088" y="5907672"/>
                  </a:lnTo>
                  <a:lnTo>
                    <a:pt x="370182" y="5907672"/>
                  </a:lnTo>
                  <a:lnTo>
                    <a:pt x="370276" y="5907672"/>
                  </a:lnTo>
                  <a:lnTo>
                    <a:pt x="370370" y="5907672"/>
                  </a:lnTo>
                  <a:lnTo>
                    <a:pt x="370464" y="5907672"/>
                  </a:lnTo>
                  <a:lnTo>
                    <a:pt x="370652" y="5907672"/>
                  </a:lnTo>
                  <a:lnTo>
                    <a:pt x="370840" y="5907672"/>
                  </a:lnTo>
                  <a:lnTo>
                    <a:pt x="370934" y="5907672"/>
                  </a:lnTo>
                  <a:lnTo>
                    <a:pt x="371216" y="5907672"/>
                  </a:lnTo>
                  <a:lnTo>
                    <a:pt x="371592" y="5907672"/>
                  </a:lnTo>
                  <a:lnTo>
                    <a:pt x="371780" y="5907672"/>
                  </a:lnTo>
                  <a:lnTo>
                    <a:pt x="371874" y="5907672"/>
                  </a:lnTo>
                  <a:lnTo>
                    <a:pt x="371968" y="5907672"/>
                  </a:lnTo>
                  <a:lnTo>
                    <a:pt x="372062" y="5907672"/>
                  </a:lnTo>
                  <a:lnTo>
                    <a:pt x="372345" y="5907672"/>
                  </a:lnTo>
                  <a:lnTo>
                    <a:pt x="372439" y="5907672"/>
                  </a:lnTo>
                  <a:lnTo>
                    <a:pt x="372533" y="5907672"/>
                  </a:lnTo>
                  <a:lnTo>
                    <a:pt x="372627" y="5907672"/>
                  </a:lnTo>
                  <a:lnTo>
                    <a:pt x="372815" y="5907672"/>
                  </a:lnTo>
                  <a:lnTo>
                    <a:pt x="372909" y="5907672"/>
                  </a:lnTo>
                  <a:lnTo>
                    <a:pt x="373003" y="5907672"/>
                  </a:lnTo>
                  <a:lnTo>
                    <a:pt x="373097" y="5907672"/>
                  </a:lnTo>
                  <a:lnTo>
                    <a:pt x="373567" y="5907672"/>
                  </a:lnTo>
                  <a:lnTo>
                    <a:pt x="373661" y="5907672"/>
                  </a:lnTo>
                  <a:lnTo>
                    <a:pt x="373755" y="5907672"/>
                  </a:lnTo>
                  <a:lnTo>
                    <a:pt x="373849" y="5907672"/>
                  </a:lnTo>
                  <a:lnTo>
                    <a:pt x="373943" y="5907672"/>
                  </a:lnTo>
                  <a:lnTo>
                    <a:pt x="374037" y="5907672"/>
                  </a:lnTo>
                  <a:lnTo>
                    <a:pt x="374131" y="5907672"/>
                  </a:lnTo>
                  <a:lnTo>
                    <a:pt x="374413" y="5907672"/>
                  </a:lnTo>
                  <a:lnTo>
                    <a:pt x="374695" y="5907672"/>
                  </a:lnTo>
                  <a:lnTo>
                    <a:pt x="374789" y="5907672"/>
                  </a:lnTo>
                  <a:lnTo>
                    <a:pt x="374883" y="5907672"/>
                  </a:lnTo>
                  <a:lnTo>
                    <a:pt x="374977" y="5907672"/>
                  </a:lnTo>
                  <a:lnTo>
                    <a:pt x="375071" y="5907672"/>
                  </a:lnTo>
                  <a:lnTo>
                    <a:pt x="375353" y="5907672"/>
                  </a:lnTo>
                  <a:lnTo>
                    <a:pt x="375447" y="5907672"/>
                  </a:lnTo>
                  <a:lnTo>
                    <a:pt x="375541" y="5907672"/>
                  </a:lnTo>
                  <a:lnTo>
                    <a:pt x="375918" y="5907672"/>
                  </a:lnTo>
                  <a:lnTo>
                    <a:pt x="376012" y="5907672"/>
                  </a:lnTo>
                  <a:lnTo>
                    <a:pt x="376106" y="5907672"/>
                  </a:lnTo>
                  <a:lnTo>
                    <a:pt x="376200" y="5907672"/>
                  </a:lnTo>
                  <a:lnTo>
                    <a:pt x="376294" y="5907672"/>
                  </a:lnTo>
                  <a:lnTo>
                    <a:pt x="376388" y="5907672"/>
                  </a:lnTo>
                  <a:lnTo>
                    <a:pt x="376482" y="5907672"/>
                  </a:lnTo>
                  <a:lnTo>
                    <a:pt x="376670" y="5907672"/>
                  </a:lnTo>
                  <a:lnTo>
                    <a:pt x="376670" y="5902393"/>
                  </a:lnTo>
                  <a:lnTo>
                    <a:pt x="376764" y="5897113"/>
                  </a:lnTo>
                  <a:lnTo>
                    <a:pt x="376952" y="5897113"/>
                  </a:lnTo>
                  <a:lnTo>
                    <a:pt x="377046" y="5897113"/>
                  </a:lnTo>
                  <a:lnTo>
                    <a:pt x="377140" y="5897113"/>
                  </a:lnTo>
                  <a:lnTo>
                    <a:pt x="377422" y="5897113"/>
                  </a:lnTo>
                  <a:lnTo>
                    <a:pt x="377516" y="5897113"/>
                  </a:lnTo>
                  <a:lnTo>
                    <a:pt x="377704" y="5891834"/>
                  </a:lnTo>
                  <a:lnTo>
                    <a:pt x="377798" y="5891834"/>
                  </a:lnTo>
                  <a:lnTo>
                    <a:pt x="377986" y="5891834"/>
                  </a:lnTo>
                  <a:lnTo>
                    <a:pt x="378174" y="5891834"/>
                  </a:lnTo>
                  <a:lnTo>
                    <a:pt x="378456" y="5891834"/>
                  </a:lnTo>
                  <a:lnTo>
                    <a:pt x="378550" y="5891834"/>
                  </a:lnTo>
                  <a:lnTo>
                    <a:pt x="378738" y="5891834"/>
                  </a:lnTo>
                  <a:lnTo>
                    <a:pt x="379020" y="5891834"/>
                  </a:lnTo>
                  <a:lnTo>
                    <a:pt x="379208" y="5891834"/>
                  </a:lnTo>
                  <a:lnTo>
                    <a:pt x="379303" y="5891834"/>
                  </a:lnTo>
                  <a:lnTo>
                    <a:pt x="379397" y="5891834"/>
                  </a:lnTo>
                  <a:lnTo>
                    <a:pt x="379491" y="5891834"/>
                  </a:lnTo>
                  <a:lnTo>
                    <a:pt x="379585" y="5891834"/>
                  </a:lnTo>
                  <a:lnTo>
                    <a:pt x="379679" y="5891834"/>
                  </a:lnTo>
                  <a:lnTo>
                    <a:pt x="379773" y="5891834"/>
                  </a:lnTo>
                  <a:lnTo>
                    <a:pt x="380243" y="5891834"/>
                  </a:lnTo>
                  <a:lnTo>
                    <a:pt x="380337" y="5891834"/>
                  </a:lnTo>
                  <a:lnTo>
                    <a:pt x="380431" y="5891834"/>
                  </a:lnTo>
                  <a:lnTo>
                    <a:pt x="380525" y="5891834"/>
                  </a:lnTo>
                  <a:lnTo>
                    <a:pt x="380619" y="5891834"/>
                  </a:lnTo>
                  <a:lnTo>
                    <a:pt x="380713" y="5891834"/>
                  </a:lnTo>
                  <a:lnTo>
                    <a:pt x="380807" y="5891834"/>
                  </a:lnTo>
                  <a:lnTo>
                    <a:pt x="380995" y="5891834"/>
                  </a:lnTo>
                  <a:lnTo>
                    <a:pt x="381089" y="5891834"/>
                  </a:lnTo>
                  <a:lnTo>
                    <a:pt x="381183" y="5891834"/>
                  </a:lnTo>
                  <a:lnTo>
                    <a:pt x="381183" y="5886554"/>
                  </a:lnTo>
                  <a:lnTo>
                    <a:pt x="381277" y="5886554"/>
                  </a:lnTo>
                  <a:lnTo>
                    <a:pt x="381371" y="5886554"/>
                  </a:lnTo>
                  <a:lnTo>
                    <a:pt x="381465" y="5886554"/>
                  </a:lnTo>
                  <a:lnTo>
                    <a:pt x="381747" y="5886554"/>
                  </a:lnTo>
                  <a:lnTo>
                    <a:pt x="381841" y="5886554"/>
                  </a:lnTo>
                  <a:lnTo>
                    <a:pt x="382029" y="5886554"/>
                  </a:lnTo>
                  <a:lnTo>
                    <a:pt x="382123" y="5886554"/>
                  </a:lnTo>
                  <a:lnTo>
                    <a:pt x="382405" y="5886554"/>
                  </a:lnTo>
                  <a:lnTo>
                    <a:pt x="382593" y="5886554"/>
                  </a:lnTo>
                  <a:lnTo>
                    <a:pt x="382687" y="5886554"/>
                  </a:lnTo>
                  <a:lnTo>
                    <a:pt x="382876" y="5886554"/>
                  </a:lnTo>
                  <a:lnTo>
                    <a:pt x="382970" y="5886554"/>
                  </a:lnTo>
                  <a:lnTo>
                    <a:pt x="383158" y="5881275"/>
                  </a:lnTo>
                  <a:lnTo>
                    <a:pt x="383346" y="5881275"/>
                  </a:lnTo>
                  <a:lnTo>
                    <a:pt x="383440" y="5881275"/>
                  </a:lnTo>
                  <a:lnTo>
                    <a:pt x="383534" y="5881275"/>
                  </a:lnTo>
                  <a:lnTo>
                    <a:pt x="383910" y="5881275"/>
                  </a:lnTo>
                  <a:lnTo>
                    <a:pt x="384004" y="5881275"/>
                  </a:lnTo>
                  <a:lnTo>
                    <a:pt x="384098" y="5881275"/>
                  </a:lnTo>
                  <a:lnTo>
                    <a:pt x="384192" y="5881275"/>
                  </a:lnTo>
                  <a:lnTo>
                    <a:pt x="384286" y="5881275"/>
                  </a:lnTo>
                  <a:lnTo>
                    <a:pt x="384474" y="5881275"/>
                  </a:lnTo>
                  <a:lnTo>
                    <a:pt x="384568" y="5881275"/>
                  </a:lnTo>
                  <a:lnTo>
                    <a:pt x="384944" y="5881275"/>
                  </a:lnTo>
                  <a:lnTo>
                    <a:pt x="385038" y="5881275"/>
                  </a:lnTo>
                  <a:lnTo>
                    <a:pt x="385132" y="5881275"/>
                  </a:lnTo>
                  <a:lnTo>
                    <a:pt x="385414" y="5881275"/>
                  </a:lnTo>
                  <a:lnTo>
                    <a:pt x="385602" y="5881275"/>
                  </a:lnTo>
                  <a:lnTo>
                    <a:pt x="385696" y="5875995"/>
                  </a:lnTo>
                  <a:lnTo>
                    <a:pt x="385884" y="5875995"/>
                  </a:lnTo>
                  <a:lnTo>
                    <a:pt x="386355" y="5875995"/>
                  </a:lnTo>
                  <a:lnTo>
                    <a:pt x="386449" y="5875995"/>
                  </a:lnTo>
                  <a:lnTo>
                    <a:pt x="386731" y="5875995"/>
                  </a:lnTo>
                  <a:lnTo>
                    <a:pt x="386919" y="5875995"/>
                  </a:lnTo>
                  <a:lnTo>
                    <a:pt x="387107" y="5875995"/>
                  </a:lnTo>
                  <a:lnTo>
                    <a:pt x="387295" y="5875995"/>
                  </a:lnTo>
                  <a:lnTo>
                    <a:pt x="387483" y="5875995"/>
                  </a:lnTo>
                  <a:lnTo>
                    <a:pt x="387765" y="5875995"/>
                  </a:lnTo>
                  <a:lnTo>
                    <a:pt x="387859" y="5875995"/>
                  </a:lnTo>
                  <a:lnTo>
                    <a:pt x="387953" y="5875995"/>
                  </a:lnTo>
                  <a:lnTo>
                    <a:pt x="388141" y="5875995"/>
                  </a:lnTo>
                  <a:lnTo>
                    <a:pt x="388235" y="5875995"/>
                  </a:lnTo>
                  <a:lnTo>
                    <a:pt x="388329" y="5875995"/>
                  </a:lnTo>
                  <a:lnTo>
                    <a:pt x="388517" y="5875995"/>
                  </a:lnTo>
                  <a:lnTo>
                    <a:pt x="388611" y="5875995"/>
                  </a:lnTo>
                  <a:lnTo>
                    <a:pt x="388987" y="5875995"/>
                  </a:lnTo>
                  <a:lnTo>
                    <a:pt x="389175" y="5875995"/>
                  </a:lnTo>
                  <a:lnTo>
                    <a:pt x="389645" y="5875995"/>
                  </a:lnTo>
                  <a:lnTo>
                    <a:pt x="389739" y="5875995"/>
                  </a:lnTo>
                  <a:lnTo>
                    <a:pt x="389928" y="5875995"/>
                  </a:lnTo>
                  <a:lnTo>
                    <a:pt x="390116" y="5875995"/>
                  </a:lnTo>
                  <a:lnTo>
                    <a:pt x="390398" y="5875995"/>
                  </a:lnTo>
                  <a:lnTo>
                    <a:pt x="390492" y="5875995"/>
                  </a:lnTo>
                  <a:lnTo>
                    <a:pt x="390680" y="5875995"/>
                  </a:lnTo>
                  <a:lnTo>
                    <a:pt x="390774" y="5875995"/>
                  </a:lnTo>
                  <a:lnTo>
                    <a:pt x="390868" y="5875995"/>
                  </a:lnTo>
                  <a:lnTo>
                    <a:pt x="391056" y="5875995"/>
                  </a:lnTo>
                  <a:lnTo>
                    <a:pt x="391150" y="5875995"/>
                  </a:lnTo>
                  <a:lnTo>
                    <a:pt x="391244" y="5875995"/>
                  </a:lnTo>
                  <a:lnTo>
                    <a:pt x="391338" y="5875995"/>
                  </a:lnTo>
                  <a:lnTo>
                    <a:pt x="391620" y="5875995"/>
                  </a:lnTo>
                  <a:lnTo>
                    <a:pt x="391902" y="5875995"/>
                  </a:lnTo>
                  <a:lnTo>
                    <a:pt x="391996" y="5875995"/>
                  </a:lnTo>
                  <a:lnTo>
                    <a:pt x="392090" y="5875995"/>
                  </a:lnTo>
                  <a:lnTo>
                    <a:pt x="392278" y="5875995"/>
                  </a:lnTo>
                  <a:lnTo>
                    <a:pt x="392560" y="5875995"/>
                  </a:lnTo>
                  <a:lnTo>
                    <a:pt x="392842" y="5875995"/>
                  </a:lnTo>
                  <a:lnTo>
                    <a:pt x="393124" y="5875995"/>
                  </a:lnTo>
                  <a:lnTo>
                    <a:pt x="393218" y="5870716"/>
                  </a:lnTo>
                  <a:lnTo>
                    <a:pt x="393312" y="5870716"/>
                  </a:lnTo>
                  <a:lnTo>
                    <a:pt x="393407" y="5870716"/>
                  </a:lnTo>
                  <a:lnTo>
                    <a:pt x="393595" y="5870716"/>
                  </a:lnTo>
                  <a:lnTo>
                    <a:pt x="393689" y="5870716"/>
                  </a:lnTo>
                  <a:lnTo>
                    <a:pt x="393783" y="5870716"/>
                  </a:lnTo>
                  <a:lnTo>
                    <a:pt x="393971" y="5870716"/>
                  </a:lnTo>
                  <a:lnTo>
                    <a:pt x="394159" y="5870716"/>
                  </a:lnTo>
                  <a:lnTo>
                    <a:pt x="394535" y="5865437"/>
                  </a:lnTo>
                  <a:lnTo>
                    <a:pt x="394629" y="5865437"/>
                  </a:lnTo>
                  <a:lnTo>
                    <a:pt x="394723" y="5865437"/>
                  </a:lnTo>
                  <a:lnTo>
                    <a:pt x="394817" y="5865437"/>
                  </a:lnTo>
                  <a:lnTo>
                    <a:pt x="394911" y="5865437"/>
                  </a:lnTo>
                  <a:lnTo>
                    <a:pt x="395099" y="5865437"/>
                  </a:lnTo>
                  <a:lnTo>
                    <a:pt x="395193" y="5865437"/>
                  </a:lnTo>
                  <a:lnTo>
                    <a:pt x="395381" y="5865437"/>
                  </a:lnTo>
                  <a:lnTo>
                    <a:pt x="395569" y="5865437"/>
                  </a:lnTo>
                  <a:lnTo>
                    <a:pt x="395663" y="5865437"/>
                  </a:lnTo>
                  <a:lnTo>
                    <a:pt x="395757" y="5865437"/>
                  </a:lnTo>
                  <a:lnTo>
                    <a:pt x="395945" y="5865437"/>
                  </a:lnTo>
                  <a:lnTo>
                    <a:pt x="396039" y="5865437"/>
                  </a:lnTo>
                  <a:lnTo>
                    <a:pt x="396227" y="5865437"/>
                  </a:lnTo>
                  <a:lnTo>
                    <a:pt x="396321" y="5865437"/>
                  </a:lnTo>
                  <a:lnTo>
                    <a:pt x="396415" y="5865437"/>
                  </a:lnTo>
                  <a:lnTo>
                    <a:pt x="396509" y="5865437"/>
                  </a:lnTo>
                  <a:lnTo>
                    <a:pt x="396603" y="5865437"/>
                  </a:lnTo>
                  <a:lnTo>
                    <a:pt x="396697" y="5865437"/>
                  </a:lnTo>
                  <a:lnTo>
                    <a:pt x="396791" y="5865437"/>
                  </a:lnTo>
                  <a:lnTo>
                    <a:pt x="396885" y="5865437"/>
                  </a:lnTo>
                  <a:lnTo>
                    <a:pt x="396980" y="5865437"/>
                  </a:lnTo>
                  <a:lnTo>
                    <a:pt x="397168" y="5865437"/>
                  </a:lnTo>
                  <a:lnTo>
                    <a:pt x="397262" y="5865437"/>
                  </a:lnTo>
                  <a:lnTo>
                    <a:pt x="397356" y="5865437"/>
                  </a:lnTo>
                  <a:lnTo>
                    <a:pt x="397450" y="5865437"/>
                  </a:lnTo>
                  <a:lnTo>
                    <a:pt x="397638" y="5865437"/>
                  </a:lnTo>
                  <a:lnTo>
                    <a:pt x="397732" y="5865437"/>
                  </a:lnTo>
                  <a:lnTo>
                    <a:pt x="398014" y="5865437"/>
                  </a:lnTo>
                  <a:lnTo>
                    <a:pt x="398014" y="5860157"/>
                  </a:lnTo>
                  <a:lnTo>
                    <a:pt x="398108" y="5860157"/>
                  </a:lnTo>
                  <a:lnTo>
                    <a:pt x="398578" y="5860157"/>
                  </a:lnTo>
                  <a:lnTo>
                    <a:pt x="398672" y="5860157"/>
                  </a:lnTo>
                  <a:lnTo>
                    <a:pt x="398860" y="5860157"/>
                  </a:lnTo>
                  <a:lnTo>
                    <a:pt x="399048" y="5860157"/>
                  </a:lnTo>
                  <a:lnTo>
                    <a:pt x="399142" y="5860157"/>
                  </a:lnTo>
                  <a:lnTo>
                    <a:pt x="399236" y="5860157"/>
                  </a:lnTo>
                  <a:lnTo>
                    <a:pt x="399330" y="5860157"/>
                  </a:lnTo>
                  <a:lnTo>
                    <a:pt x="399518" y="5860157"/>
                  </a:lnTo>
                  <a:lnTo>
                    <a:pt x="399612" y="5860157"/>
                  </a:lnTo>
                  <a:lnTo>
                    <a:pt x="399706" y="5860157"/>
                  </a:lnTo>
                  <a:lnTo>
                    <a:pt x="399800" y="5860157"/>
                  </a:lnTo>
                  <a:lnTo>
                    <a:pt x="399894" y="5860157"/>
                  </a:lnTo>
                  <a:lnTo>
                    <a:pt x="399988" y="5860157"/>
                  </a:lnTo>
                  <a:lnTo>
                    <a:pt x="400176" y="5860157"/>
                  </a:lnTo>
                  <a:lnTo>
                    <a:pt x="400270" y="5860157"/>
                  </a:lnTo>
                  <a:lnTo>
                    <a:pt x="400364" y="5860157"/>
                  </a:lnTo>
                  <a:lnTo>
                    <a:pt x="400553" y="5860157"/>
                  </a:lnTo>
                  <a:lnTo>
                    <a:pt x="400553" y="5854878"/>
                  </a:lnTo>
                  <a:lnTo>
                    <a:pt x="400647" y="5854878"/>
                  </a:lnTo>
                  <a:lnTo>
                    <a:pt x="400741" y="5854878"/>
                  </a:lnTo>
                  <a:lnTo>
                    <a:pt x="401023" y="5854878"/>
                  </a:lnTo>
                  <a:lnTo>
                    <a:pt x="401117" y="5854878"/>
                  </a:lnTo>
                  <a:lnTo>
                    <a:pt x="401211" y="5854878"/>
                  </a:lnTo>
                  <a:lnTo>
                    <a:pt x="401493" y="5854878"/>
                  </a:lnTo>
                  <a:lnTo>
                    <a:pt x="401775" y="5854878"/>
                  </a:lnTo>
                  <a:lnTo>
                    <a:pt x="401869" y="5854878"/>
                  </a:lnTo>
                  <a:lnTo>
                    <a:pt x="402151" y="5854878"/>
                  </a:lnTo>
                  <a:lnTo>
                    <a:pt x="402245" y="5854878"/>
                  </a:lnTo>
                  <a:lnTo>
                    <a:pt x="402715" y="5854878"/>
                  </a:lnTo>
                  <a:lnTo>
                    <a:pt x="402809" y="5854878"/>
                  </a:lnTo>
                  <a:lnTo>
                    <a:pt x="402997" y="5854878"/>
                  </a:lnTo>
                  <a:lnTo>
                    <a:pt x="403091" y="5854878"/>
                  </a:lnTo>
                  <a:lnTo>
                    <a:pt x="403185" y="5854878"/>
                  </a:lnTo>
                  <a:lnTo>
                    <a:pt x="403279" y="5854878"/>
                  </a:lnTo>
                  <a:lnTo>
                    <a:pt x="403373" y="5854878"/>
                  </a:lnTo>
                  <a:lnTo>
                    <a:pt x="403467" y="5854878"/>
                  </a:lnTo>
                  <a:lnTo>
                    <a:pt x="403561" y="5854878"/>
                  </a:lnTo>
                  <a:lnTo>
                    <a:pt x="403749" y="5854878"/>
                  </a:lnTo>
                  <a:lnTo>
                    <a:pt x="403843" y="5854878"/>
                  </a:lnTo>
                  <a:lnTo>
                    <a:pt x="403937" y="5854878"/>
                  </a:lnTo>
                  <a:lnTo>
                    <a:pt x="404031" y="5854878"/>
                  </a:lnTo>
                  <a:lnTo>
                    <a:pt x="404126" y="5854878"/>
                  </a:lnTo>
                  <a:lnTo>
                    <a:pt x="404220" y="5854878"/>
                  </a:lnTo>
                  <a:lnTo>
                    <a:pt x="404314" y="5854878"/>
                  </a:lnTo>
                  <a:lnTo>
                    <a:pt x="404408" y="5854878"/>
                  </a:lnTo>
                  <a:lnTo>
                    <a:pt x="404596" y="5854878"/>
                  </a:lnTo>
                  <a:lnTo>
                    <a:pt x="404878" y="5854878"/>
                  </a:lnTo>
                  <a:lnTo>
                    <a:pt x="405254" y="5854878"/>
                  </a:lnTo>
                  <a:lnTo>
                    <a:pt x="405442" y="5854878"/>
                  </a:lnTo>
                  <a:lnTo>
                    <a:pt x="405818" y="5854878"/>
                  </a:lnTo>
                  <a:lnTo>
                    <a:pt x="405912" y="5854878"/>
                  </a:lnTo>
                  <a:lnTo>
                    <a:pt x="406100" y="5849598"/>
                  </a:lnTo>
                  <a:lnTo>
                    <a:pt x="406382" y="5849598"/>
                  </a:lnTo>
                  <a:lnTo>
                    <a:pt x="406476" y="5849598"/>
                  </a:lnTo>
                  <a:lnTo>
                    <a:pt x="406758" y="5849598"/>
                  </a:lnTo>
                  <a:lnTo>
                    <a:pt x="406852" y="5849598"/>
                  </a:lnTo>
                  <a:lnTo>
                    <a:pt x="406946" y="5849598"/>
                  </a:lnTo>
                  <a:lnTo>
                    <a:pt x="407040" y="5849598"/>
                  </a:lnTo>
                  <a:lnTo>
                    <a:pt x="407134" y="5849598"/>
                  </a:lnTo>
                  <a:lnTo>
                    <a:pt x="407228" y="5849598"/>
                  </a:lnTo>
                  <a:lnTo>
                    <a:pt x="407887" y="5849598"/>
                  </a:lnTo>
                  <a:lnTo>
                    <a:pt x="408169" y="5849598"/>
                  </a:lnTo>
                  <a:lnTo>
                    <a:pt x="408357" y="5849598"/>
                  </a:lnTo>
                  <a:lnTo>
                    <a:pt x="408545" y="5849598"/>
                  </a:lnTo>
                  <a:lnTo>
                    <a:pt x="408733" y="5849598"/>
                  </a:lnTo>
                  <a:lnTo>
                    <a:pt x="408827" y="5849598"/>
                  </a:lnTo>
                  <a:lnTo>
                    <a:pt x="409015" y="5849598"/>
                  </a:lnTo>
                  <a:lnTo>
                    <a:pt x="409109" y="5849598"/>
                  </a:lnTo>
                  <a:lnTo>
                    <a:pt x="409203" y="5849598"/>
                  </a:lnTo>
                  <a:lnTo>
                    <a:pt x="409297" y="5849598"/>
                  </a:lnTo>
                  <a:lnTo>
                    <a:pt x="409579" y="5849598"/>
                  </a:lnTo>
                  <a:lnTo>
                    <a:pt x="409955" y="5849598"/>
                  </a:lnTo>
                  <a:lnTo>
                    <a:pt x="410049" y="5849598"/>
                  </a:lnTo>
                  <a:lnTo>
                    <a:pt x="410143" y="5849598"/>
                  </a:lnTo>
                  <a:lnTo>
                    <a:pt x="410237" y="5849598"/>
                  </a:lnTo>
                  <a:lnTo>
                    <a:pt x="410519" y="5849598"/>
                  </a:lnTo>
                  <a:lnTo>
                    <a:pt x="410707" y="5849598"/>
                  </a:lnTo>
                  <a:lnTo>
                    <a:pt x="410801" y="5849598"/>
                  </a:lnTo>
                  <a:lnTo>
                    <a:pt x="410989" y="5849598"/>
                  </a:lnTo>
                  <a:lnTo>
                    <a:pt x="410989" y="5844319"/>
                  </a:lnTo>
                  <a:lnTo>
                    <a:pt x="411083" y="5844319"/>
                  </a:lnTo>
                  <a:lnTo>
                    <a:pt x="411178" y="5844319"/>
                  </a:lnTo>
                  <a:lnTo>
                    <a:pt x="411272" y="5844319"/>
                  </a:lnTo>
                  <a:lnTo>
                    <a:pt x="411460" y="5844319"/>
                  </a:lnTo>
                  <a:lnTo>
                    <a:pt x="411648" y="5844319"/>
                  </a:lnTo>
                  <a:lnTo>
                    <a:pt x="411742" y="5844319"/>
                  </a:lnTo>
                  <a:lnTo>
                    <a:pt x="411930" y="5844319"/>
                  </a:lnTo>
                  <a:lnTo>
                    <a:pt x="412024" y="5844319"/>
                  </a:lnTo>
                  <a:lnTo>
                    <a:pt x="412118" y="5844319"/>
                  </a:lnTo>
                  <a:lnTo>
                    <a:pt x="412400" y="5844319"/>
                  </a:lnTo>
                  <a:lnTo>
                    <a:pt x="412776" y="5844319"/>
                  </a:lnTo>
                  <a:lnTo>
                    <a:pt x="412964" y="5844319"/>
                  </a:lnTo>
                  <a:lnTo>
                    <a:pt x="413152" y="5844319"/>
                  </a:lnTo>
                  <a:lnTo>
                    <a:pt x="413434" y="5844319"/>
                  </a:lnTo>
                  <a:lnTo>
                    <a:pt x="413528" y="5844319"/>
                  </a:lnTo>
                  <a:lnTo>
                    <a:pt x="413622" y="5844319"/>
                  </a:lnTo>
                  <a:lnTo>
                    <a:pt x="413716" y="5844319"/>
                  </a:lnTo>
                  <a:lnTo>
                    <a:pt x="413904" y="5844319"/>
                  </a:lnTo>
                  <a:lnTo>
                    <a:pt x="413998" y="5844319"/>
                  </a:lnTo>
                  <a:lnTo>
                    <a:pt x="414186" y="5844319"/>
                  </a:lnTo>
                  <a:lnTo>
                    <a:pt x="414374" y="5844319"/>
                  </a:lnTo>
                  <a:lnTo>
                    <a:pt x="414751" y="5844319"/>
                  </a:lnTo>
                  <a:lnTo>
                    <a:pt x="414845" y="5844319"/>
                  </a:lnTo>
                  <a:lnTo>
                    <a:pt x="415127" y="5844319"/>
                  </a:lnTo>
                  <a:lnTo>
                    <a:pt x="415221" y="5844319"/>
                  </a:lnTo>
                  <a:lnTo>
                    <a:pt x="415409" y="5844319"/>
                  </a:lnTo>
                  <a:lnTo>
                    <a:pt x="415597" y="5844319"/>
                  </a:lnTo>
                  <a:lnTo>
                    <a:pt x="415973" y="5844319"/>
                  </a:lnTo>
                  <a:lnTo>
                    <a:pt x="416349" y="5844319"/>
                  </a:lnTo>
                  <a:lnTo>
                    <a:pt x="416537" y="5844319"/>
                  </a:lnTo>
                  <a:lnTo>
                    <a:pt x="416631" y="5844319"/>
                  </a:lnTo>
                  <a:lnTo>
                    <a:pt x="416913" y="5844319"/>
                  </a:lnTo>
                  <a:lnTo>
                    <a:pt x="417195" y="5844319"/>
                  </a:lnTo>
                  <a:lnTo>
                    <a:pt x="417477" y="5844319"/>
                  </a:lnTo>
                  <a:lnTo>
                    <a:pt x="417571" y="5839039"/>
                  </a:lnTo>
                  <a:lnTo>
                    <a:pt x="417853" y="5839039"/>
                  </a:lnTo>
                  <a:lnTo>
                    <a:pt x="417947" y="5839039"/>
                  </a:lnTo>
                  <a:lnTo>
                    <a:pt x="418041" y="5839039"/>
                  </a:lnTo>
                  <a:lnTo>
                    <a:pt x="418324" y="5839039"/>
                  </a:lnTo>
                  <a:lnTo>
                    <a:pt x="418512" y="5839039"/>
                  </a:lnTo>
                  <a:lnTo>
                    <a:pt x="418606" y="5839039"/>
                  </a:lnTo>
                  <a:lnTo>
                    <a:pt x="418982" y="5839039"/>
                  </a:lnTo>
                  <a:lnTo>
                    <a:pt x="419170" y="5839039"/>
                  </a:lnTo>
                  <a:lnTo>
                    <a:pt x="419358" y="5839039"/>
                  </a:lnTo>
                  <a:lnTo>
                    <a:pt x="419546" y="5839039"/>
                  </a:lnTo>
                  <a:lnTo>
                    <a:pt x="419734" y="5839039"/>
                  </a:lnTo>
                  <a:lnTo>
                    <a:pt x="419828" y="5839039"/>
                  </a:lnTo>
                  <a:lnTo>
                    <a:pt x="419922" y="5839039"/>
                  </a:lnTo>
                  <a:lnTo>
                    <a:pt x="420204" y="5839039"/>
                  </a:lnTo>
                  <a:lnTo>
                    <a:pt x="420580" y="5839039"/>
                  </a:lnTo>
                  <a:lnTo>
                    <a:pt x="420674" y="5839039"/>
                  </a:lnTo>
                  <a:lnTo>
                    <a:pt x="421050" y="5839039"/>
                  </a:lnTo>
                  <a:lnTo>
                    <a:pt x="421144" y="5839039"/>
                  </a:lnTo>
                  <a:lnTo>
                    <a:pt x="421238" y="5839039"/>
                  </a:lnTo>
                  <a:lnTo>
                    <a:pt x="421520" y="5839039"/>
                  </a:lnTo>
                  <a:lnTo>
                    <a:pt x="421614" y="5839039"/>
                  </a:lnTo>
                  <a:lnTo>
                    <a:pt x="421803" y="5839039"/>
                  </a:lnTo>
                  <a:lnTo>
                    <a:pt x="421991" y="5839039"/>
                  </a:lnTo>
                  <a:lnTo>
                    <a:pt x="422743" y="5839039"/>
                  </a:lnTo>
                  <a:lnTo>
                    <a:pt x="422837" y="5839039"/>
                  </a:lnTo>
                  <a:lnTo>
                    <a:pt x="423119" y="5839039"/>
                  </a:lnTo>
                  <a:lnTo>
                    <a:pt x="423213" y="5839039"/>
                  </a:lnTo>
                  <a:lnTo>
                    <a:pt x="423307" y="5839039"/>
                  </a:lnTo>
                  <a:lnTo>
                    <a:pt x="423401" y="5839039"/>
                  </a:lnTo>
                  <a:lnTo>
                    <a:pt x="423495" y="5839039"/>
                  </a:lnTo>
                  <a:lnTo>
                    <a:pt x="423589" y="5839039"/>
                  </a:lnTo>
                  <a:lnTo>
                    <a:pt x="423777" y="5839039"/>
                  </a:lnTo>
                  <a:lnTo>
                    <a:pt x="423965" y="5839039"/>
                  </a:lnTo>
                  <a:lnTo>
                    <a:pt x="424247" y="5839039"/>
                  </a:lnTo>
                  <a:lnTo>
                    <a:pt x="424341" y="5839039"/>
                  </a:lnTo>
                  <a:lnTo>
                    <a:pt x="424623" y="5839039"/>
                  </a:lnTo>
                  <a:lnTo>
                    <a:pt x="424905" y="5839039"/>
                  </a:lnTo>
                  <a:lnTo>
                    <a:pt x="425093" y="5839039"/>
                  </a:lnTo>
                  <a:lnTo>
                    <a:pt x="425470" y="5839039"/>
                  </a:lnTo>
                  <a:lnTo>
                    <a:pt x="425752" y="5839039"/>
                  </a:lnTo>
                  <a:lnTo>
                    <a:pt x="425846" y="5839039"/>
                  </a:lnTo>
                  <a:lnTo>
                    <a:pt x="425940" y="5839039"/>
                  </a:lnTo>
                  <a:lnTo>
                    <a:pt x="426034" y="5839039"/>
                  </a:lnTo>
                  <a:lnTo>
                    <a:pt x="426316" y="5839039"/>
                  </a:lnTo>
                  <a:lnTo>
                    <a:pt x="426410" y="5839039"/>
                  </a:lnTo>
                  <a:lnTo>
                    <a:pt x="426504" y="5839039"/>
                  </a:lnTo>
                  <a:lnTo>
                    <a:pt x="426598" y="5839039"/>
                  </a:lnTo>
                  <a:lnTo>
                    <a:pt x="426692" y="5839039"/>
                  </a:lnTo>
                  <a:lnTo>
                    <a:pt x="427068" y="5839039"/>
                  </a:lnTo>
                  <a:lnTo>
                    <a:pt x="427162" y="5839039"/>
                  </a:lnTo>
                  <a:lnTo>
                    <a:pt x="427350" y="5839039"/>
                  </a:lnTo>
                  <a:lnTo>
                    <a:pt x="427444" y="5839039"/>
                  </a:lnTo>
                  <a:lnTo>
                    <a:pt x="427632" y="5839039"/>
                  </a:lnTo>
                  <a:lnTo>
                    <a:pt x="427726" y="5839039"/>
                  </a:lnTo>
                  <a:lnTo>
                    <a:pt x="428290" y="5839039"/>
                  </a:lnTo>
                  <a:lnTo>
                    <a:pt x="428760" y="5839039"/>
                  </a:lnTo>
                  <a:lnTo>
                    <a:pt x="428855" y="5839039"/>
                  </a:lnTo>
                  <a:lnTo>
                    <a:pt x="428949" y="5839039"/>
                  </a:lnTo>
                  <a:lnTo>
                    <a:pt x="429137" y="5839039"/>
                  </a:lnTo>
                  <a:lnTo>
                    <a:pt x="429607" y="5839039"/>
                  </a:lnTo>
                  <a:lnTo>
                    <a:pt x="429795" y="5839039"/>
                  </a:lnTo>
                  <a:lnTo>
                    <a:pt x="429889" y="5839039"/>
                  </a:lnTo>
                  <a:lnTo>
                    <a:pt x="430077" y="5839039"/>
                  </a:lnTo>
                  <a:lnTo>
                    <a:pt x="430171" y="5839039"/>
                  </a:lnTo>
                  <a:lnTo>
                    <a:pt x="430359" y="5839039"/>
                  </a:lnTo>
                  <a:lnTo>
                    <a:pt x="430453" y="5839039"/>
                  </a:lnTo>
                  <a:lnTo>
                    <a:pt x="430641" y="5839039"/>
                  </a:lnTo>
                  <a:lnTo>
                    <a:pt x="430735" y="5833760"/>
                  </a:lnTo>
                  <a:lnTo>
                    <a:pt x="431017" y="5833760"/>
                  </a:lnTo>
                  <a:lnTo>
                    <a:pt x="431017" y="5828481"/>
                  </a:lnTo>
                  <a:lnTo>
                    <a:pt x="431205" y="5828481"/>
                  </a:lnTo>
                  <a:lnTo>
                    <a:pt x="431299" y="5828481"/>
                  </a:lnTo>
                  <a:lnTo>
                    <a:pt x="431863" y="5828481"/>
                  </a:lnTo>
                  <a:lnTo>
                    <a:pt x="431957" y="5828481"/>
                  </a:lnTo>
                  <a:lnTo>
                    <a:pt x="432239" y="5828481"/>
                  </a:lnTo>
                  <a:lnTo>
                    <a:pt x="432333" y="5828481"/>
                  </a:lnTo>
                  <a:lnTo>
                    <a:pt x="432428" y="5828481"/>
                  </a:lnTo>
                  <a:lnTo>
                    <a:pt x="432522" y="5828481"/>
                  </a:lnTo>
                  <a:lnTo>
                    <a:pt x="432616" y="5828481"/>
                  </a:lnTo>
                  <a:lnTo>
                    <a:pt x="432710" y="5828481"/>
                  </a:lnTo>
                  <a:lnTo>
                    <a:pt x="432804" y="5828481"/>
                  </a:lnTo>
                  <a:lnTo>
                    <a:pt x="432898" y="5823201"/>
                  </a:lnTo>
                  <a:lnTo>
                    <a:pt x="432992" y="5823201"/>
                  </a:lnTo>
                  <a:lnTo>
                    <a:pt x="433368" y="5823201"/>
                  </a:lnTo>
                  <a:lnTo>
                    <a:pt x="433462" y="5823201"/>
                  </a:lnTo>
                  <a:lnTo>
                    <a:pt x="433744" y="5823201"/>
                  </a:lnTo>
                  <a:lnTo>
                    <a:pt x="433838" y="5823201"/>
                  </a:lnTo>
                  <a:lnTo>
                    <a:pt x="433932" y="5823201"/>
                  </a:lnTo>
                  <a:lnTo>
                    <a:pt x="434026" y="5823201"/>
                  </a:lnTo>
                  <a:lnTo>
                    <a:pt x="434120" y="5823201"/>
                  </a:lnTo>
                  <a:lnTo>
                    <a:pt x="434308" y="5823201"/>
                  </a:lnTo>
                  <a:lnTo>
                    <a:pt x="434402" y="5823201"/>
                  </a:lnTo>
                  <a:lnTo>
                    <a:pt x="434778" y="5823201"/>
                  </a:lnTo>
                  <a:lnTo>
                    <a:pt x="434872" y="5823201"/>
                  </a:lnTo>
                  <a:lnTo>
                    <a:pt x="434966" y="5823201"/>
                  </a:lnTo>
                  <a:lnTo>
                    <a:pt x="435060" y="5823201"/>
                  </a:lnTo>
                  <a:lnTo>
                    <a:pt x="435154" y="5823201"/>
                  </a:lnTo>
                  <a:lnTo>
                    <a:pt x="435248" y="5823201"/>
                  </a:lnTo>
                  <a:lnTo>
                    <a:pt x="435342" y="5823201"/>
                  </a:lnTo>
                  <a:lnTo>
                    <a:pt x="435530" y="5823201"/>
                  </a:lnTo>
                  <a:lnTo>
                    <a:pt x="435906" y="5823201"/>
                  </a:lnTo>
                  <a:lnTo>
                    <a:pt x="436283" y="5823201"/>
                  </a:lnTo>
                  <a:lnTo>
                    <a:pt x="436377" y="5817922"/>
                  </a:lnTo>
                  <a:lnTo>
                    <a:pt x="436471" y="5817922"/>
                  </a:lnTo>
                  <a:lnTo>
                    <a:pt x="436565" y="5817922"/>
                  </a:lnTo>
                  <a:lnTo>
                    <a:pt x="436659" y="5817922"/>
                  </a:lnTo>
                  <a:lnTo>
                    <a:pt x="436753" y="5817922"/>
                  </a:lnTo>
                  <a:lnTo>
                    <a:pt x="436753" y="5812642"/>
                  </a:lnTo>
                  <a:lnTo>
                    <a:pt x="436941" y="5812642"/>
                  </a:lnTo>
                  <a:lnTo>
                    <a:pt x="437035" y="5807363"/>
                  </a:lnTo>
                  <a:lnTo>
                    <a:pt x="437693" y="5807363"/>
                  </a:lnTo>
                  <a:lnTo>
                    <a:pt x="437787" y="5807363"/>
                  </a:lnTo>
                  <a:lnTo>
                    <a:pt x="437881" y="5807363"/>
                  </a:lnTo>
                  <a:lnTo>
                    <a:pt x="438069" y="5807363"/>
                  </a:lnTo>
                  <a:lnTo>
                    <a:pt x="438257" y="5807363"/>
                  </a:lnTo>
                  <a:lnTo>
                    <a:pt x="438351" y="5807363"/>
                  </a:lnTo>
                  <a:lnTo>
                    <a:pt x="438633" y="5807363"/>
                  </a:lnTo>
                  <a:lnTo>
                    <a:pt x="439009" y="5807363"/>
                  </a:lnTo>
                  <a:lnTo>
                    <a:pt x="439103" y="5807363"/>
                  </a:lnTo>
                  <a:lnTo>
                    <a:pt x="439291" y="5807363"/>
                  </a:lnTo>
                  <a:lnTo>
                    <a:pt x="439480" y="5807363"/>
                  </a:lnTo>
                  <a:lnTo>
                    <a:pt x="439668" y="5807363"/>
                  </a:lnTo>
                  <a:lnTo>
                    <a:pt x="439668" y="5802084"/>
                  </a:lnTo>
                  <a:lnTo>
                    <a:pt x="439762" y="5802084"/>
                  </a:lnTo>
                  <a:lnTo>
                    <a:pt x="439856" y="5802084"/>
                  </a:lnTo>
                  <a:lnTo>
                    <a:pt x="439950" y="5802084"/>
                  </a:lnTo>
                  <a:lnTo>
                    <a:pt x="440138" y="5802084"/>
                  </a:lnTo>
                  <a:lnTo>
                    <a:pt x="440420" y="5802084"/>
                  </a:lnTo>
                  <a:lnTo>
                    <a:pt x="440702" y="5802084"/>
                  </a:lnTo>
                  <a:lnTo>
                    <a:pt x="440796" y="5802084"/>
                  </a:lnTo>
                  <a:lnTo>
                    <a:pt x="440984" y="5802084"/>
                  </a:lnTo>
                  <a:lnTo>
                    <a:pt x="441078" y="5802084"/>
                  </a:lnTo>
                  <a:lnTo>
                    <a:pt x="441172" y="5802084"/>
                  </a:lnTo>
                  <a:lnTo>
                    <a:pt x="441360" y="5802084"/>
                  </a:lnTo>
                  <a:lnTo>
                    <a:pt x="441454" y="5802084"/>
                  </a:lnTo>
                  <a:lnTo>
                    <a:pt x="441642" y="5802084"/>
                  </a:lnTo>
                  <a:lnTo>
                    <a:pt x="441736" y="5802084"/>
                  </a:lnTo>
                  <a:lnTo>
                    <a:pt x="441924" y="5802084"/>
                  </a:lnTo>
                  <a:lnTo>
                    <a:pt x="442112" y="5802084"/>
                  </a:lnTo>
                  <a:lnTo>
                    <a:pt x="442300" y="5802084"/>
                  </a:lnTo>
                  <a:lnTo>
                    <a:pt x="442394" y="5802084"/>
                  </a:lnTo>
                  <a:lnTo>
                    <a:pt x="442488" y="5802084"/>
                  </a:lnTo>
                  <a:lnTo>
                    <a:pt x="442676" y="5796804"/>
                  </a:lnTo>
                  <a:lnTo>
                    <a:pt x="442770" y="5796804"/>
                  </a:lnTo>
                  <a:lnTo>
                    <a:pt x="442958" y="5796804"/>
                  </a:lnTo>
                  <a:lnTo>
                    <a:pt x="443053" y="5796804"/>
                  </a:lnTo>
                  <a:lnTo>
                    <a:pt x="443335" y="5791525"/>
                  </a:lnTo>
                  <a:lnTo>
                    <a:pt x="443523" y="5791525"/>
                  </a:lnTo>
                  <a:lnTo>
                    <a:pt x="443711" y="5791525"/>
                  </a:lnTo>
                  <a:lnTo>
                    <a:pt x="443805" y="5791525"/>
                  </a:lnTo>
                  <a:lnTo>
                    <a:pt x="443993" y="5786245"/>
                  </a:lnTo>
                  <a:lnTo>
                    <a:pt x="444181" y="5786245"/>
                  </a:lnTo>
                  <a:lnTo>
                    <a:pt x="444275" y="5786245"/>
                  </a:lnTo>
                  <a:lnTo>
                    <a:pt x="444369" y="5786245"/>
                  </a:lnTo>
                  <a:lnTo>
                    <a:pt x="444369" y="5780966"/>
                  </a:lnTo>
                  <a:lnTo>
                    <a:pt x="444557" y="5780966"/>
                  </a:lnTo>
                  <a:lnTo>
                    <a:pt x="444651" y="5780966"/>
                  </a:lnTo>
                  <a:lnTo>
                    <a:pt x="444745" y="5780966"/>
                  </a:lnTo>
                  <a:lnTo>
                    <a:pt x="444933" y="5780966"/>
                  </a:lnTo>
                  <a:lnTo>
                    <a:pt x="445121" y="5780966"/>
                  </a:lnTo>
                  <a:lnTo>
                    <a:pt x="445215" y="5780966"/>
                  </a:lnTo>
                  <a:lnTo>
                    <a:pt x="445309" y="5780966"/>
                  </a:lnTo>
                  <a:lnTo>
                    <a:pt x="445685" y="5780966"/>
                  </a:lnTo>
                  <a:lnTo>
                    <a:pt x="446061" y="5780966"/>
                  </a:lnTo>
                  <a:lnTo>
                    <a:pt x="446155" y="5780966"/>
                  </a:lnTo>
                  <a:lnTo>
                    <a:pt x="446249" y="5780966"/>
                  </a:lnTo>
                  <a:lnTo>
                    <a:pt x="446814" y="5780966"/>
                  </a:lnTo>
                  <a:lnTo>
                    <a:pt x="446908" y="5780966"/>
                  </a:lnTo>
                  <a:lnTo>
                    <a:pt x="447096" y="5780966"/>
                  </a:lnTo>
                  <a:lnTo>
                    <a:pt x="447754" y="5780966"/>
                  </a:lnTo>
                  <a:lnTo>
                    <a:pt x="447848" y="5780966"/>
                  </a:lnTo>
                  <a:lnTo>
                    <a:pt x="447942" y="5780966"/>
                  </a:lnTo>
                  <a:lnTo>
                    <a:pt x="448130" y="5780966"/>
                  </a:lnTo>
                  <a:lnTo>
                    <a:pt x="448224" y="5780966"/>
                  </a:lnTo>
                  <a:lnTo>
                    <a:pt x="448318" y="5780966"/>
                  </a:lnTo>
                  <a:lnTo>
                    <a:pt x="448976" y="5780966"/>
                  </a:lnTo>
                  <a:lnTo>
                    <a:pt x="449070" y="5780966"/>
                  </a:lnTo>
                  <a:lnTo>
                    <a:pt x="449164" y="5780966"/>
                  </a:lnTo>
                  <a:lnTo>
                    <a:pt x="449164" y="5775686"/>
                  </a:lnTo>
                  <a:lnTo>
                    <a:pt x="449258" y="5775686"/>
                  </a:lnTo>
                  <a:lnTo>
                    <a:pt x="449352" y="5775686"/>
                  </a:lnTo>
                  <a:lnTo>
                    <a:pt x="450104" y="5775686"/>
                  </a:lnTo>
                  <a:lnTo>
                    <a:pt x="450293" y="5775686"/>
                  </a:lnTo>
                  <a:lnTo>
                    <a:pt x="450575" y="5775686"/>
                  </a:lnTo>
                  <a:lnTo>
                    <a:pt x="450669" y="5775686"/>
                  </a:lnTo>
                  <a:lnTo>
                    <a:pt x="450951" y="5770407"/>
                  </a:lnTo>
                  <a:lnTo>
                    <a:pt x="451139" y="5770407"/>
                  </a:lnTo>
                  <a:lnTo>
                    <a:pt x="451233" y="5770407"/>
                  </a:lnTo>
                  <a:lnTo>
                    <a:pt x="451421" y="5770407"/>
                  </a:lnTo>
                  <a:lnTo>
                    <a:pt x="451609" y="5770407"/>
                  </a:lnTo>
                  <a:lnTo>
                    <a:pt x="451703" y="5770407"/>
                  </a:lnTo>
                  <a:lnTo>
                    <a:pt x="451797" y="5770407"/>
                  </a:lnTo>
                  <a:lnTo>
                    <a:pt x="452173" y="5770407"/>
                  </a:lnTo>
                  <a:lnTo>
                    <a:pt x="452267" y="5770407"/>
                  </a:lnTo>
                  <a:lnTo>
                    <a:pt x="452361" y="5770407"/>
                  </a:lnTo>
                  <a:lnTo>
                    <a:pt x="452549" y="5770407"/>
                  </a:lnTo>
                  <a:lnTo>
                    <a:pt x="452737" y="5770407"/>
                  </a:lnTo>
                  <a:lnTo>
                    <a:pt x="452831" y="5770407"/>
                  </a:lnTo>
                  <a:lnTo>
                    <a:pt x="452925" y="5770407"/>
                  </a:lnTo>
                  <a:lnTo>
                    <a:pt x="453207" y="5770407"/>
                  </a:lnTo>
                  <a:lnTo>
                    <a:pt x="453301" y="5770407"/>
                  </a:lnTo>
                  <a:lnTo>
                    <a:pt x="453395" y="5770407"/>
                  </a:lnTo>
                  <a:lnTo>
                    <a:pt x="453489" y="5770407"/>
                  </a:lnTo>
                  <a:lnTo>
                    <a:pt x="453583" y="5770407"/>
                  </a:lnTo>
                  <a:lnTo>
                    <a:pt x="453772" y="5770407"/>
                  </a:lnTo>
                  <a:lnTo>
                    <a:pt x="453866" y="5770407"/>
                  </a:lnTo>
                  <a:lnTo>
                    <a:pt x="454242" y="5770407"/>
                  </a:lnTo>
                  <a:lnTo>
                    <a:pt x="454524" y="5770407"/>
                  </a:lnTo>
                  <a:lnTo>
                    <a:pt x="454618" y="5770407"/>
                  </a:lnTo>
                  <a:lnTo>
                    <a:pt x="454712" y="5770407"/>
                  </a:lnTo>
                  <a:lnTo>
                    <a:pt x="454900" y="5770407"/>
                  </a:lnTo>
                  <a:lnTo>
                    <a:pt x="454994" y="5770407"/>
                  </a:lnTo>
                  <a:lnTo>
                    <a:pt x="455182" y="5770407"/>
                  </a:lnTo>
                  <a:lnTo>
                    <a:pt x="455276" y="5770407"/>
                  </a:lnTo>
                  <a:lnTo>
                    <a:pt x="455652" y="5770407"/>
                  </a:lnTo>
                  <a:lnTo>
                    <a:pt x="455840" y="5770407"/>
                  </a:lnTo>
                  <a:lnTo>
                    <a:pt x="456122" y="5770407"/>
                  </a:lnTo>
                  <a:lnTo>
                    <a:pt x="456216" y="5770407"/>
                  </a:lnTo>
                  <a:lnTo>
                    <a:pt x="456498" y="5770407"/>
                  </a:lnTo>
                  <a:lnTo>
                    <a:pt x="456592" y="5770407"/>
                  </a:lnTo>
                  <a:lnTo>
                    <a:pt x="456686" y="5770407"/>
                  </a:lnTo>
                  <a:lnTo>
                    <a:pt x="456780" y="5770407"/>
                  </a:lnTo>
                  <a:lnTo>
                    <a:pt x="456874" y="5770407"/>
                  </a:lnTo>
                  <a:lnTo>
                    <a:pt x="457062" y="5770407"/>
                  </a:lnTo>
                  <a:lnTo>
                    <a:pt x="457156" y="5770407"/>
                  </a:lnTo>
                  <a:lnTo>
                    <a:pt x="457251" y="5770407"/>
                  </a:lnTo>
                  <a:lnTo>
                    <a:pt x="457345" y="5770407"/>
                  </a:lnTo>
                  <a:lnTo>
                    <a:pt x="457533" y="5770407"/>
                  </a:lnTo>
                  <a:lnTo>
                    <a:pt x="457721" y="5770407"/>
                  </a:lnTo>
                  <a:lnTo>
                    <a:pt x="457909" y="5770407"/>
                  </a:lnTo>
                  <a:lnTo>
                    <a:pt x="458191" y="5770407"/>
                  </a:lnTo>
                  <a:lnTo>
                    <a:pt x="458661" y="5770407"/>
                  </a:lnTo>
                  <a:lnTo>
                    <a:pt x="458849" y="5765128"/>
                  </a:lnTo>
                  <a:lnTo>
                    <a:pt x="459131" y="5765128"/>
                  </a:lnTo>
                  <a:lnTo>
                    <a:pt x="459319" y="5765128"/>
                  </a:lnTo>
                  <a:lnTo>
                    <a:pt x="459601" y="5765128"/>
                  </a:lnTo>
                  <a:lnTo>
                    <a:pt x="459789" y="5765128"/>
                  </a:lnTo>
                  <a:lnTo>
                    <a:pt x="459883" y="5765128"/>
                  </a:lnTo>
                  <a:lnTo>
                    <a:pt x="459977" y="5765128"/>
                  </a:lnTo>
                  <a:lnTo>
                    <a:pt x="460071" y="5765128"/>
                  </a:lnTo>
                  <a:lnTo>
                    <a:pt x="460353" y="5765128"/>
                  </a:lnTo>
                  <a:lnTo>
                    <a:pt x="460447" y="5765128"/>
                  </a:lnTo>
                  <a:lnTo>
                    <a:pt x="460541" y="5765128"/>
                  </a:lnTo>
                  <a:lnTo>
                    <a:pt x="460918" y="5765128"/>
                  </a:lnTo>
                  <a:lnTo>
                    <a:pt x="461012" y="5765128"/>
                  </a:lnTo>
                  <a:lnTo>
                    <a:pt x="461106" y="5765128"/>
                  </a:lnTo>
                  <a:lnTo>
                    <a:pt x="461200" y="5765128"/>
                  </a:lnTo>
                  <a:lnTo>
                    <a:pt x="461576" y="5765128"/>
                  </a:lnTo>
                  <a:lnTo>
                    <a:pt x="462046" y="5765128"/>
                  </a:lnTo>
                  <a:lnTo>
                    <a:pt x="462140" y="5765128"/>
                  </a:lnTo>
                  <a:lnTo>
                    <a:pt x="462234" y="5765128"/>
                  </a:lnTo>
                  <a:lnTo>
                    <a:pt x="462610" y="5765128"/>
                  </a:lnTo>
                  <a:lnTo>
                    <a:pt x="462892" y="5765128"/>
                  </a:lnTo>
                  <a:lnTo>
                    <a:pt x="462986" y="5765128"/>
                  </a:lnTo>
                  <a:lnTo>
                    <a:pt x="463174" y="5765128"/>
                  </a:lnTo>
                  <a:lnTo>
                    <a:pt x="463268" y="5765128"/>
                  </a:lnTo>
                  <a:lnTo>
                    <a:pt x="463550" y="5765128"/>
                  </a:lnTo>
                  <a:lnTo>
                    <a:pt x="463644" y="5765128"/>
                  </a:lnTo>
                  <a:lnTo>
                    <a:pt x="463926" y="5765128"/>
                  </a:lnTo>
                  <a:lnTo>
                    <a:pt x="464114" y="5765128"/>
                  </a:lnTo>
                  <a:lnTo>
                    <a:pt x="464208" y="5765128"/>
                  </a:lnTo>
                  <a:lnTo>
                    <a:pt x="464303" y="5765128"/>
                  </a:lnTo>
                  <a:lnTo>
                    <a:pt x="464961" y="5765128"/>
                  </a:lnTo>
                  <a:lnTo>
                    <a:pt x="465055" y="5765128"/>
                  </a:lnTo>
                  <a:lnTo>
                    <a:pt x="465149" y="5765128"/>
                  </a:lnTo>
                  <a:lnTo>
                    <a:pt x="465337" y="5765128"/>
                  </a:lnTo>
                  <a:lnTo>
                    <a:pt x="465525" y="5765128"/>
                  </a:lnTo>
                  <a:lnTo>
                    <a:pt x="465807" y="5765128"/>
                  </a:lnTo>
                  <a:lnTo>
                    <a:pt x="465901" y="5765128"/>
                  </a:lnTo>
                  <a:lnTo>
                    <a:pt x="465995" y="5765128"/>
                  </a:lnTo>
                  <a:lnTo>
                    <a:pt x="466089" y="5765128"/>
                  </a:lnTo>
                  <a:lnTo>
                    <a:pt x="466465" y="5765128"/>
                  </a:lnTo>
                  <a:lnTo>
                    <a:pt x="466559" y="5765128"/>
                  </a:lnTo>
                  <a:lnTo>
                    <a:pt x="466747" y="5765128"/>
                  </a:lnTo>
                  <a:lnTo>
                    <a:pt x="466935" y="5765128"/>
                  </a:lnTo>
                  <a:lnTo>
                    <a:pt x="467029" y="5765128"/>
                  </a:lnTo>
                  <a:lnTo>
                    <a:pt x="467593" y="5765128"/>
                  </a:lnTo>
                  <a:lnTo>
                    <a:pt x="467781" y="5765128"/>
                  </a:lnTo>
                  <a:lnTo>
                    <a:pt x="468158" y="5765128"/>
                  </a:lnTo>
                  <a:lnTo>
                    <a:pt x="468252" y="5765128"/>
                  </a:lnTo>
                  <a:lnTo>
                    <a:pt x="468534" y="5765128"/>
                  </a:lnTo>
                  <a:lnTo>
                    <a:pt x="468816" y="5759848"/>
                  </a:lnTo>
                  <a:lnTo>
                    <a:pt x="468910" y="5759848"/>
                  </a:lnTo>
                  <a:lnTo>
                    <a:pt x="469004" y="5759848"/>
                  </a:lnTo>
                  <a:lnTo>
                    <a:pt x="469192" y="5759848"/>
                  </a:lnTo>
                  <a:lnTo>
                    <a:pt x="469474" y="5754569"/>
                  </a:lnTo>
                  <a:lnTo>
                    <a:pt x="469568" y="5754569"/>
                  </a:lnTo>
                  <a:lnTo>
                    <a:pt x="469662" y="5754569"/>
                  </a:lnTo>
                  <a:lnTo>
                    <a:pt x="469756" y="5754569"/>
                  </a:lnTo>
                  <a:lnTo>
                    <a:pt x="469850" y="5754569"/>
                  </a:lnTo>
                  <a:lnTo>
                    <a:pt x="470226" y="5754569"/>
                  </a:lnTo>
                  <a:lnTo>
                    <a:pt x="470320" y="5754569"/>
                  </a:lnTo>
                  <a:lnTo>
                    <a:pt x="470414" y="5754569"/>
                  </a:lnTo>
                  <a:lnTo>
                    <a:pt x="470508" y="5754569"/>
                  </a:lnTo>
                  <a:lnTo>
                    <a:pt x="470602" y="5754569"/>
                  </a:lnTo>
                  <a:lnTo>
                    <a:pt x="470884" y="5754569"/>
                  </a:lnTo>
                  <a:lnTo>
                    <a:pt x="470978" y="5754569"/>
                  </a:lnTo>
                  <a:lnTo>
                    <a:pt x="471260" y="5754569"/>
                  </a:lnTo>
                  <a:lnTo>
                    <a:pt x="471449" y="5754569"/>
                  </a:lnTo>
                  <a:lnTo>
                    <a:pt x="471449" y="5749289"/>
                  </a:lnTo>
                  <a:lnTo>
                    <a:pt x="471731" y="5749289"/>
                  </a:lnTo>
                  <a:lnTo>
                    <a:pt x="471825" y="5749289"/>
                  </a:lnTo>
                  <a:lnTo>
                    <a:pt x="471919" y="5749289"/>
                  </a:lnTo>
                  <a:lnTo>
                    <a:pt x="472013" y="5749289"/>
                  </a:lnTo>
                  <a:lnTo>
                    <a:pt x="472107" y="5749289"/>
                  </a:lnTo>
                  <a:lnTo>
                    <a:pt x="472201" y="5749289"/>
                  </a:lnTo>
                  <a:lnTo>
                    <a:pt x="472389" y="5749289"/>
                  </a:lnTo>
                  <a:lnTo>
                    <a:pt x="472671" y="5749289"/>
                  </a:lnTo>
                  <a:lnTo>
                    <a:pt x="472765" y="5749289"/>
                  </a:lnTo>
                  <a:lnTo>
                    <a:pt x="472953" y="5749289"/>
                  </a:lnTo>
                  <a:lnTo>
                    <a:pt x="473047" y="5749289"/>
                  </a:lnTo>
                  <a:lnTo>
                    <a:pt x="473329" y="5749289"/>
                  </a:lnTo>
                  <a:lnTo>
                    <a:pt x="473517" y="5749289"/>
                  </a:lnTo>
                  <a:lnTo>
                    <a:pt x="473705" y="5749289"/>
                  </a:lnTo>
                  <a:lnTo>
                    <a:pt x="473893" y="5749289"/>
                  </a:lnTo>
                  <a:lnTo>
                    <a:pt x="474175" y="5749289"/>
                  </a:lnTo>
                  <a:lnTo>
                    <a:pt x="474457" y="5749289"/>
                  </a:lnTo>
                  <a:lnTo>
                    <a:pt x="474551" y="5749289"/>
                  </a:lnTo>
                  <a:lnTo>
                    <a:pt x="474833" y="5749289"/>
                  </a:lnTo>
                  <a:lnTo>
                    <a:pt x="474928" y="5749289"/>
                  </a:lnTo>
                  <a:lnTo>
                    <a:pt x="475022" y="5749289"/>
                  </a:lnTo>
                  <a:lnTo>
                    <a:pt x="475116" y="5749289"/>
                  </a:lnTo>
                  <a:lnTo>
                    <a:pt x="475210" y="5749289"/>
                  </a:lnTo>
                  <a:lnTo>
                    <a:pt x="475304" y="5749289"/>
                  </a:lnTo>
                  <a:lnTo>
                    <a:pt x="475398" y="5749289"/>
                  </a:lnTo>
                  <a:lnTo>
                    <a:pt x="475586" y="5749289"/>
                  </a:lnTo>
                  <a:lnTo>
                    <a:pt x="475680" y="5749289"/>
                  </a:lnTo>
                  <a:lnTo>
                    <a:pt x="475774" y="5749289"/>
                  </a:lnTo>
                  <a:lnTo>
                    <a:pt x="475868" y="5749289"/>
                  </a:lnTo>
                  <a:lnTo>
                    <a:pt x="476056" y="5749289"/>
                  </a:lnTo>
                  <a:lnTo>
                    <a:pt x="476150" y="5749289"/>
                  </a:lnTo>
                  <a:lnTo>
                    <a:pt x="476432" y="5744010"/>
                  </a:lnTo>
                  <a:lnTo>
                    <a:pt x="476714" y="5744010"/>
                  </a:lnTo>
                  <a:lnTo>
                    <a:pt x="477090" y="5744010"/>
                  </a:lnTo>
                  <a:lnTo>
                    <a:pt x="477184" y="5744010"/>
                  </a:lnTo>
                  <a:lnTo>
                    <a:pt x="477278" y="5744010"/>
                  </a:lnTo>
                  <a:lnTo>
                    <a:pt x="477466" y="5744010"/>
                  </a:lnTo>
                  <a:lnTo>
                    <a:pt x="477654" y="5744010"/>
                  </a:lnTo>
                  <a:lnTo>
                    <a:pt x="477842" y="5744010"/>
                  </a:lnTo>
                  <a:lnTo>
                    <a:pt x="477936" y="5744010"/>
                  </a:lnTo>
                  <a:lnTo>
                    <a:pt x="478312" y="5744010"/>
                  </a:lnTo>
                  <a:lnTo>
                    <a:pt x="478595" y="5744010"/>
                  </a:lnTo>
                  <a:lnTo>
                    <a:pt x="478783" y="5744010"/>
                  </a:lnTo>
                  <a:lnTo>
                    <a:pt x="478877" y="5744010"/>
                  </a:lnTo>
                  <a:lnTo>
                    <a:pt x="479159" y="5744010"/>
                  </a:lnTo>
                  <a:lnTo>
                    <a:pt x="479629" y="5744010"/>
                  </a:lnTo>
                  <a:lnTo>
                    <a:pt x="479911" y="5744010"/>
                  </a:lnTo>
                  <a:lnTo>
                    <a:pt x="480005" y="5744010"/>
                  </a:lnTo>
                  <a:lnTo>
                    <a:pt x="480099" y="5744010"/>
                  </a:lnTo>
                  <a:lnTo>
                    <a:pt x="480569" y="5744010"/>
                  </a:lnTo>
                  <a:lnTo>
                    <a:pt x="480851" y="5744010"/>
                  </a:lnTo>
                  <a:lnTo>
                    <a:pt x="481039" y="5744010"/>
                  </a:lnTo>
                  <a:lnTo>
                    <a:pt x="481791" y="5744010"/>
                  </a:lnTo>
                  <a:lnTo>
                    <a:pt x="481885" y="5744010"/>
                  </a:lnTo>
                  <a:lnTo>
                    <a:pt x="482168" y="5744010"/>
                  </a:lnTo>
                  <a:lnTo>
                    <a:pt x="482262" y="5738730"/>
                  </a:lnTo>
                  <a:lnTo>
                    <a:pt x="482356" y="5738730"/>
                  </a:lnTo>
                  <a:lnTo>
                    <a:pt x="482544" y="5738730"/>
                  </a:lnTo>
                  <a:lnTo>
                    <a:pt x="483014" y="5738730"/>
                  </a:lnTo>
                  <a:lnTo>
                    <a:pt x="483202" y="5738730"/>
                  </a:lnTo>
                  <a:lnTo>
                    <a:pt x="483296" y="5733451"/>
                  </a:lnTo>
                  <a:lnTo>
                    <a:pt x="483578" y="5733451"/>
                  </a:lnTo>
                  <a:lnTo>
                    <a:pt x="483766" y="5733451"/>
                  </a:lnTo>
                  <a:lnTo>
                    <a:pt x="483954" y="5733451"/>
                  </a:lnTo>
                  <a:lnTo>
                    <a:pt x="484142" y="5728172"/>
                  </a:lnTo>
                  <a:lnTo>
                    <a:pt x="484236" y="5728172"/>
                  </a:lnTo>
                  <a:lnTo>
                    <a:pt x="484330" y="5728172"/>
                  </a:lnTo>
                  <a:lnTo>
                    <a:pt x="484424" y="5728172"/>
                  </a:lnTo>
                  <a:lnTo>
                    <a:pt x="484612" y="5728172"/>
                  </a:lnTo>
                  <a:lnTo>
                    <a:pt x="484800" y="5728172"/>
                  </a:lnTo>
                  <a:lnTo>
                    <a:pt x="485082" y="5722892"/>
                  </a:lnTo>
                  <a:lnTo>
                    <a:pt x="485364" y="5722892"/>
                  </a:lnTo>
                  <a:lnTo>
                    <a:pt x="485458" y="5722892"/>
                  </a:lnTo>
                  <a:lnTo>
                    <a:pt x="485929" y="5722892"/>
                  </a:lnTo>
                  <a:lnTo>
                    <a:pt x="486023" y="5722892"/>
                  </a:lnTo>
                  <a:lnTo>
                    <a:pt x="486211" y="5722892"/>
                  </a:lnTo>
                  <a:lnTo>
                    <a:pt x="486399" y="5722892"/>
                  </a:lnTo>
                  <a:lnTo>
                    <a:pt x="486493" y="5722892"/>
                  </a:lnTo>
                  <a:lnTo>
                    <a:pt x="486775" y="5722892"/>
                  </a:lnTo>
                  <a:lnTo>
                    <a:pt x="487057" y="5722892"/>
                  </a:lnTo>
                  <a:lnTo>
                    <a:pt x="487245" y="5722892"/>
                  </a:lnTo>
                  <a:lnTo>
                    <a:pt x="487433" y="5722892"/>
                  </a:lnTo>
                  <a:lnTo>
                    <a:pt x="487621" y="5722892"/>
                  </a:lnTo>
                  <a:lnTo>
                    <a:pt x="487715" y="5722892"/>
                  </a:lnTo>
                  <a:lnTo>
                    <a:pt x="487809" y="5722892"/>
                  </a:lnTo>
                  <a:lnTo>
                    <a:pt x="487903" y="5722892"/>
                  </a:lnTo>
                  <a:lnTo>
                    <a:pt x="488279" y="5722892"/>
                  </a:lnTo>
                  <a:lnTo>
                    <a:pt x="488373" y="5722892"/>
                  </a:lnTo>
                  <a:lnTo>
                    <a:pt x="488843" y="5717613"/>
                  </a:lnTo>
                  <a:lnTo>
                    <a:pt x="489314" y="5717613"/>
                  </a:lnTo>
                  <a:lnTo>
                    <a:pt x="489408" y="5717613"/>
                  </a:lnTo>
                  <a:lnTo>
                    <a:pt x="489596" y="5717613"/>
                  </a:lnTo>
                  <a:lnTo>
                    <a:pt x="489972" y="5712333"/>
                  </a:lnTo>
                  <a:lnTo>
                    <a:pt x="489972" y="5707054"/>
                  </a:lnTo>
                  <a:lnTo>
                    <a:pt x="490160" y="5707054"/>
                  </a:lnTo>
                  <a:lnTo>
                    <a:pt x="490348" y="5707054"/>
                  </a:lnTo>
                  <a:lnTo>
                    <a:pt x="490442" y="5707054"/>
                  </a:lnTo>
                  <a:lnTo>
                    <a:pt x="490536" y="5707054"/>
                  </a:lnTo>
                  <a:lnTo>
                    <a:pt x="490630" y="5707054"/>
                  </a:lnTo>
                  <a:lnTo>
                    <a:pt x="490724" y="5707054"/>
                  </a:lnTo>
                  <a:lnTo>
                    <a:pt x="490818" y="5707054"/>
                  </a:lnTo>
                  <a:lnTo>
                    <a:pt x="490912" y="5707054"/>
                  </a:lnTo>
                  <a:lnTo>
                    <a:pt x="491100" y="5707054"/>
                  </a:lnTo>
                  <a:lnTo>
                    <a:pt x="491194" y="5707054"/>
                  </a:lnTo>
                  <a:lnTo>
                    <a:pt x="491288" y="5707054"/>
                  </a:lnTo>
                  <a:lnTo>
                    <a:pt x="491382" y="5707054"/>
                  </a:lnTo>
                  <a:lnTo>
                    <a:pt x="491570" y="5707054"/>
                  </a:lnTo>
                  <a:lnTo>
                    <a:pt x="491664" y="5707054"/>
                  </a:lnTo>
                  <a:lnTo>
                    <a:pt x="491758" y="5707054"/>
                  </a:lnTo>
                  <a:lnTo>
                    <a:pt x="491852" y="5707054"/>
                  </a:lnTo>
                  <a:lnTo>
                    <a:pt x="491946" y="5707054"/>
                  </a:lnTo>
                  <a:lnTo>
                    <a:pt x="492134" y="5707054"/>
                  </a:lnTo>
                  <a:lnTo>
                    <a:pt x="492416" y="5707054"/>
                  </a:lnTo>
                  <a:lnTo>
                    <a:pt x="492510" y="5707054"/>
                  </a:lnTo>
                  <a:lnTo>
                    <a:pt x="492604" y="5707054"/>
                  </a:lnTo>
                  <a:lnTo>
                    <a:pt x="492699" y="5707054"/>
                  </a:lnTo>
                  <a:lnTo>
                    <a:pt x="492793" y="5707054"/>
                  </a:lnTo>
                  <a:lnTo>
                    <a:pt x="493075" y="5707054"/>
                  </a:lnTo>
                  <a:lnTo>
                    <a:pt x="493263" y="5707054"/>
                  </a:lnTo>
                  <a:lnTo>
                    <a:pt x="493357" y="5707054"/>
                  </a:lnTo>
                  <a:lnTo>
                    <a:pt x="493827" y="5707054"/>
                  </a:lnTo>
                  <a:lnTo>
                    <a:pt x="494485" y="5707054"/>
                  </a:lnTo>
                  <a:lnTo>
                    <a:pt x="494579" y="5707054"/>
                  </a:lnTo>
                  <a:lnTo>
                    <a:pt x="494767" y="5707054"/>
                  </a:lnTo>
                  <a:lnTo>
                    <a:pt x="495049" y="5707054"/>
                  </a:lnTo>
                  <a:lnTo>
                    <a:pt x="495237" y="5707054"/>
                  </a:lnTo>
                  <a:lnTo>
                    <a:pt x="495331" y="5707054"/>
                  </a:lnTo>
                  <a:lnTo>
                    <a:pt x="495425" y="5707054"/>
                  </a:lnTo>
                  <a:lnTo>
                    <a:pt x="495801" y="5707054"/>
                  </a:lnTo>
                  <a:lnTo>
                    <a:pt x="496554" y="5707054"/>
                  </a:lnTo>
                  <a:lnTo>
                    <a:pt x="496742" y="5707054"/>
                  </a:lnTo>
                  <a:lnTo>
                    <a:pt x="496930" y="5707054"/>
                  </a:lnTo>
                  <a:lnTo>
                    <a:pt x="497118" y="5707054"/>
                  </a:lnTo>
                  <a:lnTo>
                    <a:pt x="497400" y="5707054"/>
                  </a:lnTo>
                  <a:lnTo>
                    <a:pt x="497588" y="5707054"/>
                  </a:lnTo>
                  <a:lnTo>
                    <a:pt x="497870" y="5707054"/>
                  </a:lnTo>
                  <a:lnTo>
                    <a:pt x="497964" y="5707054"/>
                  </a:lnTo>
                  <a:lnTo>
                    <a:pt x="498058" y="5707054"/>
                  </a:lnTo>
                  <a:lnTo>
                    <a:pt x="498152" y="5707054"/>
                  </a:lnTo>
                  <a:lnTo>
                    <a:pt x="498622" y="5707054"/>
                  </a:lnTo>
                  <a:lnTo>
                    <a:pt x="498998" y="5707054"/>
                  </a:lnTo>
                  <a:lnTo>
                    <a:pt x="499092" y="5707054"/>
                  </a:lnTo>
                  <a:lnTo>
                    <a:pt x="499280" y="5707054"/>
                  </a:lnTo>
                  <a:lnTo>
                    <a:pt x="499656" y="5707054"/>
                  </a:lnTo>
                  <a:lnTo>
                    <a:pt x="499751" y="5696495"/>
                  </a:lnTo>
                  <a:lnTo>
                    <a:pt x="499939" y="5696495"/>
                  </a:lnTo>
                  <a:lnTo>
                    <a:pt x="500127" y="5696495"/>
                  </a:lnTo>
                  <a:lnTo>
                    <a:pt x="500221" y="5696495"/>
                  </a:lnTo>
                  <a:lnTo>
                    <a:pt x="500315" y="5696495"/>
                  </a:lnTo>
                  <a:lnTo>
                    <a:pt x="500503" y="5696495"/>
                  </a:lnTo>
                  <a:lnTo>
                    <a:pt x="500597" y="5696495"/>
                  </a:lnTo>
                  <a:lnTo>
                    <a:pt x="500691" y="5696495"/>
                  </a:lnTo>
                  <a:lnTo>
                    <a:pt x="500879" y="5696495"/>
                  </a:lnTo>
                  <a:lnTo>
                    <a:pt x="500973" y="5696495"/>
                  </a:lnTo>
                  <a:lnTo>
                    <a:pt x="501067" y="5696495"/>
                  </a:lnTo>
                  <a:lnTo>
                    <a:pt x="501255" y="5696495"/>
                  </a:lnTo>
                  <a:lnTo>
                    <a:pt x="501443" y="5696495"/>
                  </a:lnTo>
                  <a:lnTo>
                    <a:pt x="501537" y="5696495"/>
                  </a:lnTo>
                  <a:lnTo>
                    <a:pt x="501725" y="5696495"/>
                  </a:lnTo>
                  <a:lnTo>
                    <a:pt x="501819" y="5696495"/>
                  </a:lnTo>
                  <a:lnTo>
                    <a:pt x="501913" y="5696495"/>
                  </a:lnTo>
                  <a:lnTo>
                    <a:pt x="502101" y="5696495"/>
                  </a:lnTo>
                  <a:lnTo>
                    <a:pt x="502195" y="5696495"/>
                  </a:lnTo>
                  <a:lnTo>
                    <a:pt x="502571" y="5696495"/>
                  </a:lnTo>
                  <a:lnTo>
                    <a:pt x="502759" y="5696495"/>
                  </a:lnTo>
                  <a:lnTo>
                    <a:pt x="502853" y="5696495"/>
                  </a:lnTo>
                  <a:lnTo>
                    <a:pt x="503041" y="5696495"/>
                  </a:lnTo>
                  <a:lnTo>
                    <a:pt x="503135" y="5696495"/>
                  </a:lnTo>
                  <a:lnTo>
                    <a:pt x="503229" y="5696495"/>
                  </a:lnTo>
                  <a:lnTo>
                    <a:pt x="503324" y="5696495"/>
                  </a:lnTo>
                  <a:lnTo>
                    <a:pt x="503512" y="5696495"/>
                  </a:lnTo>
                  <a:lnTo>
                    <a:pt x="504546" y="5696495"/>
                  </a:lnTo>
                  <a:lnTo>
                    <a:pt x="504640" y="5696495"/>
                  </a:lnTo>
                  <a:lnTo>
                    <a:pt x="504828" y="5696495"/>
                  </a:lnTo>
                  <a:lnTo>
                    <a:pt x="504922" y="5696495"/>
                  </a:lnTo>
                  <a:lnTo>
                    <a:pt x="505204" y="5696495"/>
                  </a:lnTo>
                  <a:lnTo>
                    <a:pt x="505392" y="5696495"/>
                  </a:lnTo>
                  <a:lnTo>
                    <a:pt x="505486" y="5696495"/>
                  </a:lnTo>
                  <a:lnTo>
                    <a:pt x="505674" y="5696495"/>
                  </a:lnTo>
                  <a:lnTo>
                    <a:pt x="505768" y="5696495"/>
                  </a:lnTo>
                  <a:lnTo>
                    <a:pt x="505862" y="5696495"/>
                  </a:lnTo>
                  <a:lnTo>
                    <a:pt x="505956" y="5696495"/>
                  </a:lnTo>
                  <a:lnTo>
                    <a:pt x="506238" y="5696495"/>
                  </a:lnTo>
                  <a:lnTo>
                    <a:pt x="506426" y="5696495"/>
                  </a:lnTo>
                  <a:lnTo>
                    <a:pt x="506897" y="5696495"/>
                  </a:lnTo>
                  <a:lnTo>
                    <a:pt x="506991" y="5696495"/>
                  </a:lnTo>
                  <a:lnTo>
                    <a:pt x="507367" y="5696495"/>
                  </a:lnTo>
                  <a:lnTo>
                    <a:pt x="507837" y="5696495"/>
                  </a:lnTo>
                  <a:lnTo>
                    <a:pt x="508025" y="5696495"/>
                  </a:lnTo>
                  <a:lnTo>
                    <a:pt x="508119" y="5696495"/>
                  </a:lnTo>
                  <a:lnTo>
                    <a:pt x="508495" y="5696495"/>
                  </a:lnTo>
                  <a:lnTo>
                    <a:pt x="508589" y="5696495"/>
                  </a:lnTo>
                  <a:lnTo>
                    <a:pt x="508871" y="5696495"/>
                  </a:lnTo>
                  <a:lnTo>
                    <a:pt x="508965" y="5696495"/>
                  </a:lnTo>
                  <a:lnTo>
                    <a:pt x="509153" y="5696495"/>
                  </a:lnTo>
                  <a:lnTo>
                    <a:pt x="509247" y="5696495"/>
                  </a:lnTo>
                  <a:lnTo>
                    <a:pt x="509341" y="5696495"/>
                  </a:lnTo>
                  <a:lnTo>
                    <a:pt x="509811" y="5696495"/>
                  </a:lnTo>
                  <a:lnTo>
                    <a:pt x="509905" y="5696495"/>
                  </a:lnTo>
                  <a:lnTo>
                    <a:pt x="510093" y="5696495"/>
                  </a:lnTo>
                  <a:lnTo>
                    <a:pt x="510281" y="5696495"/>
                  </a:lnTo>
                  <a:lnTo>
                    <a:pt x="510376" y="5691216"/>
                  </a:lnTo>
                  <a:lnTo>
                    <a:pt x="510470" y="5691216"/>
                  </a:lnTo>
                  <a:lnTo>
                    <a:pt x="510564" y="5691216"/>
                  </a:lnTo>
                  <a:lnTo>
                    <a:pt x="510658" y="5691216"/>
                  </a:lnTo>
                  <a:lnTo>
                    <a:pt x="510752" y="5691216"/>
                  </a:lnTo>
                  <a:lnTo>
                    <a:pt x="510940" y="5691216"/>
                  </a:lnTo>
                  <a:lnTo>
                    <a:pt x="511222" y="5691216"/>
                  </a:lnTo>
                  <a:lnTo>
                    <a:pt x="511504" y="5691216"/>
                  </a:lnTo>
                  <a:lnTo>
                    <a:pt x="511598" y="5691216"/>
                  </a:lnTo>
                  <a:lnTo>
                    <a:pt x="511692" y="5691216"/>
                  </a:lnTo>
                  <a:lnTo>
                    <a:pt x="512444" y="5691216"/>
                  </a:lnTo>
                  <a:lnTo>
                    <a:pt x="512632" y="5691216"/>
                  </a:lnTo>
                  <a:lnTo>
                    <a:pt x="512820" y="5691216"/>
                  </a:lnTo>
                  <a:lnTo>
                    <a:pt x="513290" y="5691216"/>
                  </a:lnTo>
                  <a:lnTo>
                    <a:pt x="513384" y="5691216"/>
                  </a:lnTo>
                  <a:lnTo>
                    <a:pt x="513478" y="5691216"/>
                  </a:lnTo>
                  <a:lnTo>
                    <a:pt x="513666" y="5691216"/>
                  </a:lnTo>
                  <a:lnTo>
                    <a:pt x="513760" y="5685936"/>
                  </a:lnTo>
                  <a:lnTo>
                    <a:pt x="514325" y="5685936"/>
                  </a:lnTo>
                  <a:lnTo>
                    <a:pt x="514419" y="5685936"/>
                  </a:lnTo>
                  <a:lnTo>
                    <a:pt x="514513" y="5685936"/>
                  </a:lnTo>
                  <a:lnTo>
                    <a:pt x="514607" y="5685936"/>
                  </a:lnTo>
                  <a:lnTo>
                    <a:pt x="514701" y="5685936"/>
                  </a:lnTo>
                  <a:lnTo>
                    <a:pt x="514983" y="5685936"/>
                  </a:lnTo>
                  <a:lnTo>
                    <a:pt x="515077" y="5685936"/>
                  </a:lnTo>
                  <a:lnTo>
                    <a:pt x="515265" y="5685936"/>
                  </a:lnTo>
                  <a:lnTo>
                    <a:pt x="515359" y="5685936"/>
                  </a:lnTo>
                  <a:lnTo>
                    <a:pt x="515453" y="5685936"/>
                  </a:lnTo>
                  <a:lnTo>
                    <a:pt x="515547" y="5685936"/>
                  </a:lnTo>
                  <a:lnTo>
                    <a:pt x="515641" y="5685936"/>
                  </a:lnTo>
                  <a:lnTo>
                    <a:pt x="515735" y="5685936"/>
                  </a:lnTo>
                  <a:lnTo>
                    <a:pt x="516111" y="5685936"/>
                  </a:lnTo>
                  <a:lnTo>
                    <a:pt x="516205" y="5685936"/>
                  </a:lnTo>
                  <a:lnTo>
                    <a:pt x="516393" y="5685936"/>
                  </a:lnTo>
                  <a:lnTo>
                    <a:pt x="516487" y="5685936"/>
                  </a:lnTo>
                  <a:lnTo>
                    <a:pt x="516769" y="5685936"/>
                  </a:lnTo>
                  <a:lnTo>
                    <a:pt x="516957" y="5685936"/>
                  </a:lnTo>
                  <a:lnTo>
                    <a:pt x="517145" y="5685936"/>
                  </a:lnTo>
                  <a:lnTo>
                    <a:pt x="517239" y="5685936"/>
                  </a:lnTo>
                  <a:lnTo>
                    <a:pt x="517333" y="5685936"/>
                  </a:lnTo>
                  <a:lnTo>
                    <a:pt x="517427" y="5685936"/>
                  </a:lnTo>
                  <a:lnTo>
                    <a:pt x="517522" y="5685936"/>
                  </a:lnTo>
                  <a:lnTo>
                    <a:pt x="517616" y="5685936"/>
                  </a:lnTo>
                  <a:lnTo>
                    <a:pt x="517898" y="5685936"/>
                  </a:lnTo>
                  <a:lnTo>
                    <a:pt x="518086" y="5685936"/>
                  </a:lnTo>
                  <a:lnTo>
                    <a:pt x="518462" y="5685936"/>
                  </a:lnTo>
                  <a:lnTo>
                    <a:pt x="518650" y="5680657"/>
                  </a:lnTo>
                  <a:lnTo>
                    <a:pt x="518744" y="5680657"/>
                  </a:lnTo>
                  <a:lnTo>
                    <a:pt x="519026" y="5680657"/>
                  </a:lnTo>
                  <a:lnTo>
                    <a:pt x="519120" y="5680657"/>
                  </a:lnTo>
                  <a:lnTo>
                    <a:pt x="519214" y="5680657"/>
                  </a:lnTo>
                  <a:lnTo>
                    <a:pt x="519402" y="5680657"/>
                  </a:lnTo>
                  <a:lnTo>
                    <a:pt x="519496" y="5680657"/>
                  </a:lnTo>
                  <a:lnTo>
                    <a:pt x="519590" y="5680657"/>
                  </a:lnTo>
                  <a:lnTo>
                    <a:pt x="519684" y="5680657"/>
                  </a:lnTo>
                  <a:lnTo>
                    <a:pt x="519778" y="5680657"/>
                  </a:lnTo>
                  <a:lnTo>
                    <a:pt x="520248" y="5680657"/>
                  </a:lnTo>
                  <a:lnTo>
                    <a:pt x="520342" y="5680657"/>
                  </a:lnTo>
                  <a:lnTo>
                    <a:pt x="520718" y="5680657"/>
                  </a:lnTo>
                  <a:lnTo>
                    <a:pt x="520812" y="5680657"/>
                  </a:lnTo>
                  <a:lnTo>
                    <a:pt x="521283" y="5680657"/>
                  </a:lnTo>
                  <a:lnTo>
                    <a:pt x="521377" y="5680657"/>
                  </a:lnTo>
                  <a:lnTo>
                    <a:pt x="521471" y="5680657"/>
                  </a:lnTo>
                  <a:lnTo>
                    <a:pt x="521659" y="5680657"/>
                  </a:lnTo>
                  <a:lnTo>
                    <a:pt x="521753" y="5680657"/>
                  </a:lnTo>
                  <a:lnTo>
                    <a:pt x="522035" y="5680657"/>
                  </a:lnTo>
                  <a:lnTo>
                    <a:pt x="522505" y="5680657"/>
                  </a:lnTo>
                  <a:lnTo>
                    <a:pt x="522693" y="5680657"/>
                  </a:lnTo>
                  <a:lnTo>
                    <a:pt x="522975" y="5680657"/>
                  </a:lnTo>
                  <a:lnTo>
                    <a:pt x="523069" y="5680657"/>
                  </a:lnTo>
                  <a:lnTo>
                    <a:pt x="523727" y="5680657"/>
                  </a:lnTo>
                  <a:lnTo>
                    <a:pt x="523821" y="5680657"/>
                  </a:lnTo>
                  <a:lnTo>
                    <a:pt x="524009" y="5680657"/>
                  </a:lnTo>
                  <a:lnTo>
                    <a:pt x="524574" y="5680657"/>
                  </a:lnTo>
                  <a:lnTo>
                    <a:pt x="524668" y="5675377"/>
                  </a:lnTo>
                  <a:lnTo>
                    <a:pt x="524762" y="5675377"/>
                  </a:lnTo>
                  <a:lnTo>
                    <a:pt x="524856" y="5670098"/>
                  </a:lnTo>
                  <a:lnTo>
                    <a:pt x="525044" y="5670098"/>
                  </a:lnTo>
                  <a:lnTo>
                    <a:pt x="525138" y="5670098"/>
                  </a:lnTo>
                  <a:lnTo>
                    <a:pt x="525232" y="5670098"/>
                  </a:lnTo>
                  <a:lnTo>
                    <a:pt x="525326" y="5670098"/>
                  </a:lnTo>
                  <a:lnTo>
                    <a:pt x="525420" y="5670098"/>
                  </a:lnTo>
                  <a:lnTo>
                    <a:pt x="525514" y="5670098"/>
                  </a:lnTo>
                  <a:lnTo>
                    <a:pt x="525702" y="5670098"/>
                  </a:lnTo>
                  <a:lnTo>
                    <a:pt x="525890" y="5670098"/>
                  </a:lnTo>
                  <a:lnTo>
                    <a:pt x="526078" y="5664819"/>
                  </a:lnTo>
                  <a:lnTo>
                    <a:pt x="526172" y="5664819"/>
                  </a:lnTo>
                  <a:lnTo>
                    <a:pt x="526454" y="5664819"/>
                  </a:lnTo>
                  <a:lnTo>
                    <a:pt x="526548" y="5664819"/>
                  </a:lnTo>
                  <a:lnTo>
                    <a:pt x="526642" y="5664819"/>
                  </a:lnTo>
                  <a:lnTo>
                    <a:pt x="526924" y="5664819"/>
                  </a:lnTo>
                  <a:lnTo>
                    <a:pt x="527488" y="5664819"/>
                  </a:lnTo>
                  <a:lnTo>
                    <a:pt x="527582" y="5664819"/>
                  </a:lnTo>
                  <a:lnTo>
                    <a:pt x="527676" y="5664819"/>
                  </a:lnTo>
                  <a:lnTo>
                    <a:pt x="527958" y="5664819"/>
                  </a:lnTo>
                  <a:lnTo>
                    <a:pt x="528429" y="5664819"/>
                  </a:lnTo>
                  <a:lnTo>
                    <a:pt x="528617" y="5664819"/>
                  </a:lnTo>
                  <a:lnTo>
                    <a:pt x="528711" y="5659539"/>
                  </a:lnTo>
                  <a:lnTo>
                    <a:pt x="528899" y="5659539"/>
                  </a:lnTo>
                  <a:lnTo>
                    <a:pt x="529087" y="5659539"/>
                  </a:lnTo>
                  <a:lnTo>
                    <a:pt x="529463" y="5659539"/>
                  </a:lnTo>
                  <a:lnTo>
                    <a:pt x="529557" y="5659539"/>
                  </a:lnTo>
                  <a:lnTo>
                    <a:pt x="529933" y="5659539"/>
                  </a:lnTo>
                  <a:lnTo>
                    <a:pt x="530309" y="5659539"/>
                  </a:lnTo>
                  <a:lnTo>
                    <a:pt x="530591" y="5659539"/>
                  </a:lnTo>
                  <a:lnTo>
                    <a:pt x="530685" y="5659539"/>
                  </a:lnTo>
                  <a:lnTo>
                    <a:pt x="530873" y="5659539"/>
                  </a:lnTo>
                  <a:lnTo>
                    <a:pt x="531061" y="5659539"/>
                  </a:lnTo>
                  <a:lnTo>
                    <a:pt x="531249" y="5659539"/>
                  </a:lnTo>
                  <a:lnTo>
                    <a:pt x="531343" y="5659539"/>
                  </a:lnTo>
                  <a:lnTo>
                    <a:pt x="531626" y="5659539"/>
                  </a:lnTo>
                  <a:lnTo>
                    <a:pt x="531814" y="5659539"/>
                  </a:lnTo>
                  <a:lnTo>
                    <a:pt x="531908" y="5659539"/>
                  </a:lnTo>
                  <a:lnTo>
                    <a:pt x="532002" y="5659539"/>
                  </a:lnTo>
                  <a:lnTo>
                    <a:pt x="532096" y="5659539"/>
                  </a:lnTo>
                  <a:lnTo>
                    <a:pt x="532190" y="5659539"/>
                  </a:lnTo>
                  <a:lnTo>
                    <a:pt x="532472" y="5659539"/>
                  </a:lnTo>
                  <a:lnTo>
                    <a:pt x="532848" y="5659539"/>
                  </a:lnTo>
                  <a:lnTo>
                    <a:pt x="532942" y="5659539"/>
                  </a:lnTo>
                  <a:lnTo>
                    <a:pt x="533318" y="5659539"/>
                  </a:lnTo>
                  <a:lnTo>
                    <a:pt x="533506" y="5659539"/>
                  </a:lnTo>
                  <a:lnTo>
                    <a:pt x="534070" y="5659539"/>
                  </a:lnTo>
                  <a:lnTo>
                    <a:pt x="534164" y="5659539"/>
                  </a:lnTo>
                  <a:lnTo>
                    <a:pt x="534258" y="5659539"/>
                  </a:lnTo>
                  <a:lnTo>
                    <a:pt x="534540" y="5659539"/>
                  </a:lnTo>
                  <a:lnTo>
                    <a:pt x="534634" y="5659539"/>
                  </a:lnTo>
                  <a:lnTo>
                    <a:pt x="534916" y="5659539"/>
                  </a:lnTo>
                  <a:lnTo>
                    <a:pt x="535104" y="5659539"/>
                  </a:lnTo>
                  <a:lnTo>
                    <a:pt x="535387" y="5659539"/>
                  </a:lnTo>
                  <a:lnTo>
                    <a:pt x="535669" y="5659539"/>
                  </a:lnTo>
                  <a:lnTo>
                    <a:pt x="536045" y="5659539"/>
                  </a:lnTo>
                  <a:lnTo>
                    <a:pt x="536139" y="5659539"/>
                  </a:lnTo>
                  <a:lnTo>
                    <a:pt x="536233" y="5659539"/>
                  </a:lnTo>
                  <a:lnTo>
                    <a:pt x="536515" y="5659539"/>
                  </a:lnTo>
                  <a:lnTo>
                    <a:pt x="536609" y="5659539"/>
                  </a:lnTo>
                  <a:lnTo>
                    <a:pt x="536891" y="5659539"/>
                  </a:lnTo>
                  <a:lnTo>
                    <a:pt x="536985" y="5659539"/>
                  </a:lnTo>
                  <a:lnTo>
                    <a:pt x="537079" y="5659539"/>
                  </a:lnTo>
                  <a:lnTo>
                    <a:pt x="537455" y="5659539"/>
                  </a:lnTo>
                  <a:lnTo>
                    <a:pt x="537549" y="5659539"/>
                  </a:lnTo>
                  <a:lnTo>
                    <a:pt x="537643" y="5659539"/>
                  </a:lnTo>
                  <a:lnTo>
                    <a:pt x="537737" y="5659539"/>
                  </a:lnTo>
                  <a:lnTo>
                    <a:pt x="537831" y="5659539"/>
                  </a:lnTo>
                  <a:lnTo>
                    <a:pt x="538019" y="5659539"/>
                  </a:lnTo>
                  <a:lnTo>
                    <a:pt x="538113" y="5659539"/>
                  </a:lnTo>
                  <a:lnTo>
                    <a:pt x="538395" y="5659539"/>
                  </a:lnTo>
                  <a:lnTo>
                    <a:pt x="538583" y="5659539"/>
                  </a:lnTo>
                  <a:lnTo>
                    <a:pt x="538866" y="5659539"/>
                  </a:lnTo>
                  <a:lnTo>
                    <a:pt x="539148" y="5659539"/>
                  </a:lnTo>
                  <a:lnTo>
                    <a:pt x="539336" y="5659539"/>
                  </a:lnTo>
                  <a:lnTo>
                    <a:pt x="539430" y="5659539"/>
                  </a:lnTo>
                  <a:lnTo>
                    <a:pt x="539524" y="5659539"/>
                  </a:lnTo>
                  <a:lnTo>
                    <a:pt x="539618" y="5659539"/>
                  </a:lnTo>
                  <a:lnTo>
                    <a:pt x="539712" y="5659539"/>
                  </a:lnTo>
                  <a:lnTo>
                    <a:pt x="540182" y="5659539"/>
                  </a:lnTo>
                  <a:lnTo>
                    <a:pt x="540464" y="5659539"/>
                  </a:lnTo>
                  <a:lnTo>
                    <a:pt x="540652" y="5659539"/>
                  </a:lnTo>
                  <a:lnTo>
                    <a:pt x="540840" y="5659539"/>
                  </a:lnTo>
                  <a:lnTo>
                    <a:pt x="541028" y="5659539"/>
                  </a:lnTo>
                  <a:lnTo>
                    <a:pt x="541216" y="5659539"/>
                  </a:lnTo>
                  <a:lnTo>
                    <a:pt x="541310" y="5659539"/>
                  </a:lnTo>
                  <a:lnTo>
                    <a:pt x="541404" y="5659539"/>
                  </a:lnTo>
                  <a:lnTo>
                    <a:pt x="541498" y="5659539"/>
                  </a:lnTo>
                  <a:lnTo>
                    <a:pt x="541592" y="5659539"/>
                  </a:lnTo>
                  <a:lnTo>
                    <a:pt x="541780" y="5659539"/>
                  </a:lnTo>
                  <a:lnTo>
                    <a:pt x="541874" y="5659539"/>
                  </a:lnTo>
                  <a:lnTo>
                    <a:pt x="542062" y="5659539"/>
                  </a:lnTo>
                  <a:lnTo>
                    <a:pt x="542345" y="5659539"/>
                  </a:lnTo>
                  <a:lnTo>
                    <a:pt x="542439" y="5659539"/>
                  </a:lnTo>
                  <a:lnTo>
                    <a:pt x="543191" y="5659539"/>
                  </a:lnTo>
                  <a:lnTo>
                    <a:pt x="543567" y="5659539"/>
                  </a:lnTo>
                  <a:lnTo>
                    <a:pt x="543849" y="5659539"/>
                  </a:lnTo>
                  <a:lnTo>
                    <a:pt x="544037" y="5659539"/>
                  </a:lnTo>
                  <a:lnTo>
                    <a:pt x="544225" y="5659539"/>
                  </a:lnTo>
                  <a:lnTo>
                    <a:pt x="544507" y="5659539"/>
                  </a:lnTo>
                  <a:lnTo>
                    <a:pt x="544601" y="5659539"/>
                  </a:lnTo>
                  <a:lnTo>
                    <a:pt x="544695" y="5659539"/>
                  </a:lnTo>
                  <a:lnTo>
                    <a:pt x="544789" y="5659539"/>
                  </a:lnTo>
                  <a:lnTo>
                    <a:pt x="544977" y="5659539"/>
                  </a:lnTo>
                  <a:lnTo>
                    <a:pt x="545071" y="5659539"/>
                  </a:lnTo>
                  <a:lnTo>
                    <a:pt x="545353" y="5659539"/>
                  </a:lnTo>
                  <a:lnTo>
                    <a:pt x="545541" y="5659539"/>
                  </a:lnTo>
                  <a:lnTo>
                    <a:pt x="545729" y="5659539"/>
                  </a:lnTo>
                  <a:lnTo>
                    <a:pt x="545918" y="5659539"/>
                  </a:lnTo>
                  <a:lnTo>
                    <a:pt x="546106" y="5659539"/>
                  </a:lnTo>
                  <a:lnTo>
                    <a:pt x="546200" y="5659539"/>
                  </a:lnTo>
                  <a:lnTo>
                    <a:pt x="546294" y="5659539"/>
                  </a:lnTo>
                  <a:lnTo>
                    <a:pt x="546670" y="5659539"/>
                  </a:lnTo>
                  <a:lnTo>
                    <a:pt x="546764" y="5659539"/>
                  </a:lnTo>
                  <a:lnTo>
                    <a:pt x="546952" y="5659539"/>
                  </a:lnTo>
                  <a:lnTo>
                    <a:pt x="547046" y="5659539"/>
                  </a:lnTo>
                  <a:lnTo>
                    <a:pt x="547234" y="5659539"/>
                  </a:lnTo>
                  <a:lnTo>
                    <a:pt x="547328" y="5659539"/>
                  </a:lnTo>
                  <a:lnTo>
                    <a:pt x="547328" y="5654260"/>
                  </a:lnTo>
                  <a:lnTo>
                    <a:pt x="547422" y="5654260"/>
                  </a:lnTo>
                  <a:lnTo>
                    <a:pt x="547704" y="5654260"/>
                  </a:lnTo>
                  <a:lnTo>
                    <a:pt x="547892" y="5654260"/>
                  </a:lnTo>
                  <a:lnTo>
                    <a:pt x="547986" y="5654260"/>
                  </a:lnTo>
                  <a:lnTo>
                    <a:pt x="548080" y="5654260"/>
                  </a:lnTo>
                  <a:lnTo>
                    <a:pt x="548174" y="5654260"/>
                  </a:lnTo>
                  <a:lnTo>
                    <a:pt x="548268" y="5654260"/>
                  </a:lnTo>
                  <a:lnTo>
                    <a:pt x="548362" y="5654260"/>
                  </a:lnTo>
                  <a:lnTo>
                    <a:pt x="548738" y="5654260"/>
                  </a:lnTo>
                  <a:lnTo>
                    <a:pt x="548926" y="5654260"/>
                  </a:lnTo>
                  <a:lnTo>
                    <a:pt x="549020" y="5654260"/>
                  </a:lnTo>
                  <a:lnTo>
                    <a:pt x="549208" y="5654260"/>
                  </a:lnTo>
                  <a:lnTo>
                    <a:pt x="549302" y="5654260"/>
                  </a:lnTo>
                  <a:lnTo>
                    <a:pt x="549397" y="5654260"/>
                  </a:lnTo>
                  <a:lnTo>
                    <a:pt x="549585" y="5654260"/>
                  </a:lnTo>
                  <a:lnTo>
                    <a:pt x="549867" y="5654260"/>
                  </a:lnTo>
                  <a:lnTo>
                    <a:pt x="550149" y="5654260"/>
                  </a:lnTo>
                  <a:lnTo>
                    <a:pt x="550337" y="5654260"/>
                  </a:lnTo>
                  <a:lnTo>
                    <a:pt x="550807" y="5654260"/>
                  </a:lnTo>
                  <a:lnTo>
                    <a:pt x="550995" y="5654260"/>
                  </a:lnTo>
                  <a:lnTo>
                    <a:pt x="551183" y="5654260"/>
                  </a:lnTo>
                  <a:lnTo>
                    <a:pt x="551465" y="5654260"/>
                  </a:lnTo>
                  <a:lnTo>
                    <a:pt x="551841" y="5654260"/>
                  </a:lnTo>
                  <a:lnTo>
                    <a:pt x="552217" y="5654260"/>
                  </a:lnTo>
                  <a:lnTo>
                    <a:pt x="552405" y="5654260"/>
                  </a:lnTo>
                  <a:lnTo>
                    <a:pt x="552593" y="5654260"/>
                  </a:lnTo>
                  <a:lnTo>
                    <a:pt x="552781" y="5654260"/>
                  </a:lnTo>
                  <a:lnTo>
                    <a:pt x="552875" y="5654260"/>
                  </a:lnTo>
                  <a:lnTo>
                    <a:pt x="553158" y="5654260"/>
                  </a:lnTo>
                  <a:lnTo>
                    <a:pt x="553534" y="5654260"/>
                  </a:lnTo>
                  <a:lnTo>
                    <a:pt x="553628" y="5654260"/>
                  </a:lnTo>
                  <a:lnTo>
                    <a:pt x="553722" y="5654260"/>
                  </a:lnTo>
                  <a:lnTo>
                    <a:pt x="553816" y="5654260"/>
                  </a:lnTo>
                  <a:lnTo>
                    <a:pt x="553910" y="5654260"/>
                  </a:lnTo>
                  <a:lnTo>
                    <a:pt x="554098" y="5654260"/>
                  </a:lnTo>
                  <a:lnTo>
                    <a:pt x="554286" y="5654260"/>
                  </a:lnTo>
                  <a:lnTo>
                    <a:pt x="554662" y="5654260"/>
                  </a:lnTo>
                  <a:lnTo>
                    <a:pt x="554850" y="5654260"/>
                  </a:lnTo>
                  <a:lnTo>
                    <a:pt x="555226" y="5654260"/>
                  </a:lnTo>
                  <a:lnTo>
                    <a:pt x="555320" y="5654260"/>
                  </a:lnTo>
                  <a:lnTo>
                    <a:pt x="555508" y="5654260"/>
                  </a:lnTo>
                  <a:lnTo>
                    <a:pt x="555602" y="5654260"/>
                  </a:lnTo>
                  <a:lnTo>
                    <a:pt x="555790" y="5654260"/>
                  </a:lnTo>
                  <a:lnTo>
                    <a:pt x="555978" y="5654260"/>
                  </a:lnTo>
                  <a:lnTo>
                    <a:pt x="556260" y="5654260"/>
                  </a:lnTo>
                  <a:lnTo>
                    <a:pt x="556449" y="5654260"/>
                  </a:lnTo>
                  <a:lnTo>
                    <a:pt x="556731" y="5654260"/>
                  </a:lnTo>
                  <a:lnTo>
                    <a:pt x="556825" y="5654260"/>
                  </a:lnTo>
                  <a:lnTo>
                    <a:pt x="556919" y="5654260"/>
                  </a:lnTo>
                  <a:lnTo>
                    <a:pt x="557201" y="5654260"/>
                  </a:lnTo>
                  <a:lnTo>
                    <a:pt x="557295" y="5654260"/>
                  </a:lnTo>
                  <a:lnTo>
                    <a:pt x="557577" y="5654260"/>
                  </a:lnTo>
                  <a:lnTo>
                    <a:pt x="557671" y="5654260"/>
                  </a:lnTo>
                  <a:lnTo>
                    <a:pt x="557765" y="5654260"/>
                  </a:lnTo>
                  <a:lnTo>
                    <a:pt x="557859" y="5654260"/>
                  </a:lnTo>
                  <a:lnTo>
                    <a:pt x="558047" y="5654260"/>
                  </a:lnTo>
                  <a:lnTo>
                    <a:pt x="558235" y="5654260"/>
                  </a:lnTo>
                  <a:lnTo>
                    <a:pt x="558423" y="5654260"/>
                  </a:lnTo>
                  <a:lnTo>
                    <a:pt x="558611" y="5654260"/>
                  </a:lnTo>
                  <a:lnTo>
                    <a:pt x="558705" y="5654260"/>
                  </a:lnTo>
                  <a:lnTo>
                    <a:pt x="558893" y="5654260"/>
                  </a:lnTo>
                  <a:lnTo>
                    <a:pt x="559081" y="5654260"/>
                  </a:lnTo>
                  <a:lnTo>
                    <a:pt x="559363" y="5654260"/>
                  </a:lnTo>
                  <a:lnTo>
                    <a:pt x="559645" y="5654260"/>
                  </a:lnTo>
                  <a:lnTo>
                    <a:pt x="559739" y="5654260"/>
                  </a:lnTo>
                  <a:lnTo>
                    <a:pt x="560304" y="5654260"/>
                  </a:lnTo>
                  <a:lnTo>
                    <a:pt x="560586" y="5654260"/>
                  </a:lnTo>
                  <a:lnTo>
                    <a:pt x="561056" y="5648980"/>
                  </a:lnTo>
                  <a:lnTo>
                    <a:pt x="561244" y="5648980"/>
                  </a:lnTo>
                  <a:lnTo>
                    <a:pt x="561526" y="5648980"/>
                  </a:lnTo>
                  <a:lnTo>
                    <a:pt x="561620" y="5648980"/>
                  </a:lnTo>
                  <a:lnTo>
                    <a:pt x="561714" y="5648980"/>
                  </a:lnTo>
                  <a:lnTo>
                    <a:pt x="561996" y="5648980"/>
                  </a:lnTo>
                  <a:lnTo>
                    <a:pt x="562560" y="5643701"/>
                  </a:lnTo>
                  <a:lnTo>
                    <a:pt x="562654" y="5643701"/>
                  </a:lnTo>
                  <a:lnTo>
                    <a:pt x="562936" y="5643701"/>
                  </a:lnTo>
                  <a:lnTo>
                    <a:pt x="563218" y="5638421"/>
                  </a:lnTo>
                  <a:lnTo>
                    <a:pt x="563595" y="5638421"/>
                  </a:lnTo>
                  <a:lnTo>
                    <a:pt x="563689" y="5638421"/>
                  </a:lnTo>
                  <a:lnTo>
                    <a:pt x="563877" y="5638421"/>
                  </a:lnTo>
                  <a:lnTo>
                    <a:pt x="563971" y="5638421"/>
                  </a:lnTo>
                  <a:lnTo>
                    <a:pt x="564065" y="5633142"/>
                  </a:lnTo>
                  <a:lnTo>
                    <a:pt x="564535" y="5633142"/>
                  </a:lnTo>
                  <a:lnTo>
                    <a:pt x="564629" y="5633142"/>
                  </a:lnTo>
                  <a:lnTo>
                    <a:pt x="564723" y="5633142"/>
                  </a:lnTo>
                  <a:lnTo>
                    <a:pt x="564817" y="5633142"/>
                  </a:lnTo>
                  <a:lnTo>
                    <a:pt x="565099" y="5633142"/>
                  </a:lnTo>
                  <a:lnTo>
                    <a:pt x="565193" y="5633142"/>
                  </a:lnTo>
                  <a:lnTo>
                    <a:pt x="566321" y="5633142"/>
                  </a:lnTo>
                  <a:lnTo>
                    <a:pt x="566415" y="5633142"/>
                  </a:lnTo>
                  <a:lnTo>
                    <a:pt x="566509" y="5633142"/>
                  </a:lnTo>
                  <a:lnTo>
                    <a:pt x="566697" y="5633142"/>
                  </a:lnTo>
                  <a:lnTo>
                    <a:pt x="566791" y="5633142"/>
                  </a:lnTo>
                  <a:lnTo>
                    <a:pt x="566885" y="5633142"/>
                  </a:lnTo>
                  <a:lnTo>
                    <a:pt x="566979" y="5633142"/>
                  </a:lnTo>
                  <a:lnTo>
                    <a:pt x="567074" y="5633142"/>
                  </a:lnTo>
                  <a:lnTo>
                    <a:pt x="567168" y="5633142"/>
                  </a:lnTo>
                  <a:lnTo>
                    <a:pt x="567262" y="5633142"/>
                  </a:lnTo>
                  <a:lnTo>
                    <a:pt x="567356" y="5633142"/>
                  </a:lnTo>
                  <a:lnTo>
                    <a:pt x="567638" y="5633142"/>
                  </a:lnTo>
                  <a:lnTo>
                    <a:pt x="567732" y="5633142"/>
                  </a:lnTo>
                  <a:lnTo>
                    <a:pt x="567826" y="5633142"/>
                  </a:lnTo>
                  <a:lnTo>
                    <a:pt x="568202" y="5633142"/>
                  </a:lnTo>
                  <a:lnTo>
                    <a:pt x="568390" y="5633142"/>
                  </a:lnTo>
                  <a:lnTo>
                    <a:pt x="568390" y="5627863"/>
                  </a:lnTo>
                  <a:lnTo>
                    <a:pt x="568578" y="5627863"/>
                  </a:lnTo>
                  <a:lnTo>
                    <a:pt x="568860" y="5627863"/>
                  </a:lnTo>
                  <a:lnTo>
                    <a:pt x="568954" y="5627863"/>
                  </a:lnTo>
                  <a:lnTo>
                    <a:pt x="569424" y="5627863"/>
                  </a:lnTo>
                  <a:lnTo>
                    <a:pt x="569612" y="5627863"/>
                  </a:lnTo>
                  <a:lnTo>
                    <a:pt x="569706" y="5627863"/>
                  </a:lnTo>
                  <a:lnTo>
                    <a:pt x="570270" y="5627863"/>
                  </a:lnTo>
                  <a:lnTo>
                    <a:pt x="570458" y="5627863"/>
                  </a:lnTo>
                  <a:lnTo>
                    <a:pt x="570552" y="5627863"/>
                  </a:lnTo>
                  <a:lnTo>
                    <a:pt x="570741" y="5627863"/>
                  </a:lnTo>
                  <a:lnTo>
                    <a:pt x="570835" y="5622583"/>
                  </a:lnTo>
                  <a:lnTo>
                    <a:pt x="571023" y="5622583"/>
                  </a:lnTo>
                  <a:lnTo>
                    <a:pt x="571117" y="5622583"/>
                  </a:lnTo>
                  <a:lnTo>
                    <a:pt x="571305" y="5622583"/>
                  </a:lnTo>
                  <a:lnTo>
                    <a:pt x="571493" y="5622583"/>
                  </a:lnTo>
                  <a:lnTo>
                    <a:pt x="571775" y="5622583"/>
                  </a:lnTo>
                  <a:lnTo>
                    <a:pt x="571869" y="5622583"/>
                  </a:lnTo>
                  <a:lnTo>
                    <a:pt x="571963" y="5622583"/>
                  </a:lnTo>
                  <a:lnTo>
                    <a:pt x="572057" y="5622583"/>
                  </a:lnTo>
                  <a:lnTo>
                    <a:pt x="572151" y="5622583"/>
                  </a:lnTo>
                  <a:lnTo>
                    <a:pt x="572433" y="5622583"/>
                  </a:lnTo>
                  <a:lnTo>
                    <a:pt x="572621" y="5622583"/>
                  </a:lnTo>
                  <a:lnTo>
                    <a:pt x="572715" y="5622583"/>
                  </a:lnTo>
                  <a:lnTo>
                    <a:pt x="572809" y="5622583"/>
                  </a:lnTo>
                  <a:lnTo>
                    <a:pt x="573091" y="5622583"/>
                  </a:lnTo>
                  <a:lnTo>
                    <a:pt x="573185" y="5622583"/>
                  </a:lnTo>
                  <a:lnTo>
                    <a:pt x="573655" y="5622583"/>
                  </a:lnTo>
                  <a:lnTo>
                    <a:pt x="573749" y="5622583"/>
                  </a:lnTo>
                  <a:lnTo>
                    <a:pt x="573937" y="5622583"/>
                  </a:lnTo>
                  <a:lnTo>
                    <a:pt x="574125" y="5622583"/>
                  </a:lnTo>
                  <a:lnTo>
                    <a:pt x="574314" y="5622583"/>
                  </a:lnTo>
                  <a:lnTo>
                    <a:pt x="574690" y="5622583"/>
                  </a:lnTo>
                  <a:lnTo>
                    <a:pt x="574784" y="5622583"/>
                  </a:lnTo>
                  <a:lnTo>
                    <a:pt x="574878" y="5622583"/>
                  </a:lnTo>
                  <a:lnTo>
                    <a:pt x="575066" y="5622583"/>
                  </a:lnTo>
                  <a:lnTo>
                    <a:pt x="575442" y="5622583"/>
                  </a:lnTo>
                  <a:lnTo>
                    <a:pt x="575724" y="5622583"/>
                  </a:lnTo>
                  <a:lnTo>
                    <a:pt x="576100" y="5622583"/>
                  </a:lnTo>
                  <a:lnTo>
                    <a:pt x="576194" y="5622583"/>
                  </a:lnTo>
                  <a:lnTo>
                    <a:pt x="576570" y="5622583"/>
                  </a:lnTo>
                  <a:lnTo>
                    <a:pt x="576664" y="5622583"/>
                  </a:lnTo>
                  <a:lnTo>
                    <a:pt x="577040" y="5622583"/>
                  </a:lnTo>
                  <a:lnTo>
                    <a:pt x="577134" y="5622583"/>
                  </a:lnTo>
                  <a:lnTo>
                    <a:pt x="577228" y="5622583"/>
                  </a:lnTo>
                  <a:lnTo>
                    <a:pt x="577322" y="5622583"/>
                  </a:lnTo>
                  <a:lnTo>
                    <a:pt x="577510" y="5622583"/>
                  </a:lnTo>
                  <a:lnTo>
                    <a:pt x="577698" y="5622583"/>
                  </a:lnTo>
                  <a:lnTo>
                    <a:pt x="577793" y="5622583"/>
                  </a:lnTo>
                  <a:lnTo>
                    <a:pt x="577981" y="5622583"/>
                  </a:lnTo>
                  <a:lnTo>
                    <a:pt x="578075" y="5622583"/>
                  </a:lnTo>
                  <a:lnTo>
                    <a:pt x="578169" y="5622583"/>
                  </a:lnTo>
                  <a:lnTo>
                    <a:pt x="578733" y="5622583"/>
                  </a:lnTo>
                  <a:lnTo>
                    <a:pt x="578827" y="5622583"/>
                  </a:lnTo>
                  <a:lnTo>
                    <a:pt x="579391" y="5622583"/>
                  </a:lnTo>
                  <a:lnTo>
                    <a:pt x="579861" y="5617304"/>
                  </a:lnTo>
                  <a:lnTo>
                    <a:pt x="579955" y="5617304"/>
                  </a:lnTo>
                  <a:lnTo>
                    <a:pt x="580049" y="5617304"/>
                  </a:lnTo>
                  <a:lnTo>
                    <a:pt x="580237" y="5617304"/>
                  </a:lnTo>
                  <a:lnTo>
                    <a:pt x="580613" y="5617304"/>
                  </a:lnTo>
                  <a:lnTo>
                    <a:pt x="580801" y="5617304"/>
                  </a:lnTo>
                  <a:lnTo>
                    <a:pt x="581177" y="5617304"/>
                  </a:lnTo>
                  <a:lnTo>
                    <a:pt x="581272" y="5617304"/>
                  </a:lnTo>
                  <a:lnTo>
                    <a:pt x="581366" y="5617304"/>
                  </a:lnTo>
                  <a:lnTo>
                    <a:pt x="581460" y="5617304"/>
                  </a:lnTo>
                  <a:lnTo>
                    <a:pt x="581554" y="5617304"/>
                  </a:lnTo>
                  <a:lnTo>
                    <a:pt x="581648" y="5617304"/>
                  </a:lnTo>
                  <a:lnTo>
                    <a:pt x="581742" y="5617304"/>
                  </a:lnTo>
                  <a:lnTo>
                    <a:pt x="581836" y="5617304"/>
                  </a:lnTo>
                  <a:lnTo>
                    <a:pt x="582024" y="5617304"/>
                  </a:lnTo>
                  <a:lnTo>
                    <a:pt x="582400" y="5617304"/>
                  </a:lnTo>
                  <a:lnTo>
                    <a:pt x="582682" y="5617304"/>
                  </a:lnTo>
                  <a:lnTo>
                    <a:pt x="583058" y="5617304"/>
                  </a:lnTo>
                  <a:lnTo>
                    <a:pt x="583246" y="5617304"/>
                  </a:lnTo>
                  <a:lnTo>
                    <a:pt x="583528" y="5617304"/>
                  </a:lnTo>
                  <a:lnTo>
                    <a:pt x="583622" y="5617304"/>
                  </a:lnTo>
                  <a:lnTo>
                    <a:pt x="583716" y="5617304"/>
                  </a:lnTo>
                  <a:lnTo>
                    <a:pt x="583904" y="5617304"/>
                  </a:lnTo>
                  <a:lnTo>
                    <a:pt x="583998" y="5617304"/>
                  </a:lnTo>
                  <a:lnTo>
                    <a:pt x="584092" y="5617304"/>
                  </a:lnTo>
                  <a:lnTo>
                    <a:pt x="584186" y="5617304"/>
                  </a:lnTo>
                  <a:lnTo>
                    <a:pt x="584374" y="5617304"/>
                  </a:lnTo>
                  <a:lnTo>
                    <a:pt x="584468" y="5617304"/>
                  </a:lnTo>
                  <a:lnTo>
                    <a:pt x="585033" y="5617304"/>
                  </a:lnTo>
                  <a:lnTo>
                    <a:pt x="585503" y="5617304"/>
                  </a:lnTo>
                  <a:lnTo>
                    <a:pt x="585597" y="5617304"/>
                  </a:lnTo>
                  <a:lnTo>
                    <a:pt x="585691" y="5617304"/>
                  </a:lnTo>
                  <a:lnTo>
                    <a:pt x="585785" y="5617304"/>
                  </a:lnTo>
                  <a:lnTo>
                    <a:pt x="585973" y="5617304"/>
                  </a:lnTo>
                  <a:lnTo>
                    <a:pt x="586067" y="5617304"/>
                  </a:lnTo>
                  <a:lnTo>
                    <a:pt x="586349" y="5617304"/>
                  </a:lnTo>
                  <a:lnTo>
                    <a:pt x="586725" y="5617304"/>
                  </a:lnTo>
                  <a:lnTo>
                    <a:pt x="587101" y="5617304"/>
                  </a:lnTo>
                  <a:lnTo>
                    <a:pt x="587289" y="5617304"/>
                  </a:lnTo>
                  <a:lnTo>
                    <a:pt x="587477" y="5617304"/>
                  </a:lnTo>
                  <a:lnTo>
                    <a:pt x="587665" y="5617304"/>
                  </a:lnTo>
                  <a:lnTo>
                    <a:pt x="587853" y="5617304"/>
                  </a:lnTo>
                  <a:lnTo>
                    <a:pt x="587853" y="5612024"/>
                  </a:lnTo>
                  <a:lnTo>
                    <a:pt x="587947" y="5612024"/>
                  </a:lnTo>
                  <a:lnTo>
                    <a:pt x="588041" y="5612024"/>
                  </a:lnTo>
                  <a:lnTo>
                    <a:pt x="588606" y="5612024"/>
                  </a:lnTo>
                  <a:lnTo>
                    <a:pt x="588794" y="5612024"/>
                  </a:lnTo>
                  <a:lnTo>
                    <a:pt x="589170" y="5612024"/>
                  </a:lnTo>
                  <a:lnTo>
                    <a:pt x="589358" y="5612024"/>
                  </a:lnTo>
                  <a:lnTo>
                    <a:pt x="589546" y="5612024"/>
                  </a:lnTo>
                  <a:lnTo>
                    <a:pt x="589640" y="5606745"/>
                  </a:lnTo>
                  <a:lnTo>
                    <a:pt x="590016" y="5606745"/>
                  </a:lnTo>
                  <a:lnTo>
                    <a:pt x="590204" y="5606745"/>
                  </a:lnTo>
                  <a:lnTo>
                    <a:pt x="590298" y="5606745"/>
                  </a:lnTo>
                  <a:lnTo>
                    <a:pt x="590392" y="5606745"/>
                  </a:lnTo>
                  <a:lnTo>
                    <a:pt x="590486" y="5606745"/>
                  </a:lnTo>
                  <a:lnTo>
                    <a:pt x="590580" y="5606745"/>
                  </a:lnTo>
                  <a:lnTo>
                    <a:pt x="591144" y="5606745"/>
                  </a:lnTo>
                  <a:lnTo>
                    <a:pt x="591426" y="5606745"/>
                  </a:lnTo>
                  <a:lnTo>
                    <a:pt x="591708" y="5606745"/>
                  </a:lnTo>
                  <a:lnTo>
                    <a:pt x="592085" y="5606745"/>
                  </a:lnTo>
                  <a:lnTo>
                    <a:pt x="592179" y="5606745"/>
                  </a:lnTo>
                  <a:lnTo>
                    <a:pt x="592367" y="5606745"/>
                  </a:lnTo>
                  <a:lnTo>
                    <a:pt x="592555" y="5606745"/>
                  </a:lnTo>
                  <a:lnTo>
                    <a:pt x="592931" y="5601466"/>
                  </a:lnTo>
                  <a:lnTo>
                    <a:pt x="593213" y="5601466"/>
                  </a:lnTo>
                  <a:lnTo>
                    <a:pt x="593401" y="5601466"/>
                  </a:lnTo>
                  <a:lnTo>
                    <a:pt x="593871" y="5601466"/>
                  </a:lnTo>
                  <a:lnTo>
                    <a:pt x="593871" y="5596186"/>
                  </a:lnTo>
                  <a:lnTo>
                    <a:pt x="593965" y="5596186"/>
                  </a:lnTo>
                  <a:lnTo>
                    <a:pt x="593965" y="5590907"/>
                  </a:lnTo>
                  <a:lnTo>
                    <a:pt x="594059" y="5590907"/>
                  </a:lnTo>
                  <a:lnTo>
                    <a:pt x="594153" y="5590907"/>
                  </a:lnTo>
                  <a:lnTo>
                    <a:pt x="594529" y="5590907"/>
                  </a:lnTo>
                  <a:lnTo>
                    <a:pt x="594623" y="5590907"/>
                  </a:lnTo>
                  <a:lnTo>
                    <a:pt x="594717" y="5590907"/>
                  </a:lnTo>
                  <a:lnTo>
                    <a:pt x="595281" y="5590907"/>
                  </a:lnTo>
                  <a:lnTo>
                    <a:pt x="595658" y="5590907"/>
                  </a:lnTo>
                  <a:lnTo>
                    <a:pt x="595752" y="5590907"/>
                  </a:lnTo>
                  <a:lnTo>
                    <a:pt x="595940" y="5590907"/>
                  </a:lnTo>
                  <a:lnTo>
                    <a:pt x="596034" y="5590907"/>
                  </a:lnTo>
                  <a:lnTo>
                    <a:pt x="596128" y="5590907"/>
                  </a:lnTo>
                  <a:lnTo>
                    <a:pt x="596222" y="5590907"/>
                  </a:lnTo>
                  <a:lnTo>
                    <a:pt x="596316" y="5590907"/>
                  </a:lnTo>
                  <a:lnTo>
                    <a:pt x="596410" y="5590907"/>
                  </a:lnTo>
                  <a:lnTo>
                    <a:pt x="596598" y="5590907"/>
                  </a:lnTo>
                  <a:lnTo>
                    <a:pt x="596786" y="5590907"/>
                  </a:lnTo>
                  <a:lnTo>
                    <a:pt x="596880" y="5590907"/>
                  </a:lnTo>
                  <a:lnTo>
                    <a:pt x="596974" y="5590907"/>
                  </a:lnTo>
                  <a:lnTo>
                    <a:pt x="597068" y="5590907"/>
                  </a:lnTo>
                  <a:lnTo>
                    <a:pt x="597162" y="5590907"/>
                  </a:lnTo>
                  <a:lnTo>
                    <a:pt x="597256" y="5590907"/>
                  </a:lnTo>
                  <a:lnTo>
                    <a:pt x="597444" y="5590907"/>
                  </a:lnTo>
                  <a:lnTo>
                    <a:pt x="597538" y="5590907"/>
                  </a:lnTo>
                  <a:lnTo>
                    <a:pt x="597914" y="5590907"/>
                  </a:lnTo>
                  <a:lnTo>
                    <a:pt x="598196" y="5590907"/>
                  </a:lnTo>
                  <a:lnTo>
                    <a:pt x="598384" y="5590907"/>
                  </a:lnTo>
                  <a:lnTo>
                    <a:pt x="598478" y="5590907"/>
                  </a:lnTo>
                  <a:lnTo>
                    <a:pt x="598666" y="5590907"/>
                  </a:lnTo>
                  <a:lnTo>
                    <a:pt x="598760" y="5590907"/>
                  </a:lnTo>
                  <a:lnTo>
                    <a:pt x="598854" y="5590907"/>
                  </a:lnTo>
                  <a:lnTo>
                    <a:pt x="598948" y="5590907"/>
                  </a:lnTo>
                  <a:lnTo>
                    <a:pt x="599137" y="5590907"/>
                  </a:lnTo>
                  <a:lnTo>
                    <a:pt x="599231" y="5590907"/>
                  </a:lnTo>
                  <a:lnTo>
                    <a:pt x="599419" y="5585627"/>
                  </a:lnTo>
                  <a:lnTo>
                    <a:pt x="599513" y="5585627"/>
                  </a:lnTo>
                  <a:lnTo>
                    <a:pt x="599607" y="5585627"/>
                  </a:lnTo>
                  <a:lnTo>
                    <a:pt x="599701" y="5585627"/>
                  </a:lnTo>
                  <a:lnTo>
                    <a:pt x="599795" y="5585627"/>
                  </a:lnTo>
                  <a:lnTo>
                    <a:pt x="600171" y="5585627"/>
                  </a:lnTo>
                  <a:lnTo>
                    <a:pt x="600265" y="5585627"/>
                  </a:lnTo>
                  <a:lnTo>
                    <a:pt x="600641" y="5585627"/>
                  </a:lnTo>
                  <a:lnTo>
                    <a:pt x="600735" y="5585627"/>
                  </a:lnTo>
                  <a:lnTo>
                    <a:pt x="600829" y="5585627"/>
                  </a:lnTo>
                  <a:lnTo>
                    <a:pt x="600923" y="5585627"/>
                  </a:lnTo>
                  <a:lnTo>
                    <a:pt x="601393" y="5585627"/>
                  </a:lnTo>
                  <a:lnTo>
                    <a:pt x="601675" y="5585627"/>
                  </a:lnTo>
                  <a:lnTo>
                    <a:pt x="601863" y="5585627"/>
                  </a:lnTo>
                  <a:lnTo>
                    <a:pt x="602051" y="5585627"/>
                  </a:lnTo>
                  <a:lnTo>
                    <a:pt x="602145" y="5585627"/>
                  </a:lnTo>
                  <a:lnTo>
                    <a:pt x="602333" y="5585627"/>
                  </a:lnTo>
                  <a:lnTo>
                    <a:pt x="602710" y="5585627"/>
                  </a:lnTo>
                  <a:lnTo>
                    <a:pt x="603744" y="5585627"/>
                  </a:lnTo>
                  <a:lnTo>
                    <a:pt x="603838" y="5585627"/>
                  </a:lnTo>
                  <a:lnTo>
                    <a:pt x="603932" y="5585627"/>
                  </a:lnTo>
                  <a:lnTo>
                    <a:pt x="604308" y="5585627"/>
                  </a:lnTo>
                  <a:lnTo>
                    <a:pt x="604402" y="5585627"/>
                  </a:lnTo>
                  <a:lnTo>
                    <a:pt x="604590" y="5585627"/>
                  </a:lnTo>
                  <a:lnTo>
                    <a:pt x="604684" y="5585627"/>
                  </a:lnTo>
                  <a:lnTo>
                    <a:pt x="604778" y="5585627"/>
                  </a:lnTo>
                  <a:lnTo>
                    <a:pt x="605060" y="5585627"/>
                  </a:lnTo>
                  <a:lnTo>
                    <a:pt x="605812" y="5585627"/>
                  </a:lnTo>
                  <a:lnTo>
                    <a:pt x="606000" y="5585627"/>
                  </a:lnTo>
                  <a:lnTo>
                    <a:pt x="606283" y="5585627"/>
                  </a:lnTo>
                  <a:lnTo>
                    <a:pt x="606377" y="5585627"/>
                  </a:lnTo>
                  <a:lnTo>
                    <a:pt x="606565" y="5585627"/>
                  </a:lnTo>
                  <a:lnTo>
                    <a:pt x="606941" y="5585627"/>
                  </a:lnTo>
                  <a:lnTo>
                    <a:pt x="607411" y="5585627"/>
                  </a:lnTo>
                  <a:lnTo>
                    <a:pt x="607693" y="5585627"/>
                  </a:lnTo>
                  <a:lnTo>
                    <a:pt x="607975" y="5585627"/>
                  </a:lnTo>
                  <a:lnTo>
                    <a:pt x="608069" y="5585627"/>
                  </a:lnTo>
                  <a:lnTo>
                    <a:pt x="608163" y="5585627"/>
                  </a:lnTo>
                  <a:lnTo>
                    <a:pt x="608257" y="5585627"/>
                  </a:lnTo>
                  <a:lnTo>
                    <a:pt x="608445" y="5585627"/>
                  </a:lnTo>
                  <a:lnTo>
                    <a:pt x="608727" y="5585627"/>
                  </a:lnTo>
                  <a:lnTo>
                    <a:pt x="609103" y="5585627"/>
                  </a:lnTo>
                  <a:lnTo>
                    <a:pt x="609197" y="5585627"/>
                  </a:lnTo>
                  <a:lnTo>
                    <a:pt x="609479" y="5585627"/>
                  </a:lnTo>
                  <a:lnTo>
                    <a:pt x="609573" y="5585627"/>
                  </a:lnTo>
                  <a:lnTo>
                    <a:pt x="609762" y="5585627"/>
                  </a:lnTo>
                  <a:lnTo>
                    <a:pt x="609856" y="5585627"/>
                  </a:lnTo>
                  <a:lnTo>
                    <a:pt x="610044" y="5585627"/>
                  </a:lnTo>
                  <a:lnTo>
                    <a:pt x="610420" y="5585627"/>
                  </a:lnTo>
                  <a:lnTo>
                    <a:pt x="610702" y="5585627"/>
                  </a:lnTo>
                  <a:lnTo>
                    <a:pt x="610984" y="5585627"/>
                  </a:lnTo>
                  <a:lnTo>
                    <a:pt x="611360" y="5585627"/>
                  </a:lnTo>
                  <a:lnTo>
                    <a:pt x="611548" y="5580348"/>
                  </a:lnTo>
                  <a:lnTo>
                    <a:pt x="611924" y="5580348"/>
                  </a:lnTo>
                  <a:lnTo>
                    <a:pt x="612206" y="5580348"/>
                  </a:lnTo>
                  <a:lnTo>
                    <a:pt x="612300" y="5580348"/>
                  </a:lnTo>
                  <a:lnTo>
                    <a:pt x="612676" y="5580348"/>
                  </a:lnTo>
                  <a:lnTo>
                    <a:pt x="612770" y="5580348"/>
                  </a:lnTo>
                  <a:lnTo>
                    <a:pt x="612864" y="5580348"/>
                  </a:lnTo>
                  <a:lnTo>
                    <a:pt x="612958" y="5580348"/>
                  </a:lnTo>
                  <a:lnTo>
                    <a:pt x="613052" y="5580348"/>
                  </a:lnTo>
                  <a:lnTo>
                    <a:pt x="613241" y="5580348"/>
                  </a:lnTo>
                  <a:lnTo>
                    <a:pt x="613335" y="5580348"/>
                  </a:lnTo>
                  <a:lnTo>
                    <a:pt x="613523" y="5580348"/>
                  </a:lnTo>
                  <a:lnTo>
                    <a:pt x="613711" y="5580348"/>
                  </a:lnTo>
                  <a:lnTo>
                    <a:pt x="614181" y="5580348"/>
                  </a:lnTo>
                  <a:lnTo>
                    <a:pt x="614275" y="5580348"/>
                  </a:lnTo>
                  <a:lnTo>
                    <a:pt x="614463" y="5580348"/>
                  </a:lnTo>
                  <a:lnTo>
                    <a:pt x="614557" y="5580348"/>
                  </a:lnTo>
                  <a:lnTo>
                    <a:pt x="614651" y="5580348"/>
                  </a:lnTo>
                  <a:lnTo>
                    <a:pt x="614933" y="5580348"/>
                  </a:lnTo>
                  <a:lnTo>
                    <a:pt x="615027" y="5580348"/>
                  </a:lnTo>
                  <a:lnTo>
                    <a:pt x="615309" y="5575068"/>
                  </a:lnTo>
                  <a:lnTo>
                    <a:pt x="615403" y="5575068"/>
                  </a:lnTo>
                  <a:lnTo>
                    <a:pt x="615591" y="5575068"/>
                  </a:lnTo>
                  <a:lnTo>
                    <a:pt x="615873" y="5569789"/>
                  </a:lnTo>
                  <a:lnTo>
                    <a:pt x="615967" y="5569789"/>
                  </a:lnTo>
                  <a:lnTo>
                    <a:pt x="616249" y="5569789"/>
                  </a:lnTo>
                  <a:lnTo>
                    <a:pt x="616343" y="5569789"/>
                  </a:lnTo>
                  <a:lnTo>
                    <a:pt x="616531" y="5569789"/>
                  </a:lnTo>
                  <a:lnTo>
                    <a:pt x="616814" y="5564510"/>
                  </a:lnTo>
                  <a:lnTo>
                    <a:pt x="617002" y="5564510"/>
                  </a:lnTo>
                  <a:lnTo>
                    <a:pt x="617566" y="5564510"/>
                  </a:lnTo>
                  <a:lnTo>
                    <a:pt x="617660" y="5564510"/>
                  </a:lnTo>
                  <a:lnTo>
                    <a:pt x="617848" y="5564510"/>
                  </a:lnTo>
                  <a:lnTo>
                    <a:pt x="618600" y="5559230"/>
                  </a:lnTo>
                  <a:lnTo>
                    <a:pt x="618694" y="5559230"/>
                  </a:lnTo>
                  <a:lnTo>
                    <a:pt x="618976" y="5559230"/>
                  </a:lnTo>
                  <a:lnTo>
                    <a:pt x="619070" y="5559230"/>
                  </a:lnTo>
                  <a:lnTo>
                    <a:pt x="619164" y="5559230"/>
                  </a:lnTo>
                  <a:lnTo>
                    <a:pt x="619540" y="5559230"/>
                  </a:lnTo>
                  <a:lnTo>
                    <a:pt x="619916" y="5559230"/>
                  </a:lnTo>
                  <a:lnTo>
                    <a:pt x="620198" y="5559230"/>
                  </a:lnTo>
                  <a:lnTo>
                    <a:pt x="620293" y="5559230"/>
                  </a:lnTo>
                  <a:lnTo>
                    <a:pt x="621327" y="5559230"/>
                  </a:lnTo>
                  <a:lnTo>
                    <a:pt x="621421" y="5559230"/>
                  </a:lnTo>
                  <a:lnTo>
                    <a:pt x="621891" y="5559230"/>
                  </a:lnTo>
                  <a:lnTo>
                    <a:pt x="622173" y="5559230"/>
                  </a:lnTo>
                  <a:lnTo>
                    <a:pt x="622267" y="5559230"/>
                  </a:lnTo>
                  <a:lnTo>
                    <a:pt x="622361" y="5559230"/>
                  </a:lnTo>
                  <a:lnTo>
                    <a:pt x="622455" y="5559230"/>
                  </a:lnTo>
                  <a:lnTo>
                    <a:pt x="622831" y="5559230"/>
                  </a:lnTo>
                  <a:lnTo>
                    <a:pt x="623019" y="5559230"/>
                  </a:lnTo>
                  <a:lnTo>
                    <a:pt x="623207" y="5559230"/>
                  </a:lnTo>
                  <a:lnTo>
                    <a:pt x="623866" y="5559230"/>
                  </a:lnTo>
                  <a:lnTo>
                    <a:pt x="623960" y="5559230"/>
                  </a:lnTo>
                  <a:lnTo>
                    <a:pt x="624712" y="5559230"/>
                  </a:lnTo>
                  <a:lnTo>
                    <a:pt x="624994" y="5559230"/>
                  </a:lnTo>
                  <a:lnTo>
                    <a:pt x="625088" y="5559230"/>
                  </a:lnTo>
                  <a:lnTo>
                    <a:pt x="625464" y="5559230"/>
                  </a:lnTo>
                  <a:lnTo>
                    <a:pt x="625840" y="5559230"/>
                  </a:lnTo>
                  <a:lnTo>
                    <a:pt x="625934" y="5559230"/>
                  </a:lnTo>
                  <a:lnTo>
                    <a:pt x="626028" y="5559230"/>
                  </a:lnTo>
                  <a:lnTo>
                    <a:pt x="626122" y="5559230"/>
                  </a:lnTo>
                  <a:lnTo>
                    <a:pt x="626780" y="5559230"/>
                  </a:lnTo>
                  <a:lnTo>
                    <a:pt x="626874" y="5559230"/>
                  </a:lnTo>
                  <a:lnTo>
                    <a:pt x="626968" y="5559230"/>
                  </a:lnTo>
                  <a:lnTo>
                    <a:pt x="627250" y="5559230"/>
                  </a:lnTo>
                  <a:lnTo>
                    <a:pt x="627345" y="5559230"/>
                  </a:lnTo>
                  <a:lnTo>
                    <a:pt x="627627" y="5559230"/>
                  </a:lnTo>
                  <a:lnTo>
                    <a:pt x="627721" y="5559230"/>
                  </a:lnTo>
                  <a:lnTo>
                    <a:pt x="627909" y="5559230"/>
                  </a:lnTo>
                  <a:lnTo>
                    <a:pt x="628097" y="5553951"/>
                  </a:lnTo>
                  <a:lnTo>
                    <a:pt x="628379" y="5553951"/>
                  </a:lnTo>
                  <a:lnTo>
                    <a:pt x="628473" y="5553951"/>
                  </a:lnTo>
                  <a:lnTo>
                    <a:pt x="628661" y="5553951"/>
                  </a:lnTo>
                  <a:lnTo>
                    <a:pt x="629507" y="5548671"/>
                  </a:lnTo>
                  <a:lnTo>
                    <a:pt x="629601" y="5548671"/>
                  </a:lnTo>
                  <a:lnTo>
                    <a:pt x="629883" y="5548671"/>
                  </a:lnTo>
                  <a:lnTo>
                    <a:pt x="629977" y="5548671"/>
                  </a:lnTo>
                  <a:lnTo>
                    <a:pt x="630259" y="5543392"/>
                  </a:lnTo>
                  <a:lnTo>
                    <a:pt x="630635" y="5543392"/>
                  </a:lnTo>
                  <a:lnTo>
                    <a:pt x="630729" y="5543392"/>
                  </a:lnTo>
                  <a:lnTo>
                    <a:pt x="630823" y="5543392"/>
                  </a:lnTo>
                  <a:lnTo>
                    <a:pt x="631012" y="5543392"/>
                  </a:lnTo>
                  <a:lnTo>
                    <a:pt x="631294" y="5543392"/>
                  </a:lnTo>
                  <a:lnTo>
                    <a:pt x="631482" y="5543392"/>
                  </a:lnTo>
                  <a:lnTo>
                    <a:pt x="631670" y="5543392"/>
                  </a:lnTo>
                  <a:lnTo>
                    <a:pt x="631952" y="5543392"/>
                  </a:lnTo>
                  <a:lnTo>
                    <a:pt x="632046" y="5543392"/>
                  </a:lnTo>
                  <a:lnTo>
                    <a:pt x="632234" y="5543392"/>
                  </a:lnTo>
                  <a:lnTo>
                    <a:pt x="632328" y="5543392"/>
                  </a:lnTo>
                  <a:lnTo>
                    <a:pt x="632704" y="5543392"/>
                  </a:lnTo>
                  <a:lnTo>
                    <a:pt x="632892" y="5543392"/>
                  </a:lnTo>
                  <a:lnTo>
                    <a:pt x="633268" y="5543392"/>
                  </a:lnTo>
                  <a:lnTo>
                    <a:pt x="633362" y="5543392"/>
                  </a:lnTo>
                  <a:lnTo>
                    <a:pt x="633832" y="5543392"/>
                  </a:lnTo>
                  <a:lnTo>
                    <a:pt x="634114" y="5543392"/>
                  </a:lnTo>
                  <a:lnTo>
                    <a:pt x="634679" y="5532833"/>
                  </a:lnTo>
                  <a:lnTo>
                    <a:pt x="634961" y="5527554"/>
                  </a:lnTo>
                  <a:lnTo>
                    <a:pt x="635055" y="5527554"/>
                  </a:lnTo>
                  <a:lnTo>
                    <a:pt x="635243" y="5527554"/>
                  </a:lnTo>
                  <a:lnTo>
                    <a:pt x="635619" y="5527554"/>
                  </a:lnTo>
                  <a:lnTo>
                    <a:pt x="635901" y="5527554"/>
                  </a:lnTo>
                  <a:lnTo>
                    <a:pt x="636277" y="5527554"/>
                  </a:lnTo>
                  <a:lnTo>
                    <a:pt x="636653" y="5527554"/>
                  </a:lnTo>
                  <a:lnTo>
                    <a:pt x="636935" y="5527554"/>
                  </a:lnTo>
                  <a:lnTo>
                    <a:pt x="637499" y="5527554"/>
                  </a:lnTo>
                  <a:lnTo>
                    <a:pt x="637593" y="5527554"/>
                  </a:lnTo>
                  <a:lnTo>
                    <a:pt x="637687" y="5527554"/>
                  </a:lnTo>
                  <a:lnTo>
                    <a:pt x="637875" y="5527554"/>
                  </a:lnTo>
                  <a:lnTo>
                    <a:pt x="637970" y="5527554"/>
                  </a:lnTo>
                  <a:lnTo>
                    <a:pt x="638158" y="5527554"/>
                  </a:lnTo>
                  <a:lnTo>
                    <a:pt x="638252" y="5527554"/>
                  </a:lnTo>
                  <a:lnTo>
                    <a:pt x="638346" y="5527554"/>
                  </a:lnTo>
                  <a:lnTo>
                    <a:pt x="639004" y="5527554"/>
                  </a:lnTo>
                  <a:lnTo>
                    <a:pt x="639004" y="5522274"/>
                  </a:lnTo>
                  <a:lnTo>
                    <a:pt x="639286" y="5522274"/>
                  </a:lnTo>
                  <a:lnTo>
                    <a:pt x="639568" y="5516995"/>
                  </a:lnTo>
                  <a:lnTo>
                    <a:pt x="639850" y="5516995"/>
                  </a:lnTo>
                  <a:lnTo>
                    <a:pt x="640132" y="5516995"/>
                  </a:lnTo>
                  <a:lnTo>
                    <a:pt x="640414" y="5516995"/>
                  </a:lnTo>
                  <a:lnTo>
                    <a:pt x="640508" y="5516995"/>
                  </a:lnTo>
                  <a:lnTo>
                    <a:pt x="640790" y="5516995"/>
                  </a:lnTo>
                  <a:lnTo>
                    <a:pt x="641166" y="5516995"/>
                  </a:lnTo>
                  <a:lnTo>
                    <a:pt x="641260" y="5516995"/>
                  </a:lnTo>
                  <a:lnTo>
                    <a:pt x="641354" y="5516995"/>
                  </a:lnTo>
                  <a:lnTo>
                    <a:pt x="641637" y="5516995"/>
                  </a:lnTo>
                  <a:lnTo>
                    <a:pt x="642107" y="5516995"/>
                  </a:lnTo>
                  <a:lnTo>
                    <a:pt x="642295" y="5516995"/>
                  </a:lnTo>
                  <a:lnTo>
                    <a:pt x="642859" y="5516995"/>
                  </a:lnTo>
                  <a:lnTo>
                    <a:pt x="642953" y="5516995"/>
                  </a:lnTo>
                  <a:lnTo>
                    <a:pt x="643141" y="5516995"/>
                  </a:lnTo>
                  <a:lnTo>
                    <a:pt x="643329" y="5516995"/>
                  </a:lnTo>
                  <a:lnTo>
                    <a:pt x="643611" y="5516995"/>
                  </a:lnTo>
                  <a:lnTo>
                    <a:pt x="643799" y="5516995"/>
                  </a:lnTo>
                  <a:lnTo>
                    <a:pt x="644081" y="5516995"/>
                  </a:lnTo>
                  <a:lnTo>
                    <a:pt x="644175" y="5516995"/>
                  </a:lnTo>
                  <a:lnTo>
                    <a:pt x="644457" y="5516995"/>
                  </a:lnTo>
                  <a:lnTo>
                    <a:pt x="644739" y="5516995"/>
                  </a:lnTo>
                  <a:lnTo>
                    <a:pt x="644833" y="5516995"/>
                  </a:lnTo>
                  <a:lnTo>
                    <a:pt x="645116" y="5516995"/>
                  </a:lnTo>
                  <a:lnTo>
                    <a:pt x="645304" y="5516995"/>
                  </a:lnTo>
                  <a:lnTo>
                    <a:pt x="645398" y="5516995"/>
                  </a:lnTo>
                  <a:lnTo>
                    <a:pt x="645868" y="5516995"/>
                  </a:lnTo>
                  <a:lnTo>
                    <a:pt x="645962" y="5516995"/>
                  </a:lnTo>
                  <a:lnTo>
                    <a:pt x="646150" y="5516995"/>
                  </a:lnTo>
                  <a:lnTo>
                    <a:pt x="646432" y="5516995"/>
                  </a:lnTo>
                  <a:lnTo>
                    <a:pt x="646432" y="5511715"/>
                  </a:lnTo>
                  <a:lnTo>
                    <a:pt x="646620" y="5506436"/>
                  </a:lnTo>
                  <a:lnTo>
                    <a:pt x="646808" y="5501157"/>
                  </a:lnTo>
                  <a:lnTo>
                    <a:pt x="646902" y="5501157"/>
                  </a:lnTo>
                  <a:lnTo>
                    <a:pt x="646996" y="5501157"/>
                  </a:lnTo>
                  <a:lnTo>
                    <a:pt x="647372" y="5501157"/>
                  </a:lnTo>
                  <a:lnTo>
                    <a:pt x="647560" y="5501157"/>
                  </a:lnTo>
                  <a:lnTo>
                    <a:pt x="647654" y="5495877"/>
                  </a:lnTo>
                  <a:lnTo>
                    <a:pt x="648124" y="5495877"/>
                  </a:lnTo>
                  <a:lnTo>
                    <a:pt x="648312" y="5495877"/>
                  </a:lnTo>
                  <a:lnTo>
                    <a:pt x="648406" y="5495877"/>
                  </a:lnTo>
                  <a:lnTo>
                    <a:pt x="648595" y="5495877"/>
                  </a:lnTo>
                  <a:lnTo>
                    <a:pt x="648783" y="5495877"/>
                  </a:lnTo>
                  <a:lnTo>
                    <a:pt x="649065" y="5495877"/>
                  </a:lnTo>
                  <a:lnTo>
                    <a:pt x="649629" y="5495877"/>
                  </a:lnTo>
                  <a:lnTo>
                    <a:pt x="649723" y="5495877"/>
                  </a:lnTo>
                  <a:lnTo>
                    <a:pt x="649817" y="5495877"/>
                  </a:lnTo>
                  <a:lnTo>
                    <a:pt x="650005" y="5495877"/>
                  </a:lnTo>
                  <a:lnTo>
                    <a:pt x="650099" y="5495877"/>
                  </a:lnTo>
                  <a:lnTo>
                    <a:pt x="650757" y="5495877"/>
                  </a:lnTo>
                  <a:lnTo>
                    <a:pt x="651039" y="5495877"/>
                  </a:lnTo>
                  <a:lnTo>
                    <a:pt x="651603" y="5495877"/>
                  </a:lnTo>
                  <a:lnTo>
                    <a:pt x="651885" y="5495877"/>
                  </a:lnTo>
                  <a:lnTo>
                    <a:pt x="652073" y="5495877"/>
                  </a:lnTo>
                  <a:lnTo>
                    <a:pt x="652168" y="5495877"/>
                  </a:lnTo>
                  <a:lnTo>
                    <a:pt x="652356" y="5495877"/>
                  </a:lnTo>
                  <a:lnTo>
                    <a:pt x="652826" y="5495877"/>
                  </a:lnTo>
                  <a:lnTo>
                    <a:pt x="652920" y="5495877"/>
                  </a:lnTo>
                  <a:lnTo>
                    <a:pt x="653014" y="5495877"/>
                  </a:lnTo>
                  <a:lnTo>
                    <a:pt x="653578" y="5495877"/>
                  </a:lnTo>
                  <a:lnTo>
                    <a:pt x="654236" y="5495877"/>
                  </a:lnTo>
                  <a:lnTo>
                    <a:pt x="654330" y="5495877"/>
                  </a:lnTo>
                  <a:lnTo>
                    <a:pt x="654706" y="5495877"/>
                  </a:lnTo>
                  <a:lnTo>
                    <a:pt x="655176" y="5495877"/>
                  </a:lnTo>
                  <a:lnTo>
                    <a:pt x="655270" y="5495877"/>
                  </a:lnTo>
                  <a:lnTo>
                    <a:pt x="655646" y="5490598"/>
                  </a:lnTo>
                  <a:lnTo>
                    <a:pt x="656117" y="5490598"/>
                  </a:lnTo>
                  <a:lnTo>
                    <a:pt x="656305" y="5490598"/>
                  </a:lnTo>
                  <a:lnTo>
                    <a:pt x="656399" y="5490598"/>
                  </a:lnTo>
                  <a:lnTo>
                    <a:pt x="656493" y="5490598"/>
                  </a:lnTo>
                  <a:lnTo>
                    <a:pt x="656587" y="5490598"/>
                  </a:lnTo>
                  <a:lnTo>
                    <a:pt x="656963" y="5490598"/>
                  </a:lnTo>
                  <a:lnTo>
                    <a:pt x="657339" y="5490598"/>
                  </a:lnTo>
                  <a:lnTo>
                    <a:pt x="657433" y="5490598"/>
                  </a:lnTo>
                  <a:lnTo>
                    <a:pt x="657621" y="5490598"/>
                  </a:lnTo>
                  <a:lnTo>
                    <a:pt x="657809" y="5490598"/>
                  </a:lnTo>
                  <a:lnTo>
                    <a:pt x="657903" y="5490598"/>
                  </a:lnTo>
                  <a:lnTo>
                    <a:pt x="657997" y="5490598"/>
                  </a:lnTo>
                  <a:lnTo>
                    <a:pt x="658279" y="5490598"/>
                  </a:lnTo>
                  <a:lnTo>
                    <a:pt x="658655" y="5490598"/>
                  </a:lnTo>
                  <a:lnTo>
                    <a:pt x="658749" y="5490598"/>
                  </a:lnTo>
                  <a:lnTo>
                    <a:pt x="659031" y="5490598"/>
                  </a:lnTo>
                  <a:lnTo>
                    <a:pt x="659125" y="5490598"/>
                  </a:lnTo>
                  <a:lnTo>
                    <a:pt x="659220" y="5490598"/>
                  </a:lnTo>
                  <a:lnTo>
                    <a:pt x="659408" y="5490598"/>
                  </a:lnTo>
                  <a:lnTo>
                    <a:pt x="659502" y="5490598"/>
                  </a:lnTo>
                  <a:lnTo>
                    <a:pt x="659596" y="5490598"/>
                  </a:lnTo>
                  <a:lnTo>
                    <a:pt x="659690" y="5490598"/>
                  </a:lnTo>
                  <a:lnTo>
                    <a:pt x="659784" y="5490598"/>
                  </a:lnTo>
                  <a:lnTo>
                    <a:pt x="659878" y="5490598"/>
                  </a:lnTo>
                  <a:lnTo>
                    <a:pt x="660066" y="5490598"/>
                  </a:lnTo>
                  <a:lnTo>
                    <a:pt x="660160" y="5490598"/>
                  </a:lnTo>
                  <a:lnTo>
                    <a:pt x="660536" y="5490598"/>
                  </a:lnTo>
                  <a:lnTo>
                    <a:pt x="660724" y="5490598"/>
                  </a:lnTo>
                  <a:lnTo>
                    <a:pt x="660818" y="5490598"/>
                  </a:lnTo>
                  <a:lnTo>
                    <a:pt x="660912" y="5490598"/>
                  </a:lnTo>
                  <a:lnTo>
                    <a:pt x="661006" y="5490598"/>
                  </a:lnTo>
                  <a:lnTo>
                    <a:pt x="661288" y="5490598"/>
                  </a:lnTo>
                  <a:lnTo>
                    <a:pt x="661382" y="5490598"/>
                  </a:lnTo>
                  <a:lnTo>
                    <a:pt x="661476" y="5490598"/>
                  </a:lnTo>
                  <a:lnTo>
                    <a:pt x="661664" y="5490598"/>
                  </a:lnTo>
                  <a:lnTo>
                    <a:pt x="661852" y="5490598"/>
                  </a:lnTo>
                  <a:lnTo>
                    <a:pt x="661946" y="5490598"/>
                  </a:lnTo>
                  <a:lnTo>
                    <a:pt x="662040" y="5490598"/>
                  </a:lnTo>
                  <a:lnTo>
                    <a:pt x="662134" y="5490598"/>
                  </a:lnTo>
                  <a:lnTo>
                    <a:pt x="662228" y="5490598"/>
                  </a:lnTo>
                  <a:lnTo>
                    <a:pt x="662416" y="5490598"/>
                  </a:lnTo>
                  <a:lnTo>
                    <a:pt x="662604" y="5490598"/>
                  </a:lnTo>
                  <a:lnTo>
                    <a:pt x="662887" y="5490598"/>
                  </a:lnTo>
                  <a:lnTo>
                    <a:pt x="663075" y="5490598"/>
                  </a:lnTo>
                  <a:lnTo>
                    <a:pt x="663263" y="5490598"/>
                  </a:lnTo>
                  <a:lnTo>
                    <a:pt x="663451" y="5490598"/>
                  </a:lnTo>
                  <a:lnTo>
                    <a:pt x="663545" y="5490598"/>
                  </a:lnTo>
                  <a:lnTo>
                    <a:pt x="663733" y="5490598"/>
                  </a:lnTo>
                  <a:lnTo>
                    <a:pt x="663827" y="5490598"/>
                  </a:lnTo>
                  <a:lnTo>
                    <a:pt x="663921" y="5490598"/>
                  </a:lnTo>
                  <a:lnTo>
                    <a:pt x="664203" y="5490598"/>
                  </a:lnTo>
                  <a:lnTo>
                    <a:pt x="664391" y="5490598"/>
                  </a:lnTo>
                  <a:lnTo>
                    <a:pt x="664485" y="5490598"/>
                  </a:lnTo>
                  <a:lnTo>
                    <a:pt x="664485" y="5485318"/>
                  </a:lnTo>
                  <a:lnTo>
                    <a:pt x="665049" y="5485318"/>
                  </a:lnTo>
                  <a:lnTo>
                    <a:pt x="665895" y="5485318"/>
                  </a:lnTo>
                  <a:lnTo>
                    <a:pt x="665989" y="5485318"/>
                  </a:lnTo>
                  <a:lnTo>
                    <a:pt x="666083" y="5485318"/>
                  </a:lnTo>
                  <a:lnTo>
                    <a:pt x="666271" y="5485318"/>
                  </a:lnTo>
                  <a:lnTo>
                    <a:pt x="666742" y="5485318"/>
                  </a:lnTo>
                  <a:lnTo>
                    <a:pt x="666836" y="5485318"/>
                  </a:lnTo>
                  <a:lnTo>
                    <a:pt x="667118" y="5485318"/>
                  </a:lnTo>
                  <a:lnTo>
                    <a:pt x="667400" y="5485318"/>
                  </a:lnTo>
                  <a:lnTo>
                    <a:pt x="667682" y="5485318"/>
                  </a:lnTo>
                  <a:lnTo>
                    <a:pt x="667776" y="5485318"/>
                  </a:lnTo>
                  <a:lnTo>
                    <a:pt x="667964" y="5485318"/>
                  </a:lnTo>
                  <a:lnTo>
                    <a:pt x="668152" y="5485318"/>
                  </a:lnTo>
                  <a:lnTo>
                    <a:pt x="668246" y="5480039"/>
                  </a:lnTo>
                  <a:lnTo>
                    <a:pt x="668340" y="5480039"/>
                  </a:lnTo>
                  <a:lnTo>
                    <a:pt x="668434" y="5480039"/>
                  </a:lnTo>
                  <a:lnTo>
                    <a:pt x="668716" y="5480039"/>
                  </a:lnTo>
                  <a:lnTo>
                    <a:pt x="668716" y="5474759"/>
                  </a:lnTo>
                  <a:lnTo>
                    <a:pt x="669092" y="5474759"/>
                  </a:lnTo>
                  <a:lnTo>
                    <a:pt x="669186" y="5469480"/>
                  </a:lnTo>
                  <a:lnTo>
                    <a:pt x="669844" y="5469480"/>
                  </a:lnTo>
                  <a:lnTo>
                    <a:pt x="669939" y="5469480"/>
                  </a:lnTo>
                  <a:lnTo>
                    <a:pt x="670033" y="5469480"/>
                  </a:lnTo>
                  <a:lnTo>
                    <a:pt x="670691" y="5469480"/>
                  </a:lnTo>
                  <a:lnTo>
                    <a:pt x="670785" y="5469480"/>
                  </a:lnTo>
                  <a:lnTo>
                    <a:pt x="670879" y="5464201"/>
                  </a:lnTo>
                  <a:lnTo>
                    <a:pt x="670973" y="5464201"/>
                  </a:lnTo>
                  <a:lnTo>
                    <a:pt x="671255" y="5464201"/>
                  </a:lnTo>
                  <a:lnTo>
                    <a:pt x="671537" y="5464201"/>
                  </a:lnTo>
                  <a:lnTo>
                    <a:pt x="671725" y="5464201"/>
                  </a:lnTo>
                  <a:lnTo>
                    <a:pt x="671913" y="5464201"/>
                  </a:lnTo>
                  <a:lnTo>
                    <a:pt x="672101" y="5464201"/>
                  </a:lnTo>
                  <a:lnTo>
                    <a:pt x="672289" y="5464201"/>
                  </a:lnTo>
                  <a:lnTo>
                    <a:pt x="672477" y="5464201"/>
                  </a:lnTo>
                  <a:lnTo>
                    <a:pt x="672947" y="5464201"/>
                  </a:lnTo>
                  <a:lnTo>
                    <a:pt x="673418" y="5464201"/>
                  </a:lnTo>
                  <a:lnTo>
                    <a:pt x="673512" y="5464201"/>
                  </a:lnTo>
                  <a:lnTo>
                    <a:pt x="673794" y="5464201"/>
                  </a:lnTo>
                  <a:lnTo>
                    <a:pt x="674076" y="5464201"/>
                  </a:lnTo>
                  <a:lnTo>
                    <a:pt x="674452" y="5464201"/>
                  </a:lnTo>
                  <a:lnTo>
                    <a:pt x="674546" y="5464201"/>
                  </a:lnTo>
                  <a:lnTo>
                    <a:pt x="674640" y="5464201"/>
                  </a:lnTo>
                  <a:lnTo>
                    <a:pt x="674734" y="5464201"/>
                  </a:lnTo>
                  <a:lnTo>
                    <a:pt x="674828" y="5464201"/>
                  </a:lnTo>
                  <a:lnTo>
                    <a:pt x="675110" y="5464201"/>
                  </a:lnTo>
                  <a:lnTo>
                    <a:pt x="675204" y="5464201"/>
                  </a:lnTo>
                  <a:lnTo>
                    <a:pt x="675486" y="5464201"/>
                  </a:lnTo>
                  <a:lnTo>
                    <a:pt x="675580" y="5464201"/>
                  </a:lnTo>
                  <a:lnTo>
                    <a:pt x="675674" y="5464201"/>
                  </a:lnTo>
                  <a:lnTo>
                    <a:pt x="675862" y="5464201"/>
                  </a:lnTo>
                  <a:lnTo>
                    <a:pt x="676144" y="5458921"/>
                  </a:lnTo>
                  <a:lnTo>
                    <a:pt x="676238" y="5458921"/>
                  </a:lnTo>
                  <a:lnTo>
                    <a:pt x="676332" y="5458921"/>
                  </a:lnTo>
                  <a:lnTo>
                    <a:pt x="676614" y="5458921"/>
                  </a:lnTo>
                  <a:lnTo>
                    <a:pt x="676802" y="5458921"/>
                  </a:lnTo>
                  <a:lnTo>
                    <a:pt x="676991" y="5458921"/>
                  </a:lnTo>
                  <a:lnTo>
                    <a:pt x="677273" y="5458921"/>
                  </a:lnTo>
                  <a:lnTo>
                    <a:pt x="677461" y="5458921"/>
                  </a:lnTo>
                  <a:lnTo>
                    <a:pt x="677555" y="5458921"/>
                  </a:lnTo>
                  <a:lnTo>
                    <a:pt x="677555" y="5453642"/>
                  </a:lnTo>
                  <a:lnTo>
                    <a:pt x="677837" y="5453642"/>
                  </a:lnTo>
                  <a:lnTo>
                    <a:pt x="678213" y="5453642"/>
                  </a:lnTo>
                  <a:lnTo>
                    <a:pt x="678401" y="5453642"/>
                  </a:lnTo>
                  <a:lnTo>
                    <a:pt x="678495" y="5453642"/>
                  </a:lnTo>
                  <a:lnTo>
                    <a:pt x="678683" y="5453642"/>
                  </a:lnTo>
                  <a:lnTo>
                    <a:pt x="678871" y="5453642"/>
                  </a:lnTo>
                  <a:lnTo>
                    <a:pt x="679059" y="5453642"/>
                  </a:lnTo>
                  <a:lnTo>
                    <a:pt x="679153" y="5453642"/>
                  </a:lnTo>
                  <a:lnTo>
                    <a:pt x="679247" y="5453642"/>
                  </a:lnTo>
                  <a:lnTo>
                    <a:pt x="679341" y="5453642"/>
                  </a:lnTo>
                  <a:lnTo>
                    <a:pt x="679435" y="5453642"/>
                  </a:lnTo>
                  <a:lnTo>
                    <a:pt x="679529" y="5453642"/>
                  </a:lnTo>
                  <a:lnTo>
                    <a:pt x="679623" y="5453642"/>
                  </a:lnTo>
                  <a:lnTo>
                    <a:pt x="679999" y="5453642"/>
                  </a:lnTo>
                  <a:lnTo>
                    <a:pt x="680093" y="5453642"/>
                  </a:lnTo>
                  <a:lnTo>
                    <a:pt x="680187" y="5453642"/>
                  </a:lnTo>
                  <a:lnTo>
                    <a:pt x="680469" y="5453642"/>
                  </a:lnTo>
                  <a:lnTo>
                    <a:pt x="680564" y="5453642"/>
                  </a:lnTo>
                  <a:lnTo>
                    <a:pt x="680658" y="5453642"/>
                  </a:lnTo>
                  <a:lnTo>
                    <a:pt x="681034" y="5453642"/>
                  </a:lnTo>
                  <a:lnTo>
                    <a:pt x="681974" y="5453642"/>
                  </a:lnTo>
                  <a:lnTo>
                    <a:pt x="682068" y="5453642"/>
                  </a:lnTo>
                  <a:lnTo>
                    <a:pt x="682538" y="5453642"/>
                  </a:lnTo>
                  <a:lnTo>
                    <a:pt x="682726" y="5453642"/>
                  </a:lnTo>
                  <a:lnTo>
                    <a:pt x="682820" y="5453642"/>
                  </a:lnTo>
                  <a:lnTo>
                    <a:pt x="683384" y="5453642"/>
                  </a:lnTo>
                  <a:lnTo>
                    <a:pt x="683572" y="5453642"/>
                  </a:lnTo>
                  <a:lnTo>
                    <a:pt x="683854" y="5453642"/>
                  </a:lnTo>
                  <a:lnTo>
                    <a:pt x="684043" y="5453642"/>
                  </a:lnTo>
                  <a:lnTo>
                    <a:pt x="684137" y="5453642"/>
                  </a:lnTo>
                  <a:lnTo>
                    <a:pt x="684325" y="5453642"/>
                  </a:lnTo>
                  <a:lnTo>
                    <a:pt x="684983" y="5453642"/>
                  </a:lnTo>
                  <a:lnTo>
                    <a:pt x="685359" y="5453642"/>
                  </a:lnTo>
                  <a:lnTo>
                    <a:pt x="685641" y="5453642"/>
                  </a:lnTo>
                  <a:lnTo>
                    <a:pt x="685829" y="5453642"/>
                  </a:lnTo>
                  <a:lnTo>
                    <a:pt x="686205" y="5448362"/>
                  </a:lnTo>
                  <a:lnTo>
                    <a:pt x="686487" y="5448362"/>
                  </a:lnTo>
                  <a:lnTo>
                    <a:pt x="686581" y="5448362"/>
                  </a:lnTo>
                  <a:lnTo>
                    <a:pt x="686769" y="5448362"/>
                  </a:lnTo>
                  <a:lnTo>
                    <a:pt x="687051" y="5448362"/>
                  </a:lnTo>
                  <a:lnTo>
                    <a:pt x="687521" y="5448362"/>
                  </a:lnTo>
                  <a:lnTo>
                    <a:pt x="687898" y="5448362"/>
                  </a:lnTo>
                  <a:lnTo>
                    <a:pt x="688462" y="5448362"/>
                  </a:lnTo>
                  <a:lnTo>
                    <a:pt x="688556" y="5448362"/>
                  </a:lnTo>
                  <a:lnTo>
                    <a:pt x="688650" y="5448362"/>
                  </a:lnTo>
                  <a:lnTo>
                    <a:pt x="689684" y="5448362"/>
                  </a:lnTo>
                  <a:lnTo>
                    <a:pt x="689872" y="5448362"/>
                  </a:lnTo>
                  <a:lnTo>
                    <a:pt x="690060" y="5448362"/>
                  </a:lnTo>
                  <a:lnTo>
                    <a:pt x="690154" y="5448362"/>
                  </a:lnTo>
                  <a:lnTo>
                    <a:pt x="690436" y="5448362"/>
                  </a:lnTo>
                  <a:lnTo>
                    <a:pt x="690624" y="5448362"/>
                  </a:lnTo>
                  <a:lnTo>
                    <a:pt x="691094" y="5448362"/>
                  </a:lnTo>
                  <a:lnTo>
                    <a:pt x="691283" y="5448362"/>
                  </a:lnTo>
                  <a:lnTo>
                    <a:pt x="691377" y="5448362"/>
                  </a:lnTo>
                  <a:lnTo>
                    <a:pt x="691471" y="5443083"/>
                  </a:lnTo>
                  <a:lnTo>
                    <a:pt x="692129" y="5443083"/>
                  </a:lnTo>
                  <a:lnTo>
                    <a:pt x="692505" y="5443083"/>
                  </a:lnTo>
                  <a:lnTo>
                    <a:pt x="692599" y="5443083"/>
                  </a:lnTo>
                  <a:lnTo>
                    <a:pt x="692787" y="5443083"/>
                  </a:lnTo>
                  <a:lnTo>
                    <a:pt x="693257" y="5443083"/>
                  </a:lnTo>
                  <a:lnTo>
                    <a:pt x="693633" y="5443083"/>
                  </a:lnTo>
                  <a:lnTo>
                    <a:pt x="693727" y="5443083"/>
                  </a:lnTo>
                  <a:lnTo>
                    <a:pt x="693821" y="5443083"/>
                  </a:lnTo>
                  <a:lnTo>
                    <a:pt x="694009" y="5443083"/>
                  </a:lnTo>
                  <a:lnTo>
                    <a:pt x="694103" y="5443083"/>
                  </a:lnTo>
                  <a:lnTo>
                    <a:pt x="694291" y="5443083"/>
                  </a:lnTo>
                  <a:lnTo>
                    <a:pt x="694385" y="5443083"/>
                  </a:lnTo>
                  <a:lnTo>
                    <a:pt x="694573" y="5443083"/>
                  </a:lnTo>
                  <a:lnTo>
                    <a:pt x="695232" y="5443083"/>
                  </a:lnTo>
                  <a:lnTo>
                    <a:pt x="695232" y="5437803"/>
                  </a:lnTo>
                  <a:lnTo>
                    <a:pt x="695326" y="5437803"/>
                  </a:lnTo>
                  <a:lnTo>
                    <a:pt x="695796" y="5437803"/>
                  </a:lnTo>
                  <a:lnTo>
                    <a:pt x="696172" y="5437803"/>
                  </a:lnTo>
                  <a:lnTo>
                    <a:pt x="696266" y="5437803"/>
                  </a:lnTo>
                  <a:lnTo>
                    <a:pt x="696360" y="5437803"/>
                  </a:lnTo>
                  <a:lnTo>
                    <a:pt x="697018" y="5437803"/>
                  </a:lnTo>
                  <a:lnTo>
                    <a:pt x="697394" y="5437803"/>
                  </a:lnTo>
                  <a:lnTo>
                    <a:pt x="697676" y="5437803"/>
                  </a:lnTo>
                  <a:lnTo>
                    <a:pt x="697864" y="5437803"/>
                  </a:lnTo>
                  <a:lnTo>
                    <a:pt x="698241" y="5437803"/>
                  </a:lnTo>
                  <a:lnTo>
                    <a:pt x="698335" y="5437803"/>
                  </a:lnTo>
                  <a:lnTo>
                    <a:pt x="698617" y="5437803"/>
                  </a:lnTo>
                  <a:lnTo>
                    <a:pt x="698899" y="5437803"/>
                  </a:lnTo>
                  <a:lnTo>
                    <a:pt x="698993" y="5437803"/>
                  </a:lnTo>
                  <a:lnTo>
                    <a:pt x="699181" y="5437803"/>
                  </a:lnTo>
                  <a:lnTo>
                    <a:pt x="699181" y="5432524"/>
                  </a:lnTo>
                  <a:lnTo>
                    <a:pt x="699275" y="5432524"/>
                  </a:lnTo>
                  <a:lnTo>
                    <a:pt x="699369" y="5432524"/>
                  </a:lnTo>
                  <a:lnTo>
                    <a:pt x="699651" y="5432524"/>
                  </a:lnTo>
                  <a:lnTo>
                    <a:pt x="700027" y="5432524"/>
                  </a:lnTo>
                  <a:lnTo>
                    <a:pt x="700685" y="5432524"/>
                  </a:lnTo>
                  <a:lnTo>
                    <a:pt x="701155" y="5432524"/>
                  </a:lnTo>
                  <a:lnTo>
                    <a:pt x="701437" y="5432524"/>
                  </a:lnTo>
                  <a:lnTo>
                    <a:pt x="701531" y="5432524"/>
                  </a:lnTo>
                  <a:lnTo>
                    <a:pt x="701625" y="5432524"/>
                  </a:lnTo>
                  <a:lnTo>
                    <a:pt x="702190" y="5427245"/>
                  </a:lnTo>
                  <a:lnTo>
                    <a:pt x="702472" y="5427245"/>
                  </a:lnTo>
                  <a:lnTo>
                    <a:pt x="702660" y="5427245"/>
                  </a:lnTo>
                  <a:lnTo>
                    <a:pt x="702942" y="5427245"/>
                  </a:lnTo>
                  <a:lnTo>
                    <a:pt x="703412" y="5427245"/>
                  </a:lnTo>
                  <a:lnTo>
                    <a:pt x="703506" y="5427245"/>
                  </a:lnTo>
                  <a:lnTo>
                    <a:pt x="704070" y="5427245"/>
                  </a:lnTo>
                  <a:lnTo>
                    <a:pt x="704352" y="5427245"/>
                  </a:lnTo>
                  <a:lnTo>
                    <a:pt x="704634" y="5427245"/>
                  </a:lnTo>
                  <a:lnTo>
                    <a:pt x="704728" y="5427245"/>
                  </a:lnTo>
                  <a:lnTo>
                    <a:pt x="705010" y="5427245"/>
                  </a:lnTo>
                  <a:lnTo>
                    <a:pt x="705387" y="5427245"/>
                  </a:lnTo>
                  <a:lnTo>
                    <a:pt x="706045" y="5427245"/>
                  </a:lnTo>
                  <a:lnTo>
                    <a:pt x="706515" y="5427245"/>
                  </a:lnTo>
                  <a:lnTo>
                    <a:pt x="706891" y="5427245"/>
                  </a:lnTo>
                  <a:lnTo>
                    <a:pt x="706985" y="5427245"/>
                  </a:lnTo>
                  <a:lnTo>
                    <a:pt x="707267" y="5427245"/>
                  </a:lnTo>
                  <a:lnTo>
                    <a:pt x="708395" y="5427245"/>
                  </a:lnTo>
                  <a:lnTo>
                    <a:pt x="708866" y="5427245"/>
                  </a:lnTo>
                  <a:lnTo>
                    <a:pt x="709054" y="5427245"/>
                  </a:lnTo>
                  <a:lnTo>
                    <a:pt x="709430" y="5427245"/>
                  </a:lnTo>
                  <a:lnTo>
                    <a:pt x="709618" y="5427245"/>
                  </a:lnTo>
                  <a:lnTo>
                    <a:pt x="709712" y="5427245"/>
                  </a:lnTo>
                  <a:lnTo>
                    <a:pt x="710088" y="5421965"/>
                  </a:lnTo>
                  <a:lnTo>
                    <a:pt x="710276" y="5421965"/>
                  </a:lnTo>
                  <a:lnTo>
                    <a:pt x="710370" y="5421965"/>
                  </a:lnTo>
                  <a:lnTo>
                    <a:pt x="710464" y="5421965"/>
                  </a:lnTo>
                  <a:lnTo>
                    <a:pt x="710652" y="5421965"/>
                  </a:lnTo>
                  <a:lnTo>
                    <a:pt x="710746" y="5421965"/>
                  </a:lnTo>
                  <a:lnTo>
                    <a:pt x="711028" y="5421965"/>
                  </a:lnTo>
                  <a:lnTo>
                    <a:pt x="711310" y="5421965"/>
                  </a:lnTo>
                  <a:lnTo>
                    <a:pt x="711404" y="5421965"/>
                  </a:lnTo>
                  <a:lnTo>
                    <a:pt x="711592" y="5421965"/>
                  </a:lnTo>
                  <a:lnTo>
                    <a:pt x="711968" y="5421965"/>
                  </a:lnTo>
                  <a:lnTo>
                    <a:pt x="712250" y="5421965"/>
                  </a:lnTo>
                  <a:lnTo>
                    <a:pt x="712439" y="5421965"/>
                  </a:lnTo>
                  <a:lnTo>
                    <a:pt x="712533" y="5421965"/>
                  </a:lnTo>
                  <a:lnTo>
                    <a:pt x="712627" y="5421965"/>
                  </a:lnTo>
                  <a:lnTo>
                    <a:pt x="712909" y="5421965"/>
                  </a:lnTo>
                  <a:lnTo>
                    <a:pt x="713097" y="5421965"/>
                  </a:lnTo>
                  <a:lnTo>
                    <a:pt x="713191" y="5421965"/>
                  </a:lnTo>
                  <a:lnTo>
                    <a:pt x="713285" y="5421965"/>
                  </a:lnTo>
                  <a:lnTo>
                    <a:pt x="713379" y="5421965"/>
                  </a:lnTo>
                  <a:lnTo>
                    <a:pt x="713661" y="5421965"/>
                  </a:lnTo>
                  <a:lnTo>
                    <a:pt x="713755" y="5421965"/>
                  </a:lnTo>
                  <a:lnTo>
                    <a:pt x="713849" y="5421965"/>
                  </a:lnTo>
                  <a:lnTo>
                    <a:pt x="714131" y="5421965"/>
                  </a:lnTo>
                  <a:lnTo>
                    <a:pt x="714319" y="5421965"/>
                  </a:lnTo>
                  <a:lnTo>
                    <a:pt x="714507" y="5421965"/>
                  </a:lnTo>
                  <a:lnTo>
                    <a:pt x="714601" y="5421965"/>
                  </a:lnTo>
                  <a:lnTo>
                    <a:pt x="714789" y="5421965"/>
                  </a:lnTo>
                  <a:lnTo>
                    <a:pt x="715259" y="5421965"/>
                  </a:lnTo>
                  <a:lnTo>
                    <a:pt x="715541" y="5421965"/>
                  </a:lnTo>
                  <a:lnTo>
                    <a:pt x="715635" y="5421965"/>
                  </a:lnTo>
                  <a:lnTo>
                    <a:pt x="715823" y="5421965"/>
                  </a:lnTo>
                  <a:lnTo>
                    <a:pt x="716200" y="5421965"/>
                  </a:lnTo>
                  <a:lnTo>
                    <a:pt x="716294" y="5421965"/>
                  </a:lnTo>
                  <a:lnTo>
                    <a:pt x="716388" y="5421965"/>
                  </a:lnTo>
                  <a:lnTo>
                    <a:pt x="716482" y="5421965"/>
                  </a:lnTo>
                  <a:lnTo>
                    <a:pt x="716670" y="5421965"/>
                  </a:lnTo>
                  <a:lnTo>
                    <a:pt x="717140" y="5421965"/>
                  </a:lnTo>
                  <a:lnTo>
                    <a:pt x="717234" y="5421965"/>
                  </a:lnTo>
                  <a:lnTo>
                    <a:pt x="718080" y="5421965"/>
                  </a:lnTo>
                  <a:lnTo>
                    <a:pt x="718362" y="5421965"/>
                  </a:lnTo>
                  <a:lnTo>
                    <a:pt x="718550" y="5421965"/>
                  </a:lnTo>
                  <a:lnTo>
                    <a:pt x="719020" y="5421965"/>
                  </a:lnTo>
                  <a:lnTo>
                    <a:pt x="719114" y="5421965"/>
                  </a:lnTo>
                  <a:lnTo>
                    <a:pt x="719585" y="5421965"/>
                  </a:lnTo>
                  <a:lnTo>
                    <a:pt x="719867" y="5421965"/>
                  </a:lnTo>
                  <a:lnTo>
                    <a:pt x="720337" y="5421965"/>
                  </a:lnTo>
                  <a:lnTo>
                    <a:pt x="720431" y="5421965"/>
                  </a:lnTo>
                  <a:lnTo>
                    <a:pt x="720619" y="5421965"/>
                  </a:lnTo>
                  <a:lnTo>
                    <a:pt x="720713" y="5421965"/>
                  </a:lnTo>
                  <a:lnTo>
                    <a:pt x="720807" y="5421965"/>
                  </a:lnTo>
                  <a:lnTo>
                    <a:pt x="721183" y="5421965"/>
                  </a:lnTo>
                  <a:lnTo>
                    <a:pt x="721371" y="5421965"/>
                  </a:lnTo>
                  <a:lnTo>
                    <a:pt x="722123" y="5421965"/>
                  </a:lnTo>
                  <a:lnTo>
                    <a:pt x="722217" y="5421965"/>
                  </a:lnTo>
                  <a:lnTo>
                    <a:pt x="722405" y="5421965"/>
                  </a:lnTo>
                  <a:lnTo>
                    <a:pt x="722499" y="5421965"/>
                  </a:lnTo>
                  <a:lnTo>
                    <a:pt x="723064" y="5421965"/>
                  </a:lnTo>
                  <a:lnTo>
                    <a:pt x="723252" y="5421965"/>
                  </a:lnTo>
                  <a:lnTo>
                    <a:pt x="723628" y="5421965"/>
                  </a:lnTo>
                  <a:lnTo>
                    <a:pt x="723816" y="5421965"/>
                  </a:lnTo>
                  <a:lnTo>
                    <a:pt x="724192" y="5421965"/>
                  </a:lnTo>
                  <a:lnTo>
                    <a:pt x="724380" y="5416686"/>
                  </a:lnTo>
                  <a:lnTo>
                    <a:pt x="724756" y="5416686"/>
                  </a:lnTo>
                  <a:lnTo>
                    <a:pt x="724850" y="5416686"/>
                  </a:lnTo>
                  <a:lnTo>
                    <a:pt x="724944" y="5416686"/>
                  </a:lnTo>
                  <a:lnTo>
                    <a:pt x="725132" y="5416686"/>
                  </a:lnTo>
                  <a:lnTo>
                    <a:pt x="725226" y="5416686"/>
                  </a:lnTo>
                  <a:lnTo>
                    <a:pt x="725602" y="5416686"/>
                  </a:lnTo>
                  <a:lnTo>
                    <a:pt x="725884" y="5416686"/>
                  </a:lnTo>
                  <a:lnTo>
                    <a:pt x="726260" y="5416686"/>
                  </a:lnTo>
                  <a:lnTo>
                    <a:pt x="726637" y="5416686"/>
                  </a:lnTo>
                  <a:lnTo>
                    <a:pt x="726731" y="5416686"/>
                  </a:lnTo>
                  <a:lnTo>
                    <a:pt x="726825" y="5416686"/>
                  </a:lnTo>
                  <a:lnTo>
                    <a:pt x="726919" y="5416686"/>
                  </a:lnTo>
                  <a:lnTo>
                    <a:pt x="727013" y="5416686"/>
                  </a:lnTo>
                  <a:lnTo>
                    <a:pt x="727389" y="5416686"/>
                  </a:lnTo>
                  <a:lnTo>
                    <a:pt x="727483" y="5416686"/>
                  </a:lnTo>
                  <a:lnTo>
                    <a:pt x="728047" y="5416686"/>
                  </a:lnTo>
                  <a:lnTo>
                    <a:pt x="728611" y="5416686"/>
                  </a:lnTo>
                  <a:lnTo>
                    <a:pt x="728893" y="5416686"/>
                  </a:lnTo>
                  <a:lnTo>
                    <a:pt x="728987" y="5416686"/>
                  </a:lnTo>
                  <a:lnTo>
                    <a:pt x="729269" y="5416686"/>
                  </a:lnTo>
                  <a:lnTo>
                    <a:pt x="729457" y="5416686"/>
                  </a:lnTo>
                  <a:lnTo>
                    <a:pt x="729551" y="5416686"/>
                  </a:lnTo>
                  <a:lnTo>
                    <a:pt x="729645" y="5416686"/>
                  </a:lnTo>
                  <a:lnTo>
                    <a:pt x="729833" y="5416686"/>
                  </a:lnTo>
                  <a:lnTo>
                    <a:pt x="730021" y="5416686"/>
                  </a:lnTo>
                  <a:lnTo>
                    <a:pt x="730210" y="5416686"/>
                  </a:lnTo>
                  <a:lnTo>
                    <a:pt x="730304" y="5416686"/>
                  </a:lnTo>
                  <a:lnTo>
                    <a:pt x="730586" y="5416686"/>
                  </a:lnTo>
                  <a:lnTo>
                    <a:pt x="731056" y="5416686"/>
                  </a:lnTo>
                  <a:lnTo>
                    <a:pt x="731150" y="5416686"/>
                  </a:lnTo>
                  <a:lnTo>
                    <a:pt x="731150" y="5411406"/>
                  </a:lnTo>
                  <a:lnTo>
                    <a:pt x="731338" y="5411406"/>
                  </a:lnTo>
                  <a:lnTo>
                    <a:pt x="731432" y="5411406"/>
                  </a:lnTo>
                  <a:lnTo>
                    <a:pt x="731526" y="5411406"/>
                  </a:lnTo>
                  <a:lnTo>
                    <a:pt x="731620" y="5411406"/>
                  </a:lnTo>
                  <a:lnTo>
                    <a:pt x="732560" y="5411406"/>
                  </a:lnTo>
                  <a:lnTo>
                    <a:pt x="732654" y="5411406"/>
                  </a:lnTo>
                  <a:lnTo>
                    <a:pt x="732748" y="5411406"/>
                  </a:lnTo>
                  <a:lnTo>
                    <a:pt x="733312" y="5411406"/>
                  </a:lnTo>
                  <a:lnTo>
                    <a:pt x="733783" y="5411406"/>
                  </a:lnTo>
                  <a:lnTo>
                    <a:pt x="733971" y="5411406"/>
                  </a:lnTo>
                  <a:lnTo>
                    <a:pt x="735099" y="5411406"/>
                  </a:lnTo>
                  <a:lnTo>
                    <a:pt x="735193" y="5411406"/>
                  </a:lnTo>
                  <a:lnTo>
                    <a:pt x="735569" y="5411406"/>
                  </a:lnTo>
                  <a:lnTo>
                    <a:pt x="736039" y="5411406"/>
                  </a:lnTo>
                  <a:lnTo>
                    <a:pt x="736133" y="5411406"/>
                  </a:lnTo>
                  <a:lnTo>
                    <a:pt x="736227" y="5411406"/>
                  </a:lnTo>
                  <a:lnTo>
                    <a:pt x="736321" y="5411406"/>
                  </a:lnTo>
                  <a:lnTo>
                    <a:pt x="736415" y="5411406"/>
                  </a:lnTo>
                  <a:lnTo>
                    <a:pt x="736791" y="5411406"/>
                  </a:lnTo>
                  <a:lnTo>
                    <a:pt x="736885" y="5411406"/>
                  </a:lnTo>
                  <a:lnTo>
                    <a:pt x="737073" y="5411406"/>
                  </a:lnTo>
                  <a:lnTo>
                    <a:pt x="737356" y="5411406"/>
                  </a:lnTo>
                  <a:lnTo>
                    <a:pt x="737544" y="5411406"/>
                  </a:lnTo>
                  <a:lnTo>
                    <a:pt x="737732" y="5411406"/>
                  </a:lnTo>
                  <a:lnTo>
                    <a:pt x="737826" y="5411406"/>
                  </a:lnTo>
                  <a:lnTo>
                    <a:pt x="738014" y="5411406"/>
                  </a:lnTo>
                  <a:lnTo>
                    <a:pt x="738296" y="5406127"/>
                  </a:lnTo>
                  <a:lnTo>
                    <a:pt x="738390" y="5406127"/>
                  </a:lnTo>
                  <a:lnTo>
                    <a:pt x="738578" y="5406127"/>
                  </a:lnTo>
                  <a:lnTo>
                    <a:pt x="738860" y="5406127"/>
                  </a:lnTo>
                  <a:lnTo>
                    <a:pt x="739048" y="5400848"/>
                  </a:lnTo>
                  <a:lnTo>
                    <a:pt x="739142" y="5400848"/>
                  </a:lnTo>
                  <a:lnTo>
                    <a:pt x="739330" y="5400848"/>
                  </a:lnTo>
                  <a:lnTo>
                    <a:pt x="739518" y="5395568"/>
                  </a:lnTo>
                  <a:lnTo>
                    <a:pt x="739706" y="5395568"/>
                  </a:lnTo>
                  <a:lnTo>
                    <a:pt x="739988" y="5395568"/>
                  </a:lnTo>
                  <a:lnTo>
                    <a:pt x="740364" y="5395568"/>
                  </a:lnTo>
                  <a:lnTo>
                    <a:pt x="740458" y="5395568"/>
                  </a:lnTo>
                  <a:lnTo>
                    <a:pt x="740741" y="5395568"/>
                  </a:lnTo>
                  <a:lnTo>
                    <a:pt x="741211" y="5395568"/>
                  </a:lnTo>
                  <a:lnTo>
                    <a:pt x="741305" y="5395568"/>
                  </a:lnTo>
                  <a:lnTo>
                    <a:pt x="741587" y="5395568"/>
                  </a:lnTo>
                  <a:lnTo>
                    <a:pt x="741681" y="5395568"/>
                  </a:lnTo>
                  <a:lnTo>
                    <a:pt x="742245" y="5395568"/>
                  </a:lnTo>
                  <a:lnTo>
                    <a:pt x="742433" y="5395568"/>
                  </a:lnTo>
                  <a:lnTo>
                    <a:pt x="743279" y="5395568"/>
                  </a:lnTo>
                  <a:lnTo>
                    <a:pt x="743467" y="5395568"/>
                  </a:lnTo>
                  <a:lnTo>
                    <a:pt x="743749" y="5395568"/>
                  </a:lnTo>
                  <a:lnTo>
                    <a:pt x="743937" y="5395568"/>
                  </a:lnTo>
                  <a:lnTo>
                    <a:pt x="744031" y="5395568"/>
                  </a:lnTo>
                  <a:lnTo>
                    <a:pt x="744314" y="5390289"/>
                  </a:lnTo>
                  <a:lnTo>
                    <a:pt x="744502" y="5390289"/>
                  </a:lnTo>
                  <a:lnTo>
                    <a:pt x="745160" y="5390289"/>
                  </a:lnTo>
                  <a:lnTo>
                    <a:pt x="745442" y="5390289"/>
                  </a:lnTo>
                  <a:lnTo>
                    <a:pt x="745724" y="5390289"/>
                  </a:lnTo>
                  <a:lnTo>
                    <a:pt x="745912" y="5390289"/>
                  </a:lnTo>
                  <a:lnTo>
                    <a:pt x="746664" y="5390289"/>
                  </a:lnTo>
                  <a:lnTo>
                    <a:pt x="746758" y="5390289"/>
                  </a:lnTo>
                  <a:lnTo>
                    <a:pt x="746852" y="5390289"/>
                  </a:lnTo>
                  <a:lnTo>
                    <a:pt x="747228" y="5390289"/>
                  </a:lnTo>
                  <a:lnTo>
                    <a:pt x="747416" y="5390289"/>
                  </a:lnTo>
                  <a:lnTo>
                    <a:pt x="747510" y="5390289"/>
                  </a:lnTo>
                  <a:lnTo>
                    <a:pt x="747698" y="5390289"/>
                  </a:lnTo>
                  <a:lnTo>
                    <a:pt x="748263" y="5390289"/>
                  </a:lnTo>
                  <a:lnTo>
                    <a:pt x="748357" y="5385009"/>
                  </a:lnTo>
                  <a:lnTo>
                    <a:pt x="748451" y="5385009"/>
                  </a:lnTo>
                  <a:lnTo>
                    <a:pt x="749015" y="5385009"/>
                  </a:lnTo>
                  <a:lnTo>
                    <a:pt x="749579" y="5385009"/>
                  </a:lnTo>
                  <a:lnTo>
                    <a:pt x="749955" y="5385009"/>
                  </a:lnTo>
                  <a:lnTo>
                    <a:pt x="750143" y="5385009"/>
                  </a:lnTo>
                  <a:lnTo>
                    <a:pt x="750237" y="5385009"/>
                  </a:lnTo>
                  <a:lnTo>
                    <a:pt x="750989" y="5385009"/>
                  </a:lnTo>
                  <a:lnTo>
                    <a:pt x="751460" y="5385009"/>
                  </a:lnTo>
                  <a:lnTo>
                    <a:pt x="751554" y="5385009"/>
                  </a:lnTo>
                  <a:lnTo>
                    <a:pt x="751836" y="5385009"/>
                  </a:lnTo>
                  <a:lnTo>
                    <a:pt x="751930" y="5385009"/>
                  </a:lnTo>
                  <a:lnTo>
                    <a:pt x="752588" y="5385009"/>
                  </a:lnTo>
                  <a:lnTo>
                    <a:pt x="753058" y="5385009"/>
                  </a:lnTo>
                  <a:lnTo>
                    <a:pt x="753152" y="5385009"/>
                  </a:lnTo>
                  <a:lnTo>
                    <a:pt x="753434" y="5385009"/>
                  </a:lnTo>
                  <a:lnTo>
                    <a:pt x="753622" y="5385009"/>
                  </a:lnTo>
                  <a:lnTo>
                    <a:pt x="753904" y="5385009"/>
                  </a:lnTo>
                  <a:lnTo>
                    <a:pt x="754374" y="5385009"/>
                  </a:lnTo>
                  <a:lnTo>
                    <a:pt x="754656" y="5385009"/>
                  </a:lnTo>
                  <a:lnTo>
                    <a:pt x="754939" y="5385009"/>
                  </a:lnTo>
                  <a:lnTo>
                    <a:pt x="755127" y="5385009"/>
                  </a:lnTo>
                  <a:lnTo>
                    <a:pt x="755785" y="5385009"/>
                  </a:lnTo>
                  <a:lnTo>
                    <a:pt x="756255" y="5385009"/>
                  </a:lnTo>
                  <a:lnTo>
                    <a:pt x="756349" y="5385009"/>
                  </a:lnTo>
                  <a:lnTo>
                    <a:pt x="756537" y="5385009"/>
                  </a:lnTo>
                  <a:lnTo>
                    <a:pt x="757007" y="5385009"/>
                  </a:lnTo>
                  <a:lnTo>
                    <a:pt x="757383" y="5385009"/>
                  </a:lnTo>
                  <a:lnTo>
                    <a:pt x="757853" y="5385009"/>
                  </a:lnTo>
                  <a:lnTo>
                    <a:pt x="758041" y="5385009"/>
                  </a:lnTo>
                  <a:lnTo>
                    <a:pt x="758512" y="5379730"/>
                  </a:lnTo>
                  <a:lnTo>
                    <a:pt x="758606" y="5379730"/>
                  </a:lnTo>
                  <a:lnTo>
                    <a:pt x="758982" y="5379730"/>
                  </a:lnTo>
                  <a:lnTo>
                    <a:pt x="759170" y="5379730"/>
                  </a:lnTo>
                  <a:lnTo>
                    <a:pt x="759640" y="5379730"/>
                  </a:lnTo>
                  <a:lnTo>
                    <a:pt x="759828" y="5379730"/>
                  </a:lnTo>
                  <a:lnTo>
                    <a:pt x="759922" y="5379730"/>
                  </a:lnTo>
                  <a:lnTo>
                    <a:pt x="760110" y="5379730"/>
                  </a:lnTo>
                  <a:lnTo>
                    <a:pt x="760580" y="5379730"/>
                  </a:lnTo>
                  <a:lnTo>
                    <a:pt x="760674" y="5379730"/>
                  </a:lnTo>
                  <a:lnTo>
                    <a:pt x="760956" y="5379730"/>
                  </a:lnTo>
                  <a:lnTo>
                    <a:pt x="761238" y="5379730"/>
                  </a:lnTo>
                  <a:lnTo>
                    <a:pt x="761520" y="5379730"/>
                  </a:lnTo>
                  <a:lnTo>
                    <a:pt x="761520" y="5374450"/>
                  </a:lnTo>
                  <a:lnTo>
                    <a:pt x="761896" y="5374450"/>
                  </a:lnTo>
                  <a:lnTo>
                    <a:pt x="761990" y="5374450"/>
                  </a:lnTo>
                  <a:lnTo>
                    <a:pt x="762273" y="5374450"/>
                  </a:lnTo>
                  <a:lnTo>
                    <a:pt x="762649" y="5374450"/>
                  </a:lnTo>
                  <a:lnTo>
                    <a:pt x="763119" y="5374450"/>
                  </a:lnTo>
                  <a:lnTo>
                    <a:pt x="763683" y="5369171"/>
                  </a:lnTo>
                  <a:lnTo>
                    <a:pt x="763777" y="5369171"/>
                  </a:lnTo>
                  <a:lnTo>
                    <a:pt x="763871" y="5369171"/>
                  </a:lnTo>
                  <a:lnTo>
                    <a:pt x="764059" y="5363892"/>
                  </a:lnTo>
                  <a:lnTo>
                    <a:pt x="764529" y="5363892"/>
                  </a:lnTo>
                  <a:lnTo>
                    <a:pt x="764717" y="5363892"/>
                  </a:lnTo>
                  <a:lnTo>
                    <a:pt x="764811" y="5363892"/>
                  </a:lnTo>
                  <a:lnTo>
                    <a:pt x="764999" y="5363892"/>
                  </a:lnTo>
                  <a:lnTo>
                    <a:pt x="765093" y="5363892"/>
                  </a:lnTo>
                  <a:lnTo>
                    <a:pt x="765375" y="5363892"/>
                  </a:lnTo>
                  <a:lnTo>
                    <a:pt x="765564" y="5363892"/>
                  </a:lnTo>
                  <a:lnTo>
                    <a:pt x="765658" y="5363892"/>
                  </a:lnTo>
                  <a:lnTo>
                    <a:pt x="765752" y="5363892"/>
                  </a:lnTo>
                  <a:lnTo>
                    <a:pt x="765940" y="5363892"/>
                  </a:lnTo>
                  <a:lnTo>
                    <a:pt x="766504" y="5363892"/>
                  </a:lnTo>
                  <a:lnTo>
                    <a:pt x="766880" y="5363892"/>
                  </a:lnTo>
                  <a:lnTo>
                    <a:pt x="766974" y="5363892"/>
                  </a:lnTo>
                  <a:lnTo>
                    <a:pt x="767256" y="5363892"/>
                  </a:lnTo>
                  <a:lnTo>
                    <a:pt x="767350" y="5363892"/>
                  </a:lnTo>
                  <a:lnTo>
                    <a:pt x="767820" y="5363892"/>
                  </a:lnTo>
                  <a:lnTo>
                    <a:pt x="768572" y="5363892"/>
                  </a:lnTo>
                  <a:lnTo>
                    <a:pt x="768854" y="5363892"/>
                  </a:lnTo>
                  <a:lnTo>
                    <a:pt x="769137" y="5363892"/>
                  </a:lnTo>
                  <a:lnTo>
                    <a:pt x="769231" y="5363892"/>
                  </a:lnTo>
                  <a:lnTo>
                    <a:pt x="769419" y="5363892"/>
                  </a:lnTo>
                  <a:lnTo>
                    <a:pt x="769513" y="5363892"/>
                  </a:lnTo>
                  <a:lnTo>
                    <a:pt x="769889" y="5363892"/>
                  </a:lnTo>
                  <a:lnTo>
                    <a:pt x="770265" y="5363892"/>
                  </a:lnTo>
                  <a:lnTo>
                    <a:pt x="770359" y="5363892"/>
                  </a:lnTo>
                  <a:lnTo>
                    <a:pt x="771393" y="5363892"/>
                  </a:lnTo>
                  <a:lnTo>
                    <a:pt x="771581" y="5363892"/>
                  </a:lnTo>
                  <a:lnTo>
                    <a:pt x="772145" y="5363892"/>
                  </a:lnTo>
                  <a:lnTo>
                    <a:pt x="772427" y="5363892"/>
                  </a:lnTo>
                  <a:lnTo>
                    <a:pt x="772898" y="5363892"/>
                  </a:lnTo>
                  <a:lnTo>
                    <a:pt x="773086" y="5363892"/>
                  </a:lnTo>
                  <a:lnTo>
                    <a:pt x="773462" y="5363892"/>
                  </a:lnTo>
                  <a:lnTo>
                    <a:pt x="773556" y="5363892"/>
                  </a:lnTo>
                  <a:lnTo>
                    <a:pt x="773932" y="5363892"/>
                  </a:lnTo>
                  <a:lnTo>
                    <a:pt x="774026" y="5363892"/>
                  </a:lnTo>
                  <a:lnTo>
                    <a:pt x="774308" y="5363892"/>
                  </a:lnTo>
                  <a:lnTo>
                    <a:pt x="774684" y="5363892"/>
                  </a:lnTo>
                  <a:lnTo>
                    <a:pt x="774872" y="5363892"/>
                  </a:lnTo>
                  <a:lnTo>
                    <a:pt x="775154" y="5363892"/>
                  </a:lnTo>
                  <a:lnTo>
                    <a:pt x="775718" y="5363892"/>
                  </a:lnTo>
                  <a:lnTo>
                    <a:pt x="775812" y="5363892"/>
                  </a:lnTo>
                  <a:lnTo>
                    <a:pt x="775906" y="5363892"/>
                  </a:lnTo>
                  <a:lnTo>
                    <a:pt x="776283" y="5363892"/>
                  </a:lnTo>
                  <a:lnTo>
                    <a:pt x="776377" y="5363892"/>
                  </a:lnTo>
                  <a:lnTo>
                    <a:pt x="776941" y="5363892"/>
                  </a:lnTo>
                  <a:lnTo>
                    <a:pt x="777129" y="5363892"/>
                  </a:lnTo>
                  <a:lnTo>
                    <a:pt x="777317" y="5363892"/>
                  </a:lnTo>
                  <a:lnTo>
                    <a:pt x="777411" y="5363892"/>
                  </a:lnTo>
                  <a:lnTo>
                    <a:pt x="777411" y="5358612"/>
                  </a:lnTo>
                  <a:lnTo>
                    <a:pt x="777599" y="5353333"/>
                  </a:lnTo>
                  <a:lnTo>
                    <a:pt x="777787" y="5353333"/>
                  </a:lnTo>
                  <a:lnTo>
                    <a:pt x="778163" y="5348053"/>
                  </a:lnTo>
                  <a:lnTo>
                    <a:pt x="778445" y="5348053"/>
                  </a:lnTo>
                  <a:lnTo>
                    <a:pt x="778633" y="5348053"/>
                  </a:lnTo>
                  <a:lnTo>
                    <a:pt x="778915" y="5348053"/>
                  </a:lnTo>
                  <a:lnTo>
                    <a:pt x="779009" y="5348053"/>
                  </a:lnTo>
                  <a:lnTo>
                    <a:pt x="779103" y="5348053"/>
                  </a:lnTo>
                  <a:lnTo>
                    <a:pt x="779291" y="5342774"/>
                  </a:lnTo>
                  <a:lnTo>
                    <a:pt x="779479" y="5342774"/>
                  </a:lnTo>
                  <a:lnTo>
                    <a:pt x="780044" y="5342774"/>
                  </a:lnTo>
                  <a:lnTo>
                    <a:pt x="780326" y="5342774"/>
                  </a:lnTo>
                  <a:lnTo>
                    <a:pt x="780420" y="5342774"/>
                  </a:lnTo>
                  <a:lnTo>
                    <a:pt x="780890" y="5342774"/>
                  </a:lnTo>
                  <a:lnTo>
                    <a:pt x="781454" y="5342774"/>
                  </a:lnTo>
                  <a:lnTo>
                    <a:pt x="781548" y="5342774"/>
                  </a:lnTo>
                  <a:lnTo>
                    <a:pt x="781924" y="5342774"/>
                  </a:lnTo>
                  <a:lnTo>
                    <a:pt x="782676" y="5342774"/>
                  </a:lnTo>
                  <a:lnTo>
                    <a:pt x="783052" y="5342774"/>
                  </a:lnTo>
                  <a:lnTo>
                    <a:pt x="783240" y="5342774"/>
                  </a:lnTo>
                  <a:lnTo>
                    <a:pt x="783429" y="5342774"/>
                  </a:lnTo>
                  <a:lnTo>
                    <a:pt x="783523" y="5342774"/>
                  </a:lnTo>
                  <a:lnTo>
                    <a:pt x="783711" y="5342774"/>
                  </a:lnTo>
                  <a:lnTo>
                    <a:pt x="783711" y="5337494"/>
                  </a:lnTo>
                  <a:lnTo>
                    <a:pt x="784181" y="5337494"/>
                  </a:lnTo>
                  <a:lnTo>
                    <a:pt x="784463" y="5337494"/>
                  </a:lnTo>
                  <a:lnTo>
                    <a:pt x="784651" y="5337494"/>
                  </a:lnTo>
                  <a:lnTo>
                    <a:pt x="784745" y="5337494"/>
                  </a:lnTo>
                  <a:lnTo>
                    <a:pt x="785121" y="5337494"/>
                  </a:lnTo>
                  <a:lnTo>
                    <a:pt x="785497" y="5337494"/>
                  </a:lnTo>
                  <a:lnTo>
                    <a:pt x="785779" y="5332215"/>
                  </a:lnTo>
                  <a:lnTo>
                    <a:pt x="786061" y="5332215"/>
                  </a:lnTo>
                  <a:lnTo>
                    <a:pt x="786625" y="5332215"/>
                  </a:lnTo>
                  <a:lnTo>
                    <a:pt x="786719" y="5332215"/>
                  </a:lnTo>
                  <a:lnTo>
                    <a:pt x="787002" y="5332215"/>
                  </a:lnTo>
                  <a:lnTo>
                    <a:pt x="787190" y="5332215"/>
                  </a:lnTo>
                  <a:lnTo>
                    <a:pt x="787472" y="5332215"/>
                  </a:lnTo>
                  <a:lnTo>
                    <a:pt x="788506" y="5332215"/>
                  </a:lnTo>
                  <a:lnTo>
                    <a:pt x="788600" y="5332215"/>
                  </a:lnTo>
                  <a:lnTo>
                    <a:pt x="788882" y="5332215"/>
                  </a:lnTo>
                  <a:lnTo>
                    <a:pt x="789164" y="5332215"/>
                  </a:lnTo>
                  <a:lnTo>
                    <a:pt x="789258" y="5332215"/>
                  </a:lnTo>
                  <a:lnTo>
                    <a:pt x="789352" y="5332215"/>
                  </a:lnTo>
                  <a:lnTo>
                    <a:pt x="789634" y="5332215"/>
                  </a:lnTo>
                  <a:lnTo>
                    <a:pt x="789916" y="5332215"/>
                  </a:lnTo>
                  <a:lnTo>
                    <a:pt x="790010" y="5332215"/>
                  </a:lnTo>
                  <a:lnTo>
                    <a:pt x="790387" y="5332215"/>
                  </a:lnTo>
                  <a:lnTo>
                    <a:pt x="790481" y="5332215"/>
                  </a:lnTo>
                  <a:lnTo>
                    <a:pt x="790857" y="5332215"/>
                  </a:lnTo>
                  <a:lnTo>
                    <a:pt x="791139" y="5332215"/>
                  </a:lnTo>
                  <a:lnTo>
                    <a:pt x="791515" y="5332215"/>
                  </a:lnTo>
                  <a:lnTo>
                    <a:pt x="791703" y="5332215"/>
                  </a:lnTo>
                  <a:lnTo>
                    <a:pt x="791985" y="5332215"/>
                  </a:lnTo>
                  <a:lnTo>
                    <a:pt x="792173" y="5332215"/>
                  </a:lnTo>
                  <a:lnTo>
                    <a:pt x="792267" y="5332215"/>
                  </a:lnTo>
                  <a:lnTo>
                    <a:pt x="792549" y="5332215"/>
                  </a:lnTo>
                  <a:lnTo>
                    <a:pt x="792737" y="5332215"/>
                  </a:lnTo>
                  <a:lnTo>
                    <a:pt x="792925" y="5332215"/>
                  </a:lnTo>
                  <a:lnTo>
                    <a:pt x="793301" y="5332215"/>
                  </a:lnTo>
                  <a:lnTo>
                    <a:pt x="793960" y="5332215"/>
                  </a:lnTo>
                  <a:lnTo>
                    <a:pt x="794054" y="5332215"/>
                  </a:lnTo>
                  <a:lnTo>
                    <a:pt x="794148" y="5326936"/>
                  </a:lnTo>
                  <a:lnTo>
                    <a:pt x="794806" y="5326936"/>
                  </a:lnTo>
                  <a:lnTo>
                    <a:pt x="795276" y="5326936"/>
                  </a:lnTo>
                  <a:lnTo>
                    <a:pt x="795464" y="5326936"/>
                  </a:lnTo>
                  <a:lnTo>
                    <a:pt x="795558" y="5326936"/>
                  </a:lnTo>
                  <a:lnTo>
                    <a:pt x="795840" y="5326936"/>
                  </a:lnTo>
                  <a:lnTo>
                    <a:pt x="796028" y="5326936"/>
                  </a:lnTo>
                  <a:lnTo>
                    <a:pt x="796122" y="5326936"/>
                  </a:lnTo>
                  <a:lnTo>
                    <a:pt x="796216" y="5326936"/>
                  </a:lnTo>
                  <a:lnTo>
                    <a:pt x="796874" y="5326936"/>
                  </a:lnTo>
                  <a:lnTo>
                    <a:pt x="797344" y="5326936"/>
                  </a:lnTo>
                  <a:lnTo>
                    <a:pt x="797627" y="5326936"/>
                  </a:lnTo>
                  <a:lnTo>
                    <a:pt x="797721" y="5326936"/>
                  </a:lnTo>
                  <a:lnTo>
                    <a:pt x="798003" y="5326936"/>
                  </a:lnTo>
                  <a:lnTo>
                    <a:pt x="798567" y="5326936"/>
                  </a:lnTo>
                  <a:lnTo>
                    <a:pt x="798661" y="5326936"/>
                  </a:lnTo>
                  <a:lnTo>
                    <a:pt x="799225" y="5326936"/>
                  </a:lnTo>
                  <a:lnTo>
                    <a:pt x="799319" y="5326936"/>
                  </a:lnTo>
                  <a:lnTo>
                    <a:pt x="799413" y="5326936"/>
                  </a:lnTo>
                  <a:lnTo>
                    <a:pt x="799695" y="5326936"/>
                  </a:lnTo>
                  <a:lnTo>
                    <a:pt x="799977" y="5326936"/>
                  </a:lnTo>
                  <a:lnTo>
                    <a:pt x="800071" y="5326936"/>
                  </a:lnTo>
                  <a:lnTo>
                    <a:pt x="800353" y="5326936"/>
                  </a:lnTo>
                  <a:lnTo>
                    <a:pt x="800729" y="5326936"/>
                  </a:lnTo>
                  <a:lnTo>
                    <a:pt x="800823" y="5326936"/>
                  </a:lnTo>
                  <a:lnTo>
                    <a:pt x="801012" y="5326936"/>
                  </a:lnTo>
                  <a:lnTo>
                    <a:pt x="801294" y="5326936"/>
                  </a:lnTo>
                  <a:lnTo>
                    <a:pt x="801670" y="5326936"/>
                  </a:lnTo>
                  <a:lnTo>
                    <a:pt x="801764" y="5326936"/>
                  </a:lnTo>
                  <a:lnTo>
                    <a:pt x="802234" y="5326936"/>
                  </a:lnTo>
                  <a:lnTo>
                    <a:pt x="802516" y="5326936"/>
                  </a:lnTo>
                  <a:lnTo>
                    <a:pt x="803080" y="5326936"/>
                  </a:lnTo>
                  <a:lnTo>
                    <a:pt x="803174" y="5326936"/>
                  </a:lnTo>
                  <a:lnTo>
                    <a:pt x="803268" y="5326936"/>
                  </a:lnTo>
                  <a:lnTo>
                    <a:pt x="803456" y="5326936"/>
                  </a:lnTo>
                  <a:lnTo>
                    <a:pt x="803832" y="5326936"/>
                  </a:lnTo>
                  <a:lnTo>
                    <a:pt x="803926" y="5326936"/>
                  </a:lnTo>
                  <a:lnTo>
                    <a:pt x="804208" y="5326936"/>
                  </a:lnTo>
                  <a:lnTo>
                    <a:pt x="804396" y="5326936"/>
                  </a:lnTo>
                  <a:lnTo>
                    <a:pt x="804585" y="5326936"/>
                  </a:lnTo>
                  <a:lnTo>
                    <a:pt x="804773" y="5326936"/>
                  </a:lnTo>
                  <a:lnTo>
                    <a:pt x="805149" y="5326936"/>
                  </a:lnTo>
                  <a:lnTo>
                    <a:pt x="805243" y="5326936"/>
                  </a:lnTo>
                  <a:lnTo>
                    <a:pt x="805619" y="5326936"/>
                  </a:lnTo>
                  <a:lnTo>
                    <a:pt x="805807" y="5326936"/>
                  </a:lnTo>
                  <a:lnTo>
                    <a:pt x="806277" y="5326936"/>
                  </a:lnTo>
                  <a:lnTo>
                    <a:pt x="806371" y="5326936"/>
                  </a:lnTo>
                  <a:lnTo>
                    <a:pt x="806465" y="5326936"/>
                  </a:lnTo>
                  <a:lnTo>
                    <a:pt x="806559" y="5326936"/>
                  </a:lnTo>
                  <a:lnTo>
                    <a:pt x="806841" y="5326936"/>
                  </a:lnTo>
                  <a:lnTo>
                    <a:pt x="806935" y="5326936"/>
                  </a:lnTo>
                  <a:lnTo>
                    <a:pt x="807405" y="5326936"/>
                  </a:lnTo>
                  <a:lnTo>
                    <a:pt x="807687" y="5326936"/>
                  </a:lnTo>
                  <a:lnTo>
                    <a:pt x="807969" y="5326936"/>
                  </a:lnTo>
                  <a:lnTo>
                    <a:pt x="808063" y="5326936"/>
                  </a:lnTo>
                  <a:lnTo>
                    <a:pt x="808346" y="5326936"/>
                  </a:lnTo>
                  <a:lnTo>
                    <a:pt x="808440" y="5321656"/>
                  </a:lnTo>
                  <a:lnTo>
                    <a:pt x="808722" y="5321656"/>
                  </a:lnTo>
                  <a:lnTo>
                    <a:pt x="809474" y="5321656"/>
                  </a:lnTo>
                  <a:lnTo>
                    <a:pt x="809662" y="5321656"/>
                  </a:lnTo>
                  <a:lnTo>
                    <a:pt x="809850" y="5316377"/>
                  </a:lnTo>
                  <a:lnTo>
                    <a:pt x="809944" y="5316377"/>
                  </a:lnTo>
                  <a:lnTo>
                    <a:pt x="810602" y="5316377"/>
                  </a:lnTo>
                  <a:lnTo>
                    <a:pt x="810790" y="5316377"/>
                  </a:lnTo>
                  <a:lnTo>
                    <a:pt x="810884" y="5316377"/>
                  </a:lnTo>
                  <a:lnTo>
                    <a:pt x="811260" y="5316377"/>
                  </a:lnTo>
                  <a:lnTo>
                    <a:pt x="811825" y="5316377"/>
                  </a:lnTo>
                  <a:lnTo>
                    <a:pt x="811919" y="5316377"/>
                  </a:lnTo>
                  <a:lnTo>
                    <a:pt x="812013" y="5316377"/>
                  </a:lnTo>
                  <a:lnTo>
                    <a:pt x="812389" y="5316377"/>
                  </a:lnTo>
                  <a:lnTo>
                    <a:pt x="812483" y="5316377"/>
                  </a:lnTo>
                  <a:lnTo>
                    <a:pt x="812671" y="5316377"/>
                  </a:lnTo>
                  <a:lnTo>
                    <a:pt x="813047" y="5316377"/>
                  </a:lnTo>
                  <a:lnTo>
                    <a:pt x="813141" y="5316377"/>
                  </a:lnTo>
                  <a:lnTo>
                    <a:pt x="813517" y="5316377"/>
                  </a:lnTo>
                  <a:lnTo>
                    <a:pt x="813799" y="5316377"/>
                  </a:lnTo>
                  <a:lnTo>
                    <a:pt x="813893" y="5316377"/>
                  </a:lnTo>
                  <a:lnTo>
                    <a:pt x="813987" y="5316377"/>
                  </a:lnTo>
                  <a:lnTo>
                    <a:pt x="814175" y="5316377"/>
                  </a:lnTo>
                  <a:lnTo>
                    <a:pt x="814551" y="5311097"/>
                  </a:lnTo>
                  <a:lnTo>
                    <a:pt x="814551" y="5305818"/>
                  </a:lnTo>
                  <a:lnTo>
                    <a:pt x="814739" y="5305818"/>
                  </a:lnTo>
                  <a:lnTo>
                    <a:pt x="815210" y="5305818"/>
                  </a:lnTo>
                  <a:lnTo>
                    <a:pt x="815680" y="5305818"/>
                  </a:lnTo>
                  <a:lnTo>
                    <a:pt x="816432" y="5305818"/>
                  </a:lnTo>
                  <a:lnTo>
                    <a:pt x="816714" y="5305818"/>
                  </a:lnTo>
                  <a:lnTo>
                    <a:pt x="816996" y="5305818"/>
                  </a:lnTo>
                  <a:lnTo>
                    <a:pt x="817184" y="5305818"/>
                  </a:lnTo>
                  <a:lnTo>
                    <a:pt x="817278" y="5305818"/>
                  </a:lnTo>
                  <a:lnTo>
                    <a:pt x="817372" y="5305818"/>
                  </a:lnTo>
                  <a:lnTo>
                    <a:pt x="817560" y="5305818"/>
                  </a:lnTo>
                  <a:lnTo>
                    <a:pt x="817654" y="5305818"/>
                  </a:lnTo>
                  <a:lnTo>
                    <a:pt x="818030" y="5305818"/>
                  </a:lnTo>
                  <a:lnTo>
                    <a:pt x="818124" y="5305818"/>
                  </a:lnTo>
                  <a:lnTo>
                    <a:pt x="818218" y="5305818"/>
                  </a:lnTo>
                  <a:lnTo>
                    <a:pt x="818783" y="5305818"/>
                  </a:lnTo>
                  <a:lnTo>
                    <a:pt x="819065" y="5305818"/>
                  </a:lnTo>
                  <a:lnTo>
                    <a:pt x="819347" y="5305818"/>
                  </a:lnTo>
                  <a:lnTo>
                    <a:pt x="819629" y="5305818"/>
                  </a:lnTo>
                  <a:lnTo>
                    <a:pt x="819723" y="5305818"/>
                  </a:lnTo>
                  <a:lnTo>
                    <a:pt x="819911" y="5305818"/>
                  </a:lnTo>
                  <a:lnTo>
                    <a:pt x="820475" y="5305818"/>
                  </a:lnTo>
                  <a:lnTo>
                    <a:pt x="820757" y="5305818"/>
                  </a:lnTo>
                  <a:lnTo>
                    <a:pt x="820945" y="5305818"/>
                  </a:lnTo>
                  <a:lnTo>
                    <a:pt x="821133" y="5305818"/>
                  </a:lnTo>
                  <a:lnTo>
                    <a:pt x="821321" y="5305818"/>
                  </a:lnTo>
                  <a:lnTo>
                    <a:pt x="821603" y="5305818"/>
                  </a:lnTo>
                  <a:lnTo>
                    <a:pt x="821885" y="5305818"/>
                  </a:lnTo>
                  <a:lnTo>
                    <a:pt x="822073" y="5305818"/>
                  </a:lnTo>
                  <a:lnTo>
                    <a:pt x="822262" y="5305818"/>
                  </a:lnTo>
                  <a:lnTo>
                    <a:pt x="822638" y="5305818"/>
                  </a:lnTo>
                  <a:lnTo>
                    <a:pt x="823390" y="5305818"/>
                  </a:lnTo>
                  <a:lnTo>
                    <a:pt x="823484" y="5305818"/>
                  </a:lnTo>
                  <a:lnTo>
                    <a:pt x="823954" y="5305818"/>
                  </a:lnTo>
                  <a:lnTo>
                    <a:pt x="824142" y="5305818"/>
                  </a:lnTo>
                  <a:lnTo>
                    <a:pt x="824424" y="5305818"/>
                  </a:lnTo>
                  <a:lnTo>
                    <a:pt x="824612" y="5305818"/>
                  </a:lnTo>
                  <a:lnTo>
                    <a:pt x="825176" y="5305818"/>
                  </a:lnTo>
                  <a:lnTo>
                    <a:pt x="825458" y="5305818"/>
                  </a:lnTo>
                  <a:lnTo>
                    <a:pt x="825646" y="5305818"/>
                  </a:lnTo>
                  <a:lnTo>
                    <a:pt x="825929" y="5305818"/>
                  </a:lnTo>
                  <a:lnTo>
                    <a:pt x="826587" y="5305818"/>
                  </a:lnTo>
                  <a:lnTo>
                    <a:pt x="826681" y="5305818"/>
                  </a:lnTo>
                  <a:lnTo>
                    <a:pt x="826869" y="5305818"/>
                  </a:lnTo>
                  <a:lnTo>
                    <a:pt x="827245" y="5305818"/>
                  </a:lnTo>
                  <a:lnTo>
                    <a:pt x="828185" y="5305818"/>
                  </a:lnTo>
                  <a:lnTo>
                    <a:pt x="828373" y="5305818"/>
                  </a:lnTo>
                  <a:lnTo>
                    <a:pt x="828843" y="5305818"/>
                  </a:lnTo>
                  <a:lnTo>
                    <a:pt x="829408" y="5305818"/>
                  </a:lnTo>
                  <a:lnTo>
                    <a:pt x="829502" y="5305818"/>
                  </a:lnTo>
                  <a:lnTo>
                    <a:pt x="830160" y="5300539"/>
                  </a:lnTo>
                  <a:lnTo>
                    <a:pt x="830254" y="5300539"/>
                  </a:lnTo>
                  <a:lnTo>
                    <a:pt x="830442" y="5300539"/>
                  </a:lnTo>
                  <a:lnTo>
                    <a:pt x="830724" y="5300539"/>
                  </a:lnTo>
                  <a:lnTo>
                    <a:pt x="831100" y="5300539"/>
                  </a:lnTo>
                  <a:lnTo>
                    <a:pt x="832604" y="5300539"/>
                  </a:lnTo>
                  <a:lnTo>
                    <a:pt x="832698" y="5300539"/>
                  </a:lnTo>
                  <a:lnTo>
                    <a:pt x="832792" y="5300539"/>
                  </a:lnTo>
                  <a:lnTo>
                    <a:pt x="832887" y="5300539"/>
                  </a:lnTo>
                  <a:lnTo>
                    <a:pt x="833075" y="5300539"/>
                  </a:lnTo>
                  <a:lnTo>
                    <a:pt x="833451" y="5300539"/>
                  </a:lnTo>
                  <a:lnTo>
                    <a:pt x="833545" y="5300539"/>
                  </a:lnTo>
                  <a:lnTo>
                    <a:pt x="833921" y="5300539"/>
                  </a:lnTo>
                  <a:lnTo>
                    <a:pt x="834015" y="5300539"/>
                  </a:lnTo>
                  <a:lnTo>
                    <a:pt x="834109" y="5300539"/>
                  </a:lnTo>
                  <a:lnTo>
                    <a:pt x="834203" y="5300539"/>
                  </a:lnTo>
                  <a:lnTo>
                    <a:pt x="834955" y="5300539"/>
                  </a:lnTo>
                  <a:lnTo>
                    <a:pt x="835237" y="5300539"/>
                  </a:lnTo>
                  <a:lnTo>
                    <a:pt x="835895" y="5300539"/>
                  </a:lnTo>
                  <a:lnTo>
                    <a:pt x="835989" y="5300539"/>
                  </a:lnTo>
                  <a:lnTo>
                    <a:pt x="836177" y="5300539"/>
                  </a:lnTo>
                  <a:lnTo>
                    <a:pt x="836365" y="5300539"/>
                  </a:lnTo>
                  <a:lnTo>
                    <a:pt x="836742" y="5300539"/>
                  </a:lnTo>
                  <a:lnTo>
                    <a:pt x="836930" y="5300539"/>
                  </a:lnTo>
                  <a:lnTo>
                    <a:pt x="837212" y="5300539"/>
                  </a:lnTo>
                  <a:lnTo>
                    <a:pt x="837212" y="5295259"/>
                  </a:lnTo>
                  <a:lnTo>
                    <a:pt x="837682" y="5295259"/>
                  </a:lnTo>
                  <a:lnTo>
                    <a:pt x="837776" y="5295259"/>
                  </a:lnTo>
                  <a:lnTo>
                    <a:pt x="837870" y="5295259"/>
                  </a:lnTo>
                  <a:lnTo>
                    <a:pt x="838622" y="5295259"/>
                  </a:lnTo>
                  <a:lnTo>
                    <a:pt x="838716" y="5295259"/>
                  </a:lnTo>
                  <a:lnTo>
                    <a:pt x="838810" y="5295259"/>
                  </a:lnTo>
                  <a:lnTo>
                    <a:pt x="838904" y="5295259"/>
                  </a:lnTo>
                  <a:lnTo>
                    <a:pt x="839844" y="5295259"/>
                  </a:lnTo>
                  <a:lnTo>
                    <a:pt x="840127" y="5295259"/>
                  </a:lnTo>
                  <a:lnTo>
                    <a:pt x="840315" y="5295259"/>
                  </a:lnTo>
                  <a:lnTo>
                    <a:pt x="840409" y="5295259"/>
                  </a:lnTo>
                  <a:lnTo>
                    <a:pt x="840503" y="5295259"/>
                  </a:lnTo>
                  <a:lnTo>
                    <a:pt x="840691" y="5295259"/>
                  </a:lnTo>
                  <a:lnTo>
                    <a:pt x="840879" y="5295259"/>
                  </a:lnTo>
                  <a:lnTo>
                    <a:pt x="841631" y="5295259"/>
                  </a:lnTo>
                  <a:lnTo>
                    <a:pt x="842383" y="5295259"/>
                  </a:lnTo>
                  <a:lnTo>
                    <a:pt x="842477" y="5295259"/>
                  </a:lnTo>
                  <a:lnTo>
                    <a:pt x="842665" y="5295259"/>
                  </a:lnTo>
                  <a:lnTo>
                    <a:pt x="843041" y="5295259"/>
                  </a:lnTo>
                  <a:lnTo>
                    <a:pt x="843323" y="5295259"/>
                  </a:lnTo>
                  <a:lnTo>
                    <a:pt x="843417" y="5295259"/>
                  </a:lnTo>
                  <a:lnTo>
                    <a:pt x="844170" y="5295259"/>
                  </a:lnTo>
                  <a:lnTo>
                    <a:pt x="844546" y="5295259"/>
                  </a:lnTo>
                  <a:lnTo>
                    <a:pt x="845016" y="5289980"/>
                  </a:lnTo>
                  <a:lnTo>
                    <a:pt x="845110" y="5289980"/>
                  </a:lnTo>
                  <a:lnTo>
                    <a:pt x="845204" y="5289980"/>
                  </a:lnTo>
                  <a:lnTo>
                    <a:pt x="845486" y="5289980"/>
                  </a:lnTo>
                  <a:lnTo>
                    <a:pt x="845768" y="5289980"/>
                  </a:lnTo>
                  <a:lnTo>
                    <a:pt x="845956" y="5289980"/>
                  </a:lnTo>
                  <a:lnTo>
                    <a:pt x="846050" y="5289980"/>
                  </a:lnTo>
                  <a:lnTo>
                    <a:pt x="846144" y="5289980"/>
                  </a:lnTo>
                  <a:lnTo>
                    <a:pt x="846520" y="5289980"/>
                  </a:lnTo>
                  <a:lnTo>
                    <a:pt x="846614" y="5289980"/>
                  </a:lnTo>
                  <a:lnTo>
                    <a:pt x="846708" y="5289980"/>
                  </a:lnTo>
                  <a:lnTo>
                    <a:pt x="846896" y="5289980"/>
                  </a:lnTo>
                  <a:lnTo>
                    <a:pt x="846990" y="5289980"/>
                  </a:lnTo>
                  <a:lnTo>
                    <a:pt x="847179" y="5289980"/>
                  </a:lnTo>
                  <a:lnTo>
                    <a:pt x="847461" y="5289980"/>
                  </a:lnTo>
                  <a:lnTo>
                    <a:pt x="847555" y="5289980"/>
                  </a:lnTo>
                  <a:lnTo>
                    <a:pt x="847649" y="5289980"/>
                  </a:lnTo>
                  <a:lnTo>
                    <a:pt x="848213" y="5289980"/>
                  </a:lnTo>
                  <a:lnTo>
                    <a:pt x="848683" y="5289980"/>
                  </a:lnTo>
                  <a:lnTo>
                    <a:pt x="849341" y="5289980"/>
                  </a:lnTo>
                  <a:lnTo>
                    <a:pt x="849905" y="5289980"/>
                  </a:lnTo>
                  <a:lnTo>
                    <a:pt x="850187" y="5289980"/>
                  </a:lnTo>
                  <a:lnTo>
                    <a:pt x="850658" y="5284700"/>
                  </a:lnTo>
                  <a:lnTo>
                    <a:pt x="850940" y="5284700"/>
                  </a:lnTo>
                  <a:lnTo>
                    <a:pt x="851034" y="5284700"/>
                  </a:lnTo>
                  <a:lnTo>
                    <a:pt x="851128" y="5284700"/>
                  </a:lnTo>
                  <a:lnTo>
                    <a:pt x="851598" y="5284700"/>
                  </a:lnTo>
                  <a:lnTo>
                    <a:pt x="852068" y="5284700"/>
                  </a:lnTo>
                  <a:lnTo>
                    <a:pt x="852538" y="5284700"/>
                  </a:lnTo>
                  <a:lnTo>
                    <a:pt x="852632" y="5284700"/>
                  </a:lnTo>
                  <a:lnTo>
                    <a:pt x="852914" y="5284700"/>
                  </a:lnTo>
                  <a:lnTo>
                    <a:pt x="853290" y="5284700"/>
                  </a:lnTo>
                  <a:lnTo>
                    <a:pt x="853478" y="5284700"/>
                  </a:lnTo>
                  <a:lnTo>
                    <a:pt x="853572" y="5284700"/>
                  </a:lnTo>
                  <a:lnTo>
                    <a:pt x="853948" y="5284700"/>
                  </a:lnTo>
                  <a:lnTo>
                    <a:pt x="854042" y="5279421"/>
                  </a:lnTo>
                  <a:lnTo>
                    <a:pt x="854325" y="5279421"/>
                  </a:lnTo>
                  <a:lnTo>
                    <a:pt x="854607" y="5279421"/>
                  </a:lnTo>
                  <a:lnTo>
                    <a:pt x="854889" y="5279421"/>
                  </a:lnTo>
                  <a:lnTo>
                    <a:pt x="855641" y="5279421"/>
                  </a:lnTo>
                  <a:lnTo>
                    <a:pt x="856017" y="5279421"/>
                  </a:lnTo>
                  <a:lnTo>
                    <a:pt x="856111" y="5279421"/>
                  </a:lnTo>
                  <a:lnTo>
                    <a:pt x="856205" y="5279421"/>
                  </a:lnTo>
                  <a:lnTo>
                    <a:pt x="856675" y="5279421"/>
                  </a:lnTo>
                  <a:lnTo>
                    <a:pt x="856863" y="5279421"/>
                  </a:lnTo>
                  <a:lnTo>
                    <a:pt x="857051" y="5279421"/>
                  </a:lnTo>
                  <a:lnTo>
                    <a:pt x="857239" y="5279421"/>
                  </a:lnTo>
                  <a:lnTo>
                    <a:pt x="857333" y="5279421"/>
                  </a:lnTo>
                  <a:lnTo>
                    <a:pt x="857521" y="5274141"/>
                  </a:lnTo>
                  <a:lnTo>
                    <a:pt x="857710" y="5274141"/>
                  </a:lnTo>
                  <a:lnTo>
                    <a:pt x="859120" y="5268862"/>
                  </a:lnTo>
                  <a:lnTo>
                    <a:pt x="859402" y="5268862"/>
                  </a:lnTo>
                  <a:lnTo>
                    <a:pt x="859966" y="5268862"/>
                  </a:lnTo>
                  <a:lnTo>
                    <a:pt x="860154" y="5268862"/>
                  </a:lnTo>
                  <a:lnTo>
                    <a:pt x="860530" y="5268862"/>
                  </a:lnTo>
                  <a:lnTo>
                    <a:pt x="860718" y="5268862"/>
                  </a:lnTo>
                  <a:lnTo>
                    <a:pt x="860906" y="5268862"/>
                  </a:lnTo>
                  <a:lnTo>
                    <a:pt x="861094" y="5268862"/>
                  </a:lnTo>
                  <a:lnTo>
                    <a:pt x="861941" y="5268862"/>
                  </a:lnTo>
                  <a:lnTo>
                    <a:pt x="862129" y="5268862"/>
                  </a:lnTo>
                  <a:lnTo>
                    <a:pt x="862223" y="5268862"/>
                  </a:lnTo>
                  <a:lnTo>
                    <a:pt x="862693" y="5268862"/>
                  </a:lnTo>
                  <a:lnTo>
                    <a:pt x="863163" y="5263583"/>
                  </a:lnTo>
                  <a:lnTo>
                    <a:pt x="863257" y="5263583"/>
                  </a:lnTo>
                  <a:lnTo>
                    <a:pt x="863445" y="5263583"/>
                  </a:lnTo>
                  <a:lnTo>
                    <a:pt x="864009" y="5263583"/>
                  </a:lnTo>
                  <a:lnTo>
                    <a:pt x="864103" y="5263583"/>
                  </a:lnTo>
                  <a:lnTo>
                    <a:pt x="864197" y="5263583"/>
                  </a:lnTo>
                  <a:lnTo>
                    <a:pt x="865138" y="5263583"/>
                  </a:lnTo>
                  <a:lnTo>
                    <a:pt x="865420" y="5263583"/>
                  </a:lnTo>
                  <a:lnTo>
                    <a:pt x="865514" y="5263583"/>
                  </a:lnTo>
                  <a:lnTo>
                    <a:pt x="865984" y="5263583"/>
                  </a:lnTo>
                  <a:lnTo>
                    <a:pt x="866266" y="5263583"/>
                  </a:lnTo>
                  <a:lnTo>
                    <a:pt x="867112" y="5258303"/>
                  </a:lnTo>
                  <a:lnTo>
                    <a:pt x="867770" y="5258303"/>
                  </a:lnTo>
                  <a:lnTo>
                    <a:pt x="868052" y="5258303"/>
                  </a:lnTo>
                  <a:lnTo>
                    <a:pt x="868146" y="5258303"/>
                  </a:lnTo>
                  <a:lnTo>
                    <a:pt x="868335" y="5258303"/>
                  </a:lnTo>
                  <a:lnTo>
                    <a:pt x="868711" y="5258303"/>
                  </a:lnTo>
                  <a:lnTo>
                    <a:pt x="868805" y="5258303"/>
                  </a:lnTo>
                  <a:lnTo>
                    <a:pt x="868899" y="5258303"/>
                  </a:lnTo>
                  <a:lnTo>
                    <a:pt x="869369" y="5258303"/>
                  </a:lnTo>
                  <a:lnTo>
                    <a:pt x="870027" y="5258303"/>
                  </a:lnTo>
                  <a:lnTo>
                    <a:pt x="870309" y="5258303"/>
                  </a:lnTo>
                  <a:lnTo>
                    <a:pt x="870591" y="5258303"/>
                  </a:lnTo>
                  <a:lnTo>
                    <a:pt x="870685" y="5258303"/>
                  </a:lnTo>
                  <a:lnTo>
                    <a:pt x="870779" y="5253024"/>
                  </a:lnTo>
                  <a:lnTo>
                    <a:pt x="870967" y="5253024"/>
                  </a:lnTo>
                  <a:lnTo>
                    <a:pt x="871343" y="5253024"/>
                  </a:lnTo>
                  <a:lnTo>
                    <a:pt x="871531" y="5253024"/>
                  </a:lnTo>
                  <a:lnTo>
                    <a:pt x="871625" y="5253024"/>
                  </a:lnTo>
                  <a:lnTo>
                    <a:pt x="871719" y="5253024"/>
                  </a:lnTo>
                  <a:lnTo>
                    <a:pt x="872284" y="5253024"/>
                  </a:lnTo>
                  <a:lnTo>
                    <a:pt x="872566" y="5253024"/>
                  </a:lnTo>
                  <a:lnTo>
                    <a:pt x="873224" y="5253024"/>
                  </a:lnTo>
                  <a:lnTo>
                    <a:pt x="873506" y="5253024"/>
                  </a:lnTo>
                  <a:lnTo>
                    <a:pt x="873694" y="5253024"/>
                  </a:lnTo>
                  <a:lnTo>
                    <a:pt x="874070" y="5253024"/>
                  </a:lnTo>
                  <a:lnTo>
                    <a:pt x="874352" y="5253024"/>
                  </a:lnTo>
                  <a:lnTo>
                    <a:pt x="874352" y="5247744"/>
                  </a:lnTo>
                  <a:lnTo>
                    <a:pt x="874540" y="5247744"/>
                  </a:lnTo>
                  <a:lnTo>
                    <a:pt x="875104" y="5242465"/>
                  </a:lnTo>
                  <a:lnTo>
                    <a:pt x="875198" y="5242465"/>
                  </a:lnTo>
                  <a:lnTo>
                    <a:pt x="876139" y="5237185"/>
                  </a:lnTo>
                  <a:lnTo>
                    <a:pt x="876421" y="5237185"/>
                  </a:lnTo>
                  <a:lnTo>
                    <a:pt x="876703" y="5237185"/>
                  </a:lnTo>
                  <a:lnTo>
                    <a:pt x="876797" y="5237185"/>
                  </a:lnTo>
                  <a:lnTo>
                    <a:pt x="876891" y="5237185"/>
                  </a:lnTo>
                  <a:lnTo>
                    <a:pt x="877643" y="5237185"/>
                  </a:lnTo>
                  <a:lnTo>
                    <a:pt x="877925" y="5237185"/>
                  </a:lnTo>
                  <a:lnTo>
                    <a:pt x="878395" y="5237185"/>
                  </a:lnTo>
                  <a:lnTo>
                    <a:pt x="878583" y="5237185"/>
                  </a:lnTo>
                  <a:lnTo>
                    <a:pt x="879148" y="5237185"/>
                  </a:lnTo>
                  <a:lnTo>
                    <a:pt x="879994" y="5231906"/>
                  </a:lnTo>
                  <a:lnTo>
                    <a:pt x="880182" y="5231906"/>
                  </a:lnTo>
                  <a:lnTo>
                    <a:pt x="880558" y="5231906"/>
                  </a:lnTo>
                  <a:lnTo>
                    <a:pt x="880746" y="5231906"/>
                  </a:lnTo>
                  <a:lnTo>
                    <a:pt x="881874" y="5226627"/>
                  </a:lnTo>
                  <a:lnTo>
                    <a:pt x="881968" y="5226627"/>
                  </a:lnTo>
                  <a:lnTo>
                    <a:pt x="882250" y="5226627"/>
                  </a:lnTo>
                  <a:lnTo>
                    <a:pt x="882438" y="5226627"/>
                  </a:lnTo>
                  <a:lnTo>
                    <a:pt x="882533" y="5226627"/>
                  </a:lnTo>
                  <a:lnTo>
                    <a:pt x="882627" y="5226627"/>
                  </a:lnTo>
                  <a:lnTo>
                    <a:pt x="883567" y="5226627"/>
                  </a:lnTo>
                  <a:lnTo>
                    <a:pt x="883849" y="5226627"/>
                  </a:lnTo>
                  <a:lnTo>
                    <a:pt x="884413" y="5221347"/>
                  </a:lnTo>
                  <a:lnTo>
                    <a:pt x="884507" y="5221347"/>
                  </a:lnTo>
                  <a:lnTo>
                    <a:pt x="884601" y="5221347"/>
                  </a:lnTo>
                  <a:lnTo>
                    <a:pt x="885353" y="5221347"/>
                  </a:lnTo>
                  <a:lnTo>
                    <a:pt x="886294" y="5221347"/>
                  </a:lnTo>
                  <a:lnTo>
                    <a:pt x="886670" y="5221347"/>
                  </a:lnTo>
                  <a:lnTo>
                    <a:pt x="886764" y="5221347"/>
                  </a:lnTo>
                  <a:lnTo>
                    <a:pt x="887140" y="5221347"/>
                  </a:lnTo>
                  <a:lnTo>
                    <a:pt x="887422" y="5221347"/>
                  </a:lnTo>
                  <a:lnTo>
                    <a:pt x="887986" y="5221347"/>
                  </a:lnTo>
                  <a:lnTo>
                    <a:pt x="888456" y="5221347"/>
                  </a:lnTo>
                  <a:lnTo>
                    <a:pt x="888550" y="5221347"/>
                  </a:lnTo>
                  <a:lnTo>
                    <a:pt x="888926" y="5221347"/>
                  </a:lnTo>
                  <a:lnTo>
                    <a:pt x="889396" y="5221347"/>
                  </a:lnTo>
                  <a:lnTo>
                    <a:pt x="889490" y="5221347"/>
                  </a:lnTo>
                  <a:lnTo>
                    <a:pt x="889679" y="5216068"/>
                  </a:lnTo>
                  <a:lnTo>
                    <a:pt x="889867" y="5216068"/>
                  </a:lnTo>
                  <a:lnTo>
                    <a:pt x="890149" y="5216068"/>
                  </a:lnTo>
                  <a:lnTo>
                    <a:pt x="890337" y="5216068"/>
                  </a:lnTo>
                  <a:lnTo>
                    <a:pt x="890431" y="5216068"/>
                  </a:lnTo>
                  <a:lnTo>
                    <a:pt x="890525" y="5216068"/>
                  </a:lnTo>
                  <a:lnTo>
                    <a:pt x="890713" y="5216068"/>
                  </a:lnTo>
                  <a:lnTo>
                    <a:pt x="891559" y="5216068"/>
                  </a:lnTo>
                  <a:lnTo>
                    <a:pt x="892217" y="5216068"/>
                  </a:lnTo>
                  <a:lnTo>
                    <a:pt x="892405" y="5216068"/>
                  </a:lnTo>
                  <a:lnTo>
                    <a:pt x="892593" y="5216068"/>
                  </a:lnTo>
                  <a:lnTo>
                    <a:pt x="892875" y="5216068"/>
                  </a:lnTo>
                  <a:lnTo>
                    <a:pt x="893063" y="5216068"/>
                  </a:lnTo>
                  <a:lnTo>
                    <a:pt x="893158" y="5216068"/>
                  </a:lnTo>
                  <a:lnTo>
                    <a:pt x="893534" y="5216068"/>
                  </a:lnTo>
                  <a:lnTo>
                    <a:pt x="893722" y="5216068"/>
                  </a:lnTo>
                  <a:lnTo>
                    <a:pt x="893910" y="5216068"/>
                  </a:lnTo>
                  <a:lnTo>
                    <a:pt x="894098" y="5216068"/>
                  </a:lnTo>
                  <a:lnTo>
                    <a:pt x="894286" y="5216068"/>
                  </a:lnTo>
                  <a:lnTo>
                    <a:pt x="894568" y="5216068"/>
                  </a:lnTo>
                  <a:lnTo>
                    <a:pt x="894944" y="5210788"/>
                  </a:lnTo>
                  <a:lnTo>
                    <a:pt x="895132" y="5210788"/>
                  </a:lnTo>
                  <a:lnTo>
                    <a:pt x="895226" y="5210788"/>
                  </a:lnTo>
                  <a:lnTo>
                    <a:pt x="895696" y="5210788"/>
                  </a:lnTo>
                  <a:lnTo>
                    <a:pt x="895790" y="5210788"/>
                  </a:lnTo>
                  <a:lnTo>
                    <a:pt x="895884" y="5210788"/>
                  </a:lnTo>
                  <a:lnTo>
                    <a:pt x="896072" y="5210788"/>
                  </a:lnTo>
                  <a:lnTo>
                    <a:pt x="896825" y="5210788"/>
                  </a:lnTo>
                  <a:lnTo>
                    <a:pt x="897671" y="5210788"/>
                  </a:lnTo>
                  <a:lnTo>
                    <a:pt x="897859" y="5210788"/>
                  </a:lnTo>
                  <a:lnTo>
                    <a:pt x="899175" y="5210788"/>
                  </a:lnTo>
                  <a:lnTo>
                    <a:pt x="899269" y="5210788"/>
                  </a:lnTo>
                  <a:lnTo>
                    <a:pt x="899551" y="5210788"/>
                  </a:lnTo>
                  <a:lnTo>
                    <a:pt x="899927" y="5210788"/>
                  </a:lnTo>
                  <a:lnTo>
                    <a:pt x="900209" y="5210788"/>
                  </a:lnTo>
                  <a:lnTo>
                    <a:pt x="900398" y="5210788"/>
                  </a:lnTo>
                  <a:lnTo>
                    <a:pt x="900680" y="5210788"/>
                  </a:lnTo>
                  <a:lnTo>
                    <a:pt x="901244" y="5210788"/>
                  </a:lnTo>
                  <a:lnTo>
                    <a:pt x="901714" y="5210788"/>
                  </a:lnTo>
                  <a:lnTo>
                    <a:pt x="902184" y="5210788"/>
                  </a:lnTo>
                  <a:lnTo>
                    <a:pt x="902278" y="5210788"/>
                  </a:lnTo>
                  <a:lnTo>
                    <a:pt x="903030" y="5210788"/>
                  </a:lnTo>
                  <a:lnTo>
                    <a:pt x="903124" y="5210788"/>
                  </a:lnTo>
                  <a:lnTo>
                    <a:pt x="903783" y="5210788"/>
                  </a:lnTo>
                  <a:lnTo>
                    <a:pt x="904347" y="5210788"/>
                  </a:lnTo>
                  <a:lnTo>
                    <a:pt x="904817" y="5210788"/>
                  </a:lnTo>
                  <a:lnTo>
                    <a:pt x="904911" y="5210788"/>
                  </a:lnTo>
                  <a:lnTo>
                    <a:pt x="905005" y="5210788"/>
                  </a:lnTo>
                  <a:lnTo>
                    <a:pt x="905099" y="5210788"/>
                  </a:lnTo>
                  <a:lnTo>
                    <a:pt x="905381" y="5210788"/>
                  </a:lnTo>
                  <a:lnTo>
                    <a:pt x="906039" y="5205509"/>
                  </a:lnTo>
                  <a:lnTo>
                    <a:pt x="906133" y="5205509"/>
                  </a:lnTo>
                  <a:lnTo>
                    <a:pt x="906509" y="5205509"/>
                  </a:lnTo>
                  <a:lnTo>
                    <a:pt x="906603" y="5205509"/>
                  </a:lnTo>
                  <a:lnTo>
                    <a:pt x="906979" y="5205509"/>
                  </a:lnTo>
                  <a:lnTo>
                    <a:pt x="907073" y="5205509"/>
                  </a:lnTo>
                  <a:lnTo>
                    <a:pt x="907167" y="5205509"/>
                  </a:lnTo>
                  <a:lnTo>
                    <a:pt x="907450" y="5205509"/>
                  </a:lnTo>
                  <a:lnTo>
                    <a:pt x="907732" y="5205509"/>
                  </a:lnTo>
                  <a:lnTo>
                    <a:pt x="908296" y="5205509"/>
                  </a:lnTo>
                  <a:lnTo>
                    <a:pt x="908766" y="5205509"/>
                  </a:lnTo>
                  <a:lnTo>
                    <a:pt x="908860" y="5205509"/>
                  </a:lnTo>
                  <a:lnTo>
                    <a:pt x="908954" y="5205509"/>
                  </a:lnTo>
                  <a:lnTo>
                    <a:pt x="909048" y="5205509"/>
                  </a:lnTo>
                  <a:lnTo>
                    <a:pt x="909236" y="5205509"/>
                  </a:lnTo>
                  <a:lnTo>
                    <a:pt x="909800" y="5205509"/>
                  </a:lnTo>
                  <a:lnTo>
                    <a:pt x="910176" y="5205509"/>
                  </a:lnTo>
                  <a:lnTo>
                    <a:pt x="910646" y="5205509"/>
                  </a:lnTo>
                  <a:lnTo>
                    <a:pt x="911399" y="5205509"/>
                  </a:lnTo>
                  <a:lnTo>
                    <a:pt x="911493" y="5205509"/>
                  </a:lnTo>
                  <a:lnTo>
                    <a:pt x="911869" y="5205509"/>
                  </a:lnTo>
                  <a:lnTo>
                    <a:pt x="912245" y="5194950"/>
                  </a:lnTo>
                  <a:lnTo>
                    <a:pt x="912339" y="5194950"/>
                  </a:lnTo>
                  <a:lnTo>
                    <a:pt x="912809" y="5194950"/>
                  </a:lnTo>
                  <a:lnTo>
                    <a:pt x="912903" y="5194950"/>
                  </a:lnTo>
                  <a:lnTo>
                    <a:pt x="913185" y="5194950"/>
                  </a:lnTo>
                  <a:lnTo>
                    <a:pt x="913279" y="5194950"/>
                  </a:lnTo>
                  <a:lnTo>
                    <a:pt x="913937" y="5194950"/>
                  </a:lnTo>
                  <a:lnTo>
                    <a:pt x="914219" y="5194950"/>
                  </a:lnTo>
                  <a:lnTo>
                    <a:pt x="914502" y="5194950"/>
                  </a:lnTo>
                  <a:lnTo>
                    <a:pt x="914690" y="5194950"/>
                  </a:lnTo>
                  <a:lnTo>
                    <a:pt x="914878" y="5194950"/>
                  </a:lnTo>
                  <a:lnTo>
                    <a:pt x="915442" y="5194950"/>
                  </a:lnTo>
                  <a:lnTo>
                    <a:pt x="915818" y="5194950"/>
                  </a:lnTo>
                  <a:lnTo>
                    <a:pt x="916288" y="5194950"/>
                  </a:lnTo>
                  <a:lnTo>
                    <a:pt x="916570" y="5194950"/>
                  </a:lnTo>
                  <a:lnTo>
                    <a:pt x="917040" y="5194950"/>
                  </a:lnTo>
                  <a:lnTo>
                    <a:pt x="917322" y="5194950"/>
                  </a:lnTo>
                  <a:lnTo>
                    <a:pt x="918169" y="5194950"/>
                  </a:lnTo>
                  <a:lnTo>
                    <a:pt x="918263" y="5194950"/>
                  </a:lnTo>
                  <a:lnTo>
                    <a:pt x="918357" y="5194950"/>
                  </a:lnTo>
                  <a:lnTo>
                    <a:pt x="919015" y="5194950"/>
                  </a:lnTo>
                  <a:lnTo>
                    <a:pt x="919109" y="5194950"/>
                  </a:lnTo>
                  <a:lnTo>
                    <a:pt x="919391" y="5194950"/>
                  </a:lnTo>
                  <a:lnTo>
                    <a:pt x="919579" y="5194950"/>
                  </a:lnTo>
                  <a:lnTo>
                    <a:pt x="920237" y="5194950"/>
                  </a:lnTo>
                  <a:lnTo>
                    <a:pt x="920613" y="5194950"/>
                  </a:lnTo>
                  <a:lnTo>
                    <a:pt x="921177" y="5194950"/>
                  </a:lnTo>
                  <a:lnTo>
                    <a:pt x="921365" y="5194950"/>
                  </a:lnTo>
                  <a:lnTo>
                    <a:pt x="921459" y="5194950"/>
                  </a:lnTo>
                  <a:lnTo>
                    <a:pt x="921648" y="5194950"/>
                  </a:lnTo>
                  <a:lnTo>
                    <a:pt x="922682" y="5194950"/>
                  </a:lnTo>
                  <a:lnTo>
                    <a:pt x="922776" y="5194950"/>
                  </a:lnTo>
                  <a:lnTo>
                    <a:pt x="923246" y="5194950"/>
                  </a:lnTo>
                  <a:lnTo>
                    <a:pt x="923340" y="5194950"/>
                  </a:lnTo>
                  <a:lnTo>
                    <a:pt x="923528" y="5194950"/>
                  </a:lnTo>
                  <a:lnTo>
                    <a:pt x="923622" y="5194950"/>
                  </a:lnTo>
                  <a:lnTo>
                    <a:pt x="923998" y="5194950"/>
                  </a:lnTo>
                  <a:lnTo>
                    <a:pt x="924092" y="5194950"/>
                  </a:lnTo>
                  <a:lnTo>
                    <a:pt x="924186" y="5194950"/>
                  </a:lnTo>
                  <a:lnTo>
                    <a:pt x="924468" y="5194950"/>
                  </a:lnTo>
                  <a:lnTo>
                    <a:pt x="924562" y="5194950"/>
                  </a:lnTo>
                  <a:lnTo>
                    <a:pt x="924656" y="5194950"/>
                  </a:lnTo>
                  <a:lnTo>
                    <a:pt x="924844" y="5194950"/>
                  </a:lnTo>
                  <a:lnTo>
                    <a:pt x="925691" y="5194950"/>
                  </a:lnTo>
                  <a:lnTo>
                    <a:pt x="925785" y="5194950"/>
                  </a:lnTo>
                  <a:lnTo>
                    <a:pt x="926161" y="5194950"/>
                  </a:lnTo>
                  <a:lnTo>
                    <a:pt x="926725" y="5194950"/>
                  </a:lnTo>
                  <a:lnTo>
                    <a:pt x="927101" y="5194950"/>
                  </a:lnTo>
                  <a:lnTo>
                    <a:pt x="927477" y="5194950"/>
                  </a:lnTo>
                  <a:lnTo>
                    <a:pt x="927571" y="5194950"/>
                  </a:lnTo>
                  <a:lnTo>
                    <a:pt x="927853" y="5194950"/>
                  </a:lnTo>
                  <a:lnTo>
                    <a:pt x="928041" y="5194950"/>
                  </a:lnTo>
                  <a:lnTo>
                    <a:pt x="928511" y="5194950"/>
                  </a:lnTo>
                  <a:lnTo>
                    <a:pt x="928794" y="5194950"/>
                  </a:lnTo>
                  <a:lnTo>
                    <a:pt x="928888" y="5194950"/>
                  </a:lnTo>
                  <a:lnTo>
                    <a:pt x="929076" y="5194950"/>
                  </a:lnTo>
                  <a:lnTo>
                    <a:pt x="929734" y="5194950"/>
                  </a:lnTo>
                  <a:lnTo>
                    <a:pt x="929922" y="5194950"/>
                  </a:lnTo>
                  <a:lnTo>
                    <a:pt x="930110" y="5194950"/>
                  </a:lnTo>
                  <a:lnTo>
                    <a:pt x="930768" y="5189671"/>
                  </a:lnTo>
                  <a:lnTo>
                    <a:pt x="931144" y="5189671"/>
                  </a:lnTo>
                  <a:lnTo>
                    <a:pt x="931520" y="5189671"/>
                  </a:lnTo>
                  <a:lnTo>
                    <a:pt x="931614" y="5189671"/>
                  </a:lnTo>
                  <a:lnTo>
                    <a:pt x="931802" y="5189671"/>
                  </a:lnTo>
                  <a:lnTo>
                    <a:pt x="932179" y="5189671"/>
                  </a:lnTo>
                  <a:lnTo>
                    <a:pt x="932179" y="5184391"/>
                  </a:lnTo>
                  <a:lnTo>
                    <a:pt x="932273" y="5184391"/>
                  </a:lnTo>
                  <a:lnTo>
                    <a:pt x="932367" y="5184391"/>
                  </a:lnTo>
                  <a:lnTo>
                    <a:pt x="932743" y="5184391"/>
                  </a:lnTo>
                  <a:lnTo>
                    <a:pt x="933495" y="5184391"/>
                  </a:lnTo>
                  <a:lnTo>
                    <a:pt x="933589" y="5184391"/>
                  </a:lnTo>
                  <a:lnTo>
                    <a:pt x="933683" y="5184391"/>
                  </a:lnTo>
                  <a:lnTo>
                    <a:pt x="934341" y="5184391"/>
                  </a:lnTo>
                  <a:lnTo>
                    <a:pt x="934529" y="5184391"/>
                  </a:lnTo>
                  <a:lnTo>
                    <a:pt x="934717" y="5184391"/>
                  </a:lnTo>
                  <a:lnTo>
                    <a:pt x="935469" y="5184391"/>
                  </a:lnTo>
                  <a:lnTo>
                    <a:pt x="935563" y="5184391"/>
                  </a:lnTo>
                  <a:lnTo>
                    <a:pt x="936692" y="5184391"/>
                  </a:lnTo>
                  <a:lnTo>
                    <a:pt x="936786" y="5184391"/>
                  </a:lnTo>
                  <a:lnTo>
                    <a:pt x="936880" y="5184391"/>
                  </a:lnTo>
                  <a:lnTo>
                    <a:pt x="937350" y="5184391"/>
                  </a:lnTo>
                  <a:lnTo>
                    <a:pt x="937444" y="5184391"/>
                  </a:lnTo>
                  <a:lnTo>
                    <a:pt x="937914" y="5184391"/>
                  </a:lnTo>
                  <a:lnTo>
                    <a:pt x="938102" y="5184391"/>
                  </a:lnTo>
                  <a:lnTo>
                    <a:pt x="938572" y="5184391"/>
                  </a:lnTo>
                  <a:lnTo>
                    <a:pt x="939325" y="5184391"/>
                  </a:lnTo>
                  <a:lnTo>
                    <a:pt x="939983" y="5184391"/>
                  </a:lnTo>
                  <a:lnTo>
                    <a:pt x="940077" y="5184391"/>
                  </a:lnTo>
                  <a:lnTo>
                    <a:pt x="940171" y="5179112"/>
                  </a:lnTo>
                  <a:lnTo>
                    <a:pt x="940359" y="5179112"/>
                  </a:lnTo>
                  <a:lnTo>
                    <a:pt x="940547" y="5179112"/>
                  </a:lnTo>
                  <a:lnTo>
                    <a:pt x="940735" y="5179112"/>
                  </a:lnTo>
                  <a:lnTo>
                    <a:pt x="941017" y="5179112"/>
                  </a:lnTo>
                  <a:lnTo>
                    <a:pt x="941111" y="5179112"/>
                  </a:lnTo>
                  <a:lnTo>
                    <a:pt x="941581" y="5179112"/>
                  </a:lnTo>
                  <a:lnTo>
                    <a:pt x="941957" y="5179112"/>
                  </a:lnTo>
                  <a:lnTo>
                    <a:pt x="942051" y="5173832"/>
                  </a:lnTo>
                  <a:lnTo>
                    <a:pt x="942333" y="5173832"/>
                  </a:lnTo>
                  <a:lnTo>
                    <a:pt x="942521" y="5173832"/>
                  </a:lnTo>
                  <a:lnTo>
                    <a:pt x="942898" y="5173832"/>
                  </a:lnTo>
                  <a:lnTo>
                    <a:pt x="942992" y="5173832"/>
                  </a:lnTo>
                  <a:lnTo>
                    <a:pt x="943086" y="5173832"/>
                  </a:lnTo>
                  <a:lnTo>
                    <a:pt x="943744" y="5173832"/>
                  </a:lnTo>
                  <a:lnTo>
                    <a:pt x="944026" y="5168553"/>
                  </a:lnTo>
                  <a:lnTo>
                    <a:pt x="944496" y="5168553"/>
                  </a:lnTo>
                  <a:lnTo>
                    <a:pt x="944590" y="5168553"/>
                  </a:lnTo>
                  <a:lnTo>
                    <a:pt x="944778" y="5168553"/>
                  </a:lnTo>
                  <a:lnTo>
                    <a:pt x="945436" y="5163274"/>
                  </a:lnTo>
                  <a:lnTo>
                    <a:pt x="945718" y="5163274"/>
                  </a:lnTo>
                  <a:lnTo>
                    <a:pt x="946000" y="5163274"/>
                  </a:lnTo>
                  <a:lnTo>
                    <a:pt x="946188" y="5163274"/>
                  </a:lnTo>
                  <a:lnTo>
                    <a:pt x="946377" y="5163274"/>
                  </a:lnTo>
                  <a:lnTo>
                    <a:pt x="946753" y="5163274"/>
                  </a:lnTo>
                  <a:lnTo>
                    <a:pt x="946941" y="5163274"/>
                  </a:lnTo>
                  <a:lnTo>
                    <a:pt x="947223" y="5163274"/>
                  </a:lnTo>
                  <a:lnTo>
                    <a:pt x="947881" y="5163274"/>
                  </a:lnTo>
                  <a:lnTo>
                    <a:pt x="948445" y="5163274"/>
                  </a:lnTo>
                  <a:lnTo>
                    <a:pt x="948727" y="5163274"/>
                  </a:lnTo>
                  <a:lnTo>
                    <a:pt x="948821" y="5163274"/>
                  </a:lnTo>
                  <a:lnTo>
                    <a:pt x="949103" y="5163274"/>
                  </a:lnTo>
                  <a:lnTo>
                    <a:pt x="949103" y="5157994"/>
                  </a:lnTo>
                  <a:lnTo>
                    <a:pt x="949573" y="5157994"/>
                  </a:lnTo>
                  <a:lnTo>
                    <a:pt x="949856" y="5157994"/>
                  </a:lnTo>
                  <a:lnTo>
                    <a:pt x="950138" y="5157994"/>
                  </a:lnTo>
                  <a:lnTo>
                    <a:pt x="950232" y="5157994"/>
                  </a:lnTo>
                  <a:lnTo>
                    <a:pt x="950326" y="5157994"/>
                  </a:lnTo>
                  <a:lnTo>
                    <a:pt x="950608" y="5152715"/>
                  </a:lnTo>
                  <a:lnTo>
                    <a:pt x="951548" y="5152715"/>
                  </a:lnTo>
                  <a:lnTo>
                    <a:pt x="951642" y="5152715"/>
                  </a:lnTo>
                  <a:lnTo>
                    <a:pt x="952018" y="5152715"/>
                  </a:lnTo>
                  <a:lnTo>
                    <a:pt x="952300" y="5152715"/>
                  </a:lnTo>
                  <a:lnTo>
                    <a:pt x="952676" y="5152715"/>
                  </a:lnTo>
                  <a:lnTo>
                    <a:pt x="952864" y="5152715"/>
                  </a:lnTo>
                  <a:lnTo>
                    <a:pt x="953334" y="5152715"/>
                  </a:lnTo>
                  <a:lnTo>
                    <a:pt x="953805" y="5152715"/>
                  </a:lnTo>
                  <a:lnTo>
                    <a:pt x="954275" y="5152715"/>
                  </a:lnTo>
                  <a:lnTo>
                    <a:pt x="954745" y="5152715"/>
                  </a:lnTo>
                  <a:lnTo>
                    <a:pt x="955591" y="5152715"/>
                  </a:lnTo>
                  <a:lnTo>
                    <a:pt x="955685" y="5152715"/>
                  </a:lnTo>
                  <a:lnTo>
                    <a:pt x="955779" y="5152715"/>
                  </a:lnTo>
                  <a:lnTo>
                    <a:pt x="956155" y="5152715"/>
                  </a:lnTo>
                  <a:lnTo>
                    <a:pt x="957002" y="5152715"/>
                  </a:lnTo>
                  <a:lnTo>
                    <a:pt x="957284" y="5152715"/>
                  </a:lnTo>
                  <a:lnTo>
                    <a:pt x="957660" y="5142156"/>
                  </a:lnTo>
                  <a:lnTo>
                    <a:pt x="958506" y="5142156"/>
                  </a:lnTo>
                  <a:lnTo>
                    <a:pt x="958600" y="5142156"/>
                  </a:lnTo>
                  <a:lnTo>
                    <a:pt x="958788" y="5142156"/>
                  </a:lnTo>
                  <a:lnTo>
                    <a:pt x="958976" y="5142156"/>
                  </a:lnTo>
                  <a:lnTo>
                    <a:pt x="959070" y="5142156"/>
                  </a:lnTo>
                  <a:lnTo>
                    <a:pt x="959352" y="5136876"/>
                  </a:lnTo>
                  <a:lnTo>
                    <a:pt x="959634" y="5136876"/>
                  </a:lnTo>
                  <a:lnTo>
                    <a:pt x="960010" y="5136876"/>
                  </a:lnTo>
                  <a:lnTo>
                    <a:pt x="960292" y="5136876"/>
                  </a:lnTo>
                  <a:lnTo>
                    <a:pt x="960575" y="5136876"/>
                  </a:lnTo>
                  <a:lnTo>
                    <a:pt x="960763" y="5136876"/>
                  </a:lnTo>
                  <a:lnTo>
                    <a:pt x="960951" y="5136876"/>
                  </a:lnTo>
                  <a:lnTo>
                    <a:pt x="961609" y="5136876"/>
                  </a:lnTo>
                  <a:lnTo>
                    <a:pt x="961703" y="5136876"/>
                  </a:lnTo>
                  <a:lnTo>
                    <a:pt x="961891" y="5136876"/>
                  </a:lnTo>
                  <a:lnTo>
                    <a:pt x="961985" y="5136876"/>
                  </a:lnTo>
                  <a:lnTo>
                    <a:pt x="962267" y="5136876"/>
                  </a:lnTo>
                  <a:lnTo>
                    <a:pt x="962455" y="5136876"/>
                  </a:lnTo>
                  <a:lnTo>
                    <a:pt x="962925" y="5136876"/>
                  </a:lnTo>
                  <a:lnTo>
                    <a:pt x="963019" y="5136876"/>
                  </a:lnTo>
                  <a:lnTo>
                    <a:pt x="963583" y="5136876"/>
                  </a:lnTo>
                  <a:lnTo>
                    <a:pt x="963959" y="5136876"/>
                  </a:lnTo>
                  <a:lnTo>
                    <a:pt x="964242" y="5136876"/>
                  </a:lnTo>
                  <a:lnTo>
                    <a:pt x="965182" y="5136876"/>
                  </a:lnTo>
                  <a:lnTo>
                    <a:pt x="965370" y="5136876"/>
                  </a:lnTo>
                  <a:lnTo>
                    <a:pt x="965652" y="5136876"/>
                  </a:lnTo>
                  <a:lnTo>
                    <a:pt x="966216" y="5136876"/>
                  </a:lnTo>
                  <a:lnTo>
                    <a:pt x="966310" y="5136876"/>
                  </a:lnTo>
                  <a:lnTo>
                    <a:pt x="966592" y="5136876"/>
                  </a:lnTo>
                  <a:lnTo>
                    <a:pt x="967627" y="5136876"/>
                  </a:lnTo>
                  <a:lnTo>
                    <a:pt x="967815" y="5136876"/>
                  </a:lnTo>
                  <a:lnTo>
                    <a:pt x="967909" y="5136876"/>
                  </a:lnTo>
                  <a:lnTo>
                    <a:pt x="968003" y="5136876"/>
                  </a:lnTo>
                  <a:lnTo>
                    <a:pt x="968943" y="5136876"/>
                  </a:lnTo>
                  <a:lnTo>
                    <a:pt x="969037" y="5136876"/>
                  </a:lnTo>
                  <a:lnTo>
                    <a:pt x="969507" y="5136876"/>
                  </a:lnTo>
                  <a:lnTo>
                    <a:pt x="969977" y="5136876"/>
                  </a:lnTo>
                  <a:lnTo>
                    <a:pt x="970353" y="5136876"/>
                  </a:lnTo>
                  <a:lnTo>
                    <a:pt x="970729" y="5136876"/>
                  </a:lnTo>
                  <a:lnTo>
                    <a:pt x="970917" y="5136876"/>
                  </a:lnTo>
                  <a:lnTo>
                    <a:pt x="971011" y="5136876"/>
                  </a:lnTo>
                  <a:lnTo>
                    <a:pt x="971106" y="5136876"/>
                  </a:lnTo>
                  <a:lnTo>
                    <a:pt x="971482" y="5136876"/>
                  </a:lnTo>
                  <a:lnTo>
                    <a:pt x="972140" y="5136876"/>
                  </a:lnTo>
                  <a:lnTo>
                    <a:pt x="972234" y="5136876"/>
                  </a:lnTo>
                  <a:lnTo>
                    <a:pt x="972422" y="5136876"/>
                  </a:lnTo>
                  <a:lnTo>
                    <a:pt x="972704" y="5136876"/>
                  </a:lnTo>
                  <a:lnTo>
                    <a:pt x="972798" y="5136876"/>
                  </a:lnTo>
                  <a:lnTo>
                    <a:pt x="972892" y="5136876"/>
                  </a:lnTo>
                  <a:lnTo>
                    <a:pt x="973174" y="5136876"/>
                  </a:lnTo>
                  <a:lnTo>
                    <a:pt x="973456" y="5136876"/>
                  </a:lnTo>
                  <a:lnTo>
                    <a:pt x="973550" y="5136876"/>
                  </a:lnTo>
                  <a:lnTo>
                    <a:pt x="974020" y="5136876"/>
                  </a:lnTo>
                  <a:lnTo>
                    <a:pt x="974867" y="5136876"/>
                  </a:lnTo>
                  <a:lnTo>
                    <a:pt x="975243" y="5136876"/>
                  </a:lnTo>
                  <a:lnTo>
                    <a:pt x="976371" y="5136876"/>
                  </a:lnTo>
                  <a:lnTo>
                    <a:pt x="977593" y="5136876"/>
                  </a:lnTo>
                  <a:lnTo>
                    <a:pt x="977781" y="5136876"/>
                  </a:lnTo>
                  <a:lnTo>
                    <a:pt x="978063" y="5136876"/>
                  </a:lnTo>
                  <a:lnTo>
                    <a:pt x="978534" y="5136876"/>
                  </a:lnTo>
                  <a:lnTo>
                    <a:pt x="978722" y="5136876"/>
                  </a:lnTo>
                  <a:lnTo>
                    <a:pt x="978816" y="5136876"/>
                  </a:lnTo>
                  <a:lnTo>
                    <a:pt x="979756" y="5136876"/>
                  </a:lnTo>
                  <a:lnTo>
                    <a:pt x="979850" y="5136876"/>
                  </a:lnTo>
                  <a:lnTo>
                    <a:pt x="979944" y="5136876"/>
                  </a:lnTo>
                  <a:lnTo>
                    <a:pt x="980414" y="5136876"/>
                  </a:lnTo>
                  <a:lnTo>
                    <a:pt x="980790" y="5136876"/>
                  </a:lnTo>
                  <a:lnTo>
                    <a:pt x="981636" y="5131597"/>
                  </a:lnTo>
                  <a:lnTo>
                    <a:pt x="982013" y="5131597"/>
                  </a:lnTo>
                  <a:lnTo>
                    <a:pt x="982483" y="5131597"/>
                  </a:lnTo>
                  <a:lnTo>
                    <a:pt x="982765" y="5131597"/>
                  </a:lnTo>
                  <a:lnTo>
                    <a:pt x="983141" y="5131597"/>
                  </a:lnTo>
                  <a:lnTo>
                    <a:pt x="983329" y="5131597"/>
                  </a:lnTo>
                  <a:lnTo>
                    <a:pt x="984081" y="5126318"/>
                  </a:lnTo>
                  <a:lnTo>
                    <a:pt x="984175" y="5126318"/>
                  </a:lnTo>
                  <a:lnTo>
                    <a:pt x="984363" y="5121038"/>
                  </a:lnTo>
                  <a:lnTo>
                    <a:pt x="984645" y="5121038"/>
                  </a:lnTo>
                  <a:lnTo>
                    <a:pt x="985398" y="5115759"/>
                  </a:lnTo>
                  <a:lnTo>
                    <a:pt x="985586" y="5115759"/>
                  </a:lnTo>
                  <a:lnTo>
                    <a:pt x="985868" y="5115759"/>
                  </a:lnTo>
                  <a:lnTo>
                    <a:pt x="986244" y="5115759"/>
                  </a:lnTo>
                  <a:lnTo>
                    <a:pt x="986902" y="5115759"/>
                  </a:lnTo>
                  <a:lnTo>
                    <a:pt x="987278" y="5115759"/>
                  </a:lnTo>
                  <a:lnTo>
                    <a:pt x="987560" y="5115759"/>
                  </a:lnTo>
                  <a:lnTo>
                    <a:pt x="987936" y="5115759"/>
                  </a:lnTo>
                  <a:lnTo>
                    <a:pt x="988406" y="5115759"/>
                  </a:lnTo>
                  <a:lnTo>
                    <a:pt x="988782" y="5115759"/>
                  </a:lnTo>
                  <a:lnTo>
                    <a:pt x="989159" y="5115759"/>
                  </a:lnTo>
                  <a:lnTo>
                    <a:pt x="989441" y="5115759"/>
                  </a:lnTo>
                  <a:lnTo>
                    <a:pt x="990099" y="5115759"/>
                  </a:lnTo>
                  <a:lnTo>
                    <a:pt x="990193" y="5110479"/>
                  </a:lnTo>
                  <a:lnTo>
                    <a:pt x="991133" y="5110479"/>
                  </a:lnTo>
                  <a:lnTo>
                    <a:pt x="991415" y="5110479"/>
                  </a:lnTo>
                  <a:lnTo>
                    <a:pt x="991603" y="5110479"/>
                  </a:lnTo>
                  <a:lnTo>
                    <a:pt x="991979" y="5110479"/>
                  </a:lnTo>
                  <a:lnTo>
                    <a:pt x="992450" y="5105200"/>
                  </a:lnTo>
                  <a:lnTo>
                    <a:pt x="992638" y="5105200"/>
                  </a:lnTo>
                  <a:lnTo>
                    <a:pt x="992826" y="5105200"/>
                  </a:lnTo>
                  <a:lnTo>
                    <a:pt x="993860" y="5099921"/>
                  </a:lnTo>
                  <a:lnTo>
                    <a:pt x="993954" y="5099921"/>
                  </a:lnTo>
                  <a:lnTo>
                    <a:pt x="994330" y="5099921"/>
                  </a:lnTo>
                  <a:lnTo>
                    <a:pt x="994424" y="5094641"/>
                  </a:lnTo>
                  <a:lnTo>
                    <a:pt x="994706" y="5094641"/>
                  </a:lnTo>
                  <a:lnTo>
                    <a:pt x="994894" y="5094641"/>
                  </a:lnTo>
                  <a:lnTo>
                    <a:pt x="995082" y="5094641"/>
                  </a:lnTo>
                  <a:lnTo>
                    <a:pt x="995176" y="5094641"/>
                  </a:lnTo>
                  <a:lnTo>
                    <a:pt x="995364" y="5094641"/>
                  </a:lnTo>
                  <a:lnTo>
                    <a:pt x="995458" y="5089362"/>
                  </a:lnTo>
                  <a:lnTo>
                    <a:pt x="995552" y="5089362"/>
                  </a:lnTo>
                  <a:lnTo>
                    <a:pt x="995740" y="5089362"/>
                  </a:lnTo>
                  <a:lnTo>
                    <a:pt x="995834" y="5089362"/>
                  </a:lnTo>
                  <a:lnTo>
                    <a:pt x="995929" y="5089362"/>
                  </a:lnTo>
                  <a:lnTo>
                    <a:pt x="996399" y="5089362"/>
                  </a:lnTo>
                  <a:lnTo>
                    <a:pt x="996587" y="5089362"/>
                  </a:lnTo>
                  <a:lnTo>
                    <a:pt x="996775" y="5089362"/>
                  </a:lnTo>
                  <a:lnTo>
                    <a:pt x="997621" y="5089362"/>
                  </a:lnTo>
                  <a:lnTo>
                    <a:pt x="997997" y="5089362"/>
                  </a:lnTo>
                  <a:lnTo>
                    <a:pt x="998937" y="5089362"/>
                  </a:lnTo>
                  <a:lnTo>
                    <a:pt x="999031" y="5089362"/>
                  </a:lnTo>
                  <a:lnTo>
                    <a:pt x="1000348" y="5089362"/>
                  </a:lnTo>
                  <a:lnTo>
                    <a:pt x="1000536" y="5089362"/>
                  </a:lnTo>
                  <a:lnTo>
                    <a:pt x="1000630" y="5089362"/>
                  </a:lnTo>
                  <a:lnTo>
                    <a:pt x="1001100" y="5089362"/>
                  </a:lnTo>
                  <a:lnTo>
                    <a:pt x="1001288" y="5089362"/>
                  </a:lnTo>
                  <a:lnTo>
                    <a:pt x="1001476" y="5089362"/>
                  </a:lnTo>
                  <a:lnTo>
                    <a:pt x="1002228" y="5089362"/>
                  </a:lnTo>
                  <a:lnTo>
                    <a:pt x="1002416" y="5089362"/>
                  </a:lnTo>
                  <a:lnTo>
                    <a:pt x="1002510" y="5089362"/>
                  </a:lnTo>
                  <a:lnTo>
                    <a:pt x="1002886" y="5089362"/>
                  </a:lnTo>
                  <a:lnTo>
                    <a:pt x="1003263" y="5089362"/>
                  </a:lnTo>
                  <a:lnTo>
                    <a:pt x="1003827" y="5089362"/>
                  </a:lnTo>
                  <a:lnTo>
                    <a:pt x="1003921" y="5089362"/>
                  </a:lnTo>
                  <a:lnTo>
                    <a:pt x="1004203" y="5089362"/>
                  </a:lnTo>
                  <a:lnTo>
                    <a:pt x="1004579" y="5089362"/>
                  </a:lnTo>
                  <a:lnTo>
                    <a:pt x="1004955" y="5089362"/>
                  </a:lnTo>
                  <a:lnTo>
                    <a:pt x="1005049" y="5089362"/>
                  </a:lnTo>
                  <a:lnTo>
                    <a:pt x="1005143" y="5089362"/>
                  </a:lnTo>
                  <a:lnTo>
                    <a:pt x="1005989" y="5089362"/>
                  </a:lnTo>
                  <a:lnTo>
                    <a:pt x="1006554" y="5089362"/>
                  </a:lnTo>
                  <a:lnTo>
                    <a:pt x="1006648" y="5089362"/>
                  </a:lnTo>
                  <a:lnTo>
                    <a:pt x="1007212" y="5089362"/>
                  </a:lnTo>
                  <a:lnTo>
                    <a:pt x="1007306" y="5089362"/>
                  </a:lnTo>
                  <a:lnTo>
                    <a:pt x="1008058" y="5089362"/>
                  </a:lnTo>
                  <a:lnTo>
                    <a:pt x="1008152" y="5089362"/>
                  </a:lnTo>
                  <a:lnTo>
                    <a:pt x="1008340" y="5089362"/>
                  </a:lnTo>
                  <a:lnTo>
                    <a:pt x="1008810" y="5089362"/>
                  </a:lnTo>
                  <a:lnTo>
                    <a:pt x="1008998" y="5089362"/>
                  </a:lnTo>
                  <a:lnTo>
                    <a:pt x="1009468" y="5089362"/>
                  </a:lnTo>
                  <a:lnTo>
                    <a:pt x="1009844" y="5089362"/>
                  </a:lnTo>
                  <a:lnTo>
                    <a:pt x="1009938" y="5089362"/>
                  </a:lnTo>
                  <a:lnTo>
                    <a:pt x="1010221" y="5089362"/>
                  </a:lnTo>
                  <a:lnTo>
                    <a:pt x="1010597" y="5089362"/>
                  </a:lnTo>
                  <a:lnTo>
                    <a:pt x="1010973" y="5089362"/>
                  </a:lnTo>
                  <a:lnTo>
                    <a:pt x="1011913" y="5089362"/>
                  </a:lnTo>
                  <a:lnTo>
                    <a:pt x="1012477" y="5084082"/>
                  </a:lnTo>
                  <a:lnTo>
                    <a:pt x="1012571" y="5084082"/>
                  </a:lnTo>
                  <a:lnTo>
                    <a:pt x="1012947" y="5084082"/>
                  </a:lnTo>
                  <a:lnTo>
                    <a:pt x="1013323" y="5084082"/>
                  </a:lnTo>
                  <a:lnTo>
                    <a:pt x="1013511" y="5084082"/>
                  </a:lnTo>
                  <a:lnTo>
                    <a:pt x="1013794" y="5084082"/>
                  </a:lnTo>
                  <a:lnTo>
                    <a:pt x="1014076" y="5084082"/>
                  </a:lnTo>
                  <a:lnTo>
                    <a:pt x="1014546" y="5084082"/>
                  </a:lnTo>
                  <a:lnTo>
                    <a:pt x="1014640" y="5084082"/>
                  </a:lnTo>
                  <a:lnTo>
                    <a:pt x="1015016" y="5084082"/>
                  </a:lnTo>
                  <a:lnTo>
                    <a:pt x="1015204" y="5084082"/>
                  </a:lnTo>
                  <a:lnTo>
                    <a:pt x="1015674" y="5084082"/>
                  </a:lnTo>
                  <a:lnTo>
                    <a:pt x="1015768" y="5084082"/>
                  </a:lnTo>
                  <a:lnTo>
                    <a:pt x="1016050" y="5084082"/>
                  </a:lnTo>
                  <a:lnTo>
                    <a:pt x="1016426" y="5084082"/>
                  </a:lnTo>
                  <a:lnTo>
                    <a:pt x="1016896" y="5084082"/>
                  </a:lnTo>
                  <a:lnTo>
                    <a:pt x="1017179" y="5084082"/>
                  </a:lnTo>
                  <a:lnTo>
                    <a:pt x="1017273" y="5084082"/>
                  </a:lnTo>
                  <a:lnTo>
                    <a:pt x="1017461" y="5084082"/>
                  </a:lnTo>
                  <a:lnTo>
                    <a:pt x="1017555" y="5084082"/>
                  </a:lnTo>
                  <a:lnTo>
                    <a:pt x="1017837" y="5084082"/>
                  </a:lnTo>
                  <a:lnTo>
                    <a:pt x="1018307" y="5084082"/>
                  </a:lnTo>
                  <a:lnTo>
                    <a:pt x="1018401" y="5078803"/>
                  </a:lnTo>
                  <a:lnTo>
                    <a:pt x="1018871" y="5078803"/>
                  </a:lnTo>
                  <a:lnTo>
                    <a:pt x="1019341" y="5078803"/>
                  </a:lnTo>
                  <a:lnTo>
                    <a:pt x="1020187" y="5078803"/>
                  </a:lnTo>
                  <a:lnTo>
                    <a:pt x="1021128" y="5078803"/>
                  </a:lnTo>
                  <a:lnTo>
                    <a:pt x="1021222" y="5078803"/>
                  </a:lnTo>
                  <a:lnTo>
                    <a:pt x="1022162" y="5078803"/>
                  </a:lnTo>
                  <a:lnTo>
                    <a:pt x="1022632" y="5078803"/>
                  </a:lnTo>
                  <a:lnTo>
                    <a:pt x="1022820" y="5078803"/>
                  </a:lnTo>
                  <a:lnTo>
                    <a:pt x="1023102" y="5078803"/>
                  </a:lnTo>
                  <a:lnTo>
                    <a:pt x="1024136" y="5078803"/>
                  </a:lnTo>
                  <a:lnTo>
                    <a:pt x="1024230" y="5078803"/>
                  </a:lnTo>
                  <a:lnTo>
                    <a:pt x="1024325" y="5078803"/>
                  </a:lnTo>
                  <a:lnTo>
                    <a:pt x="1024607" y="5078803"/>
                  </a:lnTo>
                  <a:lnTo>
                    <a:pt x="1026675" y="5073523"/>
                  </a:lnTo>
                  <a:lnTo>
                    <a:pt x="1026769" y="5073523"/>
                  </a:lnTo>
                  <a:lnTo>
                    <a:pt x="1026863" y="5073523"/>
                  </a:lnTo>
                  <a:lnTo>
                    <a:pt x="1026957" y="5073523"/>
                  </a:lnTo>
                  <a:lnTo>
                    <a:pt x="1027239" y="5073523"/>
                  </a:lnTo>
                  <a:lnTo>
                    <a:pt x="1027333" y="5073523"/>
                  </a:lnTo>
                  <a:lnTo>
                    <a:pt x="1028180" y="5073523"/>
                  </a:lnTo>
                  <a:lnTo>
                    <a:pt x="1028274" y="5073523"/>
                  </a:lnTo>
                  <a:lnTo>
                    <a:pt x="1028368" y="5073523"/>
                  </a:lnTo>
                  <a:lnTo>
                    <a:pt x="1028462" y="5073523"/>
                  </a:lnTo>
                  <a:lnTo>
                    <a:pt x="1028932" y="5073523"/>
                  </a:lnTo>
                  <a:lnTo>
                    <a:pt x="1029590" y="5073523"/>
                  </a:lnTo>
                  <a:lnTo>
                    <a:pt x="1029966" y="5068244"/>
                  </a:lnTo>
                  <a:lnTo>
                    <a:pt x="1030060" y="5068244"/>
                  </a:lnTo>
                  <a:lnTo>
                    <a:pt x="1030624" y="5068244"/>
                  </a:lnTo>
                  <a:lnTo>
                    <a:pt x="1030906" y="5068244"/>
                  </a:lnTo>
                  <a:lnTo>
                    <a:pt x="1031282" y="5068244"/>
                  </a:lnTo>
                  <a:lnTo>
                    <a:pt x="1031659" y="5068244"/>
                  </a:lnTo>
                  <a:lnTo>
                    <a:pt x="1032129" y="5068244"/>
                  </a:lnTo>
                  <a:lnTo>
                    <a:pt x="1032223" y="5068244"/>
                  </a:lnTo>
                  <a:lnTo>
                    <a:pt x="1032505" y="5068244"/>
                  </a:lnTo>
                  <a:lnTo>
                    <a:pt x="1032787" y="5068244"/>
                  </a:lnTo>
                  <a:lnTo>
                    <a:pt x="1033351" y="5068244"/>
                  </a:lnTo>
                  <a:lnTo>
                    <a:pt x="1034479" y="5068244"/>
                  </a:lnTo>
                  <a:lnTo>
                    <a:pt x="1034667" y="5068244"/>
                  </a:lnTo>
                  <a:lnTo>
                    <a:pt x="1034855" y="5068244"/>
                  </a:lnTo>
                  <a:lnTo>
                    <a:pt x="1035044" y="5068244"/>
                  </a:lnTo>
                  <a:lnTo>
                    <a:pt x="1035232" y="5062965"/>
                  </a:lnTo>
                  <a:lnTo>
                    <a:pt x="1035420" y="5062965"/>
                  </a:lnTo>
                  <a:lnTo>
                    <a:pt x="1035514" y="5062965"/>
                  </a:lnTo>
                  <a:lnTo>
                    <a:pt x="1035608" y="5062965"/>
                  </a:lnTo>
                  <a:lnTo>
                    <a:pt x="1035796" y="5062965"/>
                  </a:lnTo>
                  <a:lnTo>
                    <a:pt x="1035984" y="5062965"/>
                  </a:lnTo>
                  <a:lnTo>
                    <a:pt x="1036642" y="5062965"/>
                  </a:lnTo>
                  <a:lnTo>
                    <a:pt x="1036736" y="5057685"/>
                  </a:lnTo>
                  <a:lnTo>
                    <a:pt x="1037206" y="5057685"/>
                  </a:lnTo>
                  <a:lnTo>
                    <a:pt x="1037582" y="5057685"/>
                  </a:lnTo>
                  <a:lnTo>
                    <a:pt x="1037676" y="5057685"/>
                  </a:lnTo>
                  <a:lnTo>
                    <a:pt x="1037958" y="5057685"/>
                  </a:lnTo>
                  <a:lnTo>
                    <a:pt x="1038240" y="5057685"/>
                  </a:lnTo>
                  <a:lnTo>
                    <a:pt x="1038523" y="5057685"/>
                  </a:lnTo>
                  <a:lnTo>
                    <a:pt x="1038899" y="5057685"/>
                  </a:lnTo>
                  <a:lnTo>
                    <a:pt x="1039463" y="5057685"/>
                  </a:lnTo>
                  <a:lnTo>
                    <a:pt x="1039839" y="5057685"/>
                  </a:lnTo>
                  <a:lnTo>
                    <a:pt x="1040685" y="5057685"/>
                  </a:lnTo>
                  <a:lnTo>
                    <a:pt x="1040873" y="5057685"/>
                  </a:lnTo>
                  <a:lnTo>
                    <a:pt x="1041437" y="5052406"/>
                  </a:lnTo>
                  <a:lnTo>
                    <a:pt x="1042002" y="5052406"/>
                  </a:lnTo>
                  <a:lnTo>
                    <a:pt x="1042284" y="5052406"/>
                  </a:lnTo>
                  <a:lnTo>
                    <a:pt x="1042472" y="5052406"/>
                  </a:lnTo>
                  <a:lnTo>
                    <a:pt x="1042660" y="5052406"/>
                  </a:lnTo>
                  <a:lnTo>
                    <a:pt x="1042848" y="5052406"/>
                  </a:lnTo>
                  <a:lnTo>
                    <a:pt x="1043788" y="5052406"/>
                  </a:lnTo>
                  <a:lnTo>
                    <a:pt x="1044258" y="5052406"/>
                  </a:lnTo>
                  <a:lnTo>
                    <a:pt x="1045386" y="5047126"/>
                  </a:lnTo>
                  <a:lnTo>
                    <a:pt x="1045763" y="5041847"/>
                  </a:lnTo>
                  <a:lnTo>
                    <a:pt x="1046421" y="5041847"/>
                  </a:lnTo>
                  <a:lnTo>
                    <a:pt x="1046609" y="5041847"/>
                  </a:lnTo>
                  <a:lnTo>
                    <a:pt x="1046703" y="5041847"/>
                  </a:lnTo>
                  <a:lnTo>
                    <a:pt x="1048113" y="5041847"/>
                  </a:lnTo>
                  <a:lnTo>
                    <a:pt x="1048207" y="5041847"/>
                  </a:lnTo>
                  <a:lnTo>
                    <a:pt x="1048583" y="5041847"/>
                  </a:lnTo>
                  <a:lnTo>
                    <a:pt x="1048865" y="5041847"/>
                  </a:lnTo>
                  <a:lnTo>
                    <a:pt x="1049994" y="5041847"/>
                  </a:lnTo>
                  <a:lnTo>
                    <a:pt x="1050370" y="5041847"/>
                  </a:lnTo>
                  <a:lnTo>
                    <a:pt x="1050558" y="5041847"/>
                  </a:lnTo>
                  <a:lnTo>
                    <a:pt x="1051028" y="5041847"/>
                  </a:lnTo>
                  <a:lnTo>
                    <a:pt x="1051122" y="5041847"/>
                  </a:lnTo>
                  <a:lnTo>
                    <a:pt x="1051310" y="5041847"/>
                  </a:lnTo>
                  <a:lnTo>
                    <a:pt x="1051968" y="5041847"/>
                  </a:lnTo>
                  <a:lnTo>
                    <a:pt x="1052062" y="5041847"/>
                  </a:lnTo>
                  <a:lnTo>
                    <a:pt x="1052250" y="5041847"/>
                  </a:lnTo>
                  <a:lnTo>
                    <a:pt x="1052627" y="5041847"/>
                  </a:lnTo>
                  <a:lnTo>
                    <a:pt x="1052721" y="5041847"/>
                  </a:lnTo>
                  <a:lnTo>
                    <a:pt x="1053097" y="5041847"/>
                  </a:lnTo>
                  <a:lnTo>
                    <a:pt x="1053473" y="5041847"/>
                  </a:lnTo>
                  <a:lnTo>
                    <a:pt x="1053849" y="5041847"/>
                  </a:lnTo>
                  <a:lnTo>
                    <a:pt x="1054319" y="5041847"/>
                  </a:lnTo>
                  <a:lnTo>
                    <a:pt x="1054695" y="5041847"/>
                  </a:lnTo>
                  <a:lnTo>
                    <a:pt x="1054789" y="5041847"/>
                  </a:lnTo>
                  <a:lnTo>
                    <a:pt x="1054883" y="5041847"/>
                  </a:lnTo>
                  <a:lnTo>
                    <a:pt x="1055165" y="5041847"/>
                  </a:lnTo>
                  <a:lnTo>
                    <a:pt x="1056482" y="5041847"/>
                  </a:lnTo>
                  <a:lnTo>
                    <a:pt x="1056952" y="5041847"/>
                  </a:lnTo>
                  <a:lnTo>
                    <a:pt x="1057046" y="5041847"/>
                  </a:lnTo>
                  <a:lnTo>
                    <a:pt x="1057610" y="5041847"/>
                  </a:lnTo>
                  <a:lnTo>
                    <a:pt x="1058080" y="5041847"/>
                  </a:lnTo>
                  <a:lnTo>
                    <a:pt x="1058174" y="5041847"/>
                  </a:lnTo>
                  <a:lnTo>
                    <a:pt x="1058268" y="5041847"/>
                  </a:lnTo>
                  <a:lnTo>
                    <a:pt x="1059208" y="5041847"/>
                  </a:lnTo>
                  <a:lnTo>
                    <a:pt x="1059678" y="5041847"/>
                  </a:lnTo>
                  <a:lnTo>
                    <a:pt x="1060149" y="5041847"/>
                  </a:lnTo>
                  <a:lnTo>
                    <a:pt x="1060243" y="5041847"/>
                  </a:lnTo>
                  <a:lnTo>
                    <a:pt x="1060713" y="5041847"/>
                  </a:lnTo>
                  <a:lnTo>
                    <a:pt x="1060901" y="5041847"/>
                  </a:lnTo>
                  <a:lnTo>
                    <a:pt x="1061277" y="5041847"/>
                  </a:lnTo>
                  <a:lnTo>
                    <a:pt x="1061653" y="5041847"/>
                  </a:lnTo>
                  <a:lnTo>
                    <a:pt x="1062123" y="5041847"/>
                  </a:lnTo>
                  <a:lnTo>
                    <a:pt x="1062499" y="5041847"/>
                  </a:lnTo>
                  <a:lnTo>
                    <a:pt x="1062781" y="5041847"/>
                  </a:lnTo>
                  <a:lnTo>
                    <a:pt x="1063346" y="5041847"/>
                  </a:lnTo>
                  <a:lnTo>
                    <a:pt x="1063628" y="5041847"/>
                  </a:lnTo>
                  <a:lnTo>
                    <a:pt x="1064286" y="5041847"/>
                  </a:lnTo>
                  <a:lnTo>
                    <a:pt x="1064474" y="5041847"/>
                  </a:lnTo>
                  <a:lnTo>
                    <a:pt x="1064662" y="5036567"/>
                  </a:lnTo>
                  <a:lnTo>
                    <a:pt x="1064756" y="5036567"/>
                  </a:lnTo>
                  <a:lnTo>
                    <a:pt x="1064850" y="5036567"/>
                  </a:lnTo>
                  <a:lnTo>
                    <a:pt x="1065226" y="5036567"/>
                  </a:lnTo>
                  <a:lnTo>
                    <a:pt x="1065320" y="5036567"/>
                  </a:lnTo>
                  <a:lnTo>
                    <a:pt x="1067389" y="5036567"/>
                  </a:lnTo>
                  <a:lnTo>
                    <a:pt x="1067953" y="5036567"/>
                  </a:lnTo>
                  <a:lnTo>
                    <a:pt x="1068141" y="5036567"/>
                  </a:lnTo>
                  <a:lnTo>
                    <a:pt x="1068987" y="5036567"/>
                  </a:lnTo>
                  <a:lnTo>
                    <a:pt x="1069175" y="5036567"/>
                  </a:lnTo>
                  <a:lnTo>
                    <a:pt x="1069269" y="5036567"/>
                  </a:lnTo>
                  <a:lnTo>
                    <a:pt x="1070021" y="5036567"/>
                  </a:lnTo>
                  <a:lnTo>
                    <a:pt x="1070680" y="5031288"/>
                  </a:lnTo>
                  <a:lnTo>
                    <a:pt x="1070962" y="5031288"/>
                  </a:lnTo>
                  <a:lnTo>
                    <a:pt x="1071056" y="5031288"/>
                  </a:lnTo>
                  <a:lnTo>
                    <a:pt x="1071150" y="5031288"/>
                  </a:lnTo>
                  <a:lnTo>
                    <a:pt x="1071714" y="5031288"/>
                  </a:lnTo>
                  <a:lnTo>
                    <a:pt x="1071996" y="5031288"/>
                  </a:lnTo>
                  <a:lnTo>
                    <a:pt x="1072184" y="5031288"/>
                  </a:lnTo>
                  <a:lnTo>
                    <a:pt x="1072278" y="5031288"/>
                  </a:lnTo>
                  <a:lnTo>
                    <a:pt x="1072372" y="5031288"/>
                  </a:lnTo>
                  <a:lnTo>
                    <a:pt x="1073406" y="5031288"/>
                  </a:lnTo>
                  <a:lnTo>
                    <a:pt x="1073594" y="5031288"/>
                  </a:lnTo>
                  <a:lnTo>
                    <a:pt x="1073688" y="5031288"/>
                  </a:lnTo>
                  <a:lnTo>
                    <a:pt x="1073782" y="5031288"/>
                  </a:lnTo>
                  <a:lnTo>
                    <a:pt x="1073876" y="5031288"/>
                  </a:lnTo>
                  <a:lnTo>
                    <a:pt x="1073971" y="5031288"/>
                  </a:lnTo>
                  <a:lnTo>
                    <a:pt x="1074253" y="5031288"/>
                  </a:lnTo>
                  <a:lnTo>
                    <a:pt x="1074817" y="5031288"/>
                  </a:lnTo>
                  <a:lnTo>
                    <a:pt x="1075287" y="5031288"/>
                  </a:lnTo>
                  <a:lnTo>
                    <a:pt x="1075569" y="5031288"/>
                  </a:lnTo>
                  <a:lnTo>
                    <a:pt x="1075663" y="5031288"/>
                  </a:lnTo>
                  <a:lnTo>
                    <a:pt x="1075757" y="5031288"/>
                  </a:lnTo>
                  <a:lnTo>
                    <a:pt x="1076321" y="5031288"/>
                  </a:lnTo>
                  <a:lnTo>
                    <a:pt x="1076603" y="5026009"/>
                  </a:lnTo>
                  <a:lnTo>
                    <a:pt x="1076885" y="5026009"/>
                  </a:lnTo>
                  <a:lnTo>
                    <a:pt x="1077450" y="5026009"/>
                  </a:lnTo>
                  <a:lnTo>
                    <a:pt x="1077638" y="5026009"/>
                  </a:lnTo>
                  <a:lnTo>
                    <a:pt x="1077920" y="5026009"/>
                  </a:lnTo>
                  <a:lnTo>
                    <a:pt x="1078296" y="5026009"/>
                  </a:lnTo>
                  <a:lnTo>
                    <a:pt x="1078484" y="5026009"/>
                  </a:lnTo>
                  <a:lnTo>
                    <a:pt x="1078578" y="5026009"/>
                  </a:lnTo>
                  <a:lnTo>
                    <a:pt x="1078766" y="5026009"/>
                  </a:lnTo>
                  <a:lnTo>
                    <a:pt x="1079236" y="5026009"/>
                  </a:lnTo>
                  <a:lnTo>
                    <a:pt x="1079800" y="5026009"/>
                  </a:lnTo>
                  <a:lnTo>
                    <a:pt x="1079894" y="5026009"/>
                  </a:lnTo>
                  <a:lnTo>
                    <a:pt x="1079988" y="5026009"/>
                  </a:lnTo>
                  <a:lnTo>
                    <a:pt x="1080176" y="5026009"/>
                  </a:lnTo>
                  <a:lnTo>
                    <a:pt x="1080646" y="5026009"/>
                  </a:lnTo>
                  <a:lnTo>
                    <a:pt x="1080928" y="5026009"/>
                  </a:lnTo>
                  <a:lnTo>
                    <a:pt x="1081869" y="5026009"/>
                  </a:lnTo>
                  <a:lnTo>
                    <a:pt x="1081963" y="5026009"/>
                  </a:lnTo>
                  <a:lnTo>
                    <a:pt x="1082057" y="5026009"/>
                  </a:lnTo>
                  <a:lnTo>
                    <a:pt x="1082339" y="5026009"/>
                  </a:lnTo>
                  <a:lnTo>
                    <a:pt x="1082527" y="5026009"/>
                  </a:lnTo>
                  <a:lnTo>
                    <a:pt x="1083091" y="5026009"/>
                  </a:lnTo>
                  <a:lnTo>
                    <a:pt x="1083467" y="5026009"/>
                  </a:lnTo>
                  <a:lnTo>
                    <a:pt x="1083749" y="5026009"/>
                  </a:lnTo>
                  <a:lnTo>
                    <a:pt x="1084972" y="5020729"/>
                  </a:lnTo>
                  <a:lnTo>
                    <a:pt x="1085254" y="5020729"/>
                  </a:lnTo>
                  <a:lnTo>
                    <a:pt x="1085536" y="5015450"/>
                  </a:lnTo>
                  <a:lnTo>
                    <a:pt x="1085630" y="5015450"/>
                  </a:lnTo>
                  <a:lnTo>
                    <a:pt x="1086194" y="5015450"/>
                  </a:lnTo>
                  <a:lnTo>
                    <a:pt x="1087322" y="5015450"/>
                  </a:lnTo>
                  <a:lnTo>
                    <a:pt x="1087510" y="5015450"/>
                  </a:lnTo>
                  <a:lnTo>
                    <a:pt x="1087792" y="5015450"/>
                  </a:lnTo>
                  <a:lnTo>
                    <a:pt x="1088921" y="5015450"/>
                  </a:lnTo>
                  <a:lnTo>
                    <a:pt x="1089015" y="5015450"/>
                  </a:lnTo>
                  <a:lnTo>
                    <a:pt x="1089391" y="5015450"/>
                  </a:lnTo>
                  <a:lnTo>
                    <a:pt x="1090519" y="5015450"/>
                  </a:lnTo>
                  <a:lnTo>
                    <a:pt x="1090707" y="5015450"/>
                  </a:lnTo>
                  <a:lnTo>
                    <a:pt x="1091271" y="5015450"/>
                  </a:lnTo>
                  <a:lnTo>
                    <a:pt x="1091553" y="5010170"/>
                  </a:lnTo>
                  <a:lnTo>
                    <a:pt x="1092494" y="5010170"/>
                  </a:lnTo>
                  <a:lnTo>
                    <a:pt x="1093058" y="5010170"/>
                  </a:lnTo>
                  <a:lnTo>
                    <a:pt x="1093152" y="5010170"/>
                  </a:lnTo>
                  <a:lnTo>
                    <a:pt x="1093528" y="5010170"/>
                  </a:lnTo>
                  <a:lnTo>
                    <a:pt x="1093716" y="5010170"/>
                  </a:lnTo>
                  <a:lnTo>
                    <a:pt x="1094280" y="5010170"/>
                  </a:lnTo>
                  <a:lnTo>
                    <a:pt x="1094468" y="5010170"/>
                  </a:lnTo>
                  <a:lnTo>
                    <a:pt x="1094844" y="5010170"/>
                  </a:lnTo>
                  <a:lnTo>
                    <a:pt x="1095126" y="5010170"/>
                  </a:lnTo>
                  <a:lnTo>
                    <a:pt x="1095409" y="5010170"/>
                  </a:lnTo>
                  <a:lnTo>
                    <a:pt x="1096161" y="5010170"/>
                  </a:lnTo>
                  <a:lnTo>
                    <a:pt x="1097101" y="5010170"/>
                  </a:lnTo>
                  <a:lnTo>
                    <a:pt x="1097289" y="5010170"/>
                  </a:lnTo>
                  <a:lnTo>
                    <a:pt x="1097383" y="5010170"/>
                  </a:lnTo>
                  <a:lnTo>
                    <a:pt x="1097665" y="5010170"/>
                  </a:lnTo>
                  <a:lnTo>
                    <a:pt x="1098041" y="5010170"/>
                  </a:lnTo>
                  <a:lnTo>
                    <a:pt x="1098135" y="5010170"/>
                  </a:lnTo>
                  <a:lnTo>
                    <a:pt x="1098323" y="5010170"/>
                  </a:lnTo>
                  <a:lnTo>
                    <a:pt x="1098417" y="5010170"/>
                  </a:lnTo>
                  <a:lnTo>
                    <a:pt x="1099170" y="5010170"/>
                  </a:lnTo>
                  <a:lnTo>
                    <a:pt x="1099358" y="5010170"/>
                  </a:lnTo>
                  <a:lnTo>
                    <a:pt x="1099922" y="5010170"/>
                  </a:lnTo>
                  <a:lnTo>
                    <a:pt x="1100580" y="5010170"/>
                  </a:lnTo>
                  <a:lnTo>
                    <a:pt x="1100862" y="5010170"/>
                  </a:lnTo>
                  <a:lnTo>
                    <a:pt x="1101332" y="5010170"/>
                  </a:lnTo>
                  <a:lnTo>
                    <a:pt x="1101896" y="5010170"/>
                  </a:lnTo>
                  <a:lnTo>
                    <a:pt x="1102084" y="5010170"/>
                  </a:lnTo>
                  <a:lnTo>
                    <a:pt x="1102837" y="5010170"/>
                  </a:lnTo>
                  <a:lnTo>
                    <a:pt x="1103307" y="5010170"/>
                  </a:lnTo>
                  <a:lnTo>
                    <a:pt x="1103589" y="5010170"/>
                  </a:lnTo>
                  <a:lnTo>
                    <a:pt x="1103777" y="5010170"/>
                  </a:lnTo>
                  <a:lnTo>
                    <a:pt x="1103871" y="5010170"/>
                  </a:lnTo>
                  <a:lnTo>
                    <a:pt x="1104529" y="5010170"/>
                  </a:lnTo>
                  <a:lnTo>
                    <a:pt x="1104717" y="5010170"/>
                  </a:lnTo>
                  <a:lnTo>
                    <a:pt x="1104905" y="5010170"/>
                  </a:lnTo>
                  <a:lnTo>
                    <a:pt x="1105469" y="5010170"/>
                  </a:lnTo>
                  <a:lnTo>
                    <a:pt x="1105563" y="5010170"/>
                  </a:lnTo>
                  <a:lnTo>
                    <a:pt x="1106034" y="5004891"/>
                  </a:lnTo>
                  <a:lnTo>
                    <a:pt x="1106410" y="5004891"/>
                  </a:lnTo>
                  <a:lnTo>
                    <a:pt x="1106504" y="4999612"/>
                  </a:lnTo>
                  <a:lnTo>
                    <a:pt x="1106786" y="4999612"/>
                  </a:lnTo>
                  <a:lnTo>
                    <a:pt x="1106974" y="4999612"/>
                  </a:lnTo>
                  <a:lnTo>
                    <a:pt x="1107256" y="4999612"/>
                  </a:lnTo>
                  <a:lnTo>
                    <a:pt x="1107350" y="4999612"/>
                  </a:lnTo>
                  <a:lnTo>
                    <a:pt x="1107538" y="4999612"/>
                  </a:lnTo>
                  <a:lnTo>
                    <a:pt x="1107726" y="4994332"/>
                  </a:lnTo>
                  <a:lnTo>
                    <a:pt x="1108290" y="4994332"/>
                  </a:lnTo>
                  <a:lnTo>
                    <a:pt x="1108478" y="4994332"/>
                  </a:lnTo>
                  <a:lnTo>
                    <a:pt x="1108666" y="4994332"/>
                  </a:lnTo>
                  <a:lnTo>
                    <a:pt x="1109607" y="4994332"/>
                  </a:lnTo>
                  <a:lnTo>
                    <a:pt x="1110453" y="4989053"/>
                  </a:lnTo>
                  <a:lnTo>
                    <a:pt x="1110829" y="4989053"/>
                  </a:lnTo>
                  <a:lnTo>
                    <a:pt x="1112051" y="4989053"/>
                  </a:lnTo>
                  <a:lnTo>
                    <a:pt x="1112615" y="4989053"/>
                  </a:lnTo>
                  <a:lnTo>
                    <a:pt x="1114026" y="4989053"/>
                  </a:lnTo>
                  <a:lnTo>
                    <a:pt x="1114120" y="4989053"/>
                  </a:lnTo>
                  <a:lnTo>
                    <a:pt x="1114778" y="4989053"/>
                  </a:lnTo>
                  <a:lnTo>
                    <a:pt x="1115436" y="4989053"/>
                  </a:lnTo>
                  <a:lnTo>
                    <a:pt x="1115624" y="4989053"/>
                  </a:lnTo>
                  <a:lnTo>
                    <a:pt x="1115718" y="4989053"/>
                  </a:lnTo>
                  <a:lnTo>
                    <a:pt x="1115906" y="4989053"/>
                  </a:lnTo>
                  <a:lnTo>
                    <a:pt x="1116000" y="4989053"/>
                  </a:lnTo>
                  <a:lnTo>
                    <a:pt x="1117129" y="4989053"/>
                  </a:lnTo>
                  <a:lnTo>
                    <a:pt x="1118633" y="4989053"/>
                  </a:lnTo>
                  <a:lnTo>
                    <a:pt x="1118727" y="4989053"/>
                  </a:lnTo>
                  <a:lnTo>
                    <a:pt x="1119103" y="4989053"/>
                  </a:lnTo>
                  <a:lnTo>
                    <a:pt x="1119855" y="4989053"/>
                  </a:lnTo>
                  <a:lnTo>
                    <a:pt x="1120138" y="4989053"/>
                  </a:lnTo>
                  <a:lnTo>
                    <a:pt x="1120326" y="4989053"/>
                  </a:lnTo>
                  <a:lnTo>
                    <a:pt x="1120420" y="4989053"/>
                  </a:lnTo>
                  <a:lnTo>
                    <a:pt x="1120514" y="4989053"/>
                  </a:lnTo>
                  <a:lnTo>
                    <a:pt x="1121454" y="4989053"/>
                  </a:lnTo>
                  <a:lnTo>
                    <a:pt x="1121830" y="4989053"/>
                  </a:lnTo>
                  <a:lnTo>
                    <a:pt x="1122112" y="4989053"/>
                  </a:lnTo>
                  <a:lnTo>
                    <a:pt x="1122394" y="4989053"/>
                  </a:lnTo>
                  <a:lnTo>
                    <a:pt x="1122676" y="4978494"/>
                  </a:lnTo>
                  <a:lnTo>
                    <a:pt x="1123428" y="4978494"/>
                  </a:lnTo>
                  <a:lnTo>
                    <a:pt x="1124087" y="4978494"/>
                  </a:lnTo>
                  <a:lnTo>
                    <a:pt x="1124369" y="4978494"/>
                  </a:lnTo>
                  <a:lnTo>
                    <a:pt x="1124745" y="4978494"/>
                  </a:lnTo>
                  <a:lnTo>
                    <a:pt x="1125027" y="4978494"/>
                  </a:lnTo>
                  <a:lnTo>
                    <a:pt x="1125309" y="4978494"/>
                  </a:lnTo>
                  <a:lnTo>
                    <a:pt x="1126061" y="4978494"/>
                  </a:lnTo>
                  <a:lnTo>
                    <a:pt x="1126343" y="4978494"/>
                  </a:lnTo>
                  <a:lnTo>
                    <a:pt x="1126813" y="4978494"/>
                  </a:lnTo>
                  <a:lnTo>
                    <a:pt x="1126907" y="4978494"/>
                  </a:lnTo>
                  <a:lnTo>
                    <a:pt x="1127284" y="4978494"/>
                  </a:lnTo>
                  <a:lnTo>
                    <a:pt x="1127754" y="4978494"/>
                  </a:lnTo>
                  <a:lnTo>
                    <a:pt x="1128036" y="4978494"/>
                  </a:lnTo>
                  <a:lnTo>
                    <a:pt x="1128130" y="4978494"/>
                  </a:lnTo>
                  <a:lnTo>
                    <a:pt x="1128412" y="4978494"/>
                  </a:lnTo>
                  <a:lnTo>
                    <a:pt x="1128600" y="4978494"/>
                  </a:lnTo>
                  <a:lnTo>
                    <a:pt x="1129164" y="4973214"/>
                  </a:lnTo>
                  <a:lnTo>
                    <a:pt x="1129822" y="4973214"/>
                  </a:lnTo>
                  <a:lnTo>
                    <a:pt x="1130104" y="4973214"/>
                  </a:lnTo>
                  <a:lnTo>
                    <a:pt x="1130480" y="4973214"/>
                  </a:lnTo>
                  <a:lnTo>
                    <a:pt x="1131045" y="4973214"/>
                  </a:lnTo>
                  <a:lnTo>
                    <a:pt x="1131139" y="4973214"/>
                  </a:lnTo>
                  <a:lnTo>
                    <a:pt x="1131233" y="4973214"/>
                  </a:lnTo>
                  <a:lnTo>
                    <a:pt x="1131609" y="4967935"/>
                  </a:lnTo>
                  <a:lnTo>
                    <a:pt x="1131797" y="4967935"/>
                  </a:lnTo>
                  <a:lnTo>
                    <a:pt x="1133301" y="4967935"/>
                  </a:lnTo>
                  <a:lnTo>
                    <a:pt x="1133489" y="4967935"/>
                  </a:lnTo>
                  <a:lnTo>
                    <a:pt x="1133583" y="4967935"/>
                  </a:lnTo>
                  <a:lnTo>
                    <a:pt x="1133677" y="4967935"/>
                  </a:lnTo>
                  <a:lnTo>
                    <a:pt x="1134148" y="4967935"/>
                  </a:lnTo>
                  <a:lnTo>
                    <a:pt x="1134900" y="4967935"/>
                  </a:lnTo>
                  <a:lnTo>
                    <a:pt x="1134994" y="4967935"/>
                  </a:lnTo>
                  <a:lnTo>
                    <a:pt x="1136310" y="4962656"/>
                  </a:lnTo>
                  <a:lnTo>
                    <a:pt x="1136404" y="4962656"/>
                  </a:lnTo>
                  <a:lnTo>
                    <a:pt x="1136780" y="4962656"/>
                  </a:lnTo>
                  <a:lnTo>
                    <a:pt x="1136874" y="4962656"/>
                  </a:lnTo>
                  <a:lnTo>
                    <a:pt x="1137156" y="4962656"/>
                  </a:lnTo>
                  <a:lnTo>
                    <a:pt x="1137438" y="4962656"/>
                  </a:lnTo>
                  <a:lnTo>
                    <a:pt x="1137626" y="4962656"/>
                  </a:lnTo>
                  <a:lnTo>
                    <a:pt x="1137815" y="4962656"/>
                  </a:lnTo>
                  <a:lnTo>
                    <a:pt x="1138191" y="4962656"/>
                  </a:lnTo>
                  <a:lnTo>
                    <a:pt x="1138285" y="4962656"/>
                  </a:lnTo>
                  <a:lnTo>
                    <a:pt x="1138473" y="4957376"/>
                  </a:lnTo>
                  <a:lnTo>
                    <a:pt x="1138849" y="4957376"/>
                  </a:lnTo>
                  <a:lnTo>
                    <a:pt x="1139037" y="4957376"/>
                  </a:lnTo>
                  <a:lnTo>
                    <a:pt x="1139319" y="4957376"/>
                  </a:lnTo>
                  <a:lnTo>
                    <a:pt x="1140259" y="4957376"/>
                  </a:lnTo>
                  <a:lnTo>
                    <a:pt x="1140447" y="4957376"/>
                  </a:lnTo>
                  <a:lnTo>
                    <a:pt x="1140823" y="4957376"/>
                  </a:lnTo>
                  <a:lnTo>
                    <a:pt x="1141482" y="4957376"/>
                  </a:lnTo>
                  <a:lnTo>
                    <a:pt x="1141670" y="4952097"/>
                  </a:lnTo>
                  <a:lnTo>
                    <a:pt x="1141952" y="4952097"/>
                  </a:lnTo>
                  <a:lnTo>
                    <a:pt x="1142328" y="4952097"/>
                  </a:lnTo>
                  <a:lnTo>
                    <a:pt x="1142516" y="4952097"/>
                  </a:lnTo>
                  <a:lnTo>
                    <a:pt x="1142610" y="4952097"/>
                  </a:lnTo>
                  <a:lnTo>
                    <a:pt x="1142892" y="4952097"/>
                  </a:lnTo>
                  <a:lnTo>
                    <a:pt x="1143268" y="4952097"/>
                  </a:lnTo>
                  <a:lnTo>
                    <a:pt x="1144302" y="4946817"/>
                  </a:lnTo>
                  <a:lnTo>
                    <a:pt x="1144867" y="4946817"/>
                  </a:lnTo>
                  <a:lnTo>
                    <a:pt x="1145337" y="4946817"/>
                  </a:lnTo>
                  <a:lnTo>
                    <a:pt x="1145431" y="4946817"/>
                  </a:lnTo>
                  <a:lnTo>
                    <a:pt x="1145713" y="4941538"/>
                  </a:lnTo>
                  <a:lnTo>
                    <a:pt x="1146089" y="4936258"/>
                  </a:lnTo>
                  <a:lnTo>
                    <a:pt x="1146371" y="4936258"/>
                  </a:lnTo>
                  <a:lnTo>
                    <a:pt x="1146747" y="4936258"/>
                  </a:lnTo>
                  <a:lnTo>
                    <a:pt x="1147311" y="4936258"/>
                  </a:lnTo>
                  <a:lnTo>
                    <a:pt x="1147687" y="4936258"/>
                  </a:lnTo>
                  <a:lnTo>
                    <a:pt x="1147875" y="4936258"/>
                  </a:lnTo>
                  <a:lnTo>
                    <a:pt x="1148346" y="4936258"/>
                  </a:lnTo>
                  <a:lnTo>
                    <a:pt x="1148722" y="4936258"/>
                  </a:lnTo>
                  <a:lnTo>
                    <a:pt x="1149568" y="4936258"/>
                  </a:lnTo>
                  <a:lnTo>
                    <a:pt x="1150038" y="4936258"/>
                  </a:lnTo>
                  <a:lnTo>
                    <a:pt x="1150320" y="4936258"/>
                  </a:lnTo>
                  <a:lnTo>
                    <a:pt x="1150414" y="4936258"/>
                  </a:lnTo>
                  <a:lnTo>
                    <a:pt x="1150696" y="4936258"/>
                  </a:lnTo>
                  <a:lnTo>
                    <a:pt x="1150790" y="4936258"/>
                  </a:lnTo>
                  <a:lnTo>
                    <a:pt x="1150978" y="4936258"/>
                  </a:lnTo>
                  <a:lnTo>
                    <a:pt x="1151166" y="4936258"/>
                  </a:lnTo>
                  <a:lnTo>
                    <a:pt x="1151354" y="4936258"/>
                  </a:lnTo>
                  <a:lnTo>
                    <a:pt x="1151448" y="4936258"/>
                  </a:lnTo>
                  <a:lnTo>
                    <a:pt x="1152201" y="4936258"/>
                  </a:lnTo>
                  <a:lnTo>
                    <a:pt x="1152671" y="4936258"/>
                  </a:lnTo>
                  <a:lnTo>
                    <a:pt x="1152859" y="4936258"/>
                  </a:lnTo>
                  <a:lnTo>
                    <a:pt x="1153423" y="4936258"/>
                  </a:lnTo>
                  <a:lnTo>
                    <a:pt x="1153517" y="4936258"/>
                  </a:lnTo>
                  <a:lnTo>
                    <a:pt x="1153611" y="4936258"/>
                  </a:lnTo>
                  <a:lnTo>
                    <a:pt x="1153799" y="4936258"/>
                  </a:lnTo>
                  <a:lnTo>
                    <a:pt x="1154457" y="4936258"/>
                  </a:lnTo>
                  <a:lnTo>
                    <a:pt x="1154739" y="4936258"/>
                  </a:lnTo>
                  <a:lnTo>
                    <a:pt x="1154833" y="4936258"/>
                  </a:lnTo>
                  <a:lnTo>
                    <a:pt x="1155021" y="4930979"/>
                  </a:lnTo>
                  <a:lnTo>
                    <a:pt x="1155397" y="4930979"/>
                  </a:lnTo>
                  <a:lnTo>
                    <a:pt x="1155586" y="4930979"/>
                  </a:lnTo>
                  <a:lnTo>
                    <a:pt x="1156526" y="4930979"/>
                  </a:lnTo>
                  <a:lnTo>
                    <a:pt x="1158406" y="4930979"/>
                  </a:lnTo>
                  <a:lnTo>
                    <a:pt x="1158594" y="4930979"/>
                  </a:lnTo>
                  <a:lnTo>
                    <a:pt x="1158782" y="4930979"/>
                  </a:lnTo>
                  <a:lnTo>
                    <a:pt x="1159065" y="4930979"/>
                  </a:lnTo>
                  <a:lnTo>
                    <a:pt x="1159723" y="4930979"/>
                  </a:lnTo>
                  <a:lnTo>
                    <a:pt x="1159911" y="4930979"/>
                  </a:lnTo>
                  <a:lnTo>
                    <a:pt x="1160099" y="4930979"/>
                  </a:lnTo>
                  <a:lnTo>
                    <a:pt x="1160381" y="4930979"/>
                  </a:lnTo>
                  <a:lnTo>
                    <a:pt x="1160475" y="4930979"/>
                  </a:lnTo>
                  <a:lnTo>
                    <a:pt x="1161133" y="4930979"/>
                  </a:lnTo>
                  <a:lnTo>
                    <a:pt x="1161321" y="4930979"/>
                  </a:lnTo>
                  <a:lnTo>
                    <a:pt x="1161603" y="4930979"/>
                  </a:lnTo>
                  <a:lnTo>
                    <a:pt x="1161885" y="4930979"/>
                  </a:lnTo>
                  <a:lnTo>
                    <a:pt x="1162638" y="4925700"/>
                  </a:lnTo>
                  <a:lnTo>
                    <a:pt x="1163108" y="4925700"/>
                  </a:lnTo>
                  <a:lnTo>
                    <a:pt x="1163202" y="4925700"/>
                  </a:lnTo>
                  <a:lnTo>
                    <a:pt x="1163296" y="4925700"/>
                  </a:lnTo>
                  <a:lnTo>
                    <a:pt x="1163578" y="4925700"/>
                  </a:lnTo>
                  <a:lnTo>
                    <a:pt x="1163860" y="4925700"/>
                  </a:lnTo>
                  <a:lnTo>
                    <a:pt x="1164142" y="4925700"/>
                  </a:lnTo>
                  <a:lnTo>
                    <a:pt x="1164894" y="4925700"/>
                  </a:lnTo>
                  <a:lnTo>
                    <a:pt x="1164988" y="4925700"/>
                  </a:lnTo>
                  <a:lnTo>
                    <a:pt x="1165082" y="4925700"/>
                  </a:lnTo>
                  <a:lnTo>
                    <a:pt x="1165270" y="4925700"/>
                  </a:lnTo>
                  <a:lnTo>
                    <a:pt x="1165834" y="4925700"/>
                  </a:lnTo>
                  <a:lnTo>
                    <a:pt x="1166211" y="4925700"/>
                  </a:lnTo>
                  <a:lnTo>
                    <a:pt x="1166399" y="4925700"/>
                  </a:lnTo>
                  <a:lnTo>
                    <a:pt x="1167433" y="4925700"/>
                  </a:lnTo>
                  <a:lnTo>
                    <a:pt x="1168091" y="4925700"/>
                  </a:lnTo>
                  <a:lnTo>
                    <a:pt x="1168655" y="4925700"/>
                  </a:lnTo>
                  <a:lnTo>
                    <a:pt x="1169219" y="4925700"/>
                  </a:lnTo>
                  <a:lnTo>
                    <a:pt x="1169407" y="4925700"/>
                  </a:lnTo>
                  <a:lnTo>
                    <a:pt x="1169972" y="4920420"/>
                  </a:lnTo>
                  <a:lnTo>
                    <a:pt x="1170160" y="4920420"/>
                  </a:lnTo>
                  <a:lnTo>
                    <a:pt x="1170254" y="4920420"/>
                  </a:lnTo>
                  <a:lnTo>
                    <a:pt x="1170818" y="4920420"/>
                  </a:lnTo>
                  <a:lnTo>
                    <a:pt x="1170912" y="4920420"/>
                  </a:lnTo>
                  <a:lnTo>
                    <a:pt x="1172040" y="4920420"/>
                  </a:lnTo>
                  <a:lnTo>
                    <a:pt x="1172792" y="4920420"/>
                  </a:lnTo>
                  <a:lnTo>
                    <a:pt x="1173169" y="4915141"/>
                  </a:lnTo>
                  <a:lnTo>
                    <a:pt x="1173357" y="4915141"/>
                  </a:lnTo>
                  <a:lnTo>
                    <a:pt x="1173451" y="4915141"/>
                  </a:lnTo>
                  <a:lnTo>
                    <a:pt x="1173545" y="4915141"/>
                  </a:lnTo>
                  <a:lnTo>
                    <a:pt x="1174391" y="4909861"/>
                  </a:lnTo>
                  <a:lnTo>
                    <a:pt x="1174673" y="4904582"/>
                  </a:lnTo>
                  <a:lnTo>
                    <a:pt x="1174767" y="4904582"/>
                  </a:lnTo>
                  <a:lnTo>
                    <a:pt x="1174861" y="4904582"/>
                  </a:lnTo>
                  <a:lnTo>
                    <a:pt x="1175049" y="4904582"/>
                  </a:lnTo>
                  <a:lnTo>
                    <a:pt x="1175801" y="4899302"/>
                  </a:lnTo>
                  <a:lnTo>
                    <a:pt x="1176365" y="4899302"/>
                  </a:lnTo>
                  <a:lnTo>
                    <a:pt x="1176459" y="4899302"/>
                  </a:lnTo>
                  <a:lnTo>
                    <a:pt x="1176742" y="4899302"/>
                  </a:lnTo>
                  <a:lnTo>
                    <a:pt x="1177118" y="4899302"/>
                  </a:lnTo>
                  <a:lnTo>
                    <a:pt x="1177682" y="4899302"/>
                  </a:lnTo>
                  <a:lnTo>
                    <a:pt x="1177870" y="4899302"/>
                  </a:lnTo>
                  <a:lnTo>
                    <a:pt x="1178058" y="4899302"/>
                  </a:lnTo>
                  <a:lnTo>
                    <a:pt x="1178152" y="4899302"/>
                  </a:lnTo>
                  <a:lnTo>
                    <a:pt x="1178340" y="4899302"/>
                  </a:lnTo>
                  <a:lnTo>
                    <a:pt x="1178528" y="4899302"/>
                  </a:lnTo>
                  <a:lnTo>
                    <a:pt x="1179280" y="4899302"/>
                  </a:lnTo>
                  <a:lnTo>
                    <a:pt x="1179656" y="4899302"/>
                  </a:lnTo>
                  <a:lnTo>
                    <a:pt x="1179750" y="4899302"/>
                  </a:lnTo>
                  <a:lnTo>
                    <a:pt x="1180315" y="4899302"/>
                  </a:lnTo>
                  <a:lnTo>
                    <a:pt x="1181161" y="4899302"/>
                  </a:lnTo>
                  <a:lnTo>
                    <a:pt x="1183229" y="4899302"/>
                  </a:lnTo>
                  <a:lnTo>
                    <a:pt x="1183323" y="4899302"/>
                  </a:lnTo>
                  <a:lnTo>
                    <a:pt x="1184170" y="4899302"/>
                  </a:lnTo>
                  <a:lnTo>
                    <a:pt x="1184264" y="4899302"/>
                  </a:lnTo>
                  <a:lnTo>
                    <a:pt x="1184452" y="4899302"/>
                  </a:lnTo>
                  <a:lnTo>
                    <a:pt x="1185016" y="4899302"/>
                  </a:lnTo>
                  <a:lnTo>
                    <a:pt x="1185110" y="4899302"/>
                  </a:lnTo>
                  <a:lnTo>
                    <a:pt x="1186144" y="4899302"/>
                  </a:lnTo>
                  <a:lnTo>
                    <a:pt x="1186426" y="4899302"/>
                  </a:lnTo>
                  <a:lnTo>
                    <a:pt x="1186614" y="4899302"/>
                  </a:lnTo>
                  <a:lnTo>
                    <a:pt x="1186708" y="4899302"/>
                  </a:lnTo>
                  <a:lnTo>
                    <a:pt x="1187743" y="4899302"/>
                  </a:lnTo>
                  <a:lnTo>
                    <a:pt x="1188213" y="4899302"/>
                  </a:lnTo>
                  <a:lnTo>
                    <a:pt x="1188495" y="4899302"/>
                  </a:lnTo>
                  <a:lnTo>
                    <a:pt x="1188589" y="4899302"/>
                  </a:lnTo>
                  <a:lnTo>
                    <a:pt x="1188777" y="4899302"/>
                  </a:lnTo>
                  <a:lnTo>
                    <a:pt x="1188871" y="4899302"/>
                  </a:lnTo>
                  <a:lnTo>
                    <a:pt x="1188965" y="4899302"/>
                  </a:lnTo>
                  <a:lnTo>
                    <a:pt x="1189341" y="4894023"/>
                  </a:lnTo>
                  <a:lnTo>
                    <a:pt x="1189717" y="4894023"/>
                  </a:lnTo>
                  <a:lnTo>
                    <a:pt x="1190093" y="4894023"/>
                  </a:lnTo>
                  <a:lnTo>
                    <a:pt x="1190187" y="4894023"/>
                  </a:lnTo>
                  <a:lnTo>
                    <a:pt x="1190281" y="4888744"/>
                  </a:lnTo>
                  <a:lnTo>
                    <a:pt x="1190469" y="4888744"/>
                  </a:lnTo>
                  <a:lnTo>
                    <a:pt x="1190846" y="4888744"/>
                  </a:lnTo>
                  <a:lnTo>
                    <a:pt x="1190940" y="4888744"/>
                  </a:lnTo>
                  <a:lnTo>
                    <a:pt x="1191128" y="4888744"/>
                  </a:lnTo>
                  <a:lnTo>
                    <a:pt x="1193290" y="4878185"/>
                  </a:lnTo>
                  <a:lnTo>
                    <a:pt x="1194042" y="4878185"/>
                  </a:lnTo>
                  <a:lnTo>
                    <a:pt x="1194324" y="4878185"/>
                  </a:lnTo>
                  <a:lnTo>
                    <a:pt x="1194701" y="4878185"/>
                  </a:lnTo>
                  <a:lnTo>
                    <a:pt x="1195171" y="4878185"/>
                  </a:lnTo>
                  <a:lnTo>
                    <a:pt x="1195641" y="4878185"/>
                  </a:lnTo>
                  <a:lnTo>
                    <a:pt x="1195735" y="4878185"/>
                  </a:lnTo>
                  <a:lnTo>
                    <a:pt x="1196675" y="4878185"/>
                  </a:lnTo>
                  <a:lnTo>
                    <a:pt x="1197145" y="4878185"/>
                  </a:lnTo>
                  <a:lnTo>
                    <a:pt x="1197239" y="4878185"/>
                  </a:lnTo>
                  <a:lnTo>
                    <a:pt x="1198274" y="4878185"/>
                  </a:lnTo>
                  <a:lnTo>
                    <a:pt x="1198744" y="4878185"/>
                  </a:lnTo>
                  <a:lnTo>
                    <a:pt x="1199308" y="4878185"/>
                  </a:lnTo>
                  <a:lnTo>
                    <a:pt x="1199308" y="4872905"/>
                  </a:lnTo>
                  <a:lnTo>
                    <a:pt x="1199966" y="4872905"/>
                  </a:lnTo>
                  <a:lnTo>
                    <a:pt x="1200248" y="4872905"/>
                  </a:lnTo>
                  <a:lnTo>
                    <a:pt x="1200248" y="4867626"/>
                  </a:lnTo>
                  <a:lnTo>
                    <a:pt x="1201282" y="4867626"/>
                  </a:lnTo>
                  <a:lnTo>
                    <a:pt x="1201565" y="4862347"/>
                  </a:lnTo>
                  <a:lnTo>
                    <a:pt x="1201941" y="4862347"/>
                  </a:lnTo>
                  <a:lnTo>
                    <a:pt x="1202411" y="4862347"/>
                  </a:lnTo>
                  <a:lnTo>
                    <a:pt x="1202599" y="4862347"/>
                  </a:lnTo>
                  <a:lnTo>
                    <a:pt x="1202693" y="4862347"/>
                  </a:lnTo>
                  <a:lnTo>
                    <a:pt x="1203257" y="4862347"/>
                  </a:lnTo>
                  <a:lnTo>
                    <a:pt x="1203351" y="4862347"/>
                  </a:lnTo>
                  <a:lnTo>
                    <a:pt x="1203633" y="4862347"/>
                  </a:lnTo>
                  <a:lnTo>
                    <a:pt x="1203727" y="4862347"/>
                  </a:lnTo>
                  <a:lnTo>
                    <a:pt x="1203821" y="4862347"/>
                  </a:lnTo>
                  <a:lnTo>
                    <a:pt x="1204197" y="4862347"/>
                  </a:lnTo>
                  <a:lnTo>
                    <a:pt x="1204291" y="4862347"/>
                  </a:lnTo>
                  <a:lnTo>
                    <a:pt x="1205232" y="4862347"/>
                  </a:lnTo>
                  <a:lnTo>
                    <a:pt x="1206736" y="4862347"/>
                  </a:lnTo>
                  <a:lnTo>
                    <a:pt x="1207300" y="4862347"/>
                  </a:lnTo>
                  <a:lnTo>
                    <a:pt x="1207582" y="4862347"/>
                  </a:lnTo>
                  <a:lnTo>
                    <a:pt x="1207770" y="4862347"/>
                  </a:lnTo>
                  <a:lnTo>
                    <a:pt x="1207958" y="4862347"/>
                  </a:lnTo>
                  <a:lnTo>
                    <a:pt x="1209087" y="4862347"/>
                  </a:lnTo>
                  <a:lnTo>
                    <a:pt x="1209557" y="4862347"/>
                  </a:lnTo>
                  <a:lnTo>
                    <a:pt x="1209651" y="4862347"/>
                  </a:lnTo>
                  <a:lnTo>
                    <a:pt x="1209933" y="4862347"/>
                  </a:lnTo>
                  <a:lnTo>
                    <a:pt x="1211343" y="4862347"/>
                  </a:lnTo>
                  <a:lnTo>
                    <a:pt x="1211907" y="4857067"/>
                  </a:lnTo>
                  <a:lnTo>
                    <a:pt x="1212284" y="4857067"/>
                  </a:lnTo>
                  <a:lnTo>
                    <a:pt x="1212660" y="4857067"/>
                  </a:lnTo>
                  <a:lnTo>
                    <a:pt x="1214258" y="4857067"/>
                  </a:lnTo>
                  <a:lnTo>
                    <a:pt x="1215386" y="4857067"/>
                  </a:lnTo>
                  <a:lnTo>
                    <a:pt x="1215669" y="4857067"/>
                  </a:lnTo>
                  <a:lnTo>
                    <a:pt x="1216045" y="4857067"/>
                  </a:lnTo>
                  <a:lnTo>
                    <a:pt x="1217361" y="4857067"/>
                  </a:lnTo>
                  <a:lnTo>
                    <a:pt x="1217737" y="4857067"/>
                  </a:lnTo>
                  <a:lnTo>
                    <a:pt x="1218019" y="4857067"/>
                  </a:lnTo>
                  <a:lnTo>
                    <a:pt x="1218207" y="4857067"/>
                  </a:lnTo>
                  <a:lnTo>
                    <a:pt x="1218395" y="4857067"/>
                  </a:lnTo>
                  <a:lnTo>
                    <a:pt x="1218489" y="4857067"/>
                  </a:lnTo>
                  <a:lnTo>
                    <a:pt x="1219242" y="4857067"/>
                  </a:lnTo>
                  <a:lnTo>
                    <a:pt x="1219618" y="4857067"/>
                  </a:lnTo>
                  <a:lnTo>
                    <a:pt x="1220182" y="4857067"/>
                  </a:lnTo>
                  <a:lnTo>
                    <a:pt x="1220464" y="4857067"/>
                  </a:lnTo>
                  <a:lnTo>
                    <a:pt x="1220746" y="4857067"/>
                  </a:lnTo>
                  <a:lnTo>
                    <a:pt x="1221216" y="4857067"/>
                  </a:lnTo>
                  <a:lnTo>
                    <a:pt x="1221592" y="4857067"/>
                  </a:lnTo>
                  <a:lnTo>
                    <a:pt x="1221780" y="4857067"/>
                  </a:lnTo>
                  <a:lnTo>
                    <a:pt x="1222344" y="4857067"/>
                  </a:lnTo>
                  <a:lnTo>
                    <a:pt x="1222909" y="4851788"/>
                  </a:lnTo>
                  <a:lnTo>
                    <a:pt x="1223285" y="4851788"/>
                  </a:lnTo>
                  <a:lnTo>
                    <a:pt x="1223661" y="4851788"/>
                  </a:lnTo>
                  <a:lnTo>
                    <a:pt x="1224601" y="4851788"/>
                  </a:lnTo>
                  <a:lnTo>
                    <a:pt x="1225635" y="4846508"/>
                  </a:lnTo>
                  <a:lnTo>
                    <a:pt x="1226105" y="4846508"/>
                  </a:lnTo>
                  <a:lnTo>
                    <a:pt x="1226576" y="4846508"/>
                  </a:lnTo>
                  <a:lnTo>
                    <a:pt x="1227140" y="4846508"/>
                  </a:lnTo>
                  <a:lnTo>
                    <a:pt x="1227234" y="4846508"/>
                  </a:lnTo>
                  <a:lnTo>
                    <a:pt x="1227328" y="4846508"/>
                  </a:lnTo>
                  <a:lnTo>
                    <a:pt x="1228362" y="4846508"/>
                  </a:lnTo>
                  <a:lnTo>
                    <a:pt x="1228456" y="4846508"/>
                  </a:lnTo>
                  <a:lnTo>
                    <a:pt x="1228644" y="4846508"/>
                  </a:lnTo>
                  <a:lnTo>
                    <a:pt x="1229208" y="4846508"/>
                  </a:lnTo>
                  <a:lnTo>
                    <a:pt x="1231089" y="4846508"/>
                  </a:lnTo>
                  <a:lnTo>
                    <a:pt x="1231277" y="4846508"/>
                  </a:lnTo>
                  <a:lnTo>
                    <a:pt x="1231559" y="4846508"/>
                  </a:lnTo>
                  <a:lnTo>
                    <a:pt x="1231747" y="4846508"/>
                  </a:lnTo>
                  <a:lnTo>
                    <a:pt x="1232311" y="4846508"/>
                  </a:lnTo>
                  <a:lnTo>
                    <a:pt x="1232499" y="4846508"/>
                  </a:lnTo>
                  <a:lnTo>
                    <a:pt x="1233534" y="4841229"/>
                  </a:lnTo>
                  <a:lnTo>
                    <a:pt x="1233722" y="4841229"/>
                  </a:lnTo>
                  <a:lnTo>
                    <a:pt x="1234192" y="4841229"/>
                  </a:lnTo>
                  <a:lnTo>
                    <a:pt x="1234756" y="4841229"/>
                  </a:lnTo>
                  <a:lnTo>
                    <a:pt x="1235414" y="4841229"/>
                  </a:lnTo>
                  <a:lnTo>
                    <a:pt x="1235978" y="4841229"/>
                  </a:lnTo>
                  <a:lnTo>
                    <a:pt x="1236824" y="4835949"/>
                  </a:lnTo>
                  <a:lnTo>
                    <a:pt x="1237201" y="4835949"/>
                  </a:lnTo>
                  <a:lnTo>
                    <a:pt x="1238423" y="4835949"/>
                  </a:lnTo>
                  <a:lnTo>
                    <a:pt x="1239081" y="4835949"/>
                  </a:lnTo>
                  <a:lnTo>
                    <a:pt x="1239175" y="4835949"/>
                  </a:lnTo>
                  <a:lnTo>
                    <a:pt x="1239363" y="4835949"/>
                  </a:lnTo>
                  <a:lnTo>
                    <a:pt x="1239457" y="4835949"/>
                  </a:lnTo>
                  <a:lnTo>
                    <a:pt x="1239645" y="4835949"/>
                  </a:lnTo>
                  <a:lnTo>
                    <a:pt x="1240962" y="4830670"/>
                  </a:lnTo>
                  <a:lnTo>
                    <a:pt x="1241620" y="4825391"/>
                  </a:lnTo>
                  <a:lnTo>
                    <a:pt x="1242466" y="4825391"/>
                  </a:lnTo>
                  <a:lnTo>
                    <a:pt x="1243312" y="4825391"/>
                  </a:lnTo>
                  <a:lnTo>
                    <a:pt x="1243782" y="4825391"/>
                  </a:lnTo>
                  <a:lnTo>
                    <a:pt x="1244253" y="4825391"/>
                  </a:lnTo>
                  <a:lnTo>
                    <a:pt x="1245287" y="4825391"/>
                  </a:lnTo>
                  <a:lnTo>
                    <a:pt x="1246227" y="4825391"/>
                  </a:lnTo>
                  <a:lnTo>
                    <a:pt x="1246509" y="4825391"/>
                  </a:lnTo>
                  <a:lnTo>
                    <a:pt x="1246697" y="4825391"/>
                  </a:lnTo>
                  <a:lnTo>
                    <a:pt x="1247826" y="4825391"/>
                  </a:lnTo>
                  <a:lnTo>
                    <a:pt x="1247920" y="4825391"/>
                  </a:lnTo>
                  <a:lnTo>
                    <a:pt x="1248108" y="4825391"/>
                  </a:lnTo>
                  <a:lnTo>
                    <a:pt x="1248390" y="4825391"/>
                  </a:lnTo>
                  <a:lnTo>
                    <a:pt x="1248484" y="4825391"/>
                  </a:lnTo>
                  <a:lnTo>
                    <a:pt x="1248578" y="4825391"/>
                  </a:lnTo>
                  <a:lnTo>
                    <a:pt x="1248672" y="4825391"/>
                  </a:lnTo>
                  <a:lnTo>
                    <a:pt x="1249330" y="4825391"/>
                  </a:lnTo>
                  <a:lnTo>
                    <a:pt x="1249988" y="4825391"/>
                  </a:lnTo>
                  <a:lnTo>
                    <a:pt x="1250552" y="4825391"/>
                  </a:lnTo>
                  <a:lnTo>
                    <a:pt x="1251211" y="4825391"/>
                  </a:lnTo>
                  <a:lnTo>
                    <a:pt x="1252433" y="4825391"/>
                  </a:lnTo>
                  <a:lnTo>
                    <a:pt x="1252527" y="4825391"/>
                  </a:lnTo>
                  <a:lnTo>
                    <a:pt x="1253279" y="4825391"/>
                  </a:lnTo>
                  <a:lnTo>
                    <a:pt x="1253843" y="4825391"/>
                  </a:lnTo>
                  <a:lnTo>
                    <a:pt x="1254219" y="4825391"/>
                  </a:lnTo>
                  <a:lnTo>
                    <a:pt x="1255160" y="4825391"/>
                  </a:lnTo>
                  <a:lnTo>
                    <a:pt x="1255348" y="4825391"/>
                  </a:lnTo>
                  <a:lnTo>
                    <a:pt x="1255630" y="4825391"/>
                  </a:lnTo>
                  <a:lnTo>
                    <a:pt x="1255818" y="4825391"/>
                  </a:lnTo>
                  <a:lnTo>
                    <a:pt x="1256946" y="4825391"/>
                  </a:lnTo>
                  <a:lnTo>
                    <a:pt x="1257416" y="4825391"/>
                  </a:lnTo>
                  <a:lnTo>
                    <a:pt x="1257698" y="4825391"/>
                  </a:lnTo>
                  <a:lnTo>
                    <a:pt x="1257792" y="4825391"/>
                  </a:lnTo>
                  <a:lnTo>
                    <a:pt x="1257980" y="4820111"/>
                  </a:lnTo>
                  <a:lnTo>
                    <a:pt x="1258168" y="4820111"/>
                  </a:lnTo>
                  <a:lnTo>
                    <a:pt x="1258263" y="4820111"/>
                  </a:lnTo>
                  <a:lnTo>
                    <a:pt x="1258545" y="4820111"/>
                  </a:lnTo>
                  <a:lnTo>
                    <a:pt x="1258827" y="4820111"/>
                  </a:lnTo>
                  <a:lnTo>
                    <a:pt x="1258921" y="4820111"/>
                  </a:lnTo>
                  <a:lnTo>
                    <a:pt x="1259015" y="4820111"/>
                  </a:lnTo>
                  <a:lnTo>
                    <a:pt x="1260331" y="4814832"/>
                  </a:lnTo>
                  <a:lnTo>
                    <a:pt x="1260331" y="4809552"/>
                  </a:lnTo>
                  <a:lnTo>
                    <a:pt x="1260707" y="4809552"/>
                  </a:lnTo>
                  <a:lnTo>
                    <a:pt x="1260895" y="4809552"/>
                  </a:lnTo>
                  <a:lnTo>
                    <a:pt x="1261553" y="4809552"/>
                  </a:lnTo>
                  <a:lnTo>
                    <a:pt x="1261742" y="4809552"/>
                  </a:lnTo>
                  <a:lnTo>
                    <a:pt x="1262024" y="4809552"/>
                  </a:lnTo>
                  <a:lnTo>
                    <a:pt x="1262964" y="4809552"/>
                  </a:lnTo>
                  <a:lnTo>
                    <a:pt x="1263622" y="4809552"/>
                  </a:lnTo>
                  <a:lnTo>
                    <a:pt x="1264092" y="4809552"/>
                  </a:lnTo>
                  <a:lnTo>
                    <a:pt x="1264374" y="4809552"/>
                  </a:lnTo>
                  <a:lnTo>
                    <a:pt x="1265597" y="4809552"/>
                  </a:lnTo>
                  <a:lnTo>
                    <a:pt x="1265691" y="4809552"/>
                  </a:lnTo>
                  <a:lnTo>
                    <a:pt x="1265973" y="4809552"/>
                  </a:lnTo>
                  <a:lnTo>
                    <a:pt x="1266161" y="4809552"/>
                  </a:lnTo>
                  <a:lnTo>
                    <a:pt x="1267477" y="4809552"/>
                  </a:lnTo>
                  <a:lnTo>
                    <a:pt x="1267665" y="4809552"/>
                  </a:lnTo>
                  <a:lnTo>
                    <a:pt x="1267853" y="4809552"/>
                  </a:lnTo>
                  <a:lnTo>
                    <a:pt x="1268135" y="4809552"/>
                  </a:lnTo>
                  <a:lnTo>
                    <a:pt x="1268511" y="4809552"/>
                  </a:lnTo>
                  <a:lnTo>
                    <a:pt x="1269546" y="4809552"/>
                  </a:lnTo>
                  <a:lnTo>
                    <a:pt x="1270110" y="4809552"/>
                  </a:lnTo>
                  <a:lnTo>
                    <a:pt x="1270298" y="4809552"/>
                  </a:lnTo>
                  <a:lnTo>
                    <a:pt x="1270674" y="4809552"/>
                  </a:lnTo>
                  <a:lnTo>
                    <a:pt x="1271426" y="4809552"/>
                  </a:lnTo>
                  <a:lnTo>
                    <a:pt x="1271614" y="4809552"/>
                  </a:lnTo>
                  <a:lnTo>
                    <a:pt x="1271708" y="4809552"/>
                  </a:lnTo>
                  <a:lnTo>
                    <a:pt x="1272084" y="4809552"/>
                  </a:lnTo>
                  <a:lnTo>
                    <a:pt x="1272272" y="4804273"/>
                  </a:lnTo>
                  <a:lnTo>
                    <a:pt x="1272555" y="4804273"/>
                  </a:lnTo>
                  <a:lnTo>
                    <a:pt x="1272649" y="4804273"/>
                  </a:lnTo>
                  <a:lnTo>
                    <a:pt x="1273589" y="4804273"/>
                  </a:lnTo>
                  <a:lnTo>
                    <a:pt x="1273965" y="4804273"/>
                  </a:lnTo>
                  <a:lnTo>
                    <a:pt x="1274247" y="4804273"/>
                  </a:lnTo>
                  <a:lnTo>
                    <a:pt x="1274623" y="4804273"/>
                  </a:lnTo>
                  <a:lnTo>
                    <a:pt x="1275563" y="4804273"/>
                  </a:lnTo>
                  <a:lnTo>
                    <a:pt x="1276034" y="4804273"/>
                  </a:lnTo>
                  <a:lnTo>
                    <a:pt x="1276410" y="4804273"/>
                  </a:lnTo>
                  <a:lnTo>
                    <a:pt x="1276974" y="4804273"/>
                  </a:lnTo>
                  <a:lnTo>
                    <a:pt x="1277444" y="4804273"/>
                  </a:lnTo>
                  <a:lnTo>
                    <a:pt x="1278290" y="4804273"/>
                  </a:lnTo>
                  <a:lnTo>
                    <a:pt x="1278760" y="4804273"/>
                  </a:lnTo>
                  <a:lnTo>
                    <a:pt x="1279136" y="4804273"/>
                  </a:lnTo>
                  <a:lnTo>
                    <a:pt x="1279513" y="4804273"/>
                  </a:lnTo>
                  <a:lnTo>
                    <a:pt x="1279607" y="4804273"/>
                  </a:lnTo>
                  <a:lnTo>
                    <a:pt x="1279983" y="4804273"/>
                  </a:lnTo>
                  <a:lnTo>
                    <a:pt x="1280641" y="4804273"/>
                  </a:lnTo>
                  <a:lnTo>
                    <a:pt x="1281017" y="4804273"/>
                  </a:lnTo>
                  <a:lnTo>
                    <a:pt x="1281205" y="4804273"/>
                  </a:lnTo>
                  <a:lnTo>
                    <a:pt x="1281863" y="4804273"/>
                  </a:lnTo>
                  <a:lnTo>
                    <a:pt x="1283086" y="4804273"/>
                  </a:lnTo>
                  <a:lnTo>
                    <a:pt x="1283556" y="4804273"/>
                  </a:lnTo>
                  <a:lnTo>
                    <a:pt x="1283744" y="4804273"/>
                  </a:lnTo>
                  <a:lnTo>
                    <a:pt x="1284590" y="4804273"/>
                  </a:lnTo>
                  <a:lnTo>
                    <a:pt x="1284778" y="4804273"/>
                  </a:lnTo>
                  <a:lnTo>
                    <a:pt x="1284872" y="4804273"/>
                  </a:lnTo>
                  <a:lnTo>
                    <a:pt x="1285436" y="4804273"/>
                  </a:lnTo>
                  <a:lnTo>
                    <a:pt x="1285624" y="4804273"/>
                  </a:lnTo>
                  <a:lnTo>
                    <a:pt x="1286094" y="4804273"/>
                  </a:lnTo>
                  <a:lnTo>
                    <a:pt x="1286188" y="4804273"/>
                  </a:lnTo>
                  <a:lnTo>
                    <a:pt x="1286282" y="4804273"/>
                  </a:lnTo>
                  <a:lnTo>
                    <a:pt x="1286847" y="4804273"/>
                  </a:lnTo>
                  <a:lnTo>
                    <a:pt x="1287223" y="4804273"/>
                  </a:lnTo>
                  <a:lnTo>
                    <a:pt x="1287787" y="4804273"/>
                  </a:lnTo>
                  <a:lnTo>
                    <a:pt x="1288257" y="4804273"/>
                  </a:lnTo>
                  <a:lnTo>
                    <a:pt x="1289385" y="4798993"/>
                  </a:lnTo>
                  <a:lnTo>
                    <a:pt x="1290326" y="4793714"/>
                  </a:lnTo>
                  <a:lnTo>
                    <a:pt x="1290608" y="4793714"/>
                  </a:lnTo>
                  <a:lnTo>
                    <a:pt x="1291266" y="4793714"/>
                  </a:lnTo>
                  <a:lnTo>
                    <a:pt x="1291360" y="4793714"/>
                  </a:lnTo>
                  <a:lnTo>
                    <a:pt x="1292300" y="4788435"/>
                  </a:lnTo>
                  <a:lnTo>
                    <a:pt x="1292582" y="4788435"/>
                  </a:lnTo>
                  <a:lnTo>
                    <a:pt x="1293052" y="4783155"/>
                  </a:lnTo>
                  <a:lnTo>
                    <a:pt x="1293334" y="4783155"/>
                  </a:lnTo>
                  <a:lnTo>
                    <a:pt x="1294933" y="4783155"/>
                  </a:lnTo>
                  <a:lnTo>
                    <a:pt x="1295121" y="4783155"/>
                  </a:lnTo>
                  <a:lnTo>
                    <a:pt x="1295215" y="4783155"/>
                  </a:lnTo>
                  <a:lnTo>
                    <a:pt x="1295591" y="4783155"/>
                  </a:lnTo>
                  <a:lnTo>
                    <a:pt x="1297095" y="4777876"/>
                  </a:lnTo>
                  <a:lnTo>
                    <a:pt x="1297472" y="4777876"/>
                  </a:lnTo>
                  <a:lnTo>
                    <a:pt x="1297660" y="4777876"/>
                  </a:lnTo>
                  <a:lnTo>
                    <a:pt x="1297848" y="4777876"/>
                  </a:lnTo>
                  <a:lnTo>
                    <a:pt x="1298130" y="4777876"/>
                  </a:lnTo>
                  <a:lnTo>
                    <a:pt x="1298600" y="4777876"/>
                  </a:lnTo>
                  <a:lnTo>
                    <a:pt x="1299164" y="4777876"/>
                  </a:lnTo>
                  <a:lnTo>
                    <a:pt x="1299728" y="4777876"/>
                  </a:lnTo>
                  <a:lnTo>
                    <a:pt x="1299822" y="4777876"/>
                  </a:lnTo>
                  <a:lnTo>
                    <a:pt x="1300010" y="4777876"/>
                  </a:lnTo>
                  <a:lnTo>
                    <a:pt x="1300386" y="4777876"/>
                  </a:lnTo>
                  <a:lnTo>
                    <a:pt x="1300574" y="4777876"/>
                  </a:lnTo>
                  <a:lnTo>
                    <a:pt x="1301421" y="4777876"/>
                  </a:lnTo>
                  <a:lnTo>
                    <a:pt x="1301985" y="4777876"/>
                  </a:lnTo>
                  <a:lnTo>
                    <a:pt x="1303113" y="4777876"/>
                  </a:lnTo>
                  <a:lnTo>
                    <a:pt x="1303583" y="4777876"/>
                  </a:lnTo>
                  <a:lnTo>
                    <a:pt x="1303677" y="4777876"/>
                  </a:lnTo>
                  <a:lnTo>
                    <a:pt x="1304430" y="4777876"/>
                  </a:lnTo>
                  <a:lnTo>
                    <a:pt x="1305182" y="4777876"/>
                  </a:lnTo>
                  <a:lnTo>
                    <a:pt x="1305370" y="4777876"/>
                  </a:lnTo>
                  <a:lnTo>
                    <a:pt x="1305746" y="4777876"/>
                  </a:lnTo>
                  <a:lnTo>
                    <a:pt x="1305840" y="4777876"/>
                  </a:lnTo>
                  <a:lnTo>
                    <a:pt x="1306028" y="4777876"/>
                  </a:lnTo>
                  <a:lnTo>
                    <a:pt x="1306498" y="4777876"/>
                  </a:lnTo>
                  <a:lnTo>
                    <a:pt x="1307250" y="4777876"/>
                  </a:lnTo>
                  <a:lnTo>
                    <a:pt x="1307815" y="4777876"/>
                  </a:lnTo>
                  <a:lnTo>
                    <a:pt x="1307815" y="4772596"/>
                  </a:lnTo>
                  <a:lnTo>
                    <a:pt x="1308097" y="4772596"/>
                  </a:lnTo>
                  <a:lnTo>
                    <a:pt x="1308379" y="4772596"/>
                  </a:lnTo>
                  <a:lnTo>
                    <a:pt x="1308943" y="4772596"/>
                  </a:lnTo>
                  <a:lnTo>
                    <a:pt x="1309131" y="4772596"/>
                  </a:lnTo>
                  <a:lnTo>
                    <a:pt x="1309413" y="4772596"/>
                  </a:lnTo>
                  <a:lnTo>
                    <a:pt x="1309507" y="4772596"/>
                  </a:lnTo>
                  <a:lnTo>
                    <a:pt x="1309789" y="4772596"/>
                  </a:lnTo>
                  <a:lnTo>
                    <a:pt x="1310071" y="4772596"/>
                  </a:lnTo>
                  <a:lnTo>
                    <a:pt x="1310541" y="4772596"/>
                  </a:lnTo>
                  <a:lnTo>
                    <a:pt x="1310729" y="4772596"/>
                  </a:lnTo>
                  <a:lnTo>
                    <a:pt x="1311482" y="4767317"/>
                  </a:lnTo>
                  <a:lnTo>
                    <a:pt x="1311952" y="4767317"/>
                  </a:lnTo>
                  <a:lnTo>
                    <a:pt x="1312140" y="4762038"/>
                  </a:lnTo>
                  <a:lnTo>
                    <a:pt x="1312516" y="4762038"/>
                  </a:lnTo>
                  <a:lnTo>
                    <a:pt x="1313174" y="4762038"/>
                  </a:lnTo>
                  <a:lnTo>
                    <a:pt x="1314302" y="4762038"/>
                  </a:lnTo>
                  <a:lnTo>
                    <a:pt x="1315619" y="4762038"/>
                  </a:lnTo>
                  <a:lnTo>
                    <a:pt x="1315995" y="4762038"/>
                  </a:lnTo>
                  <a:lnTo>
                    <a:pt x="1317311" y="4762038"/>
                  </a:lnTo>
                  <a:lnTo>
                    <a:pt x="1317781" y="4762038"/>
                  </a:lnTo>
                  <a:lnTo>
                    <a:pt x="1317969" y="4762038"/>
                  </a:lnTo>
                  <a:lnTo>
                    <a:pt x="1318063" y="4762038"/>
                  </a:lnTo>
                  <a:lnTo>
                    <a:pt x="1318816" y="4762038"/>
                  </a:lnTo>
                  <a:lnTo>
                    <a:pt x="1319192" y="4762038"/>
                  </a:lnTo>
                  <a:lnTo>
                    <a:pt x="1319380" y="4756758"/>
                  </a:lnTo>
                  <a:lnTo>
                    <a:pt x="1319662" y="4756758"/>
                  </a:lnTo>
                  <a:lnTo>
                    <a:pt x="1321542" y="4756758"/>
                  </a:lnTo>
                  <a:lnTo>
                    <a:pt x="1321636" y="4756758"/>
                  </a:lnTo>
                  <a:lnTo>
                    <a:pt x="1321824" y="4756758"/>
                  </a:lnTo>
                  <a:lnTo>
                    <a:pt x="1322013" y="4756758"/>
                  </a:lnTo>
                  <a:lnTo>
                    <a:pt x="1322295" y="4756758"/>
                  </a:lnTo>
                  <a:lnTo>
                    <a:pt x="1322671" y="4756758"/>
                  </a:lnTo>
                  <a:lnTo>
                    <a:pt x="1322953" y="4756758"/>
                  </a:lnTo>
                  <a:lnTo>
                    <a:pt x="1323517" y="4756758"/>
                  </a:lnTo>
                  <a:lnTo>
                    <a:pt x="1323611" y="4756758"/>
                  </a:lnTo>
                  <a:lnTo>
                    <a:pt x="1323987" y="4756758"/>
                  </a:lnTo>
                  <a:lnTo>
                    <a:pt x="1324175" y="4756758"/>
                  </a:lnTo>
                  <a:lnTo>
                    <a:pt x="1325303" y="4756758"/>
                  </a:lnTo>
                  <a:lnTo>
                    <a:pt x="1325397" y="4756758"/>
                  </a:lnTo>
                  <a:lnTo>
                    <a:pt x="1326056" y="4751479"/>
                  </a:lnTo>
                  <a:lnTo>
                    <a:pt x="1326150" y="4751479"/>
                  </a:lnTo>
                  <a:lnTo>
                    <a:pt x="1326526" y="4751479"/>
                  </a:lnTo>
                  <a:lnTo>
                    <a:pt x="1327184" y="4751479"/>
                  </a:lnTo>
                  <a:lnTo>
                    <a:pt x="1328312" y="4751479"/>
                  </a:lnTo>
                  <a:lnTo>
                    <a:pt x="1328782" y="4751479"/>
                  </a:lnTo>
                  <a:lnTo>
                    <a:pt x="1329441" y="4751479"/>
                  </a:lnTo>
                  <a:lnTo>
                    <a:pt x="1330193" y="4751479"/>
                  </a:lnTo>
                  <a:lnTo>
                    <a:pt x="1330569" y="4751479"/>
                  </a:lnTo>
                  <a:lnTo>
                    <a:pt x="1331039" y="4751479"/>
                  </a:lnTo>
                  <a:lnTo>
                    <a:pt x="1331133" y="4751479"/>
                  </a:lnTo>
                  <a:lnTo>
                    <a:pt x="1331791" y="4746199"/>
                  </a:lnTo>
                  <a:lnTo>
                    <a:pt x="1332920" y="4746199"/>
                  </a:lnTo>
                  <a:lnTo>
                    <a:pt x="1333108" y="4746199"/>
                  </a:lnTo>
                  <a:lnTo>
                    <a:pt x="1333202" y="4746199"/>
                  </a:lnTo>
                  <a:lnTo>
                    <a:pt x="1333390" y="4746199"/>
                  </a:lnTo>
                  <a:lnTo>
                    <a:pt x="1333390" y="4740920"/>
                  </a:lnTo>
                  <a:lnTo>
                    <a:pt x="1333766" y="4740920"/>
                  </a:lnTo>
                  <a:lnTo>
                    <a:pt x="1333860" y="4740920"/>
                  </a:lnTo>
                  <a:lnTo>
                    <a:pt x="1334612" y="4740920"/>
                  </a:lnTo>
                  <a:lnTo>
                    <a:pt x="1335364" y="4740920"/>
                  </a:lnTo>
                  <a:lnTo>
                    <a:pt x="1335646" y="4740920"/>
                  </a:lnTo>
                  <a:lnTo>
                    <a:pt x="1335834" y="4735640"/>
                  </a:lnTo>
                  <a:lnTo>
                    <a:pt x="1336493" y="4735640"/>
                  </a:lnTo>
                  <a:lnTo>
                    <a:pt x="1337057" y="4735640"/>
                  </a:lnTo>
                  <a:lnTo>
                    <a:pt x="1338279" y="4735640"/>
                  </a:lnTo>
                  <a:lnTo>
                    <a:pt x="1338561" y="4735640"/>
                  </a:lnTo>
                  <a:lnTo>
                    <a:pt x="1338655" y="4735640"/>
                  </a:lnTo>
                  <a:lnTo>
                    <a:pt x="1338749" y="4735640"/>
                  </a:lnTo>
                  <a:lnTo>
                    <a:pt x="1338843" y="4735640"/>
                  </a:lnTo>
                  <a:lnTo>
                    <a:pt x="1339878" y="4735640"/>
                  </a:lnTo>
                  <a:lnTo>
                    <a:pt x="1340254" y="4735640"/>
                  </a:lnTo>
                  <a:lnTo>
                    <a:pt x="1340536" y="4735640"/>
                  </a:lnTo>
                  <a:lnTo>
                    <a:pt x="1340724" y="4735640"/>
                  </a:lnTo>
                  <a:lnTo>
                    <a:pt x="1341288" y="4735640"/>
                  </a:lnTo>
                  <a:lnTo>
                    <a:pt x="1342792" y="4725082"/>
                  </a:lnTo>
                  <a:lnTo>
                    <a:pt x="1342886" y="4725082"/>
                  </a:lnTo>
                  <a:lnTo>
                    <a:pt x="1344015" y="4719802"/>
                  </a:lnTo>
                  <a:lnTo>
                    <a:pt x="1344297" y="4719802"/>
                  </a:lnTo>
                  <a:lnTo>
                    <a:pt x="1344861" y="4719802"/>
                  </a:lnTo>
                  <a:lnTo>
                    <a:pt x="1345049" y="4719802"/>
                  </a:lnTo>
                  <a:lnTo>
                    <a:pt x="1346271" y="4719802"/>
                  </a:lnTo>
                  <a:lnTo>
                    <a:pt x="1346459" y="4719802"/>
                  </a:lnTo>
                  <a:lnTo>
                    <a:pt x="1346741" y="4719802"/>
                  </a:lnTo>
                  <a:lnTo>
                    <a:pt x="1347024" y="4719802"/>
                  </a:lnTo>
                  <a:lnTo>
                    <a:pt x="1349280" y="4714523"/>
                  </a:lnTo>
                  <a:lnTo>
                    <a:pt x="1349938" y="4714523"/>
                  </a:lnTo>
                  <a:lnTo>
                    <a:pt x="1350314" y="4714523"/>
                  </a:lnTo>
                  <a:lnTo>
                    <a:pt x="1350409" y="4714523"/>
                  </a:lnTo>
                  <a:lnTo>
                    <a:pt x="1351349" y="4714523"/>
                  </a:lnTo>
                  <a:lnTo>
                    <a:pt x="1352007" y="4709243"/>
                  </a:lnTo>
                  <a:lnTo>
                    <a:pt x="1352289" y="4709243"/>
                  </a:lnTo>
                  <a:lnTo>
                    <a:pt x="1352759" y="4709243"/>
                  </a:lnTo>
                  <a:lnTo>
                    <a:pt x="1353041" y="4703964"/>
                  </a:lnTo>
                  <a:lnTo>
                    <a:pt x="1354264" y="4703964"/>
                  </a:lnTo>
                  <a:lnTo>
                    <a:pt x="1354828" y="4698684"/>
                  </a:lnTo>
                  <a:lnTo>
                    <a:pt x="1355016" y="4698684"/>
                  </a:lnTo>
                  <a:lnTo>
                    <a:pt x="1355486" y="4698684"/>
                  </a:lnTo>
                  <a:lnTo>
                    <a:pt x="1355674" y="4698684"/>
                  </a:lnTo>
                  <a:lnTo>
                    <a:pt x="1355768" y="4698684"/>
                  </a:lnTo>
                  <a:lnTo>
                    <a:pt x="1356802" y="4698684"/>
                  </a:lnTo>
                  <a:lnTo>
                    <a:pt x="1357743" y="4698684"/>
                  </a:lnTo>
                  <a:lnTo>
                    <a:pt x="1357837" y="4698684"/>
                  </a:lnTo>
                  <a:lnTo>
                    <a:pt x="1358307" y="4698684"/>
                  </a:lnTo>
                  <a:lnTo>
                    <a:pt x="1359059" y="4698684"/>
                  </a:lnTo>
                  <a:lnTo>
                    <a:pt x="1359435" y="4698684"/>
                  </a:lnTo>
                  <a:lnTo>
                    <a:pt x="1359905" y="4698684"/>
                  </a:lnTo>
                  <a:lnTo>
                    <a:pt x="1360187" y="4698684"/>
                  </a:lnTo>
                  <a:lnTo>
                    <a:pt x="1361128" y="4698684"/>
                  </a:lnTo>
                  <a:lnTo>
                    <a:pt x="1361598" y="4698684"/>
                  </a:lnTo>
                  <a:lnTo>
                    <a:pt x="1361786" y="4698684"/>
                  </a:lnTo>
                  <a:lnTo>
                    <a:pt x="1362350" y="4698684"/>
                  </a:lnTo>
                  <a:lnTo>
                    <a:pt x="1363290" y="4698684"/>
                  </a:lnTo>
                  <a:lnTo>
                    <a:pt x="1363384" y="4698684"/>
                  </a:lnTo>
                  <a:lnTo>
                    <a:pt x="1364136" y="4698684"/>
                  </a:lnTo>
                  <a:lnTo>
                    <a:pt x="1364324" y="4693405"/>
                  </a:lnTo>
                  <a:lnTo>
                    <a:pt x="1364701" y="4693405"/>
                  </a:lnTo>
                  <a:lnTo>
                    <a:pt x="1364795" y="4693405"/>
                  </a:lnTo>
                  <a:lnTo>
                    <a:pt x="1365077" y="4693405"/>
                  </a:lnTo>
                  <a:lnTo>
                    <a:pt x="1365641" y="4693405"/>
                  </a:lnTo>
                  <a:lnTo>
                    <a:pt x="1365923" y="4693405"/>
                  </a:lnTo>
                  <a:lnTo>
                    <a:pt x="1366393" y="4693405"/>
                  </a:lnTo>
                  <a:lnTo>
                    <a:pt x="1366769" y="4693405"/>
                  </a:lnTo>
                  <a:lnTo>
                    <a:pt x="1366957" y="4693405"/>
                  </a:lnTo>
                  <a:lnTo>
                    <a:pt x="1367145" y="4693405"/>
                  </a:lnTo>
                  <a:lnTo>
                    <a:pt x="1367239" y="4693405"/>
                  </a:lnTo>
                  <a:lnTo>
                    <a:pt x="1367521" y="4693405"/>
                  </a:lnTo>
                  <a:lnTo>
                    <a:pt x="1368368" y="4693405"/>
                  </a:lnTo>
                  <a:lnTo>
                    <a:pt x="1368744" y="4693405"/>
                  </a:lnTo>
                  <a:lnTo>
                    <a:pt x="1369214" y="4688126"/>
                  </a:lnTo>
                  <a:lnTo>
                    <a:pt x="1369684" y="4688126"/>
                  </a:lnTo>
                  <a:lnTo>
                    <a:pt x="1370530" y="4688126"/>
                  </a:lnTo>
                  <a:lnTo>
                    <a:pt x="1370718" y="4688126"/>
                  </a:lnTo>
                  <a:lnTo>
                    <a:pt x="1371941" y="4688126"/>
                  </a:lnTo>
                  <a:lnTo>
                    <a:pt x="1373351" y="4682846"/>
                  </a:lnTo>
                  <a:lnTo>
                    <a:pt x="1374197" y="4682846"/>
                  </a:lnTo>
                  <a:lnTo>
                    <a:pt x="1375890" y="4682846"/>
                  </a:lnTo>
                  <a:lnTo>
                    <a:pt x="1376266" y="4682846"/>
                  </a:lnTo>
                  <a:lnTo>
                    <a:pt x="1376642" y="4682846"/>
                  </a:lnTo>
                  <a:lnTo>
                    <a:pt x="1377394" y="4682846"/>
                  </a:lnTo>
                  <a:lnTo>
                    <a:pt x="1377582" y="4682846"/>
                  </a:lnTo>
                  <a:lnTo>
                    <a:pt x="1378805" y="4677567"/>
                  </a:lnTo>
                  <a:lnTo>
                    <a:pt x="1379369" y="4672287"/>
                  </a:lnTo>
                  <a:lnTo>
                    <a:pt x="1379745" y="4672287"/>
                  </a:lnTo>
                  <a:lnTo>
                    <a:pt x="1380027" y="4672287"/>
                  </a:lnTo>
                  <a:lnTo>
                    <a:pt x="1380215" y="4672287"/>
                  </a:lnTo>
                  <a:lnTo>
                    <a:pt x="1380873" y="4672287"/>
                  </a:lnTo>
                  <a:lnTo>
                    <a:pt x="1380967" y="4672287"/>
                  </a:lnTo>
                  <a:lnTo>
                    <a:pt x="1381061" y="4672287"/>
                  </a:lnTo>
                  <a:lnTo>
                    <a:pt x="1382284" y="4672287"/>
                  </a:lnTo>
                  <a:lnTo>
                    <a:pt x="1382472" y="4672287"/>
                  </a:lnTo>
                  <a:lnTo>
                    <a:pt x="1382660" y="4672287"/>
                  </a:lnTo>
                  <a:lnTo>
                    <a:pt x="1382942" y="4672287"/>
                  </a:lnTo>
                  <a:lnTo>
                    <a:pt x="1383318" y="4672287"/>
                  </a:lnTo>
                  <a:lnTo>
                    <a:pt x="1383506" y="4672287"/>
                  </a:lnTo>
                  <a:lnTo>
                    <a:pt x="1385292" y="4672287"/>
                  </a:lnTo>
                  <a:lnTo>
                    <a:pt x="1385386" y="4667008"/>
                  </a:lnTo>
                  <a:lnTo>
                    <a:pt x="1385480" y="4667008"/>
                  </a:lnTo>
                  <a:lnTo>
                    <a:pt x="1385857" y="4667008"/>
                  </a:lnTo>
                  <a:lnTo>
                    <a:pt x="1386515" y="4667008"/>
                  </a:lnTo>
                  <a:lnTo>
                    <a:pt x="1387361" y="4667008"/>
                  </a:lnTo>
                  <a:lnTo>
                    <a:pt x="1388395" y="4667008"/>
                  </a:lnTo>
                  <a:lnTo>
                    <a:pt x="1388771" y="4667008"/>
                  </a:lnTo>
                  <a:lnTo>
                    <a:pt x="1389336" y="4667008"/>
                  </a:lnTo>
                  <a:lnTo>
                    <a:pt x="1389524" y="4667008"/>
                  </a:lnTo>
                  <a:lnTo>
                    <a:pt x="1389900" y="4667008"/>
                  </a:lnTo>
                  <a:lnTo>
                    <a:pt x="1389994" y="4667008"/>
                  </a:lnTo>
                  <a:lnTo>
                    <a:pt x="1390088" y="4667008"/>
                  </a:lnTo>
                  <a:lnTo>
                    <a:pt x="1390746" y="4667008"/>
                  </a:lnTo>
                  <a:lnTo>
                    <a:pt x="1391122" y="4667008"/>
                  </a:lnTo>
                  <a:lnTo>
                    <a:pt x="1391686" y="4667008"/>
                  </a:lnTo>
                  <a:lnTo>
                    <a:pt x="1391780" y="4667008"/>
                  </a:lnTo>
                  <a:lnTo>
                    <a:pt x="1392344" y="4667008"/>
                  </a:lnTo>
                  <a:lnTo>
                    <a:pt x="1392626" y="4667008"/>
                  </a:lnTo>
                  <a:lnTo>
                    <a:pt x="1392909" y="4667008"/>
                  </a:lnTo>
                  <a:lnTo>
                    <a:pt x="1393379" y="4667008"/>
                  </a:lnTo>
                  <a:lnTo>
                    <a:pt x="1393661" y="4667008"/>
                  </a:lnTo>
                  <a:lnTo>
                    <a:pt x="1394413" y="4667008"/>
                  </a:lnTo>
                  <a:lnTo>
                    <a:pt x="1394601" y="4667008"/>
                  </a:lnTo>
                  <a:lnTo>
                    <a:pt x="1394695" y="4667008"/>
                  </a:lnTo>
                  <a:lnTo>
                    <a:pt x="1395071" y="4667008"/>
                  </a:lnTo>
                  <a:lnTo>
                    <a:pt x="1396011" y="4661729"/>
                  </a:lnTo>
                  <a:lnTo>
                    <a:pt x="1396293" y="4661729"/>
                  </a:lnTo>
                  <a:lnTo>
                    <a:pt x="1396387" y="4661729"/>
                  </a:lnTo>
                  <a:lnTo>
                    <a:pt x="1396764" y="4661729"/>
                  </a:lnTo>
                  <a:lnTo>
                    <a:pt x="1396952" y="4661729"/>
                  </a:lnTo>
                  <a:lnTo>
                    <a:pt x="1397046" y="4661729"/>
                  </a:lnTo>
                  <a:lnTo>
                    <a:pt x="1397516" y="4661729"/>
                  </a:lnTo>
                  <a:lnTo>
                    <a:pt x="1397892" y="4661729"/>
                  </a:lnTo>
                  <a:lnTo>
                    <a:pt x="1398644" y="4661729"/>
                  </a:lnTo>
                  <a:lnTo>
                    <a:pt x="1398644" y="4656449"/>
                  </a:lnTo>
                  <a:lnTo>
                    <a:pt x="1399772" y="4656449"/>
                  </a:lnTo>
                  <a:lnTo>
                    <a:pt x="1400055" y="4651170"/>
                  </a:lnTo>
                  <a:lnTo>
                    <a:pt x="1400619" y="4645890"/>
                  </a:lnTo>
                  <a:lnTo>
                    <a:pt x="1400713" y="4645890"/>
                  </a:lnTo>
                  <a:lnTo>
                    <a:pt x="1402311" y="4640611"/>
                  </a:lnTo>
                  <a:lnTo>
                    <a:pt x="1403157" y="4635331"/>
                  </a:lnTo>
                  <a:lnTo>
                    <a:pt x="1403345" y="4635331"/>
                  </a:lnTo>
                  <a:lnTo>
                    <a:pt x="1403816" y="4635331"/>
                  </a:lnTo>
                  <a:lnTo>
                    <a:pt x="1404192" y="4635331"/>
                  </a:lnTo>
                  <a:lnTo>
                    <a:pt x="1405508" y="4635331"/>
                  </a:lnTo>
                  <a:lnTo>
                    <a:pt x="1405978" y="4630052"/>
                  </a:lnTo>
                  <a:lnTo>
                    <a:pt x="1406072" y="4630052"/>
                  </a:lnTo>
                  <a:lnTo>
                    <a:pt x="1406730" y="4630052"/>
                  </a:lnTo>
                  <a:lnTo>
                    <a:pt x="1407107" y="4630052"/>
                  </a:lnTo>
                  <a:lnTo>
                    <a:pt x="1408893" y="4624773"/>
                  </a:lnTo>
                  <a:lnTo>
                    <a:pt x="1409269" y="4624773"/>
                  </a:lnTo>
                  <a:lnTo>
                    <a:pt x="1409363" y="4624773"/>
                  </a:lnTo>
                  <a:lnTo>
                    <a:pt x="1409457" y="4624773"/>
                  </a:lnTo>
                  <a:lnTo>
                    <a:pt x="1409739" y="4624773"/>
                  </a:lnTo>
                  <a:lnTo>
                    <a:pt x="1410868" y="4624773"/>
                  </a:lnTo>
                  <a:lnTo>
                    <a:pt x="1411150" y="4624773"/>
                  </a:lnTo>
                  <a:lnTo>
                    <a:pt x="1411902" y="4624773"/>
                  </a:lnTo>
                  <a:lnTo>
                    <a:pt x="1412278" y="4624773"/>
                  </a:lnTo>
                  <a:lnTo>
                    <a:pt x="1413030" y="4624773"/>
                  </a:lnTo>
                  <a:lnTo>
                    <a:pt x="1413406" y="4624773"/>
                  </a:lnTo>
                  <a:lnTo>
                    <a:pt x="1413782" y="4624773"/>
                  </a:lnTo>
                  <a:lnTo>
                    <a:pt x="1414253" y="4624773"/>
                  </a:lnTo>
                  <a:lnTo>
                    <a:pt x="1414911" y="4619493"/>
                  </a:lnTo>
                  <a:lnTo>
                    <a:pt x="1416133" y="4619493"/>
                  </a:lnTo>
                  <a:lnTo>
                    <a:pt x="1416885" y="4619493"/>
                  </a:lnTo>
                  <a:lnTo>
                    <a:pt x="1417073" y="4619493"/>
                  </a:lnTo>
                  <a:lnTo>
                    <a:pt x="1417637" y="4619493"/>
                  </a:lnTo>
                  <a:lnTo>
                    <a:pt x="1417826" y="4619493"/>
                  </a:lnTo>
                  <a:lnTo>
                    <a:pt x="1418108" y="4619493"/>
                  </a:lnTo>
                  <a:lnTo>
                    <a:pt x="1418484" y="4619493"/>
                  </a:lnTo>
                  <a:lnTo>
                    <a:pt x="1419424" y="4619493"/>
                  </a:lnTo>
                  <a:lnTo>
                    <a:pt x="1420176" y="4619493"/>
                  </a:lnTo>
                  <a:lnTo>
                    <a:pt x="1420834" y="4619493"/>
                  </a:lnTo>
                  <a:lnTo>
                    <a:pt x="1421022" y="4619493"/>
                  </a:lnTo>
                  <a:lnTo>
                    <a:pt x="1421116" y="4619493"/>
                  </a:lnTo>
                  <a:lnTo>
                    <a:pt x="1422151" y="4619493"/>
                  </a:lnTo>
                  <a:lnTo>
                    <a:pt x="1422339" y="4614214"/>
                  </a:lnTo>
                  <a:lnTo>
                    <a:pt x="1422433" y="4614214"/>
                  </a:lnTo>
                  <a:lnTo>
                    <a:pt x="1422997" y="4614214"/>
                  </a:lnTo>
                  <a:lnTo>
                    <a:pt x="1423279" y="4614214"/>
                  </a:lnTo>
                  <a:lnTo>
                    <a:pt x="1423373" y="4614214"/>
                  </a:lnTo>
                  <a:lnTo>
                    <a:pt x="1423467" y="4614214"/>
                  </a:lnTo>
                  <a:lnTo>
                    <a:pt x="1423655" y="4614214"/>
                  </a:lnTo>
                  <a:lnTo>
                    <a:pt x="1424972" y="4614214"/>
                  </a:lnTo>
                  <a:lnTo>
                    <a:pt x="1425160" y="4614214"/>
                  </a:lnTo>
                  <a:lnTo>
                    <a:pt x="1425724" y="4614214"/>
                  </a:lnTo>
                  <a:lnTo>
                    <a:pt x="1425912" y="4614214"/>
                  </a:lnTo>
                  <a:lnTo>
                    <a:pt x="1426288" y="4614214"/>
                  </a:lnTo>
                  <a:lnTo>
                    <a:pt x="1427134" y="4608934"/>
                  </a:lnTo>
                  <a:lnTo>
                    <a:pt x="1427416" y="4608934"/>
                  </a:lnTo>
                  <a:lnTo>
                    <a:pt x="1428639" y="4608934"/>
                  </a:lnTo>
                  <a:lnTo>
                    <a:pt x="1429015" y="4608934"/>
                  </a:lnTo>
                  <a:lnTo>
                    <a:pt x="1430707" y="4608934"/>
                  </a:lnTo>
                  <a:lnTo>
                    <a:pt x="1432306" y="4608934"/>
                  </a:lnTo>
                  <a:lnTo>
                    <a:pt x="1432964" y="4608934"/>
                  </a:lnTo>
                  <a:lnTo>
                    <a:pt x="1433246" y="4608934"/>
                  </a:lnTo>
                  <a:lnTo>
                    <a:pt x="1433340" y="4608934"/>
                  </a:lnTo>
                  <a:lnTo>
                    <a:pt x="1434656" y="4608934"/>
                  </a:lnTo>
                  <a:lnTo>
                    <a:pt x="1434938" y="4608934"/>
                  </a:lnTo>
                  <a:lnTo>
                    <a:pt x="1435220" y="4608934"/>
                  </a:lnTo>
                  <a:lnTo>
                    <a:pt x="1436161" y="4608934"/>
                  </a:lnTo>
                  <a:lnTo>
                    <a:pt x="1437101" y="4608934"/>
                  </a:lnTo>
                  <a:lnTo>
                    <a:pt x="1437665" y="4608934"/>
                  </a:lnTo>
                  <a:lnTo>
                    <a:pt x="1437759" y="4608934"/>
                  </a:lnTo>
                  <a:lnTo>
                    <a:pt x="1437853" y="4608934"/>
                  </a:lnTo>
                  <a:lnTo>
                    <a:pt x="1437947" y="4608934"/>
                  </a:lnTo>
                  <a:lnTo>
                    <a:pt x="1438417" y="4608934"/>
                  </a:lnTo>
                  <a:lnTo>
                    <a:pt x="1439452" y="4603655"/>
                  </a:lnTo>
                  <a:lnTo>
                    <a:pt x="1439734" y="4603655"/>
                  </a:lnTo>
                  <a:lnTo>
                    <a:pt x="1439828" y="4598375"/>
                  </a:lnTo>
                  <a:lnTo>
                    <a:pt x="1440298" y="4598375"/>
                  </a:lnTo>
                  <a:lnTo>
                    <a:pt x="1440392" y="4598375"/>
                  </a:lnTo>
                  <a:lnTo>
                    <a:pt x="1441708" y="4598375"/>
                  </a:lnTo>
                  <a:lnTo>
                    <a:pt x="1441990" y="4593096"/>
                  </a:lnTo>
                  <a:lnTo>
                    <a:pt x="1442743" y="4593096"/>
                  </a:lnTo>
                  <a:lnTo>
                    <a:pt x="1442931" y="4593096"/>
                  </a:lnTo>
                  <a:lnTo>
                    <a:pt x="1443025" y="4593096"/>
                  </a:lnTo>
                  <a:lnTo>
                    <a:pt x="1443871" y="4593096"/>
                  </a:lnTo>
                  <a:lnTo>
                    <a:pt x="1444059" y="4593096"/>
                  </a:lnTo>
                  <a:lnTo>
                    <a:pt x="1444717" y="4593096"/>
                  </a:lnTo>
                  <a:lnTo>
                    <a:pt x="1445093" y="4593096"/>
                  </a:lnTo>
                  <a:lnTo>
                    <a:pt x="1446222" y="4593096"/>
                  </a:lnTo>
                  <a:lnTo>
                    <a:pt x="1446786" y="4593096"/>
                  </a:lnTo>
                  <a:lnTo>
                    <a:pt x="1447162" y="4593096"/>
                  </a:lnTo>
                  <a:lnTo>
                    <a:pt x="1448196" y="4593096"/>
                  </a:lnTo>
                  <a:lnTo>
                    <a:pt x="1448478" y="4593096"/>
                  </a:lnTo>
                  <a:lnTo>
                    <a:pt x="1449324" y="4593096"/>
                  </a:lnTo>
                  <a:lnTo>
                    <a:pt x="1450077" y="4593096"/>
                  </a:lnTo>
                  <a:lnTo>
                    <a:pt x="1450359" y="4593096"/>
                  </a:lnTo>
                  <a:lnTo>
                    <a:pt x="1450735" y="4593096"/>
                  </a:lnTo>
                  <a:lnTo>
                    <a:pt x="1451299" y="4593096"/>
                  </a:lnTo>
                  <a:lnTo>
                    <a:pt x="1451487" y="4593096"/>
                  </a:lnTo>
                  <a:lnTo>
                    <a:pt x="1452051" y="4593096"/>
                  </a:lnTo>
                  <a:lnTo>
                    <a:pt x="1452239" y="4593096"/>
                  </a:lnTo>
                  <a:lnTo>
                    <a:pt x="1453650" y="4593096"/>
                  </a:lnTo>
                  <a:lnTo>
                    <a:pt x="1453932" y="4593096"/>
                  </a:lnTo>
                  <a:lnTo>
                    <a:pt x="1454402" y="4593096"/>
                  </a:lnTo>
                  <a:lnTo>
                    <a:pt x="1454684" y="4593096"/>
                  </a:lnTo>
                  <a:lnTo>
                    <a:pt x="1455060" y="4587817"/>
                  </a:lnTo>
                  <a:lnTo>
                    <a:pt x="1455718" y="4582537"/>
                  </a:lnTo>
                  <a:lnTo>
                    <a:pt x="1456282" y="4582537"/>
                  </a:lnTo>
                  <a:lnTo>
                    <a:pt x="1456470" y="4582537"/>
                  </a:lnTo>
                  <a:lnTo>
                    <a:pt x="1456659" y="4577258"/>
                  </a:lnTo>
                  <a:lnTo>
                    <a:pt x="1457411" y="4577258"/>
                  </a:lnTo>
                  <a:lnTo>
                    <a:pt x="1457787" y="4577258"/>
                  </a:lnTo>
                  <a:lnTo>
                    <a:pt x="1458727" y="4577258"/>
                  </a:lnTo>
                  <a:lnTo>
                    <a:pt x="1459855" y="4571978"/>
                  </a:lnTo>
                  <a:lnTo>
                    <a:pt x="1460702" y="4571978"/>
                  </a:lnTo>
                  <a:lnTo>
                    <a:pt x="1462112" y="4566699"/>
                  </a:lnTo>
                  <a:lnTo>
                    <a:pt x="1463146" y="4566699"/>
                  </a:lnTo>
                  <a:lnTo>
                    <a:pt x="1463240" y="4566699"/>
                  </a:lnTo>
                  <a:lnTo>
                    <a:pt x="1463522" y="4561420"/>
                  </a:lnTo>
                  <a:lnTo>
                    <a:pt x="1464087" y="4561420"/>
                  </a:lnTo>
                  <a:lnTo>
                    <a:pt x="1464745" y="4561420"/>
                  </a:lnTo>
                  <a:lnTo>
                    <a:pt x="1466249" y="4561420"/>
                  </a:lnTo>
                  <a:lnTo>
                    <a:pt x="1467001" y="4561420"/>
                  </a:lnTo>
                  <a:lnTo>
                    <a:pt x="1467095" y="4561420"/>
                  </a:lnTo>
                  <a:lnTo>
                    <a:pt x="1467283" y="4561420"/>
                  </a:lnTo>
                  <a:lnTo>
                    <a:pt x="1468600" y="4561420"/>
                  </a:lnTo>
                  <a:lnTo>
                    <a:pt x="1469070" y="4561420"/>
                  </a:lnTo>
                  <a:lnTo>
                    <a:pt x="1469352" y="4561420"/>
                  </a:lnTo>
                  <a:lnTo>
                    <a:pt x="1469446" y="4561420"/>
                  </a:lnTo>
                  <a:lnTo>
                    <a:pt x="1469916" y="4556140"/>
                  </a:lnTo>
                  <a:lnTo>
                    <a:pt x="1470010" y="4556140"/>
                  </a:lnTo>
                  <a:lnTo>
                    <a:pt x="1471327" y="4556140"/>
                  </a:lnTo>
                  <a:lnTo>
                    <a:pt x="1471609" y="4556140"/>
                  </a:lnTo>
                  <a:lnTo>
                    <a:pt x="1471703" y="4556140"/>
                  </a:lnTo>
                  <a:lnTo>
                    <a:pt x="1472079" y="4556140"/>
                  </a:lnTo>
                  <a:lnTo>
                    <a:pt x="1472643" y="4556140"/>
                  </a:lnTo>
                  <a:lnTo>
                    <a:pt x="1472925" y="4556140"/>
                  </a:lnTo>
                  <a:lnTo>
                    <a:pt x="1473677" y="4556140"/>
                  </a:lnTo>
                  <a:lnTo>
                    <a:pt x="1474053" y="4556140"/>
                  </a:lnTo>
                  <a:lnTo>
                    <a:pt x="1474524" y="4556140"/>
                  </a:lnTo>
                  <a:lnTo>
                    <a:pt x="1474618" y="4556140"/>
                  </a:lnTo>
                  <a:lnTo>
                    <a:pt x="1475558" y="4556140"/>
                  </a:lnTo>
                  <a:lnTo>
                    <a:pt x="1475652" y="4556140"/>
                  </a:lnTo>
                  <a:lnTo>
                    <a:pt x="1476592" y="4556140"/>
                  </a:lnTo>
                  <a:lnTo>
                    <a:pt x="1477344" y="4556140"/>
                  </a:lnTo>
                  <a:lnTo>
                    <a:pt x="1477626" y="4550861"/>
                  </a:lnTo>
                  <a:lnTo>
                    <a:pt x="1479319" y="4550861"/>
                  </a:lnTo>
                  <a:lnTo>
                    <a:pt x="1479413" y="4550861"/>
                  </a:lnTo>
                  <a:lnTo>
                    <a:pt x="1480071" y="4550861"/>
                  </a:lnTo>
                  <a:lnTo>
                    <a:pt x="1480635" y="4550861"/>
                  </a:lnTo>
                  <a:lnTo>
                    <a:pt x="1480823" y="4550861"/>
                  </a:lnTo>
                  <a:lnTo>
                    <a:pt x="1481105" y="4550861"/>
                  </a:lnTo>
                  <a:lnTo>
                    <a:pt x="1481858" y="4550861"/>
                  </a:lnTo>
                  <a:lnTo>
                    <a:pt x="1482046" y="4550861"/>
                  </a:lnTo>
                  <a:lnTo>
                    <a:pt x="1482516" y="4550861"/>
                  </a:lnTo>
                  <a:lnTo>
                    <a:pt x="1484114" y="4545581"/>
                  </a:lnTo>
                  <a:lnTo>
                    <a:pt x="1484396" y="4545581"/>
                  </a:lnTo>
                  <a:lnTo>
                    <a:pt x="1484772" y="4545581"/>
                  </a:lnTo>
                  <a:lnTo>
                    <a:pt x="1485149" y="4545581"/>
                  </a:lnTo>
                  <a:lnTo>
                    <a:pt x="1485431" y="4545581"/>
                  </a:lnTo>
                  <a:lnTo>
                    <a:pt x="1486371" y="4545581"/>
                  </a:lnTo>
                  <a:lnTo>
                    <a:pt x="1486559" y="4545581"/>
                  </a:lnTo>
                  <a:lnTo>
                    <a:pt x="1487217" y="4545581"/>
                  </a:lnTo>
                  <a:lnTo>
                    <a:pt x="1487311" y="4545581"/>
                  </a:lnTo>
                  <a:lnTo>
                    <a:pt x="1488063" y="4545581"/>
                  </a:lnTo>
                  <a:lnTo>
                    <a:pt x="1488157" y="4545581"/>
                  </a:lnTo>
                  <a:lnTo>
                    <a:pt x="1488439" y="4540302"/>
                  </a:lnTo>
                  <a:lnTo>
                    <a:pt x="1489098" y="4540302"/>
                  </a:lnTo>
                  <a:lnTo>
                    <a:pt x="1489380" y="4540302"/>
                  </a:lnTo>
                  <a:lnTo>
                    <a:pt x="1489662" y="4540302"/>
                  </a:lnTo>
                  <a:lnTo>
                    <a:pt x="1490038" y="4540302"/>
                  </a:lnTo>
                  <a:lnTo>
                    <a:pt x="1490226" y="4540302"/>
                  </a:lnTo>
                  <a:lnTo>
                    <a:pt x="1492107" y="4540302"/>
                  </a:lnTo>
                  <a:lnTo>
                    <a:pt x="1494269" y="4535022"/>
                  </a:lnTo>
                  <a:lnTo>
                    <a:pt x="1495491" y="4535022"/>
                  </a:lnTo>
                  <a:lnTo>
                    <a:pt x="1496244" y="4535022"/>
                  </a:lnTo>
                  <a:lnTo>
                    <a:pt x="1496620" y="4529743"/>
                  </a:lnTo>
                  <a:lnTo>
                    <a:pt x="1497090" y="4529743"/>
                  </a:lnTo>
                  <a:lnTo>
                    <a:pt x="1498030" y="4524464"/>
                  </a:lnTo>
                  <a:lnTo>
                    <a:pt x="1498124" y="4524464"/>
                  </a:lnTo>
                  <a:lnTo>
                    <a:pt x="1498218" y="4524464"/>
                  </a:lnTo>
                  <a:lnTo>
                    <a:pt x="1498312" y="4524464"/>
                  </a:lnTo>
                  <a:lnTo>
                    <a:pt x="1499347" y="4524464"/>
                  </a:lnTo>
                  <a:lnTo>
                    <a:pt x="1500005" y="4524464"/>
                  </a:lnTo>
                  <a:lnTo>
                    <a:pt x="1500381" y="4519184"/>
                  </a:lnTo>
                  <a:lnTo>
                    <a:pt x="1500851" y="4513905"/>
                  </a:lnTo>
                  <a:lnTo>
                    <a:pt x="1501227" y="4513905"/>
                  </a:lnTo>
                  <a:lnTo>
                    <a:pt x="1501321" y="4513905"/>
                  </a:lnTo>
                  <a:lnTo>
                    <a:pt x="1501979" y="4513905"/>
                  </a:lnTo>
                  <a:lnTo>
                    <a:pt x="1503108" y="4513905"/>
                  </a:lnTo>
                  <a:lnTo>
                    <a:pt x="1503390" y="4513905"/>
                  </a:lnTo>
                  <a:lnTo>
                    <a:pt x="1503672" y="4513905"/>
                  </a:lnTo>
                  <a:lnTo>
                    <a:pt x="1503860" y="4513905"/>
                  </a:lnTo>
                  <a:lnTo>
                    <a:pt x="1504518" y="4513905"/>
                  </a:lnTo>
                  <a:lnTo>
                    <a:pt x="1505364" y="4513905"/>
                  </a:lnTo>
                  <a:lnTo>
                    <a:pt x="1506210" y="4513905"/>
                  </a:lnTo>
                  <a:lnTo>
                    <a:pt x="1506587" y="4513905"/>
                  </a:lnTo>
                  <a:lnTo>
                    <a:pt x="1506963" y="4513905"/>
                  </a:lnTo>
                  <a:lnTo>
                    <a:pt x="1507527" y="4503346"/>
                  </a:lnTo>
                  <a:lnTo>
                    <a:pt x="1507903" y="4503346"/>
                  </a:lnTo>
                  <a:lnTo>
                    <a:pt x="1508467" y="4503346"/>
                  </a:lnTo>
                  <a:lnTo>
                    <a:pt x="1508843" y="4503346"/>
                  </a:lnTo>
                  <a:lnTo>
                    <a:pt x="1508937" y="4503346"/>
                  </a:lnTo>
                  <a:lnTo>
                    <a:pt x="1509783" y="4498066"/>
                  </a:lnTo>
                  <a:lnTo>
                    <a:pt x="1510818" y="4498066"/>
                  </a:lnTo>
                  <a:lnTo>
                    <a:pt x="1510912" y="4498066"/>
                  </a:lnTo>
                  <a:lnTo>
                    <a:pt x="1512604" y="4492787"/>
                  </a:lnTo>
                  <a:lnTo>
                    <a:pt x="1512792" y="4492787"/>
                  </a:lnTo>
                  <a:lnTo>
                    <a:pt x="1514109" y="4492787"/>
                  </a:lnTo>
                  <a:lnTo>
                    <a:pt x="1514297" y="4492787"/>
                  </a:lnTo>
                  <a:lnTo>
                    <a:pt x="1514485" y="4492787"/>
                  </a:lnTo>
                  <a:lnTo>
                    <a:pt x="1514767" y="4492787"/>
                  </a:lnTo>
                  <a:lnTo>
                    <a:pt x="1514955" y="4492787"/>
                  </a:lnTo>
                  <a:lnTo>
                    <a:pt x="1515895" y="4492787"/>
                  </a:lnTo>
                  <a:lnTo>
                    <a:pt x="1516177" y="4492787"/>
                  </a:lnTo>
                  <a:lnTo>
                    <a:pt x="1516553" y="4492787"/>
                  </a:lnTo>
                  <a:lnTo>
                    <a:pt x="1516741" y="4492787"/>
                  </a:lnTo>
                  <a:lnTo>
                    <a:pt x="1517400" y="4492787"/>
                  </a:lnTo>
                  <a:lnTo>
                    <a:pt x="1517588" y="4492787"/>
                  </a:lnTo>
                  <a:lnTo>
                    <a:pt x="1518058" y="4492787"/>
                  </a:lnTo>
                  <a:lnTo>
                    <a:pt x="1518434" y="4492787"/>
                  </a:lnTo>
                  <a:lnTo>
                    <a:pt x="1518716" y="4492787"/>
                  </a:lnTo>
                  <a:lnTo>
                    <a:pt x="1518998" y="4492787"/>
                  </a:lnTo>
                  <a:lnTo>
                    <a:pt x="1519374" y="4492787"/>
                  </a:lnTo>
                  <a:lnTo>
                    <a:pt x="1519468" y="4492787"/>
                  </a:lnTo>
                  <a:lnTo>
                    <a:pt x="1519844" y="4492787"/>
                  </a:lnTo>
                  <a:lnTo>
                    <a:pt x="1520408" y="4492787"/>
                  </a:lnTo>
                  <a:lnTo>
                    <a:pt x="1521161" y="4492787"/>
                  </a:lnTo>
                  <a:lnTo>
                    <a:pt x="1522477" y="4492787"/>
                  </a:lnTo>
                  <a:lnTo>
                    <a:pt x="1524076" y="4487508"/>
                  </a:lnTo>
                  <a:lnTo>
                    <a:pt x="1524076" y="4482228"/>
                  </a:lnTo>
                  <a:lnTo>
                    <a:pt x="1524828" y="4482228"/>
                  </a:lnTo>
                  <a:lnTo>
                    <a:pt x="1525016" y="4482228"/>
                  </a:lnTo>
                  <a:lnTo>
                    <a:pt x="1525204" y="4476949"/>
                  </a:lnTo>
                  <a:lnTo>
                    <a:pt x="1525956" y="4471669"/>
                  </a:lnTo>
                  <a:lnTo>
                    <a:pt x="1526332" y="4471669"/>
                  </a:lnTo>
                  <a:lnTo>
                    <a:pt x="1527178" y="4471669"/>
                  </a:lnTo>
                  <a:lnTo>
                    <a:pt x="1528495" y="4471669"/>
                  </a:lnTo>
                  <a:lnTo>
                    <a:pt x="1528777" y="4471669"/>
                  </a:lnTo>
                  <a:lnTo>
                    <a:pt x="1529059" y="4471669"/>
                  </a:lnTo>
                  <a:lnTo>
                    <a:pt x="1529717" y="4466390"/>
                  </a:lnTo>
                  <a:lnTo>
                    <a:pt x="1529999" y="4466390"/>
                  </a:lnTo>
                  <a:lnTo>
                    <a:pt x="1530281" y="4466390"/>
                  </a:lnTo>
                  <a:lnTo>
                    <a:pt x="1531316" y="4466390"/>
                  </a:lnTo>
                  <a:lnTo>
                    <a:pt x="1531504" y="4466390"/>
                  </a:lnTo>
                  <a:lnTo>
                    <a:pt x="1531786" y="4466390"/>
                  </a:lnTo>
                  <a:lnTo>
                    <a:pt x="1532162" y="4466390"/>
                  </a:lnTo>
                  <a:lnTo>
                    <a:pt x="1532632" y="4466390"/>
                  </a:lnTo>
                  <a:lnTo>
                    <a:pt x="1532914" y="4466390"/>
                  </a:lnTo>
                  <a:lnTo>
                    <a:pt x="1533102" y="4466390"/>
                  </a:lnTo>
                  <a:lnTo>
                    <a:pt x="1533572" y="4466390"/>
                  </a:lnTo>
                  <a:lnTo>
                    <a:pt x="1533854" y="4466390"/>
                  </a:lnTo>
                  <a:lnTo>
                    <a:pt x="1534136" y="4466390"/>
                  </a:lnTo>
                  <a:lnTo>
                    <a:pt x="1534512" y="4466390"/>
                  </a:lnTo>
                  <a:lnTo>
                    <a:pt x="1534795" y="4461111"/>
                  </a:lnTo>
                  <a:lnTo>
                    <a:pt x="1535547" y="4461111"/>
                  </a:lnTo>
                  <a:lnTo>
                    <a:pt x="1535829" y="4461111"/>
                  </a:lnTo>
                  <a:lnTo>
                    <a:pt x="1536957" y="4461111"/>
                  </a:lnTo>
                  <a:lnTo>
                    <a:pt x="1537897" y="4461111"/>
                  </a:lnTo>
                  <a:lnTo>
                    <a:pt x="1538744" y="4455831"/>
                  </a:lnTo>
                  <a:lnTo>
                    <a:pt x="1539402" y="4455831"/>
                  </a:lnTo>
                  <a:lnTo>
                    <a:pt x="1539684" y="4455831"/>
                  </a:lnTo>
                  <a:lnTo>
                    <a:pt x="1541000" y="4455831"/>
                  </a:lnTo>
                  <a:lnTo>
                    <a:pt x="1541188" y="4455831"/>
                  </a:lnTo>
                  <a:lnTo>
                    <a:pt x="1541847" y="4455831"/>
                  </a:lnTo>
                  <a:lnTo>
                    <a:pt x="1541941" y="4455831"/>
                  </a:lnTo>
                  <a:lnTo>
                    <a:pt x="1542129" y="4455831"/>
                  </a:lnTo>
                  <a:lnTo>
                    <a:pt x="1543257" y="4455831"/>
                  </a:lnTo>
                  <a:lnTo>
                    <a:pt x="1543633" y="4455831"/>
                  </a:lnTo>
                  <a:lnTo>
                    <a:pt x="1544103" y="4455831"/>
                  </a:lnTo>
                  <a:lnTo>
                    <a:pt x="1544479" y="4455831"/>
                  </a:lnTo>
                  <a:lnTo>
                    <a:pt x="1545420" y="4455831"/>
                  </a:lnTo>
                  <a:lnTo>
                    <a:pt x="1546924" y="4450552"/>
                  </a:lnTo>
                  <a:lnTo>
                    <a:pt x="1547112" y="4450552"/>
                  </a:lnTo>
                  <a:lnTo>
                    <a:pt x="1547394" y="4450552"/>
                  </a:lnTo>
                  <a:lnTo>
                    <a:pt x="1548146" y="4450552"/>
                  </a:lnTo>
                  <a:lnTo>
                    <a:pt x="1548616" y="4450552"/>
                  </a:lnTo>
                  <a:lnTo>
                    <a:pt x="1549087" y="4450552"/>
                  </a:lnTo>
                  <a:lnTo>
                    <a:pt x="1549181" y="4450552"/>
                  </a:lnTo>
                  <a:lnTo>
                    <a:pt x="1551061" y="4450552"/>
                  </a:lnTo>
                  <a:lnTo>
                    <a:pt x="1551437" y="4450552"/>
                  </a:lnTo>
                  <a:lnTo>
                    <a:pt x="1553036" y="4450552"/>
                  </a:lnTo>
                  <a:lnTo>
                    <a:pt x="1553600" y="4450552"/>
                  </a:lnTo>
                  <a:lnTo>
                    <a:pt x="1553976" y="4450552"/>
                  </a:lnTo>
                  <a:lnTo>
                    <a:pt x="1555574" y="4450552"/>
                  </a:lnTo>
                  <a:lnTo>
                    <a:pt x="1556609" y="4450552"/>
                  </a:lnTo>
                  <a:lnTo>
                    <a:pt x="1557173" y="4445272"/>
                  </a:lnTo>
                  <a:lnTo>
                    <a:pt x="1557455" y="4445272"/>
                  </a:lnTo>
                  <a:lnTo>
                    <a:pt x="1559053" y="4445272"/>
                  </a:lnTo>
                  <a:lnTo>
                    <a:pt x="1559429" y="4445272"/>
                  </a:lnTo>
                  <a:lnTo>
                    <a:pt x="1559712" y="4445272"/>
                  </a:lnTo>
                  <a:lnTo>
                    <a:pt x="1559900" y="4445272"/>
                  </a:lnTo>
                  <a:lnTo>
                    <a:pt x="1560370" y="4445272"/>
                  </a:lnTo>
                  <a:lnTo>
                    <a:pt x="1560934" y="4445272"/>
                  </a:lnTo>
                  <a:lnTo>
                    <a:pt x="1561028" y="4445272"/>
                  </a:lnTo>
                  <a:lnTo>
                    <a:pt x="1561404" y="4439993"/>
                  </a:lnTo>
                  <a:lnTo>
                    <a:pt x="1561780" y="4439993"/>
                  </a:lnTo>
                  <a:lnTo>
                    <a:pt x="1563003" y="4439993"/>
                  </a:lnTo>
                  <a:lnTo>
                    <a:pt x="1563097" y="4439993"/>
                  </a:lnTo>
                  <a:lnTo>
                    <a:pt x="1563379" y="4439993"/>
                  </a:lnTo>
                  <a:lnTo>
                    <a:pt x="1563661" y="4439993"/>
                  </a:lnTo>
                  <a:lnTo>
                    <a:pt x="1564037" y="4439993"/>
                  </a:lnTo>
                  <a:lnTo>
                    <a:pt x="1564319" y="4439993"/>
                  </a:lnTo>
                  <a:lnTo>
                    <a:pt x="1565071" y="4434713"/>
                  </a:lnTo>
                  <a:lnTo>
                    <a:pt x="1565917" y="4434713"/>
                  </a:lnTo>
                  <a:lnTo>
                    <a:pt x="1566481" y="4434713"/>
                  </a:lnTo>
                  <a:lnTo>
                    <a:pt x="1566952" y="4434713"/>
                  </a:lnTo>
                  <a:lnTo>
                    <a:pt x="1567422" y="4429434"/>
                  </a:lnTo>
                  <a:lnTo>
                    <a:pt x="1568362" y="4429434"/>
                  </a:lnTo>
                  <a:lnTo>
                    <a:pt x="1569114" y="4429434"/>
                  </a:lnTo>
                  <a:lnTo>
                    <a:pt x="1569302" y="4429434"/>
                  </a:lnTo>
                  <a:lnTo>
                    <a:pt x="1570619" y="4429434"/>
                  </a:lnTo>
                  <a:lnTo>
                    <a:pt x="1571841" y="4429434"/>
                  </a:lnTo>
                  <a:lnTo>
                    <a:pt x="1571935" y="4429434"/>
                  </a:lnTo>
                  <a:lnTo>
                    <a:pt x="1572593" y="4429434"/>
                  </a:lnTo>
                  <a:lnTo>
                    <a:pt x="1573157" y="4429434"/>
                  </a:lnTo>
                  <a:lnTo>
                    <a:pt x="1573533" y="4429434"/>
                  </a:lnTo>
                  <a:lnTo>
                    <a:pt x="1574850" y="4429434"/>
                  </a:lnTo>
                  <a:lnTo>
                    <a:pt x="1575320" y="4429434"/>
                  </a:lnTo>
                  <a:lnTo>
                    <a:pt x="1575508" y="4429434"/>
                  </a:lnTo>
                  <a:lnTo>
                    <a:pt x="1575602" y="4429434"/>
                  </a:lnTo>
                  <a:lnTo>
                    <a:pt x="1576354" y="4429434"/>
                  </a:lnTo>
                  <a:lnTo>
                    <a:pt x="1576636" y="4429434"/>
                  </a:lnTo>
                  <a:lnTo>
                    <a:pt x="1576730" y="4429434"/>
                  </a:lnTo>
                  <a:lnTo>
                    <a:pt x="1577201" y="4429434"/>
                  </a:lnTo>
                  <a:lnTo>
                    <a:pt x="1578329" y="4429434"/>
                  </a:lnTo>
                  <a:lnTo>
                    <a:pt x="1578423" y="4429434"/>
                  </a:lnTo>
                  <a:lnTo>
                    <a:pt x="1579927" y="4424155"/>
                  </a:lnTo>
                  <a:lnTo>
                    <a:pt x="1580303" y="4424155"/>
                  </a:lnTo>
                  <a:lnTo>
                    <a:pt x="1580585" y="4424155"/>
                  </a:lnTo>
                  <a:lnTo>
                    <a:pt x="1580962" y="4424155"/>
                  </a:lnTo>
                  <a:lnTo>
                    <a:pt x="1581056" y="4424155"/>
                  </a:lnTo>
                  <a:lnTo>
                    <a:pt x="1581150" y="4424155"/>
                  </a:lnTo>
                  <a:lnTo>
                    <a:pt x="1583218" y="4424155"/>
                  </a:lnTo>
                  <a:lnTo>
                    <a:pt x="1584064" y="4413596"/>
                  </a:lnTo>
                  <a:lnTo>
                    <a:pt x="1584723" y="4413596"/>
                  </a:lnTo>
                  <a:lnTo>
                    <a:pt x="1584911" y="4413596"/>
                  </a:lnTo>
                  <a:lnTo>
                    <a:pt x="1585757" y="4413596"/>
                  </a:lnTo>
                  <a:lnTo>
                    <a:pt x="1586133" y="4413596"/>
                  </a:lnTo>
                  <a:lnTo>
                    <a:pt x="1586227" y="4413596"/>
                  </a:lnTo>
                  <a:lnTo>
                    <a:pt x="1586415" y="4413596"/>
                  </a:lnTo>
                  <a:lnTo>
                    <a:pt x="1587543" y="4413596"/>
                  </a:lnTo>
                  <a:lnTo>
                    <a:pt x="1587826" y="4413596"/>
                  </a:lnTo>
                  <a:lnTo>
                    <a:pt x="1588860" y="4408316"/>
                  </a:lnTo>
                  <a:lnTo>
                    <a:pt x="1589612" y="4408316"/>
                  </a:lnTo>
                  <a:lnTo>
                    <a:pt x="1589800" y="4408316"/>
                  </a:lnTo>
                  <a:lnTo>
                    <a:pt x="1590552" y="4408316"/>
                  </a:lnTo>
                  <a:lnTo>
                    <a:pt x="1590834" y="4408316"/>
                  </a:lnTo>
                  <a:lnTo>
                    <a:pt x="1591304" y="4408316"/>
                  </a:lnTo>
                  <a:lnTo>
                    <a:pt x="1591399" y="4408316"/>
                  </a:lnTo>
                  <a:lnTo>
                    <a:pt x="1592057" y="4408316"/>
                  </a:lnTo>
                  <a:lnTo>
                    <a:pt x="1592339" y="4408316"/>
                  </a:lnTo>
                  <a:lnTo>
                    <a:pt x="1592997" y="4408316"/>
                  </a:lnTo>
                  <a:lnTo>
                    <a:pt x="1593373" y="4408316"/>
                  </a:lnTo>
                  <a:lnTo>
                    <a:pt x="1595160" y="4408316"/>
                  </a:lnTo>
                  <a:lnTo>
                    <a:pt x="1595254" y="4408316"/>
                  </a:lnTo>
                  <a:lnTo>
                    <a:pt x="1595630" y="4408316"/>
                  </a:lnTo>
                  <a:lnTo>
                    <a:pt x="1596006" y="4408316"/>
                  </a:lnTo>
                  <a:lnTo>
                    <a:pt x="1596194" y="4408316"/>
                  </a:lnTo>
                  <a:lnTo>
                    <a:pt x="1597040" y="4408316"/>
                  </a:lnTo>
                  <a:lnTo>
                    <a:pt x="1597322" y="4408316"/>
                  </a:lnTo>
                  <a:lnTo>
                    <a:pt x="1597886" y="4408316"/>
                  </a:lnTo>
                  <a:lnTo>
                    <a:pt x="1598545" y="4408316"/>
                  </a:lnTo>
                  <a:lnTo>
                    <a:pt x="1599297" y="4408316"/>
                  </a:lnTo>
                  <a:lnTo>
                    <a:pt x="1600049" y="4408316"/>
                  </a:lnTo>
                  <a:lnTo>
                    <a:pt x="1600801" y="4408316"/>
                  </a:lnTo>
                  <a:lnTo>
                    <a:pt x="1601647" y="4408316"/>
                  </a:lnTo>
                  <a:lnTo>
                    <a:pt x="1603340" y="4408316"/>
                  </a:lnTo>
                  <a:lnTo>
                    <a:pt x="1603904" y="4408316"/>
                  </a:lnTo>
                  <a:lnTo>
                    <a:pt x="1604092" y="4408316"/>
                  </a:lnTo>
                  <a:lnTo>
                    <a:pt x="1604468" y="4408316"/>
                  </a:lnTo>
                  <a:lnTo>
                    <a:pt x="1604656" y="4408316"/>
                  </a:lnTo>
                  <a:lnTo>
                    <a:pt x="1605032" y="4408316"/>
                  </a:lnTo>
                  <a:lnTo>
                    <a:pt x="1605597" y="4408316"/>
                  </a:lnTo>
                  <a:lnTo>
                    <a:pt x="1607289" y="4408316"/>
                  </a:lnTo>
                  <a:lnTo>
                    <a:pt x="1608135" y="4408316"/>
                  </a:lnTo>
                  <a:lnTo>
                    <a:pt x="1608981" y="4408316"/>
                  </a:lnTo>
                  <a:lnTo>
                    <a:pt x="1609452" y="4408316"/>
                  </a:lnTo>
                  <a:lnTo>
                    <a:pt x="1610110" y="4408316"/>
                  </a:lnTo>
                  <a:lnTo>
                    <a:pt x="1610204" y="4408316"/>
                  </a:lnTo>
                  <a:lnTo>
                    <a:pt x="1610580" y="4408316"/>
                  </a:lnTo>
                  <a:lnTo>
                    <a:pt x="1611144" y="4408316"/>
                  </a:lnTo>
                  <a:lnTo>
                    <a:pt x="1611426" y="4408316"/>
                  </a:lnTo>
                  <a:lnTo>
                    <a:pt x="1611802" y="4408316"/>
                  </a:lnTo>
                  <a:lnTo>
                    <a:pt x="1612178" y="4408316"/>
                  </a:lnTo>
                  <a:lnTo>
                    <a:pt x="1612554" y="4408316"/>
                  </a:lnTo>
                  <a:lnTo>
                    <a:pt x="1613119" y="4408316"/>
                  </a:lnTo>
                  <a:lnTo>
                    <a:pt x="1613495" y="4408316"/>
                  </a:lnTo>
                  <a:lnTo>
                    <a:pt x="1613871" y="4408316"/>
                  </a:lnTo>
                  <a:lnTo>
                    <a:pt x="1614717" y="4408316"/>
                  </a:lnTo>
                  <a:lnTo>
                    <a:pt x="1615187" y="4408316"/>
                  </a:lnTo>
                  <a:lnTo>
                    <a:pt x="1617820" y="4408316"/>
                  </a:lnTo>
                  <a:lnTo>
                    <a:pt x="1618572" y="4403037"/>
                  </a:lnTo>
                  <a:lnTo>
                    <a:pt x="1619983" y="4397757"/>
                  </a:lnTo>
                  <a:lnTo>
                    <a:pt x="1620171" y="4397757"/>
                  </a:lnTo>
                  <a:lnTo>
                    <a:pt x="1620829" y="4397757"/>
                  </a:lnTo>
                  <a:lnTo>
                    <a:pt x="1621017" y="4397757"/>
                  </a:lnTo>
                  <a:lnTo>
                    <a:pt x="1622333" y="4397757"/>
                  </a:lnTo>
                  <a:lnTo>
                    <a:pt x="1623650" y="4397757"/>
                  </a:lnTo>
                  <a:lnTo>
                    <a:pt x="1624120" y="4397757"/>
                  </a:lnTo>
                  <a:lnTo>
                    <a:pt x="1624590" y="4397757"/>
                  </a:lnTo>
                  <a:lnTo>
                    <a:pt x="1624872" y="4397757"/>
                  </a:lnTo>
                  <a:lnTo>
                    <a:pt x="1625342" y="4397757"/>
                  </a:lnTo>
                  <a:lnTo>
                    <a:pt x="1626188" y="4397757"/>
                  </a:lnTo>
                  <a:lnTo>
                    <a:pt x="1626376" y="4397757"/>
                  </a:lnTo>
                  <a:lnTo>
                    <a:pt x="1626752" y="4397757"/>
                  </a:lnTo>
                  <a:lnTo>
                    <a:pt x="1628633" y="4397757"/>
                  </a:lnTo>
                  <a:lnTo>
                    <a:pt x="1629103" y="4397757"/>
                  </a:lnTo>
                  <a:lnTo>
                    <a:pt x="1629573" y="4397757"/>
                  </a:lnTo>
                  <a:lnTo>
                    <a:pt x="1629761" y="4397757"/>
                  </a:lnTo>
                  <a:lnTo>
                    <a:pt x="1629855" y="4397757"/>
                  </a:lnTo>
                  <a:lnTo>
                    <a:pt x="1630420" y="4397757"/>
                  </a:lnTo>
                  <a:lnTo>
                    <a:pt x="1631172" y="4397757"/>
                  </a:lnTo>
                  <a:lnTo>
                    <a:pt x="1631548" y="4397757"/>
                  </a:lnTo>
                  <a:lnTo>
                    <a:pt x="1631924" y="4392478"/>
                  </a:lnTo>
                  <a:lnTo>
                    <a:pt x="1632958" y="4392478"/>
                  </a:lnTo>
                  <a:lnTo>
                    <a:pt x="1633428" y="4392478"/>
                  </a:lnTo>
                  <a:lnTo>
                    <a:pt x="1634275" y="4392478"/>
                  </a:lnTo>
                  <a:lnTo>
                    <a:pt x="1634557" y="4392478"/>
                  </a:lnTo>
                  <a:lnTo>
                    <a:pt x="1635027" y="4392478"/>
                  </a:lnTo>
                  <a:lnTo>
                    <a:pt x="1635215" y="4392478"/>
                  </a:lnTo>
                  <a:lnTo>
                    <a:pt x="1636625" y="4387199"/>
                  </a:lnTo>
                  <a:lnTo>
                    <a:pt x="1637095" y="4387199"/>
                  </a:lnTo>
                  <a:lnTo>
                    <a:pt x="1637848" y="4387199"/>
                  </a:lnTo>
                  <a:lnTo>
                    <a:pt x="1638318" y="4387199"/>
                  </a:lnTo>
                  <a:lnTo>
                    <a:pt x="1639258" y="4387199"/>
                  </a:lnTo>
                  <a:lnTo>
                    <a:pt x="1640198" y="4387199"/>
                  </a:lnTo>
                  <a:lnTo>
                    <a:pt x="1640292" y="4387199"/>
                  </a:lnTo>
                  <a:lnTo>
                    <a:pt x="1640574" y="4387199"/>
                  </a:lnTo>
                  <a:lnTo>
                    <a:pt x="1641515" y="4387199"/>
                  </a:lnTo>
                  <a:lnTo>
                    <a:pt x="1643301" y="4381919"/>
                  </a:lnTo>
                  <a:lnTo>
                    <a:pt x="1643489" y="4381919"/>
                  </a:lnTo>
                  <a:lnTo>
                    <a:pt x="1643771" y="4381919"/>
                  </a:lnTo>
                  <a:lnTo>
                    <a:pt x="1643865" y="4376640"/>
                  </a:lnTo>
                  <a:lnTo>
                    <a:pt x="1644053" y="4376640"/>
                  </a:lnTo>
                  <a:lnTo>
                    <a:pt x="1645370" y="4376640"/>
                  </a:lnTo>
                  <a:lnTo>
                    <a:pt x="1646498" y="4376640"/>
                  </a:lnTo>
                  <a:lnTo>
                    <a:pt x="1646592" y="4376640"/>
                  </a:lnTo>
                  <a:lnTo>
                    <a:pt x="1647344" y="4376640"/>
                  </a:lnTo>
                  <a:lnTo>
                    <a:pt x="1647626" y="4376640"/>
                  </a:lnTo>
                  <a:lnTo>
                    <a:pt x="1647720" y="4376640"/>
                  </a:lnTo>
                  <a:lnTo>
                    <a:pt x="1648097" y="4371360"/>
                  </a:lnTo>
                  <a:lnTo>
                    <a:pt x="1648661" y="4371360"/>
                  </a:lnTo>
                  <a:lnTo>
                    <a:pt x="1648849" y="4371360"/>
                  </a:lnTo>
                  <a:lnTo>
                    <a:pt x="1652986" y="4360802"/>
                  </a:lnTo>
                  <a:lnTo>
                    <a:pt x="1653362" y="4355522"/>
                  </a:lnTo>
                  <a:lnTo>
                    <a:pt x="1654396" y="4355522"/>
                  </a:lnTo>
                  <a:lnTo>
                    <a:pt x="1654772" y="4350243"/>
                  </a:lnTo>
                  <a:lnTo>
                    <a:pt x="1654866" y="4350243"/>
                  </a:lnTo>
                  <a:lnTo>
                    <a:pt x="1654960" y="4350243"/>
                  </a:lnTo>
                  <a:lnTo>
                    <a:pt x="1655995" y="4350243"/>
                  </a:lnTo>
                  <a:lnTo>
                    <a:pt x="1656183" y="4350243"/>
                  </a:lnTo>
                  <a:lnTo>
                    <a:pt x="1656371" y="4350243"/>
                  </a:lnTo>
                  <a:lnTo>
                    <a:pt x="1657405" y="4350243"/>
                  </a:lnTo>
                  <a:lnTo>
                    <a:pt x="1659568" y="4339684"/>
                  </a:lnTo>
                  <a:lnTo>
                    <a:pt x="1660132" y="4339684"/>
                  </a:lnTo>
                  <a:lnTo>
                    <a:pt x="1660602" y="4339684"/>
                  </a:lnTo>
                  <a:lnTo>
                    <a:pt x="1661636" y="4339684"/>
                  </a:lnTo>
                  <a:lnTo>
                    <a:pt x="1662106" y="4339684"/>
                  </a:lnTo>
                  <a:lnTo>
                    <a:pt x="1662671" y="4334404"/>
                  </a:lnTo>
                  <a:lnTo>
                    <a:pt x="1664363" y="4334404"/>
                  </a:lnTo>
                  <a:lnTo>
                    <a:pt x="1665021" y="4334404"/>
                  </a:lnTo>
                  <a:lnTo>
                    <a:pt x="1665491" y="4329125"/>
                  </a:lnTo>
                  <a:lnTo>
                    <a:pt x="1666150" y="4329125"/>
                  </a:lnTo>
                  <a:lnTo>
                    <a:pt x="1666432" y="4329125"/>
                  </a:lnTo>
                  <a:lnTo>
                    <a:pt x="1666996" y="4329125"/>
                  </a:lnTo>
                  <a:lnTo>
                    <a:pt x="1667466" y="4329125"/>
                  </a:lnTo>
                  <a:lnTo>
                    <a:pt x="1667748" y="4323846"/>
                  </a:lnTo>
                  <a:lnTo>
                    <a:pt x="1668030" y="4323846"/>
                  </a:lnTo>
                  <a:lnTo>
                    <a:pt x="1668312" y="4323846"/>
                  </a:lnTo>
                  <a:lnTo>
                    <a:pt x="1669252" y="4323846"/>
                  </a:lnTo>
                  <a:lnTo>
                    <a:pt x="1669535" y="4318566"/>
                  </a:lnTo>
                  <a:lnTo>
                    <a:pt x="1670099" y="4318566"/>
                  </a:lnTo>
                  <a:lnTo>
                    <a:pt x="1671133" y="4318566"/>
                  </a:lnTo>
                  <a:lnTo>
                    <a:pt x="1671509" y="4318566"/>
                  </a:lnTo>
                  <a:lnTo>
                    <a:pt x="1671979" y="4313287"/>
                  </a:lnTo>
                  <a:lnTo>
                    <a:pt x="1672825" y="4308007"/>
                  </a:lnTo>
                  <a:lnTo>
                    <a:pt x="1673672" y="4302728"/>
                  </a:lnTo>
                  <a:lnTo>
                    <a:pt x="1674142" y="4302728"/>
                  </a:lnTo>
                  <a:lnTo>
                    <a:pt x="1674518" y="4302728"/>
                  </a:lnTo>
                  <a:lnTo>
                    <a:pt x="1674612" y="4302728"/>
                  </a:lnTo>
                  <a:lnTo>
                    <a:pt x="1674988" y="4302728"/>
                  </a:lnTo>
                  <a:lnTo>
                    <a:pt x="1675834" y="4302728"/>
                  </a:lnTo>
                  <a:lnTo>
                    <a:pt x="1676116" y="4302728"/>
                  </a:lnTo>
                  <a:lnTo>
                    <a:pt x="1677245" y="4302728"/>
                  </a:lnTo>
                  <a:lnTo>
                    <a:pt x="1677621" y="4302728"/>
                  </a:lnTo>
                  <a:lnTo>
                    <a:pt x="1677997" y="4302728"/>
                  </a:lnTo>
                  <a:lnTo>
                    <a:pt x="1678749" y="4302728"/>
                  </a:lnTo>
                  <a:lnTo>
                    <a:pt x="1679313" y="4302728"/>
                  </a:lnTo>
                  <a:lnTo>
                    <a:pt x="1679877" y="4302728"/>
                  </a:lnTo>
                  <a:lnTo>
                    <a:pt x="1680160" y="4302728"/>
                  </a:lnTo>
                  <a:lnTo>
                    <a:pt x="1680254" y="4302728"/>
                  </a:lnTo>
                  <a:lnTo>
                    <a:pt x="1680442" y="4302728"/>
                  </a:lnTo>
                  <a:lnTo>
                    <a:pt x="1681476" y="4297448"/>
                  </a:lnTo>
                  <a:lnTo>
                    <a:pt x="1681758" y="4297448"/>
                  </a:lnTo>
                  <a:lnTo>
                    <a:pt x="1682792" y="4297448"/>
                  </a:lnTo>
                  <a:lnTo>
                    <a:pt x="1683827" y="4297448"/>
                  </a:lnTo>
                  <a:lnTo>
                    <a:pt x="1684015" y="4297448"/>
                  </a:lnTo>
                  <a:lnTo>
                    <a:pt x="1685049" y="4297448"/>
                  </a:lnTo>
                  <a:lnTo>
                    <a:pt x="1685237" y="4297448"/>
                  </a:lnTo>
                  <a:lnTo>
                    <a:pt x="1685989" y="4297448"/>
                  </a:lnTo>
                  <a:lnTo>
                    <a:pt x="1687494" y="4297448"/>
                  </a:lnTo>
                  <a:lnTo>
                    <a:pt x="1688058" y="4297448"/>
                  </a:lnTo>
                  <a:lnTo>
                    <a:pt x="1688716" y="4297448"/>
                  </a:lnTo>
                  <a:lnTo>
                    <a:pt x="1689186" y="4292169"/>
                  </a:lnTo>
                  <a:lnTo>
                    <a:pt x="1689750" y="4292169"/>
                  </a:lnTo>
                  <a:lnTo>
                    <a:pt x="1690973" y="4292169"/>
                  </a:lnTo>
                  <a:lnTo>
                    <a:pt x="1692289" y="4292169"/>
                  </a:lnTo>
                  <a:lnTo>
                    <a:pt x="1692477" y="4292169"/>
                  </a:lnTo>
                  <a:lnTo>
                    <a:pt x="1692759" y="4292169"/>
                  </a:lnTo>
                  <a:lnTo>
                    <a:pt x="1692947" y="4292169"/>
                  </a:lnTo>
                  <a:lnTo>
                    <a:pt x="1693605" y="4292169"/>
                  </a:lnTo>
                  <a:lnTo>
                    <a:pt x="1693793" y="4292169"/>
                  </a:lnTo>
                  <a:lnTo>
                    <a:pt x="1693981" y="4292169"/>
                  </a:lnTo>
                  <a:lnTo>
                    <a:pt x="1694264" y="4292169"/>
                  </a:lnTo>
                  <a:lnTo>
                    <a:pt x="1695486" y="4292169"/>
                  </a:lnTo>
                  <a:lnTo>
                    <a:pt x="1697084" y="4286890"/>
                  </a:lnTo>
                  <a:lnTo>
                    <a:pt x="1697837" y="4286890"/>
                  </a:lnTo>
                  <a:lnTo>
                    <a:pt x="1698307" y="4286890"/>
                  </a:lnTo>
                  <a:lnTo>
                    <a:pt x="1698683" y="4286890"/>
                  </a:lnTo>
                  <a:lnTo>
                    <a:pt x="1699999" y="4286890"/>
                  </a:lnTo>
                  <a:lnTo>
                    <a:pt x="1700845" y="4286890"/>
                  </a:lnTo>
                  <a:lnTo>
                    <a:pt x="1701222" y="4286890"/>
                  </a:lnTo>
                  <a:lnTo>
                    <a:pt x="1701880" y="4286890"/>
                  </a:lnTo>
                  <a:lnTo>
                    <a:pt x="1702444" y="4286890"/>
                  </a:lnTo>
                  <a:lnTo>
                    <a:pt x="1702914" y="4286890"/>
                  </a:lnTo>
                  <a:lnTo>
                    <a:pt x="1703196" y="4286890"/>
                  </a:lnTo>
                  <a:lnTo>
                    <a:pt x="1703478" y="4286890"/>
                  </a:lnTo>
                  <a:lnTo>
                    <a:pt x="1703572" y="4286890"/>
                  </a:lnTo>
                  <a:lnTo>
                    <a:pt x="1704889" y="4286890"/>
                  </a:lnTo>
                  <a:lnTo>
                    <a:pt x="1705077" y="4286890"/>
                  </a:lnTo>
                  <a:lnTo>
                    <a:pt x="1705923" y="4286890"/>
                  </a:lnTo>
                  <a:lnTo>
                    <a:pt x="1706111" y="4286890"/>
                  </a:lnTo>
                  <a:lnTo>
                    <a:pt x="1707427" y="4286890"/>
                  </a:lnTo>
                  <a:lnTo>
                    <a:pt x="1707897" y="4286890"/>
                  </a:lnTo>
                  <a:lnTo>
                    <a:pt x="1708462" y="4286890"/>
                  </a:lnTo>
                  <a:lnTo>
                    <a:pt x="1708744" y="4286890"/>
                  </a:lnTo>
                  <a:lnTo>
                    <a:pt x="1709778" y="4286890"/>
                  </a:lnTo>
                  <a:lnTo>
                    <a:pt x="1710436" y="4286890"/>
                  </a:lnTo>
                  <a:lnTo>
                    <a:pt x="1710718" y="4286890"/>
                  </a:lnTo>
                  <a:lnTo>
                    <a:pt x="1710812" y="4286890"/>
                  </a:lnTo>
                  <a:lnTo>
                    <a:pt x="1710906" y="4286890"/>
                  </a:lnTo>
                  <a:lnTo>
                    <a:pt x="1711752" y="4286890"/>
                  </a:lnTo>
                  <a:lnTo>
                    <a:pt x="1712035" y="4286890"/>
                  </a:lnTo>
                  <a:lnTo>
                    <a:pt x="1713163" y="4286890"/>
                  </a:lnTo>
                  <a:lnTo>
                    <a:pt x="1713915" y="4286890"/>
                  </a:lnTo>
                  <a:lnTo>
                    <a:pt x="1715043" y="4281610"/>
                  </a:lnTo>
                  <a:lnTo>
                    <a:pt x="1715325" y="4281610"/>
                  </a:lnTo>
                  <a:lnTo>
                    <a:pt x="1715702" y="4281610"/>
                  </a:lnTo>
                  <a:lnTo>
                    <a:pt x="1715890" y="4281610"/>
                  </a:lnTo>
                  <a:lnTo>
                    <a:pt x="1716266" y="4276331"/>
                  </a:lnTo>
                  <a:lnTo>
                    <a:pt x="1717018" y="4276331"/>
                  </a:lnTo>
                  <a:lnTo>
                    <a:pt x="1718146" y="4276331"/>
                  </a:lnTo>
                  <a:lnTo>
                    <a:pt x="1719087" y="4271051"/>
                  </a:lnTo>
                  <a:lnTo>
                    <a:pt x="1719369" y="4271051"/>
                  </a:lnTo>
                  <a:lnTo>
                    <a:pt x="1720685" y="4271051"/>
                  </a:lnTo>
                  <a:lnTo>
                    <a:pt x="1721343" y="4271051"/>
                  </a:lnTo>
                  <a:lnTo>
                    <a:pt x="1722001" y="4271051"/>
                  </a:lnTo>
                  <a:lnTo>
                    <a:pt x="1722189" y="4271051"/>
                  </a:lnTo>
                  <a:lnTo>
                    <a:pt x="1723412" y="4271051"/>
                  </a:lnTo>
                  <a:lnTo>
                    <a:pt x="1723882" y="4271051"/>
                  </a:lnTo>
                  <a:lnTo>
                    <a:pt x="1725010" y="4265772"/>
                  </a:lnTo>
                  <a:lnTo>
                    <a:pt x="1725668" y="4260493"/>
                  </a:lnTo>
                  <a:lnTo>
                    <a:pt x="1726139" y="4260493"/>
                  </a:lnTo>
                  <a:lnTo>
                    <a:pt x="1727737" y="4260493"/>
                  </a:lnTo>
                  <a:lnTo>
                    <a:pt x="1727925" y="4260493"/>
                  </a:lnTo>
                  <a:lnTo>
                    <a:pt x="1729335" y="4260493"/>
                  </a:lnTo>
                  <a:lnTo>
                    <a:pt x="1729994" y="4260493"/>
                  </a:lnTo>
                  <a:lnTo>
                    <a:pt x="1730276" y="4260493"/>
                  </a:lnTo>
                  <a:lnTo>
                    <a:pt x="1730746" y="4260493"/>
                  </a:lnTo>
                  <a:lnTo>
                    <a:pt x="1731780" y="4260493"/>
                  </a:lnTo>
                  <a:lnTo>
                    <a:pt x="1732438" y="4260493"/>
                  </a:lnTo>
                  <a:lnTo>
                    <a:pt x="1732720" y="4260493"/>
                  </a:lnTo>
                  <a:lnTo>
                    <a:pt x="1733285" y="4260493"/>
                  </a:lnTo>
                  <a:lnTo>
                    <a:pt x="1733473" y="4260493"/>
                  </a:lnTo>
                  <a:lnTo>
                    <a:pt x="1735071" y="4260493"/>
                  </a:lnTo>
                  <a:lnTo>
                    <a:pt x="1735353" y="4260493"/>
                  </a:lnTo>
                  <a:lnTo>
                    <a:pt x="1736293" y="4260493"/>
                  </a:lnTo>
                  <a:lnTo>
                    <a:pt x="1736670" y="4260493"/>
                  </a:lnTo>
                  <a:lnTo>
                    <a:pt x="1736858" y="4255213"/>
                  </a:lnTo>
                  <a:lnTo>
                    <a:pt x="1738738" y="4249934"/>
                  </a:lnTo>
                  <a:lnTo>
                    <a:pt x="1739208" y="4249934"/>
                  </a:lnTo>
                  <a:lnTo>
                    <a:pt x="1739396" y="4249934"/>
                  </a:lnTo>
                  <a:lnTo>
                    <a:pt x="1740054" y="4249934"/>
                  </a:lnTo>
                  <a:lnTo>
                    <a:pt x="1740337" y="4249934"/>
                  </a:lnTo>
                  <a:lnTo>
                    <a:pt x="1740431" y="4244654"/>
                  </a:lnTo>
                  <a:lnTo>
                    <a:pt x="1740901" y="4244654"/>
                  </a:lnTo>
                  <a:lnTo>
                    <a:pt x="1741089" y="4244654"/>
                  </a:lnTo>
                  <a:lnTo>
                    <a:pt x="1741277" y="4244654"/>
                  </a:lnTo>
                  <a:lnTo>
                    <a:pt x="1741465" y="4244654"/>
                  </a:lnTo>
                  <a:lnTo>
                    <a:pt x="1741935" y="4244654"/>
                  </a:lnTo>
                  <a:lnTo>
                    <a:pt x="1742217" y="4244654"/>
                  </a:lnTo>
                  <a:lnTo>
                    <a:pt x="1742405" y="4244654"/>
                  </a:lnTo>
                  <a:lnTo>
                    <a:pt x="1743721" y="4244654"/>
                  </a:lnTo>
                  <a:lnTo>
                    <a:pt x="1744098" y="4244654"/>
                  </a:lnTo>
                  <a:lnTo>
                    <a:pt x="1745038" y="4244654"/>
                  </a:lnTo>
                  <a:lnTo>
                    <a:pt x="1746448" y="4239375"/>
                  </a:lnTo>
                  <a:lnTo>
                    <a:pt x="1746636" y="4239375"/>
                  </a:lnTo>
                  <a:lnTo>
                    <a:pt x="1746730" y="4239375"/>
                  </a:lnTo>
                  <a:lnTo>
                    <a:pt x="1746824" y="4239375"/>
                  </a:lnTo>
                  <a:lnTo>
                    <a:pt x="1747295" y="4239375"/>
                  </a:lnTo>
                  <a:lnTo>
                    <a:pt x="1747483" y="4239375"/>
                  </a:lnTo>
                  <a:lnTo>
                    <a:pt x="1748047" y="4239375"/>
                  </a:lnTo>
                  <a:lnTo>
                    <a:pt x="1748799" y="4234095"/>
                  </a:lnTo>
                  <a:lnTo>
                    <a:pt x="1749927" y="4234095"/>
                  </a:lnTo>
                  <a:lnTo>
                    <a:pt x="1750679" y="4234095"/>
                  </a:lnTo>
                  <a:lnTo>
                    <a:pt x="1750962" y="4234095"/>
                  </a:lnTo>
                  <a:lnTo>
                    <a:pt x="1752372" y="4234095"/>
                  </a:lnTo>
                  <a:lnTo>
                    <a:pt x="1753594" y="4234095"/>
                  </a:lnTo>
                  <a:lnTo>
                    <a:pt x="1753688" y="4234095"/>
                  </a:lnTo>
                  <a:lnTo>
                    <a:pt x="1756415" y="4228816"/>
                  </a:lnTo>
                  <a:lnTo>
                    <a:pt x="1757449" y="4228816"/>
                  </a:lnTo>
                  <a:lnTo>
                    <a:pt x="1757637" y="4228816"/>
                  </a:lnTo>
                  <a:lnTo>
                    <a:pt x="1759612" y="4223537"/>
                  </a:lnTo>
                  <a:lnTo>
                    <a:pt x="1759800" y="4223537"/>
                  </a:lnTo>
                  <a:lnTo>
                    <a:pt x="1759988" y="4223537"/>
                  </a:lnTo>
                  <a:lnTo>
                    <a:pt x="1760082" y="4223537"/>
                  </a:lnTo>
                  <a:lnTo>
                    <a:pt x="1760740" y="4223537"/>
                  </a:lnTo>
                  <a:lnTo>
                    <a:pt x="1762339" y="4218257"/>
                  </a:lnTo>
                  <a:lnTo>
                    <a:pt x="1762809" y="4218257"/>
                  </a:lnTo>
                  <a:lnTo>
                    <a:pt x="1762997" y="4218257"/>
                  </a:lnTo>
                  <a:lnTo>
                    <a:pt x="1764219" y="4212978"/>
                  </a:lnTo>
                  <a:lnTo>
                    <a:pt x="1764877" y="4212978"/>
                  </a:lnTo>
                  <a:lnTo>
                    <a:pt x="1765160" y="4212978"/>
                  </a:lnTo>
                  <a:lnTo>
                    <a:pt x="1765348" y="4212978"/>
                  </a:lnTo>
                  <a:lnTo>
                    <a:pt x="1766006" y="4212978"/>
                  </a:lnTo>
                  <a:lnTo>
                    <a:pt x="1766664" y="4212978"/>
                  </a:lnTo>
                  <a:lnTo>
                    <a:pt x="1766852" y="4212978"/>
                  </a:lnTo>
                  <a:lnTo>
                    <a:pt x="1767134" y="4212978"/>
                  </a:lnTo>
                  <a:lnTo>
                    <a:pt x="1767510" y="4212978"/>
                  </a:lnTo>
                  <a:lnTo>
                    <a:pt x="1769109" y="4207698"/>
                  </a:lnTo>
                  <a:lnTo>
                    <a:pt x="1769955" y="4207698"/>
                  </a:lnTo>
                  <a:lnTo>
                    <a:pt x="1770707" y="4202419"/>
                  </a:lnTo>
                  <a:lnTo>
                    <a:pt x="1771177" y="4202419"/>
                  </a:lnTo>
                  <a:lnTo>
                    <a:pt x="1772023" y="4202419"/>
                  </a:lnTo>
                  <a:lnTo>
                    <a:pt x="1772212" y="4202419"/>
                  </a:lnTo>
                  <a:lnTo>
                    <a:pt x="1773622" y="4202419"/>
                  </a:lnTo>
                  <a:lnTo>
                    <a:pt x="1773904" y="4202419"/>
                  </a:lnTo>
                  <a:lnTo>
                    <a:pt x="1774374" y="4202419"/>
                  </a:lnTo>
                  <a:lnTo>
                    <a:pt x="1775879" y="4202419"/>
                  </a:lnTo>
                  <a:lnTo>
                    <a:pt x="1776913" y="4202419"/>
                  </a:lnTo>
                  <a:lnTo>
                    <a:pt x="1777665" y="4202419"/>
                  </a:lnTo>
                  <a:lnTo>
                    <a:pt x="1777853" y="4202419"/>
                  </a:lnTo>
                  <a:lnTo>
                    <a:pt x="1778135" y="4202419"/>
                  </a:lnTo>
                  <a:lnTo>
                    <a:pt x="1778605" y="4197139"/>
                  </a:lnTo>
                  <a:lnTo>
                    <a:pt x="1778887" y="4197139"/>
                  </a:lnTo>
                  <a:lnTo>
                    <a:pt x="1779264" y="4197139"/>
                  </a:lnTo>
                  <a:lnTo>
                    <a:pt x="1780768" y="4197139"/>
                  </a:lnTo>
                  <a:lnTo>
                    <a:pt x="1780862" y="4197139"/>
                  </a:lnTo>
                  <a:lnTo>
                    <a:pt x="1781614" y="4197139"/>
                  </a:lnTo>
                  <a:lnTo>
                    <a:pt x="1781708" y="4197139"/>
                  </a:lnTo>
                  <a:lnTo>
                    <a:pt x="1782366" y="4197139"/>
                  </a:lnTo>
                  <a:lnTo>
                    <a:pt x="1782648" y="4197139"/>
                  </a:lnTo>
                  <a:lnTo>
                    <a:pt x="1783025" y="4197139"/>
                  </a:lnTo>
                  <a:lnTo>
                    <a:pt x="1783777" y="4191860"/>
                  </a:lnTo>
                  <a:lnTo>
                    <a:pt x="1784999" y="4191860"/>
                  </a:lnTo>
                  <a:lnTo>
                    <a:pt x="1785375" y="4191860"/>
                  </a:lnTo>
                  <a:lnTo>
                    <a:pt x="1786221" y="4186581"/>
                  </a:lnTo>
                  <a:lnTo>
                    <a:pt x="1786410" y="4186581"/>
                  </a:lnTo>
                  <a:lnTo>
                    <a:pt x="1787444" y="4186581"/>
                  </a:lnTo>
                  <a:lnTo>
                    <a:pt x="1787914" y="4186581"/>
                  </a:lnTo>
                  <a:lnTo>
                    <a:pt x="1788760" y="4186581"/>
                  </a:lnTo>
                  <a:lnTo>
                    <a:pt x="1789418" y="4186581"/>
                  </a:lnTo>
                  <a:lnTo>
                    <a:pt x="1789418" y="4181301"/>
                  </a:lnTo>
                  <a:lnTo>
                    <a:pt x="1789606" y="4181301"/>
                  </a:lnTo>
                  <a:lnTo>
                    <a:pt x="1789700" y="4181301"/>
                  </a:lnTo>
                  <a:lnTo>
                    <a:pt x="1792427" y="4181301"/>
                  </a:lnTo>
                  <a:lnTo>
                    <a:pt x="1792615" y="4181301"/>
                  </a:lnTo>
                  <a:lnTo>
                    <a:pt x="1793838" y="4181301"/>
                  </a:lnTo>
                  <a:lnTo>
                    <a:pt x="1794872" y="4181301"/>
                  </a:lnTo>
                  <a:lnTo>
                    <a:pt x="1795342" y="4181301"/>
                  </a:lnTo>
                  <a:lnTo>
                    <a:pt x="1795718" y="4181301"/>
                  </a:lnTo>
                  <a:lnTo>
                    <a:pt x="1796658" y="4181301"/>
                  </a:lnTo>
                  <a:lnTo>
                    <a:pt x="1796846" y="4181301"/>
                  </a:lnTo>
                  <a:lnTo>
                    <a:pt x="1798069" y="4181301"/>
                  </a:lnTo>
                  <a:lnTo>
                    <a:pt x="1799009" y="4176022"/>
                  </a:lnTo>
                  <a:lnTo>
                    <a:pt x="1799385" y="4176022"/>
                  </a:lnTo>
                  <a:lnTo>
                    <a:pt x="1799573" y="4170742"/>
                  </a:lnTo>
                  <a:lnTo>
                    <a:pt x="1800608" y="4165463"/>
                  </a:lnTo>
                  <a:lnTo>
                    <a:pt x="1800796" y="4160184"/>
                  </a:lnTo>
                  <a:lnTo>
                    <a:pt x="1801736" y="4160184"/>
                  </a:lnTo>
                  <a:lnTo>
                    <a:pt x="1802112" y="4160184"/>
                  </a:lnTo>
                  <a:lnTo>
                    <a:pt x="1802582" y="4160184"/>
                  </a:lnTo>
                  <a:lnTo>
                    <a:pt x="1802958" y="4160184"/>
                  </a:lnTo>
                  <a:lnTo>
                    <a:pt x="1803240" y="4160184"/>
                  </a:lnTo>
                  <a:lnTo>
                    <a:pt x="1803710" y="4160184"/>
                  </a:lnTo>
                  <a:lnTo>
                    <a:pt x="1805121" y="4160184"/>
                  </a:lnTo>
                  <a:lnTo>
                    <a:pt x="1805403" y="4160184"/>
                  </a:lnTo>
                  <a:lnTo>
                    <a:pt x="1806155" y="4160184"/>
                  </a:lnTo>
                  <a:lnTo>
                    <a:pt x="1807095" y="4160184"/>
                  </a:lnTo>
                  <a:lnTo>
                    <a:pt x="1807566" y="4154904"/>
                  </a:lnTo>
                  <a:lnTo>
                    <a:pt x="1807754" y="4154904"/>
                  </a:lnTo>
                  <a:lnTo>
                    <a:pt x="1808506" y="4154904"/>
                  </a:lnTo>
                  <a:lnTo>
                    <a:pt x="1809540" y="4154904"/>
                  </a:lnTo>
                  <a:lnTo>
                    <a:pt x="1809728" y="4154904"/>
                  </a:lnTo>
                  <a:lnTo>
                    <a:pt x="1810950" y="4154904"/>
                  </a:lnTo>
                  <a:lnTo>
                    <a:pt x="1811515" y="4154904"/>
                  </a:lnTo>
                  <a:lnTo>
                    <a:pt x="1812267" y="4154904"/>
                  </a:lnTo>
                  <a:lnTo>
                    <a:pt x="1812455" y="4154904"/>
                  </a:lnTo>
                  <a:lnTo>
                    <a:pt x="1812643" y="4154904"/>
                  </a:lnTo>
                  <a:lnTo>
                    <a:pt x="1813113" y="4154904"/>
                  </a:lnTo>
                  <a:lnTo>
                    <a:pt x="1814523" y="4154904"/>
                  </a:lnTo>
                  <a:lnTo>
                    <a:pt x="1814712" y="4154904"/>
                  </a:lnTo>
                  <a:lnTo>
                    <a:pt x="1816216" y="4149625"/>
                  </a:lnTo>
                  <a:lnTo>
                    <a:pt x="1816498" y="4149625"/>
                  </a:lnTo>
                  <a:lnTo>
                    <a:pt x="1817250" y="4149625"/>
                  </a:lnTo>
                  <a:lnTo>
                    <a:pt x="1817344" y="4149625"/>
                  </a:lnTo>
                  <a:lnTo>
                    <a:pt x="1817626" y="4149625"/>
                  </a:lnTo>
                  <a:lnTo>
                    <a:pt x="1819789" y="4144345"/>
                  </a:lnTo>
                  <a:lnTo>
                    <a:pt x="1820541" y="4144345"/>
                  </a:lnTo>
                  <a:lnTo>
                    <a:pt x="1821858" y="4144345"/>
                  </a:lnTo>
                  <a:lnTo>
                    <a:pt x="1822610" y="4139066"/>
                  </a:lnTo>
                  <a:lnTo>
                    <a:pt x="1823174" y="4139066"/>
                  </a:lnTo>
                  <a:lnTo>
                    <a:pt x="1823456" y="4139066"/>
                  </a:lnTo>
                  <a:lnTo>
                    <a:pt x="1824020" y="4139066"/>
                  </a:lnTo>
                  <a:lnTo>
                    <a:pt x="1824772" y="4139066"/>
                  </a:lnTo>
                  <a:lnTo>
                    <a:pt x="1826277" y="4139066"/>
                  </a:lnTo>
                  <a:lnTo>
                    <a:pt x="1827217" y="4139066"/>
                  </a:lnTo>
                  <a:lnTo>
                    <a:pt x="1827781" y="4139066"/>
                  </a:lnTo>
                  <a:lnTo>
                    <a:pt x="1828816" y="4139066"/>
                  </a:lnTo>
                  <a:lnTo>
                    <a:pt x="1829098" y="4139066"/>
                  </a:lnTo>
                  <a:lnTo>
                    <a:pt x="1829474" y="4139066"/>
                  </a:lnTo>
                  <a:lnTo>
                    <a:pt x="1829568" y="4139066"/>
                  </a:lnTo>
                  <a:lnTo>
                    <a:pt x="1829662" y="4139066"/>
                  </a:lnTo>
                  <a:lnTo>
                    <a:pt x="1830790" y="4139066"/>
                  </a:lnTo>
                  <a:lnTo>
                    <a:pt x="1831260" y="4139066"/>
                  </a:lnTo>
                  <a:lnTo>
                    <a:pt x="1832671" y="4139066"/>
                  </a:lnTo>
                  <a:lnTo>
                    <a:pt x="1832953" y="4139066"/>
                  </a:lnTo>
                  <a:lnTo>
                    <a:pt x="1834269" y="4128507"/>
                  </a:lnTo>
                  <a:lnTo>
                    <a:pt x="1834551" y="4128507"/>
                  </a:lnTo>
                  <a:lnTo>
                    <a:pt x="1835491" y="4128507"/>
                  </a:lnTo>
                  <a:lnTo>
                    <a:pt x="1835962" y="4128507"/>
                  </a:lnTo>
                  <a:lnTo>
                    <a:pt x="1836056" y="4123228"/>
                  </a:lnTo>
                  <a:lnTo>
                    <a:pt x="1836244" y="4123228"/>
                  </a:lnTo>
                  <a:lnTo>
                    <a:pt x="1837654" y="4123228"/>
                  </a:lnTo>
                  <a:lnTo>
                    <a:pt x="1838124" y="4123228"/>
                  </a:lnTo>
                  <a:lnTo>
                    <a:pt x="1838406" y="4123228"/>
                  </a:lnTo>
                  <a:lnTo>
                    <a:pt x="1838782" y="4123228"/>
                  </a:lnTo>
                  <a:lnTo>
                    <a:pt x="1839064" y="4123228"/>
                  </a:lnTo>
                  <a:lnTo>
                    <a:pt x="1839723" y="4123228"/>
                  </a:lnTo>
                  <a:lnTo>
                    <a:pt x="1840475" y="4117948"/>
                  </a:lnTo>
                  <a:lnTo>
                    <a:pt x="1840851" y="4117948"/>
                  </a:lnTo>
                  <a:lnTo>
                    <a:pt x="1841791" y="4112669"/>
                  </a:lnTo>
                  <a:lnTo>
                    <a:pt x="1841885" y="4112669"/>
                  </a:lnTo>
                  <a:lnTo>
                    <a:pt x="1842261" y="4112669"/>
                  </a:lnTo>
                  <a:lnTo>
                    <a:pt x="1842355" y="4112669"/>
                  </a:lnTo>
                  <a:lnTo>
                    <a:pt x="1843108" y="4112669"/>
                  </a:lnTo>
                  <a:lnTo>
                    <a:pt x="1844142" y="4112669"/>
                  </a:lnTo>
                  <a:lnTo>
                    <a:pt x="1844330" y="4112669"/>
                  </a:lnTo>
                  <a:lnTo>
                    <a:pt x="1844988" y="4107389"/>
                  </a:lnTo>
                  <a:lnTo>
                    <a:pt x="1845458" y="4107389"/>
                  </a:lnTo>
                  <a:lnTo>
                    <a:pt x="1845740" y="4107389"/>
                  </a:lnTo>
                  <a:lnTo>
                    <a:pt x="1846210" y="4107389"/>
                  </a:lnTo>
                  <a:lnTo>
                    <a:pt x="1846398" y="4102110"/>
                  </a:lnTo>
                  <a:lnTo>
                    <a:pt x="1847245" y="4096830"/>
                  </a:lnTo>
                  <a:lnTo>
                    <a:pt x="1847997" y="4096830"/>
                  </a:lnTo>
                  <a:lnTo>
                    <a:pt x="1848185" y="4096830"/>
                  </a:lnTo>
                  <a:lnTo>
                    <a:pt x="1848373" y="4096830"/>
                  </a:lnTo>
                  <a:lnTo>
                    <a:pt x="1849501" y="4096830"/>
                  </a:lnTo>
                  <a:lnTo>
                    <a:pt x="1850536" y="4096830"/>
                  </a:lnTo>
                  <a:lnTo>
                    <a:pt x="1851006" y="4096830"/>
                  </a:lnTo>
                  <a:lnTo>
                    <a:pt x="1851664" y="4096830"/>
                  </a:lnTo>
                  <a:lnTo>
                    <a:pt x="1852416" y="4096830"/>
                  </a:lnTo>
                  <a:lnTo>
                    <a:pt x="1852980" y="4096830"/>
                  </a:lnTo>
                  <a:lnTo>
                    <a:pt x="1853168" y="4096830"/>
                  </a:lnTo>
                  <a:lnTo>
                    <a:pt x="1853356" y="4096830"/>
                  </a:lnTo>
                  <a:lnTo>
                    <a:pt x="1854861" y="4096830"/>
                  </a:lnTo>
                  <a:lnTo>
                    <a:pt x="1855707" y="4096830"/>
                  </a:lnTo>
                  <a:lnTo>
                    <a:pt x="1857400" y="4091551"/>
                  </a:lnTo>
                  <a:lnTo>
                    <a:pt x="1858434" y="4091551"/>
                  </a:lnTo>
                  <a:lnTo>
                    <a:pt x="1859374" y="4091551"/>
                  </a:lnTo>
                  <a:lnTo>
                    <a:pt x="1859562" y="4086272"/>
                  </a:lnTo>
                  <a:lnTo>
                    <a:pt x="1860126" y="4086272"/>
                  </a:lnTo>
                  <a:lnTo>
                    <a:pt x="1860408" y="4086272"/>
                  </a:lnTo>
                  <a:lnTo>
                    <a:pt x="1862101" y="4080992"/>
                  </a:lnTo>
                  <a:lnTo>
                    <a:pt x="1862383" y="4080992"/>
                  </a:lnTo>
                  <a:lnTo>
                    <a:pt x="1862947" y="4080992"/>
                  </a:lnTo>
                  <a:lnTo>
                    <a:pt x="1863793" y="4080992"/>
                  </a:lnTo>
                  <a:lnTo>
                    <a:pt x="1864264" y="4080992"/>
                  </a:lnTo>
                  <a:lnTo>
                    <a:pt x="1865204" y="4080992"/>
                  </a:lnTo>
                  <a:lnTo>
                    <a:pt x="1866050" y="4080992"/>
                  </a:lnTo>
                  <a:lnTo>
                    <a:pt x="1866802" y="4080992"/>
                  </a:lnTo>
                  <a:lnTo>
                    <a:pt x="1867178" y="4080992"/>
                  </a:lnTo>
                  <a:lnTo>
                    <a:pt x="1867554" y="4075713"/>
                  </a:lnTo>
                  <a:lnTo>
                    <a:pt x="1867837" y="4070433"/>
                  </a:lnTo>
                  <a:lnTo>
                    <a:pt x="1868401" y="4070433"/>
                  </a:lnTo>
                  <a:lnTo>
                    <a:pt x="1868965" y="4070433"/>
                  </a:lnTo>
                  <a:lnTo>
                    <a:pt x="1870281" y="4059875"/>
                  </a:lnTo>
                  <a:lnTo>
                    <a:pt x="1870939" y="4059875"/>
                  </a:lnTo>
                  <a:lnTo>
                    <a:pt x="1871033" y="4059875"/>
                  </a:lnTo>
                  <a:lnTo>
                    <a:pt x="1871598" y="4059875"/>
                  </a:lnTo>
                  <a:lnTo>
                    <a:pt x="1871880" y="4059875"/>
                  </a:lnTo>
                  <a:lnTo>
                    <a:pt x="1872256" y="4059875"/>
                  </a:lnTo>
                  <a:lnTo>
                    <a:pt x="1874418" y="4054595"/>
                  </a:lnTo>
                  <a:lnTo>
                    <a:pt x="1874512" y="4054595"/>
                  </a:lnTo>
                  <a:lnTo>
                    <a:pt x="1875077" y="4054595"/>
                  </a:lnTo>
                  <a:lnTo>
                    <a:pt x="1876017" y="4049316"/>
                  </a:lnTo>
                  <a:lnTo>
                    <a:pt x="1876111" y="4049316"/>
                  </a:lnTo>
                  <a:lnTo>
                    <a:pt x="1876299" y="4049316"/>
                  </a:lnTo>
                  <a:lnTo>
                    <a:pt x="1878838" y="4049316"/>
                  </a:lnTo>
                  <a:lnTo>
                    <a:pt x="1879590" y="4044036"/>
                  </a:lnTo>
                  <a:lnTo>
                    <a:pt x="1879778" y="4044036"/>
                  </a:lnTo>
                  <a:lnTo>
                    <a:pt x="1879966" y="4044036"/>
                  </a:lnTo>
                  <a:lnTo>
                    <a:pt x="1880718" y="4044036"/>
                  </a:lnTo>
                  <a:lnTo>
                    <a:pt x="1880812" y="4044036"/>
                  </a:lnTo>
                  <a:lnTo>
                    <a:pt x="1882223" y="4038757"/>
                  </a:lnTo>
                  <a:lnTo>
                    <a:pt x="1882411" y="4038757"/>
                  </a:lnTo>
                  <a:lnTo>
                    <a:pt x="1883257" y="4033477"/>
                  </a:lnTo>
                  <a:lnTo>
                    <a:pt x="1884197" y="4033477"/>
                  </a:lnTo>
                  <a:lnTo>
                    <a:pt x="1884949" y="4033477"/>
                  </a:lnTo>
                  <a:lnTo>
                    <a:pt x="1885419" y="4033477"/>
                  </a:lnTo>
                  <a:lnTo>
                    <a:pt x="1885608" y="4028198"/>
                  </a:lnTo>
                  <a:lnTo>
                    <a:pt x="1885984" y="4028198"/>
                  </a:lnTo>
                  <a:lnTo>
                    <a:pt x="1886172" y="4028198"/>
                  </a:lnTo>
                  <a:lnTo>
                    <a:pt x="1886266" y="4022919"/>
                  </a:lnTo>
                  <a:lnTo>
                    <a:pt x="1887488" y="4022919"/>
                  </a:lnTo>
                  <a:lnTo>
                    <a:pt x="1888710" y="4022919"/>
                  </a:lnTo>
                  <a:lnTo>
                    <a:pt x="1889275" y="4017639"/>
                  </a:lnTo>
                  <a:lnTo>
                    <a:pt x="1889651" y="4017639"/>
                  </a:lnTo>
                  <a:lnTo>
                    <a:pt x="1890685" y="4012360"/>
                  </a:lnTo>
                  <a:lnTo>
                    <a:pt x="1891343" y="4012360"/>
                  </a:lnTo>
                  <a:lnTo>
                    <a:pt x="1892283" y="4012360"/>
                  </a:lnTo>
                  <a:lnTo>
                    <a:pt x="1892848" y="4012360"/>
                  </a:lnTo>
                  <a:lnTo>
                    <a:pt x="1893036" y="4012360"/>
                  </a:lnTo>
                  <a:lnTo>
                    <a:pt x="1893130" y="4012360"/>
                  </a:lnTo>
                  <a:lnTo>
                    <a:pt x="1894352" y="4012360"/>
                  </a:lnTo>
                  <a:lnTo>
                    <a:pt x="1895010" y="4012360"/>
                  </a:lnTo>
                  <a:lnTo>
                    <a:pt x="1895574" y="4012360"/>
                  </a:lnTo>
                  <a:lnTo>
                    <a:pt x="1895950" y="4012360"/>
                  </a:lnTo>
                  <a:lnTo>
                    <a:pt x="1897737" y="4007080"/>
                  </a:lnTo>
                  <a:lnTo>
                    <a:pt x="1898207" y="4007080"/>
                  </a:lnTo>
                  <a:lnTo>
                    <a:pt x="1899806" y="4007080"/>
                  </a:lnTo>
                  <a:lnTo>
                    <a:pt x="1900276" y="4007080"/>
                  </a:lnTo>
                  <a:lnTo>
                    <a:pt x="1901122" y="4007080"/>
                  </a:lnTo>
                  <a:lnTo>
                    <a:pt x="1903849" y="4007080"/>
                  </a:lnTo>
                  <a:lnTo>
                    <a:pt x="1904601" y="4007080"/>
                  </a:lnTo>
                  <a:lnTo>
                    <a:pt x="1904883" y="4007080"/>
                  </a:lnTo>
                  <a:lnTo>
                    <a:pt x="1906293" y="4007080"/>
                  </a:lnTo>
                  <a:lnTo>
                    <a:pt x="1906858" y="4001801"/>
                  </a:lnTo>
                  <a:lnTo>
                    <a:pt x="1906952" y="4001801"/>
                  </a:lnTo>
                  <a:lnTo>
                    <a:pt x="1907704" y="3996521"/>
                  </a:lnTo>
                  <a:lnTo>
                    <a:pt x="1909020" y="3996521"/>
                  </a:lnTo>
                  <a:lnTo>
                    <a:pt x="1909584" y="3996521"/>
                  </a:lnTo>
                  <a:lnTo>
                    <a:pt x="1909960" y="3996521"/>
                  </a:lnTo>
                  <a:lnTo>
                    <a:pt x="1910148" y="3996521"/>
                  </a:lnTo>
                  <a:lnTo>
                    <a:pt x="1910525" y="3996521"/>
                  </a:lnTo>
                  <a:lnTo>
                    <a:pt x="1910995" y="3996521"/>
                  </a:lnTo>
                  <a:lnTo>
                    <a:pt x="1911559" y="3996521"/>
                  </a:lnTo>
                  <a:lnTo>
                    <a:pt x="1912875" y="3996521"/>
                  </a:lnTo>
                  <a:lnTo>
                    <a:pt x="1912969" y="3991242"/>
                  </a:lnTo>
                  <a:lnTo>
                    <a:pt x="1913439" y="3991242"/>
                  </a:lnTo>
                  <a:lnTo>
                    <a:pt x="1914568" y="3985963"/>
                  </a:lnTo>
                  <a:lnTo>
                    <a:pt x="1915226" y="3985963"/>
                  </a:lnTo>
                  <a:lnTo>
                    <a:pt x="1915602" y="3985963"/>
                  </a:lnTo>
                  <a:lnTo>
                    <a:pt x="1916448" y="3985963"/>
                  </a:lnTo>
                  <a:lnTo>
                    <a:pt x="1916542" y="3985963"/>
                  </a:lnTo>
                  <a:lnTo>
                    <a:pt x="1917106" y="3985963"/>
                  </a:lnTo>
                  <a:lnTo>
                    <a:pt x="1917859" y="3985963"/>
                  </a:lnTo>
                  <a:lnTo>
                    <a:pt x="1920491" y="3980683"/>
                  </a:lnTo>
                  <a:lnTo>
                    <a:pt x="1921150" y="3975404"/>
                  </a:lnTo>
                  <a:lnTo>
                    <a:pt x="1921338" y="3975404"/>
                  </a:lnTo>
                  <a:lnTo>
                    <a:pt x="1921620" y="3975404"/>
                  </a:lnTo>
                  <a:lnTo>
                    <a:pt x="1922654" y="3975404"/>
                  </a:lnTo>
                  <a:lnTo>
                    <a:pt x="1923030" y="3975404"/>
                  </a:lnTo>
                  <a:lnTo>
                    <a:pt x="1923688" y="3975404"/>
                  </a:lnTo>
                  <a:lnTo>
                    <a:pt x="1924252" y="3975404"/>
                  </a:lnTo>
                  <a:lnTo>
                    <a:pt x="1924346" y="3975404"/>
                  </a:lnTo>
                  <a:lnTo>
                    <a:pt x="1924629" y="3970124"/>
                  </a:lnTo>
                  <a:lnTo>
                    <a:pt x="1925381" y="3964845"/>
                  </a:lnTo>
                  <a:lnTo>
                    <a:pt x="1926697" y="3964845"/>
                  </a:lnTo>
                  <a:lnTo>
                    <a:pt x="1927167" y="3964845"/>
                  </a:lnTo>
                  <a:lnTo>
                    <a:pt x="1928013" y="3959565"/>
                  </a:lnTo>
                  <a:lnTo>
                    <a:pt x="1928578" y="3959565"/>
                  </a:lnTo>
                  <a:lnTo>
                    <a:pt x="1929142" y="3959565"/>
                  </a:lnTo>
                  <a:lnTo>
                    <a:pt x="1929518" y="3959565"/>
                  </a:lnTo>
                  <a:lnTo>
                    <a:pt x="1930364" y="3959565"/>
                  </a:lnTo>
                  <a:lnTo>
                    <a:pt x="1931116" y="3959565"/>
                  </a:lnTo>
                  <a:lnTo>
                    <a:pt x="1931775" y="3959565"/>
                  </a:lnTo>
                  <a:lnTo>
                    <a:pt x="1932057" y="3959565"/>
                  </a:lnTo>
                  <a:lnTo>
                    <a:pt x="1932151" y="3959565"/>
                  </a:lnTo>
                  <a:lnTo>
                    <a:pt x="1932997" y="3959565"/>
                  </a:lnTo>
                  <a:lnTo>
                    <a:pt x="1933279" y="3954286"/>
                  </a:lnTo>
                  <a:lnTo>
                    <a:pt x="1933749" y="3954286"/>
                  </a:lnTo>
                  <a:lnTo>
                    <a:pt x="1934501" y="3954286"/>
                  </a:lnTo>
                  <a:lnTo>
                    <a:pt x="1934783" y="3954286"/>
                  </a:lnTo>
                  <a:lnTo>
                    <a:pt x="1935724" y="3954286"/>
                  </a:lnTo>
                  <a:lnTo>
                    <a:pt x="1938450" y="3954286"/>
                  </a:lnTo>
                  <a:lnTo>
                    <a:pt x="1938921" y="3954286"/>
                  </a:lnTo>
                  <a:lnTo>
                    <a:pt x="1939203" y="3954286"/>
                  </a:lnTo>
                  <a:lnTo>
                    <a:pt x="1939579" y="3954286"/>
                  </a:lnTo>
                  <a:lnTo>
                    <a:pt x="1940049" y="3954286"/>
                  </a:lnTo>
                  <a:lnTo>
                    <a:pt x="1940237" y="3954286"/>
                  </a:lnTo>
                  <a:lnTo>
                    <a:pt x="1940613" y="3954286"/>
                  </a:lnTo>
                  <a:lnTo>
                    <a:pt x="1942776" y="3954286"/>
                  </a:lnTo>
                  <a:lnTo>
                    <a:pt x="1943434" y="3954286"/>
                  </a:lnTo>
                  <a:lnTo>
                    <a:pt x="1944092" y="3954286"/>
                  </a:lnTo>
                  <a:lnTo>
                    <a:pt x="1944186" y="3954286"/>
                  </a:lnTo>
                  <a:lnTo>
                    <a:pt x="1944844" y="3954286"/>
                  </a:lnTo>
                  <a:lnTo>
                    <a:pt x="1945314" y="3954286"/>
                  </a:lnTo>
                  <a:lnTo>
                    <a:pt x="1945690" y="3954286"/>
                  </a:lnTo>
                  <a:lnTo>
                    <a:pt x="1947007" y="3954286"/>
                  </a:lnTo>
                  <a:lnTo>
                    <a:pt x="1948135" y="3954286"/>
                  </a:lnTo>
                  <a:lnTo>
                    <a:pt x="1950016" y="3949007"/>
                  </a:lnTo>
                  <a:lnTo>
                    <a:pt x="1950204" y="3949007"/>
                  </a:lnTo>
                  <a:lnTo>
                    <a:pt x="1950298" y="3949007"/>
                  </a:lnTo>
                  <a:lnTo>
                    <a:pt x="1951614" y="3949007"/>
                  </a:lnTo>
                  <a:lnTo>
                    <a:pt x="1952366" y="3949007"/>
                  </a:lnTo>
                  <a:lnTo>
                    <a:pt x="1952742" y="3938448"/>
                  </a:lnTo>
                  <a:lnTo>
                    <a:pt x="1952931" y="3938448"/>
                  </a:lnTo>
                  <a:lnTo>
                    <a:pt x="1953025" y="3938448"/>
                  </a:lnTo>
                  <a:lnTo>
                    <a:pt x="1953307" y="3938448"/>
                  </a:lnTo>
                  <a:lnTo>
                    <a:pt x="1954153" y="3938448"/>
                  </a:lnTo>
                  <a:lnTo>
                    <a:pt x="1954341" y="3938448"/>
                  </a:lnTo>
                  <a:lnTo>
                    <a:pt x="1954905" y="3938448"/>
                  </a:lnTo>
                  <a:lnTo>
                    <a:pt x="1955563" y="3938448"/>
                  </a:lnTo>
                  <a:lnTo>
                    <a:pt x="1956221" y="3938448"/>
                  </a:lnTo>
                  <a:lnTo>
                    <a:pt x="1957914" y="3927889"/>
                  </a:lnTo>
                  <a:lnTo>
                    <a:pt x="1958196" y="3927889"/>
                  </a:lnTo>
                  <a:lnTo>
                    <a:pt x="1958666" y="3927889"/>
                  </a:lnTo>
                  <a:lnTo>
                    <a:pt x="1959983" y="3927889"/>
                  </a:lnTo>
                  <a:lnTo>
                    <a:pt x="1960077" y="3927889"/>
                  </a:lnTo>
                  <a:lnTo>
                    <a:pt x="1960735" y="3922610"/>
                  </a:lnTo>
                  <a:lnTo>
                    <a:pt x="1960923" y="3922610"/>
                  </a:lnTo>
                  <a:lnTo>
                    <a:pt x="1962709" y="3922610"/>
                  </a:lnTo>
                  <a:lnTo>
                    <a:pt x="1962991" y="3922610"/>
                  </a:lnTo>
                  <a:lnTo>
                    <a:pt x="1963179" y="3922610"/>
                  </a:lnTo>
                  <a:lnTo>
                    <a:pt x="1964496" y="3922610"/>
                  </a:lnTo>
                  <a:lnTo>
                    <a:pt x="1964778" y="3922610"/>
                  </a:lnTo>
                  <a:lnTo>
                    <a:pt x="1965624" y="3922610"/>
                  </a:lnTo>
                  <a:lnTo>
                    <a:pt x="1966658" y="3917330"/>
                  </a:lnTo>
                  <a:lnTo>
                    <a:pt x="1967787" y="3912051"/>
                  </a:lnTo>
                  <a:lnTo>
                    <a:pt x="1969761" y="3906771"/>
                  </a:lnTo>
                  <a:lnTo>
                    <a:pt x="1970796" y="3901492"/>
                  </a:lnTo>
                  <a:lnTo>
                    <a:pt x="1971266" y="3901492"/>
                  </a:lnTo>
                  <a:lnTo>
                    <a:pt x="1971360" y="3901492"/>
                  </a:lnTo>
                  <a:lnTo>
                    <a:pt x="1972488" y="3901492"/>
                  </a:lnTo>
                  <a:lnTo>
                    <a:pt x="1973052" y="3901492"/>
                  </a:lnTo>
                  <a:lnTo>
                    <a:pt x="1973522" y="3901492"/>
                  </a:lnTo>
                  <a:lnTo>
                    <a:pt x="1973992" y="3901492"/>
                  </a:lnTo>
                  <a:lnTo>
                    <a:pt x="1974651" y="3901492"/>
                  </a:lnTo>
                  <a:lnTo>
                    <a:pt x="1975215" y="3901492"/>
                  </a:lnTo>
                  <a:lnTo>
                    <a:pt x="1976061" y="3896212"/>
                  </a:lnTo>
                  <a:lnTo>
                    <a:pt x="1976719" y="3896212"/>
                  </a:lnTo>
                  <a:lnTo>
                    <a:pt x="1977189" y="3896212"/>
                  </a:lnTo>
                  <a:lnTo>
                    <a:pt x="1978600" y="3896212"/>
                  </a:lnTo>
                  <a:lnTo>
                    <a:pt x="1978976" y="3896212"/>
                  </a:lnTo>
                  <a:lnTo>
                    <a:pt x="1979352" y="3896212"/>
                  </a:lnTo>
                  <a:lnTo>
                    <a:pt x="1980104" y="3896212"/>
                  </a:lnTo>
                  <a:lnTo>
                    <a:pt x="1980574" y="3896212"/>
                  </a:lnTo>
                  <a:lnTo>
                    <a:pt x="1981327" y="3896212"/>
                  </a:lnTo>
                  <a:lnTo>
                    <a:pt x="1981609" y="3896212"/>
                  </a:lnTo>
                  <a:lnTo>
                    <a:pt x="1982549" y="3896212"/>
                  </a:lnTo>
                  <a:lnTo>
                    <a:pt x="1982737" y="3896212"/>
                  </a:lnTo>
                  <a:lnTo>
                    <a:pt x="1983395" y="3896212"/>
                  </a:lnTo>
                  <a:lnTo>
                    <a:pt x="1983959" y="3896212"/>
                  </a:lnTo>
                  <a:lnTo>
                    <a:pt x="1984241" y="3896212"/>
                  </a:lnTo>
                  <a:lnTo>
                    <a:pt x="1985088" y="3896212"/>
                  </a:lnTo>
                  <a:lnTo>
                    <a:pt x="1986498" y="3896212"/>
                  </a:lnTo>
                  <a:lnTo>
                    <a:pt x="1986780" y="3896212"/>
                  </a:lnTo>
                  <a:lnTo>
                    <a:pt x="1986780" y="3880374"/>
                  </a:lnTo>
                  <a:lnTo>
                    <a:pt x="1987062" y="3880374"/>
                  </a:lnTo>
                  <a:lnTo>
                    <a:pt x="1988379" y="3880374"/>
                  </a:lnTo>
                  <a:lnTo>
                    <a:pt x="1989225" y="3880374"/>
                  </a:lnTo>
                  <a:lnTo>
                    <a:pt x="1989319" y="3880374"/>
                  </a:lnTo>
                  <a:lnTo>
                    <a:pt x="1990165" y="3875095"/>
                  </a:lnTo>
                  <a:lnTo>
                    <a:pt x="1990823" y="3875095"/>
                  </a:lnTo>
                  <a:lnTo>
                    <a:pt x="1991293" y="3875095"/>
                  </a:lnTo>
                  <a:lnTo>
                    <a:pt x="1991387" y="3875095"/>
                  </a:lnTo>
                  <a:lnTo>
                    <a:pt x="1991481" y="3875095"/>
                  </a:lnTo>
                  <a:lnTo>
                    <a:pt x="1992610" y="3875095"/>
                  </a:lnTo>
                  <a:lnTo>
                    <a:pt x="1993738" y="3875095"/>
                  </a:lnTo>
                  <a:lnTo>
                    <a:pt x="1994678" y="3875095"/>
                  </a:lnTo>
                  <a:lnTo>
                    <a:pt x="1994866" y="3875095"/>
                  </a:lnTo>
                  <a:lnTo>
                    <a:pt x="1995619" y="3869815"/>
                  </a:lnTo>
                  <a:lnTo>
                    <a:pt x="1995807" y="3869815"/>
                  </a:lnTo>
                  <a:lnTo>
                    <a:pt x="1999004" y="3869815"/>
                  </a:lnTo>
                  <a:lnTo>
                    <a:pt x="1999380" y="3869815"/>
                  </a:lnTo>
                  <a:lnTo>
                    <a:pt x="1999944" y="3869815"/>
                  </a:lnTo>
                  <a:lnTo>
                    <a:pt x="2000602" y="3869815"/>
                  </a:lnTo>
                  <a:lnTo>
                    <a:pt x="2001260" y="3869815"/>
                  </a:lnTo>
                  <a:lnTo>
                    <a:pt x="2003047" y="3869815"/>
                  </a:lnTo>
                  <a:lnTo>
                    <a:pt x="2003517" y="3869815"/>
                  </a:lnTo>
                  <a:lnTo>
                    <a:pt x="2003611" y="3864536"/>
                  </a:lnTo>
                  <a:lnTo>
                    <a:pt x="2004081" y="3864536"/>
                  </a:lnTo>
                  <a:lnTo>
                    <a:pt x="2004175" y="3864536"/>
                  </a:lnTo>
                  <a:lnTo>
                    <a:pt x="2005115" y="3864536"/>
                  </a:lnTo>
                  <a:lnTo>
                    <a:pt x="2006620" y="3848698"/>
                  </a:lnTo>
                  <a:lnTo>
                    <a:pt x="2007748" y="3848698"/>
                  </a:lnTo>
                  <a:lnTo>
                    <a:pt x="2009158" y="3843418"/>
                  </a:lnTo>
                  <a:lnTo>
                    <a:pt x="2009817" y="3843418"/>
                  </a:lnTo>
                  <a:lnTo>
                    <a:pt x="2010381" y="3843418"/>
                  </a:lnTo>
                  <a:lnTo>
                    <a:pt x="2011415" y="3843418"/>
                  </a:lnTo>
                  <a:lnTo>
                    <a:pt x="2011603" y="3843418"/>
                  </a:lnTo>
                  <a:lnTo>
                    <a:pt x="2012355" y="3843418"/>
                  </a:lnTo>
                  <a:lnTo>
                    <a:pt x="2012449" y="3843418"/>
                  </a:lnTo>
                  <a:lnTo>
                    <a:pt x="2015082" y="3843418"/>
                  </a:lnTo>
                  <a:lnTo>
                    <a:pt x="2015646" y="3843418"/>
                  </a:lnTo>
                  <a:lnTo>
                    <a:pt x="2015834" y="3843418"/>
                  </a:lnTo>
                  <a:lnTo>
                    <a:pt x="2016022" y="3843418"/>
                  </a:lnTo>
                  <a:lnTo>
                    <a:pt x="2016210" y="3843418"/>
                  </a:lnTo>
                  <a:lnTo>
                    <a:pt x="2016681" y="3843418"/>
                  </a:lnTo>
                  <a:lnTo>
                    <a:pt x="2016869" y="3843418"/>
                  </a:lnTo>
                  <a:lnTo>
                    <a:pt x="2017245" y="3843418"/>
                  </a:lnTo>
                  <a:lnTo>
                    <a:pt x="2017715" y="3843418"/>
                  </a:lnTo>
                  <a:lnTo>
                    <a:pt x="2018749" y="3838139"/>
                  </a:lnTo>
                  <a:lnTo>
                    <a:pt x="2020065" y="3838139"/>
                  </a:lnTo>
                  <a:lnTo>
                    <a:pt x="2022416" y="3838139"/>
                  </a:lnTo>
                  <a:lnTo>
                    <a:pt x="2022604" y="3838139"/>
                  </a:lnTo>
                  <a:lnTo>
                    <a:pt x="2023074" y="3838139"/>
                  </a:lnTo>
                  <a:lnTo>
                    <a:pt x="2023733" y="3838139"/>
                  </a:lnTo>
                  <a:lnTo>
                    <a:pt x="2024297" y="3838139"/>
                  </a:lnTo>
                  <a:lnTo>
                    <a:pt x="2024955" y="3838139"/>
                  </a:lnTo>
                  <a:lnTo>
                    <a:pt x="2026741" y="3832859"/>
                  </a:lnTo>
                  <a:lnTo>
                    <a:pt x="2027400" y="3827580"/>
                  </a:lnTo>
                  <a:lnTo>
                    <a:pt x="2027682" y="3827580"/>
                  </a:lnTo>
                  <a:lnTo>
                    <a:pt x="2028528" y="3827580"/>
                  </a:lnTo>
                  <a:lnTo>
                    <a:pt x="2028622" y="3827580"/>
                  </a:lnTo>
                  <a:lnTo>
                    <a:pt x="2029374" y="3827580"/>
                  </a:lnTo>
                  <a:lnTo>
                    <a:pt x="2030784" y="3822301"/>
                  </a:lnTo>
                  <a:lnTo>
                    <a:pt x="2031349" y="3822301"/>
                  </a:lnTo>
                  <a:lnTo>
                    <a:pt x="2032101" y="3822301"/>
                  </a:lnTo>
                  <a:lnTo>
                    <a:pt x="2033981" y="3822301"/>
                  </a:lnTo>
                  <a:lnTo>
                    <a:pt x="2034075" y="3822301"/>
                  </a:lnTo>
                  <a:lnTo>
                    <a:pt x="2035016" y="3822301"/>
                  </a:lnTo>
                  <a:lnTo>
                    <a:pt x="2035956" y="3822301"/>
                  </a:lnTo>
                  <a:lnTo>
                    <a:pt x="2038401" y="3822301"/>
                  </a:lnTo>
                  <a:lnTo>
                    <a:pt x="2039153" y="3817021"/>
                  </a:lnTo>
                  <a:lnTo>
                    <a:pt x="2039999" y="3817021"/>
                  </a:lnTo>
                  <a:lnTo>
                    <a:pt x="2040469" y="3817021"/>
                  </a:lnTo>
                  <a:lnTo>
                    <a:pt x="2040939" y="3817021"/>
                  </a:lnTo>
                  <a:lnTo>
                    <a:pt x="2042350" y="3817021"/>
                  </a:lnTo>
                  <a:lnTo>
                    <a:pt x="2042350" y="3811742"/>
                  </a:lnTo>
                  <a:lnTo>
                    <a:pt x="2043760" y="3806462"/>
                  </a:lnTo>
                  <a:lnTo>
                    <a:pt x="2046205" y="3801183"/>
                  </a:lnTo>
                  <a:lnTo>
                    <a:pt x="2046863" y="3801183"/>
                  </a:lnTo>
                  <a:lnTo>
                    <a:pt x="2047239" y="3801183"/>
                  </a:lnTo>
                  <a:lnTo>
                    <a:pt x="2047991" y="3801183"/>
                  </a:lnTo>
                  <a:lnTo>
                    <a:pt x="2048179" y="3801183"/>
                  </a:lnTo>
                  <a:lnTo>
                    <a:pt x="2048650" y="3801183"/>
                  </a:lnTo>
                  <a:lnTo>
                    <a:pt x="2049026" y="3801183"/>
                  </a:lnTo>
                  <a:lnTo>
                    <a:pt x="2049966" y="3801183"/>
                  </a:lnTo>
                  <a:lnTo>
                    <a:pt x="2050624" y="3801183"/>
                  </a:lnTo>
                  <a:lnTo>
                    <a:pt x="2050812" y="3801183"/>
                  </a:lnTo>
                  <a:lnTo>
                    <a:pt x="2051940" y="3801183"/>
                  </a:lnTo>
                  <a:lnTo>
                    <a:pt x="2052505" y="3795903"/>
                  </a:lnTo>
                  <a:lnTo>
                    <a:pt x="2052787" y="3795903"/>
                  </a:lnTo>
                  <a:lnTo>
                    <a:pt x="2052975" y="3795903"/>
                  </a:lnTo>
                  <a:lnTo>
                    <a:pt x="2053351" y="3795903"/>
                  </a:lnTo>
                  <a:lnTo>
                    <a:pt x="2054291" y="3795903"/>
                  </a:lnTo>
                  <a:lnTo>
                    <a:pt x="2055607" y="3795903"/>
                  </a:lnTo>
                  <a:lnTo>
                    <a:pt x="2056642" y="3795903"/>
                  </a:lnTo>
                  <a:lnTo>
                    <a:pt x="2056736" y="3795903"/>
                  </a:lnTo>
                  <a:lnTo>
                    <a:pt x="2057018" y="3795903"/>
                  </a:lnTo>
                  <a:lnTo>
                    <a:pt x="2061061" y="3795903"/>
                  </a:lnTo>
                  <a:lnTo>
                    <a:pt x="2061625" y="3795903"/>
                  </a:lnTo>
                  <a:lnTo>
                    <a:pt x="2062848" y="3795903"/>
                  </a:lnTo>
                  <a:lnTo>
                    <a:pt x="2063506" y="3795903"/>
                  </a:lnTo>
                  <a:lnTo>
                    <a:pt x="2063788" y="3795903"/>
                  </a:lnTo>
                  <a:lnTo>
                    <a:pt x="2064070" y="3795903"/>
                  </a:lnTo>
                  <a:lnTo>
                    <a:pt x="2064352" y="3790624"/>
                  </a:lnTo>
                  <a:lnTo>
                    <a:pt x="2064634" y="3790624"/>
                  </a:lnTo>
                  <a:lnTo>
                    <a:pt x="2065480" y="3790624"/>
                  </a:lnTo>
                  <a:lnTo>
                    <a:pt x="2065762" y="3790624"/>
                  </a:lnTo>
                  <a:lnTo>
                    <a:pt x="2067079" y="3790624"/>
                  </a:lnTo>
                  <a:lnTo>
                    <a:pt x="2067173" y="3790624"/>
                  </a:lnTo>
                  <a:lnTo>
                    <a:pt x="2067267" y="3790624"/>
                  </a:lnTo>
                  <a:lnTo>
                    <a:pt x="2068865" y="3790624"/>
                  </a:lnTo>
                  <a:lnTo>
                    <a:pt x="2070276" y="3790624"/>
                  </a:lnTo>
                  <a:lnTo>
                    <a:pt x="2071216" y="3790624"/>
                  </a:lnTo>
                  <a:lnTo>
                    <a:pt x="2071780" y="3790624"/>
                  </a:lnTo>
                  <a:lnTo>
                    <a:pt x="2072626" y="3790624"/>
                  </a:lnTo>
                  <a:lnTo>
                    <a:pt x="2073002" y="3790624"/>
                  </a:lnTo>
                  <a:lnTo>
                    <a:pt x="2073379" y="3790624"/>
                  </a:lnTo>
                  <a:lnTo>
                    <a:pt x="2075353" y="3785345"/>
                  </a:lnTo>
                  <a:lnTo>
                    <a:pt x="2075917" y="3785345"/>
                  </a:lnTo>
                  <a:lnTo>
                    <a:pt x="2076481" y="3785345"/>
                  </a:lnTo>
                  <a:lnTo>
                    <a:pt x="2076857" y="3785345"/>
                  </a:lnTo>
                  <a:lnTo>
                    <a:pt x="2077234" y="3785345"/>
                  </a:lnTo>
                  <a:lnTo>
                    <a:pt x="2077422" y="3785345"/>
                  </a:lnTo>
                  <a:lnTo>
                    <a:pt x="2079020" y="3780065"/>
                  </a:lnTo>
                  <a:lnTo>
                    <a:pt x="2080148" y="3780065"/>
                  </a:lnTo>
                  <a:lnTo>
                    <a:pt x="2080995" y="3780065"/>
                  </a:lnTo>
                  <a:lnTo>
                    <a:pt x="2082593" y="3769506"/>
                  </a:lnTo>
                  <a:lnTo>
                    <a:pt x="2083909" y="3769506"/>
                  </a:lnTo>
                  <a:lnTo>
                    <a:pt x="2084286" y="3769506"/>
                  </a:lnTo>
                  <a:lnTo>
                    <a:pt x="2084662" y="3764227"/>
                  </a:lnTo>
                  <a:lnTo>
                    <a:pt x="2085132" y="3758947"/>
                  </a:lnTo>
                  <a:lnTo>
                    <a:pt x="2085320" y="3758947"/>
                  </a:lnTo>
                  <a:lnTo>
                    <a:pt x="2085790" y="3758947"/>
                  </a:lnTo>
                  <a:lnTo>
                    <a:pt x="2086824" y="3758947"/>
                  </a:lnTo>
                  <a:lnTo>
                    <a:pt x="2087765" y="3758947"/>
                  </a:lnTo>
                  <a:lnTo>
                    <a:pt x="2088047" y="3758947"/>
                  </a:lnTo>
                  <a:lnTo>
                    <a:pt x="2090491" y="3748389"/>
                  </a:lnTo>
                  <a:lnTo>
                    <a:pt x="2090585" y="3748389"/>
                  </a:lnTo>
                  <a:lnTo>
                    <a:pt x="2091808" y="3748389"/>
                  </a:lnTo>
                  <a:lnTo>
                    <a:pt x="2092466" y="3748389"/>
                  </a:lnTo>
                  <a:lnTo>
                    <a:pt x="2093594" y="3748389"/>
                  </a:lnTo>
                  <a:lnTo>
                    <a:pt x="2094629" y="3748389"/>
                  </a:lnTo>
                  <a:lnTo>
                    <a:pt x="2095757" y="3748389"/>
                  </a:lnTo>
                  <a:lnTo>
                    <a:pt x="2096697" y="3748389"/>
                  </a:lnTo>
                  <a:lnTo>
                    <a:pt x="2096979" y="3748389"/>
                  </a:lnTo>
                  <a:lnTo>
                    <a:pt x="2097637" y="3748389"/>
                  </a:lnTo>
                  <a:lnTo>
                    <a:pt x="2097731" y="3748389"/>
                  </a:lnTo>
                  <a:lnTo>
                    <a:pt x="2098013" y="3748389"/>
                  </a:lnTo>
                  <a:lnTo>
                    <a:pt x="2098954" y="3748389"/>
                  </a:lnTo>
                  <a:lnTo>
                    <a:pt x="2099142" y="3748389"/>
                  </a:lnTo>
                  <a:lnTo>
                    <a:pt x="2099988" y="3748389"/>
                  </a:lnTo>
                  <a:lnTo>
                    <a:pt x="2100740" y="3748389"/>
                  </a:lnTo>
                  <a:lnTo>
                    <a:pt x="2102715" y="3748389"/>
                  </a:lnTo>
                  <a:lnTo>
                    <a:pt x="2103279" y="3748389"/>
                  </a:lnTo>
                  <a:lnTo>
                    <a:pt x="2104595" y="3748389"/>
                  </a:lnTo>
                  <a:lnTo>
                    <a:pt x="2105159" y="3748389"/>
                  </a:lnTo>
                  <a:lnTo>
                    <a:pt x="2106288" y="3748389"/>
                  </a:lnTo>
                  <a:lnTo>
                    <a:pt x="2106758" y="3748389"/>
                  </a:lnTo>
                  <a:lnTo>
                    <a:pt x="2107228" y="3748389"/>
                  </a:lnTo>
                  <a:lnTo>
                    <a:pt x="2108074" y="3748389"/>
                  </a:lnTo>
                  <a:lnTo>
                    <a:pt x="2108450" y="3748389"/>
                  </a:lnTo>
                  <a:lnTo>
                    <a:pt x="2108827" y="3748389"/>
                  </a:lnTo>
                  <a:lnTo>
                    <a:pt x="2110143" y="3743109"/>
                  </a:lnTo>
                  <a:lnTo>
                    <a:pt x="2111741" y="3743109"/>
                  </a:lnTo>
                  <a:lnTo>
                    <a:pt x="2112682" y="3743109"/>
                  </a:lnTo>
                  <a:lnTo>
                    <a:pt x="2114280" y="3743109"/>
                  </a:lnTo>
                  <a:lnTo>
                    <a:pt x="2115126" y="3743109"/>
                  </a:lnTo>
                  <a:lnTo>
                    <a:pt x="2115314" y="3743109"/>
                  </a:lnTo>
                  <a:lnTo>
                    <a:pt x="2115879" y="3743109"/>
                  </a:lnTo>
                  <a:lnTo>
                    <a:pt x="2117007" y="3743109"/>
                  </a:lnTo>
                  <a:lnTo>
                    <a:pt x="2117947" y="3743109"/>
                  </a:lnTo>
                  <a:lnTo>
                    <a:pt x="2119922" y="3743109"/>
                  </a:lnTo>
                  <a:lnTo>
                    <a:pt x="2120204" y="3737830"/>
                  </a:lnTo>
                  <a:lnTo>
                    <a:pt x="2121144" y="3737830"/>
                  </a:lnTo>
                  <a:lnTo>
                    <a:pt x="2122178" y="3727271"/>
                  </a:lnTo>
                  <a:lnTo>
                    <a:pt x="2122460" y="3727271"/>
                  </a:lnTo>
                  <a:lnTo>
                    <a:pt x="2122930" y="3727271"/>
                  </a:lnTo>
                  <a:lnTo>
                    <a:pt x="2123495" y="3727271"/>
                  </a:lnTo>
                  <a:lnTo>
                    <a:pt x="2123965" y="3727271"/>
                  </a:lnTo>
                  <a:lnTo>
                    <a:pt x="2124905" y="3721992"/>
                  </a:lnTo>
                  <a:lnTo>
                    <a:pt x="2126033" y="3721992"/>
                  </a:lnTo>
                  <a:lnTo>
                    <a:pt x="2127444" y="3716712"/>
                  </a:lnTo>
                  <a:lnTo>
                    <a:pt x="2128102" y="3716712"/>
                  </a:lnTo>
                  <a:lnTo>
                    <a:pt x="2128384" y="3716712"/>
                  </a:lnTo>
                  <a:lnTo>
                    <a:pt x="2129136" y="3716712"/>
                  </a:lnTo>
                  <a:lnTo>
                    <a:pt x="2130265" y="3711433"/>
                  </a:lnTo>
                  <a:lnTo>
                    <a:pt x="2130923" y="3711433"/>
                  </a:lnTo>
                  <a:lnTo>
                    <a:pt x="2131017" y="3711433"/>
                  </a:lnTo>
                  <a:lnTo>
                    <a:pt x="2131957" y="3711433"/>
                  </a:lnTo>
                  <a:lnTo>
                    <a:pt x="2132991" y="3706153"/>
                  </a:lnTo>
                  <a:lnTo>
                    <a:pt x="2133367" y="3706153"/>
                  </a:lnTo>
                  <a:lnTo>
                    <a:pt x="2134402" y="3700874"/>
                  </a:lnTo>
                  <a:lnTo>
                    <a:pt x="2136564" y="3700874"/>
                  </a:lnTo>
                  <a:lnTo>
                    <a:pt x="2137223" y="3700874"/>
                  </a:lnTo>
                  <a:lnTo>
                    <a:pt x="2137317" y="3700874"/>
                  </a:lnTo>
                  <a:lnTo>
                    <a:pt x="2138257" y="3695594"/>
                  </a:lnTo>
                  <a:lnTo>
                    <a:pt x="2138633" y="3695594"/>
                  </a:lnTo>
                  <a:lnTo>
                    <a:pt x="2139573" y="3695594"/>
                  </a:lnTo>
                  <a:lnTo>
                    <a:pt x="2142018" y="3690315"/>
                  </a:lnTo>
                  <a:lnTo>
                    <a:pt x="2142770" y="3690315"/>
                  </a:lnTo>
                  <a:lnTo>
                    <a:pt x="2143146" y="3690315"/>
                  </a:lnTo>
                  <a:lnTo>
                    <a:pt x="2143334" y="3690315"/>
                  </a:lnTo>
                  <a:lnTo>
                    <a:pt x="2143428" y="3690315"/>
                  </a:lnTo>
                  <a:lnTo>
                    <a:pt x="2143522" y="3690315"/>
                  </a:lnTo>
                  <a:lnTo>
                    <a:pt x="2144086" y="3690315"/>
                  </a:lnTo>
                  <a:lnTo>
                    <a:pt x="2146907" y="3685036"/>
                  </a:lnTo>
                  <a:lnTo>
                    <a:pt x="2147095" y="3685036"/>
                  </a:lnTo>
                  <a:lnTo>
                    <a:pt x="2147753" y="3685036"/>
                  </a:lnTo>
                  <a:lnTo>
                    <a:pt x="2149446" y="3685036"/>
                  </a:lnTo>
                  <a:lnTo>
                    <a:pt x="2150950" y="3685036"/>
                  </a:lnTo>
                  <a:lnTo>
                    <a:pt x="2152079" y="3685036"/>
                  </a:lnTo>
                  <a:lnTo>
                    <a:pt x="2152831" y="3685036"/>
                  </a:lnTo>
                  <a:lnTo>
                    <a:pt x="2153019" y="3685036"/>
                  </a:lnTo>
                  <a:lnTo>
                    <a:pt x="2154241" y="3685036"/>
                  </a:lnTo>
                  <a:lnTo>
                    <a:pt x="2157438" y="3685036"/>
                  </a:lnTo>
                  <a:lnTo>
                    <a:pt x="2158190" y="3685036"/>
                  </a:lnTo>
                  <a:lnTo>
                    <a:pt x="2158378" y="3679756"/>
                  </a:lnTo>
                  <a:lnTo>
                    <a:pt x="2158755" y="3674477"/>
                  </a:lnTo>
                  <a:lnTo>
                    <a:pt x="2159037" y="3674477"/>
                  </a:lnTo>
                  <a:lnTo>
                    <a:pt x="2159131" y="3674477"/>
                  </a:lnTo>
                  <a:lnTo>
                    <a:pt x="2159507" y="3669197"/>
                  </a:lnTo>
                  <a:lnTo>
                    <a:pt x="2159977" y="3669197"/>
                  </a:lnTo>
                  <a:lnTo>
                    <a:pt x="2161669" y="3669197"/>
                  </a:lnTo>
                  <a:lnTo>
                    <a:pt x="2163832" y="3669197"/>
                  </a:lnTo>
                  <a:lnTo>
                    <a:pt x="2164490" y="3669197"/>
                  </a:lnTo>
                  <a:lnTo>
                    <a:pt x="2165242" y="3669197"/>
                  </a:lnTo>
                  <a:lnTo>
                    <a:pt x="2166183" y="3669197"/>
                  </a:lnTo>
                  <a:lnTo>
                    <a:pt x="2166465" y="3669197"/>
                  </a:lnTo>
                  <a:lnTo>
                    <a:pt x="2167029" y="3669197"/>
                  </a:lnTo>
                  <a:lnTo>
                    <a:pt x="2167499" y="3669197"/>
                  </a:lnTo>
                  <a:lnTo>
                    <a:pt x="2168063" y="3669197"/>
                  </a:lnTo>
                  <a:lnTo>
                    <a:pt x="2169003" y="3663918"/>
                  </a:lnTo>
                  <a:lnTo>
                    <a:pt x="2170132" y="3663918"/>
                  </a:lnTo>
                  <a:lnTo>
                    <a:pt x="2170508" y="3663918"/>
                  </a:lnTo>
                  <a:lnTo>
                    <a:pt x="2171260" y="3663918"/>
                  </a:lnTo>
                  <a:lnTo>
                    <a:pt x="2172294" y="3663918"/>
                  </a:lnTo>
                  <a:lnTo>
                    <a:pt x="2173047" y="3663918"/>
                  </a:lnTo>
                  <a:lnTo>
                    <a:pt x="2174645" y="3663918"/>
                  </a:lnTo>
                  <a:lnTo>
                    <a:pt x="2175491" y="3663918"/>
                  </a:lnTo>
                  <a:lnTo>
                    <a:pt x="2176902" y="3663918"/>
                  </a:lnTo>
                  <a:lnTo>
                    <a:pt x="2177372" y="3663918"/>
                  </a:lnTo>
                  <a:lnTo>
                    <a:pt x="2177748" y="3663918"/>
                  </a:lnTo>
                  <a:lnTo>
                    <a:pt x="2178030" y="3663918"/>
                  </a:lnTo>
                  <a:lnTo>
                    <a:pt x="2178218" y="3663918"/>
                  </a:lnTo>
                  <a:lnTo>
                    <a:pt x="2179628" y="3658638"/>
                  </a:lnTo>
                  <a:lnTo>
                    <a:pt x="2180005" y="3658638"/>
                  </a:lnTo>
                  <a:lnTo>
                    <a:pt x="2180945" y="3658638"/>
                  </a:lnTo>
                  <a:lnTo>
                    <a:pt x="2182261" y="3658638"/>
                  </a:lnTo>
                  <a:lnTo>
                    <a:pt x="2182449" y="3658638"/>
                  </a:lnTo>
                  <a:lnTo>
                    <a:pt x="2183201" y="3658638"/>
                  </a:lnTo>
                  <a:lnTo>
                    <a:pt x="2184424" y="3653359"/>
                  </a:lnTo>
                  <a:lnTo>
                    <a:pt x="2184518" y="3653359"/>
                  </a:lnTo>
                  <a:lnTo>
                    <a:pt x="2185082" y="3653359"/>
                  </a:lnTo>
                  <a:lnTo>
                    <a:pt x="2186022" y="3648080"/>
                  </a:lnTo>
                  <a:lnTo>
                    <a:pt x="2186304" y="3648080"/>
                  </a:lnTo>
                  <a:lnTo>
                    <a:pt x="2187339" y="3648080"/>
                  </a:lnTo>
                  <a:lnTo>
                    <a:pt x="2187715" y="3648080"/>
                  </a:lnTo>
                  <a:lnTo>
                    <a:pt x="2188467" y="3648080"/>
                  </a:lnTo>
                  <a:lnTo>
                    <a:pt x="2188655" y="3648080"/>
                  </a:lnTo>
                  <a:lnTo>
                    <a:pt x="2189877" y="3648080"/>
                  </a:lnTo>
                  <a:lnTo>
                    <a:pt x="2191476" y="3648080"/>
                  </a:lnTo>
                  <a:lnTo>
                    <a:pt x="2192416" y="3648080"/>
                  </a:lnTo>
                  <a:lnTo>
                    <a:pt x="2193074" y="3648080"/>
                  </a:lnTo>
                  <a:lnTo>
                    <a:pt x="2193262" y="3648080"/>
                  </a:lnTo>
                  <a:lnTo>
                    <a:pt x="2195519" y="3637521"/>
                  </a:lnTo>
                  <a:lnTo>
                    <a:pt x="2196553" y="3637521"/>
                  </a:lnTo>
                  <a:lnTo>
                    <a:pt x="2197211" y="3637521"/>
                  </a:lnTo>
                  <a:lnTo>
                    <a:pt x="2198716" y="3637521"/>
                  </a:lnTo>
                  <a:lnTo>
                    <a:pt x="2199468" y="3637521"/>
                  </a:lnTo>
                  <a:lnTo>
                    <a:pt x="2200032" y="3637521"/>
                  </a:lnTo>
                  <a:lnTo>
                    <a:pt x="2200973" y="3637521"/>
                  </a:lnTo>
                  <a:lnTo>
                    <a:pt x="2202007" y="3632241"/>
                  </a:lnTo>
                  <a:lnTo>
                    <a:pt x="2202101" y="3632241"/>
                  </a:lnTo>
                  <a:lnTo>
                    <a:pt x="2202383" y="3626962"/>
                  </a:lnTo>
                  <a:lnTo>
                    <a:pt x="2203323" y="3621683"/>
                  </a:lnTo>
                  <a:lnTo>
                    <a:pt x="2204451" y="3621683"/>
                  </a:lnTo>
                  <a:lnTo>
                    <a:pt x="2205580" y="3616403"/>
                  </a:lnTo>
                  <a:lnTo>
                    <a:pt x="2206990" y="3605844"/>
                  </a:lnTo>
                  <a:lnTo>
                    <a:pt x="2207742" y="3605844"/>
                  </a:lnTo>
                  <a:lnTo>
                    <a:pt x="2208213" y="3605844"/>
                  </a:lnTo>
                  <a:lnTo>
                    <a:pt x="2211127" y="3605844"/>
                  </a:lnTo>
                  <a:lnTo>
                    <a:pt x="2211598" y="3605844"/>
                  </a:lnTo>
                  <a:lnTo>
                    <a:pt x="2212256" y="3605844"/>
                  </a:lnTo>
                  <a:lnTo>
                    <a:pt x="2214700" y="3595285"/>
                  </a:lnTo>
                  <a:lnTo>
                    <a:pt x="2215076" y="3595285"/>
                  </a:lnTo>
                  <a:lnTo>
                    <a:pt x="2216299" y="3595285"/>
                  </a:lnTo>
                  <a:lnTo>
                    <a:pt x="2216863" y="3590006"/>
                  </a:lnTo>
                  <a:lnTo>
                    <a:pt x="2217521" y="3590006"/>
                  </a:lnTo>
                  <a:lnTo>
                    <a:pt x="2218179" y="3590006"/>
                  </a:lnTo>
                  <a:lnTo>
                    <a:pt x="2218555" y="3590006"/>
                  </a:lnTo>
                  <a:lnTo>
                    <a:pt x="2219872" y="3584727"/>
                  </a:lnTo>
                  <a:lnTo>
                    <a:pt x="2220624" y="3584727"/>
                  </a:lnTo>
                  <a:lnTo>
                    <a:pt x="2220718" y="3584727"/>
                  </a:lnTo>
                  <a:lnTo>
                    <a:pt x="2220812" y="3584727"/>
                  </a:lnTo>
                  <a:lnTo>
                    <a:pt x="2223257" y="3579447"/>
                  </a:lnTo>
                  <a:lnTo>
                    <a:pt x="2223351" y="3579447"/>
                  </a:lnTo>
                  <a:lnTo>
                    <a:pt x="2224385" y="3579447"/>
                  </a:lnTo>
                  <a:lnTo>
                    <a:pt x="2224479" y="3579447"/>
                  </a:lnTo>
                  <a:lnTo>
                    <a:pt x="2225325" y="3579447"/>
                  </a:lnTo>
                  <a:lnTo>
                    <a:pt x="2225701" y="3574168"/>
                  </a:lnTo>
                  <a:lnTo>
                    <a:pt x="2225984" y="3574168"/>
                  </a:lnTo>
                  <a:lnTo>
                    <a:pt x="2226548" y="3574168"/>
                  </a:lnTo>
                  <a:lnTo>
                    <a:pt x="2227394" y="3574168"/>
                  </a:lnTo>
                  <a:lnTo>
                    <a:pt x="2227770" y="3568888"/>
                  </a:lnTo>
                  <a:lnTo>
                    <a:pt x="2228522" y="3568888"/>
                  </a:lnTo>
                  <a:lnTo>
                    <a:pt x="2229933" y="3568888"/>
                  </a:lnTo>
                  <a:lnTo>
                    <a:pt x="2230591" y="3568888"/>
                  </a:lnTo>
                  <a:lnTo>
                    <a:pt x="2231907" y="3568888"/>
                  </a:lnTo>
                  <a:lnTo>
                    <a:pt x="2233318" y="3563609"/>
                  </a:lnTo>
                  <a:lnTo>
                    <a:pt x="2234070" y="3563609"/>
                  </a:lnTo>
                  <a:lnTo>
                    <a:pt x="2234822" y="3563609"/>
                  </a:lnTo>
                  <a:lnTo>
                    <a:pt x="2235010" y="3563609"/>
                  </a:lnTo>
                  <a:lnTo>
                    <a:pt x="2236044" y="3563609"/>
                  </a:lnTo>
                  <a:lnTo>
                    <a:pt x="2236985" y="3563609"/>
                  </a:lnTo>
                  <a:lnTo>
                    <a:pt x="2238301" y="3563609"/>
                  </a:lnTo>
                  <a:lnTo>
                    <a:pt x="2239805" y="3563609"/>
                  </a:lnTo>
                  <a:lnTo>
                    <a:pt x="2240652" y="3563609"/>
                  </a:lnTo>
                  <a:lnTo>
                    <a:pt x="2240746" y="3563609"/>
                  </a:lnTo>
                  <a:lnTo>
                    <a:pt x="2240934" y="3563609"/>
                  </a:lnTo>
                  <a:lnTo>
                    <a:pt x="2241216" y="3563609"/>
                  </a:lnTo>
                  <a:lnTo>
                    <a:pt x="2241310" y="3563609"/>
                  </a:lnTo>
                  <a:lnTo>
                    <a:pt x="2242438" y="3563609"/>
                  </a:lnTo>
                  <a:lnTo>
                    <a:pt x="2243378" y="3563609"/>
                  </a:lnTo>
                  <a:lnTo>
                    <a:pt x="2245259" y="3563609"/>
                  </a:lnTo>
                  <a:lnTo>
                    <a:pt x="2246011" y="3563609"/>
                  </a:lnTo>
                  <a:lnTo>
                    <a:pt x="2248174" y="3563609"/>
                  </a:lnTo>
                  <a:lnTo>
                    <a:pt x="2249114" y="3563609"/>
                  </a:lnTo>
                  <a:lnTo>
                    <a:pt x="2249960" y="3563609"/>
                  </a:lnTo>
                  <a:lnTo>
                    <a:pt x="2251465" y="3563609"/>
                  </a:lnTo>
                  <a:lnTo>
                    <a:pt x="2252499" y="3563609"/>
                  </a:lnTo>
                  <a:lnTo>
                    <a:pt x="2253345" y="3563609"/>
                  </a:lnTo>
                  <a:lnTo>
                    <a:pt x="2254003" y="3563609"/>
                  </a:lnTo>
                  <a:lnTo>
                    <a:pt x="2254380" y="3563609"/>
                  </a:lnTo>
                  <a:lnTo>
                    <a:pt x="2255320" y="3563609"/>
                  </a:lnTo>
                  <a:lnTo>
                    <a:pt x="2256542" y="3563609"/>
                  </a:lnTo>
                  <a:lnTo>
                    <a:pt x="2256636" y="3563609"/>
                  </a:lnTo>
                  <a:lnTo>
                    <a:pt x="2257765" y="3563609"/>
                  </a:lnTo>
                  <a:lnTo>
                    <a:pt x="2258799" y="3563609"/>
                  </a:lnTo>
                  <a:lnTo>
                    <a:pt x="2261526" y="3563609"/>
                  </a:lnTo>
                  <a:lnTo>
                    <a:pt x="2261808" y="3563609"/>
                  </a:lnTo>
                  <a:lnTo>
                    <a:pt x="2263688" y="3563609"/>
                  </a:lnTo>
                  <a:lnTo>
                    <a:pt x="2263876" y="3563609"/>
                  </a:lnTo>
                  <a:lnTo>
                    <a:pt x="2265099" y="3563609"/>
                  </a:lnTo>
                  <a:lnTo>
                    <a:pt x="2265193" y="3563609"/>
                  </a:lnTo>
                  <a:lnTo>
                    <a:pt x="2266415" y="3563609"/>
                  </a:lnTo>
                  <a:lnTo>
                    <a:pt x="2267073" y="3563609"/>
                  </a:lnTo>
                  <a:lnTo>
                    <a:pt x="2267543" y="3563609"/>
                  </a:lnTo>
                  <a:lnTo>
                    <a:pt x="2267637" y="3563609"/>
                  </a:lnTo>
                  <a:lnTo>
                    <a:pt x="2268766" y="3563609"/>
                  </a:lnTo>
                  <a:lnTo>
                    <a:pt x="2271210" y="3542491"/>
                  </a:lnTo>
                  <a:lnTo>
                    <a:pt x="2271586" y="3542491"/>
                  </a:lnTo>
                  <a:lnTo>
                    <a:pt x="2272809" y="3542491"/>
                  </a:lnTo>
                  <a:lnTo>
                    <a:pt x="2273655" y="3542491"/>
                  </a:lnTo>
                  <a:lnTo>
                    <a:pt x="2275442" y="3531932"/>
                  </a:lnTo>
                  <a:lnTo>
                    <a:pt x="2276664" y="3531932"/>
                  </a:lnTo>
                  <a:lnTo>
                    <a:pt x="2277040" y="3531932"/>
                  </a:lnTo>
                  <a:lnTo>
                    <a:pt x="2277698" y="3531932"/>
                  </a:lnTo>
                  <a:lnTo>
                    <a:pt x="2278450" y="3531932"/>
                  </a:lnTo>
                  <a:lnTo>
                    <a:pt x="2278544" y="3531932"/>
                  </a:lnTo>
                  <a:lnTo>
                    <a:pt x="2278826" y="3531932"/>
                  </a:lnTo>
                  <a:lnTo>
                    <a:pt x="2279485" y="3531932"/>
                  </a:lnTo>
                  <a:lnTo>
                    <a:pt x="2279767" y="3531932"/>
                  </a:lnTo>
                  <a:lnTo>
                    <a:pt x="2281083" y="3531932"/>
                  </a:lnTo>
                  <a:lnTo>
                    <a:pt x="2282494" y="3531932"/>
                  </a:lnTo>
                  <a:lnTo>
                    <a:pt x="2283152" y="3531932"/>
                  </a:lnTo>
                  <a:lnTo>
                    <a:pt x="2284186" y="3531932"/>
                  </a:lnTo>
                  <a:lnTo>
                    <a:pt x="2284938" y="3531932"/>
                  </a:lnTo>
                  <a:lnTo>
                    <a:pt x="2288981" y="3521374"/>
                  </a:lnTo>
                  <a:lnTo>
                    <a:pt x="2289546" y="3521374"/>
                  </a:lnTo>
                  <a:lnTo>
                    <a:pt x="2290392" y="3516094"/>
                  </a:lnTo>
                  <a:lnTo>
                    <a:pt x="2290486" y="3516094"/>
                  </a:lnTo>
                  <a:lnTo>
                    <a:pt x="2290580" y="3510815"/>
                  </a:lnTo>
                  <a:lnTo>
                    <a:pt x="2291426" y="3510815"/>
                  </a:lnTo>
                  <a:lnTo>
                    <a:pt x="2293871" y="3510815"/>
                  </a:lnTo>
                  <a:lnTo>
                    <a:pt x="2294905" y="3510815"/>
                  </a:lnTo>
                  <a:lnTo>
                    <a:pt x="2295657" y="3510815"/>
                  </a:lnTo>
                  <a:lnTo>
                    <a:pt x="2296597" y="3510815"/>
                  </a:lnTo>
                  <a:lnTo>
                    <a:pt x="2298760" y="3510815"/>
                  </a:lnTo>
                  <a:lnTo>
                    <a:pt x="2300735" y="3510815"/>
                  </a:lnTo>
                  <a:lnTo>
                    <a:pt x="2301487" y="3510815"/>
                  </a:lnTo>
                  <a:lnTo>
                    <a:pt x="2301769" y="3510815"/>
                  </a:lnTo>
                  <a:lnTo>
                    <a:pt x="2302897" y="3505535"/>
                  </a:lnTo>
                  <a:lnTo>
                    <a:pt x="2305060" y="3505535"/>
                  </a:lnTo>
                  <a:lnTo>
                    <a:pt x="2305436" y="3505535"/>
                  </a:lnTo>
                  <a:lnTo>
                    <a:pt x="2306376" y="3505535"/>
                  </a:lnTo>
                  <a:lnTo>
                    <a:pt x="2307975" y="3500256"/>
                  </a:lnTo>
                  <a:lnTo>
                    <a:pt x="2308069" y="3500256"/>
                  </a:lnTo>
                  <a:lnTo>
                    <a:pt x="2309855" y="3500256"/>
                  </a:lnTo>
                  <a:lnTo>
                    <a:pt x="2310701" y="3500256"/>
                  </a:lnTo>
                  <a:lnTo>
                    <a:pt x="2311924" y="3494976"/>
                  </a:lnTo>
                  <a:lnTo>
                    <a:pt x="2312206" y="3494976"/>
                  </a:lnTo>
                  <a:lnTo>
                    <a:pt x="2314933" y="3489697"/>
                  </a:lnTo>
                  <a:lnTo>
                    <a:pt x="2315309" y="3489697"/>
                  </a:lnTo>
                  <a:lnTo>
                    <a:pt x="2316907" y="3489697"/>
                  </a:lnTo>
                  <a:lnTo>
                    <a:pt x="2317753" y="3489697"/>
                  </a:lnTo>
                  <a:lnTo>
                    <a:pt x="2317847" y="3489697"/>
                  </a:lnTo>
                  <a:lnTo>
                    <a:pt x="2319728" y="3473859"/>
                  </a:lnTo>
                  <a:lnTo>
                    <a:pt x="2320668" y="3473859"/>
                  </a:lnTo>
                  <a:lnTo>
                    <a:pt x="2321515" y="3473859"/>
                  </a:lnTo>
                  <a:lnTo>
                    <a:pt x="2322549" y="3473859"/>
                  </a:lnTo>
                  <a:lnTo>
                    <a:pt x="2323301" y="3473859"/>
                  </a:lnTo>
                  <a:lnTo>
                    <a:pt x="2324711" y="3473859"/>
                  </a:lnTo>
                  <a:lnTo>
                    <a:pt x="2325464" y="3473859"/>
                  </a:lnTo>
                  <a:lnTo>
                    <a:pt x="2326216" y="3473859"/>
                  </a:lnTo>
                  <a:lnTo>
                    <a:pt x="2327062" y="3473859"/>
                  </a:lnTo>
                  <a:lnTo>
                    <a:pt x="2328190" y="3473859"/>
                  </a:lnTo>
                  <a:lnTo>
                    <a:pt x="2329225" y="3468579"/>
                  </a:lnTo>
                  <a:lnTo>
                    <a:pt x="2330353" y="3468579"/>
                  </a:lnTo>
                  <a:lnTo>
                    <a:pt x="2330729" y="3468579"/>
                  </a:lnTo>
                  <a:lnTo>
                    <a:pt x="2331857" y="3468579"/>
                  </a:lnTo>
                  <a:lnTo>
                    <a:pt x="2331951" y="3468579"/>
                  </a:lnTo>
                  <a:lnTo>
                    <a:pt x="2332140" y="3468579"/>
                  </a:lnTo>
                  <a:lnTo>
                    <a:pt x="2332704" y="3468579"/>
                  </a:lnTo>
                  <a:lnTo>
                    <a:pt x="2332892" y="3468579"/>
                  </a:lnTo>
                  <a:lnTo>
                    <a:pt x="2333738" y="3468579"/>
                  </a:lnTo>
                  <a:lnTo>
                    <a:pt x="2334396" y="3468579"/>
                  </a:lnTo>
                  <a:lnTo>
                    <a:pt x="2335524" y="3468579"/>
                  </a:lnTo>
                  <a:lnTo>
                    <a:pt x="2336559" y="3468579"/>
                  </a:lnTo>
                  <a:lnTo>
                    <a:pt x="2336653" y="3468579"/>
                  </a:lnTo>
                  <a:lnTo>
                    <a:pt x="2337217" y="3468579"/>
                  </a:lnTo>
                  <a:lnTo>
                    <a:pt x="2337875" y="3468579"/>
                  </a:lnTo>
                  <a:lnTo>
                    <a:pt x="2338533" y="3468579"/>
                  </a:lnTo>
                  <a:lnTo>
                    <a:pt x="2338627" y="3468579"/>
                  </a:lnTo>
                  <a:lnTo>
                    <a:pt x="2340884" y="3463300"/>
                  </a:lnTo>
                  <a:lnTo>
                    <a:pt x="2341448" y="3463300"/>
                  </a:lnTo>
                  <a:lnTo>
                    <a:pt x="2342388" y="3463300"/>
                  </a:lnTo>
                  <a:lnTo>
                    <a:pt x="2343329" y="3463300"/>
                  </a:lnTo>
                  <a:lnTo>
                    <a:pt x="2344081" y="3452741"/>
                  </a:lnTo>
                  <a:lnTo>
                    <a:pt x="2344927" y="3452741"/>
                  </a:lnTo>
                  <a:lnTo>
                    <a:pt x="2345867" y="3452741"/>
                  </a:lnTo>
                  <a:lnTo>
                    <a:pt x="2347748" y="3452741"/>
                  </a:lnTo>
                  <a:lnTo>
                    <a:pt x="2347748" y="3447462"/>
                  </a:lnTo>
                  <a:lnTo>
                    <a:pt x="2348218" y="3447462"/>
                  </a:lnTo>
                  <a:lnTo>
                    <a:pt x="2349440" y="3442182"/>
                  </a:lnTo>
                  <a:lnTo>
                    <a:pt x="2350193" y="3442182"/>
                  </a:lnTo>
                  <a:lnTo>
                    <a:pt x="2350569" y="3436903"/>
                  </a:lnTo>
                  <a:lnTo>
                    <a:pt x="2351227" y="3436903"/>
                  </a:lnTo>
                  <a:lnTo>
                    <a:pt x="2352073" y="3436903"/>
                  </a:lnTo>
                  <a:lnTo>
                    <a:pt x="2352261" y="3436903"/>
                  </a:lnTo>
                  <a:lnTo>
                    <a:pt x="2352355" y="3436903"/>
                  </a:lnTo>
                  <a:lnTo>
                    <a:pt x="2353954" y="3436903"/>
                  </a:lnTo>
                  <a:lnTo>
                    <a:pt x="2354800" y="3431623"/>
                  </a:lnTo>
                  <a:lnTo>
                    <a:pt x="2355364" y="3431623"/>
                  </a:lnTo>
                  <a:lnTo>
                    <a:pt x="2356680" y="3431623"/>
                  </a:lnTo>
                  <a:lnTo>
                    <a:pt x="2356774" y="3431623"/>
                  </a:lnTo>
                  <a:lnTo>
                    <a:pt x="2357997" y="3431623"/>
                  </a:lnTo>
                  <a:lnTo>
                    <a:pt x="2358843" y="3431623"/>
                  </a:lnTo>
                  <a:lnTo>
                    <a:pt x="2360159" y="3426344"/>
                  </a:lnTo>
                  <a:lnTo>
                    <a:pt x="2360442" y="3426344"/>
                  </a:lnTo>
                  <a:lnTo>
                    <a:pt x="2364391" y="3415785"/>
                  </a:lnTo>
                  <a:lnTo>
                    <a:pt x="2364485" y="3415785"/>
                  </a:lnTo>
                  <a:lnTo>
                    <a:pt x="2365519" y="3415785"/>
                  </a:lnTo>
                  <a:lnTo>
                    <a:pt x="2365895" y="3415785"/>
                  </a:lnTo>
                  <a:lnTo>
                    <a:pt x="2366083" y="3415785"/>
                  </a:lnTo>
                  <a:lnTo>
                    <a:pt x="2366647" y="3415785"/>
                  </a:lnTo>
                  <a:lnTo>
                    <a:pt x="2367023" y="3410506"/>
                  </a:lnTo>
                  <a:lnTo>
                    <a:pt x="2368340" y="3410506"/>
                  </a:lnTo>
                  <a:lnTo>
                    <a:pt x="2370690" y="3410506"/>
                  </a:lnTo>
                  <a:lnTo>
                    <a:pt x="2371443" y="3410506"/>
                  </a:lnTo>
                  <a:lnTo>
                    <a:pt x="2373511" y="3410506"/>
                  </a:lnTo>
                  <a:lnTo>
                    <a:pt x="2373793" y="3410506"/>
                  </a:lnTo>
                  <a:lnTo>
                    <a:pt x="2374640" y="3410506"/>
                  </a:lnTo>
                  <a:lnTo>
                    <a:pt x="2375486" y="3410506"/>
                  </a:lnTo>
                  <a:lnTo>
                    <a:pt x="2376426" y="3410506"/>
                  </a:lnTo>
                  <a:lnTo>
                    <a:pt x="2376708" y="3410506"/>
                  </a:lnTo>
                  <a:lnTo>
                    <a:pt x="2376802" y="3410506"/>
                  </a:lnTo>
                  <a:lnTo>
                    <a:pt x="2377930" y="3410506"/>
                  </a:lnTo>
                  <a:lnTo>
                    <a:pt x="2378683" y="3410506"/>
                  </a:lnTo>
                  <a:lnTo>
                    <a:pt x="2379059" y="3410506"/>
                  </a:lnTo>
                  <a:lnTo>
                    <a:pt x="2379999" y="3410506"/>
                  </a:lnTo>
                  <a:lnTo>
                    <a:pt x="2380375" y="3410506"/>
                  </a:lnTo>
                  <a:lnTo>
                    <a:pt x="2381786" y="3410506"/>
                  </a:lnTo>
                  <a:lnTo>
                    <a:pt x="2383478" y="3410506"/>
                  </a:lnTo>
                  <a:lnTo>
                    <a:pt x="2387615" y="3410506"/>
                  </a:lnTo>
                  <a:lnTo>
                    <a:pt x="2389026" y="3410506"/>
                  </a:lnTo>
                  <a:lnTo>
                    <a:pt x="2391094" y="3410506"/>
                  </a:lnTo>
                  <a:lnTo>
                    <a:pt x="2391940" y="3410506"/>
                  </a:lnTo>
                  <a:lnTo>
                    <a:pt x="2392881" y="3410506"/>
                  </a:lnTo>
                  <a:lnTo>
                    <a:pt x="2393821" y="3410506"/>
                  </a:lnTo>
                  <a:lnTo>
                    <a:pt x="2394385" y="3405226"/>
                  </a:lnTo>
                  <a:lnTo>
                    <a:pt x="2394479" y="3405226"/>
                  </a:lnTo>
                  <a:lnTo>
                    <a:pt x="2394573" y="3405226"/>
                  </a:lnTo>
                  <a:lnTo>
                    <a:pt x="2395419" y="3405226"/>
                  </a:lnTo>
                  <a:lnTo>
                    <a:pt x="2396078" y="3405226"/>
                  </a:lnTo>
                  <a:lnTo>
                    <a:pt x="2397206" y="3405226"/>
                  </a:lnTo>
                  <a:lnTo>
                    <a:pt x="2398428" y="3405226"/>
                  </a:lnTo>
                  <a:lnTo>
                    <a:pt x="2400215" y="3405226"/>
                  </a:lnTo>
                  <a:lnTo>
                    <a:pt x="2401343" y="3399947"/>
                  </a:lnTo>
                  <a:lnTo>
                    <a:pt x="2401719" y="3399947"/>
                  </a:lnTo>
                  <a:lnTo>
                    <a:pt x="2403694" y="3399947"/>
                  </a:lnTo>
                  <a:lnTo>
                    <a:pt x="2404352" y="3399947"/>
                  </a:lnTo>
                  <a:lnTo>
                    <a:pt x="2404916" y="3399947"/>
                  </a:lnTo>
                  <a:lnTo>
                    <a:pt x="2405010" y="3399947"/>
                  </a:lnTo>
                  <a:lnTo>
                    <a:pt x="2405104" y="3399947"/>
                  </a:lnTo>
                  <a:lnTo>
                    <a:pt x="2405950" y="3394667"/>
                  </a:lnTo>
                  <a:lnTo>
                    <a:pt x="2406044" y="3394667"/>
                  </a:lnTo>
                  <a:lnTo>
                    <a:pt x="2407079" y="3394667"/>
                  </a:lnTo>
                  <a:lnTo>
                    <a:pt x="2407549" y="3389388"/>
                  </a:lnTo>
                  <a:lnTo>
                    <a:pt x="2408113" y="3389388"/>
                  </a:lnTo>
                  <a:lnTo>
                    <a:pt x="2409805" y="3384109"/>
                  </a:lnTo>
                  <a:lnTo>
                    <a:pt x="2410652" y="3378829"/>
                  </a:lnTo>
                  <a:lnTo>
                    <a:pt x="2411780" y="3373550"/>
                  </a:lnTo>
                  <a:lnTo>
                    <a:pt x="2412344" y="3373550"/>
                  </a:lnTo>
                  <a:lnTo>
                    <a:pt x="2413755" y="3373550"/>
                  </a:lnTo>
                  <a:lnTo>
                    <a:pt x="2415071" y="3373550"/>
                  </a:lnTo>
                  <a:lnTo>
                    <a:pt x="2416105" y="3373550"/>
                  </a:lnTo>
                  <a:lnTo>
                    <a:pt x="2416763" y="3368270"/>
                  </a:lnTo>
                  <a:lnTo>
                    <a:pt x="2416857" y="3368270"/>
                  </a:lnTo>
                  <a:lnTo>
                    <a:pt x="2417045" y="3368270"/>
                  </a:lnTo>
                  <a:lnTo>
                    <a:pt x="2419866" y="3368270"/>
                  </a:lnTo>
                  <a:lnTo>
                    <a:pt x="2420995" y="3368270"/>
                  </a:lnTo>
                  <a:lnTo>
                    <a:pt x="2421747" y="3368270"/>
                  </a:lnTo>
                  <a:lnTo>
                    <a:pt x="2423063" y="3368270"/>
                  </a:lnTo>
                  <a:lnTo>
                    <a:pt x="2423251" y="3368270"/>
                  </a:lnTo>
                  <a:lnTo>
                    <a:pt x="2424380" y="3368270"/>
                  </a:lnTo>
                  <a:lnTo>
                    <a:pt x="2425414" y="3368270"/>
                  </a:lnTo>
                  <a:lnTo>
                    <a:pt x="2426260" y="3362991"/>
                  </a:lnTo>
                  <a:lnTo>
                    <a:pt x="2426354" y="3362991"/>
                  </a:lnTo>
                  <a:lnTo>
                    <a:pt x="2426918" y="3362991"/>
                  </a:lnTo>
                  <a:lnTo>
                    <a:pt x="2428141" y="3362991"/>
                  </a:lnTo>
                  <a:lnTo>
                    <a:pt x="2429363" y="3362991"/>
                  </a:lnTo>
                  <a:lnTo>
                    <a:pt x="2430115" y="3357711"/>
                  </a:lnTo>
                  <a:lnTo>
                    <a:pt x="2430491" y="3357711"/>
                  </a:lnTo>
                  <a:lnTo>
                    <a:pt x="2431526" y="3357711"/>
                  </a:lnTo>
                  <a:lnTo>
                    <a:pt x="2432466" y="3357711"/>
                  </a:lnTo>
                  <a:lnTo>
                    <a:pt x="2433030" y="3357711"/>
                  </a:lnTo>
                  <a:lnTo>
                    <a:pt x="2433876" y="3357711"/>
                  </a:lnTo>
                  <a:lnTo>
                    <a:pt x="2436979" y="3352432"/>
                  </a:lnTo>
                  <a:lnTo>
                    <a:pt x="2438766" y="3352432"/>
                  </a:lnTo>
                  <a:lnTo>
                    <a:pt x="2439236" y="3352432"/>
                  </a:lnTo>
                  <a:lnTo>
                    <a:pt x="2439518" y="3352432"/>
                  </a:lnTo>
                  <a:lnTo>
                    <a:pt x="2442057" y="3352432"/>
                  </a:lnTo>
                  <a:lnTo>
                    <a:pt x="2442151" y="3352432"/>
                  </a:lnTo>
                  <a:lnTo>
                    <a:pt x="2442903" y="3352432"/>
                  </a:lnTo>
                  <a:lnTo>
                    <a:pt x="2443937" y="3352432"/>
                  </a:lnTo>
                  <a:lnTo>
                    <a:pt x="2444031" y="3352432"/>
                  </a:lnTo>
                  <a:lnTo>
                    <a:pt x="2444219" y="3352432"/>
                  </a:lnTo>
                  <a:lnTo>
                    <a:pt x="2445347" y="3347153"/>
                  </a:lnTo>
                  <a:lnTo>
                    <a:pt x="2445441" y="3347153"/>
                  </a:lnTo>
                  <a:lnTo>
                    <a:pt x="2447040" y="3347153"/>
                  </a:lnTo>
                  <a:lnTo>
                    <a:pt x="2447228" y="3347153"/>
                  </a:lnTo>
                  <a:lnTo>
                    <a:pt x="2449861" y="3347153"/>
                  </a:lnTo>
                  <a:lnTo>
                    <a:pt x="2450989" y="3347153"/>
                  </a:lnTo>
                  <a:lnTo>
                    <a:pt x="2451835" y="3341873"/>
                  </a:lnTo>
                  <a:lnTo>
                    <a:pt x="2453246" y="3341873"/>
                  </a:lnTo>
                  <a:lnTo>
                    <a:pt x="2453528" y="3341873"/>
                  </a:lnTo>
                  <a:lnTo>
                    <a:pt x="2454374" y="3341873"/>
                  </a:lnTo>
                  <a:lnTo>
                    <a:pt x="2455408" y="3341873"/>
                  </a:lnTo>
                  <a:lnTo>
                    <a:pt x="2457195" y="3341873"/>
                  </a:lnTo>
                  <a:lnTo>
                    <a:pt x="2459169" y="3336594"/>
                  </a:lnTo>
                  <a:lnTo>
                    <a:pt x="2459922" y="3336594"/>
                  </a:lnTo>
                  <a:lnTo>
                    <a:pt x="2460674" y="3336594"/>
                  </a:lnTo>
                  <a:lnTo>
                    <a:pt x="2461990" y="3331314"/>
                  </a:lnTo>
                  <a:lnTo>
                    <a:pt x="2462366" y="3331314"/>
                  </a:lnTo>
                  <a:lnTo>
                    <a:pt x="2462742" y="3331314"/>
                  </a:lnTo>
                  <a:lnTo>
                    <a:pt x="2463401" y="3326035"/>
                  </a:lnTo>
                  <a:lnTo>
                    <a:pt x="2464247" y="3326035"/>
                  </a:lnTo>
                  <a:lnTo>
                    <a:pt x="2466786" y="3326035"/>
                  </a:lnTo>
                  <a:lnTo>
                    <a:pt x="2468102" y="3326035"/>
                  </a:lnTo>
                  <a:lnTo>
                    <a:pt x="2468290" y="3326035"/>
                  </a:lnTo>
                  <a:lnTo>
                    <a:pt x="2469606" y="3320756"/>
                  </a:lnTo>
                  <a:lnTo>
                    <a:pt x="2470359" y="3320756"/>
                  </a:lnTo>
                  <a:lnTo>
                    <a:pt x="2470641" y="3315476"/>
                  </a:lnTo>
                  <a:lnTo>
                    <a:pt x="2472145" y="3315476"/>
                  </a:lnTo>
                  <a:lnTo>
                    <a:pt x="2472615" y="3315476"/>
                  </a:lnTo>
                  <a:lnTo>
                    <a:pt x="2473461" y="3315476"/>
                  </a:lnTo>
                  <a:lnTo>
                    <a:pt x="2474214" y="3315476"/>
                  </a:lnTo>
                  <a:lnTo>
                    <a:pt x="2476282" y="3315476"/>
                  </a:lnTo>
                  <a:lnTo>
                    <a:pt x="2476658" y="3315476"/>
                  </a:lnTo>
                  <a:lnTo>
                    <a:pt x="2477693" y="3315476"/>
                  </a:lnTo>
                  <a:lnTo>
                    <a:pt x="2479667" y="3315476"/>
                  </a:lnTo>
                  <a:lnTo>
                    <a:pt x="2480795" y="3315476"/>
                  </a:lnTo>
                  <a:lnTo>
                    <a:pt x="2481266" y="3315476"/>
                  </a:lnTo>
                  <a:lnTo>
                    <a:pt x="2481736" y="3315476"/>
                  </a:lnTo>
                  <a:lnTo>
                    <a:pt x="2483146" y="3315476"/>
                  </a:lnTo>
                  <a:lnTo>
                    <a:pt x="2484839" y="3304917"/>
                  </a:lnTo>
                  <a:lnTo>
                    <a:pt x="2486061" y="3304917"/>
                  </a:lnTo>
                  <a:lnTo>
                    <a:pt x="2486249" y="3304917"/>
                  </a:lnTo>
                  <a:lnTo>
                    <a:pt x="2486343" y="3304917"/>
                  </a:lnTo>
                  <a:lnTo>
                    <a:pt x="2489728" y="3304917"/>
                  </a:lnTo>
                  <a:lnTo>
                    <a:pt x="2491797" y="3304917"/>
                  </a:lnTo>
                  <a:lnTo>
                    <a:pt x="2492267" y="3304917"/>
                  </a:lnTo>
                  <a:lnTo>
                    <a:pt x="2492549" y="3304917"/>
                  </a:lnTo>
                  <a:lnTo>
                    <a:pt x="2493771" y="3304917"/>
                  </a:lnTo>
                  <a:lnTo>
                    <a:pt x="2494617" y="3299638"/>
                  </a:lnTo>
                  <a:lnTo>
                    <a:pt x="2496310" y="3299638"/>
                  </a:lnTo>
                  <a:lnTo>
                    <a:pt x="2496592" y="3299638"/>
                  </a:lnTo>
                  <a:lnTo>
                    <a:pt x="2497438" y="3299638"/>
                  </a:lnTo>
                  <a:lnTo>
                    <a:pt x="2498472" y="3299638"/>
                  </a:lnTo>
                  <a:lnTo>
                    <a:pt x="2499037" y="3299638"/>
                  </a:lnTo>
                  <a:lnTo>
                    <a:pt x="2500353" y="3289079"/>
                  </a:lnTo>
                  <a:lnTo>
                    <a:pt x="2501105" y="3289079"/>
                  </a:lnTo>
                  <a:lnTo>
                    <a:pt x="2502704" y="3289079"/>
                  </a:lnTo>
                  <a:lnTo>
                    <a:pt x="2503832" y="3283800"/>
                  </a:lnTo>
                  <a:lnTo>
                    <a:pt x="2505336" y="3278520"/>
                  </a:lnTo>
                  <a:lnTo>
                    <a:pt x="2506277" y="3278520"/>
                  </a:lnTo>
                  <a:lnTo>
                    <a:pt x="2506841" y="3278520"/>
                  </a:lnTo>
                  <a:lnTo>
                    <a:pt x="2507687" y="3278520"/>
                  </a:lnTo>
                  <a:lnTo>
                    <a:pt x="2509286" y="3278520"/>
                  </a:lnTo>
                  <a:lnTo>
                    <a:pt x="2511072" y="3273241"/>
                  </a:lnTo>
                  <a:lnTo>
                    <a:pt x="2512953" y="3273241"/>
                  </a:lnTo>
                  <a:lnTo>
                    <a:pt x="2513799" y="3273241"/>
                  </a:lnTo>
                  <a:lnTo>
                    <a:pt x="2514175" y="3267961"/>
                  </a:lnTo>
                  <a:lnTo>
                    <a:pt x="2515585" y="3267961"/>
                  </a:lnTo>
                  <a:lnTo>
                    <a:pt x="2516149" y="3267961"/>
                  </a:lnTo>
                  <a:lnTo>
                    <a:pt x="2516996" y="3262682"/>
                  </a:lnTo>
                  <a:lnTo>
                    <a:pt x="2518030" y="3262682"/>
                  </a:lnTo>
                  <a:lnTo>
                    <a:pt x="2519346" y="3262682"/>
                  </a:lnTo>
                  <a:lnTo>
                    <a:pt x="2521321" y="3262682"/>
                  </a:lnTo>
                  <a:lnTo>
                    <a:pt x="2521979" y="3262682"/>
                  </a:lnTo>
                  <a:lnTo>
                    <a:pt x="2522637" y="3257402"/>
                  </a:lnTo>
                  <a:lnTo>
                    <a:pt x="2524612" y="3257402"/>
                  </a:lnTo>
                  <a:lnTo>
                    <a:pt x="2525834" y="3257402"/>
                  </a:lnTo>
                  <a:lnTo>
                    <a:pt x="2526868" y="3257402"/>
                  </a:lnTo>
                  <a:lnTo>
                    <a:pt x="2527151" y="3257402"/>
                  </a:lnTo>
                  <a:lnTo>
                    <a:pt x="2528185" y="3257402"/>
                  </a:lnTo>
                  <a:lnTo>
                    <a:pt x="2528843" y="3257402"/>
                  </a:lnTo>
                  <a:lnTo>
                    <a:pt x="2530630" y="3252123"/>
                  </a:lnTo>
                  <a:lnTo>
                    <a:pt x="2531100" y="3252123"/>
                  </a:lnTo>
                  <a:lnTo>
                    <a:pt x="2533450" y="3246844"/>
                  </a:lnTo>
                  <a:lnTo>
                    <a:pt x="2534767" y="3246844"/>
                  </a:lnTo>
                  <a:lnTo>
                    <a:pt x="2535425" y="3246844"/>
                  </a:lnTo>
                  <a:lnTo>
                    <a:pt x="2537399" y="3246844"/>
                  </a:lnTo>
                  <a:lnTo>
                    <a:pt x="2537493" y="3246844"/>
                  </a:lnTo>
                  <a:lnTo>
                    <a:pt x="2537587" y="3246844"/>
                  </a:lnTo>
                  <a:lnTo>
                    <a:pt x="2538434" y="3241564"/>
                  </a:lnTo>
                  <a:lnTo>
                    <a:pt x="2539374" y="3241564"/>
                  </a:lnTo>
                  <a:lnTo>
                    <a:pt x="2540784" y="3241564"/>
                  </a:lnTo>
                  <a:lnTo>
                    <a:pt x="2541160" y="3241564"/>
                  </a:lnTo>
                  <a:lnTo>
                    <a:pt x="2541255" y="3241564"/>
                  </a:lnTo>
                  <a:lnTo>
                    <a:pt x="2542571" y="3241564"/>
                  </a:lnTo>
                  <a:lnTo>
                    <a:pt x="2543981" y="3236285"/>
                  </a:lnTo>
                  <a:lnTo>
                    <a:pt x="2544545" y="3236285"/>
                  </a:lnTo>
                  <a:lnTo>
                    <a:pt x="2545674" y="3236285"/>
                  </a:lnTo>
                  <a:lnTo>
                    <a:pt x="2547366" y="3236285"/>
                  </a:lnTo>
                  <a:lnTo>
                    <a:pt x="2548401" y="3236285"/>
                  </a:lnTo>
                  <a:lnTo>
                    <a:pt x="2549341" y="3236285"/>
                  </a:lnTo>
                  <a:lnTo>
                    <a:pt x="2549435" y="3236285"/>
                  </a:lnTo>
                  <a:lnTo>
                    <a:pt x="2549811" y="3236285"/>
                  </a:lnTo>
                  <a:lnTo>
                    <a:pt x="2550375" y="3236285"/>
                  </a:lnTo>
                  <a:lnTo>
                    <a:pt x="2550845" y="3236285"/>
                  </a:lnTo>
                  <a:lnTo>
                    <a:pt x="2552538" y="3236285"/>
                  </a:lnTo>
                  <a:lnTo>
                    <a:pt x="2553666" y="3236285"/>
                  </a:lnTo>
                  <a:lnTo>
                    <a:pt x="2554606" y="3231005"/>
                  </a:lnTo>
                  <a:lnTo>
                    <a:pt x="2555641" y="3231005"/>
                  </a:lnTo>
                  <a:lnTo>
                    <a:pt x="2557897" y="3231005"/>
                  </a:lnTo>
                  <a:lnTo>
                    <a:pt x="2558179" y="3231005"/>
                  </a:lnTo>
                  <a:lnTo>
                    <a:pt x="2558743" y="3231005"/>
                  </a:lnTo>
                  <a:lnTo>
                    <a:pt x="2560906" y="3225726"/>
                  </a:lnTo>
                  <a:lnTo>
                    <a:pt x="2561940" y="3225726"/>
                  </a:lnTo>
                  <a:lnTo>
                    <a:pt x="2563445" y="3225726"/>
                  </a:lnTo>
                  <a:lnTo>
                    <a:pt x="2564479" y="3225726"/>
                  </a:lnTo>
                  <a:lnTo>
                    <a:pt x="2565137" y="3225726"/>
                  </a:lnTo>
                  <a:lnTo>
                    <a:pt x="2566266" y="3225726"/>
                  </a:lnTo>
                  <a:lnTo>
                    <a:pt x="2567582" y="3225726"/>
                  </a:lnTo>
                  <a:lnTo>
                    <a:pt x="2568428" y="3220447"/>
                  </a:lnTo>
                  <a:lnTo>
                    <a:pt x="2568898" y="3215167"/>
                  </a:lnTo>
                  <a:lnTo>
                    <a:pt x="2571719" y="3209888"/>
                  </a:lnTo>
                  <a:lnTo>
                    <a:pt x="2572659" y="3209888"/>
                  </a:lnTo>
                  <a:lnTo>
                    <a:pt x="2575292" y="3209888"/>
                  </a:lnTo>
                  <a:lnTo>
                    <a:pt x="2576703" y="3209888"/>
                  </a:lnTo>
                  <a:lnTo>
                    <a:pt x="2577267" y="3209888"/>
                  </a:lnTo>
                  <a:lnTo>
                    <a:pt x="2577549" y="3209888"/>
                  </a:lnTo>
                  <a:lnTo>
                    <a:pt x="2578395" y="3209888"/>
                  </a:lnTo>
                  <a:lnTo>
                    <a:pt x="2579617" y="3204608"/>
                  </a:lnTo>
                  <a:lnTo>
                    <a:pt x="2580558" y="3204608"/>
                  </a:lnTo>
                  <a:lnTo>
                    <a:pt x="2580652" y="3204608"/>
                  </a:lnTo>
                  <a:lnTo>
                    <a:pt x="2581780" y="3199329"/>
                  </a:lnTo>
                  <a:lnTo>
                    <a:pt x="2581874" y="3199329"/>
                  </a:lnTo>
                  <a:lnTo>
                    <a:pt x="2582344" y="3199329"/>
                  </a:lnTo>
                  <a:lnTo>
                    <a:pt x="2583190" y="3199329"/>
                  </a:lnTo>
                  <a:lnTo>
                    <a:pt x="2583284" y="3199329"/>
                  </a:lnTo>
                  <a:lnTo>
                    <a:pt x="2584695" y="3199329"/>
                  </a:lnTo>
                  <a:lnTo>
                    <a:pt x="2586105" y="3199329"/>
                  </a:lnTo>
                  <a:lnTo>
                    <a:pt x="2587422" y="3194049"/>
                  </a:lnTo>
                  <a:lnTo>
                    <a:pt x="2587610" y="3194049"/>
                  </a:lnTo>
                  <a:lnTo>
                    <a:pt x="2589678" y="3194049"/>
                  </a:lnTo>
                  <a:lnTo>
                    <a:pt x="2591841" y="3188770"/>
                  </a:lnTo>
                  <a:lnTo>
                    <a:pt x="2592123" y="3188770"/>
                  </a:lnTo>
                  <a:lnTo>
                    <a:pt x="2592405" y="3188770"/>
                  </a:lnTo>
                  <a:lnTo>
                    <a:pt x="2598141" y="3178211"/>
                  </a:lnTo>
                  <a:lnTo>
                    <a:pt x="2598705" y="3178211"/>
                  </a:lnTo>
                  <a:lnTo>
                    <a:pt x="2600397" y="3178211"/>
                  </a:lnTo>
                  <a:lnTo>
                    <a:pt x="2601243" y="3178211"/>
                  </a:lnTo>
                  <a:lnTo>
                    <a:pt x="2601337" y="3178211"/>
                  </a:lnTo>
                  <a:lnTo>
                    <a:pt x="2603218" y="3178211"/>
                  </a:lnTo>
                  <a:lnTo>
                    <a:pt x="2604534" y="3178211"/>
                  </a:lnTo>
                  <a:lnTo>
                    <a:pt x="2604628" y="3178211"/>
                  </a:lnTo>
                  <a:lnTo>
                    <a:pt x="2605945" y="3178211"/>
                  </a:lnTo>
                  <a:lnTo>
                    <a:pt x="2606791" y="3172932"/>
                  </a:lnTo>
                  <a:lnTo>
                    <a:pt x="2607073" y="3172932"/>
                  </a:lnTo>
                  <a:lnTo>
                    <a:pt x="2608107" y="3172932"/>
                  </a:lnTo>
                  <a:lnTo>
                    <a:pt x="2609424" y="3167652"/>
                  </a:lnTo>
                  <a:lnTo>
                    <a:pt x="2609894" y="3167652"/>
                  </a:lnTo>
                  <a:lnTo>
                    <a:pt x="2610646" y="3157093"/>
                  </a:lnTo>
                  <a:lnTo>
                    <a:pt x="2612245" y="3151814"/>
                  </a:lnTo>
                  <a:lnTo>
                    <a:pt x="2613749" y="3151814"/>
                  </a:lnTo>
                  <a:lnTo>
                    <a:pt x="2615065" y="3151814"/>
                  </a:lnTo>
                  <a:lnTo>
                    <a:pt x="2615347" y="3151814"/>
                  </a:lnTo>
                  <a:lnTo>
                    <a:pt x="2616382" y="3151814"/>
                  </a:lnTo>
                  <a:lnTo>
                    <a:pt x="2617040" y="3151814"/>
                  </a:lnTo>
                  <a:lnTo>
                    <a:pt x="2618920" y="3151814"/>
                  </a:lnTo>
                  <a:lnTo>
                    <a:pt x="2621365" y="3146535"/>
                  </a:lnTo>
                  <a:lnTo>
                    <a:pt x="2623340" y="3146535"/>
                  </a:lnTo>
                  <a:lnTo>
                    <a:pt x="2624186" y="3146535"/>
                  </a:lnTo>
                  <a:lnTo>
                    <a:pt x="2625502" y="3146535"/>
                  </a:lnTo>
                  <a:lnTo>
                    <a:pt x="2625784" y="3146535"/>
                  </a:lnTo>
                  <a:lnTo>
                    <a:pt x="2626725" y="3146535"/>
                  </a:lnTo>
                  <a:lnTo>
                    <a:pt x="2628699" y="3135976"/>
                  </a:lnTo>
                  <a:lnTo>
                    <a:pt x="2629922" y="3125417"/>
                  </a:lnTo>
                  <a:lnTo>
                    <a:pt x="2629922" y="3120138"/>
                  </a:lnTo>
                  <a:lnTo>
                    <a:pt x="2631050" y="3114858"/>
                  </a:lnTo>
                  <a:lnTo>
                    <a:pt x="2631708" y="3114858"/>
                  </a:lnTo>
                  <a:lnTo>
                    <a:pt x="2632178" y="3114858"/>
                  </a:lnTo>
                  <a:lnTo>
                    <a:pt x="2633024" y="3109579"/>
                  </a:lnTo>
                  <a:lnTo>
                    <a:pt x="2633871" y="3109579"/>
                  </a:lnTo>
                  <a:lnTo>
                    <a:pt x="2636221" y="3109579"/>
                  </a:lnTo>
                  <a:lnTo>
                    <a:pt x="2637256" y="3104299"/>
                  </a:lnTo>
                  <a:lnTo>
                    <a:pt x="2638478" y="3104299"/>
                  </a:lnTo>
                  <a:lnTo>
                    <a:pt x="2639794" y="3104299"/>
                  </a:lnTo>
                  <a:lnTo>
                    <a:pt x="2641111" y="3104299"/>
                  </a:lnTo>
                  <a:lnTo>
                    <a:pt x="2642051" y="3099020"/>
                  </a:lnTo>
                  <a:lnTo>
                    <a:pt x="2642615" y="3099020"/>
                  </a:lnTo>
                  <a:lnTo>
                    <a:pt x="2644026" y="3093740"/>
                  </a:lnTo>
                  <a:lnTo>
                    <a:pt x="2644120" y="3093740"/>
                  </a:lnTo>
                  <a:lnTo>
                    <a:pt x="2646094" y="3093740"/>
                  </a:lnTo>
                  <a:lnTo>
                    <a:pt x="2646658" y="3093740"/>
                  </a:lnTo>
                  <a:lnTo>
                    <a:pt x="2648069" y="3093740"/>
                  </a:lnTo>
                  <a:lnTo>
                    <a:pt x="2650137" y="3093740"/>
                  </a:lnTo>
                  <a:lnTo>
                    <a:pt x="2650231" y="3093740"/>
                  </a:lnTo>
                  <a:lnTo>
                    <a:pt x="2651548" y="3088461"/>
                  </a:lnTo>
                  <a:lnTo>
                    <a:pt x="2652676" y="3088461"/>
                  </a:lnTo>
                  <a:lnTo>
                    <a:pt x="2653146" y="3088461"/>
                  </a:lnTo>
                  <a:lnTo>
                    <a:pt x="2655967" y="3088461"/>
                  </a:lnTo>
                  <a:lnTo>
                    <a:pt x="2656813" y="3088461"/>
                  </a:lnTo>
                  <a:lnTo>
                    <a:pt x="2657189" y="3088461"/>
                  </a:lnTo>
                  <a:lnTo>
                    <a:pt x="2658224" y="3088461"/>
                  </a:lnTo>
                  <a:lnTo>
                    <a:pt x="2659822" y="3088461"/>
                  </a:lnTo>
                  <a:lnTo>
                    <a:pt x="2660950" y="3088461"/>
                  </a:lnTo>
                  <a:lnTo>
                    <a:pt x="2661420" y="3088461"/>
                  </a:lnTo>
                  <a:lnTo>
                    <a:pt x="2662455" y="3088461"/>
                  </a:lnTo>
                  <a:lnTo>
                    <a:pt x="2663019" y="3088461"/>
                  </a:lnTo>
                  <a:lnTo>
                    <a:pt x="2664241" y="3088461"/>
                  </a:lnTo>
                  <a:lnTo>
                    <a:pt x="2665370" y="3088461"/>
                  </a:lnTo>
                  <a:lnTo>
                    <a:pt x="2666686" y="3088461"/>
                  </a:lnTo>
                  <a:lnTo>
                    <a:pt x="2667720" y="3088461"/>
                  </a:lnTo>
                  <a:lnTo>
                    <a:pt x="2669319" y="3088461"/>
                  </a:lnTo>
                  <a:lnTo>
                    <a:pt x="2670729" y="3088461"/>
                  </a:lnTo>
                  <a:lnTo>
                    <a:pt x="2673174" y="3088461"/>
                  </a:lnTo>
                  <a:lnTo>
                    <a:pt x="2673738" y="3083182"/>
                  </a:lnTo>
                  <a:lnTo>
                    <a:pt x="2674490" y="3083182"/>
                  </a:lnTo>
                  <a:lnTo>
                    <a:pt x="2675336" y="3083182"/>
                  </a:lnTo>
                  <a:lnTo>
                    <a:pt x="2676841" y="3083182"/>
                  </a:lnTo>
                  <a:lnTo>
                    <a:pt x="2677969" y="3083182"/>
                  </a:lnTo>
                  <a:lnTo>
                    <a:pt x="2679285" y="3083182"/>
                  </a:lnTo>
                  <a:lnTo>
                    <a:pt x="2679850" y="3083182"/>
                  </a:lnTo>
                  <a:lnTo>
                    <a:pt x="2679944" y="3083182"/>
                  </a:lnTo>
                  <a:lnTo>
                    <a:pt x="2683141" y="3083182"/>
                  </a:lnTo>
                  <a:lnTo>
                    <a:pt x="2684175" y="3077902"/>
                  </a:lnTo>
                  <a:lnTo>
                    <a:pt x="2684269" y="3077902"/>
                  </a:lnTo>
                  <a:lnTo>
                    <a:pt x="2686996" y="3072623"/>
                  </a:lnTo>
                  <a:lnTo>
                    <a:pt x="2687090" y="3072623"/>
                  </a:lnTo>
                  <a:lnTo>
                    <a:pt x="2688876" y="3067343"/>
                  </a:lnTo>
                  <a:lnTo>
                    <a:pt x="2690757" y="3067343"/>
                  </a:lnTo>
                  <a:lnTo>
                    <a:pt x="2691885" y="3067343"/>
                  </a:lnTo>
                  <a:lnTo>
                    <a:pt x="2691979" y="3067343"/>
                  </a:lnTo>
                  <a:lnTo>
                    <a:pt x="2694048" y="3062064"/>
                  </a:lnTo>
                  <a:lnTo>
                    <a:pt x="2694142" y="3062064"/>
                  </a:lnTo>
                  <a:lnTo>
                    <a:pt x="2694894" y="3062064"/>
                  </a:lnTo>
                  <a:lnTo>
                    <a:pt x="2696492" y="3062064"/>
                  </a:lnTo>
                  <a:lnTo>
                    <a:pt x="2697433" y="3062064"/>
                  </a:lnTo>
                  <a:lnTo>
                    <a:pt x="2698561" y="3062064"/>
                  </a:lnTo>
                  <a:lnTo>
                    <a:pt x="2699407" y="3062064"/>
                  </a:lnTo>
                  <a:lnTo>
                    <a:pt x="2700818" y="3062064"/>
                  </a:lnTo>
                  <a:lnTo>
                    <a:pt x="2701946" y="3051505"/>
                  </a:lnTo>
                  <a:lnTo>
                    <a:pt x="2703168" y="3051505"/>
                  </a:lnTo>
                  <a:lnTo>
                    <a:pt x="2703356" y="3051505"/>
                  </a:lnTo>
                  <a:lnTo>
                    <a:pt x="2704203" y="3051505"/>
                  </a:lnTo>
                  <a:lnTo>
                    <a:pt x="2705425" y="3051505"/>
                  </a:lnTo>
                  <a:lnTo>
                    <a:pt x="2707023" y="3051505"/>
                  </a:lnTo>
                  <a:lnTo>
                    <a:pt x="2707776" y="3051505"/>
                  </a:lnTo>
                  <a:lnTo>
                    <a:pt x="2709092" y="3046226"/>
                  </a:lnTo>
                  <a:lnTo>
                    <a:pt x="2709374" y="3046226"/>
                  </a:lnTo>
                  <a:lnTo>
                    <a:pt x="2710502" y="3046226"/>
                  </a:lnTo>
                  <a:lnTo>
                    <a:pt x="2712571" y="3040946"/>
                  </a:lnTo>
                  <a:lnTo>
                    <a:pt x="2713511" y="3035667"/>
                  </a:lnTo>
                  <a:lnTo>
                    <a:pt x="2714263" y="3035667"/>
                  </a:lnTo>
                  <a:lnTo>
                    <a:pt x="2716520" y="3035667"/>
                  </a:lnTo>
                  <a:lnTo>
                    <a:pt x="2718118" y="3030387"/>
                  </a:lnTo>
                  <a:lnTo>
                    <a:pt x="2718589" y="3030387"/>
                  </a:lnTo>
                  <a:lnTo>
                    <a:pt x="2718683" y="3030387"/>
                  </a:lnTo>
                  <a:lnTo>
                    <a:pt x="2719059" y="3030387"/>
                  </a:lnTo>
                  <a:lnTo>
                    <a:pt x="2721503" y="3025108"/>
                  </a:lnTo>
                  <a:lnTo>
                    <a:pt x="2723854" y="3019829"/>
                  </a:lnTo>
                  <a:lnTo>
                    <a:pt x="2726205" y="3019829"/>
                  </a:lnTo>
                  <a:lnTo>
                    <a:pt x="2727709" y="3019829"/>
                  </a:lnTo>
                  <a:lnTo>
                    <a:pt x="2728273" y="3019829"/>
                  </a:lnTo>
                  <a:lnTo>
                    <a:pt x="2728743" y="3019829"/>
                  </a:lnTo>
                  <a:lnTo>
                    <a:pt x="2728837" y="3019829"/>
                  </a:lnTo>
                  <a:lnTo>
                    <a:pt x="2730624" y="3019829"/>
                  </a:lnTo>
                  <a:lnTo>
                    <a:pt x="2733351" y="3019829"/>
                  </a:lnTo>
                  <a:lnTo>
                    <a:pt x="2733445" y="3019829"/>
                  </a:lnTo>
                  <a:lnTo>
                    <a:pt x="2733821" y="3019829"/>
                  </a:lnTo>
                  <a:lnTo>
                    <a:pt x="2734009" y="3019829"/>
                  </a:lnTo>
                  <a:lnTo>
                    <a:pt x="2735325" y="3009270"/>
                  </a:lnTo>
                  <a:lnTo>
                    <a:pt x="2736077" y="3009270"/>
                  </a:lnTo>
                  <a:lnTo>
                    <a:pt x="2737112" y="3009270"/>
                  </a:lnTo>
                  <a:lnTo>
                    <a:pt x="2740215" y="3003990"/>
                  </a:lnTo>
                  <a:lnTo>
                    <a:pt x="2742001" y="2993431"/>
                  </a:lnTo>
                  <a:lnTo>
                    <a:pt x="2742659" y="2993431"/>
                  </a:lnTo>
                  <a:lnTo>
                    <a:pt x="2743694" y="2993431"/>
                  </a:lnTo>
                  <a:lnTo>
                    <a:pt x="2745950" y="2993431"/>
                  </a:lnTo>
                  <a:lnTo>
                    <a:pt x="2748301" y="2988152"/>
                  </a:lnTo>
                  <a:lnTo>
                    <a:pt x="2748583" y="2988152"/>
                  </a:lnTo>
                  <a:lnTo>
                    <a:pt x="2749053" y="2988152"/>
                  </a:lnTo>
                  <a:lnTo>
                    <a:pt x="2750370" y="2988152"/>
                  </a:lnTo>
                  <a:lnTo>
                    <a:pt x="2753754" y="2982873"/>
                  </a:lnTo>
                  <a:lnTo>
                    <a:pt x="2753943" y="2982873"/>
                  </a:lnTo>
                  <a:lnTo>
                    <a:pt x="2755071" y="2977593"/>
                  </a:lnTo>
                  <a:lnTo>
                    <a:pt x="2755353" y="2977593"/>
                  </a:lnTo>
                  <a:lnTo>
                    <a:pt x="2756105" y="2977593"/>
                  </a:lnTo>
                  <a:lnTo>
                    <a:pt x="2756951" y="2977593"/>
                  </a:lnTo>
                  <a:lnTo>
                    <a:pt x="2757139" y="2977593"/>
                  </a:lnTo>
                  <a:lnTo>
                    <a:pt x="2758362" y="2972314"/>
                  </a:lnTo>
                  <a:lnTo>
                    <a:pt x="2758456" y="2972314"/>
                  </a:lnTo>
                  <a:lnTo>
                    <a:pt x="2760430" y="2972314"/>
                  </a:lnTo>
                  <a:lnTo>
                    <a:pt x="2761559" y="2972314"/>
                  </a:lnTo>
                  <a:lnTo>
                    <a:pt x="2762029" y="2972314"/>
                  </a:lnTo>
                  <a:lnTo>
                    <a:pt x="2764191" y="2972314"/>
                  </a:lnTo>
                  <a:lnTo>
                    <a:pt x="2764662" y="2972314"/>
                  </a:lnTo>
                  <a:lnTo>
                    <a:pt x="2766824" y="2972314"/>
                  </a:lnTo>
                  <a:lnTo>
                    <a:pt x="2768329" y="2972314"/>
                  </a:lnTo>
                  <a:lnTo>
                    <a:pt x="2770115" y="2972314"/>
                  </a:lnTo>
                  <a:lnTo>
                    <a:pt x="2771055" y="2967034"/>
                  </a:lnTo>
                  <a:lnTo>
                    <a:pt x="2776415" y="2956475"/>
                  </a:lnTo>
                  <a:lnTo>
                    <a:pt x="2777543" y="2951196"/>
                  </a:lnTo>
                  <a:lnTo>
                    <a:pt x="2778672" y="2945917"/>
                  </a:lnTo>
                  <a:lnTo>
                    <a:pt x="2780740" y="2945917"/>
                  </a:lnTo>
                  <a:lnTo>
                    <a:pt x="2780834" y="2945917"/>
                  </a:lnTo>
                  <a:lnTo>
                    <a:pt x="2781022" y="2945917"/>
                  </a:lnTo>
                  <a:lnTo>
                    <a:pt x="2782903" y="2945917"/>
                  </a:lnTo>
                  <a:lnTo>
                    <a:pt x="2782997" y="2945917"/>
                  </a:lnTo>
                  <a:lnTo>
                    <a:pt x="2784689" y="2940637"/>
                  </a:lnTo>
                  <a:lnTo>
                    <a:pt x="2784877" y="2940637"/>
                  </a:lnTo>
                  <a:lnTo>
                    <a:pt x="2786288" y="2935358"/>
                  </a:lnTo>
                  <a:lnTo>
                    <a:pt x="2787322" y="2930078"/>
                  </a:lnTo>
                  <a:lnTo>
                    <a:pt x="2789861" y="2924799"/>
                  </a:lnTo>
                  <a:lnTo>
                    <a:pt x="2790895" y="2924799"/>
                  </a:lnTo>
                  <a:lnTo>
                    <a:pt x="2792117" y="2924799"/>
                  </a:lnTo>
                  <a:lnTo>
                    <a:pt x="2792399" y="2924799"/>
                  </a:lnTo>
                  <a:lnTo>
                    <a:pt x="2792775" y="2919519"/>
                  </a:lnTo>
                  <a:lnTo>
                    <a:pt x="2794938" y="2914240"/>
                  </a:lnTo>
                  <a:lnTo>
                    <a:pt x="2796160" y="2903681"/>
                  </a:lnTo>
                  <a:lnTo>
                    <a:pt x="2798041" y="2903681"/>
                  </a:lnTo>
                  <a:lnTo>
                    <a:pt x="2799169" y="2893122"/>
                  </a:lnTo>
                  <a:lnTo>
                    <a:pt x="2800204" y="2893122"/>
                  </a:lnTo>
                  <a:lnTo>
                    <a:pt x="2801520" y="2887843"/>
                  </a:lnTo>
                  <a:lnTo>
                    <a:pt x="2801896" y="2887843"/>
                  </a:lnTo>
                  <a:lnTo>
                    <a:pt x="2802742" y="2887843"/>
                  </a:lnTo>
                  <a:lnTo>
                    <a:pt x="2804529" y="2887843"/>
                  </a:lnTo>
                  <a:lnTo>
                    <a:pt x="2806221" y="2887843"/>
                  </a:lnTo>
                  <a:lnTo>
                    <a:pt x="2807632" y="2887843"/>
                  </a:lnTo>
                  <a:lnTo>
                    <a:pt x="2807914" y="2887843"/>
                  </a:lnTo>
                  <a:lnTo>
                    <a:pt x="2809418" y="2887843"/>
                  </a:lnTo>
                  <a:lnTo>
                    <a:pt x="2810829" y="2882564"/>
                  </a:lnTo>
                  <a:lnTo>
                    <a:pt x="2811299" y="2882564"/>
                  </a:lnTo>
                  <a:lnTo>
                    <a:pt x="2814120" y="2882564"/>
                  </a:lnTo>
                  <a:lnTo>
                    <a:pt x="2815342" y="2882564"/>
                  </a:lnTo>
                  <a:lnTo>
                    <a:pt x="2816658" y="2882564"/>
                  </a:lnTo>
                  <a:lnTo>
                    <a:pt x="2817410" y="2877284"/>
                  </a:lnTo>
                  <a:lnTo>
                    <a:pt x="2820043" y="2877284"/>
                  </a:lnTo>
                  <a:lnTo>
                    <a:pt x="2820231" y="2877284"/>
                  </a:lnTo>
                  <a:lnTo>
                    <a:pt x="2822770" y="2877284"/>
                  </a:lnTo>
                  <a:lnTo>
                    <a:pt x="2824650" y="2877284"/>
                  </a:lnTo>
                  <a:lnTo>
                    <a:pt x="2826249" y="2877284"/>
                  </a:lnTo>
                  <a:lnTo>
                    <a:pt x="2826719" y="2877284"/>
                  </a:lnTo>
                  <a:lnTo>
                    <a:pt x="2827941" y="2872005"/>
                  </a:lnTo>
                  <a:lnTo>
                    <a:pt x="2829164" y="2872005"/>
                  </a:lnTo>
                  <a:lnTo>
                    <a:pt x="2830292" y="2872005"/>
                  </a:lnTo>
                  <a:lnTo>
                    <a:pt x="2832643" y="2872005"/>
                  </a:lnTo>
                  <a:lnTo>
                    <a:pt x="2833677" y="2866725"/>
                  </a:lnTo>
                  <a:lnTo>
                    <a:pt x="2833865" y="2866725"/>
                  </a:lnTo>
                  <a:lnTo>
                    <a:pt x="2834523" y="2866725"/>
                  </a:lnTo>
                  <a:lnTo>
                    <a:pt x="2836310" y="2861446"/>
                  </a:lnTo>
                  <a:lnTo>
                    <a:pt x="2836404" y="2861446"/>
                  </a:lnTo>
                  <a:lnTo>
                    <a:pt x="2836498" y="2861446"/>
                  </a:lnTo>
                  <a:lnTo>
                    <a:pt x="2839131" y="2856166"/>
                  </a:lnTo>
                  <a:lnTo>
                    <a:pt x="2840917" y="2856166"/>
                  </a:lnTo>
                  <a:lnTo>
                    <a:pt x="2841105" y="2856166"/>
                  </a:lnTo>
                  <a:lnTo>
                    <a:pt x="2841387" y="2856166"/>
                  </a:lnTo>
                  <a:lnTo>
                    <a:pt x="2841575" y="2856166"/>
                  </a:lnTo>
                  <a:lnTo>
                    <a:pt x="2844114" y="2856166"/>
                  </a:lnTo>
                  <a:lnTo>
                    <a:pt x="2844678" y="2856166"/>
                  </a:lnTo>
                  <a:lnTo>
                    <a:pt x="2846089" y="2856166"/>
                  </a:lnTo>
                  <a:lnTo>
                    <a:pt x="2846841" y="2856166"/>
                  </a:lnTo>
                  <a:lnTo>
                    <a:pt x="2848345" y="2856166"/>
                  </a:lnTo>
                  <a:lnTo>
                    <a:pt x="2849097" y="2850887"/>
                  </a:lnTo>
                  <a:lnTo>
                    <a:pt x="2850226" y="2850887"/>
                  </a:lnTo>
                  <a:lnTo>
                    <a:pt x="2850790" y="2850887"/>
                  </a:lnTo>
                  <a:lnTo>
                    <a:pt x="2850884" y="2850887"/>
                  </a:lnTo>
                  <a:lnTo>
                    <a:pt x="2852294" y="2845608"/>
                  </a:lnTo>
                  <a:lnTo>
                    <a:pt x="2853705" y="2840328"/>
                  </a:lnTo>
                  <a:lnTo>
                    <a:pt x="2855115" y="2835049"/>
                  </a:lnTo>
                  <a:lnTo>
                    <a:pt x="2857278" y="2835049"/>
                  </a:lnTo>
                  <a:lnTo>
                    <a:pt x="2859064" y="2835049"/>
                  </a:lnTo>
                  <a:lnTo>
                    <a:pt x="2859440" y="2835049"/>
                  </a:lnTo>
                  <a:lnTo>
                    <a:pt x="2859534" y="2835049"/>
                  </a:lnTo>
                  <a:lnTo>
                    <a:pt x="2860098" y="2835049"/>
                  </a:lnTo>
                  <a:lnTo>
                    <a:pt x="2861697" y="2835049"/>
                  </a:lnTo>
                  <a:lnTo>
                    <a:pt x="2864988" y="2824490"/>
                  </a:lnTo>
                  <a:lnTo>
                    <a:pt x="2865270" y="2824490"/>
                  </a:lnTo>
                  <a:lnTo>
                    <a:pt x="2866492" y="2819210"/>
                  </a:lnTo>
                  <a:lnTo>
                    <a:pt x="2868279" y="2819210"/>
                  </a:lnTo>
                  <a:lnTo>
                    <a:pt x="2869783" y="2819210"/>
                  </a:lnTo>
                  <a:lnTo>
                    <a:pt x="2870065" y="2819210"/>
                  </a:lnTo>
                  <a:lnTo>
                    <a:pt x="2871852" y="2819210"/>
                  </a:lnTo>
                  <a:lnTo>
                    <a:pt x="2872792" y="2819210"/>
                  </a:lnTo>
                  <a:lnTo>
                    <a:pt x="2874202" y="2819210"/>
                  </a:lnTo>
                  <a:lnTo>
                    <a:pt x="2877493" y="2819210"/>
                  </a:lnTo>
                  <a:lnTo>
                    <a:pt x="2877587" y="2819210"/>
                  </a:lnTo>
                  <a:lnTo>
                    <a:pt x="2878434" y="2819210"/>
                  </a:lnTo>
                  <a:lnTo>
                    <a:pt x="2879280" y="2813931"/>
                  </a:lnTo>
                  <a:lnTo>
                    <a:pt x="2880596" y="2808652"/>
                  </a:lnTo>
                  <a:lnTo>
                    <a:pt x="2881443" y="2808652"/>
                  </a:lnTo>
                  <a:lnTo>
                    <a:pt x="2883793" y="2808652"/>
                  </a:lnTo>
                  <a:lnTo>
                    <a:pt x="2885862" y="2808652"/>
                  </a:lnTo>
                  <a:lnTo>
                    <a:pt x="2887554" y="2808652"/>
                  </a:lnTo>
                  <a:lnTo>
                    <a:pt x="2889059" y="2803372"/>
                  </a:lnTo>
                  <a:lnTo>
                    <a:pt x="2889717" y="2803372"/>
                  </a:lnTo>
                  <a:lnTo>
                    <a:pt x="2890469" y="2798093"/>
                  </a:lnTo>
                  <a:lnTo>
                    <a:pt x="2892632" y="2792813"/>
                  </a:lnTo>
                  <a:lnTo>
                    <a:pt x="2894324" y="2782255"/>
                  </a:lnTo>
                  <a:lnTo>
                    <a:pt x="2895735" y="2782255"/>
                  </a:lnTo>
                  <a:lnTo>
                    <a:pt x="2896205" y="2782255"/>
                  </a:lnTo>
                  <a:lnTo>
                    <a:pt x="2896487" y="2782255"/>
                  </a:lnTo>
                  <a:lnTo>
                    <a:pt x="2897897" y="2776975"/>
                  </a:lnTo>
                  <a:lnTo>
                    <a:pt x="2900342" y="2776975"/>
                  </a:lnTo>
                  <a:lnTo>
                    <a:pt x="2901564" y="2776975"/>
                  </a:lnTo>
                  <a:lnTo>
                    <a:pt x="2902693" y="2776975"/>
                  </a:lnTo>
                  <a:lnTo>
                    <a:pt x="2904197" y="2776975"/>
                  </a:lnTo>
                  <a:lnTo>
                    <a:pt x="2905795" y="2776975"/>
                  </a:lnTo>
                  <a:lnTo>
                    <a:pt x="2905983" y="2776975"/>
                  </a:lnTo>
                  <a:lnTo>
                    <a:pt x="2906454" y="2776975"/>
                  </a:lnTo>
                  <a:lnTo>
                    <a:pt x="2906548" y="2776975"/>
                  </a:lnTo>
                  <a:lnTo>
                    <a:pt x="2906642" y="2776975"/>
                  </a:lnTo>
                  <a:lnTo>
                    <a:pt x="2908428" y="2776975"/>
                  </a:lnTo>
                  <a:lnTo>
                    <a:pt x="2909462" y="2776975"/>
                  </a:lnTo>
                  <a:lnTo>
                    <a:pt x="2910873" y="2776975"/>
                  </a:lnTo>
                  <a:lnTo>
                    <a:pt x="2910967" y="2776975"/>
                  </a:lnTo>
                  <a:lnTo>
                    <a:pt x="2912847" y="2771696"/>
                  </a:lnTo>
                  <a:lnTo>
                    <a:pt x="2913788" y="2771696"/>
                  </a:lnTo>
                  <a:lnTo>
                    <a:pt x="2917079" y="2750578"/>
                  </a:lnTo>
                  <a:lnTo>
                    <a:pt x="2918301" y="2750578"/>
                  </a:lnTo>
                  <a:lnTo>
                    <a:pt x="2920464" y="2750578"/>
                  </a:lnTo>
                  <a:lnTo>
                    <a:pt x="2921310" y="2750578"/>
                  </a:lnTo>
                  <a:lnTo>
                    <a:pt x="2922626" y="2750578"/>
                  </a:lnTo>
                  <a:lnTo>
                    <a:pt x="2923002" y="2750578"/>
                  </a:lnTo>
                  <a:lnTo>
                    <a:pt x="2925165" y="2745299"/>
                  </a:lnTo>
                  <a:lnTo>
                    <a:pt x="2925259" y="2745299"/>
                  </a:lnTo>
                  <a:lnTo>
                    <a:pt x="2926763" y="2745299"/>
                  </a:lnTo>
                  <a:lnTo>
                    <a:pt x="2930054" y="2745299"/>
                  </a:lnTo>
                  <a:lnTo>
                    <a:pt x="2931653" y="2740019"/>
                  </a:lnTo>
                  <a:lnTo>
                    <a:pt x="2932781" y="2740019"/>
                  </a:lnTo>
                  <a:lnTo>
                    <a:pt x="2934473" y="2734740"/>
                  </a:lnTo>
                  <a:lnTo>
                    <a:pt x="2935696" y="2734740"/>
                  </a:lnTo>
                  <a:lnTo>
                    <a:pt x="2936354" y="2734740"/>
                  </a:lnTo>
                  <a:lnTo>
                    <a:pt x="2936636" y="2734740"/>
                  </a:lnTo>
                  <a:lnTo>
                    <a:pt x="2938799" y="2729460"/>
                  </a:lnTo>
                  <a:lnTo>
                    <a:pt x="2940961" y="2724181"/>
                  </a:lnTo>
                  <a:lnTo>
                    <a:pt x="2942654" y="2724181"/>
                  </a:lnTo>
                  <a:lnTo>
                    <a:pt x="2943030" y="2724181"/>
                  </a:lnTo>
                  <a:lnTo>
                    <a:pt x="2944628" y="2724181"/>
                  </a:lnTo>
                  <a:lnTo>
                    <a:pt x="2944910" y="2724181"/>
                  </a:lnTo>
                  <a:lnTo>
                    <a:pt x="2946697" y="2718901"/>
                  </a:lnTo>
                  <a:lnTo>
                    <a:pt x="2948295" y="2703063"/>
                  </a:lnTo>
                  <a:lnTo>
                    <a:pt x="2950552" y="2703063"/>
                  </a:lnTo>
                  <a:lnTo>
                    <a:pt x="2952433" y="2703063"/>
                  </a:lnTo>
                  <a:lnTo>
                    <a:pt x="2953373" y="2703063"/>
                  </a:lnTo>
                  <a:lnTo>
                    <a:pt x="2954877" y="2697784"/>
                  </a:lnTo>
                  <a:lnTo>
                    <a:pt x="2956852" y="2697784"/>
                  </a:lnTo>
                  <a:lnTo>
                    <a:pt x="2958638" y="2697784"/>
                  </a:lnTo>
                  <a:lnTo>
                    <a:pt x="2960425" y="2697784"/>
                  </a:lnTo>
                  <a:lnTo>
                    <a:pt x="2960613" y="2697784"/>
                  </a:lnTo>
                  <a:lnTo>
                    <a:pt x="2965314" y="2697784"/>
                  </a:lnTo>
                  <a:lnTo>
                    <a:pt x="2965878" y="2697784"/>
                  </a:lnTo>
                  <a:lnTo>
                    <a:pt x="2966066" y="2697784"/>
                  </a:lnTo>
                  <a:lnTo>
                    <a:pt x="2967665" y="2697784"/>
                  </a:lnTo>
                  <a:lnTo>
                    <a:pt x="2968417" y="2697784"/>
                  </a:lnTo>
                  <a:lnTo>
                    <a:pt x="2970768" y="2697784"/>
                  </a:lnTo>
                  <a:lnTo>
                    <a:pt x="2972648" y="2697784"/>
                  </a:lnTo>
                  <a:lnTo>
                    <a:pt x="2973400" y="2697784"/>
                  </a:lnTo>
                  <a:lnTo>
                    <a:pt x="2975093" y="2697784"/>
                  </a:lnTo>
                  <a:lnTo>
                    <a:pt x="2976879" y="2697784"/>
                  </a:lnTo>
                  <a:lnTo>
                    <a:pt x="2978666" y="2697784"/>
                  </a:lnTo>
                  <a:lnTo>
                    <a:pt x="2981299" y="2697784"/>
                  </a:lnTo>
                  <a:lnTo>
                    <a:pt x="2981675" y="2697784"/>
                  </a:lnTo>
                  <a:lnTo>
                    <a:pt x="2982051" y="2697784"/>
                  </a:lnTo>
                  <a:lnTo>
                    <a:pt x="2982427" y="2697784"/>
                  </a:lnTo>
                  <a:lnTo>
                    <a:pt x="2983743" y="2697784"/>
                  </a:lnTo>
                  <a:lnTo>
                    <a:pt x="2985530" y="2692504"/>
                  </a:lnTo>
                  <a:lnTo>
                    <a:pt x="2986752" y="2692504"/>
                  </a:lnTo>
                  <a:lnTo>
                    <a:pt x="2986846" y="2692504"/>
                  </a:lnTo>
                  <a:lnTo>
                    <a:pt x="2987128" y="2692504"/>
                  </a:lnTo>
                  <a:lnTo>
                    <a:pt x="2989009" y="2692504"/>
                  </a:lnTo>
                  <a:lnTo>
                    <a:pt x="2990607" y="2692504"/>
                  </a:lnTo>
                  <a:lnTo>
                    <a:pt x="2994368" y="2692504"/>
                  </a:lnTo>
                  <a:lnTo>
                    <a:pt x="2994839" y="2692504"/>
                  </a:lnTo>
                  <a:lnTo>
                    <a:pt x="2996907" y="2692504"/>
                  </a:lnTo>
                  <a:lnTo>
                    <a:pt x="2998129" y="2692504"/>
                  </a:lnTo>
                  <a:lnTo>
                    <a:pt x="2999164" y="2692504"/>
                  </a:lnTo>
                  <a:lnTo>
                    <a:pt x="3001890" y="2692504"/>
                  </a:lnTo>
                  <a:lnTo>
                    <a:pt x="3004241" y="2692504"/>
                  </a:lnTo>
                  <a:lnTo>
                    <a:pt x="3004429" y="2692504"/>
                  </a:lnTo>
                  <a:lnTo>
                    <a:pt x="3006686" y="2692504"/>
                  </a:lnTo>
                  <a:lnTo>
                    <a:pt x="3007908" y="2692504"/>
                  </a:lnTo>
                  <a:lnTo>
                    <a:pt x="3010071" y="2692504"/>
                  </a:lnTo>
                  <a:lnTo>
                    <a:pt x="3012327" y="2692504"/>
                  </a:lnTo>
                  <a:lnTo>
                    <a:pt x="3012610" y="2687225"/>
                  </a:lnTo>
                  <a:lnTo>
                    <a:pt x="3012798" y="2681946"/>
                  </a:lnTo>
                  <a:lnTo>
                    <a:pt x="3013550" y="2681946"/>
                  </a:lnTo>
                  <a:lnTo>
                    <a:pt x="3014114" y="2681946"/>
                  </a:lnTo>
                  <a:lnTo>
                    <a:pt x="3014208" y="2681946"/>
                  </a:lnTo>
                  <a:lnTo>
                    <a:pt x="3015618" y="2676666"/>
                  </a:lnTo>
                  <a:lnTo>
                    <a:pt x="3015712" y="2676666"/>
                  </a:lnTo>
                  <a:lnTo>
                    <a:pt x="3017123" y="2676666"/>
                  </a:lnTo>
                  <a:lnTo>
                    <a:pt x="3018533" y="2676666"/>
                  </a:lnTo>
                  <a:lnTo>
                    <a:pt x="3020884" y="2676666"/>
                  </a:lnTo>
                  <a:lnTo>
                    <a:pt x="3020978" y="2676666"/>
                  </a:lnTo>
                  <a:lnTo>
                    <a:pt x="3022106" y="2676666"/>
                  </a:lnTo>
                  <a:lnTo>
                    <a:pt x="3022764" y="2676666"/>
                  </a:lnTo>
                  <a:lnTo>
                    <a:pt x="3024175" y="2676666"/>
                  </a:lnTo>
                  <a:lnTo>
                    <a:pt x="3026431" y="2671387"/>
                  </a:lnTo>
                  <a:lnTo>
                    <a:pt x="3028030" y="2671387"/>
                  </a:lnTo>
                  <a:lnTo>
                    <a:pt x="3028406" y="2671387"/>
                  </a:lnTo>
                  <a:lnTo>
                    <a:pt x="3029252" y="2671387"/>
                  </a:lnTo>
                  <a:lnTo>
                    <a:pt x="3030851" y="2671387"/>
                  </a:lnTo>
                  <a:lnTo>
                    <a:pt x="3032543" y="2671387"/>
                  </a:lnTo>
                  <a:lnTo>
                    <a:pt x="3034612" y="2671387"/>
                  </a:lnTo>
                  <a:lnTo>
                    <a:pt x="3036586" y="2671387"/>
                  </a:lnTo>
                  <a:lnTo>
                    <a:pt x="3038467" y="2671387"/>
                  </a:lnTo>
                  <a:lnTo>
                    <a:pt x="3040253" y="2660828"/>
                  </a:lnTo>
                  <a:lnTo>
                    <a:pt x="3040441" y="2660828"/>
                  </a:lnTo>
                  <a:lnTo>
                    <a:pt x="3040535" y="2660828"/>
                  </a:lnTo>
                  <a:lnTo>
                    <a:pt x="3042886" y="2660828"/>
                  </a:lnTo>
                  <a:lnTo>
                    <a:pt x="3042980" y="2660828"/>
                  </a:lnTo>
                  <a:lnTo>
                    <a:pt x="3044202" y="2660828"/>
                  </a:lnTo>
                  <a:lnTo>
                    <a:pt x="3045519" y="2660828"/>
                  </a:lnTo>
                  <a:lnTo>
                    <a:pt x="3045801" y="2660828"/>
                  </a:lnTo>
                  <a:lnTo>
                    <a:pt x="3047399" y="2660828"/>
                  </a:lnTo>
                  <a:lnTo>
                    <a:pt x="3047587" y="2660828"/>
                  </a:lnTo>
                  <a:lnTo>
                    <a:pt x="3047681" y="2660828"/>
                  </a:lnTo>
                  <a:lnTo>
                    <a:pt x="3051725" y="2660828"/>
                  </a:lnTo>
                  <a:lnTo>
                    <a:pt x="3053793" y="2660828"/>
                  </a:lnTo>
                  <a:lnTo>
                    <a:pt x="3056238" y="2655548"/>
                  </a:lnTo>
                  <a:lnTo>
                    <a:pt x="3056896" y="2655548"/>
                  </a:lnTo>
                  <a:lnTo>
                    <a:pt x="3058212" y="2655548"/>
                  </a:lnTo>
                  <a:lnTo>
                    <a:pt x="3060563" y="2655548"/>
                  </a:lnTo>
                  <a:lnTo>
                    <a:pt x="3063008" y="2655548"/>
                  </a:lnTo>
                  <a:lnTo>
                    <a:pt x="3063760" y="2655548"/>
                  </a:lnTo>
                  <a:lnTo>
                    <a:pt x="3066299" y="2655548"/>
                  </a:lnTo>
                  <a:lnTo>
                    <a:pt x="3066581" y="2655548"/>
                  </a:lnTo>
                  <a:lnTo>
                    <a:pt x="3066863" y="2655548"/>
                  </a:lnTo>
                  <a:lnTo>
                    <a:pt x="3068743" y="2655548"/>
                  </a:lnTo>
                  <a:lnTo>
                    <a:pt x="3070530" y="2650269"/>
                  </a:lnTo>
                  <a:lnTo>
                    <a:pt x="3072598" y="2650269"/>
                  </a:lnTo>
                  <a:lnTo>
                    <a:pt x="3075513" y="2644990"/>
                  </a:lnTo>
                  <a:lnTo>
                    <a:pt x="3075983" y="2644990"/>
                  </a:lnTo>
                  <a:lnTo>
                    <a:pt x="3078146" y="2644990"/>
                  </a:lnTo>
                  <a:lnTo>
                    <a:pt x="3079086" y="2644990"/>
                  </a:lnTo>
                  <a:lnTo>
                    <a:pt x="3080967" y="2644990"/>
                  </a:lnTo>
                  <a:lnTo>
                    <a:pt x="3082283" y="2639710"/>
                  </a:lnTo>
                  <a:lnTo>
                    <a:pt x="3082753" y="2639710"/>
                  </a:lnTo>
                  <a:lnTo>
                    <a:pt x="3084822" y="2639710"/>
                  </a:lnTo>
                  <a:lnTo>
                    <a:pt x="3086138" y="2639710"/>
                  </a:lnTo>
                  <a:lnTo>
                    <a:pt x="3088207" y="2634431"/>
                  </a:lnTo>
                  <a:lnTo>
                    <a:pt x="3089711" y="2634431"/>
                  </a:lnTo>
                  <a:lnTo>
                    <a:pt x="3089993" y="2634431"/>
                  </a:lnTo>
                  <a:lnTo>
                    <a:pt x="3090746" y="2629151"/>
                  </a:lnTo>
                  <a:lnTo>
                    <a:pt x="3090840" y="2629151"/>
                  </a:lnTo>
                  <a:lnTo>
                    <a:pt x="3092156" y="2623872"/>
                  </a:lnTo>
                  <a:lnTo>
                    <a:pt x="3092344" y="2623872"/>
                  </a:lnTo>
                  <a:lnTo>
                    <a:pt x="3095729" y="2618592"/>
                  </a:lnTo>
                  <a:lnTo>
                    <a:pt x="3095823" y="2618592"/>
                  </a:lnTo>
                  <a:lnTo>
                    <a:pt x="3095823" y="2613313"/>
                  </a:lnTo>
                  <a:lnTo>
                    <a:pt x="3097892" y="2613313"/>
                  </a:lnTo>
                  <a:lnTo>
                    <a:pt x="3097986" y="2613313"/>
                  </a:lnTo>
                  <a:lnTo>
                    <a:pt x="3100336" y="2613313"/>
                  </a:lnTo>
                  <a:lnTo>
                    <a:pt x="3101183" y="2613313"/>
                  </a:lnTo>
                  <a:lnTo>
                    <a:pt x="3102781" y="2613313"/>
                  </a:lnTo>
                  <a:lnTo>
                    <a:pt x="3102875" y="2613313"/>
                  </a:lnTo>
                  <a:lnTo>
                    <a:pt x="3103721" y="2608034"/>
                  </a:lnTo>
                  <a:lnTo>
                    <a:pt x="3104473" y="2608034"/>
                  </a:lnTo>
                  <a:lnTo>
                    <a:pt x="3106824" y="2602754"/>
                  </a:lnTo>
                  <a:lnTo>
                    <a:pt x="3109457" y="2602754"/>
                  </a:lnTo>
                  <a:lnTo>
                    <a:pt x="3111337" y="2602754"/>
                  </a:lnTo>
                  <a:lnTo>
                    <a:pt x="3112560" y="2602754"/>
                  </a:lnTo>
                  <a:lnTo>
                    <a:pt x="3115004" y="2602754"/>
                  </a:lnTo>
                  <a:lnTo>
                    <a:pt x="3115098" y="2602754"/>
                  </a:lnTo>
                  <a:lnTo>
                    <a:pt x="3116791" y="2602754"/>
                  </a:lnTo>
                  <a:lnTo>
                    <a:pt x="3118671" y="2597475"/>
                  </a:lnTo>
                  <a:lnTo>
                    <a:pt x="3119424" y="2597475"/>
                  </a:lnTo>
                  <a:lnTo>
                    <a:pt x="3121680" y="2597475"/>
                  </a:lnTo>
                  <a:lnTo>
                    <a:pt x="3122527" y="2597475"/>
                  </a:lnTo>
                  <a:lnTo>
                    <a:pt x="3125535" y="2592195"/>
                  </a:lnTo>
                  <a:lnTo>
                    <a:pt x="3125629" y="2592195"/>
                  </a:lnTo>
                  <a:lnTo>
                    <a:pt x="3125817" y="2592195"/>
                  </a:lnTo>
                  <a:lnTo>
                    <a:pt x="3127510" y="2592195"/>
                  </a:lnTo>
                  <a:lnTo>
                    <a:pt x="3128450" y="2592195"/>
                  </a:lnTo>
                  <a:lnTo>
                    <a:pt x="3130237" y="2592195"/>
                  </a:lnTo>
                  <a:lnTo>
                    <a:pt x="3130331" y="2592195"/>
                  </a:lnTo>
                  <a:lnTo>
                    <a:pt x="3132399" y="2592195"/>
                  </a:lnTo>
                  <a:lnTo>
                    <a:pt x="3132587" y="2592195"/>
                  </a:lnTo>
                  <a:lnTo>
                    <a:pt x="3134280" y="2592195"/>
                  </a:lnTo>
                  <a:lnTo>
                    <a:pt x="3136442" y="2586916"/>
                  </a:lnTo>
                  <a:lnTo>
                    <a:pt x="3137383" y="2581637"/>
                  </a:lnTo>
                  <a:lnTo>
                    <a:pt x="3138887" y="2581637"/>
                  </a:lnTo>
                  <a:lnTo>
                    <a:pt x="3139075" y="2581637"/>
                  </a:lnTo>
                  <a:lnTo>
                    <a:pt x="3139169" y="2581637"/>
                  </a:lnTo>
                  <a:lnTo>
                    <a:pt x="3140862" y="2581637"/>
                  </a:lnTo>
                  <a:lnTo>
                    <a:pt x="3142742" y="2576357"/>
                  </a:lnTo>
                  <a:lnTo>
                    <a:pt x="3144905" y="2560519"/>
                  </a:lnTo>
                  <a:lnTo>
                    <a:pt x="3149794" y="2560519"/>
                  </a:lnTo>
                  <a:lnTo>
                    <a:pt x="3149888" y="2560519"/>
                  </a:lnTo>
                  <a:lnTo>
                    <a:pt x="3151017" y="2560519"/>
                  </a:lnTo>
                  <a:lnTo>
                    <a:pt x="3152521" y="2560519"/>
                  </a:lnTo>
                  <a:lnTo>
                    <a:pt x="3152615" y="2560519"/>
                  </a:lnTo>
                  <a:lnTo>
                    <a:pt x="3152803" y="2560519"/>
                  </a:lnTo>
                  <a:lnTo>
                    <a:pt x="3153743" y="2560519"/>
                  </a:lnTo>
                  <a:lnTo>
                    <a:pt x="3155906" y="2560519"/>
                  </a:lnTo>
                  <a:lnTo>
                    <a:pt x="3158351" y="2549960"/>
                  </a:lnTo>
                  <a:lnTo>
                    <a:pt x="3158445" y="2549960"/>
                  </a:lnTo>
                  <a:lnTo>
                    <a:pt x="3161077" y="2549960"/>
                  </a:lnTo>
                  <a:lnTo>
                    <a:pt x="3161454" y="2549960"/>
                  </a:lnTo>
                  <a:lnTo>
                    <a:pt x="3163240" y="2544681"/>
                  </a:lnTo>
                  <a:lnTo>
                    <a:pt x="3167189" y="2534122"/>
                  </a:lnTo>
                  <a:lnTo>
                    <a:pt x="3167847" y="2534122"/>
                  </a:lnTo>
                  <a:lnTo>
                    <a:pt x="3168411" y="2534122"/>
                  </a:lnTo>
                  <a:lnTo>
                    <a:pt x="3169634" y="2534122"/>
                  </a:lnTo>
                  <a:lnTo>
                    <a:pt x="3169822" y="2534122"/>
                  </a:lnTo>
                  <a:lnTo>
                    <a:pt x="3171514" y="2534122"/>
                  </a:lnTo>
                  <a:lnTo>
                    <a:pt x="3172737" y="2534122"/>
                  </a:lnTo>
                  <a:lnTo>
                    <a:pt x="3174523" y="2534122"/>
                  </a:lnTo>
                  <a:lnTo>
                    <a:pt x="3174617" y="2534122"/>
                  </a:lnTo>
                  <a:lnTo>
                    <a:pt x="3174899" y="2534122"/>
                  </a:lnTo>
                  <a:lnTo>
                    <a:pt x="3177344" y="2528842"/>
                  </a:lnTo>
                  <a:lnTo>
                    <a:pt x="3178190" y="2528842"/>
                  </a:lnTo>
                  <a:lnTo>
                    <a:pt x="3179977" y="2528842"/>
                  </a:lnTo>
                  <a:lnTo>
                    <a:pt x="3180353" y="2528842"/>
                  </a:lnTo>
                  <a:lnTo>
                    <a:pt x="3181011" y="2528842"/>
                  </a:lnTo>
                  <a:lnTo>
                    <a:pt x="3184114" y="2518283"/>
                  </a:lnTo>
                  <a:lnTo>
                    <a:pt x="3185900" y="2513004"/>
                  </a:lnTo>
                  <a:lnTo>
                    <a:pt x="3189379" y="2513004"/>
                  </a:lnTo>
                  <a:lnTo>
                    <a:pt x="3189661" y="2513004"/>
                  </a:lnTo>
                  <a:lnTo>
                    <a:pt x="3192106" y="2507725"/>
                  </a:lnTo>
                  <a:lnTo>
                    <a:pt x="3192200" y="2502445"/>
                  </a:lnTo>
                  <a:lnTo>
                    <a:pt x="3193987" y="2502445"/>
                  </a:lnTo>
                  <a:lnTo>
                    <a:pt x="3195961" y="2491886"/>
                  </a:lnTo>
                  <a:lnTo>
                    <a:pt x="3197654" y="2491886"/>
                  </a:lnTo>
                  <a:lnTo>
                    <a:pt x="3198312" y="2491886"/>
                  </a:lnTo>
                  <a:lnTo>
                    <a:pt x="3200663" y="2491886"/>
                  </a:lnTo>
                  <a:lnTo>
                    <a:pt x="3201791" y="2491886"/>
                  </a:lnTo>
                  <a:lnTo>
                    <a:pt x="3202355" y="2486607"/>
                  </a:lnTo>
                  <a:lnTo>
                    <a:pt x="3202543" y="2486607"/>
                  </a:lnTo>
                  <a:lnTo>
                    <a:pt x="3204894" y="2486607"/>
                  </a:lnTo>
                  <a:lnTo>
                    <a:pt x="3204988" y="2486607"/>
                  </a:lnTo>
                  <a:lnTo>
                    <a:pt x="3206586" y="2486607"/>
                  </a:lnTo>
                  <a:lnTo>
                    <a:pt x="3206774" y="2486607"/>
                  </a:lnTo>
                  <a:lnTo>
                    <a:pt x="3208279" y="2486607"/>
                  </a:lnTo>
                  <a:lnTo>
                    <a:pt x="3208373" y="2486607"/>
                  </a:lnTo>
                  <a:lnTo>
                    <a:pt x="3208749" y="2486607"/>
                  </a:lnTo>
                  <a:lnTo>
                    <a:pt x="3211288" y="2486607"/>
                  </a:lnTo>
                  <a:lnTo>
                    <a:pt x="3211570" y="2486607"/>
                  </a:lnTo>
                  <a:lnTo>
                    <a:pt x="3212040" y="2481328"/>
                  </a:lnTo>
                  <a:lnTo>
                    <a:pt x="3214673" y="2481328"/>
                  </a:lnTo>
                  <a:lnTo>
                    <a:pt x="3215801" y="2481328"/>
                  </a:lnTo>
                  <a:lnTo>
                    <a:pt x="3215989" y="2481328"/>
                  </a:lnTo>
                  <a:lnTo>
                    <a:pt x="3217493" y="2476048"/>
                  </a:lnTo>
                  <a:lnTo>
                    <a:pt x="3219092" y="2476048"/>
                  </a:lnTo>
                  <a:lnTo>
                    <a:pt x="3221160" y="2465489"/>
                  </a:lnTo>
                  <a:lnTo>
                    <a:pt x="3224075" y="2460210"/>
                  </a:lnTo>
                  <a:lnTo>
                    <a:pt x="3225768" y="2460210"/>
                  </a:lnTo>
                  <a:lnTo>
                    <a:pt x="3227836" y="2460210"/>
                  </a:lnTo>
                  <a:lnTo>
                    <a:pt x="3228118" y="2460210"/>
                  </a:lnTo>
                  <a:lnTo>
                    <a:pt x="3228494" y="2460210"/>
                  </a:lnTo>
                  <a:lnTo>
                    <a:pt x="3233008" y="2460210"/>
                  </a:lnTo>
                  <a:lnTo>
                    <a:pt x="3233102" y="2460210"/>
                  </a:lnTo>
                  <a:lnTo>
                    <a:pt x="3235829" y="2449651"/>
                  </a:lnTo>
                  <a:lnTo>
                    <a:pt x="3236111" y="2449651"/>
                  </a:lnTo>
                  <a:lnTo>
                    <a:pt x="3237803" y="2449651"/>
                  </a:lnTo>
                  <a:lnTo>
                    <a:pt x="3239684" y="2449651"/>
                  </a:lnTo>
                  <a:lnTo>
                    <a:pt x="3241282" y="2449651"/>
                  </a:lnTo>
                  <a:lnTo>
                    <a:pt x="3243445" y="2444372"/>
                  </a:lnTo>
                  <a:lnTo>
                    <a:pt x="3244197" y="2444372"/>
                  </a:lnTo>
                  <a:lnTo>
                    <a:pt x="3244479" y="2439092"/>
                  </a:lnTo>
                  <a:lnTo>
                    <a:pt x="3245795" y="2439092"/>
                  </a:lnTo>
                  <a:lnTo>
                    <a:pt x="3247018" y="2439092"/>
                  </a:lnTo>
                  <a:lnTo>
                    <a:pt x="3249556" y="2433813"/>
                  </a:lnTo>
                  <a:lnTo>
                    <a:pt x="3249650" y="2433813"/>
                  </a:lnTo>
                  <a:lnTo>
                    <a:pt x="3252001" y="2433813"/>
                  </a:lnTo>
                  <a:lnTo>
                    <a:pt x="3253223" y="2428533"/>
                  </a:lnTo>
                  <a:lnTo>
                    <a:pt x="3253976" y="2428533"/>
                  </a:lnTo>
                  <a:lnTo>
                    <a:pt x="3254164" y="2428533"/>
                  </a:lnTo>
                  <a:lnTo>
                    <a:pt x="3255198" y="2428533"/>
                  </a:lnTo>
                  <a:lnTo>
                    <a:pt x="3257925" y="2423254"/>
                  </a:lnTo>
                  <a:lnTo>
                    <a:pt x="3261498" y="2423254"/>
                  </a:lnTo>
                  <a:lnTo>
                    <a:pt x="3263566" y="2423254"/>
                  </a:lnTo>
                  <a:lnTo>
                    <a:pt x="3265447" y="2423254"/>
                  </a:lnTo>
                  <a:lnTo>
                    <a:pt x="3268268" y="2423254"/>
                  </a:lnTo>
                  <a:lnTo>
                    <a:pt x="3269584" y="2423254"/>
                  </a:lnTo>
                  <a:lnTo>
                    <a:pt x="3272499" y="2417974"/>
                  </a:lnTo>
                  <a:lnTo>
                    <a:pt x="3274003" y="2417974"/>
                  </a:lnTo>
                  <a:lnTo>
                    <a:pt x="3274097" y="2417974"/>
                  </a:lnTo>
                  <a:lnTo>
                    <a:pt x="3275790" y="2417974"/>
                  </a:lnTo>
                  <a:lnTo>
                    <a:pt x="3276166" y="2417974"/>
                  </a:lnTo>
                  <a:lnTo>
                    <a:pt x="3277012" y="2417974"/>
                  </a:lnTo>
                  <a:lnTo>
                    <a:pt x="3277200" y="2417974"/>
                  </a:lnTo>
                  <a:lnTo>
                    <a:pt x="3277482" y="2417974"/>
                  </a:lnTo>
                  <a:lnTo>
                    <a:pt x="3279739" y="2417974"/>
                  </a:lnTo>
                  <a:lnTo>
                    <a:pt x="3280397" y="2417974"/>
                  </a:lnTo>
                  <a:lnTo>
                    <a:pt x="3281902" y="2417974"/>
                  </a:lnTo>
                  <a:lnTo>
                    <a:pt x="3281996" y="2412695"/>
                  </a:lnTo>
                  <a:lnTo>
                    <a:pt x="3284722" y="2412695"/>
                  </a:lnTo>
                  <a:lnTo>
                    <a:pt x="3284910" y="2412695"/>
                  </a:lnTo>
                  <a:lnTo>
                    <a:pt x="3285475" y="2412695"/>
                  </a:lnTo>
                  <a:lnTo>
                    <a:pt x="3285851" y="2412695"/>
                  </a:lnTo>
                  <a:lnTo>
                    <a:pt x="3288107" y="2412695"/>
                  </a:lnTo>
                  <a:lnTo>
                    <a:pt x="3289988" y="2412695"/>
                  </a:lnTo>
                  <a:lnTo>
                    <a:pt x="3290176" y="2412695"/>
                  </a:lnTo>
                  <a:lnTo>
                    <a:pt x="3290740" y="2412695"/>
                  </a:lnTo>
                  <a:lnTo>
                    <a:pt x="3291116" y="2412695"/>
                  </a:lnTo>
                  <a:lnTo>
                    <a:pt x="3296382" y="2396857"/>
                  </a:lnTo>
                  <a:lnTo>
                    <a:pt x="3299108" y="2396857"/>
                  </a:lnTo>
                  <a:lnTo>
                    <a:pt x="3301553" y="2386298"/>
                  </a:lnTo>
                  <a:lnTo>
                    <a:pt x="3303246" y="2381019"/>
                  </a:lnTo>
                  <a:lnTo>
                    <a:pt x="3305596" y="2381019"/>
                  </a:lnTo>
                  <a:lnTo>
                    <a:pt x="3306254" y="2381019"/>
                  </a:lnTo>
                  <a:lnTo>
                    <a:pt x="3308605" y="2370460"/>
                  </a:lnTo>
                  <a:lnTo>
                    <a:pt x="3310580" y="2370460"/>
                  </a:lnTo>
                  <a:lnTo>
                    <a:pt x="3312178" y="2370460"/>
                  </a:lnTo>
                  <a:lnTo>
                    <a:pt x="3312460" y="2370460"/>
                  </a:lnTo>
                  <a:lnTo>
                    <a:pt x="3314905" y="2365180"/>
                  </a:lnTo>
                  <a:lnTo>
                    <a:pt x="3315093" y="2365180"/>
                  </a:lnTo>
                  <a:lnTo>
                    <a:pt x="3316033" y="2365180"/>
                  </a:lnTo>
                  <a:lnTo>
                    <a:pt x="3318384" y="2365180"/>
                  </a:lnTo>
                  <a:lnTo>
                    <a:pt x="3320546" y="2365180"/>
                  </a:lnTo>
                  <a:lnTo>
                    <a:pt x="3320640" y="2365180"/>
                  </a:lnTo>
                  <a:lnTo>
                    <a:pt x="3320734" y="2365180"/>
                  </a:lnTo>
                  <a:lnTo>
                    <a:pt x="3323273" y="2365180"/>
                  </a:lnTo>
                  <a:lnTo>
                    <a:pt x="3323367" y="2365180"/>
                  </a:lnTo>
                  <a:lnTo>
                    <a:pt x="3324213" y="2365180"/>
                  </a:lnTo>
                  <a:lnTo>
                    <a:pt x="3324213" y="2359901"/>
                  </a:lnTo>
                  <a:lnTo>
                    <a:pt x="3325718" y="2359901"/>
                  </a:lnTo>
                  <a:lnTo>
                    <a:pt x="3328539" y="2354621"/>
                  </a:lnTo>
                  <a:lnTo>
                    <a:pt x="3328727" y="2354621"/>
                  </a:lnTo>
                  <a:lnTo>
                    <a:pt x="3331171" y="2349342"/>
                  </a:lnTo>
                  <a:lnTo>
                    <a:pt x="3332676" y="2349342"/>
                  </a:lnTo>
                  <a:lnTo>
                    <a:pt x="3334838" y="2349342"/>
                  </a:lnTo>
                  <a:lnTo>
                    <a:pt x="3337471" y="2344063"/>
                  </a:lnTo>
                  <a:lnTo>
                    <a:pt x="3339634" y="2344063"/>
                  </a:lnTo>
                  <a:lnTo>
                    <a:pt x="3340010" y="2344063"/>
                  </a:lnTo>
                  <a:lnTo>
                    <a:pt x="3340950" y="2344063"/>
                  </a:lnTo>
                  <a:lnTo>
                    <a:pt x="3343207" y="2333504"/>
                  </a:lnTo>
                  <a:lnTo>
                    <a:pt x="3344805" y="2333504"/>
                  </a:lnTo>
                  <a:lnTo>
                    <a:pt x="3347344" y="2333504"/>
                  </a:lnTo>
                  <a:lnTo>
                    <a:pt x="3347438" y="2333504"/>
                  </a:lnTo>
                  <a:lnTo>
                    <a:pt x="3347532" y="2333504"/>
                  </a:lnTo>
                  <a:lnTo>
                    <a:pt x="3349883" y="2333504"/>
                  </a:lnTo>
                  <a:lnTo>
                    <a:pt x="3350447" y="2333504"/>
                  </a:lnTo>
                  <a:lnTo>
                    <a:pt x="3352421" y="2333504"/>
                  </a:lnTo>
                  <a:lnTo>
                    <a:pt x="3355148" y="2328224"/>
                  </a:lnTo>
                  <a:lnTo>
                    <a:pt x="3355524" y="2328224"/>
                  </a:lnTo>
                  <a:lnTo>
                    <a:pt x="3356371" y="2328224"/>
                  </a:lnTo>
                  <a:lnTo>
                    <a:pt x="3358627" y="2328224"/>
                  </a:lnTo>
                  <a:lnTo>
                    <a:pt x="3358815" y="2322945"/>
                  </a:lnTo>
                  <a:lnTo>
                    <a:pt x="3361824" y="2317665"/>
                  </a:lnTo>
                  <a:lnTo>
                    <a:pt x="3364457" y="2317665"/>
                  </a:lnTo>
                  <a:lnTo>
                    <a:pt x="3364645" y="2317665"/>
                  </a:lnTo>
                  <a:lnTo>
                    <a:pt x="3364739" y="2317665"/>
                  </a:lnTo>
                  <a:lnTo>
                    <a:pt x="3365303" y="2317665"/>
                  </a:lnTo>
                  <a:lnTo>
                    <a:pt x="3365303" y="2312386"/>
                  </a:lnTo>
                  <a:lnTo>
                    <a:pt x="3368500" y="2312386"/>
                  </a:lnTo>
                  <a:lnTo>
                    <a:pt x="3369252" y="2312386"/>
                  </a:lnTo>
                  <a:lnTo>
                    <a:pt x="3369628" y="2312386"/>
                  </a:lnTo>
                  <a:lnTo>
                    <a:pt x="3370474" y="2312386"/>
                  </a:lnTo>
                  <a:lnTo>
                    <a:pt x="3373671" y="2312386"/>
                  </a:lnTo>
                  <a:lnTo>
                    <a:pt x="3375082" y="2307107"/>
                  </a:lnTo>
                  <a:lnTo>
                    <a:pt x="3377621" y="2307107"/>
                  </a:lnTo>
                  <a:lnTo>
                    <a:pt x="3379877" y="2307107"/>
                  </a:lnTo>
                  <a:lnTo>
                    <a:pt x="3380159" y="2307107"/>
                  </a:lnTo>
                  <a:lnTo>
                    <a:pt x="3383450" y="2296548"/>
                  </a:lnTo>
                  <a:lnTo>
                    <a:pt x="3385143" y="2296548"/>
                  </a:lnTo>
                  <a:lnTo>
                    <a:pt x="3387493" y="2296548"/>
                  </a:lnTo>
                  <a:lnTo>
                    <a:pt x="3387963" y="2291268"/>
                  </a:lnTo>
                  <a:lnTo>
                    <a:pt x="3391348" y="2291268"/>
                  </a:lnTo>
                  <a:lnTo>
                    <a:pt x="3395203" y="2291268"/>
                  </a:lnTo>
                  <a:lnTo>
                    <a:pt x="3396144" y="2291268"/>
                  </a:lnTo>
                  <a:lnTo>
                    <a:pt x="3396332" y="2291268"/>
                  </a:lnTo>
                  <a:lnTo>
                    <a:pt x="3396426" y="2291268"/>
                  </a:lnTo>
                  <a:lnTo>
                    <a:pt x="3396614" y="2291268"/>
                  </a:lnTo>
                  <a:lnTo>
                    <a:pt x="3399153" y="2285989"/>
                  </a:lnTo>
                  <a:lnTo>
                    <a:pt x="3399529" y="2285989"/>
                  </a:lnTo>
                  <a:lnTo>
                    <a:pt x="3399905" y="2285989"/>
                  </a:lnTo>
                  <a:lnTo>
                    <a:pt x="3401221" y="2285989"/>
                  </a:lnTo>
                  <a:lnTo>
                    <a:pt x="3403854" y="2285989"/>
                  </a:lnTo>
                  <a:lnTo>
                    <a:pt x="3404512" y="2285989"/>
                  </a:lnTo>
                  <a:lnTo>
                    <a:pt x="3404794" y="2285989"/>
                  </a:lnTo>
                  <a:lnTo>
                    <a:pt x="3405076" y="2285989"/>
                  </a:lnTo>
                  <a:lnTo>
                    <a:pt x="3407521" y="2280710"/>
                  </a:lnTo>
                  <a:lnTo>
                    <a:pt x="3408461" y="2280710"/>
                  </a:lnTo>
                  <a:lnTo>
                    <a:pt x="3409966" y="2275430"/>
                  </a:lnTo>
                  <a:lnTo>
                    <a:pt x="3412786" y="2275430"/>
                  </a:lnTo>
                  <a:lnTo>
                    <a:pt x="3416736" y="2275430"/>
                  </a:lnTo>
                  <a:lnTo>
                    <a:pt x="3419462" y="2264871"/>
                  </a:lnTo>
                  <a:lnTo>
                    <a:pt x="3420215" y="2264871"/>
                  </a:lnTo>
                  <a:lnTo>
                    <a:pt x="3422283" y="2264871"/>
                  </a:lnTo>
                  <a:lnTo>
                    <a:pt x="3422283" y="2259592"/>
                  </a:lnTo>
                  <a:lnTo>
                    <a:pt x="3425574" y="2254312"/>
                  </a:lnTo>
                  <a:lnTo>
                    <a:pt x="3425668" y="2254312"/>
                  </a:lnTo>
                  <a:lnTo>
                    <a:pt x="3427925" y="2249033"/>
                  </a:lnTo>
                  <a:lnTo>
                    <a:pt x="3429335" y="2249033"/>
                  </a:lnTo>
                  <a:lnTo>
                    <a:pt x="3431216" y="2249033"/>
                  </a:lnTo>
                  <a:lnTo>
                    <a:pt x="3432908" y="2249033"/>
                  </a:lnTo>
                  <a:lnTo>
                    <a:pt x="3433378" y="2249033"/>
                  </a:lnTo>
                  <a:lnTo>
                    <a:pt x="3434319" y="2249033"/>
                  </a:lnTo>
                  <a:lnTo>
                    <a:pt x="3435917" y="2227915"/>
                  </a:lnTo>
                  <a:lnTo>
                    <a:pt x="3436011" y="2227915"/>
                  </a:lnTo>
                  <a:lnTo>
                    <a:pt x="3436857" y="2227915"/>
                  </a:lnTo>
                  <a:lnTo>
                    <a:pt x="3437703" y="2227915"/>
                  </a:lnTo>
                  <a:lnTo>
                    <a:pt x="3439772" y="2227915"/>
                  </a:lnTo>
                  <a:lnTo>
                    <a:pt x="3440054" y="2227915"/>
                  </a:lnTo>
                  <a:lnTo>
                    <a:pt x="3442123" y="2227915"/>
                  </a:lnTo>
                  <a:lnTo>
                    <a:pt x="3444755" y="2227915"/>
                  </a:lnTo>
                  <a:lnTo>
                    <a:pt x="3445602" y="2227915"/>
                  </a:lnTo>
                  <a:lnTo>
                    <a:pt x="3446260" y="2227915"/>
                  </a:lnTo>
                  <a:lnTo>
                    <a:pt x="3450021" y="2227915"/>
                  </a:lnTo>
                  <a:lnTo>
                    <a:pt x="3455004" y="2217356"/>
                  </a:lnTo>
                  <a:lnTo>
                    <a:pt x="3458201" y="2212077"/>
                  </a:lnTo>
                  <a:lnTo>
                    <a:pt x="3458295" y="2212077"/>
                  </a:lnTo>
                  <a:lnTo>
                    <a:pt x="3461398" y="2212077"/>
                  </a:lnTo>
                  <a:lnTo>
                    <a:pt x="3463091" y="2212077"/>
                  </a:lnTo>
                  <a:lnTo>
                    <a:pt x="3463185" y="2212077"/>
                  </a:lnTo>
                  <a:lnTo>
                    <a:pt x="3464971" y="2206798"/>
                  </a:lnTo>
                  <a:lnTo>
                    <a:pt x="3465723" y="2206798"/>
                  </a:lnTo>
                  <a:lnTo>
                    <a:pt x="3466193" y="2206798"/>
                  </a:lnTo>
                  <a:lnTo>
                    <a:pt x="3466476" y="2206798"/>
                  </a:lnTo>
                  <a:lnTo>
                    <a:pt x="3468920" y="2201518"/>
                  </a:lnTo>
                  <a:lnTo>
                    <a:pt x="3469108" y="2201518"/>
                  </a:lnTo>
                  <a:lnTo>
                    <a:pt x="3470801" y="2190959"/>
                  </a:lnTo>
                  <a:lnTo>
                    <a:pt x="3471647" y="2190959"/>
                  </a:lnTo>
                  <a:lnTo>
                    <a:pt x="3473622" y="2190959"/>
                  </a:lnTo>
                  <a:lnTo>
                    <a:pt x="3473716" y="2190959"/>
                  </a:lnTo>
                  <a:lnTo>
                    <a:pt x="3475314" y="2185680"/>
                  </a:lnTo>
                  <a:lnTo>
                    <a:pt x="3475408" y="2185680"/>
                  </a:lnTo>
                  <a:lnTo>
                    <a:pt x="3475596" y="2185680"/>
                  </a:lnTo>
                  <a:lnTo>
                    <a:pt x="3475878" y="2185680"/>
                  </a:lnTo>
                  <a:lnTo>
                    <a:pt x="3476160" y="2185680"/>
                  </a:lnTo>
                  <a:lnTo>
                    <a:pt x="3477571" y="2185680"/>
                  </a:lnTo>
                  <a:lnTo>
                    <a:pt x="3480486" y="2180401"/>
                  </a:lnTo>
                  <a:lnTo>
                    <a:pt x="3480580" y="2180401"/>
                  </a:lnTo>
                  <a:lnTo>
                    <a:pt x="3481144" y="2180401"/>
                  </a:lnTo>
                  <a:lnTo>
                    <a:pt x="3481332" y="2180401"/>
                  </a:lnTo>
                  <a:lnTo>
                    <a:pt x="3481426" y="2180401"/>
                  </a:lnTo>
                  <a:lnTo>
                    <a:pt x="3483776" y="2175121"/>
                  </a:lnTo>
                  <a:lnTo>
                    <a:pt x="3485375" y="2175121"/>
                  </a:lnTo>
                  <a:lnTo>
                    <a:pt x="3488384" y="2164562"/>
                  </a:lnTo>
                  <a:lnTo>
                    <a:pt x="3491487" y="2164562"/>
                  </a:lnTo>
                  <a:lnTo>
                    <a:pt x="3492145" y="2164562"/>
                  </a:lnTo>
                  <a:lnTo>
                    <a:pt x="3494307" y="2164562"/>
                  </a:lnTo>
                  <a:lnTo>
                    <a:pt x="3494401" y="2164562"/>
                  </a:lnTo>
                  <a:lnTo>
                    <a:pt x="3496940" y="2164562"/>
                  </a:lnTo>
                  <a:lnTo>
                    <a:pt x="3497222" y="2164562"/>
                  </a:lnTo>
                  <a:lnTo>
                    <a:pt x="3500889" y="2164562"/>
                  </a:lnTo>
                  <a:lnTo>
                    <a:pt x="3503710" y="2159283"/>
                  </a:lnTo>
                  <a:lnTo>
                    <a:pt x="3503804" y="2159283"/>
                  </a:lnTo>
                  <a:lnTo>
                    <a:pt x="3505026" y="2159283"/>
                  </a:lnTo>
                  <a:lnTo>
                    <a:pt x="3506343" y="2159283"/>
                  </a:lnTo>
                  <a:lnTo>
                    <a:pt x="3508505" y="2159283"/>
                  </a:lnTo>
                  <a:lnTo>
                    <a:pt x="3511138" y="2148724"/>
                  </a:lnTo>
                  <a:lnTo>
                    <a:pt x="3512643" y="2143445"/>
                  </a:lnTo>
                  <a:lnTo>
                    <a:pt x="3513865" y="2143445"/>
                  </a:lnTo>
                  <a:lnTo>
                    <a:pt x="3515463" y="2143445"/>
                  </a:lnTo>
                  <a:lnTo>
                    <a:pt x="3515557" y="2143445"/>
                  </a:lnTo>
                  <a:lnTo>
                    <a:pt x="3517814" y="2138165"/>
                  </a:lnTo>
                  <a:lnTo>
                    <a:pt x="3518754" y="2127606"/>
                  </a:lnTo>
                  <a:lnTo>
                    <a:pt x="3519601" y="2127606"/>
                  </a:lnTo>
                  <a:lnTo>
                    <a:pt x="3519789" y="2127606"/>
                  </a:lnTo>
                  <a:lnTo>
                    <a:pt x="3519883" y="2127606"/>
                  </a:lnTo>
                  <a:lnTo>
                    <a:pt x="3520353" y="2127606"/>
                  </a:lnTo>
                  <a:lnTo>
                    <a:pt x="3523550" y="2127606"/>
                  </a:lnTo>
                  <a:lnTo>
                    <a:pt x="3527499" y="2122327"/>
                  </a:lnTo>
                  <a:lnTo>
                    <a:pt x="3528721" y="2122327"/>
                  </a:lnTo>
                  <a:lnTo>
                    <a:pt x="3531636" y="2117047"/>
                  </a:lnTo>
                  <a:lnTo>
                    <a:pt x="3531730" y="2117047"/>
                  </a:lnTo>
                  <a:lnTo>
                    <a:pt x="3534739" y="2117047"/>
                  </a:lnTo>
                  <a:lnTo>
                    <a:pt x="3535209" y="2117047"/>
                  </a:lnTo>
                  <a:lnTo>
                    <a:pt x="3538218" y="2117047"/>
                  </a:lnTo>
                  <a:lnTo>
                    <a:pt x="3539722" y="2117047"/>
                  </a:lnTo>
                  <a:lnTo>
                    <a:pt x="3542731" y="2117047"/>
                  </a:lnTo>
                  <a:lnTo>
                    <a:pt x="3543013" y="2111768"/>
                  </a:lnTo>
                  <a:lnTo>
                    <a:pt x="3543483" y="2111768"/>
                  </a:lnTo>
                  <a:lnTo>
                    <a:pt x="3543577" y="2111768"/>
                  </a:lnTo>
                  <a:lnTo>
                    <a:pt x="3545740" y="2101209"/>
                  </a:lnTo>
                  <a:lnTo>
                    <a:pt x="3546398" y="2101209"/>
                  </a:lnTo>
                  <a:lnTo>
                    <a:pt x="3547338" y="2101209"/>
                  </a:lnTo>
                  <a:lnTo>
                    <a:pt x="3549689" y="2101209"/>
                  </a:lnTo>
                  <a:lnTo>
                    <a:pt x="3549783" y="2101209"/>
                  </a:lnTo>
                  <a:lnTo>
                    <a:pt x="3549877" y="2101209"/>
                  </a:lnTo>
                  <a:lnTo>
                    <a:pt x="3553732" y="2101209"/>
                  </a:lnTo>
                  <a:lnTo>
                    <a:pt x="3554390" y="2101209"/>
                  </a:lnTo>
                  <a:lnTo>
                    <a:pt x="3554672" y="2101209"/>
                  </a:lnTo>
                  <a:lnTo>
                    <a:pt x="3555143" y="2101209"/>
                  </a:lnTo>
                  <a:lnTo>
                    <a:pt x="3557869" y="2101209"/>
                  </a:lnTo>
                  <a:lnTo>
                    <a:pt x="3560314" y="2101209"/>
                  </a:lnTo>
                  <a:lnTo>
                    <a:pt x="3563323" y="2101209"/>
                  </a:lnTo>
                  <a:lnTo>
                    <a:pt x="3564169" y="2101209"/>
                  </a:lnTo>
                  <a:lnTo>
                    <a:pt x="3567460" y="2101209"/>
                  </a:lnTo>
                  <a:lnTo>
                    <a:pt x="3571409" y="2090650"/>
                  </a:lnTo>
                  <a:lnTo>
                    <a:pt x="3571785" y="2080092"/>
                  </a:lnTo>
                  <a:lnTo>
                    <a:pt x="3573666" y="2080092"/>
                  </a:lnTo>
                  <a:lnTo>
                    <a:pt x="3576487" y="2080092"/>
                  </a:lnTo>
                  <a:lnTo>
                    <a:pt x="3576675" y="2080092"/>
                  </a:lnTo>
                  <a:lnTo>
                    <a:pt x="3579778" y="2074812"/>
                  </a:lnTo>
                  <a:lnTo>
                    <a:pt x="3580624" y="2069533"/>
                  </a:lnTo>
                  <a:lnTo>
                    <a:pt x="3585701" y="2064253"/>
                  </a:lnTo>
                  <a:lnTo>
                    <a:pt x="3585795" y="2064253"/>
                  </a:lnTo>
                  <a:lnTo>
                    <a:pt x="3585983" y="2064253"/>
                  </a:lnTo>
                  <a:lnTo>
                    <a:pt x="3586265" y="2064253"/>
                  </a:lnTo>
                  <a:lnTo>
                    <a:pt x="3586453" y="2064253"/>
                  </a:lnTo>
                  <a:lnTo>
                    <a:pt x="3588334" y="2058974"/>
                  </a:lnTo>
                  <a:lnTo>
                    <a:pt x="3588710" y="2058974"/>
                  </a:lnTo>
                  <a:lnTo>
                    <a:pt x="3588992" y="2058974"/>
                  </a:lnTo>
                  <a:lnTo>
                    <a:pt x="3590403" y="2053694"/>
                  </a:lnTo>
                  <a:lnTo>
                    <a:pt x="3591155" y="2053694"/>
                  </a:lnTo>
                  <a:lnTo>
                    <a:pt x="3593411" y="2053694"/>
                  </a:lnTo>
                  <a:lnTo>
                    <a:pt x="3593599" y="2048415"/>
                  </a:lnTo>
                  <a:lnTo>
                    <a:pt x="3595104" y="2043136"/>
                  </a:lnTo>
                  <a:lnTo>
                    <a:pt x="3596420" y="2043136"/>
                  </a:lnTo>
                  <a:lnTo>
                    <a:pt x="3596984" y="2043136"/>
                  </a:lnTo>
                  <a:lnTo>
                    <a:pt x="3602250" y="2032577"/>
                  </a:lnTo>
                  <a:lnTo>
                    <a:pt x="3605823" y="2027297"/>
                  </a:lnTo>
                  <a:lnTo>
                    <a:pt x="3608174" y="2027297"/>
                  </a:lnTo>
                  <a:lnTo>
                    <a:pt x="3611841" y="2027297"/>
                  </a:lnTo>
                  <a:lnTo>
                    <a:pt x="3611935" y="2027297"/>
                  </a:lnTo>
                  <a:lnTo>
                    <a:pt x="3616542" y="2027297"/>
                  </a:lnTo>
                  <a:lnTo>
                    <a:pt x="3617482" y="2022018"/>
                  </a:lnTo>
                  <a:lnTo>
                    <a:pt x="3621149" y="2016738"/>
                  </a:lnTo>
                  <a:lnTo>
                    <a:pt x="3623406" y="2011459"/>
                  </a:lnTo>
                  <a:lnTo>
                    <a:pt x="3627449" y="2000900"/>
                  </a:lnTo>
                  <a:lnTo>
                    <a:pt x="3627543" y="1995621"/>
                  </a:lnTo>
                  <a:lnTo>
                    <a:pt x="3627825" y="1995621"/>
                  </a:lnTo>
                  <a:lnTo>
                    <a:pt x="3628389" y="1990341"/>
                  </a:lnTo>
                  <a:lnTo>
                    <a:pt x="3630458" y="1990341"/>
                  </a:lnTo>
                  <a:lnTo>
                    <a:pt x="3630552" y="1990341"/>
                  </a:lnTo>
                  <a:lnTo>
                    <a:pt x="3632338" y="1985062"/>
                  </a:lnTo>
                  <a:lnTo>
                    <a:pt x="3634595" y="1979782"/>
                  </a:lnTo>
                  <a:lnTo>
                    <a:pt x="3634783" y="1979782"/>
                  </a:lnTo>
                  <a:lnTo>
                    <a:pt x="3637604" y="1979782"/>
                  </a:lnTo>
                  <a:lnTo>
                    <a:pt x="3638732" y="1979782"/>
                  </a:lnTo>
                  <a:lnTo>
                    <a:pt x="3639296" y="1979782"/>
                  </a:lnTo>
                  <a:lnTo>
                    <a:pt x="3641647" y="1979782"/>
                  </a:lnTo>
                  <a:lnTo>
                    <a:pt x="3641741" y="1979782"/>
                  </a:lnTo>
                  <a:lnTo>
                    <a:pt x="3643716" y="1979782"/>
                  </a:lnTo>
                  <a:lnTo>
                    <a:pt x="3647947" y="1979782"/>
                  </a:lnTo>
                  <a:lnTo>
                    <a:pt x="3650956" y="1979782"/>
                  </a:lnTo>
                  <a:lnTo>
                    <a:pt x="3652272" y="1979782"/>
                  </a:lnTo>
                  <a:lnTo>
                    <a:pt x="3655093" y="1979782"/>
                  </a:lnTo>
                  <a:lnTo>
                    <a:pt x="3657067" y="1974503"/>
                  </a:lnTo>
                  <a:lnTo>
                    <a:pt x="3661205" y="1974503"/>
                  </a:lnTo>
                  <a:lnTo>
                    <a:pt x="3661581" y="1974503"/>
                  </a:lnTo>
                  <a:lnTo>
                    <a:pt x="3665530" y="1974503"/>
                  </a:lnTo>
                  <a:lnTo>
                    <a:pt x="3666000" y="1974503"/>
                  </a:lnTo>
                  <a:lnTo>
                    <a:pt x="3666094" y="1974503"/>
                  </a:lnTo>
                  <a:lnTo>
                    <a:pt x="3669385" y="1974503"/>
                  </a:lnTo>
                  <a:lnTo>
                    <a:pt x="3671265" y="1974503"/>
                  </a:lnTo>
                  <a:lnTo>
                    <a:pt x="3671359" y="1974503"/>
                  </a:lnTo>
                  <a:lnTo>
                    <a:pt x="3671453" y="1974503"/>
                  </a:lnTo>
                  <a:lnTo>
                    <a:pt x="3675309" y="1969224"/>
                  </a:lnTo>
                  <a:lnTo>
                    <a:pt x="3675685" y="1969224"/>
                  </a:lnTo>
                  <a:lnTo>
                    <a:pt x="3675967" y="1969224"/>
                  </a:lnTo>
                  <a:lnTo>
                    <a:pt x="3676907" y="1969224"/>
                  </a:lnTo>
                  <a:lnTo>
                    <a:pt x="3680480" y="1969224"/>
                  </a:lnTo>
                  <a:lnTo>
                    <a:pt x="3681514" y="1969224"/>
                  </a:lnTo>
                  <a:lnTo>
                    <a:pt x="3681702" y="1969224"/>
                  </a:lnTo>
                  <a:lnTo>
                    <a:pt x="3681796" y="1969224"/>
                  </a:lnTo>
                  <a:lnTo>
                    <a:pt x="3681890" y="1969224"/>
                  </a:lnTo>
                  <a:lnTo>
                    <a:pt x="3684523" y="1969224"/>
                  </a:lnTo>
                  <a:lnTo>
                    <a:pt x="3685369" y="1969224"/>
                  </a:lnTo>
                  <a:lnTo>
                    <a:pt x="3685839" y="1969224"/>
                  </a:lnTo>
                  <a:lnTo>
                    <a:pt x="3690071" y="1969224"/>
                  </a:lnTo>
                  <a:lnTo>
                    <a:pt x="3695994" y="1969224"/>
                  </a:lnTo>
                  <a:lnTo>
                    <a:pt x="3696182" y="1969224"/>
                  </a:lnTo>
                  <a:lnTo>
                    <a:pt x="3698345" y="1969224"/>
                  </a:lnTo>
                  <a:lnTo>
                    <a:pt x="3701166" y="1969224"/>
                  </a:lnTo>
                  <a:lnTo>
                    <a:pt x="3704457" y="1958665"/>
                  </a:lnTo>
                  <a:lnTo>
                    <a:pt x="3708782" y="1958665"/>
                  </a:lnTo>
                  <a:lnTo>
                    <a:pt x="3708876" y="1958665"/>
                  </a:lnTo>
                  <a:lnTo>
                    <a:pt x="3708970" y="1958665"/>
                  </a:lnTo>
                  <a:lnTo>
                    <a:pt x="3711039" y="1953385"/>
                  </a:lnTo>
                  <a:lnTo>
                    <a:pt x="3714047" y="1953385"/>
                  </a:lnTo>
                  <a:lnTo>
                    <a:pt x="3714330" y="1953385"/>
                  </a:lnTo>
                  <a:lnTo>
                    <a:pt x="3715082" y="1953385"/>
                  </a:lnTo>
                  <a:lnTo>
                    <a:pt x="3717338" y="1953385"/>
                  </a:lnTo>
                  <a:lnTo>
                    <a:pt x="3718655" y="1953385"/>
                  </a:lnTo>
                  <a:lnTo>
                    <a:pt x="3719877" y="1953385"/>
                  </a:lnTo>
                  <a:lnTo>
                    <a:pt x="3720065" y="1953385"/>
                  </a:lnTo>
                  <a:lnTo>
                    <a:pt x="3721664" y="1953385"/>
                  </a:lnTo>
                  <a:lnTo>
                    <a:pt x="3723638" y="1948106"/>
                  </a:lnTo>
                  <a:lnTo>
                    <a:pt x="3725613" y="1948106"/>
                  </a:lnTo>
                  <a:lnTo>
                    <a:pt x="3726177" y="1942827"/>
                  </a:lnTo>
                  <a:lnTo>
                    <a:pt x="3727117" y="1937547"/>
                  </a:lnTo>
                  <a:lnTo>
                    <a:pt x="3727775" y="1937547"/>
                  </a:lnTo>
                  <a:lnTo>
                    <a:pt x="3727963" y="1937547"/>
                  </a:lnTo>
                  <a:lnTo>
                    <a:pt x="3730596" y="1932268"/>
                  </a:lnTo>
                  <a:lnTo>
                    <a:pt x="3732571" y="1932268"/>
                  </a:lnTo>
                  <a:lnTo>
                    <a:pt x="3736896" y="1932268"/>
                  </a:lnTo>
                  <a:lnTo>
                    <a:pt x="3736990" y="1932268"/>
                  </a:lnTo>
                  <a:lnTo>
                    <a:pt x="3742067" y="1932268"/>
                  </a:lnTo>
                  <a:lnTo>
                    <a:pt x="3742631" y="1926988"/>
                  </a:lnTo>
                  <a:lnTo>
                    <a:pt x="3746016" y="1921709"/>
                  </a:lnTo>
                  <a:lnTo>
                    <a:pt x="3750718" y="1916429"/>
                  </a:lnTo>
                  <a:lnTo>
                    <a:pt x="3750906" y="1916429"/>
                  </a:lnTo>
                  <a:lnTo>
                    <a:pt x="3751470" y="1916429"/>
                  </a:lnTo>
                  <a:lnTo>
                    <a:pt x="3754855" y="1911150"/>
                  </a:lnTo>
                  <a:lnTo>
                    <a:pt x="3754949" y="1911150"/>
                  </a:lnTo>
                  <a:lnTo>
                    <a:pt x="3755137" y="1911150"/>
                  </a:lnTo>
                  <a:lnTo>
                    <a:pt x="3758992" y="1905871"/>
                  </a:lnTo>
                  <a:lnTo>
                    <a:pt x="3759838" y="1905871"/>
                  </a:lnTo>
                  <a:lnTo>
                    <a:pt x="3762283" y="1905871"/>
                  </a:lnTo>
                  <a:lnTo>
                    <a:pt x="3762377" y="1905871"/>
                  </a:lnTo>
                  <a:lnTo>
                    <a:pt x="3762659" y="1905871"/>
                  </a:lnTo>
                  <a:lnTo>
                    <a:pt x="3763129" y="1905871"/>
                  </a:lnTo>
                  <a:lnTo>
                    <a:pt x="3763505" y="1905871"/>
                  </a:lnTo>
                  <a:lnTo>
                    <a:pt x="3764822" y="1905871"/>
                  </a:lnTo>
                  <a:lnTo>
                    <a:pt x="3767925" y="1905871"/>
                  </a:lnTo>
                  <a:lnTo>
                    <a:pt x="3768207" y="1900591"/>
                  </a:lnTo>
                  <a:lnTo>
                    <a:pt x="3768301" y="1900591"/>
                  </a:lnTo>
                  <a:lnTo>
                    <a:pt x="3768489" y="1900591"/>
                  </a:lnTo>
                  <a:lnTo>
                    <a:pt x="3770557" y="1900591"/>
                  </a:lnTo>
                  <a:lnTo>
                    <a:pt x="3770651" y="1900591"/>
                  </a:lnTo>
                  <a:lnTo>
                    <a:pt x="3771780" y="1895312"/>
                  </a:lnTo>
                  <a:lnTo>
                    <a:pt x="3775729" y="1890032"/>
                  </a:lnTo>
                  <a:lnTo>
                    <a:pt x="3779490" y="1890032"/>
                  </a:lnTo>
                  <a:lnTo>
                    <a:pt x="3785884" y="1884753"/>
                  </a:lnTo>
                  <a:lnTo>
                    <a:pt x="3785978" y="1884753"/>
                  </a:lnTo>
                  <a:lnTo>
                    <a:pt x="3788987" y="1879473"/>
                  </a:lnTo>
                  <a:lnTo>
                    <a:pt x="3789081" y="1879473"/>
                  </a:lnTo>
                  <a:lnTo>
                    <a:pt x="3792372" y="1879473"/>
                  </a:lnTo>
                  <a:lnTo>
                    <a:pt x="3792748" y="1879473"/>
                  </a:lnTo>
                  <a:lnTo>
                    <a:pt x="3793594" y="1879473"/>
                  </a:lnTo>
                  <a:lnTo>
                    <a:pt x="3796509" y="1868915"/>
                  </a:lnTo>
                  <a:lnTo>
                    <a:pt x="3796791" y="1868915"/>
                  </a:lnTo>
                  <a:lnTo>
                    <a:pt x="3796979" y="1868915"/>
                  </a:lnTo>
                  <a:lnTo>
                    <a:pt x="3797261" y="1868915"/>
                  </a:lnTo>
                  <a:lnTo>
                    <a:pt x="3799988" y="1868915"/>
                  </a:lnTo>
                  <a:lnTo>
                    <a:pt x="3800270" y="1863635"/>
                  </a:lnTo>
                  <a:lnTo>
                    <a:pt x="3800928" y="1853076"/>
                  </a:lnTo>
                  <a:lnTo>
                    <a:pt x="3801680" y="1853076"/>
                  </a:lnTo>
                  <a:lnTo>
                    <a:pt x="3803843" y="1853076"/>
                  </a:lnTo>
                  <a:lnTo>
                    <a:pt x="3804125" y="1853076"/>
                  </a:lnTo>
                  <a:lnTo>
                    <a:pt x="3804219" y="1853076"/>
                  </a:lnTo>
                  <a:lnTo>
                    <a:pt x="3806946" y="1853076"/>
                  </a:lnTo>
                  <a:lnTo>
                    <a:pt x="3807792" y="1847797"/>
                  </a:lnTo>
                  <a:lnTo>
                    <a:pt x="3808074" y="1847797"/>
                  </a:lnTo>
                  <a:lnTo>
                    <a:pt x="3808262" y="1847797"/>
                  </a:lnTo>
                  <a:lnTo>
                    <a:pt x="3808826" y="1842518"/>
                  </a:lnTo>
                  <a:lnTo>
                    <a:pt x="3811083" y="1842518"/>
                  </a:lnTo>
                  <a:lnTo>
                    <a:pt x="3812869" y="1842518"/>
                  </a:lnTo>
                  <a:lnTo>
                    <a:pt x="3817289" y="1837238"/>
                  </a:lnTo>
                  <a:lnTo>
                    <a:pt x="3817383" y="1837238"/>
                  </a:lnTo>
                  <a:lnTo>
                    <a:pt x="3821708" y="1837238"/>
                  </a:lnTo>
                  <a:lnTo>
                    <a:pt x="3826785" y="1831959"/>
                  </a:lnTo>
                  <a:lnTo>
                    <a:pt x="3826879" y="1831959"/>
                  </a:lnTo>
                  <a:lnTo>
                    <a:pt x="3826973" y="1831959"/>
                  </a:lnTo>
                  <a:lnTo>
                    <a:pt x="3829324" y="1826679"/>
                  </a:lnTo>
                  <a:lnTo>
                    <a:pt x="3831299" y="1826679"/>
                  </a:lnTo>
                  <a:lnTo>
                    <a:pt x="3831393" y="1826679"/>
                  </a:lnTo>
                  <a:lnTo>
                    <a:pt x="3831957" y="1821400"/>
                  </a:lnTo>
                  <a:lnTo>
                    <a:pt x="3835530" y="1816120"/>
                  </a:lnTo>
                  <a:lnTo>
                    <a:pt x="3835906" y="1816120"/>
                  </a:lnTo>
                  <a:lnTo>
                    <a:pt x="3838727" y="1810841"/>
                  </a:lnTo>
                  <a:lnTo>
                    <a:pt x="3839385" y="1810841"/>
                  </a:lnTo>
                  <a:lnTo>
                    <a:pt x="3841171" y="1805562"/>
                  </a:lnTo>
                  <a:lnTo>
                    <a:pt x="3841359" y="1805562"/>
                  </a:lnTo>
                  <a:lnTo>
                    <a:pt x="3843898" y="1805562"/>
                  </a:lnTo>
                  <a:lnTo>
                    <a:pt x="3844086" y="1805562"/>
                  </a:lnTo>
                  <a:lnTo>
                    <a:pt x="3844180" y="1805562"/>
                  </a:lnTo>
                  <a:lnTo>
                    <a:pt x="3845214" y="1805562"/>
                  </a:lnTo>
                  <a:lnTo>
                    <a:pt x="3848129" y="1805562"/>
                  </a:lnTo>
                  <a:lnTo>
                    <a:pt x="3848223" y="1805562"/>
                  </a:lnTo>
                  <a:lnTo>
                    <a:pt x="3849070" y="1800282"/>
                  </a:lnTo>
                  <a:lnTo>
                    <a:pt x="3849164" y="1800282"/>
                  </a:lnTo>
                  <a:lnTo>
                    <a:pt x="3850762" y="1800282"/>
                  </a:lnTo>
                  <a:lnTo>
                    <a:pt x="3851420" y="1800282"/>
                  </a:lnTo>
                  <a:lnTo>
                    <a:pt x="3855933" y="1795003"/>
                  </a:lnTo>
                  <a:lnTo>
                    <a:pt x="3856027" y="1795003"/>
                  </a:lnTo>
                  <a:lnTo>
                    <a:pt x="3859977" y="1795003"/>
                  </a:lnTo>
                  <a:lnTo>
                    <a:pt x="3864960" y="1795003"/>
                  </a:lnTo>
                  <a:lnTo>
                    <a:pt x="3867217" y="1784444"/>
                  </a:lnTo>
                  <a:lnTo>
                    <a:pt x="3867687" y="1779164"/>
                  </a:lnTo>
                  <a:lnTo>
                    <a:pt x="3871072" y="1779164"/>
                  </a:lnTo>
                  <a:lnTo>
                    <a:pt x="3871730" y="1779164"/>
                  </a:lnTo>
                  <a:lnTo>
                    <a:pt x="3871824" y="1779164"/>
                  </a:lnTo>
                  <a:lnTo>
                    <a:pt x="3874269" y="1768606"/>
                  </a:lnTo>
                  <a:lnTo>
                    <a:pt x="3875303" y="1768606"/>
                  </a:lnTo>
                  <a:lnTo>
                    <a:pt x="3876807" y="1763326"/>
                  </a:lnTo>
                  <a:lnTo>
                    <a:pt x="3880286" y="1763326"/>
                  </a:lnTo>
                  <a:lnTo>
                    <a:pt x="3880380" y="1763326"/>
                  </a:lnTo>
                  <a:lnTo>
                    <a:pt x="3883107" y="1763326"/>
                  </a:lnTo>
                  <a:lnTo>
                    <a:pt x="3883577" y="1763326"/>
                  </a:lnTo>
                  <a:lnTo>
                    <a:pt x="3883671" y="1763326"/>
                  </a:lnTo>
                  <a:lnTo>
                    <a:pt x="3883765" y="1763326"/>
                  </a:lnTo>
                  <a:lnTo>
                    <a:pt x="3885928" y="1758047"/>
                  </a:lnTo>
                  <a:lnTo>
                    <a:pt x="3886304" y="1758047"/>
                  </a:lnTo>
                  <a:lnTo>
                    <a:pt x="3889125" y="1758047"/>
                  </a:lnTo>
                  <a:lnTo>
                    <a:pt x="3889313" y="1758047"/>
                  </a:lnTo>
                  <a:lnTo>
                    <a:pt x="3889501" y="1758047"/>
                  </a:lnTo>
                  <a:lnTo>
                    <a:pt x="3891852" y="1758047"/>
                  </a:lnTo>
                  <a:lnTo>
                    <a:pt x="3892698" y="1758047"/>
                  </a:lnTo>
                  <a:lnTo>
                    <a:pt x="3893168" y="1758047"/>
                  </a:lnTo>
                  <a:lnTo>
                    <a:pt x="3893920" y="1752767"/>
                  </a:lnTo>
                  <a:lnTo>
                    <a:pt x="3894108" y="1752767"/>
                  </a:lnTo>
                  <a:lnTo>
                    <a:pt x="3895613" y="1752767"/>
                  </a:lnTo>
                  <a:lnTo>
                    <a:pt x="3897587" y="1752767"/>
                  </a:lnTo>
                  <a:lnTo>
                    <a:pt x="3901442" y="1752767"/>
                  </a:lnTo>
                  <a:lnTo>
                    <a:pt x="3905297" y="1752767"/>
                  </a:lnTo>
                  <a:lnTo>
                    <a:pt x="3910281" y="1747488"/>
                  </a:lnTo>
                  <a:lnTo>
                    <a:pt x="3911033" y="1742209"/>
                  </a:lnTo>
                  <a:lnTo>
                    <a:pt x="3911127" y="1742209"/>
                  </a:lnTo>
                  <a:lnTo>
                    <a:pt x="3911221" y="1736929"/>
                  </a:lnTo>
                  <a:lnTo>
                    <a:pt x="3914418" y="1731650"/>
                  </a:lnTo>
                  <a:lnTo>
                    <a:pt x="3916110" y="1731650"/>
                  </a:lnTo>
                  <a:lnTo>
                    <a:pt x="3916298" y="1726370"/>
                  </a:lnTo>
                  <a:lnTo>
                    <a:pt x="3919495" y="1726370"/>
                  </a:lnTo>
                  <a:lnTo>
                    <a:pt x="3919589" y="1726370"/>
                  </a:lnTo>
                  <a:lnTo>
                    <a:pt x="3920624" y="1721091"/>
                  </a:lnTo>
                  <a:lnTo>
                    <a:pt x="3920718" y="1721091"/>
                  </a:lnTo>
                  <a:lnTo>
                    <a:pt x="3923162" y="1721091"/>
                  </a:lnTo>
                  <a:lnTo>
                    <a:pt x="3924761" y="1715811"/>
                  </a:lnTo>
                  <a:lnTo>
                    <a:pt x="3924855" y="1715811"/>
                  </a:lnTo>
                  <a:lnTo>
                    <a:pt x="3927864" y="1710532"/>
                  </a:lnTo>
                  <a:lnTo>
                    <a:pt x="3931531" y="1710532"/>
                  </a:lnTo>
                  <a:lnTo>
                    <a:pt x="3932001" y="1710532"/>
                  </a:lnTo>
                  <a:lnTo>
                    <a:pt x="3932471" y="1710532"/>
                  </a:lnTo>
                  <a:lnTo>
                    <a:pt x="3935198" y="1710532"/>
                  </a:lnTo>
                  <a:lnTo>
                    <a:pt x="3935386" y="1710532"/>
                  </a:lnTo>
                  <a:lnTo>
                    <a:pt x="3935480" y="1710532"/>
                  </a:lnTo>
                  <a:lnTo>
                    <a:pt x="3935856" y="1710532"/>
                  </a:lnTo>
                  <a:lnTo>
                    <a:pt x="3936232" y="1705253"/>
                  </a:lnTo>
                  <a:lnTo>
                    <a:pt x="3940369" y="1699973"/>
                  </a:lnTo>
                  <a:lnTo>
                    <a:pt x="3944412" y="1694694"/>
                  </a:lnTo>
                  <a:lnTo>
                    <a:pt x="3949584" y="1694694"/>
                  </a:lnTo>
                  <a:lnTo>
                    <a:pt x="3951558" y="1694694"/>
                  </a:lnTo>
                  <a:lnTo>
                    <a:pt x="3951935" y="1694694"/>
                  </a:lnTo>
                  <a:lnTo>
                    <a:pt x="3956918" y="1694694"/>
                  </a:lnTo>
                  <a:lnTo>
                    <a:pt x="3960585" y="1694694"/>
                  </a:lnTo>
                  <a:lnTo>
                    <a:pt x="3960773" y="1694694"/>
                  </a:lnTo>
                  <a:lnTo>
                    <a:pt x="3961995" y="1694694"/>
                  </a:lnTo>
                  <a:lnTo>
                    <a:pt x="3963500" y="1694694"/>
                  </a:lnTo>
                  <a:lnTo>
                    <a:pt x="3966979" y="1694694"/>
                  </a:lnTo>
                  <a:lnTo>
                    <a:pt x="3966979" y="1689414"/>
                  </a:lnTo>
                  <a:lnTo>
                    <a:pt x="3969518" y="1684135"/>
                  </a:lnTo>
                  <a:lnTo>
                    <a:pt x="3969988" y="1678855"/>
                  </a:lnTo>
                  <a:lnTo>
                    <a:pt x="3970740" y="1678855"/>
                  </a:lnTo>
                  <a:lnTo>
                    <a:pt x="3972338" y="1678855"/>
                  </a:lnTo>
                  <a:lnTo>
                    <a:pt x="3972432" y="1678855"/>
                  </a:lnTo>
                  <a:lnTo>
                    <a:pt x="3974407" y="1678855"/>
                  </a:lnTo>
                  <a:lnTo>
                    <a:pt x="3974595" y="1678855"/>
                  </a:lnTo>
                  <a:lnTo>
                    <a:pt x="3974689" y="1678855"/>
                  </a:lnTo>
                  <a:lnTo>
                    <a:pt x="3976193" y="1678855"/>
                  </a:lnTo>
                  <a:lnTo>
                    <a:pt x="3976287" y="1678855"/>
                  </a:lnTo>
                  <a:lnTo>
                    <a:pt x="3977134" y="1678855"/>
                  </a:lnTo>
                  <a:lnTo>
                    <a:pt x="3977322" y="1678855"/>
                  </a:lnTo>
                  <a:lnTo>
                    <a:pt x="3977510" y="1673576"/>
                  </a:lnTo>
                  <a:lnTo>
                    <a:pt x="3979484" y="1668297"/>
                  </a:lnTo>
                  <a:lnTo>
                    <a:pt x="3980331" y="1663017"/>
                  </a:lnTo>
                  <a:lnTo>
                    <a:pt x="3985220" y="1652458"/>
                  </a:lnTo>
                  <a:lnTo>
                    <a:pt x="3988605" y="1652458"/>
                  </a:lnTo>
                  <a:lnTo>
                    <a:pt x="3992460" y="1647179"/>
                  </a:lnTo>
                  <a:lnTo>
                    <a:pt x="3992836" y="1647179"/>
                  </a:lnTo>
                  <a:lnTo>
                    <a:pt x="3995657" y="1647179"/>
                  </a:lnTo>
                  <a:lnTo>
                    <a:pt x="3997631" y="1647179"/>
                  </a:lnTo>
                  <a:lnTo>
                    <a:pt x="3997820" y="1647179"/>
                  </a:lnTo>
                  <a:lnTo>
                    <a:pt x="4001393" y="1647179"/>
                  </a:lnTo>
                  <a:lnTo>
                    <a:pt x="4001393" y="1641900"/>
                  </a:lnTo>
                  <a:lnTo>
                    <a:pt x="4001863" y="1641900"/>
                  </a:lnTo>
                  <a:lnTo>
                    <a:pt x="4002145" y="1641900"/>
                  </a:lnTo>
                  <a:lnTo>
                    <a:pt x="4002239" y="1641900"/>
                  </a:lnTo>
                  <a:lnTo>
                    <a:pt x="4004871" y="1626061"/>
                  </a:lnTo>
                  <a:lnTo>
                    <a:pt x="4006282" y="1620782"/>
                  </a:lnTo>
                  <a:lnTo>
                    <a:pt x="4007128" y="1620782"/>
                  </a:lnTo>
                  <a:lnTo>
                    <a:pt x="4007222" y="1620782"/>
                  </a:lnTo>
                  <a:lnTo>
                    <a:pt x="4007222" y="1615502"/>
                  </a:lnTo>
                  <a:lnTo>
                    <a:pt x="4009479" y="1610223"/>
                  </a:lnTo>
                  <a:lnTo>
                    <a:pt x="4009573" y="1610223"/>
                  </a:lnTo>
                  <a:lnTo>
                    <a:pt x="4012018" y="1604944"/>
                  </a:lnTo>
                  <a:lnTo>
                    <a:pt x="4012676" y="1599664"/>
                  </a:lnTo>
                  <a:lnTo>
                    <a:pt x="4013052" y="1594385"/>
                  </a:lnTo>
                  <a:lnTo>
                    <a:pt x="4013992" y="1594385"/>
                  </a:lnTo>
                  <a:lnTo>
                    <a:pt x="4016719" y="1594385"/>
                  </a:lnTo>
                  <a:lnTo>
                    <a:pt x="4022266" y="1583826"/>
                  </a:lnTo>
                  <a:lnTo>
                    <a:pt x="4026216" y="1583826"/>
                  </a:lnTo>
                  <a:lnTo>
                    <a:pt x="4030165" y="1578546"/>
                  </a:lnTo>
                  <a:lnTo>
                    <a:pt x="4031387" y="1573267"/>
                  </a:lnTo>
                  <a:lnTo>
                    <a:pt x="4036276" y="1567988"/>
                  </a:lnTo>
                  <a:lnTo>
                    <a:pt x="4036276" y="1562708"/>
                  </a:lnTo>
                  <a:lnTo>
                    <a:pt x="4036841" y="1562708"/>
                  </a:lnTo>
                  <a:lnTo>
                    <a:pt x="4037123" y="1562708"/>
                  </a:lnTo>
                  <a:lnTo>
                    <a:pt x="4040037" y="1562708"/>
                  </a:lnTo>
                  <a:lnTo>
                    <a:pt x="4040414" y="1562708"/>
                  </a:lnTo>
                  <a:lnTo>
                    <a:pt x="4041072" y="1562708"/>
                  </a:lnTo>
                  <a:lnTo>
                    <a:pt x="4046525" y="1557429"/>
                  </a:lnTo>
                  <a:lnTo>
                    <a:pt x="4046713" y="1557429"/>
                  </a:lnTo>
                  <a:lnTo>
                    <a:pt x="4050098" y="1557429"/>
                  </a:lnTo>
                  <a:lnTo>
                    <a:pt x="4050286" y="1557429"/>
                  </a:lnTo>
                  <a:lnTo>
                    <a:pt x="4050568" y="1557429"/>
                  </a:lnTo>
                  <a:lnTo>
                    <a:pt x="4051415" y="1557429"/>
                  </a:lnTo>
                  <a:lnTo>
                    <a:pt x="4051509" y="1557429"/>
                  </a:lnTo>
                  <a:lnTo>
                    <a:pt x="4053953" y="1557429"/>
                  </a:lnTo>
                  <a:lnTo>
                    <a:pt x="4054706" y="1557429"/>
                  </a:lnTo>
                  <a:lnTo>
                    <a:pt x="4054800" y="1557429"/>
                  </a:lnTo>
                  <a:lnTo>
                    <a:pt x="4054988" y="1557429"/>
                  </a:lnTo>
                  <a:lnTo>
                    <a:pt x="4056774" y="1557429"/>
                  </a:lnTo>
                  <a:lnTo>
                    <a:pt x="4057808" y="1557429"/>
                  </a:lnTo>
                  <a:lnTo>
                    <a:pt x="4057996" y="1557429"/>
                  </a:lnTo>
                  <a:lnTo>
                    <a:pt x="4058467" y="1557429"/>
                  </a:lnTo>
                  <a:lnTo>
                    <a:pt x="4063262" y="1541591"/>
                  </a:lnTo>
                  <a:lnTo>
                    <a:pt x="4067211" y="1536311"/>
                  </a:lnTo>
                  <a:lnTo>
                    <a:pt x="4071442" y="1536311"/>
                  </a:lnTo>
                  <a:lnTo>
                    <a:pt x="4071536" y="1536311"/>
                  </a:lnTo>
                  <a:lnTo>
                    <a:pt x="4071724" y="1536311"/>
                  </a:lnTo>
                  <a:lnTo>
                    <a:pt x="4075203" y="1536311"/>
                  </a:lnTo>
                  <a:lnTo>
                    <a:pt x="4076050" y="1531032"/>
                  </a:lnTo>
                  <a:lnTo>
                    <a:pt x="4079435" y="1531032"/>
                  </a:lnTo>
                  <a:lnTo>
                    <a:pt x="4079623" y="1531032"/>
                  </a:lnTo>
                  <a:lnTo>
                    <a:pt x="4080845" y="1531032"/>
                  </a:lnTo>
                  <a:lnTo>
                    <a:pt x="4083478" y="1531032"/>
                  </a:lnTo>
                  <a:lnTo>
                    <a:pt x="4084042" y="1531032"/>
                  </a:lnTo>
                  <a:lnTo>
                    <a:pt x="4087521" y="1531032"/>
                  </a:lnTo>
                  <a:lnTo>
                    <a:pt x="4087709" y="1531032"/>
                  </a:lnTo>
                  <a:lnTo>
                    <a:pt x="4088743" y="1525752"/>
                  </a:lnTo>
                  <a:lnTo>
                    <a:pt x="4089401" y="1525752"/>
                  </a:lnTo>
                  <a:lnTo>
                    <a:pt x="4089495" y="1525752"/>
                  </a:lnTo>
                  <a:lnTo>
                    <a:pt x="4091470" y="1520473"/>
                  </a:lnTo>
                  <a:lnTo>
                    <a:pt x="4091564" y="1520473"/>
                  </a:lnTo>
                  <a:lnTo>
                    <a:pt x="4091658" y="1520473"/>
                  </a:lnTo>
                  <a:lnTo>
                    <a:pt x="4091752" y="1520473"/>
                  </a:lnTo>
                  <a:lnTo>
                    <a:pt x="4091846" y="1520473"/>
                  </a:lnTo>
                  <a:lnTo>
                    <a:pt x="4094761" y="1520473"/>
                  </a:lnTo>
                  <a:lnTo>
                    <a:pt x="4096171" y="1520473"/>
                  </a:lnTo>
                  <a:lnTo>
                    <a:pt x="4096359" y="1520473"/>
                  </a:lnTo>
                  <a:lnTo>
                    <a:pt x="4096923" y="1520473"/>
                  </a:lnTo>
                  <a:lnTo>
                    <a:pt x="4097017" y="1520473"/>
                  </a:lnTo>
                  <a:lnTo>
                    <a:pt x="4097300" y="1520473"/>
                  </a:lnTo>
                  <a:lnTo>
                    <a:pt x="4100026" y="1515193"/>
                  </a:lnTo>
                  <a:lnTo>
                    <a:pt x="4104728" y="1504635"/>
                  </a:lnTo>
                  <a:lnTo>
                    <a:pt x="4109805" y="1504635"/>
                  </a:lnTo>
                  <a:lnTo>
                    <a:pt x="4114600" y="1504635"/>
                  </a:lnTo>
                  <a:lnTo>
                    <a:pt x="4114600" y="1499355"/>
                  </a:lnTo>
                  <a:lnTo>
                    <a:pt x="4116669" y="1499355"/>
                  </a:lnTo>
                  <a:lnTo>
                    <a:pt x="4120618" y="1499355"/>
                  </a:lnTo>
                  <a:lnTo>
                    <a:pt x="4120712" y="1499355"/>
                  </a:lnTo>
                  <a:lnTo>
                    <a:pt x="4121276" y="1494076"/>
                  </a:lnTo>
                  <a:lnTo>
                    <a:pt x="4121370" y="1494076"/>
                  </a:lnTo>
                  <a:lnTo>
                    <a:pt x="4124849" y="1488796"/>
                  </a:lnTo>
                  <a:lnTo>
                    <a:pt x="4128422" y="1488796"/>
                  </a:lnTo>
                  <a:lnTo>
                    <a:pt x="4129175" y="1483517"/>
                  </a:lnTo>
                  <a:lnTo>
                    <a:pt x="4131901" y="1483517"/>
                  </a:lnTo>
                  <a:lnTo>
                    <a:pt x="4132277" y="1478237"/>
                  </a:lnTo>
                  <a:lnTo>
                    <a:pt x="4134440" y="1472958"/>
                  </a:lnTo>
                  <a:lnTo>
                    <a:pt x="4136415" y="1472958"/>
                  </a:lnTo>
                  <a:lnTo>
                    <a:pt x="4136603" y="1472958"/>
                  </a:lnTo>
                  <a:lnTo>
                    <a:pt x="4136885" y="1472958"/>
                  </a:lnTo>
                  <a:lnTo>
                    <a:pt x="4136979" y="1472958"/>
                  </a:lnTo>
                  <a:lnTo>
                    <a:pt x="4138859" y="1467679"/>
                  </a:lnTo>
                  <a:lnTo>
                    <a:pt x="4139047" y="1467679"/>
                  </a:lnTo>
                  <a:lnTo>
                    <a:pt x="4139517" y="1462399"/>
                  </a:lnTo>
                  <a:lnTo>
                    <a:pt x="4140364" y="1462399"/>
                  </a:lnTo>
                  <a:lnTo>
                    <a:pt x="4140646" y="1462399"/>
                  </a:lnTo>
                  <a:lnTo>
                    <a:pt x="4143373" y="1462399"/>
                  </a:lnTo>
                  <a:lnTo>
                    <a:pt x="4151083" y="1446561"/>
                  </a:lnTo>
                  <a:lnTo>
                    <a:pt x="4151741" y="1446561"/>
                  </a:lnTo>
                  <a:lnTo>
                    <a:pt x="4155314" y="1446561"/>
                  </a:lnTo>
                  <a:lnTo>
                    <a:pt x="4159075" y="1446561"/>
                  </a:lnTo>
                  <a:lnTo>
                    <a:pt x="4159357" y="1446561"/>
                  </a:lnTo>
                  <a:lnTo>
                    <a:pt x="4159451" y="1446561"/>
                  </a:lnTo>
                  <a:lnTo>
                    <a:pt x="4163400" y="1446561"/>
                  </a:lnTo>
                  <a:lnTo>
                    <a:pt x="4164152" y="1446561"/>
                  </a:lnTo>
                  <a:lnTo>
                    <a:pt x="4165281" y="1446561"/>
                  </a:lnTo>
                  <a:lnTo>
                    <a:pt x="4165375" y="1446561"/>
                  </a:lnTo>
                  <a:lnTo>
                    <a:pt x="4169324" y="1446561"/>
                  </a:lnTo>
                  <a:lnTo>
                    <a:pt x="4173273" y="1446561"/>
                  </a:lnTo>
                  <a:lnTo>
                    <a:pt x="4173649" y="1446561"/>
                  </a:lnTo>
                  <a:lnTo>
                    <a:pt x="4174119" y="1446561"/>
                  </a:lnTo>
                  <a:lnTo>
                    <a:pt x="4175154" y="1446561"/>
                  </a:lnTo>
                  <a:lnTo>
                    <a:pt x="4176000" y="1441282"/>
                  </a:lnTo>
                  <a:lnTo>
                    <a:pt x="4177880" y="1436002"/>
                  </a:lnTo>
                  <a:lnTo>
                    <a:pt x="4178256" y="1436002"/>
                  </a:lnTo>
                  <a:lnTo>
                    <a:pt x="4178444" y="1436002"/>
                  </a:lnTo>
                  <a:lnTo>
                    <a:pt x="4181171" y="1436002"/>
                  </a:lnTo>
                  <a:lnTo>
                    <a:pt x="4182300" y="1436002"/>
                  </a:lnTo>
                  <a:lnTo>
                    <a:pt x="4182676" y="1436002"/>
                  </a:lnTo>
                  <a:lnTo>
                    <a:pt x="4182770" y="1430723"/>
                  </a:lnTo>
                  <a:lnTo>
                    <a:pt x="4183710" y="1430723"/>
                  </a:lnTo>
                  <a:lnTo>
                    <a:pt x="4186155" y="1425443"/>
                  </a:lnTo>
                  <a:lnTo>
                    <a:pt x="4186343" y="1425443"/>
                  </a:lnTo>
                  <a:lnTo>
                    <a:pt x="4190668" y="1425443"/>
                  </a:lnTo>
                  <a:lnTo>
                    <a:pt x="4194711" y="1414884"/>
                  </a:lnTo>
                  <a:lnTo>
                    <a:pt x="4195463" y="1414884"/>
                  </a:lnTo>
                  <a:lnTo>
                    <a:pt x="4199224" y="1414884"/>
                  </a:lnTo>
                  <a:lnTo>
                    <a:pt x="4201387" y="1409605"/>
                  </a:lnTo>
                  <a:lnTo>
                    <a:pt x="4204866" y="1409605"/>
                  </a:lnTo>
                  <a:lnTo>
                    <a:pt x="4208909" y="1409605"/>
                  </a:lnTo>
                  <a:lnTo>
                    <a:pt x="4209285" y="1409605"/>
                  </a:lnTo>
                  <a:lnTo>
                    <a:pt x="4209567" y="1409605"/>
                  </a:lnTo>
                  <a:lnTo>
                    <a:pt x="4209661" y="1409605"/>
                  </a:lnTo>
                  <a:lnTo>
                    <a:pt x="4209755" y="1409605"/>
                  </a:lnTo>
                  <a:lnTo>
                    <a:pt x="4212576" y="1409605"/>
                  </a:lnTo>
                  <a:lnTo>
                    <a:pt x="4215303" y="1409605"/>
                  </a:lnTo>
                  <a:lnTo>
                    <a:pt x="4215397" y="1409605"/>
                  </a:lnTo>
                  <a:lnTo>
                    <a:pt x="4215585" y="1404326"/>
                  </a:lnTo>
                  <a:lnTo>
                    <a:pt x="4217654" y="1404326"/>
                  </a:lnTo>
                  <a:lnTo>
                    <a:pt x="4217842" y="1404326"/>
                  </a:lnTo>
                  <a:lnTo>
                    <a:pt x="4219534" y="1404326"/>
                  </a:lnTo>
                  <a:lnTo>
                    <a:pt x="4221885" y="1399046"/>
                  </a:lnTo>
                  <a:lnTo>
                    <a:pt x="4222073" y="1399046"/>
                  </a:lnTo>
                  <a:lnTo>
                    <a:pt x="4222919" y="1393767"/>
                  </a:lnTo>
                  <a:lnTo>
                    <a:pt x="4225740" y="1388487"/>
                  </a:lnTo>
                  <a:lnTo>
                    <a:pt x="4227244" y="1383208"/>
                  </a:lnTo>
                  <a:lnTo>
                    <a:pt x="4227338" y="1383208"/>
                  </a:lnTo>
                  <a:lnTo>
                    <a:pt x="4227432" y="1383208"/>
                  </a:lnTo>
                  <a:lnTo>
                    <a:pt x="4229219" y="1377928"/>
                  </a:lnTo>
                  <a:lnTo>
                    <a:pt x="4233074" y="1362090"/>
                  </a:lnTo>
                  <a:lnTo>
                    <a:pt x="4235142" y="1362090"/>
                  </a:lnTo>
                  <a:lnTo>
                    <a:pt x="4239562" y="1362090"/>
                  </a:lnTo>
                  <a:lnTo>
                    <a:pt x="4240126" y="1362090"/>
                  </a:lnTo>
                  <a:lnTo>
                    <a:pt x="4240596" y="1356811"/>
                  </a:lnTo>
                  <a:lnTo>
                    <a:pt x="4244451" y="1356811"/>
                  </a:lnTo>
                  <a:lnTo>
                    <a:pt x="4244545" y="1356811"/>
                  </a:lnTo>
                  <a:lnTo>
                    <a:pt x="4247178" y="1351531"/>
                  </a:lnTo>
                  <a:lnTo>
                    <a:pt x="4248588" y="1346252"/>
                  </a:lnTo>
                  <a:lnTo>
                    <a:pt x="4250469" y="1340973"/>
                  </a:lnTo>
                  <a:lnTo>
                    <a:pt x="4252725" y="1340973"/>
                  </a:lnTo>
                  <a:lnTo>
                    <a:pt x="4255264" y="1335693"/>
                  </a:lnTo>
                  <a:lnTo>
                    <a:pt x="4255546" y="1335693"/>
                  </a:lnTo>
                  <a:lnTo>
                    <a:pt x="4255828" y="1330414"/>
                  </a:lnTo>
                  <a:lnTo>
                    <a:pt x="4257615" y="1330414"/>
                  </a:lnTo>
                  <a:lnTo>
                    <a:pt x="4258461" y="1330414"/>
                  </a:lnTo>
                  <a:lnTo>
                    <a:pt x="4261282" y="1330414"/>
                  </a:lnTo>
                  <a:lnTo>
                    <a:pt x="4261564" y="1330414"/>
                  </a:lnTo>
                  <a:lnTo>
                    <a:pt x="4261752" y="1330414"/>
                  </a:lnTo>
                  <a:lnTo>
                    <a:pt x="4263538" y="1325134"/>
                  </a:lnTo>
                  <a:lnTo>
                    <a:pt x="4264197" y="1319855"/>
                  </a:lnTo>
                  <a:lnTo>
                    <a:pt x="4264385" y="1319855"/>
                  </a:lnTo>
                  <a:lnTo>
                    <a:pt x="4265137" y="1314575"/>
                  </a:lnTo>
                  <a:lnTo>
                    <a:pt x="4265795" y="1314575"/>
                  </a:lnTo>
                  <a:lnTo>
                    <a:pt x="4267488" y="1314575"/>
                  </a:lnTo>
                  <a:lnTo>
                    <a:pt x="4267864" y="1309296"/>
                  </a:lnTo>
                  <a:lnTo>
                    <a:pt x="4272283" y="1309296"/>
                  </a:lnTo>
                  <a:lnTo>
                    <a:pt x="4276138" y="1309296"/>
                  </a:lnTo>
                  <a:lnTo>
                    <a:pt x="4280651" y="1304017"/>
                  </a:lnTo>
                  <a:lnTo>
                    <a:pt x="4286011" y="1304017"/>
                  </a:lnTo>
                  <a:lnTo>
                    <a:pt x="4286387" y="1304017"/>
                  </a:lnTo>
                  <a:lnTo>
                    <a:pt x="4289114" y="1304017"/>
                  </a:lnTo>
                  <a:lnTo>
                    <a:pt x="4289960" y="1304017"/>
                  </a:lnTo>
                  <a:lnTo>
                    <a:pt x="4290148" y="1304017"/>
                  </a:lnTo>
                  <a:lnTo>
                    <a:pt x="4292875" y="1304017"/>
                  </a:lnTo>
                  <a:lnTo>
                    <a:pt x="4294755" y="1298737"/>
                  </a:lnTo>
                  <a:lnTo>
                    <a:pt x="4295602" y="1298737"/>
                  </a:lnTo>
                  <a:lnTo>
                    <a:pt x="4295696" y="1298737"/>
                  </a:lnTo>
                  <a:lnTo>
                    <a:pt x="4296448" y="1298737"/>
                  </a:lnTo>
                  <a:lnTo>
                    <a:pt x="4298986" y="1298737"/>
                  </a:lnTo>
                  <a:lnTo>
                    <a:pt x="4299081" y="1298737"/>
                  </a:lnTo>
                  <a:lnTo>
                    <a:pt x="4304158" y="1293458"/>
                  </a:lnTo>
                  <a:lnTo>
                    <a:pt x="4304252" y="1293458"/>
                  </a:lnTo>
                  <a:lnTo>
                    <a:pt x="4304440" y="1293458"/>
                  </a:lnTo>
                  <a:lnTo>
                    <a:pt x="4305286" y="1288178"/>
                  </a:lnTo>
                  <a:lnTo>
                    <a:pt x="4305850" y="1288178"/>
                  </a:lnTo>
                  <a:lnTo>
                    <a:pt x="4308483" y="1288178"/>
                  </a:lnTo>
                  <a:lnTo>
                    <a:pt x="4309517" y="1282899"/>
                  </a:lnTo>
                  <a:lnTo>
                    <a:pt x="4309611" y="1282899"/>
                  </a:lnTo>
                  <a:lnTo>
                    <a:pt x="4311774" y="1282899"/>
                  </a:lnTo>
                  <a:lnTo>
                    <a:pt x="4315535" y="1277619"/>
                  </a:lnTo>
                  <a:lnTo>
                    <a:pt x="4317322" y="1277619"/>
                  </a:lnTo>
                  <a:lnTo>
                    <a:pt x="4319954" y="1272340"/>
                  </a:lnTo>
                  <a:lnTo>
                    <a:pt x="4319954" y="1267061"/>
                  </a:lnTo>
                  <a:lnTo>
                    <a:pt x="4323433" y="1256502"/>
                  </a:lnTo>
                  <a:lnTo>
                    <a:pt x="4327571" y="1256502"/>
                  </a:lnTo>
                  <a:lnTo>
                    <a:pt x="4328041" y="1256502"/>
                  </a:lnTo>
                  <a:lnTo>
                    <a:pt x="4328135" y="1256502"/>
                  </a:lnTo>
                  <a:lnTo>
                    <a:pt x="4329639" y="1245943"/>
                  </a:lnTo>
                  <a:lnTo>
                    <a:pt x="4331708" y="1245943"/>
                  </a:lnTo>
                  <a:lnTo>
                    <a:pt x="4335093" y="1245943"/>
                  </a:lnTo>
                  <a:lnTo>
                    <a:pt x="4335281" y="1245943"/>
                  </a:lnTo>
                  <a:lnTo>
                    <a:pt x="4338102" y="1245943"/>
                  </a:lnTo>
                  <a:lnTo>
                    <a:pt x="4338384" y="1245943"/>
                  </a:lnTo>
                  <a:lnTo>
                    <a:pt x="4340170" y="1240664"/>
                  </a:lnTo>
                  <a:lnTo>
                    <a:pt x="4340358" y="1240664"/>
                  </a:lnTo>
                  <a:lnTo>
                    <a:pt x="4343743" y="1240664"/>
                  </a:lnTo>
                  <a:lnTo>
                    <a:pt x="4344307" y="1240664"/>
                  </a:lnTo>
                  <a:lnTo>
                    <a:pt x="4344401" y="1240664"/>
                  </a:lnTo>
                  <a:lnTo>
                    <a:pt x="4346658" y="1235384"/>
                  </a:lnTo>
                  <a:lnTo>
                    <a:pt x="4347128" y="1235384"/>
                  </a:lnTo>
                  <a:lnTo>
                    <a:pt x="4347504" y="1235384"/>
                  </a:lnTo>
                  <a:lnTo>
                    <a:pt x="4347598" y="1235384"/>
                  </a:lnTo>
                  <a:lnTo>
                    <a:pt x="4348538" y="1235384"/>
                  </a:lnTo>
                  <a:lnTo>
                    <a:pt x="4348915" y="1235384"/>
                  </a:lnTo>
                  <a:lnTo>
                    <a:pt x="4349197" y="1235384"/>
                  </a:lnTo>
                  <a:lnTo>
                    <a:pt x="4352770" y="1235384"/>
                  </a:lnTo>
                  <a:lnTo>
                    <a:pt x="4355590" y="1235384"/>
                  </a:lnTo>
                  <a:lnTo>
                    <a:pt x="4359446" y="1230105"/>
                  </a:lnTo>
                  <a:lnTo>
                    <a:pt x="4362548" y="1230105"/>
                  </a:lnTo>
                  <a:lnTo>
                    <a:pt x="4362736" y="1230105"/>
                  </a:lnTo>
                  <a:lnTo>
                    <a:pt x="4364429" y="1230105"/>
                  </a:lnTo>
                  <a:lnTo>
                    <a:pt x="4368284" y="1230105"/>
                  </a:lnTo>
                  <a:lnTo>
                    <a:pt x="4371011" y="1230105"/>
                  </a:lnTo>
                  <a:lnTo>
                    <a:pt x="4371105" y="1230105"/>
                  </a:lnTo>
                  <a:lnTo>
                    <a:pt x="4374114" y="1230105"/>
                  </a:lnTo>
                  <a:lnTo>
                    <a:pt x="4374490" y="1230105"/>
                  </a:lnTo>
                  <a:lnTo>
                    <a:pt x="4375336" y="1230105"/>
                  </a:lnTo>
                  <a:lnTo>
                    <a:pt x="4379473" y="1230105"/>
                  </a:lnTo>
                  <a:lnTo>
                    <a:pt x="4382106" y="1230105"/>
                  </a:lnTo>
                  <a:lnTo>
                    <a:pt x="4383328" y="1230105"/>
                  </a:lnTo>
                  <a:lnTo>
                    <a:pt x="4386055" y="1230105"/>
                  </a:lnTo>
                  <a:lnTo>
                    <a:pt x="4386243" y="1230105"/>
                  </a:lnTo>
                  <a:lnTo>
                    <a:pt x="4386337" y="1230105"/>
                  </a:lnTo>
                  <a:lnTo>
                    <a:pt x="4386431" y="1230105"/>
                  </a:lnTo>
                  <a:lnTo>
                    <a:pt x="4388406" y="1224825"/>
                  </a:lnTo>
                  <a:lnTo>
                    <a:pt x="4389534" y="1224825"/>
                  </a:lnTo>
                  <a:lnTo>
                    <a:pt x="4390098" y="1224825"/>
                  </a:lnTo>
                  <a:lnTo>
                    <a:pt x="4390380" y="1219546"/>
                  </a:lnTo>
                  <a:lnTo>
                    <a:pt x="4391509" y="1219546"/>
                  </a:lnTo>
                  <a:lnTo>
                    <a:pt x="4391885" y="1214266"/>
                  </a:lnTo>
                  <a:lnTo>
                    <a:pt x="4395552" y="1214266"/>
                  </a:lnTo>
                  <a:lnTo>
                    <a:pt x="4396868" y="1214266"/>
                  </a:lnTo>
                  <a:lnTo>
                    <a:pt x="4396868" y="1208987"/>
                  </a:lnTo>
                  <a:lnTo>
                    <a:pt x="4398749" y="1208987"/>
                  </a:lnTo>
                  <a:lnTo>
                    <a:pt x="4402134" y="1208987"/>
                  </a:lnTo>
                  <a:lnTo>
                    <a:pt x="4407587" y="1203708"/>
                  </a:lnTo>
                  <a:lnTo>
                    <a:pt x="4411254" y="1203708"/>
                  </a:lnTo>
                  <a:lnTo>
                    <a:pt x="4412194" y="1203708"/>
                  </a:lnTo>
                  <a:lnTo>
                    <a:pt x="4412665" y="1203708"/>
                  </a:lnTo>
                  <a:lnTo>
                    <a:pt x="4415297" y="1198428"/>
                  </a:lnTo>
                  <a:lnTo>
                    <a:pt x="4415485" y="1198428"/>
                  </a:lnTo>
                  <a:lnTo>
                    <a:pt x="4417366" y="1198428"/>
                  </a:lnTo>
                  <a:lnTo>
                    <a:pt x="4419152" y="1198428"/>
                  </a:lnTo>
                  <a:lnTo>
                    <a:pt x="4423101" y="1198428"/>
                  </a:lnTo>
                  <a:lnTo>
                    <a:pt x="4423572" y="1198428"/>
                  </a:lnTo>
                  <a:lnTo>
                    <a:pt x="4423666" y="1198428"/>
                  </a:lnTo>
                  <a:lnTo>
                    <a:pt x="4427145" y="1198428"/>
                  </a:lnTo>
                  <a:lnTo>
                    <a:pt x="4429213" y="1198428"/>
                  </a:lnTo>
                  <a:lnTo>
                    <a:pt x="4431658" y="1198428"/>
                  </a:lnTo>
                  <a:lnTo>
                    <a:pt x="4431846" y="1198428"/>
                  </a:lnTo>
                  <a:lnTo>
                    <a:pt x="4433350" y="1198428"/>
                  </a:lnTo>
                  <a:lnTo>
                    <a:pt x="4433632" y="1198428"/>
                  </a:lnTo>
                  <a:lnTo>
                    <a:pt x="4436171" y="1198428"/>
                  </a:lnTo>
                  <a:lnTo>
                    <a:pt x="4438052" y="1193149"/>
                  </a:lnTo>
                  <a:lnTo>
                    <a:pt x="4438334" y="1193149"/>
                  </a:lnTo>
                  <a:lnTo>
                    <a:pt x="4438710" y="1193149"/>
                  </a:lnTo>
                  <a:lnTo>
                    <a:pt x="4440684" y="1187869"/>
                  </a:lnTo>
                  <a:lnTo>
                    <a:pt x="4441343" y="1182590"/>
                  </a:lnTo>
                  <a:lnTo>
                    <a:pt x="4442189" y="1177310"/>
                  </a:lnTo>
                  <a:lnTo>
                    <a:pt x="4444634" y="1172031"/>
                  </a:lnTo>
                  <a:lnTo>
                    <a:pt x="4447360" y="1172031"/>
                  </a:lnTo>
                  <a:lnTo>
                    <a:pt x="4450275" y="1172031"/>
                  </a:lnTo>
                  <a:lnTo>
                    <a:pt x="4450557" y="1172031"/>
                  </a:lnTo>
                  <a:lnTo>
                    <a:pt x="4451780" y="1172031"/>
                  </a:lnTo>
                  <a:lnTo>
                    <a:pt x="4454600" y="1172031"/>
                  </a:lnTo>
                  <a:lnTo>
                    <a:pt x="4456105" y="1172031"/>
                  </a:lnTo>
                  <a:lnTo>
                    <a:pt x="4459584" y="1166752"/>
                  </a:lnTo>
                  <a:lnTo>
                    <a:pt x="4463063" y="1166752"/>
                  </a:lnTo>
                  <a:lnTo>
                    <a:pt x="4463345" y="1166752"/>
                  </a:lnTo>
                  <a:lnTo>
                    <a:pt x="4465037" y="1156193"/>
                  </a:lnTo>
                  <a:lnTo>
                    <a:pt x="4465884" y="1156193"/>
                  </a:lnTo>
                  <a:lnTo>
                    <a:pt x="4468986" y="1150913"/>
                  </a:lnTo>
                  <a:lnTo>
                    <a:pt x="4469269" y="1150913"/>
                  </a:lnTo>
                  <a:lnTo>
                    <a:pt x="4469457" y="1150913"/>
                  </a:lnTo>
                  <a:lnTo>
                    <a:pt x="4469645" y="1150913"/>
                  </a:lnTo>
                  <a:lnTo>
                    <a:pt x="4471619" y="1150913"/>
                  </a:lnTo>
                  <a:lnTo>
                    <a:pt x="4473406" y="1150913"/>
                  </a:lnTo>
                  <a:lnTo>
                    <a:pt x="4473500" y="1150913"/>
                  </a:lnTo>
                  <a:lnTo>
                    <a:pt x="4474064" y="1150913"/>
                  </a:lnTo>
                  <a:lnTo>
                    <a:pt x="4474816" y="1150913"/>
                  </a:lnTo>
                  <a:lnTo>
                    <a:pt x="4478013" y="1150913"/>
                  </a:lnTo>
                  <a:lnTo>
                    <a:pt x="4478389" y="1150913"/>
                  </a:lnTo>
                  <a:lnTo>
                    <a:pt x="4478483" y="1145634"/>
                  </a:lnTo>
                  <a:lnTo>
                    <a:pt x="4479611" y="1145634"/>
                  </a:lnTo>
                  <a:lnTo>
                    <a:pt x="4482056" y="1145634"/>
                  </a:lnTo>
                  <a:lnTo>
                    <a:pt x="4486005" y="1145634"/>
                  </a:lnTo>
                  <a:lnTo>
                    <a:pt x="4488544" y="1145634"/>
                  </a:lnTo>
                  <a:lnTo>
                    <a:pt x="4491647" y="1140355"/>
                  </a:lnTo>
                  <a:lnTo>
                    <a:pt x="4494938" y="1135075"/>
                  </a:lnTo>
                  <a:lnTo>
                    <a:pt x="4495220" y="1135075"/>
                  </a:lnTo>
                  <a:lnTo>
                    <a:pt x="4496160" y="1135075"/>
                  </a:lnTo>
                  <a:lnTo>
                    <a:pt x="4499827" y="1135075"/>
                  </a:lnTo>
                  <a:lnTo>
                    <a:pt x="4500297" y="1129796"/>
                  </a:lnTo>
                  <a:lnTo>
                    <a:pt x="4505469" y="1124516"/>
                  </a:lnTo>
                  <a:lnTo>
                    <a:pt x="4505657" y="1124516"/>
                  </a:lnTo>
                  <a:lnTo>
                    <a:pt x="4506033" y="1124516"/>
                  </a:lnTo>
                  <a:lnTo>
                    <a:pt x="4506221" y="1124516"/>
                  </a:lnTo>
                  <a:lnTo>
                    <a:pt x="4509982" y="1124516"/>
                  </a:lnTo>
                  <a:lnTo>
                    <a:pt x="4510264" y="1124516"/>
                  </a:lnTo>
                  <a:lnTo>
                    <a:pt x="4512239" y="1124516"/>
                  </a:lnTo>
                  <a:lnTo>
                    <a:pt x="4515718" y="1124516"/>
                  </a:lnTo>
                  <a:lnTo>
                    <a:pt x="4516376" y="1124516"/>
                  </a:lnTo>
                  <a:lnTo>
                    <a:pt x="4516564" y="1124516"/>
                  </a:lnTo>
                  <a:lnTo>
                    <a:pt x="4516940" y="1124516"/>
                  </a:lnTo>
                  <a:lnTo>
                    <a:pt x="4520231" y="1113957"/>
                  </a:lnTo>
                  <a:lnTo>
                    <a:pt x="4521641" y="1113957"/>
                  </a:lnTo>
                  <a:lnTo>
                    <a:pt x="4522205" y="1113957"/>
                  </a:lnTo>
                  <a:lnTo>
                    <a:pt x="4524274" y="1113957"/>
                  </a:lnTo>
                  <a:lnTo>
                    <a:pt x="4528975" y="1113957"/>
                  </a:lnTo>
                  <a:lnTo>
                    <a:pt x="4529069" y="1113957"/>
                  </a:lnTo>
                  <a:lnTo>
                    <a:pt x="4532172" y="1108678"/>
                  </a:lnTo>
                  <a:lnTo>
                    <a:pt x="4532266" y="1108678"/>
                  </a:lnTo>
                  <a:lnTo>
                    <a:pt x="4535745" y="1108678"/>
                  </a:lnTo>
                  <a:lnTo>
                    <a:pt x="4540165" y="1108678"/>
                  </a:lnTo>
                  <a:lnTo>
                    <a:pt x="4542515" y="1108678"/>
                  </a:lnTo>
                  <a:lnTo>
                    <a:pt x="4542609" y="1103399"/>
                  </a:lnTo>
                  <a:lnTo>
                    <a:pt x="4545712" y="1103399"/>
                  </a:lnTo>
                  <a:lnTo>
                    <a:pt x="4548439" y="1103399"/>
                  </a:lnTo>
                  <a:lnTo>
                    <a:pt x="4549097" y="1103399"/>
                  </a:lnTo>
                  <a:lnTo>
                    <a:pt x="4551824" y="1098119"/>
                  </a:lnTo>
                  <a:lnTo>
                    <a:pt x="4552576" y="1098119"/>
                  </a:lnTo>
                  <a:lnTo>
                    <a:pt x="4553986" y="1098119"/>
                  </a:lnTo>
                  <a:lnTo>
                    <a:pt x="4556243" y="1098119"/>
                  </a:lnTo>
                  <a:lnTo>
                    <a:pt x="4556337" y="1098119"/>
                  </a:lnTo>
                  <a:lnTo>
                    <a:pt x="4556807" y="1098119"/>
                  </a:lnTo>
                  <a:lnTo>
                    <a:pt x="4560098" y="1098119"/>
                  </a:lnTo>
                  <a:lnTo>
                    <a:pt x="4562449" y="1098119"/>
                  </a:lnTo>
                  <a:lnTo>
                    <a:pt x="4562825" y="1098119"/>
                  </a:lnTo>
                  <a:lnTo>
                    <a:pt x="4563859" y="1098119"/>
                  </a:lnTo>
                  <a:lnTo>
                    <a:pt x="4564799" y="1098119"/>
                  </a:lnTo>
                  <a:lnTo>
                    <a:pt x="4567902" y="1098119"/>
                  </a:lnTo>
                  <a:lnTo>
                    <a:pt x="4568090" y="1092840"/>
                  </a:lnTo>
                  <a:lnTo>
                    <a:pt x="4571757" y="1092840"/>
                  </a:lnTo>
                  <a:lnTo>
                    <a:pt x="4575613" y="1092840"/>
                  </a:lnTo>
                  <a:lnTo>
                    <a:pt x="4578151" y="1092840"/>
                  </a:lnTo>
                  <a:lnTo>
                    <a:pt x="4580032" y="1087560"/>
                  </a:lnTo>
                  <a:lnTo>
                    <a:pt x="4582288" y="1077001"/>
                  </a:lnTo>
                  <a:lnTo>
                    <a:pt x="4585297" y="1077001"/>
                  </a:lnTo>
                  <a:lnTo>
                    <a:pt x="4586332" y="1077001"/>
                  </a:lnTo>
                  <a:lnTo>
                    <a:pt x="4586802" y="1077001"/>
                  </a:lnTo>
                  <a:lnTo>
                    <a:pt x="4589622" y="1077001"/>
                  </a:lnTo>
                  <a:lnTo>
                    <a:pt x="4591503" y="1071722"/>
                  </a:lnTo>
                  <a:lnTo>
                    <a:pt x="4593195" y="1071722"/>
                  </a:lnTo>
                  <a:lnTo>
                    <a:pt x="4593290" y="1071722"/>
                  </a:lnTo>
                  <a:lnTo>
                    <a:pt x="4597051" y="1071722"/>
                  </a:lnTo>
                  <a:lnTo>
                    <a:pt x="4597051" y="1066443"/>
                  </a:lnTo>
                  <a:lnTo>
                    <a:pt x="4597145" y="1066443"/>
                  </a:lnTo>
                  <a:lnTo>
                    <a:pt x="4599119" y="1066443"/>
                  </a:lnTo>
                  <a:lnTo>
                    <a:pt x="4601752" y="1066443"/>
                  </a:lnTo>
                  <a:lnTo>
                    <a:pt x="4601846" y="1066443"/>
                  </a:lnTo>
                  <a:lnTo>
                    <a:pt x="4602598" y="1066443"/>
                  </a:lnTo>
                  <a:lnTo>
                    <a:pt x="4604291" y="1066443"/>
                  </a:lnTo>
                  <a:lnTo>
                    <a:pt x="4604855" y="1066443"/>
                  </a:lnTo>
                  <a:lnTo>
                    <a:pt x="4605137" y="1066443"/>
                  </a:lnTo>
                  <a:lnTo>
                    <a:pt x="4607864" y="1061163"/>
                  </a:lnTo>
                  <a:lnTo>
                    <a:pt x="4607958" y="1061163"/>
                  </a:lnTo>
                  <a:lnTo>
                    <a:pt x="4610120" y="1061163"/>
                  </a:lnTo>
                  <a:lnTo>
                    <a:pt x="4610402" y="1061163"/>
                  </a:lnTo>
                  <a:lnTo>
                    <a:pt x="4613035" y="1061163"/>
                  </a:lnTo>
                  <a:lnTo>
                    <a:pt x="4616044" y="1061163"/>
                  </a:lnTo>
                  <a:lnTo>
                    <a:pt x="4619711" y="1061163"/>
                  </a:lnTo>
                  <a:lnTo>
                    <a:pt x="4620369" y="1061163"/>
                  </a:lnTo>
                  <a:lnTo>
                    <a:pt x="4621215" y="1061163"/>
                  </a:lnTo>
                  <a:lnTo>
                    <a:pt x="4624130" y="1061163"/>
                  </a:lnTo>
                  <a:lnTo>
                    <a:pt x="4626199" y="1061163"/>
                  </a:lnTo>
                  <a:lnTo>
                    <a:pt x="4627139" y="1061163"/>
                  </a:lnTo>
                  <a:lnTo>
                    <a:pt x="4629490" y="1055884"/>
                  </a:lnTo>
                  <a:lnTo>
                    <a:pt x="4630054" y="1055884"/>
                  </a:lnTo>
                  <a:lnTo>
                    <a:pt x="4630618" y="1055884"/>
                  </a:lnTo>
                  <a:lnTo>
                    <a:pt x="4632405" y="1045325"/>
                  </a:lnTo>
                  <a:lnTo>
                    <a:pt x="4632499" y="1045325"/>
                  </a:lnTo>
                  <a:lnTo>
                    <a:pt x="4632593" y="1045325"/>
                  </a:lnTo>
                  <a:lnTo>
                    <a:pt x="4635225" y="1045325"/>
                  </a:lnTo>
                  <a:lnTo>
                    <a:pt x="4636072" y="1034766"/>
                  </a:lnTo>
                  <a:lnTo>
                    <a:pt x="4638140" y="1034766"/>
                  </a:lnTo>
                  <a:lnTo>
                    <a:pt x="4642559" y="1024207"/>
                  </a:lnTo>
                  <a:lnTo>
                    <a:pt x="4645004" y="1024207"/>
                  </a:lnTo>
                  <a:lnTo>
                    <a:pt x="4647355" y="1024207"/>
                  </a:lnTo>
                  <a:lnTo>
                    <a:pt x="4647543" y="1024207"/>
                  </a:lnTo>
                  <a:lnTo>
                    <a:pt x="4648107" y="1018928"/>
                  </a:lnTo>
                  <a:lnTo>
                    <a:pt x="4652056" y="1018928"/>
                  </a:lnTo>
                  <a:lnTo>
                    <a:pt x="4652432" y="1018928"/>
                  </a:lnTo>
                  <a:lnTo>
                    <a:pt x="4653184" y="1018928"/>
                  </a:lnTo>
                  <a:lnTo>
                    <a:pt x="4653937" y="1013648"/>
                  </a:lnTo>
                  <a:lnTo>
                    <a:pt x="4655817" y="1013648"/>
                  </a:lnTo>
                  <a:lnTo>
                    <a:pt x="4658638" y="1013648"/>
                  </a:lnTo>
                  <a:lnTo>
                    <a:pt x="4661177" y="1013648"/>
                  </a:lnTo>
                  <a:lnTo>
                    <a:pt x="4663997" y="1013648"/>
                  </a:lnTo>
                  <a:lnTo>
                    <a:pt x="4666160" y="1013648"/>
                  </a:lnTo>
                  <a:lnTo>
                    <a:pt x="4666254" y="1013648"/>
                  </a:lnTo>
                  <a:lnTo>
                    <a:pt x="4668041" y="1013648"/>
                  </a:lnTo>
                  <a:lnTo>
                    <a:pt x="4668699" y="1013648"/>
                  </a:lnTo>
                  <a:lnTo>
                    <a:pt x="4668981" y="1013648"/>
                  </a:lnTo>
                  <a:lnTo>
                    <a:pt x="4671802" y="1013648"/>
                  </a:lnTo>
                  <a:lnTo>
                    <a:pt x="4673588" y="1013648"/>
                  </a:lnTo>
                  <a:lnTo>
                    <a:pt x="4675375" y="1013648"/>
                  </a:lnTo>
                  <a:lnTo>
                    <a:pt x="4677819" y="1013648"/>
                  </a:lnTo>
                  <a:lnTo>
                    <a:pt x="4677913" y="1013648"/>
                  </a:lnTo>
                  <a:lnTo>
                    <a:pt x="4678289" y="1013648"/>
                  </a:lnTo>
                  <a:lnTo>
                    <a:pt x="4678478" y="1013648"/>
                  </a:lnTo>
                  <a:lnTo>
                    <a:pt x="4683837" y="1008369"/>
                  </a:lnTo>
                  <a:lnTo>
                    <a:pt x="4684589" y="1008369"/>
                  </a:lnTo>
                  <a:lnTo>
                    <a:pt x="4684777" y="1008369"/>
                  </a:lnTo>
                  <a:lnTo>
                    <a:pt x="4686000" y="1008369"/>
                  </a:lnTo>
                  <a:lnTo>
                    <a:pt x="4689855" y="1008369"/>
                  </a:lnTo>
                  <a:lnTo>
                    <a:pt x="4690231" y="1008369"/>
                  </a:lnTo>
                  <a:lnTo>
                    <a:pt x="4691547" y="997810"/>
                  </a:lnTo>
                  <a:lnTo>
                    <a:pt x="4694274" y="992531"/>
                  </a:lnTo>
                  <a:lnTo>
                    <a:pt x="4697189" y="992531"/>
                  </a:lnTo>
                  <a:lnTo>
                    <a:pt x="4699822" y="987251"/>
                  </a:lnTo>
                  <a:lnTo>
                    <a:pt x="4703677" y="987251"/>
                  </a:lnTo>
                  <a:lnTo>
                    <a:pt x="4703865" y="987251"/>
                  </a:lnTo>
                  <a:lnTo>
                    <a:pt x="4706027" y="987251"/>
                  </a:lnTo>
                  <a:lnTo>
                    <a:pt x="4708096" y="987251"/>
                  </a:lnTo>
                  <a:lnTo>
                    <a:pt x="4710823" y="981972"/>
                  </a:lnTo>
                  <a:lnTo>
                    <a:pt x="4713361" y="976692"/>
                  </a:lnTo>
                  <a:lnTo>
                    <a:pt x="4713549" y="976692"/>
                  </a:lnTo>
                  <a:lnTo>
                    <a:pt x="4714020" y="976692"/>
                  </a:lnTo>
                  <a:lnTo>
                    <a:pt x="4714302" y="976692"/>
                  </a:lnTo>
                  <a:lnTo>
                    <a:pt x="4714678" y="976692"/>
                  </a:lnTo>
                  <a:lnTo>
                    <a:pt x="4718439" y="976692"/>
                  </a:lnTo>
                  <a:lnTo>
                    <a:pt x="4718815" y="976692"/>
                  </a:lnTo>
                  <a:lnTo>
                    <a:pt x="4720131" y="976692"/>
                  </a:lnTo>
                  <a:lnTo>
                    <a:pt x="4721542" y="976692"/>
                  </a:lnTo>
                  <a:lnTo>
                    <a:pt x="4725303" y="976692"/>
                  </a:lnTo>
                  <a:lnTo>
                    <a:pt x="4726713" y="976692"/>
                  </a:lnTo>
                  <a:lnTo>
                    <a:pt x="4727465" y="976692"/>
                  </a:lnTo>
                  <a:lnTo>
                    <a:pt x="4728124" y="976692"/>
                  </a:lnTo>
                  <a:lnTo>
                    <a:pt x="4730192" y="976692"/>
                  </a:lnTo>
                  <a:lnTo>
                    <a:pt x="4732355" y="976692"/>
                  </a:lnTo>
                  <a:lnTo>
                    <a:pt x="4732449" y="976692"/>
                  </a:lnTo>
                  <a:lnTo>
                    <a:pt x="4734987" y="976692"/>
                  </a:lnTo>
                  <a:lnTo>
                    <a:pt x="4736492" y="976692"/>
                  </a:lnTo>
                  <a:lnTo>
                    <a:pt x="4736586" y="976692"/>
                  </a:lnTo>
                  <a:lnTo>
                    <a:pt x="4736586" y="971413"/>
                  </a:lnTo>
                  <a:lnTo>
                    <a:pt x="4736868" y="971413"/>
                  </a:lnTo>
                  <a:lnTo>
                    <a:pt x="4737714" y="971413"/>
                  </a:lnTo>
                  <a:lnTo>
                    <a:pt x="4740723" y="971413"/>
                  </a:lnTo>
                  <a:lnTo>
                    <a:pt x="4745518" y="966134"/>
                  </a:lnTo>
                  <a:lnTo>
                    <a:pt x="4748245" y="966134"/>
                  </a:lnTo>
                  <a:lnTo>
                    <a:pt x="4750690" y="966134"/>
                  </a:lnTo>
                  <a:lnTo>
                    <a:pt x="4750784" y="966134"/>
                  </a:lnTo>
                  <a:lnTo>
                    <a:pt x="4750878" y="966134"/>
                  </a:lnTo>
                  <a:lnTo>
                    <a:pt x="4753605" y="966134"/>
                  </a:lnTo>
                  <a:lnTo>
                    <a:pt x="4754921" y="960854"/>
                  </a:lnTo>
                  <a:lnTo>
                    <a:pt x="4758118" y="960854"/>
                  </a:lnTo>
                  <a:lnTo>
                    <a:pt x="4760939" y="955575"/>
                  </a:lnTo>
                  <a:lnTo>
                    <a:pt x="4761973" y="950295"/>
                  </a:lnTo>
                  <a:lnTo>
                    <a:pt x="4764230" y="939736"/>
                  </a:lnTo>
                  <a:lnTo>
                    <a:pt x="4766768" y="939736"/>
                  </a:lnTo>
                  <a:lnTo>
                    <a:pt x="4767333" y="939736"/>
                  </a:lnTo>
                  <a:lnTo>
                    <a:pt x="4769025" y="939736"/>
                  </a:lnTo>
                  <a:lnTo>
                    <a:pt x="4770906" y="939736"/>
                  </a:lnTo>
                  <a:lnTo>
                    <a:pt x="4771000" y="939736"/>
                  </a:lnTo>
                  <a:lnTo>
                    <a:pt x="4771282" y="939736"/>
                  </a:lnTo>
                  <a:lnTo>
                    <a:pt x="4771376" y="939736"/>
                  </a:lnTo>
                  <a:lnTo>
                    <a:pt x="4771470" y="939736"/>
                  </a:lnTo>
                  <a:lnTo>
                    <a:pt x="4772692" y="939736"/>
                  </a:lnTo>
                  <a:lnTo>
                    <a:pt x="4774009" y="939736"/>
                  </a:lnTo>
                  <a:lnTo>
                    <a:pt x="4778052" y="934457"/>
                  </a:lnTo>
                  <a:lnTo>
                    <a:pt x="4778522" y="934457"/>
                  </a:lnTo>
                  <a:lnTo>
                    <a:pt x="4780872" y="934457"/>
                  </a:lnTo>
                  <a:lnTo>
                    <a:pt x="4780966" y="934457"/>
                  </a:lnTo>
                  <a:lnTo>
                    <a:pt x="4783411" y="934457"/>
                  </a:lnTo>
                  <a:lnTo>
                    <a:pt x="4784916" y="934457"/>
                  </a:lnTo>
                  <a:lnTo>
                    <a:pt x="4786984" y="934457"/>
                  </a:lnTo>
                  <a:lnTo>
                    <a:pt x="4788959" y="934457"/>
                  </a:lnTo>
                  <a:lnTo>
                    <a:pt x="4789523" y="934457"/>
                  </a:lnTo>
                  <a:lnTo>
                    <a:pt x="4790369" y="929178"/>
                  </a:lnTo>
                  <a:lnTo>
                    <a:pt x="4792532" y="918619"/>
                  </a:lnTo>
                  <a:lnTo>
                    <a:pt x="4792626" y="918619"/>
                  </a:lnTo>
                  <a:lnTo>
                    <a:pt x="4792720" y="918619"/>
                  </a:lnTo>
                  <a:lnTo>
                    <a:pt x="4797233" y="913339"/>
                  </a:lnTo>
                  <a:lnTo>
                    <a:pt x="4798926" y="908060"/>
                  </a:lnTo>
                  <a:lnTo>
                    <a:pt x="4799208" y="908060"/>
                  </a:lnTo>
                  <a:lnTo>
                    <a:pt x="4802216" y="908060"/>
                  </a:lnTo>
                  <a:lnTo>
                    <a:pt x="4802310" y="908060"/>
                  </a:lnTo>
                  <a:lnTo>
                    <a:pt x="4805037" y="908060"/>
                  </a:lnTo>
                  <a:lnTo>
                    <a:pt x="4809833" y="908060"/>
                  </a:lnTo>
                  <a:lnTo>
                    <a:pt x="4811337" y="908060"/>
                  </a:lnTo>
                  <a:lnTo>
                    <a:pt x="4812371" y="908060"/>
                  </a:lnTo>
                  <a:lnTo>
                    <a:pt x="4812841" y="908060"/>
                  </a:lnTo>
                  <a:lnTo>
                    <a:pt x="4814910" y="902781"/>
                  </a:lnTo>
                  <a:lnTo>
                    <a:pt x="4816414" y="902781"/>
                  </a:lnTo>
                  <a:lnTo>
                    <a:pt x="4816508" y="902781"/>
                  </a:lnTo>
                  <a:lnTo>
                    <a:pt x="4817073" y="902781"/>
                  </a:lnTo>
                  <a:lnTo>
                    <a:pt x="4820646" y="902781"/>
                  </a:lnTo>
                  <a:lnTo>
                    <a:pt x="4822526" y="902781"/>
                  </a:lnTo>
                  <a:lnTo>
                    <a:pt x="4823090" y="902781"/>
                  </a:lnTo>
                  <a:lnTo>
                    <a:pt x="4824313" y="902781"/>
                  </a:lnTo>
                  <a:lnTo>
                    <a:pt x="4825817" y="902781"/>
                  </a:lnTo>
                  <a:lnTo>
                    <a:pt x="4826945" y="902781"/>
                  </a:lnTo>
                  <a:lnTo>
                    <a:pt x="4829202" y="902781"/>
                  </a:lnTo>
                  <a:lnTo>
                    <a:pt x="4829296" y="902781"/>
                  </a:lnTo>
                  <a:lnTo>
                    <a:pt x="4835314" y="897501"/>
                  </a:lnTo>
                  <a:lnTo>
                    <a:pt x="4835408" y="897501"/>
                  </a:lnTo>
                  <a:lnTo>
                    <a:pt x="4835502" y="897501"/>
                  </a:lnTo>
                  <a:lnTo>
                    <a:pt x="4837382" y="897501"/>
                  </a:lnTo>
                  <a:lnTo>
                    <a:pt x="4837664" y="897501"/>
                  </a:lnTo>
                  <a:lnTo>
                    <a:pt x="4839733" y="892222"/>
                  </a:lnTo>
                  <a:lnTo>
                    <a:pt x="4841049" y="892222"/>
                  </a:lnTo>
                  <a:lnTo>
                    <a:pt x="4843964" y="892222"/>
                  </a:lnTo>
                  <a:lnTo>
                    <a:pt x="4847161" y="886942"/>
                  </a:lnTo>
                  <a:lnTo>
                    <a:pt x="4847631" y="886942"/>
                  </a:lnTo>
                  <a:lnTo>
                    <a:pt x="4849794" y="886942"/>
                  </a:lnTo>
                  <a:lnTo>
                    <a:pt x="4849888" y="886942"/>
                  </a:lnTo>
                  <a:lnTo>
                    <a:pt x="4852803" y="886942"/>
                  </a:lnTo>
                  <a:lnTo>
                    <a:pt x="4856282" y="881663"/>
                  </a:lnTo>
                  <a:lnTo>
                    <a:pt x="4857598" y="881663"/>
                  </a:lnTo>
                  <a:lnTo>
                    <a:pt x="4858820" y="881663"/>
                  </a:lnTo>
                  <a:lnTo>
                    <a:pt x="4859008" y="881663"/>
                  </a:lnTo>
                  <a:lnTo>
                    <a:pt x="4861171" y="876383"/>
                  </a:lnTo>
                  <a:lnTo>
                    <a:pt x="4861359" y="871104"/>
                  </a:lnTo>
                  <a:lnTo>
                    <a:pt x="4861641" y="871104"/>
                  </a:lnTo>
                  <a:lnTo>
                    <a:pt x="4862299" y="871104"/>
                  </a:lnTo>
                  <a:lnTo>
                    <a:pt x="4864180" y="871104"/>
                  </a:lnTo>
                  <a:lnTo>
                    <a:pt x="4869633" y="871104"/>
                  </a:lnTo>
                  <a:lnTo>
                    <a:pt x="4872642" y="871104"/>
                  </a:lnTo>
                  <a:lnTo>
                    <a:pt x="4874335" y="865825"/>
                  </a:lnTo>
                  <a:lnTo>
                    <a:pt x="4876403" y="865825"/>
                  </a:lnTo>
                  <a:lnTo>
                    <a:pt x="4876780" y="860545"/>
                  </a:lnTo>
                  <a:lnTo>
                    <a:pt x="4877438" y="860545"/>
                  </a:lnTo>
                  <a:lnTo>
                    <a:pt x="4879694" y="855266"/>
                  </a:lnTo>
                  <a:lnTo>
                    <a:pt x="4883643" y="849986"/>
                  </a:lnTo>
                  <a:lnTo>
                    <a:pt x="4886088" y="849986"/>
                  </a:lnTo>
                  <a:lnTo>
                    <a:pt x="4886276" y="849986"/>
                  </a:lnTo>
                  <a:lnTo>
                    <a:pt x="4888815" y="844707"/>
                  </a:lnTo>
                  <a:lnTo>
                    <a:pt x="4890601" y="844707"/>
                  </a:lnTo>
                  <a:lnTo>
                    <a:pt x="4891542" y="839427"/>
                  </a:lnTo>
                  <a:lnTo>
                    <a:pt x="4893422" y="839427"/>
                  </a:lnTo>
                  <a:lnTo>
                    <a:pt x="4893892" y="828869"/>
                  </a:lnTo>
                  <a:lnTo>
                    <a:pt x="4894739" y="823589"/>
                  </a:lnTo>
                  <a:lnTo>
                    <a:pt x="4898124" y="818310"/>
                  </a:lnTo>
                  <a:lnTo>
                    <a:pt x="4898218" y="818310"/>
                  </a:lnTo>
                  <a:lnTo>
                    <a:pt x="4898594" y="813030"/>
                  </a:lnTo>
                  <a:lnTo>
                    <a:pt x="4901885" y="802472"/>
                  </a:lnTo>
                  <a:lnTo>
                    <a:pt x="4903577" y="802472"/>
                  </a:lnTo>
                  <a:lnTo>
                    <a:pt x="4904047" y="802472"/>
                  </a:lnTo>
                  <a:lnTo>
                    <a:pt x="4905834" y="797192"/>
                  </a:lnTo>
                  <a:lnTo>
                    <a:pt x="4907526" y="791913"/>
                  </a:lnTo>
                  <a:lnTo>
                    <a:pt x="4908937" y="791913"/>
                  </a:lnTo>
                  <a:lnTo>
                    <a:pt x="4910441" y="791913"/>
                  </a:lnTo>
                  <a:lnTo>
                    <a:pt x="4912133" y="791913"/>
                  </a:lnTo>
                  <a:lnTo>
                    <a:pt x="4913826" y="791913"/>
                  </a:lnTo>
                  <a:lnTo>
                    <a:pt x="4917305" y="786633"/>
                  </a:lnTo>
                  <a:lnTo>
                    <a:pt x="4917587" y="786633"/>
                  </a:lnTo>
                  <a:lnTo>
                    <a:pt x="4919279" y="786633"/>
                  </a:lnTo>
                  <a:lnTo>
                    <a:pt x="4919656" y="786633"/>
                  </a:lnTo>
                  <a:lnTo>
                    <a:pt x="4922100" y="781354"/>
                  </a:lnTo>
                  <a:lnTo>
                    <a:pt x="4922570" y="781354"/>
                  </a:lnTo>
                  <a:lnTo>
                    <a:pt x="4926331" y="781354"/>
                  </a:lnTo>
                  <a:lnTo>
                    <a:pt x="4928776" y="781354"/>
                  </a:lnTo>
                  <a:lnTo>
                    <a:pt x="4931127" y="781354"/>
                  </a:lnTo>
                  <a:lnTo>
                    <a:pt x="4932161" y="781354"/>
                  </a:lnTo>
                  <a:lnTo>
                    <a:pt x="4933007" y="781354"/>
                  </a:lnTo>
                  <a:lnTo>
                    <a:pt x="4935640" y="781354"/>
                  </a:lnTo>
                  <a:lnTo>
                    <a:pt x="4938837" y="781354"/>
                  </a:lnTo>
                  <a:lnTo>
                    <a:pt x="4938931" y="781354"/>
                  </a:lnTo>
                  <a:lnTo>
                    <a:pt x="4939307" y="781354"/>
                  </a:lnTo>
                  <a:lnTo>
                    <a:pt x="4944949" y="781354"/>
                  </a:lnTo>
                  <a:lnTo>
                    <a:pt x="4945043" y="781354"/>
                  </a:lnTo>
                  <a:lnTo>
                    <a:pt x="4945231" y="781354"/>
                  </a:lnTo>
                  <a:lnTo>
                    <a:pt x="4945513" y="781354"/>
                  </a:lnTo>
                  <a:lnTo>
                    <a:pt x="4948428" y="776074"/>
                  </a:lnTo>
                  <a:lnTo>
                    <a:pt x="4948522" y="776074"/>
                  </a:lnTo>
                  <a:lnTo>
                    <a:pt x="4949556" y="776074"/>
                  </a:lnTo>
                  <a:lnTo>
                    <a:pt x="4951060" y="776074"/>
                  </a:lnTo>
                  <a:lnTo>
                    <a:pt x="4952377" y="776074"/>
                  </a:lnTo>
                  <a:lnTo>
                    <a:pt x="4953787" y="776074"/>
                  </a:lnTo>
                  <a:lnTo>
                    <a:pt x="4954257" y="776074"/>
                  </a:lnTo>
                  <a:lnTo>
                    <a:pt x="4955386" y="776074"/>
                  </a:lnTo>
                  <a:lnTo>
                    <a:pt x="4955480" y="770795"/>
                  </a:lnTo>
                  <a:lnTo>
                    <a:pt x="4957360" y="770795"/>
                  </a:lnTo>
                  <a:lnTo>
                    <a:pt x="4963378" y="760236"/>
                  </a:lnTo>
                  <a:lnTo>
                    <a:pt x="4965541" y="760236"/>
                  </a:lnTo>
                  <a:lnTo>
                    <a:pt x="4965729" y="760236"/>
                  </a:lnTo>
                  <a:lnTo>
                    <a:pt x="4967703" y="760236"/>
                  </a:lnTo>
                  <a:lnTo>
                    <a:pt x="4968267" y="760236"/>
                  </a:lnTo>
                  <a:lnTo>
                    <a:pt x="4971746" y="754957"/>
                  </a:lnTo>
                  <a:lnTo>
                    <a:pt x="4973345" y="754957"/>
                  </a:lnTo>
                  <a:lnTo>
                    <a:pt x="4973439" y="754957"/>
                  </a:lnTo>
                  <a:lnTo>
                    <a:pt x="4974661" y="749677"/>
                  </a:lnTo>
                  <a:lnTo>
                    <a:pt x="4976636" y="749677"/>
                  </a:lnTo>
                  <a:lnTo>
                    <a:pt x="4978892" y="744398"/>
                  </a:lnTo>
                  <a:lnTo>
                    <a:pt x="4979833" y="744398"/>
                  </a:lnTo>
                  <a:lnTo>
                    <a:pt x="4982653" y="739118"/>
                  </a:lnTo>
                  <a:lnTo>
                    <a:pt x="4982935" y="739118"/>
                  </a:lnTo>
                  <a:lnTo>
                    <a:pt x="4986226" y="739118"/>
                  </a:lnTo>
                  <a:lnTo>
                    <a:pt x="4986602" y="739118"/>
                  </a:lnTo>
                  <a:lnTo>
                    <a:pt x="4991210" y="733839"/>
                  </a:lnTo>
                  <a:lnTo>
                    <a:pt x="4992902" y="733839"/>
                  </a:lnTo>
                  <a:lnTo>
                    <a:pt x="4994877" y="733839"/>
                  </a:lnTo>
                  <a:lnTo>
                    <a:pt x="4997698" y="733839"/>
                  </a:lnTo>
                  <a:lnTo>
                    <a:pt x="5000330" y="723280"/>
                  </a:lnTo>
                  <a:lnTo>
                    <a:pt x="5001365" y="723280"/>
                  </a:lnTo>
                  <a:lnTo>
                    <a:pt x="5002399" y="718001"/>
                  </a:lnTo>
                  <a:lnTo>
                    <a:pt x="5003715" y="718001"/>
                  </a:lnTo>
                  <a:lnTo>
                    <a:pt x="5003809" y="718001"/>
                  </a:lnTo>
                  <a:lnTo>
                    <a:pt x="5003997" y="718001"/>
                  </a:lnTo>
                  <a:lnTo>
                    <a:pt x="5006536" y="718001"/>
                  </a:lnTo>
                  <a:lnTo>
                    <a:pt x="5008041" y="718001"/>
                  </a:lnTo>
                  <a:lnTo>
                    <a:pt x="5008511" y="712721"/>
                  </a:lnTo>
                  <a:lnTo>
                    <a:pt x="5011049" y="707442"/>
                  </a:lnTo>
                  <a:lnTo>
                    <a:pt x="5013870" y="707442"/>
                  </a:lnTo>
                  <a:lnTo>
                    <a:pt x="5015093" y="702163"/>
                  </a:lnTo>
                  <a:lnTo>
                    <a:pt x="5015563" y="702163"/>
                  </a:lnTo>
                  <a:lnTo>
                    <a:pt x="5017349" y="702163"/>
                  </a:lnTo>
                  <a:lnTo>
                    <a:pt x="5020358" y="702163"/>
                  </a:lnTo>
                  <a:lnTo>
                    <a:pt x="5020828" y="702163"/>
                  </a:lnTo>
                  <a:lnTo>
                    <a:pt x="5023273" y="696883"/>
                  </a:lnTo>
                  <a:lnTo>
                    <a:pt x="5025341" y="696883"/>
                  </a:lnTo>
                  <a:lnTo>
                    <a:pt x="5026658" y="691604"/>
                  </a:lnTo>
                  <a:lnTo>
                    <a:pt x="5026752" y="691604"/>
                  </a:lnTo>
                  <a:lnTo>
                    <a:pt x="5028914" y="691604"/>
                  </a:lnTo>
                  <a:lnTo>
                    <a:pt x="5029479" y="691604"/>
                  </a:lnTo>
                  <a:lnTo>
                    <a:pt x="5030513" y="691604"/>
                  </a:lnTo>
                  <a:lnTo>
                    <a:pt x="5035120" y="686324"/>
                  </a:lnTo>
                  <a:lnTo>
                    <a:pt x="5036719" y="681045"/>
                  </a:lnTo>
                  <a:lnTo>
                    <a:pt x="5038411" y="681045"/>
                  </a:lnTo>
                  <a:lnTo>
                    <a:pt x="5039445" y="681045"/>
                  </a:lnTo>
                  <a:lnTo>
                    <a:pt x="5041514" y="681045"/>
                  </a:lnTo>
                  <a:lnTo>
                    <a:pt x="5042830" y="675765"/>
                  </a:lnTo>
                  <a:lnTo>
                    <a:pt x="5045369" y="675765"/>
                  </a:lnTo>
                  <a:lnTo>
                    <a:pt x="5048472" y="675765"/>
                  </a:lnTo>
                  <a:lnTo>
                    <a:pt x="5048848" y="675765"/>
                  </a:lnTo>
                  <a:lnTo>
                    <a:pt x="5050823" y="675765"/>
                  </a:lnTo>
                  <a:lnTo>
                    <a:pt x="5057687" y="665207"/>
                  </a:lnTo>
                  <a:lnTo>
                    <a:pt x="5057781" y="665207"/>
                  </a:lnTo>
                  <a:lnTo>
                    <a:pt x="5059379" y="665207"/>
                  </a:lnTo>
                  <a:lnTo>
                    <a:pt x="5061636" y="654648"/>
                  </a:lnTo>
                  <a:lnTo>
                    <a:pt x="5064174" y="654648"/>
                  </a:lnTo>
                  <a:lnTo>
                    <a:pt x="5064456" y="654648"/>
                  </a:lnTo>
                  <a:lnTo>
                    <a:pt x="5064739" y="654648"/>
                  </a:lnTo>
                  <a:lnTo>
                    <a:pt x="5065115" y="654648"/>
                  </a:lnTo>
                  <a:lnTo>
                    <a:pt x="5066713" y="654648"/>
                  </a:lnTo>
                  <a:lnTo>
                    <a:pt x="5067183" y="654648"/>
                  </a:lnTo>
                  <a:lnTo>
                    <a:pt x="5069816" y="654648"/>
                  </a:lnTo>
                  <a:lnTo>
                    <a:pt x="5069910" y="654648"/>
                  </a:lnTo>
                  <a:lnTo>
                    <a:pt x="5070098" y="654648"/>
                  </a:lnTo>
                  <a:lnTo>
                    <a:pt x="5073577" y="654648"/>
                  </a:lnTo>
                  <a:lnTo>
                    <a:pt x="5073671" y="654648"/>
                  </a:lnTo>
                  <a:lnTo>
                    <a:pt x="5074329" y="654648"/>
                  </a:lnTo>
                  <a:lnTo>
                    <a:pt x="5077808" y="654648"/>
                  </a:lnTo>
                  <a:lnTo>
                    <a:pt x="5077996" y="654648"/>
                  </a:lnTo>
                  <a:lnTo>
                    <a:pt x="5079407" y="654648"/>
                  </a:lnTo>
                  <a:lnTo>
                    <a:pt x="5081005" y="654648"/>
                  </a:lnTo>
                  <a:lnTo>
                    <a:pt x="5084766" y="654648"/>
                  </a:lnTo>
                  <a:lnTo>
                    <a:pt x="5086083" y="654648"/>
                  </a:lnTo>
                  <a:lnTo>
                    <a:pt x="5086929" y="649368"/>
                  </a:lnTo>
                  <a:lnTo>
                    <a:pt x="5087869" y="649368"/>
                  </a:lnTo>
                  <a:lnTo>
                    <a:pt x="5090408" y="644089"/>
                  </a:lnTo>
                  <a:lnTo>
                    <a:pt x="5090878" y="644089"/>
                  </a:lnTo>
                  <a:lnTo>
                    <a:pt x="5095109" y="628251"/>
                  </a:lnTo>
                  <a:lnTo>
                    <a:pt x="5096990" y="628251"/>
                  </a:lnTo>
                  <a:lnTo>
                    <a:pt x="5097648" y="628251"/>
                  </a:lnTo>
                  <a:lnTo>
                    <a:pt x="5098964" y="628251"/>
                  </a:lnTo>
                  <a:lnTo>
                    <a:pt x="5101503" y="628251"/>
                  </a:lnTo>
                  <a:lnTo>
                    <a:pt x="5102067" y="628251"/>
                  </a:lnTo>
                  <a:lnTo>
                    <a:pt x="5104700" y="628251"/>
                  </a:lnTo>
                  <a:lnTo>
                    <a:pt x="5104794" y="628251"/>
                  </a:lnTo>
                  <a:lnTo>
                    <a:pt x="5106674" y="628251"/>
                  </a:lnTo>
                  <a:lnTo>
                    <a:pt x="5107333" y="628251"/>
                  </a:lnTo>
                  <a:lnTo>
                    <a:pt x="5109213" y="628251"/>
                  </a:lnTo>
                  <a:lnTo>
                    <a:pt x="5110247" y="628251"/>
                  </a:lnTo>
                  <a:lnTo>
                    <a:pt x="5114196" y="628251"/>
                  </a:lnTo>
                  <a:lnTo>
                    <a:pt x="5114855" y="628251"/>
                  </a:lnTo>
                  <a:lnTo>
                    <a:pt x="5117393" y="628251"/>
                  </a:lnTo>
                  <a:lnTo>
                    <a:pt x="5119744" y="628251"/>
                  </a:lnTo>
                  <a:lnTo>
                    <a:pt x="5119838" y="628251"/>
                  </a:lnTo>
                  <a:lnTo>
                    <a:pt x="5121060" y="628251"/>
                  </a:lnTo>
                  <a:lnTo>
                    <a:pt x="5121343" y="628251"/>
                  </a:lnTo>
                  <a:lnTo>
                    <a:pt x="5122283" y="628251"/>
                  </a:lnTo>
                  <a:lnTo>
                    <a:pt x="5124727" y="622971"/>
                  </a:lnTo>
                  <a:lnTo>
                    <a:pt x="5127736" y="622971"/>
                  </a:lnTo>
                  <a:lnTo>
                    <a:pt x="5130181" y="622971"/>
                  </a:lnTo>
                  <a:lnTo>
                    <a:pt x="5131215" y="617692"/>
                  </a:lnTo>
                  <a:lnTo>
                    <a:pt x="5132908" y="617692"/>
                  </a:lnTo>
                  <a:lnTo>
                    <a:pt x="5133566" y="617692"/>
                  </a:lnTo>
                  <a:lnTo>
                    <a:pt x="5133660" y="617692"/>
                  </a:lnTo>
                  <a:lnTo>
                    <a:pt x="5135352" y="617692"/>
                  </a:lnTo>
                  <a:lnTo>
                    <a:pt x="5137891" y="617692"/>
                  </a:lnTo>
                  <a:lnTo>
                    <a:pt x="5138831" y="617692"/>
                  </a:lnTo>
                  <a:lnTo>
                    <a:pt x="5142875" y="617692"/>
                  </a:lnTo>
                  <a:lnTo>
                    <a:pt x="5144943" y="617692"/>
                  </a:lnTo>
                  <a:lnTo>
                    <a:pt x="5149833" y="617692"/>
                  </a:lnTo>
                  <a:lnTo>
                    <a:pt x="5150021" y="617692"/>
                  </a:lnTo>
                  <a:lnTo>
                    <a:pt x="5152559" y="617692"/>
                  </a:lnTo>
                  <a:lnTo>
                    <a:pt x="5153029" y="617692"/>
                  </a:lnTo>
                  <a:lnTo>
                    <a:pt x="5153782" y="612412"/>
                  </a:lnTo>
                  <a:lnTo>
                    <a:pt x="5154628" y="612412"/>
                  </a:lnTo>
                  <a:lnTo>
                    <a:pt x="5156414" y="607133"/>
                  </a:lnTo>
                  <a:lnTo>
                    <a:pt x="5157261" y="607133"/>
                  </a:lnTo>
                  <a:lnTo>
                    <a:pt x="5159235" y="607133"/>
                  </a:lnTo>
                  <a:lnTo>
                    <a:pt x="5162620" y="601854"/>
                  </a:lnTo>
                  <a:lnTo>
                    <a:pt x="5164877" y="596574"/>
                  </a:lnTo>
                  <a:lnTo>
                    <a:pt x="5166381" y="596574"/>
                  </a:lnTo>
                  <a:lnTo>
                    <a:pt x="5166475" y="596574"/>
                  </a:lnTo>
                  <a:lnTo>
                    <a:pt x="5167604" y="596574"/>
                  </a:lnTo>
                  <a:lnTo>
                    <a:pt x="5169014" y="596574"/>
                  </a:lnTo>
                  <a:lnTo>
                    <a:pt x="5171271" y="596574"/>
                  </a:lnTo>
                  <a:lnTo>
                    <a:pt x="5172681" y="596574"/>
                  </a:lnTo>
                  <a:lnTo>
                    <a:pt x="5174656" y="596574"/>
                  </a:lnTo>
                  <a:lnTo>
                    <a:pt x="5174750" y="596574"/>
                  </a:lnTo>
                  <a:lnTo>
                    <a:pt x="5176630" y="591295"/>
                  </a:lnTo>
                  <a:lnTo>
                    <a:pt x="5177100" y="591295"/>
                  </a:lnTo>
                  <a:lnTo>
                    <a:pt x="5177382" y="591295"/>
                  </a:lnTo>
                  <a:lnTo>
                    <a:pt x="5177476" y="586015"/>
                  </a:lnTo>
                  <a:lnTo>
                    <a:pt x="5180861" y="586015"/>
                  </a:lnTo>
                  <a:lnTo>
                    <a:pt x="5180955" y="586015"/>
                  </a:lnTo>
                  <a:lnTo>
                    <a:pt x="5184152" y="586015"/>
                  </a:lnTo>
                  <a:lnTo>
                    <a:pt x="5184434" y="580736"/>
                  </a:lnTo>
                  <a:lnTo>
                    <a:pt x="5186315" y="580736"/>
                  </a:lnTo>
                  <a:lnTo>
                    <a:pt x="5188195" y="580736"/>
                  </a:lnTo>
                  <a:lnTo>
                    <a:pt x="5189042" y="580736"/>
                  </a:lnTo>
                  <a:lnTo>
                    <a:pt x="5190452" y="580736"/>
                  </a:lnTo>
                  <a:lnTo>
                    <a:pt x="5190922" y="580736"/>
                  </a:lnTo>
                  <a:lnTo>
                    <a:pt x="5193743" y="575456"/>
                  </a:lnTo>
                  <a:lnTo>
                    <a:pt x="5195341" y="575456"/>
                  </a:lnTo>
                  <a:lnTo>
                    <a:pt x="5196000" y="575456"/>
                  </a:lnTo>
                  <a:lnTo>
                    <a:pt x="5197410" y="575456"/>
                  </a:lnTo>
                  <a:lnTo>
                    <a:pt x="5197974" y="570177"/>
                  </a:lnTo>
                  <a:lnTo>
                    <a:pt x="5199573" y="570177"/>
                  </a:lnTo>
                  <a:lnTo>
                    <a:pt x="5200137" y="564898"/>
                  </a:lnTo>
                  <a:lnTo>
                    <a:pt x="5201735" y="564898"/>
                  </a:lnTo>
                  <a:lnTo>
                    <a:pt x="5204086" y="564898"/>
                  </a:lnTo>
                  <a:lnTo>
                    <a:pt x="5207283" y="554339"/>
                  </a:lnTo>
                  <a:lnTo>
                    <a:pt x="5209257" y="554339"/>
                  </a:lnTo>
                  <a:lnTo>
                    <a:pt x="5210574" y="554339"/>
                  </a:lnTo>
                  <a:lnTo>
                    <a:pt x="5211326" y="554339"/>
                  </a:lnTo>
                  <a:lnTo>
                    <a:pt x="5212548" y="554339"/>
                  </a:lnTo>
                  <a:lnTo>
                    <a:pt x="5215651" y="554339"/>
                  </a:lnTo>
                  <a:lnTo>
                    <a:pt x="5216685" y="554339"/>
                  </a:lnTo>
                  <a:lnTo>
                    <a:pt x="5220070" y="549059"/>
                  </a:lnTo>
                  <a:lnTo>
                    <a:pt x="5221669" y="549059"/>
                  </a:lnTo>
                  <a:lnTo>
                    <a:pt x="5223643" y="549059"/>
                  </a:lnTo>
                  <a:lnTo>
                    <a:pt x="5225336" y="549059"/>
                  </a:lnTo>
                  <a:lnTo>
                    <a:pt x="5227592" y="549059"/>
                  </a:lnTo>
                  <a:lnTo>
                    <a:pt x="5227969" y="549059"/>
                  </a:lnTo>
                  <a:lnTo>
                    <a:pt x="5228439" y="543780"/>
                  </a:lnTo>
                  <a:lnTo>
                    <a:pt x="5228721" y="543780"/>
                  </a:lnTo>
                  <a:lnTo>
                    <a:pt x="5229379" y="543780"/>
                  </a:lnTo>
                  <a:lnTo>
                    <a:pt x="5230319" y="543780"/>
                  </a:lnTo>
                  <a:lnTo>
                    <a:pt x="5230789" y="543780"/>
                  </a:lnTo>
                  <a:lnTo>
                    <a:pt x="5230883" y="543780"/>
                  </a:lnTo>
                  <a:lnTo>
                    <a:pt x="5233798" y="543780"/>
                  </a:lnTo>
                  <a:lnTo>
                    <a:pt x="5235679" y="543780"/>
                  </a:lnTo>
                  <a:lnTo>
                    <a:pt x="5240944" y="543780"/>
                  </a:lnTo>
                  <a:lnTo>
                    <a:pt x="5241790" y="543780"/>
                  </a:lnTo>
                  <a:lnTo>
                    <a:pt x="5243013" y="543780"/>
                  </a:lnTo>
                  <a:lnTo>
                    <a:pt x="5246210" y="543780"/>
                  </a:lnTo>
                  <a:lnTo>
                    <a:pt x="5246962" y="543780"/>
                  </a:lnTo>
                  <a:lnTo>
                    <a:pt x="5249689" y="543780"/>
                  </a:lnTo>
                  <a:lnTo>
                    <a:pt x="5251663" y="543780"/>
                  </a:lnTo>
                  <a:lnTo>
                    <a:pt x="5253544" y="543780"/>
                  </a:lnTo>
                  <a:lnTo>
                    <a:pt x="5254202" y="543780"/>
                  </a:lnTo>
                  <a:lnTo>
                    <a:pt x="5255424" y="543780"/>
                  </a:lnTo>
                  <a:lnTo>
                    <a:pt x="5258527" y="543780"/>
                  </a:lnTo>
                  <a:lnTo>
                    <a:pt x="5262100" y="538500"/>
                  </a:lnTo>
                  <a:lnTo>
                    <a:pt x="5264263" y="538500"/>
                  </a:lnTo>
                  <a:lnTo>
                    <a:pt x="5267084" y="538500"/>
                  </a:lnTo>
                  <a:lnTo>
                    <a:pt x="5267178" y="538500"/>
                  </a:lnTo>
                  <a:lnTo>
                    <a:pt x="5267836" y="533221"/>
                  </a:lnTo>
                  <a:lnTo>
                    <a:pt x="5269998" y="533221"/>
                  </a:lnTo>
                  <a:lnTo>
                    <a:pt x="5271879" y="533221"/>
                  </a:lnTo>
                  <a:lnTo>
                    <a:pt x="5272631" y="533221"/>
                  </a:lnTo>
                  <a:lnTo>
                    <a:pt x="5273383" y="527942"/>
                  </a:lnTo>
                  <a:lnTo>
                    <a:pt x="5275076" y="527942"/>
                  </a:lnTo>
                  <a:lnTo>
                    <a:pt x="5275828" y="527942"/>
                  </a:lnTo>
                  <a:lnTo>
                    <a:pt x="5278743" y="527942"/>
                  </a:lnTo>
                  <a:lnTo>
                    <a:pt x="5281094" y="527942"/>
                  </a:lnTo>
                  <a:lnTo>
                    <a:pt x="5281282" y="522662"/>
                  </a:lnTo>
                  <a:lnTo>
                    <a:pt x="5285231" y="522662"/>
                  </a:lnTo>
                  <a:lnTo>
                    <a:pt x="5285419" y="522662"/>
                  </a:lnTo>
                  <a:lnTo>
                    <a:pt x="5285607" y="522662"/>
                  </a:lnTo>
                  <a:lnTo>
                    <a:pt x="5286547" y="522662"/>
                  </a:lnTo>
                  <a:lnTo>
                    <a:pt x="5286641" y="522662"/>
                  </a:lnTo>
                  <a:lnTo>
                    <a:pt x="5287675" y="522662"/>
                  </a:lnTo>
                  <a:lnTo>
                    <a:pt x="5288616" y="517383"/>
                  </a:lnTo>
                  <a:lnTo>
                    <a:pt x="5291060" y="517383"/>
                  </a:lnTo>
                  <a:lnTo>
                    <a:pt x="5292471" y="517383"/>
                  </a:lnTo>
                  <a:lnTo>
                    <a:pt x="5293505" y="517383"/>
                  </a:lnTo>
                  <a:lnTo>
                    <a:pt x="5295668" y="512103"/>
                  </a:lnTo>
                  <a:lnTo>
                    <a:pt x="5298206" y="512103"/>
                  </a:lnTo>
                  <a:lnTo>
                    <a:pt x="5300369" y="506824"/>
                  </a:lnTo>
                  <a:lnTo>
                    <a:pt x="5301779" y="506824"/>
                  </a:lnTo>
                  <a:lnTo>
                    <a:pt x="5303566" y="506824"/>
                  </a:lnTo>
                  <a:lnTo>
                    <a:pt x="5303848" y="506824"/>
                  </a:lnTo>
                  <a:lnTo>
                    <a:pt x="5303942" y="506824"/>
                  </a:lnTo>
                  <a:lnTo>
                    <a:pt x="5304318" y="506824"/>
                  </a:lnTo>
                  <a:lnTo>
                    <a:pt x="5304412" y="506824"/>
                  </a:lnTo>
                  <a:lnTo>
                    <a:pt x="5305823" y="501545"/>
                  </a:lnTo>
                  <a:lnTo>
                    <a:pt x="5307703" y="501545"/>
                  </a:lnTo>
                  <a:lnTo>
                    <a:pt x="5309584" y="501545"/>
                  </a:lnTo>
                  <a:lnTo>
                    <a:pt x="5309866" y="501545"/>
                  </a:lnTo>
                  <a:lnTo>
                    <a:pt x="5312875" y="501545"/>
                  </a:lnTo>
                  <a:lnTo>
                    <a:pt x="5315413" y="501545"/>
                  </a:lnTo>
                  <a:lnTo>
                    <a:pt x="5317388" y="501545"/>
                  </a:lnTo>
                  <a:lnTo>
                    <a:pt x="5319174" y="490986"/>
                  </a:lnTo>
                  <a:lnTo>
                    <a:pt x="5320303" y="490986"/>
                  </a:lnTo>
                  <a:lnTo>
                    <a:pt x="5321431" y="490986"/>
                  </a:lnTo>
                  <a:lnTo>
                    <a:pt x="5326602" y="490986"/>
                  </a:lnTo>
                  <a:lnTo>
                    <a:pt x="5328295" y="490986"/>
                  </a:lnTo>
                  <a:lnTo>
                    <a:pt x="5333090" y="490986"/>
                  </a:lnTo>
                  <a:lnTo>
                    <a:pt x="5333278" y="490986"/>
                  </a:lnTo>
                  <a:lnTo>
                    <a:pt x="5333654" y="490986"/>
                  </a:lnTo>
                  <a:lnTo>
                    <a:pt x="5334125" y="490986"/>
                  </a:lnTo>
                  <a:lnTo>
                    <a:pt x="5336005" y="490986"/>
                  </a:lnTo>
                  <a:lnTo>
                    <a:pt x="5336287" y="490986"/>
                  </a:lnTo>
                  <a:lnTo>
                    <a:pt x="5337321" y="485706"/>
                  </a:lnTo>
                  <a:lnTo>
                    <a:pt x="5340142" y="480427"/>
                  </a:lnTo>
                  <a:lnTo>
                    <a:pt x="5340424" y="480427"/>
                  </a:lnTo>
                  <a:lnTo>
                    <a:pt x="5340988" y="480427"/>
                  </a:lnTo>
                  <a:lnTo>
                    <a:pt x="5343339" y="475147"/>
                  </a:lnTo>
                  <a:lnTo>
                    <a:pt x="5349357" y="475147"/>
                  </a:lnTo>
                  <a:lnTo>
                    <a:pt x="5349827" y="475147"/>
                  </a:lnTo>
                  <a:lnTo>
                    <a:pt x="5349921" y="475147"/>
                  </a:lnTo>
                  <a:lnTo>
                    <a:pt x="5350579" y="475147"/>
                  </a:lnTo>
                  <a:lnTo>
                    <a:pt x="5352366" y="475147"/>
                  </a:lnTo>
                  <a:lnTo>
                    <a:pt x="5354528" y="475147"/>
                  </a:lnTo>
                  <a:lnTo>
                    <a:pt x="5358195" y="475147"/>
                  </a:lnTo>
                  <a:lnTo>
                    <a:pt x="5360640" y="475147"/>
                  </a:lnTo>
                  <a:lnTo>
                    <a:pt x="5361486" y="469868"/>
                  </a:lnTo>
                  <a:lnTo>
                    <a:pt x="5363179" y="464589"/>
                  </a:lnTo>
                  <a:lnTo>
                    <a:pt x="5365247" y="464589"/>
                  </a:lnTo>
                  <a:lnTo>
                    <a:pt x="5367880" y="464589"/>
                  </a:lnTo>
                  <a:lnTo>
                    <a:pt x="5369008" y="464589"/>
                  </a:lnTo>
                  <a:lnTo>
                    <a:pt x="5369102" y="464589"/>
                  </a:lnTo>
                  <a:lnTo>
                    <a:pt x="5370043" y="464589"/>
                  </a:lnTo>
                  <a:lnTo>
                    <a:pt x="5373240" y="464589"/>
                  </a:lnTo>
                  <a:lnTo>
                    <a:pt x="5374744" y="464589"/>
                  </a:lnTo>
                  <a:lnTo>
                    <a:pt x="5376342" y="459309"/>
                  </a:lnTo>
                  <a:lnTo>
                    <a:pt x="5378881" y="459309"/>
                  </a:lnTo>
                  <a:lnTo>
                    <a:pt x="5380762" y="459309"/>
                  </a:lnTo>
                  <a:lnTo>
                    <a:pt x="5380950" y="459309"/>
                  </a:lnTo>
                  <a:lnTo>
                    <a:pt x="5382642" y="454030"/>
                  </a:lnTo>
                  <a:lnTo>
                    <a:pt x="5382924" y="454030"/>
                  </a:lnTo>
                  <a:lnTo>
                    <a:pt x="5388566" y="448750"/>
                  </a:lnTo>
                  <a:lnTo>
                    <a:pt x="5389318" y="448750"/>
                  </a:lnTo>
                  <a:lnTo>
                    <a:pt x="5389600" y="448750"/>
                  </a:lnTo>
                  <a:lnTo>
                    <a:pt x="5392703" y="448750"/>
                  </a:lnTo>
                  <a:lnTo>
                    <a:pt x="5393455" y="448750"/>
                  </a:lnTo>
                  <a:lnTo>
                    <a:pt x="5395524" y="448750"/>
                  </a:lnTo>
                  <a:lnTo>
                    <a:pt x="5395806" y="448750"/>
                  </a:lnTo>
                  <a:lnTo>
                    <a:pt x="5396088" y="448750"/>
                  </a:lnTo>
                  <a:lnTo>
                    <a:pt x="5397404" y="443471"/>
                  </a:lnTo>
                  <a:lnTo>
                    <a:pt x="5400789" y="443471"/>
                  </a:lnTo>
                  <a:lnTo>
                    <a:pt x="5400977" y="443471"/>
                  </a:lnTo>
                  <a:lnTo>
                    <a:pt x="5403046" y="443471"/>
                  </a:lnTo>
                  <a:lnTo>
                    <a:pt x="5405303" y="443471"/>
                  </a:lnTo>
                  <a:lnTo>
                    <a:pt x="5407653" y="438191"/>
                  </a:lnTo>
                  <a:lnTo>
                    <a:pt x="5408970" y="438191"/>
                  </a:lnTo>
                  <a:lnTo>
                    <a:pt x="5409158" y="438191"/>
                  </a:lnTo>
                  <a:lnTo>
                    <a:pt x="5411414" y="438191"/>
                  </a:lnTo>
                  <a:lnTo>
                    <a:pt x="5413295" y="432912"/>
                  </a:lnTo>
                  <a:lnTo>
                    <a:pt x="5415081" y="432912"/>
                  </a:lnTo>
                  <a:lnTo>
                    <a:pt x="5415363" y="432912"/>
                  </a:lnTo>
                  <a:lnTo>
                    <a:pt x="5416022" y="432912"/>
                  </a:lnTo>
                  <a:lnTo>
                    <a:pt x="5416116" y="432912"/>
                  </a:lnTo>
                  <a:lnTo>
                    <a:pt x="5416586" y="432912"/>
                  </a:lnTo>
                  <a:lnTo>
                    <a:pt x="5420911" y="432912"/>
                  </a:lnTo>
                  <a:lnTo>
                    <a:pt x="5421005" y="432912"/>
                  </a:lnTo>
                  <a:lnTo>
                    <a:pt x="5422321" y="432912"/>
                  </a:lnTo>
                  <a:lnTo>
                    <a:pt x="5427399" y="427633"/>
                  </a:lnTo>
                  <a:lnTo>
                    <a:pt x="5430220" y="427633"/>
                  </a:lnTo>
                  <a:lnTo>
                    <a:pt x="5430690" y="427633"/>
                  </a:lnTo>
                  <a:lnTo>
                    <a:pt x="5434733" y="427633"/>
                  </a:lnTo>
                  <a:lnTo>
                    <a:pt x="5434827" y="427633"/>
                  </a:lnTo>
                  <a:lnTo>
                    <a:pt x="5435203" y="427633"/>
                  </a:lnTo>
                  <a:lnTo>
                    <a:pt x="5436802" y="427633"/>
                  </a:lnTo>
                  <a:lnTo>
                    <a:pt x="5439904" y="427633"/>
                  </a:lnTo>
                  <a:lnTo>
                    <a:pt x="5440469" y="427633"/>
                  </a:lnTo>
                  <a:lnTo>
                    <a:pt x="5442725" y="427633"/>
                  </a:lnTo>
                  <a:lnTo>
                    <a:pt x="5443289" y="427633"/>
                  </a:lnTo>
                  <a:lnTo>
                    <a:pt x="5445264" y="422353"/>
                  </a:lnTo>
                  <a:lnTo>
                    <a:pt x="5445452" y="422353"/>
                  </a:lnTo>
                  <a:lnTo>
                    <a:pt x="5445922" y="422353"/>
                  </a:lnTo>
                  <a:lnTo>
                    <a:pt x="5446016" y="422353"/>
                  </a:lnTo>
                  <a:lnTo>
                    <a:pt x="5447521" y="422353"/>
                  </a:lnTo>
                  <a:lnTo>
                    <a:pt x="5449777" y="422353"/>
                  </a:lnTo>
                  <a:lnTo>
                    <a:pt x="5452692" y="422353"/>
                  </a:lnTo>
                  <a:lnTo>
                    <a:pt x="5454102" y="422353"/>
                  </a:lnTo>
                  <a:lnTo>
                    <a:pt x="5456171" y="422353"/>
                  </a:lnTo>
                  <a:lnTo>
                    <a:pt x="5457299" y="422353"/>
                  </a:lnTo>
                  <a:lnTo>
                    <a:pt x="5457393" y="422353"/>
                  </a:lnTo>
                  <a:lnTo>
                    <a:pt x="5457863" y="422353"/>
                  </a:lnTo>
                  <a:lnTo>
                    <a:pt x="5458052" y="422353"/>
                  </a:lnTo>
                  <a:lnTo>
                    <a:pt x="5459932" y="422353"/>
                  </a:lnTo>
                  <a:lnTo>
                    <a:pt x="5460026" y="422353"/>
                  </a:lnTo>
                  <a:lnTo>
                    <a:pt x="5462189" y="422353"/>
                  </a:lnTo>
                  <a:lnTo>
                    <a:pt x="5462283" y="422353"/>
                  </a:lnTo>
                  <a:lnTo>
                    <a:pt x="5465292" y="422353"/>
                  </a:lnTo>
                  <a:lnTo>
                    <a:pt x="5467266" y="422353"/>
                  </a:lnTo>
                  <a:lnTo>
                    <a:pt x="5469147" y="422353"/>
                  </a:lnTo>
                  <a:lnTo>
                    <a:pt x="5471309" y="422353"/>
                  </a:lnTo>
                  <a:lnTo>
                    <a:pt x="5472250" y="422353"/>
                  </a:lnTo>
                  <a:lnTo>
                    <a:pt x="5472908" y="422353"/>
                  </a:lnTo>
                  <a:lnTo>
                    <a:pt x="5476481" y="417074"/>
                  </a:lnTo>
                  <a:lnTo>
                    <a:pt x="5476575" y="417074"/>
                  </a:lnTo>
                  <a:lnTo>
                    <a:pt x="5476669" y="417074"/>
                  </a:lnTo>
                  <a:lnTo>
                    <a:pt x="5482310" y="411794"/>
                  </a:lnTo>
                  <a:lnTo>
                    <a:pt x="5484379" y="406515"/>
                  </a:lnTo>
                  <a:lnTo>
                    <a:pt x="5486259" y="406515"/>
                  </a:lnTo>
                  <a:lnTo>
                    <a:pt x="5487106" y="406515"/>
                  </a:lnTo>
                  <a:lnTo>
                    <a:pt x="5489080" y="401236"/>
                  </a:lnTo>
                  <a:lnTo>
                    <a:pt x="5489174" y="401236"/>
                  </a:lnTo>
                  <a:lnTo>
                    <a:pt x="5489456" y="401236"/>
                  </a:lnTo>
                  <a:lnTo>
                    <a:pt x="5490115" y="401236"/>
                  </a:lnTo>
                  <a:lnTo>
                    <a:pt x="5490679" y="401236"/>
                  </a:lnTo>
                  <a:lnTo>
                    <a:pt x="5492653" y="395956"/>
                  </a:lnTo>
                  <a:lnTo>
                    <a:pt x="5492935" y="395956"/>
                  </a:lnTo>
                  <a:lnTo>
                    <a:pt x="5494816" y="395956"/>
                  </a:lnTo>
                  <a:lnTo>
                    <a:pt x="5495380" y="395956"/>
                  </a:lnTo>
                  <a:lnTo>
                    <a:pt x="5497731" y="395956"/>
                  </a:lnTo>
                  <a:lnTo>
                    <a:pt x="5500646" y="395956"/>
                  </a:lnTo>
                  <a:lnTo>
                    <a:pt x="5500834" y="395956"/>
                  </a:lnTo>
                  <a:lnTo>
                    <a:pt x="5501586" y="395956"/>
                  </a:lnTo>
                  <a:lnTo>
                    <a:pt x="5502150" y="395956"/>
                  </a:lnTo>
                  <a:lnTo>
                    <a:pt x="5502526" y="395956"/>
                  </a:lnTo>
                  <a:lnTo>
                    <a:pt x="5504219" y="395956"/>
                  </a:lnTo>
                  <a:lnTo>
                    <a:pt x="5504783" y="390677"/>
                  </a:lnTo>
                  <a:lnTo>
                    <a:pt x="5505817" y="385397"/>
                  </a:lnTo>
                  <a:lnTo>
                    <a:pt x="5509954" y="385397"/>
                  </a:lnTo>
                  <a:lnTo>
                    <a:pt x="5510142" y="380118"/>
                  </a:lnTo>
                  <a:lnTo>
                    <a:pt x="5510612" y="380118"/>
                  </a:lnTo>
                  <a:lnTo>
                    <a:pt x="5514938" y="380118"/>
                  </a:lnTo>
                  <a:lnTo>
                    <a:pt x="5515502" y="380118"/>
                  </a:lnTo>
                  <a:lnTo>
                    <a:pt x="5517194" y="380118"/>
                  </a:lnTo>
                  <a:lnTo>
                    <a:pt x="5517288" y="380118"/>
                  </a:lnTo>
                  <a:lnTo>
                    <a:pt x="5518981" y="380118"/>
                  </a:lnTo>
                  <a:lnTo>
                    <a:pt x="5521049" y="369559"/>
                  </a:lnTo>
                  <a:lnTo>
                    <a:pt x="5523776" y="369559"/>
                  </a:lnTo>
                  <a:lnTo>
                    <a:pt x="5525657" y="369559"/>
                  </a:lnTo>
                  <a:lnTo>
                    <a:pt x="5529324" y="369559"/>
                  </a:lnTo>
                  <a:lnTo>
                    <a:pt x="5529512" y="369559"/>
                  </a:lnTo>
                  <a:lnTo>
                    <a:pt x="5529700" y="369559"/>
                  </a:lnTo>
                  <a:lnTo>
                    <a:pt x="5531956" y="369559"/>
                  </a:lnTo>
                  <a:lnTo>
                    <a:pt x="5532238" y="369559"/>
                  </a:lnTo>
                  <a:lnTo>
                    <a:pt x="5532991" y="369559"/>
                  </a:lnTo>
                  <a:lnTo>
                    <a:pt x="5535905" y="369559"/>
                  </a:lnTo>
                  <a:lnTo>
                    <a:pt x="5537974" y="369559"/>
                  </a:lnTo>
                  <a:lnTo>
                    <a:pt x="5538350" y="369559"/>
                  </a:lnTo>
                  <a:lnTo>
                    <a:pt x="5540889" y="369559"/>
                  </a:lnTo>
                  <a:lnTo>
                    <a:pt x="5541641" y="369559"/>
                  </a:lnTo>
                  <a:lnTo>
                    <a:pt x="5542205" y="364280"/>
                  </a:lnTo>
                  <a:lnTo>
                    <a:pt x="5543616" y="359000"/>
                  </a:lnTo>
                  <a:lnTo>
                    <a:pt x="5544744" y="359000"/>
                  </a:lnTo>
                  <a:lnTo>
                    <a:pt x="5545120" y="359000"/>
                  </a:lnTo>
                  <a:lnTo>
                    <a:pt x="5546154" y="359000"/>
                  </a:lnTo>
                  <a:lnTo>
                    <a:pt x="5546530" y="359000"/>
                  </a:lnTo>
                  <a:lnTo>
                    <a:pt x="5547659" y="359000"/>
                  </a:lnTo>
                  <a:lnTo>
                    <a:pt x="5550480" y="353721"/>
                  </a:lnTo>
                  <a:lnTo>
                    <a:pt x="5554147" y="343162"/>
                  </a:lnTo>
                  <a:lnTo>
                    <a:pt x="5556309" y="343162"/>
                  </a:lnTo>
                  <a:lnTo>
                    <a:pt x="5556685" y="343162"/>
                  </a:lnTo>
                  <a:lnTo>
                    <a:pt x="5557626" y="343162"/>
                  </a:lnTo>
                  <a:lnTo>
                    <a:pt x="5559600" y="343162"/>
                  </a:lnTo>
                  <a:lnTo>
                    <a:pt x="5559788" y="343162"/>
                  </a:lnTo>
                  <a:lnTo>
                    <a:pt x="5559882" y="343162"/>
                  </a:lnTo>
                  <a:lnTo>
                    <a:pt x="5560164" y="343162"/>
                  </a:lnTo>
                  <a:lnTo>
                    <a:pt x="5561763" y="343162"/>
                  </a:lnTo>
                  <a:lnTo>
                    <a:pt x="5562703" y="337882"/>
                  </a:lnTo>
                  <a:lnTo>
                    <a:pt x="5567404" y="337882"/>
                  </a:lnTo>
                  <a:lnTo>
                    <a:pt x="5570695" y="332603"/>
                  </a:lnTo>
                  <a:lnTo>
                    <a:pt x="5571071" y="332603"/>
                  </a:lnTo>
                  <a:lnTo>
                    <a:pt x="5572670" y="332603"/>
                  </a:lnTo>
                  <a:lnTo>
                    <a:pt x="5574268" y="332603"/>
                  </a:lnTo>
                  <a:lnTo>
                    <a:pt x="5574644" y="332603"/>
                  </a:lnTo>
                  <a:lnTo>
                    <a:pt x="5574738" y="332603"/>
                  </a:lnTo>
                  <a:lnTo>
                    <a:pt x="5575679" y="332603"/>
                  </a:lnTo>
                  <a:lnTo>
                    <a:pt x="5577465" y="332603"/>
                  </a:lnTo>
                  <a:lnTo>
                    <a:pt x="5580944" y="332603"/>
                  </a:lnTo>
                  <a:lnTo>
                    <a:pt x="5582073" y="332603"/>
                  </a:lnTo>
                  <a:lnTo>
                    <a:pt x="5583671" y="332603"/>
                  </a:lnTo>
                  <a:lnTo>
                    <a:pt x="5585081" y="327324"/>
                  </a:lnTo>
                  <a:lnTo>
                    <a:pt x="5585457" y="327324"/>
                  </a:lnTo>
                  <a:lnTo>
                    <a:pt x="5586398" y="327324"/>
                  </a:lnTo>
                  <a:lnTo>
                    <a:pt x="5587244" y="327324"/>
                  </a:lnTo>
                  <a:lnTo>
                    <a:pt x="5587714" y="316765"/>
                  </a:lnTo>
                  <a:lnTo>
                    <a:pt x="5590065" y="316765"/>
                  </a:lnTo>
                  <a:lnTo>
                    <a:pt x="5591099" y="316765"/>
                  </a:lnTo>
                  <a:lnTo>
                    <a:pt x="5591287" y="316765"/>
                  </a:lnTo>
                  <a:lnTo>
                    <a:pt x="5597493" y="316765"/>
                  </a:lnTo>
                  <a:lnTo>
                    <a:pt x="5597775" y="316765"/>
                  </a:lnTo>
                  <a:lnTo>
                    <a:pt x="5598527" y="316765"/>
                  </a:lnTo>
                  <a:lnTo>
                    <a:pt x="5598621" y="316765"/>
                  </a:lnTo>
                  <a:lnTo>
                    <a:pt x="5598809" y="316765"/>
                  </a:lnTo>
                  <a:lnTo>
                    <a:pt x="5599091" y="316765"/>
                  </a:lnTo>
                  <a:lnTo>
                    <a:pt x="5599279" y="316765"/>
                  </a:lnTo>
                  <a:lnTo>
                    <a:pt x="5602194" y="316765"/>
                  </a:lnTo>
                  <a:lnTo>
                    <a:pt x="5604733" y="311485"/>
                  </a:lnTo>
                  <a:lnTo>
                    <a:pt x="5606425" y="311485"/>
                  </a:lnTo>
                  <a:lnTo>
                    <a:pt x="5606613" y="306206"/>
                  </a:lnTo>
                  <a:lnTo>
                    <a:pt x="5608964" y="306206"/>
                  </a:lnTo>
                  <a:lnTo>
                    <a:pt x="5610092" y="300927"/>
                  </a:lnTo>
                  <a:lnTo>
                    <a:pt x="5610563" y="300927"/>
                  </a:lnTo>
                  <a:lnTo>
                    <a:pt x="5611879" y="295647"/>
                  </a:lnTo>
                  <a:lnTo>
                    <a:pt x="5612161" y="295647"/>
                  </a:lnTo>
                  <a:lnTo>
                    <a:pt x="5614606" y="290368"/>
                  </a:lnTo>
                  <a:lnTo>
                    <a:pt x="5617144" y="285088"/>
                  </a:lnTo>
                  <a:lnTo>
                    <a:pt x="5619213" y="285088"/>
                  </a:lnTo>
                  <a:lnTo>
                    <a:pt x="5620247" y="285088"/>
                  </a:lnTo>
                  <a:lnTo>
                    <a:pt x="5622222" y="285088"/>
                  </a:lnTo>
                  <a:lnTo>
                    <a:pt x="5622692" y="285088"/>
                  </a:lnTo>
                  <a:lnTo>
                    <a:pt x="5622786" y="285088"/>
                  </a:lnTo>
                  <a:lnTo>
                    <a:pt x="5622880" y="285088"/>
                  </a:lnTo>
                  <a:lnTo>
                    <a:pt x="5625419" y="285088"/>
                  </a:lnTo>
                  <a:lnTo>
                    <a:pt x="5625607" y="285088"/>
                  </a:lnTo>
                  <a:lnTo>
                    <a:pt x="5626923" y="285088"/>
                  </a:lnTo>
                  <a:lnTo>
                    <a:pt x="5629650" y="285088"/>
                  </a:lnTo>
                  <a:lnTo>
                    <a:pt x="5629838" y="285088"/>
                  </a:lnTo>
                  <a:lnTo>
                    <a:pt x="5632471" y="279809"/>
                  </a:lnTo>
                  <a:lnTo>
                    <a:pt x="5635386" y="274529"/>
                  </a:lnTo>
                  <a:lnTo>
                    <a:pt x="5636138" y="274529"/>
                  </a:lnTo>
                  <a:lnTo>
                    <a:pt x="5636796" y="274529"/>
                  </a:lnTo>
                  <a:lnTo>
                    <a:pt x="5636890" y="274529"/>
                  </a:lnTo>
                  <a:lnTo>
                    <a:pt x="5637454" y="274529"/>
                  </a:lnTo>
                  <a:lnTo>
                    <a:pt x="5638112" y="274529"/>
                  </a:lnTo>
                  <a:lnTo>
                    <a:pt x="5640651" y="274529"/>
                  </a:lnTo>
                  <a:lnTo>
                    <a:pt x="5640839" y="274529"/>
                  </a:lnTo>
                  <a:lnTo>
                    <a:pt x="5641967" y="274529"/>
                  </a:lnTo>
                  <a:lnTo>
                    <a:pt x="5644036" y="274529"/>
                  </a:lnTo>
                  <a:lnTo>
                    <a:pt x="5646199" y="274529"/>
                  </a:lnTo>
                  <a:lnTo>
                    <a:pt x="5646387" y="274529"/>
                  </a:lnTo>
                  <a:lnTo>
                    <a:pt x="5647609" y="274529"/>
                  </a:lnTo>
                  <a:lnTo>
                    <a:pt x="5650524" y="274529"/>
                  </a:lnTo>
                  <a:lnTo>
                    <a:pt x="5650712" y="274529"/>
                  </a:lnTo>
                  <a:lnTo>
                    <a:pt x="5653063" y="274529"/>
                  </a:lnTo>
                  <a:lnTo>
                    <a:pt x="5654379" y="274529"/>
                  </a:lnTo>
                  <a:lnTo>
                    <a:pt x="5655319" y="274529"/>
                  </a:lnTo>
                  <a:lnTo>
                    <a:pt x="5656918" y="274529"/>
                  </a:lnTo>
                  <a:lnTo>
                    <a:pt x="5658046" y="274529"/>
                  </a:lnTo>
                  <a:lnTo>
                    <a:pt x="5660020" y="274529"/>
                  </a:lnTo>
                  <a:lnTo>
                    <a:pt x="5660115" y="274529"/>
                  </a:lnTo>
                  <a:lnTo>
                    <a:pt x="5661525" y="269250"/>
                  </a:lnTo>
                  <a:lnTo>
                    <a:pt x="5661807" y="269250"/>
                  </a:lnTo>
                  <a:lnTo>
                    <a:pt x="5663123" y="269250"/>
                  </a:lnTo>
                  <a:lnTo>
                    <a:pt x="5663217" y="269250"/>
                  </a:lnTo>
                  <a:lnTo>
                    <a:pt x="5665662" y="263971"/>
                  </a:lnTo>
                  <a:lnTo>
                    <a:pt x="5665756" y="263971"/>
                  </a:lnTo>
                  <a:lnTo>
                    <a:pt x="5669141" y="263971"/>
                  </a:lnTo>
                  <a:lnTo>
                    <a:pt x="5669329" y="263971"/>
                  </a:lnTo>
                  <a:lnTo>
                    <a:pt x="5672808" y="263971"/>
                  </a:lnTo>
                  <a:lnTo>
                    <a:pt x="5672902" y="263971"/>
                  </a:lnTo>
                  <a:lnTo>
                    <a:pt x="5674313" y="263971"/>
                  </a:lnTo>
                  <a:lnTo>
                    <a:pt x="5675629" y="258691"/>
                  </a:lnTo>
                  <a:lnTo>
                    <a:pt x="5676475" y="258691"/>
                  </a:lnTo>
                  <a:lnTo>
                    <a:pt x="5679766" y="258691"/>
                  </a:lnTo>
                  <a:lnTo>
                    <a:pt x="5679954" y="258691"/>
                  </a:lnTo>
                  <a:lnTo>
                    <a:pt x="5682493" y="258691"/>
                  </a:lnTo>
                  <a:lnTo>
                    <a:pt x="5684373" y="258691"/>
                  </a:lnTo>
                  <a:lnTo>
                    <a:pt x="5687100" y="258691"/>
                  </a:lnTo>
                  <a:lnTo>
                    <a:pt x="5687382" y="258691"/>
                  </a:lnTo>
                  <a:lnTo>
                    <a:pt x="5687476" y="258691"/>
                  </a:lnTo>
                  <a:lnTo>
                    <a:pt x="5689639" y="258691"/>
                  </a:lnTo>
                  <a:lnTo>
                    <a:pt x="5689921" y="258691"/>
                  </a:lnTo>
                  <a:lnTo>
                    <a:pt x="5690109" y="258691"/>
                  </a:lnTo>
                  <a:lnTo>
                    <a:pt x="5692084" y="258691"/>
                  </a:lnTo>
                  <a:lnTo>
                    <a:pt x="5692272" y="258691"/>
                  </a:lnTo>
                  <a:lnTo>
                    <a:pt x="5693776" y="258691"/>
                  </a:lnTo>
                  <a:lnTo>
                    <a:pt x="5693964" y="258691"/>
                  </a:lnTo>
                  <a:lnTo>
                    <a:pt x="5696221" y="258691"/>
                  </a:lnTo>
                  <a:lnTo>
                    <a:pt x="5697537" y="258691"/>
                  </a:lnTo>
                  <a:lnTo>
                    <a:pt x="5700734" y="258691"/>
                  </a:lnTo>
                  <a:lnTo>
                    <a:pt x="5703179" y="253412"/>
                  </a:lnTo>
                  <a:lnTo>
                    <a:pt x="5705811" y="248132"/>
                  </a:lnTo>
                  <a:lnTo>
                    <a:pt x="5707880" y="248132"/>
                  </a:lnTo>
                  <a:lnTo>
                    <a:pt x="5710889" y="248132"/>
                  </a:lnTo>
                  <a:lnTo>
                    <a:pt x="5712675" y="248132"/>
                  </a:lnTo>
                  <a:lnTo>
                    <a:pt x="5713051" y="248132"/>
                  </a:lnTo>
                  <a:lnTo>
                    <a:pt x="5713145" y="248132"/>
                  </a:lnTo>
                  <a:lnTo>
                    <a:pt x="5715402" y="248132"/>
                  </a:lnTo>
                  <a:lnTo>
                    <a:pt x="5717283" y="242853"/>
                  </a:lnTo>
                  <a:lnTo>
                    <a:pt x="5717471" y="242853"/>
                  </a:lnTo>
                  <a:lnTo>
                    <a:pt x="5717753" y="242853"/>
                  </a:lnTo>
                  <a:lnTo>
                    <a:pt x="5719633" y="242853"/>
                  </a:lnTo>
                  <a:lnTo>
                    <a:pt x="5720574" y="242853"/>
                  </a:lnTo>
                  <a:lnTo>
                    <a:pt x="5723959" y="242853"/>
                  </a:lnTo>
                  <a:lnTo>
                    <a:pt x="5725557" y="242853"/>
                  </a:lnTo>
                  <a:lnTo>
                    <a:pt x="5726027" y="242853"/>
                  </a:lnTo>
                  <a:lnTo>
                    <a:pt x="5726215" y="242853"/>
                  </a:lnTo>
                  <a:lnTo>
                    <a:pt x="5728096" y="242853"/>
                  </a:lnTo>
                  <a:lnTo>
                    <a:pt x="5728942" y="242853"/>
                  </a:lnTo>
                  <a:lnTo>
                    <a:pt x="5729130" y="242853"/>
                  </a:lnTo>
                  <a:lnTo>
                    <a:pt x="5731199" y="242853"/>
                  </a:lnTo>
                  <a:lnTo>
                    <a:pt x="5731857" y="242853"/>
                  </a:lnTo>
                  <a:lnTo>
                    <a:pt x="5734113" y="242853"/>
                  </a:lnTo>
                  <a:lnTo>
                    <a:pt x="5735054" y="242853"/>
                  </a:lnTo>
                  <a:lnTo>
                    <a:pt x="5736464" y="242853"/>
                  </a:lnTo>
                  <a:lnTo>
                    <a:pt x="5738533" y="242853"/>
                  </a:lnTo>
                  <a:lnTo>
                    <a:pt x="5739097" y="242853"/>
                  </a:lnTo>
                  <a:lnTo>
                    <a:pt x="5739285" y="242853"/>
                  </a:lnTo>
                  <a:lnTo>
                    <a:pt x="5743422" y="232294"/>
                  </a:lnTo>
                  <a:lnTo>
                    <a:pt x="5745303" y="232294"/>
                  </a:lnTo>
                  <a:lnTo>
                    <a:pt x="5748123" y="227015"/>
                  </a:lnTo>
                  <a:lnTo>
                    <a:pt x="5748217" y="227015"/>
                  </a:lnTo>
                  <a:lnTo>
                    <a:pt x="5750850" y="227015"/>
                  </a:lnTo>
                  <a:lnTo>
                    <a:pt x="5750944" y="227015"/>
                  </a:lnTo>
                  <a:lnTo>
                    <a:pt x="5751038" y="227015"/>
                  </a:lnTo>
                  <a:lnTo>
                    <a:pt x="5751132" y="227015"/>
                  </a:lnTo>
                  <a:lnTo>
                    <a:pt x="5754987" y="227015"/>
                  </a:lnTo>
                  <a:lnTo>
                    <a:pt x="5757620" y="227015"/>
                  </a:lnTo>
                  <a:lnTo>
                    <a:pt x="5759124" y="227015"/>
                  </a:lnTo>
                  <a:lnTo>
                    <a:pt x="5761757" y="227015"/>
                  </a:lnTo>
                  <a:lnTo>
                    <a:pt x="5761945" y="227015"/>
                  </a:lnTo>
                  <a:lnTo>
                    <a:pt x="5762509" y="227015"/>
                  </a:lnTo>
                  <a:lnTo>
                    <a:pt x="5763544" y="227015"/>
                  </a:lnTo>
                  <a:lnTo>
                    <a:pt x="5764108" y="227015"/>
                  </a:lnTo>
                  <a:lnTo>
                    <a:pt x="5764578" y="227015"/>
                  </a:lnTo>
                  <a:lnTo>
                    <a:pt x="5766647" y="227015"/>
                  </a:lnTo>
                  <a:lnTo>
                    <a:pt x="5768527" y="227015"/>
                  </a:lnTo>
                  <a:lnTo>
                    <a:pt x="5768903" y="227015"/>
                  </a:lnTo>
                  <a:lnTo>
                    <a:pt x="5770972" y="227015"/>
                  </a:lnTo>
                  <a:lnTo>
                    <a:pt x="5772288" y="227015"/>
                  </a:lnTo>
                  <a:lnTo>
                    <a:pt x="5773040" y="227015"/>
                  </a:lnTo>
                  <a:lnTo>
                    <a:pt x="5773511" y="227015"/>
                  </a:lnTo>
                  <a:lnTo>
                    <a:pt x="5773887" y="227015"/>
                  </a:lnTo>
                  <a:lnTo>
                    <a:pt x="5773981" y="227015"/>
                  </a:lnTo>
                  <a:lnTo>
                    <a:pt x="5776989" y="221735"/>
                  </a:lnTo>
                  <a:lnTo>
                    <a:pt x="5780374" y="221735"/>
                  </a:lnTo>
                  <a:lnTo>
                    <a:pt x="5781127" y="221735"/>
                  </a:lnTo>
                  <a:lnTo>
                    <a:pt x="5783007" y="221735"/>
                  </a:lnTo>
                  <a:lnTo>
                    <a:pt x="5784512" y="221735"/>
                  </a:lnTo>
                  <a:lnTo>
                    <a:pt x="5787332" y="221735"/>
                  </a:lnTo>
                  <a:lnTo>
                    <a:pt x="5787991" y="221735"/>
                  </a:lnTo>
                  <a:lnTo>
                    <a:pt x="5788085" y="221735"/>
                  </a:lnTo>
                  <a:lnTo>
                    <a:pt x="5791093" y="221735"/>
                  </a:lnTo>
                  <a:lnTo>
                    <a:pt x="5791188" y="221735"/>
                  </a:lnTo>
                  <a:lnTo>
                    <a:pt x="5791376" y="221735"/>
                  </a:lnTo>
                  <a:lnTo>
                    <a:pt x="5793444" y="221735"/>
                  </a:lnTo>
                  <a:lnTo>
                    <a:pt x="5798239" y="221735"/>
                  </a:lnTo>
                  <a:lnTo>
                    <a:pt x="5799180" y="221735"/>
                  </a:lnTo>
                  <a:lnTo>
                    <a:pt x="5799274" y="221735"/>
                  </a:lnTo>
                  <a:lnTo>
                    <a:pt x="5801436" y="221735"/>
                  </a:lnTo>
                  <a:lnTo>
                    <a:pt x="5802659" y="221735"/>
                  </a:lnTo>
                  <a:lnTo>
                    <a:pt x="5804727" y="221735"/>
                  </a:lnTo>
                  <a:lnTo>
                    <a:pt x="5805668" y="221735"/>
                  </a:lnTo>
                  <a:lnTo>
                    <a:pt x="5807830" y="221735"/>
                  </a:lnTo>
                  <a:lnTo>
                    <a:pt x="5809899" y="216456"/>
                  </a:lnTo>
                  <a:lnTo>
                    <a:pt x="5809993" y="216456"/>
                  </a:lnTo>
                  <a:lnTo>
                    <a:pt x="5810463" y="216456"/>
                  </a:lnTo>
                  <a:lnTo>
                    <a:pt x="5810557" y="216456"/>
                  </a:lnTo>
                  <a:lnTo>
                    <a:pt x="5813190" y="216456"/>
                  </a:lnTo>
                  <a:lnTo>
                    <a:pt x="5813472" y="216456"/>
                  </a:lnTo>
                  <a:lnTo>
                    <a:pt x="5813660" y="216456"/>
                  </a:lnTo>
                  <a:lnTo>
                    <a:pt x="5814036" y="216456"/>
                  </a:lnTo>
                  <a:lnTo>
                    <a:pt x="5816669" y="211176"/>
                  </a:lnTo>
                  <a:lnTo>
                    <a:pt x="5819960" y="205897"/>
                  </a:lnTo>
                  <a:lnTo>
                    <a:pt x="5820148" y="200618"/>
                  </a:lnTo>
                  <a:lnTo>
                    <a:pt x="5823157" y="200618"/>
                  </a:lnTo>
                  <a:lnTo>
                    <a:pt x="5823345" y="200618"/>
                  </a:lnTo>
                  <a:lnTo>
                    <a:pt x="5823627" y="195338"/>
                  </a:lnTo>
                  <a:lnTo>
                    <a:pt x="5823815" y="195338"/>
                  </a:lnTo>
                  <a:lnTo>
                    <a:pt x="5826259" y="190059"/>
                  </a:lnTo>
                  <a:lnTo>
                    <a:pt x="5827576" y="190059"/>
                  </a:lnTo>
                  <a:lnTo>
                    <a:pt x="5829174" y="190059"/>
                  </a:lnTo>
                  <a:lnTo>
                    <a:pt x="5831525" y="190059"/>
                  </a:lnTo>
                  <a:lnTo>
                    <a:pt x="5832089" y="190059"/>
                  </a:lnTo>
                  <a:lnTo>
                    <a:pt x="5834910" y="190059"/>
                  </a:lnTo>
                  <a:lnTo>
                    <a:pt x="5837166" y="190059"/>
                  </a:lnTo>
                  <a:lnTo>
                    <a:pt x="5837637" y="190059"/>
                  </a:lnTo>
                  <a:lnTo>
                    <a:pt x="5838765" y="190059"/>
                  </a:lnTo>
                  <a:lnTo>
                    <a:pt x="5840363" y="190059"/>
                  </a:lnTo>
                  <a:lnTo>
                    <a:pt x="5843654" y="190059"/>
                  </a:lnTo>
                  <a:lnTo>
                    <a:pt x="5843748" y="190059"/>
                  </a:lnTo>
                  <a:lnTo>
                    <a:pt x="5844030" y="190059"/>
                  </a:lnTo>
                  <a:lnTo>
                    <a:pt x="5844971" y="190059"/>
                  </a:lnTo>
                  <a:lnTo>
                    <a:pt x="5846287" y="190059"/>
                  </a:lnTo>
                  <a:lnTo>
                    <a:pt x="5847321" y="190059"/>
                  </a:lnTo>
                  <a:lnTo>
                    <a:pt x="5849014" y="190059"/>
                  </a:lnTo>
                  <a:lnTo>
                    <a:pt x="5850988" y="190059"/>
                  </a:lnTo>
                  <a:lnTo>
                    <a:pt x="5851176" y="190059"/>
                  </a:lnTo>
                  <a:lnTo>
                    <a:pt x="5853151" y="190059"/>
                  </a:lnTo>
                  <a:lnTo>
                    <a:pt x="5855408" y="190059"/>
                  </a:lnTo>
                  <a:lnTo>
                    <a:pt x="5855690" y="190059"/>
                  </a:lnTo>
                  <a:lnTo>
                    <a:pt x="5856912" y="190059"/>
                  </a:lnTo>
                  <a:lnTo>
                    <a:pt x="5857288" y="190059"/>
                  </a:lnTo>
                  <a:lnTo>
                    <a:pt x="5859545" y="190059"/>
                  </a:lnTo>
                  <a:lnTo>
                    <a:pt x="5859639" y="190059"/>
                  </a:lnTo>
                  <a:lnTo>
                    <a:pt x="5861425" y="190059"/>
                  </a:lnTo>
                  <a:lnTo>
                    <a:pt x="5861895" y="190059"/>
                  </a:lnTo>
                  <a:lnTo>
                    <a:pt x="5862742" y="190059"/>
                  </a:lnTo>
                  <a:lnTo>
                    <a:pt x="5865280" y="190059"/>
                  </a:lnTo>
                  <a:lnTo>
                    <a:pt x="5866691" y="190059"/>
                  </a:lnTo>
                  <a:lnTo>
                    <a:pt x="5869135" y="190059"/>
                  </a:lnTo>
                  <a:lnTo>
                    <a:pt x="5871298" y="179500"/>
                  </a:lnTo>
                  <a:lnTo>
                    <a:pt x="5871580" y="179500"/>
                  </a:lnTo>
                  <a:lnTo>
                    <a:pt x="5871674" y="179500"/>
                  </a:lnTo>
                  <a:lnTo>
                    <a:pt x="5875529" y="174220"/>
                  </a:lnTo>
                  <a:lnTo>
                    <a:pt x="5876752" y="174220"/>
                  </a:lnTo>
                  <a:lnTo>
                    <a:pt x="5877034" y="174220"/>
                  </a:lnTo>
                  <a:lnTo>
                    <a:pt x="5877504" y="174220"/>
                  </a:lnTo>
                  <a:lnTo>
                    <a:pt x="5879290" y="174220"/>
                  </a:lnTo>
                  <a:lnTo>
                    <a:pt x="5879384" y="174220"/>
                  </a:lnTo>
                  <a:lnTo>
                    <a:pt x="5880607" y="174220"/>
                  </a:lnTo>
                  <a:lnTo>
                    <a:pt x="5882017" y="174220"/>
                  </a:lnTo>
                  <a:lnTo>
                    <a:pt x="5883522" y="174220"/>
                  </a:lnTo>
                  <a:lnTo>
                    <a:pt x="5887471" y="168941"/>
                  </a:lnTo>
                  <a:lnTo>
                    <a:pt x="5887659" y="168941"/>
                  </a:lnTo>
                  <a:lnTo>
                    <a:pt x="5888505" y="168941"/>
                  </a:lnTo>
                  <a:lnTo>
                    <a:pt x="5890480" y="168941"/>
                  </a:lnTo>
                  <a:lnTo>
                    <a:pt x="5890574" y="168941"/>
                  </a:lnTo>
                  <a:lnTo>
                    <a:pt x="5890950" y="168941"/>
                  </a:lnTo>
                  <a:lnTo>
                    <a:pt x="5891044" y="168941"/>
                  </a:lnTo>
                  <a:lnTo>
                    <a:pt x="5893394" y="168941"/>
                  </a:lnTo>
                  <a:lnTo>
                    <a:pt x="5894711" y="168941"/>
                  </a:lnTo>
                  <a:lnTo>
                    <a:pt x="5895369" y="168941"/>
                  </a:lnTo>
                  <a:lnTo>
                    <a:pt x="5895839" y="163662"/>
                  </a:lnTo>
                  <a:lnTo>
                    <a:pt x="5895933" y="163662"/>
                  </a:lnTo>
                  <a:lnTo>
                    <a:pt x="5897720" y="163662"/>
                  </a:lnTo>
                  <a:lnTo>
                    <a:pt x="5897908" y="163662"/>
                  </a:lnTo>
                  <a:lnTo>
                    <a:pt x="5898002" y="163662"/>
                  </a:lnTo>
                  <a:lnTo>
                    <a:pt x="5898378" y="163662"/>
                  </a:lnTo>
                  <a:lnTo>
                    <a:pt x="5901293" y="158382"/>
                  </a:lnTo>
                  <a:lnTo>
                    <a:pt x="5904866" y="147823"/>
                  </a:lnTo>
                  <a:lnTo>
                    <a:pt x="5905806" y="147823"/>
                  </a:lnTo>
                  <a:lnTo>
                    <a:pt x="5909285" y="142544"/>
                  </a:lnTo>
                  <a:lnTo>
                    <a:pt x="5909661" y="142544"/>
                  </a:lnTo>
                  <a:lnTo>
                    <a:pt x="5909943" y="142544"/>
                  </a:lnTo>
                  <a:lnTo>
                    <a:pt x="5912012" y="142544"/>
                  </a:lnTo>
                  <a:lnTo>
                    <a:pt x="5912106" y="142544"/>
                  </a:lnTo>
                  <a:lnTo>
                    <a:pt x="5913892" y="142544"/>
                  </a:lnTo>
                  <a:lnTo>
                    <a:pt x="5914080" y="142544"/>
                  </a:lnTo>
                  <a:lnTo>
                    <a:pt x="5914738" y="142544"/>
                  </a:lnTo>
                  <a:lnTo>
                    <a:pt x="5916337" y="142544"/>
                  </a:lnTo>
                  <a:lnTo>
                    <a:pt x="5916431" y="142544"/>
                  </a:lnTo>
                  <a:lnTo>
                    <a:pt x="5917653" y="142544"/>
                  </a:lnTo>
                  <a:lnTo>
                    <a:pt x="5918782" y="142544"/>
                  </a:lnTo>
                  <a:lnTo>
                    <a:pt x="5919816" y="142544"/>
                  </a:lnTo>
                  <a:lnTo>
                    <a:pt x="5922260" y="142544"/>
                  </a:lnTo>
                  <a:lnTo>
                    <a:pt x="5922825" y="142544"/>
                  </a:lnTo>
                  <a:lnTo>
                    <a:pt x="5923389" y="142544"/>
                  </a:lnTo>
                  <a:lnTo>
                    <a:pt x="5924517" y="142544"/>
                  </a:lnTo>
                  <a:lnTo>
                    <a:pt x="5926304" y="142544"/>
                  </a:lnTo>
                  <a:lnTo>
                    <a:pt x="5926586" y="142544"/>
                  </a:lnTo>
                  <a:lnTo>
                    <a:pt x="5927338" y="142544"/>
                  </a:lnTo>
                  <a:lnTo>
                    <a:pt x="5927432" y="142544"/>
                  </a:lnTo>
                  <a:lnTo>
                    <a:pt x="5929501" y="142544"/>
                  </a:lnTo>
                  <a:lnTo>
                    <a:pt x="5929689" y="142544"/>
                  </a:lnTo>
                  <a:lnTo>
                    <a:pt x="5931287" y="142544"/>
                  </a:lnTo>
                  <a:lnTo>
                    <a:pt x="5931663" y="142544"/>
                  </a:lnTo>
                  <a:lnTo>
                    <a:pt x="5931945" y="142544"/>
                  </a:lnTo>
                  <a:lnTo>
                    <a:pt x="5932980" y="142544"/>
                  </a:lnTo>
                  <a:lnTo>
                    <a:pt x="5934672" y="142544"/>
                  </a:lnTo>
                  <a:lnTo>
                    <a:pt x="5938151" y="142544"/>
                  </a:lnTo>
                  <a:lnTo>
                    <a:pt x="5940972" y="142544"/>
                  </a:lnTo>
                  <a:lnTo>
                    <a:pt x="5941066" y="142544"/>
                  </a:lnTo>
                  <a:lnTo>
                    <a:pt x="5941160" y="142544"/>
                  </a:lnTo>
                  <a:lnTo>
                    <a:pt x="5943793" y="142544"/>
                  </a:lnTo>
                  <a:lnTo>
                    <a:pt x="5945109" y="142544"/>
                  </a:lnTo>
                  <a:lnTo>
                    <a:pt x="5948118" y="142544"/>
                  </a:lnTo>
                  <a:lnTo>
                    <a:pt x="5948964" y="142544"/>
                  </a:lnTo>
                  <a:lnTo>
                    <a:pt x="5951221" y="142544"/>
                  </a:lnTo>
                  <a:lnTo>
                    <a:pt x="5952537" y="142544"/>
                  </a:lnTo>
                  <a:lnTo>
                    <a:pt x="5954512" y="137264"/>
                  </a:lnTo>
                  <a:lnTo>
                    <a:pt x="5955828" y="137264"/>
                  </a:lnTo>
                  <a:lnTo>
                    <a:pt x="5956580" y="137264"/>
                  </a:lnTo>
                  <a:lnTo>
                    <a:pt x="5959307" y="131985"/>
                  </a:lnTo>
                  <a:lnTo>
                    <a:pt x="5959495" y="126706"/>
                  </a:lnTo>
                  <a:lnTo>
                    <a:pt x="5961281" y="126706"/>
                  </a:lnTo>
                  <a:lnTo>
                    <a:pt x="5961470" y="126706"/>
                  </a:lnTo>
                  <a:lnTo>
                    <a:pt x="5962692" y="126706"/>
                  </a:lnTo>
                  <a:lnTo>
                    <a:pt x="5963538" y="126706"/>
                  </a:lnTo>
                  <a:lnTo>
                    <a:pt x="5964855" y="126706"/>
                  </a:lnTo>
                  <a:lnTo>
                    <a:pt x="5964949" y="126706"/>
                  </a:lnTo>
                  <a:lnTo>
                    <a:pt x="5965137" y="126706"/>
                  </a:lnTo>
                  <a:lnTo>
                    <a:pt x="5969274" y="126706"/>
                  </a:lnTo>
                  <a:lnTo>
                    <a:pt x="5972565" y="126706"/>
                  </a:lnTo>
                  <a:lnTo>
                    <a:pt x="5973223" y="126706"/>
                  </a:lnTo>
                  <a:lnTo>
                    <a:pt x="5974445" y="126706"/>
                  </a:lnTo>
                  <a:lnTo>
                    <a:pt x="5974539" y="126706"/>
                  </a:lnTo>
                  <a:lnTo>
                    <a:pt x="5977548" y="126706"/>
                  </a:lnTo>
                  <a:lnTo>
                    <a:pt x="5977642" y="126706"/>
                  </a:lnTo>
                  <a:lnTo>
                    <a:pt x="5977830" y="126706"/>
                  </a:lnTo>
                  <a:lnTo>
                    <a:pt x="5978018" y="126706"/>
                  </a:lnTo>
                  <a:lnTo>
                    <a:pt x="5980087" y="126706"/>
                  </a:lnTo>
                  <a:lnTo>
                    <a:pt x="5980557" y="126706"/>
                  </a:lnTo>
                  <a:lnTo>
                    <a:pt x="5981215" y="126706"/>
                  </a:lnTo>
                  <a:lnTo>
                    <a:pt x="5982155" y="126706"/>
                  </a:lnTo>
                  <a:lnTo>
                    <a:pt x="5984976" y="126706"/>
                  </a:lnTo>
                  <a:lnTo>
                    <a:pt x="5987045" y="126706"/>
                  </a:lnTo>
                  <a:lnTo>
                    <a:pt x="5988455" y="121426"/>
                  </a:lnTo>
                  <a:lnTo>
                    <a:pt x="5990148" y="121426"/>
                  </a:lnTo>
                  <a:lnTo>
                    <a:pt x="5990242" y="121426"/>
                  </a:lnTo>
                  <a:lnTo>
                    <a:pt x="5990336" y="121426"/>
                  </a:lnTo>
                  <a:lnTo>
                    <a:pt x="5990994" y="121426"/>
                  </a:lnTo>
                  <a:lnTo>
                    <a:pt x="5991464" y="121426"/>
                  </a:lnTo>
                  <a:lnTo>
                    <a:pt x="5995601" y="121426"/>
                  </a:lnTo>
                  <a:lnTo>
                    <a:pt x="5996635" y="121426"/>
                  </a:lnTo>
                  <a:lnTo>
                    <a:pt x="5996730" y="121426"/>
                  </a:lnTo>
                  <a:lnTo>
                    <a:pt x="5998140" y="121426"/>
                  </a:lnTo>
                  <a:lnTo>
                    <a:pt x="5998234" y="121426"/>
                  </a:lnTo>
                  <a:lnTo>
                    <a:pt x="5998328" y="121426"/>
                  </a:lnTo>
                  <a:lnTo>
                    <a:pt x="5999456" y="121426"/>
                  </a:lnTo>
                  <a:lnTo>
                    <a:pt x="6003123" y="116147"/>
                  </a:lnTo>
                  <a:lnTo>
                    <a:pt x="6006132" y="116147"/>
                  </a:lnTo>
                  <a:lnTo>
                    <a:pt x="6006320" y="116147"/>
                  </a:lnTo>
                  <a:lnTo>
                    <a:pt x="6009141" y="116147"/>
                  </a:lnTo>
                  <a:lnTo>
                    <a:pt x="6009423" y="116147"/>
                  </a:lnTo>
                  <a:lnTo>
                    <a:pt x="6012432" y="116147"/>
                  </a:lnTo>
                  <a:lnTo>
                    <a:pt x="6013184" y="116147"/>
                  </a:lnTo>
                  <a:lnTo>
                    <a:pt x="6013654" y="116147"/>
                  </a:lnTo>
                  <a:lnTo>
                    <a:pt x="6013842" y="116147"/>
                  </a:lnTo>
                  <a:lnTo>
                    <a:pt x="6013936" y="116147"/>
                  </a:lnTo>
                  <a:lnTo>
                    <a:pt x="6015629" y="116147"/>
                  </a:lnTo>
                  <a:lnTo>
                    <a:pt x="6015723" y="116147"/>
                  </a:lnTo>
                  <a:lnTo>
                    <a:pt x="6017133" y="116147"/>
                  </a:lnTo>
                  <a:lnTo>
                    <a:pt x="6018544" y="116147"/>
                  </a:lnTo>
                  <a:lnTo>
                    <a:pt x="6020330" y="110867"/>
                  </a:lnTo>
                  <a:lnTo>
                    <a:pt x="6022211" y="110867"/>
                  </a:lnTo>
                  <a:lnTo>
                    <a:pt x="6023057" y="110867"/>
                  </a:lnTo>
                  <a:lnTo>
                    <a:pt x="6023433" y="110867"/>
                  </a:lnTo>
                  <a:lnTo>
                    <a:pt x="6026160" y="110867"/>
                  </a:lnTo>
                  <a:lnTo>
                    <a:pt x="6027100" y="110867"/>
                  </a:lnTo>
                  <a:lnTo>
                    <a:pt x="6028793" y="110867"/>
                  </a:lnTo>
                  <a:lnTo>
                    <a:pt x="6029357" y="105588"/>
                  </a:lnTo>
                  <a:lnTo>
                    <a:pt x="6029639" y="105588"/>
                  </a:lnTo>
                  <a:lnTo>
                    <a:pt x="6029733" y="105588"/>
                  </a:lnTo>
                  <a:lnTo>
                    <a:pt x="6029921" y="105588"/>
                  </a:lnTo>
                  <a:lnTo>
                    <a:pt x="6030767" y="105588"/>
                  </a:lnTo>
                  <a:lnTo>
                    <a:pt x="6034998" y="105588"/>
                  </a:lnTo>
                  <a:lnTo>
                    <a:pt x="6035092" y="105588"/>
                  </a:lnTo>
                  <a:lnTo>
                    <a:pt x="6037537" y="105588"/>
                  </a:lnTo>
                  <a:lnTo>
                    <a:pt x="6037913" y="105588"/>
                  </a:lnTo>
                  <a:lnTo>
                    <a:pt x="6038571" y="105588"/>
                  </a:lnTo>
                  <a:lnTo>
                    <a:pt x="6041392" y="105588"/>
                  </a:lnTo>
                  <a:lnTo>
                    <a:pt x="6041486" y="105588"/>
                  </a:lnTo>
                  <a:lnTo>
                    <a:pt x="6041674" y="105588"/>
                  </a:lnTo>
                  <a:lnTo>
                    <a:pt x="6043743" y="105588"/>
                  </a:lnTo>
                  <a:lnTo>
                    <a:pt x="6044307" y="105588"/>
                  </a:lnTo>
                  <a:lnTo>
                    <a:pt x="6044401" y="105588"/>
                  </a:lnTo>
                  <a:lnTo>
                    <a:pt x="6044683" y="105588"/>
                  </a:lnTo>
                  <a:lnTo>
                    <a:pt x="6046093" y="105588"/>
                  </a:lnTo>
                  <a:lnTo>
                    <a:pt x="6047692" y="105588"/>
                  </a:lnTo>
                  <a:lnTo>
                    <a:pt x="6049760" y="105588"/>
                  </a:lnTo>
                  <a:lnTo>
                    <a:pt x="6050607" y="105588"/>
                  </a:lnTo>
                  <a:lnTo>
                    <a:pt x="6052487" y="105588"/>
                  </a:lnTo>
                  <a:lnTo>
                    <a:pt x="6053522" y="105588"/>
                  </a:lnTo>
                  <a:lnTo>
                    <a:pt x="6055026" y="105588"/>
                  </a:lnTo>
                  <a:lnTo>
                    <a:pt x="6056060" y="105588"/>
                  </a:lnTo>
                  <a:lnTo>
                    <a:pt x="6056624" y="105588"/>
                  </a:lnTo>
                  <a:lnTo>
                    <a:pt x="6058317" y="105588"/>
                  </a:lnTo>
                  <a:lnTo>
                    <a:pt x="6058411" y="105588"/>
                  </a:lnTo>
                  <a:lnTo>
                    <a:pt x="6058693" y="105588"/>
                  </a:lnTo>
                  <a:lnTo>
                    <a:pt x="6059727" y="105588"/>
                  </a:lnTo>
                  <a:lnTo>
                    <a:pt x="6059727" y="100309"/>
                  </a:lnTo>
                  <a:lnTo>
                    <a:pt x="6061138" y="100309"/>
                  </a:lnTo>
                  <a:lnTo>
                    <a:pt x="6061702" y="95029"/>
                  </a:lnTo>
                  <a:lnTo>
                    <a:pt x="6064335" y="95029"/>
                  </a:lnTo>
                  <a:lnTo>
                    <a:pt x="6064617" y="95029"/>
                  </a:lnTo>
                  <a:lnTo>
                    <a:pt x="6067061" y="95029"/>
                  </a:lnTo>
                  <a:lnTo>
                    <a:pt x="6067343" y="95029"/>
                  </a:lnTo>
                  <a:lnTo>
                    <a:pt x="6069788" y="95029"/>
                  </a:lnTo>
                  <a:lnTo>
                    <a:pt x="6069882" y="95029"/>
                  </a:lnTo>
                  <a:lnTo>
                    <a:pt x="6070070" y="95029"/>
                  </a:lnTo>
                  <a:lnTo>
                    <a:pt x="6070728" y="95029"/>
                  </a:lnTo>
                  <a:lnTo>
                    <a:pt x="6072421" y="95029"/>
                  </a:lnTo>
                  <a:lnTo>
                    <a:pt x="6072609" y="95029"/>
                  </a:lnTo>
                  <a:lnTo>
                    <a:pt x="6074301" y="95029"/>
                  </a:lnTo>
                  <a:lnTo>
                    <a:pt x="6075054" y="95029"/>
                  </a:lnTo>
                  <a:lnTo>
                    <a:pt x="6077216" y="95029"/>
                  </a:lnTo>
                  <a:lnTo>
                    <a:pt x="6079003" y="95029"/>
                  </a:lnTo>
                  <a:lnTo>
                    <a:pt x="6080507" y="95029"/>
                  </a:lnTo>
                  <a:lnTo>
                    <a:pt x="6080601" y="95029"/>
                  </a:lnTo>
                  <a:lnTo>
                    <a:pt x="6080695" y="95029"/>
                  </a:lnTo>
                  <a:lnTo>
                    <a:pt x="6081259" y="95029"/>
                  </a:lnTo>
                  <a:lnTo>
                    <a:pt x="6081541" y="95029"/>
                  </a:lnTo>
                  <a:lnTo>
                    <a:pt x="6082670" y="95029"/>
                  </a:lnTo>
                  <a:lnTo>
                    <a:pt x="6083986" y="95029"/>
                  </a:lnTo>
                  <a:lnTo>
                    <a:pt x="6084738" y="95029"/>
                  </a:lnTo>
                  <a:lnTo>
                    <a:pt x="6087747" y="89750"/>
                  </a:lnTo>
                  <a:lnTo>
                    <a:pt x="6088405" y="89750"/>
                  </a:lnTo>
                  <a:lnTo>
                    <a:pt x="6090756" y="89750"/>
                  </a:lnTo>
                  <a:lnTo>
                    <a:pt x="6091508" y="89750"/>
                  </a:lnTo>
                  <a:lnTo>
                    <a:pt x="6092072" y="89750"/>
                  </a:lnTo>
                  <a:lnTo>
                    <a:pt x="6094517" y="89750"/>
                  </a:lnTo>
                  <a:lnTo>
                    <a:pt x="6094799" y="89750"/>
                  </a:lnTo>
                  <a:lnTo>
                    <a:pt x="6096304" y="89750"/>
                  </a:lnTo>
                  <a:lnTo>
                    <a:pt x="6096586" y="89750"/>
                  </a:lnTo>
                  <a:lnTo>
                    <a:pt x="6097526" y="84470"/>
                  </a:lnTo>
                  <a:lnTo>
                    <a:pt x="6098654" y="84470"/>
                  </a:lnTo>
                  <a:lnTo>
                    <a:pt x="6099595" y="84470"/>
                  </a:lnTo>
                  <a:lnTo>
                    <a:pt x="6100817" y="79191"/>
                  </a:lnTo>
                  <a:lnTo>
                    <a:pt x="6100911" y="79191"/>
                  </a:lnTo>
                  <a:lnTo>
                    <a:pt x="6101569" y="79191"/>
                  </a:lnTo>
                  <a:lnTo>
                    <a:pt x="6102603" y="79191"/>
                  </a:lnTo>
                  <a:lnTo>
                    <a:pt x="6103356" y="79191"/>
                  </a:lnTo>
                  <a:lnTo>
                    <a:pt x="6104202" y="79191"/>
                  </a:lnTo>
                  <a:lnTo>
                    <a:pt x="6104296" y="79191"/>
                  </a:lnTo>
                  <a:lnTo>
                    <a:pt x="6106176" y="79191"/>
                  </a:lnTo>
                  <a:lnTo>
                    <a:pt x="6106835" y="79191"/>
                  </a:lnTo>
                  <a:lnTo>
                    <a:pt x="6106929" y="73911"/>
                  </a:lnTo>
                  <a:lnTo>
                    <a:pt x="6107023" y="73911"/>
                  </a:lnTo>
                  <a:lnTo>
                    <a:pt x="6107493" y="73911"/>
                  </a:lnTo>
                  <a:lnTo>
                    <a:pt x="6107963" y="73911"/>
                  </a:lnTo>
                  <a:lnTo>
                    <a:pt x="6109655" y="73911"/>
                  </a:lnTo>
                  <a:lnTo>
                    <a:pt x="6112382" y="73911"/>
                  </a:lnTo>
                  <a:lnTo>
                    <a:pt x="6115015" y="73911"/>
                  </a:lnTo>
                  <a:lnTo>
                    <a:pt x="6115297" y="68632"/>
                  </a:lnTo>
                  <a:lnTo>
                    <a:pt x="6116801" y="68632"/>
                  </a:lnTo>
                  <a:lnTo>
                    <a:pt x="6117272" y="68632"/>
                  </a:lnTo>
                  <a:lnTo>
                    <a:pt x="6117366" y="68632"/>
                  </a:lnTo>
                  <a:lnTo>
                    <a:pt x="6118212" y="68632"/>
                  </a:lnTo>
                  <a:lnTo>
                    <a:pt x="6118588" y="68632"/>
                  </a:lnTo>
                  <a:lnTo>
                    <a:pt x="6118682" y="68632"/>
                  </a:lnTo>
                  <a:lnTo>
                    <a:pt x="6119716" y="68632"/>
                  </a:lnTo>
                  <a:lnTo>
                    <a:pt x="6121127" y="68632"/>
                  </a:lnTo>
                  <a:lnTo>
                    <a:pt x="6122443" y="68632"/>
                  </a:lnTo>
                  <a:lnTo>
                    <a:pt x="6122725" y="68632"/>
                  </a:lnTo>
                  <a:lnTo>
                    <a:pt x="6124229" y="68632"/>
                  </a:lnTo>
                  <a:lnTo>
                    <a:pt x="6124606" y="68632"/>
                  </a:lnTo>
                  <a:lnTo>
                    <a:pt x="6125640" y="68632"/>
                  </a:lnTo>
                  <a:lnTo>
                    <a:pt x="6126580" y="68632"/>
                  </a:lnTo>
                  <a:lnTo>
                    <a:pt x="6126674" y="68632"/>
                  </a:lnTo>
                  <a:lnTo>
                    <a:pt x="6126768" y="68632"/>
                  </a:lnTo>
                  <a:lnTo>
                    <a:pt x="6127802" y="68632"/>
                  </a:lnTo>
                  <a:lnTo>
                    <a:pt x="6128461" y="68632"/>
                  </a:lnTo>
                  <a:lnTo>
                    <a:pt x="6129025" y="68632"/>
                  </a:lnTo>
                  <a:lnTo>
                    <a:pt x="6129401" y="68632"/>
                  </a:lnTo>
                  <a:lnTo>
                    <a:pt x="6131846" y="68632"/>
                  </a:lnTo>
                  <a:lnTo>
                    <a:pt x="6132128" y="68632"/>
                  </a:lnTo>
                  <a:lnTo>
                    <a:pt x="6134666" y="68632"/>
                  </a:lnTo>
                  <a:lnTo>
                    <a:pt x="6134854" y="68632"/>
                  </a:lnTo>
                  <a:lnTo>
                    <a:pt x="6137675" y="68632"/>
                  </a:lnTo>
                  <a:lnTo>
                    <a:pt x="6137769" y="68632"/>
                  </a:lnTo>
                  <a:lnTo>
                    <a:pt x="6137957" y="68632"/>
                  </a:lnTo>
                  <a:lnTo>
                    <a:pt x="6139650" y="68632"/>
                  </a:lnTo>
                  <a:lnTo>
                    <a:pt x="6139744" y="68632"/>
                  </a:lnTo>
                  <a:lnTo>
                    <a:pt x="6139838" y="68632"/>
                  </a:lnTo>
                  <a:lnTo>
                    <a:pt x="6140872" y="68632"/>
                  </a:lnTo>
                  <a:lnTo>
                    <a:pt x="6141906" y="68632"/>
                  </a:lnTo>
                  <a:lnTo>
                    <a:pt x="6143223" y="68632"/>
                  </a:lnTo>
                  <a:lnTo>
                    <a:pt x="6144351" y="68632"/>
                  </a:lnTo>
                  <a:lnTo>
                    <a:pt x="6146138" y="63353"/>
                  </a:lnTo>
                  <a:lnTo>
                    <a:pt x="6147830" y="63353"/>
                  </a:lnTo>
                  <a:lnTo>
                    <a:pt x="6148582" y="58073"/>
                  </a:lnTo>
                  <a:lnTo>
                    <a:pt x="6149147" y="58073"/>
                  </a:lnTo>
                  <a:lnTo>
                    <a:pt x="6149429" y="58073"/>
                  </a:lnTo>
                  <a:lnTo>
                    <a:pt x="6150651" y="58073"/>
                  </a:lnTo>
                  <a:lnTo>
                    <a:pt x="6151685" y="58073"/>
                  </a:lnTo>
                  <a:lnTo>
                    <a:pt x="6152061" y="58073"/>
                  </a:lnTo>
                  <a:lnTo>
                    <a:pt x="6152249" y="58073"/>
                  </a:lnTo>
                  <a:lnTo>
                    <a:pt x="6152720" y="58073"/>
                  </a:lnTo>
                  <a:lnTo>
                    <a:pt x="6154036" y="58073"/>
                  </a:lnTo>
                  <a:lnTo>
                    <a:pt x="6156575" y="58073"/>
                  </a:lnTo>
                  <a:lnTo>
                    <a:pt x="6156763" y="58073"/>
                  </a:lnTo>
                  <a:lnTo>
                    <a:pt x="6158549" y="58073"/>
                  </a:lnTo>
                  <a:lnTo>
                    <a:pt x="6159113" y="58073"/>
                  </a:lnTo>
                  <a:lnTo>
                    <a:pt x="6160524" y="58073"/>
                  </a:lnTo>
                  <a:lnTo>
                    <a:pt x="6160618" y="58073"/>
                  </a:lnTo>
                  <a:lnTo>
                    <a:pt x="6161088" y="58073"/>
                  </a:lnTo>
                  <a:lnTo>
                    <a:pt x="6161182" y="58073"/>
                  </a:lnTo>
                  <a:lnTo>
                    <a:pt x="6162216" y="58073"/>
                  </a:lnTo>
                  <a:lnTo>
                    <a:pt x="6162498" y="52794"/>
                  </a:lnTo>
                  <a:lnTo>
                    <a:pt x="6164285" y="52794"/>
                  </a:lnTo>
                  <a:lnTo>
                    <a:pt x="6166071" y="52794"/>
                  </a:lnTo>
                  <a:lnTo>
                    <a:pt x="6166823" y="52794"/>
                  </a:lnTo>
                  <a:lnTo>
                    <a:pt x="6167764" y="52794"/>
                  </a:lnTo>
                  <a:lnTo>
                    <a:pt x="6168704" y="52794"/>
                  </a:lnTo>
                  <a:lnTo>
                    <a:pt x="6169362" y="52794"/>
                  </a:lnTo>
                  <a:lnTo>
                    <a:pt x="6171055" y="52794"/>
                  </a:lnTo>
                  <a:lnTo>
                    <a:pt x="6171337" y="52794"/>
                  </a:lnTo>
                  <a:lnTo>
                    <a:pt x="6172089" y="52794"/>
                  </a:lnTo>
                  <a:lnTo>
                    <a:pt x="6173123" y="52794"/>
                  </a:lnTo>
                  <a:lnTo>
                    <a:pt x="6173781" y="52794"/>
                  </a:lnTo>
                  <a:lnTo>
                    <a:pt x="6173875" y="52794"/>
                  </a:lnTo>
                  <a:lnTo>
                    <a:pt x="6176884" y="52794"/>
                  </a:lnTo>
                  <a:lnTo>
                    <a:pt x="6178013" y="52794"/>
                  </a:lnTo>
                  <a:lnTo>
                    <a:pt x="6180739" y="52794"/>
                  </a:lnTo>
                  <a:lnTo>
                    <a:pt x="6182526" y="52794"/>
                  </a:lnTo>
                  <a:lnTo>
                    <a:pt x="6182620" y="52794"/>
                  </a:lnTo>
                  <a:lnTo>
                    <a:pt x="6182808" y="52794"/>
                  </a:lnTo>
                  <a:lnTo>
                    <a:pt x="6184783" y="52794"/>
                  </a:lnTo>
                  <a:lnTo>
                    <a:pt x="6185911" y="52794"/>
                  </a:lnTo>
                  <a:lnTo>
                    <a:pt x="6186757" y="52794"/>
                  </a:lnTo>
                  <a:lnTo>
                    <a:pt x="6187227" y="52794"/>
                  </a:lnTo>
                  <a:lnTo>
                    <a:pt x="6188826" y="52794"/>
                  </a:lnTo>
                  <a:lnTo>
                    <a:pt x="6189296" y="52794"/>
                  </a:lnTo>
                  <a:lnTo>
                    <a:pt x="6189672" y="52794"/>
                  </a:lnTo>
                  <a:lnTo>
                    <a:pt x="6190330" y="52794"/>
                  </a:lnTo>
                  <a:lnTo>
                    <a:pt x="6191552" y="47514"/>
                  </a:lnTo>
                  <a:lnTo>
                    <a:pt x="6192305" y="47514"/>
                  </a:lnTo>
                  <a:lnTo>
                    <a:pt x="6193433" y="47514"/>
                  </a:lnTo>
                  <a:lnTo>
                    <a:pt x="6193527" y="47514"/>
                  </a:lnTo>
                  <a:lnTo>
                    <a:pt x="6193809" y="47514"/>
                  </a:lnTo>
                  <a:lnTo>
                    <a:pt x="6195314" y="47514"/>
                  </a:lnTo>
                  <a:lnTo>
                    <a:pt x="6195596" y="47514"/>
                  </a:lnTo>
                  <a:lnTo>
                    <a:pt x="6196254" y="47514"/>
                  </a:lnTo>
                  <a:lnTo>
                    <a:pt x="6197758" y="47514"/>
                  </a:lnTo>
                  <a:lnTo>
                    <a:pt x="6199075" y="47514"/>
                  </a:lnTo>
                  <a:lnTo>
                    <a:pt x="6199639" y="47514"/>
                  </a:lnTo>
                  <a:lnTo>
                    <a:pt x="6201143" y="47514"/>
                  </a:lnTo>
                  <a:lnTo>
                    <a:pt x="6201237" y="47514"/>
                  </a:lnTo>
                  <a:lnTo>
                    <a:pt x="6201801" y="47514"/>
                  </a:lnTo>
                  <a:lnTo>
                    <a:pt x="6202742" y="47514"/>
                  </a:lnTo>
                  <a:lnTo>
                    <a:pt x="6202930" y="47514"/>
                  </a:lnTo>
                  <a:lnTo>
                    <a:pt x="6203964" y="47514"/>
                  </a:lnTo>
                  <a:lnTo>
                    <a:pt x="6204622" y="47514"/>
                  </a:lnTo>
                  <a:lnTo>
                    <a:pt x="6204716" y="47514"/>
                  </a:lnTo>
                  <a:lnTo>
                    <a:pt x="6205750" y="47514"/>
                  </a:lnTo>
                  <a:lnTo>
                    <a:pt x="6206033" y="47514"/>
                  </a:lnTo>
                  <a:lnTo>
                    <a:pt x="6206221" y="47514"/>
                  </a:lnTo>
                  <a:lnTo>
                    <a:pt x="6207443" y="47514"/>
                  </a:lnTo>
                  <a:lnTo>
                    <a:pt x="6207725" y="47514"/>
                  </a:lnTo>
                  <a:lnTo>
                    <a:pt x="6207819" y="47514"/>
                  </a:lnTo>
                  <a:lnTo>
                    <a:pt x="6208571" y="47514"/>
                  </a:lnTo>
                  <a:lnTo>
                    <a:pt x="6209041" y="47514"/>
                  </a:lnTo>
                  <a:lnTo>
                    <a:pt x="6209135" y="47514"/>
                  </a:lnTo>
                  <a:lnTo>
                    <a:pt x="6209229" y="47514"/>
                  </a:lnTo>
                  <a:lnTo>
                    <a:pt x="6211016" y="47514"/>
                  </a:lnTo>
                  <a:lnTo>
                    <a:pt x="6213555" y="42235"/>
                  </a:lnTo>
                  <a:lnTo>
                    <a:pt x="6214495" y="42235"/>
                  </a:lnTo>
                  <a:lnTo>
                    <a:pt x="6214589" y="42235"/>
                  </a:lnTo>
                  <a:lnTo>
                    <a:pt x="6214683" y="42235"/>
                  </a:lnTo>
                  <a:lnTo>
                    <a:pt x="6215153" y="42235"/>
                  </a:lnTo>
                  <a:lnTo>
                    <a:pt x="6215905" y="42235"/>
                  </a:lnTo>
                  <a:lnTo>
                    <a:pt x="6216375" y="42235"/>
                  </a:lnTo>
                  <a:lnTo>
                    <a:pt x="6216470" y="42235"/>
                  </a:lnTo>
                  <a:lnTo>
                    <a:pt x="6218350" y="42235"/>
                  </a:lnTo>
                  <a:lnTo>
                    <a:pt x="6219008" y="42235"/>
                  </a:lnTo>
                  <a:lnTo>
                    <a:pt x="6219854" y="42235"/>
                  </a:lnTo>
                  <a:lnTo>
                    <a:pt x="6220419" y="42235"/>
                  </a:lnTo>
                  <a:lnTo>
                    <a:pt x="6220513" y="42235"/>
                  </a:lnTo>
                  <a:lnTo>
                    <a:pt x="6221829" y="36955"/>
                  </a:lnTo>
                  <a:lnTo>
                    <a:pt x="6221923" y="36955"/>
                  </a:lnTo>
                  <a:lnTo>
                    <a:pt x="6222017" y="36955"/>
                  </a:lnTo>
                  <a:lnTo>
                    <a:pt x="6222675" y="36955"/>
                  </a:lnTo>
                  <a:lnTo>
                    <a:pt x="6223333" y="36955"/>
                  </a:lnTo>
                  <a:lnTo>
                    <a:pt x="6223427" y="36955"/>
                  </a:lnTo>
                  <a:lnTo>
                    <a:pt x="6223521" y="36955"/>
                  </a:lnTo>
                  <a:lnTo>
                    <a:pt x="6224650" y="36955"/>
                  </a:lnTo>
                  <a:lnTo>
                    <a:pt x="6224838" y="36955"/>
                  </a:lnTo>
                  <a:lnTo>
                    <a:pt x="6225590" y="36955"/>
                  </a:lnTo>
                  <a:lnTo>
                    <a:pt x="6226906" y="36955"/>
                  </a:lnTo>
                  <a:lnTo>
                    <a:pt x="6227000" y="36955"/>
                  </a:lnTo>
                  <a:lnTo>
                    <a:pt x="6228035" y="36955"/>
                  </a:lnTo>
                  <a:lnTo>
                    <a:pt x="6228599" y="36955"/>
                  </a:lnTo>
                  <a:lnTo>
                    <a:pt x="6230103" y="36955"/>
                  </a:lnTo>
                  <a:lnTo>
                    <a:pt x="6231702" y="36955"/>
                  </a:lnTo>
                  <a:lnTo>
                    <a:pt x="6232266" y="36955"/>
                  </a:lnTo>
                  <a:lnTo>
                    <a:pt x="6232924" y="36955"/>
                  </a:lnTo>
                  <a:lnTo>
                    <a:pt x="6233488" y="36955"/>
                  </a:lnTo>
                  <a:lnTo>
                    <a:pt x="6233770" y="36955"/>
                  </a:lnTo>
                  <a:lnTo>
                    <a:pt x="6234711" y="36955"/>
                  </a:lnTo>
                  <a:lnTo>
                    <a:pt x="6235369" y="36955"/>
                  </a:lnTo>
                  <a:lnTo>
                    <a:pt x="6236121" y="36955"/>
                  </a:lnTo>
                  <a:lnTo>
                    <a:pt x="6236215" y="31676"/>
                  </a:lnTo>
                  <a:lnTo>
                    <a:pt x="6236497" y="31676"/>
                  </a:lnTo>
                  <a:lnTo>
                    <a:pt x="6236591" y="31676"/>
                  </a:lnTo>
                  <a:lnTo>
                    <a:pt x="6238002" y="31676"/>
                  </a:lnTo>
                  <a:lnTo>
                    <a:pt x="6238096" y="31676"/>
                  </a:lnTo>
                  <a:lnTo>
                    <a:pt x="6238190" y="31676"/>
                  </a:lnTo>
                  <a:lnTo>
                    <a:pt x="6238942" y="31676"/>
                  </a:lnTo>
                  <a:lnTo>
                    <a:pt x="6239694" y="31676"/>
                  </a:lnTo>
                  <a:lnTo>
                    <a:pt x="6240446" y="31676"/>
                  </a:lnTo>
                  <a:lnTo>
                    <a:pt x="6241669" y="31676"/>
                  </a:lnTo>
                  <a:lnTo>
                    <a:pt x="6242045" y="31676"/>
                  </a:lnTo>
                  <a:lnTo>
                    <a:pt x="6242609" y="31676"/>
                  </a:lnTo>
                  <a:lnTo>
                    <a:pt x="6242703" y="31676"/>
                  </a:lnTo>
                  <a:lnTo>
                    <a:pt x="6243831" y="31676"/>
                  </a:lnTo>
                  <a:lnTo>
                    <a:pt x="6244395" y="31676"/>
                  </a:lnTo>
                  <a:lnTo>
                    <a:pt x="6245242" y="31676"/>
                  </a:lnTo>
                  <a:lnTo>
                    <a:pt x="6246746" y="31676"/>
                  </a:lnTo>
                  <a:lnTo>
                    <a:pt x="6247686" y="31676"/>
                  </a:lnTo>
                  <a:lnTo>
                    <a:pt x="6247780" y="31676"/>
                  </a:lnTo>
                  <a:lnTo>
                    <a:pt x="6247874" y="31676"/>
                  </a:lnTo>
                  <a:lnTo>
                    <a:pt x="6248156" y="31676"/>
                  </a:lnTo>
                  <a:lnTo>
                    <a:pt x="6248344" y="31676"/>
                  </a:lnTo>
                  <a:lnTo>
                    <a:pt x="6249285" y="31676"/>
                  </a:lnTo>
                  <a:lnTo>
                    <a:pt x="6250601" y="31676"/>
                  </a:lnTo>
                  <a:lnTo>
                    <a:pt x="6250695" y="31676"/>
                  </a:lnTo>
                  <a:lnTo>
                    <a:pt x="6251918" y="31676"/>
                  </a:lnTo>
                  <a:lnTo>
                    <a:pt x="6252482" y="31676"/>
                  </a:lnTo>
                  <a:lnTo>
                    <a:pt x="6252952" y="31676"/>
                  </a:lnTo>
                  <a:lnTo>
                    <a:pt x="6253234" y="31676"/>
                  </a:lnTo>
                  <a:lnTo>
                    <a:pt x="6253704" y="31676"/>
                  </a:lnTo>
                  <a:lnTo>
                    <a:pt x="6254362" y="26397"/>
                  </a:lnTo>
                  <a:lnTo>
                    <a:pt x="6254362" y="21117"/>
                  </a:lnTo>
                  <a:lnTo>
                    <a:pt x="6255396" y="15838"/>
                  </a:lnTo>
                  <a:lnTo>
                    <a:pt x="6256149" y="15838"/>
                  </a:lnTo>
                  <a:lnTo>
                    <a:pt x="6256807" y="10558"/>
                  </a:lnTo>
                  <a:lnTo>
                    <a:pt x="6256995" y="10558"/>
                  </a:lnTo>
                  <a:lnTo>
                    <a:pt x="6257089" y="10558"/>
                  </a:lnTo>
                  <a:lnTo>
                    <a:pt x="6257465" y="10558"/>
                  </a:lnTo>
                  <a:lnTo>
                    <a:pt x="6257747" y="10558"/>
                  </a:lnTo>
                  <a:lnTo>
                    <a:pt x="6258029" y="10558"/>
                  </a:lnTo>
                  <a:lnTo>
                    <a:pt x="6258217" y="10558"/>
                  </a:lnTo>
                  <a:lnTo>
                    <a:pt x="6258969" y="10558"/>
                  </a:lnTo>
                  <a:lnTo>
                    <a:pt x="6259534" y="10558"/>
                  </a:lnTo>
                  <a:lnTo>
                    <a:pt x="6259628" y="10558"/>
                  </a:lnTo>
                  <a:lnTo>
                    <a:pt x="6260004" y="10558"/>
                  </a:lnTo>
                  <a:lnTo>
                    <a:pt x="6260850" y="10558"/>
                  </a:lnTo>
                  <a:lnTo>
                    <a:pt x="6261884" y="10558"/>
                  </a:lnTo>
                  <a:lnTo>
                    <a:pt x="6262731" y="10558"/>
                  </a:lnTo>
                  <a:lnTo>
                    <a:pt x="6263389" y="10558"/>
                  </a:lnTo>
                  <a:lnTo>
                    <a:pt x="6264047" y="10558"/>
                  </a:lnTo>
                  <a:lnTo>
                    <a:pt x="6264517" y="10558"/>
                  </a:lnTo>
                  <a:lnTo>
                    <a:pt x="6264799" y="10558"/>
                  </a:lnTo>
                  <a:lnTo>
                    <a:pt x="6265457" y="10558"/>
                  </a:lnTo>
                  <a:lnTo>
                    <a:pt x="6266398" y="10558"/>
                  </a:lnTo>
                  <a:lnTo>
                    <a:pt x="6266774" y="10558"/>
                  </a:lnTo>
                  <a:lnTo>
                    <a:pt x="6266868" y="10558"/>
                  </a:lnTo>
                  <a:lnTo>
                    <a:pt x="6267338" y="10558"/>
                  </a:lnTo>
                  <a:lnTo>
                    <a:pt x="6267526" y="10558"/>
                  </a:lnTo>
                  <a:lnTo>
                    <a:pt x="6268654" y="10558"/>
                  </a:lnTo>
                  <a:lnTo>
                    <a:pt x="6269124" y="10558"/>
                  </a:lnTo>
                  <a:lnTo>
                    <a:pt x="6269783" y="10558"/>
                  </a:lnTo>
                  <a:lnTo>
                    <a:pt x="6270065" y="10558"/>
                  </a:lnTo>
                  <a:lnTo>
                    <a:pt x="6270535" y="10558"/>
                  </a:lnTo>
                  <a:lnTo>
                    <a:pt x="6270723" y="10558"/>
                  </a:lnTo>
                  <a:lnTo>
                    <a:pt x="6271099" y="10558"/>
                  </a:lnTo>
                  <a:lnTo>
                    <a:pt x="6271475" y="10558"/>
                  </a:lnTo>
                  <a:lnTo>
                    <a:pt x="6271757" y="10558"/>
                  </a:lnTo>
                  <a:lnTo>
                    <a:pt x="6272321" y="10558"/>
                  </a:lnTo>
                  <a:lnTo>
                    <a:pt x="6272603" y="10558"/>
                  </a:lnTo>
                  <a:lnTo>
                    <a:pt x="6273167" y="10558"/>
                  </a:lnTo>
                  <a:lnTo>
                    <a:pt x="6273826" y="10558"/>
                  </a:lnTo>
                  <a:lnTo>
                    <a:pt x="6274672" y="10558"/>
                  </a:lnTo>
                  <a:lnTo>
                    <a:pt x="6275706" y="10558"/>
                  </a:lnTo>
                  <a:lnTo>
                    <a:pt x="6276552" y="10558"/>
                  </a:lnTo>
                  <a:lnTo>
                    <a:pt x="6276646" y="10558"/>
                  </a:lnTo>
                  <a:lnTo>
                    <a:pt x="6277399" y="10558"/>
                  </a:lnTo>
                  <a:lnTo>
                    <a:pt x="6277681" y="10558"/>
                  </a:lnTo>
                  <a:lnTo>
                    <a:pt x="6278057" y="10558"/>
                  </a:lnTo>
                  <a:lnTo>
                    <a:pt x="6278621" y="10558"/>
                  </a:lnTo>
                  <a:lnTo>
                    <a:pt x="6279185" y="10558"/>
                  </a:lnTo>
                  <a:lnTo>
                    <a:pt x="6279279" y="10558"/>
                  </a:lnTo>
                  <a:lnTo>
                    <a:pt x="6279843" y="10558"/>
                  </a:lnTo>
                  <a:lnTo>
                    <a:pt x="6279937" y="10558"/>
                  </a:lnTo>
                  <a:lnTo>
                    <a:pt x="6280596" y="10558"/>
                  </a:lnTo>
                  <a:lnTo>
                    <a:pt x="6281160" y="10558"/>
                  </a:lnTo>
                  <a:lnTo>
                    <a:pt x="6281724" y="10558"/>
                  </a:lnTo>
                  <a:lnTo>
                    <a:pt x="6282100" y="10558"/>
                  </a:lnTo>
                  <a:lnTo>
                    <a:pt x="6282288" y="10558"/>
                  </a:lnTo>
                  <a:lnTo>
                    <a:pt x="6282664" y="10558"/>
                  </a:lnTo>
                  <a:lnTo>
                    <a:pt x="6282758" y="10558"/>
                  </a:lnTo>
                  <a:lnTo>
                    <a:pt x="6283322" y="10558"/>
                  </a:lnTo>
                  <a:lnTo>
                    <a:pt x="6283698" y="10558"/>
                  </a:lnTo>
                  <a:lnTo>
                    <a:pt x="6284169" y="10558"/>
                  </a:lnTo>
                  <a:lnTo>
                    <a:pt x="6284921" y="10558"/>
                  </a:lnTo>
                  <a:lnTo>
                    <a:pt x="6285297" y="10558"/>
                  </a:lnTo>
                  <a:lnTo>
                    <a:pt x="6285861" y="10558"/>
                  </a:lnTo>
                  <a:lnTo>
                    <a:pt x="6286613" y="10558"/>
                  </a:lnTo>
                  <a:lnTo>
                    <a:pt x="6286801" y="10558"/>
                  </a:lnTo>
                  <a:lnTo>
                    <a:pt x="6287083" y="10558"/>
                  </a:lnTo>
                  <a:lnTo>
                    <a:pt x="6288306" y="10558"/>
                  </a:lnTo>
                  <a:lnTo>
                    <a:pt x="6288400" y="10558"/>
                  </a:lnTo>
                  <a:lnTo>
                    <a:pt x="6288964" y="10558"/>
                  </a:lnTo>
                  <a:lnTo>
                    <a:pt x="6289622" y="10558"/>
                  </a:lnTo>
                  <a:lnTo>
                    <a:pt x="6290092" y="10558"/>
                  </a:lnTo>
                  <a:lnTo>
                    <a:pt x="6290468" y="10558"/>
                  </a:lnTo>
                  <a:lnTo>
                    <a:pt x="6291127" y="10558"/>
                  </a:lnTo>
                  <a:lnTo>
                    <a:pt x="6291691" y="10558"/>
                  </a:lnTo>
                  <a:lnTo>
                    <a:pt x="6291785" y="10558"/>
                  </a:lnTo>
                  <a:lnTo>
                    <a:pt x="6291973" y="10558"/>
                  </a:lnTo>
                  <a:lnTo>
                    <a:pt x="6292537" y="10558"/>
                  </a:lnTo>
                  <a:lnTo>
                    <a:pt x="6292725" y="10558"/>
                  </a:lnTo>
                  <a:lnTo>
                    <a:pt x="6293195" y="10558"/>
                  </a:lnTo>
                  <a:lnTo>
                    <a:pt x="6293853" y="10558"/>
                  </a:lnTo>
                  <a:lnTo>
                    <a:pt x="6294323" y="10558"/>
                  </a:lnTo>
                  <a:lnTo>
                    <a:pt x="6295640" y="10558"/>
                  </a:lnTo>
                  <a:lnTo>
                    <a:pt x="6295734" y="10558"/>
                  </a:lnTo>
                  <a:lnTo>
                    <a:pt x="6296392" y="10558"/>
                  </a:lnTo>
                  <a:lnTo>
                    <a:pt x="6297332" y="10558"/>
                  </a:lnTo>
                  <a:lnTo>
                    <a:pt x="6297708" y="5279"/>
                  </a:lnTo>
                  <a:lnTo>
                    <a:pt x="6298743" y="5279"/>
                  </a:lnTo>
                  <a:lnTo>
                    <a:pt x="6298931" y="5279"/>
                  </a:lnTo>
                  <a:lnTo>
                    <a:pt x="6299777" y="5279"/>
                  </a:lnTo>
                  <a:lnTo>
                    <a:pt x="6299871" y="5279"/>
                  </a:lnTo>
                  <a:lnTo>
                    <a:pt x="6300247" y="5279"/>
                  </a:lnTo>
                  <a:lnTo>
                    <a:pt x="6300717" y="5279"/>
                  </a:lnTo>
                  <a:lnTo>
                    <a:pt x="6300999" y="5279"/>
                  </a:lnTo>
                  <a:lnTo>
                    <a:pt x="6301564" y="5279"/>
                  </a:lnTo>
                  <a:lnTo>
                    <a:pt x="6302316" y="5279"/>
                  </a:lnTo>
                  <a:lnTo>
                    <a:pt x="6302598" y="5279"/>
                  </a:lnTo>
                  <a:lnTo>
                    <a:pt x="6303068" y="5279"/>
                  </a:lnTo>
                  <a:lnTo>
                    <a:pt x="6303632" y="5279"/>
                  </a:lnTo>
                  <a:lnTo>
                    <a:pt x="6303726" y="5279"/>
                  </a:lnTo>
                  <a:lnTo>
                    <a:pt x="6304102" y="5279"/>
                  </a:lnTo>
                  <a:lnTo>
                    <a:pt x="6304572" y="5279"/>
                  </a:lnTo>
                  <a:lnTo>
                    <a:pt x="6304666" y="5279"/>
                  </a:lnTo>
                  <a:lnTo>
                    <a:pt x="6304948" y="5279"/>
                  </a:lnTo>
                  <a:lnTo>
                    <a:pt x="6305419" y="5279"/>
                  </a:lnTo>
                  <a:lnTo>
                    <a:pt x="6305701" y="5279"/>
                  </a:lnTo>
                  <a:lnTo>
                    <a:pt x="6306453" y="5279"/>
                  </a:lnTo>
                  <a:lnTo>
                    <a:pt x="6306547" y="5279"/>
                  </a:lnTo>
                  <a:lnTo>
                    <a:pt x="6306923" y="5279"/>
                  </a:lnTo>
                  <a:lnTo>
                    <a:pt x="6307111" y="5279"/>
                  </a:lnTo>
                  <a:lnTo>
                    <a:pt x="6307393" y="5279"/>
                  </a:lnTo>
                  <a:lnTo>
                    <a:pt x="6307487" y="5279"/>
                  </a:lnTo>
                  <a:lnTo>
                    <a:pt x="6307675" y="5279"/>
                  </a:lnTo>
                  <a:lnTo>
                    <a:pt x="6308051" y="5279"/>
                  </a:lnTo>
                  <a:lnTo>
                    <a:pt x="6308239" y="5279"/>
                  </a:lnTo>
                  <a:lnTo>
                    <a:pt x="6308333" y="5279"/>
                  </a:lnTo>
                  <a:lnTo>
                    <a:pt x="6308521" y="5279"/>
                  </a:lnTo>
                  <a:lnTo>
                    <a:pt x="6308616" y="5279"/>
                  </a:lnTo>
                  <a:lnTo>
                    <a:pt x="6308710" y="5279"/>
                  </a:lnTo>
                  <a:lnTo>
                    <a:pt x="6309180" y="5279"/>
                  </a:lnTo>
                  <a:lnTo>
                    <a:pt x="6310026" y="5279"/>
                  </a:lnTo>
                  <a:lnTo>
                    <a:pt x="6310120" y="5279"/>
                  </a:lnTo>
                  <a:lnTo>
                    <a:pt x="6310308" y="5279"/>
                  </a:lnTo>
                  <a:lnTo>
                    <a:pt x="6310496" y="5279"/>
                  </a:lnTo>
                  <a:lnTo>
                    <a:pt x="6310590" y="5279"/>
                  </a:lnTo>
                  <a:lnTo>
                    <a:pt x="6311060" y="5279"/>
                  </a:lnTo>
                  <a:lnTo>
                    <a:pt x="6311718" y="5279"/>
                  </a:lnTo>
                  <a:lnTo>
                    <a:pt x="6312471" y="5279"/>
                  </a:lnTo>
                  <a:lnTo>
                    <a:pt x="6312565" y="5279"/>
                  </a:lnTo>
                  <a:lnTo>
                    <a:pt x="6312753" y="5279"/>
                  </a:lnTo>
                  <a:lnTo>
                    <a:pt x="6312847" y="5279"/>
                  </a:lnTo>
                  <a:lnTo>
                    <a:pt x="6313223" y="5279"/>
                  </a:lnTo>
                  <a:lnTo>
                    <a:pt x="6313505" y="5279"/>
                  </a:lnTo>
                  <a:lnTo>
                    <a:pt x="6314069" y="5279"/>
                  </a:lnTo>
                  <a:lnTo>
                    <a:pt x="6314351" y="5279"/>
                  </a:lnTo>
                  <a:lnTo>
                    <a:pt x="6314445" y="5279"/>
                  </a:lnTo>
                  <a:lnTo>
                    <a:pt x="6314539" y="5279"/>
                  </a:lnTo>
                  <a:lnTo>
                    <a:pt x="6315009" y="5279"/>
                  </a:lnTo>
                  <a:lnTo>
                    <a:pt x="6315573" y="5279"/>
                  </a:lnTo>
                  <a:lnTo>
                    <a:pt x="6315667" y="5279"/>
                  </a:lnTo>
                  <a:lnTo>
                    <a:pt x="6315762" y="5279"/>
                  </a:lnTo>
                  <a:lnTo>
                    <a:pt x="6316138" y="5279"/>
                  </a:lnTo>
                  <a:lnTo>
                    <a:pt x="6316232" y="5279"/>
                  </a:lnTo>
                  <a:lnTo>
                    <a:pt x="6316420" y="5279"/>
                  </a:lnTo>
                  <a:lnTo>
                    <a:pt x="6317360" y="5279"/>
                  </a:lnTo>
                  <a:lnTo>
                    <a:pt x="6318206" y="5279"/>
                  </a:lnTo>
                  <a:lnTo>
                    <a:pt x="6318394" y="5279"/>
                  </a:lnTo>
                  <a:lnTo>
                    <a:pt x="6318488" y="5279"/>
                  </a:lnTo>
                  <a:lnTo>
                    <a:pt x="6318582" y="5279"/>
                  </a:lnTo>
                  <a:lnTo>
                    <a:pt x="6318676" y="5279"/>
                  </a:lnTo>
                  <a:lnTo>
                    <a:pt x="6319052" y="5279"/>
                  </a:lnTo>
                  <a:lnTo>
                    <a:pt x="6319711" y="5279"/>
                  </a:lnTo>
                  <a:lnTo>
                    <a:pt x="6319805" y="5279"/>
                  </a:lnTo>
                  <a:lnTo>
                    <a:pt x="6320087" y="5279"/>
                  </a:lnTo>
                  <a:lnTo>
                    <a:pt x="6320369" y="5279"/>
                  </a:lnTo>
                  <a:lnTo>
                    <a:pt x="6320651" y="5279"/>
                  </a:lnTo>
                  <a:lnTo>
                    <a:pt x="6320839" y="5279"/>
                  </a:lnTo>
                  <a:lnTo>
                    <a:pt x="6320933" y="5279"/>
                  </a:lnTo>
                  <a:lnTo>
                    <a:pt x="6321497" y="5279"/>
                  </a:lnTo>
                  <a:lnTo>
                    <a:pt x="6321591" y="5279"/>
                  </a:lnTo>
                  <a:lnTo>
                    <a:pt x="6321873" y="5279"/>
                  </a:lnTo>
                  <a:lnTo>
                    <a:pt x="6321967" y="5279"/>
                  </a:lnTo>
                  <a:lnTo>
                    <a:pt x="6322061" y="5279"/>
                  </a:lnTo>
                  <a:lnTo>
                    <a:pt x="6322437" y="5279"/>
                  </a:lnTo>
                  <a:lnTo>
                    <a:pt x="6322719" y="5279"/>
                  </a:lnTo>
                  <a:lnTo>
                    <a:pt x="6323002" y="5279"/>
                  </a:lnTo>
                  <a:lnTo>
                    <a:pt x="6323096" y="5279"/>
                  </a:lnTo>
                  <a:lnTo>
                    <a:pt x="6323378" y="5279"/>
                  </a:lnTo>
                  <a:lnTo>
                    <a:pt x="6323472" y="5279"/>
                  </a:lnTo>
                  <a:lnTo>
                    <a:pt x="6323566" y="5279"/>
                  </a:lnTo>
                  <a:lnTo>
                    <a:pt x="6324130" y="5279"/>
                  </a:lnTo>
                  <a:lnTo>
                    <a:pt x="6324224" y="5279"/>
                  </a:lnTo>
                  <a:lnTo>
                    <a:pt x="6324412" y="5279"/>
                  </a:lnTo>
                  <a:lnTo>
                    <a:pt x="6324882" y="5279"/>
                  </a:lnTo>
                  <a:lnTo>
                    <a:pt x="6325164" y="5279"/>
                  </a:lnTo>
                  <a:lnTo>
                    <a:pt x="6325540" y="5279"/>
                  </a:lnTo>
                  <a:lnTo>
                    <a:pt x="6325634" y="5279"/>
                  </a:lnTo>
                  <a:lnTo>
                    <a:pt x="6325728" y="5279"/>
                  </a:lnTo>
                  <a:lnTo>
                    <a:pt x="6325822" y="5279"/>
                  </a:lnTo>
                  <a:lnTo>
                    <a:pt x="6326104" y="5279"/>
                  </a:lnTo>
                  <a:lnTo>
                    <a:pt x="6326198" y="5279"/>
                  </a:lnTo>
                  <a:lnTo>
                    <a:pt x="6326763" y="5279"/>
                  </a:lnTo>
                  <a:lnTo>
                    <a:pt x="6326857" y="5279"/>
                  </a:lnTo>
                  <a:lnTo>
                    <a:pt x="6327233" y="5279"/>
                  </a:lnTo>
                  <a:lnTo>
                    <a:pt x="6327421" y="5279"/>
                  </a:lnTo>
                  <a:lnTo>
                    <a:pt x="6327609" y="5279"/>
                  </a:lnTo>
                  <a:lnTo>
                    <a:pt x="6327797" y="5279"/>
                  </a:lnTo>
                  <a:lnTo>
                    <a:pt x="6327891" y="5279"/>
                  </a:lnTo>
                  <a:lnTo>
                    <a:pt x="6327985" y="5279"/>
                  </a:lnTo>
                  <a:lnTo>
                    <a:pt x="6328173" y="5279"/>
                  </a:lnTo>
                  <a:lnTo>
                    <a:pt x="6328737" y="5279"/>
                  </a:lnTo>
                  <a:lnTo>
                    <a:pt x="6328831" y="5279"/>
                  </a:lnTo>
                  <a:lnTo>
                    <a:pt x="6328925" y="5279"/>
                  </a:lnTo>
                  <a:lnTo>
                    <a:pt x="6329019" y="5279"/>
                  </a:lnTo>
                  <a:lnTo>
                    <a:pt x="6329113" y="5279"/>
                  </a:lnTo>
                  <a:lnTo>
                    <a:pt x="6329207" y="5279"/>
                  </a:lnTo>
                  <a:lnTo>
                    <a:pt x="6329489" y="5279"/>
                  </a:lnTo>
                  <a:lnTo>
                    <a:pt x="6329771" y="5279"/>
                  </a:lnTo>
                  <a:lnTo>
                    <a:pt x="6329865" y="5279"/>
                  </a:lnTo>
                  <a:lnTo>
                    <a:pt x="6330054" y="5279"/>
                  </a:lnTo>
                  <a:lnTo>
                    <a:pt x="6330242" y="5279"/>
                  </a:lnTo>
                  <a:lnTo>
                    <a:pt x="6330712" y="5279"/>
                  </a:lnTo>
                  <a:lnTo>
                    <a:pt x="6330806" y="5279"/>
                  </a:lnTo>
                  <a:lnTo>
                    <a:pt x="6331088" y="5279"/>
                  </a:lnTo>
                  <a:lnTo>
                    <a:pt x="6331182" y="5279"/>
                  </a:lnTo>
                  <a:lnTo>
                    <a:pt x="6331276" y="5279"/>
                  </a:lnTo>
                  <a:lnTo>
                    <a:pt x="6331370" y="5279"/>
                  </a:lnTo>
                  <a:lnTo>
                    <a:pt x="6331558" y="5279"/>
                  </a:lnTo>
                  <a:lnTo>
                    <a:pt x="6331652" y="5279"/>
                  </a:lnTo>
                  <a:lnTo>
                    <a:pt x="6331746" y="5279"/>
                  </a:lnTo>
                  <a:lnTo>
                    <a:pt x="6331840" y="5279"/>
                  </a:lnTo>
                  <a:lnTo>
                    <a:pt x="6332028" y="5279"/>
                  </a:lnTo>
                  <a:lnTo>
                    <a:pt x="6332122" y="5279"/>
                  </a:lnTo>
                  <a:lnTo>
                    <a:pt x="6332310" y="5279"/>
                  </a:lnTo>
                  <a:lnTo>
                    <a:pt x="6332498" y="5279"/>
                  </a:lnTo>
                  <a:lnTo>
                    <a:pt x="6332968" y="0"/>
                  </a:lnTo>
                  <a:lnTo>
                    <a:pt x="6332968" y="0"/>
                  </a:lnTo>
                  <a:lnTo>
                    <a:pt x="6333062" y="0"/>
                  </a:lnTo>
                  <a:lnTo>
                    <a:pt x="6333344" y="0"/>
                  </a:lnTo>
                  <a:lnTo>
                    <a:pt x="6333627" y="0"/>
                  </a:lnTo>
                  <a:lnTo>
                    <a:pt x="6333721" y="0"/>
                  </a:lnTo>
                  <a:lnTo>
                    <a:pt x="6333815" y="0"/>
                  </a:lnTo>
                  <a:lnTo>
                    <a:pt x="6333909" y="0"/>
                  </a:lnTo>
                  <a:lnTo>
                    <a:pt x="6334285" y="0"/>
                  </a:lnTo>
                  <a:lnTo>
                    <a:pt x="6334567" y="0"/>
                  </a:lnTo>
                  <a:lnTo>
                    <a:pt x="6334661" y="0"/>
                  </a:lnTo>
                  <a:lnTo>
                    <a:pt x="6334755" y="0"/>
                  </a:lnTo>
                  <a:lnTo>
                    <a:pt x="6334943" y="0"/>
                  </a:lnTo>
                  <a:lnTo>
                    <a:pt x="6335413" y="0"/>
                  </a:lnTo>
                  <a:lnTo>
                    <a:pt x="6335507" y="0"/>
                  </a:lnTo>
                  <a:lnTo>
                    <a:pt x="6335695" y="0"/>
                  </a:lnTo>
                  <a:lnTo>
                    <a:pt x="6335789" y="0"/>
                  </a:lnTo>
                  <a:lnTo>
                    <a:pt x="6335977" y="0"/>
                  </a:lnTo>
                  <a:lnTo>
                    <a:pt x="6336071" y="0"/>
                  </a:lnTo>
                  <a:lnTo>
                    <a:pt x="6336447" y="0"/>
                  </a:lnTo>
                  <a:lnTo>
                    <a:pt x="6336541" y="0"/>
                  </a:lnTo>
                  <a:lnTo>
                    <a:pt x="6336635" y="0"/>
                  </a:lnTo>
                  <a:lnTo>
                    <a:pt x="6336729" y="0"/>
                  </a:lnTo>
                  <a:lnTo>
                    <a:pt x="6337012" y="0"/>
                  </a:lnTo>
                  <a:lnTo>
                    <a:pt x="6337106" y="0"/>
                  </a:lnTo>
                  <a:lnTo>
                    <a:pt x="6337200" y="0"/>
                  </a:lnTo>
                  <a:lnTo>
                    <a:pt x="6337294" y="0"/>
                  </a:lnTo>
                  <a:lnTo>
                    <a:pt x="6337388" y="0"/>
                  </a:lnTo>
                  <a:lnTo>
                    <a:pt x="6337482" y="0"/>
                  </a:lnTo>
                  <a:lnTo>
                    <a:pt x="6337576" y="0"/>
                  </a:lnTo>
                  <a:lnTo>
                    <a:pt x="6337764" y="0"/>
                  </a:lnTo>
                  <a:lnTo>
                    <a:pt x="6337858" y="0"/>
                  </a:lnTo>
                  <a:lnTo>
                    <a:pt x="6337952" y="0"/>
                  </a:lnTo>
                  <a:lnTo>
                    <a:pt x="6338046" y="0"/>
                  </a:lnTo>
                  <a:lnTo>
                    <a:pt x="6338140" y="0"/>
                  </a:lnTo>
                  <a:lnTo>
                    <a:pt x="6338234" y="0"/>
                  </a:lnTo>
                  <a:lnTo>
                    <a:pt x="6338422" y="0"/>
                  </a:lnTo>
                  <a:lnTo>
                    <a:pt x="6338516" y="0"/>
                  </a:lnTo>
                  <a:lnTo>
                    <a:pt x="6338704" y="0"/>
                  </a:lnTo>
                  <a:lnTo>
                    <a:pt x="6338798" y="0"/>
                  </a:lnTo>
                  <a:lnTo>
                    <a:pt x="6338892" y="0"/>
                  </a:lnTo>
                  <a:lnTo>
                    <a:pt x="6338986" y="0"/>
                  </a:lnTo>
                  <a:lnTo>
                    <a:pt x="6339174" y="0"/>
                  </a:lnTo>
                  <a:lnTo>
                    <a:pt x="6339268" y="0"/>
                  </a:lnTo>
                  <a:lnTo>
                    <a:pt x="6339362" y="0"/>
                  </a:lnTo>
                  <a:lnTo>
                    <a:pt x="6339456" y="0"/>
                  </a:lnTo>
                  <a:lnTo>
                    <a:pt x="6339550" y="0"/>
                  </a:lnTo>
                  <a:lnTo>
                    <a:pt x="6339644" y="0"/>
                  </a:lnTo>
                  <a:lnTo>
                    <a:pt x="6339738" y="0"/>
                  </a:lnTo>
                  <a:lnTo>
                    <a:pt x="6339832" y="0"/>
                  </a:lnTo>
                  <a:lnTo>
                    <a:pt x="6339926" y="0"/>
                  </a:lnTo>
                  <a:lnTo>
                    <a:pt x="6340020" y="0"/>
                  </a:lnTo>
                  <a:lnTo>
                    <a:pt x="6340114" y="0"/>
                  </a:lnTo>
                  <a:lnTo>
                    <a:pt x="6340208" y="0"/>
                  </a:lnTo>
                  <a:lnTo>
                    <a:pt x="6340302" y="0"/>
                  </a:lnTo>
                  <a:lnTo>
                    <a:pt x="6340396" y="0"/>
                  </a:lnTo>
                  <a:lnTo>
                    <a:pt x="6340490" y="0"/>
                  </a:lnTo>
                  <a:lnTo>
                    <a:pt x="6340585" y="0"/>
                  </a:lnTo>
                  <a:lnTo>
                    <a:pt x="6340585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652822" y="69589"/>
              <a:ext cx="6340585" cy="6340585"/>
            </a:xfrm>
            <a:custGeom>
              <a:avLst/>
              <a:pathLst>
                <a:path w="6340585" h="6340585">
                  <a:moveTo>
                    <a:pt x="0" y="6340585"/>
                  </a:moveTo>
                  <a:lnTo>
                    <a:pt x="94" y="6340585"/>
                  </a:lnTo>
                  <a:lnTo>
                    <a:pt x="188" y="6340585"/>
                  </a:lnTo>
                  <a:lnTo>
                    <a:pt x="282" y="6340585"/>
                  </a:lnTo>
                  <a:lnTo>
                    <a:pt x="376" y="6340585"/>
                  </a:lnTo>
                  <a:lnTo>
                    <a:pt x="470" y="6340585"/>
                  </a:lnTo>
                  <a:lnTo>
                    <a:pt x="564" y="6340585"/>
                  </a:lnTo>
                  <a:lnTo>
                    <a:pt x="658" y="6340585"/>
                  </a:lnTo>
                  <a:lnTo>
                    <a:pt x="658" y="6335305"/>
                  </a:lnTo>
                  <a:lnTo>
                    <a:pt x="752" y="6335305"/>
                  </a:lnTo>
                  <a:lnTo>
                    <a:pt x="846" y="6335305"/>
                  </a:lnTo>
                  <a:lnTo>
                    <a:pt x="940" y="6335305"/>
                  </a:lnTo>
                  <a:lnTo>
                    <a:pt x="1034" y="6335305"/>
                  </a:lnTo>
                  <a:lnTo>
                    <a:pt x="1128" y="6335305"/>
                  </a:lnTo>
                  <a:lnTo>
                    <a:pt x="1222" y="6335305"/>
                  </a:lnTo>
                  <a:lnTo>
                    <a:pt x="1316" y="6335305"/>
                  </a:lnTo>
                  <a:lnTo>
                    <a:pt x="1410" y="6335305"/>
                  </a:lnTo>
                  <a:lnTo>
                    <a:pt x="1504" y="6335305"/>
                  </a:lnTo>
                  <a:lnTo>
                    <a:pt x="1598" y="6335305"/>
                  </a:lnTo>
                  <a:lnTo>
                    <a:pt x="1692" y="6335305"/>
                  </a:lnTo>
                  <a:lnTo>
                    <a:pt x="1692" y="6330026"/>
                  </a:lnTo>
                  <a:lnTo>
                    <a:pt x="1786" y="6330026"/>
                  </a:lnTo>
                  <a:lnTo>
                    <a:pt x="1880" y="6330026"/>
                  </a:lnTo>
                  <a:lnTo>
                    <a:pt x="1974" y="6330026"/>
                  </a:lnTo>
                  <a:lnTo>
                    <a:pt x="2068" y="6330026"/>
                  </a:lnTo>
                  <a:lnTo>
                    <a:pt x="2162" y="6330026"/>
                  </a:lnTo>
                  <a:lnTo>
                    <a:pt x="2256" y="6330026"/>
                  </a:lnTo>
                  <a:lnTo>
                    <a:pt x="2350" y="6330026"/>
                  </a:lnTo>
                  <a:lnTo>
                    <a:pt x="2444" y="6330026"/>
                  </a:lnTo>
                  <a:lnTo>
                    <a:pt x="2538" y="6330026"/>
                  </a:lnTo>
                  <a:lnTo>
                    <a:pt x="2632" y="6330026"/>
                  </a:lnTo>
                  <a:lnTo>
                    <a:pt x="2726" y="6330026"/>
                  </a:lnTo>
                  <a:lnTo>
                    <a:pt x="2726" y="6324746"/>
                  </a:lnTo>
                  <a:lnTo>
                    <a:pt x="2820" y="6324746"/>
                  </a:lnTo>
                  <a:lnTo>
                    <a:pt x="2914" y="6324746"/>
                  </a:lnTo>
                  <a:lnTo>
                    <a:pt x="3008" y="6324746"/>
                  </a:lnTo>
                  <a:lnTo>
                    <a:pt x="3102" y="6324746"/>
                  </a:lnTo>
                  <a:lnTo>
                    <a:pt x="3196" y="6324746"/>
                  </a:lnTo>
                  <a:lnTo>
                    <a:pt x="3290" y="6324746"/>
                  </a:lnTo>
                  <a:lnTo>
                    <a:pt x="3384" y="6324746"/>
                  </a:lnTo>
                  <a:lnTo>
                    <a:pt x="3478" y="6324746"/>
                  </a:lnTo>
                  <a:lnTo>
                    <a:pt x="3573" y="6324746"/>
                  </a:lnTo>
                  <a:lnTo>
                    <a:pt x="3667" y="6324746"/>
                  </a:lnTo>
                  <a:lnTo>
                    <a:pt x="3667" y="6319467"/>
                  </a:lnTo>
                  <a:lnTo>
                    <a:pt x="3761" y="6319467"/>
                  </a:lnTo>
                  <a:lnTo>
                    <a:pt x="3855" y="6319467"/>
                  </a:lnTo>
                  <a:lnTo>
                    <a:pt x="3949" y="6319467"/>
                  </a:lnTo>
                  <a:lnTo>
                    <a:pt x="4043" y="6319467"/>
                  </a:lnTo>
                  <a:lnTo>
                    <a:pt x="4137" y="6319467"/>
                  </a:lnTo>
                  <a:lnTo>
                    <a:pt x="4231" y="6319467"/>
                  </a:lnTo>
                  <a:lnTo>
                    <a:pt x="4325" y="6319467"/>
                  </a:lnTo>
                  <a:lnTo>
                    <a:pt x="4419" y="6319467"/>
                  </a:lnTo>
                  <a:lnTo>
                    <a:pt x="4513" y="6319467"/>
                  </a:lnTo>
                  <a:lnTo>
                    <a:pt x="4607" y="6319467"/>
                  </a:lnTo>
                  <a:lnTo>
                    <a:pt x="4701" y="6319467"/>
                  </a:lnTo>
                  <a:lnTo>
                    <a:pt x="4795" y="6319467"/>
                  </a:lnTo>
                  <a:lnTo>
                    <a:pt x="4889" y="6319467"/>
                  </a:lnTo>
                  <a:lnTo>
                    <a:pt x="4983" y="6319467"/>
                  </a:lnTo>
                  <a:lnTo>
                    <a:pt x="5077" y="6319467"/>
                  </a:lnTo>
                  <a:lnTo>
                    <a:pt x="5171" y="6319467"/>
                  </a:lnTo>
                  <a:lnTo>
                    <a:pt x="5265" y="6319467"/>
                  </a:lnTo>
                  <a:lnTo>
                    <a:pt x="5359" y="6319467"/>
                  </a:lnTo>
                  <a:lnTo>
                    <a:pt x="5453" y="6319467"/>
                  </a:lnTo>
                  <a:lnTo>
                    <a:pt x="5547" y="6319467"/>
                  </a:lnTo>
                  <a:lnTo>
                    <a:pt x="5641" y="6319467"/>
                  </a:lnTo>
                  <a:lnTo>
                    <a:pt x="5735" y="6319467"/>
                  </a:lnTo>
                  <a:lnTo>
                    <a:pt x="5829" y="6319467"/>
                  </a:lnTo>
                  <a:lnTo>
                    <a:pt x="5923" y="6319467"/>
                  </a:lnTo>
                  <a:lnTo>
                    <a:pt x="6017" y="6319467"/>
                  </a:lnTo>
                  <a:lnTo>
                    <a:pt x="6111" y="6319467"/>
                  </a:lnTo>
                  <a:lnTo>
                    <a:pt x="6205" y="6319467"/>
                  </a:lnTo>
                  <a:lnTo>
                    <a:pt x="6299" y="6319467"/>
                  </a:lnTo>
                  <a:lnTo>
                    <a:pt x="6393" y="6319467"/>
                  </a:lnTo>
                  <a:lnTo>
                    <a:pt x="6487" y="6319467"/>
                  </a:lnTo>
                  <a:lnTo>
                    <a:pt x="6581" y="6319467"/>
                  </a:lnTo>
                  <a:lnTo>
                    <a:pt x="6675" y="6319467"/>
                  </a:lnTo>
                  <a:lnTo>
                    <a:pt x="6675" y="6314187"/>
                  </a:lnTo>
                  <a:lnTo>
                    <a:pt x="6769" y="6314187"/>
                  </a:lnTo>
                  <a:lnTo>
                    <a:pt x="6863" y="6314187"/>
                  </a:lnTo>
                  <a:lnTo>
                    <a:pt x="6957" y="6314187"/>
                  </a:lnTo>
                  <a:lnTo>
                    <a:pt x="7051" y="6314187"/>
                  </a:lnTo>
                  <a:lnTo>
                    <a:pt x="7051" y="6308908"/>
                  </a:lnTo>
                  <a:lnTo>
                    <a:pt x="7146" y="6308908"/>
                  </a:lnTo>
                  <a:lnTo>
                    <a:pt x="7240" y="6308908"/>
                  </a:lnTo>
                  <a:lnTo>
                    <a:pt x="7334" y="6308908"/>
                  </a:lnTo>
                  <a:lnTo>
                    <a:pt x="7428" y="6308908"/>
                  </a:lnTo>
                  <a:lnTo>
                    <a:pt x="7428" y="6303629"/>
                  </a:lnTo>
                  <a:lnTo>
                    <a:pt x="7522" y="6303629"/>
                  </a:lnTo>
                  <a:lnTo>
                    <a:pt x="7616" y="6303629"/>
                  </a:lnTo>
                  <a:lnTo>
                    <a:pt x="7710" y="6303629"/>
                  </a:lnTo>
                  <a:lnTo>
                    <a:pt x="7804" y="6303629"/>
                  </a:lnTo>
                  <a:lnTo>
                    <a:pt x="7898" y="6303629"/>
                  </a:lnTo>
                  <a:lnTo>
                    <a:pt x="7992" y="6303629"/>
                  </a:lnTo>
                  <a:lnTo>
                    <a:pt x="8086" y="6303629"/>
                  </a:lnTo>
                  <a:lnTo>
                    <a:pt x="8180" y="6303629"/>
                  </a:lnTo>
                  <a:lnTo>
                    <a:pt x="8274" y="6303629"/>
                  </a:lnTo>
                  <a:lnTo>
                    <a:pt x="8368" y="6303629"/>
                  </a:lnTo>
                  <a:lnTo>
                    <a:pt x="8462" y="6303629"/>
                  </a:lnTo>
                  <a:lnTo>
                    <a:pt x="8556" y="6303629"/>
                  </a:lnTo>
                  <a:lnTo>
                    <a:pt x="8650" y="6303629"/>
                  </a:lnTo>
                  <a:lnTo>
                    <a:pt x="8744" y="6303629"/>
                  </a:lnTo>
                  <a:lnTo>
                    <a:pt x="8838" y="6303629"/>
                  </a:lnTo>
                  <a:lnTo>
                    <a:pt x="8932" y="6303629"/>
                  </a:lnTo>
                  <a:lnTo>
                    <a:pt x="9026" y="6303629"/>
                  </a:lnTo>
                  <a:lnTo>
                    <a:pt x="9120" y="6303629"/>
                  </a:lnTo>
                  <a:lnTo>
                    <a:pt x="9214" y="6303629"/>
                  </a:lnTo>
                  <a:lnTo>
                    <a:pt x="9308" y="6303629"/>
                  </a:lnTo>
                  <a:lnTo>
                    <a:pt x="9402" y="6303629"/>
                  </a:lnTo>
                  <a:lnTo>
                    <a:pt x="9496" y="6303629"/>
                  </a:lnTo>
                  <a:lnTo>
                    <a:pt x="9590" y="6303629"/>
                  </a:lnTo>
                  <a:lnTo>
                    <a:pt x="9684" y="6303629"/>
                  </a:lnTo>
                  <a:lnTo>
                    <a:pt x="9778" y="6303629"/>
                  </a:lnTo>
                  <a:lnTo>
                    <a:pt x="9872" y="6303629"/>
                  </a:lnTo>
                  <a:lnTo>
                    <a:pt x="9966" y="6303629"/>
                  </a:lnTo>
                  <a:lnTo>
                    <a:pt x="9966" y="6298349"/>
                  </a:lnTo>
                  <a:lnTo>
                    <a:pt x="10060" y="6298349"/>
                  </a:lnTo>
                  <a:lnTo>
                    <a:pt x="10154" y="6298349"/>
                  </a:lnTo>
                  <a:lnTo>
                    <a:pt x="10248" y="6298349"/>
                  </a:lnTo>
                  <a:lnTo>
                    <a:pt x="10342" y="6298349"/>
                  </a:lnTo>
                  <a:lnTo>
                    <a:pt x="10436" y="6298349"/>
                  </a:lnTo>
                  <a:lnTo>
                    <a:pt x="10530" y="6298349"/>
                  </a:lnTo>
                  <a:lnTo>
                    <a:pt x="10624" y="6298349"/>
                  </a:lnTo>
                  <a:lnTo>
                    <a:pt x="10719" y="6298349"/>
                  </a:lnTo>
                  <a:lnTo>
                    <a:pt x="10813" y="6298349"/>
                  </a:lnTo>
                  <a:lnTo>
                    <a:pt x="10907" y="6298349"/>
                  </a:lnTo>
                  <a:lnTo>
                    <a:pt x="11001" y="6298349"/>
                  </a:lnTo>
                  <a:lnTo>
                    <a:pt x="11095" y="6298349"/>
                  </a:lnTo>
                  <a:lnTo>
                    <a:pt x="11189" y="6298349"/>
                  </a:lnTo>
                  <a:lnTo>
                    <a:pt x="11283" y="6298349"/>
                  </a:lnTo>
                  <a:lnTo>
                    <a:pt x="11377" y="6298349"/>
                  </a:lnTo>
                  <a:lnTo>
                    <a:pt x="11471" y="6298349"/>
                  </a:lnTo>
                  <a:lnTo>
                    <a:pt x="11565" y="6298349"/>
                  </a:lnTo>
                  <a:lnTo>
                    <a:pt x="11659" y="6298349"/>
                  </a:lnTo>
                  <a:lnTo>
                    <a:pt x="11753" y="6298349"/>
                  </a:lnTo>
                  <a:lnTo>
                    <a:pt x="11847" y="6298349"/>
                  </a:lnTo>
                  <a:lnTo>
                    <a:pt x="11941" y="6298349"/>
                  </a:lnTo>
                  <a:lnTo>
                    <a:pt x="12035" y="6298349"/>
                  </a:lnTo>
                  <a:lnTo>
                    <a:pt x="12129" y="6298349"/>
                  </a:lnTo>
                  <a:lnTo>
                    <a:pt x="12223" y="6298349"/>
                  </a:lnTo>
                  <a:lnTo>
                    <a:pt x="12317" y="6298349"/>
                  </a:lnTo>
                  <a:lnTo>
                    <a:pt x="12411" y="6298349"/>
                  </a:lnTo>
                  <a:lnTo>
                    <a:pt x="12505" y="6298349"/>
                  </a:lnTo>
                  <a:lnTo>
                    <a:pt x="12599" y="6298349"/>
                  </a:lnTo>
                  <a:lnTo>
                    <a:pt x="12693" y="6298349"/>
                  </a:lnTo>
                  <a:lnTo>
                    <a:pt x="12787" y="6298349"/>
                  </a:lnTo>
                  <a:lnTo>
                    <a:pt x="12881" y="6298349"/>
                  </a:lnTo>
                  <a:lnTo>
                    <a:pt x="12975" y="6298349"/>
                  </a:lnTo>
                  <a:lnTo>
                    <a:pt x="13069" y="6298349"/>
                  </a:lnTo>
                  <a:lnTo>
                    <a:pt x="13163" y="6298349"/>
                  </a:lnTo>
                  <a:lnTo>
                    <a:pt x="13257" y="6298349"/>
                  </a:lnTo>
                  <a:lnTo>
                    <a:pt x="13351" y="6298349"/>
                  </a:lnTo>
                  <a:lnTo>
                    <a:pt x="13351" y="6293070"/>
                  </a:lnTo>
                  <a:lnTo>
                    <a:pt x="13445" y="6293070"/>
                  </a:lnTo>
                  <a:lnTo>
                    <a:pt x="13539" y="6293070"/>
                  </a:lnTo>
                  <a:lnTo>
                    <a:pt x="13633" y="6293070"/>
                  </a:lnTo>
                  <a:lnTo>
                    <a:pt x="13727" y="6293070"/>
                  </a:lnTo>
                  <a:lnTo>
                    <a:pt x="13821" y="6293070"/>
                  </a:lnTo>
                  <a:lnTo>
                    <a:pt x="13915" y="6293070"/>
                  </a:lnTo>
                  <a:lnTo>
                    <a:pt x="14009" y="6293070"/>
                  </a:lnTo>
                  <a:lnTo>
                    <a:pt x="14103" y="6293070"/>
                  </a:lnTo>
                  <a:lnTo>
                    <a:pt x="14198" y="6293070"/>
                  </a:lnTo>
                  <a:lnTo>
                    <a:pt x="14292" y="6293070"/>
                  </a:lnTo>
                  <a:lnTo>
                    <a:pt x="14386" y="6293070"/>
                  </a:lnTo>
                  <a:lnTo>
                    <a:pt x="14480" y="6293070"/>
                  </a:lnTo>
                  <a:lnTo>
                    <a:pt x="14574" y="6293070"/>
                  </a:lnTo>
                  <a:lnTo>
                    <a:pt x="14668" y="6293070"/>
                  </a:lnTo>
                  <a:lnTo>
                    <a:pt x="14762" y="6293070"/>
                  </a:lnTo>
                  <a:lnTo>
                    <a:pt x="14856" y="6293070"/>
                  </a:lnTo>
                  <a:lnTo>
                    <a:pt x="14950" y="6293070"/>
                  </a:lnTo>
                  <a:lnTo>
                    <a:pt x="15044" y="6293070"/>
                  </a:lnTo>
                  <a:lnTo>
                    <a:pt x="15138" y="6293070"/>
                  </a:lnTo>
                  <a:lnTo>
                    <a:pt x="15232" y="6293070"/>
                  </a:lnTo>
                  <a:lnTo>
                    <a:pt x="15326" y="6293070"/>
                  </a:lnTo>
                  <a:lnTo>
                    <a:pt x="15420" y="6293070"/>
                  </a:lnTo>
                  <a:lnTo>
                    <a:pt x="15514" y="6293070"/>
                  </a:lnTo>
                  <a:lnTo>
                    <a:pt x="15608" y="6293070"/>
                  </a:lnTo>
                  <a:lnTo>
                    <a:pt x="15702" y="6293070"/>
                  </a:lnTo>
                  <a:lnTo>
                    <a:pt x="15796" y="6293070"/>
                  </a:lnTo>
                  <a:lnTo>
                    <a:pt x="15890" y="6293070"/>
                  </a:lnTo>
                  <a:lnTo>
                    <a:pt x="15984" y="6293070"/>
                  </a:lnTo>
                  <a:lnTo>
                    <a:pt x="16078" y="6293070"/>
                  </a:lnTo>
                  <a:lnTo>
                    <a:pt x="16172" y="6293070"/>
                  </a:lnTo>
                  <a:lnTo>
                    <a:pt x="16266" y="6293070"/>
                  </a:lnTo>
                  <a:lnTo>
                    <a:pt x="16360" y="6293070"/>
                  </a:lnTo>
                  <a:lnTo>
                    <a:pt x="16454" y="6293070"/>
                  </a:lnTo>
                  <a:lnTo>
                    <a:pt x="16548" y="6293070"/>
                  </a:lnTo>
                  <a:lnTo>
                    <a:pt x="16548" y="6287790"/>
                  </a:lnTo>
                  <a:lnTo>
                    <a:pt x="16642" y="6287790"/>
                  </a:lnTo>
                  <a:lnTo>
                    <a:pt x="16736" y="6287790"/>
                  </a:lnTo>
                  <a:lnTo>
                    <a:pt x="16830" y="6287790"/>
                  </a:lnTo>
                  <a:lnTo>
                    <a:pt x="16924" y="6287790"/>
                  </a:lnTo>
                  <a:lnTo>
                    <a:pt x="17018" y="6287790"/>
                  </a:lnTo>
                  <a:lnTo>
                    <a:pt x="17112" y="6287790"/>
                  </a:lnTo>
                  <a:lnTo>
                    <a:pt x="17112" y="6282511"/>
                  </a:lnTo>
                  <a:lnTo>
                    <a:pt x="17112" y="6277231"/>
                  </a:lnTo>
                  <a:lnTo>
                    <a:pt x="17206" y="6277231"/>
                  </a:lnTo>
                  <a:lnTo>
                    <a:pt x="17300" y="6277231"/>
                  </a:lnTo>
                  <a:lnTo>
                    <a:pt x="17394" y="6277231"/>
                  </a:lnTo>
                  <a:lnTo>
                    <a:pt x="17488" y="6277231"/>
                  </a:lnTo>
                  <a:lnTo>
                    <a:pt x="17582" y="6277231"/>
                  </a:lnTo>
                  <a:lnTo>
                    <a:pt x="17676" y="6277231"/>
                  </a:lnTo>
                  <a:lnTo>
                    <a:pt x="17771" y="6277231"/>
                  </a:lnTo>
                  <a:lnTo>
                    <a:pt x="17865" y="6277231"/>
                  </a:lnTo>
                  <a:lnTo>
                    <a:pt x="17959" y="6277231"/>
                  </a:lnTo>
                  <a:lnTo>
                    <a:pt x="18053" y="6277231"/>
                  </a:lnTo>
                  <a:lnTo>
                    <a:pt x="18147" y="6277231"/>
                  </a:lnTo>
                  <a:lnTo>
                    <a:pt x="18241" y="6277231"/>
                  </a:lnTo>
                  <a:lnTo>
                    <a:pt x="18335" y="6277231"/>
                  </a:lnTo>
                  <a:lnTo>
                    <a:pt x="18429" y="6277231"/>
                  </a:lnTo>
                  <a:lnTo>
                    <a:pt x="18523" y="6277231"/>
                  </a:lnTo>
                  <a:lnTo>
                    <a:pt x="18617" y="6277231"/>
                  </a:lnTo>
                  <a:lnTo>
                    <a:pt x="18711" y="6277231"/>
                  </a:lnTo>
                  <a:lnTo>
                    <a:pt x="18805" y="6277231"/>
                  </a:lnTo>
                  <a:lnTo>
                    <a:pt x="18899" y="6277231"/>
                  </a:lnTo>
                  <a:lnTo>
                    <a:pt x="18993" y="6277231"/>
                  </a:lnTo>
                  <a:lnTo>
                    <a:pt x="19087" y="6277231"/>
                  </a:lnTo>
                  <a:lnTo>
                    <a:pt x="19181" y="6277231"/>
                  </a:lnTo>
                  <a:lnTo>
                    <a:pt x="19275" y="6277231"/>
                  </a:lnTo>
                  <a:lnTo>
                    <a:pt x="19369" y="6277231"/>
                  </a:lnTo>
                  <a:lnTo>
                    <a:pt x="19463" y="6277231"/>
                  </a:lnTo>
                  <a:lnTo>
                    <a:pt x="19557" y="6277231"/>
                  </a:lnTo>
                  <a:lnTo>
                    <a:pt x="19651" y="6277231"/>
                  </a:lnTo>
                  <a:lnTo>
                    <a:pt x="19745" y="6277231"/>
                  </a:lnTo>
                  <a:lnTo>
                    <a:pt x="19839" y="6277231"/>
                  </a:lnTo>
                  <a:lnTo>
                    <a:pt x="19933" y="6277231"/>
                  </a:lnTo>
                  <a:lnTo>
                    <a:pt x="20027" y="6277231"/>
                  </a:lnTo>
                  <a:lnTo>
                    <a:pt x="20121" y="6277231"/>
                  </a:lnTo>
                  <a:lnTo>
                    <a:pt x="20215" y="6277231"/>
                  </a:lnTo>
                  <a:lnTo>
                    <a:pt x="20309" y="6277231"/>
                  </a:lnTo>
                  <a:lnTo>
                    <a:pt x="20403" y="6277231"/>
                  </a:lnTo>
                  <a:lnTo>
                    <a:pt x="20497" y="6277231"/>
                  </a:lnTo>
                  <a:lnTo>
                    <a:pt x="20591" y="6277231"/>
                  </a:lnTo>
                  <a:lnTo>
                    <a:pt x="20685" y="6277231"/>
                  </a:lnTo>
                  <a:lnTo>
                    <a:pt x="20779" y="6277231"/>
                  </a:lnTo>
                  <a:lnTo>
                    <a:pt x="20873" y="6277231"/>
                  </a:lnTo>
                  <a:lnTo>
                    <a:pt x="20967" y="6277231"/>
                  </a:lnTo>
                  <a:lnTo>
                    <a:pt x="21061" y="6277231"/>
                  </a:lnTo>
                  <a:lnTo>
                    <a:pt x="21155" y="6277231"/>
                  </a:lnTo>
                  <a:lnTo>
                    <a:pt x="21249" y="6277231"/>
                  </a:lnTo>
                  <a:lnTo>
                    <a:pt x="21344" y="6277231"/>
                  </a:lnTo>
                  <a:lnTo>
                    <a:pt x="21438" y="6277231"/>
                  </a:lnTo>
                  <a:lnTo>
                    <a:pt x="21532" y="6277231"/>
                  </a:lnTo>
                  <a:lnTo>
                    <a:pt x="21626" y="6277231"/>
                  </a:lnTo>
                  <a:lnTo>
                    <a:pt x="21720" y="6277231"/>
                  </a:lnTo>
                  <a:lnTo>
                    <a:pt x="21814" y="6277231"/>
                  </a:lnTo>
                  <a:lnTo>
                    <a:pt x="21908" y="6277231"/>
                  </a:lnTo>
                  <a:lnTo>
                    <a:pt x="22002" y="6277231"/>
                  </a:lnTo>
                  <a:lnTo>
                    <a:pt x="22096" y="6277231"/>
                  </a:lnTo>
                  <a:lnTo>
                    <a:pt x="22190" y="6277231"/>
                  </a:lnTo>
                  <a:lnTo>
                    <a:pt x="22284" y="6277231"/>
                  </a:lnTo>
                  <a:lnTo>
                    <a:pt x="22378" y="6277231"/>
                  </a:lnTo>
                  <a:lnTo>
                    <a:pt x="22472" y="6277231"/>
                  </a:lnTo>
                  <a:lnTo>
                    <a:pt x="22472" y="6271952"/>
                  </a:lnTo>
                  <a:lnTo>
                    <a:pt x="22566" y="6271952"/>
                  </a:lnTo>
                  <a:lnTo>
                    <a:pt x="22660" y="6271952"/>
                  </a:lnTo>
                  <a:lnTo>
                    <a:pt x="22754" y="6271952"/>
                  </a:lnTo>
                  <a:lnTo>
                    <a:pt x="22848" y="6271952"/>
                  </a:lnTo>
                  <a:lnTo>
                    <a:pt x="22942" y="6271952"/>
                  </a:lnTo>
                  <a:lnTo>
                    <a:pt x="23036" y="6271952"/>
                  </a:lnTo>
                  <a:lnTo>
                    <a:pt x="23130" y="6271952"/>
                  </a:lnTo>
                  <a:lnTo>
                    <a:pt x="23224" y="6271952"/>
                  </a:lnTo>
                  <a:lnTo>
                    <a:pt x="23318" y="6271952"/>
                  </a:lnTo>
                  <a:lnTo>
                    <a:pt x="23412" y="6271952"/>
                  </a:lnTo>
                  <a:lnTo>
                    <a:pt x="23506" y="6271952"/>
                  </a:lnTo>
                  <a:lnTo>
                    <a:pt x="23600" y="6271952"/>
                  </a:lnTo>
                  <a:lnTo>
                    <a:pt x="23694" y="6271952"/>
                  </a:lnTo>
                  <a:lnTo>
                    <a:pt x="23788" y="6271952"/>
                  </a:lnTo>
                  <a:lnTo>
                    <a:pt x="23882" y="6271952"/>
                  </a:lnTo>
                  <a:lnTo>
                    <a:pt x="23976" y="6271952"/>
                  </a:lnTo>
                  <a:lnTo>
                    <a:pt x="24070" y="6271952"/>
                  </a:lnTo>
                  <a:lnTo>
                    <a:pt x="24164" y="6271952"/>
                  </a:lnTo>
                  <a:lnTo>
                    <a:pt x="24258" y="6271952"/>
                  </a:lnTo>
                  <a:lnTo>
                    <a:pt x="24352" y="6271952"/>
                  </a:lnTo>
                  <a:lnTo>
                    <a:pt x="24446" y="6271952"/>
                  </a:lnTo>
                  <a:lnTo>
                    <a:pt x="24540" y="6271952"/>
                  </a:lnTo>
                  <a:lnTo>
                    <a:pt x="24634" y="6271952"/>
                  </a:lnTo>
                  <a:lnTo>
                    <a:pt x="24728" y="6271952"/>
                  </a:lnTo>
                  <a:lnTo>
                    <a:pt x="24823" y="6271952"/>
                  </a:lnTo>
                  <a:lnTo>
                    <a:pt x="24917" y="6271952"/>
                  </a:lnTo>
                  <a:lnTo>
                    <a:pt x="25011" y="6271952"/>
                  </a:lnTo>
                  <a:lnTo>
                    <a:pt x="25105" y="6271952"/>
                  </a:lnTo>
                  <a:lnTo>
                    <a:pt x="25199" y="6271952"/>
                  </a:lnTo>
                  <a:lnTo>
                    <a:pt x="25293" y="6271952"/>
                  </a:lnTo>
                  <a:lnTo>
                    <a:pt x="25387" y="6271952"/>
                  </a:lnTo>
                  <a:lnTo>
                    <a:pt x="25481" y="6271952"/>
                  </a:lnTo>
                  <a:lnTo>
                    <a:pt x="25575" y="6271952"/>
                  </a:lnTo>
                  <a:lnTo>
                    <a:pt x="25669" y="6271952"/>
                  </a:lnTo>
                  <a:lnTo>
                    <a:pt x="25763" y="6271952"/>
                  </a:lnTo>
                  <a:lnTo>
                    <a:pt x="25857" y="6271952"/>
                  </a:lnTo>
                  <a:lnTo>
                    <a:pt x="25951" y="6271952"/>
                  </a:lnTo>
                  <a:lnTo>
                    <a:pt x="26045" y="6271952"/>
                  </a:lnTo>
                  <a:lnTo>
                    <a:pt x="26139" y="6271952"/>
                  </a:lnTo>
                  <a:lnTo>
                    <a:pt x="26233" y="6271952"/>
                  </a:lnTo>
                  <a:lnTo>
                    <a:pt x="26327" y="6271952"/>
                  </a:lnTo>
                  <a:lnTo>
                    <a:pt x="26421" y="6271952"/>
                  </a:lnTo>
                  <a:lnTo>
                    <a:pt x="26515" y="6271952"/>
                  </a:lnTo>
                  <a:lnTo>
                    <a:pt x="26609" y="6271952"/>
                  </a:lnTo>
                  <a:lnTo>
                    <a:pt x="26703" y="6271952"/>
                  </a:lnTo>
                  <a:lnTo>
                    <a:pt x="26797" y="6271952"/>
                  </a:lnTo>
                  <a:lnTo>
                    <a:pt x="26891" y="6271952"/>
                  </a:lnTo>
                  <a:lnTo>
                    <a:pt x="26985" y="6271952"/>
                  </a:lnTo>
                  <a:lnTo>
                    <a:pt x="27079" y="6271952"/>
                  </a:lnTo>
                  <a:lnTo>
                    <a:pt x="27173" y="6271952"/>
                  </a:lnTo>
                  <a:lnTo>
                    <a:pt x="27267" y="6271952"/>
                  </a:lnTo>
                  <a:lnTo>
                    <a:pt x="27361" y="6271952"/>
                  </a:lnTo>
                  <a:lnTo>
                    <a:pt x="27455" y="6271952"/>
                  </a:lnTo>
                  <a:lnTo>
                    <a:pt x="27549" y="6271952"/>
                  </a:lnTo>
                  <a:lnTo>
                    <a:pt x="27643" y="6271952"/>
                  </a:lnTo>
                  <a:lnTo>
                    <a:pt x="27737" y="6271952"/>
                  </a:lnTo>
                  <a:lnTo>
                    <a:pt x="27831" y="6271952"/>
                  </a:lnTo>
                  <a:lnTo>
                    <a:pt x="27925" y="6271952"/>
                  </a:lnTo>
                  <a:lnTo>
                    <a:pt x="28019" y="6271952"/>
                  </a:lnTo>
                  <a:lnTo>
                    <a:pt x="28113" y="6271952"/>
                  </a:lnTo>
                  <a:lnTo>
                    <a:pt x="28207" y="6271952"/>
                  </a:lnTo>
                  <a:lnTo>
                    <a:pt x="28301" y="6271952"/>
                  </a:lnTo>
                  <a:lnTo>
                    <a:pt x="28396" y="6271952"/>
                  </a:lnTo>
                  <a:lnTo>
                    <a:pt x="28490" y="6271952"/>
                  </a:lnTo>
                  <a:lnTo>
                    <a:pt x="28584" y="6271952"/>
                  </a:lnTo>
                  <a:lnTo>
                    <a:pt x="28678" y="6271952"/>
                  </a:lnTo>
                  <a:lnTo>
                    <a:pt x="28772" y="6271952"/>
                  </a:lnTo>
                  <a:lnTo>
                    <a:pt x="28866" y="6271952"/>
                  </a:lnTo>
                  <a:lnTo>
                    <a:pt x="28866" y="6266673"/>
                  </a:lnTo>
                  <a:lnTo>
                    <a:pt x="28960" y="6266673"/>
                  </a:lnTo>
                  <a:lnTo>
                    <a:pt x="29054" y="6266673"/>
                  </a:lnTo>
                  <a:lnTo>
                    <a:pt x="29148" y="6266673"/>
                  </a:lnTo>
                  <a:lnTo>
                    <a:pt x="29242" y="6266673"/>
                  </a:lnTo>
                  <a:lnTo>
                    <a:pt x="29336" y="6266673"/>
                  </a:lnTo>
                  <a:lnTo>
                    <a:pt x="29430" y="6266673"/>
                  </a:lnTo>
                  <a:lnTo>
                    <a:pt x="29524" y="6266673"/>
                  </a:lnTo>
                  <a:lnTo>
                    <a:pt x="29618" y="6266673"/>
                  </a:lnTo>
                  <a:lnTo>
                    <a:pt x="29712" y="6266673"/>
                  </a:lnTo>
                  <a:lnTo>
                    <a:pt x="29806" y="6266673"/>
                  </a:lnTo>
                  <a:lnTo>
                    <a:pt x="29900" y="6266673"/>
                  </a:lnTo>
                  <a:lnTo>
                    <a:pt x="29994" y="6266673"/>
                  </a:lnTo>
                  <a:lnTo>
                    <a:pt x="30088" y="6266673"/>
                  </a:lnTo>
                  <a:lnTo>
                    <a:pt x="30182" y="6266673"/>
                  </a:lnTo>
                  <a:lnTo>
                    <a:pt x="30276" y="6266673"/>
                  </a:lnTo>
                  <a:lnTo>
                    <a:pt x="30370" y="6266673"/>
                  </a:lnTo>
                  <a:lnTo>
                    <a:pt x="30464" y="6266673"/>
                  </a:lnTo>
                  <a:lnTo>
                    <a:pt x="30558" y="6266673"/>
                  </a:lnTo>
                  <a:lnTo>
                    <a:pt x="30652" y="6266673"/>
                  </a:lnTo>
                  <a:lnTo>
                    <a:pt x="30746" y="6266673"/>
                  </a:lnTo>
                  <a:lnTo>
                    <a:pt x="30840" y="6266673"/>
                  </a:lnTo>
                  <a:lnTo>
                    <a:pt x="30934" y="6266673"/>
                  </a:lnTo>
                  <a:lnTo>
                    <a:pt x="31028" y="6266673"/>
                  </a:lnTo>
                  <a:lnTo>
                    <a:pt x="31122" y="6266673"/>
                  </a:lnTo>
                  <a:lnTo>
                    <a:pt x="31216" y="6266673"/>
                  </a:lnTo>
                  <a:lnTo>
                    <a:pt x="31310" y="6266673"/>
                  </a:lnTo>
                  <a:lnTo>
                    <a:pt x="31404" y="6266673"/>
                  </a:lnTo>
                  <a:lnTo>
                    <a:pt x="31498" y="6266673"/>
                  </a:lnTo>
                  <a:lnTo>
                    <a:pt x="31592" y="6266673"/>
                  </a:lnTo>
                  <a:lnTo>
                    <a:pt x="31686" y="6266673"/>
                  </a:lnTo>
                  <a:lnTo>
                    <a:pt x="31780" y="6266673"/>
                  </a:lnTo>
                  <a:lnTo>
                    <a:pt x="31874" y="6266673"/>
                  </a:lnTo>
                  <a:lnTo>
                    <a:pt x="31969" y="6266673"/>
                  </a:lnTo>
                  <a:lnTo>
                    <a:pt x="32063" y="6266673"/>
                  </a:lnTo>
                  <a:lnTo>
                    <a:pt x="32157" y="6266673"/>
                  </a:lnTo>
                  <a:lnTo>
                    <a:pt x="32251" y="6266673"/>
                  </a:lnTo>
                  <a:lnTo>
                    <a:pt x="32345" y="6266673"/>
                  </a:lnTo>
                  <a:lnTo>
                    <a:pt x="32439" y="6266673"/>
                  </a:lnTo>
                  <a:lnTo>
                    <a:pt x="32533" y="6266673"/>
                  </a:lnTo>
                  <a:lnTo>
                    <a:pt x="32627" y="6266673"/>
                  </a:lnTo>
                  <a:lnTo>
                    <a:pt x="32721" y="6266673"/>
                  </a:lnTo>
                  <a:lnTo>
                    <a:pt x="32815" y="6266673"/>
                  </a:lnTo>
                  <a:lnTo>
                    <a:pt x="32909" y="6266673"/>
                  </a:lnTo>
                  <a:lnTo>
                    <a:pt x="33003" y="6266673"/>
                  </a:lnTo>
                  <a:lnTo>
                    <a:pt x="33097" y="6266673"/>
                  </a:lnTo>
                  <a:lnTo>
                    <a:pt x="33191" y="6266673"/>
                  </a:lnTo>
                  <a:lnTo>
                    <a:pt x="33285" y="6266673"/>
                  </a:lnTo>
                  <a:lnTo>
                    <a:pt x="33379" y="6266673"/>
                  </a:lnTo>
                  <a:lnTo>
                    <a:pt x="33473" y="6266673"/>
                  </a:lnTo>
                  <a:lnTo>
                    <a:pt x="33567" y="6266673"/>
                  </a:lnTo>
                  <a:lnTo>
                    <a:pt x="33661" y="6266673"/>
                  </a:lnTo>
                  <a:lnTo>
                    <a:pt x="33661" y="6261393"/>
                  </a:lnTo>
                  <a:lnTo>
                    <a:pt x="33755" y="6261393"/>
                  </a:lnTo>
                  <a:lnTo>
                    <a:pt x="33849" y="6261393"/>
                  </a:lnTo>
                  <a:lnTo>
                    <a:pt x="33943" y="6261393"/>
                  </a:lnTo>
                  <a:lnTo>
                    <a:pt x="34037" y="6261393"/>
                  </a:lnTo>
                  <a:lnTo>
                    <a:pt x="34131" y="6261393"/>
                  </a:lnTo>
                  <a:lnTo>
                    <a:pt x="34225" y="6261393"/>
                  </a:lnTo>
                  <a:lnTo>
                    <a:pt x="34319" y="6261393"/>
                  </a:lnTo>
                  <a:lnTo>
                    <a:pt x="34413" y="6261393"/>
                  </a:lnTo>
                  <a:lnTo>
                    <a:pt x="34507" y="6261393"/>
                  </a:lnTo>
                  <a:lnTo>
                    <a:pt x="34601" y="6261393"/>
                  </a:lnTo>
                  <a:lnTo>
                    <a:pt x="34695" y="6261393"/>
                  </a:lnTo>
                  <a:lnTo>
                    <a:pt x="34789" y="6261393"/>
                  </a:lnTo>
                  <a:lnTo>
                    <a:pt x="34883" y="6261393"/>
                  </a:lnTo>
                  <a:lnTo>
                    <a:pt x="34977" y="6261393"/>
                  </a:lnTo>
                  <a:lnTo>
                    <a:pt x="35071" y="6261393"/>
                  </a:lnTo>
                  <a:lnTo>
                    <a:pt x="35165" y="6261393"/>
                  </a:lnTo>
                  <a:lnTo>
                    <a:pt x="35259" y="6261393"/>
                  </a:lnTo>
                  <a:lnTo>
                    <a:pt x="35353" y="6261393"/>
                  </a:lnTo>
                  <a:lnTo>
                    <a:pt x="35448" y="6261393"/>
                  </a:lnTo>
                  <a:lnTo>
                    <a:pt x="35542" y="6261393"/>
                  </a:lnTo>
                  <a:lnTo>
                    <a:pt x="35636" y="6261393"/>
                  </a:lnTo>
                  <a:lnTo>
                    <a:pt x="35730" y="6261393"/>
                  </a:lnTo>
                  <a:lnTo>
                    <a:pt x="35824" y="6261393"/>
                  </a:lnTo>
                  <a:lnTo>
                    <a:pt x="35918" y="6261393"/>
                  </a:lnTo>
                  <a:lnTo>
                    <a:pt x="36012" y="6261393"/>
                  </a:lnTo>
                  <a:lnTo>
                    <a:pt x="36106" y="6261393"/>
                  </a:lnTo>
                  <a:lnTo>
                    <a:pt x="36200" y="6261393"/>
                  </a:lnTo>
                  <a:lnTo>
                    <a:pt x="36294" y="6261393"/>
                  </a:lnTo>
                  <a:lnTo>
                    <a:pt x="36388" y="6261393"/>
                  </a:lnTo>
                  <a:lnTo>
                    <a:pt x="36482" y="6261393"/>
                  </a:lnTo>
                  <a:lnTo>
                    <a:pt x="36576" y="6261393"/>
                  </a:lnTo>
                  <a:lnTo>
                    <a:pt x="36670" y="6261393"/>
                  </a:lnTo>
                  <a:lnTo>
                    <a:pt x="36764" y="6261393"/>
                  </a:lnTo>
                  <a:lnTo>
                    <a:pt x="36858" y="6261393"/>
                  </a:lnTo>
                  <a:lnTo>
                    <a:pt x="36952" y="6261393"/>
                  </a:lnTo>
                  <a:lnTo>
                    <a:pt x="37046" y="6261393"/>
                  </a:lnTo>
                  <a:lnTo>
                    <a:pt x="37140" y="6261393"/>
                  </a:lnTo>
                  <a:lnTo>
                    <a:pt x="37234" y="6261393"/>
                  </a:lnTo>
                  <a:lnTo>
                    <a:pt x="37328" y="6261393"/>
                  </a:lnTo>
                  <a:lnTo>
                    <a:pt x="37422" y="6261393"/>
                  </a:lnTo>
                  <a:lnTo>
                    <a:pt x="37516" y="6261393"/>
                  </a:lnTo>
                  <a:lnTo>
                    <a:pt x="37610" y="6261393"/>
                  </a:lnTo>
                  <a:lnTo>
                    <a:pt x="37704" y="6261393"/>
                  </a:lnTo>
                  <a:lnTo>
                    <a:pt x="37798" y="6261393"/>
                  </a:lnTo>
                  <a:lnTo>
                    <a:pt x="37892" y="6261393"/>
                  </a:lnTo>
                  <a:lnTo>
                    <a:pt x="37986" y="6261393"/>
                  </a:lnTo>
                  <a:lnTo>
                    <a:pt x="38080" y="6261393"/>
                  </a:lnTo>
                  <a:lnTo>
                    <a:pt x="38174" y="6261393"/>
                  </a:lnTo>
                  <a:lnTo>
                    <a:pt x="38174" y="6256114"/>
                  </a:lnTo>
                  <a:lnTo>
                    <a:pt x="38268" y="6256114"/>
                  </a:lnTo>
                  <a:lnTo>
                    <a:pt x="38362" y="6256114"/>
                  </a:lnTo>
                  <a:lnTo>
                    <a:pt x="38456" y="6256114"/>
                  </a:lnTo>
                  <a:lnTo>
                    <a:pt x="38550" y="6256114"/>
                  </a:lnTo>
                  <a:lnTo>
                    <a:pt x="38644" y="6256114"/>
                  </a:lnTo>
                  <a:lnTo>
                    <a:pt x="38738" y="6256114"/>
                  </a:lnTo>
                  <a:lnTo>
                    <a:pt x="38832" y="6256114"/>
                  </a:lnTo>
                  <a:lnTo>
                    <a:pt x="38926" y="6256114"/>
                  </a:lnTo>
                  <a:lnTo>
                    <a:pt x="39021" y="6256114"/>
                  </a:lnTo>
                  <a:lnTo>
                    <a:pt x="39115" y="6256114"/>
                  </a:lnTo>
                  <a:lnTo>
                    <a:pt x="39209" y="6256114"/>
                  </a:lnTo>
                  <a:lnTo>
                    <a:pt x="39303" y="6256114"/>
                  </a:lnTo>
                  <a:lnTo>
                    <a:pt x="39397" y="6256114"/>
                  </a:lnTo>
                  <a:lnTo>
                    <a:pt x="39491" y="6256114"/>
                  </a:lnTo>
                  <a:lnTo>
                    <a:pt x="39585" y="6256114"/>
                  </a:lnTo>
                  <a:lnTo>
                    <a:pt x="39679" y="6256114"/>
                  </a:lnTo>
                  <a:lnTo>
                    <a:pt x="39773" y="6256114"/>
                  </a:lnTo>
                  <a:lnTo>
                    <a:pt x="39867" y="6256114"/>
                  </a:lnTo>
                  <a:lnTo>
                    <a:pt x="39961" y="6256114"/>
                  </a:lnTo>
                  <a:lnTo>
                    <a:pt x="40055" y="6256114"/>
                  </a:lnTo>
                  <a:lnTo>
                    <a:pt x="40149" y="6256114"/>
                  </a:lnTo>
                  <a:lnTo>
                    <a:pt x="40149" y="6250834"/>
                  </a:lnTo>
                  <a:lnTo>
                    <a:pt x="40243" y="6250834"/>
                  </a:lnTo>
                  <a:lnTo>
                    <a:pt x="40337" y="6250834"/>
                  </a:lnTo>
                  <a:lnTo>
                    <a:pt x="40431" y="6250834"/>
                  </a:lnTo>
                  <a:lnTo>
                    <a:pt x="40525" y="6250834"/>
                  </a:lnTo>
                  <a:lnTo>
                    <a:pt x="40619" y="6250834"/>
                  </a:lnTo>
                  <a:lnTo>
                    <a:pt x="40713" y="6250834"/>
                  </a:lnTo>
                  <a:lnTo>
                    <a:pt x="40807" y="6250834"/>
                  </a:lnTo>
                  <a:lnTo>
                    <a:pt x="40901" y="6250834"/>
                  </a:lnTo>
                  <a:lnTo>
                    <a:pt x="40995" y="6250834"/>
                  </a:lnTo>
                  <a:lnTo>
                    <a:pt x="41089" y="6250834"/>
                  </a:lnTo>
                  <a:lnTo>
                    <a:pt x="41183" y="6250834"/>
                  </a:lnTo>
                  <a:lnTo>
                    <a:pt x="41277" y="6250834"/>
                  </a:lnTo>
                  <a:lnTo>
                    <a:pt x="41371" y="6250834"/>
                  </a:lnTo>
                  <a:lnTo>
                    <a:pt x="41465" y="6250834"/>
                  </a:lnTo>
                  <a:lnTo>
                    <a:pt x="41559" y="6250834"/>
                  </a:lnTo>
                  <a:lnTo>
                    <a:pt x="41653" y="6250834"/>
                  </a:lnTo>
                  <a:lnTo>
                    <a:pt x="41747" y="6250834"/>
                  </a:lnTo>
                  <a:lnTo>
                    <a:pt x="41841" y="6250834"/>
                  </a:lnTo>
                  <a:lnTo>
                    <a:pt x="41935" y="6250834"/>
                  </a:lnTo>
                  <a:lnTo>
                    <a:pt x="42029" y="6250834"/>
                  </a:lnTo>
                  <a:lnTo>
                    <a:pt x="42123" y="6250834"/>
                  </a:lnTo>
                  <a:lnTo>
                    <a:pt x="42217" y="6250834"/>
                  </a:lnTo>
                  <a:lnTo>
                    <a:pt x="42311" y="6250834"/>
                  </a:lnTo>
                  <a:lnTo>
                    <a:pt x="42405" y="6250834"/>
                  </a:lnTo>
                  <a:lnTo>
                    <a:pt x="42499" y="6250834"/>
                  </a:lnTo>
                  <a:lnTo>
                    <a:pt x="42594" y="6250834"/>
                  </a:lnTo>
                  <a:lnTo>
                    <a:pt x="42688" y="6250834"/>
                  </a:lnTo>
                  <a:lnTo>
                    <a:pt x="42782" y="6250834"/>
                  </a:lnTo>
                  <a:lnTo>
                    <a:pt x="42876" y="6250834"/>
                  </a:lnTo>
                  <a:lnTo>
                    <a:pt x="42970" y="6250834"/>
                  </a:lnTo>
                  <a:lnTo>
                    <a:pt x="43064" y="6250834"/>
                  </a:lnTo>
                  <a:lnTo>
                    <a:pt x="43158" y="6250834"/>
                  </a:lnTo>
                  <a:lnTo>
                    <a:pt x="43158" y="6245555"/>
                  </a:lnTo>
                  <a:lnTo>
                    <a:pt x="43252" y="6245555"/>
                  </a:lnTo>
                  <a:lnTo>
                    <a:pt x="43346" y="6245555"/>
                  </a:lnTo>
                  <a:lnTo>
                    <a:pt x="43440" y="6245555"/>
                  </a:lnTo>
                  <a:lnTo>
                    <a:pt x="43534" y="6245555"/>
                  </a:lnTo>
                  <a:lnTo>
                    <a:pt x="43628" y="6245555"/>
                  </a:lnTo>
                  <a:lnTo>
                    <a:pt x="43722" y="6245555"/>
                  </a:lnTo>
                  <a:lnTo>
                    <a:pt x="43816" y="6245555"/>
                  </a:lnTo>
                  <a:lnTo>
                    <a:pt x="43910" y="6245555"/>
                  </a:lnTo>
                  <a:lnTo>
                    <a:pt x="44004" y="6245555"/>
                  </a:lnTo>
                  <a:lnTo>
                    <a:pt x="44098" y="6245555"/>
                  </a:lnTo>
                  <a:lnTo>
                    <a:pt x="44192" y="6245555"/>
                  </a:lnTo>
                  <a:lnTo>
                    <a:pt x="44286" y="6245555"/>
                  </a:lnTo>
                  <a:lnTo>
                    <a:pt x="44380" y="6245555"/>
                  </a:lnTo>
                  <a:lnTo>
                    <a:pt x="44474" y="6245555"/>
                  </a:lnTo>
                  <a:lnTo>
                    <a:pt x="44568" y="6245555"/>
                  </a:lnTo>
                  <a:lnTo>
                    <a:pt x="44662" y="6245555"/>
                  </a:lnTo>
                  <a:lnTo>
                    <a:pt x="44756" y="6245555"/>
                  </a:lnTo>
                  <a:lnTo>
                    <a:pt x="44850" y="6245555"/>
                  </a:lnTo>
                  <a:lnTo>
                    <a:pt x="44944" y="6245555"/>
                  </a:lnTo>
                  <a:lnTo>
                    <a:pt x="45038" y="6245555"/>
                  </a:lnTo>
                  <a:lnTo>
                    <a:pt x="45132" y="6245555"/>
                  </a:lnTo>
                  <a:lnTo>
                    <a:pt x="45226" y="6245555"/>
                  </a:lnTo>
                  <a:lnTo>
                    <a:pt x="45320" y="6245555"/>
                  </a:lnTo>
                  <a:lnTo>
                    <a:pt x="45414" y="6245555"/>
                  </a:lnTo>
                  <a:lnTo>
                    <a:pt x="45508" y="6245555"/>
                  </a:lnTo>
                  <a:lnTo>
                    <a:pt x="45602" y="6245555"/>
                  </a:lnTo>
                  <a:lnTo>
                    <a:pt x="45696" y="6245555"/>
                  </a:lnTo>
                  <a:lnTo>
                    <a:pt x="45696" y="6240276"/>
                  </a:lnTo>
                  <a:lnTo>
                    <a:pt x="45790" y="6240276"/>
                  </a:lnTo>
                  <a:lnTo>
                    <a:pt x="45884" y="6240276"/>
                  </a:lnTo>
                  <a:lnTo>
                    <a:pt x="45978" y="6240276"/>
                  </a:lnTo>
                  <a:lnTo>
                    <a:pt x="46072" y="6240276"/>
                  </a:lnTo>
                  <a:lnTo>
                    <a:pt x="46167" y="6240276"/>
                  </a:lnTo>
                  <a:lnTo>
                    <a:pt x="46261" y="6240276"/>
                  </a:lnTo>
                  <a:lnTo>
                    <a:pt x="46355" y="6240276"/>
                  </a:lnTo>
                  <a:lnTo>
                    <a:pt x="46449" y="6240276"/>
                  </a:lnTo>
                  <a:lnTo>
                    <a:pt x="46543" y="6240276"/>
                  </a:lnTo>
                  <a:lnTo>
                    <a:pt x="46637" y="6240276"/>
                  </a:lnTo>
                  <a:lnTo>
                    <a:pt x="46731" y="6240276"/>
                  </a:lnTo>
                  <a:lnTo>
                    <a:pt x="46825" y="6240276"/>
                  </a:lnTo>
                  <a:lnTo>
                    <a:pt x="46919" y="6240276"/>
                  </a:lnTo>
                  <a:lnTo>
                    <a:pt x="47013" y="6240276"/>
                  </a:lnTo>
                  <a:lnTo>
                    <a:pt x="47107" y="6240276"/>
                  </a:lnTo>
                  <a:lnTo>
                    <a:pt x="47201" y="6240276"/>
                  </a:lnTo>
                  <a:lnTo>
                    <a:pt x="47295" y="6240276"/>
                  </a:lnTo>
                  <a:lnTo>
                    <a:pt x="47389" y="6240276"/>
                  </a:lnTo>
                  <a:lnTo>
                    <a:pt x="47483" y="6240276"/>
                  </a:lnTo>
                  <a:lnTo>
                    <a:pt x="47577" y="6240276"/>
                  </a:lnTo>
                  <a:lnTo>
                    <a:pt x="47671" y="6240276"/>
                  </a:lnTo>
                  <a:lnTo>
                    <a:pt x="47765" y="6240276"/>
                  </a:lnTo>
                  <a:lnTo>
                    <a:pt x="47859" y="6240276"/>
                  </a:lnTo>
                  <a:lnTo>
                    <a:pt x="47953" y="6240276"/>
                  </a:lnTo>
                  <a:lnTo>
                    <a:pt x="48047" y="6240276"/>
                  </a:lnTo>
                  <a:lnTo>
                    <a:pt x="48141" y="6240276"/>
                  </a:lnTo>
                  <a:lnTo>
                    <a:pt x="48235" y="6240276"/>
                  </a:lnTo>
                  <a:lnTo>
                    <a:pt x="48329" y="6240276"/>
                  </a:lnTo>
                  <a:lnTo>
                    <a:pt x="48423" y="6240276"/>
                  </a:lnTo>
                  <a:lnTo>
                    <a:pt x="48517" y="6240276"/>
                  </a:lnTo>
                  <a:lnTo>
                    <a:pt x="48611" y="6240276"/>
                  </a:lnTo>
                  <a:lnTo>
                    <a:pt x="48705" y="6240276"/>
                  </a:lnTo>
                  <a:lnTo>
                    <a:pt x="48799" y="6240276"/>
                  </a:lnTo>
                  <a:lnTo>
                    <a:pt x="48893" y="6240276"/>
                  </a:lnTo>
                  <a:lnTo>
                    <a:pt x="48987" y="6240276"/>
                  </a:lnTo>
                  <a:lnTo>
                    <a:pt x="49081" y="6240276"/>
                  </a:lnTo>
                  <a:lnTo>
                    <a:pt x="49175" y="6240276"/>
                  </a:lnTo>
                  <a:lnTo>
                    <a:pt x="49269" y="6240276"/>
                  </a:lnTo>
                  <a:lnTo>
                    <a:pt x="49363" y="6240276"/>
                  </a:lnTo>
                  <a:lnTo>
                    <a:pt x="49457" y="6240276"/>
                  </a:lnTo>
                  <a:lnTo>
                    <a:pt x="49551" y="6240276"/>
                  </a:lnTo>
                  <a:lnTo>
                    <a:pt x="49646" y="6240276"/>
                  </a:lnTo>
                  <a:lnTo>
                    <a:pt x="49646" y="6234996"/>
                  </a:lnTo>
                  <a:lnTo>
                    <a:pt x="49740" y="6234996"/>
                  </a:lnTo>
                  <a:lnTo>
                    <a:pt x="49834" y="6234996"/>
                  </a:lnTo>
                  <a:lnTo>
                    <a:pt x="49928" y="6234996"/>
                  </a:lnTo>
                  <a:lnTo>
                    <a:pt x="50022" y="6234996"/>
                  </a:lnTo>
                  <a:lnTo>
                    <a:pt x="50116" y="6234996"/>
                  </a:lnTo>
                  <a:lnTo>
                    <a:pt x="50210" y="6234996"/>
                  </a:lnTo>
                  <a:lnTo>
                    <a:pt x="50304" y="6234996"/>
                  </a:lnTo>
                  <a:lnTo>
                    <a:pt x="50398" y="6234996"/>
                  </a:lnTo>
                  <a:lnTo>
                    <a:pt x="50398" y="6229717"/>
                  </a:lnTo>
                  <a:lnTo>
                    <a:pt x="50492" y="6229717"/>
                  </a:lnTo>
                  <a:lnTo>
                    <a:pt x="50586" y="6229717"/>
                  </a:lnTo>
                  <a:lnTo>
                    <a:pt x="50586" y="6224437"/>
                  </a:lnTo>
                  <a:lnTo>
                    <a:pt x="50680" y="6224437"/>
                  </a:lnTo>
                  <a:lnTo>
                    <a:pt x="50774" y="6224437"/>
                  </a:lnTo>
                  <a:lnTo>
                    <a:pt x="50868" y="6224437"/>
                  </a:lnTo>
                  <a:lnTo>
                    <a:pt x="50962" y="6224437"/>
                  </a:lnTo>
                  <a:lnTo>
                    <a:pt x="51056" y="6224437"/>
                  </a:lnTo>
                  <a:lnTo>
                    <a:pt x="51150" y="6224437"/>
                  </a:lnTo>
                  <a:lnTo>
                    <a:pt x="51150" y="6219158"/>
                  </a:lnTo>
                  <a:lnTo>
                    <a:pt x="51244" y="6219158"/>
                  </a:lnTo>
                  <a:lnTo>
                    <a:pt x="51338" y="6219158"/>
                  </a:lnTo>
                  <a:lnTo>
                    <a:pt x="51432" y="6219158"/>
                  </a:lnTo>
                  <a:lnTo>
                    <a:pt x="51526" y="6219158"/>
                  </a:lnTo>
                  <a:lnTo>
                    <a:pt x="51620" y="6219158"/>
                  </a:lnTo>
                  <a:lnTo>
                    <a:pt x="51714" y="6219158"/>
                  </a:lnTo>
                  <a:lnTo>
                    <a:pt x="51714" y="6213878"/>
                  </a:lnTo>
                  <a:lnTo>
                    <a:pt x="51808" y="6213878"/>
                  </a:lnTo>
                  <a:lnTo>
                    <a:pt x="51808" y="6208599"/>
                  </a:lnTo>
                  <a:lnTo>
                    <a:pt x="51902" y="6208599"/>
                  </a:lnTo>
                  <a:lnTo>
                    <a:pt x="51996" y="6208599"/>
                  </a:lnTo>
                  <a:lnTo>
                    <a:pt x="52090" y="6208599"/>
                  </a:lnTo>
                  <a:lnTo>
                    <a:pt x="52184" y="6208599"/>
                  </a:lnTo>
                  <a:lnTo>
                    <a:pt x="52278" y="6208599"/>
                  </a:lnTo>
                  <a:lnTo>
                    <a:pt x="52372" y="6208599"/>
                  </a:lnTo>
                  <a:lnTo>
                    <a:pt x="52466" y="6208599"/>
                  </a:lnTo>
                  <a:lnTo>
                    <a:pt x="52466" y="6203320"/>
                  </a:lnTo>
                  <a:lnTo>
                    <a:pt x="52560" y="6203320"/>
                  </a:lnTo>
                  <a:lnTo>
                    <a:pt x="52654" y="6203320"/>
                  </a:lnTo>
                  <a:lnTo>
                    <a:pt x="52748" y="6203320"/>
                  </a:lnTo>
                  <a:lnTo>
                    <a:pt x="52842" y="6203320"/>
                  </a:lnTo>
                  <a:lnTo>
                    <a:pt x="52936" y="6203320"/>
                  </a:lnTo>
                  <a:lnTo>
                    <a:pt x="53030" y="6203320"/>
                  </a:lnTo>
                  <a:lnTo>
                    <a:pt x="53124" y="6203320"/>
                  </a:lnTo>
                  <a:lnTo>
                    <a:pt x="53124" y="6198040"/>
                  </a:lnTo>
                  <a:lnTo>
                    <a:pt x="53219" y="6198040"/>
                  </a:lnTo>
                  <a:lnTo>
                    <a:pt x="53313" y="6198040"/>
                  </a:lnTo>
                  <a:lnTo>
                    <a:pt x="53407" y="6198040"/>
                  </a:lnTo>
                  <a:lnTo>
                    <a:pt x="53501" y="6198040"/>
                  </a:lnTo>
                  <a:lnTo>
                    <a:pt x="53595" y="6198040"/>
                  </a:lnTo>
                  <a:lnTo>
                    <a:pt x="53689" y="6198040"/>
                  </a:lnTo>
                  <a:lnTo>
                    <a:pt x="53783" y="6198040"/>
                  </a:lnTo>
                  <a:lnTo>
                    <a:pt x="53877" y="6198040"/>
                  </a:lnTo>
                  <a:lnTo>
                    <a:pt x="53971" y="6198040"/>
                  </a:lnTo>
                  <a:lnTo>
                    <a:pt x="54065" y="6198040"/>
                  </a:lnTo>
                  <a:lnTo>
                    <a:pt x="54159" y="6198040"/>
                  </a:lnTo>
                  <a:lnTo>
                    <a:pt x="54253" y="6198040"/>
                  </a:lnTo>
                  <a:lnTo>
                    <a:pt x="54347" y="6198040"/>
                  </a:lnTo>
                  <a:lnTo>
                    <a:pt x="54441" y="6198040"/>
                  </a:lnTo>
                  <a:lnTo>
                    <a:pt x="54535" y="6198040"/>
                  </a:lnTo>
                  <a:lnTo>
                    <a:pt x="54629" y="6198040"/>
                  </a:lnTo>
                  <a:lnTo>
                    <a:pt x="54723" y="6198040"/>
                  </a:lnTo>
                  <a:lnTo>
                    <a:pt x="54817" y="6198040"/>
                  </a:lnTo>
                  <a:lnTo>
                    <a:pt x="54911" y="6198040"/>
                  </a:lnTo>
                  <a:lnTo>
                    <a:pt x="55005" y="6198040"/>
                  </a:lnTo>
                  <a:lnTo>
                    <a:pt x="55099" y="6198040"/>
                  </a:lnTo>
                  <a:lnTo>
                    <a:pt x="55193" y="6198040"/>
                  </a:lnTo>
                  <a:lnTo>
                    <a:pt x="55287" y="6198040"/>
                  </a:lnTo>
                  <a:lnTo>
                    <a:pt x="55287" y="6192761"/>
                  </a:lnTo>
                  <a:lnTo>
                    <a:pt x="55381" y="6192761"/>
                  </a:lnTo>
                  <a:lnTo>
                    <a:pt x="55475" y="6192761"/>
                  </a:lnTo>
                  <a:lnTo>
                    <a:pt x="55569" y="6192761"/>
                  </a:lnTo>
                  <a:lnTo>
                    <a:pt x="55663" y="6192761"/>
                  </a:lnTo>
                  <a:lnTo>
                    <a:pt x="55757" y="6192761"/>
                  </a:lnTo>
                  <a:lnTo>
                    <a:pt x="55851" y="6192761"/>
                  </a:lnTo>
                  <a:lnTo>
                    <a:pt x="55945" y="6192761"/>
                  </a:lnTo>
                  <a:lnTo>
                    <a:pt x="56039" y="6192761"/>
                  </a:lnTo>
                  <a:lnTo>
                    <a:pt x="56133" y="6192761"/>
                  </a:lnTo>
                  <a:lnTo>
                    <a:pt x="56227" y="6192761"/>
                  </a:lnTo>
                  <a:lnTo>
                    <a:pt x="56321" y="6192761"/>
                  </a:lnTo>
                  <a:lnTo>
                    <a:pt x="56415" y="6192761"/>
                  </a:lnTo>
                  <a:lnTo>
                    <a:pt x="56509" y="6192761"/>
                  </a:lnTo>
                  <a:lnTo>
                    <a:pt x="56603" y="6192761"/>
                  </a:lnTo>
                  <a:lnTo>
                    <a:pt x="56697" y="6192761"/>
                  </a:lnTo>
                  <a:lnTo>
                    <a:pt x="56792" y="6192761"/>
                  </a:lnTo>
                  <a:lnTo>
                    <a:pt x="56886" y="6192761"/>
                  </a:lnTo>
                  <a:lnTo>
                    <a:pt x="56980" y="6192761"/>
                  </a:lnTo>
                  <a:lnTo>
                    <a:pt x="57074" y="6192761"/>
                  </a:lnTo>
                  <a:lnTo>
                    <a:pt x="57168" y="6192761"/>
                  </a:lnTo>
                  <a:lnTo>
                    <a:pt x="57262" y="6192761"/>
                  </a:lnTo>
                  <a:lnTo>
                    <a:pt x="57356" y="6192761"/>
                  </a:lnTo>
                  <a:lnTo>
                    <a:pt x="57450" y="6192761"/>
                  </a:lnTo>
                  <a:lnTo>
                    <a:pt x="57544" y="6192761"/>
                  </a:lnTo>
                  <a:lnTo>
                    <a:pt x="57638" y="6192761"/>
                  </a:lnTo>
                  <a:lnTo>
                    <a:pt x="57638" y="6187481"/>
                  </a:lnTo>
                  <a:lnTo>
                    <a:pt x="57732" y="6187481"/>
                  </a:lnTo>
                  <a:lnTo>
                    <a:pt x="57826" y="6187481"/>
                  </a:lnTo>
                  <a:lnTo>
                    <a:pt x="57920" y="6187481"/>
                  </a:lnTo>
                  <a:lnTo>
                    <a:pt x="58014" y="6187481"/>
                  </a:lnTo>
                  <a:lnTo>
                    <a:pt x="58108" y="6187481"/>
                  </a:lnTo>
                  <a:lnTo>
                    <a:pt x="58202" y="6187481"/>
                  </a:lnTo>
                  <a:lnTo>
                    <a:pt x="58296" y="6187481"/>
                  </a:lnTo>
                  <a:lnTo>
                    <a:pt x="58390" y="6187481"/>
                  </a:lnTo>
                  <a:lnTo>
                    <a:pt x="58484" y="6187481"/>
                  </a:lnTo>
                  <a:lnTo>
                    <a:pt x="58578" y="6187481"/>
                  </a:lnTo>
                  <a:lnTo>
                    <a:pt x="58672" y="6187481"/>
                  </a:lnTo>
                  <a:lnTo>
                    <a:pt x="58766" y="6187481"/>
                  </a:lnTo>
                  <a:lnTo>
                    <a:pt x="58860" y="6187481"/>
                  </a:lnTo>
                  <a:lnTo>
                    <a:pt x="58954" y="6187481"/>
                  </a:lnTo>
                  <a:lnTo>
                    <a:pt x="59048" y="6187481"/>
                  </a:lnTo>
                  <a:lnTo>
                    <a:pt x="59142" y="6187481"/>
                  </a:lnTo>
                  <a:lnTo>
                    <a:pt x="59236" y="6187481"/>
                  </a:lnTo>
                  <a:lnTo>
                    <a:pt x="59330" y="6187481"/>
                  </a:lnTo>
                  <a:lnTo>
                    <a:pt x="59424" y="6187481"/>
                  </a:lnTo>
                  <a:lnTo>
                    <a:pt x="59518" y="6187481"/>
                  </a:lnTo>
                  <a:lnTo>
                    <a:pt x="59612" y="6187481"/>
                  </a:lnTo>
                  <a:lnTo>
                    <a:pt x="59706" y="6187481"/>
                  </a:lnTo>
                  <a:lnTo>
                    <a:pt x="59800" y="6187481"/>
                  </a:lnTo>
                  <a:lnTo>
                    <a:pt x="59894" y="6187481"/>
                  </a:lnTo>
                  <a:lnTo>
                    <a:pt x="59988" y="6187481"/>
                  </a:lnTo>
                  <a:lnTo>
                    <a:pt x="60082" y="6187481"/>
                  </a:lnTo>
                  <a:lnTo>
                    <a:pt x="60176" y="6187481"/>
                  </a:lnTo>
                  <a:lnTo>
                    <a:pt x="60271" y="6187481"/>
                  </a:lnTo>
                  <a:lnTo>
                    <a:pt x="60365" y="6187481"/>
                  </a:lnTo>
                  <a:lnTo>
                    <a:pt x="60459" y="6187481"/>
                  </a:lnTo>
                  <a:lnTo>
                    <a:pt x="60553" y="6187481"/>
                  </a:lnTo>
                  <a:lnTo>
                    <a:pt x="60647" y="6187481"/>
                  </a:lnTo>
                  <a:lnTo>
                    <a:pt x="60741" y="6187481"/>
                  </a:lnTo>
                  <a:lnTo>
                    <a:pt x="60835" y="6187481"/>
                  </a:lnTo>
                  <a:lnTo>
                    <a:pt x="60929" y="6187481"/>
                  </a:lnTo>
                  <a:lnTo>
                    <a:pt x="61023" y="6187481"/>
                  </a:lnTo>
                  <a:lnTo>
                    <a:pt x="61117" y="6187481"/>
                  </a:lnTo>
                  <a:lnTo>
                    <a:pt x="61211" y="6187481"/>
                  </a:lnTo>
                  <a:lnTo>
                    <a:pt x="61305" y="6187481"/>
                  </a:lnTo>
                  <a:lnTo>
                    <a:pt x="61399" y="6187481"/>
                  </a:lnTo>
                  <a:lnTo>
                    <a:pt x="61493" y="6187481"/>
                  </a:lnTo>
                  <a:lnTo>
                    <a:pt x="61587" y="6187481"/>
                  </a:lnTo>
                  <a:lnTo>
                    <a:pt x="61681" y="6187481"/>
                  </a:lnTo>
                  <a:lnTo>
                    <a:pt x="61775" y="6187481"/>
                  </a:lnTo>
                  <a:lnTo>
                    <a:pt x="61869" y="6187481"/>
                  </a:lnTo>
                  <a:lnTo>
                    <a:pt x="61963" y="6187481"/>
                  </a:lnTo>
                  <a:lnTo>
                    <a:pt x="62057" y="6187481"/>
                  </a:lnTo>
                  <a:lnTo>
                    <a:pt x="62151" y="6187481"/>
                  </a:lnTo>
                  <a:lnTo>
                    <a:pt x="62245" y="6187481"/>
                  </a:lnTo>
                  <a:lnTo>
                    <a:pt x="62339" y="6187481"/>
                  </a:lnTo>
                  <a:lnTo>
                    <a:pt x="62339" y="6182202"/>
                  </a:lnTo>
                  <a:lnTo>
                    <a:pt x="62433" y="6182202"/>
                  </a:lnTo>
                  <a:lnTo>
                    <a:pt x="62527" y="6182202"/>
                  </a:lnTo>
                  <a:lnTo>
                    <a:pt x="62621" y="6182202"/>
                  </a:lnTo>
                  <a:lnTo>
                    <a:pt x="62715" y="6182202"/>
                  </a:lnTo>
                  <a:lnTo>
                    <a:pt x="62809" y="6182202"/>
                  </a:lnTo>
                  <a:lnTo>
                    <a:pt x="62903" y="6182202"/>
                  </a:lnTo>
                  <a:lnTo>
                    <a:pt x="62997" y="6182202"/>
                  </a:lnTo>
                  <a:lnTo>
                    <a:pt x="63091" y="6182202"/>
                  </a:lnTo>
                  <a:lnTo>
                    <a:pt x="63185" y="6182202"/>
                  </a:lnTo>
                  <a:lnTo>
                    <a:pt x="63279" y="6182202"/>
                  </a:lnTo>
                  <a:lnTo>
                    <a:pt x="63373" y="6182202"/>
                  </a:lnTo>
                  <a:lnTo>
                    <a:pt x="63467" y="6182202"/>
                  </a:lnTo>
                  <a:lnTo>
                    <a:pt x="63561" y="6182202"/>
                  </a:lnTo>
                  <a:lnTo>
                    <a:pt x="63655" y="6182202"/>
                  </a:lnTo>
                  <a:lnTo>
                    <a:pt x="63749" y="6182202"/>
                  </a:lnTo>
                  <a:lnTo>
                    <a:pt x="63844" y="6182202"/>
                  </a:lnTo>
                  <a:lnTo>
                    <a:pt x="63938" y="6182202"/>
                  </a:lnTo>
                  <a:lnTo>
                    <a:pt x="64032" y="6182202"/>
                  </a:lnTo>
                  <a:lnTo>
                    <a:pt x="64126" y="6182202"/>
                  </a:lnTo>
                  <a:lnTo>
                    <a:pt x="64220" y="6182202"/>
                  </a:lnTo>
                  <a:lnTo>
                    <a:pt x="64314" y="6182202"/>
                  </a:lnTo>
                  <a:lnTo>
                    <a:pt x="64408" y="6182202"/>
                  </a:lnTo>
                  <a:lnTo>
                    <a:pt x="64502" y="6182202"/>
                  </a:lnTo>
                  <a:lnTo>
                    <a:pt x="64596" y="6182202"/>
                  </a:lnTo>
                  <a:lnTo>
                    <a:pt x="64690" y="6182202"/>
                  </a:lnTo>
                  <a:lnTo>
                    <a:pt x="64784" y="6182202"/>
                  </a:lnTo>
                  <a:lnTo>
                    <a:pt x="64878" y="6182202"/>
                  </a:lnTo>
                  <a:lnTo>
                    <a:pt x="64972" y="6182202"/>
                  </a:lnTo>
                  <a:lnTo>
                    <a:pt x="65066" y="6182202"/>
                  </a:lnTo>
                  <a:lnTo>
                    <a:pt x="65160" y="6182202"/>
                  </a:lnTo>
                  <a:lnTo>
                    <a:pt x="65254" y="6182202"/>
                  </a:lnTo>
                  <a:lnTo>
                    <a:pt x="65348" y="6182202"/>
                  </a:lnTo>
                  <a:lnTo>
                    <a:pt x="65442" y="6182202"/>
                  </a:lnTo>
                  <a:lnTo>
                    <a:pt x="65536" y="6182202"/>
                  </a:lnTo>
                  <a:lnTo>
                    <a:pt x="65630" y="6182202"/>
                  </a:lnTo>
                  <a:lnTo>
                    <a:pt x="65724" y="6182202"/>
                  </a:lnTo>
                  <a:lnTo>
                    <a:pt x="65818" y="6182202"/>
                  </a:lnTo>
                  <a:lnTo>
                    <a:pt x="65912" y="6182202"/>
                  </a:lnTo>
                  <a:lnTo>
                    <a:pt x="66006" y="6182202"/>
                  </a:lnTo>
                  <a:lnTo>
                    <a:pt x="66100" y="6182202"/>
                  </a:lnTo>
                  <a:lnTo>
                    <a:pt x="66194" y="6182202"/>
                  </a:lnTo>
                  <a:lnTo>
                    <a:pt x="66288" y="6182202"/>
                  </a:lnTo>
                  <a:lnTo>
                    <a:pt x="66382" y="6182202"/>
                  </a:lnTo>
                  <a:lnTo>
                    <a:pt x="66476" y="6182202"/>
                  </a:lnTo>
                  <a:lnTo>
                    <a:pt x="66570" y="6182202"/>
                  </a:lnTo>
                  <a:lnTo>
                    <a:pt x="66664" y="6182202"/>
                  </a:lnTo>
                  <a:lnTo>
                    <a:pt x="66758" y="6182202"/>
                  </a:lnTo>
                  <a:lnTo>
                    <a:pt x="66852" y="6182202"/>
                  </a:lnTo>
                  <a:lnTo>
                    <a:pt x="66946" y="6182202"/>
                  </a:lnTo>
                  <a:lnTo>
                    <a:pt x="67040" y="6182202"/>
                  </a:lnTo>
                  <a:lnTo>
                    <a:pt x="67134" y="6182202"/>
                  </a:lnTo>
                  <a:lnTo>
                    <a:pt x="67228" y="6182202"/>
                  </a:lnTo>
                  <a:lnTo>
                    <a:pt x="67322" y="6182202"/>
                  </a:lnTo>
                  <a:lnTo>
                    <a:pt x="67417" y="6182202"/>
                  </a:lnTo>
                  <a:lnTo>
                    <a:pt x="67511" y="6182202"/>
                  </a:lnTo>
                  <a:lnTo>
                    <a:pt x="67605" y="6182202"/>
                  </a:lnTo>
                  <a:lnTo>
                    <a:pt x="67699" y="6182202"/>
                  </a:lnTo>
                  <a:lnTo>
                    <a:pt x="67793" y="6182202"/>
                  </a:lnTo>
                  <a:lnTo>
                    <a:pt x="67887" y="6182202"/>
                  </a:lnTo>
                  <a:lnTo>
                    <a:pt x="67981" y="6182202"/>
                  </a:lnTo>
                  <a:lnTo>
                    <a:pt x="68075" y="6182202"/>
                  </a:lnTo>
                  <a:lnTo>
                    <a:pt x="68169" y="6182202"/>
                  </a:lnTo>
                  <a:lnTo>
                    <a:pt x="68263" y="6182202"/>
                  </a:lnTo>
                  <a:lnTo>
                    <a:pt x="68357" y="6182202"/>
                  </a:lnTo>
                  <a:lnTo>
                    <a:pt x="68451" y="6182202"/>
                  </a:lnTo>
                  <a:lnTo>
                    <a:pt x="68451" y="6176922"/>
                  </a:lnTo>
                  <a:lnTo>
                    <a:pt x="68545" y="6176922"/>
                  </a:lnTo>
                  <a:lnTo>
                    <a:pt x="68639" y="6176922"/>
                  </a:lnTo>
                  <a:lnTo>
                    <a:pt x="68733" y="6176922"/>
                  </a:lnTo>
                  <a:lnTo>
                    <a:pt x="68827" y="6176922"/>
                  </a:lnTo>
                  <a:lnTo>
                    <a:pt x="68921" y="6176922"/>
                  </a:lnTo>
                  <a:lnTo>
                    <a:pt x="69015" y="6176922"/>
                  </a:lnTo>
                  <a:lnTo>
                    <a:pt x="69109" y="6176922"/>
                  </a:lnTo>
                  <a:lnTo>
                    <a:pt x="69203" y="6176922"/>
                  </a:lnTo>
                  <a:lnTo>
                    <a:pt x="69297" y="6176922"/>
                  </a:lnTo>
                  <a:lnTo>
                    <a:pt x="69391" y="6176922"/>
                  </a:lnTo>
                  <a:lnTo>
                    <a:pt x="69485" y="6176922"/>
                  </a:lnTo>
                  <a:lnTo>
                    <a:pt x="69579" y="6176922"/>
                  </a:lnTo>
                  <a:lnTo>
                    <a:pt x="69673" y="6176922"/>
                  </a:lnTo>
                  <a:lnTo>
                    <a:pt x="69767" y="6176922"/>
                  </a:lnTo>
                  <a:lnTo>
                    <a:pt x="69861" y="6176922"/>
                  </a:lnTo>
                  <a:lnTo>
                    <a:pt x="69955" y="6176922"/>
                  </a:lnTo>
                  <a:lnTo>
                    <a:pt x="69955" y="6171643"/>
                  </a:lnTo>
                  <a:lnTo>
                    <a:pt x="70049" y="6171643"/>
                  </a:lnTo>
                  <a:lnTo>
                    <a:pt x="70143" y="6171643"/>
                  </a:lnTo>
                  <a:lnTo>
                    <a:pt x="70237" y="6171643"/>
                  </a:lnTo>
                  <a:lnTo>
                    <a:pt x="70237" y="6166364"/>
                  </a:lnTo>
                  <a:lnTo>
                    <a:pt x="70331" y="6166364"/>
                  </a:lnTo>
                  <a:lnTo>
                    <a:pt x="70425" y="6166364"/>
                  </a:lnTo>
                  <a:lnTo>
                    <a:pt x="70519" y="6166364"/>
                  </a:lnTo>
                  <a:lnTo>
                    <a:pt x="70613" y="6166364"/>
                  </a:lnTo>
                  <a:lnTo>
                    <a:pt x="70707" y="6166364"/>
                  </a:lnTo>
                  <a:lnTo>
                    <a:pt x="70801" y="6166364"/>
                  </a:lnTo>
                  <a:lnTo>
                    <a:pt x="70896" y="6166364"/>
                  </a:lnTo>
                  <a:lnTo>
                    <a:pt x="70990" y="6166364"/>
                  </a:lnTo>
                  <a:lnTo>
                    <a:pt x="71084" y="6166364"/>
                  </a:lnTo>
                  <a:lnTo>
                    <a:pt x="71178" y="6166364"/>
                  </a:lnTo>
                  <a:lnTo>
                    <a:pt x="71272" y="6166364"/>
                  </a:lnTo>
                  <a:lnTo>
                    <a:pt x="71366" y="6166364"/>
                  </a:lnTo>
                  <a:lnTo>
                    <a:pt x="71460" y="6166364"/>
                  </a:lnTo>
                  <a:lnTo>
                    <a:pt x="71554" y="6166364"/>
                  </a:lnTo>
                  <a:lnTo>
                    <a:pt x="71648" y="6166364"/>
                  </a:lnTo>
                  <a:lnTo>
                    <a:pt x="71742" y="6166364"/>
                  </a:lnTo>
                  <a:lnTo>
                    <a:pt x="71836" y="6166364"/>
                  </a:lnTo>
                  <a:lnTo>
                    <a:pt x="71930" y="6166364"/>
                  </a:lnTo>
                  <a:lnTo>
                    <a:pt x="72024" y="6166364"/>
                  </a:lnTo>
                  <a:lnTo>
                    <a:pt x="72118" y="6166364"/>
                  </a:lnTo>
                  <a:lnTo>
                    <a:pt x="72212" y="6166364"/>
                  </a:lnTo>
                  <a:lnTo>
                    <a:pt x="72306" y="6166364"/>
                  </a:lnTo>
                  <a:lnTo>
                    <a:pt x="72400" y="6166364"/>
                  </a:lnTo>
                  <a:lnTo>
                    <a:pt x="72494" y="6166364"/>
                  </a:lnTo>
                  <a:lnTo>
                    <a:pt x="72588" y="6166364"/>
                  </a:lnTo>
                  <a:lnTo>
                    <a:pt x="72682" y="6166364"/>
                  </a:lnTo>
                  <a:lnTo>
                    <a:pt x="72776" y="6166364"/>
                  </a:lnTo>
                  <a:lnTo>
                    <a:pt x="72870" y="6166364"/>
                  </a:lnTo>
                  <a:lnTo>
                    <a:pt x="72964" y="6166364"/>
                  </a:lnTo>
                  <a:lnTo>
                    <a:pt x="73058" y="6166364"/>
                  </a:lnTo>
                  <a:lnTo>
                    <a:pt x="73152" y="6166364"/>
                  </a:lnTo>
                  <a:lnTo>
                    <a:pt x="73246" y="6166364"/>
                  </a:lnTo>
                  <a:lnTo>
                    <a:pt x="73340" y="6166364"/>
                  </a:lnTo>
                  <a:lnTo>
                    <a:pt x="73434" y="6166364"/>
                  </a:lnTo>
                  <a:lnTo>
                    <a:pt x="73528" y="6166364"/>
                  </a:lnTo>
                  <a:lnTo>
                    <a:pt x="73622" y="6166364"/>
                  </a:lnTo>
                  <a:lnTo>
                    <a:pt x="73716" y="6166364"/>
                  </a:lnTo>
                  <a:lnTo>
                    <a:pt x="73810" y="6166364"/>
                  </a:lnTo>
                  <a:lnTo>
                    <a:pt x="73904" y="6166364"/>
                  </a:lnTo>
                  <a:lnTo>
                    <a:pt x="73998" y="6166364"/>
                  </a:lnTo>
                  <a:lnTo>
                    <a:pt x="74092" y="6166364"/>
                  </a:lnTo>
                  <a:lnTo>
                    <a:pt x="74186" y="6166364"/>
                  </a:lnTo>
                  <a:lnTo>
                    <a:pt x="74280" y="6166364"/>
                  </a:lnTo>
                  <a:lnTo>
                    <a:pt x="74374" y="6166364"/>
                  </a:lnTo>
                  <a:lnTo>
                    <a:pt x="74469" y="6166364"/>
                  </a:lnTo>
                  <a:lnTo>
                    <a:pt x="74563" y="6166364"/>
                  </a:lnTo>
                  <a:lnTo>
                    <a:pt x="74657" y="6166364"/>
                  </a:lnTo>
                  <a:lnTo>
                    <a:pt x="74751" y="6166364"/>
                  </a:lnTo>
                  <a:lnTo>
                    <a:pt x="74845" y="6166364"/>
                  </a:lnTo>
                  <a:lnTo>
                    <a:pt x="74939" y="6166364"/>
                  </a:lnTo>
                  <a:lnTo>
                    <a:pt x="75033" y="6166364"/>
                  </a:lnTo>
                  <a:lnTo>
                    <a:pt x="75127" y="6166364"/>
                  </a:lnTo>
                  <a:lnTo>
                    <a:pt x="75221" y="6166364"/>
                  </a:lnTo>
                  <a:lnTo>
                    <a:pt x="75315" y="6166364"/>
                  </a:lnTo>
                  <a:lnTo>
                    <a:pt x="75409" y="6166364"/>
                  </a:lnTo>
                  <a:lnTo>
                    <a:pt x="75503" y="6166364"/>
                  </a:lnTo>
                  <a:lnTo>
                    <a:pt x="75597" y="6166364"/>
                  </a:lnTo>
                  <a:lnTo>
                    <a:pt x="75691" y="6166364"/>
                  </a:lnTo>
                  <a:lnTo>
                    <a:pt x="75785" y="6166364"/>
                  </a:lnTo>
                  <a:lnTo>
                    <a:pt x="75879" y="6166364"/>
                  </a:lnTo>
                  <a:lnTo>
                    <a:pt x="75973" y="6166364"/>
                  </a:lnTo>
                  <a:lnTo>
                    <a:pt x="76067" y="6166364"/>
                  </a:lnTo>
                  <a:lnTo>
                    <a:pt x="76161" y="6166364"/>
                  </a:lnTo>
                  <a:lnTo>
                    <a:pt x="76255" y="6166364"/>
                  </a:lnTo>
                  <a:lnTo>
                    <a:pt x="76349" y="6166364"/>
                  </a:lnTo>
                  <a:lnTo>
                    <a:pt x="76443" y="6166364"/>
                  </a:lnTo>
                  <a:lnTo>
                    <a:pt x="76537" y="6166364"/>
                  </a:lnTo>
                  <a:lnTo>
                    <a:pt x="76631" y="6166364"/>
                  </a:lnTo>
                  <a:lnTo>
                    <a:pt x="76725" y="6166364"/>
                  </a:lnTo>
                  <a:lnTo>
                    <a:pt x="76819" y="6166364"/>
                  </a:lnTo>
                  <a:lnTo>
                    <a:pt x="76913" y="6166364"/>
                  </a:lnTo>
                  <a:lnTo>
                    <a:pt x="77007" y="6166364"/>
                  </a:lnTo>
                  <a:lnTo>
                    <a:pt x="77101" y="6166364"/>
                  </a:lnTo>
                  <a:lnTo>
                    <a:pt x="77195" y="6166364"/>
                  </a:lnTo>
                  <a:lnTo>
                    <a:pt x="77289" y="6166364"/>
                  </a:lnTo>
                  <a:lnTo>
                    <a:pt x="77383" y="6166364"/>
                  </a:lnTo>
                  <a:lnTo>
                    <a:pt x="77477" y="6166364"/>
                  </a:lnTo>
                  <a:lnTo>
                    <a:pt x="77571" y="6166364"/>
                  </a:lnTo>
                  <a:lnTo>
                    <a:pt x="77665" y="6166364"/>
                  </a:lnTo>
                  <a:lnTo>
                    <a:pt x="77759" y="6166364"/>
                  </a:lnTo>
                  <a:lnTo>
                    <a:pt x="77853" y="6166364"/>
                  </a:lnTo>
                  <a:lnTo>
                    <a:pt x="77947" y="6166364"/>
                  </a:lnTo>
                  <a:lnTo>
                    <a:pt x="78042" y="6166364"/>
                  </a:lnTo>
                  <a:lnTo>
                    <a:pt x="78136" y="6166364"/>
                  </a:lnTo>
                  <a:lnTo>
                    <a:pt x="78230" y="6166364"/>
                  </a:lnTo>
                  <a:lnTo>
                    <a:pt x="78324" y="6166364"/>
                  </a:lnTo>
                  <a:lnTo>
                    <a:pt x="78418" y="6166364"/>
                  </a:lnTo>
                  <a:lnTo>
                    <a:pt x="78512" y="6166364"/>
                  </a:lnTo>
                  <a:lnTo>
                    <a:pt x="78606" y="6166364"/>
                  </a:lnTo>
                  <a:lnTo>
                    <a:pt x="78700" y="6166364"/>
                  </a:lnTo>
                  <a:lnTo>
                    <a:pt x="78794" y="6166364"/>
                  </a:lnTo>
                  <a:lnTo>
                    <a:pt x="78888" y="6166364"/>
                  </a:lnTo>
                  <a:lnTo>
                    <a:pt x="78982" y="6166364"/>
                  </a:lnTo>
                  <a:lnTo>
                    <a:pt x="79076" y="6166364"/>
                  </a:lnTo>
                  <a:lnTo>
                    <a:pt x="79170" y="6166364"/>
                  </a:lnTo>
                  <a:lnTo>
                    <a:pt x="79264" y="6166364"/>
                  </a:lnTo>
                  <a:lnTo>
                    <a:pt x="79358" y="6166364"/>
                  </a:lnTo>
                  <a:lnTo>
                    <a:pt x="79452" y="6166364"/>
                  </a:lnTo>
                  <a:lnTo>
                    <a:pt x="79452" y="6161084"/>
                  </a:lnTo>
                  <a:lnTo>
                    <a:pt x="79546" y="6161084"/>
                  </a:lnTo>
                  <a:lnTo>
                    <a:pt x="79640" y="6161084"/>
                  </a:lnTo>
                  <a:lnTo>
                    <a:pt x="79734" y="6161084"/>
                  </a:lnTo>
                  <a:lnTo>
                    <a:pt x="79828" y="6161084"/>
                  </a:lnTo>
                  <a:lnTo>
                    <a:pt x="79922" y="6161084"/>
                  </a:lnTo>
                  <a:lnTo>
                    <a:pt x="80016" y="6161084"/>
                  </a:lnTo>
                  <a:lnTo>
                    <a:pt x="80110" y="6161084"/>
                  </a:lnTo>
                  <a:lnTo>
                    <a:pt x="80204" y="6161084"/>
                  </a:lnTo>
                  <a:lnTo>
                    <a:pt x="80298" y="6161084"/>
                  </a:lnTo>
                  <a:lnTo>
                    <a:pt x="80392" y="6161084"/>
                  </a:lnTo>
                  <a:lnTo>
                    <a:pt x="80486" y="6161084"/>
                  </a:lnTo>
                  <a:lnTo>
                    <a:pt x="80580" y="6161084"/>
                  </a:lnTo>
                  <a:lnTo>
                    <a:pt x="80674" y="6161084"/>
                  </a:lnTo>
                  <a:lnTo>
                    <a:pt x="80768" y="6161084"/>
                  </a:lnTo>
                  <a:lnTo>
                    <a:pt x="80862" y="6161084"/>
                  </a:lnTo>
                  <a:lnTo>
                    <a:pt x="80956" y="6161084"/>
                  </a:lnTo>
                  <a:lnTo>
                    <a:pt x="81050" y="6161084"/>
                  </a:lnTo>
                  <a:lnTo>
                    <a:pt x="81144" y="6161084"/>
                  </a:lnTo>
                  <a:lnTo>
                    <a:pt x="81238" y="6161084"/>
                  </a:lnTo>
                  <a:lnTo>
                    <a:pt x="81332" y="6161084"/>
                  </a:lnTo>
                  <a:lnTo>
                    <a:pt x="81426" y="6161084"/>
                  </a:lnTo>
                  <a:lnTo>
                    <a:pt x="81521" y="6161084"/>
                  </a:lnTo>
                  <a:lnTo>
                    <a:pt x="81615" y="6161084"/>
                  </a:lnTo>
                  <a:lnTo>
                    <a:pt x="81709" y="6161084"/>
                  </a:lnTo>
                  <a:lnTo>
                    <a:pt x="81803" y="6161084"/>
                  </a:lnTo>
                  <a:lnTo>
                    <a:pt x="81897" y="6161084"/>
                  </a:lnTo>
                  <a:lnTo>
                    <a:pt x="81991" y="6161084"/>
                  </a:lnTo>
                  <a:lnTo>
                    <a:pt x="82085" y="6161084"/>
                  </a:lnTo>
                  <a:lnTo>
                    <a:pt x="82179" y="6161084"/>
                  </a:lnTo>
                  <a:lnTo>
                    <a:pt x="82273" y="6161084"/>
                  </a:lnTo>
                  <a:lnTo>
                    <a:pt x="82367" y="6161084"/>
                  </a:lnTo>
                  <a:lnTo>
                    <a:pt x="82461" y="6161084"/>
                  </a:lnTo>
                  <a:lnTo>
                    <a:pt x="82555" y="6161084"/>
                  </a:lnTo>
                  <a:lnTo>
                    <a:pt x="82649" y="6161084"/>
                  </a:lnTo>
                  <a:lnTo>
                    <a:pt x="82743" y="6161084"/>
                  </a:lnTo>
                  <a:lnTo>
                    <a:pt x="82837" y="6161084"/>
                  </a:lnTo>
                  <a:lnTo>
                    <a:pt x="82931" y="6161084"/>
                  </a:lnTo>
                  <a:lnTo>
                    <a:pt x="83025" y="6161084"/>
                  </a:lnTo>
                  <a:lnTo>
                    <a:pt x="83119" y="6161084"/>
                  </a:lnTo>
                  <a:lnTo>
                    <a:pt x="83213" y="6161084"/>
                  </a:lnTo>
                  <a:lnTo>
                    <a:pt x="83307" y="6161084"/>
                  </a:lnTo>
                  <a:lnTo>
                    <a:pt x="83401" y="6161084"/>
                  </a:lnTo>
                  <a:lnTo>
                    <a:pt x="83495" y="6161084"/>
                  </a:lnTo>
                  <a:lnTo>
                    <a:pt x="83589" y="6161084"/>
                  </a:lnTo>
                  <a:lnTo>
                    <a:pt x="83683" y="6161084"/>
                  </a:lnTo>
                  <a:lnTo>
                    <a:pt x="83777" y="6161084"/>
                  </a:lnTo>
                  <a:lnTo>
                    <a:pt x="83871" y="6161084"/>
                  </a:lnTo>
                  <a:lnTo>
                    <a:pt x="83965" y="6161084"/>
                  </a:lnTo>
                  <a:lnTo>
                    <a:pt x="84059" y="6161084"/>
                  </a:lnTo>
                  <a:lnTo>
                    <a:pt x="84153" y="6161084"/>
                  </a:lnTo>
                  <a:lnTo>
                    <a:pt x="84247" y="6161084"/>
                  </a:lnTo>
                  <a:lnTo>
                    <a:pt x="84341" y="6161084"/>
                  </a:lnTo>
                  <a:lnTo>
                    <a:pt x="84435" y="6161084"/>
                  </a:lnTo>
                  <a:lnTo>
                    <a:pt x="84529" y="6161084"/>
                  </a:lnTo>
                  <a:lnTo>
                    <a:pt x="84623" y="6161084"/>
                  </a:lnTo>
                  <a:lnTo>
                    <a:pt x="84717" y="6161084"/>
                  </a:lnTo>
                  <a:lnTo>
                    <a:pt x="84811" y="6161084"/>
                  </a:lnTo>
                  <a:lnTo>
                    <a:pt x="84905" y="6161084"/>
                  </a:lnTo>
                  <a:lnTo>
                    <a:pt x="84999" y="6161084"/>
                  </a:lnTo>
                  <a:lnTo>
                    <a:pt x="85094" y="6161084"/>
                  </a:lnTo>
                  <a:lnTo>
                    <a:pt x="85188" y="6161084"/>
                  </a:lnTo>
                  <a:lnTo>
                    <a:pt x="85282" y="6161084"/>
                  </a:lnTo>
                  <a:lnTo>
                    <a:pt x="85376" y="6161084"/>
                  </a:lnTo>
                  <a:lnTo>
                    <a:pt x="85470" y="6161084"/>
                  </a:lnTo>
                  <a:lnTo>
                    <a:pt x="85564" y="6161084"/>
                  </a:lnTo>
                  <a:lnTo>
                    <a:pt x="85658" y="6161084"/>
                  </a:lnTo>
                  <a:lnTo>
                    <a:pt x="85752" y="6161084"/>
                  </a:lnTo>
                  <a:lnTo>
                    <a:pt x="85846" y="6161084"/>
                  </a:lnTo>
                  <a:lnTo>
                    <a:pt x="85940" y="6161084"/>
                  </a:lnTo>
                  <a:lnTo>
                    <a:pt x="86034" y="6161084"/>
                  </a:lnTo>
                  <a:lnTo>
                    <a:pt x="86128" y="6161084"/>
                  </a:lnTo>
                  <a:lnTo>
                    <a:pt x="86222" y="6161084"/>
                  </a:lnTo>
                  <a:lnTo>
                    <a:pt x="86316" y="6161084"/>
                  </a:lnTo>
                  <a:lnTo>
                    <a:pt x="86410" y="6161084"/>
                  </a:lnTo>
                  <a:lnTo>
                    <a:pt x="86504" y="6161084"/>
                  </a:lnTo>
                  <a:lnTo>
                    <a:pt x="86598" y="6161084"/>
                  </a:lnTo>
                  <a:lnTo>
                    <a:pt x="86692" y="6161084"/>
                  </a:lnTo>
                  <a:lnTo>
                    <a:pt x="86786" y="6161084"/>
                  </a:lnTo>
                  <a:lnTo>
                    <a:pt x="86880" y="6161084"/>
                  </a:lnTo>
                  <a:lnTo>
                    <a:pt x="86974" y="6161084"/>
                  </a:lnTo>
                  <a:lnTo>
                    <a:pt x="87068" y="6161084"/>
                  </a:lnTo>
                  <a:lnTo>
                    <a:pt x="87162" y="6161084"/>
                  </a:lnTo>
                  <a:lnTo>
                    <a:pt x="87256" y="6161084"/>
                  </a:lnTo>
                  <a:lnTo>
                    <a:pt x="87350" y="6161084"/>
                  </a:lnTo>
                  <a:lnTo>
                    <a:pt x="87444" y="6161084"/>
                  </a:lnTo>
                  <a:lnTo>
                    <a:pt x="87538" y="6161084"/>
                  </a:lnTo>
                  <a:lnTo>
                    <a:pt x="87632" y="6161084"/>
                  </a:lnTo>
                  <a:lnTo>
                    <a:pt x="87726" y="6161084"/>
                  </a:lnTo>
                  <a:lnTo>
                    <a:pt x="87820" y="6161084"/>
                  </a:lnTo>
                  <a:lnTo>
                    <a:pt x="87914" y="6161084"/>
                  </a:lnTo>
                  <a:lnTo>
                    <a:pt x="88008" y="6161084"/>
                  </a:lnTo>
                  <a:lnTo>
                    <a:pt x="88102" y="6161084"/>
                  </a:lnTo>
                  <a:lnTo>
                    <a:pt x="88196" y="6161084"/>
                  </a:lnTo>
                  <a:lnTo>
                    <a:pt x="88290" y="6161084"/>
                  </a:lnTo>
                  <a:lnTo>
                    <a:pt x="88384" y="6161084"/>
                  </a:lnTo>
                  <a:lnTo>
                    <a:pt x="88478" y="6161084"/>
                  </a:lnTo>
                  <a:lnTo>
                    <a:pt x="88572" y="6161084"/>
                  </a:lnTo>
                  <a:lnTo>
                    <a:pt x="88667" y="6161084"/>
                  </a:lnTo>
                  <a:lnTo>
                    <a:pt x="88761" y="6161084"/>
                  </a:lnTo>
                  <a:lnTo>
                    <a:pt x="88855" y="6161084"/>
                  </a:lnTo>
                  <a:lnTo>
                    <a:pt x="88949" y="6161084"/>
                  </a:lnTo>
                  <a:lnTo>
                    <a:pt x="89043" y="6161084"/>
                  </a:lnTo>
                  <a:lnTo>
                    <a:pt x="89137" y="6161084"/>
                  </a:lnTo>
                  <a:lnTo>
                    <a:pt x="89231" y="6161084"/>
                  </a:lnTo>
                  <a:lnTo>
                    <a:pt x="89325" y="6161084"/>
                  </a:lnTo>
                  <a:lnTo>
                    <a:pt x="89419" y="6161084"/>
                  </a:lnTo>
                  <a:lnTo>
                    <a:pt x="89513" y="6161084"/>
                  </a:lnTo>
                  <a:lnTo>
                    <a:pt x="89607" y="6161084"/>
                  </a:lnTo>
                  <a:lnTo>
                    <a:pt x="89701" y="6161084"/>
                  </a:lnTo>
                  <a:lnTo>
                    <a:pt x="89795" y="6161084"/>
                  </a:lnTo>
                  <a:lnTo>
                    <a:pt x="89889" y="6161084"/>
                  </a:lnTo>
                  <a:lnTo>
                    <a:pt x="89983" y="6161084"/>
                  </a:lnTo>
                  <a:lnTo>
                    <a:pt x="90077" y="6161084"/>
                  </a:lnTo>
                  <a:lnTo>
                    <a:pt x="90171" y="6161084"/>
                  </a:lnTo>
                  <a:lnTo>
                    <a:pt x="90265" y="6161084"/>
                  </a:lnTo>
                  <a:lnTo>
                    <a:pt x="90359" y="6161084"/>
                  </a:lnTo>
                  <a:lnTo>
                    <a:pt x="90453" y="6161084"/>
                  </a:lnTo>
                  <a:lnTo>
                    <a:pt x="90547" y="6161084"/>
                  </a:lnTo>
                  <a:lnTo>
                    <a:pt x="90641" y="6161084"/>
                  </a:lnTo>
                  <a:lnTo>
                    <a:pt x="90735" y="6161084"/>
                  </a:lnTo>
                  <a:lnTo>
                    <a:pt x="90829" y="6161084"/>
                  </a:lnTo>
                  <a:lnTo>
                    <a:pt x="90923" y="6161084"/>
                  </a:lnTo>
                  <a:lnTo>
                    <a:pt x="91017" y="6161084"/>
                  </a:lnTo>
                  <a:lnTo>
                    <a:pt x="91017" y="6155805"/>
                  </a:lnTo>
                  <a:lnTo>
                    <a:pt x="91111" y="6155805"/>
                  </a:lnTo>
                  <a:lnTo>
                    <a:pt x="91205" y="6155805"/>
                  </a:lnTo>
                  <a:lnTo>
                    <a:pt x="91299" y="6155805"/>
                  </a:lnTo>
                  <a:lnTo>
                    <a:pt x="91393" y="6155805"/>
                  </a:lnTo>
                  <a:lnTo>
                    <a:pt x="91487" y="6155805"/>
                  </a:lnTo>
                  <a:lnTo>
                    <a:pt x="91581" y="6155805"/>
                  </a:lnTo>
                  <a:lnTo>
                    <a:pt x="91675" y="6155805"/>
                  </a:lnTo>
                  <a:lnTo>
                    <a:pt x="91769" y="6155805"/>
                  </a:lnTo>
                  <a:lnTo>
                    <a:pt x="91863" y="6155805"/>
                  </a:lnTo>
                  <a:lnTo>
                    <a:pt x="91957" y="6155805"/>
                  </a:lnTo>
                  <a:lnTo>
                    <a:pt x="92051" y="6155805"/>
                  </a:lnTo>
                  <a:lnTo>
                    <a:pt x="92145" y="6155805"/>
                  </a:lnTo>
                  <a:lnTo>
                    <a:pt x="92240" y="6155805"/>
                  </a:lnTo>
                  <a:lnTo>
                    <a:pt x="92334" y="6155805"/>
                  </a:lnTo>
                  <a:lnTo>
                    <a:pt x="92428" y="6155805"/>
                  </a:lnTo>
                  <a:lnTo>
                    <a:pt x="92522" y="6155805"/>
                  </a:lnTo>
                  <a:lnTo>
                    <a:pt x="92616" y="6155805"/>
                  </a:lnTo>
                  <a:lnTo>
                    <a:pt x="92710" y="6155805"/>
                  </a:lnTo>
                  <a:lnTo>
                    <a:pt x="92804" y="6155805"/>
                  </a:lnTo>
                  <a:lnTo>
                    <a:pt x="92898" y="6155805"/>
                  </a:lnTo>
                  <a:lnTo>
                    <a:pt x="92992" y="6155805"/>
                  </a:lnTo>
                  <a:lnTo>
                    <a:pt x="93086" y="6155805"/>
                  </a:lnTo>
                  <a:lnTo>
                    <a:pt x="93180" y="6155805"/>
                  </a:lnTo>
                  <a:lnTo>
                    <a:pt x="93274" y="6155805"/>
                  </a:lnTo>
                  <a:lnTo>
                    <a:pt x="93368" y="6155805"/>
                  </a:lnTo>
                  <a:lnTo>
                    <a:pt x="93462" y="6155805"/>
                  </a:lnTo>
                  <a:lnTo>
                    <a:pt x="93556" y="6155805"/>
                  </a:lnTo>
                  <a:lnTo>
                    <a:pt x="93650" y="6155805"/>
                  </a:lnTo>
                  <a:lnTo>
                    <a:pt x="93744" y="6155805"/>
                  </a:lnTo>
                  <a:lnTo>
                    <a:pt x="93838" y="6155805"/>
                  </a:lnTo>
                  <a:lnTo>
                    <a:pt x="93932" y="6155805"/>
                  </a:lnTo>
                  <a:lnTo>
                    <a:pt x="94026" y="6155805"/>
                  </a:lnTo>
                  <a:lnTo>
                    <a:pt x="94120" y="6155805"/>
                  </a:lnTo>
                  <a:lnTo>
                    <a:pt x="94214" y="6155805"/>
                  </a:lnTo>
                  <a:lnTo>
                    <a:pt x="94214" y="6150525"/>
                  </a:lnTo>
                  <a:lnTo>
                    <a:pt x="94308" y="6150525"/>
                  </a:lnTo>
                  <a:lnTo>
                    <a:pt x="94402" y="6150525"/>
                  </a:lnTo>
                  <a:lnTo>
                    <a:pt x="94496" y="6150525"/>
                  </a:lnTo>
                  <a:lnTo>
                    <a:pt x="94590" y="6150525"/>
                  </a:lnTo>
                  <a:lnTo>
                    <a:pt x="94684" y="6150525"/>
                  </a:lnTo>
                  <a:lnTo>
                    <a:pt x="94778" y="6150525"/>
                  </a:lnTo>
                  <a:lnTo>
                    <a:pt x="94872" y="6150525"/>
                  </a:lnTo>
                  <a:lnTo>
                    <a:pt x="94966" y="6150525"/>
                  </a:lnTo>
                  <a:lnTo>
                    <a:pt x="95060" y="6150525"/>
                  </a:lnTo>
                  <a:lnTo>
                    <a:pt x="95154" y="6150525"/>
                  </a:lnTo>
                  <a:lnTo>
                    <a:pt x="95248" y="6150525"/>
                  </a:lnTo>
                  <a:lnTo>
                    <a:pt x="95342" y="6150525"/>
                  </a:lnTo>
                  <a:lnTo>
                    <a:pt x="95436" y="6150525"/>
                  </a:lnTo>
                  <a:lnTo>
                    <a:pt x="95530" y="6150525"/>
                  </a:lnTo>
                  <a:lnTo>
                    <a:pt x="95624" y="6150525"/>
                  </a:lnTo>
                  <a:lnTo>
                    <a:pt x="95719" y="6150525"/>
                  </a:lnTo>
                  <a:lnTo>
                    <a:pt x="95813" y="6150525"/>
                  </a:lnTo>
                  <a:lnTo>
                    <a:pt x="95907" y="6150525"/>
                  </a:lnTo>
                  <a:lnTo>
                    <a:pt x="96001" y="6150525"/>
                  </a:lnTo>
                  <a:lnTo>
                    <a:pt x="96095" y="6150525"/>
                  </a:lnTo>
                  <a:lnTo>
                    <a:pt x="96189" y="6150525"/>
                  </a:lnTo>
                  <a:lnTo>
                    <a:pt x="96283" y="6150525"/>
                  </a:lnTo>
                  <a:lnTo>
                    <a:pt x="96377" y="6150525"/>
                  </a:lnTo>
                  <a:lnTo>
                    <a:pt x="96471" y="6150525"/>
                  </a:lnTo>
                  <a:lnTo>
                    <a:pt x="96565" y="6150525"/>
                  </a:lnTo>
                  <a:lnTo>
                    <a:pt x="96659" y="6150525"/>
                  </a:lnTo>
                  <a:lnTo>
                    <a:pt x="96753" y="6150525"/>
                  </a:lnTo>
                  <a:lnTo>
                    <a:pt x="96847" y="6150525"/>
                  </a:lnTo>
                  <a:lnTo>
                    <a:pt x="96941" y="6150525"/>
                  </a:lnTo>
                  <a:lnTo>
                    <a:pt x="97035" y="6150525"/>
                  </a:lnTo>
                  <a:lnTo>
                    <a:pt x="97129" y="6150525"/>
                  </a:lnTo>
                  <a:lnTo>
                    <a:pt x="97223" y="6150525"/>
                  </a:lnTo>
                  <a:lnTo>
                    <a:pt x="97317" y="6150525"/>
                  </a:lnTo>
                  <a:lnTo>
                    <a:pt x="97411" y="6150525"/>
                  </a:lnTo>
                  <a:lnTo>
                    <a:pt x="97505" y="6150525"/>
                  </a:lnTo>
                  <a:lnTo>
                    <a:pt x="97599" y="6150525"/>
                  </a:lnTo>
                  <a:lnTo>
                    <a:pt x="97693" y="6150525"/>
                  </a:lnTo>
                  <a:lnTo>
                    <a:pt x="97693" y="6145246"/>
                  </a:lnTo>
                  <a:lnTo>
                    <a:pt x="97787" y="6145246"/>
                  </a:lnTo>
                  <a:lnTo>
                    <a:pt x="97881" y="6145246"/>
                  </a:lnTo>
                  <a:lnTo>
                    <a:pt x="97975" y="6145246"/>
                  </a:lnTo>
                  <a:lnTo>
                    <a:pt x="98069" y="6145246"/>
                  </a:lnTo>
                  <a:lnTo>
                    <a:pt x="98163" y="6145246"/>
                  </a:lnTo>
                  <a:lnTo>
                    <a:pt x="98257" y="6145246"/>
                  </a:lnTo>
                  <a:lnTo>
                    <a:pt x="98257" y="6139967"/>
                  </a:lnTo>
                  <a:lnTo>
                    <a:pt x="98351" y="6139967"/>
                  </a:lnTo>
                  <a:lnTo>
                    <a:pt x="98445" y="6139967"/>
                  </a:lnTo>
                  <a:lnTo>
                    <a:pt x="98539" y="6139967"/>
                  </a:lnTo>
                  <a:lnTo>
                    <a:pt x="98633" y="6139967"/>
                  </a:lnTo>
                  <a:lnTo>
                    <a:pt x="98727" y="6139967"/>
                  </a:lnTo>
                  <a:lnTo>
                    <a:pt x="98821" y="6139967"/>
                  </a:lnTo>
                  <a:lnTo>
                    <a:pt x="98915" y="6139967"/>
                  </a:lnTo>
                  <a:lnTo>
                    <a:pt x="99009" y="6139967"/>
                  </a:lnTo>
                  <a:lnTo>
                    <a:pt x="99103" y="6139967"/>
                  </a:lnTo>
                  <a:lnTo>
                    <a:pt x="99197" y="6139967"/>
                  </a:lnTo>
                  <a:lnTo>
                    <a:pt x="99292" y="6139967"/>
                  </a:lnTo>
                  <a:lnTo>
                    <a:pt x="99386" y="6139967"/>
                  </a:lnTo>
                  <a:lnTo>
                    <a:pt x="99480" y="6139967"/>
                  </a:lnTo>
                  <a:lnTo>
                    <a:pt x="99574" y="6139967"/>
                  </a:lnTo>
                  <a:lnTo>
                    <a:pt x="99668" y="6139967"/>
                  </a:lnTo>
                  <a:lnTo>
                    <a:pt x="99762" y="6139967"/>
                  </a:lnTo>
                  <a:lnTo>
                    <a:pt x="99856" y="6139967"/>
                  </a:lnTo>
                  <a:lnTo>
                    <a:pt x="99950" y="6139967"/>
                  </a:lnTo>
                  <a:lnTo>
                    <a:pt x="100044" y="6139967"/>
                  </a:lnTo>
                  <a:lnTo>
                    <a:pt x="100138" y="6139967"/>
                  </a:lnTo>
                  <a:lnTo>
                    <a:pt x="100232" y="6139967"/>
                  </a:lnTo>
                  <a:lnTo>
                    <a:pt x="100326" y="6139967"/>
                  </a:lnTo>
                  <a:lnTo>
                    <a:pt x="100420" y="6139967"/>
                  </a:lnTo>
                  <a:lnTo>
                    <a:pt x="100514" y="6139967"/>
                  </a:lnTo>
                  <a:lnTo>
                    <a:pt x="100608" y="6139967"/>
                  </a:lnTo>
                  <a:lnTo>
                    <a:pt x="100702" y="6139967"/>
                  </a:lnTo>
                  <a:lnTo>
                    <a:pt x="100796" y="6139967"/>
                  </a:lnTo>
                  <a:lnTo>
                    <a:pt x="100890" y="6139967"/>
                  </a:lnTo>
                  <a:lnTo>
                    <a:pt x="100984" y="6139967"/>
                  </a:lnTo>
                  <a:lnTo>
                    <a:pt x="101078" y="6139967"/>
                  </a:lnTo>
                  <a:lnTo>
                    <a:pt x="101078" y="6134687"/>
                  </a:lnTo>
                  <a:lnTo>
                    <a:pt x="101172" y="6134687"/>
                  </a:lnTo>
                  <a:lnTo>
                    <a:pt x="101266" y="6134687"/>
                  </a:lnTo>
                  <a:lnTo>
                    <a:pt x="101360" y="6134687"/>
                  </a:lnTo>
                  <a:lnTo>
                    <a:pt x="101454" y="6134687"/>
                  </a:lnTo>
                  <a:lnTo>
                    <a:pt x="101548" y="6134687"/>
                  </a:lnTo>
                  <a:lnTo>
                    <a:pt x="101642" y="6134687"/>
                  </a:lnTo>
                  <a:lnTo>
                    <a:pt x="101736" y="6134687"/>
                  </a:lnTo>
                  <a:lnTo>
                    <a:pt x="101830" y="6134687"/>
                  </a:lnTo>
                  <a:lnTo>
                    <a:pt x="101924" y="6134687"/>
                  </a:lnTo>
                  <a:lnTo>
                    <a:pt x="102018" y="6134687"/>
                  </a:lnTo>
                  <a:lnTo>
                    <a:pt x="102112" y="6134687"/>
                  </a:lnTo>
                  <a:lnTo>
                    <a:pt x="102206" y="6134687"/>
                  </a:lnTo>
                  <a:lnTo>
                    <a:pt x="102300" y="6134687"/>
                  </a:lnTo>
                  <a:lnTo>
                    <a:pt x="102394" y="6134687"/>
                  </a:lnTo>
                  <a:lnTo>
                    <a:pt x="102488" y="6134687"/>
                  </a:lnTo>
                  <a:lnTo>
                    <a:pt x="102582" y="6134687"/>
                  </a:lnTo>
                  <a:lnTo>
                    <a:pt x="102676" y="6134687"/>
                  </a:lnTo>
                  <a:lnTo>
                    <a:pt x="102770" y="6134687"/>
                  </a:lnTo>
                  <a:lnTo>
                    <a:pt x="102865" y="6134687"/>
                  </a:lnTo>
                  <a:lnTo>
                    <a:pt x="102959" y="6134687"/>
                  </a:lnTo>
                  <a:lnTo>
                    <a:pt x="103053" y="6134687"/>
                  </a:lnTo>
                  <a:lnTo>
                    <a:pt x="103147" y="6134687"/>
                  </a:lnTo>
                  <a:lnTo>
                    <a:pt x="103241" y="6134687"/>
                  </a:lnTo>
                  <a:lnTo>
                    <a:pt x="103335" y="6134687"/>
                  </a:lnTo>
                  <a:lnTo>
                    <a:pt x="103429" y="6134687"/>
                  </a:lnTo>
                  <a:lnTo>
                    <a:pt x="103523" y="6134687"/>
                  </a:lnTo>
                  <a:lnTo>
                    <a:pt x="103617" y="6134687"/>
                  </a:lnTo>
                  <a:lnTo>
                    <a:pt x="103711" y="6134687"/>
                  </a:lnTo>
                  <a:lnTo>
                    <a:pt x="103711" y="6129408"/>
                  </a:lnTo>
                  <a:lnTo>
                    <a:pt x="103805" y="6129408"/>
                  </a:lnTo>
                  <a:lnTo>
                    <a:pt x="103899" y="6129408"/>
                  </a:lnTo>
                  <a:lnTo>
                    <a:pt x="103993" y="6129408"/>
                  </a:lnTo>
                  <a:lnTo>
                    <a:pt x="104087" y="6129408"/>
                  </a:lnTo>
                  <a:lnTo>
                    <a:pt x="104181" y="6129408"/>
                  </a:lnTo>
                  <a:lnTo>
                    <a:pt x="104275" y="6129408"/>
                  </a:lnTo>
                  <a:lnTo>
                    <a:pt x="104369" y="6129408"/>
                  </a:lnTo>
                  <a:lnTo>
                    <a:pt x="104463" y="6129408"/>
                  </a:lnTo>
                  <a:lnTo>
                    <a:pt x="104557" y="6129408"/>
                  </a:lnTo>
                  <a:lnTo>
                    <a:pt x="104651" y="6129408"/>
                  </a:lnTo>
                  <a:lnTo>
                    <a:pt x="104745" y="6129408"/>
                  </a:lnTo>
                  <a:lnTo>
                    <a:pt x="104839" y="6129408"/>
                  </a:lnTo>
                  <a:lnTo>
                    <a:pt x="104933" y="6129408"/>
                  </a:lnTo>
                  <a:lnTo>
                    <a:pt x="105027" y="6129408"/>
                  </a:lnTo>
                  <a:lnTo>
                    <a:pt x="105121" y="6129408"/>
                  </a:lnTo>
                  <a:lnTo>
                    <a:pt x="105215" y="6129408"/>
                  </a:lnTo>
                  <a:lnTo>
                    <a:pt x="105309" y="6129408"/>
                  </a:lnTo>
                  <a:lnTo>
                    <a:pt x="105309" y="6124128"/>
                  </a:lnTo>
                  <a:lnTo>
                    <a:pt x="105403" y="6124128"/>
                  </a:lnTo>
                  <a:lnTo>
                    <a:pt x="105497" y="6124128"/>
                  </a:lnTo>
                  <a:lnTo>
                    <a:pt x="105591" y="6124128"/>
                  </a:lnTo>
                  <a:lnTo>
                    <a:pt x="105685" y="6124128"/>
                  </a:lnTo>
                  <a:lnTo>
                    <a:pt x="105779" y="6124128"/>
                  </a:lnTo>
                  <a:lnTo>
                    <a:pt x="105873" y="6124128"/>
                  </a:lnTo>
                  <a:lnTo>
                    <a:pt x="105967" y="6124128"/>
                  </a:lnTo>
                  <a:lnTo>
                    <a:pt x="106061" y="6124128"/>
                  </a:lnTo>
                  <a:lnTo>
                    <a:pt x="106155" y="6124128"/>
                  </a:lnTo>
                  <a:lnTo>
                    <a:pt x="106249" y="6124128"/>
                  </a:lnTo>
                  <a:lnTo>
                    <a:pt x="106344" y="6124128"/>
                  </a:lnTo>
                  <a:lnTo>
                    <a:pt x="106438" y="6124128"/>
                  </a:lnTo>
                  <a:lnTo>
                    <a:pt x="106532" y="6124128"/>
                  </a:lnTo>
                  <a:lnTo>
                    <a:pt x="106626" y="6124128"/>
                  </a:lnTo>
                  <a:lnTo>
                    <a:pt x="106720" y="6124128"/>
                  </a:lnTo>
                  <a:lnTo>
                    <a:pt x="106814" y="6124128"/>
                  </a:lnTo>
                  <a:lnTo>
                    <a:pt x="106908" y="6124128"/>
                  </a:lnTo>
                  <a:lnTo>
                    <a:pt x="107002" y="6124128"/>
                  </a:lnTo>
                  <a:lnTo>
                    <a:pt x="107096" y="6124128"/>
                  </a:lnTo>
                  <a:lnTo>
                    <a:pt x="107190" y="6124128"/>
                  </a:lnTo>
                  <a:lnTo>
                    <a:pt x="107284" y="6124128"/>
                  </a:lnTo>
                  <a:lnTo>
                    <a:pt x="107378" y="6124128"/>
                  </a:lnTo>
                  <a:lnTo>
                    <a:pt x="107472" y="6124128"/>
                  </a:lnTo>
                  <a:lnTo>
                    <a:pt x="107566" y="6124128"/>
                  </a:lnTo>
                  <a:lnTo>
                    <a:pt x="107660" y="6124128"/>
                  </a:lnTo>
                  <a:lnTo>
                    <a:pt x="107754" y="6124128"/>
                  </a:lnTo>
                  <a:lnTo>
                    <a:pt x="107848" y="6124128"/>
                  </a:lnTo>
                  <a:lnTo>
                    <a:pt x="107942" y="6124128"/>
                  </a:lnTo>
                  <a:lnTo>
                    <a:pt x="108036" y="6124128"/>
                  </a:lnTo>
                  <a:lnTo>
                    <a:pt x="108130" y="6124128"/>
                  </a:lnTo>
                  <a:lnTo>
                    <a:pt x="108224" y="6124128"/>
                  </a:lnTo>
                  <a:lnTo>
                    <a:pt x="108318" y="6124128"/>
                  </a:lnTo>
                  <a:lnTo>
                    <a:pt x="108412" y="6124128"/>
                  </a:lnTo>
                  <a:lnTo>
                    <a:pt x="108412" y="6118849"/>
                  </a:lnTo>
                  <a:lnTo>
                    <a:pt x="108506" y="6118849"/>
                  </a:lnTo>
                  <a:lnTo>
                    <a:pt x="108600" y="6118849"/>
                  </a:lnTo>
                  <a:lnTo>
                    <a:pt x="108694" y="6118849"/>
                  </a:lnTo>
                  <a:lnTo>
                    <a:pt x="108788" y="6118849"/>
                  </a:lnTo>
                  <a:lnTo>
                    <a:pt x="108882" y="6118849"/>
                  </a:lnTo>
                  <a:lnTo>
                    <a:pt x="108882" y="6113569"/>
                  </a:lnTo>
                  <a:lnTo>
                    <a:pt x="108976" y="6113569"/>
                  </a:lnTo>
                  <a:lnTo>
                    <a:pt x="109070" y="6113569"/>
                  </a:lnTo>
                  <a:lnTo>
                    <a:pt x="109164" y="6113569"/>
                  </a:lnTo>
                  <a:lnTo>
                    <a:pt x="109258" y="6113569"/>
                  </a:lnTo>
                  <a:lnTo>
                    <a:pt x="109352" y="6113569"/>
                  </a:lnTo>
                  <a:lnTo>
                    <a:pt x="109446" y="6113569"/>
                  </a:lnTo>
                  <a:lnTo>
                    <a:pt x="109540" y="6113569"/>
                  </a:lnTo>
                  <a:lnTo>
                    <a:pt x="109634" y="6113569"/>
                  </a:lnTo>
                  <a:lnTo>
                    <a:pt x="109728" y="6113569"/>
                  </a:lnTo>
                  <a:lnTo>
                    <a:pt x="109822" y="6113569"/>
                  </a:lnTo>
                  <a:lnTo>
                    <a:pt x="109917" y="6113569"/>
                  </a:lnTo>
                  <a:lnTo>
                    <a:pt x="110011" y="6113569"/>
                  </a:lnTo>
                  <a:lnTo>
                    <a:pt x="110105" y="6113569"/>
                  </a:lnTo>
                  <a:lnTo>
                    <a:pt x="110199" y="6113569"/>
                  </a:lnTo>
                  <a:lnTo>
                    <a:pt x="110293" y="6113569"/>
                  </a:lnTo>
                  <a:lnTo>
                    <a:pt x="110387" y="6113569"/>
                  </a:lnTo>
                  <a:lnTo>
                    <a:pt x="110481" y="6113569"/>
                  </a:lnTo>
                  <a:lnTo>
                    <a:pt x="110575" y="6113569"/>
                  </a:lnTo>
                  <a:lnTo>
                    <a:pt x="110669" y="6113569"/>
                  </a:lnTo>
                  <a:lnTo>
                    <a:pt x="110763" y="6113569"/>
                  </a:lnTo>
                  <a:lnTo>
                    <a:pt x="110857" y="6113569"/>
                  </a:lnTo>
                  <a:lnTo>
                    <a:pt x="110951" y="6113569"/>
                  </a:lnTo>
                  <a:lnTo>
                    <a:pt x="111045" y="6113569"/>
                  </a:lnTo>
                  <a:lnTo>
                    <a:pt x="111139" y="6113569"/>
                  </a:lnTo>
                  <a:lnTo>
                    <a:pt x="111233" y="6113569"/>
                  </a:lnTo>
                  <a:lnTo>
                    <a:pt x="111327" y="6113569"/>
                  </a:lnTo>
                  <a:lnTo>
                    <a:pt x="111421" y="6113569"/>
                  </a:lnTo>
                  <a:lnTo>
                    <a:pt x="111515" y="6113569"/>
                  </a:lnTo>
                  <a:lnTo>
                    <a:pt x="111609" y="6113569"/>
                  </a:lnTo>
                  <a:lnTo>
                    <a:pt x="111703" y="6113569"/>
                  </a:lnTo>
                  <a:lnTo>
                    <a:pt x="111797" y="6113569"/>
                  </a:lnTo>
                  <a:lnTo>
                    <a:pt x="111891" y="6113569"/>
                  </a:lnTo>
                  <a:lnTo>
                    <a:pt x="111985" y="6113569"/>
                  </a:lnTo>
                  <a:lnTo>
                    <a:pt x="112079" y="6113569"/>
                  </a:lnTo>
                  <a:lnTo>
                    <a:pt x="112173" y="6113569"/>
                  </a:lnTo>
                  <a:lnTo>
                    <a:pt x="112267" y="6113569"/>
                  </a:lnTo>
                  <a:lnTo>
                    <a:pt x="112361" y="6113569"/>
                  </a:lnTo>
                  <a:lnTo>
                    <a:pt x="112455" y="6113569"/>
                  </a:lnTo>
                  <a:lnTo>
                    <a:pt x="112549" y="6113569"/>
                  </a:lnTo>
                  <a:lnTo>
                    <a:pt x="112643" y="6113569"/>
                  </a:lnTo>
                  <a:lnTo>
                    <a:pt x="112737" y="6113569"/>
                  </a:lnTo>
                  <a:lnTo>
                    <a:pt x="112831" y="6113569"/>
                  </a:lnTo>
                  <a:lnTo>
                    <a:pt x="112925" y="6113569"/>
                  </a:lnTo>
                  <a:lnTo>
                    <a:pt x="113019" y="6113569"/>
                  </a:lnTo>
                  <a:lnTo>
                    <a:pt x="113113" y="6113569"/>
                  </a:lnTo>
                  <a:lnTo>
                    <a:pt x="113207" y="6113569"/>
                  </a:lnTo>
                  <a:lnTo>
                    <a:pt x="113301" y="6113569"/>
                  </a:lnTo>
                  <a:lnTo>
                    <a:pt x="113395" y="6113569"/>
                  </a:lnTo>
                  <a:lnTo>
                    <a:pt x="113490" y="6113569"/>
                  </a:lnTo>
                  <a:lnTo>
                    <a:pt x="113584" y="6113569"/>
                  </a:lnTo>
                  <a:lnTo>
                    <a:pt x="113678" y="6113569"/>
                  </a:lnTo>
                  <a:lnTo>
                    <a:pt x="113772" y="6113569"/>
                  </a:lnTo>
                  <a:lnTo>
                    <a:pt x="113866" y="6113569"/>
                  </a:lnTo>
                  <a:lnTo>
                    <a:pt x="113960" y="6113569"/>
                  </a:lnTo>
                  <a:lnTo>
                    <a:pt x="114054" y="6113569"/>
                  </a:lnTo>
                  <a:lnTo>
                    <a:pt x="114148" y="6113569"/>
                  </a:lnTo>
                  <a:lnTo>
                    <a:pt x="114242" y="6113569"/>
                  </a:lnTo>
                  <a:lnTo>
                    <a:pt x="114336" y="6113569"/>
                  </a:lnTo>
                  <a:lnTo>
                    <a:pt x="114430" y="6113569"/>
                  </a:lnTo>
                  <a:lnTo>
                    <a:pt x="114524" y="6113569"/>
                  </a:lnTo>
                  <a:lnTo>
                    <a:pt x="114618" y="6113569"/>
                  </a:lnTo>
                  <a:lnTo>
                    <a:pt x="114712" y="6113569"/>
                  </a:lnTo>
                  <a:lnTo>
                    <a:pt x="114712" y="6108290"/>
                  </a:lnTo>
                  <a:lnTo>
                    <a:pt x="114806" y="6108290"/>
                  </a:lnTo>
                  <a:lnTo>
                    <a:pt x="114900" y="6108290"/>
                  </a:lnTo>
                  <a:lnTo>
                    <a:pt x="114994" y="6108290"/>
                  </a:lnTo>
                  <a:lnTo>
                    <a:pt x="115088" y="6108290"/>
                  </a:lnTo>
                  <a:lnTo>
                    <a:pt x="115182" y="6108290"/>
                  </a:lnTo>
                  <a:lnTo>
                    <a:pt x="115276" y="6108290"/>
                  </a:lnTo>
                  <a:lnTo>
                    <a:pt x="115370" y="6108290"/>
                  </a:lnTo>
                  <a:lnTo>
                    <a:pt x="115464" y="6108290"/>
                  </a:lnTo>
                  <a:lnTo>
                    <a:pt x="115464" y="6103011"/>
                  </a:lnTo>
                  <a:lnTo>
                    <a:pt x="115558" y="6103011"/>
                  </a:lnTo>
                  <a:lnTo>
                    <a:pt x="115652" y="6103011"/>
                  </a:lnTo>
                  <a:lnTo>
                    <a:pt x="115746" y="6103011"/>
                  </a:lnTo>
                  <a:lnTo>
                    <a:pt x="115840" y="6103011"/>
                  </a:lnTo>
                  <a:lnTo>
                    <a:pt x="115934" y="6103011"/>
                  </a:lnTo>
                  <a:lnTo>
                    <a:pt x="116028" y="6103011"/>
                  </a:lnTo>
                  <a:lnTo>
                    <a:pt x="116028" y="6097731"/>
                  </a:lnTo>
                  <a:lnTo>
                    <a:pt x="116122" y="6097731"/>
                  </a:lnTo>
                  <a:lnTo>
                    <a:pt x="116216" y="6097731"/>
                  </a:lnTo>
                  <a:lnTo>
                    <a:pt x="116310" y="6097731"/>
                  </a:lnTo>
                  <a:lnTo>
                    <a:pt x="116404" y="6097731"/>
                  </a:lnTo>
                  <a:lnTo>
                    <a:pt x="116498" y="6097731"/>
                  </a:lnTo>
                  <a:lnTo>
                    <a:pt x="116592" y="6097731"/>
                  </a:lnTo>
                  <a:lnTo>
                    <a:pt x="116686" y="6097731"/>
                  </a:lnTo>
                  <a:lnTo>
                    <a:pt x="116780" y="6097731"/>
                  </a:lnTo>
                  <a:lnTo>
                    <a:pt x="116874" y="6097731"/>
                  </a:lnTo>
                  <a:lnTo>
                    <a:pt x="116969" y="6097731"/>
                  </a:lnTo>
                  <a:lnTo>
                    <a:pt x="117063" y="6097731"/>
                  </a:lnTo>
                  <a:lnTo>
                    <a:pt x="117157" y="6097731"/>
                  </a:lnTo>
                  <a:lnTo>
                    <a:pt x="117251" y="6097731"/>
                  </a:lnTo>
                  <a:lnTo>
                    <a:pt x="117345" y="6097731"/>
                  </a:lnTo>
                  <a:lnTo>
                    <a:pt x="117439" y="6097731"/>
                  </a:lnTo>
                  <a:lnTo>
                    <a:pt x="117533" y="6097731"/>
                  </a:lnTo>
                  <a:lnTo>
                    <a:pt x="117627" y="6097731"/>
                  </a:lnTo>
                  <a:lnTo>
                    <a:pt x="117721" y="6097731"/>
                  </a:lnTo>
                  <a:lnTo>
                    <a:pt x="117815" y="6097731"/>
                  </a:lnTo>
                  <a:lnTo>
                    <a:pt x="117909" y="6097731"/>
                  </a:lnTo>
                  <a:lnTo>
                    <a:pt x="118003" y="6097731"/>
                  </a:lnTo>
                  <a:lnTo>
                    <a:pt x="118097" y="6097731"/>
                  </a:lnTo>
                  <a:lnTo>
                    <a:pt x="118191" y="6097731"/>
                  </a:lnTo>
                  <a:lnTo>
                    <a:pt x="118285" y="6097731"/>
                  </a:lnTo>
                  <a:lnTo>
                    <a:pt x="118379" y="6097731"/>
                  </a:lnTo>
                  <a:lnTo>
                    <a:pt x="118473" y="6097731"/>
                  </a:lnTo>
                  <a:lnTo>
                    <a:pt x="118567" y="6097731"/>
                  </a:lnTo>
                  <a:lnTo>
                    <a:pt x="118661" y="6097731"/>
                  </a:lnTo>
                  <a:lnTo>
                    <a:pt x="118755" y="6097731"/>
                  </a:lnTo>
                  <a:lnTo>
                    <a:pt x="118849" y="6097731"/>
                  </a:lnTo>
                  <a:lnTo>
                    <a:pt x="118943" y="6097731"/>
                  </a:lnTo>
                  <a:lnTo>
                    <a:pt x="119037" y="6097731"/>
                  </a:lnTo>
                  <a:lnTo>
                    <a:pt x="119037" y="6092452"/>
                  </a:lnTo>
                  <a:lnTo>
                    <a:pt x="119131" y="6092452"/>
                  </a:lnTo>
                  <a:lnTo>
                    <a:pt x="119225" y="6092452"/>
                  </a:lnTo>
                  <a:lnTo>
                    <a:pt x="119319" y="6092452"/>
                  </a:lnTo>
                  <a:lnTo>
                    <a:pt x="119413" y="6092452"/>
                  </a:lnTo>
                  <a:lnTo>
                    <a:pt x="119507" y="6092452"/>
                  </a:lnTo>
                  <a:lnTo>
                    <a:pt x="119601" y="6092452"/>
                  </a:lnTo>
                  <a:lnTo>
                    <a:pt x="119695" y="6092452"/>
                  </a:lnTo>
                  <a:lnTo>
                    <a:pt x="119789" y="6092452"/>
                  </a:lnTo>
                  <a:lnTo>
                    <a:pt x="119883" y="6092452"/>
                  </a:lnTo>
                  <a:lnTo>
                    <a:pt x="119977" y="6092452"/>
                  </a:lnTo>
                  <a:lnTo>
                    <a:pt x="120071" y="6092452"/>
                  </a:lnTo>
                  <a:lnTo>
                    <a:pt x="120165" y="6092452"/>
                  </a:lnTo>
                  <a:lnTo>
                    <a:pt x="120259" y="6092452"/>
                  </a:lnTo>
                  <a:lnTo>
                    <a:pt x="120353" y="6092452"/>
                  </a:lnTo>
                  <a:lnTo>
                    <a:pt x="120447" y="6092452"/>
                  </a:lnTo>
                  <a:lnTo>
                    <a:pt x="120542" y="6092452"/>
                  </a:lnTo>
                  <a:lnTo>
                    <a:pt x="120636" y="6092452"/>
                  </a:lnTo>
                  <a:lnTo>
                    <a:pt x="120730" y="6092452"/>
                  </a:lnTo>
                  <a:lnTo>
                    <a:pt x="120824" y="6092452"/>
                  </a:lnTo>
                  <a:lnTo>
                    <a:pt x="120918" y="6092452"/>
                  </a:lnTo>
                  <a:lnTo>
                    <a:pt x="121012" y="6092452"/>
                  </a:lnTo>
                  <a:lnTo>
                    <a:pt x="121106" y="6092452"/>
                  </a:lnTo>
                  <a:lnTo>
                    <a:pt x="121200" y="6092452"/>
                  </a:lnTo>
                  <a:lnTo>
                    <a:pt x="121294" y="6092452"/>
                  </a:lnTo>
                  <a:lnTo>
                    <a:pt x="121388" y="6092452"/>
                  </a:lnTo>
                  <a:lnTo>
                    <a:pt x="121482" y="6092452"/>
                  </a:lnTo>
                  <a:lnTo>
                    <a:pt x="121576" y="6092452"/>
                  </a:lnTo>
                  <a:lnTo>
                    <a:pt x="121670" y="6092452"/>
                  </a:lnTo>
                  <a:lnTo>
                    <a:pt x="121764" y="6092452"/>
                  </a:lnTo>
                  <a:lnTo>
                    <a:pt x="121858" y="6092452"/>
                  </a:lnTo>
                  <a:lnTo>
                    <a:pt x="121952" y="6092452"/>
                  </a:lnTo>
                  <a:lnTo>
                    <a:pt x="122046" y="6092452"/>
                  </a:lnTo>
                  <a:lnTo>
                    <a:pt x="122140" y="6092452"/>
                  </a:lnTo>
                  <a:lnTo>
                    <a:pt x="122234" y="6092452"/>
                  </a:lnTo>
                  <a:lnTo>
                    <a:pt x="122328" y="6092452"/>
                  </a:lnTo>
                  <a:lnTo>
                    <a:pt x="122422" y="6092452"/>
                  </a:lnTo>
                  <a:lnTo>
                    <a:pt x="122516" y="6092452"/>
                  </a:lnTo>
                  <a:lnTo>
                    <a:pt x="122610" y="6092452"/>
                  </a:lnTo>
                  <a:lnTo>
                    <a:pt x="122704" y="6092452"/>
                  </a:lnTo>
                  <a:lnTo>
                    <a:pt x="122798" y="6092452"/>
                  </a:lnTo>
                  <a:lnTo>
                    <a:pt x="122892" y="6092452"/>
                  </a:lnTo>
                  <a:lnTo>
                    <a:pt x="122986" y="6092452"/>
                  </a:lnTo>
                  <a:lnTo>
                    <a:pt x="123080" y="6092452"/>
                  </a:lnTo>
                  <a:lnTo>
                    <a:pt x="123080" y="6087172"/>
                  </a:lnTo>
                  <a:lnTo>
                    <a:pt x="123174" y="6087172"/>
                  </a:lnTo>
                  <a:lnTo>
                    <a:pt x="123268" y="6087172"/>
                  </a:lnTo>
                  <a:lnTo>
                    <a:pt x="123362" y="6087172"/>
                  </a:lnTo>
                  <a:lnTo>
                    <a:pt x="123456" y="6087172"/>
                  </a:lnTo>
                  <a:lnTo>
                    <a:pt x="123550" y="6087172"/>
                  </a:lnTo>
                  <a:lnTo>
                    <a:pt x="123644" y="6087172"/>
                  </a:lnTo>
                  <a:lnTo>
                    <a:pt x="123738" y="6087172"/>
                  </a:lnTo>
                  <a:lnTo>
                    <a:pt x="123832" y="6087172"/>
                  </a:lnTo>
                  <a:lnTo>
                    <a:pt x="123926" y="6087172"/>
                  </a:lnTo>
                  <a:lnTo>
                    <a:pt x="124020" y="6087172"/>
                  </a:lnTo>
                  <a:lnTo>
                    <a:pt x="124115" y="6087172"/>
                  </a:lnTo>
                  <a:lnTo>
                    <a:pt x="124209" y="6087172"/>
                  </a:lnTo>
                  <a:lnTo>
                    <a:pt x="124303" y="6087172"/>
                  </a:lnTo>
                  <a:lnTo>
                    <a:pt x="124397" y="6087172"/>
                  </a:lnTo>
                  <a:lnTo>
                    <a:pt x="124491" y="6087172"/>
                  </a:lnTo>
                  <a:lnTo>
                    <a:pt x="124585" y="6087172"/>
                  </a:lnTo>
                  <a:lnTo>
                    <a:pt x="124679" y="6087172"/>
                  </a:lnTo>
                  <a:lnTo>
                    <a:pt x="124773" y="6087172"/>
                  </a:lnTo>
                  <a:lnTo>
                    <a:pt x="124867" y="6087172"/>
                  </a:lnTo>
                  <a:lnTo>
                    <a:pt x="124961" y="6087172"/>
                  </a:lnTo>
                  <a:lnTo>
                    <a:pt x="125055" y="6087172"/>
                  </a:lnTo>
                  <a:lnTo>
                    <a:pt x="125149" y="6087172"/>
                  </a:lnTo>
                  <a:lnTo>
                    <a:pt x="125243" y="6087172"/>
                  </a:lnTo>
                  <a:lnTo>
                    <a:pt x="125337" y="6087172"/>
                  </a:lnTo>
                  <a:lnTo>
                    <a:pt x="125431" y="6087172"/>
                  </a:lnTo>
                  <a:lnTo>
                    <a:pt x="125525" y="6087172"/>
                  </a:lnTo>
                  <a:lnTo>
                    <a:pt x="125619" y="6087172"/>
                  </a:lnTo>
                  <a:lnTo>
                    <a:pt x="125713" y="6087172"/>
                  </a:lnTo>
                  <a:lnTo>
                    <a:pt x="125807" y="6087172"/>
                  </a:lnTo>
                  <a:lnTo>
                    <a:pt x="125901" y="6087172"/>
                  </a:lnTo>
                  <a:lnTo>
                    <a:pt x="125995" y="6087172"/>
                  </a:lnTo>
                  <a:lnTo>
                    <a:pt x="126089" y="6087172"/>
                  </a:lnTo>
                  <a:lnTo>
                    <a:pt x="126183" y="6087172"/>
                  </a:lnTo>
                  <a:lnTo>
                    <a:pt x="126277" y="6087172"/>
                  </a:lnTo>
                  <a:lnTo>
                    <a:pt x="126371" y="6087172"/>
                  </a:lnTo>
                  <a:lnTo>
                    <a:pt x="126465" y="6087172"/>
                  </a:lnTo>
                  <a:lnTo>
                    <a:pt x="126559" y="6087172"/>
                  </a:lnTo>
                  <a:lnTo>
                    <a:pt x="126653" y="6087172"/>
                  </a:lnTo>
                  <a:lnTo>
                    <a:pt x="126747" y="6087172"/>
                  </a:lnTo>
                  <a:lnTo>
                    <a:pt x="126841" y="6087172"/>
                  </a:lnTo>
                  <a:lnTo>
                    <a:pt x="126935" y="6087172"/>
                  </a:lnTo>
                  <a:lnTo>
                    <a:pt x="127029" y="6087172"/>
                  </a:lnTo>
                  <a:lnTo>
                    <a:pt x="127123" y="6087172"/>
                  </a:lnTo>
                  <a:lnTo>
                    <a:pt x="127217" y="6087172"/>
                  </a:lnTo>
                  <a:lnTo>
                    <a:pt x="127311" y="6087172"/>
                  </a:lnTo>
                  <a:lnTo>
                    <a:pt x="127405" y="6087172"/>
                  </a:lnTo>
                  <a:lnTo>
                    <a:pt x="127499" y="6087172"/>
                  </a:lnTo>
                  <a:lnTo>
                    <a:pt x="127594" y="6087172"/>
                  </a:lnTo>
                  <a:lnTo>
                    <a:pt x="127594" y="6081893"/>
                  </a:lnTo>
                  <a:lnTo>
                    <a:pt x="127688" y="6081893"/>
                  </a:lnTo>
                  <a:lnTo>
                    <a:pt x="127782" y="6081893"/>
                  </a:lnTo>
                  <a:lnTo>
                    <a:pt x="127876" y="6081893"/>
                  </a:lnTo>
                  <a:lnTo>
                    <a:pt x="127970" y="6081893"/>
                  </a:lnTo>
                  <a:lnTo>
                    <a:pt x="128064" y="6081893"/>
                  </a:lnTo>
                  <a:lnTo>
                    <a:pt x="128158" y="6081893"/>
                  </a:lnTo>
                  <a:lnTo>
                    <a:pt x="128252" y="6081893"/>
                  </a:lnTo>
                  <a:lnTo>
                    <a:pt x="128346" y="6081893"/>
                  </a:lnTo>
                  <a:lnTo>
                    <a:pt x="128440" y="6081893"/>
                  </a:lnTo>
                  <a:lnTo>
                    <a:pt x="128534" y="6081893"/>
                  </a:lnTo>
                  <a:lnTo>
                    <a:pt x="128628" y="6081893"/>
                  </a:lnTo>
                  <a:lnTo>
                    <a:pt x="128722" y="6081893"/>
                  </a:lnTo>
                  <a:lnTo>
                    <a:pt x="128816" y="6081893"/>
                  </a:lnTo>
                  <a:lnTo>
                    <a:pt x="128816" y="6076613"/>
                  </a:lnTo>
                  <a:lnTo>
                    <a:pt x="128910" y="6076613"/>
                  </a:lnTo>
                  <a:lnTo>
                    <a:pt x="129004" y="6076613"/>
                  </a:lnTo>
                  <a:lnTo>
                    <a:pt x="129098" y="6076613"/>
                  </a:lnTo>
                  <a:lnTo>
                    <a:pt x="129192" y="6076613"/>
                  </a:lnTo>
                  <a:lnTo>
                    <a:pt x="129286" y="6076613"/>
                  </a:lnTo>
                  <a:lnTo>
                    <a:pt x="129380" y="6076613"/>
                  </a:lnTo>
                  <a:lnTo>
                    <a:pt x="129474" y="6076613"/>
                  </a:lnTo>
                  <a:lnTo>
                    <a:pt x="129568" y="6076613"/>
                  </a:lnTo>
                  <a:lnTo>
                    <a:pt x="129568" y="6071334"/>
                  </a:lnTo>
                  <a:lnTo>
                    <a:pt x="129662" y="6071334"/>
                  </a:lnTo>
                  <a:lnTo>
                    <a:pt x="129756" y="6071334"/>
                  </a:lnTo>
                  <a:lnTo>
                    <a:pt x="129850" y="6071334"/>
                  </a:lnTo>
                  <a:lnTo>
                    <a:pt x="129850" y="6066055"/>
                  </a:lnTo>
                  <a:lnTo>
                    <a:pt x="129944" y="6066055"/>
                  </a:lnTo>
                  <a:lnTo>
                    <a:pt x="130038" y="6066055"/>
                  </a:lnTo>
                  <a:lnTo>
                    <a:pt x="130132" y="6066055"/>
                  </a:lnTo>
                  <a:lnTo>
                    <a:pt x="130226" y="6066055"/>
                  </a:lnTo>
                  <a:lnTo>
                    <a:pt x="130320" y="6066055"/>
                  </a:lnTo>
                  <a:lnTo>
                    <a:pt x="130414" y="6066055"/>
                  </a:lnTo>
                  <a:lnTo>
                    <a:pt x="130508" y="6066055"/>
                  </a:lnTo>
                  <a:lnTo>
                    <a:pt x="130602" y="6066055"/>
                  </a:lnTo>
                  <a:lnTo>
                    <a:pt x="130696" y="6066055"/>
                  </a:lnTo>
                  <a:lnTo>
                    <a:pt x="130790" y="6066055"/>
                  </a:lnTo>
                  <a:lnTo>
                    <a:pt x="130884" y="6066055"/>
                  </a:lnTo>
                  <a:lnTo>
                    <a:pt x="130978" y="6066055"/>
                  </a:lnTo>
                  <a:lnTo>
                    <a:pt x="131072" y="6066055"/>
                  </a:lnTo>
                  <a:lnTo>
                    <a:pt x="131167" y="6066055"/>
                  </a:lnTo>
                  <a:lnTo>
                    <a:pt x="131261" y="6066055"/>
                  </a:lnTo>
                  <a:lnTo>
                    <a:pt x="131355" y="6066055"/>
                  </a:lnTo>
                  <a:lnTo>
                    <a:pt x="131449" y="6066055"/>
                  </a:lnTo>
                  <a:lnTo>
                    <a:pt x="131543" y="6066055"/>
                  </a:lnTo>
                  <a:lnTo>
                    <a:pt x="131637" y="6066055"/>
                  </a:lnTo>
                  <a:lnTo>
                    <a:pt x="131731" y="6066055"/>
                  </a:lnTo>
                  <a:lnTo>
                    <a:pt x="131825" y="6066055"/>
                  </a:lnTo>
                  <a:lnTo>
                    <a:pt x="131919" y="6066055"/>
                  </a:lnTo>
                  <a:lnTo>
                    <a:pt x="132013" y="6066055"/>
                  </a:lnTo>
                  <a:lnTo>
                    <a:pt x="132107" y="6066055"/>
                  </a:lnTo>
                  <a:lnTo>
                    <a:pt x="132201" y="6066055"/>
                  </a:lnTo>
                  <a:lnTo>
                    <a:pt x="132295" y="6066055"/>
                  </a:lnTo>
                  <a:lnTo>
                    <a:pt x="132389" y="6066055"/>
                  </a:lnTo>
                  <a:lnTo>
                    <a:pt x="132483" y="6066055"/>
                  </a:lnTo>
                  <a:lnTo>
                    <a:pt x="132577" y="6066055"/>
                  </a:lnTo>
                  <a:lnTo>
                    <a:pt x="132671" y="6066055"/>
                  </a:lnTo>
                  <a:lnTo>
                    <a:pt x="132765" y="6066055"/>
                  </a:lnTo>
                  <a:lnTo>
                    <a:pt x="132859" y="6066055"/>
                  </a:lnTo>
                  <a:lnTo>
                    <a:pt x="132953" y="6066055"/>
                  </a:lnTo>
                  <a:lnTo>
                    <a:pt x="133047" y="6066055"/>
                  </a:lnTo>
                  <a:lnTo>
                    <a:pt x="133141" y="6066055"/>
                  </a:lnTo>
                  <a:lnTo>
                    <a:pt x="133235" y="6066055"/>
                  </a:lnTo>
                  <a:lnTo>
                    <a:pt x="133329" y="6066055"/>
                  </a:lnTo>
                  <a:lnTo>
                    <a:pt x="133423" y="6066055"/>
                  </a:lnTo>
                  <a:lnTo>
                    <a:pt x="133517" y="6066055"/>
                  </a:lnTo>
                  <a:lnTo>
                    <a:pt x="133611" y="6066055"/>
                  </a:lnTo>
                  <a:lnTo>
                    <a:pt x="133705" y="6066055"/>
                  </a:lnTo>
                  <a:lnTo>
                    <a:pt x="133799" y="6066055"/>
                  </a:lnTo>
                  <a:lnTo>
                    <a:pt x="133893" y="6066055"/>
                  </a:lnTo>
                  <a:lnTo>
                    <a:pt x="133987" y="6066055"/>
                  </a:lnTo>
                  <a:lnTo>
                    <a:pt x="134081" y="6066055"/>
                  </a:lnTo>
                  <a:lnTo>
                    <a:pt x="134175" y="6066055"/>
                  </a:lnTo>
                  <a:lnTo>
                    <a:pt x="134269" y="6066055"/>
                  </a:lnTo>
                  <a:lnTo>
                    <a:pt x="134363" y="6066055"/>
                  </a:lnTo>
                  <a:lnTo>
                    <a:pt x="134457" y="6066055"/>
                  </a:lnTo>
                  <a:lnTo>
                    <a:pt x="134551" y="6066055"/>
                  </a:lnTo>
                  <a:lnTo>
                    <a:pt x="134645" y="6066055"/>
                  </a:lnTo>
                  <a:lnTo>
                    <a:pt x="134740" y="6066055"/>
                  </a:lnTo>
                  <a:lnTo>
                    <a:pt x="134834" y="6066055"/>
                  </a:lnTo>
                  <a:lnTo>
                    <a:pt x="134928" y="6066055"/>
                  </a:lnTo>
                  <a:lnTo>
                    <a:pt x="135022" y="6066055"/>
                  </a:lnTo>
                  <a:lnTo>
                    <a:pt x="135116" y="6066055"/>
                  </a:lnTo>
                  <a:lnTo>
                    <a:pt x="135210" y="6066055"/>
                  </a:lnTo>
                  <a:lnTo>
                    <a:pt x="135304" y="6066055"/>
                  </a:lnTo>
                  <a:lnTo>
                    <a:pt x="135398" y="6066055"/>
                  </a:lnTo>
                  <a:lnTo>
                    <a:pt x="135492" y="6066055"/>
                  </a:lnTo>
                  <a:lnTo>
                    <a:pt x="135586" y="6066055"/>
                  </a:lnTo>
                  <a:lnTo>
                    <a:pt x="135680" y="6066055"/>
                  </a:lnTo>
                  <a:lnTo>
                    <a:pt x="135680" y="6060775"/>
                  </a:lnTo>
                  <a:lnTo>
                    <a:pt x="135774" y="6060775"/>
                  </a:lnTo>
                  <a:lnTo>
                    <a:pt x="135868" y="6060775"/>
                  </a:lnTo>
                  <a:lnTo>
                    <a:pt x="135962" y="6060775"/>
                  </a:lnTo>
                  <a:lnTo>
                    <a:pt x="136056" y="6060775"/>
                  </a:lnTo>
                  <a:lnTo>
                    <a:pt x="136150" y="6060775"/>
                  </a:lnTo>
                  <a:lnTo>
                    <a:pt x="136244" y="6060775"/>
                  </a:lnTo>
                  <a:lnTo>
                    <a:pt x="136338" y="6060775"/>
                  </a:lnTo>
                  <a:lnTo>
                    <a:pt x="136432" y="6060775"/>
                  </a:lnTo>
                  <a:lnTo>
                    <a:pt x="136526" y="6060775"/>
                  </a:lnTo>
                  <a:lnTo>
                    <a:pt x="136620" y="6060775"/>
                  </a:lnTo>
                  <a:lnTo>
                    <a:pt x="136714" y="6060775"/>
                  </a:lnTo>
                  <a:lnTo>
                    <a:pt x="136808" y="6060775"/>
                  </a:lnTo>
                  <a:lnTo>
                    <a:pt x="136902" y="6060775"/>
                  </a:lnTo>
                  <a:lnTo>
                    <a:pt x="136996" y="6060775"/>
                  </a:lnTo>
                  <a:lnTo>
                    <a:pt x="137090" y="6060775"/>
                  </a:lnTo>
                  <a:lnTo>
                    <a:pt x="137184" y="6060775"/>
                  </a:lnTo>
                  <a:lnTo>
                    <a:pt x="137278" y="6060775"/>
                  </a:lnTo>
                  <a:lnTo>
                    <a:pt x="137372" y="6060775"/>
                  </a:lnTo>
                  <a:lnTo>
                    <a:pt x="137466" y="6060775"/>
                  </a:lnTo>
                  <a:lnTo>
                    <a:pt x="137560" y="6060775"/>
                  </a:lnTo>
                  <a:lnTo>
                    <a:pt x="137654" y="6060775"/>
                  </a:lnTo>
                  <a:lnTo>
                    <a:pt x="137748" y="6060775"/>
                  </a:lnTo>
                  <a:lnTo>
                    <a:pt x="137842" y="6060775"/>
                  </a:lnTo>
                  <a:lnTo>
                    <a:pt x="137936" y="6060775"/>
                  </a:lnTo>
                  <a:lnTo>
                    <a:pt x="138030" y="6060775"/>
                  </a:lnTo>
                  <a:lnTo>
                    <a:pt x="138124" y="6060775"/>
                  </a:lnTo>
                  <a:lnTo>
                    <a:pt x="138218" y="6060775"/>
                  </a:lnTo>
                  <a:lnTo>
                    <a:pt x="138313" y="6060775"/>
                  </a:lnTo>
                  <a:lnTo>
                    <a:pt x="138313" y="6055496"/>
                  </a:lnTo>
                  <a:lnTo>
                    <a:pt x="138407" y="6055496"/>
                  </a:lnTo>
                  <a:lnTo>
                    <a:pt x="138501" y="6055496"/>
                  </a:lnTo>
                  <a:lnTo>
                    <a:pt x="138595" y="6055496"/>
                  </a:lnTo>
                  <a:lnTo>
                    <a:pt x="138689" y="6055496"/>
                  </a:lnTo>
                  <a:lnTo>
                    <a:pt x="138783" y="6055496"/>
                  </a:lnTo>
                  <a:lnTo>
                    <a:pt x="138877" y="6055496"/>
                  </a:lnTo>
                  <a:lnTo>
                    <a:pt x="138971" y="6055496"/>
                  </a:lnTo>
                  <a:lnTo>
                    <a:pt x="139065" y="6055496"/>
                  </a:lnTo>
                  <a:lnTo>
                    <a:pt x="139159" y="6055496"/>
                  </a:lnTo>
                  <a:lnTo>
                    <a:pt x="139253" y="6055496"/>
                  </a:lnTo>
                  <a:lnTo>
                    <a:pt x="139347" y="6055496"/>
                  </a:lnTo>
                  <a:lnTo>
                    <a:pt x="139347" y="6050216"/>
                  </a:lnTo>
                  <a:lnTo>
                    <a:pt x="139441" y="6050216"/>
                  </a:lnTo>
                  <a:lnTo>
                    <a:pt x="139535" y="6050216"/>
                  </a:lnTo>
                  <a:lnTo>
                    <a:pt x="139629" y="6050216"/>
                  </a:lnTo>
                  <a:lnTo>
                    <a:pt x="139723" y="6050216"/>
                  </a:lnTo>
                  <a:lnTo>
                    <a:pt x="139817" y="6050216"/>
                  </a:lnTo>
                  <a:lnTo>
                    <a:pt x="139911" y="6050216"/>
                  </a:lnTo>
                  <a:lnTo>
                    <a:pt x="140005" y="6050216"/>
                  </a:lnTo>
                  <a:lnTo>
                    <a:pt x="140099" y="6050216"/>
                  </a:lnTo>
                  <a:lnTo>
                    <a:pt x="140193" y="6050216"/>
                  </a:lnTo>
                  <a:lnTo>
                    <a:pt x="140287" y="6050216"/>
                  </a:lnTo>
                  <a:lnTo>
                    <a:pt x="140381" y="6050216"/>
                  </a:lnTo>
                  <a:lnTo>
                    <a:pt x="140475" y="6050216"/>
                  </a:lnTo>
                  <a:lnTo>
                    <a:pt x="140569" y="6050216"/>
                  </a:lnTo>
                  <a:lnTo>
                    <a:pt x="140663" y="6050216"/>
                  </a:lnTo>
                  <a:lnTo>
                    <a:pt x="140757" y="6050216"/>
                  </a:lnTo>
                  <a:lnTo>
                    <a:pt x="140851" y="6050216"/>
                  </a:lnTo>
                  <a:lnTo>
                    <a:pt x="140945" y="6050216"/>
                  </a:lnTo>
                  <a:lnTo>
                    <a:pt x="141039" y="6050216"/>
                  </a:lnTo>
                  <a:lnTo>
                    <a:pt x="141133" y="6050216"/>
                  </a:lnTo>
                  <a:lnTo>
                    <a:pt x="141227" y="6050216"/>
                  </a:lnTo>
                  <a:lnTo>
                    <a:pt x="141321" y="6050216"/>
                  </a:lnTo>
                  <a:lnTo>
                    <a:pt x="141415" y="6050216"/>
                  </a:lnTo>
                  <a:lnTo>
                    <a:pt x="141509" y="6050216"/>
                  </a:lnTo>
                  <a:lnTo>
                    <a:pt x="141603" y="6050216"/>
                  </a:lnTo>
                  <a:lnTo>
                    <a:pt x="141697" y="6050216"/>
                  </a:lnTo>
                  <a:lnTo>
                    <a:pt x="141792" y="6050216"/>
                  </a:lnTo>
                  <a:lnTo>
                    <a:pt x="141886" y="6050216"/>
                  </a:lnTo>
                  <a:lnTo>
                    <a:pt x="141980" y="6050216"/>
                  </a:lnTo>
                  <a:lnTo>
                    <a:pt x="142074" y="6050216"/>
                  </a:lnTo>
                  <a:lnTo>
                    <a:pt x="142168" y="6050216"/>
                  </a:lnTo>
                  <a:lnTo>
                    <a:pt x="142262" y="6050216"/>
                  </a:lnTo>
                  <a:lnTo>
                    <a:pt x="142356" y="6050216"/>
                  </a:lnTo>
                  <a:lnTo>
                    <a:pt x="142450" y="6050216"/>
                  </a:lnTo>
                  <a:lnTo>
                    <a:pt x="142544" y="6050216"/>
                  </a:lnTo>
                  <a:lnTo>
                    <a:pt x="142638" y="6050216"/>
                  </a:lnTo>
                  <a:lnTo>
                    <a:pt x="142732" y="6050216"/>
                  </a:lnTo>
                  <a:lnTo>
                    <a:pt x="142826" y="6050216"/>
                  </a:lnTo>
                  <a:lnTo>
                    <a:pt x="142920" y="6050216"/>
                  </a:lnTo>
                  <a:lnTo>
                    <a:pt x="143014" y="6050216"/>
                  </a:lnTo>
                  <a:lnTo>
                    <a:pt x="143108" y="6050216"/>
                  </a:lnTo>
                  <a:lnTo>
                    <a:pt x="143202" y="6050216"/>
                  </a:lnTo>
                  <a:lnTo>
                    <a:pt x="143296" y="6050216"/>
                  </a:lnTo>
                  <a:lnTo>
                    <a:pt x="143390" y="6050216"/>
                  </a:lnTo>
                  <a:lnTo>
                    <a:pt x="143484" y="6050216"/>
                  </a:lnTo>
                  <a:lnTo>
                    <a:pt x="143578" y="6050216"/>
                  </a:lnTo>
                  <a:lnTo>
                    <a:pt x="143672" y="6050216"/>
                  </a:lnTo>
                  <a:lnTo>
                    <a:pt x="143672" y="6044937"/>
                  </a:lnTo>
                  <a:lnTo>
                    <a:pt x="143766" y="6044937"/>
                  </a:lnTo>
                  <a:lnTo>
                    <a:pt x="143860" y="6044937"/>
                  </a:lnTo>
                  <a:lnTo>
                    <a:pt x="143954" y="6044937"/>
                  </a:lnTo>
                  <a:lnTo>
                    <a:pt x="144048" y="6044937"/>
                  </a:lnTo>
                  <a:lnTo>
                    <a:pt x="144142" y="6044937"/>
                  </a:lnTo>
                  <a:lnTo>
                    <a:pt x="144236" y="6044937"/>
                  </a:lnTo>
                  <a:lnTo>
                    <a:pt x="144330" y="6044937"/>
                  </a:lnTo>
                  <a:lnTo>
                    <a:pt x="144424" y="6044937"/>
                  </a:lnTo>
                  <a:lnTo>
                    <a:pt x="144518" y="6044937"/>
                  </a:lnTo>
                  <a:lnTo>
                    <a:pt x="144612" y="6044937"/>
                  </a:lnTo>
                  <a:lnTo>
                    <a:pt x="144706" y="6044937"/>
                  </a:lnTo>
                  <a:lnTo>
                    <a:pt x="144800" y="6044937"/>
                  </a:lnTo>
                  <a:lnTo>
                    <a:pt x="144894" y="6044937"/>
                  </a:lnTo>
                  <a:lnTo>
                    <a:pt x="144988" y="6044937"/>
                  </a:lnTo>
                  <a:lnTo>
                    <a:pt x="145082" y="6044937"/>
                  </a:lnTo>
                  <a:lnTo>
                    <a:pt x="145176" y="6044937"/>
                  </a:lnTo>
                  <a:lnTo>
                    <a:pt x="145270" y="6044937"/>
                  </a:lnTo>
                  <a:lnTo>
                    <a:pt x="145365" y="6044937"/>
                  </a:lnTo>
                  <a:lnTo>
                    <a:pt x="145459" y="6044937"/>
                  </a:lnTo>
                  <a:lnTo>
                    <a:pt x="145553" y="6044937"/>
                  </a:lnTo>
                  <a:lnTo>
                    <a:pt x="145647" y="6044937"/>
                  </a:lnTo>
                  <a:lnTo>
                    <a:pt x="145741" y="6044937"/>
                  </a:lnTo>
                  <a:lnTo>
                    <a:pt x="145835" y="6044937"/>
                  </a:lnTo>
                  <a:lnTo>
                    <a:pt x="145929" y="6044937"/>
                  </a:lnTo>
                  <a:lnTo>
                    <a:pt x="146023" y="6044937"/>
                  </a:lnTo>
                  <a:lnTo>
                    <a:pt x="146117" y="6044937"/>
                  </a:lnTo>
                  <a:lnTo>
                    <a:pt x="146211" y="6044937"/>
                  </a:lnTo>
                  <a:lnTo>
                    <a:pt x="146305" y="6044937"/>
                  </a:lnTo>
                  <a:lnTo>
                    <a:pt x="146399" y="6044937"/>
                  </a:lnTo>
                  <a:lnTo>
                    <a:pt x="146493" y="6044937"/>
                  </a:lnTo>
                  <a:lnTo>
                    <a:pt x="146587" y="6044937"/>
                  </a:lnTo>
                  <a:lnTo>
                    <a:pt x="146681" y="6044937"/>
                  </a:lnTo>
                  <a:lnTo>
                    <a:pt x="146775" y="6044937"/>
                  </a:lnTo>
                  <a:lnTo>
                    <a:pt x="146869" y="6044937"/>
                  </a:lnTo>
                  <a:lnTo>
                    <a:pt x="146963" y="6044937"/>
                  </a:lnTo>
                  <a:lnTo>
                    <a:pt x="146963" y="6039658"/>
                  </a:lnTo>
                  <a:lnTo>
                    <a:pt x="147057" y="6039658"/>
                  </a:lnTo>
                  <a:lnTo>
                    <a:pt x="147151" y="6039658"/>
                  </a:lnTo>
                  <a:lnTo>
                    <a:pt x="147245" y="6039658"/>
                  </a:lnTo>
                  <a:lnTo>
                    <a:pt x="147339" y="6039658"/>
                  </a:lnTo>
                  <a:lnTo>
                    <a:pt x="147433" y="6039658"/>
                  </a:lnTo>
                  <a:lnTo>
                    <a:pt x="147527" y="6039658"/>
                  </a:lnTo>
                  <a:lnTo>
                    <a:pt x="147621" y="6039658"/>
                  </a:lnTo>
                  <a:lnTo>
                    <a:pt x="147715" y="6039658"/>
                  </a:lnTo>
                  <a:lnTo>
                    <a:pt x="147809" y="6039658"/>
                  </a:lnTo>
                  <a:lnTo>
                    <a:pt x="147903" y="6039658"/>
                  </a:lnTo>
                  <a:lnTo>
                    <a:pt x="147997" y="6039658"/>
                  </a:lnTo>
                  <a:lnTo>
                    <a:pt x="148091" y="6039658"/>
                  </a:lnTo>
                  <a:lnTo>
                    <a:pt x="148185" y="6039658"/>
                  </a:lnTo>
                  <a:lnTo>
                    <a:pt x="148279" y="6039658"/>
                  </a:lnTo>
                  <a:lnTo>
                    <a:pt x="148373" y="6039658"/>
                  </a:lnTo>
                  <a:lnTo>
                    <a:pt x="148467" y="6039658"/>
                  </a:lnTo>
                  <a:lnTo>
                    <a:pt x="148561" y="6039658"/>
                  </a:lnTo>
                  <a:lnTo>
                    <a:pt x="148655" y="6039658"/>
                  </a:lnTo>
                  <a:lnTo>
                    <a:pt x="148749" y="6039658"/>
                  </a:lnTo>
                  <a:lnTo>
                    <a:pt x="148843" y="6039658"/>
                  </a:lnTo>
                  <a:lnTo>
                    <a:pt x="148938" y="6039658"/>
                  </a:lnTo>
                  <a:lnTo>
                    <a:pt x="149032" y="6039658"/>
                  </a:lnTo>
                  <a:lnTo>
                    <a:pt x="149126" y="6039658"/>
                  </a:lnTo>
                  <a:lnTo>
                    <a:pt x="149220" y="6039658"/>
                  </a:lnTo>
                  <a:lnTo>
                    <a:pt x="149314" y="6039658"/>
                  </a:lnTo>
                  <a:lnTo>
                    <a:pt x="149408" y="6039658"/>
                  </a:lnTo>
                  <a:lnTo>
                    <a:pt x="149502" y="6039658"/>
                  </a:lnTo>
                  <a:lnTo>
                    <a:pt x="149596" y="6039658"/>
                  </a:lnTo>
                  <a:lnTo>
                    <a:pt x="149690" y="6039658"/>
                  </a:lnTo>
                  <a:lnTo>
                    <a:pt x="149784" y="6039658"/>
                  </a:lnTo>
                  <a:lnTo>
                    <a:pt x="149878" y="6039658"/>
                  </a:lnTo>
                  <a:lnTo>
                    <a:pt x="149972" y="6039658"/>
                  </a:lnTo>
                  <a:lnTo>
                    <a:pt x="150066" y="6039658"/>
                  </a:lnTo>
                  <a:lnTo>
                    <a:pt x="150160" y="6039658"/>
                  </a:lnTo>
                  <a:lnTo>
                    <a:pt x="150254" y="6039658"/>
                  </a:lnTo>
                  <a:lnTo>
                    <a:pt x="150348" y="6039658"/>
                  </a:lnTo>
                  <a:lnTo>
                    <a:pt x="150442" y="6039658"/>
                  </a:lnTo>
                  <a:lnTo>
                    <a:pt x="150442" y="6034378"/>
                  </a:lnTo>
                  <a:lnTo>
                    <a:pt x="150536" y="6034378"/>
                  </a:lnTo>
                  <a:lnTo>
                    <a:pt x="150630" y="6034378"/>
                  </a:lnTo>
                  <a:lnTo>
                    <a:pt x="150724" y="6034378"/>
                  </a:lnTo>
                  <a:lnTo>
                    <a:pt x="150818" y="6034378"/>
                  </a:lnTo>
                  <a:lnTo>
                    <a:pt x="150912" y="6034378"/>
                  </a:lnTo>
                  <a:lnTo>
                    <a:pt x="150912" y="6029099"/>
                  </a:lnTo>
                  <a:lnTo>
                    <a:pt x="151006" y="6029099"/>
                  </a:lnTo>
                  <a:lnTo>
                    <a:pt x="151100" y="6029099"/>
                  </a:lnTo>
                  <a:lnTo>
                    <a:pt x="151194" y="6029099"/>
                  </a:lnTo>
                  <a:lnTo>
                    <a:pt x="151288" y="6029099"/>
                  </a:lnTo>
                  <a:lnTo>
                    <a:pt x="151382" y="6029099"/>
                  </a:lnTo>
                  <a:lnTo>
                    <a:pt x="151476" y="6029099"/>
                  </a:lnTo>
                  <a:lnTo>
                    <a:pt x="151570" y="6029099"/>
                  </a:lnTo>
                  <a:lnTo>
                    <a:pt x="151664" y="6029099"/>
                  </a:lnTo>
                  <a:lnTo>
                    <a:pt x="151758" y="6029099"/>
                  </a:lnTo>
                  <a:lnTo>
                    <a:pt x="151852" y="6029099"/>
                  </a:lnTo>
                  <a:lnTo>
                    <a:pt x="151946" y="6029099"/>
                  </a:lnTo>
                  <a:lnTo>
                    <a:pt x="152040" y="6029099"/>
                  </a:lnTo>
                  <a:lnTo>
                    <a:pt x="152134" y="6029099"/>
                  </a:lnTo>
                  <a:lnTo>
                    <a:pt x="152228" y="6029099"/>
                  </a:lnTo>
                  <a:lnTo>
                    <a:pt x="152322" y="6029099"/>
                  </a:lnTo>
                  <a:lnTo>
                    <a:pt x="152417" y="6029099"/>
                  </a:lnTo>
                  <a:lnTo>
                    <a:pt x="152511" y="6029099"/>
                  </a:lnTo>
                  <a:lnTo>
                    <a:pt x="152605" y="6029099"/>
                  </a:lnTo>
                  <a:lnTo>
                    <a:pt x="152699" y="6029099"/>
                  </a:lnTo>
                  <a:lnTo>
                    <a:pt x="152793" y="6029099"/>
                  </a:lnTo>
                  <a:lnTo>
                    <a:pt x="152887" y="6029099"/>
                  </a:lnTo>
                  <a:lnTo>
                    <a:pt x="152981" y="6029099"/>
                  </a:lnTo>
                  <a:lnTo>
                    <a:pt x="152981" y="6023819"/>
                  </a:lnTo>
                  <a:lnTo>
                    <a:pt x="153075" y="6023819"/>
                  </a:lnTo>
                  <a:lnTo>
                    <a:pt x="153169" y="6023819"/>
                  </a:lnTo>
                  <a:lnTo>
                    <a:pt x="153263" y="6023819"/>
                  </a:lnTo>
                  <a:lnTo>
                    <a:pt x="153357" y="6023819"/>
                  </a:lnTo>
                  <a:lnTo>
                    <a:pt x="153451" y="6023819"/>
                  </a:lnTo>
                  <a:lnTo>
                    <a:pt x="153545" y="6023819"/>
                  </a:lnTo>
                  <a:lnTo>
                    <a:pt x="153639" y="6023819"/>
                  </a:lnTo>
                  <a:lnTo>
                    <a:pt x="153733" y="6023819"/>
                  </a:lnTo>
                  <a:lnTo>
                    <a:pt x="153827" y="6023819"/>
                  </a:lnTo>
                  <a:lnTo>
                    <a:pt x="153921" y="6023819"/>
                  </a:lnTo>
                  <a:lnTo>
                    <a:pt x="154015" y="6023819"/>
                  </a:lnTo>
                  <a:lnTo>
                    <a:pt x="154109" y="6023819"/>
                  </a:lnTo>
                  <a:lnTo>
                    <a:pt x="154203" y="6023819"/>
                  </a:lnTo>
                  <a:lnTo>
                    <a:pt x="154297" y="6023819"/>
                  </a:lnTo>
                  <a:lnTo>
                    <a:pt x="154391" y="6023819"/>
                  </a:lnTo>
                  <a:lnTo>
                    <a:pt x="154485" y="6023819"/>
                  </a:lnTo>
                  <a:lnTo>
                    <a:pt x="154579" y="6023819"/>
                  </a:lnTo>
                  <a:lnTo>
                    <a:pt x="154673" y="6023819"/>
                  </a:lnTo>
                  <a:lnTo>
                    <a:pt x="154767" y="6023819"/>
                  </a:lnTo>
                  <a:lnTo>
                    <a:pt x="154861" y="6023819"/>
                  </a:lnTo>
                  <a:lnTo>
                    <a:pt x="154861" y="6018540"/>
                  </a:lnTo>
                  <a:lnTo>
                    <a:pt x="154955" y="6018540"/>
                  </a:lnTo>
                  <a:lnTo>
                    <a:pt x="155049" y="6018540"/>
                  </a:lnTo>
                  <a:lnTo>
                    <a:pt x="155143" y="6018540"/>
                  </a:lnTo>
                  <a:lnTo>
                    <a:pt x="155237" y="6018540"/>
                  </a:lnTo>
                  <a:lnTo>
                    <a:pt x="155331" y="6018540"/>
                  </a:lnTo>
                  <a:lnTo>
                    <a:pt x="155425" y="6018540"/>
                  </a:lnTo>
                  <a:lnTo>
                    <a:pt x="155519" y="6018540"/>
                  </a:lnTo>
                  <a:lnTo>
                    <a:pt x="155613" y="6018540"/>
                  </a:lnTo>
                  <a:lnTo>
                    <a:pt x="155707" y="6018540"/>
                  </a:lnTo>
                  <a:lnTo>
                    <a:pt x="155801" y="6018540"/>
                  </a:lnTo>
                  <a:lnTo>
                    <a:pt x="155895" y="6018540"/>
                  </a:lnTo>
                  <a:lnTo>
                    <a:pt x="155990" y="6018540"/>
                  </a:lnTo>
                  <a:lnTo>
                    <a:pt x="156084" y="6018540"/>
                  </a:lnTo>
                  <a:lnTo>
                    <a:pt x="156178" y="6018540"/>
                  </a:lnTo>
                  <a:lnTo>
                    <a:pt x="156178" y="6013260"/>
                  </a:lnTo>
                  <a:lnTo>
                    <a:pt x="156272" y="6013260"/>
                  </a:lnTo>
                  <a:lnTo>
                    <a:pt x="156366" y="6013260"/>
                  </a:lnTo>
                  <a:lnTo>
                    <a:pt x="156366" y="6007981"/>
                  </a:lnTo>
                  <a:lnTo>
                    <a:pt x="156460" y="6007981"/>
                  </a:lnTo>
                  <a:lnTo>
                    <a:pt x="156554" y="6007981"/>
                  </a:lnTo>
                  <a:lnTo>
                    <a:pt x="156648" y="6007981"/>
                  </a:lnTo>
                  <a:lnTo>
                    <a:pt x="156742" y="6007981"/>
                  </a:lnTo>
                  <a:lnTo>
                    <a:pt x="156836" y="6007981"/>
                  </a:lnTo>
                  <a:lnTo>
                    <a:pt x="156930" y="6007981"/>
                  </a:lnTo>
                  <a:lnTo>
                    <a:pt x="157024" y="6007981"/>
                  </a:lnTo>
                  <a:lnTo>
                    <a:pt x="157118" y="6007981"/>
                  </a:lnTo>
                  <a:lnTo>
                    <a:pt x="157212" y="6007981"/>
                  </a:lnTo>
                  <a:lnTo>
                    <a:pt x="157306" y="6007981"/>
                  </a:lnTo>
                  <a:lnTo>
                    <a:pt x="157400" y="6007981"/>
                  </a:lnTo>
                  <a:lnTo>
                    <a:pt x="157400" y="6002702"/>
                  </a:lnTo>
                  <a:lnTo>
                    <a:pt x="157494" y="6002702"/>
                  </a:lnTo>
                  <a:lnTo>
                    <a:pt x="157588" y="6002702"/>
                  </a:lnTo>
                  <a:lnTo>
                    <a:pt x="157682" y="6002702"/>
                  </a:lnTo>
                  <a:lnTo>
                    <a:pt x="157776" y="6002702"/>
                  </a:lnTo>
                  <a:lnTo>
                    <a:pt x="157870" y="6002702"/>
                  </a:lnTo>
                  <a:lnTo>
                    <a:pt x="157964" y="6002702"/>
                  </a:lnTo>
                  <a:lnTo>
                    <a:pt x="158058" y="6002702"/>
                  </a:lnTo>
                  <a:lnTo>
                    <a:pt x="158152" y="6002702"/>
                  </a:lnTo>
                  <a:lnTo>
                    <a:pt x="158246" y="6002702"/>
                  </a:lnTo>
                  <a:lnTo>
                    <a:pt x="158340" y="6002702"/>
                  </a:lnTo>
                  <a:lnTo>
                    <a:pt x="158434" y="6002702"/>
                  </a:lnTo>
                  <a:lnTo>
                    <a:pt x="158528" y="6002702"/>
                  </a:lnTo>
                  <a:lnTo>
                    <a:pt x="158622" y="6002702"/>
                  </a:lnTo>
                  <a:lnTo>
                    <a:pt x="158716" y="6002702"/>
                  </a:lnTo>
                  <a:lnTo>
                    <a:pt x="158810" y="6002702"/>
                  </a:lnTo>
                  <a:lnTo>
                    <a:pt x="158904" y="6002702"/>
                  </a:lnTo>
                  <a:lnTo>
                    <a:pt x="158998" y="6002702"/>
                  </a:lnTo>
                  <a:lnTo>
                    <a:pt x="159092" y="6002702"/>
                  </a:lnTo>
                  <a:lnTo>
                    <a:pt x="159186" y="6002702"/>
                  </a:lnTo>
                  <a:lnTo>
                    <a:pt x="159280" y="6002702"/>
                  </a:lnTo>
                  <a:lnTo>
                    <a:pt x="159374" y="6002702"/>
                  </a:lnTo>
                  <a:lnTo>
                    <a:pt x="159468" y="6002702"/>
                  </a:lnTo>
                  <a:lnTo>
                    <a:pt x="159563" y="6002702"/>
                  </a:lnTo>
                  <a:lnTo>
                    <a:pt x="159657" y="6002702"/>
                  </a:lnTo>
                  <a:lnTo>
                    <a:pt x="159751" y="6002702"/>
                  </a:lnTo>
                  <a:lnTo>
                    <a:pt x="159845" y="6002702"/>
                  </a:lnTo>
                  <a:lnTo>
                    <a:pt x="159939" y="6002702"/>
                  </a:lnTo>
                  <a:lnTo>
                    <a:pt x="160033" y="6002702"/>
                  </a:lnTo>
                  <a:lnTo>
                    <a:pt x="160127" y="6002702"/>
                  </a:lnTo>
                  <a:lnTo>
                    <a:pt x="160221" y="6002702"/>
                  </a:lnTo>
                  <a:lnTo>
                    <a:pt x="160315" y="6002702"/>
                  </a:lnTo>
                  <a:lnTo>
                    <a:pt x="160409" y="6002702"/>
                  </a:lnTo>
                  <a:lnTo>
                    <a:pt x="160503" y="6002702"/>
                  </a:lnTo>
                  <a:lnTo>
                    <a:pt x="160597" y="6002702"/>
                  </a:lnTo>
                  <a:lnTo>
                    <a:pt x="160691" y="6002702"/>
                  </a:lnTo>
                  <a:lnTo>
                    <a:pt x="160785" y="6002702"/>
                  </a:lnTo>
                  <a:lnTo>
                    <a:pt x="160879" y="6002702"/>
                  </a:lnTo>
                  <a:lnTo>
                    <a:pt x="160973" y="6002702"/>
                  </a:lnTo>
                  <a:lnTo>
                    <a:pt x="161067" y="6002702"/>
                  </a:lnTo>
                  <a:lnTo>
                    <a:pt x="161161" y="6002702"/>
                  </a:lnTo>
                  <a:lnTo>
                    <a:pt x="161255" y="6002702"/>
                  </a:lnTo>
                  <a:lnTo>
                    <a:pt x="161349" y="6002702"/>
                  </a:lnTo>
                  <a:lnTo>
                    <a:pt x="161443" y="6002702"/>
                  </a:lnTo>
                  <a:lnTo>
                    <a:pt x="161443" y="5997422"/>
                  </a:lnTo>
                  <a:lnTo>
                    <a:pt x="161537" y="5997422"/>
                  </a:lnTo>
                  <a:lnTo>
                    <a:pt x="161631" y="5997422"/>
                  </a:lnTo>
                  <a:lnTo>
                    <a:pt x="161725" y="5997422"/>
                  </a:lnTo>
                  <a:lnTo>
                    <a:pt x="161819" y="5997422"/>
                  </a:lnTo>
                  <a:lnTo>
                    <a:pt x="161913" y="5997422"/>
                  </a:lnTo>
                  <a:lnTo>
                    <a:pt x="161913" y="5992143"/>
                  </a:lnTo>
                  <a:lnTo>
                    <a:pt x="162007" y="5992143"/>
                  </a:lnTo>
                  <a:lnTo>
                    <a:pt x="162101" y="5992143"/>
                  </a:lnTo>
                  <a:lnTo>
                    <a:pt x="162195" y="5992143"/>
                  </a:lnTo>
                  <a:lnTo>
                    <a:pt x="162289" y="5992143"/>
                  </a:lnTo>
                  <a:lnTo>
                    <a:pt x="162383" y="5992143"/>
                  </a:lnTo>
                  <a:lnTo>
                    <a:pt x="162477" y="5992143"/>
                  </a:lnTo>
                  <a:lnTo>
                    <a:pt x="162571" y="5992143"/>
                  </a:lnTo>
                  <a:lnTo>
                    <a:pt x="162665" y="5992143"/>
                  </a:lnTo>
                  <a:lnTo>
                    <a:pt x="162759" y="5992143"/>
                  </a:lnTo>
                  <a:lnTo>
                    <a:pt x="162853" y="5992143"/>
                  </a:lnTo>
                  <a:lnTo>
                    <a:pt x="162947" y="5992143"/>
                  </a:lnTo>
                  <a:lnTo>
                    <a:pt x="163042" y="5992143"/>
                  </a:lnTo>
                  <a:lnTo>
                    <a:pt x="163136" y="5992143"/>
                  </a:lnTo>
                  <a:lnTo>
                    <a:pt x="163230" y="5992143"/>
                  </a:lnTo>
                  <a:lnTo>
                    <a:pt x="163324" y="5992143"/>
                  </a:lnTo>
                  <a:lnTo>
                    <a:pt x="163418" y="5992143"/>
                  </a:lnTo>
                  <a:lnTo>
                    <a:pt x="163512" y="5992143"/>
                  </a:lnTo>
                  <a:lnTo>
                    <a:pt x="163606" y="5992143"/>
                  </a:lnTo>
                  <a:lnTo>
                    <a:pt x="163700" y="5992143"/>
                  </a:lnTo>
                  <a:lnTo>
                    <a:pt x="163794" y="5992143"/>
                  </a:lnTo>
                  <a:lnTo>
                    <a:pt x="163888" y="5992143"/>
                  </a:lnTo>
                  <a:lnTo>
                    <a:pt x="163982" y="5992143"/>
                  </a:lnTo>
                  <a:lnTo>
                    <a:pt x="164076" y="5992143"/>
                  </a:lnTo>
                  <a:lnTo>
                    <a:pt x="164170" y="5992143"/>
                  </a:lnTo>
                  <a:lnTo>
                    <a:pt x="164264" y="5992143"/>
                  </a:lnTo>
                  <a:lnTo>
                    <a:pt x="164358" y="5992143"/>
                  </a:lnTo>
                  <a:lnTo>
                    <a:pt x="164452" y="5992143"/>
                  </a:lnTo>
                  <a:lnTo>
                    <a:pt x="164546" y="5992143"/>
                  </a:lnTo>
                  <a:lnTo>
                    <a:pt x="164546" y="5986863"/>
                  </a:lnTo>
                  <a:lnTo>
                    <a:pt x="164640" y="5986863"/>
                  </a:lnTo>
                  <a:lnTo>
                    <a:pt x="164734" y="5986863"/>
                  </a:lnTo>
                  <a:lnTo>
                    <a:pt x="164828" y="5986863"/>
                  </a:lnTo>
                  <a:lnTo>
                    <a:pt x="164922" y="5986863"/>
                  </a:lnTo>
                  <a:lnTo>
                    <a:pt x="165016" y="5986863"/>
                  </a:lnTo>
                  <a:lnTo>
                    <a:pt x="165110" y="5986863"/>
                  </a:lnTo>
                  <a:lnTo>
                    <a:pt x="165204" y="5986863"/>
                  </a:lnTo>
                  <a:lnTo>
                    <a:pt x="165298" y="5986863"/>
                  </a:lnTo>
                  <a:lnTo>
                    <a:pt x="165392" y="5986863"/>
                  </a:lnTo>
                  <a:lnTo>
                    <a:pt x="165486" y="5986863"/>
                  </a:lnTo>
                  <a:lnTo>
                    <a:pt x="165580" y="5986863"/>
                  </a:lnTo>
                  <a:lnTo>
                    <a:pt x="165674" y="5986863"/>
                  </a:lnTo>
                  <a:lnTo>
                    <a:pt x="165768" y="5986863"/>
                  </a:lnTo>
                  <a:lnTo>
                    <a:pt x="165862" y="5986863"/>
                  </a:lnTo>
                  <a:lnTo>
                    <a:pt x="165956" y="5986863"/>
                  </a:lnTo>
                  <a:lnTo>
                    <a:pt x="166050" y="5986863"/>
                  </a:lnTo>
                  <a:lnTo>
                    <a:pt x="166144" y="5986863"/>
                  </a:lnTo>
                  <a:lnTo>
                    <a:pt x="166238" y="5986863"/>
                  </a:lnTo>
                  <a:lnTo>
                    <a:pt x="166332" y="5986863"/>
                  </a:lnTo>
                  <a:lnTo>
                    <a:pt x="166426" y="5986863"/>
                  </a:lnTo>
                  <a:lnTo>
                    <a:pt x="166520" y="5986863"/>
                  </a:lnTo>
                  <a:lnTo>
                    <a:pt x="166615" y="5986863"/>
                  </a:lnTo>
                  <a:lnTo>
                    <a:pt x="166709" y="5986863"/>
                  </a:lnTo>
                  <a:lnTo>
                    <a:pt x="166803" y="5986863"/>
                  </a:lnTo>
                  <a:lnTo>
                    <a:pt x="166897" y="5986863"/>
                  </a:lnTo>
                  <a:lnTo>
                    <a:pt x="166991" y="5986863"/>
                  </a:lnTo>
                  <a:lnTo>
                    <a:pt x="167085" y="5986863"/>
                  </a:lnTo>
                  <a:lnTo>
                    <a:pt x="167179" y="5986863"/>
                  </a:lnTo>
                  <a:lnTo>
                    <a:pt x="167273" y="5986863"/>
                  </a:lnTo>
                  <a:lnTo>
                    <a:pt x="167367" y="5986863"/>
                  </a:lnTo>
                  <a:lnTo>
                    <a:pt x="167461" y="5986863"/>
                  </a:lnTo>
                  <a:lnTo>
                    <a:pt x="167555" y="5986863"/>
                  </a:lnTo>
                  <a:lnTo>
                    <a:pt x="167649" y="5986863"/>
                  </a:lnTo>
                  <a:lnTo>
                    <a:pt x="167743" y="5986863"/>
                  </a:lnTo>
                  <a:lnTo>
                    <a:pt x="167837" y="5986863"/>
                  </a:lnTo>
                  <a:lnTo>
                    <a:pt x="167931" y="5986863"/>
                  </a:lnTo>
                  <a:lnTo>
                    <a:pt x="168025" y="5986863"/>
                  </a:lnTo>
                  <a:lnTo>
                    <a:pt x="168119" y="5986863"/>
                  </a:lnTo>
                  <a:lnTo>
                    <a:pt x="168213" y="5986863"/>
                  </a:lnTo>
                  <a:lnTo>
                    <a:pt x="168307" y="5986863"/>
                  </a:lnTo>
                  <a:lnTo>
                    <a:pt x="168401" y="5986863"/>
                  </a:lnTo>
                  <a:lnTo>
                    <a:pt x="168495" y="5986863"/>
                  </a:lnTo>
                  <a:lnTo>
                    <a:pt x="168589" y="5986863"/>
                  </a:lnTo>
                  <a:lnTo>
                    <a:pt x="168683" y="5986863"/>
                  </a:lnTo>
                  <a:lnTo>
                    <a:pt x="168777" y="5986863"/>
                  </a:lnTo>
                  <a:lnTo>
                    <a:pt x="168871" y="5986863"/>
                  </a:lnTo>
                  <a:lnTo>
                    <a:pt x="168965" y="5986863"/>
                  </a:lnTo>
                  <a:lnTo>
                    <a:pt x="169059" y="5986863"/>
                  </a:lnTo>
                  <a:lnTo>
                    <a:pt x="169153" y="5986863"/>
                  </a:lnTo>
                  <a:lnTo>
                    <a:pt x="169247" y="5986863"/>
                  </a:lnTo>
                  <a:lnTo>
                    <a:pt x="169341" y="5986863"/>
                  </a:lnTo>
                  <a:lnTo>
                    <a:pt x="169435" y="5986863"/>
                  </a:lnTo>
                  <a:lnTo>
                    <a:pt x="169529" y="5986863"/>
                  </a:lnTo>
                  <a:lnTo>
                    <a:pt x="169623" y="5986863"/>
                  </a:lnTo>
                  <a:lnTo>
                    <a:pt x="169717" y="5986863"/>
                  </a:lnTo>
                  <a:lnTo>
                    <a:pt x="169811" y="5986863"/>
                  </a:lnTo>
                  <a:lnTo>
                    <a:pt x="169811" y="5981584"/>
                  </a:lnTo>
                  <a:lnTo>
                    <a:pt x="169905" y="5981584"/>
                  </a:lnTo>
                  <a:lnTo>
                    <a:pt x="169999" y="5981584"/>
                  </a:lnTo>
                  <a:lnTo>
                    <a:pt x="170093" y="5981584"/>
                  </a:lnTo>
                  <a:lnTo>
                    <a:pt x="170188" y="5981584"/>
                  </a:lnTo>
                  <a:lnTo>
                    <a:pt x="170282" y="5981584"/>
                  </a:lnTo>
                  <a:lnTo>
                    <a:pt x="170376" y="5981584"/>
                  </a:lnTo>
                  <a:lnTo>
                    <a:pt x="170470" y="5981584"/>
                  </a:lnTo>
                  <a:lnTo>
                    <a:pt x="170564" y="5981584"/>
                  </a:lnTo>
                  <a:lnTo>
                    <a:pt x="170658" y="5981584"/>
                  </a:lnTo>
                  <a:lnTo>
                    <a:pt x="170752" y="5981584"/>
                  </a:lnTo>
                  <a:lnTo>
                    <a:pt x="170846" y="5981584"/>
                  </a:lnTo>
                  <a:lnTo>
                    <a:pt x="170940" y="5981584"/>
                  </a:lnTo>
                  <a:lnTo>
                    <a:pt x="171034" y="5981584"/>
                  </a:lnTo>
                  <a:lnTo>
                    <a:pt x="171128" y="5981584"/>
                  </a:lnTo>
                  <a:lnTo>
                    <a:pt x="171222" y="5981584"/>
                  </a:lnTo>
                  <a:lnTo>
                    <a:pt x="171316" y="5981584"/>
                  </a:lnTo>
                  <a:lnTo>
                    <a:pt x="171410" y="5981584"/>
                  </a:lnTo>
                  <a:lnTo>
                    <a:pt x="171504" y="5981584"/>
                  </a:lnTo>
                  <a:lnTo>
                    <a:pt x="171598" y="5981584"/>
                  </a:lnTo>
                  <a:lnTo>
                    <a:pt x="171692" y="5981584"/>
                  </a:lnTo>
                  <a:lnTo>
                    <a:pt x="171786" y="5981584"/>
                  </a:lnTo>
                  <a:lnTo>
                    <a:pt x="171880" y="5981584"/>
                  </a:lnTo>
                  <a:lnTo>
                    <a:pt x="171974" y="5981584"/>
                  </a:lnTo>
                  <a:lnTo>
                    <a:pt x="172068" y="5981584"/>
                  </a:lnTo>
                  <a:lnTo>
                    <a:pt x="172162" y="5981584"/>
                  </a:lnTo>
                  <a:lnTo>
                    <a:pt x="172256" y="5981584"/>
                  </a:lnTo>
                  <a:lnTo>
                    <a:pt x="172350" y="5981584"/>
                  </a:lnTo>
                  <a:lnTo>
                    <a:pt x="172444" y="5981584"/>
                  </a:lnTo>
                  <a:lnTo>
                    <a:pt x="172538" y="5981584"/>
                  </a:lnTo>
                  <a:lnTo>
                    <a:pt x="172632" y="5981584"/>
                  </a:lnTo>
                  <a:lnTo>
                    <a:pt x="172726" y="5981584"/>
                  </a:lnTo>
                  <a:lnTo>
                    <a:pt x="172820" y="5981584"/>
                  </a:lnTo>
                  <a:lnTo>
                    <a:pt x="172820" y="5976304"/>
                  </a:lnTo>
                  <a:lnTo>
                    <a:pt x="172914" y="5976304"/>
                  </a:lnTo>
                  <a:lnTo>
                    <a:pt x="173008" y="5976304"/>
                  </a:lnTo>
                  <a:lnTo>
                    <a:pt x="173102" y="5976304"/>
                  </a:lnTo>
                  <a:lnTo>
                    <a:pt x="173196" y="5976304"/>
                  </a:lnTo>
                  <a:lnTo>
                    <a:pt x="173290" y="5976304"/>
                  </a:lnTo>
                  <a:lnTo>
                    <a:pt x="173384" y="5976304"/>
                  </a:lnTo>
                  <a:lnTo>
                    <a:pt x="173478" y="5976304"/>
                  </a:lnTo>
                  <a:lnTo>
                    <a:pt x="173572" y="5976304"/>
                  </a:lnTo>
                  <a:lnTo>
                    <a:pt x="173667" y="5976304"/>
                  </a:lnTo>
                  <a:lnTo>
                    <a:pt x="173667" y="5971025"/>
                  </a:lnTo>
                  <a:lnTo>
                    <a:pt x="173761" y="5971025"/>
                  </a:lnTo>
                  <a:lnTo>
                    <a:pt x="173855" y="5971025"/>
                  </a:lnTo>
                  <a:lnTo>
                    <a:pt x="173949" y="5971025"/>
                  </a:lnTo>
                  <a:lnTo>
                    <a:pt x="174043" y="5971025"/>
                  </a:lnTo>
                  <a:lnTo>
                    <a:pt x="174137" y="5971025"/>
                  </a:lnTo>
                  <a:lnTo>
                    <a:pt x="174231" y="5971025"/>
                  </a:lnTo>
                  <a:lnTo>
                    <a:pt x="174325" y="5971025"/>
                  </a:lnTo>
                  <a:lnTo>
                    <a:pt x="174419" y="5971025"/>
                  </a:lnTo>
                  <a:lnTo>
                    <a:pt x="174513" y="5971025"/>
                  </a:lnTo>
                  <a:lnTo>
                    <a:pt x="174607" y="5971025"/>
                  </a:lnTo>
                  <a:lnTo>
                    <a:pt x="174701" y="5971025"/>
                  </a:lnTo>
                  <a:lnTo>
                    <a:pt x="174795" y="5971025"/>
                  </a:lnTo>
                  <a:lnTo>
                    <a:pt x="174889" y="5971025"/>
                  </a:lnTo>
                  <a:lnTo>
                    <a:pt x="174983" y="5971025"/>
                  </a:lnTo>
                  <a:lnTo>
                    <a:pt x="174983" y="5965746"/>
                  </a:lnTo>
                  <a:lnTo>
                    <a:pt x="175077" y="5965746"/>
                  </a:lnTo>
                  <a:lnTo>
                    <a:pt x="175171" y="5965746"/>
                  </a:lnTo>
                  <a:lnTo>
                    <a:pt x="175265" y="5965746"/>
                  </a:lnTo>
                  <a:lnTo>
                    <a:pt x="175359" y="5965746"/>
                  </a:lnTo>
                  <a:lnTo>
                    <a:pt x="175453" y="5965746"/>
                  </a:lnTo>
                  <a:lnTo>
                    <a:pt x="175547" y="5965746"/>
                  </a:lnTo>
                  <a:lnTo>
                    <a:pt x="175641" y="5965746"/>
                  </a:lnTo>
                  <a:lnTo>
                    <a:pt x="175735" y="5965746"/>
                  </a:lnTo>
                  <a:lnTo>
                    <a:pt x="175829" y="5965746"/>
                  </a:lnTo>
                  <a:lnTo>
                    <a:pt x="175923" y="5965746"/>
                  </a:lnTo>
                  <a:lnTo>
                    <a:pt x="176017" y="5965746"/>
                  </a:lnTo>
                  <a:lnTo>
                    <a:pt x="176111" y="5965746"/>
                  </a:lnTo>
                  <a:lnTo>
                    <a:pt x="176205" y="5965746"/>
                  </a:lnTo>
                  <a:lnTo>
                    <a:pt x="176299" y="5965746"/>
                  </a:lnTo>
                  <a:lnTo>
                    <a:pt x="176393" y="5965746"/>
                  </a:lnTo>
                  <a:lnTo>
                    <a:pt x="176487" y="5965746"/>
                  </a:lnTo>
                  <a:lnTo>
                    <a:pt x="176581" y="5965746"/>
                  </a:lnTo>
                  <a:lnTo>
                    <a:pt x="176675" y="5965746"/>
                  </a:lnTo>
                  <a:lnTo>
                    <a:pt x="176769" y="5965746"/>
                  </a:lnTo>
                  <a:lnTo>
                    <a:pt x="176863" y="5965746"/>
                  </a:lnTo>
                  <a:lnTo>
                    <a:pt x="176957" y="5965746"/>
                  </a:lnTo>
                  <a:lnTo>
                    <a:pt x="177051" y="5965746"/>
                  </a:lnTo>
                  <a:lnTo>
                    <a:pt x="177145" y="5965746"/>
                  </a:lnTo>
                  <a:lnTo>
                    <a:pt x="177240" y="5965746"/>
                  </a:lnTo>
                  <a:lnTo>
                    <a:pt x="177334" y="5965746"/>
                  </a:lnTo>
                  <a:lnTo>
                    <a:pt x="177428" y="5965746"/>
                  </a:lnTo>
                  <a:lnTo>
                    <a:pt x="177522" y="5965746"/>
                  </a:lnTo>
                  <a:lnTo>
                    <a:pt x="177616" y="5965746"/>
                  </a:lnTo>
                  <a:lnTo>
                    <a:pt x="177710" y="5965746"/>
                  </a:lnTo>
                  <a:lnTo>
                    <a:pt x="177804" y="5965746"/>
                  </a:lnTo>
                  <a:lnTo>
                    <a:pt x="177898" y="5965746"/>
                  </a:lnTo>
                  <a:lnTo>
                    <a:pt x="177992" y="5965746"/>
                  </a:lnTo>
                  <a:lnTo>
                    <a:pt x="178086" y="5965746"/>
                  </a:lnTo>
                  <a:lnTo>
                    <a:pt x="178180" y="5965746"/>
                  </a:lnTo>
                  <a:lnTo>
                    <a:pt x="178274" y="5965746"/>
                  </a:lnTo>
                  <a:lnTo>
                    <a:pt x="178368" y="5965746"/>
                  </a:lnTo>
                  <a:lnTo>
                    <a:pt x="178462" y="5965746"/>
                  </a:lnTo>
                  <a:lnTo>
                    <a:pt x="178556" y="5965746"/>
                  </a:lnTo>
                  <a:lnTo>
                    <a:pt x="178650" y="5965746"/>
                  </a:lnTo>
                  <a:lnTo>
                    <a:pt x="178744" y="5965746"/>
                  </a:lnTo>
                  <a:lnTo>
                    <a:pt x="178838" y="5965746"/>
                  </a:lnTo>
                  <a:lnTo>
                    <a:pt x="178932" y="5965746"/>
                  </a:lnTo>
                  <a:lnTo>
                    <a:pt x="179026" y="5965746"/>
                  </a:lnTo>
                  <a:lnTo>
                    <a:pt x="179120" y="5965746"/>
                  </a:lnTo>
                  <a:lnTo>
                    <a:pt x="179214" y="5965746"/>
                  </a:lnTo>
                  <a:lnTo>
                    <a:pt x="179308" y="5965746"/>
                  </a:lnTo>
                  <a:lnTo>
                    <a:pt x="179402" y="5965746"/>
                  </a:lnTo>
                  <a:lnTo>
                    <a:pt x="179496" y="5965746"/>
                  </a:lnTo>
                  <a:lnTo>
                    <a:pt x="179590" y="5965746"/>
                  </a:lnTo>
                  <a:lnTo>
                    <a:pt x="179684" y="5965746"/>
                  </a:lnTo>
                  <a:lnTo>
                    <a:pt x="179778" y="5965746"/>
                  </a:lnTo>
                  <a:lnTo>
                    <a:pt x="179872" y="5965746"/>
                  </a:lnTo>
                  <a:lnTo>
                    <a:pt x="179966" y="5965746"/>
                  </a:lnTo>
                  <a:lnTo>
                    <a:pt x="180060" y="5965746"/>
                  </a:lnTo>
                  <a:lnTo>
                    <a:pt x="180154" y="5965746"/>
                  </a:lnTo>
                  <a:lnTo>
                    <a:pt x="180248" y="5965746"/>
                  </a:lnTo>
                  <a:lnTo>
                    <a:pt x="180342" y="5965746"/>
                  </a:lnTo>
                  <a:lnTo>
                    <a:pt x="180436" y="5965746"/>
                  </a:lnTo>
                  <a:lnTo>
                    <a:pt x="180530" y="5965746"/>
                  </a:lnTo>
                  <a:lnTo>
                    <a:pt x="180624" y="5965746"/>
                  </a:lnTo>
                  <a:lnTo>
                    <a:pt x="180718" y="5965746"/>
                  </a:lnTo>
                  <a:lnTo>
                    <a:pt x="180813" y="5965746"/>
                  </a:lnTo>
                  <a:lnTo>
                    <a:pt x="180907" y="5965746"/>
                  </a:lnTo>
                  <a:lnTo>
                    <a:pt x="181001" y="5965746"/>
                  </a:lnTo>
                  <a:lnTo>
                    <a:pt x="181095" y="5965746"/>
                  </a:lnTo>
                  <a:lnTo>
                    <a:pt x="181189" y="5965746"/>
                  </a:lnTo>
                  <a:lnTo>
                    <a:pt x="181189" y="5960466"/>
                  </a:lnTo>
                  <a:lnTo>
                    <a:pt x="181283" y="5960466"/>
                  </a:lnTo>
                  <a:lnTo>
                    <a:pt x="181377" y="5960466"/>
                  </a:lnTo>
                  <a:lnTo>
                    <a:pt x="181471" y="5960466"/>
                  </a:lnTo>
                  <a:lnTo>
                    <a:pt x="181565" y="5960466"/>
                  </a:lnTo>
                  <a:lnTo>
                    <a:pt x="181659" y="5960466"/>
                  </a:lnTo>
                  <a:lnTo>
                    <a:pt x="181753" y="5960466"/>
                  </a:lnTo>
                  <a:lnTo>
                    <a:pt x="181847" y="5960466"/>
                  </a:lnTo>
                  <a:lnTo>
                    <a:pt x="181941" y="5960466"/>
                  </a:lnTo>
                  <a:lnTo>
                    <a:pt x="182035" y="5960466"/>
                  </a:lnTo>
                  <a:lnTo>
                    <a:pt x="182129" y="5960466"/>
                  </a:lnTo>
                  <a:lnTo>
                    <a:pt x="182223" y="5960466"/>
                  </a:lnTo>
                  <a:lnTo>
                    <a:pt x="182317" y="5960466"/>
                  </a:lnTo>
                  <a:lnTo>
                    <a:pt x="182411" y="5960466"/>
                  </a:lnTo>
                  <a:lnTo>
                    <a:pt x="182505" y="5960466"/>
                  </a:lnTo>
                  <a:lnTo>
                    <a:pt x="182599" y="5960466"/>
                  </a:lnTo>
                  <a:lnTo>
                    <a:pt x="182693" y="5960466"/>
                  </a:lnTo>
                  <a:lnTo>
                    <a:pt x="182787" y="5960466"/>
                  </a:lnTo>
                  <a:lnTo>
                    <a:pt x="182881" y="5960466"/>
                  </a:lnTo>
                  <a:lnTo>
                    <a:pt x="182881" y="5955187"/>
                  </a:lnTo>
                  <a:lnTo>
                    <a:pt x="182975" y="5955187"/>
                  </a:lnTo>
                  <a:lnTo>
                    <a:pt x="183069" y="5955187"/>
                  </a:lnTo>
                  <a:lnTo>
                    <a:pt x="183163" y="5955187"/>
                  </a:lnTo>
                  <a:lnTo>
                    <a:pt x="183257" y="5955187"/>
                  </a:lnTo>
                  <a:lnTo>
                    <a:pt x="183351" y="5955187"/>
                  </a:lnTo>
                  <a:lnTo>
                    <a:pt x="183445" y="5955187"/>
                  </a:lnTo>
                  <a:lnTo>
                    <a:pt x="183539" y="5955187"/>
                  </a:lnTo>
                  <a:lnTo>
                    <a:pt x="183633" y="5955187"/>
                  </a:lnTo>
                  <a:lnTo>
                    <a:pt x="183727" y="5955187"/>
                  </a:lnTo>
                  <a:lnTo>
                    <a:pt x="183821" y="5955187"/>
                  </a:lnTo>
                  <a:lnTo>
                    <a:pt x="183915" y="5955187"/>
                  </a:lnTo>
                  <a:lnTo>
                    <a:pt x="184009" y="5955187"/>
                  </a:lnTo>
                  <a:lnTo>
                    <a:pt x="184103" y="5955187"/>
                  </a:lnTo>
                  <a:lnTo>
                    <a:pt x="184197" y="5955187"/>
                  </a:lnTo>
                  <a:lnTo>
                    <a:pt x="184291" y="5955187"/>
                  </a:lnTo>
                  <a:lnTo>
                    <a:pt x="184386" y="5955187"/>
                  </a:lnTo>
                  <a:lnTo>
                    <a:pt x="184480" y="5955187"/>
                  </a:lnTo>
                  <a:lnTo>
                    <a:pt x="184574" y="5955187"/>
                  </a:lnTo>
                  <a:lnTo>
                    <a:pt x="184668" y="5955187"/>
                  </a:lnTo>
                  <a:lnTo>
                    <a:pt x="184762" y="5955187"/>
                  </a:lnTo>
                  <a:lnTo>
                    <a:pt x="184856" y="5955187"/>
                  </a:lnTo>
                  <a:lnTo>
                    <a:pt x="184950" y="5955187"/>
                  </a:lnTo>
                  <a:lnTo>
                    <a:pt x="185044" y="5955187"/>
                  </a:lnTo>
                  <a:lnTo>
                    <a:pt x="185138" y="5955187"/>
                  </a:lnTo>
                  <a:lnTo>
                    <a:pt x="185232" y="5955187"/>
                  </a:lnTo>
                  <a:lnTo>
                    <a:pt x="185326" y="5955187"/>
                  </a:lnTo>
                  <a:lnTo>
                    <a:pt x="185420" y="5955187"/>
                  </a:lnTo>
                  <a:lnTo>
                    <a:pt x="185514" y="5955187"/>
                  </a:lnTo>
                  <a:lnTo>
                    <a:pt x="185608" y="5955187"/>
                  </a:lnTo>
                  <a:lnTo>
                    <a:pt x="185702" y="5955187"/>
                  </a:lnTo>
                  <a:lnTo>
                    <a:pt x="185796" y="5955187"/>
                  </a:lnTo>
                  <a:lnTo>
                    <a:pt x="185890" y="5955187"/>
                  </a:lnTo>
                  <a:lnTo>
                    <a:pt x="185984" y="5955187"/>
                  </a:lnTo>
                  <a:lnTo>
                    <a:pt x="186078" y="5955187"/>
                  </a:lnTo>
                  <a:lnTo>
                    <a:pt x="186172" y="5955187"/>
                  </a:lnTo>
                  <a:lnTo>
                    <a:pt x="186266" y="5955187"/>
                  </a:lnTo>
                  <a:lnTo>
                    <a:pt x="186360" y="5955187"/>
                  </a:lnTo>
                  <a:lnTo>
                    <a:pt x="186360" y="5949907"/>
                  </a:lnTo>
                  <a:lnTo>
                    <a:pt x="186454" y="5949907"/>
                  </a:lnTo>
                  <a:lnTo>
                    <a:pt x="186548" y="5949907"/>
                  </a:lnTo>
                  <a:lnTo>
                    <a:pt x="186642" y="5949907"/>
                  </a:lnTo>
                  <a:lnTo>
                    <a:pt x="186736" y="5949907"/>
                  </a:lnTo>
                  <a:lnTo>
                    <a:pt x="186830" y="5949907"/>
                  </a:lnTo>
                  <a:lnTo>
                    <a:pt x="186924" y="5949907"/>
                  </a:lnTo>
                  <a:lnTo>
                    <a:pt x="187018" y="5949907"/>
                  </a:lnTo>
                  <a:lnTo>
                    <a:pt x="187112" y="5949907"/>
                  </a:lnTo>
                  <a:lnTo>
                    <a:pt x="187206" y="5949907"/>
                  </a:lnTo>
                  <a:lnTo>
                    <a:pt x="187300" y="5949907"/>
                  </a:lnTo>
                  <a:lnTo>
                    <a:pt x="187394" y="5949907"/>
                  </a:lnTo>
                  <a:lnTo>
                    <a:pt x="187488" y="5949907"/>
                  </a:lnTo>
                  <a:lnTo>
                    <a:pt x="187582" y="5949907"/>
                  </a:lnTo>
                  <a:lnTo>
                    <a:pt x="187676" y="5949907"/>
                  </a:lnTo>
                  <a:lnTo>
                    <a:pt x="187770" y="5949907"/>
                  </a:lnTo>
                  <a:lnTo>
                    <a:pt x="187770" y="5944628"/>
                  </a:lnTo>
                  <a:lnTo>
                    <a:pt x="187865" y="5944628"/>
                  </a:lnTo>
                  <a:lnTo>
                    <a:pt x="187959" y="5944628"/>
                  </a:lnTo>
                  <a:lnTo>
                    <a:pt x="188053" y="5944628"/>
                  </a:lnTo>
                  <a:lnTo>
                    <a:pt x="188147" y="5944628"/>
                  </a:lnTo>
                  <a:lnTo>
                    <a:pt x="188241" y="5944628"/>
                  </a:lnTo>
                  <a:lnTo>
                    <a:pt x="188335" y="5944628"/>
                  </a:lnTo>
                  <a:lnTo>
                    <a:pt x="188429" y="5944628"/>
                  </a:lnTo>
                  <a:lnTo>
                    <a:pt x="188523" y="5944628"/>
                  </a:lnTo>
                  <a:lnTo>
                    <a:pt x="188617" y="5944628"/>
                  </a:lnTo>
                  <a:lnTo>
                    <a:pt x="188711" y="5944628"/>
                  </a:lnTo>
                  <a:lnTo>
                    <a:pt x="188805" y="5944628"/>
                  </a:lnTo>
                  <a:lnTo>
                    <a:pt x="188899" y="5944628"/>
                  </a:lnTo>
                  <a:lnTo>
                    <a:pt x="188993" y="5944628"/>
                  </a:lnTo>
                  <a:lnTo>
                    <a:pt x="189087" y="5944628"/>
                  </a:lnTo>
                  <a:lnTo>
                    <a:pt x="189181" y="5944628"/>
                  </a:lnTo>
                  <a:lnTo>
                    <a:pt x="189275" y="5944628"/>
                  </a:lnTo>
                  <a:lnTo>
                    <a:pt x="189369" y="5944628"/>
                  </a:lnTo>
                  <a:lnTo>
                    <a:pt x="189463" y="5944628"/>
                  </a:lnTo>
                  <a:lnTo>
                    <a:pt x="189557" y="5944628"/>
                  </a:lnTo>
                  <a:lnTo>
                    <a:pt x="189651" y="5944628"/>
                  </a:lnTo>
                  <a:lnTo>
                    <a:pt x="189745" y="5944628"/>
                  </a:lnTo>
                  <a:lnTo>
                    <a:pt x="189839" y="5944628"/>
                  </a:lnTo>
                  <a:lnTo>
                    <a:pt x="189933" y="5944628"/>
                  </a:lnTo>
                  <a:lnTo>
                    <a:pt x="190027" y="5944628"/>
                  </a:lnTo>
                  <a:lnTo>
                    <a:pt x="190121" y="5944628"/>
                  </a:lnTo>
                  <a:lnTo>
                    <a:pt x="190215" y="5944628"/>
                  </a:lnTo>
                  <a:lnTo>
                    <a:pt x="190309" y="5944628"/>
                  </a:lnTo>
                  <a:lnTo>
                    <a:pt x="190403" y="5944628"/>
                  </a:lnTo>
                  <a:lnTo>
                    <a:pt x="190497" y="5944628"/>
                  </a:lnTo>
                  <a:lnTo>
                    <a:pt x="190591" y="5944628"/>
                  </a:lnTo>
                  <a:lnTo>
                    <a:pt x="190685" y="5944628"/>
                  </a:lnTo>
                  <a:lnTo>
                    <a:pt x="190779" y="5944628"/>
                  </a:lnTo>
                  <a:lnTo>
                    <a:pt x="190873" y="5944628"/>
                  </a:lnTo>
                  <a:lnTo>
                    <a:pt x="190967" y="5944628"/>
                  </a:lnTo>
                  <a:lnTo>
                    <a:pt x="190967" y="5939348"/>
                  </a:lnTo>
                  <a:lnTo>
                    <a:pt x="191061" y="5939348"/>
                  </a:lnTo>
                  <a:lnTo>
                    <a:pt x="191155" y="5939348"/>
                  </a:lnTo>
                  <a:lnTo>
                    <a:pt x="191249" y="5939348"/>
                  </a:lnTo>
                  <a:lnTo>
                    <a:pt x="191343" y="5939348"/>
                  </a:lnTo>
                  <a:lnTo>
                    <a:pt x="191438" y="5939348"/>
                  </a:lnTo>
                  <a:lnTo>
                    <a:pt x="191532" y="5939348"/>
                  </a:lnTo>
                  <a:lnTo>
                    <a:pt x="191626" y="5939348"/>
                  </a:lnTo>
                  <a:lnTo>
                    <a:pt x="191720" y="5939348"/>
                  </a:lnTo>
                  <a:lnTo>
                    <a:pt x="191814" y="5939348"/>
                  </a:lnTo>
                  <a:lnTo>
                    <a:pt x="191908" y="5939348"/>
                  </a:lnTo>
                  <a:lnTo>
                    <a:pt x="192002" y="5939348"/>
                  </a:lnTo>
                  <a:lnTo>
                    <a:pt x="192096" y="5939348"/>
                  </a:lnTo>
                  <a:lnTo>
                    <a:pt x="192190" y="5939348"/>
                  </a:lnTo>
                  <a:lnTo>
                    <a:pt x="192284" y="5939348"/>
                  </a:lnTo>
                  <a:lnTo>
                    <a:pt x="192378" y="5939348"/>
                  </a:lnTo>
                  <a:lnTo>
                    <a:pt x="192472" y="5939348"/>
                  </a:lnTo>
                  <a:lnTo>
                    <a:pt x="192566" y="5939348"/>
                  </a:lnTo>
                  <a:lnTo>
                    <a:pt x="192660" y="5939348"/>
                  </a:lnTo>
                  <a:lnTo>
                    <a:pt x="192754" y="5939348"/>
                  </a:lnTo>
                  <a:lnTo>
                    <a:pt x="192848" y="5939348"/>
                  </a:lnTo>
                  <a:lnTo>
                    <a:pt x="192942" y="5939348"/>
                  </a:lnTo>
                  <a:lnTo>
                    <a:pt x="193036" y="5939348"/>
                  </a:lnTo>
                  <a:lnTo>
                    <a:pt x="193130" y="5939348"/>
                  </a:lnTo>
                  <a:lnTo>
                    <a:pt x="193224" y="5939348"/>
                  </a:lnTo>
                  <a:lnTo>
                    <a:pt x="193318" y="5939348"/>
                  </a:lnTo>
                  <a:lnTo>
                    <a:pt x="193412" y="5939348"/>
                  </a:lnTo>
                  <a:lnTo>
                    <a:pt x="193506" y="5939348"/>
                  </a:lnTo>
                  <a:lnTo>
                    <a:pt x="193600" y="5939348"/>
                  </a:lnTo>
                  <a:lnTo>
                    <a:pt x="193694" y="5939348"/>
                  </a:lnTo>
                  <a:lnTo>
                    <a:pt x="193788" y="5939348"/>
                  </a:lnTo>
                  <a:lnTo>
                    <a:pt x="193882" y="5939348"/>
                  </a:lnTo>
                  <a:lnTo>
                    <a:pt x="193976" y="5939348"/>
                  </a:lnTo>
                  <a:lnTo>
                    <a:pt x="194070" y="5939348"/>
                  </a:lnTo>
                  <a:lnTo>
                    <a:pt x="194164" y="5939348"/>
                  </a:lnTo>
                  <a:lnTo>
                    <a:pt x="194258" y="5939348"/>
                  </a:lnTo>
                  <a:lnTo>
                    <a:pt x="194352" y="5939348"/>
                  </a:lnTo>
                  <a:lnTo>
                    <a:pt x="194446" y="5939348"/>
                  </a:lnTo>
                  <a:lnTo>
                    <a:pt x="194540" y="5939348"/>
                  </a:lnTo>
                  <a:lnTo>
                    <a:pt x="194634" y="5939348"/>
                  </a:lnTo>
                  <a:lnTo>
                    <a:pt x="194728" y="5939348"/>
                  </a:lnTo>
                  <a:lnTo>
                    <a:pt x="194822" y="5939348"/>
                  </a:lnTo>
                  <a:lnTo>
                    <a:pt x="194916" y="5939348"/>
                  </a:lnTo>
                  <a:lnTo>
                    <a:pt x="195011" y="5939348"/>
                  </a:lnTo>
                  <a:lnTo>
                    <a:pt x="195105" y="5939348"/>
                  </a:lnTo>
                  <a:lnTo>
                    <a:pt x="195199" y="5939348"/>
                  </a:lnTo>
                  <a:lnTo>
                    <a:pt x="195293" y="5939348"/>
                  </a:lnTo>
                  <a:lnTo>
                    <a:pt x="195387" y="5939348"/>
                  </a:lnTo>
                  <a:lnTo>
                    <a:pt x="195481" y="5939348"/>
                  </a:lnTo>
                  <a:lnTo>
                    <a:pt x="195575" y="5939348"/>
                  </a:lnTo>
                  <a:lnTo>
                    <a:pt x="195669" y="5939348"/>
                  </a:lnTo>
                  <a:lnTo>
                    <a:pt x="195763" y="5939348"/>
                  </a:lnTo>
                  <a:lnTo>
                    <a:pt x="195857" y="5939348"/>
                  </a:lnTo>
                  <a:lnTo>
                    <a:pt x="195951" y="5939348"/>
                  </a:lnTo>
                  <a:lnTo>
                    <a:pt x="196045" y="5939348"/>
                  </a:lnTo>
                  <a:lnTo>
                    <a:pt x="196139" y="5939348"/>
                  </a:lnTo>
                  <a:lnTo>
                    <a:pt x="196233" y="5939348"/>
                  </a:lnTo>
                  <a:lnTo>
                    <a:pt x="196327" y="5939348"/>
                  </a:lnTo>
                  <a:lnTo>
                    <a:pt x="196421" y="5939348"/>
                  </a:lnTo>
                  <a:lnTo>
                    <a:pt x="196515" y="5939348"/>
                  </a:lnTo>
                  <a:lnTo>
                    <a:pt x="196609" y="5939348"/>
                  </a:lnTo>
                  <a:lnTo>
                    <a:pt x="196703" y="5939348"/>
                  </a:lnTo>
                  <a:lnTo>
                    <a:pt x="196797" y="5939348"/>
                  </a:lnTo>
                  <a:lnTo>
                    <a:pt x="196891" y="5939348"/>
                  </a:lnTo>
                  <a:lnTo>
                    <a:pt x="196985" y="5939348"/>
                  </a:lnTo>
                  <a:lnTo>
                    <a:pt x="197079" y="5939348"/>
                  </a:lnTo>
                  <a:lnTo>
                    <a:pt x="197173" y="5939348"/>
                  </a:lnTo>
                  <a:lnTo>
                    <a:pt x="197267" y="5939348"/>
                  </a:lnTo>
                  <a:lnTo>
                    <a:pt x="197361" y="5939348"/>
                  </a:lnTo>
                  <a:lnTo>
                    <a:pt x="197455" y="5939348"/>
                  </a:lnTo>
                  <a:lnTo>
                    <a:pt x="197549" y="5939348"/>
                  </a:lnTo>
                  <a:lnTo>
                    <a:pt x="197643" y="5939348"/>
                  </a:lnTo>
                  <a:lnTo>
                    <a:pt x="197737" y="5939348"/>
                  </a:lnTo>
                  <a:lnTo>
                    <a:pt x="197831" y="5939348"/>
                  </a:lnTo>
                  <a:lnTo>
                    <a:pt x="197925" y="5939348"/>
                  </a:lnTo>
                  <a:lnTo>
                    <a:pt x="198019" y="5939348"/>
                  </a:lnTo>
                  <a:lnTo>
                    <a:pt x="198113" y="5939348"/>
                  </a:lnTo>
                  <a:lnTo>
                    <a:pt x="198207" y="5939348"/>
                  </a:lnTo>
                  <a:lnTo>
                    <a:pt x="198301" y="5939348"/>
                  </a:lnTo>
                  <a:lnTo>
                    <a:pt x="198395" y="5939348"/>
                  </a:lnTo>
                  <a:lnTo>
                    <a:pt x="198490" y="5939348"/>
                  </a:lnTo>
                  <a:lnTo>
                    <a:pt x="198584" y="5939348"/>
                  </a:lnTo>
                  <a:lnTo>
                    <a:pt x="198678" y="5939348"/>
                  </a:lnTo>
                  <a:lnTo>
                    <a:pt x="198772" y="5939348"/>
                  </a:lnTo>
                  <a:lnTo>
                    <a:pt x="198866" y="5939348"/>
                  </a:lnTo>
                  <a:lnTo>
                    <a:pt x="198960" y="5939348"/>
                  </a:lnTo>
                  <a:lnTo>
                    <a:pt x="199054" y="5939348"/>
                  </a:lnTo>
                  <a:lnTo>
                    <a:pt x="199148" y="5939348"/>
                  </a:lnTo>
                  <a:lnTo>
                    <a:pt x="199242" y="5939348"/>
                  </a:lnTo>
                  <a:lnTo>
                    <a:pt x="199336" y="5939348"/>
                  </a:lnTo>
                  <a:lnTo>
                    <a:pt x="199430" y="5939348"/>
                  </a:lnTo>
                  <a:lnTo>
                    <a:pt x="199524" y="5939348"/>
                  </a:lnTo>
                  <a:lnTo>
                    <a:pt x="199524" y="5934069"/>
                  </a:lnTo>
                  <a:lnTo>
                    <a:pt x="199618" y="5934069"/>
                  </a:lnTo>
                  <a:lnTo>
                    <a:pt x="199712" y="5934069"/>
                  </a:lnTo>
                  <a:lnTo>
                    <a:pt x="199806" y="5934069"/>
                  </a:lnTo>
                  <a:lnTo>
                    <a:pt x="199900" y="5934069"/>
                  </a:lnTo>
                  <a:lnTo>
                    <a:pt x="199994" y="5934069"/>
                  </a:lnTo>
                  <a:lnTo>
                    <a:pt x="200088" y="5934069"/>
                  </a:lnTo>
                  <a:lnTo>
                    <a:pt x="200182" y="5934069"/>
                  </a:lnTo>
                  <a:lnTo>
                    <a:pt x="200276" y="5934069"/>
                  </a:lnTo>
                  <a:lnTo>
                    <a:pt x="200370" y="5934069"/>
                  </a:lnTo>
                  <a:lnTo>
                    <a:pt x="200464" y="5934069"/>
                  </a:lnTo>
                  <a:lnTo>
                    <a:pt x="200558" y="5934069"/>
                  </a:lnTo>
                  <a:lnTo>
                    <a:pt x="200652" y="5934069"/>
                  </a:lnTo>
                  <a:lnTo>
                    <a:pt x="200746" y="5934069"/>
                  </a:lnTo>
                  <a:lnTo>
                    <a:pt x="200840" y="5934069"/>
                  </a:lnTo>
                  <a:lnTo>
                    <a:pt x="200934" y="5934069"/>
                  </a:lnTo>
                  <a:lnTo>
                    <a:pt x="200934" y="5928790"/>
                  </a:lnTo>
                  <a:lnTo>
                    <a:pt x="201028" y="5928790"/>
                  </a:lnTo>
                  <a:lnTo>
                    <a:pt x="201122" y="5928790"/>
                  </a:lnTo>
                  <a:lnTo>
                    <a:pt x="201216" y="5928790"/>
                  </a:lnTo>
                  <a:lnTo>
                    <a:pt x="201310" y="5928790"/>
                  </a:lnTo>
                  <a:lnTo>
                    <a:pt x="201404" y="5928790"/>
                  </a:lnTo>
                  <a:lnTo>
                    <a:pt x="201498" y="5928790"/>
                  </a:lnTo>
                  <a:lnTo>
                    <a:pt x="201592" y="5928790"/>
                  </a:lnTo>
                  <a:lnTo>
                    <a:pt x="201686" y="5928790"/>
                  </a:lnTo>
                  <a:lnTo>
                    <a:pt x="201780" y="5928790"/>
                  </a:lnTo>
                  <a:lnTo>
                    <a:pt x="201874" y="5928790"/>
                  </a:lnTo>
                  <a:lnTo>
                    <a:pt x="201968" y="5928790"/>
                  </a:lnTo>
                  <a:lnTo>
                    <a:pt x="202063" y="5928790"/>
                  </a:lnTo>
                  <a:lnTo>
                    <a:pt x="202157" y="5928790"/>
                  </a:lnTo>
                  <a:lnTo>
                    <a:pt x="202251" y="5928790"/>
                  </a:lnTo>
                  <a:lnTo>
                    <a:pt x="202345" y="5928790"/>
                  </a:lnTo>
                  <a:lnTo>
                    <a:pt x="202439" y="5928790"/>
                  </a:lnTo>
                  <a:lnTo>
                    <a:pt x="202533" y="5928790"/>
                  </a:lnTo>
                  <a:lnTo>
                    <a:pt x="202533" y="5923510"/>
                  </a:lnTo>
                  <a:lnTo>
                    <a:pt x="202627" y="5923510"/>
                  </a:lnTo>
                  <a:lnTo>
                    <a:pt x="202721" y="5923510"/>
                  </a:lnTo>
                  <a:lnTo>
                    <a:pt x="202815" y="5923510"/>
                  </a:lnTo>
                  <a:lnTo>
                    <a:pt x="202909" y="5923510"/>
                  </a:lnTo>
                  <a:lnTo>
                    <a:pt x="203003" y="5923510"/>
                  </a:lnTo>
                  <a:lnTo>
                    <a:pt x="203097" y="5923510"/>
                  </a:lnTo>
                  <a:lnTo>
                    <a:pt x="203191" y="5923510"/>
                  </a:lnTo>
                  <a:lnTo>
                    <a:pt x="203285" y="5923510"/>
                  </a:lnTo>
                  <a:lnTo>
                    <a:pt x="203379" y="5923510"/>
                  </a:lnTo>
                  <a:lnTo>
                    <a:pt x="203473" y="5923510"/>
                  </a:lnTo>
                  <a:lnTo>
                    <a:pt x="203567" y="5923510"/>
                  </a:lnTo>
                  <a:lnTo>
                    <a:pt x="203661" y="5923510"/>
                  </a:lnTo>
                  <a:lnTo>
                    <a:pt x="203755" y="5923510"/>
                  </a:lnTo>
                  <a:lnTo>
                    <a:pt x="203849" y="5923510"/>
                  </a:lnTo>
                  <a:lnTo>
                    <a:pt x="203943" y="5923510"/>
                  </a:lnTo>
                  <a:lnTo>
                    <a:pt x="204037" y="5923510"/>
                  </a:lnTo>
                  <a:lnTo>
                    <a:pt x="204131" y="5923510"/>
                  </a:lnTo>
                  <a:lnTo>
                    <a:pt x="204225" y="5923510"/>
                  </a:lnTo>
                  <a:lnTo>
                    <a:pt x="204319" y="5923510"/>
                  </a:lnTo>
                  <a:lnTo>
                    <a:pt x="204413" y="5923510"/>
                  </a:lnTo>
                  <a:lnTo>
                    <a:pt x="204507" y="5923510"/>
                  </a:lnTo>
                  <a:lnTo>
                    <a:pt x="204601" y="5923510"/>
                  </a:lnTo>
                  <a:lnTo>
                    <a:pt x="204695" y="5923510"/>
                  </a:lnTo>
                  <a:lnTo>
                    <a:pt x="204789" y="5923510"/>
                  </a:lnTo>
                  <a:lnTo>
                    <a:pt x="204883" y="5923510"/>
                  </a:lnTo>
                  <a:lnTo>
                    <a:pt x="204977" y="5923510"/>
                  </a:lnTo>
                  <a:lnTo>
                    <a:pt x="204977" y="5918231"/>
                  </a:lnTo>
                  <a:lnTo>
                    <a:pt x="205071" y="5918231"/>
                  </a:lnTo>
                  <a:lnTo>
                    <a:pt x="205165" y="5918231"/>
                  </a:lnTo>
                  <a:lnTo>
                    <a:pt x="205259" y="5918231"/>
                  </a:lnTo>
                  <a:lnTo>
                    <a:pt x="205353" y="5918231"/>
                  </a:lnTo>
                  <a:lnTo>
                    <a:pt x="205447" y="5918231"/>
                  </a:lnTo>
                  <a:lnTo>
                    <a:pt x="205541" y="5918231"/>
                  </a:lnTo>
                  <a:lnTo>
                    <a:pt x="205636" y="5918231"/>
                  </a:lnTo>
                  <a:lnTo>
                    <a:pt x="205730" y="5918231"/>
                  </a:lnTo>
                  <a:lnTo>
                    <a:pt x="205824" y="5918231"/>
                  </a:lnTo>
                  <a:lnTo>
                    <a:pt x="205918" y="5918231"/>
                  </a:lnTo>
                  <a:lnTo>
                    <a:pt x="206012" y="5918231"/>
                  </a:lnTo>
                  <a:lnTo>
                    <a:pt x="206106" y="5918231"/>
                  </a:lnTo>
                  <a:lnTo>
                    <a:pt x="206200" y="5918231"/>
                  </a:lnTo>
                  <a:lnTo>
                    <a:pt x="206294" y="5918231"/>
                  </a:lnTo>
                  <a:lnTo>
                    <a:pt x="206388" y="5918231"/>
                  </a:lnTo>
                  <a:lnTo>
                    <a:pt x="206482" y="5918231"/>
                  </a:lnTo>
                  <a:lnTo>
                    <a:pt x="206576" y="5918231"/>
                  </a:lnTo>
                  <a:lnTo>
                    <a:pt x="206670" y="5918231"/>
                  </a:lnTo>
                  <a:lnTo>
                    <a:pt x="206764" y="5918231"/>
                  </a:lnTo>
                  <a:lnTo>
                    <a:pt x="206858" y="5918231"/>
                  </a:lnTo>
                  <a:lnTo>
                    <a:pt x="206952" y="5918231"/>
                  </a:lnTo>
                  <a:lnTo>
                    <a:pt x="207046" y="5918231"/>
                  </a:lnTo>
                  <a:lnTo>
                    <a:pt x="207140" y="5918231"/>
                  </a:lnTo>
                  <a:lnTo>
                    <a:pt x="207140" y="5912951"/>
                  </a:lnTo>
                  <a:lnTo>
                    <a:pt x="207234" y="5912951"/>
                  </a:lnTo>
                  <a:lnTo>
                    <a:pt x="207328" y="5912951"/>
                  </a:lnTo>
                  <a:lnTo>
                    <a:pt x="207422" y="5912951"/>
                  </a:lnTo>
                  <a:lnTo>
                    <a:pt x="207516" y="5912951"/>
                  </a:lnTo>
                  <a:lnTo>
                    <a:pt x="207610" y="5912951"/>
                  </a:lnTo>
                  <a:lnTo>
                    <a:pt x="207704" y="5912951"/>
                  </a:lnTo>
                  <a:lnTo>
                    <a:pt x="207798" y="5912951"/>
                  </a:lnTo>
                  <a:lnTo>
                    <a:pt x="207892" y="5912951"/>
                  </a:lnTo>
                  <a:lnTo>
                    <a:pt x="207986" y="5912951"/>
                  </a:lnTo>
                  <a:lnTo>
                    <a:pt x="208080" y="5912951"/>
                  </a:lnTo>
                  <a:lnTo>
                    <a:pt x="208174" y="5912951"/>
                  </a:lnTo>
                  <a:lnTo>
                    <a:pt x="208268" y="5912951"/>
                  </a:lnTo>
                  <a:lnTo>
                    <a:pt x="208362" y="5912951"/>
                  </a:lnTo>
                  <a:lnTo>
                    <a:pt x="208456" y="5912951"/>
                  </a:lnTo>
                  <a:lnTo>
                    <a:pt x="208550" y="5912951"/>
                  </a:lnTo>
                  <a:lnTo>
                    <a:pt x="208644" y="5912951"/>
                  </a:lnTo>
                  <a:lnTo>
                    <a:pt x="208738" y="5912951"/>
                  </a:lnTo>
                  <a:lnTo>
                    <a:pt x="208832" y="5912951"/>
                  </a:lnTo>
                  <a:lnTo>
                    <a:pt x="208926" y="5912951"/>
                  </a:lnTo>
                  <a:lnTo>
                    <a:pt x="209020" y="5912951"/>
                  </a:lnTo>
                  <a:lnTo>
                    <a:pt x="209115" y="5912951"/>
                  </a:lnTo>
                  <a:lnTo>
                    <a:pt x="209115" y="5907672"/>
                  </a:lnTo>
                  <a:lnTo>
                    <a:pt x="209209" y="5907672"/>
                  </a:lnTo>
                  <a:lnTo>
                    <a:pt x="209303" y="5907672"/>
                  </a:lnTo>
                  <a:lnTo>
                    <a:pt x="209397" y="5907672"/>
                  </a:lnTo>
                  <a:lnTo>
                    <a:pt x="209491" y="5907672"/>
                  </a:lnTo>
                  <a:lnTo>
                    <a:pt x="209585" y="5907672"/>
                  </a:lnTo>
                  <a:lnTo>
                    <a:pt x="209679" y="5907672"/>
                  </a:lnTo>
                  <a:lnTo>
                    <a:pt x="209773" y="5907672"/>
                  </a:lnTo>
                  <a:lnTo>
                    <a:pt x="209867" y="5907672"/>
                  </a:lnTo>
                  <a:lnTo>
                    <a:pt x="209961" y="5907672"/>
                  </a:lnTo>
                  <a:lnTo>
                    <a:pt x="210055" y="5907672"/>
                  </a:lnTo>
                  <a:lnTo>
                    <a:pt x="210149" y="5907672"/>
                  </a:lnTo>
                  <a:lnTo>
                    <a:pt x="210243" y="5907672"/>
                  </a:lnTo>
                  <a:lnTo>
                    <a:pt x="210243" y="5902393"/>
                  </a:lnTo>
                  <a:lnTo>
                    <a:pt x="210243" y="5897113"/>
                  </a:lnTo>
                  <a:lnTo>
                    <a:pt x="210337" y="5897113"/>
                  </a:lnTo>
                  <a:lnTo>
                    <a:pt x="210431" y="5897113"/>
                  </a:lnTo>
                  <a:lnTo>
                    <a:pt x="210525" y="5897113"/>
                  </a:lnTo>
                  <a:lnTo>
                    <a:pt x="210619" y="5897113"/>
                  </a:lnTo>
                  <a:lnTo>
                    <a:pt x="210713" y="5897113"/>
                  </a:lnTo>
                  <a:lnTo>
                    <a:pt x="210807" y="5897113"/>
                  </a:lnTo>
                  <a:lnTo>
                    <a:pt x="210901" y="5897113"/>
                  </a:lnTo>
                  <a:lnTo>
                    <a:pt x="210995" y="5897113"/>
                  </a:lnTo>
                  <a:lnTo>
                    <a:pt x="211089" y="5897113"/>
                  </a:lnTo>
                  <a:lnTo>
                    <a:pt x="211183" y="5897113"/>
                  </a:lnTo>
                  <a:lnTo>
                    <a:pt x="211277" y="5897113"/>
                  </a:lnTo>
                  <a:lnTo>
                    <a:pt x="211371" y="5897113"/>
                  </a:lnTo>
                  <a:lnTo>
                    <a:pt x="211465" y="5897113"/>
                  </a:lnTo>
                  <a:lnTo>
                    <a:pt x="211559" y="5897113"/>
                  </a:lnTo>
                  <a:lnTo>
                    <a:pt x="211653" y="5897113"/>
                  </a:lnTo>
                  <a:lnTo>
                    <a:pt x="211747" y="5897113"/>
                  </a:lnTo>
                  <a:lnTo>
                    <a:pt x="211841" y="5897113"/>
                  </a:lnTo>
                  <a:lnTo>
                    <a:pt x="211935" y="5897113"/>
                  </a:lnTo>
                  <a:lnTo>
                    <a:pt x="212029" y="5897113"/>
                  </a:lnTo>
                  <a:lnTo>
                    <a:pt x="212123" y="5897113"/>
                  </a:lnTo>
                  <a:lnTo>
                    <a:pt x="212217" y="5897113"/>
                  </a:lnTo>
                  <a:lnTo>
                    <a:pt x="212311" y="5897113"/>
                  </a:lnTo>
                  <a:lnTo>
                    <a:pt x="212405" y="5897113"/>
                  </a:lnTo>
                  <a:lnTo>
                    <a:pt x="212499" y="5897113"/>
                  </a:lnTo>
                  <a:lnTo>
                    <a:pt x="212593" y="5897113"/>
                  </a:lnTo>
                  <a:lnTo>
                    <a:pt x="212688" y="5897113"/>
                  </a:lnTo>
                  <a:lnTo>
                    <a:pt x="212782" y="5897113"/>
                  </a:lnTo>
                  <a:lnTo>
                    <a:pt x="212876" y="5897113"/>
                  </a:lnTo>
                  <a:lnTo>
                    <a:pt x="212970" y="5897113"/>
                  </a:lnTo>
                  <a:lnTo>
                    <a:pt x="213064" y="5897113"/>
                  </a:lnTo>
                  <a:lnTo>
                    <a:pt x="213158" y="5897113"/>
                  </a:lnTo>
                  <a:lnTo>
                    <a:pt x="213252" y="5897113"/>
                  </a:lnTo>
                  <a:lnTo>
                    <a:pt x="213346" y="5897113"/>
                  </a:lnTo>
                  <a:lnTo>
                    <a:pt x="213440" y="5897113"/>
                  </a:lnTo>
                  <a:lnTo>
                    <a:pt x="213534" y="5897113"/>
                  </a:lnTo>
                  <a:lnTo>
                    <a:pt x="213628" y="5897113"/>
                  </a:lnTo>
                  <a:lnTo>
                    <a:pt x="213722" y="5897113"/>
                  </a:lnTo>
                  <a:lnTo>
                    <a:pt x="213722" y="5891834"/>
                  </a:lnTo>
                  <a:lnTo>
                    <a:pt x="213816" y="5891834"/>
                  </a:lnTo>
                  <a:lnTo>
                    <a:pt x="213910" y="5891834"/>
                  </a:lnTo>
                  <a:lnTo>
                    <a:pt x="214004" y="5891834"/>
                  </a:lnTo>
                  <a:lnTo>
                    <a:pt x="214098" y="5891834"/>
                  </a:lnTo>
                  <a:lnTo>
                    <a:pt x="214192" y="5891834"/>
                  </a:lnTo>
                  <a:lnTo>
                    <a:pt x="214286" y="5891834"/>
                  </a:lnTo>
                  <a:lnTo>
                    <a:pt x="214380" y="5891834"/>
                  </a:lnTo>
                  <a:lnTo>
                    <a:pt x="214474" y="5891834"/>
                  </a:lnTo>
                  <a:lnTo>
                    <a:pt x="214568" y="5891834"/>
                  </a:lnTo>
                  <a:lnTo>
                    <a:pt x="214568" y="5886554"/>
                  </a:lnTo>
                  <a:lnTo>
                    <a:pt x="214662" y="5886554"/>
                  </a:lnTo>
                  <a:lnTo>
                    <a:pt x="214756" y="5886554"/>
                  </a:lnTo>
                  <a:lnTo>
                    <a:pt x="214850" y="5886554"/>
                  </a:lnTo>
                  <a:lnTo>
                    <a:pt x="214944" y="5886554"/>
                  </a:lnTo>
                  <a:lnTo>
                    <a:pt x="215038" y="5886554"/>
                  </a:lnTo>
                  <a:lnTo>
                    <a:pt x="215132" y="5886554"/>
                  </a:lnTo>
                  <a:lnTo>
                    <a:pt x="215226" y="5886554"/>
                  </a:lnTo>
                  <a:lnTo>
                    <a:pt x="215320" y="5886554"/>
                  </a:lnTo>
                  <a:lnTo>
                    <a:pt x="215414" y="5886554"/>
                  </a:lnTo>
                  <a:lnTo>
                    <a:pt x="215508" y="5886554"/>
                  </a:lnTo>
                  <a:lnTo>
                    <a:pt x="215602" y="5886554"/>
                  </a:lnTo>
                  <a:lnTo>
                    <a:pt x="215696" y="5886554"/>
                  </a:lnTo>
                  <a:lnTo>
                    <a:pt x="215790" y="5886554"/>
                  </a:lnTo>
                  <a:lnTo>
                    <a:pt x="215884" y="5886554"/>
                  </a:lnTo>
                  <a:lnTo>
                    <a:pt x="215978" y="5886554"/>
                  </a:lnTo>
                  <a:lnTo>
                    <a:pt x="216072" y="5886554"/>
                  </a:lnTo>
                  <a:lnTo>
                    <a:pt x="216166" y="5886554"/>
                  </a:lnTo>
                  <a:lnTo>
                    <a:pt x="216261" y="5886554"/>
                  </a:lnTo>
                  <a:lnTo>
                    <a:pt x="216355" y="5886554"/>
                  </a:lnTo>
                  <a:lnTo>
                    <a:pt x="216449" y="5886554"/>
                  </a:lnTo>
                  <a:lnTo>
                    <a:pt x="216543" y="5886554"/>
                  </a:lnTo>
                  <a:lnTo>
                    <a:pt x="216637" y="5886554"/>
                  </a:lnTo>
                  <a:lnTo>
                    <a:pt x="216731" y="5886554"/>
                  </a:lnTo>
                  <a:lnTo>
                    <a:pt x="216825" y="5886554"/>
                  </a:lnTo>
                  <a:lnTo>
                    <a:pt x="216919" y="5886554"/>
                  </a:lnTo>
                  <a:lnTo>
                    <a:pt x="217013" y="5886554"/>
                  </a:lnTo>
                  <a:lnTo>
                    <a:pt x="217107" y="5886554"/>
                  </a:lnTo>
                  <a:lnTo>
                    <a:pt x="217201" y="5886554"/>
                  </a:lnTo>
                  <a:lnTo>
                    <a:pt x="217295" y="5886554"/>
                  </a:lnTo>
                  <a:lnTo>
                    <a:pt x="217389" y="5886554"/>
                  </a:lnTo>
                  <a:lnTo>
                    <a:pt x="217483" y="5886554"/>
                  </a:lnTo>
                  <a:lnTo>
                    <a:pt x="217577" y="5886554"/>
                  </a:lnTo>
                  <a:lnTo>
                    <a:pt x="217671" y="5886554"/>
                  </a:lnTo>
                  <a:lnTo>
                    <a:pt x="217671" y="5881275"/>
                  </a:lnTo>
                  <a:lnTo>
                    <a:pt x="217765" y="5881275"/>
                  </a:lnTo>
                  <a:lnTo>
                    <a:pt x="217859" y="5881275"/>
                  </a:lnTo>
                  <a:lnTo>
                    <a:pt x="217953" y="5881275"/>
                  </a:lnTo>
                  <a:lnTo>
                    <a:pt x="218047" y="5881275"/>
                  </a:lnTo>
                  <a:lnTo>
                    <a:pt x="218141" y="5881275"/>
                  </a:lnTo>
                  <a:lnTo>
                    <a:pt x="218235" y="5881275"/>
                  </a:lnTo>
                  <a:lnTo>
                    <a:pt x="218329" y="5881275"/>
                  </a:lnTo>
                  <a:lnTo>
                    <a:pt x="218329" y="5875995"/>
                  </a:lnTo>
                  <a:lnTo>
                    <a:pt x="218423" y="5875995"/>
                  </a:lnTo>
                  <a:lnTo>
                    <a:pt x="218423" y="5870716"/>
                  </a:lnTo>
                  <a:lnTo>
                    <a:pt x="218517" y="5870716"/>
                  </a:lnTo>
                  <a:lnTo>
                    <a:pt x="218611" y="5870716"/>
                  </a:lnTo>
                  <a:lnTo>
                    <a:pt x="218705" y="5870716"/>
                  </a:lnTo>
                  <a:lnTo>
                    <a:pt x="218799" y="5870716"/>
                  </a:lnTo>
                  <a:lnTo>
                    <a:pt x="218893" y="5870716"/>
                  </a:lnTo>
                  <a:lnTo>
                    <a:pt x="218987" y="5870716"/>
                  </a:lnTo>
                  <a:lnTo>
                    <a:pt x="219081" y="5870716"/>
                  </a:lnTo>
                  <a:lnTo>
                    <a:pt x="219175" y="5870716"/>
                  </a:lnTo>
                  <a:lnTo>
                    <a:pt x="219269" y="5870716"/>
                  </a:lnTo>
                  <a:lnTo>
                    <a:pt x="219363" y="5870716"/>
                  </a:lnTo>
                  <a:lnTo>
                    <a:pt x="219457" y="5870716"/>
                  </a:lnTo>
                  <a:lnTo>
                    <a:pt x="219551" y="5870716"/>
                  </a:lnTo>
                  <a:lnTo>
                    <a:pt x="219645" y="5870716"/>
                  </a:lnTo>
                  <a:lnTo>
                    <a:pt x="219740" y="5870716"/>
                  </a:lnTo>
                  <a:lnTo>
                    <a:pt x="219834" y="5870716"/>
                  </a:lnTo>
                  <a:lnTo>
                    <a:pt x="219928" y="5870716"/>
                  </a:lnTo>
                  <a:lnTo>
                    <a:pt x="220022" y="5870716"/>
                  </a:lnTo>
                  <a:lnTo>
                    <a:pt x="220116" y="5870716"/>
                  </a:lnTo>
                  <a:lnTo>
                    <a:pt x="220210" y="5870716"/>
                  </a:lnTo>
                  <a:lnTo>
                    <a:pt x="220304" y="5870716"/>
                  </a:lnTo>
                  <a:lnTo>
                    <a:pt x="220398" y="5870716"/>
                  </a:lnTo>
                  <a:lnTo>
                    <a:pt x="220492" y="5870716"/>
                  </a:lnTo>
                  <a:lnTo>
                    <a:pt x="220586" y="5870716"/>
                  </a:lnTo>
                  <a:lnTo>
                    <a:pt x="220680" y="5870716"/>
                  </a:lnTo>
                  <a:lnTo>
                    <a:pt x="220774" y="5870716"/>
                  </a:lnTo>
                  <a:lnTo>
                    <a:pt x="220868" y="5870716"/>
                  </a:lnTo>
                  <a:lnTo>
                    <a:pt x="220962" y="5870716"/>
                  </a:lnTo>
                  <a:lnTo>
                    <a:pt x="221056" y="5870716"/>
                  </a:lnTo>
                  <a:lnTo>
                    <a:pt x="221150" y="5870716"/>
                  </a:lnTo>
                  <a:lnTo>
                    <a:pt x="221244" y="5870716"/>
                  </a:lnTo>
                  <a:lnTo>
                    <a:pt x="221338" y="5870716"/>
                  </a:lnTo>
                  <a:lnTo>
                    <a:pt x="221432" y="5870716"/>
                  </a:lnTo>
                  <a:lnTo>
                    <a:pt x="221526" y="5870716"/>
                  </a:lnTo>
                  <a:lnTo>
                    <a:pt x="221620" y="5870716"/>
                  </a:lnTo>
                  <a:lnTo>
                    <a:pt x="221714" y="5870716"/>
                  </a:lnTo>
                  <a:lnTo>
                    <a:pt x="221808" y="5870716"/>
                  </a:lnTo>
                  <a:lnTo>
                    <a:pt x="221902" y="5870716"/>
                  </a:lnTo>
                  <a:lnTo>
                    <a:pt x="221996" y="5870716"/>
                  </a:lnTo>
                  <a:lnTo>
                    <a:pt x="222090" y="5870716"/>
                  </a:lnTo>
                  <a:lnTo>
                    <a:pt x="222184" y="5870716"/>
                  </a:lnTo>
                  <a:lnTo>
                    <a:pt x="222278" y="5870716"/>
                  </a:lnTo>
                  <a:lnTo>
                    <a:pt x="222372" y="5870716"/>
                  </a:lnTo>
                  <a:lnTo>
                    <a:pt x="222466" y="5870716"/>
                  </a:lnTo>
                  <a:lnTo>
                    <a:pt x="222560" y="5870716"/>
                  </a:lnTo>
                  <a:lnTo>
                    <a:pt x="222560" y="5865437"/>
                  </a:lnTo>
                  <a:lnTo>
                    <a:pt x="222654" y="5865437"/>
                  </a:lnTo>
                  <a:lnTo>
                    <a:pt x="222748" y="5865437"/>
                  </a:lnTo>
                  <a:lnTo>
                    <a:pt x="222842" y="5865437"/>
                  </a:lnTo>
                  <a:lnTo>
                    <a:pt x="222936" y="5865437"/>
                  </a:lnTo>
                  <a:lnTo>
                    <a:pt x="223030" y="5865437"/>
                  </a:lnTo>
                  <a:lnTo>
                    <a:pt x="223124" y="5865437"/>
                  </a:lnTo>
                  <a:lnTo>
                    <a:pt x="223218" y="5865437"/>
                  </a:lnTo>
                  <a:lnTo>
                    <a:pt x="223313" y="5865437"/>
                  </a:lnTo>
                  <a:lnTo>
                    <a:pt x="223407" y="5865437"/>
                  </a:lnTo>
                  <a:lnTo>
                    <a:pt x="223501" y="5865437"/>
                  </a:lnTo>
                  <a:lnTo>
                    <a:pt x="223595" y="5865437"/>
                  </a:lnTo>
                  <a:lnTo>
                    <a:pt x="223689" y="5865437"/>
                  </a:lnTo>
                  <a:lnTo>
                    <a:pt x="223783" y="5865437"/>
                  </a:lnTo>
                  <a:lnTo>
                    <a:pt x="223877" y="5865437"/>
                  </a:lnTo>
                  <a:lnTo>
                    <a:pt x="223971" y="5865437"/>
                  </a:lnTo>
                  <a:lnTo>
                    <a:pt x="224065" y="5865437"/>
                  </a:lnTo>
                  <a:lnTo>
                    <a:pt x="224159" y="5865437"/>
                  </a:lnTo>
                  <a:lnTo>
                    <a:pt x="224253" y="5865437"/>
                  </a:lnTo>
                  <a:lnTo>
                    <a:pt x="224347" y="5865437"/>
                  </a:lnTo>
                  <a:lnTo>
                    <a:pt x="224347" y="5860157"/>
                  </a:lnTo>
                  <a:lnTo>
                    <a:pt x="224441" y="5860157"/>
                  </a:lnTo>
                  <a:lnTo>
                    <a:pt x="224535" y="5860157"/>
                  </a:lnTo>
                  <a:lnTo>
                    <a:pt x="224629" y="5860157"/>
                  </a:lnTo>
                  <a:lnTo>
                    <a:pt x="224723" y="5860157"/>
                  </a:lnTo>
                  <a:lnTo>
                    <a:pt x="224817" y="5860157"/>
                  </a:lnTo>
                  <a:lnTo>
                    <a:pt x="224911" y="5860157"/>
                  </a:lnTo>
                  <a:lnTo>
                    <a:pt x="225005" y="5860157"/>
                  </a:lnTo>
                  <a:lnTo>
                    <a:pt x="225099" y="5860157"/>
                  </a:lnTo>
                  <a:lnTo>
                    <a:pt x="225193" y="5860157"/>
                  </a:lnTo>
                  <a:lnTo>
                    <a:pt x="225287" y="5860157"/>
                  </a:lnTo>
                  <a:lnTo>
                    <a:pt x="225381" y="5860157"/>
                  </a:lnTo>
                  <a:lnTo>
                    <a:pt x="225475" y="5860157"/>
                  </a:lnTo>
                  <a:lnTo>
                    <a:pt x="225569" y="5860157"/>
                  </a:lnTo>
                  <a:lnTo>
                    <a:pt x="225663" y="5860157"/>
                  </a:lnTo>
                  <a:lnTo>
                    <a:pt x="225757" y="5860157"/>
                  </a:lnTo>
                  <a:lnTo>
                    <a:pt x="225851" y="5860157"/>
                  </a:lnTo>
                  <a:lnTo>
                    <a:pt x="225945" y="5860157"/>
                  </a:lnTo>
                  <a:lnTo>
                    <a:pt x="226039" y="5860157"/>
                  </a:lnTo>
                  <a:lnTo>
                    <a:pt x="226133" y="5860157"/>
                  </a:lnTo>
                  <a:lnTo>
                    <a:pt x="226227" y="5860157"/>
                  </a:lnTo>
                  <a:lnTo>
                    <a:pt x="226321" y="5860157"/>
                  </a:lnTo>
                  <a:lnTo>
                    <a:pt x="226415" y="5860157"/>
                  </a:lnTo>
                  <a:lnTo>
                    <a:pt x="226509" y="5860157"/>
                  </a:lnTo>
                  <a:lnTo>
                    <a:pt x="226603" y="5860157"/>
                  </a:lnTo>
                  <a:lnTo>
                    <a:pt x="226697" y="5860157"/>
                  </a:lnTo>
                  <a:lnTo>
                    <a:pt x="226791" y="5860157"/>
                  </a:lnTo>
                  <a:lnTo>
                    <a:pt x="226886" y="5860157"/>
                  </a:lnTo>
                  <a:lnTo>
                    <a:pt x="226980" y="5860157"/>
                  </a:lnTo>
                  <a:lnTo>
                    <a:pt x="227074" y="5860157"/>
                  </a:lnTo>
                  <a:lnTo>
                    <a:pt x="227168" y="5860157"/>
                  </a:lnTo>
                  <a:lnTo>
                    <a:pt x="227262" y="5860157"/>
                  </a:lnTo>
                  <a:lnTo>
                    <a:pt x="227356" y="5860157"/>
                  </a:lnTo>
                  <a:lnTo>
                    <a:pt x="227450" y="5860157"/>
                  </a:lnTo>
                  <a:lnTo>
                    <a:pt x="227544" y="5860157"/>
                  </a:lnTo>
                  <a:lnTo>
                    <a:pt x="227638" y="5860157"/>
                  </a:lnTo>
                  <a:lnTo>
                    <a:pt x="227732" y="5860157"/>
                  </a:lnTo>
                  <a:lnTo>
                    <a:pt x="227826" y="5860157"/>
                  </a:lnTo>
                  <a:lnTo>
                    <a:pt x="227920" y="5860157"/>
                  </a:lnTo>
                  <a:lnTo>
                    <a:pt x="228014" y="5860157"/>
                  </a:lnTo>
                  <a:lnTo>
                    <a:pt x="228108" y="5860157"/>
                  </a:lnTo>
                  <a:lnTo>
                    <a:pt x="228202" y="5860157"/>
                  </a:lnTo>
                  <a:lnTo>
                    <a:pt x="228202" y="5854878"/>
                  </a:lnTo>
                  <a:lnTo>
                    <a:pt x="228296" y="5854878"/>
                  </a:lnTo>
                  <a:lnTo>
                    <a:pt x="228390" y="5854878"/>
                  </a:lnTo>
                  <a:lnTo>
                    <a:pt x="228484" y="5854878"/>
                  </a:lnTo>
                  <a:lnTo>
                    <a:pt x="228578" y="5854878"/>
                  </a:lnTo>
                  <a:lnTo>
                    <a:pt x="228672" y="5854878"/>
                  </a:lnTo>
                  <a:lnTo>
                    <a:pt x="228766" y="5854878"/>
                  </a:lnTo>
                  <a:lnTo>
                    <a:pt x="228860" y="5854878"/>
                  </a:lnTo>
                  <a:lnTo>
                    <a:pt x="228954" y="5854878"/>
                  </a:lnTo>
                  <a:lnTo>
                    <a:pt x="229048" y="5854878"/>
                  </a:lnTo>
                  <a:lnTo>
                    <a:pt x="229142" y="5854878"/>
                  </a:lnTo>
                  <a:lnTo>
                    <a:pt x="229236" y="5854878"/>
                  </a:lnTo>
                  <a:lnTo>
                    <a:pt x="229330" y="5854878"/>
                  </a:lnTo>
                  <a:lnTo>
                    <a:pt x="229424" y="5854878"/>
                  </a:lnTo>
                  <a:lnTo>
                    <a:pt x="229518" y="5854878"/>
                  </a:lnTo>
                  <a:lnTo>
                    <a:pt x="229612" y="5854878"/>
                  </a:lnTo>
                  <a:lnTo>
                    <a:pt x="229612" y="5849598"/>
                  </a:lnTo>
                  <a:lnTo>
                    <a:pt x="229706" y="5849598"/>
                  </a:lnTo>
                  <a:lnTo>
                    <a:pt x="229800" y="5849598"/>
                  </a:lnTo>
                  <a:lnTo>
                    <a:pt x="229894" y="5849598"/>
                  </a:lnTo>
                  <a:lnTo>
                    <a:pt x="229988" y="5849598"/>
                  </a:lnTo>
                  <a:lnTo>
                    <a:pt x="230082" y="5849598"/>
                  </a:lnTo>
                  <a:lnTo>
                    <a:pt x="230176" y="5849598"/>
                  </a:lnTo>
                  <a:lnTo>
                    <a:pt x="230270" y="5849598"/>
                  </a:lnTo>
                  <a:lnTo>
                    <a:pt x="230364" y="5849598"/>
                  </a:lnTo>
                  <a:lnTo>
                    <a:pt x="230459" y="5849598"/>
                  </a:lnTo>
                  <a:lnTo>
                    <a:pt x="230553" y="5849598"/>
                  </a:lnTo>
                  <a:lnTo>
                    <a:pt x="230647" y="5849598"/>
                  </a:lnTo>
                  <a:lnTo>
                    <a:pt x="230741" y="5849598"/>
                  </a:lnTo>
                  <a:lnTo>
                    <a:pt x="230835" y="5849598"/>
                  </a:lnTo>
                  <a:lnTo>
                    <a:pt x="230835" y="5844319"/>
                  </a:lnTo>
                  <a:lnTo>
                    <a:pt x="230929" y="5844319"/>
                  </a:lnTo>
                  <a:lnTo>
                    <a:pt x="231023" y="5844319"/>
                  </a:lnTo>
                  <a:lnTo>
                    <a:pt x="231117" y="5844319"/>
                  </a:lnTo>
                  <a:lnTo>
                    <a:pt x="231211" y="5844319"/>
                  </a:lnTo>
                  <a:lnTo>
                    <a:pt x="231305" y="5844319"/>
                  </a:lnTo>
                  <a:lnTo>
                    <a:pt x="231399" y="5844319"/>
                  </a:lnTo>
                  <a:lnTo>
                    <a:pt x="231493" y="5844319"/>
                  </a:lnTo>
                  <a:lnTo>
                    <a:pt x="231587" y="5844319"/>
                  </a:lnTo>
                  <a:lnTo>
                    <a:pt x="231681" y="5844319"/>
                  </a:lnTo>
                  <a:lnTo>
                    <a:pt x="231775" y="5844319"/>
                  </a:lnTo>
                  <a:lnTo>
                    <a:pt x="231869" y="5844319"/>
                  </a:lnTo>
                  <a:lnTo>
                    <a:pt x="231963" y="5844319"/>
                  </a:lnTo>
                  <a:lnTo>
                    <a:pt x="232057" y="5844319"/>
                  </a:lnTo>
                  <a:lnTo>
                    <a:pt x="232151" y="5844319"/>
                  </a:lnTo>
                  <a:lnTo>
                    <a:pt x="232245" y="5844319"/>
                  </a:lnTo>
                  <a:lnTo>
                    <a:pt x="232339" y="5844319"/>
                  </a:lnTo>
                  <a:lnTo>
                    <a:pt x="232433" y="5844319"/>
                  </a:lnTo>
                  <a:lnTo>
                    <a:pt x="232527" y="5844319"/>
                  </a:lnTo>
                  <a:lnTo>
                    <a:pt x="232621" y="5844319"/>
                  </a:lnTo>
                  <a:lnTo>
                    <a:pt x="232715" y="5844319"/>
                  </a:lnTo>
                  <a:lnTo>
                    <a:pt x="232809" y="5844319"/>
                  </a:lnTo>
                  <a:lnTo>
                    <a:pt x="232903" y="5844319"/>
                  </a:lnTo>
                  <a:lnTo>
                    <a:pt x="232997" y="5844319"/>
                  </a:lnTo>
                  <a:lnTo>
                    <a:pt x="233091" y="5844319"/>
                  </a:lnTo>
                  <a:lnTo>
                    <a:pt x="233185" y="5844319"/>
                  </a:lnTo>
                  <a:lnTo>
                    <a:pt x="233185" y="5839039"/>
                  </a:lnTo>
                  <a:lnTo>
                    <a:pt x="233279" y="5839039"/>
                  </a:lnTo>
                  <a:lnTo>
                    <a:pt x="233373" y="5839039"/>
                  </a:lnTo>
                  <a:lnTo>
                    <a:pt x="233467" y="5839039"/>
                  </a:lnTo>
                  <a:lnTo>
                    <a:pt x="233561" y="5839039"/>
                  </a:lnTo>
                  <a:lnTo>
                    <a:pt x="233655" y="5839039"/>
                  </a:lnTo>
                  <a:lnTo>
                    <a:pt x="233749" y="5839039"/>
                  </a:lnTo>
                  <a:lnTo>
                    <a:pt x="233843" y="5839039"/>
                  </a:lnTo>
                  <a:lnTo>
                    <a:pt x="233938" y="5839039"/>
                  </a:lnTo>
                  <a:lnTo>
                    <a:pt x="234032" y="5839039"/>
                  </a:lnTo>
                  <a:lnTo>
                    <a:pt x="234126" y="5839039"/>
                  </a:lnTo>
                  <a:lnTo>
                    <a:pt x="234220" y="5839039"/>
                  </a:lnTo>
                  <a:lnTo>
                    <a:pt x="234314" y="5839039"/>
                  </a:lnTo>
                  <a:lnTo>
                    <a:pt x="234408" y="5839039"/>
                  </a:lnTo>
                  <a:lnTo>
                    <a:pt x="234502" y="5839039"/>
                  </a:lnTo>
                  <a:lnTo>
                    <a:pt x="234596" y="5839039"/>
                  </a:lnTo>
                  <a:lnTo>
                    <a:pt x="234690" y="5839039"/>
                  </a:lnTo>
                  <a:lnTo>
                    <a:pt x="234784" y="5839039"/>
                  </a:lnTo>
                  <a:lnTo>
                    <a:pt x="234878" y="5839039"/>
                  </a:lnTo>
                  <a:lnTo>
                    <a:pt x="234972" y="5839039"/>
                  </a:lnTo>
                  <a:lnTo>
                    <a:pt x="235066" y="5839039"/>
                  </a:lnTo>
                  <a:lnTo>
                    <a:pt x="235160" y="5839039"/>
                  </a:lnTo>
                  <a:lnTo>
                    <a:pt x="235254" y="5839039"/>
                  </a:lnTo>
                  <a:lnTo>
                    <a:pt x="235348" y="5839039"/>
                  </a:lnTo>
                  <a:lnTo>
                    <a:pt x="235442" y="5839039"/>
                  </a:lnTo>
                  <a:lnTo>
                    <a:pt x="235536" y="5839039"/>
                  </a:lnTo>
                  <a:lnTo>
                    <a:pt x="235630" y="5839039"/>
                  </a:lnTo>
                  <a:lnTo>
                    <a:pt x="235724" y="5839039"/>
                  </a:lnTo>
                  <a:lnTo>
                    <a:pt x="235818" y="5839039"/>
                  </a:lnTo>
                  <a:lnTo>
                    <a:pt x="235912" y="5839039"/>
                  </a:lnTo>
                  <a:lnTo>
                    <a:pt x="236006" y="5839039"/>
                  </a:lnTo>
                  <a:lnTo>
                    <a:pt x="236100" y="5839039"/>
                  </a:lnTo>
                  <a:lnTo>
                    <a:pt x="236194" y="5839039"/>
                  </a:lnTo>
                  <a:lnTo>
                    <a:pt x="236288" y="5839039"/>
                  </a:lnTo>
                  <a:lnTo>
                    <a:pt x="236382" y="5839039"/>
                  </a:lnTo>
                  <a:lnTo>
                    <a:pt x="236476" y="5839039"/>
                  </a:lnTo>
                  <a:lnTo>
                    <a:pt x="236570" y="5839039"/>
                  </a:lnTo>
                  <a:lnTo>
                    <a:pt x="236664" y="5839039"/>
                  </a:lnTo>
                  <a:lnTo>
                    <a:pt x="236758" y="5839039"/>
                  </a:lnTo>
                  <a:lnTo>
                    <a:pt x="236852" y="5839039"/>
                  </a:lnTo>
                  <a:lnTo>
                    <a:pt x="236946" y="5839039"/>
                  </a:lnTo>
                  <a:lnTo>
                    <a:pt x="237040" y="5839039"/>
                  </a:lnTo>
                  <a:lnTo>
                    <a:pt x="237040" y="5833760"/>
                  </a:lnTo>
                  <a:lnTo>
                    <a:pt x="237134" y="5833760"/>
                  </a:lnTo>
                  <a:lnTo>
                    <a:pt x="237228" y="5833760"/>
                  </a:lnTo>
                  <a:lnTo>
                    <a:pt x="237322" y="5833760"/>
                  </a:lnTo>
                  <a:lnTo>
                    <a:pt x="237416" y="5833760"/>
                  </a:lnTo>
                  <a:lnTo>
                    <a:pt x="237511" y="5833760"/>
                  </a:lnTo>
                  <a:lnTo>
                    <a:pt x="237605" y="5833760"/>
                  </a:lnTo>
                  <a:lnTo>
                    <a:pt x="237699" y="5833760"/>
                  </a:lnTo>
                  <a:lnTo>
                    <a:pt x="237793" y="5833760"/>
                  </a:lnTo>
                  <a:lnTo>
                    <a:pt x="237887" y="5833760"/>
                  </a:lnTo>
                  <a:lnTo>
                    <a:pt x="237981" y="5833760"/>
                  </a:lnTo>
                  <a:lnTo>
                    <a:pt x="238075" y="5833760"/>
                  </a:lnTo>
                  <a:lnTo>
                    <a:pt x="238169" y="5833760"/>
                  </a:lnTo>
                  <a:lnTo>
                    <a:pt x="238263" y="5833760"/>
                  </a:lnTo>
                  <a:lnTo>
                    <a:pt x="238357" y="5833760"/>
                  </a:lnTo>
                  <a:lnTo>
                    <a:pt x="238451" y="5833760"/>
                  </a:lnTo>
                  <a:lnTo>
                    <a:pt x="238545" y="5833760"/>
                  </a:lnTo>
                  <a:lnTo>
                    <a:pt x="238639" y="5833760"/>
                  </a:lnTo>
                  <a:lnTo>
                    <a:pt x="238733" y="5833760"/>
                  </a:lnTo>
                  <a:lnTo>
                    <a:pt x="238827" y="5833760"/>
                  </a:lnTo>
                  <a:lnTo>
                    <a:pt x="238921" y="5833760"/>
                  </a:lnTo>
                  <a:lnTo>
                    <a:pt x="239015" y="5833760"/>
                  </a:lnTo>
                  <a:lnTo>
                    <a:pt x="239109" y="5833760"/>
                  </a:lnTo>
                  <a:lnTo>
                    <a:pt x="239203" y="5833760"/>
                  </a:lnTo>
                  <a:lnTo>
                    <a:pt x="239297" y="5833760"/>
                  </a:lnTo>
                  <a:lnTo>
                    <a:pt x="239391" y="5833760"/>
                  </a:lnTo>
                  <a:lnTo>
                    <a:pt x="239485" y="5833760"/>
                  </a:lnTo>
                  <a:lnTo>
                    <a:pt x="239579" y="5833760"/>
                  </a:lnTo>
                  <a:lnTo>
                    <a:pt x="239673" y="5833760"/>
                  </a:lnTo>
                  <a:lnTo>
                    <a:pt x="239767" y="5833760"/>
                  </a:lnTo>
                  <a:lnTo>
                    <a:pt x="239861" y="5833760"/>
                  </a:lnTo>
                  <a:lnTo>
                    <a:pt x="239955" y="5833760"/>
                  </a:lnTo>
                  <a:lnTo>
                    <a:pt x="240049" y="5833760"/>
                  </a:lnTo>
                  <a:lnTo>
                    <a:pt x="240143" y="5833760"/>
                  </a:lnTo>
                  <a:lnTo>
                    <a:pt x="240237" y="5833760"/>
                  </a:lnTo>
                  <a:lnTo>
                    <a:pt x="240331" y="5833760"/>
                  </a:lnTo>
                  <a:lnTo>
                    <a:pt x="240425" y="5833760"/>
                  </a:lnTo>
                  <a:lnTo>
                    <a:pt x="240519" y="5833760"/>
                  </a:lnTo>
                  <a:lnTo>
                    <a:pt x="240613" y="5833760"/>
                  </a:lnTo>
                  <a:lnTo>
                    <a:pt x="240707" y="5833760"/>
                  </a:lnTo>
                  <a:lnTo>
                    <a:pt x="240801" y="5833760"/>
                  </a:lnTo>
                  <a:lnTo>
                    <a:pt x="240895" y="5833760"/>
                  </a:lnTo>
                  <a:lnTo>
                    <a:pt x="240989" y="5833760"/>
                  </a:lnTo>
                  <a:lnTo>
                    <a:pt x="241084" y="5833760"/>
                  </a:lnTo>
                  <a:lnTo>
                    <a:pt x="241178" y="5833760"/>
                  </a:lnTo>
                  <a:lnTo>
                    <a:pt x="241272" y="5833760"/>
                  </a:lnTo>
                  <a:lnTo>
                    <a:pt x="241366" y="5833760"/>
                  </a:lnTo>
                  <a:lnTo>
                    <a:pt x="241460" y="5833760"/>
                  </a:lnTo>
                  <a:lnTo>
                    <a:pt x="241554" y="5833760"/>
                  </a:lnTo>
                  <a:lnTo>
                    <a:pt x="241648" y="5833760"/>
                  </a:lnTo>
                  <a:lnTo>
                    <a:pt x="241742" y="5833760"/>
                  </a:lnTo>
                  <a:lnTo>
                    <a:pt x="241836" y="5833760"/>
                  </a:lnTo>
                  <a:lnTo>
                    <a:pt x="241930" y="5833760"/>
                  </a:lnTo>
                  <a:lnTo>
                    <a:pt x="242024" y="5833760"/>
                  </a:lnTo>
                  <a:lnTo>
                    <a:pt x="242118" y="5833760"/>
                  </a:lnTo>
                  <a:lnTo>
                    <a:pt x="242212" y="5833760"/>
                  </a:lnTo>
                  <a:lnTo>
                    <a:pt x="242306" y="5833760"/>
                  </a:lnTo>
                  <a:lnTo>
                    <a:pt x="242400" y="5833760"/>
                  </a:lnTo>
                  <a:lnTo>
                    <a:pt x="242494" y="5833760"/>
                  </a:lnTo>
                  <a:lnTo>
                    <a:pt x="242588" y="5833760"/>
                  </a:lnTo>
                  <a:lnTo>
                    <a:pt x="242682" y="5833760"/>
                  </a:lnTo>
                  <a:lnTo>
                    <a:pt x="242776" y="5833760"/>
                  </a:lnTo>
                  <a:lnTo>
                    <a:pt x="242870" y="5833760"/>
                  </a:lnTo>
                  <a:lnTo>
                    <a:pt x="242964" y="5833760"/>
                  </a:lnTo>
                  <a:lnTo>
                    <a:pt x="243058" y="5833760"/>
                  </a:lnTo>
                  <a:lnTo>
                    <a:pt x="243152" y="5833760"/>
                  </a:lnTo>
                  <a:lnTo>
                    <a:pt x="243246" y="5833760"/>
                  </a:lnTo>
                  <a:lnTo>
                    <a:pt x="243340" y="5833760"/>
                  </a:lnTo>
                  <a:lnTo>
                    <a:pt x="243434" y="5833760"/>
                  </a:lnTo>
                  <a:lnTo>
                    <a:pt x="243528" y="5833760"/>
                  </a:lnTo>
                  <a:lnTo>
                    <a:pt x="243622" y="5833760"/>
                  </a:lnTo>
                  <a:lnTo>
                    <a:pt x="243716" y="5833760"/>
                  </a:lnTo>
                  <a:lnTo>
                    <a:pt x="243810" y="5833760"/>
                  </a:lnTo>
                  <a:lnTo>
                    <a:pt x="243904" y="5833760"/>
                  </a:lnTo>
                  <a:lnTo>
                    <a:pt x="243998" y="5833760"/>
                  </a:lnTo>
                  <a:lnTo>
                    <a:pt x="244092" y="5833760"/>
                  </a:lnTo>
                  <a:lnTo>
                    <a:pt x="244186" y="5833760"/>
                  </a:lnTo>
                  <a:lnTo>
                    <a:pt x="244280" y="5833760"/>
                  </a:lnTo>
                  <a:lnTo>
                    <a:pt x="244374" y="5833760"/>
                  </a:lnTo>
                  <a:lnTo>
                    <a:pt x="244468" y="5833760"/>
                  </a:lnTo>
                  <a:lnTo>
                    <a:pt x="244563" y="5833760"/>
                  </a:lnTo>
                  <a:lnTo>
                    <a:pt x="244657" y="5833760"/>
                  </a:lnTo>
                  <a:lnTo>
                    <a:pt x="244751" y="5833760"/>
                  </a:lnTo>
                  <a:lnTo>
                    <a:pt x="244845" y="5833760"/>
                  </a:lnTo>
                  <a:lnTo>
                    <a:pt x="244939" y="5833760"/>
                  </a:lnTo>
                  <a:lnTo>
                    <a:pt x="245033" y="5833760"/>
                  </a:lnTo>
                  <a:lnTo>
                    <a:pt x="245127" y="5833760"/>
                  </a:lnTo>
                  <a:lnTo>
                    <a:pt x="245221" y="5833760"/>
                  </a:lnTo>
                  <a:lnTo>
                    <a:pt x="245315" y="5833760"/>
                  </a:lnTo>
                  <a:lnTo>
                    <a:pt x="245409" y="5833760"/>
                  </a:lnTo>
                  <a:lnTo>
                    <a:pt x="245503" y="5833760"/>
                  </a:lnTo>
                  <a:lnTo>
                    <a:pt x="245597" y="5833760"/>
                  </a:lnTo>
                  <a:lnTo>
                    <a:pt x="245691" y="5833760"/>
                  </a:lnTo>
                  <a:lnTo>
                    <a:pt x="245785" y="5833760"/>
                  </a:lnTo>
                  <a:lnTo>
                    <a:pt x="245879" y="5833760"/>
                  </a:lnTo>
                  <a:lnTo>
                    <a:pt x="245879" y="5828481"/>
                  </a:lnTo>
                  <a:lnTo>
                    <a:pt x="245973" y="5828481"/>
                  </a:lnTo>
                  <a:lnTo>
                    <a:pt x="246067" y="5828481"/>
                  </a:lnTo>
                  <a:lnTo>
                    <a:pt x="246161" y="5828481"/>
                  </a:lnTo>
                  <a:lnTo>
                    <a:pt x="246255" y="5828481"/>
                  </a:lnTo>
                  <a:lnTo>
                    <a:pt x="246349" y="5828481"/>
                  </a:lnTo>
                  <a:lnTo>
                    <a:pt x="246443" y="5828481"/>
                  </a:lnTo>
                  <a:lnTo>
                    <a:pt x="246537" y="5828481"/>
                  </a:lnTo>
                  <a:lnTo>
                    <a:pt x="246631" y="5828481"/>
                  </a:lnTo>
                  <a:lnTo>
                    <a:pt x="246725" y="5828481"/>
                  </a:lnTo>
                  <a:lnTo>
                    <a:pt x="246819" y="5828481"/>
                  </a:lnTo>
                  <a:lnTo>
                    <a:pt x="246913" y="5828481"/>
                  </a:lnTo>
                  <a:lnTo>
                    <a:pt x="247007" y="5828481"/>
                  </a:lnTo>
                  <a:lnTo>
                    <a:pt x="247101" y="5828481"/>
                  </a:lnTo>
                  <a:lnTo>
                    <a:pt x="247195" y="5828481"/>
                  </a:lnTo>
                  <a:lnTo>
                    <a:pt x="247289" y="5828481"/>
                  </a:lnTo>
                  <a:lnTo>
                    <a:pt x="247383" y="5828481"/>
                  </a:lnTo>
                  <a:lnTo>
                    <a:pt x="247477" y="5828481"/>
                  </a:lnTo>
                  <a:lnTo>
                    <a:pt x="247571" y="5828481"/>
                  </a:lnTo>
                  <a:lnTo>
                    <a:pt x="247665" y="5828481"/>
                  </a:lnTo>
                  <a:lnTo>
                    <a:pt x="247759" y="5828481"/>
                  </a:lnTo>
                  <a:lnTo>
                    <a:pt x="247853" y="5828481"/>
                  </a:lnTo>
                  <a:lnTo>
                    <a:pt x="247947" y="5828481"/>
                  </a:lnTo>
                  <a:lnTo>
                    <a:pt x="248041" y="5828481"/>
                  </a:lnTo>
                  <a:lnTo>
                    <a:pt x="248136" y="5828481"/>
                  </a:lnTo>
                  <a:lnTo>
                    <a:pt x="248230" y="5828481"/>
                  </a:lnTo>
                  <a:lnTo>
                    <a:pt x="248324" y="5828481"/>
                  </a:lnTo>
                  <a:lnTo>
                    <a:pt x="248418" y="5828481"/>
                  </a:lnTo>
                  <a:lnTo>
                    <a:pt x="248512" y="5828481"/>
                  </a:lnTo>
                  <a:lnTo>
                    <a:pt x="248606" y="5828481"/>
                  </a:lnTo>
                  <a:lnTo>
                    <a:pt x="248700" y="5828481"/>
                  </a:lnTo>
                  <a:lnTo>
                    <a:pt x="248794" y="5828481"/>
                  </a:lnTo>
                  <a:lnTo>
                    <a:pt x="248888" y="5828481"/>
                  </a:lnTo>
                  <a:lnTo>
                    <a:pt x="248982" y="5828481"/>
                  </a:lnTo>
                  <a:lnTo>
                    <a:pt x="249076" y="5828481"/>
                  </a:lnTo>
                  <a:lnTo>
                    <a:pt x="249170" y="5828481"/>
                  </a:lnTo>
                  <a:lnTo>
                    <a:pt x="249264" y="5828481"/>
                  </a:lnTo>
                  <a:lnTo>
                    <a:pt x="249264" y="5823201"/>
                  </a:lnTo>
                  <a:lnTo>
                    <a:pt x="249358" y="5823201"/>
                  </a:lnTo>
                  <a:lnTo>
                    <a:pt x="249452" y="5823201"/>
                  </a:lnTo>
                  <a:lnTo>
                    <a:pt x="249546" y="5823201"/>
                  </a:lnTo>
                  <a:lnTo>
                    <a:pt x="249640" y="5823201"/>
                  </a:lnTo>
                  <a:lnTo>
                    <a:pt x="249734" y="5823201"/>
                  </a:lnTo>
                  <a:lnTo>
                    <a:pt x="249828" y="5823201"/>
                  </a:lnTo>
                  <a:lnTo>
                    <a:pt x="249922" y="5823201"/>
                  </a:lnTo>
                  <a:lnTo>
                    <a:pt x="250016" y="5823201"/>
                  </a:lnTo>
                  <a:lnTo>
                    <a:pt x="250110" y="5823201"/>
                  </a:lnTo>
                  <a:lnTo>
                    <a:pt x="250204" y="5823201"/>
                  </a:lnTo>
                  <a:lnTo>
                    <a:pt x="250298" y="5823201"/>
                  </a:lnTo>
                  <a:lnTo>
                    <a:pt x="250392" y="5823201"/>
                  </a:lnTo>
                  <a:lnTo>
                    <a:pt x="250486" y="5823201"/>
                  </a:lnTo>
                  <a:lnTo>
                    <a:pt x="250580" y="5823201"/>
                  </a:lnTo>
                  <a:lnTo>
                    <a:pt x="250674" y="5823201"/>
                  </a:lnTo>
                  <a:lnTo>
                    <a:pt x="250768" y="5823201"/>
                  </a:lnTo>
                  <a:lnTo>
                    <a:pt x="250862" y="5823201"/>
                  </a:lnTo>
                  <a:lnTo>
                    <a:pt x="250956" y="5823201"/>
                  </a:lnTo>
                  <a:lnTo>
                    <a:pt x="251050" y="5823201"/>
                  </a:lnTo>
                  <a:lnTo>
                    <a:pt x="251144" y="5823201"/>
                  </a:lnTo>
                  <a:lnTo>
                    <a:pt x="251238" y="5823201"/>
                  </a:lnTo>
                  <a:lnTo>
                    <a:pt x="251332" y="5823201"/>
                  </a:lnTo>
                  <a:lnTo>
                    <a:pt x="251426" y="5823201"/>
                  </a:lnTo>
                  <a:lnTo>
                    <a:pt x="251520" y="5823201"/>
                  </a:lnTo>
                  <a:lnTo>
                    <a:pt x="251614" y="5823201"/>
                  </a:lnTo>
                  <a:lnTo>
                    <a:pt x="251709" y="5823201"/>
                  </a:lnTo>
                  <a:lnTo>
                    <a:pt x="251803" y="5823201"/>
                  </a:lnTo>
                  <a:lnTo>
                    <a:pt x="251897" y="5823201"/>
                  </a:lnTo>
                  <a:lnTo>
                    <a:pt x="251991" y="5823201"/>
                  </a:lnTo>
                  <a:lnTo>
                    <a:pt x="252085" y="5823201"/>
                  </a:lnTo>
                  <a:lnTo>
                    <a:pt x="252179" y="5823201"/>
                  </a:lnTo>
                  <a:lnTo>
                    <a:pt x="252273" y="5823201"/>
                  </a:lnTo>
                  <a:lnTo>
                    <a:pt x="252367" y="5823201"/>
                  </a:lnTo>
                  <a:lnTo>
                    <a:pt x="252461" y="5823201"/>
                  </a:lnTo>
                  <a:lnTo>
                    <a:pt x="252555" y="5823201"/>
                  </a:lnTo>
                  <a:lnTo>
                    <a:pt x="252649" y="5823201"/>
                  </a:lnTo>
                  <a:lnTo>
                    <a:pt x="252743" y="5823201"/>
                  </a:lnTo>
                  <a:lnTo>
                    <a:pt x="252837" y="5823201"/>
                  </a:lnTo>
                  <a:lnTo>
                    <a:pt x="252837" y="5817922"/>
                  </a:lnTo>
                  <a:lnTo>
                    <a:pt x="252931" y="5817922"/>
                  </a:lnTo>
                  <a:lnTo>
                    <a:pt x="253025" y="5817922"/>
                  </a:lnTo>
                  <a:lnTo>
                    <a:pt x="253119" y="5817922"/>
                  </a:lnTo>
                  <a:lnTo>
                    <a:pt x="253213" y="5817922"/>
                  </a:lnTo>
                  <a:lnTo>
                    <a:pt x="253307" y="5817922"/>
                  </a:lnTo>
                  <a:lnTo>
                    <a:pt x="253401" y="5817922"/>
                  </a:lnTo>
                  <a:lnTo>
                    <a:pt x="253495" y="5817922"/>
                  </a:lnTo>
                  <a:lnTo>
                    <a:pt x="253589" y="5817922"/>
                  </a:lnTo>
                  <a:lnTo>
                    <a:pt x="253683" y="5817922"/>
                  </a:lnTo>
                  <a:lnTo>
                    <a:pt x="253777" y="5817922"/>
                  </a:lnTo>
                  <a:lnTo>
                    <a:pt x="253871" y="5817922"/>
                  </a:lnTo>
                  <a:lnTo>
                    <a:pt x="253965" y="5817922"/>
                  </a:lnTo>
                  <a:lnTo>
                    <a:pt x="254059" y="5817922"/>
                  </a:lnTo>
                  <a:lnTo>
                    <a:pt x="254153" y="5817922"/>
                  </a:lnTo>
                  <a:lnTo>
                    <a:pt x="254247" y="5817922"/>
                  </a:lnTo>
                  <a:lnTo>
                    <a:pt x="254341" y="5817922"/>
                  </a:lnTo>
                  <a:lnTo>
                    <a:pt x="254435" y="5817922"/>
                  </a:lnTo>
                  <a:lnTo>
                    <a:pt x="254529" y="5817922"/>
                  </a:lnTo>
                  <a:lnTo>
                    <a:pt x="254623" y="5817922"/>
                  </a:lnTo>
                  <a:lnTo>
                    <a:pt x="254717" y="5817922"/>
                  </a:lnTo>
                  <a:lnTo>
                    <a:pt x="254811" y="5817922"/>
                  </a:lnTo>
                  <a:lnTo>
                    <a:pt x="254905" y="5817922"/>
                  </a:lnTo>
                  <a:lnTo>
                    <a:pt x="254999" y="5817922"/>
                  </a:lnTo>
                  <a:lnTo>
                    <a:pt x="255093" y="5817922"/>
                  </a:lnTo>
                  <a:lnTo>
                    <a:pt x="255188" y="5817922"/>
                  </a:lnTo>
                  <a:lnTo>
                    <a:pt x="255282" y="5817922"/>
                  </a:lnTo>
                  <a:lnTo>
                    <a:pt x="255376" y="5817922"/>
                  </a:lnTo>
                  <a:lnTo>
                    <a:pt x="255470" y="5817922"/>
                  </a:lnTo>
                  <a:lnTo>
                    <a:pt x="255564" y="5817922"/>
                  </a:lnTo>
                  <a:lnTo>
                    <a:pt x="255658" y="5817922"/>
                  </a:lnTo>
                  <a:lnTo>
                    <a:pt x="255752" y="5817922"/>
                  </a:lnTo>
                  <a:lnTo>
                    <a:pt x="255846" y="5817922"/>
                  </a:lnTo>
                  <a:lnTo>
                    <a:pt x="255940" y="5817922"/>
                  </a:lnTo>
                  <a:lnTo>
                    <a:pt x="256034" y="5817922"/>
                  </a:lnTo>
                  <a:lnTo>
                    <a:pt x="256128" y="5817922"/>
                  </a:lnTo>
                  <a:lnTo>
                    <a:pt x="256222" y="5817922"/>
                  </a:lnTo>
                  <a:lnTo>
                    <a:pt x="256316" y="5817922"/>
                  </a:lnTo>
                  <a:lnTo>
                    <a:pt x="256410" y="5817922"/>
                  </a:lnTo>
                  <a:lnTo>
                    <a:pt x="256504" y="5817922"/>
                  </a:lnTo>
                  <a:lnTo>
                    <a:pt x="256598" y="5817922"/>
                  </a:lnTo>
                  <a:lnTo>
                    <a:pt x="256692" y="5817922"/>
                  </a:lnTo>
                  <a:lnTo>
                    <a:pt x="256786" y="5817922"/>
                  </a:lnTo>
                  <a:lnTo>
                    <a:pt x="256880" y="5817922"/>
                  </a:lnTo>
                  <a:lnTo>
                    <a:pt x="256974" y="5817922"/>
                  </a:lnTo>
                  <a:lnTo>
                    <a:pt x="257068" y="5817922"/>
                  </a:lnTo>
                  <a:lnTo>
                    <a:pt x="257162" y="5817922"/>
                  </a:lnTo>
                  <a:lnTo>
                    <a:pt x="257256" y="5817922"/>
                  </a:lnTo>
                  <a:lnTo>
                    <a:pt x="257350" y="5817922"/>
                  </a:lnTo>
                  <a:lnTo>
                    <a:pt x="257444" y="5817922"/>
                  </a:lnTo>
                  <a:lnTo>
                    <a:pt x="257538" y="5817922"/>
                  </a:lnTo>
                  <a:lnTo>
                    <a:pt x="257632" y="5817922"/>
                  </a:lnTo>
                  <a:lnTo>
                    <a:pt x="257726" y="5817922"/>
                  </a:lnTo>
                  <a:lnTo>
                    <a:pt x="257820" y="5817922"/>
                  </a:lnTo>
                  <a:lnTo>
                    <a:pt x="257914" y="5817922"/>
                  </a:lnTo>
                  <a:lnTo>
                    <a:pt x="258008" y="5817922"/>
                  </a:lnTo>
                  <a:lnTo>
                    <a:pt x="258102" y="5817922"/>
                  </a:lnTo>
                  <a:lnTo>
                    <a:pt x="258196" y="5817922"/>
                  </a:lnTo>
                  <a:lnTo>
                    <a:pt x="258290" y="5817922"/>
                  </a:lnTo>
                  <a:lnTo>
                    <a:pt x="258384" y="5817922"/>
                  </a:lnTo>
                  <a:lnTo>
                    <a:pt x="258478" y="5817922"/>
                  </a:lnTo>
                  <a:lnTo>
                    <a:pt x="258572" y="5817922"/>
                  </a:lnTo>
                  <a:lnTo>
                    <a:pt x="258666" y="5817922"/>
                  </a:lnTo>
                  <a:lnTo>
                    <a:pt x="258761" y="5817922"/>
                  </a:lnTo>
                  <a:lnTo>
                    <a:pt x="258855" y="5817922"/>
                  </a:lnTo>
                  <a:lnTo>
                    <a:pt x="258949" y="5817922"/>
                  </a:lnTo>
                  <a:lnTo>
                    <a:pt x="259043" y="5817922"/>
                  </a:lnTo>
                  <a:lnTo>
                    <a:pt x="259137" y="5817922"/>
                  </a:lnTo>
                  <a:lnTo>
                    <a:pt x="259231" y="5817922"/>
                  </a:lnTo>
                  <a:lnTo>
                    <a:pt x="259325" y="5817922"/>
                  </a:lnTo>
                  <a:lnTo>
                    <a:pt x="259419" y="5817922"/>
                  </a:lnTo>
                  <a:lnTo>
                    <a:pt x="259513" y="5817922"/>
                  </a:lnTo>
                  <a:lnTo>
                    <a:pt x="259607" y="5817922"/>
                  </a:lnTo>
                  <a:lnTo>
                    <a:pt x="259701" y="5817922"/>
                  </a:lnTo>
                  <a:lnTo>
                    <a:pt x="259795" y="5817922"/>
                  </a:lnTo>
                  <a:lnTo>
                    <a:pt x="259889" y="5817922"/>
                  </a:lnTo>
                  <a:lnTo>
                    <a:pt x="259983" y="5817922"/>
                  </a:lnTo>
                  <a:lnTo>
                    <a:pt x="260077" y="5817922"/>
                  </a:lnTo>
                  <a:lnTo>
                    <a:pt x="260171" y="5817922"/>
                  </a:lnTo>
                  <a:lnTo>
                    <a:pt x="260265" y="5817922"/>
                  </a:lnTo>
                  <a:lnTo>
                    <a:pt x="260359" y="5817922"/>
                  </a:lnTo>
                  <a:lnTo>
                    <a:pt x="260453" y="5817922"/>
                  </a:lnTo>
                  <a:lnTo>
                    <a:pt x="260453" y="5812642"/>
                  </a:lnTo>
                  <a:lnTo>
                    <a:pt x="260547" y="5812642"/>
                  </a:lnTo>
                  <a:lnTo>
                    <a:pt x="260641" y="5812642"/>
                  </a:lnTo>
                  <a:lnTo>
                    <a:pt x="260735" y="5812642"/>
                  </a:lnTo>
                  <a:lnTo>
                    <a:pt x="260829" y="5812642"/>
                  </a:lnTo>
                  <a:lnTo>
                    <a:pt x="260923" y="5812642"/>
                  </a:lnTo>
                  <a:lnTo>
                    <a:pt x="261017" y="5812642"/>
                  </a:lnTo>
                  <a:lnTo>
                    <a:pt x="261111" y="5812642"/>
                  </a:lnTo>
                  <a:lnTo>
                    <a:pt x="261205" y="5812642"/>
                  </a:lnTo>
                  <a:lnTo>
                    <a:pt x="261299" y="5812642"/>
                  </a:lnTo>
                  <a:lnTo>
                    <a:pt x="261393" y="5812642"/>
                  </a:lnTo>
                  <a:lnTo>
                    <a:pt x="261487" y="5812642"/>
                  </a:lnTo>
                  <a:lnTo>
                    <a:pt x="261581" y="5812642"/>
                  </a:lnTo>
                  <a:lnTo>
                    <a:pt x="261675" y="5812642"/>
                  </a:lnTo>
                  <a:lnTo>
                    <a:pt x="261769" y="5812642"/>
                  </a:lnTo>
                  <a:lnTo>
                    <a:pt x="261863" y="5812642"/>
                  </a:lnTo>
                  <a:lnTo>
                    <a:pt x="261957" y="5812642"/>
                  </a:lnTo>
                  <a:lnTo>
                    <a:pt x="262051" y="5812642"/>
                  </a:lnTo>
                  <a:lnTo>
                    <a:pt x="262145" y="5812642"/>
                  </a:lnTo>
                  <a:lnTo>
                    <a:pt x="262239" y="5812642"/>
                  </a:lnTo>
                  <a:lnTo>
                    <a:pt x="262334" y="5812642"/>
                  </a:lnTo>
                  <a:lnTo>
                    <a:pt x="262428" y="5812642"/>
                  </a:lnTo>
                  <a:lnTo>
                    <a:pt x="262522" y="5812642"/>
                  </a:lnTo>
                  <a:lnTo>
                    <a:pt x="262616" y="5812642"/>
                  </a:lnTo>
                  <a:lnTo>
                    <a:pt x="262710" y="5812642"/>
                  </a:lnTo>
                  <a:lnTo>
                    <a:pt x="262804" y="5812642"/>
                  </a:lnTo>
                  <a:lnTo>
                    <a:pt x="262898" y="5812642"/>
                  </a:lnTo>
                  <a:lnTo>
                    <a:pt x="262992" y="5812642"/>
                  </a:lnTo>
                  <a:lnTo>
                    <a:pt x="263086" y="5812642"/>
                  </a:lnTo>
                  <a:lnTo>
                    <a:pt x="263180" y="5812642"/>
                  </a:lnTo>
                  <a:lnTo>
                    <a:pt x="263180" y="5807363"/>
                  </a:lnTo>
                  <a:lnTo>
                    <a:pt x="263274" y="5807363"/>
                  </a:lnTo>
                  <a:lnTo>
                    <a:pt x="263368" y="5807363"/>
                  </a:lnTo>
                  <a:lnTo>
                    <a:pt x="263462" y="5807363"/>
                  </a:lnTo>
                  <a:lnTo>
                    <a:pt x="263556" y="5807363"/>
                  </a:lnTo>
                  <a:lnTo>
                    <a:pt x="263650" y="5807363"/>
                  </a:lnTo>
                  <a:lnTo>
                    <a:pt x="263744" y="5807363"/>
                  </a:lnTo>
                  <a:lnTo>
                    <a:pt x="263838" y="5807363"/>
                  </a:lnTo>
                  <a:lnTo>
                    <a:pt x="263932" y="5807363"/>
                  </a:lnTo>
                  <a:lnTo>
                    <a:pt x="264026" y="5807363"/>
                  </a:lnTo>
                  <a:lnTo>
                    <a:pt x="264120" y="5807363"/>
                  </a:lnTo>
                  <a:lnTo>
                    <a:pt x="264214" y="5807363"/>
                  </a:lnTo>
                  <a:lnTo>
                    <a:pt x="264308" y="5807363"/>
                  </a:lnTo>
                  <a:lnTo>
                    <a:pt x="264402" y="5807363"/>
                  </a:lnTo>
                  <a:lnTo>
                    <a:pt x="264496" y="5807363"/>
                  </a:lnTo>
                  <a:lnTo>
                    <a:pt x="264590" y="5807363"/>
                  </a:lnTo>
                  <a:lnTo>
                    <a:pt x="264684" y="5807363"/>
                  </a:lnTo>
                  <a:lnTo>
                    <a:pt x="264684" y="5802084"/>
                  </a:lnTo>
                  <a:lnTo>
                    <a:pt x="264778" y="5802084"/>
                  </a:lnTo>
                  <a:lnTo>
                    <a:pt x="264872" y="5802084"/>
                  </a:lnTo>
                  <a:lnTo>
                    <a:pt x="264966" y="5802084"/>
                  </a:lnTo>
                  <a:lnTo>
                    <a:pt x="265060" y="5802084"/>
                  </a:lnTo>
                  <a:lnTo>
                    <a:pt x="265154" y="5802084"/>
                  </a:lnTo>
                  <a:lnTo>
                    <a:pt x="265248" y="5802084"/>
                  </a:lnTo>
                  <a:lnTo>
                    <a:pt x="265342" y="5802084"/>
                  </a:lnTo>
                  <a:lnTo>
                    <a:pt x="265436" y="5802084"/>
                  </a:lnTo>
                  <a:lnTo>
                    <a:pt x="265530" y="5802084"/>
                  </a:lnTo>
                  <a:lnTo>
                    <a:pt x="265624" y="5802084"/>
                  </a:lnTo>
                  <a:lnTo>
                    <a:pt x="265718" y="5802084"/>
                  </a:lnTo>
                  <a:lnTo>
                    <a:pt x="265813" y="5802084"/>
                  </a:lnTo>
                  <a:lnTo>
                    <a:pt x="265907" y="5802084"/>
                  </a:lnTo>
                  <a:lnTo>
                    <a:pt x="266001" y="5802084"/>
                  </a:lnTo>
                  <a:lnTo>
                    <a:pt x="266095" y="5802084"/>
                  </a:lnTo>
                  <a:lnTo>
                    <a:pt x="266189" y="5802084"/>
                  </a:lnTo>
                  <a:lnTo>
                    <a:pt x="266283" y="5802084"/>
                  </a:lnTo>
                  <a:lnTo>
                    <a:pt x="266377" y="5802084"/>
                  </a:lnTo>
                  <a:lnTo>
                    <a:pt x="266471" y="5802084"/>
                  </a:lnTo>
                  <a:lnTo>
                    <a:pt x="266565" y="5802084"/>
                  </a:lnTo>
                  <a:lnTo>
                    <a:pt x="266659" y="5802084"/>
                  </a:lnTo>
                  <a:lnTo>
                    <a:pt x="266753" y="5802084"/>
                  </a:lnTo>
                  <a:lnTo>
                    <a:pt x="266847" y="5802084"/>
                  </a:lnTo>
                  <a:lnTo>
                    <a:pt x="266941" y="5802084"/>
                  </a:lnTo>
                  <a:lnTo>
                    <a:pt x="267035" y="5802084"/>
                  </a:lnTo>
                  <a:lnTo>
                    <a:pt x="267129" y="5802084"/>
                  </a:lnTo>
                  <a:lnTo>
                    <a:pt x="267223" y="5802084"/>
                  </a:lnTo>
                  <a:lnTo>
                    <a:pt x="267317" y="5802084"/>
                  </a:lnTo>
                  <a:lnTo>
                    <a:pt x="267411" y="5802084"/>
                  </a:lnTo>
                  <a:lnTo>
                    <a:pt x="267505" y="5802084"/>
                  </a:lnTo>
                  <a:lnTo>
                    <a:pt x="267599" y="5802084"/>
                  </a:lnTo>
                  <a:lnTo>
                    <a:pt x="267693" y="5802084"/>
                  </a:lnTo>
                  <a:lnTo>
                    <a:pt x="267787" y="5802084"/>
                  </a:lnTo>
                  <a:lnTo>
                    <a:pt x="267881" y="5802084"/>
                  </a:lnTo>
                  <a:lnTo>
                    <a:pt x="267975" y="5802084"/>
                  </a:lnTo>
                  <a:lnTo>
                    <a:pt x="268069" y="5802084"/>
                  </a:lnTo>
                  <a:lnTo>
                    <a:pt x="268163" y="5802084"/>
                  </a:lnTo>
                  <a:lnTo>
                    <a:pt x="268257" y="5802084"/>
                  </a:lnTo>
                  <a:lnTo>
                    <a:pt x="268351" y="5802084"/>
                  </a:lnTo>
                  <a:lnTo>
                    <a:pt x="268445" y="5802084"/>
                  </a:lnTo>
                  <a:lnTo>
                    <a:pt x="268539" y="5802084"/>
                  </a:lnTo>
                  <a:lnTo>
                    <a:pt x="268633" y="5802084"/>
                  </a:lnTo>
                  <a:lnTo>
                    <a:pt x="268727" y="5802084"/>
                  </a:lnTo>
                  <a:lnTo>
                    <a:pt x="268821" y="5802084"/>
                  </a:lnTo>
                  <a:lnTo>
                    <a:pt x="268821" y="5796804"/>
                  </a:lnTo>
                  <a:lnTo>
                    <a:pt x="268915" y="5796804"/>
                  </a:lnTo>
                  <a:lnTo>
                    <a:pt x="269009" y="5796804"/>
                  </a:lnTo>
                  <a:lnTo>
                    <a:pt x="269103" y="5796804"/>
                  </a:lnTo>
                  <a:lnTo>
                    <a:pt x="269197" y="5796804"/>
                  </a:lnTo>
                  <a:lnTo>
                    <a:pt x="269291" y="5796804"/>
                  </a:lnTo>
                  <a:lnTo>
                    <a:pt x="269386" y="5796804"/>
                  </a:lnTo>
                  <a:lnTo>
                    <a:pt x="269480" y="5796804"/>
                  </a:lnTo>
                  <a:lnTo>
                    <a:pt x="269574" y="5796804"/>
                  </a:lnTo>
                  <a:lnTo>
                    <a:pt x="269668" y="5796804"/>
                  </a:lnTo>
                  <a:lnTo>
                    <a:pt x="269762" y="5796804"/>
                  </a:lnTo>
                  <a:lnTo>
                    <a:pt x="269856" y="5796804"/>
                  </a:lnTo>
                  <a:lnTo>
                    <a:pt x="269950" y="5796804"/>
                  </a:lnTo>
                  <a:lnTo>
                    <a:pt x="270044" y="5796804"/>
                  </a:lnTo>
                  <a:lnTo>
                    <a:pt x="270138" y="5796804"/>
                  </a:lnTo>
                  <a:lnTo>
                    <a:pt x="270232" y="5796804"/>
                  </a:lnTo>
                  <a:lnTo>
                    <a:pt x="270326" y="5796804"/>
                  </a:lnTo>
                  <a:lnTo>
                    <a:pt x="270420" y="5796804"/>
                  </a:lnTo>
                  <a:lnTo>
                    <a:pt x="270514" y="5796804"/>
                  </a:lnTo>
                  <a:lnTo>
                    <a:pt x="270608" y="5796804"/>
                  </a:lnTo>
                  <a:lnTo>
                    <a:pt x="270702" y="5796804"/>
                  </a:lnTo>
                  <a:lnTo>
                    <a:pt x="270796" y="5796804"/>
                  </a:lnTo>
                  <a:lnTo>
                    <a:pt x="270890" y="5796804"/>
                  </a:lnTo>
                  <a:lnTo>
                    <a:pt x="270984" y="5796804"/>
                  </a:lnTo>
                  <a:lnTo>
                    <a:pt x="271078" y="5796804"/>
                  </a:lnTo>
                  <a:lnTo>
                    <a:pt x="271172" y="5796804"/>
                  </a:lnTo>
                  <a:lnTo>
                    <a:pt x="271266" y="5796804"/>
                  </a:lnTo>
                  <a:lnTo>
                    <a:pt x="271360" y="5796804"/>
                  </a:lnTo>
                  <a:lnTo>
                    <a:pt x="271454" y="5796804"/>
                  </a:lnTo>
                  <a:lnTo>
                    <a:pt x="271548" y="5796804"/>
                  </a:lnTo>
                  <a:lnTo>
                    <a:pt x="271642" y="5796804"/>
                  </a:lnTo>
                  <a:lnTo>
                    <a:pt x="271736" y="5796804"/>
                  </a:lnTo>
                  <a:lnTo>
                    <a:pt x="271830" y="5796804"/>
                  </a:lnTo>
                  <a:lnTo>
                    <a:pt x="271924" y="5796804"/>
                  </a:lnTo>
                  <a:lnTo>
                    <a:pt x="272018" y="5796804"/>
                  </a:lnTo>
                  <a:lnTo>
                    <a:pt x="272112" y="5796804"/>
                  </a:lnTo>
                  <a:lnTo>
                    <a:pt x="272206" y="5796804"/>
                  </a:lnTo>
                  <a:lnTo>
                    <a:pt x="272300" y="5796804"/>
                  </a:lnTo>
                  <a:lnTo>
                    <a:pt x="272394" y="5796804"/>
                  </a:lnTo>
                  <a:lnTo>
                    <a:pt x="272488" y="5796804"/>
                  </a:lnTo>
                  <a:lnTo>
                    <a:pt x="272582" y="5796804"/>
                  </a:lnTo>
                  <a:lnTo>
                    <a:pt x="272676" y="5796804"/>
                  </a:lnTo>
                  <a:lnTo>
                    <a:pt x="272770" y="5796804"/>
                  </a:lnTo>
                  <a:lnTo>
                    <a:pt x="272864" y="5796804"/>
                  </a:lnTo>
                  <a:lnTo>
                    <a:pt x="272959" y="5796804"/>
                  </a:lnTo>
                  <a:lnTo>
                    <a:pt x="273053" y="5796804"/>
                  </a:lnTo>
                  <a:lnTo>
                    <a:pt x="273147" y="5796804"/>
                  </a:lnTo>
                  <a:lnTo>
                    <a:pt x="273241" y="5796804"/>
                  </a:lnTo>
                  <a:lnTo>
                    <a:pt x="273335" y="5796804"/>
                  </a:lnTo>
                  <a:lnTo>
                    <a:pt x="273429" y="5796804"/>
                  </a:lnTo>
                  <a:lnTo>
                    <a:pt x="273523" y="5796804"/>
                  </a:lnTo>
                  <a:lnTo>
                    <a:pt x="273617" y="5796804"/>
                  </a:lnTo>
                  <a:lnTo>
                    <a:pt x="273711" y="5796804"/>
                  </a:lnTo>
                  <a:lnTo>
                    <a:pt x="273805" y="5796804"/>
                  </a:lnTo>
                  <a:lnTo>
                    <a:pt x="273899" y="5796804"/>
                  </a:lnTo>
                  <a:lnTo>
                    <a:pt x="273993" y="5796804"/>
                  </a:lnTo>
                  <a:lnTo>
                    <a:pt x="274087" y="5796804"/>
                  </a:lnTo>
                  <a:lnTo>
                    <a:pt x="274181" y="5796804"/>
                  </a:lnTo>
                  <a:lnTo>
                    <a:pt x="274275" y="5796804"/>
                  </a:lnTo>
                  <a:lnTo>
                    <a:pt x="274369" y="5796804"/>
                  </a:lnTo>
                  <a:lnTo>
                    <a:pt x="274463" y="5796804"/>
                  </a:lnTo>
                  <a:lnTo>
                    <a:pt x="274557" y="5796804"/>
                  </a:lnTo>
                  <a:lnTo>
                    <a:pt x="274651" y="5796804"/>
                  </a:lnTo>
                  <a:lnTo>
                    <a:pt x="274745" y="5796804"/>
                  </a:lnTo>
                  <a:lnTo>
                    <a:pt x="274839" y="5796804"/>
                  </a:lnTo>
                  <a:lnTo>
                    <a:pt x="274933" y="5796804"/>
                  </a:lnTo>
                  <a:lnTo>
                    <a:pt x="275027" y="5796804"/>
                  </a:lnTo>
                  <a:lnTo>
                    <a:pt x="275027" y="5791525"/>
                  </a:lnTo>
                  <a:lnTo>
                    <a:pt x="275027" y="5786245"/>
                  </a:lnTo>
                  <a:lnTo>
                    <a:pt x="275121" y="5786245"/>
                  </a:lnTo>
                  <a:lnTo>
                    <a:pt x="275215" y="5786245"/>
                  </a:lnTo>
                  <a:lnTo>
                    <a:pt x="275309" y="5786245"/>
                  </a:lnTo>
                  <a:lnTo>
                    <a:pt x="275403" y="5786245"/>
                  </a:lnTo>
                  <a:lnTo>
                    <a:pt x="275497" y="5786245"/>
                  </a:lnTo>
                  <a:lnTo>
                    <a:pt x="275497" y="5780966"/>
                  </a:lnTo>
                  <a:lnTo>
                    <a:pt x="275591" y="5780966"/>
                  </a:lnTo>
                  <a:lnTo>
                    <a:pt x="275685" y="5780966"/>
                  </a:lnTo>
                  <a:lnTo>
                    <a:pt x="275779" y="5780966"/>
                  </a:lnTo>
                  <a:lnTo>
                    <a:pt x="275873" y="5780966"/>
                  </a:lnTo>
                  <a:lnTo>
                    <a:pt x="275967" y="5780966"/>
                  </a:lnTo>
                  <a:lnTo>
                    <a:pt x="276061" y="5780966"/>
                  </a:lnTo>
                  <a:lnTo>
                    <a:pt x="276155" y="5780966"/>
                  </a:lnTo>
                  <a:lnTo>
                    <a:pt x="276249" y="5780966"/>
                  </a:lnTo>
                  <a:lnTo>
                    <a:pt x="276343" y="5780966"/>
                  </a:lnTo>
                  <a:lnTo>
                    <a:pt x="276437" y="5780966"/>
                  </a:lnTo>
                  <a:lnTo>
                    <a:pt x="276532" y="5780966"/>
                  </a:lnTo>
                  <a:lnTo>
                    <a:pt x="276626" y="5780966"/>
                  </a:lnTo>
                  <a:lnTo>
                    <a:pt x="276720" y="5780966"/>
                  </a:lnTo>
                  <a:lnTo>
                    <a:pt x="276814" y="5780966"/>
                  </a:lnTo>
                  <a:lnTo>
                    <a:pt x="276908" y="5780966"/>
                  </a:lnTo>
                  <a:lnTo>
                    <a:pt x="277002" y="5780966"/>
                  </a:lnTo>
                  <a:lnTo>
                    <a:pt x="277096" y="5780966"/>
                  </a:lnTo>
                  <a:lnTo>
                    <a:pt x="277190" y="5780966"/>
                  </a:lnTo>
                  <a:lnTo>
                    <a:pt x="277284" y="5780966"/>
                  </a:lnTo>
                  <a:lnTo>
                    <a:pt x="277378" y="5780966"/>
                  </a:lnTo>
                  <a:lnTo>
                    <a:pt x="277472" y="5780966"/>
                  </a:lnTo>
                  <a:lnTo>
                    <a:pt x="277566" y="5780966"/>
                  </a:lnTo>
                  <a:lnTo>
                    <a:pt x="277660" y="5780966"/>
                  </a:lnTo>
                  <a:lnTo>
                    <a:pt x="277754" y="5780966"/>
                  </a:lnTo>
                  <a:lnTo>
                    <a:pt x="277848" y="5780966"/>
                  </a:lnTo>
                  <a:lnTo>
                    <a:pt x="277942" y="5780966"/>
                  </a:lnTo>
                  <a:lnTo>
                    <a:pt x="278036" y="5780966"/>
                  </a:lnTo>
                  <a:lnTo>
                    <a:pt x="278130" y="5780966"/>
                  </a:lnTo>
                  <a:lnTo>
                    <a:pt x="278224" y="5780966"/>
                  </a:lnTo>
                  <a:lnTo>
                    <a:pt x="278318" y="5780966"/>
                  </a:lnTo>
                  <a:lnTo>
                    <a:pt x="278412" y="5780966"/>
                  </a:lnTo>
                  <a:lnTo>
                    <a:pt x="278506" y="5780966"/>
                  </a:lnTo>
                  <a:lnTo>
                    <a:pt x="278600" y="5780966"/>
                  </a:lnTo>
                  <a:lnTo>
                    <a:pt x="278694" y="5780966"/>
                  </a:lnTo>
                  <a:lnTo>
                    <a:pt x="278788" y="5780966"/>
                  </a:lnTo>
                  <a:lnTo>
                    <a:pt x="278882" y="5780966"/>
                  </a:lnTo>
                  <a:lnTo>
                    <a:pt x="278976" y="5780966"/>
                  </a:lnTo>
                  <a:lnTo>
                    <a:pt x="279070" y="5780966"/>
                  </a:lnTo>
                  <a:lnTo>
                    <a:pt x="279164" y="5780966"/>
                  </a:lnTo>
                  <a:lnTo>
                    <a:pt x="279258" y="5780966"/>
                  </a:lnTo>
                  <a:lnTo>
                    <a:pt x="279352" y="5780966"/>
                  </a:lnTo>
                  <a:lnTo>
                    <a:pt x="279446" y="5780966"/>
                  </a:lnTo>
                  <a:lnTo>
                    <a:pt x="279446" y="5775686"/>
                  </a:lnTo>
                  <a:lnTo>
                    <a:pt x="279540" y="5775686"/>
                  </a:lnTo>
                  <a:lnTo>
                    <a:pt x="279634" y="5775686"/>
                  </a:lnTo>
                  <a:lnTo>
                    <a:pt x="279728" y="5775686"/>
                  </a:lnTo>
                  <a:lnTo>
                    <a:pt x="279822" y="5775686"/>
                  </a:lnTo>
                  <a:lnTo>
                    <a:pt x="279916" y="5775686"/>
                  </a:lnTo>
                  <a:lnTo>
                    <a:pt x="280011" y="5775686"/>
                  </a:lnTo>
                  <a:lnTo>
                    <a:pt x="280105" y="5775686"/>
                  </a:lnTo>
                  <a:lnTo>
                    <a:pt x="280199" y="5775686"/>
                  </a:lnTo>
                  <a:lnTo>
                    <a:pt x="280293" y="5775686"/>
                  </a:lnTo>
                  <a:lnTo>
                    <a:pt x="280387" y="5775686"/>
                  </a:lnTo>
                  <a:lnTo>
                    <a:pt x="280481" y="5775686"/>
                  </a:lnTo>
                  <a:lnTo>
                    <a:pt x="280481" y="5770407"/>
                  </a:lnTo>
                  <a:lnTo>
                    <a:pt x="280575" y="5770407"/>
                  </a:lnTo>
                  <a:lnTo>
                    <a:pt x="280669" y="5770407"/>
                  </a:lnTo>
                  <a:lnTo>
                    <a:pt x="280763" y="5770407"/>
                  </a:lnTo>
                  <a:lnTo>
                    <a:pt x="280857" y="5770407"/>
                  </a:lnTo>
                  <a:lnTo>
                    <a:pt x="280951" y="5770407"/>
                  </a:lnTo>
                  <a:lnTo>
                    <a:pt x="281045" y="5770407"/>
                  </a:lnTo>
                  <a:lnTo>
                    <a:pt x="281139" y="5770407"/>
                  </a:lnTo>
                  <a:lnTo>
                    <a:pt x="281233" y="5770407"/>
                  </a:lnTo>
                  <a:lnTo>
                    <a:pt x="281327" y="5770407"/>
                  </a:lnTo>
                  <a:lnTo>
                    <a:pt x="281421" y="5770407"/>
                  </a:lnTo>
                  <a:lnTo>
                    <a:pt x="281515" y="5770407"/>
                  </a:lnTo>
                  <a:lnTo>
                    <a:pt x="281609" y="5770407"/>
                  </a:lnTo>
                  <a:lnTo>
                    <a:pt x="281703" y="5770407"/>
                  </a:lnTo>
                  <a:lnTo>
                    <a:pt x="281797" y="5770407"/>
                  </a:lnTo>
                  <a:lnTo>
                    <a:pt x="281891" y="5770407"/>
                  </a:lnTo>
                  <a:lnTo>
                    <a:pt x="281985" y="5770407"/>
                  </a:lnTo>
                  <a:lnTo>
                    <a:pt x="282079" y="5770407"/>
                  </a:lnTo>
                  <a:lnTo>
                    <a:pt x="282173" y="5770407"/>
                  </a:lnTo>
                  <a:lnTo>
                    <a:pt x="282267" y="5770407"/>
                  </a:lnTo>
                  <a:lnTo>
                    <a:pt x="282361" y="5770407"/>
                  </a:lnTo>
                  <a:lnTo>
                    <a:pt x="282455" y="5770407"/>
                  </a:lnTo>
                  <a:lnTo>
                    <a:pt x="282549" y="5770407"/>
                  </a:lnTo>
                  <a:lnTo>
                    <a:pt x="282549" y="5765128"/>
                  </a:lnTo>
                  <a:lnTo>
                    <a:pt x="282643" y="5765128"/>
                  </a:lnTo>
                  <a:lnTo>
                    <a:pt x="282737" y="5765128"/>
                  </a:lnTo>
                  <a:lnTo>
                    <a:pt x="282831" y="5765128"/>
                  </a:lnTo>
                  <a:lnTo>
                    <a:pt x="282831" y="5759848"/>
                  </a:lnTo>
                  <a:lnTo>
                    <a:pt x="282925" y="5759848"/>
                  </a:lnTo>
                  <a:lnTo>
                    <a:pt x="283019" y="5759848"/>
                  </a:lnTo>
                  <a:lnTo>
                    <a:pt x="283113" y="5759848"/>
                  </a:lnTo>
                  <a:lnTo>
                    <a:pt x="283207" y="5759848"/>
                  </a:lnTo>
                  <a:lnTo>
                    <a:pt x="283301" y="5759848"/>
                  </a:lnTo>
                  <a:lnTo>
                    <a:pt x="283395" y="5759848"/>
                  </a:lnTo>
                  <a:lnTo>
                    <a:pt x="283489" y="5759848"/>
                  </a:lnTo>
                  <a:lnTo>
                    <a:pt x="283584" y="5759848"/>
                  </a:lnTo>
                  <a:lnTo>
                    <a:pt x="283678" y="5759848"/>
                  </a:lnTo>
                  <a:lnTo>
                    <a:pt x="283772" y="5759848"/>
                  </a:lnTo>
                  <a:lnTo>
                    <a:pt x="283866" y="5759848"/>
                  </a:lnTo>
                  <a:lnTo>
                    <a:pt x="283960" y="5759848"/>
                  </a:lnTo>
                  <a:lnTo>
                    <a:pt x="284054" y="5759848"/>
                  </a:lnTo>
                  <a:lnTo>
                    <a:pt x="284148" y="5759848"/>
                  </a:lnTo>
                  <a:lnTo>
                    <a:pt x="284148" y="5754569"/>
                  </a:lnTo>
                  <a:lnTo>
                    <a:pt x="284242" y="5754569"/>
                  </a:lnTo>
                  <a:lnTo>
                    <a:pt x="284336" y="5754569"/>
                  </a:lnTo>
                  <a:lnTo>
                    <a:pt x="284430" y="5754569"/>
                  </a:lnTo>
                  <a:lnTo>
                    <a:pt x="284524" y="5754569"/>
                  </a:lnTo>
                  <a:lnTo>
                    <a:pt x="284618" y="5754569"/>
                  </a:lnTo>
                  <a:lnTo>
                    <a:pt x="284712" y="5754569"/>
                  </a:lnTo>
                  <a:lnTo>
                    <a:pt x="284806" y="5754569"/>
                  </a:lnTo>
                  <a:lnTo>
                    <a:pt x="284900" y="5754569"/>
                  </a:lnTo>
                  <a:lnTo>
                    <a:pt x="284994" y="5754569"/>
                  </a:lnTo>
                  <a:lnTo>
                    <a:pt x="285088" y="5754569"/>
                  </a:lnTo>
                  <a:lnTo>
                    <a:pt x="285182" y="5754569"/>
                  </a:lnTo>
                  <a:lnTo>
                    <a:pt x="285276" y="5754569"/>
                  </a:lnTo>
                  <a:lnTo>
                    <a:pt x="285370" y="5754569"/>
                  </a:lnTo>
                  <a:lnTo>
                    <a:pt x="285464" y="5754569"/>
                  </a:lnTo>
                  <a:lnTo>
                    <a:pt x="285558" y="5754569"/>
                  </a:lnTo>
                  <a:lnTo>
                    <a:pt x="285652" y="5754569"/>
                  </a:lnTo>
                  <a:lnTo>
                    <a:pt x="285746" y="5754569"/>
                  </a:lnTo>
                  <a:lnTo>
                    <a:pt x="285840" y="5754569"/>
                  </a:lnTo>
                  <a:lnTo>
                    <a:pt x="285934" y="5754569"/>
                  </a:lnTo>
                  <a:lnTo>
                    <a:pt x="286028" y="5754569"/>
                  </a:lnTo>
                  <a:lnTo>
                    <a:pt x="286122" y="5754569"/>
                  </a:lnTo>
                  <a:lnTo>
                    <a:pt x="286216" y="5754569"/>
                  </a:lnTo>
                  <a:lnTo>
                    <a:pt x="286310" y="5754569"/>
                  </a:lnTo>
                  <a:lnTo>
                    <a:pt x="286404" y="5754569"/>
                  </a:lnTo>
                  <a:lnTo>
                    <a:pt x="286498" y="5754569"/>
                  </a:lnTo>
                  <a:lnTo>
                    <a:pt x="286592" y="5754569"/>
                  </a:lnTo>
                  <a:lnTo>
                    <a:pt x="286686" y="5754569"/>
                  </a:lnTo>
                  <a:lnTo>
                    <a:pt x="286780" y="5754569"/>
                  </a:lnTo>
                  <a:lnTo>
                    <a:pt x="286874" y="5754569"/>
                  </a:lnTo>
                  <a:lnTo>
                    <a:pt x="286968" y="5754569"/>
                  </a:lnTo>
                  <a:lnTo>
                    <a:pt x="287062" y="5754569"/>
                  </a:lnTo>
                  <a:lnTo>
                    <a:pt x="287157" y="5754569"/>
                  </a:lnTo>
                  <a:lnTo>
                    <a:pt x="287251" y="5754569"/>
                  </a:lnTo>
                  <a:lnTo>
                    <a:pt x="287345" y="5754569"/>
                  </a:lnTo>
                  <a:lnTo>
                    <a:pt x="287439" y="5754569"/>
                  </a:lnTo>
                  <a:lnTo>
                    <a:pt x="287439" y="5749289"/>
                  </a:lnTo>
                  <a:lnTo>
                    <a:pt x="287533" y="5749289"/>
                  </a:lnTo>
                  <a:lnTo>
                    <a:pt x="287627" y="5749289"/>
                  </a:lnTo>
                  <a:lnTo>
                    <a:pt x="287721" y="5749289"/>
                  </a:lnTo>
                  <a:lnTo>
                    <a:pt x="287815" y="5749289"/>
                  </a:lnTo>
                  <a:lnTo>
                    <a:pt x="287909" y="5749289"/>
                  </a:lnTo>
                  <a:lnTo>
                    <a:pt x="288003" y="5749289"/>
                  </a:lnTo>
                  <a:lnTo>
                    <a:pt x="288097" y="5749289"/>
                  </a:lnTo>
                  <a:lnTo>
                    <a:pt x="288191" y="5749289"/>
                  </a:lnTo>
                  <a:lnTo>
                    <a:pt x="288285" y="5749289"/>
                  </a:lnTo>
                  <a:lnTo>
                    <a:pt x="288379" y="5749289"/>
                  </a:lnTo>
                  <a:lnTo>
                    <a:pt x="288379" y="5744010"/>
                  </a:lnTo>
                  <a:lnTo>
                    <a:pt x="288473" y="5744010"/>
                  </a:lnTo>
                  <a:lnTo>
                    <a:pt x="288473" y="5738730"/>
                  </a:lnTo>
                  <a:lnTo>
                    <a:pt x="288567" y="5738730"/>
                  </a:lnTo>
                  <a:lnTo>
                    <a:pt x="288661" y="5738730"/>
                  </a:lnTo>
                  <a:lnTo>
                    <a:pt x="288755" y="5738730"/>
                  </a:lnTo>
                  <a:lnTo>
                    <a:pt x="288849" y="5738730"/>
                  </a:lnTo>
                  <a:lnTo>
                    <a:pt x="288943" y="5738730"/>
                  </a:lnTo>
                  <a:lnTo>
                    <a:pt x="289037" y="5738730"/>
                  </a:lnTo>
                  <a:lnTo>
                    <a:pt x="289131" y="5738730"/>
                  </a:lnTo>
                  <a:lnTo>
                    <a:pt x="289225" y="5738730"/>
                  </a:lnTo>
                  <a:lnTo>
                    <a:pt x="289319" y="5738730"/>
                  </a:lnTo>
                  <a:lnTo>
                    <a:pt x="289413" y="5738730"/>
                  </a:lnTo>
                  <a:lnTo>
                    <a:pt x="289507" y="5738730"/>
                  </a:lnTo>
                  <a:lnTo>
                    <a:pt x="289601" y="5738730"/>
                  </a:lnTo>
                  <a:lnTo>
                    <a:pt x="289695" y="5738730"/>
                  </a:lnTo>
                  <a:lnTo>
                    <a:pt x="289789" y="5738730"/>
                  </a:lnTo>
                  <a:lnTo>
                    <a:pt x="289883" y="5738730"/>
                  </a:lnTo>
                  <a:lnTo>
                    <a:pt x="289977" y="5738730"/>
                  </a:lnTo>
                  <a:lnTo>
                    <a:pt x="289977" y="5733451"/>
                  </a:lnTo>
                  <a:lnTo>
                    <a:pt x="290071" y="5733451"/>
                  </a:lnTo>
                  <a:lnTo>
                    <a:pt x="290165" y="5733451"/>
                  </a:lnTo>
                  <a:lnTo>
                    <a:pt x="290259" y="5733451"/>
                  </a:lnTo>
                  <a:lnTo>
                    <a:pt x="290353" y="5733451"/>
                  </a:lnTo>
                  <a:lnTo>
                    <a:pt x="290447" y="5733451"/>
                  </a:lnTo>
                  <a:lnTo>
                    <a:pt x="290541" y="5733451"/>
                  </a:lnTo>
                  <a:lnTo>
                    <a:pt x="290636" y="5733451"/>
                  </a:lnTo>
                  <a:lnTo>
                    <a:pt x="290730" y="5733451"/>
                  </a:lnTo>
                  <a:lnTo>
                    <a:pt x="290824" y="5733451"/>
                  </a:lnTo>
                  <a:lnTo>
                    <a:pt x="290918" y="5733451"/>
                  </a:lnTo>
                  <a:lnTo>
                    <a:pt x="291012" y="5733451"/>
                  </a:lnTo>
                  <a:lnTo>
                    <a:pt x="291106" y="5733451"/>
                  </a:lnTo>
                  <a:lnTo>
                    <a:pt x="291200" y="5733451"/>
                  </a:lnTo>
                  <a:lnTo>
                    <a:pt x="291294" y="5733451"/>
                  </a:lnTo>
                  <a:lnTo>
                    <a:pt x="291388" y="5733451"/>
                  </a:lnTo>
                  <a:lnTo>
                    <a:pt x="291482" y="5733451"/>
                  </a:lnTo>
                  <a:lnTo>
                    <a:pt x="291576" y="5733451"/>
                  </a:lnTo>
                  <a:lnTo>
                    <a:pt x="291670" y="5733451"/>
                  </a:lnTo>
                  <a:lnTo>
                    <a:pt x="291764" y="5733451"/>
                  </a:lnTo>
                  <a:lnTo>
                    <a:pt x="291858" y="5733451"/>
                  </a:lnTo>
                  <a:lnTo>
                    <a:pt x="291952" y="5733451"/>
                  </a:lnTo>
                  <a:lnTo>
                    <a:pt x="292046" y="5733451"/>
                  </a:lnTo>
                  <a:lnTo>
                    <a:pt x="292140" y="5733451"/>
                  </a:lnTo>
                  <a:lnTo>
                    <a:pt x="292234" y="5733451"/>
                  </a:lnTo>
                  <a:lnTo>
                    <a:pt x="292328" y="5733451"/>
                  </a:lnTo>
                  <a:lnTo>
                    <a:pt x="292422" y="5733451"/>
                  </a:lnTo>
                  <a:lnTo>
                    <a:pt x="292516" y="5733451"/>
                  </a:lnTo>
                  <a:lnTo>
                    <a:pt x="292610" y="5733451"/>
                  </a:lnTo>
                  <a:lnTo>
                    <a:pt x="292704" y="5733451"/>
                  </a:lnTo>
                  <a:lnTo>
                    <a:pt x="292798" y="5733451"/>
                  </a:lnTo>
                  <a:lnTo>
                    <a:pt x="292892" y="5733451"/>
                  </a:lnTo>
                  <a:lnTo>
                    <a:pt x="292986" y="5733451"/>
                  </a:lnTo>
                  <a:lnTo>
                    <a:pt x="293080" y="5733451"/>
                  </a:lnTo>
                  <a:lnTo>
                    <a:pt x="293174" y="5733451"/>
                  </a:lnTo>
                  <a:lnTo>
                    <a:pt x="293268" y="5733451"/>
                  </a:lnTo>
                  <a:lnTo>
                    <a:pt x="293362" y="5733451"/>
                  </a:lnTo>
                  <a:lnTo>
                    <a:pt x="293456" y="5733451"/>
                  </a:lnTo>
                  <a:lnTo>
                    <a:pt x="293550" y="5733451"/>
                  </a:lnTo>
                  <a:lnTo>
                    <a:pt x="293644" y="5733451"/>
                  </a:lnTo>
                  <a:lnTo>
                    <a:pt x="293738" y="5733451"/>
                  </a:lnTo>
                  <a:lnTo>
                    <a:pt x="293832" y="5733451"/>
                  </a:lnTo>
                  <a:lnTo>
                    <a:pt x="293926" y="5733451"/>
                  </a:lnTo>
                  <a:lnTo>
                    <a:pt x="294020" y="5733451"/>
                  </a:lnTo>
                  <a:lnTo>
                    <a:pt x="294114" y="5733451"/>
                  </a:lnTo>
                  <a:lnTo>
                    <a:pt x="294209" y="5733451"/>
                  </a:lnTo>
                  <a:lnTo>
                    <a:pt x="294303" y="5733451"/>
                  </a:lnTo>
                  <a:lnTo>
                    <a:pt x="294397" y="5733451"/>
                  </a:lnTo>
                  <a:lnTo>
                    <a:pt x="294491" y="5733451"/>
                  </a:lnTo>
                  <a:lnTo>
                    <a:pt x="294585" y="5733451"/>
                  </a:lnTo>
                  <a:lnTo>
                    <a:pt x="294679" y="5733451"/>
                  </a:lnTo>
                  <a:lnTo>
                    <a:pt x="294773" y="5733451"/>
                  </a:lnTo>
                  <a:lnTo>
                    <a:pt x="294867" y="5733451"/>
                  </a:lnTo>
                  <a:lnTo>
                    <a:pt x="294961" y="5733451"/>
                  </a:lnTo>
                  <a:lnTo>
                    <a:pt x="295055" y="5733451"/>
                  </a:lnTo>
                  <a:lnTo>
                    <a:pt x="295149" y="5733451"/>
                  </a:lnTo>
                  <a:lnTo>
                    <a:pt x="295243" y="5733451"/>
                  </a:lnTo>
                  <a:lnTo>
                    <a:pt x="295337" y="5733451"/>
                  </a:lnTo>
                  <a:lnTo>
                    <a:pt x="295337" y="5728172"/>
                  </a:lnTo>
                  <a:lnTo>
                    <a:pt x="295431" y="5728172"/>
                  </a:lnTo>
                  <a:lnTo>
                    <a:pt x="295525" y="5728172"/>
                  </a:lnTo>
                  <a:lnTo>
                    <a:pt x="295619" y="5728172"/>
                  </a:lnTo>
                  <a:lnTo>
                    <a:pt x="295713" y="5728172"/>
                  </a:lnTo>
                  <a:lnTo>
                    <a:pt x="295807" y="5728172"/>
                  </a:lnTo>
                  <a:lnTo>
                    <a:pt x="295901" y="5728172"/>
                  </a:lnTo>
                  <a:lnTo>
                    <a:pt x="295995" y="5728172"/>
                  </a:lnTo>
                  <a:lnTo>
                    <a:pt x="296089" y="5728172"/>
                  </a:lnTo>
                  <a:lnTo>
                    <a:pt x="296183" y="5728172"/>
                  </a:lnTo>
                  <a:lnTo>
                    <a:pt x="296277" y="5728172"/>
                  </a:lnTo>
                  <a:lnTo>
                    <a:pt x="296371" y="5728172"/>
                  </a:lnTo>
                  <a:lnTo>
                    <a:pt x="296465" y="5728172"/>
                  </a:lnTo>
                  <a:lnTo>
                    <a:pt x="296559" y="5728172"/>
                  </a:lnTo>
                  <a:lnTo>
                    <a:pt x="296653" y="5728172"/>
                  </a:lnTo>
                  <a:lnTo>
                    <a:pt x="296747" y="5728172"/>
                  </a:lnTo>
                  <a:lnTo>
                    <a:pt x="296841" y="5728172"/>
                  </a:lnTo>
                  <a:lnTo>
                    <a:pt x="296935" y="5728172"/>
                  </a:lnTo>
                  <a:lnTo>
                    <a:pt x="297029" y="5728172"/>
                  </a:lnTo>
                  <a:lnTo>
                    <a:pt x="297123" y="5728172"/>
                  </a:lnTo>
                  <a:lnTo>
                    <a:pt x="297217" y="5728172"/>
                  </a:lnTo>
                  <a:lnTo>
                    <a:pt x="297311" y="5728172"/>
                  </a:lnTo>
                  <a:lnTo>
                    <a:pt x="297405" y="5728172"/>
                  </a:lnTo>
                  <a:lnTo>
                    <a:pt x="297499" y="5728172"/>
                  </a:lnTo>
                  <a:lnTo>
                    <a:pt x="297593" y="5728172"/>
                  </a:lnTo>
                  <a:lnTo>
                    <a:pt x="297687" y="5728172"/>
                  </a:lnTo>
                  <a:lnTo>
                    <a:pt x="297782" y="5728172"/>
                  </a:lnTo>
                  <a:lnTo>
                    <a:pt x="297876" y="5728172"/>
                  </a:lnTo>
                  <a:lnTo>
                    <a:pt x="297970" y="5728172"/>
                  </a:lnTo>
                  <a:lnTo>
                    <a:pt x="298064" y="5728172"/>
                  </a:lnTo>
                  <a:lnTo>
                    <a:pt x="298158" y="5728172"/>
                  </a:lnTo>
                  <a:lnTo>
                    <a:pt x="298252" y="5728172"/>
                  </a:lnTo>
                  <a:lnTo>
                    <a:pt x="298346" y="5728172"/>
                  </a:lnTo>
                  <a:lnTo>
                    <a:pt x="298440" y="5728172"/>
                  </a:lnTo>
                  <a:lnTo>
                    <a:pt x="298534" y="5728172"/>
                  </a:lnTo>
                  <a:lnTo>
                    <a:pt x="298628" y="5728172"/>
                  </a:lnTo>
                  <a:lnTo>
                    <a:pt x="298722" y="5728172"/>
                  </a:lnTo>
                  <a:lnTo>
                    <a:pt x="298816" y="5728172"/>
                  </a:lnTo>
                  <a:lnTo>
                    <a:pt x="298910" y="5728172"/>
                  </a:lnTo>
                  <a:lnTo>
                    <a:pt x="299004" y="5728172"/>
                  </a:lnTo>
                  <a:lnTo>
                    <a:pt x="299098" y="5728172"/>
                  </a:lnTo>
                  <a:lnTo>
                    <a:pt x="299192" y="5728172"/>
                  </a:lnTo>
                  <a:lnTo>
                    <a:pt x="299286" y="5728172"/>
                  </a:lnTo>
                  <a:lnTo>
                    <a:pt x="299380" y="5728172"/>
                  </a:lnTo>
                  <a:lnTo>
                    <a:pt x="299474" y="5728172"/>
                  </a:lnTo>
                  <a:lnTo>
                    <a:pt x="299568" y="5728172"/>
                  </a:lnTo>
                  <a:lnTo>
                    <a:pt x="299662" y="5728172"/>
                  </a:lnTo>
                  <a:lnTo>
                    <a:pt x="299756" y="5728172"/>
                  </a:lnTo>
                  <a:lnTo>
                    <a:pt x="299850" y="5728172"/>
                  </a:lnTo>
                  <a:lnTo>
                    <a:pt x="299944" y="5728172"/>
                  </a:lnTo>
                  <a:lnTo>
                    <a:pt x="300038" y="5728172"/>
                  </a:lnTo>
                  <a:lnTo>
                    <a:pt x="300132" y="5728172"/>
                  </a:lnTo>
                  <a:lnTo>
                    <a:pt x="300226" y="5728172"/>
                  </a:lnTo>
                  <a:lnTo>
                    <a:pt x="300320" y="5728172"/>
                  </a:lnTo>
                  <a:lnTo>
                    <a:pt x="300414" y="5728172"/>
                  </a:lnTo>
                  <a:lnTo>
                    <a:pt x="300508" y="5728172"/>
                  </a:lnTo>
                  <a:lnTo>
                    <a:pt x="300602" y="5728172"/>
                  </a:lnTo>
                  <a:lnTo>
                    <a:pt x="300696" y="5728172"/>
                  </a:lnTo>
                  <a:lnTo>
                    <a:pt x="300790" y="5728172"/>
                  </a:lnTo>
                  <a:lnTo>
                    <a:pt x="300884" y="5728172"/>
                  </a:lnTo>
                  <a:lnTo>
                    <a:pt x="300978" y="5728172"/>
                  </a:lnTo>
                  <a:lnTo>
                    <a:pt x="301072" y="5728172"/>
                  </a:lnTo>
                  <a:lnTo>
                    <a:pt x="301166" y="5728172"/>
                  </a:lnTo>
                  <a:lnTo>
                    <a:pt x="301261" y="5728172"/>
                  </a:lnTo>
                  <a:lnTo>
                    <a:pt x="301355" y="5728172"/>
                  </a:lnTo>
                  <a:lnTo>
                    <a:pt x="301449" y="5728172"/>
                  </a:lnTo>
                  <a:lnTo>
                    <a:pt x="301543" y="5728172"/>
                  </a:lnTo>
                  <a:lnTo>
                    <a:pt x="301637" y="5728172"/>
                  </a:lnTo>
                  <a:lnTo>
                    <a:pt x="301731" y="5728172"/>
                  </a:lnTo>
                  <a:lnTo>
                    <a:pt x="301825" y="5728172"/>
                  </a:lnTo>
                  <a:lnTo>
                    <a:pt x="301825" y="5722892"/>
                  </a:lnTo>
                  <a:lnTo>
                    <a:pt x="301919" y="5722892"/>
                  </a:lnTo>
                  <a:lnTo>
                    <a:pt x="302013" y="5722892"/>
                  </a:lnTo>
                  <a:lnTo>
                    <a:pt x="302107" y="5722892"/>
                  </a:lnTo>
                  <a:lnTo>
                    <a:pt x="302201" y="5722892"/>
                  </a:lnTo>
                  <a:lnTo>
                    <a:pt x="302295" y="5722892"/>
                  </a:lnTo>
                  <a:lnTo>
                    <a:pt x="302389" y="5722892"/>
                  </a:lnTo>
                  <a:lnTo>
                    <a:pt x="302483" y="5722892"/>
                  </a:lnTo>
                  <a:lnTo>
                    <a:pt x="302577" y="5722892"/>
                  </a:lnTo>
                  <a:lnTo>
                    <a:pt x="302671" y="5722892"/>
                  </a:lnTo>
                  <a:lnTo>
                    <a:pt x="302765" y="5722892"/>
                  </a:lnTo>
                  <a:lnTo>
                    <a:pt x="302859" y="5722892"/>
                  </a:lnTo>
                  <a:lnTo>
                    <a:pt x="302953" y="5722892"/>
                  </a:lnTo>
                  <a:lnTo>
                    <a:pt x="303047" y="5722892"/>
                  </a:lnTo>
                  <a:lnTo>
                    <a:pt x="303141" y="5722892"/>
                  </a:lnTo>
                  <a:lnTo>
                    <a:pt x="303235" y="5722892"/>
                  </a:lnTo>
                  <a:lnTo>
                    <a:pt x="303329" y="5722892"/>
                  </a:lnTo>
                  <a:lnTo>
                    <a:pt x="303423" y="5722892"/>
                  </a:lnTo>
                  <a:lnTo>
                    <a:pt x="303517" y="5722892"/>
                  </a:lnTo>
                  <a:lnTo>
                    <a:pt x="303611" y="5722892"/>
                  </a:lnTo>
                  <a:lnTo>
                    <a:pt x="303705" y="5722892"/>
                  </a:lnTo>
                  <a:lnTo>
                    <a:pt x="303799" y="5722892"/>
                  </a:lnTo>
                  <a:lnTo>
                    <a:pt x="303893" y="5722892"/>
                  </a:lnTo>
                  <a:lnTo>
                    <a:pt x="303987" y="5722892"/>
                  </a:lnTo>
                  <a:lnTo>
                    <a:pt x="304081" y="5722892"/>
                  </a:lnTo>
                  <a:lnTo>
                    <a:pt x="304175" y="5722892"/>
                  </a:lnTo>
                  <a:lnTo>
                    <a:pt x="304269" y="5722892"/>
                  </a:lnTo>
                  <a:lnTo>
                    <a:pt x="304269" y="5717613"/>
                  </a:lnTo>
                  <a:lnTo>
                    <a:pt x="304363" y="5717613"/>
                  </a:lnTo>
                  <a:lnTo>
                    <a:pt x="304457" y="5717613"/>
                  </a:lnTo>
                  <a:lnTo>
                    <a:pt x="304551" y="5717613"/>
                  </a:lnTo>
                  <a:lnTo>
                    <a:pt x="304645" y="5717613"/>
                  </a:lnTo>
                  <a:lnTo>
                    <a:pt x="304739" y="5717613"/>
                  </a:lnTo>
                  <a:lnTo>
                    <a:pt x="304834" y="5717613"/>
                  </a:lnTo>
                  <a:lnTo>
                    <a:pt x="304928" y="5717613"/>
                  </a:lnTo>
                  <a:lnTo>
                    <a:pt x="305022" y="5717613"/>
                  </a:lnTo>
                  <a:lnTo>
                    <a:pt x="305116" y="5717613"/>
                  </a:lnTo>
                  <a:lnTo>
                    <a:pt x="305210" y="5717613"/>
                  </a:lnTo>
                  <a:lnTo>
                    <a:pt x="305304" y="5717613"/>
                  </a:lnTo>
                  <a:lnTo>
                    <a:pt x="305398" y="5717613"/>
                  </a:lnTo>
                  <a:lnTo>
                    <a:pt x="305492" y="5717613"/>
                  </a:lnTo>
                  <a:lnTo>
                    <a:pt x="305586" y="5717613"/>
                  </a:lnTo>
                  <a:lnTo>
                    <a:pt x="305680" y="5717613"/>
                  </a:lnTo>
                  <a:lnTo>
                    <a:pt x="305774" y="5717613"/>
                  </a:lnTo>
                  <a:lnTo>
                    <a:pt x="305868" y="5717613"/>
                  </a:lnTo>
                  <a:lnTo>
                    <a:pt x="305962" y="5717613"/>
                  </a:lnTo>
                  <a:lnTo>
                    <a:pt x="306056" y="5717613"/>
                  </a:lnTo>
                  <a:lnTo>
                    <a:pt x="306150" y="5717613"/>
                  </a:lnTo>
                  <a:lnTo>
                    <a:pt x="306244" y="5717613"/>
                  </a:lnTo>
                  <a:lnTo>
                    <a:pt x="306338" y="5717613"/>
                  </a:lnTo>
                  <a:lnTo>
                    <a:pt x="306432" y="5717613"/>
                  </a:lnTo>
                  <a:lnTo>
                    <a:pt x="306526" y="5717613"/>
                  </a:lnTo>
                  <a:lnTo>
                    <a:pt x="306620" y="5717613"/>
                  </a:lnTo>
                  <a:lnTo>
                    <a:pt x="306714" y="5717613"/>
                  </a:lnTo>
                  <a:lnTo>
                    <a:pt x="306714" y="5712333"/>
                  </a:lnTo>
                  <a:lnTo>
                    <a:pt x="306808" y="5712333"/>
                  </a:lnTo>
                  <a:lnTo>
                    <a:pt x="306902" y="5712333"/>
                  </a:lnTo>
                  <a:lnTo>
                    <a:pt x="306996" y="5712333"/>
                  </a:lnTo>
                  <a:lnTo>
                    <a:pt x="307090" y="5712333"/>
                  </a:lnTo>
                  <a:lnTo>
                    <a:pt x="307184" y="5712333"/>
                  </a:lnTo>
                  <a:lnTo>
                    <a:pt x="307278" y="5712333"/>
                  </a:lnTo>
                  <a:lnTo>
                    <a:pt x="307372" y="5712333"/>
                  </a:lnTo>
                  <a:lnTo>
                    <a:pt x="307466" y="5712333"/>
                  </a:lnTo>
                  <a:lnTo>
                    <a:pt x="307560" y="5712333"/>
                  </a:lnTo>
                  <a:lnTo>
                    <a:pt x="307654" y="5712333"/>
                  </a:lnTo>
                  <a:lnTo>
                    <a:pt x="307748" y="5712333"/>
                  </a:lnTo>
                  <a:lnTo>
                    <a:pt x="307842" y="5712333"/>
                  </a:lnTo>
                  <a:lnTo>
                    <a:pt x="307936" y="5712333"/>
                  </a:lnTo>
                  <a:lnTo>
                    <a:pt x="308030" y="5712333"/>
                  </a:lnTo>
                  <a:lnTo>
                    <a:pt x="308124" y="5712333"/>
                  </a:lnTo>
                  <a:lnTo>
                    <a:pt x="308218" y="5712333"/>
                  </a:lnTo>
                  <a:lnTo>
                    <a:pt x="308312" y="5712333"/>
                  </a:lnTo>
                  <a:lnTo>
                    <a:pt x="308407" y="5712333"/>
                  </a:lnTo>
                  <a:lnTo>
                    <a:pt x="308501" y="5712333"/>
                  </a:lnTo>
                  <a:lnTo>
                    <a:pt x="308595" y="5712333"/>
                  </a:lnTo>
                  <a:lnTo>
                    <a:pt x="308689" y="5712333"/>
                  </a:lnTo>
                  <a:lnTo>
                    <a:pt x="308783" y="5712333"/>
                  </a:lnTo>
                  <a:lnTo>
                    <a:pt x="308877" y="5712333"/>
                  </a:lnTo>
                  <a:lnTo>
                    <a:pt x="308971" y="5712333"/>
                  </a:lnTo>
                  <a:lnTo>
                    <a:pt x="309065" y="5712333"/>
                  </a:lnTo>
                  <a:lnTo>
                    <a:pt x="309159" y="5712333"/>
                  </a:lnTo>
                  <a:lnTo>
                    <a:pt x="309253" y="5712333"/>
                  </a:lnTo>
                  <a:lnTo>
                    <a:pt x="309347" y="5712333"/>
                  </a:lnTo>
                  <a:lnTo>
                    <a:pt x="309441" y="5712333"/>
                  </a:lnTo>
                  <a:lnTo>
                    <a:pt x="309535" y="5712333"/>
                  </a:lnTo>
                  <a:lnTo>
                    <a:pt x="309629" y="5712333"/>
                  </a:lnTo>
                  <a:lnTo>
                    <a:pt x="309723" y="5712333"/>
                  </a:lnTo>
                  <a:lnTo>
                    <a:pt x="309817" y="5712333"/>
                  </a:lnTo>
                  <a:lnTo>
                    <a:pt x="309911" y="5712333"/>
                  </a:lnTo>
                  <a:lnTo>
                    <a:pt x="310005" y="5712333"/>
                  </a:lnTo>
                  <a:lnTo>
                    <a:pt x="310099" y="5712333"/>
                  </a:lnTo>
                  <a:lnTo>
                    <a:pt x="310193" y="5712333"/>
                  </a:lnTo>
                  <a:lnTo>
                    <a:pt x="310287" y="5712333"/>
                  </a:lnTo>
                  <a:lnTo>
                    <a:pt x="310381" y="5712333"/>
                  </a:lnTo>
                  <a:lnTo>
                    <a:pt x="310475" y="5712333"/>
                  </a:lnTo>
                  <a:lnTo>
                    <a:pt x="310569" y="5712333"/>
                  </a:lnTo>
                  <a:lnTo>
                    <a:pt x="310569" y="5707054"/>
                  </a:lnTo>
                  <a:lnTo>
                    <a:pt x="310663" y="5707054"/>
                  </a:lnTo>
                  <a:lnTo>
                    <a:pt x="310757" y="5707054"/>
                  </a:lnTo>
                  <a:lnTo>
                    <a:pt x="310851" y="5707054"/>
                  </a:lnTo>
                  <a:lnTo>
                    <a:pt x="310945" y="5707054"/>
                  </a:lnTo>
                  <a:lnTo>
                    <a:pt x="311039" y="5707054"/>
                  </a:lnTo>
                  <a:lnTo>
                    <a:pt x="311133" y="5707054"/>
                  </a:lnTo>
                  <a:lnTo>
                    <a:pt x="311227" y="5707054"/>
                  </a:lnTo>
                  <a:lnTo>
                    <a:pt x="311321" y="5707054"/>
                  </a:lnTo>
                  <a:lnTo>
                    <a:pt x="311415" y="5707054"/>
                  </a:lnTo>
                  <a:lnTo>
                    <a:pt x="311509" y="5707054"/>
                  </a:lnTo>
                  <a:lnTo>
                    <a:pt x="311603" y="5707054"/>
                  </a:lnTo>
                  <a:lnTo>
                    <a:pt x="311697" y="5707054"/>
                  </a:lnTo>
                  <a:lnTo>
                    <a:pt x="311791" y="5707054"/>
                  </a:lnTo>
                  <a:lnTo>
                    <a:pt x="311885" y="5707054"/>
                  </a:lnTo>
                  <a:lnTo>
                    <a:pt x="311980" y="5707054"/>
                  </a:lnTo>
                  <a:lnTo>
                    <a:pt x="312074" y="5707054"/>
                  </a:lnTo>
                  <a:lnTo>
                    <a:pt x="312168" y="5707054"/>
                  </a:lnTo>
                  <a:lnTo>
                    <a:pt x="312262" y="5707054"/>
                  </a:lnTo>
                  <a:lnTo>
                    <a:pt x="312356" y="5707054"/>
                  </a:lnTo>
                  <a:lnTo>
                    <a:pt x="312450" y="5707054"/>
                  </a:lnTo>
                  <a:lnTo>
                    <a:pt x="312544" y="5707054"/>
                  </a:lnTo>
                  <a:lnTo>
                    <a:pt x="312638" y="5707054"/>
                  </a:lnTo>
                  <a:lnTo>
                    <a:pt x="312732" y="5707054"/>
                  </a:lnTo>
                  <a:lnTo>
                    <a:pt x="312826" y="5707054"/>
                  </a:lnTo>
                  <a:lnTo>
                    <a:pt x="312920" y="5707054"/>
                  </a:lnTo>
                  <a:lnTo>
                    <a:pt x="313014" y="5707054"/>
                  </a:lnTo>
                  <a:lnTo>
                    <a:pt x="313108" y="5707054"/>
                  </a:lnTo>
                  <a:lnTo>
                    <a:pt x="313202" y="5707054"/>
                  </a:lnTo>
                  <a:lnTo>
                    <a:pt x="313296" y="5707054"/>
                  </a:lnTo>
                  <a:lnTo>
                    <a:pt x="313390" y="5707054"/>
                  </a:lnTo>
                  <a:lnTo>
                    <a:pt x="313484" y="5707054"/>
                  </a:lnTo>
                  <a:lnTo>
                    <a:pt x="313578" y="5707054"/>
                  </a:lnTo>
                  <a:lnTo>
                    <a:pt x="313672" y="5707054"/>
                  </a:lnTo>
                  <a:lnTo>
                    <a:pt x="313766" y="5707054"/>
                  </a:lnTo>
                  <a:lnTo>
                    <a:pt x="313860" y="5707054"/>
                  </a:lnTo>
                  <a:lnTo>
                    <a:pt x="313954" y="5707054"/>
                  </a:lnTo>
                  <a:lnTo>
                    <a:pt x="314048" y="5707054"/>
                  </a:lnTo>
                  <a:lnTo>
                    <a:pt x="314142" y="5707054"/>
                  </a:lnTo>
                  <a:lnTo>
                    <a:pt x="314236" y="5707054"/>
                  </a:lnTo>
                  <a:lnTo>
                    <a:pt x="314330" y="5707054"/>
                  </a:lnTo>
                  <a:lnTo>
                    <a:pt x="314424" y="5707054"/>
                  </a:lnTo>
                  <a:lnTo>
                    <a:pt x="314518" y="5707054"/>
                  </a:lnTo>
                  <a:lnTo>
                    <a:pt x="314612" y="5707054"/>
                  </a:lnTo>
                  <a:lnTo>
                    <a:pt x="314706" y="5707054"/>
                  </a:lnTo>
                  <a:lnTo>
                    <a:pt x="314800" y="5707054"/>
                  </a:lnTo>
                  <a:lnTo>
                    <a:pt x="314894" y="5707054"/>
                  </a:lnTo>
                  <a:lnTo>
                    <a:pt x="314988" y="5707054"/>
                  </a:lnTo>
                  <a:lnTo>
                    <a:pt x="315082" y="5707054"/>
                  </a:lnTo>
                  <a:lnTo>
                    <a:pt x="315176" y="5707054"/>
                  </a:lnTo>
                  <a:lnTo>
                    <a:pt x="315270" y="5707054"/>
                  </a:lnTo>
                  <a:lnTo>
                    <a:pt x="315364" y="5707054"/>
                  </a:lnTo>
                  <a:lnTo>
                    <a:pt x="315459" y="5707054"/>
                  </a:lnTo>
                  <a:lnTo>
                    <a:pt x="315553" y="5707054"/>
                  </a:lnTo>
                  <a:lnTo>
                    <a:pt x="315647" y="5707054"/>
                  </a:lnTo>
                  <a:lnTo>
                    <a:pt x="315741" y="5707054"/>
                  </a:lnTo>
                  <a:lnTo>
                    <a:pt x="315835" y="5707054"/>
                  </a:lnTo>
                  <a:lnTo>
                    <a:pt x="315929" y="5707054"/>
                  </a:lnTo>
                  <a:lnTo>
                    <a:pt x="316023" y="5707054"/>
                  </a:lnTo>
                  <a:lnTo>
                    <a:pt x="316117" y="5707054"/>
                  </a:lnTo>
                  <a:lnTo>
                    <a:pt x="316211" y="5707054"/>
                  </a:lnTo>
                  <a:lnTo>
                    <a:pt x="316305" y="5707054"/>
                  </a:lnTo>
                  <a:lnTo>
                    <a:pt x="316399" y="5707054"/>
                  </a:lnTo>
                  <a:lnTo>
                    <a:pt x="316493" y="5707054"/>
                  </a:lnTo>
                  <a:lnTo>
                    <a:pt x="316587" y="5707054"/>
                  </a:lnTo>
                  <a:lnTo>
                    <a:pt x="316681" y="5707054"/>
                  </a:lnTo>
                  <a:lnTo>
                    <a:pt x="316775" y="5707054"/>
                  </a:lnTo>
                  <a:lnTo>
                    <a:pt x="316775" y="5701775"/>
                  </a:lnTo>
                  <a:lnTo>
                    <a:pt x="316869" y="5701775"/>
                  </a:lnTo>
                  <a:lnTo>
                    <a:pt x="316963" y="5701775"/>
                  </a:lnTo>
                  <a:lnTo>
                    <a:pt x="317057" y="5701775"/>
                  </a:lnTo>
                  <a:lnTo>
                    <a:pt x="317151" y="5701775"/>
                  </a:lnTo>
                  <a:lnTo>
                    <a:pt x="317245" y="5701775"/>
                  </a:lnTo>
                  <a:lnTo>
                    <a:pt x="317339" y="5701775"/>
                  </a:lnTo>
                  <a:lnTo>
                    <a:pt x="317433" y="5701775"/>
                  </a:lnTo>
                  <a:lnTo>
                    <a:pt x="317527" y="5701775"/>
                  </a:lnTo>
                  <a:lnTo>
                    <a:pt x="317621" y="5701775"/>
                  </a:lnTo>
                  <a:lnTo>
                    <a:pt x="317715" y="5701775"/>
                  </a:lnTo>
                  <a:lnTo>
                    <a:pt x="317809" y="5701775"/>
                  </a:lnTo>
                  <a:lnTo>
                    <a:pt x="317903" y="5701775"/>
                  </a:lnTo>
                  <a:lnTo>
                    <a:pt x="317997" y="5701775"/>
                  </a:lnTo>
                  <a:lnTo>
                    <a:pt x="317997" y="5696495"/>
                  </a:lnTo>
                  <a:lnTo>
                    <a:pt x="318091" y="5696495"/>
                  </a:lnTo>
                  <a:lnTo>
                    <a:pt x="318185" y="5696495"/>
                  </a:lnTo>
                  <a:lnTo>
                    <a:pt x="318279" y="5696495"/>
                  </a:lnTo>
                  <a:lnTo>
                    <a:pt x="318373" y="5696495"/>
                  </a:lnTo>
                  <a:lnTo>
                    <a:pt x="318467" y="5696495"/>
                  </a:lnTo>
                  <a:lnTo>
                    <a:pt x="318561" y="5696495"/>
                  </a:lnTo>
                  <a:lnTo>
                    <a:pt x="318655" y="5696495"/>
                  </a:lnTo>
                  <a:lnTo>
                    <a:pt x="318749" y="5696495"/>
                  </a:lnTo>
                  <a:lnTo>
                    <a:pt x="318843" y="5696495"/>
                  </a:lnTo>
                  <a:lnTo>
                    <a:pt x="318937" y="5696495"/>
                  </a:lnTo>
                  <a:lnTo>
                    <a:pt x="319032" y="5696495"/>
                  </a:lnTo>
                  <a:lnTo>
                    <a:pt x="319126" y="5696495"/>
                  </a:lnTo>
                  <a:lnTo>
                    <a:pt x="319220" y="5696495"/>
                  </a:lnTo>
                  <a:lnTo>
                    <a:pt x="319314" y="5696495"/>
                  </a:lnTo>
                  <a:lnTo>
                    <a:pt x="319408" y="5696495"/>
                  </a:lnTo>
                  <a:lnTo>
                    <a:pt x="319502" y="5696495"/>
                  </a:lnTo>
                  <a:lnTo>
                    <a:pt x="319596" y="5696495"/>
                  </a:lnTo>
                  <a:lnTo>
                    <a:pt x="319690" y="5696495"/>
                  </a:lnTo>
                  <a:lnTo>
                    <a:pt x="319784" y="5696495"/>
                  </a:lnTo>
                  <a:lnTo>
                    <a:pt x="319878" y="5696495"/>
                  </a:lnTo>
                  <a:lnTo>
                    <a:pt x="319972" y="5696495"/>
                  </a:lnTo>
                  <a:lnTo>
                    <a:pt x="320066" y="5696495"/>
                  </a:lnTo>
                  <a:lnTo>
                    <a:pt x="320160" y="5696495"/>
                  </a:lnTo>
                  <a:lnTo>
                    <a:pt x="320254" y="5696495"/>
                  </a:lnTo>
                  <a:lnTo>
                    <a:pt x="320348" y="5696495"/>
                  </a:lnTo>
                  <a:lnTo>
                    <a:pt x="320442" y="5696495"/>
                  </a:lnTo>
                  <a:lnTo>
                    <a:pt x="320536" y="5696495"/>
                  </a:lnTo>
                  <a:lnTo>
                    <a:pt x="320630" y="5696495"/>
                  </a:lnTo>
                  <a:lnTo>
                    <a:pt x="320724" y="5696495"/>
                  </a:lnTo>
                  <a:lnTo>
                    <a:pt x="320818" y="5696495"/>
                  </a:lnTo>
                  <a:lnTo>
                    <a:pt x="320912" y="5696495"/>
                  </a:lnTo>
                  <a:lnTo>
                    <a:pt x="321006" y="5696495"/>
                  </a:lnTo>
                  <a:lnTo>
                    <a:pt x="321100" y="5696495"/>
                  </a:lnTo>
                  <a:lnTo>
                    <a:pt x="321194" y="5696495"/>
                  </a:lnTo>
                  <a:lnTo>
                    <a:pt x="321288" y="5696495"/>
                  </a:lnTo>
                  <a:lnTo>
                    <a:pt x="321382" y="5696495"/>
                  </a:lnTo>
                  <a:lnTo>
                    <a:pt x="321476" y="5696495"/>
                  </a:lnTo>
                  <a:lnTo>
                    <a:pt x="321570" y="5696495"/>
                  </a:lnTo>
                  <a:lnTo>
                    <a:pt x="321664" y="5696495"/>
                  </a:lnTo>
                  <a:lnTo>
                    <a:pt x="321758" y="5696495"/>
                  </a:lnTo>
                  <a:lnTo>
                    <a:pt x="321852" y="5696495"/>
                  </a:lnTo>
                  <a:lnTo>
                    <a:pt x="321946" y="5696495"/>
                  </a:lnTo>
                  <a:lnTo>
                    <a:pt x="322040" y="5696495"/>
                  </a:lnTo>
                  <a:lnTo>
                    <a:pt x="322134" y="5696495"/>
                  </a:lnTo>
                  <a:lnTo>
                    <a:pt x="322228" y="5696495"/>
                  </a:lnTo>
                  <a:lnTo>
                    <a:pt x="322322" y="5696495"/>
                  </a:lnTo>
                  <a:lnTo>
                    <a:pt x="322416" y="5696495"/>
                  </a:lnTo>
                  <a:lnTo>
                    <a:pt x="322510" y="5696495"/>
                  </a:lnTo>
                  <a:lnTo>
                    <a:pt x="322605" y="5696495"/>
                  </a:lnTo>
                  <a:lnTo>
                    <a:pt x="322699" y="5696495"/>
                  </a:lnTo>
                  <a:lnTo>
                    <a:pt x="322793" y="5696495"/>
                  </a:lnTo>
                  <a:lnTo>
                    <a:pt x="322887" y="5696495"/>
                  </a:lnTo>
                  <a:lnTo>
                    <a:pt x="322981" y="5696495"/>
                  </a:lnTo>
                  <a:lnTo>
                    <a:pt x="323075" y="5696495"/>
                  </a:lnTo>
                  <a:lnTo>
                    <a:pt x="323169" y="5696495"/>
                  </a:lnTo>
                  <a:lnTo>
                    <a:pt x="323263" y="5696495"/>
                  </a:lnTo>
                  <a:lnTo>
                    <a:pt x="323357" y="5696495"/>
                  </a:lnTo>
                  <a:lnTo>
                    <a:pt x="323451" y="5696495"/>
                  </a:lnTo>
                  <a:lnTo>
                    <a:pt x="323545" y="5696495"/>
                  </a:lnTo>
                  <a:lnTo>
                    <a:pt x="323639" y="5696495"/>
                  </a:lnTo>
                  <a:lnTo>
                    <a:pt x="323733" y="5696495"/>
                  </a:lnTo>
                  <a:lnTo>
                    <a:pt x="323827" y="5696495"/>
                  </a:lnTo>
                  <a:lnTo>
                    <a:pt x="323921" y="5696495"/>
                  </a:lnTo>
                  <a:lnTo>
                    <a:pt x="324015" y="5696495"/>
                  </a:lnTo>
                  <a:lnTo>
                    <a:pt x="324109" y="5696495"/>
                  </a:lnTo>
                  <a:lnTo>
                    <a:pt x="324203" y="5696495"/>
                  </a:lnTo>
                  <a:lnTo>
                    <a:pt x="324297" y="5696495"/>
                  </a:lnTo>
                  <a:lnTo>
                    <a:pt x="324391" y="5696495"/>
                  </a:lnTo>
                  <a:lnTo>
                    <a:pt x="324485" y="5696495"/>
                  </a:lnTo>
                  <a:lnTo>
                    <a:pt x="324579" y="5696495"/>
                  </a:lnTo>
                  <a:lnTo>
                    <a:pt x="324579" y="5691216"/>
                  </a:lnTo>
                  <a:lnTo>
                    <a:pt x="324673" y="5691216"/>
                  </a:lnTo>
                  <a:lnTo>
                    <a:pt x="324767" y="5691216"/>
                  </a:lnTo>
                  <a:lnTo>
                    <a:pt x="324861" y="5691216"/>
                  </a:lnTo>
                  <a:lnTo>
                    <a:pt x="324955" y="5691216"/>
                  </a:lnTo>
                  <a:lnTo>
                    <a:pt x="325049" y="5691216"/>
                  </a:lnTo>
                  <a:lnTo>
                    <a:pt x="325049" y="5685936"/>
                  </a:lnTo>
                  <a:lnTo>
                    <a:pt x="325143" y="5685936"/>
                  </a:lnTo>
                  <a:lnTo>
                    <a:pt x="325237" y="5685936"/>
                  </a:lnTo>
                  <a:lnTo>
                    <a:pt x="325331" y="5685936"/>
                  </a:lnTo>
                  <a:lnTo>
                    <a:pt x="325425" y="5685936"/>
                  </a:lnTo>
                  <a:lnTo>
                    <a:pt x="325519" y="5685936"/>
                  </a:lnTo>
                  <a:lnTo>
                    <a:pt x="325613" y="5685936"/>
                  </a:lnTo>
                  <a:lnTo>
                    <a:pt x="325707" y="5685936"/>
                  </a:lnTo>
                  <a:lnTo>
                    <a:pt x="325801" y="5685936"/>
                  </a:lnTo>
                  <a:lnTo>
                    <a:pt x="325895" y="5685936"/>
                  </a:lnTo>
                  <a:lnTo>
                    <a:pt x="325989" y="5685936"/>
                  </a:lnTo>
                  <a:lnTo>
                    <a:pt x="326084" y="5685936"/>
                  </a:lnTo>
                  <a:lnTo>
                    <a:pt x="326178" y="5685936"/>
                  </a:lnTo>
                  <a:lnTo>
                    <a:pt x="326272" y="5685936"/>
                  </a:lnTo>
                  <a:lnTo>
                    <a:pt x="326366" y="5685936"/>
                  </a:lnTo>
                  <a:lnTo>
                    <a:pt x="326366" y="5680657"/>
                  </a:lnTo>
                  <a:lnTo>
                    <a:pt x="326460" y="5680657"/>
                  </a:lnTo>
                  <a:lnTo>
                    <a:pt x="326554" y="5680657"/>
                  </a:lnTo>
                  <a:lnTo>
                    <a:pt x="326648" y="5680657"/>
                  </a:lnTo>
                  <a:lnTo>
                    <a:pt x="326742" y="5680657"/>
                  </a:lnTo>
                  <a:lnTo>
                    <a:pt x="326836" y="5680657"/>
                  </a:lnTo>
                  <a:lnTo>
                    <a:pt x="326930" y="5680657"/>
                  </a:lnTo>
                  <a:lnTo>
                    <a:pt x="327024" y="5680657"/>
                  </a:lnTo>
                  <a:lnTo>
                    <a:pt x="327118" y="5680657"/>
                  </a:lnTo>
                  <a:lnTo>
                    <a:pt x="327212" y="5680657"/>
                  </a:lnTo>
                  <a:lnTo>
                    <a:pt x="327306" y="5680657"/>
                  </a:lnTo>
                  <a:lnTo>
                    <a:pt x="327400" y="5680657"/>
                  </a:lnTo>
                  <a:lnTo>
                    <a:pt x="327494" y="5680657"/>
                  </a:lnTo>
                  <a:lnTo>
                    <a:pt x="327588" y="5680657"/>
                  </a:lnTo>
                  <a:lnTo>
                    <a:pt x="327682" y="5680657"/>
                  </a:lnTo>
                  <a:lnTo>
                    <a:pt x="327776" y="5680657"/>
                  </a:lnTo>
                  <a:lnTo>
                    <a:pt x="327870" y="5680657"/>
                  </a:lnTo>
                  <a:lnTo>
                    <a:pt x="327964" y="5680657"/>
                  </a:lnTo>
                  <a:lnTo>
                    <a:pt x="328058" y="5680657"/>
                  </a:lnTo>
                  <a:lnTo>
                    <a:pt x="328152" y="5680657"/>
                  </a:lnTo>
                  <a:lnTo>
                    <a:pt x="328246" y="5680657"/>
                  </a:lnTo>
                  <a:lnTo>
                    <a:pt x="328340" y="5680657"/>
                  </a:lnTo>
                  <a:lnTo>
                    <a:pt x="328434" y="5680657"/>
                  </a:lnTo>
                  <a:lnTo>
                    <a:pt x="328528" y="5680657"/>
                  </a:lnTo>
                  <a:lnTo>
                    <a:pt x="328622" y="5680657"/>
                  </a:lnTo>
                  <a:lnTo>
                    <a:pt x="328716" y="5680657"/>
                  </a:lnTo>
                  <a:lnTo>
                    <a:pt x="328810" y="5680657"/>
                  </a:lnTo>
                  <a:lnTo>
                    <a:pt x="328904" y="5680657"/>
                  </a:lnTo>
                  <a:lnTo>
                    <a:pt x="328998" y="5680657"/>
                  </a:lnTo>
                  <a:lnTo>
                    <a:pt x="329092" y="5680657"/>
                  </a:lnTo>
                  <a:lnTo>
                    <a:pt x="329186" y="5680657"/>
                  </a:lnTo>
                  <a:lnTo>
                    <a:pt x="329280" y="5680657"/>
                  </a:lnTo>
                  <a:lnTo>
                    <a:pt x="329374" y="5680657"/>
                  </a:lnTo>
                  <a:lnTo>
                    <a:pt x="329468" y="5680657"/>
                  </a:lnTo>
                  <a:lnTo>
                    <a:pt x="329562" y="5680657"/>
                  </a:lnTo>
                  <a:lnTo>
                    <a:pt x="329657" y="5680657"/>
                  </a:lnTo>
                  <a:lnTo>
                    <a:pt x="329751" y="5680657"/>
                  </a:lnTo>
                  <a:lnTo>
                    <a:pt x="329845" y="5680657"/>
                  </a:lnTo>
                  <a:lnTo>
                    <a:pt x="329939" y="5680657"/>
                  </a:lnTo>
                  <a:lnTo>
                    <a:pt x="330033" y="5680657"/>
                  </a:lnTo>
                  <a:lnTo>
                    <a:pt x="330127" y="5680657"/>
                  </a:lnTo>
                  <a:lnTo>
                    <a:pt x="330221" y="5680657"/>
                  </a:lnTo>
                  <a:lnTo>
                    <a:pt x="330315" y="5680657"/>
                  </a:lnTo>
                  <a:lnTo>
                    <a:pt x="330409" y="5680657"/>
                  </a:lnTo>
                  <a:lnTo>
                    <a:pt x="330503" y="5680657"/>
                  </a:lnTo>
                  <a:lnTo>
                    <a:pt x="330597" y="5680657"/>
                  </a:lnTo>
                  <a:lnTo>
                    <a:pt x="330691" y="5680657"/>
                  </a:lnTo>
                  <a:lnTo>
                    <a:pt x="330785" y="5680657"/>
                  </a:lnTo>
                  <a:lnTo>
                    <a:pt x="330879" y="5680657"/>
                  </a:lnTo>
                  <a:lnTo>
                    <a:pt x="330973" y="5680657"/>
                  </a:lnTo>
                  <a:lnTo>
                    <a:pt x="331067" y="5680657"/>
                  </a:lnTo>
                  <a:lnTo>
                    <a:pt x="331161" y="5680657"/>
                  </a:lnTo>
                  <a:lnTo>
                    <a:pt x="331255" y="5680657"/>
                  </a:lnTo>
                  <a:lnTo>
                    <a:pt x="331349" y="5680657"/>
                  </a:lnTo>
                  <a:lnTo>
                    <a:pt x="331443" y="5680657"/>
                  </a:lnTo>
                  <a:lnTo>
                    <a:pt x="331537" y="5680657"/>
                  </a:lnTo>
                  <a:lnTo>
                    <a:pt x="331631" y="5680657"/>
                  </a:lnTo>
                  <a:lnTo>
                    <a:pt x="331725" y="5680657"/>
                  </a:lnTo>
                  <a:lnTo>
                    <a:pt x="331819" y="5680657"/>
                  </a:lnTo>
                  <a:lnTo>
                    <a:pt x="331913" y="5680657"/>
                  </a:lnTo>
                  <a:lnTo>
                    <a:pt x="332007" y="5680657"/>
                  </a:lnTo>
                  <a:lnTo>
                    <a:pt x="332101" y="5680657"/>
                  </a:lnTo>
                  <a:lnTo>
                    <a:pt x="332195" y="5680657"/>
                  </a:lnTo>
                  <a:lnTo>
                    <a:pt x="332289" y="5680657"/>
                  </a:lnTo>
                  <a:lnTo>
                    <a:pt x="332383" y="5680657"/>
                  </a:lnTo>
                  <a:lnTo>
                    <a:pt x="332383" y="5675377"/>
                  </a:lnTo>
                  <a:lnTo>
                    <a:pt x="332477" y="5675377"/>
                  </a:lnTo>
                  <a:lnTo>
                    <a:pt x="332571" y="5675377"/>
                  </a:lnTo>
                  <a:lnTo>
                    <a:pt x="332665" y="5675377"/>
                  </a:lnTo>
                  <a:lnTo>
                    <a:pt x="332759" y="5675377"/>
                  </a:lnTo>
                  <a:lnTo>
                    <a:pt x="332853" y="5675377"/>
                  </a:lnTo>
                  <a:lnTo>
                    <a:pt x="332947" y="5675377"/>
                  </a:lnTo>
                  <a:lnTo>
                    <a:pt x="333041" y="5675377"/>
                  </a:lnTo>
                  <a:lnTo>
                    <a:pt x="333135" y="5675377"/>
                  </a:lnTo>
                  <a:lnTo>
                    <a:pt x="333230" y="5675377"/>
                  </a:lnTo>
                  <a:lnTo>
                    <a:pt x="333324" y="5675377"/>
                  </a:lnTo>
                  <a:lnTo>
                    <a:pt x="333418" y="5675377"/>
                  </a:lnTo>
                  <a:lnTo>
                    <a:pt x="333512" y="5675377"/>
                  </a:lnTo>
                  <a:lnTo>
                    <a:pt x="333606" y="5675377"/>
                  </a:lnTo>
                  <a:lnTo>
                    <a:pt x="333700" y="5675377"/>
                  </a:lnTo>
                  <a:lnTo>
                    <a:pt x="333794" y="5675377"/>
                  </a:lnTo>
                  <a:lnTo>
                    <a:pt x="333888" y="5675377"/>
                  </a:lnTo>
                  <a:lnTo>
                    <a:pt x="333982" y="5675377"/>
                  </a:lnTo>
                  <a:lnTo>
                    <a:pt x="334076" y="5675377"/>
                  </a:lnTo>
                  <a:lnTo>
                    <a:pt x="334170" y="5675377"/>
                  </a:lnTo>
                  <a:lnTo>
                    <a:pt x="334264" y="5675377"/>
                  </a:lnTo>
                  <a:lnTo>
                    <a:pt x="334358" y="5675377"/>
                  </a:lnTo>
                  <a:lnTo>
                    <a:pt x="334452" y="5675377"/>
                  </a:lnTo>
                  <a:lnTo>
                    <a:pt x="334546" y="5675377"/>
                  </a:lnTo>
                  <a:lnTo>
                    <a:pt x="334546" y="5670098"/>
                  </a:lnTo>
                  <a:lnTo>
                    <a:pt x="334640" y="5670098"/>
                  </a:lnTo>
                  <a:lnTo>
                    <a:pt x="334734" y="5670098"/>
                  </a:lnTo>
                  <a:lnTo>
                    <a:pt x="334828" y="5670098"/>
                  </a:lnTo>
                  <a:lnTo>
                    <a:pt x="334922" y="5670098"/>
                  </a:lnTo>
                  <a:lnTo>
                    <a:pt x="335016" y="5670098"/>
                  </a:lnTo>
                  <a:lnTo>
                    <a:pt x="335110" y="5670098"/>
                  </a:lnTo>
                  <a:lnTo>
                    <a:pt x="335204" y="5670098"/>
                  </a:lnTo>
                  <a:lnTo>
                    <a:pt x="335298" y="5670098"/>
                  </a:lnTo>
                  <a:lnTo>
                    <a:pt x="335392" y="5670098"/>
                  </a:lnTo>
                  <a:lnTo>
                    <a:pt x="335486" y="5670098"/>
                  </a:lnTo>
                  <a:lnTo>
                    <a:pt x="335580" y="5670098"/>
                  </a:lnTo>
                  <a:lnTo>
                    <a:pt x="335674" y="5670098"/>
                  </a:lnTo>
                  <a:lnTo>
                    <a:pt x="335768" y="5670098"/>
                  </a:lnTo>
                  <a:lnTo>
                    <a:pt x="335862" y="5670098"/>
                  </a:lnTo>
                  <a:lnTo>
                    <a:pt x="335956" y="5670098"/>
                  </a:lnTo>
                  <a:lnTo>
                    <a:pt x="336050" y="5670098"/>
                  </a:lnTo>
                  <a:lnTo>
                    <a:pt x="336144" y="5670098"/>
                  </a:lnTo>
                  <a:lnTo>
                    <a:pt x="336238" y="5670098"/>
                  </a:lnTo>
                  <a:lnTo>
                    <a:pt x="336332" y="5670098"/>
                  </a:lnTo>
                  <a:lnTo>
                    <a:pt x="336426" y="5670098"/>
                  </a:lnTo>
                  <a:lnTo>
                    <a:pt x="336520" y="5670098"/>
                  </a:lnTo>
                  <a:lnTo>
                    <a:pt x="336614" y="5670098"/>
                  </a:lnTo>
                  <a:lnTo>
                    <a:pt x="336709" y="5670098"/>
                  </a:lnTo>
                  <a:lnTo>
                    <a:pt x="336803" y="5670098"/>
                  </a:lnTo>
                  <a:lnTo>
                    <a:pt x="336897" y="5670098"/>
                  </a:lnTo>
                  <a:lnTo>
                    <a:pt x="336991" y="5670098"/>
                  </a:lnTo>
                  <a:lnTo>
                    <a:pt x="337085" y="5670098"/>
                  </a:lnTo>
                  <a:lnTo>
                    <a:pt x="337179" y="5670098"/>
                  </a:lnTo>
                  <a:lnTo>
                    <a:pt x="337273" y="5670098"/>
                  </a:lnTo>
                  <a:lnTo>
                    <a:pt x="337367" y="5670098"/>
                  </a:lnTo>
                  <a:lnTo>
                    <a:pt x="337461" y="5670098"/>
                  </a:lnTo>
                  <a:lnTo>
                    <a:pt x="337555" y="5670098"/>
                  </a:lnTo>
                  <a:lnTo>
                    <a:pt x="337649" y="5670098"/>
                  </a:lnTo>
                  <a:lnTo>
                    <a:pt x="337743" y="5670098"/>
                  </a:lnTo>
                  <a:lnTo>
                    <a:pt x="337837" y="5670098"/>
                  </a:lnTo>
                  <a:lnTo>
                    <a:pt x="337931" y="5670098"/>
                  </a:lnTo>
                  <a:lnTo>
                    <a:pt x="338025" y="5670098"/>
                  </a:lnTo>
                  <a:lnTo>
                    <a:pt x="338119" y="5670098"/>
                  </a:lnTo>
                  <a:lnTo>
                    <a:pt x="338213" y="5670098"/>
                  </a:lnTo>
                  <a:lnTo>
                    <a:pt x="338307" y="5670098"/>
                  </a:lnTo>
                  <a:lnTo>
                    <a:pt x="338401" y="5670098"/>
                  </a:lnTo>
                  <a:lnTo>
                    <a:pt x="338495" y="5670098"/>
                  </a:lnTo>
                  <a:lnTo>
                    <a:pt x="338589" y="5670098"/>
                  </a:lnTo>
                  <a:lnTo>
                    <a:pt x="338683" y="5670098"/>
                  </a:lnTo>
                  <a:lnTo>
                    <a:pt x="338777" y="5670098"/>
                  </a:lnTo>
                  <a:lnTo>
                    <a:pt x="338777" y="5664819"/>
                  </a:lnTo>
                  <a:lnTo>
                    <a:pt x="338871" y="5664819"/>
                  </a:lnTo>
                  <a:lnTo>
                    <a:pt x="338965" y="5664819"/>
                  </a:lnTo>
                  <a:lnTo>
                    <a:pt x="339059" y="5664819"/>
                  </a:lnTo>
                  <a:lnTo>
                    <a:pt x="339153" y="5664819"/>
                  </a:lnTo>
                  <a:lnTo>
                    <a:pt x="339247" y="5664819"/>
                  </a:lnTo>
                  <a:lnTo>
                    <a:pt x="339341" y="5664819"/>
                  </a:lnTo>
                  <a:lnTo>
                    <a:pt x="339435" y="5664819"/>
                  </a:lnTo>
                  <a:lnTo>
                    <a:pt x="339529" y="5664819"/>
                  </a:lnTo>
                  <a:lnTo>
                    <a:pt x="339623" y="5664819"/>
                  </a:lnTo>
                  <a:lnTo>
                    <a:pt x="339717" y="5664819"/>
                  </a:lnTo>
                  <a:lnTo>
                    <a:pt x="339811" y="5664819"/>
                  </a:lnTo>
                  <a:lnTo>
                    <a:pt x="339905" y="5664819"/>
                  </a:lnTo>
                  <a:lnTo>
                    <a:pt x="339905" y="5659539"/>
                  </a:lnTo>
                  <a:lnTo>
                    <a:pt x="339999" y="5659539"/>
                  </a:lnTo>
                  <a:lnTo>
                    <a:pt x="340093" y="5659539"/>
                  </a:lnTo>
                  <a:lnTo>
                    <a:pt x="340187" y="5659539"/>
                  </a:lnTo>
                  <a:lnTo>
                    <a:pt x="340282" y="5659539"/>
                  </a:lnTo>
                  <a:lnTo>
                    <a:pt x="340376" y="5659539"/>
                  </a:lnTo>
                  <a:lnTo>
                    <a:pt x="340470" y="5659539"/>
                  </a:lnTo>
                  <a:lnTo>
                    <a:pt x="340564" y="5659539"/>
                  </a:lnTo>
                  <a:lnTo>
                    <a:pt x="340658" y="5659539"/>
                  </a:lnTo>
                  <a:lnTo>
                    <a:pt x="340752" y="5659539"/>
                  </a:lnTo>
                  <a:lnTo>
                    <a:pt x="340846" y="5659539"/>
                  </a:lnTo>
                  <a:lnTo>
                    <a:pt x="340940" y="5659539"/>
                  </a:lnTo>
                  <a:lnTo>
                    <a:pt x="341034" y="5659539"/>
                  </a:lnTo>
                  <a:lnTo>
                    <a:pt x="341128" y="5659539"/>
                  </a:lnTo>
                  <a:lnTo>
                    <a:pt x="341222" y="5659539"/>
                  </a:lnTo>
                  <a:lnTo>
                    <a:pt x="341316" y="5659539"/>
                  </a:lnTo>
                  <a:lnTo>
                    <a:pt x="341410" y="5659539"/>
                  </a:lnTo>
                  <a:lnTo>
                    <a:pt x="341504" y="5659539"/>
                  </a:lnTo>
                  <a:lnTo>
                    <a:pt x="341504" y="5654260"/>
                  </a:lnTo>
                  <a:lnTo>
                    <a:pt x="341598" y="5654260"/>
                  </a:lnTo>
                  <a:lnTo>
                    <a:pt x="341692" y="5654260"/>
                  </a:lnTo>
                  <a:lnTo>
                    <a:pt x="341786" y="5654260"/>
                  </a:lnTo>
                  <a:lnTo>
                    <a:pt x="341880" y="5654260"/>
                  </a:lnTo>
                  <a:lnTo>
                    <a:pt x="341974" y="5654260"/>
                  </a:lnTo>
                  <a:lnTo>
                    <a:pt x="342068" y="5654260"/>
                  </a:lnTo>
                  <a:lnTo>
                    <a:pt x="342162" y="5654260"/>
                  </a:lnTo>
                  <a:lnTo>
                    <a:pt x="342256" y="5654260"/>
                  </a:lnTo>
                  <a:lnTo>
                    <a:pt x="342350" y="5654260"/>
                  </a:lnTo>
                  <a:lnTo>
                    <a:pt x="342444" y="5654260"/>
                  </a:lnTo>
                  <a:lnTo>
                    <a:pt x="342538" y="5654260"/>
                  </a:lnTo>
                  <a:lnTo>
                    <a:pt x="342632" y="5654260"/>
                  </a:lnTo>
                  <a:lnTo>
                    <a:pt x="342726" y="5654260"/>
                  </a:lnTo>
                  <a:lnTo>
                    <a:pt x="342820" y="5654260"/>
                  </a:lnTo>
                  <a:lnTo>
                    <a:pt x="342914" y="5654260"/>
                  </a:lnTo>
                  <a:lnTo>
                    <a:pt x="342914" y="5648980"/>
                  </a:lnTo>
                  <a:lnTo>
                    <a:pt x="343008" y="5648980"/>
                  </a:lnTo>
                  <a:lnTo>
                    <a:pt x="343102" y="5648980"/>
                  </a:lnTo>
                  <a:lnTo>
                    <a:pt x="343196" y="5648980"/>
                  </a:lnTo>
                  <a:lnTo>
                    <a:pt x="343290" y="5648980"/>
                  </a:lnTo>
                  <a:lnTo>
                    <a:pt x="343384" y="5648980"/>
                  </a:lnTo>
                  <a:lnTo>
                    <a:pt x="343478" y="5648980"/>
                  </a:lnTo>
                  <a:lnTo>
                    <a:pt x="343572" y="5648980"/>
                  </a:lnTo>
                  <a:lnTo>
                    <a:pt x="343666" y="5648980"/>
                  </a:lnTo>
                  <a:lnTo>
                    <a:pt x="343760" y="5648980"/>
                  </a:lnTo>
                  <a:lnTo>
                    <a:pt x="343855" y="5648980"/>
                  </a:lnTo>
                  <a:lnTo>
                    <a:pt x="343949" y="5648980"/>
                  </a:lnTo>
                  <a:lnTo>
                    <a:pt x="344043" y="5648980"/>
                  </a:lnTo>
                  <a:lnTo>
                    <a:pt x="344137" y="5648980"/>
                  </a:lnTo>
                  <a:lnTo>
                    <a:pt x="344231" y="5648980"/>
                  </a:lnTo>
                  <a:lnTo>
                    <a:pt x="344325" y="5648980"/>
                  </a:lnTo>
                  <a:lnTo>
                    <a:pt x="344419" y="5648980"/>
                  </a:lnTo>
                  <a:lnTo>
                    <a:pt x="344513" y="5648980"/>
                  </a:lnTo>
                  <a:lnTo>
                    <a:pt x="344607" y="5648980"/>
                  </a:lnTo>
                  <a:lnTo>
                    <a:pt x="344701" y="5648980"/>
                  </a:lnTo>
                  <a:lnTo>
                    <a:pt x="344795" y="5648980"/>
                  </a:lnTo>
                  <a:lnTo>
                    <a:pt x="344889" y="5648980"/>
                  </a:lnTo>
                  <a:lnTo>
                    <a:pt x="344983" y="5648980"/>
                  </a:lnTo>
                  <a:lnTo>
                    <a:pt x="345077" y="5648980"/>
                  </a:lnTo>
                  <a:lnTo>
                    <a:pt x="345171" y="5648980"/>
                  </a:lnTo>
                  <a:lnTo>
                    <a:pt x="345265" y="5648980"/>
                  </a:lnTo>
                  <a:lnTo>
                    <a:pt x="345359" y="5648980"/>
                  </a:lnTo>
                  <a:lnTo>
                    <a:pt x="345453" y="5648980"/>
                  </a:lnTo>
                  <a:lnTo>
                    <a:pt x="345547" y="5648980"/>
                  </a:lnTo>
                  <a:lnTo>
                    <a:pt x="345641" y="5648980"/>
                  </a:lnTo>
                  <a:lnTo>
                    <a:pt x="345735" y="5648980"/>
                  </a:lnTo>
                  <a:lnTo>
                    <a:pt x="345829" y="5648980"/>
                  </a:lnTo>
                  <a:lnTo>
                    <a:pt x="345923" y="5648980"/>
                  </a:lnTo>
                  <a:lnTo>
                    <a:pt x="346017" y="5648980"/>
                  </a:lnTo>
                  <a:lnTo>
                    <a:pt x="346111" y="5648980"/>
                  </a:lnTo>
                  <a:lnTo>
                    <a:pt x="346205" y="5648980"/>
                  </a:lnTo>
                  <a:lnTo>
                    <a:pt x="346299" y="5648980"/>
                  </a:lnTo>
                  <a:lnTo>
                    <a:pt x="346393" y="5648980"/>
                  </a:lnTo>
                  <a:lnTo>
                    <a:pt x="346487" y="5648980"/>
                  </a:lnTo>
                  <a:lnTo>
                    <a:pt x="346581" y="5648980"/>
                  </a:lnTo>
                  <a:lnTo>
                    <a:pt x="346675" y="5648980"/>
                  </a:lnTo>
                  <a:lnTo>
                    <a:pt x="346769" y="5648980"/>
                  </a:lnTo>
                  <a:lnTo>
                    <a:pt x="346863" y="5648980"/>
                  </a:lnTo>
                  <a:lnTo>
                    <a:pt x="346957" y="5648980"/>
                  </a:lnTo>
                  <a:lnTo>
                    <a:pt x="347051" y="5648980"/>
                  </a:lnTo>
                  <a:lnTo>
                    <a:pt x="347145" y="5648980"/>
                  </a:lnTo>
                  <a:lnTo>
                    <a:pt x="347239" y="5648980"/>
                  </a:lnTo>
                  <a:lnTo>
                    <a:pt x="347334" y="5648980"/>
                  </a:lnTo>
                  <a:lnTo>
                    <a:pt x="347428" y="5648980"/>
                  </a:lnTo>
                  <a:lnTo>
                    <a:pt x="347522" y="5648980"/>
                  </a:lnTo>
                  <a:lnTo>
                    <a:pt x="347616" y="5648980"/>
                  </a:lnTo>
                  <a:lnTo>
                    <a:pt x="347710" y="5648980"/>
                  </a:lnTo>
                  <a:lnTo>
                    <a:pt x="347804" y="5648980"/>
                  </a:lnTo>
                  <a:lnTo>
                    <a:pt x="347898" y="5648980"/>
                  </a:lnTo>
                  <a:lnTo>
                    <a:pt x="347992" y="5648980"/>
                  </a:lnTo>
                  <a:lnTo>
                    <a:pt x="348086" y="5648980"/>
                  </a:lnTo>
                  <a:lnTo>
                    <a:pt x="348180" y="5648980"/>
                  </a:lnTo>
                  <a:lnTo>
                    <a:pt x="348274" y="5648980"/>
                  </a:lnTo>
                  <a:lnTo>
                    <a:pt x="348368" y="5648980"/>
                  </a:lnTo>
                  <a:lnTo>
                    <a:pt x="348462" y="5648980"/>
                  </a:lnTo>
                  <a:lnTo>
                    <a:pt x="348556" y="5648980"/>
                  </a:lnTo>
                  <a:lnTo>
                    <a:pt x="348650" y="5648980"/>
                  </a:lnTo>
                  <a:lnTo>
                    <a:pt x="348744" y="5648980"/>
                  </a:lnTo>
                  <a:lnTo>
                    <a:pt x="348838" y="5648980"/>
                  </a:lnTo>
                  <a:lnTo>
                    <a:pt x="348932" y="5648980"/>
                  </a:lnTo>
                  <a:lnTo>
                    <a:pt x="349026" y="5648980"/>
                  </a:lnTo>
                  <a:lnTo>
                    <a:pt x="349120" y="5648980"/>
                  </a:lnTo>
                  <a:lnTo>
                    <a:pt x="349214" y="5648980"/>
                  </a:lnTo>
                  <a:lnTo>
                    <a:pt x="349308" y="5648980"/>
                  </a:lnTo>
                  <a:lnTo>
                    <a:pt x="349402" y="5648980"/>
                  </a:lnTo>
                  <a:lnTo>
                    <a:pt x="349496" y="5648980"/>
                  </a:lnTo>
                  <a:lnTo>
                    <a:pt x="349590" y="5648980"/>
                  </a:lnTo>
                  <a:lnTo>
                    <a:pt x="349684" y="5648980"/>
                  </a:lnTo>
                  <a:lnTo>
                    <a:pt x="349778" y="5648980"/>
                  </a:lnTo>
                  <a:lnTo>
                    <a:pt x="349872" y="5648980"/>
                  </a:lnTo>
                  <a:lnTo>
                    <a:pt x="349966" y="5648980"/>
                  </a:lnTo>
                  <a:lnTo>
                    <a:pt x="350060" y="5648980"/>
                  </a:lnTo>
                  <a:lnTo>
                    <a:pt x="350060" y="5643701"/>
                  </a:lnTo>
                  <a:lnTo>
                    <a:pt x="350154" y="5643701"/>
                  </a:lnTo>
                  <a:lnTo>
                    <a:pt x="350248" y="5643701"/>
                  </a:lnTo>
                  <a:lnTo>
                    <a:pt x="350342" y="5643701"/>
                  </a:lnTo>
                  <a:lnTo>
                    <a:pt x="350436" y="5643701"/>
                  </a:lnTo>
                  <a:lnTo>
                    <a:pt x="350530" y="5643701"/>
                  </a:lnTo>
                  <a:lnTo>
                    <a:pt x="350624" y="5643701"/>
                  </a:lnTo>
                  <a:lnTo>
                    <a:pt x="350718" y="5643701"/>
                  </a:lnTo>
                  <a:lnTo>
                    <a:pt x="350812" y="5643701"/>
                  </a:lnTo>
                  <a:lnTo>
                    <a:pt x="350812" y="5638421"/>
                  </a:lnTo>
                  <a:lnTo>
                    <a:pt x="350907" y="5638421"/>
                  </a:lnTo>
                  <a:lnTo>
                    <a:pt x="351001" y="5638421"/>
                  </a:lnTo>
                  <a:lnTo>
                    <a:pt x="351095" y="5638421"/>
                  </a:lnTo>
                  <a:lnTo>
                    <a:pt x="351189" y="5638421"/>
                  </a:lnTo>
                  <a:lnTo>
                    <a:pt x="351283" y="5638421"/>
                  </a:lnTo>
                  <a:lnTo>
                    <a:pt x="351377" y="5638421"/>
                  </a:lnTo>
                  <a:lnTo>
                    <a:pt x="351471" y="5638421"/>
                  </a:lnTo>
                  <a:lnTo>
                    <a:pt x="351565" y="5638421"/>
                  </a:lnTo>
                  <a:lnTo>
                    <a:pt x="351659" y="5638421"/>
                  </a:lnTo>
                  <a:lnTo>
                    <a:pt x="351753" y="5638421"/>
                  </a:lnTo>
                  <a:lnTo>
                    <a:pt x="351847" y="5638421"/>
                  </a:lnTo>
                  <a:lnTo>
                    <a:pt x="351941" y="5638421"/>
                  </a:lnTo>
                  <a:lnTo>
                    <a:pt x="352035" y="5638421"/>
                  </a:lnTo>
                  <a:lnTo>
                    <a:pt x="352129" y="5638421"/>
                  </a:lnTo>
                  <a:lnTo>
                    <a:pt x="352223" y="5638421"/>
                  </a:lnTo>
                  <a:lnTo>
                    <a:pt x="352317" y="5638421"/>
                  </a:lnTo>
                  <a:lnTo>
                    <a:pt x="352411" y="5638421"/>
                  </a:lnTo>
                  <a:lnTo>
                    <a:pt x="352505" y="5638421"/>
                  </a:lnTo>
                  <a:lnTo>
                    <a:pt x="352599" y="5638421"/>
                  </a:lnTo>
                  <a:lnTo>
                    <a:pt x="352693" y="5638421"/>
                  </a:lnTo>
                  <a:lnTo>
                    <a:pt x="352787" y="5638421"/>
                  </a:lnTo>
                  <a:lnTo>
                    <a:pt x="352881" y="5638421"/>
                  </a:lnTo>
                  <a:lnTo>
                    <a:pt x="352975" y="5638421"/>
                  </a:lnTo>
                  <a:lnTo>
                    <a:pt x="353069" y="5638421"/>
                  </a:lnTo>
                  <a:lnTo>
                    <a:pt x="353163" y="5638421"/>
                  </a:lnTo>
                  <a:lnTo>
                    <a:pt x="353257" y="5638421"/>
                  </a:lnTo>
                  <a:lnTo>
                    <a:pt x="353351" y="5638421"/>
                  </a:lnTo>
                  <a:lnTo>
                    <a:pt x="353445" y="5638421"/>
                  </a:lnTo>
                  <a:lnTo>
                    <a:pt x="353539" y="5638421"/>
                  </a:lnTo>
                  <a:lnTo>
                    <a:pt x="353633" y="5638421"/>
                  </a:lnTo>
                  <a:lnTo>
                    <a:pt x="353633" y="5633142"/>
                  </a:lnTo>
                  <a:lnTo>
                    <a:pt x="353727" y="5633142"/>
                  </a:lnTo>
                  <a:lnTo>
                    <a:pt x="353727" y="5627863"/>
                  </a:lnTo>
                  <a:lnTo>
                    <a:pt x="353821" y="5627863"/>
                  </a:lnTo>
                  <a:lnTo>
                    <a:pt x="353915" y="5627863"/>
                  </a:lnTo>
                  <a:lnTo>
                    <a:pt x="354009" y="5627863"/>
                  </a:lnTo>
                  <a:lnTo>
                    <a:pt x="354103" y="5627863"/>
                  </a:lnTo>
                  <a:lnTo>
                    <a:pt x="354197" y="5627863"/>
                  </a:lnTo>
                  <a:lnTo>
                    <a:pt x="354291" y="5627863"/>
                  </a:lnTo>
                  <a:lnTo>
                    <a:pt x="354385" y="5627863"/>
                  </a:lnTo>
                  <a:lnTo>
                    <a:pt x="354480" y="5627863"/>
                  </a:lnTo>
                  <a:lnTo>
                    <a:pt x="354574" y="5627863"/>
                  </a:lnTo>
                  <a:lnTo>
                    <a:pt x="354668" y="5627863"/>
                  </a:lnTo>
                  <a:lnTo>
                    <a:pt x="354762" y="5627863"/>
                  </a:lnTo>
                  <a:lnTo>
                    <a:pt x="354856" y="5627863"/>
                  </a:lnTo>
                  <a:lnTo>
                    <a:pt x="354950" y="5627863"/>
                  </a:lnTo>
                  <a:lnTo>
                    <a:pt x="355044" y="5627863"/>
                  </a:lnTo>
                  <a:lnTo>
                    <a:pt x="355138" y="5627863"/>
                  </a:lnTo>
                  <a:lnTo>
                    <a:pt x="355232" y="5627863"/>
                  </a:lnTo>
                  <a:lnTo>
                    <a:pt x="355326" y="5627863"/>
                  </a:lnTo>
                  <a:lnTo>
                    <a:pt x="355420" y="5627863"/>
                  </a:lnTo>
                  <a:lnTo>
                    <a:pt x="355514" y="5627863"/>
                  </a:lnTo>
                  <a:lnTo>
                    <a:pt x="355608" y="5627863"/>
                  </a:lnTo>
                  <a:lnTo>
                    <a:pt x="355702" y="5627863"/>
                  </a:lnTo>
                  <a:lnTo>
                    <a:pt x="355796" y="5627863"/>
                  </a:lnTo>
                  <a:lnTo>
                    <a:pt x="355890" y="5627863"/>
                  </a:lnTo>
                  <a:lnTo>
                    <a:pt x="355984" y="5627863"/>
                  </a:lnTo>
                  <a:lnTo>
                    <a:pt x="356078" y="5627863"/>
                  </a:lnTo>
                  <a:lnTo>
                    <a:pt x="356172" y="5627863"/>
                  </a:lnTo>
                  <a:lnTo>
                    <a:pt x="356266" y="5627863"/>
                  </a:lnTo>
                  <a:lnTo>
                    <a:pt x="356360" y="5627863"/>
                  </a:lnTo>
                  <a:lnTo>
                    <a:pt x="356454" y="5627863"/>
                  </a:lnTo>
                  <a:lnTo>
                    <a:pt x="356548" y="5627863"/>
                  </a:lnTo>
                  <a:lnTo>
                    <a:pt x="356642" y="5627863"/>
                  </a:lnTo>
                  <a:lnTo>
                    <a:pt x="356736" y="5627863"/>
                  </a:lnTo>
                  <a:lnTo>
                    <a:pt x="356830" y="5627863"/>
                  </a:lnTo>
                  <a:lnTo>
                    <a:pt x="356924" y="5627863"/>
                  </a:lnTo>
                  <a:lnTo>
                    <a:pt x="357018" y="5627863"/>
                  </a:lnTo>
                  <a:lnTo>
                    <a:pt x="357112" y="5627863"/>
                  </a:lnTo>
                  <a:lnTo>
                    <a:pt x="357206" y="5627863"/>
                  </a:lnTo>
                  <a:lnTo>
                    <a:pt x="357300" y="5627863"/>
                  </a:lnTo>
                  <a:lnTo>
                    <a:pt x="357394" y="5627863"/>
                  </a:lnTo>
                  <a:lnTo>
                    <a:pt x="357488" y="5627863"/>
                  </a:lnTo>
                  <a:lnTo>
                    <a:pt x="357582" y="5627863"/>
                  </a:lnTo>
                  <a:lnTo>
                    <a:pt x="357676" y="5627863"/>
                  </a:lnTo>
                  <a:lnTo>
                    <a:pt x="357770" y="5627863"/>
                  </a:lnTo>
                  <a:lnTo>
                    <a:pt x="357864" y="5627863"/>
                  </a:lnTo>
                  <a:lnTo>
                    <a:pt x="357958" y="5627863"/>
                  </a:lnTo>
                  <a:lnTo>
                    <a:pt x="358053" y="5627863"/>
                  </a:lnTo>
                  <a:lnTo>
                    <a:pt x="358147" y="5627863"/>
                  </a:lnTo>
                  <a:lnTo>
                    <a:pt x="358241" y="5627863"/>
                  </a:lnTo>
                  <a:lnTo>
                    <a:pt x="358335" y="5627863"/>
                  </a:lnTo>
                  <a:lnTo>
                    <a:pt x="358429" y="5627863"/>
                  </a:lnTo>
                  <a:lnTo>
                    <a:pt x="358523" y="5627863"/>
                  </a:lnTo>
                  <a:lnTo>
                    <a:pt x="358617" y="5627863"/>
                  </a:lnTo>
                  <a:lnTo>
                    <a:pt x="358711" y="5627863"/>
                  </a:lnTo>
                  <a:lnTo>
                    <a:pt x="358805" y="5627863"/>
                  </a:lnTo>
                  <a:lnTo>
                    <a:pt x="358805" y="5622583"/>
                  </a:lnTo>
                  <a:lnTo>
                    <a:pt x="358899" y="5622583"/>
                  </a:lnTo>
                  <a:lnTo>
                    <a:pt x="358993" y="5622583"/>
                  </a:lnTo>
                  <a:lnTo>
                    <a:pt x="359087" y="5622583"/>
                  </a:lnTo>
                  <a:lnTo>
                    <a:pt x="359181" y="5622583"/>
                  </a:lnTo>
                  <a:lnTo>
                    <a:pt x="359275" y="5622583"/>
                  </a:lnTo>
                  <a:lnTo>
                    <a:pt x="359369" y="5622583"/>
                  </a:lnTo>
                  <a:lnTo>
                    <a:pt x="359463" y="5622583"/>
                  </a:lnTo>
                  <a:lnTo>
                    <a:pt x="359557" y="5622583"/>
                  </a:lnTo>
                  <a:lnTo>
                    <a:pt x="359651" y="5622583"/>
                  </a:lnTo>
                  <a:lnTo>
                    <a:pt x="359745" y="5622583"/>
                  </a:lnTo>
                  <a:lnTo>
                    <a:pt x="359839" y="5622583"/>
                  </a:lnTo>
                  <a:lnTo>
                    <a:pt x="359933" y="5622583"/>
                  </a:lnTo>
                  <a:lnTo>
                    <a:pt x="360027" y="5622583"/>
                  </a:lnTo>
                  <a:lnTo>
                    <a:pt x="360121" y="5622583"/>
                  </a:lnTo>
                  <a:lnTo>
                    <a:pt x="360215" y="5622583"/>
                  </a:lnTo>
                  <a:lnTo>
                    <a:pt x="360309" y="5622583"/>
                  </a:lnTo>
                  <a:lnTo>
                    <a:pt x="360403" y="5622583"/>
                  </a:lnTo>
                  <a:lnTo>
                    <a:pt x="360497" y="5622583"/>
                  </a:lnTo>
                  <a:lnTo>
                    <a:pt x="360591" y="5622583"/>
                  </a:lnTo>
                  <a:lnTo>
                    <a:pt x="360685" y="5622583"/>
                  </a:lnTo>
                  <a:lnTo>
                    <a:pt x="360779" y="5622583"/>
                  </a:lnTo>
                  <a:lnTo>
                    <a:pt x="360873" y="5622583"/>
                  </a:lnTo>
                  <a:lnTo>
                    <a:pt x="360967" y="5622583"/>
                  </a:lnTo>
                  <a:lnTo>
                    <a:pt x="361061" y="5622583"/>
                  </a:lnTo>
                  <a:lnTo>
                    <a:pt x="361155" y="5622583"/>
                  </a:lnTo>
                  <a:lnTo>
                    <a:pt x="361249" y="5622583"/>
                  </a:lnTo>
                  <a:lnTo>
                    <a:pt x="361343" y="5622583"/>
                  </a:lnTo>
                  <a:lnTo>
                    <a:pt x="361437" y="5622583"/>
                  </a:lnTo>
                  <a:lnTo>
                    <a:pt x="361532" y="5622583"/>
                  </a:lnTo>
                  <a:lnTo>
                    <a:pt x="361626" y="5622583"/>
                  </a:lnTo>
                  <a:lnTo>
                    <a:pt x="361720" y="5622583"/>
                  </a:lnTo>
                  <a:lnTo>
                    <a:pt x="361814" y="5622583"/>
                  </a:lnTo>
                  <a:lnTo>
                    <a:pt x="361908" y="5622583"/>
                  </a:lnTo>
                  <a:lnTo>
                    <a:pt x="362002" y="5622583"/>
                  </a:lnTo>
                  <a:lnTo>
                    <a:pt x="362096" y="5622583"/>
                  </a:lnTo>
                  <a:lnTo>
                    <a:pt x="362190" y="5622583"/>
                  </a:lnTo>
                  <a:lnTo>
                    <a:pt x="362284" y="5622583"/>
                  </a:lnTo>
                  <a:lnTo>
                    <a:pt x="362378" y="5622583"/>
                  </a:lnTo>
                  <a:lnTo>
                    <a:pt x="362472" y="5622583"/>
                  </a:lnTo>
                  <a:lnTo>
                    <a:pt x="362566" y="5622583"/>
                  </a:lnTo>
                  <a:lnTo>
                    <a:pt x="362566" y="5617304"/>
                  </a:lnTo>
                  <a:lnTo>
                    <a:pt x="362660" y="5617304"/>
                  </a:lnTo>
                  <a:lnTo>
                    <a:pt x="362754" y="5617304"/>
                  </a:lnTo>
                  <a:lnTo>
                    <a:pt x="362848" y="5617304"/>
                  </a:lnTo>
                  <a:lnTo>
                    <a:pt x="362942" y="5617304"/>
                  </a:lnTo>
                  <a:lnTo>
                    <a:pt x="363036" y="5617304"/>
                  </a:lnTo>
                  <a:lnTo>
                    <a:pt x="363130" y="5617304"/>
                  </a:lnTo>
                  <a:lnTo>
                    <a:pt x="363224" y="5617304"/>
                  </a:lnTo>
                  <a:lnTo>
                    <a:pt x="363318" y="5617304"/>
                  </a:lnTo>
                  <a:lnTo>
                    <a:pt x="363412" y="5617304"/>
                  </a:lnTo>
                  <a:lnTo>
                    <a:pt x="363506" y="5617304"/>
                  </a:lnTo>
                  <a:lnTo>
                    <a:pt x="363600" y="5617304"/>
                  </a:lnTo>
                  <a:lnTo>
                    <a:pt x="363694" y="5617304"/>
                  </a:lnTo>
                  <a:lnTo>
                    <a:pt x="363788" y="5617304"/>
                  </a:lnTo>
                  <a:lnTo>
                    <a:pt x="363882" y="5617304"/>
                  </a:lnTo>
                  <a:lnTo>
                    <a:pt x="363976" y="5617304"/>
                  </a:lnTo>
                  <a:lnTo>
                    <a:pt x="364070" y="5617304"/>
                  </a:lnTo>
                  <a:lnTo>
                    <a:pt x="364164" y="5617304"/>
                  </a:lnTo>
                  <a:lnTo>
                    <a:pt x="364258" y="5617304"/>
                  </a:lnTo>
                  <a:lnTo>
                    <a:pt x="364352" y="5617304"/>
                  </a:lnTo>
                  <a:lnTo>
                    <a:pt x="364446" y="5617304"/>
                  </a:lnTo>
                  <a:lnTo>
                    <a:pt x="364540" y="5617304"/>
                  </a:lnTo>
                  <a:lnTo>
                    <a:pt x="364634" y="5617304"/>
                  </a:lnTo>
                  <a:lnTo>
                    <a:pt x="364728" y="5617304"/>
                  </a:lnTo>
                  <a:lnTo>
                    <a:pt x="364822" y="5617304"/>
                  </a:lnTo>
                  <a:lnTo>
                    <a:pt x="364916" y="5617304"/>
                  </a:lnTo>
                  <a:lnTo>
                    <a:pt x="365010" y="5617304"/>
                  </a:lnTo>
                  <a:lnTo>
                    <a:pt x="365105" y="5617304"/>
                  </a:lnTo>
                  <a:lnTo>
                    <a:pt x="365199" y="5617304"/>
                  </a:lnTo>
                  <a:lnTo>
                    <a:pt x="365293" y="5617304"/>
                  </a:lnTo>
                  <a:lnTo>
                    <a:pt x="365387" y="5617304"/>
                  </a:lnTo>
                  <a:lnTo>
                    <a:pt x="365481" y="5617304"/>
                  </a:lnTo>
                  <a:lnTo>
                    <a:pt x="365575" y="5617304"/>
                  </a:lnTo>
                  <a:lnTo>
                    <a:pt x="365669" y="5617304"/>
                  </a:lnTo>
                  <a:lnTo>
                    <a:pt x="365669" y="5612024"/>
                  </a:lnTo>
                  <a:lnTo>
                    <a:pt x="365763" y="5612024"/>
                  </a:lnTo>
                  <a:lnTo>
                    <a:pt x="365857" y="5612024"/>
                  </a:lnTo>
                  <a:lnTo>
                    <a:pt x="365951" y="5612024"/>
                  </a:lnTo>
                  <a:lnTo>
                    <a:pt x="366045" y="5612024"/>
                  </a:lnTo>
                  <a:lnTo>
                    <a:pt x="366139" y="5612024"/>
                  </a:lnTo>
                  <a:lnTo>
                    <a:pt x="366233" y="5612024"/>
                  </a:lnTo>
                  <a:lnTo>
                    <a:pt x="366327" y="5612024"/>
                  </a:lnTo>
                  <a:lnTo>
                    <a:pt x="366421" y="5612024"/>
                  </a:lnTo>
                  <a:lnTo>
                    <a:pt x="366515" y="5612024"/>
                  </a:lnTo>
                  <a:lnTo>
                    <a:pt x="366609" y="5612024"/>
                  </a:lnTo>
                  <a:lnTo>
                    <a:pt x="366703" y="5612024"/>
                  </a:lnTo>
                  <a:lnTo>
                    <a:pt x="366797" y="5612024"/>
                  </a:lnTo>
                  <a:lnTo>
                    <a:pt x="366891" y="5612024"/>
                  </a:lnTo>
                  <a:lnTo>
                    <a:pt x="366985" y="5612024"/>
                  </a:lnTo>
                  <a:lnTo>
                    <a:pt x="367079" y="5612024"/>
                  </a:lnTo>
                  <a:lnTo>
                    <a:pt x="367173" y="5612024"/>
                  </a:lnTo>
                  <a:lnTo>
                    <a:pt x="367267" y="5612024"/>
                  </a:lnTo>
                  <a:lnTo>
                    <a:pt x="367361" y="5612024"/>
                  </a:lnTo>
                  <a:lnTo>
                    <a:pt x="367455" y="5612024"/>
                  </a:lnTo>
                  <a:lnTo>
                    <a:pt x="367549" y="5612024"/>
                  </a:lnTo>
                  <a:lnTo>
                    <a:pt x="367643" y="5612024"/>
                  </a:lnTo>
                  <a:lnTo>
                    <a:pt x="367737" y="5612024"/>
                  </a:lnTo>
                  <a:lnTo>
                    <a:pt x="367831" y="5612024"/>
                  </a:lnTo>
                  <a:lnTo>
                    <a:pt x="367925" y="5612024"/>
                  </a:lnTo>
                  <a:lnTo>
                    <a:pt x="368019" y="5612024"/>
                  </a:lnTo>
                  <a:lnTo>
                    <a:pt x="368113" y="5612024"/>
                  </a:lnTo>
                  <a:lnTo>
                    <a:pt x="368207" y="5612024"/>
                  </a:lnTo>
                  <a:lnTo>
                    <a:pt x="368301" y="5612024"/>
                  </a:lnTo>
                  <a:lnTo>
                    <a:pt x="368395" y="5612024"/>
                  </a:lnTo>
                  <a:lnTo>
                    <a:pt x="368489" y="5612024"/>
                  </a:lnTo>
                  <a:lnTo>
                    <a:pt x="368583" y="5612024"/>
                  </a:lnTo>
                  <a:lnTo>
                    <a:pt x="368678" y="5612024"/>
                  </a:lnTo>
                  <a:lnTo>
                    <a:pt x="368772" y="5612024"/>
                  </a:lnTo>
                  <a:lnTo>
                    <a:pt x="368866" y="5612024"/>
                  </a:lnTo>
                  <a:lnTo>
                    <a:pt x="368960" y="5612024"/>
                  </a:lnTo>
                  <a:lnTo>
                    <a:pt x="369054" y="5612024"/>
                  </a:lnTo>
                  <a:lnTo>
                    <a:pt x="369148" y="5612024"/>
                  </a:lnTo>
                  <a:lnTo>
                    <a:pt x="369242" y="5612024"/>
                  </a:lnTo>
                  <a:lnTo>
                    <a:pt x="369336" y="5612024"/>
                  </a:lnTo>
                  <a:lnTo>
                    <a:pt x="369430" y="5612024"/>
                  </a:lnTo>
                  <a:lnTo>
                    <a:pt x="369524" y="5612024"/>
                  </a:lnTo>
                  <a:lnTo>
                    <a:pt x="369618" y="5612024"/>
                  </a:lnTo>
                  <a:lnTo>
                    <a:pt x="369712" y="5612024"/>
                  </a:lnTo>
                  <a:lnTo>
                    <a:pt x="369806" y="5612024"/>
                  </a:lnTo>
                  <a:lnTo>
                    <a:pt x="369900" y="5612024"/>
                  </a:lnTo>
                  <a:lnTo>
                    <a:pt x="369994" y="5612024"/>
                  </a:lnTo>
                  <a:lnTo>
                    <a:pt x="370088" y="5612024"/>
                  </a:lnTo>
                  <a:lnTo>
                    <a:pt x="370182" y="5612024"/>
                  </a:lnTo>
                  <a:lnTo>
                    <a:pt x="370276" y="5612024"/>
                  </a:lnTo>
                  <a:lnTo>
                    <a:pt x="370370" y="5612024"/>
                  </a:lnTo>
                  <a:lnTo>
                    <a:pt x="370370" y="5606745"/>
                  </a:lnTo>
                  <a:lnTo>
                    <a:pt x="370464" y="5606745"/>
                  </a:lnTo>
                  <a:lnTo>
                    <a:pt x="370558" y="5606745"/>
                  </a:lnTo>
                  <a:lnTo>
                    <a:pt x="370558" y="5601466"/>
                  </a:lnTo>
                  <a:lnTo>
                    <a:pt x="370652" y="5601466"/>
                  </a:lnTo>
                  <a:lnTo>
                    <a:pt x="370746" y="5601466"/>
                  </a:lnTo>
                  <a:lnTo>
                    <a:pt x="370840" y="5601466"/>
                  </a:lnTo>
                  <a:lnTo>
                    <a:pt x="370934" y="5601466"/>
                  </a:lnTo>
                  <a:lnTo>
                    <a:pt x="371028" y="5601466"/>
                  </a:lnTo>
                  <a:lnTo>
                    <a:pt x="371122" y="5601466"/>
                  </a:lnTo>
                  <a:lnTo>
                    <a:pt x="371216" y="5601466"/>
                  </a:lnTo>
                  <a:lnTo>
                    <a:pt x="371310" y="5601466"/>
                  </a:lnTo>
                  <a:lnTo>
                    <a:pt x="371404" y="5601466"/>
                  </a:lnTo>
                  <a:lnTo>
                    <a:pt x="371404" y="5596186"/>
                  </a:lnTo>
                  <a:lnTo>
                    <a:pt x="371498" y="5596186"/>
                  </a:lnTo>
                  <a:lnTo>
                    <a:pt x="371592" y="5596186"/>
                  </a:lnTo>
                  <a:lnTo>
                    <a:pt x="371686" y="5596186"/>
                  </a:lnTo>
                  <a:lnTo>
                    <a:pt x="371780" y="5596186"/>
                  </a:lnTo>
                  <a:lnTo>
                    <a:pt x="371874" y="5596186"/>
                  </a:lnTo>
                  <a:lnTo>
                    <a:pt x="371968" y="5596186"/>
                  </a:lnTo>
                  <a:lnTo>
                    <a:pt x="372062" y="5596186"/>
                  </a:lnTo>
                  <a:lnTo>
                    <a:pt x="372157" y="5596186"/>
                  </a:lnTo>
                  <a:lnTo>
                    <a:pt x="372251" y="5596186"/>
                  </a:lnTo>
                  <a:lnTo>
                    <a:pt x="372345" y="5596186"/>
                  </a:lnTo>
                  <a:lnTo>
                    <a:pt x="372439" y="5596186"/>
                  </a:lnTo>
                  <a:lnTo>
                    <a:pt x="372533" y="5596186"/>
                  </a:lnTo>
                  <a:lnTo>
                    <a:pt x="372627" y="5596186"/>
                  </a:lnTo>
                  <a:lnTo>
                    <a:pt x="372721" y="5596186"/>
                  </a:lnTo>
                  <a:lnTo>
                    <a:pt x="372815" y="5596186"/>
                  </a:lnTo>
                  <a:lnTo>
                    <a:pt x="372909" y="5596186"/>
                  </a:lnTo>
                  <a:lnTo>
                    <a:pt x="373003" y="5596186"/>
                  </a:lnTo>
                  <a:lnTo>
                    <a:pt x="373097" y="5596186"/>
                  </a:lnTo>
                  <a:lnTo>
                    <a:pt x="373191" y="5596186"/>
                  </a:lnTo>
                  <a:lnTo>
                    <a:pt x="373285" y="5596186"/>
                  </a:lnTo>
                  <a:lnTo>
                    <a:pt x="373379" y="5596186"/>
                  </a:lnTo>
                  <a:lnTo>
                    <a:pt x="373473" y="5596186"/>
                  </a:lnTo>
                  <a:lnTo>
                    <a:pt x="373567" y="5596186"/>
                  </a:lnTo>
                  <a:lnTo>
                    <a:pt x="373661" y="5596186"/>
                  </a:lnTo>
                  <a:lnTo>
                    <a:pt x="373755" y="5596186"/>
                  </a:lnTo>
                  <a:lnTo>
                    <a:pt x="373849" y="5596186"/>
                  </a:lnTo>
                  <a:lnTo>
                    <a:pt x="373943" y="5596186"/>
                  </a:lnTo>
                  <a:lnTo>
                    <a:pt x="374037" y="5596186"/>
                  </a:lnTo>
                  <a:lnTo>
                    <a:pt x="374131" y="5596186"/>
                  </a:lnTo>
                  <a:lnTo>
                    <a:pt x="374225" y="5596186"/>
                  </a:lnTo>
                  <a:lnTo>
                    <a:pt x="374319" y="5596186"/>
                  </a:lnTo>
                  <a:lnTo>
                    <a:pt x="374413" y="5596186"/>
                  </a:lnTo>
                  <a:lnTo>
                    <a:pt x="374507" y="5596186"/>
                  </a:lnTo>
                  <a:lnTo>
                    <a:pt x="374601" y="5596186"/>
                  </a:lnTo>
                  <a:lnTo>
                    <a:pt x="374695" y="5596186"/>
                  </a:lnTo>
                  <a:lnTo>
                    <a:pt x="374789" y="5596186"/>
                  </a:lnTo>
                  <a:lnTo>
                    <a:pt x="374883" y="5596186"/>
                  </a:lnTo>
                  <a:lnTo>
                    <a:pt x="374977" y="5596186"/>
                  </a:lnTo>
                  <a:lnTo>
                    <a:pt x="375071" y="5596186"/>
                  </a:lnTo>
                  <a:lnTo>
                    <a:pt x="375165" y="5596186"/>
                  </a:lnTo>
                  <a:lnTo>
                    <a:pt x="375259" y="5596186"/>
                  </a:lnTo>
                  <a:lnTo>
                    <a:pt x="375353" y="5596186"/>
                  </a:lnTo>
                  <a:lnTo>
                    <a:pt x="375447" y="5596186"/>
                  </a:lnTo>
                  <a:lnTo>
                    <a:pt x="375541" y="5596186"/>
                  </a:lnTo>
                  <a:lnTo>
                    <a:pt x="375635" y="5596186"/>
                  </a:lnTo>
                  <a:lnTo>
                    <a:pt x="375635" y="5590907"/>
                  </a:lnTo>
                  <a:lnTo>
                    <a:pt x="375730" y="5590907"/>
                  </a:lnTo>
                  <a:lnTo>
                    <a:pt x="375824" y="5590907"/>
                  </a:lnTo>
                  <a:lnTo>
                    <a:pt x="375918" y="5590907"/>
                  </a:lnTo>
                  <a:lnTo>
                    <a:pt x="376012" y="5590907"/>
                  </a:lnTo>
                  <a:lnTo>
                    <a:pt x="376106" y="5590907"/>
                  </a:lnTo>
                  <a:lnTo>
                    <a:pt x="376200" y="5590907"/>
                  </a:lnTo>
                  <a:lnTo>
                    <a:pt x="376294" y="5590907"/>
                  </a:lnTo>
                  <a:lnTo>
                    <a:pt x="376388" y="5590907"/>
                  </a:lnTo>
                  <a:lnTo>
                    <a:pt x="376482" y="5590907"/>
                  </a:lnTo>
                  <a:lnTo>
                    <a:pt x="376576" y="5590907"/>
                  </a:lnTo>
                  <a:lnTo>
                    <a:pt x="376670" y="5590907"/>
                  </a:lnTo>
                  <a:lnTo>
                    <a:pt x="376764" y="5590907"/>
                  </a:lnTo>
                  <a:lnTo>
                    <a:pt x="376858" y="5590907"/>
                  </a:lnTo>
                  <a:lnTo>
                    <a:pt x="376952" y="5590907"/>
                  </a:lnTo>
                  <a:lnTo>
                    <a:pt x="377046" y="5590907"/>
                  </a:lnTo>
                  <a:lnTo>
                    <a:pt x="377140" y="5590907"/>
                  </a:lnTo>
                  <a:lnTo>
                    <a:pt x="377234" y="5590907"/>
                  </a:lnTo>
                  <a:lnTo>
                    <a:pt x="377328" y="5590907"/>
                  </a:lnTo>
                  <a:lnTo>
                    <a:pt x="377422" y="5590907"/>
                  </a:lnTo>
                  <a:lnTo>
                    <a:pt x="377516" y="5590907"/>
                  </a:lnTo>
                  <a:lnTo>
                    <a:pt x="377610" y="5590907"/>
                  </a:lnTo>
                  <a:lnTo>
                    <a:pt x="377704" y="5590907"/>
                  </a:lnTo>
                  <a:lnTo>
                    <a:pt x="377798" y="5590907"/>
                  </a:lnTo>
                  <a:lnTo>
                    <a:pt x="377892" y="5590907"/>
                  </a:lnTo>
                  <a:lnTo>
                    <a:pt x="377986" y="5590907"/>
                  </a:lnTo>
                  <a:lnTo>
                    <a:pt x="378080" y="5590907"/>
                  </a:lnTo>
                  <a:lnTo>
                    <a:pt x="378174" y="5590907"/>
                  </a:lnTo>
                  <a:lnTo>
                    <a:pt x="378174" y="5585627"/>
                  </a:lnTo>
                  <a:lnTo>
                    <a:pt x="378268" y="5585627"/>
                  </a:lnTo>
                  <a:lnTo>
                    <a:pt x="378362" y="5585627"/>
                  </a:lnTo>
                  <a:lnTo>
                    <a:pt x="378456" y="5585627"/>
                  </a:lnTo>
                  <a:lnTo>
                    <a:pt x="378550" y="5585627"/>
                  </a:lnTo>
                  <a:lnTo>
                    <a:pt x="378644" y="5585627"/>
                  </a:lnTo>
                  <a:lnTo>
                    <a:pt x="378738" y="5585627"/>
                  </a:lnTo>
                  <a:lnTo>
                    <a:pt x="378832" y="5585627"/>
                  </a:lnTo>
                  <a:lnTo>
                    <a:pt x="378926" y="5585627"/>
                  </a:lnTo>
                  <a:lnTo>
                    <a:pt x="379020" y="5585627"/>
                  </a:lnTo>
                  <a:lnTo>
                    <a:pt x="379114" y="5585627"/>
                  </a:lnTo>
                  <a:lnTo>
                    <a:pt x="379208" y="5585627"/>
                  </a:lnTo>
                  <a:lnTo>
                    <a:pt x="379303" y="5585627"/>
                  </a:lnTo>
                  <a:lnTo>
                    <a:pt x="379397" y="5585627"/>
                  </a:lnTo>
                  <a:lnTo>
                    <a:pt x="379491" y="5585627"/>
                  </a:lnTo>
                  <a:lnTo>
                    <a:pt x="379585" y="5585627"/>
                  </a:lnTo>
                  <a:lnTo>
                    <a:pt x="379679" y="5585627"/>
                  </a:lnTo>
                  <a:lnTo>
                    <a:pt x="379773" y="5585627"/>
                  </a:lnTo>
                  <a:lnTo>
                    <a:pt x="379867" y="5585627"/>
                  </a:lnTo>
                  <a:lnTo>
                    <a:pt x="379961" y="5585627"/>
                  </a:lnTo>
                  <a:lnTo>
                    <a:pt x="380055" y="5585627"/>
                  </a:lnTo>
                  <a:lnTo>
                    <a:pt x="380149" y="5585627"/>
                  </a:lnTo>
                  <a:lnTo>
                    <a:pt x="380243" y="5585627"/>
                  </a:lnTo>
                  <a:lnTo>
                    <a:pt x="380337" y="5585627"/>
                  </a:lnTo>
                  <a:lnTo>
                    <a:pt x="380431" y="5585627"/>
                  </a:lnTo>
                  <a:lnTo>
                    <a:pt x="380525" y="5585627"/>
                  </a:lnTo>
                  <a:lnTo>
                    <a:pt x="380619" y="5585627"/>
                  </a:lnTo>
                  <a:lnTo>
                    <a:pt x="380713" y="5585627"/>
                  </a:lnTo>
                  <a:lnTo>
                    <a:pt x="380807" y="5585627"/>
                  </a:lnTo>
                  <a:lnTo>
                    <a:pt x="380901" y="5585627"/>
                  </a:lnTo>
                  <a:lnTo>
                    <a:pt x="380995" y="5585627"/>
                  </a:lnTo>
                  <a:lnTo>
                    <a:pt x="381089" y="5585627"/>
                  </a:lnTo>
                  <a:lnTo>
                    <a:pt x="381183" y="5585627"/>
                  </a:lnTo>
                  <a:lnTo>
                    <a:pt x="381277" y="5585627"/>
                  </a:lnTo>
                  <a:lnTo>
                    <a:pt x="381371" y="5585627"/>
                  </a:lnTo>
                  <a:lnTo>
                    <a:pt x="381465" y="5585627"/>
                  </a:lnTo>
                  <a:lnTo>
                    <a:pt x="381559" y="5585627"/>
                  </a:lnTo>
                  <a:lnTo>
                    <a:pt x="381653" y="5585627"/>
                  </a:lnTo>
                  <a:lnTo>
                    <a:pt x="381747" y="5585627"/>
                  </a:lnTo>
                  <a:lnTo>
                    <a:pt x="381841" y="5585627"/>
                  </a:lnTo>
                  <a:lnTo>
                    <a:pt x="381935" y="5585627"/>
                  </a:lnTo>
                  <a:lnTo>
                    <a:pt x="382029" y="5585627"/>
                  </a:lnTo>
                  <a:lnTo>
                    <a:pt x="382029" y="5580348"/>
                  </a:lnTo>
                  <a:lnTo>
                    <a:pt x="382123" y="5580348"/>
                  </a:lnTo>
                  <a:lnTo>
                    <a:pt x="382217" y="5580348"/>
                  </a:lnTo>
                  <a:lnTo>
                    <a:pt x="382311" y="5580348"/>
                  </a:lnTo>
                  <a:lnTo>
                    <a:pt x="382405" y="5580348"/>
                  </a:lnTo>
                  <a:lnTo>
                    <a:pt x="382499" y="5580348"/>
                  </a:lnTo>
                  <a:lnTo>
                    <a:pt x="382593" y="5580348"/>
                  </a:lnTo>
                  <a:lnTo>
                    <a:pt x="382687" y="5580348"/>
                  </a:lnTo>
                  <a:lnTo>
                    <a:pt x="382782" y="5580348"/>
                  </a:lnTo>
                  <a:lnTo>
                    <a:pt x="382876" y="5580348"/>
                  </a:lnTo>
                  <a:lnTo>
                    <a:pt x="382970" y="5580348"/>
                  </a:lnTo>
                  <a:lnTo>
                    <a:pt x="383064" y="5580348"/>
                  </a:lnTo>
                  <a:lnTo>
                    <a:pt x="383158" y="5580348"/>
                  </a:lnTo>
                  <a:lnTo>
                    <a:pt x="383252" y="5580348"/>
                  </a:lnTo>
                  <a:lnTo>
                    <a:pt x="383346" y="5580348"/>
                  </a:lnTo>
                  <a:lnTo>
                    <a:pt x="383440" y="5580348"/>
                  </a:lnTo>
                  <a:lnTo>
                    <a:pt x="383440" y="5575068"/>
                  </a:lnTo>
                  <a:lnTo>
                    <a:pt x="383534" y="5575068"/>
                  </a:lnTo>
                  <a:lnTo>
                    <a:pt x="383628" y="5575068"/>
                  </a:lnTo>
                  <a:lnTo>
                    <a:pt x="383722" y="5575068"/>
                  </a:lnTo>
                  <a:lnTo>
                    <a:pt x="383816" y="5575068"/>
                  </a:lnTo>
                  <a:lnTo>
                    <a:pt x="383910" y="5575068"/>
                  </a:lnTo>
                  <a:lnTo>
                    <a:pt x="384004" y="5575068"/>
                  </a:lnTo>
                  <a:lnTo>
                    <a:pt x="384098" y="5575068"/>
                  </a:lnTo>
                  <a:lnTo>
                    <a:pt x="384192" y="5575068"/>
                  </a:lnTo>
                  <a:lnTo>
                    <a:pt x="384286" y="5575068"/>
                  </a:lnTo>
                  <a:lnTo>
                    <a:pt x="384380" y="5575068"/>
                  </a:lnTo>
                  <a:lnTo>
                    <a:pt x="384474" y="5575068"/>
                  </a:lnTo>
                  <a:lnTo>
                    <a:pt x="384568" y="5575068"/>
                  </a:lnTo>
                  <a:lnTo>
                    <a:pt x="384662" y="5575068"/>
                  </a:lnTo>
                  <a:lnTo>
                    <a:pt x="384756" y="5575068"/>
                  </a:lnTo>
                  <a:lnTo>
                    <a:pt x="384850" y="5575068"/>
                  </a:lnTo>
                  <a:lnTo>
                    <a:pt x="384944" y="5575068"/>
                  </a:lnTo>
                  <a:lnTo>
                    <a:pt x="385038" y="5575068"/>
                  </a:lnTo>
                  <a:lnTo>
                    <a:pt x="385132" y="5575068"/>
                  </a:lnTo>
                  <a:lnTo>
                    <a:pt x="385226" y="5575068"/>
                  </a:lnTo>
                  <a:lnTo>
                    <a:pt x="385320" y="5575068"/>
                  </a:lnTo>
                  <a:lnTo>
                    <a:pt x="385414" y="5575068"/>
                  </a:lnTo>
                  <a:lnTo>
                    <a:pt x="385508" y="5575068"/>
                  </a:lnTo>
                  <a:lnTo>
                    <a:pt x="385602" y="5575068"/>
                  </a:lnTo>
                  <a:lnTo>
                    <a:pt x="385696" y="5575068"/>
                  </a:lnTo>
                  <a:lnTo>
                    <a:pt x="385790" y="5575068"/>
                  </a:lnTo>
                  <a:lnTo>
                    <a:pt x="385884" y="5575068"/>
                  </a:lnTo>
                  <a:lnTo>
                    <a:pt x="385978" y="5575068"/>
                  </a:lnTo>
                  <a:lnTo>
                    <a:pt x="386072" y="5575068"/>
                  </a:lnTo>
                  <a:lnTo>
                    <a:pt x="386166" y="5575068"/>
                  </a:lnTo>
                  <a:lnTo>
                    <a:pt x="386260" y="5575068"/>
                  </a:lnTo>
                  <a:lnTo>
                    <a:pt x="386355" y="5575068"/>
                  </a:lnTo>
                  <a:lnTo>
                    <a:pt x="386449" y="5575068"/>
                  </a:lnTo>
                  <a:lnTo>
                    <a:pt x="386543" y="5575068"/>
                  </a:lnTo>
                  <a:lnTo>
                    <a:pt x="386637" y="5575068"/>
                  </a:lnTo>
                  <a:lnTo>
                    <a:pt x="386731" y="5575068"/>
                  </a:lnTo>
                  <a:lnTo>
                    <a:pt x="386825" y="5575068"/>
                  </a:lnTo>
                  <a:lnTo>
                    <a:pt x="386919" y="5575068"/>
                  </a:lnTo>
                  <a:lnTo>
                    <a:pt x="387013" y="5575068"/>
                  </a:lnTo>
                  <a:lnTo>
                    <a:pt x="387107" y="5575068"/>
                  </a:lnTo>
                  <a:lnTo>
                    <a:pt x="387201" y="5575068"/>
                  </a:lnTo>
                  <a:lnTo>
                    <a:pt x="387295" y="5575068"/>
                  </a:lnTo>
                  <a:lnTo>
                    <a:pt x="387389" y="5575068"/>
                  </a:lnTo>
                  <a:lnTo>
                    <a:pt x="387483" y="5575068"/>
                  </a:lnTo>
                  <a:lnTo>
                    <a:pt x="387577" y="5575068"/>
                  </a:lnTo>
                  <a:lnTo>
                    <a:pt x="387671" y="5575068"/>
                  </a:lnTo>
                  <a:lnTo>
                    <a:pt x="387765" y="5575068"/>
                  </a:lnTo>
                  <a:lnTo>
                    <a:pt x="387859" y="5575068"/>
                  </a:lnTo>
                  <a:lnTo>
                    <a:pt x="387953" y="5575068"/>
                  </a:lnTo>
                  <a:lnTo>
                    <a:pt x="388047" y="5575068"/>
                  </a:lnTo>
                  <a:lnTo>
                    <a:pt x="388141" y="5575068"/>
                  </a:lnTo>
                  <a:lnTo>
                    <a:pt x="388141" y="5569789"/>
                  </a:lnTo>
                  <a:lnTo>
                    <a:pt x="388235" y="5569789"/>
                  </a:lnTo>
                  <a:lnTo>
                    <a:pt x="388329" y="5569789"/>
                  </a:lnTo>
                  <a:lnTo>
                    <a:pt x="388423" y="5569789"/>
                  </a:lnTo>
                  <a:lnTo>
                    <a:pt x="388517" y="5569789"/>
                  </a:lnTo>
                  <a:lnTo>
                    <a:pt x="388611" y="5569789"/>
                  </a:lnTo>
                  <a:lnTo>
                    <a:pt x="388705" y="5569789"/>
                  </a:lnTo>
                  <a:lnTo>
                    <a:pt x="388799" y="5569789"/>
                  </a:lnTo>
                  <a:lnTo>
                    <a:pt x="388893" y="5569789"/>
                  </a:lnTo>
                  <a:lnTo>
                    <a:pt x="388987" y="5569789"/>
                  </a:lnTo>
                  <a:lnTo>
                    <a:pt x="389081" y="5569789"/>
                  </a:lnTo>
                  <a:lnTo>
                    <a:pt x="389081" y="5564510"/>
                  </a:lnTo>
                  <a:lnTo>
                    <a:pt x="389175" y="5564510"/>
                  </a:lnTo>
                  <a:lnTo>
                    <a:pt x="389269" y="5564510"/>
                  </a:lnTo>
                  <a:lnTo>
                    <a:pt x="389363" y="5564510"/>
                  </a:lnTo>
                  <a:lnTo>
                    <a:pt x="389457" y="5564510"/>
                  </a:lnTo>
                  <a:lnTo>
                    <a:pt x="389457" y="5559230"/>
                  </a:lnTo>
                  <a:lnTo>
                    <a:pt x="389551" y="5559230"/>
                  </a:lnTo>
                  <a:lnTo>
                    <a:pt x="389645" y="5559230"/>
                  </a:lnTo>
                  <a:lnTo>
                    <a:pt x="389739" y="5559230"/>
                  </a:lnTo>
                  <a:lnTo>
                    <a:pt x="389833" y="5559230"/>
                  </a:lnTo>
                  <a:lnTo>
                    <a:pt x="389928" y="5559230"/>
                  </a:lnTo>
                  <a:lnTo>
                    <a:pt x="390022" y="5559230"/>
                  </a:lnTo>
                  <a:lnTo>
                    <a:pt x="390116" y="5559230"/>
                  </a:lnTo>
                  <a:lnTo>
                    <a:pt x="390210" y="5559230"/>
                  </a:lnTo>
                  <a:lnTo>
                    <a:pt x="390304" y="5559230"/>
                  </a:lnTo>
                  <a:lnTo>
                    <a:pt x="390398" y="5559230"/>
                  </a:lnTo>
                  <a:lnTo>
                    <a:pt x="390492" y="5559230"/>
                  </a:lnTo>
                  <a:lnTo>
                    <a:pt x="390586" y="5559230"/>
                  </a:lnTo>
                  <a:lnTo>
                    <a:pt x="390680" y="5559230"/>
                  </a:lnTo>
                  <a:lnTo>
                    <a:pt x="390774" y="5559230"/>
                  </a:lnTo>
                  <a:lnTo>
                    <a:pt x="390868" y="5559230"/>
                  </a:lnTo>
                  <a:lnTo>
                    <a:pt x="390962" y="5559230"/>
                  </a:lnTo>
                  <a:lnTo>
                    <a:pt x="391056" y="5559230"/>
                  </a:lnTo>
                  <a:lnTo>
                    <a:pt x="391150" y="5559230"/>
                  </a:lnTo>
                  <a:lnTo>
                    <a:pt x="391244" y="5559230"/>
                  </a:lnTo>
                  <a:lnTo>
                    <a:pt x="391338" y="5559230"/>
                  </a:lnTo>
                  <a:lnTo>
                    <a:pt x="391432" y="5559230"/>
                  </a:lnTo>
                  <a:lnTo>
                    <a:pt x="391526" y="5559230"/>
                  </a:lnTo>
                  <a:lnTo>
                    <a:pt x="391620" y="5559230"/>
                  </a:lnTo>
                  <a:lnTo>
                    <a:pt x="391714" y="5559230"/>
                  </a:lnTo>
                  <a:lnTo>
                    <a:pt x="391808" y="5559230"/>
                  </a:lnTo>
                  <a:lnTo>
                    <a:pt x="391902" y="5559230"/>
                  </a:lnTo>
                  <a:lnTo>
                    <a:pt x="391996" y="5559230"/>
                  </a:lnTo>
                  <a:lnTo>
                    <a:pt x="392090" y="5559230"/>
                  </a:lnTo>
                  <a:lnTo>
                    <a:pt x="392090" y="5553951"/>
                  </a:lnTo>
                  <a:lnTo>
                    <a:pt x="392184" y="5553951"/>
                  </a:lnTo>
                  <a:lnTo>
                    <a:pt x="392278" y="5553951"/>
                  </a:lnTo>
                  <a:lnTo>
                    <a:pt x="392372" y="5553951"/>
                  </a:lnTo>
                  <a:lnTo>
                    <a:pt x="392466" y="5553951"/>
                  </a:lnTo>
                  <a:lnTo>
                    <a:pt x="392560" y="5553951"/>
                  </a:lnTo>
                  <a:lnTo>
                    <a:pt x="392654" y="5553951"/>
                  </a:lnTo>
                  <a:lnTo>
                    <a:pt x="392748" y="5553951"/>
                  </a:lnTo>
                  <a:lnTo>
                    <a:pt x="392842" y="5553951"/>
                  </a:lnTo>
                  <a:lnTo>
                    <a:pt x="392936" y="5553951"/>
                  </a:lnTo>
                  <a:lnTo>
                    <a:pt x="393030" y="5553951"/>
                  </a:lnTo>
                  <a:lnTo>
                    <a:pt x="393124" y="5553951"/>
                  </a:lnTo>
                  <a:lnTo>
                    <a:pt x="393218" y="5553951"/>
                  </a:lnTo>
                  <a:lnTo>
                    <a:pt x="393312" y="5553951"/>
                  </a:lnTo>
                  <a:lnTo>
                    <a:pt x="393407" y="5553951"/>
                  </a:lnTo>
                  <a:lnTo>
                    <a:pt x="393501" y="5553951"/>
                  </a:lnTo>
                  <a:lnTo>
                    <a:pt x="393595" y="5553951"/>
                  </a:lnTo>
                  <a:lnTo>
                    <a:pt x="393689" y="5553951"/>
                  </a:lnTo>
                  <a:lnTo>
                    <a:pt x="393689" y="5548671"/>
                  </a:lnTo>
                  <a:lnTo>
                    <a:pt x="393783" y="5548671"/>
                  </a:lnTo>
                  <a:lnTo>
                    <a:pt x="393877" y="5548671"/>
                  </a:lnTo>
                  <a:lnTo>
                    <a:pt x="393971" y="5548671"/>
                  </a:lnTo>
                  <a:lnTo>
                    <a:pt x="394065" y="5548671"/>
                  </a:lnTo>
                  <a:lnTo>
                    <a:pt x="394159" y="5548671"/>
                  </a:lnTo>
                  <a:lnTo>
                    <a:pt x="394253" y="5548671"/>
                  </a:lnTo>
                  <a:lnTo>
                    <a:pt x="394347" y="5548671"/>
                  </a:lnTo>
                  <a:lnTo>
                    <a:pt x="394441" y="5548671"/>
                  </a:lnTo>
                  <a:lnTo>
                    <a:pt x="394535" y="5548671"/>
                  </a:lnTo>
                  <a:lnTo>
                    <a:pt x="394629" y="5548671"/>
                  </a:lnTo>
                  <a:lnTo>
                    <a:pt x="394723" y="5548671"/>
                  </a:lnTo>
                  <a:lnTo>
                    <a:pt x="394817" y="5548671"/>
                  </a:lnTo>
                  <a:lnTo>
                    <a:pt x="394911" y="5548671"/>
                  </a:lnTo>
                  <a:lnTo>
                    <a:pt x="395005" y="5548671"/>
                  </a:lnTo>
                  <a:lnTo>
                    <a:pt x="395099" y="5548671"/>
                  </a:lnTo>
                  <a:lnTo>
                    <a:pt x="395193" y="5548671"/>
                  </a:lnTo>
                  <a:lnTo>
                    <a:pt x="395287" y="5548671"/>
                  </a:lnTo>
                  <a:lnTo>
                    <a:pt x="395381" y="5548671"/>
                  </a:lnTo>
                  <a:lnTo>
                    <a:pt x="395475" y="5548671"/>
                  </a:lnTo>
                  <a:lnTo>
                    <a:pt x="395569" y="5548671"/>
                  </a:lnTo>
                  <a:lnTo>
                    <a:pt x="395663" y="5548671"/>
                  </a:lnTo>
                  <a:lnTo>
                    <a:pt x="395757" y="5548671"/>
                  </a:lnTo>
                  <a:lnTo>
                    <a:pt x="395851" y="5548671"/>
                  </a:lnTo>
                  <a:lnTo>
                    <a:pt x="395945" y="5548671"/>
                  </a:lnTo>
                  <a:lnTo>
                    <a:pt x="396039" y="5548671"/>
                  </a:lnTo>
                  <a:lnTo>
                    <a:pt x="396133" y="5548671"/>
                  </a:lnTo>
                  <a:lnTo>
                    <a:pt x="396227" y="5548671"/>
                  </a:lnTo>
                  <a:lnTo>
                    <a:pt x="396321" y="5548671"/>
                  </a:lnTo>
                  <a:lnTo>
                    <a:pt x="396415" y="5548671"/>
                  </a:lnTo>
                  <a:lnTo>
                    <a:pt x="396509" y="5548671"/>
                  </a:lnTo>
                  <a:lnTo>
                    <a:pt x="396603" y="5548671"/>
                  </a:lnTo>
                  <a:lnTo>
                    <a:pt x="396697" y="5548671"/>
                  </a:lnTo>
                  <a:lnTo>
                    <a:pt x="396791" y="5548671"/>
                  </a:lnTo>
                  <a:lnTo>
                    <a:pt x="396885" y="5548671"/>
                  </a:lnTo>
                  <a:lnTo>
                    <a:pt x="396980" y="5548671"/>
                  </a:lnTo>
                  <a:lnTo>
                    <a:pt x="397074" y="5548671"/>
                  </a:lnTo>
                  <a:lnTo>
                    <a:pt x="397168" y="5548671"/>
                  </a:lnTo>
                  <a:lnTo>
                    <a:pt x="397262" y="5548671"/>
                  </a:lnTo>
                  <a:lnTo>
                    <a:pt x="397356" y="5548671"/>
                  </a:lnTo>
                  <a:lnTo>
                    <a:pt x="397450" y="5548671"/>
                  </a:lnTo>
                  <a:lnTo>
                    <a:pt x="397544" y="5548671"/>
                  </a:lnTo>
                  <a:lnTo>
                    <a:pt x="397544" y="5543392"/>
                  </a:lnTo>
                  <a:lnTo>
                    <a:pt x="397638" y="5543392"/>
                  </a:lnTo>
                  <a:lnTo>
                    <a:pt x="397732" y="5543392"/>
                  </a:lnTo>
                  <a:lnTo>
                    <a:pt x="397826" y="5543392"/>
                  </a:lnTo>
                  <a:lnTo>
                    <a:pt x="397920" y="5543392"/>
                  </a:lnTo>
                  <a:lnTo>
                    <a:pt x="398014" y="5543392"/>
                  </a:lnTo>
                  <a:lnTo>
                    <a:pt x="398108" y="5543392"/>
                  </a:lnTo>
                  <a:lnTo>
                    <a:pt x="398202" y="5543392"/>
                  </a:lnTo>
                  <a:lnTo>
                    <a:pt x="398296" y="5543392"/>
                  </a:lnTo>
                  <a:lnTo>
                    <a:pt x="398390" y="5543392"/>
                  </a:lnTo>
                  <a:lnTo>
                    <a:pt x="398484" y="5543392"/>
                  </a:lnTo>
                  <a:lnTo>
                    <a:pt x="398578" y="5543392"/>
                  </a:lnTo>
                  <a:lnTo>
                    <a:pt x="398672" y="5543392"/>
                  </a:lnTo>
                  <a:lnTo>
                    <a:pt x="398766" y="5543392"/>
                  </a:lnTo>
                  <a:lnTo>
                    <a:pt x="398860" y="5543392"/>
                  </a:lnTo>
                  <a:lnTo>
                    <a:pt x="398954" y="5543392"/>
                  </a:lnTo>
                  <a:lnTo>
                    <a:pt x="399048" y="5543392"/>
                  </a:lnTo>
                  <a:lnTo>
                    <a:pt x="399142" y="5543392"/>
                  </a:lnTo>
                  <a:lnTo>
                    <a:pt x="399236" y="5543392"/>
                  </a:lnTo>
                  <a:lnTo>
                    <a:pt x="399330" y="5543392"/>
                  </a:lnTo>
                  <a:lnTo>
                    <a:pt x="399424" y="5543392"/>
                  </a:lnTo>
                  <a:lnTo>
                    <a:pt x="399518" y="5543392"/>
                  </a:lnTo>
                  <a:lnTo>
                    <a:pt x="399612" y="5543392"/>
                  </a:lnTo>
                  <a:lnTo>
                    <a:pt x="399706" y="5543392"/>
                  </a:lnTo>
                  <a:lnTo>
                    <a:pt x="399800" y="5543392"/>
                  </a:lnTo>
                  <a:lnTo>
                    <a:pt x="399894" y="5543392"/>
                  </a:lnTo>
                  <a:lnTo>
                    <a:pt x="399988" y="5543392"/>
                  </a:lnTo>
                  <a:lnTo>
                    <a:pt x="400082" y="5543392"/>
                  </a:lnTo>
                  <a:lnTo>
                    <a:pt x="400176" y="5543392"/>
                  </a:lnTo>
                  <a:lnTo>
                    <a:pt x="400270" y="5543392"/>
                  </a:lnTo>
                  <a:lnTo>
                    <a:pt x="400364" y="5543392"/>
                  </a:lnTo>
                  <a:lnTo>
                    <a:pt x="400458" y="5543392"/>
                  </a:lnTo>
                  <a:lnTo>
                    <a:pt x="400553" y="5543392"/>
                  </a:lnTo>
                  <a:lnTo>
                    <a:pt x="400647" y="5543392"/>
                  </a:lnTo>
                  <a:lnTo>
                    <a:pt x="400741" y="5543392"/>
                  </a:lnTo>
                  <a:lnTo>
                    <a:pt x="400835" y="5543392"/>
                  </a:lnTo>
                  <a:lnTo>
                    <a:pt x="400929" y="5543392"/>
                  </a:lnTo>
                  <a:lnTo>
                    <a:pt x="400929" y="5538112"/>
                  </a:lnTo>
                  <a:lnTo>
                    <a:pt x="401023" y="5538112"/>
                  </a:lnTo>
                  <a:lnTo>
                    <a:pt x="401117" y="5538112"/>
                  </a:lnTo>
                  <a:lnTo>
                    <a:pt x="401211" y="5538112"/>
                  </a:lnTo>
                  <a:lnTo>
                    <a:pt x="401305" y="5538112"/>
                  </a:lnTo>
                  <a:lnTo>
                    <a:pt x="401305" y="5532833"/>
                  </a:lnTo>
                  <a:lnTo>
                    <a:pt x="401399" y="5532833"/>
                  </a:lnTo>
                  <a:lnTo>
                    <a:pt x="401493" y="5532833"/>
                  </a:lnTo>
                  <a:lnTo>
                    <a:pt x="401587" y="5532833"/>
                  </a:lnTo>
                  <a:lnTo>
                    <a:pt x="401681" y="5532833"/>
                  </a:lnTo>
                  <a:lnTo>
                    <a:pt x="401775" y="5532833"/>
                  </a:lnTo>
                  <a:lnTo>
                    <a:pt x="401869" y="5532833"/>
                  </a:lnTo>
                  <a:lnTo>
                    <a:pt x="401963" y="5532833"/>
                  </a:lnTo>
                  <a:lnTo>
                    <a:pt x="402057" y="5532833"/>
                  </a:lnTo>
                  <a:lnTo>
                    <a:pt x="402151" y="5532833"/>
                  </a:lnTo>
                  <a:lnTo>
                    <a:pt x="402245" y="5532833"/>
                  </a:lnTo>
                  <a:lnTo>
                    <a:pt x="402339" y="5532833"/>
                  </a:lnTo>
                  <a:lnTo>
                    <a:pt x="402433" y="5532833"/>
                  </a:lnTo>
                  <a:lnTo>
                    <a:pt x="402527" y="5532833"/>
                  </a:lnTo>
                  <a:lnTo>
                    <a:pt x="402621" y="5532833"/>
                  </a:lnTo>
                  <a:lnTo>
                    <a:pt x="402715" y="5532833"/>
                  </a:lnTo>
                  <a:lnTo>
                    <a:pt x="402809" y="5532833"/>
                  </a:lnTo>
                  <a:lnTo>
                    <a:pt x="402903" y="5532833"/>
                  </a:lnTo>
                  <a:lnTo>
                    <a:pt x="402997" y="5532833"/>
                  </a:lnTo>
                  <a:lnTo>
                    <a:pt x="402997" y="5527554"/>
                  </a:lnTo>
                  <a:lnTo>
                    <a:pt x="403091" y="5527554"/>
                  </a:lnTo>
                  <a:lnTo>
                    <a:pt x="403185" y="5527554"/>
                  </a:lnTo>
                  <a:lnTo>
                    <a:pt x="403279" y="5527554"/>
                  </a:lnTo>
                  <a:lnTo>
                    <a:pt x="403373" y="5527554"/>
                  </a:lnTo>
                  <a:lnTo>
                    <a:pt x="403467" y="5527554"/>
                  </a:lnTo>
                  <a:lnTo>
                    <a:pt x="403561" y="5527554"/>
                  </a:lnTo>
                  <a:lnTo>
                    <a:pt x="403655" y="5527554"/>
                  </a:lnTo>
                  <a:lnTo>
                    <a:pt x="403749" y="5527554"/>
                  </a:lnTo>
                  <a:lnTo>
                    <a:pt x="403843" y="5527554"/>
                  </a:lnTo>
                  <a:lnTo>
                    <a:pt x="403937" y="5527554"/>
                  </a:lnTo>
                  <a:lnTo>
                    <a:pt x="404031" y="5527554"/>
                  </a:lnTo>
                  <a:lnTo>
                    <a:pt x="404126" y="5527554"/>
                  </a:lnTo>
                  <a:lnTo>
                    <a:pt x="404220" y="5527554"/>
                  </a:lnTo>
                  <a:lnTo>
                    <a:pt x="404314" y="5527554"/>
                  </a:lnTo>
                  <a:lnTo>
                    <a:pt x="404408" y="5527554"/>
                  </a:lnTo>
                  <a:lnTo>
                    <a:pt x="404502" y="5527554"/>
                  </a:lnTo>
                  <a:lnTo>
                    <a:pt x="404596" y="5527554"/>
                  </a:lnTo>
                  <a:lnTo>
                    <a:pt x="404690" y="5527554"/>
                  </a:lnTo>
                  <a:lnTo>
                    <a:pt x="404784" y="5527554"/>
                  </a:lnTo>
                  <a:lnTo>
                    <a:pt x="404878" y="5527554"/>
                  </a:lnTo>
                  <a:lnTo>
                    <a:pt x="404972" y="5527554"/>
                  </a:lnTo>
                  <a:lnTo>
                    <a:pt x="405066" y="5527554"/>
                  </a:lnTo>
                  <a:lnTo>
                    <a:pt x="405160" y="5527554"/>
                  </a:lnTo>
                  <a:lnTo>
                    <a:pt x="405254" y="5527554"/>
                  </a:lnTo>
                  <a:lnTo>
                    <a:pt x="405348" y="5527554"/>
                  </a:lnTo>
                  <a:lnTo>
                    <a:pt x="405442" y="5527554"/>
                  </a:lnTo>
                  <a:lnTo>
                    <a:pt x="405536" y="5527554"/>
                  </a:lnTo>
                  <a:lnTo>
                    <a:pt x="405630" y="5527554"/>
                  </a:lnTo>
                  <a:lnTo>
                    <a:pt x="405724" y="5527554"/>
                  </a:lnTo>
                  <a:lnTo>
                    <a:pt x="405818" y="5527554"/>
                  </a:lnTo>
                  <a:lnTo>
                    <a:pt x="405912" y="5527554"/>
                  </a:lnTo>
                  <a:lnTo>
                    <a:pt x="406006" y="5527554"/>
                  </a:lnTo>
                  <a:lnTo>
                    <a:pt x="406100" y="5527554"/>
                  </a:lnTo>
                  <a:lnTo>
                    <a:pt x="406194" y="5527554"/>
                  </a:lnTo>
                  <a:lnTo>
                    <a:pt x="406288" y="5527554"/>
                  </a:lnTo>
                  <a:lnTo>
                    <a:pt x="406382" y="5527554"/>
                  </a:lnTo>
                  <a:lnTo>
                    <a:pt x="406476" y="5527554"/>
                  </a:lnTo>
                  <a:lnTo>
                    <a:pt x="406570" y="5527554"/>
                  </a:lnTo>
                  <a:lnTo>
                    <a:pt x="406664" y="5527554"/>
                  </a:lnTo>
                  <a:lnTo>
                    <a:pt x="406758" y="5527554"/>
                  </a:lnTo>
                  <a:lnTo>
                    <a:pt x="406852" y="5527554"/>
                  </a:lnTo>
                  <a:lnTo>
                    <a:pt x="406946" y="5527554"/>
                  </a:lnTo>
                  <a:lnTo>
                    <a:pt x="407040" y="5527554"/>
                  </a:lnTo>
                  <a:lnTo>
                    <a:pt x="407134" y="5527554"/>
                  </a:lnTo>
                  <a:lnTo>
                    <a:pt x="407228" y="5527554"/>
                  </a:lnTo>
                  <a:lnTo>
                    <a:pt x="407322" y="5527554"/>
                  </a:lnTo>
                  <a:lnTo>
                    <a:pt x="407416" y="5527554"/>
                  </a:lnTo>
                  <a:lnTo>
                    <a:pt x="407510" y="5527554"/>
                  </a:lnTo>
                  <a:lnTo>
                    <a:pt x="407605" y="5527554"/>
                  </a:lnTo>
                  <a:lnTo>
                    <a:pt x="407699" y="5527554"/>
                  </a:lnTo>
                  <a:lnTo>
                    <a:pt x="407793" y="5527554"/>
                  </a:lnTo>
                  <a:lnTo>
                    <a:pt x="407887" y="5527554"/>
                  </a:lnTo>
                  <a:lnTo>
                    <a:pt x="407981" y="5527554"/>
                  </a:lnTo>
                  <a:lnTo>
                    <a:pt x="408075" y="5527554"/>
                  </a:lnTo>
                  <a:lnTo>
                    <a:pt x="408169" y="5527554"/>
                  </a:lnTo>
                  <a:lnTo>
                    <a:pt x="408263" y="5527554"/>
                  </a:lnTo>
                  <a:lnTo>
                    <a:pt x="408357" y="5527554"/>
                  </a:lnTo>
                  <a:lnTo>
                    <a:pt x="408451" y="5527554"/>
                  </a:lnTo>
                  <a:lnTo>
                    <a:pt x="408545" y="5527554"/>
                  </a:lnTo>
                  <a:lnTo>
                    <a:pt x="408639" y="5527554"/>
                  </a:lnTo>
                  <a:lnTo>
                    <a:pt x="408733" y="5527554"/>
                  </a:lnTo>
                  <a:lnTo>
                    <a:pt x="408827" y="5527554"/>
                  </a:lnTo>
                  <a:lnTo>
                    <a:pt x="408921" y="5527554"/>
                  </a:lnTo>
                  <a:lnTo>
                    <a:pt x="409015" y="5527554"/>
                  </a:lnTo>
                  <a:lnTo>
                    <a:pt x="409109" y="5527554"/>
                  </a:lnTo>
                  <a:lnTo>
                    <a:pt x="409203" y="5527554"/>
                  </a:lnTo>
                  <a:lnTo>
                    <a:pt x="409297" y="5527554"/>
                  </a:lnTo>
                  <a:lnTo>
                    <a:pt x="409391" y="5527554"/>
                  </a:lnTo>
                  <a:lnTo>
                    <a:pt x="409485" y="5527554"/>
                  </a:lnTo>
                  <a:lnTo>
                    <a:pt x="409579" y="5527554"/>
                  </a:lnTo>
                  <a:lnTo>
                    <a:pt x="409673" y="5527554"/>
                  </a:lnTo>
                  <a:lnTo>
                    <a:pt x="409767" y="5527554"/>
                  </a:lnTo>
                  <a:lnTo>
                    <a:pt x="409861" y="5527554"/>
                  </a:lnTo>
                  <a:lnTo>
                    <a:pt x="409955" y="5527554"/>
                  </a:lnTo>
                  <a:lnTo>
                    <a:pt x="410049" y="5527554"/>
                  </a:lnTo>
                  <a:lnTo>
                    <a:pt x="410143" y="5527554"/>
                  </a:lnTo>
                  <a:lnTo>
                    <a:pt x="410237" y="5527554"/>
                  </a:lnTo>
                  <a:lnTo>
                    <a:pt x="410331" y="5527554"/>
                  </a:lnTo>
                  <a:lnTo>
                    <a:pt x="410425" y="5527554"/>
                  </a:lnTo>
                  <a:lnTo>
                    <a:pt x="410519" y="5527554"/>
                  </a:lnTo>
                  <a:lnTo>
                    <a:pt x="410613" y="5527554"/>
                  </a:lnTo>
                  <a:lnTo>
                    <a:pt x="410707" y="5527554"/>
                  </a:lnTo>
                  <a:lnTo>
                    <a:pt x="410801" y="5527554"/>
                  </a:lnTo>
                  <a:lnTo>
                    <a:pt x="410895" y="5527554"/>
                  </a:lnTo>
                  <a:lnTo>
                    <a:pt x="410989" y="5527554"/>
                  </a:lnTo>
                  <a:lnTo>
                    <a:pt x="411083" y="5527554"/>
                  </a:lnTo>
                  <a:lnTo>
                    <a:pt x="411178" y="5527554"/>
                  </a:lnTo>
                  <a:lnTo>
                    <a:pt x="411272" y="5527554"/>
                  </a:lnTo>
                  <a:lnTo>
                    <a:pt x="411366" y="5527554"/>
                  </a:lnTo>
                  <a:lnTo>
                    <a:pt x="411460" y="5527554"/>
                  </a:lnTo>
                  <a:lnTo>
                    <a:pt x="411554" y="5527554"/>
                  </a:lnTo>
                  <a:lnTo>
                    <a:pt x="411648" y="5527554"/>
                  </a:lnTo>
                  <a:lnTo>
                    <a:pt x="411742" y="5527554"/>
                  </a:lnTo>
                  <a:lnTo>
                    <a:pt x="411836" y="5527554"/>
                  </a:lnTo>
                  <a:lnTo>
                    <a:pt x="411930" y="5527554"/>
                  </a:lnTo>
                  <a:lnTo>
                    <a:pt x="412024" y="5527554"/>
                  </a:lnTo>
                  <a:lnTo>
                    <a:pt x="412118" y="5527554"/>
                  </a:lnTo>
                  <a:lnTo>
                    <a:pt x="412212" y="5527554"/>
                  </a:lnTo>
                  <a:lnTo>
                    <a:pt x="412306" y="5527554"/>
                  </a:lnTo>
                  <a:lnTo>
                    <a:pt x="412400" y="5527554"/>
                  </a:lnTo>
                  <a:lnTo>
                    <a:pt x="412494" y="5527554"/>
                  </a:lnTo>
                  <a:lnTo>
                    <a:pt x="412588" y="5527554"/>
                  </a:lnTo>
                  <a:lnTo>
                    <a:pt x="412682" y="5527554"/>
                  </a:lnTo>
                  <a:lnTo>
                    <a:pt x="412776" y="5527554"/>
                  </a:lnTo>
                  <a:lnTo>
                    <a:pt x="412870" y="5527554"/>
                  </a:lnTo>
                  <a:lnTo>
                    <a:pt x="412964" y="5527554"/>
                  </a:lnTo>
                  <a:lnTo>
                    <a:pt x="413058" y="5527554"/>
                  </a:lnTo>
                  <a:lnTo>
                    <a:pt x="413152" y="5527554"/>
                  </a:lnTo>
                  <a:lnTo>
                    <a:pt x="413246" y="5527554"/>
                  </a:lnTo>
                  <a:lnTo>
                    <a:pt x="413340" y="5527554"/>
                  </a:lnTo>
                  <a:lnTo>
                    <a:pt x="413434" y="5527554"/>
                  </a:lnTo>
                  <a:lnTo>
                    <a:pt x="413528" y="5527554"/>
                  </a:lnTo>
                  <a:lnTo>
                    <a:pt x="413622" y="5527554"/>
                  </a:lnTo>
                  <a:lnTo>
                    <a:pt x="413716" y="5527554"/>
                  </a:lnTo>
                  <a:lnTo>
                    <a:pt x="413810" y="5527554"/>
                  </a:lnTo>
                  <a:lnTo>
                    <a:pt x="413904" y="5527554"/>
                  </a:lnTo>
                  <a:lnTo>
                    <a:pt x="413998" y="5527554"/>
                  </a:lnTo>
                  <a:lnTo>
                    <a:pt x="414092" y="5527554"/>
                  </a:lnTo>
                  <a:lnTo>
                    <a:pt x="414186" y="5527554"/>
                  </a:lnTo>
                  <a:lnTo>
                    <a:pt x="414280" y="5527554"/>
                  </a:lnTo>
                  <a:lnTo>
                    <a:pt x="414374" y="5527554"/>
                  </a:lnTo>
                  <a:lnTo>
                    <a:pt x="414468" y="5527554"/>
                  </a:lnTo>
                  <a:lnTo>
                    <a:pt x="414562" y="5527554"/>
                  </a:lnTo>
                  <a:lnTo>
                    <a:pt x="414656" y="5527554"/>
                  </a:lnTo>
                  <a:lnTo>
                    <a:pt x="414751" y="5527554"/>
                  </a:lnTo>
                  <a:lnTo>
                    <a:pt x="414845" y="5527554"/>
                  </a:lnTo>
                  <a:lnTo>
                    <a:pt x="414939" y="5527554"/>
                  </a:lnTo>
                  <a:lnTo>
                    <a:pt x="415033" y="5527554"/>
                  </a:lnTo>
                  <a:lnTo>
                    <a:pt x="415127" y="5527554"/>
                  </a:lnTo>
                  <a:lnTo>
                    <a:pt x="415221" y="5527554"/>
                  </a:lnTo>
                  <a:lnTo>
                    <a:pt x="415315" y="5527554"/>
                  </a:lnTo>
                  <a:lnTo>
                    <a:pt x="415409" y="5527554"/>
                  </a:lnTo>
                  <a:lnTo>
                    <a:pt x="415503" y="5527554"/>
                  </a:lnTo>
                  <a:lnTo>
                    <a:pt x="415597" y="5527554"/>
                  </a:lnTo>
                  <a:lnTo>
                    <a:pt x="415691" y="5527554"/>
                  </a:lnTo>
                  <a:lnTo>
                    <a:pt x="415785" y="5527554"/>
                  </a:lnTo>
                  <a:lnTo>
                    <a:pt x="415879" y="5527554"/>
                  </a:lnTo>
                  <a:lnTo>
                    <a:pt x="415973" y="5527554"/>
                  </a:lnTo>
                  <a:lnTo>
                    <a:pt x="416067" y="5527554"/>
                  </a:lnTo>
                  <a:lnTo>
                    <a:pt x="416161" y="5527554"/>
                  </a:lnTo>
                  <a:lnTo>
                    <a:pt x="416255" y="5527554"/>
                  </a:lnTo>
                  <a:lnTo>
                    <a:pt x="416349" y="5527554"/>
                  </a:lnTo>
                  <a:lnTo>
                    <a:pt x="416349" y="5522274"/>
                  </a:lnTo>
                  <a:lnTo>
                    <a:pt x="416443" y="5522274"/>
                  </a:lnTo>
                  <a:lnTo>
                    <a:pt x="416537" y="5522274"/>
                  </a:lnTo>
                  <a:lnTo>
                    <a:pt x="416631" y="5522274"/>
                  </a:lnTo>
                  <a:lnTo>
                    <a:pt x="416725" y="5522274"/>
                  </a:lnTo>
                  <a:lnTo>
                    <a:pt x="416819" y="5522274"/>
                  </a:lnTo>
                  <a:lnTo>
                    <a:pt x="416913" y="5522274"/>
                  </a:lnTo>
                  <a:lnTo>
                    <a:pt x="417007" y="5522274"/>
                  </a:lnTo>
                  <a:lnTo>
                    <a:pt x="417101" y="5522274"/>
                  </a:lnTo>
                  <a:lnTo>
                    <a:pt x="417195" y="5522274"/>
                  </a:lnTo>
                  <a:lnTo>
                    <a:pt x="417289" y="5522274"/>
                  </a:lnTo>
                  <a:lnTo>
                    <a:pt x="417383" y="5522274"/>
                  </a:lnTo>
                  <a:lnTo>
                    <a:pt x="417477" y="5522274"/>
                  </a:lnTo>
                  <a:lnTo>
                    <a:pt x="417571" y="5522274"/>
                  </a:lnTo>
                  <a:lnTo>
                    <a:pt x="417665" y="5522274"/>
                  </a:lnTo>
                  <a:lnTo>
                    <a:pt x="417759" y="5522274"/>
                  </a:lnTo>
                  <a:lnTo>
                    <a:pt x="417853" y="5522274"/>
                  </a:lnTo>
                  <a:lnTo>
                    <a:pt x="417947" y="5522274"/>
                  </a:lnTo>
                  <a:lnTo>
                    <a:pt x="417947" y="5516995"/>
                  </a:lnTo>
                  <a:lnTo>
                    <a:pt x="418041" y="5516995"/>
                  </a:lnTo>
                  <a:lnTo>
                    <a:pt x="418135" y="5516995"/>
                  </a:lnTo>
                  <a:lnTo>
                    <a:pt x="418230" y="5516995"/>
                  </a:lnTo>
                  <a:lnTo>
                    <a:pt x="418324" y="5516995"/>
                  </a:lnTo>
                  <a:lnTo>
                    <a:pt x="418418" y="5516995"/>
                  </a:lnTo>
                  <a:lnTo>
                    <a:pt x="418512" y="5516995"/>
                  </a:lnTo>
                  <a:lnTo>
                    <a:pt x="418606" y="5516995"/>
                  </a:lnTo>
                  <a:lnTo>
                    <a:pt x="418700" y="5516995"/>
                  </a:lnTo>
                  <a:lnTo>
                    <a:pt x="418794" y="5516995"/>
                  </a:lnTo>
                  <a:lnTo>
                    <a:pt x="418888" y="5516995"/>
                  </a:lnTo>
                  <a:lnTo>
                    <a:pt x="418982" y="5516995"/>
                  </a:lnTo>
                  <a:lnTo>
                    <a:pt x="419076" y="5516995"/>
                  </a:lnTo>
                  <a:lnTo>
                    <a:pt x="419170" y="5516995"/>
                  </a:lnTo>
                  <a:lnTo>
                    <a:pt x="419264" y="5516995"/>
                  </a:lnTo>
                  <a:lnTo>
                    <a:pt x="419358" y="5516995"/>
                  </a:lnTo>
                  <a:lnTo>
                    <a:pt x="419452" y="5516995"/>
                  </a:lnTo>
                  <a:lnTo>
                    <a:pt x="419546" y="5516995"/>
                  </a:lnTo>
                  <a:lnTo>
                    <a:pt x="419640" y="5516995"/>
                  </a:lnTo>
                  <a:lnTo>
                    <a:pt x="419734" y="5516995"/>
                  </a:lnTo>
                  <a:lnTo>
                    <a:pt x="419828" y="5516995"/>
                  </a:lnTo>
                  <a:lnTo>
                    <a:pt x="419922" y="5516995"/>
                  </a:lnTo>
                  <a:lnTo>
                    <a:pt x="420016" y="5516995"/>
                  </a:lnTo>
                  <a:lnTo>
                    <a:pt x="420110" y="5516995"/>
                  </a:lnTo>
                  <a:lnTo>
                    <a:pt x="420204" y="5516995"/>
                  </a:lnTo>
                  <a:lnTo>
                    <a:pt x="420298" y="5516995"/>
                  </a:lnTo>
                  <a:lnTo>
                    <a:pt x="420392" y="5516995"/>
                  </a:lnTo>
                  <a:lnTo>
                    <a:pt x="420486" y="5516995"/>
                  </a:lnTo>
                  <a:lnTo>
                    <a:pt x="420580" y="5516995"/>
                  </a:lnTo>
                  <a:lnTo>
                    <a:pt x="420674" y="5516995"/>
                  </a:lnTo>
                  <a:lnTo>
                    <a:pt x="420768" y="5516995"/>
                  </a:lnTo>
                  <a:lnTo>
                    <a:pt x="420862" y="5516995"/>
                  </a:lnTo>
                  <a:lnTo>
                    <a:pt x="420956" y="5516995"/>
                  </a:lnTo>
                  <a:lnTo>
                    <a:pt x="421050" y="5516995"/>
                  </a:lnTo>
                  <a:lnTo>
                    <a:pt x="421144" y="5516995"/>
                  </a:lnTo>
                  <a:lnTo>
                    <a:pt x="421238" y="5516995"/>
                  </a:lnTo>
                  <a:lnTo>
                    <a:pt x="421332" y="5516995"/>
                  </a:lnTo>
                  <a:lnTo>
                    <a:pt x="421426" y="5516995"/>
                  </a:lnTo>
                  <a:lnTo>
                    <a:pt x="421520" y="5516995"/>
                  </a:lnTo>
                  <a:lnTo>
                    <a:pt x="421614" y="5516995"/>
                  </a:lnTo>
                  <a:lnTo>
                    <a:pt x="421708" y="5516995"/>
                  </a:lnTo>
                  <a:lnTo>
                    <a:pt x="421803" y="5516995"/>
                  </a:lnTo>
                  <a:lnTo>
                    <a:pt x="421897" y="5516995"/>
                  </a:lnTo>
                  <a:lnTo>
                    <a:pt x="421991" y="5516995"/>
                  </a:lnTo>
                  <a:lnTo>
                    <a:pt x="422085" y="5516995"/>
                  </a:lnTo>
                  <a:lnTo>
                    <a:pt x="422179" y="5516995"/>
                  </a:lnTo>
                  <a:lnTo>
                    <a:pt x="422179" y="5511715"/>
                  </a:lnTo>
                  <a:lnTo>
                    <a:pt x="422273" y="5511715"/>
                  </a:lnTo>
                  <a:lnTo>
                    <a:pt x="422367" y="5511715"/>
                  </a:lnTo>
                  <a:lnTo>
                    <a:pt x="422461" y="5511715"/>
                  </a:lnTo>
                  <a:lnTo>
                    <a:pt x="422555" y="5511715"/>
                  </a:lnTo>
                  <a:lnTo>
                    <a:pt x="422649" y="5511715"/>
                  </a:lnTo>
                  <a:lnTo>
                    <a:pt x="422743" y="5511715"/>
                  </a:lnTo>
                  <a:lnTo>
                    <a:pt x="422837" y="5511715"/>
                  </a:lnTo>
                  <a:lnTo>
                    <a:pt x="422931" y="5511715"/>
                  </a:lnTo>
                  <a:lnTo>
                    <a:pt x="423025" y="5511715"/>
                  </a:lnTo>
                  <a:lnTo>
                    <a:pt x="423119" y="5511715"/>
                  </a:lnTo>
                  <a:lnTo>
                    <a:pt x="423213" y="5511715"/>
                  </a:lnTo>
                  <a:lnTo>
                    <a:pt x="423307" y="5511715"/>
                  </a:lnTo>
                  <a:lnTo>
                    <a:pt x="423401" y="5511715"/>
                  </a:lnTo>
                  <a:lnTo>
                    <a:pt x="423495" y="5511715"/>
                  </a:lnTo>
                  <a:lnTo>
                    <a:pt x="423589" y="5511715"/>
                  </a:lnTo>
                  <a:lnTo>
                    <a:pt x="423683" y="5511715"/>
                  </a:lnTo>
                  <a:lnTo>
                    <a:pt x="423777" y="5511715"/>
                  </a:lnTo>
                  <a:lnTo>
                    <a:pt x="423871" y="5511715"/>
                  </a:lnTo>
                  <a:lnTo>
                    <a:pt x="423965" y="5511715"/>
                  </a:lnTo>
                  <a:lnTo>
                    <a:pt x="424059" y="5511715"/>
                  </a:lnTo>
                  <a:lnTo>
                    <a:pt x="424153" y="5511715"/>
                  </a:lnTo>
                  <a:lnTo>
                    <a:pt x="424153" y="5506436"/>
                  </a:lnTo>
                  <a:lnTo>
                    <a:pt x="424247" y="5506436"/>
                  </a:lnTo>
                  <a:lnTo>
                    <a:pt x="424341" y="5506436"/>
                  </a:lnTo>
                  <a:lnTo>
                    <a:pt x="424435" y="5506436"/>
                  </a:lnTo>
                  <a:lnTo>
                    <a:pt x="424529" y="5506436"/>
                  </a:lnTo>
                  <a:lnTo>
                    <a:pt x="424623" y="5506436"/>
                  </a:lnTo>
                  <a:lnTo>
                    <a:pt x="424717" y="5506436"/>
                  </a:lnTo>
                  <a:lnTo>
                    <a:pt x="424811" y="5506436"/>
                  </a:lnTo>
                  <a:lnTo>
                    <a:pt x="424905" y="5506436"/>
                  </a:lnTo>
                  <a:lnTo>
                    <a:pt x="424999" y="5506436"/>
                  </a:lnTo>
                  <a:lnTo>
                    <a:pt x="425093" y="5506436"/>
                  </a:lnTo>
                  <a:lnTo>
                    <a:pt x="425093" y="5501157"/>
                  </a:lnTo>
                  <a:lnTo>
                    <a:pt x="425187" y="5501157"/>
                  </a:lnTo>
                  <a:lnTo>
                    <a:pt x="425281" y="5501157"/>
                  </a:lnTo>
                  <a:lnTo>
                    <a:pt x="425376" y="5501157"/>
                  </a:lnTo>
                  <a:lnTo>
                    <a:pt x="425470" y="5501157"/>
                  </a:lnTo>
                  <a:lnTo>
                    <a:pt x="425564" y="5501157"/>
                  </a:lnTo>
                  <a:lnTo>
                    <a:pt x="425658" y="5501157"/>
                  </a:lnTo>
                  <a:lnTo>
                    <a:pt x="425752" y="5501157"/>
                  </a:lnTo>
                  <a:lnTo>
                    <a:pt x="425846" y="5501157"/>
                  </a:lnTo>
                  <a:lnTo>
                    <a:pt x="425940" y="5501157"/>
                  </a:lnTo>
                  <a:lnTo>
                    <a:pt x="426034" y="5501157"/>
                  </a:lnTo>
                  <a:lnTo>
                    <a:pt x="426128" y="5501157"/>
                  </a:lnTo>
                  <a:lnTo>
                    <a:pt x="426222" y="5501157"/>
                  </a:lnTo>
                  <a:lnTo>
                    <a:pt x="426316" y="5501157"/>
                  </a:lnTo>
                  <a:lnTo>
                    <a:pt x="426410" y="5501157"/>
                  </a:lnTo>
                  <a:lnTo>
                    <a:pt x="426504" y="5501157"/>
                  </a:lnTo>
                  <a:lnTo>
                    <a:pt x="426598" y="5501157"/>
                  </a:lnTo>
                  <a:lnTo>
                    <a:pt x="426692" y="5501157"/>
                  </a:lnTo>
                  <a:lnTo>
                    <a:pt x="426786" y="5501157"/>
                  </a:lnTo>
                  <a:lnTo>
                    <a:pt x="426880" y="5501157"/>
                  </a:lnTo>
                  <a:lnTo>
                    <a:pt x="426974" y="5501157"/>
                  </a:lnTo>
                  <a:lnTo>
                    <a:pt x="427068" y="5501157"/>
                  </a:lnTo>
                  <a:lnTo>
                    <a:pt x="427162" y="5501157"/>
                  </a:lnTo>
                  <a:lnTo>
                    <a:pt x="427256" y="5501157"/>
                  </a:lnTo>
                  <a:lnTo>
                    <a:pt x="427350" y="5501157"/>
                  </a:lnTo>
                  <a:lnTo>
                    <a:pt x="427444" y="5501157"/>
                  </a:lnTo>
                  <a:lnTo>
                    <a:pt x="427538" y="5501157"/>
                  </a:lnTo>
                  <a:lnTo>
                    <a:pt x="427632" y="5501157"/>
                  </a:lnTo>
                  <a:lnTo>
                    <a:pt x="427726" y="5501157"/>
                  </a:lnTo>
                  <a:lnTo>
                    <a:pt x="427820" y="5501157"/>
                  </a:lnTo>
                  <a:lnTo>
                    <a:pt x="427914" y="5501157"/>
                  </a:lnTo>
                  <a:lnTo>
                    <a:pt x="428008" y="5501157"/>
                  </a:lnTo>
                  <a:lnTo>
                    <a:pt x="428008" y="5495877"/>
                  </a:lnTo>
                  <a:lnTo>
                    <a:pt x="428102" y="5495877"/>
                  </a:lnTo>
                  <a:lnTo>
                    <a:pt x="428196" y="5495877"/>
                  </a:lnTo>
                  <a:lnTo>
                    <a:pt x="428290" y="5495877"/>
                  </a:lnTo>
                  <a:lnTo>
                    <a:pt x="428384" y="5495877"/>
                  </a:lnTo>
                  <a:lnTo>
                    <a:pt x="428478" y="5495877"/>
                  </a:lnTo>
                  <a:lnTo>
                    <a:pt x="428572" y="5495877"/>
                  </a:lnTo>
                  <a:lnTo>
                    <a:pt x="428666" y="5495877"/>
                  </a:lnTo>
                  <a:lnTo>
                    <a:pt x="428760" y="5495877"/>
                  </a:lnTo>
                  <a:lnTo>
                    <a:pt x="428855" y="5495877"/>
                  </a:lnTo>
                  <a:lnTo>
                    <a:pt x="428949" y="5495877"/>
                  </a:lnTo>
                  <a:lnTo>
                    <a:pt x="429043" y="5495877"/>
                  </a:lnTo>
                  <a:lnTo>
                    <a:pt x="429137" y="5495877"/>
                  </a:lnTo>
                  <a:lnTo>
                    <a:pt x="429231" y="5495877"/>
                  </a:lnTo>
                  <a:lnTo>
                    <a:pt x="429325" y="5495877"/>
                  </a:lnTo>
                  <a:lnTo>
                    <a:pt x="429419" y="5495877"/>
                  </a:lnTo>
                  <a:lnTo>
                    <a:pt x="429513" y="5495877"/>
                  </a:lnTo>
                  <a:lnTo>
                    <a:pt x="429607" y="5495877"/>
                  </a:lnTo>
                  <a:lnTo>
                    <a:pt x="429701" y="5495877"/>
                  </a:lnTo>
                  <a:lnTo>
                    <a:pt x="429795" y="5495877"/>
                  </a:lnTo>
                  <a:lnTo>
                    <a:pt x="429889" y="5495877"/>
                  </a:lnTo>
                  <a:lnTo>
                    <a:pt x="429983" y="5495877"/>
                  </a:lnTo>
                  <a:lnTo>
                    <a:pt x="430077" y="5495877"/>
                  </a:lnTo>
                  <a:lnTo>
                    <a:pt x="430077" y="5490598"/>
                  </a:lnTo>
                  <a:lnTo>
                    <a:pt x="430171" y="5490598"/>
                  </a:lnTo>
                  <a:lnTo>
                    <a:pt x="430265" y="5490598"/>
                  </a:lnTo>
                  <a:lnTo>
                    <a:pt x="430359" y="5490598"/>
                  </a:lnTo>
                  <a:lnTo>
                    <a:pt x="430453" y="5490598"/>
                  </a:lnTo>
                  <a:lnTo>
                    <a:pt x="430547" y="5490598"/>
                  </a:lnTo>
                  <a:lnTo>
                    <a:pt x="430641" y="5490598"/>
                  </a:lnTo>
                  <a:lnTo>
                    <a:pt x="430735" y="5490598"/>
                  </a:lnTo>
                  <a:lnTo>
                    <a:pt x="430829" y="5490598"/>
                  </a:lnTo>
                  <a:lnTo>
                    <a:pt x="430923" y="5490598"/>
                  </a:lnTo>
                  <a:lnTo>
                    <a:pt x="431017" y="5490598"/>
                  </a:lnTo>
                  <a:lnTo>
                    <a:pt x="431017" y="5485318"/>
                  </a:lnTo>
                  <a:lnTo>
                    <a:pt x="431111" y="5485318"/>
                  </a:lnTo>
                  <a:lnTo>
                    <a:pt x="431205" y="5485318"/>
                  </a:lnTo>
                  <a:lnTo>
                    <a:pt x="431299" y="5485318"/>
                  </a:lnTo>
                  <a:lnTo>
                    <a:pt x="431393" y="5485318"/>
                  </a:lnTo>
                  <a:lnTo>
                    <a:pt x="431487" y="5485318"/>
                  </a:lnTo>
                  <a:lnTo>
                    <a:pt x="431581" y="5485318"/>
                  </a:lnTo>
                  <a:lnTo>
                    <a:pt x="431675" y="5485318"/>
                  </a:lnTo>
                  <a:lnTo>
                    <a:pt x="431769" y="5485318"/>
                  </a:lnTo>
                  <a:lnTo>
                    <a:pt x="431863" y="5485318"/>
                  </a:lnTo>
                  <a:lnTo>
                    <a:pt x="431957" y="5485318"/>
                  </a:lnTo>
                  <a:lnTo>
                    <a:pt x="432051" y="5485318"/>
                  </a:lnTo>
                  <a:lnTo>
                    <a:pt x="432145" y="5485318"/>
                  </a:lnTo>
                  <a:lnTo>
                    <a:pt x="432239" y="5485318"/>
                  </a:lnTo>
                  <a:lnTo>
                    <a:pt x="432333" y="5485318"/>
                  </a:lnTo>
                  <a:lnTo>
                    <a:pt x="432428" y="5485318"/>
                  </a:lnTo>
                  <a:lnTo>
                    <a:pt x="432522" y="5485318"/>
                  </a:lnTo>
                  <a:lnTo>
                    <a:pt x="432616" y="5485318"/>
                  </a:lnTo>
                  <a:lnTo>
                    <a:pt x="432710" y="5485318"/>
                  </a:lnTo>
                  <a:lnTo>
                    <a:pt x="432804" y="5485318"/>
                  </a:lnTo>
                  <a:lnTo>
                    <a:pt x="432898" y="5485318"/>
                  </a:lnTo>
                  <a:lnTo>
                    <a:pt x="432992" y="5485318"/>
                  </a:lnTo>
                  <a:lnTo>
                    <a:pt x="433086" y="5485318"/>
                  </a:lnTo>
                  <a:lnTo>
                    <a:pt x="433180" y="5485318"/>
                  </a:lnTo>
                  <a:lnTo>
                    <a:pt x="433274" y="5485318"/>
                  </a:lnTo>
                  <a:lnTo>
                    <a:pt x="433368" y="5485318"/>
                  </a:lnTo>
                  <a:lnTo>
                    <a:pt x="433462" y="5485318"/>
                  </a:lnTo>
                  <a:lnTo>
                    <a:pt x="433556" y="5485318"/>
                  </a:lnTo>
                  <a:lnTo>
                    <a:pt x="433650" y="5485318"/>
                  </a:lnTo>
                  <a:lnTo>
                    <a:pt x="433744" y="5485318"/>
                  </a:lnTo>
                  <a:lnTo>
                    <a:pt x="433838" y="5485318"/>
                  </a:lnTo>
                  <a:lnTo>
                    <a:pt x="433932" y="5485318"/>
                  </a:lnTo>
                  <a:lnTo>
                    <a:pt x="434026" y="5485318"/>
                  </a:lnTo>
                  <a:lnTo>
                    <a:pt x="434120" y="5485318"/>
                  </a:lnTo>
                  <a:lnTo>
                    <a:pt x="434120" y="5480039"/>
                  </a:lnTo>
                  <a:lnTo>
                    <a:pt x="434214" y="5480039"/>
                  </a:lnTo>
                  <a:lnTo>
                    <a:pt x="434308" y="5480039"/>
                  </a:lnTo>
                  <a:lnTo>
                    <a:pt x="434402" y="5480039"/>
                  </a:lnTo>
                  <a:lnTo>
                    <a:pt x="434496" y="5480039"/>
                  </a:lnTo>
                  <a:lnTo>
                    <a:pt x="434590" y="5480039"/>
                  </a:lnTo>
                  <a:lnTo>
                    <a:pt x="434684" y="5480039"/>
                  </a:lnTo>
                  <a:lnTo>
                    <a:pt x="434778" y="5480039"/>
                  </a:lnTo>
                  <a:lnTo>
                    <a:pt x="434872" y="5480039"/>
                  </a:lnTo>
                  <a:lnTo>
                    <a:pt x="434966" y="5480039"/>
                  </a:lnTo>
                  <a:lnTo>
                    <a:pt x="435060" y="5480039"/>
                  </a:lnTo>
                  <a:lnTo>
                    <a:pt x="435154" y="5480039"/>
                  </a:lnTo>
                  <a:lnTo>
                    <a:pt x="435248" y="5480039"/>
                  </a:lnTo>
                  <a:lnTo>
                    <a:pt x="435342" y="5480039"/>
                  </a:lnTo>
                  <a:lnTo>
                    <a:pt x="435436" y="5480039"/>
                  </a:lnTo>
                  <a:lnTo>
                    <a:pt x="435530" y="5480039"/>
                  </a:lnTo>
                  <a:lnTo>
                    <a:pt x="435624" y="5480039"/>
                  </a:lnTo>
                  <a:lnTo>
                    <a:pt x="435718" y="5480039"/>
                  </a:lnTo>
                  <a:lnTo>
                    <a:pt x="435718" y="5474759"/>
                  </a:lnTo>
                  <a:lnTo>
                    <a:pt x="435812" y="5474759"/>
                  </a:lnTo>
                  <a:lnTo>
                    <a:pt x="435906" y="5474759"/>
                  </a:lnTo>
                  <a:lnTo>
                    <a:pt x="436001" y="5474759"/>
                  </a:lnTo>
                  <a:lnTo>
                    <a:pt x="436095" y="5474759"/>
                  </a:lnTo>
                  <a:lnTo>
                    <a:pt x="436189" y="5474759"/>
                  </a:lnTo>
                  <a:lnTo>
                    <a:pt x="436283" y="5474759"/>
                  </a:lnTo>
                  <a:lnTo>
                    <a:pt x="436377" y="5474759"/>
                  </a:lnTo>
                  <a:lnTo>
                    <a:pt x="436471" y="5474759"/>
                  </a:lnTo>
                  <a:lnTo>
                    <a:pt x="436565" y="5474759"/>
                  </a:lnTo>
                  <a:lnTo>
                    <a:pt x="436565" y="5469480"/>
                  </a:lnTo>
                  <a:lnTo>
                    <a:pt x="436659" y="5469480"/>
                  </a:lnTo>
                  <a:lnTo>
                    <a:pt x="436753" y="5469480"/>
                  </a:lnTo>
                  <a:lnTo>
                    <a:pt x="436753" y="5464201"/>
                  </a:lnTo>
                  <a:lnTo>
                    <a:pt x="436847" y="5464201"/>
                  </a:lnTo>
                  <a:lnTo>
                    <a:pt x="436941" y="5464201"/>
                  </a:lnTo>
                  <a:lnTo>
                    <a:pt x="437035" y="5464201"/>
                  </a:lnTo>
                  <a:lnTo>
                    <a:pt x="437129" y="5464201"/>
                  </a:lnTo>
                  <a:lnTo>
                    <a:pt x="437129" y="5458921"/>
                  </a:lnTo>
                  <a:lnTo>
                    <a:pt x="437223" y="5458921"/>
                  </a:lnTo>
                  <a:lnTo>
                    <a:pt x="437317" y="5458921"/>
                  </a:lnTo>
                  <a:lnTo>
                    <a:pt x="437411" y="5458921"/>
                  </a:lnTo>
                  <a:lnTo>
                    <a:pt x="437505" y="5458921"/>
                  </a:lnTo>
                  <a:lnTo>
                    <a:pt x="437599" y="5458921"/>
                  </a:lnTo>
                  <a:lnTo>
                    <a:pt x="437693" y="5458921"/>
                  </a:lnTo>
                  <a:lnTo>
                    <a:pt x="437787" y="5458921"/>
                  </a:lnTo>
                  <a:lnTo>
                    <a:pt x="437881" y="5458921"/>
                  </a:lnTo>
                  <a:lnTo>
                    <a:pt x="437975" y="5458921"/>
                  </a:lnTo>
                  <a:lnTo>
                    <a:pt x="438069" y="5458921"/>
                  </a:lnTo>
                  <a:lnTo>
                    <a:pt x="438163" y="5458921"/>
                  </a:lnTo>
                  <a:lnTo>
                    <a:pt x="438257" y="5458921"/>
                  </a:lnTo>
                  <a:lnTo>
                    <a:pt x="438351" y="5458921"/>
                  </a:lnTo>
                  <a:lnTo>
                    <a:pt x="438445" y="5458921"/>
                  </a:lnTo>
                  <a:lnTo>
                    <a:pt x="438539" y="5458921"/>
                  </a:lnTo>
                  <a:lnTo>
                    <a:pt x="438633" y="5458921"/>
                  </a:lnTo>
                  <a:lnTo>
                    <a:pt x="438727" y="5458921"/>
                  </a:lnTo>
                  <a:lnTo>
                    <a:pt x="438821" y="5458921"/>
                  </a:lnTo>
                  <a:lnTo>
                    <a:pt x="438821" y="5453642"/>
                  </a:lnTo>
                  <a:lnTo>
                    <a:pt x="438915" y="5453642"/>
                  </a:lnTo>
                  <a:lnTo>
                    <a:pt x="439009" y="5453642"/>
                  </a:lnTo>
                  <a:lnTo>
                    <a:pt x="439103" y="5453642"/>
                  </a:lnTo>
                  <a:lnTo>
                    <a:pt x="439197" y="5453642"/>
                  </a:lnTo>
                  <a:lnTo>
                    <a:pt x="439291" y="5453642"/>
                  </a:lnTo>
                  <a:lnTo>
                    <a:pt x="439385" y="5453642"/>
                  </a:lnTo>
                  <a:lnTo>
                    <a:pt x="439480" y="5453642"/>
                  </a:lnTo>
                  <a:lnTo>
                    <a:pt x="439480" y="5448362"/>
                  </a:lnTo>
                  <a:lnTo>
                    <a:pt x="439574" y="5448362"/>
                  </a:lnTo>
                  <a:lnTo>
                    <a:pt x="439668" y="5448362"/>
                  </a:lnTo>
                  <a:lnTo>
                    <a:pt x="439762" y="5448362"/>
                  </a:lnTo>
                  <a:lnTo>
                    <a:pt x="439856" y="5448362"/>
                  </a:lnTo>
                  <a:lnTo>
                    <a:pt x="439950" y="5448362"/>
                  </a:lnTo>
                  <a:lnTo>
                    <a:pt x="440044" y="5448362"/>
                  </a:lnTo>
                  <a:lnTo>
                    <a:pt x="440138" y="5448362"/>
                  </a:lnTo>
                  <a:lnTo>
                    <a:pt x="440232" y="5448362"/>
                  </a:lnTo>
                  <a:lnTo>
                    <a:pt x="440232" y="5443083"/>
                  </a:lnTo>
                  <a:lnTo>
                    <a:pt x="440326" y="5443083"/>
                  </a:lnTo>
                  <a:lnTo>
                    <a:pt x="440420" y="5443083"/>
                  </a:lnTo>
                  <a:lnTo>
                    <a:pt x="440514" y="5443083"/>
                  </a:lnTo>
                  <a:lnTo>
                    <a:pt x="440608" y="5443083"/>
                  </a:lnTo>
                  <a:lnTo>
                    <a:pt x="440702" y="5443083"/>
                  </a:lnTo>
                  <a:lnTo>
                    <a:pt x="440796" y="5443083"/>
                  </a:lnTo>
                  <a:lnTo>
                    <a:pt x="440890" y="5443083"/>
                  </a:lnTo>
                  <a:lnTo>
                    <a:pt x="440984" y="5443083"/>
                  </a:lnTo>
                  <a:lnTo>
                    <a:pt x="441078" y="5443083"/>
                  </a:lnTo>
                  <a:lnTo>
                    <a:pt x="441172" y="5443083"/>
                  </a:lnTo>
                  <a:lnTo>
                    <a:pt x="441266" y="5443083"/>
                  </a:lnTo>
                  <a:lnTo>
                    <a:pt x="441360" y="5443083"/>
                  </a:lnTo>
                  <a:lnTo>
                    <a:pt x="441454" y="5443083"/>
                  </a:lnTo>
                  <a:lnTo>
                    <a:pt x="441548" y="5443083"/>
                  </a:lnTo>
                  <a:lnTo>
                    <a:pt x="441642" y="5443083"/>
                  </a:lnTo>
                  <a:lnTo>
                    <a:pt x="441736" y="5443083"/>
                  </a:lnTo>
                  <a:lnTo>
                    <a:pt x="441830" y="5443083"/>
                  </a:lnTo>
                  <a:lnTo>
                    <a:pt x="441924" y="5443083"/>
                  </a:lnTo>
                  <a:lnTo>
                    <a:pt x="442018" y="5443083"/>
                  </a:lnTo>
                  <a:lnTo>
                    <a:pt x="442112" y="5443083"/>
                  </a:lnTo>
                  <a:lnTo>
                    <a:pt x="442206" y="5443083"/>
                  </a:lnTo>
                  <a:lnTo>
                    <a:pt x="442300" y="5443083"/>
                  </a:lnTo>
                  <a:lnTo>
                    <a:pt x="442394" y="5443083"/>
                  </a:lnTo>
                  <a:lnTo>
                    <a:pt x="442488" y="5443083"/>
                  </a:lnTo>
                  <a:lnTo>
                    <a:pt x="442582" y="5443083"/>
                  </a:lnTo>
                  <a:lnTo>
                    <a:pt x="442676" y="5443083"/>
                  </a:lnTo>
                  <a:lnTo>
                    <a:pt x="442770" y="5443083"/>
                  </a:lnTo>
                  <a:lnTo>
                    <a:pt x="442864" y="5443083"/>
                  </a:lnTo>
                  <a:lnTo>
                    <a:pt x="442958" y="5443083"/>
                  </a:lnTo>
                  <a:lnTo>
                    <a:pt x="443053" y="5443083"/>
                  </a:lnTo>
                  <a:lnTo>
                    <a:pt x="443147" y="5443083"/>
                  </a:lnTo>
                  <a:lnTo>
                    <a:pt x="443241" y="5443083"/>
                  </a:lnTo>
                  <a:lnTo>
                    <a:pt x="443335" y="5443083"/>
                  </a:lnTo>
                  <a:lnTo>
                    <a:pt x="443429" y="5443083"/>
                  </a:lnTo>
                  <a:lnTo>
                    <a:pt x="443523" y="5443083"/>
                  </a:lnTo>
                  <a:lnTo>
                    <a:pt x="443617" y="5443083"/>
                  </a:lnTo>
                  <a:lnTo>
                    <a:pt x="443711" y="5443083"/>
                  </a:lnTo>
                  <a:lnTo>
                    <a:pt x="443805" y="5443083"/>
                  </a:lnTo>
                  <a:lnTo>
                    <a:pt x="443899" y="5443083"/>
                  </a:lnTo>
                  <a:lnTo>
                    <a:pt x="443993" y="5443083"/>
                  </a:lnTo>
                  <a:lnTo>
                    <a:pt x="444087" y="5443083"/>
                  </a:lnTo>
                  <a:lnTo>
                    <a:pt x="444181" y="5443083"/>
                  </a:lnTo>
                  <a:lnTo>
                    <a:pt x="444275" y="5443083"/>
                  </a:lnTo>
                  <a:lnTo>
                    <a:pt x="444369" y="5443083"/>
                  </a:lnTo>
                  <a:lnTo>
                    <a:pt x="444463" y="5443083"/>
                  </a:lnTo>
                  <a:lnTo>
                    <a:pt x="444557" y="5443083"/>
                  </a:lnTo>
                  <a:lnTo>
                    <a:pt x="444651" y="5443083"/>
                  </a:lnTo>
                  <a:lnTo>
                    <a:pt x="444745" y="5443083"/>
                  </a:lnTo>
                  <a:lnTo>
                    <a:pt x="444839" y="5443083"/>
                  </a:lnTo>
                  <a:lnTo>
                    <a:pt x="444933" y="5443083"/>
                  </a:lnTo>
                  <a:lnTo>
                    <a:pt x="445027" y="5443083"/>
                  </a:lnTo>
                  <a:lnTo>
                    <a:pt x="445121" y="5443083"/>
                  </a:lnTo>
                  <a:lnTo>
                    <a:pt x="445215" y="5443083"/>
                  </a:lnTo>
                  <a:lnTo>
                    <a:pt x="445309" y="5443083"/>
                  </a:lnTo>
                  <a:lnTo>
                    <a:pt x="445403" y="5443083"/>
                  </a:lnTo>
                  <a:lnTo>
                    <a:pt x="445497" y="5443083"/>
                  </a:lnTo>
                  <a:lnTo>
                    <a:pt x="445591" y="5443083"/>
                  </a:lnTo>
                  <a:lnTo>
                    <a:pt x="445685" y="5443083"/>
                  </a:lnTo>
                  <a:lnTo>
                    <a:pt x="445779" y="5443083"/>
                  </a:lnTo>
                  <a:lnTo>
                    <a:pt x="445873" y="5443083"/>
                  </a:lnTo>
                  <a:lnTo>
                    <a:pt x="445967" y="5443083"/>
                  </a:lnTo>
                  <a:lnTo>
                    <a:pt x="446061" y="5443083"/>
                  </a:lnTo>
                  <a:lnTo>
                    <a:pt x="446155" y="5443083"/>
                  </a:lnTo>
                  <a:lnTo>
                    <a:pt x="446249" y="5443083"/>
                  </a:lnTo>
                  <a:lnTo>
                    <a:pt x="446343" y="5443083"/>
                  </a:lnTo>
                  <a:lnTo>
                    <a:pt x="446437" y="5443083"/>
                  </a:lnTo>
                  <a:lnTo>
                    <a:pt x="446531" y="5443083"/>
                  </a:lnTo>
                  <a:lnTo>
                    <a:pt x="446626" y="5443083"/>
                  </a:lnTo>
                  <a:lnTo>
                    <a:pt x="446720" y="5443083"/>
                  </a:lnTo>
                  <a:lnTo>
                    <a:pt x="446814" y="5443083"/>
                  </a:lnTo>
                  <a:lnTo>
                    <a:pt x="446908" y="5443083"/>
                  </a:lnTo>
                  <a:lnTo>
                    <a:pt x="447002" y="5443083"/>
                  </a:lnTo>
                  <a:lnTo>
                    <a:pt x="447096" y="5443083"/>
                  </a:lnTo>
                  <a:lnTo>
                    <a:pt x="447190" y="5443083"/>
                  </a:lnTo>
                  <a:lnTo>
                    <a:pt x="447284" y="5443083"/>
                  </a:lnTo>
                  <a:lnTo>
                    <a:pt x="447378" y="5443083"/>
                  </a:lnTo>
                  <a:lnTo>
                    <a:pt x="447472" y="5443083"/>
                  </a:lnTo>
                  <a:lnTo>
                    <a:pt x="447566" y="5443083"/>
                  </a:lnTo>
                  <a:lnTo>
                    <a:pt x="447660" y="5443083"/>
                  </a:lnTo>
                  <a:lnTo>
                    <a:pt x="447754" y="5443083"/>
                  </a:lnTo>
                  <a:lnTo>
                    <a:pt x="447848" y="5443083"/>
                  </a:lnTo>
                  <a:lnTo>
                    <a:pt x="447942" y="5443083"/>
                  </a:lnTo>
                  <a:lnTo>
                    <a:pt x="448036" y="5443083"/>
                  </a:lnTo>
                  <a:lnTo>
                    <a:pt x="448130" y="5443083"/>
                  </a:lnTo>
                  <a:lnTo>
                    <a:pt x="448224" y="5443083"/>
                  </a:lnTo>
                  <a:lnTo>
                    <a:pt x="448318" y="5443083"/>
                  </a:lnTo>
                  <a:lnTo>
                    <a:pt x="448412" y="5443083"/>
                  </a:lnTo>
                  <a:lnTo>
                    <a:pt x="448506" y="5443083"/>
                  </a:lnTo>
                  <a:lnTo>
                    <a:pt x="448600" y="5443083"/>
                  </a:lnTo>
                  <a:lnTo>
                    <a:pt x="448600" y="5437803"/>
                  </a:lnTo>
                  <a:lnTo>
                    <a:pt x="448694" y="5437803"/>
                  </a:lnTo>
                  <a:lnTo>
                    <a:pt x="448788" y="5437803"/>
                  </a:lnTo>
                  <a:lnTo>
                    <a:pt x="448882" y="5437803"/>
                  </a:lnTo>
                  <a:lnTo>
                    <a:pt x="448976" y="5437803"/>
                  </a:lnTo>
                  <a:lnTo>
                    <a:pt x="449070" y="5437803"/>
                  </a:lnTo>
                  <a:lnTo>
                    <a:pt x="449164" y="5437803"/>
                  </a:lnTo>
                  <a:lnTo>
                    <a:pt x="449258" y="5437803"/>
                  </a:lnTo>
                  <a:lnTo>
                    <a:pt x="449352" y="5437803"/>
                  </a:lnTo>
                  <a:lnTo>
                    <a:pt x="449446" y="5437803"/>
                  </a:lnTo>
                  <a:lnTo>
                    <a:pt x="449540" y="5437803"/>
                  </a:lnTo>
                  <a:lnTo>
                    <a:pt x="449634" y="5437803"/>
                  </a:lnTo>
                  <a:lnTo>
                    <a:pt x="449728" y="5437803"/>
                  </a:lnTo>
                  <a:lnTo>
                    <a:pt x="449822" y="5437803"/>
                  </a:lnTo>
                  <a:lnTo>
                    <a:pt x="449916" y="5437803"/>
                  </a:lnTo>
                  <a:lnTo>
                    <a:pt x="450010" y="5437803"/>
                  </a:lnTo>
                  <a:lnTo>
                    <a:pt x="450104" y="5437803"/>
                  </a:lnTo>
                  <a:lnTo>
                    <a:pt x="450199" y="5437803"/>
                  </a:lnTo>
                  <a:lnTo>
                    <a:pt x="450293" y="5437803"/>
                  </a:lnTo>
                  <a:lnTo>
                    <a:pt x="450387" y="5437803"/>
                  </a:lnTo>
                  <a:lnTo>
                    <a:pt x="450481" y="5437803"/>
                  </a:lnTo>
                  <a:lnTo>
                    <a:pt x="450575" y="5437803"/>
                  </a:lnTo>
                  <a:lnTo>
                    <a:pt x="450669" y="5437803"/>
                  </a:lnTo>
                  <a:lnTo>
                    <a:pt x="450763" y="5437803"/>
                  </a:lnTo>
                  <a:lnTo>
                    <a:pt x="450857" y="5437803"/>
                  </a:lnTo>
                  <a:lnTo>
                    <a:pt x="450951" y="5437803"/>
                  </a:lnTo>
                  <a:lnTo>
                    <a:pt x="451045" y="5437803"/>
                  </a:lnTo>
                  <a:lnTo>
                    <a:pt x="451139" y="5437803"/>
                  </a:lnTo>
                  <a:lnTo>
                    <a:pt x="451233" y="5437803"/>
                  </a:lnTo>
                  <a:lnTo>
                    <a:pt x="451327" y="5437803"/>
                  </a:lnTo>
                  <a:lnTo>
                    <a:pt x="451421" y="5437803"/>
                  </a:lnTo>
                  <a:lnTo>
                    <a:pt x="451515" y="5437803"/>
                  </a:lnTo>
                  <a:lnTo>
                    <a:pt x="451609" y="5437803"/>
                  </a:lnTo>
                  <a:lnTo>
                    <a:pt x="451703" y="5437803"/>
                  </a:lnTo>
                  <a:lnTo>
                    <a:pt x="451797" y="5437803"/>
                  </a:lnTo>
                  <a:lnTo>
                    <a:pt x="451891" y="5437803"/>
                  </a:lnTo>
                  <a:lnTo>
                    <a:pt x="451985" y="5437803"/>
                  </a:lnTo>
                  <a:lnTo>
                    <a:pt x="452079" y="5437803"/>
                  </a:lnTo>
                  <a:lnTo>
                    <a:pt x="452173" y="5437803"/>
                  </a:lnTo>
                  <a:lnTo>
                    <a:pt x="452267" y="5437803"/>
                  </a:lnTo>
                  <a:lnTo>
                    <a:pt x="452361" y="5437803"/>
                  </a:lnTo>
                  <a:lnTo>
                    <a:pt x="452455" y="5437803"/>
                  </a:lnTo>
                  <a:lnTo>
                    <a:pt x="452549" y="5437803"/>
                  </a:lnTo>
                  <a:lnTo>
                    <a:pt x="452643" y="5437803"/>
                  </a:lnTo>
                  <a:lnTo>
                    <a:pt x="452737" y="5437803"/>
                  </a:lnTo>
                  <a:lnTo>
                    <a:pt x="452831" y="5437803"/>
                  </a:lnTo>
                  <a:lnTo>
                    <a:pt x="452925" y="5437803"/>
                  </a:lnTo>
                  <a:lnTo>
                    <a:pt x="453019" y="5437803"/>
                  </a:lnTo>
                  <a:lnTo>
                    <a:pt x="453113" y="5437803"/>
                  </a:lnTo>
                  <a:lnTo>
                    <a:pt x="453207" y="5437803"/>
                  </a:lnTo>
                  <a:lnTo>
                    <a:pt x="453301" y="5437803"/>
                  </a:lnTo>
                  <a:lnTo>
                    <a:pt x="453395" y="5437803"/>
                  </a:lnTo>
                  <a:lnTo>
                    <a:pt x="453489" y="5437803"/>
                  </a:lnTo>
                  <a:lnTo>
                    <a:pt x="453583" y="5437803"/>
                  </a:lnTo>
                  <a:lnTo>
                    <a:pt x="453678" y="5437803"/>
                  </a:lnTo>
                  <a:lnTo>
                    <a:pt x="453678" y="5432524"/>
                  </a:lnTo>
                  <a:lnTo>
                    <a:pt x="453772" y="5432524"/>
                  </a:lnTo>
                  <a:lnTo>
                    <a:pt x="453866" y="5432524"/>
                  </a:lnTo>
                  <a:lnTo>
                    <a:pt x="453960" y="5432524"/>
                  </a:lnTo>
                  <a:lnTo>
                    <a:pt x="454054" y="5432524"/>
                  </a:lnTo>
                  <a:lnTo>
                    <a:pt x="454148" y="5432524"/>
                  </a:lnTo>
                  <a:lnTo>
                    <a:pt x="454242" y="5432524"/>
                  </a:lnTo>
                  <a:lnTo>
                    <a:pt x="454336" y="5432524"/>
                  </a:lnTo>
                  <a:lnTo>
                    <a:pt x="454430" y="5432524"/>
                  </a:lnTo>
                  <a:lnTo>
                    <a:pt x="454524" y="5432524"/>
                  </a:lnTo>
                  <a:lnTo>
                    <a:pt x="454618" y="5432524"/>
                  </a:lnTo>
                  <a:lnTo>
                    <a:pt x="454712" y="5432524"/>
                  </a:lnTo>
                  <a:lnTo>
                    <a:pt x="454806" y="5432524"/>
                  </a:lnTo>
                  <a:lnTo>
                    <a:pt x="454900" y="5432524"/>
                  </a:lnTo>
                  <a:lnTo>
                    <a:pt x="454994" y="5432524"/>
                  </a:lnTo>
                  <a:lnTo>
                    <a:pt x="455088" y="5432524"/>
                  </a:lnTo>
                  <a:lnTo>
                    <a:pt x="455182" y="5432524"/>
                  </a:lnTo>
                  <a:lnTo>
                    <a:pt x="455276" y="5432524"/>
                  </a:lnTo>
                  <a:lnTo>
                    <a:pt x="455370" y="5432524"/>
                  </a:lnTo>
                  <a:lnTo>
                    <a:pt x="455464" y="5432524"/>
                  </a:lnTo>
                  <a:lnTo>
                    <a:pt x="455558" y="5432524"/>
                  </a:lnTo>
                  <a:lnTo>
                    <a:pt x="455652" y="5432524"/>
                  </a:lnTo>
                  <a:lnTo>
                    <a:pt x="455746" y="5432524"/>
                  </a:lnTo>
                  <a:lnTo>
                    <a:pt x="455840" y="5432524"/>
                  </a:lnTo>
                  <a:lnTo>
                    <a:pt x="455934" y="5432524"/>
                  </a:lnTo>
                  <a:lnTo>
                    <a:pt x="456028" y="5432524"/>
                  </a:lnTo>
                  <a:lnTo>
                    <a:pt x="456122" y="5432524"/>
                  </a:lnTo>
                  <a:lnTo>
                    <a:pt x="456216" y="5432524"/>
                  </a:lnTo>
                  <a:lnTo>
                    <a:pt x="456310" y="5432524"/>
                  </a:lnTo>
                  <a:lnTo>
                    <a:pt x="456404" y="5432524"/>
                  </a:lnTo>
                  <a:lnTo>
                    <a:pt x="456498" y="5432524"/>
                  </a:lnTo>
                  <a:lnTo>
                    <a:pt x="456592" y="5432524"/>
                  </a:lnTo>
                  <a:lnTo>
                    <a:pt x="456686" y="5432524"/>
                  </a:lnTo>
                  <a:lnTo>
                    <a:pt x="456780" y="5432524"/>
                  </a:lnTo>
                  <a:lnTo>
                    <a:pt x="456874" y="5432524"/>
                  </a:lnTo>
                  <a:lnTo>
                    <a:pt x="456968" y="5432524"/>
                  </a:lnTo>
                  <a:lnTo>
                    <a:pt x="457062" y="5432524"/>
                  </a:lnTo>
                  <a:lnTo>
                    <a:pt x="457156" y="5432524"/>
                  </a:lnTo>
                  <a:lnTo>
                    <a:pt x="457251" y="5432524"/>
                  </a:lnTo>
                  <a:lnTo>
                    <a:pt x="457345" y="5432524"/>
                  </a:lnTo>
                  <a:lnTo>
                    <a:pt x="457439" y="5432524"/>
                  </a:lnTo>
                  <a:lnTo>
                    <a:pt x="457533" y="5432524"/>
                  </a:lnTo>
                  <a:lnTo>
                    <a:pt x="457627" y="5432524"/>
                  </a:lnTo>
                  <a:lnTo>
                    <a:pt x="457721" y="5432524"/>
                  </a:lnTo>
                  <a:lnTo>
                    <a:pt x="457815" y="5432524"/>
                  </a:lnTo>
                  <a:lnTo>
                    <a:pt x="457909" y="5432524"/>
                  </a:lnTo>
                  <a:lnTo>
                    <a:pt x="458003" y="5432524"/>
                  </a:lnTo>
                  <a:lnTo>
                    <a:pt x="458097" y="5432524"/>
                  </a:lnTo>
                  <a:lnTo>
                    <a:pt x="458191" y="5432524"/>
                  </a:lnTo>
                  <a:lnTo>
                    <a:pt x="458285" y="5432524"/>
                  </a:lnTo>
                  <a:lnTo>
                    <a:pt x="458379" y="5432524"/>
                  </a:lnTo>
                  <a:lnTo>
                    <a:pt x="458473" y="5432524"/>
                  </a:lnTo>
                  <a:lnTo>
                    <a:pt x="458567" y="5432524"/>
                  </a:lnTo>
                  <a:lnTo>
                    <a:pt x="458661" y="5432524"/>
                  </a:lnTo>
                  <a:lnTo>
                    <a:pt x="458755" y="5432524"/>
                  </a:lnTo>
                  <a:lnTo>
                    <a:pt x="458849" y="5432524"/>
                  </a:lnTo>
                  <a:lnTo>
                    <a:pt x="458943" y="5432524"/>
                  </a:lnTo>
                  <a:lnTo>
                    <a:pt x="459037" y="5432524"/>
                  </a:lnTo>
                  <a:lnTo>
                    <a:pt x="459131" y="5432524"/>
                  </a:lnTo>
                  <a:lnTo>
                    <a:pt x="459225" y="5432524"/>
                  </a:lnTo>
                  <a:lnTo>
                    <a:pt x="459319" y="5432524"/>
                  </a:lnTo>
                  <a:lnTo>
                    <a:pt x="459413" y="5432524"/>
                  </a:lnTo>
                  <a:lnTo>
                    <a:pt x="459507" y="5432524"/>
                  </a:lnTo>
                  <a:lnTo>
                    <a:pt x="459601" y="5432524"/>
                  </a:lnTo>
                  <a:lnTo>
                    <a:pt x="459695" y="5432524"/>
                  </a:lnTo>
                  <a:lnTo>
                    <a:pt x="459789" y="5432524"/>
                  </a:lnTo>
                  <a:lnTo>
                    <a:pt x="459883" y="5432524"/>
                  </a:lnTo>
                  <a:lnTo>
                    <a:pt x="459977" y="5432524"/>
                  </a:lnTo>
                  <a:lnTo>
                    <a:pt x="460071" y="5432524"/>
                  </a:lnTo>
                  <a:lnTo>
                    <a:pt x="460165" y="5432524"/>
                  </a:lnTo>
                  <a:lnTo>
                    <a:pt x="460259" y="5432524"/>
                  </a:lnTo>
                  <a:lnTo>
                    <a:pt x="460353" y="5432524"/>
                  </a:lnTo>
                  <a:lnTo>
                    <a:pt x="460447" y="5432524"/>
                  </a:lnTo>
                  <a:lnTo>
                    <a:pt x="460541" y="5432524"/>
                  </a:lnTo>
                  <a:lnTo>
                    <a:pt x="460635" y="5432524"/>
                  </a:lnTo>
                  <a:lnTo>
                    <a:pt x="460729" y="5432524"/>
                  </a:lnTo>
                  <a:lnTo>
                    <a:pt x="460824" y="5432524"/>
                  </a:lnTo>
                  <a:lnTo>
                    <a:pt x="460918" y="5432524"/>
                  </a:lnTo>
                  <a:lnTo>
                    <a:pt x="461012" y="5432524"/>
                  </a:lnTo>
                  <a:lnTo>
                    <a:pt x="461106" y="5432524"/>
                  </a:lnTo>
                  <a:lnTo>
                    <a:pt x="461200" y="5432524"/>
                  </a:lnTo>
                  <a:lnTo>
                    <a:pt x="461294" y="5432524"/>
                  </a:lnTo>
                  <a:lnTo>
                    <a:pt x="461388" y="5432524"/>
                  </a:lnTo>
                  <a:lnTo>
                    <a:pt x="461482" y="5432524"/>
                  </a:lnTo>
                  <a:lnTo>
                    <a:pt x="461576" y="5432524"/>
                  </a:lnTo>
                  <a:lnTo>
                    <a:pt x="461670" y="5432524"/>
                  </a:lnTo>
                  <a:lnTo>
                    <a:pt x="461764" y="5432524"/>
                  </a:lnTo>
                  <a:lnTo>
                    <a:pt x="461858" y="5432524"/>
                  </a:lnTo>
                  <a:lnTo>
                    <a:pt x="461952" y="5432524"/>
                  </a:lnTo>
                  <a:lnTo>
                    <a:pt x="462046" y="5432524"/>
                  </a:lnTo>
                  <a:lnTo>
                    <a:pt x="462140" y="5432524"/>
                  </a:lnTo>
                  <a:lnTo>
                    <a:pt x="462234" y="5432524"/>
                  </a:lnTo>
                  <a:lnTo>
                    <a:pt x="462328" y="5432524"/>
                  </a:lnTo>
                  <a:lnTo>
                    <a:pt x="462422" y="5432524"/>
                  </a:lnTo>
                  <a:lnTo>
                    <a:pt x="462516" y="5432524"/>
                  </a:lnTo>
                  <a:lnTo>
                    <a:pt x="462610" y="5432524"/>
                  </a:lnTo>
                  <a:lnTo>
                    <a:pt x="462704" y="5432524"/>
                  </a:lnTo>
                  <a:lnTo>
                    <a:pt x="462798" y="5432524"/>
                  </a:lnTo>
                  <a:lnTo>
                    <a:pt x="462892" y="5432524"/>
                  </a:lnTo>
                  <a:lnTo>
                    <a:pt x="462986" y="5432524"/>
                  </a:lnTo>
                  <a:lnTo>
                    <a:pt x="463080" y="5432524"/>
                  </a:lnTo>
                  <a:lnTo>
                    <a:pt x="463174" y="5432524"/>
                  </a:lnTo>
                  <a:lnTo>
                    <a:pt x="463268" y="5432524"/>
                  </a:lnTo>
                  <a:lnTo>
                    <a:pt x="463362" y="5432524"/>
                  </a:lnTo>
                  <a:lnTo>
                    <a:pt x="463456" y="5432524"/>
                  </a:lnTo>
                  <a:lnTo>
                    <a:pt x="463550" y="5432524"/>
                  </a:lnTo>
                  <a:lnTo>
                    <a:pt x="463644" y="5432524"/>
                  </a:lnTo>
                  <a:lnTo>
                    <a:pt x="463738" y="5432524"/>
                  </a:lnTo>
                  <a:lnTo>
                    <a:pt x="463832" y="5432524"/>
                  </a:lnTo>
                  <a:lnTo>
                    <a:pt x="463926" y="5432524"/>
                  </a:lnTo>
                  <a:lnTo>
                    <a:pt x="464020" y="5432524"/>
                  </a:lnTo>
                  <a:lnTo>
                    <a:pt x="464114" y="5432524"/>
                  </a:lnTo>
                  <a:lnTo>
                    <a:pt x="464208" y="5432524"/>
                  </a:lnTo>
                  <a:lnTo>
                    <a:pt x="464303" y="5432524"/>
                  </a:lnTo>
                  <a:lnTo>
                    <a:pt x="464397" y="5432524"/>
                  </a:lnTo>
                  <a:lnTo>
                    <a:pt x="464491" y="5432524"/>
                  </a:lnTo>
                  <a:lnTo>
                    <a:pt x="464585" y="5432524"/>
                  </a:lnTo>
                  <a:lnTo>
                    <a:pt x="464679" y="5432524"/>
                  </a:lnTo>
                  <a:lnTo>
                    <a:pt x="464773" y="5432524"/>
                  </a:lnTo>
                  <a:lnTo>
                    <a:pt x="464867" y="5432524"/>
                  </a:lnTo>
                  <a:lnTo>
                    <a:pt x="464961" y="5432524"/>
                  </a:lnTo>
                  <a:lnTo>
                    <a:pt x="465055" y="5432524"/>
                  </a:lnTo>
                  <a:lnTo>
                    <a:pt x="465149" y="5432524"/>
                  </a:lnTo>
                  <a:lnTo>
                    <a:pt x="465243" y="5432524"/>
                  </a:lnTo>
                  <a:lnTo>
                    <a:pt x="465337" y="5432524"/>
                  </a:lnTo>
                  <a:lnTo>
                    <a:pt x="465431" y="5432524"/>
                  </a:lnTo>
                  <a:lnTo>
                    <a:pt x="465431" y="5427245"/>
                  </a:lnTo>
                  <a:lnTo>
                    <a:pt x="465525" y="5427245"/>
                  </a:lnTo>
                  <a:lnTo>
                    <a:pt x="465619" y="5427245"/>
                  </a:lnTo>
                  <a:lnTo>
                    <a:pt x="465713" y="5427245"/>
                  </a:lnTo>
                  <a:lnTo>
                    <a:pt x="465807" y="5427245"/>
                  </a:lnTo>
                  <a:lnTo>
                    <a:pt x="465901" y="5427245"/>
                  </a:lnTo>
                  <a:lnTo>
                    <a:pt x="465995" y="5427245"/>
                  </a:lnTo>
                  <a:lnTo>
                    <a:pt x="466089" y="5427245"/>
                  </a:lnTo>
                  <a:lnTo>
                    <a:pt x="466183" y="5427245"/>
                  </a:lnTo>
                  <a:lnTo>
                    <a:pt x="466277" y="5427245"/>
                  </a:lnTo>
                  <a:lnTo>
                    <a:pt x="466371" y="5427245"/>
                  </a:lnTo>
                  <a:lnTo>
                    <a:pt x="466465" y="5427245"/>
                  </a:lnTo>
                  <a:lnTo>
                    <a:pt x="466559" y="5427245"/>
                  </a:lnTo>
                  <a:lnTo>
                    <a:pt x="466653" y="5427245"/>
                  </a:lnTo>
                  <a:lnTo>
                    <a:pt x="466747" y="5427245"/>
                  </a:lnTo>
                  <a:lnTo>
                    <a:pt x="466841" y="5427245"/>
                  </a:lnTo>
                  <a:lnTo>
                    <a:pt x="466935" y="5427245"/>
                  </a:lnTo>
                  <a:lnTo>
                    <a:pt x="467029" y="5427245"/>
                  </a:lnTo>
                  <a:lnTo>
                    <a:pt x="467123" y="5427245"/>
                  </a:lnTo>
                  <a:lnTo>
                    <a:pt x="467217" y="5427245"/>
                  </a:lnTo>
                  <a:lnTo>
                    <a:pt x="467311" y="5427245"/>
                  </a:lnTo>
                  <a:lnTo>
                    <a:pt x="467405" y="5427245"/>
                  </a:lnTo>
                  <a:lnTo>
                    <a:pt x="467499" y="5427245"/>
                  </a:lnTo>
                  <a:lnTo>
                    <a:pt x="467593" y="5427245"/>
                  </a:lnTo>
                  <a:lnTo>
                    <a:pt x="467687" y="5427245"/>
                  </a:lnTo>
                  <a:lnTo>
                    <a:pt x="467781" y="5427245"/>
                  </a:lnTo>
                  <a:lnTo>
                    <a:pt x="467876" y="5427245"/>
                  </a:lnTo>
                  <a:lnTo>
                    <a:pt x="467970" y="5427245"/>
                  </a:lnTo>
                  <a:lnTo>
                    <a:pt x="468064" y="5427245"/>
                  </a:lnTo>
                  <a:lnTo>
                    <a:pt x="468158" y="5427245"/>
                  </a:lnTo>
                  <a:lnTo>
                    <a:pt x="468252" y="5427245"/>
                  </a:lnTo>
                  <a:lnTo>
                    <a:pt x="468346" y="5427245"/>
                  </a:lnTo>
                  <a:lnTo>
                    <a:pt x="468440" y="5427245"/>
                  </a:lnTo>
                  <a:lnTo>
                    <a:pt x="468534" y="5427245"/>
                  </a:lnTo>
                  <a:lnTo>
                    <a:pt x="468628" y="5427245"/>
                  </a:lnTo>
                  <a:lnTo>
                    <a:pt x="468722" y="5427245"/>
                  </a:lnTo>
                  <a:lnTo>
                    <a:pt x="468816" y="5427245"/>
                  </a:lnTo>
                  <a:lnTo>
                    <a:pt x="468910" y="5427245"/>
                  </a:lnTo>
                  <a:lnTo>
                    <a:pt x="469004" y="5427245"/>
                  </a:lnTo>
                  <a:lnTo>
                    <a:pt x="469098" y="5427245"/>
                  </a:lnTo>
                  <a:lnTo>
                    <a:pt x="469192" y="5427245"/>
                  </a:lnTo>
                  <a:lnTo>
                    <a:pt x="469286" y="5427245"/>
                  </a:lnTo>
                  <a:lnTo>
                    <a:pt x="469380" y="5427245"/>
                  </a:lnTo>
                  <a:lnTo>
                    <a:pt x="469474" y="5427245"/>
                  </a:lnTo>
                  <a:lnTo>
                    <a:pt x="469568" y="5427245"/>
                  </a:lnTo>
                  <a:lnTo>
                    <a:pt x="469662" y="5427245"/>
                  </a:lnTo>
                  <a:lnTo>
                    <a:pt x="469756" y="5427245"/>
                  </a:lnTo>
                  <a:lnTo>
                    <a:pt x="469850" y="5427245"/>
                  </a:lnTo>
                  <a:lnTo>
                    <a:pt x="469944" y="5427245"/>
                  </a:lnTo>
                  <a:lnTo>
                    <a:pt x="470038" y="5427245"/>
                  </a:lnTo>
                  <a:lnTo>
                    <a:pt x="470132" y="5427245"/>
                  </a:lnTo>
                  <a:lnTo>
                    <a:pt x="470226" y="5427245"/>
                  </a:lnTo>
                  <a:lnTo>
                    <a:pt x="470320" y="5427245"/>
                  </a:lnTo>
                  <a:lnTo>
                    <a:pt x="470414" y="5427245"/>
                  </a:lnTo>
                  <a:lnTo>
                    <a:pt x="470508" y="5427245"/>
                  </a:lnTo>
                  <a:lnTo>
                    <a:pt x="470602" y="5427245"/>
                  </a:lnTo>
                  <a:lnTo>
                    <a:pt x="470696" y="5427245"/>
                  </a:lnTo>
                  <a:lnTo>
                    <a:pt x="470790" y="5427245"/>
                  </a:lnTo>
                  <a:lnTo>
                    <a:pt x="470884" y="5427245"/>
                  </a:lnTo>
                  <a:lnTo>
                    <a:pt x="470978" y="5427245"/>
                  </a:lnTo>
                  <a:lnTo>
                    <a:pt x="471072" y="5427245"/>
                  </a:lnTo>
                  <a:lnTo>
                    <a:pt x="471166" y="5427245"/>
                  </a:lnTo>
                  <a:lnTo>
                    <a:pt x="471260" y="5427245"/>
                  </a:lnTo>
                  <a:lnTo>
                    <a:pt x="471354" y="5427245"/>
                  </a:lnTo>
                  <a:lnTo>
                    <a:pt x="471449" y="5427245"/>
                  </a:lnTo>
                  <a:lnTo>
                    <a:pt x="471543" y="5427245"/>
                  </a:lnTo>
                  <a:lnTo>
                    <a:pt x="471637" y="5427245"/>
                  </a:lnTo>
                  <a:lnTo>
                    <a:pt x="471731" y="5427245"/>
                  </a:lnTo>
                  <a:lnTo>
                    <a:pt x="471825" y="5427245"/>
                  </a:lnTo>
                  <a:lnTo>
                    <a:pt x="471919" y="5427245"/>
                  </a:lnTo>
                  <a:lnTo>
                    <a:pt x="472013" y="5427245"/>
                  </a:lnTo>
                  <a:lnTo>
                    <a:pt x="472107" y="5427245"/>
                  </a:lnTo>
                  <a:lnTo>
                    <a:pt x="472201" y="5427245"/>
                  </a:lnTo>
                  <a:lnTo>
                    <a:pt x="472295" y="5427245"/>
                  </a:lnTo>
                  <a:lnTo>
                    <a:pt x="472389" y="5427245"/>
                  </a:lnTo>
                  <a:lnTo>
                    <a:pt x="472483" y="5427245"/>
                  </a:lnTo>
                  <a:lnTo>
                    <a:pt x="472577" y="5427245"/>
                  </a:lnTo>
                  <a:lnTo>
                    <a:pt x="472671" y="5427245"/>
                  </a:lnTo>
                  <a:lnTo>
                    <a:pt x="472765" y="5427245"/>
                  </a:lnTo>
                  <a:lnTo>
                    <a:pt x="472859" y="5427245"/>
                  </a:lnTo>
                  <a:lnTo>
                    <a:pt x="472953" y="5427245"/>
                  </a:lnTo>
                  <a:lnTo>
                    <a:pt x="473047" y="5427245"/>
                  </a:lnTo>
                  <a:lnTo>
                    <a:pt x="473141" y="5427245"/>
                  </a:lnTo>
                  <a:lnTo>
                    <a:pt x="473235" y="5427245"/>
                  </a:lnTo>
                  <a:lnTo>
                    <a:pt x="473329" y="5427245"/>
                  </a:lnTo>
                  <a:lnTo>
                    <a:pt x="473423" y="5427245"/>
                  </a:lnTo>
                  <a:lnTo>
                    <a:pt x="473517" y="5427245"/>
                  </a:lnTo>
                  <a:lnTo>
                    <a:pt x="473611" y="5427245"/>
                  </a:lnTo>
                  <a:lnTo>
                    <a:pt x="473705" y="5427245"/>
                  </a:lnTo>
                  <a:lnTo>
                    <a:pt x="473799" y="5427245"/>
                  </a:lnTo>
                  <a:lnTo>
                    <a:pt x="473893" y="5427245"/>
                  </a:lnTo>
                  <a:lnTo>
                    <a:pt x="473987" y="5427245"/>
                  </a:lnTo>
                  <a:lnTo>
                    <a:pt x="474081" y="5427245"/>
                  </a:lnTo>
                  <a:lnTo>
                    <a:pt x="474175" y="5427245"/>
                  </a:lnTo>
                  <a:lnTo>
                    <a:pt x="474269" y="5427245"/>
                  </a:lnTo>
                  <a:lnTo>
                    <a:pt x="474363" y="5427245"/>
                  </a:lnTo>
                  <a:lnTo>
                    <a:pt x="474457" y="5427245"/>
                  </a:lnTo>
                  <a:lnTo>
                    <a:pt x="474457" y="5421965"/>
                  </a:lnTo>
                  <a:lnTo>
                    <a:pt x="474551" y="5421965"/>
                  </a:lnTo>
                  <a:lnTo>
                    <a:pt x="474645" y="5421965"/>
                  </a:lnTo>
                  <a:lnTo>
                    <a:pt x="474739" y="5421965"/>
                  </a:lnTo>
                  <a:lnTo>
                    <a:pt x="474833" y="5421965"/>
                  </a:lnTo>
                  <a:lnTo>
                    <a:pt x="474928" y="5421965"/>
                  </a:lnTo>
                  <a:lnTo>
                    <a:pt x="475022" y="5421965"/>
                  </a:lnTo>
                  <a:lnTo>
                    <a:pt x="475116" y="5421965"/>
                  </a:lnTo>
                  <a:lnTo>
                    <a:pt x="475210" y="5421965"/>
                  </a:lnTo>
                  <a:lnTo>
                    <a:pt x="475304" y="5421965"/>
                  </a:lnTo>
                  <a:lnTo>
                    <a:pt x="475398" y="5421965"/>
                  </a:lnTo>
                  <a:lnTo>
                    <a:pt x="475492" y="5421965"/>
                  </a:lnTo>
                  <a:lnTo>
                    <a:pt x="475586" y="5421965"/>
                  </a:lnTo>
                  <a:lnTo>
                    <a:pt x="475680" y="5421965"/>
                  </a:lnTo>
                  <a:lnTo>
                    <a:pt x="475774" y="5421965"/>
                  </a:lnTo>
                  <a:lnTo>
                    <a:pt x="475868" y="5421965"/>
                  </a:lnTo>
                  <a:lnTo>
                    <a:pt x="475962" y="5421965"/>
                  </a:lnTo>
                  <a:lnTo>
                    <a:pt x="476056" y="5421965"/>
                  </a:lnTo>
                  <a:lnTo>
                    <a:pt x="476150" y="5421965"/>
                  </a:lnTo>
                  <a:lnTo>
                    <a:pt x="476244" y="5421965"/>
                  </a:lnTo>
                  <a:lnTo>
                    <a:pt x="476338" y="5421965"/>
                  </a:lnTo>
                  <a:lnTo>
                    <a:pt x="476432" y="5421965"/>
                  </a:lnTo>
                  <a:lnTo>
                    <a:pt x="476526" y="5421965"/>
                  </a:lnTo>
                  <a:lnTo>
                    <a:pt x="476620" y="5421965"/>
                  </a:lnTo>
                  <a:lnTo>
                    <a:pt x="476714" y="5421965"/>
                  </a:lnTo>
                  <a:lnTo>
                    <a:pt x="476808" y="5421965"/>
                  </a:lnTo>
                  <a:lnTo>
                    <a:pt x="476902" y="5421965"/>
                  </a:lnTo>
                  <a:lnTo>
                    <a:pt x="476996" y="5421965"/>
                  </a:lnTo>
                  <a:lnTo>
                    <a:pt x="477090" y="5421965"/>
                  </a:lnTo>
                  <a:lnTo>
                    <a:pt x="477184" y="5421965"/>
                  </a:lnTo>
                  <a:lnTo>
                    <a:pt x="477278" y="5421965"/>
                  </a:lnTo>
                  <a:lnTo>
                    <a:pt x="477372" y="5421965"/>
                  </a:lnTo>
                  <a:lnTo>
                    <a:pt x="477466" y="5421965"/>
                  </a:lnTo>
                  <a:lnTo>
                    <a:pt x="477560" y="5421965"/>
                  </a:lnTo>
                  <a:lnTo>
                    <a:pt x="477560" y="5416686"/>
                  </a:lnTo>
                  <a:lnTo>
                    <a:pt x="477654" y="5416686"/>
                  </a:lnTo>
                  <a:lnTo>
                    <a:pt x="477748" y="5416686"/>
                  </a:lnTo>
                  <a:lnTo>
                    <a:pt x="477842" y="5416686"/>
                  </a:lnTo>
                  <a:lnTo>
                    <a:pt x="477936" y="5416686"/>
                  </a:lnTo>
                  <a:lnTo>
                    <a:pt x="478030" y="5416686"/>
                  </a:lnTo>
                  <a:lnTo>
                    <a:pt x="478124" y="5416686"/>
                  </a:lnTo>
                  <a:lnTo>
                    <a:pt x="478218" y="5416686"/>
                  </a:lnTo>
                  <a:lnTo>
                    <a:pt x="478312" y="5416686"/>
                  </a:lnTo>
                  <a:lnTo>
                    <a:pt x="478406" y="5416686"/>
                  </a:lnTo>
                  <a:lnTo>
                    <a:pt x="478501" y="5416686"/>
                  </a:lnTo>
                  <a:lnTo>
                    <a:pt x="478595" y="5416686"/>
                  </a:lnTo>
                  <a:lnTo>
                    <a:pt x="478689" y="5416686"/>
                  </a:lnTo>
                  <a:lnTo>
                    <a:pt x="478783" y="5416686"/>
                  </a:lnTo>
                  <a:lnTo>
                    <a:pt x="478877" y="5416686"/>
                  </a:lnTo>
                  <a:lnTo>
                    <a:pt x="478971" y="5416686"/>
                  </a:lnTo>
                  <a:lnTo>
                    <a:pt x="479065" y="5416686"/>
                  </a:lnTo>
                  <a:lnTo>
                    <a:pt x="479159" y="5416686"/>
                  </a:lnTo>
                  <a:lnTo>
                    <a:pt x="479253" y="5416686"/>
                  </a:lnTo>
                  <a:lnTo>
                    <a:pt x="479347" y="5416686"/>
                  </a:lnTo>
                  <a:lnTo>
                    <a:pt x="479441" y="5416686"/>
                  </a:lnTo>
                  <a:lnTo>
                    <a:pt x="479535" y="5416686"/>
                  </a:lnTo>
                  <a:lnTo>
                    <a:pt x="479629" y="5416686"/>
                  </a:lnTo>
                  <a:lnTo>
                    <a:pt x="479723" y="5416686"/>
                  </a:lnTo>
                  <a:lnTo>
                    <a:pt x="479817" y="5416686"/>
                  </a:lnTo>
                  <a:lnTo>
                    <a:pt x="479911" y="5416686"/>
                  </a:lnTo>
                  <a:lnTo>
                    <a:pt x="480005" y="5416686"/>
                  </a:lnTo>
                  <a:lnTo>
                    <a:pt x="480099" y="5416686"/>
                  </a:lnTo>
                  <a:lnTo>
                    <a:pt x="480193" y="5416686"/>
                  </a:lnTo>
                  <a:lnTo>
                    <a:pt x="480287" y="5416686"/>
                  </a:lnTo>
                  <a:lnTo>
                    <a:pt x="480381" y="5416686"/>
                  </a:lnTo>
                  <a:lnTo>
                    <a:pt x="480475" y="5416686"/>
                  </a:lnTo>
                  <a:lnTo>
                    <a:pt x="480569" y="5416686"/>
                  </a:lnTo>
                  <a:lnTo>
                    <a:pt x="480663" y="5416686"/>
                  </a:lnTo>
                  <a:lnTo>
                    <a:pt x="480757" y="5416686"/>
                  </a:lnTo>
                  <a:lnTo>
                    <a:pt x="480851" y="5416686"/>
                  </a:lnTo>
                  <a:lnTo>
                    <a:pt x="480945" y="5416686"/>
                  </a:lnTo>
                  <a:lnTo>
                    <a:pt x="481039" y="5416686"/>
                  </a:lnTo>
                  <a:lnTo>
                    <a:pt x="481133" y="5416686"/>
                  </a:lnTo>
                  <a:lnTo>
                    <a:pt x="481227" y="5416686"/>
                  </a:lnTo>
                  <a:lnTo>
                    <a:pt x="481321" y="5416686"/>
                  </a:lnTo>
                  <a:lnTo>
                    <a:pt x="481415" y="5416686"/>
                  </a:lnTo>
                  <a:lnTo>
                    <a:pt x="481509" y="5416686"/>
                  </a:lnTo>
                  <a:lnTo>
                    <a:pt x="481603" y="5416686"/>
                  </a:lnTo>
                  <a:lnTo>
                    <a:pt x="481697" y="5416686"/>
                  </a:lnTo>
                  <a:lnTo>
                    <a:pt x="481791" y="5416686"/>
                  </a:lnTo>
                  <a:lnTo>
                    <a:pt x="481885" y="5416686"/>
                  </a:lnTo>
                  <a:lnTo>
                    <a:pt x="481979" y="5416686"/>
                  </a:lnTo>
                  <a:lnTo>
                    <a:pt x="482074" y="5416686"/>
                  </a:lnTo>
                  <a:lnTo>
                    <a:pt x="482168" y="5416686"/>
                  </a:lnTo>
                  <a:lnTo>
                    <a:pt x="482262" y="5416686"/>
                  </a:lnTo>
                  <a:lnTo>
                    <a:pt x="482356" y="5416686"/>
                  </a:lnTo>
                  <a:lnTo>
                    <a:pt x="482450" y="5416686"/>
                  </a:lnTo>
                  <a:lnTo>
                    <a:pt x="482544" y="5416686"/>
                  </a:lnTo>
                  <a:lnTo>
                    <a:pt x="482638" y="5416686"/>
                  </a:lnTo>
                  <a:lnTo>
                    <a:pt x="482732" y="5416686"/>
                  </a:lnTo>
                  <a:lnTo>
                    <a:pt x="482826" y="5416686"/>
                  </a:lnTo>
                  <a:lnTo>
                    <a:pt x="482920" y="5416686"/>
                  </a:lnTo>
                  <a:lnTo>
                    <a:pt x="483014" y="5416686"/>
                  </a:lnTo>
                  <a:lnTo>
                    <a:pt x="483108" y="5416686"/>
                  </a:lnTo>
                  <a:lnTo>
                    <a:pt x="483202" y="5416686"/>
                  </a:lnTo>
                  <a:lnTo>
                    <a:pt x="483296" y="5416686"/>
                  </a:lnTo>
                  <a:lnTo>
                    <a:pt x="483390" y="5416686"/>
                  </a:lnTo>
                  <a:lnTo>
                    <a:pt x="483484" y="5416686"/>
                  </a:lnTo>
                  <a:lnTo>
                    <a:pt x="483578" y="5416686"/>
                  </a:lnTo>
                  <a:lnTo>
                    <a:pt x="483672" y="5416686"/>
                  </a:lnTo>
                  <a:lnTo>
                    <a:pt x="483766" y="5416686"/>
                  </a:lnTo>
                  <a:lnTo>
                    <a:pt x="483860" y="5416686"/>
                  </a:lnTo>
                  <a:lnTo>
                    <a:pt x="483954" y="5416686"/>
                  </a:lnTo>
                  <a:lnTo>
                    <a:pt x="484048" y="5416686"/>
                  </a:lnTo>
                  <a:lnTo>
                    <a:pt x="484142" y="5416686"/>
                  </a:lnTo>
                  <a:lnTo>
                    <a:pt x="484236" y="5416686"/>
                  </a:lnTo>
                  <a:lnTo>
                    <a:pt x="484330" y="5416686"/>
                  </a:lnTo>
                  <a:lnTo>
                    <a:pt x="484424" y="5416686"/>
                  </a:lnTo>
                  <a:lnTo>
                    <a:pt x="484518" y="5416686"/>
                  </a:lnTo>
                  <a:lnTo>
                    <a:pt x="484612" y="5416686"/>
                  </a:lnTo>
                  <a:lnTo>
                    <a:pt x="484706" y="5416686"/>
                  </a:lnTo>
                  <a:lnTo>
                    <a:pt x="484800" y="5416686"/>
                  </a:lnTo>
                  <a:lnTo>
                    <a:pt x="484894" y="5416686"/>
                  </a:lnTo>
                  <a:lnTo>
                    <a:pt x="484988" y="5416686"/>
                  </a:lnTo>
                  <a:lnTo>
                    <a:pt x="485082" y="5416686"/>
                  </a:lnTo>
                  <a:lnTo>
                    <a:pt x="485176" y="5416686"/>
                  </a:lnTo>
                  <a:lnTo>
                    <a:pt x="485270" y="5416686"/>
                  </a:lnTo>
                  <a:lnTo>
                    <a:pt x="485364" y="5416686"/>
                  </a:lnTo>
                  <a:lnTo>
                    <a:pt x="485458" y="5416686"/>
                  </a:lnTo>
                  <a:lnTo>
                    <a:pt x="485553" y="5416686"/>
                  </a:lnTo>
                  <a:lnTo>
                    <a:pt x="485647" y="5416686"/>
                  </a:lnTo>
                  <a:lnTo>
                    <a:pt x="485741" y="5416686"/>
                  </a:lnTo>
                  <a:lnTo>
                    <a:pt x="485835" y="5416686"/>
                  </a:lnTo>
                  <a:lnTo>
                    <a:pt x="485929" y="5416686"/>
                  </a:lnTo>
                  <a:lnTo>
                    <a:pt x="486023" y="5416686"/>
                  </a:lnTo>
                  <a:lnTo>
                    <a:pt x="486117" y="5416686"/>
                  </a:lnTo>
                  <a:lnTo>
                    <a:pt x="486211" y="5416686"/>
                  </a:lnTo>
                  <a:lnTo>
                    <a:pt x="486305" y="5416686"/>
                  </a:lnTo>
                  <a:lnTo>
                    <a:pt x="486399" y="5416686"/>
                  </a:lnTo>
                  <a:lnTo>
                    <a:pt x="486493" y="5416686"/>
                  </a:lnTo>
                  <a:lnTo>
                    <a:pt x="486587" y="5416686"/>
                  </a:lnTo>
                  <a:lnTo>
                    <a:pt x="486681" y="5416686"/>
                  </a:lnTo>
                  <a:lnTo>
                    <a:pt x="486775" y="5416686"/>
                  </a:lnTo>
                  <a:lnTo>
                    <a:pt x="486869" y="5416686"/>
                  </a:lnTo>
                  <a:lnTo>
                    <a:pt x="486963" y="5416686"/>
                  </a:lnTo>
                  <a:lnTo>
                    <a:pt x="487057" y="5416686"/>
                  </a:lnTo>
                  <a:lnTo>
                    <a:pt x="487151" y="5416686"/>
                  </a:lnTo>
                  <a:lnTo>
                    <a:pt x="487151" y="5411406"/>
                  </a:lnTo>
                  <a:lnTo>
                    <a:pt x="487245" y="5411406"/>
                  </a:lnTo>
                  <a:lnTo>
                    <a:pt x="487339" y="5411406"/>
                  </a:lnTo>
                  <a:lnTo>
                    <a:pt x="487433" y="5411406"/>
                  </a:lnTo>
                  <a:lnTo>
                    <a:pt x="487527" y="5411406"/>
                  </a:lnTo>
                  <a:lnTo>
                    <a:pt x="487621" y="5411406"/>
                  </a:lnTo>
                  <a:lnTo>
                    <a:pt x="487715" y="5411406"/>
                  </a:lnTo>
                  <a:lnTo>
                    <a:pt x="487809" y="5411406"/>
                  </a:lnTo>
                  <a:lnTo>
                    <a:pt x="487903" y="5411406"/>
                  </a:lnTo>
                  <a:lnTo>
                    <a:pt x="487997" y="5411406"/>
                  </a:lnTo>
                  <a:lnTo>
                    <a:pt x="488091" y="5411406"/>
                  </a:lnTo>
                  <a:lnTo>
                    <a:pt x="488185" y="5411406"/>
                  </a:lnTo>
                  <a:lnTo>
                    <a:pt x="488279" y="5411406"/>
                  </a:lnTo>
                  <a:lnTo>
                    <a:pt x="488373" y="5411406"/>
                  </a:lnTo>
                  <a:lnTo>
                    <a:pt x="488467" y="5411406"/>
                  </a:lnTo>
                  <a:lnTo>
                    <a:pt x="488561" y="5411406"/>
                  </a:lnTo>
                  <a:lnTo>
                    <a:pt x="488655" y="5411406"/>
                  </a:lnTo>
                  <a:lnTo>
                    <a:pt x="488749" y="5411406"/>
                  </a:lnTo>
                  <a:lnTo>
                    <a:pt x="488843" y="5411406"/>
                  </a:lnTo>
                  <a:lnTo>
                    <a:pt x="488937" y="5411406"/>
                  </a:lnTo>
                  <a:lnTo>
                    <a:pt x="489031" y="5411406"/>
                  </a:lnTo>
                  <a:lnTo>
                    <a:pt x="489126" y="5411406"/>
                  </a:lnTo>
                  <a:lnTo>
                    <a:pt x="489220" y="5411406"/>
                  </a:lnTo>
                  <a:lnTo>
                    <a:pt x="489314" y="5411406"/>
                  </a:lnTo>
                  <a:lnTo>
                    <a:pt x="489408" y="5411406"/>
                  </a:lnTo>
                  <a:lnTo>
                    <a:pt x="489502" y="5411406"/>
                  </a:lnTo>
                  <a:lnTo>
                    <a:pt x="489596" y="5411406"/>
                  </a:lnTo>
                  <a:lnTo>
                    <a:pt x="489690" y="5411406"/>
                  </a:lnTo>
                  <a:lnTo>
                    <a:pt x="489784" y="5411406"/>
                  </a:lnTo>
                  <a:lnTo>
                    <a:pt x="489878" y="5411406"/>
                  </a:lnTo>
                  <a:lnTo>
                    <a:pt x="489972" y="5411406"/>
                  </a:lnTo>
                  <a:lnTo>
                    <a:pt x="490066" y="5411406"/>
                  </a:lnTo>
                  <a:lnTo>
                    <a:pt x="490160" y="5411406"/>
                  </a:lnTo>
                  <a:lnTo>
                    <a:pt x="490254" y="5411406"/>
                  </a:lnTo>
                  <a:lnTo>
                    <a:pt x="490348" y="5411406"/>
                  </a:lnTo>
                  <a:lnTo>
                    <a:pt x="490442" y="5411406"/>
                  </a:lnTo>
                  <a:lnTo>
                    <a:pt x="490536" y="5411406"/>
                  </a:lnTo>
                  <a:lnTo>
                    <a:pt x="490630" y="5411406"/>
                  </a:lnTo>
                  <a:lnTo>
                    <a:pt x="490724" y="5411406"/>
                  </a:lnTo>
                  <a:lnTo>
                    <a:pt x="490818" y="5411406"/>
                  </a:lnTo>
                  <a:lnTo>
                    <a:pt x="490912" y="5411406"/>
                  </a:lnTo>
                  <a:lnTo>
                    <a:pt x="490912" y="5406127"/>
                  </a:lnTo>
                  <a:lnTo>
                    <a:pt x="491006" y="5406127"/>
                  </a:lnTo>
                  <a:lnTo>
                    <a:pt x="491100" y="5406127"/>
                  </a:lnTo>
                  <a:lnTo>
                    <a:pt x="491194" y="5406127"/>
                  </a:lnTo>
                  <a:lnTo>
                    <a:pt x="491288" y="5406127"/>
                  </a:lnTo>
                  <a:lnTo>
                    <a:pt x="491382" y="5406127"/>
                  </a:lnTo>
                  <a:lnTo>
                    <a:pt x="491476" y="5406127"/>
                  </a:lnTo>
                  <a:lnTo>
                    <a:pt x="491570" y="5406127"/>
                  </a:lnTo>
                  <a:lnTo>
                    <a:pt x="491664" y="5406127"/>
                  </a:lnTo>
                  <a:lnTo>
                    <a:pt x="491758" y="5406127"/>
                  </a:lnTo>
                  <a:lnTo>
                    <a:pt x="491852" y="5406127"/>
                  </a:lnTo>
                  <a:lnTo>
                    <a:pt x="491946" y="5406127"/>
                  </a:lnTo>
                  <a:lnTo>
                    <a:pt x="492040" y="5406127"/>
                  </a:lnTo>
                  <a:lnTo>
                    <a:pt x="492134" y="5406127"/>
                  </a:lnTo>
                  <a:lnTo>
                    <a:pt x="492228" y="5406127"/>
                  </a:lnTo>
                  <a:lnTo>
                    <a:pt x="492322" y="5406127"/>
                  </a:lnTo>
                  <a:lnTo>
                    <a:pt x="492416" y="5406127"/>
                  </a:lnTo>
                  <a:lnTo>
                    <a:pt x="492510" y="5406127"/>
                  </a:lnTo>
                  <a:lnTo>
                    <a:pt x="492604" y="5406127"/>
                  </a:lnTo>
                  <a:lnTo>
                    <a:pt x="492699" y="5406127"/>
                  </a:lnTo>
                  <a:lnTo>
                    <a:pt x="492793" y="5406127"/>
                  </a:lnTo>
                  <a:lnTo>
                    <a:pt x="492887" y="5406127"/>
                  </a:lnTo>
                  <a:lnTo>
                    <a:pt x="492981" y="5406127"/>
                  </a:lnTo>
                  <a:lnTo>
                    <a:pt x="493075" y="5406127"/>
                  </a:lnTo>
                  <a:lnTo>
                    <a:pt x="493169" y="5406127"/>
                  </a:lnTo>
                  <a:lnTo>
                    <a:pt x="493263" y="5406127"/>
                  </a:lnTo>
                  <a:lnTo>
                    <a:pt x="493357" y="5406127"/>
                  </a:lnTo>
                  <a:lnTo>
                    <a:pt x="493451" y="5406127"/>
                  </a:lnTo>
                  <a:lnTo>
                    <a:pt x="493545" y="5406127"/>
                  </a:lnTo>
                  <a:lnTo>
                    <a:pt x="493639" y="5406127"/>
                  </a:lnTo>
                  <a:lnTo>
                    <a:pt x="493733" y="5406127"/>
                  </a:lnTo>
                  <a:lnTo>
                    <a:pt x="493827" y="5406127"/>
                  </a:lnTo>
                  <a:lnTo>
                    <a:pt x="493921" y="5406127"/>
                  </a:lnTo>
                  <a:lnTo>
                    <a:pt x="494015" y="5406127"/>
                  </a:lnTo>
                  <a:lnTo>
                    <a:pt x="494109" y="5406127"/>
                  </a:lnTo>
                  <a:lnTo>
                    <a:pt x="494203" y="5406127"/>
                  </a:lnTo>
                  <a:lnTo>
                    <a:pt x="494297" y="5406127"/>
                  </a:lnTo>
                  <a:lnTo>
                    <a:pt x="494391" y="5406127"/>
                  </a:lnTo>
                  <a:lnTo>
                    <a:pt x="494485" y="5406127"/>
                  </a:lnTo>
                  <a:lnTo>
                    <a:pt x="494579" y="5406127"/>
                  </a:lnTo>
                  <a:lnTo>
                    <a:pt x="494673" y="5406127"/>
                  </a:lnTo>
                  <a:lnTo>
                    <a:pt x="494767" y="5406127"/>
                  </a:lnTo>
                  <a:lnTo>
                    <a:pt x="494861" y="5406127"/>
                  </a:lnTo>
                  <a:lnTo>
                    <a:pt x="494955" y="5406127"/>
                  </a:lnTo>
                  <a:lnTo>
                    <a:pt x="495049" y="5406127"/>
                  </a:lnTo>
                  <a:lnTo>
                    <a:pt x="495143" y="5406127"/>
                  </a:lnTo>
                  <a:lnTo>
                    <a:pt x="495237" y="5406127"/>
                  </a:lnTo>
                  <a:lnTo>
                    <a:pt x="495331" y="5406127"/>
                  </a:lnTo>
                  <a:lnTo>
                    <a:pt x="495425" y="5406127"/>
                  </a:lnTo>
                  <a:lnTo>
                    <a:pt x="495519" y="5406127"/>
                  </a:lnTo>
                  <a:lnTo>
                    <a:pt x="495613" y="5406127"/>
                  </a:lnTo>
                  <a:lnTo>
                    <a:pt x="495707" y="5406127"/>
                  </a:lnTo>
                  <a:lnTo>
                    <a:pt x="495801" y="5406127"/>
                  </a:lnTo>
                  <a:lnTo>
                    <a:pt x="495895" y="5406127"/>
                  </a:lnTo>
                  <a:lnTo>
                    <a:pt x="495989" y="5406127"/>
                  </a:lnTo>
                  <a:lnTo>
                    <a:pt x="496083" y="5406127"/>
                  </a:lnTo>
                  <a:lnTo>
                    <a:pt x="496177" y="5406127"/>
                  </a:lnTo>
                  <a:lnTo>
                    <a:pt x="496272" y="5406127"/>
                  </a:lnTo>
                  <a:lnTo>
                    <a:pt x="496366" y="5406127"/>
                  </a:lnTo>
                  <a:lnTo>
                    <a:pt x="496460" y="5406127"/>
                  </a:lnTo>
                  <a:lnTo>
                    <a:pt x="496554" y="5406127"/>
                  </a:lnTo>
                  <a:lnTo>
                    <a:pt x="496648" y="5406127"/>
                  </a:lnTo>
                  <a:lnTo>
                    <a:pt x="496742" y="5406127"/>
                  </a:lnTo>
                  <a:lnTo>
                    <a:pt x="496836" y="5406127"/>
                  </a:lnTo>
                  <a:lnTo>
                    <a:pt x="496930" y="5406127"/>
                  </a:lnTo>
                  <a:lnTo>
                    <a:pt x="496930" y="5400848"/>
                  </a:lnTo>
                  <a:lnTo>
                    <a:pt x="497024" y="5400848"/>
                  </a:lnTo>
                  <a:lnTo>
                    <a:pt x="497118" y="5400848"/>
                  </a:lnTo>
                  <a:lnTo>
                    <a:pt x="497212" y="5400848"/>
                  </a:lnTo>
                  <a:lnTo>
                    <a:pt x="497306" y="5400848"/>
                  </a:lnTo>
                  <a:lnTo>
                    <a:pt x="497400" y="5400848"/>
                  </a:lnTo>
                  <a:lnTo>
                    <a:pt x="497494" y="5400848"/>
                  </a:lnTo>
                  <a:lnTo>
                    <a:pt x="497588" y="5400848"/>
                  </a:lnTo>
                  <a:lnTo>
                    <a:pt x="497682" y="5400848"/>
                  </a:lnTo>
                  <a:lnTo>
                    <a:pt x="497776" y="5400848"/>
                  </a:lnTo>
                  <a:lnTo>
                    <a:pt x="497870" y="5400848"/>
                  </a:lnTo>
                  <a:lnTo>
                    <a:pt x="497964" y="5400848"/>
                  </a:lnTo>
                  <a:lnTo>
                    <a:pt x="498058" y="5400848"/>
                  </a:lnTo>
                  <a:lnTo>
                    <a:pt x="498152" y="5400848"/>
                  </a:lnTo>
                  <a:lnTo>
                    <a:pt x="498246" y="5400848"/>
                  </a:lnTo>
                  <a:lnTo>
                    <a:pt x="498340" y="5400848"/>
                  </a:lnTo>
                  <a:lnTo>
                    <a:pt x="498434" y="5400848"/>
                  </a:lnTo>
                  <a:lnTo>
                    <a:pt x="498528" y="5400848"/>
                  </a:lnTo>
                  <a:lnTo>
                    <a:pt x="498622" y="5400848"/>
                  </a:lnTo>
                  <a:lnTo>
                    <a:pt x="498716" y="5400848"/>
                  </a:lnTo>
                  <a:lnTo>
                    <a:pt x="498810" y="5400848"/>
                  </a:lnTo>
                  <a:lnTo>
                    <a:pt x="498904" y="5400848"/>
                  </a:lnTo>
                  <a:lnTo>
                    <a:pt x="498998" y="5400848"/>
                  </a:lnTo>
                  <a:lnTo>
                    <a:pt x="499092" y="5400848"/>
                  </a:lnTo>
                  <a:lnTo>
                    <a:pt x="499186" y="5400848"/>
                  </a:lnTo>
                  <a:lnTo>
                    <a:pt x="499280" y="5400848"/>
                  </a:lnTo>
                  <a:lnTo>
                    <a:pt x="499374" y="5400848"/>
                  </a:lnTo>
                  <a:lnTo>
                    <a:pt x="499468" y="5400848"/>
                  </a:lnTo>
                  <a:lnTo>
                    <a:pt x="499562" y="5400848"/>
                  </a:lnTo>
                  <a:lnTo>
                    <a:pt x="499656" y="5400848"/>
                  </a:lnTo>
                  <a:lnTo>
                    <a:pt x="499751" y="5400848"/>
                  </a:lnTo>
                  <a:lnTo>
                    <a:pt x="499845" y="5400848"/>
                  </a:lnTo>
                  <a:lnTo>
                    <a:pt x="499939" y="5400848"/>
                  </a:lnTo>
                  <a:lnTo>
                    <a:pt x="500033" y="5400848"/>
                  </a:lnTo>
                  <a:lnTo>
                    <a:pt x="500127" y="5400848"/>
                  </a:lnTo>
                  <a:lnTo>
                    <a:pt x="500221" y="5400848"/>
                  </a:lnTo>
                  <a:lnTo>
                    <a:pt x="500221" y="5395568"/>
                  </a:lnTo>
                  <a:lnTo>
                    <a:pt x="500315" y="5395568"/>
                  </a:lnTo>
                  <a:lnTo>
                    <a:pt x="500409" y="5395568"/>
                  </a:lnTo>
                  <a:lnTo>
                    <a:pt x="500503" y="5395568"/>
                  </a:lnTo>
                  <a:lnTo>
                    <a:pt x="500503" y="5390289"/>
                  </a:lnTo>
                  <a:lnTo>
                    <a:pt x="500597" y="5390289"/>
                  </a:lnTo>
                  <a:lnTo>
                    <a:pt x="500691" y="5390289"/>
                  </a:lnTo>
                  <a:lnTo>
                    <a:pt x="500785" y="5390289"/>
                  </a:lnTo>
                  <a:lnTo>
                    <a:pt x="500879" y="5390289"/>
                  </a:lnTo>
                  <a:lnTo>
                    <a:pt x="500973" y="5390289"/>
                  </a:lnTo>
                  <a:lnTo>
                    <a:pt x="501067" y="5390289"/>
                  </a:lnTo>
                  <a:lnTo>
                    <a:pt x="501067" y="5385009"/>
                  </a:lnTo>
                  <a:lnTo>
                    <a:pt x="501161" y="5385009"/>
                  </a:lnTo>
                  <a:lnTo>
                    <a:pt x="501255" y="5385009"/>
                  </a:lnTo>
                  <a:lnTo>
                    <a:pt x="501349" y="5385009"/>
                  </a:lnTo>
                  <a:lnTo>
                    <a:pt x="501443" y="5385009"/>
                  </a:lnTo>
                  <a:lnTo>
                    <a:pt x="501443" y="5379730"/>
                  </a:lnTo>
                  <a:lnTo>
                    <a:pt x="501537" y="5379730"/>
                  </a:lnTo>
                  <a:lnTo>
                    <a:pt x="501631" y="5379730"/>
                  </a:lnTo>
                  <a:lnTo>
                    <a:pt x="501725" y="5379730"/>
                  </a:lnTo>
                  <a:lnTo>
                    <a:pt x="501819" y="5379730"/>
                  </a:lnTo>
                  <a:lnTo>
                    <a:pt x="501913" y="5379730"/>
                  </a:lnTo>
                  <a:lnTo>
                    <a:pt x="502007" y="5379730"/>
                  </a:lnTo>
                  <a:lnTo>
                    <a:pt x="502101" y="5379730"/>
                  </a:lnTo>
                  <a:lnTo>
                    <a:pt x="502195" y="5379730"/>
                  </a:lnTo>
                  <a:lnTo>
                    <a:pt x="502289" y="5379730"/>
                  </a:lnTo>
                  <a:lnTo>
                    <a:pt x="502383" y="5379730"/>
                  </a:lnTo>
                  <a:lnTo>
                    <a:pt x="502477" y="5379730"/>
                  </a:lnTo>
                  <a:lnTo>
                    <a:pt x="502571" y="5379730"/>
                  </a:lnTo>
                  <a:lnTo>
                    <a:pt x="502571" y="5374450"/>
                  </a:lnTo>
                  <a:lnTo>
                    <a:pt x="502665" y="5374450"/>
                  </a:lnTo>
                  <a:lnTo>
                    <a:pt x="502759" y="5374450"/>
                  </a:lnTo>
                  <a:lnTo>
                    <a:pt x="502853" y="5374450"/>
                  </a:lnTo>
                  <a:lnTo>
                    <a:pt x="502947" y="5374450"/>
                  </a:lnTo>
                  <a:lnTo>
                    <a:pt x="503041" y="5374450"/>
                  </a:lnTo>
                  <a:lnTo>
                    <a:pt x="503135" y="5374450"/>
                  </a:lnTo>
                  <a:lnTo>
                    <a:pt x="503229" y="5374450"/>
                  </a:lnTo>
                  <a:lnTo>
                    <a:pt x="503324" y="5374450"/>
                  </a:lnTo>
                  <a:lnTo>
                    <a:pt x="503418" y="5374450"/>
                  </a:lnTo>
                  <a:lnTo>
                    <a:pt x="503512" y="5374450"/>
                  </a:lnTo>
                  <a:lnTo>
                    <a:pt x="503606" y="5374450"/>
                  </a:lnTo>
                  <a:lnTo>
                    <a:pt x="503700" y="5374450"/>
                  </a:lnTo>
                  <a:lnTo>
                    <a:pt x="503794" y="5374450"/>
                  </a:lnTo>
                  <a:lnTo>
                    <a:pt x="503888" y="5374450"/>
                  </a:lnTo>
                  <a:lnTo>
                    <a:pt x="503982" y="5374450"/>
                  </a:lnTo>
                  <a:lnTo>
                    <a:pt x="504076" y="5374450"/>
                  </a:lnTo>
                  <a:lnTo>
                    <a:pt x="504170" y="5374450"/>
                  </a:lnTo>
                  <a:lnTo>
                    <a:pt x="504170" y="5369171"/>
                  </a:lnTo>
                  <a:lnTo>
                    <a:pt x="504264" y="5369171"/>
                  </a:lnTo>
                  <a:lnTo>
                    <a:pt x="504358" y="5369171"/>
                  </a:lnTo>
                  <a:lnTo>
                    <a:pt x="504452" y="5369171"/>
                  </a:lnTo>
                  <a:lnTo>
                    <a:pt x="504546" y="5369171"/>
                  </a:lnTo>
                  <a:lnTo>
                    <a:pt x="504640" y="5369171"/>
                  </a:lnTo>
                  <a:lnTo>
                    <a:pt x="504734" y="5369171"/>
                  </a:lnTo>
                  <a:lnTo>
                    <a:pt x="504828" y="5369171"/>
                  </a:lnTo>
                  <a:lnTo>
                    <a:pt x="504922" y="5369171"/>
                  </a:lnTo>
                  <a:lnTo>
                    <a:pt x="505016" y="5369171"/>
                  </a:lnTo>
                  <a:lnTo>
                    <a:pt x="505110" y="5369171"/>
                  </a:lnTo>
                  <a:lnTo>
                    <a:pt x="505204" y="5369171"/>
                  </a:lnTo>
                  <a:lnTo>
                    <a:pt x="505298" y="5369171"/>
                  </a:lnTo>
                  <a:lnTo>
                    <a:pt x="505392" y="5369171"/>
                  </a:lnTo>
                  <a:lnTo>
                    <a:pt x="505486" y="5369171"/>
                  </a:lnTo>
                  <a:lnTo>
                    <a:pt x="505580" y="5369171"/>
                  </a:lnTo>
                  <a:lnTo>
                    <a:pt x="505674" y="5369171"/>
                  </a:lnTo>
                  <a:lnTo>
                    <a:pt x="505768" y="5369171"/>
                  </a:lnTo>
                  <a:lnTo>
                    <a:pt x="505862" y="5369171"/>
                  </a:lnTo>
                  <a:lnTo>
                    <a:pt x="505956" y="5369171"/>
                  </a:lnTo>
                  <a:lnTo>
                    <a:pt x="506050" y="5369171"/>
                  </a:lnTo>
                  <a:lnTo>
                    <a:pt x="506144" y="5369171"/>
                  </a:lnTo>
                  <a:lnTo>
                    <a:pt x="506238" y="5369171"/>
                  </a:lnTo>
                  <a:lnTo>
                    <a:pt x="506332" y="5369171"/>
                  </a:lnTo>
                  <a:lnTo>
                    <a:pt x="506426" y="5369171"/>
                  </a:lnTo>
                  <a:lnTo>
                    <a:pt x="506520" y="5369171"/>
                  </a:lnTo>
                  <a:lnTo>
                    <a:pt x="506614" y="5369171"/>
                  </a:lnTo>
                  <a:lnTo>
                    <a:pt x="506708" y="5369171"/>
                  </a:lnTo>
                  <a:lnTo>
                    <a:pt x="506802" y="5369171"/>
                  </a:lnTo>
                  <a:lnTo>
                    <a:pt x="506897" y="5369171"/>
                  </a:lnTo>
                  <a:lnTo>
                    <a:pt x="506991" y="5369171"/>
                  </a:lnTo>
                  <a:lnTo>
                    <a:pt x="507085" y="5369171"/>
                  </a:lnTo>
                  <a:lnTo>
                    <a:pt x="507179" y="5369171"/>
                  </a:lnTo>
                  <a:lnTo>
                    <a:pt x="507273" y="5369171"/>
                  </a:lnTo>
                  <a:lnTo>
                    <a:pt x="507367" y="5369171"/>
                  </a:lnTo>
                  <a:lnTo>
                    <a:pt x="507461" y="5369171"/>
                  </a:lnTo>
                  <a:lnTo>
                    <a:pt x="507555" y="5369171"/>
                  </a:lnTo>
                  <a:lnTo>
                    <a:pt x="507649" y="5369171"/>
                  </a:lnTo>
                  <a:lnTo>
                    <a:pt x="507743" y="5369171"/>
                  </a:lnTo>
                  <a:lnTo>
                    <a:pt x="507837" y="5369171"/>
                  </a:lnTo>
                  <a:lnTo>
                    <a:pt x="507931" y="5369171"/>
                  </a:lnTo>
                  <a:lnTo>
                    <a:pt x="508025" y="5369171"/>
                  </a:lnTo>
                  <a:lnTo>
                    <a:pt x="508119" y="5369171"/>
                  </a:lnTo>
                  <a:lnTo>
                    <a:pt x="508213" y="5369171"/>
                  </a:lnTo>
                  <a:lnTo>
                    <a:pt x="508307" y="5369171"/>
                  </a:lnTo>
                  <a:lnTo>
                    <a:pt x="508401" y="5369171"/>
                  </a:lnTo>
                  <a:lnTo>
                    <a:pt x="508495" y="5369171"/>
                  </a:lnTo>
                  <a:lnTo>
                    <a:pt x="508589" y="5369171"/>
                  </a:lnTo>
                  <a:lnTo>
                    <a:pt x="508683" y="5369171"/>
                  </a:lnTo>
                  <a:lnTo>
                    <a:pt x="508777" y="5369171"/>
                  </a:lnTo>
                  <a:lnTo>
                    <a:pt x="508871" y="5369171"/>
                  </a:lnTo>
                  <a:lnTo>
                    <a:pt x="508965" y="5369171"/>
                  </a:lnTo>
                  <a:lnTo>
                    <a:pt x="509059" y="5369171"/>
                  </a:lnTo>
                  <a:lnTo>
                    <a:pt x="509153" y="5369171"/>
                  </a:lnTo>
                  <a:lnTo>
                    <a:pt x="509247" y="5369171"/>
                  </a:lnTo>
                  <a:lnTo>
                    <a:pt x="509341" y="5369171"/>
                  </a:lnTo>
                  <a:lnTo>
                    <a:pt x="509435" y="5369171"/>
                  </a:lnTo>
                  <a:lnTo>
                    <a:pt x="509529" y="5369171"/>
                  </a:lnTo>
                  <a:lnTo>
                    <a:pt x="509623" y="5369171"/>
                  </a:lnTo>
                  <a:lnTo>
                    <a:pt x="509717" y="5369171"/>
                  </a:lnTo>
                  <a:lnTo>
                    <a:pt x="509811" y="5369171"/>
                  </a:lnTo>
                  <a:lnTo>
                    <a:pt x="509905" y="5369171"/>
                  </a:lnTo>
                  <a:lnTo>
                    <a:pt x="509999" y="5369171"/>
                  </a:lnTo>
                  <a:lnTo>
                    <a:pt x="510093" y="5369171"/>
                  </a:lnTo>
                  <a:lnTo>
                    <a:pt x="510187" y="5369171"/>
                  </a:lnTo>
                  <a:lnTo>
                    <a:pt x="510281" y="5369171"/>
                  </a:lnTo>
                  <a:lnTo>
                    <a:pt x="510376" y="5369171"/>
                  </a:lnTo>
                  <a:lnTo>
                    <a:pt x="510470" y="5369171"/>
                  </a:lnTo>
                  <a:lnTo>
                    <a:pt x="510564" y="5369171"/>
                  </a:lnTo>
                  <a:lnTo>
                    <a:pt x="510658" y="5369171"/>
                  </a:lnTo>
                  <a:lnTo>
                    <a:pt x="510752" y="5369171"/>
                  </a:lnTo>
                  <a:lnTo>
                    <a:pt x="510846" y="5369171"/>
                  </a:lnTo>
                  <a:lnTo>
                    <a:pt x="510940" y="5369171"/>
                  </a:lnTo>
                  <a:lnTo>
                    <a:pt x="511034" y="5369171"/>
                  </a:lnTo>
                  <a:lnTo>
                    <a:pt x="511128" y="5369171"/>
                  </a:lnTo>
                  <a:lnTo>
                    <a:pt x="511222" y="5369171"/>
                  </a:lnTo>
                  <a:lnTo>
                    <a:pt x="511316" y="5369171"/>
                  </a:lnTo>
                  <a:lnTo>
                    <a:pt x="511410" y="5369171"/>
                  </a:lnTo>
                  <a:lnTo>
                    <a:pt x="511504" y="5369171"/>
                  </a:lnTo>
                  <a:lnTo>
                    <a:pt x="511598" y="5369171"/>
                  </a:lnTo>
                  <a:lnTo>
                    <a:pt x="511692" y="5369171"/>
                  </a:lnTo>
                  <a:lnTo>
                    <a:pt x="511786" y="5369171"/>
                  </a:lnTo>
                  <a:lnTo>
                    <a:pt x="511880" y="5369171"/>
                  </a:lnTo>
                  <a:lnTo>
                    <a:pt x="511974" y="5369171"/>
                  </a:lnTo>
                  <a:lnTo>
                    <a:pt x="512068" y="5369171"/>
                  </a:lnTo>
                  <a:lnTo>
                    <a:pt x="512162" y="5369171"/>
                  </a:lnTo>
                  <a:lnTo>
                    <a:pt x="512256" y="5369171"/>
                  </a:lnTo>
                  <a:lnTo>
                    <a:pt x="512350" y="5369171"/>
                  </a:lnTo>
                  <a:lnTo>
                    <a:pt x="512444" y="5369171"/>
                  </a:lnTo>
                  <a:lnTo>
                    <a:pt x="512538" y="5369171"/>
                  </a:lnTo>
                  <a:lnTo>
                    <a:pt x="512632" y="5369171"/>
                  </a:lnTo>
                  <a:lnTo>
                    <a:pt x="512726" y="5369171"/>
                  </a:lnTo>
                  <a:lnTo>
                    <a:pt x="512820" y="5369171"/>
                  </a:lnTo>
                  <a:lnTo>
                    <a:pt x="512914" y="5369171"/>
                  </a:lnTo>
                  <a:lnTo>
                    <a:pt x="513008" y="5369171"/>
                  </a:lnTo>
                  <a:lnTo>
                    <a:pt x="513102" y="5369171"/>
                  </a:lnTo>
                  <a:lnTo>
                    <a:pt x="513196" y="5369171"/>
                  </a:lnTo>
                  <a:lnTo>
                    <a:pt x="513290" y="5369171"/>
                  </a:lnTo>
                  <a:lnTo>
                    <a:pt x="513384" y="5369171"/>
                  </a:lnTo>
                  <a:lnTo>
                    <a:pt x="513478" y="5369171"/>
                  </a:lnTo>
                  <a:lnTo>
                    <a:pt x="513572" y="5369171"/>
                  </a:lnTo>
                  <a:lnTo>
                    <a:pt x="513666" y="5369171"/>
                  </a:lnTo>
                  <a:lnTo>
                    <a:pt x="513760" y="5369171"/>
                  </a:lnTo>
                  <a:lnTo>
                    <a:pt x="513854" y="5369171"/>
                  </a:lnTo>
                  <a:lnTo>
                    <a:pt x="513949" y="5369171"/>
                  </a:lnTo>
                  <a:lnTo>
                    <a:pt x="514043" y="5369171"/>
                  </a:lnTo>
                  <a:lnTo>
                    <a:pt x="514137" y="5369171"/>
                  </a:lnTo>
                  <a:lnTo>
                    <a:pt x="514231" y="5369171"/>
                  </a:lnTo>
                  <a:lnTo>
                    <a:pt x="514325" y="5369171"/>
                  </a:lnTo>
                  <a:lnTo>
                    <a:pt x="514419" y="5369171"/>
                  </a:lnTo>
                  <a:lnTo>
                    <a:pt x="514513" y="5369171"/>
                  </a:lnTo>
                  <a:lnTo>
                    <a:pt x="514607" y="5369171"/>
                  </a:lnTo>
                  <a:lnTo>
                    <a:pt x="514701" y="5369171"/>
                  </a:lnTo>
                  <a:lnTo>
                    <a:pt x="514795" y="5369171"/>
                  </a:lnTo>
                  <a:lnTo>
                    <a:pt x="514889" y="5369171"/>
                  </a:lnTo>
                  <a:lnTo>
                    <a:pt x="514983" y="5369171"/>
                  </a:lnTo>
                  <a:lnTo>
                    <a:pt x="515077" y="5369171"/>
                  </a:lnTo>
                  <a:lnTo>
                    <a:pt x="515171" y="5369171"/>
                  </a:lnTo>
                  <a:lnTo>
                    <a:pt x="515265" y="5369171"/>
                  </a:lnTo>
                  <a:lnTo>
                    <a:pt x="515359" y="5369171"/>
                  </a:lnTo>
                  <a:lnTo>
                    <a:pt x="515453" y="5369171"/>
                  </a:lnTo>
                  <a:lnTo>
                    <a:pt x="515547" y="5369171"/>
                  </a:lnTo>
                  <a:lnTo>
                    <a:pt x="515641" y="5369171"/>
                  </a:lnTo>
                  <a:lnTo>
                    <a:pt x="515735" y="5369171"/>
                  </a:lnTo>
                  <a:lnTo>
                    <a:pt x="515829" y="5369171"/>
                  </a:lnTo>
                  <a:lnTo>
                    <a:pt x="515923" y="5369171"/>
                  </a:lnTo>
                  <a:lnTo>
                    <a:pt x="516017" y="5369171"/>
                  </a:lnTo>
                  <a:lnTo>
                    <a:pt x="516111" y="5369171"/>
                  </a:lnTo>
                  <a:lnTo>
                    <a:pt x="516205" y="5369171"/>
                  </a:lnTo>
                  <a:lnTo>
                    <a:pt x="516299" y="5369171"/>
                  </a:lnTo>
                  <a:lnTo>
                    <a:pt x="516393" y="5369171"/>
                  </a:lnTo>
                  <a:lnTo>
                    <a:pt x="516487" y="5369171"/>
                  </a:lnTo>
                  <a:lnTo>
                    <a:pt x="516581" y="5369171"/>
                  </a:lnTo>
                  <a:lnTo>
                    <a:pt x="516675" y="5369171"/>
                  </a:lnTo>
                  <a:lnTo>
                    <a:pt x="516769" y="5369171"/>
                  </a:lnTo>
                  <a:lnTo>
                    <a:pt x="516863" y="5369171"/>
                  </a:lnTo>
                  <a:lnTo>
                    <a:pt x="516957" y="5369171"/>
                  </a:lnTo>
                  <a:lnTo>
                    <a:pt x="517051" y="5369171"/>
                  </a:lnTo>
                  <a:lnTo>
                    <a:pt x="517145" y="5369171"/>
                  </a:lnTo>
                  <a:lnTo>
                    <a:pt x="517239" y="5369171"/>
                  </a:lnTo>
                  <a:lnTo>
                    <a:pt x="517333" y="5369171"/>
                  </a:lnTo>
                  <a:lnTo>
                    <a:pt x="517427" y="5369171"/>
                  </a:lnTo>
                  <a:lnTo>
                    <a:pt x="517522" y="5369171"/>
                  </a:lnTo>
                  <a:lnTo>
                    <a:pt x="517616" y="5369171"/>
                  </a:lnTo>
                  <a:lnTo>
                    <a:pt x="517710" y="5369171"/>
                  </a:lnTo>
                  <a:lnTo>
                    <a:pt x="517804" y="5369171"/>
                  </a:lnTo>
                  <a:lnTo>
                    <a:pt x="517898" y="5369171"/>
                  </a:lnTo>
                  <a:lnTo>
                    <a:pt x="517992" y="5369171"/>
                  </a:lnTo>
                  <a:lnTo>
                    <a:pt x="518086" y="5369171"/>
                  </a:lnTo>
                  <a:lnTo>
                    <a:pt x="518180" y="5369171"/>
                  </a:lnTo>
                  <a:lnTo>
                    <a:pt x="518274" y="5369171"/>
                  </a:lnTo>
                  <a:lnTo>
                    <a:pt x="518368" y="5369171"/>
                  </a:lnTo>
                  <a:lnTo>
                    <a:pt x="518462" y="5369171"/>
                  </a:lnTo>
                  <a:lnTo>
                    <a:pt x="518556" y="5369171"/>
                  </a:lnTo>
                  <a:lnTo>
                    <a:pt x="518650" y="5369171"/>
                  </a:lnTo>
                  <a:lnTo>
                    <a:pt x="518744" y="5369171"/>
                  </a:lnTo>
                  <a:lnTo>
                    <a:pt x="518838" y="5369171"/>
                  </a:lnTo>
                  <a:lnTo>
                    <a:pt x="518932" y="5369171"/>
                  </a:lnTo>
                  <a:lnTo>
                    <a:pt x="519026" y="5369171"/>
                  </a:lnTo>
                  <a:lnTo>
                    <a:pt x="519120" y="5369171"/>
                  </a:lnTo>
                  <a:lnTo>
                    <a:pt x="519214" y="5369171"/>
                  </a:lnTo>
                  <a:lnTo>
                    <a:pt x="519308" y="5369171"/>
                  </a:lnTo>
                  <a:lnTo>
                    <a:pt x="519402" y="5369171"/>
                  </a:lnTo>
                  <a:lnTo>
                    <a:pt x="519496" y="5369171"/>
                  </a:lnTo>
                  <a:lnTo>
                    <a:pt x="519496" y="5363892"/>
                  </a:lnTo>
                  <a:lnTo>
                    <a:pt x="519590" y="5363892"/>
                  </a:lnTo>
                  <a:lnTo>
                    <a:pt x="519684" y="5363892"/>
                  </a:lnTo>
                  <a:lnTo>
                    <a:pt x="519778" y="5363892"/>
                  </a:lnTo>
                  <a:lnTo>
                    <a:pt x="519872" y="5363892"/>
                  </a:lnTo>
                  <a:lnTo>
                    <a:pt x="519966" y="5363892"/>
                  </a:lnTo>
                  <a:lnTo>
                    <a:pt x="520060" y="5363892"/>
                  </a:lnTo>
                  <a:lnTo>
                    <a:pt x="520154" y="5363892"/>
                  </a:lnTo>
                  <a:lnTo>
                    <a:pt x="520248" y="5363892"/>
                  </a:lnTo>
                  <a:lnTo>
                    <a:pt x="520342" y="5363892"/>
                  </a:lnTo>
                  <a:lnTo>
                    <a:pt x="520436" y="5363892"/>
                  </a:lnTo>
                  <a:lnTo>
                    <a:pt x="520530" y="5363892"/>
                  </a:lnTo>
                  <a:lnTo>
                    <a:pt x="520624" y="5363892"/>
                  </a:lnTo>
                  <a:lnTo>
                    <a:pt x="520718" y="5363892"/>
                  </a:lnTo>
                  <a:lnTo>
                    <a:pt x="520812" y="5363892"/>
                  </a:lnTo>
                  <a:lnTo>
                    <a:pt x="520906" y="5363892"/>
                  </a:lnTo>
                  <a:lnTo>
                    <a:pt x="521001" y="5363892"/>
                  </a:lnTo>
                  <a:lnTo>
                    <a:pt x="521095" y="5363892"/>
                  </a:lnTo>
                  <a:lnTo>
                    <a:pt x="521189" y="5363892"/>
                  </a:lnTo>
                  <a:lnTo>
                    <a:pt x="521283" y="5363892"/>
                  </a:lnTo>
                  <a:lnTo>
                    <a:pt x="521377" y="5363892"/>
                  </a:lnTo>
                  <a:lnTo>
                    <a:pt x="521471" y="5363892"/>
                  </a:lnTo>
                  <a:lnTo>
                    <a:pt x="521565" y="5363892"/>
                  </a:lnTo>
                  <a:lnTo>
                    <a:pt x="521659" y="5363892"/>
                  </a:lnTo>
                  <a:lnTo>
                    <a:pt x="521753" y="5363892"/>
                  </a:lnTo>
                  <a:lnTo>
                    <a:pt x="521847" y="5363892"/>
                  </a:lnTo>
                  <a:lnTo>
                    <a:pt x="521941" y="5363892"/>
                  </a:lnTo>
                  <a:lnTo>
                    <a:pt x="521941" y="5358612"/>
                  </a:lnTo>
                  <a:lnTo>
                    <a:pt x="522035" y="5358612"/>
                  </a:lnTo>
                  <a:lnTo>
                    <a:pt x="522129" y="5358612"/>
                  </a:lnTo>
                  <a:lnTo>
                    <a:pt x="522223" y="5358612"/>
                  </a:lnTo>
                  <a:lnTo>
                    <a:pt x="522317" y="5358612"/>
                  </a:lnTo>
                  <a:lnTo>
                    <a:pt x="522411" y="5358612"/>
                  </a:lnTo>
                  <a:lnTo>
                    <a:pt x="522505" y="5358612"/>
                  </a:lnTo>
                  <a:lnTo>
                    <a:pt x="522599" y="5358612"/>
                  </a:lnTo>
                  <a:lnTo>
                    <a:pt x="522693" y="5358612"/>
                  </a:lnTo>
                  <a:lnTo>
                    <a:pt x="522787" y="5358612"/>
                  </a:lnTo>
                  <a:lnTo>
                    <a:pt x="522881" y="5358612"/>
                  </a:lnTo>
                  <a:lnTo>
                    <a:pt x="522975" y="5358612"/>
                  </a:lnTo>
                  <a:lnTo>
                    <a:pt x="523069" y="5358612"/>
                  </a:lnTo>
                  <a:lnTo>
                    <a:pt x="523163" y="5358612"/>
                  </a:lnTo>
                  <a:lnTo>
                    <a:pt x="523257" y="5358612"/>
                  </a:lnTo>
                  <a:lnTo>
                    <a:pt x="523351" y="5358612"/>
                  </a:lnTo>
                  <a:lnTo>
                    <a:pt x="523445" y="5358612"/>
                  </a:lnTo>
                  <a:lnTo>
                    <a:pt x="523539" y="5358612"/>
                  </a:lnTo>
                  <a:lnTo>
                    <a:pt x="523633" y="5358612"/>
                  </a:lnTo>
                  <a:lnTo>
                    <a:pt x="523727" y="5358612"/>
                  </a:lnTo>
                  <a:lnTo>
                    <a:pt x="523821" y="5358612"/>
                  </a:lnTo>
                  <a:lnTo>
                    <a:pt x="523915" y="5358612"/>
                  </a:lnTo>
                  <a:lnTo>
                    <a:pt x="524009" y="5358612"/>
                  </a:lnTo>
                  <a:lnTo>
                    <a:pt x="524103" y="5358612"/>
                  </a:lnTo>
                  <a:lnTo>
                    <a:pt x="524197" y="5358612"/>
                  </a:lnTo>
                  <a:lnTo>
                    <a:pt x="524291" y="5358612"/>
                  </a:lnTo>
                  <a:lnTo>
                    <a:pt x="524385" y="5358612"/>
                  </a:lnTo>
                  <a:lnTo>
                    <a:pt x="524479" y="5358612"/>
                  </a:lnTo>
                  <a:lnTo>
                    <a:pt x="524574" y="5358612"/>
                  </a:lnTo>
                  <a:lnTo>
                    <a:pt x="524668" y="5358612"/>
                  </a:lnTo>
                  <a:lnTo>
                    <a:pt x="524762" y="5358612"/>
                  </a:lnTo>
                  <a:lnTo>
                    <a:pt x="524856" y="5358612"/>
                  </a:lnTo>
                  <a:lnTo>
                    <a:pt x="524950" y="5358612"/>
                  </a:lnTo>
                  <a:lnTo>
                    <a:pt x="525044" y="5358612"/>
                  </a:lnTo>
                  <a:lnTo>
                    <a:pt x="525138" y="5358612"/>
                  </a:lnTo>
                  <a:lnTo>
                    <a:pt x="525232" y="5358612"/>
                  </a:lnTo>
                  <a:lnTo>
                    <a:pt x="525326" y="5358612"/>
                  </a:lnTo>
                  <a:lnTo>
                    <a:pt x="525326" y="5353333"/>
                  </a:lnTo>
                  <a:lnTo>
                    <a:pt x="525420" y="5353333"/>
                  </a:lnTo>
                  <a:lnTo>
                    <a:pt x="525514" y="5353333"/>
                  </a:lnTo>
                  <a:lnTo>
                    <a:pt x="525608" y="5353333"/>
                  </a:lnTo>
                  <a:lnTo>
                    <a:pt x="525702" y="5353333"/>
                  </a:lnTo>
                  <a:lnTo>
                    <a:pt x="525796" y="5353333"/>
                  </a:lnTo>
                  <a:lnTo>
                    <a:pt x="525890" y="5353333"/>
                  </a:lnTo>
                  <a:lnTo>
                    <a:pt x="525984" y="5353333"/>
                  </a:lnTo>
                  <a:lnTo>
                    <a:pt x="526078" y="5353333"/>
                  </a:lnTo>
                  <a:lnTo>
                    <a:pt x="526172" y="5353333"/>
                  </a:lnTo>
                  <a:lnTo>
                    <a:pt x="526266" y="5353333"/>
                  </a:lnTo>
                  <a:lnTo>
                    <a:pt x="526360" y="5353333"/>
                  </a:lnTo>
                  <a:lnTo>
                    <a:pt x="526454" y="5353333"/>
                  </a:lnTo>
                  <a:lnTo>
                    <a:pt x="526548" y="5353333"/>
                  </a:lnTo>
                  <a:lnTo>
                    <a:pt x="526548" y="5348053"/>
                  </a:lnTo>
                  <a:lnTo>
                    <a:pt x="526642" y="5348053"/>
                  </a:lnTo>
                  <a:lnTo>
                    <a:pt x="526736" y="5348053"/>
                  </a:lnTo>
                  <a:lnTo>
                    <a:pt x="526830" y="5348053"/>
                  </a:lnTo>
                  <a:lnTo>
                    <a:pt x="526924" y="5348053"/>
                  </a:lnTo>
                  <a:lnTo>
                    <a:pt x="527018" y="5348053"/>
                  </a:lnTo>
                  <a:lnTo>
                    <a:pt x="527112" y="5348053"/>
                  </a:lnTo>
                  <a:lnTo>
                    <a:pt x="527206" y="5348053"/>
                  </a:lnTo>
                  <a:lnTo>
                    <a:pt x="527206" y="5342774"/>
                  </a:lnTo>
                  <a:lnTo>
                    <a:pt x="527300" y="5342774"/>
                  </a:lnTo>
                  <a:lnTo>
                    <a:pt x="527394" y="5342774"/>
                  </a:lnTo>
                  <a:lnTo>
                    <a:pt x="527488" y="5342774"/>
                  </a:lnTo>
                  <a:lnTo>
                    <a:pt x="527582" y="5342774"/>
                  </a:lnTo>
                  <a:lnTo>
                    <a:pt x="527676" y="5342774"/>
                  </a:lnTo>
                  <a:lnTo>
                    <a:pt x="527770" y="5342774"/>
                  </a:lnTo>
                  <a:lnTo>
                    <a:pt x="527864" y="5342774"/>
                  </a:lnTo>
                  <a:lnTo>
                    <a:pt x="527958" y="5342774"/>
                  </a:lnTo>
                  <a:lnTo>
                    <a:pt x="528052" y="5342774"/>
                  </a:lnTo>
                  <a:lnTo>
                    <a:pt x="528147" y="5342774"/>
                  </a:lnTo>
                  <a:lnTo>
                    <a:pt x="528241" y="5342774"/>
                  </a:lnTo>
                  <a:lnTo>
                    <a:pt x="528335" y="5342774"/>
                  </a:lnTo>
                  <a:lnTo>
                    <a:pt x="528429" y="5342774"/>
                  </a:lnTo>
                  <a:lnTo>
                    <a:pt x="528523" y="5342774"/>
                  </a:lnTo>
                  <a:lnTo>
                    <a:pt x="528617" y="5342774"/>
                  </a:lnTo>
                  <a:lnTo>
                    <a:pt x="528711" y="5342774"/>
                  </a:lnTo>
                  <a:lnTo>
                    <a:pt x="528805" y="5342774"/>
                  </a:lnTo>
                  <a:lnTo>
                    <a:pt x="528899" y="5342774"/>
                  </a:lnTo>
                  <a:lnTo>
                    <a:pt x="528993" y="5342774"/>
                  </a:lnTo>
                  <a:lnTo>
                    <a:pt x="529087" y="5342774"/>
                  </a:lnTo>
                  <a:lnTo>
                    <a:pt x="529181" y="5342774"/>
                  </a:lnTo>
                  <a:lnTo>
                    <a:pt x="529275" y="5342774"/>
                  </a:lnTo>
                  <a:lnTo>
                    <a:pt x="529369" y="5342774"/>
                  </a:lnTo>
                  <a:lnTo>
                    <a:pt x="529463" y="5342774"/>
                  </a:lnTo>
                  <a:lnTo>
                    <a:pt x="529557" y="5342774"/>
                  </a:lnTo>
                  <a:lnTo>
                    <a:pt x="529651" y="5342774"/>
                  </a:lnTo>
                  <a:lnTo>
                    <a:pt x="529745" y="5342774"/>
                  </a:lnTo>
                  <a:lnTo>
                    <a:pt x="529839" y="5342774"/>
                  </a:lnTo>
                  <a:lnTo>
                    <a:pt x="529933" y="5342774"/>
                  </a:lnTo>
                  <a:lnTo>
                    <a:pt x="530027" y="5342774"/>
                  </a:lnTo>
                  <a:lnTo>
                    <a:pt x="530121" y="5342774"/>
                  </a:lnTo>
                  <a:lnTo>
                    <a:pt x="530215" y="5342774"/>
                  </a:lnTo>
                  <a:lnTo>
                    <a:pt x="530309" y="5342774"/>
                  </a:lnTo>
                  <a:lnTo>
                    <a:pt x="530403" y="5342774"/>
                  </a:lnTo>
                  <a:lnTo>
                    <a:pt x="530497" y="5342774"/>
                  </a:lnTo>
                  <a:lnTo>
                    <a:pt x="530591" y="5342774"/>
                  </a:lnTo>
                  <a:lnTo>
                    <a:pt x="530685" y="5342774"/>
                  </a:lnTo>
                  <a:lnTo>
                    <a:pt x="530779" y="5342774"/>
                  </a:lnTo>
                  <a:lnTo>
                    <a:pt x="530873" y="5342774"/>
                  </a:lnTo>
                  <a:lnTo>
                    <a:pt x="530967" y="5342774"/>
                  </a:lnTo>
                  <a:lnTo>
                    <a:pt x="531061" y="5342774"/>
                  </a:lnTo>
                  <a:lnTo>
                    <a:pt x="531155" y="5342774"/>
                  </a:lnTo>
                  <a:lnTo>
                    <a:pt x="531249" y="5342774"/>
                  </a:lnTo>
                  <a:lnTo>
                    <a:pt x="531343" y="5342774"/>
                  </a:lnTo>
                  <a:lnTo>
                    <a:pt x="531437" y="5342774"/>
                  </a:lnTo>
                  <a:lnTo>
                    <a:pt x="531437" y="5337494"/>
                  </a:lnTo>
                  <a:lnTo>
                    <a:pt x="531531" y="5337494"/>
                  </a:lnTo>
                  <a:lnTo>
                    <a:pt x="531626" y="5337494"/>
                  </a:lnTo>
                  <a:lnTo>
                    <a:pt x="531720" y="5337494"/>
                  </a:lnTo>
                  <a:lnTo>
                    <a:pt x="531814" y="5337494"/>
                  </a:lnTo>
                  <a:lnTo>
                    <a:pt x="531908" y="5337494"/>
                  </a:lnTo>
                  <a:lnTo>
                    <a:pt x="532002" y="5337494"/>
                  </a:lnTo>
                  <a:lnTo>
                    <a:pt x="532002" y="5332215"/>
                  </a:lnTo>
                  <a:lnTo>
                    <a:pt x="532002" y="5326936"/>
                  </a:lnTo>
                  <a:lnTo>
                    <a:pt x="532096" y="5326936"/>
                  </a:lnTo>
                  <a:lnTo>
                    <a:pt x="532190" y="5326936"/>
                  </a:lnTo>
                  <a:lnTo>
                    <a:pt x="532284" y="5326936"/>
                  </a:lnTo>
                  <a:lnTo>
                    <a:pt x="532378" y="5326936"/>
                  </a:lnTo>
                  <a:lnTo>
                    <a:pt x="532472" y="5326936"/>
                  </a:lnTo>
                  <a:lnTo>
                    <a:pt x="532566" y="5326936"/>
                  </a:lnTo>
                  <a:lnTo>
                    <a:pt x="532660" y="5326936"/>
                  </a:lnTo>
                  <a:lnTo>
                    <a:pt x="532754" y="5326936"/>
                  </a:lnTo>
                  <a:lnTo>
                    <a:pt x="532848" y="5326936"/>
                  </a:lnTo>
                  <a:lnTo>
                    <a:pt x="532942" y="5326936"/>
                  </a:lnTo>
                  <a:lnTo>
                    <a:pt x="533036" y="5326936"/>
                  </a:lnTo>
                  <a:lnTo>
                    <a:pt x="533130" y="5326936"/>
                  </a:lnTo>
                  <a:lnTo>
                    <a:pt x="533224" y="5326936"/>
                  </a:lnTo>
                  <a:lnTo>
                    <a:pt x="533318" y="5326936"/>
                  </a:lnTo>
                  <a:lnTo>
                    <a:pt x="533412" y="5326936"/>
                  </a:lnTo>
                  <a:lnTo>
                    <a:pt x="533506" y="5326936"/>
                  </a:lnTo>
                  <a:lnTo>
                    <a:pt x="533600" y="5326936"/>
                  </a:lnTo>
                  <a:lnTo>
                    <a:pt x="533694" y="5326936"/>
                  </a:lnTo>
                  <a:lnTo>
                    <a:pt x="533788" y="5326936"/>
                  </a:lnTo>
                  <a:lnTo>
                    <a:pt x="533882" y="5326936"/>
                  </a:lnTo>
                  <a:lnTo>
                    <a:pt x="533976" y="5326936"/>
                  </a:lnTo>
                  <a:lnTo>
                    <a:pt x="534070" y="5326936"/>
                  </a:lnTo>
                  <a:lnTo>
                    <a:pt x="534164" y="5326936"/>
                  </a:lnTo>
                  <a:lnTo>
                    <a:pt x="534258" y="5326936"/>
                  </a:lnTo>
                  <a:lnTo>
                    <a:pt x="534352" y="5326936"/>
                  </a:lnTo>
                  <a:lnTo>
                    <a:pt x="534446" y="5326936"/>
                  </a:lnTo>
                  <a:lnTo>
                    <a:pt x="534540" y="5326936"/>
                  </a:lnTo>
                  <a:lnTo>
                    <a:pt x="534634" y="5326936"/>
                  </a:lnTo>
                  <a:lnTo>
                    <a:pt x="534728" y="5326936"/>
                  </a:lnTo>
                  <a:lnTo>
                    <a:pt x="534822" y="5326936"/>
                  </a:lnTo>
                  <a:lnTo>
                    <a:pt x="534916" y="5326936"/>
                  </a:lnTo>
                  <a:lnTo>
                    <a:pt x="535010" y="5326936"/>
                  </a:lnTo>
                  <a:lnTo>
                    <a:pt x="535104" y="5326936"/>
                  </a:lnTo>
                  <a:lnTo>
                    <a:pt x="535199" y="5326936"/>
                  </a:lnTo>
                  <a:lnTo>
                    <a:pt x="535293" y="5326936"/>
                  </a:lnTo>
                  <a:lnTo>
                    <a:pt x="535387" y="5326936"/>
                  </a:lnTo>
                  <a:lnTo>
                    <a:pt x="535481" y="5326936"/>
                  </a:lnTo>
                  <a:lnTo>
                    <a:pt x="535575" y="5326936"/>
                  </a:lnTo>
                  <a:lnTo>
                    <a:pt x="535669" y="5326936"/>
                  </a:lnTo>
                  <a:lnTo>
                    <a:pt x="535763" y="5326936"/>
                  </a:lnTo>
                  <a:lnTo>
                    <a:pt x="535857" y="5326936"/>
                  </a:lnTo>
                  <a:lnTo>
                    <a:pt x="535951" y="5326936"/>
                  </a:lnTo>
                  <a:lnTo>
                    <a:pt x="536045" y="5326936"/>
                  </a:lnTo>
                  <a:lnTo>
                    <a:pt x="536139" y="5326936"/>
                  </a:lnTo>
                  <a:lnTo>
                    <a:pt x="536233" y="5326936"/>
                  </a:lnTo>
                  <a:lnTo>
                    <a:pt x="536327" y="5326936"/>
                  </a:lnTo>
                  <a:lnTo>
                    <a:pt x="536421" y="5326936"/>
                  </a:lnTo>
                  <a:lnTo>
                    <a:pt x="536515" y="5326936"/>
                  </a:lnTo>
                  <a:lnTo>
                    <a:pt x="536609" y="5326936"/>
                  </a:lnTo>
                  <a:lnTo>
                    <a:pt x="536703" y="5326936"/>
                  </a:lnTo>
                  <a:lnTo>
                    <a:pt x="536797" y="5326936"/>
                  </a:lnTo>
                  <a:lnTo>
                    <a:pt x="536891" y="5326936"/>
                  </a:lnTo>
                  <a:lnTo>
                    <a:pt x="536985" y="5326936"/>
                  </a:lnTo>
                  <a:lnTo>
                    <a:pt x="537079" y="5326936"/>
                  </a:lnTo>
                  <a:lnTo>
                    <a:pt x="537173" y="5326936"/>
                  </a:lnTo>
                  <a:lnTo>
                    <a:pt x="537267" y="5326936"/>
                  </a:lnTo>
                  <a:lnTo>
                    <a:pt x="537361" y="5326936"/>
                  </a:lnTo>
                  <a:lnTo>
                    <a:pt x="537455" y="5326936"/>
                  </a:lnTo>
                  <a:lnTo>
                    <a:pt x="537549" y="5326936"/>
                  </a:lnTo>
                  <a:lnTo>
                    <a:pt x="537643" y="5326936"/>
                  </a:lnTo>
                  <a:lnTo>
                    <a:pt x="537737" y="5326936"/>
                  </a:lnTo>
                  <a:lnTo>
                    <a:pt x="537831" y="5326936"/>
                  </a:lnTo>
                  <a:lnTo>
                    <a:pt x="537925" y="5326936"/>
                  </a:lnTo>
                  <a:lnTo>
                    <a:pt x="538019" y="5326936"/>
                  </a:lnTo>
                  <a:lnTo>
                    <a:pt x="538113" y="5326936"/>
                  </a:lnTo>
                  <a:lnTo>
                    <a:pt x="538207" y="5326936"/>
                  </a:lnTo>
                  <a:lnTo>
                    <a:pt x="538301" y="5326936"/>
                  </a:lnTo>
                  <a:lnTo>
                    <a:pt x="538395" y="5326936"/>
                  </a:lnTo>
                  <a:lnTo>
                    <a:pt x="538489" y="5326936"/>
                  </a:lnTo>
                  <a:lnTo>
                    <a:pt x="538583" y="5326936"/>
                  </a:lnTo>
                  <a:lnTo>
                    <a:pt x="538677" y="5326936"/>
                  </a:lnTo>
                  <a:lnTo>
                    <a:pt x="538772" y="5326936"/>
                  </a:lnTo>
                  <a:lnTo>
                    <a:pt x="538866" y="5326936"/>
                  </a:lnTo>
                  <a:lnTo>
                    <a:pt x="538960" y="5326936"/>
                  </a:lnTo>
                  <a:lnTo>
                    <a:pt x="539054" y="5326936"/>
                  </a:lnTo>
                  <a:lnTo>
                    <a:pt x="539148" y="5326936"/>
                  </a:lnTo>
                  <a:lnTo>
                    <a:pt x="539242" y="5326936"/>
                  </a:lnTo>
                  <a:lnTo>
                    <a:pt x="539336" y="5326936"/>
                  </a:lnTo>
                  <a:lnTo>
                    <a:pt x="539430" y="5326936"/>
                  </a:lnTo>
                  <a:lnTo>
                    <a:pt x="539524" y="5326936"/>
                  </a:lnTo>
                  <a:lnTo>
                    <a:pt x="539618" y="5326936"/>
                  </a:lnTo>
                  <a:lnTo>
                    <a:pt x="539712" y="5326936"/>
                  </a:lnTo>
                  <a:lnTo>
                    <a:pt x="539806" y="5326936"/>
                  </a:lnTo>
                  <a:lnTo>
                    <a:pt x="539900" y="5326936"/>
                  </a:lnTo>
                  <a:lnTo>
                    <a:pt x="539994" y="5326936"/>
                  </a:lnTo>
                  <a:lnTo>
                    <a:pt x="540088" y="5326936"/>
                  </a:lnTo>
                  <a:lnTo>
                    <a:pt x="540182" y="5326936"/>
                  </a:lnTo>
                  <a:lnTo>
                    <a:pt x="540276" y="5326936"/>
                  </a:lnTo>
                  <a:lnTo>
                    <a:pt x="540370" y="5326936"/>
                  </a:lnTo>
                  <a:lnTo>
                    <a:pt x="540464" y="5326936"/>
                  </a:lnTo>
                  <a:lnTo>
                    <a:pt x="540464" y="5321656"/>
                  </a:lnTo>
                  <a:lnTo>
                    <a:pt x="540558" y="5321656"/>
                  </a:lnTo>
                  <a:lnTo>
                    <a:pt x="540652" y="5321656"/>
                  </a:lnTo>
                  <a:lnTo>
                    <a:pt x="540746" y="5321656"/>
                  </a:lnTo>
                  <a:lnTo>
                    <a:pt x="540840" y="5321656"/>
                  </a:lnTo>
                  <a:lnTo>
                    <a:pt x="540934" y="5321656"/>
                  </a:lnTo>
                  <a:lnTo>
                    <a:pt x="541028" y="5321656"/>
                  </a:lnTo>
                  <a:lnTo>
                    <a:pt x="541122" y="5321656"/>
                  </a:lnTo>
                  <a:lnTo>
                    <a:pt x="541216" y="5321656"/>
                  </a:lnTo>
                  <a:lnTo>
                    <a:pt x="541310" y="5321656"/>
                  </a:lnTo>
                  <a:lnTo>
                    <a:pt x="541404" y="5321656"/>
                  </a:lnTo>
                  <a:lnTo>
                    <a:pt x="541498" y="5321656"/>
                  </a:lnTo>
                  <a:lnTo>
                    <a:pt x="541498" y="5316377"/>
                  </a:lnTo>
                  <a:lnTo>
                    <a:pt x="541592" y="5316377"/>
                  </a:lnTo>
                  <a:lnTo>
                    <a:pt x="541686" y="5316377"/>
                  </a:lnTo>
                  <a:lnTo>
                    <a:pt x="541780" y="5316377"/>
                  </a:lnTo>
                  <a:lnTo>
                    <a:pt x="541874" y="5316377"/>
                  </a:lnTo>
                  <a:lnTo>
                    <a:pt x="541968" y="5316377"/>
                  </a:lnTo>
                  <a:lnTo>
                    <a:pt x="542062" y="5316377"/>
                  </a:lnTo>
                  <a:lnTo>
                    <a:pt x="542156" y="5316377"/>
                  </a:lnTo>
                  <a:lnTo>
                    <a:pt x="542250" y="5316377"/>
                  </a:lnTo>
                  <a:lnTo>
                    <a:pt x="542345" y="5316377"/>
                  </a:lnTo>
                  <a:lnTo>
                    <a:pt x="542439" y="5316377"/>
                  </a:lnTo>
                  <a:lnTo>
                    <a:pt x="542533" y="5316377"/>
                  </a:lnTo>
                  <a:lnTo>
                    <a:pt x="542627" y="5316377"/>
                  </a:lnTo>
                  <a:lnTo>
                    <a:pt x="542721" y="5316377"/>
                  </a:lnTo>
                  <a:lnTo>
                    <a:pt x="542815" y="5316377"/>
                  </a:lnTo>
                  <a:lnTo>
                    <a:pt x="542909" y="5316377"/>
                  </a:lnTo>
                  <a:lnTo>
                    <a:pt x="543003" y="5316377"/>
                  </a:lnTo>
                  <a:lnTo>
                    <a:pt x="543097" y="5316377"/>
                  </a:lnTo>
                  <a:lnTo>
                    <a:pt x="543191" y="5316377"/>
                  </a:lnTo>
                  <a:lnTo>
                    <a:pt x="543285" y="5316377"/>
                  </a:lnTo>
                  <a:lnTo>
                    <a:pt x="543379" y="5316377"/>
                  </a:lnTo>
                  <a:lnTo>
                    <a:pt x="543473" y="5316377"/>
                  </a:lnTo>
                  <a:lnTo>
                    <a:pt x="543567" y="5316377"/>
                  </a:lnTo>
                  <a:lnTo>
                    <a:pt x="543661" y="5316377"/>
                  </a:lnTo>
                  <a:lnTo>
                    <a:pt x="543755" y="5316377"/>
                  </a:lnTo>
                  <a:lnTo>
                    <a:pt x="543849" y="5316377"/>
                  </a:lnTo>
                  <a:lnTo>
                    <a:pt x="543943" y="5316377"/>
                  </a:lnTo>
                  <a:lnTo>
                    <a:pt x="544037" y="5316377"/>
                  </a:lnTo>
                  <a:lnTo>
                    <a:pt x="544131" y="5316377"/>
                  </a:lnTo>
                  <a:lnTo>
                    <a:pt x="544225" y="5316377"/>
                  </a:lnTo>
                  <a:lnTo>
                    <a:pt x="544319" y="5316377"/>
                  </a:lnTo>
                  <a:lnTo>
                    <a:pt x="544413" y="5316377"/>
                  </a:lnTo>
                  <a:lnTo>
                    <a:pt x="544507" y="5316377"/>
                  </a:lnTo>
                  <a:lnTo>
                    <a:pt x="544507" y="5311097"/>
                  </a:lnTo>
                  <a:lnTo>
                    <a:pt x="544601" y="5311097"/>
                  </a:lnTo>
                  <a:lnTo>
                    <a:pt x="544695" y="5311097"/>
                  </a:lnTo>
                  <a:lnTo>
                    <a:pt x="544789" y="5311097"/>
                  </a:lnTo>
                  <a:lnTo>
                    <a:pt x="544883" y="5311097"/>
                  </a:lnTo>
                  <a:lnTo>
                    <a:pt x="544977" y="5311097"/>
                  </a:lnTo>
                  <a:lnTo>
                    <a:pt x="545071" y="5311097"/>
                  </a:lnTo>
                  <a:lnTo>
                    <a:pt x="545165" y="5311097"/>
                  </a:lnTo>
                  <a:lnTo>
                    <a:pt x="545259" y="5311097"/>
                  </a:lnTo>
                  <a:lnTo>
                    <a:pt x="545353" y="5311097"/>
                  </a:lnTo>
                  <a:lnTo>
                    <a:pt x="545447" y="5311097"/>
                  </a:lnTo>
                  <a:lnTo>
                    <a:pt x="545541" y="5311097"/>
                  </a:lnTo>
                  <a:lnTo>
                    <a:pt x="545635" y="5311097"/>
                  </a:lnTo>
                  <a:lnTo>
                    <a:pt x="545729" y="5311097"/>
                  </a:lnTo>
                  <a:lnTo>
                    <a:pt x="545824" y="5311097"/>
                  </a:lnTo>
                  <a:lnTo>
                    <a:pt x="545824" y="5305818"/>
                  </a:lnTo>
                  <a:lnTo>
                    <a:pt x="545918" y="5305818"/>
                  </a:lnTo>
                  <a:lnTo>
                    <a:pt x="546012" y="5305818"/>
                  </a:lnTo>
                  <a:lnTo>
                    <a:pt x="546012" y="5300539"/>
                  </a:lnTo>
                  <a:lnTo>
                    <a:pt x="546106" y="5300539"/>
                  </a:lnTo>
                  <a:lnTo>
                    <a:pt x="546200" y="5300539"/>
                  </a:lnTo>
                  <a:lnTo>
                    <a:pt x="546294" y="5300539"/>
                  </a:lnTo>
                  <a:lnTo>
                    <a:pt x="546388" y="5300539"/>
                  </a:lnTo>
                  <a:lnTo>
                    <a:pt x="546482" y="5300539"/>
                  </a:lnTo>
                  <a:lnTo>
                    <a:pt x="546576" y="5300539"/>
                  </a:lnTo>
                  <a:lnTo>
                    <a:pt x="546670" y="5300539"/>
                  </a:lnTo>
                  <a:lnTo>
                    <a:pt x="546764" y="5300539"/>
                  </a:lnTo>
                  <a:lnTo>
                    <a:pt x="546858" y="5300539"/>
                  </a:lnTo>
                  <a:lnTo>
                    <a:pt x="546952" y="5300539"/>
                  </a:lnTo>
                  <a:lnTo>
                    <a:pt x="547046" y="5300539"/>
                  </a:lnTo>
                  <a:lnTo>
                    <a:pt x="547140" y="5300539"/>
                  </a:lnTo>
                  <a:lnTo>
                    <a:pt x="547234" y="5300539"/>
                  </a:lnTo>
                  <a:lnTo>
                    <a:pt x="547328" y="5300539"/>
                  </a:lnTo>
                  <a:lnTo>
                    <a:pt x="547422" y="5300539"/>
                  </a:lnTo>
                  <a:lnTo>
                    <a:pt x="547516" y="5300539"/>
                  </a:lnTo>
                  <a:lnTo>
                    <a:pt x="547610" y="5300539"/>
                  </a:lnTo>
                  <a:lnTo>
                    <a:pt x="547704" y="5300539"/>
                  </a:lnTo>
                  <a:lnTo>
                    <a:pt x="547798" y="5300539"/>
                  </a:lnTo>
                  <a:lnTo>
                    <a:pt x="547892" y="5300539"/>
                  </a:lnTo>
                  <a:lnTo>
                    <a:pt x="547986" y="5300539"/>
                  </a:lnTo>
                  <a:lnTo>
                    <a:pt x="548080" y="5300539"/>
                  </a:lnTo>
                  <a:lnTo>
                    <a:pt x="548174" y="5300539"/>
                  </a:lnTo>
                  <a:lnTo>
                    <a:pt x="548268" y="5300539"/>
                  </a:lnTo>
                  <a:lnTo>
                    <a:pt x="548362" y="5300539"/>
                  </a:lnTo>
                  <a:lnTo>
                    <a:pt x="548456" y="5300539"/>
                  </a:lnTo>
                  <a:lnTo>
                    <a:pt x="548550" y="5300539"/>
                  </a:lnTo>
                  <a:lnTo>
                    <a:pt x="548644" y="5300539"/>
                  </a:lnTo>
                  <a:lnTo>
                    <a:pt x="548738" y="5300539"/>
                  </a:lnTo>
                  <a:lnTo>
                    <a:pt x="548832" y="5300539"/>
                  </a:lnTo>
                  <a:lnTo>
                    <a:pt x="548926" y="5300539"/>
                  </a:lnTo>
                  <a:lnTo>
                    <a:pt x="549020" y="5300539"/>
                  </a:lnTo>
                  <a:lnTo>
                    <a:pt x="549114" y="5300539"/>
                  </a:lnTo>
                  <a:lnTo>
                    <a:pt x="549208" y="5300539"/>
                  </a:lnTo>
                  <a:lnTo>
                    <a:pt x="549302" y="5300539"/>
                  </a:lnTo>
                  <a:lnTo>
                    <a:pt x="549397" y="5300539"/>
                  </a:lnTo>
                  <a:lnTo>
                    <a:pt x="549491" y="5300539"/>
                  </a:lnTo>
                  <a:lnTo>
                    <a:pt x="549585" y="5300539"/>
                  </a:lnTo>
                  <a:lnTo>
                    <a:pt x="549679" y="5300539"/>
                  </a:lnTo>
                  <a:lnTo>
                    <a:pt x="549773" y="5300539"/>
                  </a:lnTo>
                  <a:lnTo>
                    <a:pt x="549867" y="5300539"/>
                  </a:lnTo>
                  <a:lnTo>
                    <a:pt x="549961" y="5300539"/>
                  </a:lnTo>
                  <a:lnTo>
                    <a:pt x="550055" y="5300539"/>
                  </a:lnTo>
                  <a:lnTo>
                    <a:pt x="550149" y="5300539"/>
                  </a:lnTo>
                  <a:lnTo>
                    <a:pt x="550243" y="5300539"/>
                  </a:lnTo>
                  <a:lnTo>
                    <a:pt x="550337" y="5300539"/>
                  </a:lnTo>
                  <a:lnTo>
                    <a:pt x="550431" y="5300539"/>
                  </a:lnTo>
                  <a:lnTo>
                    <a:pt x="550525" y="5300539"/>
                  </a:lnTo>
                  <a:lnTo>
                    <a:pt x="550619" y="5300539"/>
                  </a:lnTo>
                  <a:lnTo>
                    <a:pt x="550713" y="5300539"/>
                  </a:lnTo>
                  <a:lnTo>
                    <a:pt x="550807" y="5300539"/>
                  </a:lnTo>
                  <a:lnTo>
                    <a:pt x="550901" y="5300539"/>
                  </a:lnTo>
                  <a:lnTo>
                    <a:pt x="550995" y="5300539"/>
                  </a:lnTo>
                  <a:lnTo>
                    <a:pt x="551089" y="5300539"/>
                  </a:lnTo>
                  <a:lnTo>
                    <a:pt x="551183" y="5300539"/>
                  </a:lnTo>
                  <a:lnTo>
                    <a:pt x="551277" y="5300539"/>
                  </a:lnTo>
                  <a:lnTo>
                    <a:pt x="551371" y="5300539"/>
                  </a:lnTo>
                  <a:lnTo>
                    <a:pt x="551465" y="5300539"/>
                  </a:lnTo>
                  <a:lnTo>
                    <a:pt x="551559" y="5300539"/>
                  </a:lnTo>
                  <a:lnTo>
                    <a:pt x="551653" y="5300539"/>
                  </a:lnTo>
                  <a:lnTo>
                    <a:pt x="551747" y="5300539"/>
                  </a:lnTo>
                  <a:lnTo>
                    <a:pt x="551841" y="5300539"/>
                  </a:lnTo>
                  <a:lnTo>
                    <a:pt x="551935" y="5300539"/>
                  </a:lnTo>
                  <a:lnTo>
                    <a:pt x="552029" y="5300539"/>
                  </a:lnTo>
                  <a:lnTo>
                    <a:pt x="552123" y="5300539"/>
                  </a:lnTo>
                  <a:lnTo>
                    <a:pt x="552217" y="5300539"/>
                  </a:lnTo>
                  <a:lnTo>
                    <a:pt x="552311" y="5300539"/>
                  </a:lnTo>
                  <a:lnTo>
                    <a:pt x="552405" y="5300539"/>
                  </a:lnTo>
                  <a:lnTo>
                    <a:pt x="552499" y="5300539"/>
                  </a:lnTo>
                  <a:lnTo>
                    <a:pt x="552593" y="5300539"/>
                  </a:lnTo>
                  <a:lnTo>
                    <a:pt x="552687" y="5300539"/>
                  </a:lnTo>
                  <a:lnTo>
                    <a:pt x="552781" y="5300539"/>
                  </a:lnTo>
                  <a:lnTo>
                    <a:pt x="552875" y="5300539"/>
                  </a:lnTo>
                  <a:lnTo>
                    <a:pt x="552970" y="5300539"/>
                  </a:lnTo>
                  <a:lnTo>
                    <a:pt x="552970" y="5295259"/>
                  </a:lnTo>
                  <a:lnTo>
                    <a:pt x="553064" y="5295259"/>
                  </a:lnTo>
                  <a:lnTo>
                    <a:pt x="553158" y="5295259"/>
                  </a:lnTo>
                  <a:lnTo>
                    <a:pt x="553252" y="5295259"/>
                  </a:lnTo>
                  <a:lnTo>
                    <a:pt x="553346" y="5295259"/>
                  </a:lnTo>
                  <a:lnTo>
                    <a:pt x="553440" y="5295259"/>
                  </a:lnTo>
                  <a:lnTo>
                    <a:pt x="553534" y="5295259"/>
                  </a:lnTo>
                  <a:lnTo>
                    <a:pt x="553628" y="5295259"/>
                  </a:lnTo>
                  <a:lnTo>
                    <a:pt x="553722" y="5295259"/>
                  </a:lnTo>
                  <a:lnTo>
                    <a:pt x="553816" y="5295259"/>
                  </a:lnTo>
                  <a:lnTo>
                    <a:pt x="553910" y="5295259"/>
                  </a:lnTo>
                  <a:lnTo>
                    <a:pt x="554004" y="5295259"/>
                  </a:lnTo>
                  <a:lnTo>
                    <a:pt x="554098" y="5295259"/>
                  </a:lnTo>
                  <a:lnTo>
                    <a:pt x="554192" y="5295259"/>
                  </a:lnTo>
                  <a:lnTo>
                    <a:pt x="554286" y="5295259"/>
                  </a:lnTo>
                  <a:lnTo>
                    <a:pt x="554380" y="5295259"/>
                  </a:lnTo>
                  <a:lnTo>
                    <a:pt x="554474" y="5295259"/>
                  </a:lnTo>
                  <a:lnTo>
                    <a:pt x="554568" y="5295259"/>
                  </a:lnTo>
                  <a:lnTo>
                    <a:pt x="554662" y="5295259"/>
                  </a:lnTo>
                  <a:lnTo>
                    <a:pt x="554756" y="5295259"/>
                  </a:lnTo>
                  <a:lnTo>
                    <a:pt x="554850" y="5295259"/>
                  </a:lnTo>
                  <a:lnTo>
                    <a:pt x="554944" y="5295259"/>
                  </a:lnTo>
                  <a:lnTo>
                    <a:pt x="555038" y="5295259"/>
                  </a:lnTo>
                  <a:lnTo>
                    <a:pt x="555132" y="5295259"/>
                  </a:lnTo>
                  <a:lnTo>
                    <a:pt x="555226" y="5295259"/>
                  </a:lnTo>
                  <a:lnTo>
                    <a:pt x="555320" y="5295259"/>
                  </a:lnTo>
                  <a:lnTo>
                    <a:pt x="555414" y="5295259"/>
                  </a:lnTo>
                  <a:lnTo>
                    <a:pt x="555508" y="5295259"/>
                  </a:lnTo>
                  <a:lnTo>
                    <a:pt x="555602" y="5295259"/>
                  </a:lnTo>
                  <a:lnTo>
                    <a:pt x="555696" y="5295259"/>
                  </a:lnTo>
                  <a:lnTo>
                    <a:pt x="555790" y="5295259"/>
                  </a:lnTo>
                  <a:lnTo>
                    <a:pt x="555884" y="5295259"/>
                  </a:lnTo>
                  <a:lnTo>
                    <a:pt x="555978" y="5295259"/>
                  </a:lnTo>
                  <a:lnTo>
                    <a:pt x="556072" y="5295259"/>
                  </a:lnTo>
                  <a:lnTo>
                    <a:pt x="556166" y="5295259"/>
                  </a:lnTo>
                  <a:lnTo>
                    <a:pt x="556260" y="5295259"/>
                  </a:lnTo>
                  <a:lnTo>
                    <a:pt x="556354" y="5295259"/>
                  </a:lnTo>
                  <a:lnTo>
                    <a:pt x="556449" y="5295259"/>
                  </a:lnTo>
                  <a:lnTo>
                    <a:pt x="556543" y="5295259"/>
                  </a:lnTo>
                  <a:lnTo>
                    <a:pt x="556637" y="5295259"/>
                  </a:lnTo>
                  <a:lnTo>
                    <a:pt x="556731" y="5295259"/>
                  </a:lnTo>
                  <a:lnTo>
                    <a:pt x="556825" y="5295259"/>
                  </a:lnTo>
                  <a:lnTo>
                    <a:pt x="556919" y="5295259"/>
                  </a:lnTo>
                  <a:lnTo>
                    <a:pt x="557013" y="5295259"/>
                  </a:lnTo>
                  <a:lnTo>
                    <a:pt x="557107" y="5295259"/>
                  </a:lnTo>
                  <a:lnTo>
                    <a:pt x="557201" y="5295259"/>
                  </a:lnTo>
                  <a:lnTo>
                    <a:pt x="557295" y="5295259"/>
                  </a:lnTo>
                  <a:lnTo>
                    <a:pt x="557389" y="5295259"/>
                  </a:lnTo>
                  <a:lnTo>
                    <a:pt x="557483" y="5295259"/>
                  </a:lnTo>
                  <a:lnTo>
                    <a:pt x="557577" y="5295259"/>
                  </a:lnTo>
                  <a:lnTo>
                    <a:pt x="557671" y="5295259"/>
                  </a:lnTo>
                  <a:lnTo>
                    <a:pt x="557765" y="5295259"/>
                  </a:lnTo>
                  <a:lnTo>
                    <a:pt x="557859" y="5295259"/>
                  </a:lnTo>
                  <a:lnTo>
                    <a:pt x="557953" y="5295259"/>
                  </a:lnTo>
                  <a:lnTo>
                    <a:pt x="558047" y="5295259"/>
                  </a:lnTo>
                  <a:lnTo>
                    <a:pt x="558141" y="5295259"/>
                  </a:lnTo>
                  <a:lnTo>
                    <a:pt x="558235" y="5295259"/>
                  </a:lnTo>
                  <a:lnTo>
                    <a:pt x="558329" y="5295259"/>
                  </a:lnTo>
                  <a:lnTo>
                    <a:pt x="558423" y="5295259"/>
                  </a:lnTo>
                  <a:lnTo>
                    <a:pt x="558517" y="5295259"/>
                  </a:lnTo>
                  <a:lnTo>
                    <a:pt x="558611" y="5295259"/>
                  </a:lnTo>
                  <a:lnTo>
                    <a:pt x="558705" y="5295259"/>
                  </a:lnTo>
                  <a:lnTo>
                    <a:pt x="558799" y="5295259"/>
                  </a:lnTo>
                  <a:lnTo>
                    <a:pt x="558893" y="5295259"/>
                  </a:lnTo>
                  <a:lnTo>
                    <a:pt x="558987" y="5295259"/>
                  </a:lnTo>
                  <a:lnTo>
                    <a:pt x="559081" y="5295259"/>
                  </a:lnTo>
                  <a:lnTo>
                    <a:pt x="559175" y="5295259"/>
                  </a:lnTo>
                  <a:lnTo>
                    <a:pt x="559269" y="5295259"/>
                  </a:lnTo>
                  <a:lnTo>
                    <a:pt x="559363" y="5295259"/>
                  </a:lnTo>
                  <a:lnTo>
                    <a:pt x="559457" y="5295259"/>
                  </a:lnTo>
                  <a:lnTo>
                    <a:pt x="559551" y="5295259"/>
                  </a:lnTo>
                  <a:lnTo>
                    <a:pt x="559645" y="5295259"/>
                  </a:lnTo>
                  <a:lnTo>
                    <a:pt x="559739" y="5295259"/>
                  </a:lnTo>
                  <a:lnTo>
                    <a:pt x="559833" y="5295259"/>
                  </a:lnTo>
                  <a:lnTo>
                    <a:pt x="559927" y="5295259"/>
                  </a:lnTo>
                  <a:lnTo>
                    <a:pt x="560022" y="5295259"/>
                  </a:lnTo>
                  <a:lnTo>
                    <a:pt x="560116" y="5295259"/>
                  </a:lnTo>
                  <a:lnTo>
                    <a:pt x="560210" y="5295259"/>
                  </a:lnTo>
                  <a:lnTo>
                    <a:pt x="560304" y="5295259"/>
                  </a:lnTo>
                  <a:lnTo>
                    <a:pt x="560304" y="5289980"/>
                  </a:lnTo>
                  <a:lnTo>
                    <a:pt x="560398" y="5289980"/>
                  </a:lnTo>
                  <a:lnTo>
                    <a:pt x="560492" y="5289980"/>
                  </a:lnTo>
                  <a:lnTo>
                    <a:pt x="560586" y="5289980"/>
                  </a:lnTo>
                  <a:lnTo>
                    <a:pt x="560680" y="5289980"/>
                  </a:lnTo>
                  <a:lnTo>
                    <a:pt x="560774" y="5289980"/>
                  </a:lnTo>
                  <a:lnTo>
                    <a:pt x="560868" y="5289980"/>
                  </a:lnTo>
                  <a:lnTo>
                    <a:pt x="560962" y="5289980"/>
                  </a:lnTo>
                  <a:lnTo>
                    <a:pt x="561056" y="5289980"/>
                  </a:lnTo>
                  <a:lnTo>
                    <a:pt x="561150" y="5289980"/>
                  </a:lnTo>
                  <a:lnTo>
                    <a:pt x="561244" y="5289980"/>
                  </a:lnTo>
                  <a:lnTo>
                    <a:pt x="561338" y="5289980"/>
                  </a:lnTo>
                  <a:lnTo>
                    <a:pt x="561432" y="5289980"/>
                  </a:lnTo>
                  <a:lnTo>
                    <a:pt x="561526" y="5289980"/>
                  </a:lnTo>
                  <a:lnTo>
                    <a:pt x="561620" y="5289980"/>
                  </a:lnTo>
                  <a:lnTo>
                    <a:pt x="561714" y="5289980"/>
                  </a:lnTo>
                  <a:lnTo>
                    <a:pt x="561808" y="5289980"/>
                  </a:lnTo>
                  <a:lnTo>
                    <a:pt x="561902" y="5289980"/>
                  </a:lnTo>
                  <a:lnTo>
                    <a:pt x="561996" y="5289980"/>
                  </a:lnTo>
                  <a:lnTo>
                    <a:pt x="562090" y="5289980"/>
                  </a:lnTo>
                  <a:lnTo>
                    <a:pt x="562184" y="5289980"/>
                  </a:lnTo>
                  <a:lnTo>
                    <a:pt x="562278" y="5289980"/>
                  </a:lnTo>
                  <a:lnTo>
                    <a:pt x="562372" y="5289980"/>
                  </a:lnTo>
                  <a:lnTo>
                    <a:pt x="562466" y="5289980"/>
                  </a:lnTo>
                  <a:lnTo>
                    <a:pt x="562560" y="5289980"/>
                  </a:lnTo>
                  <a:lnTo>
                    <a:pt x="562654" y="5289980"/>
                  </a:lnTo>
                  <a:lnTo>
                    <a:pt x="562748" y="5289980"/>
                  </a:lnTo>
                  <a:lnTo>
                    <a:pt x="562842" y="5289980"/>
                  </a:lnTo>
                  <a:lnTo>
                    <a:pt x="562936" y="5289980"/>
                  </a:lnTo>
                  <a:lnTo>
                    <a:pt x="563030" y="5289980"/>
                  </a:lnTo>
                  <a:lnTo>
                    <a:pt x="563124" y="5289980"/>
                  </a:lnTo>
                  <a:lnTo>
                    <a:pt x="563218" y="5289980"/>
                  </a:lnTo>
                  <a:lnTo>
                    <a:pt x="563312" y="5289980"/>
                  </a:lnTo>
                  <a:lnTo>
                    <a:pt x="563406" y="5289980"/>
                  </a:lnTo>
                  <a:lnTo>
                    <a:pt x="563500" y="5289980"/>
                  </a:lnTo>
                  <a:lnTo>
                    <a:pt x="563595" y="5289980"/>
                  </a:lnTo>
                  <a:lnTo>
                    <a:pt x="563689" y="5289980"/>
                  </a:lnTo>
                  <a:lnTo>
                    <a:pt x="563783" y="5289980"/>
                  </a:lnTo>
                  <a:lnTo>
                    <a:pt x="563877" y="5289980"/>
                  </a:lnTo>
                  <a:lnTo>
                    <a:pt x="563971" y="5289980"/>
                  </a:lnTo>
                  <a:lnTo>
                    <a:pt x="564065" y="5289980"/>
                  </a:lnTo>
                  <a:lnTo>
                    <a:pt x="564159" y="5289980"/>
                  </a:lnTo>
                  <a:lnTo>
                    <a:pt x="564253" y="5289980"/>
                  </a:lnTo>
                  <a:lnTo>
                    <a:pt x="564347" y="5289980"/>
                  </a:lnTo>
                  <a:lnTo>
                    <a:pt x="564441" y="5289980"/>
                  </a:lnTo>
                  <a:lnTo>
                    <a:pt x="564535" y="5289980"/>
                  </a:lnTo>
                  <a:lnTo>
                    <a:pt x="564629" y="5289980"/>
                  </a:lnTo>
                  <a:lnTo>
                    <a:pt x="564723" y="5289980"/>
                  </a:lnTo>
                  <a:lnTo>
                    <a:pt x="564817" y="5289980"/>
                  </a:lnTo>
                  <a:lnTo>
                    <a:pt x="564911" y="5289980"/>
                  </a:lnTo>
                  <a:lnTo>
                    <a:pt x="565005" y="5289980"/>
                  </a:lnTo>
                  <a:lnTo>
                    <a:pt x="565099" y="5289980"/>
                  </a:lnTo>
                  <a:lnTo>
                    <a:pt x="565193" y="5289980"/>
                  </a:lnTo>
                  <a:lnTo>
                    <a:pt x="565287" y="5289980"/>
                  </a:lnTo>
                  <a:lnTo>
                    <a:pt x="565381" y="5289980"/>
                  </a:lnTo>
                  <a:lnTo>
                    <a:pt x="565475" y="5289980"/>
                  </a:lnTo>
                  <a:lnTo>
                    <a:pt x="565569" y="5289980"/>
                  </a:lnTo>
                  <a:lnTo>
                    <a:pt x="565663" y="5289980"/>
                  </a:lnTo>
                  <a:lnTo>
                    <a:pt x="565757" y="5289980"/>
                  </a:lnTo>
                  <a:lnTo>
                    <a:pt x="565851" y="5289980"/>
                  </a:lnTo>
                  <a:lnTo>
                    <a:pt x="565945" y="5289980"/>
                  </a:lnTo>
                  <a:lnTo>
                    <a:pt x="566039" y="5289980"/>
                  </a:lnTo>
                  <a:lnTo>
                    <a:pt x="566133" y="5289980"/>
                  </a:lnTo>
                  <a:lnTo>
                    <a:pt x="566227" y="5289980"/>
                  </a:lnTo>
                  <a:lnTo>
                    <a:pt x="566321" y="5289980"/>
                  </a:lnTo>
                  <a:lnTo>
                    <a:pt x="566321" y="5284700"/>
                  </a:lnTo>
                  <a:lnTo>
                    <a:pt x="566415" y="5284700"/>
                  </a:lnTo>
                  <a:lnTo>
                    <a:pt x="566509" y="5284700"/>
                  </a:lnTo>
                  <a:lnTo>
                    <a:pt x="566603" y="5284700"/>
                  </a:lnTo>
                  <a:lnTo>
                    <a:pt x="566697" y="5284700"/>
                  </a:lnTo>
                  <a:lnTo>
                    <a:pt x="566791" y="5284700"/>
                  </a:lnTo>
                  <a:lnTo>
                    <a:pt x="566885" y="5284700"/>
                  </a:lnTo>
                  <a:lnTo>
                    <a:pt x="566979" y="5284700"/>
                  </a:lnTo>
                  <a:lnTo>
                    <a:pt x="567074" y="5284700"/>
                  </a:lnTo>
                  <a:lnTo>
                    <a:pt x="567168" y="5284700"/>
                  </a:lnTo>
                  <a:lnTo>
                    <a:pt x="567262" y="5284700"/>
                  </a:lnTo>
                  <a:lnTo>
                    <a:pt x="567356" y="5284700"/>
                  </a:lnTo>
                  <a:lnTo>
                    <a:pt x="567450" y="5284700"/>
                  </a:lnTo>
                  <a:lnTo>
                    <a:pt x="567544" y="5284700"/>
                  </a:lnTo>
                  <a:lnTo>
                    <a:pt x="567638" y="5284700"/>
                  </a:lnTo>
                  <a:lnTo>
                    <a:pt x="567732" y="5284700"/>
                  </a:lnTo>
                  <a:lnTo>
                    <a:pt x="567826" y="5284700"/>
                  </a:lnTo>
                  <a:lnTo>
                    <a:pt x="567920" y="5284700"/>
                  </a:lnTo>
                  <a:lnTo>
                    <a:pt x="568014" y="5284700"/>
                  </a:lnTo>
                  <a:lnTo>
                    <a:pt x="568108" y="5284700"/>
                  </a:lnTo>
                  <a:lnTo>
                    <a:pt x="568202" y="5284700"/>
                  </a:lnTo>
                  <a:lnTo>
                    <a:pt x="568296" y="5284700"/>
                  </a:lnTo>
                  <a:lnTo>
                    <a:pt x="568390" y="5284700"/>
                  </a:lnTo>
                  <a:lnTo>
                    <a:pt x="568484" y="5284700"/>
                  </a:lnTo>
                  <a:lnTo>
                    <a:pt x="568484" y="5279421"/>
                  </a:lnTo>
                  <a:lnTo>
                    <a:pt x="568578" y="5279421"/>
                  </a:lnTo>
                  <a:lnTo>
                    <a:pt x="568672" y="5279421"/>
                  </a:lnTo>
                  <a:lnTo>
                    <a:pt x="568766" y="5279421"/>
                  </a:lnTo>
                  <a:lnTo>
                    <a:pt x="568860" y="5279421"/>
                  </a:lnTo>
                  <a:lnTo>
                    <a:pt x="568954" y="5279421"/>
                  </a:lnTo>
                  <a:lnTo>
                    <a:pt x="569048" y="5279421"/>
                  </a:lnTo>
                  <a:lnTo>
                    <a:pt x="569142" y="5279421"/>
                  </a:lnTo>
                  <a:lnTo>
                    <a:pt x="569236" y="5279421"/>
                  </a:lnTo>
                  <a:lnTo>
                    <a:pt x="569330" y="5279421"/>
                  </a:lnTo>
                  <a:lnTo>
                    <a:pt x="569424" y="5279421"/>
                  </a:lnTo>
                  <a:lnTo>
                    <a:pt x="569518" y="5279421"/>
                  </a:lnTo>
                  <a:lnTo>
                    <a:pt x="569612" y="5279421"/>
                  </a:lnTo>
                  <a:lnTo>
                    <a:pt x="569706" y="5279421"/>
                  </a:lnTo>
                  <a:lnTo>
                    <a:pt x="569800" y="5279421"/>
                  </a:lnTo>
                  <a:lnTo>
                    <a:pt x="569894" y="5279421"/>
                  </a:lnTo>
                  <a:lnTo>
                    <a:pt x="569988" y="5279421"/>
                  </a:lnTo>
                  <a:lnTo>
                    <a:pt x="570082" y="5279421"/>
                  </a:lnTo>
                  <a:lnTo>
                    <a:pt x="570176" y="5279421"/>
                  </a:lnTo>
                  <a:lnTo>
                    <a:pt x="570270" y="5279421"/>
                  </a:lnTo>
                  <a:lnTo>
                    <a:pt x="570364" y="5279421"/>
                  </a:lnTo>
                  <a:lnTo>
                    <a:pt x="570458" y="5279421"/>
                  </a:lnTo>
                  <a:lnTo>
                    <a:pt x="570552" y="5279421"/>
                  </a:lnTo>
                  <a:lnTo>
                    <a:pt x="570647" y="5279421"/>
                  </a:lnTo>
                  <a:lnTo>
                    <a:pt x="570741" y="5279421"/>
                  </a:lnTo>
                  <a:lnTo>
                    <a:pt x="570835" y="5279421"/>
                  </a:lnTo>
                  <a:lnTo>
                    <a:pt x="570929" y="5279421"/>
                  </a:lnTo>
                  <a:lnTo>
                    <a:pt x="571023" y="5279421"/>
                  </a:lnTo>
                  <a:lnTo>
                    <a:pt x="571117" y="5279421"/>
                  </a:lnTo>
                  <a:lnTo>
                    <a:pt x="571211" y="5279421"/>
                  </a:lnTo>
                  <a:lnTo>
                    <a:pt x="571305" y="5279421"/>
                  </a:lnTo>
                  <a:lnTo>
                    <a:pt x="571399" y="5279421"/>
                  </a:lnTo>
                  <a:lnTo>
                    <a:pt x="571493" y="5279421"/>
                  </a:lnTo>
                  <a:lnTo>
                    <a:pt x="571493" y="5274141"/>
                  </a:lnTo>
                  <a:lnTo>
                    <a:pt x="571587" y="5274141"/>
                  </a:lnTo>
                  <a:lnTo>
                    <a:pt x="571681" y="5274141"/>
                  </a:lnTo>
                  <a:lnTo>
                    <a:pt x="571775" y="5274141"/>
                  </a:lnTo>
                  <a:lnTo>
                    <a:pt x="571869" y="5274141"/>
                  </a:lnTo>
                  <a:lnTo>
                    <a:pt x="571963" y="5274141"/>
                  </a:lnTo>
                  <a:lnTo>
                    <a:pt x="572057" y="5274141"/>
                  </a:lnTo>
                  <a:lnTo>
                    <a:pt x="572151" y="5274141"/>
                  </a:lnTo>
                  <a:lnTo>
                    <a:pt x="572245" y="5274141"/>
                  </a:lnTo>
                  <a:lnTo>
                    <a:pt x="572339" y="5274141"/>
                  </a:lnTo>
                  <a:lnTo>
                    <a:pt x="572433" y="5274141"/>
                  </a:lnTo>
                  <a:lnTo>
                    <a:pt x="572527" y="5274141"/>
                  </a:lnTo>
                  <a:lnTo>
                    <a:pt x="572621" y="5274141"/>
                  </a:lnTo>
                  <a:lnTo>
                    <a:pt x="572715" y="5274141"/>
                  </a:lnTo>
                  <a:lnTo>
                    <a:pt x="572809" y="5274141"/>
                  </a:lnTo>
                  <a:lnTo>
                    <a:pt x="572809" y="5268862"/>
                  </a:lnTo>
                  <a:lnTo>
                    <a:pt x="572903" y="5268862"/>
                  </a:lnTo>
                  <a:lnTo>
                    <a:pt x="572997" y="5268862"/>
                  </a:lnTo>
                  <a:lnTo>
                    <a:pt x="573091" y="5268862"/>
                  </a:lnTo>
                  <a:lnTo>
                    <a:pt x="573185" y="5268862"/>
                  </a:lnTo>
                  <a:lnTo>
                    <a:pt x="573279" y="5268862"/>
                  </a:lnTo>
                  <a:lnTo>
                    <a:pt x="573373" y="5268862"/>
                  </a:lnTo>
                  <a:lnTo>
                    <a:pt x="573467" y="5268862"/>
                  </a:lnTo>
                  <a:lnTo>
                    <a:pt x="573561" y="5268862"/>
                  </a:lnTo>
                  <a:lnTo>
                    <a:pt x="573655" y="5268862"/>
                  </a:lnTo>
                  <a:lnTo>
                    <a:pt x="573749" y="5268862"/>
                  </a:lnTo>
                  <a:lnTo>
                    <a:pt x="573843" y="5268862"/>
                  </a:lnTo>
                  <a:lnTo>
                    <a:pt x="573937" y="5268862"/>
                  </a:lnTo>
                  <a:lnTo>
                    <a:pt x="574031" y="5268862"/>
                  </a:lnTo>
                  <a:lnTo>
                    <a:pt x="574125" y="5268862"/>
                  </a:lnTo>
                  <a:lnTo>
                    <a:pt x="574220" y="5268862"/>
                  </a:lnTo>
                  <a:lnTo>
                    <a:pt x="574314" y="5268862"/>
                  </a:lnTo>
                  <a:lnTo>
                    <a:pt x="574408" y="5268862"/>
                  </a:lnTo>
                  <a:lnTo>
                    <a:pt x="574502" y="5268862"/>
                  </a:lnTo>
                  <a:lnTo>
                    <a:pt x="574596" y="5268862"/>
                  </a:lnTo>
                  <a:lnTo>
                    <a:pt x="574690" y="5268862"/>
                  </a:lnTo>
                  <a:lnTo>
                    <a:pt x="574784" y="5268862"/>
                  </a:lnTo>
                  <a:lnTo>
                    <a:pt x="574878" y="5268862"/>
                  </a:lnTo>
                  <a:lnTo>
                    <a:pt x="574972" y="5268862"/>
                  </a:lnTo>
                  <a:lnTo>
                    <a:pt x="575066" y="5268862"/>
                  </a:lnTo>
                  <a:lnTo>
                    <a:pt x="575160" y="5268862"/>
                  </a:lnTo>
                  <a:lnTo>
                    <a:pt x="575254" y="5268862"/>
                  </a:lnTo>
                  <a:lnTo>
                    <a:pt x="575348" y="5268862"/>
                  </a:lnTo>
                  <a:lnTo>
                    <a:pt x="575442" y="5268862"/>
                  </a:lnTo>
                  <a:lnTo>
                    <a:pt x="575442" y="5263583"/>
                  </a:lnTo>
                  <a:lnTo>
                    <a:pt x="575536" y="5263583"/>
                  </a:lnTo>
                  <a:lnTo>
                    <a:pt x="575630" y="5263583"/>
                  </a:lnTo>
                  <a:lnTo>
                    <a:pt x="575724" y="5263583"/>
                  </a:lnTo>
                  <a:lnTo>
                    <a:pt x="575818" y="5263583"/>
                  </a:lnTo>
                  <a:lnTo>
                    <a:pt x="575912" y="5263583"/>
                  </a:lnTo>
                  <a:lnTo>
                    <a:pt x="576006" y="5263583"/>
                  </a:lnTo>
                  <a:lnTo>
                    <a:pt x="576100" y="5263583"/>
                  </a:lnTo>
                  <a:lnTo>
                    <a:pt x="576194" y="5263583"/>
                  </a:lnTo>
                  <a:lnTo>
                    <a:pt x="576288" y="5263583"/>
                  </a:lnTo>
                  <a:lnTo>
                    <a:pt x="576382" y="5263583"/>
                  </a:lnTo>
                  <a:lnTo>
                    <a:pt x="576476" y="5263583"/>
                  </a:lnTo>
                  <a:lnTo>
                    <a:pt x="576570" y="5263583"/>
                  </a:lnTo>
                  <a:lnTo>
                    <a:pt x="576664" y="5263583"/>
                  </a:lnTo>
                  <a:lnTo>
                    <a:pt x="576664" y="5258303"/>
                  </a:lnTo>
                  <a:lnTo>
                    <a:pt x="576758" y="5258303"/>
                  </a:lnTo>
                  <a:lnTo>
                    <a:pt x="576852" y="5258303"/>
                  </a:lnTo>
                  <a:lnTo>
                    <a:pt x="576946" y="5258303"/>
                  </a:lnTo>
                  <a:lnTo>
                    <a:pt x="577040" y="5258303"/>
                  </a:lnTo>
                  <a:lnTo>
                    <a:pt x="577134" y="5258303"/>
                  </a:lnTo>
                  <a:lnTo>
                    <a:pt x="577228" y="5258303"/>
                  </a:lnTo>
                  <a:lnTo>
                    <a:pt x="577322" y="5258303"/>
                  </a:lnTo>
                  <a:lnTo>
                    <a:pt x="577416" y="5258303"/>
                  </a:lnTo>
                  <a:lnTo>
                    <a:pt x="577510" y="5258303"/>
                  </a:lnTo>
                  <a:lnTo>
                    <a:pt x="577604" y="5258303"/>
                  </a:lnTo>
                  <a:lnTo>
                    <a:pt x="577698" y="5258303"/>
                  </a:lnTo>
                  <a:lnTo>
                    <a:pt x="577793" y="5258303"/>
                  </a:lnTo>
                  <a:lnTo>
                    <a:pt x="577887" y="5258303"/>
                  </a:lnTo>
                  <a:lnTo>
                    <a:pt x="577981" y="5258303"/>
                  </a:lnTo>
                  <a:lnTo>
                    <a:pt x="578075" y="5258303"/>
                  </a:lnTo>
                  <a:lnTo>
                    <a:pt x="578169" y="5258303"/>
                  </a:lnTo>
                  <a:lnTo>
                    <a:pt x="578263" y="5258303"/>
                  </a:lnTo>
                  <a:lnTo>
                    <a:pt x="578357" y="5258303"/>
                  </a:lnTo>
                  <a:lnTo>
                    <a:pt x="578451" y="5258303"/>
                  </a:lnTo>
                  <a:lnTo>
                    <a:pt x="578545" y="5258303"/>
                  </a:lnTo>
                  <a:lnTo>
                    <a:pt x="578639" y="5258303"/>
                  </a:lnTo>
                  <a:lnTo>
                    <a:pt x="578733" y="5258303"/>
                  </a:lnTo>
                  <a:lnTo>
                    <a:pt x="578827" y="5258303"/>
                  </a:lnTo>
                  <a:lnTo>
                    <a:pt x="578921" y="5258303"/>
                  </a:lnTo>
                  <a:lnTo>
                    <a:pt x="579015" y="5258303"/>
                  </a:lnTo>
                  <a:lnTo>
                    <a:pt x="579109" y="5258303"/>
                  </a:lnTo>
                  <a:lnTo>
                    <a:pt x="579203" y="5258303"/>
                  </a:lnTo>
                  <a:lnTo>
                    <a:pt x="579297" y="5258303"/>
                  </a:lnTo>
                  <a:lnTo>
                    <a:pt x="579391" y="5258303"/>
                  </a:lnTo>
                  <a:lnTo>
                    <a:pt x="579485" y="5258303"/>
                  </a:lnTo>
                  <a:lnTo>
                    <a:pt x="579485" y="5253024"/>
                  </a:lnTo>
                  <a:lnTo>
                    <a:pt x="579579" y="5253024"/>
                  </a:lnTo>
                  <a:lnTo>
                    <a:pt x="579673" y="5253024"/>
                  </a:lnTo>
                  <a:lnTo>
                    <a:pt x="579767" y="5253024"/>
                  </a:lnTo>
                  <a:lnTo>
                    <a:pt x="579861" y="5253024"/>
                  </a:lnTo>
                  <a:lnTo>
                    <a:pt x="579955" y="5253024"/>
                  </a:lnTo>
                  <a:lnTo>
                    <a:pt x="580049" y="5253024"/>
                  </a:lnTo>
                  <a:lnTo>
                    <a:pt x="580143" y="5253024"/>
                  </a:lnTo>
                  <a:lnTo>
                    <a:pt x="580237" y="5253024"/>
                  </a:lnTo>
                  <a:lnTo>
                    <a:pt x="580331" y="5253024"/>
                  </a:lnTo>
                  <a:lnTo>
                    <a:pt x="580425" y="5253024"/>
                  </a:lnTo>
                  <a:lnTo>
                    <a:pt x="580519" y="5253024"/>
                  </a:lnTo>
                  <a:lnTo>
                    <a:pt x="580613" y="5253024"/>
                  </a:lnTo>
                  <a:lnTo>
                    <a:pt x="580707" y="5253024"/>
                  </a:lnTo>
                  <a:lnTo>
                    <a:pt x="580801" y="5253024"/>
                  </a:lnTo>
                  <a:lnTo>
                    <a:pt x="580895" y="5253024"/>
                  </a:lnTo>
                  <a:lnTo>
                    <a:pt x="580989" y="5253024"/>
                  </a:lnTo>
                  <a:lnTo>
                    <a:pt x="581083" y="5253024"/>
                  </a:lnTo>
                  <a:lnTo>
                    <a:pt x="581177" y="5253024"/>
                  </a:lnTo>
                  <a:lnTo>
                    <a:pt x="581272" y="5253024"/>
                  </a:lnTo>
                  <a:lnTo>
                    <a:pt x="581366" y="5253024"/>
                  </a:lnTo>
                  <a:lnTo>
                    <a:pt x="581460" y="5253024"/>
                  </a:lnTo>
                  <a:lnTo>
                    <a:pt x="581554" y="5253024"/>
                  </a:lnTo>
                  <a:lnTo>
                    <a:pt x="581648" y="5253024"/>
                  </a:lnTo>
                  <a:lnTo>
                    <a:pt x="581742" y="5253024"/>
                  </a:lnTo>
                  <a:lnTo>
                    <a:pt x="581836" y="5253024"/>
                  </a:lnTo>
                  <a:lnTo>
                    <a:pt x="581930" y="5253024"/>
                  </a:lnTo>
                  <a:lnTo>
                    <a:pt x="582024" y="5253024"/>
                  </a:lnTo>
                  <a:lnTo>
                    <a:pt x="582118" y="5253024"/>
                  </a:lnTo>
                  <a:lnTo>
                    <a:pt x="582212" y="5253024"/>
                  </a:lnTo>
                  <a:lnTo>
                    <a:pt x="582306" y="5253024"/>
                  </a:lnTo>
                  <a:lnTo>
                    <a:pt x="582400" y="5253024"/>
                  </a:lnTo>
                  <a:lnTo>
                    <a:pt x="582494" y="5253024"/>
                  </a:lnTo>
                  <a:lnTo>
                    <a:pt x="582588" y="5253024"/>
                  </a:lnTo>
                  <a:lnTo>
                    <a:pt x="582682" y="5253024"/>
                  </a:lnTo>
                  <a:lnTo>
                    <a:pt x="582776" y="5253024"/>
                  </a:lnTo>
                  <a:lnTo>
                    <a:pt x="582870" y="5253024"/>
                  </a:lnTo>
                  <a:lnTo>
                    <a:pt x="582964" y="5253024"/>
                  </a:lnTo>
                  <a:lnTo>
                    <a:pt x="583058" y="5253024"/>
                  </a:lnTo>
                  <a:lnTo>
                    <a:pt x="583152" y="5253024"/>
                  </a:lnTo>
                  <a:lnTo>
                    <a:pt x="583246" y="5253024"/>
                  </a:lnTo>
                  <a:lnTo>
                    <a:pt x="583340" y="5253024"/>
                  </a:lnTo>
                  <a:lnTo>
                    <a:pt x="583434" y="5253024"/>
                  </a:lnTo>
                  <a:lnTo>
                    <a:pt x="583528" y="5253024"/>
                  </a:lnTo>
                  <a:lnTo>
                    <a:pt x="583622" y="5253024"/>
                  </a:lnTo>
                  <a:lnTo>
                    <a:pt x="583716" y="5253024"/>
                  </a:lnTo>
                  <a:lnTo>
                    <a:pt x="583810" y="5253024"/>
                  </a:lnTo>
                  <a:lnTo>
                    <a:pt x="583904" y="5253024"/>
                  </a:lnTo>
                  <a:lnTo>
                    <a:pt x="583998" y="5253024"/>
                  </a:lnTo>
                  <a:lnTo>
                    <a:pt x="584092" y="5253024"/>
                  </a:lnTo>
                  <a:lnTo>
                    <a:pt x="584186" y="5253024"/>
                  </a:lnTo>
                  <a:lnTo>
                    <a:pt x="584280" y="5253024"/>
                  </a:lnTo>
                  <a:lnTo>
                    <a:pt x="584374" y="5253024"/>
                  </a:lnTo>
                  <a:lnTo>
                    <a:pt x="584468" y="5253024"/>
                  </a:lnTo>
                  <a:lnTo>
                    <a:pt x="584562" y="5253024"/>
                  </a:lnTo>
                  <a:lnTo>
                    <a:pt x="584656" y="5253024"/>
                  </a:lnTo>
                  <a:lnTo>
                    <a:pt x="584750" y="5253024"/>
                  </a:lnTo>
                  <a:lnTo>
                    <a:pt x="584845" y="5253024"/>
                  </a:lnTo>
                  <a:lnTo>
                    <a:pt x="584939" y="5253024"/>
                  </a:lnTo>
                  <a:lnTo>
                    <a:pt x="585033" y="5253024"/>
                  </a:lnTo>
                  <a:lnTo>
                    <a:pt x="585127" y="5253024"/>
                  </a:lnTo>
                  <a:lnTo>
                    <a:pt x="585127" y="5247744"/>
                  </a:lnTo>
                  <a:lnTo>
                    <a:pt x="585221" y="5247744"/>
                  </a:lnTo>
                  <a:lnTo>
                    <a:pt x="585315" y="5247744"/>
                  </a:lnTo>
                  <a:lnTo>
                    <a:pt x="585409" y="5247744"/>
                  </a:lnTo>
                  <a:lnTo>
                    <a:pt x="585503" y="5247744"/>
                  </a:lnTo>
                  <a:lnTo>
                    <a:pt x="585597" y="5247744"/>
                  </a:lnTo>
                  <a:lnTo>
                    <a:pt x="585691" y="5247744"/>
                  </a:lnTo>
                  <a:lnTo>
                    <a:pt x="585785" y="5247744"/>
                  </a:lnTo>
                  <a:lnTo>
                    <a:pt x="585879" y="5247744"/>
                  </a:lnTo>
                  <a:lnTo>
                    <a:pt x="585973" y="5247744"/>
                  </a:lnTo>
                  <a:lnTo>
                    <a:pt x="585973" y="5242465"/>
                  </a:lnTo>
                  <a:lnTo>
                    <a:pt x="586067" y="5242465"/>
                  </a:lnTo>
                  <a:lnTo>
                    <a:pt x="586161" y="5242465"/>
                  </a:lnTo>
                  <a:lnTo>
                    <a:pt x="586255" y="5242465"/>
                  </a:lnTo>
                  <a:lnTo>
                    <a:pt x="586349" y="5242465"/>
                  </a:lnTo>
                  <a:lnTo>
                    <a:pt x="586443" y="5242465"/>
                  </a:lnTo>
                  <a:lnTo>
                    <a:pt x="586537" y="5242465"/>
                  </a:lnTo>
                  <a:lnTo>
                    <a:pt x="586631" y="5242465"/>
                  </a:lnTo>
                  <a:lnTo>
                    <a:pt x="586725" y="5242465"/>
                  </a:lnTo>
                  <a:lnTo>
                    <a:pt x="586819" y="5242465"/>
                  </a:lnTo>
                  <a:lnTo>
                    <a:pt x="586913" y="5242465"/>
                  </a:lnTo>
                  <a:lnTo>
                    <a:pt x="587007" y="5242465"/>
                  </a:lnTo>
                  <a:lnTo>
                    <a:pt x="587101" y="5242465"/>
                  </a:lnTo>
                  <a:lnTo>
                    <a:pt x="587195" y="5242465"/>
                  </a:lnTo>
                  <a:lnTo>
                    <a:pt x="587289" y="5242465"/>
                  </a:lnTo>
                  <a:lnTo>
                    <a:pt x="587383" y="5242465"/>
                  </a:lnTo>
                  <a:lnTo>
                    <a:pt x="587477" y="5242465"/>
                  </a:lnTo>
                  <a:lnTo>
                    <a:pt x="587571" y="5242465"/>
                  </a:lnTo>
                  <a:lnTo>
                    <a:pt x="587665" y="5242465"/>
                  </a:lnTo>
                  <a:lnTo>
                    <a:pt x="587759" y="5242465"/>
                  </a:lnTo>
                  <a:lnTo>
                    <a:pt x="587853" y="5242465"/>
                  </a:lnTo>
                  <a:lnTo>
                    <a:pt x="587947" y="5242465"/>
                  </a:lnTo>
                  <a:lnTo>
                    <a:pt x="588041" y="5242465"/>
                  </a:lnTo>
                  <a:lnTo>
                    <a:pt x="588135" y="5242465"/>
                  </a:lnTo>
                  <a:lnTo>
                    <a:pt x="588229" y="5242465"/>
                  </a:lnTo>
                  <a:lnTo>
                    <a:pt x="588323" y="5242465"/>
                  </a:lnTo>
                  <a:lnTo>
                    <a:pt x="588418" y="5242465"/>
                  </a:lnTo>
                  <a:lnTo>
                    <a:pt x="588512" y="5242465"/>
                  </a:lnTo>
                  <a:lnTo>
                    <a:pt x="588606" y="5242465"/>
                  </a:lnTo>
                  <a:lnTo>
                    <a:pt x="588700" y="5242465"/>
                  </a:lnTo>
                  <a:lnTo>
                    <a:pt x="588794" y="5242465"/>
                  </a:lnTo>
                  <a:lnTo>
                    <a:pt x="588888" y="5242465"/>
                  </a:lnTo>
                  <a:lnTo>
                    <a:pt x="588982" y="5242465"/>
                  </a:lnTo>
                  <a:lnTo>
                    <a:pt x="589076" y="5242465"/>
                  </a:lnTo>
                  <a:lnTo>
                    <a:pt x="589170" y="5242465"/>
                  </a:lnTo>
                  <a:lnTo>
                    <a:pt x="589264" y="5242465"/>
                  </a:lnTo>
                  <a:lnTo>
                    <a:pt x="589358" y="5242465"/>
                  </a:lnTo>
                  <a:lnTo>
                    <a:pt x="589452" y="5242465"/>
                  </a:lnTo>
                  <a:lnTo>
                    <a:pt x="589452" y="5237185"/>
                  </a:lnTo>
                  <a:lnTo>
                    <a:pt x="589546" y="5237185"/>
                  </a:lnTo>
                  <a:lnTo>
                    <a:pt x="589640" y="5237185"/>
                  </a:lnTo>
                  <a:lnTo>
                    <a:pt x="589734" y="5237185"/>
                  </a:lnTo>
                  <a:lnTo>
                    <a:pt x="589828" y="5237185"/>
                  </a:lnTo>
                  <a:lnTo>
                    <a:pt x="589922" y="5237185"/>
                  </a:lnTo>
                  <a:lnTo>
                    <a:pt x="590016" y="5237185"/>
                  </a:lnTo>
                  <a:lnTo>
                    <a:pt x="590110" y="5237185"/>
                  </a:lnTo>
                  <a:lnTo>
                    <a:pt x="590204" y="5237185"/>
                  </a:lnTo>
                  <a:lnTo>
                    <a:pt x="590298" y="5237185"/>
                  </a:lnTo>
                  <a:lnTo>
                    <a:pt x="590392" y="5237185"/>
                  </a:lnTo>
                  <a:lnTo>
                    <a:pt x="590486" y="5237185"/>
                  </a:lnTo>
                  <a:lnTo>
                    <a:pt x="590580" y="5237185"/>
                  </a:lnTo>
                  <a:lnTo>
                    <a:pt x="590674" y="5237185"/>
                  </a:lnTo>
                  <a:lnTo>
                    <a:pt x="590768" y="5237185"/>
                  </a:lnTo>
                  <a:lnTo>
                    <a:pt x="590862" y="5237185"/>
                  </a:lnTo>
                  <a:lnTo>
                    <a:pt x="590956" y="5237185"/>
                  </a:lnTo>
                  <a:lnTo>
                    <a:pt x="591050" y="5237185"/>
                  </a:lnTo>
                  <a:lnTo>
                    <a:pt x="591144" y="5237185"/>
                  </a:lnTo>
                  <a:lnTo>
                    <a:pt x="591238" y="5237185"/>
                  </a:lnTo>
                  <a:lnTo>
                    <a:pt x="591332" y="5237185"/>
                  </a:lnTo>
                  <a:lnTo>
                    <a:pt x="591426" y="5237185"/>
                  </a:lnTo>
                  <a:lnTo>
                    <a:pt x="591520" y="5237185"/>
                  </a:lnTo>
                  <a:lnTo>
                    <a:pt x="591614" y="5237185"/>
                  </a:lnTo>
                  <a:lnTo>
                    <a:pt x="591708" y="5237185"/>
                  </a:lnTo>
                  <a:lnTo>
                    <a:pt x="591802" y="5237185"/>
                  </a:lnTo>
                  <a:lnTo>
                    <a:pt x="591897" y="5237185"/>
                  </a:lnTo>
                  <a:lnTo>
                    <a:pt x="591991" y="5237185"/>
                  </a:lnTo>
                  <a:lnTo>
                    <a:pt x="592085" y="5237185"/>
                  </a:lnTo>
                  <a:lnTo>
                    <a:pt x="592179" y="5237185"/>
                  </a:lnTo>
                  <a:lnTo>
                    <a:pt x="592273" y="5237185"/>
                  </a:lnTo>
                  <a:lnTo>
                    <a:pt x="592367" y="5237185"/>
                  </a:lnTo>
                  <a:lnTo>
                    <a:pt x="592461" y="5237185"/>
                  </a:lnTo>
                  <a:lnTo>
                    <a:pt x="592555" y="5237185"/>
                  </a:lnTo>
                  <a:lnTo>
                    <a:pt x="592649" y="5237185"/>
                  </a:lnTo>
                  <a:lnTo>
                    <a:pt x="592743" y="5237185"/>
                  </a:lnTo>
                  <a:lnTo>
                    <a:pt x="592837" y="5237185"/>
                  </a:lnTo>
                  <a:lnTo>
                    <a:pt x="592931" y="5237185"/>
                  </a:lnTo>
                  <a:lnTo>
                    <a:pt x="593025" y="5237185"/>
                  </a:lnTo>
                  <a:lnTo>
                    <a:pt x="593119" y="5237185"/>
                  </a:lnTo>
                  <a:lnTo>
                    <a:pt x="593213" y="5237185"/>
                  </a:lnTo>
                  <a:lnTo>
                    <a:pt x="593307" y="5237185"/>
                  </a:lnTo>
                  <a:lnTo>
                    <a:pt x="593401" y="5237185"/>
                  </a:lnTo>
                  <a:lnTo>
                    <a:pt x="593495" y="5237185"/>
                  </a:lnTo>
                  <a:lnTo>
                    <a:pt x="593589" y="5237185"/>
                  </a:lnTo>
                  <a:lnTo>
                    <a:pt x="593683" y="5237185"/>
                  </a:lnTo>
                  <a:lnTo>
                    <a:pt x="593777" y="5237185"/>
                  </a:lnTo>
                  <a:lnTo>
                    <a:pt x="593871" y="5237185"/>
                  </a:lnTo>
                  <a:lnTo>
                    <a:pt x="593965" y="5237185"/>
                  </a:lnTo>
                  <a:lnTo>
                    <a:pt x="594059" y="5237185"/>
                  </a:lnTo>
                  <a:lnTo>
                    <a:pt x="594153" y="5237185"/>
                  </a:lnTo>
                  <a:lnTo>
                    <a:pt x="594247" y="5237185"/>
                  </a:lnTo>
                  <a:lnTo>
                    <a:pt x="594341" y="5237185"/>
                  </a:lnTo>
                  <a:lnTo>
                    <a:pt x="594435" y="5237185"/>
                  </a:lnTo>
                  <a:lnTo>
                    <a:pt x="594529" y="5237185"/>
                  </a:lnTo>
                  <a:lnTo>
                    <a:pt x="594623" y="5237185"/>
                  </a:lnTo>
                  <a:lnTo>
                    <a:pt x="594717" y="5237185"/>
                  </a:lnTo>
                  <a:lnTo>
                    <a:pt x="594811" y="5237185"/>
                  </a:lnTo>
                  <a:lnTo>
                    <a:pt x="594905" y="5237185"/>
                  </a:lnTo>
                  <a:lnTo>
                    <a:pt x="594999" y="5237185"/>
                  </a:lnTo>
                  <a:lnTo>
                    <a:pt x="595093" y="5237185"/>
                  </a:lnTo>
                  <a:lnTo>
                    <a:pt x="595187" y="5237185"/>
                  </a:lnTo>
                  <a:lnTo>
                    <a:pt x="595281" y="5237185"/>
                  </a:lnTo>
                  <a:lnTo>
                    <a:pt x="595375" y="5237185"/>
                  </a:lnTo>
                  <a:lnTo>
                    <a:pt x="595470" y="5237185"/>
                  </a:lnTo>
                  <a:lnTo>
                    <a:pt x="595564" y="5237185"/>
                  </a:lnTo>
                  <a:lnTo>
                    <a:pt x="595658" y="5237185"/>
                  </a:lnTo>
                  <a:lnTo>
                    <a:pt x="595752" y="5237185"/>
                  </a:lnTo>
                  <a:lnTo>
                    <a:pt x="595846" y="5237185"/>
                  </a:lnTo>
                  <a:lnTo>
                    <a:pt x="595940" y="5237185"/>
                  </a:lnTo>
                  <a:lnTo>
                    <a:pt x="596034" y="5237185"/>
                  </a:lnTo>
                  <a:lnTo>
                    <a:pt x="596128" y="5237185"/>
                  </a:lnTo>
                  <a:lnTo>
                    <a:pt x="596222" y="5237185"/>
                  </a:lnTo>
                  <a:lnTo>
                    <a:pt x="596316" y="5237185"/>
                  </a:lnTo>
                  <a:lnTo>
                    <a:pt x="596410" y="5237185"/>
                  </a:lnTo>
                  <a:lnTo>
                    <a:pt x="596504" y="5237185"/>
                  </a:lnTo>
                  <a:lnTo>
                    <a:pt x="596598" y="5237185"/>
                  </a:lnTo>
                  <a:lnTo>
                    <a:pt x="596692" y="5237185"/>
                  </a:lnTo>
                  <a:lnTo>
                    <a:pt x="596786" y="5237185"/>
                  </a:lnTo>
                  <a:lnTo>
                    <a:pt x="596880" y="5237185"/>
                  </a:lnTo>
                  <a:lnTo>
                    <a:pt x="596974" y="5237185"/>
                  </a:lnTo>
                  <a:lnTo>
                    <a:pt x="596974" y="5231906"/>
                  </a:lnTo>
                  <a:lnTo>
                    <a:pt x="597068" y="5231906"/>
                  </a:lnTo>
                  <a:lnTo>
                    <a:pt x="597162" y="5231906"/>
                  </a:lnTo>
                  <a:lnTo>
                    <a:pt x="597256" y="5231906"/>
                  </a:lnTo>
                  <a:lnTo>
                    <a:pt x="597350" y="5231906"/>
                  </a:lnTo>
                  <a:lnTo>
                    <a:pt x="597444" y="5231906"/>
                  </a:lnTo>
                  <a:lnTo>
                    <a:pt x="597538" y="5231906"/>
                  </a:lnTo>
                  <a:lnTo>
                    <a:pt x="597632" y="5231906"/>
                  </a:lnTo>
                  <a:lnTo>
                    <a:pt x="597726" y="5231906"/>
                  </a:lnTo>
                  <a:lnTo>
                    <a:pt x="597820" y="5231906"/>
                  </a:lnTo>
                  <a:lnTo>
                    <a:pt x="597914" y="5231906"/>
                  </a:lnTo>
                  <a:lnTo>
                    <a:pt x="598008" y="5231906"/>
                  </a:lnTo>
                  <a:lnTo>
                    <a:pt x="598102" y="5231906"/>
                  </a:lnTo>
                  <a:lnTo>
                    <a:pt x="598196" y="5231906"/>
                  </a:lnTo>
                  <a:lnTo>
                    <a:pt x="598290" y="5231906"/>
                  </a:lnTo>
                  <a:lnTo>
                    <a:pt x="598384" y="5231906"/>
                  </a:lnTo>
                  <a:lnTo>
                    <a:pt x="598478" y="5231906"/>
                  </a:lnTo>
                  <a:lnTo>
                    <a:pt x="598572" y="5231906"/>
                  </a:lnTo>
                  <a:lnTo>
                    <a:pt x="598666" y="5231906"/>
                  </a:lnTo>
                  <a:lnTo>
                    <a:pt x="598760" y="5231906"/>
                  </a:lnTo>
                  <a:lnTo>
                    <a:pt x="598854" y="5231906"/>
                  </a:lnTo>
                  <a:lnTo>
                    <a:pt x="598948" y="5231906"/>
                  </a:lnTo>
                  <a:lnTo>
                    <a:pt x="599043" y="5231906"/>
                  </a:lnTo>
                  <a:lnTo>
                    <a:pt x="599137" y="5231906"/>
                  </a:lnTo>
                  <a:lnTo>
                    <a:pt x="599231" y="5231906"/>
                  </a:lnTo>
                  <a:lnTo>
                    <a:pt x="599325" y="5231906"/>
                  </a:lnTo>
                  <a:lnTo>
                    <a:pt x="599419" y="5231906"/>
                  </a:lnTo>
                  <a:lnTo>
                    <a:pt x="599513" y="5231906"/>
                  </a:lnTo>
                  <a:lnTo>
                    <a:pt x="599607" y="5231906"/>
                  </a:lnTo>
                  <a:lnTo>
                    <a:pt x="599701" y="5231906"/>
                  </a:lnTo>
                  <a:lnTo>
                    <a:pt x="599795" y="5231906"/>
                  </a:lnTo>
                  <a:lnTo>
                    <a:pt x="599889" y="5231906"/>
                  </a:lnTo>
                  <a:lnTo>
                    <a:pt x="599983" y="5231906"/>
                  </a:lnTo>
                  <a:lnTo>
                    <a:pt x="600077" y="5231906"/>
                  </a:lnTo>
                  <a:lnTo>
                    <a:pt x="600171" y="5231906"/>
                  </a:lnTo>
                  <a:lnTo>
                    <a:pt x="600171" y="5226627"/>
                  </a:lnTo>
                  <a:lnTo>
                    <a:pt x="600265" y="5226627"/>
                  </a:lnTo>
                  <a:lnTo>
                    <a:pt x="600359" y="5226627"/>
                  </a:lnTo>
                  <a:lnTo>
                    <a:pt x="600453" y="5226627"/>
                  </a:lnTo>
                  <a:lnTo>
                    <a:pt x="600547" y="5226627"/>
                  </a:lnTo>
                  <a:lnTo>
                    <a:pt x="600641" y="5226627"/>
                  </a:lnTo>
                  <a:lnTo>
                    <a:pt x="600735" y="5226627"/>
                  </a:lnTo>
                  <a:lnTo>
                    <a:pt x="600829" y="5226627"/>
                  </a:lnTo>
                  <a:lnTo>
                    <a:pt x="600923" y="5226627"/>
                  </a:lnTo>
                  <a:lnTo>
                    <a:pt x="601017" y="5226627"/>
                  </a:lnTo>
                  <a:lnTo>
                    <a:pt x="601111" y="5226627"/>
                  </a:lnTo>
                  <a:lnTo>
                    <a:pt x="601205" y="5226627"/>
                  </a:lnTo>
                  <a:lnTo>
                    <a:pt x="601299" y="5226627"/>
                  </a:lnTo>
                  <a:lnTo>
                    <a:pt x="601393" y="5226627"/>
                  </a:lnTo>
                  <a:lnTo>
                    <a:pt x="601487" y="5226627"/>
                  </a:lnTo>
                  <a:lnTo>
                    <a:pt x="601581" y="5226627"/>
                  </a:lnTo>
                  <a:lnTo>
                    <a:pt x="601675" y="5226627"/>
                  </a:lnTo>
                  <a:lnTo>
                    <a:pt x="601769" y="5226627"/>
                  </a:lnTo>
                  <a:lnTo>
                    <a:pt x="601863" y="5226627"/>
                  </a:lnTo>
                  <a:lnTo>
                    <a:pt x="601957" y="5226627"/>
                  </a:lnTo>
                  <a:lnTo>
                    <a:pt x="602051" y="5226627"/>
                  </a:lnTo>
                  <a:lnTo>
                    <a:pt x="602145" y="5226627"/>
                  </a:lnTo>
                  <a:lnTo>
                    <a:pt x="602239" y="5226627"/>
                  </a:lnTo>
                  <a:lnTo>
                    <a:pt x="602333" y="5226627"/>
                  </a:lnTo>
                  <a:lnTo>
                    <a:pt x="602427" y="5226627"/>
                  </a:lnTo>
                  <a:lnTo>
                    <a:pt x="602522" y="5226627"/>
                  </a:lnTo>
                  <a:lnTo>
                    <a:pt x="602616" y="5226627"/>
                  </a:lnTo>
                  <a:lnTo>
                    <a:pt x="602710" y="5226627"/>
                  </a:lnTo>
                  <a:lnTo>
                    <a:pt x="602804" y="5226627"/>
                  </a:lnTo>
                  <a:lnTo>
                    <a:pt x="602898" y="5226627"/>
                  </a:lnTo>
                  <a:lnTo>
                    <a:pt x="602992" y="5226627"/>
                  </a:lnTo>
                  <a:lnTo>
                    <a:pt x="603086" y="5226627"/>
                  </a:lnTo>
                  <a:lnTo>
                    <a:pt x="603180" y="5226627"/>
                  </a:lnTo>
                  <a:lnTo>
                    <a:pt x="603274" y="5226627"/>
                  </a:lnTo>
                  <a:lnTo>
                    <a:pt x="603368" y="5226627"/>
                  </a:lnTo>
                  <a:lnTo>
                    <a:pt x="603462" y="5226627"/>
                  </a:lnTo>
                  <a:lnTo>
                    <a:pt x="603556" y="5226627"/>
                  </a:lnTo>
                  <a:lnTo>
                    <a:pt x="603650" y="5226627"/>
                  </a:lnTo>
                  <a:lnTo>
                    <a:pt x="603744" y="5226627"/>
                  </a:lnTo>
                  <a:lnTo>
                    <a:pt x="603838" y="5226627"/>
                  </a:lnTo>
                  <a:lnTo>
                    <a:pt x="603838" y="5221347"/>
                  </a:lnTo>
                  <a:lnTo>
                    <a:pt x="603932" y="5221347"/>
                  </a:lnTo>
                  <a:lnTo>
                    <a:pt x="604026" y="5221347"/>
                  </a:lnTo>
                  <a:lnTo>
                    <a:pt x="604120" y="5221347"/>
                  </a:lnTo>
                  <a:lnTo>
                    <a:pt x="604214" y="5221347"/>
                  </a:lnTo>
                  <a:lnTo>
                    <a:pt x="604308" y="5221347"/>
                  </a:lnTo>
                  <a:lnTo>
                    <a:pt x="604402" y="5221347"/>
                  </a:lnTo>
                  <a:lnTo>
                    <a:pt x="604496" y="5221347"/>
                  </a:lnTo>
                  <a:lnTo>
                    <a:pt x="604590" y="5221347"/>
                  </a:lnTo>
                  <a:lnTo>
                    <a:pt x="604684" y="5221347"/>
                  </a:lnTo>
                  <a:lnTo>
                    <a:pt x="604778" y="5221347"/>
                  </a:lnTo>
                  <a:lnTo>
                    <a:pt x="604872" y="5221347"/>
                  </a:lnTo>
                  <a:lnTo>
                    <a:pt x="604966" y="5221347"/>
                  </a:lnTo>
                  <a:lnTo>
                    <a:pt x="605060" y="5221347"/>
                  </a:lnTo>
                  <a:lnTo>
                    <a:pt x="605154" y="5221347"/>
                  </a:lnTo>
                  <a:lnTo>
                    <a:pt x="605248" y="5221347"/>
                  </a:lnTo>
                  <a:lnTo>
                    <a:pt x="605342" y="5221347"/>
                  </a:lnTo>
                  <a:lnTo>
                    <a:pt x="605436" y="5221347"/>
                  </a:lnTo>
                  <a:lnTo>
                    <a:pt x="605530" y="5221347"/>
                  </a:lnTo>
                  <a:lnTo>
                    <a:pt x="605624" y="5221347"/>
                  </a:lnTo>
                  <a:lnTo>
                    <a:pt x="605718" y="5221347"/>
                  </a:lnTo>
                  <a:lnTo>
                    <a:pt x="605812" y="5221347"/>
                  </a:lnTo>
                  <a:lnTo>
                    <a:pt x="605812" y="5216068"/>
                  </a:lnTo>
                  <a:lnTo>
                    <a:pt x="605906" y="5216068"/>
                  </a:lnTo>
                  <a:lnTo>
                    <a:pt x="606000" y="5216068"/>
                  </a:lnTo>
                  <a:lnTo>
                    <a:pt x="606095" y="5216068"/>
                  </a:lnTo>
                  <a:lnTo>
                    <a:pt x="606189" y="5216068"/>
                  </a:lnTo>
                  <a:lnTo>
                    <a:pt x="606283" y="5216068"/>
                  </a:lnTo>
                  <a:lnTo>
                    <a:pt x="606377" y="5216068"/>
                  </a:lnTo>
                  <a:lnTo>
                    <a:pt x="606471" y="5216068"/>
                  </a:lnTo>
                  <a:lnTo>
                    <a:pt x="606565" y="5216068"/>
                  </a:lnTo>
                  <a:lnTo>
                    <a:pt x="606659" y="5216068"/>
                  </a:lnTo>
                  <a:lnTo>
                    <a:pt x="606753" y="5216068"/>
                  </a:lnTo>
                  <a:lnTo>
                    <a:pt x="606847" y="5216068"/>
                  </a:lnTo>
                  <a:lnTo>
                    <a:pt x="606941" y="5216068"/>
                  </a:lnTo>
                  <a:lnTo>
                    <a:pt x="607035" y="5216068"/>
                  </a:lnTo>
                  <a:lnTo>
                    <a:pt x="607129" y="5216068"/>
                  </a:lnTo>
                  <a:lnTo>
                    <a:pt x="607223" y="5216068"/>
                  </a:lnTo>
                  <a:lnTo>
                    <a:pt x="607317" y="5216068"/>
                  </a:lnTo>
                  <a:lnTo>
                    <a:pt x="607411" y="5216068"/>
                  </a:lnTo>
                  <a:lnTo>
                    <a:pt x="607505" y="5216068"/>
                  </a:lnTo>
                  <a:lnTo>
                    <a:pt x="607599" y="5216068"/>
                  </a:lnTo>
                  <a:lnTo>
                    <a:pt x="607693" y="5216068"/>
                  </a:lnTo>
                  <a:lnTo>
                    <a:pt x="607787" y="5216068"/>
                  </a:lnTo>
                  <a:lnTo>
                    <a:pt x="607881" y="5216068"/>
                  </a:lnTo>
                  <a:lnTo>
                    <a:pt x="607975" y="5216068"/>
                  </a:lnTo>
                  <a:lnTo>
                    <a:pt x="608069" y="5216068"/>
                  </a:lnTo>
                  <a:lnTo>
                    <a:pt x="608163" y="5216068"/>
                  </a:lnTo>
                  <a:lnTo>
                    <a:pt x="608257" y="5216068"/>
                  </a:lnTo>
                  <a:lnTo>
                    <a:pt x="608351" y="5216068"/>
                  </a:lnTo>
                  <a:lnTo>
                    <a:pt x="608445" y="5216068"/>
                  </a:lnTo>
                  <a:lnTo>
                    <a:pt x="608539" y="5216068"/>
                  </a:lnTo>
                  <a:lnTo>
                    <a:pt x="608633" y="5216068"/>
                  </a:lnTo>
                  <a:lnTo>
                    <a:pt x="608727" y="5216068"/>
                  </a:lnTo>
                  <a:lnTo>
                    <a:pt x="608821" y="5216068"/>
                  </a:lnTo>
                  <a:lnTo>
                    <a:pt x="608915" y="5216068"/>
                  </a:lnTo>
                  <a:lnTo>
                    <a:pt x="609009" y="5216068"/>
                  </a:lnTo>
                  <a:lnTo>
                    <a:pt x="609103" y="5216068"/>
                  </a:lnTo>
                  <a:lnTo>
                    <a:pt x="609197" y="5216068"/>
                  </a:lnTo>
                  <a:lnTo>
                    <a:pt x="609291" y="5216068"/>
                  </a:lnTo>
                  <a:lnTo>
                    <a:pt x="609385" y="5216068"/>
                  </a:lnTo>
                  <a:lnTo>
                    <a:pt x="609479" y="5216068"/>
                  </a:lnTo>
                  <a:lnTo>
                    <a:pt x="609479" y="5210788"/>
                  </a:lnTo>
                  <a:lnTo>
                    <a:pt x="609573" y="5210788"/>
                  </a:lnTo>
                  <a:lnTo>
                    <a:pt x="609668" y="5210788"/>
                  </a:lnTo>
                  <a:lnTo>
                    <a:pt x="609762" y="5210788"/>
                  </a:lnTo>
                  <a:lnTo>
                    <a:pt x="609856" y="5210788"/>
                  </a:lnTo>
                  <a:lnTo>
                    <a:pt x="609950" y="5210788"/>
                  </a:lnTo>
                  <a:lnTo>
                    <a:pt x="610044" y="5210788"/>
                  </a:lnTo>
                  <a:lnTo>
                    <a:pt x="610138" y="5210788"/>
                  </a:lnTo>
                  <a:lnTo>
                    <a:pt x="610232" y="5210788"/>
                  </a:lnTo>
                  <a:lnTo>
                    <a:pt x="610326" y="5210788"/>
                  </a:lnTo>
                  <a:lnTo>
                    <a:pt x="610420" y="5210788"/>
                  </a:lnTo>
                  <a:lnTo>
                    <a:pt x="610514" y="5210788"/>
                  </a:lnTo>
                  <a:lnTo>
                    <a:pt x="610608" y="5210788"/>
                  </a:lnTo>
                  <a:lnTo>
                    <a:pt x="610702" y="5210788"/>
                  </a:lnTo>
                  <a:lnTo>
                    <a:pt x="610796" y="5210788"/>
                  </a:lnTo>
                  <a:lnTo>
                    <a:pt x="610890" y="5210788"/>
                  </a:lnTo>
                  <a:lnTo>
                    <a:pt x="610984" y="5210788"/>
                  </a:lnTo>
                  <a:lnTo>
                    <a:pt x="611078" y="5210788"/>
                  </a:lnTo>
                  <a:lnTo>
                    <a:pt x="611172" y="5210788"/>
                  </a:lnTo>
                  <a:lnTo>
                    <a:pt x="611266" y="5210788"/>
                  </a:lnTo>
                  <a:lnTo>
                    <a:pt x="611360" y="5210788"/>
                  </a:lnTo>
                  <a:lnTo>
                    <a:pt x="611454" y="5210788"/>
                  </a:lnTo>
                  <a:lnTo>
                    <a:pt x="611548" y="5210788"/>
                  </a:lnTo>
                  <a:lnTo>
                    <a:pt x="611642" y="5210788"/>
                  </a:lnTo>
                  <a:lnTo>
                    <a:pt x="611642" y="5205509"/>
                  </a:lnTo>
                  <a:lnTo>
                    <a:pt x="611736" y="5205509"/>
                  </a:lnTo>
                  <a:lnTo>
                    <a:pt x="611830" y="5205509"/>
                  </a:lnTo>
                  <a:lnTo>
                    <a:pt x="611924" y="5205509"/>
                  </a:lnTo>
                  <a:lnTo>
                    <a:pt x="612018" y="5205509"/>
                  </a:lnTo>
                  <a:lnTo>
                    <a:pt x="612112" y="5205509"/>
                  </a:lnTo>
                  <a:lnTo>
                    <a:pt x="612206" y="5205509"/>
                  </a:lnTo>
                  <a:lnTo>
                    <a:pt x="612300" y="5205509"/>
                  </a:lnTo>
                  <a:lnTo>
                    <a:pt x="612394" y="5205509"/>
                  </a:lnTo>
                  <a:lnTo>
                    <a:pt x="612488" y="5205509"/>
                  </a:lnTo>
                  <a:lnTo>
                    <a:pt x="612582" y="5205509"/>
                  </a:lnTo>
                  <a:lnTo>
                    <a:pt x="612676" y="5205509"/>
                  </a:lnTo>
                  <a:lnTo>
                    <a:pt x="612770" y="5205509"/>
                  </a:lnTo>
                  <a:lnTo>
                    <a:pt x="612864" y="5205509"/>
                  </a:lnTo>
                  <a:lnTo>
                    <a:pt x="612958" y="5205509"/>
                  </a:lnTo>
                  <a:lnTo>
                    <a:pt x="613052" y="5205509"/>
                  </a:lnTo>
                  <a:lnTo>
                    <a:pt x="613147" y="5205509"/>
                  </a:lnTo>
                  <a:lnTo>
                    <a:pt x="613241" y="5205509"/>
                  </a:lnTo>
                  <a:lnTo>
                    <a:pt x="613241" y="5200230"/>
                  </a:lnTo>
                  <a:lnTo>
                    <a:pt x="613335" y="5200230"/>
                  </a:lnTo>
                  <a:lnTo>
                    <a:pt x="613429" y="5200230"/>
                  </a:lnTo>
                  <a:lnTo>
                    <a:pt x="613523" y="5200230"/>
                  </a:lnTo>
                  <a:lnTo>
                    <a:pt x="613617" y="5200230"/>
                  </a:lnTo>
                  <a:lnTo>
                    <a:pt x="613711" y="5200230"/>
                  </a:lnTo>
                  <a:lnTo>
                    <a:pt x="613805" y="5200230"/>
                  </a:lnTo>
                  <a:lnTo>
                    <a:pt x="613899" y="5200230"/>
                  </a:lnTo>
                  <a:lnTo>
                    <a:pt x="613993" y="5200230"/>
                  </a:lnTo>
                  <a:lnTo>
                    <a:pt x="614087" y="5200230"/>
                  </a:lnTo>
                  <a:lnTo>
                    <a:pt x="614087" y="5194950"/>
                  </a:lnTo>
                  <a:lnTo>
                    <a:pt x="614181" y="5194950"/>
                  </a:lnTo>
                  <a:lnTo>
                    <a:pt x="614275" y="5194950"/>
                  </a:lnTo>
                  <a:lnTo>
                    <a:pt x="614369" y="5194950"/>
                  </a:lnTo>
                  <a:lnTo>
                    <a:pt x="614463" y="5194950"/>
                  </a:lnTo>
                  <a:lnTo>
                    <a:pt x="614557" y="5194950"/>
                  </a:lnTo>
                  <a:lnTo>
                    <a:pt x="614651" y="5194950"/>
                  </a:lnTo>
                  <a:lnTo>
                    <a:pt x="614745" y="5194950"/>
                  </a:lnTo>
                  <a:lnTo>
                    <a:pt x="614839" y="5194950"/>
                  </a:lnTo>
                  <a:lnTo>
                    <a:pt x="614933" y="5194950"/>
                  </a:lnTo>
                  <a:lnTo>
                    <a:pt x="615027" y="5194950"/>
                  </a:lnTo>
                  <a:lnTo>
                    <a:pt x="615121" y="5194950"/>
                  </a:lnTo>
                  <a:lnTo>
                    <a:pt x="615215" y="5194950"/>
                  </a:lnTo>
                  <a:lnTo>
                    <a:pt x="615215" y="5189671"/>
                  </a:lnTo>
                  <a:lnTo>
                    <a:pt x="615309" y="5189671"/>
                  </a:lnTo>
                  <a:lnTo>
                    <a:pt x="615403" y="5189671"/>
                  </a:lnTo>
                  <a:lnTo>
                    <a:pt x="615497" y="5189671"/>
                  </a:lnTo>
                  <a:lnTo>
                    <a:pt x="615591" y="5189671"/>
                  </a:lnTo>
                  <a:lnTo>
                    <a:pt x="615685" y="5189671"/>
                  </a:lnTo>
                  <a:lnTo>
                    <a:pt x="615779" y="5189671"/>
                  </a:lnTo>
                  <a:lnTo>
                    <a:pt x="615873" y="5189671"/>
                  </a:lnTo>
                  <a:lnTo>
                    <a:pt x="615967" y="5189671"/>
                  </a:lnTo>
                  <a:lnTo>
                    <a:pt x="616061" y="5189671"/>
                  </a:lnTo>
                  <a:lnTo>
                    <a:pt x="616155" y="5189671"/>
                  </a:lnTo>
                  <a:lnTo>
                    <a:pt x="616249" y="5189671"/>
                  </a:lnTo>
                  <a:lnTo>
                    <a:pt x="616343" y="5189671"/>
                  </a:lnTo>
                  <a:lnTo>
                    <a:pt x="616437" y="5189671"/>
                  </a:lnTo>
                  <a:lnTo>
                    <a:pt x="616531" y="5189671"/>
                  </a:lnTo>
                  <a:lnTo>
                    <a:pt x="616625" y="5189671"/>
                  </a:lnTo>
                  <a:lnTo>
                    <a:pt x="616720" y="5189671"/>
                  </a:lnTo>
                  <a:lnTo>
                    <a:pt x="616814" y="5189671"/>
                  </a:lnTo>
                  <a:lnTo>
                    <a:pt x="616908" y="5189671"/>
                  </a:lnTo>
                  <a:lnTo>
                    <a:pt x="617002" y="5189671"/>
                  </a:lnTo>
                  <a:lnTo>
                    <a:pt x="617096" y="5189671"/>
                  </a:lnTo>
                  <a:lnTo>
                    <a:pt x="617190" y="5189671"/>
                  </a:lnTo>
                  <a:lnTo>
                    <a:pt x="617284" y="5189671"/>
                  </a:lnTo>
                  <a:lnTo>
                    <a:pt x="617378" y="5189671"/>
                  </a:lnTo>
                  <a:lnTo>
                    <a:pt x="617472" y="5189671"/>
                  </a:lnTo>
                  <a:lnTo>
                    <a:pt x="617566" y="5189671"/>
                  </a:lnTo>
                  <a:lnTo>
                    <a:pt x="617660" y="5189671"/>
                  </a:lnTo>
                  <a:lnTo>
                    <a:pt x="617754" y="5189671"/>
                  </a:lnTo>
                  <a:lnTo>
                    <a:pt x="617848" y="5189671"/>
                  </a:lnTo>
                  <a:lnTo>
                    <a:pt x="617942" y="5189671"/>
                  </a:lnTo>
                  <a:lnTo>
                    <a:pt x="618036" y="5189671"/>
                  </a:lnTo>
                  <a:lnTo>
                    <a:pt x="618130" y="5189671"/>
                  </a:lnTo>
                  <a:lnTo>
                    <a:pt x="618224" y="5189671"/>
                  </a:lnTo>
                  <a:lnTo>
                    <a:pt x="618318" y="5189671"/>
                  </a:lnTo>
                  <a:lnTo>
                    <a:pt x="618412" y="5189671"/>
                  </a:lnTo>
                  <a:lnTo>
                    <a:pt x="618506" y="5189671"/>
                  </a:lnTo>
                  <a:lnTo>
                    <a:pt x="618600" y="5189671"/>
                  </a:lnTo>
                  <a:lnTo>
                    <a:pt x="618694" y="5189671"/>
                  </a:lnTo>
                  <a:lnTo>
                    <a:pt x="618788" y="5189671"/>
                  </a:lnTo>
                  <a:lnTo>
                    <a:pt x="618882" y="5189671"/>
                  </a:lnTo>
                  <a:lnTo>
                    <a:pt x="618976" y="5189671"/>
                  </a:lnTo>
                  <a:lnTo>
                    <a:pt x="619070" y="5189671"/>
                  </a:lnTo>
                  <a:lnTo>
                    <a:pt x="619164" y="5189671"/>
                  </a:lnTo>
                  <a:lnTo>
                    <a:pt x="619258" y="5189671"/>
                  </a:lnTo>
                  <a:lnTo>
                    <a:pt x="619352" y="5189671"/>
                  </a:lnTo>
                  <a:lnTo>
                    <a:pt x="619446" y="5189671"/>
                  </a:lnTo>
                  <a:lnTo>
                    <a:pt x="619540" y="5189671"/>
                  </a:lnTo>
                  <a:lnTo>
                    <a:pt x="619634" y="5189671"/>
                  </a:lnTo>
                  <a:lnTo>
                    <a:pt x="619728" y="5189671"/>
                  </a:lnTo>
                  <a:lnTo>
                    <a:pt x="619822" y="5189671"/>
                  </a:lnTo>
                  <a:lnTo>
                    <a:pt x="619916" y="5189671"/>
                  </a:lnTo>
                  <a:lnTo>
                    <a:pt x="620010" y="5189671"/>
                  </a:lnTo>
                  <a:lnTo>
                    <a:pt x="620104" y="5189671"/>
                  </a:lnTo>
                  <a:lnTo>
                    <a:pt x="620198" y="5189671"/>
                  </a:lnTo>
                  <a:lnTo>
                    <a:pt x="620293" y="5189671"/>
                  </a:lnTo>
                  <a:lnTo>
                    <a:pt x="620387" y="5189671"/>
                  </a:lnTo>
                  <a:lnTo>
                    <a:pt x="620481" y="5189671"/>
                  </a:lnTo>
                  <a:lnTo>
                    <a:pt x="620575" y="5189671"/>
                  </a:lnTo>
                  <a:lnTo>
                    <a:pt x="620669" y="5189671"/>
                  </a:lnTo>
                  <a:lnTo>
                    <a:pt x="620763" y="5189671"/>
                  </a:lnTo>
                  <a:lnTo>
                    <a:pt x="620857" y="5189671"/>
                  </a:lnTo>
                  <a:lnTo>
                    <a:pt x="620951" y="5189671"/>
                  </a:lnTo>
                  <a:lnTo>
                    <a:pt x="621045" y="5189671"/>
                  </a:lnTo>
                  <a:lnTo>
                    <a:pt x="621139" y="5189671"/>
                  </a:lnTo>
                  <a:lnTo>
                    <a:pt x="621233" y="5189671"/>
                  </a:lnTo>
                  <a:lnTo>
                    <a:pt x="621327" y="5189671"/>
                  </a:lnTo>
                  <a:lnTo>
                    <a:pt x="621421" y="5189671"/>
                  </a:lnTo>
                  <a:lnTo>
                    <a:pt x="621515" y="5189671"/>
                  </a:lnTo>
                  <a:lnTo>
                    <a:pt x="621609" y="5189671"/>
                  </a:lnTo>
                  <a:lnTo>
                    <a:pt x="621703" y="5189671"/>
                  </a:lnTo>
                  <a:lnTo>
                    <a:pt x="621797" y="5189671"/>
                  </a:lnTo>
                  <a:lnTo>
                    <a:pt x="621891" y="5189671"/>
                  </a:lnTo>
                  <a:lnTo>
                    <a:pt x="621985" y="5189671"/>
                  </a:lnTo>
                  <a:lnTo>
                    <a:pt x="622079" y="5189671"/>
                  </a:lnTo>
                  <a:lnTo>
                    <a:pt x="622079" y="5184391"/>
                  </a:lnTo>
                  <a:lnTo>
                    <a:pt x="622173" y="5184391"/>
                  </a:lnTo>
                  <a:lnTo>
                    <a:pt x="622267" y="5184391"/>
                  </a:lnTo>
                  <a:lnTo>
                    <a:pt x="622361" y="5184391"/>
                  </a:lnTo>
                  <a:lnTo>
                    <a:pt x="622455" y="5184391"/>
                  </a:lnTo>
                  <a:lnTo>
                    <a:pt x="622549" y="5184391"/>
                  </a:lnTo>
                  <a:lnTo>
                    <a:pt x="622643" y="5184391"/>
                  </a:lnTo>
                  <a:lnTo>
                    <a:pt x="622737" y="5184391"/>
                  </a:lnTo>
                  <a:lnTo>
                    <a:pt x="622831" y="5184391"/>
                  </a:lnTo>
                  <a:lnTo>
                    <a:pt x="622925" y="5184391"/>
                  </a:lnTo>
                  <a:lnTo>
                    <a:pt x="623019" y="5184391"/>
                  </a:lnTo>
                  <a:lnTo>
                    <a:pt x="623113" y="5184391"/>
                  </a:lnTo>
                  <a:lnTo>
                    <a:pt x="623113" y="5179112"/>
                  </a:lnTo>
                  <a:lnTo>
                    <a:pt x="623207" y="5179112"/>
                  </a:lnTo>
                  <a:lnTo>
                    <a:pt x="623301" y="5179112"/>
                  </a:lnTo>
                  <a:lnTo>
                    <a:pt x="623395" y="5179112"/>
                  </a:lnTo>
                  <a:lnTo>
                    <a:pt x="623489" y="5179112"/>
                  </a:lnTo>
                  <a:lnTo>
                    <a:pt x="623583" y="5179112"/>
                  </a:lnTo>
                  <a:lnTo>
                    <a:pt x="623677" y="5179112"/>
                  </a:lnTo>
                  <a:lnTo>
                    <a:pt x="623677" y="5173832"/>
                  </a:lnTo>
                  <a:lnTo>
                    <a:pt x="623771" y="5173832"/>
                  </a:lnTo>
                  <a:lnTo>
                    <a:pt x="623866" y="5173832"/>
                  </a:lnTo>
                  <a:lnTo>
                    <a:pt x="623960" y="5173832"/>
                  </a:lnTo>
                  <a:lnTo>
                    <a:pt x="624054" y="5173832"/>
                  </a:lnTo>
                  <a:lnTo>
                    <a:pt x="624148" y="5173832"/>
                  </a:lnTo>
                  <a:lnTo>
                    <a:pt x="624242" y="5173832"/>
                  </a:lnTo>
                  <a:lnTo>
                    <a:pt x="624336" y="5173832"/>
                  </a:lnTo>
                  <a:lnTo>
                    <a:pt x="624430" y="5173832"/>
                  </a:lnTo>
                  <a:lnTo>
                    <a:pt x="624524" y="5173832"/>
                  </a:lnTo>
                  <a:lnTo>
                    <a:pt x="624618" y="5173832"/>
                  </a:lnTo>
                  <a:lnTo>
                    <a:pt x="624712" y="5173832"/>
                  </a:lnTo>
                  <a:lnTo>
                    <a:pt x="624806" y="5173832"/>
                  </a:lnTo>
                  <a:lnTo>
                    <a:pt x="624900" y="5173832"/>
                  </a:lnTo>
                  <a:lnTo>
                    <a:pt x="624994" y="5173832"/>
                  </a:lnTo>
                  <a:lnTo>
                    <a:pt x="625088" y="5173832"/>
                  </a:lnTo>
                  <a:lnTo>
                    <a:pt x="625182" y="5173832"/>
                  </a:lnTo>
                  <a:lnTo>
                    <a:pt x="625276" y="5173832"/>
                  </a:lnTo>
                  <a:lnTo>
                    <a:pt x="625370" y="5173832"/>
                  </a:lnTo>
                  <a:lnTo>
                    <a:pt x="625464" y="5173832"/>
                  </a:lnTo>
                  <a:lnTo>
                    <a:pt x="625558" y="5173832"/>
                  </a:lnTo>
                  <a:lnTo>
                    <a:pt x="625652" y="5173832"/>
                  </a:lnTo>
                  <a:lnTo>
                    <a:pt x="625746" y="5173832"/>
                  </a:lnTo>
                  <a:lnTo>
                    <a:pt x="625840" y="5173832"/>
                  </a:lnTo>
                  <a:lnTo>
                    <a:pt x="625934" y="5173832"/>
                  </a:lnTo>
                  <a:lnTo>
                    <a:pt x="626028" y="5173832"/>
                  </a:lnTo>
                  <a:lnTo>
                    <a:pt x="626122" y="5173832"/>
                  </a:lnTo>
                  <a:lnTo>
                    <a:pt x="626216" y="5173832"/>
                  </a:lnTo>
                  <a:lnTo>
                    <a:pt x="626310" y="5173832"/>
                  </a:lnTo>
                  <a:lnTo>
                    <a:pt x="626404" y="5173832"/>
                  </a:lnTo>
                  <a:lnTo>
                    <a:pt x="626498" y="5173832"/>
                  </a:lnTo>
                  <a:lnTo>
                    <a:pt x="626592" y="5173832"/>
                  </a:lnTo>
                  <a:lnTo>
                    <a:pt x="626686" y="5173832"/>
                  </a:lnTo>
                  <a:lnTo>
                    <a:pt x="626780" y="5173832"/>
                  </a:lnTo>
                  <a:lnTo>
                    <a:pt x="626874" y="5173832"/>
                  </a:lnTo>
                  <a:lnTo>
                    <a:pt x="626968" y="5173832"/>
                  </a:lnTo>
                  <a:lnTo>
                    <a:pt x="627062" y="5173832"/>
                  </a:lnTo>
                  <a:lnTo>
                    <a:pt x="627156" y="5173832"/>
                  </a:lnTo>
                  <a:lnTo>
                    <a:pt x="627250" y="5173832"/>
                  </a:lnTo>
                  <a:lnTo>
                    <a:pt x="627345" y="5173832"/>
                  </a:lnTo>
                  <a:lnTo>
                    <a:pt x="627439" y="5173832"/>
                  </a:lnTo>
                  <a:lnTo>
                    <a:pt x="627533" y="5173832"/>
                  </a:lnTo>
                  <a:lnTo>
                    <a:pt x="627627" y="5173832"/>
                  </a:lnTo>
                  <a:lnTo>
                    <a:pt x="627721" y="5173832"/>
                  </a:lnTo>
                  <a:lnTo>
                    <a:pt x="627815" y="5173832"/>
                  </a:lnTo>
                  <a:lnTo>
                    <a:pt x="627815" y="5168553"/>
                  </a:lnTo>
                  <a:lnTo>
                    <a:pt x="627909" y="5168553"/>
                  </a:lnTo>
                  <a:lnTo>
                    <a:pt x="628003" y="5168553"/>
                  </a:lnTo>
                  <a:lnTo>
                    <a:pt x="628097" y="5168553"/>
                  </a:lnTo>
                  <a:lnTo>
                    <a:pt x="628191" y="5168553"/>
                  </a:lnTo>
                  <a:lnTo>
                    <a:pt x="628285" y="5168553"/>
                  </a:lnTo>
                  <a:lnTo>
                    <a:pt x="628379" y="5168553"/>
                  </a:lnTo>
                  <a:lnTo>
                    <a:pt x="628473" y="5168553"/>
                  </a:lnTo>
                  <a:lnTo>
                    <a:pt x="628567" y="5168553"/>
                  </a:lnTo>
                  <a:lnTo>
                    <a:pt x="628661" y="5168553"/>
                  </a:lnTo>
                  <a:lnTo>
                    <a:pt x="628755" y="5168553"/>
                  </a:lnTo>
                  <a:lnTo>
                    <a:pt x="628755" y="5163274"/>
                  </a:lnTo>
                  <a:lnTo>
                    <a:pt x="628849" y="5163274"/>
                  </a:lnTo>
                  <a:lnTo>
                    <a:pt x="628943" y="5163274"/>
                  </a:lnTo>
                  <a:lnTo>
                    <a:pt x="629037" y="5163274"/>
                  </a:lnTo>
                  <a:lnTo>
                    <a:pt x="629131" y="5163274"/>
                  </a:lnTo>
                  <a:lnTo>
                    <a:pt x="629225" y="5163274"/>
                  </a:lnTo>
                  <a:lnTo>
                    <a:pt x="629319" y="5163274"/>
                  </a:lnTo>
                  <a:lnTo>
                    <a:pt x="629413" y="5163274"/>
                  </a:lnTo>
                  <a:lnTo>
                    <a:pt x="629507" y="5163274"/>
                  </a:lnTo>
                  <a:lnTo>
                    <a:pt x="629601" y="5163274"/>
                  </a:lnTo>
                  <a:lnTo>
                    <a:pt x="629695" y="5163274"/>
                  </a:lnTo>
                  <a:lnTo>
                    <a:pt x="629789" y="5163274"/>
                  </a:lnTo>
                  <a:lnTo>
                    <a:pt x="629883" y="5163274"/>
                  </a:lnTo>
                  <a:lnTo>
                    <a:pt x="629977" y="5163274"/>
                  </a:lnTo>
                  <a:lnTo>
                    <a:pt x="630071" y="5163274"/>
                  </a:lnTo>
                  <a:lnTo>
                    <a:pt x="630165" y="5163274"/>
                  </a:lnTo>
                  <a:lnTo>
                    <a:pt x="630259" y="5163274"/>
                  </a:lnTo>
                  <a:lnTo>
                    <a:pt x="630353" y="5163274"/>
                  </a:lnTo>
                  <a:lnTo>
                    <a:pt x="630447" y="5163274"/>
                  </a:lnTo>
                  <a:lnTo>
                    <a:pt x="630541" y="5163274"/>
                  </a:lnTo>
                  <a:lnTo>
                    <a:pt x="630635" y="5163274"/>
                  </a:lnTo>
                  <a:lnTo>
                    <a:pt x="630729" y="5163274"/>
                  </a:lnTo>
                  <a:lnTo>
                    <a:pt x="630823" y="5163274"/>
                  </a:lnTo>
                  <a:lnTo>
                    <a:pt x="630918" y="5163274"/>
                  </a:lnTo>
                  <a:lnTo>
                    <a:pt x="631012" y="5163274"/>
                  </a:lnTo>
                  <a:lnTo>
                    <a:pt x="631106" y="5163274"/>
                  </a:lnTo>
                  <a:lnTo>
                    <a:pt x="631200" y="5163274"/>
                  </a:lnTo>
                  <a:lnTo>
                    <a:pt x="631294" y="5163274"/>
                  </a:lnTo>
                  <a:lnTo>
                    <a:pt x="631388" y="5163274"/>
                  </a:lnTo>
                  <a:lnTo>
                    <a:pt x="631482" y="5163274"/>
                  </a:lnTo>
                  <a:lnTo>
                    <a:pt x="631576" y="5163274"/>
                  </a:lnTo>
                  <a:lnTo>
                    <a:pt x="631670" y="5163274"/>
                  </a:lnTo>
                  <a:lnTo>
                    <a:pt x="631764" y="5163274"/>
                  </a:lnTo>
                  <a:lnTo>
                    <a:pt x="631858" y="5163274"/>
                  </a:lnTo>
                  <a:lnTo>
                    <a:pt x="631952" y="5163274"/>
                  </a:lnTo>
                  <a:lnTo>
                    <a:pt x="632046" y="5163274"/>
                  </a:lnTo>
                  <a:lnTo>
                    <a:pt x="632140" y="5163274"/>
                  </a:lnTo>
                  <a:lnTo>
                    <a:pt x="632234" y="5163274"/>
                  </a:lnTo>
                  <a:lnTo>
                    <a:pt x="632328" y="5163274"/>
                  </a:lnTo>
                  <a:lnTo>
                    <a:pt x="632422" y="5163274"/>
                  </a:lnTo>
                  <a:lnTo>
                    <a:pt x="632516" y="5163274"/>
                  </a:lnTo>
                  <a:lnTo>
                    <a:pt x="632516" y="5157994"/>
                  </a:lnTo>
                  <a:lnTo>
                    <a:pt x="632610" y="5157994"/>
                  </a:lnTo>
                  <a:lnTo>
                    <a:pt x="632704" y="5157994"/>
                  </a:lnTo>
                  <a:lnTo>
                    <a:pt x="632798" y="5157994"/>
                  </a:lnTo>
                  <a:lnTo>
                    <a:pt x="632892" y="5157994"/>
                  </a:lnTo>
                  <a:lnTo>
                    <a:pt x="632986" y="5157994"/>
                  </a:lnTo>
                  <a:lnTo>
                    <a:pt x="633080" y="5157994"/>
                  </a:lnTo>
                  <a:lnTo>
                    <a:pt x="633174" y="5157994"/>
                  </a:lnTo>
                  <a:lnTo>
                    <a:pt x="633268" y="5157994"/>
                  </a:lnTo>
                  <a:lnTo>
                    <a:pt x="633362" y="5157994"/>
                  </a:lnTo>
                  <a:lnTo>
                    <a:pt x="633456" y="5157994"/>
                  </a:lnTo>
                  <a:lnTo>
                    <a:pt x="633550" y="5157994"/>
                  </a:lnTo>
                  <a:lnTo>
                    <a:pt x="633644" y="5157994"/>
                  </a:lnTo>
                  <a:lnTo>
                    <a:pt x="633738" y="5157994"/>
                  </a:lnTo>
                  <a:lnTo>
                    <a:pt x="633832" y="5157994"/>
                  </a:lnTo>
                  <a:lnTo>
                    <a:pt x="633926" y="5157994"/>
                  </a:lnTo>
                  <a:lnTo>
                    <a:pt x="634020" y="5157994"/>
                  </a:lnTo>
                  <a:lnTo>
                    <a:pt x="634114" y="5157994"/>
                  </a:lnTo>
                  <a:lnTo>
                    <a:pt x="634208" y="5157994"/>
                  </a:lnTo>
                  <a:lnTo>
                    <a:pt x="634302" y="5157994"/>
                  </a:lnTo>
                  <a:lnTo>
                    <a:pt x="634396" y="5157994"/>
                  </a:lnTo>
                  <a:lnTo>
                    <a:pt x="634491" y="5157994"/>
                  </a:lnTo>
                  <a:lnTo>
                    <a:pt x="634585" y="5157994"/>
                  </a:lnTo>
                  <a:lnTo>
                    <a:pt x="634679" y="5157994"/>
                  </a:lnTo>
                  <a:lnTo>
                    <a:pt x="634773" y="5157994"/>
                  </a:lnTo>
                  <a:lnTo>
                    <a:pt x="634867" y="5157994"/>
                  </a:lnTo>
                  <a:lnTo>
                    <a:pt x="634961" y="5157994"/>
                  </a:lnTo>
                  <a:lnTo>
                    <a:pt x="634961" y="5152715"/>
                  </a:lnTo>
                  <a:lnTo>
                    <a:pt x="635055" y="5152715"/>
                  </a:lnTo>
                  <a:lnTo>
                    <a:pt x="635149" y="5152715"/>
                  </a:lnTo>
                  <a:lnTo>
                    <a:pt x="635243" y="5152715"/>
                  </a:lnTo>
                  <a:lnTo>
                    <a:pt x="635337" y="5152715"/>
                  </a:lnTo>
                  <a:lnTo>
                    <a:pt x="635431" y="5152715"/>
                  </a:lnTo>
                  <a:lnTo>
                    <a:pt x="635525" y="5152715"/>
                  </a:lnTo>
                  <a:lnTo>
                    <a:pt x="635619" y="5152715"/>
                  </a:lnTo>
                  <a:lnTo>
                    <a:pt x="635713" y="5152715"/>
                  </a:lnTo>
                  <a:lnTo>
                    <a:pt x="635807" y="5152715"/>
                  </a:lnTo>
                  <a:lnTo>
                    <a:pt x="635901" y="5152715"/>
                  </a:lnTo>
                  <a:lnTo>
                    <a:pt x="635995" y="5152715"/>
                  </a:lnTo>
                  <a:lnTo>
                    <a:pt x="636089" y="5152715"/>
                  </a:lnTo>
                  <a:lnTo>
                    <a:pt x="636183" y="5152715"/>
                  </a:lnTo>
                  <a:lnTo>
                    <a:pt x="636277" y="5152715"/>
                  </a:lnTo>
                  <a:lnTo>
                    <a:pt x="636371" y="5152715"/>
                  </a:lnTo>
                  <a:lnTo>
                    <a:pt x="636465" y="5152715"/>
                  </a:lnTo>
                  <a:lnTo>
                    <a:pt x="636559" y="5152715"/>
                  </a:lnTo>
                  <a:lnTo>
                    <a:pt x="636653" y="5152715"/>
                  </a:lnTo>
                  <a:lnTo>
                    <a:pt x="636747" y="5152715"/>
                  </a:lnTo>
                  <a:lnTo>
                    <a:pt x="636841" y="5152715"/>
                  </a:lnTo>
                  <a:lnTo>
                    <a:pt x="636935" y="5152715"/>
                  </a:lnTo>
                  <a:lnTo>
                    <a:pt x="637029" y="5152715"/>
                  </a:lnTo>
                  <a:lnTo>
                    <a:pt x="637123" y="5152715"/>
                  </a:lnTo>
                  <a:lnTo>
                    <a:pt x="637217" y="5152715"/>
                  </a:lnTo>
                  <a:lnTo>
                    <a:pt x="637311" y="5152715"/>
                  </a:lnTo>
                  <a:lnTo>
                    <a:pt x="637405" y="5152715"/>
                  </a:lnTo>
                  <a:lnTo>
                    <a:pt x="637499" y="5152715"/>
                  </a:lnTo>
                  <a:lnTo>
                    <a:pt x="637593" y="5152715"/>
                  </a:lnTo>
                  <a:lnTo>
                    <a:pt x="637687" y="5152715"/>
                  </a:lnTo>
                  <a:lnTo>
                    <a:pt x="637781" y="5152715"/>
                  </a:lnTo>
                  <a:lnTo>
                    <a:pt x="637875" y="5152715"/>
                  </a:lnTo>
                  <a:lnTo>
                    <a:pt x="637970" y="5152715"/>
                  </a:lnTo>
                  <a:lnTo>
                    <a:pt x="638064" y="5152715"/>
                  </a:lnTo>
                  <a:lnTo>
                    <a:pt x="638158" y="5152715"/>
                  </a:lnTo>
                  <a:lnTo>
                    <a:pt x="638252" y="5152715"/>
                  </a:lnTo>
                  <a:lnTo>
                    <a:pt x="638346" y="5152715"/>
                  </a:lnTo>
                  <a:lnTo>
                    <a:pt x="638346" y="5147435"/>
                  </a:lnTo>
                  <a:lnTo>
                    <a:pt x="638440" y="5147435"/>
                  </a:lnTo>
                  <a:lnTo>
                    <a:pt x="638534" y="5147435"/>
                  </a:lnTo>
                  <a:lnTo>
                    <a:pt x="638628" y="5147435"/>
                  </a:lnTo>
                  <a:lnTo>
                    <a:pt x="638722" y="5147435"/>
                  </a:lnTo>
                  <a:lnTo>
                    <a:pt x="638816" y="5147435"/>
                  </a:lnTo>
                  <a:lnTo>
                    <a:pt x="638910" y="5147435"/>
                  </a:lnTo>
                  <a:lnTo>
                    <a:pt x="639004" y="5147435"/>
                  </a:lnTo>
                  <a:lnTo>
                    <a:pt x="639098" y="5147435"/>
                  </a:lnTo>
                  <a:lnTo>
                    <a:pt x="639192" y="5147435"/>
                  </a:lnTo>
                  <a:lnTo>
                    <a:pt x="639286" y="5147435"/>
                  </a:lnTo>
                  <a:lnTo>
                    <a:pt x="639380" y="5147435"/>
                  </a:lnTo>
                  <a:lnTo>
                    <a:pt x="639474" y="5147435"/>
                  </a:lnTo>
                  <a:lnTo>
                    <a:pt x="639568" y="5147435"/>
                  </a:lnTo>
                  <a:lnTo>
                    <a:pt x="639662" y="5147435"/>
                  </a:lnTo>
                  <a:lnTo>
                    <a:pt x="639756" y="5147435"/>
                  </a:lnTo>
                  <a:lnTo>
                    <a:pt x="639756" y="5142156"/>
                  </a:lnTo>
                  <a:lnTo>
                    <a:pt x="639850" y="5142156"/>
                  </a:lnTo>
                  <a:lnTo>
                    <a:pt x="639944" y="5142156"/>
                  </a:lnTo>
                  <a:lnTo>
                    <a:pt x="640038" y="5142156"/>
                  </a:lnTo>
                  <a:lnTo>
                    <a:pt x="640132" y="5142156"/>
                  </a:lnTo>
                  <a:lnTo>
                    <a:pt x="640226" y="5142156"/>
                  </a:lnTo>
                  <a:lnTo>
                    <a:pt x="640320" y="5142156"/>
                  </a:lnTo>
                  <a:lnTo>
                    <a:pt x="640414" y="5142156"/>
                  </a:lnTo>
                  <a:lnTo>
                    <a:pt x="640508" y="5142156"/>
                  </a:lnTo>
                  <a:lnTo>
                    <a:pt x="640602" y="5142156"/>
                  </a:lnTo>
                  <a:lnTo>
                    <a:pt x="640696" y="5142156"/>
                  </a:lnTo>
                  <a:lnTo>
                    <a:pt x="640790" y="5142156"/>
                  </a:lnTo>
                  <a:lnTo>
                    <a:pt x="640884" y="5142156"/>
                  </a:lnTo>
                  <a:lnTo>
                    <a:pt x="640978" y="5142156"/>
                  </a:lnTo>
                  <a:lnTo>
                    <a:pt x="641072" y="5142156"/>
                  </a:lnTo>
                  <a:lnTo>
                    <a:pt x="641166" y="5142156"/>
                  </a:lnTo>
                  <a:lnTo>
                    <a:pt x="641260" y="5142156"/>
                  </a:lnTo>
                  <a:lnTo>
                    <a:pt x="641354" y="5142156"/>
                  </a:lnTo>
                  <a:lnTo>
                    <a:pt x="641448" y="5142156"/>
                  </a:lnTo>
                  <a:lnTo>
                    <a:pt x="641543" y="5142156"/>
                  </a:lnTo>
                  <a:lnTo>
                    <a:pt x="641637" y="5142156"/>
                  </a:lnTo>
                  <a:lnTo>
                    <a:pt x="641731" y="5142156"/>
                  </a:lnTo>
                  <a:lnTo>
                    <a:pt x="641825" y="5142156"/>
                  </a:lnTo>
                  <a:lnTo>
                    <a:pt x="641919" y="5142156"/>
                  </a:lnTo>
                  <a:lnTo>
                    <a:pt x="642013" y="5142156"/>
                  </a:lnTo>
                  <a:lnTo>
                    <a:pt x="642107" y="5142156"/>
                  </a:lnTo>
                  <a:lnTo>
                    <a:pt x="642201" y="5142156"/>
                  </a:lnTo>
                  <a:lnTo>
                    <a:pt x="642295" y="5142156"/>
                  </a:lnTo>
                  <a:lnTo>
                    <a:pt x="642389" y="5142156"/>
                  </a:lnTo>
                  <a:lnTo>
                    <a:pt x="642483" y="5142156"/>
                  </a:lnTo>
                  <a:lnTo>
                    <a:pt x="642483" y="5136876"/>
                  </a:lnTo>
                  <a:lnTo>
                    <a:pt x="642577" y="5136876"/>
                  </a:lnTo>
                  <a:lnTo>
                    <a:pt x="642671" y="5136876"/>
                  </a:lnTo>
                  <a:lnTo>
                    <a:pt x="642765" y="5136876"/>
                  </a:lnTo>
                  <a:lnTo>
                    <a:pt x="642859" y="5136876"/>
                  </a:lnTo>
                  <a:lnTo>
                    <a:pt x="642953" y="5136876"/>
                  </a:lnTo>
                  <a:lnTo>
                    <a:pt x="643047" y="5136876"/>
                  </a:lnTo>
                  <a:lnTo>
                    <a:pt x="643141" y="5136876"/>
                  </a:lnTo>
                  <a:lnTo>
                    <a:pt x="643235" y="5136876"/>
                  </a:lnTo>
                  <a:lnTo>
                    <a:pt x="643329" y="5136876"/>
                  </a:lnTo>
                  <a:lnTo>
                    <a:pt x="643423" y="5136876"/>
                  </a:lnTo>
                  <a:lnTo>
                    <a:pt x="643517" y="5136876"/>
                  </a:lnTo>
                  <a:lnTo>
                    <a:pt x="643611" y="5136876"/>
                  </a:lnTo>
                  <a:lnTo>
                    <a:pt x="643705" y="5136876"/>
                  </a:lnTo>
                  <a:lnTo>
                    <a:pt x="643799" y="5136876"/>
                  </a:lnTo>
                  <a:lnTo>
                    <a:pt x="643893" y="5136876"/>
                  </a:lnTo>
                  <a:lnTo>
                    <a:pt x="643987" y="5136876"/>
                  </a:lnTo>
                  <a:lnTo>
                    <a:pt x="643987" y="5131597"/>
                  </a:lnTo>
                  <a:lnTo>
                    <a:pt x="644081" y="5131597"/>
                  </a:lnTo>
                  <a:lnTo>
                    <a:pt x="644175" y="5131597"/>
                  </a:lnTo>
                  <a:lnTo>
                    <a:pt x="644269" y="5131597"/>
                  </a:lnTo>
                  <a:lnTo>
                    <a:pt x="644363" y="5131597"/>
                  </a:lnTo>
                  <a:lnTo>
                    <a:pt x="644457" y="5131597"/>
                  </a:lnTo>
                  <a:lnTo>
                    <a:pt x="644551" y="5131597"/>
                  </a:lnTo>
                  <a:lnTo>
                    <a:pt x="644645" y="5131597"/>
                  </a:lnTo>
                  <a:lnTo>
                    <a:pt x="644739" y="5131597"/>
                  </a:lnTo>
                  <a:lnTo>
                    <a:pt x="644833" y="5131597"/>
                  </a:lnTo>
                  <a:lnTo>
                    <a:pt x="644927" y="5131597"/>
                  </a:lnTo>
                  <a:lnTo>
                    <a:pt x="645021" y="5131597"/>
                  </a:lnTo>
                  <a:lnTo>
                    <a:pt x="645116" y="5131597"/>
                  </a:lnTo>
                  <a:lnTo>
                    <a:pt x="645210" y="5131597"/>
                  </a:lnTo>
                  <a:lnTo>
                    <a:pt x="645304" y="5131597"/>
                  </a:lnTo>
                  <a:lnTo>
                    <a:pt x="645398" y="5131597"/>
                  </a:lnTo>
                  <a:lnTo>
                    <a:pt x="645492" y="5131597"/>
                  </a:lnTo>
                  <a:lnTo>
                    <a:pt x="645586" y="5131597"/>
                  </a:lnTo>
                  <a:lnTo>
                    <a:pt x="645586" y="5126318"/>
                  </a:lnTo>
                  <a:lnTo>
                    <a:pt x="645680" y="5126318"/>
                  </a:lnTo>
                  <a:lnTo>
                    <a:pt x="645774" y="5126318"/>
                  </a:lnTo>
                  <a:lnTo>
                    <a:pt x="645868" y="5126318"/>
                  </a:lnTo>
                  <a:lnTo>
                    <a:pt x="645962" y="5126318"/>
                  </a:lnTo>
                  <a:lnTo>
                    <a:pt x="646056" y="5126318"/>
                  </a:lnTo>
                  <a:lnTo>
                    <a:pt x="646150" y="5126318"/>
                  </a:lnTo>
                  <a:lnTo>
                    <a:pt x="646244" y="5126318"/>
                  </a:lnTo>
                  <a:lnTo>
                    <a:pt x="646338" y="5126318"/>
                  </a:lnTo>
                  <a:lnTo>
                    <a:pt x="646432" y="5126318"/>
                  </a:lnTo>
                  <a:lnTo>
                    <a:pt x="646526" y="5126318"/>
                  </a:lnTo>
                  <a:lnTo>
                    <a:pt x="646620" y="5126318"/>
                  </a:lnTo>
                  <a:lnTo>
                    <a:pt x="646714" y="5126318"/>
                  </a:lnTo>
                  <a:lnTo>
                    <a:pt x="646808" y="5126318"/>
                  </a:lnTo>
                  <a:lnTo>
                    <a:pt x="646902" y="5126318"/>
                  </a:lnTo>
                  <a:lnTo>
                    <a:pt x="646996" y="5126318"/>
                  </a:lnTo>
                  <a:lnTo>
                    <a:pt x="647090" y="5126318"/>
                  </a:lnTo>
                  <a:lnTo>
                    <a:pt x="647184" y="5126318"/>
                  </a:lnTo>
                  <a:lnTo>
                    <a:pt x="647278" y="5126318"/>
                  </a:lnTo>
                  <a:lnTo>
                    <a:pt x="647372" y="5126318"/>
                  </a:lnTo>
                  <a:lnTo>
                    <a:pt x="647466" y="5126318"/>
                  </a:lnTo>
                  <a:lnTo>
                    <a:pt x="647560" y="5126318"/>
                  </a:lnTo>
                  <a:lnTo>
                    <a:pt x="647654" y="5126318"/>
                  </a:lnTo>
                  <a:lnTo>
                    <a:pt x="647748" y="5126318"/>
                  </a:lnTo>
                  <a:lnTo>
                    <a:pt x="647842" y="5126318"/>
                  </a:lnTo>
                  <a:lnTo>
                    <a:pt x="647936" y="5126318"/>
                  </a:lnTo>
                  <a:lnTo>
                    <a:pt x="648030" y="5126318"/>
                  </a:lnTo>
                  <a:lnTo>
                    <a:pt x="648124" y="5126318"/>
                  </a:lnTo>
                  <a:lnTo>
                    <a:pt x="648218" y="5126318"/>
                  </a:lnTo>
                  <a:lnTo>
                    <a:pt x="648312" y="5126318"/>
                  </a:lnTo>
                  <a:lnTo>
                    <a:pt x="648406" y="5126318"/>
                  </a:lnTo>
                  <a:lnTo>
                    <a:pt x="648500" y="5126318"/>
                  </a:lnTo>
                  <a:lnTo>
                    <a:pt x="648595" y="5126318"/>
                  </a:lnTo>
                  <a:lnTo>
                    <a:pt x="648689" y="5126318"/>
                  </a:lnTo>
                  <a:lnTo>
                    <a:pt x="648783" y="5126318"/>
                  </a:lnTo>
                  <a:lnTo>
                    <a:pt x="648877" y="5126318"/>
                  </a:lnTo>
                  <a:lnTo>
                    <a:pt x="648971" y="5126318"/>
                  </a:lnTo>
                  <a:lnTo>
                    <a:pt x="649065" y="5126318"/>
                  </a:lnTo>
                  <a:lnTo>
                    <a:pt x="649065" y="5121038"/>
                  </a:lnTo>
                  <a:lnTo>
                    <a:pt x="649159" y="5121038"/>
                  </a:lnTo>
                  <a:lnTo>
                    <a:pt x="649253" y="5121038"/>
                  </a:lnTo>
                  <a:lnTo>
                    <a:pt x="649347" y="5121038"/>
                  </a:lnTo>
                  <a:lnTo>
                    <a:pt x="649441" y="5121038"/>
                  </a:lnTo>
                  <a:lnTo>
                    <a:pt x="649535" y="5121038"/>
                  </a:lnTo>
                  <a:lnTo>
                    <a:pt x="649629" y="5121038"/>
                  </a:lnTo>
                  <a:lnTo>
                    <a:pt x="649723" y="5121038"/>
                  </a:lnTo>
                  <a:lnTo>
                    <a:pt x="649817" y="5121038"/>
                  </a:lnTo>
                  <a:lnTo>
                    <a:pt x="649911" y="5121038"/>
                  </a:lnTo>
                  <a:lnTo>
                    <a:pt x="650005" y="5121038"/>
                  </a:lnTo>
                  <a:lnTo>
                    <a:pt x="650099" y="5121038"/>
                  </a:lnTo>
                  <a:lnTo>
                    <a:pt x="650193" y="5121038"/>
                  </a:lnTo>
                  <a:lnTo>
                    <a:pt x="650287" y="5121038"/>
                  </a:lnTo>
                  <a:lnTo>
                    <a:pt x="650381" y="5121038"/>
                  </a:lnTo>
                  <a:lnTo>
                    <a:pt x="650475" y="5121038"/>
                  </a:lnTo>
                  <a:lnTo>
                    <a:pt x="650569" y="5121038"/>
                  </a:lnTo>
                  <a:lnTo>
                    <a:pt x="650663" y="5121038"/>
                  </a:lnTo>
                  <a:lnTo>
                    <a:pt x="650757" y="5121038"/>
                  </a:lnTo>
                  <a:lnTo>
                    <a:pt x="650851" y="5121038"/>
                  </a:lnTo>
                  <a:lnTo>
                    <a:pt x="650945" y="5121038"/>
                  </a:lnTo>
                  <a:lnTo>
                    <a:pt x="651039" y="5121038"/>
                  </a:lnTo>
                  <a:lnTo>
                    <a:pt x="651133" y="5121038"/>
                  </a:lnTo>
                  <a:lnTo>
                    <a:pt x="651227" y="5121038"/>
                  </a:lnTo>
                  <a:lnTo>
                    <a:pt x="651321" y="5121038"/>
                  </a:lnTo>
                  <a:lnTo>
                    <a:pt x="651415" y="5121038"/>
                  </a:lnTo>
                  <a:lnTo>
                    <a:pt x="651509" y="5121038"/>
                  </a:lnTo>
                  <a:lnTo>
                    <a:pt x="651603" y="5121038"/>
                  </a:lnTo>
                  <a:lnTo>
                    <a:pt x="651697" y="5121038"/>
                  </a:lnTo>
                  <a:lnTo>
                    <a:pt x="651791" y="5121038"/>
                  </a:lnTo>
                  <a:lnTo>
                    <a:pt x="651885" y="5121038"/>
                  </a:lnTo>
                  <a:lnTo>
                    <a:pt x="651979" y="5121038"/>
                  </a:lnTo>
                  <a:lnTo>
                    <a:pt x="652073" y="5121038"/>
                  </a:lnTo>
                  <a:lnTo>
                    <a:pt x="652168" y="5121038"/>
                  </a:lnTo>
                  <a:lnTo>
                    <a:pt x="652262" y="5121038"/>
                  </a:lnTo>
                  <a:lnTo>
                    <a:pt x="652356" y="5121038"/>
                  </a:lnTo>
                  <a:lnTo>
                    <a:pt x="652450" y="5121038"/>
                  </a:lnTo>
                  <a:lnTo>
                    <a:pt x="652544" y="5121038"/>
                  </a:lnTo>
                  <a:lnTo>
                    <a:pt x="652638" y="5121038"/>
                  </a:lnTo>
                  <a:lnTo>
                    <a:pt x="652732" y="5121038"/>
                  </a:lnTo>
                  <a:lnTo>
                    <a:pt x="652826" y="5121038"/>
                  </a:lnTo>
                  <a:lnTo>
                    <a:pt x="652920" y="5121038"/>
                  </a:lnTo>
                  <a:lnTo>
                    <a:pt x="653014" y="5121038"/>
                  </a:lnTo>
                  <a:lnTo>
                    <a:pt x="653014" y="5115759"/>
                  </a:lnTo>
                  <a:lnTo>
                    <a:pt x="653108" y="5115759"/>
                  </a:lnTo>
                  <a:lnTo>
                    <a:pt x="653202" y="5115759"/>
                  </a:lnTo>
                  <a:lnTo>
                    <a:pt x="653296" y="5115759"/>
                  </a:lnTo>
                  <a:lnTo>
                    <a:pt x="653390" y="5115759"/>
                  </a:lnTo>
                  <a:lnTo>
                    <a:pt x="653484" y="5115759"/>
                  </a:lnTo>
                  <a:lnTo>
                    <a:pt x="653578" y="5115759"/>
                  </a:lnTo>
                  <a:lnTo>
                    <a:pt x="653672" y="5115759"/>
                  </a:lnTo>
                  <a:lnTo>
                    <a:pt x="653766" y="5115759"/>
                  </a:lnTo>
                  <a:lnTo>
                    <a:pt x="653860" y="5115759"/>
                  </a:lnTo>
                  <a:lnTo>
                    <a:pt x="653954" y="5115759"/>
                  </a:lnTo>
                  <a:lnTo>
                    <a:pt x="654048" y="5115759"/>
                  </a:lnTo>
                  <a:lnTo>
                    <a:pt x="654142" y="5115759"/>
                  </a:lnTo>
                  <a:lnTo>
                    <a:pt x="654236" y="5115759"/>
                  </a:lnTo>
                  <a:lnTo>
                    <a:pt x="654330" y="5115759"/>
                  </a:lnTo>
                  <a:lnTo>
                    <a:pt x="654424" y="5115759"/>
                  </a:lnTo>
                  <a:lnTo>
                    <a:pt x="654518" y="5115759"/>
                  </a:lnTo>
                  <a:lnTo>
                    <a:pt x="654612" y="5115759"/>
                  </a:lnTo>
                  <a:lnTo>
                    <a:pt x="654706" y="5115759"/>
                  </a:lnTo>
                  <a:lnTo>
                    <a:pt x="654800" y="5115759"/>
                  </a:lnTo>
                  <a:lnTo>
                    <a:pt x="654894" y="5115759"/>
                  </a:lnTo>
                  <a:lnTo>
                    <a:pt x="654988" y="5115759"/>
                  </a:lnTo>
                  <a:lnTo>
                    <a:pt x="655082" y="5115759"/>
                  </a:lnTo>
                  <a:lnTo>
                    <a:pt x="655176" y="5115759"/>
                  </a:lnTo>
                  <a:lnTo>
                    <a:pt x="655270" y="5115759"/>
                  </a:lnTo>
                  <a:lnTo>
                    <a:pt x="655364" y="5115759"/>
                  </a:lnTo>
                  <a:lnTo>
                    <a:pt x="655458" y="5115759"/>
                  </a:lnTo>
                  <a:lnTo>
                    <a:pt x="655552" y="5115759"/>
                  </a:lnTo>
                  <a:lnTo>
                    <a:pt x="655646" y="5115759"/>
                  </a:lnTo>
                  <a:lnTo>
                    <a:pt x="655741" y="5115759"/>
                  </a:lnTo>
                  <a:lnTo>
                    <a:pt x="655835" y="5115759"/>
                  </a:lnTo>
                  <a:lnTo>
                    <a:pt x="655929" y="5115759"/>
                  </a:lnTo>
                  <a:lnTo>
                    <a:pt x="656023" y="5115759"/>
                  </a:lnTo>
                  <a:lnTo>
                    <a:pt x="656117" y="5115759"/>
                  </a:lnTo>
                  <a:lnTo>
                    <a:pt x="656211" y="5115759"/>
                  </a:lnTo>
                  <a:lnTo>
                    <a:pt x="656305" y="5115759"/>
                  </a:lnTo>
                  <a:lnTo>
                    <a:pt x="656399" y="5115759"/>
                  </a:lnTo>
                  <a:lnTo>
                    <a:pt x="656493" y="5115759"/>
                  </a:lnTo>
                  <a:lnTo>
                    <a:pt x="656587" y="5115759"/>
                  </a:lnTo>
                  <a:lnTo>
                    <a:pt x="656681" y="5115759"/>
                  </a:lnTo>
                  <a:lnTo>
                    <a:pt x="656775" y="5115759"/>
                  </a:lnTo>
                  <a:lnTo>
                    <a:pt x="656869" y="5115759"/>
                  </a:lnTo>
                  <a:lnTo>
                    <a:pt x="656963" y="5115759"/>
                  </a:lnTo>
                  <a:lnTo>
                    <a:pt x="657057" y="5115759"/>
                  </a:lnTo>
                  <a:lnTo>
                    <a:pt x="657151" y="5115759"/>
                  </a:lnTo>
                  <a:lnTo>
                    <a:pt x="657245" y="5115759"/>
                  </a:lnTo>
                  <a:lnTo>
                    <a:pt x="657339" y="5115759"/>
                  </a:lnTo>
                  <a:lnTo>
                    <a:pt x="657339" y="5110479"/>
                  </a:lnTo>
                  <a:lnTo>
                    <a:pt x="657433" y="5110479"/>
                  </a:lnTo>
                  <a:lnTo>
                    <a:pt x="657527" y="5110479"/>
                  </a:lnTo>
                  <a:lnTo>
                    <a:pt x="657621" y="5110479"/>
                  </a:lnTo>
                  <a:lnTo>
                    <a:pt x="657715" y="5110479"/>
                  </a:lnTo>
                  <a:lnTo>
                    <a:pt x="657809" y="5110479"/>
                  </a:lnTo>
                  <a:lnTo>
                    <a:pt x="657903" y="5110479"/>
                  </a:lnTo>
                  <a:lnTo>
                    <a:pt x="657997" y="5110479"/>
                  </a:lnTo>
                  <a:lnTo>
                    <a:pt x="658091" y="5110479"/>
                  </a:lnTo>
                  <a:lnTo>
                    <a:pt x="658185" y="5110479"/>
                  </a:lnTo>
                  <a:lnTo>
                    <a:pt x="658185" y="5105200"/>
                  </a:lnTo>
                  <a:lnTo>
                    <a:pt x="658279" y="5105200"/>
                  </a:lnTo>
                  <a:lnTo>
                    <a:pt x="658373" y="5105200"/>
                  </a:lnTo>
                  <a:lnTo>
                    <a:pt x="658467" y="5105200"/>
                  </a:lnTo>
                  <a:lnTo>
                    <a:pt x="658561" y="5105200"/>
                  </a:lnTo>
                  <a:lnTo>
                    <a:pt x="658655" y="5105200"/>
                  </a:lnTo>
                  <a:lnTo>
                    <a:pt x="658749" y="5105200"/>
                  </a:lnTo>
                  <a:lnTo>
                    <a:pt x="658843" y="5105200"/>
                  </a:lnTo>
                  <a:lnTo>
                    <a:pt x="658937" y="5105200"/>
                  </a:lnTo>
                  <a:lnTo>
                    <a:pt x="659031" y="5105200"/>
                  </a:lnTo>
                  <a:lnTo>
                    <a:pt x="659125" y="5105200"/>
                  </a:lnTo>
                  <a:lnTo>
                    <a:pt x="659125" y="5099921"/>
                  </a:lnTo>
                  <a:lnTo>
                    <a:pt x="659220" y="5099921"/>
                  </a:lnTo>
                  <a:lnTo>
                    <a:pt x="659314" y="5099921"/>
                  </a:lnTo>
                  <a:lnTo>
                    <a:pt x="659408" y="5099921"/>
                  </a:lnTo>
                  <a:lnTo>
                    <a:pt x="659502" y="5099921"/>
                  </a:lnTo>
                  <a:lnTo>
                    <a:pt x="659596" y="5099921"/>
                  </a:lnTo>
                  <a:lnTo>
                    <a:pt x="659690" y="5099921"/>
                  </a:lnTo>
                  <a:lnTo>
                    <a:pt x="659784" y="5099921"/>
                  </a:lnTo>
                  <a:lnTo>
                    <a:pt x="659878" y="5099921"/>
                  </a:lnTo>
                  <a:lnTo>
                    <a:pt x="659972" y="5099921"/>
                  </a:lnTo>
                  <a:lnTo>
                    <a:pt x="660066" y="5099921"/>
                  </a:lnTo>
                  <a:lnTo>
                    <a:pt x="660160" y="5099921"/>
                  </a:lnTo>
                  <a:lnTo>
                    <a:pt x="660254" y="5099921"/>
                  </a:lnTo>
                  <a:lnTo>
                    <a:pt x="660348" y="5099921"/>
                  </a:lnTo>
                  <a:lnTo>
                    <a:pt x="660442" y="5099921"/>
                  </a:lnTo>
                  <a:lnTo>
                    <a:pt x="660536" y="5099921"/>
                  </a:lnTo>
                  <a:lnTo>
                    <a:pt x="660630" y="5099921"/>
                  </a:lnTo>
                  <a:lnTo>
                    <a:pt x="660724" y="5099921"/>
                  </a:lnTo>
                  <a:lnTo>
                    <a:pt x="660818" y="5099921"/>
                  </a:lnTo>
                  <a:lnTo>
                    <a:pt x="660912" y="5099921"/>
                  </a:lnTo>
                  <a:lnTo>
                    <a:pt x="661006" y="5099921"/>
                  </a:lnTo>
                  <a:lnTo>
                    <a:pt x="661100" y="5099921"/>
                  </a:lnTo>
                  <a:lnTo>
                    <a:pt x="661194" y="5099921"/>
                  </a:lnTo>
                  <a:lnTo>
                    <a:pt x="661288" y="5099921"/>
                  </a:lnTo>
                  <a:lnTo>
                    <a:pt x="661382" y="5099921"/>
                  </a:lnTo>
                  <a:lnTo>
                    <a:pt x="661476" y="5099921"/>
                  </a:lnTo>
                  <a:lnTo>
                    <a:pt x="661570" y="5099921"/>
                  </a:lnTo>
                  <a:lnTo>
                    <a:pt x="661664" y="5099921"/>
                  </a:lnTo>
                  <a:lnTo>
                    <a:pt x="661758" y="5099921"/>
                  </a:lnTo>
                  <a:lnTo>
                    <a:pt x="661852" y="5099921"/>
                  </a:lnTo>
                  <a:lnTo>
                    <a:pt x="661946" y="5099921"/>
                  </a:lnTo>
                  <a:lnTo>
                    <a:pt x="662040" y="5099921"/>
                  </a:lnTo>
                  <a:lnTo>
                    <a:pt x="662134" y="5099921"/>
                  </a:lnTo>
                  <a:lnTo>
                    <a:pt x="662228" y="5099921"/>
                  </a:lnTo>
                  <a:lnTo>
                    <a:pt x="662322" y="5099921"/>
                  </a:lnTo>
                  <a:lnTo>
                    <a:pt x="662416" y="5099921"/>
                  </a:lnTo>
                  <a:lnTo>
                    <a:pt x="662510" y="5099921"/>
                  </a:lnTo>
                  <a:lnTo>
                    <a:pt x="662604" y="5099921"/>
                  </a:lnTo>
                  <a:lnTo>
                    <a:pt x="662698" y="5099921"/>
                  </a:lnTo>
                  <a:lnTo>
                    <a:pt x="662793" y="5099921"/>
                  </a:lnTo>
                  <a:lnTo>
                    <a:pt x="662887" y="5099921"/>
                  </a:lnTo>
                  <a:lnTo>
                    <a:pt x="662981" y="5099921"/>
                  </a:lnTo>
                  <a:lnTo>
                    <a:pt x="663075" y="5099921"/>
                  </a:lnTo>
                  <a:lnTo>
                    <a:pt x="663169" y="5099921"/>
                  </a:lnTo>
                  <a:lnTo>
                    <a:pt x="663263" y="5099921"/>
                  </a:lnTo>
                  <a:lnTo>
                    <a:pt x="663357" y="5099921"/>
                  </a:lnTo>
                  <a:lnTo>
                    <a:pt x="663451" y="5099921"/>
                  </a:lnTo>
                  <a:lnTo>
                    <a:pt x="663545" y="5099921"/>
                  </a:lnTo>
                  <a:lnTo>
                    <a:pt x="663639" y="5099921"/>
                  </a:lnTo>
                  <a:lnTo>
                    <a:pt x="663733" y="5099921"/>
                  </a:lnTo>
                  <a:lnTo>
                    <a:pt x="663827" y="5099921"/>
                  </a:lnTo>
                  <a:lnTo>
                    <a:pt x="663921" y="5099921"/>
                  </a:lnTo>
                  <a:lnTo>
                    <a:pt x="664015" y="5099921"/>
                  </a:lnTo>
                  <a:lnTo>
                    <a:pt x="664109" y="5099921"/>
                  </a:lnTo>
                  <a:lnTo>
                    <a:pt x="664109" y="5094641"/>
                  </a:lnTo>
                  <a:lnTo>
                    <a:pt x="664203" y="5094641"/>
                  </a:lnTo>
                  <a:lnTo>
                    <a:pt x="664297" y="5094641"/>
                  </a:lnTo>
                  <a:lnTo>
                    <a:pt x="664391" y="5094641"/>
                  </a:lnTo>
                  <a:lnTo>
                    <a:pt x="664485" y="5094641"/>
                  </a:lnTo>
                  <a:lnTo>
                    <a:pt x="664579" y="5094641"/>
                  </a:lnTo>
                  <a:lnTo>
                    <a:pt x="664673" y="5094641"/>
                  </a:lnTo>
                  <a:lnTo>
                    <a:pt x="664767" y="5094641"/>
                  </a:lnTo>
                  <a:lnTo>
                    <a:pt x="664767" y="5089362"/>
                  </a:lnTo>
                  <a:lnTo>
                    <a:pt x="664861" y="5089362"/>
                  </a:lnTo>
                  <a:lnTo>
                    <a:pt x="664955" y="5089362"/>
                  </a:lnTo>
                  <a:lnTo>
                    <a:pt x="665049" y="5089362"/>
                  </a:lnTo>
                  <a:lnTo>
                    <a:pt x="665143" y="5089362"/>
                  </a:lnTo>
                  <a:lnTo>
                    <a:pt x="665237" y="5089362"/>
                  </a:lnTo>
                  <a:lnTo>
                    <a:pt x="665237" y="5084082"/>
                  </a:lnTo>
                  <a:lnTo>
                    <a:pt x="665331" y="5084082"/>
                  </a:lnTo>
                  <a:lnTo>
                    <a:pt x="665425" y="5084082"/>
                  </a:lnTo>
                  <a:lnTo>
                    <a:pt x="665519" y="5084082"/>
                  </a:lnTo>
                  <a:lnTo>
                    <a:pt x="665613" y="5084082"/>
                  </a:lnTo>
                  <a:lnTo>
                    <a:pt x="665707" y="5084082"/>
                  </a:lnTo>
                  <a:lnTo>
                    <a:pt x="665801" y="5084082"/>
                  </a:lnTo>
                  <a:lnTo>
                    <a:pt x="665895" y="5084082"/>
                  </a:lnTo>
                  <a:lnTo>
                    <a:pt x="665989" y="5084082"/>
                  </a:lnTo>
                  <a:lnTo>
                    <a:pt x="666083" y="5084082"/>
                  </a:lnTo>
                  <a:lnTo>
                    <a:pt x="666177" y="5084082"/>
                  </a:lnTo>
                  <a:lnTo>
                    <a:pt x="666271" y="5084082"/>
                  </a:lnTo>
                  <a:lnTo>
                    <a:pt x="666366" y="5084082"/>
                  </a:lnTo>
                  <a:lnTo>
                    <a:pt x="666460" y="5084082"/>
                  </a:lnTo>
                  <a:lnTo>
                    <a:pt x="666554" y="5084082"/>
                  </a:lnTo>
                  <a:lnTo>
                    <a:pt x="666648" y="5084082"/>
                  </a:lnTo>
                  <a:lnTo>
                    <a:pt x="666742" y="5084082"/>
                  </a:lnTo>
                  <a:lnTo>
                    <a:pt x="666836" y="5084082"/>
                  </a:lnTo>
                  <a:lnTo>
                    <a:pt x="666930" y="5084082"/>
                  </a:lnTo>
                  <a:lnTo>
                    <a:pt x="667024" y="5084082"/>
                  </a:lnTo>
                  <a:lnTo>
                    <a:pt x="667118" y="5084082"/>
                  </a:lnTo>
                  <a:lnTo>
                    <a:pt x="667212" y="5084082"/>
                  </a:lnTo>
                  <a:lnTo>
                    <a:pt x="667306" y="5084082"/>
                  </a:lnTo>
                  <a:lnTo>
                    <a:pt x="667400" y="5084082"/>
                  </a:lnTo>
                  <a:lnTo>
                    <a:pt x="667494" y="5084082"/>
                  </a:lnTo>
                  <a:lnTo>
                    <a:pt x="667588" y="5084082"/>
                  </a:lnTo>
                  <a:lnTo>
                    <a:pt x="667682" y="5084082"/>
                  </a:lnTo>
                  <a:lnTo>
                    <a:pt x="667776" y="5084082"/>
                  </a:lnTo>
                  <a:lnTo>
                    <a:pt x="667870" y="5084082"/>
                  </a:lnTo>
                  <a:lnTo>
                    <a:pt x="667964" y="5084082"/>
                  </a:lnTo>
                  <a:lnTo>
                    <a:pt x="668058" y="5084082"/>
                  </a:lnTo>
                  <a:lnTo>
                    <a:pt x="668152" y="5084082"/>
                  </a:lnTo>
                  <a:lnTo>
                    <a:pt x="668246" y="5084082"/>
                  </a:lnTo>
                  <a:lnTo>
                    <a:pt x="668340" y="5084082"/>
                  </a:lnTo>
                  <a:lnTo>
                    <a:pt x="668434" y="5084082"/>
                  </a:lnTo>
                  <a:lnTo>
                    <a:pt x="668528" y="5084082"/>
                  </a:lnTo>
                  <a:lnTo>
                    <a:pt x="668622" y="5084082"/>
                  </a:lnTo>
                  <a:lnTo>
                    <a:pt x="668716" y="5084082"/>
                  </a:lnTo>
                  <a:lnTo>
                    <a:pt x="668810" y="5084082"/>
                  </a:lnTo>
                  <a:lnTo>
                    <a:pt x="668904" y="5084082"/>
                  </a:lnTo>
                  <a:lnTo>
                    <a:pt x="668998" y="5084082"/>
                  </a:lnTo>
                  <a:lnTo>
                    <a:pt x="669092" y="5084082"/>
                  </a:lnTo>
                  <a:lnTo>
                    <a:pt x="669186" y="5084082"/>
                  </a:lnTo>
                  <a:lnTo>
                    <a:pt x="669280" y="5084082"/>
                  </a:lnTo>
                  <a:lnTo>
                    <a:pt x="669374" y="5084082"/>
                  </a:lnTo>
                  <a:lnTo>
                    <a:pt x="669468" y="5084082"/>
                  </a:lnTo>
                  <a:lnTo>
                    <a:pt x="669562" y="5084082"/>
                  </a:lnTo>
                  <a:lnTo>
                    <a:pt x="669656" y="5084082"/>
                  </a:lnTo>
                  <a:lnTo>
                    <a:pt x="669750" y="5084082"/>
                  </a:lnTo>
                  <a:lnTo>
                    <a:pt x="669844" y="5084082"/>
                  </a:lnTo>
                  <a:lnTo>
                    <a:pt x="669939" y="5084082"/>
                  </a:lnTo>
                  <a:lnTo>
                    <a:pt x="670033" y="5084082"/>
                  </a:lnTo>
                  <a:lnTo>
                    <a:pt x="670127" y="5084082"/>
                  </a:lnTo>
                  <a:lnTo>
                    <a:pt x="670221" y="5084082"/>
                  </a:lnTo>
                  <a:lnTo>
                    <a:pt x="670315" y="5084082"/>
                  </a:lnTo>
                  <a:lnTo>
                    <a:pt x="670409" y="5084082"/>
                  </a:lnTo>
                  <a:lnTo>
                    <a:pt x="670503" y="5084082"/>
                  </a:lnTo>
                  <a:lnTo>
                    <a:pt x="670597" y="5084082"/>
                  </a:lnTo>
                  <a:lnTo>
                    <a:pt x="670691" y="5084082"/>
                  </a:lnTo>
                  <a:lnTo>
                    <a:pt x="670785" y="5084082"/>
                  </a:lnTo>
                  <a:lnTo>
                    <a:pt x="670879" y="5084082"/>
                  </a:lnTo>
                  <a:lnTo>
                    <a:pt x="670973" y="5084082"/>
                  </a:lnTo>
                  <a:lnTo>
                    <a:pt x="671067" y="5084082"/>
                  </a:lnTo>
                  <a:lnTo>
                    <a:pt x="671161" y="5084082"/>
                  </a:lnTo>
                  <a:lnTo>
                    <a:pt x="671255" y="5084082"/>
                  </a:lnTo>
                  <a:lnTo>
                    <a:pt x="671349" y="5084082"/>
                  </a:lnTo>
                  <a:lnTo>
                    <a:pt x="671443" y="5084082"/>
                  </a:lnTo>
                  <a:lnTo>
                    <a:pt x="671537" y="5084082"/>
                  </a:lnTo>
                  <a:lnTo>
                    <a:pt x="671631" y="5084082"/>
                  </a:lnTo>
                  <a:lnTo>
                    <a:pt x="671725" y="5084082"/>
                  </a:lnTo>
                  <a:lnTo>
                    <a:pt x="671819" y="5084082"/>
                  </a:lnTo>
                  <a:lnTo>
                    <a:pt x="671913" y="5084082"/>
                  </a:lnTo>
                  <a:lnTo>
                    <a:pt x="672007" y="5084082"/>
                  </a:lnTo>
                  <a:lnTo>
                    <a:pt x="672101" y="5084082"/>
                  </a:lnTo>
                  <a:lnTo>
                    <a:pt x="672195" y="5084082"/>
                  </a:lnTo>
                  <a:lnTo>
                    <a:pt x="672289" y="5084082"/>
                  </a:lnTo>
                  <a:lnTo>
                    <a:pt x="672383" y="5084082"/>
                  </a:lnTo>
                  <a:lnTo>
                    <a:pt x="672383" y="5078803"/>
                  </a:lnTo>
                  <a:lnTo>
                    <a:pt x="672477" y="5078803"/>
                  </a:lnTo>
                  <a:lnTo>
                    <a:pt x="672571" y="5078803"/>
                  </a:lnTo>
                  <a:lnTo>
                    <a:pt x="672665" y="5078803"/>
                  </a:lnTo>
                  <a:lnTo>
                    <a:pt x="672759" y="5078803"/>
                  </a:lnTo>
                  <a:lnTo>
                    <a:pt x="672853" y="5078803"/>
                  </a:lnTo>
                  <a:lnTo>
                    <a:pt x="672947" y="5078803"/>
                  </a:lnTo>
                  <a:lnTo>
                    <a:pt x="673041" y="5078803"/>
                  </a:lnTo>
                  <a:lnTo>
                    <a:pt x="673135" y="5078803"/>
                  </a:lnTo>
                  <a:lnTo>
                    <a:pt x="673229" y="5078803"/>
                  </a:lnTo>
                  <a:lnTo>
                    <a:pt x="673323" y="5078803"/>
                  </a:lnTo>
                  <a:lnTo>
                    <a:pt x="673418" y="5078803"/>
                  </a:lnTo>
                  <a:lnTo>
                    <a:pt x="673512" y="5078803"/>
                  </a:lnTo>
                  <a:lnTo>
                    <a:pt x="673606" y="5078803"/>
                  </a:lnTo>
                  <a:lnTo>
                    <a:pt x="673700" y="5078803"/>
                  </a:lnTo>
                  <a:lnTo>
                    <a:pt x="673794" y="5078803"/>
                  </a:lnTo>
                  <a:lnTo>
                    <a:pt x="673888" y="5078803"/>
                  </a:lnTo>
                  <a:lnTo>
                    <a:pt x="673982" y="5078803"/>
                  </a:lnTo>
                  <a:lnTo>
                    <a:pt x="674076" y="5078803"/>
                  </a:lnTo>
                  <a:lnTo>
                    <a:pt x="674170" y="5078803"/>
                  </a:lnTo>
                  <a:lnTo>
                    <a:pt x="674264" y="5078803"/>
                  </a:lnTo>
                  <a:lnTo>
                    <a:pt x="674358" y="5078803"/>
                  </a:lnTo>
                  <a:lnTo>
                    <a:pt x="674452" y="5078803"/>
                  </a:lnTo>
                  <a:lnTo>
                    <a:pt x="674546" y="5078803"/>
                  </a:lnTo>
                  <a:lnTo>
                    <a:pt x="674640" y="5078803"/>
                  </a:lnTo>
                  <a:lnTo>
                    <a:pt x="674734" y="5078803"/>
                  </a:lnTo>
                  <a:lnTo>
                    <a:pt x="674828" y="5078803"/>
                  </a:lnTo>
                  <a:lnTo>
                    <a:pt x="674922" y="5078803"/>
                  </a:lnTo>
                  <a:lnTo>
                    <a:pt x="675016" y="5078803"/>
                  </a:lnTo>
                  <a:lnTo>
                    <a:pt x="675110" y="5078803"/>
                  </a:lnTo>
                  <a:lnTo>
                    <a:pt x="675204" y="5078803"/>
                  </a:lnTo>
                  <a:lnTo>
                    <a:pt x="675298" y="5078803"/>
                  </a:lnTo>
                  <a:lnTo>
                    <a:pt x="675392" y="5078803"/>
                  </a:lnTo>
                  <a:lnTo>
                    <a:pt x="675486" y="5078803"/>
                  </a:lnTo>
                  <a:lnTo>
                    <a:pt x="675580" y="5078803"/>
                  </a:lnTo>
                  <a:lnTo>
                    <a:pt x="675674" y="5078803"/>
                  </a:lnTo>
                  <a:lnTo>
                    <a:pt x="675768" y="5078803"/>
                  </a:lnTo>
                  <a:lnTo>
                    <a:pt x="675862" y="5078803"/>
                  </a:lnTo>
                  <a:lnTo>
                    <a:pt x="675956" y="5078803"/>
                  </a:lnTo>
                  <a:lnTo>
                    <a:pt x="676050" y="5078803"/>
                  </a:lnTo>
                  <a:lnTo>
                    <a:pt x="676144" y="5078803"/>
                  </a:lnTo>
                  <a:lnTo>
                    <a:pt x="676238" y="5078803"/>
                  </a:lnTo>
                  <a:lnTo>
                    <a:pt x="676332" y="5078803"/>
                  </a:lnTo>
                  <a:lnTo>
                    <a:pt x="676426" y="5078803"/>
                  </a:lnTo>
                  <a:lnTo>
                    <a:pt x="676426" y="5073523"/>
                  </a:lnTo>
                  <a:lnTo>
                    <a:pt x="676520" y="5073523"/>
                  </a:lnTo>
                  <a:lnTo>
                    <a:pt x="676614" y="5073523"/>
                  </a:lnTo>
                  <a:lnTo>
                    <a:pt x="676614" y="5068244"/>
                  </a:lnTo>
                  <a:lnTo>
                    <a:pt x="676708" y="5068244"/>
                  </a:lnTo>
                  <a:lnTo>
                    <a:pt x="676802" y="5068244"/>
                  </a:lnTo>
                  <a:lnTo>
                    <a:pt x="676896" y="5068244"/>
                  </a:lnTo>
                  <a:lnTo>
                    <a:pt x="676991" y="5068244"/>
                  </a:lnTo>
                  <a:lnTo>
                    <a:pt x="677085" y="5068244"/>
                  </a:lnTo>
                  <a:lnTo>
                    <a:pt x="677085" y="5062965"/>
                  </a:lnTo>
                  <a:lnTo>
                    <a:pt x="677179" y="5062965"/>
                  </a:lnTo>
                  <a:lnTo>
                    <a:pt x="677273" y="5062965"/>
                  </a:lnTo>
                  <a:lnTo>
                    <a:pt x="677367" y="5062965"/>
                  </a:lnTo>
                  <a:lnTo>
                    <a:pt x="677461" y="5062965"/>
                  </a:lnTo>
                  <a:lnTo>
                    <a:pt x="677555" y="5062965"/>
                  </a:lnTo>
                  <a:lnTo>
                    <a:pt x="677649" y="5062965"/>
                  </a:lnTo>
                  <a:lnTo>
                    <a:pt x="677743" y="5062965"/>
                  </a:lnTo>
                  <a:lnTo>
                    <a:pt x="677837" y="5062965"/>
                  </a:lnTo>
                  <a:lnTo>
                    <a:pt x="677931" y="5062965"/>
                  </a:lnTo>
                  <a:lnTo>
                    <a:pt x="678025" y="5062965"/>
                  </a:lnTo>
                  <a:lnTo>
                    <a:pt x="678119" y="5062965"/>
                  </a:lnTo>
                  <a:lnTo>
                    <a:pt x="678119" y="5057685"/>
                  </a:lnTo>
                  <a:lnTo>
                    <a:pt x="678119" y="5052406"/>
                  </a:lnTo>
                  <a:lnTo>
                    <a:pt x="678213" y="5052406"/>
                  </a:lnTo>
                  <a:lnTo>
                    <a:pt x="678307" y="5052406"/>
                  </a:lnTo>
                  <a:lnTo>
                    <a:pt x="678401" y="5052406"/>
                  </a:lnTo>
                  <a:lnTo>
                    <a:pt x="678401" y="5047126"/>
                  </a:lnTo>
                  <a:lnTo>
                    <a:pt x="678495" y="5047126"/>
                  </a:lnTo>
                  <a:lnTo>
                    <a:pt x="678589" y="5047126"/>
                  </a:lnTo>
                  <a:lnTo>
                    <a:pt x="678683" y="5047126"/>
                  </a:lnTo>
                  <a:lnTo>
                    <a:pt x="678777" y="5047126"/>
                  </a:lnTo>
                  <a:lnTo>
                    <a:pt x="678871" y="5047126"/>
                  </a:lnTo>
                  <a:lnTo>
                    <a:pt x="678965" y="5047126"/>
                  </a:lnTo>
                  <a:lnTo>
                    <a:pt x="679059" y="5047126"/>
                  </a:lnTo>
                  <a:lnTo>
                    <a:pt x="679153" y="5047126"/>
                  </a:lnTo>
                  <a:lnTo>
                    <a:pt x="679247" y="5047126"/>
                  </a:lnTo>
                  <a:lnTo>
                    <a:pt x="679341" y="5047126"/>
                  </a:lnTo>
                  <a:lnTo>
                    <a:pt x="679435" y="5047126"/>
                  </a:lnTo>
                  <a:lnTo>
                    <a:pt x="679529" y="5047126"/>
                  </a:lnTo>
                  <a:lnTo>
                    <a:pt x="679529" y="5041847"/>
                  </a:lnTo>
                  <a:lnTo>
                    <a:pt x="679623" y="5041847"/>
                  </a:lnTo>
                  <a:lnTo>
                    <a:pt x="679717" y="5041847"/>
                  </a:lnTo>
                  <a:lnTo>
                    <a:pt x="679811" y="5041847"/>
                  </a:lnTo>
                  <a:lnTo>
                    <a:pt x="679905" y="5041847"/>
                  </a:lnTo>
                  <a:lnTo>
                    <a:pt x="679999" y="5041847"/>
                  </a:lnTo>
                  <a:lnTo>
                    <a:pt x="680093" y="5041847"/>
                  </a:lnTo>
                  <a:lnTo>
                    <a:pt x="680187" y="5041847"/>
                  </a:lnTo>
                  <a:lnTo>
                    <a:pt x="680281" y="5041847"/>
                  </a:lnTo>
                  <a:lnTo>
                    <a:pt x="680375" y="5041847"/>
                  </a:lnTo>
                  <a:lnTo>
                    <a:pt x="680469" y="5041847"/>
                  </a:lnTo>
                  <a:lnTo>
                    <a:pt x="680564" y="5041847"/>
                  </a:lnTo>
                  <a:lnTo>
                    <a:pt x="680658" y="5041847"/>
                  </a:lnTo>
                  <a:lnTo>
                    <a:pt x="680752" y="5041847"/>
                  </a:lnTo>
                  <a:lnTo>
                    <a:pt x="680846" y="5041847"/>
                  </a:lnTo>
                  <a:lnTo>
                    <a:pt x="680940" y="5041847"/>
                  </a:lnTo>
                  <a:lnTo>
                    <a:pt x="681034" y="5041847"/>
                  </a:lnTo>
                  <a:lnTo>
                    <a:pt x="681128" y="5041847"/>
                  </a:lnTo>
                  <a:lnTo>
                    <a:pt x="681222" y="5041847"/>
                  </a:lnTo>
                  <a:lnTo>
                    <a:pt x="681316" y="5041847"/>
                  </a:lnTo>
                  <a:lnTo>
                    <a:pt x="681410" y="5041847"/>
                  </a:lnTo>
                  <a:lnTo>
                    <a:pt x="681504" y="5041847"/>
                  </a:lnTo>
                  <a:lnTo>
                    <a:pt x="681598" y="5041847"/>
                  </a:lnTo>
                  <a:lnTo>
                    <a:pt x="681692" y="5041847"/>
                  </a:lnTo>
                  <a:lnTo>
                    <a:pt x="681786" y="5041847"/>
                  </a:lnTo>
                  <a:lnTo>
                    <a:pt x="681880" y="5041847"/>
                  </a:lnTo>
                  <a:lnTo>
                    <a:pt x="681974" y="5041847"/>
                  </a:lnTo>
                  <a:lnTo>
                    <a:pt x="682068" y="5041847"/>
                  </a:lnTo>
                  <a:lnTo>
                    <a:pt x="682162" y="5041847"/>
                  </a:lnTo>
                  <a:lnTo>
                    <a:pt x="682256" y="5041847"/>
                  </a:lnTo>
                  <a:lnTo>
                    <a:pt x="682350" y="5041847"/>
                  </a:lnTo>
                  <a:lnTo>
                    <a:pt x="682444" y="5041847"/>
                  </a:lnTo>
                  <a:lnTo>
                    <a:pt x="682538" y="5041847"/>
                  </a:lnTo>
                  <a:lnTo>
                    <a:pt x="682632" y="5041847"/>
                  </a:lnTo>
                  <a:lnTo>
                    <a:pt x="682726" y="5041847"/>
                  </a:lnTo>
                  <a:lnTo>
                    <a:pt x="682726" y="5036567"/>
                  </a:lnTo>
                  <a:lnTo>
                    <a:pt x="682820" y="5036567"/>
                  </a:lnTo>
                  <a:lnTo>
                    <a:pt x="682914" y="5036567"/>
                  </a:lnTo>
                  <a:lnTo>
                    <a:pt x="683008" y="5036567"/>
                  </a:lnTo>
                  <a:lnTo>
                    <a:pt x="683102" y="5036567"/>
                  </a:lnTo>
                  <a:lnTo>
                    <a:pt x="683196" y="5036567"/>
                  </a:lnTo>
                  <a:lnTo>
                    <a:pt x="683290" y="5036567"/>
                  </a:lnTo>
                  <a:lnTo>
                    <a:pt x="683384" y="5036567"/>
                  </a:lnTo>
                  <a:lnTo>
                    <a:pt x="683478" y="5036567"/>
                  </a:lnTo>
                  <a:lnTo>
                    <a:pt x="683572" y="5036567"/>
                  </a:lnTo>
                  <a:lnTo>
                    <a:pt x="683666" y="5036567"/>
                  </a:lnTo>
                  <a:lnTo>
                    <a:pt x="683760" y="5036567"/>
                  </a:lnTo>
                  <a:lnTo>
                    <a:pt x="683760" y="5031288"/>
                  </a:lnTo>
                  <a:lnTo>
                    <a:pt x="683854" y="5031288"/>
                  </a:lnTo>
                  <a:lnTo>
                    <a:pt x="683948" y="5031288"/>
                  </a:lnTo>
                  <a:lnTo>
                    <a:pt x="684043" y="5031288"/>
                  </a:lnTo>
                  <a:lnTo>
                    <a:pt x="684137" y="5031288"/>
                  </a:lnTo>
                  <a:lnTo>
                    <a:pt x="684231" y="5031288"/>
                  </a:lnTo>
                  <a:lnTo>
                    <a:pt x="684325" y="5031288"/>
                  </a:lnTo>
                  <a:lnTo>
                    <a:pt x="684419" y="5031288"/>
                  </a:lnTo>
                  <a:lnTo>
                    <a:pt x="684513" y="5031288"/>
                  </a:lnTo>
                  <a:lnTo>
                    <a:pt x="684607" y="5031288"/>
                  </a:lnTo>
                  <a:lnTo>
                    <a:pt x="684701" y="5031288"/>
                  </a:lnTo>
                  <a:lnTo>
                    <a:pt x="684795" y="5031288"/>
                  </a:lnTo>
                  <a:lnTo>
                    <a:pt x="684889" y="5031288"/>
                  </a:lnTo>
                  <a:lnTo>
                    <a:pt x="684983" y="5031288"/>
                  </a:lnTo>
                  <a:lnTo>
                    <a:pt x="685077" y="5031288"/>
                  </a:lnTo>
                  <a:lnTo>
                    <a:pt x="685171" y="5031288"/>
                  </a:lnTo>
                  <a:lnTo>
                    <a:pt x="685265" y="5031288"/>
                  </a:lnTo>
                  <a:lnTo>
                    <a:pt x="685359" y="5031288"/>
                  </a:lnTo>
                  <a:lnTo>
                    <a:pt x="685453" y="5031288"/>
                  </a:lnTo>
                  <a:lnTo>
                    <a:pt x="685547" y="5031288"/>
                  </a:lnTo>
                  <a:lnTo>
                    <a:pt x="685641" y="5031288"/>
                  </a:lnTo>
                  <a:lnTo>
                    <a:pt x="685735" y="5031288"/>
                  </a:lnTo>
                  <a:lnTo>
                    <a:pt x="685829" y="5031288"/>
                  </a:lnTo>
                  <a:lnTo>
                    <a:pt x="685923" y="5031288"/>
                  </a:lnTo>
                  <a:lnTo>
                    <a:pt x="686017" y="5031288"/>
                  </a:lnTo>
                  <a:lnTo>
                    <a:pt x="686111" y="5031288"/>
                  </a:lnTo>
                  <a:lnTo>
                    <a:pt x="686205" y="5031288"/>
                  </a:lnTo>
                  <a:lnTo>
                    <a:pt x="686299" y="5031288"/>
                  </a:lnTo>
                  <a:lnTo>
                    <a:pt x="686393" y="5031288"/>
                  </a:lnTo>
                  <a:lnTo>
                    <a:pt x="686487" y="5031288"/>
                  </a:lnTo>
                  <a:lnTo>
                    <a:pt x="686581" y="5031288"/>
                  </a:lnTo>
                  <a:lnTo>
                    <a:pt x="686675" y="5031288"/>
                  </a:lnTo>
                  <a:lnTo>
                    <a:pt x="686769" y="5031288"/>
                  </a:lnTo>
                  <a:lnTo>
                    <a:pt x="686863" y="5031288"/>
                  </a:lnTo>
                  <a:lnTo>
                    <a:pt x="686957" y="5031288"/>
                  </a:lnTo>
                  <a:lnTo>
                    <a:pt x="687051" y="5031288"/>
                  </a:lnTo>
                  <a:lnTo>
                    <a:pt x="687145" y="5031288"/>
                  </a:lnTo>
                  <a:lnTo>
                    <a:pt x="687239" y="5031288"/>
                  </a:lnTo>
                  <a:lnTo>
                    <a:pt x="687333" y="5031288"/>
                  </a:lnTo>
                  <a:lnTo>
                    <a:pt x="687427" y="5031288"/>
                  </a:lnTo>
                  <a:lnTo>
                    <a:pt x="687521" y="5031288"/>
                  </a:lnTo>
                  <a:lnTo>
                    <a:pt x="687616" y="5031288"/>
                  </a:lnTo>
                  <a:lnTo>
                    <a:pt x="687710" y="5031288"/>
                  </a:lnTo>
                  <a:lnTo>
                    <a:pt x="687804" y="5031288"/>
                  </a:lnTo>
                  <a:lnTo>
                    <a:pt x="687898" y="5031288"/>
                  </a:lnTo>
                  <a:lnTo>
                    <a:pt x="687992" y="5031288"/>
                  </a:lnTo>
                  <a:lnTo>
                    <a:pt x="688086" y="5031288"/>
                  </a:lnTo>
                  <a:lnTo>
                    <a:pt x="688180" y="5031288"/>
                  </a:lnTo>
                  <a:lnTo>
                    <a:pt x="688274" y="5031288"/>
                  </a:lnTo>
                  <a:lnTo>
                    <a:pt x="688368" y="5031288"/>
                  </a:lnTo>
                  <a:lnTo>
                    <a:pt x="688462" y="5031288"/>
                  </a:lnTo>
                  <a:lnTo>
                    <a:pt x="688556" y="5031288"/>
                  </a:lnTo>
                  <a:lnTo>
                    <a:pt x="688650" y="5031288"/>
                  </a:lnTo>
                  <a:lnTo>
                    <a:pt x="688744" y="5031288"/>
                  </a:lnTo>
                  <a:lnTo>
                    <a:pt x="688838" y="5031288"/>
                  </a:lnTo>
                  <a:lnTo>
                    <a:pt x="688932" y="5031288"/>
                  </a:lnTo>
                  <a:lnTo>
                    <a:pt x="689026" y="5031288"/>
                  </a:lnTo>
                  <a:lnTo>
                    <a:pt x="689120" y="5031288"/>
                  </a:lnTo>
                  <a:lnTo>
                    <a:pt x="689120" y="5026009"/>
                  </a:lnTo>
                  <a:lnTo>
                    <a:pt x="689214" y="5026009"/>
                  </a:lnTo>
                  <a:lnTo>
                    <a:pt x="689308" y="5026009"/>
                  </a:lnTo>
                  <a:lnTo>
                    <a:pt x="689402" y="5026009"/>
                  </a:lnTo>
                  <a:lnTo>
                    <a:pt x="689496" y="5026009"/>
                  </a:lnTo>
                  <a:lnTo>
                    <a:pt x="689590" y="5026009"/>
                  </a:lnTo>
                  <a:lnTo>
                    <a:pt x="689684" y="5026009"/>
                  </a:lnTo>
                  <a:lnTo>
                    <a:pt x="689778" y="5026009"/>
                  </a:lnTo>
                  <a:lnTo>
                    <a:pt x="689872" y="5026009"/>
                  </a:lnTo>
                  <a:lnTo>
                    <a:pt x="689966" y="5026009"/>
                  </a:lnTo>
                  <a:lnTo>
                    <a:pt x="690060" y="5026009"/>
                  </a:lnTo>
                  <a:lnTo>
                    <a:pt x="690060" y="5020729"/>
                  </a:lnTo>
                  <a:lnTo>
                    <a:pt x="690154" y="5020729"/>
                  </a:lnTo>
                  <a:lnTo>
                    <a:pt x="690248" y="5020729"/>
                  </a:lnTo>
                  <a:lnTo>
                    <a:pt x="690342" y="5020729"/>
                  </a:lnTo>
                  <a:lnTo>
                    <a:pt x="690436" y="5020729"/>
                  </a:lnTo>
                  <a:lnTo>
                    <a:pt x="690530" y="5020729"/>
                  </a:lnTo>
                  <a:lnTo>
                    <a:pt x="690624" y="5020729"/>
                  </a:lnTo>
                  <a:lnTo>
                    <a:pt x="690718" y="5020729"/>
                  </a:lnTo>
                  <a:lnTo>
                    <a:pt x="690812" y="5020729"/>
                  </a:lnTo>
                  <a:lnTo>
                    <a:pt x="690906" y="5020729"/>
                  </a:lnTo>
                  <a:lnTo>
                    <a:pt x="691000" y="5020729"/>
                  </a:lnTo>
                  <a:lnTo>
                    <a:pt x="691094" y="5020729"/>
                  </a:lnTo>
                  <a:lnTo>
                    <a:pt x="691189" y="5020729"/>
                  </a:lnTo>
                  <a:lnTo>
                    <a:pt x="691283" y="5020729"/>
                  </a:lnTo>
                  <a:lnTo>
                    <a:pt x="691377" y="5020729"/>
                  </a:lnTo>
                  <a:lnTo>
                    <a:pt x="691471" y="5020729"/>
                  </a:lnTo>
                  <a:lnTo>
                    <a:pt x="691471" y="5015450"/>
                  </a:lnTo>
                  <a:lnTo>
                    <a:pt x="691565" y="5015450"/>
                  </a:lnTo>
                  <a:lnTo>
                    <a:pt x="691659" y="5015450"/>
                  </a:lnTo>
                  <a:lnTo>
                    <a:pt x="691753" y="5015450"/>
                  </a:lnTo>
                  <a:lnTo>
                    <a:pt x="691847" y="5015450"/>
                  </a:lnTo>
                  <a:lnTo>
                    <a:pt x="691941" y="5015450"/>
                  </a:lnTo>
                  <a:lnTo>
                    <a:pt x="692035" y="5015450"/>
                  </a:lnTo>
                  <a:lnTo>
                    <a:pt x="692129" y="5015450"/>
                  </a:lnTo>
                  <a:lnTo>
                    <a:pt x="692223" y="5015450"/>
                  </a:lnTo>
                  <a:lnTo>
                    <a:pt x="692317" y="5015450"/>
                  </a:lnTo>
                  <a:lnTo>
                    <a:pt x="692411" y="5015450"/>
                  </a:lnTo>
                  <a:lnTo>
                    <a:pt x="692505" y="5015450"/>
                  </a:lnTo>
                  <a:lnTo>
                    <a:pt x="692599" y="5015450"/>
                  </a:lnTo>
                  <a:lnTo>
                    <a:pt x="692693" y="5015450"/>
                  </a:lnTo>
                  <a:lnTo>
                    <a:pt x="692787" y="5015450"/>
                  </a:lnTo>
                  <a:lnTo>
                    <a:pt x="692881" y="5015450"/>
                  </a:lnTo>
                  <a:lnTo>
                    <a:pt x="692975" y="5015450"/>
                  </a:lnTo>
                  <a:lnTo>
                    <a:pt x="693069" y="5015450"/>
                  </a:lnTo>
                  <a:lnTo>
                    <a:pt x="693163" y="5015450"/>
                  </a:lnTo>
                  <a:lnTo>
                    <a:pt x="693257" y="5015450"/>
                  </a:lnTo>
                  <a:lnTo>
                    <a:pt x="693351" y="5015450"/>
                  </a:lnTo>
                  <a:lnTo>
                    <a:pt x="693445" y="5015450"/>
                  </a:lnTo>
                  <a:lnTo>
                    <a:pt x="693539" y="5015450"/>
                  </a:lnTo>
                  <a:lnTo>
                    <a:pt x="693633" y="5015450"/>
                  </a:lnTo>
                  <a:lnTo>
                    <a:pt x="693727" y="5015450"/>
                  </a:lnTo>
                  <a:lnTo>
                    <a:pt x="693821" y="5015450"/>
                  </a:lnTo>
                  <a:lnTo>
                    <a:pt x="693915" y="5015450"/>
                  </a:lnTo>
                  <a:lnTo>
                    <a:pt x="694009" y="5015450"/>
                  </a:lnTo>
                  <a:lnTo>
                    <a:pt x="694103" y="5015450"/>
                  </a:lnTo>
                  <a:lnTo>
                    <a:pt x="694197" y="5015450"/>
                  </a:lnTo>
                  <a:lnTo>
                    <a:pt x="694291" y="5015450"/>
                  </a:lnTo>
                  <a:lnTo>
                    <a:pt x="694385" y="5015450"/>
                  </a:lnTo>
                  <a:lnTo>
                    <a:pt x="694479" y="5015450"/>
                  </a:lnTo>
                  <a:lnTo>
                    <a:pt x="694573" y="5015450"/>
                  </a:lnTo>
                  <a:lnTo>
                    <a:pt x="694668" y="5015450"/>
                  </a:lnTo>
                  <a:lnTo>
                    <a:pt x="694762" y="5015450"/>
                  </a:lnTo>
                  <a:lnTo>
                    <a:pt x="694856" y="5015450"/>
                  </a:lnTo>
                  <a:lnTo>
                    <a:pt x="694950" y="5015450"/>
                  </a:lnTo>
                  <a:lnTo>
                    <a:pt x="695044" y="5015450"/>
                  </a:lnTo>
                  <a:lnTo>
                    <a:pt x="695138" y="5015450"/>
                  </a:lnTo>
                  <a:lnTo>
                    <a:pt x="695232" y="5015450"/>
                  </a:lnTo>
                  <a:lnTo>
                    <a:pt x="695326" y="5015450"/>
                  </a:lnTo>
                  <a:lnTo>
                    <a:pt x="695420" y="5015450"/>
                  </a:lnTo>
                  <a:lnTo>
                    <a:pt x="695514" y="5015450"/>
                  </a:lnTo>
                  <a:lnTo>
                    <a:pt x="695608" y="5015450"/>
                  </a:lnTo>
                  <a:lnTo>
                    <a:pt x="695608" y="5010170"/>
                  </a:lnTo>
                  <a:lnTo>
                    <a:pt x="695702" y="5010170"/>
                  </a:lnTo>
                  <a:lnTo>
                    <a:pt x="695796" y="5010170"/>
                  </a:lnTo>
                  <a:lnTo>
                    <a:pt x="695890" y="5010170"/>
                  </a:lnTo>
                  <a:lnTo>
                    <a:pt x="695984" y="5010170"/>
                  </a:lnTo>
                  <a:lnTo>
                    <a:pt x="696078" y="5010170"/>
                  </a:lnTo>
                  <a:lnTo>
                    <a:pt x="696172" y="5010170"/>
                  </a:lnTo>
                  <a:lnTo>
                    <a:pt x="696266" y="5010170"/>
                  </a:lnTo>
                  <a:lnTo>
                    <a:pt x="696360" y="5010170"/>
                  </a:lnTo>
                  <a:lnTo>
                    <a:pt x="696454" y="5010170"/>
                  </a:lnTo>
                  <a:lnTo>
                    <a:pt x="696548" y="5010170"/>
                  </a:lnTo>
                  <a:lnTo>
                    <a:pt x="696642" y="5010170"/>
                  </a:lnTo>
                  <a:lnTo>
                    <a:pt x="696642" y="5004891"/>
                  </a:lnTo>
                  <a:lnTo>
                    <a:pt x="696736" y="5004891"/>
                  </a:lnTo>
                  <a:lnTo>
                    <a:pt x="696830" y="5004891"/>
                  </a:lnTo>
                  <a:lnTo>
                    <a:pt x="696924" y="5004891"/>
                  </a:lnTo>
                  <a:lnTo>
                    <a:pt x="696924" y="4999612"/>
                  </a:lnTo>
                  <a:lnTo>
                    <a:pt x="697018" y="4999612"/>
                  </a:lnTo>
                  <a:lnTo>
                    <a:pt x="697112" y="4999612"/>
                  </a:lnTo>
                  <a:lnTo>
                    <a:pt x="697206" y="4999612"/>
                  </a:lnTo>
                  <a:lnTo>
                    <a:pt x="697300" y="4999612"/>
                  </a:lnTo>
                  <a:lnTo>
                    <a:pt x="697394" y="4999612"/>
                  </a:lnTo>
                  <a:lnTo>
                    <a:pt x="697488" y="4999612"/>
                  </a:lnTo>
                  <a:lnTo>
                    <a:pt x="697582" y="4999612"/>
                  </a:lnTo>
                  <a:lnTo>
                    <a:pt x="697676" y="4999612"/>
                  </a:lnTo>
                  <a:lnTo>
                    <a:pt x="697770" y="4999612"/>
                  </a:lnTo>
                  <a:lnTo>
                    <a:pt x="697864" y="4999612"/>
                  </a:lnTo>
                  <a:lnTo>
                    <a:pt x="697958" y="4999612"/>
                  </a:lnTo>
                  <a:lnTo>
                    <a:pt x="698052" y="4999612"/>
                  </a:lnTo>
                  <a:lnTo>
                    <a:pt x="698146" y="4999612"/>
                  </a:lnTo>
                  <a:lnTo>
                    <a:pt x="698241" y="4999612"/>
                  </a:lnTo>
                  <a:lnTo>
                    <a:pt x="698335" y="4999612"/>
                  </a:lnTo>
                  <a:lnTo>
                    <a:pt x="698429" y="4999612"/>
                  </a:lnTo>
                  <a:lnTo>
                    <a:pt x="698523" y="4999612"/>
                  </a:lnTo>
                  <a:lnTo>
                    <a:pt x="698617" y="4999612"/>
                  </a:lnTo>
                  <a:lnTo>
                    <a:pt x="698711" y="4999612"/>
                  </a:lnTo>
                  <a:lnTo>
                    <a:pt x="698805" y="4999612"/>
                  </a:lnTo>
                  <a:lnTo>
                    <a:pt x="698899" y="4999612"/>
                  </a:lnTo>
                  <a:lnTo>
                    <a:pt x="698993" y="4999612"/>
                  </a:lnTo>
                  <a:lnTo>
                    <a:pt x="699087" y="4999612"/>
                  </a:lnTo>
                  <a:lnTo>
                    <a:pt x="699181" y="4999612"/>
                  </a:lnTo>
                  <a:lnTo>
                    <a:pt x="699275" y="4999612"/>
                  </a:lnTo>
                  <a:lnTo>
                    <a:pt x="699369" y="4999612"/>
                  </a:lnTo>
                  <a:lnTo>
                    <a:pt x="699463" y="4999612"/>
                  </a:lnTo>
                  <a:lnTo>
                    <a:pt x="699557" y="4999612"/>
                  </a:lnTo>
                  <a:lnTo>
                    <a:pt x="699651" y="4999612"/>
                  </a:lnTo>
                  <a:lnTo>
                    <a:pt x="699745" y="4999612"/>
                  </a:lnTo>
                  <a:lnTo>
                    <a:pt x="699745" y="4994332"/>
                  </a:lnTo>
                  <a:lnTo>
                    <a:pt x="699839" y="4994332"/>
                  </a:lnTo>
                  <a:lnTo>
                    <a:pt x="699933" y="4994332"/>
                  </a:lnTo>
                  <a:lnTo>
                    <a:pt x="700027" y="4994332"/>
                  </a:lnTo>
                  <a:lnTo>
                    <a:pt x="700121" y="4994332"/>
                  </a:lnTo>
                  <a:lnTo>
                    <a:pt x="700215" y="4994332"/>
                  </a:lnTo>
                  <a:lnTo>
                    <a:pt x="700309" y="4994332"/>
                  </a:lnTo>
                  <a:lnTo>
                    <a:pt x="700403" y="4994332"/>
                  </a:lnTo>
                  <a:lnTo>
                    <a:pt x="700497" y="4994332"/>
                  </a:lnTo>
                  <a:lnTo>
                    <a:pt x="700591" y="4994332"/>
                  </a:lnTo>
                  <a:lnTo>
                    <a:pt x="700685" y="4994332"/>
                  </a:lnTo>
                  <a:lnTo>
                    <a:pt x="700779" y="4994332"/>
                  </a:lnTo>
                  <a:lnTo>
                    <a:pt x="700873" y="4994332"/>
                  </a:lnTo>
                  <a:lnTo>
                    <a:pt x="700967" y="4994332"/>
                  </a:lnTo>
                  <a:lnTo>
                    <a:pt x="701061" y="4994332"/>
                  </a:lnTo>
                  <a:lnTo>
                    <a:pt x="701155" y="4994332"/>
                  </a:lnTo>
                  <a:lnTo>
                    <a:pt x="701249" y="4994332"/>
                  </a:lnTo>
                  <a:lnTo>
                    <a:pt x="701343" y="4994332"/>
                  </a:lnTo>
                  <a:lnTo>
                    <a:pt x="701437" y="4994332"/>
                  </a:lnTo>
                  <a:lnTo>
                    <a:pt x="701531" y="4994332"/>
                  </a:lnTo>
                  <a:lnTo>
                    <a:pt x="701625" y="4994332"/>
                  </a:lnTo>
                  <a:lnTo>
                    <a:pt x="701719" y="4994332"/>
                  </a:lnTo>
                  <a:lnTo>
                    <a:pt x="701814" y="4994332"/>
                  </a:lnTo>
                  <a:lnTo>
                    <a:pt x="701908" y="4994332"/>
                  </a:lnTo>
                  <a:lnTo>
                    <a:pt x="702002" y="4994332"/>
                  </a:lnTo>
                  <a:lnTo>
                    <a:pt x="702096" y="4994332"/>
                  </a:lnTo>
                  <a:lnTo>
                    <a:pt x="702190" y="4994332"/>
                  </a:lnTo>
                  <a:lnTo>
                    <a:pt x="702284" y="4994332"/>
                  </a:lnTo>
                  <a:lnTo>
                    <a:pt x="702378" y="4994332"/>
                  </a:lnTo>
                  <a:lnTo>
                    <a:pt x="702472" y="4994332"/>
                  </a:lnTo>
                  <a:lnTo>
                    <a:pt x="702566" y="4994332"/>
                  </a:lnTo>
                  <a:lnTo>
                    <a:pt x="702660" y="4994332"/>
                  </a:lnTo>
                  <a:lnTo>
                    <a:pt x="702754" y="4994332"/>
                  </a:lnTo>
                  <a:lnTo>
                    <a:pt x="702848" y="4994332"/>
                  </a:lnTo>
                  <a:lnTo>
                    <a:pt x="702848" y="4989053"/>
                  </a:lnTo>
                  <a:lnTo>
                    <a:pt x="702942" y="4989053"/>
                  </a:lnTo>
                  <a:lnTo>
                    <a:pt x="703036" y="4989053"/>
                  </a:lnTo>
                  <a:lnTo>
                    <a:pt x="703130" y="4989053"/>
                  </a:lnTo>
                  <a:lnTo>
                    <a:pt x="703224" y="4989053"/>
                  </a:lnTo>
                  <a:lnTo>
                    <a:pt x="703318" y="4989053"/>
                  </a:lnTo>
                  <a:lnTo>
                    <a:pt x="703412" y="4989053"/>
                  </a:lnTo>
                  <a:lnTo>
                    <a:pt x="703506" y="4989053"/>
                  </a:lnTo>
                  <a:lnTo>
                    <a:pt x="703600" y="4989053"/>
                  </a:lnTo>
                  <a:lnTo>
                    <a:pt x="703694" y="4989053"/>
                  </a:lnTo>
                  <a:lnTo>
                    <a:pt x="703788" y="4989053"/>
                  </a:lnTo>
                  <a:lnTo>
                    <a:pt x="703882" y="4989053"/>
                  </a:lnTo>
                  <a:lnTo>
                    <a:pt x="703976" y="4989053"/>
                  </a:lnTo>
                  <a:lnTo>
                    <a:pt x="704070" y="4989053"/>
                  </a:lnTo>
                  <a:lnTo>
                    <a:pt x="704164" y="4989053"/>
                  </a:lnTo>
                  <a:lnTo>
                    <a:pt x="704258" y="4989053"/>
                  </a:lnTo>
                  <a:lnTo>
                    <a:pt x="704352" y="4989053"/>
                  </a:lnTo>
                  <a:lnTo>
                    <a:pt x="704446" y="4989053"/>
                  </a:lnTo>
                  <a:lnTo>
                    <a:pt x="704540" y="4989053"/>
                  </a:lnTo>
                  <a:lnTo>
                    <a:pt x="704634" y="4989053"/>
                  </a:lnTo>
                  <a:lnTo>
                    <a:pt x="704728" y="4989053"/>
                  </a:lnTo>
                  <a:lnTo>
                    <a:pt x="704822" y="4989053"/>
                  </a:lnTo>
                  <a:lnTo>
                    <a:pt x="704916" y="4989053"/>
                  </a:lnTo>
                  <a:lnTo>
                    <a:pt x="705010" y="4989053"/>
                  </a:lnTo>
                  <a:lnTo>
                    <a:pt x="705104" y="4989053"/>
                  </a:lnTo>
                  <a:lnTo>
                    <a:pt x="705198" y="4989053"/>
                  </a:lnTo>
                  <a:lnTo>
                    <a:pt x="705293" y="4989053"/>
                  </a:lnTo>
                  <a:lnTo>
                    <a:pt x="705387" y="4989053"/>
                  </a:lnTo>
                  <a:lnTo>
                    <a:pt x="705481" y="4989053"/>
                  </a:lnTo>
                  <a:lnTo>
                    <a:pt x="705575" y="4989053"/>
                  </a:lnTo>
                  <a:lnTo>
                    <a:pt x="705669" y="4989053"/>
                  </a:lnTo>
                  <a:lnTo>
                    <a:pt x="705763" y="4989053"/>
                  </a:lnTo>
                  <a:lnTo>
                    <a:pt x="705857" y="4989053"/>
                  </a:lnTo>
                  <a:lnTo>
                    <a:pt x="705951" y="4989053"/>
                  </a:lnTo>
                  <a:lnTo>
                    <a:pt x="706045" y="4989053"/>
                  </a:lnTo>
                  <a:lnTo>
                    <a:pt x="706139" y="4989053"/>
                  </a:lnTo>
                  <a:lnTo>
                    <a:pt x="706233" y="4989053"/>
                  </a:lnTo>
                  <a:lnTo>
                    <a:pt x="706327" y="4989053"/>
                  </a:lnTo>
                  <a:lnTo>
                    <a:pt x="706327" y="4983773"/>
                  </a:lnTo>
                  <a:lnTo>
                    <a:pt x="706421" y="4983773"/>
                  </a:lnTo>
                  <a:lnTo>
                    <a:pt x="706515" y="4983773"/>
                  </a:lnTo>
                  <a:lnTo>
                    <a:pt x="706609" y="4983773"/>
                  </a:lnTo>
                  <a:lnTo>
                    <a:pt x="706703" y="4983773"/>
                  </a:lnTo>
                  <a:lnTo>
                    <a:pt x="706797" y="4983773"/>
                  </a:lnTo>
                  <a:lnTo>
                    <a:pt x="706891" y="4983773"/>
                  </a:lnTo>
                  <a:lnTo>
                    <a:pt x="706891" y="4978494"/>
                  </a:lnTo>
                  <a:lnTo>
                    <a:pt x="706985" y="4978494"/>
                  </a:lnTo>
                  <a:lnTo>
                    <a:pt x="707079" y="4978494"/>
                  </a:lnTo>
                  <a:lnTo>
                    <a:pt x="707173" y="4978494"/>
                  </a:lnTo>
                  <a:lnTo>
                    <a:pt x="707267" y="4978494"/>
                  </a:lnTo>
                  <a:lnTo>
                    <a:pt x="707361" y="4978494"/>
                  </a:lnTo>
                  <a:lnTo>
                    <a:pt x="707455" y="4978494"/>
                  </a:lnTo>
                  <a:lnTo>
                    <a:pt x="707549" y="4978494"/>
                  </a:lnTo>
                  <a:lnTo>
                    <a:pt x="707643" y="4978494"/>
                  </a:lnTo>
                  <a:lnTo>
                    <a:pt x="707737" y="4978494"/>
                  </a:lnTo>
                  <a:lnTo>
                    <a:pt x="707831" y="4978494"/>
                  </a:lnTo>
                  <a:lnTo>
                    <a:pt x="707925" y="4978494"/>
                  </a:lnTo>
                  <a:lnTo>
                    <a:pt x="708019" y="4978494"/>
                  </a:lnTo>
                  <a:lnTo>
                    <a:pt x="708113" y="4978494"/>
                  </a:lnTo>
                  <a:lnTo>
                    <a:pt x="708207" y="4978494"/>
                  </a:lnTo>
                  <a:lnTo>
                    <a:pt x="708301" y="4978494"/>
                  </a:lnTo>
                  <a:lnTo>
                    <a:pt x="708395" y="4978494"/>
                  </a:lnTo>
                  <a:lnTo>
                    <a:pt x="708489" y="4978494"/>
                  </a:lnTo>
                  <a:lnTo>
                    <a:pt x="708583" y="4978494"/>
                  </a:lnTo>
                  <a:lnTo>
                    <a:pt x="708677" y="4978494"/>
                  </a:lnTo>
                  <a:lnTo>
                    <a:pt x="708771" y="4978494"/>
                  </a:lnTo>
                  <a:lnTo>
                    <a:pt x="708866" y="4978494"/>
                  </a:lnTo>
                  <a:lnTo>
                    <a:pt x="708960" y="4978494"/>
                  </a:lnTo>
                  <a:lnTo>
                    <a:pt x="709054" y="4978494"/>
                  </a:lnTo>
                  <a:lnTo>
                    <a:pt x="709054" y="4973214"/>
                  </a:lnTo>
                  <a:lnTo>
                    <a:pt x="709148" y="4973214"/>
                  </a:lnTo>
                  <a:lnTo>
                    <a:pt x="709242" y="4973214"/>
                  </a:lnTo>
                  <a:lnTo>
                    <a:pt x="709336" y="4973214"/>
                  </a:lnTo>
                  <a:lnTo>
                    <a:pt x="709430" y="4973214"/>
                  </a:lnTo>
                  <a:lnTo>
                    <a:pt x="709430" y="4967935"/>
                  </a:lnTo>
                  <a:lnTo>
                    <a:pt x="709524" y="4967935"/>
                  </a:lnTo>
                  <a:lnTo>
                    <a:pt x="709618" y="4967935"/>
                  </a:lnTo>
                  <a:lnTo>
                    <a:pt x="709712" y="4967935"/>
                  </a:lnTo>
                  <a:lnTo>
                    <a:pt x="709806" y="4967935"/>
                  </a:lnTo>
                  <a:lnTo>
                    <a:pt x="709900" y="4967935"/>
                  </a:lnTo>
                  <a:lnTo>
                    <a:pt x="709994" y="4967935"/>
                  </a:lnTo>
                  <a:lnTo>
                    <a:pt x="710088" y="4967935"/>
                  </a:lnTo>
                  <a:lnTo>
                    <a:pt x="710182" y="4967935"/>
                  </a:lnTo>
                  <a:lnTo>
                    <a:pt x="710276" y="4967935"/>
                  </a:lnTo>
                  <a:lnTo>
                    <a:pt x="710370" y="4967935"/>
                  </a:lnTo>
                  <a:lnTo>
                    <a:pt x="710464" y="4967935"/>
                  </a:lnTo>
                  <a:lnTo>
                    <a:pt x="710558" y="4967935"/>
                  </a:lnTo>
                  <a:lnTo>
                    <a:pt x="710652" y="4967935"/>
                  </a:lnTo>
                  <a:lnTo>
                    <a:pt x="710746" y="4967935"/>
                  </a:lnTo>
                  <a:lnTo>
                    <a:pt x="710840" y="4967935"/>
                  </a:lnTo>
                  <a:lnTo>
                    <a:pt x="710934" y="4967935"/>
                  </a:lnTo>
                  <a:lnTo>
                    <a:pt x="711028" y="4967935"/>
                  </a:lnTo>
                  <a:lnTo>
                    <a:pt x="711122" y="4967935"/>
                  </a:lnTo>
                  <a:lnTo>
                    <a:pt x="711216" y="4967935"/>
                  </a:lnTo>
                  <a:lnTo>
                    <a:pt x="711310" y="4967935"/>
                  </a:lnTo>
                  <a:lnTo>
                    <a:pt x="711404" y="4967935"/>
                  </a:lnTo>
                  <a:lnTo>
                    <a:pt x="711498" y="4967935"/>
                  </a:lnTo>
                  <a:lnTo>
                    <a:pt x="711592" y="4967935"/>
                  </a:lnTo>
                  <a:lnTo>
                    <a:pt x="711686" y="4967935"/>
                  </a:lnTo>
                  <a:lnTo>
                    <a:pt x="711780" y="4967935"/>
                  </a:lnTo>
                  <a:lnTo>
                    <a:pt x="711874" y="4967935"/>
                  </a:lnTo>
                  <a:lnTo>
                    <a:pt x="711968" y="4967935"/>
                  </a:lnTo>
                  <a:lnTo>
                    <a:pt x="712062" y="4967935"/>
                  </a:lnTo>
                  <a:lnTo>
                    <a:pt x="712156" y="4967935"/>
                  </a:lnTo>
                  <a:lnTo>
                    <a:pt x="712250" y="4967935"/>
                  </a:lnTo>
                  <a:lnTo>
                    <a:pt x="712344" y="4967935"/>
                  </a:lnTo>
                  <a:lnTo>
                    <a:pt x="712439" y="4967935"/>
                  </a:lnTo>
                  <a:lnTo>
                    <a:pt x="712533" y="4967935"/>
                  </a:lnTo>
                  <a:lnTo>
                    <a:pt x="712627" y="4967935"/>
                  </a:lnTo>
                  <a:lnTo>
                    <a:pt x="712721" y="4967935"/>
                  </a:lnTo>
                  <a:lnTo>
                    <a:pt x="712815" y="4967935"/>
                  </a:lnTo>
                  <a:lnTo>
                    <a:pt x="712909" y="4967935"/>
                  </a:lnTo>
                  <a:lnTo>
                    <a:pt x="713003" y="4967935"/>
                  </a:lnTo>
                  <a:lnTo>
                    <a:pt x="713003" y="4962656"/>
                  </a:lnTo>
                  <a:lnTo>
                    <a:pt x="713003" y="4957376"/>
                  </a:lnTo>
                  <a:lnTo>
                    <a:pt x="713097" y="4957376"/>
                  </a:lnTo>
                  <a:lnTo>
                    <a:pt x="713191" y="4957376"/>
                  </a:lnTo>
                  <a:lnTo>
                    <a:pt x="713285" y="4957376"/>
                  </a:lnTo>
                  <a:lnTo>
                    <a:pt x="713379" y="4957376"/>
                  </a:lnTo>
                  <a:lnTo>
                    <a:pt x="713473" y="4957376"/>
                  </a:lnTo>
                  <a:lnTo>
                    <a:pt x="713567" y="4957376"/>
                  </a:lnTo>
                  <a:lnTo>
                    <a:pt x="713661" y="4957376"/>
                  </a:lnTo>
                  <a:lnTo>
                    <a:pt x="713755" y="4957376"/>
                  </a:lnTo>
                  <a:lnTo>
                    <a:pt x="713849" y="4957376"/>
                  </a:lnTo>
                  <a:lnTo>
                    <a:pt x="713943" y="4957376"/>
                  </a:lnTo>
                  <a:lnTo>
                    <a:pt x="714037" y="4957376"/>
                  </a:lnTo>
                  <a:lnTo>
                    <a:pt x="714131" y="4957376"/>
                  </a:lnTo>
                  <a:lnTo>
                    <a:pt x="714225" y="4957376"/>
                  </a:lnTo>
                  <a:lnTo>
                    <a:pt x="714319" y="4957376"/>
                  </a:lnTo>
                  <a:lnTo>
                    <a:pt x="714413" y="4957376"/>
                  </a:lnTo>
                  <a:lnTo>
                    <a:pt x="714507" y="4957376"/>
                  </a:lnTo>
                  <a:lnTo>
                    <a:pt x="714601" y="4957376"/>
                  </a:lnTo>
                  <a:lnTo>
                    <a:pt x="714695" y="4957376"/>
                  </a:lnTo>
                  <a:lnTo>
                    <a:pt x="714789" y="4957376"/>
                  </a:lnTo>
                  <a:lnTo>
                    <a:pt x="714883" y="4957376"/>
                  </a:lnTo>
                  <a:lnTo>
                    <a:pt x="714977" y="4957376"/>
                  </a:lnTo>
                  <a:lnTo>
                    <a:pt x="715071" y="4957376"/>
                  </a:lnTo>
                  <a:lnTo>
                    <a:pt x="715165" y="4957376"/>
                  </a:lnTo>
                  <a:lnTo>
                    <a:pt x="715259" y="4957376"/>
                  </a:lnTo>
                  <a:lnTo>
                    <a:pt x="715353" y="4957376"/>
                  </a:lnTo>
                  <a:lnTo>
                    <a:pt x="715447" y="4957376"/>
                  </a:lnTo>
                  <a:lnTo>
                    <a:pt x="715541" y="4957376"/>
                  </a:lnTo>
                  <a:lnTo>
                    <a:pt x="715635" y="4957376"/>
                  </a:lnTo>
                  <a:lnTo>
                    <a:pt x="715729" y="4957376"/>
                  </a:lnTo>
                  <a:lnTo>
                    <a:pt x="715823" y="4957376"/>
                  </a:lnTo>
                  <a:lnTo>
                    <a:pt x="715917" y="4957376"/>
                  </a:lnTo>
                  <a:lnTo>
                    <a:pt x="716012" y="4957376"/>
                  </a:lnTo>
                  <a:lnTo>
                    <a:pt x="716106" y="4957376"/>
                  </a:lnTo>
                  <a:lnTo>
                    <a:pt x="716200" y="4957376"/>
                  </a:lnTo>
                  <a:lnTo>
                    <a:pt x="716294" y="4957376"/>
                  </a:lnTo>
                  <a:lnTo>
                    <a:pt x="716388" y="4957376"/>
                  </a:lnTo>
                  <a:lnTo>
                    <a:pt x="716482" y="4957376"/>
                  </a:lnTo>
                  <a:lnTo>
                    <a:pt x="716576" y="4957376"/>
                  </a:lnTo>
                  <a:lnTo>
                    <a:pt x="716670" y="4957376"/>
                  </a:lnTo>
                  <a:lnTo>
                    <a:pt x="716764" y="4957376"/>
                  </a:lnTo>
                  <a:lnTo>
                    <a:pt x="716858" y="4957376"/>
                  </a:lnTo>
                  <a:lnTo>
                    <a:pt x="716952" y="4957376"/>
                  </a:lnTo>
                  <a:lnTo>
                    <a:pt x="717046" y="4957376"/>
                  </a:lnTo>
                  <a:lnTo>
                    <a:pt x="717140" y="4957376"/>
                  </a:lnTo>
                  <a:lnTo>
                    <a:pt x="717234" y="4957376"/>
                  </a:lnTo>
                  <a:lnTo>
                    <a:pt x="717328" y="4957376"/>
                  </a:lnTo>
                  <a:lnTo>
                    <a:pt x="717422" y="4957376"/>
                  </a:lnTo>
                  <a:lnTo>
                    <a:pt x="717516" y="4957376"/>
                  </a:lnTo>
                  <a:lnTo>
                    <a:pt x="717610" y="4957376"/>
                  </a:lnTo>
                  <a:lnTo>
                    <a:pt x="717704" y="4957376"/>
                  </a:lnTo>
                  <a:lnTo>
                    <a:pt x="717798" y="4957376"/>
                  </a:lnTo>
                  <a:lnTo>
                    <a:pt x="717892" y="4957376"/>
                  </a:lnTo>
                  <a:lnTo>
                    <a:pt x="717986" y="4957376"/>
                  </a:lnTo>
                  <a:lnTo>
                    <a:pt x="718080" y="4957376"/>
                  </a:lnTo>
                  <a:lnTo>
                    <a:pt x="718174" y="4957376"/>
                  </a:lnTo>
                  <a:lnTo>
                    <a:pt x="718268" y="4957376"/>
                  </a:lnTo>
                  <a:lnTo>
                    <a:pt x="718362" y="4957376"/>
                  </a:lnTo>
                  <a:lnTo>
                    <a:pt x="718456" y="4957376"/>
                  </a:lnTo>
                  <a:lnTo>
                    <a:pt x="718456" y="4952097"/>
                  </a:lnTo>
                  <a:lnTo>
                    <a:pt x="718550" y="4952097"/>
                  </a:lnTo>
                  <a:lnTo>
                    <a:pt x="718644" y="4952097"/>
                  </a:lnTo>
                  <a:lnTo>
                    <a:pt x="718738" y="4952097"/>
                  </a:lnTo>
                  <a:lnTo>
                    <a:pt x="718832" y="4952097"/>
                  </a:lnTo>
                  <a:lnTo>
                    <a:pt x="718926" y="4952097"/>
                  </a:lnTo>
                  <a:lnTo>
                    <a:pt x="719020" y="4952097"/>
                  </a:lnTo>
                  <a:lnTo>
                    <a:pt x="719114" y="4952097"/>
                  </a:lnTo>
                  <a:lnTo>
                    <a:pt x="719114" y="4946817"/>
                  </a:lnTo>
                  <a:lnTo>
                    <a:pt x="719208" y="4946817"/>
                  </a:lnTo>
                  <a:lnTo>
                    <a:pt x="719302" y="4946817"/>
                  </a:lnTo>
                  <a:lnTo>
                    <a:pt x="719396" y="4946817"/>
                  </a:lnTo>
                  <a:lnTo>
                    <a:pt x="719491" y="4946817"/>
                  </a:lnTo>
                  <a:lnTo>
                    <a:pt x="719585" y="4946817"/>
                  </a:lnTo>
                  <a:lnTo>
                    <a:pt x="719679" y="4946817"/>
                  </a:lnTo>
                  <a:lnTo>
                    <a:pt x="719773" y="4946817"/>
                  </a:lnTo>
                  <a:lnTo>
                    <a:pt x="719867" y="4946817"/>
                  </a:lnTo>
                  <a:lnTo>
                    <a:pt x="719961" y="4946817"/>
                  </a:lnTo>
                  <a:lnTo>
                    <a:pt x="720055" y="4946817"/>
                  </a:lnTo>
                  <a:lnTo>
                    <a:pt x="720055" y="4941538"/>
                  </a:lnTo>
                  <a:lnTo>
                    <a:pt x="720149" y="4941538"/>
                  </a:lnTo>
                  <a:lnTo>
                    <a:pt x="720243" y="4941538"/>
                  </a:lnTo>
                  <a:lnTo>
                    <a:pt x="720337" y="4941538"/>
                  </a:lnTo>
                  <a:lnTo>
                    <a:pt x="720431" y="4941538"/>
                  </a:lnTo>
                  <a:lnTo>
                    <a:pt x="720525" y="4941538"/>
                  </a:lnTo>
                  <a:lnTo>
                    <a:pt x="720619" y="4941538"/>
                  </a:lnTo>
                  <a:lnTo>
                    <a:pt x="720713" y="4941538"/>
                  </a:lnTo>
                  <a:lnTo>
                    <a:pt x="720807" y="4941538"/>
                  </a:lnTo>
                  <a:lnTo>
                    <a:pt x="720901" y="4941538"/>
                  </a:lnTo>
                  <a:lnTo>
                    <a:pt x="720995" y="4941538"/>
                  </a:lnTo>
                  <a:lnTo>
                    <a:pt x="721089" y="4941538"/>
                  </a:lnTo>
                  <a:lnTo>
                    <a:pt x="721183" y="4941538"/>
                  </a:lnTo>
                  <a:lnTo>
                    <a:pt x="721277" y="4941538"/>
                  </a:lnTo>
                  <a:lnTo>
                    <a:pt x="721371" y="4941538"/>
                  </a:lnTo>
                  <a:lnTo>
                    <a:pt x="721465" y="4941538"/>
                  </a:lnTo>
                  <a:lnTo>
                    <a:pt x="721465" y="4936258"/>
                  </a:lnTo>
                  <a:lnTo>
                    <a:pt x="721559" y="4936258"/>
                  </a:lnTo>
                  <a:lnTo>
                    <a:pt x="721653" y="4936258"/>
                  </a:lnTo>
                  <a:lnTo>
                    <a:pt x="721747" y="4936258"/>
                  </a:lnTo>
                  <a:lnTo>
                    <a:pt x="721841" y="4936258"/>
                  </a:lnTo>
                  <a:lnTo>
                    <a:pt x="721935" y="4936258"/>
                  </a:lnTo>
                  <a:lnTo>
                    <a:pt x="722029" y="4936258"/>
                  </a:lnTo>
                  <a:lnTo>
                    <a:pt x="722123" y="4936258"/>
                  </a:lnTo>
                  <a:lnTo>
                    <a:pt x="722217" y="4936258"/>
                  </a:lnTo>
                  <a:lnTo>
                    <a:pt x="722311" y="4936258"/>
                  </a:lnTo>
                  <a:lnTo>
                    <a:pt x="722405" y="4936258"/>
                  </a:lnTo>
                  <a:lnTo>
                    <a:pt x="722499" y="4936258"/>
                  </a:lnTo>
                  <a:lnTo>
                    <a:pt x="722593" y="4936258"/>
                  </a:lnTo>
                  <a:lnTo>
                    <a:pt x="722687" y="4936258"/>
                  </a:lnTo>
                  <a:lnTo>
                    <a:pt x="722781" y="4936258"/>
                  </a:lnTo>
                  <a:lnTo>
                    <a:pt x="722875" y="4936258"/>
                  </a:lnTo>
                  <a:lnTo>
                    <a:pt x="722969" y="4936258"/>
                  </a:lnTo>
                  <a:lnTo>
                    <a:pt x="723064" y="4936258"/>
                  </a:lnTo>
                  <a:lnTo>
                    <a:pt x="723158" y="4936258"/>
                  </a:lnTo>
                  <a:lnTo>
                    <a:pt x="723252" y="4936258"/>
                  </a:lnTo>
                  <a:lnTo>
                    <a:pt x="723346" y="4936258"/>
                  </a:lnTo>
                  <a:lnTo>
                    <a:pt x="723440" y="4936258"/>
                  </a:lnTo>
                  <a:lnTo>
                    <a:pt x="723534" y="4936258"/>
                  </a:lnTo>
                  <a:lnTo>
                    <a:pt x="723628" y="4936258"/>
                  </a:lnTo>
                  <a:lnTo>
                    <a:pt x="723722" y="4936258"/>
                  </a:lnTo>
                  <a:lnTo>
                    <a:pt x="723816" y="4936258"/>
                  </a:lnTo>
                  <a:lnTo>
                    <a:pt x="723910" y="4936258"/>
                  </a:lnTo>
                  <a:lnTo>
                    <a:pt x="724004" y="4936258"/>
                  </a:lnTo>
                  <a:lnTo>
                    <a:pt x="724098" y="4936258"/>
                  </a:lnTo>
                  <a:lnTo>
                    <a:pt x="724192" y="4936258"/>
                  </a:lnTo>
                  <a:lnTo>
                    <a:pt x="724286" y="4936258"/>
                  </a:lnTo>
                  <a:lnTo>
                    <a:pt x="724380" y="4936258"/>
                  </a:lnTo>
                  <a:lnTo>
                    <a:pt x="724474" y="4936258"/>
                  </a:lnTo>
                  <a:lnTo>
                    <a:pt x="724568" y="4936258"/>
                  </a:lnTo>
                  <a:lnTo>
                    <a:pt x="724662" y="4936258"/>
                  </a:lnTo>
                  <a:lnTo>
                    <a:pt x="724756" y="4936258"/>
                  </a:lnTo>
                  <a:lnTo>
                    <a:pt x="724850" y="4936258"/>
                  </a:lnTo>
                  <a:lnTo>
                    <a:pt x="724944" y="4936258"/>
                  </a:lnTo>
                  <a:lnTo>
                    <a:pt x="725038" y="4936258"/>
                  </a:lnTo>
                  <a:lnTo>
                    <a:pt x="725132" y="4936258"/>
                  </a:lnTo>
                  <a:lnTo>
                    <a:pt x="725226" y="4936258"/>
                  </a:lnTo>
                  <a:lnTo>
                    <a:pt x="725320" y="4936258"/>
                  </a:lnTo>
                  <a:lnTo>
                    <a:pt x="725414" y="4936258"/>
                  </a:lnTo>
                  <a:lnTo>
                    <a:pt x="725508" y="4936258"/>
                  </a:lnTo>
                  <a:lnTo>
                    <a:pt x="725602" y="4936258"/>
                  </a:lnTo>
                  <a:lnTo>
                    <a:pt x="725696" y="4936258"/>
                  </a:lnTo>
                  <a:lnTo>
                    <a:pt x="725790" y="4936258"/>
                  </a:lnTo>
                  <a:lnTo>
                    <a:pt x="725884" y="4936258"/>
                  </a:lnTo>
                  <a:lnTo>
                    <a:pt x="725978" y="4936258"/>
                  </a:lnTo>
                  <a:lnTo>
                    <a:pt x="726072" y="4936258"/>
                  </a:lnTo>
                  <a:lnTo>
                    <a:pt x="726166" y="4936258"/>
                  </a:lnTo>
                  <a:lnTo>
                    <a:pt x="726260" y="4936258"/>
                  </a:lnTo>
                  <a:lnTo>
                    <a:pt x="726354" y="4936258"/>
                  </a:lnTo>
                  <a:lnTo>
                    <a:pt x="726448" y="4936258"/>
                  </a:lnTo>
                  <a:lnTo>
                    <a:pt x="726542" y="4936258"/>
                  </a:lnTo>
                  <a:lnTo>
                    <a:pt x="726637" y="4936258"/>
                  </a:lnTo>
                  <a:lnTo>
                    <a:pt x="726731" y="4936258"/>
                  </a:lnTo>
                  <a:lnTo>
                    <a:pt x="726825" y="4936258"/>
                  </a:lnTo>
                  <a:lnTo>
                    <a:pt x="726919" y="4936258"/>
                  </a:lnTo>
                  <a:lnTo>
                    <a:pt x="727013" y="4936258"/>
                  </a:lnTo>
                  <a:lnTo>
                    <a:pt x="727107" y="4936258"/>
                  </a:lnTo>
                  <a:lnTo>
                    <a:pt x="727201" y="4936258"/>
                  </a:lnTo>
                  <a:lnTo>
                    <a:pt x="727295" y="4936258"/>
                  </a:lnTo>
                  <a:lnTo>
                    <a:pt x="727389" y="4936258"/>
                  </a:lnTo>
                  <a:lnTo>
                    <a:pt x="727483" y="4936258"/>
                  </a:lnTo>
                  <a:lnTo>
                    <a:pt x="727577" y="4936258"/>
                  </a:lnTo>
                  <a:lnTo>
                    <a:pt x="727671" y="4936258"/>
                  </a:lnTo>
                  <a:lnTo>
                    <a:pt x="727765" y="4936258"/>
                  </a:lnTo>
                  <a:lnTo>
                    <a:pt x="727859" y="4936258"/>
                  </a:lnTo>
                  <a:lnTo>
                    <a:pt x="727953" y="4936258"/>
                  </a:lnTo>
                  <a:lnTo>
                    <a:pt x="727953" y="4930979"/>
                  </a:lnTo>
                  <a:lnTo>
                    <a:pt x="728047" y="4930979"/>
                  </a:lnTo>
                  <a:lnTo>
                    <a:pt x="728141" y="4930979"/>
                  </a:lnTo>
                  <a:lnTo>
                    <a:pt x="728235" y="4930979"/>
                  </a:lnTo>
                  <a:lnTo>
                    <a:pt x="728329" y="4930979"/>
                  </a:lnTo>
                  <a:lnTo>
                    <a:pt x="728423" y="4930979"/>
                  </a:lnTo>
                  <a:lnTo>
                    <a:pt x="728517" y="4930979"/>
                  </a:lnTo>
                  <a:lnTo>
                    <a:pt x="728611" y="4930979"/>
                  </a:lnTo>
                  <a:lnTo>
                    <a:pt x="728705" y="4930979"/>
                  </a:lnTo>
                  <a:lnTo>
                    <a:pt x="728799" y="4930979"/>
                  </a:lnTo>
                  <a:lnTo>
                    <a:pt x="728893" y="4930979"/>
                  </a:lnTo>
                  <a:lnTo>
                    <a:pt x="728987" y="4930979"/>
                  </a:lnTo>
                  <a:lnTo>
                    <a:pt x="729081" y="4930979"/>
                  </a:lnTo>
                  <a:lnTo>
                    <a:pt x="729175" y="4930979"/>
                  </a:lnTo>
                  <a:lnTo>
                    <a:pt x="729269" y="4930979"/>
                  </a:lnTo>
                  <a:lnTo>
                    <a:pt x="729363" y="4930979"/>
                  </a:lnTo>
                  <a:lnTo>
                    <a:pt x="729457" y="4930979"/>
                  </a:lnTo>
                  <a:lnTo>
                    <a:pt x="729551" y="4930979"/>
                  </a:lnTo>
                  <a:lnTo>
                    <a:pt x="729645" y="4930979"/>
                  </a:lnTo>
                  <a:lnTo>
                    <a:pt x="729739" y="4930979"/>
                  </a:lnTo>
                  <a:lnTo>
                    <a:pt x="729833" y="4930979"/>
                  </a:lnTo>
                  <a:lnTo>
                    <a:pt x="729927" y="4930979"/>
                  </a:lnTo>
                  <a:lnTo>
                    <a:pt x="730021" y="4930979"/>
                  </a:lnTo>
                  <a:lnTo>
                    <a:pt x="730116" y="4930979"/>
                  </a:lnTo>
                  <a:lnTo>
                    <a:pt x="730116" y="4925700"/>
                  </a:lnTo>
                  <a:lnTo>
                    <a:pt x="730116" y="4920420"/>
                  </a:lnTo>
                  <a:lnTo>
                    <a:pt x="730210" y="4920420"/>
                  </a:lnTo>
                  <a:lnTo>
                    <a:pt x="730304" y="4920420"/>
                  </a:lnTo>
                  <a:lnTo>
                    <a:pt x="730398" y="4920420"/>
                  </a:lnTo>
                  <a:lnTo>
                    <a:pt x="730492" y="4920420"/>
                  </a:lnTo>
                  <a:lnTo>
                    <a:pt x="730586" y="4920420"/>
                  </a:lnTo>
                  <a:lnTo>
                    <a:pt x="730680" y="4920420"/>
                  </a:lnTo>
                  <a:lnTo>
                    <a:pt x="730774" y="4920420"/>
                  </a:lnTo>
                  <a:lnTo>
                    <a:pt x="730868" y="4920420"/>
                  </a:lnTo>
                  <a:lnTo>
                    <a:pt x="730962" y="4920420"/>
                  </a:lnTo>
                  <a:lnTo>
                    <a:pt x="731056" y="4920420"/>
                  </a:lnTo>
                  <a:lnTo>
                    <a:pt x="731150" y="4920420"/>
                  </a:lnTo>
                  <a:lnTo>
                    <a:pt x="731244" y="4920420"/>
                  </a:lnTo>
                  <a:lnTo>
                    <a:pt x="731338" y="4920420"/>
                  </a:lnTo>
                  <a:lnTo>
                    <a:pt x="731432" y="4920420"/>
                  </a:lnTo>
                  <a:lnTo>
                    <a:pt x="731526" y="4920420"/>
                  </a:lnTo>
                  <a:lnTo>
                    <a:pt x="731620" y="4920420"/>
                  </a:lnTo>
                  <a:lnTo>
                    <a:pt x="731714" y="4920420"/>
                  </a:lnTo>
                  <a:lnTo>
                    <a:pt x="731808" y="4920420"/>
                  </a:lnTo>
                  <a:lnTo>
                    <a:pt x="731902" y="4920420"/>
                  </a:lnTo>
                  <a:lnTo>
                    <a:pt x="731996" y="4920420"/>
                  </a:lnTo>
                  <a:lnTo>
                    <a:pt x="732090" y="4920420"/>
                  </a:lnTo>
                  <a:lnTo>
                    <a:pt x="732184" y="4920420"/>
                  </a:lnTo>
                  <a:lnTo>
                    <a:pt x="732278" y="4920420"/>
                  </a:lnTo>
                  <a:lnTo>
                    <a:pt x="732372" y="4920420"/>
                  </a:lnTo>
                  <a:lnTo>
                    <a:pt x="732466" y="4920420"/>
                  </a:lnTo>
                  <a:lnTo>
                    <a:pt x="732560" y="4920420"/>
                  </a:lnTo>
                  <a:lnTo>
                    <a:pt x="732654" y="4920420"/>
                  </a:lnTo>
                  <a:lnTo>
                    <a:pt x="732748" y="4920420"/>
                  </a:lnTo>
                  <a:lnTo>
                    <a:pt x="732842" y="4920420"/>
                  </a:lnTo>
                  <a:lnTo>
                    <a:pt x="732936" y="4920420"/>
                  </a:lnTo>
                  <a:lnTo>
                    <a:pt x="733030" y="4920420"/>
                  </a:lnTo>
                  <a:lnTo>
                    <a:pt x="733124" y="4920420"/>
                  </a:lnTo>
                  <a:lnTo>
                    <a:pt x="733218" y="4920420"/>
                  </a:lnTo>
                  <a:lnTo>
                    <a:pt x="733312" y="4920420"/>
                  </a:lnTo>
                  <a:lnTo>
                    <a:pt x="733406" y="4920420"/>
                  </a:lnTo>
                  <a:lnTo>
                    <a:pt x="733500" y="4920420"/>
                  </a:lnTo>
                  <a:lnTo>
                    <a:pt x="733594" y="4920420"/>
                  </a:lnTo>
                  <a:lnTo>
                    <a:pt x="733689" y="4920420"/>
                  </a:lnTo>
                  <a:lnTo>
                    <a:pt x="733783" y="4920420"/>
                  </a:lnTo>
                  <a:lnTo>
                    <a:pt x="733877" y="4920420"/>
                  </a:lnTo>
                  <a:lnTo>
                    <a:pt x="733971" y="4920420"/>
                  </a:lnTo>
                  <a:lnTo>
                    <a:pt x="734065" y="4920420"/>
                  </a:lnTo>
                  <a:lnTo>
                    <a:pt x="734159" y="4920420"/>
                  </a:lnTo>
                  <a:lnTo>
                    <a:pt x="734253" y="4920420"/>
                  </a:lnTo>
                  <a:lnTo>
                    <a:pt x="734347" y="4920420"/>
                  </a:lnTo>
                  <a:lnTo>
                    <a:pt x="734441" y="4920420"/>
                  </a:lnTo>
                  <a:lnTo>
                    <a:pt x="734535" y="4920420"/>
                  </a:lnTo>
                  <a:lnTo>
                    <a:pt x="734629" y="4920420"/>
                  </a:lnTo>
                  <a:lnTo>
                    <a:pt x="734723" y="4920420"/>
                  </a:lnTo>
                  <a:lnTo>
                    <a:pt x="734817" y="4920420"/>
                  </a:lnTo>
                  <a:lnTo>
                    <a:pt x="734911" y="4920420"/>
                  </a:lnTo>
                  <a:lnTo>
                    <a:pt x="735005" y="4920420"/>
                  </a:lnTo>
                  <a:lnTo>
                    <a:pt x="735099" y="4920420"/>
                  </a:lnTo>
                  <a:lnTo>
                    <a:pt x="735193" y="4920420"/>
                  </a:lnTo>
                  <a:lnTo>
                    <a:pt x="735287" y="4920420"/>
                  </a:lnTo>
                  <a:lnTo>
                    <a:pt x="735381" y="4920420"/>
                  </a:lnTo>
                  <a:lnTo>
                    <a:pt x="735475" y="4920420"/>
                  </a:lnTo>
                  <a:lnTo>
                    <a:pt x="735569" y="4920420"/>
                  </a:lnTo>
                  <a:lnTo>
                    <a:pt x="735663" y="4920420"/>
                  </a:lnTo>
                  <a:lnTo>
                    <a:pt x="735757" y="4920420"/>
                  </a:lnTo>
                  <a:lnTo>
                    <a:pt x="735851" y="4920420"/>
                  </a:lnTo>
                  <a:lnTo>
                    <a:pt x="735945" y="4920420"/>
                  </a:lnTo>
                  <a:lnTo>
                    <a:pt x="736039" y="4920420"/>
                  </a:lnTo>
                  <a:lnTo>
                    <a:pt x="736133" y="4920420"/>
                  </a:lnTo>
                  <a:lnTo>
                    <a:pt x="736227" y="4920420"/>
                  </a:lnTo>
                  <a:lnTo>
                    <a:pt x="736321" y="4920420"/>
                  </a:lnTo>
                  <a:lnTo>
                    <a:pt x="736415" y="4920420"/>
                  </a:lnTo>
                  <a:lnTo>
                    <a:pt x="736509" y="4920420"/>
                  </a:lnTo>
                  <a:lnTo>
                    <a:pt x="736603" y="4920420"/>
                  </a:lnTo>
                  <a:lnTo>
                    <a:pt x="736697" y="4920420"/>
                  </a:lnTo>
                  <a:lnTo>
                    <a:pt x="736791" y="4920420"/>
                  </a:lnTo>
                  <a:lnTo>
                    <a:pt x="736885" y="4920420"/>
                  </a:lnTo>
                  <a:lnTo>
                    <a:pt x="736979" y="4920420"/>
                  </a:lnTo>
                  <a:lnTo>
                    <a:pt x="737073" y="4920420"/>
                  </a:lnTo>
                  <a:lnTo>
                    <a:pt x="737167" y="4920420"/>
                  </a:lnTo>
                  <a:lnTo>
                    <a:pt x="737262" y="4920420"/>
                  </a:lnTo>
                  <a:lnTo>
                    <a:pt x="737356" y="4920420"/>
                  </a:lnTo>
                  <a:lnTo>
                    <a:pt x="737450" y="4920420"/>
                  </a:lnTo>
                  <a:lnTo>
                    <a:pt x="737544" y="4920420"/>
                  </a:lnTo>
                  <a:lnTo>
                    <a:pt x="737638" y="4920420"/>
                  </a:lnTo>
                  <a:lnTo>
                    <a:pt x="737732" y="4920420"/>
                  </a:lnTo>
                  <a:lnTo>
                    <a:pt x="737826" y="4920420"/>
                  </a:lnTo>
                  <a:lnTo>
                    <a:pt x="737920" y="4920420"/>
                  </a:lnTo>
                  <a:lnTo>
                    <a:pt x="738014" y="4920420"/>
                  </a:lnTo>
                  <a:lnTo>
                    <a:pt x="738108" y="4920420"/>
                  </a:lnTo>
                  <a:lnTo>
                    <a:pt x="738202" y="4920420"/>
                  </a:lnTo>
                  <a:lnTo>
                    <a:pt x="738296" y="4920420"/>
                  </a:lnTo>
                  <a:lnTo>
                    <a:pt x="738390" y="4920420"/>
                  </a:lnTo>
                  <a:lnTo>
                    <a:pt x="738484" y="4920420"/>
                  </a:lnTo>
                  <a:lnTo>
                    <a:pt x="738578" y="4920420"/>
                  </a:lnTo>
                  <a:lnTo>
                    <a:pt x="738672" y="4920420"/>
                  </a:lnTo>
                  <a:lnTo>
                    <a:pt x="738766" y="4920420"/>
                  </a:lnTo>
                  <a:lnTo>
                    <a:pt x="738860" y="4920420"/>
                  </a:lnTo>
                  <a:lnTo>
                    <a:pt x="738954" y="4920420"/>
                  </a:lnTo>
                  <a:lnTo>
                    <a:pt x="739048" y="4920420"/>
                  </a:lnTo>
                  <a:lnTo>
                    <a:pt x="739142" y="4920420"/>
                  </a:lnTo>
                  <a:lnTo>
                    <a:pt x="739236" y="4920420"/>
                  </a:lnTo>
                  <a:lnTo>
                    <a:pt x="739330" y="4920420"/>
                  </a:lnTo>
                  <a:lnTo>
                    <a:pt x="739424" y="4920420"/>
                  </a:lnTo>
                  <a:lnTo>
                    <a:pt x="739518" y="4920420"/>
                  </a:lnTo>
                  <a:lnTo>
                    <a:pt x="739612" y="4920420"/>
                  </a:lnTo>
                  <a:lnTo>
                    <a:pt x="739706" y="4920420"/>
                  </a:lnTo>
                  <a:lnTo>
                    <a:pt x="739800" y="4920420"/>
                  </a:lnTo>
                  <a:lnTo>
                    <a:pt x="739894" y="4920420"/>
                  </a:lnTo>
                  <a:lnTo>
                    <a:pt x="739988" y="4920420"/>
                  </a:lnTo>
                  <a:lnTo>
                    <a:pt x="739988" y="4915141"/>
                  </a:lnTo>
                  <a:lnTo>
                    <a:pt x="740082" y="4915141"/>
                  </a:lnTo>
                  <a:lnTo>
                    <a:pt x="740176" y="4915141"/>
                  </a:lnTo>
                  <a:lnTo>
                    <a:pt x="740270" y="4915141"/>
                  </a:lnTo>
                  <a:lnTo>
                    <a:pt x="740364" y="4915141"/>
                  </a:lnTo>
                  <a:lnTo>
                    <a:pt x="740458" y="4915141"/>
                  </a:lnTo>
                  <a:lnTo>
                    <a:pt x="740552" y="4915141"/>
                  </a:lnTo>
                  <a:lnTo>
                    <a:pt x="740646" y="4915141"/>
                  </a:lnTo>
                  <a:lnTo>
                    <a:pt x="740741" y="4915141"/>
                  </a:lnTo>
                  <a:lnTo>
                    <a:pt x="740835" y="4915141"/>
                  </a:lnTo>
                  <a:lnTo>
                    <a:pt x="740929" y="4915141"/>
                  </a:lnTo>
                  <a:lnTo>
                    <a:pt x="741023" y="4915141"/>
                  </a:lnTo>
                  <a:lnTo>
                    <a:pt x="741117" y="4915141"/>
                  </a:lnTo>
                  <a:lnTo>
                    <a:pt x="741211" y="4915141"/>
                  </a:lnTo>
                  <a:lnTo>
                    <a:pt x="741305" y="4915141"/>
                  </a:lnTo>
                  <a:lnTo>
                    <a:pt x="741399" y="4915141"/>
                  </a:lnTo>
                  <a:lnTo>
                    <a:pt x="741493" y="4915141"/>
                  </a:lnTo>
                  <a:lnTo>
                    <a:pt x="741587" y="4915141"/>
                  </a:lnTo>
                  <a:lnTo>
                    <a:pt x="741681" y="4915141"/>
                  </a:lnTo>
                  <a:lnTo>
                    <a:pt x="741775" y="4915141"/>
                  </a:lnTo>
                  <a:lnTo>
                    <a:pt x="741869" y="4915141"/>
                  </a:lnTo>
                  <a:lnTo>
                    <a:pt x="741963" y="4915141"/>
                  </a:lnTo>
                  <a:lnTo>
                    <a:pt x="742057" y="4915141"/>
                  </a:lnTo>
                  <a:lnTo>
                    <a:pt x="742151" y="4915141"/>
                  </a:lnTo>
                  <a:lnTo>
                    <a:pt x="742245" y="4915141"/>
                  </a:lnTo>
                  <a:lnTo>
                    <a:pt x="742339" y="4915141"/>
                  </a:lnTo>
                  <a:lnTo>
                    <a:pt x="742433" y="4915141"/>
                  </a:lnTo>
                  <a:lnTo>
                    <a:pt x="742527" y="4915141"/>
                  </a:lnTo>
                  <a:lnTo>
                    <a:pt x="742621" y="4915141"/>
                  </a:lnTo>
                  <a:lnTo>
                    <a:pt x="742715" y="4915141"/>
                  </a:lnTo>
                  <a:lnTo>
                    <a:pt x="742809" y="4915141"/>
                  </a:lnTo>
                  <a:lnTo>
                    <a:pt x="742903" y="4915141"/>
                  </a:lnTo>
                  <a:lnTo>
                    <a:pt x="742997" y="4915141"/>
                  </a:lnTo>
                  <a:lnTo>
                    <a:pt x="743091" y="4915141"/>
                  </a:lnTo>
                  <a:lnTo>
                    <a:pt x="743185" y="4915141"/>
                  </a:lnTo>
                  <a:lnTo>
                    <a:pt x="743279" y="4915141"/>
                  </a:lnTo>
                  <a:lnTo>
                    <a:pt x="743373" y="4915141"/>
                  </a:lnTo>
                  <a:lnTo>
                    <a:pt x="743467" y="4915141"/>
                  </a:lnTo>
                  <a:lnTo>
                    <a:pt x="743561" y="4915141"/>
                  </a:lnTo>
                  <a:lnTo>
                    <a:pt x="743655" y="4915141"/>
                  </a:lnTo>
                  <a:lnTo>
                    <a:pt x="743749" y="4915141"/>
                  </a:lnTo>
                  <a:lnTo>
                    <a:pt x="743843" y="4915141"/>
                  </a:lnTo>
                  <a:lnTo>
                    <a:pt x="743937" y="4915141"/>
                  </a:lnTo>
                  <a:lnTo>
                    <a:pt x="744031" y="4915141"/>
                  </a:lnTo>
                  <a:lnTo>
                    <a:pt x="744125" y="4915141"/>
                  </a:lnTo>
                  <a:lnTo>
                    <a:pt x="744219" y="4915141"/>
                  </a:lnTo>
                  <a:lnTo>
                    <a:pt x="744314" y="4915141"/>
                  </a:lnTo>
                  <a:lnTo>
                    <a:pt x="744408" y="4915141"/>
                  </a:lnTo>
                  <a:lnTo>
                    <a:pt x="744502" y="4915141"/>
                  </a:lnTo>
                  <a:lnTo>
                    <a:pt x="744596" y="4915141"/>
                  </a:lnTo>
                  <a:lnTo>
                    <a:pt x="744690" y="4915141"/>
                  </a:lnTo>
                  <a:lnTo>
                    <a:pt x="744784" y="4915141"/>
                  </a:lnTo>
                  <a:lnTo>
                    <a:pt x="744878" y="4915141"/>
                  </a:lnTo>
                  <a:lnTo>
                    <a:pt x="744972" y="4915141"/>
                  </a:lnTo>
                  <a:lnTo>
                    <a:pt x="745066" y="4915141"/>
                  </a:lnTo>
                  <a:lnTo>
                    <a:pt x="745160" y="4915141"/>
                  </a:lnTo>
                  <a:lnTo>
                    <a:pt x="745254" y="4915141"/>
                  </a:lnTo>
                  <a:lnTo>
                    <a:pt x="745348" y="4915141"/>
                  </a:lnTo>
                  <a:lnTo>
                    <a:pt x="745442" y="4915141"/>
                  </a:lnTo>
                  <a:lnTo>
                    <a:pt x="745536" y="4915141"/>
                  </a:lnTo>
                  <a:lnTo>
                    <a:pt x="745630" y="4915141"/>
                  </a:lnTo>
                  <a:lnTo>
                    <a:pt x="745724" y="4915141"/>
                  </a:lnTo>
                  <a:lnTo>
                    <a:pt x="745818" y="4915141"/>
                  </a:lnTo>
                  <a:lnTo>
                    <a:pt x="745912" y="4915141"/>
                  </a:lnTo>
                  <a:lnTo>
                    <a:pt x="746006" y="4915141"/>
                  </a:lnTo>
                  <a:lnTo>
                    <a:pt x="746100" y="4915141"/>
                  </a:lnTo>
                  <a:lnTo>
                    <a:pt x="746194" y="4915141"/>
                  </a:lnTo>
                  <a:lnTo>
                    <a:pt x="746288" y="4915141"/>
                  </a:lnTo>
                  <a:lnTo>
                    <a:pt x="746382" y="4915141"/>
                  </a:lnTo>
                  <a:lnTo>
                    <a:pt x="746476" y="4915141"/>
                  </a:lnTo>
                  <a:lnTo>
                    <a:pt x="746570" y="4915141"/>
                  </a:lnTo>
                  <a:lnTo>
                    <a:pt x="746664" y="4915141"/>
                  </a:lnTo>
                  <a:lnTo>
                    <a:pt x="746758" y="4915141"/>
                  </a:lnTo>
                  <a:lnTo>
                    <a:pt x="746852" y="4915141"/>
                  </a:lnTo>
                  <a:lnTo>
                    <a:pt x="746946" y="4915141"/>
                  </a:lnTo>
                  <a:lnTo>
                    <a:pt x="747040" y="4915141"/>
                  </a:lnTo>
                  <a:lnTo>
                    <a:pt x="747134" y="4915141"/>
                  </a:lnTo>
                  <a:lnTo>
                    <a:pt x="747228" y="4915141"/>
                  </a:lnTo>
                  <a:lnTo>
                    <a:pt x="747322" y="4915141"/>
                  </a:lnTo>
                  <a:lnTo>
                    <a:pt x="747416" y="4915141"/>
                  </a:lnTo>
                  <a:lnTo>
                    <a:pt x="747510" y="4915141"/>
                  </a:lnTo>
                  <a:lnTo>
                    <a:pt x="747604" y="4915141"/>
                  </a:lnTo>
                  <a:lnTo>
                    <a:pt x="747698" y="4915141"/>
                  </a:lnTo>
                  <a:lnTo>
                    <a:pt x="747792" y="4915141"/>
                  </a:lnTo>
                  <a:lnTo>
                    <a:pt x="747887" y="4915141"/>
                  </a:lnTo>
                  <a:lnTo>
                    <a:pt x="747981" y="4915141"/>
                  </a:lnTo>
                  <a:lnTo>
                    <a:pt x="748075" y="4915141"/>
                  </a:lnTo>
                  <a:lnTo>
                    <a:pt x="748169" y="4915141"/>
                  </a:lnTo>
                  <a:lnTo>
                    <a:pt x="748263" y="4915141"/>
                  </a:lnTo>
                  <a:lnTo>
                    <a:pt x="748357" y="4915141"/>
                  </a:lnTo>
                  <a:lnTo>
                    <a:pt x="748451" y="4915141"/>
                  </a:lnTo>
                  <a:lnTo>
                    <a:pt x="748545" y="4915141"/>
                  </a:lnTo>
                  <a:lnTo>
                    <a:pt x="748545" y="4909861"/>
                  </a:lnTo>
                  <a:lnTo>
                    <a:pt x="748639" y="4909861"/>
                  </a:lnTo>
                  <a:lnTo>
                    <a:pt x="748733" y="4909861"/>
                  </a:lnTo>
                  <a:lnTo>
                    <a:pt x="748827" y="4909861"/>
                  </a:lnTo>
                  <a:lnTo>
                    <a:pt x="748921" y="4909861"/>
                  </a:lnTo>
                  <a:lnTo>
                    <a:pt x="748921" y="4904582"/>
                  </a:lnTo>
                  <a:lnTo>
                    <a:pt x="749015" y="4904582"/>
                  </a:lnTo>
                  <a:lnTo>
                    <a:pt x="749109" y="4904582"/>
                  </a:lnTo>
                  <a:lnTo>
                    <a:pt x="749203" y="4904582"/>
                  </a:lnTo>
                  <a:lnTo>
                    <a:pt x="749297" y="4904582"/>
                  </a:lnTo>
                  <a:lnTo>
                    <a:pt x="749391" y="4904582"/>
                  </a:lnTo>
                  <a:lnTo>
                    <a:pt x="749485" y="4904582"/>
                  </a:lnTo>
                  <a:lnTo>
                    <a:pt x="749579" y="4904582"/>
                  </a:lnTo>
                  <a:lnTo>
                    <a:pt x="749673" y="4904582"/>
                  </a:lnTo>
                  <a:lnTo>
                    <a:pt x="749767" y="4904582"/>
                  </a:lnTo>
                  <a:lnTo>
                    <a:pt x="749861" y="4904582"/>
                  </a:lnTo>
                  <a:lnTo>
                    <a:pt x="749955" y="4904582"/>
                  </a:lnTo>
                  <a:lnTo>
                    <a:pt x="750049" y="4904582"/>
                  </a:lnTo>
                  <a:lnTo>
                    <a:pt x="750143" y="4904582"/>
                  </a:lnTo>
                  <a:lnTo>
                    <a:pt x="750237" y="4904582"/>
                  </a:lnTo>
                  <a:lnTo>
                    <a:pt x="750331" y="4904582"/>
                  </a:lnTo>
                  <a:lnTo>
                    <a:pt x="750425" y="4904582"/>
                  </a:lnTo>
                  <a:lnTo>
                    <a:pt x="750519" y="4904582"/>
                  </a:lnTo>
                  <a:lnTo>
                    <a:pt x="750613" y="4904582"/>
                  </a:lnTo>
                  <a:lnTo>
                    <a:pt x="750707" y="4904582"/>
                  </a:lnTo>
                  <a:lnTo>
                    <a:pt x="750801" y="4904582"/>
                  </a:lnTo>
                  <a:lnTo>
                    <a:pt x="750895" y="4904582"/>
                  </a:lnTo>
                  <a:lnTo>
                    <a:pt x="750989" y="4904582"/>
                  </a:lnTo>
                  <a:lnTo>
                    <a:pt x="751083" y="4904582"/>
                  </a:lnTo>
                  <a:lnTo>
                    <a:pt x="751177" y="4904582"/>
                  </a:lnTo>
                  <a:lnTo>
                    <a:pt x="751271" y="4904582"/>
                  </a:lnTo>
                  <a:lnTo>
                    <a:pt x="751366" y="4904582"/>
                  </a:lnTo>
                  <a:lnTo>
                    <a:pt x="751460" y="4904582"/>
                  </a:lnTo>
                  <a:lnTo>
                    <a:pt x="751554" y="4904582"/>
                  </a:lnTo>
                  <a:lnTo>
                    <a:pt x="751648" y="4904582"/>
                  </a:lnTo>
                  <a:lnTo>
                    <a:pt x="751742" y="4904582"/>
                  </a:lnTo>
                  <a:lnTo>
                    <a:pt x="751836" y="4904582"/>
                  </a:lnTo>
                  <a:lnTo>
                    <a:pt x="751930" y="4904582"/>
                  </a:lnTo>
                  <a:lnTo>
                    <a:pt x="751930" y="4899302"/>
                  </a:lnTo>
                  <a:lnTo>
                    <a:pt x="752024" y="4899302"/>
                  </a:lnTo>
                  <a:lnTo>
                    <a:pt x="752118" y="4899302"/>
                  </a:lnTo>
                  <a:lnTo>
                    <a:pt x="752212" y="4899302"/>
                  </a:lnTo>
                  <a:lnTo>
                    <a:pt x="752306" y="4899302"/>
                  </a:lnTo>
                  <a:lnTo>
                    <a:pt x="752400" y="4899302"/>
                  </a:lnTo>
                  <a:lnTo>
                    <a:pt x="752494" y="4899302"/>
                  </a:lnTo>
                  <a:lnTo>
                    <a:pt x="752588" y="4899302"/>
                  </a:lnTo>
                  <a:lnTo>
                    <a:pt x="752682" y="4899302"/>
                  </a:lnTo>
                  <a:lnTo>
                    <a:pt x="752776" y="4899302"/>
                  </a:lnTo>
                  <a:lnTo>
                    <a:pt x="752870" y="4899302"/>
                  </a:lnTo>
                  <a:lnTo>
                    <a:pt x="752964" y="4899302"/>
                  </a:lnTo>
                  <a:lnTo>
                    <a:pt x="753058" y="4899302"/>
                  </a:lnTo>
                  <a:lnTo>
                    <a:pt x="753152" y="4899302"/>
                  </a:lnTo>
                  <a:lnTo>
                    <a:pt x="753246" y="4899302"/>
                  </a:lnTo>
                  <a:lnTo>
                    <a:pt x="753340" y="4899302"/>
                  </a:lnTo>
                  <a:lnTo>
                    <a:pt x="753434" y="4899302"/>
                  </a:lnTo>
                  <a:lnTo>
                    <a:pt x="753528" y="4899302"/>
                  </a:lnTo>
                  <a:lnTo>
                    <a:pt x="753622" y="4899302"/>
                  </a:lnTo>
                  <a:lnTo>
                    <a:pt x="753716" y="4899302"/>
                  </a:lnTo>
                  <a:lnTo>
                    <a:pt x="753810" y="4899302"/>
                  </a:lnTo>
                  <a:lnTo>
                    <a:pt x="753904" y="4899302"/>
                  </a:lnTo>
                  <a:lnTo>
                    <a:pt x="753998" y="4899302"/>
                  </a:lnTo>
                  <a:lnTo>
                    <a:pt x="754092" y="4899302"/>
                  </a:lnTo>
                  <a:lnTo>
                    <a:pt x="754186" y="4899302"/>
                  </a:lnTo>
                  <a:lnTo>
                    <a:pt x="754280" y="4899302"/>
                  </a:lnTo>
                  <a:lnTo>
                    <a:pt x="754374" y="4899302"/>
                  </a:lnTo>
                  <a:lnTo>
                    <a:pt x="754468" y="4899302"/>
                  </a:lnTo>
                  <a:lnTo>
                    <a:pt x="754562" y="4899302"/>
                  </a:lnTo>
                  <a:lnTo>
                    <a:pt x="754656" y="4899302"/>
                  </a:lnTo>
                  <a:lnTo>
                    <a:pt x="754750" y="4899302"/>
                  </a:lnTo>
                  <a:lnTo>
                    <a:pt x="754844" y="4899302"/>
                  </a:lnTo>
                  <a:lnTo>
                    <a:pt x="754939" y="4899302"/>
                  </a:lnTo>
                  <a:lnTo>
                    <a:pt x="755033" y="4899302"/>
                  </a:lnTo>
                  <a:lnTo>
                    <a:pt x="755127" y="4899302"/>
                  </a:lnTo>
                  <a:lnTo>
                    <a:pt x="755221" y="4899302"/>
                  </a:lnTo>
                  <a:lnTo>
                    <a:pt x="755315" y="4899302"/>
                  </a:lnTo>
                  <a:lnTo>
                    <a:pt x="755409" y="4899302"/>
                  </a:lnTo>
                  <a:lnTo>
                    <a:pt x="755503" y="4899302"/>
                  </a:lnTo>
                  <a:lnTo>
                    <a:pt x="755597" y="4899302"/>
                  </a:lnTo>
                  <a:lnTo>
                    <a:pt x="755691" y="4899302"/>
                  </a:lnTo>
                  <a:lnTo>
                    <a:pt x="755785" y="4899302"/>
                  </a:lnTo>
                  <a:lnTo>
                    <a:pt x="755879" y="4899302"/>
                  </a:lnTo>
                  <a:lnTo>
                    <a:pt x="755973" y="4899302"/>
                  </a:lnTo>
                  <a:lnTo>
                    <a:pt x="756067" y="4899302"/>
                  </a:lnTo>
                  <a:lnTo>
                    <a:pt x="756161" y="4899302"/>
                  </a:lnTo>
                  <a:lnTo>
                    <a:pt x="756255" y="4899302"/>
                  </a:lnTo>
                  <a:lnTo>
                    <a:pt x="756349" y="4899302"/>
                  </a:lnTo>
                  <a:lnTo>
                    <a:pt x="756443" y="4899302"/>
                  </a:lnTo>
                  <a:lnTo>
                    <a:pt x="756537" y="4899302"/>
                  </a:lnTo>
                  <a:lnTo>
                    <a:pt x="756631" y="4899302"/>
                  </a:lnTo>
                  <a:lnTo>
                    <a:pt x="756725" y="4899302"/>
                  </a:lnTo>
                  <a:lnTo>
                    <a:pt x="756819" y="4899302"/>
                  </a:lnTo>
                  <a:lnTo>
                    <a:pt x="756913" y="4899302"/>
                  </a:lnTo>
                  <a:lnTo>
                    <a:pt x="757007" y="4899302"/>
                  </a:lnTo>
                  <a:lnTo>
                    <a:pt x="757101" y="4899302"/>
                  </a:lnTo>
                  <a:lnTo>
                    <a:pt x="757195" y="4899302"/>
                  </a:lnTo>
                  <a:lnTo>
                    <a:pt x="757289" y="4899302"/>
                  </a:lnTo>
                  <a:lnTo>
                    <a:pt x="757383" y="4899302"/>
                  </a:lnTo>
                  <a:lnTo>
                    <a:pt x="757477" y="4899302"/>
                  </a:lnTo>
                  <a:lnTo>
                    <a:pt x="757477" y="4894023"/>
                  </a:lnTo>
                  <a:lnTo>
                    <a:pt x="757571" y="4894023"/>
                  </a:lnTo>
                  <a:lnTo>
                    <a:pt x="757665" y="4894023"/>
                  </a:lnTo>
                  <a:lnTo>
                    <a:pt x="757759" y="4894023"/>
                  </a:lnTo>
                  <a:lnTo>
                    <a:pt x="757853" y="4894023"/>
                  </a:lnTo>
                  <a:lnTo>
                    <a:pt x="757947" y="4894023"/>
                  </a:lnTo>
                  <a:lnTo>
                    <a:pt x="758041" y="4894023"/>
                  </a:lnTo>
                  <a:lnTo>
                    <a:pt x="758135" y="4894023"/>
                  </a:lnTo>
                  <a:lnTo>
                    <a:pt x="758229" y="4894023"/>
                  </a:lnTo>
                  <a:lnTo>
                    <a:pt x="758323" y="4894023"/>
                  </a:lnTo>
                  <a:lnTo>
                    <a:pt x="758417" y="4894023"/>
                  </a:lnTo>
                  <a:lnTo>
                    <a:pt x="758512" y="4894023"/>
                  </a:lnTo>
                  <a:lnTo>
                    <a:pt x="758606" y="4894023"/>
                  </a:lnTo>
                  <a:lnTo>
                    <a:pt x="758700" y="4894023"/>
                  </a:lnTo>
                  <a:lnTo>
                    <a:pt x="758794" y="4894023"/>
                  </a:lnTo>
                  <a:lnTo>
                    <a:pt x="758888" y="4894023"/>
                  </a:lnTo>
                  <a:lnTo>
                    <a:pt x="758982" y="4894023"/>
                  </a:lnTo>
                  <a:lnTo>
                    <a:pt x="759076" y="4894023"/>
                  </a:lnTo>
                  <a:lnTo>
                    <a:pt x="759170" y="4894023"/>
                  </a:lnTo>
                  <a:lnTo>
                    <a:pt x="759264" y="4894023"/>
                  </a:lnTo>
                  <a:lnTo>
                    <a:pt x="759358" y="4894023"/>
                  </a:lnTo>
                  <a:lnTo>
                    <a:pt x="759452" y="4894023"/>
                  </a:lnTo>
                  <a:lnTo>
                    <a:pt x="759546" y="4894023"/>
                  </a:lnTo>
                  <a:lnTo>
                    <a:pt x="759640" y="4894023"/>
                  </a:lnTo>
                  <a:lnTo>
                    <a:pt x="759734" y="4894023"/>
                  </a:lnTo>
                  <a:lnTo>
                    <a:pt x="759828" y="4894023"/>
                  </a:lnTo>
                  <a:lnTo>
                    <a:pt x="759922" y="4894023"/>
                  </a:lnTo>
                  <a:lnTo>
                    <a:pt x="760016" y="4894023"/>
                  </a:lnTo>
                  <a:lnTo>
                    <a:pt x="760110" y="4894023"/>
                  </a:lnTo>
                  <a:lnTo>
                    <a:pt x="760204" y="4894023"/>
                  </a:lnTo>
                  <a:lnTo>
                    <a:pt x="760298" y="4894023"/>
                  </a:lnTo>
                  <a:lnTo>
                    <a:pt x="760392" y="4894023"/>
                  </a:lnTo>
                  <a:lnTo>
                    <a:pt x="760486" y="4894023"/>
                  </a:lnTo>
                  <a:lnTo>
                    <a:pt x="760580" y="4894023"/>
                  </a:lnTo>
                  <a:lnTo>
                    <a:pt x="760674" y="4894023"/>
                  </a:lnTo>
                  <a:lnTo>
                    <a:pt x="760674" y="4888744"/>
                  </a:lnTo>
                  <a:lnTo>
                    <a:pt x="760768" y="4888744"/>
                  </a:lnTo>
                  <a:lnTo>
                    <a:pt x="760862" y="4888744"/>
                  </a:lnTo>
                  <a:lnTo>
                    <a:pt x="760956" y="4888744"/>
                  </a:lnTo>
                  <a:lnTo>
                    <a:pt x="761050" y="4888744"/>
                  </a:lnTo>
                  <a:lnTo>
                    <a:pt x="761144" y="4888744"/>
                  </a:lnTo>
                  <a:lnTo>
                    <a:pt x="761238" y="4888744"/>
                  </a:lnTo>
                  <a:lnTo>
                    <a:pt x="761332" y="4888744"/>
                  </a:lnTo>
                  <a:lnTo>
                    <a:pt x="761426" y="4888744"/>
                  </a:lnTo>
                  <a:lnTo>
                    <a:pt x="761520" y="4888744"/>
                  </a:lnTo>
                  <a:lnTo>
                    <a:pt x="761614" y="4888744"/>
                  </a:lnTo>
                  <a:lnTo>
                    <a:pt x="761708" y="4888744"/>
                  </a:lnTo>
                  <a:lnTo>
                    <a:pt x="761802" y="4888744"/>
                  </a:lnTo>
                  <a:lnTo>
                    <a:pt x="761896" y="4888744"/>
                  </a:lnTo>
                  <a:lnTo>
                    <a:pt x="761990" y="4888744"/>
                  </a:lnTo>
                  <a:lnTo>
                    <a:pt x="762085" y="4888744"/>
                  </a:lnTo>
                  <a:lnTo>
                    <a:pt x="762179" y="4888744"/>
                  </a:lnTo>
                  <a:lnTo>
                    <a:pt x="762179" y="4883464"/>
                  </a:lnTo>
                  <a:lnTo>
                    <a:pt x="762273" y="4883464"/>
                  </a:lnTo>
                  <a:lnTo>
                    <a:pt x="762367" y="4883464"/>
                  </a:lnTo>
                  <a:lnTo>
                    <a:pt x="762461" y="4883464"/>
                  </a:lnTo>
                  <a:lnTo>
                    <a:pt x="762555" y="4883464"/>
                  </a:lnTo>
                  <a:lnTo>
                    <a:pt x="762649" y="4883464"/>
                  </a:lnTo>
                  <a:lnTo>
                    <a:pt x="762743" y="4883464"/>
                  </a:lnTo>
                  <a:lnTo>
                    <a:pt x="762837" y="4883464"/>
                  </a:lnTo>
                  <a:lnTo>
                    <a:pt x="762931" y="4883464"/>
                  </a:lnTo>
                  <a:lnTo>
                    <a:pt x="763025" y="4883464"/>
                  </a:lnTo>
                  <a:lnTo>
                    <a:pt x="763119" y="4883464"/>
                  </a:lnTo>
                  <a:lnTo>
                    <a:pt x="763213" y="4883464"/>
                  </a:lnTo>
                  <a:lnTo>
                    <a:pt x="763307" y="4883464"/>
                  </a:lnTo>
                  <a:lnTo>
                    <a:pt x="763401" y="4883464"/>
                  </a:lnTo>
                  <a:lnTo>
                    <a:pt x="763495" y="4883464"/>
                  </a:lnTo>
                  <a:lnTo>
                    <a:pt x="763589" y="4883464"/>
                  </a:lnTo>
                  <a:lnTo>
                    <a:pt x="763683" y="4883464"/>
                  </a:lnTo>
                  <a:lnTo>
                    <a:pt x="763777" y="4883464"/>
                  </a:lnTo>
                  <a:lnTo>
                    <a:pt x="763871" y="4883464"/>
                  </a:lnTo>
                  <a:lnTo>
                    <a:pt x="763871" y="4878185"/>
                  </a:lnTo>
                  <a:lnTo>
                    <a:pt x="763965" y="4878185"/>
                  </a:lnTo>
                  <a:lnTo>
                    <a:pt x="764059" y="4878185"/>
                  </a:lnTo>
                  <a:lnTo>
                    <a:pt x="764153" y="4878185"/>
                  </a:lnTo>
                  <a:lnTo>
                    <a:pt x="764247" y="4878185"/>
                  </a:lnTo>
                  <a:lnTo>
                    <a:pt x="764341" y="4878185"/>
                  </a:lnTo>
                  <a:lnTo>
                    <a:pt x="764435" y="4878185"/>
                  </a:lnTo>
                  <a:lnTo>
                    <a:pt x="764529" y="4878185"/>
                  </a:lnTo>
                  <a:lnTo>
                    <a:pt x="764623" y="4878185"/>
                  </a:lnTo>
                  <a:lnTo>
                    <a:pt x="764717" y="4878185"/>
                  </a:lnTo>
                  <a:lnTo>
                    <a:pt x="764811" y="4878185"/>
                  </a:lnTo>
                  <a:lnTo>
                    <a:pt x="764905" y="4878185"/>
                  </a:lnTo>
                  <a:lnTo>
                    <a:pt x="764999" y="4878185"/>
                  </a:lnTo>
                  <a:lnTo>
                    <a:pt x="765093" y="4878185"/>
                  </a:lnTo>
                  <a:lnTo>
                    <a:pt x="765187" y="4878185"/>
                  </a:lnTo>
                  <a:lnTo>
                    <a:pt x="765281" y="4878185"/>
                  </a:lnTo>
                  <a:lnTo>
                    <a:pt x="765281" y="4872905"/>
                  </a:lnTo>
                  <a:lnTo>
                    <a:pt x="765375" y="4872905"/>
                  </a:lnTo>
                  <a:lnTo>
                    <a:pt x="765469" y="4872905"/>
                  </a:lnTo>
                  <a:lnTo>
                    <a:pt x="765564" y="4872905"/>
                  </a:lnTo>
                  <a:lnTo>
                    <a:pt x="765658" y="4872905"/>
                  </a:lnTo>
                  <a:lnTo>
                    <a:pt x="765752" y="4872905"/>
                  </a:lnTo>
                  <a:lnTo>
                    <a:pt x="765846" y="4872905"/>
                  </a:lnTo>
                  <a:lnTo>
                    <a:pt x="765940" y="4872905"/>
                  </a:lnTo>
                  <a:lnTo>
                    <a:pt x="766034" y="4872905"/>
                  </a:lnTo>
                  <a:lnTo>
                    <a:pt x="766128" y="4872905"/>
                  </a:lnTo>
                  <a:lnTo>
                    <a:pt x="766222" y="4872905"/>
                  </a:lnTo>
                  <a:lnTo>
                    <a:pt x="766316" y="4872905"/>
                  </a:lnTo>
                  <a:lnTo>
                    <a:pt x="766316" y="4867626"/>
                  </a:lnTo>
                  <a:lnTo>
                    <a:pt x="766410" y="4867626"/>
                  </a:lnTo>
                  <a:lnTo>
                    <a:pt x="766504" y="4867626"/>
                  </a:lnTo>
                  <a:lnTo>
                    <a:pt x="766598" y="4867626"/>
                  </a:lnTo>
                  <a:lnTo>
                    <a:pt x="766692" y="4867626"/>
                  </a:lnTo>
                  <a:lnTo>
                    <a:pt x="766786" y="4867626"/>
                  </a:lnTo>
                  <a:lnTo>
                    <a:pt x="766880" y="4867626"/>
                  </a:lnTo>
                  <a:lnTo>
                    <a:pt x="766974" y="4867626"/>
                  </a:lnTo>
                  <a:lnTo>
                    <a:pt x="767068" y="4867626"/>
                  </a:lnTo>
                  <a:lnTo>
                    <a:pt x="767162" y="4867626"/>
                  </a:lnTo>
                  <a:lnTo>
                    <a:pt x="767256" y="4867626"/>
                  </a:lnTo>
                  <a:lnTo>
                    <a:pt x="767350" y="4867626"/>
                  </a:lnTo>
                  <a:lnTo>
                    <a:pt x="767444" y="4867626"/>
                  </a:lnTo>
                  <a:lnTo>
                    <a:pt x="767538" y="4867626"/>
                  </a:lnTo>
                  <a:lnTo>
                    <a:pt x="767632" y="4867626"/>
                  </a:lnTo>
                  <a:lnTo>
                    <a:pt x="767726" y="4867626"/>
                  </a:lnTo>
                  <a:lnTo>
                    <a:pt x="767820" y="4867626"/>
                  </a:lnTo>
                  <a:lnTo>
                    <a:pt x="767914" y="4867626"/>
                  </a:lnTo>
                  <a:lnTo>
                    <a:pt x="768008" y="4867626"/>
                  </a:lnTo>
                  <a:lnTo>
                    <a:pt x="768102" y="4867626"/>
                  </a:lnTo>
                  <a:lnTo>
                    <a:pt x="768196" y="4867626"/>
                  </a:lnTo>
                  <a:lnTo>
                    <a:pt x="768290" y="4867626"/>
                  </a:lnTo>
                  <a:lnTo>
                    <a:pt x="768384" y="4867626"/>
                  </a:lnTo>
                  <a:lnTo>
                    <a:pt x="768478" y="4867626"/>
                  </a:lnTo>
                  <a:lnTo>
                    <a:pt x="768572" y="4867626"/>
                  </a:lnTo>
                  <a:lnTo>
                    <a:pt x="768666" y="4867626"/>
                  </a:lnTo>
                  <a:lnTo>
                    <a:pt x="768760" y="4867626"/>
                  </a:lnTo>
                  <a:lnTo>
                    <a:pt x="768854" y="4867626"/>
                  </a:lnTo>
                  <a:lnTo>
                    <a:pt x="768948" y="4867626"/>
                  </a:lnTo>
                  <a:lnTo>
                    <a:pt x="769042" y="4867626"/>
                  </a:lnTo>
                  <a:lnTo>
                    <a:pt x="769137" y="4867626"/>
                  </a:lnTo>
                  <a:lnTo>
                    <a:pt x="769231" y="4867626"/>
                  </a:lnTo>
                  <a:lnTo>
                    <a:pt x="769325" y="4867626"/>
                  </a:lnTo>
                  <a:lnTo>
                    <a:pt x="769419" y="4867626"/>
                  </a:lnTo>
                  <a:lnTo>
                    <a:pt x="769513" y="4867626"/>
                  </a:lnTo>
                  <a:lnTo>
                    <a:pt x="769607" y="4867626"/>
                  </a:lnTo>
                  <a:lnTo>
                    <a:pt x="769701" y="4867626"/>
                  </a:lnTo>
                  <a:lnTo>
                    <a:pt x="769795" y="4867626"/>
                  </a:lnTo>
                  <a:lnTo>
                    <a:pt x="769889" y="4867626"/>
                  </a:lnTo>
                  <a:lnTo>
                    <a:pt x="769983" y="4867626"/>
                  </a:lnTo>
                  <a:lnTo>
                    <a:pt x="770077" y="4867626"/>
                  </a:lnTo>
                  <a:lnTo>
                    <a:pt x="770171" y="4867626"/>
                  </a:lnTo>
                  <a:lnTo>
                    <a:pt x="770265" y="4867626"/>
                  </a:lnTo>
                  <a:lnTo>
                    <a:pt x="770359" y="4867626"/>
                  </a:lnTo>
                  <a:lnTo>
                    <a:pt x="770453" y="4867626"/>
                  </a:lnTo>
                  <a:lnTo>
                    <a:pt x="770547" y="4867626"/>
                  </a:lnTo>
                  <a:lnTo>
                    <a:pt x="770641" y="4867626"/>
                  </a:lnTo>
                  <a:lnTo>
                    <a:pt x="770735" y="4867626"/>
                  </a:lnTo>
                  <a:lnTo>
                    <a:pt x="770829" y="4867626"/>
                  </a:lnTo>
                  <a:lnTo>
                    <a:pt x="770923" y="4867626"/>
                  </a:lnTo>
                  <a:lnTo>
                    <a:pt x="771017" y="4867626"/>
                  </a:lnTo>
                  <a:lnTo>
                    <a:pt x="771111" y="4867626"/>
                  </a:lnTo>
                  <a:lnTo>
                    <a:pt x="771205" y="4867626"/>
                  </a:lnTo>
                  <a:lnTo>
                    <a:pt x="771299" y="4867626"/>
                  </a:lnTo>
                  <a:lnTo>
                    <a:pt x="771393" y="4867626"/>
                  </a:lnTo>
                  <a:lnTo>
                    <a:pt x="771487" y="4867626"/>
                  </a:lnTo>
                  <a:lnTo>
                    <a:pt x="771581" y="4867626"/>
                  </a:lnTo>
                  <a:lnTo>
                    <a:pt x="771675" y="4867626"/>
                  </a:lnTo>
                  <a:lnTo>
                    <a:pt x="771769" y="4867626"/>
                  </a:lnTo>
                  <a:lnTo>
                    <a:pt x="771863" y="4867626"/>
                  </a:lnTo>
                  <a:lnTo>
                    <a:pt x="771957" y="4867626"/>
                  </a:lnTo>
                  <a:lnTo>
                    <a:pt x="772051" y="4867626"/>
                  </a:lnTo>
                  <a:lnTo>
                    <a:pt x="772145" y="4867626"/>
                  </a:lnTo>
                  <a:lnTo>
                    <a:pt x="772239" y="4867626"/>
                  </a:lnTo>
                  <a:lnTo>
                    <a:pt x="772333" y="4867626"/>
                  </a:lnTo>
                  <a:lnTo>
                    <a:pt x="772427" y="4867626"/>
                  </a:lnTo>
                  <a:lnTo>
                    <a:pt x="772521" y="4867626"/>
                  </a:lnTo>
                  <a:lnTo>
                    <a:pt x="772615" y="4867626"/>
                  </a:lnTo>
                  <a:lnTo>
                    <a:pt x="772710" y="4867626"/>
                  </a:lnTo>
                  <a:lnTo>
                    <a:pt x="772804" y="4867626"/>
                  </a:lnTo>
                  <a:lnTo>
                    <a:pt x="772898" y="4867626"/>
                  </a:lnTo>
                  <a:lnTo>
                    <a:pt x="772992" y="4867626"/>
                  </a:lnTo>
                  <a:lnTo>
                    <a:pt x="773086" y="4867626"/>
                  </a:lnTo>
                  <a:lnTo>
                    <a:pt x="773180" y="4867626"/>
                  </a:lnTo>
                  <a:lnTo>
                    <a:pt x="773274" y="4867626"/>
                  </a:lnTo>
                  <a:lnTo>
                    <a:pt x="773368" y="4867626"/>
                  </a:lnTo>
                  <a:lnTo>
                    <a:pt x="773462" y="4867626"/>
                  </a:lnTo>
                  <a:lnTo>
                    <a:pt x="773556" y="4867626"/>
                  </a:lnTo>
                  <a:lnTo>
                    <a:pt x="773650" y="4867626"/>
                  </a:lnTo>
                  <a:lnTo>
                    <a:pt x="773744" y="4867626"/>
                  </a:lnTo>
                  <a:lnTo>
                    <a:pt x="773838" y="4867626"/>
                  </a:lnTo>
                  <a:lnTo>
                    <a:pt x="773932" y="4867626"/>
                  </a:lnTo>
                  <a:lnTo>
                    <a:pt x="774026" y="4867626"/>
                  </a:lnTo>
                  <a:lnTo>
                    <a:pt x="774120" y="4867626"/>
                  </a:lnTo>
                  <a:lnTo>
                    <a:pt x="774214" y="4867626"/>
                  </a:lnTo>
                  <a:lnTo>
                    <a:pt x="774308" y="4867626"/>
                  </a:lnTo>
                  <a:lnTo>
                    <a:pt x="774402" y="4867626"/>
                  </a:lnTo>
                  <a:lnTo>
                    <a:pt x="774496" y="4867626"/>
                  </a:lnTo>
                  <a:lnTo>
                    <a:pt x="774590" y="4867626"/>
                  </a:lnTo>
                  <a:lnTo>
                    <a:pt x="774684" y="4867626"/>
                  </a:lnTo>
                  <a:lnTo>
                    <a:pt x="774778" y="4867626"/>
                  </a:lnTo>
                  <a:lnTo>
                    <a:pt x="774872" y="4867626"/>
                  </a:lnTo>
                  <a:lnTo>
                    <a:pt x="774966" y="4867626"/>
                  </a:lnTo>
                  <a:lnTo>
                    <a:pt x="775060" y="4867626"/>
                  </a:lnTo>
                  <a:lnTo>
                    <a:pt x="775154" y="4867626"/>
                  </a:lnTo>
                  <a:lnTo>
                    <a:pt x="775248" y="4867626"/>
                  </a:lnTo>
                  <a:lnTo>
                    <a:pt x="775342" y="4867626"/>
                  </a:lnTo>
                  <a:lnTo>
                    <a:pt x="775436" y="4867626"/>
                  </a:lnTo>
                  <a:lnTo>
                    <a:pt x="775530" y="4867626"/>
                  </a:lnTo>
                  <a:lnTo>
                    <a:pt x="775624" y="4867626"/>
                  </a:lnTo>
                  <a:lnTo>
                    <a:pt x="775718" y="4867626"/>
                  </a:lnTo>
                  <a:lnTo>
                    <a:pt x="775812" y="4867626"/>
                  </a:lnTo>
                  <a:lnTo>
                    <a:pt x="775906" y="4867626"/>
                  </a:lnTo>
                  <a:lnTo>
                    <a:pt x="776000" y="4867626"/>
                  </a:lnTo>
                  <a:lnTo>
                    <a:pt x="776094" y="4867626"/>
                  </a:lnTo>
                  <a:lnTo>
                    <a:pt x="776189" y="4867626"/>
                  </a:lnTo>
                  <a:lnTo>
                    <a:pt x="776283" y="4867626"/>
                  </a:lnTo>
                  <a:lnTo>
                    <a:pt x="776377" y="4867626"/>
                  </a:lnTo>
                  <a:lnTo>
                    <a:pt x="776471" y="4867626"/>
                  </a:lnTo>
                  <a:lnTo>
                    <a:pt x="776565" y="4867626"/>
                  </a:lnTo>
                  <a:lnTo>
                    <a:pt x="776659" y="4867626"/>
                  </a:lnTo>
                  <a:lnTo>
                    <a:pt x="776753" y="4867626"/>
                  </a:lnTo>
                  <a:lnTo>
                    <a:pt x="776847" y="4867626"/>
                  </a:lnTo>
                  <a:lnTo>
                    <a:pt x="776941" y="4867626"/>
                  </a:lnTo>
                  <a:lnTo>
                    <a:pt x="777035" y="4867626"/>
                  </a:lnTo>
                  <a:lnTo>
                    <a:pt x="777129" y="4867626"/>
                  </a:lnTo>
                  <a:lnTo>
                    <a:pt x="777223" y="4867626"/>
                  </a:lnTo>
                  <a:lnTo>
                    <a:pt x="777317" y="4867626"/>
                  </a:lnTo>
                  <a:lnTo>
                    <a:pt x="777411" y="4867626"/>
                  </a:lnTo>
                  <a:lnTo>
                    <a:pt x="777505" y="4867626"/>
                  </a:lnTo>
                  <a:lnTo>
                    <a:pt x="777599" y="4867626"/>
                  </a:lnTo>
                  <a:lnTo>
                    <a:pt x="777693" y="4867626"/>
                  </a:lnTo>
                  <a:lnTo>
                    <a:pt x="777787" y="4867626"/>
                  </a:lnTo>
                  <a:lnTo>
                    <a:pt x="777881" y="4867626"/>
                  </a:lnTo>
                  <a:lnTo>
                    <a:pt x="777975" y="4867626"/>
                  </a:lnTo>
                  <a:lnTo>
                    <a:pt x="778069" y="4867626"/>
                  </a:lnTo>
                  <a:lnTo>
                    <a:pt x="778163" y="4867626"/>
                  </a:lnTo>
                  <a:lnTo>
                    <a:pt x="778257" y="4867626"/>
                  </a:lnTo>
                  <a:lnTo>
                    <a:pt x="778351" y="4867626"/>
                  </a:lnTo>
                  <a:lnTo>
                    <a:pt x="778445" y="4867626"/>
                  </a:lnTo>
                  <a:lnTo>
                    <a:pt x="778539" y="4867626"/>
                  </a:lnTo>
                  <a:lnTo>
                    <a:pt x="778633" y="4867626"/>
                  </a:lnTo>
                  <a:lnTo>
                    <a:pt x="778727" y="4867626"/>
                  </a:lnTo>
                  <a:lnTo>
                    <a:pt x="778821" y="4867626"/>
                  </a:lnTo>
                  <a:lnTo>
                    <a:pt x="778915" y="4867626"/>
                  </a:lnTo>
                  <a:lnTo>
                    <a:pt x="779009" y="4867626"/>
                  </a:lnTo>
                  <a:lnTo>
                    <a:pt x="779103" y="4867626"/>
                  </a:lnTo>
                  <a:lnTo>
                    <a:pt x="779197" y="4867626"/>
                  </a:lnTo>
                  <a:lnTo>
                    <a:pt x="779291" y="4867626"/>
                  </a:lnTo>
                  <a:lnTo>
                    <a:pt x="779385" y="4867626"/>
                  </a:lnTo>
                  <a:lnTo>
                    <a:pt x="779479" y="4867626"/>
                  </a:lnTo>
                  <a:lnTo>
                    <a:pt x="779573" y="4867626"/>
                  </a:lnTo>
                  <a:lnTo>
                    <a:pt x="779667" y="4867626"/>
                  </a:lnTo>
                  <a:lnTo>
                    <a:pt x="779762" y="4867626"/>
                  </a:lnTo>
                  <a:lnTo>
                    <a:pt x="779856" y="4867626"/>
                  </a:lnTo>
                  <a:lnTo>
                    <a:pt x="779950" y="4867626"/>
                  </a:lnTo>
                  <a:lnTo>
                    <a:pt x="780044" y="4867626"/>
                  </a:lnTo>
                  <a:lnTo>
                    <a:pt x="780138" y="4867626"/>
                  </a:lnTo>
                  <a:lnTo>
                    <a:pt x="780232" y="4867626"/>
                  </a:lnTo>
                  <a:lnTo>
                    <a:pt x="780326" y="4867626"/>
                  </a:lnTo>
                  <a:lnTo>
                    <a:pt x="780420" y="4867626"/>
                  </a:lnTo>
                  <a:lnTo>
                    <a:pt x="780514" y="4867626"/>
                  </a:lnTo>
                  <a:lnTo>
                    <a:pt x="780608" y="4867626"/>
                  </a:lnTo>
                  <a:lnTo>
                    <a:pt x="780608" y="4862347"/>
                  </a:lnTo>
                  <a:lnTo>
                    <a:pt x="780702" y="4862347"/>
                  </a:lnTo>
                  <a:lnTo>
                    <a:pt x="780796" y="4862347"/>
                  </a:lnTo>
                  <a:lnTo>
                    <a:pt x="780890" y="4862347"/>
                  </a:lnTo>
                  <a:lnTo>
                    <a:pt x="780984" y="4862347"/>
                  </a:lnTo>
                  <a:lnTo>
                    <a:pt x="781078" y="4862347"/>
                  </a:lnTo>
                  <a:lnTo>
                    <a:pt x="781172" y="4862347"/>
                  </a:lnTo>
                  <a:lnTo>
                    <a:pt x="781266" y="4862347"/>
                  </a:lnTo>
                  <a:lnTo>
                    <a:pt x="781360" y="4862347"/>
                  </a:lnTo>
                  <a:lnTo>
                    <a:pt x="781454" y="4862347"/>
                  </a:lnTo>
                  <a:lnTo>
                    <a:pt x="781548" y="4862347"/>
                  </a:lnTo>
                  <a:lnTo>
                    <a:pt x="781642" y="4862347"/>
                  </a:lnTo>
                  <a:lnTo>
                    <a:pt x="781736" y="4862347"/>
                  </a:lnTo>
                  <a:lnTo>
                    <a:pt x="781830" y="4862347"/>
                  </a:lnTo>
                  <a:lnTo>
                    <a:pt x="781924" y="4862347"/>
                  </a:lnTo>
                  <a:lnTo>
                    <a:pt x="782018" y="4862347"/>
                  </a:lnTo>
                  <a:lnTo>
                    <a:pt x="782112" y="4862347"/>
                  </a:lnTo>
                  <a:lnTo>
                    <a:pt x="782206" y="4862347"/>
                  </a:lnTo>
                  <a:lnTo>
                    <a:pt x="782300" y="4862347"/>
                  </a:lnTo>
                  <a:lnTo>
                    <a:pt x="782394" y="4862347"/>
                  </a:lnTo>
                  <a:lnTo>
                    <a:pt x="782488" y="4862347"/>
                  </a:lnTo>
                  <a:lnTo>
                    <a:pt x="782582" y="4862347"/>
                  </a:lnTo>
                  <a:lnTo>
                    <a:pt x="782676" y="4862347"/>
                  </a:lnTo>
                  <a:lnTo>
                    <a:pt x="782770" y="4862347"/>
                  </a:lnTo>
                  <a:lnTo>
                    <a:pt x="782864" y="4862347"/>
                  </a:lnTo>
                  <a:lnTo>
                    <a:pt x="782958" y="4862347"/>
                  </a:lnTo>
                  <a:lnTo>
                    <a:pt x="783052" y="4862347"/>
                  </a:lnTo>
                  <a:lnTo>
                    <a:pt x="783146" y="4862347"/>
                  </a:lnTo>
                  <a:lnTo>
                    <a:pt x="783240" y="4862347"/>
                  </a:lnTo>
                  <a:lnTo>
                    <a:pt x="783335" y="4862347"/>
                  </a:lnTo>
                  <a:lnTo>
                    <a:pt x="783429" y="4862347"/>
                  </a:lnTo>
                  <a:lnTo>
                    <a:pt x="783523" y="4862347"/>
                  </a:lnTo>
                  <a:lnTo>
                    <a:pt x="783617" y="4862347"/>
                  </a:lnTo>
                  <a:lnTo>
                    <a:pt x="783711" y="4862347"/>
                  </a:lnTo>
                  <a:lnTo>
                    <a:pt x="783805" y="4862347"/>
                  </a:lnTo>
                  <a:lnTo>
                    <a:pt x="783899" y="4862347"/>
                  </a:lnTo>
                  <a:lnTo>
                    <a:pt x="783993" y="4862347"/>
                  </a:lnTo>
                  <a:lnTo>
                    <a:pt x="784087" y="4862347"/>
                  </a:lnTo>
                  <a:lnTo>
                    <a:pt x="784181" y="4862347"/>
                  </a:lnTo>
                  <a:lnTo>
                    <a:pt x="784275" y="4862347"/>
                  </a:lnTo>
                  <a:lnTo>
                    <a:pt x="784369" y="4862347"/>
                  </a:lnTo>
                  <a:lnTo>
                    <a:pt x="784463" y="4862347"/>
                  </a:lnTo>
                  <a:lnTo>
                    <a:pt x="784557" y="4862347"/>
                  </a:lnTo>
                  <a:lnTo>
                    <a:pt x="784651" y="4862347"/>
                  </a:lnTo>
                  <a:lnTo>
                    <a:pt x="784745" y="4862347"/>
                  </a:lnTo>
                  <a:lnTo>
                    <a:pt x="784839" y="4862347"/>
                  </a:lnTo>
                  <a:lnTo>
                    <a:pt x="784933" y="4862347"/>
                  </a:lnTo>
                  <a:lnTo>
                    <a:pt x="785027" y="4862347"/>
                  </a:lnTo>
                  <a:lnTo>
                    <a:pt x="785121" y="4862347"/>
                  </a:lnTo>
                  <a:lnTo>
                    <a:pt x="785215" y="4862347"/>
                  </a:lnTo>
                  <a:lnTo>
                    <a:pt x="785309" y="4862347"/>
                  </a:lnTo>
                  <a:lnTo>
                    <a:pt x="785403" y="4862347"/>
                  </a:lnTo>
                  <a:lnTo>
                    <a:pt x="785497" y="4862347"/>
                  </a:lnTo>
                  <a:lnTo>
                    <a:pt x="785591" y="4862347"/>
                  </a:lnTo>
                  <a:lnTo>
                    <a:pt x="785685" y="4862347"/>
                  </a:lnTo>
                  <a:lnTo>
                    <a:pt x="785779" y="4862347"/>
                  </a:lnTo>
                  <a:lnTo>
                    <a:pt x="785873" y="4862347"/>
                  </a:lnTo>
                  <a:lnTo>
                    <a:pt x="785967" y="4862347"/>
                  </a:lnTo>
                  <a:lnTo>
                    <a:pt x="786061" y="4862347"/>
                  </a:lnTo>
                  <a:lnTo>
                    <a:pt x="786155" y="4862347"/>
                  </a:lnTo>
                  <a:lnTo>
                    <a:pt x="786249" y="4862347"/>
                  </a:lnTo>
                  <a:lnTo>
                    <a:pt x="786343" y="4862347"/>
                  </a:lnTo>
                  <a:lnTo>
                    <a:pt x="786437" y="4862347"/>
                  </a:lnTo>
                  <a:lnTo>
                    <a:pt x="786531" y="4862347"/>
                  </a:lnTo>
                  <a:lnTo>
                    <a:pt x="786625" y="4862347"/>
                  </a:lnTo>
                  <a:lnTo>
                    <a:pt x="786719" y="4862347"/>
                  </a:lnTo>
                  <a:lnTo>
                    <a:pt x="786814" y="4862347"/>
                  </a:lnTo>
                  <a:lnTo>
                    <a:pt x="786814" y="4857067"/>
                  </a:lnTo>
                  <a:lnTo>
                    <a:pt x="786908" y="4857067"/>
                  </a:lnTo>
                  <a:lnTo>
                    <a:pt x="787002" y="4857067"/>
                  </a:lnTo>
                  <a:lnTo>
                    <a:pt x="787096" y="4857067"/>
                  </a:lnTo>
                  <a:lnTo>
                    <a:pt x="787190" y="4857067"/>
                  </a:lnTo>
                  <a:lnTo>
                    <a:pt x="787284" y="4857067"/>
                  </a:lnTo>
                  <a:lnTo>
                    <a:pt x="787378" y="4857067"/>
                  </a:lnTo>
                  <a:lnTo>
                    <a:pt x="787472" y="4857067"/>
                  </a:lnTo>
                  <a:lnTo>
                    <a:pt x="787566" y="4857067"/>
                  </a:lnTo>
                  <a:lnTo>
                    <a:pt x="787660" y="4857067"/>
                  </a:lnTo>
                  <a:lnTo>
                    <a:pt x="787754" y="4857067"/>
                  </a:lnTo>
                  <a:lnTo>
                    <a:pt x="787848" y="4857067"/>
                  </a:lnTo>
                  <a:lnTo>
                    <a:pt x="787942" y="4857067"/>
                  </a:lnTo>
                  <a:lnTo>
                    <a:pt x="788036" y="4857067"/>
                  </a:lnTo>
                  <a:lnTo>
                    <a:pt x="788130" y="4857067"/>
                  </a:lnTo>
                  <a:lnTo>
                    <a:pt x="788224" y="4857067"/>
                  </a:lnTo>
                  <a:lnTo>
                    <a:pt x="788318" y="4857067"/>
                  </a:lnTo>
                  <a:lnTo>
                    <a:pt x="788412" y="4857067"/>
                  </a:lnTo>
                  <a:lnTo>
                    <a:pt x="788506" y="4857067"/>
                  </a:lnTo>
                  <a:lnTo>
                    <a:pt x="788600" y="4857067"/>
                  </a:lnTo>
                  <a:lnTo>
                    <a:pt x="788694" y="4857067"/>
                  </a:lnTo>
                  <a:lnTo>
                    <a:pt x="788788" y="4857067"/>
                  </a:lnTo>
                  <a:lnTo>
                    <a:pt x="788882" y="4857067"/>
                  </a:lnTo>
                  <a:lnTo>
                    <a:pt x="788976" y="4857067"/>
                  </a:lnTo>
                  <a:lnTo>
                    <a:pt x="789070" y="4857067"/>
                  </a:lnTo>
                  <a:lnTo>
                    <a:pt x="789164" y="4857067"/>
                  </a:lnTo>
                  <a:lnTo>
                    <a:pt x="789258" y="4857067"/>
                  </a:lnTo>
                  <a:lnTo>
                    <a:pt x="789352" y="4857067"/>
                  </a:lnTo>
                  <a:lnTo>
                    <a:pt x="789446" y="4857067"/>
                  </a:lnTo>
                  <a:lnTo>
                    <a:pt x="789540" y="4857067"/>
                  </a:lnTo>
                  <a:lnTo>
                    <a:pt x="789634" y="4857067"/>
                  </a:lnTo>
                  <a:lnTo>
                    <a:pt x="789728" y="4857067"/>
                  </a:lnTo>
                  <a:lnTo>
                    <a:pt x="789822" y="4857067"/>
                  </a:lnTo>
                  <a:lnTo>
                    <a:pt x="789916" y="4857067"/>
                  </a:lnTo>
                  <a:lnTo>
                    <a:pt x="790010" y="4857067"/>
                  </a:lnTo>
                  <a:lnTo>
                    <a:pt x="790104" y="4857067"/>
                  </a:lnTo>
                  <a:lnTo>
                    <a:pt x="790198" y="4857067"/>
                  </a:lnTo>
                  <a:lnTo>
                    <a:pt x="790292" y="4857067"/>
                  </a:lnTo>
                  <a:lnTo>
                    <a:pt x="790387" y="4857067"/>
                  </a:lnTo>
                  <a:lnTo>
                    <a:pt x="790481" y="4857067"/>
                  </a:lnTo>
                  <a:lnTo>
                    <a:pt x="790575" y="4857067"/>
                  </a:lnTo>
                  <a:lnTo>
                    <a:pt x="790669" y="4857067"/>
                  </a:lnTo>
                  <a:lnTo>
                    <a:pt x="790763" y="4857067"/>
                  </a:lnTo>
                  <a:lnTo>
                    <a:pt x="790857" y="4857067"/>
                  </a:lnTo>
                  <a:lnTo>
                    <a:pt x="790951" y="4857067"/>
                  </a:lnTo>
                  <a:lnTo>
                    <a:pt x="791045" y="4857067"/>
                  </a:lnTo>
                  <a:lnTo>
                    <a:pt x="791139" y="4857067"/>
                  </a:lnTo>
                  <a:lnTo>
                    <a:pt x="791233" y="4857067"/>
                  </a:lnTo>
                  <a:lnTo>
                    <a:pt x="791327" y="4857067"/>
                  </a:lnTo>
                  <a:lnTo>
                    <a:pt x="791421" y="4857067"/>
                  </a:lnTo>
                  <a:lnTo>
                    <a:pt x="791515" y="4857067"/>
                  </a:lnTo>
                  <a:lnTo>
                    <a:pt x="791609" y="4857067"/>
                  </a:lnTo>
                  <a:lnTo>
                    <a:pt x="791703" y="4857067"/>
                  </a:lnTo>
                  <a:lnTo>
                    <a:pt x="791797" y="4857067"/>
                  </a:lnTo>
                  <a:lnTo>
                    <a:pt x="791891" y="4857067"/>
                  </a:lnTo>
                  <a:lnTo>
                    <a:pt x="791985" y="4857067"/>
                  </a:lnTo>
                  <a:lnTo>
                    <a:pt x="792079" y="4857067"/>
                  </a:lnTo>
                  <a:lnTo>
                    <a:pt x="792173" y="4857067"/>
                  </a:lnTo>
                  <a:lnTo>
                    <a:pt x="792267" y="4857067"/>
                  </a:lnTo>
                  <a:lnTo>
                    <a:pt x="792361" y="4857067"/>
                  </a:lnTo>
                  <a:lnTo>
                    <a:pt x="792455" y="4857067"/>
                  </a:lnTo>
                  <a:lnTo>
                    <a:pt x="792549" y="4857067"/>
                  </a:lnTo>
                  <a:lnTo>
                    <a:pt x="792643" y="4857067"/>
                  </a:lnTo>
                  <a:lnTo>
                    <a:pt x="792737" y="4857067"/>
                  </a:lnTo>
                  <a:lnTo>
                    <a:pt x="792831" y="4857067"/>
                  </a:lnTo>
                  <a:lnTo>
                    <a:pt x="792925" y="4857067"/>
                  </a:lnTo>
                  <a:lnTo>
                    <a:pt x="793019" y="4857067"/>
                  </a:lnTo>
                  <a:lnTo>
                    <a:pt x="793113" y="4857067"/>
                  </a:lnTo>
                  <a:lnTo>
                    <a:pt x="793207" y="4857067"/>
                  </a:lnTo>
                  <a:lnTo>
                    <a:pt x="793301" y="4857067"/>
                  </a:lnTo>
                  <a:lnTo>
                    <a:pt x="793395" y="4857067"/>
                  </a:lnTo>
                  <a:lnTo>
                    <a:pt x="793489" y="4857067"/>
                  </a:lnTo>
                  <a:lnTo>
                    <a:pt x="793583" y="4857067"/>
                  </a:lnTo>
                  <a:lnTo>
                    <a:pt x="793677" y="4857067"/>
                  </a:lnTo>
                  <a:lnTo>
                    <a:pt x="793771" y="4857067"/>
                  </a:lnTo>
                  <a:lnTo>
                    <a:pt x="793865" y="4857067"/>
                  </a:lnTo>
                  <a:lnTo>
                    <a:pt x="793960" y="4857067"/>
                  </a:lnTo>
                  <a:lnTo>
                    <a:pt x="794054" y="4857067"/>
                  </a:lnTo>
                  <a:lnTo>
                    <a:pt x="794148" y="4857067"/>
                  </a:lnTo>
                  <a:lnTo>
                    <a:pt x="794242" y="4857067"/>
                  </a:lnTo>
                  <a:lnTo>
                    <a:pt x="794336" y="4857067"/>
                  </a:lnTo>
                  <a:lnTo>
                    <a:pt x="794430" y="4857067"/>
                  </a:lnTo>
                  <a:lnTo>
                    <a:pt x="794524" y="4857067"/>
                  </a:lnTo>
                  <a:lnTo>
                    <a:pt x="794618" y="4857067"/>
                  </a:lnTo>
                  <a:lnTo>
                    <a:pt x="794712" y="4857067"/>
                  </a:lnTo>
                  <a:lnTo>
                    <a:pt x="794806" y="4857067"/>
                  </a:lnTo>
                  <a:lnTo>
                    <a:pt x="794900" y="4857067"/>
                  </a:lnTo>
                  <a:lnTo>
                    <a:pt x="794994" y="4857067"/>
                  </a:lnTo>
                  <a:lnTo>
                    <a:pt x="795088" y="4857067"/>
                  </a:lnTo>
                  <a:lnTo>
                    <a:pt x="795182" y="4857067"/>
                  </a:lnTo>
                  <a:lnTo>
                    <a:pt x="795276" y="4857067"/>
                  </a:lnTo>
                  <a:lnTo>
                    <a:pt x="795370" y="4857067"/>
                  </a:lnTo>
                  <a:lnTo>
                    <a:pt x="795464" y="4857067"/>
                  </a:lnTo>
                  <a:lnTo>
                    <a:pt x="795558" y="4857067"/>
                  </a:lnTo>
                  <a:lnTo>
                    <a:pt x="795652" y="4857067"/>
                  </a:lnTo>
                  <a:lnTo>
                    <a:pt x="795746" y="4857067"/>
                  </a:lnTo>
                  <a:lnTo>
                    <a:pt x="795840" y="4857067"/>
                  </a:lnTo>
                  <a:lnTo>
                    <a:pt x="795934" y="4857067"/>
                  </a:lnTo>
                  <a:lnTo>
                    <a:pt x="796028" y="4857067"/>
                  </a:lnTo>
                  <a:lnTo>
                    <a:pt x="796122" y="4857067"/>
                  </a:lnTo>
                  <a:lnTo>
                    <a:pt x="796216" y="4857067"/>
                  </a:lnTo>
                  <a:lnTo>
                    <a:pt x="796310" y="4857067"/>
                  </a:lnTo>
                  <a:lnTo>
                    <a:pt x="796404" y="4857067"/>
                  </a:lnTo>
                  <a:lnTo>
                    <a:pt x="796498" y="4857067"/>
                  </a:lnTo>
                  <a:lnTo>
                    <a:pt x="796592" y="4857067"/>
                  </a:lnTo>
                  <a:lnTo>
                    <a:pt x="796686" y="4857067"/>
                  </a:lnTo>
                  <a:lnTo>
                    <a:pt x="796686" y="4851788"/>
                  </a:lnTo>
                  <a:lnTo>
                    <a:pt x="796780" y="4851788"/>
                  </a:lnTo>
                  <a:lnTo>
                    <a:pt x="796874" y="4851788"/>
                  </a:lnTo>
                  <a:lnTo>
                    <a:pt x="796968" y="4851788"/>
                  </a:lnTo>
                  <a:lnTo>
                    <a:pt x="797062" y="4851788"/>
                  </a:lnTo>
                  <a:lnTo>
                    <a:pt x="797156" y="4851788"/>
                  </a:lnTo>
                  <a:lnTo>
                    <a:pt x="797250" y="4851788"/>
                  </a:lnTo>
                  <a:lnTo>
                    <a:pt x="797344" y="4851788"/>
                  </a:lnTo>
                  <a:lnTo>
                    <a:pt x="797439" y="4851788"/>
                  </a:lnTo>
                  <a:lnTo>
                    <a:pt x="797533" y="4851788"/>
                  </a:lnTo>
                  <a:lnTo>
                    <a:pt x="797627" y="4851788"/>
                  </a:lnTo>
                  <a:lnTo>
                    <a:pt x="797721" y="4851788"/>
                  </a:lnTo>
                  <a:lnTo>
                    <a:pt x="797815" y="4851788"/>
                  </a:lnTo>
                  <a:lnTo>
                    <a:pt x="797909" y="4851788"/>
                  </a:lnTo>
                  <a:lnTo>
                    <a:pt x="798003" y="4851788"/>
                  </a:lnTo>
                  <a:lnTo>
                    <a:pt x="798097" y="4851788"/>
                  </a:lnTo>
                  <a:lnTo>
                    <a:pt x="798191" y="4851788"/>
                  </a:lnTo>
                  <a:lnTo>
                    <a:pt x="798285" y="4851788"/>
                  </a:lnTo>
                  <a:lnTo>
                    <a:pt x="798379" y="4851788"/>
                  </a:lnTo>
                  <a:lnTo>
                    <a:pt x="798473" y="4851788"/>
                  </a:lnTo>
                  <a:lnTo>
                    <a:pt x="798567" y="4851788"/>
                  </a:lnTo>
                  <a:lnTo>
                    <a:pt x="798661" y="4851788"/>
                  </a:lnTo>
                  <a:lnTo>
                    <a:pt x="798755" y="4851788"/>
                  </a:lnTo>
                  <a:lnTo>
                    <a:pt x="798849" y="4851788"/>
                  </a:lnTo>
                  <a:lnTo>
                    <a:pt x="798849" y="4846508"/>
                  </a:lnTo>
                  <a:lnTo>
                    <a:pt x="798943" y="4846508"/>
                  </a:lnTo>
                  <a:lnTo>
                    <a:pt x="799037" y="4846508"/>
                  </a:lnTo>
                  <a:lnTo>
                    <a:pt x="799131" y="4846508"/>
                  </a:lnTo>
                  <a:lnTo>
                    <a:pt x="799225" y="4846508"/>
                  </a:lnTo>
                  <a:lnTo>
                    <a:pt x="799319" y="4846508"/>
                  </a:lnTo>
                  <a:lnTo>
                    <a:pt x="799413" y="4846508"/>
                  </a:lnTo>
                  <a:lnTo>
                    <a:pt x="799507" y="4846508"/>
                  </a:lnTo>
                  <a:lnTo>
                    <a:pt x="799601" y="4846508"/>
                  </a:lnTo>
                  <a:lnTo>
                    <a:pt x="799695" y="4846508"/>
                  </a:lnTo>
                  <a:lnTo>
                    <a:pt x="799789" y="4846508"/>
                  </a:lnTo>
                  <a:lnTo>
                    <a:pt x="799883" y="4846508"/>
                  </a:lnTo>
                  <a:lnTo>
                    <a:pt x="799977" y="4846508"/>
                  </a:lnTo>
                  <a:lnTo>
                    <a:pt x="800071" y="4846508"/>
                  </a:lnTo>
                  <a:lnTo>
                    <a:pt x="800165" y="4846508"/>
                  </a:lnTo>
                  <a:lnTo>
                    <a:pt x="800259" y="4846508"/>
                  </a:lnTo>
                  <a:lnTo>
                    <a:pt x="800353" y="4846508"/>
                  </a:lnTo>
                  <a:lnTo>
                    <a:pt x="800447" y="4846508"/>
                  </a:lnTo>
                  <a:lnTo>
                    <a:pt x="800541" y="4846508"/>
                  </a:lnTo>
                  <a:lnTo>
                    <a:pt x="800635" y="4846508"/>
                  </a:lnTo>
                  <a:lnTo>
                    <a:pt x="800729" y="4846508"/>
                  </a:lnTo>
                  <a:lnTo>
                    <a:pt x="800823" y="4846508"/>
                  </a:lnTo>
                  <a:lnTo>
                    <a:pt x="800917" y="4846508"/>
                  </a:lnTo>
                  <a:lnTo>
                    <a:pt x="801012" y="4846508"/>
                  </a:lnTo>
                  <a:lnTo>
                    <a:pt x="801106" y="4846508"/>
                  </a:lnTo>
                  <a:lnTo>
                    <a:pt x="801200" y="4846508"/>
                  </a:lnTo>
                  <a:lnTo>
                    <a:pt x="801294" y="4846508"/>
                  </a:lnTo>
                  <a:lnTo>
                    <a:pt x="801388" y="4846508"/>
                  </a:lnTo>
                  <a:lnTo>
                    <a:pt x="801482" y="4846508"/>
                  </a:lnTo>
                  <a:lnTo>
                    <a:pt x="801576" y="4846508"/>
                  </a:lnTo>
                  <a:lnTo>
                    <a:pt x="801670" y="4846508"/>
                  </a:lnTo>
                  <a:lnTo>
                    <a:pt x="801764" y="4846508"/>
                  </a:lnTo>
                  <a:lnTo>
                    <a:pt x="801858" y="4846508"/>
                  </a:lnTo>
                  <a:lnTo>
                    <a:pt x="801952" y="4846508"/>
                  </a:lnTo>
                  <a:lnTo>
                    <a:pt x="802046" y="4846508"/>
                  </a:lnTo>
                  <a:lnTo>
                    <a:pt x="802140" y="4846508"/>
                  </a:lnTo>
                  <a:lnTo>
                    <a:pt x="802234" y="4846508"/>
                  </a:lnTo>
                  <a:lnTo>
                    <a:pt x="802328" y="4846508"/>
                  </a:lnTo>
                  <a:lnTo>
                    <a:pt x="802422" y="4846508"/>
                  </a:lnTo>
                  <a:lnTo>
                    <a:pt x="802516" y="4846508"/>
                  </a:lnTo>
                  <a:lnTo>
                    <a:pt x="802610" y="4846508"/>
                  </a:lnTo>
                  <a:lnTo>
                    <a:pt x="802704" y="4846508"/>
                  </a:lnTo>
                  <a:lnTo>
                    <a:pt x="802798" y="4846508"/>
                  </a:lnTo>
                  <a:lnTo>
                    <a:pt x="802892" y="4846508"/>
                  </a:lnTo>
                  <a:lnTo>
                    <a:pt x="802986" y="4846508"/>
                  </a:lnTo>
                  <a:lnTo>
                    <a:pt x="803080" y="4846508"/>
                  </a:lnTo>
                  <a:lnTo>
                    <a:pt x="803174" y="4846508"/>
                  </a:lnTo>
                  <a:lnTo>
                    <a:pt x="803268" y="4846508"/>
                  </a:lnTo>
                  <a:lnTo>
                    <a:pt x="803362" y="4846508"/>
                  </a:lnTo>
                  <a:lnTo>
                    <a:pt x="803456" y="4846508"/>
                  </a:lnTo>
                  <a:lnTo>
                    <a:pt x="803550" y="4846508"/>
                  </a:lnTo>
                  <a:lnTo>
                    <a:pt x="803644" y="4846508"/>
                  </a:lnTo>
                  <a:lnTo>
                    <a:pt x="803738" y="4846508"/>
                  </a:lnTo>
                  <a:lnTo>
                    <a:pt x="803832" y="4846508"/>
                  </a:lnTo>
                  <a:lnTo>
                    <a:pt x="803926" y="4846508"/>
                  </a:lnTo>
                  <a:lnTo>
                    <a:pt x="804020" y="4846508"/>
                  </a:lnTo>
                  <a:lnTo>
                    <a:pt x="804114" y="4846508"/>
                  </a:lnTo>
                  <a:lnTo>
                    <a:pt x="804208" y="4846508"/>
                  </a:lnTo>
                  <a:lnTo>
                    <a:pt x="804302" y="4846508"/>
                  </a:lnTo>
                  <a:lnTo>
                    <a:pt x="804396" y="4846508"/>
                  </a:lnTo>
                  <a:lnTo>
                    <a:pt x="804490" y="4846508"/>
                  </a:lnTo>
                  <a:lnTo>
                    <a:pt x="804585" y="4846508"/>
                  </a:lnTo>
                  <a:lnTo>
                    <a:pt x="804679" y="4846508"/>
                  </a:lnTo>
                  <a:lnTo>
                    <a:pt x="804773" y="4846508"/>
                  </a:lnTo>
                  <a:lnTo>
                    <a:pt x="804867" y="4846508"/>
                  </a:lnTo>
                  <a:lnTo>
                    <a:pt x="804961" y="4846508"/>
                  </a:lnTo>
                  <a:lnTo>
                    <a:pt x="805055" y="4846508"/>
                  </a:lnTo>
                  <a:lnTo>
                    <a:pt x="805149" y="4846508"/>
                  </a:lnTo>
                  <a:lnTo>
                    <a:pt x="805243" y="4846508"/>
                  </a:lnTo>
                  <a:lnTo>
                    <a:pt x="805337" y="4846508"/>
                  </a:lnTo>
                  <a:lnTo>
                    <a:pt x="805431" y="4846508"/>
                  </a:lnTo>
                  <a:lnTo>
                    <a:pt x="805525" y="4846508"/>
                  </a:lnTo>
                  <a:lnTo>
                    <a:pt x="805619" y="4846508"/>
                  </a:lnTo>
                  <a:lnTo>
                    <a:pt x="805713" y="4846508"/>
                  </a:lnTo>
                  <a:lnTo>
                    <a:pt x="805713" y="4841229"/>
                  </a:lnTo>
                  <a:lnTo>
                    <a:pt x="805807" y="4841229"/>
                  </a:lnTo>
                  <a:lnTo>
                    <a:pt x="805901" y="4841229"/>
                  </a:lnTo>
                  <a:lnTo>
                    <a:pt x="805995" y="4841229"/>
                  </a:lnTo>
                  <a:lnTo>
                    <a:pt x="806089" y="4841229"/>
                  </a:lnTo>
                  <a:lnTo>
                    <a:pt x="806183" y="4841229"/>
                  </a:lnTo>
                  <a:lnTo>
                    <a:pt x="806277" y="4841229"/>
                  </a:lnTo>
                  <a:lnTo>
                    <a:pt x="806371" y="4841229"/>
                  </a:lnTo>
                  <a:lnTo>
                    <a:pt x="806465" y="4841229"/>
                  </a:lnTo>
                  <a:lnTo>
                    <a:pt x="806559" y="4841229"/>
                  </a:lnTo>
                  <a:lnTo>
                    <a:pt x="806653" y="4841229"/>
                  </a:lnTo>
                  <a:lnTo>
                    <a:pt x="806747" y="4841229"/>
                  </a:lnTo>
                  <a:lnTo>
                    <a:pt x="806841" y="4841229"/>
                  </a:lnTo>
                  <a:lnTo>
                    <a:pt x="806935" y="4841229"/>
                  </a:lnTo>
                  <a:lnTo>
                    <a:pt x="807029" y="4841229"/>
                  </a:lnTo>
                  <a:lnTo>
                    <a:pt x="807123" y="4841229"/>
                  </a:lnTo>
                  <a:lnTo>
                    <a:pt x="807217" y="4841229"/>
                  </a:lnTo>
                  <a:lnTo>
                    <a:pt x="807311" y="4841229"/>
                  </a:lnTo>
                  <a:lnTo>
                    <a:pt x="807405" y="4841229"/>
                  </a:lnTo>
                  <a:lnTo>
                    <a:pt x="807499" y="4841229"/>
                  </a:lnTo>
                  <a:lnTo>
                    <a:pt x="807593" y="4841229"/>
                  </a:lnTo>
                  <a:lnTo>
                    <a:pt x="807687" y="4841229"/>
                  </a:lnTo>
                  <a:lnTo>
                    <a:pt x="807781" y="4841229"/>
                  </a:lnTo>
                  <a:lnTo>
                    <a:pt x="807875" y="4841229"/>
                  </a:lnTo>
                  <a:lnTo>
                    <a:pt x="807969" y="4841229"/>
                  </a:lnTo>
                  <a:lnTo>
                    <a:pt x="808063" y="4841229"/>
                  </a:lnTo>
                  <a:lnTo>
                    <a:pt x="808158" y="4841229"/>
                  </a:lnTo>
                  <a:lnTo>
                    <a:pt x="808252" y="4841229"/>
                  </a:lnTo>
                  <a:lnTo>
                    <a:pt x="808346" y="4841229"/>
                  </a:lnTo>
                  <a:lnTo>
                    <a:pt x="808440" y="4841229"/>
                  </a:lnTo>
                  <a:lnTo>
                    <a:pt x="808534" y="4841229"/>
                  </a:lnTo>
                  <a:lnTo>
                    <a:pt x="808628" y="4841229"/>
                  </a:lnTo>
                  <a:lnTo>
                    <a:pt x="808628" y="4835949"/>
                  </a:lnTo>
                  <a:lnTo>
                    <a:pt x="808722" y="4835949"/>
                  </a:lnTo>
                  <a:lnTo>
                    <a:pt x="808816" y="4835949"/>
                  </a:lnTo>
                  <a:lnTo>
                    <a:pt x="808910" y="4835949"/>
                  </a:lnTo>
                  <a:lnTo>
                    <a:pt x="809004" y="4835949"/>
                  </a:lnTo>
                  <a:lnTo>
                    <a:pt x="809098" y="4835949"/>
                  </a:lnTo>
                  <a:lnTo>
                    <a:pt x="809192" y="4835949"/>
                  </a:lnTo>
                  <a:lnTo>
                    <a:pt x="809286" y="4835949"/>
                  </a:lnTo>
                  <a:lnTo>
                    <a:pt x="809380" y="4835949"/>
                  </a:lnTo>
                  <a:lnTo>
                    <a:pt x="809474" y="4835949"/>
                  </a:lnTo>
                  <a:lnTo>
                    <a:pt x="809568" y="4835949"/>
                  </a:lnTo>
                  <a:lnTo>
                    <a:pt x="809662" y="4835949"/>
                  </a:lnTo>
                  <a:lnTo>
                    <a:pt x="809756" y="4835949"/>
                  </a:lnTo>
                  <a:lnTo>
                    <a:pt x="809850" y="4835949"/>
                  </a:lnTo>
                  <a:lnTo>
                    <a:pt x="809944" y="4835949"/>
                  </a:lnTo>
                  <a:lnTo>
                    <a:pt x="810038" y="4835949"/>
                  </a:lnTo>
                  <a:lnTo>
                    <a:pt x="810132" y="4835949"/>
                  </a:lnTo>
                  <a:lnTo>
                    <a:pt x="810226" y="4835949"/>
                  </a:lnTo>
                  <a:lnTo>
                    <a:pt x="810320" y="4835949"/>
                  </a:lnTo>
                  <a:lnTo>
                    <a:pt x="810414" y="4835949"/>
                  </a:lnTo>
                  <a:lnTo>
                    <a:pt x="810508" y="4835949"/>
                  </a:lnTo>
                  <a:lnTo>
                    <a:pt x="810602" y="4835949"/>
                  </a:lnTo>
                  <a:lnTo>
                    <a:pt x="810696" y="4835949"/>
                  </a:lnTo>
                  <a:lnTo>
                    <a:pt x="810790" y="4835949"/>
                  </a:lnTo>
                  <a:lnTo>
                    <a:pt x="810884" y="4835949"/>
                  </a:lnTo>
                  <a:lnTo>
                    <a:pt x="810978" y="4835949"/>
                  </a:lnTo>
                  <a:lnTo>
                    <a:pt x="811072" y="4835949"/>
                  </a:lnTo>
                  <a:lnTo>
                    <a:pt x="811166" y="4835949"/>
                  </a:lnTo>
                  <a:lnTo>
                    <a:pt x="811260" y="4835949"/>
                  </a:lnTo>
                  <a:lnTo>
                    <a:pt x="811354" y="4835949"/>
                  </a:lnTo>
                  <a:lnTo>
                    <a:pt x="811448" y="4835949"/>
                  </a:lnTo>
                  <a:lnTo>
                    <a:pt x="811542" y="4835949"/>
                  </a:lnTo>
                  <a:lnTo>
                    <a:pt x="811637" y="4835949"/>
                  </a:lnTo>
                  <a:lnTo>
                    <a:pt x="811731" y="4835949"/>
                  </a:lnTo>
                  <a:lnTo>
                    <a:pt x="811825" y="4835949"/>
                  </a:lnTo>
                  <a:lnTo>
                    <a:pt x="811919" y="4835949"/>
                  </a:lnTo>
                  <a:lnTo>
                    <a:pt x="812013" y="4835949"/>
                  </a:lnTo>
                  <a:lnTo>
                    <a:pt x="812107" y="4835949"/>
                  </a:lnTo>
                  <a:lnTo>
                    <a:pt x="812201" y="4835949"/>
                  </a:lnTo>
                  <a:lnTo>
                    <a:pt x="812295" y="4835949"/>
                  </a:lnTo>
                  <a:lnTo>
                    <a:pt x="812389" y="4835949"/>
                  </a:lnTo>
                  <a:lnTo>
                    <a:pt x="812483" y="4835949"/>
                  </a:lnTo>
                  <a:lnTo>
                    <a:pt x="812577" y="4835949"/>
                  </a:lnTo>
                  <a:lnTo>
                    <a:pt x="812671" y="4835949"/>
                  </a:lnTo>
                  <a:lnTo>
                    <a:pt x="812765" y="4835949"/>
                  </a:lnTo>
                  <a:lnTo>
                    <a:pt x="812859" y="4835949"/>
                  </a:lnTo>
                  <a:lnTo>
                    <a:pt x="812953" y="4835949"/>
                  </a:lnTo>
                  <a:lnTo>
                    <a:pt x="813047" y="4835949"/>
                  </a:lnTo>
                  <a:lnTo>
                    <a:pt x="813141" y="4835949"/>
                  </a:lnTo>
                  <a:lnTo>
                    <a:pt x="813235" y="4835949"/>
                  </a:lnTo>
                  <a:lnTo>
                    <a:pt x="813329" y="4835949"/>
                  </a:lnTo>
                  <a:lnTo>
                    <a:pt x="813423" y="4835949"/>
                  </a:lnTo>
                  <a:lnTo>
                    <a:pt x="813517" y="4835949"/>
                  </a:lnTo>
                  <a:lnTo>
                    <a:pt x="813611" y="4835949"/>
                  </a:lnTo>
                  <a:lnTo>
                    <a:pt x="813705" y="4835949"/>
                  </a:lnTo>
                  <a:lnTo>
                    <a:pt x="813799" y="4835949"/>
                  </a:lnTo>
                  <a:lnTo>
                    <a:pt x="813799" y="4830670"/>
                  </a:lnTo>
                  <a:lnTo>
                    <a:pt x="813893" y="4830670"/>
                  </a:lnTo>
                  <a:lnTo>
                    <a:pt x="813987" y="4830670"/>
                  </a:lnTo>
                  <a:lnTo>
                    <a:pt x="814081" y="4830670"/>
                  </a:lnTo>
                  <a:lnTo>
                    <a:pt x="814175" y="4830670"/>
                  </a:lnTo>
                  <a:lnTo>
                    <a:pt x="814269" y="4830670"/>
                  </a:lnTo>
                  <a:lnTo>
                    <a:pt x="814363" y="4830670"/>
                  </a:lnTo>
                  <a:lnTo>
                    <a:pt x="814457" y="4830670"/>
                  </a:lnTo>
                  <a:lnTo>
                    <a:pt x="814551" y="4830670"/>
                  </a:lnTo>
                  <a:lnTo>
                    <a:pt x="814645" y="4830670"/>
                  </a:lnTo>
                  <a:lnTo>
                    <a:pt x="814739" y="4830670"/>
                  </a:lnTo>
                  <a:lnTo>
                    <a:pt x="814833" y="4830670"/>
                  </a:lnTo>
                  <a:lnTo>
                    <a:pt x="814927" y="4830670"/>
                  </a:lnTo>
                  <a:lnTo>
                    <a:pt x="815021" y="4830670"/>
                  </a:lnTo>
                  <a:lnTo>
                    <a:pt x="815115" y="4830670"/>
                  </a:lnTo>
                  <a:lnTo>
                    <a:pt x="815210" y="4830670"/>
                  </a:lnTo>
                  <a:lnTo>
                    <a:pt x="815304" y="4830670"/>
                  </a:lnTo>
                  <a:lnTo>
                    <a:pt x="815304" y="4825391"/>
                  </a:lnTo>
                  <a:lnTo>
                    <a:pt x="815398" y="4825391"/>
                  </a:lnTo>
                  <a:lnTo>
                    <a:pt x="815492" y="4825391"/>
                  </a:lnTo>
                  <a:lnTo>
                    <a:pt x="815586" y="4825391"/>
                  </a:lnTo>
                  <a:lnTo>
                    <a:pt x="815680" y="4825391"/>
                  </a:lnTo>
                  <a:lnTo>
                    <a:pt x="815774" y="4825391"/>
                  </a:lnTo>
                  <a:lnTo>
                    <a:pt x="815868" y="4825391"/>
                  </a:lnTo>
                  <a:lnTo>
                    <a:pt x="815962" y="4825391"/>
                  </a:lnTo>
                  <a:lnTo>
                    <a:pt x="816056" y="4825391"/>
                  </a:lnTo>
                  <a:lnTo>
                    <a:pt x="816150" y="4825391"/>
                  </a:lnTo>
                  <a:lnTo>
                    <a:pt x="816244" y="4825391"/>
                  </a:lnTo>
                  <a:lnTo>
                    <a:pt x="816338" y="4825391"/>
                  </a:lnTo>
                  <a:lnTo>
                    <a:pt x="816432" y="4825391"/>
                  </a:lnTo>
                  <a:lnTo>
                    <a:pt x="816526" y="4825391"/>
                  </a:lnTo>
                  <a:lnTo>
                    <a:pt x="816620" y="4825391"/>
                  </a:lnTo>
                  <a:lnTo>
                    <a:pt x="816714" y="4825391"/>
                  </a:lnTo>
                  <a:lnTo>
                    <a:pt x="816808" y="4825391"/>
                  </a:lnTo>
                  <a:lnTo>
                    <a:pt x="816902" y="4825391"/>
                  </a:lnTo>
                  <a:lnTo>
                    <a:pt x="816996" y="4825391"/>
                  </a:lnTo>
                  <a:lnTo>
                    <a:pt x="817090" y="4825391"/>
                  </a:lnTo>
                  <a:lnTo>
                    <a:pt x="817184" y="4825391"/>
                  </a:lnTo>
                  <a:lnTo>
                    <a:pt x="817278" y="4825391"/>
                  </a:lnTo>
                  <a:lnTo>
                    <a:pt x="817372" y="4825391"/>
                  </a:lnTo>
                  <a:lnTo>
                    <a:pt x="817466" y="4825391"/>
                  </a:lnTo>
                  <a:lnTo>
                    <a:pt x="817560" y="4825391"/>
                  </a:lnTo>
                  <a:lnTo>
                    <a:pt x="817654" y="4825391"/>
                  </a:lnTo>
                  <a:lnTo>
                    <a:pt x="817654" y="4820111"/>
                  </a:lnTo>
                  <a:lnTo>
                    <a:pt x="817748" y="4820111"/>
                  </a:lnTo>
                  <a:lnTo>
                    <a:pt x="817842" y="4820111"/>
                  </a:lnTo>
                  <a:lnTo>
                    <a:pt x="817936" y="4820111"/>
                  </a:lnTo>
                  <a:lnTo>
                    <a:pt x="818030" y="4820111"/>
                  </a:lnTo>
                  <a:lnTo>
                    <a:pt x="818124" y="4820111"/>
                  </a:lnTo>
                  <a:lnTo>
                    <a:pt x="818218" y="4820111"/>
                  </a:lnTo>
                  <a:lnTo>
                    <a:pt x="818312" y="4820111"/>
                  </a:lnTo>
                  <a:lnTo>
                    <a:pt x="818406" y="4820111"/>
                  </a:lnTo>
                  <a:lnTo>
                    <a:pt x="818500" y="4820111"/>
                  </a:lnTo>
                  <a:lnTo>
                    <a:pt x="818594" y="4820111"/>
                  </a:lnTo>
                  <a:lnTo>
                    <a:pt x="818688" y="4820111"/>
                  </a:lnTo>
                  <a:lnTo>
                    <a:pt x="818783" y="4820111"/>
                  </a:lnTo>
                  <a:lnTo>
                    <a:pt x="818877" y="4820111"/>
                  </a:lnTo>
                  <a:lnTo>
                    <a:pt x="818971" y="4820111"/>
                  </a:lnTo>
                  <a:lnTo>
                    <a:pt x="819065" y="4820111"/>
                  </a:lnTo>
                  <a:lnTo>
                    <a:pt x="819159" y="4820111"/>
                  </a:lnTo>
                  <a:lnTo>
                    <a:pt x="819253" y="4820111"/>
                  </a:lnTo>
                  <a:lnTo>
                    <a:pt x="819347" y="4820111"/>
                  </a:lnTo>
                  <a:lnTo>
                    <a:pt x="819441" y="4820111"/>
                  </a:lnTo>
                  <a:lnTo>
                    <a:pt x="819535" y="4820111"/>
                  </a:lnTo>
                  <a:lnTo>
                    <a:pt x="819629" y="4820111"/>
                  </a:lnTo>
                  <a:lnTo>
                    <a:pt x="819723" y="4820111"/>
                  </a:lnTo>
                  <a:lnTo>
                    <a:pt x="819817" y="4820111"/>
                  </a:lnTo>
                  <a:lnTo>
                    <a:pt x="819911" y="4820111"/>
                  </a:lnTo>
                  <a:lnTo>
                    <a:pt x="820005" y="4820111"/>
                  </a:lnTo>
                  <a:lnTo>
                    <a:pt x="820099" y="4820111"/>
                  </a:lnTo>
                  <a:lnTo>
                    <a:pt x="820193" y="4820111"/>
                  </a:lnTo>
                  <a:lnTo>
                    <a:pt x="820287" y="4820111"/>
                  </a:lnTo>
                  <a:lnTo>
                    <a:pt x="820381" y="4820111"/>
                  </a:lnTo>
                  <a:lnTo>
                    <a:pt x="820475" y="4820111"/>
                  </a:lnTo>
                  <a:lnTo>
                    <a:pt x="820569" y="4820111"/>
                  </a:lnTo>
                  <a:lnTo>
                    <a:pt x="820663" y="4820111"/>
                  </a:lnTo>
                  <a:lnTo>
                    <a:pt x="820757" y="4820111"/>
                  </a:lnTo>
                  <a:lnTo>
                    <a:pt x="820851" y="4820111"/>
                  </a:lnTo>
                  <a:lnTo>
                    <a:pt x="820945" y="4820111"/>
                  </a:lnTo>
                  <a:lnTo>
                    <a:pt x="821039" y="4820111"/>
                  </a:lnTo>
                  <a:lnTo>
                    <a:pt x="821133" y="4820111"/>
                  </a:lnTo>
                  <a:lnTo>
                    <a:pt x="821227" y="4820111"/>
                  </a:lnTo>
                  <a:lnTo>
                    <a:pt x="821321" y="4820111"/>
                  </a:lnTo>
                  <a:lnTo>
                    <a:pt x="821415" y="4820111"/>
                  </a:lnTo>
                  <a:lnTo>
                    <a:pt x="821509" y="4820111"/>
                  </a:lnTo>
                  <a:lnTo>
                    <a:pt x="821603" y="4820111"/>
                  </a:lnTo>
                  <a:lnTo>
                    <a:pt x="821697" y="4820111"/>
                  </a:lnTo>
                  <a:lnTo>
                    <a:pt x="821791" y="4820111"/>
                  </a:lnTo>
                  <a:lnTo>
                    <a:pt x="821885" y="4820111"/>
                  </a:lnTo>
                  <a:lnTo>
                    <a:pt x="821979" y="4820111"/>
                  </a:lnTo>
                  <a:lnTo>
                    <a:pt x="822073" y="4820111"/>
                  </a:lnTo>
                  <a:lnTo>
                    <a:pt x="822167" y="4820111"/>
                  </a:lnTo>
                  <a:lnTo>
                    <a:pt x="822262" y="4820111"/>
                  </a:lnTo>
                  <a:lnTo>
                    <a:pt x="822356" y="4820111"/>
                  </a:lnTo>
                  <a:lnTo>
                    <a:pt x="822450" y="4820111"/>
                  </a:lnTo>
                  <a:lnTo>
                    <a:pt x="822544" y="4820111"/>
                  </a:lnTo>
                  <a:lnTo>
                    <a:pt x="822638" y="4820111"/>
                  </a:lnTo>
                  <a:lnTo>
                    <a:pt x="822732" y="4820111"/>
                  </a:lnTo>
                  <a:lnTo>
                    <a:pt x="822826" y="4820111"/>
                  </a:lnTo>
                  <a:lnTo>
                    <a:pt x="822920" y="4820111"/>
                  </a:lnTo>
                  <a:lnTo>
                    <a:pt x="823014" y="4820111"/>
                  </a:lnTo>
                  <a:lnTo>
                    <a:pt x="823108" y="4820111"/>
                  </a:lnTo>
                  <a:lnTo>
                    <a:pt x="823202" y="4820111"/>
                  </a:lnTo>
                  <a:lnTo>
                    <a:pt x="823296" y="4820111"/>
                  </a:lnTo>
                  <a:lnTo>
                    <a:pt x="823390" y="4820111"/>
                  </a:lnTo>
                  <a:lnTo>
                    <a:pt x="823484" y="4820111"/>
                  </a:lnTo>
                  <a:lnTo>
                    <a:pt x="823578" y="4820111"/>
                  </a:lnTo>
                  <a:lnTo>
                    <a:pt x="823672" y="4820111"/>
                  </a:lnTo>
                  <a:lnTo>
                    <a:pt x="823766" y="4820111"/>
                  </a:lnTo>
                  <a:lnTo>
                    <a:pt x="823860" y="4820111"/>
                  </a:lnTo>
                  <a:lnTo>
                    <a:pt x="823954" y="4820111"/>
                  </a:lnTo>
                  <a:lnTo>
                    <a:pt x="824048" y="4820111"/>
                  </a:lnTo>
                  <a:lnTo>
                    <a:pt x="824142" y="4820111"/>
                  </a:lnTo>
                  <a:lnTo>
                    <a:pt x="824236" y="4820111"/>
                  </a:lnTo>
                  <a:lnTo>
                    <a:pt x="824330" y="4820111"/>
                  </a:lnTo>
                  <a:lnTo>
                    <a:pt x="824424" y="4820111"/>
                  </a:lnTo>
                  <a:lnTo>
                    <a:pt x="824518" y="4820111"/>
                  </a:lnTo>
                  <a:lnTo>
                    <a:pt x="824612" y="4820111"/>
                  </a:lnTo>
                  <a:lnTo>
                    <a:pt x="824706" y="4820111"/>
                  </a:lnTo>
                  <a:lnTo>
                    <a:pt x="824800" y="4820111"/>
                  </a:lnTo>
                  <a:lnTo>
                    <a:pt x="824894" y="4820111"/>
                  </a:lnTo>
                  <a:lnTo>
                    <a:pt x="824988" y="4820111"/>
                  </a:lnTo>
                  <a:lnTo>
                    <a:pt x="825082" y="4820111"/>
                  </a:lnTo>
                  <a:lnTo>
                    <a:pt x="825176" y="4820111"/>
                  </a:lnTo>
                  <a:lnTo>
                    <a:pt x="825270" y="4820111"/>
                  </a:lnTo>
                  <a:lnTo>
                    <a:pt x="825364" y="4820111"/>
                  </a:lnTo>
                  <a:lnTo>
                    <a:pt x="825364" y="4814832"/>
                  </a:lnTo>
                  <a:lnTo>
                    <a:pt x="825458" y="4814832"/>
                  </a:lnTo>
                  <a:lnTo>
                    <a:pt x="825552" y="4814832"/>
                  </a:lnTo>
                  <a:lnTo>
                    <a:pt x="825646" y="4814832"/>
                  </a:lnTo>
                  <a:lnTo>
                    <a:pt x="825740" y="4814832"/>
                  </a:lnTo>
                  <a:lnTo>
                    <a:pt x="825740" y="4809552"/>
                  </a:lnTo>
                  <a:lnTo>
                    <a:pt x="825835" y="4809552"/>
                  </a:lnTo>
                  <a:lnTo>
                    <a:pt x="825929" y="4809552"/>
                  </a:lnTo>
                  <a:lnTo>
                    <a:pt x="826023" y="4809552"/>
                  </a:lnTo>
                  <a:lnTo>
                    <a:pt x="826117" y="4809552"/>
                  </a:lnTo>
                  <a:lnTo>
                    <a:pt x="826211" y="4809552"/>
                  </a:lnTo>
                  <a:lnTo>
                    <a:pt x="826305" y="4809552"/>
                  </a:lnTo>
                  <a:lnTo>
                    <a:pt x="826399" y="4809552"/>
                  </a:lnTo>
                  <a:lnTo>
                    <a:pt x="826493" y="4809552"/>
                  </a:lnTo>
                  <a:lnTo>
                    <a:pt x="826587" y="4809552"/>
                  </a:lnTo>
                  <a:lnTo>
                    <a:pt x="826681" y="4809552"/>
                  </a:lnTo>
                  <a:lnTo>
                    <a:pt x="826775" y="4809552"/>
                  </a:lnTo>
                  <a:lnTo>
                    <a:pt x="826869" y="4809552"/>
                  </a:lnTo>
                  <a:lnTo>
                    <a:pt x="826963" y="4809552"/>
                  </a:lnTo>
                  <a:lnTo>
                    <a:pt x="827057" y="4809552"/>
                  </a:lnTo>
                  <a:lnTo>
                    <a:pt x="827151" y="4809552"/>
                  </a:lnTo>
                  <a:lnTo>
                    <a:pt x="827245" y="4809552"/>
                  </a:lnTo>
                  <a:lnTo>
                    <a:pt x="827339" y="4809552"/>
                  </a:lnTo>
                  <a:lnTo>
                    <a:pt x="827433" y="4809552"/>
                  </a:lnTo>
                  <a:lnTo>
                    <a:pt x="827527" y="4809552"/>
                  </a:lnTo>
                  <a:lnTo>
                    <a:pt x="827621" y="4809552"/>
                  </a:lnTo>
                  <a:lnTo>
                    <a:pt x="827715" y="4809552"/>
                  </a:lnTo>
                  <a:lnTo>
                    <a:pt x="827809" y="4809552"/>
                  </a:lnTo>
                  <a:lnTo>
                    <a:pt x="827903" y="4809552"/>
                  </a:lnTo>
                  <a:lnTo>
                    <a:pt x="827997" y="4809552"/>
                  </a:lnTo>
                  <a:lnTo>
                    <a:pt x="828091" y="4809552"/>
                  </a:lnTo>
                  <a:lnTo>
                    <a:pt x="828185" y="4809552"/>
                  </a:lnTo>
                  <a:lnTo>
                    <a:pt x="828279" y="4809552"/>
                  </a:lnTo>
                  <a:lnTo>
                    <a:pt x="828373" y="4809552"/>
                  </a:lnTo>
                  <a:lnTo>
                    <a:pt x="828467" y="4809552"/>
                  </a:lnTo>
                  <a:lnTo>
                    <a:pt x="828561" y="4809552"/>
                  </a:lnTo>
                  <a:lnTo>
                    <a:pt x="828655" y="4809552"/>
                  </a:lnTo>
                  <a:lnTo>
                    <a:pt x="828655" y="4804273"/>
                  </a:lnTo>
                  <a:lnTo>
                    <a:pt x="828749" y="4804273"/>
                  </a:lnTo>
                  <a:lnTo>
                    <a:pt x="828843" y="4804273"/>
                  </a:lnTo>
                  <a:lnTo>
                    <a:pt x="828937" y="4804273"/>
                  </a:lnTo>
                  <a:lnTo>
                    <a:pt x="829031" y="4804273"/>
                  </a:lnTo>
                  <a:lnTo>
                    <a:pt x="829125" y="4804273"/>
                  </a:lnTo>
                  <a:lnTo>
                    <a:pt x="829219" y="4804273"/>
                  </a:lnTo>
                  <a:lnTo>
                    <a:pt x="829219" y="4798993"/>
                  </a:lnTo>
                  <a:lnTo>
                    <a:pt x="829313" y="4798993"/>
                  </a:lnTo>
                  <a:lnTo>
                    <a:pt x="829408" y="4798993"/>
                  </a:lnTo>
                  <a:lnTo>
                    <a:pt x="829502" y="4798993"/>
                  </a:lnTo>
                  <a:lnTo>
                    <a:pt x="829596" y="4798993"/>
                  </a:lnTo>
                  <a:lnTo>
                    <a:pt x="829596" y="4793714"/>
                  </a:lnTo>
                  <a:lnTo>
                    <a:pt x="829690" y="4793714"/>
                  </a:lnTo>
                  <a:lnTo>
                    <a:pt x="829784" y="4793714"/>
                  </a:lnTo>
                  <a:lnTo>
                    <a:pt x="829878" y="4793714"/>
                  </a:lnTo>
                  <a:lnTo>
                    <a:pt x="829972" y="4793714"/>
                  </a:lnTo>
                  <a:lnTo>
                    <a:pt x="830066" y="4793714"/>
                  </a:lnTo>
                  <a:lnTo>
                    <a:pt x="830160" y="4793714"/>
                  </a:lnTo>
                  <a:lnTo>
                    <a:pt x="830254" y="4793714"/>
                  </a:lnTo>
                  <a:lnTo>
                    <a:pt x="830348" y="4793714"/>
                  </a:lnTo>
                  <a:lnTo>
                    <a:pt x="830442" y="4793714"/>
                  </a:lnTo>
                  <a:lnTo>
                    <a:pt x="830536" y="4793714"/>
                  </a:lnTo>
                  <a:lnTo>
                    <a:pt x="830630" y="4793714"/>
                  </a:lnTo>
                  <a:lnTo>
                    <a:pt x="830724" y="4793714"/>
                  </a:lnTo>
                  <a:lnTo>
                    <a:pt x="830818" y="4793714"/>
                  </a:lnTo>
                  <a:lnTo>
                    <a:pt x="830912" y="4793714"/>
                  </a:lnTo>
                  <a:lnTo>
                    <a:pt x="831006" y="4793714"/>
                  </a:lnTo>
                  <a:lnTo>
                    <a:pt x="831100" y="4793714"/>
                  </a:lnTo>
                  <a:lnTo>
                    <a:pt x="831194" y="4793714"/>
                  </a:lnTo>
                  <a:lnTo>
                    <a:pt x="831288" y="4793714"/>
                  </a:lnTo>
                  <a:lnTo>
                    <a:pt x="831382" y="4793714"/>
                  </a:lnTo>
                  <a:lnTo>
                    <a:pt x="831476" y="4793714"/>
                  </a:lnTo>
                  <a:lnTo>
                    <a:pt x="831570" y="4793714"/>
                  </a:lnTo>
                  <a:lnTo>
                    <a:pt x="831664" y="4793714"/>
                  </a:lnTo>
                  <a:lnTo>
                    <a:pt x="831758" y="4793714"/>
                  </a:lnTo>
                  <a:lnTo>
                    <a:pt x="831852" y="4793714"/>
                  </a:lnTo>
                  <a:lnTo>
                    <a:pt x="831946" y="4793714"/>
                  </a:lnTo>
                  <a:lnTo>
                    <a:pt x="832040" y="4793714"/>
                  </a:lnTo>
                  <a:lnTo>
                    <a:pt x="832134" y="4793714"/>
                  </a:lnTo>
                  <a:lnTo>
                    <a:pt x="832228" y="4793714"/>
                  </a:lnTo>
                  <a:lnTo>
                    <a:pt x="832322" y="4793714"/>
                  </a:lnTo>
                  <a:lnTo>
                    <a:pt x="832416" y="4793714"/>
                  </a:lnTo>
                  <a:lnTo>
                    <a:pt x="832510" y="4793714"/>
                  </a:lnTo>
                  <a:lnTo>
                    <a:pt x="832604" y="4793714"/>
                  </a:lnTo>
                  <a:lnTo>
                    <a:pt x="832698" y="4793714"/>
                  </a:lnTo>
                  <a:lnTo>
                    <a:pt x="832792" y="4793714"/>
                  </a:lnTo>
                  <a:lnTo>
                    <a:pt x="832887" y="4793714"/>
                  </a:lnTo>
                  <a:lnTo>
                    <a:pt x="832981" y="4793714"/>
                  </a:lnTo>
                  <a:lnTo>
                    <a:pt x="833075" y="4793714"/>
                  </a:lnTo>
                  <a:lnTo>
                    <a:pt x="833169" y="4793714"/>
                  </a:lnTo>
                  <a:lnTo>
                    <a:pt x="833263" y="4793714"/>
                  </a:lnTo>
                  <a:lnTo>
                    <a:pt x="833357" y="4793714"/>
                  </a:lnTo>
                  <a:lnTo>
                    <a:pt x="833451" y="4793714"/>
                  </a:lnTo>
                  <a:lnTo>
                    <a:pt x="833451" y="4788435"/>
                  </a:lnTo>
                  <a:lnTo>
                    <a:pt x="833545" y="4788435"/>
                  </a:lnTo>
                  <a:lnTo>
                    <a:pt x="833639" y="4788435"/>
                  </a:lnTo>
                  <a:lnTo>
                    <a:pt x="833733" y="4788435"/>
                  </a:lnTo>
                  <a:lnTo>
                    <a:pt x="833827" y="4788435"/>
                  </a:lnTo>
                  <a:lnTo>
                    <a:pt x="833921" y="4788435"/>
                  </a:lnTo>
                  <a:lnTo>
                    <a:pt x="834015" y="4788435"/>
                  </a:lnTo>
                  <a:lnTo>
                    <a:pt x="834109" y="4788435"/>
                  </a:lnTo>
                  <a:lnTo>
                    <a:pt x="834109" y="4783155"/>
                  </a:lnTo>
                  <a:lnTo>
                    <a:pt x="834203" y="4783155"/>
                  </a:lnTo>
                  <a:lnTo>
                    <a:pt x="834297" y="4783155"/>
                  </a:lnTo>
                  <a:lnTo>
                    <a:pt x="834391" y="4783155"/>
                  </a:lnTo>
                  <a:lnTo>
                    <a:pt x="834485" y="4783155"/>
                  </a:lnTo>
                  <a:lnTo>
                    <a:pt x="834579" y="4783155"/>
                  </a:lnTo>
                  <a:lnTo>
                    <a:pt x="834673" y="4783155"/>
                  </a:lnTo>
                  <a:lnTo>
                    <a:pt x="834767" y="4783155"/>
                  </a:lnTo>
                  <a:lnTo>
                    <a:pt x="834861" y="4783155"/>
                  </a:lnTo>
                  <a:lnTo>
                    <a:pt x="834955" y="4783155"/>
                  </a:lnTo>
                  <a:lnTo>
                    <a:pt x="835049" y="4783155"/>
                  </a:lnTo>
                  <a:lnTo>
                    <a:pt x="835143" y="4783155"/>
                  </a:lnTo>
                  <a:lnTo>
                    <a:pt x="835237" y="4783155"/>
                  </a:lnTo>
                  <a:lnTo>
                    <a:pt x="835331" y="4783155"/>
                  </a:lnTo>
                  <a:lnTo>
                    <a:pt x="835425" y="4783155"/>
                  </a:lnTo>
                  <a:lnTo>
                    <a:pt x="835519" y="4783155"/>
                  </a:lnTo>
                  <a:lnTo>
                    <a:pt x="835613" y="4783155"/>
                  </a:lnTo>
                  <a:lnTo>
                    <a:pt x="835707" y="4783155"/>
                  </a:lnTo>
                  <a:lnTo>
                    <a:pt x="835801" y="4783155"/>
                  </a:lnTo>
                  <a:lnTo>
                    <a:pt x="835895" y="4783155"/>
                  </a:lnTo>
                  <a:lnTo>
                    <a:pt x="835989" y="4783155"/>
                  </a:lnTo>
                  <a:lnTo>
                    <a:pt x="836083" y="4783155"/>
                  </a:lnTo>
                  <a:lnTo>
                    <a:pt x="836177" y="4783155"/>
                  </a:lnTo>
                  <a:lnTo>
                    <a:pt x="836271" y="4783155"/>
                  </a:lnTo>
                  <a:lnTo>
                    <a:pt x="836365" y="4783155"/>
                  </a:lnTo>
                  <a:lnTo>
                    <a:pt x="836365" y="4777876"/>
                  </a:lnTo>
                  <a:lnTo>
                    <a:pt x="836460" y="4777876"/>
                  </a:lnTo>
                  <a:lnTo>
                    <a:pt x="836554" y="4777876"/>
                  </a:lnTo>
                  <a:lnTo>
                    <a:pt x="836648" y="4777876"/>
                  </a:lnTo>
                  <a:lnTo>
                    <a:pt x="836742" y="4777876"/>
                  </a:lnTo>
                  <a:lnTo>
                    <a:pt x="836836" y="4777876"/>
                  </a:lnTo>
                  <a:lnTo>
                    <a:pt x="836930" y="4777876"/>
                  </a:lnTo>
                  <a:lnTo>
                    <a:pt x="837024" y="4777876"/>
                  </a:lnTo>
                  <a:lnTo>
                    <a:pt x="837118" y="4777876"/>
                  </a:lnTo>
                  <a:lnTo>
                    <a:pt x="837212" y="4777876"/>
                  </a:lnTo>
                  <a:lnTo>
                    <a:pt x="837306" y="4777876"/>
                  </a:lnTo>
                  <a:lnTo>
                    <a:pt x="837400" y="4777876"/>
                  </a:lnTo>
                  <a:lnTo>
                    <a:pt x="837494" y="4777876"/>
                  </a:lnTo>
                  <a:lnTo>
                    <a:pt x="837588" y="4777876"/>
                  </a:lnTo>
                  <a:lnTo>
                    <a:pt x="837682" y="4777876"/>
                  </a:lnTo>
                  <a:lnTo>
                    <a:pt x="837776" y="4777876"/>
                  </a:lnTo>
                  <a:lnTo>
                    <a:pt x="837870" y="4777876"/>
                  </a:lnTo>
                  <a:lnTo>
                    <a:pt x="837964" y="4777876"/>
                  </a:lnTo>
                  <a:lnTo>
                    <a:pt x="838058" y="4777876"/>
                  </a:lnTo>
                  <a:lnTo>
                    <a:pt x="838152" y="4777876"/>
                  </a:lnTo>
                  <a:lnTo>
                    <a:pt x="838246" y="4777876"/>
                  </a:lnTo>
                  <a:lnTo>
                    <a:pt x="838340" y="4777876"/>
                  </a:lnTo>
                  <a:lnTo>
                    <a:pt x="838434" y="4777876"/>
                  </a:lnTo>
                  <a:lnTo>
                    <a:pt x="838528" y="4777876"/>
                  </a:lnTo>
                  <a:lnTo>
                    <a:pt x="838622" y="4777876"/>
                  </a:lnTo>
                  <a:lnTo>
                    <a:pt x="838716" y="4777876"/>
                  </a:lnTo>
                  <a:lnTo>
                    <a:pt x="838810" y="4777876"/>
                  </a:lnTo>
                  <a:lnTo>
                    <a:pt x="838904" y="4777876"/>
                  </a:lnTo>
                  <a:lnTo>
                    <a:pt x="838998" y="4777876"/>
                  </a:lnTo>
                  <a:lnTo>
                    <a:pt x="839092" y="4777876"/>
                  </a:lnTo>
                  <a:lnTo>
                    <a:pt x="839186" y="4777876"/>
                  </a:lnTo>
                  <a:lnTo>
                    <a:pt x="839280" y="4777876"/>
                  </a:lnTo>
                  <a:lnTo>
                    <a:pt x="839374" y="4777876"/>
                  </a:lnTo>
                  <a:lnTo>
                    <a:pt x="839374" y="4772596"/>
                  </a:lnTo>
                  <a:lnTo>
                    <a:pt x="839468" y="4772596"/>
                  </a:lnTo>
                  <a:lnTo>
                    <a:pt x="839562" y="4772596"/>
                  </a:lnTo>
                  <a:lnTo>
                    <a:pt x="839656" y="4772596"/>
                  </a:lnTo>
                  <a:lnTo>
                    <a:pt x="839750" y="4772596"/>
                  </a:lnTo>
                  <a:lnTo>
                    <a:pt x="839844" y="4772596"/>
                  </a:lnTo>
                  <a:lnTo>
                    <a:pt x="839938" y="4772596"/>
                  </a:lnTo>
                  <a:lnTo>
                    <a:pt x="840033" y="4772596"/>
                  </a:lnTo>
                  <a:lnTo>
                    <a:pt x="840127" y="4772596"/>
                  </a:lnTo>
                  <a:lnTo>
                    <a:pt x="840221" y="4772596"/>
                  </a:lnTo>
                  <a:lnTo>
                    <a:pt x="840315" y="4772596"/>
                  </a:lnTo>
                  <a:lnTo>
                    <a:pt x="840315" y="4767317"/>
                  </a:lnTo>
                  <a:lnTo>
                    <a:pt x="840409" y="4767317"/>
                  </a:lnTo>
                  <a:lnTo>
                    <a:pt x="840503" y="4767317"/>
                  </a:lnTo>
                  <a:lnTo>
                    <a:pt x="840597" y="4767317"/>
                  </a:lnTo>
                  <a:lnTo>
                    <a:pt x="840691" y="4767317"/>
                  </a:lnTo>
                  <a:lnTo>
                    <a:pt x="840785" y="4767317"/>
                  </a:lnTo>
                  <a:lnTo>
                    <a:pt x="840879" y="4767317"/>
                  </a:lnTo>
                  <a:lnTo>
                    <a:pt x="840973" y="4767317"/>
                  </a:lnTo>
                  <a:lnTo>
                    <a:pt x="841067" y="4767317"/>
                  </a:lnTo>
                  <a:lnTo>
                    <a:pt x="841161" y="4767317"/>
                  </a:lnTo>
                  <a:lnTo>
                    <a:pt x="841255" y="4767317"/>
                  </a:lnTo>
                  <a:lnTo>
                    <a:pt x="841349" y="4767317"/>
                  </a:lnTo>
                  <a:lnTo>
                    <a:pt x="841443" y="4767317"/>
                  </a:lnTo>
                  <a:lnTo>
                    <a:pt x="841537" y="4767317"/>
                  </a:lnTo>
                  <a:lnTo>
                    <a:pt x="841631" y="4767317"/>
                  </a:lnTo>
                  <a:lnTo>
                    <a:pt x="841725" y="4767317"/>
                  </a:lnTo>
                  <a:lnTo>
                    <a:pt x="841819" y="4767317"/>
                  </a:lnTo>
                  <a:lnTo>
                    <a:pt x="841819" y="4762038"/>
                  </a:lnTo>
                  <a:lnTo>
                    <a:pt x="841913" y="4762038"/>
                  </a:lnTo>
                  <a:lnTo>
                    <a:pt x="842007" y="4762038"/>
                  </a:lnTo>
                  <a:lnTo>
                    <a:pt x="842101" y="4762038"/>
                  </a:lnTo>
                  <a:lnTo>
                    <a:pt x="842195" y="4762038"/>
                  </a:lnTo>
                  <a:lnTo>
                    <a:pt x="842289" y="4762038"/>
                  </a:lnTo>
                  <a:lnTo>
                    <a:pt x="842383" y="4762038"/>
                  </a:lnTo>
                  <a:lnTo>
                    <a:pt x="842477" y="4762038"/>
                  </a:lnTo>
                  <a:lnTo>
                    <a:pt x="842477" y="4756758"/>
                  </a:lnTo>
                  <a:lnTo>
                    <a:pt x="842571" y="4756758"/>
                  </a:lnTo>
                  <a:lnTo>
                    <a:pt x="842665" y="4756758"/>
                  </a:lnTo>
                  <a:lnTo>
                    <a:pt x="842759" y="4756758"/>
                  </a:lnTo>
                  <a:lnTo>
                    <a:pt x="842853" y="4756758"/>
                  </a:lnTo>
                  <a:lnTo>
                    <a:pt x="842947" y="4756758"/>
                  </a:lnTo>
                  <a:lnTo>
                    <a:pt x="843041" y="4756758"/>
                  </a:lnTo>
                  <a:lnTo>
                    <a:pt x="843135" y="4756758"/>
                  </a:lnTo>
                  <a:lnTo>
                    <a:pt x="843229" y="4756758"/>
                  </a:lnTo>
                  <a:lnTo>
                    <a:pt x="843323" y="4756758"/>
                  </a:lnTo>
                  <a:lnTo>
                    <a:pt x="843417" y="4756758"/>
                  </a:lnTo>
                  <a:lnTo>
                    <a:pt x="843512" y="4756758"/>
                  </a:lnTo>
                  <a:lnTo>
                    <a:pt x="843606" y="4756758"/>
                  </a:lnTo>
                  <a:lnTo>
                    <a:pt x="843700" y="4756758"/>
                  </a:lnTo>
                  <a:lnTo>
                    <a:pt x="843794" y="4756758"/>
                  </a:lnTo>
                  <a:lnTo>
                    <a:pt x="843888" y="4756758"/>
                  </a:lnTo>
                  <a:lnTo>
                    <a:pt x="843982" y="4756758"/>
                  </a:lnTo>
                  <a:lnTo>
                    <a:pt x="844076" y="4756758"/>
                  </a:lnTo>
                  <a:lnTo>
                    <a:pt x="844170" y="4756758"/>
                  </a:lnTo>
                  <a:lnTo>
                    <a:pt x="844264" y="4756758"/>
                  </a:lnTo>
                  <a:lnTo>
                    <a:pt x="844358" y="4756758"/>
                  </a:lnTo>
                  <a:lnTo>
                    <a:pt x="844452" y="4756758"/>
                  </a:lnTo>
                  <a:lnTo>
                    <a:pt x="844546" y="4756758"/>
                  </a:lnTo>
                  <a:lnTo>
                    <a:pt x="844640" y="4756758"/>
                  </a:lnTo>
                  <a:lnTo>
                    <a:pt x="844734" y="4756758"/>
                  </a:lnTo>
                  <a:lnTo>
                    <a:pt x="844828" y="4756758"/>
                  </a:lnTo>
                  <a:lnTo>
                    <a:pt x="844922" y="4756758"/>
                  </a:lnTo>
                  <a:lnTo>
                    <a:pt x="845016" y="4756758"/>
                  </a:lnTo>
                  <a:lnTo>
                    <a:pt x="845110" y="4756758"/>
                  </a:lnTo>
                  <a:lnTo>
                    <a:pt x="845204" y="4756758"/>
                  </a:lnTo>
                  <a:lnTo>
                    <a:pt x="845298" y="4756758"/>
                  </a:lnTo>
                  <a:lnTo>
                    <a:pt x="845392" y="4756758"/>
                  </a:lnTo>
                  <a:lnTo>
                    <a:pt x="845486" y="4756758"/>
                  </a:lnTo>
                  <a:lnTo>
                    <a:pt x="845580" y="4756758"/>
                  </a:lnTo>
                  <a:lnTo>
                    <a:pt x="845674" y="4756758"/>
                  </a:lnTo>
                  <a:lnTo>
                    <a:pt x="845768" y="4756758"/>
                  </a:lnTo>
                  <a:lnTo>
                    <a:pt x="845768" y="4751479"/>
                  </a:lnTo>
                  <a:lnTo>
                    <a:pt x="845862" y="4751479"/>
                  </a:lnTo>
                  <a:lnTo>
                    <a:pt x="845956" y="4751479"/>
                  </a:lnTo>
                  <a:lnTo>
                    <a:pt x="845956" y="4746199"/>
                  </a:lnTo>
                  <a:lnTo>
                    <a:pt x="846050" y="4746199"/>
                  </a:lnTo>
                  <a:lnTo>
                    <a:pt x="846144" y="4746199"/>
                  </a:lnTo>
                  <a:lnTo>
                    <a:pt x="846238" y="4746199"/>
                  </a:lnTo>
                  <a:lnTo>
                    <a:pt x="846332" y="4746199"/>
                  </a:lnTo>
                  <a:lnTo>
                    <a:pt x="846426" y="4746199"/>
                  </a:lnTo>
                  <a:lnTo>
                    <a:pt x="846520" y="4746199"/>
                  </a:lnTo>
                  <a:lnTo>
                    <a:pt x="846614" y="4746199"/>
                  </a:lnTo>
                  <a:lnTo>
                    <a:pt x="846708" y="4746199"/>
                  </a:lnTo>
                  <a:lnTo>
                    <a:pt x="846802" y="4746199"/>
                  </a:lnTo>
                  <a:lnTo>
                    <a:pt x="846896" y="4746199"/>
                  </a:lnTo>
                  <a:lnTo>
                    <a:pt x="846990" y="4746199"/>
                  </a:lnTo>
                  <a:lnTo>
                    <a:pt x="847085" y="4746199"/>
                  </a:lnTo>
                  <a:lnTo>
                    <a:pt x="847179" y="4746199"/>
                  </a:lnTo>
                  <a:lnTo>
                    <a:pt x="847273" y="4746199"/>
                  </a:lnTo>
                  <a:lnTo>
                    <a:pt x="847367" y="4746199"/>
                  </a:lnTo>
                  <a:lnTo>
                    <a:pt x="847461" y="4746199"/>
                  </a:lnTo>
                  <a:lnTo>
                    <a:pt x="847555" y="4746199"/>
                  </a:lnTo>
                  <a:lnTo>
                    <a:pt x="847649" y="4746199"/>
                  </a:lnTo>
                  <a:lnTo>
                    <a:pt x="847743" y="4746199"/>
                  </a:lnTo>
                  <a:lnTo>
                    <a:pt x="847837" y="4746199"/>
                  </a:lnTo>
                  <a:lnTo>
                    <a:pt x="847931" y="4746199"/>
                  </a:lnTo>
                  <a:lnTo>
                    <a:pt x="848025" y="4746199"/>
                  </a:lnTo>
                  <a:lnTo>
                    <a:pt x="848119" y="4746199"/>
                  </a:lnTo>
                  <a:lnTo>
                    <a:pt x="848213" y="4746199"/>
                  </a:lnTo>
                  <a:lnTo>
                    <a:pt x="848307" y="4746199"/>
                  </a:lnTo>
                  <a:lnTo>
                    <a:pt x="848401" y="4746199"/>
                  </a:lnTo>
                  <a:lnTo>
                    <a:pt x="848495" y="4746199"/>
                  </a:lnTo>
                  <a:lnTo>
                    <a:pt x="848589" y="4746199"/>
                  </a:lnTo>
                  <a:lnTo>
                    <a:pt x="848683" y="4746199"/>
                  </a:lnTo>
                  <a:lnTo>
                    <a:pt x="848777" y="4746199"/>
                  </a:lnTo>
                  <a:lnTo>
                    <a:pt x="848871" y="4746199"/>
                  </a:lnTo>
                  <a:lnTo>
                    <a:pt x="848965" y="4746199"/>
                  </a:lnTo>
                  <a:lnTo>
                    <a:pt x="849059" y="4746199"/>
                  </a:lnTo>
                  <a:lnTo>
                    <a:pt x="849153" y="4746199"/>
                  </a:lnTo>
                  <a:lnTo>
                    <a:pt x="849247" y="4746199"/>
                  </a:lnTo>
                  <a:lnTo>
                    <a:pt x="849341" y="4746199"/>
                  </a:lnTo>
                  <a:lnTo>
                    <a:pt x="849435" y="4746199"/>
                  </a:lnTo>
                  <a:lnTo>
                    <a:pt x="849529" y="4746199"/>
                  </a:lnTo>
                  <a:lnTo>
                    <a:pt x="849623" y="4746199"/>
                  </a:lnTo>
                  <a:lnTo>
                    <a:pt x="849717" y="4746199"/>
                  </a:lnTo>
                  <a:lnTo>
                    <a:pt x="849811" y="4746199"/>
                  </a:lnTo>
                  <a:lnTo>
                    <a:pt x="849905" y="4746199"/>
                  </a:lnTo>
                  <a:lnTo>
                    <a:pt x="849999" y="4746199"/>
                  </a:lnTo>
                  <a:lnTo>
                    <a:pt x="850093" y="4746199"/>
                  </a:lnTo>
                  <a:lnTo>
                    <a:pt x="850187" y="4746199"/>
                  </a:lnTo>
                  <a:lnTo>
                    <a:pt x="850281" y="4746199"/>
                  </a:lnTo>
                  <a:lnTo>
                    <a:pt x="850375" y="4746199"/>
                  </a:lnTo>
                  <a:lnTo>
                    <a:pt x="850469" y="4746199"/>
                  </a:lnTo>
                  <a:lnTo>
                    <a:pt x="850563" y="4746199"/>
                  </a:lnTo>
                  <a:lnTo>
                    <a:pt x="850658" y="4746199"/>
                  </a:lnTo>
                  <a:lnTo>
                    <a:pt x="850752" y="4746199"/>
                  </a:lnTo>
                  <a:lnTo>
                    <a:pt x="850846" y="4746199"/>
                  </a:lnTo>
                  <a:lnTo>
                    <a:pt x="850940" y="4746199"/>
                  </a:lnTo>
                  <a:lnTo>
                    <a:pt x="851034" y="4746199"/>
                  </a:lnTo>
                  <a:lnTo>
                    <a:pt x="851128" y="4746199"/>
                  </a:lnTo>
                  <a:lnTo>
                    <a:pt x="851222" y="4746199"/>
                  </a:lnTo>
                  <a:lnTo>
                    <a:pt x="851316" y="4746199"/>
                  </a:lnTo>
                  <a:lnTo>
                    <a:pt x="851410" y="4746199"/>
                  </a:lnTo>
                  <a:lnTo>
                    <a:pt x="851504" y="4746199"/>
                  </a:lnTo>
                  <a:lnTo>
                    <a:pt x="851598" y="4746199"/>
                  </a:lnTo>
                  <a:lnTo>
                    <a:pt x="851692" y="4746199"/>
                  </a:lnTo>
                  <a:lnTo>
                    <a:pt x="851786" y="4746199"/>
                  </a:lnTo>
                  <a:lnTo>
                    <a:pt x="851880" y="4746199"/>
                  </a:lnTo>
                  <a:lnTo>
                    <a:pt x="851974" y="4746199"/>
                  </a:lnTo>
                  <a:lnTo>
                    <a:pt x="852068" y="4746199"/>
                  </a:lnTo>
                  <a:lnTo>
                    <a:pt x="852162" y="4746199"/>
                  </a:lnTo>
                  <a:lnTo>
                    <a:pt x="852162" y="4740920"/>
                  </a:lnTo>
                  <a:lnTo>
                    <a:pt x="852256" y="4740920"/>
                  </a:lnTo>
                  <a:lnTo>
                    <a:pt x="852350" y="4740920"/>
                  </a:lnTo>
                  <a:lnTo>
                    <a:pt x="852444" y="4740920"/>
                  </a:lnTo>
                  <a:lnTo>
                    <a:pt x="852538" y="4740920"/>
                  </a:lnTo>
                  <a:lnTo>
                    <a:pt x="852632" y="4740920"/>
                  </a:lnTo>
                  <a:lnTo>
                    <a:pt x="852726" y="4740920"/>
                  </a:lnTo>
                  <a:lnTo>
                    <a:pt x="852820" y="4740920"/>
                  </a:lnTo>
                  <a:lnTo>
                    <a:pt x="852914" y="4740920"/>
                  </a:lnTo>
                  <a:lnTo>
                    <a:pt x="853008" y="4740920"/>
                  </a:lnTo>
                  <a:lnTo>
                    <a:pt x="853102" y="4740920"/>
                  </a:lnTo>
                  <a:lnTo>
                    <a:pt x="853196" y="4740920"/>
                  </a:lnTo>
                  <a:lnTo>
                    <a:pt x="853196" y="4735640"/>
                  </a:lnTo>
                  <a:lnTo>
                    <a:pt x="853290" y="4735640"/>
                  </a:lnTo>
                  <a:lnTo>
                    <a:pt x="853384" y="4735640"/>
                  </a:lnTo>
                  <a:lnTo>
                    <a:pt x="853478" y="4735640"/>
                  </a:lnTo>
                  <a:lnTo>
                    <a:pt x="853572" y="4735640"/>
                  </a:lnTo>
                  <a:lnTo>
                    <a:pt x="853666" y="4735640"/>
                  </a:lnTo>
                  <a:lnTo>
                    <a:pt x="853760" y="4735640"/>
                  </a:lnTo>
                  <a:lnTo>
                    <a:pt x="853854" y="4735640"/>
                  </a:lnTo>
                  <a:lnTo>
                    <a:pt x="853948" y="4735640"/>
                  </a:lnTo>
                  <a:lnTo>
                    <a:pt x="854042" y="4735640"/>
                  </a:lnTo>
                  <a:lnTo>
                    <a:pt x="854136" y="4735640"/>
                  </a:lnTo>
                  <a:lnTo>
                    <a:pt x="854231" y="4735640"/>
                  </a:lnTo>
                  <a:lnTo>
                    <a:pt x="854325" y="4735640"/>
                  </a:lnTo>
                  <a:lnTo>
                    <a:pt x="854419" y="4735640"/>
                  </a:lnTo>
                  <a:lnTo>
                    <a:pt x="854513" y="4735640"/>
                  </a:lnTo>
                  <a:lnTo>
                    <a:pt x="854607" y="4735640"/>
                  </a:lnTo>
                  <a:lnTo>
                    <a:pt x="854701" y="4735640"/>
                  </a:lnTo>
                  <a:lnTo>
                    <a:pt x="854795" y="4735640"/>
                  </a:lnTo>
                  <a:lnTo>
                    <a:pt x="854889" y="4735640"/>
                  </a:lnTo>
                  <a:lnTo>
                    <a:pt x="854983" y="4735640"/>
                  </a:lnTo>
                  <a:lnTo>
                    <a:pt x="855077" y="4735640"/>
                  </a:lnTo>
                  <a:lnTo>
                    <a:pt x="855171" y="4735640"/>
                  </a:lnTo>
                  <a:lnTo>
                    <a:pt x="855265" y="4735640"/>
                  </a:lnTo>
                  <a:lnTo>
                    <a:pt x="855359" y="4735640"/>
                  </a:lnTo>
                  <a:lnTo>
                    <a:pt x="855453" y="4735640"/>
                  </a:lnTo>
                  <a:lnTo>
                    <a:pt x="855547" y="4735640"/>
                  </a:lnTo>
                  <a:lnTo>
                    <a:pt x="855641" y="4735640"/>
                  </a:lnTo>
                  <a:lnTo>
                    <a:pt x="855735" y="4735640"/>
                  </a:lnTo>
                  <a:lnTo>
                    <a:pt x="855829" y="4735640"/>
                  </a:lnTo>
                  <a:lnTo>
                    <a:pt x="855923" y="4735640"/>
                  </a:lnTo>
                  <a:lnTo>
                    <a:pt x="856017" y="4735640"/>
                  </a:lnTo>
                  <a:lnTo>
                    <a:pt x="856111" y="4735640"/>
                  </a:lnTo>
                  <a:lnTo>
                    <a:pt x="856205" y="4735640"/>
                  </a:lnTo>
                  <a:lnTo>
                    <a:pt x="856299" y="4735640"/>
                  </a:lnTo>
                  <a:lnTo>
                    <a:pt x="856393" y="4735640"/>
                  </a:lnTo>
                  <a:lnTo>
                    <a:pt x="856487" y="4735640"/>
                  </a:lnTo>
                  <a:lnTo>
                    <a:pt x="856581" y="4735640"/>
                  </a:lnTo>
                  <a:lnTo>
                    <a:pt x="856675" y="4735640"/>
                  </a:lnTo>
                  <a:lnTo>
                    <a:pt x="856769" y="4735640"/>
                  </a:lnTo>
                  <a:lnTo>
                    <a:pt x="856863" y="4735640"/>
                  </a:lnTo>
                  <a:lnTo>
                    <a:pt x="856957" y="4735640"/>
                  </a:lnTo>
                  <a:lnTo>
                    <a:pt x="857051" y="4735640"/>
                  </a:lnTo>
                  <a:lnTo>
                    <a:pt x="857145" y="4735640"/>
                  </a:lnTo>
                  <a:lnTo>
                    <a:pt x="857239" y="4735640"/>
                  </a:lnTo>
                  <a:lnTo>
                    <a:pt x="857333" y="4735640"/>
                  </a:lnTo>
                  <a:lnTo>
                    <a:pt x="857427" y="4735640"/>
                  </a:lnTo>
                  <a:lnTo>
                    <a:pt x="857521" y="4735640"/>
                  </a:lnTo>
                  <a:lnTo>
                    <a:pt x="857615" y="4735640"/>
                  </a:lnTo>
                  <a:lnTo>
                    <a:pt x="857710" y="4735640"/>
                  </a:lnTo>
                  <a:lnTo>
                    <a:pt x="857804" y="4735640"/>
                  </a:lnTo>
                  <a:lnTo>
                    <a:pt x="857898" y="4735640"/>
                  </a:lnTo>
                  <a:lnTo>
                    <a:pt x="857992" y="4735640"/>
                  </a:lnTo>
                  <a:lnTo>
                    <a:pt x="858086" y="4735640"/>
                  </a:lnTo>
                  <a:lnTo>
                    <a:pt x="858180" y="4735640"/>
                  </a:lnTo>
                  <a:lnTo>
                    <a:pt x="858274" y="4735640"/>
                  </a:lnTo>
                  <a:lnTo>
                    <a:pt x="858368" y="4735640"/>
                  </a:lnTo>
                  <a:lnTo>
                    <a:pt x="858462" y="4735640"/>
                  </a:lnTo>
                  <a:lnTo>
                    <a:pt x="858556" y="4735640"/>
                  </a:lnTo>
                  <a:lnTo>
                    <a:pt x="858650" y="4735640"/>
                  </a:lnTo>
                  <a:lnTo>
                    <a:pt x="858744" y="4735640"/>
                  </a:lnTo>
                  <a:lnTo>
                    <a:pt x="858838" y="4735640"/>
                  </a:lnTo>
                  <a:lnTo>
                    <a:pt x="858932" y="4735640"/>
                  </a:lnTo>
                  <a:lnTo>
                    <a:pt x="859026" y="4735640"/>
                  </a:lnTo>
                  <a:lnTo>
                    <a:pt x="859120" y="4735640"/>
                  </a:lnTo>
                  <a:lnTo>
                    <a:pt x="859214" y="4735640"/>
                  </a:lnTo>
                  <a:lnTo>
                    <a:pt x="859308" y="4735640"/>
                  </a:lnTo>
                  <a:lnTo>
                    <a:pt x="859402" y="4735640"/>
                  </a:lnTo>
                  <a:lnTo>
                    <a:pt x="859496" y="4735640"/>
                  </a:lnTo>
                  <a:lnTo>
                    <a:pt x="859590" y="4735640"/>
                  </a:lnTo>
                  <a:lnTo>
                    <a:pt x="859684" y="4735640"/>
                  </a:lnTo>
                  <a:lnTo>
                    <a:pt x="859778" y="4735640"/>
                  </a:lnTo>
                  <a:lnTo>
                    <a:pt x="859872" y="4735640"/>
                  </a:lnTo>
                  <a:lnTo>
                    <a:pt x="859966" y="4735640"/>
                  </a:lnTo>
                  <a:lnTo>
                    <a:pt x="860060" y="4735640"/>
                  </a:lnTo>
                  <a:lnTo>
                    <a:pt x="860154" y="4735640"/>
                  </a:lnTo>
                  <a:lnTo>
                    <a:pt x="860248" y="4735640"/>
                  </a:lnTo>
                  <a:lnTo>
                    <a:pt x="860342" y="4735640"/>
                  </a:lnTo>
                  <a:lnTo>
                    <a:pt x="860436" y="4735640"/>
                  </a:lnTo>
                  <a:lnTo>
                    <a:pt x="860530" y="4735640"/>
                  </a:lnTo>
                  <a:lnTo>
                    <a:pt x="860624" y="4735640"/>
                  </a:lnTo>
                  <a:lnTo>
                    <a:pt x="860718" y="4735640"/>
                  </a:lnTo>
                  <a:lnTo>
                    <a:pt x="860812" y="4735640"/>
                  </a:lnTo>
                  <a:lnTo>
                    <a:pt x="860906" y="4735640"/>
                  </a:lnTo>
                  <a:lnTo>
                    <a:pt x="861000" y="4735640"/>
                  </a:lnTo>
                  <a:lnTo>
                    <a:pt x="861094" y="4735640"/>
                  </a:lnTo>
                  <a:lnTo>
                    <a:pt x="861188" y="4735640"/>
                  </a:lnTo>
                  <a:lnTo>
                    <a:pt x="861283" y="4735640"/>
                  </a:lnTo>
                  <a:lnTo>
                    <a:pt x="861377" y="4735640"/>
                  </a:lnTo>
                  <a:lnTo>
                    <a:pt x="861471" y="4735640"/>
                  </a:lnTo>
                  <a:lnTo>
                    <a:pt x="861565" y="4735640"/>
                  </a:lnTo>
                  <a:lnTo>
                    <a:pt x="861659" y="4735640"/>
                  </a:lnTo>
                  <a:lnTo>
                    <a:pt x="861753" y="4735640"/>
                  </a:lnTo>
                  <a:lnTo>
                    <a:pt x="861847" y="4735640"/>
                  </a:lnTo>
                  <a:lnTo>
                    <a:pt x="861941" y="4735640"/>
                  </a:lnTo>
                  <a:lnTo>
                    <a:pt x="862035" y="4735640"/>
                  </a:lnTo>
                  <a:lnTo>
                    <a:pt x="862129" y="4735640"/>
                  </a:lnTo>
                  <a:lnTo>
                    <a:pt x="862223" y="4735640"/>
                  </a:lnTo>
                  <a:lnTo>
                    <a:pt x="862317" y="4735640"/>
                  </a:lnTo>
                  <a:lnTo>
                    <a:pt x="862411" y="4735640"/>
                  </a:lnTo>
                  <a:lnTo>
                    <a:pt x="862505" y="4735640"/>
                  </a:lnTo>
                  <a:lnTo>
                    <a:pt x="862599" y="4735640"/>
                  </a:lnTo>
                  <a:lnTo>
                    <a:pt x="862693" y="4735640"/>
                  </a:lnTo>
                  <a:lnTo>
                    <a:pt x="862787" y="4735640"/>
                  </a:lnTo>
                  <a:lnTo>
                    <a:pt x="862881" y="4735640"/>
                  </a:lnTo>
                  <a:lnTo>
                    <a:pt x="862975" y="4735640"/>
                  </a:lnTo>
                  <a:lnTo>
                    <a:pt x="863069" y="4735640"/>
                  </a:lnTo>
                  <a:lnTo>
                    <a:pt x="863163" y="4735640"/>
                  </a:lnTo>
                  <a:lnTo>
                    <a:pt x="863257" y="4735640"/>
                  </a:lnTo>
                  <a:lnTo>
                    <a:pt x="863351" y="4735640"/>
                  </a:lnTo>
                  <a:lnTo>
                    <a:pt x="863445" y="4735640"/>
                  </a:lnTo>
                  <a:lnTo>
                    <a:pt x="863539" y="4735640"/>
                  </a:lnTo>
                  <a:lnTo>
                    <a:pt x="863633" y="4735640"/>
                  </a:lnTo>
                  <a:lnTo>
                    <a:pt x="863727" y="4735640"/>
                  </a:lnTo>
                  <a:lnTo>
                    <a:pt x="863821" y="4735640"/>
                  </a:lnTo>
                  <a:lnTo>
                    <a:pt x="863915" y="4735640"/>
                  </a:lnTo>
                  <a:lnTo>
                    <a:pt x="864009" y="4735640"/>
                  </a:lnTo>
                  <a:lnTo>
                    <a:pt x="864103" y="4735640"/>
                  </a:lnTo>
                  <a:lnTo>
                    <a:pt x="864197" y="4735640"/>
                  </a:lnTo>
                  <a:lnTo>
                    <a:pt x="864291" y="4735640"/>
                  </a:lnTo>
                  <a:lnTo>
                    <a:pt x="864385" y="4735640"/>
                  </a:lnTo>
                  <a:lnTo>
                    <a:pt x="864479" y="4735640"/>
                  </a:lnTo>
                  <a:lnTo>
                    <a:pt x="864573" y="4735640"/>
                  </a:lnTo>
                  <a:lnTo>
                    <a:pt x="864667" y="4735640"/>
                  </a:lnTo>
                  <a:lnTo>
                    <a:pt x="864761" y="4735640"/>
                  </a:lnTo>
                  <a:lnTo>
                    <a:pt x="864856" y="4735640"/>
                  </a:lnTo>
                  <a:lnTo>
                    <a:pt x="864950" y="4735640"/>
                  </a:lnTo>
                  <a:lnTo>
                    <a:pt x="865044" y="4735640"/>
                  </a:lnTo>
                  <a:lnTo>
                    <a:pt x="865138" y="4735640"/>
                  </a:lnTo>
                  <a:lnTo>
                    <a:pt x="865232" y="4735640"/>
                  </a:lnTo>
                  <a:lnTo>
                    <a:pt x="865326" y="4735640"/>
                  </a:lnTo>
                  <a:lnTo>
                    <a:pt x="865420" y="4735640"/>
                  </a:lnTo>
                  <a:lnTo>
                    <a:pt x="865514" y="4735640"/>
                  </a:lnTo>
                  <a:lnTo>
                    <a:pt x="865608" y="4735640"/>
                  </a:lnTo>
                  <a:lnTo>
                    <a:pt x="865702" y="4735640"/>
                  </a:lnTo>
                  <a:lnTo>
                    <a:pt x="865796" y="4735640"/>
                  </a:lnTo>
                  <a:lnTo>
                    <a:pt x="865890" y="4735640"/>
                  </a:lnTo>
                  <a:lnTo>
                    <a:pt x="865984" y="4735640"/>
                  </a:lnTo>
                  <a:lnTo>
                    <a:pt x="866078" y="4735640"/>
                  </a:lnTo>
                  <a:lnTo>
                    <a:pt x="866172" y="4735640"/>
                  </a:lnTo>
                  <a:lnTo>
                    <a:pt x="866266" y="4735640"/>
                  </a:lnTo>
                  <a:lnTo>
                    <a:pt x="866360" y="4735640"/>
                  </a:lnTo>
                  <a:lnTo>
                    <a:pt x="866454" y="4735640"/>
                  </a:lnTo>
                  <a:lnTo>
                    <a:pt x="866548" y="4735640"/>
                  </a:lnTo>
                  <a:lnTo>
                    <a:pt x="866642" y="4735640"/>
                  </a:lnTo>
                  <a:lnTo>
                    <a:pt x="866736" y="4735640"/>
                  </a:lnTo>
                  <a:lnTo>
                    <a:pt x="866830" y="4735640"/>
                  </a:lnTo>
                  <a:lnTo>
                    <a:pt x="866830" y="4730361"/>
                  </a:lnTo>
                  <a:lnTo>
                    <a:pt x="866924" y="4730361"/>
                  </a:lnTo>
                  <a:lnTo>
                    <a:pt x="867018" y="4730361"/>
                  </a:lnTo>
                  <a:lnTo>
                    <a:pt x="867112" y="4730361"/>
                  </a:lnTo>
                  <a:lnTo>
                    <a:pt x="867206" y="4730361"/>
                  </a:lnTo>
                  <a:lnTo>
                    <a:pt x="867300" y="4730361"/>
                  </a:lnTo>
                  <a:lnTo>
                    <a:pt x="867394" y="4730361"/>
                  </a:lnTo>
                  <a:lnTo>
                    <a:pt x="867488" y="4730361"/>
                  </a:lnTo>
                  <a:lnTo>
                    <a:pt x="867582" y="4730361"/>
                  </a:lnTo>
                  <a:lnTo>
                    <a:pt x="867676" y="4730361"/>
                  </a:lnTo>
                  <a:lnTo>
                    <a:pt x="867770" y="4730361"/>
                  </a:lnTo>
                  <a:lnTo>
                    <a:pt x="867864" y="4730361"/>
                  </a:lnTo>
                  <a:lnTo>
                    <a:pt x="867958" y="4730361"/>
                  </a:lnTo>
                  <a:lnTo>
                    <a:pt x="868052" y="4730361"/>
                  </a:lnTo>
                  <a:lnTo>
                    <a:pt x="868146" y="4730361"/>
                  </a:lnTo>
                  <a:lnTo>
                    <a:pt x="868240" y="4730361"/>
                  </a:lnTo>
                  <a:lnTo>
                    <a:pt x="868335" y="4730361"/>
                  </a:lnTo>
                  <a:lnTo>
                    <a:pt x="868429" y="4730361"/>
                  </a:lnTo>
                  <a:lnTo>
                    <a:pt x="868523" y="4730361"/>
                  </a:lnTo>
                  <a:lnTo>
                    <a:pt x="868617" y="4730361"/>
                  </a:lnTo>
                  <a:lnTo>
                    <a:pt x="868711" y="4730361"/>
                  </a:lnTo>
                  <a:lnTo>
                    <a:pt x="868805" y="4730361"/>
                  </a:lnTo>
                  <a:lnTo>
                    <a:pt x="868899" y="4730361"/>
                  </a:lnTo>
                  <a:lnTo>
                    <a:pt x="868993" y="4730361"/>
                  </a:lnTo>
                  <a:lnTo>
                    <a:pt x="869087" y="4730361"/>
                  </a:lnTo>
                  <a:lnTo>
                    <a:pt x="869181" y="4730361"/>
                  </a:lnTo>
                  <a:lnTo>
                    <a:pt x="869275" y="4730361"/>
                  </a:lnTo>
                  <a:lnTo>
                    <a:pt x="869369" y="4730361"/>
                  </a:lnTo>
                  <a:lnTo>
                    <a:pt x="869463" y="4730361"/>
                  </a:lnTo>
                  <a:lnTo>
                    <a:pt x="869557" y="4730361"/>
                  </a:lnTo>
                  <a:lnTo>
                    <a:pt x="869651" y="4730361"/>
                  </a:lnTo>
                  <a:lnTo>
                    <a:pt x="869745" y="4730361"/>
                  </a:lnTo>
                  <a:lnTo>
                    <a:pt x="869839" y="4730361"/>
                  </a:lnTo>
                  <a:lnTo>
                    <a:pt x="869933" y="4730361"/>
                  </a:lnTo>
                  <a:lnTo>
                    <a:pt x="870027" y="4730361"/>
                  </a:lnTo>
                  <a:lnTo>
                    <a:pt x="870121" y="4730361"/>
                  </a:lnTo>
                  <a:lnTo>
                    <a:pt x="870215" y="4730361"/>
                  </a:lnTo>
                  <a:lnTo>
                    <a:pt x="870309" y="4730361"/>
                  </a:lnTo>
                  <a:lnTo>
                    <a:pt x="870403" y="4730361"/>
                  </a:lnTo>
                  <a:lnTo>
                    <a:pt x="870497" y="4730361"/>
                  </a:lnTo>
                  <a:lnTo>
                    <a:pt x="870591" y="4730361"/>
                  </a:lnTo>
                  <a:lnTo>
                    <a:pt x="870685" y="4730361"/>
                  </a:lnTo>
                  <a:lnTo>
                    <a:pt x="870779" y="4730361"/>
                  </a:lnTo>
                  <a:lnTo>
                    <a:pt x="870873" y="4730361"/>
                  </a:lnTo>
                  <a:lnTo>
                    <a:pt x="870967" y="4730361"/>
                  </a:lnTo>
                  <a:lnTo>
                    <a:pt x="871061" y="4730361"/>
                  </a:lnTo>
                  <a:lnTo>
                    <a:pt x="871155" y="4730361"/>
                  </a:lnTo>
                  <a:lnTo>
                    <a:pt x="871249" y="4730361"/>
                  </a:lnTo>
                  <a:lnTo>
                    <a:pt x="871343" y="4730361"/>
                  </a:lnTo>
                  <a:lnTo>
                    <a:pt x="871437" y="4730361"/>
                  </a:lnTo>
                  <a:lnTo>
                    <a:pt x="871531" y="4730361"/>
                  </a:lnTo>
                  <a:lnTo>
                    <a:pt x="871625" y="4730361"/>
                  </a:lnTo>
                  <a:lnTo>
                    <a:pt x="871719" y="4730361"/>
                  </a:lnTo>
                  <a:lnTo>
                    <a:pt x="871813" y="4730361"/>
                  </a:lnTo>
                  <a:lnTo>
                    <a:pt x="871908" y="4730361"/>
                  </a:lnTo>
                  <a:lnTo>
                    <a:pt x="872002" y="4730361"/>
                  </a:lnTo>
                  <a:lnTo>
                    <a:pt x="872096" y="4730361"/>
                  </a:lnTo>
                  <a:lnTo>
                    <a:pt x="872190" y="4730361"/>
                  </a:lnTo>
                  <a:lnTo>
                    <a:pt x="872284" y="4730361"/>
                  </a:lnTo>
                  <a:lnTo>
                    <a:pt x="872284" y="4725082"/>
                  </a:lnTo>
                  <a:lnTo>
                    <a:pt x="872378" y="4725082"/>
                  </a:lnTo>
                  <a:lnTo>
                    <a:pt x="872472" y="4725082"/>
                  </a:lnTo>
                  <a:lnTo>
                    <a:pt x="872566" y="4725082"/>
                  </a:lnTo>
                  <a:lnTo>
                    <a:pt x="872660" y="4725082"/>
                  </a:lnTo>
                  <a:lnTo>
                    <a:pt x="872754" y="4725082"/>
                  </a:lnTo>
                  <a:lnTo>
                    <a:pt x="872848" y="4725082"/>
                  </a:lnTo>
                  <a:lnTo>
                    <a:pt x="872942" y="4725082"/>
                  </a:lnTo>
                  <a:lnTo>
                    <a:pt x="873036" y="4725082"/>
                  </a:lnTo>
                  <a:lnTo>
                    <a:pt x="873130" y="4725082"/>
                  </a:lnTo>
                  <a:lnTo>
                    <a:pt x="873224" y="4725082"/>
                  </a:lnTo>
                  <a:lnTo>
                    <a:pt x="873318" y="4725082"/>
                  </a:lnTo>
                  <a:lnTo>
                    <a:pt x="873412" y="4725082"/>
                  </a:lnTo>
                  <a:lnTo>
                    <a:pt x="873506" y="4725082"/>
                  </a:lnTo>
                  <a:lnTo>
                    <a:pt x="873600" y="4725082"/>
                  </a:lnTo>
                  <a:lnTo>
                    <a:pt x="873694" y="4725082"/>
                  </a:lnTo>
                  <a:lnTo>
                    <a:pt x="873788" y="4725082"/>
                  </a:lnTo>
                  <a:lnTo>
                    <a:pt x="873882" y="4725082"/>
                  </a:lnTo>
                  <a:lnTo>
                    <a:pt x="873976" y="4725082"/>
                  </a:lnTo>
                  <a:lnTo>
                    <a:pt x="874070" y="4725082"/>
                  </a:lnTo>
                  <a:lnTo>
                    <a:pt x="874164" y="4725082"/>
                  </a:lnTo>
                  <a:lnTo>
                    <a:pt x="874258" y="4725082"/>
                  </a:lnTo>
                  <a:lnTo>
                    <a:pt x="874352" y="4725082"/>
                  </a:lnTo>
                  <a:lnTo>
                    <a:pt x="874446" y="4725082"/>
                  </a:lnTo>
                  <a:lnTo>
                    <a:pt x="874540" y="4725082"/>
                  </a:lnTo>
                  <a:lnTo>
                    <a:pt x="874634" y="4725082"/>
                  </a:lnTo>
                  <a:lnTo>
                    <a:pt x="874728" y="4725082"/>
                  </a:lnTo>
                  <a:lnTo>
                    <a:pt x="874822" y="4725082"/>
                  </a:lnTo>
                  <a:lnTo>
                    <a:pt x="874916" y="4725082"/>
                  </a:lnTo>
                  <a:lnTo>
                    <a:pt x="875010" y="4725082"/>
                  </a:lnTo>
                  <a:lnTo>
                    <a:pt x="875104" y="4725082"/>
                  </a:lnTo>
                  <a:lnTo>
                    <a:pt x="875198" y="4725082"/>
                  </a:lnTo>
                  <a:lnTo>
                    <a:pt x="875292" y="4725082"/>
                  </a:lnTo>
                  <a:lnTo>
                    <a:pt x="875386" y="4725082"/>
                  </a:lnTo>
                  <a:lnTo>
                    <a:pt x="875481" y="4725082"/>
                  </a:lnTo>
                  <a:lnTo>
                    <a:pt x="875575" y="4725082"/>
                  </a:lnTo>
                  <a:lnTo>
                    <a:pt x="875669" y="4725082"/>
                  </a:lnTo>
                  <a:lnTo>
                    <a:pt x="875763" y="4725082"/>
                  </a:lnTo>
                  <a:lnTo>
                    <a:pt x="875857" y="4725082"/>
                  </a:lnTo>
                  <a:lnTo>
                    <a:pt x="875951" y="4725082"/>
                  </a:lnTo>
                  <a:lnTo>
                    <a:pt x="876045" y="4725082"/>
                  </a:lnTo>
                  <a:lnTo>
                    <a:pt x="876139" y="4725082"/>
                  </a:lnTo>
                  <a:lnTo>
                    <a:pt x="876139" y="4719802"/>
                  </a:lnTo>
                  <a:lnTo>
                    <a:pt x="876233" y="4719802"/>
                  </a:lnTo>
                  <a:lnTo>
                    <a:pt x="876327" y="4719802"/>
                  </a:lnTo>
                  <a:lnTo>
                    <a:pt x="876421" y="4719802"/>
                  </a:lnTo>
                  <a:lnTo>
                    <a:pt x="876515" y="4719802"/>
                  </a:lnTo>
                  <a:lnTo>
                    <a:pt x="876609" y="4719802"/>
                  </a:lnTo>
                  <a:lnTo>
                    <a:pt x="876703" y="4719802"/>
                  </a:lnTo>
                  <a:lnTo>
                    <a:pt x="876797" y="4719802"/>
                  </a:lnTo>
                  <a:lnTo>
                    <a:pt x="876891" y="4719802"/>
                  </a:lnTo>
                  <a:lnTo>
                    <a:pt x="876985" y="4719802"/>
                  </a:lnTo>
                  <a:lnTo>
                    <a:pt x="877079" y="4719802"/>
                  </a:lnTo>
                  <a:lnTo>
                    <a:pt x="877173" y="4719802"/>
                  </a:lnTo>
                  <a:lnTo>
                    <a:pt x="877267" y="4719802"/>
                  </a:lnTo>
                  <a:lnTo>
                    <a:pt x="877361" y="4719802"/>
                  </a:lnTo>
                  <a:lnTo>
                    <a:pt x="877455" y="4719802"/>
                  </a:lnTo>
                  <a:lnTo>
                    <a:pt x="877549" y="4719802"/>
                  </a:lnTo>
                  <a:lnTo>
                    <a:pt x="877643" y="4719802"/>
                  </a:lnTo>
                  <a:lnTo>
                    <a:pt x="877737" y="4719802"/>
                  </a:lnTo>
                  <a:lnTo>
                    <a:pt x="877831" y="4719802"/>
                  </a:lnTo>
                  <a:lnTo>
                    <a:pt x="877925" y="4719802"/>
                  </a:lnTo>
                  <a:lnTo>
                    <a:pt x="878019" y="4719802"/>
                  </a:lnTo>
                  <a:lnTo>
                    <a:pt x="878113" y="4719802"/>
                  </a:lnTo>
                  <a:lnTo>
                    <a:pt x="878207" y="4719802"/>
                  </a:lnTo>
                  <a:lnTo>
                    <a:pt x="878301" y="4719802"/>
                  </a:lnTo>
                  <a:lnTo>
                    <a:pt x="878395" y="4719802"/>
                  </a:lnTo>
                  <a:lnTo>
                    <a:pt x="878489" y="4719802"/>
                  </a:lnTo>
                  <a:lnTo>
                    <a:pt x="878583" y="4719802"/>
                  </a:lnTo>
                  <a:lnTo>
                    <a:pt x="878677" y="4719802"/>
                  </a:lnTo>
                  <a:lnTo>
                    <a:pt x="878771" y="4719802"/>
                  </a:lnTo>
                  <a:lnTo>
                    <a:pt x="878865" y="4719802"/>
                  </a:lnTo>
                  <a:lnTo>
                    <a:pt x="878960" y="4719802"/>
                  </a:lnTo>
                  <a:lnTo>
                    <a:pt x="879054" y="4719802"/>
                  </a:lnTo>
                  <a:lnTo>
                    <a:pt x="879148" y="4719802"/>
                  </a:lnTo>
                  <a:lnTo>
                    <a:pt x="879242" y="4719802"/>
                  </a:lnTo>
                  <a:lnTo>
                    <a:pt x="879336" y="4719802"/>
                  </a:lnTo>
                  <a:lnTo>
                    <a:pt x="879430" y="4719802"/>
                  </a:lnTo>
                  <a:lnTo>
                    <a:pt x="879524" y="4719802"/>
                  </a:lnTo>
                  <a:lnTo>
                    <a:pt x="879618" y="4719802"/>
                  </a:lnTo>
                  <a:lnTo>
                    <a:pt x="879712" y="4719802"/>
                  </a:lnTo>
                  <a:lnTo>
                    <a:pt x="879806" y="4719802"/>
                  </a:lnTo>
                  <a:lnTo>
                    <a:pt x="879900" y="4719802"/>
                  </a:lnTo>
                  <a:lnTo>
                    <a:pt x="879994" y="4719802"/>
                  </a:lnTo>
                  <a:lnTo>
                    <a:pt x="880088" y="4719802"/>
                  </a:lnTo>
                  <a:lnTo>
                    <a:pt x="880182" y="4719802"/>
                  </a:lnTo>
                  <a:lnTo>
                    <a:pt x="880276" y="4719802"/>
                  </a:lnTo>
                  <a:lnTo>
                    <a:pt x="880370" y="4719802"/>
                  </a:lnTo>
                  <a:lnTo>
                    <a:pt x="880464" y="4719802"/>
                  </a:lnTo>
                  <a:lnTo>
                    <a:pt x="880464" y="4714523"/>
                  </a:lnTo>
                  <a:lnTo>
                    <a:pt x="880558" y="4714523"/>
                  </a:lnTo>
                  <a:lnTo>
                    <a:pt x="880652" y="4714523"/>
                  </a:lnTo>
                  <a:lnTo>
                    <a:pt x="880746" y="4714523"/>
                  </a:lnTo>
                  <a:lnTo>
                    <a:pt x="880840" y="4714523"/>
                  </a:lnTo>
                  <a:lnTo>
                    <a:pt x="880934" y="4714523"/>
                  </a:lnTo>
                  <a:lnTo>
                    <a:pt x="881028" y="4714523"/>
                  </a:lnTo>
                  <a:lnTo>
                    <a:pt x="881028" y="4709243"/>
                  </a:lnTo>
                  <a:lnTo>
                    <a:pt x="881122" y="4709243"/>
                  </a:lnTo>
                  <a:lnTo>
                    <a:pt x="881216" y="4709243"/>
                  </a:lnTo>
                  <a:lnTo>
                    <a:pt x="881310" y="4709243"/>
                  </a:lnTo>
                  <a:lnTo>
                    <a:pt x="881404" y="4709243"/>
                  </a:lnTo>
                  <a:lnTo>
                    <a:pt x="881498" y="4709243"/>
                  </a:lnTo>
                  <a:lnTo>
                    <a:pt x="881592" y="4709243"/>
                  </a:lnTo>
                  <a:lnTo>
                    <a:pt x="881686" y="4709243"/>
                  </a:lnTo>
                  <a:lnTo>
                    <a:pt x="881780" y="4709243"/>
                  </a:lnTo>
                  <a:lnTo>
                    <a:pt x="881874" y="4709243"/>
                  </a:lnTo>
                  <a:lnTo>
                    <a:pt x="881968" y="4709243"/>
                  </a:lnTo>
                  <a:lnTo>
                    <a:pt x="882062" y="4709243"/>
                  </a:lnTo>
                  <a:lnTo>
                    <a:pt x="882156" y="4709243"/>
                  </a:lnTo>
                  <a:lnTo>
                    <a:pt x="882250" y="4709243"/>
                  </a:lnTo>
                  <a:lnTo>
                    <a:pt x="882344" y="4709243"/>
                  </a:lnTo>
                  <a:lnTo>
                    <a:pt x="882438" y="4709243"/>
                  </a:lnTo>
                  <a:lnTo>
                    <a:pt x="882533" y="4709243"/>
                  </a:lnTo>
                  <a:lnTo>
                    <a:pt x="882627" y="4709243"/>
                  </a:lnTo>
                  <a:lnTo>
                    <a:pt x="882721" y="4709243"/>
                  </a:lnTo>
                  <a:lnTo>
                    <a:pt x="882815" y="4709243"/>
                  </a:lnTo>
                  <a:lnTo>
                    <a:pt x="882909" y="4709243"/>
                  </a:lnTo>
                  <a:lnTo>
                    <a:pt x="883003" y="4709243"/>
                  </a:lnTo>
                  <a:lnTo>
                    <a:pt x="883097" y="4709243"/>
                  </a:lnTo>
                  <a:lnTo>
                    <a:pt x="883191" y="4709243"/>
                  </a:lnTo>
                  <a:lnTo>
                    <a:pt x="883285" y="4709243"/>
                  </a:lnTo>
                  <a:lnTo>
                    <a:pt x="883379" y="4709243"/>
                  </a:lnTo>
                  <a:lnTo>
                    <a:pt x="883473" y="4709243"/>
                  </a:lnTo>
                  <a:lnTo>
                    <a:pt x="883567" y="4709243"/>
                  </a:lnTo>
                  <a:lnTo>
                    <a:pt x="883661" y="4709243"/>
                  </a:lnTo>
                  <a:lnTo>
                    <a:pt x="883755" y="4709243"/>
                  </a:lnTo>
                  <a:lnTo>
                    <a:pt x="883849" y="4709243"/>
                  </a:lnTo>
                  <a:lnTo>
                    <a:pt x="883943" y="4709243"/>
                  </a:lnTo>
                  <a:lnTo>
                    <a:pt x="884037" y="4709243"/>
                  </a:lnTo>
                  <a:lnTo>
                    <a:pt x="884131" y="4709243"/>
                  </a:lnTo>
                  <a:lnTo>
                    <a:pt x="884225" y="4709243"/>
                  </a:lnTo>
                  <a:lnTo>
                    <a:pt x="884319" y="4709243"/>
                  </a:lnTo>
                  <a:lnTo>
                    <a:pt x="884413" y="4709243"/>
                  </a:lnTo>
                  <a:lnTo>
                    <a:pt x="884507" y="4709243"/>
                  </a:lnTo>
                  <a:lnTo>
                    <a:pt x="884601" y="4709243"/>
                  </a:lnTo>
                  <a:lnTo>
                    <a:pt x="884601" y="4703964"/>
                  </a:lnTo>
                  <a:lnTo>
                    <a:pt x="884695" y="4703964"/>
                  </a:lnTo>
                  <a:lnTo>
                    <a:pt x="884789" y="4703964"/>
                  </a:lnTo>
                  <a:lnTo>
                    <a:pt x="884883" y="4703964"/>
                  </a:lnTo>
                  <a:lnTo>
                    <a:pt x="884977" y="4703964"/>
                  </a:lnTo>
                  <a:lnTo>
                    <a:pt x="885071" y="4703964"/>
                  </a:lnTo>
                  <a:lnTo>
                    <a:pt x="885071" y="4698684"/>
                  </a:lnTo>
                  <a:lnTo>
                    <a:pt x="885165" y="4698684"/>
                  </a:lnTo>
                  <a:lnTo>
                    <a:pt x="885259" y="4698684"/>
                  </a:lnTo>
                  <a:lnTo>
                    <a:pt x="885353" y="4698684"/>
                  </a:lnTo>
                  <a:lnTo>
                    <a:pt x="885447" y="4698684"/>
                  </a:lnTo>
                  <a:lnTo>
                    <a:pt x="885541" y="4698684"/>
                  </a:lnTo>
                  <a:lnTo>
                    <a:pt x="885635" y="4698684"/>
                  </a:lnTo>
                  <a:lnTo>
                    <a:pt x="885729" y="4698684"/>
                  </a:lnTo>
                  <a:lnTo>
                    <a:pt x="885823" y="4698684"/>
                  </a:lnTo>
                  <a:lnTo>
                    <a:pt x="885917" y="4698684"/>
                  </a:lnTo>
                  <a:lnTo>
                    <a:pt x="886011" y="4698684"/>
                  </a:lnTo>
                  <a:lnTo>
                    <a:pt x="886106" y="4698684"/>
                  </a:lnTo>
                  <a:lnTo>
                    <a:pt x="886200" y="4698684"/>
                  </a:lnTo>
                  <a:lnTo>
                    <a:pt x="886294" y="4698684"/>
                  </a:lnTo>
                  <a:lnTo>
                    <a:pt x="886388" y="4698684"/>
                  </a:lnTo>
                  <a:lnTo>
                    <a:pt x="886482" y="4698684"/>
                  </a:lnTo>
                  <a:lnTo>
                    <a:pt x="886576" y="4698684"/>
                  </a:lnTo>
                  <a:lnTo>
                    <a:pt x="886670" y="4698684"/>
                  </a:lnTo>
                  <a:lnTo>
                    <a:pt x="886764" y="4698684"/>
                  </a:lnTo>
                  <a:lnTo>
                    <a:pt x="886858" y="4698684"/>
                  </a:lnTo>
                  <a:lnTo>
                    <a:pt x="886952" y="4698684"/>
                  </a:lnTo>
                  <a:lnTo>
                    <a:pt x="887046" y="4698684"/>
                  </a:lnTo>
                  <a:lnTo>
                    <a:pt x="887140" y="4698684"/>
                  </a:lnTo>
                  <a:lnTo>
                    <a:pt x="887234" y="4698684"/>
                  </a:lnTo>
                  <a:lnTo>
                    <a:pt x="887328" y="4698684"/>
                  </a:lnTo>
                  <a:lnTo>
                    <a:pt x="887422" y="4698684"/>
                  </a:lnTo>
                  <a:lnTo>
                    <a:pt x="887516" y="4698684"/>
                  </a:lnTo>
                  <a:lnTo>
                    <a:pt x="887610" y="4698684"/>
                  </a:lnTo>
                  <a:lnTo>
                    <a:pt x="887704" y="4698684"/>
                  </a:lnTo>
                  <a:lnTo>
                    <a:pt x="887798" y="4698684"/>
                  </a:lnTo>
                  <a:lnTo>
                    <a:pt x="887892" y="4698684"/>
                  </a:lnTo>
                  <a:lnTo>
                    <a:pt x="887986" y="4698684"/>
                  </a:lnTo>
                  <a:lnTo>
                    <a:pt x="888080" y="4698684"/>
                  </a:lnTo>
                  <a:lnTo>
                    <a:pt x="888174" y="4698684"/>
                  </a:lnTo>
                  <a:lnTo>
                    <a:pt x="888268" y="4698684"/>
                  </a:lnTo>
                  <a:lnTo>
                    <a:pt x="888268" y="4693405"/>
                  </a:lnTo>
                  <a:lnTo>
                    <a:pt x="888362" y="4693405"/>
                  </a:lnTo>
                  <a:lnTo>
                    <a:pt x="888456" y="4693405"/>
                  </a:lnTo>
                  <a:lnTo>
                    <a:pt x="888550" y="4693405"/>
                  </a:lnTo>
                  <a:lnTo>
                    <a:pt x="888644" y="4693405"/>
                  </a:lnTo>
                  <a:lnTo>
                    <a:pt x="888738" y="4693405"/>
                  </a:lnTo>
                  <a:lnTo>
                    <a:pt x="888832" y="4693405"/>
                  </a:lnTo>
                  <a:lnTo>
                    <a:pt x="888926" y="4693405"/>
                  </a:lnTo>
                  <a:lnTo>
                    <a:pt x="889020" y="4693405"/>
                  </a:lnTo>
                  <a:lnTo>
                    <a:pt x="889114" y="4693405"/>
                  </a:lnTo>
                  <a:lnTo>
                    <a:pt x="889208" y="4693405"/>
                  </a:lnTo>
                  <a:lnTo>
                    <a:pt x="889302" y="4693405"/>
                  </a:lnTo>
                  <a:lnTo>
                    <a:pt x="889396" y="4693405"/>
                  </a:lnTo>
                  <a:lnTo>
                    <a:pt x="889490" y="4693405"/>
                  </a:lnTo>
                  <a:lnTo>
                    <a:pt x="889584" y="4693405"/>
                  </a:lnTo>
                  <a:lnTo>
                    <a:pt x="889679" y="4693405"/>
                  </a:lnTo>
                  <a:lnTo>
                    <a:pt x="889773" y="4693405"/>
                  </a:lnTo>
                  <a:lnTo>
                    <a:pt x="889867" y="4693405"/>
                  </a:lnTo>
                  <a:lnTo>
                    <a:pt x="889961" y="4693405"/>
                  </a:lnTo>
                  <a:lnTo>
                    <a:pt x="890055" y="4693405"/>
                  </a:lnTo>
                  <a:lnTo>
                    <a:pt x="890149" y="4693405"/>
                  </a:lnTo>
                  <a:lnTo>
                    <a:pt x="890243" y="4693405"/>
                  </a:lnTo>
                  <a:lnTo>
                    <a:pt x="890337" y="4693405"/>
                  </a:lnTo>
                  <a:lnTo>
                    <a:pt x="890431" y="4693405"/>
                  </a:lnTo>
                  <a:lnTo>
                    <a:pt x="890525" y="4693405"/>
                  </a:lnTo>
                  <a:lnTo>
                    <a:pt x="890619" y="4693405"/>
                  </a:lnTo>
                  <a:lnTo>
                    <a:pt x="890713" y="4693405"/>
                  </a:lnTo>
                  <a:lnTo>
                    <a:pt x="890807" y="4693405"/>
                  </a:lnTo>
                  <a:lnTo>
                    <a:pt x="890901" y="4693405"/>
                  </a:lnTo>
                  <a:lnTo>
                    <a:pt x="890995" y="4693405"/>
                  </a:lnTo>
                  <a:lnTo>
                    <a:pt x="891089" y="4693405"/>
                  </a:lnTo>
                  <a:lnTo>
                    <a:pt x="891089" y="4688126"/>
                  </a:lnTo>
                  <a:lnTo>
                    <a:pt x="891183" y="4688126"/>
                  </a:lnTo>
                  <a:lnTo>
                    <a:pt x="891277" y="4688126"/>
                  </a:lnTo>
                  <a:lnTo>
                    <a:pt x="891371" y="4688126"/>
                  </a:lnTo>
                  <a:lnTo>
                    <a:pt x="891465" y="4688126"/>
                  </a:lnTo>
                  <a:lnTo>
                    <a:pt x="891559" y="4688126"/>
                  </a:lnTo>
                  <a:lnTo>
                    <a:pt x="891653" y="4688126"/>
                  </a:lnTo>
                  <a:lnTo>
                    <a:pt x="891747" y="4688126"/>
                  </a:lnTo>
                  <a:lnTo>
                    <a:pt x="891841" y="4688126"/>
                  </a:lnTo>
                  <a:lnTo>
                    <a:pt x="891935" y="4688126"/>
                  </a:lnTo>
                  <a:lnTo>
                    <a:pt x="892029" y="4688126"/>
                  </a:lnTo>
                  <a:lnTo>
                    <a:pt x="892123" y="4688126"/>
                  </a:lnTo>
                  <a:lnTo>
                    <a:pt x="892217" y="4688126"/>
                  </a:lnTo>
                  <a:lnTo>
                    <a:pt x="892311" y="4688126"/>
                  </a:lnTo>
                  <a:lnTo>
                    <a:pt x="892405" y="4688126"/>
                  </a:lnTo>
                  <a:lnTo>
                    <a:pt x="892499" y="4688126"/>
                  </a:lnTo>
                  <a:lnTo>
                    <a:pt x="892593" y="4688126"/>
                  </a:lnTo>
                  <a:lnTo>
                    <a:pt x="892593" y="4682846"/>
                  </a:lnTo>
                  <a:lnTo>
                    <a:pt x="892687" y="4682846"/>
                  </a:lnTo>
                  <a:lnTo>
                    <a:pt x="892781" y="4682846"/>
                  </a:lnTo>
                  <a:lnTo>
                    <a:pt x="892875" y="4682846"/>
                  </a:lnTo>
                  <a:lnTo>
                    <a:pt x="892969" y="4682846"/>
                  </a:lnTo>
                  <a:lnTo>
                    <a:pt x="893063" y="4682846"/>
                  </a:lnTo>
                  <a:lnTo>
                    <a:pt x="893158" y="4682846"/>
                  </a:lnTo>
                  <a:lnTo>
                    <a:pt x="893252" y="4682846"/>
                  </a:lnTo>
                  <a:lnTo>
                    <a:pt x="893346" y="4682846"/>
                  </a:lnTo>
                  <a:lnTo>
                    <a:pt x="893440" y="4682846"/>
                  </a:lnTo>
                  <a:lnTo>
                    <a:pt x="893534" y="4682846"/>
                  </a:lnTo>
                  <a:lnTo>
                    <a:pt x="893628" y="4682846"/>
                  </a:lnTo>
                  <a:lnTo>
                    <a:pt x="893722" y="4682846"/>
                  </a:lnTo>
                  <a:lnTo>
                    <a:pt x="893816" y="4682846"/>
                  </a:lnTo>
                  <a:lnTo>
                    <a:pt x="893910" y="4682846"/>
                  </a:lnTo>
                  <a:lnTo>
                    <a:pt x="894004" y="4682846"/>
                  </a:lnTo>
                  <a:lnTo>
                    <a:pt x="894098" y="4682846"/>
                  </a:lnTo>
                  <a:lnTo>
                    <a:pt x="894192" y="4682846"/>
                  </a:lnTo>
                  <a:lnTo>
                    <a:pt x="894286" y="4682846"/>
                  </a:lnTo>
                  <a:lnTo>
                    <a:pt x="894380" y="4682846"/>
                  </a:lnTo>
                  <a:lnTo>
                    <a:pt x="894474" y="4682846"/>
                  </a:lnTo>
                  <a:lnTo>
                    <a:pt x="894474" y="4677567"/>
                  </a:lnTo>
                  <a:lnTo>
                    <a:pt x="894568" y="4677567"/>
                  </a:lnTo>
                  <a:lnTo>
                    <a:pt x="894662" y="4677567"/>
                  </a:lnTo>
                  <a:lnTo>
                    <a:pt x="894756" y="4677567"/>
                  </a:lnTo>
                  <a:lnTo>
                    <a:pt x="894850" y="4677567"/>
                  </a:lnTo>
                  <a:lnTo>
                    <a:pt x="894944" y="4677567"/>
                  </a:lnTo>
                  <a:lnTo>
                    <a:pt x="895038" y="4677567"/>
                  </a:lnTo>
                  <a:lnTo>
                    <a:pt x="895132" y="4677567"/>
                  </a:lnTo>
                  <a:lnTo>
                    <a:pt x="895226" y="4677567"/>
                  </a:lnTo>
                  <a:lnTo>
                    <a:pt x="895320" y="4677567"/>
                  </a:lnTo>
                  <a:lnTo>
                    <a:pt x="895414" y="4677567"/>
                  </a:lnTo>
                  <a:lnTo>
                    <a:pt x="895508" y="4677567"/>
                  </a:lnTo>
                  <a:lnTo>
                    <a:pt x="895602" y="4677567"/>
                  </a:lnTo>
                  <a:lnTo>
                    <a:pt x="895696" y="4677567"/>
                  </a:lnTo>
                  <a:lnTo>
                    <a:pt x="895790" y="4677567"/>
                  </a:lnTo>
                  <a:lnTo>
                    <a:pt x="895884" y="4677567"/>
                  </a:lnTo>
                  <a:lnTo>
                    <a:pt x="895978" y="4677567"/>
                  </a:lnTo>
                  <a:lnTo>
                    <a:pt x="896072" y="4677567"/>
                  </a:lnTo>
                  <a:lnTo>
                    <a:pt x="896166" y="4677567"/>
                  </a:lnTo>
                  <a:lnTo>
                    <a:pt x="896166" y="4672287"/>
                  </a:lnTo>
                  <a:lnTo>
                    <a:pt x="896260" y="4672287"/>
                  </a:lnTo>
                  <a:lnTo>
                    <a:pt x="896354" y="4672287"/>
                  </a:lnTo>
                  <a:lnTo>
                    <a:pt x="896448" y="4672287"/>
                  </a:lnTo>
                  <a:lnTo>
                    <a:pt x="896542" y="4672287"/>
                  </a:lnTo>
                  <a:lnTo>
                    <a:pt x="896636" y="4672287"/>
                  </a:lnTo>
                  <a:lnTo>
                    <a:pt x="896731" y="4672287"/>
                  </a:lnTo>
                  <a:lnTo>
                    <a:pt x="896825" y="4672287"/>
                  </a:lnTo>
                  <a:lnTo>
                    <a:pt x="896825" y="4667008"/>
                  </a:lnTo>
                  <a:lnTo>
                    <a:pt x="896919" y="4667008"/>
                  </a:lnTo>
                  <a:lnTo>
                    <a:pt x="897013" y="4667008"/>
                  </a:lnTo>
                  <a:lnTo>
                    <a:pt x="897107" y="4667008"/>
                  </a:lnTo>
                  <a:lnTo>
                    <a:pt x="897201" y="4667008"/>
                  </a:lnTo>
                  <a:lnTo>
                    <a:pt x="897295" y="4667008"/>
                  </a:lnTo>
                  <a:lnTo>
                    <a:pt x="897389" y="4667008"/>
                  </a:lnTo>
                  <a:lnTo>
                    <a:pt x="897483" y="4667008"/>
                  </a:lnTo>
                  <a:lnTo>
                    <a:pt x="897577" y="4667008"/>
                  </a:lnTo>
                  <a:lnTo>
                    <a:pt x="897671" y="4667008"/>
                  </a:lnTo>
                  <a:lnTo>
                    <a:pt x="897765" y="4667008"/>
                  </a:lnTo>
                  <a:lnTo>
                    <a:pt x="897859" y="4667008"/>
                  </a:lnTo>
                  <a:lnTo>
                    <a:pt x="897953" y="4667008"/>
                  </a:lnTo>
                  <a:lnTo>
                    <a:pt x="898047" y="4667008"/>
                  </a:lnTo>
                  <a:lnTo>
                    <a:pt x="898141" y="4667008"/>
                  </a:lnTo>
                  <a:lnTo>
                    <a:pt x="898235" y="4667008"/>
                  </a:lnTo>
                  <a:lnTo>
                    <a:pt x="898329" y="4667008"/>
                  </a:lnTo>
                  <a:lnTo>
                    <a:pt x="898423" y="4667008"/>
                  </a:lnTo>
                  <a:lnTo>
                    <a:pt x="898517" y="4667008"/>
                  </a:lnTo>
                  <a:lnTo>
                    <a:pt x="898611" y="4667008"/>
                  </a:lnTo>
                  <a:lnTo>
                    <a:pt x="898705" y="4667008"/>
                  </a:lnTo>
                  <a:lnTo>
                    <a:pt x="898705" y="4661729"/>
                  </a:lnTo>
                  <a:lnTo>
                    <a:pt x="898799" y="4661729"/>
                  </a:lnTo>
                  <a:lnTo>
                    <a:pt x="898893" y="4661729"/>
                  </a:lnTo>
                  <a:lnTo>
                    <a:pt x="898987" y="4661729"/>
                  </a:lnTo>
                  <a:lnTo>
                    <a:pt x="899081" y="4661729"/>
                  </a:lnTo>
                  <a:lnTo>
                    <a:pt x="899175" y="4661729"/>
                  </a:lnTo>
                  <a:lnTo>
                    <a:pt x="899269" y="4661729"/>
                  </a:lnTo>
                  <a:lnTo>
                    <a:pt x="899363" y="4661729"/>
                  </a:lnTo>
                  <a:lnTo>
                    <a:pt x="899457" y="4661729"/>
                  </a:lnTo>
                  <a:lnTo>
                    <a:pt x="899551" y="4661729"/>
                  </a:lnTo>
                  <a:lnTo>
                    <a:pt x="899645" y="4661729"/>
                  </a:lnTo>
                  <a:lnTo>
                    <a:pt x="899739" y="4661729"/>
                  </a:lnTo>
                  <a:lnTo>
                    <a:pt x="899739" y="4656449"/>
                  </a:lnTo>
                  <a:lnTo>
                    <a:pt x="899833" y="4656449"/>
                  </a:lnTo>
                  <a:lnTo>
                    <a:pt x="899927" y="4656449"/>
                  </a:lnTo>
                  <a:lnTo>
                    <a:pt x="900021" y="4656449"/>
                  </a:lnTo>
                  <a:lnTo>
                    <a:pt x="900115" y="4656449"/>
                  </a:lnTo>
                  <a:lnTo>
                    <a:pt x="900209" y="4656449"/>
                  </a:lnTo>
                  <a:lnTo>
                    <a:pt x="900209" y="4651170"/>
                  </a:lnTo>
                  <a:lnTo>
                    <a:pt x="900304" y="4651170"/>
                  </a:lnTo>
                  <a:lnTo>
                    <a:pt x="900398" y="4651170"/>
                  </a:lnTo>
                  <a:lnTo>
                    <a:pt x="900492" y="4651170"/>
                  </a:lnTo>
                  <a:lnTo>
                    <a:pt x="900492" y="4645890"/>
                  </a:lnTo>
                  <a:lnTo>
                    <a:pt x="900586" y="4645890"/>
                  </a:lnTo>
                  <a:lnTo>
                    <a:pt x="900680" y="4645890"/>
                  </a:lnTo>
                  <a:lnTo>
                    <a:pt x="900774" y="4645890"/>
                  </a:lnTo>
                  <a:lnTo>
                    <a:pt x="900868" y="4645890"/>
                  </a:lnTo>
                  <a:lnTo>
                    <a:pt x="900962" y="4645890"/>
                  </a:lnTo>
                  <a:lnTo>
                    <a:pt x="901056" y="4645890"/>
                  </a:lnTo>
                  <a:lnTo>
                    <a:pt x="901056" y="4640611"/>
                  </a:lnTo>
                  <a:lnTo>
                    <a:pt x="901150" y="4640611"/>
                  </a:lnTo>
                  <a:lnTo>
                    <a:pt x="901244" y="4640611"/>
                  </a:lnTo>
                  <a:lnTo>
                    <a:pt x="901338" y="4640611"/>
                  </a:lnTo>
                  <a:lnTo>
                    <a:pt x="901432" y="4640611"/>
                  </a:lnTo>
                  <a:lnTo>
                    <a:pt x="901526" y="4640611"/>
                  </a:lnTo>
                  <a:lnTo>
                    <a:pt x="901620" y="4640611"/>
                  </a:lnTo>
                  <a:lnTo>
                    <a:pt x="901714" y="4640611"/>
                  </a:lnTo>
                  <a:lnTo>
                    <a:pt x="901808" y="4640611"/>
                  </a:lnTo>
                  <a:lnTo>
                    <a:pt x="901902" y="4640611"/>
                  </a:lnTo>
                  <a:lnTo>
                    <a:pt x="901996" y="4640611"/>
                  </a:lnTo>
                  <a:lnTo>
                    <a:pt x="902090" y="4640611"/>
                  </a:lnTo>
                  <a:lnTo>
                    <a:pt x="902184" y="4640611"/>
                  </a:lnTo>
                  <a:lnTo>
                    <a:pt x="902278" y="4640611"/>
                  </a:lnTo>
                  <a:lnTo>
                    <a:pt x="902372" y="4640611"/>
                  </a:lnTo>
                  <a:lnTo>
                    <a:pt x="902466" y="4640611"/>
                  </a:lnTo>
                  <a:lnTo>
                    <a:pt x="902560" y="4640611"/>
                  </a:lnTo>
                  <a:lnTo>
                    <a:pt x="902654" y="4640611"/>
                  </a:lnTo>
                  <a:lnTo>
                    <a:pt x="902748" y="4640611"/>
                  </a:lnTo>
                  <a:lnTo>
                    <a:pt x="902842" y="4640611"/>
                  </a:lnTo>
                  <a:lnTo>
                    <a:pt x="902936" y="4640611"/>
                  </a:lnTo>
                  <a:lnTo>
                    <a:pt x="903030" y="4640611"/>
                  </a:lnTo>
                  <a:lnTo>
                    <a:pt x="903124" y="4640611"/>
                  </a:lnTo>
                  <a:lnTo>
                    <a:pt x="903218" y="4640611"/>
                  </a:lnTo>
                  <a:lnTo>
                    <a:pt x="903312" y="4640611"/>
                  </a:lnTo>
                  <a:lnTo>
                    <a:pt x="903406" y="4640611"/>
                  </a:lnTo>
                  <a:lnTo>
                    <a:pt x="903500" y="4640611"/>
                  </a:lnTo>
                  <a:lnTo>
                    <a:pt x="903594" y="4640611"/>
                  </a:lnTo>
                  <a:lnTo>
                    <a:pt x="903688" y="4640611"/>
                  </a:lnTo>
                  <a:lnTo>
                    <a:pt x="903783" y="4640611"/>
                  </a:lnTo>
                  <a:lnTo>
                    <a:pt x="903877" y="4640611"/>
                  </a:lnTo>
                  <a:lnTo>
                    <a:pt x="903971" y="4640611"/>
                  </a:lnTo>
                  <a:lnTo>
                    <a:pt x="904065" y="4640611"/>
                  </a:lnTo>
                  <a:lnTo>
                    <a:pt x="904159" y="4640611"/>
                  </a:lnTo>
                  <a:lnTo>
                    <a:pt x="904253" y="4640611"/>
                  </a:lnTo>
                  <a:lnTo>
                    <a:pt x="904347" y="4640611"/>
                  </a:lnTo>
                  <a:lnTo>
                    <a:pt x="904441" y="4640611"/>
                  </a:lnTo>
                  <a:lnTo>
                    <a:pt x="904535" y="4640611"/>
                  </a:lnTo>
                  <a:lnTo>
                    <a:pt x="904629" y="4640611"/>
                  </a:lnTo>
                  <a:lnTo>
                    <a:pt x="904723" y="4640611"/>
                  </a:lnTo>
                  <a:lnTo>
                    <a:pt x="904817" y="4640611"/>
                  </a:lnTo>
                  <a:lnTo>
                    <a:pt x="904911" y="4640611"/>
                  </a:lnTo>
                  <a:lnTo>
                    <a:pt x="905005" y="4640611"/>
                  </a:lnTo>
                  <a:lnTo>
                    <a:pt x="905099" y="4640611"/>
                  </a:lnTo>
                  <a:lnTo>
                    <a:pt x="905193" y="4640611"/>
                  </a:lnTo>
                  <a:lnTo>
                    <a:pt x="905287" y="4640611"/>
                  </a:lnTo>
                  <a:lnTo>
                    <a:pt x="905381" y="4640611"/>
                  </a:lnTo>
                  <a:lnTo>
                    <a:pt x="905381" y="4635331"/>
                  </a:lnTo>
                  <a:lnTo>
                    <a:pt x="905475" y="4635331"/>
                  </a:lnTo>
                  <a:lnTo>
                    <a:pt x="905569" y="4635331"/>
                  </a:lnTo>
                  <a:lnTo>
                    <a:pt x="905663" y="4635331"/>
                  </a:lnTo>
                  <a:lnTo>
                    <a:pt x="905757" y="4635331"/>
                  </a:lnTo>
                  <a:lnTo>
                    <a:pt x="905851" y="4635331"/>
                  </a:lnTo>
                  <a:lnTo>
                    <a:pt x="905945" y="4635331"/>
                  </a:lnTo>
                  <a:lnTo>
                    <a:pt x="906039" y="4635331"/>
                  </a:lnTo>
                  <a:lnTo>
                    <a:pt x="906133" y="4635331"/>
                  </a:lnTo>
                  <a:lnTo>
                    <a:pt x="906227" y="4635331"/>
                  </a:lnTo>
                  <a:lnTo>
                    <a:pt x="906321" y="4635331"/>
                  </a:lnTo>
                  <a:lnTo>
                    <a:pt x="906415" y="4635331"/>
                  </a:lnTo>
                  <a:lnTo>
                    <a:pt x="906509" y="4635331"/>
                  </a:lnTo>
                  <a:lnTo>
                    <a:pt x="906603" y="4635331"/>
                  </a:lnTo>
                  <a:lnTo>
                    <a:pt x="906697" y="4635331"/>
                  </a:lnTo>
                  <a:lnTo>
                    <a:pt x="906791" y="4635331"/>
                  </a:lnTo>
                  <a:lnTo>
                    <a:pt x="906885" y="4635331"/>
                  </a:lnTo>
                  <a:lnTo>
                    <a:pt x="906979" y="4635331"/>
                  </a:lnTo>
                  <a:lnTo>
                    <a:pt x="907073" y="4635331"/>
                  </a:lnTo>
                  <a:lnTo>
                    <a:pt x="907167" y="4635331"/>
                  </a:lnTo>
                  <a:lnTo>
                    <a:pt x="907261" y="4635331"/>
                  </a:lnTo>
                  <a:lnTo>
                    <a:pt x="907356" y="4635331"/>
                  </a:lnTo>
                  <a:lnTo>
                    <a:pt x="907450" y="4635331"/>
                  </a:lnTo>
                  <a:lnTo>
                    <a:pt x="907544" y="4635331"/>
                  </a:lnTo>
                  <a:lnTo>
                    <a:pt x="907638" y="4635331"/>
                  </a:lnTo>
                  <a:lnTo>
                    <a:pt x="907732" y="4635331"/>
                  </a:lnTo>
                  <a:lnTo>
                    <a:pt x="907826" y="4635331"/>
                  </a:lnTo>
                  <a:lnTo>
                    <a:pt x="907920" y="4635331"/>
                  </a:lnTo>
                  <a:lnTo>
                    <a:pt x="908014" y="4635331"/>
                  </a:lnTo>
                  <a:lnTo>
                    <a:pt x="908108" y="4635331"/>
                  </a:lnTo>
                  <a:lnTo>
                    <a:pt x="908202" y="4635331"/>
                  </a:lnTo>
                  <a:lnTo>
                    <a:pt x="908296" y="4635331"/>
                  </a:lnTo>
                  <a:lnTo>
                    <a:pt x="908390" y="4635331"/>
                  </a:lnTo>
                  <a:lnTo>
                    <a:pt x="908484" y="4635331"/>
                  </a:lnTo>
                  <a:lnTo>
                    <a:pt x="908578" y="4635331"/>
                  </a:lnTo>
                  <a:lnTo>
                    <a:pt x="908672" y="4635331"/>
                  </a:lnTo>
                  <a:lnTo>
                    <a:pt x="908766" y="4635331"/>
                  </a:lnTo>
                  <a:lnTo>
                    <a:pt x="908860" y="4635331"/>
                  </a:lnTo>
                  <a:lnTo>
                    <a:pt x="908954" y="4635331"/>
                  </a:lnTo>
                  <a:lnTo>
                    <a:pt x="909048" y="4635331"/>
                  </a:lnTo>
                  <a:lnTo>
                    <a:pt x="909142" y="4635331"/>
                  </a:lnTo>
                  <a:lnTo>
                    <a:pt x="909236" y="4635331"/>
                  </a:lnTo>
                  <a:lnTo>
                    <a:pt x="909330" y="4635331"/>
                  </a:lnTo>
                  <a:lnTo>
                    <a:pt x="909424" y="4635331"/>
                  </a:lnTo>
                  <a:lnTo>
                    <a:pt x="909518" y="4635331"/>
                  </a:lnTo>
                  <a:lnTo>
                    <a:pt x="909612" y="4635331"/>
                  </a:lnTo>
                  <a:lnTo>
                    <a:pt x="909706" y="4635331"/>
                  </a:lnTo>
                  <a:lnTo>
                    <a:pt x="909800" y="4635331"/>
                  </a:lnTo>
                  <a:lnTo>
                    <a:pt x="909894" y="4635331"/>
                  </a:lnTo>
                  <a:lnTo>
                    <a:pt x="909988" y="4635331"/>
                  </a:lnTo>
                  <a:lnTo>
                    <a:pt x="910082" y="4635331"/>
                  </a:lnTo>
                  <a:lnTo>
                    <a:pt x="910176" y="4635331"/>
                  </a:lnTo>
                  <a:lnTo>
                    <a:pt x="910270" y="4635331"/>
                  </a:lnTo>
                  <a:lnTo>
                    <a:pt x="910364" y="4635331"/>
                  </a:lnTo>
                  <a:lnTo>
                    <a:pt x="910458" y="4635331"/>
                  </a:lnTo>
                  <a:lnTo>
                    <a:pt x="910552" y="4635331"/>
                  </a:lnTo>
                  <a:lnTo>
                    <a:pt x="910646" y="4635331"/>
                  </a:lnTo>
                  <a:lnTo>
                    <a:pt x="910740" y="4635331"/>
                  </a:lnTo>
                  <a:lnTo>
                    <a:pt x="910834" y="4635331"/>
                  </a:lnTo>
                  <a:lnTo>
                    <a:pt x="910929" y="4635331"/>
                  </a:lnTo>
                  <a:lnTo>
                    <a:pt x="911023" y="4635331"/>
                  </a:lnTo>
                  <a:lnTo>
                    <a:pt x="911117" y="4635331"/>
                  </a:lnTo>
                  <a:lnTo>
                    <a:pt x="911211" y="4635331"/>
                  </a:lnTo>
                  <a:lnTo>
                    <a:pt x="911305" y="4635331"/>
                  </a:lnTo>
                  <a:lnTo>
                    <a:pt x="911399" y="4635331"/>
                  </a:lnTo>
                  <a:lnTo>
                    <a:pt x="911493" y="4635331"/>
                  </a:lnTo>
                  <a:lnTo>
                    <a:pt x="911587" y="4635331"/>
                  </a:lnTo>
                  <a:lnTo>
                    <a:pt x="911681" y="4635331"/>
                  </a:lnTo>
                  <a:lnTo>
                    <a:pt x="911775" y="4635331"/>
                  </a:lnTo>
                  <a:lnTo>
                    <a:pt x="911869" y="4635331"/>
                  </a:lnTo>
                  <a:lnTo>
                    <a:pt x="911963" y="4635331"/>
                  </a:lnTo>
                  <a:lnTo>
                    <a:pt x="912057" y="4635331"/>
                  </a:lnTo>
                  <a:lnTo>
                    <a:pt x="912151" y="4635331"/>
                  </a:lnTo>
                  <a:lnTo>
                    <a:pt x="912245" y="4635331"/>
                  </a:lnTo>
                  <a:lnTo>
                    <a:pt x="912339" y="4635331"/>
                  </a:lnTo>
                  <a:lnTo>
                    <a:pt x="912433" y="4635331"/>
                  </a:lnTo>
                  <a:lnTo>
                    <a:pt x="912527" y="4635331"/>
                  </a:lnTo>
                  <a:lnTo>
                    <a:pt x="912621" y="4635331"/>
                  </a:lnTo>
                  <a:lnTo>
                    <a:pt x="912621" y="4630052"/>
                  </a:lnTo>
                  <a:lnTo>
                    <a:pt x="912715" y="4630052"/>
                  </a:lnTo>
                  <a:lnTo>
                    <a:pt x="912809" y="4630052"/>
                  </a:lnTo>
                  <a:lnTo>
                    <a:pt x="912903" y="4630052"/>
                  </a:lnTo>
                  <a:lnTo>
                    <a:pt x="912997" y="4630052"/>
                  </a:lnTo>
                  <a:lnTo>
                    <a:pt x="913091" y="4630052"/>
                  </a:lnTo>
                  <a:lnTo>
                    <a:pt x="913185" y="4630052"/>
                  </a:lnTo>
                  <a:lnTo>
                    <a:pt x="913279" y="4630052"/>
                  </a:lnTo>
                  <a:lnTo>
                    <a:pt x="913373" y="4630052"/>
                  </a:lnTo>
                  <a:lnTo>
                    <a:pt x="913373" y="4624773"/>
                  </a:lnTo>
                  <a:lnTo>
                    <a:pt x="913467" y="4624773"/>
                  </a:lnTo>
                  <a:lnTo>
                    <a:pt x="913561" y="4624773"/>
                  </a:lnTo>
                  <a:lnTo>
                    <a:pt x="913655" y="4624773"/>
                  </a:lnTo>
                  <a:lnTo>
                    <a:pt x="913749" y="4624773"/>
                  </a:lnTo>
                  <a:lnTo>
                    <a:pt x="913843" y="4624773"/>
                  </a:lnTo>
                  <a:lnTo>
                    <a:pt x="913937" y="4624773"/>
                  </a:lnTo>
                  <a:lnTo>
                    <a:pt x="914031" y="4624773"/>
                  </a:lnTo>
                  <a:lnTo>
                    <a:pt x="914125" y="4624773"/>
                  </a:lnTo>
                  <a:lnTo>
                    <a:pt x="914219" y="4624773"/>
                  </a:lnTo>
                  <a:lnTo>
                    <a:pt x="914313" y="4624773"/>
                  </a:lnTo>
                  <a:lnTo>
                    <a:pt x="914408" y="4624773"/>
                  </a:lnTo>
                  <a:lnTo>
                    <a:pt x="914502" y="4624773"/>
                  </a:lnTo>
                  <a:lnTo>
                    <a:pt x="914596" y="4624773"/>
                  </a:lnTo>
                  <a:lnTo>
                    <a:pt x="914690" y="4624773"/>
                  </a:lnTo>
                  <a:lnTo>
                    <a:pt x="914690" y="4619493"/>
                  </a:lnTo>
                  <a:lnTo>
                    <a:pt x="914784" y="4619493"/>
                  </a:lnTo>
                  <a:lnTo>
                    <a:pt x="914878" y="4619493"/>
                  </a:lnTo>
                  <a:lnTo>
                    <a:pt x="914878" y="4614214"/>
                  </a:lnTo>
                  <a:lnTo>
                    <a:pt x="914972" y="4614214"/>
                  </a:lnTo>
                  <a:lnTo>
                    <a:pt x="915066" y="4614214"/>
                  </a:lnTo>
                  <a:lnTo>
                    <a:pt x="915160" y="4614214"/>
                  </a:lnTo>
                  <a:lnTo>
                    <a:pt x="915254" y="4614214"/>
                  </a:lnTo>
                  <a:lnTo>
                    <a:pt x="915348" y="4614214"/>
                  </a:lnTo>
                  <a:lnTo>
                    <a:pt x="915442" y="4614214"/>
                  </a:lnTo>
                  <a:lnTo>
                    <a:pt x="915536" y="4614214"/>
                  </a:lnTo>
                  <a:lnTo>
                    <a:pt x="915630" y="4614214"/>
                  </a:lnTo>
                  <a:lnTo>
                    <a:pt x="915724" y="4614214"/>
                  </a:lnTo>
                  <a:lnTo>
                    <a:pt x="915818" y="4614214"/>
                  </a:lnTo>
                  <a:lnTo>
                    <a:pt x="915912" y="4614214"/>
                  </a:lnTo>
                  <a:lnTo>
                    <a:pt x="916006" y="4614214"/>
                  </a:lnTo>
                  <a:lnTo>
                    <a:pt x="916100" y="4614214"/>
                  </a:lnTo>
                  <a:lnTo>
                    <a:pt x="916194" y="4614214"/>
                  </a:lnTo>
                  <a:lnTo>
                    <a:pt x="916288" y="4614214"/>
                  </a:lnTo>
                  <a:lnTo>
                    <a:pt x="916382" y="4614214"/>
                  </a:lnTo>
                  <a:lnTo>
                    <a:pt x="916476" y="4614214"/>
                  </a:lnTo>
                  <a:lnTo>
                    <a:pt x="916570" y="4614214"/>
                  </a:lnTo>
                  <a:lnTo>
                    <a:pt x="916664" y="4614214"/>
                  </a:lnTo>
                  <a:lnTo>
                    <a:pt x="916758" y="4614214"/>
                  </a:lnTo>
                  <a:lnTo>
                    <a:pt x="916852" y="4614214"/>
                  </a:lnTo>
                  <a:lnTo>
                    <a:pt x="916946" y="4614214"/>
                  </a:lnTo>
                  <a:lnTo>
                    <a:pt x="917040" y="4614214"/>
                  </a:lnTo>
                  <a:lnTo>
                    <a:pt x="917134" y="4614214"/>
                  </a:lnTo>
                  <a:lnTo>
                    <a:pt x="917228" y="4614214"/>
                  </a:lnTo>
                  <a:lnTo>
                    <a:pt x="917322" y="4614214"/>
                  </a:lnTo>
                  <a:lnTo>
                    <a:pt x="917416" y="4614214"/>
                  </a:lnTo>
                  <a:lnTo>
                    <a:pt x="917510" y="4614214"/>
                  </a:lnTo>
                  <a:lnTo>
                    <a:pt x="917604" y="4614214"/>
                  </a:lnTo>
                  <a:lnTo>
                    <a:pt x="917698" y="4614214"/>
                  </a:lnTo>
                  <a:lnTo>
                    <a:pt x="917792" y="4614214"/>
                  </a:lnTo>
                  <a:lnTo>
                    <a:pt x="917886" y="4614214"/>
                  </a:lnTo>
                  <a:lnTo>
                    <a:pt x="917981" y="4614214"/>
                  </a:lnTo>
                  <a:lnTo>
                    <a:pt x="918075" y="4614214"/>
                  </a:lnTo>
                  <a:lnTo>
                    <a:pt x="918169" y="4614214"/>
                  </a:lnTo>
                  <a:lnTo>
                    <a:pt x="918263" y="4614214"/>
                  </a:lnTo>
                  <a:lnTo>
                    <a:pt x="918357" y="4614214"/>
                  </a:lnTo>
                  <a:lnTo>
                    <a:pt x="918451" y="4614214"/>
                  </a:lnTo>
                  <a:lnTo>
                    <a:pt x="918545" y="4614214"/>
                  </a:lnTo>
                  <a:lnTo>
                    <a:pt x="918639" y="4614214"/>
                  </a:lnTo>
                  <a:lnTo>
                    <a:pt x="918733" y="4614214"/>
                  </a:lnTo>
                  <a:lnTo>
                    <a:pt x="918827" y="4614214"/>
                  </a:lnTo>
                  <a:lnTo>
                    <a:pt x="918921" y="4614214"/>
                  </a:lnTo>
                  <a:lnTo>
                    <a:pt x="919015" y="4614214"/>
                  </a:lnTo>
                  <a:lnTo>
                    <a:pt x="919109" y="4614214"/>
                  </a:lnTo>
                  <a:lnTo>
                    <a:pt x="919203" y="4614214"/>
                  </a:lnTo>
                  <a:lnTo>
                    <a:pt x="919297" y="4614214"/>
                  </a:lnTo>
                  <a:lnTo>
                    <a:pt x="919391" y="4614214"/>
                  </a:lnTo>
                  <a:lnTo>
                    <a:pt x="919485" y="4614214"/>
                  </a:lnTo>
                  <a:lnTo>
                    <a:pt x="919579" y="4614214"/>
                  </a:lnTo>
                  <a:lnTo>
                    <a:pt x="919673" y="4614214"/>
                  </a:lnTo>
                  <a:lnTo>
                    <a:pt x="919767" y="4614214"/>
                  </a:lnTo>
                  <a:lnTo>
                    <a:pt x="919861" y="4614214"/>
                  </a:lnTo>
                  <a:lnTo>
                    <a:pt x="919955" y="4614214"/>
                  </a:lnTo>
                  <a:lnTo>
                    <a:pt x="920049" y="4614214"/>
                  </a:lnTo>
                  <a:lnTo>
                    <a:pt x="920143" y="4614214"/>
                  </a:lnTo>
                  <a:lnTo>
                    <a:pt x="920237" y="4614214"/>
                  </a:lnTo>
                  <a:lnTo>
                    <a:pt x="920331" y="4614214"/>
                  </a:lnTo>
                  <a:lnTo>
                    <a:pt x="920425" y="4614214"/>
                  </a:lnTo>
                  <a:lnTo>
                    <a:pt x="920519" y="4614214"/>
                  </a:lnTo>
                  <a:lnTo>
                    <a:pt x="920613" y="4614214"/>
                  </a:lnTo>
                  <a:lnTo>
                    <a:pt x="920707" y="4614214"/>
                  </a:lnTo>
                  <a:lnTo>
                    <a:pt x="920801" y="4614214"/>
                  </a:lnTo>
                  <a:lnTo>
                    <a:pt x="920895" y="4614214"/>
                  </a:lnTo>
                  <a:lnTo>
                    <a:pt x="920989" y="4614214"/>
                  </a:lnTo>
                  <a:lnTo>
                    <a:pt x="921083" y="4614214"/>
                  </a:lnTo>
                  <a:lnTo>
                    <a:pt x="921177" y="4614214"/>
                  </a:lnTo>
                  <a:lnTo>
                    <a:pt x="921271" y="4614214"/>
                  </a:lnTo>
                  <a:lnTo>
                    <a:pt x="921365" y="4614214"/>
                  </a:lnTo>
                  <a:lnTo>
                    <a:pt x="921459" y="4614214"/>
                  </a:lnTo>
                  <a:lnTo>
                    <a:pt x="921554" y="4614214"/>
                  </a:lnTo>
                  <a:lnTo>
                    <a:pt x="921648" y="4614214"/>
                  </a:lnTo>
                  <a:lnTo>
                    <a:pt x="921742" y="4614214"/>
                  </a:lnTo>
                  <a:lnTo>
                    <a:pt x="921836" y="4614214"/>
                  </a:lnTo>
                  <a:lnTo>
                    <a:pt x="921930" y="4614214"/>
                  </a:lnTo>
                  <a:lnTo>
                    <a:pt x="922024" y="4614214"/>
                  </a:lnTo>
                  <a:lnTo>
                    <a:pt x="922024" y="4608934"/>
                  </a:lnTo>
                  <a:lnTo>
                    <a:pt x="922118" y="4608934"/>
                  </a:lnTo>
                  <a:lnTo>
                    <a:pt x="922212" y="4608934"/>
                  </a:lnTo>
                  <a:lnTo>
                    <a:pt x="922306" y="4608934"/>
                  </a:lnTo>
                  <a:lnTo>
                    <a:pt x="922400" y="4608934"/>
                  </a:lnTo>
                  <a:lnTo>
                    <a:pt x="922494" y="4608934"/>
                  </a:lnTo>
                  <a:lnTo>
                    <a:pt x="922588" y="4608934"/>
                  </a:lnTo>
                  <a:lnTo>
                    <a:pt x="922682" y="4608934"/>
                  </a:lnTo>
                  <a:lnTo>
                    <a:pt x="922776" y="4608934"/>
                  </a:lnTo>
                  <a:lnTo>
                    <a:pt x="922870" y="4608934"/>
                  </a:lnTo>
                  <a:lnTo>
                    <a:pt x="922964" y="4608934"/>
                  </a:lnTo>
                  <a:lnTo>
                    <a:pt x="923058" y="4608934"/>
                  </a:lnTo>
                  <a:lnTo>
                    <a:pt x="923152" y="4608934"/>
                  </a:lnTo>
                  <a:lnTo>
                    <a:pt x="923246" y="4608934"/>
                  </a:lnTo>
                  <a:lnTo>
                    <a:pt x="923246" y="4603655"/>
                  </a:lnTo>
                  <a:lnTo>
                    <a:pt x="923246" y="4598375"/>
                  </a:lnTo>
                  <a:lnTo>
                    <a:pt x="923340" y="4598375"/>
                  </a:lnTo>
                  <a:lnTo>
                    <a:pt x="923434" y="4598375"/>
                  </a:lnTo>
                  <a:lnTo>
                    <a:pt x="923528" y="4598375"/>
                  </a:lnTo>
                  <a:lnTo>
                    <a:pt x="923622" y="4598375"/>
                  </a:lnTo>
                  <a:lnTo>
                    <a:pt x="923622" y="4593096"/>
                  </a:lnTo>
                  <a:lnTo>
                    <a:pt x="923716" y="4593096"/>
                  </a:lnTo>
                  <a:lnTo>
                    <a:pt x="923810" y="4593096"/>
                  </a:lnTo>
                  <a:lnTo>
                    <a:pt x="923904" y="4593096"/>
                  </a:lnTo>
                  <a:lnTo>
                    <a:pt x="923998" y="4593096"/>
                  </a:lnTo>
                  <a:lnTo>
                    <a:pt x="924092" y="4593096"/>
                  </a:lnTo>
                  <a:lnTo>
                    <a:pt x="924186" y="4593096"/>
                  </a:lnTo>
                  <a:lnTo>
                    <a:pt x="924280" y="4593096"/>
                  </a:lnTo>
                  <a:lnTo>
                    <a:pt x="924374" y="4593096"/>
                  </a:lnTo>
                  <a:lnTo>
                    <a:pt x="924468" y="4593096"/>
                  </a:lnTo>
                  <a:lnTo>
                    <a:pt x="924562" y="4593096"/>
                  </a:lnTo>
                  <a:lnTo>
                    <a:pt x="924562" y="4587817"/>
                  </a:lnTo>
                  <a:lnTo>
                    <a:pt x="924656" y="4587817"/>
                  </a:lnTo>
                  <a:lnTo>
                    <a:pt x="924750" y="4587817"/>
                  </a:lnTo>
                  <a:lnTo>
                    <a:pt x="924844" y="4587817"/>
                  </a:lnTo>
                  <a:lnTo>
                    <a:pt x="924938" y="4587817"/>
                  </a:lnTo>
                  <a:lnTo>
                    <a:pt x="925033" y="4587817"/>
                  </a:lnTo>
                  <a:lnTo>
                    <a:pt x="925127" y="4587817"/>
                  </a:lnTo>
                  <a:lnTo>
                    <a:pt x="925221" y="4587817"/>
                  </a:lnTo>
                  <a:lnTo>
                    <a:pt x="925315" y="4587817"/>
                  </a:lnTo>
                  <a:lnTo>
                    <a:pt x="925409" y="4587817"/>
                  </a:lnTo>
                  <a:lnTo>
                    <a:pt x="925503" y="4587817"/>
                  </a:lnTo>
                  <a:lnTo>
                    <a:pt x="925597" y="4587817"/>
                  </a:lnTo>
                  <a:lnTo>
                    <a:pt x="925691" y="4587817"/>
                  </a:lnTo>
                  <a:lnTo>
                    <a:pt x="925785" y="4587817"/>
                  </a:lnTo>
                  <a:lnTo>
                    <a:pt x="925879" y="4587817"/>
                  </a:lnTo>
                  <a:lnTo>
                    <a:pt x="925973" y="4587817"/>
                  </a:lnTo>
                  <a:lnTo>
                    <a:pt x="926067" y="4587817"/>
                  </a:lnTo>
                  <a:lnTo>
                    <a:pt x="926161" y="4587817"/>
                  </a:lnTo>
                  <a:lnTo>
                    <a:pt x="926255" y="4587817"/>
                  </a:lnTo>
                  <a:lnTo>
                    <a:pt x="926349" y="4587817"/>
                  </a:lnTo>
                  <a:lnTo>
                    <a:pt x="926443" y="4587817"/>
                  </a:lnTo>
                  <a:lnTo>
                    <a:pt x="926537" y="4587817"/>
                  </a:lnTo>
                  <a:lnTo>
                    <a:pt x="926631" y="4587817"/>
                  </a:lnTo>
                  <a:lnTo>
                    <a:pt x="926725" y="4587817"/>
                  </a:lnTo>
                  <a:lnTo>
                    <a:pt x="926819" y="4587817"/>
                  </a:lnTo>
                  <a:lnTo>
                    <a:pt x="926913" y="4587817"/>
                  </a:lnTo>
                  <a:lnTo>
                    <a:pt x="927007" y="4587817"/>
                  </a:lnTo>
                  <a:lnTo>
                    <a:pt x="927101" y="4587817"/>
                  </a:lnTo>
                  <a:lnTo>
                    <a:pt x="927195" y="4587817"/>
                  </a:lnTo>
                  <a:lnTo>
                    <a:pt x="927289" y="4587817"/>
                  </a:lnTo>
                  <a:lnTo>
                    <a:pt x="927383" y="4587817"/>
                  </a:lnTo>
                  <a:lnTo>
                    <a:pt x="927477" y="4587817"/>
                  </a:lnTo>
                  <a:lnTo>
                    <a:pt x="927571" y="4587817"/>
                  </a:lnTo>
                  <a:lnTo>
                    <a:pt x="927571" y="4582537"/>
                  </a:lnTo>
                  <a:lnTo>
                    <a:pt x="927665" y="4582537"/>
                  </a:lnTo>
                  <a:lnTo>
                    <a:pt x="927759" y="4582537"/>
                  </a:lnTo>
                  <a:lnTo>
                    <a:pt x="927853" y="4582537"/>
                  </a:lnTo>
                  <a:lnTo>
                    <a:pt x="927947" y="4582537"/>
                  </a:lnTo>
                  <a:lnTo>
                    <a:pt x="928041" y="4582537"/>
                  </a:lnTo>
                  <a:lnTo>
                    <a:pt x="928135" y="4582537"/>
                  </a:lnTo>
                  <a:lnTo>
                    <a:pt x="928229" y="4582537"/>
                  </a:lnTo>
                  <a:lnTo>
                    <a:pt x="928323" y="4582537"/>
                  </a:lnTo>
                  <a:lnTo>
                    <a:pt x="928417" y="4582537"/>
                  </a:lnTo>
                  <a:lnTo>
                    <a:pt x="928511" y="4582537"/>
                  </a:lnTo>
                  <a:lnTo>
                    <a:pt x="928606" y="4582537"/>
                  </a:lnTo>
                  <a:lnTo>
                    <a:pt x="928700" y="4582537"/>
                  </a:lnTo>
                  <a:lnTo>
                    <a:pt x="928794" y="4582537"/>
                  </a:lnTo>
                  <a:lnTo>
                    <a:pt x="928888" y="4582537"/>
                  </a:lnTo>
                  <a:lnTo>
                    <a:pt x="928982" y="4582537"/>
                  </a:lnTo>
                  <a:lnTo>
                    <a:pt x="929076" y="4582537"/>
                  </a:lnTo>
                  <a:lnTo>
                    <a:pt x="929170" y="4582537"/>
                  </a:lnTo>
                  <a:lnTo>
                    <a:pt x="929264" y="4582537"/>
                  </a:lnTo>
                  <a:lnTo>
                    <a:pt x="929358" y="4582537"/>
                  </a:lnTo>
                  <a:lnTo>
                    <a:pt x="929452" y="4582537"/>
                  </a:lnTo>
                  <a:lnTo>
                    <a:pt x="929546" y="4582537"/>
                  </a:lnTo>
                  <a:lnTo>
                    <a:pt x="929640" y="4582537"/>
                  </a:lnTo>
                  <a:lnTo>
                    <a:pt x="929734" y="4582537"/>
                  </a:lnTo>
                  <a:lnTo>
                    <a:pt x="929828" y="4582537"/>
                  </a:lnTo>
                  <a:lnTo>
                    <a:pt x="929922" y="4582537"/>
                  </a:lnTo>
                  <a:lnTo>
                    <a:pt x="930016" y="4582537"/>
                  </a:lnTo>
                  <a:lnTo>
                    <a:pt x="930110" y="4582537"/>
                  </a:lnTo>
                  <a:lnTo>
                    <a:pt x="930204" y="4582537"/>
                  </a:lnTo>
                  <a:lnTo>
                    <a:pt x="930298" y="4582537"/>
                  </a:lnTo>
                  <a:lnTo>
                    <a:pt x="930392" y="4582537"/>
                  </a:lnTo>
                  <a:lnTo>
                    <a:pt x="930486" y="4582537"/>
                  </a:lnTo>
                  <a:lnTo>
                    <a:pt x="930580" y="4582537"/>
                  </a:lnTo>
                  <a:lnTo>
                    <a:pt x="930674" y="4582537"/>
                  </a:lnTo>
                  <a:lnTo>
                    <a:pt x="930768" y="4582537"/>
                  </a:lnTo>
                  <a:lnTo>
                    <a:pt x="930862" y="4582537"/>
                  </a:lnTo>
                  <a:lnTo>
                    <a:pt x="930956" y="4582537"/>
                  </a:lnTo>
                  <a:lnTo>
                    <a:pt x="931050" y="4582537"/>
                  </a:lnTo>
                  <a:lnTo>
                    <a:pt x="931144" y="4582537"/>
                  </a:lnTo>
                  <a:lnTo>
                    <a:pt x="931238" y="4582537"/>
                  </a:lnTo>
                  <a:lnTo>
                    <a:pt x="931332" y="4582537"/>
                  </a:lnTo>
                  <a:lnTo>
                    <a:pt x="931426" y="4582537"/>
                  </a:lnTo>
                  <a:lnTo>
                    <a:pt x="931520" y="4582537"/>
                  </a:lnTo>
                  <a:lnTo>
                    <a:pt x="931614" y="4582537"/>
                  </a:lnTo>
                  <a:lnTo>
                    <a:pt x="931708" y="4582537"/>
                  </a:lnTo>
                  <a:lnTo>
                    <a:pt x="931802" y="4582537"/>
                  </a:lnTo>
                  <a:lnTo>
                    <a:pt x="931896" y="4582537"/>
                  </a:lnTo>
                  <a:lnTo>
                    <a:pt x="931990" y="4582537"/>
                  </a:lnTo>
                  <a:lnTo>
                    <a:pt x="932084" y="4582537"/>
                  </a:lnTo>
                  <a:lnTo>
                    <a:pt x="932179" y="4582537"/>
                  </a:lnTo>
                  <a:lnTo>
                    <a:pt x="932273" y="4582537"/>
                  </a:lnTo>
                  <a:lnTo>
                    <a:pt x="932367" y="4582537"/>
                  </a:lnTo>
                  <a:lnTo>
                    <a:pt x="932461" y="4582537"/>
                  </a:lnTo>
                  <a:lnTo>
                    <a:pt x="932555" y="4582537"/>
                  </a:lnTo>
                  <a:lnTo>
                    <a:pt x="932649" y="4582537"/>
                  </a:lnTo>
                  <a:lnTo>
                    <a:pt x="932743" y="4582537"/>
                  </a:lnTo>
                  <a:lnTo>
                    <a:pt x="932837" y="4582537"/>
                  </a:lnTo>
                  <a:lnTo>
                    <a:pt x="932931" y="4582537"/>
                  </a:lnTo>
                  <a:lnTo>
                    <a:pt x="933025" y="4582537"/>
                  </a:lnTo>
                  <a:lnTo>
                    <a:pt x="933119" y="4582537"/>
                  </a:lnTo>
                  <a:lnTo>
                    <a:pt x="933213" y="4582537"/>
                  </a:lnTo>
                  <a:lnTo>
                    <a:pt x="933307" y="4582537"/>
                  </a:lnTo>
                  <a:lnTo>
                    <a:pt x="933401" y="4582537"/>
                  </a:lnTo>
                  <a:lnTo>
                    <a:pt x="933495" y="4582537"/>
                  </a:lnTo>
                  <a:lnTo>
                    <a:pt x="933589" y="4582537"/>
                  </a:lnTo>
                  <a:lnTo>
                    <a:pt x="933683" y="4582537"/>
                  </a:lnTo>
                  <a:lnTo>
                    <a:pt x="933777" y="4582537"/>
                  </a:lnTo>
                  <a:lnTo>
                    <a:pt x="933871" y="4582537"/>
                  </a:lnTo>
                  <a:lnTo>
                    <a:pt x="933965" y="4582537"/>
                  </a:lnTo>
                  <a:lnTo>
                    <a:pt x="934059" y="4582537"/>
                  </a:lnTo>
                  <a:lnTo>
                    <a:pt x="934153" y="4582537"/>
                  </a:lnTo>
                  <a:lnTo>
                    <a:pt x="934247" y="4582537"/>
                  </a:lnTo>
                  <a:lnTo>
                    <a:pt x="934341" y="4582537"/>
                  </a:lnTo>
                  <a:lnTo>
                    <a:pt x="934435" y="4582537"/>
                  </a:lnTo>
                  <a:lnTo>
                    <a:pt x="934529" y="4582537"/>
                  </a:lnTo>
                  <a:lnTo>
                    <a:pt x="934623" y="4582537"/>
                  </a:lnTo>
                  <a:lnTo>
                    <a:pt x="934717" y="4582537"/>
                  </a:lnTo>
                  <a:lnTo>
                    <a:pt x="934811" y="4582537"/>
                  </a:lnTo>
                  <a:lnTo>
                    <a:pt x="934905" y="4582537"/>
                  </a:lnTo>
                  <a:lnTo>
                    <a:pt x="934999" y="4582537"/>
                  </a:lnTo>
                  <a:lnTo>
                    <a:pt x="935093" y="4582537"/>
                  </a:lnTo>
                  <a:lnTo>
                    <a:pt x="935187" y="4582537"/>
                  </a:lnTo>
                  <a:lnTo>
                    <a:pt x="935281" y="4582537"/>
                  </a:lnTo>
                  <a:lnTo>
                    <a:pt x="935375" y="4582537"/>
                  </a:lnTo>
                  <a:lnTo>
                    <a:pt x="935469" y="4582537"/>
                  </a:lnTo>
                  <a:lnTo>
                    <a:pt x="935563" y="4582537"/>
                  </a:lnTo>
                  <a:lnTo>
                    <a:pt x="935657" y="4582537"/>
                  </a:lnTo>
                  <a:lnTo>
                    <a:pt x="935752" y="4582537"/>
                  </a:lnTo>
                  <a:lnTo>
                    <a:pt x="935846" y="4582537"/>
                  </a:lnTo>
                  <a:lnTo>
                    <a:pt x="935940" y="4582537"/>
                  </a:lnTo>
                  <a:lnTo>
                    <a:pt x="936034" y="4582537"/>
                  </a:lnTo>
                  <a:lnTo>
                    <a:pt x="936128" y="4582537"/>
                  </a:lnTo>
                  <a:lnTo>
                    <a:pt x="936222" y="4582537"/>
                  </a:lnTo>
                  <a:lnTo>
                    <a:pt x="936316" y="4582537"/>
                  </a:lnTo>
                  <a:lnTo>
                    <a:pt x="936410" y="4582537"/>
                  </a:lnTo>
                  <a:lnTo>
                    <a:pt x="936504" y="4582537"/>
                  </a:lnTo>
                  <a:lnTo>
                    <a:pt x="936598" y="4582537"/>
                  </a:lnTo>
                  <a:lnTo>
                    <a:pt x="936692" y="4582537"/>
                  </a:lnTo>
                  <a:lnTo>
                    <a:pt x="936786" y="4582537"/>
                  </a:lnTo>
                  <a:lnTo>
                    <a:pt x="936880" y="4582537"/>
                  </a:lnTo>
                  <a:lnTo>
                    <a:pt x="936974" y="4582537"/>
                  </a:lnTo>
                  <a:lnTo>
                    <a:pt x="937068" y="4582537"/>
                  </a:lnTo>
                  <a:lnTo>
                    <a:pt x="937162" y="4582537"/>
                  </a:lnTo>
                  <a:lnTo>
                    <a:pt x="937256" y="4582537"/>
                  </a:lnTo>
                  <a:lnTo>
                    <a:pt x="937350" y="4582537"/>
                  </a:lnTo>
                  <a:lnTo>
                    <a:pt x="937444" y="4582537"/>
                  </a:lnTo>
                  <a:lnTo>
                    <a:pt x="937538" y="4582537"/>
                  </a:lnTo>
                  <a:lnTo>
                    <a:pt x="937632" y="4582537"/>
                  </a:lnTo>
                  <a:lnTo>
                    <a:pt x="937726" y="4582537"/>
                  </a:lnTo>
                  <a:lnTo>
                    <a:pt x="937820" y="4582537"/>
                  </a:lnTo>
                  <a:lnTo>
                    <a:pt x="937914" y="4582537"/>
                  </a:lnTo>
                  <a:lnTo>
                    <a:pt x="938008" y="4582537"/>
                  </a:lnTo>
                  <a:lnTo>
                    <a:pt x="938102" y="4582537"/>
                  </a:lnTo>
                  <a:lnTo>
                    <a:pt x="938196" y="4582537"/>
                  </a:lnTo>
                  <a:lnTo>
                    <a:pt x="938290" y="4582537"/>
                  </a:lnTo>
                  <a:lnTo>
                    <a:pt x="938384" y="4582537"/>
                  </a:lnTo>
                  <a:lnTo>
                    <a:pt x="938478" y="4582537"/>
                  </a:lnTo>
                  <a:lnTo>
                    <a:pt x="938572" y="4582537"/>
                  </a:lnTo>
                  <a:lnTo>
                    <a:pt x="938666" y="4582537"/>
                  </a:lnTo>
                  <a:lnTo>
                    <a:pt x="938760" y="4582537"/>
                  </a:lnTo>
                  <a:lnTo>
                    <a:pt x="938854" y="4582537"/>
                  </a:lnTo>
                  <a:lnTo>
                    <a:pt x="938948" y="4582537"/>
                  </a:lnTo>
                  <a:lnTo>
                    <a:pt x="939042" y="4582537"/>
                  </a:lnTo>
                  <a:lnTo>
                    <a:pt x="939136" y="4582537"/>
                  </a:lnTo>
                  <a:lnTo>
                    <a:pt x="939231" y="4582537"/>
                  </a:lnTo>
                  <a:lnTo>
                    <a:pt x="939325" y="4582537"/>
                  </a:lnTo>
                  <a:lnTo>
                    <a:pt x="939419" y="4582537"/>
                  </a:lnTo>
                  <a:lnTo>
                    <a:pt x="939513" y="4582537"/>
                  </a:lnTo>
                  <a:lnTo>
                    <a:pt x="939607" y="4582537"/>
                  </a:lnTo>
                  <a:lnTo>
                    <a:pt x="939701" y="4582537"/>
                  </a:lnTo>
                  <a:lnTo>
                    <a:pt x="939795" y="4582537"/>
                  </a:lnTo>
                  <a:lnTo>
                    <a:pt x="939795" y="4577258"/>
                  </a:lnTo>
                  <a:lnTo>
                    <a:pt x="939889" y="4577258"/>
                  </a:lnTo>
                  <a:lnTo>
                    <a:pt x="939983" y="4577258"/>
                  </a:lnTo>
                  <a:lnTo>
                    <a:pt x="940077" y="4577258"/>
                  </a:lnTo>
                  <a:lnTo>
                    <a:pt x="940171" y="4577258"/>
                  </a:lnTo>
                  <a:lnTo>
                    <a:pt x="940265" y="4577258"/>
                  </a:lnTo>
                  <a:lnTo>
                    <a:pt x="940359" y="4577258"/>
                  </a:lnTo>
                  <a:lnTo>
                    <a:pt x="940453" y="4577258"/>
                  </a:lnTo>
                  <a:lnTo>
                    <a:pt x="940547" y="4577258"/>
                  </a:lnTo>
                  <a:lnTo>
                    <a:pt x="940641" y="4577258"/>
                  </a:lnTo>
                  <a:lnTo>
                    <a:pt x="940735" y="4577258"/>
                  </a:lnTo>
                  <a:lnTo>
                    <a:pt x="940829" y="4577258"/>
                  </a:lnTo>
                  <a:lnTo>
                    <a:pt x="940923" y="4577258"/>
                  </a:lnTo>
                  <a:lnTo>
                    <a:pt x="941017" y="4577258"/>
                  </a:lnTo>
                  <a:lnTo>
                    <a:pt x="941111" y="4577258"/>
                  </a:lnTo>
                  <a:lnTo>
                    <a:pt x="941205" y="4577258"/>
                  </a:lnTo>
                  <a:lnTo>
                    <a:pt x="941299" y="4577258"/>
                  </a:lnTo>
                  <a:lnTo>
                    <a:pt x="941393" y="4577258"/>
                  </a:lnTo>
                  <a:lnTo>
                    <a:pt x="941487" y="4577258"/>
                  </a:lnTo>
                  <a:lnTo>
                    <a:pt x="941581" y="4577258"/>
                  </a:lnTo>
                  <a:lnTo>
                    <a:pt x="941675" y="4577258"/>
                  </a:lnTo>
                  <a:lnTo>
                    <a:pt x="941769" y="4577258"/>
                  </a:lnTo>
                  <a:lnTo>
                    <a:pt x="941863" y="4577258"/>
                  </a:lnTo>
                  <a:lnTo>
                    <a:pt x="941957" y="4577258"/>
                  </a:lnTo>
                  <a:lnTo>
                    <a:pt x="942051" y="4577258"/>
                  </a:lnTo>
                  <a:lnTo>
                    <a:pt x="942145" y="4577258"/>
                  </a:lnTo>
                  <a:lnTo>
                    <a:pt x="942239" y="4577258"/>
                  </a:lnTo>
                  <a:lnTo>
                    <a:pt x="942333" y="4577258"/>
                  </a:lnTo>
                  <a:lnTo>
                    <a:pt x="942427" y="4577258"/>
                  </a:lnTo>
                  <a:lnTo>
                    <a:pt x="942521" y="4577258"/>
                  </a:lnTo>
                  <a:lnTo>
                    <a:pt x="942615" y="4577258"/>
                  </a:lnTo>
                  <a:lnTo>
                    <a:pt x="942709" y="4577258"/>
                  </a:lnTo>
                  <a:lnTo>
                    <a:pt x="942804" y="4577258"/>
                  </a:lnTo>
                  <a:lnTo>
                    <a:pt x="942898" y="4577258"/>
                  </a:lnTo>
                  <a:lnTo>
                    <a:pt x="942992" y="4577258"/>
                  </a:lnTo>
                  <a:lnTo>
                    <a:pt x="943086" y="4577258"/>
                  </a:lnTo>
                  <a:lnTo>
                    <a:pt x="943180" y="4577258"/>
                  </a:lnTo>
                  <a:lnTo>
                    <a:pt x="943274" y="4577258"/>
                  </a:lnTo>
                  <a:lnTo>
                    <a:pt x="943368" y="4577258"/>
                  </a:lnTo>
                  <a:lnTo>
                    <a:pt x="943462" y="4577258"/>
                  </a:lnTo>
                  <a:lnTo>
                    <a:pt x="943556" y="4577258"/>
                  </a:lnTo>
                  <a:lnTo>
                    <a:pt x="943650" y="4577258"/>
                  </a:lnTo>
                  <a:lnTo>
                    <a:pt x="943744" y="4577258"/>
                  </a:lnTo>
                  <a:lnTo>
                    <a:pt x="943838" y="4577258"/>
                  </a:lnTo>
                  <a:lnTo>
                    <a:pt x="943932" y="4577258"/>
                  </a:lnTo>
                  <a:lnTo>
                    <a:pt x="944026" y="4577258"/>
                  </a:lnTo>
                  <a:lnTo>
                    <a:pt x="944120" y="4577258"/>
                  </a:lnTo>
                  <a:lnTo>
                    <a:pt x="944214" y="4577258"/>
                  </a:lnTo>
                  <a:lnTo>
                    <a:pt x="944308" y="4577258"/>
                  </a:lnTo>
                  <a:lnTo>
                    <a:pt x="944402" y="4577258"/>
                  </a:lnTo>
                  <a:lnTo>
                    <a:pt x="944496" y="4577258"/>
                  </a:lnTo>
                  <a:lnTo>
                    <a:pt x="944590" y="4577258"/>
                  </a:lnTo>
                  <a:lnTo>
                    <a:pt x="944684" y="4577258"/>
                  </a:lnTo>
                  <a:lnTo>
                    <a:pt x="944778" y="4577258"/>
                  </a:lnTo>
                  <a:lnTo>
                    <a:pt x="944872" y="4577258"/>
                  </a:lnTo>
                  <a:lnTo>
                    <a:pt x="944966" y="4577258"/>
                  </a:lnTo>
                  <a:lnTo>
                    <a:pt x="945060" y="4577258"/>
                  </a:lnTo>
                  <a:lnTo>
                    <a:pt x="945154" y="4577258"/>
                  </a:lnTo>
                  <a:lnTo>
                    <a:pt x="945248" y="4577258"/>
                  </a:lnTo>
                  <a:lnTo>
                    <a:pt x="945342" y="4577258"/>
                  </a:lnTo>
                  <a:lnTo>
                    <a:pt x="945436" y="4577258"/>
                  </a:lnTo>
                  <a:lnTo>
                    <a:pt x="945530" y="4577258"/>
                  </a:lnTo>
                  <a:lnTo>
                    <a:pt x="945624" y="4577258"/>
                  </a:lnTo>
                  <a:lnTo>
                    <a:pt x="945718" y="4577258"/>
                  </a:lnTo>
                  <a:lnTo>
                    <a:pt x="945812" y="4577258"/>
                  </a:lnTo>
                  <a:lnTo>
                    <a:pt x="945906" y="4577258"/>
                  </a:lnTo>
                  <a:lnTo>
                    <a:pt x="946000" y="4577258"/>
                  </a:lnTo>
                  <a:lnTo>
                    <a:pt x="946094" y="4577258"/>
                  </a:lnTo>
                  <a:lnTo>
                    <a:pt x="946188" y="4577258"/>
                  </a:lnTo>
                  <a:lnTo>
                    <a:pt x="946282" y="4577258"/>
                  </a:lnTo>
                  <a:lnTo>
                    <a:pt x="946377" y="4577258"/>
                  </a:lnTo>
                  <a:lnTo>
                    <a:pt x="946471" y="4577258"/>
                  </a:lnTo>
                  <a:lnTo>
                    <a:pt x="946565" y="4577258"/>
                  </a:lnTo>
                  <a:lnTo>
                    <a:pt x="946659" y="4577258"/>
                  </a:lnTo>
                  <a:lnTo>
                    <a:pt x="946753" y="4577258"/>
                  </a:lnTo>
                  <a:lnTo>
                    <a:pt x="946847" y="4577258"/>
                  </a:lnTo>
                  <a:lnTo>
                    <a:pt x="946941" y="4577258"/>
                  </a:lnTo>
                  <a:lnTo>
                    <a:pt x="947035" y="4577258"/>
                  </a:lnTo>
                  <a:lnTo>
                    <a:pt x="947129" y="4577258"/>
                  </a:lnTo>
                  <a:lnTo>
                    <a:pt x="947223" y="4577258"/>
                  </a:lnTo>
                  <a:lnTo>
                    <a:pt x="947317" y="4577258"/>
                  </a:lnTo>
                  <a:lnTo>
                    <a:pt x="947411" y="4577258"/>
                  </a:lnTo>
                  <a:lnTo>
                    <a:pt x="947505" y="4577258"/>
                  </a:lnTo>
                  <a:lnTo>
                    <a:pt x="947599" y="4577258"/>
                  </a:lnTo>
                  <a:lnTo>
                    <a:pt x="947693" y="4577258"/>
                  </a:lnTo>
                  <a:lnTo>
                    <a:pt x="947787" y="4577258"/>
                  </a:lnTo>
                  <a:lnTo>
                    <a:pt x="947881" y="4577258"/>
                  </a:lnTo>
                  <a:lnTo>
                    <a:pt x="947975" y="4577258"/>
                  </a:lnTo>
                  <a:lnTo>
                    <a:pt x="948069" y="4577258"/>
                  </a:lnTo>
                  <a:lnTo>
                    <a:pt x="948163" y="4577258"/>
                  </a:lnTo>
                  <a:lnTo>
                    <a:pt x="948257" y="4577258"/>
                  </a:lnTo>
                  <a:lnTo>
                    <a:pt x="948351" y="4577258"/>
                  </a:lnTo>
                  <a:lnTo>
                    <a:pt x="948445" y="4577258"/>
                  </a:lnTo>
                  <a:lnTo>
                    <a:pt x="948539" y="4577258"/>
                  </a:lnTo>
                  <a:lnTo>
                    <a:pt x="948633" y="4577258"/>
                  </a:lnTo>
                  <a:lnTo>
                    <a:pt x="948727" y="4577258"/>
                  </a:lnTo>
                  <a:lnTo>
                    <a:pt x="948727" y="4571978"/>
                  </a:lnTo>
                  <a:lnTo>
                    <a:pt x="948727" y="4566699"/>
                  </a:lnTo>
                  <a:lnTo>
                    <a:pt x="948821" y="4566699"/>
                  </a:lnTo>
                  <a:lnTo>
                    <a:pt x="948915" y="4566699"/>
                  </a:lnTo>
                  <a:lnTo>
                    <a:pt x="949009" y="4566699"/>
                  </a:lnTo>
                  <a:lnTo>
                    <a:pt x="949103" y="4566699"/>
                  </a:lnTo>
                  <a:lnTo>
                    <a:pt x="949197" y="4566699"/>
                  </a:lnTo>
                  <a:lnTo>
                    <a:pt x="949291" y="4566699"/>
                  </a:lnTo>
                  <a:lnTo>
                    <a:pt x="949385" y="4566699"/>
                  </a:lnTo>
                  <a:lnTo>
                    <a:pt x="949479" y="4566699"/>
                  </a:lnTo>
                  <a:lnTo>
                    <a:pt x="949573" y="4566699"/>
                  </a:lnTo>
                  <a:lnTo>
                    <a:pt x="949667" y="4566699"/>
                  </a:lnTo>
                  <a:lnTo>
                    <a:pt x="949761" y="4566699"/>
                  </a:lnTo>
                  <a:lnTo>
                    <a:pt x="949856" y="4566699"/>
                  </a:lnTo>
                  <a:lnTo>
                    <a:pt x="949950" y="4566699"/>
                  </a:lnTo>
                  <a:lnTo>
                    <a:pt x="950044" y="4566699"/>
                  </a:lnTo>
                  <a:lnTo>
                    <a:pt x="950138" y="4566699"/>
                  </a:lnTo>
                  <a:lnTo>
                    <a:pt x="950232" y="4566699"/>
                  </a:lnTo>
                  <a:lnTo>
                    <a:pt x="950326" y="4566699"/>
                  </a:lnTo>
                  <a:lnTo>
                    <a:pt x="950420" y="4566699"/>
                  </a:lnTo>
                  <a:lnTo>
                    <a:pt x="950514" y="4566699"/>
                  </a:lnTo>
                  <a:lnTo>
                    <a:pt x="950608" y="4566699"/>
                  </a:lnTo>
                  <a:lnTo>
                    <a:pt x="950702" y="4566699"/>
                  </a:lnTo>
                  <a:lnTo>
                    <a:pt x="950796" y="4566699"/>
                  </a:lnTo>
                  <a:lnTo>
                    <a:pt x="950890" y="4566699"/>
                  </a:lnTo>
                  <a:lnTo>
                    <a:pt x="950984" y="4566699"/>
                  </a:lnTo>
                  <a:lnTo>
                    <a:pt x="951078" y="4566699"/>
                  </a:lnTo>
                  <a:lnTo>
                    <a:pt x="951172" y="4566699"/>
                  </a:lnTo>
                  <a:lnTo>
                    <a:pt x="951266" y="4566699"/>
                  </a:lnTo>
                  <a:lnTo>
                    <a:pt x="951360" y="4566699"/>
                  </a:lnTo>
                  <a:lnTo>
                    <a:pt x="951454" y="4566699"/>
                  </a:lnTo>
                  <a:lnTo>
                    <a:pt x="951548" y="4566699"/>
                  </a:lnTo>
                  <a:lnTo>
                    <a:pt x="951642" y="4566699"/>
                  </a:lnTo>
                  <a:lnTo>
                    <a:pt x="951736" y="4566699"/>
                  </a:lnTo>
                  <a:lnTo>
                    <a:pt x="951830" y="4566699"/>
                  </a:lnTo>
                  <a:lnTo>
                    <a:pt x="951924" y="4566699"/>
                  </a:lnTo>
                  <a:lnTo>
                    <a:pt x="952018" y="4566699"/>
                  </a:lnTo>
                  <a:lnTo>
                    <a:pt x="952112" y="4566699"/>
                  </a:lnTo>
                  <a:lnTo>
                    <a:pt x="952206" y="4566699"/>
                  </a:lnTo>
                  <a:lnTo>
                    <a:pt x="952300" y="4566699"/>
                  </a:lnTo>
                  <a:lnTo>
                    <a:pt x="952394" y="4566699"/>
                  </a:lnTo>
                  <a:lnTo>
                    <a:pt x="952488" y="4566699"/>
                  </a:lnTo>
                  <a:lnTo>
                    <a:pt x="952582" y="4566699"/>
                  </a:lnTo>
                  <a:lnTo>
                    <a:pt x="952676" y="4566699"/>
                  </a:lnTo>
                  <a:lnTo>
                    <a:pt x="952770" y="4566699"/>
                  </a:lnTo>
                  <a:lnTo>
                    <a:pt x="952864" y="4566699"/>
                  </a:lnTo>
                  <a:lnTo>
                    <a:pt x="952958" y="4566699"/>
                  </a:lnTo>
                  <a:lnTo>
                    <a:pt x="953052" y="4566699"/>
                  </a:lnTo>
                  <a:lnTo>
                    <a:pt x="953146" y="4566699"/>
                  </a:lnTo>
                  <a:lnTo>
                    <a:pt x="953240" y="4566699"/>
                  </a:lnTo>
                  <a:lnTo>
                    <a:pt x="953334" y="4566699"/>
                  </a:lnTo>
                  <a:lnTo>
                    <a:pt x="953334" y="4561420"/>
                  </a:lnTo>
                  <a:lnTo>
                    <a:pt x="953429" y="4561420"/>
                  </a:lnTo>
                  <a:lnTo>
                    <a:pt x="953523" y="4561420"/>
                  </a:lnTo>
                  <a:lnTo>
                    <a:pt x="953617" y="4561420"/>
                  </a:lnTo>
                  <a:lnTo>
                    <a:pt x="953711" y="4561420"/>
                  </a:lnTo>
                  <a:lnTo>
                    <a:pt x="953805" y="4561420"/>
                  </a:lnTo>
                  <a:lnTo>
                    <a:pt x="953899" y="4561420"/>
                  </a:lnTo>
                  <a:lnTo>
                    <a:pt x="953993" y="4561420"/>
                  </a:lnTo>
                  <a:lnTo>
                    <a:pt x="954087" y="4561420"/>
                  </a:lnTo>
                  <a:lnTo>
                    <a:pt x="954181" y="4561420"/>
                  </a:lnTo>
                  <a:lnTo>
                    <a:pt x="954275" y="4561420"/>
                  </a:lnTo>
                  <a:lnTo>
                    <a:pt x="954369" y="4561420"/>
                  </a:lnTo>
                  <a:lnTo>
                    <a:pt x="954463" y="4561420"/>
                  </a:lnTo>
                  <a:lnTo>
                    <a:pt x="954557" y="4561420"/>
                  </a:lnTo>
                  <a:lnTo>
                    <a:pt x="954651" y="4561420"/>
                  </a:lnTo>
                  <a:lnTo>
                    <a:pt x="954745" y="4561420"/>
                  </a:lnTo>
                  <a:lnTo>
                    <a:pt x="954839" y="4561420"/>
                  </a:lnTo>
                  <a:lnTo>
                    <a:pt x="954933" y="4561420"/>
                  </a:lnTo>
                  <a:lnTo>
                    <a:pt x="954933" y="4556140"/>
                  </a:lnTo>
                  <a:lnTo>
                    <a:pt x="955027" y="4556140"/>
                  </a:lnTo>
                  <a:lnTo>
                    <a:pt x="955121" y="4556140"/>
                  </a:lnTo>
                  <a:lnTo>
                    <a:pt x="955215" y="4556140"/>
                  </a:lnTo>
                  <a:lnTo>
                    <a:pt x="955309" y="4556140"/>
                  </a:lnTo>
                  <a:lnTo>
                    <a:pt x="955403" y="4556140"/>
                  </a:lnTo>
                  <a:lnTo>
                    <a:pt x="955497" y="4556140"/>
                  </a:lnTo>
                  <a:lnTo>
                    <a:pt x="955591" y="4556140"/>
                  </a:lnTo>
                  <a:lnTo>
                    <a:pt x="955685" y="4556140"/>
                  </a:lnTo>
                  <a:lnTo>
                    <a:pt x="955779" y="4556140"/>
                  </a:lnTo>
                  <a:lnTo>
                    <a:pt x="955873" y="4556140"/>
                  </a:lnTo>
                  <a:lnTo>
                    <a:pt x="955967" y="4556140"/>
                  </a:lnTo>
                  <a:lnTo>
                    <a:pt x="956061" y="4556140"/>
                  </a:lnTo>
                  <a:lnTo>
                    <a:pt x="956155" y="4556140"/>
                  </a:lnTo>
                  <a:lnTo>
                    <a:pt x="956155" y="4550861"/>
                  </a:lnTo>
                  <a:lnTo>
                    <a:pt x="956249" y="4550861"/>
                  </a:lnTo>
                  <a:lnTo>
                    <a:pt x="956343" y="4550861"/>
                  </a:lnTo>
                  <a:lnTo>
                    <a:pt x="956437" y="4550861"/>
                  </a:lnTo>
                  <a:lnTo>
                    <a:pt x="956531" y="4550861"/>
                  </a:lnTo>
                  <a:lnTo>
                    <a:pt x="956625" y="4550861"/>
                  </a:lnTo>
                  <a:lnTo>
                    <a:pt x="956719" y="4550861"/>
                  </a:lnTo>
                  <a:lnTo>
                    <a:pt x="956813" y="4550861"/>
                  </a:lnTo>
                  <a:lnTo>
                    <a:pt x="956907" y="4550861"/>
                  </a:lnTo>
                  <a:lnTo>
                    <a:pt x="957002" y="4550861"/>
                  </a:lnTo>
                  <a:lnTo>
                    <a:pt x="957096" y="4550861"/>
                  </a:lnTo>
                  <a:lnTo>
                    <a:pt x="957190" y="4550861"/>
                  </a:lnTo>
                  <a:lnTo>
                    <a:pt x="957284" y="4550861"/>
                  </a:lnTo>
                  <a:lnTo>
                    <a:pt x="957378" y="4550861"/>
                  </a:lnTo>
                  <a:lnTo>
                    <a:pt x="957472" y="4550861"/>
                  </a:lnTo>
                  <a:lnTo>
                    <a:pt x="957566" y="4550861"/>
                  </a:lnTo>
                  <a:lnTo>
                    <a:pt x="957660" y="4550861"/>
                  </a:lnTo>
                  <a:lnTo>
                    <a:pt x="957754" y="4550861"/>
                  </a:lnTo>
                  <a:lnTo>
                    <a:pt x="957848" y="4550861"/>
                  </a:lnTo>
                  <a:lnTo>
                    <a:pt x="957942" y="4550861"/>
                  </a:lnTo>
                  <a:lnTo>
                    <a:pt x="958036" y="4550861"/>
                  </a:lnTo>
                  <a:lnTo>
                    <a:pt x="958130" y="4550861"/>
                  </a:lnTo>
                  <a:lnTo>
                    <a:pt x="958130" y="4545581"/>
                  </a:lnTo>
                  <a:lnTo>
                    <a:pt x="958224" y="4545581"/>
                  </a:lnTo>
                  <a:lnTo>
                    <a:pt x="958318" y="4545581"/>
                  </a:lnTo>
                  <a:lnTo>
                    <a:pt x="958412" y="4545581"/>
                  </a:lnTo>
                  <a:lnTo>
                    <a:pt x="958506" y="4545581"/>
                  </a:lnTo>
                  <a:lnTo>
                    <a:pt x="958600" y="4545581"/>
                  </a:lnTo>
                  <a:lnTo>
                    <a:pt x="958694" y="4545581"/>
                  </a:lnTo>
                  <a:lnTo>
                    <a:pt x="958788" y="4545581"/>
                  </a:lnTo>
                  <a:lnTo>
                    <a:pt x="958882" y="4545581"/>
                  </a:lnTo>
                  <a:lnTo>
                    <a:pt x="958976" y="4545581"/>
                  </a:lnTo>
                  <a:lnTo>
                    <a:pt x="959070" y="4545581"/>
                  </a:lnTo>
                  <a:lnTo>
                    <a:pt x="959164" y="4545581"/>
                  </a:lnTo>
                  <a:lnTo>
                    <a:pt x="959258" y="4545581"/>
                  </a:lnTo>
                  <a:lnTo>
                    <a:pt x="959352" y="4545581"/>
                  </a:lnTo>
                  <a:lnTo>
                    <a:pt x="959446" y="4545581"/>
                  </a:lnTo>
                  <a:lnTo>
                    <a:pt x="959540" y="4545581"/>
                  </a:lnTo>
                  <a:lnTo>
                    <a:pt x="959634" y="4545581"/>
                  </a:lnTo>
                  <a:lnTo>
                    <a:pt x="959728" y="4545581"/>
                  </a:lnTo>
                  <a:lnTo>
                    <a:pt x="959822" y="4545581"/>
                  </a:lnTo>
                  <a:lnTo>
                    <a:pt x="959916" y="4545581"/>
                  </a:lnTo>
                  <a:lnTo>
                    <a:pt x="960010" y="4545581"/>
                  </a:lnTo>
                  <a:lnTo>
                    <a:pt x="960104" y="4545581"/>
                  </a:lnTo>
                  <a:lnTo>
                    <a:pt x="960198" y="4545581"/>
                  </a:lnTo>
                  <a:lnTo>
                    <a:pt x="960292" y="4545581"/>
                  </a:lnTo>
                  <a:lnTo>
                    <a:pt x="960386" y="4545581"/>
                  </a:lnTo>
                  <a:lnTo>
                    <a:pt x="960481" y="4545581"/>
                  </a:lnTo>
                  <a:lnTo>
                    <a:pt x="960575" y="4545581"/>
                  </a:lnTo>
                  <a:lnTo>
                    <a:pt x="960669" y="4545581"/>
                  </a:lnTo>
                  <a:lnTo>
                    <a:pt x="960763" y="4545581"/>
                  </a:lnTo>
                  <a:lnTo>
                    <a:pt x="960857" y="4545581"/>
                  </a:lnTo>
                  <a:lnTo>
                    <a:pt x="960951" y="4545581"/>
                  </a:lnTo>
                  <a:lnTo>
                    <a:pt x="961045" y="4545581"/>
                  </a:lnTo>
                  <a:lnTo>
                    <a:pt x="961139" y="4545581"/>
                  </a:lnTo>
                  <a:lnTo>
                    <a:pt x="961233" y="4545581"/>
                  </a:lnTo>
                  <a:lnTo>
                    <a:pt x="961327" y="4545581"/>
                  </a:lnTo>
                  <a:lnTo>
                    <a:pt x="961421" y="4545581"/>
                  </a:lnTo>
                  <a:lnTo>
                    <a:pt x="961515" y="4545581"/>
                  </a:lnTo>
                  <a:lnTo>
                    <a:pt x="961609" y="4545581"/>
                  </a:lnTo>
                  <a:lnTo>
                    <a:pt x="961703" y="4545581"/>
                  </a:lnTo>
                  <a:lnTo>
                    <a:pt x="961797" y="4545581"/>
                  </a:lnTo>
                  <a:lnTo>
                    <a:pt x="961891" y="4545581"/>
                  </a:lnTo>
                  <a:lnTo>
                    <a:pt x="961985" y="4545581"/>
                  </a:lnTo>
                  <a:lnTo>
                    <a:pt x="962079" y="4545581"/>
                  </a:lnTo>
                  <a:lnTo>
                    <a:pt x="962173" y="4545581"/>
                  </a:lnTo>
                  <a:lnTo>
                    <a:pt x="962267" y="4545581"/>
                  </a:lnTo>
                  <a:lnTo>
                    <a:pt x="962361" y="4545581"/>
                  </a:lnTo>
                  <a:lnTo>
                    <a:pt x="962455" y="4545581"/>
                  </a:lnTo>
                  <a:lnTo>
                    <a:pt x="962549" y="4545581"/>
                  </a:lnTo>
                  <a:lnTo>
                    <a:pt x="962643" y="4545581"/>
                  </a:lnTo>
                  <a:lnTo>
                    <a:pt x="962643" y="4540302"/>
                  </a:lnTo>
                  <a:lnTo>
                    <a:pt x="962737" y="4540302"/>
                  </a:lnTo>
                  <a:lnTo>
                    <a:pt x="962831" y="4540302"/>
                  </a:lnTo>
                  <a:lnTo>
                    <a:pt x="962925" y="4540302"/>
                  </a:lnTo>
                  <a:lnTo>
                    <a:pt x="963019" y="4540302"/>
                  </a:lnTo>
                  <a:lnTo>
                    <a:pt x="963113" y="4540302"/>
                  </a:lnTo>
                  <a:lnTo>
                    <a:pt x="963207" y="4540302"/>
                  </a:lnTo>
                  <a:lnTo>
                    <a:pt x="963301" y="4540302"/>
                  </a:lnTo>
                  <a:lnTo>
                    <a:pt x="963395" y="4540302"/>
                  </a:lnTo>
                  <a:lnTo>
                    <a:pt x="963489" y="4540302"/>
                  </a:lnTo>
                  <a:lnTo>
                    <a:pt x="963583" y="4540302"/>
                  </a:lnTo>
                  <a:lnTo>
                    <a:pt x="963677" y="4540302"/>
                  </a:lnTo>
                  <a:lnTo>
                    <a:pt x="963771" y="4540302"/>
                  </a:lnTo>
                  <a:lnTo>
                    <a:pt x="963865" y="4540302"/>
                  </a:lnTo>
                  <a:lnTo>
                    <a:pt x="963959" y="4540302"/>
                  </a:lnTo>
                  <a:lnTo>
                    <a:pt x="964054" y="4540302"/>
                  </a:lnTo>
                  <a:lnTo>
                    <a:pt x="964148" y="4540302"/>
                  </a:lnTo>
                  <a:lnTo>
                    <a:pt x="964242" y="4540302"/>
                  </a:lnTo>
                  <a:lnTo>
                    <a:pt x="964336" y="4540302"/>
                  </a:lnTo>
                  <a:lnTo>
                    <a:pt x="964430" y="4540302"/>
                  </a:lnTo>
                  <a:lnTo>
                    <a:pt x="964524" y="4540302"/>
                  </a:lnTo>
                  <a:lnTo>
                    <a:pt x="964618" y="4540302"/>
                  </a:lnTo>
                  <a:lnTo>
                    <a:pt x="964712" y="4540302"/>
                  </a:lnTo>
                  <a:lnTo>
                    <a:pt x="964806" y="4540302"/>
                  </a:lnTo>
                  <a:lnTo>
                    <a:pt x="964900" y="4540302"/>
                  </a:lnTo>
                  <a:lnTo>
                    <a:pt x="964994" y="4540302"/>
                  </a:lnTo>
                  <a:lnTo>
                    <a:pt x="965088" y="4540302"/>
                  </a:lnTo>
                  <a:lnTo>
                    <a:pt x="965182" y="4540302"/>
                  </a:lnTo>
                  <a:lnTo>
                    <a:pt x="965276" y="4540302"/>
                  </a:lnTo>
                  <a:lnTo>
                    <a:pt x="965370" y="4540302"/>
                  </a:lnTo>
                  <a:lnTo>
                    <a:pt x="965464" y="4540302"/>
                  </a:lnTo>
                  <a:lnTo>
                    <a:pt x="965558" y="4540302"/>
                  </a:lnTo>
                  <a:lnTo>
                    <a:pt x="965652" y="4540302"/>
                  </a:lnTo>
                  <a:lnTo>
                    <a:pt x="965746" y="4540302"/>
                  </a:lnTo>
                  <a:lnTo>
                    <a:pt x="965840" y="4540302"/>
                  </a:lnTo>
                  <a:lnTo>
                    <a:pt x="965934" y="4540302"/>
                  </a:lnTo>
                  <a:lnTo>
                    <a:pt x="966028" y="4540302"/>
                  </a:lnTo>
                  <a:lnTo>
                    <a:pt x="966122" y="4540302"/>
                  </a:lnTo>
                  <a:lnTo>
                    <a:pt x="966216" y="4540302"/>
                  </a:lnTo>
                  <a:lnTo>
                    <a:pt x="966310" y="4540302"/>
                  </a:lnTo>
                  <a:lnTo>
                    <a:pt x="966404" y="4540302"/>
                  </a:lnTo>
                  <a:lnTo>
                    <a:pt x="966498" y="4540302"/>
                  </a:lnTo>
                  <a:lnTo>
                    <a:pt x="966592" y="4540302"/>
                  </a:lnTo>
                  <a:lnTo>
                    <a:pt x="966686" y="4540302"/>
                  </a:lnTo>
                  <a:lnTo>
                    <a:pt x="966780" y="4540302"/>
                  </a:lnTo>
                  <a:lnTo>
                    <a:pt x="966874" y="4540302"/>
                  </a:lnTo>
                  <a:lnTo>
                    <a:pt x="966968" y="4540302"/>
                  </a:lnTo>
                  <a:lnTo>
                    <a:pt x="967062" y="4540302"/>
                  </a:lnTo>
                  <a:lnTo>
                    <a:pt x="967156" y="4540302"/>
                  </a:lnTo>
                  <a:lnTo>
                    <a:pt x="967250" y="4540302"/>
                  </a:lnTo>
                  <a:lnTo>
                    <a:pt x="967344" y="4540302"/>
                  </a:lnTo>
                  <a:lnTo>
                    <a:pt x="967438" y="4540302"/>
                  </a:lnTo>
                  <a:lnTo>
                    <a:pt x="967532" y="4540302"/>
                  </a:lnTo>
                  <a:lnTo>
                    <a:pt x="967627" y="4540302"/>
                  </a:lnTo>
                  <a:lnTo>
                    <a:pt x="967721" y="4540302"/>
                  </a:lnTo>
                  <a:lnTo>
                    <a:pt x="967815" y="4540302"/>
                  </a:lnTo>
                  <a:lnTo>
                    <a:pt x="967815" y="4535022"/>
                  </a:lnTo>
                  <a:lnTo>
                    <a:pt x="967909" y="4535022"/>
                  </a:lnTo>
                  <a:lnTo>
                    <a:pt x="968003" y="4535022"/>
                  </a:lnTo>
                  <a:lnTo>
                    <a:pt x="968097" y="4535022"/>
                  </a:lnTo>
                  <a:lnTo>
                    <a:pt x="968191" y="4535022"/>
                  </a:lnTo>
                  <a:lnTo>
                    <a:pt x="968285" y="4535022"/>
                  </a:lnTo>
                  <a:lnTo>
                    <a:pt x="968379" y="4535022"/>
                  </a:lnTo>
                  <a:lnTo>
                    <a:pt x="968473" y="4535022"/>
                  </a:lnTo>
                  <a:lnTo>
                    <a:pt x="968473" y="4529743"/>
                  </a:lnTo>
                  <a:lnTo>
                    <a:pt x="968567" y="4529743"/>
                  </a:lnTo>
                  <a:lnTo>
                    <a:pt x="968661" y="4529743"/>
                  </a:lnTo>
                  <a:lnTo>
                    <a:pt x="968755" y="4529743"/>
                  </a:lnTo>
                  <a:lnTo>
                    <a:pt x="968849" y="4529743"/>
                  </a:lnTo>
                  <a:lnTo>
                    <a:pt x="968943" y="4529743"/>
                  </a:lnTo>
                  <a:lnTo>
                    <a:pt x="969037" y="4529743"/>
                  </a:lnTo>
                  <a:lnTo>
                    <a:pt x="969131" y="4529743"/>
                  </a:lnTo>
                  <a:lnTo>
                    <a:pt x="969225" y="4529743"/>
                  </a:lnTo>
                  <a:lnTo>
                    <a:pt x="969319" y="4529743"/>
                  </a:lnTo>
                  <a:lnTo>
                    <a:pt x="969413" y="4529743"/>
                  </a:lnTo>
                  <a:lnTo>
                    <a:pt x="969507" y="4529743"/>
                  </a:lnTo>
                  <a:lnTo>
                    <a:pt x="969601" y="4529743"/>
                  </a:lnTo>
                  <a:lnTo>
                    <a:pt x="969695" y="4529743"/>
                  </a:lnTo>
                  <a:lnTo>
                    <a:pt x="969789" y="4529743"/>
                  </a:lnTo>
                  <a:lnTo>
                    <a:pt x="969883" y="4529743"/>
                  </a:lnTo>
                  <a:lnTo>
                    <a:pt x="969977" y="4529743"/>
                  </a:lnTo>
                  <a:lnTo>
                    <a:pt x="970071" y="4529743"/>
                  </a:lnTo>
                  <a:lnTo>
                    <a:pt x="970165" y="4529743"/>
                  </a:lnTo>
                  <a:lnTo>
                    <a:pt x="970259" y="4529743"/>
                  </a:lnTo>
                  <a:lnTo>
                    <a:pt x="970353" y="4529743"/>
                  </a:lnTo>
                  <a:lnTo>
                    <a:pt x="970447" y="4529743"/>
                  </a:lnTo>
                  <a:lnTo>
                    <a:pt x="970541" y="4529743"/>
                  </a:lnTo>
                  <a:lnTo>
                    <a:pt x="970635" y="4529743"/>
                  </a:lnTo>
                  <a:lnTo>
                    <a:pt x="970729" y="4529743"/>
                  </a:lnTo>
                  <a:lnTo>
                    <a:pt x="970823" y="4529743"/>
                  </a:lnTo>
                  <a:lnTo>
                    <a:pt x="970917" y="4529743"/>
                  </a:lnTo>
                  <a:lnTo>
                    <a:pt x="971011" y="4529743"/>
                  </a:lnTo>
                  <a:lnTo>
                    <a:pt x="971106" y="4529743"/>
                  </a:lnTo>
                  <a:lnTo>
                    <a:pt x="971200" y="4529743"/>
                  </a:lnTo>
                  <a:lnTo>
                    <a:pt x="971294" y="4529743"/>
                  </a:lnTo>
                  <a:lnTo>
                    <a:pt x="971388" y="4529743"/>
                  </a:lnTo>
                  <a:lnTo>
                    <a:pt x="971482" y="4529743"/>
                  </a:lnTo>
                  <a:lnTo>
                    <a:pt x="971576" y="4529743"/>
                  </a:lnTo>
                  <a:lnTo>
                    <a:pt x="971670" y="4529743"/>
                  </a:lnTo>
                  <a:lnTo>
                    <a:pt x="971764" y="4529743"/>
                  </a:lnTo>
                  <a:lnTo>
                    <a:pt x="971858" y="4529743"/>
                  </a:lnTo>
                  <a:lnTo>
                    <a:pt x="971952" y="4529743"/>
                  </a:lnTo>
                  <a:lnTo>
                    <a:pt x="972046" y="4529743"/>
                  </a:lnTo>
                  <a:lnTo>
                    <a:pt x="972140" y="4529743"/>
                  </a:lnTo>
                  <a:lnTo>
                    <a:pt x="972234" y="4529743"/>
                  </a:lnTo>
                  <a:lnTo>
                    <a:pt x="972328" y="4529743"/>
                  </a:lnTo>
                  <a:lnTo>
                    <a:pt x="972422" y="4529743"/>
                  </a:lnTo>
                  <a:lnTo>
                    <a:pt x="972516" y="4529743"/>
                  </a:lnTo>
                  <a:lnTo>
                    <a:pt x="972610" y="4529743"/>
                  </a:lnTo>
                  <a:lnTo>
                    <a:pt x="972704" y="4529743"/>
                  </a:lnTo>
                  <a:lnTo>
                    <a:pt x="972798" y="4529743"/>
                  </a:lnTo>
                  <a:lnTo>
                    <a:pt x="972798" y="4524464"/>
                  </a:lnTo>
                  <a:lnTo>
                    <a:pt x="972892" y="4524464"/>
                  </a:lnTo>
                  <a:lnTo>
                    <a:pt x="972986" y="4524464"/>
                  </a:lnTo>
                  <a:lnTo>
                    <a:pt x="973080" y="4524464"/>
                  </a:lnTo>
                  <a:lnTo>
                    <a:pt x="973174" y="4524464"/>
                  </a:lnTo>
                  <a:lnTo>
                    <a:pt x="973268" y="4524464"/>
                  </a:lnTo>
                  <a:lnTo>
                    <a:pt x="973362" y="4524464"/>
                  </a:lnTo>
                  <a:lnTo>
                    <a:pt x="973456" y="4524464"/>
                  </a:lnTo>
                  <a:lnTo>
                    <a:pt x="973550" y="4524464"/>
                  </a:lnTo>
                  <a:lnTo>
                    <a:pt x="973644" y="4524464"/>
                  </a:lnTo>
                  <a:lnTo>
                    <a:pt x="973738" y="4524464"/>
                  </a:lnTo>
                  <a:lnTo>
                    <a:pt x="973832" y="4524464"/>
                  </a:lnTo>
                  <a:lnTo>
                    <a:pt x="973926" y="4524464"/>
                  </a:lnTo>
                  <a:lnTo>
                    <a:pt x="974020" y="4524464"/>
                  </a:lnTo>
                  <a:lnTo>
                    <a:pt x="974114" y="4524464"/>
                  </a:lnTo>
                  <a:lnTo>
                    <a:pt x="974208" y="4524464"/>
                  </a:lnTo>
                  <a:lnTo>
                    <a:pt x="974302" y="4524464"/>
                  </a:lnTo>
                  <a:lnTo>
                    <a:pt x="974396" y="4524464"/>
                  </a:lnTo>
                  <a:lnTo>
                    <a:pt x="974490" y="4524464"/>
                  </a:lnTo>
                  <a:lnTo>
                    <a:pt x="974584" y="4524464"/>
                  </a:lnTo>
                  <a:lnTo>
                    <a:pt x="974679" y="4524464"/>
                  </a:lnTo>
                  <a:lnTo>
                    <a:pt x="974773" y="4524464"/>
                  </a:lnTo>
                  <a:lnTo>
                    <a:pt x="974867" y="4524464"/>
                  </a:lnTo>
                  <a:lnTo>
                    <a:pt x="974961" y="4524464"/>
                  </a:lnTo>
                  <a:lnTo>
                    <a:pt x="975055" y="4524464"/>
                  </a:lnTo>
                  <a:lnTo>
                    <a:pt x="975149" y="4524464"/>
                  </a:lnTo>
                  <a:lnTo>
                    <a:pt x="975243" y="4524464"/>
                  </a:lnTo>
                  <a:lnTo>
                    <a:pt x="975337" y="4524464"/>
                  </a:lnTo>
                  <a:lnTo>
                    <a:pt x="975431" y="4524464"/>
                  </a:lnTo>
                  <a:lnTo>
                    <a:pt x="975525" y="4524464"/>
                  </a:lnTo>
                  <a:lnTo>
                    <a:pt x="975619" y="4524464"/>
                  </a:lnTo>
                  <a:lnTo>
                    <a:pt x="975713" y="4524464"/>
                  </a:lnTo>
                  <a:lnTo>
                    <a:pt x="975807" y="4524464"/>
                  </a:lnTo>
                  <a:lnTo>
                    <a:pt x="975901" y="4524464"/>
                  </a:lnTo>
                  <a:lnTo>
                    <a:pt x="975995" y="4524464"/>
                  </a:lnTo>
                  <a:lnTo>
                    <a:pt x="976089" y="4524464"/>
                  </a:lnTo>
                  <a:lnTo>
                    <a:pt x="976183" y="4524464"/>
                  </a:lnTo>
                  <a:lnTo>
                    <a:pt x="976277" y="4524464"/>
                  </a:lnTo>
                  <a:lnTo>
                    <a:pt x="976371" y="4524464"/>
                  </a:lnTo>
                  <a:lnTo>
                    <a:pt x="976465" y="4524464"/>
                  </a:lnTo>
                  <a:lnTo>
                    <a:pt x="976559" y="4524464"/>
                  </a:lnTo>
                  <a:lnTo>
                    <a:pt x="976653" y="4524464"/>
                  </a:lnTo>
                  <a:lnTo>
                    <a:pt x="976747" y="4524464"/>
                  </a:lnTo>
                  <a:lnTo>
                    <a:pt x="976841" y="4524464"/>
                  </a:lnTo>
                  <a:lnTo>
                    <a:pt x="976935" y="4524464"/>
                  </a:lnTo>
                  <a:lnTo>
                    <a:pt x="977029" y="4524464"/>
                  </a:lnTo>
                  <a:lnTo>
                    <a:pt x="977123" y="4524464"/>
                  </a:lnTo>
                  <a:lnTo>
                    <a:pt x="977217" y="4524464"/>
                  </a:lnTo>
                  <a:lnTo>
                    <a:pt x="977311" y="4524464"/>
                  </a:lnTo>
                  <a:lnTo>
                    <a:pt x="977405" y="4524464"/>
                  </a:lnTo>
                  <a:lnTo>
                    <a:pt x="977499" y="4524464"/>
                  </a:lnTo>
                  <a:lnTo>
                    <a:pt x="977499" y="4519184"/>
                  </a:lnTo>
                  <a:lnTo>
                    <a:pt x="977499" y="4513905"/>
                  </a:lnTo>
                  <a:lnTo>
                    <a:pt x="977593" y="4513905"/>
                  </a:lnTo>
                  <a:lnTo>
                    <a:pt x="977687" y="4513905"/>
                  </a:lnTo>
                  <a:lnTo>
                    <a:pt x="977781" y="4513905"/>
                  </a:lnTo>
                  <a:lnTo>
                    <a:pt x="977875" y="4513905"/>
                  </a:lnTo>
                  <a:lnTo>
                    <a:pt x="977969" y="4513905"/>
                  </a:lnTo>
                  <a:lnTo>
                    <a:pt x="978063" y="4513905"/>
                  </a:lnTo>
                  <a:lnTo>
                    <a:pt x="978157" y="4513905"/>
                  </a:lnTo>
                  <a:lnTo>
                    <a:pt x="978252" y="4513905"/>
                  </a:lnTo>
                  <a:lnTo>
                    <a:pt x="978346" y="4513905"/>
                  </a:lnTo>
                  <a:lnTo>
                    <a:pt x="978440" y="4513905"/>
                  </a:lnTo>
                  <a:lnTo>
                    <a:pt x="978534" y="4513905"/>
                  </a:lnTo>
                  <a:lnTo>
                    <a:pt x="978628" y="4513905"/>
                  </a:lnTo>
                  <a:lnTo>
                    <a:pt x="978722" y="4513905"/>
                  </a:lnTo>
                  <a:lnTo>
                    <a:pt x="978816" y="4513905"/>
                  </a:lnTo>
                  <a:lnTo>
                    <a:pt x="978910" y="4513905"/>
                  </a:lnTo>
                  <a:lnTo>
                    <a:pt x="979004" y="4513905"/>
                  </a:lnTo>
                  <a:lnTo>
                    <a:pt x="979098" y="4513905"/>
                  </a:lnTo>
                  <a:lnTo>
                    <a:pt x="979192" y="4513905"/>
                  </a:lnTo>
                  <a:lnTo>
                    <a:pt x="979286" y="4513905"/>
                  </a:lnTo>
                  <a:lnTo>
                    <a:pt x="979380" y="4513905"/>
                  </a:lnTo>
                  <a:lnTo>
                    <a:pt x="979474" y="4513905"/>
                  </a:lnTo>
                  <a:lnTo>
                    <a:pt x="979568" y="4513905"/>
                  </a:lnTo>
                  <a:lnTo>
                    <a:pt x="979662" y="4513905"/>
                  </a:lnTo>
                  <a:lnTo>
                    <a:pt x="979756" y="4513905"/>
                  </a:lnTo>
                  <a:lnTo>
                    <a:pt x="979850" y="4513905"/>
                  </a:lnTo>
                  <a:lnTo>
                    <a:pt x="979944" y="4513905"/>
                  </a:lnTo>
                  <a:lnTo>
                    <a:pt x="980038" y="4513905"/>
                  </a:lnTo>
                  <a:lnTo>
                    <a:pt x="980132" y="4513905"/>
                  </a:lnTo>
                  <a:lnTo>
                    <a:pt x="980226" y="4513905"/>
                  </a:lnTo>
                  <a:lnTo>
                    <a:pt x="980320" y="4513905"/>
                  </a:lnTo>
                  <a:lnTo>
                    <a:pt x="980414" y="4513905"/>
                  </a:lnTo>
                  <a:lnTo>
                    <a:pt x="980508" y="4513905"/>
                  </a:lnTo>
                  <a:lnTo>
                    <a:pt x="980602" y="4513905"/>
                  </a:lnTo>
                  <a:lnTo>
                    <a:pt x="980696" y="4513905"/>
                  </a:lnTo>
                  <a:lnTo>
                    <a:pt x="980790" y="4513905"/>
                  </a:lnTo>
                  <a:lnTo>
                    <a:pt x="980884" y="4513905"/>
                  </a:lnTo>
                  <a:lnTo>
                    <a:pt x="980978" y="4513905"/>
                  </a:lnTo>
                  <a:lnTo>
                    <a:pt x="981072" y="4513905"/>
                  </a:lnTo>
                  <a:lnTo>
                    <a:pt x="981166" y="4513905"/>
                  </a:lnTo>
                  <a:lnTo>
                    <a:pt x="981260" y="4513905"/>
                  </a:lnTo>
                  <a:lnTo>
                    <a:pt x="981354" y="4513905"/>
                  </a:lnTo>
                  <a:lnTo>
                    <a:pt x="981448" y="4513905"/>
                  </a:lnTo>
                  <a:lnTo>
                    <a:pt x="981542" y="4513905"/>
                  </a:lnTo>
                  <a:lnTo>
                    <a:pt x="981636" y="4513905"/>
                  </a:lnTo>
                  <a:lnTo>
                    <a:pt x="981730" y="4513905"/>
                  </a:lnTo>
                  <a:lnTo>
                    <a:pt x="981825" y="4513905"/>
                  </a:lnTo>
                  <a:lnTo>
                    <a:pt x="981919" y="4513905"/>
                  </a:lnTo>
                  <a:lnTo>
                    <a:pt x="982013" y="4513905"/>
                  </a:lnTo>
                  <a:lnTo>
                    <a:pt x="982107" y="4513905"/>
                  </a:lnTo>
                  <a:lnTo>
                    <a:pt x="982201" y="4513905"/>
                  </a:lnTo>
                  <a:lnTo>
                    <a:pt x="982295" y="4513905"/>
                  </a:lnTo>
                  <a:lnTo>
                    <a:pt x="982389" y="4513905"/>
                  </a:lnTo>
                  <a:lnTo>
                    <a:pt x="982483" y="4513905"/>
                  </a:lnTo>
                  <a:lnTo>
                    <a:pt x="982577" y="4513905"/>
                  </a:lnTo>
                  <a:lnTo>
                    <a:pt x="982671" y="4513905"/>
                  </a:lnTo>
                  <a:lnTo>
                    <a:pt x="982765" y="4513905"/>
                  </a:lnTo>
                  <a:lnTo>
                    <a:pt x="982859" y="4513905"/>
                  </a:lnTo>
                  <a:lnTo>
                    <a:pt x="982953" y="4513905"/>
                  </a:lnTo>
                  <a:lnTo>
                    <a:pt x="983047" y="4513905"/>
                  </a:lnTo>
                  <a:lnTo>
                    <a:pt x="983141" y="4513905"/>
                  </a:lnTo>
                  <a:lnTo>
                    <a:pt x="983235" y="4513905"/>
                  </a:lnTo>
                  <a:lnTo>
                    <a:pt x="983329" y="4513905"/>
                  </a:lnTo>
                  <a:lnTo>
                    <a:pt x="983329" y="4508625"/>
                  </a:lnTo>
                  <a:lnTo>
                    <a:pt x="983423" y="4508625"/>
                  </a:lnTo>
                  <a:lnTo>
                    <a:pt x="983517" y="4508625"/>
                  </a:lnTo>
                  <a:lnTo>
                    <a:pt x="983611" y="4508625"/>
                  </a:lnTo>
                  <a:lnTo>
                    <a:pt x="983611" y="4503346"/>
                  </a:lnTo>
                  <a:lnTo>
                    <a:pt x="983705" y="4503346"/>
                  </a:lnTo>
                  <a:lnTo>
                    <a:pt x="983799" y="4503346"/>
                  </a:lnTo>
                  <a:lnTo>
                    <a:pt x="983893" y="4503346"/>
                  </a:lnTo>
                  <a:lnTo>
                    <a:pt x="983987" y="4503346"/>
                  </a:lnTo>
                  <a:lnTo>
                    <a:pt x="984081" y="4503346"/>
                  </a:lnTo>
                  <a:lnTo>
                    <a:pt x="984175" y="4503346"/>
                  </a:lnTo>
                  <a:lnTo>
                    <a:pt x="984269" y="4503346"/>
                  </a:lnTo>
                  <a:lnTo>
                    <a:pt x="984363" y="4503346"/>
                  </a:lnTo>
                  <a:lnTo>
                    <a:pt x="984457" y="4503346"/>
                  </a:lnTo>
                  <a:lnTo>
                    <a:pt x="984551" y="4503346"/>
                  </a:lnTo>
                  <a:lnTo>
                    <a:pt x="984645" y="4503346"/>
                  </a:lnTo>
                  <a:lnTo>
                    <a:pt x="984739" y="4503346"/>
                  </a:lnTo>
                  <a:lnTo>
                    <a:pt x="984833" y="4503346"/>
                  </a:lnTo>
                  <a:lnTo>
                    <a:pt x="984927" y="4503346"/>
                  </a:lnTo>
                  <a:lnTo>
                    <a:pt x="985021" y="4503346"/>
                  </a:lnTo>
                  <a:lnTo>
                    <a:pt x="985115" y="4503346"/>
                  </a:lnTo>
                  <a:lnTo>
                    <a:pt x="985209" y="4503346"/>
                  </a:lnTo>
                  <a:lnTo>
                    <a:pt x="985304" y="4503346"/>
                  </a:lnTo>
                  <a:lnTo>
                    <a:pt x="985398" y="4503346"/>
                  </a:lnTo>
                  <a:lnTo>
                    <a:pt x="985492" y="4503346"/>
                  </a:lnTo>
                  <a:lnTo>
                    <a:pt x="985586" y="4503346"/>
                  </a:lnTo>
                  <a:lnTo>
                    <a:pt x="985680" y="4503346"/>
                  </a:lnTo>
                  <a:lnTo>
                    <a:pt x="985774" y="4503346"/>
                  </a:lnTo>
                  <a:lnTo>
                    <a:pt x="985868" y="4503346"/>
                  </a:lnTo>
                  <a:lnTo>
                    <a:pt x="985962" y="4503346"/>
                  </a:lnTo>
                  <a:lnTo>
                    <a:pt x="986056" y="4503346"/>
                  </a:lnTo>
                  <a:lnTo>
                    <a:pt x="986150" y="4503346"/>
                  </a:lnTo>
                  <a:lnTo>
                    <a:pt x="986244" y="4503346"/>
                  </a:lnTo>
                  <a:lnTo>
                    <a:pt x="986338" y="4503346"/>
                  </a:lnTo>
                  <a:lnTo>
                    <a:pt x="986432" y="4503346"/>
                  </a:lnTo>
                  <a:lnTo>
                    <a:pt x="986526" y="4503346"/>
                  </a:lnTo>
                  <a:lnTo>
                    <a:pt x="986620" y="4503346"/>
                  </a:lnTo>
                  <a:lnTo>
                    <a:pt x="986714" y="4503346"/>
                  </a:lnTo>
                  <a:lnTo>
                    <a:pt x="986808" y="4503346"/>
                  </a:lnTo>
                  <a:lnTo>
                    <a:pt x="986902" y="4503346"/>
                  </a:lnTo>
                  <a:lnTo>
                    <a:pt x="986996" y="4503346"/>
                  </a:lnTo>
                  <a:lnTo>
                    <a:pt x="987090" y="4503346"/>
                  </a:lnTo>
                  <a:lnTo>
                    <a:pt x="987184" y="4503346"/>
                  </a:lnTo>
                  <a:lnTo>
                    <a:pt x="987278" y="4503346"/>
                  </a:lnTo>
                  <a:lnTo>
                    <a:pt x="987372" y="4503346"/>
                  </a:lnTo>
                  <a:lnTo>
                    <a:pt x="987466" y="4503346"/>
                  </a:lnTo>
                  <a:lnTo>
                    <a:pt x="987560" y="4503346"/>
                  </a:lnTo>
                  <a:lnTo>
                    <a:pt x="987654" y="4503346"/>
                  </a:lnTo>
                  <a:lnTo>
                    <a:pt x="987748" y="4503346"/>
                  </a:lnTo>
                  <a:lnTo>
                    <a:pt x="987842" y="4503346"/>
                  </a:lnTo>
                  <a:lnTo>
                    <a:pt x="987936" y="4503346"/>
                  </a:lnTo>
                  <a:lnTo>
                    <a:pt x="988030" y="4503346"/>
                  </a:lnTo>
                  <a:lnTo>
                    <a:pt x="988124" y="4503346"/>
                  </a:lnTo>
                  <a:lnTo>
                    <a:pt x="988218" y="4503346"/>
                  </a:lnTo>
                  <a:lnTo>
                    <a:pt x="988312" y="4503346"/>
                  </a:lnTo>
                  <a:lnTo>
                    <a:pt x="988406" y="4503346"/>
                  </a:lnTo>
                  <a:lnTo>
                    <a:pt x="988500" y="4503346"/>
                  </a:lnTo>
                  <a:lnTo>
                    <a:pt x="988594" y="4503346"/>
                  </a:lnTo>
                  <a:lnTo>
                    <a:pt x="988688" y="4503346"/>
                  </a:lnTo>
                  <a:lnTo>
                    <a:pt x="988782" y="4503346"/>
                  </a:lnTo>
                  <a:lnTo>
                    <a:pt x="988877" y="4503346"/>
                  </a:lnTo>
                  <a:lnTo>
                    <a:pt x="988971" y="4503346"/>
                  </a:lnTo>
                  <a:lnTo>
                    <a:pt x="989065" y="4503346"/>
                  </a:lnTo>
                  <a:lnTo>
                    <a:pt x="989159" y="4503346"/>
                  </a:lnTo>
                  <a:lnTo>
                    <a:pt x="989253" y="4503346"/>
                  </a:lnTo>
                  <a:lnTo>
                    <a:pt x="989347" y="4503346"/>
                  </a:lnTo>
                  <a:lnTo>
                    <a:pt x="989441" y="4503346"/>
                  </a:lnTo>
                  <a:lnTo>
                    <a:pt x="989535" y="4503346"/>
                  </a:lnTo>
                  <a:lnTo>
                    <a:pt x="989629" y="4503346"/>
                  </a:lnTo>
                  <a:lnTo>
                    <a:pt x="989723" y="4503346"/>
                  </a:lnTo>
                  <a:lnTo>
                    <a:pt x="989817" y="4503346"/>
                  </a:lnTo>
                  <a:lnTo>
                    <a:pt x="989911" y="4503346"/>
                  </a:lnTo>
                  <a:lnTo>
                    <a:pt x="990005" y="4503346"/>
                  </a:lnTo>
                  <a:lnTo>
                    <a:pt x="990099" y="4503346"/>
                  </a:lnTo>
                  <a:lnTo>
                    <a:pt x="990193" y="4503346"/>
                  </a:lnTo>
                  <a:lnTo>
                    <a:pt x="990287" y="4503346"/>
                  </a:lnTo>
                  <a:lnTo>
                    <a:pt x="990381" y="4503346"/>
                  </a:lnTo>
                  <a:lnTo>
                    <a:pt x="990475" y="4503346"/>
                  </a:lnTo>
                  <a:lnTo>
                    <a:pt x="990569" y="4503346"/>
                  </a:lnTo>
                  <a:lnTo>
                    <a:pt x="990663" y="4503346"/>
                  </a:lnTo>
                  <a:lnTo>
                    <a:pt x="990757" y="4503346"/>
                  </a:lnTo>
                  <a:lnTo>
                    <a:pt x="990851" y="4503346"/>
                  </a:lnTo>
                  <a:lnTo>
                    <a:pt x="990945" y="4503346"/>
                  </a:lnTo>
                  <a:lnTo>
                    <a:pt x="991039" y="4503346"/>
                  </a:lnTo>
                  <a:lnTo>
                    <a:pt x="991133" y="4503346"/>
                  </a:lnTo>
                  <a:lnTo>
                    <a:pt x="991227" y="4503346"/>
                  </a:lnTo>
                  <a:lnTo>
                    <a:pt x="991227" y="4498066"/>
                  </a:lnTo>
                  <a:lnTo>
                    <a:pt x="991321" y="4498066"/>
                  </a:lnTo>
                  <a:lnTo>
                    <a:pt x="991415" y="4498066"/>
                  </a:lnTo>
                  <a:lnTo>
                    <a:pt x="991509" y="4498066"/>
                  </a:lnTo>
                  <a:lnTo>
                    <a:pt x="991603" y="4498066"/>
                  </a:lnTo>
                  <a:lnTo>
                    <a:pt x="991697" y="4498066"/>
                  </a:lnTo>
                  <a:lnTo>
                    <a:pt x="991791" y="4498066"/>
                  </a:lnTo>
                  <a:lnTo>
                    <a:pt x="991885" y="4498066"/>
                  </a:lnTo>
                  <a:lnTo>
                    <a:pt x="991979" y="4498066"/>
                  </a:lnTo>
                  <a:lnTo>
                    <a:pt x="992073" y="4498066"/>
                  </a:lnTo>
                  <a:lnTo>
                    <a:pt x="992073" y="4492787"/>
                  </a:lnTo>
                  <a:lnTo>
                    <a:pt x="992167" y="4492787"/>
                  </a:lnTo>
                  <a:lnTo>
                    <a:pt x="992261" y="4492787"/>
                  </a:lnTo>
                  <a:lnTo>
                    <a:pt x="992355" y="4492787"/>
                  </a:lnTo>
                  <a:lnTo>
                    <a:pt x="992450" y="4492787"/>
                  </a:lnTo>
                  <a:lnTo>
                    <a:pt x="992544" y="4492787"/>
                  </a:lnTo>
                  <a:lnTo>
                    <a:pt x="992638" y="4492787"/>
                  </a:lnTo>
                  <a:lnTo>
                    <a:pt x="992732" y="4492787"/>
                  </a:lnTo>
                  <a:lnTo>
                    <a:pt x="992826" y="4492787"/>
                  </a:lnTo>
                  <a:lnTo>
                    <a:pt x="992920" y="4492787"/>
                  </a:lnTo>
                  <a:lnTo>
                    <a:pt x="993014" y="4492787"/>
                  </a:lnTo>
                  <a:lnTo>
                    <a:pt x="993108" y="4492787"/>
                  </a:lnTo>
                  <a:lnTo>
                    <a:pt x="993202" y="4492787"/>
                  </a:lnTo>
                  <a:lnTo>
                    <a:pt x="993296" y="4492787"/>
                  </a:lnTo>
                  <a:lnTo>
                    <a:pt x="993390" y="4492787"/>
                  </a:lnTo>
                  <a:lnTo>
                    <a:pt x="993484" y="4492787"/>
                  </a:lnTo>
                  <a:lnTo>
                    <a:pt x="993578" y="4492787"/>
                  </a:lnTo>
                  <a:lnTo>
                    <a:pt x="993672" y="4492787"/>
                  </a:lnTo>
                  <a:lnTo>
                    <a:pt x="993766" y="4492787"/>
                  </a:lnTo>
                  <a:lnTo>
                    <a:pt x="993860" y="4492787"/>
                  </a:lnTo>
                  <a:lnTo>
                    <a:pt x="993954" y="4492787"/>
                  </a:lnTo>
                  <a:lnTo>
                    <a:pt x="994048" y="4492787"/>
                  </a:lnTo>
                  <a:lnTo>
                    <a:pt x="994142" y="4492787"/>
                  </a:lnTo>
                  <a:lnTo>
                    <a:pt x="994236" y="4492787"/>
                  </a:lnTo>
                  <a:lnTo>
                    <a:pt x="994330" y="4492787"/>
                  </a:lnTo>
                  <a:lnTo>
                    <a:pt x="994424" y="4492787"/>
                  </a:lnTo>
                  <a:lnTo>
                    <a:pt x="994518" y="4492787"/>
                  </a:lnTo>
                  <a:lnTo>
                    <a:pt x="994612" y="4492787"/>
                  </a:lnTo>
                  <a:lnTo>
                    <a:pt x="994706" y="4492787"/>
                  </a:lnTo>
                  <a:lnTo>
                    <a:pt x="994800" y="4492787"/>
                  </a:lnTo>
                  <a:lnTo>
                    <a:pt x="994894" y="4492787"/>
                  </a:lnTo>
                  <a:lnTo>
                    <a:pt x="994988" y="4492787"/>
                  </a:lnTo>
                  <a:lnTo>
                    <a:pt x="995082" y="4492787"/>
                  </a:lnTo>
                  <a:lnTo>
                    <a:pt x="995176" y="4492787"/>
                  </a:lnTo>
                  <a:lnTo>
                    <a:pt x="995270" y="4492787"/>
                  </a:lnTo>
                  <a:lnTo>
                    <a:pt x="995364" y="4492787"/>
                  </a:lnTo>
                  <a:lnTo>
                    <a:pt x="995458" y="4492787"/>
                  </a:lnTo>
                  <a:lnTo>
                    <a:pt x="995552" y="4492787"/>
                  </a:lnTo>
                  <a:lnTo>
                    <a:pt x="995646" y="4492787"/>
                  </a:lnTo>
                  <a:lnTo>
                    <a:pt x="995740" y="4492787"/>
                  </a:lnTo>
                  <a:lnTo>
                    <a:pt x="995834" y="4492787"/>
                  </a:lnTo>
                  <a:lnTo>
                    <a:pt x="995929" y="4492787"/>
                  </a:lnTo>
                  <a:lnTo>
                    <a:pt x="996023" y="4492787"/>
                  </a:lnTo>
                  <a:lnTo>
                    <a:pt x="996117" y="4492787"/>
                  </a:lnTo>
                  <a:lnTo>
                    <a:pt x="996211" y="4492787"/>
                  </a:lnTo>
                  <a:lnTo>
                    <a:pt x="996305" y="4492787"/>
                  </a:lnTo>
                  <a:lnTo>
                    <a:pt x="996399" y="4492787"/>
                  </a:lnTo>
                  <a:lnTo>
                    <a:pt x="996493" y="4492787"/>
                  </a:lnTo>
                  <a:lnTo>
                    <a:pt x="996587" y="4492787"/>
                  </a:lnTo>
                  <a:lnTo>
                    <a:pt x="996681" y="4492787"/>
                  </a:lnTo>
                  <a:lnTo>
                    <a:pt x="996775" y="4492787"/>
                  </a:lnTo>
                  <a:lnTo>
                    <a:pt x="996869" y="4492787"/>
                  </a:lnTo>
                  <a:lnTo>
                    <a:pt x="996963" y="4492787"/>
                  </a:lnTo>
                  <a:lnTo>
                    <a:pt x="997057" y="4492787"/>
                  </a:lnTo>
                  <a:lnTo>
                    <a:pt x="997151" y="4492787"/>
                  </a:lnTo>
                  <a:lnTo>
                    <a:pt x="997245" y="4492787"/>
                  </a:lnTo>
                  <a:lnTo>
                    <a:pt x="997339" y="4492787"/>
                  </a:lnTo>
                  <a:lnTo>
                    <a:pt x="997339" y="4487508"/>
                  </a:lnTo>
                  <a:lnTo>
                    <a:pt x="997433" y="4487508"/>
                  </a:lnTo>
                  <a:lnTo>
                    <a:pt x="997527" y="4487508"/>
                  </a:lnTo>
                  <a:lnTo>
                    <a:pt x="997621" y="4487508"/>
                  </a:lnTo>
                  <a:lnTo>
                    <a:pt x="997715" y="4487508"/>
                  </a:lnTo>
                  <a:lnTo>
                    <a:pt x="997809" y="4487508"/>
                  </a:lnTo>
                  <a:lnTo>
                    <a:pt x="997903" y="4487508"/>
                  </a:lnTo>
                  <a:lnTo>
                    <a:pt x="997997" y="4487508"/>
                  </a:lnTo>
                  <a:lnTo>
                    <a:pt x="998091" y="4487508"/>
                  </a:lnTo>
                  <a:lnTo>
                    <a:pt x="998185" y="4487508"/>
                  </a:lnTo>
                  <a:lnTo>
                    <a:pt x="998279" y="4487508"/>
                  </a:lnTo>
                  <a:lnTo>
                    <a:pt x="998373" y="4487508"/>
                  </a:lnTo>
                  <a:lnTo>
                    <a:pt x="998467" y="4487508"/>
                  </a:lnTo>
                  <a:lnTo>
                    <a:pt x="998561" y="4487508"/>
                  </a:lnTo>
                  <a:lnTo>
                    <a:pt x="998655" y="4487508"/>
                  </a:lnTo>
                  <a:lnTo>
                    <a:pt x="998749" y="4487508"/>
                  </a:lnTo>
                  <a:lnTo>
                    <a:pt x="998843" y="4487508"/>
                  </a:lnTo>
                  <a:lnTo>
                    <a:pt x="998937" y="4487508"/>
                  </a:lnTo>
                  <a:lnTo>
                    <a:pt x="999031" y="4487508"/>
                  </a:lnTo>
                  <a:lnTo>
                    <a:pt x="999125" y="4487508"/>
                  </a:lnTo>
                  <a:lnTo>
                    <a:pt x="999219" y="4487508"/>
                  </a:lnTo>
                  <a:lnTo>
                    <a:pt x="999219" y="4482228"/>
                  </a:lnTo>
                  <a:lnTo>
                    <a:pt x="999313" y="4482228"/>
                  </a:lnTo>
                  <a:lnTo>
                    <a:pt x="999407" y="4482228"/>
                  </a:lnTo>
                  <a:lnTo>
                    <a:pt x="999502" y="4482228"/>
                  </a:lnTo>
                  <a:lnTo>
                    <a:pt x="999596" y="4482228"/>
                  </a:lnTo>
                  <a:lnTo>
                    <a:pt x="999596" y="4476949"/>
                  </a:lnTo>
                  <a:lnTo>
                    <a:pt x="999690" y="4476949"/>
                  </a:lnTo>
                  <a:lnTo>
                    <a:pt x="999690" y="4471669"/>
                  </a:lnTo>
                  <a:lnTo>
                    <a:pt x="999784" y="4471669"/>
                  </a:lnTo>
                  <a:lnTo>
                    <a:pt x="999878" y="4471669"/>
                  </a:lnTo>
                  <a:lnTo>
                    <a:pt x="999972" y="4471669"/>
                  </a:lnTo>
                  <a:lnTo>
                    <a:pt x="1000066" y="4471669"/>
                  </a:lnTo>
                  <a:lnTo>
                    <a:pt x="1000160" y="4471669"/>
                  </a:lnTo>
                  <a:lnTo>
                    <a:pt x="1000254" y="4471669"/>
                  </a:lnTo>
                  <a:lnTo>
                    <a:pt x="1000348" y="4471669"/>
                  </a:lnTo>
                  <a:lnTo>
                    <a:pt x="1000442" y="4471669"/>
                  </a:lnTo>
                  <a:lnTo>
                    <a:pt x="1000536" y="4471669"/>
                  </a:lnTo>
                  <a:lnTo>
                    <a:pt x="1000630" y="4471669"/>
                  </a:lnTo>
                  <a:lnTo>
                    <a:pt x="1000724" y="4471669"/>
                  </a:lnTo>
                  <a:lnTo>
                    <a:pt x="1000818" y="4471669"/>
                  </a:lnTo>
                  <a:lnTo>
                    <a:pt x="1000912" y="4471669"/>
                  </a:lnTo>
                  <a:lnTo>
                    <a:pt x="1001006" y="4471669"/>
                  </a:lnTo>
                  <a:lnTo>
                    <a:pt x="1001100" y="4471669"/>
                  </a:lnTo>
                  <a:lnTo>
                    <a:pt x="1001194" y="4471669"/>
                  </a:lnTo>
                  <a:lnTo>
                    <a:pt x="1001288" y="4471669"/>
                  </a:lnTo>
                  <a:lnTo>
                    <a:pt x="1001382" y="4471669"/>
                  </a:lnTo>
                  <a:lnTo>
                    <a:pt x="1001476" y="4471669"/>
                  </a:lnTo>
                  <a:lnTo>
                    <a:pt x="1001570" y="4471669"/>
                  </a:lnTo>
                  <a:lnTo>
                    <a:pt x="1001664" y="4471669"/>
                  </a:lnTo>
                  <a:lnTo>
                    <a:pt x="1001758" y="4471669"/>
                  </a:lnTo>
                  <a:lnTo>
                    <a:pt x="1001852" y="4471669"/>
                  </a:lnTo>
                  <a:lnTo>
                    <a:pt x="1001946" y="4471669"/>
                  </a:lnTo>
                  <a:lnTo>
                    <a:pt x="1002040" y="4471669"/>
                  </a:lnTo>
                  <a:lnTo>
                    <a:pt x="1002134" y="4471669"/>
                  </a:lnTo>
                  <a:lnTo>
                    <a:pt x="1002228" y="4471669"/>
                  </a:lnTo>
                  <a:lnTo>
                    <a:pt x="1002322" y="4471669"/>
                  </a:lnTo>
                  <a:lnTo>
                    <a:pt x="1002416" y="4471669"/>
                  </a:lnTo>
                  <a:lnTo>
                    <a:pt x="1002510" y="4471669"/>
                  </a:lnTo>
                  <a:lnTo>
                    <a:pt x="1002604" y="4471669"/>
                  </a:lnTo>
                  <a:lnTo>
                    <a:pt x="1002698" y="4471669"/>
                  </a:lnTo>
                  <a:lnTo>
                    <a:pt x="1002792" y="4471669"/>
                  </a:lnTo>
                  <a:lnTo>
                    <a:pt x="1002886" y="4471669"/>
                  </a:lnTo>
                  <a:lnTo>
                    <a:pt x="1002980" y="4471669"/>
                  </a:lnTo>
                  <a:lnTo>
                    <a:pt x="1003075" y="4471669"/>
                  </a:lnTo>
                  <a:lnTo>
                    <a:pt x="1003169" y="4471669"/>
                  </a:lnTo>
                  <a:lnTo>
                    <a:pt x="1003263" y="4471669"/>
                  </a:lnTo>
                  <a:lnTo>
                    <a:pt x="1003357" y="4471669"/>
                  </a:lnTo>
                  <a:lnTo>
                    <a:pt x="1003451" y="4471669"/>
                  </a:lnTo>
                  <a:lnTo>
                    <a:pt x="1003545" y="4471669"/>
                  </a:lnTo>
                  <a:lnTo>
                    <a:pt x="1003639" y="4471669"/>
                  </a:lnTo>
                  <a:lnTo>
                    <a:pt x="1003733" y="4471669"/>
                  </a:lnTo>
                  <a:lnTo>
                    <a:pt x="1003827" y="4471669"/>
                  </a:lnTo>
                  <a:lnTo>
                    <a:pt x="1003921" y="4471669"/>
                  </a:lnTo>
                  <a:lnTo>
                    <a:pt x="1004015" y="4471669"/>
                  </a:lnTo>
                  <a:lnTo>
                    <a:pt x="1004109" y="4471669"/>
                  </a:lnTo>
                  <a:lnTo>
                    <a:pt x="1004203" y="4471669"/>
                  </a:lnTo>
                  <a:lnTo>
                    <a:pt x="1004297" y="4471669"/>
                  </a:lnTo>
                  <a:lnTo>
                    <a:pt x="1004391" y="4471669"/>
                  </a:lnTo>
                  <a:lnTo>
                    <a:pt x="1004485" y="4471669"/>
                  </a:lnTo>
                  <a:lnTo>
                    <a:pt x="1004579" y="4471669"/>
                  </a:lnTo>
                  <a:lnTo>
                    <a:pt x="1004673" y="4471669"/>
                  </a:lnTo>
                  <a:lnTo>
                    <a:pt x="1004767" y="4471669"/>
                  </a:lnTo>
                  <a:lnTo>
                    <a:pt x="1004861" y="4471669"/>
                  </a:lnTo>
                  <a:lnTo>
                    <a:pt x="1004955" y="4471669"/>
                  </a:lnTo>
                  <a:lnTo>
                    <a:pt x="1005049" y="4471669"/>
                  </a:lnTo>
                  <a:lnTo>
                    <a:pt x="1005143" y="4471669"/>
                  </a:lnTo>
                  <a:lnTo>
                    <a:pt x="1005237" y="4471669"/>
                  </a:lnTo>
                  <a:lnTo>
                    <a:pt x="1005331" y="4471669"/>
                  </a:lnTo>
                  <a:lnTo>
                    <a:pt x="1005425" y="4471669"/>
                  </a:lnTo>
                  <a:lnTo>
                    <a:pt x="1005519" y="4471669"/>
                  </a:lnTo>
                  <a:lnTo>
                    <a:pt x="1005613" y="4471669"/>
                  </a:lnTo>
                  <a:lnTo>
                    <a:pt x="1005707" y="4471669"/>
                  </a:lnTo>
                  <a:lnTo>
                    <a:pt x="1005801" y="4471669"/>
                  </a:lnTo>
                  <a:lnTo>
                    <a:pt x="1005895" y="4471669"/>
                  </a:lnTo>
                  <a:lnTo>
                    <a:pt x="1005989" y="4471669"/>
                  </a:lnTo>
                  <a:lnTo>
                    <a:pt x="1006083" y="4471669"/>
                  </a:lnTo>
                  <a:lnTo>
                    <a:pt x="1006177" y="4471669"/>
                  </a:lnTo>
                  <a:lnTo>
                    <a:pt x="1006271" y="4471669"/>
                  </a:lnTo>
                  <a:lnTo>
                    <a:pt x="1006365" y="4471669"/>
                  </a:lnTo>
                  <a:lnTo>
                    <a:pt x="1006459" y="4471669"/>
                  </a:lnTo>
                  <a:lnTo>
                    <a:pt x="1006459" y="4466390"/>
                  </a:lnTo>
                  <a:lnTo>
                    <a:pt x="1006554" y="4466390"/>
                  </a:lnTo>
                  <a:lnTo>
                    <a:pt x="1006648" y="4466390"/>
                  </a:lnTo>
                  <a:lnTo>
                    <a:pt x="1006742" y="4466390"/>
                  </a:lnTo>
                  <a:lnTo>
                    <a:pt x="1006836" y="4466390"/>
                  </a:lnTo>
                  <a:lnTo>
                    <a:pt x="1006930" y="4466390"/>
                  </a:lnTo>
                  <a:lnTo>
                    <a:pt x="1007024" y="4466390"/>
                  </a:lnTo>
                  <a:lnTo>
                    <a:pt x="1007118" y="4466390"/>
                  </a:lnTo>
                  <a:lnTo>
                    <a:pt x="1007212" y="4466390"/>
                  </a:lnTo>
                  <a:lnTo>
                    <a:pt x="1007306" y="4466390"/>
                  </a:lnTo>
                  <a:lnTo>
                    <a:pt x="1007306" y="4461111"/>
                  </a:lnTo>
                  <a:lnTo>
                    <a:pt x="1007400" y="4461111"/>
                  </a:lnTo>
                  <a:lnTo>
                    <a:pt x="1007494" y="4461111"/>
                  </a:lnTo>
                  <a:lnTo>
                    <a:pt x="1007588" y="4461111"/>
                  </a:lnTo>
                  <a:lnTo>
                    <a:pt x="1007682" y="4461111"/>
                  </a:lnTo>
                  <a:lnTo>
                    <a:pt x="1007776" y="4461111"/>
                  </a:lnTo>
                  <a:lnTo>
                    <a:pt x="1007870" y="4461111"/>
                  </a:lnTo>
                  <a:lnTo>
                    <a:pt x="1007964" y="4461111"/>
                  </a:lnTo>
                  <a:lnTo>
                    <a:pt x="1008058" y="4461111"/>
                  </a:lnTo>
                  <a:lnTo>
                    <a:pt x="1008152" y="4461111"/>
                  </a:lnTo>
                  <a:lnTo>
                    <a:pt x="1008246" y="4461111"/>
                  </a:lnTo>
                  <a:lnTo>
                    <a:pt x="1008340" y="4461111"/>
                  </a:lnTo>
                  <a:lnTo>
                    <a:pt x="1008340" y="4455831"/>
                  </a:lnTo>
                  <a:lnTo>
                    <a:pt x="1008434" y="4455831"/>
                  </a:lnTo>
                  <a:lnTo>
                    <a:pt x="1008528" y="4455831"/>
                  </a:lnTo>
                  <a:lnTo>
                    <a:pt x="1008622" y="4455831"/>
                  </a:lnTo>
                  <a:lnTo>
                    <a:pt x="1008716" y="4455831"/>
                  </a:lnTo>
                  <a:lnTo>
                    <a:pt x="1008810" y="4455831"/>
                  </a:lnTo>
                  <a:lnTo>
                    <a:pt x="1008904" y="4455831"/>
                  </a:lnTo>
                  <a:lnTo>
                    <a:pt x="1008998" y="4455831"/>
                  </a:lnTo>
                  <a:lnTo>
                    <a:pt x="1009092" y="4455831"/>
                  </a:lnTo>
                  <a:lnTo>
                    <a:pt x="1009186" y="4455831"/>
                  </a:lnTo>
                  <a:lnTo>
                    <a:pt x="1009280" y="4455831"/>
                  </a:lnTo>
                  <a:lnTo>
                    <a:pt x="1009374" y="4455831"/>
                  </a:lnTo>
                  <a:lnTo>
                    <a:pt x="1009468" y="4455831"/>
                  </a:lnTo>
                  <a:lnTo>
                    <a:pt x="1009562" y="4455831"/>
                  </a:lnTo>
                  <a:lnTo>
                    <a:pt x="1009656" y="4455831"/>
                  </a:lnTo>
                  <a:lnTo>
                    <a:pt x="1009750" y="4455831"/>
                  </a:lnTo>
                  <a:lnTo>
                    <a:pt x="1009844" y="4455831"/>
                  </a:lnTo>
                  <a:lnTo>
                    <a:pt x="1009938" y="4455831"/>
                  </a:lnTo>
                  <a:lnTo>
                    <a:pt x="1010032" y="4455831"/>
                  </a:lnTo>
                  <a:lnTo>
                    <a:pt x="1010127" y="4455831"/>
                  </a:lnTo>
                  <a:lnTo>
                    <a:pt x="1010221" y="4455831"/>
                  </a:lnTo>
                  <a:lnTo>
                    <a:pt x="1010315" y="4455831"/>
                  </a:lnTo>
                  <a:lnTo>
                    <a:pt x="1010409" y="4455831"/>
                  </a:lnTo>
                  <a:lnTo>
                    <a:pt x="1010503" y="4455831"/>
                  </a:lnTo>
                  <a:lnTo>
                    <a:pt x="1010597" y="4455831"/>
                  </a:lnTo>
                  <a:lnTo>
                    <a:pt x="1010691" y="4455831"/>
                  </a:lnTo>
                  <a:lnTo>
                    <a:pt x="1010785" y="4455831"/>
                  </a:lnTo>
                  <a:lnTo>
                    <a:pt x="1010879" y="4455831"/>
                  </a:lnTo>
                  <a:lnTo>
                    <a:pt x="1010973" y="4455831"/>
                  </a:lnTo>
                  <a:lnTo>
                    <a:pt x="1011067" y="4455831"/>
                  </a:lnTo>
                  <a:lnTo>
                    <a:pt x="1011161" y="4455831"/>
                  </a:lnTo>
                  <a:lnTo>
                    <a:pt x="1011255" y="4455831"/>
                  </a:lnTo>
                  <a:lnTo>
                    <a:pt x="1011349" y="4455831"/>
                  </a:lnTo>
                  <a:lnTo>
                    <a:pt x="1011443" y="4455831"/>
                  </a:lnTo>
                  <a:lnTo>
                    <a:pt x="1011537" y="4455831"/>
                  </a:lnTo>
                  <a:lnTo>
                    <a:pt x="1011631" y="4455831"/>
                  </a:lnTo>
                  <a:lnTo>
                    <a:pt x="1011725" y="4455831"/>
                  </a:lnTo>
                  <a:lnTo>
                    <a:pt x="1011819" y="4455831"/>
                  </a:lnTo>
                  <a:lnTo>
                    <a:pt x="1011913" y="4455831"/>
                  </a:lnTo>
                  <a:lnTo>
                    <a:pt x="1011913" y="4450552"/>
                  </a:lnTo>
                  <a:lnTo>
                    <a:pt x="1012007" y="4450552"/>
                  </a:lnTo>
                  <a:lnTo>
                    <a:pt x="1012101" y="4450552"/>
                  </a:lnTo>
                  <a:lnTo>
                    <a:pt x="1012101" y="4445272"/>
                  </a:lnTo>
                  <a:lnTo>
                    <a:pt x="1012195" y="4445272"/>
                  </a:lnTo>
                  <a:lnTo>
                    <a:pt x="1012289" y="4445272"/>
                  </a:lnTo>
                  <a:lnTo>
                    <a:pt x="1012383" y="4445272"/>
                  </a:lnTo>
                  <a:lnTo>
                    <a:pt x="1012477" y="4445272"/>
                  </a:lnTo>
                  <a:lnTo>
                    <a:pt x="1012571" y="4445272"/>
                  </a:lnTo>
                  <a:lnTo>
                    <a:pt x="1012665" y="4445272"/>
                  </a:lnTo>
                  <a:lnTo>
                    <a:pt x="1012759" y="4445272"/>
                  </a:lnTo>
                  <a:lnTo>
                    <a:pt x="1012853" y="4445272"/>
                  </a:lnTo>
                  <a:lnTo>
                    <a:pt x="1012947" y="4445272"/>
                  </a:lnTo>
                  <a:lnTo>
                    <a:pt x="1013041" y="4445272"/>
                  </a:lnTo>
                  <a:lnTo>
                    <a:pt x="1013135" y="4445272"/>
                  </a:lnTo>
                  <a:lnTo>
                    <a:pt x="1013229" y="4445272"/>
                  </a:lnTo>
                  <a:lnTo>
                    <a:pt x="1013323" y="4445272"/>
                  </a:lnTo>
                  <a:lnTo>
                    <a:pt x="1013417" y="4445272"/>
                  </a:lnTo>
                  <a:lnTo>
                    <a:pt x="1013511" y="4445272"/>
                  </a:lnTo>
                  <a:lnTo>
                    <a:pt x="1013605" y="4445272"/>
                  </a:lnTo>
                  <a:lnTo>
                    <a:pt x="1013700" y="4445272"/>
                  </a:lnTo>
                  <a:lnTo>
                    <a:pt x="1013794" y="4445272"/>
                  </a:lnTo>
                  <a:lnTo>
                    <a:pt x="1013794" y="4439993"/>
                  </a:lnTo>
                  <a:lnTo>
                    <a:pt x="1013888" y="4439993"/>
                  </a:lnTo>
                  <a:lnTo>
                    <a:pt x="1013982" y="4439993"/>
                  </a:lnTo>
                  <a:lnTo>
                    <a:pt x="1014076" y="4439993"/>
                  </a:lnTo>
                  <a:lnTo>
                    <a:pt x="1014170" y="4439993"/>
                  </a:lnTo>
                  <a:lnTo>
                    <a:pt x="1014264" y="4439993"/>
                  </a:lnTo>
                  <a:lnTo>
                    <a:pt x="1014358" y="4439993"/>
                  </a:lnTo>
                  <a:lnTo>
                    <a:pt x="1014452" y="4439993"/>
                  </a:lnTo>
                  <a:lnTo>
                    <a:pt x="1014546" y="4439993"/>
                  </a:lnTo>
                  <a:lnTo>
                    <a:pt x="1014640" y="4439993"/>
                  </a:lnTo>
                  <a:lnTo>
                    <a:pt x="1014734" y="4439993"/>
                  </a:lnTo>
                  <a:lnTo>
                    <a:pt x="1014828" y="4439993"/>
                  </a:lnTo>
                  <a:lnTo>
                    <a:pt x="1014922" y="4439993"/>
                  </a:lnTo>
                  <a:lnTo>
                    <a:pt x="1015016" y="4439993"/>
                  </a:lnTo>
                  <a:lnTo>
                    <a:pt x="1015110" y="4439993"/>
                  </a:lnTo>
                  <a:lnTo>
                    <a:pt x="1015204" y="4439993"/>
                  </a:lnTo>
                  <a:lnTo>
                    <a:pt x="1015298" y="4439993"/>
                  </a:lnTo>
                  <a:lnTo>
                    <a:pt x="1015392" y="4439993"/>
                  </a:lnTo>
                  <a:lnTo>
                    <a:pt x="1015486" y="4439993"/>
                  </a:lnTo>
                  <a:lnTo>
                    <a:pt x="1015580" y="4439993"/>
                  </a:lnTo>
                  <a:lnTo>
                    <a:pt x="1015674" y="4439993"/>
                  </a:lnTo>
                  <a:lnTo>
                    <a:pt x="1015768" y="4439993"/>
                  </a:lnTo>
                  <a:lnTo>
                    <a:pt x="1015862" y="4439993"/>
                  </a:lnTo>
                  <a:lnTo>
                    <a:pt x="1015956" y="4439993"/>
                  </a:lnTo>
                  <a:lnTo>
                    <a:pt x="1016050" y="4439993"/>
                  </a:lnTo>
                  <a:lnTo>
                    <a:pt x="1016144" y="4439993"/>
                  </a:lnTo>
                  <a:lnTo>
                    <a:pt x="1016238" y="4439993"/>
                  </a:lnTo>
                  <a:lnTo>
                    <a:pt x="1016332" y="4439993"/>
                  </a:lnTo>
                  <a:lnTo>
                    <a:pt x="1016426" y="4439993"/>
                  </a:lnTo>
                  <a:lnTo>
                    <a:pt x="1016520" y="4439993"/>
                  </a:lnTo>
                  <a:lnTo>
                    <a:pt x="1016614" y="4439993"/>
                  </a:lnTo>
                  <a:lnTo>
                    <a:pt x="1016708" y="4439993"/>
                  </a:lnTo>
                  <a:lnTo>
                    <a:pt x="1016802" y="4439993"/>
                  </a:lnTo>
                  <a:lnTo>
                    <a:pt x="1016896" y="4439993"/>
                  </a:lnTo>
                  <a:lnTo>
                    <a:pt x="1016990" y="4439993"/>
                  </a:lnTo>
                  <a:lnTo>
                    <a:pt x="1017084" y="4439993"/>
                  </a:lnTo>
                  <a:lnTo>
                    <a:pt x="1017179" y="4439993"/>
                  </a:lnTo>
                  <a:lnTo>
                    <a:pt x="1017273" y="4439993"/>
                  </a:lnTo>
                  <a:lnTo>
                    <a:pt x="1017367" y="4439993"/>
                  </a:lnTo>
                  <a:lnTo>
                    <a:pt x="1017461" y="4439993"/>
                  </a:lnTo>
                  <a:lnTo>
                    <a:pt x="1017461" y="4434713"/>
                  </a:lnTo>
                  <a:lnTo>
                    <a:pt x="1017555" y="4434713"/>
                  </a:lnTo>
                  <a:lnTo>
                    <a:pt x="1017649" y="4434713"/>
                  </a:lnTo>
                  <a:lnTo>
                    <a:pt x="1017743" y="4434713"/>
                  </a:lnTo>
                  <a:lnTo>
                    <a:pt x="1017837" y="4434713"/>
                  </a:lnTo>
                  <a:lnTo>
                    <a:pt x="1017931" y="4434713"/>
                  </a:lnTo>
                  <a:lnTo>
                    <a:pt x="1018025" y="4434713"/>
                  </a:lnTo>
                  <a:lnTo>
                    <a:pt x="1018119" y="4434713"/>
                  </a:lnTo>
                  <a:lnTo>
                    <a:pt x="1018213" y="4434713"/>
                  </a:lnTo>
                  <a:lnTo>
                    <a:pt x="1018307" y="4434713"/>
                  </a:lnTo>
                  <a:lnTo>
                    <a:pt x="1018401" y="4434713"/>
                  </a:lnTo>
                  <a:lnTo>
                    <a:pt x="1018495" y="4434713"/>
                  </a:lnTo>
                  <a:lnTo>
                    <a:pt x="1018589" y="4434713"/>
                  </a:lnTo>
                  <a:lnTo>
                    <a:pt x="1018683" y="4434713"/>
                  </a:lnTo>
                  <a:lnTo>
                    <a:pt x="1018777" y="4434713"/>
                  </a:lnTo>
                  <a:lnTo>
                    <a:pt x="1018871" y="4434713"/>
                  </a:lnTo>
                  <a:lnTo>
                    <a:pt x="1018965" y="4434713"/>
                  </a:lnTo>
                  <a:lnTo>
                    <a:pt x="1019059" y="4434713"/>
                  </a:lnTo>
                  <a:lnTo>
                    <a:pt x="1019153" y="4434713"/>
                  </a:lnTo>
                  <a:lnTo>
                    <a:pt x="1019247" y="4434713"/>
                  </a:lnTo>
                  <a:lnTo>
                    <a:pt x="1019341" y="4434713"/>
                  </a:lnTo>
                  <a:lnTo>
                    <a:pt x="1019435" y="4434713"/>
                  </a:lnTo>
                  <a:lnTo>
                    <a:pt x="1019529" y="4434713"/>
                  </a:lnTo>
                  <a:lnTo>
                    <a:pt x="1019623" y="4434713"/>
                  </a:lnTo>
                  <a:lnTo>
                    <a:pt x="1019717" y="4434713"/>
                  </a:lnTo>
                  <a:lnTo>
                    <a:pt x="1019811" y="4434713"/>
                  </a:lnTo>
                  <a:lnTo>
                    <a:pt x="1019905" y="4434713"/>
                  </a:lnTo>
                  <a:lnTo>
                    <a:pt x="1019999" y="4434713"/>
                  </a:lnTo>
                  <a:lnTo>
                    <a:pt x="1020093" y="4434713"/>
                  </a:lnTo>
                  <a:lnTo>
                    <a:pt x="1020187" y="4434713"/>
                  </a:lnTo>
                  <a:lnTo>
                    <a:pt x="1020281" y="4434713"/>
                  </a:lnTo>
                  <a:lnTo>
                    <a:pt x="1020375" y="4434713"/>
                  </a:lnTo>
                  <a:lnTo>
                    <a:pt x="1020469" y="4434713"/>
                  </a:lnTo>
                  <a:lnTo>
                    <a:pt x="1020563" y="4434713"/>
                  </a:lnTo>
                  <a:lnTo>
                    <a:pt x="1020657" y="4434713"/>
                  </a:lnTo>
                  <a:lnTo>
                    <a:pt x="1020752" y="4434713"/>
                  </a:lnTo>
                  <a:lnTo>
                    <a:pt x="1020846" y="4434713"/>
                  </a:lnTo>
                  <a:lnTo>
                    <a:pt x="1020940" y="4434713"/>
                  </a:lnTo>
                  <a:lnTo>
                    <a:pt x="1021034" y="4434713"/>
                  </a:lnTo>
                  <a:lnTo>
                    <a:pt x="1021128" y="4434713"/>
                  </a:lnTo>
                  <a:lnTo>
                    <a:pt x="1021222" y="4434713"/>
                  </a:lnTo>
                  <a:lnTo>
                    <a:pt x="1021316" y="4434713"/>
                  </a:lnTo>
                  <a:lnTo>
                    <a:pt x="1021410" y="4434713"/>
                  </a:lnTo>
                  <a:lnTo>
                    <a:pt x="1021504" y="4434713"/>
                  </a:lnTo>
                  <a:lnTo>
                    <a:pt x="1021598" y="4434713"/>
                  </a:lnTo>
                  <a:lnTo>
                    <a:pt x="1021692" y="4434713"/>
                  </a:lnTo>
                  <a:lnTo>
                    <a:pt x="1021786" y="4434713"/>
                  </a:lnTo>
                  <a:lnTo>
                    <a:pt x="1021880" y="4434713"/>
                  </a:lnTo>
                  <a:lnTo>
                    <a:pt x="1021974" y="4434713"/>
                  </a:lnTo>
                  <a:lnTo>
                    <a:pt x="1022068" y="4434713"/>
                  </a:lnTo>
                  <a:lnTo>
                    <a:pt x="1022162" y="4434713"/>
                  </a:lnTo>
                  <a:lnTo>
                    <a:pt x="1022256" y="4434713"/>
                  </a:lnTo>
                  <a:lnTo>
                    <a:pt x="1022350" y="4434713"/>
                  </a:lnTo>
                  <a:lnTo>
                    <a:pt x="1022444" y="4434713"/>
                  </a:lnTo>
                  <a:lnTo>
                    <a:pt x="1022538" y="4434713"/>
                  </a:lnTo>
                  <a:lnTo>
                    <a:pt x="1022632" y="4434713"/>
                  </a:lnTo>
                  <a:lnTo>
                    <a:pt x="1022726" y="4434713"/>
                  </a:lnTo>
                  <a:lnTo>
                    <a:pt x="1022820" y="4434713"/>
                  </a:lnTo>
                  <a:lnTo>
                    <a:pt x="1022914" y="4434713"/>
                  </a:lnTo>
                  <a:lnTo>
                    <a:pt x="1023008" y="4434713"/>
                  </a:lnTo>
                  <a:lnTo>
                    <a:pt x="1023102" y="4434713"/>
                  </a:lnTo>
                  <a:lnTo>
                    <a:pt x="1023196" y="4434713"/>
                  </a:lnTo>
                  <a:lnTo>
                    <a:pt x="1023290" y="4434713"/>
                  </a:lnTo>
                  <a:lnTo>
                    <a:pt x="1023384" y="4434713"/>
                  </a:lnTo>
                  <a:lnTo>
                    <a:pt x="1023384" y="4429434"/>
                  </a:lnTo>
                  <a:lnTo>
                    <a:pt x="1023478" y="4429434"/>
                  </a:lnTo>
                  <a:lnTo>
                    <a:pt x="1023572" y="4429434"/>
                  </a:lnTo>
                  <a:lnTo>
                    <a:pt x="1023666" y="4429434"/>
                  </a:lnTo>
                  <a:lnTo>
                    <a:pt x="1023760" y="4429434"/>
                  </a:lnTo>
                  <a:lnTo>
                    <a:pt x="1023854" y="4429434"/>
                  </a:lnTo>
                  <a:lnTo>
                    <a:pt x="1023948" y="4429434"/>
                  </a:lnTo>
                  <a:lnTo>
                    <a:pt x="1023948" y="4424155"/>
                  </a:lnTo>
                  <a:lnTo>
                    <a:pt x="1024042" y="4424155"/>
                  </a:lnTo>
                  <a:lnTo>
                    <a:pt x="1024136" y="4424155"/>
                  </a:lnTo>
                  <a:lnTo>
                    <a:pt x="1024230" y="4424155"/>
                  </a:lnTo>
                  <a:lnTo>
                    <a:pt x="1024325" y="4424155"/>
                  </a:lnTo>
                  <a:lnTo>
                    <a:pt x="1024419" y="4424155"/>
                  </a:lnTo>
                  <a:lnTo>
                    <a:pt x="1024513" y="4424155"/>
                  </a:lnTo>
                  <a:lnTo>
                    <a:pt x="1024607" y="4424155"/>
                  </a:lnTo>
                  <a:lnTo>
                    <a:pt x="1024701" y="4424155"/>
                  </a:lnTo>
                  <a:lnTo>
                    <a:pt x="1024795" y="4424155"/>
                  </a:lnTo>
                  <a:lnTo>
                    <a:pt x="1024889" y="4424155"/>
                  </a:lnTo>
                  <a:lnTo>
                    <a:pt x="1024983" y="4424155"/>
                  </a:lnTo>
                  <a:lnTo>
                    <a:pt x="1025077" y="4424155"/>
                  </a:lnTo>
                  <a:lnTo>
                    <a:pt x="1025171" y="4424155"/>
                  </a:lnTo>
                  <a:lnTo>
                    <a:pt x="1025265" y="4424155"/>
                  </a:lnTo>
                  <a:lnTo>
                    <a:pt x="1025359" y="4424155"/>
                  </a:lnTo>
                  <a:lnTo>
                    <a:pt x="1025453" y="4424155"/>
                  </a:lnTo>
                  <a:lnTo>
                    <a:pt x="1025547" y="4424155"/>
                  </a:lnTo>
                  <a:lnTo>
                    <a:pt x="1025641" y="4424155"/>
                  </a:lnTo>
                  <a:lnTo>
                    <a:pt x="1025735" y="4424155"/>
                  </a:lnTo>
                  <a:lnTo>
                    <a:pt x="1025829" y="4424155"/>
                  </a:lnTo>
                  <a:lnTo>
                    <a:pt x="1025923" y="4424155"/>
                  </a:lnTo>
                  <a:lnTo>
                    <a:pt x="1026017" y="4424155"/>
                  </a:lnTo>
                  <a:lnTo>
                    <a:pt x="1026111" y="4424155"/>
                  </a:lnTo>
                  <a:lnTo>
                    <a:pt x="1026205" y="4424155"/>
                  </a:lnTo>
                  <a:lnTo>
                    <a:pt x="1026299" y="4424155"/>
                  </a:lnTo>
                  <a:lnTo>
                    <a:pt x="1026393" y="4424155"/>
                  </a:lnTo>
                  <a:lnTo>
                    <a:pt x="1026487" y="4424155"/>
                  </a:lnTo>
                  <a:lnTo>
                    <a:pt x="1026581" y="4424155"/>
                  </a:lnTo>
                  <a:lnTo>
                    <a:pt x="1026675" y="4424155"/>
                  </a:lnTo>
                  <a:lnTo>
                    <a:pt x="1026769" y="4424155"/>
                  </a:lnTo>
                  <a:lnTo>
                    <a:pt x="1026863" y="4424155"/>
                  </a:lnTo>
                  <a:lnTo>
                    <a:pt x="1026957" y="4424155"/>
                  </a:lnTo>
                  <a:lnTo>
                    <a:pt x="1027051" y="4424155"/>
                  </a:lnTo>
                  <a:lnTo>
                    <a:pt x="1027145" y="4424155"/>
                  </a:lnTo>
                  <a:lnTo>
                    <a:pt x="1027239" y="4424155"/>
                  </a:lnTo>
                  <a:lnTo>
                    <a:pt x="1027333" y="4424155"/>
                  </a:lnTo>
                  <a:lnTo>
                    <a:pt x="1027427" y="4424155"/>
                  </a:lnTo>
                  <a:lnTo>
                    <a:pt x="1027521" y="4424155"/>
                  </a:lnTo>
                  <a:lnTo>
                    <a:pt x="1027615" y="4424155"/>
                  </a:lnTo>
                  <a:lnTo>
                    <a:pt x="1027709" y="4424155"/>
                  </a:lnTo>
                  <a:lnTo>
                    <a:pt x="1027803" y="4424155"/>
                  </a:lnTo>
                  <a:lnTo>
                    <a:pt x="1027898" y="4424155"/>
                  </a:lnTo>
                  <a:lnTo>
                    <a:pt x="1027992" y="4424155"/>
                  </a:lnTo>
                  <a:lnTo>
                    <a:pt x="1028086" y="4424155"/>
                  </a:lnTo>
                  <a:lnTo>
                    <a:pt x="1028180" y="4424155"/>
                  </a:lnTo>
                  <a:lnTo>
                    <a:pt x="1028274" y="4424155"/>
                  </a:lnTo>
                  <a:lnTo>
                    <a:pt x="1028368" y="4424155"/>
                  </a:lnTo>
                  <a:lnTo>
                    <a:pt x="1028462" y="4424155"/>
                  </a:lnTo>
                  <a:lnTo>
                    <a:pt x="1028556" y="4424155"/>
                  </a:lnTo>
                  <a:lnTo>
                    <a:pt x="1028650" y="4424155"/>
                  </a:lnTo>
                  <a:lnTo>
                    <a:pt x="1028744" y="4424155"/>
                  </a:lnTo>
                  <a:lnTo>
                    <a:pt x="1028838" y="4424155"/>
                  </a:lnTo>
                  <a:lnTo>
                    <a:pt x="1028932" y="4424155"/>
                  </a:lnTo>
                  <a:lnTo>
                    <a:pt x="1029026" y="4424155"/>
                  </a:lnTo>
                  <a:lnTo>
                    <a:pt x="1029120" y="4424155"/>
                  </a:lnTo>
                  <a:lnTo>
                    <a:pt x="1029214" y="4424155"/>
                  </a:lnTo>
                  <a:lnTo>
                    <a:pt x="1029308" y="4424155"/>
                  </a:lnTo>
                  <a:lnTo>
                    <a:pt x="1029402" y="4424155"/>
                  </a:lnTo>
                  <a:lnTo>
                    <a:pt x="1029496" y="4424155"/>
                  </a:lnTo>
                  <a:lnTo>
                    <a:pt x="1029590" y="4424155"/>
                  </a:lnTo>
                  <a:lnTo>
                    <a:pt x="1029684" y="4424155"/>
                  </a:lnTo>
                  <a:lnTo>
                    <a:pt x="1029778" y="4424155"/>
                  </a:lnTo>
                  <a:lnTo>
                    <a:pt x="1029872" y="4424155"/>
                  </a:lnTo>
                  <a:lnTo>
                    <a:pt x="1029966" y="4424155"/>
                  </a:lnTo>
                  <a:lnTo>
                    <a:pt x="1030060" y="4424155"/>
                  </a:lnTo>
                  <a:lnTo>
                    <a:pt x="1030060" y="4418875"/>
                  </a:lnTo>
                  <a:lnTo>
                    <a:pt x="1030154" y="4418875"/>
                  </a:lnTo>
                  <a:lnTo>
                    <a:pt x="1030248" y="4418875"/>
                  </a:lnTo>
                  <a:lnTo>
                    <a:pt x="1030342" y="4418875"/>
                  </a:lnTo>
                  <a:lnTo>
                    <a:pt x="1030436" y="4418875"/>
                  </a:lnTo>
                  <a:lnTo>
                    <a:pt x="1030436" y="4413596"/>
                  </a:lnTo>
                  <a:lnTo>
                    <a:pt x="1030530" y="4413596"/>
                  </a:lnTo>
                  <a:lnTo>
                    <a:pt x="1030624" y="4413596"/>
                  </a:lnTo>
                  <a:lnTo>
                    <a:pt x="1030718" y="4413596"/>
                  </a:lnTo>
                  <a:lnTo>
                    <a:pt x="1030812" y="4413596"/>
                  </a:lnTo>
                  <a:lnTo>
                    <a:pt x="1030906" y="4413596"/>
                  </a:lnTo>
                  <a:lnTo>
                    <a:pt x="1031000" y="4413596"/>
                  </a:lnTo>
                  <a:lnTo>
                    <a:pt x="1031094" y="4413596"/>
                  </a:lnTo>
                  <a:lnTo>
                    <a:pt x="1031188" y="4413596"/>
                  </a:lnTo>
                  <a:lnTo>
                    <a:pt x="1031282" y="4413596"/>
                  </a:lnTo>
                  <a:lnTo>
                    <a:pt x="1031377" y="4413596"/>
                  </a:lnTo>
                  <a:lnTo>
                    <a:pt x="1031471" y="4413596"/>
                  </a:lnTo>
                  <a:lnTo>
                    <a:pt x="1031565" y="4413596"/>
                  </a:lnTo>
                  <a:lnTo>
                    <a:pt x="1031659" y="4413596"/>
                  </a:lnTo>
                  <a:lnTo>
                    <a:pt x="1031753" y="4413596"/>
                  </a:lnTo>
                  <a:lnTo>
                    <a:pt x="1031847" y="4413596"/>
                  </a:lnTo>
                  <a:lnTo>
                    <a:pt x="1031941" y="4413596"/>
                  </a:lnTo>
                  <a:lnTo>
                    <a:pt x="1032035" y="4413596"/>
                  </a:lnTo>
                  <a:lnTo>
                    <a:pt x="1032129" y="4413596"/>
                  </a:lnTo>
                  <a:lnTo>
                    <a:pt x="1032223" y="4413596"/>
                  </a:lnTo>
                  <a:lnTo>
                    <a:pt x="1032317" y="4413596"/>
                  </a:lnTo>
                  <a:lnTo>
                    <a:pt x="1032411" y="4413596"/>
                  </a:lnTo>
                  <a:lnTo>
                    <a:pt x="1032505" y="4413596"/>
                  </a:lnTo>
                  <a:lnTo>
                    <a:pt x="1032599" y="4413596"/>
                  </a:lnTo>
                  <a:lnTo>
                    <a:pt x="1032693" y="4413596"/>
                  </a:lnTo>
                  <a:lnTo>
                    <a:pt x="1032787" y="4413596"/>
                  </a:lnTo>
                  <a:lnTo>
                    <a:pt x="1032881" y="4413596"/>
                  </a:lnTo>
                  <a:lnTo>
                    <a:pt x="1032881" y="4408316"/>
                  </a:lnTo>
                  <a:lnTo>
                    <a:pt x="1032975" y="4408316"/>
                  </a:lnTo>
                  <a:lnTo>
                    <a:pt x="1033069" y="4408316"/>
                  </a:lnTo>
                  <a:lnTo>
                    <a:pt x="1033069" y="4403037"/>
                  </a:lnTo>
                  <a:lnTo>
                    <a:pt x="1033163" y="4403037"/>
                  </a:lnTo>
                  <a:lnTo>
                    <a:pt x="1033257" y="4403037"/>
                  </a:lnTo>
                  <a:lnTo>
                    <a:pt x="1033351" y="4403037"/>
                  </a:lnTo>
                  <a:lnTo>
                    <a:pt x="1033445" y="4403037"/>
                  </a:lnTo>
                  <a:lnTo>
                    <a:pt x="1033539" y="4403037"/>
                  </a:lnTo>
                  <a:lnTo>
                    <a:pt x="1033633" y="4403037"/>
                  </a:lnTo>
                  <a:lnTo>
                    <a:pt x="1033727" y="4403037"/>
                  </a:lnTo>
                  <a:lnTo>
                    <a:pt x="1033821" y="4403037"/>
                  </a:lnTo>
                  <a:lnTo>
                    <a:pt x="1033915" y="4403037"/>
                  </a:lnTo>
                  <a:lnTo>
                    <a:pt x="1034009" y="4403037"/>
                  </a:lnTo>
                  <a:lnTo>
                    <a:pt x="1034103" y="4403037"/>
                  </a:lnTo>
                  <a:lnTo>
                    <a:pt x="1034197" y="4403037"/>
                  </a:lnTo>
                  <a:lnTo>
                    <a:pt x="1034291" y="4403037"/>
                  </a:lnTo>
                  <a:lnTo>
                    <a:pt x="1034385" y="4403037"/>
                  </a:lnTo>
                  <a:lnTo>
                    <a:pt x="1034479" y="4403037"/>
                  </a:lnTo>
                  <a:lnTo>
                    <a:pt x="1034573" y="4403037"/>
                  </a:lnTo>
                  <a:lnTo>
                    <a:pt x="1034573" y="4397757"/>
                  </a:lnTo>
                  <a:lnTo>
                    <a:pt x="1034667" y="4397757"/>
                  </a:lnTo>
                  <a:lnTo>
                    <a:pt x="1034761" y="4397757"/>
                  </a:lnTo>
                  <a:lnTo>
                    <a:pt x="1034855" y="4397757"/>
                  </a:lnTo>
                  <a:lnTo>
                    <a:pt x="1034950" y="4397757"/>
                  </a:lnTo>
                  <a:lnTo>
                    <a:pt x="1035044" y="4397757"/>
                  </a:lnTo>
                  <a:lnTo>
                    <a:pt x="1035138" y="4397757"/>
                  </a:lnTo>
                  <a:lnTo>
                    <a:pt x="1035232" y="4397757"/>
                  </a:lnTo>
                  <a:lnTo>
                    <a:pt x="1035326" y="4397757"/>
                  </a:lnTo>
                  <a:lnTo>
                    <a:pt x="1035420" y="4397757"/>
                  </a:lnTo>
                  <a:lnTo>
                    <a:pt x="1035514" y="4397757"/>
                  </a:lnTo>
                  <a:lnTo>
                    <a:pt x="1035608" y="4397757"/>
                  </a:lnTo>
                  <a:lnTo>
                    <a:pt x="1035702" y="4397757"/>
                  </a:lnTo>
                  <a:lnTo>
                    <a:pt x="1035796" y="4397757"/>
                  </a:lnTo>
                  <a:lnTo>
                    <a:pt x="1035890" y="4397757"/>
                  </a:lnTo>
                  <a:lnTo>
                    <a:pt x="1035984" y="4397757"/>
                  </a:lnTo>
                  <a:lnTo>
                    <a:pt x="1036078" y="4397757"/>
                  </a:lnTo>
                  <a:lnTo>
                    <a:pt x="1036172" y="4397757"/>
                  </a:lnTo>
                  <a:lnTo>
                    <a:pt x="1036266" y="4397757"/>
                  </a:lnTo>
                  <a:lnTo>
                    <a:pt x="1036360" y="4397757"/>
                  </a:lnTo>
                  <a:lnTo>
                    <a:pt x="1036454" y="4397757"/>
                  </a:lnTo>
                  <a:lnTo>
                    <a:pt x="1036548" y="4397757"/>
                  </a:lnTo>
                  <a:lnTo>
                    <a:pt x="1036642" y="4397757"/>
                  </a:lnTo>
                  <a:lnTo>
                    <a:pt x="1036736" y="4397757"/>
                  </a:lnTo>
                  <a:lnTo>
                    <a:pt x="1036830" y="4397757"/>
                  </a:lnTo>
                  <a:lnTo>
                    <a:pt x="1036924" y="4397757"/>
                  </a:lnTo>
                  <a:lnTo>
                    <a:pt x="1037018" y="4397757"/>
                  </a:lnTo>
                  <a:lnTo>
                    <a:pt x="1037112" y="4397757"/>
                  </a:lnTo>
                  <a:lnTo>
                    <a:pt x="1037206" y="4397757"/>
                  </a:lnTo>
                  <a:lnTo>
                    <a:pt x="1037300" y="4397757"/>
                  </a:lnTo>
                  <a:lnTo>
                    <a:pt x="1037394" y="4397757"/>
                  </a:lnTo>
                  <a:lnTo>
                    <a:pt x="1037488" y="4397757"/>
                  </a:lnTo>
                  <a:lnTo>
                    <a:pt x="1037582" y="4397757"/>
                  </a:lnTo>
                  <a:lnTo>
                    <a:pt x="1037676" y="4397757"/>
                  </a:lnTo>
                  <a:lnTo>
                    <a:pt x="1037770" y="4397757"/>
                  </a:lnTo>
                  <a:lnTo>
                    <a:pt x="1037864" y="4397757"/>
                  </a:lnTo>
                  <a:lnTo>
                    <a:pt x="1037958" y="4397757"/>
                  </a:lnTo>
                  <a:lnTo>
                    <a:pt x="1038052" y="4397757"/>
                  </a:lnTo>
                  <a:lnTo>
                    <a:pt x="1038146" y="4397757"/>
                  </a:lnTo>
                  <a:lnTo>
                    <a:pt x="1038240" y="4397757"/>
                  </a:lnTo>
                  <a:lnTo>
                    <a:pt x="1038334" y="4397757"/>
                  </a:lnTo>
                  <a:lnTo>
                    <a:pt x="1038428" y="4397757"/>
                  </a:lnTo>
                  <a:lnTo>
                    <a:pt x="1038523" y="4397757"/>
                  </a:lnTo>
                  <a:lnTo>
                    <a:pt x="1038617" y="4397757"/>
                  </a:lnTo>
                  <a:lnTo>
                    <a:pt x="1038711" y="4397757"/>
                  </a:lnTo>
                  <a:lnTo>
                    <a:pt x="1038805" y="4397757"/>
                  </a:lnTo>
                  <a:lnTo>
                    <a:pt x="1038899" y="4397757"/>
                  </a:lnTo>
                  <a:lnTo>
                    <a:pt x="1038993" y="4397757"/>
                  </a:lnTo>
                  <a:lnTo>
                    <a:pt x="1039087" y="4397757"/>
                  </a:lnTo>
                  <a:lnTo>
                    <a:pt x="1039181" y="4397757"/>
                  </a:lnTo>
                  <a:lnTo>
                    <a:pt x="1039275" y="4397757"/>
                  </a:lnTo>
                  <a:lnTo>
                    <a:pt x="1039369" y="4397757"/>
                  </a:lnTo>
                  <a:lnTo>
                    <a:pt x="1039463" y="4397757"/>
                  </a:lnTo>
                  <a:lnTo>
                    <a:pt x="1039557" y="4397757"/>
                  </a:lnTo>
                  <a:lnTo>
                    <a:pt x="1039651" y="4397757"/>
                  </a:lnTo>
                  <a:lnTo>
                    <a:pt x="1039745" y="4397757"/>
                  </a:lnTo>
                  <a:lnTo>
                    <a:pt x="1039839" y="4397757"/>
                  </a:lnTo>
                  <a:lnTo>
                    <a:pt x="1039933" y="4397757"/>
                  </a:lnTo>
                  <a:lnTo>
                    <a:pt x="1040027" y="4397757"/>
                  </a:lnTo>
                  <a:lnTo>
                    <a:pt x="1040121" y="4397757"/>
                  </a:lnTo>
                  <a:lnTo>
                    <a:pt x="1040215" y="4397757"/>
                  </a:lnTo>
                  <a:lnTo>
                    <a:pt x="1040309" y="4397757"/>
                  </a:lnTo>
                  <a:lnTo>
                    <a:pt x="1040403" y="4397757"/>
                  </a:lnTo>
                  <a:lnTo>
                    <a:pt x="1040497" y="4397757"/>
                  </a:lnTo>
                  <a:lnTo>
                    <a:pt x="1040591" y="4397757"/>
                  </a:lnTo>
                  <a:lnTo>
                    <a:pt x="1040685" y="4397757"/>
                  </a:lnTo>
                  <a:lnTo>
                    <a:pt x="1040685" y="4392478"/>
                  </a:lnTo>
                  <a:lnTo>
                    <a:pt x="1040779" y="4392478"/>
                  </a:lnTo>
                  <a:lnTo>
                    <a:pt x="1040873" y="4392478"/>
                  </a:lnTo>
                  <a:lnTo>
                    <a:pt x="1040967" y="4392478"/>
                  </a:lnTo>
                  <a:lnTo>
                    <a:pt x="1041061" y="4392478"/>
                  </a:lnTo>
                  <a:lnTo>
                    <a:pt x="1041155" y="4392478"/>
                  </a:lnTo>
                  <a:lnTo>
                    <a:pt x="1041249" y="4392478"/>
                  </a:lnTo>
                  <a:lnTo>
                    <a:pt x="1041343" y="4392478"/>
                  </a:lnTo>
                  <a:lnTo>
                    <a:pt x="1041437" y="4392478"/>
                  </a:lnTo>
                  <a:lnTo>
                    <a:pt x="1041531" y="4392478"/>
                  </a:lnTo>
                  <a:lnTo>
                    <a:pt x="1041625" y="4392478"/>
                  </a:lnTo>
                  <a:lnTo>
                    <a:pt x="1041719" y="4392478"/>
                  </a:lnTo>
                  <a:lnTo>
                    <a:pt x="1041813" y="4392478"/>
                  </a:lnTo>
                  <a:lnTo>
                    <a:pt x="1041907" y="4392478"/>
                  </a:lnTo>
                  <a:lnTo>
                    <a:pt x="1042002" y="4392478"/>
                  </a:lnTo>
                  <a:lnTo>
                    <a:pt x="1042096" y="4392478"/>
                  </a:lnTo>
                  <a:lnTo>
                    <a:pt x="1042190" y="4392478"/>
                  </a:lnTo>
                  <a:lnTo>
                    <a:pt x="1042284" y="4392478"/>
                  </a:lnTo>
                  <a:lnTo>
                    <a:pt x="1042378" y="4392478"/>
                  </a:lnTo>
                  <a:lnTo>
                    <a:pt x="1042472" y="4392478"/>
                  </a:lnTo>
                  <a:lnTo>
                    <a:pt x="1042566" y="4392478"/>
                  </a:lnTo>
                  <a:lnTo>
                    <a:pt x="1042660" y="4392478"/>
                  </a:lnTo>
                  <a:lnTo>
                    <a:pt x="1042754" y="4392478"/>
                  </a:lnTo>
                  <a:lnTo>
                    <a:pt x="1042848" y="4392478"/>
                  </a:lnTo>
                  <a:lnTo>
                    <a:pt x="1042942" y="4392478"/>
                  </a:lnTo>
                  <a:lnTo>
                    <a:pt x="1043036" y="4392478"/>
                  </a:lnTo>
                  <a:lnTo>
                    <a:pt x="1043130" y="4392478"/>
                  </a:lnTo>
                  <a:lnTo>
                    <a:pt x="1043224" y="4392478"/>
                  </a:lnTo>
                  <a:lnTo>
                    <a:pt x="1043318" y="4392478"/>
                  </a:lnTo>
                  <a:lnTo>
                    <a:pt x="1043412" y="4392478"/>
                  </a:lnTo>
                  <a:lnTo>
                    <a:pt x="1043506" y="4392478"/>
                  </a:lnTo>
                  <a:lnTo>
                    <a:pt x="1043600" y="4392478"/>
                  </a:lnTo>
                  <a:lnTo>
                    <a:pt x="1043694" y="4392478"/>
                  </a:lnTo>
                  <a:lnTo>
                    <a:pt x="1043788" y="4392478"/>
                  </a:lnTo>
                  <a:lnTo>
                    <a:pt x="1043882" y="4392478"/>
                  </a:lnTo>
                  <a:lnTo>
                    <a:pt x="1043976" y="4392478"/>
                  </a:lnTo>
                  <a:lnTo>
                    <a:pt x="1043976" y="4387199"/>
                  </a:lnTo>
                  <a:lnTo>
                    <a:pt x="1044070" y="4387199"/>
                  </a:lnTo>
                  <a:lnTo>
                    <a:pt x="1044164" y="4387199"/>
                  </a:lnTo>
                  <a:lnTo>
                    <a:pt x="1044258" y="4387199"/>
                  </a:lnTo>
                  <a:lnTo>
                    <a:pt x="1044352" y="4387199"/>
                  </a:lnTo>
                  <a:lnTo>
                    <a:pt x="1044446" y="4387199"/>
                  </a:lnTo>
                  <a:lnTo>
                    <a:pt x="1044540" y="4387199"/>
                  </a:lnTo>
                  <a:lnTo>
                    <a:pt x="1044634" y="4387199"/>
                  </a:lnTo>
                  <a:lnTo>
                    <a:pt x="1044728" y="4387199"/>
                  </a:lnTo>
                  <a:lnTo>
                    <a:pt x="1044822" y="4387199"/>
                  </a:lnTo>
                  <a:lnTo>
                    <a:pt x="1044916" y="4387199"/>
                  </a:lnTo>
                  <a:lnTo>
                    <a:pt x="1045010" y="4387199"/>
                  </a:lnTo>
                  <a:lnTo>
                    <a:pt x="1045104" y="4387199"/>
                  </a:lnTo>
                  <a:lnTo>
                    <a:pt x="1045198" y="4387199"/>
                  </a:lnTo>
                  <a:lnTo>
                    <a:pt x="1045292" y="4387199"/>
                  </a:lnTo>
                  <a:lnTo>
                    <a:pt x="1045386" y="4387199"/>
                  </a:lnTo>
                  <a:lnTo>
                    <a:pt x="1045480" y="4387199"/>
                  </a:lnTo>
                  <a:lnTo>
                    <a:pt x="1045575" y="4387199"/>
                  </a:lnTo>
                  <a:lnTo>
                    <a:pt x="1045669" y="4387199"/>
                  </a:lnTo>
                  <a:lnTo>
                    <a:pt x="1045763" y="4387199"/>
                  </a:lnTo>
                  <a:lnTo>
                    <a:pt x="1045857" y="4387199"/>
                  </a:lnTo>
                  <a:lnTo>
                    <a:pt x="1045951" y="4387199"/>
                  </a:lnTo>
                  <a:lnTo>
                    <a:pt x="1046045" y="4387199"/>
                  </a:lnTo>
                  <a:lnTo>
                    <a:pt x="1046139" y="4387199"/>
                  </a:lnTo>
                  <a:lnTo>
                    <a:pt x="1046233" y="4387199"/>
                  </a:lnTo>
                  <a:lnTo>
                    <a:pt x="1046233" y="4381919"/>
                  </a:lnTo>
                  <a:lnTo>
                    <a:pt x="1046327" y="4381919"/>
                  </a:lnTo>
                  <a:lnTo>
                    <a:pt x="1046421" y="4381919"/>
                  </a:lnTo>
                  <a:lnTo>
                    <a:pt x="1046421" y="4376640"/>
                  </a:lnTo>
                  <a:lnTo>
                    <a:pt x="1046515" y="4376640"/>
                  </a:lnTo>
                  <a:lnTo>
                    <a:pt x="1046609" y="4376640"/>
                  </a:lnTo>
                  <a:lnTo>
                    <a:pt x="1046703" y="4376640"/>
                  </a:lnTo>
                  <a:lnTo>
                    <a:pt x="1046797" y="4376640"/>
                  </a:lnTo>
                  <a:lnTo>
                    <a:pt x="1046891" y="4376640"/>
                  </a:lnTo>
                  <a:lnTo>
                    <a:pt x="1046985" y="4376640"/>
                  </a:lnTo>
                  <a:lnTo>
                    <a:pt x="1047079" y="4376640"/>
                  </a:lnTo>
                  <a:lnTo>
                    <a:pt x="1047173" y="4376640"/>
                  </a:lnTo>
                  <a:lnTo>
                    <a:pt x="1047267" y="4376640"/>
                  </a:lnTo>
                  <a:lnTo>
                    <a:pt x="1047361" y="4376640"/>
                  </a:lnTo>
                  <a:lnTo>
                    <a:pt x="1047455" y="4376640"/>
                  </a:lnTo>
                  <a:lnTo>
                    <a:pt x="1047549" y="4376640"/>
                  </a:lnTo>
                  <a:lnTo>
                    <a:pt x="1047643" y="4376640"/>
                  </a:lnTo>
                  <a:lnTo>
                    <a:pt x="1047737" y="4376640"/>
                  </a:lnTo>
                  <a:lnTo>
                    <a:pt x="1047831" y="4376640"/>
                  </a:lnTo>
                  <a:lnTo>
                    <a:pt x="1047925" y="4376640"/>
                  </a:lnTo>
                  <a:lnTo>
                    <a:pt x="1048019" y="4376640"/>
                  </a:lnTo>
                  <a:lnTo>
                    <a:pt x="1048113" y="4376640"/>
                  </a:lnTo>
                  <a:lnTo>
                    <a:pt x="1048207" y="4376640"/>
                  </a:lnTo>
                  <a:lnTo>
                    <a:pt x="1048207" y="4371360"/>
                  </a:lnTo>
                  <a:lnTo>
                    <a:pt x="1048301" y="4371360"/>
                  </a:lnTo>
                  <a:lnTo>
                    <a:pt x="1048395" y="4371360"/>
                  </a:lnTo>
                  <a:lnTo>
                    <a:pt x="1048489" y="4371360"/>
                  </a:lnTo>
                  <a:lnTo>
                    <a:pt x="1048583" y="4371360"/>
                  </a:lnTo>
                  <a:lnTo>
                    <a:pt x="1048677" y="4371360"/>
                  </a:lnTo>
                  <a:lnTo>
                    <a:pt x="1048771" y="4371360"/>
                  </a:lnTo>
                  <a:lnTo>
                    <a:pt x="1048865" y="4371360"/>
                  </a:lnTo>
                  <a:lnTo>
                    <a:pt x="1048959" y="4371360"/>
                  </a:lnTo>
                  <a:lnTo>
                    <a:pt x="1049053" y="4371360"/>
                  </a:lnTo>
                  <a:lnTo>
                    <a:pt x="1049148" y="4371360"/>
                  </a:lnTo>
                  <a:lnTo>
                    <a:pt x="1049242" y="4371360"/>
                  </a:lnTo>
                  <a:lnTo>
                    <a:pt x="1049336" y="4371360"/>
                  </a:lnTo>
                  <a:lnTo>
                    <a:pt x="1049430" y="4371360"/>
                  </a:lnTo>
                  <a:lnTo>
                    <a:pt x="1049524" y="4371360"/>
                  </a:lnTo>
                  <a:lnTo>
                    <a:pt x="1049618" y="4371360"/>
                  </a:lnTo>
                  <a:lnTo>
                    <a:pt x="1049712" y="4371360"/>
                  </a:lnTo>
                  <a:lnTo>
                    <a:pt x="1049806" y="4371360"/>
                  </a:lnTo>
                  <a:lnTo>
                    <a:pt x="1049900" y="4371360"/>
                  </a:lnTo>
                  <a:lnTo>
                    <a:pt x="1049994" y="4371360"/>
                  </a:lnTo>
                  <a:lnTo>
                    <a:pt x="1050088" y="4371360"/>
                  </a:lnTo>
                  <a:lnTo>
                    <a:pt x="1050182" y="4371360"/>
                  </a:lnTo>
                  <a:lnTo>
                    <a:pt x="1050276" y="4371360"/>
                  </a:lnTo>
                  <a:lnTo>
                    <a:pt x="1050370" y="4371360"/>
                  </a:lnTo>
                  <a:lnTo>
                    <a:pt x="1050464" y="4371360"/>
                  </a:lnTo>
                  <a:lnTo>
                    <a:pt x="1050558" y="4371360"/>
                  </a:lnTo>
                  <a:lnTo>
                    <a:pt x="1050652" y="4371360"/>
                  </a:lnTo>
                  <a:lnTo>
                    <a:pt x="1050746" y="4371360"/>
                  </a:lnTo>
                  <a:lnTo>
                    <a:pt x="1050840" y="4371360"/>
                  </a:lnTo>
                  <a:lnTo>
                    <a:pt x="1050934" y="4371360"/>
                  </a:lnTo>
                  <a:lnTo>
                    <a:pt x="1050934" y="4366081"/>
                  </a:lnTo>
                  <a:lnTo>
                    <a:pt x="1051028" y="4366081"/>
                  </a:lnTo>
                  <a:lnTo>
                    <a:pt x="1051122" y="4366081"/>
                  </a:lnTo>
                  <a:lnTo>
                    <a:pt x="1051122" y="4360802"/>
                  </a:lnTo>
                  <a:lnTo>
                    <a:pt x="1051216" y="4360802"/>
                  </a:lnTo>
                  <a:lnTo>
                    <a:pt x="1051310" y="4360802"/>
                  </a:lnTo>
                  <a:lnTo>
                    <a:pt x="1051404" y="4360802"/>
                  </a:lnTo>
                  <a:lnTo>
                    <a:pt x="1051498" y="4360802"/>
                  </a:lnTo>
                  <a:lnTo>
                    <a:pt x="1051592" y="4360802"/>
                  </a:lnTo>
                  <a:lnTo>
                    <a:pt x="1051686" y="4360802"/>
                  </a:lnTo>
                  <a:lnTo>
                    <a:pt x="1051780" y="4360802"/>
                  </a:lnTo>
                  <a:lnTo>
                    <a:pt x="1051874" y="4360802"/>
                  </a:lnTo>
                  <a:lnTo>
                    <a:pt x="1051968" y="4360802"/>
                  </a:lnTo>
                  <a:lnTo>
                    <a:pt x="1052062" y="4360802"/>
                  </a:lnTo>
                  <a:lnTo>
                    <a:pt x="1052156" y="4360802"/>
                  </a:lnTo>
                  <a:lnTo>
                    <a:pt x="1052250" y="4360802"/>
                  </a:lnTo>
                  <a:lnTo>
                    <a:pt x="1052344" y="4360802"/>
                  </a:lnTo>
                  <a:lnTo>
                    <a:pt x="1052438" y="4360802"/>
                  </a:lnTo>
                  <a:lnTo>
                    <a:pt x="1052532" y="4360802"/>
                  </a:lnTo>
                  <a:lnTo>
                    <a:pt x="1052627" y="4360802"/>
                  </a:lnTo>
                  <a:lnTo>
                    <a:pt x="1052721" y="4360802"/>
                  </a:lnTo>
                  <a:lnTo>
                    <a:pt x="1052815" y="4360802"/>
                  </a:lnTo>
                  <a:lnTo>
                    <a:pt x="1052909" y="4360802"/>
                  </a:lnTo>
                  <a:lnTo>
                    <a:pt x="1053003" y="4360802"/>
                  </a:lnTo>
                  <a:lnTo>
                    <a:pt x="1053097" y="4360802"/>
                  </a:lnTo>
                  <a:lnTo>
                    <a:pt x="1053191" y="4360802"/>
                  </a:lnTo>
                  <a:lnTo>
                    <a:pt x="1053285" y="4360802"/>
                  </a:lnTo>
                  <a:lnTo>
                    <a:pt x="1053379" y="4360802"/>
                  </a:lnTo>
                  <a:lnTo>
                    <a:pt x="1053473" y="4360802"/>
                  </a:lnTo>
                  <a:lnTo>
                    <a:pt x="1053567" y="4360802"/>
                  </a:lnTo>
                  <a:lnTo>
                    <a:pt x="1053661" y="4360802"/>
                  </a:lnTo>
                  <a:lnTo>
                    <a:pt x="1053755" y="4360802"/>
                  </a:lnTo>
                  <a:lnTo>
                    <a:pt x="1053849" y="4360802"/>
                  </a:lnTo>
                  <a:lnTo>
                    <a:pt x="1053943" y="4360802"/>
                  </a:lnTo>
                  <a:lnTo>
                    <a:pt x="1054037" y="4360802"/>
                  </a:lnTo>
                  <a:lnTo>
                    <a:pt x="1054131" y="4360802"/>
                  </a:lnTo>
                  <a:lnTo>
                    <a:pt x="1054225" y="4360802"/>
                  </a:lnTo>
                  <a:lnTo>
                    <a:pt x="1054319" y="4360802"/>
                  </a:lnTo>
                  <a:lnTo>
                    <a:pt x="1054413" y="4360802"/>
                  </a:lnTo>
                  <a:lnTo>
                    <a:pt x="1054507" y="4360802"/>
                  </a:lnTo>
                  <a:lnTo>
                    <a:pt x="1054601" y="4360802"/>
                  </a:lnTo>
                  <a:lnTo>
                    <a:pt x="1054695" y="4360802"/>
                  </a:lnTo>
                  <a:lnTo>
                    <a:pt x="1054789" y="4360802"/>
                  </a:lnTo>
                  <a:lnTo>
                    <a:pt x="1054883" y="4360802"/>
                  </a:lnTo>
                  <a:lnTo>
                    <a:pt x="1054977" y="4360802"/>
                  </a:lnTo>
                  <a:lnTo>
                    <a:pt x="1055071" y="4360802"/>
                  </a:lnTo>
                  <a:lnTo>
                    <a:pt x="1055165" y="4360802"/>
                  </a:lnTo>
                  <a:lnTo>
                    <a:pt x="1055259" y="4360802"/>
                  </a:lnTo>
                  <a:lnTo>
                    <a:pt x="1055353" y="4360802"/>
                  </a:lnTo>
                  <a:lnTo>
                    <a:pt x="1055447" y="4360802"/>
                  </a:lnTo>
                  <a:lnTo>
                    <a:pt x="1055541" y="4360802"/>
                  </a:lnTo>
                  <a:lnTo>
                    <a:pt x="1055635" y="4360802"/>
                  </a:lnTo>
                  <a:lnTo>
                    <a:pt x="1055729" y="4360802"/>
                  </a:lnTo>
                  <a:lnTo>
                    <a:pt x="1055823" y="4360802"/>
                  </a:lnTo>
                  <a:lnTo>
                    <a:pt x="1055917" y="4360802"/>
                  </a:lnTo>
                  <a:lnTo>
                    <a:pt x="1056011" y="4360802"/>
                  </a:lnTo>
                  <a:lnTo>
                    <a:pt x="1056105" y="4360802"/>
                  </a:lnTo>
                  <a:lnTo>
                    <a:pt x="1056200" y="4360802"/>
                  </a:lnTo>
                  <a:lnTo>
                    <a:pt x="1056294" y="4360802"/>
                  </a:lnTo>
                  <a:lnTo>
                    <a:pt x="1056294" y="4355522"/>
                  </a:lnTo>
                  <a:lnTo>
                    <a:pt x="1056388" y="4355522"/>
                  </a:lnTo>
                  <a:lnTo>
                    <a:pt x="1056482" y="4355522"/>
                  </a:lnTo>
                  <a:lnTo>
                    <a:pt x="1056576" y="4355522"/>
                  </a:lnTo>
                  <a:lnTo>
                    <a:pt x="1056670" y="4355522"/>
                  </a:lnTo>
                  <a:lnTo>
                    <a:pt x="1056764" y="4355522"/>
                  </a:lnTo>
                  <a:lnTo>
                    <a:pt x="1056858" y="4355522"/>
                  </a:lnTo>
                  <a:lnTo>
                    <a:pt x="1056952" y="4355522"/>
                  </a:lnTo>
                  <a:lnTo>
                    <a:pt x="1057046" y="4355522"/>
                  </a:lnTo>
                  <a:lnTo>
                    <a:pt x="1057140" y="4355522"/>
                  </a:lnTo>
                  <a:lnTo>
                    <a:pt x="1057234" y="4355522"/>
                  </a:lnTo>
                  <a:lnTo>
                    <a:pt x="1057328" y="4355522"/>
                  </a:lnTo>
                  <a:lnTo>
                    <a:pt x="1057422" y="4355522"/>
                  </a:lnTo>
                  <a:lnTo>
                    <a:pt x="1057516" y="4355522"/>
                  </a:lnTo>
                  <a:lnTo>
                    <a:pt x="1057610" y="4355522"/>
                  </a:lnTo>
                  <a:lnTo>
                    <a:pt x="1057704" y="4355522"/>
                  </a:lnTo>
                  <a:lnTo>
                    <a:pt x="1057798" y="4355522"/>
                  </a:lnTo>
                  <a:lnTo>
                    <a:pt x="1057892" y="4355522"/>
                  </a:lnTo>
                  <a:lnTo>
                    <a:pt x="1057986" y="4355522"/>
                  </a:lnTo>
                  <a:lnTo>
                    <a:pt x="1058080" y="4355522"/>
                  </a:lnTo>
                  <a:lnTo>
                    <a:pt x="1058174" y="4355522"/>
                  </a:lnTo>
                  <a:lnTo>
                    <a:pt x="1058268" y="4355522"/>
                  </a:lnTo>
                  <a:lnTo>
                    <a:pt x="1058362" y="4355522"/>
                  </a:lnTo>
                  <a:lnTo>
                    <a:pt x="1058456" y="4355522"/>
                  </a:lnTo>
                  <a:lnTo>
                    <a:pt x="1058550" y="4355522"/>
                  </a:lnTo>
                  <a:lnTo>
                    <a:pt x="1058644" y="4355522"/>
                  </a:lnTo>
                  <a:lnTo>
                    <a:pt x="1058738" y="4355522"/>
                  </a:lnTo>
                  <a:lnTo>
                    <a:pt x="1058832" y="4355522"/>
                  </a:lnTo>
                  <a:lnTo>
                    <a:pt x="1058926" y="4355522"/>
                  </a:lnTo>
                  <a:lnTo>
                    <a:pt x="1059020" y="4355522"/>
                  </a:lnTo>
                  <a:lnTo>
                    <a:pt x="1059114" y="4355522"/>
                  </a:lnTo>
                  <a:lnTo>
                    <a:pt x="1059208" y="4355522"/>
                  </a:lnTo>
                  <a:lnTo>
                    <a:pt x="1059302" y="4355522"/>
                  </a:lnTo>
                  <a:lnTo>
                    <a:pt x="1059396" y="4355522"/>
                  </a:lnTo>
                  <a:lnTo>
                    <a:pt x="1059396" y="4350243"/>
                  </a:lnTo>
                  <a:lnTo>
                    <a:pt x="1059490" y="4350243"/>
                  </a:lnTo>
                  <a:lnTo>
                    <a:pt x="1059584" y="4350243"/>
                  </a:lnTo>
                  <a:lnTo>
                    <a:pt x="1059678" y="4350243"/>
                  </a:lnTo>
                  <a:lnTo>
                    <a:pt x="1059773" y="4350243"/>
                  </a:lnTo>
                  <a:lnTo>
                    <a:pt x="1059867" y="4350243"/>
                  </a:lnTo>
                  <a:lnTo>
                    <a:pt x="1059961" y="4350243"/>
                  </a:lnTo>
                  <a:lnTo>
                    <a:pt x="1060055" y="4350243"/>
                  </a:lnTo>
                  <a:lnTo>
                    <a:pt x="1060149" y="4350243"/>
                  </a:lnTo>
                  <a:lnTo>
                    <a:pt x="1060243" y="4350243"/>
                  </a:lnTo>
                  <a:lnTo>
                    <a:pt x="1060337" y="4350243"/>
                  </a:lnTo>
                  <a:lnTo>
                    <a:pt x="1060431" y="4350243"/>
                  </a:lnTo>
                  <a:lnTo>
                    <a:pt x="1060525" y="4350243"/>
                  </a:lnTo>
                  <a:lnTo>
                    <a:pt x="1060619" y="4350243"/>
                  </a:lnTo>
                  <a:lnTo>
                    <a:pt x="1060713" y="4350243"/>
                  </a:lnTo>
                  <a:lnTo>
                    <a:pt x="1060807" y="4350243"/>
                  </a:lnTo>
                  <a:lnTo>
                    <a:pt x="1060901" y="4350243"/>
                  </a:lnTo>
                  <a:lnTo>
                    <a:pt x="1060995" y="4350243"/>
                  </a:lnTo>
                  <a:lnTo>
                    <a:pt x="1060995" y="4344963"/>
                  </a:lnTo>
                  <a:lnTo>
                    <a:pt x="1060995" y="4339684"/>
                  </a:lnTo>
                  <a:lnTo>
                    <a:pt x="1061089" y="4339684"/>
                  </a:lnTo>
                  <a:lnTo>
                    <a:pt x="1061183" y="4339684"/>
                  </a:lnTo>
                  <a:lnTo>
                    <a:pt x="1061277" y="4339684"/>
                  </a:lnTo>
                  <a:lnTo>
                    <a:pt x="1061371" y="4339684"/>
                  </a:lnTo>
                  <a:lnTo>
                    <a:pt x="1061465" y="4339684"/>
                  </a:lnTo>
                  <a:lnTo>
                    <a:pt x="1061559" y="4339684"/>
                  </a:lnTo>
                  <a:lnTo>
                    <a:pt x="1061653" y="4339684"/>
                  </a:lnTo>
                  <a:lnTo>
                    <a:pt x="1061747" y="4339684"/>
                  </a:lnTo>
                  <a:lnTo>
                    <a:pt x="1061841" y="4339684"/>
                  </a:lnTo>
                  <a:lnTo>
                    <a:pt x="1061935" y="4339684"/>
                  </a:lnTo>
                  <a:lnTo>
                    <a:pt x="1062029" y="4339684"/>
                  </a:lnTo>
                  <a:lnTo>
                    <a:pt x="1062123" y="4339684"/>
                  </a:lnTo>
                  <a:lnTo>
                    <a:pt x="1062217" y="4339684"/>
                  </a:lnTo>
                  <a:lnTo>
                    <a:pt x="1062311" y="4339684"/>
                  </a:lnTo>
                  <a:lnTo>
                    <a:pt x="1062405" y="4339684"/>
                  </a:lnTo>
                  <a:lnTo>
                    <a:pt x="1062499" y="4339684"/>
                  </a:lnTo>
                  <a:lnTo>
                    <a:pt x="1062593" y="4339684"/>
                  </a:lnTo>
                  <a:lnTo>
                    <a:pt x="1062687" y="4339684"/>
                  </a:lnTo>
                  <a:lnTo>
                    <a:pt x="1062781" y="4339684"/>
                  </a:lnTo>
                  <a:lnTo>
                    <a:pt x="1062875" y="4339684"/>
                  </a:lnTo>
                  <a:lnTo>
                    <a:pt x="1062969" y="4339684"/>
                  </a:lnTo>
                  <a:lnTo>
                    <a:pt x="1063063" y="4339684"/>
                  </a:lnTo>
                  <a:lnTo>
                    <a:pt x="1063157" y="4339684"/>
                  </a:lnTo>
                  <a:lnTo>
                    <a:pt x="1063252" y="4339684"/>
                  </a:lnTo>
                  <a:lnTo>
                    <a:pt x="1063346" y="4339684"/>
                  </a:lnTo>
                  <a:lnTo>
                    <a:pt x="1063440" y="4339684"/>
                  </a:lnTo>
                  <a:lnTo>
                    <a:pt x="1063534" y="4339684"/>
                  </a:lnTo>
                  <a:lnTo>
                    <a:pt x="1063628" y="4339684"/>
                  </a:lnTo>
                  <a:lnTo>
                    <a:pt x="1063722" y="4339684"/>
                  </a:lnTo>
                  <a:lnTo>
                    <a:pt x="1063816" y="4339684"/>
                  </a:lnTo>
                  <a:lnTo>
                    <a:pt x="1063910" y="4339684"/>
                  </a:lnTo>
                  <a:lnTo>
                    <a:pt x="1064004" y="4339684"/>
                  </a:lnTo>
                  <a:lnTo>
                    <a:pt x="1064098" y="4339684"/>
                  </a:lnTo>
                  <a:lnTo>
                    <a:pt x="1064192" y="4339684"/>
                  </a:lnTo>
                  <a:lnTo>
                    <a:pt x="1064286" y="4339684"/>
                  </a:lnTo>
                  <a:lnTo>
                    <a:pt x="1064380" y="4339684"/>
                  </a:lnTo>
                  <a:lnTo>
                    <a:pt x="1064474" y="4339684"/>
                  </a:lnTo>
                  <a:lnTo>
                    <a:pt x="1064568" y="4339684"/>
                  </a:lnTo>
                  <a:lnTo>
                    <a:pt x="1064662" y="4339684"/>
                  </a:lnTo>
                  <a:lnTo>
                    <a:pt x="1064756" y="4339684"/>
                  </a:lnTo>
                  <a:lnTo>
                    <a:pt x="1064850" y="4339684"/>
                  </a:lnTo>
                  <a:lnTo>
                    <a:pt x="1064944" y="4339684"/>
                  </a:lnTo>
                  <a:lnTo>
                    <a:pt x="1065038" y="4339684"/>
                  </a:lnTo>
                  <a:lnTo>
                    <a:pt x="1065132" y="4339684"/>
                  </a:lnTo>
                  <a:lnTo>
                    <a:pt x="1065226" y="4339684"/>
                  </a:lnTo>
                  <a:lnTo>
                    <a:pt x="1065320" y="4339684"/>
                  </a:lnTo>
                  <a:lnTo>
                    <a:pt x="1065414" y="4339684"/>
                  </a:lnTo>
                  <a:lnTo>
                    <a:pt x="1065508" y="4339684"/>
                  </a:lnTo>
                  <a:lnTo>
                    <a:pt x="1065602" y="4339684"/>
                  </a:lnTo>
                  <a:lnTo>
                    <a:pt x="1065696" y="4339684"/>
                  </a:lnTo>
                  <a:lnTo>
                    <a:pt x="1065790" y="4339684"/>
                  </a:lnTo>
                  <a:lnTo>
                    <a:pt x="1065884" y="4339684"/>
                  </a:lnTo>
                  <a:lnTo>
                    <a:pt x="1065978" y="4339684"/>
                  </a:lnTo>
                  <a:lnTo>
                    <a:pt x="1066072" y="4339684"/>
                  </a:lnTo>
                  <a:lnTo>
                    <a:pt x="1066166" y="4339684"/>
                  </a:lnTo>
                  <a:lnTo>
                    <a:pt x="1066260" y="4339684"/>
                  </a:lnTo>
                  <a:lnTo>
                    <a:pt x="1066354" y="4339684"/>
                  </a:lnTo>
                  <a:lnTo>
                    <a:pt x="1066448" y="4339684"/>
                  </a:lnTo>
                  <a:lnTo>
                    <a:pt x="1066542" y="4339684"/>
                  </a:lnTo>
                  <a:lnTo>
                    <a:pt x="1066636" y="4339684"/>
                  </a:lnTo>
                  <a:lnTo>
                    <a:pt x="1066730" y="4339684"/>
                  </a:lnTo>
                  <a:lnTo>
                    <a:pt x="1066825" y="4339684"/>
                  </a:lnTo>
                  <a:lnTo>
                    <a:pt x="1066919" y="4339684"/>
                  </a:lnTo>
                  <a:lnTo>
                    <a:pt x="1067013" y="4339684"/>
                  </a:lnTo>
                  <a:lnTo>
                    <a:pt x="1067107" y="4339684"/>
                  </a:lnTo>
                  <a:lnTo>
                    <a:pt x="1067201" y="4339684"/>
                  </a:lnTo>
                  <a:lnTo>
                    <a:pt x="1067295" y="4339684"/>
                  </a:lnTo>
                  <a:lnTo>
                    <a:pt x="1067389" y="4339684"/>
                  </a:lnTo>
                  <a:lnTo>
                    <a:pt x="1067483" y="4339684"/>
                  </a:lnTo>
                  <a:lnTo>
                    <a:pt x="1067577" y="4339684"/>
                  </a:lnTo>
                  <a:lnTo>
                    <a:pt x="1067671" y="4339684"/>
                  </a:lnTo>
                  <a:lnTo>
                    <a:pt x="1067765" y="4339684"/>
                  </a:lnTo>
                  <a:lnTo>
                    <a:pt x="1067859" y="4339684"/>
                  </a:lnTo>
                  <a:lnTo>
                    <a:pt x="1067953" y="4339684"/>
                  </a:lnTo>
                  <a:lnTo>
                    <a:pt x="1068047" y="4339684"/>
                  </a:lnTo>
                  <a:lnTo>
                    <a:pt x="1068141" y="4339684"/>
                  </a:lnTo>
                  <a:lnTo>
                    <a:pt x="1068235" y="4339684"/>
                  </a:lnTo>
                  <a:lnTo>
                    <a:pt x="1068329" y="4339684"/>
                  </a:lnTo>
                  <a:lnTo>
                    <a:pt x="1068423" y="4339684"/>
                  </a:lnTo>
                  <a:lnTo>
                    <a:pt x="1068517" y="4339684"/>
                  </a:lnTo>
                  <a:lnTo>
                    <a:pt x="1068611" y="4339684"/>
                  </a:lnTo>
                  <a:lnTo>
                    <a:pt x="1068705" y="4339684"/>
                  </a:lnTo>
                  <a:lnTo>
                    <a:pt x="1068799" y="4339684"/>
                  </a:lnTo>
                  <a:lnTo>
                    <a:pt x="1068893" y="4339684"/>
                  </a:lnTo>
                  <a:lnTo>
                    <a:pt x="1068987" y="4339684"/>
                  </a:lnTo>
                  <a:lnTo>
                    <a:pt x="1069081" y="4339684"/>
                  </a:lnTo>
                  <a:lnTo>
                    <a:pt x="1069175" y="4339684"/>
                  </a:lnTo>
                  <a:lnTo>
                    <a:pt x="1069269" y="4339684"/>
                  </a:lnTo>
                  <a:lnTo>
                    <a:pt x="1069363" y="4339684"/>
                  </a:lnTo>
                  <a:lnTo>
                    <a:pt x="1069457" y="4339684"/>
                  </a:lnTo>
                  <a:lnTo>
                    <a:pt x="1069551" y="4339684"/>
                  </a:lnTo>
                  <a:lnTo>
                    <a:pt x="1069645" y="4339684"/>
                  </a:lnTo>
                  <a:lnTo>
                    <a:pt x="1069739" y="4339684"/>
                  </a:lnTo>
                  <a:lnTo>
                    <a:pt x="1069833" y="4339684"/>
                  </a:lnTo>
                  <a:lnTo>
                    <a:pt x="1069927" y="4339684"/>
                  </a:lnTo>
                  <a:lnTo>
                    <a:pt x="1070021" y="4339684"/>
                  </a:lnTo>
                  <a:lnTo>
                    <a:pt x="1070115" y="4339684"/>
                  </a:lnTo>
                  <a:lnTo>
                    <a:pt x="1070209" y="4339684"/>
                  </a:lnTo>
                  <a:lnTo>
                    <a:pt x="1070303" y="4339684"/>
                  </a:lnTo>
                  <a:lnTo>
                    <a:pt x="1070398" y="4339684"/>
                  </a:lnTo>
                  <a:lnTo>
                    <a:pt x="1070492" y="4339684"/>
                  </a:lnTo>
                  <a:lnTo>
                    <a:pt x="1070586" y="4339684"/>
                  </a:lnTo>
                  <a:lnTo>
                    <a:pt x="1070680" y="4339684"/>
                  </a:lnTo>
                  <a:lnTo>
                    <a:pt x="1070774" y="4339684"/>
                  </a:lnTo>
                  <a:lnTo>
                    <a:pt x="1070868" y="4339684"/>
                  </a:lnTo>
                  <a:lnTo>
                    <a:pt x="1070962" y="4339684"/>
                  </a:lnTo>
                  <a:lnTo>
                    <a:pt x="1071056" y="4339684"/>
                  </a:lnTo>
                  <a:lnTo>
                    <a:pt x="1071150" y="4339684"/>
                  </a:lnTo>
                  <a:lnTo>
                    <a:pt x="1071244" y="4339684"/>
                  </a:lnTo>
                  <a:lnTo>
                    <a:pt x="1071338" y="4339684"/>
                  </a:lnTo>
                  <a:lnTo>
                    <a:pt x="1071432" y="4339684"/>
                  </a:lnTo>
                  <a:lnTo>
                    <a:pt x="1071526" y="4339684"/>
                  </a:lnTo>
                  <a:lnTo>
                    <a:pt x="1071620" y="4339684"/>
                  </a:lnTo>
                  <a:lnTo>
                    <a:pt x="1071714" y="4339684"/>
                  </a:lnTo>
                  <a:lnTo>
                    <a:pt x="1071808" y="4339684"/>
                  </a:lnTo>
                  <a:lnTo>
                    <a:pt x="1071902" y="4339684"/>
                  </a:lnTo>
                  <a:lnTo>
                    <a:pt x="1071996" y="4339684"/>
                  </a:lnTo>
                  <a:lnTo>
                    <a:pt x="1072090" y="4339684"/>
                  </a:lnTo>
                  <a:lnTo>
                    <a:pt x="1072184" y="4339684"/>
                  </a:lnTo>
                  <a:lnTo>
                    <a:pt x="1072278" y="4339684"/>
                  </a:lnTo>
                  <a:lnTo>
                    <a:pt x="1072372" y="4339684"/>
                  </a:lnTo>
                  <a:lnTo>
                    <a:pt x="1072466" y="4339684"/>
                  </a:lnTo>
                  <a:lnTo>
                    <a:pt x="1072560" y="4339684"/>
                  </a:lnTo>
                  <a:lnTo>
                    <a:pt x="1072654" y="4339684"/>
                  </a:lnTo>
                  <a:lnTo>
                    <a:pt x="1072748" y="4339684"/>
                  </a:lnTo>
                  <a:lnTo>
                    <a:pt x="1072842" y="4339684"/>
                  </a:lnTo>
                  <a:lnTo>
                    <a:pt x="1072936" y="4339684"/>
                  </a:lnTo>
                  <a:lnTo>
                    <a:pt x="1073030" y="4339684"/>
                  </a:lnTo>
                  <a:lnTo>
                    <a:pt x="1073124" y="4339684"/>
                  </a:lnTo>
                  <a:lnTo>
                    <a:pt x="1073218" y="4339684"/>
                  </a:lnTo>
                  <a:lnTo>
                    <a:pt x="1073218" y="4334404"/>
                  </a:lnTo>
                  <a:lnTo>
                    <a:pt x="1073312" y="4334404"/>
                  </a:lnTo>
                  <a:lnTo>
                    <a:pt x="1073406" y="4334404"/>
                  </a:lnTo>
                  <a:lnTo>
                    <a:pt x="1073500" y="4334404"/>
                  </a:lnTo>
                  <a:lnTo>
                    <a:pt x="1073594" y="4334404"/>
                  </a:lnTo>
                  <a:lnTo>
                    <a:pt x="1073688" y="4334404"/>
                  </a:lnTo>
                  <a:lnTo>
                    <a:pt x="1073782" y="4334404"/>
                  </a:lnTo>
                  <a:lnTo>
                    <a:pt x="1073876" y="4334404"/>
                  </a:lnTo>
                  <a:lnTo>
                    <a:pt x="1073971" y="4334404"/>
                  </a:lnTo>
                  <a:lnTo>
                    <a:pt x="1074065" y="4334404"/>
                  </a:lnTo>
                  <a:lnTo>
                    <a:pt x="1074159" y="4334404"/>
                  </a:lnTo>
                  <a:lnTo>
                    <a:pt x="1074253" y="4334404"/>
                  </a:lnTo>
                  <a:lnTo>
                    <a:pt x="1074347" y="4334404"/>
                  </a:lnTo>
                  <a:lnTo>
                    <a:pt x="1074441" y="4334404"/>
                  </a:lnTo>
                  <a:lnTo>
                    <a:pt x="1074535" y="4334404"/>
                  </a:lnTo>
                  <a:lnTo>
                    <a:pt x="1074629" y="4334404"/>
                  </a:lnTo>
                  <a:lnTo>
                    <a:pt x="1074723" y="4334404"/>
                  </a:lnTo>
                  <a:lnTo>
                    <a:pt x="1074817" y="4334404"/>
                  </a:lnTo>
                  <a:lnTo>
                    <a:pt x="1074911" y="4334404"/>
                  </a:lnTo>
                  <a:lnTo>
                    <a:pt x="1075005" y="4334404"/>
                  </a:lnTo>
                  <a:lnTo>
                    <a:pt x="1075099" y="4334404"/>
                  </a:lnTo>
                  <a:lnTo>
                    <a:pt x="1075193" y="4334404"/>
                  </a:lnTo>
                  <a:lnTo>
                    <a:pt x="1075287" y="4334404"/>
                  </a:lnTo>
                  <a:lnTo>
                    <a:pt x="1075381" y="4334404"/>
                  </a:lnTo>
                  <a:lnTo>
                    <a:pt x="1075475" y="4334404"/>
                  </a:lnTo>
                  <a:lnTo>
                    <a:pt x="1075569" y="4334404"/>
                  </a:lnTo>
                  <a:lnTo>
                    <a:pt x="1075663" y="4334404"/>
                  </a:lnTo>
                  <a:lnTo>
                    <a:pt x="1075757" y="4334404"/>
                  </a:lnTo>
                  <a:lnTo>
                    <a:pt x="1075851" y="4334404"/>
                  </a:lnTo>
                  <a:lnTo>
                    <a:pt x="1075945" y="4334404"/>
                  </a:lnTo>
                  <a:lnTo>
                    <a:pt x="1076039" y="4334404"/>
                  </a:lnTo>
                  <a:lnTo>
                    <a:pt x="1076133" y="4334404"/>
                  </a:lnTo>
                  <a:lnTo>
                    <a:pt x="1076227" y="4334404"/>
                  </a:lnTo>
                  <a:lnTo>
                    <a:pt x="1076227" y="4329125"/>
                  </a:lnTo>
                  <a:lnTo>
                    <a:pt x="1076321" y="4329125"/>
                  </a:lnTo>
                  <a:lnTo>
                    <a:pt x="1076415" y="4329125"/>
                  </a:lnTo>
                  <a:lnTo>
                    <a:pt x="1076509" y="4329125"/>
                  </a:lnTo>
                  <a:lnTo>
                    <a:pt x="1076603" y="4329125"/>
                  </a:lnTo>
                  <a:lnTo>
                    <a:pt x="1076697" y="4329125"/>
                  </a:lnTo>
                  <a:lnTo>
                    <a:pt x="1076791" y="4329125"/>
                  </a:lnTo>
                  <a:lnTo>
                    <a:pt x="1076885" y="4329125"/>
                  </a:lnTo>
                  <a:lnTo>
                    <a:pt x="1076979" y="4329125"/>
                  </a:lnTo>
                  <a:lnTo>
                    <a:pt x="1077073" y="4329125"/>
                  </a:lnTo>
                  <a:lnTo>
                    <a:pt x="1077167" y="4329125"/>
                  </a:lnTo>
                  <a:lnTo>
                    <a:pt x="1077261" y="4329125"/>
                  </a:lnTo>
                  <a:lnTo>
                    <a:pt x="1077355" y="4329125"/>
                  </a:lnTo>
                  <a:lnTo>
                    <a:pt x="1077450" y="4329125"/>
                  </a:lnTo>
                  <a:lnTo>
                    <a:pt x="1077544" y="4329125"/>
                  </a:lnTo>
                  <a:lnTo>
                    <a:pt x="1077638" y="4329125"/>
                  </a:lnTo>
                  <a:lnTo>
                    <a:pt x="1077732" y="4329125"/>
                  </a:lnTo>
                  <a:lnTo>
                    <a:pt x="1077826" y="4329125"/>
                  </a:lnTo>
                  <a:lnTo>
                    <a:pt x="1077920" y="4329125"/>
                  </a:lnTo>
                  <a:lnTo>
                    <a:pt x="1078014" y="4329125"/>
                  </a:lnTo>
                  <a:lnTo>
                    <a:pt x="1078108" y="4329125"/>
                  </a:lnTo>
                  <a:lnTo>
                    <a:pt x="1078202" y="4329125"/>
                  </a:lnTo>
                  <a:lnTo>
                    <a:pt x="1078296" y="4329125"/>
                  </a:lnTo>
                  <a:lnTo>
                    <a:pt x="1078390" y="4329125"/>
                  </a:lnTo>
                  <a:lnTo>
                    <a:pt x="1078484" y="4329125"/>
                  </a:lnTo>
                  <a:lnTo>
                    <a:pt x="1078578" y="4329125"/>
                  </a:lnTo>
                  <a:lnTo>
                    <a:pt x="1078672" y="4329125"/>
                  </a:lnTo>
                  <a:lnTo>
                    <a:pt x="1078766" y="4329125"/>
                  </a:lnTo>
                  <a:lnTo>
                    <a:pt x="1078860" y="4329125"/>
                  </a:lnTo>
                  <a:lnTo>
                    <a:pt x="1078954" y="4329125"/>
                  </a:lnTo>
                  <a:lnTo>
                    <a:pt x="1078954" y="4323846"/>
                  </a:lnTo>
                  <a:lnTo>
                    <a:pt x="1079048" y="4323846"/>
                  </a:lnTo>
                  <a:lnTo>
                    <a:pt x="1079142" y="4323846"/>
                  </a:lnTo>
                  <a:lnTo>
                    <a:pt x="1079236" y="4323846"/>
                  </a:lnTo>
                  <a:lnTo>
                    <a:pt x="1079330" y="4323846"/>
                  </a:lnTo>
                  <a:lnTo>
                    <a:pt x="1079424" y="4323846"/>
                  </a:lnTo>
                  <a:lnTo>
                    <a:pt x="1079518" y="4323846"/>
                  </a:lnTo>
                  <a:lnTo>
                    <a:pt x="1079612" y="4323846"/>
                  </a:lnTo>
                  <a:lnTo>
                    <a:pt x="1079706" y="4323846"/>
                  </a:lnTo>
                  <a:lnTo>
                    <a:pt x="1079800" y="4323846"/>
                  </a:lnTo>
                  <a:lnTo>
                    <a:pt x="1079894" y="4323846"/>
                  </a:lnTo>
                  <a:lnTo>
                    <a:pt x="1079988" y="4323846"/>
                  </a:lnTo>
                  <a:lnTo>
                    <a:pt x="1080082" y="4323846"/>
                  </a:lnTo>
                  <a:lnTo>
                    <a:pt x="1080176" y="4323846"/>
                  </a:lnTo>
                  <a:lnTo>
                    <a:pt x="1080270" y="4323846"/>
                  </a:lnTo>
                  <a:lnTo>
                    <a:pt x="1080364" y="4323846"/>
                  </a:lnTo>
                  <a:lnTo>
                    <a:pt x="1080458" y="4323846"/>
                  </a:lnTo>
                  <a:lnTo>
                    <a:pt x="1080552" y="4323846"/>
                  </a:lnTo>
                  <a:lnTo>
                    <a:pt x="1080646" y="4323846"/>
                  </a:lnTo>
                  <a:lnTo>
                    <a:pt x="1080740" y="4323846"/>
                  </a:lnTo>
                  <a:lnTo>
                    <a:pt x="1080834" y="4323846"/>
                  </a:lnTo>
                  <a:lnTo>
                    <a:pt x="1080928" y="4323846"/>
                  </a:lnTo>
                  <a:lnTo>
                    <a:pt x="1081023" y="4323846"/>
                  </a:lnTo>
                  <a:lnTo>
                    <a:pt x="1081117" y="4323846"/>
                  </a:lnTo>
                  <a:lnTo>
                    <a:pt x="1081211" y="4323846"/>
                  </a:lnTo>
                  <a:lnTo>
                    <a:pt x="1081305" y="4323846"/>
                  </a:lnTo>
                  <a:lnTo>
                    <a:pt x="1081399" y="4323846"/>
                  </a:lnTo>
                  <a:lnTo>
                    <a:pt x="1081493" y="4323846"/>
                  </a:lnTo>
                  <a:lnTo>
                    <a:pt x="1081587" y="4323846"/>
                  </a:lnTo>
                  <a:lnTo>
                    <a:pt x="1081681" y="4323846"/>
                  </a:lnTo>
                  <a:lnTo>
                    <a:pt x="1081775" y="4323846"/>
                  </a:lnTo>
                  <a:lnTo>
                    <a:pt x="1081775" y="4318566"/>
                  </a:lnTo>
                  <a:lnTo>
                    <a:pt x="1081869" y="4318566"/>
                  </a:lnTo>
                  <a:lnTo>
                    <a:pt x="1081963" y="4318566"/>
                  </a:lnTo>
                  <a:lnTo>
                    <a:pt x="1082057" y="4318566"/>
                  </a:lnTo>
                  <a:lnTo>
                    <a:pt x="1082151" y="4318566"/>
                  </a:lnTo>
                  <a:lnTo>
                    <a:pt x="1082245" y="4318566"/>
                  </a:lnTo>
                  <a:lnTo>
                    <a:pt x="1082339" y="4318566"/>
                  </a:lnTo>
                  <a:lnTo>
                    <a:pt x="1082433" y="4318566"/>
                  </a:lnTo>
                  <a:lnTo>
                    <a:pt x="1082527" y="4318566"/>
                  </a:lnTo>
                  <a:lnTo>
                    <a:pt x="1082621" y="4318566"/>
                  </a:lnTo>
                  <a:lnTo>
                    <a:pt x="1082715" y="4318566"/>
                  </a:lnTo>
                  <a:lnTo>
                    <a:pt x="1082809" y="4318566"/>
                  </a:lnTo>
                  <a:lnTo>
                    <a:pt x="1082903" y="4318566"/>
                  </a:lnTo>
                  <a:lnTo>
                    <a:pt x="1082997" y="4318566"/>
                  </a:lnTo>
                  <a:lnTo>
                    <a:pt x="1083091" y="4318566"/>
                  </a:lnTo>
                  <a:lnTo>
                    <a:pt x="1083185" y="4318566"/>
                  </a:lnTo>
                  <a:lnTo>
                    <a:pt x="1083279" y="4318566"/>
                  </a:lnTo>
                  <a:lnTo>
                    <a:pt x="1083373" y="4318566"/>
                  </a:lnTo>
                  <a:lnTo>
                    <a:pt x="1083467" y="4318566"/>
                  </a:lnTo>
                  <a:lnTo>
                    <a:pt x="1083561" y="4318566"/>
                  </a:lnTo>
                  <a:lnTo>
                    <a:pt x="1083655" y="4318566"/>
                  </a:lnTo>
                  <a:lnTo>
                    <a:pt x="1083749" y="4318566"/>
                  </a:lnTo>
                  <a:lnTo>
                    <a:pt x="1083843" y="4318566"/>
                  </a:lnTo>
                  <a:lnTo>
                    <a:pt x="1083937" y="4318566"/>
                  </a:lnTo>
                  <a:lnTo>
                    <a:pt x="1084031" y="4318566"/>
                  </a:lnTo>
                  <a:lnTo>
                    <a:pt x="1084125" y="4318566"/>
                  </a:lnTo>
                  <a:lnTo>
                    <a:pt x="1084219" y="4318566"/>
                  </a:lnTo>
                  <a:lnTo>
                    <a:pt x="1084313" y="4318566"/>
                  </a:lnTo>
                  <a:lnTo>
                    <a:pt x="1084407" y="4318566"/>
                  </a:lnTo>
                  <a:lnTo>
                    <a:pt x="1084501" y="4318566"/>
                  </a:lnTo>
                  <a:lnTo>
                    <a:pt x="1084596" y="4318566"/>
                  </a:lnTo>
                  <a:lnTo>
                    <a:pt x="1084596" y="4313287"/>
                  </a:lnTo>
                  <a:lnTo>
                    <a:pt x="1084690" y="4313287"/>
                  </a:lnTo>
                  <a:lnTo>
                    <a:pt x="1084784" y="4313287"/>
                  </a:lnTo>
                  <a:lnTo>
                    <a:pt x="1084878" y="4313287"/>
                  </a:lnTo>
                  <a:lnTo>
                    <a:pt x="1084972" y="4313287"/>
                  </a:lnTo>
                  <a:lnTo>
                    <a:pt x="1085066" y="4313287"/>
                  </a:lnTo>
                  <a:lnTo>
                    <a:pt x="1085160" y="4313287"/>
                  </a:lnTo>
                  <a:lnTo>
                    <a:pt x="1085254" y="4313287"/>
                  </a:lnTo>
                  <a:lnTo>
                    <a:pt x="1085348" y="4313287"/>
                  </a:lnTo>
                  <a:lnTo>
                    <a:pt x="1085442" y="4313287"/>
                  </a:lnTo>
                  <a:lnTo>
                    <a:pt x="1085536" y="4313287"/>
                  </a:lnTo>
                  <a:lnTo>
                    <a:pt x="1085630" y="4313287"/>
                  </a:lnTo>
                  <a:lnTo>
                    <a:pt x="1085724" y="4313287"/>
                  </a:lnTo>
                  <a:lnTo>
                    <a:pt x="1085818" y="4313287"/>
                  </a:lnTo>
                  <a:lnTo>
                    <a:pt x="1085912" y="4313287"/>
                  </a:lnTo>
                  <a:lnTo>
                    <a:pt x="1086006" y="4313287"/>
                  </a:lnTo>
                  <a:lnTo>
                    <a:pt x="1086100" y="4313287"/>
                  </a:lnTo>
                  <a:lnTo>
                    <a:pt x="1086194" y="4313287"/>
                  </a:lnTo>
                  <a:lnTo>
                    <a:pt x="1086288" y="4313287"/>
                  </a:lnTo>
                  <a:lnTo>
                    <a:pt x="1086382" y="4313287"/>
                  </a:lnTo>
                  <a:lnTo>
                    <a:pt x="1086476" y="4313287"/>
                  </a:lnTo>
                  <a:lnTo>
                    <a:pt x="1086570" y="4313287"/>
                  </a:lnTo>
                  <a:lnTo>
                    <a:pt x="1086664" y="4313287"/>
                  </a:lnTo>
                  <a:lnTo>
                    <a:pt x="1086758" y="4313287"/>
                  </a:lnTo>
                  <a:lnTo>
                    <a:pt x="1086852" y="4313287"/>
                  </a:lnTo>
                  <a:lnTo>
                    <a:pt x="1086946" y="4313287"/>
                  </a:lnTo>
                  <a:lnTo>
                    <a:pt x="1087040" y="4313287"/>
                  </a:lnTo>
                  <a:lnTo>
                    <a:pt x="1087134" y="4313287"/>
                  </a:lnTo>
                  <a:lnTo>
                    <a:pt x="1087228" y="4313287"/>
                  </a:lnTo>
                  <a:lnTo>
                    <a:pt x="1087322" y="4313287"/>
                  </a:lnTo>
                  <a:lnTo>
                    <a:pt x="1087416" y="4313287"/>
                  </a:lnTo>
                  <a:lnTo>
                    <a:pt x="1087510" y="4313287"/>
                  </a:lnTo>
                  <a:lnTo>
                    <a:pt x="1087604" y="4313287"/>
                  </a:lnTo>
                  <a:lnTo>
                    <a:pt x="1087698" y="4313287"/>
                  </a:lnTo>
                  <a:lnTo>
                    <a:pt x="1087792" y="4313287"/>
                  </a:lnTo>
                  <a:lnTo>
                    <a:pt x="1087886" y="4313287"/>
                  </a:lnTo>
                  <a:lnTo>
                    <a:pt x="1087980" y="4313287"/>
                  </a:lnTo>
                  <a:lnTo>
                    <a:pt x="1088075" y="4313287"/>
                  </a:lnTo>
                  <a:lnTo>
                    <a:pt x="1088169" y="4313287"/>
                  </a:lnTo>
                  <a:lnTo>
                    <a:pt x="1088263" y="4313287"/>
                  </a:lnTo>
                  <a:lnTo>
                    <a:pt x="1088357" y="4313287"/>
                  </a:lnTo>
                  <a:lnTo>
                    <a:pt x="1088451" y="4313287"/>
                  </a:lnTo>
                  <a:lnTo>
                    <a:pt x="1088545" y="4313287"/>
                  </a:lnTo>
                  <a:lnTo>
                    <a:pt x="1088639" y="4313287"/>
                  </a:lnTo>
                  <a:lnTo>
                    <a:pt x="1088733" y="4313287"/>
                  </a:lnTo>
                  <a:lnTo>
                    <a:pt x="1088827" y="4313287"/>
                  </a:lnTo>
                  <a:lnTo>
                    <a:pt x="1088921" y="4313287"/>
                  </a:lnTo>
                  <a:lnTo>
                    <a:pt x="1089015" y="4313287"/>
                  </a:lnTo>
                  <a:lnTo>
                    <a:pt x="1089109" y="4313287"/>
                  </a:lnTo>
                  <a:lnTo>
                    <a:pt x="1089203" y="4313287"/>
                  </a:lnTo>
                  <a:lnTo>
                    <a:pt x="1089297" y="4313287"/>
                  </a:lnTo>
                  <a:lnTo>
                    <a:pt x="1089391" y="4313287"/>
                  </a:lnTo>
                  <a:lnTo>
                    <a:pt x="1089485" y="4313287"/>
                  </a:lnTo>
                  <a:lnTo>
                    <a:pt x="1089579" y="4313287"/>
                  </a:lnTo>
                  <a:lnTo>
                    <a:pt x="1089673" y="4313287"/>
                  </a:lnTo>
                  <a:lnTo>
                    <a:pt x="1089767" y="4313287"/>
                  </a:lnTo>
                  <a:lnTo>
                    <a:pt x="1089861" y="4313287"/>
                  </a:lnTo>
                  <a:lnTo>
                    <a:pt x="1089955" y="4313287"/>
                  </a:lnTo>
                  <a:lnTo>
                    <a:pt x="1090049" y="4313287"/>
                  </a:lnTo>
                  <a:lnTo>
                    <a:pt x="1090143" y="4313287"/>
                  </a:lnTo>
                  <a:lnTo>
                    <a:pt x="1090237" y="4313287"/>
                  </a:lnTo>
                  <a:lnTo>
                    <a:pt x="1090331" y="4313287"/>
                  </a:lnTo>
                  <a:lnTo>
                    <a:pt x="1090425" y="4313287"/>
                  </a:lnTo>
                  <a:lnTo>
                    <a:pt x="1090519" y="4313287"/>
                  </a:lnTo>
                  <a:lnTo>
                    <a:pt x="1090613" y="4313287"/>
                  </a:lnTo>
                  <a:lnTo>
                    <a:pt x="1090707" y="4313287"/>
                  </a:lnTo>
                  <a:lnTo>
                    <a:pt x="1090801" y="4313287"/>
                  </a:lnTo>
                  <a:lnTo>
                    <a:pt x="1090895" y="4313287"/>
                  </a:lnTo>
                  <a:lnTo>
                    <a:pt x="1090989" y="4313287"/>
                  </a:lnTo>
                  <a:lnTo>
                    <a:pt x="1090989" y="4308007"/>
                  </a:lnTo>
                  <a:lnTo>
                    <a:pt x="1091083" y="4308007"/>
                  </a:lnTo>
                  <a:lnTo>
                    <a:pt x="1091177" y="4308007"/>
                  </a:lnTo>
                  <a:lnTo>
                    <a:pt x="1091271" y="4308007"/>
                  </a:lnTo>
                  <a:lnTo>
                    <a:pt x="1091365" y="4308007"/>
                  </a:lnTo>
                  <a:lnTo>
                    <a:pt x="1091459" y="4308007"/>
                  </a:lnTo>
                  <a:lnTo>
                    <a:pt x="1091553" y="4308007"/>
                  </a:lnTo>
                  <a:lnTo>
                    <a:pt x="1091648" y="4308007"/>
                  </a:lnTo>
                  <a:lnTo>
                    <a:pt x="1091742" y="4308007"/>
                  </a:lnTo>
                  <a:lnTo>
                    <a:pt x="1091836" y="4308007"/>
                  </a:lnTo>
                  <a:lnTo>
                    <a:pt x="1091930" y="4308007"/>
                  </a:lnTo>
                  <a:lnTo>
                    <a:pt x="1092024" y="4308007"/>
                  </a:lnTo>
                  <a:lnTo>
                    <a:pt x="1092118" y="4308007"/>
                  </a:lnTo>
                  <a:lnTo>
                    <a:pt x="1092212" y="4308007"/>
                  </a:lnTo>
                  <a:lnTo>
                    <a:pt x="1092306" y="4308007"/>
                  </a:lnTo>
                  <a:lnTo>
                    <a:pt x="1092400" y="4308007"/>
                  </a:lnTo>
                  <a:lnTo>
                    <a:pt x="1092494" y="4308007"/>
                  </a:lnTo>
                  <a:lnTo>
                    <a:pt x="1092588" y="4308007"/>
                  </a:lnTo>
                  <a:lnTo>
                    <a:pt x="1092682" y="4308007"/>
                  </a:lnTo>
                  <a:lnTo>
                    <a:pt x="1092776" y="4308007"/>
                  </a:lnTo>
                  <a:lnTo>
                    <a:pt x="1092870" y="4308007"/>
                  </a:lnTo>
                  <a:lnTo>
                    <a:pt x="1092964" y="4308007"/>
                  </a:lnTo>
                  <a:lnTo>
                    <a:pt x="1093058" y="4308007"/>
                  </a:lnTo>
                  <a:lnTo>
                    <a:pt x="1093152" y="4308007"/>
                  </a:lnTo>
                  <a:lnTo>
                    <a:pt x="1093246" y="4308007"/>
                  </a:lnTo>
                  <a:lnTo>
                    <a:pt x="1093340" y="4308007"/>
                  </a:lnTo>
                  <a:lnTo>
                    <a:pt x="1093434" y="4308007"/>
                  </a:lnTo>
                  <a:lnTo>
                    <a:pt x="1093528" y="4308007"/>
                  </a:lnTo>
                  <a:lnTo>
                    <a:pt x="1093622" y="4308007"/>
                  </a:lnTo>
                  <a:lnTo>
                    <a:pt x="1093716" y="4308007"/>
                  </a:lnTo>
                  <a:lnTo>
                    <a:pt x="1093810" y="4308007"/>
                  </a:lnTo>
                  <a:lnTo>
                    <a:pt x="1093904" y="4308007"/>
                  </a:lnTo>
                  <a:lnTo>
                    <a:pt x="1093998" y="4308007"/>
                  </a:lnTo>
                  <a:lnTo>
                    <a:pt x="1094092" y="4308007"/>
                  </a:lnTo>
                  <a:lnTo>
                    <a:pt x="1094186" y="4308007"/>
                  </a:lnTo>
                  <a:lnTo>
                    <a:pt x="1094186" y="4302728"/>
                  </a:lnTo>
                  <a:lnTo>
                    <a:pt x="1094280" y="4302728"/>
                  </a:lnTo>
                  <a:lnTo>
                    <a:pt x="1094374" y="4302728"/>
                  </a:lnTo>
                  <a:lnTo>
                    <a:pt x="1094468" y="4302728"/>
                  </a:lnTo>
                  <a:lnTo>
                    <a:pt x="1094562" y="4302728"/>
                  </a:lnTo>
                  <a:lnTo>
                    <a:pt x="1094656" y="4302728"/>
                  </a:lnTo>
                  <a:lnTo>
                    <a:pt x="1094750" y="4302728"/>
                  </a:lnTo>
                  <a:lnTo>
                    <a:pt x="1094844" y="4302728"/>
                  </a:lnTo>
                  <a:lnTo>
                    <a:pt x="1094938" y="4302728"/>
                  </a:lnTo>
                  <a:lnTo>
                    <a:pt x="1095032" y="4302728"/>
                  </a:lnTo>
                  <a:lnTo>
                    <a:pt x="1095126" y="4302728"/>
                  </a:lnTo>
                  <a:lnTo>
                    <a:pt x="1095221" y="4302728"/>
                  </a:lnTo>
                  <a:lnTo>
                    <a:pt x="1095315" y="4302728"/>
                  </a:lnTo>
                  <a:lnTo>
                    <a:pt x="1095409" y="4302728"/>
                  </a:lnTo>
                  <a:lnTo>
                    <a:pt x="1095503" y="4302728"/>
                  </a:lnTo>
                  <a:lnTo>
                    <a:pt x="1095597" y="4302728"/>
                  </a:lnTo>
                  <a:lnTo>
                    <a:pt x="1095691" y="4302728"/>
                  </a:lnTo>
                  <a:lnTo>
                    <a:pt x="1095785" y="4302728"/>
                  </a:lnTo>
                  <a:lnTo>
                    <a:pt x="1095879" y="4302728"/>
                  </a:lnTo>
                  <a:lnTo>
                    <a:pt x="1095973" y="4302728"/>
                  </a:lnTo>
                  <a:lnTo>
                    <a:pt x="1096067" y="4302728"/>
                  </a:lnTo>
                  <a:lnTo>
                    <a:pt x="1096161" y="4302728"/>
                  </a:lnTo>
                  <a:lnTo>
                    <a:pt x="1096255" y="4302728"/>
                  </a:lnTo>
                  <a:lnTo>
                    <a:pt x="1096349" y="4302728"/>
                  </a:lnTo>
                  <a:lnTo>
                    <a:pt x="1096443" y="4302728"/>
                  </a:lnTo>
                  <a:lnTo>
                    <a:pt x="1096537" y="4302728"/>
                  </a:lnTo>
                  <a:lnTo>
                    <a:pt x="1096631" y="4302728"/>
                  </a:lnTo>
                  <a:lnTo>
                    <a:pt x="1096725" y="4302728"/>
                  </a:lnTo>
                  <a:lnTo>
                    <a:pt x="1096819" y="4302728"/>
                  </a:lnTo>
                  <a:lnTo>
                    <a:pt x="1096913" y="4302728"/>
                  </a:lnTo>
                  <a:lnTo>
                    <a:pt x="1097007" y="4302728"/>
                  </a:lnTo>
                  <a:lnTo>
                    <a:pt x="1097101" y="4302728"/>
                  </a:lnTo>
                  <a:lnTo>
                    <a:pt x="1097195" y="4302728"/>
                  </a:lnTo>
                  <a:lnTo>
                    <a:pt x="1097289" y="4302728"/>
                  </a:lnTo>
                  <a:lnTo>
                    <a:pt x="1097383" y="4302728"/>
                  </a:lnTo>
                  <a:lnTo>
                    <a:pt x="1097477" y="4302728"/>
                  </a:lnTo>
                  <a:lnTo>
                    <a:pt x="1097571" y="4302728"/>
                  </a:lnTo>
                  <a:lnTo>
                    <a:pt x="1097665" y="4302728"/>
                  </a:lnTo>
                  <a:lnTo>
                    <a:pt x="1097759" y="4302728"/>
                  </a:lnTo>
                  <a:lnTo>
                    <a:pt x="1097853" y="4302728"/>
                  </a:lnTo>
                  <a:lnTo>
                    <a:pt x="1097947" y="4302728"/>
                  </a:lnTo>
                  <a:lnTo>
                    <a:pt x="1098041" y="4302728"/>
                  </a:lnTo>
                  <a:lnTo>
                    <a:pt x="1098135" y="4302728"/>
                  </a:lnTo>
                  <a:lnTo>
                    <a:pt x="1098229" y="4302728"/>
                  </a:lnTo>
                  <a:lnTo>
                    <a:pt x="1098323" y="4302728"/>
                  </a:lnTo>
                  <a:lnTo>
                    <a:pt x="1098417" y="4302728"/>
                  </a:lnTo>
                  <a:lnTo>
                    <a:pt x="1098511" y="4302728"/>
                  </a:lnTo>
                  <a:lnTo>
                    <a:pt x="1098511" y="4297448"/>
                  </a:lnTo>
                  <a:lnTo>
                    <a:pt x="1098605" y="4297448"/>
                  </a:lnTo>
                  <a:lnTo>
                    <a:pt x="1098700" y="4297448"/>
                  </a:lnTo>
                  <a:lnTo>
                    <a:pt x="1098794" y="4297448"/>
                  </a:lnTo>
                  <a:lnTo>
                    <a:pt x="1098888" y="4297448"/>
                  </a:lnTo>
                  <a:lnTo>
                    <a:pt x="1098982" y="4297448"/>
                  </a:lnTo>
                  <a:lnTo>
                    <a:pt x="1099076" y="4297448"/>
                  </a:lnTo>
                  <a:lnTo>
                    <a:pt x="1099170" y="4297448"/>
                  </a:lnTo>
                  <a:lnTo>
                    <a:pt x="1099170" y="4292169"/>
                  </a:lnTo>
                  <a:lnTo>
                    <a:pt x="1099264" y="4292169"/>
                  </a:lnTo>
                  <a:lnTo>
                    <a:pt x="1099264" y="4286890"/>
                  </a:lnTo>
                  <a:lnTo>
                    <a:pt x="1099358" y="4286890"/>
                  </a:lnTo>
                  <a:lnTo>
                    <a:pt x="1099452" y="4286890"/>
                  </a:lnTo>
                  <a:lnTo>
                    <a:pt x="1099546" y="4286890"/>
                  </a:lnTo>
                  <a:lnTo>
                    <a:pt x="1099640" y="4286890"/>
                  </a:lnTo>
                  <a:lnTo>
                    <a:pt x="1099734" y="4286890"/>
                  </a:lnTo>
                  <a:lnTo>
                    <a:pt x="1099828" y="4286890"/>
                  </a:lnTo>
                  <a:lnTo>
                    <a:pt x="1099922" y="4286890"/>
                  </a:lnTo>
                  <a:lnTo>
                    <a:pt x="1100016" y="4286890"/>
                  </a:lnTo>
                  <a:lnTo>
                    <a:pt x="1100110" y="4286890"/>
                  </a:lnTo>
                  <a:lnTo>
                    <a:pt x="1100204" y="4286890"/>
                  </a:lnTo>
                  <a:lnTo>
                    <a:pt x="1100298" y="4286890"/>
                  </a:lnTo>
                  <a:lnTo>
                    <a:pt x="1100392" y="4286890"/>
                  </a:lnTo>
                  <a:lnTo>
                    <a:pt x="1100486" y="4286890"/>
                  </a:lnTo>
                  <a:lnTo>
                    <a:pt x="1100580" y="4286890"/>
                  </a:lnTo>
                  <a:lnTo>
                    <a:pt x="1100674" y="4286890"/>
                  </a:lnTo>
                  <a:lnTo>
                    <a:pt x="1100768" y="4286890"/>
                  </a:lnTo>
                  <a:lnTo>
                    <a:pt x="1100862" y="4286890"/>
                  </a:lnTo>
                  <a:lnTo>
                    <a:pt x="1100956" y="4286890"/>
                  </a:lnTo>
                  <a:lnTo>
                    <a:pt x="1101050" y="4286890"/>
                  </a:lnTo>
                  <a:lnTo>
                    <a:pt x="1101144" y="4286890"/>
                  </a:lnTo>
                  <a:lnTo>
                    <a:pt x="1101238" y="4286890"/>
                  </a:lnTo>
                  <a:lnTo>
                    <a:pt x="1101332" y="4286890"/>
                  </a:lnTo>
                  <a:lnTo>
                    <a:pt x="1101426" y="4286890"/>
                  </a:lnTo>
                  <a:lnTo>
                    <a:pt x="1101520" y="4286890"/>
                  </a:lnTo>
                  <a:lnTo>
                    <a:pt x="1101614" y="4286890"/>
                  </a:lnTo>
                  <a:lnTo>
                    <a:pt x="1101708" y="4286890"/>
                  </a:lnTo>
                  <a:lnTo>
                    <a:pt x="1101802" y="4286890"/>
                  </a:lnTo>
                  <a:lnTo>
                    <a:pt x="1101896" y="4286890"/>
                  </a:lnTo>
                  <a:lnTo>
                    <a:pt x="1101990" y="4286890"/>
                  </a:lnTo>
                  <a:lnTo>
                    <a:pt x="1102084" y="4286890"/>
                  </a:lnTo>
                  <a:lnTo>
                    <a:pt x="1102178" y="4286890"/>
                  </a:lnTo>
                  <a:lnTo>
                    <a:pt x="1102273" y="4286890"/>
                  </a:lnTo>
                  <a:lnTo>
                    <a:pt x="1102367" y="4286890"/>
                  </a:lnTo>
                  <a:lnTo>
                    <a:pt x="1102461" y="4286890"/>
                  </a:lnTo>
                  <a:lnTo>
                    <a:pt x="1102555" y="4286890"/>
                  </a:lnTo>
                  <a:lnTo>
                    <a:pt x="1102649" y="4286890"/>
                  </a:lnTo>
                  <a:lnTo>
                    <a:pt x="1102743" y="4286890"/>
                  </a:lnTo>
                  <a:lnTo>
                    <a:pt x="1102837" y="4286890"/>
                  </a:lnTo>
                  <a:lnTo>
                    <a:pt x="1102931" y="4286890"/>
                  </a:lnTo>
                  <a:lnTo>
                    <a:pt x="1103025" y="4286890"/>
                  </a:lnTo>
                  <a:lnTo>
                    <a:pt x="1103119" y="4286890"/>
                  </a:lnTo>
                  <a:lnTo>
                    <a:pt x="1103213" y="4286890"/>
                  </a:lnTo>
                  <a:lnTo>
                    <a:pt x="1103307" y="4286890"/>
                  </a:lnTo>
                  <a:lnTo>
                    <a:pt x="1103401" y="4286890"/>
                  </a:lnTo>
                  <a:lnTo>
                    <a:pt x="1103495" y="4286890"/>
                  </a:lnTo>
                  <a:lnTo>
                    <a:pt x="1103589" y="4286890"/>
                  </a:lnTo>
                  <a:lnTo>
                    <a:pt x="1103683" y="4286890"/>
                  </a:lnTo>
                  <a:lnTo>
                    <a:pt x="1103777" y="4286890"/>
                  </a:lnTo>
                  <a:lnTo>
                    <a:pt x="1103871" y="4286890"/>
                  </a:lnTo>
                  <a:lnTo>
                    <a:pt x="1103965" y="4286890"/>
                  </a:lnTo>
                  <a:lnTo>
                    <a:pt x="1104059" y="4286890"/>
                  </a:lnTo>
                  <a:lnTo>
                    <a:pt x="1104153" y="4286890"/>
                  </a:lnTo>
                  <a:lnTo>
                    <a:pt x="1104247" y="4286890"/>
                  </a:lnTo>
                  <a:lnTo>
                    <a:pt x="1104341" y="4286890"/>
                  </a:lnTo>
                  <a:lnTo>
                    <a:pt x="1104435" y="4286890"/>
                  </a:lnTo>
                  <a:lnTo>
                    <a:pt x="1104529" y="4286890"/>
                  </a:lnTo>
                  <a:lnTo>
                    <a:pt x="1104623" y="4286890"/>
                  </a:lnTo>
                  <a:lnTo>
                    <a:pt x="1104717" y="4286890"/>
                  </a:lnTo>
                  <a:lnTo>
                    <a:pt x="1104811" y="4286890"/>
                  </a:lnTo>
                  <a:lnTo>
                    <a:pt x="1104905" y="4286890"/>
                  </a:lnTo>
                  <a:lnTo>
                    <a:pt x="1104999" y="4286890"/>
                  </a:lnTo>
                  <a:lnTo>
                    <a:pt x="1105093" y="4286890"/>
                  </a:lnTo>
                  <a:lnTo>
                    <a:pt x="1105187" y="4286890"/>
                  </a:lnTo>
                  <a:lnTo>
                    <a:pt x="1105281" y="4286890"/>
                  </a:lnTo>
                  <a:lnTo>
                    <a:pt x="1105375" y="4286890"/>
                  </a:lnTo>
                  <a:lnTo>
                    <a:pt x="1105469" y="4286890"/>
                  </a:lnTo>
                  <a:lnTo>
                    <a:pt x="1105563" y="4286890"/>
                  </a:lnTo>
                  <a:lnTo>
                    <a:pt x="1105657" y="4286890"/>
                  </a:lnTo>
                  <a:lnTo>
                    <a:pt x="1105751" y="4286890"/>
                  </a:lnTo>
                  <a:lnTo>
                    <a:pt x="1105846" y="4286890"/>
                  </a:lnTo>
                  <a:lnTo>
                    <a:pt x="1105940" y="4286890"/>
                  </a:lnTo>
                  <a:lnTo>
                    <a:pt x="1106034" y="4286890"/>
                  </a:lnTo>
                  <a:lnTo>
                    <a:pt x="1106128" y="4286890"/>
                  </a:lnTo>
                  <a:lnTo>
                    <a:pt x="1106222" y="4286890"/>
                  </a:lnTo>
                  <a:lnTo>
                    <a:pt x="1106316" y="4286890"/>
                  </a:lnTo>
                  <a:lnTo>
                    <a:pt x="1106410" y="4286890"/>
                  </a:lnTo>
                  <a:lnTo>
                    <a:pt x="1106504" y="4286890"/>
                  </a:lnTo>
                  <a:lnTo>
                    <a:pt x="1106598" y="4286890"/>
                  </a:lnTo>
                  <a:lnTo>
                    <a:pt x="1106692" y="4286890"/>
                  </a:lnTo>
                  <a:lnTo>
                    <a:pt x="1106786" y="4286890"/>
                  </a:lnTo>
                  <a:lnTo>
                    <a:pt x="1106880" y="4286890"/>
                  </a:lnTo>
                  <a:lnTo>
                    <a:pt x="1106974" y="4286890"/>
                  </a:lnTo>
                  <a:lnTo>
                    <a:pt x="1107068" y="4286890"/>
                  </a:lnTo>
                  <a:lnTo>
                    <a:pt x="1107162" y="4286890"/>
                  </a:lnTo>
                  <a:lnTo>
                    <a:pt x="1107256" y="4286890"/>
                  </a:lnTo>
                  <a:lnTo>
                    <a:pt x="1107350" y="4286890"/>
                  </a:lnTo>
                  <a:lnTo>
                    <a:pt x="1107444" y="4286890"/>
                  </a:lnTo>
                  <a:lnTo>
                    <a:pt x="1107538" y="4286890"/>
                  </a:lnTo>
                  <a:lnTo>
                    <a:pt x="1107632" y="4286890"/>
                  </a:lnTo>
                  <a:lnTo>
                    <a:pt x="1107726" y="4286890"/>
                  </a:lnTo>
                  <a:lnTo>
                    <a:pt x="1107820" y="4286890"/>
                  </a:lnTo>
                  <a:lnTo>
                    <a:pt x="1107914" y="4286890"/>
                  </a:lnTo>
                  <a:lnTo>
                    <a:pt x="1108008" y="4286890"/>
                  </a:lnTo>
                  <a:lnTo>
                    <a:pt x="1108102" y="4286890"/>
                  </a:lnTo>
                  <a:lnTo>
                    <a:pt x="1108102" y="4281610"/>
                  </a:lnTo>
                  <a:lnTo>
                    <a:pt x="1108196" y="4281610"/>
                  </a:lnTo>
                  <a:lnTo>
                    <a:pt x="1108290" y="4281610"/>
                  </a:lnTo>
                  <a:lnTo>
                    <a:pt x="1108384" y="4281610"/>
                  </a:lnTo>
                  <a:lnTo>
                    <a:pt x="1108478" y="4281610"/>
                  </a:lnTo>
                  <a:lnTo>
                    <a:pt x="1108572" y="4281610"/>
                  </a:lnTo>
                  <a:lnTo>
                    <a:pt x="1108666" y="4281610"/>
                  </a:lnTo>
                  <a:lnTo>
                    <a:pt x="1108760" y="4281610"/>
                  </a:lnTo>
                  <a:lnTo>
                    <a:pt x="1108854" y="4281610"/>
                  </a:lnTo>
                  <a:lnTo>
                    <a:pt x="1108948" y="4281610"/>
                  </a:lnTo>
                  <a:lnTo>
                    <a:pt x="1109042" y="4281610"/>
                  </a:lnTo>
                  <a:lnTo>
                    <a:pt x="1109136" y="4281610"/>
                  </a:lnTo>
                  <a:lnTo>
                    <a:pt x="1109230" y="4281610"/>
                  </a:lnTo>
                  <a:lnTo>
                    <a:pt x="1109325" y="4281610"/>
                  </a:lnTo>
                  <a:lnTo>
                    <a:pt x="1109419" y="4281610"/>
                  </a:lnTo>
                  <a:lnTo>
                    <a:pt x="1109513" y="4281610"/>
                  </a:lnTo>
                  <a:lnTo>
                    <a:pt x="1109607" y="4281610"/>
                  </a:lnTo>
                  <a:lnTo>
                    <a:pt x="1109701" y="4281610"/>
                  </a:lnTo>
                  <a:lnTo>
                    <a:pt x="1109795" y="4281610"/>
                  </a:lnTo>
                  <a:lnTo>
                    <a:pt x="1109889" y="4281610"/>
                  </a:lnTo>
                  <a:lnTo>
                    <a:pt x="1109983" y="4281610"/>
                  </a:lnTo>
                  <a:lnTo>
                    <a:pt x="1110077" y="4281610"/>
                  </a:lnTo>
                  <a:lnTo>
                    <a:pt x="1110171" y="4281610"/>
                  </a:lnTo>
                  <a:lnTo>
                    <a:pt x="1110171" y="4276331"/>
                  </a:lnTo>
                  <a:lnTo>
                    <a:pt x="1110265" y="4276331"/>
                  </a:lnTo>
                  <a:lnTo>
                    <a:pt x="1110359" y="4276331"/>
                  </a:lnTo>
                  <a:lnTo>
                    <a:pt x="1110453" y="4276331"/>
                  </a:lnTo>
                  <a:lnTo>
                    <a:pt x="1110547" y="4276331"/>
                  </a:lnTo>
                  <a:lnTo>
                    <a:pt x="1110641" y="4276331"/>
                  </a:lnTo>
                  <a:lnTo>
                    <a:pt x="1110735" y="4276331"/>
                  </a:lnTo>
                  <a:lnTo>
                    <a:pt x="1110829" y="4276331"/>
                  </a:lnTo>
                  <a:lnTo>
                    <a:pt x="1110923" y="4276331"/>
                  </a:lnTo>
                  <a:lnTo>
                    <a:pt x="1111017" y="4276331"/>
                  </a:lnTo>
                  <a:lnTo>
                    <a:pt x="1111111" y="4276331"/>
                  </a:lnTo>
                  <a:lnTo>
                    <a:pt x="1111205" y="4276331"/>
                  </a:lnTo>
                  <a:lnTo>
                    <a:pt x="1111299" y="4276331"/>
                  </a:lnTo>
                  <a:lnTo>
                    <a:pt x="1111393" y="4276331"/>
                  </a:lnTo>
                  <a:lnTo>
                    <a:pt x="1111487" y="4276331"/>
                  </a:lnTo>
                  <a:lnTo>
                    <a:pt x="1111581" y="4276331"/>
                  </a:lnTo>
                  <a:lnTo>
                    <a:pt x="1111675" y="4276331"/>
                  </a:lnTo>
                  <a:lnTo>
                    <a:pt x="1111769" y="4276331"/>
                  </a:lnTo>
                  <a:lnTo>
                    <a:pt x="1111863" y="4276331"/>
                  </a:lnTo>
                  <a:lnTo>
                    <a:pt x="1111957" y="4276331"/>
                  </a:lnTo>
                  <a:lnTo>
                    <a:pt x="1112051" y="4276331"/>
                  </a:lnTo>
                  <a:lnTo>
                    <a:pt x="1112145" y="4276331"/>
                  </a:lnTo>
                  <a:lnTo>
                    <a:pt x="1112239" y="4276331"/>
                  </a:lnTo>
                  <a:lnTo>
                    <a:pt x="1112333" y="4276331"/>
                  </a:lnTo>
                  <a:lnTo>
                    <a:pt x="1112427" y="4276331"/>
                  </a:lnTo>
                  <a:lnTo>
                    <a:pt x="1112521" y="4276331"/>
                  </a:lnTo>
                  <a:lnTo>
                    <a:pt x="1112615" y="4276331"/>
                  </a:lnTo>
                  <a:lnTo>
                    <a:pt x="1112709" y="4276331"/>
                  </a:lnTo>
                  <a:lnTo>
                    <a:pt x="1112803" y="4276331"/>
                  </a:lnTo>
                  <a:lnTo>
                    <a:pt x="1112898" y="4276331"/>
                  </a:lnTo>
                  <a:lnTo>
                    <a:pt x="1112992" y="4276331"/>
                  </a:lnTo>
                  <a:lnTo>
                    <a:pt x="1112992" y="4271051"/>
                  </a:lnTo>
                  <a:lnTo>
                    <a:pt x="1113086" y="4271051"/>
                  </a:lnTo>
                  <a:lnTo>
                    <a:pt x="1113086" y="4265772"/>
                  </a:lnTo>
                  <a:lnTo>
                    <a:pt x="1113180" y="4265772"/>
                  </a:lnTo>
                  <a:lnTo>
                    <a:pt x="1113274" y="4265772"/>
                  </a:lnTo>
                  <a:lnTo>
                    <a:pt x="1113368" y="4265772"/>
                  </a:lnTo>
                  <a:lnTo>
                    <a:pt x="1113462" y="4265772"/>
                  </a:lnTo>
                  <a:lnTo>
                    <a:pt x="1113556" y="4265772"/>
                  </a:lnTo>
                  <a:lnTo>
                    <a:pt x="1113650" y="4265772"/>
                  </a:lnTo>
                  <a:lnTo>
                    <a:pt x="1113744" y="4265772"/>
                  </a:lnTo>
                  <a:lnTo>
                    <a:pt x="1113838" y="4265772"/>
                  </a:lnTo>
                  <a:lnTo>
                    <a:pt x="1113932" y="4265772"/>
                  </a:lnTo>
                  <a:lnTo>
                    <a:pt x="1114026" y="4265772"/>
                  </a:lnTo>
                  <a:lnTo>
                    <a:pt x="1114120" y="4265772"/>
                  </a:lnTo>
                  <a:lnTo>
                    <a:pt x="1114214" y="4265772"/>
                  </a:lnTo>
                  <a:lnTo>
                    <a:pt x="1114308" y="4265772"/>
                  </a:lnTo>
                  <a:lnTo>
                    <a:pt x="1114402" y="4265772"/>
                  </a:lnTo>
                  <a:lnTo>
                    <a:pt x="1114496" y="4265772"/>
                  </a:lnTo>
                  <a:lnTo>
                    <a:pt x="1114590" y="4265772"/>
                  </a:lnTo>
                  <a:lnTo>
                    <a:pt x="1114684" y="4265772"/>
                  </a:lnTo>
                  <a:lnTo>
                    <a:pt x="1114778" y="4265772"/>
                  </a:lnTo>
                  <a:lnTo>
                    <a:pt x="1114872" y="4265772"/>
                  </a:lnTo>
                  <a:lnTo>
                    <a:pt x="1114966" y="4265772"/>
                  </a:lnTo>
                  <a:lnTo>
                    <a:pt x="1115060" y="4265772"/>
                  </a:lnTo>
                  <a:lnTo>
                    <a:pt x="1115154" y="4265772"/>
                  </a:lnTo>
                  <a:lnTo>
                    <a:pt x="1115248" y="4265772"/>
                  </a:lnTo>
                  <a:lnTo>
                    <a:pt x="1115342" y="4265772"/>
                  </a:lnTo>
                  <a:lnTo>
                    <a:pt x="1115436" y="4265772"/>
                  </a:lnTo>
                  <a:lnTo>
                    <a:pt x="1115530" y="4265772"/>
                  </a:lnTo>
                  <a:lnTo>
                    <a:pt x="1115624" y="4265772"/>
                  </a:lnTo>
                  <a:lnTo>
                    <a:pt x="1115718" y="4265772"/>
                  </a:lnTo>
                  <a:lnTo>
                    <a:pt x="1115812" y="4265772"/>
                  </a:lnTo>
                  <a:lnTo>
                    <a:pt x="1115906" y="4265772"/>
                  </a:lnTo>
                  <a:lnTo>
                    <a:pt x="1116000" y="4265772"/>
                  </a:lnTo>
                  <a:lnTo>
                    <a:pt x="1116094" y="4265772"/>
                  </a:lnTo>
                  <a:lnTo>
                    <a:pt x="1116188" y="4265772"/>
                  </a:lnTo>
                  <a:lnTo>
                    <a:pt x="1116282" y="4265772"/>
                  </a:lnTo>
                  <a:lnTo>
                    <a:pt x="1116376" y="4265772"/>
                  </a:lnTo>
                  <a:lnTo>
                    <a:pt x="1116471" y="4265772"/>
                  </a:lnTo>
                  <a:lnTo>
                    <a:pt x="1116565" y="4265772"/>
                  </a:lnTo>
                  <a:lnTo>
                    <a:pt x="1116659" y="4265772"/>
                  </a:lnTo>
                  <a:lnTo>
                    <a:pt x="1116659" y="4260493"/>
                  </a:lnTo>
                  <a:lnTo>
                    <a:pt x="1116753" y="4260493"/>
                  </a:lnTo>
                  <a:lnTo>
                    <a:pt x="1116847" y="4260493"/>
                  </a:lnTo>
                  <a:lnTo>
                    <a:pt x="1116941" y="4260493"/>
                  </a:lnTo>
                  <a:lnTo>
                    <a:pt x="1117035" y="4260493"/>
                  </a:lnTo>
                  <a:lnTo>
                    <a:pt x="1117129" y="4260493"/>
                  </a:lnTo>
                  <a:lnTo>
                    <a:pt x="1117223" y="4260493"/>
                  </a:lnTo>
                  <a:lnTo>
                    <a:pt x="1117317" y="4260493"/>
                  </a:lnTo>
                  <a:lnTo>
                    <a:pt x="1117411" y="4260493"/>
                  </a:lnTo>
                  <a:lnTo>
                    <a:pt x="1117505" y="4260493"/>
                  </a:lnTo>
                  <a:lnTo>
                    <a:pt x="1117599" y="4260493"/>
                  </a:lnTo>
                  <a:lnTo>
                    <a:pt x="1117693" y="4260493"/>
                  </a:lnTo>
                  <a:lnTo>
                    <a:pt x="1117787" y="4260493"/>
                  </a:lnTo>
                  <a:lnTo>
                    <a:pt x="1117881" y="4260493"/>
                  </a:lnTo>
                  <a:lnTo>
                    <a:pt x="1117975" y="4260493"/>
                  </a:lnTo>
                  <a:lnTo>
                    <a:pt x="1118069" y="4260493"/>
                  </a:lnTo>
                  <a:lnTo>
                    <a:pt x="1118163" y="4260493"/>
                  </a:lnTo>
                  <a:lnTo>
                    <a:pt x="1118257" y="4260493"/>
                  </a:lnTo>
                  <a:lnTo>
                    <a:pt x="1118351" y="4260493"/>
                  </a:lnTo>
                  <a:lnTo>
                    <a:pt x="1118445" y="4260493"/>
                  </a:lnTo>
                  <a:lnTo>
                    <a:pt x="1118539" y="4260493"/>
                  </a:lnTo>
                  <a:lnTo>
                    <a:pt x="1118633" y="4260493"/>
                  </a:lnTo>
                  <a:lnTo>
                    <a:pt x="1118727" y="4260493"/>
                  </a:lnTo>
                  <a:lnTo>
                    <a:pt x="1118821" y="4260493"/>
                  </a:lnTo>
                  <a:lnTo>
                    <a:pt x="1118915" y="4260493"/>
                  </a:lnTo>
                  <a:lnTo>
                    <a:pt x="1119009" y="4260493"/>
                  </a:lnTo>
                  <a:lnTo>
                    <a:pt x="1119103" y="4260493"/>
                  </a:lnTo>
                  <a:lnTo>
                    <a:pt x="1119197" y="4260493"/>
                  </a:lnTo>
                  <a:lnTo>
                    <a:pt x="1119291" y="4260493"/>
                  </a:lnTo>
                  <a:lnTo>
                    <a:pt x="1119385" y="4260493"/>
                  </a:lnTo>
                  <a:lnTo>
                    <a:pt x="1119479" y="4260493"/>
                  </a:lnTo>
                  <a:lnTo>
                    <a:pt x="1119573" y="4260493"/>
                  </a:lnTo>
                  <a:lnTo>
                    <a:pt x="1119667" y="4260493"/>
                  </a:lnTo>
                  <a:lnTo>
                    <a:pt x="1119761" y="4260493"/>
                  </a:lnTo>
                  <a:lnTo>
                    <a:pt x="1119855" y="4260493"/>
                  </a:lnTo>
                  <a:lnTo>
                    <a:pt x="1119949" y="4260493"/>
                  </a:lnTo>
                  <a:lnTo>
                    <a:pt x="1120044" y="4260493"/>
                  </a:lnTo>
                  <a:lnTo>
                    <a:pt x="1120138" y="4260493"/>
                  </a:lnTo>
                  <a:lnTo>
                    <a:pt x="1120232" y="4260493"/>
                  </a:lnTo>
                  <a:lnTo>
                    <a:pt x="1120326" y="4260493"/>
                  </a:lnTo>
                  <a:lnTo>
                    <a:pt x="1120420" y="4260493"/>
                  </a:lnTo>
                  <a:lnTo>
                    <a:pt x="1120514" y="4260493"/>
                  </a:lnTo>
                  <a:lnTo>
                    <a:pt x="1120608" y="4260493"/>
                  </a:lnTo>
                  <a:lnTo>
                    <a:pt x="1120702" y="4260493"/>
                  </a:lnTo>
                  <a:lnTo>
                    <a:pt x="1120796" y="4260493"/>
                  </a:lnTo>
                  <a:lnTo>
                    <a:pt x="1120890" y="4260493"/>
                  </a:lnTo>
                  <a:lnTo>
                    <a:pt x="1120984" y="4260493"/>
                  </a:lnTo>
                  <a:lnTo>
                    <a:pt x="1121078" y="4260493"/>
                  </a:lnTo>
                  <a:lnTo>
                    <a:pt x="1121172" y="4260493"/>
                  </a:lnTo>
                  <a:lnTo>
                    <a:pt x="1121266" y="4260493"/>
                  </a:lnTo>
                  <a:lnTo>
                    <a:pt x="1121360" y="4260493"/>
                  </a:lnTo>
                  <a:lnTo>
                    <a:pt x="1121454" y="4260493"/>
                  </a:lnTo>
                  <a:lnTo>
                    <a:pt x="1121548" y="4260493"/>
                  </a:lnTo>
                  <a:lnTo>
                    <a:pt x="1121642" y="4260493"/>
                  </a:lnTo>
                  <a:lnTo>
                    <a:pt x="1121736" y="4260493"/>
                  </a:lnTo>
                  <a:lnTo>
                    <a:pt x="1121830" y="4260493"/>
                  </a:lnTo>
                  <a:lnTo>
                    <a:pt x="1121924" y="4260493"/>
                  </a:lnTo>
                  <a:lnTo>
                    <a:pt x="1122018" y="4260493"/>
                  </a:lnTo>
                  <a:lnTo>
                    <a:pt x="1122112" y="4260493"/>
                  </a:lnTo>
                  <a:lnTo>
                    <a:pt x="1122206" y="4260493"/>
                  </a:lnTo>
                  <a:lnTo>
                    <a:pt x="1122300" y="4260493"/>
                  </a:lnTo>
                  <a:lnTo>
                    <a:pt x="1122394" y="4260493"/>
                  </a:lnTo>
                  <a:lnTo>
                    <a:pt x="1122488" y="4260493"/>
                  </a:lnTo>
                  <a:lnTo>
                    <a:pt x="1122582" y="4260493"/>
                  </a:lnTo>
                  <a:lnTo>
                    <a:pt x="1122676" y="4260493"/>
                  </a:lnTo>
                  <a:lnTo>
                    <a:pt x="1122770" y="4260493"/>
                  </a:lnTo>
                  <a:lnTo>
                    <a:pt x="1122864" y="4260493"/>
                  </a:lnTo>
                  <a:lnTo>
                    <a:pt x="1122958" y="4260493"/>
                  </a:lnTo>
                  <a:lnTo>
                    <a:pt x="1123052" y="4260493"/>
                  </a:lnTo>
                  <a:lnTo>
                    <a:pt x="1123146" y="4260493"/>
                  </a:lnTo>
                  <a:lnTo>
                    <a:pt x="1123240" y="4260493"/>
                  </a:lnTo>
                  <a:lnTo>
                    <a:pt x="1123334" y="4260493"/>
                  </a:lnTo>
                  <a:lnTo>
                    <a:pt x="1123428" y="4260493"/>
                  </a:lnTo>
                  <a:lnTo>
                    <a:pt x="1123523" y="4260493"/>
                  </a:lnTo>
                  <a:lnTo>
                    <a:pt x="1123617" y="4260493"/>
                  </a:lnTo>
                  <a:lnTo>
                    <a:pt x="1123711" y="4260493"/>
                  </a:lnTo>
                  <a:lnTo>
                    <a:pt x="1123805" y="4260493"/>
                  </a:lnTo>
                  <a:lnTo>
                    <a:pt x="1123899" y="4260493"/>
                  </a:lnTo>
                  <a:lnTo>
                    <a:pt x="1123993" y="4260493"/>
                  </a:lnTo>
                  <a:lnTo>
                    <a:pt x="1124087" y="4260493"/>
                  </a:lnTo>
                  <a:lnTo>
                    <a:pt x="1124181" y="4260493"/>
                  </a:lnTo>
                  <a:lnTo>
                    <a:pt x="1124275" y="4260493"/>
                  </a:lnTo>
                  <a:lnTo>
                    <a:pt x="1124369" y="4260493"/>
                  </a:lnTo>
                  <a:lnTo>
                    <a:pt x="1124463" y="4260493"/>
                  </a:lnTo>
                  <a:lnTo>
                    <a:pt x="1124557" y="4260493"/>
                  </a:lnTo>
                  <a:lnTo>
                    <a:pt x="1124651" y="4260493"/>
                  </a:lnTo>
                  <a:lnTo>
                    <a:pt x="1124745" y="4260493"/>
                  </a:lnTo>
                  <a:lnTo>
                    <a:pt x="1124839" y="4260493"/>
                  </a:lnTo>
                  <a:lnTo>
                    <a:pt x="1124933" y="4260493"/>
                  </a:lnTo>
                  <a:lnTo>
                    <a:pt x="1125027" y="4260493"/>
                  </a:lnTo>
                  <a:lnTo>
                    <a:pt x="1125121" y="4260493"/>
                  </a:lnTo>
                  <a:lnTo>
                    <a:pt x="1125215" y="4260493"/>
                  </a:lnTo>
                  <a:lnTo>
                    <a:pt x="1125309" y="4260493"/>
                  </a:lnTo>
                  <a:lnTo>
                    <a:pt x="1125403" y="4260493"/>
                  </a:lnTo>
                  <a:lnTo>
                    <a:pt x="1125497" y="4260493"/>
                  </a:lnTo>
                  <a:lnTo>
                    <a:pt x="1125591" y="4260493"/>
                  </a:lnTo>
                  <a:lnTo>
                    <a:pt x="1125685" y="4260493"/>
                  </a:lnTo>
                  <a:lnTo>
                    <a:pt x="1125779" y="4260493"/>
                  </a:lnTo>
                  <a:lnTo>
                    <a:pt x="1125873" y="4260493"/>
                  </a:lnTo>
                  <a:lnTo>
                    <a:pt x="1125967" y="4260493"/>
                  </a:lnTo>
                  <a:lnTo>
                    <a:pt x="1126061" y="4260493"/>
                  </a:lnTo>
                  <a:lnTo>
                    <a:pt x="1126155" y="4260493"/>
                  </a:lnTo>
                  <a:lnTo>
                    <a:pt x="1126249" y="4260493"/>
                  </a:lnTo>
                  <a:lnTo>
                    <a:pt x="1126343" y="4260493"/>
                  </a:lnTo>
                  <a:lnTo>
                    <a:pt x="1126437" y="4260493"/>
                  </a:lnTo>
                  <a:lnTo>
                    <a:pt x="1126531" y="4260493"/>
                  </a:lnTo>
                  <a:lnTo>
                    <a:pt x="1126625" y="4260493"/>
                  </a:lnTo>
                  <a:lnTo>
                    <a:pt x="1126719" y="4260493"/>
                  </a:lnTo>
                  <a:lnTo>
                    <a:pt x="1126813" y="4260493"/>
                  </a:lnTo>
                  <a:lnTo>
                    <a:pt x="1126907" y="4260493"/>
                  </a:lnTo>
                  <a:lnTo>
                    <a:pt x="1127001" y="4260493"/>
                  </a:lnTo>
                  <a:lnTo>
                    <a:pt x="1127096" y="4260493"/>
                  </a:lnTo>
                  <a:lnTo>
                    <a:pt x="1127190" y="4260493"/>
                  </a:lnTo>
                  <a:lnTo>
                    <a:pt x="1127284" y="4260493"/>
                  </a:lnTo>
                  <a:lnTo>
                    <a:pt x="1127378" y="4260493"/>
                  </a:lnTo>
                  <a:lnTo>
                    <a:pt x="1127472" y="4260493"/>
                  </a:lnTo>
                  <a:lnTo>
                    <a:pt x="1127566" y="4260493"/>
                  </a:lnTo>
                  <a:lnTo>
                    <a:pt x="1127660" y="4260493"/>
                  </a:lnTo>
                  <a:lnTo>
                    <a:pt x="1127754" y="4260493"/>
                  </a:lnTo>
                  <a:lnTo>
                    <a:pt x="1127848" y="4260493"/>
                  </a:lnTo>
                  <a:lnTo>
                    <a:pt x="1127942" y="4260493"/>
                  </a:lnTo>
                  <a:lnTo>
                    <a:pt x="1128036" y="4260493"/>
                  </a:lnTo>
                  <a:lnTo>
                    <a:pt x="1128130" y="4260493"/>
                  </a:lnTo>
                  <a:lnTo>
                    <a:pt x="1128224" y="4260493"/>
                  </a:lnTo>
                  <a:lnTo>
                    <a:pt x="1128318" y="4260493"/>
                  </a:lnTo>
                  <a:lnTo>
                    <a:pt x="1128412" y="4260493"/>
                  </a:lnTo>
                  <a:lnTo>
                    <a:pt x="1128506" y="4260493"/>
                  </a:lnTo>
                  <a:lnTo>
                    <a:pt x="1128600" y="4260493"/>
                  </a:lnTo>
                  <a:lnTo>
                    <a:pt x="1128694" y="4260493"/>
                  </a:lnTo>
                  <a:lnTo>
                    <a:pt x="1128788" y="4260493"/>
                  </a:lnTo>
                  <a:lnTo>
                    <a:pt x="1128882" y="4260493"/>
                  </a:lnTo>
                  <a:lnTo>
                    <a:pt x="1128976" y="4260493"/>
                  </a:lnTo>
                  <a:lnTo>
                    <a:pt x="1129070" y="4260493"/>
                  </a:lnTo>
                  <a:lnTo>
                    <a:pt x="1129164" y="4260493"/>
                  </a:lnTo>
                  <a:lnTo>
                    <a:pt x="1129258" y="4260493"/>
                  </a:lnTo>
                  <a:lnTo>
                    <a:pt x="1129352" y="4260493"/>
                  </a:lnTo>
                  <a:lnTo>
                    <a:pt x="1129446" y="4260493"/>
                  </a:lnTo>
                  <a:lnTo>
                    <a:pt x="1129540" y="4260493"/>
                  </a:lnTo>
                  <a:lnTo>
                    <a:pt x="1129634" y="4260493"/>
                  </a:lnTo>
                  <a:lnTo>
                    <a:pt x="1129728" y="4260493"/>
                  </a:lnTo>
                  <a:lnTo>
                    <a:pt x="1129822" y="4260493"/>
                  </a:lnTo>
                  <a:lnTo>
                    <a:pt x="1129916" y="4260493"/>
                  </a:lnTo>
                  <a:lnTo>
                    <a:pt x="1130010" y="4260493"/>
                  </a:lnTo>
                  <a:lnTo>
                    <a:pt x="1130104" y="4260493"/>
                  </a:lnTo>
                  <a:lnTo>
                    <a:pt x="1130198" y="4260493"/>
                  </a:lnTo>
                  <a:lnTo>
                    <a:pt x="1130292" y="4260493"/>
                  </a:lnTo>
                  <a:lnTo>
                    <a:pt x="1130386" y="4260493"/>
                  </a:lnTo>
                  <a:lnTo>
                    <a:pt x="1130480" y="4260493"/>
                  </a:lnTo>
                  <a:lnTo>
                    <a:pt x="1130574" y="4260493"/>
                  </a:lnTo>
                  <a:lnTo>
                    <a:pt x="1130669" y="4260493"/>
                  </a:lnTo>
                  <a:lnTo>
                    <a:pt x="1130763" y="4260493"/>
                  </a:lnTo>
                  <a:lnTo>
                    <a:pt x="1130857" y="4260493"/>
                  </a:lnTo>
                  <a:lnTo>
                    <a:pt x="1130951" y="4260493"/>
                  </a:lnTo>
                  <a:lnTo>
                    <a:pt x="1131045" y="4260493"/>
                  </a:lnTo>
                  <a:lnTo>
                    <a:pt x="1131139" y="4260493"/>
                  </a:lnTo>
                  <a:lnTo>
                    <a:pt x="1131233" y="4260493"/>
                  </a:lnTo>
                  <a:lnTo>
                    <a:pt x="1131327" y="4260493"/>
                  </a:lnTo>
                  <a:lnTo>
                    <a:pt x="1131421" y="4260493"/>
                  </a:lnTo>
                  <a:lnTo>
                    <a:pt x="1131515" y="4260493"/>
                  </a:lnTo>
                  <a:lnTo>
                    <a:pt x="1131609" y="4260493"/>
                  </a:lnTo>
                  <a:lnTo>
                    <a:pt x="1131703" y="4260493"/>
                  </a:lnTo>
                  <a:lnTo>
                    <a:pt x="1131797" y="4260493"/>
                  </a:lnTo>
                  <a:lnTo>
                    <a:pt x="1131891" y="4260493"/>
                  </a:lnTo>
                  <a:lnTo>
                    <a:pt x="1131985" y="4260493"/>
                  </a:lnTo>
                  <a:lnTo>
                    <a:pt x="1132079" y="4260493"/>
                  </a:lnTo>
                  <a:lnTo>
                    <a:pt x="1132079" y="4255213"/>
                  </a:lnTo>
                  <a:lnTo>
                    <a:pt x="1132079" y="4249934"/>
                  </a:lnTo>
                  <a:lnTo>
                    <a:pt x="1132173" y="4249934"/>
                  </a:lnTo>
                  <a:lnTo>
                    <a:pt x="1132267" y="4249934"/>
                  </a:lnTo>
                  <a:lnTo>
                    <a:pt x="1132267" y="4244654"/>
                  </a:lnTo>
                  <a:lnTo>
                    <a:pt x="1132361" y="4244654"/>
                  </a:lnTo>
                  <a:lnTo>
                    <a:pt x="1132455" y="4244654"/>
                  </a:lnTo>
                  <a:lnTo>
                    <a:pt x="1132549" y="4244654"/>
                  </a:lnTo>
                  <a:lnTo>
                    <a:pt x="1132643" y="4244654"/>
                  </a:lnTo>
                  <a:lnTo>
                    <a:pt x="1132737" y="4244654"/>
                  </a:lnTo>
                  <a:lnTo>
                    <a:pt x="1132831" y="4244654"/>
                  </a:lnTo>
                  <a:lnTo>
                    <a:pt x="1132925" y="4244654"/>
                  </a:lnTo>
                  <a:lnTo>
                    <a:pt x="1133019" y="4244654"/>
                  </a:lnTo>
                  <a:lnTo>
                    <a:pt x="1133113" y="4244654"/>
                  </a:lnTo>
                  <a:lnTo>
                    <a:pt x="1133207" y="4244654"/>
                  </a:lnTo>
                  <a:lnTo>
                    <a:pt x="1133301" y="4244654"/>
                  </a:lnTo>
                  <a:lnTo>
                    <a:pt x="1133395" y="4244654"/>
                  </a:lnTo>
                  <a:lnTo>
                    <a:pt x="1133489" y="4244654"/>
                  </a:lnTo>
                  <a:lnTo>
                    <a:pt x="1133583" y="4244654"/>
                  </a:lnTo>
                  <a:lnTo>
                    <a:pt x="1133677" y="4244654"/>
                  </a:lnTo>
                  <a:lnTo>
                    <a:pt x="1133771" y="4244654"/>
                  </a:lnTo>
                  <a:lnTo>
                    <a:pt x="1133865" y="4244654"/>
                  </a:lnTo>
                  <a:lnTo>
                    <a:pt x="1133959" y="4244654"/>
                  </a:lnTo>
                  <a:lnTo>
                    <a:pt x="1134053" y="4244654"/>
                  </a:lnTo>
                  <a:lnTo>
                    <a:pt x="1134148" y="4244654"/>
                  </a:lnTo>
                  <a:lnTo>
                    <a:pt x="1134242" y="4244654"/>
                  </a:lnTo>
                  <a:lnTo>
                    <a:pt x="1134336" y="4244654"/>
                  </a:lnTo>
                  <a:lnTo>
                    <a:pt x="1134430" y="4244654"/>
                  </a:lnTo>
                  <a:lnTo>
                    <a:pt x="1134524" y="4244654"/>
                  </a:lnTo>
                  <a:lnTo>
                    <a:pt x="1134618" y="4244654"/>
                  </a:lnTo>
                  <a:lnTo>
                    <a:pt x="1134712" y="4244654"/>
                  </a:lnTo>
                  <a:lnTo>
                    <a:pt x="1134806" y="4244654"/>
                  </a:lnTo>
                  <a:lnTo>
                    <a:pt x="1134900" y="4244654"/>
                  </a:lnTo>
                  <a:lnTo>
                    <a:pt x="1134994" y="4244654"/>
                  </a:lnTo>
                  <a:lnTo>
                    <a:pt x="1135088" y="4244654"/>
                  </a:lnTo>
                  <a:lnTo>
                    <a:pt x="1135182" y="4244654"/>
                  </a:lnTo>
                  <a:lnTo>
                    <a:pt x="1135276" y="4244654"/>
                  </a:lnTo>
                  <a:lnTo>
                    <a:pt x="1135370" y="4244654"/>
                  </a:lnTo>
                  <a:lnTo>
                    <a:pt x="1135464" y="4244654"/>
                  </a:lnTo>
                  <a:lnTo>
                    <a:pt x="1135464" y="4239375"/>
                  </a:lnTo>
                  <a:lnTo>
                    <a:pt x="1135558" y="4239375"/>
                  </a:lnTo>
                  <a:lnTo>
                    <a:pt x="1135652" y="4239375"/>
                  </a:lnTo>
                  <a:lnTo>
                    <a:pt x="1135746" y="4239375"/>
                  </a:lnTo>
                  <a:lnTo>
                    <a:pt x="1135840" y="4239375"/>
                  </a:lnTo>
                  <a:lnTo>
                    <a:pt x="1135934" y="4239375"/>
                  </a:lnTo>
                  <a:lnTo>
                    <a:pt x="1136028" y="4239375"/>
                  </a:lnTo>
                  <a:lnTo>
                    <a:pt x="1136122" y="4239375"/>
                  </a:lnTo>
                  <a:lnTo>
                    <a:pt x="1136216" y="4239375"/>
                  </a:lnTo>
                  <a:lnTo>
                    <a:pt x="1136310" y="4239375"/>
                  </a:lnTo>
                  <a:lnTo>
                    <a:pt x="1136404" y="4239375"/>
                  </a:lnTo>
                  <a:lnTo>
                    <a:pt x="1136498" y="4239375"/>
                  </a:lnTo>
                  <a:lnTo>
                    <a:pt x="1136592" y="4239375"/>
                  </a:lnTo>
                  <a:lnTo>
                    <a:pt x="1136686" y="4239375"/>
                  </a:lnTo>
                  <a:lnTo>
                    <a:pt x="1136780" y="4239375"/>
                  </a:lnTo>
                  <a:lnTo>
                    <a:pt x="1136874" y="4239375"/>
                  </a:lnTo>
                  <a:lnTo>
                    <a:pt x="1136968" y="4239375"/>
                  </a:lnTo>
                  <a:lnTo>
                    <a:pt x="1137062" y="4239375"/>
                  </a:lnTo>
                  <a:lnTo>
                    <a:pt x="1137062" y="4234095"/>
                  </a:lnTo>
                  <a:lnTo>
                    <a:pt x="1137156" y="4234095"/>
                  </a:lnTo>
                  <a:lnTo>
                    <a:pt x="1137250" y="4234095"/>
                  </a:lnTo>
                  <a:lnTo>
                    <a:pt x="1137344" y="4234095"/>
                  </a:lnTo>
                  <a:lnTo>
                    <a:pt x="1137438" y="4234095"/>
                  </a:lnTo>
                  <a:lnTo>
                    <a:pt x="1137532" y="4234095"/>
                  </a:lnTo>
                  <a:lnTo>
                    <a:pt x="1137626" y="4234095"/>
                  </a:lnTo>
                  <a:lnTo>
                    <a:pt x="1137721" y="4234095"/>
                  </a:lnTo>
                  <a:lnTo>
                    <a:pt x="1137815" y="4234095"/>
                  </a:lnTo>
                  <a:lnTo>
                    <a:pt x="1137909" y="4234095"/>
                  </a:lnTo>
                  <a:lnTo>
                    <a:pt x="1138003" y="4234095"/>
                  </a:lnTo>
                  <a:lnTo>
                    <a:pt x="1138097" y="4234095"/>
                  </a:lnTo>
                  <a:lnTo>
                    <a:pt x="1138191" y="4234095"/>
                  </a:lnTo>
                  <a:lnTo>
                    <a:pt x="1138285" y="4234095"/>
                  </a:lnTo>
                  <a:lnTo>
                    <a:pt x="1138379" y="4234095"/>
                  </a:lnTo>
                  <a:lnTo>
                    <a:pt x="1138473" y="4234095"/>
                  </a:lnTo>
                  <a:lnTo>
                    <a:pt x="1138567" y="4234095"/>
                  </a:lnTo>
                  <a:lnTo>
                    <a:pt x="1138661" y="4234095"/>
                  </a:lnTo>
                  <a:lnTo>
                    <a:pt x="1138755" y="4234095"/>
                  </a:lnTo>
                  <a:lnTo>
                    <a:pt x="1138849" y="4234095"/>
                  </a:lnTo>
                  <a:lnTo>
                    <a:pt x="1138943" y="4234095"/>
                  </a:lnTo>
                  <a:lnTo>
                    <a:pt x="1139037" y="4234095"/>
                  </a:lnTo>
                  <a:lnTo>
                    <a:pt x="1139131" y="4234095"/>
                  </a:lnTo>
                  <a:lnTo>
                    <a:pt x="1139225" y="4234095"/>
                  </a:lnTo>
                  <a:lnTo>
                    <a:pt x="1139319" y="4234095"/>
                  </a:lnTo>
                  <a:lnTo>
                    <a:pt x="1139413" y="4234095"/>
                  </a:lnTo>
                  <a:lnTo>
                    <a:pt x="1139507" y="4234095"/>
                  </a:lnTo>
                  <a:lnTo>
                    <a:pt x="1139601" y="4234095"/>
                  </a:lnTo>
                  <a:lnTo>
                    <a:pt x="1139695" y="4234095"/>
                  </a:lnTo>
                  <a:lnTo>
                    <a:pt x="1139789" y="4234095"/>
                  </a:lnTo>
                  <a:lnTo>
                    <a:pt x="1139789" y="4228816"/>
                  </a:lnTo>
                  <a:lnTo>
                    <a:pt x="1139883" y="4228816"/>
                  </a:lnTo>
                  <a:lnTo>
                    <a:pt x="1139977" y="4228816"/>
                  </a:lnTo>
                  <a:lnTo>
                    <a:pt x="1140071" y="4228816"/>
                  </a:lnTo>
                  <a:lnTo>
                    <a:pt x="1140165" y="4228816"/>
                  </a:lnTo>
                  <a:lnTo>
                    <a:pt x="1140259" y="4228816"/>
                  </a:lnTo>
                  <a:lnTo>
                    <a:pt x="1140353" y="4228816"/>
                  </a:lnTo>
                  <a:lnTo>
                    <a:pt x="1140447" y="4228816"/>
                  </a:lnTo>
                  <a:lnTo>
                    <a:pt x="1140541" y="4228816"/>
                  </a:lnTo>
                  <a:lnTo>
                    <a:pt x="1140635" y="4228816"/>
                  </a:lnTo>
                  <a:lnTo>
                    <a:pt x="1140729" y="4228816"/>
                  </a:lnTo>
                  <a:lnTo>
                    <a:pt x="1140823" y="4228816"/>
                  </a:lnTo>
                  <a:lnTo>
                    <a:pt x="1140917" y="4228816"/>
                  </a:lnTo>
                  <a:lnTo>
                    <a:pt x="1141011" y="4228816"/>
                  </a:lnTo>
                  <a:lnTo>
                    <a:pt x="1141105" y="4228816"/>
                  </a:lnTo>
                  <a:lnTo>
                    <a:pt x="1141199" y="4228816"/>
                  </a:lnTo>
                  <a:lnTo>
                    <a:pt x="1141294" y="4228816"/>
                  </a:lnTo>
                  <a:lnTo>
                    <a:pt x="1141388" y="4228816"/>
                  </a:lnTo>
                  <a:lnTo>
                    <a:pt x="1141482" y="4228816"/>
                  </a:lnTo>
                  <a:lnTo>
                    <a:pt x="1141576" y="4228816"/>
                  </a:lnTo>
                  <a:lnTo>
                    <a:pt x="1141670" y="4228816"/>
                  </a:lnTo>
                  <a:lnTo>
                    <a:pt x="1141764" y="4228816"/>
                  </a:lnTo>
                  <a:lnTo>
                    <a:pt x="1141858" y="4228816"/>
                  </a:lnTo>
                  <a:lnTo>
                    <a:pt x="1141952" y="4228816"/>
                  </a:lnTo>
                  <a:lnTo>
                    <a:pt x="1142046" y="4228816"/>
                  </a:lnTo>
                  <a:lnTo>
                    <a:pt x="1142140" y="4228816"/>
                  </a:lnTo>
                  <a:lnTo>
                    <a:pt x="1142234" y="4228816"/>
                  </a:lnTo>
                  <a:lnTo>
                    <a:pt x="1142328" y="4228816"/>
                  </a:lnTo>
                  <a:lnTo>
                    <a:pt x="1142328" y="4223537"/>
                  </a:lnTo>
                  <a:lnTo>
                    <a:pt x="1142422" y="4223537"/>
                  </a:lnTo>
                  <a:lnTo>
                    <a:pt x="1142516" y="4223537"/>
                  </a:lnTo>
                  <a:lnTo>
                    <a:pt x="1142610" y="4223537"/>
                  </a:lnTo>
                  <a:lnTo>
                    <a:pt x="1142704" y="4223537"/>
                  </a:lnTo>
                  <a:lnTo>
                    <a:pt x="1142798" y="4223537"/>
                  </a:lnTo>
                  <a:lnTo>
                    <a:pt x="1142892" y="4223537"/>
                  </a:lnTo>
                  <a:lnTo>
                    <a:pt x="1142892" y="4218257"/>
                  </a:lnTo>
                  <a:lnTo>
                    <a:pt x="1142986" y="4218257"/>
                  </a:lnTo>
                  <a:lnTo>
                    <a:pt x="1143080" y="4218257"/>
                  </a:lnTo>
                  <a:lnTo>
                    <a:pt x="1143174" y="4218257"/>
                  </a:lnTo>
                  <a:lnTo>
                    <a:pt x="1143268" y="4218257"/>
                  </a:lnTo>
                  <a:lnTo>
                    <a:pt x="1143362" y="4218257"/>
                  </a:lnTo>
                  <a:lnTo>
                    <a:pt x="1143456" y="4218257"/>
                  </a:lnTo>
                  <a:lnTo>
                    <a:pt x="1143550" y="4218257"/>
                  </a:lnTo>
                  <a:lnTo>
                    <a:pt x="1143644" y="4218257"/>
                  </a:lnTo>
                  <a:lnTo>
                    <a:pt x="1143738" y="4218257"/>
                  </a:lnTo>
                  <a:lnTo>
                    <a:pt x="1143832" y="4218257"/>
                  </a:lnTo>
                  <a:lnTo>
                    <a:pt x="1143926" y="4218257"/>
                  </a:lnTo>
                  <a:lnTo>
                    <a:pt x="1144020" y="4218257"/>
                  </a:lnTo>
                  <a:lnTo>
                    <a:pt x="1144114" y="4218257"/>
                  </a:lnTo>
                  <a:lnTo>
                    <a:pt x="1144208" y="4218257"/>
                  </a:lnTo>
                  <a:lnTo>
                    <a:pt x="1144302" y="4218257"/>
                  </a:lnTo>
                  <a:lnTo>
                    <a:pt x="1144396" y="4218257"/>
                  </a:lnTo>
                  <a:lnTo>
                    <a:pt x="1144490" y="4218257"/>
                  </a:lnTo>
                  <a:lnTo>
                    <a:pt x="1144584" y="4218257"/>
                  </a:lnTo>
                  <a:lnTo>
                    <a:pt x="1144678" y="4218257"/>
                  </a:lnTo>
                  <a:lnTo>
                    <a:pt x="1144773" y="4218257"/>
                  </a:lnTo>
                  <a:lnTo>
                    <a:pt x="1144867" y="4218257"/>
                  </a:lnTo>
                  <a:lnTo>
                    <a:pt x="1144961" y="4218257"/>
                  </a:lnTo>
                  <a:lnTo>
                    <a:pt x="1145055" y="4218257"/>
                  </a:lnTo>
                  <a:lnTo>
                    <a:pt x="1145149" y="4218257"/>
                  </a:lnTo>
                  <a:lnTo>
                    <a:pt x="1145243" y="4218257"/>
                  </a:lnTo>
                  <a:lnTo>
                    <a:pt x="1145337" y="4218257"/>
                  </a:lnTo>
                  <a:lnTo>
                    <a:pt x="1145431" y="4218257"/>
                  </a:lnTo>
                  <a:lnTo>
                    <a:pt x="1145525" y="4218257"/>
                  </a:lnTo>
                  <a:lnTo>
                    <a:pt x="1145619" y="4218257"/>
                  </a:lnTo>
                  <a:lnTo>
                    <a:pt x="1145713" y="4218257"/>
                  </a:lnTo>
                  <a:lnTo>
                    <a:pt x="1145807" y="4218257"/>
                  </a:lnTo>
                  <a:lnTo>
                    <a:pt x="1145901" y="4218257"/>
                  </a:lnTo>
                  <a:lnTo>
                    <a:pt x="1145995" y="4218257"/>
                  </a:lnTo>
                  <a:lnTo>
                    <a:pt x="1146089" y="4218257"/>
                  </a:lnTo>
                  <a:lnTo>
                    <a:pt x="1146183" y="4218257"/>
                  </a:lnTo>
                  <a:lnTo>
                    <a:pt x="1146277" y="4218257"/>
                  </a:lnTo>
                  <a:lnTo>
                    <a:pt x="1146371" y="4218257"/>
                  </a:lnTo>
                  <a:lnTo>
                    <a:pt x="1146465" y="4218257"/>
                  </a:lnTo>
                  <a:lnTo>
                    <a:pt x="1146559" y="4218257"/>
                  </a:lnTo>
                  <a:lnTo>
                    <a:pt x="1146653" y="4218257"/>
                  </a:lnTo>
                  <a:lnTo>
                    <a:pt x="1146653" y="4212978"/>
                  </a:lnTo>
                  <a:lnTo>
                    <a:pt x="1146747" y="4212978"/>
                  </a:lnTo>
                  <a:lnTo>
                    <a:pt x="1146841" y="4212978"/>
                  </a:lnTo>
                  <a:lnTo>
                    <a:pt x="1146935" y="4212978"/>
                  </a:lnTo>
                  <a:lnTo>
                    <a:pt x="1147029" y="4212978"/>
                  </a:lnTo>
                  <a:lnTo>
                    <a:pt x="1147123" y="4212978"/>
                  </a:lnTo>
                  <a:lnTo>
                    <a:pt x="1147217" y="4212978"/>
                  </a:lnTo>
                  <a:lnTo>
                    <a:pt x="1147311" y="4212978"/>
                  </a:lnTo>
                  <a:lnTo>
                    <a:pt x="1147405" y="4212978"/>
                  </a:lnTo>
                  <a:lnTo>
                    <a:pt x="1147499" y="4212978"/>
                  </a:lnTo>
                  <a:lnTo>
                    <a:pt x="1147593" y="4212978"/>
                  </a:lnTo>
                  <a:lnTo>
                    <a:pt x="1147687" y="4212978"/>
                  </a:lnTo>
                  <a:lnTo>
                    <a:pt x="1147781" y="4212978"/>
                  </a:lnTo>
                  <a:lnTo>
                    <a:pt x="1147875" y="4212978"/>
                  </a:lnTo>
                  <a:lnTo>
                    <a:pt x="1147969" y="4212978"/>
                  </a:lnTo>
                  <a:lnTo>
                    <a:pt x="1148063" y="4212978"/>
                  </a:lnTo>
                  <a:lnTo>
                    <a:pt x="1148157" y="4212978"/>
                  </a:lnTo>
                  <a:lnTo>
                    <a:pt x="1148251" y="4212978"/>
                  </a:lnTo>
                  <a:lnTo>
                    <a:pt x="1148346" y="4212978"/>
                  </a:lnTo>
                  <a:lnTo>
                    <a:pt x="1148440" y="4212978"/>
                  </a:lnTo>
                  <a:lnTo>
                    <a:pt x="1148534" y="4212978"/>
                  </a:lnTo>
                  <a:lnTo>
                    <a:pt x="1148628" y="4212978"/>
                  </a:lnTo>
                  <a:lnTo>
                    <a:pt x="1148722" y="4212978"/>
                  </a:lnTo>
                  <a:lnTo>
                    <a:pt x="1148816" y="4212978"/>
                  </a:lnTo>
                  <a:lnTo>
                    <a:pt x="1148910" y="4212978"/>
                  </a:lnTo>
                  <a:lnTo>
                    <a:pt x="1149004" y="4212978"/>
                  </a:lnTo>
                  <a:lnTo>
                    <a:pt x="1149098" y="4212978"/>
                  </a:lnTo>
                  <a:lnTo>
                    <a:pt x="1149192" y="4212978"/>
                  </a:lnTo>
                  <a:lnTo>
                    <a:pt x="1149286" y="4212978"/>
                  </a:lnTo>
                  <a:lnTo>
                    <a:pt x="1149380" y="4212978"/>
                  </a:lnTo>
                  <a:lnTo>
                    <a:pt x="1149474" y="4212978"/>
                  </a:lnTo>
                  <a:lnTo>
                    <a:pt x="1149474" y="4207698"/>
                  </a:lnTo>
                  <a:lnTo>
                    <a:pt x="1149568" y="4207698"/>
                  </a:lnTo>
                  <a:lnTo>
                    <a:pt x="1149662" y="4207698"/>
                  </a:lnTo>
                  <a:lnTo>
                    <a:pt x="1149756" y="4207698"/>
                  </a:lnTo>
                  <a:lnTo>
                    <a:pt x="1149850" y="4207698"/>
                  </a:lnTo>
                  <a:lnTo>
                    <a:pt x="1149944" y="4207698"/>
                  </a:lnTo>
                  <a:lnTo>
                    <a:pt x="1150038" y="4207698"/>
                  </a:lnTo>
                  <a:lnTo>
                    <a:pt x="1150132" y="4207698"/>
                  </a:lnTo>
                  <a:lnTo>
                    <a:pt x="1150226" y="4207698"/>
                  </a:lnTo>
                  <a:lnTo>
                    <a:pt x="1150320" y="4207698"/>
                  </a:lnTo>
                  <a:lnTo>
                    <a:pt x="1150414" y="4207698"/>
                  </a:lnTo>
                  <a:lnTo>
                    <a:pt x="1150508" y="4207698"/>
                  </a:lnTo>
                  <a:lnTo>
                    <a:pt x="1150602" y="4207698"/>
                  </a:lnTo>
                  <a:lnTo>
                    <a:pt x="1150696" y="4207698"/>
                  </a:lnTo>
                  <a:lnTo>
                    <a:pt x="1150790" y="4207698"/>
                  </a:lnTo>
                  <a:lnTo>
                    <a:pt x="1150884" y="4207698"/>
                  </a:lnTo>
                  <a:lnTo>
                    <a:pt x="1150978" y="4207698"/>
                  </a:lnTo>
                  <a:lnTo>
                    <a:pt x="1151072" y="4207698"/>
                  </a:lnTo>
                  <a:lnTo>
                    <a:pt x="1151166" y="4207698"/>
                  </a:lnTo>
                  <a:lnTo>
                    <a:pt x="1151260" y="4207698"/>
                  </a:lnTo>
                  <a:lnTo>
                    <a:pt x="1151354" y="4207698"/>
                  </a:lnTo>
                  <a:lnTo>
                    <a:pt x="1151448" y="4207698"/>
                  </a:lnTo>
                  <a:lnTo>
                    <a:pt x="1151542" y="4207698"/>
                  </a:lnTo>
                  <a:lnTo>
                    <a:pt x="1151542" y="4202419"/>
                  </a:lnTo>
                  <a:lnTo>
                    <a:pt x="1151636" y="4202419"/>
                  </a:lnTo>
                  <a:lnTo>
                    <a:pt x="1151730" y="4202419"/>
                  </a:lnTo>
                  <a:lnTo>
                    <a:pt x="1151824" y="4202419"/>
                  </a:lnTo>
                  <a:lnTo>
                    <a:pt x="1151919" y="4202419"/>
                  </a:lnTo>
                  <a:lnTo>
                    <a:pt x="1152013" y="4202419"/>
                  </a:lnTo>
                  <a:lnTo>
                    <a:pt x="1152107" y="4202419"/>
                  </a:lnTo>
                  <a:lnTo>
                    <a:pt x="1152201" y="4202419"/>
                  </a:lnTo>
                  <a:lnTo>
                    <a:pt x="1152295" y="4202419"/>
                  </a:lnTo>
                  <a:lnTo>
                    <a:pt x="1152389" y="4202419"/>
                  </a:lnTo>
                  <a:lnTo>
                    <a:pt x="1152483" y="4202419"/>
                  </a:lnTo>
                  <a:lnTo>
                    <a:pt x="1152577" y="4202419"/>
                  </a:lnTo>
                  <a:lnTo>
                    <a:pt x="1152671" y="4202419"/>
                  </a:lnTo>
                  <a:lnTo>
                    <a:pt x="1152765" y="4202419"/>
                  </a:lnTo>
                  <a:lnTo>
                    <a:pt x="1152859" y="4202419"/>
                  </a:lnTo>
                  <a:lnTo>
                    <a:pt x="1152953" y="4202419"/>
                  </a:lnTo>
                  <a:lnTo>
                    <a:pt x="1153047" y="4202419"/>
                  </a:lnTo>
                  <a:lnTo>
                    <a:pt x="1153141" y="4202419"/>
                  </a:lnTo>
                  <a:lnTo>
                    <a:pt x="1153235" y="4202419"/>
                  </a:lnTo>
                  <a:lnTo>
                    <a:pt x="1153329" y="4202419"/>
                  </a:lnTo>
                  <a:lnTo>
                    <a:pt x="1153423" y="4202419"/>
                  </a:lnTo>
                  <a:lnTo>
                    <a:pt x="1153423" y="4197139"/>
                  </a:lnTo>
                  <a:lnTo>
                    <a:pt x="1153517" y="4197139"/>
                  </a:lnTo>
                  <a:lnTo>
                    <a:pt x="1153611" y="4197139"/>
                  </a:lnTo>
                  <a:lnTo>
                    <a:pt x="1153611" y="4191860"/>
                  </a:lnTo>
                  <a:lnTo>
                    <a:pt x="1153705" y="4191860"/>
                  </a:lnTo>
                  <a:lnTo>
                    <a:pt x="1153799" y="4191860"/>
                  </a:lnTo>
                  <a:lnTo>
                    <a:pt x="1153893" y="4191860"/>
                  </a:lnTo>
                  <a:lnTo>
                    <a:pt x="1153987" y="4191860"/>
                  </a:lnTo>
                  <a:lnTo>
                    <a:pt x="1154081" y="4191860"/>
                  </a:lnTo>
                  <a:lnTo>
                    <a:pt x="1154175" y="4191860"/>
                  </a:lnTo>
                  <a:lnTo>
                    <a:pt x="1154269" y="4191860"/>
                  </a:lnTo>
                  <a:lnTo>
                    <a:pt x="1154363" y="4191860"/>
                  </a:lnTo>
                  <a:lnTo>
                    <a:pt x="1154457" y="4191860"/>
                  </a:lnTo>
                  <a:lnTo>
                    <a:pt x="1154551" y="4191860"/>
                  </a:lnTo>
                  <a:lnTo>
                    <a:pt x="1154645" y="4191860"/>
                  </a:lnTo>
                  <a:lnTo>
                    <a:pt x="1154739" y="4191860"/>
                  </a:lnTo>
                  <a:lnTo>
                    <a:pt x="1154833" y="4191860"/>
                  </a:lnTo>
                  <a:lnTo>
                    <a:pt x="1154927" y="4191860"/>
                  </a:lnTo>
                  <a:lnTo>
                    <a:pt x="1154927" y="4186581"/>
                  </a:lnTo>
                  <a:lnTo>
                    <a:pt x="1155021" y="4186581"/>
                  </a:lnTo>
                  <a:lnTo>
                    <a:pt x="1155115" y="4186581"/>
                  </a:lnTo>
                  <a:lnTo>
                    <a:pt x="1155209" y="4186581"/>
                  </a:lnTo>
                  <a:lnTo>
                    <a:pt x="1155303" y="4186581"/>
                  </a:lnTo>
                  <a:lnTo>
                    <a:pt x="1155397" y="4186581"/>
                  </a:lnTo>
                  <a:lnTo>
                    <a:pt x="1155492" y="4186581"/>
                  </a:lnTo>
                  <a:lnTo>
                    <a:pt x="1155586" y="4186581"/>
                  </a:lnTo>
                  <a:lnTo>
                    <a:pt x="1155680" y="4186581"/>
                  </a:lnTo>
                  <a:lnTo>
                    <a:pt x="1155774" y="4186581"/>
                  </a:lnTo>
                  <a:lnTo>
                    <a:pt x="1155868" y="4186581"/>
                  </a:lnTo>
                  <a:lnTo>
                    <a:pt x="1155962" y="4186581"/>
                  </a:lnTo>
                  <a:lnTo>
                    <a:pt x="1156056" y="4186581"/>
                  </a:lnTo>
                  <a:lnTo>
                    <a:pt x="1156150" y="4186581"/>
                  </a:lnTo>
                  <a:lnTo>
                    <a:pt x="1156244" y="4186581"/>
                  </a:lnTo>
                  <a:lnTo>
                    <a:pt x="1156338" y="4186581"/>
                  </a:lnTo>
                  <a:lnTo>
                    <a:pt x="1156432" y="4186581"/>
                  </a:lnTo>
                  <a:lnTo>
                    <a:pt x="1156526" y="4186581"/>
                  </a:lnTo>
                  <a:lnTo>
                    <a:pt x="1156620" y="4186581"/>
                  </a:lnTo>
                  <a:lnTo>
                    <a:pt x="1156714" y="4186581"/>
                  </a:lnTo>
                  <a:lnTo>
                    <a:pt x="1156808" y="4186581"/>
                  </a:lnTo>
                  <a:lnTo>
                    <a:pt x="1156902" y="4186581"/>
                  </a:lnTo>
                  <a:lnTo>
                    <a:pt x="1156996" y="4186581"/>
                  </a:lnTo>
                  <a:lnTo>
                    <a:pt x="1157090" y="4186581"/>
                  </a:lnTo>
                  <a:lnTo>
                    <a:pt x="1157090" y="4181301"/>
                  </a:lnTo>
                  <a:lnTo>
                    <a:pt x="1157184" y="4181301"/>
                  </a:lnTo>
                  <a:lnTo>
                    <a:pt x="1157278" y="4181301"/>
                  </a:lnTo>
                  <a:lnTo>
                    <a:pt x="1157372" y="4181301"/>
                  </a:lnTo>
                  <a:lnTo>
                    <a:pt x="1157466" y="4181301"/>
                  </a:lnTo>
                  <a:lnTo>
                    <a:pt x="1157560" y="4181301"/>
                  </a:lnTo>
                  <a:lnTo>
                    <a:pt x="1157654" y="4181301"/>
                  </a:lnTo>
                  <a:lnTo>
                    <a:pt x="1157748" y="4181301"/>
                  </a:lnTo>
                  <a:lnTo>
                    <a:pt x="1157842" y="4181301"/>
                  </a:lnTo>
                  <a:lnTo>
                    <a:pt x="1157936" y="4181301"/>
                  </a:lnTo>
                  <a:lnTo>
                    <a:pt x="1158030" y="4181301"/>
                  </a:lnTo>
                  <a:lnTo>
                    <a:pt x="1158124" y="4181301"/>
                  </a:lnTo>
                  <a:lnTo>
                    <a:pt x="1158218" y="4181301"/>
                  </a:lnTo>
                  <a:lnTo>
                    <a:pt x="1158312" y="4181301"/>
                  </a:lnTo>
                  <a:lnTo>
                    <a:pt x="1158406" y="4181301"/>
                  </a:lnTo>
                  <a:lnTo>
                    <a:pt x="1158500" y="4181301"/>
                  </a:lnTo>
                  <a:lnTo>
                    <a:pt x="1158594" y="4181301"/>
                  </a:lnTo>
                  <a:lnTo>
                    <a:pt x="1158688" y="4181301"/>
                  </a:lnTo>
                  <a:lnTo>
                    <a:pt x="1158782" y="4181301"/>
                  </a:lnTo>
                  <a:lnTo>
                    <a:pt x="1158876" y="4181301"/>
                  </a:lnTo>
                  <a:lnTo>
                    <a:pt x="1158971" y="4181301"/>
                  </a:lnTo>
                  <a:lnTo>
                    <a:pt x="1159065" y="4181301"/>
                  </a:lnTo>
                  <a:lnTo>
                    <a:pt x="1159159" y="4181301"/>
                  </a:lnTo>
                  <a:lnTo>
                    <a:pt x="1159253" y="4181301"/>
                  </a:lnTo>
                  <a:lnTo>
                    <a:pt x="1159347" y="4181301"/>
                  </a:lnTo>
                  <a:lnTo>
                    <a:pt x="1159347" y="4176022"/>
                  </a:lnTo>
                  <a:lnTo>
                    <a:pt x="1159441" y="4176022"/>
                  </a:lnTo>
                  <a:lnTo>
                    <a:pt x="1159535" y="4176022"/>
                  </a:lnTo>
                  <a:lnTo>
                    <a:pt x="1159629" y="4176022"/>
                  </a:lnTo>
                  <a:lnTo>
                    <a:pt x="1159723" y="4176022"/>
                  </a:lnTo>
                  <a:lnTo>
                    <a:pt x="1159817" y="4176022"/>
                  </a:lnTo>
                  <a:lnTo>
                    <a:pt x="1159911" y="4176022"/>
                  </a:lnTo>
                  <a:lnTo>
                    <a:pt x="1160005" y="4176022"/>
                  </a:lnTo>
                  <a:lnTo>
                    <a:pt x="1160099" y="4176022"/>
                  </a:lnTo>
                  <a:lnTo>
                    <a:pt x="1160193" y="4176022"/>
                  </a:lnTo>
                  <a:lnTo>
                    <a:pt x="1160287" y="4176022"/>
                  </a:lnTo>
                  <a:lnTo>
                    <a:pt x="1160381" y="4176022"/>
                  </a:lnTo>
                  <a:lnTo>
                    <a:pt x="1160475" y="4176022"/>
                  </a:lnTo>
                  <a:lnTo>
                    <a:pt x="1160569" y="4176022"/>
                  </a:lnTo>
                  <a:lnTo>
                    <a:pt x="1160663" y="4176022"/>
                  </a:lnTo>
                  <a:lnTo>
                    <a:pt x="1160757" y="4176022"/>
                  </a:lnTo>
                  <a:lnTo>
                    <a:pt x="1160851" y="4176022"/>
                  </a:lnTo>
                  <a:lnTo>
                    <a:pt x="1160945" y="4176022"/>
                  </a:lnTo>
                  <a:lnTo>
                    <a:pt x="1161039" y="4176022"/>
                  </a:lnTo>
                  <a:lnTo>
                    <a:pt x="1161133" y="4176022"/>
                  </a:lnTo>
                  <a:lnTo>
                    <a:pt x="1161227" y="4176022"/>
                  </a:lnTo>
                  <a:lnTo>
                    <a:pt x="1161321" y="4176022"/>
                  </a:lnTo>
                  <a:lnTo>
                    <a:pt x="1161415" y="4176022"/>
                  </a:lnTo>
                  <a:lnTo>
                    <a:pt x="1161509" y="4176022"/>
                  </a:lnTo>
                  <a:lnTo>
                    <a:pt x="1161603" y="4176022"/>
                  </a:lnTo>
                  <a:lnTo>
                    <a:pt x="1161697" y="4176022"/>
                  </a:lnTo>
                  <a:lnTo>
                    <a:pt x="1161791" y="4176022"/>
                  </a:lnTo>
                  <a:lnTo>
                    <a:pt x="1161885" y="4176022"/>
                  </a:lnTo>
                  <a:lnTo>
                    <a:pt x="1161979" y="4176022"/>
                  </a:lnTo>
                  <a:lnTo>
                    <a:pt x="1162073" y="4176022"/>
                  </a:lnTo>
                  <a:lnTo>
                    <a:pt x="1162167" y="4176022"/>
                  </a:lnTo>
                  <a:lnTo>
                    <a:pt x="1162261" y="4176022"/>
                  </a:lnTo>
                  <a:lnTo>
                    <a:pt x="1162355" y="4176022"/>
                  </a:lnTo>
                  <a:lnTo>
                    <a:pt x="1162449" y="4176022"/>
                  </a:lnTo>
                  <a:lnTo>
                    <a:pt x="1162544" y="4176022"/>
                  </a:lnTo>
                  <a:lnTo>
                    <a:pt x="1162638" y="4176022"/>
                  </a:lnTo>
                  <a:lnTo>
                    <a:pt x="1162732" y="4176022"/>
                  </a:lnTo>
                  <a:lnTo>
                    <a:pt x="1162826" y="4176022"/>
                  </a:lnTo>
                  <a:lnTo>
                    <a:pt x="1162920" y="4176022"/>
                  </a:lnTo>
                  <a:lnTo>
                    <a:pt x="1163014" y="4176022"/>
                  </a:lnTo>
                  <a:lnTo>
                    <a:pt x="1163108" y="4176022"/>
                  </a:lnTo>
                  <a:lnTo>
                    <a:pt x="1163202" y="4176022"/>
                  </a:lnTo>
                  <a:lnTo>
                    <a:pt x="1163296" y="4176022"/>
                  </a:lnTo>
                  <a:lnTo>
                    <a:pt x="1163390" y="4176022"/>
                  </a:lnTo>
                  <a:lnTo>
                    <a:pt x="1163484" y="4176022"/>
                  </a:lnTo>
                  <a:lnTo>
                    <a:pt x="1163578" y="4176022"/>
                  </a:lnTo>
                  <a:lnTo>
                    <a:pt x="1163672" y="4176022"/>
                  </a:lnTo>
                  <a:lnTo>
                    <a:pt x="1163766" y="4176022"/>
                  </a:lnTo>
                  <a:lnTo>
                    <a:pt x="1163860" y="4176022"/>
                  </a:lnTo>
                  <a:lnTo>
                    <a:pt x="1163954" y="4176022"/>
                  </a:lnTo>
                  <a:lnTo>
                    <a:pt x="1164048" y="4176022"/>
                  </a:lnTo>
                  <a:lnTo>
                    <a:pt x="1164142" y="4176022"/>
                  </a:lnTo>
                  <a:lnTo>
                    <a:pt x="1164236" y="4176022"/>
                  </a:lnTo>
                  <a:lnTo>
                    <a:pt x="1164330" y="4176022"/>
                  </a:lnTo>
                  <a:lnTo>
                    <a:pt x="1164424" y="4176022"/>
                  </a:lnTo>
                  <a:lnTo>
                    <a:pt x="1164518" y="4176022"/>
                  </a:lnTo>
                  <a:lnTo>
                    <a:pt x="1164612" y="4176022"/>
                  </a:lnTo>
                  <a:lnTo>
                    <a:pt x="1164706" y="4176022"/>
                  </a:lnTo>
                  <a:lnTo>
                    <a:pt x="1164800" y="4176022"/>
                  </a:lnTo>
                  <a:lnTo>
                    <a:pt x="1164894" y="4176022"/>
                  </a:lnTo>
                  <a:lnTo>
                    <a:pt x="1164988" y="4176022"/>
                  </a:lnTo>
                  <a:lnTo>
                    <a:pt x="1165082" y="4176022"/>
                  </a:lnTo>
                  <a:lnTo>
                    <a:pt x="1165176" y="4176022"/>
                  </a:lnTo>
                  <a:lnTo>
                    <a:pt x="1165270" y="4176022"/>
                  </a:lnTo>
                  <a:lnTo>
                    <a:pt x="1165364" y="4176022"/>
                  </a:lnTo>
                  <a:lnTo>
                    <a:pt x="1165458" y="4176022"/>
                  </a:lnTo>
                  <a:lnTo>
                    <a:pt x="1165552" y="4176022"/>
                  </a:lnTo>
                  <a:lnTo>
                    <a:pt x="1165646" y="4176022"/>
                  </a:lnTo>
                  <a:lnTo>
                    <a:pt x="1165740" y="4176022"/>
                  </a:lnTo>
                  <a:lnTo>
                    <a:pt x="1165834" y="4176022"/>
                  </a:lnTo>
                  <a:lnTo>
                    <a:pt x="1165928" y="4176022"/>
                  </a:lnTo>
                  <a:lnTo>
                    <a:pt x="1166022" y="4176022"/>
                  </a:lnTo>
                  <a:lnTo>
                    <a:pt x="1166117" y="4176022"/>
                  </a:lnTo>
                  <a:lnTo>
                    <a:pt x="1166211" y="4176022"/>
                  </a:lnTo>
                  <a:lnTo>
                    <a:pt x="1166305" y="4176022"/>
                  </a:lnTo>
                  <a:lnTo>
                    <a:pt x="1166399" y="4176022"/>
                  </a:lnTo>
                  <a:lnTo>
                    <a:pt x="1166493" y="4176022"/>
                  </a:lnTo>
                  <a:lnTo>
                    <a:pt x="1166587" y="4176022"/>
                  </a:lnTo>
                  <a:lnTo>
                    <a:pt x="1166681" y="4176022"/>
                  </a:lnTo>
                  <a:lnTo>
                    <a:pt x="1166775" y="4176022"/>
                  </a:lnTo>
                  <a:lnTo>
                    <a:pt x="1166869" y="4176022"/>
                  </a:lnTo>
                  <a:lnTo>
                    <a:pt x="1166963" y="4176022"/>
                  </a:lnTo>
                  <a:lnTo>
                    <a:pt x="1167057" y="4176022"/>
                  </a:lnTo>
                  <a:lnTo>
                    <a:pt x="1167151" y="4176022"/>
                  </a:lnTo>
                  <a:lnTo>
                    <a:pt x="1167245" y="4176022"/>
                  </a:lnTo>
                  <a:lnTo>
                    <a:pt x="1167339" y="4176022"/>
                  </a:lnTo>
                  <a:lnTo>
                    <a:pt x="1167433" y="4176022"/>
                  </a:lnTo>
                  <a:lnTo>
                    <a:pt x="1167527" y="4176022"/>
                  </a:lnTo>
                  <a:lnTo>
                    <a:pt x="1167621" y="4176022"/>
                  </a:lnTo>
                  <a:lnTo>
                    <a:pt x="1167715" y="4176022"/>
                  </a:lnTo>
                  <a:lnTo>
                    <a:pt x="1167809" y="4176022"/>
                  </a:lnTo>
                  <a:lnTo>
                    <a:pt x="1167903" y="4176022"/>
                  </a:lnTo>
                  <a:lnTo>
                    <a:pt x="1167997" y="4176022"/>
                  </a:lnTo>
                  <a:lnTo>
                    <a:pt x="1168091" y="4176022"/>
                  </a:lnTo>
                  <a:lnTo>
                    <a:pt x="1168185" y="4176022"/>
                  </a:lnTo>
                  <a:lnTo>
                    <a:pt x="1168279" y="4176022"/>
                  </a:lnTo>
                  <a:lnTo>
                    <a:pt x="1168373" y="4176022"/>
                  </a:lnTo>
                  <a:lnTo>
                    <a:pt x="1168467" y="4176022"/>
                  </a:lnTo>
                  <a:lnTo>
                    <a:pt x="1168561" y="4176022"/>
                  </a:lnTo>
                  <a:lnTo>
                    <a:pt x="1168655" y="4176022"/>
                  </a:lnTo>
                  <a:lnTo>
                    <a:pt x="1168749" y="4176022"/>
                  </a:lnTo>
                  <a:lnTo>
                    <a:pt x="1168843" y="4176022"/>
                  </a:lnTo>
                  <a:lnTo>
                    <a:pt x="1168937" y="4176022"/>
                  </a:lnTo>
                  <a:lnTo>
                    <a:pt x="1169031" y="4176022"/>
                  </a:lnTo>
                  <a:lnTo>
                    <a:pt x="1169125" y="4176022"/>
                  </a:lnTo>
                  <a:lnTo>
                    <a:pt x="1169219" y="4176022"/>
                  </a:lnTo>
                  <a:lnTo>
                    <a:pt x="1169313" y="4176022"/>
                  </a:lnTo>
                  <a:lnTo>
                    <a:pt x="1169407" y="4176022"/>
                  </a:lnTo>
                  <a:lnTo>
                    <a:pt x="1169501" y="4176022"/>
                  </a:lnTo>
                  <a:lnTo>
                    <a:pt x="1169596" y="4176022"/>
                  </a:lnTo>
                  <a:lnTo>
                    <a:pt x="1169690" y="4176022"/>
                  </a:lnTo>
                  <a:lnTo>
                    <a:pt x="1169784" y="4176022"/>
                  </a:lnTo>
                  <a:lnTo>
                    <a:pt x="1169878" y="4176022"/>
                  </a:lnTo>
                  <a:lnTo>
                    <a:pt x="1169972" y="4176022"/>
                  </a:lnTo>
                  <a:lnTo>
                    <a:pt x="1170066" y="4176022"/>
                  </a:lnTo>
                  <a:lnTo>
                    <a:pt x="1170160" y="4176022"/>
                  </a:lnTo>
                  <a:lnTo>
                    <a:pt x="1170254" y="4176022"/>
                  </a:lnTo>
                  <a:lnTo>
                    <a:pt x="1170348" y="4176022"/>
                  </a:lnTo>
                  <a:lnTo>
                    <a:pt x="1170442" y="4176022"/>
                  </a:lnTo>
                  <a:lnTo>
                    <a:pt x="1170536" y="4176022"/>
                  </a:lnTo>
                  <a:lnTo>
                    <a:pt x="1170630" y="4176022"/>
                  </a:lnTo>
                  <a:lnTo>
                    <a:pt x="1170724" y="4176022"/>
                  </a:lnTo>
                  <a:lnTo>
                    <a:pt x="1170818" y="4176022"/>
                  </a:lnTo>
                  <a:lnTo>
                    <a:pt x="1170912" y="4176022"/>
                  </a:lnTo>
                  <a:lnTo>
                    <a:pt x="1171006" y="4176022"/>
                  </a:lnTo>
                  <a:lnTo>
                    <a:pt x="1171100" y="4176022"/>
                  </a:lnTo>
                  <a:lnTo>
                    <a:pt x="1171194" y="4176022"/>
                  </a:lnTo>
                  <a:lnTo>
                    <a:pt x="1171288" y="4176022"/>
                  </a:lnTo>
                  <a:lnTo>
                    <a:pt x="1171382" y="4176022"/>
                  </a:lnTo>
                  <a:lnTo>
                    <a:pt x="1171476" y="4176022"/>
                  </a:lnTo>
                  <a:lnTo>
                    <a:pt x="1171570" y="4176022"/>
                  </a:lnTo>
                  <a:lnTo>
                    <a:pt x="1171664" y="4176022"/>
                  </a:lnTo>
                  <a:lnTo>
                    <a:pt x="1171758" y="4176022"/>
                  </a:lnTo>
                  <a:lnTo>
                    <a:pt x="1171852" y="4176022"/>
                  </a:lnTo>
                  <a:lnTo>
                    <a:pt x="1171946" y="4176022"/>
                  </a:lnTo>
                  <a:lnTo>
                    <a:pt x="1172040" y="4176022"/>
                  </a:lnTo>
                  <a:lnTo>
                    <a:pt x="1172134" y="4176022"/>
                  </a:lnTo>
                  <a:lnTo>
                    <a:pt x="1172228" y="4176022"/>
                  </a:lnTo>
                  <a:lnTo>
                    <a:pt x="1172322" y="4176022"/>
                  </a:lnTo>
                  <a:lnTo>
                    <a:pt x="1172416" y="4176022"/>
                  </a:lnTo>
                  <a:lnTo>
                    <a:pt x="1172510" y="4176022"/>
                  </a:lnTo>
                  <a:lnTo>
                    <a:pt x="1172604" y="4176022"/>
                  </a:lnTo>
                  <a:lnTo>
                    <a:pt x="1172698" y="4176022"/>
                  </a:lnTo>
                  <a:lnTo>
                    <a:pt x="1172792" y="4176022"/>
                  </a:lnTo>
                  <a:lnTo>
                    <a:pt x="1172886" y="4176022"/>
                  </a:lnTo>
                  <a:lnTo>
                    <a:pt x="1172980" y="4176022"/>
                  </a:lnTo>
                  <a:lnTo>
                    <a:pt x="1173074" y="4176022"/>
                  </a:lnTo>
                  <a:lnTo>
                    <a:pt x="1173169" y="4176022"/>
                  </a:lnTo>
                  <a:lnTo>
                    <a:pt x="1173263" y="4176022"/>
                  </a:lnTo>
                  <a:lnTo>
                    <a:pt x="1173357" y="4176022"/>
                  </a:lnTo>
                  <a:lnTo>
                    <a:pt x="1173451" y="4176022"/>
                  </a:lnTo>
                  <a:lnTo>
                    <a:pt x="1173545" y="4176022"/>
                  </a:lnTo>
                  <a:lnTo>
                    <a:pt x="1173639" y="4176022"/>
                  </a:lnTo>
                  <a:lnTo>
                    <a:pt x="1173733" y="4176022"/>
                  </a:lnTo>
                  <a:lnTo>
                    <a:pt x="1173827" y="4176022"/>
                  </a:lnTo>
                  <a:lnTo>
                    <a:pt x="1173921" y="4176022"/>
                  </a:lnTo>
                  <a:lnTo>
                    <a:pt x="1174015" y="4176022"/>
                  </a:lnTo>
                  <a:lnTo>
                    <a:pt x="1174109" y="4176022"/>
                  </a:lnTo>
                  <a:lnTo>
                    <a:pt x="1174203" y="4176022"/>
                  </a:lnTo>
                  <a:lnTo>
                    <a:pt x="1174297" y="4176022"/>
                  </a:lnTo>
                  <a:lnTo>
                    <a:pt x="1174391" y="4176022"/>
                  </a:lnTo>
                  <a:lnTo>
                    <a:pt x="1174485" y="4176022"/>
                  </a:lnTo>
                  <a:lnTo>
                    <a:pt x="1174579" y="4176022"/>
                  </a:lnTo>
                  <a:lnTo>
                    <a:pt x="1174673" y="4176022"/>
                  </a:lnTo>
                  <a:lnTo>
                    <a:pt x="1174767" y="4176022"/>
                  </a:lnTo>
                  <a:lnTo>
                    <a:pt x="1174861" y="4176022"/>
                  </a:lnTo>
                  <a:lnTo>
                    <a:pt x="1174955" y="4176022"/>
                  </a:lnTo>
                  <a:lnTo>
                    <a:pt x="1175049" y="4176022"/>
                  </a:lnTo>
                  <a:lnTo>
                    <a:pt x="1175143" y="4176022"/>
                  </a:lnTo>
                  <a:lnTo>
                    <a:pt x="1175237" y="4176022"/>
                  </a:lnTo>
                  <a:lnTo>
                    <a:pt x="1175331" y="4176022"/>
                  </a:lnTo>
                  <a:lnTo>
                    <a:pt x="1175425" y="4176022"/>
                  </a:lnTo>
                  <a:lnTo>
                    <a:pt x="1175519" y="4176022"/>
                  </a:lnTo>
                  <a:lnTo>
                    <a:pt x="1175613" y="4176022"/>
                  </a:lnTo>
                  <a:lnTo>
                    <a:pt x="1175707" y="4176022"/>
                  </a:lnTo>
                  <a:lnTo>
                    <a:pt x="1175801" y="4176022"/>
                  </a:lnTo>
                  <a:lnTo>
                    <a:pt x="1175895" y="4176022"/>
                  </a:lnTo>
                  <a:lnTo>
                    <a:pt x="1175989" y="4176022"/>
                  </a:lnTo>
                  <a:lnTo>
                    <a:pt x="1176083" y="4176022"/>
                  </a:lnTo>
                  <a:lnTo>
                    <a:pt x="1176177" y="4176022"/>
                  </a:lnTo>
                  <a:lnTo>
                    <a:pt x="1176271" y="4176022"/>
                  </a:lnTo>
                  <a:lnTo>
                    <a:pt x="1176271" y="4170742"/>
                  </a:lnTo>
                  <a:lnTo>
                    <a:pt x="1176365" y="4170742"/>
                  </a:lnTo>
                  <a:lnTo>
                    <a:pt x="1176459" y="4170742"/>
                  </a:lnTo>
                  <a:lnTo>
                    <a:pt x="1176553" y="4170742"/>
                  </a:lnTo>
                  <a:lnTo>
                    <a:pt x="1176647" y="4170742"/>
                  </a:lnTo>
                  <a:lnTo>
                    <a:pt x="1176742" y="4170742"/>
                  </a:lnTo>
                  <a:lnTo>
                    <a:pt x="1176836" y="4170742"/>
                  </a:lnTo>
                  <a:lnTo>
                    <a:pt x="1176930" y="4170742"/>
                  </a:lnTo>
                  <a:lnTo>
                    <a:pt x="1176930" y="4165463"/>
                  </a:lnTo>
                  <a:lnTo>
                    <a:pt x="1177024" y="4165463"/>
                  </a:lnTo>
                  <a:lnTo>
                    <a:pt x="1177118" y="4165463"/>
                  </a:lnTo>
                  <a:lnTo>
                    <a:pt x="1177212" y="4165463"/>
                  </a:lnTo>
                  <a:lnTo>
                    <a:pt x="1177306" y="4165463"/>
                  </a:lnTo>
                  <a:lnTo>
                    <a:pt x="1177400" y="4165463"/>
                  </a:lnTo>
                  <a:lnTo>
                    <a:pt x="1177494" y="4165463"/>
                  </a:lnTo>
                  <a:lnTo>
                    <a:pt x="1177588" y="4165463"/>
                  </a:lnTo>
                  <a:lnTo>
                    <a:pt x="1177682" y="4165463"/>
                  </a:lnTo>
                  <a:lnTo>
                    <a:pt x="1177776" y="4165463"/>
                  </a:lnTo>
                  <a:lnTo>
                    <a:pt x="1177870" y="4165463"/>
                  </a:lnTo>
                  <a:lnTo>
                    <a:pt x="1177964" y="4165463"/>
                  </a:lnTo>
                  <a:lnTo>
                    <a:pt x="1178058" y="4165463"/>
                  </a:lnTo>
                  <a:lnTo>
                    <a:pt x="1178152" y="4165463"/>
                  </a:lnTo>
                  <a:lnTo>
                    <a:pt x="1178246" y="4165463"/>
                  </a:lnTo>
                  <a:lnTo>
                    <a:pt x="1178340" y="4165463"/>
                  </a:lnTo>
                  <a:lnTo>
                    <a:pt x="1178434" y="4165463"/>
                  </a:lnTo>
                  <a:lnTo>
                    <a:pt x="1178528" y="4165463"/>
                  </a:lnTo>
                  <a:lnTo>
                    <a:pt x="1178622" y="4165463"/>
                  </a:lnTo>
                  <a:lnTo>
                    <a:pt x="1178716" y="4165463"/>
                  </a:lnTo>
                  <a:lnTo>
                    <a:pt x="1178810" y="4165463"/>
                  </a:lnTo>
                  <a:lnTo>
                    <a:pt x="1178904" y="4165463"/>
                  </a:lnTo>
                  <a:lnTo>
                    <a:pt x="1178998" y="4165463"/>
                  </a:lnTo>
                  <a:lnTo>
                    <a:pt x="1179092" y="4165463"/>
                  </a:lnTo>
                  <a:lnTo>
                    <a:pt x="1179186" y="4165463"/>
                  </a:lnTo>
                  <a:lnTo>
                    <a:pt x="1179280" y="4165463"/>
                  </a:lnTo>
                  <a:lnTo>
                    <a:pt x="1179374" y="4165463"/>
                  </a:lnTo>
                  <a:lnTo>
                    <a:pt x="1179468" y="4165463"/>
                  </a:lnTo>
                  <a:lnTo>
                    <a:pt x="1179562" y="4165463"/>
                  </a:lnTo>
                  <a:lnTo>
                    <a:pt x="1179656" y="4165463"/>
                  </a:lnTo>
                  <a:lnTo>
                    <a:pt x="1179750" y="4165463"/>
                  </a:lnTo>
                  <a:lnTo>
                    <a:pt x="1179844" y="4165463"/>
                  </a:lnTo>
                  <a:lnTo>
                    <a:pt x="1179938" y="4165463"/>
                  </a:lnTo>
                  <a:lnTo>
                    <a:pt x="1180032" y="4165463"/>
                  </a:lnTo>
                  <a:lnTo>
                    <a:pt x="1180126" y="4165463"/>
                  </a:lnTo>
                  <a:lnTo>
                    <a:pt x="1180221" y="4165463"/>
                  </a:lnTo>
                  <a:lnTo>
                    <a:pt x="1180315" y="4165463"/>
                  </a:lnTo>
                  <a:lnTo>
                    <a:pt x="1180409" y="4165463"/>
                  </a:lnTo>
                  <a:lnTo>
                    <a:pt x="1180503" y="4165463"/>
                  </a:lnTo>
                  <a:lnTo>
                    <a:pt x="1180597" y="4165463"/>
                  </a:lnTo>
                  <a:lnTo>
                    <a:pt x="1180691" y="4165463"/>
                  </a:lnTo>
                  <a:lnTo>
                    <a:pt x="1180785" y="4165463"/>
                  </a:lnTo>
                  <a:lnTo>
                    <a:pt x="1180879" y="4165463"/>
                  </a:lnTo>
                  <a:lnTo>
                    <a:pt x="1180973" y="4165463"/>
                  </a:lnTo>
                  <a:lnTo>
                    <a:pt x="1181067" y="4165463"/>
                  </a:lnTo>
                  <a:lnTo>
                    <a:pt x="1181161" y="4165463"/>
                  </a:lnTo>
                  <a:lnTo>
                    <a:pt x="1181255" y="4165463"/>
                  </a:lnTo>
                  <a:lnTo>
                    <a:pt x="1181349" y="4165463"/>
                  </a:lnTo>
                  <a:lnTo>
                    <a:pt x="1181443" y="4165463"/>
                  </a:lnTo>
                  <a:lnTo>
                    <a:pt x="1181537" y="4165463"/>
                  </a:lnTo>
                  <a:lnTo>
                    <a:pt x="1181631" y="4165463"/>
                  </a:lnTo>
                  <a:lnTo>
                    <a:pt x="1181725" y="4165463"/>
                  </a:lnTo>
                  <a:lnTo>
                    <a:pt x="1181819" y="4165463"/>
                  </a:lnTo>
                  <a:lnTo>
                    <a:pt x="1181913" y="4165463"/>
                  </a:lnTo>
                  <a:lnTo>
                    <a:pt x="1182007" y="4165463"/>
                  </a:lnTo>
                  <a:lnTo>
                    <a:pt x="1182101" y="4165463"/>
                  </a:lnTo>
                  <a:lnTo>
                    <a:pt x="1182195" y="4165463"/>
                  </a:lnTo>
                  <a:lnTo>
                    <a:pt x="1182289" y="4165463"/>
                  </a:lnTo>
                  <a:lnTo>
                    <a:pt x="1182383" y="4165463"/>
                  </a:lnTo>
                  <a:lnTo>
                    <a:pt x="1182477" y="4165463"/>
                  </a:lnTo>
                  <a:lnTo>
                    <a:pt x="1182571" y="4165463"/>
                  </a:lnTo>
                  <a:lnTo>
                    <a:pt x="1182665" y="4165463"/>
                  </a:lnTo>
                  <a:lnTo>
                    <a:pt x="1182759" y="4165463"/>
                  </a:lnTo>
                  <a:lnTo>
                    <a:pt x="1182853" y="4165463"/>
                  </a:lnTo>
                  <a:lnTo>
                    <a:pt x="1182947" y="4165463"/>
                  </a:lnTo>
                  <a:lnTo>
                    <a:pt x="1183041" y="4165463"/>
                  </a:lnTo>
                  <a:lnTo>
                    <a:pt x="1183135" y="4165463"/>
                  </a:lnTo>
                  <a:lnTo>
                    <a:pt x="1183229" y="4165463"/>
                  </a:lnTo>
                  <a:lnTo>
                    <a:pt x="1183323" y="4165463"/>
                  </a:lnTo>
                  <a:lnTo>
                    <a:pt x="1183417" y="4165463"/>
                  </a:lnTo>
                  <a:lnTo>
                    <a:pt x="1183511" y="4165463"/>
                  </a:lnTo>
                  <a:lnTo>
                    <a:pt x="1183605" y="4165463"/>
                  </a:lnTo>
                  <a:lnTo>
                    <a:pt x="1183699" y="4165463"/>
                  </a:lnTo>
                  <a:lnTo>
                    <a:pt x="1183794" y="4165463"/>
                  </a:lnTo>
                  <a:lnTo>
                    <a:pt x="1183888" y="4165463"/>
                  </a:lnTo>
                  <a:lnTo>
                    <a:pt x="1183982" y="4165463"/>
                  </a:lnTo>
                  <a:lnTo>
                    <a:pt x="1184076" y="4165463"/>
                  </a:lnTo>
                  <a:lnTo>
                    <a:pt x="1184170" y="4165463"/>
                  </a:lnTo>
                  <a:lnTo>
                    <a:pt x="1184264" y="4165463"/>
                  </a:lnTo>
                  <a:lnTo>
                    <a:pt x="1184358" y="4165463"/>
                  </a:lnTo>
                  <a:lnTo>
                    <a:pt x="1184452" y="4165463"/>
                  </a:lnTo>
                  <a:lnTo>
                    <a:pt x="1184546" y="4165463"/>
                  </a:lnTo>
                  <a:lnTo>
                    <a:pt x="1184640" y="4165463"/>
                  </a:lnTo>
                  <a:lnTo>
                    <a:pt x="1184734" y="4165463"/>
                  </a:lnTo>
                  <a:lnTo>
                    <a:pt x="1184828" y="4165463"/>
                  </a:lnTo>
                  <a:lnTo>
                    <a:pt x="1184922" y="4165463"/>
                  </a:lnTo>
                  <a:lnTo>
                    <a:pt x="1185016" y="4165463"/>
                  </a:lnTo>
                  <a:lnTo>
                    <a:pt x="1185110" y="4165463"/>
                  </a:lnTo>
                  <a:lnTo>
                    <a:pt x="1185204" y="4165463"/>
                  </a:lnTo>
                  <a:lnTo>
                    <a:pt x="1185298" y="4165463"/>
                  </a:lnTo>
                  <a:lnTo>
                    <a:pt x="1185392" y="4165463"/>
                  </a:lnTo>
                  <a:lnTo>
                    <a:pt x="1185486" y="4165463"/>
                  </a:lnTo>
                  <a:lnTo>
                    <a:pt x="1185580" y="4165463"/>
                  </a:lnTo>
                  <a:lnTo>
                    <a:pt x="1185674" y="4165463"/>
                  </a:lnTo>
                  <a:lnTo>
                    <a:pt x="1185768" y="4165463"/>
                  </a:lnTo>
                  <a:lnTo>
                    <a:pt x="1185862" y="4165463"/>
                  </a:lnTo>
                  <a:lnTo>
                    <a:pt x="1185862" y="4160184"/>
                  </a:lnTo>
                  <a:lnTo>
                    <a:pt x="1185956" y="4160184"/>
                  </a:lnTo>
                  <a:lnTo>
                    <a:pt x="1186050" y="4160184"/>
                  </a:lnTo>
                  <a:lnTo>
                    <a:pt x="1186144" y="4160184"/>
                  </a:lnTo>
                  <a:lnTo>
                    <a:pt x="1186238" y="4160184"/>
                  </a:lnTo>
                  <a:lnTo>
                    <a:pt x="1186332" y="4160184"/>
                  </a:lnTo>
                  <a:lnTo>
                    <a:pt x="1186426" y="4160184"/>
                  </a:lnTo>
                  <a:lnTo>
                    <a:pt x="1186520" y="4160184"/>
                  </a:lnTo>
                  <a:lnTo>
                    <a:pt x="1186614" y="4160184"/>
                  </a:lnTo>
                  <a:lnTo>
                    <a:pt x="1186708" y="4160184"/>
                  </a:lnTo>
                  <a:lnTo>
                    <a:pt x="1186802" y="4160184"/>
                  </a:lnTo>
                  <a:lnTo>
                    <a:pt x="1186896" y="4160184"/>
                  </a:lnTo>
                  <a:lnTo>
                    <a:pt x="1186990" y="4160184"/>
                  </a:lnTo>
                  <a:lnTo>
                    <a:pt x="1187084" y="4160184"/>
                  </a:lnTo>
                  <a:lnTo>
                    <a:pt x="1187178" y="4160184"/>
                  </a:lnTo>
                  <a:lnTo>
                    <a:pt x="1187272" y="4160184"/>
                  </a:lnTo>
                  <a:lnTo>
                    <a:pt x="1187367" y="4160184"/>
                  </a:lnTo>
                  <a:lnTo>
                    <a:pt x="1187461" y="4160184"/>
                  </a:lnTo>
                  <a:lnTo>
                    <a:pt x="1187555" y="4160184"/>
                  </a:lnTo>
                  <a:lnTo>
                    <a:pt x="1187555" y="4154904"/>
                  </a:lnTo>
                  <a:lnTo>
                    <a:pt x="1187649" y="4154904"/>
                  </a:lnTo>
                  <a:lnTo>
                    <a:pt x="1187743" y="4154904"/>
                  </a:lnTo>
                  <a:lnTo>
                    <a:pt x="1187837" y="4154904"/>
                  </a:lnTo>
                  <a:lnTo>
                    <a:pt x="1187931" y="4154904"/>
                  </a:lnTo>
                  <a:lnTo>
                    <a:pt x="1188025" y="4154904"/>
                  </a:lnTo>
                  <a:lnTo>
                    <a:pt x="1188119" y="4154904"/>
                  </a:lnTo>
                  <a:lnTo>
                    <a:pt x="1188213" y="4154904"/>
                  </a:lnTo>
                  <a:lnTo>
                    <a:pt x="1188307" y="4154904"/>
                  </a:lnTo>
                  <a:lnTo>
                    <a:pt x="1188401" y="4154904"/>
                  </a:lnTo>
                  <a:lnTo>
                    <a:pt x="1188495" y="4154904"/>
                  </a:lnTo>
                  <a:lnTo>
                    <a:pt x="1188589" y="4154904"/>
                  </a:lnTo>
                  <a:lnTo>
                    <a:pt x="1188683" y="4154904"/>
                  </a:lnTo>
                  <a:lnTo>
                    <a:pt x="1188777" y="4154904"/>
                  </a:lnTo>
                  <a:lnTo>
                    <a:pt x="1188871" y="4154904"/>
                  </a:lnTo>
                  <a:lnTo>
                    <a:pt x="1188965" y="4154904"/>
                  </a:lnTo>
                  <a:lnTo>
                    <a:pt x="1189059" y="4154904"/>
                  </a:lnTo>
                  <a:lnTo>
                    <a:pt x="1189153" y="4154904"/>
                  </a:lnTo>
                  <a:lnTo>
                    <a:pt x="1189247" y="4154904"/>
                  </a:lnTo>
                  <a:lnTo>
                    <a:pt x="1189341" y="4154904"/>
                  </a:lnTo>
                  <a:lnTo>
                    <a:pt x="1189435" y="4154904"/>
                  </a:lnTo>
                  <a:lnTo>
                    <a:pt x="1189529" y="4154904"/>
                  </a:lnTo>
                  <a:lnTo>
                    <a:pt x="1189623" y="4154904"/>
                  </a:lnTo>
                  <a:lnTo>
                    <a:pt x="1189717" y="4154904"/>
                  </a:lnTo>
                  <a:lnTo>
                    <a:pt x="1189811" y="4154904"/>
                  </a:lnTo>
                  <a:lnTo>
                    <a:pt x="1189905" y="4154904"/>
                  </a:lnTo>
                  <a:lnTo>
                    <a:pt x="1189999" y="4154904"/>
                  </a:lnTo>
                  <a:lnTo>
                    <a:pt x="1190093" y="4154904"/>
                  </a:lnTo>
                  <a:lnTo>
                    <a:pt x="1190187" y="4154904"/>
                  </a:lnTo>
                  <a:lnTo>
                    <a:pt x="1190281" y="4154904"/>
                  </a:lnTo>
                  <a:lnTo>
                    <a:pt x="1190375" y="4154904"/>
                  </a:lnTo>
                  <a:lnTo>
                    <a:pt x="1190469" y="4154904"/>
                  </a:lnTo>
                  <a:lnTo>
                    <a:pt x="1190563" y="4154904"/>
                  </a:lnTo>
                  <a:lnTo>
                    <a:pt x="1190657" y="4154904"/>
                  </a:lnTo>
                  <a:lnTo>
                    <a:pt x="1190751" y="4154904"/>
                  </a:lnTo>
                  <a:lnTo>
                    <a:pt x="1190846" y="4154904"/>
                  </a:lnTo>
                  <a:lnTo>
                    <a:pt x="1190940" y="4154904"/>
                  </a:lnTo>
                  <a:lnTo>
                    <a:pt x="1191034" y="4154904"/>
                  </a:lnTo>
                  <a:lnTo>
                    <a:pt x="1191128" y="4154904"/>
                  </a:lnTo>
                  <a:lnTo>
                    <a:pt x="1191222" y="4154904"/>
                  </a:lnTo>
                  <a:lnTo>
                    <a:pt x="1191316" y="4154904"/>
                  </a:lnTo>
                  <a:lnTo>
                    <a:pt x="1191410" y="4154904"/>
                  </a:lnTo>
                  <a:lnTo>
                    <a:pt x="1191504" y="4154904"/>
                  </a:lnTo>
                  <a:lnTo>
                    <a:pt x="1191598" y="4154904"/>
                  </a:lnTo>
                  <a:lnTo>
                    <a:pt x="1191692" y="4154904"/>
                  </a:lnTo>
                  <a:lnTo>
                    <a:pt x="1191786" y="4154904"/>
                  </a:lnTo>
                  <a:lnTo>
                    <a:pt x="1191880" y="4154904"/>
                  </a:lnTo>
                  <a:lnTo>
                    <a:pt x="1191974" y="4154904"/>
                  </a:lnTo>
                  <a:lnTo>
                    <a:pt x="1192068" y="4154904"/>
                  </a:lnTo>
                  <a:lnTo>
                    <a:pt x="1192162" y="4154904"/>
                  </a:lnTo>
                  <a:lnTo>
                    <a:pt x="1192256" y="4154904"/>
                  </a:lnTo>
                  <a:lnTo>
                    <a:pt x="1192350" y="4154904"/>
                  </a:lnTo>
                  <a:lnTo>
                    <a:pt x="1192444" y="4154904"/>
                  </a:lnTo>
                  <a:lnTo>
                    <a:pt x="1192538" y="4154904"/>
                  </a:lnTo>
                  <a:lnTo>
                    <a:pt x="1192632" y="4154904"/>
                  </a:lnTo>
                  <a:lnTo>
                    <a:pt x="1192726" y="4154904"/>
                  </a:lnTo>
                  <a:lnTo>
                    <a:pt x="1192820" y="4154904"/>
                  </a:lnTo>
                  <a:lnTo>
                    <a:pt x="1192914" y="4154904"/>
                  </a:lnTo>
                  <a:lnTo>
                    <a:pt x="1193008" y="4154904"/>
                  </a:lnTo>
                  <a:lnTo>
                    <a:pt x="1193102" y="4154904"/>
                  </a:lnTo>
                  <a:lnTo>
                    <a:pt x="1193196" y="4154904"/>
                  </a:lnTo>
                  <a:lnTo>
                    <a:pt x="1193290" y="4154904"/>
                  </a:lnTo>
                  <a:lnTo>
                    <a:pt x="1193384" y="4154904"/>
                  </a:lnTo>
                  <a:lnTo>
                    <a:pt x="1193478" y="4154904"/>
                  </a:lnTo>
                  <a:lnTo>
                    <a:pt x="1193572" y="4154904"/>
                  </a:lnTo>
                  <a:lnTo>
                    <a:pt x="1193666" y="4154904"/>
                  </a:lnTo>
                  <a:lnTo>
                    <a:pt x="1193760" y="4154904"/>
                  </a:lnTo>
                  <a:lnTo>
                    <a:pt x="1193854" y="4154904"/>
                  </a:lnTo>
                  <a:lnTo>
                    <a:pt x="1193948" y="4154904"/>
                  </a:lnTo>
                  <a:lnTo>
                    <a:pt x="1194042" y="4154904"/>
                  </a:lnTo>
                  <a:lnTo>
                    <a:pt x="1194136" y="4154904"/>
                  </a:lnTo>
                  <a:lnTo>
                    <a:pt x="1194230" y="4154904"/>
                  </a:lnTo>
                  <a:lnTo>
                    <a:pt x="1194324" y="4154904"/>
                  </a:lnTo>
                  <a:lnTo>
                    <a:pt x="1194419" y="4154904"/>
                  </a:lnTo>
                  <a:lnTo>
                    <a:pt x="1194513" y="4154904"/>
                  </a:lnTo>
                  <a:lnTo>
                    <a:pt x="1194607" y="4154904"/>
                  </a:lnTo>
                  <a:lnTo>
                    <a:pt x="1194701" y="4154904"/>
                  </a:lnTo>
                  <a:lnTo>
                    <a:pt x="1194795" y="4154904"/>
                  </a:lnTo>
                  <a:lnTo>
                    <a:pt x="1194889" y="4154904"/>
                  </a:lnTo>
                  <a:lnTo>
                    <a:pt x="1194983" y="4154904"/>
                  </a:lnTo>
                  <a:lnTo>
                    <a:pt x="1195077" y="4154904"/>
                  </a:lnTo>
                  <a:lnTo>
                    <a:pt x="1195171" y="4154904"/>
                  </a:lnTo>
                  <a:lnTo>
                    <a:pt x="1195265" y="4154904"/>
                  </a:lnTo>
                  <a:lnTo>
                    <a:pt x="1195359" y="4154904"/>
                  </a:lnTo>
                  <a:lnTo>
                    <a:pt x="1195453" y="4154904"/>
                  </a:lnTo>
                  <a:lnTo>
                    <a:pt x="1195547" y="4154904"/>
                  </a:lnTo>
                  <a:lnTo>
                    <a:pt x="1195641" y="4154904"/>
                  </a:lnTo>
                  <a:lnTo>
                    <a:pt x="1195735" y="4154904"/>
                  </a:lnTo>
                  <a:lnTo>
                    <a:pt x="1195829" y="4154904"/>
                  </a:lnTo>
                  <a:lnTo>
                    <a:pt x="1195923" y="4154904"/>
                  </a:lnTo>
                  <a:lnTo>
                    <a:pt x="1196017" y="4154904"/>
                  </a:lnTo>
                  <a:lnTo>
                    <a:pt x="1196111" y="4154904"/>
                  </a:lnTo>
                  <a:lnTo>
                    <a:pt x="1196205" y="4154904"/>
                  </a:lnTo>
                  <a:lnTo>
                    <a:pt x="1196299" y="4154904"/>
                  </a:lnTo>
                  <a:lnTo>
                    <a:pt x="1196393" y="4154904"/>
                  </a:lnTo>
                  <a:lnTo>
                    <a:pt x="1196487" y="4154904"/>
                  </a:lnTo>
                  <a:lnTo>
                    <a:pt x="1196581" y="4154904"/>
                  </a:lnTo>
                  <a:lnTo>
                    <a:pt x="1196675" y="4154904"/>
                  </a:lnTo>
                  <a:lnTo>
                    <a:pt x="1196769" y="4154904"/>
                  </a:lnTo>
                  <a:lnTo>
                    <a:pt x="1196863" y="4154904"/>
                  </a:lnTo>
                  <a:lnTo>
                    <a:pt x="1196957" y="4154904"/>
                  </a:lnTo>
                  <a:lnTo>
                    <a:pt x="1197051" y="4154904"/>
                  </a:lnTo>
                  <a:lnTo>
                    <a:pt x="1197051" y="4149625"/>
                  </a:lnTo>
                  <a:lnTo>
                    <a:pt x="1197145" y="4149625"/>
                  </a:lnTo>
                  <a:lnTo>
                    <a:pt x="1197239" y="4149625"/>
                  </a:lnTo>
                  <a:lnTo>
                    <a:pt x="1197333" y="4149625"/>
                  </a:lnTo>
                  <a:lnTo>
                    <a:pt x="1197427" y="4149625"/>
                  </a:lnTo>
                  <a:lnTo>
                    <a:pt x="1197521" y="4149625"/>
                  </a:lnTo>
                  <a:lnTo>
                    <a:pt x="1197615" y="4149625"/>
                  </a:lnTo>
                  <a:lnTo>
                    <a:pt x="1197709" y="4149625"/>
                  </a:lnTo>
                  <a:lnTo>
                    <a:pt x="1197803" y="4149625"/>
                  </a:lnTo>
                  <a:lnTo>
                    <a:pt x="1197897" y="4149625"/>
                  </a:lnTo>
                  <a:lnTo>
                    <a:pt x="1197992" y="4149625"/>
                  </a:lnTo>
                  <a:lnTo>
                    <a:pt x="1198086" y="4149625"/>
                  </a:lnTo>
                  <a:lnTo>
                    <a:pt x="1198180" y="4149625"/>
                  </a:lnTo>
                  <a:lnTo>
                    <a:pt x="1198274" y="4149625"/>
                  </a:lnTo>
                  <a:lnTo>
                    <a:pt x="1198368" y="4149625"/>
                  </a:lnTo>
                  <a:lnTo>
                    <a:pt x="1198462" y="4149625"/>
                  </a:lnTo>
                  <a:lnTo>
                    <a:pt x="1198556" y="4149625"/>
                  </a:lnTo>
                  <a:lnTo>
                    <a:pt x="1198650" y="4149625"/>
                  </a:lnTo>
                  <a:lnTo>
                    <a:pt x="1198744" y="4149625"/>
                  </a:lnTo>
                  <a:lnTo>
                    <a:pt x="1198838" y="4149625"/>
                  </a:lnTo>
                  <a:lnTo>
                    <a:pt x="1198932" y="4149625"/>
                  </a:lnTo>
                  <a:lnTo>
                    <a:pt x="1199026" y="4149625"/>
                  </a:lnTo>
                  <a:lnTo>
                    <a:pt x="1199120" y="4149625"/>
                  </a:lnTo>
                  <a:lnTo>
                    <a:pt x="1199214" y="4149625"/>
                  </a:lnTo>
                  <a:lnTo>
                    <a:pt x="1199308" y="4149625"/>
                  </a:lnTo>
                  <a:lnTo>
                    <a:pt x="1199402" y="4149625"/>
                  </a:lnTo>
                  <a:lnTo>
                    <a:pt x="1199496" y="4149625"/>
                  </a:lnTo>
                  <a:lnTo>
                    <a:pt x="1199590" y="4149625"/>
                  </a:lnTo>
                  <a:lnTo>
                    <a:pt x="1199684" y="4149625"/>
                  </a:lnTo>
                  <a:lnTo>
                    <a:pt x="1199778" y="4149625"/>
                  </a:lnTo>
                  <a:lnTo>
                    <a:pt x="1199872" y="4149625"/>
                  </a:lnTo>
                  <a:lnTo>
                    <a:pt x="1199966" y="4149625"/>
                  </a:lnTo>
                  <a:lnTo>
                    <a:pt x="1200060" y="4149625"/>
                  </a:lnTo>
                  <a:lnTo>
                    <a:pt x="1200154" y="4149625"/>
                  </a:lnTo>
                  <a:lnTo>
                    <a:pt x="1200248" y="4149625"/>
                  </a:lnTo>
                  <a:lnTo>
                    <a:pt x="1200342" y="4149625"/>
                  </a:lnTo>
                  <a:lnTo>
                    <a:pt x="1200436" y="4149625"/>
                  </a:lnTo>
                  <a:lnTo>
                    <a:pt x="1200530" y="4149625"/>
                  </a:lnTo>
                  <a:lnTo>
                    <a:pt x="1200624" y="4149625"/>
                  </a:lnTo>
                  <a:lnTo>
                    <a:pt x="1200718" y="4149625"/>
                  </a:lnTo>
                  <a:lnTo>
                    <a:pt x="1200812" y="4149625"/>
                  </a:lnTo>
                  <a:lnTo>
                    <a:pt x="1200906" y="4149625"/>
                  </a:lnTo>
                  <a:lnTo>
                    <a:pt x="1201000" y="4149625"/>
                  </a:lnTo>
                  <a:lnTo>
                    <a:pt x="1201094" y="4149625"/>
                  </a:lnTo>
                  <a:lnTo>
                    <a:pt x="1201188" y="4149625"/>
                  </a:lnTo>
                  <a:lnTo>
                    <a:pt x="1201282" y="4149625"/>
                  </a:lnTo>
                  <a:lnTo>
                    <a:pt x="1201376" y="4149625"/>
                  </a:lnTo>
                  <a:lnTo>
                    <a:pt x="1201470" y="4149625"/>
                  </a:lnTo>
                  <a:lnTo>
                    <a:pt x="1201565" y="4149625"/>
                  </a:lnTo>
                  <a:lnTo>
                    <a:pt x="1201659" y="4149625"/>
                  </a:lnTo>
                  <a:lnTo>
                    <a:pt x="1201753" y="4149625"/>
                  </a:lnTo>
                  <a:lnTo>
                    <a:pt x="1201847" y="4149625"/>
                  </a:lnTo>
                  <a:lnTo>
                    <a:pt x="1201941" y="4149625"/>
                  </a:lnTo>
                  <a:lnTo>
                    <a:pt x="1202035" y="4149625"/>
                  </a:lnTo>
                  <a:lnTo>
                    <a:pt x="1202129" y="4149625"/>
                  </a:lnTo>
                  <a:lnTo>
                    <a:pt x="1202223" y="4149625"/>
                  </a:lnTo>
                  <a:lnTo>
                    <a:pt x="1202317" y="4149625"/>
                  </a:lnTo>
                  <a:lnTo>
                    <a:pt x="1202411" y="4149625"/>
                  </a:lnTo>
                  <a:lnTo>
                    <a:pt x="1202505" y="4149625"/>
                  </a:lnTo>
                  <a:lnTo>
                    <a:pt x="1202599" y="4149625"/>
                  </a:lnTo>
                  <a:lnTo>
                    <a:pt x="1202693" y="4149625"/>
                  </a:lnTo>
                  <a:lnTo>
                    <a:pt x="1202787" y="4149625"/>
                  </a:lnTo>
                  <a:lnTo>
                    <a:pt x="1202881" y="4149625"/>
                  </a:lnTo>
                  <a:lnTo>
                    <a:pt x="1202975" y="4149625"/>
                  </a:lnTo>
                  <a:lnTo>
                    <a:pt x="1203069" y="4149625"/>
                  </a:lnTo>
                  <a:lnTo>
                    <a:pt x="1203163" y="4149625"/>
                  </a:lnTo>
                  <a:lnTo>
                    <a:pt x="1203257" y="4149625"/>
                  </a:lnTo>
                  <a:lnTo>
                    <a:pt x="1203351" y="4149625"/>
                  </a:lnTo>
                  <a:lnTo>
                    <a:pt x="1203445" y="4149625"/>
                  </a:lnTo>
                  <a:lnTo>
                    <a:pt x="1203539" y="4149625"/>
                  </a:lnTo>
                  <a:lnTo>
                    <a:pt x="1203633" y="4149625"/>
                  </a:lnTo>
                  <a:lnTo>
                    <a:pt x="1203727" y="4149625"/>
                  </a:lnTo>
                  <a:lnTo>
                    <a:pt x="1203727" y="4144345"/>
                  </a:lnTo>
                  <a:lnTo>
                    <a:pt x="1203821" y="4144345"/>
                  </a:lnTo>
                  <a:lnTo>
                    <a:pt x="1203915" y="4144345"/>
                  </a:lnTo>
                  <a:lnTo>
                    <a:pt x="1204009" y="4144345"/>
                  </a:lnTo>
                  <a:lnTo>
                    <a:pt x="1204103" y="4144345"/>
                  </a:lnTo>
                  <a:lnTo>
                    <a:pt x="1204197" y="4144345"/>
                  </a:lnTo>
                  <a:lnTo>
                    <a:pt x="1204291" y="4144345"/>
                  </a:lnTo>
                  <a:lnTo>
                    <a:pt x="1204291" y="4139066"/>
                  </a:lnTo>
                  <a:lnTo>
                    <a:pt x="1204385" y="4139066"/>
                  </a:lnTo>
                  <a:lnTo>
                    <a:pt x="1204479" y="4139066"/>
                  </a:lnTo>
                  <a:lnTo>
                    <a:pt x="1204573" y="4139066"/>
                  </a:lnTo>
                  <a:lnTo>
                    <a:pt x="1204667" y="4139066"/>
                  </a:lnTo>
                  <a:lnTo>
                    <a:pt x="1204761" y="4139066"/>
                  </a:lnTo>
                  <a:lnTo>
                    <a:pt x="1204855" y="4139066"/>
                  </a:lnTo>
                  <a:lnTo>
                    <a:pt x="1204949" y="4139066"/>
                  </a:lnTo>
                  <a:lnTo>
                    <a:pt x="1204949" y="4133786"/>
                  </a:lnTo>
                  <a:lnTo>
                    <a:pt x="1205044" y="4133786"/>
                  </a:lnTo>
                  <a:lnTo>
                    <a:pt x="1205138" y="4133786"/>
                  </a:lnTo>
                  <a:lnTo>
                    <a:pt x="1205232" y="4133786"/>
                  </a:lnTo>
                  <a:lnTo>
                    <a:pt x="1205326" y="4133786"/>
                  </a:lnTo>
                  <a:lnTo>
                    <a:pt x="1205420" y="4133786"/>
                  </a:lnTo>
                  <a:lnTo>
                    <a:pt x="1205514" y="4133786"/>
                  </a:lnTo>
                  <a:lnTo>
                    <a:pt x="1205608" y="4133786"/>
                  </a:lnTo>
                  <a:lnTo>
                    <a:pt x="1205608" y="4128507"/>
                  </a:lnTo>
                  <a:lnTo>
                    <a:pt x="1205702" y="4128507"/>
                  </a:lnTo>
                  <a:lnTo>
                    <a:pt x="1205796" y="4128507"/>
                  </a:lnTo>
                  <a:lnTo>
                    <a:pt x="1205890" y="4128507"/>
                  </a:lnTo>
                  <a:lnTo>
                    <a:pt x="1205984" y="4128507"/>
                  </a:lnTo>
                  <a:lnTo>
                    <a:pt x="1206078" y="4128507"/>
                  </a:lnTo>
                  <a:lnTo>
                    <a:pt x="1206172" y="4128507"/>
                  </a:lnTo>
                  <a:lnTo>
                    <a:pt x="1206266" y="4128507"/>
                  </a:lnTo>
                  <a:lnTo>
                    <a:pt x="1206360" y="4128507"/>
                  </a:lnTo>
                  <a:lnTo>
                    <a:pt x="1206454" y="4128507"/>
                  </a:lnTo>
                  <a:lnTo>
                    <a:pt x="1206548" y="4128507"/>
                  </a:lnTo>
                  <a:lnTo>
                    <a:pt x="1206642" y="4128507"/>
                  </a:lnTo>
                  <a:lnTo>
                    <a:pt x="1206736" y="4128507"/>
                  </a:lnTo>
                  <a:lnTo>
                    <a:pt x="1206830" y="4128507"/>
                  </a:lnTo>
                  <a:lnTo>
                    <a:pt x="1206924" y="4128507"/>
                  </a:lnTo>
                  <a:lnTo>
                    <a:pt x="1207018" y="4128507"/>
                  </a:lnTo>
                  <a:lnTo>
                    <a:pt x="1207112" y="4128507"/>
                  </a:lnTo>
                  <a:lnTo>
                    <a:pt x="1207206" y="4128507"/>
                  </a:lnTo>
                  <a:lnTo>
                    <a:pt x="1207300" y="4128507"/>
                  </a:lnTo>
                  <a:lnTo>
                    <a:pt x="1207394" y="4128507"/>
                  </a:lnTo>
                  <a:lnTo>
                    <a:pt x="1207488" y="4128507"/>
                  </a:lnTo>
                  <a:lnTo>
                    <a:pt x="1207582" y="4128507"/>
                  </a:lnTo>
                  <a:lnTo>
                    <a:pt x="1207582" y="4123228"/>
                  </a:lnTo>
                  <a:lnTo>
                    <a:pt x="1207676" y="4123228"/>
                  </a:lnTo>
                  <a:lnTo>
                    <a:pt x="1207770" y="4123228"/>
                  </a:lnTo>
                  <a:lnTo>
                    <a:pt x="1207864" y="4123228"/>
                  </a:lnTo>
                  <a:lnTo>
                    <a:pt x="1207958" y="4123228"/>
                  </a:lnTo>
                  <a:lnTo>
                    <a:pt x="1208052" y="4123228"/>
                  </a:lnTo>
                  <a:lnTo>
                    <a:pt x="1208146" y="4123228"/>
                  </a:lnTo>
                  <a:lnTo>
                    <a:pt x="1208240" y="4123228"/>
                  </a:lnTo>
                  <a:lnTo>
                    <a:pt x="1208334" y="4123228"/>
                  </a:lnTo>
                  <a:lnTo>
                    <a:pt x="1208428" y="4123228"/>
                  </a:lnTo>
                  <a:lnTo>
                    <a:pt x="1208522" y="4123228"/>
                  </a:lnTo>
                  <a:lnTo>
                    <a:pt x="1208617" y="4123228"/>
                  </a:lnTo>
                  <a:lnTo>
                    <a:pt x="1208711" y="4123228"/>
                  </a:lnTo>
                  <a:lnTo>
                    <a:pt x="1208805" y="4123228"/>
                  </a:lnTo>
                  <a:lnTo>
                    <a:pt x="1208899" y="4123228"/>
                  </a:lnTo>
                  <a:lnTo>
                    <a:pt x="1208993" y="4123228"/>
                  </a:lnTo>
                  <a:lnTo>
                    <a:pt x="1209087" y="4123228"/>
                  </a:lnTo>
                  <a:lnTo>
                    <a:pt x="1209181" y="4123228"/>
                  </a:lnTo>
                  <a:lnTo>
                    <a:pt x="1209275" y="4123228"/>
                  </a:lnTo>
                  <a:lnTo>
                    <a:pt x="1209369" y="4123228"/>
                  </a:lnTo>
                  <a:lnTo>
                    <a:pt x="1209463" y="4123228"/>
                  </a:lnTo>
                  <a:lnTo>
                    <a:pt x="1209557" y="4123228"/>
                  </a:lnTo>
                  <a:lnTo>
                    <a:pt x="1209651" y="4123228"/>
                  </a:lnTo>
                  <a:lnTo>
                    <a:pt x="1209745" y="4123228"/>
                  </a:lnTo>
                  <a:lnTo>
                    <a:pt x="1209839" y="4123228"/>
                  </a:lnTo>
                  <a:lnTo>
                    <a:pt x="1209933" y="4123228"/>
                  </a:lnTo>
                  <a:lnTo>
                    <a:pt x="1210027" y="4123228"/>
                  </a:lnTo>
                  <a:lnTo>
                    <a:pt x="1210121" y="4123228"/>
                  </a:lnTo>
                  <a:lnTo>
                    <a:pt x="1210121" y="4117948"/>
                  </a:lnTo>
                  <a:lnTo>
                    <a:pt x="1210215" y="4117948"/>
                  </a:lnTo>
                  <a:lnTo>
                    <a:pt x="1210309" y="4117948"/>
                  </a:lnTo>
                  <a:lnTo>
                    <a:pt x="1210403" y="4117948"/>
                  </a:lnTo>
                  <a:lnTo>
                    <a:pt x="1210497" y="4117948"/>
                  </a:lnTo>
                  <a:lnTo>
                    <a:pt x="1210591" y="4117948"/>
                  </a:lnTo>
                  <a:lnTo>
                    <a:pt x="1210685" y="4117948"/>
                  </a:lnTo>
                  <a:lnTo>
                    <a:pt x="1210779" y="4117948"/>
                  </a:lnTo>
                  <a:lnTo>
                    <a:pt x="1210873" y="4117948"/>
                  </a:lnTo>
                  <a:lnTo>
                    <a:pt x="1210967" y="4117948"/>
                  </a:lnTo>
                  <a:lnTo>
                    <a:pt x="1211061" y="4117948"/>
                  </a:lnTo>
                  <a:lnTo>
                    <a:pt x="1211155" y="4117948"/>
                  </a:lnTo>
                  <a:lnTo>
                    <a:pt x="1211249" y="4117948"/>
                  </a:lnTo>
                  <a:lnTo>
                    <a:pt x="1211343" y="4117948"/>
                  </a:lnTo>
                  <a:lnTo>
                    <a:pt x="1211437" y="4117948"/>
                  </a:lnTo>
                  <a:lnTo>
                    <a:pt x="1211531" y="4117948"/>
                  </a:lnTo>
                  <a:lnTo>
                    <a:pt x="1211625" y="4117948"/>
                  </a:lnTo>
                  <a:lnTo>
                    <a:pt x="1211719" y="4117948"/>
                  </a:lnTo>
                  <a:lnTo>
                    <a:pt x="1211813" y="4117948"/>
                  </a:lnTo>
                  <a:lnTo>
                    <a:pt x="1211907" y="4117948"/>
                  </a:lnTo>
                  <a:lnTo>
                    <a:pt x="1212001" y="4117948"/>
                  </a:lnTo>
                  <a:lnTo>
                    <a:pt x="1212095" y="4117948"/>
                  </a:lnTo>
                  <a:lnTo>
                    <a:pt x="1212190" y="4117948"/>
                  </a:lnTo>
                  <a:lnTo>
                    <a:pt x="1212284" y="4117948"/>
                  </a:lnTo>
                  <a:lnTo>
                    <a:pt x="1212378" y="4117948"/>
                  </a:lnTo>
                  <a:lnTo>
                    <a:pt x="1212472" y="4117948"/>
                  </a:lnTo>
                  <a:lnTo>
                    <a:pt x="1212566" y="4117948"/>
                  </a:lnTo>
                  <a:lnTo>
                    <a:pt x="1212660" y="4117948"/>
                  </a:lnTo>
                  <a:lnTo>
                    <a:pt x="1212754" y="4117948"/>
                  </a:lnTo>
                  <a:lnTo>
                    <a:pt x="1212848" y="4117948"/>
                  </a:lnTo>
                  <a:lnTo>
                    <a:pt x="1212942" y="4117948"/>
                  </a:lnTo>
                  <a:lnTo>
                    <a:pt x="1213036" y="4117948"/>
                  </a:lnTo>
                  <a:lnTo>
                    <a:pt x="1213130" y="4117948"/>
                  </a:lnTo>
                  <a:lnTo>
                    <a:pt x="1213224" y="4117948"/>
                  </a:lnTo>
                  <a:lnTo>
                    <a:pt x="1213318" y="4117948"/>
                  </a:lnTo>
                  <a:lnTo>
                    <a:pt x="1213412" y="4117948"/>
                  </a:lnTo>
                  <a:lnTo>
                    <a:pt x="1213506" y="4117948"/>
                  </a:lnTo>
                  <a:lnTo>
                    <a:pt x="1213600" y="4117948"/>
                  </a:lnTo>
                  <a:lnTo>
                    <a:pt x="1213600" y="4112669"/>
                  </a:lnTo>
                  <a:lnTo>
                    <a:pt x="1213694" y="4112669"/>
                  </a:lnTo>
                  <a:lnTo>
                    <a:pt x="1213788" y="4112669"/>
                  </a:lnTo>
                  <a:lnTo>
                    <a:pt x="1213882" y="4112669"/>
                  </a:lnTo>
                  <a:lnTo>
                    <a:pt x="1213976" y="4112669"/>
                  </a:lnTo>
                  <a:lnTo>
                    <a:pt x="1214070" y="4112669"/>
                  </a:lnTo>
                  <a:lnTo>
                    <a:pt x="1214164" y="4112669"/>
                  </a:lnTo>
                  <a:lnTo>
                    <a:pt x="1214258" y="4112669"/>
                  </a:lnTo>
                  <a:lnTo>
                    <a:pt x="1214352" y="4112669"/>
                  </a:lnTo>
                  <a:lnTo>
                    <a:pt x="1214446" y="4112669"/>
                  </a:lnTo>
                  <a:lnTo>
                    <a:pt x="1214540" y="4112669"/>
                  </a:lnTo>
                  <a:lnTo>
                    <a:pt x="1214634" y="4112669"/>
                  </a:lnTo>
                  <a:lnTo>
                    <a:pt x="1214728" y="4112669"/>
                  </a:lnTo>
                  <a:lnTo>
                    <a:pt x="1214822" y="4112669"/>
                  </a:lnTo>
                  <a:lnTo>
                    <a:pt x="1214916" y="4112669"/>
                  </a:lnTo>
                  <a:lnTo>
                    <a:pt x="1215010" y="4112669"/>
                  </a:lnTo>
                  <a:lnTo>
                    <a:pt x="1215104" y="4112669"/>
                  </a:lnTo>
                  <a:lnTo>
                    <a:pt x="1215198" y="4112669"/>
                  </a:lnTo>
                  <a:lnTo>
                    <a:pt x="1215292" y="4112669"/>
                  </a:lnTo>
                  <a:lnTo>
                    <a:pt x="1215386" y="4112669"/>
                  </a:lnTo>
                  <a:lnTo>
                    <a:pt x="1215480" y="4112669"/>
                  </a:lnTo>
                  <a:lnTo>
                    <a:pt x="1215574" y="4112669"/>
                  </a:lnTo>
                  <a:lnTo>
                    <a:pt x="1215669" y="4112669"/>
                  </a:lnTo>
                  <a:lnTo>
                    <a:pt x="1215763" y="4112669"/>
                  </a:lnTo>
                  <a:lnTo>
                    <a:pt x="1215857" y="4112669"/>
                  </a:lnTo>
                  <a:lnTo>
                    <a:pt x="1215951" y="4112669"/>
                  </a:lnTo>
                  <a:lnTo>
                    <a:pt x="1216045" y="4112669"/>
                  </a:lnTo>
                  <a:lnTo>
                    <a:pt x="1216139" y="4112669"/>
                  </a:lnTo>
                  <a:lnTo>
                    <a:pt x="1216233" y="4112669"/>
                  </a:lnTo>
                  <a:lnTo>
                    <a:pt x="1216327" y="4112669"/>
                  </a:lnTo>
                  <a:lnTo>
                    <a:pt x="1216421" y="4112669"/>
                  </a:lnTo>
                  <a:lnTo>
                    <a:pt x="1216515" y="4112669"/>
                  </a:lnTo>
                  <a:lnTo>
                    <a:pt x="1216609" y="4112669"/>
                  </a:lnTo>
                  <a:lnTo>
                    <a:pt x="1216703" y="4112669"/>
                  </a:lnTo>
                  <a:lnTo>
                    <a:pt x="1216797" y="4112669"/>
                  </a:lnTo>
                  <a:lnTo>
                    <a:pt x="1216891" y="4112669"/>
                  </a:lnTo>
                  <a:lnTo>
                    <a:pt x="1216985" y="4112669"/>
                  </a:lnTo>
                  <a:lnTo>
                    <a:pt x="1217079" y="4112669"/>
                  </a:lnTo>
                  <a:lnTo>
                    <a:pt x="1217173" y="4112669"/>
                  </a:lnTo>
                  <a:lnTo>
                    <a:pt x="1217267" y="4112669"/>
                  </a:lnTo>
                  <a:lnTo>
                    <a:pt x="1217361" y="4112669"/>
                  </a:lnTo>
                  <a:lnTo>
                    <a:pt x="1217455" y="4112669"/>
                  </a:lnTo>
                  <a:lnTo>
                    <a:pt x="1217549" y="4112669"/>
                  </a:lnTo>
                  <a:lnTo>
                    <a:pt x="1217643" y="4112669"/>
                  </a:lnTo>
                  <a:lnTo>
                    <a:pt x="1217737" y="4112669"/>
                  </a:lnTo>
                  <a:lnTo>
                    <a:pt x="1217831" y="4112669"/>
                  </a:lnTo>
                  <a:lnTo>
                    <a:pt x="1217925" y="4112669"/>
                  </a:lnTo>
                  <a:lnTo>
                    <a:pt x="1218019" y="4112669"/>
                  </a:lnTo>
                  <a:lnTo>
                    <a:pt x="1218113" y="4112669"/>
                  </a:lnTo>
                  <a:lnTo>
                    <a:pt x="1218207" y="4112669"/>
                  </a:lnTo>
                  <a:lnTo>
                    <a:pt x="1218207" y="4107389"/>
                  </a:lnTo>
                  <a:lnTo>
                    <a:pt x="1218301" y="4107389"/>
                  </a:lnTo>
                  <a:lnTo>
                    <a:pt x="1218395" y="4107389"/>
                  </a:lnTo>
                  <a:lnTo>
                    <a:pt x="1218489" y="4107389"/>
                  </a:lnTo>
                  <a:lnTo>
                    <a:pt x="1218583" y="4107389"/>
                  </a:lnTo>
                  <a:lnTo>
                    <a:pt x="1218677" y="4107389"/>
                  </a:lnTo>
                  <a:lnTo>
                    <a:pt x="1218771" y="4107389"/>
                  </a:lnTo>
                  <a:lnTo>
                    <a:pt x="1218865" y="4107389"/>
                  </a:lnTo>
                  <a:lnTo>
                    <a:pt x="1218959" y="4107389"/>
                  </a:lnTo>
                  <a:lnTo>
                    <a:pt x="1219053" y="4107389"/>
                  </a:lnTo>
                  <a:lnTo>
                    <a:pt x="1219147" y="4107389"/>
                  </a:lnTo>
                  <a:lnTo>
                    <a:pt x="1219242" y="4107389"/>
                  </a:lnTo>
                  <a:lnTo>
                    <a:pt x="1219336" y="4107389"/>
                  </a:lnTo>
                  <a:lnTo>
                    <a:pt x="1219430" y="4107389"/>
                  </a:lnTo>
                  <a:lnTo>
                    <a:pt x="1219430" y="4102110"/>
                  </a:lnTo>
                  <a:lnTo>
                    <a:pt x="1219524" y="4102110"/>
                  </a:lnTo>
                  <a:lnTo>
                    <a:pt x="1219618" y="4102110"/>
                  </a:lnTo>
                  <a:lnTo>
                    <a:pt x="1219712" y="4102110"/>
                  </a:lnTo>
                  <a:lnTo>
                    <a:pt x="1219806" y="4102110"/>
                  </a:lnTo>
                  <a:lnTo>
                    <a:pt x="1219900" y="4102110"/>
                  </a:lnTo>
                  <a:lnTo>
                    <a:pt x="1219994" y="4102110"/>
                  </a:lnTo>
                  <a:lnTo>
                    <a:pt x="1220088" y="4102110"/>
                  </a:lnTo>
                  <a:lnTo>
                    <a:pt x="1220182" y="4102110"/>
                  </a:lnTo>
                  <a:lnTo>
                    <a:pt x="1220276" y="4102110"/>
                  </a:lnTo>
                  <a:lnTo>
                    <a:pt x="1220370" y="4102110"/>
                  </a:lnTo>
                  <a:lnTo>
                    <a:pt x="1220464" y="4102110"/>
                  </a:lnTo>
                  <a:lnTo>
                    <a:pt x="1220558" y="4102110"/>
                  </a:lnTo>
                  <a:lnTo>
                    <a:pt x="1220652" y="4102110"/>
                  </a:lnTo>
                  <a:lnTo>
                    <a:pt x="1220746" y="4102110"/>
                  </a:lnTo>
                  <a:lnTo>
                    <a:pt x="1220840" y="4102110"/>
                  </a:lnTo>
                  <a:lnTo>
                    <a:pt x="1220934" y="4102110"/>
                  </a:lnTo>
                  <a:lnTo>
                    <a:pt x="1221028" y="4102110"/>
                  </a:lnTo>
                  <a:lnTo>
                    <a:pt x="1221122" y="4102110"/>
                  </a:lnTo>
                  <a:lnTo>
                    <a:pt x="1221216" y="4102110"/>
                  </a:lnTo>
                  <a:lnTo>
                    <a:pt x="1221310" y="4102110"/>
                  </a:lnTo>
                  <a:lnTo>
                    <a:pt x="1221404" y="4102110"/>
                  </a:lnTo>
                  <a:lnTo>
                    <a:pt x="1221498" y="4102110"/>
                  </a:lnTo>
                  <a:lnTo>
                    <a:pt x="1221592" y="4102110"/>
                  </a:lnTo>
                  <a:lnTo>
                    <a:pt x="1221686" y="4102110"/>
                  </a:lnTo>
                  <a:lnTo>
                    <a:pt x="1221780" y="4102110"/>
                  </a:lnTo>
                  <a:lnTo>
                    <a:pt x="1221874" y="4102110"/>
                  </a:lnTo>
                  <a:lnTo>
                    <a:pt x="1221968" y="4102110"/>
                  </a:lnTo>
                  <a:lnTo>
                    <a:pt x="1222062" y="4102110"/>
                  </a:lnTo>
                  <a:lnTo>
                    <a:pt x="1222156" y="4102110"/>
                  </a:lnTo>
                  <a:lnTo>
                    <a:pt x="1222250" y="4102110"/>
                  </a:lnTo>
                  <a:lnTo>
                    <a:pt x="1222344" y="4102110"/>
                  </a:lnTo>
                  <a:lnTo>
                    <a:pt x="1222438" y="4102110"/>
                  </a:lnTo>
                  <a:lnTo>
                    <a:pt x="1222532" y="4102110"/>
                  </a:lnTo>
                  <a:lnTo>
                    <a:pt x="1222626" y="4102110"/>
                  </a:lnTo>
                  <a:lnTo>
                    <a:pt x="1222720" y="4102110"/>
                  </a:lnTo>
                  <a:lnTo>
                    <a:pt x="1222815" y="4102110"/>
                  </a:lnTo>
                  <a:lnTo>
                    <a:pt x="1222909" y="4102110"/>
                  </a:lnTo>
                  <a:lnTo>
                    <a:pt x="1223003" y="4102110"/>
                  </a:lnTo>
                  <a:lnTo>
                    <a:pt x="1223097" y="4102110"/>
                  </a:lnTo>
                  <a:lnTo>
                    <a:pt x="1223191" y="4102110"/>
                  </a:lnTo>
                  <a:lnTo>
                    <a:pt x="1223285" y="4102110"/>
                  </a:lnTo>
                  <a:lnTo>
                    <a:pt x="1223379" y="4102110"/>
                  </a:lnTo>
                  <a:lnTo>
                    <a:pt x="1223473" y="4102110"/>
                  </a:lnTo>
                  <a:lnTo>
                    <a:pt x="1223567" y="4102110"/>
                  </a:lnTo>
                  <a:lnTo>
                    <a:pt x="1223661" y="4102110"/>
                  </a:lnTo>
                  <a:lnTo>
                    <a:pt x="1223755" y="4102110"/>
                  </a:lnTo>
                  <a:lnTo>
                    <a:pt x="1223849" y="4102110"/>
                  </a:lnTo>
                  <a:lnTo>
                    <a:pt x="1223943" y="4102110"/>
                  </a:lnTo>
                  <a:lnTo>
                    <a:pt x="1224037" y="4102110"/>
                  </a:lnTo>
                  <a:lnTo>
                    <a:pt x="1224131" y="4102110"/>
                  </a:lnTo>
                  <a:lnTo>
                    <a:pt x="1224225" y="4102110"/>
                  </a:lnTo>
                  <a:lnTo>
                    <a:pt x="1224319" y="4102110"/>
                  </a:lnTo>
                  <a:lnTo>
                    <a:pt x="1224413" y="4102110"/>
                  </a:lnTo>
                  <a:lnTo>
                    <a:pt x="1224507" y="4102110"/>
                  </a:lnTo>
                  <a:lnTo>
                    <a:pt x="1224601" y="4102110"/>
                  </a:lnTo>
                  <a:lnTo>
                    <a:pt x="1224695" y="4102110"/>
                  </a:lnTo>
                  <a:lnTo>
                    <a:pt x="1224789" y="4102110"/>
                  </a:lnTo>
                  <a:lnTo>
                    <a:pt x="1224883" y="4102110"/>
                  </a:lnTo>
                  <a:lnTo>
                    <a:pt x="1224977" y="4102110"/>
                  </a:lnTo>
                  <a:lnTo>
                    <a:pt x="1225071" y="4102110"/>
                  </a:lnTo>
                  <a:lnTo>
                    <a:pt x="1225165" y="4102110"/>
                  </a:lnTo>
                  <a:lnTo>
                    <a:pt x="1225259" y="4102110"/>
                  </a:lnTo>
                  <a:lnTo>
                    <a:pt x="1225353" y="4102110"/>
                  </a:lnTo>
                  <a:lnTo>
                    <a:pt x="1225447" y="4102110"/>
                  </a:lnTo>
                  <a:lnTo>
                    <a:pt x="1225541" y="4102110"/>
                  </a:lnTo>
                  <a:lnTo>
                    <a:pt x="1225635" y="4102110"/>
                  </a:lnTo>
                  <a:lnTo>
                    <a:pt x="1225729" y="4102110"/>
                  </a:lnTo>
                  <a:lnTo>
                    <a:pt x="1225823" y="4102110"/>
                  </a:lnTo>
                  <a:lnTo>
                    <a:pt x="1225917" y="4102110"/>
                  </a:lnTo>
                  <a:lnTo>
                    <a:pt x="1226011" y="4102110"/>
                  </a:lnTo>
                  <a:lnTo>
                    <a:pt x="1226105" y="4102110"/>
                  </a:lnTo>
                  <a:lnTo>
                    <a:pt x="1226199" y="4102110"/>
                  </a:lnTo>
                  <a:lnTo>
                    <a:pt x="1226294" y="4102110"/>
                  </a:lnTo>
                  <a:lnTo>
                    <a:pt x="1226388" y="4102110"/>
                  </a:lnTo>
                  <a:lnTo>
                    <a:pt x="1226482" y="4102110"/>
                  </a:lnTo>
                  <a:lnTo>
                    <a:pt x="1226576" y="4102110"/>
                  </a:lnTo>
                  <a:lnTo>
                    <a:pt x="1226670" y="4102110"/>
                  </a:lnTo>
                  <a:lnTo>
                    <a:pt x="1226764" y="4102110"/>
                  </a:lnTo>
                  <a:lnTo>
                    <a:pt x="1226858" y="4102110"/>
                  </a:lnTo>
                  <a:lnTo>
                    <a:pt x="1226952" y="4102110"/>
                  </a:lnTo>
                  <a:lnTo>
                    <a:pt x="1227046" y="4102110"/>
                  </a:lnTo>
                  <a:lnTo>
                    <a:pt x="1227140" y="4102110"/>
                  </a:lnTo>
                  <a:lnTo>
                    <a:pt x="1227234" y="4102110"/>
                  </a:lnTo>
                  <a:lnTo>
                    <a:pt x="1227328" y="4102110"/>
                  </a:lnTo>
                  <a:lnTo>
                    <a:pt x="1227422" y="4102110"/>
                  </a:lnTo>
                  <a:lnTo>
                    <a:pt x="1227516" y="4102110"/>
                  </a:lnTo>
                  <a:lnTo>
                    <a:pt x="1227610" y="4102110"/>
                  </a:lnTo>
                  <a:lnTo>
                    <a:pt x="1227704" y="4102110"/>
                  </a:lnTo>
                  <a:lnTo>
                    <a:pt x="1227798" y="4102110"/>
                  </a:lnTo>
                  <a:lnTo>
                    <a:pt x="1227892" y="4102110"/>
                  </a:lnTo>
                  <a:lnTo>
                    <a:pt x="1227986" y="4102110"/>
                  </a:lnTo>
                  <a:lnTo>
                    <a:pt x="1228080" y="4102110"/>
                  </a:lnTo>
                  <a:lnTo>
                    <a:pt x="1228174" y="4102110"/>
                  </a:lnTo>
                  <a:lnTo>
                    <a:pt x="1228268" y="4102110"/>
                  </a:lnTo>
                  <a:lnTo>
                    <a:pt x="1228362" y="4102110"/>
                  </a:lnTo>
                  <a:lnTo>
                    <a:pt x="1228456" y="4102110"/>
                  </a:lnTo>
                  <a:lnTo>
                    <a:pt x="1228550" y="4102110"/>
                  </a:lnTo>
                  <a:lnTo>
                    <a:pt x="1228644" y="4102110"/>
                  </a:lnTo>
                  <a:lnTo>
                    <a:pt x="1228738" y="4102110"/>
                  </a:lnTo>
                  <a:lnTo>
                    <a:pt x="1228832" y="4102110"/>
                  </a:lnTo>
                  <a:lnTo>
                    <a:pt x="1228926" y="4102110"/>
                  </a:lnTo>
                  <a:lnTo>
                    <a:pt x="1229020" y="4102110"/>
                  </a:lnTo>
                  <a:lnTo>
                    <a:pt x="1229114" y="4102110"/>
                  </a:lnTo>
                  <a:lnTo>
                    <a:pt x="1229208" y="4102110"/>
                  </a:lnTo>
                  <a:lnTo>
                    <a:pt x="1229302" y="4102110"/>
                  </a:lnTo>
                  <a:lnTo>
                    <a:pt x="1229396" y="4102110"/>
                  </a:lnTo>
                  <a:lnTo>
                    <a:pt x="1229490" y="4102110"/>
                  </a:lnTo>
                  <a:lnTo>
                    <a:pt x="1229584" y="4102110"/>
                  </a:lnTo>
                  <a:lnTo>
                    <a:pt x="1229678" y="4102110"/>
                  </a:lnTo>
                  <a:lnTo>
                    <a:pt x="1229772" y="4102110"/>
                  </a:lnTo>
                  <a:lnTo>
                    <a:pt x="1229867" y="4102110"/>
                  </a:lnTo>
                  <a:lnTo>
                    <a:pt x="1229961" y="4102110"/>
                  </a:lnTo>
                  <a:lnTo>
                    <a:pt x="1230055" y="4102110"/>
                  </a:lnTo>
                  <a:lnTo>
                    <a:pt x="1230149" y="4102110"/>
                  </a:lnTo>
                  <a:lnTo>
                    <a:pt x="1230243" y="4102110"/>
                  </a:lnTo>
                  <a:lnTo>
                    <a:pt x="1230337" y="4102110"/>
                  </a:lnTo>
                  <a:lnTo>
                    <a:pt x="1230431" y="4102110"/>
                  </a:lnTo>
                  <a:lnTo>
                    <a:pt x="1230525" y="4102110"/>
                  </a:lnTo>
                  <a:lnTo>
                    <a:pt x="1230619" y="4102110"/>
                  </a:lnTo>
                  <a:lnTo>
                    <a:pt x="1230713" y="4102110"/>
                  </a:lnTo>
                  <a:lnTo>
                    <a:pt x="1230807" y="4102110"/>
                  </a:lnTo>
                  <a:lnTo>
                    <a:pt x="1230807" y="4096830"/>
                  </a:lnTo>
                  <a:lnTo>
                    <a:pt x="1230901" y="4096830"/>
                  </a:lnTo>
                  <a:lnTo>
                    <a:pt x="1230995" y="4096830"/>
                  </a:lnTo>
                  <a:lnTo>
                    <a:pt x="1231089" y="4096830"/>
                  </a:lnTo>
                  <a:lnTo>
                    <a:pt x="1231183" y="4096830"/>
                  </a:lnTo>
                  <a:lnTo>
                    <a:pt x="1231277" y="4096830"/>
                  </a:lnTo>
                  <a:lnTo>
                    <a:pt x="1231371" y="4096830"/>
                  </a:lnTo>
                  <a:lnTo>
                    <a:pt x="1231371" y="4091551"/>
                  </a:lnTo>
                  <a:lnTo>
                    <a:pt x="1231465" y="4091551"/>
                  </a:lnTo>
                  <a:lnTo>
                    <a:pt x="1231559" y="4091551"/>
                  </a:lnTo>
                  <a:lnTo>
                    <a:pt x="1231653" y="4091551"/>
                  </a:lnTo>
                  <a:lnTo>
                    <a:pt x="1231747" y="4091551"/>
                  </a:lnTo>
                  <a:lnTo>
                    <a:pt x="1231841" y="4091551"/>
                  </a:lnTo>
                  <a:lnTo>
                    <a:pt x="1231935" y="4091551"/>
                  </a:lnTo>
                  <a:lnTo>
                    <a:pt x="1232029" y="4091551"/>
                  </a:lnTo>
                  <a:lnTo>
                    <a:pt x="1232123" y="4091551"/>
                  </a:lnTo>
                  <a:lnTo>
                    <a:pt x="1232217" y="4091551"/>
                  </a:lnTo>
                  <a:lnTo>
                    <a:pt x="1232311" y="4091551"/>
                  </a:lnTo>
                  <a:lnTo>
                    <a:pt x="1232405" y="4091551"/>
                  </a:lnTo>
                  <a:lnTo>
                    <a:pt x="1232499" y="4091551"/>
                  </a:lnTo>
                  <a:lnTo>
                    <a:pt x="1232593" y="4091551"/>
                  </a:lnTo>
                  <a:lnTo>
                    <a:pt x="1232687" y="4091551"/>
                  </a:lnTo>
                  <a:lnTo>
                    <a:pt x="1232781" y="4091551"/>
                  </a:lnTo>
                  <a:lnTo>
                    <a:pt x="1232875" y="4091551"/>
                  </a:lnTo>
                  <a:lnTo>
                    <a:pt x="1232875" y="4086272"/>
                  </a:lnTo>
                  <a:lnTo>
                    <a:pt x="1232969" y="4086272"/>
                  </a:lnTo>
                  <a:lnTo>
                    <a:pt x="1233063" y="4086272"/>
                  </a:lnTo>
                  <a:lnTo>
                    <a:pt x="1233157" y="4086272"/>
                  </a:lnTo>
                  <a:lnTo>
                    <a:pt x="1233251" y="4086272"/>
                  </a:lnTo>
                  <a:lnTo>
                    <a:pt x="1233345" y="4086272"/>
                  </a:lnTo>
                  <a:lnTo>
                    <a:pt x="1233440" y="4086272"/>
                  </a:lnTo>
                  <a:lnTo>
                    <a:pt x="1233534" y="4086272"/>
                  </a:lnTo>
                  <a:lnTo>
                    <a:pt x="1233628" y="4086272"/>
                  </a:lnTo>
                  <a:lnTo>
                    <a:pt x="1233722" y="4086272"/>
                  </a:lnTo>
                  <a:lnTo>
                    <a:pt x="1233816" y="4086272"/>
                  </a:lnTo>
                  <a:lnTo>
                    <a:pt x="1233910" y="4086272"/>
                  </a:lnTo>
                  <a:lnTo>
                    <a:pt x="1234004" y="4086272"/>
                  </a:lnTo>
                  <a:lnTo>
                    <a:pt x="1234098" y="4086272"/>
                  </a:lnTo>
                  <a:lnTo>
                    <a:pt x="1234192" y="4086272"/>
                  </a:lnTo>
                  <a:lnTo>
                    <a:pt x="1234286" y="4086272"/>
                  </a:lnTo>
                  <a:lnTo>
                    <a:pt x="1234380" y="4086272"/>
                  </a:lnTo>
                  <a:lnTo>
                    <a:pt x="1234474" y="4086272"/>
                  </a:lnTo>
                  <a:lnTo>
                    <a:pt x="1234568" y="4086272"/>
                  </a:lnTo>
                  <a:lnTo>
                    <a:pt x="1234568" y="4080992"/>
                  </a:lnTo>
                  <a:lnTo>
                    <a:pt x="1234662" y="4080992"/>
                  </a:lnTo>
                  <a:lnTo>
                    <a:pt x="1234756" y="4080992"/>
                  </a:lnTo>
                  <a:lnTo>
                    <a:pt x="1234850" y="4080992"/>
                  </a:lnTo>
                  <a:lnTo>
                    <a:pt x="1234944" y="4080992"/>
                  </a:lnTo>
                  <a:lnTo>
                    <a:pt x="1235038" y="4080992"/>
                  </a:lnTo>
                  <a:lnTo>
                    <a:pt x="1235132" y="4080992"/>
                  </a:lnTo>
                  <a:lnTo>
                    <a:pt x="1235226" y="4080992"/>
                  </a:lnTo>
                  <a:lnTo>
                    <a:pt x="1235320" y="4080992"/>
                  </a:lnTo>
                  <a:lnTo>
                    <a:pt x="1235414" y="4080992"/>
                  </a:lnTo>
                  <a:lnTo>
                    <a:pt x="1235508" y="4080992"/>
                  </a:lnTo>
                  <a:lnTo>
                    <a:pt x="1235602" y="4080992"/>
                  </a:lnTo>
                  <a:lnTo>
                    <a:pt x="1235696" y="4080992"/>
                  </a:lnTo>
                  <a:lnTo>
                    <a:pt x="1235790" y="4080992"/>
                  </a:lnTo>
                  <a:lnTo>
                    <a:pt x="1235884" y="4080992"/>
                  </a:lnTo>
                  <a:lnTo>
                    <a:pt x="1235978" y="4080992"/>
                  </a:lnTo>
                  <a:lnTo>
                    <a:pt x="1236072" y="4080992"/>
                  </a:lnTo>
                  <a:lnTo>
                    <a:pt x="1236166" y="4080992"/>
                  </a:lnTo>
                  <a:lnTo>
                    <a:pt x="1236260" y="4080992"/>
                  </a:lnTo>
                  <a:lnTo>
                    <a:pt x="1236354" y="4080992"/>
                  </a:lnTo>
                  <a:lnTo>
                    <a:pt x="1236448" y="4080992"/>
                  </a:lnTo>
                  <a:lnTo>
                    <a:pt x="1236542" y="4080992"/>
                  </a:lnTo>
                  <a:lnTo>
                    <a:pt x="1236636" y="4080992"/>
                  </a:lnTo>
                  <a:lnTo>
                    <a:pt x="1236730" y="4080992"/>
                  </a:lnTo>
                  <a:lnTo>
                    <a:pt x="1236730" y="4075713"/>
                  </a:lnTo>
                  <a:lnTo>
                    <a:pt x="1236730" y="4070433"/>
                  </a:lnTo>
                  <a:lnTo>
                    <a:pt x="1236824" y="4070433"/>
                  </a:lnTo>
                  <a:lnTo>
                    <a:pt x="1236919" y="4070433"/>
                  </a:lnTo>
                  <a:lnTo>
                    <a:pt x="1237013" y="4070433"/>
                  </a:lnTo>
                  <a:lnTo>
                    <a:pt x="1237107" y="4070433"/>
                  </a:lnTo>
                  <a:lnTo>
                    <a:pt x="1237201" y="4070433"/>
                  </a:lnTo>
                  <a:lnTo>
                    <a:pt x="1237201" y="4065154"/>
                  </a:lnTo>
                  <a:lnTo>
                    <a:pt x="1237295" y="4065154"/>
                  </a:lnTo>
                  <a:lnTo>
                    <a:pt x="1237389" y="4065154"/>
                  </a:lnTo>
                  <a:lnTo>
                    <a:pt x="1237483" y="4065154"/>
                  </a:lnTo>
                  <a:lnTo>
                    <a:pt x="1237577" y="4065154"/>
                  </a:lnTo>
                  <a:lnTo>
                    <a:pt x="1237671" y="4065154"/>
                  </a:lnTo>
                  <a:lnTo>
                    <a:pt x="1237765" y="4065154"/>
                  </a:lnTo>
                  <a:lnTo>
                    <a:pt x="1237859" y="4065154"/>
                  </a:lnTo>
                  <a:lnTo>
                    <a:pt x="1237953" y="4065154"/>
                  </a:lnTo>
                  <a:lnTo>
                    <a:pt x="1238047" y="4065154"/>
                  </a:lnTo>
                  <a:lnTo>
                    <a:pt x="1238141" y="4065154"/>
                  </a:lnTo>
                  <a:lnTo>
                    <a:pt x="1238235" y="4065154"/>
                  </a:lnTo>
                  <a:lnTo>
                    <a:pt x="1238329" y="4065154"/>
                  </a:lnTo>
                  <a:lnTo>
                    <a:pt x="1238423" y="4065154"/>
                  </a:lnTo>
                  <a:lnTo>
                    <a:pt x="1238517" y="4065154"/>
                  </a:lnTo>
                  <a:lnTo>
                    <a:pt x="1238611" y="4065154"/>
                  </a:lnTo>
                  <a:lnTo>
                    <a:pt x="1238705" y="4065154"/>
                  </a:lnTo>
                  <a:lnTo>
                    <a:pt x="1238799" y="4065154"/>
                  </a:lnTo>
                  <a:lnTo>
                    <a:pt x="1238893" y="4065154"/>
                  </a:lnTo>
                  <a:lnTo>
                    <a:pt x="1238987" y="4065154"/>
                  </a:lnTo>
                  <a:lnTo>
                    <a:pt x="1239081" y="4065154"/>
                  </a:lnTo>
                  <a:lnTo>
                    <a:pt x="1239175" y="4065154"/>
                  </a:lnTo>
                  <a:lnTo>
                    <a:pt x="1239269" y="4065154"/>
                  </a:lnTo>
                  <a:lnTo>
                    <a:pt x="1239363" y="4065154"/>
                  </a:lnTo>
                  <a:lnTo>
                    <a:pt x="1239457" y="4065154"/>
                  </a:lnTo>
                  <a:lnTo>
                    <a:pt x="1239551" y="4065154"/>
                  </a:lnTo>
                  <a:lnTo>
                    <a:pt x="1239645" y="4065154"/>
                  </a:lnTo>
                  <a:lnTo>
                    <a:pt x="1239739" y="4065154"/>
                  </a:lnTo>
                  <a:lnTo>
                    <a:pt x="1239833" y="4065154"/>
                  </a:lnTo>
                  <a:lnTo>
                    <a:pt x="1239927" y="4065154"/>
                  </a:lnTo>
                  <a:lnTo>
                    <a:pt x="1240021" y="4065154"/>
                  </a:lnTo>
                  <a:lnTo>
                    <a:pt x="1240115" y="4065154"/>
                  </a:lnTo>
                  <a:lnTo>
                    <a:pt x="1240209" y="4065154"/>
                  </a:lnTo>
                  <a:lnTo>
                    <a:pt x="1240303" y="4065154"/>
                  </a:lnTo>
                  <a:lnTo>
                    <a:pt x="1240397" y="4065154"/>
                  </a:lnTo>
                  <a:lnTo>
                    <a:pt x="1240492" y="4065154"/>
                  </a:lnTo>
                  <a:lnTo>
                    <a:pt x="1240586" y="4065154"/>
                  </a:lnTo>
                  <a:lnTo>
                    <a:pt x="1240680" y="4065154"/>
                  </a:lnTo>
                  <a:lnTo>
                    <a:pt x="1240774" y="4065154"/>
                  </a:lnTo>
                  <a:lnTo>
                    <a:pt x="1240868" y="4065154"/>
                  </a:lnTo>
                  <a:lnTo>
                    <a:pt x="1240962" y="4065154"/>
                  </a:lnTo>
                  <a:lnTo>
                    <a:pt x="1241056" y="4065154"/>
                  </a:lnTo>
                  <a:lnTo>
                    <a:pt x="1241150" y="4065154"/>
                  </a:lnTo>
                  <a:lnTo>
                    <a:pt x="1241244" y="4065154"/>
                  </a:lnTo>
                  <a:lnTo>
                    <a:pt x="1241338" y="4065154"/>
                  </a:lnTo>
                  <a:lnTo>
                    <a:pt x="1241432" y="4065154"/>
                  </a:lnTo>
                  <a:lnTo>
                    <a:pt x="1241526" y="4065154"/>
                  </a:lnTo>
                  <a:lnTo>
                    <a:pt x="1241620" y="4065154"/>
                  </a:lnTo>
                  <a:lnTo>
                    <a:pt x="1241714" y="4065154"/>
                  </a:lnTo>
                  <a:lnTo>
                    <a:pt x="1241808" y="4065154"/>
                  </a:lnTo>
                  <a:lnTo>
                    <a:pt x="1241902" y="4065154"/>
                  </a:lnTo>
                  <a:lnTo>
                    <a:pt x="1241996" y="4065154"/>
                  </a:lnTo>
                  <a:lnTo>
                    <a:pt x="1242090" y="4065154"/>
                  </a:lnTo>
                  <a:lnTo>
                    <a:pt x="1242184" y="4065154"/>
                  </a:lnTo>
                  <a:lnTo>
                    <a:pt x="1242278" y="4065154"/>
                  </a:lnTo>
                  <a:lnTo>
                    <a:pt x="1242372" y="4065154"/>
                  </a:lnTo>
                  <a:lnTo>
                    <a:pt x="1242466" y="4065154"/>
                  </a:lnTo>
                  <a:lnTo>
                    <a:pt x="1242560" y="4065154"/>
                  </a:lnTo>
                  <a:lnTo>
                    <a:pt x="1242654" y="4065154"/>
                  </a:lnTo>
                  <a:lnTo>
                    <a:pt x="1242748" y="4065154"/>
                  </a:lnTo>
                  <a:lnTo>
                    <a:pt x="1242842" y="4065154"/>
                  </a:lnTo>
                  <a:lnTo>
                    <a:pt x="1242936" y="4065154"/>
                  </a:lnTo>
                  <a:lnTo>
                    <a:pt x="1243030" y="4065154"/>
                  </a:lnTo>
                  <a:lnTo>
                    <a:pt x="1243124" y="4065154"/>
                  </a:lnTo>
                  <a:lnTo>
                    <a:pt x="1243218" y="4065154"/>
                  </a:lnTo>
                  <a:lnTo>
                    <a:pt x="1243312" y="4065154"/>
                  </a:lnTo>
                  <a:lnTo>
                    <a:pt x="1243406" y="4065154"/>
                  </a:lnTo>
                  <a:lnTo>
                    <a:pt x="1243406" y="4059875"/>
                  </a:lnTo>
                  <a:lnTo>
                    <a:pt x="1243500" y="4059875"/>
                  </a:lnTo>
                  <a:lnTo>
                    <a:pt x="1243594" y="4059875"/>
                  </a:lnTo>
                  <a:lnTo>
                    <a:pt x="1243688" y="4059875"/>
                  </a:lnTo>
                  <a:lnTo>
                    <a:pt x="1243782" y="4059875"/>
                  </a:lnTo>
                  <a:lnTo>
                    <a:pt x="1243876" y="4059875"/>
                  </a:lnTo>
                  <a:lnTo>
                    <a:pt x="1243970" y="4059875"/>
                  </a:lnTo>
                  <a:lnTo>
                    <a:pt x="1244065" y="4059875"/>
                  </a:lnTo>
                  <a:lnTo>
                    <a:pt x="1244159" y="4059875"/>
                  </a:lnTo>
                  <a:lnTo>
                    <a:pt x="1244253" y="4059875"/>
                  </a:lnTo>
                  <a:lnTo>
                    <a:pt x="1244347" y="4059875"/>
                  </a:lnTo>
                  <a:lnTo>
                    <a:pt x="1244441" y="4059875"/>
                  </a:lnTo>
                  <a:lnTo>
                    <a:pt x="1244535" y="4059875"/>
                  </a:lnTo>
                  <a:lnTo>
                    <a:pt x="1244629" y="4059875"/>
                  </a:lnTo>
                  <a:lnTo>
                    <a:pt x="1244723" y="4059875"/>
                  </a:lnTo>
                  <a:lnTo>
                    <a:pt x="1244817" y="4059875"/>
                  </a:lnTo>
                  <a:lnTo>
                    <a:pt x="1244911" y="4059875"/>
                  </a:lnTo>
                  <a:lnTo>
                    <a:pt x="1245005" y="4059875"/>
                  </a:lnTo>
                  <a:lnTo>
                    <a:pt x="1245099" y="4059875"/>
                  </a:lnTo>
                  <a:lnTo>
                    <a:pt x="1245193" y="4059875"/>
                  </a:lnTo>
                  <a:lnTo>
                    <a:pt x="1245287" y="4059875"/>
                  </a:lnTo>
                  <a:lnTo>
                    <a:pt x="1245381" y="4059875"/>
                  </a:lnTo>
                  <a:lnTo>
                    <a:pt x="1245475" y="4059875"/>
                  </a:lnTo>
                  <a:lnTo>
                    <a:pt x="1245475" y="4054595"/>
                  </a:lnTo>
                  <a:lnTo>
                    <a:pt x="1245569" y="4054595"/>
                  </a:lnTo>
                  <a:lnTo>
                    <a:pt x="1245663" y="4054595"/>
                  </a:lnTo>
                  <a:lnTo>
                    <a:pt x="1245757" y="4054595"/>
                  </a:lnTo>
                  <a:lnTo>
                    <a:pt x="1245851" y="4054595"/>
                  </a:lnTo>
                  <a:lnTo>
                    <a:pt x="1245945" y="4054595"/>
                  </a:lnTo>
                  <a:lnTo>
                    <a:pt x="1246039" y="4054595"/>
                  </a:lnTo>
                  <a:lnTo>
                    <a:pt x="1246133" y="4054595"/>
                  </a:lnTo>
                  <a:lnTo>
                    <a:pt x="1246227" y="4054595"/>
                  </a:lnTo>
                  <a:lnTo>
                    <a:pt x="1246321" y="4054595"/>
                  </a:lnTo>
                  <a:lnTo>
                    <a:pt x="1246415" y="4054595"/>
                  </a:lnTo>
                  <a:lnTo>
                    <a:pt x="1246509" y="4054595"/>
                  </a:lnTo>
                  <a:lnTo>
                    <a:pt x="1246603" y="4054595"/>
                  </a:lnTo>
                  <a:lnTo>
                    <a:pt x="1246697" y="4054595"/>
                  </a:lnTo>
                  <a:lnTo>
                    <a:pt x="1246791" y="4054595"/>
                  </a:lnTo>
                  <a:lnTo>
                    <a:pt x="1246885" y="4054595"/>
                  </a:lnTo>
                  <a:lnTo>
                    <a:pt x="1246979" y="4054595"/>
                  </a:lnTo>
                  <a:lnTo>
                    <a:pt x="1247073" y="4054595"/>
                  </a:lnTo>
                  <a:lnTo>
                    <a:pt x="1247167" y="4054595"/>
                  </a:lnTo>
                  <a:lnTo>
                    <a:pt x="1247261" y="4054595"/>
                  </a:lnTo>
                  <a:lnTo>
                    <a:pt x="1247355" y="4054595"/>
                  </a:lnTo>
                  <a:lnTo>
                    <a:pt x="1247449" y="4054595"/>
                  </a:lnTo>
                  <a:lnTo>
                    <a:pt x="1247543" y="4054595"/>
                  </a:lnTo>
                  <a:lnTo>
                    <a:pt x="1247638" y="4054595"/>
                  </a:lnTo>
                  <a:lnTo>
                    <a:pt x="1247732" y="4054595"/>
                  </a:lnTo>
                  <a:lnTo>
                    <a:pt x="1247826" y="4054595"/>
                  </a:lnTo>
                  <a:lnTo>
                    <a:pt x="1247920" y="4054595"/>
                  </a:lnTo>
                  <a:lnTo>
                    <a:pt x="1248014" y="4054595"/>
                  </a:lnTo>
                  <a:lnTo>
                    <a:pt x="1248108" y="4054595"/>
                  </a:lnTo>
                  <a:lnTo>
                    <a:pt x="1248202" y="4054595"/>
                  </a:lnTo>
                  <a:lnTo>
                    <a:pt x="1248296" y="4054595"/>
                  </a:lnTo>
                  <a:lnTo>
                    <a:pt x="1248390" y="4054595"/>
                  </a:lnTo>
                  <a:lnTo>
                    <a:pt x="1248484" y="4054595"/>
                  </a:lnTo>
                  <a:lnTo>
                    <a:pt x="1248578" y="4054595"/>
                  </a:lnTo>
                  <a:lnTo>
                    <a:pt x="1248672" y="4054595"/>
                  </a:lnTo>
                  <a:lnTo>
                    <a:pt x="1248766" y="4054595"/>
                  </a:lnTo>
                  <a:lnTo>
                    <a:pt x="1248766" y="4049316"/>
                  </a:lnTo>
                  <a:lnTo>
                    <a:pt x="1248860" y="4049316"/>
                  </a:lnTo>
                  <a:lnTo>
                    <a:pt x="1248954" y="4049316"/>
                  </a:lnTo>
                  <a:lnTo>
                    <a:pt x="1249048" y="4049316"/>
                  </a:lnTo>
                  <a:lnTo>
                    <a:pt x="1249142" y="4049316"/>
                  </a:lnTo>
                  <a:lnTo>
                    <a:pt x="1249236" y="4049316"/>
                  </a:lnTo>
                  <a:lnTo>
                    <a:pt x="1249330" y="4049316"/>
                  </a:lnTo>
                  <a:lnTo>
                    <a:pt x="1249424" y="4049316"/>
                  </a:lnTo>
                  <a:lnTo>
                    <a:pt x="1249518" y="4049316"/>
                  </a:lnTo>
                  <a:lnTo>
                    <a:pt x="1249612" y="4049316"/>
                  </a:lnTo>
                  <a:lnTo>
                    <a:pt x="1249706" y="4049316"/>
                  </a:lnTo>
                  <a:lnTo>
                    <a:pt x="1249800" y="4049316"/>
                  </a:lnTo>
                  <a:lnTo>
                    <a:pt x="1249894" y="4049316"/>
                  </a:lnTo>
                  <a:lnTo>
                    <a:pt x="1249988" y="4049316"/>
                  </a:lnTo>
                  <a:lnTo>
                    <a:pt x="1250082" y="4049316"/>
                  </a:lnTo>
                  <a:lnTo>
                    <a:pt x="1250176" y="4049316"/>
                  </a:lnTo>
                  <a:lnTo>
                    <a:pt x="1250270" y="4049316"/>
                  </a:lnTo>
                  <a:lnTo>
                    <a:pt x="1250364" y="4049316"/>
                  </a:lnTo>
                  <a:lnTo>
                    <a:pt x="1250458" y="4049316"/>
                  </a:lnTo>
                  <a:lnTo>
                    <a:pt x="1250552" y="4049316"/>
                  </a:lnTo>
                  <a:lnTo>
                    <a:pt x="1250646" y="4049316"/>
                  </a:lnTo>
                  <a:lnTo>
                    <a:pt x="1250740" y="4049316"/>
                  </a:lnTo>
                  <a:lnTo>
                    <a:pt x="1250834" y="4049316"/>
                  </a:lnTo>
                  <a:lnTo>
                    <a:pt x="1250928" y="4049316"/>
                  </a:lnTo>
                  <a:lnTo>
                    <a:pt x="1251022" y="4049316"/>
                  </a:lnTo>
                  <a:lnTo>
                    <a:pt x="1251117" y="4049316"/>
                  </a:lnTo>
                  <a:lnTo>
                    <a:pt x="1251211" y="4049316"/>
                  </a:lnTo>
                  <a:lnTo>
                    <a:pt x="1251305" y="4049316"/>
                  </a:lnTo>
                  <a:lnTo>
                    <a:pt x="1251305" y="4044036"/>
                  </a:lnTo>
                  <a:lnTo>
                    <a:pt x="1251305" y="4038757"/>
                  </a:lnTo>
                  <a:lnTo>
                    <a:pt x="1251399" y="4038757"/>
                  </a:lnTo>
                  <a:lnTo>
                    <a:pt x="1251493" y="4038757"/>
                  </a:lnTo>
                  <a:lnTo>
                    <a:pt x="1251587" y="4038757"/>
                  </a:lnTo>
                  <a:lnTo>
                    <a:pt x="1251681" y="4038757"/>
                  </a:lnTo>
                  <a:lnTo>
                    <a:pt x="1251775" y="4038757"/>
                  </a:lnTo>
                  <a:lnTo>
                    <a:pt x="1251869" y="4038757"/>
                  </a:lnTo>
                  <a:lnTo>
                    <a:pt x="1251963" y="4038757"/>
                  </a:lnTo>
                  <a:lnTo>
                    <a:pt x="1252057" y="4038757"/>
                  </a:lnTo>
                  <a:lnTo>
                    <a:pt x="1252151" y="4038757"/>
                  </a:lnTo>
                  <a:lnTo>
                    <a:pt x="1252245" y="4038757"/>
                  </a:lnTo>
                  <a:lnTo>
                    <a:pt x="1252339" y="4038757"/>
                  </a:lnTo>
                  <a:lnTo>
                    <a:pt x="1252433" y="4038757"/>
                  </a:lnTo>
                  <a:lnTo>
                    <a:pt x="1252527" y="4038757"/>
                  </a:lnTo>
                  <a:lnTo>
                    <a:pt x="1252621" y="4038757"/>
                  </a:lnTo>
                  <a:lnTo>
                    <a:pt x="1252715" y="4038757"/>
                  </a:lnTo>
                  <a:lnTo>
                    <a:pt x="1252809" y="4038757"/>
                  </a:lnTo>
                  <a:lnTo>
                    <a:pt x="1252903" y="4038757"/>
                  </a:lnTo>
                  <a:lnTo>
                    <a:pt x="1252997" y="4038757"/>
                  </a:lnTo>
                  <a:lnTo>
                    <a:pt x="1253091" y="4038757"/>
                  </a:lnTo>
                  <a:lnTo>
                    <a:pt x="1253185" y="4038757"/>
                  </a:lnTo>
                  <a:lnTo>
                    <a:pt x="1253279" y="4038757"/>
                  </a:lnTo>
                  <a:lnTo>
                    <a:pt x="1253373" y="4038757"/>
                  </a:lnTo>
                  <a:lnTo>
                    <a:pt x="1253467" y="4038757"/>
                  </a:lnTo>
                  <a:lnTo>
                    <a:pt x="1253561" y="4038757"/>
                  </a:lnTo>
                  <a:lnTo>
                    <a:pt x="1253655" y="4038757"/>
                  </a:lnTo>
                  <a:lnTo>
                    <a:pt x="1253749" y="4038757"/>
                  </a:lnTo>
                  <a:lnTo>
                    <a:pt x="1253843" y="4038757"/>
                  </a:lnTo>
                  <a:lnTo>
                    <a:pt x="1253937" y="4038757"/>
                  </a:lnTo>
                  <a:lnTo>
                    <a:pt x="1254031" y="4038757"/>
                  </a:lnTo>
                  <a:lnTo>
                    <a:pt x="1254125" y="4038757"/>
                  </a:lnTo>
                  <a:lnTo>
                    <a:pt x="1254219" y="4038757"/>
                  </a:lnTo>
                  <a:lnTo>
                    <a:pt x="1254313" y="4038757"/>
                  </a:lnTo>
                  <a:lnTo>
                    <a:pt x="1254407" y="4038757"/>
                  </a:lnTo>
                  <a:lnTo>
                    <a:pt x="1254501" y="4038757"/>
                  </a:lnTo>
                  <a:lnTo>
                    <a:pt x="1254595" y="4038757"/>
                  </a:lnTo>
                  <a:lnTo>
                    <a:pt x="1254690" y="4038757"/>
                  </a:lnTo>
                  <a:lnTo>
                    <a:pt x="1254784" y="4038757"/>
                  </a:lnTo>
                  <a:lnTo>
                    <a:pt x="1254878" y="4038757"/>
                  </a:lnTo>
                  <a:lnTo>
                    <a:pt x="1254972" y="4038757"/>
                  </a:lnTo>
                  <a:lnTo>
                    <a:pt x="1255066" y="4038757"/>
                  </a:lnTo>
                  <a:lnTo>
                    <a:pt x="1255160" y="4038757"/>
                  </a:lnTo>
                  <a:lnTo>
                    <a:pt x="1255254" y="4038757"/>
                  </a:lnTo>
                  <a:lnTo>
                    <a:pt x="1255348" y="4038757"/>
                  </a:lnTo>
                  <a:lnTo>
                    <a:pt x="1255442" y="4038757"/>
                  </a:lnTo>
                  <a:lnTo>
                    <a:pt x="1255536" y="4038757"/>
                  </a:lnTo>
                  <a:lnTo>
                    <a:pt x="1255630" y="4038757"/>
                  </a:lnTo>
                  <a:lnTo>
                    <a:pt x="1255724" y="4038757"/>
                  </a:lnTo>
                  <a:lnTo>
                    <a:pt x="1255818" y="4038757"/>
                  </a:lnTo>
                  <a:lnTo>
                    <a:pt x="1255912" y="4038757"/>
                  </a:lnTo>
                  <a:lnTo>
                    <a:pt x="1256006" y="4038757"/>
                  </a:lnTo>
                  <a:lnTo>
                    <a:pt x="1256100" y="4038757"/>
                  </a:lnTo>
                  <a:lnTo>
                    <a:pt x="1256194" y="4038757"/>
                  </a:lnTo>
                  <a:lnTo>
                    <a:pt x="1256288" y="4038757"/>
                  </a:lnTo>
                  <a:lnTo>
                    <a:pt x="1256382" y="4038757"/>
                  </a:lnTo>
                  <a:lnTo>
                    <a:pt x="1256476" y="4038757"/>
                  </a:lnTo>
                  <a:lnTo>
                    <a:pt x="1256570" y="4038757"/>
                  </a:lnTo>
                  <a:lnTo>
                    <a:pt x="1256664" y="4038757"/>
                  </a:lnTo>
                  <a:lnTo>
                    <a:pt x="1256758" y="4038757"/>
                  </a:lnTo>
                  <a:lnTo>
                    <a:pt x="1256852" y="4038757"/>
                  </a:lnTo>
                  <a:lnTo>
                    <a:pt x="1256946" y="4038757"/>
                  </a:lnTo>
                  <a:lnTo>
                    <a:pt x="1257040" y="4038757"/>
                  </a:lnTo>
                  <a:lnTo>
                    <a:pt x="1257134" y="4038757"/>
                  </a:lnTo>
                  <a:lnTo>
                    <a:pt x="1257228" y="4038757"/>
                  </a:lnTo>
                  <a:lnTo>
                    <a:pt x="1257322" y="4038757"/>
                  </a:lnTo>
                  <a:lnTo>
                    <a:pt x="1257416" y="4038757"/>
                  </a:lnTo>
                  <a:lnTo>
                    <a:pt x="1257510" y="4038757"/>
                  </a:lnTo>
                  <a:lnTo>
                    <a:pt x="1257604" y="4038757"/>
                  </a:lnTo>
                  <a:lnTo>
                    <a:pt x="1257698" y="4038757"/>
                  </a:lnTo>
                  <a:lnTo>
                    <a:pt x="1257792" y="4038757"/>
                  </a:lnTo>
                  <a:lnTo>
                    <a:pt x="1257886" y="4038757"/>
                  </a:lnTo>
                  <a:lnTo>
                    <a:pt x="1257980" y="4038757"/>
                  </a:lnTo>
                  <a:lnTo>
                    <a:pt x="1258074" y="4038757"/>
                  </a:lnTo>
                  <a:lnTo>
                    <a:pt x="1258168" y="4038757"/>
                  </a:lnTo>
                  <a:lnTo>
                    <a:pt x="1258263" y="4038757"/>
                  </a:lnTo>
                  <a:lnTo>
                    <a:pt x="1258357" y="4038757"/>
                  </a:lnTo>
                  <a:lnTo>
                    <a:pt x="1258451" y="4038757"/>
                  </a:lnTo>
                  <a:lnTo>
                    <a:pt x="1258545" y="4038757"/>
                  </a:lnTo>
                  <a:lnTo>
                    <a:pt x="1258639" y="4038757"/>
                  </a:lnTo>
                  <a:lnTo>
                    <a:pt x="1258733" y="4038757"/>
                  </a:lnTo>
                  <a:lnTo>
                    <a:pt x="1258827" y="4038757"/>
                  </a:lnTo>
                  <a:lnTo>
                    <a:pt x="1258921" y="4038757"/>
                  </a:lnTo>
                  <a:lnTo>
                    <a:pt x="1259015" y="4038757"/>
                  </a:lnTo>
                  <a:lnTo>
                    <a:pt x="1259109" y="4038757"/>
                  </a:lnTo>
                  <a:lnTo>
                    <a:pt x="1259203" y="4038757"/>
                  </a:lnTo>
                  <a:lnTo>
                    <a:pt x="1259297" y="4038757"/>
                  </a:lnTo>
                  <a:lnTo>
                    <a:pt x="1259391" y="4038757"/>
                  </a:lnTo>
                  <a:lnTo>
                    <a:pt x="1259485" y="4038757"/>
                  </a:lnTo>
                  <a:lnTo>
                    <a:pt x="1259579" y="4038757"/>
                  </a:lnTo>
                  <a:lnTo>
                    <a:pt x="1259673" y="4038757"/>
                  </a:lnTo>
                  <a:lnTo>
                    <a:pt x="1259767" y="4038757"/>
                  </a:lnTo>
                  <a:lnTo>
                    <a:pt x="1259861" y="4038757"/>
                  </a:lnTo>
                  <a:lnTo>
                    <a:pt x="1259955" y="4038757"/>
                  </a:lnTo>
                  <a:lnTo>
                    <a:pt x="1260049" y="4038757"/>
                  </a:lnTo>
                  <a:lnTo>
                    <a:pt x="1260143" y="4038757"/>
                  </a:lnTo>
                  <a:lnTo>
                    <a:pt x="1260237" y="4038757"/>
                  </a:lnTo>
                  <a:lnTo>
                    <a:pt x="1260331" y="4038757"/>
                  </a:lnTo>
                  <a:lnTo>
                    <a:pt x="1260425" y="4038757"/>
                  </a:lnTo>
                  <a:lnTo>
                    <a:pt x="1260519" y="4038757"/>
                  </a:lnTo>
                  <a:lnTo>
                    <a:pt x="1260613" y="4038757"/>
                  </a:lnTo>
                  <a:lnTo>
                    <a:pt x="1260707" y="4038757"/>
                  </a:lnTo>
                  <a:lnTo>
                    <a:pt x="1260801" y="4038757"/>
                  </a:lnTo>
                  <a:lnTo>
                    <a:pt x="1260895" y="4038757"/>
                  </a:lnTo>
                  <a:lnTo>
                    <a:pt x="1260989" y="4038757"/>
                  </a:lnTo>
                  <a:lnTo>
                    <a:pt x="1261083" y="4038757"/>
                  </a:lnTo>
                  <a:lnTo>
                    <a:pt x="1261177" y="4038757"/>
                  </a:lnTo>
                  <a:lnTo>
                    <a:pt x="1261271" y="4038757"/>
                  </a:lnTo>
                  <a:lnTo>
                    <a:pt x="1261365" y="4038757"/>
                  </a:lnTo>
                  <a:lnTo>
                    <a:pt x="1261459" y="4038757"/>
                  </a:lnTo>
                  <a:lnTo>
                    <a:pt x="1261553" y="4038757"/>
                  </a:lnTo>
                  <a:lnTo>
                    <a:pt x="1261647" y="4038757"/>
                  </a:lnTo>
                  <a:lnTo>
                    <a:pt x="1261742" y="4038757"/>
                  </a:lnTo>
                  <a:lnTo>
                    <a:pt x="1261836" y="4038757"/>
                  </a:lnTo>
                  <a:lnTo>
                    <a:pt x="1261930" y="4038757"/>
                  </a:lnTo>
                  <a:lnTo>
                    <a:pt x="1262024" y="4038757"/>
                  </a:lnTo>
                  <a:lnTo>
                    <a:pt x="1262118" y="4038757"/>
                  </a:lnTo>
                  <a:lnTo>
                    <a:pt x="1262212" y="4038757"/>
                  </a:lnTo>
                  <a:lnTo>
                    <a:pt x="1262306" y="4038757"/>
                  </a:lnTo>
                  <a:lnTo>
                    <a:pt x="1262400" y="4038757"/>
                  </a:lnTo>
                  <a:lnTo>
                    <a:pt x="1262494" y="4038757"/>
                  </a:lnTo>
                  <a:lnTo>
                    <a:pt x="1262588" y="4038757"/>
                  </a:lnTo>
                  <a:lnTo>
                    <a:pt x="1262682" y="4038757"/>
                  </a:lnTo>
                  <a:lnTo>
                    <a:pt x="1262776" y="4038757"/>
                  </a:lnTo>
                  <a:lnTo>
                    <a:pt x="1262870" y="4038757"/>
                  </a:lnTo>
                  <a:lnTo>
                    <a:pt x="1262964" y="4038757"/>
                  </a:lnTo>
                  <a:lnTo>
                    <a:pt x="1263058" y="4038757"/>
                  </a:lnTo>
                  <a:lnTo>
                    <a:pt x="1263152" y="4038757"/>
                  </a:lnTo>
                  <a:lnTo>
                    <a:pt x="1263246" y="4038757"/>
                  </a:lnTo>
                  <a:lnTo>
                    <a:pt x="1263340" y="4038757"/>
                  </a:lnTo>
                  <a:lnTo>
                    <a:pt x="1263434" y="4038757"/>
                  </a:lnTo>
                  <a:lnTo>
                    <a:pt x="1263528" y="4038757"/>
                  </a:lnTo>
                  <a:lnTo>
                    <a:pt x="1263622" y="4038757"/>
                  </a:lnTo>
                  <a:lnTo>
                    <a:pt x="1263716" y="4038757"/>
                  </a:lnTo>
                  <a:lnTo>
                    <a:pt x="1263810" y="4038757"/>
                  </a:lnTo>
                  <a:lnTo>
                    <a:pt x="1263810" y="4033477"/>
                  </a:lnTo>
                  <a:lnTo>
                    <a:pt x="1263904" y="4033477"/>
                  </a:lnTo>
                  <a:lnTo>
                    <a:pt x="1263998" y="4033477"/>
                  </a:lnTo>
                  <a:lnTo>
                    <a:pt x="1264092" y="4033477"/>
                  </a:lnTo>
                  <a:lnTo>
                    <a:pt x="1264186" y="4033477"/>
                  </a:lnTo>
                  <a:lnTo>
                    <a:pt x="1264280" y="4033477"/>
                  </a:lnTo>
                  <a:lnTo>
                    <a:pt x="1264374" y="4033477"/>
                  </a:lnTo>
                  <a:lnTo>
                    <a:pt x="1264468" y="4033477"/>
                  </a:lnTo>
                  <a:lnTo>
                    <a:pt x="1264562" y="4033477"/>
                  </a:lnTo>
                  <a:lnTo>
                    <a:pt x="1264656" y="4033477"/>
                  </a:lnTo>
                  <a:lnTo>
                    <a:pt x="1264750" y="4033477"/>
                  </a:lnTo>
                  <a:lnTo>
                    <a:pt x="1264844" y="4033477"/>
                  </a:lnTo>
                  <a:lnTo>
                    <a:pt x="1264938" y="4033477"/>
                  </a:lnTo>
                  <a:lnTo>
                    <a:pt x="1265032" y="4033477"/>
                  </a:lnTo>
                  <a:lnTo>
                    <a:pt x="1265126" y="4033477"/>
                  </a:lnTo>
                  <a:lnTo>
                    <a:pt x="1265126" y="4028198"/>
                  </a:lnTo>
                  <a:lnTo>
                    <a:pt x="1265220" y="4028198"/>
                  </a:lnTo>
                  <a:lnTo>
                    <a:pt x="1265315" y="4028198"/>
                  </a:lnTo>
                  <a:lnTo>
                    <a:pt x="1265315" y="4022919"/>
                  </a:lnTo>
                  <a:lnTo>
                    <a:pt x="1265409" y="4022919"/>
                  </a:lnTo>
                  <a:lnTo>
                    <a:pt x="1265503" y="4022919"/>
                  </a:lnTo>
                  <a:lnTo>
                    <a:pt x="1265597" y="4022919"/>
                  </a:lnTo>
                  <a:lnTo>
                    <a:pt x="1265691" y="4022919"/>
                  </a:lnTo>
                  <a:lnTo>
                    <a:pt x="1265785" y="4022919"/>
                  </a:lnTo>
                  <a:lnTo>
                    <a:pt x="1265879" y="4022919"/>
                  </a:lnTo>
                  <a:lnTo>
                    <a:pt x="1265973" y="4022919"/>
                  </a:lnTo>
                  <a:lnTo>
                    <a:pt x="1266067" y="4022919"/>
                  </a:lnTo>
                  <a:lnTo>
                    <a:pt x="1266161" y="4022919"/>
                  </a:lnTo>
                  <a:lnTo>
                    <a:pt x="1266255" y="4022919"/>
                  </a:lnTo>
                  <a:lnTo>
                    <a:pt x="1266349" y="4022919"/>
                  </a:lnTo>
                  <a:lnTo>
                    <a:pt x="1266443" y="4022919"/>
                  </a:lnTo>
                  <a:lnTo>
                    <a:pt x="1266537" y="4022919"/>
                  </a:lnTo>
                  <a:lnTo>
                    <a:pt x="1266631" y="4022919"/>
                  </a:lnTo>
                  <a:lnTo>
                    <a:pt x="1266725" y="4022919"/>
                  </a:lnTo>
                  <a:lnTo>
                    <a:pt x="1266819" y="4022919"/>
                  </a:lnTo>
                  <a:lnTo>
                    <a:pt x="1266913" y="4022919"/>
                  </a:lnTo>
                  <a:lnTo>
                    <a:pt x="1267007" y="4022919"/>
                  </a:lnTo>
                  <a:lnTo>
                    <a:pt x="1267101" y="4022919"/>
                  </a:lnTo>
                  <a:lnTo>
                    <a:pt x="1267195" y="4022919"/>
                  </a:lnTo>
                  <a:lnTo>
                    <a:pt x="1267289" y="4022919"/>
                  </a:lnTo>
                  <a:lnTo>
                    <a:pt x="1267383" y="4022919"/>
                  </a:lnTo>
                  <a:lnTo>
                    <a:pt x="1267477" y="4022919"/>
                  </a:lnTo>
                  <a:lnTo>
                    <a:pt x="1267477" y="4017639"/>
                  </a:lnTo>
                  <a:lnTo>
                    <a:pt x="1267571" y="4017639"/>
                  </a:lnTo>
                  <a:lnTo>
                    <a:pt x="1267665" y="4017639"/>
                  </a:lnTo>
                  <a:lnTo>
                    <a:pt x="1267759" y="4017639"/>
                  </a:lnTo>
                  <a:lnTo>
                    <a:pt x="1267853" y="4017639"/>
                  </a:lnTo>
                  <a:lnTo>
                    <a:pt x="1267947" y="4017639"/>
                  </a:lnTo>
                  <a:lnTo>
                    <a:pt x="1268041" y="4017639"/>
                  </a:lnTo>
                  <a:lnTo>
                    <a:pt x="1268135" y="4017639"/>
                  </a:lnTo>
                  <a:lnTo>
                    <a:pt x="1268229" y="4017639"/>
                  </a:lnTo>
                  <a:lnTo>
                    <a:pt x="1268323" y="4017639"/>
                  </a:lnTo>
                  <a:lnTo>
                    <a:pt x="1268417" y="4017639"/>
                  </a:lnTo>
                  <a:lnTo>
                    <a:pt x="1268511" y="4017639"/>
                  </a:lnTo>
                  <a:lnTo>
                    <a:pt x="1268605" y="4017639"/>
                  </a:lnTo>
                  <a:lnTo>
                    <a:pt x="1268699" y="4017639"/>
                  </a:lnTo>
                  <a:lnTo>
                    <a:pt x="1268793" y="4017639"/>
                  </a:lnTo>
                  <a:lnTo>
                    <a:pt x="1268888" y="4017639"/>
                  </a:lnTo>
                  <a:lnTo>
                    <a:pt x="1268982" y="4017639"/>
                  </a:lnTo>
                  <a:lnTo>
                    <a:pt x="1269076" y="4017639"/>
                  </a:lnTo>
                  <a:lnTo>
                    <a:pt x="1269170" y="4017639"/>
                  </a:lnTo>
                  <a:lnTo>
                    <a:pt x="1269264" y="4017639"/>
                  </a:lnTo>
                  <a:lnTo>
                    <a:pt x="1269358" y="4017639"/>
                  </a:lnTo>
                  <a:lnTo>
                    <a:pt x="1269452" y="4017639"/>
                  </a:lnTo>
                  <a:lnTo>
                    <a:pt x="1269546" y="4017639"/>
                  </a:lnTo>
                  <a:lnTo>
                    <a:pt x="1269640" y="4017639"/>
                  </a:lnTo>
                  <a:lnTo>
                    <a:pt x="1269734" y="4017639"/>
                  </a:lnTo>
                  <a:lnTo>
                    <a:pt x="1269828" y="4017639"/>
                  </a:lnTo>
                  <a:lnTo>
                    <a:pt x="1269922" y="4017639"/>
                  </a:lnTo>
                  <a:lnTo>
                    <a:pt x="1270016" y="4017639"/>
                  </a:lnTo>
                  <a:lnTo>
                    <a:pt x="1270110" y="4017639"/>
                  </a:lnTo>
                  <a:lnTo>
                    <a:pt x="1270204" y="4017639"/>
                  </a:lnTo>
                  <a:lnTo>
                    <a:pt x="1270298" y="4017639"/>
                  </a:lnTo>
                  <a:lnTo>
                    <a:pt x="1270392" y="4017639"/>
                  </a:lnTo>
                  <a:lnTo>
                    <a:pt x="1270486" y="4017639"/>
                  </a:lnTo>
                  <a:lnTo>
                    <a:pt x="1270580" y="4017639"/>
                  </a:lnTo>
                  <a:lnTo>
                    <a:pt x="1270674" y="4017639"/>
                  </a:lnTo>
                  <a:lnTo>
                    <a:pt x="1270768" y="4017639"/>
                  </a:lnTo>
                  <a:lnTo>
                    <a:pt x="1270862" y="4017639"/>
                  </a:lnTo>
                  <a:lnTo>
                    <a:pt x="1270956" y="4017639"/>
                  </a:lnTo>
                  <a:lnTo>
                    <a:pt x="1271050" y="4017639"/>
                  </a:lnTo>
                  <a:lnTo>
                    <a:pt x="1271144" y="4017639"/>
                  </a:lnTo>
                  <a:lnTo>
                    <a:pt x="1271238" y="4017639"/>
                  </a:lnTo>
                  <a:lnTo>
                    <a:pt x="1271332" y="4017639"/>
                  </a:lnTo>
                  <a:lnTo>
                    <a:pt x="1271426" y="4017639"/>
                  </a:lnTo>
                  <a:lnTo>
                    <a:pt x="1271520" y="4017639"/>
                  </a:lnTo>
                  <a:lnTo>
                    <a:pt x="1271520" y="4012360"/>
                  </a:lnTo>
                  <a:lnTo>
                    <a:pt x="1271614" y="4012360"/>
                  </a:lnTo>
                  <a:lnTo>
                    <a:pt x="1271708" y="4012360"/>
                  </a:lnTo>
                  <a:lnTo>
                    <a:pt x="1271802" y="4012360"/>
                  </a:lnTo>
                  <a:lnTo>
                    <a:pt x="1271896" y="4012360"/>
                  </a:lnTo>
                  <a:lnTo>
                    <a:pt x="1271990" y="4012360"/>
                  </a:lnTo>
                  <a:lnTo>
                    <a:pt x="1272084" y="4012360"/>
                  </a:lnTo>
                  <a:lnTo>
                    <a:pt x="1272178" y="4012360"/>
                  </a:lnTo>
                  <a:lnTo>
                    <a:pt x="1272272" y="4012360"/>
                  </a:lnTo>
                  <a:lnTo>
                    <a:pt x="1272367" y="4012360"/>
                  </a:lnTo>
                  <a:lnTo>
                    <a:pt x="1272461" y="4012360"/>
                  </a:lnTo>
                  <a:lnTo>
                    <a:pt x="1272555" y="4012360"/>
                  </a:lnTo>
                  <a:lnTo>
                    <a:pt x="1272649" y="4012360"/>
                  </a:lnTo>
                  <a:lnTo>
                    <a:pt x="1272743" y="4012360"/>
                  </a:lnTo>
                  <a:lnTo>
                    <a:pt x="1272837" y="4012360"/>
                  </a:lnTo>
                  <a:lnTo>
                    <a:pt x="1272931" y="4012360"/>
                  </a:lnTo>
                  <a:lnTo>
                    <a:pt x="1273025" y="4012360"/>
                  </a:lnTo>
                  <a:lnTo>
                    <a:pt x="1273119" y="4012360"/>
                  </a:lnTo>
                  <a:lnTo>
                    <a:pt x="1273213" y="4012360"/>
                  </a:lnTo>
                  <a:lnTo>
                    <a:pt x="1273307" y="4012360"/>
                  </a:lnTo>
                  <a:lnTo>
                    <a:pt x="1273401" y="4012360"/>
                  </a:lnTo>
                  <a:lnTo>
                    <a:pt x="1273495" y="4012360"/>
                  </a:lnTo>
                  <a:lnTo>
                    <a:pt x="1273589" y="4012360"/>
                  </a:lnTo>
                  <a:lnTo>
                    <a:pt x="1273683" y="4012360"/>
                  </a:lnTo>
                  <a:lnTo>
                    <a:pt x="1273777" y="4012360"/>
                  </a:lnTo>
                  <a:lnTo>
                    <a:pt x="1273871" y="4012360"/>
                  </a:lnTo>
                  <a:lnTo>
                    <a:pt x="1273965" y="4012360"/>
                  </a:lnTo>
                  <a:lnTo>
                    <a:pt x="1274059" y="4012360"/>
                  </a:lnTo>
                  <a:lnTo>
                    <a:pt x="1274153" y="4012360"/>
                  </a:lnTo>
                  <a:lnTo>
                    <a:pt x="1274247" y="4012360"/>
                  </a:lnTo>
                  <a:lnTo>
                    <a:pt x="1274341" y="4012360"/>
                  </a:lnTo>
                  <a:lnTo>
                    <a:pt x="1274435" y="4012360"/>
                  </a:lnTo>
                  <a:lnTo>
                    <a:pt x="1274529" y="4012360"/>
                  </a:lnTo>
                  <a:lnTo>
                    <a:pt x="1274623" y="4012360"/>
                  </a:lnTo>
                  <a:lnTo>
                    <a:pt x="1274717" y="4012360"/>
                  </a:lnTo>
                  <a:lnTo>
                    <a:pt x="1274811" y="4012360"/>
                  </a:lnTo>
                  <a:lnTo>
                    <a:pt x="1274811" y="4007080"/>
                  </a:lnTo>
                  <a:lnTo>
                    <a:pt x="1274905" y="4007080"/>
                  </a:lnTo>
                  <a:lnTo>
                    <a:pt x="1274999" y="4007080"/>
                  </a:lnTo>
                  <a:lnTo>
                    <a:pt x="1275093" y="4007080"/>
                  </a:lnTo>
                  <a:lnTo>
                    <a:pt x="1275187" y="4007080"/>
                  </a:lnTo>
                  <a:lnTo>
                    <a:pt x="1275281" y="4007080"/>
                  </a:lnTo>
                  <a:lnTo>
                    <a:pt x="1275375" y="4007080"/>
                  </a:lnTo>
                  <a:lnTo>
                    <a:pt x="1275469" y="4007080"/>
                  </a:lnTo>
                  <a:lnTo>
                    <a:pt x="1275563" y="4007080"/>
                  </a:lnTo>
                  <a:lnTo>
                    <a:pt x="1275657" y="4007080"/>
                  </a:lnTo>
                  <a:lnTo>
                    <a:pt x="1275751" y="4007080"/>
                  </a:lnTo>
                  <a:lnTo>
                    <a:pt x="1275845" y="4007080"/>
                  </a:lnTo>
                  <a:lnTo>
                    <a:pt x="1275940" y="4007080"/>
                  </a:lnTo>
                  <a:lnTo>
                    <a:pt x="1276034" y="4007080"/>
                  </a:lnTo>
                  <a:lnTo>
                    <a:pt x="1276128" y="4007080"/>
                  </a:lnTo>
                  <a:lnTo>
                    <a:pt x="1276222" y="4007080"/>
                  </a:lnTo>
                  <a:lnTo>
                    <a:pt x="1276316" y="4007080"/>
                  </a:lnTo>
                  <a:lnTo>
                    <a:pt x="1276410" y="4007080"/>
                  </a:lnTo>
                  <a:lnTo>
                    <a:pt x="1276504" y="4007080"/>
                  </a:lnTo>
                  <a:lnTo>
                    <a:pt x="1276598" y="4007080"/>
                  </a:lnTo>
                  <a:lnTo>
                    <a:pt x="1276692" y="4007080"/>
                  </a:lnTo>
                  <a:lnTo>
                    <a:pt x="1276786" y="4007080"/>
                  </a:lnTo>
                  <a:lnTo>
                    <a:pt x="1276880" y="4007080"/>
                  </a:lnTo>
                  <a:lnTo>
                    <a:pt x="1276974" y="4007080"/>
                  </a:lnTo>
                  <a:lnTo>
                    <a:pt x="1277068" y="4007080"/>
                  </a:lnTo>
                  <a:lnTo>
                    <a:pt x="1277162" y="4007080"/>
                  </a:lnTo>
                  <a:lnTo>
                    <a:pt x="1277256" y="4007080"/>
                  </a:lnTo>
                  <a:lnTo>
                    <a:pt x="1277350" y="4007080"/>
                  </a:lnTo>
                  <a:lnTo>
                    <a:pt x="1277444" y="4007080"/>
                  </a:lnTo>
                  <a:lnTo>
                    <a:pt x="1277538" y="4007080"/>
                  </a:lnTo>
                  <a:lnTo>
                    <a:pt x="1277632" y="4007080"/>
                  </a:lnTo>
                  <a:lnTo>
                    <a:pt x="1277726" y="4007080"/>
                  </a:lnTo>
                  <a:lnTo>
                    <a:pt x="1277820" y="4007080"/>
                  </a:lnTo>
                  <a:lnTo>
                    <a:pt x="1277914" y="4007080"/>
                  </a:lnTo>
                  <a:lnTo>
                    <a:pt x="1278008" y="4007080"/>
                  </a:lnTo>
                  <a:lnTo>
                    <a:pt x="1278102" y="4007080"/>
                  </a:lnTo>
                  <a:lnTo>
                    <a:pt x="1278196" y="4007080"/>
                  </a:lnTo>
                  <a:lnTo>
                    <a:pt x="1278290" y="4007080"/>
                  </a:lnTo>
                  <a:lnTo>
                    <a:pt x="1278384" y="4007080"/>
                  </a:lnTo>
                  <a:lnTo>
                    <a:pt x="1278478" y="4007080"/>
                  </a:lnTo>
                  <a:lnTo>
                    <a:pt x="1278572" y="4007080"/>
                  </a:lnTo>
                  <a:lnTo>
                    <a:pt x="1278666" y="4007080"/>
                  </a:lnTo>
                  <a:lnTo>
                    <a:pt x="1278760" y="4007080"/>
                  </a:lnTo>
                  <a:lnTo>
                    <a:pt x="1278854" y="4007080"/>
                  </a:lnTo>
                  <a:lnTo>
                    <a:pt x="1278948" y="4007080"/>
                  </a:lnTo>
                  <a:lnTo>
                    <a:pt x="1279042" y="4007080"/>
                  </a:lnTo>
                  <a:lnTo>
                    <a:pt x="1279136" y="4007080"/>
                  </a:lnTo>
                  <a:lnTo>
                    <a:pt x="1279230" y="4007080"/>
                  </a:lnTo>
                  <a:lnTo>
                    <a:pt x="1279324" y="4007080"/>
                  </a:lnTo>
                  <a:lnTo>
                    <a:pt x="1279324" y="4001801"/>
                  </a:lnTo>
                  <a:lnTo>
                    <a:pt x="1279418" y="4001801"/>
                  </a:lnTo>
                  <a:lnTo>
                    <a:pt x="1279513" y="4001801"/>
                  </a:lnTo>
                  <a:lnTo>
                    <a:pt x="1279607" y="4001801"/>
                  </a:lnTo>
                  <a:lnTo>
                    <a:pt x="1279701" y="4001801"/>
                  </a:lnTo>
                  <a:lnTo>
                    <a:pt x="1279795" y="4001801"/>
                  </a:lnTo>
                  <a:lnTo>
                    <a:pt x="1279889" y="4001801"/>
                  </a:lnTo>
                  <a:lnTo>
                    <a:pt x="1279889" y="3996521"/>
                  </a:lnTo>
                  <a:lnTo>
                    <a:pt x="1279983" y="3996521"/>
                  </a:lnTo>
                  <a:lnTo>
                    <a:pt x="1279983" y="3991242"/>
                  </a:lnTo>
                  <a:lnTo>
                    <a:pt x="1280077" y="3991242"/>
                  </a:lnTo>
                  <a:lnTo>
                    <a:pt x="1280171" y="3991242"/>
                  </a:lnTo>
                  <a:lnTo>
                    <a:pt x="1280265" y="3991242"/>
                  </a:lnTo>
                  <a:lnTo>
                    <a:pt x="1280359" y="3991242"/>
                  </a:lnTo>
                  <a:lnTo>
                    <a:pt x="1280453" y="3991242"/>
                  </a:lnTo>
                  <a:lnTo>
                    <a:pt x="1280547" y="3991242"/>
                  </a:lnTo>
                  <a:lnTo>
                    <a:pt x="1280641" y="3991242"/>
                  </a:lnTo>
                  <a:lnTo>
                    <a:pt x="1280735" y="3991242"/>
                  </a:lnTo>
                  <a:lnTo>
                    <a:pt x="1280829" y="3991242"/>
                  </a:lnTo>
                  <a:lnTo>
                    <a:pt x="1280923" y="3991242"/>
                  </a:lnTo>
                  <a:lnTo>
                    <a:pt x="1281017" y="3991242"/>
                  </a:lnTo>
                  <a:lnTo>
                    <a:pt x="1281111" y="3991242"/>
                  </a:lnTo>
                  <a:lnTo>
                    <a:pt x="1281205" y="3991242"/>
                  </a:lnTo>
                  <a:lnTo>
                    <a:pt x="1281299" y="3991242"/>
                  </a:lnTo>
                  <a:lnTo>
                    <a:pt x="1281393" y="3991242"/>
                  </a:lnTo>
                  <a:lnTo>
                    <a:pt x="1281487" y="3991242"/>
                  </a:lnTo>
                  <a:lnTo>
                    <a:pt x="1281487" y="3985963"/>
                  </a:lnTo>
                  <a:lnTo>
                    <a:pt x="1281581" y="3985963"/>
                  </a:lnTo>
                  <a:lnTo>
                    <a:pt x="1281675" y="3985963"/>
                  </a:lnTo>
                  <a:lnTo>
                    <a:pt x="1281769" y="3985963"/>
                  </a:lnTo>
                  <a:lnTo>
                    <a:pt x="1281863" y="3985963"/>
                  </a:lnTo>
                  <a:lnTo>
                    <a:pt x="1281957" y="3985963"/>
                  </a:lnTo>
                  <a:lnTo>
                    <a:pt x="1282051" y="3985963"/>
                  </a:lnTo>
                  <a:lnTo>
                    <a:pt x="1282145" y="3985963"/>
                  </a:lnTo>
                  <a:lnTo>
                    <a:pt x="1282239" y="3985963"/>
                  </a:lnTo>
                  <a:lnTo>
                    <a:pt x="1282333" y="3985963"/>
                  </a:lnTo>
                  <a:lnTo>
                    <a:pt x="1282427" y="3985963"/>
                  </a:lnTo>
                  <a:lnTo>
                    <a:pt x="1282521" y="3985963"/>
                  </a:lnTo>
                  <a:lnTo>
                    <a:pt x="1282615" y="3985963"/>
                  </a:lnTo>
                  <a:lnTo>
                    <a:pt x="1282709" y="3985963"/>
                  </a:lnTo>
                  <a:lnTo>
                    <a:pt x="1282803" y="3985963"/>
                  </a:lnTo>
                  <a:lnTo>
                    <a:pt x="1282897" y="3985963"/>
                  </a:lnTo>
                  <a:lnTo>
                    <a:pt x="1282992" y="3985963"/>
                  </a:lnTo>
                  <a:lnTo>
                    <a:pt x="1283086" y="3985963"/>
                  </a:lnTo>
                  <a:lnTo>
                    <a:pt x="1283180" y="3985963"/>
                  </a:lnTo>
                  <a:lnTo>
                    <a:pt x="1283274" y="3985963"/>
                  </a:lnTo>
                  <a:lnTo>
                    <a:pt x="1283368" y="3985963"/>
                  </a:lnTo>
                  <a:lnTo>
                    <a:pt x="1283462" y="3985963"/>
                  </a:lnTo>
                  <a:lnTo>
                    <a:pt x="1283556" y="3985963"/>
                  </a:lnTo>
                  <a:lnTo>
                    <a:pt x="1283650" y="3985963"/>
                  </a:lnTo>
                  <a:lnTo>
                    <a:pt x="1283744" y="3985963"/>
                  </a:lnTo>
                  <a:lnTo>
                    <a:pt x="1283838" y="3985963"/>
                  </a:lnTo>
                  <a:lnTo>
                    <a:pt x="1283932" y="3985963"/>
                  </a:lnTo>
                  <a:lnTo>
                    <a:pt x="1284026" y="3985963"/>
                  </a:lnTo>
                  <a:lnTo>
                    <a:pt x="1284120" y="3985963"/>
                  </a:lnTo>
                  <a:lnTo>
                    <a:pt x="1284214" y="3985963"/>
                  </a:lnTo>
                  <a:lnTo>
                    <a:pt x="1284308" y="3985963"/>
                  </a:lnTo>
                  <a:lnTo>
                    <a:pt x="1284402" y="3985963"/>
                  </a:lnTo>
                  <a:lnTo>
                    <a:pt x="1284496" y="3985963"/>
                  </a:lnTo>
                  <a:lnTo>
                    <a:pt x="1284590" y="3985963"/>
                  </a:lnTo>
                  <a:lnTo>
                    <a:pt x="1284684" y="3985963"/>
                  </a:lnTo>
                  <a:lnTo>
                    <a:pt x="1284778" y="3985963"/>
                  </a:lnTo>
                  <a:lnTo>
                    <a:pt x="1284872" y="3985963"/>
                  </a:lnTo>
                  <a:lnTo>
                    <a:pt x="1284966" y="3985963"/>
                  </a:lnTo>
                  <a:lnTo>
                    <a:pt x="1285060" y="3985963"/>
                  </a:lnTo>
                  <a:lnTo>
                    <a:pt x="1285154" y="3985963"/>
                  </a:lnTo>
                  <a:lnTo>
                    <a:pt x="1285248" y="3985963"/>
                  </a:lnTo>
                  <a:lnTo>
                    <a:pt x="1285342" y="3985963"/>
                  </a:lnTo>
                  <a:lnTo>
                    <a:pt x="1285436" y="3985963"/>
                  </a:lnTo>
                  <a:lnTo>
                    <a:pt x="1285530" y="3985963"/>
                  </a:lnTo>
                  <a:lnTo>
                    <a:pt x="1285624" y="3985963"/>
                  </a:lnTo>
                  <a:lnTo>
                    <a:pt x="1285718" y="3985963"/>
                  </a:lnTo>
                  <a:lnTo>
                    <a:pt x="1285812" y="3985963"/>
                  </a:lnTo>
                  <a:lnTo>
                    <a:pt x="1285906" y="3985963"/>
                  </a:lnTo>
                  <a:lnTo>
                    <a:pt x="1286000" y="3985963"/>
                  </a:lnTo>
                  <a:lnTo>
                    <a:pt x="1286094" y="3985963"/>
                  </a:lnTo>
                  <a:lnTo>
                    <a:pt x="1286188" y="3985963"/>
                  </a:lnTo>
                  <a:lnTo>
                    <a:pt x="1286282" y="3985963"/>
                  </a:lnTo>
                  <a:lnTo>
                    <a:pt x="1286376" y="3985963"/>
                  </a:lnTo>
                  <a:lnTo>
                    <a:pt x="1286470" y="3985963"/>
                  </a:lnTo>
                  <a:lnTo>
                    <a:pt x="1286565" y="3985963"/>
                  </a:lnTo>
                  <a:lnTo>
                    <a:pt x="1286659" y="3985963"/>
                  </a:lnTo>
                  <a:lnTo>
                    <a:pt x="1286753" y="3985963"/>
                  </a:lnTo>
                  <a:lnTo>
                    <a:pt x="1286847" y="3985963"/>
                  </a:lnTo>
                  <a:lnTo>
                    <a:pt x="1286941" y="3985963"/>
                  </a:lnTo>
                  <a:lnTo>
                    <a:pt x="1287035" y="3985963"/>
                  </a:lnTo>
                  <a:lnTo>
                    <a:pt x="1287129" y="3985963"/>
                  </a:lnTo>
                  <a:lnTo>
                    <a:pt x="1287223" y="3985963"/>
                  </a:lnTo>
                  <a:lnTo>
                    <a:pt x="1287317" y="3985963"/>
                  </a:lnTo>
                  <a:lnTo>
                    <a:pt x="1287411" y="3985963"/>
                  </a:lnTo>
                  <a:lnTo>
                    <a:pt x="1287505" y="3985963"/>
                  </a:lnTo>
                  <a:lnTo>
                    <a:pt x="1287599" y="3985963"/>
                  </a:lnTo>
                  <a:lnTo>
                    <a:pt x="1287693" y="3985963"/>
                  </a:lnTo>
                  <a:lnTo>
                    <a:pt x="1287787" y="3985963"/>
                  </a:lnTo>
                  <a:lnTo>
                    <a:pt x="1287881" y="3985963"/>
                  </a:lnTo>
                  <a:lnTo>
                    <a:pt x="1287975" y="3985963"/>
                  </a:lnTo>
                  <a:lnTo>
                    <a:pt x="1288069" y="3985963"/>
                  </a:lnTo>
                  <a:lnTo>
                    <a:pt x="1288163" y="3985963"/>
                  </a:lnTo>
                  <a:lnTo>
                    <a:pt x="1288257" y="3985963"/>
                  </a:lnTo>
                  <a:lnTo>
                    <a:pt x="1288351" y="3985963"/>
                  </a:lnTo>
                  <a:lnTo>
                    <a:pt x="1288445" y="3985963"/>
                  </a:lnTo>
                  <a:lnTo>
                    <a:pt x="1288539" y="3985963"/>
                  </a:lnTo>
                  <a:lnTo>
                    <a:pt x="1288633" y="3985963"/>
                  </a:lnTo>
                  <a:lnTo>
                    <a:pt x="1288727" y="3985963"/>
                  </a:lnTo>
                  <a:lnTo>
                    <a:pt x="1288821" y="3985963"/>
                  </a:lnTo>
                  <a:lnTo>
                    <a:pt x="1288915" y="3985963"/>
                  </a:lnTo>
                  <a:lnTo>
                    <a:pt x="1289009" y="3985963"/>
                  </a:lnTo>
                  <a:lnTo>
                    <a:pt x="1289103" y="3985963"/>
                  </a:lnTo>
                  <a:lnTo>
                    <a:pt x="1289197" y="3985963"/>
                  </a:lnTo>
                  <a:lnTo>
                    <a:pt x="1289291" y="3985963"/>
                  </a:lnTo>
                  <a:lnTo>
                    <a:pt x="1289385" y="3985963"/>
                  </a:lnTo>
                  <a:lnTo>
                    <a:pt x="1289479" y="3985963"/>
                  </a:lnTo>
                  <a:lnTo>
                    <a:pt x="1289573" y="3985963"/>
                  </a:lnTo>
                  <a:lnTo>
                    <a:pt x="1289667" y="3985963"/>
                  </a:lnTo>
                  <a:lnTo>
                    <a:pt x="1289761" y="3985963"/>
                  </a:lnTo>
                  <a:lnTo>
                    <a:pt x="1289855" y="3985963"/>
                  </a:lnTo>
                  <a:lnTo>
                    <a:pt x="1289949" y="3985963"/>
                  </a:lnTo>
                  <a:lnTo>
                    <a:pt x="1290043" y="3985963"/>
                  </a:lnTo>
                  <a:lnTo>
                    <a:pt x="1290138" y="3985963"/>
                  </a:lnTo>
                  <a:lnTo>
                    <a:pt x="1290232" y="3985963"/>
                  </a:lnTo>
                  <a:lnTo>
                    <a:pt x="1290326" y="3985963"/>
                  </a:lnTo>
                  <a:lnTo>
                    <a:pt x="1290420" y="3985963"/>
                  </a:lnTo>
                  <a:lnTo>
                    <a:pt x="1290514" y="3985963"/>
                  </a:lnTo>
                  <a:lnTo>
                    <a:pt x="1290608" y="3985963"/>
                  </a:lnTo>
                  <a:lnTo>
                    <a:pt x="1290702" y="3985963"/>
                  </a:lnTo>
                  <a:lnTo>
                    <a:pt x="1290796" y="3985963"/>
                  </a:lnTo>
                  <a:lnTo>
                    <a:pt x="1290796" y="3980683"/>
                  </a:lnTo>
                  <a:lnTo>
                    <a:pt x="1290890" y="3980683"/>
                  </a:lnTo>
                  <a:lnTo>
                    <a:pt x="1290984" y="3980683"/>
                  </a:lnTo>
                  <a:lnTo>
                    <a:pt x="1291078" y="3980683"/>
                  </a:lnTo>
                  <a:lnTo>
                    <a:pt x="1291172" y="3980683"/>
                  </a:lnTo>
                  <a:lnTo>
                    <a:pt x="1291172" y="3975404"/>
                  </a:lnTo>
                  <a:lnTo>
                    <a:pt x="1291266" y="3975404"/>
                  </a:lnTo>
                  <a:lnTo>
                    <a:pt x="1291360" y="3975404"/>
                  </a:lnTo>
                  <a:lnTo>
                    <a:pt x="1291454" y="3975404"/>
                  </a:lnTo>
                  <a:lnTo>
                    <a:pt x="1291548" y="3975404"/>
                  </a:lnTo>
                  <a:lnTo>
                    <a:pt x="1291642" y="3975404"/>
                  </a:lnTo>
                  <a:lnTo>
                    <a:pt x="1291736" y="3975404"/>
                  </a:lnTo>
                  <a:lnTo>
                    <a:pt x="1291830" y="3975404"/>
                  </a:lnTo>
                  <a:lnTo>
                    <a:pt x="1291924" y="3975404"/>
                  </a:lnTo>
                  <a:lnTo>
                    <a:pt x="1292018" y="3975404"/>
                  </a:lnTo>
                  <a:lnTo>
                    <a:pt x="1292112" y="3975404"/>
                  </a:lnTo>
                  <a:lnTo>
                    <a:pt x="1292206" y="3975404"/>
                  </a:lnTo>
                  <a:lnTo>
                    <a:pt x="1292300" y="3975404"/>
                  </a:lnTo>
                  <a:lnTo>
                    <a:pt x="1292394" y="3975404"/>
                  </a:lnTo>
                  <a:lnTo>
                    <a:pt x="1292488" y="3975404"/>
                  </a:lnTo>
                  <a:lnTo>
                    <a:pt x="1292582" y="3975404"/>
                  </a:lnTo>
                  <a:lnTo>
                    <a:pt x="1292676" y="3975404"/>
                  </a:lnTo>
                  <a:lnTo>
                    <a:pt x="1292770" y="3975404"/>
                  </a:lnTo>
                  <a:lnTo>
                    <a:pt x="1292864" y="3975404"/>
                  </a:lnTo>
                  <a:lnTo>
                    <a:pt x="1292958" y="3975404"/>
                  </a:lnTo>
                  <a:lnTo>
                    <a:pt x="1293052" y="3975404"/>
                  </a:lnTo>
                  <a:lnTo>
                    <a:pt x="1293146" y="3975404"/>
                  </a:lnTo>
                  <a:lnTo>
                    <a:pt x="1293240" y="3975404"/>
                  </a:lnTo>
                  <a:lnTo>
                    <a:pt x="1293334" y="3975404"/>
                  </a:lnTo>
                  <a:lnTo>
                    <a:pt x="1293428" y="3975404"/>
                  </a:lnTo>
                  <a:lnTo>
                    <a:pt x="1293522" y="3975404"/>
                  </a:lnTo>
                  <a:lnTo>
                    <a:pt x="1293616" y="3975404"/>
                  </a:lnTo>
                  <a:lnTo>
                    <a:pt x="1293711" y="3975404"/>
                  </a:lnTo>
                  <a:lnTo>
                    <a:pt x="1293805" y="3975404"/>
                  </a:lnTo>
                  <a:lnTo>
                    <a:pt x="1293899" y="3975404"/>
                  </a:lnTo>
                  <a:lnTo>
                    <a:pt x="1293993" y="3975404"/>
                  </a:lnTo>
                  <a:lnTo>
                    <a:pt x="1294087" y="3975404"/>
                  </a:lnTo>
                  <a:lnTo>
                    <a:pt x="1294181" y="3975404"/>
                  </a:lnTo>
                  <a:lnTo>
                    <a:pt x="1294275" y="3975404"/>
                  </a:lnTo>
                  <a:lnTo>
                    <a:pt x="1294369" y="3975404"/>
                  </a:lnTo>
                  <a:lnTo>
                    <a:pt x="1294463" y="3975404"/>
                  </a:lnTo>
                  <a:lnTo>
                    <a:pt x="1294557" y="3975404"/>
                  </a:lnTo>
                  <a:lnTo>
                    <a:pt x="1294651" y="3975404"/>
                  </a:lnTo>
                  <a:lnTo>
                    <a:pt x="1294745" y="3975404"/>
                  </a:lnTo>
                  <a:lnTo>
                    <a:pt x="1294839" y="3975404"/>
                  </a:lnTo>
                  <a:lnTo>
                    <a:pt x="1294839" y="3970124"/>
                  </a:lnTo>
                  <a:lnTo>
                    <a:pt x="1294933" y="3970124"/>
                  </a:lnTo>
                  <a:lnTo>
                    <a:pt x="1295027" y="3970124"/>
                  </a:lnTo>
                  <a:lnTo>
                    <a:pt x="1295121" y="3970124"/>
                  </a:lnTo>
                  <a:lnTo>
                    <a:pt x="1295215" y="3970124"/>
                  </a:lnTo>
                  <a:lnTo>
                    <a:pt x="1295309" y="3970124"/>
                  </a:lnTo>
                  <a:lnTo>
                    <a:pt x="1295403" y="3970124"/>
                  </a:lnTo>
                  <a:lnTo>
                    <a:pt x="1295497" y="3970124"/>
                  </a:lnTo>
                  <a:lnTo>
                    <a:pt x="1295591" y="3970124"/>
                  </a:lnTo>
                  <a:lnTo>
                    <a:pt x="1295685" y="3970124"/>
                  </a:lnTo>
                  <a:lnTo>
                    <a:pt x="1295779" y="3970124"/>
                  </a:lnTo>
                  <a:lnTo>
                    <a:pt x="1295873" y="3970124"/>
                  </a:lnTo>
                  <a:lnTo>
                    <a:pt x="1295967" y="3970124"/>
                  </a:lnTo>
                  <a:lnTo>
                    <a:pt x="1296061" y="3970124"/>
                  </a:lnTo>
                  <a:lnTo>
                    <a:pt x="1296155" y="3970124"/>
                  </a:lnTo>
                  <a:lnTo>
                    <a:pt x="1296249" y="3970124"/>
                  </a:lnTo>
                  <a:lnTo>
                    <a:pt x="1296343" y="3970124"/>
                  </a:lnTo>
                  <a:lnTo>
                    <a:pt x="1296437" y="3970124"/>
                  </a:lnTo>
                  <a:lnTo>
                    <a:pt x="1296531" y="3970124"/>
                  </a:lnTo>
                  <a:lnTo>
                    <a:pt x="1296625" y="3970124"/>
                  </a:lnTo>
                  <a:lnTo>
                    <a:pt x="1296719" y="3970124"/>
                  </a:lnTo>
                  <a:lnTo>
                    <a:pt x="1296813" y="3970124"/>
                  </a:lnTo>
                  <a:lnTo>
                    <a:pt x="1296907" y="3970124"/>
                  </a:lnTo>
                  <a:lnTo>
                    <a:pt x="1297001" y="3970124"/>
                  </a:lnTo>
                  <a:lnTo>
                    <a:pt x="1297095" y="3970124"/>
                  </a:lnTo>
                  <a:lnTo>
                    <a:pt x="1297190" y="3970124"/>
                  </a:lnTo>
                  <a:lnTo>
                    <a:pt x="1297284" y="3970124"/>
                  </a:lnTo>
                  <a:lnTo>
                    <a:pt x="1297378" y="3970124"/>
                  </a:lnTo>
                  <a:lnTo>
                    <a:pt x="1297472" y="3970124"/>
                  </a:lnTo>
                  <a:lnTo>
                    <a:pt x="1297566" y="3970124"/>
                  </a:lnTo>
                  <a:lnTo>
                    <a:pt x="1297660" y="3970124"/>
                  </a:lnTo>
                  <a:lnTo>
                    <a:pt x="1297754" y="3970124"/>
                  </a:lnTo>
                  <a:lnTo>
                    <a:pt x="1297848" y="3970124"/>
                  </a:lnTo>
                  <a:lnTo>
                    <a:pt x="1297848" y="3964845"/>
                  </a:lnTo>
                  <a:lnTo>
                    <a:pt x="1297942" y="3964845"/>
                  </a:lnTo>
                  <a:lnTo>
                    <a:pt x="1298036" y="3964845"/>
                  </a:lnTo>
                  <a:lnTo>
                    <a:pt x="1298130" y="3964845"/>
                  </a:lnTo>
                  <a:lnTo>
                    <a:pt x="1298224" y="3964845"/>
                  </a:lnTo>
                  <a:lnTo>
                    <a:pt x="1298318" y="3964845"/>
                  </a:lnTo>
                  <a:lnTo>
                    <a:pt x="1298412" y="3964845"/>
                  </a:lnTo>
                  <a:lnTo>
                    <a:pt x="1298506" y="3964845"/>
                  </a:lnTo>
                  <a:lnTo>
                    <a:pt x="1298600" y="3964845"/>
                  </a:lnTo>
                  <a:lnTo>
                    <a:pt x="1298694" y="3964845"/>
                  </a:lnTo>
                  <a:lnTo>
                    <a:pt x="1298788" y="3964845"/>
                  </a:lnTo>
                  <a:lnTo>
                    <a:pt x="1298788" y="3959565"/>
                  </a:lnTo>
                  <a:lnTo>
                    <a:pt x="1298882" y="3959565"/>
                  </a:lnTo>
                  <a:lnTo>
                    <a:pt x="1298976" y="3959565"/>
                  </a:lnTo>
                  <a:lnTo>
                    <a:pt x="1299070" y="3959565"/>
                  </a:lnTo>
                  <a:lnTo>
                    <a:pt x="1299164" y="3959565"/>
                  </a:lnTo>
                  <a:lnTo>
                    <a:pt x="1299258" y="3959565"/>
                  </a:lnTo>
                  <a:lnTo>
                    <a:pt x="1299352" y="3959565"/>
                  </a:lnTo>
                  <a:lnTo>
                    <a:pt x="1299446" y="3959565"/>
                  </a:lnTo>
                  <a:lnTo>
                    <a:pt x="1299540" y="3959565"/>
                  </a:lnTo>
                  <a:lnTo>
                    <a:pt x="1299634" y="3959565"/>
                  </a:lnTo>
                  <a:lnTo>
                    <a:pt x="1299728" y="3959565"/>
                  </a:lnTo>
                  <a:lnTo>
                    <a:pt x="1299822" y="3959565"/>
                  </a:lnTo>
                  <a:lnTo>
                    <a:pt x="1299916" y="3959565"/>
                  </a:lnTo>
                  <a:lnTo>
                    <a:pt x="1300010" y="3959565"/>
                  </a:lnTo>
                  <a:lnTo>
                    <a:pt x="1300104" y="3959565"/>
                  </a:lnTo>
                  <a:lnTo>
                    <a:pt x="1300198" y="3959565"/>
                  </a:lnTo>
                  <a:lnTo>
                    <a:pt x="1300292" y="3959565"/>
                  </a:lnTo>
                  <a:lnTo>
                    <a:pt x="1300386" y="3959565"/>
                  </a:lnTo>
                  <a:lnTo>
                    <a:pt x="1300480" y="3959565"/>
                  </a:lnTo>
                  <a:lnTo>
                    <a:pt x="1300574" y="3959565"/>
                  </a:lnTo>
                  <a:lnTo>
                    <a:pt x="1300668" y="3959565"/>
                  </a:lnTo>
                  <a:lnTo>
                    <a:pt x="1300763" y="3959565"/>
                  </a:lnTo>
                  <a:lnTo>
                    <a:pt x="1300857" y="3959565"/>
                  </a:lnTo>
                  <a:lnTo>
                    <a:pt x="1300951" y="3959565"/>
                  </a:lnTo>
                  <a:lnTo>
                    <a:pt x="1301045" y="3959565"/>
                  </a:lnTo>
                  <a:lnTo>
                    <a:pt x="1301139" y="3959565"/>
                  </a:lnTo>
                  <a:lnTo>
                    <a:pt x="1301233" y="3959565"/>
                  </a:lnTo>
                  <a:lnTo>
                    <a:pt x="1301327" y="3959565"/>
                  </a:lnTo>
                  <a:lnTo>
                    <a:pt x="1301421" y="3959565"/>
                  </a:lnTo>
                  <a:lnTo>
                    <a:pt x="1301515" y="3959565"/>
                  </a:lnTo>
                  <a:lnTo>
                    <a:pt x="1301609" y="3959565"/>
                  </a:lnTo>
                  <a:lnTo>
                    <a:pt x="1301703" y="3959565"/>
                  </a:lnTo>
                  <a:lnTo>
                    <a:pt x="1301797" y="3959565"/>
                  </a:lnTo>
                  <a:lnTo>
                    <a:pt x="1301891" y="3959565"/>
                  </a:lnTo>
                  <a:lnTo>
                    <a:pt x="1301985" y="3959565"/>
                  </a:lnTo>
                  <a:lnTo>
                    <a:pt x="1302079" y="3959565"/>
                  </a:lnTo>
                  <a:lnTo>
                    <a:pt x="1302173" y="3959565"/>
                  </a:lnTo>
                  <a:lnTo>
                    <a:pt x="1302267" y="3959565"/>
                  </a:lnTo>
                  <a:lnTo>
                    <a:pt x="1302361" y="3959565"/>
                  </a:lnTo>
                  <a:lnTo>
                    <a:pt x="1302455" y="3959565"/>
                  </a:lnTo>
                  <a:lnTo>
                    <a:pt x="1302549" y="3959565"/>
                  </a:lnTo>
                  <a:lnTo>
                    <a:pt x="1302643" y="3959565"/>
                  </a:lnTo>
                  <a:lnTo>
                    <a:pt x="1302737" y="3959565"/>
                  </a:lnTo>
                  <a:lnTo>
                    <a:pt x="1302831" y="3959565"/>
                  </a:lnTo>
                  <a:lnTo>
                    <a:pt x="1302925" y="3959565"/>
                  </a:lnTo>
                  <a:lnTo>
                    <a:pt x="1303019" y="3959565"/>
                  </a:lnTo>
                  <a:lnTo>
                    <a:pt x="1303019" y="3954286"/>
                  </a:lnTo>
                  <a:lnTo>
                    <a:pt x="1303113" y="3954286"/>
                  </a:lnTo>
                  <a:lnTo>
                    <a:pt x="1303207" y="3954286"/>
                  </a:lnTo>
                  <a:lnTo>
                    <a:pt x="1303301" y="3954286"/>
                  </a:lnTo>
                  <a:lnTo>
                    <a:pt x="1303395" y="3954286"/>
                  </a:lnTo>
                  <a:lnTo>
                    <a:pt x="1303489" y="3954286"/>
                  </a:lnTo>
                  <a:lnTo>
                    <a:pt x="1303489" y="3949007"/>
                  </a:lnTo>
                  <a:lnTo>
                    <a:pt x="1303583" y="3949007"/>
                  </a:lnTo>
                  <a:lnTo>
                    <a:pt x="1303677" y="3949007"/>
                  </a:lnTo>
                  <a:lnTo>
                    <a:pt x="1303771" y="3949007"/>
                  </a:lnTo>
                  <a:lnTo>
                    <a:pt x="1303865" y="3949007"/>
                  </a:lnTo>
                  <a:lnTo>
                    <a:pt x="1303959" y="3949007"/>
                  </a:lnTo>
                  <a:lnTo>
                    <a:pt x="1304053" y="3949007"/>
                  </a:lnTo>
                  <a:lnTo>
                    <a:pt x="1304147" y="3949007"/>
                  </a:lnTo>
                  <a:lnTo>
                    <a:pt x="1304241" y="3949007"/>
                  </a:lnTo>
                  <a:lnTo>
                    <a:pt x="1304336" y="3949007"/>
                  </a:lnTo>
                  <a:lnTo>
                    <a:pt x="1304430" y="3949007"/>
                  </a:lnTo>
                  <a:lnTo>
                    <a:pt x="1304524" y="3949007"/>
                  </a:lnTo>
                  <a:lnTo>
                    <a:pt x="1304618" y="3949007"/>
                  </a:lnTo>
                  <a:lnTo>
                    <a:pt x="1304712" y="3949007"/>
                  </a:lnTo>
                  <a:lnTo>
                    <a:pt x="1304806" y="3949007"/>
                  </a:lnTo>
                  <a:lnTo>
                    <a:pt x="1304900" y="3949007"/>
                  </a:lnTo>
                  <a:lnTo>
                    <a:pt x="1304994" y="3949007"/>
                  </a:lnTo>
                  <a:lnTo>
                    <a:pt x="1305088" y="3949007"/>
                  </a:lnTo>
                  <a:lnTo>
                    <a:pt x="1305182" y="3949007"/>
                  </a:lnTo>
                  <a:lnTo>
                    <a:pt x="1305276" y="3949007"/>
                  </a:lnTo>
                  <a:lnTo>
                    <a:pt x="1305370" y="3949007"/>
                  </a:lnTo>
                  <a:lnTo>
                    <a:pt x="1305464" y="3949007"/>
                  </a:lnTo>
                  <a:lnTo>
                    <a:pt x="1305558" y="3949007"/>
                  </a:lnTo>
                  <a:lnTo>
                    <a:pt x="1305652" y="3949007"/>
                  </a:lnTo>
                  <a:lnTo>
                    <a:pt x="1305746" y="3949007"/>
                  </a:lnTo>
                  <a:lnTo>
                    <a:pt x="1305840" y="3949007"/>
                  </a:lnTo>
                  <a:lnTo>
                    <a:pt x="1305934" y="3949007"/>
                  </a:lnTo>
                  <a:lnTo>
                    <a:pt x="1306028" y="3949007"/>
                  </a:lnTo>
                  <a:lnTo>
                    <a:pt x="1306122" y="3949007"/>
                  </a:lnTo>
                  <a:lnTo>
                    <a:pt x="1306216" y="3949007"/>
                  </a:lnTo>
                  <a:lnTo>
                    <a:pt x="1306310" y="3949007"/>
                  </a:lnTo>
                  <a:lnTo>
                    <a:pt x="1306404" y="3949007"/>
                  </a:lnTo>
                  <a:lnTo>
                    <a:pt x="1306498" y="3949007"/>
                  </a:lnTo>
                  <a:lnTo>
                    <a:pt x="1306592" y="3949007"/>
                  </a:lnTo>
                  <a:lnTo>
                    <a:pt x="1306686" y="3949007"/>
                  </a:lnTo>
                  <a:lnTo>
                    <a:pt x="1306780" y="3949007"/>
                  </a:lnTo>
                  <a:lnTo>
                    <a:pt x="1306874" y="3949007"/>
                  </a:lnTo>
                  <a:lnTo>
                    <a:pt x="1306968" y="3949007"/>
                  </a:lnTo>
                  <a:lnTo>
                    <a:pt x="1307062" y="3949007"/>
                  </a:lnTo>
                  <a:lnTo>
                    <a:pt x="1307156" y="3949007"/>
                  </a:lnTo>
                  <a:lnTo>
                    <a:pt x="1307250" y="3949007"/>
                  </a:lnTo>
                  <a:lnTo>
                    <a:pt x="1307344" y="3949007"/>
                  </a:lnTo>
                  <a:lnTo>
                    <a:pt x="1307438" y="3949007"/>
                  </a:lnTo>
                  <a:lnTo>
                    <a:pt x="1307532" y="3949007"/>
                  </a:lnTo>
                  <a:lnTo>
                    <a:pt x="1307626" y="3949007"/>
                  </a:lnTo>
                  <a:lnTo>
                    <a:pt x="1307720" y="3949007"/>
                  </a:lnTo>
                  <a:lnTo>
                    <a:pt x="1307815" y="3949007"/>
                  </a:lnTo>
                  <a:lnTo>
                    <a:pt x="1307909" y="3949007"/>
                  </a:lnTo>
                  <a:lnTo>
                    <a:pt x="1308003" y="3949007"/>
                  </a:lnTo>
                  <a:lnTo>
                    <a:pt x="1308097" y="3949007"/>
                  </a:lnTo>
                  <a:lnTo>
                    <a:pt x="1308191" y="3949007"/>
                  </a:lnTo>
                  <a:lnTo>
                    <a:pt x="1308285" y="3949007"/>
                  </a:lnTo>
                  <a:lnTo>
                    <a:pt x="1308379" y="3949007"/>
                  </a:lnTo>
                  <a:lnTo>
                    <a:pt x="1308473" y="3949007"/>
                  </a:lnTo>
                  <a:lnTo>
                    <a:pt x="1308567" y="3949007"/>
                  </a:lnTo>
                  <a:lnTo>
                    <a:pt x="1308661" y="3949007"/>
                  </a:lnTo>
                  <a:lnTo>
                    <a:pt x="1308755" y="3949007"/>
                  </a:lnTo>
                  <a:lnTo>
                    <a:pt x="1308849" y="3949007"/>
                  </a:lnTo>
                  <a:lnTo>
                    <a:pt x="1308943" y="3949007"/>
                  </a:lnTo>
                  <a:lnTo>
                    <a:pt x="1309037" y="3949007"/>
                  </a:lnTo>
                  <a:lnTo>
                    <a:pt x="1309131" y="3949007"/>
                  </a:lnTo>
                  <a:lnTo>
                    <a:pt x="1309225" y="3949007"/>
                  </a:lnTo>
                  <a:lnTo>
                    <a:pt x="1309319" y="3949007"/>
                  </a:lnTo>
                  <a:lnTo>
                    <a:pt x="1309413" y="3949007"/>
                  </a:lnTo>
                  <a:lnTo>
                    <a:pt x="1309507" y="3949007"/>
                  </a:lnTo>
                  <a:lnTo>
                    <a:pt x="1309601" y="3949007"/>
                  </a:lnTo>
                  <a:lnTo>
                    <a:pt x="1309695" y="3949007"/>
                  </a:lnTo>
                  <a:lnTo>
                    <a:pt x="1309789" y="3949007"/>
                  </a:lnTo>
                  <a:lnTo>
                    <a:pt x="1309883" y="3949007"/>
                  </a:lnTo>
                  <a:lnTo>
                    <a:pt x="1309977" y="3949007"/>
                  </a:lnTo>
                  <a:lnTo>
                    <a:pt x="1310071" y="3949007"/>
                  </a:lnTo>
                  <a:lnTo>
                    <a:pt x="1310165" y="3949007"/>
                  </a:lnTo>
                  <a:lnTo>
                    <a:pt x="1310259" y="3949007"/>
                  </a:lnTo>
                  <a:lnTo>
                    <a:pt x="1310353" y="3949007"/>
                  </a:lnTo>
                  <a:lnTo>
                    <a:pt x="1310447" y="3949007"/>
                  </a:lnTo>
                  <a:lnTo>
                    <a:pt x="1310541" y="3949007"/>
                  </a:lnTo>
                  <a:lnTo>
                    <a:pt x="1310635" y="3949007"/>
                  </a:lnTo>
                  <a:lnTo>
                    <a:pt x="1310729" y="3949007"/>
                  </a:lnTo>
                  <a:lnTo>
                    <a:pt x="1310823" y="3949007"/>
                  </a:lnTo>
                  <a:lnTo>
                    <a:pt x="1310917" y="3949007"/>
                  </a:lnTo>
                  <a:lnTo>
                    <a:pt x="1311011" y="3949007"/>
                  </a:lnTo>
                  <a:lnTo>
                    <a:pt x="1311105" y="3949007"/>
                  </a:lnTo>
                  <a:lnTo>
                    <a:pt x="1311199" y="3949007"/>
                  </a:lnTo>
                  <a:lnTo>
                    <a:pt x="1311293" y="3949007"/>
                  </a:lnTo>
                  <a:lnTo>
                    <a:pt x="1311388" y="3949007"/>
                  </a:lnTo>
                  <a:lnTo>
                    <a:pt x="1311482" y="3949007"/>
                  </a:lnTo>
                  <a:lnTo>
                    <a:pt x="1311576" y="3949007"/>
                  </a:lnTo>
                  <a:lnTo>
                    <a:pt x="1311670" y="3949007"/>
                  </a:lnTo>
                  <a:lnTo>
                    <a:pt x="1311764" y="3949007"/>
                  </a:lnTo>
                  <a:lnTo>
                    <a:pt x="1311858" y="3949007"/>
                  </a:lnTo>
                  <a:lnTo>
                    <a:pt x="1311952" y="3949007"/>
                  </a:lnTo>
                  <a:lnTo>
                    <a:pt x="1312046" y="3949007"/>
                  </a:lnTo>
                  <a:lnTo>
                    <a:pt x="1312140" y="3949007"/>
                  </a:lnTo>
                  <a:lnTo>
                    <a:pt x="1312234" y="3949007"/>
                  </a:lnTo>
                  <a:lnTo>
                    <a:pt x="1312328" y="3949007"/>
                  </a:lnTo>
                  <a:lnTo>
                    <a:pt x="1312422" y="3949007"/>
                  </a:lnTo>
                  <a:lnTo>
                    <a:pt x="1312516" y="3949007"/>
                  </a:lnTo>
                  <a:lnTo>
                    <a:pt x="1312610" y="3949007"/>
                  </a:lnTo>
                  <a:lnTo>
                    <a:pt x="1312704" y="3949007"/>
                  </a:lnTo>
                  <a:lnTo>
                    <a:pt x="1312798" y="3949007"/>
                  </a:lnTo>
                  <a:lnTo>
                    <a:pt x="1312892" y="3949007"/>
                  </a:lnTo>
                  <a:lnTo>
                    <a:pt x="1312986" y="3949007"/>
                  </a:lnTo>
                  <a:lnTo>
                    <a:pt x="1313080" y="3949007"/>
                  </a:lnTo>
                  <a:lnTo>
                    <a:pt x="1313174" y="3949007"/>
                  </a:lnTo>
                  <a:lnTo>
                    <a:pt x="1313268" y="3949007"/>
                  </a:lnTo>
                  <a:lnTo>
                    <a:pt x="1313362" y="3949007"/>
                  </a:lnTo>
                  <a:lnTo>
                    <a:pt x="1313456" y="3949007"/>
                  </a:lnTo>
                  <a:lnTo>
                    <a:pt x="1313550" y="3949007"/>
                  </a:lnTo>
                  <a:lnTo>
                    <a:pt x="1313644" y="3949007"/>
                  </a:lnTo>
                  <a:lnTo>
                    <a:pt x="1313738" y="3949007"/>
                  </a:lnTo>
                  <a:lnTo>
                    <a:pt x="1313832" y="3949007"/>
                  </a:lnTo>
                  <a:lnTo>
                    <a:pt x="1313926" y="3949007"/>
                  </a:lnTo>
                  <a:lnTo>
                    <a:pt x="1314020" y="3949007"/>
                  </a:lnTo>
                  <a:lnTo>
                    <a:pt x="1314114" y="3949007"/>
                  </a:lnTo>
                  <a:lnTo>
                    <a:pt x="1314208" y="3949007"/>
                  </a:lnTo>
                  <a:lnTo>
                    <a:pt x="1314302" y="3949007"/>
                  </a:lnTo>
                  <a:lnTo>
                    <a:pt x="1314396" y="3949007"/>
                  </a:lnTo>
                  <a:lnTo>
                    <a:pt x="1314490" y="3949007"/>
                  </a:lnTo>
                  <a:lnTo>
                    <a:pt x="1314584" y="3949007"/>
                  </a:lnTo>
                  <a:lnTo>
                    <a:pt x="1314678" y="3949007"/>
                  </a:lnTo>
                  <a:lnTo>
                    <a:pt x="1314772" y="3949007"/>
                  </a:lnTo>
                  <a:lnTo>
                    <a:pt x="1314866" y="3949007"/>
                  </a:lnTo>
                  <a:lnTo>
                    <a:pt x="1314961" y="3949007"/>
                  </a:lnTo>
                  <a:lnTo>
                    <a:pt x="1315055" y="3949007"/>
                  </a:lnTo>
                  <a:lnTo>
                    <a:pt x="1315149" y="3949007"/>
                  </a:lnTo>
                  <a:lnTo>
                    <a:pt x="1315243" y="3949007"/>
                  </a:lnTo>
                  <a:lnTo>
                    <a:pt x="1315337" y="3949007"/>
                  </a:lnTo>
                  <a:lnTo>
                    <a:pt x="1315431" y="3949007"/>
                  </a:lnTo>
                  <a:lnTo>
                    <a:pt x="1315525" y="3949007"/>
                  </a:lnTo>
                  <a:lnTo>
                    <a:pt x="1315619" y="3949007"/>
                  </a:lnTo>
                  <a:lnTo>
                    <a:pt x="1315713" y="3949007"/>
                  </a:lnTo>
                  <a:lnTo>
                    <a:pt x="1315807" y="3949007"/>
                  </a:lnTo>
                  <a:lnTo>
                    <a:pt x="1315901" y="3949007"/>
                  </a:lnTo>
                  <a:lnTo>
                    <a:pt x="1315995" y="3949007"/>
                  </a:lnTo>
                  <a:lnTo>
                    <a:pt x="1316089" y="3949007"/>
                  </a:lnTo>
                  <a:lnTo>
                    <a:pt x="1316183" y="3949007"/>
                  </a:lnTo>
                  <a:lnTo>
                    <a:pt x="1316277" y="3949007"/>
                  </a:lnTo>
                  <a:lnTo>
                    <a:pt x="1316371" y="3949007"/>
                  </a:lnTo>
                  <a:lnTo>
                    <a:pt x="1316465" y="3949007"/>
                  </a:lnTo>
                  <a:lnTo>
                    <a:pt x="1316559" y="3949007"/>
                  </a:lnTo>
                  <a:lnTo>
                    <a:pt x="1316653" y="3949007"/>
                  </a:lnTo>
                  <a:lnTo>
                    <a:pt x="1316747" y="3949007"/>
                  </a:lnTo>
                  <a:lnTo>
                    <a:pt x="1316841" y="3949007"/>
                  </a:lnTo>
                  <a:lnTo>
                    <a:pt x="1316935" y="3949007"/>
                  </a:lnTo>
                  <a:lnTo>
                    <a:pt x="1317029" y="3949007"/>
                  </a:lnTo>
                  <a:lnTo>
                    <a:pt x="1317123" y="3949007"/>
                  </a:lnTo>
                  <a:lnTo>
                    <a:pt x="1317217" y="3949007"/>
                  </a:lnTo>
                  <a:lnTo>
                    <a:pt x="1317311" y="3949007"/>
                  </a:lnTo>
                  <a:lnTo>
                    <a:pt x="1317311" y="3943727"/>
                  </a:lnTo>
                  <a:lnTo>
                    <a:pt x="1317405" y="3943727"/>
                  </a:lnTo>
                  <a:lnTo>
                    <a:pt x="1317499" y="3943727"/>
                  </a:lnTo>
                  <a:lnTo>
                    <a:pt x="1317593" y="3943727"/>
                  </a:lnTo>
                  <a:lnTo>
                    <a:pt x="1317687" y="3943727"/>
                  </a:lnTo>
                  <a:lnTo>
                    <a:pt x="1317781" y="3943727"/>
                  </a:lnTo>
                  <a:lnTo>
                    <a:pt x="1317875" y="3943727"/>
                  </a:lnTo>
                  <a:lnTo>
                    <a:pt x="1317969" y="3943727"/>
                  </a:lnTo>
                  <a:lnTo>
                    <a:pt x="1318063" y="3943727"/>
                  </a:lnTo>
                  <a:lnTo>
                    <a:pt x="1318157" y="3943727"/>
                  </a:lnTo>
                  <a:lnTo>
                    <a:pt x="1318251" y="3943727"/>
                  </a:lnTo>
                  <a:lnTo>
                    <a:pt x="1318345" y="3943727"/>
                  </a:lnTo>
                  <a:lnTo>
                    <a:pt x="1318440" y="3943727"/>
                  </a:lnTo>
                  <a:lnTo>
                    <a:pt x="1318534" y="3943727"/>
                  </a:lnTo>
                  <a:lnTo>
                    <a:pt x="1318628" y="3943727"/>
                  </a:lnTo>
                  <a:lnTo>
                    <a:pt x="1318722" y="3943727"/>
                  </a:lnTo>
                  <a:lnTo>
                    <a:pt x="1318816" y="3943727"/>
                  </a:lnTo>
                  <a:lnTo>
                    <a:pt x="1318910" y="3943727"/>
                  </a:lnTo>
                  <a:lnTo>
                    <a:pt x="1319004" y="3943727"/>
                  </a:lnTo>
                  <a:lnTo>
                    <a:pt x="1319098" y="3943727"/>
                  </a:lnTo>
                  <a:lnTo>
                    <a:pt x="1319192" y="3943727"/>
                  </a:lnTo>
                  <a:lnTo>
                    <a:pt x="1319286" y="3943727"/>
                  </a:lnTo>
                  <a:lnTo>
                    <a:pt x="1319380" y="3943727"/>
                  </a:lnTo>
                  <a:lnTo>
                    <a:pt x="1319474" y="3943727"/>
                  </a:lnTo>
                  <a:lnTo>
                    <a:pt x="1319474" y="3938448"/>
                  </a:lnTo>
                  <a:lnTo>
                    <a:pt x="1319568" y="3938448"/>
                  </a:lnTo>
                  <a:lnTo>
                    <a:pt x="1319662" y="3938448"/>
                  </a:lnTo>
                  <a:lnTo>
                    <a:pt x="1319756" y="3938448"/>
                  </a:lnTo>
                  <a:lnTo>
                    <a:pt x="1319850" y="3938448"/>
                  </a:lnTo>
                  <a:lnTo>
                    <a:pt x="1319944" y="3938448"/>
                  </a:lnTo>
                  <a:lnTo>
                    <a:pt x="1320038" y="3938448"/>
                  </a:lnTo>
                  <a:lnTo>
                    <a:pt x="1320132" y="3938448"/>
                  </a:lnTo>
                  <a:lnTo>
                    <a:pt x="1320226" y="3938448"/>
                  </a:lnTo>
                  <a:lnTo>
                    <a:pt x="1320320" y="3938448"/>
                  </a:lnTo>
                  <a:lnTo>
                    <a:pt x="1320414" y="3938448"/>
                  </a:lnTo>
                  <a:lnTo>
                    <a:pt x="1320508" y="3938448"/>
                  </a:lnTo>
                  <a:lnTo>
                    <a:pt x="1320602" y="3938448"/>
                  </a:lnTo>
                  <a:lnTo>
                    <a:pt x="1320696" y="3938448"/>
                  </a:lnTo>
                  <a:lnTo>
                    <a:pt x="1320696" y="3933168"/>
                  </a:lnTo>
                  <a:lnTo>
                    <a:pt x="1320790" y="3933168"/>
                  </a:lnTo>
                  <a:lnTo>
                    <a:pt x="1320884" y="3933168"/>
                  </a:lnTo>
                  <a:lnTo>
                    <a:pt x="1320978" y="3933168"/>
                  </a:lnTo>
                  <a:lnTo>
                    <a:pt x="1321072" y="3933168"/>
                  </a:lnTo>
                  <a:lnTo>
                    <a:pt x="1321166" y="3933168"/>
                  </a:lnTo>
                  <a:lnTo>
                    <a:pt x="1321260" y="3933168"/>
                  </a:lnTo>
                  <a:lnTo>
                    <a:pt x="1321354" y="3933168"/>
                  </a:lnTo>
                  <a:lnTo>
                    <a:pt x="1321448" y="3933168"/>
                  </a:lnTo>
                  <a:lnTo>
                    <a:pt x="1321542" y="3933168"/>
                  </a:lnTo>
                  <a:lnTo>
                    <a:pt x="1321636" y="3933168"/>
                  </a:lnTo>
                  <a:lnTo>
                    <a:pt x="1321730" y="3933168"/>
                  </a:lnTo>
                  <a:lnTo>
                    <a:pt x="1321824" y="3933168"/>
                  </a:lnTo>
                  <a:lnTo>
                    <a:pt x="1321918" y="3933168"/>
                  </a:lnTo>
                  <a:lnTo>
                    <a:pt x="1322013" y="3933168"/>
                  </a:lnTo>
                  <a:lnTo>
                    <a:pt x="1322107" y="3933168"/>
                  </a:lnTo>
                  <a:lnTo>
                    <a:pt x="1322107" y="3927889"/>
                  </a:lnTo>
                  <a:lnTo>
                    <a:pt x="1322201" y="3927889"/>
                  </a:lnTo>
                  <a:lnTo>
                    <a:pt x="1322295" y="3927889"/>
                  </a:lnTo>
                  <a:lnTo>
                    <a:pt x="1322389" y="3927889"/>
                  </a:lnTo>
                  <a:lnTo>
                    <a:pt x="1322483" y="3927889"/>
                  </a:lnTo>
                  <a:lnTo>
                    <a:pt x="1322577" y="3927889"/>
                  </a:lnTo>
                  <a:lnTo>
                    <a:pt x="1322671" y="3927889"/>
                  </a:lnTo>
                  <a:lnTo>
                    <a:pt x="1322765" y="3927889"/>
                  </a:lnTo>
                  <a:lnTo>
                    <a:pt x="1322859" y="3927889"/>
                  </a:lnTo>
                  <a:lnTo>
                    <a:pt x="1322953" y="3927889"/>
                  </a:lnTo>
                  <a:lnTo>
                    <a:pt x="1323047" y="3927889"/>
                  </a:lnTo>
                  <a:lnTo>
                    <a:pt x="1323141" y="3927889"/>
                  </a:lnTo>
                  <a:lnTo>
                    <a:pt x="1323235" y="3927889"/>
                  </a:lnTo>
                  <a:lnTo>
                    <a:pt x="1323329" y="3927889"/>
                  </a:lnTo>
                  <a:lnTo>
                    <a:pt x="1323423" y="3927889"/>
                  </a:lnTo>
                  <a:lnTo>
                    <a:pt x="1323517" y="3927889"/>
                  </a:lnTo>
                  <a:lnTo>
                    <a:pt x="1323611" y="3927889"/>
                  </a:lnTo>
                  <a:lnTo>
                    <a:pt x="1323705" y="3927889"/>
                  </a:lnTo>
                  <a:lnTo>
                    <a:pt x="1323799" y="3927889"/>
                  </a:lnTo>
                  <a:lnTo>
                    <a:pt x="1323893" y="3927889"/>
                  </a:lnTo>
                  <a:lnTo>
                    <a:pt x="1323987" y="3927889"/>
                  </a:lnTo>
                  <a:lnTo>
                    <a:pt x="1324081" y="3927889"/>
                  </a:lnTo>
                  <a:lnTo>
                    <a:pt x="1324175" y="3927889"/>
                  </a:lnTo>
                  <a:lnTo>
                    <a:pt x="1324269" y="3927889"/>
                  </a:lnTo>
                  <a:lnTo>
                    <a:pt x="1324363" y="3927889"/>
                  </a:lnTo>
                  <a:lnTo>
                    <a:pt x="1324457" y="3927889"/>
                  </a:lnTo>
                  <a:lnTo>
                    <a:pt x="1324551" y="3927889"/>
                  </a:lnTo>
                  <a:lnTo>
                    <a:pt x="1324645" y="3927889"/>
                  </a:lnTo>
                  <a:lnTo>
                    <a:pt x="1324739" y="3927889"/>
                  </a:lnTo>
                  <a:lnTo>
                    <a:pt x="1324833" y="3927889"/>
                  </a:lnTo>
                  <a:lnTo>
                    <a:pt x="1324927" y="3927889"/>
                  </a:lnTo>
                  <a:lnTo>
                    <a:pt x="1325021" y="3927889"/>
                  </a:lnTo>
                  <a:lnTo>
                    <a:pt x="1325115" y="3927889"/>
                  </a:lnTo>
                  <a:lnTo>
                    <a:pt x="1325209" y="3927889"/>
                  </a:lnTo>
                  <a:lnTo>
                    <a:pt x="1325303" y="3927889"/>
                  </a:lnTo>
                  <a:lnTo>
                    <a:pt x="1325397" y="3927889"/>
                  </a:lnTo>
                  <a:lnTo>
                    <a:pt x="1325491" y="3927889"/>
                  </a:lnTo>
                  <a:lnTo>
                    <a:pt x="1325586" y="3927889"/>
                  </a:lnTo>
                  <a:lnTo>
                    <a:pt x="1325680" y="3927889"/>
                  </a:lnTo>
                  <a:lnTo>
                    <a:pt x="1325774" y="3927889"/>
                  </a:lnTo>
                  <a:lnTo>
                    <a:pt x="1325868" y="3927889"/>
                  </a:lnTo>
                  <a:lnTo>
                    <a:pt x="1325962" y="3927889"/>
                  </a:lnTo>
                  <a:lnTo>
                    <a:pt x="1326056" y="3927889"/>
                  </a:lnTo>
                  <a:lnTo>
                    <a:pt x="1326150" y="3927889"/>
                  </a:lnTo>
                  <a:lnTo>
                    <a:pt x="1326244" y="3927889"/>
                  </a:lnTo>
                  <a:lnTo>
                    <a:pt x="1326338" y="3927889"/>
                  </a:lnTo>
                  <a:lnTo>
                    <a:pt x="1326432" y="3927889"/>
                  </a:lnTo>
                  <a:lnTo>
                    <a:pt x="1326526" y="3927889"/>
                  </a:lnTo>
                  <a:lnTo>
                    <a:pt x="1326620" y="3927889"/>
                  </a:lnTo>
                  <a:lnTo>
                    <a:pt x="1326714" y="3927889"/>
                  </a:lnTo>
                  <a:lnTo>
                    <a:pt x="1326808" y="3927889"/>
                  </a:lnTo>
                  <a:lnTo>
                    <a:pt x="1326902" y="3927889"/>
                  </a:lnTo>
                  <a:lnTo>
                    <a:pt x="1326996" y="3927889"/>
                  </a:lnTo>
                  <a:lnTo>
                    <a:pt x="1327090" y="3927889"/>
                  </a:lnTo>
                  <a:lnTo>
                    <a:pt x="1327184" y="3927889"/>
                  </a:lnTo>
                  <a:lnTo>
                    <a:pt x="1327278" y="3927889"/>
                  </a:lnTo>
                  <a:lnTo>
                    <a:pt x="1327372" y="3927889"/>
                  </a:lnTo>
                  <a:lnTo>
                    <a:pt x="1327466" y="3927889"/>
                  </a:lnTo>
                  <a:lnTo>
                    <a:pt x="1327560" y="3927889"/>
                  </a:lnTo>
                  <a:lnTo>
                    <a:pt x="1327654" y="3927889"/>
                  </a:lnTo>
                  <a:lnTo>
                    <a:pt x="1327748" y="3927889"/>
                  </a:lnTo>
                  <a:lnTo>
                    <a:pt x="1327842" y="3927889"/>
                  </a:lnTo>
                  <a:lnTo>
                    <a:pt x="1327936" y="3927889"/>
                  </a:lnTo>
                  <a:lnTo>
                    <a:pt x="1327936" y="3922610"/>
                  </a:lnTo>
                  <a:lnTo>
                    <a:pt x="1328030" y="3922610"/>
                  </a:lnTo>
                  <a:lnTo>
                    <a:pt x="1328124" y="3922610"/>
                  </a:lnTo>
                  <a:lnTo>
                    <a:pt x="1328218" y="3922610"/>
                  </a:lnTo>
                  <a:lnTo>
                    <a:pt x="1328312" y="3922610"/>
                  </a:lnTo>
                  <a:lnTo>
                    <a:pt x="1328406" y="3922610"/>
                  </a:lnTo>
                  <a:lnTo>
                    <a:pt x="1328500" y="3922610"/>
                  </a:lnTo>
                  <a:lnTo>
                    <a:pt x="1328594" y="3922610"/>
                  </a:lnTo>
                  <a:lnTo>
                    <a:pt x="1328688" y="3922610"/>
                  </a:lnTo>
                  <a:lnTo>
                    <a:pt x="1328782" y="3922610"/>
                  </a:lnTo>
                  <a:lnTo>
                    <a:pt x="1328876" y="3922610"/>
                  </a:lnTo>
                  <a:lnTo>
                    <a:pt x="1328970" y="3922610"/>
                  </a:lnTo>
                  <a:lnTo>
                    <a:pt x="1329065" y="3922610"/>
                  </a:lnTo>
                  <a:lnTo>
                    <a:pt x="1329159" y="3922610"/>
                  </a:lnTo>
                  <a:lnTo>
                    <a:pt x="1329253" y="3922610"/>
                  </a:lnTo>
                  <a:lnTo>
                    <a:pt x="1329347" y="3922610"/>
                  </a:lnTo>
                  <a:lnTo>
                    <a:pt x="1329441" y="3922610"/>
                  </a:lnTo>
                  <a:lnTo>
                    <a:pt x="1329535" y="3922610"/>
                  </a:lnTo>
                  <a:lnTo>
                    <a:pt x="1329629" y="3922610"/>
                  </a:lnTo>
                  <a:lnTo>
                    <a:pt x="1329723" y="3922610"/>
                  </a:lnTo>
                  <a:lnTo>
                    <a:pt x="1329817" y="3922610"/>
                  </a:lnTo>
                  <a:lnTo>
                    <a:pt x="1329911" y="3922610"/>
                  </a:lnTo>
                  <a:lnTo>
                    <a:pt x="1330005" y="3922610"/>
                  </a:lnTo>
                  <a:lnTo>
                    <a:pt x="1330099" y="3922610"/>
                  </a:lnTo>
                  <a:lnTo>
                    <a:pt x="1330193" y="3922610"/>
                  </a:lnTo>
                  <a:lnTo>
                    <a:pt x="1330287" y="3922610"/>
                  </a:lnTo>
                  <a:lnTo>
                    <a:pt x="1330381" y="3922610"/>
                  </a:lnTo>
                  <a:lnTo>
                    <a:pt x="1330475" y="3922610"/>
                  </a:lnTo>
                  <a:lnTo>
                    <a:pt x="1330569" y="3922610"/>
                  </a:lnTo>
                  <a:lnTo>
                    <a:pt x="1330663" y="3922610"/>
                  </a:lnTo>
                  <a:lnTo>
                    <a:pt x="1330757" y="3922610"/>
                  </a:lnTo>
                  <a:lnTo>
                    <a:pt x="1330851" y="3922610"/>
                  </a:lnTo>
                  <a:lnTo>
                    <a:pt x="1330945" y="3922610"/>
                  </a:lnTo>
                  <a:lnTo>
                    <a:pt x="1331039" y="3922610"/>
                  </a:lnTo>
                  <a:lnTo>
                    <a:pt x="1331039" y="3917330"/>
                  </a:lnTo>
                  <a:lnTo>
                    <a:pt x="1331133" y="3917330"/>
                  </a:lnTo>
                  <a:lnTo>
                    <a:pt x="1331227" y="3917330"/>
                  </a:lnTo>
                  <a:lnTo>
                    <a:pt x="1331321" y="3917330"/>
                  </a:lnTo>
                  <a:lnTo>
                    <a:pt x="1331415" y="3917330"/>
                  </a:lnTo>
                  <a:lnTo>
                    <a:pt x="1331509" y="3917330"/>
                  </a:lnTo>
                  <a:lnTo>
                    <a:pt x="1331603" y="3917330"/>
                  </a:lnTo>
                  <a:lnTo>
                    <a:pt x="1331697" y="3917330"/>
                  </a:lnTo>
                  <a:lnTo>
                    <a:pt x="1331791" y="3917330"/>
                  </a:lnTo>
                  <a:lnTo>
                    <a:pt x="1331885" y="3917330"/>
                  </a:lnTo>
                  <a:lnTo>
                    <a:pt x="1331979" y="3917330"/>
                  </a:lnTo>
                  <a:lnTo>
                    <a:pt x="1332073" y="3917330"/>
                  </a:lnTo>
                  <a:lnTo>
                    <a:pt x="1332167" y="3917330"/>
                  </a:lnTo>
                  <a:lnTo>
                    <a:pt x="1332261" y="3917330"/>
                  </a:lnTo>
                  <a:lnTo>
                    <a:pt x="1332355" y="3917330"/>
                  </a:lnTo>
                  <a:lnTo>
                    <a:pt x="1332449" y="3917330"/>
                  </a:lnTo>
                  <a:lnTo>
                    <a:pt x="1332543" y="3917330"/>
                  </a:lnTo>
                  <a:lnTo>
                    <a:pt x="1332638" y="3917330"/>
                  </a:lnTo>
                  <a:lnTo>
                    <a:pt x="1332732" y="3917330"/>
                  </a:lnTo>
                  <a:lnTo>
                    <a:pt x="1332826" y="3917330"/>
                  </a:lnTo>
                  <a:lnTo>
                    <a:pt x="1332920" y="3917330"/>
                  </a:lnTo>
                  <a:lnTo>
                    <a:pt x="1333014" y="3917330"/>
                  </a:lnTo>
                  <a:lnTo>
                    <a:pt x="1333014" y="3912051"/>
                  </a:lnTo>
                  <a:lnTo>
                    <a:pt x="1333108" y="3912051"/>
                  </a:lnTo>
                  <a:lnTo>
                    <a:pt x="1333202" y="3912051"/>
                  </a:lnTo>
                  <a:lnTo>
                    <a:pt x="1333296" y="3912051"/>
                  </a:lnTo>
                  <a:lnTo>
                    <a:pt x="1333296" y="3906771"/>
                  </a:lnTo>
                  <a:lnTo>
                    <a:pt x="1333390" y="3906771"/>
                  </a:lnTo>
                  <a:lnTo>
                    <a:pt x="1333484" y="3906771"/>
                  </a:lnTo>
                  <a:lnTo>
                    <a:pt x="1333578" y="3906771"/>
                  </a:lnTo>
                  <a:lnTo>
                    <a:pt x="1333672" y="3906771"/>
                  </a:lnTo>
                  <a:lnTo>
                    <a:pt x="1333766" y="3906771"/>
                  </a:lnTo>
                  <a:lnTo>
                    <a:pt x="1333860" y="3906771"/>
                  </a:lnTo>
                  <a:lnTo>
                    <a:pt x="1333954" y="3906771"/>
                  </a:lnTo>
                  <a:lnTo>
                    <a:pt x="1334048" y="3906771"/>
                  </a:lnTo>
                  <a:lnTo>
                    <a:pt x="1334142" y="3906771"/>
                  </a:lnTo>
                  <a:lnTo>
                    <a:pt x="1334142" y="3901492"/>
                  </a:lnTo>
                  <a:lnTo>
                    <a:pt x="1334236" y="3901492"/>
                  </a:lnTo>
                  <a:lnTo>
                    <a:pt x="1334330" y="3901492"/>
                  </a:lnTo>
                  <a:lnTo>
                    <a:pt x="1334424" y="3901492"/>
                  </a:lnTo>
                  <a:lnTo>
                    <a:pt x="1334518" y="3901492"/>
                  </a:lnTo>
                  <a:lnTo>
                    <a:pt x="1334612" y="3901492"/>
                  </a:lnTo>
                  <a:lnTo>
                    <a:pt x="1334706" y="3901492"/>
                  </a:lnTo>
                  <a:lnTo>
                    <a:pt x="1334800" y="3901492"/>
                  </a:lnTo>
                  <a:lnTo>
                    <a:pt x="1334894" y="3901492"/>
                  </a:lnTo>
                  <a:lnTo>
                    <a:pt x="1334988" y="3901492"/>
                  </a:lnTo>
                  <a:lnTo>
                    <a:pt x="1335082" y="3901492"/>
                  </a:lnTo>
                  <a:lnTo>
                    <a:pt x="1335176" y="3901492"/>
                  </a:lnTo>
                  <a:lnTo>
                    <a:pt x="1335270" y="3901492"/>
                  </a:lnTo>
                  <a:lnTo>
                    <a:pt x="1335270" y="3896212"/>
                  </a:lnTo>
                  <a:lnTo>
                    <a:pt x="1335364" y="3896212"/>
                  </a:lnTo>
                  <a:lnTo>
                    <a:pt x="1335458" y="3896212"/>
                  </a:lnTo>
                  <a:lnTo>
                    <a:pt x="1335552" y="3896212"/>
                  </a:lnTo>
                  <a:lnTo>
                    <a:pt x="1335646" y="3896212"/>
                  </a:lnTo>
                  <a:lnTo>
                    <a:pt x="1335740" y="3896212"/>
                  </a:lnTo>
                  <a:lnTo>
                    <a:pt x="1335834" y="3896212"/>
                  </a:lnTo>
                  <a:lnTo>
                    <a:pt x="1335928" y="3896212"/>
                  </a:lnTo>
                  <a:lnTo>
                    <a:pt x="1336022" y="3896212"/>
                  </a:lnTo>
                  <a:lnTo>
                    <a:pt x="1336116" y="3896212"/>
                  </a:lnTo>
                  <a:lnTo>
                    <a:pt x="1336211" y="3896212"/>
                  </a:lnTo>
                  <a:lnTo>
                    <a:pt x="1336305" y="3896212"/>
                  </a:lnTo>
                  <a:lnTo>
                    <a:pt x="1336399" y="3896212"/>
                  </a:lnTo>
                  <a:lnTo>
                    <a:pt x="1336493" y="3896212"/>
                  </a:lnTo>
                  <a:lnTo>
                    <a:pt x="1336587" y="3896212"/>
                  </a:lnTo>
                  <a:lnTo>
                    <a:pt x="1336681" y="3896212"/>
                  </a:lnTo>
                  <a:lnTo>
                    <a:pt x="1336775" y="3896212"/>
                  </a:lnTo>
                  <a:lnTo>
                    <a:pt x="1336869" y="3896212"/>
                  </a:lnTo>
                  <a:lnTo>
                    <a:pt x="1336963" y="3896212"/>
                  </a:lnTo>
                  <a:lnTo>
                    <a:pt x="1337057" y="3896212"/>
                  </a:lnTo>
                  <a:lnTo>
                    <a:pt x="1337151" y="3896212"/>
                  </a:lnTo>
                  <a:lnTo>
                    <a:pt x="1337245" y="3896212"/>
                  </a:lnTo>
                  <a:lnTo>
                    <a:pt x="1337339" y="3896212"/>
                  </a:lnTo>
                  <a:lnTo>
                    <a:pt x="1337433" y="3896212"/>
                  </a:lnTo>
                  <a:lnTo>
                    <a:pt x="1337527" y="3896212"/>
                  </a:lnTo>
                  <a:lnTo>
                    <a:pt x="1337621" y="3896212"/>
                  </a:lnTo>
                  <a:lnTo>
                    <a:pt x="1337715" y="3896212"/>
                  </a:lnTo>
                  <a:lnTo>
                    <a:pt x="1337809" y="3896212"/>
                  </a:lnTo>
                  <a:lnTo>
                    <a:pt x="1337903" y="3896212"/>
                  </a:lnTo>
                  <a:lnTo>
                    <a:pt x="1337997" y="3896212"/>
                  </a:lnTo>
                  <a:lnTo>
                    <a:pt x="1338091" y="3896212"/>
                  </a:lnTo>
                  <a:lnTo>
                    <a:pt x="1338185" y="3896212"/>
                  </a:lnTo>
                  <a:lnTo>
                    <a:pt x="1338279" y="3896212"/>
                  </a:lnTo>
                  <a:lnTo>
                    <a:pt x="1338373" y="3896212"/>
                  </a:lnTo>
                  <a:lnTo>
                    <a:pt x="1338467" y="3896212"/>
                  </a:lnTo>
                  <a:lnTo>
                    <a:pt x="1338561" y="3896212"/>
                  </a:lnTo>
                  <a:lnTo>
                    <a:pt x="1338655" y="3896212"/>
                  </a:lnTo>
                  <a:lnTo>
                    <a:pt x="1338749" y="3896212"/>
                  </a:lnTo>
                  <a:lnTo>
                    <a:pt x="1338843" y="3896212"/>
                  </a:lnTo>
                  <a:lnTo>
                    <a:pt x="1338937" y="3896212"/>
                  </a:lnTo>
                  <a:lnTo>
                    <a:pt x="1339031" y="3896212"/>
                  </a:lnTo>
                  <a:lnTo>
                    <a:pt x="1339125" y="3896212"/>
                  </a:lnTo>
                  <a:lnTo>
                    <a:pt x="1339219" y="3896212"/>
                  </a:lnTo>
                  <a:lnTo>
                    <a:pt x="1339313" y="3896212"/>
                  </a:lnTo>
                  <a:lnTo>
                    <a:pt x="1339407" y="3896212"/>
                  </a:lnTo>
                  <a:lnTo>
                    <a:pt x="1339501" y="3896212"/>
                  </a:lnTo>
                  <a:lnTo>
                    <a:pt x="1339595" y="3896212"/>
                  </a:lnTo>
                  <a:lnTo>
                    <a:pt x="1339689" y="3896212"/>
                  </a:lnTo>
                  <a:lnTo>
                    <a:pt x="1339784" y="3896212"/>
                  </a:lnTo>
                  <a:lnTo>
                    <a:pt x="1339878" y="3896212"/>
                  </a:lnTo>
                  <a:lnTo>
                    <a:pt x="1339972" y="3896212"/>
                  </a:lnTo>
                  <a:lnTo>
                    <a:pt x="1340066" y="3896212"/>
                  </a:lnTo>
                  <a:lnTo>
                    <a:pt x="1340160" y="3896212"/>
                  </a:lnTo>
                  <a:lnTo>
                    <a:pt x="1340254" y="3896212"/>
                  </a:lnTo>
                  <a:lnTo>
                    <a:pt x="1340348" y="3896212"/>
                  </a:lnTo>
                  <a:lnTo>
                    <a:pt x="1340442" y="3896212"/>
                  </a:lnTo>
                  <a:lnTo>
                    <a:pt x="1340536" y="3896212"/>
                  </a:lnTo>
                  <a:lnTo>
                    <a:pt x="1340630" y="3896212"/>
                  </a:lnTo>
                  <a:lnTo>
                    <a:pt x="1340724" y="3896212"/>
                  </a:lnTo>
                  <a:lnTo>
                    <a:pt x="1340818" y="3896212"/>
                  </a:lnTo>
                  <a:lnTo>
                    <a:pt x="1340912" y="3896212"/>
                  </a:lnTo>
                  <a:lnTo>
                    <a:pt x="1341006" y="3896212"/>
                  </a:lnTo>
                  <a:lnTo>
                    <a:pt x="1341100" y="3896212"/>
                  </a:lnTo>
                  <a:lnTo>
                    <a:pt x="1341194" y="3896212"/>
                  </a:lnTo>
                  <a:lnTo>
                    <a:pt x="1341194" y="3890933"/>
                  </a:lnTo>
                  <a:lnTo>
                    <a:pt x="1341288" y="3890933"/>
                  </a:lnTo>
                  <a:lnTo>
                    <a:pt x="1341382" y="3890933"/>
                  </a:lnTo>
                  <a:lnTo>
                    <a:pt x="1341476" y="3890933"/>
                  </a:lnTo>
                  <a:lnTo>
                    <a:pt x="1341570" y="3890933"/>
                  </a:lnTo>
                  <a:lnTo>
                    <a:pt x="1341664" y="3890933"/>
                  </a:lnTo>
                  <a:lnTo>
                    <a:pt x="1341758" y="3890933"/>
                  </a:lnTo>
                  <a:lnTo>
                    <a:pt x="1341852" y="3890933"/>
                  </a:lnTo>
                  <a:lnTo>
                    <a:pt x="1341946" y="3890933"/>
                  </a:lnTo>
                  <a:lnTo>
                    <a:pt x="1342040" y="3890933"/>
                  </a:lnTo>
                  <a:lnTo>
                    <a:pt x="1342134" y="3890933"/>
                  </a:lnTo>
                  <a:lnTo>
                    <a:pt x="1342228" y="3890933"/>
                  </a:lnTo>
                  <a:lnTo>
                    <a:pt x="1342322" y="3890933"/>
                  </a:lnTo>
                  <a:lnTo>
                    <a:pt x="1342416" y="3890933"/>
                  </a:lnTo>
                  <a:lnTo>
                    <a:pt x="1342510" y="3890933"/>
                  </a:lnTo>
                  <a:lnTo>
                    <a:pt x="1342604" y="3890933"/>
                  </a:lnTo>
                  <a:lnTo>
                    <a:pt x="1342698" y="3890933"/>
                  </a:lnTo>
                  <a:lnTo>
                    <a:pt x="1342792" y="3890933"/>
                  </a:lnTo>
                  <a:lnTo>
                    <a:pt x="1342886" y="3890933"/>
                  </a:lnTo>
                  <a:lnTo>
                    <a:pt x="1342980" y="3890933"/>
                  </a:lnTo>
                  <a:lnTo>
                    <a:pt x="1343074" y="3890933"/>
                  </a:lnTo>
                  <a:lnTo>
                    <a:pt x="1343168" y="3890933"/>
                  </a:lnTo>
                  <a:lnTo>
                    <a:pt x="1343263" y="3890933"/>
                  </a:lnTo>
                  <a:lnTo>
                    <a:pt x="1343357" y="3890933"/>
                  </a:lnTo>
                  <a:lnTo>
                    <a:pt x="1343357" y="3885654"/>
                  </a:lnTo>
                  <a:lnTo>
                    <a:pt x="1343451" y="3885654"/>
                  </a:lnTo>
                  <a:lnTo>
                    <a:pt x="1343545" y="3885654"/>
                  </a:lnTo>
                  <a:lnTo>
                    <a:pt x="1343639" y="3885654"/>
                  </a:lnTo>
                  <a:lnTo>
                    <a:pt x="1343733" y="3885654"/>
                  </a:lnTo>
                  <a:lnTo>
                    <a:pt x="1343827" y="3885654"/>
                  </a:lnTo>
                  <a:lnTo>
                    <a:pt x="1343921" y="3885654"/>
                  </a:lnTo>
                  <a:lnTo>
                    <a:pt x="1344015" y="3885654"/>
                  </a:lnTo>
                  <a:lnTo>
                    <a:pt x="1344109" y="3885654"/>
                  </a:lnTo>
                  <a:lnTo>
                    <a:pt x="1344203" y="3885654"/>
                  </a:lnTo>
                  <a:lnTo>
                    <a:pt x="1344297" y="3885654"/>
                  </a:lnTo>
                  <a:lnTo>
                    <a:pt x="1344391" y="3885654"/>
                  </a:lnTo>
                  <a:lnTo>
                    <a:pt x="1344485" y="3885654"/>
                  </a:lnTo>
                  <a:lnTo>
                    <a:pt x="1344579" y="3885654"/>
                  </a:lnTo>
                  <a:lnTo>
                    <a:pt x="1344673" y="3885654"/>
                  </a:lnTo>
                  <a:lnTo>
                    <a:pt x="1344767" y="3885654"/>
                  </a:lnTo>
                  <a:lnTo>
                    <a:pt x="1344861" y="3885654"/>
                  </a:lnTo>
                  <a:lnTo>
                    <a:pt x="1344861" y="3880374"/>
                  </a:lnTo>
                  <a:lnTo>
                    <a:pt x="1344955" y="3880374"/>
                  </a:lnTo>
                  <a:lnTo>
                    <a:pt x="1345049" y="3880374"/>
                  </a:lnTo>
                  <a:lnTo>
                    <a:pt x="1345143" y="3880374"/>
                  </a:lnTo>
                  <a:lnTo>
                    <a:pt x="1345237" y="3880374"/>
                  </a:lnTo>
                  <a:lnTo>
                    <a:pt x="1345331" y="3880374"/>
                  </a:lnTo>
                  <a:lnTo>
                    <a:pt x="1345425" y="3880374"/>
                  </a:lnTo>
                  <a:lnTo>
                    <a:pt x="1345519" y="3880374"/>
                  </a:lnTo>
                  <a:lnTo>
                    <a:pt x="1345613" y="3880374"/>
                  </a:lnTo>
                  <a:lnTo>
                    <a:pt x="1345707" y="3880374"/>
                  </a:lnTo>
                  <a:lnTo>
                    <a:pt x="1345801" y="3880374"/>
                  </a:lnTo>
                  <a:lnTo>
                    <a:pt x="1345895" y="3880374"/>
                  </a:lnTo>
                  <a:lnTo>
                    <a:pt x="1345989" y="3880374"/>
                  </a:lnTo>
                  <a:lnTo>
                    <a:pt x="1346083" y="3880374"/>
                  </a:lnTo>
                  <a:lnTo>
                    <a:pt x="1346177" y="3880374"/>
                  </a:lnTo>
                  <a:lnTo>
                    <a:pt x="1346271" y="3880374"/>
                  </a:lnTo>
                  <a:lnTo>
                    <a:pt x="1346365" y="3880374"/>
                  </a:lnTo>
                  <a:lnTo>
                    <a:pt x="1346459" y="3880374"/>
                  </a:lnTo>
                  <a:lnTo>
                    <a:pt x="1346553" y="3880374"/>
                  </a:lnTo>
                  <a:lnTo>
                    <a:pt x="1346647" y="3880374"/>
                  </a:lnTo>
                  <a:lnTo>
                    <a:pt x="1346741" y="3880374"/>
                  </a:lnTo>
                  <a:lnTo>
                    <a:pt x="1346836" y="3880374"/>
                  </a:lnTo>
                  <a:lnTo>
                    <a:pt x="1346930" y="3880374"/>
                  </a:lnTo>
                  <a:lnTo>
                    <a:pt x="1347024" y="3880374"/>
                  </a:lnTo>
                  <a:lnTo>
                    <a:pt x="1347118" y="3880374"/>
                  </a:lnTo>
                  <a:lnTo>
                    <a:pt x="1347212" y="3880374"/>
                  </a:lnTo>
                  <a:lnTo>
                    <a:pt x="1347306" y="3880374"/>
                  </a:lnTo>
                  <a:lnTo>
                    <a:pt x="1347400" y="3880374"/>
                  </a:lnTo>
                  <a:lnTo>
                    <a:pt x="1347494" y="3880374"/>
                  </a:lnTo>
                  <a:lnTo>
                    <a:pt x="1347588" y="3880374"/>
                  </a:lnTo>
                  <a:lnTo>
                    <a:pt x="1347682" y="3880374"/>
                  </a:lnTo>
                  <a:lnTo>
                    <a:pt x="1347776" y="3880374"/>
                  </a:lnTo>
                  <a:lnTo>
                    <a:pt x="1347870" y="3880374"/>
                  </a:lnTo>
                  <a:lnTo>
                    <a:pt x="1347964" y="3880374"/>
                  </a:lnTo>
                  <a:lnTo>
                    <a:pt x="1348058" y="3880374"/>
                  </a:lnTo>
                  <a:lnTo>
                    <a:pt x="1348152" y="3880374"/>
                  </a:lnTo>
                  <a:lnTo>
                    <a:pt x="1348246" y="3880374"/>
                  </a:lnTo>
                  <a:lnTo>
                    <a:pt x="1348246" y="3875095"/>
                  </a:lnTo>
                  <a:lnTo>
                    <a:pt x="1348340" y="3875095"/>
                  </a:lnTo>
                  <a:lnTo>
                    <a:pt x="1348434" y="3875095"/>
                  </a:lnTo>
                  <a:lnTo>
                    <a:pt x="1348528" y="3875095"/>
                  </a:lnTo>
                  <a:lnTo>
                    <a:pt x="1348622" y="3875095"/>
                  </a:lnTo>
                  <a:lnTo>
                    <a:pt x="1348716" y="3875095"/>
                  </a:lnTo>
                  <a:lnTo>
                    <a:pt x="1348810" y="3875095"/>
                  </a:lnTo>
                  <a:lnTo>
                    <a:pt x="1348904" y="3875095"/>
                  </a:lnTo>
                  <a:lnTo>
                    <a:pt x="1348998" y="3875095"/>
                  </a:lnTo>
                  <a:lnTo>
                    <a:pt x="1349092" y="3875095"/>
                  </a:lnTo>
                  <a:lnTo>
                    <a:pt x="1349186" y="3875095"/>
                  </a:lnTo>
                  <a:lnTo>
                    <a:pt x="1349280" y="3875095"/>
                  </a:lnTo>
                  <a:lnTo>
                    <a:pt x="1349374" y="3875095"/>
                  </a:lnTo>
                  <a:lnTo>
                    <a:pt x="1349468" y="3875095"/>
                  </a:lnTo>
                  <a:lnTo>
                    <a:pt x="1349562" y="3875095"/>
                  </a:lnTo>
                  <a:lnTo>
                    <a:pt x="1349656" y="3875095"/>
                  </a:lnTo>
                  <a:lnTo>
                    <a:pt x="1349750" y="3875095"/>
                  </a:lnTo>
                  <a:lnTo>
                    <a:pt x="1349844" y="3875095"/>
                  </a:lnTo>
                  <a:lnTo>
                    <a:pt x="1349938" y="3875095"/>
                  </a:lnTo>
                  <a:lnTo>
                    <a:pt x="1350032" y="3875095"/>
                  </a:lnTo>
                  <a:lnTo>
                    <a:pt x="1350126" y="3875095"/>
                  </a:lnTo>
                  <a:lnTo>
                    <a:pt x="1350220" y="3875095"/>
                  </a:lnTo>
                  <a:lnTo>
                    <a:pt x="1350314" y="3875095"/>
                  </a:lnTo>
                  <a:lnTo>
                    <a:pt x="1350409" y="3875095"/>
                  </a:lnTo>
                  <a:lnTo>
                    <a:pt x="1350503" y="3875095"/>
                  </a:lnTo>
                  <a:lnTo>
                    <a:pt x="1350597" y="3875095"/>
                  </a:lnTo>
                  <a:lnTo>
                    <a:pt x="1350691" y="3875095"/>
                  </a:lnTo>
                  <a:lnTo>
                    <a:pt x="1350785" y="3875095"/>
                  </a:lnTo>
                  <a:lnTo>
                    <a:pt x="1350879" y="3875095"/>
                  </a:lnTo>
                  <a:lnTo>
                    <a:pt x="1350973" y="3875095"/>
                  </a:lnTo>
                  <a:lnTo>
                    <a:pt x="1351067" y="3875095"/>
                  </a:lnTo>
                  <a:lnTo>
                    <a:pt x="1351161" y="3875095"/>
                  </a:lnTo>
                  <a:lnTo>
                    <a:pt x="1351255" y="3875095"/>
                  </a:lnTo>
                  <a:lnTo>
                    <a:pt x="1351349" y="3875095"/>
                  </a:lnTo>
                  <a:lnTo>
                    <a:pt x="1351443" y="3875095"/>
                  </a:lnTo>
                  <a:lnTo>
                    <a:pt x="1351537" y="3875095"/>
                  </a:lnTo>
                  <a:lnTo>
                    <a:pt x="1351631" y="3875095"/>
                  </a:lnTo>
                  <a:lnTo>
                    <a:pt x="1351725" y="3875095"/>
                  </a:lnTo>
                  <a:lnTo>
                    <a:pt x="1351819" y="3875095"/>
                  </a:lnTo>
                  <a:lnTo>
                    <a:pt x="1351913" y="3875095"/>
                  </a:lnTo>
                  <a:lnTo>
                    <a:pt x="1352007" y="3875095"/>
                  </a:lnTo>
                  <a:lnTo>
                    <a:pt x="1352101" y="3875095"/>
                  </a:lnTo>
                  <a:lnTo>
                    <a:pt x="1352195" y="3875095"/>
                  </a:lnTo>
                  <a:lnTo>
                    <a:pt x="1352289" y="3875095"/>
                  </a:lnTo>
                  <a:lnTo>
                    <a:pt x="1352383" y="3875095"/>
                  </a:lnTo>
                  <a:lnTo>
                    <a:pt x="1352477" y="3875095"/>
                  </a:lnTo>
                  <a:lnTo>
                    <a:pt x="1352571" y="3875095"/>
                  </a:lnTo>
                  <a:lnTo>
                    <a:pt x="1352665" y="3875095"/>
                  </a:lnTo>
                  <a:lnTo>
                    <a:pt x="1352759" y="3875095"/>
                  </a:lnTo>
                  <a:lnTo>
                    <a:pt x="1352853" y="3875095"/>
                  </a:lnTo>
                  <a:lnTo>
                    <a:pt x="1352947" y="3875095"/>
                  </a:lnTo>
                  <a:lnTo>
                    <a:pt x="1353041" y="3875095"/>
                  </a:lnTo>
                  <a:lnTo>
                    <a:pt x="1353135" y="3875095"/>
                  </a:lnTo>
                  <a:lnTo>
                    <a:pt x="1353229" y="3875095"/>
                  </a:lnTo>
                  <a:lnTo>
                    <a:pt x="1353323" y="3875095"/>
                  </a:lnTo>
                  <a:lnTo>
                    <a:pt x="1353417" y="3875095"/>
                  </a:lnTo>
                  <a:lnTo>
                    <a:pt x="1353511" y="3875095"/>
                  </a:lnTo>
                  <a:lnTo>
                    <a:pt x="1353605" y="3875095"/>
                  </a:lnTo>
                  <a:lnTo>
                    <a:pt x="1353699" y="3875095"/>
                  </a:lnTo>
                  <a:lnTo>
                    <a:pt x="1353793" y="3875095"/>
                  </a:lnTo>
                  <a:lnTo>
                    <a:pt x="1353888" y="3875095"/>
                  </a:lnTo>
                  <a:lnTo>
                    <a:pt x="1353982" y="3875095"/>
                  </a:lnTo>
                  <a:lnTo>
                    <a:pt x="1354076" y="3875095"/>
                  </a:lnTo>
                  <a:lnTo>
                    <a:pt x="1354170" y="3875095"/>
                  </a:lnTo>
                  <a:lnTo>
                    <a:pt x="1354264" y="3875095"/>
                  </a:lnTo>
                  <a:lnTo>
                    <a:pt x="1354358" y="3875095"/>
                  </a:lnTo>
                  <a:lnTo>
                    <a:pt x="1354452" y="3875095"/>
                  </a:lnTo>
                  <a:lnTo>
                    <a:pt x="1354546" y="3875095"/>
                  </a:lnTo>
                  <a:lnTo>
                    <a:pt x="1354640" y="3875095"/>
                  </a:lnTo>
                  <a:lnTo>
                    <a:pt x="1354734" y="3875095"/>
                  </a:lnTo>
                  <a:lnTo>
                    <a:pt x="1354828" y="3875095"/>
                  </a:lnTo>
                  <a:lnTo>
                    <a:pt x="1354922" y="3875095"/>
                  </a:lnTo>
                  <a:lnTo>
                    <a:pt x="1355016" y="3875095"/>
                  </a:lnTo>
                  <a:lnTo>
                    <a:pt x="1355110" y="3875095"/>
                  </a:lnTo>
                  <a:lnTo>
                    <a:pt x="1355204" y="3875095"/>
                  </a:lnTo>
                  <a:lnTo>
                    <a:pt x="1355298" y="3875095"/>
                  </a:lnTo>
                  <a:lnTo>
                    <a:pt x="1355392" y="3875095"/>
                  </a:lnTo>
                  <a:lnTo>
                    <a:pt x="1355486" y="3875095"/>
                  </a:lnTo>
                  <a:lnTo>
                    <a:pt x="1355580" y="3875095"/>
                  </a:lnTo>
                  <a:lnTo>
                    <a:pt x="1355674" y="3875095"/>
                  </a:lnTo>
                  <a:lnTo>
                    <a:pt x="1355768" y="3875095"/>
                  </a:lnTo>
                  <a:lnTo>
                    <a:pt x="1355862" y="3875095"/>
                  </a:lnTo>
                  <a:lnTo>
                    <a:pt x="1355956" y="3875095"/>
                  </a:lnTo>
                  <a:lnTo>
                    <a:pt x="1356050" y="3875095"/>
                  </a:lnTo>
                  <a:lnTo>
                    <a:pt x="1356144" y="3875095"/>
                  </a:lnTo>
                  <a:lnTo>
                    <a:pt x="1356238" y="3875095"/>
                  </a:lnTo>
                  <a:lnTo>
                    <a:pt x="1356332" y="3875095"/>
                  </a:lnTo>
                  <a:lnTo>
                    <a:pt x="1356426" y="3875095"/>
                  </a:lnTo>
                  <a:lnTo>
                    <a:pt x="1356520" y="3875095"/>
                  </a:lnTo>
                  <a:lnTo>
                    <a:pt x="1356614" y="3875095"/>
                  </a:lnTo>
                  <a:lnTo>
                    <a:pt x="1356708" y="3875095"/>
                  </a:lnTo>
                  <a:lnTo>
                    <a:pt x="1356802" y="3875095"/>
                  </a:lnTo>
                  <a:lnTo>
                    <a:pt x="1356896" y="3875095"/>
                  </a:lnTo>
                  <a:lnTo>
                    <a:pt x="1356990" y="3875095"/>
                  </a:lnTo>
                  <a:lnTo>
                    <a:pt x="1357084" y="3875095"/>
                  </a:lnTo>
                  <a:lnTo>
                    <a:pt x="1357178" y="3875095"/>
                  </a:lnTo>
                  <a:lnTo>
                    <a:pt x="1357272" y="3875095"/>
                  </a:lnTo>
                  <a:lnTo>
                    <a:pt x="1357366" y="3875095"/>
                  </a:lnTo>
                  <a:lnTo>
                    <a:pt x="1357461" y="3875095"/>
                  </a:lnTo>
                  <a:lnTo>
                    <a:pt x="1357555" y="3875095"/>
                  </a:lnTo>
                  <a:lnTo>
                    <a:pt x="1357649" y="3875095"/>
                  </a:lnTo>
                  <a:lnTo>
                    <a:pt x="1357743" y="3875095"/>
                  </a:lnTo>
                  <a:lnTo>
                    <a:pt x="1357837" y="3875095"/>
                  </a:lnTo>
                  <a:lnTo>
                    <a:pt x="1357931" y="3875095"/>
                  </a:lnTo>
                  <a:lnTo>
                    <a:pt x="1358025" y="3875095"/>
                  </a:lnTo>
                  <a:lnTo>
                    <a:pt x="1358119" y="3875095"/>
                  </a:lnTo>
                  <a:lnTo>
                    <a:pt x="1358213" y="3875095"/>
                  </a:lnTo>
                  <a:lnTo>
                    <a:pt x="1358307" y="3875095"/>
                  </a:lnTo>
                  <a:lnTo>
                    <a:pt x="1358401" y="3875095"/>
                  </a:lnTo>
                  <a:lnTo>
                    <a:pt x="1358495" y="3875095"/>
                  </a:lnTo>
                  <a:lnTo>
                    <a:pt x="1358589" y="3875095"/>
                  </a:lnTo>
                  <a:lnTo>
                    <a:pt x="1358683" y="3875095"/>
                  </a:lnTo>
                  <a:lnTo>
                    <a:pt x="1358777" y="3875095"/>
                  </a:lnTo>
                  <a:lnTo>
                    <a:pt x="1358871" y="3875095"/>
                  </a:lnTo>
                  <a:lnTo>
                    <a:pt x="1358965" y="3875095"/>
                  </a:lnTo>
                  <a:lnTo>
                    <a:pt x="1359059" y="3875095"/>
                  </a:lnTo>
                  <a:lnTo>
                    <a:pt x="1359153" y="3875095"/>
                  </a:lnTo>
                  <a:lnTo>
                    <a:pt x="1359247" y="3875095"/>
                  </a:lnTo>
                  <a:lnTo>
                    <a:pt x="1359341" y="3875095"/>
                  </a:lnTo>
                  <a:lnTo>
                    <a:pt x="1359435" y="3875095"/>
                  </a:lnTo>
                  <a:lnTo>
                    <a:pt x="1359529" y="3875095"/>
                  </a:lnTo>
                  <a:lnTo>
                    <a:pt x="1359623" y="3875095"/>
                  </a:lnTo>
                  <a:lnTo>
                    <a:pt x="1359717" y="3875095"/>
                  </a:lnTo>
                  <a:lnTo>
                    <a:pt x="1359811" y="3875095"/>
                  </a:lnTo>
                  <a:lnTo>
                    <a:pt x="1359905" y="3875095"/>
                  </a:lnTo>
                  <a:lnTo>
                    <a:pt x="1359999" y="3875095"/>
                  </a:lnTo>
                  <a:lnTo>
                    <a:pt x="1360093" y="3875095"/>
                  </a:lnTo>
                  <a:lnTo>
                    <a:pt x="1360187" y="3875095"/>
                  </a:lnTo>
                  <a:lnTo>
                    <a:pt x="1360281" y="3875095"/>
                  </a:lnTo>
                  <a:lnTo>
                    <a:pt x="1360375" y="3875095"/>
                  </a:lnTo>
                  <a:lnTo>
                    <a:pt x="1360469" y="3875095"/>
                  </a:lnTo>
                  <a:lnTo>
                    <a:pt x="1360563" y="3875095"/>
                  </a:lnTo>
                  <a:lnTo>
                    <a:pt x="1360657" y="3875095"/>
                  </a:lnTo>
                  <a:lnTo>
                    <a:pt x="1360751" y="3875095"/>
                  </a:lnTo>
                  <a:lnTo>
                    <a:pt x="1360845" y="3875095"/>
                  </a:lnTo>
                  <a:lnTo>
                    <a:pt x="1360939" y="3875095"/>
                  </a:lnTo>
                  <a:lnTo>
                    <a:pt x="1361034" y="3875095"/>
                  </a:lnTo>
                  <a:lnTo>
                    <a:pt x="1361128" y="3875095"/>
                  </a:lnTo>
                  <a:lnTo>
                    <a:pt x="1361222" y="3875095"/>
                  </a:lnTo>
                  <a:lnTo>
                    <a:pt x="1361316" y="3875095"/>
                  </a:lnTo>
                  <a:lnTo>
                    <a:pt x="1361410" y="3875095"/>
                  </a:lnTo>
                  <a:lnTo>
                    <a:pt x="1361504" y="3875095"/>
                  </a:lnTo>
                  <a:lnTo>
                    <a:pt x="1361598" y="3875095"/>
                  </a:lnTo>
                  <a:lnTo>
                    <a:pt x="1361692" y="3875095"/>
                  </a:lnTo>
                  <a:lnTo>
                    <a:pt x="1361786" y="3875095"/>
                  </a:lnTo>
                  <a:lnTo>
                    <a:pt x="1361880" y="3875095"/>
                  </a:lnTo>
                  <a:lnTo>
                    <a:pt x="1361974" y="3875095"/>
                  </a:lnTo>
                  <a:lnTo>
                    <a:pt x="1362068" y="3875095"/>
                  </a:lnTo>
                  <a:lnTo>
                    <a:pt x="1362162" y="3875095"/>
                  </a:lnTo>
                  <a:lnTo>
                    <a:pt x="1362256" y="3875095"/>
                  </a:lnTo>
                  <a:lnTo>
                    <a:pt x="1362350" y="3875095"/>
                  </a:lnTo>
                  <a:lnTo>
                    <a:pt x="1362444" y="3875095"/>
                  </a:lnTo>
                  <a:lnTo>
                    <a:pt x="1362538" y="3875095"/>
                  </a:lnTo>
                  <a:lnTo>
                    <a:pt x="1362632" y="3875095"/>
                  </a:lnTo>
                  <a:lnTo>
                    <a:pt x="1362726" y="3875095"/>
                  </a:lnTo>
                  <a:lnTo>
                    <a:pt x="1362820" y="3875095"/>
                  </a:lnTo>
                  <a:lnTo>
                    <a:pt x="1362914" y="3875095"/>
                  </a:lnTo>
                  <a:lnTo>
                    <a:pt x="1363008" y="3875095"/>
                  </a:lnTo>
                  <a:lnTo>
                    <a:pt x="1363102" y="3875095"/>
                  </a:lnTo>
                  <a:lnTo>
                    <a:pt x="1363196" y="3875095"/>
                  </a:lnTo>
                  <a:lnTo>
                    <a:pt x="1363290" y="3875095"/>
                  </a:lnTo>
                  <a:lnTo>
                    <a:pt x="1363384" y="3875095"/>
                  </a:lnTo>
                  <a:lnTo>
                    <a:pt x="1363478" y="3875095"/>
                  </a:lnTo>
                  <a:lnTo>
                    <a:pt x="1363572" y="3875095"/>
                  </a:lnTo>
                  <a:lnTo>
                    <a:pt x="1363666" y="3875095"/>
                  </a:lnTo>
                  <a:lnTo>
                    <a:pt x="1363760" y="3875095"/>
                  </a:lnTo>
                  <a:lnTo>
                    <a:pt x="1363854" y="3875095"/>
                  </a:lnTo>
                  <a:lnTo>
                    <a:pt x="1363948" y="3875095"/>
                  </a:lnTo>
                  <a:lnTo>
                    <a:pt x="1363948" y="3869815"/>
                  </a:lnTo>
                  <a:lnTo>
                    <a:pt x="1364042" y="3869815"/>
                  </a:lnTo>
                  <a:lnTo>
                    <a:pt x="1364136" y="3869815"/>
                  </a:lnTo>
                  <a:lnTo>
                    <a:pt x="1364230" y="3869815"/>
                  </a:lnTo>
                  <a:lnTo>
                    <a:pt x="1364324" y="3869815"/>
                  </a:lnTo>
                  <a:lnTo>
                    <a:pt x="1364418" y="3869815"/>
                  </a:lnTo>
                  <a:lnTo>
                    <a:pt x="1364513" y="3869815"/>
                  </a:lnTo>
                  <a:lnTo>
                    <a:pt x="1364607" y="3869815"/>
                  </a:lnTo>
                  <a:lnTo>
                    <a:pt x="1364701" y="3869815"/>
                  </a:lnTo>
                  <a:lnTo>
                    <a:pt x="1364795" y="3869815"/>
                  </a:lnTo>
                  <a:lnTo>
                    <a:pt x="1364889" y="3869815"/>
                  </a:lnTo>
                  <a:lnTo>
                    <a:pt x="1364983" y="3869815"/>
                  </a:lnTo>
                  <a:lnTo>
                    <a:pt x="1365077" y="3869815"/>
                  </a:lnTo>
                  <a:lnTo>
                    <a:pt x="1365171" y="3869815"/>
                  </a:lnTo>
                  <a:lnTo>
                    <a:pt x="1365171" y="3864536"/>
                  </a:lnTo>
                  <a:lnTo>
                    <a:pt x="1365265" y="3864536"/>
                  </a:lnTo>
                  <a:lnTo>
                    <a:pt x="1365359" y="3864536"/>
                  </a:lnTo>
                  <a:lnTo>
                    <a:pt x="1365453" y="3864536"/>
                  </a:lnTo>
                  <a:lnTo>
                    <a:pt x="1365547" y="3864536"/>
                  </a:lnTo>
                  <a:lnTo>
                    <a:pt x="1365641" y="3864536"/>
                  </a:lnTo>
                  <a:lnTo>
                    <a:pt x="1365735" y="3864536"/>
                  </a:lnTo>
                  <a:lnTo>
                    <a:pt x="1365829" y="3864536"/>
                  </a:lnTo>
                  <a:lnTo>
                    <a:pt x="1365923" y="3864536"/>
                  </a:lnTo>
                  <a:lnTo>
                    <a:pt x="1365923" y="3859256"/>
                  </a:lnTo>
                  <a:lnTo>
                    <a:pt x="1366017" y="3859256"/>
                  </a:lnTo>
                  <a:lnTo>
                    <a:pt x="1366111" y="3859256"/>
                  </a:lnTo>
                  <a:lnTo>
                    <a:pt x="1366205" y="3859256"/>
                  </a:lnTo>
                  <a:lnTo>
                    <a:pt x="1366299" y="3859256"/>
                  </a:lnTo>
                  <a:lnTo>
                    <a:pt x="1366393" y="3859256"/>
                  </a:lnTo>
                  <a:lnTo>
                    <a:pt x="1366487" y="3859256"/>
                  </a:lnTo>
                  <a:lnTo>
                    <a:pt x="1366581" y="3859256"/>
                  </a:lnTo>
                  <a:lnTo>
                    <a:pt x="1366675" y="3859256"/>
                  </a:lnTo>
                  <a:lnTo>
                    <a:pt x="1366769" y="3859256"/>
                  </a:lnTo>
                  <a:lnTo>
                    <a:pt x="1366863" y="3859256"/>
                  </a:lnTo>
                  <a:lnTo>
                    <a:pt x="1366957" y="3859256"/>
                  </a:lnTo>
                  <a:lnTo>
                    <a:pt x="1367051" y="3859256"/>
                  </a:lnTo>
                  <a:lnTo>
                    <a:pt x="1367145" y="3859256"/>
                  </a:lnTo>
                  <a:lnTo>
                    <a:pt x="1367239" y="3859256"/>
                  </a:lnTo>
                  <a:lnTo>
                    <a:pt x="1367333" y="3859256"/>
                  </a:lnTo>
                  <a:lnTo>
                    <a:pt x="1367333" y="3853977"/>
                  </a:lnTo>
                  <a:lnTo>
                    <a:pt x="1367427" y="3853977"/>
                  </a:lnTo>
                  <a:lnTo>
                    <a:pt x="1367521" y="3853977"/>
                  </a:lnTo>
                  <a:lnTo>
                    <a:pt x="1367615" y="3853977"/>
                  </a:lnTo>
                  <a:lnTo>
                    <a:pt x="1367709" y="3853977"/>
                  </a:lnTo>
                  <a:lnTo>
                    <a:pt x="1367803" y="3853977"/>
                  </a:lnTo>
                  <a:lnTo>
                    <a:pt x="1367897" y="3853977"/>
                  </a:lnTo>
                  <a:lnTo>
                    <a:pt x="1367991" y="3853977"/>
                  </a:lnTo>
                  <a:lnTo>
                    <a:pt x="1368086" y="3853977"/>
                  </a:lnTo>
                  <a:lnTo>
                    <a:pt x="1368180" y="3853977"/>
                  </a:lnTo>
                  <a:lnTo>
                    <a:pt x="1368274" y="3853977"/>
                  </a:lnTo>
                  <a:lnTo>
                    <a:pt x="1368368" y="3853977"/>
                  </a:lnTo>
                  <a:lnTo>
                    <a:pt x="1368462" y="3853977"/>
                  </a:lnTo>
                  <a:lnTo>
                    <a:pt x="1368556" y="3853977"/>
                  </a:lnTo>
                  <a:lnTo>
                    <a:pt x="1368650" y="3853977"/>
                  </a:lnTo>
                  <a:lnTo>
                    <a:pt x="1368744" y="3853977"/>
                  </a:lnTo>
                  <a:lnTo>
                    <a:pt x="1368838" y="3853977"/>
                  </a:lnTo>
                  <a:lnTo>
                    <a:pt x="1368932" y="3853977"/>
                  </a:lnTo>
                  <a:lnTo>
                    <a:pt x="1369026" y="3853977"/>
                  </a:lnTo>
                  <a:lnTo>
                    <a:pt x="1369120" y="3853977"/>
                  </a:lnTo>
                  <a:lnTo>
                    <a:pt x="1369214" y="3853977"/>
                  </a:lnTo>
                  <a:lnTo>
                    <a:pt x="1369308" y="3853977"/>
                  </a:lnTo>
                  <a:lnTo>
                    <a:pt x="1369402" y="3853977"/>
                  </a:lnTo>
                  <a:lnTo>
                    <a:pt x="1369496" y="3853977"/>
                  </a:lnTo>
                  <a:lnTo>
                    <a:pt x="1369590" y="3853977"/>
                  </a:lnTo>
                  <a:lnTo>
                    <a:pt x="1369684" y="3853977"/>
                  </a:lnTo>
                  <a:lnTo>
                    <a:pt x="1369778" y="3853977"/>
                  </a:lnTo>
                  <a:lnTo>
                    <a:pt x="1369872" y="3853977"/>
                  </a:lnTo>
                  <a:lnTo>
                    <a:pt x="1369966" y="3853977"/>
                  </a:lnTo>
                  <a:lnTo>
                    <a:pt x="1369966" y="3848698"/>
                  </a:lnTo>
                  <a:lnTo>
                    <a:pt x="1370060" y="3848698"/>
                  </a:lnTo>
                  <a:lnTo>
                    <a:pt x="1370154" y="3848698"/>
                  </a:lnTo>
                  <a:lnTo>
                    <a:pt x="1370248" y="3848698"/>
                  </a:lnTo>
                  <a:lnTo>
                    <a:pt x="1370342" y="3848698"/>
                  </a:lnTo>
                  <a:lnTo>
                    <a:pt x="1370436" y="3848698"/>
                  </a:lnTo>
                  <a:lnTo>
                    <a:pt x="1370530" y="3848698"/>
                  </a:lnTo>
                  <a:lnTo>
                    <a:pt x="1370624" y="3848698"/>
                  </a:lnTo>
                  <a:lnTo>
                    <a:pt x="1370718" y="3848698"/>
                  </a:lnTo>
                  <a:lnTo>
                    <a:pt x="1370812" y="3848698"/>
                  </a:lnTo>
                  <a:lnTo>
                    <a:pt x="1370906" y="3848698"/>
                  </a:lnTo>
                  <a:lnTo>
                    <a:pt x="1371000" y="3848698"/>
                  </a:lnTo>
                  <a:lnTo>
                    <a:pt x="1371094" y="3848698"/>
                  </a:lnTo>
                  <a:lnTo>
                    <a:pt x="1371188" y="3848698"/>
                  </a:lnTo>
                  <a:lnTo>
                    <a:pt x="1371282" y="3848698"/>
                  </a:lnTo>
                  <a:lnTo>
                    <a:pt x="1371376" y="3848698"/>
                  </a:lnTo>
                  <a:lnTo>
                    <a:pt x="1371470" y="3848698"/>
                  </a:lnTo>
                  <a:lnTo>
                    <a:pt x="1371564" y="3848698"/>
                  </a:lnTo>
                  <a:lnTo>
                    <a:pt x="1371659" y="3848698"/>
                  </a:lnTo>
                  <a:lnTo>
                    <a:pt x="1371753" y="3848698"/>
                  </a:lnTo>
                  <a:lnTo>
                    <a:pt x="1371847" y="3848698"/>
                  </a:lnTo>
                  <a:lnTo>
                    <a:pt x="1371941" y="3848698"/>
                  </a:lnTo>
                  <a:lnTo>
                    <a:pt x="1372035" y="3848698"/>
                  </a:lnTo>
                  <a:lnTo>
                    <a:pt x="1372129" y="3848698"/>
                  </a:lnTo>
                  <a:lnTo>
                    <a:pt x="1372223" y="3848698"/>
                  </a:lnTo>
                  <a:lnTo>
                    <a:pt x="1372317" y="3848698"/>
                  </a:lnTo>
                  <a:lnTo>
                    <a:pt x="1372411" y="3848698"/>
                  </a:lnTo>
                  <a:lnTo>
                    <a:pt x="1372505" y="3848698"/>
                  </a:lnTo>
                  <a:lnTo>
                    <a:pt x="1372599" y="3848698"/>
                  </a:lnTo>
                  <a:lnTo>
                    <a:pt x="1372693" y="3848698"/>
                  </a:lnTo>
                  <a:lnTo>
                    <a:pt x="1372787" y="3848698"/>
                  </a:lnTo>
                  <a:lnTo>
                    <a:pt x="1372881" y="3848698"/>
                  </a:lnTo>
                  <a:lnTo>
                    <a:pt x="1372975" y="3848698"/>
                  </a:lnTo>
                  <a:lnTo>
                    <a:pt x="1373069" y="3848698"/>
                  </a:lnTo>
                  <a:lnTo>
                    <a:pt x="1373163" y="3848698"/>
                  </a:lnTo>
                  <a:lnTo>
                    <a:pt x="1373257" y="3848698"/>
                  </a:lnTo>
                  <a:lnTo>
                    <a:pt x="1373351" y="3848698"/>
                  </a:lnTo>
                  <a:lnTo>
                    <a:pt x="1373445" y="3848698"/>
                  </a:lnTo>
                  <a:lnTo>
                    <a:pt x="1373539" y="3848698"/>
                  </a:lnTo>
                  <a:lnTo>
                    <a:pt x="1373633" y="3848698"/>
                  </a:lnTo>
                  <a:lnTo>
                    <a:pt x="1373727" y="3848698"/>
                  </a:lnTo>
                  <a:lnTo>
                    <a:pt x="1373821" y="3848698"/>
                  </a:lnTo>
                  <a:lnTo>
                    <a:pt x="1373915" y="3848698"/>
                  </a:lnTo>
                  <a:lnTo>
                    <a:pt x="1374009" y="3848698"/>
                  </a:lnTo>
                  <a:lnTo>
                    <a:pt x="1374103" y="3848698"/>
                  </a:lnTo>
                  <a:lnTo>
                    <a:pt x="1374197" y="3848698"/>
                  </a:lnTo>
                  <a:lnTo>
                    <a:pt x="1374291" y="3848698"/>
                  </a:lnTo>
                  <a:lnTo>
                    <a:pt x="1374385" y="3848698"/>
                  </a:lnTo>
                  <a:lnTo>
                    <a:pt x="1374479" y="3848698"/>
                  </a:lnTo>
                  <a:lnTo>
                    <a:pt x="1374573" y="3848698"/>
                  </a:lnTo>
                  <a:lnTo>
                    <a:pt x="1374667" y="3848698"/>
                  </a:lnTo>
                  <a:lnTo>
                    <a:pt x="1374761" y="3848698"/>
                  </a:lnTo>
                  <a:lnTo>
                    <a:pt x="1374855" y="3848698"/>
                  </a:lnTo>
                  <a:lnTo>
                    <a:pt x="1374949" y="3848698"/>
                  </a:lnTo>
                  <a:lnTo>
                    <a:pt x="1375043" y="3848698"/>
                  </a:lnTo>
                  <a:lnTo>
                    <a:pt x="1375138" y="3848698"/>
                  </a:lnTo>
                  <a:lnTo>
                    <a:pt x="1375232" y="3848698"/>
                  </a:lnTo>
                  <a:lnTo>
                    <a:pt x="1375232" y="3843418"/>
                  </a:lnTo>
                  <a:lnTo>
                    <a:pt x="1375326" y="3843418"/>
                  </a:lnTo>
                  <a:lnTo>
                    <a:pt x="1375420" y="3843418"/>
                  </a:lnTo>
                  <a:lnTo>
                    <a:pt x="1375514" y="3843418"/>
                  </a:lnTo>
                  <a:lnTo>
                    <a:pt x="1375608" y="3843418"/>
                  </a:lnTo>
                  <a:lnTo>
                    <a:pt x="1375702" y="3843418"/>
                  </a:lnTo>
                  <a:lnTo>
                    <a:pt x="1375796" y="3843418"/>
                  </a:lnTo>
                  <a:lnTo>
                    <a:pt x="1375890" y="3843418"/>
                  </a:lnTo>
                  <a:lnTo>
                    <a:pt x="1375984" y="3843418"/>
                  </a:lnTo>
                  <a:lnTo>
                    <a:pt x="1376078" y="3843418"/>
                  </a:lnTo>
                  <a:lnTo>
                    <a:pt x="1376172" y="3843418"/>
                  </a:lnTo>
                  <a:lnTo>
                    <a:pt x="1376266" y="3843418"/>
                  </a:lnTo>
                  <a:lnTo>
                    <a:pt x="1376360" y="3843418"/>
                  </a:lnTo>
                  <a:lnTo>
                    <a:pt x="1376454" y="3843418"/>
                  </a:lnTo>
                  <a:lnTo>
                    <a:pt x="1376548" y="3843418"/>
                  </a:lnTo>
                  <a:lnTo>
                    <a:pt x="1376642" y="3843418"/>
                  </a:lnTo>
                  <a:lnTo>
                    <a:pt x="1376736" y="3843418"/>
                  </a:lnTo>
                  <a:lnTo>
                    <a:pt x="1376830" y="3843418"/>
                  </a:lnTo>
                  <a:lnTo>
                    <a:pt x="1376924" y="3843418"/>
                  </a:lnTo>
                  <a:lnTo>
                    <a:pt x="1377018" y="3843418"/>
                  </a:lnTo>
                  <a:lnTo>
                    <a:pt x="1377112" y="3843418"/>
                  </a:lnTo>
                  <a:lnTo>
                    <a:pt x="1377206" y="3843418"/>
                  </a:lnTo>
                  <a:lnTo>
                    <a:pt x="1377300" y="3843418"/>
                  </a:lnTo>
                  <a:lnTo>
                    <a:pt x="1377394" y="3843418"/>
                  </a:lnTo>
                  <a:lnTo>
                    <a:pt x="1377488" y="3843418"/>
                  </a:lnTo>
                  <a:lnTo>
                    <a:pt x="1377582" y="3843418"/>
                  </a:lnTo>
                  <a:lnTo>
                    <a:pt x="1377676" y="3843418"/>
                  </a:lnTo>
                  <a:lnTo>
                    <a:pt x="1377770" y="3843418"/>
                  </a:lnTo>
                  <a:lnTo>
                    <a:pt x="1377864" y="3843418"/>
                  </a:lnTo>
                  <a:lnTo>
                    <a:pt x="1377958" y="3843418"/>
                  </a:lnTo>
                  <a:lnTo>
                    <a:pt x="1378052" y="3843418"/>
                  </a:lnTo>
                  <a:lnTo>
                    <a:pt x="1378146" y="3843418"/>
                  </a:lnTo>
                  <a:lnTo>
                    <a:pt x="1378240" y="3843418"/>
                  </a:lnTo>
                  <a:lnTo>
                    <a:pt x="1378334" y="3843418"/>
                  </a:lnTo>
                  <a:lnTo>
                    <a:pt x="1378428" y="3843418"/>
                  </a:lnTo>
                  <a:lnTo>
                    <a:pt x="1378522" y="3843418"/>
                  </a:lnTo>
                  <a:lnTo>
                    <a:pt x="1378616" y="3843418"/>
                  </a:lnTo>
                  <a:lnTo>
                    <a:pt x="1378711" y="3843418"/>
                  </a:lnTo>
                  <a:lnTo>
                    <a:pt x="1378805" y="3843418"/>
                  </a:lnTo>
                  <a:lnTo>
                    <a:pt x="1378899" y="3843418"/>
                  </a:lnTo>
                  <a:lnTo>
                    <a:pt x="1378993" y="3843418"/>
                  </a:lnTo>
                  <a:lnTo>
                    <a:pt x="1379087" y="3843418"/>
                  </a:lnTo>
                  <a:lnTo>
                    <a:pt x="1379181" y="3843418"/>
                  </a:lnTo>
                  <a:lnTo>
                    <a:pt x="1379275" y="3843418"/>
                  </a:lnTo>
                  <a:lnTo>
                    <a:pt x="1379369" y="3843418"/>
                  </a:lnTo>
                  <a:lnTo>
                    <a:pt x="1379463" y="3843418"/>
                  </a:lnTo>
                  <a:lnTo>
                    <a:pt x="1379557" y="3843418"/>
                  </a:lnTo>
                  <a:lnTo>
                    <a:pt x="1379651" y="3843418"/>
                  </a:lnTo>
                  <a:lnTo>
                    <a:pt x="1379745" y="3843418"/>
                  </a:lnTo>
                  <a:lnTo>
                    <a:pt x="1379839" y="3843418"/>
                  </a:lnTo>
                  <a:lnTo>
                    <a:pt x="1379933" y="3843418"/>
                  </a:lnTo>
                  <a:lnTo>
                    <a:pt x="1380027" y="3843418"/>
                  </a:lnTo>
                  <a:lnTo>
                    <a:pt x="1380121" y="3843418"/>
                  </a:lnTo>
                  <a:lnTo>
                    <a:pt x="1380215" y="3843418"/>
                  </a:lnTo>
                  <a:lnTo>
                    <a:pt x="1380309" y="3843418"/>
                  </a:lnTo>
                  <a:lnTo>
                    <a:pt x="1380403" y="3843418"/>
                  </a:lnTo>
                  <a:lnTo>
                    <a:pt x="1380497" y="3843418"/>
                  </a:lnTo>
                  <a:lnTo>
                    <a:pt x="1380591" y="3843418"/>
                  </a:lnTo>
                  <a:lnTo>
                    <a:pt x="1380685" y="3843418"/>
                  </a:lnTo>
                  <a:lnTo>
                    <a:pt x="1380779" y="3843418"/>
                  </a:lnTo>
                  <a:lnTo>
                    <a:pt x="1380873" y="3843418"/>
                  </a:lnTo>
                  <a:lnTo>
                    <a:pt x="1380967" y="3843418"/>
                  </a:lnTo>
                  <a:lnTo>
                    <a:pt x="1381061" y="3843418"/>
                  </a:lnTo>
                  <a:lnTo>
                    <a:pt x="1381155" y="3843418"/>
                  </a:lnTo>
                  <a:lnTo>
                    <a:pt x="1381249" y="3843418"/>
                  </a:lnTo>
                  <a:lnTo>
                    <a:pt x="1381343" y="3843418"/>
                  </a:lnTo>
                  <a:lnTo>
                    <a:pt x="1381437" y="3843418"/>
                  </a:lnTo>
                  <a:lnTo>
                    <a:pt x="1381531" y="3843418"/>
                  </a:lnTo>
                  <a:lnTo>
                    <a:pt x="1381625" y="3843418"/>
                  </a:lnTo>
                  <a:lnTo>
                    <a:pt x="1381719" y="3843418"/>
                  </a:lnTo>
                  <a:lnTo>
                    <a:pt x="1381813" y="3843418"/>
                  </a:lnTo>
                  <a:lnTo>
                    <a:pt x="1381907" y="3843418"/>
                  </a:lnTo>
                  <a:lnTo>
                    <a:pt x="1382001" y="3843418"/>
                  </a:lnTo>
                  <a:lnTo>
                    <a:pt x="1382095" y="3843418"/>
                  </a:lnTo>
                  <a:lnTo>
                    <a:pt x="1382189" y="3843418"/>
                  </a:lnTo>
                  <a:lnTo>
                    <a:pt x="1382284" y="3843418"/>
                  </a:lnTo>
                  <a:lnTo>
                    <a:pt x="1382378" y="3843418"/>
                  </a:lnTo>
                  <a:lnTo>
                    <a:pt x="1382472" y="3843418"/>
                  </a:lnTo>
                  <a:lnTo>
                    <a:pt x="1382566" y="3843418"/>
                  </a:lnTo>
                  <a:lnTo>
                    <a:pt x="1382660" y="3843418"/>
                  </a:lnTo>
                  <a:lnTo>
                    <a:pt x="1382754" y="3843418"/>
                  </a:lnTo>
                  <a:lnTo>
                    <a:pt x="1382848" y="3843418"/>
                  </a:lnTo>
                  <a:lnTo>
                    <a:pt x="1382942" y="3843418"/>
                  </a:lnTo>
                  <a:lnTo>
                    <a:pt x="1383036" y="3843418"/>
                  </a:lnTo>
                  <a:lnTo>
                    <a:pt x="1383130" y="3843418"/>
                  </a:lnTo>
                  <a:lnTo>
                    <a:pt x="1383224" y="3843418"/>
                  </a:lnTo>
                  <a:lnTo>
                    <a:pt x="1383318" y="3843418"/>
                  </a:lnTo>
                  <a:lnTo>
                    <a:pt x="1383318" y="3838139"/>
                  </a:lnTo>
                  <a:lnTo>
                    <a:pt x="1383412" y="3838139"/>
                  </a:lnTo>
                  <a:lnTo>
                    <a:pt x="1383506" y="3838139"/>
                  </a:lnTo>
                  <a:lnTo>
                    <a:pt x="1383600" y="3838139"/>
                  </a:lnTo>
                  <a:lnTo>
                    <a:pt x="1383694" y="3838139"/>
                  </a:lnTo>
                  <a:lnTo>
                    <a:pt x="1383788" y="3838139"/>
                  </a:lnTo>
                  <a:lnTo>
                    <a:pt x="1383882" y="3838139"/>
                  </a:lnTo>
                  <a:lnTo>
                    <a:pt x="1383976" y="3838139"/>
                  </a:lnTo>
                  <a:lnTo>
                    <a:pt x="1384070" y="3838139"/>
                  </a:lnTo>
                  <a:lnTo>
                    <a:pt x="1384164" y="3838139"/>
                  </a:lnTo>
                  <a:lnTo>
                    <a:pt x="1384258" y="3838139"/>
                  </a:lnTo>
                  <a:lnTo>
                    <a:pt x="1384352" y="3838139"/>
                  </a:lnTo>
                  <a:lnTo>
                    <a:pt x="1384446" y="3838139"/>
                  </a:lnTo>
                  <a:lnTo>
                    <a:pt x="1384540" y="3838139"/>
                  </a:lnTo>
                  <a:lnTo>
                    <a:pt x="1384634" y="3838139"/>
                  </a:lnTo>
                  <a:lnTo>
                    <a:pt x="1384728" y="3838139"/>
                  </a:lnTo>
                  <a:lnTo>
                    <a:pt x="1384822" y="3838139"/>
                  </a:lnTo>
                  <a:lnTo>
                    <a:pt x="1384916" y="3838139"/>
                  </a:lnTo>
                  <a:lnTo>
                    <a:pt x="1385010" y="3838139"/>
                  </a:lnTo>
                  <a:lnTo>
                    <a:pt x="1385104" y="3838139"/>
                  </a:lnTo>
                  <a:lnTo>
                    <a:pt x="1385198" y="3838139"/>
                  </a:lnTo>
                  <a:lnTo>
                    <a:pt x="1385292" y="3838139"/>
                  </a:lnTo>
                  <a:lnTo>
                    <a:pt x="1385386" y="3838139"/>
                  </a:lnTo>
                  <a:lnTo>
                    <a:pt x="1385480" y="3838139"/>
                  </a:lnTo>
                  <a:lnTo>
                    <a:pt x="1385574" y="3838139"/>
                  </a:lnTo>
                  <a:lnTo>
                    <a:pt x="1385668" y="3838139"/>
                  </a:lnTo>
                  <a:lnTo>
                    <a:pt x="1385762" y="3838139"/>
                  </a:lnTo>
                  <a:lnTo>
                    <a:pt x="1385857" y="3838139"/>
                  </a:lnTo>
                  <a:lnTo>
                    <a:pt x="1385951" y="3838139"/>
                  </a:lnTo>
                  <a:lnTo>
                    <a:pt x="1386045" y="3838139"/>
                  </a:lnTo>
                  <a:lnTo>
                    <a:pt x="1386139" y="3838139"/>
                  </a:lnTo>
                  <a:lnTo>
                    <a:pt x="1386233" y="3838139"/>
                  </a:lnTo>
                  <a:lnTo>
                    <a:pt x="1386327" y="3838139"/>
                  </a:lnTo>
                  <a:lnTo>
                    <a:pt x="1386421" y="3838139"/>
                  </a:lnTo>
                  <a:lnTo>
                    <a:pt x="1386515" y="3838139"/>
                  </a:lnTo>
                  <a:lnTo>
                    <a:pt x="1386609" y="3838139"/>
                  </a:lnTo>
                  <a:lnTo>
                    <a:pt x="1386703" y="3838139"/>
                  </a:lnTo>
                  <a:lnTo>
                    <a:pt x="1386797" y="3838139"/>
                  </a:lnTo>
                  <a:lnTo>
                    <a:pt x="1386891" y="3838139"/>
                  </a:lnTo>
                  <a:lnTo>
                    <a:pt x="1386985" y="3838139"/>
                  </a:lnTo>
                  <a:lnTo>
                    <a:pt x="1387079" y="3838139"/>
                  </a:lnTo>
                  <a:lnTo>
                    <a:pt x="1387173" y="3838139"/>
                  </a:lnTo>
                  <a:lnTo>
                    <a:pt x="1387267" y="3838139"/>
                  </a:lnTo>
                  <a:lnTo>
                    <a:pt x="1387361" y="3838139"/>
                  </a:lnTo>
                  <a:lnTo>
                    <a:pt x="1387455" y="3838139"/>
                  </a:lnTo>
                  <a:lnTo>
                    <a:pt x="1387549" y="3838139"/>
                  </a:lnTo>
                  <a:lnTo>
                    <a:pt x="1387643" y="3838139"/>
                  </a:lnTo>
                  <a:lnTo>
                    <a:pt x="1387737" y="3838139"/>
                  </a:lnTo>
                  <a:lnTo>
                    <a:pt x="1387831" y="3838139"/>
                  </a:lnTo>
                  <a:lnTo>
                    <a:pt x="1387925" y="3838139"/>
                  </a:lnTo>
                  <a:lnTo>
                    <a:pt x="1388019" y="3838139"/>
                  </a:lnTo>
                  <a:lnTo>
                    <a:pt x="1388113" y="3838139"/>
                  </a:lnTo>
                  <a:lnTo>
                    <a:pt x="1388207" y="3838139"/>
                  </a:lnTo>
                  <a:lnTo>
                    <a:pt x="1388301" y="3838139"/>
                  </a:lnTo>
                  <a:lnTo>
                    <a:pt x="1388395" y="3838139"/>
                  </a:lnTo>
                  <a:lnTo>
                    <a:pt x="1388489" y="3838139"/>
                  </a:lnTo>
                  <a:lnTo>
                    <a:pt x="1388583" y="3838139"/>
                  </a:lnTo>
                  <a:lnTo>
                    <a:pt x="1388677" y="3838139"/>
                  </a:lnTo>
                  <a:lnTo>
                    <a:pt x="1388771" y="3838139"/>
                  </a:lnTo>
                  <a:lnTo>
                    <a:pt x="1388865" y="3838139"/>
                  </a:lnTo>
                  <a:lnTo>
                    <a:pt x="1388959" y="3838139"/>
                  </a:lnTo>
                  <a:lnTo>
                    <a:pt x="1389053" y="3838139"/>
                  </a:lnTo>
                  <a:lnTo>
                    <a:pt x="1389147" y="3838139"/>
                  </a:lnTo>
                  <a:lnTo>
                    <a:pt x="1389241" y="3838139"/>
                  </a:lnTo>
                  <a:lnTo>
                    <a:pt x="1389336" y="3838139"/>
                  </a:lnTo>
                  <a:lnTo>
                    <a:pt x="1389430" y="3838139"/>
                  </a:lnTo>
                  <a:lnTo>
                    <a:pt x="1389524" y="3838139"/>
                  </a:lnTo>
                  <a:lnTo>
                    <a:pt x="1389618" y="3838139"/>
                  </a:lnTo>
                  <a:lnTo>
                    <a:pt x="1389712" y="3838139"/>
                  </a:lnTo>
                  <a:lnTo>
                    <a:pt x="1389806" y="3838139"/>
                  </a:lnTo>
                  <a:lnTo>
                    <a:pt x="1389900" y="3838139"/>
                  </a:lnTo>
                  <a:lnTo>
                    <a:pt x="1389994" y="3838139"/>
                  </a:lnTo>
                  <a:lnTo>
                    <a:pt x="1390088" y="3838139"/>
                  </a:lnTo>
                  <a:lnTo>
                    <a:pt x="1390182" y="3838139"/>
                  </a:lnTo>
                  <a:lnTo>
                    <a:pt x="1390276" y="3838139"/>
                  </a:lnTo>
                  <a:lnTo>
                    <a:pt x="1390370" y="3838139"/>
                  </a:lnTo>
                  <a:lnTo>
                    <a:pt x="1390464" y="3838139"/>
                  </a:lnTo>
                  <a:lnTo>
                    <a:pt x="1390558" y="3838139"/>
                  </a:lnTo>
                  <a:lnTo>
                    <a:pt x="1390652" y="3838139"/>
                  </a:lnTo>
                  <a:lnTo>
                    <a:pt x="1390746" y="3838139"/>
                  </a:lnTo>
                  <a:lnTo>
                    <a:pt x="1390840" y="3838139"/>
                  </a:lnTo>
                  <a:lnTo>
                    <a:pt x="1390934" y="3838139"/>
                  </a:lnTo>
                  <a:lnTo>
                    <a:pt x="1391028" y="3838139"/>
                  </a:lnTo>
                  <a:lnTo>
                    <a:pt x="1391122" y="3838139"/>
                  </a:lnTo>
                  <a:lnTo>
                    <a:pt x="1391216" y="3838139"/>
                  </a:lnTo>
                  <a:lnTo>
                    <a:pt x="1391310" y="3838139"/>
                  </a:lnTo>
                  <a:lnTo>
                    <a:pt x="1391404" y="3838139"/>
                  </a:lnTo>
                  <a:lnTo>
                    <a:pt x="1391498" y="3838139"/>
                  </a:lnTo>
                  <a:lnTo>
                    <a:pt x="1391592" y="3838139"/>
                  </a:lnTo>
                  <a:lnTo>
                    <a:pt x="1391686" y="3838139"/>
                  </a:lnTo>
                  <a:lnTo>
                    <a:pt x="1391780" y="3838139"/>
                  </a:lnTo>
                  <a:lnTo>
                    <a:pt x="1391874" y="3838139"/>
                  </a:lnTo>
                  <a:lnTo>
                    <a:pt x="1391968" y="3838139"/>
                  </a:lnTo>
                  <a:lnTo>
                    <a:pt x="1392062" y="3838139"/>
                  </a:lnTo>
                  <a:lnTo>
                    <a:pt x="1392156" y="3838139"/>
                  </a:lnTo>
                  <a:lnTo>
                    <a:pt x="1392250" y="3838139"/>
                  </a:lnTo>
                  <a:lnTo>
                    <a:pt x="1392344" y="3838139"/>
                  </a:lnTo>
                  <a:lnTo>
                    <a:pt x="1392438" y="3838139"/>
                  </a:lnTo>
                  <a:lnTo>
                    <a:pt x="1392532" y="3838139"/>
                  </a:lnTo>
                  <a:lnTo>
                    <a:pt x="1392626" y="3838139"/>
                  </a:lnTo>
                  <a:lnTo>
                    <a:pt x="1392720" y="3838139"/>
                  </a:lnTo>
                  <a:lnTo>
                    <a:pt x="1392814" y="3838139"/>
                  </a:lnTo>
                  <a:lnTo>
                    <a:pt x="1392909" y="3838139"/>
                  </a:lnTo>
                  <a:lnTo>
                    <a:pt x="1392909" y="3832859"/>
                  </a:lnTo>
                  <a:lnTo>
                    <a:pt x="1393003" y="3832859"/>
                  </a:lnTo>
                  <a:lnTo>
                    <a:pt x="1393097" y="3832859"/>
                  </a:lnTo>
                  <a:lnTo>
                    <a:pt x="1393191" y="3832859"/>
                  </a:lnTo>
                  <a:lnTo>
                    <a:pt x="1393285" y="3832859"/>
                  </a:lnTo>
                  <a:lnTo>
                    <a:pt x="1393379" y="3832859"/>
                  </a:lnTo>
                  <a:lnTo>
                    <a:pt x="1393473" y="3832859"/>
                  </a:lnTo>
                  <a:lnTo>
                    <a:pt x="1393567" y="3832859"/>
                  </a:lnTo>
                  <a:lnTo>
                    <a:pt x="1393661" y="3832859"/>
                  </a:lnTo>
                  <a:lnTo>
                    <a:pt x="1393755" y="3832859"/>
                  </a:lnTo>
                  <a:lnTo>
                    <a:pt x="1393849" y="3832859"/>
                  </a:lnTo>
                  <a:lnTo>
                    <a:pt x="1393943" y="3832859"/>
                  </a:lnTo>
                  <a:lnTo>
                    <a:pt x="1394037" y="3832859"/>
                  </a:lnTo>
                  <a:lnTo>
                    <a:pt x="1394131" y="3832859"/>
                  </a:lnTo>
                  <a:lnTo>
                    <a:pt x="1394225" y="3832859"/>
                  </a:lnTo>
                  <a:lnTo>
                    <a:pt x="1394319" y="3832859"/>
                  </a:lnTo>
                  <a:lnTo>
                    <a:pt x="1394413" y="3832859"/>
                  </a:lnTo>
                  <a:lnTo>
                    <a:pt x="1394507" y="3832859"/>
                  </a:lnTo>
                  <a:lnTo>
                    <a:pt x="1394601" y="3832859"/>
                  </a:lnTo>
                  <a:lnTo>
                    <a:pt x="1394695" y="3832859"/>
                  </a:lnTo>
                  <a:lnTo>
                    <a:pt x="1394789" y="3832859"/>
                  </a:lnTo>
                  <a:lnTo>
                    <a:pt x="1394883" y="3832859"/>
                  </a:lnTo>
                  <a:lnTo>
                    <a:pt x="1394977" y="3832859"/>
                  </a:lnTo>
                  <a:lnTo>
                    <a:pt x="1395071" y="3832859"/>
                  </a:lnTo>
                  <a:lnTo>
                    <a:pt x="1395165" y="3832859"/>
                  </a:lnTo>
                  <a:lnTo>
                    <a:pt x="1395259" y="3832859"/>
                  </a:lnTo>
                  <a:lnTo>
                    <a:pt x="1395353" y="3832859"/>
                  </a:lnTo>
                  <a:lnTo>
                    <a:pt x="1395447" y="3832859"/>
                  </a:lnTo>
                  <a:lnTo>
                    <a:pt x="1395541" y="3832859"/>
                  </a:lnTo>
                  <a:lnTo>
                    <a:pt x="1395635" y="3832859"/>
                  </a:lnTo>
                  <a:lnTo>
                    <a:pt x="1395729" y="3832859"/>
                  </a:lnTo>
                  <a:lnTo>
                    <a:pt x="1395823" y="3832859"/>
                  </a:lnTo>
                  <a:lnTo>
                    <a:pt x="1395917" y="3832859"/>
                  </a:lnTo>
                  <a:lnTo>
                    <a:pt x="1396011" y="3832859"/>
                  </a:lnTo>
                  <a:lnTo>
                    <a:pt x="1396105" y="3832859"/>
                  </a:lnTo>
                  <a:lnTo>
                    <a:pt x="1396199" y="3832859"/>
                  </a:lnTo>
                  <a:lnTo>
                    <a:pt x="1396293" y="3832859"/>
                  </a:lnTo>
                  <a:lnTo>
                    <a:pt x="1396387" y="3832859"/>
                  </a:lnTo>
                  <a:lnTo>
                    <a:pt x="1396482" y="3832859"/>
                  </a:lnTo>
                  <a:lnTo>
                    <a:pt x="1396576" y="3832859"/>
                  </a:lnTo>
                  <a:lnTo>
                    <a:pt x="1396670" y="3832859"/>
                  </a:lnTo>
                  <a:lnTo>
                    <a:pt x="1396764" y="3832859"/>
                  </a:lnTo>
                  <a:lnTo>
                    <a:pt x="1396858" y="3832859"/>
                  </a:lnTo>
                  <a:lnTo>
                    <a:pt x="1396952" y="3832859"/>
                  </a:lnTo>
                  <a:lnTo>
                    <a:pt x="1397046" y="3832859"/>
                  </a:lnTo>
                  <a:lnTo>
                    <a:pt x="1397140" y="3832859"/>
                  </a:lnTo>
                  <a:lnTo>
                    <a:pt x="1397234" y="3832859"/>
                  </a:lnTo>
                  <a:lnTo>
                    <a:pt x="1397328" y="3832859"/>
                  </a:lnTo>
                  <a:lnTo>
                    <a:pt x="1397422" y="3832859"/>
                  </a:lnTo>
                  <a:lnTo>
                    <a:pt x="1397516" y="3832859"/>
                  </a:lnTo>
                  <a:lnTo>
                    <a:pt x="1397610" y="3832859"/>
                  </a:lnTo>
                  <a:lnTo>
                    <a:pt x="1397704" y="3832859"/>
                  </a:lnTo>
                  <a:lnTo>
                    <a:pt x="1397798" y="3832859"/>
                  </a:lnTo>
                  <a:lnTo>
                    <a:pt x="1397892" y="3832859"/>
                  </a:lnTo>
                  <a:lnTo>
                    <a:pt x="1397892" y="3827580"/>
                  </a:lnTo>
                  <a:lnTo>
                    <a:pt x="1397986" y="3827580"/>
                  </a:lnTo>
                  <a:lnTo>
                    <a:pt x="1397986" y="3822301"/>
                  </a:lnTo>
                  <a:lnTo>
                    <a:pt x="1398080" y="3822301"/>
                  </a:lnTo>
                  <a:lnTo>
                    <a:pt x="1398174" y="3822301"/>
                  </a:lnTo>
                  <a:lnTo>
                    <a:pt x="1398268" y="3822301"/>
                  </a:lnTo>
                  <a:lnTo>
                    <a:pt x="1398362" y="3822301"/>
                  </a:lnTo>
                  <a:lnTo>
                    <a:pt x="1398456" y="3822301"/>
                  </a:lnTo>
                  <a:lnTo>
                    <a:pt x="1398550" y="3822301"/>
                  </a:lnTo>
                  <a:lnTo>
                    <a:pt x="1398644" y="3822301"/>
                  </a:lnTo>
                  <a:lnTo>
                    <a:pt x="1398738" y="3822301"/>
                  </a:lnTo>
                  <a:lnTo>
                    <a:pt x="1398832" y="3822301"/>
                  </a:lnTo>
                  <a:lnTo>
                    <a:pt x="1398926" y="3822301"/>
                  </a:lnTo>
                  <a:lnTo>
                    <a:pt x="1399020" y="3822301"/>
                  </a:lnTo>
                  <a:lnTo>
                    <a:pt x="1399114" y="3822301"/>
                  </a:lnTo>
                  <a:lnTo>
                    <a:pt x="1399208" y="3822301"/>
                  </a:lnTo>
                  <a:lnTo>
                    <a:pt x="1399302" y="3822301"/>
                  </a:lnTo>
                  <a:lnTo>
                    <a:pt x="1399396" y="3822301"/>
                  </a:lnTo>
                  <a:lnTo>
                    <a:pt x="1399490" y="3822301"/>
                  </a:lnTo>
                  <a:lnTo>
                    <a:pt x="1399584" y="3822301"/>
                  </a:lnTo>
                  <a:lnTo>
                    <a:pt x="1399678" y="3822301"/>
                  </a:lnTo>
                  <a:lnTo>
                    <a:pt x="1399772" y="3822301"/>
                  </a:lnTo>
                  <a:lnTo>
                    <a:pt x="1399866" y="3822301"/>
                  </a:lnTo>
                  <a:lnTo>
                    <a:pt x="1399961" y="3822301"/>
                  </a:lnTo>
                  <a:lnTo>
                    <a:pt x="1400055" y="3822301"/>
                  </a:lnTo>
                  <a:lnTo>
                    <a:pt x="1400149" y="3822301"/>
                  </a:lnTo>
                  <a:lnTo>
                    <a:pt x="1400243" y="3822301"/>
                  </a:lnTo>
                  <a:lnTo>
                    <a:pt x="1400337" y="3822301"/>
                  </a:lnTo>
                  <a:lnTo>
                    <a:pt x="1400431" y="3822301"/>
                  </a:lnTo>
                  <a:lnTo>
                    <a:pt x="1400525" y="3822301"/>
                  </a:lnTo>
                  <a:lnTo>
                    <a:pt x="1400619" y="3822301"/>
                  </a:lnTo>
                  <a:lnTo>
                    <a:pt x="1400713" y="3822301"/>
                  </a:lnTo>
                  <a:lnTo>
                    <a:pt x="1400807" y="3822301"/>
                  </a:lnTo>
                  <a:lnTo>
                    <a:pt x="1400901" y="3822301"/>
                  </a:lnTo>
                  <a:lnTo>
                    <a:pt x="1400995" y="3822301"/>
                  </a:lnTo>
                  <a:lnTo>
                    <a:pt x="1401089" y="3822301"/>
                  </a:lnTo>
                  <a:lnTo>
                    <a:pt x="1401183" y="3822301"/>
                  </a:lnTo>
                  <a:lnTo>
                    <a:pt x="1401277" y="3822301"/>
                  </a:lnTo>
                  <a:lnTo>
                    <a:pt x="1401371" y="3822301"/>
                  </a:lnTo>
                  <a:lnTo>
                    <a:pt x="1401465" y="3822301"/>
                  </a:lnTo>
                  <a:lnTo>
                    <a:pt x="1401559" y="3822301"/>
                  </a:lnTo>
                  <a:lnTo>
                    <a:pt x="1401653" y="3822301"/>
                  </a:lnTo>
                  <a:lnTo>
                    <a:pt x="1401747" y="3822301"/>
                  </a:lnTo>
                  <a:lnTo>
                    <a:pt x="1401747" y="3817021"/>
                  </a:lnTo>
                  <a:lnTo>
                    <a:pt x="1401841" y="3817021"/>
                  </a:lnTo>
                  <a:lnTo>
                    <a:pt x="1401935" y="3817021"/>
                  </a:lnTo>
                  <a:lnTo>
                    <a:pt x="1402029" y="3817021"/>
                  </a:lnTo>
                  <a:lnTo>
                    <a:pt x="1402123" y="3817021"/>
                  </a:lnTo>
                  <a:lnTo>
                    <a:pt x="1402217" y="3817021"/>
                  </a:lnTo>
                  <a:lnTo>
                    <a:pt x="1402311" y="3817021"/>
                  </a:lnTo>
                  <a:lnTo>
                    <a:pt x="1402405" y="3817021"/>
                  </a:lnTo>
                  <a:lnTo>
                    <a:pt x="1402499" y="3817021"/>
                  </a:lnTo>
                  <a:lnTo>
                    <a:pt x="1402593" y="3817021"/>
                  </a:lnTo>
                  <a:lnTo>
                    <a:pt x="1402687" y="3817021"/>
                  </a:lnTo>
                  <a:lnTo>
                    <a:pt x="1402781" y="3817021"/>
                  </a:lnTo>
                  <a:lnTo>
                    <a:pt x="1402875" y="3817021"/>
                  </a:lnTo>
                  <a:lnTo>
                    <a:pt x="1402969" y="3817021"/>
                  </a:lnTo>
                  <a:lnTo>
                    <a:pt x="1403063" y="3817021"/>
                  </a:lnTo>
                  <a:lnTo>
                    <a:pt x="1403157" y="3817021"/>
                  </a:lnTo>
                  <a:lnTo>
                    <a:pt x="1403251" y="3817021"/>
                  </a:lnTo>
                  <a:lnTo>
                    <a:pt x="1403345" y="3817021"/>
                  </a:lnTo>
                  <a:lnTo>
                    <a:pt x="1403439" y="3817021"/>
                  </a:lnTo>
                  <a:lnTo>
                    <a:pt x="1403534" y="3817021"/>
                  </a:lnTo>
                  <a:lnTo>
                    <a:pt x="1403628" y="3817021"/>
                  </a:lnTo>
                  <a:lnTo>
                    <a:pt x="1403722" y="3817021"/>
                  </a:lnTo>
                  <a:lnTo>
                    <a:pt x="1403722" y="3811742"/>
                  </a:lnTo>
                  <a:lnTo>
                    <a:pt x="1403816" y="3811742"/>
                  </a:lnTo>
                  <a:lnTo>
                    <a:pt x="1403910" y="3811742"/>
                  </a:lnTo>
                  <a:lnTo>
                    <a:pt x="1404004" y="3811742"/>
                  </a:lnTo>
                  <a:lnTo>
                    <a:pt x="1404098" y="3811742"/>
                  </a:lnTo>
                  <a:lnTo>
                    <a:pt x="1404192" y="3811742"/>
                  </a:lnTo>
                  <a:lnTo>
                    <a:pt x="1404286" y="3811742"/>
                  </a:lnTo>
                  <a:lnTo>
                    <a:pt x="1404380" y="3811742"/>
                  </a:lnTo>
                  <a:lnTo>
                    <a:pt x="1404380" y="3806462"/>
                  </a:lnTo>
                  <a:lnTo>
                    <a:pt x="1404474" y="3806462"/>
                  </a:lnTo>
                  <a:lnTo>
                    <a:pt x="1404568" y="3806462"/>
                  </a:lnTo>
                  <a:lnTo>
                    <a:pt x="1404662" y="3806462"/>
                  </a:lnTo>
                  <a:lnTo>
                    <a:pt x="1404756" y="3806462"/>
                  </a:lnTo>
                  <a:lnTo>
                    <a:pt x="1404850" y="3806462"/>
                  </a:lnTo>
                  <a:lnTo>
                    <a:pt x="1404944" y="3806462"/>
                  </a:lnTo>
                  <a:lnTo>
                    <a:pt x="1405038" y="3806462"/>
                  </a:lnTo>
                  <a:lnTo>
                    <a:pt x="1405132" y="3806462"/>
                  </a:lnTo>
                  <a:lnTo>
                    <a:pt x="1405226" y="3806462"/>
                  </a:lnTo>
                  <a:lnTo>
                    <a:pt x="1405320" y="3806462"/>
                  </a:lnTo>
                  <a:lnTo>
                    <a:pt x="1405414" y="3806462"/>
                  </a:lnTo>
                  <a:lnTo>
                    <a:pt x="1405508" y="3806462"/>
                  </a:lnTo>
                  <a:lnTo>
                    <a:pt x="1405602" y="3806462"/>
                  </a:lnTo>
                  <a:lnTo>
                    <a:pt x="1405696" y="3806462"/>
                  </a:lnTo>
                  <a:lnTo>
                    <a:pt x="1405790" y="3806462"/>
                  </a:lnTo>
                  <a:lnTo>
                    <a:pt x="1405884" y="3806462"/>
                  </a:lnTo>
                  <a:lnTo>
                    <a:pt x="1405978" y="3806462"/>
                  </a:lnTo>
                  <a:lnTo>
                    <a:pt x="1406072" y="3806462"/>
                  </a:lnTo>
                  <a:lnTo>
                    <a:pt x="1406166" y="3806462"/>
                  </a:lnTo>
                  <a:lnTo>
                    <a:pt x="1406260" y="3806462"/>
                  </a:lnTo>
                  <a:lnTo>
                    <a:pt x="1406354" y="3806462"/>
                  </a:lnTo>
                  <a:lnTo>
                    <a:pt x="1406448" y="3806462"/>
                  </a:lnTo>
                  <a:lnTo>
                    <a:pt x="1406542" y="3806462"/>
                  </a:lnTo>
                  <a:lnTo>
                    <a:pt x="1406636" y="3806462"/>
                  </a:lnTo>
                  <a:lnTo>
                    <a:pt x="1406730" y="3806462"/>
                  </a:lnTo>
                  <a:lnTo>
                    <a:pt x="1406824" y="3806462"/>
                  </a:lnTo>
                  <a:lnTo>
                    <a:pt x="1406918" y="3806462"/>
                  </a:lnTo>
                  <a:lnTo>
                    <a:pt x="1407012" y="3806462"/>
                  </a:lnTo>
                  <a:lnTo>
                    <a:pt x="1407107" y="3806462"/>
                  </a:lnTo>
                  <a:lnTo>
                    <a:pt x="1407201" y="3806462"/>
                  </a:lnTo>
                  <a:lnTo>
                    <a:pt x="1407295" y="3806462"/>
                  </a:lnTo>
                  <a:lnTo>
                    <a:pt x="1407389" y="3806462"/>
                  </a:lnTo>
                  <a:lnTo>
                    <a:pt x="1407483" y="3806462"/>
                  </a:lnTo>
                  <a:lnTo>
                    <a:pt x="1407577" y="3806462"/>
                  </a:lnTo>
                  <a:lnTo>
                    <a:pt x="1407671" y="3806462"/>
                  </a:lnTo>
                  <a:lnTo>
                    <a:pt x="1407765" y="3806462"/>
                  </a:lnTo>
                  <a:lnTo>
                    <a:pt x="1407859" y="3806462"/>
                  </a:lnTo>
                  <a:lnTo>
                    <a:pt x="1407953" y="3806462"/>
                  </a:lnTo>
                  <a:lnTo>
                    <a:pt x="1408047" y="3806462"/>
                  </a:lnTo>
                  <a:lnTo>
                    <a:pt x="1408141" y="3806462"/>
                  </a:lnTo>
                  <a:lnTo>
                    <a:pt x="1408235" y="3806462"/>
                  </a:lnTo>
                  <a:lnTo>
                    <a:pt x="1408329" y="3806462"/>
                  </a:lnTo>
                  <a:lnTo>
                    <a:pt x="1408423" y="3806462"/>
                  </a:lnTo>
                  <a:lnTo>
                    <a:pt x="1408517" y="3806462"/>
                  </a:lnTo>
                  <a:lnTo>
                    <a:pt x="1408611" y="3806462"/>
                  </a:lnTo>
                  <a:lnTo>
                    <a:pt x="1408705" y="3806462"/>
                  </a:lnTo>
                  <a:lnTo>
                    <a:pt x="1408799" y="3806462"/>
                  </a:lnTo>
                  <a:lnTo>
                    <a:pt x="1408893" y="3806462"/>
                  </a:lnTo>
                  <a:lnTo>
                    <a:pt x="1408987" y="3806462"/>
                  </a:lnTo>
                  <a:lnTo>
                    <a:pt x="1409081" y="3806462"/>
                  </a:lnTo>
                  <a:lnTo>
                    <a:pt x="1409175" y="3806462"/>
                  </a:lnTo>
                  <a:lnTo>
                    <a:pt x="1409175" y="3801183"/>
                  </a:lnTo>
                  <a:lnTo>
                    <a:pt x="1409269" y="3801183"/>
                  </a:lnTo>
                  <a:lnTo>
                    <a:pt x="1409363" y="3801183"/>
                  </a:lnTo>
                  <a:lnTo>
                    <a:pt x="1409457" y="3801183"/>
                  </a:lnTo>
                  <a:lnTo>
                    <a:pt x="1409551" y="3801183"/>
                  </a:lnTo>
                  <a:lnTo>
                    <a:pt x="1409645" y="3801183"/>
                  </a:lnTo>
                  <a:lnTo>
                    <a:pt x="1409739" y="3801183"/>
                  </a:lnTo>
                  <a:lnTo>
                    <a:pt x="1409833" y="3801183"/>
                  </a:lnTo>
                  <a:lnTo>
                    <a:pt x="1409927" y="3801183"/>
                  </a:lnTo>
                  <a:lnTo>
                    <a:pt x="1410021" y="3801183"/>
                  </a:lnTo>
                  <a:lnTo>
                    <a:pt x="1410115" y="3801183"/>
                  </a:lnTo>
                  <a:lnTo>
                    <a:pt x="1410209" y="3801183"/>
                  </a:lnTo>
                  <a:lnTo>
                    <a:pt x="1410303" y="3801183"/>
                  </a:lnTo>
                  <a:lnTo>
                    <a:pt x="1410397" y="3801183"/>
                  </a:lnTo>
                  <a:lnTo>
                    <a:pt x="1410491" y="3801183"/>
                  </a:lnTo>
                  <a:lnTo>
                    <a:pt x="1410586" y="3801183"/>
                  </a:lnTo>
                  <a:lnTo>
                    <a:pt x="1410680" y="3801183"/>
                  </a:lnTo>
                  <a:lnTo>
                    <a:pt x="1410774" y="3801183"/>
                  </a:lnTo>
                  <a:lnTo>
                    <a:pt x="1410868" y="3801183"/>
                  </a:lnTo>
                  <a:lnTo>
                    <a:pt x="1410962" y="3801183"/>
                  </a:lnTo>
                  <a:lnTo>
                    <a:pt x="1411056" y="3801183"/>
                  </a:lnTo>
                  <a:lnTo>
                    <a:pt x="1411150" y="3801183"/>
                  </a:lnTo>
                  <a:lnTo>
                    <a:pt x="1411244" y="3801183"/>
                  </a:lnTo>
                  <a:lnTo>
                    <a:pt x="1411338" y="3801183"/>
                  </a:lnTo>
                  <a:lnTo>
                    <a:pt x="1411432" y="3801183"/>
                  </a:lnTo>
                  <a:lnTo>
                    <a:pt x="1411526" y="3801183"/>
                  </a:lnTo>
                  <a:lnTo>
                    <a:pt x="1411620" y="3801183"/>
                  </a:lnTo>
                  <a:lnTo>
                    <a:pt x="1411714" y="3801183"/>
                  </a:lnTo>
                  <a:lnTo>
                    <a:pt x="1411808" y="3801183"/>
                  </a:lnTo>
                  <a:lnTo>
                    <a:pt x="1411902" y="3801183"/>
                  </a:lnTo>
                  <a:lnTo>
                    <a:pt x="1411996" y="3801183"/>
                  </a:lnTo>
                  <a:lnTo>
                    <a:pt x="1412090" y="3801183"/>
                  </a:lnTo>
                  <a:lnTo>
                    <a:pt x="1412184" y="3801183"/>
                  </a:lnTo>
                  <a:lnTo>
                    <a:pt x="1412278" y="3801183"/>
                  </a:lnTo>
                  <a:lnTo>
                    <a:pt x="1412372" y="3801183"/>
                  </a:lnTo>
                  <a:lnTo>
                    <a:pt x="1412466" y="3801183"/>
                  </a:lnTo>
                  <a:lnTo>
                    <a:pt x="1412560" y="3801183"/>
                  </a:lnTo>
                  <a:lnTo>
                    <a:pt x="1412654" y="3801183"/>
                  </a:lnTo>
                  <a:lnTo>
                    <a:pt x="1412748" y="3801183"/>
                  </a:lnTo>
                  <a:lnTo>
                    <a:pt x="1412842" y="3801183"/>
                  </a:lnTo>
                  <a:lnTo>
                    <a:pt x="1412936" y="3801183"/>
                  </a:lnTo>
                  <a:lnTo>
                    <a:pt x="1413030" y="3801183"/>
                  </a:lnTo>
                  <a:lnTo>
                    <a:pt x="1413124" y="3801183"/>
                  </a:lnTo>
                  <a:lnTo>
                    <a:pt x="1413218" y="3801183"/>
                  </a:lnTo>
                  <a:lnTo>
                    <a:pt x="1413312" y="3801183"/>
                  </a:lnTo>
                  <a:lnTo>
                    <a:pt x="1413406" y="3801183"/>
                  </a:lnTo>
                  <a:lnTo>
                    <a:pt x="1413500" y="3801183"/>
                  </a:lnTo>
                  <a:lnTo>
                    <a:pt x="1413594" y="3801183"/>
                  </a:lnTo>
                  <a:lnTo>
                    <a:pt x="1413688" y="3801183"/>
                  </a:lnTo>
                  <a:lnTo>
                    <a:pt x="1413782" y="3801183"/>
                  </a:lnTo>
                  <a:lnTo>
                    <a:pt x="1413876" y="3801183"/>
                  </a:lnTo>
                  <a:lnTo>
                    <a:pt x="1413970" y="3801183"/>
                  </a:lnTo>
                  <a:lnTo>
                    <a:pt x="1414064" y="3801183"/>
                  </a:lnTo>
                  <a:lnTo>
                    <a:pt x="1414159" y="3801183"/>
                  </a:lnTo>
                  <a:lnTo>
                    <a:pt x="1414253" y="3801183"/>
                  </a:lnTo>
                  <a:lnTo>
                    <a:pt x="1414347" y="3801183"/>
                  </a:lnTo>
                  <a:lnTo>
                    <a:pt x="1414441" y="3801183"/>
                  </a:lnTo>
                  <a:lnTo>
                    <a:pt x="1414535" y="3801183"/>
                  </a:lnTo>
                  <a:lnTo>
                    <a:pt x="1414629" y="3801183"/>
                  </a:lnTo>
                  <a:lnTo>
                    <a:pt x="1414723" y="3801183"/>
                  </a:lnTo>
                  <a:lnTo>
                    <a:pt x="1414817" y="3801183"/>
                  </a:lnTo>
                  <a:lnTo>
                    <a:pt x="1414911" y="3801183"/>
                  </a:lnTo>
                  <a:lnTo>
                    <a:pt x="1415005" y="3801183"/>
                  </a:lnTo>
                  <a:lnTo>
                    <a:pt x="1415099" y="3801183"/>
                  </a:lnTo>
                  <a:lnTo>
                    <a:pt x="1415193" y="3801183"/>
                  </a:lnTo>
                  <a:lnTo>
                    <a:pt x="1415287" y="3801183"/>
                  </a:lnTo>
                  <a:lnTo>
                    <a:pt x="1415381" y="3801183"/>
                  </a:lnTo>
                  <a:lnTo>
                    <a:pt x="1415475" y="3801183"/>
                  </a:lnTo>
                  <a:lnTo>
                    <a:pt x="1415569" y="3801183"/>
                  </a:lnTo>
                  <a:lnTo>
                    <a:pt x="1415663" y="3801183"/>
                  </a:lnTo>
                  <a:lnTo>
                    <a:pt x="1415757" y="3801183"/>
                  </a:lnTo>
                  <a:lnTo>
                    <a:pt x="1415851" y="3801183"/>
                  </a:lnTo>
                  <a:lnTo>
                    <a:pt x="1415945" y="3801183"/>
                  </a:lnTo>
                  <a:lnTo>
                    <a:pt x="1416039" y="3801183"/>
                  </a:lnTo>
                  <a:lnTo>
                    <a:pt x="1416133" y="3801183"/>
                  </a:lnTo>
                  <a:lnTo>
                    <a:pt x="1416227" y="3801183"/>
                  </a:lnTo>
                  <a:lnTo>
                    <a:pt x="1416321" y="3801183"/>
                  </a:lnTo>
                  <a:lnTo>
                    <a:pt x="1416321" y="3795903"/>
                  </a:lnTo>
                  <a:lnTo>
                    <a:pt x="1416415" y="3795903"/>
                  </a:lnTo>
                  <a:lnTo>
                    <a:pt x="1416509" y="3795903"/>
                  </a:lnTo>
                  <a:lnTo>
                    <a:pt x="1416603" y="3795903"/>
                  </a:lnTo>
                  <a:lnTo>
                    <a:pt x="1416697" y="3795903"/>
                  </a:lnTo>
                  <a:lnTo>
                    <a:pt x="1416791" y="3795903"/>
                  </a:lnTo>
                  <a:lnTo>
                    <a:pt x="1416885" y="3795903"/>
                  </a:lnTo>
                  <a:lnTo>
                    <a:pt x="1416979" y="3795903"/>
                  </a:lnTo>
                  <a:lnTo>
                    <a:pt x="1417073" y="3795903"/>
                  </a:lnTo>
                  <a:lnTo>
                    <a:pt x="1417167" y="3795903"/>
                  </a:lnTo>
                  <a:lnTo>
                    <a:pt x="1417261" y="3795903"/>
                  </a:lnTo>
                  <a:lnTo>
                    <a:pt x="1417355" y="3795903"/>
                  </a:lnTo>
                  <a:lnTo>
                    <a:pt x="1417449" y="3795903"/>
                  </a:lnTo>
                  <a:lnTo>
                    <a:pt x="1417543" y="3795903"/>
                  </a:lnTo>
                  <a:lnTo>
                    <a:pt x="1417637" y="3795903"/>
                  </a:lnTo>
                  <a:lnTo>
                    <a:pt x="1417732" y="3795903"/>
                  </a:lnTo>
                  <a:lnTo>
                    <a:pt x="1417826" y="3795903"/>
                  </a:lnTo>
                  <a:lnTo>
                    <a:pt x="1417920" y="3795903"/>
                  </a:lnTo>
                  <a:lnTo>
                    <a:pt x="1418014" y="3795903"/>
                  </a:lnTo>
                  <a:lnTo>
                    <a:pt x="1418108" y="3795903"/>
                  </a:lnTo>
                  <a:lnTo>
                    <a:pt x="1418202" y="3795903"/>
                  </a:lnTo>
                  <a:lnTo>
                    <a:pt x="1418296" y="3795903"/>
                  </a:lnTo>
                  <a:lnTo>
                    <a:pt x="1418296" y="3790624"/>
                  </a:lnTo>
                  <a:lnTo>
                    <a:pt x="1418390" y="3790624"/>
                  </a:lnTo>
                  <a:lnTo>
                    <a:pt x="1418484" y="3790624"/>
                  </a:lnTo>
                  <a:lnTo>
                    <a:pt x="1418578" y="3790624"/>
                  </a:lnTo>
                  <a:lnTo>
                    <a:pt x="1418672" y="3790624"/>
                  </a:lnTo>
                  <a:lnTo>
                    <a:pt x="1418766" y="3790624"/>
                  </a:lnTo>
                  <a:lnTo>
                    <a:pt x="1418860" y="3790624"/>
                  </a:lnTo>
                  <a:lnTo>
                    <a:pt x="1418954" y="3790624"/>
                  </a:lnTo>
                  <a:lnTo>
                    <a:pt x="1419048" y="3790624"/>
                  </a:lnTo>
                  <a:lnTo>
                    <a:pt x="1419142" y="3790624"/>
                  </a:lnTo>
                  <a:lnTo>
                    <a:pt x="1419236" y="3790624"/>
                  </a:lnTo>
                  <a:lnTo>
                    <a:pt x="1419330" y="3790624"/>
                  </a:lnTo>
                  <a:lnTo>
                    <a:pt x="1419424" y="3790624"/>
                  </a:lnTo>
                  <a:lnTo>
                    <a:pt x="1419518" y="3790624"/>
                  </a:lnTo>
                  <a:lnTo>
                    <a:pt x="1419612" y="3790624"/>
                  </a:lnTo>
                  <a:lnTo>
                    <a:pt x="1419706" y="3790624"/>
                  </a:lnTo>
                  <a:lnTo>
                    <a:pt x="1419800" y="3790624"/>
                  </a:lnTo>
                  <a:lnTo>
                    <a:pt x="1419894" y="3790624"/>
                  </a:lnTo>
                  <a:lnTo>
                    <a:pt x="1419988" y="3790624"/>
                  </a:lnTo>
                  <a:lnTo>
                    <a:pt x="1420082" y="3790624"/>
                  </a:lnTo>
                  <a:lnTo>
                    <a:pt x="1420176" y="3790624"/>
                  </a:lnTo>
                  <a:lnTo>
                    <a:pt x="1420270" y="3790624"/>
                  </a:lnTo>
                  <a:lnTo>
                    <a:pt x="1420364" y="3790624"/>
                  </a:lnTo>
                  <a:lnTo>
                    <a:pt x="1420458" y="3790624"/>
                  </a:lnTo>
                  <a:lnTo>
                    <a:pt x="1420552" y="3790624"/>
                  </a:lnTo>
                  <a:lnTo>
                    <a:pt x="1420646" y="3790624"/>
                  </a:lnTo>
                  <a:lnTo>
                    <a:pt x="1420740" y="3790624"/>
                  </a:lnTo>
                  <a:lnTo>
                    <a:pt x="1420834" y="3790624"/>
                  </a:lnTo>
                  <a:lnTo>
                    <a:pt x="1420928" y="3790624"/>
                  </a:lnTo>
                  <a:lnTo>
                    <a:pt x="1421022" y="3790624"/>
                  </a:lnTo>
                  <a:lnTo>
                    <a:pt x="1421116" y="3790624"/>
                  </a:lnTo>
                  <a:lnTo>
                    <a:pt x="1421211" y="3790624"/>
                  </a:lnTo>
                  <a:lnTo>
                    <a:pt x="1421305" y="3790624"/>
                  </a:lnTo>
                  <a:lnTo>
                    <a:pt x="1421399" y="3790624"/>
                  </a:lnTo>
                  <a:lnTo>
                    <a:pt x="1421493" y="3790624"/>
                  </a:lnTo>
                  <a:lnTo>
                    <a:pt x="1421587" y="3790624"/>
                  </a:lnTo>
                  <a:lnTo>
                    <a:pt x="1421681" y="3790624"/>
                  </a:lnTo>
                  <a:lnTo>
                    <a:pt x="1421775" y="3790624"/>
                  </a:lnTo>
                  <a:lnTo>
                    <a:pt x="1421869" y="3790624"/>
                  </a:lnTo>
                  <a:lnTo>
                    <a:pt x="1421963" y="3790624"/>
                  </a:lnTo>
                  <a:lnTo>
                    <a:pt x="1422057" y="3790624"/>
                  </a:lnTo>
                  <a:lnTo>
                    <a:pt x="1422151" y="3790624"/>
                  </a:lnTo>
                  <a:lnTo>
                    <a:pt x="1422245" y="3790624"/>
                  </a:lnTo>
                  <a:lnTo>
                    <a:pt x="1422339" y="3790624"/>
                  </a:lnTo>
                  <a:lnTo>
                    <a:pt x="1422433" y="3790624"/>
                  </a:lnTo>
                  <a:lnTo>
                    <a:pt x="1422527" y="3790624"/>
                  </a:lnTo>
                  <a:lnTo>
                    <a:pt x="1422621" y="3790624"/>
                  </a:lnTo>
                  <a:lnTo>
                    <a:pt x="1422715" y="3790624"/>
                  </a:lnTo>
                  <a:lnTo>
                    <a:pt x="1422809" y="3790624"/>
                  </a:lnTo>
                  <a:lnTo>
                    <a:pt x="1422903" y="3790624"/>
                  </a:lnTo>
                  <a:lnTo>
                    <a:pt x="1422997" y="3790624"/>
                  </a:lnTo>
                  <a:lnTo>
                    <a:pt x="1423091" y="3790624"/>
                  </a:lnTo>
                  <a:lnTo>
                    <a:pt x="1423185" y="3790624"/>
                  </a:lnTo>
                  <a:lnTo>
                    <a:pt x="1423279" y="3790624"/>
                  </a:lnTo>
                  <a:lnTo>
                    <a:pt x="1423373" y="3790624"/>
                  </a:lnTo>
                  <a:lnTo>
                    <a:pt x="1423467" y="3790624"/>
                  </a:lnTo>
                  <a:lnTo>
                    <a:pt x="1423561" y="3790624"/>
                  </a:lnTo>
                  <a:lnTo>
                    <a:pt x="1423655" y="3790624"/>
                  </a:lnTo>
                  <a:lnTo>
                    <a:pt x="1423749" y="3790624"/>
                  </a:lnTo>
                  <a:lnTo>
                    <a:pt x="1423843" y="3790624"/>
                  </a:lnTo>
                  <a:lnTo>
                    <a:pt x="1423937" y="3790624"/>
                  </a:lnTo>
                  <a:lnTo>
                    <a:pt x="1424031" y="3790624"/>
                  </a:lnTo>
                  <a:lnTo>
                    <a:pt x="1424125" y="3790624"/>
                  </a:lnTo>
                  <a:lnTo>
                    <a:pt x="1424219" y="3790624"/>
                  </a:lnTo>
                  <a:lnTo>
                    <a:pt x="1424313" y="3790624"/>
                  </a:lnTo>
                  <a:lnTo>
                    <a:pt x="1424407" y="3790624"/>
                  </a:lnTo>
                  <a:lnTo>
                    <a:pt x="1424501" y="3790624"/>
                  </a:lnTo>
                  <a:lnTo>
                    <a:pt x="1424595" y="3790624"/>
                  </a:lnTo>
                  <a:lnTo>
                    <a:pt x="1424689" y="3790624"/>
                  </a:lnTo>
                  <a:lnTo>
                    <a:pt x="1424784" y="3790624"/>
                  </a:lnTo>
                  <a:lnTo>
                    <a:pt x="1424878" y="3790624"/>
                  </a:lnTo>
                  <a:lnTo>
                    <a:pt x="1424972" y="3790624"/>
                  </a:lnTo>
                  <a:lnTo>
                    <a:pt x="1425066" y="3790624"/>
                  </a:lnTo>
                  <a:lnTo>
                    <a:pt x="1425160" y="3790624"/>
                  </a:lnTo>
                  <a:lnTo>
                    <a:pt x="1425254" y="3790624"/>
                  </a:lnTo>
                  <a:lnTo>
                    <a:pt x="1425348" y="3790624"/>
                  </a:lnTo>
                  <a:lnTo>
                    <a:pt x="1425442" y="3790624"/>
                  </a:lnTo>
                  <a:lnTo>
                    <a:pt x="1425536" y="3790624"/>
                  </a:lnTo>
                  <a:lnTo>
                    <a:pt x="1425630" y="3790624"/>
                  </a:lnTo>
                  <a:lnTo>
                    <a:pt x="1425724" y="3790624"/>
                  </a:lnTo>
                  <a:lnTo>
                    <a:pt x="1425724" y="3785345"/>
                  </a:lnTo>
                  <a:lnTo>
                    <a:pt x="1425818" y="3785345"/>
                  </a:lnTo>
                  <a:lnTo>
                    <a:pt x="1425818" y="3780065"/>
                  </a:lnTo>
                  <a:lnTo>
                    <a:pt x="1425818" y="3774786"/>
                  </a:lnTo>
                  <a:lnTo>
                    <a:pt x="1425912" y="3774786"/>
                  </a:lnTo>
                  <a:lnTo>
                    <a:pt x="1426006" y="3774786"/>
                  </a:lnTo>
                  <a:lnTo>
                    <a:pt x="1426100" y="3774786"/>
                  </a:lnTo>
                  <a:lnTo>
                    <a:pt x="1426194" y="3774786"/>
                  </a:lnTo>
                  <a:lnTo>
                    <a:pt x="1426288" y="3774786"/>
                  </a:lnTo>
                  <a:lnTo>
                    <a:pt x="1426382" y="3774786"/>
                  </a:lnTo>
                  <a:lnTo>
                    <a:pt x="1426476" y="3774786"/>
                  </a:lnTo>
                  <a:lnTo>
                    <a:pt x="1426570" y="3774786"/>
                  </a:lnTo>
                  <a:lnTo>
                    <a:pt x="1426664" y="3774786"/>
                  </a:lnTo>
                  <a:lnTo>
                    <a:pt x="1426758" y="3774786"/>
                  </a:lnTo>
                  <a:lnTo>
                    <a:pt x="1426852" y="3774786"/>
                  </a:lnTo>
                  <a:lnTo>
                    <a:pt x="1426946" y="3774786"/>
                  </a:lnTo>
                  <a:lnTo>
                    <a:pt x="1427040" y="3774786"/>
                  </a:lnTo>
                  <a:lnTo>
                    <a:pt x="1427134" y="3774786"/>
                  </a:lnTo>
                  <a:lnTo>
                    <a:pt x="1427228" y="3774786"/>
                  </a:lnTo>
                  <a:lnTo>
                    <a:pt x="1427322" y="3774786"/>
                  </a:lnTo>
                  <a:lnTo>
                    <a:pt x="1427416" y="3774786"/>
                  </a:lnTo>
                  <a:lnTo>
                    <a:pt x="1427416" y="3769506"/>
                  </a:lnTo>
                  <a:lnTo>
                    <a:pt x="1427510" y="3769506"/>
                  </a:lnTo>
                  <a:lnTo>
                    <a:pt x="1427604" y="3769506"/>
                  </a:lnTo>
                  <a:lnTo>
                    <a:pt x="1427698" y="3769506"/>
                  </a:lnTo>
                  <a:lnTo>
                    <a:pt x="1427792" y="3769506"/>
                  </a:lnTo>
                  <a:lnTo>
                    <a:pt x="1427886" y="3769506"/>
                  </a:lnTo>
                  <a:lnTo>
                    <a:pt x="1427980" y="3769506"/>
                  </a:lnTo>
                  <a:lnTo>
                    <a:pt x="1428074" y="3769506"/>
                  </a:lnTo>
                  <a:lnTo>
                    <a:pt x="1428168" y="3769506"/>
                  </a:lnTo>
                  <a:lnTo>
                    <a:pt x="1428262" y="3769506"/>
                  </a:lnTo>
                  <a:lnTo>
                    <a:pt x="1428357" y="3769506"/>
                  </a:lnTo>
                  <a:lnTo>
                    <a:pt x="1428451" y="3769506"/>
                  </a:lnTo>
                  <a:lnTo>
                    <a:pt x="1428545" y="3769506"/>
                  </a:lnTo>
                  <a:lnTo>
                    <a:pt x="1428639" y="3769506"/>
                  </a:lnTo>
                  <a:lnTo>
                    <a:pt x="1428733" y="3769506"/>
                  </a:lnTo>
                  <a:lnTo>
                    <a:pt x="1428827" y="3769506"/>
                  </a:lnTo>
                  <a:lnTo>
                    <a:pt x="1428921" y="3769506"/>
                  </a:lnTo>
                  <a:lnTo>
                    <a:pt x="1429015" y="3769506"/>
                  </a:lnTo>
                  <a:lnTo>
                    <a:pt x="1429109" y="3769506"/>
                  </a:lnTo>
                  <a:lnTo>
                    <a:pt x="1429203" y="3769506"/>
                  </a:lnTo>
                  <a:lnTo>
                    <a:pt x="1429297" y="3769506"/>
                  </a:lnTo>
                  <a:lnTo>
                    <a:pt x="1429391" y="3769506"/>
                  </a:lnTo>
                  <a:lnTo>
                    <a:pt x="1429485" y="3769506"/>
                  </a:lnTo>
                  <a:lnTo>
                    <a:pt x="1429579" y="3769506"/>
                  </a:lnTo>
                  <a:lnTo>
                    <a:pt x="1429673" y="3769506"/>
                  </a:lnTo>
                  <a:lnTo>
                    <a:pt x="1429767" y="3769506"/>
                  </a:lnTo>
                  <a:lnTo>
                    <a:pt x="1429861" y="3769506"/>
                  </a:lnTo>
                  <a:lnTo>
                    <a:pt x="1429955" y="3769506"/>
                  </a:lnTo>
                  <a:lnTo>
                    <a:pt x="1430049" y="3769506"/>
                  </a:lnTo>
                  <a:lnTo>
                    <a:pt x="1430143" y="3769506"/>
                  </a:lnTo>
                  <a:lnTo>
                    <a:pt x="1430237" y="3769506"/>
                  </a:lnTo>
                  <a:lnTo>
                    <a:pt x="1430331" y="3769506"/>
                  </a:lnTo>
                  <a:lnTo>
                    <a:pt x="1430425" y="3769506"/>
                  </a:lnTo>
                  <a:lnTo>
                    <a:pt x="1430519" y="3769506"/>
                  </a:lnTo>
                  <a:lnTo>
                    <a:pt x="1430613" y="3769506"/>
                  </a:lnTo>
                  <a:lnTo>
                    <a:pt x="1430707" y="3769506"/>
                  </a:lnTo>
                  <a:lnTo>
                    <a:pt x="1430801" y="3769506"/>
                  </a:lnTo>
                  <a:lnTo>
                    <a:pt x="1430895" y="3769506"/>
                  </a:lnTo>
                  <a:lnTo>
                    <a:pt x="1430989" y="3769506"/>
                  </a:lnTo>
                  <a:lnTo>
                    <a:pt x="1431083" y="3769506"/>
                  </a:lnTo>
                  <a:lnTo>
                    <a:pt x="1431177" y="3769506"/>
                  </a:lnTo>
                  <a:lnTo>
                    <a:pt x="1431177" y="3764227"/>
                  </a:lnTo>
                  <a:lnTo>
                    <a:pt x="1431271" y="3764227"/>
                  </a:lnTo>
                  <a:lnTo>
                    <a:pt x="1431365" y="3764227"/>
                  </a:lnTo>
                  <a:lnTo>
                    <a:pt x="1431459" y="3764227"/>
                  </a:lnTo>
                  <a:lnTo>
                    <a:pt x="1431553" y="3764227"/>
                  </a:lnTo>
                  <a:lnTo>
                    <a:pt x="1431647" y="3764227"/>
                  </a:lnTo>
                  <a:lnTo>
                    <a:pt x="1431741" y="3764227"/>
                  </a:lnTo>
                  <a:lnTo>
                    <a:pt x="1431835" y="3764227"/>
                  </a:lnTo>
                  <a:lnTo>
                    <a:pt x="1431930" y="3764227"/>
                  </a:lnTo>
                  <a:lnTo>
                    <a:pt x="1432024" y="3764227"/>
                  </a:lnTo>
                  <a:lnTo>
                    <a:pt x="1432118" y="3764227"/>
                  </a:lnTo>
                  <a:lnTo>
                    <a:pt x="1432212" y="3764227"/>
                  </a:lnTo>
                  <a:lnTo>
                    <a:pt x="1432212" y="3758947"/>
                  </a:lnTo>
                  <a:lnTo>
                    <a:pt x="1432306" y="3758947"/>
                  </a:lnTo>
                  <a:lnTo>
                    <a:pt x="1432400" y="3758947"/>
                  </a:lnTo>
                  <a:lnTo>
                    <a:pt x="1432494" y="3758947"/>
                  </a:lnTo>
                  <a:lnTo>
                    <a:pt x="1432588" y="3758947"/>
                  </a:lnTo>
                  <a:lnTo>
                    <a:pt x="1432682" y="3758947"/>
                  </a:lnTo>
                  <a:lnTo>
                    <a:pt x="1432776" y="3758947"/>
                  </a:lnTo>
                  <a:lnTo>
                    <a:pt x="1432870" y="3758947"/>
                  </a:lnTo>
                  <a:lnTo>
                    <a:pt x="1432964" y="3758947"/>
                  </a:lnTo>
                  <a:lnTo>
                    <a:pt x="1433058" y="3758947"/>
                  </a:lnTo>
                  <a:lnTo>
                    <a:pt x="1433152" y="3758947"/>
                  </a:lnTo>
                  <a:lnTo>
                    <a:pt x="1433246" y="3758947"/>
                  </a:lnTo>
                  <a:lnTo>
                    <a:pt x="1433340" y="3758947"/>
                  </a:lnTo>
                  <a:lnTo>
                    <a:pt x="1433434" y="3758947"/>
                  </a:lnTo>
                  <a:lnTo>
                    <a:pt x="1433528" y="3758947"/>
                  </a:lnTo>
                  <a:lnTo>
                    <a:pt x="1433622" y="3758947"/>
                  </a:lnTo>
                  <a:lnTo>
                    <a:pt x="1433716" y="3758947"/>
                  </a:lnTo>
                  <a:lnTo>
                    <a:pt x="1433810" y="3758947"/>
                  </a:lnTo>
                  <a:lnTo>
                    <a:pt x="1433904" y="3758947"/>
                  </a:lnTo>
                  <a:lnTo>
                    <a:pt x="1433998" y="3758947"/>
                  </a:lnTo>
                  <a:lnTo>
                    <a:pt x="1434092" y="3758947"/>
                  </a:lnTo>
                  <a:lnTo>
                    <a:pt x="1434186" y="3758947"/>
                  </a:lnTo>
                  <a:lnTo>
                    <a:pt x="1434280" y="3758947"/>
                  </a:lnTo>
                  <a:lnTo>
                    <a:pt x="1434374" y="3758947"/>
                  </a:lnTo>
                  <a:lnTo>
                    <a:pt x="1434468" y="3758947"/>
                  </a:lnTo>
                  <a:lnTo>
                    <a:pt x="1434562" y="3758947"/>
                  </a:lnTo>
                  <a:lnTo>
                    <a:pt x="1434656" y="3758947"/>
                  </a:lnTo>
                  <a:lnTo>
                    <a:pt x="1434656" y="3753668"/>
                  </a:lnTo>
                  <a:lnTo>
                    <a:pt x="1434750" y="3753668"/>
                  </a:lnTo>
                  <a:lnTo>
                    <a:pt x="1434844" y="3753668"/>
                  </a:lnTo>
                  <a:lnTo>
                    <a:pt x="1434938" y="3753668"/>
                  </a:lnTo>
                  <a:lnTo>
                    <a:pt x="1435032" y="3753668"/>
                  </a:lnTo>
                  <a:lnTo>
                    <a:pt x="1435126" y="3753668"/>
                  </a:lnTo>
                  <a:lnTo>
                    <a:pt x="1435220" y="3753668"/>
                  </a:lnTo>
                  <a:lnTo>
                    <a:pt x="1435314" y="3753668"/>
                  </a:lnTo>
                  <a:lnTo>
                    <a:pt x="1435409" y="3753668"/>
                  </a:lnTo>
                  <a:lnTo>
                    <a:pt x="1435503" y="3753668"/>
                  </a:lnTo>
                  <a:lnTo>
                    <a:pt x="1435597" y="3753668"/>
                  </a:lnTo>
                  <a:lnTo>
                    <a:pt x="1435691" y="3753668"/>
                  </a:lnTo>
                  <a:lnTo>
                    <a:pt x="1435785" y="3753668"/>
                  </a:lnTo>
                  <a:lnTo>
                    <a:pt x="1435879" y="3753668"/>
                  </a:lnTo>
                  <a:lnTo>
                    <a:pt x="1435879" y="3748389"/>
                  </a:lnTo>
                  <a:lnTo>
                    <a:pt x="1435879" y="3743109"/>
                  </a:lnTo>
                  <a:lnTo>
                    <a:pt x="1435973" y="3743109"/>
                  </a:lnTo>
                  <a:lnTo>
                    <a:pt x="1436067" y="3743109"/>
                  </a:lnTo>
                  <a:lnTo>
                    <a:pt x="1436161" y="3743109"/>
                  </a:lnTo>
                  <a:lnTo>
                    <a:pt x="1436255" y="3743109"/>
                  </a:lnTo>
                  <a:lnTo>
                    <a:pt x="1436349" y="3743109"/>
                  </a:lnTo>
                  <a:lnTo>
                    <a:pt x="1436443" y="3743109"/>
                  </a:lnTo>
                  <a:lnTo>
                    <a:pt x="1436537" y="3743109"/>
                  </a:lnTo>
                  <a:lnTo>
                    <a:pt x="1436631" y="3743109"/>
                  </a:lnTo>
                  <a:lnTo>
                    <a:pt x="1436725" y="3743109"/>
                  </a:lnTo>
                  <a:lnTo>
                    <a:pt x="1436819" y="3743109"/>
                  </a:lnTo>
                  <a:lnTo>
                    <a:pt x="1436913" y="3743109"/>
                  </a:lnTo>
                  <a:lnTo>
                    <a:pt x="1437007" y="3743109"/>
                  </a:lnTo>
                  <a:lnTo>
                    <a:pt x="1437101" y="3743109"/>
                  </a:lnTo>
                  <a:lnTo>
                    <a:pt x="1437101" y="3737830"/>
                  </a:lnTo>
                  <a:lnTo>
                    <a:pt x="1437195" y="3737830"/>
                  </a:lnTo>
                  <a:lnTo>
                    <a:pt x="1437289" y="3737830"/>
                  </a:lnTo>
                  <a:lnTo>
                    <a:pt x="1437383" y="3737830"/>
                  </a:lnTo>
                  <a:lnTo>
                    <a:pt x="1437477" y="3737830"/>
                  </a:lnTo>
                  <a:lnTo>
                    <a:pt x="1437571" y="3737830"/>
                  </a:lnTo>
                  <a:lnTo>
                    <a:pt x="1437665" y="3737830"/>
                  </a:lnTo>
                  <a:lnTo>
                    <a:pt x="1437759" y="3737830"/>
                  </a:lnTo>
                  <a:lnTo>
                    <a:pt x="1437853" y="3737830"/>
                  </a:lnTo>
                  <a:lnTo>
                    <a:pt x="1437947" y="3737830"/>
                  </a:lnTo>
                  <a:lnTo>
                    <a:pt x="1438041" y="3737830"/>
                  </a:lnTo>
                  <a:lnTo>
                    <a:pt x="1438041" y="3732550"/>
                  </a:lnTo>
                  <a:lnTo>
                    <a:pt x="1438135" y="3732550"/>
                  </a:lnTo>
                  <a:lnTo>
                    <a:pt x="1438229" y="3732550"/>
                  </a:lnTo>
                  <a:lnTo>
                    <a:pt x="1438323" y="3732550"/>
                  </a:lnTo>
                  <a:lnTo>
                    <a:pt x="1438417" y="3732550"/>
                  </a:lnTo>
                  <a:lnTo>
                    <a:pt x="1438511" y="3732550"/>
                  </a:lnTo>
                  <a:lnTo>
                    <a:pt x="1438605" y="3732550"/>
                  </a:lnTo>
                  <a:lnTo>
                    <a:pt x="1438699" y="3732550"/>
                  </a:lnTo>
                  <a:lnTo>
                    <a:pt x="1438793" y="3732550"/>
                  </a:lnTo>
                  <a:lnTo>
                    <a:pt x="1438887" y="3732550"/>
                  </a:lnTo>
                  <a:lnTo>
                    <a:pt x="1438982" y="3732550"/>
                  </a:lnTo>
                  <a:lnTo>
                    <a:pt x="1439076" y="3732550"/>
                  </a:lnTo>
                  <a:lnTo>
                    <a:pt x="1439170" y="3732550"/>
                  </a:lnTo>
                  <a:lnTo>
                    <a:pt x="1439264" y="3732550"/>
                  </a:lnTo>
                  <a:lnTo>
                    <a:pt x="1439358" y="3732550"/>
                  </a:lnTo>
                  <a:lnTo>
                    <a:pt x="1439452" y="3732550"/>
                  </a:lnTo>
                  <a:lnTo>
                    <a:pt x="1439546" y="3732550"/>
                  </a:lnTo>
                  <a:lnTo>
                    <a:pt x="1439640" y="3732550"/>
                  </a:lnTo>
                  <a:lnTo>
                    <a:pt x="1439734" y="3732550"/>
                  </a:lnTo>
                  <a:lnTo>
                    <a:pt x="1439828" y="3732550"/>
                  </a:lnTo>
                  <a:lnTo>
                    <a:pt x="1439922" y="3732550"/>
                  </a:lnTo>
                  <a:lnTo>
                    <a:pt x="1440016" y="3732550"/>
                  </a:lnTo>
                  <a:lnTo>
                    <a:pt x="1440110" y="3732550"/>
                  </a:lnTo>
                  <a:lnTo>
                    <a:pt x="1440204" y="3732550"/>
                  </a:lnTo>
                  <a:lnTo>
                    <a:pt x="1440298" y="3732550"/>
                  </a:lnTo>
                  <a:lnTo>
                    <a:pt x="1440392" y="3732550"/>
                  </a:lnTo>
                  <a:lnTo>
                    <a:pt x="1440486" y="3732550"/>
                  </a:lnTo>
                  <a:lnTo>
                    <a:pt x="1440580" y="3732550"/>
                  </a:lnTo>
                  <a:lnTo>
                    <a:pt x="1440674" y="3732550"/>
                  </a:lnTo>
                  <a:lnTo>
                    <a:pt x="1440768" y="3732550"/>
                  </a:lnTo>
                  <a:lnTo>
                    <a:pt x="1440862" y="3732550"/>
                  </a:lnTo>
                  <a:lnTo>
                    <a:pt x="1440956" y="3732550"/>
                  </a:lnTo>
                  <a:lnTo>
                    <a:pt x="1441050" y="3732550"/>
                  </a:lnTo>
                  <a:lnTo>
                    <a:pt x="1441144" y="3732550"/>
                  </a:lnTo>
                  <a:lnTo>
                    <a:pt x="1441238" y="3732550"/>
                  </a:lnTo>
                  <a:lnTo>
                    <a:pt x="1441332" y="3732550"/>
                  </a:lnTo>
                  <a:lnTo>
                    <a:pt x="1441426" y="3732550"/>
                  </a:lnTo>
                  <a:lnTo>
                    <a:pt x="1441520" y="3732550"/>
                  </a:lnTo>
                  <a:lnTo>
                    <a:pt x="1441614" y="3732550"/>
                  </a:lnTo>
                  <a:lnTo>
                    <a:pt x="1441708" y="3732550"/>
                  </a:lnTo>
                  <a:lnTo>
                    <a:pt x="1441802" y="3732550"/>
                  </a:lnTo>
                  <a:lnTo>
                    <a:pt x="1441896" y="3732550"/>
                  </a:lnTo>
                  <a:lnTo>
                    <a:pt x="1441990" y="3732550"/>
                  </a:lnTo>
                  <a:lnTo>
                    <a:pt x="1442084" y="3732550"/>
                  </a:lnTo>
                  <a:lnTo>
                    <a:pt x="1442178" y="3732550"/>
                  </a:lnTo>
                  <a:lnTo>
                    <a:pt x="1442272" y="3732550"/>
                  </a:lnTo>
                  <a:lnTo>
                    <a:pt x="1442366" y="3732550"/>
                  </a:lnTo>
                  <a:lnTo>
                    <a:pt x="1442460" y="3732550"/>
                  </a:lnTo>
                  <a:lnTo>
                    <a:pt x="1442555" y="3732550"/>
                  </a:lnTo>
                  <a:lnTo>
                    <a:pt x="1442649" y="3732550"/>
                  </a:lnTo>
                  <a:lnTo>
                    <a:pt x="1442743" y="3732550"/>
                  </a:lnTo>
                  <a:lnTo>
                    <a:pt x="1442837" y="3732550"/>
                  </a:lnTo>
                  <a:lnTo>
                    <a:pt x="1442931" y="3732550"/>
                  </a:lnTo>
                  <a:lnTo>
                    <a:pt x="1443025" y="3732550"/>
                  </a:lnTo>
                  <a:lnTo>
                    <a:pt x="1443119" y="3732550"/>
                  </a:lnTo>
                  <a:lnTo>
                    <a:pt x="1443213" y="3732550"/>
                  </a:lnTo>
                  <a:lnTo>
                    <a:pt x="1443307" y="3732550"/>
                  </a:lnTo>
                  <a:lnTo>
                    <a:pt x="1443401" y="3732550"/>
                  </a:lnTo>
                  <a:lnTo>
                    <a:pt x="1443495" y="3732550"/>
                  </a:lnTo>
                  <a:lnTo>
                    <a:pt x="1443589" y="3732550"/>
                  </a:lnTo>
                  <a:lnTo>
                    <a:pt x="1443683" y="3732550"/>
                  </a:lnTo>
                  <a:lnTo>
                    <a:pt x="1443777" y="3732550"/>
                  </a:lnTo>
                  <a:lnTo>
                    <a:pt x="1443871" y="3732550"/>
                  </a:lnTo>
                  <a:lnTo>
                    <a:pt x="1443965" y="3732550"/>
                  </a:lnTo>
                  <a:lnTo>
                    <a:pt x="1444059" y="3732550"/>
                  </a:lnTo>
                  <a:lnTo>
                    <a:pt x="1444153" y="3732550"/>
                  </a:lnTo>
                  <a:lnTo>
                    <a:pt x="1444247" y="3732550"/>
                  </a:lnTo>
                  <a:lnTo>
                    <a:pt x="1444341" y="3732550"/>
                  </a:lnTo>
                  <a:lnTo>
                    <a:pt x="1444435" y="3732550"/>
                  </a:lnTo>
                  <a:lnTo>
                    <a:pt x="1444529" y="3732550"/>
                  </a:lnTo>
                  <a:lnTo>
                    <a:pt x="1444623" y="3732550"/>
                  </a:lnTo>
                  <a:lnTo>
                    <a:pt x="1444717" y="3732550"/>
                  </a:lnTo>
                  <a:lnTo>
                    <a:pt x="1444811" y="3732550"/>
                  </a:lnTo>
                  <a:lnTo>
                    <a:pt x="1444905" y="3732550"/>
                  </a:lnTo>
                  <a:lnTo>
                    <a:pt x="1444999" y="3732550"/>
                  </a:lnTo>
                  <a:lnTo>
                    <a:pt x="1445093" y="3732550"/>
                  </a:lnTo>
                  <a:lnTo>
                    <a:pt x="1445093" y="3727271"/>
                  </a:lnTo>
                  <a:lnTo>
                    <a:pt x="1445187" y="3727271"/>
                  </a:lnTo>
                  <a:lnTo>
                    <a:pt x="1445281" y="3727271"/>
                  </a:lnTo>
                  <a:lnTo>
                    <a:pt x="1445281" y="3721992"/>
                  </a:lnTo>
                  <a:lnTo>
                    <a:pt x="1445375" y="3721992"/>
                  </a:lnTo>
                  <a:lnTo>
                    <a:pt x="1445469" y="3721992"/>
                  </a:lnTo>
                  <a:lnTo>
                    <a:pt x="1445563" y="3721992"/>
                  </a:lnTo>
                  <a:lnTo>
                    <a:pt x="1445657" y="3721992"/>
                  </a:lnTo>
                  <a:lnTo>
                    <a:pt x="1445751" y="3721992"/>
                  </a:lnTo>
                  <a:lnTo>
                    <a:pt x="1445845" y="3721992"/>
                  </a:lnTo>
                  <a:lnTo>
                    <a:pt x="1445939" y="3721992"/>
                  </a:lnTo>
                  <a:lnTo>
                    <a:pt x="1446034" y="3721992"/>
                  </a:lnTo>
                  <a:lnTo>
                    <a:pt x="1446128" y="3721992"/>
                  </a:lnTo>
                  <a:lnTo>
                    <a:pt x="1446222" y="3721992"/>
                  </a:lnTo>
                  <a:lnTo>
                    <a:pt x="1446316" y="3721992"/>
                  </a:lnTo>
                  <a:lnTo>
                    <a:pt x="1446410" y="3721992"/>
                  </a:lnTo>
                  <a:lnTo>
                    <a:pt x="1446504" y="3721992"/>
                  </a:lnTo>
                  <a:lnTo>
                    <a:pt x="1446598" y="3721992"/>
                  </a:lnTo>
                  <a:lnTo>
                    <a:pt x="1446692" y="3721992"/>
                  </a:lnTo>
                  <a:lnTo>
                    <a:pt x="1446786" y="3721992"/>
                  </a:lnTo>
                  <a:lnTo>
                    <a:pt x="1446880" y="3721992"/>
                  </a:lnTo>
                  <a:lnTo>
                    <a:pt x="1446880" y="3716712"/>
                  </a:lnTo>
                  <a:lnTo>
                    <a:pt x="1446974" y="3716712"/>
                  </a:lnTo>
                  <a:lnTo>
                    <a:pt x="1447068" y="3716712"/>
                  </a:lnTo>
                  <a:lnTo>
                    <a:pt x="1447162" y="3716712"/>
                  </a:lnTo>
                  <a:lnTo>
                    <a:pt x="1447256" y="3716712"/>
                  </a:lnTo>
                  <a:lnTo>
                    <a:pt x="1447350" y="3716712"/>
                  </a:lnTo>
                  <a:lnTo>
                    <a:pt x="1447444" y="3716712"/>
                  </a:lnTo>
                  <a:lnTo>
                    <a:pt x="1447538" y="3716712"/>
                  </a:lnTo>
                  <a:lnTo>
                    <a:pt x="1447632" y="3716712"/>
                  </a:lnTo>
                  <a:lnTo>
                    <a:pt x="1447726" y="3716712"/>
                  </a:lnTo>
                  <a:lnTo>
                    <a:pt x="1447820" y="3716712"/>
                  </a:lnTo>
                  <a:lnTo>
                    <a:pt x="1447914" y="3716712"/>
                  </a:lnTo>
                  <a:lnTo>
                    <a:pt x="1447914" y="3711433"/>
                  </a:lnTo>
                  <a:lnTo>
                    <a:pt x="1448008" y="3711433"/>
                  </a:lnTo>
                  <a:lnTo>
                    <a:pt x="1448102" y="3711433"/>
                  </a:lnTo>
                  <a:lnTo>
                    <a:pt x="1448196" y="3711433"/>
                  </a:lnTo>
                  <a:lnTo>
                    <a:pt x="1448290" y="3711433"/>
                  </a:lnTo>
                  <a:lnTo>
                    <a:pt x="1448384" y="3711433"/>
                  </a:lnTo>
                  <a:lnTo>
                    <a:pt x="1448478" y="3711433"/>
                  </a:lnTo>
                  <a:lnTo>
                    <a:pt x="1448572" y="3711433"/>
                  </a:lnTo>
                  <a:lnTo>
                    <a:pt x="1448666" y="3711433"/>
                  </a:lnTo>
                  <a:lnTo>
                    <a:pt x="1448760" y="3711433"/>
                  </a:lnTo>
                  <a:lnTo>
                    <a:pt x="1448854" y="3711433"/>
                  </a:lnTo>
                  <a:lnTo>
                    <a:pt x="1448948" y="3711433"/>
                  </a:lnTo>
                  <a:lnTo>
                    <a:pt x="1449042" y="3711433"/>
                  </a:lnTo>
                  <a:lnTo>
                    <a:pt x="1449136" y="3711433"/>
                  </a:lnTo>
                  <a:lnTo>
                    <a:pt x="1449230" y="3711433"/>
                  </a:lnTo>
                  <a:lnTo>
                    <a:pt x="1449324" y="3711433"/>
                  </a:lnTo>
                  <a:lnTo>
                    <a:pt x="1449418" y="3711433"/>
                  </a:lnTo>
                  <a:lnTo>
                    <a:pt x="1449512" y="3711433"/>
                  </a:lnTo>
                  <a:lnTo>
                    <a:pt x="1449607" y="3711433"/>
                  </a:lnTo>
                  <a:lnTo>
                    <a:pt x="1449701" y="3711433"/>
                  </a:lnTo>
                  <a:lnTo>
                    <a:pt x="1449795" y="3711433"/>
                  </a:lnTo>
                  <a:lnTo>
                    <a:pt x="1449889" y="3711433"/>
                  </a:lnTo>
                  <a:lnTo>
                    <a:pt x="1449983" y="3711433"/>
                  </a:lnTo>
                  <a:lnTo>
                    <a:pt x="1450077" y="3711433"/>
                  </a:lnTo>
                  <a:lnTo>
                    <a:pt x="1450171" y="3711433"/>
                  </a:lnTo>
                  <a:lnTo>
                    <a:pt x="1450265" y="3711433"/>
                  </a:lnTo>
                  <a:lnTo>
                    <a:pt x="1450359" y="3711433"/>
                  </a:lnTo>
                  <a:lnTo>
                    <a:pt x="1450453" y="3711433"/>
                  </a:lnTo>
                  <a:lnTo>
                    <a:pt x="1450547" y="3711433"/>
                  </a:lnTo>
                  <a:lnTo>
                    <a:pt x="1450641" y="3711433"/>
                  </a:lnTo>
                  <a:lnTo>
                    <a:pt x="1450735" y="3711433"/>
                  </a:lnTo>
                  <a:lnTo>
                    <a:pt x="1450829" y="3711433"/>
                  </a:lnTo>
                  <a:lnTo>
                    <a:pt x="1450923" y="3711433"/>
                  </a:lnTo>
                  <a:lnTo>
                    <a:pt x="1451017" y="3711433"/>
                  </a:lnTo>
                  <a:lnTo>
                    <a:pt x="1451111" y="3711433"/>
                  </a:lnTo>
                  <a:lnTo>
                    <a:pt x="1451205" y="3711433"/>
                  </a:lnTo>
                  <a:lnTo>
                    <a:pt x="1451299" y="3711433"/>
                  </a:lnTo>
                  <a:lnTo>
                    <a:pt x="1451393" y="3711433"/>
                  </a:lnTo>
                  <a:lnTo>
                    <a:pt x="1451487" y="3711433"/>
                  </a:lnTo>
                  <a:lnTo>
                    <a:pt x="1451581" y="3711433"/>
                  </a:lnTo>
                  <a:lnTo>
                    <a:pt x="1451675" y="3711433"/>
                  </a:lnTo>
                  <a:lnTo>
                    <a:pt x="1451769" y="3711433"/>
                  </a:lnTo>
                  <a:lnTo>
                    <a:pt x="1451863" y="3711433"/>
                  </a:lnTo>
                  <a:lnTo>
                    <a:pt x="1451957" y="3711433"/>
                  </a:lnTo>
                  <a:lnTo>
                    <a:pt x="1452051" y="3711433"/>
                  </a:lnTo>
                  <a:lnTo>
                    <a:pt x="1452145" y="3711433"/>
                  </a:lnTo>
                  <a:lnTo>
                    <a:pt x="1452239" y="3711433"/>
                  </a:lnTo>
                  <a:lnTo>
                    <a:pt x="1452333" y="3711433"/>
                  </a:lnTo>
                  <a:lnTo>
                    <a:pt x="1452427" y="3711433"/>
                  </a:lnTo>
                  <a:lnTo>
                    <a:pt x="1452521" y="3711433"/>
                  </a:lnTo>
                  <a:lnTo>
                    <a:pt x="1452615" y="3711433"/>
                  </a:lnTo>
                  <a:lnTo>
                    <a:pt x="1452709" y="3711433"/>
                  </a:lnTo>
                  <a:lnTo>
                    <a:pt x="1452803" y="3711433"/>
                  </a:lnTo>
                  <a:lnTo>
                    <a:pt x="1452897" y="3711433"/>
                  </a:lnTo>
                  <a:lnTo>
                    <a:pt x="1452991" y="3711433"/>
                  </a:lnTo>
                  <a:lnTo>
                    <a:pt x="1453085" y="3711433"/>
                  </a:lnTo>
                  <a:lnTo>
                    <a:pt x="1453180" y="3711433"/>
                  </a:lnTo>
                  <a:lnTo>
                    <a:pt x="1453274" y="3711433"/>
                  </a:lnTo>
                  <a:lnTo>
                    <a:pt x="1453368" y="3711433"/>
                  </a:lnTo>
                  <a:lnTo>
                    <a:pt x="1453462" y="3711433"/>
                  </a:lnTo>
                  <a:lnTo>
                    <a:pt x="1453556" y="3711433"/>
                  </a:lnTo>
                  <a:lnTo>
                    <a:pt x="1453650" y="3711433"/>
                  </a:lnTo>
                  <a:lnTo>
                    <a:pt x="1453744" y="3711433"/>
                  </a:lnTo>
                  <a:lnTo>
                    <a:pt x="1453838" y="3711433"/>
                  </a:lnTo>
                  <a:lnTo>
                    <a:pt x="1453932" y="3711433"/>
                  </a:lnTo>
                  <a:lnTo>
                    <a:pt x="1454026" y="3711433"/>
                  </a:lnTo>
                  <a:lnTo>
                    <a:pt x="1454120" y="3711433"/>
                  </a:lnTo>
                  <a:lnTo>
                    <a:pt x="1454214" y="3711433"/>
                  </a:lnTo>
                  <a:lnTo>
                    <a:pt x="1454308" y="3711433"/>
                  </a:lnTo>
                  <a:lnTo>
                    <a:pt x="1454402" y="3711433"/>
                  </a:lnTo>
                  <a:lnTo>
                    <a:pt x="1454496" y="3711433"/>
                  </a:lnTo>
                  <a:lnTo>
                    <a:pt x="1454590" y="3711433"/>
                  </a:lnTo>
                  <a:lnTo>
                    <a:pt x="1454684" y="3711433"/>
                  </a:lnTo>
                  <a:lnTo>
                    <a:pt x="1454778" y="3711433"/>
                  </a:lnTo>
                  <a:lnTo>
                    <a:pt x="1454872" y="3711433"/>
                  </a:lnTo>
                  <a:lnTo>
                    <a:pt x="1454966" y="3711433"/>
                  </a:lnTo>
                  <a:lnTo>
                    <a:pt x="1455060" y="3711433"/>
                  </a:lnTo>
                  <a:lnTo>
                    <a:pt x="1455154" y="3711433"/>
                  </a:lnTo>
                  <a:lnTo>
                    <a:pt x="1455248" y="3711433"/>
                  </a:lnTo>
                  <a:lnTo>
                    <a:pt x="1455342" y="3711433"/>
                  </a:lnTo>
                  <a:lnTo>
                    <a:pt x="1455436" y="3711433"/>
                  </a:lnTo>
                  <a:lnTo>
                    <a:pt x="1455530" y="3711433"/>
                  </a:lnTo>
                  <a:lnTo>
                    <a:pt x="1455624" y="3711433"/>
                  </a:lnTo>
                  <a:lnTo>
                    <a:pt x="1455718" y="3711433"/>
                  </a:lnTo>
                  <a:lnTo>
                    <a:pt x="1455812" y="3711433"/>
                  </a:lnTo>
                  <a:lnTo>
                    <a:pt x="1455906" y="3711433"/>
                  </a:lnTo>
                  <a:lnTo>
                    <a:pt x="1456000" y="3711433"/>
                  </a:lnTo>
                  <a:lnTo>
                    <a:pt x="1456094" y="3711433"/>
                  </a:lnTo>
                  <a:lnTo>
                    <a:pt x="1456188" y="3711433"/>
                  </a:lnTo>
                  <a:lnTo>
                    <a:pt x="1456282" y="3711433"/>
                  </a:lnTo>
                  <a:lnTo>
                    <a:pt x="1456376" y="3711433"/>
                  </a:lnTo>
                  <a:lnTo>
                    <a:pt x="1456470" y="3711433"/>
                  </a:lnTo>
                  <a:lnTo>
                    <a:pt x="1456564" y="3711433"/>
                  </a:lnTo>
                  <a:lnTo>
                    <a:pt x="1456659" y="3711433"/>
                  </a:lnTo>
                  <a:lnTo>
                    <a:pt x="1456659" y="3706153"/>
                  </a:lnTo>
                  <a:lnTo>
                    <a:pt x="1456753" y="3706153"/>
                  </a:lnTo>
                  <a:lnTo>
                    <a:pt x="1456847" y="3706153"/>
                  </a:lnTo>
                  <a:lnTo>
                    <a:pt x="1456941" y="3706153"/>
                  </a:lnTo>
                  <a:lnTo>
                    <a:pt x="1457035" y="3706153"/>
                  </a:lnTo>
                  <a:lnTo>
                    <a:pt x="1457035" y="3700874"/>
                  </a:lnTo>
                  <a:lnTo>
                    <a:pt x="1457129" y="3700874"/>
                  </a:lnTo>
                  <a:lnTo>
                    <a:pt x="1457223" y="3700874"/>
                  </a:lnTo>
                  <a:lnTo>
                    <a:pt x="1457317" y="3700874"/>
                  </a:lnTo>
                  <a:lnTo>
                    <a:pt x="1457411" y="3700874"/>
                  </a:lnTo>
                  <a:lnTo>
                    <a:pt x="1457505" y="3700874"/>
                  </a:lnTo>
                  <a:lnTo>
                    <a:pt x="1457599" y="3700874"/>
                  </a:lnTo>
                  <a:lnTo>
                    <a:pt x="1457693" y="3700874"/>
                  </a:lnTo>
                  <a:lnTo>
                    <a:pt x="1457787" y="3700874"/>
                  </a:lnTo>
                  <a:lnTo>
                    <a:pt x="1457881" y="3700874"/>
                  </a:lnTo>
                  <a:lnTo>
                    <a:pt x="1457975" y="3700874"/>
                  </a:lnTo>
                  <a:lnTo>
                    <a:pt x="1458069" y="3700874"/>
                  </a:lnTo>
                  <a:lnTo>
                    <a:pt x="1458163" y="3700874"/>
                  </a:lnTo>
                  <a:lnTo>
                    <a:pt x="1458257" y="3700874"/>
                  </a:lnTo>
                  <a:lnTo>
                    <a:pt x="1458351" y="3700874"/>
                  </a:lnTo>
                  <a:lnTo>
                    <a:pt x="1458445" y="3700874"/>
                  </a:lnTo>
                  <a:lnTo>
                    <a:pt x="1458539" y="3700874"/>
                  </a:lnTo>
                  <a:lnTo>
                    <a:pt x="1458633" y="3700874"/>
                  </a:lnTo>
                  <a:lnTo>
                    <a:pt x="1458727" y="3700874"/>
                  </a:lnTo>
                  <a:lnTo>
                    <a:pt x="1458821" y="3700874"/>
                  </a:lnTo>
                  <a:lnTo>
                    <a:pt x="1458915" y="3700874"/>
                  </a:lnTo>
                  <a:lnTo>
                    <a:pt x="1459009" y="3700874"/>
                  </a:lnTo>
                  <a:lnTo>
                    <a:pt x="1459103" y="3700874"/>
                  </a:lnTo>
                  <a:lnTo>
                    <a:pt x="1459197" y="3700874"/>
                  </a:lnTo>
                  <a:lnTo>
                    <a:pt x="1459291" y="3700874"/>
                  </a:lnTo>
                  <a:lnTo>
                    <a:pt x="1459385" y="3700874"/>
                  </a:lnTo>
                  <a:lnTo>
                    <a:pt x="1459479" y="3700874"/>
                  </a:lnTo>
                  <a:lnTo>
                    <a:pt x="1459573" y="3700874"/>
                  </a:lnTo>
                  <a:lnTo>
                    <a:pt x="1459667" y="3700874"/>
                  </a:lnTo>
                  <a:lnTo>
                    <a:pt x="1459761" y="3700874"/>
                  </a:lnTo>
                  <a:lnTo>
                    <a:pt x="1459761" y="3695594"/>
                  </a:lnTo>
                  <a:lnTo>
                    <a:pt x="1459761" y="3690315"/>
                  </a:lnTo>
                  <a:lnTo>
                    <a:pt x="1459855" y="3690315"/>
                  </a:lnTo>
                  <a:lnTo>
                    <a:pt x="1459949" y="3690315"/>
                  </a:lnTo>
                  <a:lnTo>
                    <a:pt x="1460043" y="3690315"/>
                  </a:lnTo>
                  <a:lnTo>
                    <a:pt x="1460137" y="3690315"/>
                  </a:lnTo>
                  <a:lnTo>
                    <a:pt x="1460232" y="3690315"/>
                  </a:lnTo>
                  <a:lnTo>
                    <a:pt x="1460326" y="3690315"/>
                  </a:lnTo>
                  <a:lnTo>
                    <a:pt x="1460420" y="3690315"/>
                  </a:lnTo>
                  <a:lnTo>
                    <a:pt x="1460514" y="3690315"/>
                  </a:lnTo>
                  <a:lnTo>
                    <a:pt x="1460608" y="3690315"/>
                  </a:lnTo>
                  <a:lnTo>
                    <a:pt x="1460702" y="3690315"/>
                  </a:lnTo>
                  <a:lnTo>
                    <a:pt x="1460796" y="3690315"/>
                  </a:lnTo>
                  <a:lnTo>
                    <a:pt x="1460890" y="3690315"/>
                  </a:lnTo>
                  <a:lnTo>
                    <a:pt x="1460984" y="3690315"/>
                  </a:lnTo>
                  <a:lnTo>
                    <a:pt x="1461078" y="3690315"/>
                  </a:lnTo>
                  <a:lnTo>
                    <a:pt x="1461172" y="3690315"/>
                  </a:lnTo>
                  <a:lnTo>
                    <a:pt x="1461266" y="3690315"/>
                  </a:lnTo>
                  <a:lnTo>
                    <a:pt x="1461360" y="3690315"/>
                  </a:lnTo>
                  <a:lnTo>
                    <a:pt x="1461454" y="3690315"/>
                  </a:lnTo>
                  <a:lnTo>
                    <a:pt x="1461548" y="3690315"/>
                  </a:lnTo>
                  <a:lnTo>
                    <a:pt x="1461642" y="3690315"/>
                  </a:lnTo>
                  <a:lnTo>
                    <a:pt x="1461736" y="3690315"/>
                  </a:lnTo>
                  <a:lnTo>
                    <a:pt x="1461830" y="3690315"/>
                  </a:lnTo>
                  <a:lnTo>
                    <a:pt x="1461924" y="3690315"/>
                  </a:lnTo>
                  <a:lnTo>
                    <a:pt x="1462018" y="3690315"/>
                  </a:lnTo>
                  <a:lnTo>
                    <a:pt x="1462112" y="3690315"/>
                  </a:lnTo>
                  <a:lnTo>
                    <a:pt x="1462206" y="3690315"/>
                  </a:lnTo>
                  <a:lnTo>
                    <a:pt x="1462300" y="3690315"/>
                  </a:lnTo>
                  <a:lnTo>
                    <a:pt x="1462394" y="3690315"/>
                  </a:lnTo>
                  <a:lnTo>
                    <a:pt x="1462488" y="3690315"/>
                  </a:lnTo>
                  <a:lnTo>
                    <a:pt x="1462582" y="3690315"/>
                  </a:lnTo>
                  <a:lnTo>
                    <a:pt x="1462676" y="3690315"/>
                  </a:lnTo>
                  <a:lnTo>
                    <a:pt x="1462770" y="3690315"/>
                  </a:lnTo>
                  <a:lnTo>
                    <a:pt x="1462864" y="3690315"/>
                  </a:lnTo>
                  <a:lnTo>
                    <a:pt x="1462958" y="3690315"/>
                  </a:lnTo>
                  <a:lnTo>
                    <a:pt x="1463052" y="3690315"/>
                  </a:lnTo>
                  <a:lnTo>
                    <a:pt x="1463146" y="3690315"/>
                  </a:lnTo>
                  <a:lnTo>
                    <a:pt x="1463146" y="3685036"/>
                  </a:lnTo>
                  <a:lnTo>
                    <a:pt x="1463240" y="3685036"/>
                  </a:lnTo>
                  <a:lnTo>
                    <a:pt x="1463334" y="3685036"/>
                  </a:lnTo>
                  <a:lnTo>
                    <a:pt x="1463428" y="3685036"/>
                  </a:lnTo>
                  <a:lnTo>
                    <a:pt x="1463428" y="3679756"/>
                  </a:lnTo>
                  <a:lnTo>
                    <a:pt x="1463522" y="3679756"/>
                  </a:lnTo>
                  <a:lnTo>
                    <a:pt x="1463616" y="3679756"/>
                  </a:lnTo>
                  <a:lnTo>
                    <a:pt x="1463710" y="3679756"/>
                  </a:lnTo>
                  <a:lnTo>
                    <a:pt x="1463805" y="3679756"/>
                  </a:lnTo>
                  <a:lnTo>
                    <a:pt x="1463899" y="3679756"/>
                  </a:lnTo>
                  <a:lnTo>
                    <a:pt x="1463993" y="3679756"/>
                  </a:lnTo>
                  <a:lnTo>
                    <a:pt x="1464087" y="3679756"/>
                  </a:lnTo>
                  <a:lnTo>
                    <a:pt x="1464181" y="3679756"/>
                  </a:lnTo>
                  <a:lnTo>
                    <a:pt x="1464275" y="3679756"/>
                  </a:lnTo>
                  <a:lnTo>
                    <a:pt x="1464369" y="3679756"/>
                  </a:lnTo>
                  <a:lnTo>
                    <a:pt x="1464463" y="3679756"/>
                  </a:lnTo>
                  <a:lnTo>
                    <a:pt x="1464557" y="3679756"/>
                  </a:lnTo>
                  <a:lnTo>
                    <a:pt x="1464651" y="3679756"/>
                  </a:lnTo>
                  <a:lnTo>
                    <a:pt x="1464745" y="3679756"/>
                  </a:lnTo>
                  <a:lnTo>
                    <a:pt x="1464839" y="3679756"/>
                  </a:lnTo>
                  <a:lnTo>
                    <a:pt x="1464933" y="3679756"/>
                  </a:lnTo>
                  <a:lnTo>
                    <a:pt x="1465027" y="3679756"/>
                  </a:lnTo>
                  <a:lnTo>
                    <a:pt x="1465121" y="3679756"/>
                  </a:lnTo>
                  <a:lnTo>
                    <a:pt x="1465215" y="3679756"/>
                  </a:lnTo>
                  <a:lnTo>
                    <a:pt x="1465309" y="3679756"/>
                  </a:lnTo>
                  <a:lnTo>
                    <a:pt x="1465309" y="3674477"/>
                  </a:lnTo>
                  <a:lnTo>
                    <a:pt x="1465403" y="3674477"/>
                  </a:lnTo>
                  <a:lnTo>
                    <a:pt x="1465497" y="3674477"/>
                  </a:lnTo>
                  <a:lnTo>
                    <a:pt x="1465591" y="3674477"/>
                  </a:lnTo>
                  <a:lnTo>
                    <a:pt x="1465685" y="3674477"/>
                  </a:lnTo>
                  <a:lnTo>
                    <a:pt x="1465779" y="3674477"/>
                  </a:lnTo>
                  <a:lnTo>
                    <a:pt x="1465873" y="3674477"/>
                  </a:lnTo>
                  <a:lnTo>
                    <a:pt x="1465967" y="3674477"/>
                  </a:lnTo>
                  <a:lnTo>
                    <a:pt x="1466061" y="3674477"/>
                  </a:lnTo>
                  <a:lnTo>
                    <a:pt x="1466155" y="3674477"/>
                  </a:lnTo>
                  <a:lnTo>
                    <a:pt x="1466249" y="3674477"/>
                  </a:lnTo>
                  <a:lnTo>
                    <a:pt x="1466343" y="3674477"/>
                  </a:lnTo>
                  <a:lnTo>
                    <a:pt x="1466437" y="3674477"/>
                  </a:lnTo>
                  <a:lnTo>
                    <a:pt x="1466531" y="3674477"/>
                  </a:lnTo>
                  <a:lnTo>
                    <a:pt x="1466625" y="3674477"/>
                  </a:lnTo>
                  <a:lnTo>
                    <a:pt x="1466719" y="3674477"/>
                  </a:lnTo>
                  <a:lnTo>
                    <a:pt x="1466813" y="3674477"/>
                  </a:lnTo>
                  <a:lnTo>
                    <a:pt x="1466907" y="3674477"/>
                  </a:lnTo>
                  <a:lnTo>
                    <a:pt x="1467001" y="3674477"/>
                  </a:lnTo>
                  <a:lnTo>
                    <a:pt x="1467095" y="3674477"/>
                  </a:lnTo>
                  <a:lnTo>
                    <a:pt x="1467189" y="3674477"/>
                  </a:lnTo>
                  <a:lnTo>
                    <a:pt x="1467283" y="3674477"/>
                  </a:lnTo>
                  <a:lnTo>
                    <a:pt x="1467378" y="3674477"/>
                  </a:lnTo>
                  <a:lnTo>
                    <a:pt x="1467472" y="3674477"/>
                  </a:lnTo>
                  <a:lnTo>
                    <a:pt x="1467566" y="3674477"/>
                  </a:lnTo>
                  <a:lnTo>
                    <a:pt x="1467660" y="3674477"/>
                  </a:lnTo>
                  <a:lnTo>
                    <a:pt x="1467754" y="3674477"/>
                  </a:lnTo>
                  <a:lnTo>
                    <a:pt x="1467848" y="3674477"/>
                  </a:lnTo>
                  <a:lnTo>
                    <a:pt x="1467942" y="3674477"/>
                  </a:lnTo>
                  <a:lnTo>
                    <a:pt x="1468036" y="3674477"/>
                  </a:lnTo>
                  <a:lnTo>
                    <a:pt x="1468130" y="3674477"/>
                  </a:lnTo>
                  <a:lnTo>
                    <a:pt x="1468224" y="3674477"/>
                  </a:lnTo>
                  <a:lnTo>
                    <a:pt x="1468318" y="3674477"/>
                  </a:lnTo>
                  <a:lnTo>
                    <a:pt x="1468412" y="3674477"/>
                  </a:lnTo>
                  <a:lnTo>
                    <a:pt x="1468506" y="3674477"/>
                  </a:lnTo>
                  <a:lnTo>
                    <a:pt x="1468600" y="3674477"/>
                  </a:lnTo>
                  <a:lnTo>
                    <a:pt x="1468694" y="3674477"/>
                  </a:lnTo>
                  <a:lnTo>
                    <a:pt x="1468788" y="3674477"/>
                  </a:lnTo>
                  <a:lnTo>
                    <a:pt x="1468882" y="3674477"/>
                  </a:lnTo>
                  <a:lnTo>
                    <a:pt x="1468976" y="3674477"/>
                  </a:lnTo>
                  <a:lnTo>
                    <a:pt x="1469070" y="3674477"/>
                  </a:lnTo>
                  <a:lnTo>
                    <a:pt x="1469164" y="3674477"/>
                  </a:lnTo>
                  <a:lnTo>
                    <a:pt x="1469258" y="3674477"/>
                  </a:lnTo>
                  <a:lnTo>
                    <a:pt x="1469352" y="3674477"/>
                  </a:lnTo>
                  <a:lnTo>
                    <a:pt x="1469446" y="3674477"/>
                  </a:lnTo>
                  <a:lnTo>
                    <a:pt x="1469540" y="3674477"/>
                  </a:lnTo>
                  <a:lnTo>
                    <a:pt x="1469634" y="3674477"/>
                  </a:lnTo>
                  <a:lnTo>
                    <a:pt x="1469728" y="3674477"/>
                  </a:lnTo>
                  <a:lnTo>
                    <a:pt x="1469822" y="3674477"/>
                  </a:lnTo>
                  <a:lnTo>
                    <a:pt x="1469916" y="3674477"/>
                  </a:lnTo>
                  <a:lnTo>
                    <a:pt x="1470010" y="3674477"/>
                  </a:lnTo>
                  <a:lnTo>
                    <a:pt x="1470104" y="3674477"/>
                  </a:lnTo>
                  <a:lnTo>
                    <a:pt x="1470198" y="3674477"/>
                  </a:lnTo>
                  <a:lnTo>
                    <a:pt x="1470292" y="3674477"/>
                  </a:lnTo>
                  <a:lnTo>
                    <a:pt x="1470386" y="3674477"/>
                  </a:lnTo>
                  <a:lnTo>
                    <a:pt x="1470480" y="3674477"/>
                  </a:lnTo>
                  <a:lnTo>
                    <a:pt x="1470574" y="3674477"/>
                  </a:lnTo>
                  <a:lnTo>
                    <a:pt x="1470668" y="3674477"/>
                  </a:lnTo>
                  <a:lnTo>
                    <a:pt x="1470762" y="3674477"/>
                  </a:lnTo>
                  <a:lnTo>
                    <a:pt x="1470857" y="3674477"/>
                  </a:lnTo>
                  <a:lnTo>
                    <a:pt x="1470951" y="3674477"/>
                  </a:lnTo>
                  <a:lnTo>
                    <a:pt x="1471045" y="3674477"/>
                  </a:lnTo>
                  <a:lnTo>
                    <a:pt x="1471139" y="3674477"/>
                  </a:lnTo>
                  <a:lnTo>
                    <a:pt x="1471233" y="3674477"/>
                  </a:lnTo>
                  <a:lnTo>
                    <a:pt x="1471327" y="3674477"/>
                  </a:lnTo>
                  <a:lnTo>
                    <a:pt x="1471421" y="3674477"/>
                  </a:lnTo>
                  <a:lnTo>
                    <a:pt x="1471515" y="3674477"/>
                  </a:lnTo>
                  <a:lnTo>
                    <a:pt x="1471609" y="3674477"/>
                  </a:lnTo>
                  <a:lnTo>
                    <a:pt x="1471703" y="3674477"/>
                  </a:lnTo>
                  <a:lnTo>
                    <a:pt x="1471797" y="3674477"/>
                  </a:lnTo>
                  <a:lnTo>
                    <a:pt x="1471797" y="3669197"/>
                  </a:lnTo>
                  <a:lnTo>
                    <a:pt x="1471891" y="3669197"/>
                  </a:lnTo>
                  <a:lnTo>
                    <a:pt x="1471985" y="3669197"/>
                  </a:lnTo>
                  <a:lnTo>
                    <a:pt x="1472079" y="3669197"/>
                  </a:lnTo>
                  <a:lnTo>
                    <a:pt x="1472173" y="3669197"/>
                  </a:lnTo>
                  <a:lnTo>
                    <a:pt x="1472267" y="3669197"/>
                  </a:lnTo>
                  <a:lnTo>
                    <a:pt x="1472361" y="3669197"/>
                  </a:lnTo>
                  <a:lnTo>
                    <a:pt x="1472455" y="3669197"/>
                  </a:lnTo>
                  <a:lnTo>
                    <a:pt x="1472549" y="3669197"/>
                  </a:lnTo>
                  <a:lnTo>
                    <a:pt x="1472643" y="3669197"/>
                  </a:lnTo>
                  <a:lnTo>
                    <a:pt x="1472737" y="3669197"/>
                  </a:lnTo>
                  <a:lnTo>
                    <a:pt x="1472831" y="3669197"/>
                  </a:lnTo>
                  <a:lnTo>
                    <a:pt x="1472925" y="3669197"/>
                  </a:lnTo>
                  <a:lnTo>
                    <a:pt x="1473019" y="3669197"/>
                  </a:lnTo>
                  <a:lnTo>
                    <a:pt x="1473113" y="3669197"/>
                  </a:lnTo>
                  <a:lnTo>
                    <a:pt x="1473207" y="3669197"/>
                  </a:lnTo>
                  <a:lnTo>
                    <a:pt x="1473301" y="3669197"/>
                  </a:lnTo>
                  <a:lnTo>
                    <a:pt x="1473395" y="3669197"/>
                  </a:lnTo>
                  <a:lnTo>
                    <a:pt x="1473489" y="3669197"/>
                  </a:lnTo>
                  <a:lnTo>
                    <a:pt x="1473583" y="3669197"/>
                  </a:lnTo>
                  <a:lnTo>
                    <a:pt x="1473677" y="3669197"/>
                  </a:lnTo>
                  <a:lnTo>
                    <a:pt x="1473771" y="3669197"/>
                  </a:lnTo>
                  <a:lnTo>
                    <a:pt x="1473865" y="3669197"/>
                  </a:lnTo>
                  <a:lnTo>
                    <a:pt x="1473959" y="3669197"/>
                  </a:lnTo>
                  <a:lnTo>
                    <a:pt x="1474053" y="3669197"/>
                  </a:lnTo>
                  <a:lnTo>
                    <a:pt x="1474147" y="3669197"/>
                  </a:lnTo>
                  <a:lnTo>
                    <a:pt x="1474241" y="3669197"/>
                  </a:lnTo>
                  <a:lnTo>
                    <a:pt x="1474335" y="3669197"/>
                  </a:lnTo>
                  <a:lnTo>
                    <a:pt x="1474430" y="3669197"/>
                  </a:lnTo>
                  <a:lnTo>
                    <a:pt x="1474524" y="3669197"/>
                  </a:lnTo>
                  <a:lnTo>
                    <a:pt x="1474618" y="3669197"/>
                  </a:lnTo>
                  <a:lnTo>
                    <a:pt x="1474712" y="3669197"/>
                  </a:lnTo>
                  <a:lnTo>
                    <a:pt x="1474806" y="3669197"/>
                  </a:lnTo>
                  <a:lnTo>
                    <a:pt x="1474900" y="3669197"/>
                  </a:lnTo>
                  <a:lnTo>
                    <a:pt x="1474994" y="3669197"/>
                  </a:lnTo>
                  <a:lnTo>
                    <a:pt x="1475088" y="3669197"/>
                  </a:lnTo>
                  <a:lnTo>
                    <a:pt x="1475182" y="3669197"/>
                  </a:lnTo>
                  <a:lnTo>
                    <a:pt x="1475276" y="3669197"/>
                  </a:lnTo>
                  <a:lnTo>
                    <a:pt x="1475370" y="3669197"/>
                  </a:lnTo>
                  <a:lnTo>
                    <a:pt x="1475464" y="3669197"/>
                  </a:lnTo>
                  <a:lnTo>
                    <a:pt x="1475558" y="3669197"/>
                  </a:lnTo>
                  <a:lnTo>
                    <a:pt x="1475652" y="3669197"/>
                  </a:lnTo>
                  <a:lnTo>
                    <a:pt x="1475746" y="3669197"/>
                  </a:lnTo>
                  <a:lnTo>
                    <a:pt x="1475840" y="3669197"/>
                  </a:lnTo>
                  <a:lnTo>
                    <a:pt x="1475934" y="3669197"/>
                  </a:lnTo>
                  <a:lnTo>
                    <a:pt x="1476028" y="3669197"/>
                  </a:lnTo>
                  <a:lnTo>
                    <a:pt x="1476122" y="3669197"/>
                  </a:lnTo>
                  <a:lnTo>
                    <a:pt x="1476216" y="3669197"/>
                  </a:lnTo>
                  <a:lnTo>
                    <a:pt x="1476310" y="3669197"/>
                  </a:lnTo>
                  <a:lnTo>
                    <a:pt x="1476404" y="3669197"/>
                  </a:lnTo>
                  <a:lnTo>
                    <a:pt x="1476498" y="3669197"/>
                  </a:lnTo>
                  <a:lnTo>
                    <a:pt x="1476592" y="3669197"/>
                  </a:lnTo>
                  <a:lnTo>
                    <a:pt x="1476686" y="3669197"/>
                  </a:lnTo>
                  <a:lnTo>
                    <a:pt x="1476780" y="3669197"/>
                  </a:lnTo>
                  <a:lnTo>
                    <a:pt x="1476874" y="3669197"/>
                  </a:lnTo>
                  <a:lnTo>
                    <a:pt x="1476968" y="3669197"/>
                  </a:lnTo>
                  <a:lnTo>
                    <a:pt x="1477062" y="3669197"/>
                  </a:lnTo>
                  <a:lnTo>
                    <a:pt x="1477156" y="3669197"/>
                  </a:lnTo>
                  <a:lnTo>
                    <a:pt x="1477250" y="3669197"/>
                  </a:lnTo>
                  <a:lnTo>
                    <a:pt x="1477344" y="3669197"/>
                  </a:lnTo>
                  <a:lnTo>
                    <a:pt x="1477438" y="3669197"/>
                  </a:lnTo>
                  <a:lnTo>
                    <a:pt x="1477438" y="3663918"/>
                  </a:lnTo>
                  <a:lnTo>
                    <a:pt x="1477532" y="3663918"/>
                  </a:lnTo>
                  <a:lnTo>
                    <a:pt x="1477626" y="3663918"/>
                  </a:lnTo>
                  <a:lnTo>
                    <a:pt x="1477720" y="3663918"/>
                  </a:lnTo>
                  <a:lnTo>
                    <a:pt x="1477814" y="3663918"/>
                  </a:lnTo>
                  <a:lnTo>
                    <a:pt x="1477814" y="3658638"/>
                  </a:lnTo>
                  <a:lnTo>
                    <a:pt x="1477908" y="3658638"/>
                  </a:lnTo>
                  <a:lnTo>
                    <a:pt x="1478003" y="3658638"/>
                  </a:lnTo>
                  <a:lnTo>
                    <a:pt x="1478097" y="3658638"/>
                  </a:lnTo>
                  <a:lnTo>
                    <a:pt x="1478191" y="3658638"/>
                  </a:lnTo>
                  <a:lnTo>
                    <a:pt x="1478285" y="3658638"/>
                  </a:lnTo>
                  <a:lnTo>
                    <a:pt x="1478379" y="3658638"/>
                  </a:lnTo>
                  <a:lnTo>
                    <a:pt x="1478473" y="3658638"/>
                  </a:lnTo>
                  <a:lnTo>
                    <a:pt x="1478567" y="3658638"/>
                  </a:lnTo>
                  <a:lnTo>
                    <a:pt x="1478661" y="3658638"/>
                  </a:lnTo>
                  <a:lnTo>
                    <a:pt x="1478755" y="3658638"/>
                  </a:lnTo>
                  <a:lnTo>
                    <a:pt x="1478849" y="3658638"/>
                  </a:lnTo>
                  <a:lnTo>
                    <a:pt x="1478943" y="3658638"/>
                  </a:lnTo>
                  <a:lnTo>
                    <a:pt x="1479037" y="3658638"/>
                  </a:lnTo>
                  <a:lnTo>
                    <a:pt x="1479131" y="3658638"/>
                  </a:lnTo>
                  <a:lnTo>
                    <a:pt x="1479225" y="3658638"/>
                  </a:lnTo>
                  <a:lnTo>
                    <a:pt x="1479319" y="3658638"/>
                  </a:lnTo>
                  <a:lnTo>
                    <a:pt x="1479413" y="3658638"/>
                  </a:lnTo>
                  <a:lnTo>
                    <a:pt x="1479507" y="3658638"/>
                  </a:lnTo>
                  <a:lnTo>
                    <a:pt x="1479601" y="3658638"/>
                  </a:lnTo>
                  <a:lnTo>
                    <a:pt x="1479695" y="3658638"/>
                  </a:lnTo>
                  <a:lnTo>
                    <a:pt x="1479789" y="3658638"/>
                  </a:lnTo>
                  <a:lnTo>
                    <a:pt x="1479883" y="3658638"/>
                  </a:lnTo>
                  <a:lnTo>
                    <a:pt x="1479977" y="3658638"/>
                  </a:lnTo>
                  <a:lnTo>
                    <a:pt x="1480071" y="3658638"/>
                  </a:lnTo>
                  <a:lnTo>
                    <a:pt x="1480165" y="3658638"/>
                  </a:lnTo>
                  <a:lnTo>
                    <a:pt x="1480259" y="3658638"/>
                  </a:lnTo>
                  <a:lnTo>
                    <a:pt x="1480353" y="3658638"/>
                  </a:lnTo>
                  <a:lnTo>
                    <a:pt x="1480353" y="3653359"/>
                  </a:lnTo>
                  <a:lnTo>
                    <a:pt x="1480447" y="3653359"/>
                  </a:lnTo>
                  <a:lnTo>
                    <a:pt x="1480541" y="3653359"/>
                  </a:lnTo>
                  <a:lnTo>
                    <a:pt x="1480635" y="3653359"/>
                  </a:lnTo>
                  <a:lnTo>
                    <a:pt x="1480729" y="3653359"/>
                  </a:lnTo>
                  <a:lnTo>
                    <a:pt x="1480823" y="3653359"/>
                  </a:lnTo>
                  <a:lnTo>
                    <a:pt x="1480917" y="3653359"/>
                  </a:lnTo>
                  <a:lnTo>
                    <a:pt x="1480917" y="3648080"/>
                  </a:lnTo>
                  <a:lnTo>
                    <a:pt x="1481011" y="3648080"/>
                  </a:lnTo>
                  <a:lnTo>
                    <a:pt x="1481105" y="3648080"/>
                  </a:lnTo>
                  <a:lnTo>
                    <a:pt x="1481199" y="3648080"/>
                  </a:lnTo>
                  <a:lnTo>
                    <a:pt x="1481293" y="3648080"/>
                  </a:lnTo>
                  <a:lnTo>
                    <a:pt x="1481387" y="3648080"/>
                  </a:lnTo>
                  <a:lnTo>
                    <a:pt x="1481482" y="3648080"/>
                  </a:lnTo>
                  <a:lnTo>
                    <a:pt x="1481576" y="3648080"/>
                  </a:lnTo>
                  <a:lnTo>
                    <a:pt x="1481670" y="3648080"/>
                  </a:lnTo>
                  <a:lnTo>
                    <a:pt x="1481764" y="3648080"/>
                  </a:lnTo>
                  <a:lnTo>
                    <a:pt x="1481858" y="3648080"/>
                  </a:lnTo>
                  <a:lnTo>
                    <a:pt x="1481858" y="3642800"/>
                  </a:lnTo>
                  <a:lnTo>
                    <a:pt x="1481952" y="3642800"/>
                  </a:lnTo>
                  <a:lnTo>
                    <a:pt x="1482046" y="3642800"/>
                  </a:lnTo>
                  <a:lnTo>
                    <a:pt x="1482140" y="3642800"/>
                  </a:lnTo>
                  <a:lnTo>
                    <a:pt x="1482234" y="3642800"/>
                  </a:lnTo>
                  <a:lnTo>
                    <a:pt x="1482328" y="3642800"/>
                  </a:lnTo>
                  <a:lnTo>
                    <a:pt x="1482422" y="3642800"/>
                  </a:lnTo>
                  <a:lnTo>
                    <a:pt x="1482516" y="3642800"/>
                  </a:lnTo>
                  <a:lnTo>
                    <a:pt x="1482516" y="3637521"/>
                  </a:lnTo>
                  <a:lnTo>
                    <a:pt x="1482610" y="3637521"/>
                  </a:lnTo>
                  <a:lnTo>
                    <a:pt x="1482704" y="3637521"/>
                  </a:lnTo>
                  <a:lnTo>
                    <a:pt x="1482798" y="3637521"/>
                  </a:lnTo>
                  <a:lnTo>
                    <a:pt x="1482892" y="3637521"/>
                  </a:lnTo>
                  <a:lnTo>
                    <a:pt x="1482986" y="3637521"/>
                  </a:lnTo>
                  <a:lnTo>
                    <a:pt x="1483080" y="3637521"/>
                  </a:lnTo>
                  <a:lnTo>
                    <a:pt x="1483174" y="3637521"/>
                  </a:lnTo>
                  <a:lnTo>
                    <a:pt x="1483268" y="3637521"/>
                  </a:lnTo>
                  <a:lnTo>
                    <a:pt x="1483362" y="3637521"/>
                  </a:lnTo>
                  <a:lnTo>
                    <a:pt x="1483456" y="3637521"/>
                  </a:lnTo>
                  <a:lnTo>
                    <a:pt x="1483550" y="3637521"/>
                  </a:lnTo>
                  <a:lnTo>
                    <a:pt x="1483644" y="3637521"/>
                  </a:lnTo>
                  <a:lnTo>
                    <a:pt x="1483738" y="3637521"/>
                  </a:lnTo>
                  <a:lnTo>
                    <a:pt x="1483832" y="3637521"/>
                  </a:lnTo>
                  <a:lnTo>
                    <a:pt x="1483926" y="3637521"/>
                  </a:lnTo>
                  <a:lnTo>
                    <a:pt x="1484020" y="3637521"/>
                  </a:lnTo>
                  <a:lnTo>
                    <a:pt x="1484114" y="3637521"/>
                  </a:lnTo>
                  <a:lnTo>
                    <a:pt x="1484208" y="3637521"/>
                  </a:lnTo>
                  <a:lnTo>
                    <a:pt x="1484302" y="3637521"/>
                  </a:lnTo>
                  <a:lnTo>
                    <a:pt x="1484396" y="3637521"/>
                  </a:lnTo>
                  <a:lnTo>
                    <a:pt x="1484490" y="3637521"/>
                  </a:lnTo>
                  <a:lnTo>
                    <a:pt x="1484584" y="3637521"/>
                  </a:lnTo>
                  <a:lnTo>
                    <a:pt x="1484678" y="3637521"/>
                  </a:lnTo>
                  <a:lnTo>
                    <a:pt x="1484772" y="3637521"/>
                  </a:lnTo>
                  <a:lnTo>
                    <a:pt x="1484866" y="3637521"/>
                  </a:lnTo>
                  <a:lnTo>
                    <a:pt x="1484960" y="3637521"/>
                  </a:lnTo>
                  <a:lnTo>
                    <a:pt x="1485055" y="3637521"/>
                  </a:lnTo>
                  <a:lnTo>
                    <a:pt x="1485149" y="3637521"/>
                  </a:lnTo>
                  <a:lnTo>
                    <a:pt x="1485243" y="3637521"/>
                  </a:lnTo>
                  <a:lnTo>
                    <a:pt x="1485337" y="3637521"/>
                  </a:lnTo>
                  <a:lnTo>
                    <a:pt x="1485431" y="3637521"/>
                  </a:lnTo>
                  <a:lnTo>
                    <a:pt x="1485525" y="3637521"/>
                  </a:lnTo>
                  <a:lnTo>
                    <a:pt x="1485619" y="3637521"/>
                  </a:lnTo>
                  <a:lnTo>
                    <a:pt x="1485713" y="3637521"/>
                  </a:lnTo>
                  <a:lnTo>
                    <a:pt x="1485807" y="3637521"/>
                  </a:lnTo>
                  <a:lnTo>
                    <a:pt x="1485901" y="3637521"/>
                  </a:lnTo>
                  <a:lnTo>
                    <a:pt x="1485995" y="3637521"/>
                  </a:lnTo>
                  <a:lnTo>
                    <a:pt x="1486089" y="3637521"/>
                  </a:lnTo>
                  <a:lnTo>
                    <a:pt x="1486183" y="3637521"/>
                  </a:lnTo>
                  <a:lnTo>
                    <a:pt x="1486277" y="3637521"/>
                  </a:lnTo>
                  <a:lnTo>
                    <a:pt x="1486371" y="3637521"/>
                  </a:lnTo>
                  <a:lnTo>
                    <a:pt x="1486465" y="3637521"/>
                  </a:lnTo>
                  <a:lnTo>
                    <a:pt x="1486559" y="3637521"/>
                  </a:lnTo>
                  <a:lnTo>
                    <a:pt x="1486653" y="3637521"/>
                  </a:lnTo>
                  <a:lnTo>
                    <a:pt x="1486747" y="3637521"/>
                  </a:lnTo>
                  <a:lnTo>
                    <a:pt x="1486747" y="3632241"/>
                  </a:lnTo>
                  <a:lnTo>
                    <a:pt x="1486841" y="3632241"/>
                  </a:lnTo>
                  <a:lnTo>
                    <a:pt x="1486935" y="3632241"/>
                  </a:lnTo>
                  <a:lnTo>
                    <a:pt x="1487029" y="3632241"/>
                  </a:lnTo>
                  <a:lnTo>
                    <a:pt x="1487123" y="3632241"/>
                  </a:lnTo>
                  <a:lnTo>
                    <a:pt x="1487217" y="3632241"/>
                  </a:lnTo>
                  <a:lnTo>
                    <a:pt x="1487311" y="3632241"/>
                  </a:lnTo>
                  <a:lnTo>
                    <a:pt x="1487405" y="3632241"/>
                  </a:lnTo>
                  <a:lnTo>
                    <a:pt x="1487499" y="3632241"/>
                  </a:lnTo>
                  <a:lnTo>
                    <a:pt x="1487593" y="3632241"/>
                  </a:lnTo>
                  <a:lnTo>
                    <a:pt x="1487687" y="3632241"/>
                  </a:lnTo>
                  <a:lnTo>
                    <a:pt x="1487781" y="3632241"/>
                  </a:lnTo>
                  <a:lnTo>
                    <a:pt x="1487875" y="3632241"/>
                  </a:lnTo>
                  <a:lnTo>
                    <a:pt x="1487969" y="3632241"/>
                  </a:lnTo>
                  <a:lnTo>
                    <a:pt x="1488063" y="3632241"/>
                  </a:lnTo>
                  <a:lnTo>
                    <a:pt x="1488157" y="3632241"/>
                  </a:lnTo>
                  <a:lnTo>
                    <a:pt x="1488157" y="3626962"/>
                  </a:lnTo>
                  <a:lnTo>
                    <a:pt x="1488251" y="3626962"/>
                  </a:lnTo>
                  <a:lnTo>
                    <a:pt x="1488345" y="3626962"/>
                  </a:lnTo>
                  <a:lnTo>
                    <a:pt x="1488439" y="3626962"/>
                  </a:lnTo>
                  <a:lnTo>
                    <a:pt x="1488533" y="3626962"/>
                  </a:lnTo>
                  <a:lnTo>
                    <a:pt x="1488628" y="3626962"/>
                  </a:lnTo>
                  <a:lnTo>
                    <a:pt x="1488722" y="3626962"/>
                  </a:lnTo>
                  <a:lnTo>
                    <a:pt x="1488816" y="3626962"/>
                  </a:lnTo>
                  <a:lnTo>
                    <a:pt x="1488816" y="3621683"/>
                  </a:lnTo>
                  <a:lnTo>
                    <a:pt x="1488910" y="3621683"/>
                  </a:lnTo>
                  <a:lnTo>
                    <a:pt x="1489004" y="3621683"/>
                  </a:lnTo>
                  <a:lnTo>
                    <a:pt x="1489098" y="3621683"/>
                  </a:lnTo>
                  <a:lnTo>
                    <a:pt x="1489192" y="3621683"/>
                  </a:lnTo>
                  <a:lnTo>
                    <a:pt x="1489286" y="3621683"/>
                  </a:lnTo>
                  <a:lnTo>
                    <a:pt x="1489380" y="3621683"/>
                  </a:lnTo>
                  <a:lnTo>
                    <a:pt x="1489474" y="3621683"/>
                  </a:lnTo>
                  <a:lnTo>
                    <a:pt x="1489568" y="3621683"/>
                  </a:lnTo>
                  <a:lnTo>
                    <a:pt x="1489662" y="3621683"/>
                  </a:lnTo>
                  <a:lnTo>
                    <a:pt x="1489756" y="3621683"/>
                  </a:lnTo>
                  <a:lnTo>
                    <a:pt x="1489850" y="3621683"/>
                  </a:lnTo>
                  <a:lnTo>
                    <a:pt x="1489944" y="3621683"/>
                  </a:lnTo>
                  <a:lnTo>
                    <a:pt x="1490038" y="3621683"/>
                  </a:lnTo>
                  <a:lnTo>
                    <a:pt x="1490132" y="3621683"/>
                  </a:lnTo>
                  <a:lnTo>
                    <a:pt x="1490226" y="3621683"/>
                  </a:lnTo>
                  <a:lnTo>
                    <a:pt x="1490320" y="3621683"/>
                  </a:lnTo>
                  <a:lnTo>
                    <a:pt x="1490414" y="3621683"/>
                  </a:lnTo>
                  <a:lnTo>
                    <a:pt x="1490508" y="3621683"/>
                  </a:lnTo>
                  <a:lnTo>
                    <a:pt x="1490602" y="3621683"/>
                  </a:lnTo>
                  <a:lnTo>
                    <a:pt x="1490696" y="3621683"/>
                  </a:lnTo>
                  <a:lnTo>
                    <a:pt x="1490790" y="3621683"/>
                  </a:lnTo>
                  <a:lnTo>
                    <a:pt x="1490884" y="3621683"/>
                  </a:lnTo>
                  <a:lnTo>
                    <a:pt x="1490978" y="3621683"/>
                  </a:lnTo>
                  <a:lnTo>
                    <a:pt x="1491072" y="3621683"/>
                  </a:lnTo>
                  <a:lnTo>
                    <a:pt x="1491166" y="3621683"/>
                  </a:lnTo>
                  <a:lnTo>
                    <a:pt x="1491260" y="3621683"/>
                  </a:lnTo>
                  <a:lnTo>
                    <a:pt x="1491354" y="3621683"/>
                  </a:lnTo>
                  <a:lnTo>
                    <a:pt x="1491448" y="3621683"/>
                  </a:lnTo>
                  <a:lnTo>
                    <a:pt x="1491542" y="3621683"/>
                  </a:lnTo>
                  <a:lnTo>
                    <a:pt x="1491636" y="3621683"/>
                  </a:lnTo>
                  <a:lnTo>
                    <a:pt x="1491730" y="3621683"/>
                  </a:lnTo>
                  <a:lnTo>
                    <a:pt x="1491824" y="3621683"/>
                  </a:lnTo>
                  <a:lnTo>
                    <a:pt x="1491918" y="3621683"/>
                  </a:lnTo>
                  <a:lnTo>
                    <a:pt x="1492012" y="3621683"/>
                  </a:lnTo>
                  <a:lnTo>
                    <a:pt x="1492107" y="3621683"/>
                  </a:lnTo>
                  <a:lnTo>
                    <a:pt x="1492201" y="3621683"/>
                  </a:lnTo>
                  <a:lnTo>
                    <a:pt x="1492295" y="3621683"/>
                  </a:lnTo>
                  <a:lnTo>
                    <a:pt x="1492389" y="3621683"/>
                  </a:lnTo>
                  <a:lnTo>
                    <a:pt x="1492483" y="3621683"/>
                  </a:lnTo>
                  <a:lnTo>
                    <a:pt x="1492577" y="3621683"/>
                  </a:lnTo>
                  <a:lnTo>
                    <a:pt x="1492671" y="3621683"/>
                  </a:lnTo>
                  <a:lnTo>
                    <a:pt x="1492765" y="3621683"/>
                  </a:lnTo>
                  <a:lnTo>
                    <a:pt x="1492859" y="3621683"/>
                  </a:lnTo>
                  <a:lnTo>
                    <a:pt x="1492953" y="3621683"/>
                  </a:lnTo>
                  <a:lnTo>
                    <a:pt x="1493047" y="3621683"/>
                  </a:lnTo>
                  <a:lnTo>
                    <a:pt x="1493141" y="3621683"/>
                  </a:lnTo>
                  <a:lnTo>
                    <a:pt x="1493235" y="3621683"/>
                  </a:lnTo>
                  <a:lnTo>
                    <a:pt x="1493329" y="3621683"/>
                  </a:lnTo>
                  <a:lnTo>
                    <a:pt x="1493423" y="3621683"/>
                  </a:lnTo>
                  <a:lnTo>
                    <a:pt x="1493517" y="3621683"/>
                  </a:lnTo>
                  <a:lnTo>
                    <a:pt x="1493611" y="3621683"/>
                  </a:lnTo>
                  <a:lnTo>
                    <a:pt x="1493705" y="3621683"/>
                  </a:lnTo>
                  <a:lnTo>
                    <a:pt x="1493799" y="3621683"/>
                  </a:lnTo>
                  <a:lnTo>
                    <a:pt x="1493893" y="3621683"/>
                  </a:lnTo>
                  <a:lnTo>
                    <a:pt x="1493987" y="3621683"/>
                  </a:lnTo>
                  <a:lnTo>
                    <a:pt x="1494081" y="3621683"/>
                  </a:lnTo>
                  <a:lnTo>
                    <a:pt x="1494175" y="3621683"/>
                  </a:lnTo>
                  <a:lnTo>
                    <a:pt x="1494269" y="3621683"/>
                  </a:lnTo>
                  <a:lnTo>
                    <a:pt x="1494363" y="3621683"/>
                  </a:lnTo>
                  <a:lnTo>
                    <a:pt x="1494457" y="3621683"/>
                  </a:lnTo>
                  <a:lnTo>
                    <a:pt x="1494551" y="3621683"/>
                  </a:lnTo>
                  <a:lnTo>
                    <a:pt x="1494645" y="3621683"/>
                  </a:lnTo>
                  <a:lnTo>
                    <a:pt x="1494739" y="3621683"/>
                  </a:lnTo>
                  <a:lnTo>
                    <a:pt x="1494833" y="3621683"/>
                  </a:lnTo>
                  <a:lnTo>
                    <a:pt x="1494927" y="3621683"/>
                  </a:lnTo>
                  <a:lnTo>
                    <a:pt x="1495021" y="3621683"/>
                  </a:lnTo>
                  <a:lnTo>
                    <a:pt x="1495115" y="3621683"/>
                  </a:lnTo>
                  <a:lnTo>
                    <a:pt x="1495209" y="3621683"/>
                  </a:lnTo>
                  <a:lnTo>
                    <a:pt x="1495303" y="3621683"/>
                  </a:lnTo>
                  <a:lnTo>
                    <a:pt x="1495397" y="3621683"/>
                  </a:lnTo>
                  <a:lnTo>
                    <a:pt x="1495491" y="3621683"/>
                  </a:lnTo>
                  <a:lnTo>
                    <a:pt x="1495585" y="3621683"/>
                  </a:lnTo>
                  <a:lnTo>
                    <a:pt x="1495680" y="3621683"/>
                  </a:lnTo>
                  <a:lnTo>
                    <a:pt x="1495774" y="3621683"/>
                  </a:lnTo>
                  <a:lnTo>
                    <a:pt x="1495868" y="3621683"/>
                  </a:lnTo>
                  <a:lnTo>
                    <a:pt x="1495962" y="3621683"/>
                  </a:lnTo>
                  <a:lnTo>
                    <a:pt x="1496056" y="3621683"/>
                  </a:lnTo>
                  <a:lnTo>
                    <a:pt x="1496150" y="3621683"/>
                  </a:lnTo>
                  <a:lnTo>
                    <a:pt x="1496244" y="3621683"/>
                  </a:lnTo>
                  <a:lnTo>
                    <a:pt x="1496338" y="3621683"/>
                  </a:lnTo>
                  <a:lnTo>
                    <a:pt x="1496432" y="3621683"/>
                  </a:lnTo>
                  <a:lnTo>
                    <a:pt x="1496526" y="3621683"/>
                  </a:lnTo>
                  <a:lnTo>
                    <a:pt x="1496620" y="3621683"/>
                  </a:lnTo>
                  <a:lnTo>
                    <a:pt x="1496714" y="3621683"/>
                  </a:lnTo>
                  <a:lnTo>
                    <a:pt x="1496808" y="3621683"/>
                  </a:lnTo>
                  <a:lnTo>
                    <a:pt x="1496902" y="3621683"/>
                  </a:lnTo>
                  <a:lnTo>
                    <a:pt x="1496996" y="3621683"/>
                  </a:lnTo>
                  <a:lnTo>
                    <a:pt x="1497090" y="3621683"/>
                  </a:lnTo>
                  <a:lnTo>
                    <a:pt x="1497184" y="3621683"/>
                  </a:lnTo>
                  <a:lnTo>
                    <a:pt x="1497278" y="3621683"/>
                  </a:lnTo>
                  <a:lnTo>
                    <a:pt x="1497372" y="3621683"/>
                  </a:lnTo>
                  <a:lnTo>
                    <a:pt x="1497466" y="3621683"/>
                  </a:lnTo>
                  <a:lnTo>
                    <a:pt x="1497560" y="3621683"/>
                  </a:lnTo>
                  <a:lnTo>
                    <a:pt x="1497654" y="3621683"/>
                  </a:lnTo>
                  <a:lnTo>
                    <a:pt x="1497748" y="3621683"/>
                  </a:lnTo>
                  <a:lnTo>
                    <a:pt x="1497842" y="3621683"/>
                  </a:lnTo>
                  <a:lnTo>
                    <a:pt x="1497936" y="3621683"/>
                  </a:lnTo>
                  <a:lnTo>
                    <a:pt x="1498030" y="3621683"/>
                  </a:lnTo>
                  <a:lnTo>
                    <a:pt x="1498124" y="3621683"/>
                  </a:lnTo>
                  <a:lnTo>
                    <a:pt x="1498218" y="3621683"/>
                  </a:lnTo>
                  <a:lnTo>
                    <a:pt x="1498312" y="3621683"/>
                  </a:lnTo>
                  <a:lnTo>
                    <a:pt x="1498406" y="3621683"/>
                  </a:lnTo>
                  <a:lnTo>
                    <a:pt x="1498500" y="3621683"/>
                  </a:lnTo>
                  <a:lnTo>
                    <a:pt x="1498594" y="3621683"/>
                  </a:lnTo>
                  <a:lnTo>
                    <a:pt x="1498688" y="3621683"/>
                  </a:lnTo>
                  <a:lnTo>
                    <a:pt x="1498782" y="3621683"/>
                  </a:lnTo>
                  <a:lnTo>
                    <a:pt x="1498876" y="3621683"/>
                  </a:lnTo>
                  <a:lnTo>
                    <a:pt x="1498970" y="3621683"/>
                  </a:lnTo>
                  <a:lnTo>
                    <a:pt x="1499064" y="3621683"/>
                  </a:lnTo>
                  <a:lnTo>
                    <a:pt x="1499158" y="3621683"/>
                  </a:lnTo>
                  <a:lnTo>
                    <a:pt x="1499253" y="3621683"/>
                  </a:lnTo>
                  <a:lnTo>
                    <a:pt x="1499347" y="3621683"/>
                  </a:lnTo>
                  <a:lnTo>
                    <a:pt x="1499441" y="3621683"/>
                  </a:lnTo>
                  <a:lnTo>
                    <a:pt x="1499535" y="3621683"/>
                  </a:lnTo>
                  <a:lnTo>
                    <a:pt x="1499629" y="3621683"/>
                  </a:lnTo>
                  <a:lnTo>
                    <a:pt x="1499723" y="3621683"/>
                  </a:lnTo>
                  <a:lnTo>
                    <a:pt x="1499817" y="3621683"/>
                  </a:lnTo>
                  <a:lnTo>
                    <a:pt x="1499911" y="3621683"/>
                  </a:lnTo>
                  <a:lnTo>
                    <a:pt x="1500005" y="3621683"/>
                  </a:lnTo>
                  <a:lnTo>
                    <a:pt x="1500099" y="3621683"/>
                  </a:lnTo>
                  <a:lnTo>
                    <a:pt x="1500193" y="3621683"/>
                  </a:lnTo>
                  <a:lnTo>
                    <a:pt x="1500287" y="3621683"/>
                  </a:lnTo>
                  <a:lnTo>
                    <a:pt x="1500381" y="3621683"/>
                  </a:lnTo>
                  <a:lnTo>
                    <a:pt x="1500475" y="3621683"/>
                  </a:lnTo>
                  <a:lnTo>
                    <a:pt x="1500569" y="3621683"/>
                  </a:lnTo>
                  <a:lnTo>
                    <a:pt x="1500663" y="3621683"/>
                  </a:lnTo>
                  <a:lnTo>
                    <a:pt x="1500757" y="3621683"/>
                  </a:lnTo>
                  <a:lnTo>
                    <a:pt x="1500851" y="3621683"/>
                  </a:lnTo>
                  <a:lnTo>
                    <a:pt x="1500945" y="3621683"/>
                  </a:lnTo>
                  <a:lnTo>
                    <a:pt x="1501039" y="3621683"/>
                  </a:lnTo>
                  <a:lnTo>
                    <a:pt x="1501133" y="3621683"/>
                  </a:lnTo>
                  <a:lnTo>
                    <a:pt x="1501227" y="3621683"/>
                  </a:lnTo>
                  <a:lnTo>
                    <a:pt x="1501321" y="3621683"/>
                  </a:lnTo>
                  <a:lnTo>
                    <a:pt x="1501415" y="3621683"/>
                  </a:lnTo>
                  <a:lnTo>
                    <a:pt x="1501509" y="3621683"/>
                  </a:lnTo>
                  <a:lnTo>
                    <a:pt x="1501603" y="3621683"/>
                  </a:lnTo>
                  <a:lnTo>
                    <a:pt x="1501697" y="3621683"/>
                  </a:lnTo>
                  <a:lnTo>
                    <a:pt x="1501791" y="3621683"/>
                  </a:lnTo>
                  <a:lnTo>
                    <a:pt x="1501885" y="3621683"/>
                  </a:lnTo>
                  <a:lnTo>
                    <a:pt x="1501979" y="3621683"/>
                  </a:lnTo>
                  <a:lnTo>
                    <a:pt x="1502073" y="3621683"/>
                  </a:lnTo>
                  <a:lnTo>
                    <a:pt x="1502167" y="3621683"/>
                  </a:lnTo>
                  <a:lnTo>
                    <a:pt x="1502261" y="3621683"/>
                  </a:lnTo>
                  <a:lnTo>
                    <a:pt x="1502355" y="3621683"/>
                  </a:lnTo>
                  <a:lnTo>
                    <a:pt x="1502449" y="3621683"/>
                  </a:lnTo>
                  <a:lnTo>
                    <a:pt x="1502543" y="3621683"/>
                  </a:lnTo>
                  <a:lnTo>
                    <a:pt x="1502637" y="3621683"/>
                  </a:lnTo>
                  <a:lnTo>
                    <a:pt x="1502732" y="3621683"/>
                  </a:lnTo>
                  <a:lnTo>
                    <a:pt x="1502826" y="3621683"/>
                  </a:lnTo>
                  <a:lnTo>
                    <a:pt x="1502920" y="3621683"/>
                  </a:lnTo>
                  <a:lnTo>
                    <a:pt x="1503014" y="3621683"/>
                  </a:lnTo>
                  <a:lnTo>
                    <a:pt x="1503108" y="3621683"/>
                  </a:lnTo>
                  <a:lnTo>
                    <a:pt x="1503202" y="3621683"/>
                  </a:lnTo>
                  <a:lnTo>
                    <a:pt x="1503296" y="3621683"/>
                  </a:lnTo>
                  <a:lnTo>
                    <a:pt x="1503390" y="3621683"/>
                  </a:lnTo>
                  <a:lnTo>
                    <a:pt x="1503484" y="3621683"/>
                  </a:lnTo>
                  <a:lnTo>
                    <a:pt x="1503578" y="3621683"/>
                  </a:lnTo>
                  <a:lnTo>
                    <a:pt x="1503672" y="3621683"/>
                  </a:lnTo>
                  <a:lnTo>
                    <a:pt x="1503766" y="3621683"/>
                  </a:lnTo>
                  <a:lnTo>
                    <a:pt x="1503860" y="3621683"/>
                  </a:lnTo>
                  <a:lnTo>
                    <a:pt x="1503954" y="3621683"/>
                  </a:lnTo>
                  <a:lnTo>
                    <a:pt x="1504048" y="3621683"/>
                  </a:lnTo>
                  <a:lnTo>
                    <a:pt x="1504142" y="3621683"/>
                  </a:lnTo>
                  <a:lnTo>
                    <a:pt x="1504236" y="3621683"/>
                  </a:lnTo>
                  <a:lnTo>
                    <a:pt x="1504330" y="3621683"/>
                  </a:lnTo>
                  <a:lnTo>
                    <a:pt x="1504424" y="3621683"/>
                  </a:lnTo>
                  <a:lnTo>
                    <a:pt x="1504518" y="3621683"/>
                  </a:lnTo>
                  <a:lnTo>
                    <a:pt x="1504612" y="3621683"/>
                  </a:lnTo>
                  <a:lnTo>
                    <a:pt x="1504706" y="3621683"/>
                  </a:lnTo>
                  <a:lnTo>
                    <a:pt x="1504800" y="3621683"/>
                  </a:lnTo>
                  <a:lnTo>
                    <a:pt x="1504894" y="3621683"/>
                  </a:lnTo>
                  <a:lnTo>
                    <a:pt x="1504988" y="3621683"/>
                  </a:lnTo>
                  <a:lnTo>
                    <a:pt x="1504988" y="3616403"/>
                  </a:lnTo>
                  <a:lnTo>
                    <a:pt x="1505082" y="3616403"/>
                  </a:lnTo>
                  <a:lnTo>
                    <a:pt x="1505176" y="3616403"/>
                  </a:lnTo>
                  <a:lnTo>
                    <a:pt x="1505270" y="3616403"/>
                  </a:lnTo>
                  <a:lnTo>
                    <a:pt x="1505364" y="3616403"/>
                  </a:lnTo>
                  <a:lnTo>
                    <a:pt x="1505458" y="3616403"/>
                  </a:lnTo>
                  <a:lnTo>
                    <a:pt x="1505552" y="3616403"/>
                  </a:lnTo>
                  <a:lnTo>
                    <a:pt x="1505646" y="3616403"/>
                  </a:lnTo>
                  <a:lnTo>
                    <a:pt x="1505740" y="3616403"/>
                  </a:lnTo>
                  <a:lnTo>
                    <a:pt x="1505834" y="3616403"/>
                  </a:lnTo>
                  <a:lnTo>
                    <a:pt x="1505928" y="3616403"/>
                  </a:lnTo>
                  <a:lnTo>
                    <a:pt x="1506022" y="3616403"/>
                  </a:lnTo>
                  <a:lnTo>
                    <a:pt x="1506116" y="3616403"/>
                  </a:lnTo>
                  <a:lnTo>
                    <a:pt x="1506210" y="3616403"/>
                  </a:lnTo>
                  <a:lnTo>
                    <a:pt x="1506305" y="3616403"/>
                  </a:lnTo>
                  <a:lnTo>
                    <a:pt x="1506399" y="3616403"/>
                  </a:lnTo>
                  <a:lnTo>
                    <a:pt x="1506493" y="3616403"/>
                  </a:lnTo>
                  <a:lnTo>
                    <a:pt x="1506587" y="3616403"/>
                  </a:lnTo>
                  <a:lnTo>
                    <a:pt x="1506681" y="3616403"/>
                  </a:lnTo>
                  <a:lnTo>
                    <a:pt x="1506775" y="3616403"/>
                  </a:lnTo>
                  <a:lnTo>
                    <a:pt x="1506869" y="3616403"/>
                  </a:lnTo>
                  <a:lnTo>
                    <a:pt x="1506963" y="3616403"/>
                  </a:lnTo>
                  <a:lnTo>
                    <a:pt x="1507057" y="3616403"/>
                  </a:lnTo>
                  <a:lnTo>
                    <a:pt x="1507151" y="3616403"/>
                  </a:lnTo>
                  <a:lnTo>
                    <a:pt x="1507245" y="3616403"/>
                  </a:lnTo>
                  <a:lnTo>
                    <a:pt x="1507339" y="3616403"/>
                  </a:lnTo>
                  <a:lnTo>
                    <a:pt x="1507433" y="3616403"/>
                  </a:lnTo>
                  <a:lnTo>
                    <a:pt x="1507527" y="3616403"/>
                  </a:lnTo>
                  <a:lnTo>
                    <a:pt x="1507621" y="3616403"/>
                  </a:lnTo>
                  <a:lnTo>
                    <a:pt x="1507715" y="3616403"/>
                  </a:lnTo>
                  <a:lnTo>
                    <a:pt x="1507809" y="3616403"/>
                  </a:lnTo>
                  <a:lnTo>
                    <a:pt x="1507903" y="3616403"/>
                  </a:lnTo>
                  <a:lnTo>
                    <a:pt x="1507997" y="3616403"/>
                  </a:lnTo>
                  <a:lnTo>
                    <a:pt x="1508091" y="3616403"/>
                  </a:lnTo>
                  <a:lnTo>
                    <a:pt x="1508185" y="3616403"/>
                  </a:lnTo>
                  <a:lnTo>
                    <a:pt x="1508279" y="3616403"/>
                  </a:lnTo>
                  <a:lnTo>
                    <a:pt x="1508373" y="3616403"/>
                  </a:lnTo>
                  <a:lnTo>
                    <a:pt x="1508467" y="3616403"/>
                  </a:lnTo>
                  <a:lnTo>
                    <a:pt x="1508561" y="3616403"/>
                  </a:lnTo>
                  <a:lnTo>
                    <a:pt x="1508655" y="3616403"/>
                  </a:lnTo>
                  <a:lnTo>
                    <a:pt x="1508749" y="3616403"/>
                  </a:lnTo>
                  <a:lnTo>
                    <a:pt x="1508843" y="3616403"/>
                  </a:lnTo>
                  <a:lnTo>
                    <a:pt x="1508937" y="3616403"/>
                  </a:lnTo>
                  <a:lnTo>
                    <a:pt x="1509031" y="3616403"/>
                  </a:lnTo>
                  <a:lnTo>
                    <a:pt x="1509125" y="3616403"/>
                  </a:lnTo>
                  <a:lnTo>
                    <a:pt x="1509219" y="3616403"/>
                  </a:lnTo>
                  <a:lnTo>
                    <a:pt x="1509313" y="3616403"/>
                  </a:lnTo>
                  <a:lnTo>
                    <a:pt x="1509407" y="3616403"/>
                  </a:lnTo>
                  <a:lnTo>
                    <a:pt x="1509501" y="3616403"/>
                  </a:lnTo>
                  <a:lnTo>
                    <a:pt x="1509595" y="3616403"/>
                  </a:lnTo>
                  <a:lnTo>
                    <a:pt x="1509689" y="3616403"/>
                  </a:lnTo>
                  <a:lnTo>
                    <a:pt x="1509783" y="3616403"/>
                  </a:lnTo>
                  <a:lnTo>
                    <a:pt x="1509878" y="3616403"/>
                  </a:lnTo>
                  <a:lnTo>
                    <a:pt x="1509972" y="3616403"/>
                  </a:lnTo>
                  <a:lnTo>
                    <a:pt x="1510066" y="3616403"/>
                  </a:lnTo>
                  <a:lnTo>
                    <a:pt x="1510160" y="3616403"/>
                  </a:lnTo>
                  <a:lnTo>
                    <a:pt x="1510254" y="3616403"/>
                  </a:lnTo>
                  <a:lnTo>
                    <a:pt x="1510348" y="3616403"/>
                  </a:lnTo>
                  <a:lnTo>
                    <a:pt x="1510442" y="3616403"/>
                  </a:lnTo>
                  <a:lnTo>
                    <a:pt x="1510536" y="3616403"/>
                  </a:lnTo>
                  <a:lnTo>
                    <a:pt x="1510630" y="3616403"/>
                  </a:lnTo>
                  <a:lnTo>
                    <a:pt x="1510724" y="3616403"/>
                  </a:lnTo>
                  <a:lnTo>
                    <a:pt x="1510818" y="3616403"/>
                  </a:lnTo>
                  <a:lnTo>
                    <a:pt x="1510912" y="3616403"/>
                  </a:lnTo>
                  <a:lnTo>
                    <a:pt x="1511006" y="3616403"/>
                  </a:lnTo>
                  <a:lnTo>
                    <a:pt x="1511100" y="3616403"/>
                  </a:lnTo>
                  <a:lnTo>
                    <a:pt x="1511100" y="3611124"/>
                  </a:lnTo>
                  <a:lnTo>
                    <a:pt x="1511194" y="3611124"/>
                  </a:lnTo>
                  <a:lnTo>
                    <a:pt x="1511288" y="3611124"/>
                  </a:lnTo>
                  <a:lnTo>
                    <a:pt x="1511382" y="3611124"/>
                  </a:lnTo>
                  <a:lnTo>
                    <a:pt x="1511476" y="3611124"/>
                  </a:lnTo>
                  <a:lnTo>
                    <a:pt x="1511570" y="3611124"/>
                  </a:lnTo>
                  <a:lnTo>
                    <a:pt x="1511664" y="3611124"/>
                  </a:lnTo>
                  <a:lnTo>
                    <a:pt x="1511758" y="3611124"/>
                  </a:lnTo>
                  <a:lnTo>
                    <a:pt x="1511852" y="3611124"/>
                  </a:lnTo>
                  <a:lnTo>
                    <a:pt x="1511946" y="3611124"/>
                  </a:lnTo>
                  <a:lnTo>
                    <a:pt x="1512040" y="3611124"/>
                  </a:lnTo>
                  <a:lnTo>
                    <a:pt x="1512134" y="3611124"/>
                  </a:lnTo>
                  <a:lnTo>
                    <a:pt x="1512228" y="3611124"/>
                  </a:lnTo>
                  <a:lnTo>
                    <a:pt x="1512322" y="3611124"/>
                  </a:lnTo>
                  <a:lnTo>
                    <a:pt x="1512416" y="3611124"/>
                  </a:lnTo>
                  <a:lnTo>
                    <a:pt x="1512416" y="3605844"/>
                  </a:lnTo>
                  <a:lnTo>
                    <a:pt x="1512510" y="3605844"/>
                  </a:lnTo>
                  <a:lnTo>
                    <a:pt x="1512604" y="3605844"/>
                  </a:lnTo>
                  <a:lnTo>
                    <a:pt x="1512698" y="3605844"/>
                  </a:lnTo>
                  <a:lnTo>
                    <a:pt x="1512792" y="3605844"/>
                  </a:lnTo>
                  <a:lnTo>
                    <a:pt x="1512886" y="3605844"/>
                  </a:lnTo>
                  <a:lnTo>
                    <a:pt x="1512980" y="3605844"/>
                  </a:lnTo>
                  <a:lnTo>
                    <a:pt x="1513074" y="3605844"/>
                  </a:lnTo>
                  <a:lnTo>
                    <a:pt x="1513168" y="3605844"/>
                  </a:lnTo>
                  <a:lnTo>
                    <a:pt x="1513262" y="3605844"/>
                  </a:lnTo>
                  <a:lnTo>
                    <a:pt x="1513356" y="3605844"/>
                  </a:lnTo>
                  <a:lnTo>
                    <a:pt x="1513451" y="3605844"/>
                  </a:lnTo>
                  <a:lnTo>
                    <a:pt x="1513545" y="3605844"/>
                  </a:lnTo>
                  <a:lnTo>
                    <a:pt x="1513639" y="3605844"/>
                  </a:lnTo>
                  <a:lnTo>
                    <a:pt x="1513733" y="3605844"/>
                  </a:lnTo>
                  <a:lnTo>
                    <a:pt x="1513827" y="3605844"/>
                  </a:lnTo>
                  <a:lnTo>
                    <a:pt x="1513921" y="3605844"/>
                  </a:lnTo>
                  <a:lnTo>
                    <a:pt x="1514015" y="3605844"/>
                  </a:lnTo>
                  <a:lnTo>
                    <a:pt x="1514109" y="3605844"/>
                  </a:lnTo>
                  <a:lnTo>
                    <a:pt x="1514203" y="3605844"/>
                  </a:lnTo>
                  <a:lnTo>
                    <a:pt x="1514297" y="3605844"/>
                  </a:lnTo>
                  <a:lnTo>
                    <a:pt x="1514391" y="3605844"/>
                  </a:lnTo>
                  <a:lnTo>
                    <a:pt x="1514485" y="3605844"/>
                  </a:lnTo>
                  <a:lnTo>
                    <a:pt x="1514579" y="3605844"/>
                  </a:lnTo>
                  <a:lnTo>
                    <a:pt x="1514673" y="3605844"/>
                  </a:lnTo>
                  <a:lnTo>
                    <a:pt x="1514767" y="3605844"/>
                  </a:lnTo>
                  <a:lnTo>
                    <a:pt x="1514861" y="3605844"/>
                  </a:lnTo>
                  <a:lnTo>
                    <a:pt x="1514955" y="3605844"/>
                  </a:lnTo>
                  <a:lnTo>
                    <a:pt x="1515049" y="3605844"/>
                  </a:lnTo>
                  <a:lnTo>
                    <a:pt x="1515143" y="3605844"/>
                  </a:lnTo>
                  <a:lnTo>
                    <a:pt x="1515237" y="3605844"/>
                  </a:lnTo>
                  <a:lnTo>
                    <a:pt x="1515331" y="3605844"/>
                  </a:lnTo>
                  <a:lnTo>
                    <a:pt x="1515425" y="3605844"/>
                  </a:lnTo>
                  <a:lnTo>
                    <a:pt x="1515519" y="3605844"/>
                  </a:lnTo>
                  <a:lnTo>
                    <a:pt x="1515613" y="3605844"/>
                  </a:lnTo>
                  <a:lnTo>
                    <a:pt x="1515613" y="3600565"/>
                  </a:lnTo>
                  <a:lnTo>
                    <a:pt x="1515707" y="3600565"/>
                  </a:lnTo>
                  <a:lnTo>
                    <a:pt x="1515801" y="3600565"/>
                  </a:lnTo>
                  <a:lnTo>
                    <a:pt x="1515895" y="3600565"/>
                  </a:lnTo>
                  <a:lnTo>
                    <a:pt x="1515989" y="3600565"/>
                  </a:lnTo>
                  <a:lnTo>
                    <a:pt x="1516083" y="3600565"/>
                  </a:lnTo>
                  <a:lnTo>
                    <a:pt x="1516177" y="3600565"/>
                  </a:lnTo>
                  <a:lnTo>
                    <a:pt x="1516271" y="3600565"/>
                  </a:lnTo>
                  <a:lnTo>
                    <a:pt x="1516271" y="3595285"/>
                  </a:lnTo>
                  <a:lnTo>
                    <a:pt x="1516271" y="3590006"/>
                  </a:lnTo>
                  <a:lnTo>
                    <a:pt x="1516271" y="3584727"/>
                  </a:lnTo>
                  <a:lnTo>
                    <a:pt x="1516365" y="3584727"/>
                  </a:lnTo>
                  <a:lnTo>
                    <a:pt x="1516459" y="3584727"/>
                  </a:lnTo>
                  <a:lnTo>
                    <a:pt x="1516553" y="3584727"/>
                  </a:lnTo>
                  <a:lnTo>
                    <a:pt x="1516647" y="3584727"/>
                  </a:lnTo>
                  <a:lnTo>
                    <a:pt x="1516741" y="3584727"/>
                  </a:lnTo>
                  <a:lnTo>
                    <a:pt x="1516835" y="3584727"/>
                  </a:lnTo>
                  <a:lnTo>
                    <a:pt x="1516930" y="3584727"/>
                  </a:lnTo>
                  <a:lnTo>
                    <a:pt x="1517024" y="3584727"/>
                  </a:lnTo>
                  <a:lnTo>
                    <a:pt x="1517118" y="3584727"/>
                  </a:lnTo>
                  <a:lnTo>
                    <a:pt x="1517212" y="3584727"/>
                  </a:lnTo>
                  <a:lnTo>
                    <a:pt x="1517306" y="3584727"/>
                  </a:lnTo>
                  <a:lnTo>
                    <a:pt x="1517400" y="3584727"/>
                  </a:lnTo>
                  <a:lnTo>
                    <a:pt x="1517494" y="3584727"/>
                  </a:lnTo>
                  <a:lnTo>
                    <a:pt x="1517588" y="3584727"/>
                  </a:lnTo>
                  <a:lnTo>
                    <a:pt x="1517682" y="3584727"/>
                  </a:lnTo>
                  <a:lnTo>
                    <a:pt x="1517776" y="3584727"/>
                  </a:lnTo>
                  <a:lnTo>
                    <a:pt x="1517870" y="3584727"/>
                  </a:lnTo>
                  <a:lnTo>
                    <a:pt x="1517964" y="3584727"/>
                  </a:lnTo>
                  <a:lnTo>
                    <a:pt x="1518058" y="3584727"/>
                  </a:lnTo>
                  <a:lnTo>
                    <a:pt x="1518152" y="3584727"/>
                  </a:lnTo>
                  <a:lnTo>
                    <a:pt x="1518246" y="3584727"/>
                  </a:lnTo>
                  <a:lnTo>
                    <a:pt x="1518340" y="3584727"/>
                  </a:lnTo>
                  <a:lnTo>
                    <a:pt x="1518434" y="3584727"/>
                  </a:lnTo>
                  <a:lnTo>
                    <a:pt x="1518528" y="3584727"/>
                  </a:lnTo>
                  <a:lnTo>
                    <a:pt x="1518622" y="3584727"/>
                  </a:lnTo>
                  <a:lnTo>
                    <a:pt x="1518716" y="3584727"/>
                  </a:lnTo>
                  <a:lnTo>
                    <a:pt x="1518810" y="3584727"/>
                  </a:lnTo>
                  <a:lnTo>
                    <a:pt x="1518904" y="3584727"/>
                  </a:lnTo>
                  <a:lnTo>
                    <a:pt x="1518998" y="3584727"/>
                  </a:lnTo>
                  <a:lnTo>
                    <a:pt x="1519092" y="3584727"/>
                  </a:lnTo>
                  <a:lnTo>
                    <a:pt x="1519186" y="3584727"/>
                  </a:lnTo>
                  <a:lnTo>
                    <a:pt x="1519280" y="3584727"/>
                  </a:lnTo>
                  <a:lnTo>
                    <a:pt x="1519374" y="3584727"/>
                  </a:lnTo>
                  <a:lnTo>
                    <a:pt x="1519468" y="3584727"/>
                  </a:lnTo>
                  <a:lnTo>
                    <a:pt x="1519562" y="3584727"/>
                  </a:lnTo>
                  <a:lnTo>
                    <a:pt x="1519562" y="3579447"/>
                  </a:lnTo>
                  <a:lnTo>
                    <a:pt x="1519656" y="3579447"/>
                  </a:lnTo>
                  <a:lnTo>
                    <a:pt x="1519750" y="3579447"/>
                  </a:lnTo>
                  <a:lnTo>
                    <a:pt x="1519844" y="3579447"/>
                  </a:lnTo>
                  <a:lnTo>
                    <a:pt x="1519938" y="3579447"/>
                  </a:lnTo>
                  <a:lnTo>
                    <a:pt x="1520032" y="3579447"/>
                  </a:lnTo>
                  <a:lnTo>
                    <a:pt x="1520032" y="3574168"/>
                  </a:lnTo>
                  <a:lnTo>
                    <a:pt x="1520126" y="3574168"/>
                  </a:lnTo>
                  <a:lnTo>
                    <a:pt x="1520220" y="3574168"/>
                  </a:lnTo>
                  <a:lnTo>
                    <a:pt x="1520314" y="3574168"/>
                  </a:lnTo>
                  <a:lnTo>
                    <a:pt x="1520408" y="3574168"/>
                  </a:lnTo>
                  <a:lnTo>
                    <a:pt x="1520503" y="3574168"/>
                  </a:lnTo>
                  <a:lnTo>
                    <a:pt x="1520597" y="3574168"/>
                  </a:lnTo>
                  <a:lnTo>
                    <a:pt x="1520691" y="3574168"/>
                  </a:lnTo>
                  <a:lnTo>
                    <a:pt x="1520785" y="3574168"/>
                  </a:lnTo>
                  <a:lnTo>
                    <a:pt x="1520879" y="3574168"/>
                  </a:lnTo>
                  <a:lnTo>
                    <a:pt x="1520973" y="3574168"/>
                  </a:lnTo>
                  <a:lnTo>
                    <a:pt x="1521067" y="3574168"/>
                  </a:lnTo>
                  <a:lnTo>
                    <a:pt x="1521161" y="3574168"/>
                  </a:lnTo>
                  <a:lnTo>
                    <a:pt x="1521255" y="3574168"/>
                  </a:lnTo>
                  <a:lnTo>
                    <a:pt x="1521349" y="3574168"/>
                  </a:lnTo>
                  <a:lnTo>
                    <a:pt x="1521443" y="3574168"/>
                  </a:lnTo>
                  <a:lnTo>
                    <a:pt x="1521537" y="3574168"/>
                  </a:lnTo>
                  <a:lnTo>
                    <a:pt x="1521631" y="3574168"/>
                  </a:lnTo>
                  <a:lnTo>
                    <a:pt x="1521725" y="3574168"/>
                  </a:lnTo>
                  <a:lnTo>
                    <a:pt x="1521819" y="3574168"/>
                  </a:lnTo>
                  <a:lnTo>
                    <a:pt x="1521913" y="3574168"/>
                  </a:lnTo>
                  <a:lnTo>
                    <a:pt x="1521913" y="3568888"/>
                  </a:lnTo>
                  <a:lnTo>
                    <a:pt x="1522007" y="3568888"/>
                  </a:lnTo>
                  <a:lnTo>
                    <a:pt x="1522101" y="3568888"/>
                  </a:lnTo>
                  <a:lnTo>
                    <a:pt x="1522195" y="3568888"/>
                  </a:lnTo>
                  <a:lnTo>
                    <a:pt x="1522289" y="3568888"/>
                  </a:lnTo>
                  <a:lnTo>
                    <a:pt x="1522383" y="3568888"/>
                  </a:lnTo>
                  <a:lnTo>
                    <a:pt x="1522477" y="3568888"/>
                  </a:lnTo>
                  <a:lnTo>
                    <a:pt x="1522571" y="3568888"/>
                  </a:lnTo>
                  <a:lnTo>
                    <a:pt x="1522665" y="3568888"/>
                  </a:lnTo>
                  <a:lnTo>
                    <a:pt x="1522759" y="3568888"/>
                  </a:lnTo>
                  <a:lnTo>
                    <a:pt x="1522853" y="3568888"/>
                  </a:lnTo>
                  <a:lnTo>
                    <a:pt x="1522947" y="3568888"/>
                  </a:lnTo>
                  <a:lnTo>
                    <a:pt x="1523041" y="3568888"/>
                  </a:lnTo>
                  <a:lnTo>
                    <a:pt x="1523135" y="3568888"/>
                  </a:lnTo>
                  <a:lnTo>
                    <a:pt x="1523229" y="3568888"/>
                  </a:lnTo>
                  <a:lnTo>
                    <a:pt x="1523323" y="3568888"/>
                  </a:lnTo>
                  <a:lnTo>
                    <a:pt x="1523417" y="3568888"/>
                  </a:lnTo>
                  <a:lnTo>
                    <a:pt x="1523511" y="3568888"/>
                  </a:lnTo>
                  <a:lnTo>
                    <a:pt x="1523605" y="3568888"/>
                  </a:lnTo>
                  <a:lnTo>
                    <a:pt x="1523699" y="3568888"/>
                  </a:lnTo>
                  <a:lnTo>
                    <a:pt x="1523793" y="3568888"/>
                  </a:lnTo>
                  <a:lnTo>
                    <a:pt x="1523887" y="3568888"/>
                  </a:lnTo>
                  <a:lnTo>
                    <a:pt x="1523981" y="3568888"/>
                  </a:lnTo>
                  <a:lnTo>
                    <a:pt x="1524076" y="3568888"/>
                  </a:lnTo>
                  <a:lnTo>
                    <a:pt x="1524170" y="3568888"/>
                  </a:lnTo>
                  <a:lnTo>
                    <a:pt x="1524264" y="3568888"/>
                  </a:lnTo>
                  <a:lnTo>
                    <a:pt x="1524358" y="3568888"/>
                  </a:lnTo>
                  <a:lnTo>
                    <a:pt x="1524452" y="3568888"/>
                  </a:lnTo>
                  <a:lnTo>
                    <a:pt x="1524546" y="3568888"/>
                  </a:lnTo>
                  <a:lnTo>
                    <a:pt x="1524640" y="3568888"/>
                  </a:lnTo>
                  <a:lnTo>
                    <a:pt x="1524734" y="3568888"/>
                  </a:lnTo>
                  <a:lnTo>
                    <a:pt x="1524828" y="3568888"/>
                  </a:lnTo>
                  <a:lnTo>
                    <a:pt x="1524922" y="3568888"/>
                  </a:lnTo>
                  <a:lnTo>
                    <a:pt x="1525016" y="3568888"/>
                  </a:lnTo>
                  <a:lnTo>
                    <a:pt x="1525110" y="3568888"/>
                  </a:lnTo>
                  <a:lnTo>
                    <a:pt x="1525204" y="3568888"/>
                  </a:lnTo>
                  <a:lnTo>
                    <a:pt x="1525298" y="3568888"/>
                  </a:lnTo>
                  <a:lnTo>
                    <a:pt x="1525392" y="3568888"/>
                  </a:lnTo>
                  <a:lnTo>
                    <a:pt x="1525486" y="3568888"/>
                  </a:lnTo>
                  <a:lnTo>
                    <a:pt x="1525580" y="3568888"/>
                  </a:lnTo>
                  <a:lnTo>
                    <a:pt x="1525674" y="3568888"/>
                  </a:lnTo>
                  <a:lnTo>
                    <a:pt x="1525768" y="3568888"/>
                  </a:lnTo>
                  <a:lnTo>
                    <a:pt x="1525862" y="3568888"/>
                  </a:lnTo>
                  <a:lnTo>
                    <a:pt x="1525956" y="3568888"/>
                  </a:lnTo>
                  <a:lnTo>
                    <a:pt x="1526050" y="3568888"/>
                  </a:lnTo>
                  <a:lnTo>
                    <a:pt x="1526144" y="3568888"/>
                  </a:lnTo>
                  <a:lnTo>
                    <a:pt x="1526238" y="3568888"/>
                  </a:lnTo>
                  <a:lnTo>
                    <a:pt x="1526332" y="3568888"/>
                  </a:lnTo>
                  <a:lnTo>
                    <a:pt x="1526426" y="3568888"/>
                  </a:lnTo>
                  <a:lnTo>
                    <a:pt x="1526520" y="3568888"/>
                  </a:lnTo>
                  <a:lnTo>
                    <a:pt x="1526614" y="3568888"/>
                  </a:lnTo>
                  <a:lnTo>
                    <a:pt x="1526708" y="3568888"/>
                  </a:lnTo>
                  <a:lnTo>
                    <a:pt x="1526802" y="3568888"/>
                  </a:lnTo>
                  <a:lnTo>
                    <a:pt x="1526896" y="3568888"/>
                  </a:lnTo>
                  <a:lnTo>
                    <a:pt x="1526990" y="3568888"/>
                  </a:lnTo>
                  <a:lnTo>
                    <a:pt x="1527084" y="3568888"/>
                  </a:lnTo>
                  <a:lnTo>
                    <a:pt x="1527178" y="3568888"/>
                  </a:lnTo>
                  <a:lnTo>
                    <a:pt x="1527272" y="3568888"/>
                  </a:lnTo>
                  <a:lnTo>
                    <a:pt x="1527366" y="3568888"/>
                  </a:lnTo>
                  <a:lnTo>
                    <a:pt x="1527460" y="3568888"/>
                  </a:lnTo>
                  <a:lnTo>
                    <a:pt x="1527555" y="3568888"/>
                  </a:lnTo>
                  <a:lnTo>
                    <a:pt x="1527649" y="3568888"/>
                  </a:lnTo>
                  <a:lnTo>
                    <a:pt x="1527743" y="3568888"/>
                  </a:lnTo>
                  <a:lnTo>
                    <a:pt x="1527743" y="3563609"/>
                  </a:lnTo>
                  <a:lnTo>
                    <a:pt x="1527837" y="3563609"/>
                  </a:lnTo>
                  <a:lnTo>
                    <a:pt x="1527931" y="3563609"/>
                  </a:lnTo>
                  <a:lnTo>
                    <a:pt x="1528025" y="3563609"/>
                  </a:lnTo>
                  <a:lnTo>
                    <a:pt x="1528119" y="3563609"/>
                  </a:lnTo>
                  <a:lnTo>
                    <a:pt x="1528213" y="3563609"/>
                  </a:lnTo>
                  <a:lnTo>
                    <a:pt x="1528307" y="3563609"/>
                  </a:lnTo>
                  <a:lnTo>
                    <a:pt x="1528401" y="3563609"/>
                  </a:lnTo>
                  <a:lnTo>
                    <a:pt x="1528495" y="3563609"/>
                  </a:lnTo>
                  <a:lnTo>
                    <a:pt x="1528589" y="3563609"/>
                  </a:lnTo>
                  <a:lnTo>
                    <a:pt x="1528683" y="3563609"/>
                  </a:lnTo>
                  <a:lnTo>
                    <a:pt x="1528777" y="3563609"/>
                  </a:lnTo>
                  <a:lnTo>
                    <a:pt x="1528871" y="3563609"/>
                  </a:lnTo>
                  <a:lnTo>
                    <a:pt x="1528965" y="3563609"/>
                  </a:lnTo>
                  <a:lnTo>
                    <a:pt x="1529059" y="3563609"/>
                  </a:lnTo>
                  <a:lnTo>
                    <a:pt x="1529153" y="3563609"/>
                  </a:lnTo>
                  <a:lnTo>
                    <a:pt x="1529247" y="3563609"/>
                  </a:lnTo>
                  <a:lnTo>
                    <a:pt x="1529341" y="3563609"/>
                  </a:lnTo>
                  <a:lnTo>
                    <a:pt x="1529435" y="3563609"/>
                  </a:lnTo>
                  <a:lnTo>
                    <a:pt x="1529529" y="3563609"/>
                  </a:lnTo>
                  <a:lnTo>
                    <a:pt x="1529623" y="3563609"/>
                  </a:lnTo>
                  <a:lnTo>
                    <a:pt x="1529717" y="3563609"/>
                  </a:lnTo>
                  <a:lnTo>
                    <a:pt x="1529811" y="3563609"/>
                  </a:lnTo>
                  <a:lnTo>
                    <a:pt x="1529905" y="3563609"/>
                  </a:lnTo>
                  <a:lnTo>
                    <a:pt x="1529999" y="3563609"/>
                  </a:lnTo>
                  <a:lnTo>
                    <a:pt x="1530093" y="3563609"/>
                  </a:lnTo>
                  <a:lnTo>
                    <a:pt x="1530187" y="3563609"/>
                  </a:lnTo>
                  <a:lnTo>
                    <a:pt x="1530281" y="3563609"/>
                  </a:lnTo>
                  <a:lnTo>
                    <a:pt x="1530375" y="3563609"/>
                  </a:lnTo>
                  <a:lnTo>
                    <a:pt x="1530375" y="3558329"/>
                  </a:lnTo>
                  <a:lnTo>
                    <a:pt x="1530469" y="3558329"/>
                  </a:lnTo>
                  <a:lnTo>
                    <a:pt x="1530563" y="3558329"/>
                  </a:lnTo>
                  <a:lnTo>
                    <a:pt x="1530563" y="3553050"/>
                  </a:lnTo>
                  <a:lnTo>
                    <a:pt x="1530657" y="3553050"/>
                  </a:lnTo>
                  <a:lnTo>
                    <a:pt x="1530751" y="3553050"/>
                  </a:lnTo>
                  <a:lnTo>
                    <a:pt x="1530845" y="3553050"/>
                  </a:lnTo>
                  <a:lnTo>
                    <a:pt x="1530939" y="3553050"/>
                  </a:lnTo>
                  <a:lnTo>
                    <a:pt x="1531033" y="3553050"/>
                  </a:lnTo>
                  <a:lnTo>
                    <a:pt x="1531128" y="3553050"/>
                  </a:lnTo>
                  <a:lnTo>
                    <a:pt x="1531222" y="3553050"/>
                  </a:lnTo>
                  <a:lnTo>
                    <a:pt x="1531316" y="3553050"/>
                  </a:lnTo>
                  <a:lnTo>
                    <a:pt x="1531410" y="3553050"/>
                  </a:lnTo>
                  <a:lnTo>
                    <a:pt x="1531410" y="3547771"/>
                  </a:lnTo>
                  <a:lnTo>
                    <a:pt x="1531504" y="3547771"/>
                  </a:lnTo>
                  <a:lnTo>
                    <a:pt x="1531598" y="3547771"/>
                  </a:lnTo>
                  <a:lnTo>
                    <a:pt x="1531692" y="3547771"/>
                  </a:lnTo>
                  <a:lnTo>
                    <a:pt x="1531786" y="3547771"/>
                  </a:lnTo>
                  <a:lnTo>
                    <a:pt x="1531880" y="3547771"/>
                  </a:lnTo>
                  <a:lnTo>
                    <a:pt x="1531974" y="3547771"/>
                  </a:lnTo>
                  <a:lnTo>
                    <a:pt x="1532068" y="3547771"/>
                  </a:lnTo>
                  <a:lnTo>
                    <a:pt x="1532162" y="3547771"/>
                  </a:lnTo>
                  <a:lnTo>
                    <a:pt x="1532162" y="3542491"/>
                  </a:lnTo>
                  <a:lnTo>
                    <a:pt x="1532256" y="3542491"/>
                  </a:lnTo>
                  <a:lnTo>
                    <a:pt x="1532350" y="3542491"/>
                  </a:lnTo>
                  <a:lnTo>
                    <a:pt x="1532444" y="3542491"/>
                  </a:lnTo>
                  <a:lnTo>
                    <a:pt x="1532538" y="3542491"/>
                  </a:lnTo>
                  <a:lnTo>
                    <a:pt x="1532632" y="3542491"/>
                  </a:lnTo>
                  <a:lnTo>
                    <a:pt x="1532726" y="3542491"/>
                  </a:lnTo>
                  <a:lnTo>
                    <a:pt x="1532820" y="3542491"/>
                  </a:lnTo>
                  <a:lnTo>
                    <a:pt x="1532914" y="3542491"/>
                  </a:lnTo>
                  <a:lnTo>
                    <a:pt x="1533008" y="3542491"/>
                  </a:lnTo>
                  <a:lnTo>
                    <a:pt x="1533102" y="3542491"/>
                  </a:lnTo>
                  <a:lnTo>
                    <a:pt x="1533196" y="3542491"/>
                  </a:lnTo>
                  <a:lnTo>
                    <a:pt x="1533290" y="3542491"/>
                  </a:lnTo>
                  <a:lnTo>
                    <a:pt x="1533384" y="3542491"/>
                  </a:lnTo>
                  <a:lnTo>
                    <a:pt x="1533478" y="3542491"/>
                  </a:lnTo>
                  <a:lnTo>
                    <a:pt x="1533572" y="3542491"/>
                  </a:lnTo>
                  <a:lnTo>
                    <a:pt x="1533666" y="3542491"/>
                  </a:lnTo>
                  <a:lnTo>
                    <a:pt x="1533760" y="3542491"/>
                  </a:lnTo>
                  <a:lnTo>
                    <a:pt x="1533854" y="3542491"/>
                  </a:lnTo>
                  <a:lnTo>
                    <a:pt x="1533948" y="3542491"/>
                  </a:lnTo>
                  <a:lnTo>
                    <a:pt x="1534042" y="3542491"/>
                  </a:lnTo>
                  <a:lnTo>
                    <a:pt x="1534136" y="3542491"/>
                  </a:lnTo>
                  <a:lnTo>
                    <a:pt x="1534230" y="3542491"/>
                  </a:lnTo>
                  <a:lnTo>
                    <a:pt x="1534324" y="3542491"/>
                  </a:lnTo>
                  <a:lnTo>
                    <a:pt x="1534418" y="3542491"/>
                  </a:lnTo>
                  <a:lnTo>
                    <a:pt x="1534418" y="3537212"/>
                  </a:lnTo>
                  <a:lnTo>
                    <a:pt x="1534512" y="3537212"/>
                  </a:lnTo>
                  <a:lnTo>
                    <a:pt x="1534606" y="3537212"/>
                  </a:lnTo>
                  <a:lnTo>
                    <a:pt x="1534701" y="3537212"/>
                  </a:lnTo>
                  <a:lnTo>
                    <a:pt x="1534795" y="3537212"/>
                  </a:lnTo>
                  <a:lnTo>
                    <a:pt x="1534889" y="3537212"/>
                  </a:lnTo>
                  <a:lnTo>
                    <a:pt x="1534983" y="3537212"/>
                  </a:lnTo>
                  <a:lnTo>
                    <a:pt x="1535077" y="3537212"/>
                  </a:lnTo>
                  <a:lnTo>
                    <a:pt x="1535171" y="3537212"/>
                  </a:lnTo>
                  <a:lnTo>
                    <a:pt x="1535265" y="3537212"/>
                  </a:lnTo>
                  <a:lnTo>
                    <a:pt x="1535359" y="3537212"/>
                  </a:lnTo>
                  <a:lnTo>
                    <a:pt x="1535453" y="3537212"/>
                  </a:lnTo>
                  <a:lnTo>
                    <a:pt x="1535547" y="3537212"/>
                  </a:lnTo>
                  <a:lnTo>
                    <a:pt x="1535641" y="3537212"/>
                  </a:lnTo>
                  <a:lnTo>
                    <a:pt x="1535735" y="3537212"/>
                  </a:lnTo>
                  <a:lnTo>
                    <a:pt x="1535829" y="3537212"/>
                  </a:lnTo>
                  <a:lnTo>
                    <a:pt x="1535923" y="3537212"/>
                  </a:lnTo>
                  <a:lnTo>
                    <a:pt x="1536017" y="3537212"/>
                  </a:lnTo>
                  <a:lnTo>
                    <a:pt x="1536017" y="3531932"/>
                  </a:lnTo>
                  <a:lnTo>
                    <a:pt x="1536111" y="3531932"/>
                  </a:lnTo>
                  <a:lnTo>
                    <a:pt x="1536205" y="3531932"/>
                  </a:lnTo>
                  <a:lnTo>
                    <a:pt x="1536299" y="3531932"/>
                  </a:lnTo>
                  <a:lnTo>
                    <a:pt x="1536393" y="3531932"/>
                  </a:lnTo>
                  <a:lnTo>
                    <a:pt x="1536487" y="3531932"/>
                  </a:lnTo>
                  <a:lnTo>
                    <a:pt x="1536581" y="3531932"/>
                  </a:lnTo>
                  <a:lnTo>
                    <a:pt x="1536675" y="3531932"/>
                  </a:lnTo>
                  <a:lnTo>
                    <a:pt x="1536769" y="3531932"/>
                  </a:lnTo>
                  <a:lnTo>
                    <a:pt x="1536863" y="3531932"/>
                  </a:lnTo>
                  <a:lnTo>
                    <a:pt x="1536957" y="3531932"/>
                  </a:lnTo>
                  <a:lnTo>
                    <a:pt x="1537051" y="3531932"/>
                  </a:lnTo>
                  <a:lnTo>
                    <a:pt x="1537145" y="3531932"/>
                  </a:lnTo>
                  <a:lnTo>
                    <a:pt x="1537239" y="3531932"/>
                  </a:lnTo>
                  <a:lnTo>
                    <a:pt x="1537333" y="3531932"/>
                  </a:lnTo>
                  <a:lnTo>
                    <a:pt x="1537427" y="3531932"/>
                  </a:lnTo>
                  <a:lnTo>
                    <a:pt x="1537521" y="3531932"/>
                  </a:lnTo>
                  <a:lnTo>
                    <a:pt x="1537615" y="3531932"/>
                  </a:lnTo>
                  <a:lnTo>
                    <a:pt x="1537709" y="3531932"/>
                  </a:lnTo>
                  <a:lnTo>
                    <a:pt x="1537803" y="3531932"/>
                  </a:lnTo>
                  <a:lnTo>
                    <a:pt x="1537897" y="3531932"/>
                  </a:lnTo>
                  <a:lnTo>
                    <a:pt x="1537897" y="3526653"/>
                  </a:lnTo>
                  <a:lnTo>
                    <a:pt x="1537991" y="3526653"/>
                  </a:lnTo>
                  <a:lnTo>
                    <a:pt x="1538085" y="3526653"/>
                  </a:lnTo>
                  <a:lnTo>
                    <a:pt x="1538180" y="3526653"/>
                  </a:lnTo>
                  <a:lnTo>
                    <a:pt x="1538274" y="3526653"/>
                  </a:lnTo>
                  <a:lnTo>
                    <a:pt x="1538368" y="3526653"/>
                  </a:lnTo>
                  <a:lnTo>
                    <a:pt x="1538462" y="3526653"/>
                  </a:lnTo>
                  <a:lnTo>
                    <a:pt x="1538556" y="3526653"/>
                  </a:lnTo>
                  <a:lnTo>
                    <a:pt x="1538650" y="3526653"/>
                  </a:lnTo>
                  <a:lnTo>
                    <a:pt x="1538744" y="3526653"/>
                  </a:lnTo>
                  <a:lnTo>
                    <a:pt x="1538838" y="3526653"/>
                  </a:lnTo>
                  <a:lnTo>
                    <a:pt x="1538932" y="3526653"/>
                  </a:lnTo>
                  <a:lnTo>
                    <a:pt x="1539026" y="3526653"/>
                  </a:lnTo>
                  <a:lnTo>
                    <a:pt x="1539120" y="3526653"/>
                  </a:lnTo>
                  <a:lnTo>
                    <a:pt x="1539214" y="3526653"/>
                  </a:lnTo>
                  <a:lnTo>
                    <a:pt x="1539308" y="3526653"/>
                  </a:lnTo>
                  <a:lnTo>
                    <a:pt x="1539402" y="3526653"/>
                  </a:lnTo>
                  <a:lnTo>
                    <a:pt x="1539496" y="3526653"/>
                  </a:lnTo>
                  <a:lnTo>
                    <a:pt x="1539590" y="3526653"/>
                  </a:lnTo>
                  <a:lnTo>
                    <a:pt x="1539684" y="3526653"/>
                  </a:lnTo>
                  <a:lnTo>
                    <a:pt x="1539778" y="3526653"/>
                  </a:lnTo>
                  <a:lnTo>
                    <a:pt x="1539872" y="3526653"/>
                  </a:lnTo>
                  <a:lnTo>
                    <a:pt x="1539966" y="3526653"/>
                  </a:lnTo>
                  <a:lnTo>
                    <a:pt x="1540060" y="3526653"/>
                  </a:lnTo>
                  <a:lnTo>
                    <a:pt x="1540154" y="3526653"/>
                  </a:lnTo>
                  <a:lnTo>
                    <a:pt x="1540248" y="3526653"/>
                  </a:lnTo>
                  <a:lnTo>
                    <a:pt x="1540342" y="3526653"/>
                  </a:lnTo>
                  <a:lnTo>
                    <a:pt x="1540436" y="3526653"/>
                  </a:lnTo>
                  <a:lnTo>
                    <a:pt x="1540530" y="3526653"/>
                  </a:lnTo>
                  <a:lnTo>
                    <a:pt x="1540624" y="3526653"/>
                  </a:lnTo>
                  <a:lnTo>
                    <a:pt x="1540718" y="3526653"/>
                  </a:lnTo>
                  <a:lnTo>
                    <a:pt x="1540812" y="3526653"/>
                  </a:lnTo>
                  <a:lnTo>
                    <a:pt x="1540906" y="3526653"/>
                  </a:lnTo>
                  <a:lnTo>
                    <a:pt x="1541000" y="3526653"/>
                  </a:lnTo>
                  <a:lnTo>
                    <a:pt x="1541094" y="3526653"/>
                  </a:lnTo>
                  <a:lnTo>
                    <a:pt x="1541188" y="3526653"/>
                  </a:lnTo>
                  <a:lnTo>
                    <a:pt x="1541282" y="3526653"/>
                  </a:lnTo>
                  <a:lnTo>
                    <a:pt x="1541376" y="3526653"/>
                  </a:lnTo>
                  <a:lnTo>
                    <a:pt x="1541470" y="3526653"/>
                  </a:lnTo>
                  <a:lnTo>
                    <a:pt x="1541564" y="3526653"/>
                  </a:lnTo>
                  <a:lnTo>
                    <a:pt x="1541658" y="3526653"/>
                  </a:lnTo>
                  <a:lnTo>
                    <a:pt x="1541753" y="3526653"/>
                  </a:lnTo>
                  <a:lnTo>
                    <a:pt x="1541753" y="3521374"/>
                  </a:lnTo>
                  <a:lnTo>
                    <a:pt x="1541847" y="3521374"/>
                  </a:lnTo>
                  <a:lnTo>
                    <a:pt x="1541941" y="3521374"/>
                  </a:lnTo>
                  <a:lnTo>
                    <a:pt x="1542035" y="3521374"/>
                  </a:lnTo>
                  <a:lnTo>
                    <a:pt x="1542129" y="3521374"/>
                  </a:lnTo>
                  <a:lnTo>
                    <a:pt x="1542223" y="3521374"/>
                  </a:lnTo>
                  <a:lnTo>
                    <a:pt x="1542317" y="3521374"/>
                  </a:lnTo>
                  <a:lnTo>
                    <a:pt x="1542411" y="3521374"/>
                  </a:lnTo>
                  <a:lnTo>
                    <a:pt x="1542411" y="3516094"/>
                  </a:lnTo>
                  <a:lnTo>
                    <a:pt x="1542505" y="3516094"/>
                  </a:lnTo>
                  <a:lnTo>
                    <a:pt x="1542599" y="3516094"/>
                  </a:lnTo>
                  <a:lnTo>
                    <a:pt x="1542693" y="3516094"/>
                  </a:lnTo>
                  <a:lnTo>
                    <a:pt x="1542787" y="3516094"/>
                  </a:lnTo>
                  <a:lnTo>
                    <a:pt x="1542881" y="3516094"/>
                  </a:lnTo>
                  <a:lnTo>
                    <a:pt x="1542975" y="3516094"/>
                  </a:lnTo>
                  <a:lnTo>
                    <a:pt x="1543069" y="3516094"/>
                  </a:lnTo>
                  <a:lnTo>
                    <a:pt x="1543163" y="3516094"/>
                  </a:lnTo>
                  <a:lnTo>
                    <a:pt x="1543257" y="3516094"/>
                  </a:lnTo>
                  <a:lnTo>
                    <a:pt x="1543351" y="3516094"/>
                  </a:lnTo>
                  <a:lnTo>
                    <a:pt x="1543445" y="3516094"/>
                  </a:lnTo>
                  <a:lnTo>
                    <a:pt x="1543539" y="3516094"/>
                  </a:lnTo>
                  <a:lnTo>
                    <a:pt x="1543633" y="3516094"/>
                  </a:lnTo>
                  <a:lnTo>
                    <a:pt x="1543727" y="3516094"/>
                  </a:lnTo>
                  <a:lnTo>
                    <a:pt x="1543821" y="3516094"/>
                  </a:lnTo>
                  <a:lnTo>
                    <a:pt x="1543915" y="3516094"/>
                  </a:lnTo>
                  <a:lnTo>
                    <a:pt x="1544009" y="3516094"/>
                  </a:lnTo>
                  <a:lnTo>
                    <a:pt x="1544103" y="3516094"/>
                  </a:lnTo>
                  <a:lnTo>
                    <a:pt x="1544197" y="3516094"/>
                  </a:lnTo>
                  <a:lnTo>
                    <a:pt x="1544291" y="3516094"/>
                  </a:lnTo>
                  <a:lnTo>
                    <a:pt x="1544385" y="3516094"/>
                  </a:lnTo>
                  <a:lnTo>
                    <a:pt x="1544479" y="3516094"/>
                  </a:lnTo>
                  <a:lnTo>
                    <a:pt x="1544573" y="3516094"/>
                  </a:lnTo>
                  <a:lnTo>
                    <a:pt x="1544667" y="3516094"/>
                  </a:lnTo>
                  <a:lnTo>
                    <a:pt x="1544761" y="3516094"/>
                  </a:lnTo>
                  <a:lnTo>
                    <a:pt x="1544855" y="3516094"/>
                  </a:lnTo>
                  <a:lnTo>
                    <a:pt x="1544949" y="3516094"/>
                  </a:lnTo>
                  <a:lnTo>
                    <a:pt x="1545043" y="3516094"/>
                  </a:lnTo>
                  <a:lnTo>
                    <a:pt x="1545137" y="3516094"/>
                  </a:lnTo>
                  <a:lnTo>
                    <a:pt x="1545231" y="3516094"/>
                  </a:lnTo>
                  <a:lnTo>
                    <a:pt x="1545326" y="3516094"/>
                  </a:lnTo>
                  <a:lnTo>
                    <a:pt x="1545420" y="3516094"/>
                  </a:lnTo>
                  <a:lnTo>
                    <a:pt x="1545514" y="3516094"/>
                  </a:lnTo>
                  <a:lnTo>
                    <a:pt x="1545608" y="3516094"/>
                  </a:lnTo>
                  <a:lnTo>
                    <a:pt x="1545702" y="3516094"/>
                  </a:lnTo>
                  <a:lnTo>
                    <a:pt x="1545796" y="3516094"/>
                  </a:lnTo>
                  <a:lnTo>
                    <a:pt x="1545890" y="3516094"/>
                  </a:lnTo>
                  <a:lnTo>
                    <a:pt x="1545984" y="3516094"/>
                  </a:lnTo>
                  <a:lnTo>
                    <a:pt x="1546078" y="3516094"/>
                  </a:lnTo>
                  <a:lnTo>
                    <a:pt x="1546172" y="3516094"/>
                  </a:lnTo>
                  <a:lnTo>
                    <a:pt x="1546266" y="3516094"/>
                  </a:lnTo>
                  <a:lnTo>
                    <a:pt x="1546360" y="3516094"/>
                  </a:lnTo>
                  <a:lnTo>
                    <a:pt x="1546454" y="3516094"/>
                  </a:lnTo>
                  <a:lnTo>
                    <a:pt x="1546548" y="3516094"/>
                  </a:lnTo>
                  <a:lnTo>
                    <a:pt x="1546642" y="3516094"/>
                  </a:lnTo>
                  <a:lnTo>
                    <a:pt x="1546736" y="3516094"/>
                  </a:lnTo>
                  <a:lnTo>
                    <a:pt x="1546830" y="3516094"/>
                  </a:lnTo>
                  <a:lnTo>
                    <a:pt x="1546924" y="3516094"/>
                  </a:lnTo>
                  <a:lnTo>
                    <a:pt x="1547018" y="3516094"/>
                  </a:lnTo>
                  <a:lnTo>
                    <a:pt x="1547112" y="3516094"/>
                  </a:lnTo>
                  <a:lnTo>
                    <a:pt x="1547206" y="3516094"/>
                  </a:lnTo>
                  <a:lnTo>
                    <a:pt x="1547300" y="3516094"/>
                  </a:lnTo>
                  <a:lnTo>
                    <a:pt x="1547394" y="3516094"/>
                  </a:lnTo>
                  <a:lnTo>
                    <a:pt x="1547488" y="3516094"/>
                  </a:lnTo>
                  <a:lnTo>
                    <a:pt x="1547582" y="3516094"/>
                  </a:lnTo>
                  <a:lnTo>
                    <a:pt x="1547676" y="3516094"/>
                  </a:lnTo>
                  <a:lnTo>
                    <a:pt x="1547770" y="3516094"/>
                  </a:lnTo>
                  <a:lnTo>
                    <a:pt x="1547864" y="3516094"/>
                  </a:lnTo>
                  <a:lnTo>
                    <a:pt x="1547958" y="3516094"/>
                  </a:lnTo>
                  <a:lnTo>
                    <a:pt x="1548052" y="3516094"/>
                  </a:lnTo>
                  <a:lnTo>
                    <a:pt x="1548146" y="3516094"/>
                  </a:lnTo>
                  <a:lnTo>
                    <a:pt x="1548240" y="3516094"/>
                  </a:lnTo>
                  <a:lnTo>
                    <a:pt x="1548334" y="3516094"/>
                  </a:lnTo>
                  <a:lnTo>
                    <a:pt x="1548428" y="3516094"/>
                  </a:lnTo>
                  <a:lnTo>
                    <a:pt x="1548522" y="3516094"/>
                  </a:lnTo>
                  <a:lnTo>
                    <a:pt x="1548616" y="3516094"/>
                  </a:lnTo>
                  <a:lnTo>
                    <a:pt x="1548710" y="3516094"/>
                  </a:lnTo>
                  <a:lnTo>
                    <a:pt x="1548805" y="3516094"/>
                  </a:lnTo>
                  <a:lnTo>
                    <a:pt x="1548899" y="3516094"/>
                  </a:lnTo>
                  <a:lnTo>
                    <a:pt x="1548993" y="3516094"/>
                  </a:lnTo>
                  <a:lnTo>
                    <a:pt x="1549087" y="3516094"/>
                  </a:lnTo>
                  <a:lnTo>
                    <a:pt x="1549181" y="3516094"/>
                  </a:lnTo>
                  <a:lnTo>
                    <a:pt x="1549275" y="3516094"/>
                  </a:lnTo>
                  <a:lnTo>
                    <a:pt x="1549369" y="3516094"/>
                  </a:lnTo>
                  <a:lnTo>
                    <a:pt x="1549463" y="3516094"/>
                  </a:lnTo>
                  <a:lnTo>
                    <a:pt x="1549557" y="3516094"/>
                  </a:lnTo>
                  <a:lnTo>
                    <a:pt x="1549651" y="3516094"/>
                  </a:lnTo>
                  <a:lnTo>
                    <a:pt x="1549745" y="3516094"/>
                  </a:lnTo>
                  <a:lnTo>
                    <a:pt x="1549839" y="3516094"/>
                  </a:lnTo>
                  <a:lnTo>
                    <a:pt x="1549933" y="3516094"/>
                  </a:lnTo>
                  <a:lnTo>
                    <a:pt x="1550027" y="3516094"/>
                  </a:lnTo>
                  <a:lnTo>
                    <a:pt x="1550121" y="3516094"/>
                  </a:lnTo>
                  <a:lnTo>
                    <a:pt x="1550215" y="3516094"/>
                  </a:lnTo>
                  <a:lnTo>
                    <a:pt x="1550309" y="3516094"/>
                  </a:lnTo>
                  <a:lnTo>
                    <a:pt x="1550403" y="3516094"/>
                  </a:lnTo>
                  <a:lnTo>
                    <a:pt x="1550497" y="3516094"/>
                  </a:lnTo>
                  <a:lnTo>
                    <a:pt x="1550591" y="3516094"/>
                  </a:lnTo>
                  <a:lnTo>
                    <a:pt x="1550685" y="3516094"/>
                  </a:lnTo>
                  <a:lnTo>
                    <a:pt x="1550779" y="3516094"/>
                  </a:lnTo>
                  <a:lnTo>
                    <a:pt x="1550873" y="3516094"/>
                  </a:lnTo>
                  <a:lnTo>
                    <a:pt x="1550967" y="3516094"/>
                  </a:lnTo>
                  <a:lnTo>
                    <a:pt x="1551061" y="3516094"/>
                  </a:lnTo>
                  <a:lnTo>
                    <a:pt x="1551155" y="3516094"/>
                  </a:lnTo>
                  <a:lnTo>
                    <a:pt x="1551249" y="3516094"/>
                  </a:lnTo>
                  <a:lnTo>
                    <a:pt x="1551343" y="3516094"/>
                  </a:lnTo>
                  <a:lnTo>
                    <a:pt x="1551437" y="3516094"/>
                  </a:lnTo>
                  <a:lnTo>
                    <a:pt x="1551531" y="3516094"/>
                  </a:lnTo>
                  <a:lnTo>
                    <a:pt x="1551625" y="3516094"/>
                  </a:lnTo>
                  <a:lnTo>
                    <a:pt x="1551719" y="3516094"/>
                  </a:lnTo>
                  <a:lnTo>
                    <a:pt x="1551813" y="3516094"/>
                  </a:lnTo>
                  <a:lnTo>
                    <a:pt x="1551907" y="3516094"/>
                  </a:lnTo>
                  <a:lnTo>
                    <a:pt x="1552001" y="3516094"/>
                  </a:lnTo>
                  <a:lnTo>
                    <a:pt x="1552001" y="3510815"/>
                  </a:lnTo>
                  <a:lnTo>
                    <a:pt x="1552095" y="3510815"/>
                  </a:lnTo>
                  <a:lnTo>
                    <a:pt x="1552189" y="3510815"/>
                  </a:lnTo>
                  <a:lnTo>
                    <a:pt x="1552283" y="3510815"/>
                  </a:lnTo>
                  <a:lnTo>
                    <a:pt x="1552378" y="3510815"/>
                  </a:lnTo>
                  <a:lnTo>
                    <a:pt x="1552472" y="3510815"/>
                  </a:lnTo>
                  <a:lnTo>
                    <a:pt x="1552566" y="3510815"/>
                  </a:lnTo>
                  <a:lnTo>
                    <a:pt x="1552660" y="3510815"/>
                  </a:lnTo>
                  <a:lnTo>
                    <a:pt x="1552754" y="3510815"/>
                  </a:lnTo>
                  <a:lnTo>
                    <a:pt x="1552848" y="3510815"/>
                  </a:lnTo>
                  <a:lnTo>
                    <a:pt x="1552942" y="3510815"/>
                  </a:lnTo>
                  <a:lnTo>
                    <a:pt x="1553036" y="3510815"/>
                  </a:lnTo>
                  <a:lnTo>
                    <a:pt x="1553130" y="3510815"/>
                  </a:lnTo>
                  <a:lnTo>
                    <a:pt x="1553224" y="3510815"/>
                  </a:lnTo>
                  <a:lnTo>
                    <a:pt x="1553318" y="3510815"/>
                  </a:lnTo>
                  <a:lnTo>
                    <a:pt x="1553412" y="3510815"/>
                  </a:lnTo>
                  <a:lnTo>
                    <a:pt x="1553506" y="3510815"/>
                  </a:lnTo>
                  <a:lnTo>
                    <a:pt x="1553600" y="3510815"/>
                  </a:lnTo>
                  <a:lnTo>
                    <a:pt x="1553694" y="3510815"/>
                  </a:lnTo>
                  <a:lnTo>
                    <a:pt x="1553788" y="3510815"/>
                  </a:lnTo>
                  <a:lnTo>
                    <a:pt x="1553882" y="3510815"/>
                  </a:lnTo>
                  <a:lnTo>
                    <a:pt x="1553976" y="3510815"/>
                  </a:lnTo>
                  <a:lnTo>
                    <a:pt x="1554070" y="3510815"/>
                  </a:lnTo>
                  <a:lnTo>
                    <a:pt x="1554164" y="3510815"/>
                  </a:lnTo>
                  <a:lnTo>
                    <a:pt x="1554258" y="3510815"/>
                  </a:lnTo>
                  <a:lnTo>
                    <a:pt x="1554352" y="3510815"/>
                  </a:lnTo>
                  <a:lnTo>
                    <a:pt x="1554446" y="3510815"/>
                  </a:lnTo>
                  <a:lnTo>
                    <a:pt x="1554540" y="3510815"/>
                  </a:lnTo>
                  <a:lnTo>
                    <a:pt x="1554634" y="3510815"/>
                  </a:lnTo>
                  <a:lnTo>
                    <a:pt x="1554728" y="3510815"/>
                  </a:lnTo>
                  <a:lnTo>
                    <a:pt x="1554822" y="3510815"/>
                  </a:lnTo>
                  <a:lnTo>
                    <a:pt x="1554822" y="3505535"/>
                  </a:lnTo>
                  <a:lnTo>
                    <a:pt x="1554916" y="3505535"/>
                  </a:lnTo>
                  <a:lnTo>
                    <a:pt x="1555010" y="3505535"/>
                  </a:lnTo>
                  <a:lnTo>
                    <a:pt x="1555104" y="3505535"/>
                  </a:lnTo>
                  <a:lnTo>
                    <a:pt x="1555198" y="3505535"/>
                  </a:lnTo>
                  <a:lnTo>
                    <a:pt x="1555292" y="3505535"/>
                  </a:lnTo>
                  <a:lnTo>
                    <a:pt x="1555386" y="3505535"/>
                  </a:lnTo>
                  <a:lnTo>
                    <a:pt x="1555480" y="3505535"/>
                  </a:lnTo>
                  <a:lnTo>
                    <a:pt x="1555574" y="3505535"/>
                  </a:lnTo>
                  <a:lnTo>
                    <a:pt x="1555668" y="3505535"/>
                  </a:lnTo>
                  <a:lnTo>
                    <a:pt x="1555762" y="3505535"/>
                  </a:lnTo>
                  <a:lnTo>
                    <a:pt x="1555856" y="3505535"/>
                  </a:lnTo>
                  <a:lnTo>
                    <a:pt x="1555951" y="3505535"/>
                  </a:lnTo>
                  <a:lnTo>
                    <a:pt x="1556045" y="3505535"/>
                  </a:lnTo>
                  <a:lnTo>
                    <a:pt x="1556139" y="3505535"/>
                  </a:lnTo>
                  <a:lnTo>
                    <a:pt x="1556233" y="3505535"/>
                  </a:lnTo>
                  <a:lnTo>
                    <a:pt x="1556233" y="3500256"/>
                  </a:lnTo>
                  <a:lnTo>
                    <a:pt x="1556327" y="3500256"/>
                  </a:lnTo>
                  <a:lnTo>
                    <a:pt x="1556421" y="3500256"/>
                  </a:lnTo>
                  <a:lnTo>
                    <a:pt x="1556515" y="3500256"/>
                  </a:lnTo>
                  <a:lnTo>
                    <a:pt x="1556609" y="3500256"/>
                  </a:lnTo>
                  <a:lnTo>
                    <a:pt x="1556703" y="3500256"/>
                  </a:lnTo>
                  <a:lnTo>
                    <a:pt x="1556797" y="3500256"/>
                  </a:lnTo>
                  <a:lnTo>
                    <a:pt x="1556891" y="3500256"/>
                  </a:lnTo>
                  <a:lnTo>
                    <a:pt x="1556985" y="3500256"/>
                  </a:lnTo>
                  <a:lnTo>
                    <a:pt x="1557079" y="3500256"/>
                  </a:lnTo>
                  <a:lnTo>
                    <a:pt x="1557173" y="3500256"/>
                  </a:lnTo>
                  <a:lnTo>
                    <a:pt x="1557267" y="3500256"/>
                  </a:lnTo>
                  <a:lnTo>
                    <a:pt x="1557361" y="3500256"/>
                  </a:lnTo>
                  <a:lnTo>
                    <a:pt x="1557455" y="3500256"/>
                  </a:lnTo>
                  <a:lnTo>
                    <a:pt x="1557549" y="3500256"/>
                  </a:lnTo>
                  <a:lnTo>
                    <a:pt x="1557643" y="3500256"/>
                  </a:lnTo>
                  <a:lnTo>
                    <a:pt x="1557737" y="3500256"/>
                  </a:lnTo>
                  <a:lnTo>
                    <a:pt x="1557831" y="3500256"/>
                  </a:lnTo>
                  <a:lnTo>
                    <a:pt x="1557925" y="3500256"/>
                  </a:lnTo>
                  <a:lnTo>
                    <a:pt x="1558019" y="3500256"/>
                  </a:lnTo>
                  <a:lnTo>
                    <a:pt x="1558113" y="3500256"/>
                  </a:lnTo>
                  <a:lnTo>
                    <a:pt x="1558207" y="3500256"/>
                  </a:lnTo>
                  <a:lnTo>
                    <a:pt x="1558301" y="3500256"/>
                  </a:lnTo>
                  <a:lnTo>
                    <a:pt x="1558395" y="3500256"/>
                  </a:lnTo>
                  <a:lnTo>
                    <a:pt x="1558489" y="3500256"/>
                  </a:lnTo>
                  <a:lnTo>
                    <a:pt x="1558583" y="3500256"/>
                  </a:lnTo>
                  <a:lnTo>
                    <a:pt x="1558677" y="3500256"/>
                  </a:lnTo>
                  <a:lnTo>
                    <a:pt x="1558771" y="3500256"/>
                  </a:lnTo>
                  <a:lnTo>
                    <a:pt x="1558865" y="3500256"/>
                  </a:lnTo>
                  <a:lnTo>
                    <a:pt x="1558959" y="3500256"/>
                  </a:lnTo>
                  <a:lnTo>
                    <a:pt x="1559053" y="3500256"/>
                  </a:lnTo>
                  <a:lnTo>
                    <a:pt x="1559147" y="3500256"/>
                  </a:lnTo>
                  <a:lnTo>
                    <a:pt x="1559241" y="3500256"/>
                  </a:lnTo>
                  <a:lnTo>
                    <a:pt x="1559335" y="3500256"/>
                  </a:lnTo>
                  <a:lnTo>
                    <a:pt x="1559429" y="3500256"/>
                  </a:lnTo>
                  <a:lnTo>
                    <a:pt x="1559524" y="3500256"/>
                  </a:lnTo>
                  <a:lnTo>
                    <a:pt x="1559618" y="3500256"/>
                  </a:lnTo>
                  <a:lnTo>
                    <a:pt x="1559712" y="3500256"/>
                  </a:lnTo>
                  <a:lnTo>
                    <a:pt x="1559806" y="3500256"/>
                  </a:lnTo>
                  <a:lnTo>
                    <a:pt x="1559900" y="3500256"/>
                  </a:lnTo>
                  <a:lnTo>
                    <a:pt x="1559994" y="3500256"/>
                  </a:lnTo>
                  <a:lnTo>
                    <a:pt x="1560088" y="3500256"/>
                  </a:lnTo>
                  <a:lnTo>
                    <a:pt x="1560182" y="3500256"/>
                  </a:lnTo>
                  <a:lnTo>
                    <a:pt x="1560276" y="3500256"/>
                  </a:lnTo>
                  <a:lnTo>
                    <a:pt x="1560370" y="3500256"/>
                  </a:lnTo>
                  <a:lnTo>
                    <a:pt x="1560370" y="3494976"/>
                  </a:lnTo>
                  <a:lnTo>
                    <a:pt x="1560464" y="3494976"/>
                  </a:lnTo>
                  <a:lnTo>
                    <a:pt x="1560558" y="3494976"/>
                  </a:lnTo>
                  <a:lnTo>
                    <a:pt x="1560652" y="3494976"/>
                  </a:lnTo>
                  <a:lnTo>
                    <a:pt x="1560746" y="3494976"/>
                  </a:lnTo>
                  <a:lnTo>
                    <a:pt x="1560840" y="3494976"/>
                  </a:lnTo>
                  <a:lnTo>
                    <a:pt x="1560934" y="3494976"/>
                  </a:lnTo>
                  <a:lnTo>
                    <a:pt x="1561028" y="3494976"/>
                  </a:lnTo>
                  <a:lnTo>
                    <a:pt x="1561122" y="3494976"/>
                  </a:lnTo>
                  <a:lnTo>
                    <a:pt x="1561216" y="3494976"/>
                  </a:lnTo>
                  <a:lnTo>
                    <a:pt x="1561310" y="3494976"/>
                  </a:lnTo>
                  <a:lnTo>
                    <a:pt x="1561404" y="3494976"/>
                  </a:lnTo>
                  <a:lnTo>
                    <a:pt x="1561498" y="3494976"/>
                  </a:lnTo>
                  <a:lnTo>
                    <a:pt x="1561592" y="3494976"/>
                  </a:lnTo>
                  <a:lnTo>
                    <a:pt x="1561686" y="3494976"/>
                  </a:lnTo>
                  <a:lnTo>
                    <a:pt x="1561780" y="3494976"/>
                  </a:lnTo>
                  <a:lnTo>
                    <a:pt x="1561874" y="3494976"/>
                  </a:lnTo>
                  <a:lnTo>
                    <a:pt x="1561968" y="3494976"/>
                  </a:lnTo>
                  <a:lnTo>
                    <a:pt x="1562062" y="3494976"/>
                  </a:lnTo>
                  <a:lnTo>
                    <a:pt x="1562156" y="3494976"/>
                  </a:lnTo>
                  <a:lnTo>
                    <a:pt x="1562250" y="3494976"/>
                  </a:lnTo>
                  <a:lnTo>
                    <a:pt x="1562344" y="3494976"/>
                  </a:lnTo>
                  <a:lnTo>
                    <a:pt x="1562438" y="3494976"/>
                  </a:lnTo>
                  <a:lnTo>
                    <a:pt x="1562532" y="3494976"/>
                  </a:lnTo>
                  <a:lnTo>
                    <a:pt x="1562626" y="3494976"/>
                  </a:lnTo>
                  <a:lnTo>
                    <a:pt x="1562720" y="3494976"/>
                  </a:lnTo>
                  <a:lnTo>
                    <a:pt x="1562814" y="3494976"/>
                  </a:lnTo>
                  <a:lnTo>
                    <a:pt x="1562908" y="3494976"/>
                  </a:lnTo>
                  <a:lnTo>
                    <a:pt x="1562908" y="3489697"/>
                  </a:lnTo>
                  <a:lnTo>
                    <a:pt x="1563003" y="3489697"/>
                  </a:lnTo>
                  <a:lnTo>
                    <a:pt x="1563097" y="3489697"/>
                  </a:lnTo>
                  <a:lnTo>
                    <a:pt x="1563191" y="3489697"/>
                  </a:lnTo>
                  <a:lnTo>
                    <a:pt x="1563285" y="3489697"/>
                  </a:lnTo>
                  <a:lnTo>
                    <a:pt x="1563379" y="3489697"/>
                  </a:lnTo>
                  <a:lnTo>
                    <a:pt x="1563473" y="3489697"/>
                  </a:lnTo>
                  <a:lnTo>
                    <a:pt x="1563567" y="3489697"/>
                  </a:lnTo>
                  <a:lnTo>
                    <a:pt x="1563661" y="3489697"/>
                  </a:lnTo>
                  <a:lnTo>
                    <a:pt x="1563661" y="3484418"/>
                  </a:lnTo>
                  <a:lnTo>
                    <a:pt x="1563755" y="3484418"/>
                  </a:lnTo>
                  <a:lnTo>
                    <a:pt x="1563849" y="3484418"/>
                  </a:lnTo>
                  <a:lnTo>
                    <a:pt x="1563943" y="3484418"/>
                  </a:lnTo>
                  <a:lnTo>
                    <a:pt x="1564037" y="3484418"/>
                  </a:lnTo>
                  <a:lnTo>
                    <a:pt x="1564131" y="3484418"/>
                  </a:lnTo>
                  <a:lnTo>
                    <a:pt x="1564225" y="3484418"/>
                  </a:lnTo>
                  <a:lnTo>
                    <a:pt x="1564319" y="3484418"/>
                  </a:lnTo>
                  <a:lnTo>
                    <a:pt x="1564413" y="3484418"/>
                  </a:lnTo>
                  <a:lnTo>
                    <a:pt x="1564507" y="3484418"/>
                  </a:lnTo>
                  <a:lnTo>
                    <a:pt x="1564601" y="3484418"/>
                  </a:lnTo>
                  <a:lnTo>
                    <a:pt x="1564695" y="3484418"/>
                  </a:lnTo>
                  <a:lnTo>
                    <a:pt x="1564789" y="3484418"/>
                  </a:lnTo>
                  <a:lnTo>
                    <a:pt x="1564883" y="3484418"/>
                  </a:lnTo>
                  <a:lnTo>
                    <a:pt x="1564977" y="3484418"/>
                  </a:lnTo>
                  <a:lnTo>
                    <a:pt x="1565071" y="3484418"/>
                  </a:lnTo>
                  <a:lnTo>
                    <a:pt x="1565165" y="3484418"/>
                  </a:lnTo>
                  <a:lnTo>
                    <a:pt x="1565259" y="3484418"/>
                  </a:lnTo>
                  <a:lnTo>
                    <a:pt x="1565353" y="3484418"/>
                  </a:lnTo>
                  <a:lnTo>
                    <a:pt x="1565447" y="3484418"/>
                  </a:lnTo>
                  <a:lnTo>
                    <a:pt x="1565541" y="3484418"/>
                  </a:lnTo>
                  <a:lnTo>
                    <a:pt x="1565635" y="3484418"/>
                  </a:lnTo>
                  <a:lnTo>
                    <a:pt x="1565729" y="3484418"/>
                  </a:lnTo>
                  <a:lnTo>
                    <a:pt x="1565823" y="3484418"/>
                  </a:lnTo>
                  <a:lnTo>
                    <a:pt x="1565917" y="3484418"/>
                  </a:lnTo>
                  <a:lnTo>
                    <a:pt x="1566011" y="3484418"/>
                  </a:lnTo>
                  <a:lnTo>
                    <a:pt x="1566105" y="3484418"/>
                  </a:lnTo>
                  <a:lnTo>
                    <a:pt x="1566199" y="3484418"/>
                  </a:lnTo>
                  <a:lnTo>
                    <a:pt x="1566293" y="3484418"/>
                  </a:lnTo>
                  <a:lnTo>
                    <a:pt x="1566387" y="3484418"/>
                  </a:lnTo>
                  <a:lnTo>
                    <a:pt x="1566481" y="3484418"/>
                  </a:lnTo>
                  <a:lnTo>
                    <a:pt x="1566576" y="3484418"/>
                  </a:lnTo>
                  <a:lnTo>
                    <a:pt x="1566670" y="3484418"/>
                  </a:lnTo>
                  <a:lnTo>
                    <a:pt x="1566764" y="3484418"/>
                  </a:lnTo>
                  <a:lnTo>
                    <a:pt x="1566858" y="3484418"/>
                  </a:lnTo>
                  <a:lnTo>
                    <a:pt x="1566952" y="3484418"/>
                  </a:lnTo>
                  <a:lnTo>
                    <a:pt x="1567046" y="3484418"/>
                  </a:lnTo>
                  <a:lnTo>
                    <a:pt x="1567140" y="3484418"/>
                  </a:lnTo>
                  <a:lnTo>
                    <a:pt x="1567234" y="3484418"/>
                  </a:lnTo>
                  <a:lnTo>
                    <a:pt x="1567328" y="3484418"/>
                  </a:lnTo>
                  <a:lnTo>
                    <a:pt x="1567422" y="3484418"/>
                  </a:lnTo>
                  <a:lnTo>
                    <a:pt x="1567516" y="3484418"/>
                  </a:lnTo>
                  <a:lnTo>
                    <a:pt x="1567610" y="3484418"/>
                  </a:lnTo>
                  <a:lnTo>
                    <a:pt x="1567704" y="3484418"/>
                  </a:lnTo>
                  <a:lnTo>
                    <a:pt x="1567798" y="3484418"/>
                  </a:lnTo>
                  <a:lnTo>
                    <a:pt x="1567892" y="3484418"/>
                  </a:lnTo>
                  <a:lnTo>
                    <a:pt x="1567986" y="3484418"/>
                  </a:lnTo>
                  <a:lnTo>
                    <a:pt x="1568080" y="3484418"/>
                  </a:lnTo>
                  <a:lnTo>
                    <a:pt x="1568174" y="3484418"/>
                  </a:lnTo>
                  <a:lnTo>
                    <a:pt x="1568268" y="3484418"/>
                  </a:lnTo>
                  <a:lnTo>
                    <a:pt x="1568362" y="3484418"/>
                  </a:lnTo>
                  <a:lnTo>
                    <a:pt x="1568456" y="3484418"/>
                  </a:lnTo>
                  <a:lnTo>
                    <a:pt x="1568550" y="3484418"/>
                  </a:lnTo>
                  <a:lnTo>
                    <a:pt x="1568644" y="3484418"/>
                  </a:lnTo>
                  <a:lnTo>
                    <a:pt x="1568738" y="3484418"/>
                  </a:lnTo>
                  <a:lnTo>
                    <a:pt x="1568832" y="3484418"/>
                  </a:lnTo>
                  <a:lnTo>
                    <a:pt x="1568926" y="3484418"/>
                  </a:lnTo>
                  <a:lnTo>
                    <a:pt x="1568926" y="3479138"/>
                  </a:lnTo>
                  <a:lnTo>
                    <a:pt x="1569020" y="3479138"/>
                  </a:lnTo>
                  <a:lnTo>
                    <a:pt x="1569114" y="3479138"/>
                  </a:lnTo>
                  <a:lnTo>
                    <a:pt x="1569208" y="3479138"/>
                  </a:lnTo>
                  <a:lnTo>
                    <a:pt x="1569302" y="3479138"/>
                  </a:lnTo>
                  <a:lnTo>
                    <a:pt x="1569396" y="3479138"/>
                  </a:lnTo>
                  <a:lnTo>
                    <a:pt x="1569490" y="3479138"/>
                  </a:lnTo>
                  <a:lnTo>
                    <a:pt x="1569584" y="3479138"/>
                  </a:lnTo>
                  <a:lnTo>
                    <a:pt x="1569678" y="3479138"/>
                  </a:lnTo>
                  <a:lnTo>
                    <a:pt x="1569772" y="3479138"/>
                  </a:lnTo>
                  <a:lnTo>
                    <a:pt x="1569866" y="3479138"/>
                  </a:lnTo>
                  <a:lnTo>
                    <a:pt x="1569960" y="3479138"/>
                  </a:lnTo>
                  <a:lnTo>
                    <a:pt x="1570054" y="3479138"/>
                  </a:lnTo>
                  <a:lnTo>
                    <a:pt x="1570149" y="3479138"/>
                  </a:lnTo>
                  <a:lnTo>
                    <a:pt x="1570243" y="3479138"/>
                  </a:lnTo>
                  <a:lnTo>
                    <a:pt x="1570337" y="3479138"/>
                  </a:lnTo>
                  <a:lnTo>
                    <a:pt x="1570431" y="3479138"/>
                  </a:lnTo>
                  <a:lnTo>
                    <a:pt x="1570525" y="3479138"/>
                  </a:lnTo>
                  <a:lnTo>
                    <a:pt x="1570619" y="3479138"/>
                  </a:lnTo>
                  <a:lnTo>
                    <a:pt x="1570713" y="3479138"/>
                  </a:lnTo>
                  <a:lnTo>
                    <a:pt x="1570807" y="3479138"/>
                  </a:lnTo>
                  <a:lnTo>
                    <a:pt x="1570901" y="3479138"/>
                  </a:lnTo>
                  <a:lnTo>
                    <a:pt x="1570995" y="3479138"/>
                  </a:lnTo>
                  <a:lnTo>
                    <a:pt x="1571089" y="3479138"/>
                  </a:lnTo>
                  <a:lnTo>
                    <a:pt x="1571183" y="3479138"/>
                  </a:lnTo>
                  <a:lnTo>
                    <a:pt x="1571277" y="3479138"/>
                  </a:lnTo>
                  <a:lnTo>
                    <a:pt x="1571371" y="3479138"/>
                  </a:lnTo>
                  <a:lnTo>
                    <a:pt x="1571465" y="3479138"/>
                  </a:lnTo>
                  <a:lnTo>
                    <a:pt x="1571559" y="3479138"/>
                  </a:lnTo>
                  <a:lnTo>
                    <a:pt x="1571653" y="3479138"/>
                  </a:lnTo>
                  <a:lnTo>
                    <a:pt x="1571747" y="3479138"/>
                  </a:lnTo>
                  <a:lnTo>
                    <a:pt x="1571841" y="3479138"/>
                  </a:lnTo>
                  <a:lnTo>
                    <a:pt x="1571935" y="3479138"/>
                  </a:lnTo>
                  <a:lnTo>
                    <a:pt x="1572029" y="3479138"/>
                  </a:lnTo>
                  <a:lnTo>
                    <a:pt x="1572123" y="3479138"/>
                  </a:lnTo>
                  <a:lnTo>
                    <a:pt x="1572217" y="3479138"/>
                  </a:lnTo>
                  <a:lnTo>
                    <a:pt x="1572311" y="3479138"/>
                  </a:lnTo>
                  <a:lnTo>
                    <a:pt x="1572405" y="3479138"/>
                  </a:lnTo>
                  <a:lnTo>
                    <a:pt x="1572499" y="3479138"/>
                  </a:lnTo>
                  <a:lnTo>
                    <a:pt x="1572593" y="3479138"/>
                  </a:lnTo>
                  <a:lnTo>
                    <a:pt x="1572687" y="3479138"/>
                  </a:lnTo>
                  <a:lnTo>
                    <a:pt x="1572781" y="3479138"/>
                  </a:lnTo>
                  <a:lnTo>
                    <a:pt x="1572875" y="3479138"/>
                  </a:lnTo>
                  <a:lnTo>
                    <a:pt x="1572969" y="3479138"/>
                  </a:lnTo>
                  <a:lnTo>
                    <a:pt x="1573063" y="3479138"/>
                  </a:lnTo>
                  <a:lnTo>
                    <a:pt x="1573157" y="3479138"/>
                  </a:lnTo>
                  <a:lnTo>
                    <a:pt x="1573251" y="3479138"/>
                  </a:lnTo>
                  <a:lnTo>
                    <a:pt x="1573345" y="3479138"/>
                  </a:lnTo>
                  <a:lnTo>
                    <a:pt x="1573439" y="3479138"/>
                  </a:lnTo>
                  <a:lnTo>
                    <a:pt x="1573533" y="3479138"/>
                  </a:lnTo>
                  <a:lnTo>
                    <a:pt x="1573628" y="3479138"/>
                  </a:lnTo>
                  <a:lnTo>
                    <a:pt x="1573722" y="3479138"/>
                  </a:lnTo>
                  <a:lnTo>
                    <a:pt x="1573816" y="3479138"/>
                  </a:lnTo>
                  <a:lnTo>
                    <a:pt x="1573910" y="3479138"/>
                  </a:lnTo>
                  <a:lnTo>
                    <a:pt x="1574004" y="3479138"/>
                  </a:lnTo>
                  <a:lnTo>
                    <a:pt x="1574098" y="3479138"/>
                  </a:lnTo>
                  <a:lnTo>
                    <a:pt x="1574192" y="3479138"/>
                  </a:lnTo>
                  <a:lnTo>
                    <a:pt x="1574286" y="3479138"/>
                  </a:lnTo>
                  <a:lnTo>
                    <a:pt x="1574380" y="3479138"/>
                  </a:lnTo>
                  <a:lnTo>
                    <a:pt x="1574380" y="3473859"/>
                  </a:lnTo>
                  <a:lnTo>
                    <a:pt x="1574474" y="3473859"/>
                  </a:lnTo>
                  <a:lnTo>
                    <a:pt x="1574568" y="3473859"/>
                  </a:lnTo>
                  <a:lnTo>
                    <a:pt x="1574662" y="3473859"/>
                  </a:lnTo>
                  <a:lnTo>
                    <a:pt x="1574756" y="3473859"/>
                  </a:lnTo>
                  <a:lnTo>
                    <a:pt x="1574850" y="3473859"/>
                  </a:lnTo>
                  <a:lnTo>
                    <a:pt x="1574944" y="3473859"/>
                  </a:lnTo>
                  <a:lnTo>
                    <a:pt x="1575038" y="3473859"/>
                  </a:lnTo>
                  <a:lnTo>
                    <a:pt x="1575132" y="3473859"/>
                  </a:lnTo>
                  <a:lnTo>
                    <a:pt x="1575226" y="3473859"/>
                  </a:lnTo>
                  <a:lnTo>
                    <a:pt x="1575320" y="3473859"/>
                  </a:lnTo>
                  <a:lnTo>
                    <a:pt x="1575414" y="3473859"/>
                  </a:lnTo>
                  <a:lnTo>
                    <a:pt x="1575508" y="3473859"/>
                  </a:lnTo>
                  <a:lnTo>
                    <a:pt x="1575602" y="3473859"/>
                  </a:lnTo>
                  <a:lnTo>
                    <a:pt x="1575696" y="3473859"/>
                  </a:lnTo>
                  <a:lnTo>
                    <a:pt x="1575790" y="3473859"/>
                  </a:lnTo>
                  <a:lnTo>
                    <a:pt x="1575884" y="3473859"/>
                  </a:lnTo>
                  <a:lnTo>
                    <a:pt x="1575978" y="3473859"/>
                  </a:lnTo>
                  <a:lnTo>
                    <a:pt x="1576072" y="3473859"/>
                  </a:lnTo>
                  <a:lnTo>
                    <a:pt x="1576166" y="3473859"/>
                  </a:lnTo>
                  <a:lnTo>
                    <a:pt x="1576260" y="3473859"/>
                  </a:lnTo>
                  <a:lnTo>
                    <a:pt x="1576354" y="3473859"/>
                  </a:lnTo>
                  <a:lnTo>
                    <a:pt x="1576448" y="3473859"/>
                  </a:lnTo>
                  <a:lnTo>
                    <a:pt x="1576542" y="3473859"/>
                  </a:lnTo>
                  <a:lnTo>
                    <a:pt x="1576636" y="3473859"/>
                  </a:lnTo>
                  <a:lnTo>
                    <a:pt x="1576730" y="3473859"/>
                  </a:lnTo>
                  <a:lnTo>
                    <a:pt x="1576824" y="3473859"/>
                  </a:lnTo>
                  <a:lnTo>
                    <a:pt x="1576918" y="3473859"/>
                  </a:lnTo>
                  <a:lnTo>
                    <a:pt x="1577012" y="3473859"/>
                  </a:lnTo>
                  <a:lnTo>
                    <a:pt x="1577106" y="3473859"/>
                  </a:lnTo>
                  <a:lnTo>
                    <a:pt x="1577201" y="3473859"/>
                  </a:lnTo>
                  <a:lnTo>
                    <a:pt x="1577295" y="3473859"/>
                  </a:lnTo>
                  <a:lnTo>
                    <a:pt x="1577389" y="3473859"/>
                  </a:lnTo>
                  <a:lnTo>
                    <a:pt x="1577483" y="3473859"/>
                  </a:lnTo>
                  <a:lnTo>
                    <a:pt x="1577577" y="3473859"/>
                  </a:lnTo>
                  <a:lnTo>
                    <a:pt x="1577671" y="3473859"/>
                  </a:lnTo>
                  <a:lnTo>
                    <a:pt x="1577765" y="3473859"/>
                  </a:lnTo>
                  <a:lnTo>
                    <a:pt x="1577859" y="3473859"/>
                  </a:lnTo>
                  <a:lnTo>
                    <a:pt x="1577953" y="3473859"/>
                  </a:lnTo>
                  <a:lnTo>
                    <a:pt x="1578047" y="3473859"/>
                  </a:lnTo>
                  <a:lnTo>
                    <a:pt x="1578141" y="3473859"/>
                  </a:lnTo>
                  <a:lnTo>
                    <a:pt x="1578235" y="3473859"/>
                  </a:lnTo>
                  <a:lnTo>
                    <a:pt x="1578329" y="3473859"/>
                  </a:lnTo>
                  <a:lnTo>
                    <a:pt x="1578423" y="3473859"/>
                  </a:lnTo>
                  <a:lnTo>
                    <a:pt x="1578517" y="3473859"/>
                  </a:lnTo>
                  <a:lnTo>
                    <a:pt x="1578517" y="3468579"/>
                  </a:lnTo>
                  <a:lnTo>
                    <a:pt x="1578611" y="3468579"/>
                  </a:lnTo>
                  <a:lnTo>
                    <a:pt x="1578705" y="3468579"/>
                  </a:lnTo>
                  <a:lnTo>
                    <a:pt x="1578799" y="3468579"/>
                  </a:lnTo>
                  <a:lnTo>
                    <a:pt x="1578893" y="3468579"/>
                  </a:lnTo>
                  <a:lnTo>
                    <a:pt x="1578987" y="3468579"/>
                  </a:lnTo>
                  <a:lnTo>
                    <a:pt x="1579081" y="3468579"/>
                  </a:lnTo>
                  <a:lnTo>
                    <a:pt x="1579175" y="3468579"/>
                  </a:lnTo>
                  <a:lnTo>
                    <a:pt x="1579269" y="3468579"/>
                  </a:lnTo>
                  <a:lnTo>
                    <a:pt x="1579363" y="3468579"/>
                  </a:lnTo>
                  <a:lnTo>
                    <a:pt x="1579457" y="3468579"/>
                  </a:lnTo>
                  <a:lnTo>
                    <a:pt x="1579457" y="3463300"/>
                  </a:lnTo>
                  <a:lnTo>
                    <a:pt x="1579551" y="3463300"/>
                  </a:lnTo>
                  <a:lnTo>
                    <a:pt x="1579645" y="3463300"/>
                  </a:lnTo>
                  <a:lnTo>
                    <a:pt x="1579739" y="3463300"/>
                  </a:lnTo>
                  <a:lnTo>
                    <a:pt x="1579833" y="3463300"/>
                  </a:lnTo>
                  <a:lnTo>
                    <a:pt x="1579927" y="3463300"/>
                  </a:lnTo>
                  <a:lnTo>
                    <a:pt x="1580021" y="3463300"/>
                  </a:lnTo>
                  <a:lnTo>
                    <a:pt x="1580115" y="3463300"/>
                  </a:lnTo>
                  <a:lnTo>
                    <a:pt x="1580209" y="3463300"/>
                  </a:lnTo>
                  <a:lnTo>
                    <a:pt x="1580303" y="3463300"/>
                  </a:lnTo>
                  <a:lnTo>
                    <a:pt x="1580397" y="3463300"/>
                  </a:lnTo>
                  <a:lnTo>
                    <a:pt x="1580491" y="3463300"/>
                  </a:lnTo>
                  <a:lnTo>
                    <a:pt x="1580585" y="3463300"/>
                  </a:lnTo>
                  <a:lnTo>
                    <a:pt x="1580679" y="3463300"/>
                  </a:lnTo>
                  <a:lnTo>
                    <a:pt x="1580774" y="3463300"/>
                  </a:lnTo>
                  <a:lnTo>
                    <a:pt x="1580868" y="3463300"/>
                  </a:lnTo>
                  <a:lnTo>
                    <a:pt x="1580962" y="3463300"/>
                  </a:lnTo>
                  <a:lnTo>
                    <a:pt x="1581056" y="3463300"/>
                  </a:lnTo>
                  <a:lnTo>
                    <a:pt x="1581150" y="3463300"/>
                  </a:lnTo>
                  <a:lnTo>
                    <a:pt x="1581244" y="3463300"/>
                  </a:lnTo>
                  <a:lnTo>
                    <a:pt x="1581338" y="3463300"/>
                  </a:lnTo>
                  <a:lnTo>
                    <a:pt x="1581432" y="3463300"/>
                  </a:lnTo>
                  <a:lnTo>
                    <a:pt x="1581526" y="3463300"/>
                  </a:lnTo>
                  <a:lnTo>
                    <a:pt x="1581620" y="3463300"/>
                  </a:lnTo>
                  <a:lnTo>
                    <a:pt x="1581714" y="3463300"/>
                  </a:lnTo>
                  <a:lnTo>
                    <a:pt x="1581808" y="3463300"/>
                  </a:lnTo>
                  <a:lnTo>
                    <a:pt x="1581902" y="3463300"/>
                  </a:lnTo>
                  <a:lnTo>
                    <a:pt x="1581996" y="3463300"/>
                  </a:lnTo>
                  <a:lnTo>
                    <a:pt x="1582090" y="3463300"/>
                  </a:lnTo>
                  <a:lnTo>
                    <a:pt x="1582184" y="3463300"/>
                  </a:lnTo>
                  <a:lnTo>
                    <a:pt x="1582278" y="3463300"/>
                  </a:lnTo>
                  <a:lnTo>
                    <a:pt x="1582372" y="3463300"/>
                  </a:lnTo>
                  <a:lnTo>
                    <a:pt x="1582466" y="3463300"/>
                  </a:lnTo>
                  <a:lnTo>
                    <a:pt x="1582560" y="3463300"/>
                  </a:lnTo>
                  <a:lnTo>
                    <a:pt x="1582654" y="3463300"/>
                  </a:lnTo>
                  <a:lnTo>
                    <a:pt x="1582748" y="3463300"/>
                  </a:lnTo>
                  <a:lnTo>
                    <a:pt x="1582842" y="3463300"/>
                  </a:lnTo>
                  <a:lnTo>
                    <a:pt x="1582936" y="3463300"/>
                  </a:lnTo>
                  <a:lnTo>
                    <a:pt x="1583030" y="3463300"/>
                  </a:lnTo>
                  <a:lnTo>
                    <a:pt x="1583124" y="3463300"/>
                  </a:lnTo>
                  <a:lnTo>
                    <a:pt x="1583218" y="3463300"/>
                  </a:lnTo>
                  <a:lnTo>
                    <a:pt x="1583312" y="3463300"/>
                  </a:lnTo>
                  <a:lnTo>
                    <a:pt x="1583406" y="3463300"/>
                  </a:lnTo>
                  <a:lnTo>
                    <a:pt x="1583500" y="3463300"/>
                  </a:lnTo>
                  <a:lnTo>
                    <a:pt x="1583594" y="3463300"/>
                  </a:lnTo>
                  <a:lnTo>
                    <a:pt x="1583688" y="3463300"/>
                  </a:lnTo>
                  <a:lnTo>
                    <a:pt x="1583782" y="3463300"/>
                  </a:lnTo>
                  <a:lnTo>
                    <a:pt x="1583876" y="3463300"/>
                  </a:lnTo>
                  <a:lnTo>
                    <a:pt x="1583970" y="3463300"/>
                  </a:lnTo>
                  <a:lnTo>
                    <a:pt x="1584064" y="3463300"/>
                  </a:lnTo>
                  <a:lnTo>
                    <a:pt x="1584158" y="3463300"/>
                  </a:lnTo>
                  <a:lnTo>
                    <a:pt x="1584158" y="3458020"/>
                  </a:lnTo>
                  <a:lnTo>
                    <a:pt x="1584253" y="3458020"/>
                  </a:lnTo>
                  <a:lnTo>
                    <a:pt x="1584347" y="3458020"/>
                  </a:lnTo>
                  <a:lnTo>
                    <a:pt x="1584441" y="3458020"/>
                  </a:lnTo>
                  <a:lnTo>
                    <a:pt x="1584535" y="3458020"/>
                  </a:lnTo>
                  <a:lnTo>
                    <a:pt x="1584629" y="3458020"/>
                  </a:lnTo>
                  <a:lnTo>
                    <a:pt x="1584723" y="3458020"/>
                  </a:lnTo>
                  <a:lnTo>
                    <a:pt x="1584817" y="3458020"/>
                  </a:lnTo>
                  <a:lnTo>
                    <a:pt x="1584911" y="3458020"/>
                  </a:lnTo>
                  <a:lnTo>
                    <a:pt x="1585005" y="3458020"/>
                  </a:lnTo>
                  <a:lnTo>
                    <a:pt x="1585099" y="3458020"/>
                  </a:lnTo>
                  <a:lnTo>
                    <a:pt x="1585193" y="3458020"/>
                  </a:lnTo>
                  <a:lnTo>
                    <a:pt x="1585287" y="3458020"/>
                  </a:lnTo>
                  <a:lnTo>
                    <a:pt x="1585381" y="3458020"/>
                  </a:lnTo>
                  <a:lnTo>
                    <a:pt x="1585475" y="3458020"/>
                  </a:lnTo>
                  <a:lnTo>
                    <a:pt x="1585569" y="3458020"/>
                  </a:lnTo>
                  <a:lnTo>
                    <a:pt x="1585569" y="3452741"/>
                  </a:lnTo>
                  <a:lnTo>
                    <a:pt x="1585663" y="3452741"/>
                  </a:lnTo>
                  <a:lnTo>
                    <a:pt x="1585757" y="3452741"/>
                  </a:lnTo>
                  <a:lnTo>
                    <a:pt x="1585851" y="3452741"/>
                  </a:lnTo>
                  <a:lnTo>
                    <a:pt x="1585945" y="3452741"/>
                  </a:lnTo>
                  <a:lnTo>
                    <a:pt x="1586039" y="3452741"/>
                  </a:lnTo>
                  <a:lnTo>
                    <a:pt x="1586133" y="3452741"/>
                  </a:lnTo>
                  <a:lnTo>
                    <a:pt x="1586227" y="3452741"/>
                  </a:lnTo>
                  <a:lnTo>
                    <a:pt x="1586321" y="3452741"/>
                  </a:lnTo>
                  <a:lnTo>
                    <a:pt x="1586415" y="3452741"/>
                  </a:lnTo>
                  <a:lnTo>
                    <a:pt x="1586509" y="3452741"/>
                  </a:lnTo>
                  <a:lnTo>
                    <a:pt x="1586603" y="3452741"/>
                  </a:lnTo>
                  <a:lnTo>
                    <a:pt x="1586697" y="3452741"/>
                  </a:lnTo>
                  <a:lnTo>
                    <a:pt x="1586791" y="3452741"/>
                  </a:lnTo>
                  <a:lnTo>
                    <a:pt x="1586885" y="3452741"/>
                  </a:lnTo>
                  <a:lnTo>
                    <a:pt x="1586979" y="3452741"/>
                  </a:lnTo>
                  <a:lnTo>
                    <a:pt x="1587073" y="3452741"/>
                  </a:lnTo>
                  <a:lnTo>
                    <a:pt x="1587167" y="3452741"/>
                  </a:lnTo>
                  <a:lnTo>
                    <a:pt x="1587261" y="3452741"/>
                  </a:lnTo>
                  <a:lnTo>
                    <a:pt x="1587355" y="3452741"/>
                  </a:lnTo>
                  <a:lnTo>
                    <a:pt x="1587449" y="3452741"/>
                  </a:lnTo>
                  <a:lnTo>
                    <a:pt x="1587543" y="3452741"/>
                  </a:lnTo>
                  <a:lnTo>
                    <a:pt x="1587637" y="3452741"/>
                  </a:lnTo>
                  <a:lnTo>
                    <a:pt x="1587637" y="3447462"/>
                  </a:lnTo>
                  <a:lnTo>
                    <a:pt x="1587731" y="3447462"/>
                  </a:lnTo>
                  <a:lnTo>
                    <a:pt x="1587826" y="3447462"/>
                  </a:lnTo>
                  <a:lnTo>
                    <a:pt x="1587920" y="3447462"/>
                  </a:lnTo>
                  <a:lnTo>
                    <a:pt x="1588014" y="3447462"/>
                  </a:lnTo>
                  <a:lnTo>
                    <a:pt x="1588108" y="3447462"/>
                  </a:lnTo>
                  <a:lnTo>
                    <a:pt x="1588202" y="3447462"/>
                  </a:lnTo>
                  <a:lnTo>
                    <a:pt x="1588296" y="3447462"/>
                  </a:lnTo>
                  <a:lnTo>
                    <a:pt x="1588390" y="3447462"/>
                  </a:lnTo>
                  <a:lnTo>
                    <a:pt x="1588484" y="3447462"/>
                  </a:lnTo>
                  <a:lnTo>
                    <a:pt x="1588578" y="3447462"/>
                  </a:lnTo>
                  <a:lnTo>
                    <a:pt x="1588672" y="3447462"/>
                  </a:lnTo>
                  <a:lnTo>
                    <a:pt x="1588766" y="3447462"/>
                  </a:lnTo>
                  <a:lnTo>
                    <a:pt x="1588860" y="3447462"/>
                  </a:lnTo>
                  <a:lnTo>
                    <a:pt x="1588954" y="3447462"/>
                  </a:lnTo>
                  <a:lnTo>
                    <a:pt x="1589048" y="3447462"/>
                  </a:lnTo>
                  <a:lnTo>
                    <a:pt x="1589142" y="3447462"/>
                  </a:lnTo>
                  <a:lnTo>
                    <a:pt x="1589236" y="3447462"/>
                  </a:lnTo>
                  <a:lnTo>
                    <a:pt x="1589330" y="3447462"/>
                  </a:lnTo>
                  <a:lnTo>
                    <a:pt x="1589424" y="3447462"/>
                  </a:lnTo>
                  <a:lnTo>
                    <a:pt x="1589518" y="3447462"/>
                  </a:lnTo>
                  <a:lnTo>
                    <a:pt x="1589518" y="3442182"/>
                  </a:lnTo>
                  <a:lnTo>
                    <a:pt x="1589612" y="3442182"/>
                  </a:lnTo>
                  <a:lnTo>
                    <a:pt x="1589706" y="3442182"/>
                  </a:lnTo>
                  <a:lnTo>
                    <a:pt x="1589800" y="3442182"/>
                  </a:lnTo>
                  <a:lnTo>
                    <a:pt x="1589894" y="3442182"/>
                  </a:lnTo>
                  <a:lnTo>
                    <a:pt x="1589988" y="3442182"/>
                  </a:lnTo>
                  <a:lnTo>
                    <a:pt x="1590082" y="3442182"/>
                  </a:lnTo>
                  <a:lnTo>
                    <a:pt x="1590176" y="3442182"/>
                  </a:lnTo>
                  <a:lnTo>
                    <a:pt x="1590270" y="3442182"/>
                  </a:lnTo>
                  <a:lnTo>
                    <a:pt x="1590364" y="3442182"/>
                  </a:lnTo>
                  <a:lnTo>
                    <a:pt x="1590458" y="3442182"/>
                  </a:lnTo>
                  <a:lnTo>
                    <a:pt x="1590552" y="3442182"/>
                  </a:lnTo>
                  <a:lnTo>
                    <a:pt x="1590646" y="3442182"/>
                  </a:lnTo>
                  <a:lnTo>
                    <a:pt x="1590740" y="3442182"/>
                  </a:lnTo>
                  <a:lnTo>
                    <a:pt x="1590834" y="3442182"/>
                  </a:lnTo>
                  <a:lnTo>
                    <a:pt x="1590928" y="3442182"/>
                  </a:lnTo>
                  <a:lnTo>
                    <a:pt x="1591022" y="3442182"/>
                  </a:lnTo>
                  <a:lnTo>
                    <a:pt x="1591116" y="3442182"/>
                  </a:lnTo>
                  <a:lnTo>
                    <a:pt x="1591210" y="3442182"/>
                  </a:lnTo>
                  <a:lnTo>
                    <a:pt x="1591304" y="3442182"/>
                  </a:lnTo>
                  <a:lnTo>
                    <a:pt x="1591399" y="3442182"/>
                  </a:lnTo>
                  <a:lnTo>
                    <a:pt x="1591493" y="3442182"/>
                  </a:lnTo>
                  <a:lnTo>
                    <a:pt x="1591587" y="3442182"/>
                  </a:lnTo>
                  <a:lnTo>
                    <a:pt x="1591681" y="3442182"/>
                  </a:lnTo>
                  <a:lnTo>
                    <a:pt x="1591775" y="3442182"/>
                  </a:lnTo>
                  <a:lnTo>
                    <a:pt x="1591869" y="3442182"/>
                  </a:lnTo>
                  <a:lnTo>
                    <a:pt x="1591963" y="3442182"/>
                  </a:lnTo>
                  <a:lnTo>
                    <a:pt x="1592057" y="3442182"/>
                  </a:lnTo>
                  <a:lnTo>
                    <a:pt x="1592151" y="3442182"/>
                  </a:lnTo>
                  <a:lnTo>
                    <a:pt x="1592245" y="3442182"/>
                  </a:lnTo>
                  <a:lnTo>
                    <a:pt x="1592339" y="3442182"/>
                  </a:lnTo>
                  <a:lnTo>
                    <a:pt x="1592433" y="3442182"/>
                  </a:lnTo>
                  <a:lnTo>
                    <a:pt x="1592527" y="3442182"/>
                  </a:lnTo>
                  <a:lnTo>
                    <a:pt x="1592621" y="3442182"/>
                  </a:lnTo>
                  <a:lnTo>
                    <a:pt x="1592715" y="3442182"/>
                  </a:lnTo>
                  <a:lnTo>
                    <a:pt x="1592809" y="3442182"/>
                  </a:lnTo>
                  <a:lnTo>
                    <a:pt x="1592903" y="3442182"/>
                  </a:lnTo>
                  <a:lnTo>
                    <a:pt x="1592997" y="3442182"/>
                  </a:lnTo>
                  <a:lnTo>
                    <a:pt x="1593091" y="3442182"/>
                  </a:lnTo>
                  <a:lnTo>
                    <a:pt x="1593185" y="3442182"/>
                  </a:lnTo>
                  <a:lnTo>
                    <a:pt x="1593279" y="3442182"/>
                  </a:lnTo>
                  <a:lnTo>
                    <a:pt x="1593373" y="3442182"/>
                  </a:lnTo>
                  <a:lnTo>
                    <a:pt x="1593467" y="3442182"/>
                  </a:lnTo>
                  <a:lnTo>
                    <a:pt x="1593561" y="3442182"/>
                  </a:lnTo>
                  <a:lnTo>
                    <a:pt x="1593655" y="3442182"/>
                  </a:lnTo>
                  <a:lnTo>
                    <a:pt x="1593749" y="3442182"/>
                  </a:lnTo>
                  <a:lnTo>
                    <a:pt x="1593843" y="3442182"/>
                  </a:lnTo>
                  <a:lnTo>
                    <a:pt x="1593937" y="3442182"/>
                  </a:lnTo>
                  <a:lnTo>
                    <a:pt x="1594031" y="3442182"/>
                  </a:lnTo>
                  <a:lnTo>
                    <a:pt x="1594125" y="3442182"/>
                  </a:lnTo>
                  <a:lnTo>
                    <a:pt x="1594219" y="3442182"/>
                  </a:lnTo>
                  <a:lnTo>
                    <a:pt x="1594313" y="3442182"/>
                  </a:lnTo>
                  <a:lnTo>
                    <a:pt x="1594407" y="3442182"/>
                  </a:lnTo>
                  <a:lnTo>
                    <a:pt x="1594501" y="3442182"/>
                  </a:lnTo>
                  <a:lnTo>
                    <a:pt x="1594595" y="3442182"/>
                  </a:lnTo>
                  <a:lnTo>
                    <a:pt x="1594689" y="3442182"/>
                  </a:lnTo>
                  <a:lnTo>
                    <a:pt x="1594783" y="3442182"/>
                  </a:lnTo>
                  <a:lnTo>
                    <a:pt x="1594783" y="3436903"/>
                  </a:lnTo>
                  <a:lnTo>
                    <a:pt x="1594878" y="3436903"/>
                  </a:lnTo>
                  <a:lnTo>
                    <a:pt x="1594972" y="3436903"/>
                  </a:lnTo>
                  <a:lnTo>
                    <a:pt x="1595066" y="3436903"/>
                  </a:lnTo>
                  <a:lnTo>
                    <a:pt x="1595160" y="3436903"/>
                  </a:lnTo>
                  <a:lnTo>
                    <a:pt x="1595254" y="3436903"/>
                  </a:lnTo>
                  <a:lnTo>
                    <a:pt x="1595348" y="3436903"/>
                  </a:lnTo>
                  <a:lnTo>
                    <a:pt x="1595442" y="3436903"/>
                  </a:lnTo>
                  <a:lnTo>
                    <a:pt x="1595536" y="3436903"/>
                  </a:lnTo>
                  <a:lnTo>
                    <a:pt x="1595630" y="3436903"/>
                  </a:lnTo>
                  <a:lnTo>
                    <a:pt x="1595724" y="3436903"/>
                  </a:lnTo>
                  <a:lnTo>
                    <a:pt x="1595818" y="3436903"/>
                  </a:lnTo>
                  <a:lnTo>
                    <a:pt x="1595912" y="3436903"/>
                  </a:lnTo>
                  <a:lnTo>
                    <a:pt x="1596006" y="3436903"/>
                  </a:lnTo>
                  <a:lnTo>
                    <a:pt x="1596100" y="3436903"/>
                  </a:lnTo>
                  <a:lnTo>
                    <a:pt x="1596194" y="3436903"/>
                  </a:lnTo>
                  <a:lnTo>
                    <a:pt x="1596288" y="3436903"/>
                  </a:lnTo>
                  <a:lnTo>
                    <a:pt x="1596382" y="3436903"/>
                  </a:lnTo>
                  <a:lnTo>
                    <a:pt x="1596476" y="3436903"/>
                  </a:lnTo>
                  <a:lnTo>
                    <a:pt x="1596570" y="3436903"/>
                  </a:lnTo>
                  <a:lnTo>
                    <a:pt x="1596664" y="3436903"/>
                  </a:lnTo>
                  <a:lnTo>
                    <a:pt x="1596758" y="3436903"/>
                  </a:lnTo>
                  <a:lnTo>
                    <a:pt x="1596852" y="3436903"/>
                  </a:lnTo>
                  <a:lnTo>
                    <a:pt x="1596946" y="3436903"/>
                  </a:lnTo>
                  <a:lnTo>
                    <a:pt x="1597040" y="3436903"/>
                  </a:lnTo>
                  <a:lnTo>
                    <a:pt x="1597134" y="3436903"/>
                  </a:lnTo>
                  <a:lnTo>
                    <a:pt x="1597228" y="3436903"/>
                  </a:lnTo>
                  <a:lnTo>
                    <a:pt x="1597322" y="3436903"/>
                  </a:lnTo>
                  <a:lnTo>
                    <a:pt x="1597416" y="3436903"/>
                  </a:lnTo>
                  <a:lnTo>
                    <a:pt x="1597510" y="3436903"/>
                  </a:lnTo>
                  <a:lnTo>
                    <a:pt x="1597604" y="3436903"/>
                  </a:lnTo>
                  <a:lnTo>
                    <a:pt x="1597698" y="3436903"/>
                  </a:lnTo>
                  <a:lnTo>
                    <a:pt x="1597792" y="3436903"/>
                  </a:lnTo>
                  <a:lnTo>
                    <a:pt x="1597886" y="3436903"/>
                  </a:lnTo>
                  <a:lnTo>
                    <a:pt x="1597980" y="3436903"/>
                  </a:lnTo>
                  <a:lnTo>
                    <a:pt x="1598074" y="3436903"/>
                  </a:lnTo>
                  <a:lnTo>
                    <a:pt x="1598168" y="3436903"/>
                  </a:lnTo>
                  <a:lnTo>
                    <a:pt x="1598262" y="3436903"/>
                  </a:lnTo>
                  <a:lnTo>
                    <a:pt x="1598356" y="3436903"/>
                  </a:lnTo>
                  <a:lnTo>
                    <a:pt x="1598451" y="3436903"/>
                  </a:lnTo>
                  <a:lnTo>
                    <a:pt x="1598545" y="3436903"/>
                  </a:lnTo>
                  <a:lnTo>
                    <a:pt x="1598639" y="3436903"/>
                  </a:lnTo>
                  <a:lnTo>
                    <a:pt x="1598733" y="3436903"/>
                  </a:lnTo>
                  <a:lnTo>
                    <a:pt x="1598827" y="3436903"/>
                  </a:lnTo>
                  <a:lnTo>
                    <a:pt x="1598921" y="3436903"/>
                  </a:lnTo>
                  <a:lnTo>
                    <a:pt x="1599015" y="3436903"/>
                  </a:lnTo>
                  <a:lnTo>
                    <a:pt x="1599109" y="3436903"/>
                  </a:lnTo>
                  <a:lnTo>
                    <a:pt x="1599203" y="3436903"/>
                  </a:lnTo>
                  <a:lnTo>
                    <a:pt x="1599297" y="3436903"/>
                  </a:lnTo>
                  <a:lnTo>
                    <a:pt x="1599391" y="3436903"/>
                  </a:lnTo>
                  <a:lnTo>
                    <a:pt x="1599485" y="3436903"/>
                  </a:lnTo>
                  <a:lnTo>
                    <a:pt x="1599579" y="3436903"/>
                  </a:lnTo>
                  <a:lnTo>
                    <a:pt x="1599673" y="3436903"/>
                  </a:lnTo>
                  <a:lnTo>
                    <a:pt x="1599767" y="3436903"/>
                  </a:lnTo>
                  <a:lnTo>
                    <a:pt x="1599861" y="3436903"/>
                  </a:lnTo>
                  <a:lnTo>
                    <a:pt x="1599955" y="3436903"/>
                  </a:lnTo>
                  <a:lnTo>
                    <a:pt x="1600049" y="3436903"/>
                  </a:lnTo>
                  <a:lnTo>
                    <a:pt x="1600143" y="3436903"/>
                  </a:lnTo>
                  <a:lnTo>
                    <a:pt x="1600237" y="3436903"/>
                  </a:lnTo>
                  <a:lnTo>
                    <a:pt x="1600331" y="3436903"/>
                  </a:lnTo>
                  <a:lnTo>
                    <a:pt x="1600425" y="3436903"/>
                  </a:lnTo>
                  <a:lnTo>
                    <a:pt x="1600519" y="3436903"/>
                  </a:lnTo>
                  <a:lnTo>
                    <a:pt x="1600613" y="3436903"/>
                  </a:lnTo>
                  <a:lnTo>
                    <a:pt x="1600707" y="3436903"/>
                  </a:lnTo>
                  <a:lnTo>
                    <a:pt x="1600801" y="3436903"/>
                  </a:lnTo>
                  <a:lnTo>
                    <a:pt x="1600895" y="3436903"/>
                  </a:lnTo>
                  <a:lnTo>
                    <a:pt x="1600989" y="3436903"/>
                  </a:lnTo>
                  <a:lnTo>
                    <a:pt x="1601083" y="3436903"/>
                  </a:lnTo>
                  <a:lnTo>
                    <a:pt x="1601177" y="3436903"/>
                  </a:lnTo>
                  <a:lnTo>
                    <a:pt x="1601271" y="3436903"/>
                  </a:lnTo>
                  <a:lnTo>
                    <a:pt x="1601365" y="3436903"/>
                  </a:lnTo>
                  <a:lnTo>
                    <a:pt x="1601459" y="3436903"/>
                  </a:lnTo>
                  <a:lnTo>
                    <a:pt x="1601553" y="3436903"/>
                  </a:lnTo>
                  <a:lnTo>
                    <a:pt x="1601647" y="3436903"/>
                  </a:lnTo>
                  <a:lnTo>
                    <a:pt x="1601741" y="3436903"/>
                  </a:lnTo>
                  <a:lnTo>
                    <a:pt x="1601835" y="3436903"/>
                  </a:lnTo>
                  <a:lnTo>
                    <a:pt x="1601929" y="3436903"/>
                  </a:lnTo>
                  <a:lnTo>
                    <a:pt x="1602024" y="3436903"/>
                  </a:lnTo>
                  <a:lnTo>
                    <a:pt x="1602118" y="3436903"/>
                  </a:lnTo>
                  <a:lnTo>
                    <a:pt x="1602212" y="3436903"/>
                  </a:lnTo>
                  <a:lnTo>
                    <a:pt x="1602306" y="3436903"/>
                  </a:lnTo>
                  <a:lnTo>
                    <a:pt x="1602400" y="3436903"/>
                  </a:lnTo>
                  <a:lnTo>
                    <a:pt x="1602494" y="3436903"/>
                  </a:lnTo>
                  <a:lnTo>
                    <a:pt x="1602588" y="3436903"/>
                  </a:lnTo>
                  <a:lnTo>
                    <a:pt x="1602682" y="3436903"/>
                  </a:lnTo>
                  <a:lnTo>
                    <a:pt x="1602776" y="3436903"/>
                  </a:lnTo>
                  <a:lnTo>
                    <a:pt x="1602870" y="3436903"/>
                  </a:lnTo>
                  <a:lnTo>
                    <a:pt x="1602964" y="3436903"/>
                  </a:lnTo>
                  <a:lnTo>
                    <a:pt x="1603058" y="3436903"/>
                  </a:lnTo>
                  <a:lnTo>
                    <a:pt x="1603152" y="3436903"/>
                  </a:lnTo>
                  <a:lnTo>
                    <a:pt x="1603246" y="3436903"/>
                  </a:lnTo>
                  <a:lnTo>
                    <a:pt x="1603340" y="3436903"/>
                  </a:lnTo>
                  <a:lnTo>
                    <a:pt x="1603434" y="3436903"/>
                  </a:lnTo>
                  <a:lnTo>
                    <a:pt x="1603528" y="3436903"/>
                  </a:lnTo>
                  <a:lnTo>
                    <a:pt x="1603622" y="3436903"/>
                  </a:lnTo>
                  <a:lnTo>
                    <a:pt x="1603716" y="3436903"/>
                  </a:lnTo>
                  <a:lnTo>
                    <a:pt x="1603810" y="3436903"/>
                  </a:lnTo>
                  <a:lnTo>
                    <a:pt x="1603904" y="3436903"/>
                  </a:lnTo>
                  <a:lnTo>
                    <a:pt x="1603998" y="3436903"/>
                  </a:lnTo>
                  <a:lnTo>
                    <a:pt x="1604092" y="3436903"/>
                  </a:lnTo>
                  <a:lnTo>
                    <a:pt x="1604186" y="3436903"/>
                  </a:lnTo>
                  <a:lnTo>
                    <a:pt x="1604280" y="3436903"/>
                  </a:lnTo>
                  <a:lnTo>
                    <a:pt x="1604374" y="3436903"/>
                  </a:lnTo>
                  <a:lnTo>
                    <a:pt x="1604468" y="3436903"/>
                  </a:lnTo>
                  <a:lnTo>
                    <a:pt x="1604562" y="3436903"/>
                  </a:lnTo>
                  <a:lnTo>
                    <a:pt x="1604656" y="3436903"/>
                  </a:lnTo>
                  <a:lnTo>
                    <a:pt x="1604750" y="3436903"/>
                  </a:lnTo>
                  <a:lnTo>
                    <a:pt x="1604844" y="3436903"/>
                  </a:lnTo>
                  <a:lnTo>
                    <a:pt x="1604938" y="3436903"/>
                  </a:lnTo>
                  <a:lnTo>
                    <a:pt x="1605032" y="3436903"/>
                  </a:lnTo>
                  <a:lnTo>
                    <a:pt x="1605126" y="3436903"/>
                  </a:lnTo>
                  <a:lnTo>
                    <a:pt x="1605126" y="3431623"/>
                  </a:lnTo>
                  <a:lnTo>
                    <a:pt x="1605220" y="3431623"/>
                  </a:lnTo>
                  <a:lnTo>
                    <a:pt x="1605314" y="3431623"/>
                  </a:lnTo>
                  <a:lnTo>
                    <a:pt x="1605408" y="3431623"/>
                  </a:lnTo>
                  <a:lnTo>
                    <a:pt x="1605502" y="3431623"/>
                  </a:lnTo>
                  <a:lnTo>
                    <a:pt x="1605597" y="3431623"/>
                  </a:lnTo>
                  <a:lnTo>
                    <a:pt x="1605691" y="3431623"/>
                  </a:lnTo>
                  <a:lnTo>
                    <a:pt x="1605785" y="3431623"/>
                  </a:lnTo>
                  <a:lnTo>
                    <a:pt x="1605879" y="3431623"/>
                  </a:lnTo>
                  <a:lnTo>
                    <a:pt x="1605973" y="3431623"/>
                  </a:lnTo>
                  <a:lnTo>
                    <a:pt x="1606067" y="3431623"/>
                  </a:lnTo>
                  <a:lnTo>
                    <a:pt x="1606161" y="3431623"/>
                  </a:lnTo>
                  <a:lnTo>
                    <a:pt x="1606255" y="3431623"/>
                  </a:lnTo>
                  <a:lnTo>
                    <a:pt x="1606349" y="3431623"/>
                  </a:lnTo>
                  <a:lnTo>
                    <a:pt x="1606443" y="3431623"/>
                  </a:lnTo>
                  <a:lnTo>
                    <a:pt x="1606537" y="3431623"/>
                  </a:lnTo>
                  <a:lnTo>
                    <a:pt x="1606631" y="3431623"/>
                  </a:lnTo>
                  <a:lnTo>
                    <a:pt x="1606725" y="3431623"/>
                  </a:lnTo>
                  <a:lnTo>
                    <a:pt x="1606819" y="3431623"/>
                  </a:lnTo>
                  <a:lnTo>
                    <a:pt x="1606913" y="3431623"/>
                  </a:lnTo>
                  <a:lnTo>
                    <a:pt x="1607007" y="3431623"/>
                  </a:lnTo>
                  <a:lnTo>
                    <a:pt x="1607101" y="3431623"/>
                  </a:lnTo>
                  <a:lnTo>
                    <a:pt x="1607195" y="3431623"/>
                  </a:lnTo>
                  <a:lnTo>
                    <a:pt x="1607289" y="3431623"/>
                  </a:lnTo>
                  <a:lnTo>
                    <a:pt x="1607383" y="3431623"/>
                  </a:lnTo>
                  <a:lnTo>
                    <a:pt x="1607477" y="3431623"/>
                  </a:lnTo>
                  <a:lnTo>
                    <a:pt x="1607571" y="3431623"/>
                  </a:lnTo>
                  <a:lnTo>
                    <a:pt x="1607665" y="3431623"/>
                  </a:lnTo>
                  <a:lnTo>
                    <a:pt x="1607759" y="3431623"/>
                  </a:lnTo>
                  <a:lnTo>
                    <a:pt x="1607853" y="3431623"/>
                  </a:lnTo>
                  <a:lnTo>
                    <a:pt x="1607947" y="3431623"/>
                  </a:lnTo>
                  <a:lnTo>
                    <a:pt x="1608041" y="3431623"/>
                  </a:lnTo>
                  <a:lnTo>
                    <a:pt x="1608135" y="3431623"/>
                  </a:lnTo>
                  <a:lnTo>
                    <a:pt x="1608229" y="3431623"/>
                  </a:lnTo>
                  <a:lnTo>
                    <a:pt x="1608323" y="3431623"/>
                  </a:lnTo>
                  <a:lnTo>
                    <a:pt x="1608417" y="3431623"/>
                  </a:lnTo>
                  <a:lnTo>
                    <a:pt x="1608511" y="3431623"/>
                  </a:lnTo>
                  <a:lnTo>
                    <a:pt x="1608605" y="3431623"/>
                  </a:lnTo>
                  <a:lnTo>
                    <a:pt x="1608699" y="3431623"/>
                  </a:lnTo>
                  <a:lnTo>
                    <a:pt x="1608793" y="3431623"/>
                  </a:lnTo>
                  <a:lnTo>
                    <a:pt x="1608887" y="3431623"/>
                  </a:lnTo>
                  <a:lnTo>
                    <a:pt x="1608981" y="3431623"/>
                  </a:lnTo>
                  <a:lnTo>
                    <a:pt x="1609076" y="3431623"/>
                  </a:lnTo>
                  <a:lnTo>
                    <a:pt x="1609170" y="3431623"/>
                  </a:lnTo>
                  <a:lnTo>
                    <a:pt x="1609264" y="3431623"/>
                  </a:lnTo>
                  <a:lnTo>
                    <a:pt x="1609358" y="3431623"/>
                  </a:lnTo>
                  <a:lnTo>
                    <a:pt x="1609452" y="3431623"/>
                  </a:lnTo>
                  <a:lnTo>
                    <a:pt x="1609546" y="3431623"/>
                  </a:lnTo>
                  <a:lnTo>
                    <a:pt x="1609640" y="3431623"/>
                  </a:lnTo>
                  <a:lnTo>
                    <a:pt x="1609734" y="3431623"/>
                  </a:lnTo>
                  <a:lnTo>
                    <a:pt x="1609828" y="3431623"/>
                  </a:lnTo>
                  <a:lnTo>
                    <a:pt x="1609922" y="3431623"/>
                  </a:lnTo>
                  <a:lnTo>
                    <a:pt x="1610016" y="3431623"/>
                  </a:lnTo>
                  <a:lnTo>
                    <a:pt x="1610110" y="3431623"/>
                  </a:lnTo>
                  <a:lnTo>
                    <a:pt x="1610204" y="3431623"/>
                  </a:lnTo>
                  <a:lnTo>
                    <a:pt x="1610298" y="3431623"/>
                  </a:lnTo>
                  <a:lnTo>
                    <a:pt x="1610392" y="3431623"/>
                  </a:lnTo>
                  <a:lnTo>
                    <a:pt x="1610486" y="3431623"/>
                  </a:lnTo>
                  <a:lnTo>
                    <a:pt x="1610580" y="3431623"/>
                  </a:lnTo>
                  <a:lnTo>
                    <a:pt x="1610674" y="3431623"/>
                  </a:lnTo>
                  <a:lnTo>
                    <a:pt x="1610768" y="3431623"/>
                  </a:lnTo>
                  <a:lnTo>
                    <a:pt x="1610862" y="3431623"/>
                  </a:lnTo>
                  <a:lnTo>
                    <a:pt x="1610956" y="3431623"/>
                  </a:lnTo>
                  <a:lnTo>
                    <a:pt x="1611050" y="3431623"/>
                  </a:lnTo>
                  <a:lnTo>
                    <a:pt x="1611144" y="3431623"/>
                  </a:lnTo>
                  <a:lnTo>
                    <a:pt x="1611238" y="3431623"/>
                  </a:lnTo>
                  <a:lnTo>
                    <a:pt x="1611332" y="3431623"/>
                  </a:lnTo>
                  <a:lnTo>
                    <a:pt x="1611426" y="3431623"/>
                  </a:lnTo>
                  <a:lnTo>
                    <a:pt x="1611520" y="3431623"/>
                  </a:lnTo>
                  <a:lnTo>
                    <a:pt x="1611614" y="3431623"/>
                  </a:lnTo>
                  <a:lnTo>
                    <a:pt x="1611708" y="3431623"/>
                  </a:lnTo>
                  <a:lnTo>
                    <a:pt x="1611802" y="3431623"/>
                  </a:lnTo>
                  <a:lnTo>
                    <a:pt x="1611896" y="3431623"/>
                  </a:lnTo>
                  <a:lnTo>
                    <a:pt x="1611990" y="3431623"/>
                  </a:lnTo>
                  <a:lnTo>
                    <a:pt x="1612084" y="3431623"/>
                  </a:lnTo>
                  <a:lnTo>
                    <a:pt x="1612178" y="3431623"/>
                  </a:lnTo>
                  <a:lnTo>
                    <a:pt x="1612272" y="3431623"/>
                  </a:lnTo>
                  <a:lnTo>
                    <a:pt x="1612366" y="3431623"/>
                  </a:lnTo>
                  <a:lnTo>
                    <a:pt x="1612366" y="3426344"/>
                  </a:lnTo>
                  <a:lnTo>
                    <a:pt x="1612460" y="3426344"/>
                  </a:lnTo>
                  <a:lnTo>
                    <a:pt x="1612554" y="3426344"/>
                  </a:lnTo>
                  <a:lnTo>
                    <a:pt x="1612649" y="3426344"/>
                  </a:lnTo>
                  <a:lnTo>
                    <a:pt x="1612743" y="3426344"/>
                  </a:lnTo>
                  <a:lnTo>
                    <a:pt x="1612837" y="3426344"/>
                  </a:lnTo>
                  <a:lnTo>
                    <a:pt x="1612931" y="3426344"/>
                  </a:lnTo>
                  <a:lnTo>
                    <a:pt x="1613025" y="3426344"/>
                  </a:lnTo>
                  <a:lnTo>
                    <a:pt x="1613119" y="3426344"/>
                  </a:lnTo>
                  <a:lnTo>
                    <a:pt x="1613213" y="3426344"/>
                  </a:lnTo>
                  <a:lnTo>
                    <a:pt x="1613307" y="3426344"/>
                  </a:lnTo>
                  <a:lnTo>
                    <a:pt x="1613401" y="3426344"/>
                  </a:lnTo>
                  <a:lnTo>
                    <a:pt x="1613495" y="3426344"/>
                  </a:lnTo>
                  <a:lnTo>
                    <a:pt x="1613589" y="3426344"/>
                  </a:lnTo>
                  <a:lnTo>
                    <a:pt x="1613683" y="3426344"/>
                  </a:lnTo>
                  <a:lnTo>
                    <a:pt x="1613777" y="3426344"/>
                  </a:lnTo>
                  <a:lnTo>
                    <a:pt x="1613871" y="3426344"/>
                  </a:lnTo>
                  <a:lnTo>
                    <a:pt x="1613965" y="3426344"/>
                  </a:lnTo>
                  <a:lnTo>
                    <a:pt x="1614059" y="3426344"/>
                  </a:lnTo>
                  <a:lnTo>
                    <a:pt x="1614153" y="3426344"/>
                  </a:lnTo>
                  <a:lnTo>
                    <a:pt x="1614247" y="3426344"/>
                  </a:lnTo>
                  <a:lnTo>
                    <a:pt x="1614341" y="3426344"/>
                  </a:lnTo>
                  <a:lnTo>
                    <a:pt x="1614435" y="3426344"/>
                  </a:lnTo>
                  <a:lnTo>
                    <a:pt x="1614529" y="3426344"/>
                  </a:lnTo>
                  <a:lnTo>
                    <a:pt x="1614623" y="3426344"/>
                  </a:lnTo>
                  <a:lnTo>
                    <a:pt x="1614717" y="3426344"/>
                  </a:lnTo>
                  <a:lnTo>
                    <a:pt x="1614811" y="3426344"/>
                  </a:lnTo>
                  <a:lnTo>
                    <a:pt x="1614905" y="3426344"/>
                  </a:lnTo>
                  <a:lnTo>
                    <a:pt x="1614999" y="3426344"/>
                  </a:lnTo>
                  <a:lnTo>
                    <a:pt x="1615093" y="3426344"/>
                  </a:lnTo>
                  <a:lnTo>
                    <a:pt x="1615187" y="3426344"/>
                  </a:lnTo>
                  <a:lnTo>
                    <a:pt x="1615281" y="3426344"/>
                  </a:lnTo>
                  <a:lnTo>
                    <a:pt x="1615375" y="3426344"/>
                  </a:lnTo>
                  <a:lnTo>
                    <a:pt x="1615469" y="3426344"/>
                  </a:lnTo>
                  <a:lnTo>
                    <a:pt x="1615563" y="3426344"/>
                  </a:lnTo>
                  <a:lnTo>
                    <a:pt x="1615657" y="3426344"/>
                  </a:lnTo>
                  <a:lnTo>
                    <a:pt x="1615751" y="3426344"/>
                  </a:lnTo>
                  <a:lnTo>
                    <a:pt x="1615845" y="3426344"/>
                  </a:lnTo>
                  <a:lnTo>
                    <a:pt x="1615939" y="3426344"/>
                  </a:lnTo>
                  <a:lnTo>
                    <a:pt x="1616033" y="3426344"/>
                  </a:lnTo>
                  <a:lnTo>
                    <a:pt x="1616127" y="3426344"/>
                  </a:lnTo>
                  <a:lnTo>
                    <a:pt x="1616222" y="3426344"/>
                  </a:lnTo>
                  <a:lnTo>
                    <a:pt x="1616316" y="3426344"/>
                  </a:lnTo>
                  <a:lnTo>
                    <a:pt x="1616410" y="3426344"/>
                  </a:lnTo>
                  <a:lnTo>
                    <a:pt x="1616504" y="3426344"/>
                  </a:lnTo>
                  <a:lnTo>
                    <a:pt x="1616598" y="3426344"/>
                  </a:lnTo>
                  <a:lnTo>
                    <a:pt x="1616692" y="3426344"/>
                  </a:lnTo>
                  <a:lnTo>
                    <a:pt x="1616786" y="3426344"/>
                  </a:lnTo>
                  <a:lnTo>
                    <a:pt x="1616880" y="3426344"/>
                  </a:lnTo>
                  <a:lnTo>
                    <a:pt x="1616974" y="3426344"/>
                  </a:lnTo>
                  <a:lnTo>
                    <a:pt x="1617068" y="3426344"/>
                  </a:lnTo>
                  <a:lnTo>
                    <a:pt x="1617162" y="3426344"/>
                  </a:lnTo>
                  <a:lnTo>
                    <a:pt x="1617256" y="3426344"/>
                  </a:lnTo>
                  <a:lnTo>
                    <a:pt x="1617350" y="3426344"/>
                  </a:lnTo>
                  <a:lnTo>
                    <a:pt x="1617444" y="3426344"/>
                  </a:lnTo>
                  <a:lnTo>
                    <a:pt x="1617538" y="3426344"/>
                  </a:lnTo>
                  <a:lnTo>
                    <a:pt x="1617632" y="3426344"/>
                  </a:lnTo>
                  <a:lnTo>
                    <a:pt x="1617726" y="3426344"/>
                  </a:lnTo>
                  <a:lnTo>
                    <a:pt x="1617820" y="3426344"/>
                  </a:lnTo>
                  <a:lnTo>
                    <a:pt x="1617914" y="3426344"/>
                  </a:lnTo>
                  <a:lnTo>
                    <a:pt x="1618008" y="3426344"/>
                  </a:lnTo>
                  <a:lnTo>
                    <a:pt x="1618102" y="3426344"/>
                  </a:lnTo>
                  <a:lnTo>
                    <a:pt x="1618196" y="3426344"/>
                  </a:lnTo>
                  <a:lnTo>
                    <a:pt x="1618290" y="3426344"/>
                  </a:lnTo>
                  <a:lnTo>
                    <a:pt x="1618384" y="3426344"/>
                  </a:lnTo>
                  <a:lnTo>
                    <a:pt x="1618478" y="3426344"/>
                  </a:lnTo>
                  <a:lnTo>
                    <a:pt x="1618572" y="3426344"/>
                  </a:lnTo>
                  <a:lnTo>
                    <a:pt x="1618666" y="3426344"/>
                  </a:lnTo>
                  <a:lnTo>
                    <a:pt x="1618760" y="3426344"/>
                  </a:lnTo>
                  <a:lnTo>
                    <a:pt x="1618854" y="3426344"/>
                  </a:lnTo>
                  <a:lnTo>
                    <a:pt x="1618948" y="3426344"/>
                  </a:lnTo>
                  <a:lnTo>
                    <a:pt x="1619042" y="3426344"/>
                  </a:lnTo>
                  <a:lnTo>
                    <a:pt x="1619136" y="3426344"/>
                  </a:lnTo>
                  <a:lnTo>
                    <a:pt x="1619230" y="3426344"/>
                  </a:lnTo>
                  <a:lnTo>
                    <a:pt x="1619324" y="3426344"/>
                  </a:lnTo>
                  <a:lnTo>
                    <a:pt x="1619418" y="3426344"/>
                  </a:lnTo>
                  <a:lnTo>
                    <a:pt x="1619512" y="3426344"/>
                  </a:lnTo>
                  <a:lnTo>
                    <a:pt x="1619606" y="3426344"/>
                  </a:lnTo>
                  <a:lnTo>
                    <a:pt x="1619701" y="3426344"/>
                  </a:lnTo>
                  <a:lnTo>
                    <a:pt x="1619795" y="3426344"/>
                  </a:lnTo>
                  <a:lnTo>
                    <a:pt x="1619889" y="3426344"/>
                  </a:lnTo>
                  <a:lnTo>
                    <a:pt x="1619983" y="3426344"/>
                  </a:lnTo>
                  <a:lnTo>
                    <a:pt x="1620077" y="3426344"/>
                  </a:lnTo>
                  <a:lnTo>
                    <a:pt x="1620171" y="3426344"/>
                  </a:lnTo>
                  <a:lnTo>
                    <a:pt x="1620265" y="3426344"/>
                  </a:lnTo>
                  <a:lnTo>
                    <a:pt x="1620359" y="3426344"/>
                  </a:lnTo>
                  <a:lnTo>
                    <a:pt x="1620453" y="3426344"/>
                  </a:lnTo>
                  <a:lnTo>
                    <a:pt x="1620547" y="3426344"/>
                  </a:lnTo>
                  <a:lnTo>
                    <a:pt x="1620641" y="3426344"/>
                  </a:lnTo>
                  <a:lnTo>
                    <a:pt x="1620735" y="3426344"/>
                  </a:lnTo>
                  <a:lnTo>
                    <a:pt x="1620829" y="3426344"/>
                  </a:lnTo>
                  <a:lnTo>
                    <a:pt x="1620923" y="3426344"/>
                  </a:lnTo>
                  <a:lnTo>
                    <a:pt x="1621017" y="3426344"/>
                  </a:lnTo>
                  <a:lnTo>
                    <a:pt x="1621111" y="3426344"/>
                  </a:lnTo>
                  <a:lnTo>
                    <a:pt x="1621205" y="3426344"/>
                  </a:lnTo>
                  <a:lnTo>
                    <a:pt x="1621299" y="3426344"/>
                  </a:lnTo>
                  <a:lnTo>
                    <a:pt x="1621393" y="3426344"/>
                  </a:lnTo>
                  <a:lnTo>
                    <a:pt x="1621487" y="3426344"/>
                  </a:lnTo>
                  <a:lnTo>
                    <a:pt x="1621581" y="3426344"/>
                  </a:lnTo>
                  <a:lnTo>
                    <a:pt x="1621675" y="3426344"/>
                  </a:lnTo>
                  <a:lnTo>
                    <a:pt x="1621769" y="3426344"/>
                  </a:lnTo>
                  <a:lnTo>
                    <a:pt x="1621863" y="3426344"/>
                  </a:lnTo>
                  <a:lnTo>
                    <a:pt x="1621957" y="3426344"/>
                  </a:lnTo>
                  <a:lnTo>
                    <a:pt x="1622051" y="3426344"/>
                  </a:lnTo>
                  <a:lnTo>
                    <a:pt x="1622145" y="3426344"/>
                  </a:lnTo>
                  <a:lnTo>
                    <a:pt x="1622239" y="3426344"/>
                  </a:lnTo>
                  <a:lnTo>
                    <a:pt x="1622333" y="3426344"/>
                  </a:lnTo>
                  <a:lnTo>
                    <a:pt x="1622427" y="3426344"/>
                  </a:lnTo>
                  <a:lnTo>
                    <a:pt x="1622521" y="3426344"/>
                  </a:lnTo>
                  <a:lnTo>
                    <a:pt x="1622615" y="3426344"/>
                  </a:lnTo>
                  <a:lnTo>
                    <a:pt x="1622709" y="3426344"/>
                  </a:lnTo>
                  <a:lnTo>
                    <a:pt x="1622803" y="3426344"/>
                  </a:lnTo>
                  <a:lnTo>
                    <a:pt x="1622897" y="3426344"/>
                  </a:lnTo>
                  <a:lnTo>
                    <a:pt x="1622991" y="3426344"/>
                  </a:lnTo>
                  <a:lnTo>
                    <a:pt x="1623085" y="3426344"/>
                  </a:lnTo>
                  <a:lnTo>
                    <a:pt x="1623179" y="3426344"/>
                  </a:lnTo>
                  <a:lnTo>
                    <a:pt x="1623274" y="3426344"/>
                  </a:lnTo>
                  <a:lnTo>
                    <a:pt x="1623368" y="3426344"/>
                  </a:lnTo>
                  <a:lnTo>
                    <a:pt x="1623462" y="3426344"/>
                  </a:lnTo>
                  <a:lnTo>
                    <a:pt x="1623556" y="3426344"/>
                  </a:lnTo>
                  <a:lnTo>
                    <a:pt x="1623650" y="3426344"/>
                  </a:lnTo>
                  <a:lnTo>
                    <a:pt x="1623744" y="3426344"/>
                  </a:lnTo>
                  <a:lnTo>
                    <a:pt x="1623838" y="3426344"/>
                  </a:lnTo>
                  <a:lnTo>
                    <a:pt x="1623932" y="3426344"/>
                  </a:lnTo>
                  <a:lnTo>
                    <a:pt x="1624026" y="3426344"/>
                  </a:lnTo>
                  <a:lnTo>
                    <a:pt x="1624120" y="3426344"/>
                  </a:lnTo>
                  <a:lnTo>
                    <a:pt x="1624214" y="3426344"/>
                  </a:lnTo>
                  <a:lnTo>
                    <a:pt x="1624308" y="3426344"/>
                  </a:lnTo>
                  <a:lnTo>
                    <a:pt x="1624402" y="3426344"/>
                  </a:lnTo>
                  <a:lnTo>
                    <a:pt x="1624496" y="3426344"/>
                  </a:lnTo>
                  <a:lnTo>
                    <a:pt x="1624590" y="3426344"/>
                  </a:lnTo>
                  <a:lnTo>
                    <a:pt x="1624684" y="3426344"/>
                  </a:lnTo>
                  <a:lnTo>
                    <a:pt x="1624778" y="3426344"/>
                  </a:lnTo>
                  <a:lnTo>
                    <a:pt x="1624872" y="3426344"/>
                  </a:lnTo>
                  <a:lnTo>
                    <a:pt x="1624872" y="3421065"/>
                  </a:lnTo>
                  <a:lnTo>
                    <a:pt x="1624966" y="3421065"/>
                  </a:lnTo>
                  <a:lnTo>
                    <a:pt x="1625060" y="3421065"/>
                  </a:lnTo>
                  <a:lnTo>
                    <a:pt x="1625154" y="3421065"/>
                  </a:lnTo>
                  <a:lnTo>
                    <a:pt x="1625248" y="3421065"/>
                  </a:lnTo>
                  <a:lnTo>
                    <a:pt x="1625342" y="3421065"/>
                  </a:lnTo>
                  <a:lnTo>
                    <a:pt x="1625436" y="3421065"/>
                  </a:lnTo>
                  <a:lnTo>
                    <a:pt x="1625530" y="3421065"/>
                  </a:lnTo>
                  <a:lnTo>
                    <a:pt x="1625624" y="3421065"/>
                  </a:lnTo>
                  <a:lnTo>
                    <a:pt x="1625718" y="3421065"/>
                  </a:lnTo>
                  <a:lnTo>
                    <a:pt x="1625812" y="3421065"/>
                  </a:lnTo>
                  <a:lnTo>
                    <a:pt x="1625906" y="3421065"/>
                  </a:lnTo>
                  <a:lnTo>
                    <a:pt x="1626000" y="3421065"/>
                  </a:lnTo>
                  <a:lnTo>
                    <a:pt x="1626094" y="3421065"/>
                  </a:lnTo>
                  <a:lnTo>
                    <a:pt x="1626188" y="3421065"/>
                  </a:lnTo>
                  <a:lnTo>
                    <a:pt x="1626282" y="3421065"/>
                  </a:lnTo>
                  <a:lnTo>
                    <a:pt x="1626376" y="3421065"/>
                  </a:lnTo>
                  <a:lnTo>
                    <a:pt x="1626470" y="3421065"/>
                  </a:lnTo>
                  <a:lnTo>
                    <a:pt x="1626564" y="3421065"/>
                  </a:lnTo>
                  <a:lnTo>
                    <a:pt x="1626658" y="3421065"/>
                  </a:lnTo>
                  <a:lnTo>
                    <a:pt x="1626752" y="3421065"/>
                  </a:lnTo>
                  <a:lnTo>
                    <a:pt x="1626847" y="3421065"/>
                  </a:lnTo>
                  <a:lnTo>
                    <a:pt x="1626941" y="3421065"/>
                  </a:lnTo>
                  <a:lnTo>
                    <a:pt x="1627035" y="3421065"/>
                  </a:lnTo>
                  <a:lnTo>
                    <a:pt x="1627129" y="3421065"/>
                  </a:lnTo>
                  <a:lnTo>
                    <a:pt x="1627223" y="3421065"/>
                  </a:lnTo>
                  <a:lnTo>
                    <a:pt x="1627317" y="3421065"/>
                  </a:lnTo>
                  <a:lnTo>
                    <a:pt x="1627411" y="3421065"/>
                  </a:lnTo>
                  <a:lnTo>
                    <a:pt x="1627505" y="3421065"/>
                  </a:lnTo>
                  <a:lnTo>
                    <a:pt x="1627599" y="3421065"/>
                  </a:lnTo>
                  <a:lnTo>
                    <a:pt x="1627693" y="3421065"/>
                  </a:lnTo>
                  <a:lnTo>
                    <a:pt x="1627787" y="3421065"/>
                  </a:lnTo>
                  <a:lnTo>
                    <a:pt x="1627881" y="3421065"/>
                  </a:lnTo>
                  <a:lnTo>
                    <a:pt x="1627975" y="3421065"/>
                  </a:lnTo>
                  <a:lnTo>
                    <a:pt x="1628069" y="3421065"/>
                  </a:lnTo>
                  <a:lnTo>
                    <a:pt x="1628163" y="3421065"/>
                  </a:lnTo>
                  <a:lnTo>
                    <a:pt x="1628257" y="3421065"/>
                  </a:lnTo>
                  <a:lnTo>
                    <a:pt x="1628351" y="3421065"/>
                  </a:lnTo>
                  <a:lnTo>
                    <a:pt x="1628445" y="3421065"/>
                  </a:lnTo>
                  <a:lnTo>
                    <a:pt x="1628539" y="3421065"/>
                  </a:lnTo>
                  <a:lnTo>
                    <a:pt x="1628633" y="3421065"/>
                  </a:lnTo>
                  <a:lnTo>
                    <a:pt x="1628727" y="3421065"/>
                  </a:lnTo>
                  <a:lnTo>
                    <a:pt x="1628821" y="3421065"/>
                  </a:lnTo>
                  <a:lnTo>
                    <a:pt x="1628915" y="3421065"/>
                  </a:lnTo>
                  <a:lnTo>
                    <a:pt x="1629009" y="3421065"/>
                  </a:lnTo>
                  <a:lnTo>
                    <a:pt x="1629103" y="3421065"/>
                  </a:lnTo>
                  <a:lnTo>
                    <a:pt x="1629197" y="3421065"/>
                  </a:lnTo>
                  <a:lnTo>
                    <a:pt x="1629291" y="3421065"/>
                  </a:lnTo>
                  <a:lnTo>
                    <a:pt x="1629385" y="3421065"/>
                  </a:lnTo>
                  <a:lnTo>
                    <a:pt x="1629479" y="3421065"/>
                  </a:lnTo>
                  <a:lnTo>
                    <a:pt x="1629573" y="3421065"/>
                  </a:lnTo>
                  <a:lnTo>
                    <a:pt x="1629667" y="3421065"/>
                  </a:lnTo>
                  <a:lnTo>
                    <a:pt x="1629761" y="3421065"/>
                  </a:lnTo>
                  <a:lnTo>
                    <a:pt x="1629855" y="3421065"/>
                  </a:lnTo>
                  <a:lnTo>
                    <a:pt x="1629949" y="3421065"/>
                  </a:lnTo>
                  <a:lnTo>
                    <a:pt x="1630043" y="3421065"/>
                  </a:lnTo>
                  <a:lnTo>
                    <a:pt x="1630137" y="3421065"/>
                  </a:lnTo>
                  <a:lnTo>
                    <a:pt x="1630231" y="3421065"/>
                  </a:lnTo>
                  <a:lnTo>
                    <a:pt x="1630326" y="3421065"/>
                  </a:lnTo>
                  <a:lnTo>
                    <a:pt x="1630420" y="3421065"/>
                  </a:lnTo>
                  <a:lnTo>
                    <a:pt x="1630514" y="3421065"/>
                  </a:lnTo>
                  <a:lnTo>
                    <a:pt x="1630608" y="3421065"/>
                  </a:lnTo>
                  <a:lnTo>
                    <a:pt x="1630702" y="3421065"/>
                  </a:lnTo>
                  <a:lnTo>
                    <a:pt x="1630796" y="3421065"/>
                  </a:lnTo>
                  <a:lnTo>
                    <a:pt x="1630890" y="3421065"/>
                  </a:lnTo>
                  <a:lnTo>
                    <a:pt x="1630984" y="3421065"/>
                  </a:lnTo>
                  <a:lnTo>
                    <a:pt x="1631078" y="3421065"/>
                  </a:lnTo>
                  <a:lnTo>
                    <a:pt x="1631172" y="3421065"/>
                  </a:lnTo>
                  <a:lnTo>
                    <a:pt x="1631266" y="3421065"/>
                  </a:lnTo>
                  <a:lnTo>
                    <a:pt x="1631360" y="3421065"/>
                  </a:lnTo>
                  <a:lnTo>
                    <a:pt x="1631454" y="3421065"/>
                  </a:lnTo>
                  <a:lnTo>
                    <a:pt x="1631548" y="3421065"/>
                  </a:lnTo>
                  <a:lnTo>
                    <a:pt x="1631642" y="3421065"/>
                  </a:lnTo>
                  <a:lnTo>
                    <a:pt x="1631736" y="3421065"/>
                  </a:lnTo>
                  <a:lnTo>
                    <a:pt x="1631830" y="3421065"/>
                  </a:lnTo>
                  <a:lnTo>
                    <a:pt x="1631924" y="3421065"/>
                  </a:lnTo>
                  <a:lnTo>
                    <a:pt x="1632018" y="3421065"/>
                  </a:lnTo>
                  <a:lnTo>
                    <a:pt x="1632112" y="3421065"/>
                  </a:lnTo>
                  <a:lnTo>
                    <a:pt x="1632206" y="3421065"/>
                  </a:lnTo>
                  <a:lnTo>
                    <a:pt x="1632300" y="3421065"/>
                  </a:lnTo>
                  <a:lnTo>
                    <a:pt x="1632394" y="3421065"/>
                  </a:lnTo>
                  <a:lnTo>
                    <a:pt x="1632394" y="3415785"/>
                  </a:lnTo>
                  <a:lnTo>
                    <a:pt x="1632488" y="3415785"/>
                  </a:lnTo>
                  <a:lnTo>
                    <a:pt x="1632582" y="3415785"/>
                  </a:lnTo>
                  <a:lnTo>
                    <a:pt x="1632676" y="3415785"/>
                  </a:lnTo>
                  <a:lnTo>
                    <a:pt x="1632770" y="3415785"/>
                  </a:lnTo>
                  <a:lnTo>
                    <a:pt x="1632864" y="3415785"/>
                  </a:lnTo>
                  <a:lnTo>
                    <a:pt x="1632958" y="3415785"/>
                  </a:lnTo>
                  <a:lnTo>
                    <a:pt x="1633052" y="3415785"/>
                  </a:lnTo>
                  <a:lnTo>
                    <a:pt x="1633146" y="3415785"/>
                  </a:lnTo>
                  <a:lnTo>
                    <a:pt x="1633240" y="3415785"/>
                  </a:lnTo>
                  <a:lnTo>
                    <a:pt x="1633334" y="3415785"/>
                  </a:lnTo>
                  <a:lnTo>
                    <a:pt x="1633428" y="3415785"/>
                  </a:lnTo>
                  <a:lnTo>
                    <a:pt x="1633522" y="3415785"/>
                  </a:lnTo>
                  <a:lnTo>
                    <a:pt x="1633616" y="3415785"/>
                  </a:lnTo>
                  <a:lnTo>
                    <a:pt x="1633710" y="3415785"/>
                  </a:lnTo>
                  <a:lnTo>
                    <a:pt x="1633804" y="3415785"/>
                  </a:lnTo>
                  <a:lnTo>
                    <a:pt x="1633899" y="3415785"/>
                  </a:lnTo>
                  <a:lnTo>
                    <a:pt x="1633993" y="3415785"/>
                  </a:lnTo>
                  <a:lnTo>
                    <a:pt x="1634087" y="3415785"/>
                  </a:lnTo>
                  <a:lnTo>
                    <a:pt x="1634181" y="3415785"/>
                  </a:lnTo>
                  <a:lnTo>
                    <a:pt x="1634275" y="3415785"/>
                  </a:lnTo>
                  <a:lnTo>
                    <a:pt x="1634369" y="3415785"/>
                  </a:lnTo>
                  <a:lnTo>
                    <a:pt x="1634463" y="3415785"/>
                  </a:lnTo>
                  <a:lnTo>
                    <a:pt x="1634557" y="3415785"/>
                  </a:lnTo>
                  <a:lnTo>
                    <a:pt x="1634651" y="3415785"/>
                  </a:lnTo>
                  <a:lnTo>
                    <a:pt x="1634745" y="3415785"/>
                  </a:lnTo>
                  <a:lnTo>
                    <a:pt x="1634839" y="3415785"/>
                  </a:lnTo>
                  <a:lnTo>
                    <a:pt x="1634933" y="3415785"/>
                  </a:lnTo>
                  <a:lnTo>
                    <a:pt x="1635027" y="3415785"/>
                  </a:lnTo>
                  <a:lnTo>
                    <a:pt x="1635121" y="3415785"/>
                  </a:lnTo>
                  <a:lnTo>
                    <a:pt x="1635215" y="3415785"/>
                  </a:lnTo>
                  <a:lnTo>
                    <a:pt x="1635309" y="3415785"/>
                  </a:lnTo>
                  <a:lnTo>
                    <a:pt x="1635403" y="3415785"/>
                  </a:lnTo>
                  <a:lnTo>
                    <a:pt x="1635497" y="3415785"/>
                  </a:lnTo>
                  <a:lnTo>
                    <a:pt x="1635591" y="3415785"/>
                  </a:lnTo>
                  <a:lnTo>
                    <a:pt x="1635685" y="3415785"/>
                  </a:lnTo>
                  <a:lnTo>
                    <a:pt x="1635685" y="3410506"/>
                  </a:lnTo>
                  <a:lnTo>
                    <a:pt x="1635779" y="3410506"/>
                  </a:lnTo>
                  <a:lnTo>
                    <a:pt x="1635873" y="3410506"/>
                  </a:lnTo>
                  <a:lnTo>
                    <a:pt x="1635967" y="3410506"/>
                  </a:lnTo>
                  <a:lnTo>
                    <a:pt x="1636061" y="3410506"/>
                  </a:lnTo>
                  <a:lnTo>
                    <a:pt x="1636155" y="3410506"/>
                  </a:lnTo>
                  <a:lnTo>
                    <a:pt x="1636249" y="3410506"/>
                  </a:lnTo>
                  <a:lnTo>
                    <a:pt x="1636343" y="3410506"/>
                  </a:lnTo>
                  <a:lnTo>
                    <a:pt x="1636437" y="3410506"/>
                  </a:lnTo>
                  <a:lnTo>
                    <a:pt x="1636531" y="3410506"/>
                  </a:lnTo>
                  <a:lnTo>
                    <a:pt x="1636625" y="3410506"/>
                  </a:lnTo>
                  <a:lnTo>
                    <a:pt x="1636719" y="3410506"/>
                  </a:lnTo>
                  <a:lnTo>
                    <a:pt x="1636813" y="3410506"/>
                  </a:lnTo>
                  <a:lnTo>
                    <a:pt x="1636907" y="3410506"/>
                  </a:lnTo>
                  <a:lnTo>
                    <a:pt x="1637001" y="3410506"/>
                  </a:lnTo>
                  <a:lnTo>
                    <a:pt x="1637095" y="3410506"/>
                  </a:lnTo>
                  <a:lnTo>
                    <a:pt x="1637189" y="3410506"/>
                  </a:lnTo>
                  <a:lnTo>
                    <a:pt x="1637283" y="3410506"/>
                  </a:lnTo>
                  <a:lnTo>
                    <a:pt x="1637377" y="3410506"/>
                  </a:lnTo>
                  <a:lnTo>
                    <a:pt x="1637472" y="3410506"/>
                  </a:lnTo>
                  <a:lnTo>
                    <a:pt x="1637566" y="3410506"/>
                  </a:lnTo>
                  <a:lnTo>
                    <a:pt x="1637660" y="3410506"/>
                  </a:lnTo>
                  <a:lnTo>
                    <a:pt x="1637754" y="3410506"/>
                  </a:lnTo>
                  <a:lnTo>
                    <a:pt x="1637848" y="3410506"/>
                  </a:lnTo>
                  <a:lnTo>
                    <a:pt x="1637942" y="3410506"/>
                  </a:lnTo>
                  <a:lnTo>
                    <a:pt x="1638036" y="3410506"/>
                  </a:lnTo>
                  <a:lnTo>
                    <a:pt x="1638036" y="3405226"/>
                  </a:lnTo>
                  <a:lnTo>
                    <a:pt x="1638130" y="3405226"/>
                  </a:lnTo>
                  <a:lnTo>
                    <a:pt x="1638224" y="3405226"/>
                  </a:lnTo>
                  <a:lnTo>
                    <a:pt x="1638318" y="3405226"/>
                  </a:lnTo>
                  <a:lnTo>
                    <a:pt x="1638412" y="3405226"/>
                  </a:lnTo>
                  <a:lnTo>
                    <a:pt x="1638506" y="3405226"/>
                  </a:lnTo>
                  <a:lnTo>
                    <a:pt x="1638600" y="3405226"/>
                  </a:lnTo>
                  <a:lnTo>
                    <a:pt x="1638694" y="3405226"/>
                  </a:lnTo>
                  <a:lnTo>
                    <a:pt x="1638788" y="3405226"/>
                  </a:lnTo>
                  <a:lnTo>
                    <a:pt x="1638882" y="3405226"/>
                  </a:lnTo>
                  <a:lnTo>
                    <a:pt x="1638976" y="3405226"/>
                  </a:lnTo>
                  <a:lnTo>
                    <a:pt x="1639070" y="3405226"/>
                  </a:lnTo>
                  <a:lnTo>
                    <a:pt x="1639164" y="3405226"/>
                  </a:lnTo>
                  <a:lnTo>
                    <a:pt x="1639258" y="3405226"/>
                  </a:lnTo>
                  <a:lnTo>
                    <a:pt x="1639352" y="3405226"/>
                  </a:lnTo>
                  <a:lnTo>
                    <a:pt x="1639446" y="3405226"/>
                  </a:lnTo>
                  <a:lnTo>
                    <a:pt x="1639540" y="3405226"/>
                  </a:lnTo>
                  <a:lnTo>
                    <a:pt x="1639634" y="3405226"/>
                  </a:lnTo>
                  <a:lnTo>
                    <a:pt x="1639728" y="3405226"/>
                  </a:lnTo>
                  <a:lnTo>
                    <a:pt x="1639822" y="3405226"/>
                  </a:lnTo>
                  <a:lnTo>
                    <a:pt x="1639916" y="3405226"/>
                  </a:lnTo>
                  <a:lnTo>
                    <a:pt x="1640010" y="3405226"/>
                  </a:lnTo>
                  <a:lnTo>
                    <a:pt x="1640104" y="3405226"/>
                  </a:lnTo>
                  <a:lnTo>
                    <a:pt x="1640198" y="3405226"/>
                  </a:lnTo>
                  <a:lnTo>
                    <a:pt x="1640292" y="3405226"/>
                  </a:lnTo>
                  <a:lnTo>
                    <a:pt x="1640386" y="3405226"/>
                  </a:lnTo>
                  <a:lnTo>
                    <a:pt x="1640480" y="3405226"/>
                  </a:lnTo>
                  <a:lnTo>
                    <a:pt x="1640574" y="3405226"/>
                  </a:lnTo>
                  <a:lnTo>
                    <a:pt x="1640668" y="3405226"/>
                  </a:lnTo>
                  <a:lnTo>
                    <a:pt x="1640762" y="3405226"/>
                  </a:lnTo>
                  <a:lnTo>
                    <a:pt x="1640856" y="3405226"/>
                  </a:lnTo>
                  <a:lnTo>
                    <a:pt x="1640951" y="3405226"/>
                  </a:lnTo>
                  <a:lnTo>
                    <a:pt x="1641045" y="3405226"/>
                  </a:lnTo>
                  <a:lnTo>
                    <a:pt x="1641139" y="3405226"/>
                  </a:lnTo>
                  <a:lnTo>
                    <a:pt x="1641233" y="3405226"/>
                  </a:lnTo>
                  <a:lnTo>
                    <a:pt x="1641327" y="3405226"/>
                  </a:lnTo>
                  <a:lnTo>
                    <a:pt x="1641421" y="3405226"/>
                  </a:lnTo>
                  <a:lnTo>
                    <a:pt x="1641515" y="3405226"/>
                  </a:lnTo>
                  <a:lnTo>
                    <a:pt x="1641609" y="3405226"/>
                  </a:lnTo>
                  <a:lnTo>
                    <a:pt x="1641703" y="3405226"/>
                  </a:lnTo>
                  <a:lnTo>
                    <a:pt x="1641797" y="3405226"/>
                  </a:lnTo>
                  <a:lnTo>
                    <a:pt x="1641891" y="3405226"/>
                  </a:lnTo>
                  <a:lnTo>
                    <a:pt x="1641985" y="3405226"/>
                  </a:lnTo>
                  <a:lnTo>
                    <a:pt x="1642079" y="3405226"/>
                  </a:lnTo>
                  <a:lnTo>
                    <a:pt x="1642173" y="3405226"/>
                  </a:lnTo>
                  <a:lnTo>
                    <a:pt x="1642267" y="3405226"/>
                  </a:lnTo>
                  <a:lnTo>
                    <a:pt x="1642361" y="3405226"/>
                  </a:lnTo>
                  <a:lnTo>
                    <a:pt x="1642455" y="3405226"/>
                  </a:lnTo>
                  <a:lnTo>
                    <a:pt x="1642549" y="3405226"/>
                  </a:lnTo>
                  <a:lnTo>
                    <a:pt x="1642643" y="3405226"/>
                  </a:lnTo>
                  <a:lnTo>
                    <a:pt x="1642737" y="3405226"/>
                  </a:lnTo>
                  <a:lnTo>
                    <a:pt x="1642831" y="3405226"/>
                  </a:lnTo>
                  <a:lnTo>
                    <a:pt x="1642925" y="3405226"/>
                  </a:lnTo>
                  <a:lnTo>
                    <a:pt x="1643019" y="3405226"/>
                  </a:lnTo>
                  <a:lnTo>
                    <a:pt x="1643113" y="3405226"/>
                  </a:lnTo>
                  <a:lnTo>
                    <a:pt x="1643207" y="3405226"/>
                  </a:lnTo>
                  <a:lnTo>
                    <a:pt x="1643301" y="3405226"/>
                  </a:lnTo>
                  <a:lnTo>
                    <a:pt x="1643395" y="3405226"/>
                  </a:lnTo>
                  <a:lnTo>
                    <a:pt x="1643489" y="3405226"/>
                  </a:lnTo>
                  <a:lnTo>
                    <a:pt x="1643583" y="3405226"/>
                  </a:lnTo>
                  <a:lnTo>
                    <a:pt x="1643677" y="3405226"/>
                  </a:lnTo>
                  <a:lnTo>
                    <a:pt x="1643771" y="3405226"/>
                  </a:lnTo>
                  <a:lnTo>
                    <a:pt x="1643865" y="3405226"/>
                  </a:lnTo>
                  <a:lnTo>
                    <a:pt x="1643959" y="3405226"/>
                  </a:lnTo>
                  <a:lnTo>
                    <a:pt x="1644053" y="3405226"/>
                  </a:lnTo>
                  <a:lnTo>
                    <a:pt x="1644147" y="3405226"/>
                  </a:lnTo>
                  <a:lnTo>
                    <a:pt x="1644241" y="3405226"/>
                  </a:lnTo>
                  <a:lnTo>
                    <a:pt x="1644335" y="3405226"/>
                  </a:lnTo>
                  <a:lnTo>
                    <a:pt x="1644429" y="3405226"/>
                  </a:lnTo>
                  <a:lnTo>
                    <a:pt x="1644524" y="3405226"/>
                  </a:lnTo>
                  <a:lnTo>
                    <a:pt x="1644618" y="3405226"/>
                  </a:lnTo>
                  <a:lnTo>
                    <a:pt x="1644712" y="3405226"/>
                  </a:lnTo>
                  <a:lnTo>
                    <a:pt x="1644806" y="3405226"/>
                  </a:lnTo>
                  <a:lnTo>
                    <a:pt x="1644806" y="3399947"/>
                  </a:lnTo>
                  <a:lnTo>
                    <a:pt x="1644900" y="3399947"/>
                  </a:lnTo>
                  <a:lnTo>
                    <a:pt x="1644994" y="3399947"/>
                  </a:lnTo>
                  <a:lnTo>
                    <a:pt x="1645088" y="3399947"/>
                  </a:lnTo>
                  <a:lnTo>
                    <a:pt x="1645182" y="3399947"/>
                  </a:lnTo>
                  <a:lnTo>
                    <a:pt x="1645276" y="3399947"/>
                  </a:lnTo>
                  <a:lnTo>
                    <a:pt x="1645370" y="3399947"/>
                  </a:lnTo>
                  <a:lnTo>
                    <a:pt x="1645464" y="3399947"/>
                  </a:lnTo>
                  <a:lnTo>
                    <a:pt x="1645558" y="3399947"/>
                  </a:lnTo>
                  <a:lnTo>
                    <a:pt x="1645558" y="3394667"/>
                  </a:lnTo>
                  <a:lnTo>
                    <a:pt x="1645652" y="3394667"/>
                  </a:lnTo>
                  <a:lnTo>
                    <a:pt x="1645746" y="3394667"/>
                  </a:lnTo>
                  <a:lnTo>
                    <a:pt x="1645840" y="3394667"/>
                  </a:lnTo>
                  <a:lnTo>
                    <a:pt x="1645934" y="3394667"/>
                  </a:lnTo>
                  <a:lnTo>
                    <a:pt x="1646028" y="3394667"/>
                  </a:lnTo>
                  <a:lnTo>
                    <a:pt x="1646122" y="3394667"/>
                  </a:lnTo>
                  <a:lnTo>
                    <a:pt x="1646216" y="3394667"/>
                  </a:lnTo>
                  <a:lnTo>
                    <a:pt x="1646310" y="3394667"/>
                  </a:lnTo>
                  <a:lnTo>
                    <a:pt x="1646404" y="3394667"/>
                  </a:lnTo>
                  <a:lnTo>
                    <a:pt x="1646498" y="3394667"/>
                  </a:lnTo>
                  <a:lnTo>
                    <a:pt x="1646592" y="3394667"/>
                  </a:lnTo>
                  <a:lnTo>
                    <a:pt x="1646686" y="3394667"/>
                  </a:lnTo>
                  <a:lnTo>
                    <a:pt x="1646780" y="3394667"/>
                  </a:lnTo>
                  <a:lnTo>
                    <a:pt x="1646874" y="3394667"/>
                  </a:lnTo>
                  <a:lnTo>
                    <a:pt x="1646968" y="3394667"/>
                  </a:lnTo>
                  <a:lnTo>
                    <a:pt x="1647062" y="3394667"/>
                  </a:lnTo>
                  <a:lnTo>
                    <a:pt x="1647156" y="3394667"/>
                  </a:lnTo>
                  <a:lnTo>
                    <a:pt x="1647156" y="3389388"/>
                  </a:lnTo>
                  <a:lnTo>
                    <a:pt x="1647250" y="3389388"/>
                  </a:lnTo>
                  <a:lnTo>
                    <a:pt x="1647344" y="3389388"/>
                  </a:lnTo>
                  <a:lnTo>
                    <a:pt x="1647438" y="3389388"/>
                  </a:lnTo>
                  <a:lnTo>
                    <a:pt x="1647532" y="3389388"/>
                  </a:lnTo>
                  <a:lnTo>
                    <a:pt x="1647626" y="3389388"/>
                  </a:lnTo>
                  <a:lnTo>
                    <a:pt x="1647720" y="3389388"/>
                  </a:lnTo>
                  <a:lnTo>
                    <a:pt x="1647814" y="3389388"/>
                  </a:lnTo>
                  <a:lnTo>
                    <a:pt x="1647908" y="3389388"/>
                  </a:lnTo>
                  <a:lnTo>
                    <a:pt x="1648002" y="3389388"/>
                  </a:lnTo>
                  <a:lnTo>
                    <a:pt x="1648097" y="3389388"/>
                  </a:lnTo>
                  <a:lnTo>
                    <a:pt x="1648191" y="3389388"/>
                  </a:lnTo>
                  <a:lnTo>
                    <a:pt x="1648285" y="3389388"/>
                  </a:lnTo>
                  <a:lnTo>
                    <a:pt x="1648379" y="3389388"/>
                  </a:lnTo>
                  <a:lnTo>
                    <a:pt x="1648473" y="3389388"/>
                  </a:lnTo>
                  <a:lnTo>
                    <a:pt x="1648567" y="3389388"/>
                  </a:lnTo>
                  <a:lnTo>
                    <a:pt x="1648661" y="3389388"/>
                  </a:lnTo>
                  <a:lnTo>
                    <a:pt x="1648755" y="3389388"/>
                  </a:lnTo>
                  <a:lnTo>
                    <a:pt x="1648849" y="3389388"/>
                  </a:lnTo>
                  <a:lnTo>
                    <a:pt x="1648943" y="3389388"/>
                  </a:lnTo>
                  <a:lnTo>
                    <a:pt x="1649037" y="3389388"/>
                  </a:lnTo>
                  <a:lnTo>
                    <a:pt x="1649131" y="3389388"/>
                  </a:lnTo>
                  <a:lnTo>
                    <a:pt x="1649225" y="3389388"/>
                  </a:lnTo>
                  <a:lnTo>
                    <a:pt x="1649319" y="3389388"/>
                  </a:lnTo>
                  <a:lnTo>
                    <a:pt x="1649413" y="3389388"/>
                  </a:lnTo>
                  <a:lnTo>
                    <a:pt x="1649507" y="3389388"/>
                  </a:lnTo>
                  <a:lnTo>
                    <a:pt x="1649601" y="3389388"/>
                  </a:lnTo>
                  <a:lnTo>
                    <a:pt x="1649695" y="3389388"/>
                  </a:lnTo>
                  <a:lnTo>
                    <a:pt x="1649789" y="3389388"/>
                  </a:lnTo>
                  <a:lnTo>
                    <a:pt x="1649883" y="3389388"/>
                  </a:lnTo>
                  <a:lnTo>
                    <a:pt x="1649977" y="3389388"/>
                  </a:lnTo>
                  <a:lnTo>
                    <a:pt x="1650071" y="3389388"/>
                  </a:lnTo>
                  <a:lnTo>
                    <a:pt x="1650165" y="3389388"/>
                  </a:lnTo>
                  <a:lnTo>
                    <a:pt x="1650259" y="3389388"/>
                  </a:lnTo>
                  <a:lnTo>
                    <a:pt x="1650353" y="3389388"/>
                  </a:lnTo>
                  <a:lnTo>
                    <a:pt x="1650447" y="3389388"/>
                  </a:lnTo>
                  <a:lnTo>
                    <a:pt x="1650541" y="3389388"/>
                  </a:lnTo>
                  <a:lnTo>
                    <a:pt x="1650635" y="3389388"/>
                  </a:lnTo>
                  <a:lnTo>
                    <a:pt x="1650635" y="3384109"/>
                  </a:lnTo>
                  <a:lnTo>
                    <a:pt x="1650729" y="3384109"/>
                  </a:lnTo>
                  <a:lnTo>
                    <a:pt x="1650823" y="3384109"/>
                  </a:lnTo>
                  <a:lnTo>
                    <a:pt x="1650917" y="3384109"/>
                  </a:lnTo>
                  <a:lnTo>
                    <a:pt x="1651011" y="3384109"/>
                  </a:lnTo>
                  <a:lnTo>
                    <a:pt x="1651105" y="3384109"/>
                  </a:lnTo>
                  <a:lnTo>
                    <a:pt x="1651199" y="3384109"/>
                  </a:lnTo>
                  <a:lnTo>
                    <a:pt x="1651293" y="3384109"/>
                  </a:lnTo>
                  <a:lnTo>
                    <a:pt x="1651387" y="3384109"/>
                  </a:lnTo>
                  <a:lnTo>
                    <a:pt x="1651481" y="3384109"/>
                  </a:lnTo>
                  <a:lnTo>
                    <a:pt x="1651575" y="3384109"/>
                  </a:lnTo>
                  <a:lnTo>
                    <a:pt x="1651670" y="3384109"/>
                  </a:lnTo>
                  <a:lnTo>
                    <a:pt x="1651764" y="3384109"/>
                  </a:lnTo>
                  <a:lnTo>
                    <a:pt x="1651858" y="3384109"/>
                  </a:lnTo>
                  <a:lnTo>
                    <a:pt x="1651952" y="3384109"/>
                  </a:lnTo>
                  <a:lnTo>
                    <a:pt x="1652046" y="3384109"/>
                  </a:lnTo>
                  <a:lnTo>
                    <a:pt x="1652140" y="3384109"/>
                  </a:lnTo>
                  <a:lnTo>
                    <a:pt x="1652234" y="3384109"/>
                  </a:lnTo>
                  <a:lnTo>
                    <a:pt x="1652328" y="3384109"/>
                  </a:lnTo>
                  <a:lnTo>
                    <a:pt x="1652422" y="3384109"/>
                  </a:lnTo>
                  <a:lnTo>
                    <a:pt x="1652516" y="3384109"/>
                  </a:lnTo>
                  <a:lnTo>
                    <a:pt x="1652610" y="3384109"/>
                  </a:lnTo>
                  <a:lnTo>
                    <a:pt x="1652704" y="3384109"/>
                  </a:lnTo>
                  <a:lnTo>
                    <a:pt x="1652798" y="3384109"/>
                  </a:lnTo>
                  <a:lnTo>
                    <a:pt x="1652892" y="3384109"/>
                  </a:lnTo>
                  <a:lnTo>
                    <a:pt x="1652986" y="3384109"/>
                  </a:lnTo>
                  <a:lnTo>
                    <a:pt x="1653080" y="3384109"/>
                  </a:lnTo>
                  <a:lnTo>
                    <a:pt x="1653174" y="3384109"/>
                  </a:lnTo>
                  <a:lnTo>
                    <a:pt x="1653268" y="3384109"/>
                  </a:lnTo>
                  <a:lnTo>
                    <a:pt x="1653362" y="3384109"/>
                  </a:lnTo>
                  <a:lnTo>
                    <a:pt x="1653456" y="3384109"/>
                  </a:lnTo>
                  <a:lnTo>
                    <a:pt x="1653550" y="3384109"/>
                  </a:lnTo>
                  <a:lnTo>
                    <a:pt x="1653644" y="3384109"/>
                  </a:lnTo>
                  <a:lnTo>
                    <a:pt x="1653738" y="3384109"/>
                  </a:lnTo>
                  <a:lnTo>
                    <a:pt x="1653832" y="3384109"/>
                  </a:lnTo>
                  <a:lnTo>
                    <a:pt x="1653926" y="3384109"/>
                  </a:lnTo>
                  <a:lnTo>
                    <a:pt x="1654020" y="3384109"/>
                  </a:lnTo>
                  <a:lnTo>
                    <a:pt x="1654114" y="3384109"/>
                  </a:lnTo>
                  <a:lnTo>
                    <a:pt x="1654208" y="3384109"/>
                  </a:lnTo>
                  <a:lnTo>
                    <a:pt x="1654302" y="3384109"/>
                  </a:lnTo>
                  <a:lnTo>
                    <a:pt x="1654396" y="3384109"/>
                  </a:lnTo>
                  <a:lnTo>
                    <a:pt x="1654490" y="3384109"/>
                  </a:lnTo>
                  <a:lnTo>
                    <a:pt x="1654584" y="3384109"/>
                  </a:lnTo>
                  <a:lnTo>
                    <a:pt x="1654678" y="3384109"/>
                  </a:lnTo>
                  <a:lnTo>
                    <a:pt x="1654772" y="3384109"/>
                  </a:lnTo>
                  <a:lnTo>
                    <a:pt x="1654866" y="3384109"/>
                  </a:lnTo>
                  <a:lnTo>
                    <a:pt x="1654960" y="3384109"/>
                  </a:lnTo>
                  <a:lnTo>
                    <a:pt x="1655054" y="3384109"/>
                  </a:lnTo>
                  <a:lnTo>
                    <a:pt x="1655149" y="3384109"/>
                  </a:lnTo>
                  <a:lnTo>
                    <a:pt x="1655243" y="3384109"/>
                  </a:lnTo>
                  <a:lnTo>
                    <a:pt x="1655337" y="3384109"/>
                  </a:lnTo>
                  <a:lnTo>
                    <a:pt x="1655431" y="3384109"/>
                  </a:lnTo>
                  <a:lnTo>
                    <a:pt x="1655525" y="3384109"/>
                  </a:lnTo>
                  <a:lnTo>
                    <a:pt x="1655619" y="3384109"/>
                  </a:lnTo>
                  <a:lnTo>
                    <a:pt x="1655713" y="3384109"/>
                  </a:lnTo>
                  <a:lnTo>
                    <a:pt x="1655807" y="3384109"/>
                  </a:lnTo>
                  <a:lnTo>
                    <a:pt x="1655901" y="3384109"/>
                  </a:lnTo>
                  <a:lnTo>
                    <a:pt x="1655995" y="3384109"/>
                  </a:lnTo>
                  <a:lnTo>
                    <a:pt x="1656089" y="3384109"/>
                  </a:lnTo>
                  <a:lnTo>
                    <a:pt x="1656183" y="3384109"/>
                  </a:lnTo>
                  <a:lnTo>
                    <a:pt x="1656277" y="3384109"/>
                  </a:lnTo>
                  <a:lnTo>
                    <a:pt x="1656371" y="3384109"/>
                  </a:lnTo>
                  <a:lnTo>
                    <a:pt x="1656465" y="3384109"/>
                  </a:lnTo>
                  <a:lnTo>
                    <a:pt x="1656559" y="3384109"/>
                  </a:lnTo>
                  <a:lnTo>
                    <a:pt x="1656653" y="3384109"/>
                  </a:lnTo>
                  <a:lnTo>
                    <a:pt x="1656747" y="3384109"/>
                  </a:lnTo>
                  <a:lnTo>
                    <a:pt x="1656841" y="3384109"/>
                  </a:lnTo>
                  <a:lnTo>
                    <a:pt x="1656935" y="3384109"/>
                  </a:lnTo>
                  <a:lnTo>
                    <a:pt x="1657029" y="3384109"/>
                  </a:lnTo>
                  <a:lnTo>
                    <a:pt x="1657123" y="3384109"/>
                  </a:lnTo>
                  <a:lnTo>
                    <a:pt x="1657217" y="3384109"/>
                  </a:lnTo>
                  <a:lnTo>
                    <a:pt x="1657311" y="3384109"/>
                  </a:lnTo>
                  <a:lnTo>
                    <a:pt x="1657405" y="3384109"/>
                  </a:lnTo>
                  <a:lnTo>
                    <a:pt x="1657499" y="3384109"/>
                  </a:lnTo>
                  <a:lnTo>
                    <a:pt x="1657593" y="3384109"/>
                  </a:lnTo>
                  <a:lnTo>
                    <a:pt x="1657593" y="3378829"/>
                  </a:lnTo>
                  <a:lnTo>
                    <a:pt x="1657687" y="3378829"/>
                  </a:lnTo>
                  <a:lnTo>
                    <a:pt x="1657781" y="3378829"/>
                  </a:lnTo>
                  <a:lnTo>
                    <a:pt x="1657875" y="3378829"/>
                  </a:lnTo>
                  <a:lnTo>
                    <a:pt x="1657969" y="3378829"/>
                  </a:lnTo>
                  <a:lnTo>
                    <a:pt x="1658063" y="3378829"/>
                  </a:lnTo>
                  <a:lnTo>
                    <a:pt x="1658157" y="3378829"/>
                  </a:lnTo>
                  <a:lnTo>
                    <a:pt x="1658251" y="3378829"/>
                  </a:lnTo>
                  <a:lnTo>
                    <a:pt x="1658345" y="3378829"/>
                  </a:lnTo>
                  <a:lnTo>
                    <a:pt x="1658439" y="3378829"/>
                  </a:lnTo>
                  <a:lnTo>
                    <a:pt x="1658533" y="3378829"/>
                  </a:lnTo>
                  <a:lnTo>
                    <a:pt x="1658627" y="3378829"/>
                  </a:lnTo>
                  <a:lnTo>
                    <a:pt x="1658722" y="3378829"/>
                  </a:lnTo>
                  <a:lnTo>
                    <a:pt x="1658816" y="3378829"/>
                  </a:lnTo>
                  <a:lnTo>
                    <a:pt x="1658910" y="3378829"/>
                  </a:lnTo>
                  <a:lnTo>
                    <a:pt x="1659004" y="3378829"/>
                  </a:lnTo>
                  <a:lnTo>
                    <a:pt x="1659098" y="3378829"/>
                  </a:lnTo>
                  <a:lnTo>
                    <a:pt x="1659192" y="3378829"/>
                  </a:lnTo>
                  <a:lnTo>
                    <a:pt x="1659286" y="3378829"/>
                  </a:lnTo>
                  <a:lnTo>
                    <a:pt x="1659380" y="3378829"/>
                  </a:lnTo>
                  <a:lnTo>
                    <a:pt x="1659474" y="3378829"/>
                  </a:lnTo>
                  <a:lnTo>
                    <a:pt x="1659568" y="3378829"/>
                  </a:lnTo>
                  <a:lnTo>
                    <a:pt x="1659662" y="3378829"/>
                  </a:lnTo>
                  <a:lnTo>
                    <a:pt x="1659756" y="3378829"/>
                  </a:lnTo>
                  <a:lnTo>
                    <a:pt x="1659850" y="3378829"/>
                  </a:lnTo>
                  <a:lnTo>
                    <a:pt x="1659944" y="3378829"/>
                  </a:lnTo>
                  <a:lnTo>
                    <a:pt x="1660038" y="3378829"/>
                  </a:lnTo>
                  <a:lnTo>
                    <a:pt x="1660132" y="3378829"/>
                  </a:lnTo>
                  <a:lnTo>
                    <a:pt x="1660226" y="3378829"/>
                  </a:lnTo>
                  <a:lnTo>
                    <a:pt x="1660320" y="3378829"/>
                  </a:lnTo>
                  <a:lnTo>
                    <a:pt x="1660414" y="3378829"/>
                  </a:lnTo>
                  <a:lnTo>
                    <a:pt x="1660508" y="3378829"/>
                  </a:lnTo>
                  <a:lnTo>
                    <a:pt x="1660602" y="3378829"/>
                  </a:lnTo>
                  <a:lnTo>
                    <a:pt x="1660696" y="3378829"/>
                  </a:lnTo>
                  <a:lnTo>
                    <a:pt x="1660790" y="3378829"/>
                  </a:lnTo>
                  <a:lnTo>
                    <a:pt x="1660884" y="3378829"/>
                  </a:lnTo>
                  <a:lnTo>
                    <a:pt x="1660978" y="3378829"/>
                  </a:lnTo>
                  <a:lnTo>
                    <a:pt x="1661072" y="3378829"/>
                  </a:lnTo>
                  <a:lnTo>
                    <a:pt x="1661166" y="3378829"/>
                  </a:lnTo>
                  <a:lnTo>
                    <a:pt x="1661260" y="3378829"/>
                  </a:lnTo>
                  <a:lnTo>
                    <a:pt x="1661354" y="3378829"/>
                  </a:lnTo>
                  <a:lnTo>
                    <a:pt x="1661448" y="3378829"/>
                  </a:lnTo>
                  <a:lnTo>
                    <a:pt x="1661542" y="3378829"/>
                  </a:lnTo>
                  <a:lnTo>
                    <a:pt x="1661636" y="3378829"/>
                  </a:lnTo>
                  <a:lnTo>
                    <a:pt x="1661730" y="3378829"/>
                  </a:lnTo>
                  <a:lnTo>
                    <a:pt x="1661824" y="3378829"/>
                  </a:lnTo>
                  <a:lnTo>
                    <a:pt x="1661918" y="3378829"/>
                  </a:lnTo>
                  <a:lnTo>
                    <a:pt x="1662012" y="3378829"/>
                  </a:lnTo>
                  <a:lnTo>
                    <a:pt x="1662106" y="3378829"/>
                  </a:lnTo>
                  <a:lnTo>
                    <a:pt x="1662200" y="3378829"/>
                  </a:lnTo>
                  <a:lnTo>
                    <a:pt x="1662295" y="3378829"/>
                  </a:lnTo>
                  <a:lnTo>
                    <a:pt x="1662389" y="3378829"/>
                  </a:lnTo>
                  <a:lnTo>
                    <a:pt x="1662483" y="3378829"/>
                  </a:lnTo>
                  <a:lnTo>
                    <a:pt x="1662577" y="3378829"/>
                  </a:lnTo>
                  <a:lnTo>
                    <a:pt x="1662671" y="3378829"/>
                  </a:lnTo>
                  <a:lnTo>
                    <a:pt x="1662765" y="3378829"/>
                  </a:lnTo>
                  <a:lnTo>
                    <a:pt x="1662859" y="3378829"/>
                  </a:lnTo>
                  <a:lnTo>
                    <a:pt x="1662953" y="3378829"/>
                  </a:lnTo>
                  <a:lnTo>
                    <a:pt x="1663047" y="3378829"/>
                  </a:lnTo>
                  <a:lnTo>
                    <a:pt x="1663141" y="3378829"/>
                  </a:lnTo>
                  <a:lnTo>
                    <a:pt x="1663235" y="3378829"/>
                  </a:lnTo>
                  <a:lnTo>
                    <a:pt x="1663329" y="3378829"/>
                  </a:lnTo>
                  <a:lnTo>
                    <a:pt x="1663423" y="3378829"/>
                  </a:lnTo>
                  <a:lnTo>
                    <a:pt x="1663517" y="3378829"/>
                  </a:lnTo>
                  <a:lnTo>
                    <a:pt x="1663611" y="3378829"/>
                  </a:lnTo>
                  <a:lnTo>
                    <a:pt x="1663705" y="3378829"/>
                  </a:lnTo>
                  <a:lnTo>
                    <a:pt x="1663799" y="3378829"/>
                  </a:lnTo>
                  <a:lnTo>
                    <a:pt x="1663893" y="3378829"/>
                  </a:lnTo>
                  <a:lnTo>
                    <a:pt x="1663987" y="3378829"/>
                  </a:lnTo>
                  <a:lnTo>
                    <a:pt x="1664081" y="3378829"/>
                  </a:lnTo>
                  <a:lnTo>
                    <a:pt x="1664175" y="3378829"/>
                  </a:lnTo>
                  <a:lnTo>
                    <a:pt x="1664269" y="3378829"/>
                  </a:lnTo>
                  <a:lnTo>
                    <a:pt x="1664363" y="3378829"/>
                  </a:lnTo>
                  <a:lnTo>
                    <a:pt x="1664457" y="3378829"/>
                  </a:lnTo>
                  <a:lnTo>
                    <a:pt x="1664551" y="3378829"/>
                  </a:lnTo>
                  <a:lnTo>
                    <a:pt x="1664645" y="3378829"/>
                  </a:lnTo>
                  <a:lnTo>
                    <a:pt x="1664739" y="3378829"/>
                  </a:lnTo>
                  <a:lnTo>
                    <a:pt x="1664833" y="3378829"/>
                  </a:lnTo>
                  <a:lnTo>
                    <a:pt x="1664927" y="3378829"/>
                  </a:lnTo>
                  <a:lnTo>
                    <a:pt x="1665021" y="3378829"/>
                  </a:lnTo>
                  <a:lnTo>
                    <a:pt x="1665115" y="3378829"/>
                  </a:lnTo>
                  <a:lnTo>
                    <a:pt x="1665209" y="3378829"/>
                  </a:lnTo>
                  <a:lnTo>
                    <a:pt x="1665303" y="3378829"/>
                  </a:lnTo>
                  <a:lnTo>
                    <a:pt x="1665397" y="3378829"/>
                  </a:lnTo>
                  <a:lnTo>
                    <a:pt x="1665491" y="3378829"/>
                  </a:lnTo>
                  <a:lnTo>
                    <a:pt x="1665585" y="3378829"/>
                  </a:lnTo>
                  <a:lnTo>
                    <a:pt x="1665679" y="3378829"/>
                  </a:lnTo>
                  <a:lnTo>
                    <a:pt x="1665774" y="3378829"/>
                  </a:lnTo>
                  <a:lnTo>
                    <a:pt x="1665868" y="3378829"/>
                  </a:lnTo>
                  <a:lnTo>
                    <a:pt x="1665962" y="3378829"/>
                  </a:lnTo>
                  <a:lnTo>
                    <a:pt x="1666056" y="3378829"/>
                  </a:lnTo>
                  <a:lnTo>
                    <a:pt x="1666150" y="3378829"/>
                  </a:lnTo>
                  <a:lnTo>
                    <a:pt x="1666244" y="3378829"/>
                  </a:lnTo>
                  <a:lnTo>
                    <a:pt x="1666338" y="3378829"/>
                  </a:lnTo>
                  <a:lnTo>
                    <a:pt x="1666432" y="3378829"/>
                  </a:lnTo>
                  <a:lnTo>
                    <a:pt x="1666526" y="3378829"/>
                  </a:lnTo>
                  <a:lnTo>
                    <a:pt x="1666620" y="3378829"/>
                  </a:lnTo>
                  <a:lnTo>
                    <a:pt x="1666714" y="3378829"/>
                  </a:lnTo>
                  <a:lnTo>
                    <a:pt x="1666808" y="3378829"/>
                  </a:lnTo>
                  <a:lnTo>
                    <a:pt x="1666902" y="3378829"/>
                  </a:lnTo>
                  <a:lnTo>
                    <a:pt x="1666996" y="3378829"/>
                  </a:lnTo>
                  <a:lnTo>
                    <a:pt x="1667090" y="3378829"/>
                  </a:lnTo>
                  <a:lnTo>
                    <a:pt x="1667184" y="3378829"/>
                  </a:lnTo>
                  <a:lnTo>
                    <a:pt x="1667278" y="3378829"/>
                  </a:lnTo>
                  <a:lnTo>
                    <a:pt x="1667372" y="3378829"/>
                  </a:lnTo>
                  <a:lnTo>
                    <a:pt x="1667466" y="3378829"/>
                  </a:lnTo>
                  <a:lnTo>
                    <a:pt x="1667560" y="3378829"/>
                  </a:lnTo>
                  <a:lnTo>
                    <a:pt x="1667654" y="3378829"/>
                  </a:lnTo>
                  <a:lnTo>
                    <a:pt x="1667748" y="3378829"/>
                  </a:lnTo>
                  <a:lnTo>
                    <a:pt x="1667748" y="3373550"/>
                  </a:lnTo>
                  <a:lnTo>
                    <a:pt x="1667842" y="3373550"/>
                  </a:lnTo>
                  <a:lnTo>
                    <a:pt x="1667936" y="3373550"/>
                  </a:lnTo>
                  <a:lnTo>
                    <a:pt x="1668030" y="3373550"/>
                  </a:lnTo>
                  <a:lnTo>
                    <a:pt x="1668124" y="3373550"/>
                  </a:lnTo>
                  <a:lnTo>
                    <a:pt x="1668218" y="3373550"/>
                  </a:lnTo>
                  <a:lnTo>
                    <a:pt x="1668312" y="3373550"/>
                  </a:lnTo>
                  <a:lnTo>
                    <a:pt x="1668406" y="3373550"/>
                  </a:lnTo>
                  <a:lnTo>
                    <a:pt x="1668500" y="3373550"/>
                  </a:lnTo>
                  <a:lnTo>
                    <a:pt x="1668594" y="3373550"/>
                  </a:lnTo>
                  <a:lnTo>
                    <a:pt x="1668688" y="3373550"/>
                  </a:lnTo>
                  <a:lnTo>
                    <a:pt x="1668782" y="3373550"/>
                  </a:lnTo>
                  <a:lnTo>
                    <a:pt x="1668876" y="3373550"/>
                  </a:lnTo>
                  <a:lnTo>
                    <a:pt x="1668876" y="3368270"/>
                  </a:lnTo>
                  <a:lnTo>
                    <a:pt x="1668970" y="3368270"/>
                  </a:lnTo>
                  <a:lnTo>
                    <a:pt x="1669064" y="3368270"/>
                  </a:lnTo>
                  <a:lnTo>
                    <a:pt x="1669158" y="3368270"/>
                  </a:lnTo>
                  <a:lnTo>
                    <a:pt x="1669252" y="3368270"/>
                  </a:lnTo>
                  <a:lnTo>
                    <a:pt x="1669347" y="3368270"/>
                  </a:lnTo>
                  <a:lnTo>
                    <a:pt x="1669441" y="3368270"/>
                  </a:lnTo>
                  <a:lnTo>
                    <a:pt x="1669535" y="3368270"/>
                  </a:lnTo>
                  <a:lnTo>
                    <a:pt x="1669629" y="3368270"/>
                  </a:lnTo>
                  <a:lnTo>
                    <a:pt x="1669723" y="3368270"/>
                  </a:lnTo>
                  <a:lnTo>
                    <a:pt x="1669817" y="3368270"/>
                  </a:lnTo>
                  <a:lnTo>
                    <a:pt x="1669911" y="3368270"/>
                  </a:lnTo>
                  <a:lnTo>
                    <a:pt x="1670005" y="3368270"/>
                  </a:lnTo>
                  <a:lnTo>
                    <a:pt x="1670099" y="3368270"/>
                  </a:lnTo>
                  <a:lnTo>
                    <a:pt x="1670193" y="3368270"/>
                  </a:lnTo>
                  <a:lnTo>
                    <a:pt x="1670287" y="3368270"/>
                  </a:lnTo>
                  <a:lnTo>
                    <a:pt x="1670381" y="3368270"/>
                  </a:lnTo>
                  <a:lnTo>
                    <a:pt x="1670475" y="3368270"/>
                  </a:lnTo>
                  <a:lnTo>
                    <a:pt x="1670569" y="3368270"/>
                  </a:lnTo>
                  <a:lnTo>
                    <a:pt x="1670663" y="3368270"/>
                  </a:lnTo>
                  <a:lnTo>
                    <a:pt x="1670757" y="3368270"/>
                  </a:lnTo>
                  <a:lnTo>
                    <a:pt x="1670851" y="3368270"/>
                  </a:lnTo>
                  <a:lnTo>
                    <a:pt x="1670945" y="3368270"/>
                  </a:lnTo>
                  <a:lnTo>
                    <a:pt x="1671039" y="3368270"/>
                  </a:lnTo>
                  <a:lnTo>
                    <a:pt x="1671133" y="3368270"/>
                  </a:lnTo>
                  <a:lnTo>
                    <a:pt x="1671227" y="3368270"/>
                  </a:lnTo>
                  <a:lnTo>
                    <a:pt x="1671227" y="3362991"/>
                  </a:lnTo>
                  <a:lnTo>
                    <a:pt x="1671321" y="3362991"/>
                  </a:lnTo>
                  <a:lnTo>
                    <a:pt x="1671415" y="3362991"/>
                  </a:lnTo>
                  <a:lnTo>
                    <a:pt x="1671509" y="3362991"/>
                  </a:lnTo>
                  <a:lnTo>
                    <a:pt x="1671603" y="3362991"/>
                  </a:lnTo>
                  <a:lnTo>
                    <a:pt x="1671697" y="3362991"/>
                  </a:lnTo>
                  <a:lnTo>
                    <a:pt x="1671791" y="3362991"/>
                  </a:lnTo>
                  <a:lnTo>
                    <a:pt x="1671885" y="3362991"/>
                  </a:lnTo>
                  <a:lnTo>
                    <a:pt x="1671979" y="3362991"/>
                  </a:lnTo>
                  <a:lnTo>
                    <a:pt x="1672073" y="3362991"/>
                  </a:lnTo>
                  <a:lnTo>
                    <a:pt x="1672167" y="3362991"/>
                  </a:lnTo>
                  <a:lnTo>
                    <a:pt x="1672261" y="3362991"/>
                  </a:lnTo>
                  <a:lnTo>
                    <a:pt x="1672355" y="3362991"/>
                  </a:lnTo>
                  <a:lnTo>
                    <a:pt x="1672449" y="3362991"/>
                  </a:lnTo>
                  <a:lnTo>
                    <a:pt x="1672543" y="3362991"/>
                  </a:lnTo>
                  <a:lnTo>
                    <a:pt x="1672637" y="3362991"/>
                  </a:lnTo>
                  <a:lnTo>
                    <a:pt x="1672731" y="3362991"/>
                  </a:lnTo>
                  <a:lnTo>
                    <a:pt x="1672825" y="3362991"/>
                  </a:lnTo>
                  <a:lnTo>
                    <a:pt x="1672920" y="3362991"/>
                  </a:lnTo>
                  <a:lnTo>
                    <a:pt x="1673014" y="3362991"/>
                  </a:lnTo>
                  <a:lnTo>
                    <a:pt x="1673108" y="3362991"/>
                  </a:lnTo>
                  <a:lnTo>
                    <a:pt x="1673202" y="3362991"/>
                  </a:lnTo>
                  <a:lnTo>
                    <a:pt x="1673202" y="3357711"/>
                  </a:lnTo>
                  <a:lnTo>
                    <a:pt x="1673296" y="3357711"/>
                  </a:lnTo>
                  <a:lnTo>
                    <a:pt x="1673390" y="3357711"/>
                  </a:lnTo>
                  <a:lnTo>
                    <a:pt x="1673484" y="3357711"/>
                  </a:lnTo>
                  <a:lnTo>
                    <a:pt x="1673578" y="3357711"/>
                  </a:lnTo>
                  <a:lnTo>
                    <a:pt x="1673672" y="3357711"/>
                  </a:lnTo>
                  <a:lnTo>
                    <a:pt x="1673766" y="3357711"/>
                  </a:lnTo>
                  <a:lnTo>
                    <a:pt x="1673860" y="3357711"/>
                  </a:lnTo>
                  <a:lnTo>
                    <a:pt x="1673954" y="3357711"/>
                  </a:lnTo>
                  <a:lnTo>
                    <a:pt x="1674048" y="3357711"/>
                  </a:lnTo>
                  <a:lnTo>
                    <a:pt x="1674142" y="3357711"/>
                  </a:lnTo>
                  <a:lnTo>
                    <a:pt x="1674236" y="3357711"/>
                  </a:lnTo>
                  <a:lnTo>
                    <a:pt x="1674330" y="3357711"/>
                  </a:lnTo>
                  <a:lnTo>
                    <a:pt x="1674424" y="3357711"/>
                  </a:lnTo>
                  <a:lnTo>
                    <a:pt x="1674518" y="3357711"/>
                  </a:lnTo>
                  <a:lnTo>
                    <a:pt x="1674612" y="3357711"/>
                  </a:lnTo>
                  <a:lnTo>
                    <a:pt x="1674706" y="3357711"/>
                  </a:lnTo>
                  <a:lnTo>
                    <a:pt x="1674800" y="3357711"/>
                  </a:lnTo>
                  <a:lnTo>
                    <a:pt x="1674894" y="3357711"/>
                  </a:lnTo>
                  <a:lnTo>
                    <a:pt x="1674988" y="3357711"/>
                  </a:lnTo>
                  <a:lnTo>
                    <a:pt x="1675082" y="3357711"/>
                  </a:lnTo>
                  <a:lnTo>
                    <a:pt x="1675176" y="3357711"/>
                  </a:lnTo>
                  <a:lnTo>
                    <a:pt x="1675270" y="3357711"/>
                  </a:lnTo>
                  <a:lnTo>
                    <a:pt x="1675270" y="3352432"/>
                  </a:lnTo>
                  <a:lnTo>
                    <a:pt x="1675364" y="3352432"/>
                  </a:lnTo>
                  <a:lnTo>
                    <a:pt x="1675458" y="3352432"/>
                  </a:lnTo>
                  <a:lnTo>
                    <a:pt x="1675552" y="3352432"/>
                  </a:lnTo>
                  <a:lnTo>
                    <a:pt x="1675646" y="3352432"/>
                  </a:lnTo>
                  <a:lnTo>
                    <a:pt x="1675740" y="3352432"/>
                  </a:lnTo>
                  <a:lnTo>
                    <a:pt x="1675834" y="3352432"/>
                  </a:lnTo>
                  <a:lnTo>
                    <a:pt x="1675928" y="3352432"/>
                  </a:lnTo>
                  <a:lnTo>
                    <a:pt x="1676022" y="3352432"/>
                  </a:lnTo>
                  <a:lnTo>
                    <a:pt x="1676116" y="3352432"/>
                  </a:lnTo>
                  <a:lnTo>
                    <a:pt x="1676210" y="3352432"/>
                  </a:lnTo>
                  <a:lnTo>
                    <a:pt x="1676304" y="3352432"/>
                  </a:lnTo>
                  <a:lnTo>
                    <a:pt x="1676399" y="3352432"/>
                  </a:lnTo>
                  <a:lnTo>
                    <a:pt x="1676493" y="3352432"/>
                  </a:lnTo>
                  <a:lnTo>
                    <a:pt x="1676587" y="3352432"/>
                  </a:lnTo>
                  <a:lnTo>
                    <a:pt x="1676681" y="3352432"/>
                  </a:lnTo>
                  <a:lnTo>
                    <a:pt x="1676775" y="3352432"/>
                  </a:lnTo>
                  <a:lnTo>
                    <a:pt x="1676869" y="3352432"/>
                  </a:lnTo>
                  <a:lnTo>
                    <a:pt x="1676963" y="3352432"/>
                  </a:lnTo>
                  <a:lnTo>
                    <a:pt x="1677057" y="3352432"/>
                  </a:lnTo>
                  <a:lnTo>
                    <a:pt x="1677151" y="3352432"/>
                  </a:lnTo>
                  <a:lnTo>
                    <a:pt x="1677245" y="3352432"/>
                  </a:lnTo>
                  <a:lnTo>
                    <a:pt x="1677339" y="3352432"/>
                  </a:lnTo>
                  <a:lnTo>
                    <a:pt x="1677433" y="3352432"/>
                  </a:lnTo>
                  <a:lnTo>
                    <a:pt x="1677433" y="3347153"/>
                  </a:lnTo>
                  <a:lnTo>
                    <a:pt x="1677527" y="3347153"/>
                  </a:lnTo>
                  <a:lnTo>
                    <a:pt x="1677621" y="3347153"/>
                  </a:lnTo>
                  <a:lnTo>
                    <a:pt x="1677715" y="3347153"/>
                  </a:lnTo>
                  <a:lnTo>
                    <a:pt x="1677809" y="3347153"/>
                  </a:lnTo>
                  <a:lnTo>
                    <a:pt x="1677903" y="3347153"/>
                  </a:lnTo>
                  <a:lnTo>
                    <a:pt x="1677997" y="3347153"/>
                  </a:lnTo>
                  <a:lnTo>
                    <a:pt x="1678091" y="3347153"/>
                  </a:lnTo>
                  <a:lnTo>
                    <a:pt x="1678185" y="3347153"/>
                  </a:lnTo>
                  <a:lnTo>
                    <a:pt x="1678279" y="3347153"/>
                  </a:lnTo>
                  <a:lnTo>
                    <a:pt x="1678373" y="3347153"/>
                  </a:lnTo>
                  <a:lnTo>
                    <a:pt x="1678467" y="3347153"/>
                  </a:lnTo>
                  <a:lnTo>
                    <a:pt x="1678561" y="3347153"/>
                  </a:lnTo>
                  <a:lnTo>
                    <a:pt x="1678655" y="3347153"/>
                  </a:lnTo>
                  <a:lnTo>
                    <a:pt x="1678749" y="3347153"/>
                  </a:lnTo>
                  <a:lnTo>
                    <a:pt x="1678843" y="3347153"/>
                  </a:lnTo>
                  <a:lnTo>
                    <a:pt x="1678937" y="3347153"/>
                  </a:lnTo>
                  <a:lnTo>
                    <a:pt x="1679031" y="3347153"/>
                  </a:lnTo>
                  <a:lnTo>
                    <a:pt x="1679125" y="3347153"/>
                  </a:lnTo>
                  <a:lnTo>
                    <a:pt x="1679219" y="3347153"/>
                  </a:lnTo>
                  <a:lnTo>
                    <a:pt x="1679313" y="3347153"/>
                  </a:lnTo>
                  <a:lnTo>
                    <a:pt x="1679407" y="3347153"/>
                  </a:lnTo>
                  <a:lnTo>
                    <a:pt x="1679501" y="3347153"/>
                  </a:lnTo>
                  <a:lnTo>
                    <a:pt x="1679595" y="3347153"/>
                  </a:lnTo>
                  <a:lnTo>
                    <a:pt x="1679689" y="3347153"/>
                  </a:lnTo>
                  <a:lnTo>
                    <a:pt x="1679783" y="3347153"/>
                  </a:lnTo>
                  <a:lnTo>
                    <a:pt x="1679877" y="3347153"/>
                  </a:lnTo>
                  <a:lnTo>
                    <a:pt x="1679972" y="3347153"/>
                  </a:lnTo>
                  <a:lnTo>
                    <a:pt x="1680066" y="3347153"/>
                  </a:lnTo>
                  <a:lnTo>
                    <a:pt x="1680160" y="3347153"/>
                  </a:lnTo>
                  <a:lnTo>
                    <a:pt x="1680254" y="3347153"/>
                  </a:lnTo>
                  <a:lnTo>
                    <a:pt x="1680348" y="3347153"/>
                  </a:lnTo>
                  <a:lnTo>
                    <a:pt x="1680348" y="3341873"/>
                  </a:lnTo>
                  <a:lnTo>
                    <a:pt x="1680442" y="3341873"/>
                  </a:lnTo>
                  <a:lnTo>
                    <a:pt x="1680536" y="3341873"/>
                  </a:lnTo>
                  <a:lnTo>
                    <a:pt x="1680630" y="3341873"/>
                  </a:lnTo>
                  <a:lnTo>
                    <a:pt x="1680724" y="3341873"/>
                  </a:lnTo>
                  <a:lnTo>
                    <a:pt x="1680818" y="3341873"/>
                  </a:lnTo>
                  <a:lnTo>
                    <a:pt x="1680912" y="3341873"/>
                  </a:lnTo>
                  <a:lnTo>
                    <a:pt x="1680912" y="3336594"/>
                  </a:lnTo>
                  <a:lnTo>
                    <a:pt x="1681006" y="3336594"/>
                  </a:lnTo>
                  <a:lnTo>
                    <a:pt x="1681100" y="3336594"/>
                  </a:lnTo>
                  <a:lnTo>
                    <a:pt x="1681100" y="3331314"/>
                  </a:lnTo>
                  <a:lnTo>
                    <a:pt x="1681194" y="3331314"/>
                  </a:lnTo>
                  <a:lnTo>
                    <a:pt x="1681288" y="3331314"/>
                  </a:lnTo>
                  <a:lnTo>
                    <a:pt x="1681382" y="3331314"/>
                  </a:lnTo>
                  <a:lnTo>
                    <a:pt x="1681476" y="3331314"/>
                  </a:lnTo>
                  <a:lnTo>
                    <a:pt x="1681570" y="3331314"/>
                  </a:lnTo>
                  <a:lnTo>
                    <a:pt x="1681664" y="3331314"/>
                  </a:lnTo>
                  <a:lnTo>
                    <a:pt x="1681758" y="3331314"/>
                  </a:lnTo>
                  <a:lnTo>
                    <a:pt x="1681852" y="3331314"/>
                  </a:lnTo>
                  <a:lnTo>
                    <a:pt x="1681946" y="3331314"/>
                  </a:lnTo>
                  <a:lnTo>
                    <a:pt x="1682040" y="3331314"/>
                  </a:lnTo>
                  <a:lnTo>
                    <a:pt x="1682134" y="3331314"/>
                  </a:lnTo>
                  <a:lnTo>
                    <a:pt x="1682228" y="3331314"/>
                  </a:lnTo>
                  <a:lnTo>
                    <a:pt x="1682322" y="3331314"/>
                  </a:lnTo>
                  <a:lnTo>
                    <a:pt x="1682416" y="3331314"/>
                  </a:lnTo>
                  <a:lnTo>
                    <a:pt x="1682510" y="3331314"/>
                  </a:lnTo>
                  <a:lnTo>
                    <a:pt x="1682604" y="3331314"/>
                  </a:lnTo>
                  <a:lnTo>
                    <a:pt x="1682698" y="3331314"/>
                  </a:lnTo>
                  <a:lnTo>
                    <a:pt x="1682792" y="3331314"/>
                  </a:lnTo>
                  <a:lnTo>
                    <a:pt x="1682886" y="3331314"/>
                  </a:lnTo>
                  <a:lnTo>
                    <a:pt x="1682980" y="3331314"/>
                  </a:lnTo>
                  <a:lnTo>
                    <a:pt x="1683074" y="3331314"/>
                  </a:lnTo>
                  <a:lnTo>
                    <a:pt x="1683168" y="3331314"/>
                  </a:lnTo>
                  <a:lnTo>
                    <a:pt x="1683168" y="3326035"/>
                  </a:lnTo>
                  <a:lnTo>
                    <a:pt x="1683262" y="3326035"/>
                  </a:lnTo>
                  <a:lnTo>
                    <a:pt x="1683356" y="3326035"/>
                  </a:lnTo>
                  <a:lnTo>
                    <a:pt x="1683450" y="3326035"/>
                  </a:lnTo>
                  <a:lnTo>
                    <a:pt x="1683545" y="3326035"/>
                  </a:lnTo>
                  <a:lnTo>
                    <a:pt x="1683639" y="3326035"/>
                  </a:lnTo>
                  <a:lnTo>
                    <a:pt x="1683733" y="3326035"/>
                  </a:lnTo>
                  <a:lnTo>
                    <a:pt x="1683827" y="3326035"/>
                  </a:lnTo>
                  <a:lnTo>
                    <a:pt x="1683921" y="3326035"/>
                  </a:lnTo>
                  <a:lnTo>
                    <a:pt x="1684015" y="3326035"/>
                  </a:lnTo>
                  <a:lnTo>
                    <a:pt x="1684109" y="3326035"/>
                  </a:lnTo>
                  <a:lnTo>
                    <a:pt x="1684203" y="3326035"/>
                  </a:lnTo>
                  <a:lnTo>
                    <a:pt x="1684297" y="3326035"/>
                  </a:lnTo>
                  <a:lnTo>
                    <a:pt x="1684391" y="3326035"/>
                  </a:lnTo>
                  <a:lnTo>
                    <a:pt x="1684485" y="3326035"/>
                  </a:lnTo>
                  <a:lnTo>
                    <a:pt x="1684579" y="3326035"/>
                  </a:lnTo>
                  <a:lnTo>
                    <a:pt x="1684579" y="3320756"/>
                  </a:lnTo>
                  <a:lnTo>
                    <a:pt x="1684673" y="3320756"/>
                  </a:lnTo>
                  <a:lnTo>
                    <a:pt x="1684767" y="3320756"/>
                  </a:lnTo>
                  <a:lnTo>
                    <a:pt x="1684861" y="3320756"/>
                  </a:lnTo>
                  <a:lnTo>
                    <a:pt x="1684955" y="3320756"/>
                  </a:lnTo>
                  <a:lnTo>
                    <a:pt x="1685049" y="3320756"/>
                  </a:lnTo>
                  <a:lnTo>
                    <a:pt x="1685143" y="3320756"/>
                  </a:lnTo>
                  <a:lnTo>
                    <a:pt x="1685237" y="3320756"/>
                  </a:lnTo>
                  <a:lnTo>
                    <a:pt x="1685331" y="3320756"/>
                  </a:lnTo>
                  <a:lnTo>
                    <a:pt x="1685425" y="3320756"/>
                  </a:lnTo>
                  <a:lnTo>
                    <a:pt x="1685519" y="3320756"/>
                  </a:lnTo>
                  <a:lnTo>
                    <a:pt x="1685613" y="3320756"/>
                  </a:lnTo>
                  <a:lnTo>
                    <a:pt x="1685707" y="3320756"/>
                  </a:lnTo>
                  <a:lnTo>
                    <a:pt x="1685801" y="3320756"/>
                  </a:lnTo>
                  <a:lnTo>
                    <a:pt x="1685895" y="3320756"/>
                  </a:lnTo>
                  <a:lnTo>
                    <a:pt x="1685989" y="3320756"/>
                  </a:lnTo>
                  <a:lnTo>
                    <a:pt x="1686083" y="3320756"/>
                  </a:lnTo>
                  <a:lnTo>
                    <a:pt x="1686177" y="3320756"/>
                  </a:lnTo>
                  <a:lnTo>
                    <a:pt x="1686271" y="3320756"/>
                  </a:lnTo>
                  <a:lnTo>
                    <a:pt x="1686365" y="3320756"/>
                  </a:lnTo>
                  <a:lnTo>
                    <a:pt x="1686459" y="3320756"/>
                  </a:lnTo>
                  <a:lnTo>
                    <a:pt x="1686553" y="3320756"/>
                  </a:lnTo>
                  <a:lnTo>
                    <a:pt x="1686647" y="3320756"/>
                  </a:lnTo>
                  <a:lnTo>
                    <a:pt x="1686741" y="3320756"/>
                  </a:lnTo>
                  <a:lnTo>
                    <a:pt x="1686835" y="3320756"/>
                  </a:lnTo>
                  <a:lnTo>
                    <a:pt x="1686929" y="3320756"/>
                  </a:lnTo>
                  <a:lnTo>
                    <a:pt x="1687024" y="3320756"/>
                  </a:lnTo>
                  <a:lnTo>
                    <a:pt x="1687118" y="3320756"/>
                  </a:lnTo>
                  <a:lnTo>
                    <a:pt x="1687212" y="3320756"/>
                  </a:lnTo>
                  <a:lnTo>
                    <a:pt x="1687306" y="3320756"/>
                  </a:lnTo>
                  <a:lnTo>
                    <a:pt x="1687400" y="3320756"/>
                  </a:lnTo>
                  <a:lnTo>
                    <a:pt x="1687494" y="3320756"/>
                  </a:lnTo>
                  <a:lnTo>
                    <a:pt x="1687588" y="3320756"/>
                  </a:lnTo>
                  <a:lnTo>
                    <a:pt x="1687682" y="3320756"/>
                  </a:lnTo>
                  <a:lnTo>
                    <a:pt x="1687776" y="3320756"/>
                  </a:lnTo>
                  <a:lnTo>
                    <a:pt x="1687870" y="3320756"/>
                  </a:lnTo>
                  <a:lnTo>
                    <a:pt x="1687964" y="3320756"/>
                  </a:lnTo>
                  <a:lnTo>
                    <a:pt x="1688058" y="3320756"/>
                  </a:lnTo>
                  <a:lnTo>
                    <a:pt x="1688152" y="3320756"/>
                  </a:lnTo>
                  <a:lnTo>
                    <a:pt x="1688246" y="3320756"/>
                  </a:lnTo>
                  <a:lnTo>
                    <a:pt x="1688340" y="3320756"/>
                  </a:lnTo>
                  <a:lnTo>
                    <a:pt x="1688434" y="3320756"/>
                  </a:lnTo>
                  <a:lnTo>
                    <a:pt x="1688528" y="3320756"/>
                  </a:lnTo>
                  <a:lnTo>
                    <a:pt x="1688622" y="3320756"/>
                  </a:lnTo>
                  <a:lnTo>
                    <a:pt x="1688716" y="3320756"/>
                  </a:lnTo>
                  <a:lnTo>
                    <a:pt x="1688810" y="3320756"/>
                  </a:lnTo>
                  <a:lnTo>
                    <a:pt x="1688904" y="3320756"/>
                  </a:lnTo>
                  <a:lnTo>
                    <a:pt x="1688998" y="3320756"/>
                  </a:lnTo>
                  <a:lnTo>
                    <a:pt x="1689092" y="3320756"/>
                  </a:lnTo>
                  <a:lnTo>
                    <a:pt x="1689186" y="3320756"/>
                  </a:lnTo>
                  <a:lnTo>
                    <a:pt x="1689280" y="3320756"/>
                  </a:lnTo>
                  <a:lnTo>
                    <a:pt x="1689374" y="3320756"/>
                  </a:lnTo>
                  <a:lnTo>
                    <a:pt x="1689468" y="3320756"/>
                  </a:lnTo>
                  <a:lnTo>
                    <a:pt x="1689562" y="3320756"/>
                  </a:lnTo>
                  <a:lnTo>
                    <a:pt x="1689656" y="3320756"/>
                  </a:lnTo>
                  <a:lnTo>
                    <a:pt x="1689750" y="3320756"/>
                  </a:lnTo>
                  <a:lnTo>
                    <a:pt x="1689844" y="3320756"/>
                  </a:lnTo>
                  <a:lnTo>
                    <a:pt x="1689938" y="3320756"/>
                  </a:lnTo>
                  <a:lnTo>
                    <a:pt x="1690032" y="3320756"/>
                  </a:lnTo>
                  <a:lnTo>
                    <a:pt x="1690126" y="3320756"/>
                  </a:lnTo>
                  <a:lnTo>
                    <a:pt x="1690220" y="3320756"/>
                  </a:lnTo>
                  <a:lnTo>
                    <a:pt x="1690314" y="3320756"/>
                  </a:lnTo>
                  <a:lnTo>
                    <a:pt x="1690408" y="3320756"/>
                  </a:lnTo>
                  <a:lnTo>
                    <a:pt x="1690502" y="3320756"/>
                  </a:lnTo>
                  <a:lnTo>
                    <a:pt x="1690597" y="3320756"/>
                  </a:lnTo>
                  <a:lnTo>
                    <a:pt x="1690691" y="3320756"/>
                  </a:lnTo>
                  <a:lnTo>
                    <a:pt x="1690785" y="3320756"/>
                  </a:lnTo>
                  <a:lnTo>
                    <a:pt x="1690879" y="3320756"/>
                  </a:lnTo>
                  <a:lnTo>
                    <a:pt x="1690973" y="3320756"/>
                  </a:lnTo>
                  <a:lnTo>
                    <a:pt x="1691067" y="3320756"/>
                  </a:lnTo>
                  <a:lnTo>
                    <a:pt x="1691161" y="3320756"/>
                  </a:lnTo>
                  <a:lnTo>
                    <a:pt x="1691255" y="3320756"/>
                  </a:lnTo>
                  <a:lnTo>
                    <a:pt x="1691349" y="3320756"/>
                  </a:lnTo>
                  <a:lnTo>
                    <a:pt x="1691443" y="3320756"/>
                  </a:lnTo>
                  <a:lnTo>
                    <a:pt x="1691537" y="3320756"/>
                  </a:lnTo>
                  <a:lnTo>
                    <a:pt x="1691631" y="3320756"/>
                  </a:lnTo>
                  <a:lnTo>
                    <a:pt x="1691725" y="3320756"/>
                  </a:lnTo>
                  <a:lnTo>
                    <a:pt x="1691819" y="3320756"/>
                  </a:lnTo>
                  <a:lnTo>
                    <a:pt x="1691913" y="3320756"/>
                  </a:lnTo>
                  <a:lnTo>
                    <a:pt x="1692007" y="3320756"/>
                  </a:lnTo>
                  <a:lnTo>
                    <a:pt x="1692101" y="3320756"/>
                  </a:lnTo>
                  <a:lnTo>
                    <a:pt x="1692195" y="3320756"/>
                  </a:lnTo>
                  <a:lnTo>
                    <a:pt x="1692289" y="3320756"/>
                  </a:lnTo>
                  <a:lnTo>
                    <a:pt x="1692383" y="3320756"/>
                  </a:lnTo>
                  <a:lnTo>
                    <a:pt x="1692477" y="3320756"/>
                  </a:lnTo>
                  <a:lnTo>
                    <a:pt x="1692571" y="3320756"/>
                  </a:lnTo>
                  <a:lnTo>
                    <a:pt x="1692665" y="3320756"/>
                  </a:lnTo>
                  <a:lnTo>
                    <a:pt x="1692759" y="3320756"/>
                  </a:lnTo>
                  <a:lnTo>
                    <a:pt x="1692853" y="3320756"/>
                  </a:lnTo>
                  <a:lnTo>
                    <a:pt x="1692853" y="3315476"/>
                  </a:lnTo>
                  <a:lnTo>
                    <a:pt x="1692853" y="3310197"/>
                  </a:lnTo>
                  <a:lnTo>
                    <a:pt x="1692947" y="3310197"/>
                  </a:lnTo>
                  <a:lnTo>
                    <a:pt x="1693041" y="3310197"/>
                  </a:lnTo>
                  <a:lnTo>
                    <a:pt x="1693135" y="3310197"/>
                  </a:lnTo>
                  <a:lnTo>
                    <a:pt x="1693229" y="3310197"/>
                  </a:lnTo>
                  <a:lnTo>
                    <a:pt x="1693323" y="3310197"/>
                  </a:lnTo>
                  <a:lnTo>
                    <a:pt x="1693417" y="3310197"/>
                  </a:lnTo>
                  <a:lnTo>
                    <a:pt x="1693511" y="3310197"/>
                  </a:lnTo>
                  <a:lnTo>
                    <a:pt x="1693605" y="3310197"/>
                  </a:lnTo>
                  <a:lnTo>
                    <a:pt x="1693699" y="3310197"/>
                  </a:lnTo>
                  <a:lnTo>
                    <a:pt x="1693793" y="3310197"/>
                  </a:lnTo>
                  <a:lnTo>
                    <a:pt x="1693887" y="3310197"/>
                  </a:lnTo>
                  <a:lnTo>
                    <a:pt x="1693981" y="3310197"/>
                  </a:lnTo>
                  <a:lnTo>
                    <a:pt x="1694075" y="3310197"/>
                  </a:lnTo>
                  <a:lnTo>
                    <a:pt x="1694170" y="3310197"/>
                  </a:lnTo>
                  <a:lnTo>
                    <a:pt x="1694264" y="3310197"/>
                  </a:lnTo>
                  <a:lnTo>
                    <a:pt x="1694358" y="3310197"/>
                  </a:lnTo>
                  <a:lnTo>
                    <a:pt x="1694452" y="3310197"/>
                  </a:lnTo>
                  <a:lnTo>
                    <a:pt x="1694546" y="3310197"/>
                  </a:lnTo>
                  <a:lnTo>
                    <a:pt x="1694640" y="3310197"/>
                  </a:lnTo>
                  <a:lnTo>
                    <a:pt x="1694734" y="3310197"/>
                  </a:lnTo>
                  <a:lnTo>
                    <a:pt x="1694828" y="3310197"/>
                  </a:lnTo>
                  <a:lnTo>
                    <a:pt x="1694922" y="3310197"/>
                  </a:lnTo>
                  <a:lnTo>
                    <a:pt x="1695016" y="3310197"/>
                  </a:lnTo>
                  <a:lnTo>
                    <a:pt x="1695110" y="3310197"/>
                  </a:lnTo>
                  <a:lnTo>
                    <a:pt x="1695204" y="3310197"/>
                  </a:lnTo>
                  <a:lnTo>
                    <a:pt x="1695298" y="3310197"/>
                  </a:lnTo>
                  <a:lnTo>
                    <a:pt x="1695392" y="3310197"/>
                  </a:lnTo>
                  <a:lnTo>
                    <a:pt x="1695486" y="3310197"/>
                  </a:lnTo>
                  <a:lnTo>
                    <a:pt x="1695580" y="3310197"/>
                  </a:lnTo>
                  <a:lnTo>
                    <a:pt x="1695674" y="3310197"/>
                  </a:lnTo>
                  <a:lnTo>
                    <a:pt x="1695768" y="3310197"/>
                  </a:lnTo>
                  <a:lnTo>
                    <a:pt x="1695862" y="3310197"/>
                  </a:lnTo>
                  <a:lnTo>
                    <a:pt x="1695862" y="3304917"/>
                  </a:lnTo>
                  <a:lnTo>
                    <a:pt x="1695862" y="3299638"/>
                  </a:lnTo>
                  <a:lnTo>
                    <a:pt x="1695956" y="3299638"/>
                  </a:lnTo>
                  <a:lnTo>
                    <a:pt x="1696050" y="3299638"/>
                  </a:lnTo>
                  <a:lnTo>
                    <a:pt x="1696144" y="3299638"/>
                  </a:lnTo>
                  <a:lnTo>
                    <a:pt x="1696238" y="3299638"/>
                  </a:lnTo>
                  <a:lnTo>
                    <a:pt x="1696332" y="3299638"/>
                  </a:lnTo>
                  <a:lnTo>
                    <a:pt x="1696426" y="3299638"/>
                  </a:lnTo>
                  <a:lnTo>
                    <a:pt x="1696520" y="3299638"/>
                  </a:lnTo>
                  <a:lnTo>
                    <a:pt x="1696614" y="3299638"/>
                  </a:lnTo>
                  <a:lnTo>
                    <a:pt x="1696708" y="3299638"/>
                  </a:lnTo>
                  <a:lnTo>
                    <a:pt x="1696802" y="3299638"/>
                  </a:lnTo>
                  <a:lnTo>
                    <a:pt x="1696896" y="3299638"/>
                  </a:lnTo>
                  <a:lnTo>
                    <a:pt x="1696990" y="3299638"/>
                  </a:lnTo>
                  <a:lnTo>
                    <a:pt x="1697084" y="3299638"/>
                  </a:lnTo>
                  <a:lnTo>
                    <a:pt x="1697178" y="3299638"/>
                  </a:lnTo>
                  <a:lnTo>
                    <a:pt x="1697272" y="3299638"/>
                  </a:lnTo>
                  <a:lnTo>
                    <a:pt x="1697366" y="3299638"/>
                  </a:lnTo>
                  <a:lnTo>
                    <a:pt x="1697460" y="3299638"/>
                  </a:lnTo>
                  <a:lnTo>
                    <a:pt x="1697554" y="3299638"/>
                  </a:lnTo>
                  <a:lnTo>
                    <a:pt x="1697648" y="3299638"/>
                  </a:lnTo>
                  <a:lnTo>
                    <a:pt x="1697743" y="3299638"/>
                  </a:lnTo>
                  <a:lnTo>
                    <a:pt x="1697837" y="3299638"/>
                  </a:lnTo>
                  <a:lnTo>
                    <a:pt x="1697931" y="3299638"/>
                  </a:lnTo>
                  <a:lnTo>
                    <a:pt x="1698025" y="3299638"/>
                  </a:lnTo>
                  <a:lnTo>
                    <a:pt x="1698119" y="3299638"/>
                  </a:lnTo>
                  <a:lnTo>
                    <a:pt x="1698213" y="3299638"/>
                  </a:lnTo>
                  <a:lnTo>
                    <a:pt x="1698307" y="3299638"/>
                  </a:lnTo>
                  <a:lnTo>
                    <a:pt x="1698401" y="3299638"/>
                  </a:lnTo>
                  <a:lnTo>
                    <a:pt x="1698495" y="3299638"/>
                  </a:lnTo>
                  <a:lnTo>
                    <a:pt x="1698589" y="3299638"/>
                  </a:lnTo>
                  <a:lnTo>
                    <a:pt x="1698683" y="3299638"/>
                  </a:lnTo>
                  <a:lnTo>
                    <a:pt x="1698777" y="3299638"/>
                  </a:lnTo>
                  <a:lnTo>
                    <a:pt x="1698871" y="3299638"/>
                  </a:lnTo>
                  <a:lnTo>
                    <a:pt x="1698965" y="3299638"/>
                  </a:lnTo>
                  <a:lnTo>
                    <a:pt x="1699059" y="3299638"/>
                  </a:lnTo>
                  <a:lnTo>
                    <a:pt x="1699153" y="3299638"/>
                  </a:lnTo>
                  <a:lnTo>
                    <a:pt x="1699247" y="3299638"/>
                  </a:lnTo>
                  <a:lnTo>
                    <a:pt x="1699341" y="3299638"/>
                  </a:lnTo>
                  <a:lnTo>
                    <a:pt x="1699435" y="3299638"/>
                  </a:lnTo>
                  <a:lnTo>
                    <a:pt x="1699529" y="3299638"/>
                  </a:lnTo>
                  <a:lnTo>
                    <a:pt x="1699623" y="3299638"/>
                  </a:lnTo>
                  <a:lnTo>
                    <a:pt x="1699717" y="3299638"/>
                  </a:lnTo>
                  <a:lnTo>
                    <a:pt x="1699811" y="3299638"/>
                  </a:lnTo>
                  <a:lnTo>
                    <a:pt x="1699905" y="3299638"/>
                  </a:lnTo>
                  <a:lnTo>
                    <a:pt x="1699999" y="3299638"/>
                  </a:lnTo>
                  <a:lnTo>
                    <a:pt x="1700093" y="3299638"/>
                  </a:lnTo>
                  <a:lnTo>
                    <a:pt x="1700187" y="3299638"/>
                  </a:lnTo>
                  <a:lnTo>
                    <a:pt x="1700281" y="3299638"/>
                  </a:lnTo>
                  <a:lnTo>
                    <a:pt x="1700375" y="3299638"/>
                  </a:lnTo>
                  <a:lnTo>
                    <a:pt x="1700469" y="3299638"/>
                  </a:lnTo>
                  <a:lnTo>
                    <a:pt x="1700563" y="3299638"/>
                  </a:lnTo>
                  <a:lnTo>
                    <a:pt x="1700657" y="3299638"/>
                  </a:lnTo>
                  <a:lnTo>
                    <a:pt x="1700751" y="3299638"/>
                  </a:lnTo>
                  <a:lnTo>
                    <a:pt x="1700845" y="3299638"/>
                  </a:lnTo>
                  <a:lnTo>
                    <a:pt x="1700939" y="3299638"/>
                  </a:lnTo>
                  <a:lnTo>
                    <a:pt x="1701033" y="3299638"/>
                  </a:lnTo>
                  <a:lnTo>
                    <a:pt x="1701127" y="3299638"/>
                  </a:lnTo>
                  <a:lnTo>
                    <a:pt x="1701222" y="3299638"/>
                  </a:lnTo>
                  <a:lnTo>
                    <a:pt x="1701316" y="3299638"/>
                  </a:lnTo>
                  <a:lnTo>
                    <a:pt x="1701410" y="3299638"/>
                  </a:lnTo>
                  <a:lnTo>
                    <a:pt x="1701504" y="3299638"/>
                  </a:lnTo>
                  <a:lnTo>
                    <a:pt x="1701598" y="3299638"/>
                  </a:lnTo>
                  <a:lnTo>
                    <a:pt x="1701692" y="3299638"/>
                  </a:lnTo>
                  <a:lnTo>
                    <a:pt x="1701786" y="3299638"/>
                  </a:lnTo>
                  <a:lnTo>
                    <a:pt x="1701880" y="3299638"/>
                  </a:lnTo>
                  <a:lnTo>
                    <a:pt x="1701974" y="3299638"/>
                  </a:lnTo>
                  <a:lnTo>
                    <a:pt x="1702068" y="3299638"/>
                  </a:lnTo>
                  <a:lnTo>
                    <a:pt x="1702162" y="3299638"/>
                  </a:lnTo>
                  <a:lnTo>
                    <a:pt x="1702256" y="3299638"/>
                  </a:lnTo>
                  <a:lnTo>
                    <a:pt x="1702350" y="3299638"/>
                  </a:lnTo>
                  <a:lnTo>
                    <a:pt x="1702444" y="3299638"/>
                  </a:lnTo>
                  <a:lnTo>
                    <a:pt x="1702538" y="3299638"/>
                  </a:lnTo>
                  <a:lnTo>
                    <a:pt x="1702632" y="3299638"/>
                  </a:lnTo>
                  <a:lnTo>
                    <a:pt x="1702726" y="3299638"/>
                  </a:lnTo>
                  <a:lnTo>
                    <a:pt x="1702820" y="3299638"/>
                  </a:lnTo>
                  <a:lnTo>
                    <a:pt x="1702914" y="3299638"/>
                  </a:lnTo>
                  <a:lnTo>
                    <a:pt x="1703008" y="3299638"/>
                  </a:lnTo>
                  <a:lnTo>
                    <a:pt x="1703102" y="3299638"/>
                  </a:lnTo>
                  <a:lnTo>
                    <a:pt x="1703196" y="3299638"/>
                  </a:lnTo>
                  <a:lnTo>
                    <a:pt x="1703290" y="3299638"/>
                  </a:lnTo>
                  <a:lnTo>
                    <a:pt x="1703384" y="3299638"/>
                  </a:lnTo>
                  <a:lnTo>
                    <a:pt x="1703478" y="3299638"/>
                  </a:lnTo>
                  <a:lnTo>
                    <a:pt x="1703572" y="3299638"/>
                  </a:lnTo>
                  <a:lnTo>
                    <a:pt x="1703666" y="3299638"/>
                  </a:lnTo>
                  <a:lnTo>
                    <a:pt x="1703760" y="3299638"/>
                  </a:lnTo>
                  <a:lnTo>
                    <a:pt x="1703854" y="3299638"/>
                  </a:lnTo>
                  <a:lnTo>
                    <a:pt x="1703948" y="3299638"/>
                  </a:lnTo>
                  <a:lnTo>
                    <a:pt x="1704042" y="3299638"/>
                  </a:lnTo>
                  <a:lnTo>
                    <a:pt x="1704136" y="3299638"/>
                  </a:lnTo>
                  <a:lnTo>
                    <a:pt x="1704230" y="3299638"/>
                  </a:lnTo>
                  <a:lnTo>
                    <a:pt x="1704324" y="3299638"/>
                  </a:lnTo>
                  <a:lnTo>
                    <a:pt x="1704418" y="3299638"/>
                  </a:lnTo>
                  <a:lnTo>
                    <a:pt x="1704512" y="3299638"/>
                  </a:lnTo>
                  <a:lnTo>
                    <a:pt x="1704606" y="3299638"/>
                  </a:lnTo>
                  <a:lnTo>
                    <a:pt x="1704606" y="3294358"/>
                  </a:lnTo>
                  <a:lnTo>
                    <a:pt x="1704700" y="3294358"/>
                  </a:lnTo>
                  <a:lnTo>
                    <a:pt x="1704795" y="3294358"/>
                  </a:lnTo>
                  <a:lnTo>
                    <a:pt x="1704889" y="3294358"/>
                  </a:lnTo>
                  <a:lnTo>
                    <a:pt x="1704983" y="3294358"/>
                  </a:lnTo>
                  <a:lnTo>
                    <a:pt x="1705077" y="3294358"/>
                  </a:lnTo>
                  <a:lnTo>
                    <a:pt x="1705171" y="3294358"/>
                  </a:lnTo>
                  <a:lnTo>
                    <a:pt x="1705265" y="3294358"/>
                  </a:lnTo>
                  <a:lnTo>
                    <a:pt x="1705359" y="3294358"/>
                  </a:lnTo>
                  <a:lnTo>
                    <a:pt x="1705453" y="3294358"/>
                  </a:lnTo>
                  <a:lnTo>
                    <a:pt x="1705547" y="3294358"/>
                  </a:lnTo>
                  <a:lnTo>
                    <a:pt x="1705641" y="3294358"/>
                  </a:lnTo>
                  <a:lnTo>
                    <a:pt x="1705735" y="3294358"/>
                  </a:lnTo>
                  <a:lnTo>
                    <a:pt x="1705829" y="3294358"/>
                  </a:lnTo>
                  <a:lnTo>
                    <a:pt x="1705923" y="3294358"/>
                  </a:lnTo>
                  <a:lnTo>
                    <a:pt x="1706017" y="3294358"/>
                  </a:lnTo>
                  <a:lnTo>
                    <a:pt x="1706111" y="3294358"/>
                  </a:lnTo>
                  <a:lnTo>
                    <a:pt x="1706205" y="3294358"/>
                  </a:lnTo>
                  <a:lnTo>
                    <a:pt x="1706299" y="3294358"/>
                  </a:lnTo>
                  <a:lnTo>
                    <a:pt x="1706299" y="3289079"/>
                  </a:lnTo>
                  <a:lnTo>
                    <a:pt x="1706393" y="3289079"/>
                  </a:lnTo>
                  <a:lnTo>
                    <a:pt x="1706487" y="3289079"/>
                  </a:lnTo>
                  <a:lnTo>
                    <a:pt x="1706581" y="3289079"/>
                  </a:lnTo>
                  <a:lnTo>
                    <a:pt x="1706675" y="3289079"/>
                  </a:lnTo>
                  <a:lnTo>
                    <a:pt x="1706769" y="3289079"/>
                  </a:lnTo>
                  <a:lnTo>
                    <a:pt x="1706863" y="3289079"/>
                  </a:lnTo>
                  <a:lnTo>
                    <a:pt x="1706957" y="3289079"/>
                  </a:lnTo>
                  <a:lnTo>
                    <a:pt x="1707051" y="3289079"/>
                  </a:lnTo>
                  <a:lnTo>
                    <a:pt x="1707145" y="3289079"/>
                  </a:lnTo>
                  <a:lnTo>
                    <a:pt x="1707239" y="3289079"/>
                  </a:lnTo>
                  <a:lnTo>
                    <a:pt x="1707333" y="3289079"/>
                  </a:lnTo>
                  <a:lnTo>
                    <a:pt x="1707427" y="3289079"/>
                  </a:lnTo>
                  <a:lnTo>
                    <a:pt x="1707521" y="3289079"/>
                  </a:lnTo>
                  <a:lnTo>
                    <a:pt x="1707615" y="3289079"/>
                  </a:lnTo>
                  <a:lnTo>
                    <a:pt x="1707709" y="3289079"/>
                  </a:lnTo>
                  <a:lnTo>
                    <a:pt x="1707803" y="3289079"/>
                  </a:lnTo>
                  <a:lnTo>
                    <a:pt x="1707897" y="3289079"/>
                  </a:lnTo>
                  <a:lnTo>
                    <a:pt x="1707897" y="3283800"/>
                  </a:lnTo>
                  <a:lnTo>
                    <a:pt x="1707991" y="3283800"/>
                  </a:lnTo>
                  <a:lnTo>
                    <a:pt x="1708085" y="3283800"/>
                  </a:lnTo>
                  <a:lnTo>
                    <a:pt x="1708179" y="3283800"/>
                  </a:lnTo>
                  <a:lnTo>
                    <a:pt x="1708273" y="3283800"/>
                  </a:lnTo>
                  <a:lnTo>
                    <a:pt x="1708368" y="3283800"/>
                  </a:lnTo>
                  <a:lnTo>
                    <a:pt x="1708462" y="3283800"/>
                  </a:lnTo>
                  <a:lnTo>
                    <a:pt x="1708556" y="3283800"/>
                  </a:lnTo>
                  <a:lnTo>
                    <a:pt x="1708650" y="3283800"/>
                  </a:lnTo>
                  <a:lnTo>
                    <a:pt x="1708744" y="3283800"/>
                  </a:lnTo>
                  <a:lnTo>
                    <a:pt x="1708838" y="3283800"/>
                  </a:lnTo>
                  <a:lnTo>
                    <a:pt x="1708838" y="3278520"/>
                  </a:lnTo>
                  <a:lnTo>
                    <a:pt x="1708932" y="3278520"/>
                  </a:lnTo>
                  <a:lnTo>
                    <a:pt x="1709026" y="3278520"/>
                  </a:lnTo>
                  <a:lnTo>
                    <a:pt x="1709120" y="3278520"/>
                  </a:lnTo>
                  <a:lnTo>
                    <a:pt x="1709214" y="3278520"/>
                  </a:lnTo>
                  <a:lnTo>
                    <a:pt x="1709308" y="3278520"/>
                  </a:lnTo>
                  <a:lnTo>
                    <a:pt x="1709402" y="3278520"/>
                  </a:lnTo>
                  <a:lnTo>
                    <a:pt x="1709496" y="3278520"/>
                  </a:lnTo>
                  <a:lnTo>
                    <a:pt x="1709590" y="3278520"/>
                  </a:lnTo>
                  <a:lnTo>
                    <a:pt x="1709684" y="3278520"/>
                  </a:lnTo>
                  <a:lnTo>
                    <a:pt x="1709778" y="3278520"/>
                  </a:lnTo>
                  <a:lnTo>
                    <a:pt x="1709872" y="3278520"/>
                  </a:lnTo>
                  <a:lnTo>
                    <a:pt x="1709966" y="3278520"/>
                  </a:lnTo>
                  <a:lnTo>
                    <a:pt x="1710060" y="3278520"/>
                  </a:lnTo>
                  <a:lnTo>
                    <a:pt x="1710154" y="3278520"/>
                  </a:lnTo>
                  <a:lnTo>
                    <a:pt x="1710248" y="3278520"/>
                  </a:lnTo>
                  <a:lnTo>
                    <a:pt x="1710342" y="3278520"/>
                  </a:lnTo>
                  <a:lnTo>
                    <a:pt x="1710436" y="3278520"/>
                  </a:lnTo>
                  <a:lnTo>
                    <a:pt x="1710530" y="3278520"/>
                  </a:lnTo>
                  <a:lnTo>
                    <a:pt x="1710624" y="3278520"/>
                  </a:lnTo>
                  <a:lnTo>
                    <a:pt x="1710718" y="3278520"/>
                  </a:lnTo>
                  <a:lnTo>
                    <a:pt x="1710812" y="3278520"/>
                  </a:lnTo>
                  <a:lnTo>
                    <a:pt x="1710906" y="3278520"/>
                  </a:lnTo>
                  <a:lnTo>
                    <a:pt x="1711000" y="3278520"/>
                  </a:lnTo>
                  <a:lnTo>
                    <a:pt x="1711094" y="3278520"/>
                  </a:lnTo>
                  <a:lnTo>
                    <a:pt x="1711188" y="3278520"/>
                  </a:lnTo>
                  <a:lnTo>
                    <a:pt x="1711282" y="3278520"/>
                  </a:lnTo>
                  <a:lnTo>
                    <a:pt x="1711376" y="3278520"/>
                  </a:lnTo>
                  <a:lnTo>
                    <a:pt x="1711470" y="3278520"/>
                  </a:lnTo>
                  <a:lnTo>
                    <a:pt x="1711564" y="3278520"/>
                  </a:lnTo>
                  <a:lnTo>
                    <a:pt x="1711658" y="3278520"/>
                  </a:lnTo>
                  <a:lnTo>
                    <a:pt x="1711752" y="3278520"/>
                  </a:lnTo>
                  <a:lnTo>
                    <a:pt x="1711847" y="3278520"/>
                  </a:lnTo>
                  <a:lnTo>
                    <a:pt x="1711941" y="3278520"/>
                  </a:lnTo>
                  <a:lnTo>
                    <a:pt x="1712035" y="3278520"/>
                  </a:lnTo>
                  <a:lnTo>
                    <a:pt x="1712129" y="3278520"/>
                  </a:lnTo>
                  <a:lnTo>
                    <a:pt x="1712223" y="3278520"/>
                  </a:lnTo>
                  <a:lnTo>
                    <a:pt x="1712317" y="3278520"/>
                  </a:lnTo>
                  <a:lnTo>
                    <a:pt x="1712411" y="3278520"/>
                  </a:lnTo>
                  <a:lnTo>
                    <a:pt x="1712411" y="3273241"/>
                  </a:lnTo>
                  <a:lnTo>
                    <a:pt x="1712505" y="3273241"/>
                  </a:lnTo>
                  <a:lnTo>
                    <a:pt x="1712599" y="3273241"/>
                  </a:lnTo>
                  <a:lnTo>
                    <a:pt x="1712693" y="3273241"/>
                  </a:lnTo>
                  <a:lnTo>
                    <a:pt x="1712787" y="3273241"/>
                  </a:lnTo>
                  <a:lnTo>
                    <a:pt x="1712881" y="3273241"/>
                  </a:lnTo>
                  <a:lnTo>
                    <a:pt x="1712975" y="3273241"/>
                  </a:lnTo>
                  <a:lnTo>
                    <a:pt x="1713069" y="3273241"/>
                  </a:lnTo>
                  <a:lnTo>
                    <a:pt x="1713163" y="3273241"/>
                  </a:lnTo>
                  <a:lnTo>
                    <a:pt x="1713257" y="3273241"/>
                  </a:lnTo>
                  <a:lnTo>
                    <a:pt x="1713351" y="3273241"/>
                  </a:lnTo>
                  <a:lnTo>
                    <a:pt x="1713445" y="3273241"/>
                  </a:lnTo>
                  <a:lnTo>
                    <a:pt x="1713539" y="3273241"/>
                  </a:lnTo>
                  <a:lnTo>
                    <a:pt x="1713633" y="3273241"/>
                  </a:lnTo>
                  <a:lnTo>
                    <a:pt x="1713727" y="3273241"/>
                  </a:lnTo>
                  <a:lnTo>
                    <a:pt x="1713821" y="3273241"/>
                  </a:lnTo>
                  <a:lnTo>
                    <a:pt x="1713915" y="3273241"/>
                  </a:lnTo>
                  <a:lnTo>
                    <a:pt x="1714009" y="3273241"/>
                  </a:lnTo>
                  <a:lnTo>
                    <a:pt x="1714103" y="3273241"/>
                  </a:lnTo>
                  <a:lnTo>
                    <a:pt x="1714197" y="3273241"/>
                  </a:lnTo>
                  <a:lnTo>
                    <a:pt x="1714291" y="3273241"/>
                  </a:lnTo>
                  <a:lnTo>
                    <a:pt x="1714385" y="3273241"/>
                  </a:lnTo>
                  <a:lnTo>
                    <a:pt x="1714479" y="3273241"/>
                  </a:lnTo>
                  <a:lnTo>
                    <a:pt x="1714573" y="3273241"/>
                  </a:lnTo>
                  <a:lnTo>
                    <a:pt x="1714667" y="3273241"/>
                  </a:lnTo>
                  <a:lnTo>
                    <a:pt x="1714667" y="3267961"/>
                  </a:lnTo>
                  <a:lnTo>
                    <a:pt x="1714761" y="3267961"/>
                  </a:lnTo>
                  <a:lnTo>
                    <a:pt x="1714855" y="3267961"/>
                  </a:lnTo>
                  <a:lnTo>
                    <a:pt x="1714949" y="3267961"/>
                  </a:lnTo>
                  <a:lnTo>
                    <a:pt x="1715043" y="3267961"/>
                  </a:lnTo>
                  <a:lnTo>
                    <a:pt x="1715137" y="3267961"/>
                  </a:lnTo>
                  <a:lnTo>
                    <a:pt x="1715231" y="3267961"/>
                  </a:lnTo>
                  <a:lnTo>
                    <a:pt x="1715325" y="3267961"/>
                  </a:lnTo>
                  <a:lnTo>
                    <a:pt x="1715420" y="3267961"/>
                  </a:lnTo>
                  <a:lnTo>
                    <a:pt x="1715514" y="3267961"/>
                  </a:lnTo>
                  <a:lnTo>
                    <a:pt x="1715608" y="3267961"/>
                  </a:lnTo>
                  <a:lnTo>
                    <a:pt x="1715702" y="3267961"/>
                  </a:lnTo>
                  <a:lnTo>
                    <a:pt x="1715796" y="3267961"/>
                  </a:lnTo>
                  <a:lnTo>
                    <a:pt x="1715890" y="3267961"/>
                  </a:lnTo>
                  <a:lnTo>
                    <a:pt x="1715984" y="3267961"/>
                  </a:lnTo>
                  <a:lnTo>
                    <a:pt x="1716078" y="3267961"/>
                  </a:lnTo>
                  <a:lnTo>
                    <a:pt x="1716172" y="3267961"/>
                  </a:lnTo>
                  <a:lnTo>
                    <a:pt x="1716266" y="3267961"/>
                  </a:lnTo>
                  <a:lnTo>
                    <a:pt x="1716360" y="3267961"/>
                  </a:lnTo>
                  <a:lnTo>
                    <a:pt x="1716454" y="3267961"/>
                  </a:lnTo>
                  <a:lnTo>
                    <a:pt x="1716548" y="3267961"/>
                  </a:lnTo>
                  <a:lnTo>
                    <a:pt x="1716642" y="3267961"/>
                  </a:lnTo>
                  <a:lnTo>
                    <a:pt x="1716736" y="3267961"/>
                  </a:lnTo>
                  <a:lnTo>
                    <a:pt x="1716830" y="3267961"/>
                  </a:lnTo>
                  <a:lnTo>
                    <a:pt x="1716924" y="3267961"/>
                  </a:lnTo>
                  <a:lnTo>
                    <a:pt x="1717018" y="3267961"/>
                  </a:lnTo>
                  <a:lnTo>
                    <a:pt x="1717112" y="3267961"/>
                  </a:lnTo>
                  <a:lnTo>
                    <a:pt x="1717206" y="3267961"/>
                  </a:lnTo>
                  <a:lnTo>
                    <a:pt x="1717300" y="3267961"/>
                  </a:lnTo>
                  <a:lnTo>
                    <a:pt x="1717394" y="3267961"/>
                  </a:lnTo>
                  <a:lnTo>
                    <a:pt x="1717488" y="3267961"/>
                  </a:lnTo>
                  <a:lnTo>
                    <a:pt x="1717582" y="3267961"/>
                  </a:lnTo>
                  <a:lnTo>
                    <a:pt x="1717676" y="3267961"/>
                  </a:lnTo>
                  <a:lnTo>
                    <a:pt x="1717770" y="3267961"/>
                  </a:lnTo>
                  <a:lnTo>
                    <a:pt x="1717864" y="3267961"/>
                  </a:lnTo>
                  <a:lnTo>
                    <a:pt x="1717958" y="3267961"/>
                  </a:lnTo>
                  <a:lnTo>
                    <a:pt x="1718052" y="3267961"/>
                  </a:lnTo>
                  <a:lnTo>
                    <a:pt x="1718146" y="3267961"/>
                  </a:lnTo>
                  <a:lnTo>
                    <a:pt x="1718240" y="3267961"/>
                  </a:lnTo>
                  <a:lnTo>
                    <a:pt x="1718334" y="3267961"/>
                  </a:lnTo>
                  <a:lnTo>
                    <a:pt x="1718428" y="3267961"/>
                  </a:lnTo>
                  <a:lnTo>
                    <a:pt x="1718522" y="3267961"/>
                  </a:lnTo>
                  <a:lnTo>
                    <a:pt x="1718616" y="3267961"/>
                  </a:lnTo>
                  <a:lnTo>
                    <a:pt x="1718710" y="3267961"/>
                  </a:lnTo>
                  <a:lnTo>
                    <a:pt x="1718804" y="3267961"/>
                  </a:lnTo>
                  <a:lnTo>
                    <a:pt x="1718898" y="3267961"/>
                  </a:lnTo>
                  <a:lnTo>
                    <a:pt x="1718898" y="3262682"/>
                  </a:lnTo>
                  <a:lnTo>
                    <a:pt x="1718993" y="3262682"/>
                  </a:lnTo>
                  <a:lnTo>
                    <a:pt x="1719087" y="3262682"/>
                  </a:lnTo>
                  <a:lnTo>
                    <a:pt x="1719181" y="3262682"/>
                  </a:lnTo>
                  <a:lnTo>
                    <a:pt x="1719275" y="3262682"/>
                  </a:lnTo>
                  <a:lnTo>
                    <a:pt x="1719369" y="3262682"/>
                  </a:lnTo>
                  <a:lnTo>
                    <a:pt x="1719463" y="3262682"/>
                  </a:lnTo>
                  <a:lnTo>
                    <a:pt x="1719557" y="3262682"/>
                  </a:lnTo>
                  <a:lnTo>
                    <a:pt x="1719651" y="3262682"/>
                  </a:lnTo>
                  <a:lnTo>
                    <a:pt x="1719745" y="3262682"/>
                  </a:lnTo>
                  <a:lnTo>
                    <a:pt x="1719839" y="3262682"/>
                  </a:lnTo>
                  <a:lnTo>
                    <a:pt x="1719933" y="3262682"/>
                  </a:lnTo>
                  <a:lnTo>
                    <a:pt x="1720027" y="3262682"/>
                  </a:lnTo>
                  <a:lnTo>
                    <a:pt x="1720121" y="3262682"/>
                  </a:lnTo>
                  <a:lnTo>
                    <a:pt x="1720215" y="3262682"/>
                  </a:lnTo>
                  <a:lnTo>
                    <a:pt x="1720309" y="3262682"/>
                  </a:lnTo>
                  <a:lnTo>
                    <a:pt x="1720403" y="3262682"/>
                  </a:lnTo>
                  <a:lnTo>
                    <a:pt x="1720497" y="3262682"/>
                  </a:lnTo>
                  <a:lnTo>
                    <a:pt x="1720591" y="3262682"/>
                  </a:lnTo>
                  <a:lnTo>
                    <a:pt x="1720685" y="3262682"/>
                  </a:lnTo>
                  <a:lnTo>
                    <a:pt x="1720779" y="3262682"/>
                  </a:lnTo>
                  <a:lnTo>
                    <a:pt x="1720873" y="3262682"/>
                  </a:lnTo>
                  <a:lnTo>
                    <a:pt x="1720967" y="3262682"/>
                  </a:lnTo>
                  <a:lnTo>
                    <a:pt x="1721061" y="3262682"/>
                  </a:lnTo>
                  <a:lnTo>
                    <a:pt x="1721155" y="3262682"/>
                  </a:lnTo>
                  <a:lnTo>
                    <a:pt x="1721249" y="3262682"/>
                  </a:lnTo>
                  <a:lnTo>
                    <a:pt x="1721343" y="3262682"/>
                  </a:lnTo>
                  <a:lnTo>
                    <a:pt x="1721437" y="3262682"/>
                  </a:lnTo>
                  <a:lnTo>
                    <a:pt x="1721531" y="3262682"/>
                  </a:lnTo>
                  <a:lnTo>
                    <a:pt x="1721625" y="3262682"/>
                  </a:lnTo>
                  <a:lnTo>
                    <a:pt x="1721719" y="3262682"/>
                  </a:lnTo>
                  <a:lnTo>
                    <a:pt x="1721813" y="3262682"/>
                  </a:lnTo>
                  <a:lnTo>
                    <a:pt x="1721907" y="3262682"/>
                  </a:lnTo>
                  <a:lnTo>
                    <a:pt x="1722001" y="3262682"/>
                  </a:lnTo>
                  <a:lnTo>
                    <a:pt x="1722095" y="3262682"/>
                  </a:lnTo>
                  <a:lnTo>
                    <a:pt x="1722189" y="3262682"/>
                  </a:lnTo>
                  <a:lnTo>
                    <a:pt x="1722283" y="3262682"/>
                  </a:lnTo>
                  <a:lnTo>
                    <a:pt x="1722377" y="3262682"/>
                  </a:lnTo>
                  <a:lnTo>
                    <a:pt x="1722472" y="3262682"/>
                  </a:lnTo>
                  <a:lnTo>
                    <a:pt x="1722566" y="3262682"/>
                  </a:lnTo>
                  <a:lnTo>
                    <a:pt x="1722660" y="3262682"/>
                  </a:lnTo>
                  <a:lnTo>
                    <a:pt x="1722754" y="3262682"/>
                  </a:lnTo>
                  <a:lnTo>
                    <a:pt x="1722848" y="3262682"/>
                  </a:lnTo>
                  <a:lnTo>
                    <a:pt x="1722942" y="3262682"/>
                  </a:lnTo>
                  <a:lnTo>
                    <a:pt x="1723036" y="3262682"/>
                  </a:lnTo>
                  <a:lnTo>
                    <a:pt x="1723130" y="3262682"/>
                  </a:lnTo>
                  <a:lnTo>
                    <a:pt x="1723224" y="3262682"/>
                  </a:lnTo>
                  <a:lnTo>
                    <a:pt x="1723318" y="3262682"/>
                  </a:lnTo>
                  <a:lnTo>
                    <a:pt x="1723412" y="3262682"/>
                  </a:lnTo>
                  <a:lnTo>
                    <a:pt x="1723506" y="3262682"/>
                  </a:lnTo>
                  <a:lnTo>
                    <a:pt x="1723600" y="3262682"/>
                  </a:lnTo>
                  <a:lnTo>
                    <a:pt x="1723694" y="3262682"/>
                  </a:lnTo>
                  <a:lnTo>
                    <a:pt x="1723788" y="3262682"/>
                  </a:lnTo>
                  <a:lnTo>
                    <a:pt x="1723882" y="3262682"/>
                  </a:lnTo>
                  <a:lnTo>
                    <a:pt x="1723976" y="3262682"/>
                  </a:lnTo>
                  <a:lnTo>
                    <a:pt x="1724070" y="3262682"/>
                  </a:lnTo>
                  <a:lnTo>
                    <a:pt x="1724164" y="3262682"/>
                  </a:lnTo>
                  <a:lnTo>
                    <a:pt x="1724258" y="3262682"/>
                  </a:lnTo>
                  <a:lnTo>
                    <a:pt x="1724352" y="3262682"/>
                  </a:lnTo>
                  <a:lnTo>
                    <a:pt x="1724446" y="3262682"/>
                  </a:lnTo>
                  <a:lnTo>
                    <a:pt x="1724540" y="3262682"/>
                  </a:lnTo>
                  <a:lnTo>
                    <a:pt x="1724634" y="3262682"/>
                  </a:lnTo>
                  <a:lnTo>
                    <a:pt x="1724728" y="3262682"/>
                  </a:lnTo>
                  <a:lnTo>
                    <a:pt x="1724822" y="3262682"/>
                  </a:lnTo>
                  <a:lnTo>
                    <a:pt x="1724916" y="3262682"/>
                  </a:lnTo>
                  <a:lnTo>
                    <a:pt x="1725010" y="3262682"/>
                  </a:lnTo>
                  <a:lnTo>
                    <a:pt x="1725104" y="3262682"/>
                  </a:lnTo>
                  <a:lnTo>
                    <a:pt x="1725198" y="3262682"/>
                  </a:lnTo>
                  <a:lnTo>
                    <a:pt x="1725292" y="3262682"/>
                  </a:lnTo>
                  <a:lnTo>
                    <a:pt x="1725386" y="3262682"/>
                  </a:lnTo>
                  <a:lnTo>
                    <a:pt x="1725480" y="3262682"/>
                  </a:lnTo>
                  <a:lnTo>
                    <a:pt x="1725574" y="3262682"/>
                  </a:lnTo>
                  <a:lnTo>
                    <a:pt x="1725668" y="3262682"/>
                  </a:lnTo>
                  <a:lnTo>
                    <a:pt x="1725762" y="3262682"/>
                  </a:lnTo>
                  <a:lnTo>
                    <a:pt x="1725856" y="3262682"/>
                  </a:lnTo>
                  <a:lnTo>
                    <a:pt x="1725950" y="3262682"/>
                  </a:lnTo>
                  <a:lnTo>
                    <a:pt x="1726045" y="3262682"/>
                  </a:lnTo>
                  <a:lnTo>
                    <a:pt x="1726139" y="3262682"/>
                  </a:lnTo>
                  <a:lnTo>
                    <a:pt x="1726233" y="3262682"/>
                  </a:lnTo>
                  <a:lnTo>
                    <a:pt x="1726327" y="3262682"/>
                  </a:lnTo>
                  <a:lnTo>
                    <a:pt x="1726421" y="3262682"/>
                  </a:lnTo>
                  <a:lnTo>
                    <a:pt x="1726515" y="3262682"/>
                  </a:lnTo>
                  <a:lnTo>
                    <a:pt x="1726609" y="3262682"/>
                  </a:lnTo>
                  <a:lnTo>
                    <a:pt x="1726703" y="3262682"/>
                  </a:lnTo>
                  <a:lnTo>
                    <a:pt x="1726797" y="3262682"/>
                  </a:lnTo>
                  <a:lnTo>
                    <a:pt x="1726891" y="3262682"/>
                  </a:lnTo>
                  <a:lnTo>
                    <a:pt x="1726985" y="3262682"/>
                  </a:lnTo>
                  <a:lnTo>
                    <a:pt x="1727079" y="3262682"/>
                  </a:lnTo>
                  <a:lnTo>
                    <a:pt x="1727173" y="3262682"/>
                  </a:lnTo>
                  <a:lnTo>
                    <a:pt x="1727267" y="3262682"/>
                  </a:lnTo>
                  <a:lnTo>
                    <a:pt x="1727361" y="3262682"/>
                  </a:lnTo>
                  <a:lnTo>
                    <a:pt x="1727455" y="3262682"/>
                  </a:lnTo>
                  <a:lnTo>
                    <a:pt x="1727549" y="3262682"/>
                  </a:lnTo>
                  <a:lnTo>
                    <a:pt x="1727643" y="3262682"/>
                  </a:lnTo>
                  <a:lnTo>
                    <a:pt x="1727737" y="3262682"/>
                  </a:lnTo>
                  <a:lnTo>
                    <a:pt x="1727831" y="3262682"/>
                  </a:lnTo>
                  <a:lnTo>
                    <a:pt x="1727925" y="3262682"/>
                  </a:lnTo>
                  <a:lnTo>
                    <a:pt x="1728019" y="3262682"/>
                  </a:lnTo>
                  <a:lnTo>
                    <a:pt x="1728113" y="3262682"/>
                  </a:lnTo>
                  <a:lnTo>
                    <a:pt x="1728207" y="3262682"/>
                  </a:lnTo>
                  <a:lnTo>
                    <a:pt x="1728301" y="3262682"/>
                  </a:lnTo>
                  <a:lnTo>
                    <a:pt x="1728395" y="3262682"/>
                  </a:lnTo>
                  <a:lnTo>
                    <a:pt x="1728489" y="3262682"/>
                  </a:lnTo>
                  <a:lnTo>
                    <a:pt x="1728583" y="3262682"/>
                  </a:lnTo>
                  <a:lnTo>
                    <a:pt x="1728677" y="3262682"/>
                  </a:lnTo>
                  <a:lnTo>
                    <a:pt x="1728771" y="3262682"/>
                  </a:lnTo>
                  <a:lnTo>
                    <a:pt x="1728865" y="3262682"/>
                  </a:lnTo>
                  <a:lnTo>
                    <a:pt x="1728959" y="3262682"/>
                  </a:lnTo>
                  <a:lnTo>
                    <a:pt x="1729053" y="3262682"/>
                  </a:lnTo>
                  <a:lnTo>
                    <a:pt x="1729147" y="3262682"/>
                  </a:lnTo>
                  <a:lnTo>
                    <a:pt x="1729241" y="3262682"/>
                  </a:lnTo>
                  <a:lnTo>
                    <a:pt x="1729335" y="3262682"/>
                  </a:lnTo>
                  <a:lnTo>
                    <a:pt x="1729429" y="3262682"/>
                  </a:lnTo>
                  <a:lnTo>
                    <a:pt x="1729523" y="3262682"/>
                  </a:lnTo>
                  <a:lnTo>
                    <a:pt x="1729523" y="3257402"/>
                  </a:lnTo>
                  <a:lnTo>
                    <a:pt x="1729618" y="3257402"/>
                  </a:lnTo>
                  <a:lnTo>
                    <a:pt x="1729712" y="3257402"/>
                  </a:lnTo>
                  <a:lnTo>
                    <a:pt x="1729806" y="3257402"/>
                  </a:lnTo>
                  <a:lnTo>
                    <a:pt x="1729900" y="3257402"/>
                  </a:lnTo>
                  <a:lnTo>
                    <a:pt x="1729994" y="3257402"/>
                  </a:lnTo>
                  <a:lnTo>
                    <a:pt x="1730088" y="3257402"/>
                  </a:lnTo>
                  <a:lnTo>
                    <a:pt x="1730182" y="3257402"/>
                  </a:lnTo>
                  <a:lnTo>
                    <a:pt x="1730276" y="3257402"/>
                  </a:lnTo>
                  <a:lnTo>
                    <a:pt x="1730370" y="3257402"/>
                  </a:lnTo>
                  <a:lnTo>
                    <a:pt x="1730464" y="3257402"/>
                  </a:lnTo>
                  <a:lnTo>
                    <a:pt x="1730558" y="3257402"/>
                  </a:lnTo>
                  <a:lnTo>
                    <a:pt x="1730652" y="3257402"/>
                  </a:lnTo>
                  <a:lnTo>
                    <a:pt x="1730746" y="3257402"/>
                  </a:lnTo>
                  <a:lnTo>
                    <a:pt x="1730840" y="3257402"/>
                  </a:lnTo>
                  <a:lnTo>
                    <a:pt x="1730934" y="3257402"/>
                  </a:lnTo>
                  <a:lnTo>
                    <a:pt x="1730934" y="3252123"/>
                  </a:lnTo>
                  <a:lnTo>
                    <a:pt x="1731028" y="3252123"/>
                  </a:lnTo>
                  <a:lnTo>
                    <a:pt x="1731122" y="3252123"/>
                  </a:lnTo>
                  <a:lnTo>
                    <a:pt x="1731216" y="3252123"/>
                  </a:lnTo>
                  <a:lnTo>
                    <a:pt x="1731310" y="3252123"/>
                  </a:lnTo>
                  <a:lnTo>
                    <a:pt x="1731404" y="3252123"/>
                  </a:lnTo>
                  <a:lnTo>
                    <a:pt x="1731498" y="3252123"/>
                  </a:lnTo>
                  <a:lnTo>
                    <a:pt x="1731592" y="3252123"/>
                  </a:lnTo>
                  <a:lnTo>
                    <a:pt x="1731686" y="3252123"/>
                  </a:lnTo>
                  <a:lnTo>
                    <a:pt x="1731780" y="3252123"/>
                  </a:lnTo>
                  <a:lnTo>
                    <a:pt x="1731874" y="3252123"/>
                  </a:lnTo>
                  <a:lnTo>
                    <a:pt x="1731968" y="3252123"/>
                  </a:lnTo>
                  <a:lnTo>
                    <a:pt x="1732062" y="3252123"/>
                  </a:lnTo>
                  <a:lnTo>
                    <a:pt x="1732156" y="3252123"/>
                  </a:lnTo>
                  <a:lnTo>
                    <a:pt x="1732250" y="3252123"/>
                  </a:lnTo>
                  <a:lnTo>
                    <a:pt x="1732344" y="3252123"/>
                  </a:lnTo>
                  <a:lnTo>
                    <a:pt x="1732438" y="3252123"/>
                  </a:lnTo>
                  <a:lnTo>
                    <a:pt x="1732532" y="3252123"/>
                  </a:lnTo>
                  <a:lnTo>
                    <a:pt x="1732626" y="3252123"/>
                  </a:lnTo>
                  <a:lnTo>
                    <a:pt x="1732720" y="3252123"/>
                  </a:lnTo>
                  <a:lnTo>
                    <a:pt x="1732814" y="3252123"/>
                  </a:lnTo>
                  <a:lnTo>
                    <a:pt x="1732908" y="3252123"/>
                  </a:lnTo>
                  <a:lnTo>
                    <a:pt x="1733002" y="3252123"/>
                  </a:lnTo>
                  <a:lnTo>
                    <a:pt x="1733096" y="3252123"/>
                  </a:lnTo>
                  <a:lnTo>
                    <a:pt x="1733191" y="3252123"/>
                  </a:lnTo>
                  <a:lnTo>
                    <a:pt x="1733285" y="3252123"/>
                  </a:lnTo>
                  <a:lnTo>
                    <a:pt x="1733379" y="3252123"/>
                  </a:lnTo>
                  <a:lnTo>
                    <a:pt x="1733473" y="3252123"/>
                  </a:lnTo>
                  <a:lnTo>
                    <a:pt x="1733567" y="3252123"/>
                  </a:lnTo>
                  <a:lnTo>
                    <a:pt x="1733661" y="3252123"/>
                  </a:lnTo>
                  <a:lnTo>
                    <a:pt x="1733755" y="3252123"/>
                  </a:lnTo>
                  <a:lnTo>
                    <a:pt x="1733849" y="3252123"/>
                  </a:lnTo>
                  <a:lnTo>
                    <a:pt x="1733849" y="3246844"/>
                  </a:lnTo>
                  <a:lnTo>
                    <a:pt x="1733943" y="3246844"/>
                  </a:lnTo>
                  <a:lnTo>
                    <a:pt x="1734037" y="3246844"/>
                  </a:lnTo>
                  <a:lnTo>
                    <a:pt x="1734131" y="3246844"/>
                  </a:lnTo>
                  <a:lnTo>
                    <a:pt x="1734225" y="3246844"/>
                  </a:lnTo>
                  <a:lnTo>
                    <a:pt x="1734319" y="3246844"/>
                  </a:lnTo>
                  <a:lnTo>
                    <a:pt x="1734413" y="3246844"/>
                  </a:lnTo>
                  <a:lnTo>
                    <a:pt x="1734507" y="3246844"/>
                  </a:lnTo>
                  <a:lnTo>
                    <a:pt x="1734601" y="3246844"/>
                  </a:lnTo>
                  <a:lnTo>
                    <a:pt x="1734695" y="3246844"/>
                  </a:lnTo>
                  <a:lnTo>
                    <a:pt x="1734789" y="3246844"/>
                  </a:lnTo>
                  <a:lnTo>
                    <a:pt x="1734883" y="3246844"/>
                  </a:lnTo>
                  <a:lnTo>
                    <a:pt x="1734977" y="3246844"/>
                  </a:lnTo>
                  <a:lnTo>
                    <a:pt x="1735071" y="3246844"/>
                  </a:lnTo>
                  <a:lnTo>
                    <a:pt x="1735165" y="3246844"/>
                  </a:lnTo>
                  <a:lnTo>
                    <a:pt x="1735259" y="3246844"/>
                  </a:lnTo>
                  <a:lnTo>
                    <a:pt x="1735353" y="3246844"/>
                  </a:lnTo>
                  <a:lnTo>
                    <a:pt x="1735447" y="3246844"/>
                  </a:lnTo>
                  <a:lnTo>
                    <a:pt x="1735541" y="3246844"/>
                  </a:lnTo>
                  <a:lnTo>
                    <a:pt x="1735635" y="3246844"/>
                  </a:lnTo>
                  <a:lnTo>
                    <a:pt x="1735729" y="3246844"/>
                  </a:lnTo>
                  <a:lnTo>
                    <a:pt x="1735729" y="3241564"/>
                  </a:lnTo>
                  <a:lnTo>
                    <a:pt x="1735823" y="3241564"/>
                  </a:lnTo>
                  <a:lnTo>
                    <a:pt x="1735917" y="3241564"/>
                  </a:lnTo>
                  <a:lnTo>
                    <a:pt x="1736011" y="3241564"/>
                  </a:lnTo>
                  <a:lnTo>
                    <a:pt x="1736105" y="3241564"/>
                  </a:lnTo>
                  <a:lnTo>
                    <a:pt x="1736199" y="3241564"/>
                  </a:lnTo>
                  <a:lnTo>
                    <a:pt x="1736293" y="3241564"/>
                  </a:lnTo>
                  <a:lnTo>
                    <a:pt x="1736387" y="3241564"/>
                  </a:lnTo>
                  <a:lnTo>
                    <a:pt x="1736481" y="3241564"/>
                  </a:lnTo>
                  <a:lnTo>
                    <a:pt x="1736575" y="3241564"/>
                  </a:lnTo>
                  <a:lnTo>
                    <a:pt x="1736670" y="3241564"/>
                  </a:lnTo>
                  <a:lnTo>
                    <a:pt x="1736764" y="3241564"/>
                  </a:lnTo>
                  <a:lnTo>
                    <a:pt x="1736858" y="3241564"/>
                  </a:lnTo>
                  <a:lnTo>
                    <a:pt x="1736952" y="3241564"/>
                  </a:lnTo>
                  <a:lnTo>
                    <a:pt x="1737046" y="3241564"/>
                  </a:lnTo>
                  <a:lnTo>
                    <a:pt x="1737140" y="3241564"/>
                  </a:lnTo>
                  <a:lnTo>
                    <a:pt x="1737234" y="3241564"/>
                  </a:lnTo>
                  <a:lnTo>
                    <a:pt x="1737328" y="3241564"/>
                  </a:lnTo>
                  <a:lnTo>
                    <a:pt x="1737422" y="3241564"/>
                  </a:lnTo>
                  <a:lnTo>
                    <a:pt x="1737516" y="3241564"/>
                  </a:lnTo>
                  <a:lnTo>
                    <a:pt x="1737610" y="3241564"/>
                  </a:lnTo>
                  <a:lnTo>
                    <a:pt x="1737704" y="3241564"/>
                  </a:lnTo>
                  <a:lnTo>
                    <a:pt x="1737798" y="3241564"/>
                  </a:lnTo>
                  <a:lnTo>
                    <a:pt x="1737892" y="3241564"/>
                  </a:lnTo>
                  <a:lnTo>
                    <a:pt x="1737986" y="3241564"/>
                  </a:lnTo>
                  <a:lnTo>
                    <a:pt x="1738080" y="3241564"/>
                  </a:lnTo>
                  <a:lnTo>
                    <a:pt x="1738174" y="3241564"/>
                  </a:lnTo>
                  <a:lnTo>
                    <a:pt x="1738268" y="3241564"/>
                  </a:lnTo>
                  <a:lnTo>
                    <a:pt x="1738362" y="3241564"/>
                  </a:lnTo>
                  <a:lnTo>
                    <a:pt x="1738456" y="3241564"/>
                  </a:lnTo>
                  <a:lnTo>
                    <a:pt x="1738550" y="3241564"/>
                  </a:lnTo>
                  <a:lnTo>
                    <a:pt x="1738644" y="3241564"/>
                  </a:lnTo>
                  <a:lnTo>
                    <a:pt x="1738738" y="3241564"/>
                  </a:lnTo>
                  <a:lnTo>
                    <a:pt x="1738832" y="3241564"/>
                  </a:lnTo>
                  <a:lnTo>
                    <a:pt x="1738926" y="3241564"/>
                  </a:lnTo>
                  <a:lnTo>
                    <a:pt x="1739020" y="3241564"/>
                  </a:lnTo>
                  <a:lnTo>
                    <a:pt x="1739114" y="3241564"/>
                  </a:lnTo>
                  <a:lnTo>
                    <a:pt x="1739208" y="3241564"/>
                  </a:lnTo>
                  <a:lnTo>
                    <a:pt x="1739302" y="3241564"/>
                  </a:lnTo>
                  <a:lnTo>
                    <a:pt x="1739396" y="3241564"/>
                  </a:lnTo>
                  <a:lnTo>
                    <a:pt x="1739490" y="3241564"/>
                  </a:lnTo>
                  <a:lnTo>
                    <a:pt x="1739584" y="3241564"/>
                  </a:lnTo>
                  <a:lnTo>
                    <a:pt x="1739584" y="3236285"/>
                  </a:lnTo>
                  <a:lnTo>
                    <a:pt x="1739678" y="3236285"/>
                  </a:lnTo>
                  <a:lnTo>
                    <a:pt x="1739772" y="3236285"/>
                  </a:lnTo>
                  <a:lnTo>
                    <a:pt x="1739866" y="3236285"/>
                  </a:lnTo>
                  <a:lnTo>
                    <a:pt x="1739960" y="3236285"/>
                  </a:lnTo>
                  <a:lnTo>
                    <a:pt x="1740054" y="3236285"/>
                  </a:lnTo>
                  <a:lnTo>
                    <a:pt x="1740148" y="3236285"/>
                  </a:lnTo>
                  <a:lnTo>
                    <a:pt x="1740243" y="3236285"/>
                  </a:lnTo>
                  <a:lnTo>
                    <a:pt x="1740337" y="3236285"/>
                  </a:lnTo>
                  <a:lnTo>
                    <a:pt x="1740431" y="3236285"/>
                  </a:lnTo>
                  <a:lnTo>
                    <a:pt x="1740525" y="3236285"/>
                  </a:lnTo>
                  <a:lnTo>
                    <a:pt x="1740619" y="3236285"/>
                  </a:lnTo>
                  <a:lnTo>
                    <a:pt x="1740713" y="3236285"/>
                  </a:lnTo>
                  <a:lnTo>
                    <a:pt x="1740807" y="3236285"/>
                  </a:lnTo>
                  <a:lnTo>
                    <a:pt x="1740901" y="3236285"/>
                  </a:lnTo>
                  <a:lnTo>
                    <a:pt x="1740995" y="3236285"/>
                  </a:lnTo>
                  <a:lnTo>
                    <a:pt x="1741089" y="3236285"/>
                  </a:lnTo>
                  <a:lnTo>
                    <a:pt x="1741183" y="3236285"/>
                  </a:lnTo>
                  <a:lnTo>
                    <a:pt x="1741277" y="3236285"/>
                  </a:lnTo>
                  <a:lnTo>
                    <a:pt x="1741371" y="3236285"/>
                  </a:lnTo>
                  <a:lnTo>
                    <a:pt x="1741465" y="3236285"/>
                  </a:lnTo>
                  <a:lnTo>
                    <a:pt x="1741559" y="3236285"/>
                  </a:lnTo>
                  <a:lnTo>
                    <a:pt x="1741653" y="3236285"/>
                  </a:lnTo>
                  <a:lnTo>
                    <a:pt x="1741747" y="3236285"/>
                  </a:lnTo>
                  <a:lnTo>
                    <a:pt x="1741841" y="3236285"/>
                  </a:lnTo>
                  <a:lnTo>
                    <a:pt x="1741935" y="3236285"/>
                  </a:lnTo>
                  <a:lnTo>
                    <a:pt x="1742029" y="3236285"/>
                  </a:lnTo>
                  <a:lnTo>
                    <a:pt x="1742123" y="3236285"/>
                  </a:lnTo>
                  <a:lnTo>
                    <a:pt x="1742217" y="3236285"/>
                  </a:lnTo>
                  <a:lnTo>
                    <a:pt x="1742311" y="3236285"/>
                  </a:lnTo>
                  <a:lnTo>
                    <a:pt x="1742405" y="3236285"/>
                  </a:lnTo>
                  <a:lnTo>
                    <a:pt x="1742499" y="3236285"/>
                  </a:lnTo>
                  <a:lnTo>
                    <a:pt x="1742593" y="3236285"/>
                  </a:lnTo>
                  <a:lnTo>
                    <a:pt x="1742687" y="3236285"/>
                  </a:lnTo>
                  <a:lnTo>
                    <a:pt x="1742781" y="3236285"/>
                  </a:lnTo>
                  <a:lnTo>
                    <a:pt x="1742875" y="3236285"/>
                  </a:lnTo>
                  <a:lnTo>
                    <a:pt x="1742969" y="3236285"/>
                  </a:lnTo>
                  <a:lnTo>
                    <a:pt x="1743063" y="3236285"/>
                  </a:lnTo>
                  <a:lnTo>
                    <a:pt x="1743157" y="3236285"/>
                  </a:lnTo>
                  <a:lnTo>
                    <a:pt x="1743251" y="3236285"/>
                  </a:lnTo>
                  <a:lnTo>
                    <a:pt x="1743345" y="3236285"/>
                  </a:lnTo>
                  <a:lnTo>
                    <a:pt x="1743439" y="3236285"/>
                  </a:lnTo>
                  <a:lnTo>
                    <a:pt x="1743533" y="3236285"/>
                  </a:lnTo>
                  <a:lnTo>
                    <a:pt x="1743627" y="3236285"/>
                  </a:lnTo>
                  <a:lnTo>
                    <a:pt x="1743721" y="3236285"/>
                  </a:lnTo>
                  <a:lnTo>
                    <a:pt x="1743816" y="3236285"/>
                  </a:lnTo>
                  <a:lnTo>
                    <a:pt x="1743910" y="3236285"/>
                  </a:lnTo>
                  <a:lnTo>
                    <a:pt x="1744004" y="3236285"/>
                  </a:lnTo>
                  <a:lnTo>
                    <a:pt x="1744098" y="3236285"/>
                  </a:lnTo>
                  <a:lnTo>
                    <a:pt x="1744192" y="3236285"/>
                  </a:lnTo>
                  <a:lnTo>
                    <a:pt x="1744286" y="3236285"/>
                  </a:lnTo>
                  <a:lnTo>
                    <a:pt x="1744380" y="3236285"/>
                  </a:lnTo>
                  <a:lnTo>
                    <a:pt x="1744474" y="3236285"/>
                  </a:lnTo>
                  <a:lnTo>
                    <a:pt x="1744568" y="3236285"/>
                  </a:lnTo>
                  <a:lnTo>
                    <a:pt x="1744662" y="3236285"/>
                  </a:lnTo>
                  <a:lnTo>
                    <a:pt x="1744756" y="3236285"/>
                  </a:lnTo>
                  <a:lnTo>
                    <a:pt x="1744850" y="3236285"/>
                  </a:lnTo>
                  <a:lnTo>
                    <a:pt x="1744850" y="3231005"/>
                  </a:lnTo>
                  <a:lnTo>
                    <a:pt x="1744944" y="3231005"/>
                  </a:lnTo>
                  <a:lnTo>
                    <a:pt x="1745038" y="3231005"/>
                  </a:lnTo>
                  <a:lnTo>
                    <a:pt x="1745132" y="3231005"/>
                  </a:lnTo>
                  <a:lnTo>
                    <a:pt x="1745226" y="3231005"/>
                  </a:lnTo>
                  <a:lnTo>
                    <a:pt x="1745320" y="3231005"/>
                  </a:lnTo>
                  <a:lnTo>
                    <a:pt x="1745414" y="3231005"/>
                  </a:lnTo>
                  <a:lnTo>
                    <a:pt x="1745508" y="3231005"/>
                  </a:lnTo>
                  <a:lnTo>
                    <a:pt x="1745602" y="3231005"/>
                  </a:lnTo>
                  <a:lnTo>
                    <a:pt x="1745696" y="3231005"/>
                  </a:lnTo>
                  <a:lnTo>
                    <a:pt x="1745790" y="3231005"/>
                  </a:lnTo>
                  <a:lnTo>
                    <a:pt x="1745884" y="3231005"/>
                  </a:lnTo>
                  <a:lnTo>
                    <a:pt x="1745978" y="3231005"/>
                  </a:lnTo>
                  <a:lnTo>
                    <a:pt x="1746072" y="3231005"/>
                  </a:lnTo>
                  <a:lnTo>
                    <a:pt x="1746166" y="3231005"/>
                  </a:lnTo>
                  <a:lnTo>
                    <a:pt x="1746260" y="3231005"/>
                  </a:lnTo>
                  <a:lnTo>
                    <a:pt x="1746354" y="3231005"/>
                  </a:lnTo>
                  <a:lnTo>
                    <a:pt x="1746448" y="3231005"/>
                  </a:lnTo>
                  <a:lnTo>
                    <a:pt x="1746542" y="3231005"/>
                  </a:lnTo>
                  <a:lnTo>
                    <a:pt x="1746636" y="3231005"/>
                  </a:lnTo>
                  <a:lnTo>
                    <a:pt x="1746730" y="3231005"/>
                  </a:lnTo>
                  <a:lnTo>
                    <a:pt x="1746824" y="3231005"/>
                  </a:lnTo>
                  <a:lnTo>
                    <a:pt x="1746918" y="3231005"/>
                  </a:lnTo>
                  <a:lnTo>
                    <a:pt x="1747012" y="3231005"/>
                  </a:lnTo>
                  <a:lnTo>
                    <a:pt x="1747106" y="3231005"/>
                  </a:lnTo>
                  <a:lnTo>
                    <a:pt x="1747200" y="3231005"/>
                  </a:lnTo>
                  <a:lnTo>
                    <a:pt x="1747295" y="3231005"/>
                  </a:lnTo>
                  <a:lnTo>
                    <a:pt x="1747389" y="3231005"/>
                  </a:lnTo>
                  <a:lnTo>
                    <a:pt x="1747389" y="3225726"/>
                  </a:lnTo>
                  <a:lnTo>
                    <a:pt x="1747483" y="3225726"/>
                  </a:lnTo>
                  <a:lnTo>
                    <a:pt x="1747577" y="3225726"/>
                  </a:lnTo>
                  <a:lnTo>
                    <a:pt x="1747671" y="3225726"/>
                  </a:lnTo>
                  <a:lnTo>
                    <a:pt x="1747765" y="3225726"/>
                  </a:lnTo>
                  <a:lnTo>
                    <a:pt x="1747859" y="3225726"/>
                  </a:lnTo>
                  <a:lnTo>
                    <a:pt x="1747953" y="3225726"/>
                  </a:lnTo>
                  <a:lnTo>
                    <a:pt x="1748047" y="3225726"/>
                  </a:lnTo>
                  <a:lnTo>
                    <a:pt x="1748141" y="3225726"/>
                  </a:lnTo>
                  <a:lnTo>
                    <a:pt x="1748235" y="3225726"/>
                  </a:lnTo>
                  <a:lnTo>
                    <a:pt x="1748329" y="3225726"/>
                  </a:lnTo>
                  <a:lnTo>
                    <a:pt x="1748423" y="3225726"/>
                  </a:lnTo>
                  <a:lnTo>
                    <a:pt x="1748517" y="3225726"/>
                  </a:lnTo>
                  <a:lnTo>
                    <a:pt x="1748611" y="3225726"/>
                  </a:lnTo>
                  <a:lnTo>
                    <a:pt x="1748705" y="3225726"/>
                  </a:lnTo>
                  <a:lnTo>
                    <a:pt x="1748799" y="3225726"/>
                  </a:lnTo>
                  <a:lnTo>
                    <a:pt x="1748893" y="3225726"/>
                  </a:lnTo>
                  <a:lnTo>
                    <a:pt x="1748987" y="3225726"/>
                  </a:lnTo>
                  <a:lnTo>
                    <a:pt x="1749081" y="3225726"/>
                  </a:lnTo>
                  <a:lnTo>
                    <a:pt x="1749175" y="3225726"/>
                  </a:lnTo>
                  <a:lnTo>
                    <a:pt x="1749269" y="3225726"/>
                  </a:lnTo>
                  <a:lnTo>
                    <a:pt x="1749363" y="3225726"/>
                  </a:lnTo>
                  <a:lnTo>
                    <a:pt x="1749457" y="3225726"/>
                  </a:lnTo>
                  <a:lnTo>
                    <a:pt x="1749551" y="3225726"/>
                  </a:lnTo>
                  <a:lnTo>
                    <a:pt x="1749645" y="3225726"/>
                  </a:lnTo>
                  <a:lnTo>
                    <a:pt x="1749739" y="3225726"/>
                  </a:lnTo>
                  <a:lnTo>
                    <a:pt x="1749833" y="3225726"/>
                  </a:lnTo>
                  <a:lnTo>
                    <a:pt x="1749927" y="3225726"/>
                  </a:lnTo>
                  <a:lnTo>
                    <a:pt x="1750021" y="3225726"/>
                  </a:lnTo>
                  <a:lnTo>
                    <a:pt x="1750115" y="3225726"/>
                  </a:lnTo>
                  <a:lnTo>
                    <a:pt x="1750209" y="3225726"/>
                  </a:lnTo>
                  <a:lnTo>
                    <a:pt x="1750303" y="3225726"/>
                  </a:lnTo>
                  <a:lnTo>
                    <a:pt x="1750397" y="3225726"/>
                  </a:lnTo>
                  <a:lnTo>
                    <a:pt x="1750491" y="3225726"/>
                  </a:lnTo>
                  <a:lnTo>
                    <a:pt x="1750585" y="3225726"/>
                  </a:lnTo>
                  <a:lnTo>
                    <a:pt x="1750679" y="3225726"/>
                  </a:lnTo>
                  <a:lnTo>
                    <a:pt x="1750773" y="3225726"/>
                  </a:lnTo>
                  <a:lnTo>
                    <a:pt x="1750868" y="3225726"/>
                  </a:lnTo>
                  <a:lnTo>
                    <a:pt x="1750962" y="3225726"/>
                  </a:lnTo>
                  <a:lnTo>
                    <a:pt x="1751056" y="3225726"/>
                  </a:lnTo>
                  <a:lnTo>
                    <a:pt x="1751150" y="3225726"/>
                  </a:lnTo>
                  <a:lnTo>
                    <a:pt x="1751244" y="3225726"/>
                  </a:lnTo>
                  <a:lnTo>
                    <a:pt x="1751338" y="3225726"/>
                  </a:lnTo>
                  <a:lnTo>
                    <a:pt x="1751432" y="3225726"/>
                  </a:lnTo>
                  <a:lnTo>
                    <a:pt x="1751526" y="3225726"/>
                  </a:lnTo>
                  <a:lnTo>
                    <a:pt x="1751620" y="3225726"/>
                  </a:lnTo>
                  <a:lnTo>
                    <a:pt x="1751714" y="3225726"/>
                  </a:lnTo>
                  <a:lnTo>
                    <a:pt x="1751808" y="3225726"/>
                  </a:lnTo>
                  <a:lnTo>
                    <a:pt x="1751902" y="3225726"/>
                  </a:lnTo>
                  <a:lnTo>
                    <a:pt x="1751996" y="3225726"/>
                  </a:lnTo>
                  <a:lnTo>
                    <a:pt x="1752090" y="3225726"/>
                  </a:lnTo>
                  <a:lnTo>
                    <a:pt x="1752184" y="3225726"/>
                  </a:lnTo>
                  <a:lnTo>
                    <a:pt x="1752278" y="3225726"/>
                  </a:lnTo>
                  <a:lnTo>
                    <a:pt x="1752372" y="3225726"/>
                  </a:lnTo>
                  <a:lnTo>
                    <a:pt x="1752466" y="3225726"/>
                  </a:lnTo>
                  <a:lnTo>
                    <a:pt x="1752560" y="3225726"/>
                  </a:lnTo>
                  <a:lnTo>
                    <a:pt x="1752654" y="3225726"/>
                  </a:lnTo>
                  <a:lnTo>
                    <a:pt x="1752748" y="3225726"/>
                  </a:lnTo>
                  <a:lnTo>
                    <a:pt x="1752842" y="3225726"/>
                  </a:lnTo>
                  <a:lnTo>
                    <a:pt x="1752936" y="3225726"/>
                  </a:lnTo>
                  <a:lnTo>
                    <a:pt x="1753030" y="3225726"/>
                  </a:lnTo>
                  <a:lnTo>
                    <a:pt x="1753124" y="3225726"/>
                  </a:lnTo>
                  <a:lnTo>
                    <a:pt x="1753218" y="3225726"/>
                  </a:lnTo>
                  <a:lnTo>
                    <a:pt x="1753312" y="3225726"/>
                  </a:lnTo>
                  <a:lnTo>
                    <a:pt x="1753406" y="3225726"/>
                  </a:lnTo>
                  <a:lnTo>
                    <a:pt x="1753500" y="3225726"/>
                  </a:lnTo>
                  <a:lnTo>
                    <a:pt x="1753594" y="3225726"/>
                  </a:lnTo>
                  <a:lnTo>
                    <a:pt x="1753688" y="3225726"/>
                  </a:lnTo>
                  <a:lnTo>
                    <a:pt x="1753782" y="3225726"/>
                  </a:lnTo>
                  <a:lnTo>
                    <a:pt x="1753876" y="3225726"/>
                  </a:lnTo>
                  <a:lnTo>
                    <a:pt x="1753970" y="3225726"/>
                  </a:lnTo>
                  <a:lnTo>
                    <a:pt x="1754064" y="3225726"/>
                  </a:lnTo>
                  <a:lnTo>
                    <a:pt x="1754158" y="3225726"/>
                  </a:lnTo>
                  <a:lnTo>
                    <a:pt x="1754252" y="3225726"/>
                  </a:lnTo>
                  <a:lnTo>
                    <a:pt x="1754346" y="3225726"/>
                  </a:lnTo>
                  <a:lnTo>
                    <a:pt x="1754441" y="3225726"/>
                  </a:lnTo>
                  <a:lnTo>
                    <a:pt x="1754441" y="3220447"/>
                  </a:lnTo>
                  <a:lnTo>
                    <a:pt x="1754535" y="3220447"/>
                  </a:lnTo>
                  <a:lnTo>
                    <a:pt x="1754629" y="3220447"/>
                  </a:lnTo>
                  <a:lnTo>
                    <a:pt x="1754723" y="3220447"/>
                  </a:lnTo>
                  <a:lnTo>
                    <a:pt x="1754817" y="3220447"/>
                  </a:lnTo>
                  <a:lnTo>
                    <a:pt x="1754911" y="3220447"/>
                  </a:lnTo>
                  <a:lnTo>
                    <a:pt x="1755005" y="3220447"/>
                  </a:lnTo>
                  <a:lnTo>
                    <a:pt x="1755099" y="3220447"/>
                  </a:lnTo>
                  <a:lnTo>
                    <a:pt x="1755193" y="3220447"/>
                  </a:lnTo>
                  <a:lnTo>
                    <a:pt x="1755287" y="3220447"/>
                  </a:lnTo>
                  <a:lnTo>
                    <a:pt x="1755381" y="3220447"/>
                  </a:lnTo>
                  <a:lnTo>
                    <a:pt x="1755475" y="3220447"/>
                  </a:lnTo>
                  <a:lnTo>
                    <a:pt x="1755569" y="3220447"/>
                  </a:lnTo>
                  <a:lnTo>
                    <a:pt x="1755663" y="3220447"/>
                  </a:lnTo>
                  <a:lnTo>
                    <a:pt x="1755757" y="3220447"/>
                  </a:lnTo>
                  <a:lnTo>
                    <a:pt x="1755851" y="3220447"/>
                  </a:lnTo>
                  <a:lnTo>
                    <a:pt x="1755945" y="3220447"/>
                  </a:lnTo>
                  <a:lnTo>
                    <a:pt x="1756039" y="3220447"/>
                  </a:lnTo>
                  <a:lnTo>
                    <a:pt x="1756133" y="3220447"/>
                  </a:lnTo>
                  <a:lnTo>
                    <a:pt x="1756227" y="3220447"/>
                  </a:lnTo>
                  <a:lnTo>
                    <a:pt x="1756321" y="3220447"/>
                  </a:lnTo>
                  <a:lnTo>
                    <a:pt x="1756415" y="3220447"/>
                  </a:lnTo>
                  <a:lnTo>
                    <a:pt x="1756509" y="3220447"/>
                  </a:lnTo>
                  <a:lnTo>
                    <a:pt x="1756603" y="3220447"/>
                  </a:lnTo>
                  <a:lnTo>
                    <a:pt x="1756697" y="3220447"/>
                  </a:lnTo>
                  <a:lnTo>
                    <a:pt x="1756791" y="3220447"/>
                  </a:lnTo>
                  <a:lnTo>
                    <a:pt x="1756885" y="3220447"/>
                  </a:lnTo>
                  <a:lnTo>
                    <a:pt x="1756979" y="3220447"/>
                  </a:lnTo>
                  <a:lnTo>
                    <a:pt x="1757073" y="3220447"/>
                  </a:lnTo>
                  <a:lnTo>
                    <a:pt x="1757167" y="3220447"/>
                  </a:lnTo>
                  <a:lnTo>
                    <a:pt x="1757261" y="3220447"/>
                  </a:lnTo>
                  <a:lnTo>
                    <a:pt x="1757355" y="3220447"/>
                  </a:lnTo>
                  <a:lnTo>
                    <a:pt x="1757449" y="3220447"/>
                  </a:lnTo>
                  <a:lnTo>
                    <a:pt x="1757543" y="3220447"/>
                  </a:lnTo>
                  <a:lnTo>
                    <a:pt x="1757637" y="3220447"/>
                  </a:lnTo>
                  <a:lnTo>
                    <a:pt x="1757731" y="3220447"/>
                  </a:lnTo>
                  <a:lnTo>
                    <a:pt x="1757825" y="3220447"/>
                  </a:lnTo>
                  <a:lnTo>
                    <a:pt x="1757920" y="3220447"/>
                  </a:lnTo>
                  <a:lnTo>
                    <a:pt x="1758014" y="3220447"/>
                  </a:lnTo>
                  <a:lnTo>
                    <a:pt x="1758108" y="3220447"/>
                  </a:lnTo>
                  <a:lnTo>
                    <a:pt x="1758108" y="3215167"/>
                  </a:lnTo>
                  <a:lnTo>
                    <a:pt x="1758202" y="3215167"/>
                  </a:lnTo>
                  <a:lnTo>
                    <a:pt x="1758296" y="3215167"/>
                  </a:lnTo>
                  <a:lnTo>
                    <a:pt x="1758390" y="3215167"/>
                  </a:lnTo>
                  <a:lnTo>
                    <a:pt x="1758484" y="3215167"/>
                  </a:lnTo>
                  <a:lnTo>
                    <a:pt x="1758578" y="3215167"/>
                  </a:lnTo>
                  <a:lnTo>
                    <a:pt x="1758672" y="3215167"/>
                  </a:lnTo>
                  <a:lnTo>
                    <a:pt x="1758766" y="3215167"/>
                  </a:lnTo>
                  <a:lnTo>
                    <a:pt x="1758860" y="3215167"/>
                  </a:lnTo>
                  <a:lnTo>
                    <a:pt x="1758954" y="3215167"/>
                  </a:lnTo>
                  <a:lnTo>
                    <a:pt x="1759048" y="3215167"/>
                  </a:lnTo>
                  <a:lnTo>
                    <a:pt x="1759142" y="3215167"/>
                  </a:lnTo>
                  <a:lnTo>
                    <a:pt x="1759236" y="3215167"/>
                  </a:lnTo>
                  <a:lnTo>
                    <a:pt x="1759330" y="3215167"/>
                  </a:lnTo>
                  <a:lnTo>
                    <a:pt x="1759424" y="3215167"/>
                  </a:lnTo>
                  <a:lnTo>
                    <a:pt x="1759518" y="3215167"/>
                  </a:lnTo>
                  <a:lnTo>
                    <a:pt x="1759612" y="3215167"/>
                  </a:lnTo>
                  <a:lnTo>
                    <a:pt x="1759706" y="3215167"/>
                  </a:lnTo>
                  <a:lnTo>
                    <a:pt x="1759800" y="3215167"/>
                  </a:lnTo>
                  <a:lnTo>
                    <a:pt x="1759894" y="3215167"/>
                  </a:lnTo>
                  <a:lnTo>
                    <a:pt x="1759988" y="3215167"/>
                  </a:lnTo>
                  <a:lnTo>
                    <a:pt x="1760082" y="3215167"/>
                  </a:lnTo>
                  <a:lnTo>
                    <a:pt x="1760176" y="3215167"/>
                  </a:lnTo>
                  <a:lnTo>
                    <a:pt x="1760270" y="3215167"/>
                  </a:lnTo>
                  <a:lnTo>
                    <a:pt x="1760364" y="3215167"/>
                  </a:lnTo>
                  <a:lnTo>
                    <a:pt x="1760458" y="3215167"/>
                  </a:lnTo>
                  <a:lnTo>
                    <a:pt x="1760552" y="3215167"/>
                  </a:lnTo>
                  <a:lnTo>
                    <a:pt x="1760646" y="3215167"/>
                  </a:lnTo>
                  <a:lnTo>
                    <a:pt x="1760740" y="3215167"/>
                  </a:lnTo>
                  <a:lnTo>
                    <a:pt x="1760834" y="3215167"/>
                  </a:lnTo>
                  <a:lnTo>
                    <a:pt x="1760928" y="3215167"/>
                  </a:lnTo>
                  <a:lnTo>
                    <a:pt x="1761022" y="3215167"/>
                  </a:lnTo>
                  <a:lnTo>
                    <a:pt x="1761116" y="3215167"/>
                  </a:lnTo>
                  <a:lnTo>
                    <a:pt x="1761210" y="3215167"/>
                  </a:lnTo>
                  <a:lnTo>
                    <a:pt x="1761304" y="3215167"/>
                  </a:lnTo>
                  <a:lnTo>
                    <a:pt x="1761398" y="3215167"/>
                  </a:lnTo>
                  <a:lnTo>
                    <a:pt x="1761493" y="3215167"/>
                  </a:lnTo>
                  <a:lnTo>
                    <a:pt x="1761587" y="3215167"/>
                  </a:lnTo>
                  <a:lnTo>
                    <a:pt x="1761681" y="3215167"/>
                  </a:lnTo>
                  <a:lnTo>
                    <a:pt x="1761775" y="3215167"/>
                  </a:lnTo>
                  <a:lnTo>
                    <a:pt x="1761869" y="3215167"/>
                  </a:lnTo>
                  <a:lnTo>
                    <a:pt x="1761963" y="3215167"/>
                  </a:lnTo>
                  <a:lnTo>
                    <a:pt x="1762057" y="3215167"/>
                  </a:lnTo>
                  <a:lnTo>
                    <a:pt x="1762151" y="3215167"/>
                  </a:lnTo>
                  <a:lnTo>
                    <a:pt x="1762245" y="3215167"/>
                  </a:lnTo>
                  <a:lnTo>
                    <a:pt x="1762339" y="3215167"/>
                  </a:lnTo>
                  <a:lnTo>
                    <a:pt x="1762433" y="3215167"/>
                  </a:lnTo>
                  <a:lnTo>
                    <a:pt x="1762527" y="3215167"/>
                  </a:lnTo>
                  <a:lnTo>
                    <a:pt x="1762621" y="3215167"/>
                  </a:lnTo>
                  <a:lnTo>
                    <a:pt x="1762715" y="3215167"/>
                  </a:lnTo>
                  <a:lnTo>
                    <a:pt x="1762809" y="3215167"/>
                  </a:lnTo>
                  <a:lnTo>
                    <a:pt x="1762903" y="3215167"/>
                  </a:lnTo>
                  <a:lnTo>
                    <a:pt x="1762903" y="3209888"/>
                  </a:lnTo>
                  <a:lnTo>
                    <a:pt x="1762997" y="3209888"/>
                  </a:lnTo>
                  <a:lnTo>
                    <a:pt x="1763091" y="3209888"/>
                  </a:lnTo>
                  <a:lnTo>
                    <a:pt x="1763185" y="3209888"/>
                  </a:lnTo>
                  <a:lnTo>
                    <a:pt x="1763279" y="3209888"/>
                  </a:lnTo>
                  <a:lnTo>
                    <a:pt x="1763373" y="3209888"/>
                  </a:lnTo>
                  <a:lnTo>
                    <a:pt x="1763467" y="3209888"/>
                  </a:lnTo>
                  <a:lnTo>
                    <a:pt x="1763561" y="3209888"/>
                  </a:lnTo>
                  <a:lnTo>
                    <a:pt x="1763655" y="3209888"/>
                  </a:lnTo>
                  <a:lnTo>
                    <a:pt x="1763749" y="3209888"/>
                  </a:lnTo>
                  <a:lnTo>
                    <a:pt x="1763843" y="3209888"/>
                  </a:lnTo>
                  <a:lnTo>
                    <a:pt x="1763937" y="3209888"/>
                  </a:lnTo>
                  <a:lnTo>
                    <a:pt x="1764031" y="3209888"/>
                  </a:lnTo>
                  <a:lnTo>
                    <a:pt x="1764125" y="3209888"/>
                  </a:lnTo>
                  <a:lnTo>
                    <a:pt x="1764219" y="3209888"/>
                  </a:lnTo>
                  <a:lnTo>
                    <a:pt x="1764313" y="3209888"/>
                  </a:lnTo>
                  <a:lnTo>
                    <a:pt x="1764407" y="3209888"/>
                  </a:lnTo>
                  <a:lnTo>
                    <a:pt x="1764501" y="3209888"/>
                  </a:lnTo>
                  <a:lnTo>
                    <a:pt x="1764595" y="3209888"/>
                  </a:lnTo>
                  <a:lnTo>
                    <a:pt x="1764689" y="3209888"/>
                  </a:lnTo>
                  <a:lnTo>
                    <a:pt x="1764783" y="3209888"/>
                  </a:lnTo>
                  <a:lnTo>
                    <a:pt x="1764877" y="3209888"/>
                  </a:lnTo>
                  <a:lnTo>
                    <a:pt x="1764971" y="3209888"/>
                  </a:lnTo>
                  <a:lnTo>
                    <a:pt x="1765066" y="3209888"/>
                  </a:lnTo>
                  <a:lnTo>
                    <a:pt x="1765160" y="3209888"/>
                  </a:lnTo>
                  <a:lnTo>
                    <a:pt x="1765254" y="3209888"/>
                  </a:lnTo>
                  <a:lnTo>
                    <a:pt x="1765348" y="3209888"/>
                  </a:lnTo>
                  <a:lnTo>
                    <a:pt x="1765442" y="3209888"/>
                  </a:lnTo>
                  <a:lnTo>
                    <a:pt x="1765536" y="3209888"/>
                  </a:lnTo>
                  <a:lnTo>
                    <a:pt x="1765630" y="3209888"/>
                  </a:lnTo>
                  <a:lnTo>
                    <a:pt x="1765724" y="3209888"/>
                  </a:lnTo>
                  <a:lnTo>
                    <a:pt x="1765818" y="3209888"/>
                  </a:lnTo>
                  <a:lnTo>
                    <a:pt x="1765912" y="3209888"/>
                  </a:lnTo>
                  <a:lnTo>
                    <a:pt x="1766006" y="3209888"/>
                  </a:lnTo>
                  <a:lnTo>
                    <a:pt x="1766100" y="3209888"/>
                  </a:lnTo>
                  <a:lnTo>
                    <a:pt x="1766194" y="3209888"/>
                  </a:lnTo>
                  <a:lnTo>
                    <a:pt x="1766288" y="3209888"/>
                  </a:lnTo>
                  <a:lnTo>
                    <a:pt x="1766382" y="3209888"/>
                  </a:lnTo>
                  <a:lnTo>
                    <a:pt x="1766476" y="3209888"/>
                  </a:lnTo>
                  <a:lnTo>
                    <a:pt x="1766570" y="3209888"/>
                  </a:lnTo>
                  <a:lnTo>
                    <a:pt x="1766664" y="3209888"/>
                  </a:lnTo>
                  <a:lnTo>
                    <a:pt x="1766758" y="3209888"/>
                  </a:lnTo>
                  <a:lnTo>
                    <a:pt x="1766852" y="3209888"/>
                  </a:lnTo>
                  <a:lnTo>
                    <a:pt x="1766946" y="3209888"/>
                  </a:lnTo>
                  <a:lnTo>
                    <a:pt x="1767040" y="3209888"/>
                  </a:lnTo>
                  <a:lnTo>
                    <a:pt x="1767134" y="3209888"/>
                  </a:lnTo>
                  <a:lnTo>
                    <a:pt x="1767228" y="3209888"/>
                  </a:lnTo>
                  <a:lnTo>
                    <a:pt x="1767322" y="3209888"/>
                  </a:lnTo>
                  <a:lnTo>
                    <a:pt x="1767416" y="3209888"/>
                  </a:lnTo>
                  <a:lnTo>
                    <a:pt x="1767416" y="3204608"/>
                  </a:lnTo>
                  <a:lnTo>
                    <a:pt x="1767510" y="3204608"/>
                  </a:lnTo>
                  <a:lnTo>
                    <a:pt x="1767604" y="3204608"/>
                  </a:lnTo>
                  <a:lnTo>
                    <a:pt x="1767698" y="3204608"/>
                  </a:lnTo>
                  <a:lnTo>
                    <a:pt x="1767792" y="3204608"/>
                  </a:lnTo>
                  <a:lnTo>
                    <a:pt x="1767886" y="3204608"/>
                  </a:lnTo>
                  <a:lnTo>
                    <a:pt x="1767980" y="3204608"/>
                  </a:lnTo>
                  <a:lnTo>
                    <a:pt x="1767980" y="3199329"/>
                  </a:lnTo>
                  <a:lnTo>
                    <a:pt x="1768074" y="3199329"/>
                  </a:lnTo>
                  <a:lnTo>
                    <a:pt x="1768168" y="3199329"/>
                  </a:lnTo>
                  <a:lnTo>
                    <a:pt x="1768262" y="3199329"/>
                  </a:lnTo>
                  <a:lnTo>
                    <a:pt x="1768356" y="3199329"/>
                  </a:lnTo>
                  <a:lnTo>
                    <a:pt x="1768450" y="3199329"/>
                  </a:lnTo>
                  <a:lnTo>
                    <a:pt x="1768545" y="3199329"/>
                  </a:lnTo>
                  <a:lnTo>
                    <a:pt x="1768639" y="3199329"/>
                  </a:lnTo>
                  <a:lnTo>
                    <a:pt x="1768733" y="3199329"/>
                  </a:lnTo>
                  <a:lnTo>
                    <a:pt x="1768827" y="3199329"/>
                  </a:lnTo>
                  <a:lnTo>
                    <a:pt x="1768921" y="3199329"/>
                  </a:lnTo>
                  <a:lnTo>
                    <a:pt x="1769015" y="3199329"/>
                  </a:lnTo>
                  <a:lnTo>
                    <a:pt x="1769109" y="3199329"/>
                  </a:lnTo>
                  <a:lnTo>
                    <a:pt x="1769203" y="3199329"/>
                  </a:lnTo>
                  <a:lnTo>
                    <a:pt x="1769297" y="3199329"/>
                  </a:lnTo>
                  <a:lnTo>
                    <a:pt x="1769391" y="3199329"/>
                  </a:lnTo>
                  <a:lnTo>
                    <a:pt x="1769485" y="3199329"/>
                  </a:lnTo>
                  <a:lnTo>
                    <a:pt x="1769579" y="3199329"/>
                  </a:lnTo>
                  <a:lnTo>
                    <a:pt x="1769673" y="3199329"/>
                  </a:lnTo>
                  <a:lnTo>
                    <a:pt x="1769767" y="3199329"/>
                  </a:lnTo>
                  <a:lnTo>
                    <a:pt x="1769861" y="3199329"/>
                  </a:lnTo>
                  <a:lnTo>
                    <a:pt x="1769955" y="3199329"/>
                  </a:lnTo>
                  <a:lnTo>
                    <a:pt x="1770049" y="3199329"/>
                  </a:lnTo>
                  <a:lnTo>
                    <a:pt x="1770143" y="3199329"/>
                  </a:lnTo>
                  <a:lnTo>
                    <a:pt x="1770237" y="3199329"/>
                  </a:lnTo>
                  <a:lnTo>
                    <a:pt x="1770331" y="3199329"/>
                  </a:lnTo>
                  <a:lnTo>
                    <a:pt x="1770425" y="3199329"/>
                  </a:lnTo>
                  <a:lnTo>
                    <a:pt x="1770519" y="3199329"/>
                  </a:lnTo>
                  <a:lnTo>
                    <a:pt x="1770613" y="3199329"/>
                  </a:lnTo>
                  <a:lnTo>
                    <a:pt x="1770707" y="3199329"/>
                  </a:lnTo>
                  <a:lnTo>
                    <a:pt x="1770801" y="3199329"/>
                  </a:lnTo>
                  <a:lnTo>
                    <a:pt x="1770895" y="3199329"/>
                  </a:lnTo>
                  <a:lnTo>
                    <a:pt x="1770989" y="3199329"/>
                  </a:lnTo>
                  <a:lnTo>
                    <a:pt x="1771083" y="3199329"/>
                  </a:lnTo>
                  <a:lnTo>
                    <a:pt x="1771177" y="3199329"/>
                  </a:lnTo>
                  <a:lnTo>
                    <a:pt x="1771271" y="3199329"/>
                  </a:lnTo>
                  <a:lnTo>
                    <a:pt x="1771365" y="3199329"/>
                  </a:lnTo>
                  <a:lnTo>
                    <a:pt x="1771459" y="3199329"/>
                  </a:lnTo>
                  <a:lnTo>
                    <a:pt x="1771553" y="3199329"/>
                  </a:lnTo>
                  <a:lnTo>
                    <a:pt x="1771647" y="3199329"/>
                  </a:lnTo>
                  <a:lnTo>
                    <a:pt x="1771741" y="3199329"/>
                  </a:lnTo>
                  <a:lnTo>
                    <a:pt x="1771835" y="3199329"/>
                  </a:lnTo>
                  <a:lnTo>
                    <a:pt x="1771929" y="3199329"/>
                  </a:lnTo>
                  <a:lnTo>
                    <a:pt x="1772023" y="3199329"/>
                  </a:lnTo>
                  <a:lnTo>
                    <a:pt x="1772118" y="3199329"/>
                  </a:lnTo>
                  <a:lnTo>
                    <a:pt x="1772118" y="3194049"/>
                  </a:lnTo>
                  <a:lnTo>
                    <a:pt x="1772212" y="3194049"/>
                  </a:lnTo>
                  <a:lnTo>
                    <a:pt x="1772306" y="3194049"/>
                  </a:lnTo>
                  <a:lnTo>
                    <a:pt x="1772400" y="3194049"/>
                  </a:lnTo>
                  <a:lnTo>
                    <a:pt x="1772494" y="3194049"/>
                  </a:lnTo>
                  <a:lnTo>
                    <a:pt x="1772588" y="3194049"/>
                  </a:lnTo>
                  <a:lnTo>
                    <a:pt x="1772682" y="3194049"/>
                  </a:lnTo>
                  <a:lnTo>
                    <a:pt x="1772776" y="3194049"/>
                  </a:lnTo>
                  <a:lnTo>
                    <a:pt x="1772870" y="3194049"/>
                  </a:lnTo>
                  <a:lnTo>
                    <a:pt x="1772964" y="3194049"/>
                  </a:lnTo>
                  <a:lnTo>
                    <a:pt x="1773058" y="3194049"/>
                  </a:lnTo>
                  <a:lnTo>
                    <a:pt x="1773152" y="3194049"/>
                  </a:lnTo>
                  <a:lnTo>
                    <a:pt x="1773246" y="3194049"/>
                  </a:lnTo>
                  <a:lnTo>
                    <a:pt x="1773340" y="3194049"/>
                  </a:lnTo>
                  <a:lnTo>
                    <a:pt x="1773434" y="3194049"/>
                  </a:lnTo>
                  <a:lnTo>
                    <a:pt x="1773528" y="3194049"/>
                  </a:lnTo>
                  <a:lnTo>
                    <a:pt x="1773622" y="3194049"/>
                  </a:lnTo>
                  <a:lnTo>
                    <a:pt x="1773716" y="3194049"/>
                  </a:lnTo>
                  <a:lnTo>
                    <a:pt x="1773810" y="3194049"/>
                  </a:lnTo>
                  <a:lnTo>
                    <a:pt x="1773904" y="3194049"/>
                  </a:lnTo>
                  <a:lnTo>
                    <a:pt x="1773998" y="3194049"/>
                  </a:lnTo>
                  <a:lnTo>
                    <a:pt x="1774092" y="3194049"/>
                  </a:lnTo>
                  <a:lnTo>
                    <a:pt x="1774186" y="3194049"/>
                  </a:lnTo>
                  <a:lnTo>
                    <a:pt x="1774280" y="3194049"/>
                  </a:lnTo>
                  <a:lnTo>
                    <a:pt x="1774374" y="3194049"/>
                  </a:lnTo>
                  <a:lnTo>
                    <a:pt x="1774468" y="3194049"/>
                  </a:lnTo>
                  <a:lnTo>
                    <a:pt x="1774562" y="3194049"/>
                  </a:lnTo>
                  <a:lnTo>
                    <a:pt x="1774656" y="3194049"/>
                  </a:lnTo>
                  <a:lnTo>
                    <a:pt x="1774750" y="3194049"/>
                  </a:lnTo>
                  <a:lnTo>
                    <a:pt x="1774844" y="3194049"/>
                  </a:lnTo>
                  <a:lnTo>
                    <a:pt x="1774938" y="3194049"/>
                  </a:lnTo>
                  <a:lnTo>
                    <a:pt x="1775032" y="3194049"/>
                  </a:lnTo>
                  <a:lnTo>
                    <a:pt x="1775126" y="3194049"/>
                  </a:lnTo>
                  <a:lnTo>
                    <a:pt x="1775220" y="3194049"/>
                  </a:lnTo>
                  <a:lnTo>
                    <a:pt x="1775314" y="3194049"/>
                  </a:lnTo>
                  <a:lnTo>
                    <a:pt x="1775408" y="3194049"/>
                  </a:lnTo>
                  <a:lnTo>
                    <a:pt x="1775502" y="3194049"/>
                  </a:lnTo>
                  <a:lnTo>
                    <a:pt x="1775596" y="3194049"/>
                  </a:lnTo>
                  <a:lnTo>
                    <a:pt x="1775691" y="3194049"/>
                  </a:lnTo>
                  <a:lnTo>
                    <a:pt x="1775785" y="3194049"/>
                  </a:lnTo>
                  <a:lnTo>
                    <a:pt x="1775879" y="3194049"/>
                  </a:lnTo>
                  <a:lnTo>
                    <a:pt x="1775973" y="3194049"/>
                  </a:lnTo>
                  <a:lnTo>
                    <a:pt x="1776067" y="3194049"/>
                  </a:lnTo>
                  <a:lnTo>
                    <a:pt x="1776161" y="3194049"/>
                  </a:lnTo>
                  <a:lnTo>
                    <a:pt x="1776255" y="3194049"/>
                  </a:lnTo>
                  <a:lnTo>
                    <a:pt x="1776349" y="3194049"/>
                  </a:lnTo>
                  <a:lnTo>
                    <a:pt x="1776443" y="3194049"/>
                  </a:lnTo>
                  <a:lnTo>
                    <a:pt x="1776537" y="3194049"/>
                  </a:lnTo>
                  <a:lnTo>
                    <a:pt x="1776631" y="3194049"/>
                  </a:lnTo>
                  <a:lnTo>
                    <a:pt x="1776725" y="3194049"/>
                  </a:lnTo>
                  <a:lnTo>
                    <a:pt x="1776819" y="3194049"/>
                  </a:lnTo>
                  <a:lnTo>
                    <a:pt x="1776913" y="3194049"/>
                  </a:lnTo>
                  <a:lnTo>
                    <a:pt x="1777007" y="3194049"/>
                  </a:lnTo>
                  <a:lnTo>
                    <a:pt x="1777101" y="3194049"/>
                  </a:lnTo>
                  <a:lnTo>
                    <a:pt x="1777195" y="3194049"/>
                  </a:lnTo>
                  <a:lnTo>
                    <a:pt x="1777289" y="3194049"/>
                  </a:lnTo>
                  <a:lnTo>
                    <a:pt x="1777383" y="3194049"/>
                  </a:lnTo>
                  <a:lnTo>
                    <a:pt x="1777477" y="3194049"/>
                  </a:lnTo>
                  <a:lnTo>
                    <a:pt x="1777571" y="3194049"/>
                  </a:lnTo>
                  <a:lnTo>
                    <a:pt x="1777665" y="3194049"/>
                  </a:lnTo>
                  <a:lnTo>
                    <a:pt x="1777759" y="3194049"/>
                  </a:lnTo>
                  <a:lnTo>
                    <a:pt x="1777853" y="3194049"/>
                  </a:lnTo>
                  <a:lnTo>
                    <a:pt x="1777947" y="3194049"/>
                  </a:lnTo>
                  <a:lnTo>
                    <a:pt x="1778041" y="3194049"/>
                  </a:lnTo>
                  <a:lnTo>
                    <a:pt x="1778135" y="3194049"/>
                  </a:lnTo>
                  <a:lnTo>
                    <a:pt x="1778229" y="3194049"/>
                  </a:lnTo>
                  <a:lnTo>
                    <a:pt x="1778323" y="3194049"/>
                  </a:lnTo>
                  <a:lnTo>
                    <a:pt x="1778417" y="3194049"/>
                  </a:lnTo>
                  <a:lnTo>
                    <a:pt x="1778511" y="3194049"/>
                  </a:lnTo>
                  <a:lnTo>
                    <a:pt x="1778605" y="3194049"/>
                  </a:lnTo>
                  <a:lnTo>
                    <a:pt x="1778699" y="3194049"/>
                  </a:lnTo>
                  <a:lnTo>
                    <a:pt x="1778793" y="3194049"/>
                  </a:lnTo>
                  <a:lnTo>
                    <a:pt x="1778887" y="3194049"/>
                  </a:lnTo>
                  <a:lnTo>
                    <a:pt x="1778981" y="3194049"/>
                  </a:lnTo>
                  <a:lnTo>
                    <a:pt x="1779075" y="3194049"/>
                  </a:lnTo>
                  <a:lnTo>
                    <a:pt x="1779169" y="3194049"/>
                  </a:lnTo>
                  <a:lnTo>
                    <a:pt x="1779264" y="3194049"/>
                  </a:lnTo>
                  <a:lnTo>
                    <a:pt x="1779358" y="3194049"/>
                  </a:lnTo>
                  <a:lnTo>
                    <a:pt x="1779452" y="3194049"/>
                  </a:lnTo>
                  <a:lnTo>
                    <a:pt x="1779546" y="3194049"/>
                  </a:lnTo>
                  <a:lnTo>
                    <a:pt x="1779640" y="3194049"/>
                  </a:lnTo>
                  <a:lnTo>
                    <a:pt x="1779734" y="3194049"/>
                  </a:lnTo>
                  <a:lnTo>
                    <a:pt x="1779828" y="3194049"/>
                  </a:lnTo>
                  <a:lnTo>
                    <a:pt x="1779922" y="3194049"/>
                  </a:lnTo>
                  <a:lnTo>
                    <a:pt x="1780016" y="3194049"/>
                  </a:lnTo>
                  <a:lnTo>
                    <a:pt x="1780110" y="3194049"/>
                  </a:lnTo>
                  <a:lnTo>
                    <a:pt x="1780204" y="3194049"/>
                  </a:lnTo>
                  <a:lnTo>
                    <a:pt x="1780298" y="3194049"/>
                  </a:lnTo>
                  <a:lnTo>
                    <a:pt x="1780392" y="3194049"/>
                  </a:lnTo>
                  <a:lnTo>
                    <a:pt x="1780486" y="3194049"/>
                  </a:lnTo>
                  <a:lnTo>
                    <a:pt x="1780580" y="3194049"/>
                  </a:lnTo>
                  <a:lnTo>
                    <a:pt x="1780674" y="3194049"/>
                  </a:lnTo>
                  <a:lnTo>
                    <a:pt x="1780768" y="3194049"/>
                  </a:lnTo>
                  <a:lnTo>
                    <a:pt x="1780862" y="3194049"/>
                  </a:lnTo>
                  <a:lnTo>
                    <a:pt x="1780956" y="3194049"/>
                  </a:lnTo>
                  <a:lnTo>
                    <a:pt x="1780956" y="3188770"/>
                  </a:lnTo>
                  <a:lnTo>
                    <a:pt x="1781050" y="3188770"/>
                  </a:lnTo>
                  <a:lnTo>
                    <a:pt x="1781144" y="3188770"/>
                  </a:lnTo>
                  <a:lnTo>
                    <a:pt x="1781238" y="3188770"/>
                  </a:lnTo>
                  <a:lnTo>
                    <a:pt x="1781332" y="3188770"/>
                  </a:lnTo>
                  <a:lnTo>
                    <a:pt x="1781426" y="3188770"/>
                  </a:lnTo>
                  <a:lnTo>
                    <a:pt x="1781520" y="3188770"/>
                  </a:lnTo>
                  <a:lnTo>
                    <a:pt x="1781614" y="3188770"/>
                  </a:lnTo>
                  <a:lnTo>
                    <a:pt x="1781708" y="3188770"/>
                  </a:lnTo>
                  <a:lnTo>
                    <a:pt x="1781802" y="3188770"/>
                  </a:lnTo>
                  <a:lnTo>
                    <a:pt x="1781896" y="3188770"/>
                  </a:lnTo>
                  <a:lnTo>
                    <a:pt x="1781990" y="3188770"/>
                  </a:lnTo>
                  <a:lnTo>
                    <a:pt x="1782084" y="3188770"/>
                  </a:lnTo>
                  <a:lnTo>
                    <a:pt x="1782178" y="3188770"/>
                  </a:lnTo>
                  <a:lnTo>
                    <a:pt x="1782272" y="3188770"/>
                  </a:lnTo>
                  <a:lnTo>
                    <a:pt x="1782366" y="3188770"/>
                  </a:lnTo>
                  <a:lnTo>
                    <a:pt x="1782460" y="3188770"/>
                  </a:lnTo>
                  <a:lnTo>
                    <a:pt x="1782554" y="3188770"/>
                  </a:lnTo>
                  <a:lnTo>
                    <a:pt x="1782648" y="3188770"/>
                  </a:lnTo>
                  <a:lnTo>
                    <a:pt x="1782743" y="3188770"/>
                  </a:lnTo>
                  <a:lnTo>
                    <a:pt x="1782837" y="3188770"/>
                  </a:lnTo>
                  <a:lnTo>
                    <a:pt x="1782931" y="3188770"/>
                  </a:lnTo>
                  <a:lnTo>
                    <a:pt x="1783025" y="3188770"/>
                  </a:lnTo>
                  <a:lnTo>
                    <a:pt x="1783119" y="3188770"/>
                  </a:lnTo>
                  <a:lnTo>
                    <a:pt x="1783213" y="3188770"/>
                  </a:lnTo>
                  <a:lnTo>
                    <a:pt x="1783213" y="3183491"/>
                  </a:lnTo>
                  <a:lnTo>
                    <a:pt x="1783307" y="3183491"/>
                  </a:lnTo>
                  <a:lnTo>
                    <a:pt x="1783401" y="3183491"/>
                  </a:lnTo>
                  <a:lnTo>
                    <a:pt x="1783495" y="3183491"/>
                  </a:lnTo>
                  <a:lnTo>
                    <a:pt x="1783589" y="3183491"/>
                  </a:lnTo>
                  <a:lnTo>
                    <a:pt x="1783683" y="3183491"/>
                  </a:lnTo>
                  <a:lnTo>
                    <a:pt x="1783777" y="3183491"/>
                  </a:lnTo>
                  <a:lnTo>
                    <a:pt x="1783871" y="3183491"/>
                  </a:lnTo>
                  <a:lnTo>
                    <a:pt x="1783965" y="3183491"/>
                  </a:lnTo>
                  <a:lnTo>
                    <a:pt x="1784059" y="3183491"/>
                  </a:lnTo>
                  <a:lnTo>
                    <a:pt x="1784153" y="3183491"/>
                  </a:lnTo>
                  <a:lnTo>
                    <a:pt x="1784247" y="3183491"/>
                  </a:lnTo>
                  <a:lnTo>
                    <a:pt x="1784341" y="3183491"/>
                  </a:lnTo>
                  <a:lnTo>
                    <a:pt x="1784435" y="3183491"/>
                  </a:lnTo>
                  <a:lnTo>
                    <a:pt x="1784529" y="3183491"/>
                  </a:lnTo>
                  <a:lnTo>
                    <a:pt x="1784623" y="3183491"/>
                  </a:lnTo>
                  <a:lnTo>
                    <a:pt x="1784717" y="3183491"/>
                  </a:lnTo>
                  <a:lnTo>
                    <a:pt x="1784811" y="3183491"/>
                  </a:lnTo>
                  <a:lnTo>
                    <a:pt x="1784905" y="3183491"/>
                  </a:lnTo>
                  <a:lnTo>
                    <a:pt x="1784999" y="3183491"/>
                  </a:lnTo>
                  <a:lnTo>
                    <a:pt x="1784999" y="3178211"/>
                  </a:lnTo>
                  <a:lnTo>
                    <a:pt x="1785093" y="3178211"/>
                  </a:lnTo>
                  <a:lnTo>
                    <a:pt x="1785187" y="3178211"/>
                  </a:lnTo>
                  <a:lnTo>
                    <a:pt x="1785281" y="3178211"/>
                  </a:lnTo>
                  <a:lnTo>
                    <a:pt x="1785375" y="3178211"/>
                  </a:lnTo>
                  <a:lnTo>
                    <a:pt x="1785469" y="3178211"/>
                  </a:lnTo>
                  <a:lnTo>
                    <a:pt x="1785563" y="3178211"/>
                  </a:lnTo>
                  <a:lnTo>
                    <a:pt x="1785657" y="3178211"/>
                  </a:lnTo>
                  <a:lnTo>
                    <a:pt x="1785751" y="3178211"/>
                  </a:lnTo>
                  <a:lnTo>
                    <a:pt x="1785845" y="3178211"/>
                  </a:lnTo>
                  <a:lnTo>
                    <a:pt x="1785939" y="3178211"/>
                  </a:lnTo>
                  <a:lnTo>
                    <a:pt x="1786033" y="3178211"/>
                  </a:lnTo>
                  <a:lnTo>
                    <a:pt x="1786127" y="3178211"/>
                  </a:lnTo>
                  <a:lnTo>
                    <a:pt x="1786221" y="3178211"/>
                  </a:lnTo>
                  <a:lnTo>
                    <a:pt x="1786316" y="3178211"/>
                  </a:lnTo>
                  <a:lnTo>
                    <a:pt x="1786410" y="3178211"/>
                  </a:lnTo>
                  <a:lnTo>
                    <a:pt x="1786504" y="3178211"/>
                  </a:lnTo>
                  <a:lnTo>
                    <a:pt x="1786598" y="3178211"/>
                  </a:lnTo>
                  <a:lnTo>
                    <a:pt x="1786692" y="3178211"/>
                  </a:lnTo>
                  <a:lnTo>
                    <a:pt x="1786786" y="3178211"/>
                  </a:lnTo>
                  <a:lnTo>
                    <a:pt x="1786880" y="3178211"/>
                  </a:lnTo>
                  <a:lnTo>
                    <a:pt x="1786974" y="3178211"/>
                  </a:lnTo>
                  <a:lnTo>
                    <a:pt x="1787068" y="3178211"/>
                  </a:lnTo>
                  <a:lnTo>
                    <a:pt x="1787162" y="3178211"/>
                  </a:lnTo>
                  <a:lnTo>
                    <a:pt x="1787256" y="3178211"/>
                  </a:lnTo>
                  <a:lnTo>
                    <a:pt x="1787350" y="3178211"/>
                  </a:lnTo>
                  <a:lnTo>
                    <a:pt x="1787444" y="3178211"/>
                  </a:lnTo>
                  <a:lnTo>
                    <a:pt x="1787538" y="3178211"/>
                  </a:lnTo>
                  <a:lnTo>
                    <a:pt x="1787632" y="3178211"/>
                  </a:lnTo>
                  <a:lnTo>
                    <a:pt x="1787632" y="3172932"/>
                  </a:lnTo>
                  <a:lnTo>
                    <a:pt x="1787726" y="3172932"/>
                  </a:lnTo>
                  <a:lnTo>
                    <a:pt x="1787820" y="3172932"/>
                  </a:lnTo>
                  <a:lnTo>
                    <a:pt x="1787914" y="3172932"/>
                  </a:lnTo>
                  <a:lnTo>
                    <a:pt x="1788008" y="3172932"/>
                  </a:lnTo>
                  <a:lnTo>
                    <a:pt x="1788102" y="3172932"/>
                  </a:lnTo>
                  <a:lnTo>
                    <a:pt x="1788196" y="3172932"/>
                  </a:lnTo>
                  <a:lnTo>
                    <a:pt x="1788290" y="3172932"/>
                  </a:lnTo>
                  <a:lnTo>
                    <a:pt x="1788384" y="3172932"/>
                  </a:lnTo>
                  <a:lnTo>
                    <a:pt x="1788478" y="3172932"/>
                  </a:lnTo>
                  <a:lnTo>
                    <a:pt x="1788572" y="3172932"/>
                  </a:lnTo>
                  <a:lnTo>
                    <a:pt x="1788666" y="3172932"/>
                  </a:lnTo>
                  <a:lnTo>
                    <a:pt x="1788760" y="3172932"/>
                  </a:lnTo>
                  <a:lnTo>
                    <a:pt x="1788854" y="3172932"/>
                  </a:lnTo>
                  <a:lnTo>
                    <a:pt x="1788948" y="3172932"/>
                  </a:lnTo>
                  <a:lnTo>
                    <a:pt x="1789042" y="3172932"/>
                  </a:lnTo>
                  <a:lnTo>
                    <a:pt x="1789042" y="3167652"/>
                  </a:lnTo>
                  <a:lnTo>
                    <a:pt x="1789136" y="3167652"/>
                  </a:lnTo>
                  <a:lnTo>
                    <a:pt x="1789230" y="3167652"/>
                  </a:lnTo>
                  <a:lnTo>
                    <a:pt x="1789324" y="3167652"/>
                  </a:lnTo>
                  <a:lnTo>
                    <a:pt x="1789418" y="3167652"/>
                  </a:lnTo>
                  <a:lnTo>
                    <a:pt x="1789512" y="3167652"/>
                  </a:lnTo>
                  <a:lnTo>
                    <a:pt x="1789606" y="3167652"/>
                  </a:lnTo>
                  <a:lnTo>
                    <a:pt x="1789700" y="3167652"/>
                  </a:lnTo>
                  <a:lnTo>
                    <a:pt x="1789794" y="3167652"/>
                  </a:lnTo>
                  <a:lnTo>
                    <a:pt x="1789889" y="3167652"/>
                  </a:lnTo>
                  <a:lnTo>
                    <a:pt x="1789983" y="3167652"/>
                  </a:lnTo>
                  <a:lnTo>
                    <a:pt x="1790077" y="3167652"/>
                  </a:lnTo>
                  <a:lnTo>
                    <a:pt x="1790171" y="3167652"/>
                  </a:lnTo>
                  <a:lnTo>
                    <a:pt x="1790265" y="3167652"/>
                  </a:lnTo>
                  <a:lnTo>
                    <a:pt x="1790359" y="3167652"/>
                  </a:lnTo>
                  <a:lnTo>
                    <a:pt x="1790453" y="3167652"/>
                  </a:lnTo>
                  <a:lnTo>
                    <a:pt x="1790547" y="3167652"/>
                  </a:lnTo>
                  <a:lnTo>
                    <a:pt x="1790641" y="3167652"/>
                  </a:lnTo>
                  <a:lnTo>
                    <a:pt x="1790735" y="3167652"/>
                  </a:lnTo>
                  <a:lnTo>
                    <a:pt x="1790829" y="3167652"/>
                  </a:lnTo>
                  <a:lnTo>
                    <a:pt x="1790923" y="3167652"/>
                  </a:lnTo>
                  <a:lnTo>
                    <a:pt x="1791017" y="3167652"/>
                  </a:lnTo>
                  <a:lnTo>
                    <a:pt x="1791111" y="3167652"/>
                  </a:lnTo>
                  <a:lnTo>
                    <a:pt x="1791205" y="3167652"/>
                  </a:lnTo>
                  <a:lnTo>
                    <a:pt x="1791299" y="3167652"/>
                  </a:lnTo>
                  <a:lnTo>
                    <a:pt x="1791393" y="3167652"/>
                  </a:lnTo>
                  <a:lnTo>
                    <a:pt x="1791487" y="3167652"/>
                  </a:lnTo>
                  <a:lnTo>
                    <a:pt x="1791581" y="3167652"/>
                  </a:lnTo>
                  <a:lnTo>
                    <a:pt x="1791675" y="3167652"/>
                  </a:lnTo>
                  <a:lnTo>
                    <a:pt x="1791769" y="3167652"/>
                  </a:lnTo>
                  <a:lnTo>
                    <a:pt x="1791863" y="3167652"/>
                  </a:lnTo>
                  <a:lnTo>
                    <a:pt x="1791957" y="3167652"/>
                  </a:lnTo>
                  <a:lnTo>
                    <a:pt x="1792051" y="3167652"/>
                  </a:lnTo>
                  <a:lnTo>
                    <a:pt x="1792145" y="3167652"/>
                  </a:lnTo>
                  <a:lnTo>
                    <a:pt x="1792239" y="3167652"/>
                  </a:lnTo>
                  <a:lnTo>
                    <a:pt x="1792333" y="3167652"/>
                  </a:lnTo>
                  <a:lnTo>
                    <a:pt x="1792427" y="3167652"/>
                  </a:lnTo>
                  <a:lnTo>
                    <a:pt x="1792521" y="3167652"/>
                  </a:lnTo>
                  <a:lnTo>
                    <a:pt x="1792615" y="3167652"/>
                  </a:lnTo>
                  <a:lnTo>
                    <a:pt x="1792709" y="3167652"/>
                  </a:lnTo>
                  <a:lnTo>
                    <a:pt x="1792803" y="3167652"/>
                  </a:lnTo>
                  <a:lnTo>
                    <a:pt x="1792897" y="3167652"/>
                  </a:lnTo>
                  <a:lnTo>
                    <a:pt x="1792991" y="3167652"/>
                  </a:lnTo>
                  <a:lnTo>
                    <a:pt x="1793085" y="3167652"/>
                  </a:lnTo>
                  <a:lnTo>
                    <a:pt x="1793179" y="3167652"/>
                  </a:lnTo>
                  <a:lnTo>
                    <a:pt x="1793273" y="3167652"/>
                  </a:lnTo>
                  <a:lnTo>
                    <a:pt x="1793368" y="3167652"/>
                  </a:lnTo>
                  <a:lnTo>
                    <a:pt x="1793462" y="3167652"/>
                  </a:lnTo>
                  <a:lnTo>
                    <a:pt x="1793556" y="3167652"/>
                  </a:lnTo>
                  <a:lnTo>
                    <a:pt x="1793650" y="3167652"/>
                  </a:lnTo>
                  <a:lnTo>
                    <a:pt x="1793744" y="3167652"/>
                  </a:lnTo>
                  <a:lnTo>
                    <a:pt x="1793838" y="3167652"/>
                  </a:lnTo>
                  <a:lnTo>
                    <a:pt x="1793932" y="3167652"/>
                  </a:lnTo>
                  <a:lnTo>
                    <a:pt x="1794026" y="3167652"/>
                  </a:lnTo>
                  <a:lnTo>
                    <a:pt x="1794120" y="3167652"/>
                  </a:lnTo>
                  <a:lnTo>
                    <a:pt x="1794214" y="3167652"/>
                  </a:lnTo>
                  <a:lnTo>
                    <a:pt x="1794308" y="3167652"/>
                  </a:lnTo>
                  <a:lnTo>
                    <a:pt x="1794402" y="3167652"/>
                  </a:lnTo>
                  <a:lnTo>
                    <a:pt x="1794496" y="3167652"/>
                  </a:lnTo>
                  <a:lnTo>
                    <a:pt x="1794590" y="3167652"/>
                  </a:lnTo>
                  <a:lnTo>
                    <a:pt x="1794684" y="3167652"/>
                  </a:lnTo>
                  <a:lnTo>
                    <a:pt x="1794778" y="3167652"/>
                  </a:lnTo>
                  <a:lnTo>
                    <a:pt x="1794872" y="3167652"/>
                  </a:lnTo>
                  <a:lnTo>
                    <a:pt x="1794966" y="3167652"/>
                  </a:lnTo>
                  <a:lnTo>
                    <a:pt x="1795060" y="3167652"/>
                  </a:lnTo>
                  <a:lnTo>
                    <a:pt x="1795154" y="3167652"/>
                  </a:lnTo>
                  <a:lnTo>
                    <a:pt x="1795154" y="3162373"/>
                  </a:lnTo>
                  <a:lnTo>
                    <a:pt x="1795248" y="3162373"/>
                  </a:lnTo>
                  <a:lnTo>
                    <a:pt x="1795342" y="3162373"/>
                  </a:lnTo>
                  <a:lnTo>
                    <a:pt x="1795436" y="3162373"/>
                  </a:lnTo>
                  <a:lnTo>
                    <a:pt x="1795530" y="3162373"/>
                  </a:lnTo>
                  <a:lnTo>
                    <a:pt x="1795624" y="3162373"/>
                  </a:lnTo>
                  <a:lnTo>
                    <a:pt x="1795718" y="3162373"/>
                  </a:lnTo>
                  <a:lnTo>
                    <a:pt x="1795812" y="3162373"/>
                  </a:lnTo>
                  <a:lnTo>
                    <a:pt x="1795906" y="3162373"/>
                  </a:lnTo>
                  <a:lnTo>
                    <a:pt x="1796000" y="3162373"/>
                  </a:lnTo>
                  <a:lnTo>
                    <a:pt x="1796094" y="3162373"/>
                  </a:lnTo>
                  <a:lnTo>
                    <a:pt x="1796188" y="3162373"/>
                  </a:lnTo>
                  <a:lnTo>
                    <a:pt x="1796282" y="3162373"/>
                  </a:lnTo>
                  <a:lnTo>
                    <a:pt x="1796376" y="3162373"/>
                  </a:lnTo>
                  <a:lnTo>
                    <a:pt x="1796470" y="3162373"/>
                  </a:lnTo>
                  <a:lnTo>
                    <a:pt x="1796564" y="3162373"/>
                  </a:lnTo>
                  <a:lnTo>
                    <a:pt x="1796658" y="3162373"/>
                  </a:lnTo>
                  <a:lnTo>
                    <a:pt x="1796658" y="3157093"/>
                  </a:lnTo>
                  <a:lnTo>
                    <a:pt x="1796752" y="3157093"/>
                  </a:lnTo>
                  <a:lnTo>
                    <a:pt x="1796846" y="3157093"/>
                  </a:lnTo>
                  <a:lnTo>
                    <a:pt x="1796941" y="3157093"/>
                  </a:lnTo>
                  <a:lnTo>
                    <a:pt x="1797035" y="3157093"/>
                  </a:lnTo>
                  <a:lnTo>
                    <a:pt x="1797129" y="3157093"/>
                  </a:lnTo>
                  <a:lnTo>
                    <a:pt x="1797223" y="3157093"/>
                  </a:lnTo>
                  <a:lnTo>
                    <a:pt x="1797317" y="3157093"/>
                  </a:lnTo>
                  <a:lnTo>
                    <a:pt x="1797411" y="3157093"/>
                  </a:lnTo>
                  <a:lnTo>
                    <a:pt x="1797505" y="3157093"/>
                  </a:lnTo>
                  <a:lnTo>
                    <a:pt x="1797599" y="3157093"/>
                  </a:lnTo>
                  <a:lnTo>
                    <a:pt x="1797693" y="3157093"/>
                  </a:lnTo>
                  <a:lnTo>
                    <a:pt x="1797787" y="3157093"/>
                  </a:lnTo>
                  <a:lnTo>
                    <a:pt x="1797881" y="3157093"/>
                  </a:lnTo>
                  <a:lnTo>
                    <a:pt x="1797975" y="3157093"/>
                  </a:lnTo>
                  <a:lnTo>
                    <a:pt x="1798069" y="3157093"/>
                  </a:lnTo>
                  <a:lnTo>
                    <a:pt x="1798163" y="3157093"/>
                  </a:lnTo>
                  <a:lnTo>
                    <a:pt x="1798257" y="3157093"/>
                  </a:lnTo>
                  <a:lnTo>
                    <a:pt x="1798351" y="3157093"/>
                  </a:lnTo>
                  <a:lnTo>
                    <a:pt x="1798445" y="3157093"/>
                  </a:lnTo>
                  <a:lnTo>
                    <a:pt x="1798539" y="3157093"/>
                  </a:lnTo>
                  <a:lnTo>
                    <a:pt x="1798633" y="3157093"/>
                  </a:lnTo>
                  <a:lnTo>
                    <a:pt x="1798727" y="3157093"/>
                  </a:lnTo>
                  <a:lnTo>
                    <a:pt x="1798821" y="3157093"/>
                  </a:lnTo>
                  <a:lnTo>
                    <a:pt x="1798915" y="3157093"/>
                  </a:lnTo>
                  <a:lnTo>
                    <a:pt x="1799009" y="3157093"/>
                  </a:lnTo>
                  <a:lnTo>
                    <a:pt x="1799103" y="3157093"/>
                  </a:lnTo>
                  <a:lnTo>
                    <a:pt x="1799197" y="3157093"/>
                  </a:lnTo>
                  <a:lnTo>
                    <a:pt x="1799291" y="3157093"/>
                  </a:lnTo>
                  <a:lnTo>
                    <a:pt x="1799385" y="3157093"/>
                  </a:lnTo>
                  <a:lnTo>
                    <a:pt x="1799479" y="3157093"/>
                  </a:lnTo>
                  <a:lnTo>
                    <a:pt x="1799573" y="3157093"/>
                  </a:lnTo>
                  <a:lnTo>
                    <a:pt x="1799667" y="3157093"/>
                  </a:lnTo>
                  <a:lnTo>
                    <a:pt x="1799761" y="3157093"/>
                  </a:lnTo>
                  <a:lnTo>
                    <a:pt x="1799855" y="3157093"/>
                  </a:lnTo>
                  <a:lnTo>
                    <a:pt x="1799949" y="3157093"/>
                  </a:lnTo>
                  <a:lnTo>
                    <a:pt x="1800043" y="3157093"/>
                  </a:lnTo>
                  <a:lnTo>
                    <a:pt x="1800137" y="3157093"/>
                  </a:lnTo>
                  <a:lnTo>
                    <a:pt x="1800231" y="3157093"/>
                  </a:lnTo>
                  <a:lnTo>
                    <a:pt x="1800325" y="3157093"/>
                  </a:lnTo>
                  <a:lnTo>
                    <a:pt x="1800419" y="3157093"/>
                  </a:lnTo>
                  <a:lnTo>
                    <a:pt x="1800514" y="3157093"/>
                  </a:lnTo>
                  <a:lnTo>
                    <a:pt x="1800608" y="3157093"/>
                  </a:lnTo>
                  <a:lnTo>
                    <a:pt x="1800702" y="3157093"/>
                  </a:lnTo>
                  <a:lnTo>
                    <a:pt x="1800796" y="3157093"/>
                  </a:lnTo>
                  <a:lnTo>
                    <a:pt x="1800890" y="3157093"/>
                  </a:lnTo>
                  <a:lnTo>
                    <a:pt x="1800984" y="3157093"/>
                  </a:lnTo>
                  <a:lnTo>
                    <a:pt x="1801078" y="3157093"/>
                  </a:lnTo>
                  <a:lnTo>
                    <a:pt x="1801172" y="3157093"/>
                  </a:lnTo>
                  <a:lnTo>
                    <a:pt x="1801266" y="3157093"/>
                  </a:lnTo>
                  <a:lnTo>
                    <a:pt x="1801360" y="3157093"/>
                  </a:lnTo>
                  <a:lnTo>
                    <a:pt x="1801454" y="3157093"/>
                  </a:lnTo>
                  <a:lnTo>
                    <a:pt x="1801548" y="3157093"/>
                  </a:lnTo>
                  <a:lnTo>
                    <a:pt x="1801642" y="3157093"/>
                  </a:lnTo>
                  <a:lnTo>
                    <a:pt x="1801736" y="3157093"/>
                  </a:lnTo>
                  <a:lnTo>
                    <a:pt x="1801830" y="3157093"/>
                  </a:lnTo>
                  <a:lnTo>
                    <a:pt x="1801924" y="3157093"/>
                  </a:lnTo>
                  <a:lnTo>
                    <a:pt x="1802018" y="3157093"/>
                  </a:lnTo>
                  <a:lnTo>
                    <a:pt x="1802112" y="3157093"/>
                  </a:lnTo>
                  <a:lnTo>
                    <a:pt x="1802206" y="3157093"/>
                  </a:lnTo>
                  <a:lnTo>
                    <a:pt x="1802300" y="3157093"/>
                  </a:lnTo>
                  <a:lnTo>
                    <a:pt x="1802394" y="3157093"/>
                  </a:lnTo>
                  <a:lnTo>
                    <a:pt x="1802488" y="3157093"/>
                  </a:lnTo>
                  <a:lnTo>
                    <a:pt x="1802582" y="3157093"/>
                  </a:lnTo>
                  <a:lnTo>
                    <a:pt x="1802676" y="3157093"/>
                  </a:lnTo>
                  <a:lnTo>
                    <a:pt x="1802770" y="3157093"/>
                  </a:lnTo>
                  <a:lnTo>
                    <a:pt x="1802864" y="3157093"/>
                  </a:lnTo>
                  <a:lnTo>
                    <a:pt x="1802958" y="3157093"/>
                  </a:lnTo>
                  <a:lnTo>
                    <a:pt x="1803052" y="3157093"/>
                  </a:lnTo>
                  <a:lnTo>
                    <a:pt x="1803146" y="3157093"/>
                  </a:lnTo>
                  <a:lnTo>
                    <a:pt x="1803240" y="3157093"/>
                  </a:lnTo>
                  <a:lnTo>
                    <a:pt x="1803334" y="3157093"/>
                  </a:lnTo>
                  <a:lnTo>
                    <a:pt x="1803428" y="3157093"/>
                  </a:lnTo>
                  <a:lnTo>
                    <a:pt x="1803522" y="3157093"/>
                  </a:lnTo>
                  <a:lnTo>
                    <a:pt x="1803616" y="3157093"/>
                  </a:lnTo>
                  <a:lnTo>
                    <a:pt x="1803710" y="3157093"/>
                  </a:lnTo>
                  <a:lnTo>
                    <a:pt x="1803804" y="3157093"/>
                  </a:lnTo>
                  <a:lnTo>
                    <a:pt x="1803898" y="3157093"/>
                  </a:lnTo>
                  <a:lnTo>
                    <a:pt x="1803993" y="3157093"/>
                  </a:lnTo>
                  <a:lnTo>
                    <a:pt x="1804087" y="3157093"/>
                  </a:lnTo>
                  <a:lnTo>
                    <a:pt x="1804181" y="3157093"/>
                  </a:lnTo>
                  <a:lnTo>
                    <a:pt x="1804275" y="3157093"/>
                  </a:lnTo>
                  <a:lnTo>
                    <a:pt x="1804369" y="3157093"/>
                  </a:lnTo>
                  <a:lnTo>
                    <a:pt x="1804463" y="3157093"/>
                  </a:lnTo>
                  <a:lnTo>
                    <a:pt x="1804557" y="3157093"/>
                  </a:lnTo>
                  <a:lnTo>
                    <a:pt x="1804651" y="3157093"/>
                  </a:lnTo>
                  <a:lnTo>
                    <a:pt x="1804745" y="3157093"/>
                  </a:lnTo>
                  <a:lnTo>
                    <a:pt x="1804839" y="3157093"/>
                  </a:lnTo>
                  <a:lnTo>
                    <a:pt x="1804933" y="3157093"/>
                  </a:lnTo>
                  <a:lnTo>
                    <a:pt x="1805027" y="3157093"/>
                  </a:lnTo>
                  <a:lnTo>
                    <a:pt x="1805121" y="3157093"/>
                  </a:lnTo>
                  <a:lnTo>
                    <a:pt x="1805215" y="3157093"/>
                  </a:lnTo>
                  <a:lnTo>
                    <a:pt x="1805309" y="3157093"/>
                  </a:lnTo>
                  <a:lnTo>
                    <a:pt x="1805403" y="3157093"/>
                  </a:lnTo>
                  <a:lnTo>
                    <a:pt x="1805497" y="3157093"/>
                  </a:lnTo>
                  <a:lnTo>
                    <a:pt x="1805591" y="3157093"/>
                  </a:lnTo>
                  <a:lnTo>
                    <a:pt x="1805685" y="3157093"/>
                  </a:lnTo>
                  <a:lnTo>
                    <a:pt x="1805779" y="3157093"/>
                  </a:lnTo>
                  <a:lnTo>
                    <a:pt x="1805873" y="3157093"/>
                  </a:lnTo>
                  <a:lnTo>
                    <a:pt x="1805967" y="3157093"/>
                  </a:lnTo>
                  <a:lnTo>
                    <a:pt x="1806061" y="3157093"/>
                  </a:lnTo>
                  <a:lnTo>
                    <a:pt x="1806155" y="3157093"/>
                  </a:lnTo>
                  <a:lnTo>
                    <a:pt x="1806249" y="3157093"/>
                  </a:lnTo>
                  <a:lnTo>
                    <a:pt x="1806343" y="3157093"/>
                  </a:lnTo>
                  <a:lnTo>
                    <a:pt x="1806437" y="3157093"/>
                  </a:lnTo>
                  <a:lnTo>
                    <a:pt x="1806531" y="3157093"/>
                  </a:lnTo>
                  <a:lnTo>
                    <a:pt x="1806625" y="3157093"/>
                  </a:lnTo>
                  <a:lnTo>
                    <a:pt x="1806719" y="3157093"/>
                  </a:lnTo>
                  <a:lnTo>
                    <a:pt x="1806813" y="3157093"/>
                  </a:lnTo>
                  <a:lnTo>
                    <a:pt x="1806907" y="3157093"/>
                  </a:lnTo>
                  <a:lnTo>
                    <a:pt x="1807001" y="3157093"/>
                  </a:lnTo>
                  <a:lnTo>
                    <a:pt x="1807095" y="3157093"/>
                  </a:lnTo>
                  <a:lnTo>
                    <a:pt x="1807189" y="3157093"/>
                  </a:lnTo>
                  <a:lnTo>
                    <a:pt x="1807283" y="3157093"/>
                  </a:lnTo>
                  <a:lnTo>
                    <a:pt x="1807377" y="3157093"/>
                  </a:lnTo>
                  <a:lnTo>
                    <a:pt x="1807471" y="3157093"/>
                  </a:lnTo>
                  <a:lnTo>
                    <a:pt x="1807566" y="3157093"/>
                  </a:lnTo>
                  <a:lnTo>
                    <a:pt x="1807660" y="3157093"/>
                  </a:lnTo>
                  <a:lnTo>
                    <a:pt x="1807754" y="3157093"/>
                  </a:lnTo>
                  <a:lnTo>
                    <a:pt x="1807848" y="3157093"/>
                  </a:lnTo>
                  <a:lnTo>
                    <a:pt x="1807942" y="3157093"/>
                  </a:lnTo>
                  <a:lnTo>
                    <a:pt x="1808036" y="3157093"/>
                  </a:lnTo>
                  <a:lnTo>
                    <a:pt x="1808130" y="3157093"/>
                  </a:lnTo>
                  <a:lnTo>
                    <a:pt x="1808224" y="3157093"/>
                  </a:lnTo>
                  <a:lnTo>
                    <a:pt x="1808318" y="3157093"/>
                  </a:lnTo>
                  <a:lnTo>
                    <a:pt x="1808412" y="3157093"/>
                  </a:lnTo>
                  <a:lnTo>
                    <a:pt x="1808506" y="3157093"/>
                  </a:lnTo>
                  <a:lnTo>
                    <a:pt x="1808600" y="3157093"/>
                  </a:lnTo>
                  <a:lnTo>
                    <a:pt x="1808694" y="3157093"/>
                  </a:lnTo>
                  <a:lnTo>
                    <a:pt x="1808788" y="3157093"/>
                  </a:lnTo>
                  <a:lnTo>
                    <a:pt x="1808882" y="3157093"/>
                  </a:lnTo>
                  <a:lnTo>
                    <a:pt x="1808976" y="3157093"/>
                  </a:lnTo>
                  <a:lnTo>
                    <a:pt x="1809070" y="3157093"/>
                  </a:lnTo>
                  <a:lnTo>
                    <a:pt x="1809164" y="3157093"/>
                  </a:lnTo>
                  <a:lnTo>
                    <a:pt x="1809164" y="3151814"/>
                  </a:lnTo>
                  <a:lnTo>
                    <a:pt x="1809258" y="3151814"/>
                  </a:lnTo>
                  <a:lnTo>
                    <a:pt x="1809352" y="3151814"/>
                  </a:lnTo>
                  <a:lnTo>
                    <a:pt x="1809446" y="3151814"/>
                  </a:lnTo>
                  <a:lnTo>
                    <a:pt x="1809540" y="3151814"/>
                  </a:lnTo>
                  <a:lnTo>
                    <a:pt x="1809634" y="3151814"/>
                  </a:lnTo>
                  <a:lnTo>
                    <a:pt x="1809728" y="3151814"/>
                  </a:lnTo>
                  <a:lnTo>
                    <a:pt x="1809822" y="3151814"/>
                  </a:lnTo>
                  <a:lnTo>
                    <a:pt x="1809916" y="3151814"/>
                  </a:lnTo>
                  <a:lnTo>
                    <a:pt x="1810010" y="3151814"/>
                  </a:lnTo>
                  <a:lnTo>
                    <a:pt x="1810104" y="3151814"/>
                  </a:lnTo>
                  <a:lnTo>
                    <a:pt x="1810198" y="3151814"/>
                  </a:lnTo>
                  <a:lnTo>
                    <a:pt x="1810292" y="3151814"/>
                  </a:lnTo>
                  <a:lnTo>
                    <a:pt x="1810386" y="3151814"/>
                  </a:lnTo>
                  <a:lnTo>
                    <a:pt x="1810480" y="3151814"/>
                  </a:lnTo>
                  <a:lnTo>
                    <a:pt x="1810574" y="3151814"/>
                  </a:lnTo>
                  <a:lnTo>
                    <a:pt x="1810668" y="3151814"/>
                  </a:lnTo>
                  <a:lnTo>
                    <a:pt x="1810762" y="3151814"/>
                  </a:lnTo>
                  <a:lnTo>
                    <a:pt x="1810856" y="3151814"/>
                  </a:lnTo>
                  <a:lnTo>
                    <a:pt x="1810950" y="3151814"/>
                  </a:lnTo>
                  <a:lnTo>
                    <a:pt x="1811044" y="3151814"/>
                  </a:lnTo>
                  <a:lnTo>
                    <a:pt x="1811139" y="3151814"/>
                  </a:lnTo>
                  <a:lnTo>
                    <a:pt x="1811233" y="3151814"/>
                  </a:lnTo>
                  <a:lnTo>
                    <a:pt x="1811327" y="3151814"/>
                  </a:lnTo>
                  <a:lnTo>
                    <a:pt x="1811421" y="3151814"/>
                  </a:lnTo>
                  <a:lnTo>
                    <a:pt x="1811421" y="3146535"/>
                  </a:lnTo>
                  <a:lnTo>
                    <a:pt x="1811515" y="3146535"/>
                  </a:lnTo>
                  <a:lnTo>
                    <a:pt x="1811609" y="3146535"/>
                  </a:lnTo>
                  <a:lnTo>
                    <a:pt x="1811703" y="3146535"/>
                  </a:lnTo>
                  <a:lnTo>
                    <a:pt x="1811797" y="3146535"/>
                  </a:lnTo>
                  <a:lnTo>
                    <a:pt x="1811891" y="3146535"/>
                  </a:lnTo>
                  <a:lnTo>
                    <a:pt x="1811985" y="3146535"/>
                  </a:lnTo>
                  <a:lnTo>
                    <a:pt x="1812079" y="3146535"/>
                  </a:lnTo>
                  <a:lnTo>
                    <a:pt x="1812173" y="3146535"/>
                  </a:lnTo>
                  <a:lnTo>
                    <a:pt x="1812267" y="3146535"/>
                  </a:lnTo>
                  <a:lnTo>
                    <a:pt x="1812361" y="3146535"/>
                  </a:lnTo>
                  <a:lnTo>
                    <a:pt x="1812455" y="3146535"/>
                  </a:lnTo>
                  <a:lnTo>
                    <a:pt x="1812549" y="3146535"/>
                  </a:lnTo>
                  <a:lnTo>
                    <a:pt x="1812643" y="3146535"/>
                  </a:lnTo>
                  <a:lnTo>
                    <a:pt x="1812737" y="3146535"/>
                  </a:lnTo>
                  <a:lnTo>
                    <a:pt x="1812831" y="3146535"/>
                  </a:lnTo>
                  <a:lnTo>
                    <a:pt x="1812925" y="3146535"/>
                  </a:lnTo>
                  <a:lnTo>
                    <a:pt x="1813019" y="3146535"/>
                  </a:lnTo>
                  <a:lnTo>
                    <a:pt x="1813113" y="3146535"/>
                  </a:lnTo>
                  <a:lnTo>
                    <a:pt x="1813207" y="3146535"/>
                  </a:lnTo>
                  <a:lnTo>
                    <a:pt x="1813301" y="3146535"/>
                  </a:lnTo>
                  <a:lnTo>
                    <a:pt x="1813395" y="3146535"/>
                  </a:lnTo>
                  <a:lnTo>
                    <a:pt x="1813489" y="3146535"/>
                  </a:lnTo>
                  <a:lnTo>
                    <a:pt x="1813583" y="3146535"/>
                  </a:lnTo>
                  <a:lnTo>
                    <a:pt x="1813677" y="3146535"/>
                  </a:lnTo>
                  <a:lnTo>
                    <a:pt x="1813771" y="3146535"/>
                  </a:lnTo>
                  <a:lnTo>
                    <a:pt x="1813865" y="3146535"/>
                  </a:lnTo>
                  <a:lnTo>
                    <a:pt x="1813959" y="3146535"/>
                  </a:lnTo>
                  <a:lnTo>
                    <a:pt x="1814053" y="3146535"/>
                  </a:lnTo>
                  <a:lnTo>
                    <a:pt x="1814147" y="3146535"/>
                  </a:lnTo>
                  <a:lnTo>
                    <a:pt x="1814241" y="3146535"/>
                  </a:lnTo>
                  <a:lnTo>
                    <a:pt x="1814335" y="3146535"/>
                  </a:lnTo>
                  <a:lnTo>
                    <a:pt x="1814429" y="3146535"/>
                  </a:lnTo>
                  <a:lnTo>
                    <a:pt x="1814523" y="3146535"/>
                  </a:lnTo>
                  <a:lnTo>
                    <a:pt x="1814618" y="3146535"/>
                  </a:lnTo>
                  <a:lnTo>
                    <a:pt x="1814712" y="3146535"/>
                  </a:lnTo>
                  <a:lnTo>
                    <a:pt x="1814806" y="3146535"/>
                  </a:lnTo>
                  <a:lnTo>
                    <a:pt x="1814900" y="3146535"/>
                  </a:lnTo>
                  <a:lnTo>
                    <a:pt x="1814994" y="3146535"/>
                  </a:lnTo>
                  <a:lnTo>
                    <a:pt x="1815088" y="3146535"/>
                  </a:lnTo>
                  <a:lnTo>
                    <a:pt x="1815182" y="3146535"/>
                  </a:lnTo>
                  <a:lnTo>
                    <a:pt x="1815276" y="3146535"/>
                  </a:lnTo>
                  <a:lnTo>
                    <a:pt x="1815370" y="3146535"/>
                  </a:lnTo>
                  <a:lnTo>
                    <a:pt x="1815464" y="3146535"/>
                  </a:lnTo>
                  <a:lnTo>
                    <a:pt x="1815558" y="3146535"/>
                  </a:lnTo>
                  <a:lnTo>
                    <a:pt x="1815652" y="3146535"/>
                  </a:lnTo>
                  <a:lnTo>
                    <a:pt x="1815746" y="3146535"/>
                  </a:lnTo>
                  <a:lnTo>
                    <a:pt x="1815840" y="3146535"/>
                  </a:lnTo>
                  <a:lnTo>
                    <a:pt x="1815934" y="3146535"/>
                  </a:lnTo>
                  <a:lnTo>
                    <a:pt x="1816028" y="3146535"/>
                  </a:lnTo>
                  <a:lnTo>
                    <a:pt x="1816122" y="3146535"/>
                  </a:lnTo>
                  <a:lnTo>
                    <a:pt x="1816216" y="3146535"/>
                  </a:lnTo>
                  <a:lnTo>
                    <a:pt x="1816310" y="3146535"/>
                  </a:lnTo>
                  <a:lnTo>
                    <a:pt x="1816404" y="3146535"/>
                  </a:lnTo>
                  <a:lnTo>
                    <a:pt x="1816498" y="3146535"/>
                  </a:lnTo>
                  <a:lnTo>
                    <a:pt x="1816592" y="3146535"/>
                  </a:lnTo>
                  <a:lnTo>
                    <a:pt x="1816686" y="3146535"/>
                  </a:lnTo>
                  <a:lnTo>
                    <a:pt x="1816780" y="3146535"/>
                  </a:lnTo>
                  <a:lnTo>
                    <a:pt x="1816874" y="3146535"/>
                  </a:lnTo>
                  <a:lnTo>
                    <a:pt x="1816968" y="3146535"/>
                  </a:lnTo>
                  <a:lnTo>
                    <a:pt x="1817062" y="3146535"/>
                  </a:lnTo>
                  <a:lnTo>
                    <a:pt x="1817156" y="3146535"/>
                  </a:lnTo>
                  <a:lnTo>
                    <a:pt x="1817250" y="3146535"/>
                  </a:lnTo>
                  <a:lnTo>
                    <a:pt x="1817344" y="3146535"/>
                  </a:lnTo>
                  <a:lnTo>
                    <a:pt x="1817438" y="3146535"/>
                  </a:lnTo>
                  <a:lnTo>
                    <a:pt x="1817532" y="3146535"/>
                  </a:lnTo>
                  <a:lnTo>
                    <a:pt x="1817626" y="3146535"/>
                  </a:lnTo>
                  <a:lnTo>
                    <a:pt x="1817720" y="3146535"/>
                  </a:lnTo>
                  <a:lnTo>
                    <a:pt x="1817814" y="3146535"/>
                  </a:lnTo>
                  <a:lnTo>
                    <a:pt x="1817908" y="3146535"/>
                  </a:lnTo>
                  <a:lnTo>
                    <a:pt x="1818002" y="3146535"/>
                  </a:lnTo>
                  <a:lnTo>
                    <a:pt x="1818096" y="3146535"/>
                  </a:lnTo>
                  <a:lnTo>
                    <a:pt x="1818191" y="3146535"/>
                  </a:lnTo>
                  <a:lnTo>
                    <a:pt x="1818285" y="3146535"/>
                  </a:lnTo>
                  <a:lnTo>
                    <a:pt x="1818379" y="3146535"/>
                  </a:lnTo>
                  <a:lnTo>
                    <a:pt x="1818473" y="3146535"/>
                  </a:lnTo>
                  <a:lnTo>
                    <a:pt x="1818567" y="3146535"/>
                  </a:lnTo>
                  <a:lnTo>
                    <a:pt x="1818661" y="3146535"/>
                  </a:lnTo>
                  <a:lnTo>
                    <a:pt x="1818755" y="3146535"/>
                  </a:lnTo>
                  <a:lnTo>
                    <a:pt x="1818849" y="3146535"/>
                  </a:lnTo>
                  <a:lnTo>
                    <a:pt x="1818943" y="3146535"/>
                  </a:lnTo>
                  <a:lnTo>
                    <a:pt x="1819037" y="3146535"/>
                  </a:lnTo>
                  <a:lnTo>
                    <a:pt x="1819131" y="3146535"/>
                  </a:lnTo>
                  <a:lnTo>
                    <a:pt x="1819225" y="3146535"/>
                  </a:lnTo>
                  <a:lnTo>
                    <a:pt x="1819319" y="3146535"/>
                  </a:lnTo>
                  <a:lnTo>
                    <a:pt x="1819413" y="3146535"/>
                  </a:lnTo>
                  <a:lnTo>
                    <a:pt x="1819507" y="3146535"/>
                  </a:lnTo>
                  <a:lnTo>
                    <a:pt x="1819601" y="3146535"/>
                  </a:lnTo>
                  <a:lnTo>
                    <a:pt x="1819695" y="3146535"/>
                  </a:lnTo>
                  <a:lnTo>
                    <a:pt x="1819789" y="3146535"/>
                  </a:lnTo>
                  <a:lnTo>
                    <a:pt x="1819883" y="3146535"/>
                  </a:lnTo>
                  <a:lnTo>
                    <a:pt x="1819977" y="3146535"/>
                  </a:lnTo>
                  <a:lnTo>
                    <a:pt x="1820071" y="3146535"/>
                  </a:lnTo>
                  <a:lnTo>
                    <a:pt x="1820165" y="3146535"/>
                  </a:lnTo>
                  <a:lnTo>
                    <a:pt x="1820259" y="3146535"/>
                  </a:lnTo>
                  <a:lnTo>
                    <a:pt x="1820353" y="3146535"/>
                  </a:lnTo>
                  <a:lnTo>
                    <a:pt x="1820447" y="3146535"/>
                  </a:lnTo>
                  <a:lnTo>
                    <a:pt x="1820541" y="3146535"/>
                  </a:lnTo>
                  <a:lnTo>
                    <a:pt x="1820635" y="3146535"/>
                  </a:lnTo>
                  <a:lnTo>
                    <a:pt x="1820729" y="3146535"/>
                  </a:lnTo>
                  <a:lnTo>
                    <a:pt x="1820823" y="3146535"/>
                  </a:lnTo>
                  <a:lnTo>
                    <a:pt x="1820917" y="3146535"/>
                  </a:lnTo>
                  <a:lnTo>
                    <a:pt x="1821011" y="3146535"/>
                  </a:lnTo>
                  <a:lnTo>
                    <a:pt x="1821105" y="3146535"/>
                  </a:lnTo>
                  <a:lnTo>
                    <a:pt x="1821199" y="3146535"/>
                  </a:lnTo>
                  <a:lnTo>
                    <a:pt x="1821293" y="3146535"/>
                  </a:lnTo>
                  <a:lnTo>
                    <a:pt x="1821387" y="3146535"/>
                  </a:lnTo>
                  <a:lnTo>
                    <a:pt x="1821481" y="3146535"/>
                  </a:lnTo>
                  <a:lnTo>
                    <a:pt x="1821575" y="3146535"/>
                  </a:lnTo>
                  <a:lnTo>
                    <a:pt x="1821669" y="3146535"/>
                  </a:lnTo>
                  <a:lnTo>
                    <a:pt x="1821764" y="3146535"/>
                  </a:lnTo>
                  <a:lnTo>
                    <a:pt x="1821858" y="3146535"/>
                  </a:lnTo>
                  <a:lnTo>
                    <a:pt x="1821952" y="3146535"/>
                  </a:lnTo>
                  <a:lnTo>
                    <a:pt x="1822046" y="3146535"/>
                  </a:lnTo>
                  <a:lnTo>
                    <a:pt x="1822140" y="3146535"/>
                  </a:lnTo>
                  <a:lnTo>
                    <a:pt x="1822234" y="3146535"/>
                  </a:lnTo>
                  <a:lnTo>
                    <a:pt x="1822328" y="3146535"/>
                  </a:lnTo>
                  <a:lnTo>
                    <a:pt x="1822422" y="3146535"/>
                  </a:lnTo>
                  <a:lnTo>
                    <a:pt x="1822516" y="3146535"/>
                  </a:lnTo>
                  <a:lnTo>
                    <a:pt x="1822610" y="3146535"/>
                  </a:lnTo>
                  <a:lnTo>
                    <a:pt x="1822704" y="3146535"/>
                  </a:lnTo>
                  <a:lnTo>
                    <a:pt x="1822798" y="3146535"/>
                  </a:lnTo>
                  <a:lnTo>
                    <a:pt x="1822892" y="3146535"/>
                  </a:lnTo>
                  <a:lnTo>
                    <a:pt x="1822986" y="3146535"/>
                  </a:lnTo>
                  <a:lnTo>
                    <a:pt x="1823080" y="3146535"/>
                  </a:lnTo>
                  <a:lnTo>
                    <a:pt x="1823174" y="3146535"/>
                  </a:lnTo>
                  <a:lnTo>
                    <a:pt x="1823268" y="3146535"/>
                  </a:lnTo>
                  <a:lnTo>
                    <a:pt x="1823362" y="3146535"/>
                  </a:lnTo>
                  <a:lnTo>
                    <a:pt x="1823456" y="3146535"/>
                  </a:lnTo>
                  <a:lnTo>
                    <a:pt x="1823550" y="3146535"/>
                  </a:lnTo>
                  <a:lnTo>
                    <a:pt x="1823644" y="3146535"/>
                  </a:lnTo>
                  <a:lnTo>
                    <a:pt x="1823738" y="3146535"/>
                  </a:lnTo>
                  <a:lnTo>
                    <a:pt x="1823832" y="3146535"/>
                  </a:lnTo>
                  <a:lnTo>
                    <a:pt x="1823926" y="3146535"/>
                  </a:lnTo>
                  <a:lnTo>
                    <a:pt x="1824020" y="3146535"/>
                  </a:lnTo>
                  <a:lnTo>
                    <a:pt x="1824114" y="3146535"/>
                  </a:lnTo>
                  <a:lnTo>
                    <a:pt x="1824208" y="3146535"/>
                  </a:lnTo>
                  <a:lnTo>
                    <a:pt x="1824302" y="3146535"/>
                  </a:lnTo>
                  <a:lnTo>
                    <a:pt x="1824396" y="3146535"/>
                  </a:lnTo>
                  <a:lnTo>
                    <a:pt x="1824490" y="3146535"/>
                  </a:lnTo>
                  <a:lnTo>
                    <a:pt x="1824584" y="3146535"/>
                  </a:lnTo>
                  <a:lnTo>
                    <a:pt x="1824678" y="3146535"/>
                  </a:lnTo>
                  <a:lnTo>
                    <a:pt x="1824678" y="3141255"/>
                  </a:lnTo>
                  <a:lnTo>
                    <a:pt x="1824772" y="3141255"/>
                  </a:lnTo>
                  <a:lnTo>
                    <a:pt x="1824866" y="3141255"/>
                  </a:lnTo>
                  <a:lnTo>
                    <a:pt x="1824960" y="3141255"/>
                  </a:lnTo>
                  <a:lnTo>
                    <a:pt x="1825054" y="3141255"/>
                  </a:lnTo>
                  <a:lnTo>
                    <a:pt x="1825148" y="3141255"/>
                  </a:lnTo>
                  <a:lnTo>
                    <a:pt x="1825242" y="3141255"/>
                  </a:lnTo>
                  <a:lnTo>
                    <a:pt x="1825337" y="3141255"/>
                  </a:lnTo>
                  <a:lnTo>
                    <a:pt x="1825431" y="3141255"/>
                  </a:lnTo>
                  <a:lnTo>
                    <a:pt x="1825525" y="3141255"/>
                  </a:lnTo>
                  <a:lnTo>
                    <a:pt x="1825619" y="3141255"/>
                  </a:lnTo>
                  <a:lnTo>
                    <a:pt x="1825713" y="3141255"/>
                  </a:lnTo>
                  <a:lnTo>
                    <a:pt x="1825807" y="3141255"/>
                  </a:lnTo>
                  <a:lnTo>
                    <a:pt x="1825901" y="3141255"/>
                  </a:lnTo>
                  <a:lnTo>
                    <a:pt x="1825995" y="3141255"/>
                  </a:lnTo>
                  <a:lnTo>
                    <a:pt x="1826089" y="3141255"/>
                  </a:lnTo>
                  <a:lnTo>
                    <a:pt x="1826183" y="3141255"/>
                  </a:lnTo>
                  <a:lnTo>
                    <a:pt x="1826277" y="3141255"/>
                  </a:lnTo>
                  <a:lnTo>
                    <a:pt x="1826371" y="3141255"/>
                  </a:lnTo>
                  <a:lnTo>
                    <a:pt x="1826465" y="3141255"/>
                  </a:lnTo>
                  <a:lnTo>
                    <a:pt x="1826559" y="3141255"/>
                  </a:lnTo>
                  <a:lnTo>
                    <a:pt x="1826653" y="3141255"/>
                  </a:lnTo>
                  <a:lnTo>
                    <a:pt x="1826747" y="3141255"/>
                  </a:lnTo>
                  <a:lnTo>
                    <a:pt x="1826841" y="3141255"/>
                  </a:lnTo>
                  <a:lnTo>
                    <a:pt x="1826935" y="3141255"/>
                  </a:lnTo>
                  <a:lnTo>
                    <a:pt x="1827029" y="3141255"/>
                  </a:lnTo>
                  <a:lnTo>
                    <a:pt x="1827123" y="3141255"/>
                  </a:lnTo>
                  <a:lnTo>
                    <a:pt x="1827217" y="3141255"/>
                  </a:lnTo>
                  <a:lnTo>
                    <a:pt x="1827311" y="3141255"/>
                  </a:lnTo>
                  <a:lnTo>
                    <a:pt x="1827405" y="3141255"/>
                  </a:lnTo>
                  <a:lnTo>
                    <a:pt x="1827499" y="3141255"/>
                  </a:lnTo>
                  <a:lnTo>
                    <a:pt x="1827593" y="3141255"/>
                  </a:lnTo>
                  <a:lnTo>
                    <a:pt x="1827687" y="3141255"/>
                  </a:lnTo>
                  <a:lnTo>
                    <a:pt x="1827781" y="3141255"/>
                  </a:lnTo>
                  <a:lnTo>
                    <a:pt x="1827875" y="3141255"/>
                  </a:lnTo>
                  <a:lnTo>
                    <a:pt x="1827969" y="3141255"/>
                  </a:lnTo>
                  <a:lnTo>
                    <a:pt x="1828063" y="3141255"/>
                  </a:lnTo>
                  <a:lnTo>
                    <a:pt x="1828063" y="3135976"/>
                  </a:lnTo>
                  <a:lnTo>
                    <a:pt x="1828157" y="3135976"/>
                  </a:lnTo>
                  <a:lnTo>
                    <a:pt x="1828251" y="3135976"/>
                  </a:lnTo>
                  <a:lnTo>
                    <a:pt x="1828345" y="3135976"/>
                  </a:lnTo>
                  <a:lnTo>
                    <a:pt x="1828439" y="3135976"/>
                  </a:lnTo>
                  <a:lnTo>
                    <a:pt x="1828533" y="3135976"/>
                  </a:lnTo>
                  <a:lnTo>
                    <a:pt x="1828627" y="3135976"/>
                  </a:lnTo>
                  <a:lnTo>
                    <a:pt x="1828721" y="3135976"/>
                  </a:lnTo>
                  <a:lnTo>
                    <a:pt x="1828816" y="3135976"/>
                  </a:lnTo>
                  <a:lnTo>
                    <a:pt x="1828910" y="3135976"/>
                  </a:lnTo>
                  <a:lnTo>
                    <a:pt x="1829004" y="3135976"/>
                  </a:lnTo>
                  <a:lnTo>
                    <a:pt x="1829098" y="3135976"/>
                  </a:lnTo>
                  <a:lnTo>
                    <a:pt x="1829192" y="3135976"/>
                  </a:lnTo>
                  <a:lnTo>
                    <a:pt x="1829286" y="3135976"/>
                  </a:lnTo>
                  <a:lnTo>
                    <a:pt x="1829380" y="3135976"/>
                  </a:lnTo>
                  <a:lnTo>
                    <a:pt x="1829474" y="3135976"/>
                  </a:lnTo>
                  <a:lnTo>
                    <a:pt x="1829568" y="3135976"/>
                  </a:lnTo>
                  <a:lnTo>
                    <a:pt x="1829662" y="3135976"/>
                  </a:lnTo>
                  <a:lnTo>
                    <a:pt x="1829756" y="3135976"/>
                  </a:lnTo>
                  <a:lnTo>
                    <a:pt x="1829850" y="3135976"/>
                  </a:lnTo>
                  <a:lnTo>
                    <a:pt x="1829944" y="3135976"/>
                  </a:lnTo>
                  <a:lnTo>
                    <a:pt x="1830038" y="3135976"/>
                  </a:lnTo>
                  <a:lnTo>
                    <a:pt x="1830132" y="3135976"/>
                  </a:lnTo>
                  <a:lnTo>
                    <a:pt x="1830226" y="3135976"/>
                  </a:lnTo>
                  <a:lnTo>
                    <a:pt x="1830320" y="3135976"/>
                  </a:lnTo>
                  <a:lnTo>
                    <a:pt x="1830414" y="3135976"/>
                  </a:lnTo>
                  <a:lnTo>
                    <a:pt x="1830508" y="3135976"/>
                  </a:lnTo>
                  <a:lnTo>
                    <a:pt x="1830508" y="3130696"/>
                  </a:lnTo>
                  <a:lnTo>
                    <a:pt x="1830602" y="3130696"/>
                  </a:lnTo>
                  <a:lnTo>
                    <a:pt x="1830696" y="3130696"/>
                  </a:lnTo>
                  <a:lnTo>
                    <a:pt x="1830790" y="3130696"/>
                  </a:lnTo>
                  <a:lnTo>
                    <a:pt x="1830884" y="3130696"/>
                  </a:lnTo>
                  <a:lnTo>
                    <a:pt x="1830978" y="3130696"/>
                  </a:lnTo>
                  <a:lnTo>
                    <a:pt x="1831072" y="3130696"/>
                  </a:lnTo>
                  <a:lnTo>
                    <a:pt x="1831166" y="3130696"/>
                  </a:lnTo>
                  <a:lnTo>
                    <a:pt x="1831260" y="3130696"/>
                  </a:lnTo>
                  <a:lnTo>
                    <a:pt x="1831354" y="3130696"/>
                  </a:lnTo>
                  <a:lnTo>
                    <a:pt x="1831448" y="3130696"/>
                  </a:lnTo>
                  <a:lnTo>
                    <a:pt x="1831542" y="3130696"/>
                  </a:lnTo>
                  <a:lnTo>
                    <a:pt x="1831636" y="3130696"/>
                  </a:lnTo>
                  <a:lnTo>
                    <a:pt x="1831730" y="3130696"/>
                  </a:lnTo>
                  <a:lnTo>
                    <a:pt x="1831730" y="3125417"/>
                  </a:lnTo>
                  <a:lnTo>
                    <a:pt x="1831824" y="3125417"/>
                  </a:lnTo>
                  <a:lnTo>
                    <a:pt x="1831918" y="3125417"/>
                  </a:lnTo>
                  <a:lnTo>
                    <a:pt x="1831918" y="3120138"/>
                  </a:lnTo>
                  <a:lnTo>
                    <a:pt x="1832012" y="3120138"/>
                  </a:lnTo>
                  <a:lnTo>
                    <a:pt x="1832106" y="3120138"/>
                  </a:lnTo>
                  <a:lnTo>
                    <a:pt x="1832200" y="3120138"/>
                  </a:lnTo>
                  <a:lnTo>
                    <a:pt x="1832294" y="3120138"/>
                  </a:lnTo>
                  <a:lnTo>
                    <a:pt x="1832389" y="3120138"/>
                  </a:lnTo>
                  <a:lnTo>
                    <a:pt x="1832483" y="3120138"/>
                  </a:lnTo>
                  <a:lnTo>
                    <a:pt x="1832577" y="3120138"/>
                  </a:lnTo>
                  <a:lnTo>
                    <a:pt x="1832671" y="3120138"/>
                  </a:lnTo>
                  <a:lnTo>
                    <a:pt x="1832765" y="3120138"/>
                  </a:lnTo>
                  <a:lnTo>
                    <a:pt x="1832859" y="3120138"/>
                  </a:lnTo>
                  <a:lnTo>
                    <a:pt x="1832953" y="3120138"/>
                  </a:lnTo>
                  <a:lnTo>
                    <a:pt x="1833047" y="3120138"/>
                  </a:lnTo>
                  <a:lnTo>
                    <a:pt x="1833141" y="3120138"/>
                  </a:lnTo>
                  <a:lnTo>
                    <a:pt x="1833235" y="3120138"/>
                  </a:lnTo>
                  <a:lnTo>
                    <a:pt x="1833329" y="3120138"/>
                  </a:lnTo>
                  <a:lnTo>
                    <a:pt x="1833423" y="3120138"/>
                  </a:lnTo>
                  <a:lnTo>
                    <a:pt x="1833517" y="3120138"/>
                  </a:lnTo>
                  <a:lnTo>
                    <a:pt x="1833611" y="3120138"/>
                  </a:lnTo>
                  <a:lnTo>
                    <a:pt x="1833705" y="3120138"/>
                  </a:lnTo>
                  <a:lnTo>
                    <a:pt x="1833799" y="3120138"/>
                  </a:lnTo>
                  <a:lnTo>
                    <a:pt x="1833893" y="3120138"/>
                  </a:lnTo>
                  <a:lnTo>
                    <a:pt x="1833987" y="3120138"/>
                  </a:lnTo>
                  <a:lnTo>
                    <a:pt x="1834081" y="3120138"/>
                  </a:lnTo>
                  <a:lnTo>
                    <a:pt x="1834175" y="3120138"/>
                  </a:lnTo>
                  <a:lnTo>
                    <a:pt x="1834269" y="3120138"/>
                  </a:lnTo>
                  <a:lnTo>
                    <a:pt x="1834363" y="3120138"/>
                  </a:lnTo>
                  <a:lnTo>
                    <a:pt x="1834457" y="3120138"/>
                  </a:lnTo>
                  <a:lnTo>
                    <a:pt x="1834551" y="3120138"/>
                  </a:lnTo>
                  <a:lnTo>
                    <a:pt x="1834645" y="3120138"/>
                  </a:lnTo>
                  <a:lnTo>
                    <a:pt x="1834739" y="3120138"/>
                  </a:lnTo>
                  <a:lnTo>
                    <a:pt x="1834833" y="3120138"/>
                  </a:lnTo>
                  <a:lnTo>
                    <a:pt x="1834927" y="3120138"/>
                  </a:lnTo>
                  <a:lnTo>
                    <a:pt x="1835021" y="3120138"/>
                  </a:lnTo>
                  <a:lnTo>
                    <a:pt x="1835115" y="3120138"/>
                  </a:lnTo>
                  <a:lnTo>
                    <a:pt x="1835209" y="3120138"/>
                  </a:lnTo>
                  <a:lnTo>
                    <a:pt x="1835303" y="3120138"/>
                  </a:lnTo>
                  <a:lnTo>
                    <a:pt x="1835397" y="3120138"/>
                  </a:lnTo>
                  <a:lnTo>
                    <a:pt x="1835491" y="3120138"/>
                  </a:lnTo>
                  <a:lnTo>
                    <a:pt x="1835585" y="3120138"/>
                  </a:lnTo>
                  <a:lnTo>
                    <a:pt x="1835679" y="3120138"/>
                  </a:lnTo>
                  <a:lnTo>
                    <a:pt x="1835773" y="3120138"/>
                  </a:lnTo>
                  <a:lnTo>
                    <a:pt x="1835867" y="3120138"/>
                  </a:lnTo>
                  <a:lnTo>
                    <a:pt x="1835962" y="3120138"/>
                  </a:lnTo>
                  <a:lnTo>
                    <a:pt x="1836056" y="3120138"/>
                  </a:lnTo>
                  <a:lnTo>
                    <a:pt x="1836150" y="3120138"/>
                  </a:lnTo>
                  <a:lnTo>
                    <a:pt x="1836244" y="3120138"/>
                  </a:lnTo>
                  <a:lnTo>
                    <a:pt x="1836338" y="3120138"/>
                  </a:lnTo>
                  <a:lnTo>
                    <a:pt x="1836432" y="3120138"/>
                  </a:lnTo>
                  <a:lnTo>
                    <a:pt x="1836526" y="3120138"/>
                  </a:lnTo>
                  <a:lnTo>
                    <a:pt x="1836620" y="3120138"/>
                  </a:lnTo>
                  <a:lnTo>
                    <a:pt x="1836714" y="3120138"/>
                  </a:lnTo>
                  <a:lnTo>
                    <a:pt x="1836808" y="3120138"/>
                  </a:lnTo>
                  <a:lnTo>
                    <a:pt x="1836902" y="3120138"/>
                  </a:lnTo>
                  <a:lnTo>
                    <a:pt x="1836996" y="3120138"/>
                  </a:lnTo>
                  <a:lnTo>
                    <a:pt x="1837090" y="3120138"/>
                  </a:lnTo>
                  <a:lnTo>
                    <a:pt x="1837184" y="3120138"/>
                  </a:lnTo>
                  <a:lnTo>
                    <a:pt x="1837278" y="3120138"/>
                  </a:lnTo>
                  <a:lnTo>
                    <a:pt x="1837372" y="3120138"/>
                  </a:lnTo>
                  <a:lnTo>
                    <a:pt x="1837466" y="3120138"/>
                  </a:lnTo>
                  <a:lnTo>
                    <a:pt x="1837560" y="3120138"/>
                  </a:lnTo>
                  <a:lnTo>
                    <a:pt x="1837654" y="3120138"/>
                  </a:lnTo>
                  <a:lnTo>
                    <a:pt x="1837748" y="3120138"/>
                  </a:lnTo>
                  <a:lnTo>
                    <a:pt x="1837842" y="3120138"/>
                  </a:lnTo>
                  <a:lnTo>
                    <a:pt x="1837936" y="3120138"/>
                  </a:lnTo>
                  <a:lnTo>
                    <a:pt x="1838030" y="3120138"/>
                  </a:lnTo>
                  <a:lnTo>
                    <a:pt x="1838124" y="3120138"/>
                  </a:lnTo>
                  <a:lnTo>
                    <a:pt x="1838218" y="3120138"/>
                  </a:lnTo>
                  <a:lnTo>
                    <a:pt x="1838312" y="3120138"/>
                  </a:lnTo>
                  <a:lnTo>
                    <a:pt x="1838406" y="3120138"/>
                  </a:lnTo>
                  <a:lnTo>
                    <a:pt x="1838500" y="3120138"/>
                  </a:lnTo>
                  <a:lnTo>
                    <a:pt x="1838594" y="3120138"/>
                  </a:lnTo>
                  <a:lnTo>
                    <a:pt x="1838688" y="3120138"/>
                  </a:lnTo>
                  <a:lnTo>
                    <a:pt x="1838782" y="3120138"/>
                  </a:lnTo>
                  <a:lnTo>
                    <a:pt x="1838876" y="3120138"/>
                  </a:lnTo>
                  <a:lnTo>
                    <a:pt x="1838970" y="3120138"/>
                  </a:lnTo>
                  <a:lnTo>
                    <a:pt x="1839064" y="3120138"/>
                  </a:lnTo>
                  <a:lnTo>
                    <a:pt x="1839158" y="3120138"/>
                  </a:lnTo>
                  <a:lnTo>
                    <a:pt x="1839252" y="3120138"/>
                  </a:lnTo>
                  <a:lnTo>
                    <a:pt x="1839346" y="3120138"/>
                  </a:lnTo>
                  <a:lnTo>
                    <a:pt x="1839441" y="3120138"/>
                  </a:lnTo>
                  <a:lnTo>
                    <a:pt x="1839535" y="3120138"/>
                  </a:lnTo>
                  <a:lnTo>
                    <a:pt x="1839629" y="3120138"/>
                  </a:lnTo>
                  <a:lnTo>
                    <a:pt x="1839723" y="3120138"/>
                  </a:lnTo>
                  <a:lnTo>
                    <a:pt x="1839817" y="3120138"/>
                  </a:lnTo>
                  <a:lnTo>
                    <a:pt x="1839911" y="3120138"/>
                  </a:lnTo>
                  <a:lnTo>
                    <a:pt x="1840005" y="3120138"/>
                  </a:lnTo>
                  <a:lnTo>
                    <a:pt x="1840099" y="3120138"/>
                  </a:lnTo>
                  <a:lnTo>
                    <a:pt x="1840193" y="3120138"/>
                  </a:lnTo>
                  <a:lnTo>
                    <a:pt x="1840287" y="3120138"/>
                  </a:lnTo>
                  <a:lnTo>
                    <a:pt x="1840381" y="3120138"/>
                  </a:lnTo>
                  <a:lnTo>
                    <a:pt x="1840475" y="3120138"/>
                  </a:lnTo>
                  <a:lnTo>
                    <a:pt x="1840569" y="3120138"/>
                  </a:lnTo>
                  <a:lnTo>
                    <a:pt x="1840663" y="3120138"/>
                  </a:lnTo>
                  <a:lnTo>
                    <a:pt x="1840757" y="3120138"/>
                  </a:lnTo>
                  <a:lnTo>
                    <a:pt x="1840851" y="3120138"/>
                  </a:lnTo>
                  <a:lnTo>
                    <a:pt x="1840945" y="3120138"/>
                  </a:lnTo>
                  <a:lnTo>
                    <a:pt x="1841039" y="3120138"/>
                  </a:lnTo>
                  <a:lnTo>
                    <a:pt x="1841133" y="3120138"/>
                  </a:lnTo>
                  <a:lnTo>
                    <a:pt x="1841227" y="3120138"/>
                  </a:lnTo>
                  <a:lnTo>
                    <a:pt x="1841321" y="3120138"/>
                  </a:lnTo>
                  <a:lnTo>
                    <a:pt x="1841415" y="3120138"/>
                  </a:lnTo>
                  <a:lnTo>
                    <a:pt x="1841509" y="3120138"/>
                  </a:lnTo>
                  <a:lnTo>
                    <a:pt x="1841603" y="3120138"/>
                  </a:lnTo>
                  <a:lnTo>
                    <a:pt x="1841697" y="3120138"/>
                  </a:lnTo>
                  <a:lnTo>
                    <a:pt x="1841791" y="3120138"/>
                  </a:lnTo>
                  <a:lnTo>
                    <a:pt x="1841885" y="3120138"/>
                  </a:lnTo>
                  <a:lnTo>
                    <a:pt x="1841979" y="3120138"/>
                  </a:lnTo>
                  <a:lnTo>
                    <a:pt x="1842073" y="3120138"/>
                  </a:lnTo>
                  <a:lnTo>
                    <a:pt x="1842167" y="3120138"/>
                  </a:lnTo>
                  <a:lnTo>
                    <a:pt x="1842261" y="3120138"/>
                  </a:lnTo>
                  <a:lnTo>
                    <a:pt x="1842355" y="3120138"/>
                  </a:lnTo>
                  <a:lnTo>
                    <a:pt x="1842449" y="3120138"/>
                  </a:lnTo>
                  <a:lnTo>
                    <a:pt x="1842543" y="3120138"/>
                  </a:lnTo>
                  <a:lnTo>
                    <a:pt x="1842637" y="3120138"/>
                  </a:lnTo>
                  <a:lnTo>
                    <a:pt x="1842731" y="3120138"/>
                  </a:lnTo>
                  <a:lnTo>
                    <a:pt x="1842825" y="3120138"/>
                  </a:lnTo>
                  <a:lnTo>
                    <a:pt x="1842919" y="3120138"/>
                  </a:lnTo>
                  <a:lnTo>
                    <a:pt x="1843014" y="3120138"/>
                  </a:lnTo>
                  <a:lnTo>
                    <a:pt x="1843014" y="3114858"/>
                  </a:lnTo>
                  <a:lnTo>
                    <a:pt x="1843108" y="3114858"/>
                  </a:lnTo>
                  <a:lnTo>
                    <a:pt x="1843202" y="3114858"/>
                  </a:lnTo>
                  <a:lnTo>
                    <a:pt x="1843296" y="3114858"/>
                  </a:lnTo>
                  <a:lnTo>
                    <a:pt x="1843390" y="3114858"/>
                  </a:lnTo>
                  <a:lnTo>
                    <a:pt x="1843484" y="3114858"/>
                  </a:lnTo>
                  <a:lnTo>
                    <a:pt x="1843578" y="3114858"/>
                  </a:lnTo>
                  <a:lnTo>
                    <a:pt x="1843672" y="3114858"/>
                  </a:lnTo>
                  <a:lnTo>
                    <a:pt x="1843766" y="3114858"/>
                  </a:lnTo>
                  <a:lnTo>
                    <a:pt x="1843860" y="3114858"/>
                  </a:lnTo>
                  <a:lnTo>
                    <a:pt x="1843954" y="3114858"/>
                  </a:lnTo>
                  <a:lnTo>
                    <a:pt x="1844048" y="3114858"/>
                  </a:lnTo>
                  <a:lnTo>
                    <a:pt x="1844142" y="3114858"/>
                  </a:lnTo>
                  <a:lnTo>
                    <a:pt x="1844236" y="3114858"/>
                  </a:lnTo>
                  <a:lnTo>
                    <a:pt x="1844330" y="3114858"/>
                  </a:lnTo>
                  <a:lnTo>
                    <a:pt x="1844424" y="3114858"/>
                  </a:lnTo>
                  <a:lnTo>
                    <a:pt x="1844518" y="3114858"/>
                  </a:lnTo>
                  <a:lnTo>
                    <a:pt x="1844612" y="3114858"/>
                  </a:lnTo>
                  <a:lnTo>
                    <a:pt x="1844706" y="3114858"/>
                  </a:lnTo>
                  <a:lnTo>
                    <a:pt x="1844800" y="3114858"/>
                  </a:lnTo>
                  <a:lnTo>
                    <a:pt x="1844894" y="3114858"/>
                  </a:lnTo>
                  <a:lnTo>
                    <a:pt x="1844988" y="3114858"/>
                  </a:lnTo>
                  <a:lnTo>
                    <a:pt x="1845082" y="3114858"/>
                  </a:lnTo>
                  <a:lnTo>
                    <a:pt x="1845176" y="3114858"/>
                  </a:lnTo>
                  <a:lnTo>
                    <a:pt x="1845270" y="3114858"/>
                  </a:lnTo>
                  <a:lnTo>
                    <a:pt x="1845364" y="3114858"/>
                  </a:lnTo>
                  <a:lnTo>
                    <a:pt x="1845458" y="3114858"/>
                  </a:lnTo>
                  <a:lnTo>
                    <a:pt x="1845552" y="3114858"/>
                  </a:lnTo>
                  <a:lnTo>
                    <a:pt x="1845646" y="3114858"/>
                  </a:lnTo>
                  <a:lnTo>
                    <a:pt x="1845740" y="3114858"/>
                  </a:lnTo>
                  <a:lnTo>
                    <a:pt x="1845834" y="3114858"/>
                  </a:lnTo>
                  <a:lnTo>
                    <a:pt x="1845928" y="3114858"/>
                  </a:lnTo>
                  <a:lnTo>
                    <a:pt x="1846022" y="3114858"/>
                  </a:lnTo>
                  <a:lnTo>
                    <a:pt x="1846116" y="3114858"/>
                  </a:lnTo>
                  <a:lnTo>
                    <a:pt x="1846210" y="3114858"/>
                  </a:lnTo>
                  <a:lnTo>
                    <a:pt x="1846304" y="3114858"/>
                  </a:lnTo>
                  <a:lnTo>
                    <a:pt x="1846398" y="3114858"/>
                  </a:lnTo>
                  <a:lnTo>
                    <a:pt x="1846492" y="3114858"/>
                  </a:lnTo>
                  <a:lnTo>
                    <a:pt x="1846587" y="3114858"/>
                  </a:lnTo>
                  <a:lnTo>
                    <a:pt x="1846681" y="3114858"/>
                  </a:lnTo>
                  <a:lnTo>
                    <a:pt x="1846775" y="3114858"/>
                  </a:lnTo>
                  <a:lnTo>
                    <a:pt x="1846869" y="3114858"/>
                  </a:lnTo>
                  <a:lnTo>
                    <a:pt x="1846963" y="3114858"/>
                  </a:lnTo>
                  <a:lnTo>
                    <a:pt x="1847057" y="3114858"/>
                  </a:lnTo>
                  <a:lnTo>
                    <a:pt x="1847151" y="3114858"/>
                  </a:lnTo>
                  <a:lnTo>
                    <a:pt x="1847245" y="3114858"/>
                  </a:lnTo>
                  <a:lnTo>
                    <a:pt x="1847339" y="3114858"/>
                  </a:lnTo>
                  <a:lnTo>
                    <a:pt x="1847433" y="3114858"/>
                  </a:lnTo>
                  <a:lnTo>
                    <a:pt x="1847527" y="3114858"/>
                  </a:lnTo>
                  <a:lnTo>
                    <a:pt x="1847621" y="3114858"/>
                  </a:lnTo>
                  <a:lnTo>
                    <a:pt x="1847715" y="3114858"/>
                  </a:lnTo>
                  <a:lnTo>
                    <a:pt x="1847809" y="3114858"/>
                  </a:lnTo>
                  <a:lnTo>
                    <a:pt x="1847903" y="3114858"/>
                  </a:lnTo>
                  <a:lnTo>
                    <a:pt x="1847997" y="3114858"/>
                  </a:lnTo>
                  <a:lnTo>
                    <a:pt x="1848091" y="3114858"/>
                  </a:lnTo>
                  <a:lnTo>
                    <a:pt x="1848185" y="3114858"/>
                  </a:lnTo>
                  <a:lnTo>
                    <a:pt x="1848279" y="3114858"/>
                  </a:lnTo>
                  <a:lnTo>
                    <a:pt x="1848373" y="3114858"/>
                  </a:lnTo>
                  <a:lnTo>
                    <a:pt x="1848467" y="3114858"/>
                  </a:lnTo>
                  <a:lnTo>
                    <a:pt x="1848561" y="3114858"/>
                  </a:lnTo>
                  <a:lnTo>
                    <a:pt x="1848655" y="3114858"/>
                  </a:lnTo>
                  <a:lnTo>
                    <a:pt x="1848749" y="3114858"/>
                  </a:lnTo>
                  <a:lnTo>
                    <a:pt x="1848843" y="3114858"/>
                  </a:lnTo>
                  <a:lnTo>
                    <a:pt x="1848937" y="3114858"/>
                  </a:lnTo>
                  <a:lnTo>
                    <a:pt x="1849031" y="3114858"/>
                  </a:lnTo>
                  <a:lnTo>
                    <a:pt x="1849125" y="3114858"/>
                  </a:lnTo>
                  <a:lnTo>
                    <a:pt x="1849219" y="3114858"/>
                  </a:lnTo>
                  <a:lnTo>
                    <a:pt x="1849313" y="3114858"/>
                  </a:lnTo>
                  <a:lnTo>
                    <a:pt x="1849313" y="3109579"/>
                  </a:lnTo>
                  <a:lnTo>
                    <a:pt x="1849407" y="3109579"/>
                  </a:lnTo>
                  <a:lnTo>
                    <a:pt x="1849407" y="3104299"/>
                  </a:lnTo>
                  <a:lnTo>
                    <a:pt x="1849501" y="3104299"/>
                  </a:lnTo>
                  <a:lnTo>
                    <a:pt x="1849595" y="3104299"/>
                  </a:lnTo>
                  <a:lnTo>
                    <a:pt x="1849689" y="3104299"/>
                  </a:lnTo>
                  <a:lnTo>
                    <a:pt x="1849783" y="3104299"/>
                  </a:lnTo>
                  <a:lnTo>
                    <a:pt x="1849877" y="3104299"/>
                  </a:lnTo>
                  <a:lnTo>
                    <a:pt x="1849971" y="3104299"/>
                  </a:lnTo>
                  <a:lnTo>
                    <a:pt x="1850066" y="3104299"/>
                  </a:lnTo>
                  <a:lnTo>
                    <a:pt x="1850160" y="3104299"/>
                  </a:lnTo>
                  <a:lnTo>
                    <a:pt x="1850254" y="3104299"/>
                  </a:lnTo>
                  <a:lnTo>
                    <a:pt x="1850348" y="3104299"/>
                  </a:lnTo>
                  <a:lnTo>
                    <a:pt x="1850442" y="3104299"/>
                  </a:lnTo>
                  <a:lnTo>
                    <a:pt x="1850536" y="3104299"/>
                  </a:lnTo>
                  <a:lnTo>
                    <a:pt x="1850536" y="3099020"/>
                  </a:lnTo>
                  <a:lnTo>
                    <a:pt x="1850630" y="3099020"/>
                  </a:lnTo>
                  <a:lnTo>
                    <a:pt x="1850724" y="3099020"/>
                  </a:lnTo>
                  <a:lnTo>
                    <a:pt x="1850818" y="3099020"/>
                  </a:lnTo>
                  <a:lnTo>
                    <a:pt x="1850912" y="3099020"/>
                  </a:lnTo>
                  <a:lnTo>
                    <a:pt x="1851006" y="3099020"/>
                  </a:lnTo>
                  <a:lnTo>
                    <a:pt x="1851100" y="3099020"/>
                  </a:lnTo>
                  <a:lnTo>
                    <a:pt x="1851194" y="3099020"/>
                  </a:lnTo>
                  <a:lnTo>
                    <a:pt x="1851288" y="3099020"/>
                  </a:lnTo>
                  <a:lnTo>
                    <a:pt x="1851382" y="3099020"/>
                  </a:lnTo>
                  <a:lnTo>
                    <a:pt x="1851476" y="3099020"/>
                  </a:lnTo>
                  <a:lnTo>
                    <a:pt x="1851570" y="3099020"/>
                  </a:lnTo>
                  <a:lnTo>
                    <a:pt x="1851664" y="3099020"/>
                  </a:lnTo>
                  <a:lnTo>
                    <a:pt x="1851758" y="3099020"/>
                  </a:lnTo>
                  <a:lnTo>
                    <a:pt x="1851852" y="3099020"/>
                  </a:lnTo>
                  <a:lnTo>
                    <a:pt x="1851946" y="3099020"/>
                  </a:lnTo>
                  <a:lnTo>
                    <a:pt x="1852040" y="3099020"/>
                  </a:lnTo>
                  <a:lnTo>
                    <a:pt x="1852134" y="3099020"/>
                  </a:lnTo>
                  <a:lnTo>
                    <a:pt x="1852228" y="3099020"/>
                  </a:lnTo>
                  <a:lnTo>
                    <a:pt x="1852322" y="3099020"/>
                  </a:lnTo>
                  <a:lnTo>
                    <a:pt x="1852416" y="3099020"/>
                  </a:lnTo>
                  <a:lnTo>
                    <a:pt x="1852510" y="3099020"/>
                  </a:lnTo>
                  <a:lnTo>
                    <a:pt x="1852604" y="3099020"/>
                  </a:lnTo>
                  <a:lnTo>
                    <a:pt x="1852698" y="3099020"/>
                  </a:lnTo>
                  <a:lnTo>
                    <a:pt x="1852792" y="3099020"/>
                  </a:lnTo>
                  <a:lnTo>
                    <a:pt x="1852886" y="3099020"/>
                  </a:lnTo>
                  <a:lnTo>
                    <a:pt x="1852980" y="3099020"/>
                  </a:lnTo>
                  <a:lnTo>
                    <a:pt x="1853074" y="3099020"/>
                  </a:lnTo>
                  <a:lnTo>
                    <a:pt x="1853168" y="3099020"/>
                  </a:lnTo>
                  <a:lnTo>
                    <a:pt x="1853262" y="3099020"/>
                  </a:lnTo>
                  <a:lnTo>
                    <a:pt x="1853356" y="3099020"/>
                  </a:lnTo>
                  <a:lnTo>
                    <a:pt x="1853450" y="3099020"/>
                  </a:lnTo>
                  <a:lnTo>
                    <a:pt x="1853544" y="3099020"/>
                  </a:lnTo>
                  <a:lnTo>
                    <a:pt x="1853639" y="3099020"/>
                  </a:lnTo>
                  <a:lnTo>
                    <a:pt x="1853733" y="3099020"/>
                  </a:lnTo>
                  <a:lnTo>
                    <a:pt x="1853827" y="3099020"/>
                  </a:lnTo>
                  <a:lnTo>
                    <a:pt x="1853921" y="3099020"/>
                  </a:lnTo>
                  <a:lnTo>
                    <a:pt x="1854015" y="3099020"/>
                  </a:lnTo>
                  <a:lnTo>
                    <a:pt x="1854109" y="3099020"/>
                  </a:lnTo>
                  <a:lnTo>
                    <a:pt x="1854203" y="3099020"/>
                  </a:lnTo>
                  <a:lnTo>
                    <a:pt x="1854297" y="3099020"/>
                  </a:lnTo>
                  <a:lnTo>
                    <a:pt x="1854391" y="3099020"/>
                  </a:lnTo>
                  <a:lnTo>
                    <a:pt x="1854485" y="3099020"/>
                  </a:lnTo>
                  <a:lnTo>
                    <a:pt x="1854579" y="3099020"/>
                  </a:lnTo>
                  <a:lnTo>
                    <a:pt x="1854673" y="3099020"/>
                  </a:lnTo>
                  <a:lnTo>
                    <a:pt x="1854767" y="3099020"/>
                  </a:lnTo>
                  <a:lnTo>
                    <a:pt x="1854861" y="3099020"/>
                  </a:lnTo>
                  <a:lnTo>
                    <a:pt x="1854955" y="3099020"/>
                  </a:lnTo>
                  <a:lnTo>
                    <a:pt x="1855049" y="3099020"/>
                  </a:lnTo>
                  <a:lnTo>
                    <a:pt x="1855143" y="3099020"/>
                  </a:lnTo>
                  <a:lnTo>
                    <a:pt x="1855237" y="3099020"/>
                  </a:lnTo>
                  <a:lnTo>
                    <a:pt x="1855331" y="3099020"/>
                  </a:lnTo>
                  <a:lnTo>
                    <a:pt x="1855425" y="3099020"/>
                  </a:lnTo>
                  <a:lnTo>
                    <a:pt x="1855519" y="3099020"/>
                  </a:lnTo>
                  <a:lnTo>
                    <a:pt x="1855613" y="3099020"/>
                  </a:lnTo>
                  <a:lnTo>
                    <a:pt x="1855707" y="3099020"/>
                  </a:lnTo>
                  <a:lnTo>
                    <a:pt x="1855801" y="3099020"/>
                  </a:lnTo>
                  <a:lnTo>
                    <a:pt x="1855895" y="3099020"/>
                  </a:lnTo>
                  <a:lnTo>
                    <a:pt x="1855989" y="3099020"/>
                  </a:lnTo>
                  <a:lnTo>
                    <a:pt x="1856083" y="3099020"/>
                  </a:lnTo>
                  <a:lnTo>
                    <a:pt x="1856177" y="3099020"/>
                  </a:lnTo>
                  <a:lnTo>
                    <a:pt x="1856271" y="3099020"/>
                  </a:lnTo>
                  <a:lnTo>
                    <a:pt x="1856365" y="3099020"/>
                  </a:lnTo>
                  <a:lnTo>
                    <a:pt x="1856459" y="3099020"/>
                  </a:lnTo>
                  <a:lnTo>
                    <a:pt x="1856553" y="3099020"/>
                  </a:lnTo>
                  <a:lnTo>
                    <a:pt x="1856647" y="3099020"/>
                  </a:lnTo>
                  <a:lnTo>
                    <a:pt x="1856741" y="3099020"/>
                  </a:lnTo>
                  <a:lnTo>
                    <a:pt x="1856835" y="3099020"/>
                  </a:lnTo>
                  <a:lnTo>
                    <a:pt x="1856929" y="3099020"/>
                  </a:lnTo>
                  <a:lnTo>
                    <a:pt x="1857023" y="3099020"/>
                  </a:lnTo>
                  <a:lnTo>
                    <a:pt x="1857117" y="3099020"/>
                  </a:lnTo>
                  <a:lnTo>
                    <a:pt x="1857212" y="3099020"/>
                  </a:lnTo>
                  <a:lnTo>
                    <a:pt x="1857306" y="3099020"/>
                  </a:lnTo>
                  <a:lnTo>
                    <a:pt x="1857400" y="3099020"/>
                  </a:lnTo>
                  <a:lnTo>
                    <a:pt x="1857494" y="3099020"/>
                  </a:lnTo>
                  <a:lnTo>
                    <a:pt x="1857588" y="3099020"/>
                  </a:lnTo>
                  <a:lnTo>
                    <a:pt x="1857682" y="3099020"/>
                  </a:lnTo>
                  <a:lnTo>
                    <a:pt x="1857776" y="3099020"/>
                  </a:lnTo>
                  <a:lnTo>
                    <a:pt x="1857870" y="3099020"/>
                  </a:lnTo>
                  <a:lnTo>
                    <a:pt x="1857964" y="3099020"/>
                  </a:lnTo>
                  <a:lnTo>
                    <a:pt x="1858058" y="3099020"/>
                  </a:lnTo>
                  <a:lnTo>
                    <a:pt x="1858152" y="3099020"/>
                  </a:lnTo>
                  <a:lnTo>
                    <a:pt x="1858246" y="3099020"/>
                  </a:lnTo>
                  <a:lnTo>
                    <a:pt x="1858340" y="3099020"/>
                  </a:lnTo>
                  <a:lnTo>
                    <a:pt x="1858434" y="3099020"/>
                  </a:lnTo>
                  <a:lnTo>
                    <a:pt x="1858528" y="3099020"/>
                  </a:lnTo>
                  <a:lnTo>
                    <a:pt x="1858622" y="3099020"/>
                  </a:lnTo>
                  <a:lnTo>
                    <a:pt x="1858716" y="3099020"/>
                  </a:lnTo>
                  <a:lnTo>
                    <a:pt x="1858810" y="3099020"/>
                  </a:lnTo>
                  <a:lnTo>
                    <a:pt x="1858904" y="3099020"/>
                  </a:lnTo>
                  <a:lnTo>
                    <a:pt x="1858998" y="3099020"/>
                  </a:lnTo>
                  <a:lnTo>
                    <a:pt x="1859092" y="3099020"/>
                  </a:lnTo>
                  <a:lnTo>
                    <a:pt x="1859092" y="3093740"/>
                  </a:lnTo>
                  <a:lnTo>
                    <a:pt x="1859186" y="3093740"/>
                  </a:lnTo>
                  <a:lnTo>
                    <a:pt x="1859280" y="3093740"/>
                  </a:lnTo>
                  <a:lnTo>
                    <a:pt x="1859374" y="3093740"/>
                  </a:lnTo>
                  <a:lnTo>
                    <a:pt x="1859468" y="3093740"/>
                  </a:lnTo>
                  <a:lnTo>
                    <a:pt x="1859562" y="3093740"/>
                  </a:lnTo>
                  <a:lnTo>
                    <a:pt x="1859656" y="3093740"/>
                  </a:lnTo>
                  <a:lnTo>
                    <a:pt x="1859750" y="3093740"/>
                  </a:lnTo>
                  <a:lnTo>
                    <a:pt x="1859844" y="3093740"/>
                  </a:lnTo>
                  <a:lnTo>
                    <a:pt x="1859938" y="3093740"/>
                  </a:lnTo>
                  <a:lnTo>
                    <a:pt x="1860032" y="3093740"/>
                  </a:lnTo>
                  <a:lnTo>
                    <a:pt x="1860126" y="3093740"/>
                  </a:lnTo>
                  <a:lnTo>
                    <a:pt x="1860220" y="3093740"/>
                  </a:lnTo>
                  <a:lnTo>
                    <a:pt x="1860314" y="3093740"/>
                  </a:lnTo>
                  <a:lnTo>
                    <a:pt x="1860408" y="3093740"/>
                  </a:lnTo>
                  <a:lnTo>
                    <a:pt x="1860502" y="3093740"/>
                  </a:lnTo>
                  <a:lnTo>
                    <a:pt x="1860502" y="3088461"/>
                  </a:lnTo>
                  <a:lnTo>
                    <a:pt x="1860596" y="3088461"/>
                  </a:lnTo>
                  <a:lnTo>
                    <a:pt x="1860691" y="3088461"/>
                  </a:lnTo>
                  <a:lnTo>
                    <a:pt x="1860785" y="3088461"/>
                  </a:lnTo>
                  <a:lnTo>
                    <a:pt x="1860879" y="3088461"/>
                  </a:lnTo>
                  <a:lnTo>
                    <a:pt x="1860973" y="3088461"/>
                  </a:lnTo>
                  <a:lnTo>
                    <a:pt x="1861067" y="3088461"/>
                  </a:lnTo>
                  <a:lnTo>
                    <a:pt x="1861161" y="3088461"/>
                  </a:lnTo>
                  <a:lnTo>
                    <a:pt x="1861255" y="3088461"/>
                  </a:lnTo>
                  <a:lnTo>
                    <a:pt x="1861349" y="3088461"/>
                  </a:lnTo>
                  <a:lnTo>
                    <a:pt x="1861443" y="3088461"/>
                  </a:lnTo>
                  <a:lnTo>
                    <a:pt x="1861537" y="3088461"/>
                  </a:lnTo>
                  <a:lnTo>
                    <a:pt x="1861631" y="3088461"/>
                  </a:lnTo>
                  <a:lnTo>
                    <a:pt x="1861725" y="3088461"/>
                  </a:lnTo>
                  <a:lnTo>
                    <a:pt x="1861819" y="3088461"/>
                  </a:lnTo>
                  <a:lnTo>
                    <a:pt x="1861913" y="3088461"/>
                  </a:lnTo>
                  <a:lnTo>
                    <a:pt x="1862007" y="3088461"/>
                  </a:lnTo>
                  <a:lnTo>
                    <a:pt x="1862101" y="3088461"/>
                  </a:lnTo>
                  <a:lnTo>
                    <a:pt x="1862195" y="3088461"/>
                  </a:lnTo>
                  <a:lnTo>
                    <a:pt x="1862289" y="3088461"/>
                  </a:lnTo>
                  <a:lnTo>
                    <a:pt x="1862383" y="3088461"/>
                  </a:lnTo>
                  <a:lnTo>
                    <a:pt x="1862477" y="3088461"/>
                  </a:lnTo>
                  <a:lnTo>
                    <a:pt x="1862571" y="3088461"/>
                  </a:lnTo>
                  <a:lnTo>
                    <a:pt x="1862665" y="3088461"/>
                  </a:lnTo>
                  <a:lnTo>
                    <a:pt x="1862759" y="3088461"/>
                  </a:lnTo>
                  <a:lnTo>
                    <a:pt x="1862853" y="3088461"/>
                  </a:lnTo>
                  <a:lnTo>
                    <a:pt x="1862947" y="3088461"/>
                  </a:lnTo>
                  <a:lnTo>
                    <a:pt x="1863041" y="3088461"/>
                  </a:lnTo>
                  <a:lnTo>
                    <a:pt x="1863135" y="3088461"/>
                  </a:lnTo>
                  <a:lnTo>
                    <a:pt x="1863229" y="3088461"/>
                  </a:lnTo>
                  <a:lnTo>
                    <a:pt x="1863323" y="3088461"/>
                  </a:lnTo>
                  <a:lnTo>
                    <a:pt x="1863417" y="3088461"/>
                  </a:lnTo>
                  <a:lnTo>
                    <a:pt x="1863511" y="3088461"/>
                  </a:lnTo>
                  <a:lnTo>
                    <a:pt x="1863605" y="3088461"/>
                  </a:lnTo>
                  <a:lnTo>
                    <a:pt x="1863699" y="3088461"/>
                  </a:lnTo>
                  <a:lnTo>
                    <a:pt x="1863793" y="3088461"/>
                  </a:lnTo>
                  <a:lnTo>
                    <a:pt x="1863887" y="3088461"/>
                  </a:lnTo>
                  <a:lnTo>
                    <a:pt x="1863981" y="3088461"/>
                  </a:lnTo>
                  <a:lnTo>
                    <a:pt x="1864075" y="3088461"/>
                  </a:lnTo>
                  <a:lnTo>
                    <a:pt x="1864169" y="3088461"/>
                  </a:lnTo>
                  <a:lnTo>
                    <a:pt x="1864264" y="3088461"/>
                  </a:lnTo>
                  <a:lnTo>
                    <a:pt x="1864358" y="3088461"/>
                  </a:lnTo>
                  <a:lnTo>
                    <a:pt x="1864452" y="3088461"/>
                  </a:lnTo>
                  <a:lnTo>
                    <a:pt x="1864546" y="3088461"/>
                  </a:lnTo>
                  <a:lnTo>
                    <a:pt x="1864640" y="3088461"/>
                  </a:lnTo>
                  <a:lnTo>
                    <a:pt x="1864734" y="3088461"/>
                  </a:lnTo>
                  <a:lnTo>
                    <a:pt x="1864828" y="3088461"/>
                  </a:lnTo>
                  <a:lnTo>
                    <a:pt x="1864922" y="3088461"/>
                  </a:lnTo>
                  <a:lnTo>
                    <a:pt x="1865016" y="3088461"/>
                  </a:lnTo>
                  <a:lnTo>
                    <a:pt x="1865110" y="3088461"/>
                  </a:lnTo>
                  <a:lnTo>
                    <a:pt x="1865204" y="3088461"/>
                  </a:lnTo>
                  <a:lnTo>
                    <a:pt x="1865298" y="3088461"/>
                  </a:lnTo>
                  <a:lnTo>
                    <a:pt x="1865392" y="3088461"/>
                  </a:lnTo>
                  <a:lnTo>
                    <a:pt x="1865486" y="3088461"/>
                  </a:lnTo>
                  <a:lnTo>
                    <a:pt x="1865580" y="3088461"/>
                  </a:lnTo>
                  <a:lnTo>
                    <a:pt x="1865674" y="3088461"/>
                  </a:lnTo>
                  <a:lnTo>
                    <a:pt x="1865768" y="3088461"/>
                  </a:lnTo>
                  <a:lnTo>
                    <a:pt x="1865862" y="3088461"/>
                  </a:lnTo>
                  <a:lnTo>
                    <a:pt x="1865956" y="3088461"/>
                  </a:lnTo>
                  <a:lnTo>
                    <a:pt x="1866050" y="3088461"/>
                  </a:lnTo>
                  <a:lnTo>
                    <a:pt x="1866144" y="3088461"/>
                  </a:lnTo>
                  <a:lnTo>
                    <a:pt x="1866238" y="3088461"/>
                  </a:lnTo>
                  <a:lnTo>
                    <a:pt x="1866332" y="3088461"/>
                  </a:lnTo>
                  <a:lnTo>
                    <a:pt x="1866426" y="3088461"/>
                  </a:lnTo>
                  <a:lnTo>
                    <a:pt x="1866520" y="3088461"/>
                  </a:lnTo>
                  <a:lnTo>
                    <a:pt x="1866614" y="3088461"/>
                  </a:lnTo>
                  <a:lnTo>
                    <a:pt x="1866708" y="3088461"/>
                  </a:lnTo>
                  <a:lnTo>
                    <a:pt x="1866802" y="3088461"/>
                  </a:lnTo>
                  <a:lnTo>
                    <a:pt x="1866896" y="3088461"/>
                  </a:lnTo>
                  <a:lnTo>
                    <a:pt x="1866990" y="3088461"/>
                  </a:lnTo>
                  <a:lnTo>
                    <a:pt x="1867084" y="3088461"/>
                  </a:lnTo>
                  <a:lnTo>
                    <a:pt x="1867178" y="3088461"/>
                  </a:lnTo>
                  <a:lnTo>
                    <a:pt x="1867272" y="3088461"/>
                  </a:lnTo>
                  <a:lnTo>
                    <a:pt x="1867366" y="3088461"/>
                  </a:lnTo>
                  <a:lnTo>
                    <a:pt x="1867460" y="3088461"/>
                  </a:lnTo>
                  <a:lnTo>
                    <a:pt x="1867554" y="3088461"/>
                  </a:lnTo>
                  <a:lnTo>
                    <a:pt x="1867648" y="3088461"/>
                  </a:lnTo>
                  <a:lnTo>
                    <a:pt x="1867742" y="3088461"/>
                  </a:lnTo>
                  <a:lnTo>
                    <a:pt x="1867837" y="3088461"/>
                  </a:lnTo>
                  <a:lnTo>
                    <a:pt x="1867931" y="3088461"/>
                  </a:lnTo>
                  <a:lnTo>
                    <a:pt x="1868025" y="3088461"/>
                  </a:lnTo>
                  <a:lnTo>
                    <a:pt x="1868119" y="3088461"/>
                  </a:lnTo>
                  <a:lnTo>
                    <a:pt x="1868213" y="3088461"/>
                  </a:lnTo>
                  <a:lnTo>
                    <a:pt x="1868307" y="3088461"/>
                  </a:lnTo>
                  <a:lnTo>
                    <a:pt x="1868401" y="3088461"/>
                  </a:lnTo>
                  <a:lnTo>
                    <a:pt x="1868495" y="3088461"/>
                  </a:lnTo>
                  <a:lnTo>
                    <a:pt x="1868589" y="3088461"/>
                  </a:lnTo>
                  <a:lnTo>
                    <a:pt x="1868683" y="3088461"/>
                  </a:lnTo>
                  <a:lnTo>
                    <a:pt x="1868777" y="3088461"/>
                  </a:lnTo>
                  <a:lnTo>
                    <a:pt x="1868871" y="3088461"/>
                  </a:lnTo>
                  <a:lnTo>
                    <a:pt x="1868965" y="3088461"/>
                  </a:lnTo>
                  <a:lnTo>
                    <a:pt x="1869059" y="3088461"/>
                  </a:lnTo>
                  <a:lnTo>
                    <a:pt x="1869059" y="3083182"/>
                  </a:lnTo>
                  <a:lnTo>
                    <a:pt x="1869153" y="3083182"/>
                  </a:lnTo>
                  <a:lnTo>
                    <a:pt x="1869247" y="3083182"/>
                  </a:lnTo>
                  <a:lnTo>
                    <a:pt x="1869341" y="3083182"/>
                  </a:lnTo>
                  <a:lnTo>
                    <a:pt x="1869435" y="3083182"/>
                  </a:lnTo>
                  <a:lnTo>
                    <a:pt x="1869529" y="3083182"/>
                  </a:lnTo>
                  <a:lnTo>
                    <a:pt x="1869623" y="3083182"/>
                  </a:lnTo>
                  <a:lnTo>
                    <a:pt x="1869717" y="3083182"/>
                  </a:lnTo>
                  <a:lnTo>
                    <a:pt x="1869811" y="3083182"/>
                  </a:lnTo>
                  <a:lnTo>
                    <a:pt x="1869905" y="3083182"/>
                  </a:lnTo>
                  <a:lnTo>
                    <a:pt x="1869999" y="3083182"/>
                  </a:lnTo>
                  <a:lnTo>
                    <a:pt x="1870093" y="3083182"/>
                  </a:lnTo>
                  <a:lnTo>
                    <a:pt x="1870187" y="3083182"/>
                  </a:lnTo>
                  <a:lnTo>
                    <a:pt x="1870281" y="3083182"/>
                  </a:lnTo>
                  <a:lnTo>
                    <a:pt x="1870375" y="3083182"/>
                  </a:lnTo>
                  <a:lnTo>
                    <a:pt x="1870469" y="3083182"/>
                  </a:lnTo>
                  <a:lnTo>
                    <a:pt x="1870563" y="3083182"/>
                  </a:lnTo>
                  <a:lnTo>
                    <a:pt x="1870657" y="3083182"/>
                  </a:lnTo>
                  <a:lnTo>
                    <a:pt x="1870751" y="3083182"/>
                  </a:lnTo>
                  <a:lnTo>
                    <a:pt x="1870845" y="3083182"/>
                  </a:lnTo>
                  <a:lnTo>
                    <a:pt x="1870939" y="3083182"/>
                  </a:lnTo>
                  <a:lnTo>
                    <a:pt x="1871033" y="3083182"/>
                  </a:lnTo>
                  <a:lnTo>
                    <a:pt x="1871127" y="3083182"/>
                  </a:lnTo>
                  <a:lnTo>
                    <a:pt x="1871221" y="3083182"/>
                  </a:lnTo>
                  <a:lnTo>
                    <a:pt x="1871315" y="3083182"/>
                  </a:lnTo>
                  <a:lnTo>
                    <a:pt x="1871410" y="3083182"/>
                  </a:lnTo>
                  <a:lnTo>
                    <a:pt x="1871504" y="3083182"/>
                  </a:lnTo>
                  <a:lnTo>
                    <a:pt x="1871598" y="3083182"/>
                  </a:lnTo>
                  <a:lnTo>
                    <a:pt x="1871692" y="3083182"/>
                  </a:lnTo>
                  <a:lnTo>
                    <a:pt x="1871786" y="3083182"/>
                  </a:lnTo>
                  <a:lnTo>
                    <a:pt x="1871880" y="3083182"/>
                  </a:lnTo>
                  <a:lnTo>
                    <a:pt x="1871974" y="3083182"/>
                  </a:lnTo>
                  <a:lnTo>
                    <a:pt x="1872068" y="3083182"/>
                  </a:lnTo>
                  <a:lnTo>
                    <a:pt x="1872162" y="3083182"/>
                  </a:lnTo>
                  <a:lnTo>
                    <a:pt x="1872256" y="3083182"/>
                  </a:lnTo>
                  <a:lnTo>
                    <a:pt x="1872350" y="3083182"/>
                  </a:lnTo>
                  <a:lnTo>
                    <a:pt x="1872444" y="3083182"/>
                  </a:lnTo>
                  <a:lnTo>
                    <a:pt x="1872538" y="3083182"/>
                  </a:lnTo>
                  <a:lnTo>
                    <a:pt x="1872632" y="3083182"/>
                  </a:lnTo>
                  <a:lnTo>
                    <a:pt x="1872726" y="3083182"/>
                  </a:lnTo>
                  <a:lnTo>
                    <a:pt x="1872820" y="3083182"/>
                  </a:lnTo>
                  <a:lnTo>
                    <a:pt x="1872914" y="3083182"/>
                  </a:lnTo>
                  <a:lnTo>
                    <a:pt x="1873008" y="3083182"/>
                  </a:lnTo>
                  <a:lnTo>
                    <a:pt x="1873102" y="3083182"/>
                  </a:lnTo>
                  <a:lnTo>
                    <a:pt x="1873196" y="3083182"/>
                  </a:lnTo>
                  <a:lnTo>
                    <a:pt x="1873290" y="3083182"/>
                  </a:lnTo>
                  <a:lnTo>
                    <a:pt x="1873384" y="3083182"/>
                  </a:lnTo>
                  <a:lnTo>
                    <a:pt x="1873478" y="3083182"/>
                  </a:lnTo>
                  <a:lnTo>
                    <a:pt x="1873572" y="3083182"/>
                  </a:lnTo>
                  <a:lnTo>
                    <a:pt x="1873666" y="3083182"/>
                  </a:lnTo>
                  <a:lnTo>
                    <a:pt x="1873760" y="3083182"/>
                  </a:lnTo>
                  <a:lnTo>
                    <a:pt x="1873854" y="3083182"/>
                  </a:lnTo>
                  <a:lnTo>
                    <a:pt x="1873948" y="3083182"/>
                  </a:lnTo>
                  <a:lnTo>
                    <a:pt x="1874042" y="3083182"/>
                  </a:lnTo>
                  <a:lnTo>
                    <a:pt x="1874136" y="3083182"/>
                  </a:lnTo>
                  <a:lnTo>
                    <a:pt x="1874230" y="3083182"/>
                  </a:lnTo>
                  <a:lnTo>
                    <a:pt x="1874324" y="3083182"/>
                  </a:lnTo>
                  <a:lnTo>
                    <a:pt x="1874418" y="3083182"/>
                  </a:lnTo>
                  <a:lnTo>
                    <a:pt x="1874512" y="3083182"/>
                  </a:lnTo>
                  <a:lnTo>
                    <a:pt x="1874606" y="3083182"/>
                  </a:lnTo>
                  <a:lnTo>
                    <a:pt x="1874700" y="3083182"/>
                  </a:lnTo>
                  <a:lnTo>
                    <a:pt x="1874794" y="3083182"/>
                  </a:lnTo>
                  <a:lnTo>
                    <a:pt x="1874889" y="3083182"/>
                  </a:lnTo>
                  <a:lnTo>
                    <a:pt x="1874983" y="3083182"/>
                  </a:lnTo>
                  <a:lnTo>
                    <a:pt x="1875077" y="3083182"/>
                  </a:lnTo>
                  <a:lnTo>
                    <a:pt x="1875171" y="3083182"/>
                  </a:lnTo>
                  <a:lnTo>
                    <a:pt x="1875265" y="3083182"/>
                  </a:lnTo>
                  <a:lnTo>
                    <a:pt x="1875359" y="3083182"/>
                  </a:lnTo>
                  <a:lnTo>
                    <a:pt x="1875453" y="3083182"/>
                  </a:lnTo>
                  <a:lnTo>
                    <a:pt x="1875547" y="3083182"/>
                  </a:lnTo>
                  <a:lnTo>
                    <a:pt x="1875641" y="3083182"/>
                  </a:lnTo>
                  <a:lnTo>
                    <a:pt x="1875735" y="3083182"/>
                  </a:lnTo>
                  <a:lnTo>
                    <a:pt x="1875829" y="3083182"/>
                  </a:lnTo>
                  <a:lnTo>
                    <a:pt x="1875923" y="3083182"/>
                  </a:lnTo>
                  <a:lnTo>
                    <a:pt x="1876017" y="3083182"/>
                  </a:lnTo>
                  <a:lnTo>
                    <a:pt x="1876111" y="3083182"/>
                  </a:lnTo>
                  <a:lnTo>
                    <a:pt x="1876205" y="3083182"/>
                  </a:lnTo>
                  <a:lnTo>
                    <a:pt x="1876299" y="3083182"/>
                  </a:lnTo>
                  <a:lnTo>
                    <a:pt x="1876393" y="3083182"/>
                  </a:lnTo>
                  <a:lnTo>
                    <a:pt x="1876487" y="3083182"/>
                  </a:lnTo>
                  <a:lnTo>
                    <a:pt x="1876581" y="3083182"/>
                  </a:lnTo>
                  <a:lnTo>
                    <a:pt x="1876675" y="3083182"/>
                  </a:lnTo>
                  <a:lnTo>
                    <a:pt x="1876769" y="3083182"/>
                  </a:lnTo>
                  <a:lnTo>
                    <a:pt x="1876863" y="3083182"/>
                  </a:lnTo>
                  <a:lnTo>
                    <a:pt x="1876957" y="3083182"/>
                  </a:lnTo>
                  <a:lnTo>
                    <a:pt x="1877051" y="3083182"/>
                  </a:lnTo>
                  <a:lnTo>
                    <a:pt x="1877145" y="3083182"/>
                  </a:lnTo>
                  <a:lnTo>
                    <a:pt x="1877239" y="3083182"/>
                  </a:lnTo>
                  <a:lnTo>
                    <a:pt x="1877333" y="3083182"/>
                  </a:lnTo>
                  <a:lnTo>
                    <a:pt x="1877427" y="3083182"/>
                  </a:lnTo>
                  <a:lnTo>
                    <a:pt x="1877521" y="3083182"/>
                  </a:lnTo>
                  <a:lnTo>
                    <a:pt x="1877615" y="3083182"/>
                  </a:lnTo>
                  <a:lnTo>
                    <a:pt x="1877709" y="3083182"/>
                  </a:lnTo>
                  <a:lnTo>
                    <a:pt x="1877803" y="3083182"/>
                  </a:lnTo>
                  <a:lnTo>
                    <a:pt x="1877897" y="3083182"/>
                  </a:lnTo>
                  <a:lnTo>
                    <a:pt x="1877991" y="3083182"/>
                  </a:lnTo>
                  <a:lnTo>
                    <a:pt x="1878085" y="3083182"/>
                  </a:lnTo>
                  <a:lnTo>
                    <a:pt x="1878179" y="3083182"/>
                  </a:lnTo>
                  <a:lnTo>
                    <a:pt x="1878273" y="3083182"/>
                  </a:lnTo>
                  <a:lnTo>
                    <a:pt x="1878367" y="3083182"/>
                  </a:lnTo>
                  <a:lnTo>
                    <a:pt x="1878462" y="3083182"/>
                  </a:lnTo>
                  <a:lnTo>
                    <a:pt x="1878556" y="3083182"/>
                  </a:lnTo>
                  <a:lnTo>
                    <a:pt x="1878650" y="3083182"/>
                  </a:lnTo>
                  <a:lnTo>
                    <a:pt x="1878744" y="3083182"/>
                  </a:lnTo>
                  <a:lnTo>
                    <a:pt x="1878838" y="3083182"/>
                  </a:lnTo>
                  <a:lnTo>
                    <a:pt x="1878932" y="3083182"/>
                  </a:lnTo>
                  <a:lnTo>
                    <a:pt x="1879026" y="3083182"/>
                  </a:lnTo>
                  <a:lnTo>
                    <a:pt x="1879120" y="3083182"/>
                  </a:lnTo>
                  <a:lnTo>
                    <a:pt x="1879214" y="3083182"/>
                  </a:lnTo>
                  <a:lnTo>
                    <a:pt x="1879308" y="3083182"/>
                  </a:lnTo>
                  <a:lnTo>
                    <a:pt x="1879402" y="3083182"/>
                  </a:lnTo>
                  <a:lnTo>
                    <a:pt x="1879496" y="3083182"/>
                  </a:lnTo>
                  <a:lnTo>
                    <a:pt x="1879590" y="3083182"/>
                  </a:lnTo>
                  <a:lnTo>
                    <a:pt x="1879684" y="3083182"/>
                  </a:lnTo>
                  <a:lnTo>
                    <a:pt x="1879778" y="3083182"/>
                  </a:lnTo>
                  <a:lnTo>
                    <a:pt x="1879872" y="3083182"/>
                  </a:lnTo>
                  <a:lnTo>
                    <a:pt x="1879966" y="3083182"/>
                  </a:lnTo>
                  <a:lnTo>
                    <a:pt x="1880060" y="3083182"/>
                  </a:lnTo>
                  <a:lnTo>
                    <a:pt x="1880154" y="3083182"/>
                  </a:lnTo>
                  <a:lnTo>
                    <a:pt x="1880248" y="3083182"/>
                  </a:lnTo>
                  <a:lnTo>
                    <a:pt x="1880342" y="3083182"/>
                  </a:lnTo>
                  <a:lnTo>
                    <a:pt x="1880436" y="3083182"/>
                  </a:lnTo>
                  <a:lnTo>
                    <a:pt x="1880530" y="3083182"/>
                  </a:lnTo>
                  <a:lnTo>
                    <a:pt x="1880624" y="3083182"/>
                  </a:lnTo>
                  <a:lnTo>
                    <a:pt x="1880718" y="3083182"/>
                  </a:lnTo>
                  <a:lnTo>
                    <a:pt x="1880812" y="3083182"/>
                  </a:lnTo>
                  <a:lnTo>
                    <a:pt x="1880906" y="3083182"/>
                  </a:lnTo>
                  <a:lnTo>
                    <a:pt x="1881000" y="3083182"/>
                  </a:lnTo>
                  <a:lnTo>
                    <a:pt x="1881094" y="3083182"/>
                  </a:lnTo>
                  <a:lnTo>
                    <a:pt x="1881188" y="3083182"/>
                  </a:lnTo>
                  <a:lnTo>
                    <a:pt x="1881188" y="3077902"/>
                  </a:lnTo>
                  <a:lnTo>
                    <a:pt x="1881282" y="3077902"/>
                  </a:lnTo>
                  <a:lnTo>
                    <a:pt x="1881376" y="3077902"/>
                  </a:lnTo>
                  <a:lnTo>
                    <a:pt x="1881470" y="3077902"/>
                  </a:lnTo>
                  <a:lnTo>
                    <a:pt x="1881564" y="3077902"/>
                  </a:lnTo>
                  <a:lnTo>
                    <a:pt x="1881658" y="3077902"/>
                  </a:lnTo>
                  <a:lnTo>
                    <a:pt x="1881752" y="3077902"/>
                  </a:lnTo>
                  <a:lnTo>
                    <a:pt x="1881846" y="3077902"/>
                  </a:lnTo>
                  <a:lnTo>
                    <a:pt x="1881940" y="3077902"/>
                  </a:lnTo>
                  <a:lnTo>
                    <a:pt x="1882035" y="3077902"/>
                  </a:lnTo>
                  <a:lnTo>
                    <a:pt x="1882129" y="3077902"/>
                  </a:lnTo>
                  <a:lnTo>
                    <a:pt x="1882223" y="3077902"/>
                  </a:lnTo>
                  <a:lnTo>
                    <a:pt x="1882317" y="3077902"/>
                  </a:lnTo>
                  <a:lnTo>
                    <a:pt x="1882411" y="3077902"/>
                  </a:lnTo>
                  <a:lnTo>
                    <a:pt x="1882505" y="3077902"/>
                  </a:lnTo>
                  <a:lnTo>
                    <a:pt x="1882599" y="3077902"/>
                  </a:lnTo>
                  <a:lnTo>
                    <a:pt x="1882693" y="3077902"/>
                  </a:lnTo>
                  <a:lnTo>
                    <a:pt x="1882787" y="3077902"/>
                  </a:lnTo>
                  <a:lnTo>
                    <a:pt x="1882881" y="3077902"/>
                  </a:lnTo>
                  <a:lnTo>
                    <a:pt x="1882975" y="3077902"/>
                  </a:lnTo>
                  <a:lnTo>
                    <a:pt x="1883069" y="3077902"/>
                  </a:lnTo>
                  <a:lnTo>
                    <a:pt x="1883163" y="3077902"/>
                  </a:lnTo>
                  <a:lnTo>
                    <a:pt x="1883257" y="3077902"/>
                  </a:lnTo>
                  <a:lnTo>
                    <a:pt x="1883351" y="3077902"/>
                  </a:lnTo>
                  <a:lnTo>
                    <a:pt x="1883445" y="3077902"/>
                  </a:lnTo>
                  <a:lnTo>
                    <a:pt x="1883539" y="3077902"/>
                  </a:lnTo>
                  <a:lnTo>
                    <a:pt x="1883633" y="3077902"/>
                  </a:lnTo>
                  <a:lnTo>
                    <a:pt x="1883727" y="3077902"/>
                  </a:lnTo>
                  <a:lnTo>
                    <a:pt x="1883821" y="3077902"/>
                  </a:lnTo>
                  <a:lnTo>
                    <a:pt x="1883915" y="3077902"/>
                  </a:lnTo>
                  <a:lnTo>
                    <a:pt x="1884009" y="3077902"/>
                  </a:lnTo>
                  <a:lnTo>
                    <a:pt x="1884103" y="3077902"/>
                  </a:lnTo>
                  <a:lnTo>
                    <a:pt x="1884197" y="3077902"/>
                  </a:lnTo>
                  <a:lnTo>
                    <a:pt x="1884291" y="3077902"/>
                  </a:lnTo>
                  <a:lnTo>
                    <a:pt x="1884385" y="3077902"/>
                  </a:lnTo>
                  <a:lnTo>
                    <a:pt x="1884479" y="3077902"/>
                  </a:lnTo>
                  <a:lnTo>
                    <a:pt x="1884573" y="3077902"/>
                  </a:lnTo>
                  <a:lnTo>
                    <a:pt x="1884667" y="3077902"/>
                  </a:lnTo>
                  <a:lnTo>
                    <a:pt x="1884761" y="3077902"/>
                  </a:lnTo>
                  <a:lnTo>
                    <a:pt x="1884855" y="3077902"/>
                  </a:lnTo>
                  <a:lnTo>
                    <a:pt x="1884949" y="3077902"/>
                  </a:lnTo>
                  <a:lnTo>
                    <a:pt x="1885043" y="3077902"/>
                  </a:lnTo>
                  <a:lnTo>
                    <a:pt x="1885137" y="3077902"/>
                  </a:lnTo>
                  <a:lnTo>
                    <a:pt x="1885231" y="3077902"/>
                  </a:lnTo>
                  <a:lnTo>
                    <a:pt x="1885325" y="3077902"/>
                  </a:lnTo>
                  <a:lnTo>
                    <a:pt x="1885419" y="3077902"/>
                  </a:lnTo>
                  <a:lnTo>
                    <a:pt x="1885514" y="3077902"/>
                  </a:lnTo>
                  <a:lnTo>
                    <a:pt x="1885608" y="3077902"/>
                  </a:lnTo>
                  <a:lnTo>
                    <a:pt x="1885702" y="3077902"/>
                  </a:lnTo>
                  <a:lnTo>
                    <a:pt x="1885796" y="3077902"/>
                  </a:lnTo>
                  <a:lnTo>
                    <a:pt x="1885890" y="3077902"/>
                  </a:lnTo>
                  <a:lnTo>
                    <a:pt x="1885984" y="3077902"/>
                  </a:lnTo>
                  <a:lnTo>
                    <a:pt x="1886078" y="3077902"/>
                  </a:lnTo>
                  <a:lnTo>
                    <a:pt x="1886172" y="3077902"/>
                  </a:lnTo>
                  <a:lnTo>
                    <a:pt x="1886266" y="3077902"/>
                  </a:lnTo>
                  <a:lnTo>
                    <a:pt x="1886360" y="3077902"/>
                  </a:lnTo>
                  <a:lnTo>
                    <a:pt x="1886454" y="3077902"/>
                  </a:lnTo>
                  <a:lnTo>
                    <a:pt x="1886548" y="3077902"/>
                  </a:lnTo>
                  <a:lnTo>
                    <a:pt x="1886548" y="3072623"/>
                  </a:lnTo>
                  <a:lnTo>
                    <a:pt x="1886642" y="3072623"/>
                  </a:lnTo>
                  <a:lnTo>
                    <a:pt x="1886736" y="3072623"/>
                  </a:lnTo>
                  <a:lnTo>
                    <a:pt x="1886830" y="3072623"/>
                  </a:lnTo>
                  <a:lnTo>
                    <a:pt x="1886924" y="3072623"/>
                  </a:lnTo>
                  <a:lnTo>
                    <a:pt x="1887018" y="3072623"/>
                  </a:lnTo>
                  <a:lnTo>
                    <a:pt x="1887112" y="3072623"/>
                  </a:lnTo>
                  <a:lnTo>
                    <a:pt x="1887206" y="3072623"/>
                  </a:lnTo>
                  <a:lnTo>
                    <a:pt x="1887300" y="3072623"/>
                  </a:lnTo>
                  <a:lnTo>
                    <a:pt x="1887394" y="3072623"/>
                  </a:lnTo>
                  <a:lnTo>
                    <a:pt x="1887488" y="3072623"/>
                  </a:lnTo>
                  <a:lnTo>
                    <a:pt x="1887582" y="3072623"/>
                  </a:lnTo>
                  <a:lnTo>
                    <a:pt x="1887676" y="3072623"/>
                  </a:lnTo>
                  <a:lnTo>
                    <a:pt x="1887770" y="3072623"/>
                  </a:lnTo>
                  <a:lnTo>
                    <a:pt x="1887864" y="3072623"/>
                  </a:lnTo>
                  <a:lnTo>
                    <a:pt x="1887958" y="3072623"/>
                  </a:lnTo>
                  <a:lnTo>
                    <a:pt x="1888052" y="3072623"/>
                  </a:lnTo>
                  <a:lnTo>
                    <a:pt x="1888146" y="3072623"/>
                  </a:lnTo>
                  <a:lnTo>
                    <a:pt x="1888240" y="3072623"/>
                  </a:lnTo>
                  <a:lnTo>
                    <a:pt x="1888334" y="3072623"/>
                  </a:lnTo>
                  <a:lnTo>
                    <a:pt x="1888428" y="3072623"/>
                  </a:lnTo>
                  <a:lnTo>
                    <a:pt x="1888522" y="3072623"/>
                  </a:lnTo>
                  <a:lnTo>
                    <a:pt x="1888616" y="3072623"/>
                  </a:lnTo>
                  <a:lnTo>
                    <a:pt x="1888710" y="3072623"/>
                  </a:lnTo>
                  <a:lnTo>
                    <a:pt x="1888804" y="3072623"/>
                  </a:lnTo>
                  <a:lnTo>
                    <a:pt x="1888898" y="3072623"/>
                  </a:lnTo>
                  <a:lnTo>
                    <a:pt x="1888992" y="3072623"/>
                  </a:lnTo>
                  <a:lnTo>
                    <a:pt x="1889087" y="3072623"/>
                  </a:lnTo>
                  <a:lnTo>
                    <a:pt x="1889181" y="3072623"/>
                  </a:lnTo>
                  <a:lnTo>
                    <a:pt x="1889275" y="3072623"/>
                  </a:lnTo>
                  <a:lnTo>
                    <a:pt x="1889369" y="3072623"/>
                  </a:lnTo>
                  <a:lnTo>
                    <a:pt x="1889463" y="3072623"/>
                  </a:lnTo>
                  <a:lnTo>
                    <a:pt x="1889557" y="3072623"/>
                  </a:lnTo>
                  <a:lnTo>
                    <a:pt x="1889651" y="3072623"/>
                  </a:lnTo>
                  <a:lnTo>
                    <a:pt x="1889745" y="3072623"/>
                  </a:lnTo>
                  <a:lnTo>
                    <a:pt x="1889839" y="3072623"/>
                  </a:lnTo>
                  <a:lnTo>
                    <a:pt x="1889933" y="3072623"/>
                  </a:lnTo>
                  <a:lnTo>
                    <a:pt x="1890027" y="3072623"/>
                  </a:lnTo>
                  <a:lnTo>
                    <a:pt x="1890121" y="3072623"/>
                  </a:lnTo>
                  <a:lnTo>
                    <a:pt x="1890215" y="3072623"/>
                  </a:lnTo>
                  <a:lnTo>
                    <a:pt x="1890309" y="3072623"/>
                  </a:lnTo>
                  <a:lnTo>
                    <a:pt x="1890403" y="3072623"/>
                  </a:lnTo>
                  <a:lnTo>
                    <a:pt x="1890497" y="3072623"/>
                  </a:lnTo>
                  <a:lnTo>
                    <a:pt x="1890591" y="3072623"/>
                  </a:lnTo>
                  <a:lnTo>
                    <a:pt x="1890685" y="3072623"/>
                  </a:lnTo>
                  <a:lnTo>
                    <a:pt x="1890779" y="3072623"/>
                  </a:lnTo>
                  <a:lnTo>
                    <a:pt x="1890873" y="3072623"/>
                  </a:lnTo>
                  <a:lnTo>
                    <a:pt x="1890967" y="3072623"/>
                  </a:lnTo>
                  <a:lnTo>
                    <a:pt x="1891061" y="3072623"/>
                  </a:lnTo>
                  <a:lnTo>
                    <a:pt x="1891155" y="3072623"/>
                  </a:lnTo>
                  <a:lnTo>
                    <a:pt x="1891249" y="3072623"/>
                  </a:lnTo>
                  <a:lnTo>
                    <a:pt x="1891343" y="3072623"/>
                  </a:lnTo>
                  <a:lnTo>
                    <a:pt x="1891437" y="3072623"/>
                  </a:lnTo>
                  <a:lnTo>
                    <a:pt x="1891531" y="3072623"/>
                  </a:lnTo>
                  <a:lnTo>
                    <a:pt x="1891625" y="3072623"/>
                  </a:lnTo>
                  <a:lnTo>
                    <a:pt x="1891719" y="3072623"/>
                  </a:lnTo>
                  <a:lnTo>
                    <a:pt x="1891813" y="3072623"/>
                  </a:lnTo>
                  <a:lnTo>
                    <a:pt x="1891907" y="3072623"/>
                  </a:lnTo>
                  <a:lnTo>
                    <a:pt x="1892001" y="3072623"/>
                  </a:lnTo>
                  <a:lnTo>
                    <a:pt x="1892095" y="3072623"/>
                  </a:lnTo>
                  <a:lnTo>
                    <a:pt x="1892189" y="3072623"/>
                  </a:lnTo>
                  <a:lnTo>
                    <a:pt x="1892283" y="3072623"/>
                  </a:lnTo>
                  <a:lnTo>
                    <a:pt x="1892377" y="3072623"/>
                  </a:lnTo>
                  <a:lnTo>
                    <a:pt x="1892471" y="3072623"/>
                  </a:lnTo>
                  <a:lnTo>
                    <a:pt x="1892565" y="3072623"/>
                  </a:lnTo>
                  <a:lnTo>
                    <a:pt x="1892660" y="3072623"/>
                  </a:lnTo>
                  <a:lnTo>
                    <a:pt x="1892754" y="3072623"/>
                  </a:lnTo>
                  <a:lnTo>
                    <a:pt x="1892848" y="3072623"/>
                  </a:lnTo>
                  <a:lnTo>
                    <a:pt x="1892942" y="3072623"/>
                  </a:lnTo>
                  <a:lnTo>
                    <a:pt x="1893036" y="3072623"/>
                  </a:lnTo>
                  <a:lnTo>
                    <a:pt x="1893130" y="3072623"/>
                  </a:lnTo>
                  <a:lnTo>
                    <a:pt x="1893224" y="3072623"/>
                  </a:lnTo>
                  <a:lnTo>
                    <a:pt x="1893318" y="3072623"/>
                  </a:lnTo>
                  <a:lnTo>
                    <a:pt x="1893412" y="3072623"/>
                  </a:lnTo>
                  <a:lnTo>
                    <a:pt x="1893506" y="3072623"/>
                  </a:lnTo>
                  <a:lnTo>
                    <a:pt x="1893600" y="3072623"/>
                  </a:lnTo>
                  <a:lnTo>
                    <a:pt x="1893694" y="3072623"/>
                  </a:lnTo>
                  <a:lnTo>
                    <a:pt x="1893788" y="3072623"/>
                  </a:lnTo>
                  <a:lnTo>
                    <a:pt x="1893882" y="3072623"/>
                  </a:lnTo>
                  <a:lnTo>
                    <a:pt x="1893976" y="3072623"/>
                  </a:lnTo>
                  <a:lnTo>
                    <a:pt x="1894070" y="3072623"/>
                  </a:lnTo>
                  <a:lnTo>
                    <a:pt x="1894164" y="3072623"/>
                  </a:lnTo>
                  <a:lnTo>
                    <a:pt x="1894258" y="3072623"/>
                  </a:lnTo>
                  <a:lnTo>
                    <a:pt x="1894352" y="3072623"/>
                  </a:lnTo>
                  <a:lnTo>
                    <a:pt x="1894446" y="3072623"/>
                  </a:lnTo>
                  <a:lnTo>
                    <a:pt x="1894540" y="3072623"/>
                  </a:lnTo>
                  <a:lnTo>
                    <a:pt x="1894634" y="3072623"/>
                  </a:lnTo>
                  <a:lnTo>
                    <a:pt x="1894728" y="3072623"/>
                  </a:lnTo>
                  <a:lnTo>
                    <a:pt x="1894822" y="3072623"/>
                  </a:lnTo>
                  <a:lnTo>
                    <a:pt x="1894916" y="3072623"/>
                  </a:lnTo>
                  <a:lnTo>
                    <a:pt x="1894916" y="3067343"/>
                  </a:lnTo>
                  <a:lnTo>
                    <a:pt x="1895010" y="3067343"/>
                  </a:lnTo>
                  <a:lnTo>
                    <a:pt x="1895104" y="3067343"/>
                  </a:lnTo>
                  <a:lnTo>
                    <a:pt x="1895198" y="3067343"/>
                  </a:lnTo>
                  <a:lnTo>
                    <a:pt x="1895292" y="3067343"/>
                  </a:lnTo>
                  <a:lnTo>
                    <a:pt x="1895386" y="3067343"/>
                  </a:lnTo>
                  <a:lnTo>
                    <a:pt x="1895480" y="3067343"/>
                  </a:lnTo>
                  <a:lnTo>
                    <a:pt x="1895574" y="3067343"/>
                  </a:lnTo>
                  <a:lnTo>
                    <a:pt x="1895668" y="3067343"/>
                  </a:lnTo>
                  <a:lnTo>
                    <a:pt x="1895762" y="3067343"/>
                  </a:lnTo>
                  <a:lnTo>
                    <a:pt x="1895856" y="3067343"/>
                  </a:lnTo>
                  <a:lnTo>
                    <a:pt x="1895950" y="3067343"/>
                  </a:lnTo>
                  <a:lnTo>
                    <a:pt x="1896044" y="3067343"/>
                  </a:lnTo>
                  <a:lnTo>
                    <a:pt x="1896139" y="3067343"/>
                  </a:lnTo>
                  <a:lnTo>
                    <a:pt x="1896233" y="3067343"/>
                  </a:lnTo>
                  <a:lnTo>
                    <a:pt x="1896327" y="3067343"/>
                  </a:lnTo>
                  <a:lnTo>
                    <a:pt x="1896421" y="3067343"/>
                  </a:lnTo>
                  <a:lnTo>
                    <a:pt x="1896515" y="3067343"/>
                  </a:lnTo>
                  <a:lnTo>
                    <a:pt x="1896609" y="3067343"/>
                  </a:lnTo>
                  <a:lnTo>
                    <a:pt x="1896703" y="3067343"/>
                  </a:lnTo>
                  <a:lnTo>
                    <a:pt x="1896797" y="3067343"/>
                  </a:lnTo>
                  <a:lnTo>
                    <a:pt x="1896891" y="3067343"/>
                  </a:lnTo>
                  <a:lnTo>
                    <a:pt x="1896985" y="3067343"/>
                  </a:lnTo>
                  <a:lnTo>
                    <a:pt x="1897079" y="3067343"/>
                  </a:lnTo>
                  <a:lnTo>
                    <a:pt x="1897173" y="3067343"/>
                  </a:lnTo>
                  <a:lnTo>
                    <a:pt x="1897267" y="3067343"/>
                  </a:lnTo>
                  <a:lnTo>
                    <a:pt x="1897361" y="3067343"/>
                  </a:lnTo>
                  <a:lnTo>
                    <a:pt x="1897455" y="3067343"/>
                  </a:lnTo>
                  <a:lnTo>
                    <a:pt x="1897549" y="3067343"/>
                  </a:lnTo>
                  <a:lnTo>
                    <a:pt x="1897643" y="3067343"/>
                  </a:lnTo>
                  <a:lnTo>
                    <a:pt x="1897737" y="3067343"/>
                  </a:lnTo>
                  <a:lnTo>
                    <a:pt x="1897831" y="3067343"/>
                  </a:lnTo>
                  <a:lnTo>
                    <a:pt x="1897925" y="3067343"/>
                  </a:lnTo>
                  <a:lnTo>
                    <a:pt x="1898019" y="3067343"/>
                  </a:lnTo>
                  <a:lnTo>
                    <a:pt x="1898113" y="3067343"/>
                  </a:lnTo>
                  <a:lnTo>
                    <a:pt x="1898207" y="3067343"/>
                  </a:lnTo>
                  <a:lnTo>
                    <a:pt x="1898301" y="3067343"/>
                  </a:lnTo>
                  <a:lnTo>
                    <a:pt x="1898395" y="3067343"/>
                  </a:lnTo>
                  <a:lnTo>
                    <a:pt x="1898489" y="3067343"/>
                  </a:lnTo>
                  <a:lnTo>
                    <a:pt x="1898583" y="3067343"/>
                  </a:lnTo>
                  <a:lnTo>
                    <a:pt x="1898677" y="3067343"/>
                  </a:lnTo>
                  <a:lnTo>
                    <a:pt x="1898771" y="3067343"/>
                  </a:lnTo>
                  <a:lnTo>
                    <a:pt x="1898865" y="3067343"/>
                  </a:lnTo>
                  <a:lnTo>
                    <a:pt x="1898959" y="3067343"/>
                  </a:lnTo>
                  <a:lnTo>
                    <a:pt x="1899053" y="3067343"/>
                  </a:lnTo>
                  <a:lnTo>
                    <a:pt x="1899147" y="3067343"/>
                  </a:lnTo>
                  <a:lnTo>
                    <a:pt x="1899147" y="3062064"/>
                  </a:lnTo>
                  <a:lnTo>
                    <a:pt x="1899241" y="3062064"/>
                  </a:lnTo>
                  <a:lnTo>
                    <a:pt x="1899335" y="3062064"/>
                  </a:lnTo>
                  <a:lnTo>
                    <a:pt x="1899429" y="3062064"/>
                  </a:lnTo>
                  <a:lnTo>
                    <a:pt x="1899523" y="3062064"/>
                  </a:lnTo>
                  <a:lnTo>
                    <a:pt x="1899617" y="3062064"/>
                  </a:lnTo>
                  <a:lnTo>
                    <a:pt x="1899712" y="3062064"/>
                  </a:lnTo>
                  <a:lnTo>
                    <a:pt x="1899806" y="3062064"/>
                  </a:lnTo>
                  <a:lnTo>
                    <a:pt x="1899900" y="3062064"/>
                  </a:lnTo>
                  <a:lnTo>
                    <a:pt x="1899994" y="3062064"/>
                  </a:lnTo>
                  <a:lnTo>
                    <a:pt x="1900088" y="3062064"/>
                  </a:lnTo>
                  <a:lnTo>
                    <a:pt x="1900182" y="3062064"/>
                  </a:lnTo>
                  <a:lnTo>
                    <a:pt x="1900276" y="3062064"/>
                  </a:lnTo>
                  <a:lnTo>
                    <a:pt x="1900370" y="3062064"/>
                  </a:lnTo>
                  <a:lnTo>
                    <a:pt x="1900464" y="3062064"/>
                  </a:lnTo>
                  <a:lnTo>
                    <a:pt x="1900558" y="3062064"/>
                  </a:lnTo>
                  <a:lnTo>
                    <a:pt x="1900652" y="3062064"/>
                  </a:lnTo>
                  <a:lnTo>
                    <a:pt x="1900746" y="3062064"/>
                  </a:lnTo>
                  <a:lnTo>
                    <a:pt x="1900840" y="3062064"/>
                  </a:lnTo>
                  <a:lnTo>
                    <a:pt x="1900934" y="3062064"/>
                  </a:lnTo>
                  <a:lnTo>
                    <a:pt x="1901028" y="3062064"/>
                  </a:lnTo>
                  <a:lnTo>
                    <a:pt x="1901122" y="3062064"/>
                  </a:lnTo>
                  <a:lnTo>
                    <a:pt x="1901216" y="3062064"/>
                  </a:lnTo>
                  <a:lnTo>
                    <a:pt x="1901310" y="3062064"/>
                  </a:lnTo>
                  <a:lnTo>
                    <a:pt x="1901404" y="3062064"/>
                  </a:lnTo>
                  <a:lnTo>
                    <a:pt x="1901498" y="3062064"/>
                  </a:lnTo>
                  <a:lnTo>
                    <a:pt x="1901592" y="3062064"/>
                  </a:lnTo>
                  <a:lnTo>
                    <a:pt x="1901686" y="3062064"/>
                  </a:lnTo>
                  <a:lnTo>
                    <a:pt x="1901780" y="3062064"/>
                  </a:lnTo>
                  <a:lnTo>
                    <a:pt x="1901874" y="3062064"/>
                  </a:lnTo>
                  <a:lnTo>
                    <a:pt x="1901968" y="3062064"/>
                  </a:lnTo>
                  <a:lnTo>
                    <a:pt x="1902062" y="3062064"/>
                  </a:lnTo>
                  <a:lnTo>
                    <a:pt x="1902156" y="3062064"/>
                  </a:lnTo>
                  <a:lnTo>
                    <a:pt x="1902250" y="3062064"/>
                  </a:lnTo>
                  <a:lnTo>
                    <a:pt x="1902344" y="3062064"/>
                  </a:lnTo>
                  <a:lnTo>
                    <a:pt x="1902438" y="3062064"/>
                  </a:lnTo>
                  <a:lnTo>
                    <a:pt x="1902532" y="3062064"/>
                  </a:lnTo>
                  <a:lnTo>
                    <a:pt x="1902626" y="3062064"/>
                  </a:lnTo>
                  <a:lnTo>
                    <a:pt x="1902720" y="3062064"/>
                  </a:lnTo>
                  <a:lnTo>
                    <a:pt x="1902814" y="3062064"/>
                  </a:lnTo>
                  <a:lnTo>
                    <a:pt x="1902908" y="3062064"/>
                  </a:lnTo>
                  <a:lnTo>
                    <a:pt x="1903002" y="3062064"/>
                  </a:lnTo>
                  <a:lnTo>
                    <a:pt x="1903096" y="3062064"/>
                  </a:lnTo>
                  <a:lnTo>
                    <a:pt x="1903190" y="3062064"/>
                  </a:lnTo>
                  <a:lnTo>
                    <a:pt x="1903285" y="3062064"/>
                  </a:lnTo>
                  <a:lnTo>
                    <a:pt x="1903379" y="3062064"/>
                  </a:lnTo>
                  <a:lnTo>
                    <a:pt x="1903473" y="3062064"/>
                  </a:lnTo>
                  <a:lnTo>
                    <a:pt x="1903567" y="3062064"/>
                  </a:lnTo>
                  <a:lnTo>
                    <a:pt x="1903661" y="3062064"/>
                  </a:lnTo>
                  <a:lnTo>
                    <a:pt x="1903755" y="3062064"/>
                  </a:lnTo>
                  <a:lnTo>
                    <a:pt x="1903849" y="3062064"/>
                  </a:lnTo>
                  <a:lnTo>
                    <a:pt x="1903943" y="3062064"/>
                  </a:lnTo>
                  <a:lnTo>
                    <a:pt x="1904037" y="3062064"/>
                  </a:lnTo>
                  <a:lnTo>
                    <a:pt x="1904131" y="3062064"/>
                  </a:lnTo>
                  <a:lnTo>
                    <a:pt x="1904225" y="3062064"/>
                  </a:lnTo>
                  <a:lnTo>
                    <a:pt x="1904319" y="3062064"/>
                  </a:lnTo>
                  <a:lnTo>
                    <a:pt x="1904413" y="3062064"/>
                  </a:lnTo>
                  <a:lnTo>
                    <a:pt x="1904507" y="3062064"/>
                  </a:lnTo>
                  <a:lnTo>
                    <a:pt x="1904601" y="3062064"/>
                  </a:lnTo>
                  <a:lnTo>
                    <a:pt x="1904695" y="3062064"/>
                  </a:lnTo>
                  <a:lnTo>
                    <a:pt x="1904789" y="3062064"/>
                  </a:lnTo>
                  <a:lnTo>
                    <a:pt x="1904883" y="3062064"/>
                  </a:lnTo>
                  <a:lnTo>
                    <a:pt x="1904977" y="3062064"/>
                  </a:lnTo>
                  <a:lnTo>
                    <a:pt x="1905071" y="3062064"/>
                  </a:lnTo>
                  <a:lnTo>
                    <a:pt x="1905165" y="3062064"/>
                  </a:lnTo>
                  <a:lnTo>
                    <a:pt x="1905259" y="3062064"/>
                  </a:lnTo>
                  <a:lnTo>
                    <a:pt x="1905353" y="3062064"/>
                  </a:lnTo>
                  <a:lnTo>
                    <a:pt x="1905447" y="3062064"/>
                  </a:lnTo>
                  <a:lnTo>
                    <a:pt x="1905541" y="3062064"/>
                  </a:lnTo>
                  <a:lnTo>
                    <a:pt x="1905635" y="3062064"/>
                  </a:lnTo>
                  <a:lnTo>
                    <a:pt x="1905729" y="3062064"/>
                  </a:lnTo>
                  <a:lnTo>
                    <a:pt x="1905823" y="3062064"/>
                  </a:lnTo>
                  <a:lnTo>
                    <a:pt x="1905917" y="3062064"/>
                  </a:lnTo>
                  <a:lnTo>
                    <a:pt x="1906011" y="3062064"/>
                  </a:lnTo>
                  <a:lnTo>
                    <a:pt x="1906105" y="3062064"/>
                  </a:lnTo>
                  <a:lnTo>
                    <a:pt x="1906199" y="3062064"/>
                  </a:lnTo>
                  <a:lnTo>
                    <a:pt x="1906293" y="3062064"/>
                  </a:lnTo>
                  <a:lnTo>
                    <a:pt x="1906387" y="3062064"/>
                  </a:lnTo>
                  <a:lnTo>
                    <a:pt x="1906481" y="3062064"/>
                  </a:lnTo>
                  <a:lnTo>
                    <a:pt x="1906575" y="3062064"/>
                  </a:lnTo>
                  <a:lnTo>
                    <a:pt x="1906669" y="3062064"/>
                  </a:lnTo>
                  <a:lnTo>
                    <a:pt x="1906764" y="3062064"/>
                  </a:lnTo>
                  <a:lnTo>
                    <a:pt x="1906858" y="3062064"/>
                  </a:lnTo>
                  <a:lnTo>
                    <a:pt x="1906952" y="3062064"/>
                  </a:lnTo>
                  <a:lnTo>
                    <a:pt x="1907046" y="3062064"/>
                  </a:lnTo>
                  <a:lnTo>
                    <a:pt x="1907140" y="3062064"/>
                  </a:lnTo>
                  <a:lnTo>
                    <a:pt x="1907234" y="3062064"/>
                  </a:lnTo>
                  <a:lnTo>
                    <a:pt x="1907328" y="3062064"/>
                  </a:lnTo>
                  <a:lnTo>
                    <a:pt x="1907422" y="3062064"/>
                  </a:lnTo>
                  <a:lnTo>
                    <a:pt x="1907516" y="3062064"/>
                  </a:lnTo>
                  <a:lnTo>
                    <a:pt x="1907610" y="3062064"/>
                  </a:lnTo>
                  <a:lnTo>
                    <a:pt x="1907704" y="3062064"/>
                  </a:lnTo>
                  <a:lnTo>
                    <a:pt x="1907798" y="3062064"/>
                  </a:lnTo>
                  <a:lnTo>
                    <a:pt x="1907892" y="3062064"/>
                  </a:lnTo>
                  <a:lnTo>
                    <a:pt x="1907986" y="3062064"/>
                  </a:lnTo>
                  <a:lnTo>
                    <a:pt x="1908080" y="3062064"/>
                  </a:lnTo>
                  <a:lnTo>
                    <a:pt x="1908174" y="3062064"/>
                  </a:lnTo>
                  <a:lnTo>
                    <a:pt x="1908268" y="3062064"/>
                  </a:lnTo>
                  <a:lnTo>
                    <a:pt x="1908362" y="3062064"/>
                  </a:lnTo>
                  <a:lnTo>
                    <a:pt x="1908456" y="3062064"/>
                  </a:lnTo>
                  <a:lnTo>
                    <a:pt x="1908456" y="3056784"/>
                  </a:lnTo>
                  <a:lnTo>
                    <a:pt x="1908550" y="3056784"/>
                  </a:lnTo>
                  <a:lnTo>
                    <a:pt x="1908644" y="3056784"/>
                  </a:lnTo>
                  <a:lnTo>
                    <a:pt x="1908738" y="3056784"/>
                  </a:lnTo>
                  <a:lnTo>
                    <a:pt x="1908832" y="3056784"/>
                  </a:lnTo>
                  <a:lnTo>
                    <a:pt x="1908926" y="3056784"/>
                  </a:lnTo>
                  <a:lnTo>
                    <a:pt x="1909020" y="3056784"/>
                  </a:lnTo>
                  <a:lnTo>
                    <a:pt x="1909114" y="3056784"/>
                  </a:lnTo>
                  <a:lnTo>
                    <a:pt x="1909208" y="3056784"/>
                  </a:lnTo>
                  <a:lnTo>
                    <a:pt x="1909302" y="3056784"/>
                  </a:lnTo>
                  <a:lnTo>
                    <a:pt x="1909396" y="3056784"/>
                  </a:lnTo>
                  <a:lnTo>
                    <a:pt x="1909490" y="3056784"/>
                  </a:lnTo>
                  <a:lnTo>
                    <a:pt x="1909584" y="3056784"/>
                  </a:lnTo>
                  <a:lnTo>
                    <a:pt x="1909678" y="3056784"/>
                  </a:lnTo>
                  <a:lnTo>
                    <a:pt x="1909772" y="3056784"/>
                  </a:lnTo>
                  <a:lnTo>
                    <a:pt x="1909866" y="3056784"/>
                  </a:lnTo>
                  <a:lnTo>
                    <a:pt x="1909960" y="3056784"/>
                  </a:lnTo>
                  <a:lnTo>
                    <a:pt x="1910054" y="3056784"/>
                  </a:lnTo>
                  <a:lnTo>
                    <a:pt x="1910148" y="3056784"/>
                  </a:lnTo>
                  <a:lnTo>
                    <a:pt x="1910242" y="3056784"/>
                  </a:lnTo>
                  <a:lnTo>
                    <a:pt x="1910337" y="3056784"/>
                  </a:lnTo>
                  <a:lnTo>
                    <a:pt x="1910431" y="3056784"/>
                  </a:lnTo>
                  <a:lnTo>
                    <a:pt x="1910525" y="3056784"/>
                  </a:lnTo>
                  <a:lnTo>
                    <a:pt x="1910619" y="3056784"/>
                  </a:lnTo>
                  <a:lnTo>
                    <a:pt x="1910713" y="3056784"/>
                  </a:lnTo>
                  <a:lnTo>
                    <a:pt x="1910807" y="3056784"/>
                  </a:lnTo>
                  <a:lnTo>
                    <a:pt x="1910901" y="3056784"/>
                  </a:lnTo>
                  <a:lnTo>
                    <a:pt x="1910995" y="3056784"/>
                  </a:lnTo>
                  <a:lnTo>
                    <a:pt x="1911089" y="3056784"/>
                  </a:lnTo>
                  <a:lnTo>
                    <a:pt x="1911183" y="3056784"/>
                  </a:lnTo>
                  <a:lnTo>
                    <a:pt x="1911277" y="3056784"/>
                  </a:lnTo>
                  <a:lnTo>
                    <a:pt x="1911371" y="3056784"/>
                  </a:lnTo>
                  <a:lnTo>
                    <a:pt x="1911465" y="3056784"/>
                  </a:lnTo>
                  <a:lnTo>
                    <a:pt x="1911559" y="3056784"/>
                  </a:lnTo>
                  <a:lnTo>
                    <a:pt x="1911653" y="3056784"/>
                  </a:lnTo>
                  <a:lnTo>
                    <a:pt x="1911747" y="3056784"/>
                  </a:lnTo>
                  <a:lnTo>
                    <a:pt x="1911841" y="3056784"/>
                  </a:lnTo>
                  <a:lnTo>
                    <a:pt x="1911935" y="3056784"/>
                  </a:lnTo>
                  <a:lnTo>
                    <a:pt x="1912029" y="3056784"/>
                  </a:lnTo>
                  <a:lnTo>
                    <a:pt x="1912123" y="3056784"/>
                  </a:lnTo>
                  <a:lnTo>
                    <a:pt x="1912217" y="3056784"/>
                  </a:lnTo>
                  <a:lnTo>
                    <a:pt x="1912311" y="3056784"/>
                  </a:lnTo>
                  <a:lnTo>
                    <a:pt x="1912405" y="3056784"/>
                  </a:lnTo>
                  <a:lnTo>
                    <a:pt x="1912499" y="3056784"/>
                  </a:lnTo>
                  <a:lnTo>
                    <a:pt x="1912593" y="3056784"/>
                  </a:lnTo>
                  <a:lnTo>
                    <a:pt x="1912687" y="3056784"/>
                  </a:lnTo>
                  <a:lnTo>
                    <a:pt x="1912781" y="3056784"/>
                  </a:lnTo>
                  <a:lnTo>
                    <a:pt x="1912875" y="3056784"/>
                  </a:lnTo>
                  <a:lnTo>
                    <a:pt x="1912969" y="3056784"/>
                  </a:lnTo>
                  <a:lnTo>
                    <a:pt x="1913063" y="3056784"/>
                  </a:lnTo>
                  <a:lnTo>
                    <a:pt x="1913157" y="3056784"/>
                  </a:lnTo>
                  <a:lnTo>
                    <a:pt x="1913251" y="3056784"/>
                  </a:lnTo>
                  <a:lnTo>
                    <a:pt x="1913345" y="3056784"/>
                  </a:lnTo>
                  <a:lnTo>
                    <a:pt x="1913439" y="3056784"/>
                  </a:lnTo>
                  <a:lnTo>
                    <a:pt x="1913533" y="3056784"/>
                  </a:lnTo>
                  <a:lnTo>
                    <a:pt x="1913627" y="3056784"/>
                  </a:lnTo>
                  <a:lnTo>
                    <a:pt x="1913721" y="3056784"/>
                  </a:lnTo>
                  <a:lnTo>
                    <a:pt x="1913815" y="3056784"/>
                  </a:lnTo>
                  <a:lnTo>
                    <a:pt x="1913910" y="3056784"/>
                  </a:lnTo>
                  <a:lnTo>
                    <a:pt x="1914004" y="3056784"/>
                  </a:lnTo>
                  <a:lnTo>
                    <a:pt x="1914098" y="3056784"/>
                  </a:lnTo>
                  <a:lnTo>
                    <a:pt x="1914192" y="3056784"/>
                  </a:lnTo>
                  <a:lnTo>
                    <a:pt x="1914286" y="3056784"/>
                  </a:lnTo>
                  <a:lnTo>
                    <a:pt x="1914286" y="3051505"/>
                  </a:lnTo>
                  <a:lnTo>
                    <a:pt x="1914380" y="3051505"/>
                  </a:lnTo>
                  <a:lnTo>
                    <a:pt x="1914474" y="3051505"/>
                  </a:lnTo>
                  <a:lnTo>
                    <a:pt x="1914568" y="3051505"/>
                  </a:lnTo>
                  <a:lnTo>
                    <a:pt x="1914662" y="3051505"/>
                  </a:lnTo>
                  <a:lnTo>
                    <a:pt x="1914756" y="3051505"/>
                  </a:lnTo>
                  <a:lnTo>
                    <a:pt x="1914850" y="3051505"/>
                  </a:lnTo>
                  <a:lnTo>
                    <a:pt x="1914944" y="3051505"/>
                  </a:lnTo>
                  <a:lnTo>
                    <a:pt x="1915038" y="3051505"/>
                  </a:lnTo>
                  <a:lnTo>
                    <a:pt x="1915132" y="3051505"/>
                  </a:lnTo>
                  <a:lnTo>
                    <a:pt x="1915226" y="3051505"/>
                  </a:lnTo>
                  <a:lnTo>
                    <a:pt x="1915320" y="3051505"/>
                  </a:lnTo>
                  <a:lnTo>
                    <a:pt x="1915414" y="3051505"/>
                  </a:lnTo>
                  <a:lnTo>
                    <a:pt x="1915508" y="3051505"/>
                  </a:lnTo>
                  <a:lnTo>
                    <a:pt x="1915602" y="3051505"/>
                  </a:lnTo>
                  <a:lnTo>
                    <a:pt x="1915696" y="3051505"/>
                  </a:lnTo>
                  <a:lnTo>
                    <a:pt x="1915790" y="3051505"/>
                  </a:lnTo>
                  <a:lnTo>
                    <a:pt x="1915884" y="3051505"/>
                  </a:lnTo>
                  <a:lnTo>
                    <a:pt x="1915978" y="3051505"/>
                  </a:lnTo>
                  <a:lnTo>
                    <a:pt x="1916072" y="3051505"/>
                  </a:lnTo>
                  <a:lnTo>
                    <a:pt x="1916166" y="3051505"/>
                  </a:lnTo>
                  <a:lnTo>
                    <a:pt x="1916260" y="3051505"/>
                  </a:lnTo>
                  <a:lnTo>
                    <a:pt x="1916354" y="3051505"/>
                  </a:lnTo>
                  <a:lnTo>
                    <a:pt x="1916448" y="3051505"/>
                  </a:lnTo>
                  <a:lnTo>
                    <a:pt x="1916542" y="3051505"/>
                  </a:lnTo>
                  <a:lnTo>
                    <a:pt x="1916636" y="3051505"/>
                  </a:lnTo>
                  <a:lnTo>
                    <a:pt x="1916730" y="3051505"/>
                  </a:lnTo>
                  <a:lnTo>
                    <a:pt x="1916824" y="3051505"/>
                  </a:lnTo>
                  <a:lnTo>
                    <a:pt x="1916918" y="3051505"/>
                  </a:lnTo>
                  <a:lnTo>
                    <a:pt x="1917012" y="3051505"/>
                  </a:lnTo>
                  <a:lnTo>
                    <a:pt x="1917106" y="3051505"/>
                  </a:lnTo>
                  <a:lnTo>
                    <a:pt x="1917200" y="3051505"/>
                  </a:lnTo>
                  <a:lnTo>
                    <a:pt x="1917294" y="3051505"/>
                  </a:lnTo>
                  <a:lnTo>
                    <a:pt x="1917388" y="3051505"/>
                  </a:lnTo>
                  <a:lnTo>
                    <a:pt x="1917483" y="3051505"/>
                  </a:lnTo>
                  <a:lnTo>
                    <a:pt x="1917577" y="3051505"/>
                  </a:lnTo>
                  <a:lnTo>
                    <a:pt x="1917671" y="3051505"/>
                  </a:lnTo>
                  <a:lnTo>
                    <a:pt x="1917765" y="3051505"/>
                  </a:lnTo>
                  <a:lnTo>
                    <a:pt x="1917859" y="3051505"/>
                  </a:lnTo>
                  <a:lnTo>
                    <a:pt x="1917953" y="3051505"/>
                  </a:lnTo>
                  <a:lnTo>
                    <a:pt x="1918047" y="3051505"/>
                  </a:lnTo>
                  <a:lnTo>
                    <a:pt x="1918141" y="3051505"/>
                  </a:lnTo>
                  <a:lnTo>
                    <a:pt x="1918235" y="3051505"/>
                  </a:lnTo>
                  <a:lnTo>
                    <a:pt x="1918329" y="3051505"/>
                  </a:lnTo>
                  <a:lnTo>
                    <a:pt x="1918423" y="3051505"/>
                  </a:lnTo>
                  <a:lnTo>
                    <a:pt x="1918517" y="3051505"/>
                  </a:lnTo>
                  <a:lnTo>
                    <a:pt x="1918611" y="3051505"/>
                  </a:lnTo>
                  <a:lnTo>
                    <a:pt x="1918705" y="3051505"/>
                  </a:lnTo>
                  <a:lnTo>
                    <a:pt x="1918799" y="3051505"/>
                  </a:lnTo>
                  <a:lnTo>
                    <a:pt x="1918893" y="3051505"/>
                  </a:lnTo>
                  <a:lnTo>
                    <a:pt x="1918987" y="3051505"/>
                  </a:lnTo>
                  <a:lnTo>
                    <a:pt x="1919081" y="3051505"/>
                  </a:lnTo>
                  <a:lnTo>
                    <a:pt x="1919175" y="3051505"/>
                  </a:lnTo>
                  <a:lnTo>
                    <a:pt x="1919269" y="3051505"/>
                  </a:lnTo>
                  <a:lnTo>
                    <a:pt x="1919363" y="3051505"/>
                  </a:lnTo>
                  <a:lnTo>
                    <a:pt x="1919457" y="3051505"/>
                  </a:lnTo>
                  <a:lnTo>
                    <a:pt x="1919551" y="3051505"/>
                  </a:lnTo>
                  <a:lnTo>
                    <a:pt x="1919645" y="3051505"/>
                  </a:lnTo>
                  <a:lnTo>
                    <a:pt x="1919739" y="3051505"/>
                  </a:lnTo>
                  <a:lnTo>
                    <a:pt x="1919833" y="3051505"/>
                  </a:lnTo>
                  <a:lnTo>
                    <a:pt x="1919927" y="3051505"/>
                  </a:lnTo>
                  <a:lnTo>
                    <a:pt x="1919927" y="3046226"/>
                  </a:lnTo>
                  <a:lnTo>
                    <a:pt x="1920021" y="3046226"/>
                  </a:lnTo>
                  <a:lnTo>
                    <a:pt x="1920115" y="3046226"/>
                  </a:lnTo>
                  <a:lnTo>
                    <a:pt x="1920209" y="3046226"/>
                  </a:lnTo>
                  <a:lnTo>
                    <a:pt x="1920303" y="3046226"/>
                  </a:lnTo>
                  <a:lnTo>
                    <a:pt x="1920397" y="3046226"/>
                  </a:lnTo>
                  <a:lnTo>
                    <a:pt x="1920491" y="3046226"/>
                  </a:lnTo>
                  <a:lnTo>
                    <a:pt x="1920585" y="3046226"/>
                  </a:lnTo>
                  <a:lnTo>
                    <a:pt x="1920679" y="3046226"/>
                  </a:lnTo>
                  <a:lnTo>
                    <a:pt x="1920773" y="3046226"/>
                  </a:lnTo>
                  <a:lnTo>
                    <a:pt x="1920867" y="3046226"/>
                  </a:lnTo>
                  <a:lnTo>
                    <a:pt x="1920962" y="3046226"/>
                  </a:lnTo>
                  <a:lnTo>
                    <a:pt x="1921056" y="3046226"/>
                  </a:lnTo>
                  <a:lnTo>
                    <a:pt x="1921150" y="3046226"/>
                  </a:lnTo>
                  <a:lnTo>
                    <a:pt x="1921244" y="3046226"/>
                  </a:lnTo>
                  <a:lnTo>
                    <a:pt x="1921338" y="3046226"/>
                  </a:lnTo>
                  <a:lnTo>
                    <a:pt x="1921338" y="3040946"/>
                  </a:lnTo>
                  <a:lnTo>
                    <a:pt x="1921432" y="3040946"/>
                  </a:lnTo>
                  <a:lnTo>
                    <a:pt x="1921526" y="3040946"/>
                  </a:lnTo>
                  <a:lnTo>
                    <a:pt x="1921620" y="3040946"/>
                  </a:lnTo>
                  <a:lnTo>
                    <a:pt x="1921714" y="3040946"/>
                  </a:lnTo>
                  <a:lnTo>
                    <a:pt x="1921714" y="3035667"/>
                  </a:lnTo>
                  <a:lnTo>
                    <a:pt x="1921808" y="3035667"/>
                  </a:lnTo>
                  <a:lnTo>
                    <a:pt x="1921902" y="3035667"/>
                  </a:lnTo>
                  <a:lnTo>
                    <a:pt x="1921996" y="3035667"/>
                  </a:lnTo>
                  <a:lnTo>
                    <a:pt x="1922090" y="3035667"/>
                  </a:lnTo>
                  <a:lnTo>
                    <a:pt x="1922184" y="3035667"/>
                  </a:lnTo>
                  <a:lnTo>
                    <a:pt x="1922278" y="3035667"/>
                  </a:lnTo>
                  <a:lnTo>
                    <a:pt x="1922372" y="3035667"/>
                  </a:lnTo>
                  <a:lnTo>
                    <a:pt x="1922466" y="3035667"/>
                  </a:lnTo>
                  <a:lnTo>
                    <a:pt x="1922560" y="3035667"/>
                  </a:lnTo>
                  <a:lnTo>
                    <a:pt x="1922654" y="3035667"/>
                  </a:lnTo>
                  <a:lnTo>
                    <a:pt x="1922748" y="3035667"/>
                  </a:lnTo>
                  <a:lnTo>
                    <a:pt x="1922842" y="3035667"/>
                  </a:lnTo>
                  <a:lnTo>
                    <a:pt x="1922936" y="3035667"/>
                  </a:lnTo>
                  <a:lnTo>
                    <a:pt x="1923030" y="3035667"/>
                  </a:lnTo>
                  <a:lnTo>
                    <a:pt x="1923124" y="3035667"/>
                  </a:lnTo>
                  <a:lnTo>
                    <a:pt x="1923218" y="3035667"/>
                  </a:lnTo>
                  <a:lnTo>
                    <a:pt x="1923312" y="3035667"/>
                  </a:lnTo>
                  <a:lnTo>
                    <a:pt x="1923406" y="3035667"/>
                  </a:lnTo>
                  <a:lnTo>
                    <a:pt x="1923500" y="3035667"/>
                  </a:lnTo>
                  <a:lnTo>
                    <a:pt x="1923594" y="3035667"/>
                  </a:lnTo>
                  <a:lnTo>
                    <a:pt x="1923688" y="3035667"/>
                  </a:lnTo>
                  <a:lnTo>
                    <a:pt x="1923782" y="3035667"/>
                  </a:lnTo>
                  <a:lnTo>
                    <a:pt x="1923876" y="3035667"/>
                  </a:lnTo>
                  <a:lnTo>
                    <a:pt x="1923970" y="3035667"/>
                  </a:lnTo>
                  <a:lnTo>
                    <a:pt x="1924064" y="3035667"/>
                  </a:lnTo>
                  <a:lnTo>
                    <a:pt x="1924158" y="3035667"/>
                  </a:lnTo>
                  <a:lnTo>
                    <a:pt x="1924252" y="3035667"/>
                  </a:lnTo>
                  <a:lnTo>
                    <a:pt x="1924346" y="3035667"/>
                  </a:lnTo>
                  <a:lnTo>
                    <a:pt x="1924440" y="3035667"/>
                  </a:lnTo>
                  <a:lnTo>
                    <a:pt x="1924535" y="3035667"/>
                  </a:lnTo>
                  <a:lnTo>
                    <a:pt x="1924629" y="3035667"/>
                  </a:lnTo>
                  <a:lnTo>
                    <a:pt x="1924723" y="3035667"/>
                  </a:lnTo>
                  <a:lnTo>
                    <a:pt x="1924817" y="3035667"/>
                  </a:lnTo>
                  <a:lnTo>
                    <a:pt x="1924911" y="3035667"/>
                  </a:lnTo>
                  <a:lnTo>
                    <a:pt x="1925005" y="3035667"/>
                  </a:lnTo>
                  <a:lnTo>
                    <a:pt x="1925099" y="3035667"/>
                  </a:lnTo>
                  <a:lnTo>
                    <a:pt x="1925193" y="3035667"/>
                  </a:lnTo>
                  <a:lnTo>
                    <a:pt x="1925287" y="3035667"/>
                  </a:lnTo>
                  <a:lnTo>
                    <a:pt x="1925381" y="3035667"/>
                  </a:lnTo>
                  <a:lnTo>
                    <a:pt x="1925475" y="3035667"/>
                  </a:lnTo>
                  <a:lnTo>
                    <a:pt x="1925569" y="3035667"/>
                  </a:lnTo>
                  <a:lnTo>
                    <a:pt x="1925663" y="3035667"/>
                  </a:lnTo>
                  <a:lnTo>
                    <a:pt x="1925757" y="3035667"/>
                  </a:lnTo>
                  <a:lnTo>
                    <a:pt x="1925851" y="3035667"/>
                  </a:lnTo>
                  <a:lnTo>
                    <a:pt x="1925945" y="3035667"/>
                  </a:lnTo>
                  <a:lnTo>
                    <a:pt x="1926039" y="3035667"/>
                  </a:lnTo>
                  <a:lnTo>
                    <a:pt x="1926133" y="3035667"/>
                  </a:lnTo>
                  <a:lnTo>
                    <a:pt x="1926227" y="3035667"/>
                  </a:lnTo>
                  <a:lnTo>
                    <a:pt x="1926321" y="3035667"/>
                  </a:lnTo>
                  <a:lnTo>
                    <a:pt x="1926415" y="3035667"/>
                  </a:lnTo>
                  <a:lnTo>
                    <a:pt x="1926509" y="3035667"/>
                  </a:lnTo>
                  <a:lnTo>
                    <a:pt x="1926603" y="3035667"/>
                  </a:lnTo>
                  <a:lnTo>
                    <a:pt x="1926697" y="3035667"/>
                  </a:lnTo>
                  <a:lnTo>
                    <a:pt x="1926791" y="3035667"/>
                  </a:lnTo>
                  <a:lnTo>
                    <a:pt x="1926885" y="3035667"/>
                  </a:lnTo>
                  <a:lnTo>
                    <a:pt x="1926979" y="3035667"/>
                  </a:lnTo>
                  <a:lnTo>
                    <a:pt x="1927073" y="3035667"/>
                  </a:lnTo>
                  <a:lnTo>
                    <a:pt x="1927167" y="3035667"/>
                  </a:lnTo>
                  <a:lnTo>
                    <a:pt x="1927261" y="3035667"/>
                  </a:lnTo>
                  <a:lnTo>
                    <a:pt x="1927355" y="3035667"/>
                  </a:lnTo>
                  <a:lnTo>
                    <a:pt x="1927449" y="3035667"/>
                  </a:lnTo>
                  <a:lnTo>
                    <a:pt x="1927543" y="3035667"/>
                  </a:lnTo>
                  <a:lnTo>
                    <a:pt x="1927637" y="3035667"/>
                  </a:lnTo>
                  <a:lnTo>
                    <a:pt x="1927731" y="3035667"/>
                  </a:lnTo>
                  <a:lnTo>
                    <a:pt x="1927825" y="3035667"/>
                  </a:lnTo>
                  <a:lnTo>
                    <a:pt x="1927919" y="3035667"/>
                  </a:lnTo>
                  <a:lnTo>
                    <a:pt x="1928013" y="3035667"/>
                  </a:lnTo>
                  <a:lnTo>
                    <a:pt x="1928108" y="3035667"/>
                  </a:lnTo>
                  <a:lnTo>
                    <a:pt x="1928202" y="3035667"/>
                  </a:lnTo>
                  <a:lnTo>
                    <a:pt x="1928296" y="3035667"/>
                  </a:lnTo>
                  <a:lnTo>
                    <a:pt x="1928390" y="3035667"/>
                  </a:lnTo>
                  <a:lnTo>
                    <a:pt x="1928484" y="3035667"/>
                  </a:lnTo>
                  <a:lnTo>
                    <a:pt x="1928578" y="3035667"/>
                  </a:lnTo>
                  <a:lnTo>
                    <a:pt x="1928672" y="3035667"/>
                  </a:lnTo>
                  <a:lnTo>
                    <a:pt x="1928766" y="3035667"/>
                  </a:lnTo>
                  <a:lnTo>
                    <a:pt x="1928860" y="3035667"/>
                  </a:lnTo>
                  <a:lnTo>
                    <a:pt x="1928954" y="3035667"/>
                  </a:lnTo>
                  <a:lnTo>
                    <a:pt x="1929048" y="3035667"/>
                  </a:lnTo>
                  <a:lnTo>
                    <a:pt x="1929142" y="3035667"/>
                  </a:lnTo>
                  <a:lnTo>
                    <a:pt x="1929236" y="3035667"/>
                  </a:lnTo>
                  <a:lnTo>
                    <a:pt x="1929330" y="3035667"/>
                  </a:lnTo>
                  <a:lnTo>
                    <a:pt x="1929424" y="3035667"/>
                  </a:lnTo>
                  <a:lnTo>
                    <a:pt x="1929518" y="3035667"/>
                  </a:lnTo>
                  <a:lnTo>
                    <a:pt x="1929612" y="3035667"/>
                  </a:lnTo>
                  <a:lnTo>
                    <a:pt x="1929706" y="3035667"/>
                  </a:lnTo>
                  <a:lnTo>
                    <a:pt x="1929800" y="3035667"/>
                  </a:lnTo>
                  <a:lnTo>
                    <a:pt x="1929894" y="3035667"/>
                  </a:lnTo>
                  <a:lnTo>
                    <a:pt x="1929988" y="3035667"/>
                  </a:lnTo>
                  <a:lnTo>
                    <a:pt x="1930082" y="3035667"/>
                  </a:lnTo>
                  <a:lnTo>
                    <a:pt x="1930176" y="3035667"/>
                  </a:lnTo>
                  <a:lnTo>
                    <a:pt x="1930270" y="3035667"/>
                  </a:lnTo>
                  <a:lnTo>
                    <a:pt x="1930364" y="3035667"/>
                  </a:lnTo>
                  <a:lnTo>
                    <a:pt x="1930458" y="3035667"/>
                  </a:lnTo>
                  <a:lnTo>
                    <a:pt x="1930552" y="3035667"/>
                  </a:lnTo>
                  <a:lnTo>
                    <a:pt x="1930646" y="3035667"/>
                  </a:lnTo>
                  <a:lnTo>
                    <a:pt x="1930740" y="3035667"/>
                  </a:lnTo>
                  <a:lnTo>
                    <a:pt x="1930834" y="3035667"/>
                  </a:lnTo>
                  <a:lnTo>
                    <a:pt x="1930928" y="3035667"/>
                  </a:lnTo>
                  <a:lnTo>
                    <a:pt x="1931022" y="3035667"/>
                  </a:lnTo>
                  <a:lnTo>
                    <a:pt x="1931116" y="3035667"/>
                  </a:lnTo>
                  <a:lnTo>
                    <a:pt x="1931210" y="3035667"/>
                  </a:lnTo>
                  <a:lnTo>
                    <a:pt x="1931304" y="3035667"/>
                  </a:lnTo>
                  <a:lnTo>
                    <a:pt x="1931398" y="3035667"/>
                  </a:lnTo>
                  <a:lnTo>
                    <a:pt x="1931492" y="3035667"/>
                  </a:lnTo>
                  <a:lnTo>
                    <a:pt x="1931492" y="3030387"/>
                  </a:lnTo>
                  <a:lnTo>
                    <a:pt x="1931587" y="3030387"/>
                  </a:lnTo>
                  <a:lnTo>
                    <a:pt x="1931681" y="3030387"/>
                  </a:lnTo>
                  <a:lnTo>
                    <a:pt x="1931775" y="3030387"/>
                  </a:lnTo>
                  <a:lnTo>
                    <a:pt x="1931869" y="3030387"/>
                  </a:lnTo>
                  <a:lnTo>
                    <a:pt x="1931963" y="3030387"/>
                  </a:lnTo>
                  <a:lnTo>
                    <a:pt x="1932057" y="3030387"/>
                  </a:lnTo>
                  <a:lnTo>
                    <a:pt x="1932151" y="3030387"/>
                  </a:lnTo>
                  <a:lnTo>
                    <a:pt x="1932245" y="3030387"/>
                  </a:lnTo>
                  <a:lnTo>
                    <a:pt x="1932339" y="3030387"/>
                  </a:lnTo>
                  <a:lnTo>
                    <a:pt x="1932433" y="3030387"/>
                  </a:lnTo>
                  <a:lnTo>
                    <a:pt x="1932527" y="3030387"/>
                  </a:lnTo>
                  <a:lnTo>
                    <a:pt x="1932621" y="3030387"/>
                  </a:lnTo>
                  <a:lnTo>
                    <a:pt x="1932715" y="3030387"/>
                  </a:lnTo>
                  <a:lnTo>
                    <a:pt x="1932809" y="3030387"/>
                  </a:lnTo>
                  <a:lnTo>
                    <a:pt x="1932903" y="3030387"/>
                  </a:lnTo>
                  <a:lnTo>
                    <a:pt x="1932997" y="3030387"/>
                  </a:lnTo>
                  <a:lnTo>
                    <a:pt x="1933091" y="3030387"/>
                  </a:lnTo>
                  <a:lnTo>
                    <a:pt x="1933185" y="3030387"/>
                  </a:lnTo>
                  <a:lnTo>
                    <a:pt x="1933279" y="3030387"/>
                  </a:lnTo>
                  <a:lnTo>
                    <a:pt x="1933373" y="3030387"/>
                  </a:lnTo>
                  <a:lnTo>
                    <a:pt x="1933467" y="3030387"/>
                  </a:lnTo>
                  <a:lnTo>
                    <a:pt x="1933561" y="3030387"/>
                  </a:lnTo>
                  <a:lnTo>
                    <a:pt x="1933655" y="3030387"/>
                  </a:lnTo>
                  <a:lnTo>
                    <a:pt x="1933655" y="3025108"/>
                  </a:lnTo>
                  <a:lnTo>
                    <a:pt x="1933749" y="3025108"/>
                  </a:lnTo>
                  <a:lnTo>
                    <a:pt x="1933843" y="3025108"/>
                  </a:lnTo>
                  <a:lnTo>
                    <a:pt x="1933937" y="3025108"/>
                  </a:lnTo>
                  <a:lnTo>
                    <a:pt x="1934031" y="3025108"/>
                  </a:lnTo>
                  <a:lnTo>
                    <a:pt x="1934125" y="3025108"/>
                  </a:lnTo>
                  <a:lnTo>
                    <a:pt x="1934219" y="3025108"/>
                  </a:lnTo>
                  <a:lnTo>
                    <a:pt x="1934313" y="3025108"/>
                  </a:lnTo>
                  <a:lnTo>
                    <a:pt x="1934407" y="3025108"/>
                  </a:lnTo>
                  <a:lnTo>
                    <a:pt x="1934501" y="3025108"/>
                  </a:lnTo>
                  <a:lnTo>
                    <a:pt x="1934595" y="3025108"/>
                  </a:lnTo>
                  <a:lnTo>
                    <a:pt x="1934689" y="3025108"/>
                  </a:lnTo>
                  <a:lnTo>
                    <a:pt x="1934783" y="3025108"/>
                  </a:lnTo>
                  <a:lnTo>
                    <a:pt x="1934877" y="3025108"/>
                  </a:lnTo>
                  <a:lnTo>
                    <a:pt x="1934971" y="3025108"/>
                  </a:lnTo>
                  <a:lnTo>
                    <a:pt x="1935065" y="3025108"/>
                  </a:lnTo>
                  <a:lnTo>
                    <a:pt x="1935160" y="3025108"/>
                  </a:lnTo>
                  <a:lnTo>
                    <a:pt x="1935254" y="3025108"/>
                  </a:lnTo>
                  <a:lnTo>
                    <a:pt x="1935348" y="3025108"/>
                  </a:lnTo>
                  <a:lnTo>
                    <a:pt x="1935442" y="3025108"/>
                  </a:lnTo>
                  <a:lnTo>
                    <a:pt x="1935536" y="3025108"/>
                  </a:lnTo>
                  <a:lnTo>
                    <a:pt x="1935630" y="3025108"/>
                  </a:lnTo>
                  <a:lnTo>
                    <a:pt x="1935724" y="3025108"/>
                  </a:lnTo>
                  <a:lnTo>
                    <a:pt x="1935818" y="3025108"/>
                  </a:lnTo>
                  <a:lnTo>
                    <a:pt x="1935912" y="3025108"/>
                  </a:lnTo>
                  <a:lnTo>
                    <a:pt x="1936006" y="3025108"/>
                  </a:lnTo>
                  <a:lnTo>
                    <a:pt x="1936100" y="3025108"/>
                  </a:lnTo>
                  <a:lnTo>
                    <a:pt x="1936194" y="3025108"/>
                  </a:lnTo>
                  <a:lnTo>
                    <a:pt x="1936288" y="3025108"/>
                  </a:lnTo>
                  <a:lnTo>
                    <a:pt x="1936382" y="3025108"/>
                  </a:lnTo>
                  <a:lnTo>
                    <a:pt x="1936476" y="3025108"/>
                  </a:lnTo>
                  <a:lnTo>
                    <a:pt x="1936570" y="3025108"/>
                  </a:lnTo>
                  <a:lnTo>
                    <a:pt x="1936664" y="3025108"/>
                  </a:lnTo>
                  <a:lnTo>
                    <a:pt x="1936758" y="3025108"/>
                  </a:lnTo>
                  <a:lnTo>
                    <a:pt x="1936852" y="3025108"/>
                  </a:lnTo>
                  <a:lnTo>
                    <a:pt x="1936946" y="3025108"/>
                  </a:lnTo>
                  <a:lnTo>
                    <a:pt x="1937040" y="3025108"/>
                  </a:lnTo>
                  <a:lnTo>
                    <a:pt x="1937134" y="3025108"/>
                  </a:lnTo>
                  <a:lnTo>
                    <a:pt x="1937228" y="3025108"/>
                  </a:lnTo>
                  <a:lnTo>
                    <a:pt x="1937322" y="3025108"/>
                  </a:lnTo>
                  <a:lnTo>
                    <a:pt x="1937416" y="3025108"/>
                  </a:lnTo>
                  <a:lnTo>
                    <a:pt x="1937510" y="3025108"/>
                  </a:lnTo>
                  <a:lnTo>
                    <a:pt x="1937604" y="3025108"/>
                  </a:lnTo>
                  <a:lnTo>
                    <a:pt x="1937698" y="3025108"/>
                  </a:lnTo>
                  <a:lnTo>
                    <a:pt x="1937792" y="3025108"/>
                  </a:lnTo>
                  <a:lnTo>
                    <a:pt x="1937886" y="3025108"/>
                  </a:lnTo>
                  <a:lnTo>
                    <a:pt x="1937980" y="3025108"/>
                  </a:lnTo>
                  <a:lnTo>
                    <a:pt x="1938074" y="3025108"/>
                  </a:lnTo>
                  <a:lnTo>
                    <a:pt x="1938168" y="3025108"/>
                  </a:lnTo>
                  <a:lnTo>
                    <a:pt x="1938262" y="3025108"/>
                  </a:lnTo>
                  <a:lnTo>
                    <a:pt x="1938356" y="3025108"/>
                  </a:lnTo>
                  <a:lnTo>
                    <a:pt x="1938450" y="3025108"/>
                  </a:lnTo>
                  <a:lnTo>
                    <a:pt x="1938544" y="3025108"/>
                  </a:lnTo>
                  <a:lnTo>
                    <a:pt x="1938638" y="3025108"/>
                  </a:lnTo>
                  <a:lnTo>
                    <a:pt x="1938733" y="3025108"/>
                  </a:lnTo>
                  <a:lnTo>
                    <a:pt x="1938827" y="3025108"/>
                  </a:lnTo>
                  <a:lnTo>
                    <a:pt x="1938921" y="3025108"/>
                  </a:lnTo>
                  <a:lnTo>
                    <a:pt x="1939015" y="3025108"/>
                  </a:lnTo>
                  <a:lnTo>
                    <a:pt x="1939109" y="3025108"/>
                  </a:lnTo>
                  <a:lnTo>
                    <a:pt x="1939203" y="3025108"/>
                  </a:lnTo>
                  <a:lnTo>
                    <a:pt x="1939297" y="3025108"/>
                  </a:lnTo>
                  <a:lnTo>
                    <a:pt x="1939391" y="3025108"/>
                  </a:lnTo>
                  <a:lnTo>
                    <a:pt x="1939485" y="3025108"/>
                  </a:lnTo>
                  <a:lnTo>
                    <a:pt x="1939579" y="3025108"/>
                  </a:lnTo>
                  <a:lnTo>
                    <a:pt x="1939673" y="3025108"/>
                  </a:lnTo>
                  <a:lnTo>
                    <a:pt x="1939767" y="3025108"/>
                  </a:lnTo>
                  <a:lnTo>
                    <a:pt x="1939861" y="3025108"/>
                  </a:lnTo>
                  <a:lnTo>
                    <a:pt x="1939955" y="3025108"/>
                  </a:lnTo>
                  <a:lnTo>
                    <a:pt x="1940049" y="3025108"/>
                  </a:lnTo>
                  <a:lnTo>
                    <a:pt x="1940143" y="3025108"/>
                  </a:lnTo>
                  <a:lnTo>
                    <a:pt x="1940237" y="3025108"/>
                  </a:lnTo>
                  <a:lnTo>
                    <a:pt x="1940331" y="3025108"/>
                  </a:lnTo>
                  <a:lnTo>
                    <a:pt x="1940425" y="3025108"/>
                  </a:lnTo>
                  <a:lnTo>
                    <a:pt x="1940519" y="3025108"/>
                  </a:lnTo>
                  <a:lnTo>
                    <a:pt x="1940613" y="3025108"/>
                  </a:lnTo>
                  <a:lnTo>
                    <a:pt x="1940707" y="3025108"/>
                  </a:lnTo>
                  <a:lnTo>
                    <a:pt x="1940801" y="3025108"/>
                  </a:lnTo>
                  <a:lnTo>
                    <a:pt x="1940895" y="3025108"/>
                  </a:lnTo>
                  <a:lnTo>
                    <a:pt x="1940989" y="3025108"/>
                  </a:lnTo>
                  <a:lnTo>
                    <a:pt x="1941083" y="3025108"/>
                  </a:lnTo>
                  <a:lnTo>
                    <a:pt x="1941177" y="3025108"/>
                  </a:lnTo>
                  <a:lnTo>
                    <a:pt x="1941271" y="3025108"/>
                  </a:lnTo>
                  <a:lnTo>
                    <a:pt x="1941365" y="3025108"/>
                  </a:lnTo>
                  <a:lnTo>
                    <a:pt x="1941459" y="3025108"/>
                  </a:lnTo>
                  <a:lnTo>
                    <a:pt x="1941553" y="3025108"/>
                  </a:lnTo>
                  <a:lnTo>
                    <a:pt x="1941647" y="3025108"/>
                  </a:lnTo>
                  <a:lnTo>
                    <a:pt x="1941741" y="3025108"/>
                  </a:lnTo>
                  <a:lnTo>
                    <a:pt x="1941835" y="3025108"/>
                  </a:lnTo>
                  <a:lnTo>
                    <a:pt x="1941835" y="3019829"/>
                  </a:lnTo>
                  <a:lnTo>
                    <a:pt x="1941929" y="3019829"/>
                  </a:lnTo>
                  <a:lnTo>
                    <a:pt x="1942023" y="3019829"/>
                  </a:lnTo>
                  <a:lnTo>
                    <a:pt x="1942117" y="3019829"/>
                  </a:lnTo>
                  <a:lnTo>
                    <a:pt x="1942212" y="3019829"/>
                  </a:lnTo>
                  <a:lnTo>
                    <a:pt x="1942306" y="3019829"/>
                  </a:lnTo>
                  <a:lnTo>
                    <a:pt x="1942400" y="3019829"/>
                  </a:lnTo>
                  <a:lnTo>
                    <a:pt x="1942494" y="3019829"/>
                  </a:lnTo>
                  <a:lnTo>
                    <a:pt x="1942588" y="3019829"/>
                  </a:lnTo>
                  <a:lnTo>
                    <a:pt x="1942682" y="3019829"/>
                  </a:lnTo>
                  <a:lnTo>
                    <a:pt x="1942776" y="3019829"/>
                  </a:lnTo>
                  <a:lnTo>
                    <a:pt x="1942870" y="3019829"/>
                  </a:lnTo>
                  <a:lnTo>
                    <a:pt x="1942964" y="3019829"/>
                  </a:lnTo>
                  <a:lnTo>
                    <a:pt x="1943058" y="3019829"/>
                  </a:lnTo>
                  <a:lnTo>
                    <a:pt x="1943152" y="3019829"/>
                  </a:lnTo>
                  <a:lnTo>
                    <a:pt x="1943246" y="3019829"/>
                  </a:lnTo>
                  <a:lnTo>
                    <a:pt x="1943340" y="3019829"/>
                  </a:lnTo>
                  <a:lnTo>
                    <a:pt x="1943434" y="3019829"/>
                  </a:lnTo>
                  <a:lnTo>
                    <a:pt x="1943528" y="3019829"/>
                  </a:lnTo>
                  <a:lnTo>
                    <a:pt x="1943622" y="3019829"/>
                  </a:lnTo>
                  <a:lnTo>
                    <a:pt x="1943716" y="3019829"/>
                  </a:lnTo>
                  <a:lnTo>
                    <a:pt x="1943810" y="3019829"/>
                  </a:lnTo>
                  <a:lnTo>
                    <a:pt x="1943904" y="3019829"/>
                  </a:lnTo>
                  <a:lnTo>
                    <a:pt x="1943998" y="3019829"/>
                  </a:lnTo>
                  <a:lnTo>
                    <a:pt x="1944092" y="3019829"/>
                  </a:lnTo>
                  <a:lnTo>
                    <a:pt x="1944186" y="3019829"/>
                  </a:lnTo>
                  <a:lnTo>
                    <a:pt x="1944280" y="3019829"/>
                  </a:lnTo>
                  <a:lnTo>
                    <a:pt x="1944374" y="3019829"/>
                  </a:lnTo>
                  <a:lnTo>
                    <a:pt x="1944468" y="3019829"/>
                  </a:lnTo>
                  <a:lnTo>
                    <a:pt x="1944562" y="3019829"/>
                  </a:lnTo>
                  <a:lnTo>
                    <a:pt x="1944656" y="3019829"/>
                  </a:lnTo>
                  <a:lnTo>
                    <a:pt x="1944750" y="3019829"/>
                  </a:lnTo>
                  <a:lnTo>
                    <a:pt x="1944844" y="3019829"/>
                  </a:lnTo>
                  <a:lnTo>
                    <a:pt x="1944938" y="3019829"/>
                  </a:lnTo>
                  <a:lnTo>
                    <a:pt x="1945032" y="3019829"/>
                  </a:lnTo>
                  <a:lnTo>
                    <a:pt x="1945126" y="3019829"/>
                  </a:lnTo>
                  <a:lnTo>
                    <a:pt x="1945220" y="3019829"/>
                  </a:lnTo>
                  <a:lnTo>
                    <a:pt x="1945314" y="3019829"/>
                  </a:lnTo>
                  <a:lnTo>
                    <a:pt x="1945408" y="3019829"/>
                  </a:lnTo>
                  <a:lnTo>
                    <a:pt x="1945502" y="3019829"/>
                  </a:lnTo>
                  <a:lnTo>
                    <a:pt x="1945596" y="3019829"/>
                  </a:lnTo>
                  <a:lnTo>
                    <a:pt x="1945690" y="3019829"/>
                  </a:lnTo>
                  <a:lnTo>
                    <a:pt x="1945785" y="3019829"/>
                  </a:lnTo>
                  <a:lnTo>
                    <a:pt x="1945879" y="3019829"/>
                  </a:lnTo>
                  <a:lnTo>
                    <a:pt x="1945973" y="3019829"/>
                  </a:lnTo>
                  <a:lnTo>
                    <a:pt x="1946067" y="3019829"/>
                  </a:lnTo>
                  <a:lnTo>
                    <a:pt x="1946161" y="3019829"/>
                  </a:lnTo>
                  <a:lnTo>
                    <a:pt x="1946255" y="3019829"/>
                  </a:lnTo>
                  <a:lnTo>
                    <a:pt x="1946349" y="3019829"/>
                  </a:lnTo>
                  <a:lnTo>
                    <a:pt x="1946443" y="3019829"/>
                  </a:lnTo>
                  <a:lnTo>
                    <a:pt x="1946537" y="3019829"/>
                  </a:lnTo>
                  <a:lnTo>
                    <a:pt x="1946631" y="3019829"/>
                  </a:lnTo>
                  <a:lnTo>
                    <a:pt x="1946725" y="3019829"/>
                  </a:lnTo>
                  <a:lnTo>
                    <a:pt x="1946819" y="3019829"/>
                  </a:lnTo>
                  <a:lnTo>
                    <a:pt x="1946913" y="3019829"/>
                  </a:lnTo>
                  <a:lnTo>
                    <a:pt x="1947007" y="3019829"/>
                  </a:lnTo>
                  <a:lnTo>
                    <a:pt x="1947101" y="3019829"/>
                  </a:lnTo>
                  <a:lnTo>
                    <a:pt x="1947195" y="3019829"/>
                  </a:lnTo>
                  <a:lnTo>
                    <a:pt x="1947289" y="3019829"/>
                  </a:lnTo>
                  <a:lnTo>
                    <a:pt x="1947383" y="3019829"/>
                  </a:lnTo>
                  <a:lnTo>
                    <a:pt x="1947477" y="3019829"/>
                  </a:lnTo>
                  <a:lnTo>
                    <a:pt x="1947571" y="3019829"/>
                  </a:lnTo>
                  <a:lnTo>
                    <a:pt x="1947665" y="3019829"/>
                  </a:lnTo>
                  <a:lnTo>
                    <a:pt x="1947759" y="3019829"/>
                  </a:lnTo>
                  <a:lnTo>
                    <a:pt x="1947853" y="3019829"/>
                  </a:lnTo>
                  <a:lnTo>
                    <a:pt x="1947947" y="3019829"/>
                  </a:lnTo>
                  <a:lnTo>
                    <a:pt x="1948041" y="3019829"/>
                  </a:lnTo>
                  <a:lnTo>
                    <a:pt x="1948135" y="3019829"/>
                  </a:lnTo>
                  <a:lnTo>
                    <a:pt x="1948229" y="3019829"/>
                  </a:lnTo>
                  <a:lnTo>
                    <a:pt x="1948323" y="3019829"/>
                  </a:lnTo>
                  <a:lnTo>
                    <a:pt x="1948417" y="3019829"/>
                  </a:lnTo>
                  <a:lnTo>
                    <a:pt x="1948511" y="3019829"/>
                  </a:lnTo>
                  <a:lnTo>
                    <a:pt x="1948605" y="3019829"/>
                  </a:lnTo>
                  <a:lnTo>
                    <a:pt x="1948699" y="3019829"/>
                  </a:lnTo>
                  <a:lnTo>
                    <a:pt x="1948793" y="3019829"/>
                  </a:lnTo>
                  <a:lnTo>
                    <a:pt x="1948887" y="3019829"/>
                  </a:lnTo>
                  <a:lnTo>
                    <a:pt x="1948981" y="3019829"/>
                  </a:lnTo>
                  <a:lnTo>
                    <a:pt x="1949075" y="3019829"/>
                  </a:lnTo>
                  <a:lnTo>
                    <a:pt x="1949169" y="3019829"/>
                  </a:lnTo>
                  <a:lnTo>
                    <a:pt x="1949263" y="3019829"/>
                  </a:lnTo>
                  <a:lnTo>
                    <a:pt x="1949358" y="3019829"/>
                  </a:lnTo>
                  <a:lnTo>
                    <a:pt x="1949452" y="3019829"/>
                  </a:lnTo>
                  <a:lnTo>
                    <a:pt x="1949546" y="3019829"/>
                  </a:lnTo>
                  <a:lnTo>
                    <a:pt x="1949640" y="3019829"/>
                  </a:lnTo>
                  <a:lnTo>
                    <a:pt x="1949734" y="3019829"/>
                  </a:lnTo>
                  <a:lnTo>
                    <a:pt x="1949828" y="3019829"/>
                  </a:lnTo>
                  <a:lnTo>
                    <a:pt x="1949922" y="3019829"/>
                  </a:lnTo>
                  <a:lnTo>
                    <a:pt x="1950016" y="3019829"/>
                  </a:lnTo>
                  <a:lnTo>
                    <a:pt x="1950110" y="3019829"/>
                  </a:lnTo>
                  <a:lnTo>
                    <a:pt x="1950204" y="3019829"/>
                  </a:lnTo>
                  <a:lnTo>
                    <a:pt x="1950298" y="3019829"/>
                  </a:lnTo>
                  <a:lnTo>
                    <a:pt x="1950392" y="3019829"/>
                  </a:lnTo>
                  <a:lnTo>
                    <a:pt x="1950486" y="3019829"/>
                  </a:lnTo>
                  <a:lnTo>
                    <a:pt x="1950580" y="3019829"/>
                  </a:lnTo>
                  <a:lnTo>
                    <a:pt x="1950674" y="3019829"/>
                  </a:lnTo>
                  <a:lnTo>
                    <a:pt x="1950768" y="3019829"/>
                  </a:lnTo>
                  <a:lnTo>
                    <a:pt x="1950862" y="3019829"/>
                  </a:lnTo>
                  <a:lnTo>
                    <a:pt x="1950956" y="3019829"/>
                  </a:lnTo>
                  <a:lnTo>
                    <a:pt x="1951050" y="3019829"/>
                  </a:lnTo>
                  <a:lnTo>
                    <a:pt x="1951144" y="3019829"/>
                  </a:lnTo>
                  <a:lnTo>
                    <a:pt x="1951238" y="3019829"/>
                  </a:lnTo>
                  <a:lnTo>
                    <a:pt x="1951332" y="3019829"/>
                  </a:lnTo>
                  <a:lnTo>
                    <a:pt x="1951426" y="3019829"/>
                  </a:lnTo>
                  <a:lnTo>
                    <a:pt x="1951520" y="3019829"/>
                  </a:lnTo>
                  <a:lnTo>
                    <a:pt x="1951614" y="3019829"/>
                  </a:lnTo>
                  <a:lnTo>
                    <a:pt x="1951708" y="3019829"/>
                  </a:lnTo>
                  <a:lnTo>
                    <a:pt x="1951802" y="3019829"/>
                  </a:lnTo>
                  <a:lnTo>
                    <a:pt x="1951896" y="3019829"/>
                  </a:lnTo>
                  <a:lnTo>
                    <a:pt x="1951990" y="3019829"/>
                  </a:lnTo>
                  <a:lnTo>
                    <a:pt x="1952084" y="3019829"/>
                  </a:lnTo>
                  <a:lnTo>
                    <a:pt x="1952178" y="3019829"/>
                  </a:lnTo>
                  <a:lnTo>
                    <a:pt x="1952272" y="3019829"/>
                  </a:lnTo>
                  <a:lnTo>
                    <a:pt x="1952366" y="3019829"/>
                  </a:lnTo>
                  <a:lnTo>
                    <a:pt x="1952460" y="3019829"/>
                  </a:lnTo>
                  <a:lnTo>
                    <a:pt x="1952554" y="3019829"/>
                  </a:lnTo>
                  <a:lnTo>
                    <a:pt x="1952648" y="3019829"/>
                  </a:lnTo>
                  <a:lnTo>
                    <a:pt x="1952742" y="3019829"/>
                  </a:lnTo>
                  <a:lnTo>
                    <a:pt x="1952837" y="3019829"/>
                  </a:lnTo>
                  <a:lnTo>
                    <a:pt x="1952931" y="3019829"/>
                  </a:lnTo>
                  <a:lnTo>
                    <a:pt x="1953025" y="3019829"/>
                  </a:lnTo>
                  <a:lnTo>
                    <a:pt x="1953119" y="3019829"/>
                  </a:lnTo>
                  <a:lnTo>
                    <a:pt x="1953213" y="3019829"/>
                  </a:lnTo>
                  <a:lnTo>
                    <a:pt x="1953307" y="3019829"/>
                  </a:lnTo>
                  <a:lnTo>
                    <a:pt x="1953401" y="3019829"/>
                  </a:lnTo>
                  <a:lnTo>
                    <a:pt x="1953495" y="3019829"/>
                  </a:lnTo>
                  <a:lnTo>
                    <a:pt x="1953589" y="3019829"/>
                  </a:lnTo>
                  <a:lnTo>
                    <a:pt x="1953683" y="3019829"/>
                  </a:lnTo>
                  <a:lnTo>
                    <a:pt x="1953777" y="3019829"/>
                  </a:lnTo>
                  <a:lnTo>
                    <a:pt x="1953871" y="3019829"/>
                  </a:lnTo>
                  <a:lnTo>
                    <a:pt x="1953965" y="3019829"/>
                  </a:lnTo>
                  <a:lnTo>
                    <a:pt x="1954059" y="3019829"/>
                  </a:lnTo>
                  <a:lnTo>
                    <a:pt x="1954059" y="3014549"/>
                  </a:lnTo>
                  <a:lnTo>
                    <a:pt x="1954153" y="3014549"/>
                  </a:lnTo>
                  <a:lnTo>
                    <a:pt x="1954247" y="3014549"/>
                  </a:lnTo>
                  <a:lnTo>
                    <a:pt x="1954341" y="3014549"/>
                  </a:lnTo>
                  <a:lnTo>
                    <a:pt x="1954435" y="3014549"/>
                  </a:lnTo>
                  <a:lnTo>
                    <a:pt x="1954529" y="3014549"/>
                  </a:lnTo>
                  <a:lnTo>
                    <a:pt x="1954623" y="3014549"/>
                  </a:lnTo>
                  <a:lnTo>
                    <a:pt x="1954717" y="3014549"/>
                  </a:lnTo>
                  <a:lnTo>
                    <a:pt x="1954811" y="3014549"/>
                  </a:lnTo>
                  <a:lnTo>
                    <a:pt x="1954905" y="3014549"/>
                  </a:lnTo>
                  <a:lnTo>
                    <a:pt x="1954999" y="3014549"/>
                  </a:lnTo>
                  <a:lnTo>
                    <a:pt x="1955093" y="3014549"/>
                  </a:lnTo>
                  <a:lnTo>
                    <a:pt x="1955187" y="3014549"/>
                  </a:lnTo>
                  <a:lnTo>
                    <a:pt x="1955281" y="3014549"/>
                  </a:lnTo>
                  <a:lnTo>
                    <a:pt x="1955375" y="3014549"/>
                  </a:lnTo>
                  <a:lnTo>
                    <a:pt x="1955469" y="3014549"/>
                  </a:lnTo>
                  <a:lnTo>
                    <a:pt x="1955563" y="3014549"/>
                  </a:lnTo>
                  <a:lnTo>
                    <a:pt x="1955657" y="3014549"/>
                  </a:lnTo>
                  <a:lnTo>
                    <a:pt x="1955751" y="3014549"/>
                  </a:lnTo>
                  <a:lnTo>
                    <a:pt x="1955845" y="3014549"/>
                  </a:lnTo>
                  <a:lnTo>
                    <a:pt x="1955939" y="3014549"/>
                  </a:lnTo>
                  <a:lnTo>
                    <a:pt x="1956033" y="3014549"/>
                  </a:lnTo>
                  <a:lnTo>
                    <a:pt x="1956127" y="3014549"/>
                  </a:lnTo>
                  <a:lnTo>
                    <a:pt x="1956221" y="3014549"/>
                  </a:lnTo>
                  <a:lnTo>
                    <a:pt x="1956315" y="3014549"/>
                  </a:lnTo>
                  <a:lnTo>
                    <a:pt x="1956410" y="3014549"/>
                  </a:lnTo>
                  <a:lnTo>
                    <a:pt x="1956504" y="3014549"/>
                  </a:lnTo>
                  <a:lnTo>
                    <a:pt x="1956598" y="3014549"/>
                  </a:lnTo>
                  <a:lnTo>
                    <a:pt x="1956692" y="3014549"/>
                  </a:lnTo>
                  <a:lnTo>
                    <a:pt x="1956786" y="3014549"/>
                  </a:lnTo>
                  <a:lnTo>
                    <a:pt x="1956880" y="3014549"/>
                  </a:lnTo>
                  <a:lnTo>
                    <a:pt x="1956974" y="3014549"/>
                  </a:lnTo>
                  <a:lnTo>
                    <a:pt x="1957068" y="3014549"/>
                  </a:lnTo>
                  <a:lnTo>
                    <a:pt x="1957162" y="3014549"/>
                  </a:lnTo>
                  <a:lnTo>
                    <a:pt x="1957256" y="3014549"/>
                  </a:lnTo>
                  <a:lnTo>
                    <a:pt x="1957350" y="3014549"/>
                  </a:lnTo>
                  <a:lnTo>
                    <a:pt x="1957444" y="3014549"/>
                  </a:lnTo>
                  <a:lnTo>
                    <a:pt x="1957538" y="3014549"/>
                  </a:lnTo>
                  <a:lnTo>
                    <a:pt x="1957632" y="3014549"/>
                  </a:lnTo>
                  <a:lnTo>
                    <a:pt x="1957726" y="3014549"/>
                  </a:lnTo>
                  <a:lnTo>
                    <a:pt x="1957820" y="3014549"/>
                  </a:lnTo>
                  <a:lnTo>
                    <a:pt x="1957914" y="3014549"/>
                  </a:lnTo>
                  <a:lnTo>
                    <a:pt x="1958008" y="3014549"/>
                  </a:lnTo>
                  <a:lnTo>
                    <a:pt x="1958102" y="3014549"/>
                  </a:lnTo>
                  <a:lnTo>
                    <a:pt x="1958196" y="3014549"/>
                  </a:lnTo>
                  <a:lnTo>
                    <a:pt x="1958290" y="3014549"/>
                  </a:lnTo>
                  <a:lnTo>
                    <a:pt x="1958384" y="3014549"/>
                  </a:lnTo>
                  <a:lnTo>
                    <a:pt x="1958478" y="3014549"/>
                  </a:lnTo>
                  <a:lnTo>
                    <a:pt x="1958572" y="3014549"/>
                  </a:lnTo>
                  <a:lnTo>
                    <a:pt x="1958666" y="3014549"/>
                  </a:lnTo>
                  <a:lnTo>
                    <a:pt x="1958760" y="3014549"/>
                  </a:lnTo>
                  <a:lnTo>
                    <a:pt x="1958854" y="3014549"/>
                  </a:lnTo>
                  <a:lnTo>
                    <a:pt x="1958948" y="3014549"/>
                  </a:lnTo>
                  <a:lnTo>
                    <a:pt x="1959042" y="3014549"/>
                  </a:lnTo>
                  <a:lnTo>
                    <a:pt x="1959136" y="3014549"/>
                  </a:lnTo>
                  <a:lnTo>
                    <a:pt x="1959230" y="3014549"/>
                  </a:lnTo>
                  <a:lnTo>
                    <a:pt x="1959324" y="3014549"/>
                  </a:lnTo>
                  <a:lnTo>
                    <a:pt x="1959418" y="3014549"/>
                  </a:lnTo>
                  <a:lnTo>
                    <a:pt x="1959512" y="3014549"/>
                  </a:lnTo>
                  <a:lnTo>
                    <a:pt x="1959606" y="3014549"/>
                  </a:lnTo>
                  <a:lnTo>
                    <a:pt x="1959700" y="3014549"/>
                  </a:lnTo>
                  <a:lnTo>
                    <a:pt x="1959794" y="3014549"/>
                  </a:lnTo>
                  <a:lnTo>
                    <a:pt x="1959888" y="3014549"/>
                  </a:lnTo>
                  <a:lnTo>
                    <a:pt x="1959983" y="3014549"/>
                  </a:lnTo>
                  <a:lnTo>
                    <a:pt x="1960077" y="3014549"/>
                  </a:lnTo>
                  <a:lnTo>
                    <a:pt x="1960171" y="3014549"/>
                  </a:lnTo>
                  <a:lnTo>
                    <a:pt x="1960265" y="3014549"/>
                  </a:lnTo>
                  <a:lnTo>
                    <a:pt x="1960359" y="3014549"/>
                  </a:lnTo>
                  <a:lnTo>
                    <a:pt x="1960453" y="3014549"/>
                  </a:lnTo>
                  <a:lnTo>
                    <a:pt x="1960547" y="3014549"/>
                  </a:lnTo>
                  <a:lnTo>
                    <a:pt x="1960641" y="3014549"/>
                  </a:lnTo>
                  <a:lnTo>
                    <a:pt x="1960735" y="3014549"/>
                  </a:lnTo>
                  <a:lnTo>
                    <a:pt x="1960829" y="3014549"/>
                  </a:lnTo>
                  <a:lnTo>
                    <a:pt x="1960923" y="3014549"/>
                  </a:lnTo>
                  <a:lnTo>
                    <a:pt x="1961017" y="3014549"/>
                  </a:lnTo>
                  <a:lnTo>
                    <a:pt x="1961111" y="3014549"/>
                  </a:lnTo>
                  <a:lnTo>
                    <a:pt x="1961205" y="3014549"/>
                  </a:lnTo>
                  <a:lnTo>
                    <a:pt x="1961299" y="3014549"/>
                  </a:lnTo>
                  <a:lnTo>
                    <a:pt x="1961393" y="3014549"/>
                  </a:lnTo>
                  <a:lnTo>
                    <a:pt x="1961487" y="3014549"/>
                  </a:lnTo>
                  <a:lnTo>
                    <a:pt x="1961581" y="3014549"/>
                  </a:lnTo>
                  <a:lnTo>
                    <a:pt x="1961675" y="3014549"/>
                  </a:lnTo>
                  <a:lnTo>
                    <a:pt x="1961769" y="3014549"/>
                  </a:lnTo>
                  <a:lnTo>
                    <a:pt x="1961863" y="3014549"/>
                  </a:lnTo>
                  <a:lnTo>
                    <a:pt x="1961957" y="3014549"/>
                  </a:lnTo>
                  <a:lnTo>
                    <a:pt x="1962051" y="3014549"/>
                  </a:lnTo>
                  <a:lnTo>
                    <a:pt x="1962145" y="3014549"/>
                  </a:lnTo>
                  <a:lnTo>
                    <a:pt x="1962239" y="3014549"/>
                  </a:lnTo>
                  <a:lnTo>
                    <a:pt x="1962333" y="3014549"/>
                  </a:lnTo>
                  <a:lnTo>
                    <a:pt x="1962427" y="3014549"/>
                  </a:lnTo>
                  <a:lnTo>
                    <a:pt x="1962521" y="3014549"/>
                  </a:lnTo>
                  <a:lnTo>
                    <a:pt x="1962615" y="3014549"/>
                  </a:lnTo>
                  <a:lnTo>
                    <a:pt x="1962709" y="3014549"/>
                  </a:lnTo>
                  <a:lnTo>
                    <a:pt x="1962803" y="3014549"/>
                  </a:lnTo>
                  <a:lnTo>
                    <a:pt x="1962897" y="3014549"/>
                  </a:lnTo>
                  <a:lnTo>
                    <a:pt x="1962991" y="3014549"/>
                  </a:lnTo>
                  <a:lnTo>
                    <a:pt x="1963085" y="3014549"/>
                  </a:lnTo>
                  <a:lnTo>
                    <a:pt x="1963179" y="3014549"/>
                  </a:lnTo>
                  <a:lnTo>
                    <a:pt x="1963273" y="3014549"/>
                  </a:lnTo>
                  <a:lnTo>
                    <a:pt x="1963367" y="3014549"/>
                  </a:lnTo>
                  <a:lnTo>
                    <a:pt x="1963461" y="3014549"/>
                  </a:lnTo>
                  <a:lnTo>
                    <a:pt x="1963556" y="3014549"/>
                  </a:lnTo>
                  <a:lnTo>
                    <a:pt x="1963650" y="3014549"/>
                  </a:lnTo>
                  <a:lnTo>
                    <a:pt x="1963744" y="3014549"/>
                  </a:lnTo>
                  <a:lnTo>
                    <a:pt x="1963838" y="3014549"/>
                  </a:lnTo>
                  <a:lnTo>
                    <a:pt x="1963932" y="3014549"/>
                  </a:lnTo>
                  <a:lnTo>
                    <a:pt x="1964026" y="3014549"/>
                  </a:lnTo>
                  <a:lnTo>
                    <a:pt x="1964120" y="3014549"/>
                  </a:lnTo>
                  <a:lnTo>
                    <a:pt x="1964120" y="3009270"/>
                  </a:lnTo>
                  <a:lnTo>
                    <a:pt x="1964214" y="3009270"/>
                  </a:lnTo>
                  <a:lnTo>
                    <a:pt x="1964308" y="3009270"/>
                  </a:lnTo>
                  <a:lnTo>
                    <a:pt x="1964402" y="3009270"/>
                  </a:lnTo>
                  <a:lnTo>
                    <a:pt x="1964496" y="3009270"/>
                  </a:lnTo>
                  <a:lnTo>
                    <a:pt x="1964590" y="3009270"/>
                  </a:lnTo>
                  <a:lnTo>
                    <a:pt x="1964684" y="3009270"/>
                  </a:lnTo>
                  <a:lnTo>
                    <a:pt x="1964778" y="3009270"/>
                  </a:lnTo>
                  <a:lnTo>
                    <a:pt x="1964872" y="3009270"/>
                  </a:lnTo>
                  <a:lnTo>
                    <a:pt x="1964966" y="3009270"/>
                  </a:lnTo>
                  <a:lnTo>
                    <a:pt x="1964966" y="3003990"/>
                  </a:lnTo>
                  <a:lnTo>
                    <a:pt x="1965060" y="3003990"/>
                  </a:lnTo>
                  <a:lnTo>
                    <a:pt x="1965154" y="3003990"/>
                  </a:lnTo>
                  <a:lnTo>
                    <a:pt x="1965248" y="3003990"/>
                  </a:lnTo>
                  <a:lnTo>
                    <a:pt x="1965342" y="3003990"/>
                  </a:lnTo>
                  <a:lnTo>
                    <a:pt x="1965436" y="3003990"/>
                  </a:lnTo>
                  <a:lnTo>
                    <a:pt x="1965530" y="3003990"/>
                  </a:lnTo>
                  <a:lnTo>
                    <a:pt x="1965624" y="3003990"/>
                  </a:lnTo>
                  <a:lnTo>
                    <a:pt x="1965718" y="3003990"/>
                  </a:lnTo>
                  <a:lnTo>
                    <a:pt x="1965812" y="3003990"/>
                  </a:lnTo>
                  <a:lnTo>
                    <a:pt x="1965906" y="3003990"/>
                  </a:lnTo>
                  <a:lnTo>
                    <a:pt x="1966000" y="3003990"/>
                  </a:lnTo>
                  <a:lnTo>
                    <a:pt x="1966094" y="3003990"/>
                  </a:lnTo>
                  <a:lnTo>
                    <a:pt x="1966188" y="3003990"/>
                  </a:lnTo>
                  <a:lnTo>
                    <a:pt x="1966282" y="3003990"/>
                  </a:lnTo>
                  <a:lnTo>
                    <a:pt x="1966376" y="3003990"/>
                  </a:lnTo>
                  <a:lnTo>
                    <a:pt x="1966470" y="3003990"/>
                  </a:lnTo>
                  <a:lnTo>
                    <a:pt x="1966564" y="3003990"/>
                  </a:lnTo>
                  <a:lnTo>
                    <a:pt x="1966658" y="3003990"/>
                  </a:lnTo>
                  <a:lnTo>
                    <a:pt x="1966752" y="3003990"/>
                  </a:lnTo>
                  <a:lnTo>
                    <a:pt x="1966846" y="3003990"/>
                  </a:lnTo>
                  <a:lnTo>
                    <a:pt x="1966940" y="3003990"/>
                  </a:lnTo>
                  <a:lnTo>
                    <a:pt x="1967035" y="3003990"/>
                  </a:lnTo>
                  <a:lnTo>
                    <a:pt x="1967129" y="3003990"/>
                  </a:lnTo>
                  <a:lnTo>
                    <a:pt x="1967223" y="3003990"/>
                  </a:lnTo>
                  <a:lnTo>
                    <a:pt x="1967317" y="3003990"/>
                  </a:lnTo>
                  <a:lnTo>
                    <a:pt x="1967411" y="3003990"/>
                  </a:lnTo>
                  <a:lnTo>
                    <a:pt x="1967505" y="3003990"/>
                  </a:lnTo>
                  <a:lnTo>
                    <a:pt x="1967599" y="3003990"/>
                  </a:lnTo>
                  <a:lnTo>
                    <a:pt x="1967693" y="3003990"/>
                  </a:lnTo>
                  <a:lnTo>
                    <a:pt x="1967787" y="3003990"/>
                  </a:lnTo>
                  <a:lnTo>
                    <a:pt x="1967881" y="3003990"/>
                  </a:lnTo>
                  <a:lnTo>
                    <a:pt x="1967975" y="3003990"/>
                  </a:lnTo>
                  <a:lnTo>
                    <a:pt x="1968069" y="3003990"/>
                  </a:lnTo>
                  <a:lnTo>
                    <a:pt x="1968163" y="3003990"/>
                  </a:lnTo>
                  <a:lnTo>
                    <a:pt x="1968257" y="3003990"/>
                  </a:lnTo>
                  <a:lnTo>
                    <a:pt x="1968351" y="3003990"/>
                  </a:lnTo>
                  <a:lnTo>
                    <a:pt x="1968445" y="3003990"/>
                  </a:lnTo>
                  <a:lnTo>
                    <a:pt x="1968539" y="3003990"/>
                  </a:lnTo>
                  <a:lnTo>
                    <a:pt x="1968633" y="3003990"/>
                  </a:lnTo>
                  <a:lnTo>
                    <a:pt x="1968727" y="3003990"/>
                  </a:lnTo>
                  <a:lnTo>
                    <a:pt x="1968821" y="3003990"/>
                  </a:lnTo>
                  <a:lnTo>
                    <a:pt x="1968915" y="3003990"/>
                  </a:lnTo>
                  <a:lnTo>
                    <a:pt x="1969009" y="3003990"/>
                  </a:lnTo>
                  <a:lnTo>
                    <a:pt x="1969103" y="3003990"/>
                  </a:lnTo>
                  <a:lnTo>
                    <a:pt x="1969197" y="3003990"/>
                  </a:lnTo>
                  <a:lnTo>
                    <a:pt x="1969291" y="3003990"/>
                  </a:lnTo>
                  <a:lnTo>
                    <a:pt x="1969385" y="3003990"/>
                  </a:lnTo>
                  <a:lnTo>
                    <a:pt x="1969479" y="3003990"/>
                  </a:lnTo>
                  <a:lnTo>
                    <a:pt x="1969573" y="3003990"/>
                  </a:lnTo>
                  <a:lnTo>
                    <a:pt x="1969667" y="3003990"/>
                  </a:lnTo>
                  <a:lnTo>
                    <a:pt x="1969761" y="3003990"/>
                  </a:lnTo>
                  <a:lnTo>
                    <a:pt x="1969855" y="3003990"/>
                  </a:lnTo>
                  <a:lnTo>
                    <a:pt x="1969949" y="3003990"/>
                  </a:lnTo>
                  <a:lnTo>
                    <a:pt x="1970043" y="3003990"/>
                  </a:lnTo>
                  <a:lnTo>
                    <a:pt x="1970137" y="3003990"/>
                  </a:lnTo>
                  <a:lnTo>
                    <a:pt x="1970231" y="3003990"/>
                  </a:lnTo>
                  <a:lnTo>
                    <a:pt x="1970325" y="3003990"/>
                  </a:lnTo>
                  <a:lnTo>
                    <a:pt x="1970419" y="3003990"/>
                  </a:lnTo>
                  <a:lnTo>
                    <a:pt x="1970513" y="3003990"/>
                  </a:lnTo>
                  <a:lnTo>
                    <a:pt x="1970608" y="3003990"/>
                  </a:lnTo>
                  <a:lnTo>
                    <a:pt x="1970608" y="2998711"/>
                  </a:lnTo>
                  <a:lnTo>
                    <a:pt x="1970702" y="2998711"/>
                  </a:lnTo>
                  <a:lnTo>
                    <a:pt x="1970796" y="2998711"/>
                  </a:lnTo>
                  <a:lnTo>
                    <a:pt x="1970890" y="2998711"/>
                  </a:lnTo>
                  <a:lnTo>
                    <a:pt x="1970984" y="2998711"/>
                  </a:lnTo>
                  <a:lnTo>
                    <a:pt x="1971078" y="2998711"/>
                  </a:lnTo>
                  <a:lnTo>
                    <a:pt x="1971172" y="2998711"/>
                  </a:lnTo>
                  <a:lnTo>
                    <a:pt x="1971266" y="2998711"/>
                  </a:lnTo>
                  <a:lnTo>
                    <a:pt x="1971360" y="2998711"/>
                  </a:lnTo>
                  <a:lnTo>
                    <a:pt x="1971454" y="2998711"/>
                  </a:lnTo>
                  <a:lnTo>
                    <a:pt x="1971548" y="2998711"/>
                  </a:lnTo>
                  <a:lnTo>
                    <a:pt x="1971642" y="2998711"/>
                  </a:lnTo>
                  <a:lnTo>
                    <a:pt x="1971736" y="2998711"/>
                  </a:lnTo>
                  <a:lnTo>
                    <a:pt x="1971830" y="2998711"/>
                  </a:lnTo>
                  <a:lnTo>
                    <a:pt x="1971924" y="2998711"/>
                  </a:lnTo>
                  <a:lnTo>
                    <a:pt x="1972018" y="2998711"/>
                  </a:lnTo>
                  <a:lnTo>
                    <a:pt x="1972112" y="2998711"/>
                  </a:lnTo>
                  <a:lnTo>
                    <a:pt x="1972206" y="2998711"/>
                  </a:lnTo>
                  <a:lnTo>
                    <a:pt x="1972300" y="2998711"/>
                  </a:lnTo>
                  <a:lnTo>
                    <a:pt x="1972394" y="2998711"/>
                  </a:lnTo>
                  <a:lnTo>
                    <a:pt x="1972488" y="2998711"/>
                  </a:lnTo>
                  <a:lnTo>
                    <a:pt x="1972582" y="2998711"/>
                  </a:lnTo>
                  <a:lnTo>
                    <a:pt x="1972676" y="2998711"/>
                  </a:lnTo>
                  <a:lnTo>
                    <a:pt x="1972770" y="2998711"/>
                  </a:lnTo>
                  <a:lnTo>
                    <a:pt x="1972864" y="2998711"/>
                  </a:lnTo>
                  <a:lnTo>
                    <a:pt x="1972958" y="2998711"/>
                  </a:lnTo>
                  <a:lnTo>
                    <a:pt x="1973052" y="2998711"/>
                  </a:lnTo>
                  <a:lnTo>
                    <a:pt x="1973146" y="2998711"/>
                  </a:lnTo>
                  <a:lnTo>
                    <a:pt x="1973240" y="2998711"/>
                  </a:lnTo>
                  <a:lnTo>
                    <a:pt x="1973334" y="2998711"/>
                  </a:lnTo>
                  <a:lnTo>
                    <a:pt x="1973428" y="2998711"/>
                  </a:lnTo>
                  <a:lnTo>
                    <a:pt x="1973522" y="2998711"/>
                  </a:lnTo>
                  <a:lnTo>
                    <a:pt x="1973616" y="2998711"/>
                  </a:lnTo>
                  <a:lnTo>
                    <a:pt x="1973710" y="2998711"/>
                  </a:lnTo>
                  <a:lnTo>
                    <a:pt x="1973804" y="2998711"/>
                  </a:lnTo>
                  <a:lnTo>
                    <a:pt x="1973898" y="2998711"/>
                  </a:lnTo>
                  <a:lnTo>
                    <a:pt x="1973992" y="2998711"/>
                  </a:lnTo>
                  <a:lnTo>
                    <a:pt x="1974086" y="2998711"/>
                  </a:lnTo>
                  <a:lnTo>
                    <a:pt x="1974181" y="2998711"/>
                  </a:lnTo>
                  <a:lnTo>
                    <a:pt x="1974181" y="2993431"/>
                  </a:lnTo>
                  <a:lnTo>
                    <a:pt x="1974275" y="2993431"/>
                  </a:lnTo>
                  <a:lnTo>
                    <a:pt x="1974369" y="2993431"/>
                  </a:lnTo>
                  <a:lnTo>
                    <a:pt x="1974463" y="2993431"/>
                  </a:lnTo>
                  <a:lnTo>
                    <a:pt x="1974557" y="2993431"/>
                  </a:lnTo>
                  <a:lnTo>
                    <a:pt x="1974557" y="2988152"/>
                  </a:lnTo>
                  <a:lnTo>
                    <a:pt x="1974651" y="2988152"/>
                  </a:lnTo>
                  <a:lnTo>
                    <a:pt x="1974745" y="2988152"/>
                  </a:lnTo>
                  <a:lnTo>
                    <a:pt x="1974839" y="2988152"/>
                  </a:lnTo>
                  <a:lnTo>
                    <a:pt x="1974933" y="2988152"/>
                  </a:lnTo>
                  <a:lnTo>
                    <a:pt x="1975027" y="2988152"/>
                  </a:lnTo>
                  <a:lnTo>
                    <a:pt x="1975121" y="2988152"/>
                  </a:lnTo>
                  <a:lnTo>
                    <a:pt x="1975215" y="2988152"/>
                  </a:lnTo>
                  <a:lnTo>
                    <a:pt x="1975309" y="2988152"/>
                  </a:lnTo>
                  <a:lnTo>
                    <a:pt x="1975403" y="2988152"/>
                  </a:lnTo>
                  <a:lnTo>
                    <a:pt x="1975497" y="2988152"/>
                  </a:lnTo>
                  <a:lnTo>
                    <a:pt x="1975591" y="2988152"/>
                  </a:lnTo>
                  <a:lnTo>
                    <a:pt x="1975685" y="2988152"/>
                  </a:lnTo>
                  <a:lnTo>
                    <a:pt x="1975779" y="2988152"/>
                  </a:lnTo>
                  <a:lnTo>
                    <a:pt x="1975873" y="2988152"/>
                  </a:lnTo>
                  <a:lnTo>
                    <a:pt x="1975967" y="2988152"/>
                  </a:lnTo>
                  <a:lnTo>
                    <a:pt x="1976061" y="2988152"/>
                  </a:lnTo>
                  <a:lnTo>
                    <a:pt x="1976155" y="2988152"/>
                  </a:lnTo>
                  <a:lnTo>
                    <a:pt x="1976249" y="2988152"/>
                  </a:lnTo>
                  <a:lnTo>
                    <a:pt x="1976343" y="2988152"/>
                  </a:lnTo>
                  <a:lnTo>
                    <a:pt x="1976437" y="2988152"/>
                  </a:lnTo>
                  <a:lnTo>
                    <a:pt x="1976531" y="2988152"/>
                  </a:lnTo>
                  <a:lnTo>
                    <a:pt x="1976531" y="2982873"/>
                  </a:lnTo>
                  <a:lnTo>
                    <a:pt x="1976625" y="2982873"/>
                  </a:lnTo>
                  <a:lnTo>
                    <a:pt x="1976719" y="2982873"/>
                  </a:lnTo>
                  <a:lnTo>
                    <a:pt x="1976719" y="2977593"/>
                  </a:lnTo>
                  <a:lnTo>
                    <a:pt x="1976813" y="2977593"/>
                  </a:lnTo>
                  <a:lnTo>
                    <a:pt x="1976907" y="2977593"/>
                  </a:lnTo>
                  <a:lnTo>
                    <a:pt x="1977001" y="2977593"/>
                  </a:lnTo>
                  <a:lnTo>
                    <a:pt x="1977095" y="2977593"/>
                  </a:lnTo>
                  <a:lnTo>
                    <a:pt x="1977189" y="2977593"/>
                  </a:lnTo>
                  <a:lnTo>
                    <a:pt x="1977283" y="2977593"/>
                  </a:lnTo>
                  <a:lnTo>
                    <a:pt x="1977377" y="2977593"/>
                  </a:lnTo>
                  <a:lnTo>
                    <a:pt x="1977471" y="2977593"/>
                  </a:lnTo>
                  <a:lnTo>
                    <a:pt x="1977565" y="2977593"/>
                  </a:lnTo>
                  <a:lnTo>
                    <a:pt x="1977660" y="2977593"/>
                  </a:lnTo>
                  <a:lnTo>
                    <a:pt x="1977754" y="2977593"/>
                  </a:lnTo>
                  <a:lnTo>
                    <a:pt x="1977848" y="2977593"/>
                  </a:lnTo>
                  <a:lnTo>
                    <a:pt x="1977942" y="2977593"/>
                  </a:lnTo>
                  <a:lnTo>
                    <a:pt x="1978036" y="2977593"/>
                  </a:lnTo>
                  <a:lnTo>
                    <a:pt x="1978130" y="2977593"/>
                  </a:lnTo>
                  <a:lnTo>
                    <a:pt x="1978224" y="2977593"/>
                  </a:lnTo>
                  <a:lnTo>
                    <a:pt x="1978318" y="2977593"/>
                  </a:lnTo>
                  <a:lnTo>
                    <a:pt x="1978412" y="2977593"/>
                  </a:lnTo>
                  <a:lnTo>
                    <a:pt x="1978506" y="2977593"/>
                  </a:lnTo>
                  <a:lnTo>
                    <a:pt x="1978600" y="2977593"/>
                  </a:lnTo>
                  <a:lnTo>
                    <a:pt x="1978694" y="2977593"/>
                  </a:lnTo>
                  <a:lnTo>
                    <a:pt x="1978788" y="2977593"/>
                  </a:lnTo>
                  <a:lnTo>
                    <a:pt x="1978882" y="2977593"/>
                  </a:lnTo>
                  <a:lnTo>
                    <a:pt x="1978976" y="2977593"/>
                  </a:lnTo>
                  <a:lnTo>
                    <a:pt x="1979070" y="2977593"/>
                  </a:lnTo>
                  <a:lnTo>
                    <a:pt x="1979164" y="2977593"/>
                  </a:lnTo>
                  <a:lnTo>
                    <a:pt x="1979258" y="2977593"/>
                  </a:lnTo>
                  <a:lnTo>
                    <a:pt x="1979352" y="2977593"/>
                  </a:lnTo>
                  <a:lnTo>
                    <a:pt x="1979446" y="2977593"/>
                  </a:lnTo>
                  <a:lnTo>
                    <a:pt x="1979540" y="2977593"/>
                  </a:lnTo>
                  <a:lnTo>
                    <a:pt x="1979634" y="2977593"/>
                  </a:lnTo>
                  <a:lnTo>
                    <a:pt x="1979728" y="2977593"/>
                  </a:lnTo>
                  <a:lnTo>
                    <a:pt x="1979822" y="2977593"/>
                  </a:lnTo>
                  <a:lnTo>
                    <a:pt x="1979916" y="2977593"/>
                  </a:lnTo>
                  <a:lnTo>
                    <a:pt x="1980010" y="2977593"/>
                  </a:lnTo>
                  <a:lnTo>
                    <a:pt x="1980104" y="2977593"/>
                  </a:lnTo>
                  <a:lnTo>
                    <a:pt x="1980198" y="2977593"/>
                  </a:lnTo>
                  <a:lnTo>
                    <a:pt x="1980292" y="2977593"/>
                  </a:lnTo>
                  <a:lnTo>
                    <a:pt x="1980386" y="2977593"/>
                  </a:lnTo>
                  <a:lnTo>
                    <a:pt x="1980480" y="2977593"/>
                  </a:lnTo>
                  <a:lnTo>
                    <a:pt x="1980574" y="2977593"/>
                  </a:lnTo>
                  <a:lnTo>
                    <a:pt x="1980668" y="2977593"/>
                  </a:lnTo>
                  <a:lnTo>
                    <a:pt x="1980762" y="2977593"/>
                  </a:lnTo>
                  <a:lnTo>
                    <a:pt x="1980856" y="2977593"/>
                  </a:lnTo>
                  <a:lnTo>
                    <a:pt x="1980950" y="2977593"/>
                  </a:lnTo>
                  <a:lnTo>
                    <a:pt x="1981044" y="2977593"/>
                  </a:lnTo>
                  <a:lnTo>
                    <a:pt x="1981138" y="2977593"/>
                  </a:lnTo>
                  <a:lnTo>
                    <a:pt x="1981233" y="2977593"/>
                  </a:lnTo>
                  <a:lnTo>
                    <a:pt x="1981327" y="2977593"/>
                  </a:lnTo>
                  <a:lnTo>
                    <a:pt x="1981421" y="2977593"/>
                  </a:lnTo>
                  <a:lnTo>
                    <a:pt x="1981515" y="2977593"/>
                  </a:lnTo>
                  <a:lnTo>
                    <a:pt x="1981609" y="2977593"/>
                  </a:lnTo>
                  <a:lnTo>
                    <a:pt x="1981609" y="2972314"/>
                  </a:lnTo>
                  <a:lnTo>
                    <a:pt x="1981703" y="2972314"/>
                  </a:lnTo>
                  <a:lnTo>
                    <a:pt x="1981797" y="2972314"/>
                  </a:lnTo>
                  <a:lnTo>
                    <a:pt x="1981891" y="2972314"/>
                  </a:lnTo>
                  <a:lnTo>
                    <a:pt x="1981985" y="2972314"/>
                  </a:lnTo>
                  <a:lnTo>
                    <a:pt x="1982079" y="2972314"/>
                  </a:lnTo>
                  <a:lnTo>
                    <a:pt x="1982173" y="2972314"/>
                  </a:lnTo>
                  <a:lnTo>
                    <a:pt x="1982173" y="2967034"/>
                  </a:lnTo>
                  <a:lnTo>
                    <a:pt x="1982267" y="2967034"/>
                  </a:lnTo>
                  <a:lnTo>
                    <a:pt x="1982361" y="2967034"/>
                  </a:lnTo>
                  <a:lnTo>
                    <a:pt x="1982455" y="2967034"/>
                  </a:lnTo>
                  <a:lnTo>
                    <a:pt x="1982549" y="2967034"/>
                  </a:lnTo>
                  <a:lnTo>
                    <a:pt x="1982643" y="2967034"/>
                  </a:lnTo>
                  <a:lnTo>
                    <a:pt x="1982737" y="2967034"/>
                  </a:lnTo>
                  <a:lnTo>
                    <a:pt x="1982831" y="2967034"/>
                  </a:lnTo>
                  <a:lnTo>
                    <a:pt x="1982925" y="2967034"/>
                  </a:lnTo>
                  <a:lnTo>
                    <a:pt x="1983019" y="2967034"/>
                  </a:lnTo>
                  <a:lnTo>
                    <a:pt x="1983113" y="2967034"/>
                  </a:lnTo>
                  <a:lnTo>
                    <a:pt x="1983207" y="2967034"/>
                  </a:lnTo>
                  <a:lnTo>
                    <a:pt x="1983301" y="2967034"/>
                  </a:lnTo>
                  <a:lnTo>
                    <a:pt x="1983395" y="2967034"/>
                  </a:lnTo>
                  <a:lnTo>
                    <a:pt x="1983489" y="2967034"/>
                  </a:lnTo>
                  <a:lnTo>
                    <a:pt x="1983583" y="2967034"/>
                  </a:lnTo>
                  <a:lnTo>
                    <a:pt x="1983677" y="2967034"/>
                  </a:lnTo>
                  <a:lnTo>
                    <a:pt x="1983771" y="2967034"/>
                  </a:lnTo>
                  <a:lnTo>
                    <a:pt x="1983865" y="2967034"/>
                  </a:lnTo>
                  <a:lnTo>
                    <a:pt x="1983959" y="2967034"/>
                  </a:lnTo>
                  <a:lnTo>
                    <a:pt x="1984053" y="2967034"/>
                  </a:lnTo>
                  <a:lnTo>
                    <a:pt x="1984147" y="2967034"/>
                  </a:lnTo>
                  <a:lnTo>
                    <a:pt x="1984241" y="2967034"/>
                  </a:lnTo>
                  <a:lnTo>
                    <a:pt x="1984335" y="2967034"/>
                  </a:lnTo>
                  <a:lnTo>
                    <a:pt x="1984429" y="2967034"/>
                  </a:lnTo>
                  <a:lnTo>
                    <a:pt x="1984523" y="2967034"/>
                  </a:lnTo>
                  <a:lnTo>
                    <a:pt x="1984617" y="2967034"/>
                  </a:lnTo>
                  <a:lnTo>
                    <a:pt x="1984711" y="2967034"/>
                  </a:lnTo>
                  <a:lnTo>
                    <a:pt x="1984806" y="2967034"/>
                  </a:lnTo>
                  <a:lnTo>
                    <a:pt x="1984900" y="2967034"/>
                  </a:lnTo>
                  <a:lnTo>
                    <a:pt x="1984994" y="2967034"/>
                  </a:lnTo>
                  <a:lnTo>
                    <a:pt x="1985088" y="2967034"/>
                  </a:lnTo>
                  <a:lnTo>
                    <a:pt x="1985182" y="2967034"/>
                  </a:lnTo>
                  <a:lnTo>
                    <a:pt x="1985276" y="2967034"/>
                  </a:lnTo>
                  <a:lnTo>
                    <a:pt x="1985370" y="2967034"/>
                  </a:lnTo>
                  <a:lnTo>
                    <a:pt x="1985464" y="2967034"/>
                  </a:lnTo>
                  <a:lnTo>
                    <a:pt x="1985558" y="2967034"/>
                  </a:lnTo>
                  <a:lnTo>
                    <a:pt x="1985558" y="2961755"/>
                  </a:lnTo>
                  <a:lnTo>
                    <a:pt x="1985652" y="2961755"/>
                  </a:lnTo>
                  <a:lnTo>
                    <a:pt x="1985746" y="2961755"/>
                  </a:lnTo>
                  <a:lnTo>
                    <a:pt x="1985840" y="2961755"/>
                  </a:lnTo>
                  <a:lnTo>
                    <a:pt x="1985934" y="2961755"/>
                  </a:lnTo>
                  <a:lnTo>
                    <a:pt x="1986028" y="2961755"/>
                  </a:lnTo>
                  <a:lnTo>
                    <a:pt x="1986122" y="2961755"/>
                  </a:lnTo>
                  <a:lnTo>
                    <a:pt x="1986216" y="2961755"/>
                  </a:lnTo>
                  <a:lnTo>
                    <a:pt x="1986310" y="2961755"/>
                  </a:lnTo>
                  <a:lnTo>
                    <a:pt x="1986404" y="2961755"/>
                  </a:lnTo>
                  <a:lnTo>
                    <a:pt x="1986498" y="2961755"/>
                  </a:lnTo>
                  <a:lnTo>
                    <a:pt x="1986592" y="2961755"/>
                  </a:lnTo>
                  <a:lnTo>
                    <a:pt x="1986686" y="2961755"/>
                  </a:lnTo>
                  <a:lnTo>
                    <a:pt x="1986780" y="2961755"/>
                  </a:lnTo>
                  <a:lnTo>
                    <a:pt x="1986874" y="2961755"/>
                  </a:lnTo>
                  <a:lnTo>
                    <a:pt x="1986968" y="2961755"/>
                  </a:lnTo>
                  <a:lnTo>
                    <a:pt x="1987062" y="2961755"/>
                  </a:lnTo>
                  <a:lnTo>
                    <a:pt x="1987156" y="2961755"/>
                  </a:lnTo>
                  <a:lnTo>
                    <a:pt x="1987250" y="2961755"/>
                  </a:lnTo>
                  <a:lnTo>
                    <a:pt x="1987344" y="2961755"/>
                  </a:lnTo>
                  <a:lnTo>
                    <a:pt x="1987438" y="2961755"/>
                  </a:lnTo>
                  <a:lnTo>
                    <a:pt x="1987532" y="2961755"/>
                  </a:lnTo>
                  <a:lnTo>
                    <a:pt x="1987626" y="2961755"/>
                  </a:lnTo>
                  <a:lnTo>
                    <a:pt x="1987720" y="2961755"/>
                  </a:lnTo>
                  <a:lnTo>
                    <a:pt x="1987814" y="2961755"/>
                  </a:lnTo>
                  <a:lnTo>
                    <a:pt x="1987908" y="2961755"/>
                  </a:lnTo>
                  <a:lnTo>
                    <a:pt x="1988002" y="2961755"/>
                  </a:lnTo>
                  <a:lnTo>
                    <a:pt x="1988096" y="2961755"/>
                  </a:lnTo>
                  <a:lnTo>
                    <a:pt x="1988190" y="2961755"/>
                  </a:lnTo>
                  <a:lnTo>
                    <a:pt x="1988285" y="2961755"/>
                  </a:lnTo>
                  <a:lnTo>
                    <a:pt x="1988379" y="2961755"/>
                  </a:lnTo>
                  <a:lnTo>
                    <a:pt x="1988473" y="2961755"/>
                  </a:lnTo>
                  <a:lnTo>
                    <a:pt x="1988567" y="2961755"/>
                  </a:lnTo>
                  <a:lnTo>
                    <a:pt x="1988661" y="2961755"/>
                  </a:lnTo>
                  <a:lnTo>
                    <a:pt x="1988755" y="2961755"/>
                  </a:lnTo>
                  <a:lnTo>
                    <a:pt x="1988849" y="2961755"/>
                  </a:lnTo>
                  <a:lnTo>
                    <a:pt x="1988943" y="2961755"/>
                  </a:lnTo>
                  <a:lnTo>
                    <a:pt x="1989037" y="2961755"/>
                  </a:lnTo>
                  <a:lnTo>
                    <a:pt x="1989131" y="2961755"/>
                  </a:lnTo>
                  <a:lnTo>
                    <a:pt x="1989225" y="2961755"/>
                  </a:lnTo>
                  <a:lnTo>
                    <a:pt x="1989319" y="2961755"/>
                  </a:lnTo>
                  <a:lnTo>
                    <a:pt x="1989413" y="2961755"/>
                  </a:lnTo>
                  <a:lnTo>
                    <a:pt x="1989507" y="2961755"/>
                  </a:lnTo>
                  <a:lnTo>
                    <a:pt x="1989601" y="2961755"/>
                  </a:lnTo>
                  <a:lnTo>
                    <a:pt x="1989695" y="2961755"/>
                  </a:lnTo>
                  <a:lnTo>
                    <a:pt x="1989789" y="2961755"/>
                  </a:lnTo>
                  <a:lnTo>
                    <a:pt x="1989789" y="2956475"/>
                  </a:lnTo>
                  <a:lnTo>
                    <a:pt x="1989883" y="2956475"/>
                  </a:lnTo>
                  <a:lnTo>
                    <a:pt x="1989977" y="2956475"/>
                  </a:lnTo>
                  <a:lnTo>
                    <a:pt x="1990071" y="2956475"/>
                  </a:lnTo>
                  <a:lnTo>
                    <a:pt x="1990165" y="2956475"/>
                  </a:lnTo>
                  <a:lnTo>
                    <a:pt x="1990259" y="2956475"/>
                  </a:lnTo>
                  <a:lnTo>
                    <a:pt x="1990353" y="2956475"/>
                  </a:lnTo>
                  <a:lnTo>
                    <a:pt x="1990447" y="2956475"/>
                  </a:lnTo>
                  <a:lnTo>
                    <a:pt x="1990541" y="2956475"/>
                  </a:lnTo>
                  <a:lnTo>
                    <a:pt x="1990635" y="2956475"/>
                  </a:lnTo>
                  <a:lnTo>
                    <a:pt x="1990729" y="2956475"/>
                  </a:lnTo>
                  <a:lnTo>
                    <a:pt x="1990823" y="2956475"/>
                  </a:lnTo>
                  <a:lnTo>
                    <a:pt x="1990917" y="2956475"/>
                  </a:lnTo>
                  <a:lnTo>
                    <a:pt x="1991011" y="2956475"/>
                  </a:lnTo>
                  <a:lnTo>
                    <a:pt x="1991105" y="2956475"/>
                  </a:lnTo>
                  <a:lnTo>
                    <a:pt x="1991199" y="2956475"/>
                  </a:lnTo>
                  <a:lnTo>
                    <a:pt x="1991293" y="2956475"/>
                  </a:lnTo>
                  <a:lnTo>
                    <a:pt x="1991387" y="2956475"/>
                  </a:lnTo>
                  <a:lnTo>
                    <a:pt x="1991481" y="2956475"/>
                  </a:lnTo>
                  <a:lnTo>
                    <a:pt x="1991575" y="2956475"/>
                  </a:lnTo>
                  <a:lnTo>
                    <a:pt x="1991669" y="2956475"/>
                  </a:lnTo>
                  <a:lnTo>
                    <a:pt x="1991763" y="2956475"/>
                  </a:lnTo>
                  <a:lnTo>
                    <a:pt x="1991858" y="2956475"/>
                  </a:lnTo>
                  <a:lnTo>
                    <a:pt x="1991952" y="2956475"/>
                  </a:lnTo>
                  <a:lnTo>
                    <a:pt x="1992046" y="2956475"/>
                  </a:lnTo>
                  <a:lnTo>
                    <a:pt x="1992140" y="2956475"/>
                  </a:lnTo>
                  <a:lnTo>
                    <a:pt x="1992234" y="2956475"/>
                  </a:lnTo>
                  <a:lnTo>
                    <a:pt x="1992328" y="2956475"/>
                  </a:lnTo>
                  <a:lnTo>
                    <a:pt x="1992422" y="2956475"/>
                  </a:lnTo>
                  <a:lnTo>
                    <a:pt x="1992516" y="2956475"/>
                  </a:lnTo>
                  <a:lnTo>
                    <a:pt x="1992610" y="2956475"/>
                  </a:lnTo>
                  <a:lnTo>
                    <a:pt x="1992704" y="2956475"/>
                  </a:lnTo>
                  <a:lnTo>
                    <a:pt x="1992798" y="2956475"/>
                  </a:lnTo>
                  <a:lnTo>
                    <a:pt x="1992892" y="2956475"/>
                  </a:lnTo>
                  <a:lnTo>
                    <a:pt x="1992986" y="2956475"/>
                  </a:lnTo>
                  <a:lnTo>
                    <a:pt x="1993080" y="2956475"/>
                  </a:lnTo>
                  <a:lnTo>
                    <a:pt x="1993174" y="2956475"/>
                  </a:lnTo>
                  <a:lnTo>
                    <a:pt x="1993268" y="2956475"/>
                  </a:lnTo>
                  <a:lnTo>
                    <a:pt x="1993362" y="2956475"/>
                  </a:lnTo>
                  <a:lnTo>
                    <a:pt x="1993456" y="2956475"/>
                  </a:lnTo>
                  <a:lnTo>
                    <a:pt x="1993550" y="2956475"/>
                  </a:lnTo>
                  <a:lnTo>
                    <a:pt x="1993644" y="2956475"/>
                  </a:lnTo>
                  <a:lnTo>
                    <a:pt x="1993738" y="2956475"/>
                  </a:lnTo>
                  <a:lnTo>
                    <a:pt x="1993832" y="2956475"/>
                  </a:lnTo>
                  <a:lnTo>
                    <a:pt x="1993926" y="2956475"/>
                  </a:lnTo>
                  <a:lnTo>
                    <a:pt x="1994020" y="2956475"/>
                  </a:lnTo>
                  <a:lnTo>
                    <a:pt x="1994114" y="2956475"/>
                  </a:lnTo>
                  <a:lnTo>
                    <a:pt x="1994208" y="2956475"/>
                  </a:lnTo>
                  <a:lnTo>
                    <a:pt x="1994302" y="2956475"/>
                  </a:lnTo>
                  <a:lnTo>
                    <a:pt x="1994396" y="2956475"/>
                  </a:lnTo>
                  <a:lnTo>
                    <a:pt x="1994490" y="2956475"/>
                  </a:lnTo>
                  <a:lnTo>
                    <a:pt x="1994584" y="2956475"/>
                  </a:lnTo>
                  <a:lnTo>
                    <a:pt x="1994678" y="2956475"/>
                  </a:lnTo>
                  <a:lnTo>
                    <a:pt x="1994772" y="2956475"/>
                  </a:lnTo>
                  <a:lnTo>
                    <a:pt x="1994866" y="2956475"/>
                  </a:lnTo>
                  <a:lnTo>
                    <a:pt x="1994960" y="2956475"/>
                  </a:lnTo>
                  <a:lnTo>
                    <a:pt x="1995054" y="2956475"/>
                  </a:lnTo>
                  <a:lnTo>
                    <a:pt x="1995148" y="2956475"/>
                  </a:lnTo>
                  <a:lnTo>
                    <a:pt x="1995242" y="2956475"/>
                  </a:lnTo>
                  <a:lnTo>
                    <a:pt x="1995336" y="2956475"/>
                  </a:lnTo>
                  <a:lnTo>
                    <a:pt x="1995431" y="2956475"/>
                  </a:lnTo>
                  <a:lnTo>
                    <a:pt x="1995525" y="2956475"/>
                  </a:lnTo>
                  <a:lnTo>
                    <a:pt x="1995619" y="2956475"/>
                  </a:lnTo>
                  <a:lnTo>
                    <a:pt x="1995713" y="2956475"/>
                  </a:lnTo>
                  <a:lnTo>
                    <a:pt x="1995807" y="2956475"/>
                  </a:lnTo>
                  <a:lnTo>
                    <a:pt x="1995901" y="2956475"/>
                  </a:lnTo>
                  <a:lnTo>
                    <a:pt x="1995995" y="2956475"/>
                  </a:lnTo>
                  <a:lnTo>
                    <a:pt x="1996089" y="2956475"/>
                  </a:lnTo>
                  <a:lnTo>
                    <a:pt x="1996183" y="2956475"/>
                  </a:lnTo>
                  <a:lnTo>
                    <a:pt x="1996277" y="2956475"/>
                  </a:lnTo>
                  <a:lnTo>
                    <a:pt x="1996371" y="2956475"/>
                  </a:lnTo>
                  <a:lnTo>
                    <a:pt x="1996465" y="2956475"/>
                  </a:lnTo>
                  <a:lnTo>
                    <a:pt x="1996559" y="2956475"/>
                  </a:lnTo>
                  <a:lnTo>
                    <a:pt x="1996653" y="2956475"/>
                  </a:lnTo>
                  <a:lnTo>
                    <a:pt x="1996747" y="2956475"/>
                  </a:lnTo>
                  <a:lnTo>
                    <a:pt x="1996841" y="2956475"/>
                  </a:lnTo>
                  <a:lnTo>
                    <a:pt x="1996935" y="2956475"/>
                  </a:lnTo>
                  <a:lnTo>
                    <a:pt x="1997029" y="2956475"/>
                  </a:lnTo>
                  <a:lnTo>
                    <a:pt x="1997123" y="2956475"/>
                  </a:lnTo>
                  <a:lnTo>
                    <a:pt x="1997217" y="2956475"/>
                  </a:lnTo>
                  <a:lnTo>
                    <a:pt x="1997311" y="2956475"/>
                  </a:lnTo>
                  <a:lnTo>
                    <a:pt x="1997405" y="2956475"/>
                  </a:lnTo>
                  <a:lnTo>
                    <a:pt x="1997499" y="2956475"/>
                  </a:lnTo>
                  <a:lnTo>
                    <a:pt x="1997593" y="2956475"/>
                  </a:lnTo>
                  <a:lnTo>
                    <a:pt x="1997687" y="2956475"/>
                  </a:lnTo>
                  <a:lnTo>
                    <a:pt x="1997781" y="2956475"/>
                  </a:lnTo>
                  <a:lnTo>
                    <a:pt x="1997875" y="2956475"/>
                  </a:lnTo>
                  <a:lnTo>
                    <a:pt x="1997969" y="2956475"/>
                  </a:lnTo>
                  <a:lnTo>
                    <a:pt x="1998063" y="2956475"/>
                  </a:lnTo>
                  <a:lnTo>
                    <a:pt x="1998157" y="2956475"/>
                  </a:lnTo>
                  <a:lnTo>
                    <a:pt x="1998251" y="2956475"/>
                  </a:lnTo>
                  <a:lnTo>
                    <a:pt x="1998345" y="2956475"/>
                  </a:lnTo>
                  <a:lnTo>
                    <a:pt x="1998439" y="2956475"/>
                  </a:lnTo>
                  <a:lnTo>
                    <a:pt x="1998533" y="2956475"/>
                  </a:lnTo>
                  <a:lnTo>
                    <a:pt x="1998627" y="2956475"/>
                  </a:lnTo>
                  <a:lnTo>
                    <a:pt x="1998721" y="2956475"/>
                  </a:lnTo>
                  <a:lnTo>
                    <a:pt x="1998815" y="2956475"/>
                  </a:lnTo>
                  <a:lnTo>
                    <a:pt x="1998910" y="2956475"/>
                  </a:lnTo>
                  <a:lnTo>
                    <a:pt x="1999004" y="2956475"/>
                  </a:lnTo>
                  <a:lnTo>
                    <a:pt x="1999098" y="2956475"/>
                  </a:lnTo>
                  <a:lnTo>
                    <a:pt x="1999192" y="2956475"/>
                  </a:lnTo>
                  <a:lnTo>
                    <a:pt x="1999286" y="2956475"/>
                  </a:lnTo>
                  <a:lnTo>
                    <a:pt x="1999380" y="2956475"/>
                  </a:lnTo>
                  <a:lnTo>
                    <a:pt x="1999474" y="2956475"/>
                  </a:lnTo>
                  <a:lnTo>
                    <a:pt x="1999568" y="2956475"/>
                  </a:lnTo>
                  <a:lnTo>
                    <a:pt x="1999662" y="2956475"/>
                  </a:lnTo>
                  <a:lnTo>
                    <a:pt x="1999756" y="2956475"/>
                  </a:lnTo>
                  <a:lnTo>
                    <a:pt x="1999850" y="2956475"/>
                  </a:lnTo>
                  <a:lnTo>
                    <a:pt x="1999944" y="2956475"/>
                  </a:lnTo>
                  <a:lnTo>
                    <a:pt x="2000038" y="2956475"/>
                  </a:lnTo>
                  <a:lnTo>
                    <a:pt x="2000132" y="2956475"/>
                  </a:lnTo>
                  <a:lnTo>
                    <a:pt x="2000226" y="2956475"/>
                  </a:lnTo>
                  <a:lnTo>
                    <a:pt x="2000320" y="2956475"/>
                  </a:lnTo>
                  <a:lnTo>
                    <a:pt x="2000320" y="2951196"/>
                  </a:lnTo>
                  <a:lnTo>
                    <a:pt x="2000414" y="2951196"/>
                  </a:lnTo>
                  <a:lnTo>
                    <a:pt x="2000508" y="2951196"/>
                  </a:lnTo>
                  <a:lnTo>
                    <a:pt x="2000602" y="2951196"/>
                  </a:lnTo>
                  <a:lnTo>
                    <a:pt x="2000696" y="2951196"/>
                  </a:lnTo>
                  <a:lnTo>
                    <a:pt x="2000790" y="2951196"/>
                  </a:lnTo>
                  <a:lnTo>
                    <a:pt x="2000884" y="2951196"/>
                  </a:lnTo>
                  <a:lnTo>
                    <a:pt x="2000978" y="2951196"/>
                  </a:lnTo>
                  <a:lnTo>
                    <a:pt x="2001072" y="2951196"/>
                  </a:lnTo>
                  <a:lnTo>
                    <a:pt x="2001166" y="2951196"/>
                  </a:lnTo>
                  <a:lnTo>
                    <a:pt x="2001260" y="2951196"/>
                  </a:lnTo>
                  <a:lnTo>
                    <a:pt x="2001354" y="2951196"/>
                  </a:lnTo>
                  <a:lnTo>
                    <a:pt x="2001448" y="2951196"/>
                  </a:lnTo>
                  <a:lnTo>
                    <a:pt x="2001542" y="2951196"/>
                  </a:lnTo>
                  <a:lnTo>
                    <a:pt x="2001636" y="2951196"/>
                  </a:lnTo>
                  <a:lnTo>
                    <a:pt x="2001730" y="2951196"/>
                  </a:lnTo>
                  <a:lnTo>
                    <a:pt x="2001824" y="2951196"/>
                  </a:lnTo>
                  <a:lnTo>
                    <a:pt x="2001918" y="2951196"/>
                  </a:lnTo>
                  <a:lnTo>
                    <a:pt x="2002012" y="2951196"/>
                  </a:lnTo>
                  <a:lnTo>
                    <a:pt x="2002106" y="2951196"/>
                  </a:lnTo>
                  <a:lnTo>
                    <a:pt x="2002200" y="2951196"/>
                  </a:lnTo>
                  <a:lnTo>
                    <a:pt x="2002294" y="2951196"/>
                  </a:lnTo>
                  <a:lnTo>
                    <a:pt x="2002388" y="2951196"/>
                  </a:lnTo>
                  <a:lnTo>
                    <a:pt x="2002483" y="2951196"/>
                  </a:lnTo>
                  <a:lnTo>
                    <a:pt x="2002577" y="2951196"/>
                  </a:lnTo>
                  <a:lnTo>
                    <a:pt x="2002671" y="2951196"/>
                  </a:lnTo>
                  <a:lnTo>
                    <a:pt x="2002765" y="2951196"/>
                  </a:lnTo>
                  <a:lnTo>
                    <a:pt x="2002859" y="2951196"/>
                  </a:lnTo>
                  <a:lnTo>
                    <a:pt x="2002953" y="2951196"/>
                  </a:lnTo>
                  <a:lnTo>
                    <a:pt x="2003047" y="2951196"/>
                  </a:lnTo>
                  <a:lnTo>
                    <a:pt x="2003141" y="2951196"/>
                  </a:lnTo>
                  <a:lnTo>
                    <a:pt x="2003235" y="2951196"/>
                  </a:lnTo>
                  <a:lnTo>
                    <a:pt x="2003329" y="2951196"/>
                  </a:lnTo>
                  <a:lnTo>
                    <a:pt x="2003423" y="2951196"/>
                  </a:lnTo>
                  <a:lnTo>
                    <a:pt x="2003517" y="2951196"/>
                  </a:lnTo>
                  <a:lnTo>
                    <a:pt x="2003611" y="2951196"/>
                  </a:lnTo>
                  <a:lnTo>
                    <a:pt x="2003705" y="2951196"/>
                  </a:lnTo>
                  <a:lnTo>
                    <a:pt x="2003799" y="2951196"/>
                  </a:lnTo>
                  <a:lnTo>
                    <a:pt x="2003893" y="2951196"/>
                  </a:lnTo>
                  <a:lnTo>
                    <a:pt x="2003987" y="2951196"/>
                  </a:lnTo>
                  <a:lnTo>
                    <a:pt x="2004081" y="2951196"/>
                  </a:lnTo>
                  <a:lnTo>
                    <a:pt x="2004175" y="2951196"/>
                  </a:lnTo>
                  <a:lnTo>
                    <a:pt x="2004269" y="2951196"/>
                  </a:lnTo>
                  <a:lnTo>
                    <a:pt x="2004363" y="2951196"/>
                  </a:lnTo>
                  <a:lnTo>
                    <a:pt x="2004457" y="2951196"/>
                  </a:lnTo>
                  <a:lnTo>
                    <a:pt x="2004551" y="2951196"/>
                  </a:lnTo>
                  <a:lnTo>
                    <a:pt x="2004645" y="2951196"/>
                  </a:lnTo>
                  <a:lnTo>
                    <a:pt x="2004739" y="2951196"/>
                  </a:lnTo>
                  <a:lnTo>
                    <a:pt x="2004833" y="2951196"/>
                  </a:lnTo>
                  <a:lnTo>
                    <a:pt x="2004927" y="2951196"/>
                  </a:lnTo>
                  <a:lnTo>
                    <a:pt x="2005021" y="2951196"/>
                  </a:lnTo>
                  <a:lnTo>
                    <a:pt x="2005115" y="2951196"/>
                  </a:lnTo>
                  <a:lnTo>
                    <a:pt x="2005209" y="2951196"/>
                  </a:lnTo>
                  <a:lnTo>
                    <a:pt x="2005303" y="2951196"/>
                  </a:lnTo>
                  <a:lnTo>
                    <a:pt x="2005397" y="2951196"/>
                  </a:lnTo>
                  <a:lnTo>
                    <a:pt x="2005491" y="2951196"/>
                  </a:lnTo>
                  <a:lnTo>
                    <a:pt x="2005585" y="2951196"/>
                  </a:lnTo>
                  <a:lnTo>
                    <a:pt x="2005679" y="2951196"/>
                  </a:lnTo>
                  <a:lnTo>
                    <a:pt x="2005773" y="2951196"/>
                  </a:lnTo>
                  <a:lnTo>
                    <a:pt x="2005773" y="2945917"/>
                  </a:lnTo>
                  <a:lnTo>
                    <a:pt x="2005867" y="2945917"/>
                  </a:lnTo>
                  <a:lnTo>
                    <a:pt x="2005961" y="2945917"/>
                  </a:lnTo>
                  <a:lnTo>
                    <a:pt x="2006056" y="2945917"/>
                  </a:lnTo>
                  <a:lnTo>
                    <a:pt x="2006150" y="2945917"/>
                  </a:lnTo>
                  <a:lnTo>
                    <a:pt x="2006244" y="2945917"/>
                  </a:lnTo>
                  <a:lnTo>
                    <a:pt x="2006338" y="2945917"/>
                  </a:lnTo>
                  <a:lnTo>
                    <a:pt x="2006432" y="2945917"/>
                  </a:lnTo>
                  <a:lnTo>
                    <a:pt x="2006526" y="2945917"/>
                  </a:lnTo>
                  <a:lnTo>
                    <a:pt x="2006620" y="2945917"/>
                  </a:lnTo>
                  <a:lnTo>
                    <a:pt x="2006714" y="2945917"/>
                  </a:lnTo>
                  <a:lnTo>
                    <a:pt x="2006808" y="2945917"/>
                  </a:lnTo>
                  <a:lnTo>
                    <a:pt x="2006902" y="2945917"/>
                  </a:lnTo>
                  <a:lnTo>
                    <a:pt x="2006996" y="2945917"/>
                  </a:lnTo>
                  <a:lnTo>
                    <a:pt x="2007090" y="2945917"/>
                  </a:lnTo>
                  <a:lnTo>
                    <a:pt x="2007184" y="2945917"/>
                  </a:lnTo>
                  <a:lnTo>
                    <a:pt x="2007278" y="2945917"/>
                  </a:lnTo>
                  <a:lnTo>
                    <a:pt x="2007372" y="2945917"/>
                  </a:lnTo>
                  <a:lnTo>
                    <a:pt x="2007466" y="2945917"/>
                  </a:lnTo>
                  <a:lnTo>
                    <a:pt x="2007560" y="2945917"/>
                  </a:lnTo>
                  <a:lnTo>
                    <a:pt x="2007654" y="2945917"/>
                  </a:lnTo>
                  <a:lnTo>
                    <a:pt x="2007748" y="2945917"/>
                  </a:lnTo>
                  <a:lnTo>
                    <a:pt x="2007842" y="2945917"/>
                  </a:lnTo>
                  <a:lnTo>
                    <a:pt x="2007936" y="2945917"/>
                  </a:lnTo>
                  <a:lnTo>
                    <a:pt x="2007936" y="2940637"/>
                  </a:lnTo>
                  <a:lnTo>
                    <a:pt x="2008030" y="2940637"/>
                  </a:lnTo>
                  <a:lnTo>
                    <a:pt x="2008124" y="2940637"/>
                  </a:lnTo>
                  <a:lnTo>
                    <a:pt x="2008218" y="2940637"/>
                  </a:lnTo>
                  <a:lnTo>
                    <a:pt x="2008312" y="2940637"/>
                  </a:lnTo>
                  <a:lnTo>
                    <a:pt x="2008406" y="2940637"/>
                  </a:lnTo>
                  <a:lnTo>
                    <a:pt x="2008500" y="2940637"/>
                  </a:lnTo>
                  <a:lnTo>
                    <a:pt x="2008594" y="2940637"/>
                  </a:lnTo>
                  <a:lnTo>
                    <a:pt x="2008688" y="2940637"/>
                  </a:lnTo>
                  <a:lnTo>
                    <a:pt x="2008782" y="2940637"/>
                  </a:lnTo>
                  <a:lnTo>
                    <a:pt x="2008876" y="2940637"/>
                  </a:lnTo>
                  <a:lnTo>
                    <a:pt x="2008876" y="2935358"/>
                  </a:lnTo>
                  <a:lnTo>
                    <a:pt x="2008970" y="2935358"/>
                  </a:lnTo>
                  <a:lnTo>
                    <a:pt x="2009064" y="2935358"/>
                  </a:lnTo>
                  <a:lnTo>
                    <a:pt x="2009158" y="2935358"/>
                  </a:lnTo>
                  <a:lnTo>
                    <a:pt x="2009252" y="2935358"/>
                  </a:lnTo>
                  <a:lnTo>
                    <a:pt x="2009346" y="2935358"/>
                  </a:lnTo>
                  <a:lnTo>
                    <a:pt x="2009440" y="2935358"/>
                  </a:lnTo>
                  <a:lnTo>
                    <a:pt x="2009534" y="2935358"/>
                  </a:lnTo>
                  <a:lnTo>
                    <a:pt x="2009629" y="2935358"/>
                  </a:lnTo>
                  <a:lnTo>
                    <a:pt x="2009723" y="2935358"/>
                  </a:lnTo>
                  <a:lnTo>
                    <a:pt x="2009817" y="2935358"/>
                  </a:lnTo>
                  <a:lnTo>
                    <a:pt x="2009911" y="2935358"/>
                  </a:lnTo>
                  <a:lnTo>
                    <a:pt x="2010005" y="2935358"/>
                  </a:lnTo>
                  <a:lnTo>
                    <a:pt x="2010099" y="2935358"/>
                  </a:lnTo>
                  <a:lnTo>
                    <a:pt x="2010193" y="2935358"/>
                  </a:lnTo>
                  <a:lnTo>
                    <a:pt x="2010287" y="2935358"/>
                  </a:lnTo>
                  <a:lnTo>
                    <a:pt x="2010381" y="2935358"/>
                  </a:lnTo>
                  <a:lnTo>
                    <a:pt x="2010475" y="2935358"/>
                  </a:lnTo>
                  <a:lnTo>
                    <a:pt x="2010569" y="2935358"/>
                  </a:lnTo>
                  <a:lnTo>
                    <a:pt x="2010663" y="2935358"/>
                  </a:lnTo>
                  <a:lnTo>
                    <a:pt x="2010757" y="2935358"/>
                  </a:lnTo>
                  <a:lnTo>
                    <a:pt x="2010851" y="2935358"/>
                  </a:lnTo>
                  <a:lnTo>
                    <a:pt x="2010945" y="2935358"/>
                  </a:lnTo>
                  <a:lnTo>
                    <a:pt x="2011039" y="2935358"/>
                  </a:lnTo>
                  <a:lnTo>
                    <a:pt x="2011133" y="2935358"/>
                  </a:lnTo>
                  <a:lnTo>
                    <a:pt x="2011227" y="2935358"/>
                  </a:lnTo>
                  <a:lnTo>
                    <a:pt x="2011321" y="2935358"/>
                  </a:lnTo>
                  <a:lnTo>
                    <a:pt x="2011415" y="2935358"/>
                  </a:lnTo>
                  <a:lnTo>
                    <a:pt x="2011509" y="2935358"/>
                  </a:lnTo>
                  <a:lnTo>
                    <a:pt x="2011603" y="2935358"/>
                  </a:lnTo>
                  <a:lnTo>
                    <a:pt x="2011697" y="2935358"/>
                  </a:lnTo>
                  <a:lnTo>
                    <a:pt x="2011791" y="2935358"/>
                  </a:lnTo>
                  <a:lnTo>
                    <a:pt x="2011885" y="2935358"/>
                  </a:lnTo>
                  <a:lnTo>
                    <a:pt x="2011979" y="2935358"/>
                  </a:lnTo>
                  <a:lnTo>
                    <a:pt x="2012073" y="2935358"/>
                  </a:lnTo>
                  <a:lnTo>
                    <a:pt x="2012167" y="2935358"/>
                  </a:lnTo>
                  <a:lnTo>
                    <a:pt x="2012261" y="2935358"/>
                  </a:lnTo>
                  <a:lnTo>
                    <a:pt x="2012355" y="2935358"/>
                  </a:lnTo>
                  <a:lnTo>
                    <a:pt x="2012449" y="2935358"/>
                  </a:lnTo>
                  <a:lnTo>
                    <a:pt x="2012543" y="2935358"/>
                  </a:lnTo>
                  <a:lnTo>
                    <a:pt x="2012637" y="2935358"/>
                  </a:lnTo>
                  <a:lnTo>
                    <a:pt x="2012731" y="2935358"/>
                  </a:lnTo>
                  <a:lnTo>
                    <a:pt x="2012825" y="2935358"/>
                  </a:lnTo>
                  <a:lnTo>
                    <a:pt x="2012919" y="2935358"/>
                  </a:lnTo>
                  <a:lnTo>
                    <a:pt x="2012919" y="2930078"/>
                  </a:lnTo>
                  <a:lnTo>
                    <a:pt x="2013013" y="2930078"/>
                  </a:lnTo>
                  <a:lnTo>
                    <a:pt x="2013108" y="2930078"/>
                  </a:lnTo>
                  <a:lnTo>
                    <a:pt x="2013202" y="2930078"/>
                  </a:lnTo>
                  <a:lnTo>
                    <a:pt x="2013296" y="2930078"/>
                  </a:lnTo>
                  <a:lnTo>
                    <a:pt x="2013390" y="2930078"/>
                  </a:lnTo>
                  <a:lnTo>
                    <a:pt x="2013484" y="2930078"/>
                  </a:lnTo>
                  <a:lnTo>
                    <a:pt x="2013578" y="2930078"/>
                  </a:lnTo>
                  <a:lnTo>
                    <a:pt x="2013672" y="2930078"/>
                  </a:lnTo>
                  <a:lnTo>
                    <a:pt x="2013766" y="2930078"/>
                  </a:lnTo>
                  <a:lnTo>
                    <a:pt x="2013860" y="2930078"/>
                  </a:lnTo>
                  <a:lnTo>
                    <a:pt x="2013954" y="2930078"/>
                  </a:lnTo>
                  <a:lnTo>
                    <a:pt x="2014048" y="2930078"/>
                  </a:lnTo>
                  <a:lnTo>
                    <a:pt x="2014142" y="2930078"/>
                  </a:lnTo>
                  <a:lnTo>
                    <a:pt x="2014236" y="2930078"/>
                  </a:lnTo>
                  <a:lnTo>
                    <a:pt x="2014330" y="2930078"/>
                  </a:lnTo>
                  <a:lnTo>
                    <a:pt x="2014424" y="2930078"/>
                  </a:lnTo>
                  <a:lnTo>
                    <a:pt x="2014518" y="2930078"/>
                  </a:lnTo>
                  <a:lnTo>
                    <a:pt x="2014612" y="2930078"/>
                  </a:lnTo>
                  <a:lnTo>
                    <a:pt x="2014706" y="2930078"/>
                  </a:lnTo>
                  <a:lnTo>
                    <a:pt x="2014800" y="2930078"/>
                  </a:lnTo>
                  <a:lnTo>
                    <a:pt x="2014894" y="2930078"/>
                  </a:lnTo>
                  <a:lnTo>
                    <a:pt x="2014988" y="2930078"/>
                  </a:lnTo>
                  <a:lnTo>
                    <a:pt x="2015082" y="2930078"/>
                  </a:lnTo>
                  <a:lnTo>
                    <a:pt x="2015176" y="2930078"/>
                  </a:lnTo>
                  <a:lnTo>
                    <a:pt x="2015270" y="2930078"/>
                  </a:lnTo>
                  <a:lnTo>
                    <a:pt x="2015364" y="2930078"/>
                  </a:lnTo>
                  <a:lnTo>
                    <a:pt x="2015458" y="2930078"/>
                  </a:lnTo>
                  <a:lnTo>
                    <a:pt x="2015552" y="2930078"/>
                  </a:lnTo>
                  <a:lnTo>
                    <a:pt x="2015646" y="2930078"/>
                  </a:lnTo>
                  <a:lnTo>
                    <a:pt x="2015740" y="2930078"/>
                  </a:lnTo>
                  <a:lnTo>
                    <a:pt x="2015834" y="2930078"/>
                  </a:lnTo>
                  <a:lnTo>
                    <a:pt x="2015928" y="2930078"/>
                  </a:lnTo>
                  <a:lnTo>
                    <a:pt x="2016022" y="2930078"/>
                  </a:lnTo>
                  <a:lnTo>
                    <a:pt x="2016116" y="2930078"/>
                  </a:lnTo>
                  <a:lnTo>
                    <a:pt x="2016210" y="2930078"/>
                  </a:lnTo>
                  <a:lnTo>
                    <a:pt x="2016304" y="2930078"/>
                  </a:lnTo>
                  <a:lnTo>
                    <a:pt x="2016398" y="2930078"/>
                  </a:lnTo>
                  <a:lnTo>
                    <a:pt x="2016492" y="2930078"/>
                  </a:lnTo>
                  <a:lnTo>
                    <a:pt x="2016586" y="2930078"/>
                  </a:lnTo>
                  <a:lnTo>
                    <a:pt x="2016681" y="2930078"/>
                  </a:lnTo>
                  <a:lnTo>
                    <a:pt x="2016775" y="2930078"/>
                  </a:lnTo>
                  <a:lnTo>
                    <a:pt x="2016869" y="2930078"/>
                  </a:lnTo>
                  <a:lnTo>
                    <a:pt x="2016963" y="2930078"/>
                  </a:lnTo>
                  <a:lnTo>
                    <a:pt x="2017057" y="2930078"/>
                  </a:lnTo>
                  <a:lnTo>
                    <a:pt x="2017151" y="2930078"/>
                  </a:lnTo>
                  <a:lnTo>
                    <a:pt x="2017245" y="2930078"/>
                  </a:lnTo>
                  <a:lnTo>
                    <a:pt x="2017339" y="2930078"/>
                  </a:lnTo>
                  <a:lnTo>
                    <a:pt x="2017433" y="2930078"/>
                  </a:lnTo>
                  <a:lnTo>
                    <a:pt x="2017527" y="2930078"/>
                  </a:lnTo>
                  <a:lnTo>
                    <a:pt x="2017621" y="2930078"/>
                  </a:lnTo>
                  <a:lnTo>
                    <a:pt x="2017715" y="2930078"/>
                  </a:lnTo>
                  <a:lnTo>
                    <a:pt x="2017809" y="2930078"/>
                  </a:lnTo>
                  <a:lnTo>
                    <a:pt x="2017903" y="2930078"/>
                  </a:lnTo>
                  <a:lnTo>
                    <a:pt x="2017997" y="2930078"/>
                  </a:lnTo>
                  <a:lnTo>
                    <a:pt x="2018091" y="2930078"/>
                  </a:lnTo>
                  <a:lnTo>
                    <a:pt x="2018185" y="2930078"/>
                  </a:lnTo>
                  <a:lnTo>
                    <a:pt x="2018279" y="2930078"/>
                  </a:lnTo>
                  <a:lnTo>
                    <a:pt x="2018373" y="2930078"/>
                  </a:lnTo>
                  <a:lnTo>
                    <a:pt x="2018467" y="2930078"/>
                  </a:lnTo>
                  <a:lnTo>
                    <a:pt x="2018561" y="2930078"/>
                  </a:lnTo>
                  <a:lnTo>
                    <a:pt x="2018655" y="2930078"/>
                  </a:lnTo>
                  <a:lnTo>
                    <a:pt x="2018749" y="2930078"/>
                  </a:lnTo>
                  <a:lnTo>
                    <a:pt x="2018843" y="2930078"/>
                  </a:lnTo>
                  <a:lnTo>
                    <a:pt x="2018937" y="2930078"/>
                  </a:lnTo>
                  <a:lnTo>
                    <a:pt x="2019031" y="2930078"/>
                  </a:lnTo>
                  <a:lnTo>
                    <a:pt x="2019125" y="2930078"/>
                  </a:lnTo>
                  <a:lnTo>
                    <a:pt x="2019219" y="2930078"/>
                  </a:lnTo>
                  <a:lnTo>
                    <a:pt x="2019313" y="2930078"/>
                  </a:lnTo>
                  <a:lnTo>
                    <a:pt x="2019407" y="2930078"/>
                  </a:lnTo>
                  <a:lnTo>
                    <a:pt x="2019501" y="2930078"/>
                  </a:lnTo>
                  <a:lnTo>
                    <a:pt x="2019595" y="2930078"/>
                  </a:lnTo>
                  <a:lnTo>
                    <a:pt x="2019689" y="2930078"/>
                  </a:lnTo>
                  <a:lnTo>
                    <a:pt x="2019783" y="2930078"/>
                  </a:lnTo>
                  <a:lnTo>
                    <a:pt x="2019877" y="2930078"/>
                  </a:lnTo>
                  <a:lnTo>
                    <a:pt x="2019971" y="2930078"/>
                  </a:lnTo>
                  <a:lnTo>
                    <a:pt x="2020065" y="2930078"/>
                  </a:lnTo>
                  <a:lnTo>
                    <a:pt x="2020159" y="2930078"/>
                  </a:lnTo>
                  <a:lnTo>
                    <a:pt x="2020254" y="2930078"/>
                  </a:lnTo>
                  <a:lnTo>
                    <a:pt x="2020348" y="2930078"/>
                  </a:lnTo>
                  <a:lnTo>
                    <a:pt x="2020442" y="2930078"/>
                  </a:lnTo>
                  <a:lnTo>
                    <a:pt x="2020536" y="2930078"/>
                  </a:lnTo>
                  <a:lnTo>
                    <a:pt x="2020630" y="2930078"/>
                  </a:lnTo>
                  <a:lnTo>
                    <a:pt x="2020724" y="2930078"/>
                  </a:lnTo>
                  <a:lnTo>
                    <a:pt x="2020818" y="2930078"/>
                  </a:lnTo>
                  <a:lnTo>
                    <a:pt x="2020912" y="2930078"/>
                  </a:lnTo>
                  <a:lnTo>
                    <a:pt x="2021006" y="2930078"/>
                  </a:lnTo>
                  <a:lnTo>
                    <a:pt x="2021100" y="2930078"/>
                  </a:lnTo>
                  <a:lnTo>
                    <a:pt x="2021194" y="2930078"/>
                  </a:lnTo>
                  <a:lnTo>
                    <a:pt x="2021288" y="2930078"/>
                  </a:lnTo>
                  <a:lnTo>
                    <a:pt x="2021382" y="2930078"/>
                  </a:lnTo>
                  <a:lnTo>
                    <a:pt x="2021382" y="2924799"/>
                  </a:lnTo>
                  <a:lnTo>
                    <a:pt x="2021476" y="2924799"/>
                  </a:lnTo>
                  <a:lnTo>
                    <a:pt x="2021570" y="2924799"/>
                  </a:lnTo>
                  <a:lnTo>
                    <a:pt x="2021664" y="2924799"/>
                  </a:lnTo>
                  <a:lnTo>
                    <a:pt x="2021758" y="2924799"/>
                  </a:lnTo>
                  <a:lnTo>
                    <a:pt x="2021852" y="2924799"/>
                  </a:lnTo>
                  <a:lnTo>
                    <a:pt x="2021946" y="2924799"/>
                  </a:lnTo>
                  <a:lnTo>
                    <a:pt x="2022040" y="2924799"/>
                  </a:lnTo>
                  <a:lnTo>
                    <a:pt x="2022134" y="2924799"/>
                  </a:lnTo>
                  <a:lnTo>
                    <a:pt x="2022228" y="2924799"/>
                  </a:lnTo>
                  <a:lnTo>
                    <a:pt x="2022322" y="2924799"/>
                  </a:lnTo>
                  <a:lnTo>
                    <a:pt x="2022416" y="2924799"/>
                  </a:lnTo>
                  <a:lnTo>
                    <a:pt x="2022510" y="2924799"/>
                  </a:lnTo>
                  <a:lnTo>
                    <a:pt x="2022604" y="2924799"/>
                  </a:lnTo>
                  <a:lnTo>
                    <a:pt x="2022698" y="2924799"/>
                  </a:lnTo>
                  <a:lnTo>
                    <a:pt x="2022792" y="2924799"/>
                  </a:lnTo>
                  <a:lnTo>
                    <a:pt x="2022886" y="2924799"/>
                  </a:lnTo>
                  <a:lnTo>
                    <a:pt x="2022980" y="2924799"/>
                  </a:lnTo>
                  <a:lnTo>
                    <a:pt x="2023074" y="2924799"/>
                  </a:lnTo>
                  <a:lnTo>
                    <a:pt x="2023168" y="2924799"/>
                  </a:lnTo>
                  <a:lnTo>
                    <a:pt x="2023262" y="2924799"/>
                  </a:lnTo>
                  <a:lnTo>
                    <a:pt x="2023356" y="2924799"/>
                  </a:lnTo>
                  <a:lnTo>
                    <a:pt x="2023450" y="2924799"/>
                  </a:lnTo>
                  <a:lnTo>
                    <a:pt x="2023544" y="2924799"/>
                  </a:lnTo>
                  <a:lnTo>
                    <a:pt x="2023638" y="2924799"/>
                  </a:lnTo>
                  <a:lnTo>
                    <a:pt x="2023733" y="2924799"/>
                  </a:lnTo>
                  <a:lnTo>
                    <a:pt x="2023827" y="2924799"/>
                  </a:lnTo>
                  <a:lnTo>
                    <a:pt x="2023921" y="2924799"/>
                  </a:lnTo>
                  <a:lnTo>
                    <a:pt x="2024015" y="2924799"/>
                  </a:lnTo>
                  <a:lnTo>
                    <a:pt x="2024109" y="2924799"/>
                  </a:lnTo>
                  <a:lnTo>
                    <a:pt x="2024203" y="2924799"/>
                  </a:lnTo>
                  <a:lnTo>
                    <a:pt x="2024297" y="2924799"/>
                  </a:lnTo>
                  <a:lnTo>
                    <a:pt x="2024391" y="2924799"/>
                  </a:lnTo>
                  <a:lnTo>
                    <a:pt x="2024485" y="2924799"/>
                  </a:lnTo>
                  <a:lnTo>
                    <a:pt x="2024579" y="2924799"/>
                  </a:lnTo>
                  <a:lnTo>
                    <a:pt x="2024673" y="2924799"/>
                  </a:lnTo>
                  <a:lnTo>
                    <a:pt x="2024767" y="2924799"/>
                  </a:lnTo>
                  <a:lnTo>
                    <a:pt x="2024861" y="2924799"/>
                  </a:lnTo>
                  <a:lnTo>
                    <a:pt x="2024955" y="2924799"/>
                  </a:lnTo>
                  <a:lnTo>
                    <a:pt x="2025049" y="2924799"/>
                  </a:lnTo>
                  <a:lnTo>
                    <a:pt x="2025143" y="2924799"/>
                  </a:lnTo>
                  <a:lnTo>
                    <a:pt x="2025237" y="2924799"/>
                  </a:lnTo>
                  <a:lnTo>
                    <a:pt x="2025331" y="2924799"/>
                  </a:lnTo>
                  <a:lnTo>
                    <a:pt x="2025425" y="2924799"/>
                  </a:lnTo>
                  <a:lnTo>
                    <a:pt x="2025519" y="2924799"/>
                  </a:lnTo>
                  <a:lnTo>
                    <a:pt x="2025613" y="2924799"/>
                  </a:lnTo>
                  <a:lnTo>
                    <a:pt x="2025707" y="2924799"/>
                  </a:lnTo>
                  <a:lnTo>
                    <a:pt x="2025801" y="2924799"/>
                  </a:lnTo>
                  <a:lnTo>
                    <a:pt x="2025895" y="2924799"/>
                  </a:lnTo>
                  <a:lnTo>
                    <a:pt x="2025989" y="2924799"/>
                  </a:lnTo>
                  <a:lnTo>
                    <a:pt x="2026083" y="2924799"/>
                  </a:lnTo>
                  <a:lnTo>
                    <a:pt x="2026177" y="2924799"/>
                  </a:lnTo>
                  <a:lnTo>
                    <a:pt x="2026271" y="2924799"/>
                  </a:lnTo>
                  <a:lnTo>
                    <a:pt x="2026365" y="2924799"/>
                  </a:lnTo>
                  <a:lnTo>
                    <a:pt x="2026459" y="2924799"/>
                  </a:lnTo>
                  <a:lnTo>
                    <a:pt x="2026553" y="2924799"/>
                  </a:lnTo>
                  <a:lnTo>
                    <a:pt x="2026647" y="2924799"/>
                  </a:lnTo>
                  <a:lnTo>
                    <a:pt x="2026741" y="2924799"/>
                  </a:lnTo>
                  <a:lnTo>
                    <a:pt x="2026835" y="2924799"/>
                  </a:lnTo>
                  <a:lnTo>
                    <a:pt x="2026929" y="2924799"/>
                  </a:lnTo>
                  <a:lnTo>
                    <a:pt x="2027023" y="2924799"/>
                  </a:lnTo>
                  <a:lnTo>
                    <a:pt x="2027117" y="2924799"/>
                  </a:lnTo>
                  <a:lnTo>
                    <a:pt x="2027211" y="2924799"/>
                  </a:lnTo>
                  <a:lnTo>
                    <a:pt x="2027306" y="2924799"/>
                  </a:lnTo>
                  <a:lnTo>
                    <a:pt x="2027400" y="2924799"/>
                  </a:lnTo>
                  <a:lnTo>
                    <a:pt x="2027494" y="2924799"/>
                  </a:lnTo>
                  <a:lnTo>
                    <a:pt x="2027588" y="2924799"/>
                  </a:lnTo>
                  <a:lnTo>
                    <a:pt x="2027682" y="2924799"/>
                  </a:lnTo>
                  <a:lnTo>
                    <a:pt x="2027776" y="2924799"/>
                  </a:lnTo>
                  <a:lnTo>
                    <a:pt x="2027870" y="2924799"/>
                  </a:lnTo>
                  <a:lnTo>
                    <a:pt x="2027964" y="2924799"/>
                  </a:lnTo>
                  <a:lnTo>
                    <a:pt x="2027964" y="2919519"/>
                  </a:lnTo>
                  <a:lnTo>
                    <a:pt x="2028058" y="2919519"/>
                  </a:lnTo>
                  <a:lnTo>
                    <a:pt x="2028152" y="2919519"/>
                  </a:lnTo>
                  <a:lnTo>
                    <a:pt x="2028246" y="2919519"/>
                  </a:lnTo>
                  <a:lnTo>
                    <a:pt x="2028340" y="2919519"/>
                  </a:lnTo>
                  <a:lnTo>
                    <a:pt x="2028434" y="2919519"/>
                  </a:lnTo>
                  <a:lnTo>
                    <a:pt x="2028528" y="2919519"/>
                  </a:lnTo>
                  <a:lnTo>
                    <a:pt x="2028622" y="2919519"/>
                  </a:lnTo>
                  <a:lnTo>
                    <a:pt x="2028716" y="2919519"/>
                  </a:lnTo>
                  <a:lnTo>
                    <a:pt x="2028810" y="2919519"/>
                  </a:lnTo>
                  <a:lnTo>
                    <a:pt x="2028904" y="2919519"/>
                  </a:lnTo>
                  <a:lnTo>
                    <a:pt x="2028998" y="2919519"/>
                  </a:lnTo>
                  <a:lnTo>
                    <a:pt x="2029092" y="2919519"/>
                  </a:lnTo>
                  <a:lnTo>
                    <a:pt x="2029186" y="2919519"/>
                  </a:lnTo>
                  <a:lnTo>
                    <a:pt x="2029280" y="2919519"/>
                  </a:lnTo>
                  <a:lnTo>
                    <a:pt x="2029374" y="2919519"/>
                  </a:lnTo>
                  <a:lnTo>
                    <a:pt x="2029468" y="2919519"/>
                  </a:lnTo>
                  <a:lnTo>
                    <a:pt x="2029562" y="2919519"/>
                  </a:lnTo>
                  <a:lnTo>
                    <a:pt x="2029656" y="2919519"/>
                  </a:lnTo>
                  <a:lnTo>
                    <a:pt x="2029750" y="2919519"/>
                  </a:lnTo>
                  <a:lnTo>
                    <a:pt x="2029844" y="2919519"/>
                  </a:lnTo>
                  <a:lnTo>
                    <a:pt x="2029938" y="2919519"/>
                  </a:lnTo>
                  <a:lnTo>
                    <a:pt x="2030032" y="2919519"/>
                  </a:lnTo>
                  <a:lnTo>
                    <a:pt x="2030126" y="2919519"/>
                  </a:lnTo>
                  <a:lnTo>
                    <a:pt x="2030220" y="2919519"/>
                  </a:lnTo>
                  <a:lnTo>
                    <a:pt x="2030314" y="2919519"/>
                  </a:lnTo>
                  <a:lnTo>
                    <a:pt x="2030408" y="2919519"/>
                  </a:lnTo>
                  <a:lnTo>
                    <a:pt x="2030502" y="2919519"/>
                  </a:lnTo>
                  <a:lnTo>
                    <a:pt x="2030596" y="2919519"/>
                  </a:lnTo>
                  <a:lnTo>
                    <a:pt x="2030690" y="2919519"/>
                  </a:lnTo>
                  <a:lnTo>
                    <a:pt x="2030784" y="2919519"/>
                  </a:lnTo>
                  <a:lnTo>
                    <a:pt x="2030879" y="2919519"/>
                  </a:lnTo>
                  <a:lnTo>
                    <a:pt x="2030973" y="2919519"/>
                  </a:lnTo>
                  <a:lnTo>
                    <a:pt x="2031067" y="2919519"/>
                  </a:lnTo>
                  <a:lnTo>
                    <a:pt x="2031161" y="2919519"/>
                  </a:lnTo>
                  <a:lnTo>
                    <a:pt x="2031255" y="2919519"/>
                  </a:lnTo>
                  <a:lnTo>
                    <a:pt x="2031349" y="2919519"/>
                  </a:lnTo>
                  <a:lnTo>
                    <a:pt x="2031443" y="2919519"/>
                  </a:lnTo>
                  <a:lnTo>
                    <a:pt x="2031537" y="2919519"/>
                  </a:lnTo>
                  <a:lnTo>
                    <a:pt x="2031631" y="2919519"/>
                  </a:lnTo>
                  <a:lnTo>
                    <a:pt x="2031725" y="2919519"/>
                  </a:lnTo>
                  <a:lnTo>
                    <a:pt x="2031725" y="2914240"/>
                  </a:lnTo>
                  <a:lnTo>
                    <a:pt x="2031819" y="2914240"/>
                  </a:lnTo>
                  <a:lnTo>
                    <a:pt x="2031913" y="2914240"/>
                  </a:lnTo>
                  <a:lnTo>
                    <a:pt x="2032007" y="2914240"/>
                  </a:lnTo>
                  <a:lnTo>
                    <a:pt x="2032101" y="2914240"/>
                  </a:lnTo>
                  <a:lnTo>
                    <a:pt x="2032195" y="2914240"/>
                  </a:lnTo>
                  <a:lnTo>
                    <a:pt x="2032289" y="2914240"/>
                  </a:lnTo>
                  <a:lnTo>
                    <a:pt x="2032383" y="2914240"/>
                  </a:lnTo>
                  <a:lnTo>
                    <a:pt x="2032477" y="2914240"/>
                  </a:lnTo>
                  <a:lnTo>
                    <a:pt x="2032571" y="2914240"/>
                  </a:lnTo>
                  <a:lnTo>
                    <a:pt x="2032665" y="2914240"/>
                  </a:lnTo>
                  <a:lnTo>
                    <a:pt x="2032759" y="2914240"/>
                  </a:lnTo>
                  <a:lnTo>
                    <a:pt x="2032853" y="2914240"/>
                  </a:lnTo>
                  <a:lnTo>
                    <a:pt x="2032947" y="2914240"/>
                  </a:lnTo>
                  <a:lnTo>
                    <a:pt x="2033041" y="2914240"/>
                  </a:lnTo>
                  <a:lnTo>
                    <a:pt x="2033135" y="2914240"/>
                  </a:lnTo>
                  <a:lnTo>
                    <a:pt x="2033229" y="2914240"/>
                  </a:lnTo>
                  <a:lnTo>
                    <a:pt x="2033323" y="2914240"/>
                  </a:lnTo>
                  <a:lnTo>
                    <a:pt x="2033417" y="2914240"/>
                  </a:lnTo>
                  <a:lnTo>
                    <a:pt x="2033511" y="2914240"/>
                  </a:lnTo>
                  <a:lnTo>
                    <a:pt x="2033605" y="2914240"/>
                  </a:lnTo>
                  <a:lnTo>
                    <a:pt x="2033699" y="2914240"/>
                  </a:lnTo>
                  <a:lnTo>
                    <a:pt x="2033699" y="2908961"/>
                  </a:lnTo>
                  <a:lnTo>
                    <a:pt x="2033793" y="2908961"/>
                  </a:lnTo>
                  <a:lnTo>
                    <a:pt x="2033887" y="2908961"/>
                  </a:lnTo>
                  <a:lnTo>
                    <a:pt x="2033981" y="2908961"/>
                  </a:lnTo>
                  <a:lnTo>
                    <a:pt x="2034075" y="2908961"/>
                  </a:lnTo>
                  <a:lnTo>
                    <a:pt x="2034169" y="2908961"/>
                  </a:lnTo>
                  <a:lnTo>
                    <a:pt x="2034263" y="2908961"/>
                  </a:lnTo>
                  <a:lnTo>
                    <a:pt x="2034358" y="2908961"/>
                  </a:lnTo>
                  <a:lnTo>
                    <a:pt x="2034452" y="2908961"/>
                  </a:lnTo>
                  <a:lnTo>
                    <a:pt x="2034546" y="2908961"/>
                  </a:lnTo>
                  <a:lnTo>
                    <a:pt x="2034640" y="2908961"/>
                  </a:lnTo>
                  <a:lnTo>
                    <a:pt x="2034734" y="2908961"/>
                  </a:lnTo>
                  <a:lnTo>
                    <a:pt x="2034828" y="2908961"/>
                  </a:lnTo>
                  <a:lnTo>
                    <a:pt x="2034922" y="2908961"/>
                  </a:lnTo>
                  <a:lnTo>
                    <a:pt x="2035016" y="2908961"/>
                  </a:lnTo>
                  <a:lnTo>
                    <a:pt x="2035110" y="2908961"/>
                  </a:lnTo>
                  <a:lnTo>
                    <a:pt x="2035204" y="2908961"/>
                  </a:lnTo>
                  <a:lnTo>
                    <a:pt x="2035298" y="2908961"/>
                  </a:lnTo>
                  <a:lnTo>
                    <a:pt x="2035392" y="2908961"/>
                  </a:lnTo>
                  <a:lnTo>
                    <a:pt x="2035486" y="2908961"/>
                  </a:lnTo>
                  <a:lnTo>
                    <a:pt x="2035580" y="2908961"/>
                  </a:lnTo>
                  <a:lnTo>
                    <a:pt x="2035674" y="2908961"/>
                  </a:lnTo>
                  <a:lnTo>
                    <a:pt x="2035768" y="2908961"/>
                  </a:lnTo>
                  <a:lnTo>
                    <a:pt x="2035862" y="2908961"/>
                  </a:lnTo>
                  <a:lnTo>
                    <a:pt x="2035956" y="2908961"/>
                  </a:lnTo>
                  <a:lnTo>
                    <a:pt x="2036050" y="2908961"/>
                  </a:lnTo>
                  <a:lnTo>
                    <a:pt x="2036144" y="2908961"/>
                  </a:lnTo>
                  <a:lnTo>
                    <a:pt x="2036238" y="2908961"/>
                  </a:lnTo>
                  <a:lnTo>
                    <a:pt x="2036332" y="2908961"/>
                  </a:lnTo>
                  <a:lnTo>
                    <a:pt x="2036426" y="2908961"/>
                  </a:lnTo>
                  <a:lnTo>
                    <a:pt x="2036520" y="2908961"/>
                  </a:lnTo>
                  <a:lnTo>
                    <a:pt x="2036614" y="2908961"/>
                  </a:lnTo>
                  <a:lnTo>
                    <a:pt x="2036708" y="2908961"/>
                  </a:lnTo>
                  <a:lnTo>
                    <a:pt x="2036802" y="2908961"/>
                  </a:lnTo>
                  <a:lnTo>
                    <a:pt x="2036896" y="2908961"/>
                  </a:lnTo>
                  <a:lnTo>
                    <a:pt x="2036990" y="2908961"/>
                  </a:lnTo>
                  <a:lnTo>
                    <a:pt x="2037084" y="2908961"/>
                  </a:lnTo>
                  <a:lnTo>
                    <a:pt x="2037178" y="2908961"/>
                  </a:lnTo>
                  <a:lnTo>
                    <a:pt x="2037272" y="2908961"/>
                  </a:lnTo>
                  <a:lnTo>
                    <a:pt x="2037366" y="2908961"/>
                  </a:lnTo>
                  <a:lnTo>
                    <a:pt x="2037460" y="2908961"/>
                  </a:lnTo>
                  <a:lnTo>
                    <a:pt x="2037554" y="2908961"/>
                  </a:lnTo>
                  <a:lnTo>
                    <a:pt x="2037554" y="2903681"/>
                  </a:lnTo>
                  <a:lnTo>
                    <a:pt x="2037648" y="2903681"/>
                  </a:lnTo>
                  <a:lnTo>
                    <a:pt x="2037742" y="2903681"/>
                  </a:lnTo>
                  <a:lnTo>
                    <a:pt x="2037836" y="2903681"/>
                  </a:lnTo>
                  <a:lnTo>
                    <a:pt x="2037931" y="2903681"/>
                  </a:lnTo>
                  <a:lnTo>
                    <a:pt x="2038025" y="2903681"/>
                  </a:lnTo>
                  <a:lnTo>
                    <a:pt x="2038119" y="2903681"/>
                  </a:lnTo>
                  <a:lnTo>
                    <a:pt x="2038213" y="2903681"/>
                  </a:lnTo>
                  <a:lnTo>
                    <a:pt x="2038307" y="2903681"/>
                  </a:lnTo>
                  <a:lnTo>
                    <a:pt x="2038401" y="2903681"/>
                  </a:lnTo>
                  <a:lnTo>
                    <a:pt x="2038495" y="2903681"/>
                  </a:lnTo>
                  <a:lnTo>
                    <a:pt x="2038589" y="2903681"/>
                  </a:lnTo>
                  <a:lnTo>
                    <a:pt x="2038683" y="2903681"/>
                  </a:lnTo>
                  <a:lnTo>
                    <a:pt x="2038777" y="2903681"/>
                  </a:lnTo>
                  <a:lnTo>
                    <a:pt x="2038871" y="2903681"/>
                  </a:lnTo>
                  <a:lnTo>
                    <a:pt x="2038965" y="2903681"/>
                  </a:lnTo>
                  <a:lnTo>
                    <a:pt x="2039059" y="2903681"/>
                  </a:lnTo>
                  <a:lnTo>
                    <a:pt x="2039153" y="2903681"/>
                  </a:lnTo>
                  <a:lnTo>
                    <a:pt x="2039247" y="2903681"/>
                  </a:lnTo>
                  <a:lnTo>
                    <a:pt x="2039341" y="2903681"/>
                  </a:lnTo>
                  <a:lnTo>
                    <a:pt x="2039435" y="2903681"/>
                  </a:lnTo>
                  <a:lnTo>
                    <a:pt x="2039529" y="2903681"/>
                  </a:lnTo>
                  <a:lnTo>
                    <a:pt x="2039623" y="2903681"/>
                  </a:lnTo>
                  <a:lnTo>
                    <a:pt x="2039717" y="2903681"/>
                  </a:lnTo>
                  <a:lnTo>
                    <a:pt x="2039811" y="2903681"/>
                  </a:lnTo>
                  <a:lnTo>
                    <a:pt x="2039905" y="2903681"/>
                  </a:lnTo>
                  <a:lnTo>
                    <a:pt x="2039999" y="2903681"/>
                  </a:lnTo>
                  <a:lnTo>
                    <a:pt x="2040093" y="2903681"/>
                  </a:lnTo>
                  <a:lnTo>
                    <a:pt x="2040187" y="2903681"/>
                  </a:lnTo>
                  <a:lnTo>
                    <a:pt x="2040281" y="2903681"/>
                  </a:lnTo>
                  <a:lnTo>
                    <a:pt x="2040375" y="2903681"/>
                  </a:lnTo>
                  <a:lnTo>
                    <a:pt x="2040469" y="2903681"/>
                  </a:lnTo>
                  <a:lnTo>
                    <a:pt x="2040563" y="2903681"/>
                  </a:lnTo>
                  <a:lnTo>
                    <a:pt x="2040657" y="2903681"/>
                  </a:lnTo>
                  <a:lnTo>
                    <a:pt x="2040751" y="2903681"/>
                  </a:lnTo>
                  <a:lnTo>
                    <a:pt x="2040845" y="2903681"/>
                  </a:lnTo>
                  <a:lnTo>
                    <a:pt x="2040939" y="2903681"/>
                  </a:lnTo>
                  <a:lnTo>
                    <a:pt x="2041033" y="2903681"/>
                  </a:lnTo>
                  <a:lnTo>
                    <a:pt x="2041127" y="2903681"/>
                  </a:lnTo>
                  <a:lnTo>
                    <a:pt x="2041221" y="2903681"/>
                  </a:lnTo>
                  <a:lnTo>
                    <a:pt x="2041315" y="2903681"/>
                  </a:lnTo>
                  <a:lnTo>
                    <a:pt x="2041409" y="2903681"/>
                  </a:lnTo>
                  <a:lnTo>
                    <a:pt x="2041504" y="2903681"/>
                  </a:lnTo>
                  <a:lnTo>
                    <a:pt x="2041598" y="2903681"/>
                  </a:lnTo>
                  <a:lnTo>
                    <a:pt x="2041692" y="2903681"/>
                  </a:lnTo>
                  <a:lnTo>
                    <a:pt x="2041786" y="2903681"/>
                  </a:lnTo>
                  <a:lnTo>
                    <a:pt x="2041880" y="2903681"/>
                  </a:lnTo>
                  <a:lnTo>
                    <a:pt x="2041974" y="2903681"/>
                  </a:lnTo>
                  <a:lnTo>
                    <a:pt x="2042068" y="2903681"/>
                  </a:lnTo>
                  <a:lnTo>
                    <a:pt x="2042162" y="2903681"/>
                  </a:lnTo>
                  <a:lnTo>
                    <a:pt x="2042256" y="2903681"/>
                  </a:lnTo>
                  <a:lnTo>
                    <a:pt x="2042350" y="2903681"/>
                  </a:lnTo>
                  <a:lnTo>
                    <a:pt x="2042444" y="2903681"/>
                  </a:lnTo>
                  <a:lnTo>
                    <a:pt x="2042538" y="2903681"/>
                  </a:lnTo>
                  <a:lnTo>
                    <a:pt x="2042632" y="2903681"/>
                  </a:lnTo>
                  <a:lnTo>
                    <a:pt x="2042726" y="2903681"/>
                  </a:lnTo>
                  <a:lnTo>
                    <a:pt x="2042820" y="2903681"/>
                  </a:lnTo>
                  <a:lnTo>
                    <a:pt x="2042914" y="2903681"/>
                  </a:lnTo>
                  <a:lnTo>
                    <a:pt x="2043008" y="2903681"/>
                  </a:lnTo>
                  <a:lnTo>
                    <a:pt x="2043102" y="2903681"/>
                  </a:lnTo>
                  <a:lnTo>
                    <a:pt x="2043196" y="2903681"/>
                  </a:lnTo>
                  <a:lnTo>
                    <a:pt x="2043290" y="2903681"/>
                  </a:lnTo>
                  <a:lnTo>
                    <a:pt x="2043384" y="2903681"/>
                  </a:lnTo>
                  <a:lnTo>
                    <a:pt x="2043478" y="2903681"/>
                  </a:lnTo>
                  <a:lnTo>
                    <a:pt x="2043572" y="2903681"/>
                  </a:lnTo>
                  <a:lnTo>
                    <a:pt x="2043666" y="2903681"/>
                  </a:lnTo>
                  <a:lnTo>
                    <a:pt x="2043760" y="2903681"/>
                  </a:lnTo>
                  <a:lnTo>
                    <a:pt x="2043854" y="2903681"/>
                  </a:lnTo>
                  <a:lnTo>
                    <a:pt x="2043948" y="2903681"/>
                  </a:lnTo>
                  <a:lnTo>
                    <a:pt x="2044042" y="2903681"/>
                  </a:lnTo>
                  <a:lnTo>
                    <a:pt x="2044136" y="2903681"/>
                  </a:lnTo>
                  <a:lnTo>
                    <a:pt x="2044230" y="2903681"/>
                  </a:lnTo>
                  <a:lnTo>
                    <a:pt x="2044324" y="2903681"/>
                  </a:lnTo>
                  <a:lnTo>
                    <a:pt x="2044418" y="2903681"/>
                  </a:lnTo>
                  <a:lnTo>
                    <a:pt x="2044512" y="2903681"/>
                  </a:lnTo>
                  <a:lnTo>
                    <a:pt x="2044606" y="2903681"/>
                  </a:lnTo>
                  <a:lnTo>
                    <a:pt x="2044700" y="2903681"/>
                  </a:lnTo>
                  <a:lnTo>
                    <a:pt x="2044794" y="2903681"/>
                  </a:lnTo>
                  <a:lnTo>
                    <a:pt x="2044888" y="2903681"/>
                  </a:lnTo>
                  <a:lnTo>
                    <a:pt x="2044982" y="2903681"/>
                  </a:lnTo>
                  <a:lnTo>
                    <a:pt x="2045077" y="2903681"/>
                  </a:lnTo>
                  <a:lnTo>
                    <a:pt x="2045171" y="2903681"/>
                  </a:lnTo>
                  <a:lnTo>
                    <a:pt x="2045265" y="2903681"/>
                  </a:lnTo>
                  <a:lnTo>
                    <a:pt x="2045359" y="2903681"/>
                  </a:lnTo>
                  <a:lnTo>
                    <a:pt x="2045453" y="2903681"/>
                  </a:lnTo>
                  <a:lnTo>
                    <a:pt x="2045547" y="2903681"/>
                  </a:lnTo>
                  <a:lnTo>
                    <a:pt x="2045641" y="2903681"/>
                  </a:lnTo>
                  <a:lnTo>
                    <a:pt x="2045735" y="2903681"/>
                  </a:lnTo>
                  <a:lnTo>
                    <a:pt x="2045829" y="2903681"/>
                  </a:lnTo>
                  <a:lnTo>
                    <a:pt x="2045923" y="2903681"/>
                  </a:lnTo>
                  <a:lnTo>
                    <a:pt x="2046017" y="2903681"/>
                  </a:lnTo>
                  <a:lnTo>
                    <a:pt x="2046111" y="2903681"/>
                  </a:lnTo>
                  <a:lnTo>
                    <a:pt x="2046205" y="2903681"/>
                  </a:lnTo>
                  <a:lnTo>
                    <a:pt x="2046299" y="2903681"/>
                  </a:lnTo>
                  <a:lnTo>
                    <a:pt x="2046393" y="2903681"/>
                  </a:lnTo>
                  <a:lnTo>
                    <a:pt x="2046487" y="2903681"/>
                  </a:lnTo>
                  <a:lnTo>
                    <a:pt x="2046581" y="2903681"/>
                  </a:lnTo>
                  <a:lnTo>
                    <a:pt x="2046675" y="2903681"/>
                  </a:lnTo>
                  <a:lnTo>
                    <a:pt x="2046769" y="2903681"/>
                  </a:lnTo>
                  <a:lnTo>
                    <a:pt x="2046863" y="2903681"/>
                  </a:lnTo>
                  <a:lnTo>
                    <a:pt x="2046957" y="2903681"/>
                  </a:lnTo>
                  <a:lnTo>
                    <a:pt x="2047051" y="2903681"/>
                  </a:lnTo>
                  <a:lnTo>
                    <a:pt x="2047145" y="2903681"/>
                  </a:lnTo>
                  <a:lnTo>
                    <a:pt x="2047239" y="2903681"/>
                  </a:lnTo>
                  <a:lnTo>
                    <a:pt x="2047333" y="2903681"/>
                  </a:lnTo>
                  <a:lnTo>
                    <a:pt x="2047427" y="2903681"/>
                  </a:lnTo>
                  <a:lnTo>
                    <a:pt x="2047521" y="2903681"/>
                  </a:lnTo>
                  <a:lnTo>
                    <a:pt x="2047615" y="2903681"/>
                  </a:lnTo>
                  <a:lnTo>
                    <a:pt x="2047709" y="2903681"/>
                  </a:lnTo>
                  <a:lnTo>
                    <a:pt x="2047803" y="2903681"/>
                  </a:lnTo>
                  <a:lnTo>
                    <a:pt x="2047897" y="2903681"/>
                  </a:lnTo>
                  <a:lnTo>
                    <a:pt x="2047991" y="2903681"/>
                  </a:lnTo>
                  <a:lnTo>
                    <a:pt x="2048085" y="2903681"/>
                  </a:lnTo>
                  <a:lnTo>
                    <a:pt x="2048179" y="2903681"/>
                  </a:lnTo>
                  <a:lnTo>
                    <a:pt x="2048273" y="2903681"/>
                  </a:lnTo>
                  <a:lnTo>
                    <a:pt x="2048367" y="2903681"/>
                  </a:lnTo>
                  <a:lnTo>
                    <a:pt x="2048461" y="2903681"/>
                  </a:lnTo>
                  <a:lnTo>
                    <a:pt x="2048556" y="2903681"/>
                  </a:lnTo>
                  <a:lnTo>
                    <a:pt x="2048650" y="2903681"/>
                  </a:lnTo>
                  <a:lnTo>
                    <a:pt x="2048744" y="2903681"/>
                  </a:lnTo>
                  <a:lnTo>
                    <a:pt x="2048838" y="2903681"/>
                  </a:lnTo>
                  <a:lnTo>
                    <a:pt x="2048932" y="2903681"/>
                  </a:lnTo>
                  <a:lnTo>
                    <a:pt x="2049026" y="2903681"/>
                  </a:lnTo>
                  <a:lnTo>
                    <a:pt x="2049120" y="2903681"/>
                  </a:lnTo>
                  <a:lnTo>
                    <a:pt x="2049214" y="2903681"/>
                  </a:lnTo>
                  <a:lnTo>
                    <a:pt x="2049308" y="2903681"/>
                  </a:lnTo>
                  <a:lnTo>
                    <a:pt x="2049402" y="2903681"/>
                  </a:lnTo>
                  <a:lnTo>
                    <a:pt x="2049496" y="2903681"/>
                  </a:lnTo>
                  <a:lnTo>
                    <a:pt x="2049590" y="2903681"/>
                  </a:lnTo>
                  <a:lnTo>
                    <a:pt x="2049684" y="2903681"/>
                  </a:lnTo>
                  <a:lnTo>
                    <a:pt x="2049778" y="2903681"/>
                  </a:lnTo>
                  <a:lnTo>
                    <a:pt x="2049872" y="2903681"/>
                  </a:lnTo>
                  <a:lnTo>
                    <a:pt x="2049966" y="2903681"/>
                  </a:lnTo>
                  <a:lnTo>
                    <a:pt x="2050060" y="2903681"/>
                  </a:lnTo>
                  <a:lnTo>
                    <a:pt x="2050154" y="2903681"/>
                  </a:lnTo>
                  <a:lnTo>
                    <a:pt x="2050248" y="2903681"/>
                  </a:lnTo>
                  <a:lnTo>
                    <a:pt x="2050342" y="2903681"/>
                  </a:lnTo>
                  <a:lnTo>
                    <a:pt x="2050436" y="2903681"/>
                  </a:lnTo>
                  <a:lnTo>
                    <a:pt x="2050530" y="2903681"/>
                  </a:lnTo>
                  <a:lnTo>
                    <a:pt x="2050624" y="2903681"/>
                  </a:lnTo>
                  <a:lnTo>
                    <a:pt x="2050718" y="2903681"/>
                  </a:lnTo>
                  <a:lnTo>
                    <a:pt x="2050812" y="2903681"/>
                  </a:lnTo>
                  <a:lnTo>
                    <a:pt x="2050906" y="2903681"/>
                  </a:lnTo>
                  <a:lnTo>
                    <a:pt x="2051000" y="2903681"/>
                  </a:lnTo>
                  <a:lnTo>
                    <a:pt x="2051094" y="2903681"/>
                  </a:lnTo>
                  <a:lnTo>
                    <a:pt x="2051188" y="2903681"/>
                  </a:lnTo>
                  <a:lnTo>
                    <a:pt x="2051282" y="2903681"/>
                  </a:lnTo>
                  <a:lnTo>
                    <a:pt x="2051376" y="2903681"/>
                  </a:lnTo>
                  <a:lnTo>
                    <a:pt x="2051470" y="2903681"/>
                  </a:lnTo>
                  <a:lnTo>
                    <a:pt x="2051564" y="2903681"/>
                  </a:lnTo>
                  <a:lnTo>
                    <a:pt x="2051658" y="2903681"/>
                  </a:lnTo>
                  <a:lnTo>
                    <a:pt x="2051752" y="2903681"/>
                  </a:lnTo>
                  <a:lnTo>
                    <a:pt x="2051846" y="2903681"/>
                  </a:lnTo>
                  <a:lnTo>
                    <a:pt x="2051940" y="2903681"/>
                  </a:lnTo>
                  <a:lnTo>
                    <a:pt x="2052034" y="2903681"/>
                  </a:lnTo>
                  <a:lnTo>
                    <a:pt x="2052129" y="2903681"/>
                  </a:lnTo>
                  <a:lnTo>
                    <a:pt x="2052223" y="2903681"/>
                  </a:lnTo>
                  <a:lnTo>
                    <a:pt x="2052223" y="2898402"/>
                  </a:lnTo>
                  <a:lnTo>
                    <a:pt x="2052317" y="2898402"/>
                  </a:lnTo>
                  <a:lnTo>
                    <a:pt x="2052411" y="2898402"/>
                  </a:lnTo>
                  <a:lnTo>
                    <a:pt x="2052505" y="2898402"/>
                  </a:lnTo>
                  <a:lnTo>
                    <a:pt x="2052599" y="2898402"/>
                  </a:lnTo>
                  <a:lnTo>
                    <a:pt x="2052693" y="2898402"/>
                  </a:lnTo>
                  <a:lnTo>
                    <a:pt x="2052787" y="2898402"/>
                  </a:lnTo>
                  <a:lnTo>
                    <a:pt x="2052881" y="2898402"/>
                  </a:lnTo>
                  <a:lnTo>
                    <a:pt x="2052975" y="2898402"/>
                  </a:lnTo>
                  <a:lnTo>
                    <a:pt x="2053069" y="2898402"/>
                  </a:lnTo>
                  <a:lnTo>
                    <a:pt x="2053163" y="2898402"/>
                  </a:lnTo>
                  <a:lnTo>
                    <a:pt x="2053257" y="2898402"/>
                  </a:lnTo>
                  <a:lnTo>
                    <a:pt x="2053351" y="2898402"/>
                  </a:lnTo>
                  <a:lnTo>
                    <a:pt x="2053445" y="2898402"/>
                  </a:lnTo>
                  <a:lnTo>
                    <a:pt x="2053539" y="2898402"/>
                  </a:lnTo>
                  <a:lnTo>
                    <a:pt x="2053633" y="2898402"/>
                  </a:lnTo>
                  <a:lnTo>
                    <a:pt x="2053727" y="2898402"/>
                  </a:lnTo>
                  <a:lnTo>
                    <a:pt x="2053821" y="2898402"/>
                  </a:lnTo>
                  <a:lnTo>
                    <a:pt x="2053915" y="2898402"/>
                  </a:lnTo>
                  <a:lnTo>
                    <a:pt x="2054009" y="2898402"/>
                  </a:lnTo>
                  <a:lnTo>
                    <a:pt x="2054103" y="2898402"/>
                  </a:lnTo>
                  <a:lnTo>
                    <a:pt x="2054197" y="2898402"/>
                  </a:lnTo>
                  <a:lnTo>
                    <a:pt x="2054197" y="2893122"/>
                  </a:lnTo>
                  <a:lnTo>
                    <a:pt x="2054291" y="2893122"/>
                  </a:lnTo>
                  <a:lnTo>
                    <a:pt x="2054385" y="2893122"/>
                  </a:lnTo>
                  <a:lnTo>
                    <a:pt x="2054479" y="2893122"/>
                  </a:lnTo>
                  <a:lnTo>
                    <a:pt x="2054573" y="2893122"/>
                  </a:lnTo>
                  <a:lnTo>
                    <a:pt x="2054667" y="2893122"/>
                  </a:lnTo>
                  <a:lnTo>
                    <a:pt x="2054761" y="2893122"/>
                  </a:lnTo>
                  <a:lnTo>
                    <a:pt x="2054855" y="2893122"/>
                  </a:lnTo>
                  <a:lnTo>
                    <a:pt x="2054949" y="2893122"/>
                  </a:lnTo>
                  <a:lnTo>
                    <a:pt x="2055043" y="2893122"/>
                  </a:lnTo>
                  <a:lnTo>
                    <a:pt x="2055137" y="2893122"/>
                  </a:lnTo>
                  <a:lnTo>
                    <a:pt x="2055137" y="2887843"/>
                  </a:lnTo>
                  <a:lnTo>
                    <a:pt x="2055231" y="2887843"/>
                  </a:lnTo>
                  <a:lnTo>
                    <a:pt x="2055325" y="2887843"/>
                  </a:lnTo>
                  <a:lnTo>
                    <a:pt x="2055419" y="2887843"/>
                  </a:lnTo>
                  <a:lnTo>
                    <a:pt x="2055513" y="2887843"/>
                  </a:lnTo>
                  <a:lnTo>
                    <a:pt x="2055607" y="2887843"/>
                  </a:lnTo>
                  <a:lnTo>
                    <a:pt x="2055702" y="2887843"/>
                  </a:lnTo>
                  <a:lnTo>
                    <a:pt x="2055796" y="2887843"/>
                  </a:lnTo>
                  <a:lnTo>
                    <a:pt x="2055890" y="2887843"/>
                  </a:lnTo>
                  <a:lnTo>
                    <a:pt x="2055984" y="2887843"/>
                  </a:lnTo>
                  <a:lnTo>
                    <a:pt x="2056078" y="2887843"/>
                  </a:lnTo>
                  <a:lnTo>
                    <a:pt x="2056172" y="2887843"/>
                  </a:lnTo>
                  <a:lnTo>
                    <a:pt x="2056266" y="2887843"/>
                  </a:lnTo>
                  <a:lnTo>
                    <a:pt x="2056360" y="2887843"/>
                  </a:lnTo>
                  <a:lnTo>
                    <a:pt x="2056454" y="2887843"/>
                  </a:lnTo>
                  <a:lnTo>
                    <a:pt x="2056548" y="2887843"/>
                  </a:lnTo>
                  <a:lnTo>
                    <a:pt x="2056642" y="2887843"/>
                  </a:lnTo>
                  <a:lnTo>
                    <a:pt x="2056736" y="2887843"/>
                  </a:lnTo>
                  <a:lnTo>
                    <a:pt x="2056830" y="2887843"/>
                  </a:lnTo>
                  <a:lnTo>
                    <a:pt x="2056924" y="2887843"/>
                  </a:lnTo>
                  <a:lnTo>
                    <a:pt x="2057018" y="2887843"/>
                  </a:lnTo>
                  <a:lnTo>
                    <a:pt x="2057112" y="2887843"/>
                  </a:lnTo>
                  <a:lnTo>
                    <a:pt x="2057206" y="2887843"/>
                  </a:lnTo>
                  <a:lnTo>
                    <a:pt x="2057300" y="2887843"/>
                  </a:lnTo>
                  <a:lnTo>
                    <a:pt x="2057394" y="2887843"/>
                  </a:lnTo>
                  <a:lnTo>
                    <a:pt x="2057488" y="2887843"/>
                  </a:lnTo>
                  <a:lnTo>
                    <a:pt x="2057582" y="2887843"/>
                  </a:lnTo>
                  <a:lnTo>
                    <a:pt x="2057676" y="2887843"/>
                  </a:lnTo>
                  <a:lnTo>
                    <a:pt x="2057770" y="2887843"/>
                  </a:lnTo>
                  <a:lnTo>
                    <a:pt x="2057864" y="2887843"/>
                  </a:lnTo>
                  <a:lnTo>
                    <a:pt x="2057958" y="2887843"/>
                  </a:lnTo>
                  <a:lnTo>
                    <a:pt x="2058052" y="2887843"/>
                  </a:lnTo>
                  <a:lnTo>
                    <a:pt x="2058146" y="2887843"/>
                  </a:lnTo>
                  <a:lnTo>
                    <a:pt x="2058240" y="2887843"/>
                  </a:lnTo>
                  <a:lnTo>
                    <a:pt x="2058334" y="2887843"/>
                  </a:lnTo>
                  <a:lnTo>
                    <a:pt x="2058428" y="2887843"/>
                  </a:lnTo>
                  <a:lnTo>
                    <a:pt x="2058522" y="2887843"/>
                  </a:lnTo>
                  <a:lnTo>
                    <a:pt x="2058616" y="2887843"/>
                  </a:lnTo>
                  <a:lnTo>
                    <a:pt x="2058710" y="2887843"/>
                  </a:lnTo>
                  <a:lnTo>
                    <a:pt x="2058804" y="2887843"/>
                  </a:lnTo>
                  <a:lnTo>
                    <a:pt x="2058898" y="2887843"/>
                  </a:lnTo>
                  <a:lnTo>
                    <a:pt x="2058992" y="2887843"/>
                  </a:lnTo>
                  <a:lnTo>
                    <a:pt x="2059086" y="2887843"/>
                  </a:lnTo>
                  <a:lnTo>
                    <a:pt x="2059181" y="2887843"/>
                  </a:lnTo>
                  <a:lnTo>
                    <a:pt x="2059275" y="2887843"/>
                  </a:lnTo>
                  <a:lnTo>
                    <a:pt x="2059369" y="2887843"/>
                  </a:lnTo>
                  <a:lnTo>
                    <a:pt x="2059463" y="2887843"/>
                  </a:lnTo>
                  <a:lnTo>
                    <a:pt x="2059557" y="2887843"/>
                  </a:lnTo>
                  <a:lnTo>
                    <a:pt x="2059651" y="2887843"/>
                  </a:lnTo>
                  <a:lnTo>
                    <a:pt x="2059745" y="2887843"/>
                  </a:lnTo>
                  <a:lnTo>
                    <a:pt x="2059839" y="2887843"/>
                  </a:lnTo>
                  <a:lnTo>
                    <a:pt x="2059839" y="2882564"/>
                  </a:lnTo>
                  <a:lnTo>
                    <a:pt x="2059933" y="2882564"/>
                  </a:lnTo>
                  <a:lnTo>
                    <a:pt x="2060027" y="2882564"/>
                  </a:lnTo>
                  <a:lnTo>
                    <a:pt x="2060121" y="2882564"/>
                  </a:lnTo>
                  <a:lnTo>
                    <a:pt x="2060215" y="2882564"/>
                  </a:lnTo>
                  <a:lnTo>
                    <a:pt x="2060309" y="2882564"/>
                  </a:lnTo>
                  <a:lnTo>
                    <a:pt x="2060403" y="2882564"/>
                  </a:lnTo>
                  <a:lnTo>
                    <a:pt x="2060497" y="2882564"/>
                  </a:lnTo>
                  <a:lnTo>
                    <a:pt x="2060591" y="2882564"/>
                  </a:lnTo>
                  <a:lnTo>
                    <a:pt x="2060685" y="2882564"/>
                  </a:lnTo>
                  <a:lnTo>
                    <a:pt x="2060779" y="2882564"/>
                  </a:lnTo>
                  <a:lnTo>
                    <a:pt x="2060873" y="2882564"/>
                  </a:lnTo>
                  <a:lnTo>
                    <a:pt x="2060967" y="2882564"/>
                  </a:lnTo>
                  <a:lnTo>
                    <a:pt x="2061061" y="2882564"/>
                  </a:lnTo>
                  <a:lnTo>
                    <a:pt x="2061155" y="2882564"/>
                  </a:lnTo>
                  <a:lnTo>
                    <a:pt x="2061249" y="2882564"/>
                  </a:lnTo>
                  <a:lnTo>
                    <a:pt x="2061343" y="2882564"/>
                  </a:lnTo>
                  <a:lnTo>
                    <a:pt x="2061437" y="2882564"/>
                  </a:lnTo>
                  <a:lnTo>
                    <a:pt x="2061531" y="2882564"/>
                  </a:lnTo>
                  <a:lnTo>
                    <a:pt x="2061625" y="2882564"/>
                  </a:lnTo>
                  <a:lnTo>
                    <a:pt x="2061719" y="2882564"/>
                  </a:lnTo>
                  <a:lnTo>
                    <a:pt x="2061813" y="2882564"/>
                  </a:lnTo>
                  <a:lnTo>
                    <a:pt x="2061907" y="2882564"/>
                  </a:lnTo>
                  <a:lnTo>
                    <a:pt x="2062001" y="2882564"/>
                  </a:lnTo>
                  <a:lnTo>
                    <a:pt x="2062001" y="2877284"/>
                  </a:lnTo>
                  <a:lnTo>
                    <a:pt x="2062001" y="2872005"/>
                  </a:lnTo>
                  <a:lnTo>
                    <a:pt x="2062095" y="2872005"/>
                  </a:lnTo>
                  <a:lnTo>
                    <a:pt x="2062189" y="2872005"/>
                  </a:lnTo>
                  <a:lnTo>
                    <a:pt x="2062283" y="2872005"/>
                  </a:lnTo>
                  <a:lnTo>
                    <a:pt x="2062377" y="2872005"/>
                  </a:lnTo>
                  <a:lnTo>
                    <a:pt x="2062471" y="2872005"/>
                  </a:lnTo>
                  <a:lnTo>
                    <a:pt x="2062565" y="2872005"/>
                  </a:lnTo>
                  <a:lnTo>
                    <a:pt x="2062659" y="2872005"/>
                  </a:lnTo>
                  <a:lnTo>
                    <a:pt x="2062659" y="2866725"/>
                  </a:lnTo>
                  <a:lnTo>
                    <a:pt x="2062754" y="2866725"/>
                  </a:lnTo>
                  <a:lnTo>
                    <a:pt x="2062848" y="2866725"/>
                  </a:lnTo>
                  <a:lnTo>
                    <a:pt x="2062942" y="2866725"/>
                  </a:lnTo>
                  <a:lnTo>
                    <a:pt x="2063036" y="2866725"/>
                  </a:lnTo>
                  <a:lnTo>
                    <a:pt x="2063130" y="2866725"/>
                  </a:lnTo>
                  <a:lnTo>
                    <a:pt x="2063224" y="2866725"/>
                  </a:lnTo>
                  <a:lnTo>
                    <a:pt x="2063318" y="2866725"/>
                  </a:lnTo>
                  <a:lnTo>
                    <a:pt x="2063412" y="2866725"/>
                  </a:lnTo>
                  <a:lnTo>
                    <a:pt x="2063506" y="2866725"/>
                  </a:lnTo>
                  <a:lnTo>
                    <a:pt x="2063600" y="2866725"/>
                  </a:lnTo>
                  <a:lnTo>
                    <a:pt x="2063694" y="2866725"/>
                  </a:lnTo>
                  <a:lnTo>
                    <a:pt x="2063788" y="2866725"/>
                  </a:lnTo>
                  <a:lnTo>
                    <a:pt x="2063882" y="2866725"/>
                  </a:lnTo>
                  <a:lnTo>
                    <a:pt x="2063976" y="2866725"/>
                  </a:lnTo>
                  <a:lnTo>
                    <a:pt x="2064070" y="2866725"/>
                  </a:lnTo>
                  <a:lnTo>
                    <a:pt x="2064164" y="2866725"/>
                  </a:lnTo>
                  <a:lnTo>
                    <a:pt x="2064164" y="2861446"/>
                  </a:lnTo>
                  <a:lnTo>
                    <a:pt x="2064258" y="2861446"/>
                  </a:lnTo>
                  <a:lnTo>
                    <a:pt x="2064352" y="2861446"/>
                  </a:lnTo>
                  <a:lnTo>
                    <a:pt x="2064446" y="2861446"/>
                  </a:lnTo>
                  <a:lnTo>
                    <a:pt x="2064540" y="2861446"/>
                  </a:lnTo>
                  <a:lnTo>
                    <a:pt x="2064634" y="2861446"/>
                  </a:lnTo>
                  <a:lnTo>
                    <a:pt x="2064728" y="2861446"/>
                  </a:lnTo>
                  <a:lnTo>
                    <a:pt x="2064822" y="2861446"/>
                  </a:lnTo>
                  <a:lnTo>
                    <a:pt x="2064916" y="2861446"/>
                  </a:lnTo>
                  <a:lnTo>
                    <a:pt x="2065010" y="2861446"/>
                  </a:lnTo>
                  <a:lnTo>
                    <a:pt x="2065104" y="2861446"/>
                  </a:lnTo>
                  <a:lnTo>
                    <a:pt x="2065198" y="2861446"/>
                  </a:lnTo>
                  <a:lnTo>
                    <a:pt x="2065292" y="2861446"/>
                  </a:lnTo>
                  <a:lnTo>
                    <a:pt x="2065386" y="2861446"/>
                  </a:lnTo>
                  <a:lnTo>
                    <a:pt x="2065480" y="2861446"/>
                  </a:lnTo>
                  <a:lnTo>
                    <a:pt x="2065574" y="2861446"/>
                  </a:lnTo>
                  <a:lnTo>
                    <a:pt x="2065668" y="2861446"/>
                  </a:lnTo>
                  <a:lnTo>
                    <a:pt x="2065762" y="2861446"/>
                  </a:lnTo>
                  <a:lnTo>
                    <a:pt x="2065856" y="2861446"/>
                  </a:lnTo>
                  <a:lnTo>
                    <a:pt x="2065950" y="2861446"/>
                  </a:lnTo>
                  <a:lnTo>
                    <a:pt x="2066044" y="2861446"/>
                  </a:lnTo>
                  <a:lnTo>
                    <a:pt x="2066138" y="2861446"/>
                  </a:lnTo>
                  <a:lnTo>
                    <a:pt x="2066232" y="2861446"/>
                  </a:lnTo>
                  <a:lnTo>
                    <a:pt x="2066327" y="2861446"/>
                  </a:lnTo>
                  <a:lnTo>
                    <a:pt x="2066421" y="2861446"/>
                  </a:lnTo>
                  <a:lnTo>
                    <a:pt x="2066515" y="2861446"/>
                  </a:lnTo>
                  <a:lnTo>
                    <a:pt x="2066609" y="2861446"/>
                  </a:lnTo>
                  <a:lnTo>
                    <a:pt x="2066703" y="2861446"/>
                  </a:lnTo>
                  <a:lnTo>
                    <a:pt x="2066797" y="2861446"/>
                  </a:lnTo>
                  <a:lnTo>
                    <a:pt x="2066891" y="2861446"/>
                  </a:lnTo>
                  <a:lnTo>
                    <a:pt x="2066985" y="2861446"/>
                  </a:lnTo>
                  <a:lnTo>
                    <a:pt x="2067079" y="2861446"/>
                  </a:lnTo>
                  <a:lnTo>
                    <a:pt x="2067173" y="2861446"/>
                  </a:lnTo>
                  <a:lnTo>
                    <a:pt x="2067267" y="2861446"/>
                  </a:lnTo>
                  <a:lnTo>
                    <a:pt x="2067361" y="2861446"/>
                  </a:lnTo>
                  <a:lnTo>
                    <a:pt x="2067455" y="2861446"/>
                  </a:lnTo>
                  <a:lnTo>
                    <a:pt x="2067549" y="2861446"/>
                  </a:lnTo>
                  <a:lnTo>
                    <a:pt x="2067643" y="2861446"/>
                  </a:lnTo>
                  <a:lnTo>
                    <a:pt x="2067737" y="2861446"/>
                  </a:lnTo>
                  <a:lnTo>
                    <a:pt x="2067831" y="2861446"/>
                  </a:lnTo>
                  <a:lnTo>
                    <a:pt x="2067925" y="2861446"/>
                  </a:lnTo>
                  <a:lnTo>
                    <a:pt x="2068019" y="2861446"/>
                  </a:lnTo>
                  <a:lnTo>
                    <a:pt x="2068113" y="2861446"/>
                  </a:lnTo>
                  <a:lnTo>
                    <a:pt x="2068207" y="2861446"/>
                  </a:lnTo>
                  <a:lnTo>
                    <a:pt x="2068301" y="2861446"/>
                  </a:lnTo>
                  <a:lnTo>
                    <a:pt x="2068395" y="2861446"/>
                  </a:lnTo>
                  <a:lnTo>
                    <a:pt x="2068489" y="2861446"/>
                  </a:lnTo>
                  <a:lnTo>
                    <a:pt x="2068583" y="2861446"/>
                  </a:lnTo>
                  <a:lnTo>
                    <a:pt x="2068677" y="2861446"/>
                  </a:lnTo>
                  <a:lnTo>
                    <a:pt x="2068771" y="2861446"/>
                  </a:lnTo>
                  <a:lnTo>
                    <a:pt x="2068865" y="2861446"/>
                  </a:lnTo>
                  <a:lnTo>
                    <a:pt x="2068959" y="2861446"/>
                  </a:lnTo>
                  <a:lnTo>
                    <a:pt x="2069053" y="2861446"/>
                  </a:lnTo>
                  <a:lnTo>
                    <a:pt x="2069147" y="2861446"/>
                  </a:lnTo>
                  <a:lnTo>
                    <a:pt x="2069241" y="2861446"/>
                  </a:lnTo>
                  <a:lnTo>
                    <a:pt x="2069335" y="2861446"/>
                  </a:lnTo>
                  <a:lnTo>
                    <a:pt x="2069429" y="2861446"/>
                  </a:lnTo>
                  <a:lnTo>
                    <a:pt x="2069523" y="2861446"/>
                  </a:lnTo>
                  <a:lnTo>
                    <a:pt x="2069617" y="2861446"/>
                  </a:lnTo>
                  <a:lnTo>
                    <a:pt x="2069711" y="2861446"/>
                  </a:lnTo>
                  <a:lnTo>
                    <a:pt x="2069806" y="2861446"/>
                  </a:lnTo>
                  <a:lnTo>
                    <a:pt x="2069900" y="2861446"/>
                  </a:lnTo>
                  <a:lnTo>
                    <a:pt x="2069994" y="2861446"/>
                  </a:lnTo>
                  <a:lnTo>
                    <a:pt x="2070088" y="2861446"/>
                  </a:lnTo>
                  <a:lnTo>
                    <a:pt x="2070182" y="2861446"/>
                  </a:lnTo>
                  <a:lnTo>
                    <a:pt x="2070276" y="2861446"/>
                  </a:lnTo>
                  <a:lnTo>
                    <a:pt x="2070370" y="2861446"/>
                  </a:lnTo>
                  <a:lnTo>
                    <a:pt x="2070464" y="2861446"/>
                  </a:lnTo>
                  <a:lnTo>
                    <a:pt x="2070558" y="2861446"/>
                  </a:lnTo>
                  <a:lnTo>
                    <a:pt x="2070652" y="2861446"/>
                  </a:lnTo>
                  <a:lnTo>
                    <a:pt x="2070746" y="2861446"/>
                  </a:lnTo>
                  <a:lnTo>
                    <a:pt x="2070840" y="2861446"/>
                  </a:lnTo>
                  <a:lnTo>
                    <a:pt x="2070934" y="2861446"/>
                  </a:lnTo>
                  <a:lnTo>
                    <a:pt x="2071028" y="2861446"/>
                  </a:lnTo>
                  <a:lnTo>
                    <a:pt x="2071122" y="2861446"/>
                  </a:lnTo>
                  <a:lnTo>
                    <a:pt x="2071216" y="2861446"/>
                  </a:lnTo>
                  <a:lnTo>
                    <a:pt x="2071310" y="2861446"/>
                  </a:lnTo>
                  <a:lnTo>
                    <a:pt x="2071404" y="2861446"/>
                  </a:lnTo>
                  <a:lnTo>
                    <a:pt x="2071498" y="2861446"/>
                  </a:lnTo>
                  <a:lnTo>
                    <a:pt x="2071592" y="2861446"/>
                  </a:lnTo>
                  <a:lnTo>
                    <a:pt x="2071686" y="2861446"/>
                  </a:lnTo>
                  <a:lnTo>
                    <a:pt x="2071780" y="2861446"/>
                  </a:lnTo>
                  <a:lnTo>
                    <a:pt x="2071874" y="2861446"/>
                  </a:lnTo>
                  <a:lnTo>
                    <a:pt x="2071968" y="2861446"/>
                  </a:lnTo>
                  <a:lnTo>
                    <a:pt x="2072062" y="2861446"/>
                  </a:lnTo>
                  <a:lnTo>
                    <a:pt x="2072156" y="2861446"/>
                  </a:lnTo>
                  <a:lnTo>
                    <a:pt x="2072250" y="2861446"/>
                  </a:lnTo>
                  <a:lnTo>
                    <a:pt x="2072344" y="2861446"/>
                  </a:lnTo>
                  <a:lnTo>
                    <a:pt x="2072438" y="2861446"/>
                  </a:lnTo>
                  <a:lnTo>
                    <a:pt x="2072532" y="2861446"/>
                  </a:lnTo>
                  <a:lnTo>
                    <a:pt x="2072626" y="2861446"/>
                  </a:lnTo>
                  <a:lnTo>
                    <a:pt x="2072720" y="2861446"/>
                  </a:lnTo>
                  <a:lnTo>
                    <a:pt x="2072814" y="2861446"/>
                  </a:lnTo>
                  <a:lnTo>
                    <a:pt x="2072908" y="2861446"/>
                  </a:lnTo>
                  <a:lnTo>
                    <a:pt x="2073002" y="2861446"/>
                  </a:lnTo>
                  <a:lnTo>
                    <a:pt x="2073096" y="2861446"/>
                  </a:lnTo>
                  <a:lnTo>
                    <a:pt x="2073190" y="2861446"/>
                  </a:lnTo>
                  <a:lnTo>
                    <a:pt x="2073284" y="2861446"/>
                  </a:lnTo>
                  <a:lnTo>
                    <a:pt x="2073379" y="2861446"/>
                  </a:lnTo>
                  <a:lnTo>
                    <a:pt x="2073473" y="2861446"/>
                  </a:lnTo>
                  <a:lnTo>
                    <a:pt x="2073473" y="2856166"/>
                  </a:lnTo>
                  <a:lnTo>
                    <a:pt x="2073567" y="2856166"/>
                  </a:lnTo>
                  <a:lnTo>
                    <a:pt x="2073661" y="2856166"/>
                  </a:lnTo>
                  <a:lnTo>
                    <a:pt x="2073755" y="2856166"/>
                  </a:lnTo>
                  <a:lnTo>
                    <a:pt x="2073849" y="2856166"/>
                  </a:lnTo>
                  <a:lnTo>
                    <a:pt x="2073943" y="2856166"/>
                  </a:lnTo>
                  <a:lnTo>
                    <a:pt x="2074037" y="2856166"/>
                  </a:lnTo>
                  <a:lnTo>
                    <a:pt x="2074131" y="2856166"/>
                  </a:lnTo>
                  <a:lnTo>
                    <a:pt x="2074225" y="2856166"/>
                  </a:lnTo>
                  <a:lnTo>
                    <a:pt x="2074319" y="2856166"/>
                  </a:lnTo>
                  <a:lnTo>
                    <a:pt x="2074319" y="2850887"/>
                  </a:lnTo>
                  <a:lnTo>
                    <a:pt x="2074413" y="2850887"/>
                  </a:lnTo>
                  <a:lnTo>
                    <a:pt x="2074507" y="2850887"/>
                  </a:lnTo>
                  <a:lnTo>
                    <a:pt x="2074601" y="2850887"/>
                  </a:lnTo>
                  <a:lnTo>
                    <a:pt x="2074695" y="2850887"/>
                  </a:lnTo>
                  <a:lnTo>
                    <a:pt x="2074789" y="2850887"/>
                  </a:lnTo>
                  <a:lnTo>
                    <a:pt x="2074883" y="2850887"/>
                  </a:lnTo>
                  <a:lnTo>
                    <a:pt x="2074977" y="2850887"/>
                  </a:lnTo>
                  <a:lnTo>
                    <a:pt x="2075071" y="2850887"/>
                  </a:lnTo>
                  <a:lnTo>
                    <a:pt x="2075165" y="2850887"/>
                  </a:lnTo>
                  <a:lnTo>
                    <a:pt x="2075259" y="2850887"/>
                  </a:lnTo>
                  <a:lnTo>
                    <a:pt x="2075353" y="2850887"/>
                  </a:lnTo>
                  <a:lnTo>
                    <a:pt x="2075447" y="2850887"/>
                  </a:lnTo>
                  <a:lnTo>
                    <a:pt x="2075541" y="2850887"/>
                  </a:lnTo>
                  <a:lnTo>
                    <a:pt x="2075635" y="2850887"/>
                  </a:lnTo>
                  <a:lnTo>
                    <a:pt x="2075729" y="2850887"/>
                  </a:lnTo>
                  <a:lnTo>
                    <a:pt x="2075823" y="2850887"/>
                  </a:lnTo>
                  <a:lnTo>
                    <a:pt x="2075917" y="2850887"/>
                  </a:lnTo>
                  <a:lnTo>
                    <a:pt x="2076011" y="2850887"/>
                  </a:lnTo>
                  <a:lnTo>
                    <a:pt x="2076105" y="2850887"/>
                  </a:lnTo>
                  <a:lnTo>
                    <a:pt x="2076199" y="2850887"/>
                  </a:lnTo>
                  <a:lnTo>
                    <a:pt x="2076293" y="2850887"/>
                  </a:lnTo>
                  <a:lnTo>
                    <a:pt x="2076387" y="2850887"/>
                  </a:lnTo>
                  <a:lnTo>
                    <a:pt x="2076481" y="2850887"/>
                  </a:lnTo>
                  <a:lnTo>
                    <a:pt x="2076575" y="2850887"/>
                  </a:lnTo>
                  <a:lnTo>
                    <a:pt x="2076669" y="2850887"/>
                  </a:lnTo>
                  <a:lnTo>
                    <a:pt x="2076763" y="2850887"/>
                  </a:lnTo>
                  <a:lnTo>
                    <a:pt x="2076857" y="2850887"/>
                  </a:lnTo>
                  <a:lnTo>
                    <a:pt x="2076952" y="2850887"/>
                  </a:lnTo>
                  <a:lnTo>
                    <a:pt x="2077046" y="2850887"/>
                  </a:lnTo>
                  <a:lnTo>
                    <a:pt x="2077140" y="2850887"/>
                  </a:lnTo>
                  <a:lnTo>
                    <a:pt x="2077234" y="2850887"/>
                  </a:lnTo>
                  <a:lnTo>
                    <a:pt x="2077328" y="2850887"/>
                  </a:lnTo>
                  <a:lnTo>
                    <a:pt x="2077422" y="2850887"/>
                  </a:lnTo>
                  <a:lnTo>
                    <a:pt x="2077516" y="2850887"/>
                  </a:lnTo>
                  <a:lnTo>
                    <a:pt x="2077610" y="2850887"/>
                  </a:lnTo>
                  <a:lnTo>
                    <a:pt x="2077704" y="2850887"/>
                  </a:lnTo>
                  <a:lnTo>
                    <a:pt x="2077798" y="2850887"/>
                  </a:lnTo>
                  <a:lnTo>
                    <a:pt x="2077892" y="2850887"/>
                  </a:lnTo>
                  <a:lnTo>
                    <a:pt x="2077986" y="2850887"/>
                  </a:lnTo>
                  <a:lnTo>
                    <a:pt x="2078080" y="2850887"/>
                  </a:lnTo>
                  <a:lnTo>
                    <a:pt x="2078174" y="2850887"/>
                  </a:lnTo>
                  <a:lnTo>
                    <a:pt x="2078268" y="2850887"/>
                  </a:lnTo>
                  <a:lnTo>
                    <a:pt x="2078362" y="2850887"/>
                  </a:lnTo>
                  <a:lnTo>
                    <a:pt x="2078456" y="2850887"/>
                  </a:lnTo>
                  <a:lnTo>
                    <a:pt x="2078550" y="2850887"/>
                  </a:lnTo>
                  <a:lnTo>
                    <a:pt x="2078644" y="2850887"/>
                  </a:lnTo>
                  <a:lnTo>
                    <a:pt x="2078738" y="2850887"/>
                  </a:lnTo>
                  <a:lnTo>
                    <a:pt x="2078832" y="2850887"/>
                  </a:lnTo>
                  <a:lnTo>
                    <a:pt x="2078926" y="2850887"/>
                  </a:lnTo>
                  <a:lnTo>
                    <a:pt x="2079020" y="2850887"/>
                  </a:lnTo>
                  <a:lnTo>
                    <a:pt x="2079114" y="2850887"/>
                  </a:lnTo>
                  <a:lnTo>
                    <a:pt x="2079208" y="2850887"/>
                  </a:lnTo>
                  <a:lnTo>
                    <a:pt x="2079302" y="2850887"/>
                  </a:lnTo>
                  <a:lnTo>
                    <a:pt x="2079396" y="2850887"/>
                  </a:lnTo>
                  <a:lnTo>
                    <a:pt x="2079490" y="2850887"/>
                  </a:lnTo>
                  <a:lnTo>
                    <a:pt x="2079584" y="2850887"/>
                  </a:lnTo>
                  <a:lnTo>
                    <a:pt x="2079678" y="2850887"/>
                  </a:lnTo>
                  <a:lnTo>
                    <a:pt x="2079772" y="2850887"/>
                  </a:lnTo>
                  <a:lnTo>
                    <a:pt x="2079772" y="2845608"/>
                  </a:lnTo>
                  <a:lnTo>
                    <a:pt x="2079866" y="2845608"/>
                  </a:lnTo>
                  <a:lnTo>
                    <a:pt x="2079960" y="2845608"/>
                  </a:lnTo>
                  <a:lnTo>
                    <a:pt x="2080054" y="2845608"/>
                  </a:lnTo>
                  <a:lnTo>
                    <a:pt x="2080148" y="2845608"/>
                  </a:lnTo>
                  <a:lnTo>
                    <a:pt x="2080242" y="2845608"/>
                  </a:lnTo>
                  <a:lnTo>
                    <a:pt x="2080336" y="2845608"/>
                  </a:lnTo>
                  <a:lnTo>
                    <a:pt x="2080431" y="2845608"/>
                  </a:lnTo>
                  <a:lnTo>
                    <a:pt x="2080525" y="2845608"/>
                  </a:lnTo>
                  <a:lnTo>
                    <a:pt x="2080619" y="2845608"/>
                  </a:lnTo>
                  <a:lnTo>
                    <a:pt x="2080713" y="2845608"/>
                  </a:lnTo>
                  <a:lnTo>
                    <a:pt x="2080807" y="2845608"/>
                  </a:lnTo>
                  <a:lnTo>
                    <a:pt x="2080901" y="2845608"/>
                  </a:lnTo>
                  <a:lnTo>
                    <a:pt x="2080995" y="2845608"/>
                  </a:lnTo>
                  <a:lnTo>
                    <a:pt x="2081089" y="2845608"/>
                  </a:lnTo>
                  <a:lnTo>
                    <a:pt x="2081183" y="2845608"/>
                  </a:lnTo>
                  <a:lnTo>
                    <a:pt x="2081277" y="2845608"/>
                  </a:lnTo>
                  <a:lnTo>
                    <a:pt x="2081371" y="2845608"/>
                  </a:lnTo>
                  <a:lnTo>
                    <a:pt x="2081465" y="2845608"/>
                  </a:lnTo>
                  <a:lnTo>
                    <a:pt x="2081559" y="2845608"/>
                  </a:lnTo>
                  <a:lnTo>
                    <a:pt x="2081653" y="2845608"/>
                  </a:lnTo>
                  <a:lnTo>
                    <a:pt x="2081747" y="2845608"/>
                  </a:lnTo>
                  <a:lnTo>
                    <a:pt x="2081841" y="2845608"/>
                  </a:lnTo>
                  <a:lnTo>
                    <a:pt x="2081935" y="2845608"/>
                  </a:lnTo>
                  <a:lnTo>
                    <a:pt x="2082029" y="2845608"/>
                  </a:lnTo>
                  <a:lnTo>
                    <a:pt x="2082123" y="2845608"/>
                  </a:lnTo>
                  <a:lnTo>
                    <a:pt x="2082217" y="2845608"/>
                  </a:lnTo>
                  <a:lnTo>
                    <a:pt x="2082311" y="2845608"/>
                  </a:lnTo>
                  <a:lnTo>
                    <a:pt x="2082405" y="2845608"/>
                  </a:lnTo>
                  <a:lnTo>
                    <a:pt x="2082499" y="2845608"/>
                  </a:lnTo>
                  <a:lnTo>
                    <a:pt x="2082593" y="2845608"/>
                  </a:lnTo>
                  <a:lnTo>
                    <a:pt x="2082687" y="2845608"/>
                  </a:lnTo>
                  <a:lnTo>
                    <a:pt x="2082781" y="2845608"/>
                  </a:lnTo>
                  <a:lnTo>
                    <a:pt x="2082875" y="2845608"/>
                  </a:lnTo>
                  <a:lnTo>
                    <a:pt x="2082969" y="2845608"/>
                  </a:lnTo>
                  <a:lnTo>
                    <a:pt x="2083063" y="2845608"/>
                  </a:lnTo>
                  <a:lnTo>
                    <a:pt x="2083157" y="2845608"/>
                  </a:lnTo>
                  <a:lnTo>
                    <a:pt x="2083251" y="2845608"/>
                  </a:lnTo>
                  <a:lnTo>
                    <a:pt x="2083345" y="2845608"/>
                  </a:lnTo>
                  <a:lnTo>
                    <a:pt x="2083439" y="2845608"/>
                  </a:lnTo>
                  <a:lnTo>
                    <a:pt x="2083533" y="2845608"/>
                  </a:lnTo>
                  <a:lnTo>
                    <a:pt x="2083627" y="2845608"/>
                  </a:lnTo>
                  <a:lnTo>
                    <a:pt x="2083721" y="2845608"/>
                  </a:lnTo>
                  <a:lnTo>
                    <a:pt x="2083815" y="2845608"/>
                  </a:lnTo>
                  <a:lnTo>
                    <a:pt x="2083909" y="2845608"/>
                  </a:lnTo>
                  <a:lnTo>
                    <a:pt x="2084004" y="2845608"/>
                  </a:lnTo>
                  <a:lnTo>
                    <a:pt x="2084098" y="2845608"/>
                  </a:lnTo>
                  <a:lnTo>
                    <a:pt x="2084192" y="2845608"/>
                  </a:lnTo>
                  <a:lnTo>
                    <a:pt x="2084286" y="2845608"/>
                  </a:lnTo>
                  <a:lnTo>
                    <a:pt x="2084380" y="2845608"/>
                  </a:lnTo>
                  <a:lnTo>
                    <a:pt x="2084474" y="2845608"/>
                  </a:lnTo>
                  <a:lnTo>
                    <a:pt x="2084568" y="2845608"/>
                  </a:lnTo>
                  <a:lnTo>
                    <a:pt x="2084662" y="2845608"/>
                  </a:lnTo>
                  <a:lnTo>
                    <a:pt x="2084756" y="2845608"/>
                  </a:lnTo>
                  <a:lnTo>
                    <a:pt x="2084850" y="2845608"/>
                  </a:lnTo>
                  <a:lnTo>
                    <a:pt x="2084944" y="2845608"/>
                  </a:lnTo>
                  <a:lnTo>
                    <a:pt x="2085038" y="2845608"/>
                  </a:lnTo>
                  <a:lnTo>
                    <a:pt x="2085132" y="2845608"/>
                  </a:lnTo>
                  <a:lnTo>
                    <a:pt x="2085132" y="2840328"/>
                  </a:lnTo>
                  <a:lnTo>
                    <a:pt x="2085226" y="2840328"/>
                  </a:lnTo>
                  <a:lnTo>
                    <a:pt x="2085320" y="2840328"/>
                  </a:lnTo>
                  <a:lnTo>
                    <a:pt x="2085414" y="2840328"/>
                  </a:lnTo>
                  <a:lnTo>
                    <a:pt x="2085508" y="2840328"/>
                  </a:lnTo>
                  <a:lnTo>
                    <a:pt x="2085602" y="2840328"/>
                  </a:lnTo>
                  <a:lnTo>
                    <a:pt x="2085696" y="2840328"/>
                  </a:lnTo>
                  <a:lnTo>
                    <a:pt x="2085790" y="2840328"/>
                  </a:lnTo>
                  <a:lnTo>
                    <a:pt x="2085884" y="2840328"/>
                  </a:lnTo>
                  <a:lnTo>
                    <a:pt x="2085978" y="2840328"/>
                  </a:lnTo>
                  <a:lnTo>
                    <a:pt x="2086072" y="2840328"/>
                  </a:lnTo>
                  <a:lnTo>
                    <a:pt x="2086072" y="2835049"/>
                  </a:lnTo>
                  <a:lnTo>
                    <a:pt x="2086166" y="2835049"/>
                  </a:lnTo>
                  <a:lnTo>
                    <a:pt x="2086260" y="2835049"/>
                  </a:lnTo>
                  <a:lnTo>
                    <a:pt x="2086354" y="2835049"/>
                  </a:lnTo>
                  <a:lnTo>
                    <a:pt x="2086448" y="2835049"/>
                  </a:lnTo>
                  <a:lnTo>
                    <a:pt x="2086542" y="2835049"/>
                  </a:lnTo>
                  <a:lnTo>
                    <a:pt x="2086636" y="2835049"/>
                  </a:lnTo>
                  <a:lnTo>
                    <a:pt x="2086730" y="2835049"/>
                  </a:lnTo>
                  <a:lnTo>
                    <a:pt x="2086824" y="2835049"/>
                  </a:lnTo>
                  <a:lnTo>
                    <a:pt x="2086918" y="2835049"/>
                  </a:lnTo>
                  <a:lnTo>
                    <a:pt x="2087012" y="2835049"/>
                  </a:lnTo>
                  <a:lnTo>
                    <a:pt x="2087106" y="2835049"/>
                  </a:lnTo>
                  <a:lnTo>
                    <a:pt x="2087200" y="2835049"/>
                  </a:lnTo>
                  <a:lnTo>
                    <a:pt x="2087294" y="2835049"/>
                  </a:lnTo>
                  <a:lnTo>
                    <a:pt x="2087388" y="2835049"/>
                  </a:lnTo>
                  <a:lnTo>
                    <a:pt x="2087482" y="2835049"/>
                  </a:lnTo>
                  <a:lnTo>
                    <a:pt x="2087577" y="2835049"/>
                  </a:lnTo>
                  <a:lnTo>
                    <a:pt x="2087577" y="2829769"/>
                  </a:lnTo>
                  <a:lnTo>
                    <a:pt x="2087671" y="2829769"/>
                  </a:lnTo>
                  <a:lnTo>
                    <a:pt x="2087765" y="2829769"/>
                  </a:lnTo>
                  <a:lnTo>
                    <a:pt x="2087859" y="2829769"/>
                  </a:lnTo>
                  <a:lnTo>
                    <a:pt x="2087953" y="2829769"/>
                  </a:lnTo>
                  <a:lnTo>
                    <a:pt x="2088047" y="2829769"/>
                  </a:lnTo>
                  <a:lnTo>
                    <a:pt x="2088141" y="2829769"/>
                  </a:lnTo>
                  <a:lnTo>
                    <a:pt x="2088235" y="2829769"/>
                  </a:lnTo>
                  <a:lnTo>
                    <a:pt x="2088329" y="2829769"/>
                  </a:lnTo>
                  <a:lnTo>
                    <a:pt x="2088423" y="2829769"/>
                  </a:lnTo>
                  <a:lnTo>
                    <a:pt x="2088517" y="2829769"/>
                  </a:lnTo>
                  <a:lnTo>
                    <a:pt x="2088517" y="2824490"/>
                  </a:lnTo>
                  <a:lnTo>
                    <a:pt x="2088611" y="2824490"/>
                  </a:lnTo>
                  <a:lnTo>
                    <a:pt x="2088705" y="2824490"/>
                  </a:lnTo>
                  <a:lnTo>
                    <a:pt x="2088799" y="2824490"/>
                  </a:lnTo>
                  <a:lnTo>
                    <a:pt x="2088893" y="2824490"/>
                  </a:lnTo>
                  <a:lnTo>
                    <a:pt x="2088987" y="2824490"/>
                  </a:lnTo>
                  <a:lnTo>
                    <a:pt x="2089081" y="2824490"/>
                  </a:lnTo>
                  <a:lnTo>
                    <a:pt x="2089175" y="2824490"/>
                  </a:lnTo>
                  <a:lnTo>
                    <a:pt x="2089269" y="2824490"/>
                  </a:lnTo>
                  <a:lnTo>
                    <a:pt x="2089363" y="2824490"/>
                  </a:lnTo>
                  <a:lnTo>
                    <a:pt x="2089457" y="2824490"/>
                  </a:lnTo>
                  <a:lnTo>
                    <a:pt x="2089551" y="2824490"/>
                  </a:lnTo>
                  <a:lnTo>
                    <a:pt x="2089645" y="2824490"/>
                  </a:lnTo>
                  <a:lnTo>
                    <a:pt x="2089739" y="2824490"/>
                  </a:lnTo>
                  <a:lnTo>
                    <a:pt x="2089833" y="2824490"/>
                  </a:lnTo>
                  <a:lnTo>
                    <a:pt x="2089927" y="2824490"/>
                  </a:lnTo>
                  <a:lnTo>
                    <a:pt x="2090021" y="2824490"/>
                  </a:lnTo>
                  <a:lnTo>
                    <a:pt x="2090115" y="2824490"/>
                  </a:lnTo>
                  <a:lnTo>
                    <a:pt x="2090209" y="2824490"/>
                  </a:lnTo>
                  <a:lnTo>
                    <a:pt x="2090303" y="2824490"/>
                  </a:lnTo>
                  <a:lnTo>
                    <a:pt x="2090397" y="2824490"/>
                  </a:lnTo>
                  <a:lnTo>
                    <a:pt x="2090491" y="2824490"/>
                  </a:lnTo>
                  <a:lnTo>
                    <a:pt x="2090585" y="2824490"/>
                  </a:lnTo>
                  <a:lnTo>
                    <a:pt x="2090679" y="2824490"/>
                  </a:lnTo>
                  <a:lnTo>
                    <a:pt x="2090773" y="2824490"/>
                  </a:lnTo>
                  <a:lnTo>
                    <a:pt x="2090867" y="2824490"/>
                  </a:lnTo>
                  <a:lnTo>
                    <a:pt x="2090961" y="2824490"/>
                  </a:lnTo>
                  <a:lnTo>
                    <a:pt x="2091055" y="2824490"/>
                  </a:lnTo>
                  <a:lnTo>
                    <a:pt x="2091150" y="2824490"/>
                  </a:lnTo>
                  <a:lnTo>
                    <a:pt x="2091150" y="2819210"/>
                  </a:lnTo>
                  <a:lnTo>
                    <a:pt x="2091244" y="2819210"/>
                  </a:lnTo>
                  <a:lnTo>
                    <a:pt x="2091338" y="2819210"/>
                  </a:lnTo>
                  <a:lnTo>
                    <a:pt x="2091432" y="2819210"/>
                  </a:lnTo>
                  <a:lnTo>
                    <a:pt x="2091526" y="2819210"/>
                  </a:lnTo>
                  <a:lnTo>
                    <a:pt x="2091620" y="2819210"/>
                  </a:lnTo>
                  <a:lnTo>
                    <a:pt x="2091714" y="2819210"/>
                  </a:lnTo>
                  <a:lnTo>
                    <a:pt x="2091808" y="2819210"/>
                  </a:lnTo>
                  <a:lnTo>
                    <a:pt x="2091902" y="2819210"/>
                  </a:lnTo>
                  <a:lnTo>
                    <a:pt x="2091996" y="2819210"/>
                  </a:lnTo>
                  <a:lnTo>
                    <a:pt x="2092090" y="2819210"/>
                  </a:lnTo>
                  <a:lnTo>
                    <a:pt x="2092184" y="2819210"/>
                  </a:lnTo>
                  <a:lnTo>
                    <a:pt x="2092278" y="2819210"/>
                  </a:lnTo>
                  <a:lnTo>
                    <a:pt x="2092372" y="2819210"/>
                  </a:lnTo>
                  <a:lnTo>
                    <a:pt x="2092466" y="2819210"/>
                  </a:lnTo>
                  <a:lnTo>
                    <a:pt x="2092560" y="2819210"/>
                  </a:lnTo>
                  <a:lnTo>
                    <a:pt x="2092654" y="2819210"/>
                  </a:lnTo>
                  <a:lnTo>
                    <a:pt x="2092748" y="2819210"/>
                  </a:lnTo>
                  <a:lnTo>
                    <a:pt x="2092842" y="2819210"/>
                  </a:lnTo>
                  <a:lnTo>
                    <a:pt x="2092936" y="2819210"/>
                  </a:lnTo>
                  <a:lnTo>
                    <a:pt x="2093030" y="2819210"/>
                  </a:lnTo>
                  <a:lnTo>
                    <a:pt x="2093124" y="2819210"/>
                  </a:lnTo>
                  <a:lnTo>
                    <a:pt x="2093218" y="2819210"/>
                  </a:lnTo>
                  <a:lnTo>
                    <a:pt x="2093312" y="2819210"/>
                  </a:lnTo>
                  <a:lnTo>
                    <a:pt x="2093406" y="2819210"/>
                  </a:lnTo>
                  <a:lnTo>
                    <a:pt x="2093500" y="2819210"/>
                  </a:lnTo>
                  <a:lnTo>
                    <a:pt x="2093594" y="2819210"/>
                  </a:lnTo>
                  <a:lnTo>
                    <a:pt x="2093688" y="2819210"/>
                  </a:lnTo>
                  <a:lnTo>
                    <a:pt x="2093782" y="2819210"/>
                  </a:lnTo>
                  <a:lnTo>
                    <a:pt x="2093876" y="2819210"/>
                  </a:lnTo>
                  <a:lnTo>
                    <a:pt x="2093970" y="2819210"/>
                  </a:lnTo>
                  <a:lnTo>
                    <a:pt x="2094064" y="2819210"/>
                  </a:lnTo>
                  <a:lnTo>
                    <a:pt x="2094158" y="2819210"/>
                  </a:lnTo>
                  <a:lnTo>
                    <a:pt x="2094252" y="2819210"/>
                  </a:lnTo>
                  <a:lnTo>
                    <a:pt x="2094346" y="2819210"/>
                  </a:lnTo>
                  <a:lnTo>
                    <a:pt x="2094440" y="2819210"/>
                  </a:lnTo>
                  <a:lnTo>
                    <a:pt x="2094534" y="2819210"/>
                  </a:lnTo>
                  <a:lnTo>
                    <a:pt x="2094629" y="2819210"/>
                  </a:lnTo>
                  <a:lnTo>
                    <a:pt x="2094723" y="2819210"/>
                  </a:lnTo>
                  <a:lnTo>
                    <a:pt x="2094817" y="2819210"/>
                  </a:lnTo>
                  <a:lnTo>
                    <a:pt x="2094911" y="2819210"/>
                  </a:lnTo>
                  <a:lnTo>
                    <a:pt x="2095005" y="2819210"/>
                  </a:lnTo>
                  <a:lnTo>
                    <a:pt x="2095099" y="2819210"/>
                  </a:lnTo>
                  <a:lnTo>
                    <a:pt x="2095193" y="2819210"/>
                  </a:lnTo>
                  <a:lnTo>
                    <a:pt x="2095287" y="2819210"/>
                  </a:lnTo>
                  <a:lnTo>
                    <a:pt x="2095381" y="2819210"/>
                  </a:lnTo>
                  <a:lnTo>
                    <a:pt x="2095475" y="2819210"/>
                  </a:lnTo>
                  <a:lnTo>
                    <a:pt x="2095569" y="2819210"/>
                  </a:lnTo>
                  <a:lnTo>
                    <a:pt x="2095663" y="2819210"/>
                  </a:lnTo>
                  <a:lnTo>
                    <a:pt x="2095757" y="2819210"/>
                  </a:lnTo>
                  <a:lnTo>
                    <a:pt x="2095851" y="2819210"/>
                  </a:lnTo>
                  <a:lnTo>
                    <a:pt x="2095945" y="2819210"/>
                  </a:lnTo>
                  <a:lnTo>
                    <a:pt x="2096039" y="2819210"/>
                  </a:lnTo>
                  <a:lnTo>
                    <a:pt x="2096133" y="2819210"/>
                  </a:lnTo>
                  <a:lnTo>
                    <a:pt x="2096227" y="2819210"/>
                  </a:lnTo>
                  <a:lnTo>
                    <a:pt x="2096321" y="2819210"/>
                  </a:lnTo>
                  <a:lnTo>
                    <a:pt x="2096415" y="2819210"/>
                  </a:lnTo>
                  <a:lnTo>
                    <a:pt x="2096509" y="2819210"/>
                  </a:lnTo>
                  <a:lnTo>
                    <a:pt x="2096603" y="2819210"/>
                  </a:lnTo>
                  <a:lnTo>
                    <a:pt x="2096697" y="2819210"/>
                  </a:lnTo>
                  <a:lnTo>
                    <a:pt x="2096791" y="2819210"/>
                  </a:lnTo>
                  <a:lnTo>
                    <a:pt x="2096885" y="2819210"/>
                  </a:lnTo>
                  <a:lnTo>
                    <a:pt x="2096979" y="2819210"/>
                  </a:lnTo>
                  <a:lnTo>
                    <a:pt x="2097073" y="2819210"/>
                  </a:lnTo>
                  <a:lnTo>
                    <a:pt x="2097167" y="2819210"/>
                  </a:lnTo>
                  <a:lnTo>
                    <a:pt x="2097261" y="2819210"/>
                  </a:lnTo>
                  <a:lnTo>
                    <a:pt x="2097355" y="2819210"/>
                  </a:lnTo>
                  <a:lnTo>
                    <a:pt x="2097449" y="2819210"/>
                  </a:lnTo>
                  <a:lnTo>
                    <a:pt x="2097543" y="2819210"/>
                  </a:lnTo>
                  <a:lnTo>
                    <a:pt x="2097637" y="2819210"/>
                  </a:lnTo>
                  <a:lnTo>
                    <a:pt x="2097731" y="2819210"/>
                  </a:lnTo>
                  <a:lnTo>
                    <a:pt x="2097825" y="2819210"/>
                  </a:lnTo>
                  <a:lnTo>
                    <a:pt x="2097919" y="2819210"/>
                  </a:lnTo>
                  <a:lnTo>
                    <a:pt x="2098013" y="2819210"/>
                  </a:lnTo>
                  <a:lnTo>
                    <a:pt x="2098107" y="2819210"/>
                  </a:lnTo>
                  <a:lnTo>
                    <a:pt x="2098202" y="2819210"/>
                  </a:lnTo>
                  <a:lnTo>
                    <a:pt x="2098296" y="2819210"/>
                  </a:lnTo>
                  <a:lnTo>
                    <a:pt x="2098296" y="2813931"/>
                  </a:lnTo>
                  <a:lnTo>
                    <a:pt x="2098390" y="2813931"/>
                  </a:lnTo>
                  <a:lnTo>
                    <a:pt x="2098484" y="2813931"/>
                  </a:lnTo>
                  <a:lnTo>
                    <a:pt x="2098578" y="2813931"/>
                  </a:lnTo>
                  <a:lnTo>
                    <a:pt x="2098672" y="2813931"/>
                  </a:lnTo>
                  <a:lnTo>
                    <a:pt x="2098766" y="2813931"/>
                  </a:lnTo>
                  <a:lnTo>
                    <a:pt x="2098860" y="2813931"/>
                  </a:lnTo>
                  <a:lnTo>
                    <a:pt x="2098954" y="2813931"/>
                  </a:lnTo>
                  <a:lnTo>
                    <a:pt x="2099048" y="2813931"/>
                  </a:lnTo>
                  <a:lnTo>
                    <a:pt x="2099142" y="2813931"/>
                  </a:lnTo>
                  <a:lnTo>
                    <a:pt x="2099236" y="2813931"/>
                  </a:lnTo>
                  <a:lnTo>
                    <a:pt x="2099330" y="2813931"/>
                  </a:lnTo>
                  <a:lnTo>
                    <a:pt x="2099424" y="2813931"/>
                  </a:lnTo>
                  <a:lnTo>
                    <a:pt x="2099518" y="2813931"/>
                  </a:lnTo>
                  <a:lnTo>
                    <a:pt x="2099612" y="2813931"/>
                  </a:lnTo>
                  <a:lnTo>
                    <a:pt x="2099706" y="2813931"/>
                  </a:lnTo>
                  <a:lnTo>
                    <a:pt x="2099800" y="2813931"/>
                  </a:lnTo>
                  <a:lnTo>
                    <a:pt x="2099894" y="2813931"/>
                  </a:lnTo>
                  <a:lnTo>
                    <a:pt x="2099988" y="2813931"/>
                  </a:lnTo>
                  <a:lnTo>
                    <a:pt x="2100082" y="2813931"/>
                  </a:lnTo>
                  <a:lnTo>
                    <a:pt x="2100176" y="2813931"/>
                  </a:lnTo>
                  <a:lnTo>
                    <a:pt x="2100270" y="2813931"/>
                  </a:lnTo>
                  <a:lnTo>
                    <a:pt x="2100364" y="2813931"/>
                  </a:lnTo>
                  <a:lnTo>
                    <a:pt x="2100458" y="2813931"/>
                  </a:lnTo>
                  <a:lnTo>
                    <a:pt x="2100552" y="2813931"/>
                  </a:lnTo>
                  <a:lnTo>
                    <a:pt x="2100646" y="2813931"/>
                  </a:lnTo>
                  <a:lnTo>
                    <a:pt x="2100740" y="2813931"/>
                  </a:lnTo>
                  <a:lnTo>
                    <a:pt x="2100834" y="2813931"/>
                  </a:lnTo>
                  <a:lnTo>
                    <a:pt x="2100928" y="2813931"/>
                  </a:lnTo>
                  <a:lnTo>
                    <a:pt x="2101022" y="2813931"/>
                  </a:lnTo>
                  <a:lnTo>
                    <a:pt x="2101116" y="2813931"/>
                  </a:lnTo>
                  <a:lnTo>
                    <a:pt x="2101210" y="2813931"/>
                  </a:lnTo>
                  <a:lnTo>
                    <a:pt x="2101304" y="2813931"/>
                  </a:lnTo>
                  <a:lnTo>
                    <a:pt x="2101398" y="2813931"/>
                  </a:lnTo>
                  <a:lnTo>
                    <a:pt x="2101492" y="2813931"/>
                  </a:lnTo>
                  <a:lnTo>
                    <a:pt x="2101586" y="2813931"/>
                  </a:lnTo>
                  <a:lnTo>
                    <a:pt x="2101680" y="2813931"/>
                  </a:lnTo>
                  <a:lnTo>
                    <a:pt x="2101775" y="2813931"/>
                  </a:lnTo>
                  <a:lnTo>
                    <a:pt x="2101869" y="2813931"/>
                  </a:lnTo>
                  <a:lnTo>
                    <a:pt x="2101963" y="2813931"/>
                  </a:lnTo>
                  <a:lnTo>
                    <a:pt x="2102057" y="2813931"/>
                  </a:lnTo>
                  <a:lnTo>
                    <a:pt x="2102151" y="2813931"/>
                  </a:lnTo>
                  <a:lnTo>
                    <a:pt x="2102245" y="2813931"/>
                  </a:lnTo>
                  <a:lnTo>
                    <a:pt x="2102339" y="2813931"/>
                  </a:lnTo>
                  <a:lnTo>
                    <a:pt x="2102433" y="2813931"/>
                  </a:lnTo>
                  <a:lnTo>
                    <a:pt x="2102527" y="2813931"/>
                  </a:lnTo>
                  <a:lnTo>
                    <a:pt x="2102621" y="2813931"/>
                  </a:lnTo>
                  <a:lnTo>
                    <a:pt x="2102715" y="2813931"/>
                  </a:lnTo>
                  <a:lnTo>
                    <a:pt x="2102809" y="2813931"/>
                  </a:lnTo>
                  <a:lnTo>
                    <a:pt x="2102903" y="2813931"/>
                  </a:lnTo>
                  <a:lnTo>
                    <a:pt x="2102997" y="2813931"/>
                  </a:lnTo>
                  <a:lnTo>
                    <a:pt x="2103091" y="2813931"/>
                  </a:lnTo>
                  <a:lnTo>
                    <a:pt x="2103185" y="2813931"/>
                  </a:lnTo>
                  <a:lnTo>
                    <a:pt x="2103279" y="2813931"/>
                  </a:lnTo>
                  <a:lnTo>
                    <a:pt x="2103373" y="2813931"/>
                  </a:lnTo>
                  <a:lnTo>
                    <a:pt x="2103467" y="2813931"/>
                  </a:lnTo>
                  <a:lnTo>
                    <a:pt x="2103561" y="2813931"/>
                  </a:lnTo>
                  <a:lnTo>
                    <a:pt x="2103655" y="2813931"/>
                  </a:lnTo>
                  <a:lnTo>
                    <a:pt x="2103749" y="2813931"/>
                  </a:lnTo>
                  <a:lnTo>
                    <a:pt x="2103843" y="2813931"/>
                  </a:lnTo>
                  <a:lnTo>
                    <a:pt x="2103937" y="2813931"/>
                  </a:lnTo>
                  <a:lnTo>
                    <a:pt x="2104031" y="2813931"/>
                  </a:lnTo>
                  <a:lnTo>
                    <a:pt x="2104125" y="2813931"/>
                  </a:lnTo>
                  <a:lnTo>
                    <a:pt x="2104219" y="2813931"/>
                  </a:lnTo>
                  <a:lnTo>
                    <a:pt x="2104313" y="2813931"/>
                  </a:lnTo>
                  <a:lnTo>
                    <a:pt x="2104407" y="2813931"/>
                  </a:lnTo>
                  <a:lnTo>
                    <a:pt x="2104501" y="2813931"/>
                  </a:lnTo>
                  <a:lnTo>
                    <a:pt x="2104595" y="2813931"/>
                  </a:lnTo>
                  <a:lnTo>
                    <a:pt x="2104689" y="2813931"/>
                  </a:lnTo>
                  <a:lnTo>
                    <a:pt x="2104783" y="2813931"/>
                  </a:lnTo>
                  <a:lnTo>
                    <a:pt x="2104877" y="2813931"/>
                  </a:lnTo>
                  <a:lnTo>
                    <a:pt x="2104971" y="2813931"/>
                  </a:lnTo>
                  <a:lnTo>
                    <a:pt x="2105065" y="2813931"/>
                  </a:lnTo>
                  <a:lnTo>
                    <a:pt x="2105159" y="2813931"/>
                  </a:lnTo>
                  <a:lnTo>
                    <a:pt x="2105254" y="2813931"/>
                  </a:lnTo>
                  <a:lnTo>
                    <a:pt x="2105348" y="2813931"/>
                  </a:lnTo>
                  <a:lnTo>
                    <a:pt x="2105442" y="2813931"/>
                  </a:lnTo>
                  <a:lnTo>
                    <a:pt x="2105536" y="2813931"/>
                  </a:lnTo>
                  <a:lnTo>
                    <a:pt x="2105630" y="2813931"/>
                  </a:lnTo>
                  <a:lnTo>
                    <a:pt x="2105724" y="2813931"/>
                  </a:lnTo>
                  <a:lnTo>
                    <a:pt x="2105818" y="2813931"/>
                  </a:lnTo>
                  <a:lnTo>
                    <a:pt x="2105912" y="2813931"/>
                  </a:lnTo>
                  <a:lnTo>
                    <a:pt x="2106006" y="2813931"/>
                  </a:lnTo>
                  <a:lnTo>
                    <a:pt x="2106100" y="2813931"/>
                  </a:lnTo>
                  <a:lnTo>
                    <a:pt x="2106194" y="2813931"/>
                  </a:lnTo>
                  <a:lnTo>
                    <a:pt x="2106288" y="2813931"/>
                  </a:lnTo>
                  <a:lnTo>
                    <a:pt x="2106382" y="2813931"/>
                  </a:lnTo>
                  <a:lnTo>
                    <a:pt x="2106476" y="2813931"/>
                  </a:lnTo>
                  <a:lnTo>
                    <a:pt x="2106570" y="2813931"/>
                  </a:lnTo>
                  <a:lnTo>
                    <a:pt x="2106664" y="2813931"/>
                  </a:lnTo>
                  <a:lnTo>
                    <a:pt x="2106758" y="2813931"/>
                  </a:lnTo>
                  <a:lnTo>
                    <a:pt x="2106852" y="2813931"/>
                  </a:lnTo>
                  <a:lnTo>
                    <a:pt x="2106946" y="2813931"/>
                  </a:lnTo>
                  <a:lnTo>
                    <a:pt x="2107040" y="2813931"/>
                  </a:lnTo>
                  <a:lnTo>
                    <a:pt x="2107134" y="2813931"/>
                  </a:lnTo>
                  <a:lnTo>
                    <a:pt x="2107228" y="2813931"/>
                  </a:lnTo>
                  <a:lnTo>
                    <a:pt x="2107322" y="2813931"/>
                  </a:lnTo>
                  <a:lnTo>
                    <a:pt x="2107416" y="2813931"/>
                  </a:lnTo>
                  <a:lnTo>
                    <a:pt x="2107510" y="2813931"/>
                  </a:lnTo>
                  <a:lnTo>
                    <a:pt x="2107604" y="2813931"/>
                  </a:lnTo>
                  <a:lnTo>
                    <a:pt x="2107698" y="2813931"/>
                  </a:lnTo>
                  <a:lnTo>
                    <a:pt x="2107792" y="2813931"/>
                  </a:lnTo>
                  <a:lnTo>
                    <a:pt x="2107886" y="2813931"/>
                  </a:lnTo>
                  <a:lnTo>
                    <a:pt x="2107980" y="2813931"/>
                  </a:lnTo>
                  <a:lnTo>
                    <a:pt x="2108074" y="2813931"/>
                  </a:lnTo>
                  <a:lnTo>
                    <a:pt x="2108168" y="2813931"/>
                  </a:lnTo>
                  <a:lnTo>
                    <a:pt x="2108262" y="2813931"/>
                  </a:lnTo>
                  <a:lnTo>
                    <a:pt x="2108356" y="2813931"/>
                  </a:lnTo>
                  <a:lnTo>
                    <a:pt x="2108450" y="2813931"/>
                  </a:lnTo>
                  <a:lnTo>
                    <a:pt x="2108544" y="2813931"/>
                  </a:lnTo>
                  <a:lnTo>
                    <a:pt x="2108638" y="2813931"/>
                  </a:lnTo>
                  <a:lnTo>
                    <a:pt x="2108732" y="2813931"/>
                  </a:lnTo>
                  <a:lnTo>
                    <a:pt x="2108827" y="2813931"/>
                  </a:lnTo>
                  <a:lnTo>
                    <a:pt x="2108921" y="2813931"/>
                  </a:lnTo>
                  <a:lnTo>
                    <a:pt x="2109015" y="2813931"/>
                  </a:lnTo>
                  <a:lnTo>
                    <a:pt x="2109109" y="2813931"/>
                  </a:lnTo>
                  <a:lnTo>
                    <a:pt x="2109203" y="2813931"/>
                  </a:lnTo>
                  <a:lnTo>
                    <a:pt x="2109297" y="2813931"/>
                  </a:lnTo>
                  <a:lnTo>
                    <a:pt x="2109391" y="2813931"/>
                  </a:lnTo>
                  <a:lnTo>
                    <a:pt x="2109485" y="2813931"/>
                  </a:lnTo>
                  <a:lnTo>
                    <a:pt x="2109579" y="2813931"/>
                  </a:lnTo>
                  <a:lnTo>
                    <a:pt x="2109673" y="2813931"/>
                  </a:lnTo>
                  <a:lnTo>
                    <a:pt x="2109767" y="2813931"/>
                  </a:lnTo>
                  <a:lnTo>
                    <a:pt x="2109861" y="2813931"/>
                  </a:lnTo>
                  <a:lnTo>
                    <a:pt x="2109955" y="2813931"/>
                  </a:lnTo>
                  <a:lnTo>
                    <a:pt x="2110049" y="2813931"/>
                  </a:lnTo>
                  <a:lnTo>
                    <a:pt x="2110143" y="2813931"/>
                  </a:lnTo>
                  <a:lnTo>
                    <a:pt x="2110237" y="2813931"/>
                  </a:lnTo>
                  <a:lnTo>
                    <a:pt x="2110331" y="2813931"/>
                  </a:lnTo>
                  <a:lnTo>
                    <a:pt x="2110425" y="2813931"/>
                  </a:lnTo>
                  <a:lnTo>
                    <a:pt x="2110519" y="2813931"/>
                  </a:lnTo>
                  <a:lnTo>
                    <a:pt x="2110613" y="2813931"/>
                  </a:lnTo>
                  <a:lnTo>
                    <a:pt x="2110707" y="2813931"/>
                  </a:lnTo>
                  <a:lnTo>
                    <a:pt x="2110801" y="2813931"/>
                  </a:lnTo>
                  <a:lnTo>
                    <a:pt x="2110895" y="2813931"/>
                  </a:lnTo>
                  <a:lnTo>
                    <a:pt x="2110989" y="2813931"/>
                  </a:lnTo>
                  <a:lnTo>
                    <a:pt x="2111083" y="2813931"/>
                  </a:lnTo>
                  <a:lnTo>
                    <a:pt x="2111177" y="2813931"/>
                  </a:lnTo>
                  <a:lnTo>
                    <a:pt x="2111271" y="2813931"/>
                  </a:lnTo>
                  <a:lnTo>
                    <a:pt x="2111365" y="2813931"/>
                  </a:lnTo>
                  <a:lnTo>
                    <a:pt x="2111459" y="2813931"/>
                  </a:lnTo>
                  <a:lnTo>
                    <a:pt x="2111553" y="2813931"/>
                  </a:lnTo>
                  <a:lnTo>
                    <a:pt x="2111647" y="2813931"/>
                  </a:lnTo>
                  <a:lnTo>
                    <a:pt x="2111741" y="2813931"/>
                  </a:lnTo>
                  <a:lnTo>
                    <a:pt x="2111835" y="2813931"/>
                  </a:lnTo>
                  <a:lnTo>
                    <a:pt x="2111929" y="2813931"/>
                  </a:lnTo>
                  <a:lnTo>
                    <a:pt x="2112023" y="2813931"/>
                  </a:lnTo>
                  <a:lnTo>
                    <a:pt x="2112117" y="2813931"/>
                  </a:lnTo>
                  <a:lnTo>
                    <a:pt x="2112211" y="2813931"/>
                  </a:lnTo>
                  <a:lnTo>
                    <a:pt x="2112305" y="2813931"/>
                  </a:lnTo>
                  <a:lnTo>
                    <a:pt x="2112400" y="2813931"/>
                  </a:lnTo>
                  <a:lnTo>
                    <a:pt x="2112494" y="2813931"/>
                  </a:lnTo>
                  <a:lnTo>
                    <a:pt x="2112588" y="2813931"/>
                  </a:lnTo>
                  <a:lnTo>
                    <a:pt x="2112682" y="2813931"/>
                  </a:lnTo>
                  <a:lnTo>
                    <a:pt x="2112776" y="2813931"/>
                  </a:lnTo>
                  <a:lnTo>
                    <a:pt x="2112776" y="2808652"/>
                  </a:lnTo>
                  <a:lnTo>
                    <a:pt x="2112870" y="2808652"/>
                  </a:lnTo>
                  <a:lnTo>
                    <a:pt x="2112964" y="2808652"/>
                  </a:lnTo>
                  <a:lnTo>
                    <a:pt x="2113058" y="2808652"/>
                  </a:lnTo>
                  <a:lnTo>
                    <a:pt x="2113152" y="2808652"/>
                  </a:lnTo>
                  <a:lnTo>
                    <a:pt x="2113246" y="2808652"/>
                  </a:lnTo>
                  <a:lnTo>
                    <a:pt x="2113340" y="2808652"/>
                  </a:lnTo>
                  <a:lnTo>
                    <a:pt x="2113434" y="2808652"/>
                  </a:lnTo>
                  <a:lnTo>
                    <a:pt x="2113528" y="2808652"/>
                  </a:lnTo>
                  <a:lnTo>
                    <a:pt x="2113622" y="2808652"/>
                  </a:lnTo>
                  <a:lnTo>
                    <a:pt x="2113716" y="2808652"/>
                  </a:lnTo>
                  <a:lnTo>
                    <a:pt x="2113810" y="2808652"/>
                  </a:lnTo>
                  <a:lnTo>
                    <a:pt x="2113904" y="2808652"/>
                  </a:lnTo>
                  <a:lnTo>
                    <a:pt x="2113998" y="2808652"/>
                  </a:lnTo>
                  <a:lnTo>
                    <a:pt x="2113998" y="2803372"/>
                  </a:lnTo>
                  <a:lnTo>
                    <a:pt x="2114092" y="2803372"/>
                  </a:lnTo>
                  <a:lnTo>
                    <a:pt x="2114186" y="2803372"/>
                  </a:lnTo>
                  <a:lnTo>
                    <a:pt x="2114280" y="2803372"/>
                  </a:lnTo>
                  <a:lnTo>
                    <a:pt x="2114374" y="2803372"/>
                  </a:lnTo>
                  <a:lnTo>
                    <a:pt x="2114468" y="2803372"/>
                  </a:lnTo>
                  <a:lnTo>
                    <a:pt x="2114562" y="2803372"/>
                  </a:lnTo>
                  <a:lnTo>
                    <a:pt x="2114656" y="2803372"/>
                  </a:lnTo>
                  <a:lnTo>
                    <a:pt x="2114750" y="2803372"/>
                  </a:lnTo>
                  <a:lnTo>
                    <a:pt x="2114844" y="2803372"/>
                  </a:lnTo>
                  <a:lnTo>
                    <a:pt x="2114938" y="2803372"/>
                  </a:lnTo>
                  <a:lnTo>
                    <a:pt x="2115032" y="2803372"/>
                  </a:lnTo>
                  <a:lnTo>
                    <a:pt x="2115126" y="2803372"/>
                  </a:lnTo>
                  <a:lnTo>
                    <a:pt x="2115220" y="2803372"/>
                  </a:lnTo>
                  <a:lnTo>
                    <a:pt x="2115314" y="2803372"/>
                  </a:lnTo>
                  <a:lnTo>
                    <a:pt x="2115408" y="2803372"/>
                  </a:lnTo>
                  <a:lnTo>
                    <a:pt x="2115502" y="2803372"/>
                  </a:lnTo>
                  <a:lnTo>
                    <a:pt x="2115596" y="2803372"/>
                  </a:lnTo>
                  <a:lnTo>
                    <a:pt x="2115690" y="2803372"/>
                  </a:lnTo>
                  <a:lnTo>
                    <a:pt x="2115784" y="2803372"/>
                  </a:lnTo>
                  <a:lnTo>
                    <a:pt x="2115879" y="2803372"/>
                  </a:lnTo>
                  <a:lnTo>
                    <a:pt x="2115973" y="2803372"/>
                  </a:lnTo>
                  <a:lnTo>
                    <a:pt x="2116067" y="2803372"/>
                  </a:lnTo>
                  <a:lnTo>
                    <a:pt x="2116161" y="2803372"/>
                  </a:lnTo>
                  <a:lnTo>
                    <a:pt x="2116255" y="2803372"/>
                  </a:lnTo>
                  <a:lnTo>
                    <a:pt x="2116349" y="2803372"/>
                  </a:lnTo>
                  <a:lnTo>
                    <a:pt x="2116443" y="2803372"/>
                  </a:lnTo>
                  <a:lnTo>
                    <a:pt x="2116537" y="2803372"/>
                  </a:lnTo>
                  <a:lnTo>
                    <a:pt x="2116631" y="2803372"/>
                  </a:lnTo>
                  <a:lnTo>
                    <a:pt x="2116725" y="2803372"/>
                  </a:lnTo>
                  <a:lnTo>
                    <a:pt x="2116819" y="2803372"/>
                  </a:lnTo>
                  <a:lnTo>
                    <a:pt x="2116913" y="2803372"/>
                  </a:lnTo>
                  <a:lnTo>
                    <a:pt x="2117007" y="2803372"/>
                  </a:lnTo>
                  <a:lnTo>
                    <a:pt x="2117101" y="2803372"/>
                  </a:lnTo>
                  <a:lnTo>
                    <a:pt x="2117195" y="2803372"/>
                  </a:lnTo>
                  <a:lnTo>
                    <a:pt x="2117289" y="2803372"/>
                  </a:lnTo>
                  <a:lnTo>
                    <a:pt x="2117383" y="2803372"/>
                  </a:lnTo>
                  <a:lnTo>
                    <a:pt x="2117477" y="2803372"/>
                  </a:lnTo>
                  <a:lnTo>
                    <a:pt x="2117571" y="2803372"/>
                  </a:lnTo>
                  <a:lnTo>
                    <a:pt x="2117665" y="2803372"/>
                  </a:lnTo>
                  <a:lnTo>
                    <a:pt x="2117759" y="2803372"/>
                  </a:lnTo>
                  <a:lnTo>
                    <a:pt x="2117853" y="2803372"/>
                  </a:lnTo>
                  <a:lnTo>
                    <a:pt x="2117947" y="2803372"/>
                  </a:lnTo>
                  <a:lnTo>
                    <a:pt x="2118041" y="2803372"/>
                  </a:lnTo>
                  <a:lnTo>
                    <a:pt x="2118135" y="2803372"/>
                  </a:lnTo>
                  <a:lnTo>
                    <a:pt x="2118229" y="2803372"/>
                  </a:lnTo>
                  <a:lnTo>
                    <a:pt x="2118323" y="2803372"/>
                  </a:lnTo>
                  <a:lnTo>
                    <a:pt x="2118417" y="2803372"/>
                  </a:lnTo>
                  <a:lnTo>
                    <a:pt x="2118511" y="2803372"/>
                  </a:lnTo>
                  <a:lnTo>
                    <a:pt x="2118605" y="2803372"/>
                  </a:lnTo>
                  <a:lnTo>
                    <a:pt x="2118699" y="2803372"/>
                  </a:lnTo>
                  <a:lnTo>
                    <a:pt x="2118793" y="2803372"/>
                  </a:lnTo>
                  <a:lnTo>
                    <a:pt x="2118887" y="2803372"/>
                  </a:lnTo>
                  <a:lnTo>
                    <a:pt x="2118981" y="2803372"/>
                  </a:lnTo>
                  <a:lnTo>
                    <a:pt x="2119075" y="2803372"/>
                  </a:lnTo>
                  <a:lnTo>
                    <a:pt x="2119169" y="2803372"/>
                  </a:lnTo>
                  <a:lnTo>
                    <a:pt x="2119263" y="2803372"/>
                  </a:lnTo>
                  <a:lnTo>
                    <a:pt x="2119357" y="2803372"/>
                  </a:lnTo>
                  <a:lnTo>
                    <a:pt x="2119452" y="2803372"/>
                  </a:lnTo>
                  <a:lnTo>
                    <a:pt x="2119546" y="2803372"/>
                  </a:lnTo>
                  <a:lnTo>
                    <a:pt x="2119640" y="2803372"/>
                  </a:lnTo>
                  <a:lnTo>
                    <a:pt x="2119734" y="2803372"/>
                  </a:lnTo>
                  <a:lnTo>
                    <a:pt x="2119828" y="2803372"/>
                  </a:lnTo>
                  <a:lnTo>
                    <a:pt x="2119922" y="2803372"/>
                  </a:lnTo>
                  <a:lnTo>
                    <a:pt x="2120016" y="2803372"/>
                  </a:lnTo>
                  <a:lnTo>
                    <a:pt x="2120110" y="2803372"/>
                  </a:lnTo>
                  <a:lnTo>
                    <a:pt x="2120204" y="2803372"/>
                  </a:lnTo>
                  <a:lnTo>
                    <a:pt x="2120298" y="2803372"/>
                  </a:lnTo>
                  <a:lnTo>
                    <a:pt x="2120392" y="2803372"/>
                  </a:lnTo>
                  <a:lnTo>
                    <a:pt x="2120486" y="2803372"/>
                  </a:lnTo>
                  <a:lnTo>
                    <a:pt x="2120580" y="2803372"/>
                  </a:lnTo>
                  <a:lnTo>
                    <a:pt x="2120674" y="2803372"/>
                  </a:lnTo>
                  <a:lnTo>
                    <a:pt x="2120768" y="2803372"/>
                  </a:lnTo>
                  <a:lnTo>
                    <a:pt x="2120862" y="2803372"/>
                  </a:lnTo>
                  <a:lnTo>
                    <a:pt x="2120956" y="2803372"/>
                  </a:lnTo>
                  <a:lnTo>
                    <a:pt x="2121050" y="2803372"/>
                  </a:lnTo>
                  <a:lnTo>
                    <a:pt x="2121144" y="2803372"/>
                  </a:lnTo>
                  <a:lnTo>
                    <a:pt x="2121238" y="2803372"/>
                  </a:lnTo>
                  <a:lnTo>
                    <a:pt x="2121332" y="2803372"/>
                  </a:lnTo>
                  <a:lnTo>
                    <a:pt x="2121332" y="2798093"/>
                  </a:lnTo>
                  <a:lnTo>
                    <a:pt x="2121426" y="2798093"/>
                  </a:lnTo>
                  <a:lnTo>
                    <a:pt x="2121520" y="2798093"/>
                  </a:lnTo>
                  <a:lnTo>
                    <a:pt x="2121614" y="2798093"/>
                  </a:lnTo>
                  <a:lnTo>
                    <a:pt x="2121708" y="2798093"/>
                  </a:lnTo>
                  <a:lnTo>
                    <a:pt x="2121802" y="2798093"/>
                  </a:lnTo>
                  <a:lnTo>
                    <a:pt x="2121896" y="2798093"/>
                  </a:lnTo>
                  <a:lnTo>
                    <a:pt x="2121990" y="2798093"/>
                  </a:lnTo>
                  <a:lnTo>
                    <a:pt x="2122084" y="2798093"/>
                  </a:lnTo>
                  <a:lnTo>
                    <a:pt x="2122178" y="2798093"/>
                  </a:lnTo>
                  <a:lnTo>
                    <a:pt x="2122272" y="2798093"/>
                  </a:lnTo>
                  <a:lnTo>
                    <a:pt x="2122366" y="2798093"/>
                  </a:lnTo>
                  <a:lnTo>
                    <a:pt x="2122460" y="2798093"/>
                  </a:lnTo>
                  <a:lnTo>
                    <a:pt x="2122554" y="2798093"/>
                  </a:lnTo>
                  <a:lnTo>
                    <a:pt x="2122648" y="2798093"/>
                  </a:lnTo>
                  <a:lnTo>
                    <a:pt x="2122742" y="2798093"/>
                  </a:lnTo>
                  <a:lnTo>
                    <a:pt x="2122836" y="2798093"/>
                  </a:lnTo>
                  <a:lnTo>
                    <a:pt x="2122930" y="2798093"/>
                  </a:lnTo>
                  <a:lnTo>
                    <a:pt x="2123025" y="2798093"/>
                  </a:lnTo>
                  <a:lnTo>
                    <a:pt x="2123119" y="2798093"/>
                  </a:lnTo>
                  <a:lnTo>
                    <a:pt x="2123213" y="2798093"/>
                  </a:lnTo>
                  <a:lnTo>
                    <a:pt x="2123307" y="2798093"/>
                  </a:lnTo>
                  <a:lnTo>
                    <a:pt x="2123401" y="2798093"/>
                  </a:lnTo>
                  <a:lnTo>
                    <a:pt x="2123495" y="2798093"/>
                  </a:lnTo>
                  <a:lnTo>
                    <a:pt x="2123589" y="2798093"/>
                  </a:lnTo>
                  <a:lnTo>
                    <a:pt x="2123683" y="2798093"/>
                  </a:lnTo>
                  <a:lnTo>
                    <a:pt x="2123777" y="2798093"/>
                  </a:lnTo>
                  <a:lnTo>
                    <a:pt x="2123871" y="2798093"/>
                  </a:lnTo>
                  <a:lnTo>
                    <a:pt x="2123965" y="2798093"/>
                  </a:lnTo>
                  <a:lnTo>
                    <a:pt x="2124059" y="2798093"/>
                  </a:lnTo>
                  <a:lnTo>
                    <a:pt x="2124153" y="2798093"/>
                  </a:lnTo>
                  <a:lnTo>
                    <a:pt x="2124247" y="2798093"/>
                  </a:lnTo>
                  <a:lnTo>
                    <a:pt x="2124341" y="2798093"/>
                  </a:lnTo>
                  <a:lnTo>
                    <a:pt x="2124435" y="2798093"/>
                  </a:lnTo>
                  <a:lnTo>
                    <a:pt x="2124529" y="2798093"/>
                  </a:lnTo>
                  <a:lnTo>
                    <a:pt x="2124623" y="2798093"/>
                  </a:lnTo>
                  <a:lnTo>
                    <a:pt x="2124717" y="2798093"/>
                  </a:lnTo>
                  <a:lnTo>
                    <a:pt x="2124811" y="2798093"/>
                  </a:lnTo>
                  <a:lnTo>
                    <a:pt x="2124905" y="2798093"/>
                  </a:lnTo>
                  <a:lnTo>
                    <a:pt x="2124999" y="2798093"/>
                  </a:lnTo>
                  <a:lnTo>
                    <a:pt x="2125093" y="2798093"/>
                  </a:lnTo>
                  <a:lnTo>
                    <a:pt x="2125187" y="2798093"/>
                  </a:lnTo>
                  <a:lnTo>
                    <a:pt x="2125281" y="2798093"/>
                  </a:lnTo>
                  <a:lnTo>
                    <a:pt x="2125375" y="2798093"/>
                  </a:lnTo>
                  <a:lnTo>
                    <a:pt x="2125469" y="2798093"/>
                  </a:lnTo>
                  <a:lnTo>
                    <a:pt x="2125563" y="2798093"/>
                  </a:lnTo>
                  <a:lnTo>
                    <a:pt x="2125657" y="2798093"/>
                  </a:lnTo>
                  <a:lnTo>
                    <a:pt x="2125751" y="2798093"/>
                  </a:lnTo>
                  <a:lnTo>
                    <a:pt x="2125845" y="2798093"/>
                  </a:lnTo>
                  <a:lnTo>
                    <a:pt x="2125939" y="2798093"/>
                  </a:lnTo>
                  <a:lnTo>
                    <a:pt x="2126033" y="2798093"/>
                  </a:lnTo>
                  <a:lnTo>
                    <a:pt x="2126127" y="2798093"/>
                  </a:lnTo>
                  <a:lnTo>
                    <a:pt x="2126221" y="2798093"/>
                  </a:lnTo>
                  <a:lnTo>
                    <a:pt x="2126221" y="2792813"/>
                  </a:lnTo>
                  <a:lnTo>
                    <a:pt x="2126315" y="2792813"/>
                  </a:lnTo>
                  <a:lnTo>
                    <a:pt x="2126409" y="2792813"/>
                  </a:lnTo>
                  <a:lnTo>
                    <a:pt x="2126504" y="2792813"/>
                  </a:lnTo>
                  <a:lnTo>
                    <a:pt x="2126598" y="2792813"/>
                  </a:lnTo>
                  <a:lnTo>
                    <a:pt x="2126692" y="2792813"/>
                  </a:lnTo>
                  <a:lnTo>
                    <a:pt x="2126786" y="2792813"/>
                  </a:lnTo>
                  <a:lnTo>
                    <a:pt x="2126880" y="2792813"/>
                  </a:lnTo>
                  <a:lnTo>
                    <a:pt x="2126974" y="2792813"/>
                  </a:lnTo>
                  <a:lnTo>
                    <a:pt x="2127068" y="2792813"/>
                  </a:lnTo>
                  <a:lnTo>
                    <a:pt x="2127162" y="2792813"/>
                  </a:lnTo>
                  <a:lnTo>
                    <a:pt x="2127256" y="2792813"/>
                  </a:lnTo>
                  <a:lnTo>
                    <a:pt x="2127350" y="2792813"/>
                  </a:lnTo>
                  <a:lnTo>
                    <a:pt x="2127350" y="2787534"/>
                  </a:lnTo>
                  <a:lnTo>
                    <a:pt x="2127444" y="2787534"/>
                  </a:lnTo>
                  <a:lnTo>
                    <a:pt x="2127538" y="2787534"/>
                  </a:lnTo>
                  <a:lnTo>
                    <a:pt x="2127632" y="2787534"/>
                  </a:lnTo>
                  <a:lnTo>
                    <a:pt x="2127726" y="2787534"/>
                  </a:lnTo>
                  <a:lnTo>
                    <a:pt x="2127820" y="2787534"/>
                  </a:lnTo>
                  <a:lnTo>
                    <a:pt x="2127914" y="2787534"/>
                  </a:lnTo>
                  <a:lnTo>
                    <a:pt x="2128008" y="2787534"/>
                  </a:lnTo>
                  <a:lnTo>
                    <a:pt x="2128102" y="2787534"/>
                  </a:lnTo>
                  <a:lnTo>
                    <a:pt x="2128196" y="2787534"/>
                  </a:lnTo>
                  <a:lnTo>
                    <a:pt x="2128290" y="2787534"/>
                  </a:lnTo>
                  <a:lnTo>
                    <a:pt x="2128384" y="2787534"/>
                  </a:lnTo>
                  <a:lnTo>
                    <a:pt x="2128478" y="2787534"/>
                  </a:lnTo>
                  <a:lnTo>
                    <a:pt x="2128572" y="2787534"/>
                  </a:lnTo>
                  <a:lnTo>
                    <a:pt x="2128666" y="2787534"/>
                  </a:lnTo>
                  <a:lnTo>
                    <a:pt x="2128760" y="2787534"/>
                  </a:lnTo>
                  <a:lnTo>
                    <a:pt x="2128854" y="2787534"/>
                  </a:lnTo>
                  <a:lnTo>
                    <a:pt x="2128948" y="2787534"/>
                  </a:lnTo>
                  <a:lnTo>
                    <a:pt x="2129042" y="2787534"/>
                  </a:lnTo>
                  <a:lnTo>
                    <a:pt x="2129136" y="2787534"/>
                  </a:lnTo>
                  <a:lnTo>
                    <a:pt x="2129136" y="2782255"/>
                  </a:lnTo>
                  <a:lnTo>
                    <a:pt x="2129230" y="2782255"/>
                  </a:lnTo>
                  <a:lnTo>
                    <a:pt x="2129324" y="2782255"/>
                  </a:lnTo>
                  <a:lnTo>
                    <a:pt x="2129418" y="2782255"/>
                  </a:lnTo>
                  <a:lnTo>
                    <a:pt x="2129512" y="2782255"/>
                  </a:lnTo>
                  <a:lnTo>
                    <a:pt x="2129606" y="2782255"/>
                  </a:lnTo>
                  <a:lnTo>
                    <a:pt x="2129700" y="2782255"/>
                  </a:lnTo>
                  <a:lnTo>
                    <a:pt x="2129794" y="2782255"/>
                  </a:lnTo>
                  <a:lnTo>
                    <a:pt x="2129888" y="2782255"/>
                  </a:lnTo>
                  <a:lnTo>
                    <a:pt x="2129982" y="2782255"/>
                  </a:lnTo>
                  <a:lnTo>
                    <a:pt x="2130077" y="2782255"/>
                  </a:lnTo>
                  <a:lnTo>
                    <a:pt x="2130171" y="2782255"/>
                  </a:lnTo>
                  <a:lnTo>
                    <a:pt x="2130265" y="2782255"/>
                  </a:lnTo>
                  <a:lnTo>
                    <a:pt x="2130359" y="2782255"/>
                  </a:lnTo>
                  <a:lnTo>
                    <a:pt x="2130453" y="2782255"/>
                  </a:lnTo>
                  <a:lnTo>
                    <a:pt x="2130547" y="2782255"/>
                  </a:lnTo>
                  <a:lnTo>
                    <a:pt x="2130641" y="2782255"/>
                  </a:lnTo>
                  <a:lnTo>
                    <a:pt x="2130735" y="2782255"/>
                  </a:lnTo>
                  <a:lnTo>
                    <a:pt x="2130829" y="2782255"/>
                  </a:lnTo>
                  <a:lnTo>
                    <a:pt x="2130923" y="2782255"/>
                  </a:lnTo>
                  <a:lnTo>
                    <a:pt x="2131017" y="2782255"/>
                  </a:lnTo>
                  <a:lnTo>
                    <a:pt x="2131111" y="2782255"/>
                  </a:lnTo>
                  <a:lnTo>
                    <a:pt x="2131205" y="2782255"/>
                  </a:lnTo>
                  <a:lnTo>
                    <a:pt x="2131299" y="2782255"/>
                  </a:lnTo>
                  <a:lnTo>
                    <a:pt x="2131393" y="2782255"/>
                  </a:lnTo>
                  <a:lnTo>
                    <a:pt x="2131487" y="2782255"/>
                  </a:lnTo>
                  <a:lnTo>
                    <a:pt x="2131581" y="2782255"/>
                  </a:lnTo>
                  <a:lnTo>
                    <a:pt x="2131675" y="2782255"/>
                  </a:lnTo>
                  <a:lnTo>
                    <a:pt x="2131769" y="2782255"/>
                  </a:lnTo>
                  <a:lnTo>
                    <a:pt x="2131863" y="2782255"/>
                  </a:lnTo>
                  <a:lnTo>
                    <a:pt x="2131957" y="2782255"/>
                  </a:lnTo>
                  <a:lnTo>
                    <a:pt x="2132051" y="2782255"/>
                  </a:lnTo>
                  <a:lnTo>
                    <a:pt x="2132145" y="2782255"/>
                  </a:lnTo>
                  <a:lnTo>
                    <a:pt x="2132239" y="2782255"/>
                  </a:lnTo>
                  <a:lnTo>
                    <a:pt x="2132333" y="2782255"/>
                  </a:lnTo>
                  <a:lnTo>
                    <a:pt x="2132427" y="2782255"/>
                  </a:lnTo>
                  <a:lnTo>
                    <a:pt x="2132521" y="2782255"/>
                  </a:lnTo>
                  <a:lnTo>
                    <a:pt x="2132615" y="2782255"/>
                  </a:lnTo>
                  <a:lnTo>
                    <a:pt x="2132709" y="2782255"/>
                  </a:lnTo>
                  <a:lnTo>
                    <a:pt x="2132803" y="2782255"/>
                  </a:lnTo>
                  <a:lnTo>
                    <a:pt x="2132803" y="2776975"/>
                  </a:lnTo>
                  <a:lnTo>
                    <a:pt x="2132897" y="2776975"/>
                  </a:lnTo>
                  <a:lnTo>
                    <a:pt x="2132991" y="2776975"/>
                  </a:lnTo>
                  <a:lnTo>
                    <a:pt x="2133085" y="2776975"/>
                  </a:lnTo>
                  <a:lnTo>
                    <a:pt x="2133179" y="2776975"/>
                  </a:lnTo>
                  <a:lnTo>
                    <a:pt x="2133273" y="2776975"/>
                  </a:lnTo>
                  <a:lnTo>
                    <a:pt x="2133367" y="2776975"/>
                  </a:lnTo>
                  <a:lnTo>
                    <a:pt x="2133461" y="2776975"/>
                  </a:lnTo>
                  <a:lnTo>
                    <a:pt x="2133555" y="2776975"/>
                  </a:lnTo>
                  <a:lnTo>
                    <a:pt x="2133650" y="2776975"/>
                  </a:lnTo>
                  <a:lnTo>
                    <a:pt x="2133744" y="2776975"/>
                  </a:lnTo>
                  <a:lnTo>
                    <a:pt x="2133838" y="2776975"/>
                  </a:lnTo>
                  <a:lnTo>
                    <a:pt x="2133932" y="2776975"/>
                  </a:lnTo>
                  <a:lnTo>
                    <a:pt x="2134026" y="2776975"/>
                  </a:lnTo>
                  <a:lnTo>
                    <a:pt x="2134120" y="2776975"/>
                  </a:lnTo>
                  <a:lnTo>
                    <a:pt x="2134214" y="2776975"/>
                  </a:lnTo>
                  <a:lnTo>
                    <a:pt x="2134308" y="2776975"/>
                  </a:lnTo>
                  <a:lnTo>
                    <a:pt x="2134402" y="2776975"/>
                  </a:lnTo>
                  <a:lnTo>
                    <a:pt x="2134496" y="2776975"/>
                  </a:lnTo>
                  <a:lnTo>
                    <a:pt x="2134590" y="2776975"/>
                  </a:lnTo>
                  <a:lnTo>
                    <a:pt x="2134684" y="2776975"/>
                  </a:lnTo>
                  <a:lnTo>
                    <a:pt x="2134778" y="2776975"/>
                  </a:lnTo>
                  <a:lnTo>
                    <a:pt x="2134872" y="2776975"/>
                  </a:lnTo>
                  <a:lnTo>
                    <a:pt x="2134966" y="2776975"/>
                  </a:lnTo>
                  <a:lnTo>
                    <a:pt x="2135060" y="2776975"/>
                  </a:lnTo>
                  <a:lnTo>
                    <a:pt x="2135154" y="2776975"/>
                  </a:lnTo>
                  <a:lnTo>
                    <a:pt x="2135248" y="2776975"/>
                  </a:lnTo>
                  <a:lnTo>
                    <a:pt x="2135342" y="2776975"/>
                  </a:lnTo>
                  <a:lnTo>
                    <a:pt x="2135436" y="2776975"/>
                  </a:lnTo>
                  <a:lnTo>
                    <a:pt x="2135530" y="2776975"/>
                  </a:lnTo>
                  <a:lnTo>
                    <a:pt x="2135624" y="2776975"/>
                  </a:lnTo>
                  <a:lnTo>
                    <a:pt x="2135718" y="2776975"/>
                  </a:lnTo>
                  <a:lnTo>
                    <a:pt x="2135812" y="2776975"/>
                  </a:lnTo>
                  <a:lnTo>
                    <a:pt x="2135906" y="2776975"/>
                  </a:lnTo>
                  <a:lnTo>
                    <a:pt x="2136000" y="2776975"/>
                  </a:lnTo>
                  <a:lnTo>
                    <a:pt x="2136094" y="2776975"/>
                  </a:lnTo>
                  <a:lnTo>
                    <a:pt x="2136188" y="2776975"/>
                  </a:lnTo>
                  <a:lnTo>
                    <a:pt x="2136282" y="2776975"/>
                  </a:lnTo>
                  <a:lnTo>
                    <a:pt x="2136376" y="2776975"/>
                  </a:lnTo>
                  <a:lnTo>
                    <a:pt x="2136470" y="2776975"/>
                  </a:lnTo>
                  <a:lnTo>
                    <a:pt x="2136564" y="2776975"/>
                  </a:lnTo>
                  <a:lnTo>
                    <a:pt x="2136658" y="2776975"/>
                  </a:lnTo>
                  <a:lnTo>
                    <a:pt x="2136752" y="2776975"/>
                  </a:lnTo>
                  <a:lnTo>
                    <a:pt x="2136846" y="2776975"/>
                  </a:lnTo>
                  <a:lnTo>
                    <a:pt x="2136940" y="2776975"/>
                  </a:lnTo>
                  <a:lnTo>
                    <a:pt x="2137034" y="2776975"/>
                  </a:lnTo>
                  <a:lnTo>
                    <a:pt x="2137128" y="2776975"/>
                  </a:lnTo>
                  <a:lnTo>
                    <a:pt x="2137223" y="2776975"/>
                  </a:lnTo>
                  <a:lnTo>
                    <a:pt x="2137317" y="2776975"/>
                  </a:lnTo>
                  <a:lnTo>
                    <a:pt x="2137411" y="2776975"/>
                  </a:lnTo>
                  <a:lnTo>
                    <a:pt x="2137505" y="2776975"/>
                  </a:lnTo>
                  <a:lnTo>
                    <a:pt x="2137599" y="2776975"/>
                  </a:lnTo>
                  <a:lnTo>
                    <a:pt x="2137693" y="2776975"/>
                  </a:lnTo>
                  <a:lnTo>
                    <a:pt x="2137693" y="2771696"/>
                  </a:lnTo>
                  <a:lnTo>
                    <a:pt x="2137787" y="2771696"/>
                  </a:lnTo>
                  <a:lnTo>
                    <a:pt x="2137881" y="2771696"/>
                  </a:lnTo>
                  <a:lnTo>
                    <a:pt x="2137975" y="2771696"/>
                  </a:lnTo>
                  <a:lnTo>
                    <a:pt x="2138069" y="2771696"/>
                  </a:lnTo>
                  <a:lnTo>
                    <a:pt x="2138163" y="2771696"/>
                  </a:lnTo>
                  <a:lnTo>
                    <a:pt x="2138257" y="2771696"/>
                  </a:lnTo>
                  <a:lnTo>
                    <a:pt x="2138351" y="2771696"/>
                  </a:lnTo>
                  <a:lnTo>
                    <a:pt x="2138445" y="2771696"/>
                  </a:lnTo>
                  <a:lnTo>
                    <a:pt x="2138539" y="2771696"/>
                  </a:lnTo>
                  <a:lnTo>
                    <a:pt x="2138633" y="2771696"/>
                  </a:lnTo>
                  <a:lnTo>
                    <a:pt x="2138727" y="2771696"/>
                  </a:lnTo>
                  <a:lnTo>
                    <a:pt x="2138821" y="2771696"/>
                  </a:lnTo>
                  <a:lnTo>
                    <a:pt x="2138915" y="2771696"/>
                  </a:lnTo>
                  <a:lnTo>
                    <a:pt x="2139009" y="2771696"/>
                  </a:lnTo>
                  <a:lnTo>
                    <a:pt x="2139103" y="2771696"/>
                  </a:lnTo>
                  <a:lnTo>
                    <a:pt x="2139197" y="2771696"/>
                  </a:lnTo>
                  <a:lnTo>
                    <a:pt x="2139291" y="2771696"/>
                  </a:lnTo>
                  <a:lnTo>
                    <a:pt x="2139385" y="2771696"/>
                  </a:lnTo>
                  <a:lnTo>
                    <a:pt x="2139479" y="2771696"/>
                  </a:lnTo>
                  <a:lnTo>
                    <a:pt x="2139573" y="2771696"/>
                  </a:lnTo>
                  <a:lnTo>
                    <a:pt x="2139573" y="2766416"/>
                  </a:lnTo>
                  <a:lnTo>
                    <a:pt x="2139667" y="2766416"/>
                  </a:lnTo>
                  <a:lnTo>
                    <a:pt x="2139761" y="2766416"/>
                  </a:lnTo>
                  <a:lnTo>
                    <a:pt x="2139855" y="2766416"/>
                  </a:lnTo>
                  <a:lnTo>
                    <a:pt x="2139949" y="2766416"/>
                  </a:lnTo>
                  <a:lnTo>
                    <a:pt x="2140043" y="2766416"/>
                  </a:lnTo>
                  <a:lnTo>
                    <a:pt x="2140137" y="2766416"/>
                  </a:lnTo>
                  <a:lnTo>
                    <a:pt x="2140231" y="2766416"/>
                  </a:lnTo>
                  <a:lnTo>
                    <a:pt x="2140325" y="2766416"/>
                  </a:lnTo>
                  <a:lnTo>
                    <a:pt x="2140419" y="2766416"/>
                  </a:lnTo>
                  <a:lnTo>
                    <a:pt x="2140513" y="2766416"/>
                  </a:lnTo>
                  <a:lnTo>
                    <a:pt x="2140607" y="2766416"/>
                  </a:lnTo>
                  <a:lnTo>
                    <a:pt x="2140702" y="2766416"/>
                  </a:lnTo>
                  <a:lnTo>
                    <a:pt x="2140796" y="2766416"/>
                  </a:lnTo>
                  <a:lnTo>
                    <a:pt x="2140890" y="2766416"/>
                  </a:lnTo>
                  <a:lnTo>
                    <a:pt x="2140984" y="2766416"/>
                  </a:lnTo>
                  <a:lnTo>
                    <a:pt x="2141078" y="2766416"/>
                  </a:lnTo>
                  <a:lnTo>
                    <a:pt x="2141172" y="2766416"/>
                  </a:lnTo>
                  <a:lnTo>
                    <a:pt x="2141266" y="2766416"/>
                  </a:lnTo>
                  <a:lnTo>
                    <a:pt x="2141360" y="2766416"/>
                  </a:lnTo>
                  <a:lnTo>
                    <a:pt x="2141454" y="2766416"/>
                  </a:lnTo>
                  <a:lnTo>
                    <a:pt x="2141548" y="2766416"/>
                  </a:lnTo>
                  <a:lnTo>
                    <a:pt x="2141642" y="2766416"/>
                  </a:lnTo>
                  <a:lnTo>
                    <a:pt x="2141736" y="2766416"/>
                  </a:lnTo>
                  <a:lnTo>
                    <a:pt x="2141830" y="2766416"/>
                  </a:lnTo>
                  <a:lnTo>
                    <a:pt x="2141924" y="2766416"/>
                  </a:lnTo>
                  <a:lnTo>
                    <a:pt x="2142018" y="2766416"/>
                  </a:lnTo>
                  <a:lnTo>
                    <a:pt x="2142112" y="2766416"/>
                  </a:lnTo>
                  <a:lnTo>
                    <a:pt x="2142206" y="2766416"/>
                  </a:lnTo>
                  <a:lnTo>
                    <a:pt x="2142300" y="2766416"/>
                  </a:lnTo>
                  <a:lnTo>
                    <a:pt x="2142394" y="2766416"/>
                  </a:lnTo>
                  <a:lnTo>
                    <a:pt x="2142488" y="2766416"/>
                  </a:lnTo>
                  <a:lnTo>
                    <a:pt x="2142582" y="2766416"/>
                  </a:lnTo>
                  <a:lnTo>
                    <a:pt x="2142676" y="2766416"/>
                  </a:lnTo>
                  <a:lnTo>
                    <a:pt x="2142770" y="2766416"/>
                  </a:lnTo>
                  <a:lnTo>
                    <a:pt x="2142864" y="2766416"/>
                  </a:lnTo>
                  <a:lnTo>
                    <a:pt x="2142958" y="2766416"/>
                  </a:lnTo>
                  <a:lnTo>
                    <a:pt x="2143052" y="2766416"/>
                  </a:lnTo>
                  <a:lnTo>
                    <a:pt x="2143146" y="2766416"/>
                  </a:lnTo>
                  <a:lnTo>
                    <a:pt x="2143240" y="2766416"/>
                  </a:lnTo>
                  <a:lnTo>
                    <a:pt x="2143334" y="2766416"/>
                  </a:lnTo>
                  <a:lnTo>
                    <a:pt x="2143428" y="2766416"/>
                  </a:lnTo>
                  <a:lnTo>
                    <a:pt x="2143522" y="2766416"/>
                  </a:lnTo>
                  <a:lnTo>
                    <a:pt x="2143616" y="2766416"/>
                  </a:lnTo>
                  <a:lnTo>
                    <a:pt x="2143710" y="2766416"/>
                  </a:lnTo>
                  <a:lnTo>
                    <a:pt x="2143804" y="2766416"/>
                  </a:lnTo>
                  <a:lnTo>
                    <a:pt x="2143898" y="2766416"/>
                  </a:lnTo>
                  <a:lnTo>
                    <a:pt x="2143992" y="2766416"/>
                  </a:lnTo>
                  <a:lnTo>
                    <a:pt x="2144086" y="2766416"/>
                  </a:lnTo>
                  <a:lnTo>
                    <a:pt x="2144180" y="2766416"/>
                  </a:lnTo>
                  <a:lnTo>
                    <a:pt x="2144275" y="2766416"/>
                  </a:lnTo>
                  <a:lnTo>
                    <a:pt x="2144369" y="2766416"/>
                  </a:lnTo>
                  <a:lnTo>
                    <a:pt x="2144463" y="2766416"/>
                  </a:lnTo>
                  <a:lnTo>
                    <a:pt x="2144557" y="2766416"/>
                  </a:lnTo>
                  <a:lnTo>
                    <a:pt x="2144651" y="2766416"/>
                  </a:lnTo>
                  <a:lnTo>
                    <a:pt x="2144745" y="2766416"/>
                  </a:lnTo>
                  <a:lnTo>
                    <a:pt x="2144839" y="2766416"/>
                  </a:lnTo>
                  <a:lnTo>
                    <a:pt x="2144933" y="2766416"/>
                  </a:lnTo>
                  <a:lnTo>
                    <a:pt x="2145027" y="2766416"/>
                  </a:lnTo>
                  <a:lnTo>
                    <a:pt x="2145121" y="2766416"/>
                  </a:lnTo>
                  <a:lnTo>
                    <a:pt x="2145121" y="2761137"/>
                  </a:lnTo>
                  <a:lnTo>
                    <a:pt x="2145215" y="2761137"/>
                  </a:lnTo>
                  <a:lnTo>
                    <a:pt x="2145309" y="2761137"/>
                  </a:lnTo>
                  <a:lnTo>
                    <a:pt x="2145403" y="2761137"/>
                  </a:lnTo>
                  <a:lnTo>
                    <a:pt x="2145497" y="2761137"/>
                  </a:lnTo>
                  <a:lnTo>
                    <a:pt x="2145591" y="2761137"/>
                  </a:lnTo>
                  <a:lnTo>
                    <a:pt x="2145685" y="2761137"/>
                  </a:lnTo>
                  <a:lnTo>
                    <a:pt x="2145779" y="2761137"/>
                  </a:lnTo>
                  <a:lnTo>
                    <a:pt x="2145873" y="2761137"/>
                  </a:lnTo>
                  <a:lnTo>
                    <a:pt x="2145967" y="2761137"/>
                  </a:lnTo>
                  <a:lnTo>
                    <a:pt x="2146061" y="2761137"/>
                  </a:lnTo>
                  <a:lnTo>
                    <a:pt x="2146155" y="2761137"/>
                  </a:lnTo>
                  <a:lnTo>
                    <a:pt x="2146249" y="2761137"/>
                  </a:lnTo>
                  <a:lnTo>
                    <a:pt x="2146343" y="2761137"/>
                  </a:lnTo>
                  <a:lnTo>
                    <a:pt x="2146437" y="2761137"/>
                  </a:lnTo>
                  <a:lnTo>
                    <a:pt x="2146531" y="2761137"/>
                  </a:lnTo>
                  <a:lnTo>
                    <a:pt x="2146625" y="2761137"/>
                  </a:lnTo>
                  <a:lnTo>
                    <a:pt x="2146719" y="2761137"/>
                  </a:lnTo>
                  <a:lnTo>
                    <a:pt x="2146813" y="2761137"/>
                  </a:lnTo>
                  <a:lnTo>
                    <a:pt x="2146907" y="2761137"/>
                  </a:lnTo>
                  <a:lnTo>
                    <a:pt x="2147001" y="2761137"/>
                  </a:lnTo>
                  <a:lnTo>
                    <a:pt x="2147095" y="2761137"/>
                  </a:lnTo>
                  <a:lnTo>
                    <a:pt x="2147189" y="2761137"/>
                  </a:lnTo>
                  <a:lnTo>
                    <a:pt x="2147283" y="2761137"/>
                  </a:lnTo>
                  <a:lnTo>
                    <a:pt x="2147377" y="2761137"/>
                  </a:lnTo>
                  <a:lnTo>
                    <a:pt x="2147471" y="2761137"/>
                  </a:lnTo>
                  <a:lnTo>
                    <a:pt x="2147565" y="2761137"/>
                  </a:lnTo>
                  <a:lnTo>
                    <a:pt x="2147659" y="2761137"/>
                  </a:lnTo>
                  <a:lnTo>
                    <a:pt x="2147753" y="2761137"/>
                  </a:lnTo>
                  <a:lnTo>
                    <a:pt x="2147848" y="2761137"/>
                  </a:lnTo>
                  <a:lnTo>
                    <a:pt x="2147942" y="2761137"/>
                  </a:lnTo>
                  <a:lnTo>
                    <a:pt x="2148036" y="2761137"/>
                  </a:lnTo>
                  <a:lnTo>
                    <a:pt x="2148130" y="2761137"/>
                  </a:lnTo>
                  <a:lnTo>
                    <a:pt x="2148224" y="2761137"/>
                  </a:lnTo>
                  <a:lnTo>
                    <a:pt x="2148318" y="2761137"/>
                  </a:lnTo>
                  <a:lnTo>
                    <a:pt x="2148412" y="2761137"/>
                  </a:lnTo>
                  <a:lnTo>
                    <a:pt x="2148506" y="2761137"/>
                  </a:lnTo>
                  <a:lnTo>
                    <a:pt x="2148600" y="2761137"/>
                  </a:lnTo>
                  <a:lnTo>
                    <a:pt x="2148694" y="2761137"/>
                  </a:lnTo>
                  <a:lnTo>
                    <a:pt x="2148788" y="2761137"/>
                  </a:lnTo>
                  <a:lnTo>
                    <a:pt x="2148882" y="2761137"/>
                  </a:lnTo>
                  <a:lnTo>
                    <a:pt x="2148976" y="2761137"/>
                  </a:lnTo>
                  <a:lnTo>
                    <a:pt x="2149070" y="2761137"/>
                  </a:lnTo>
                  <a:lnTo>
                    <a:pt x="2149164" y="2761137"/>
                  </a:lnTo>
                  <a:lnTo>
                    <a:pt x="2149258" y="2761137"/>
                  </a:lnTo>
                  <a:lnTo>
                    <a:pt x="2149352" y="2761137"/>
                  </a:lnTo>
                  <a:lnTo>
                    <a:pt x="2149446" y="2761137"/>
                  </a:lnTo>
                  <a:lnTo>
                    <a:pt x="2149540" y="2761137"/>
                  </a:lnTo>
                  <a:lnTo>
                    <a:pt x="2149634" y="2761137"/>
                  </a:lnTo>
                  <a:lnTo>
                    <a:pt x="2149728" y="2761137"/>
                  </a:lnTo>
                  <a:lnTo>
                    <a:pt x="2149822" y="2761137"/>
                  </a:lnTo>
                  <a:lnTo>
                    <a:pt x="2149916" y="2761137"/>
                  </a:lnTo>
                  <a:lnTo>
                    <a:pt x="2150010" y="2761137"/>
                  </a:lnTo>
                  <a:lnTo>
                    <a:pt x="2150104" y="2761137"/>
                  </a:lnTo>
                  <a:lnTo>
                    <a:pt x="2150198" y="2761137"/>
                  </a:lnTo>
                  <a:lnTo>
                    <a:pt x="2150292" y="2761137"/>
                  </a:lnTo>
                  <a:lnTo>
                    <a:pt x="2150386" y="2761137"/>
                  </a:lnTo>
                  <a:lnTo>
                    <a:pt x="2150480" y="2761137"/>
                  </a:lnTo>
                  <a:lnTo>
                    <a:pt x="2150574" y="2761137"/>
                  </a:lnTo>
                  <a:lnTo>
                    <a:pt x="2150668" y="2761137"/>
                  </a:lnTo>
                  <a:lnTo>
                    <a:pt x="2150762" y="2761137"/>
                  </a:lnTo>
                  <a:lnTo>
                    <a:pt x="2150856" y="2761137"/>
                  </a:lnTo>
                  <a:lnTo>
                    <a:pt x="2150856" y="2755857"/>
                  </a:lnTo>
                  <a:lnTo>
                    <a:pt x="2150950" y="2755857"/>
                  </a:lnTo>
                  <a:lnTo>
                    <a:pt x="2151044" y="2755857"/>
                  </a:lnTo>
                  <a:lnTo>
                    <a:pt x="2151138" y="2755857"/>
                  </a:lnTo>
                  <a:lnTo>
                    <a:pt x="2151232" y="2755857"/>
                  </a:lnTo>
                  <a:lnTo>
                    <a:pt x="2151327" y="2755857"/>
                  </a:lnTo>
                  <a:lnTo>
                    <a:pt x="2151421" y="2755857"/>
                  </a:lnTo>
                  <a:lnTo>
                    <a:pt x="2151515" y="2755857"/>
                  </a:lnTo>
                  <a:lnTo>
                    <a:pt x="2151609" y="2755857"/>
                  </a:lnTo>
                  <a:lnTo>
                    <a:pt x="2151703" y="2755857"/>
                  </a:lnTo>
                  <a:lnTo>
                    <a:pt x="2151797" y="2755857"/>
                  </a:lnTo>
                  <a:lnTo>
                    <a:pt x="2151891" y="2755857"/>
                  </a:lnTo>
                  <a:lnTo>
                    <a:pt x="2151985" y="2755857"/>
                  </a:lnTo>
                  <a:lnTo>
                    <a:pt x="2152079" y="2755857"/>
                  </a:lnTo>
                  <a:lnTo>
                    <a:pt x="2152173" y="2755857"/>
                  </a:lnTo>
                  <a:lnTo>
                    <a:pt x="2152267" y="2755857"/>
                  </a:lnTo>
                  <a:lnTo>
                    <a:pt x="2152361" y="2755857"/>
                  </a:lnTo>
                  <a:lnTo>
                    <a:pt x="2152455" y="2755857"/>
                  </a:lnTo>
                  <a:lnTo>
                    <a:pt x="2152549" y="2755857"/>
                  </a:lnTo>
                  <a:lnTo>
                    <a:pt x="2152643" y="2755857"/>
                  </a:lnTo>
                  <a:lnTo>
                    <a:pt x="2152737" y="2755857"/>
                  </a:lnTo>
                  <a:lnTo>
                    <a:pt x="2152831" y="2755857"/>
                  </a:lnTo>
                  <a:lnTo>
                    <a:pt x="2152925" y="2755857"/>
                  </a:lnTo>
                  <a:lnTo>
                    <a:pt x="2153019" y="2755857"/>
                  </a:lnTo>
                  <a:lnTo>
                    <a:pt x="2153113" y="2755857"/>
                  </a:lnTo>
                  <a:lnTo>
                    <a:pt x="2153207" y="2755857"/>
                  </a:lnTo>
                  <a:lnTo>
                    <a:pt x="2153301" y="2755857"/>
                  </a:lnTo>
                  <a:lnTo>
                    <a:pt x="2153395" y="2755857"/>
                  </a:lnTo>
                  <a:lnTo>
                    <a:pt x="2153489" y="2755857"/>
                  </a:lnTo>
                  <a:lnTo>
                    <a:pt x="2153583" y="2755857"/>
                  </a:lnTo>
                  <a:lnTo>
                    <a:pt x="2153677" y="2755857"/>
                  </a:lnTo>
                  <a:lnTo>
                    <a:pt x="2153771" y="2755857"/>
                  </a:lnTo>
                  <a:lnTo>
                    <a:pt x="2153865" y="2755857"/>
                  </a:lnTo>
                  <a:lnTo>
                    <a:pt x="2153959" y="2755857"/>
                  </a:lnTo>
                  <a:lnTo>
                    <a:pt x="2154053" y="2755857"/>
                  </a:lnTo>
                  <a:lnTo>
                    <a:pt x="2154147" y="2755857"/>
                  </a:lnTo>
                  <a:lnTo>
                    <a:pt x="2154241" y="2755857"/>
                  </a:lnTo>
                  <a:lnTo>
                    <a:pt x="2154335" y="2755857"/>
                  </a:lnTo>
                  <a:lnTo>
                    <a:pt x="2154429" y="2755857"/>
                  </a:lnTo>
                  <a:lnTo>
                    <a:pt x="2154523" y="2755857"/>
                  </a:lnTo>
                  <a:lnTo>
                    <a:pt x="2154617" y="2755857"/>
                  </a:lnTo>
                  <a:lnTo>
                    <a:pt x="2154711" y="2755857"/>
                  </a:lnTo>
                  <a:lnTo>
                    <a:pt x="2154805" y="2755857"/>
                  </a:lnTo>
                  <a:lnTo>
                    <a:pt x="2154900" y="2755857"/>
                  </a:lnTo>
                  <a:lnTo>
                    <a:pt x="2154994" y="2755857"/>
                  </a:lnTo>
                  <a:lnTo>
                    <a:pt x="2155088" y="2755857"/>
                  </a:lnTo>
                  <a:lnTo>
                    <a:pt x="2155182" y="2755857"/>
                  </a:lnTo>
                  <a:lnTo>
                    <a:pt x="2155276" y="2755857"/>
                  </a:lnTo>
                  <a:lnTo>
                    <a:pt x="2155370" y="2755857"/>
                  </a:lnTo>
                  <a:lnTo>
                    <a:pt x="2155370" y="2750578"/>
                  </a:lnTo>
                  <a:lnTo>
                    <a:pt x="2155464" y="2750578"/>
                  </a:lnTo>
                  <a:lnTo>
                    <a:pt x="2155558" y="2750578"/>
                  </a:lnTo>
                  <a:lnTo>
                    <a:pt x="2155652" y="2750578"/>
                  </a:lnTo>
                  <a:lnTo>
                    <a:pt x="2155746" y="2750578"/>
                  </a:lnTo>
                  <a:lnTo>
                    <a:pt x="2155840" y="2750578"/>
                  </a:lnTo>
                  <a:lnTo>
                    <a:pt x="2155934" y="2750578"/>
                  </a:lnTo>
                  <a:lnTo>
                    <a:pt x="2156028" y="2750578"/>
                  </a:lnTo>
                  <a:lnTo>
                    <a:pt x="2156122" y="2750578"/>
                  </a:lnTo>
                  <a:lnTo>
                    <a:pt x="2156216" y="2750578"/>
                  </a:lnTo>
                  <a:lnTo>
                    <a:pt x="2156310" y="2750578"/>
                  </a:lnTo>
                  <a:lnTo>
                    <a:pt x="2156404" y="2750578"/>
                  </a:lnTo>
                  <a:lnTo>
                    <a:pt x="2156498" y="2750578"/>
                  </a:lnTo>
                  <a:lnTo>
                    <a:pt x="2156592" y="2750578"/>
                  </a:lnTo>
                  <a:lnTo>
                    <a:pt x="2156686" y="2750578"/>
                  </a:lnTo>
                  <a:lnTo>
                    <a:pt x="2156780" y="2750578"/>
                  </a:lnTo>
                  <a:lnTo>
                    <a:pt x="2156874" y="2750578"/>
                  </a:lnTo>
                  <a:lnTo>
                    <a:pt x="2156968" y="2750578"/>
                  </a:lnTo>
                  <a:lnTo>
                    <a:pt x="2157062" y="2750578"/>
                  </a:lnTo>
                  <a:lnTo>
                    <a:pt x="2157156" y="2750578"/>
                  </a:lnTo>
                  <a:lnTo>
                    <a:pt x="2157250" y="2750578"/>
                  </a:lnTo>
                  <a:lnTo>
                    <a:pt x="2157344" y="2750578"/>
                  </a:lnTo>
                  <a:lnTo>
                    <a:pt x="2157438" y="2750578"/>
                  </a:lnTo>
                  <a:lnTo>
                    <a:pt x="2157438" y="2745299"/>
                  </a:lnTo>
                  <a:lnTo>
                    <a:pt x="2157532" y="2745299"/>
                  </a:lnTo>
                  <a:lnTo>
                    <a:pt x="2157626" y="2745299"/>
                  </a:lnTo>
                  <a:lnTo>
                    <a:pt x="2157720" y="2745299"/>
                  </a:lnTo>
                  <a:lnTo>
                    <a:pt x="2157814" y="2745299"/>
                  </a:lnTo>
                  <a:lnTo>
                    <a:pt x="2157908" y="2745299"/>
                  </a:lnTo>
                  <a:lnTo>
                    <a:pt x="2158002" y="2745299"/>
                  </a:lnTo>
                  <a:lnTo>
                    <a:pt x="2158096" y="2745299"/>
                  </a:lnTo>
                  <a:lnTo>
                    <a:pt x="2158190" y="2745299"/>
                  </a:lnTo>
                  <a:lnTo>
                    <a:pt x="2158284" y="2745299"/>
                  </a:lnTo>
                  <a:lnTo>
                    <a:pt x="2158378" y="2745299"/>
                  </a:lnTo>
                  <a:lnTo>
                    <a:pt x="2158473" y="2745299"/>
                  </a:lnTo>
                  <a:lnTo>
                    <a:pt x="2158567" y="2745299"/>
                  </a:lnTo>
                  <a:lnTo>
                    <a:pt x="2158661" y="2745299"/>
                  </a:lnTo>
                  <a:lnTo>
                    <a:pt x="2158755" y="2745299"/>
                  </a:lnTo>
                  <a:lnTo>
                    <a:pt x="2158849" y="2745299"/>
                  </a:lnTo>
                  <a:lnTo>
                    <a:pt x="2158943" y="2745299"/>
                  </a:lnTo>
                  <a:lnTo>
                    <a:pt x="2159037" y="2745299"/>
                  </a:lnTo>
                  <a:lnTo>
                    <a:pt x="2159131" y="2745299"/>
                  </a:lnTo>
                  <a:lnTo>
                    <a:pt x="2159225" y="2745299"/>
                  </a:lnTo>
                  <a:lnTo>
                    <a:pt x="2159319" y="2745299"/>
                  </a:lnTo>
                  <a:lnTo>
                    <a:pt x="2159413" y="2745299"/>
                  </a:lnTo>
                  <a:lnTo>
                    <a:pt x="2159507" y="2745299"/>
                  </a:lnTo>
                  <a:lnTo>
                    <a:pt x="2159601" y="2745299"/>
                  </a:lnTo>
                  <a:lnTo>
                    <a:pt x="2159601" y="2740019"/>
                  </a:lnTo>
                  <a:lnTo>
                    <a:pt x="2159695" y="2740019"/>
                  </a:lnTo>
                  <a:lnTo>
                    <a:pt x="2159789" y="2740019"/>
                  </a:lnTo>
                  <a:lnTo>
                    <a:pt x="2159883" y="2740019"/>
                  </a:lnTo>
                  <a:lnTo>
                    <a:pt x="2159977" y="2740019"/>
                  </a:lnTo>
                  <a:lnTo>
                    <a:pt x="2160071" y="2740019"/>
                  </a:lnTo>
                  <a:lnTo>
                    <a:pt x="2160165" y="2740019"/>
                  </a:lnTo>
                  <a:lnTo>
                    <a:pt x="2160259" y="2740019"/>
                  </a:lnTo>
                  <a:lnTo>
                    <a:pt x="2160353" y="2740019"/>
                  </a:lnTo>
                  <a:lnTo>
                    <a:pt x="2160353" y="2734740"/>
                  </a:lnTo>
                  <a:lnTo>
                    <a:pt x="2160353" y="2729460"/>
                  </a:lnTo>
                  <a:lnTo>
                    <a:pt x="2160447" y="2729460"/>
                  </a:lnTo>
                  <a:lnTo>
                    <a:pt x="2160541" y="2729460"/>
                  </a:lnTo>
                  <a:lnTo>
                    <a:pt x="2160635" y="2729460"/>
                  </a:lnTo>
                  <a:lnTo>
                    <a:pt x="2160729" y="2729460"/>
                  </a:lnTo>
                  <a:lnTo>
                    <a:pt x="2160823" y="2729460"/>
                  </a:lnTo>
                  <a:lnTo>
                    <a:pt x="2160917" y="2729460"/>
                  </a:lnTo>
                  <a:lnTo>
                    <a:pt x="2161011" y="2729460"/>
                  </a:lnTo>
                  <a:lnTo>
                    <a:pt x="2161105" y="2729460"/>
                  </a:lnTo>
                  <a:lnTo>
                    <a:pt x="2161199" y="2729460"/>
                  </a:lnTo>
                  <a:lnTo>
                    <a:pt x="2161293" y="2729460"/>
                  </a:lnTo>
                  <a:lnTo>
                    <a:pt x="2161293" y="2724181"/>
                  </a:lnTo>
                  <a:lnTo>
                    <a:pt x="2161387" y="2724181"/>
                  </a:lnTo>
                  <a:lnTo>
                    <a:pt x="2161481" y="2724181"/>
                  </a:lnTo>
                  <a:lnTo>
                    <a:pt x="2161575" y="2724181"/>
                  </a:lnTo>
                  <a:lnTo>
                    <a:pt x="2161669" y="2724181"/>
                  </a:lnTo>
                  <a:lnTo>
                    <a:pt x="2161763" y="2724181"/>
                  </a:lnTo>
                  <a:lnTo>
                    <a:pt x="2161857" y="2724181"/>
                  </a:lnTo>
                  <a:lnTo>
                    <a:pt x="2161952" y="2724181"/>
                  </a:lnTo>
                  <a:lnTo>
                    <a:pt x="2162046" y="2724181"/>
                  </a:lnTo>
                  <a:lnTo>
                    <a:pt x="2162140" y="2724181"/>
                  </a:lnTo>
                  <a:lnTo>
                    <a:pt x="2162234" y="2724181"/>
                  </a:lnTo>
                  <a:lnTo>
                    <a:pt x="2162328" y="2724181"/>
                  </a:lnTo>
                  <a:lnTo>
                    <a:pt x="2162422" y="2724181"/>
                  </a:lnTo>
                  <a:lnTo>
                    <a:pt x="2162516" y="2724181"/>
                  </a:lnTo>
                  <a:lnTo>
                    <a:pt x="2162610" y="2724181"/>
                  </a:lnTo>
                  <a:lnTo>
                    <a:pt x="2162704" y="2724181"/>
                  </a:lnTo>
                  <a:lnTo>
                    <a:pt x="2162798" y="2724181"/>
                  </a:lnTo>
                  <a:lnTo>
                    <a:pt x="2162798" y="2718901"/>
                  </a:lnTo>
                  <a:lnTo>
                    <a:pt x="2162892" y="2718901"/>
                  </a:lnTo>
                  <a:lnTo>
                    <a:pt x="2162986" y="2718901"/>
                  </a:lnTo>
                  <a:lnTo>
                    <a:pt x="2163080" y="2718901"/>
                  </a:lnTo>
                  <a:lnTo>
                    <a:pt x="2163080" y="2713622"/>
                  </a:lnTo>
                  <a:lnTo>
                    <a:pt x="2163174" y="2713622"/>
                  </a:lnTo>
                  <a:lnTo>
                    <a:pt x="2163268" y="2713622"/>
                  </a:lnTo>
                  <a:lnTo>
                    <a:pt x="2163362" y="2713622"/>
                  </a:lnTo>
                  <a:lnTo>
                    <a:pt x="2163456" y="2713622"/>
                  </a:lnTo>
                  <a:lnTo>
                    <a:pt x="2163550" y="2713622"/>
                  </a:lnTo>
                  <a:lnTo>
                    <a:pt x="2163644" y="2713622"/>
                  </a:lnTo>
                  <a:lnTo>
                    <a:pt x="2163738" y="2713622"/>
                  </a:lnTo>
                  <a:lnTo>
                    <a:pt x="2163832" y="2713622"/>
                  </a:lnTo>
                  <a:lnTo>
                    <a:pt x="2163926" y="2713622"/>
                  </a:lnTo>
                  <a:lnTo>
                    <a:pt x="2164020" y="2713622"/>
                  </a:lnTo>
                  <a:lnTo>
                    <a:pt x="2164114" y="2713622"/>
                  </a:lnTo>
                  <a:lnTo>
                    <a:pt x="2164208" y="2713622"/>
                  </a:lnTo>
                  <a:lnTo>
                    <a:pt x="2164302" y="2713622"/>
                  </a:lnTo>
                  <a:lnTo>
                    <a:pt x="2164396" y="2713622"/>
                  </a:lnTo>
                  <a:lnTo>
                    <a:pt x="2164490" y="2713622"/>
                  </a:lnTo>
                  <a:lnTo>
                    <a:pt x="2164584" y="2713622"/>
                  </a:lnTo>
                  <a:lnTo>
                    <a:pt x="2164678" y="2713622"/>
                  </a:lnTo>
                  <a:lnTo>
                    <a:pt x="2164772" y="2713622"/>
                  </a:lnTo>
                  <a:lnTo>
                    <a:pt x="2164866" y="2713622"/>
                  </a:lnTo>
                  <a:lnTo>
                    <a:pt x="2164960" y="2713622"/>
                  </a:lnTo>
                  <a:lnTo>
                    <a:pt x="2165054" y="2713622"/>
                  </a:lnTo>
                  <a:lnTo>
                    <a:pt x="2165148" y="2713622"/>
                  </a:lnTo>
                  <a:lnTo>
                    <a:pt x="2165242" y="2713622"/>
                  </a:lnTo>
                  <a:lnTo>
                    <a:pt x="2165336" y="2713622"/>
                  </a:lnTo>
                  <a:lnTo>
                    <a:pt x="2165430" y="2713622"/>
                  </a:lnTo>
                  <a:lnTo>
                    <a:pt x="2165525" y="2713622"/>
                  </a:lnTo>
                  <a:lnTo>
                    <a:pt x="2165619" y="2713622"/>
                  </a:lnTo>
                  <a:lnTo>
                    <a:pt x="2165713" y="2713622"/>
                  </a:lnTo>
                  <a:lnTo>
                    <a:pt x="2165807" y="2713622"/>
                  </a:lnTo>
                  <a:lnTo>
                    <a:pt x="2165901" y="2713622"/>
                  </a:lnTo>
                  <a:lnTo>
                    <a:pt x="2165995" y="2713622"/>
                  </a:lnTo>
                  <a:lnTo>
                    <a:pt x="2166089" y="2713622"/>
                  </a:lnTo>
                  <a:lnTo>
                    <a:pt x="2166183" y="2713622"/>
                  </a:lnTo>
                  <a:lnTo>
                    <a:pt x="2166277" y="2713622"/>
                  </a:lnTo>
                  <a:lnTo>
                    <a:pt x="2166371" y="2713622"/>
                  </a:lnTo>
                  <a:lnTo>
                    <a:pt x="2166465" y="2713622"/>
                  </a:lnTo>
                  <a:lnTo>
                    <a:pt x="2166559" y="2713622"/>
                  </a:lnTo>
                  <a:lnTo>
                    <a:pt x="2166653" y="2713622"/>
                  </a:lnTo>
                  <a:lnTo>
                    <a:pt x="2166747" y="2713622"/>
                  </a:lnTo>
                  <a:lnTo>
                    <a:pt x="2166841" y="2713622"/>
                  </a:lnTo>
                  <a:lnTo>
                    <a:pt x="2166935" y="2713622"/>
                  </a:lnTo>
                  <a:lnTo>
                    <a:pt x="2167029" y="2713622"/>
                  </a:lnTo>
                  <a:lnTo>
                    <a:pt x="2167123" y="2713622"/>
                  </a:lnTo>
                  <a:lnTo>
                    <a:pt x="2167217" y="2713622"/>
                  </a:lnTo>
                  <a:lnTo>
                    <a:pt x="2167311" y="2713622"/>
                  </a:lnTo>
                  <a:lnTo>
                    <a:pt x="2167405" y="2713622"/>
                  </a:lnTo>
                  <a:lnTo>
                    <a:pt x="2167499" y="2713622"/>
                  </a:lnTo>
                  <a:lnTo>
                    <a:pt x="2167593" y="2713622"/>
                  </a:lnTo>
                  <a:lnTo>
                    <a:pt x="2167593" y="2708343"/>
                  </a:lnTo>
                  <a:lnTo>
                    <a:pt x="2167687" y="2708343"/>
                  </a:lnTo>
                  <a:lnTo>
                    <a:pt x="2167781" y="2708343"/>
                  </a:lnTo>
                  <a:lnTo>
                    <a:pt x="2167875" y="2708343"/>
                  </a:lnTo>
                  <a:lnTo>
                    <a:pt x="2167969" y="2708343"/>
                  </a:lnTo>
                  <a:lnTo>
                    <a:pt x="2168063" y="2708343"/>
                  </a:lnTo>
                  <a:lnTo>
                    <a:pt x="2168157" y="2708343"/>
                  </a:lnTo>
                  <a:lnTo>
                    <a:pt x="2168251" y="2708343"/>
                  </a:lnTo>
                  <a:lnTo>
                    <a:pt x="2168345" y="2708343"/>
                  </a:lnTo>
                  <a:lnTo>
                    <a:pt x="2168439" y="2708343"/>
                  </a:lnTo>
                  <a:lnTo>
                    <a:pt x="2168533" y="2708343"/>
                  </a:lnTo>
                  <a:lnTo>
                    <a:pt x="2168627" y="2708343"/>
                  </a:lnTo>
                  <a:lnTo>
                    <a:pt x="2168721" y="2708343"/>
                  </a:lnTo>
                  <a:lnTo>
                    <a:pt x="2168815" y="2708343"/>
                  </a:lnTo>
                  <a:lnTo>
                    <a:pt x="2168909" y="2708343"/>
                  </a:lnTo>
                  <a:lnTo>
                    <a:pt x="2169003" y="2708343"/>
                  </a:lnTo>
                  <a:lnTo>
                    <a:pt x="2169098" y="2708343"/>
                  </a:lnTo>
                  <a:lnTo>
                    <a:pt x="2169192" y="2708343"/>
                  </a:lnTo>
                  <a:lnTo>
                    <a:pt x="2169286" y="2708343"/>
                  </a:lnTo>
                  <a:lnTo>
                    <a:pt x="2169380" y="2708343"/>
                  </a:lnTo>
                  <a:lnTo>
                    <a:pt x="2169474" y="2708343"/>
                  </a:lnTo>
                  <a:lnTo>
                    <a:pt x="2169568" y="2708343"/>
                  </a:lnTo>
                  <a:lnTo>
                    <a:pt x="2169662" y="2708343"/>
                  </a:lnTo>
                  <a:lnTo>
                    <a:pt x="2169756" y="2708343"/>
                  </a:lnTo>
                  <a:lnTo>
                    <a:pt x="2169850" y="2708343"/>
                  </a:lnTo>
                  <a:lnTo>
                    <a:pt x="2169944" y="2708343"/>
                  </a:lnTo>
                  <a:lnTo>
                    <a:pt x="2170038" y="2708343"/>
                  </a:lnTo>
                  <a:lnTo>
                    <a:pt x="2170132" y="2708343"/>
                  </a:lnTo>
                  <a:lnTo>
                    <a:pt x="2170226" y="2708343"/>
                  </a:lnTo>
                  <a:lnTo>
                    <a:pt x="2170320" y="2708343"/>
                  </a:lnTo>
                  <a:lnTo>
                    <a:pt x="2170414" y="2708343"/>
                  </a:lnTo>
                  <a:lnTo>
                    <a:pt x="2170508" y="2708343"/>
                  </a:lnTo>
                  <a:lnTo>
                    <a:pt x="2170602" y="2708343"/>
                  </a:lnTo>
                  <a:lnTo>
                    <a:pt x="2170696" y="2708343"/>
                  </a:lnTo>
                  <a:lnTo>
                    <a:pt x="2170790" y="2708343"/>
                  </a:lnTo>
                  <a:lnTo>
                    <a:pt x="2170884" y="2708343"/>
                  </a:lnTo>
                  <a:lnTo>
                    <a:pt x="2170978" y="2708343"/>
                  </a:lnTo>
                  <a:lnTo>
                    <a:pt x="2171072" y="2708343"/>
                  </a:lnTo>
                  <a:lnTo>
                    <a:pt x="2171166" y="2708343"/>
                  </a:lnTo>
                  <a:lnTo>
                    <a:pt x="2171260" y="2708343"/>
                  </a:lnTo>
                  <a:lnTo>
                    <a:pt x="2171354" y="2708343"/>
                  </a:lnTo>
                  <a:lnTo>
                    <a:pt x="2171448" y="2708343"/>
                  </a:lnTo>
                  <a:lnTo>
                    <a:pt x="2171542" y="2708343"/>
                  </a:lnTo>
                  <a:lnTo>
                    <a:pt x="2171636" y="2708343"/>
                  </a:lnTo>
                  <a:lnTo>
                    <a:pt x="2171730" y="2708343"/>
                  </a:lnTo>
                  <a:lnTo>
                    <a:pt x="2171824" y="2708343"/>
                  </a:lnTo>
                  <a:lnTo>
                    <a:pt x="2171918" y="2708343"/>
                  </a:lnTo>
                  <a:lnTo>
                    <a:pt x="2172012" y="2708343"/>
                  </a:lnTo>
                  <a:lnTo>
                    <a:pt x="2172106" y="2708343"/>
                  </a:lnTo>
                  <a:lnTo>
                    <a:pt x="2172200" y="2708343"/>
                  </a:lnTo>
                  <a:lnTo>
                    <a:pt x="2172294" y="2708343"/>
                  </a:lnTo>
                  <a:lnTo>
                    <a:pt x="2172388" y="2708343"/>
                  </a:lnTo>
                  <a:lnTo>
                    <a:pt x="2172482" y="2708343"/>
                  </a:lnTo>
                  <a:lnTo>
                    <a:pt x="2172577" y="2708343"/>
                  </a:lnTo>
                  <a:lnTo>
                    <a:pt x="2172671" y="2708343"/>
                  </a:lnTo>
                  <a:lnTo>
                    <a:pt x="2172765" y="2708343"/>
                  </a:lnTo>
                  <a:lnTo>
                    <a:pt x="2172859" y="2708343"/>
                  </a:lnTo>
                  <a:lnTo>
                    <a:pt x="2172953" y="2708343"/>
                  </a:lnTo>
                  <a:lnTo>
                    <a:pt x="2173047" y="2708343"/>
                  </a:lnTo>
                  <a:lnTo>
                    <a:pt x="2173141" y="2708343"/>
                  </a:lnTo>
                  <a:lnTo>
                    <a:pt x="2173235" y="2708343"/>
                  </a:lnTo>
                  <a:lnTo>
                    <a:pt x="2173329" y="2708343"/>
                  </a:lnTo>
                  <a:lnTo>
                    <a:pt x="2173423" y="2708343"/>
                  </a:lnTo>
                  <a:lnTo>
                    <a:pt x="2173423" y="2703063"/>
                  </a:lnTo>
                  <a:lnTo>
                    <a:pt x="2173517" y="2703063"/>
                  </a:lnTo>
                  <a:lnTo>
                    <a:pt x="2173611" y="2703063"/>
                  </a:lnTo>
                  <a:lnTo>
                    <a:pt x="2173705" y="2703063"/>
                  </a:lnTo>
                  <a:lnTo>
                    <a:pt x="2173799" y="2703063"/>
                  </a:lnTo>
                  <a:lnTo>
                    <a:pt x="2173893" y="2703063"/>
                  </a:lnTo>
                  <a:lnTo>
                    <a:pt x="2173987" y="2703063"/>
                  </a:lnTo>
                  <a:lnTo>
                    <a:pt x="2174081" y="2703063"/>
                  </a:lnTo>
                  <a:lnTo>
                    <a:pt x="2174175" y="2703063"/>
                  </a:lnTo>
                  <a:lnTo>
                    <a:pt x="2174269" y="2703063"/>
                  </a:lnTo>
                  <a:lnTo>
                    <a:pt x="2174363" y="2703063"/>
                  </a:lnTo>
                  <a:lnTo>
                    <a:pt x="2174457" y="2703063"/>
                  </a:lnTo>
                  <a:lnTo>
                    <a:pt x="2174551" y="2703063"/>
                  </a:lnTo>
                  <a:lnTo>
                    <a:pt x="2174645" y="2703063"/>
                  </a:lnTo>
                  <a:lnTo>
                    <a:pt x="2174739" y="2703063"/>
                  </a:lnTo>
                  <a:lnTo>
                    <a:pt x="2174833" y="2703063"/>
                  </a:lnTo>
                  <a:lnTo>
                    <a:pt x="2174927" y="2703063"/>
                  </a:lnTo>
                  <a:lnTo>
                    <a:pt x="2175021" y="2703063"/>
                  </a:lnTo>
                  <a:lnTo>
                    <a:pt x="2175115" y="2703063"/>
                  </a:lnTo>
                  <a:lnTo>
                    <a:pt x="2175209" y="2703063"/>
                  </a:lnTo>
                  <a:lnTo>
                    <a:pt x="2175303" y="2703063"/>
                  </a:lnTo>
                  <a:lnTo>
                    <a:pt x="2175397" y="2703063"/>
                  </a:lnTo>
                  <a:lnTo>
                    <a:pt x="2175491" y="2703063"/>
                  </a:lnTo>
                  <a:lnTo>
                    <a:pt x="2175585" y="2703063"/>
                  </a:lnTo>
                  <a:lnTo>
                    <a:pt x="2175679" y="2703063"/>
                  </a:lnTo>
                  <a:lnTo>
                    <a:pt x="2175773" y="2703063"/>
                  </a:lnTo>
                  <a:lnTo>
                    <a:pt x="2175867" y="2703063"/>
                  </a:lnTo>
                  <a:lnTo>
                    <a:pt x="2175961" y="2703063"/>
                  </a:lnTo>
                  <a:lnTo>
                    <a:pt x="2176055" y="2703063"/>
                  </a:lnTo>
                  <a:lnTo>
                    <a:pt x="2176150" y="2703063"/>
                  </a:lnTo>
                  <a:lnTo>
                    <a:pt x="2176244" y="2703063"/>
                  </a:lnTo>
                  <a:lnTo>
                    <a:pt x="2176338" y="2703063"/>
                  </a:lnTo>
                  <a:lnTo>
                    <a:pt x="2176432" y="2703063"/>
                  </a:lnTo>
                  <a:lnTo>
                    <a:pt x="2176526" y="2703063"/>
                  </a:lnTo>
                  <a:lnTo>
                    <a:pt x="2176620" y="2703063"/>
                  </a:lnTo>
                  <a:lnTo>
                    <a:pt x="2176714" y="2703063"/>
                  </a:lnTo>
                  <a:lnTo>
                    <a:pt x="2176808" y="2703063"/>
                  </a:lnTo>
                  <a:lnTo>
                    <a:pt x="2176902" y="2703063"/>
                  </a:lnTo>
                  <a:lnTo>
                    <a:pt x="2176996" y="2703063"/>
                  </a:lnTo>
                  <a:lnTo>
                    <a:pt x="2177090" y="2703063"/>
                  </a:lnTo>
                  <a:lnTo>
                    <a:pt x="2177184" y="2703063"/>
                  </a:lnTo>
                  <a:lnTo>
                    <a:pt x="2177278" y="2703063"/>
                  </a:lnTo>
                  <a:lnTo>
                    <a:pt x="2177372" y="2703063"/>
                  </a:lnTo>
                  <a:lnTo>
                    <a:pt x="2177466" y="2703063"/>
                  </a:lnTo>
                  <a:lnTo>
                    <a:pt x="2177560" y="2703063"/>
                  </a:lnTo>
                  <a:lnTo>
                    <a:pt x="2177654" y="2703063"/>
                  </a:lnTo>
                  <a:lnTo>
                    <a:pt x="2177748" y="2703063"/>
                  </a:lnTo>
                  <a:lnTo>
                    <a:pt x="2177842" y="2703063"/>
                  </a:lnTo>
                  <a:lnTo>
                    <a:pt x="2177936" y="2703063"/>
                  </a:lnTo>
                  <a:lnTo>
                    <a:pt x="2178030" y="2703063"/>
                  </a:lnTo>
                  <a:lnTo>
                    <a:pt x="2178124" y="2703063"/>
                  </a:lnTo>
                  <a:lnTo>
                    <a:pt x="2178218" y="2703063"/>
                  </a:lnTo>
                  <a:lnTo>
                    <a:pt x="2178312" y="2703063"/>
                  </a:lnTo>
                  <a:lnTo>
                    <a:pt x="2178406" y="2703063"/>
                  </a:lnTo>
                  <a:lnTo>
                    <a:pt x="2178500" y="2703063"/>
                  </a:lnTo>
                  <a:lnTo>
                    <a:pt x="2178594" y="2703063"/>
                  </a:lnTo>
                  <a:lnTo>
                    <a:pt x="2178688" y="2703063"/>
                  </a:lnTo>
                  <a:lnTo>
                    <a:pt x="2178782" y="2703063"/>
                  </a:lnTo>
                  <a:lnTo>
                    <a:pt x="2178876" y="2703063"/>
                  </a:lnTo>
                  <a:lnTo>
                    <a:pt x="2178970" y="2703063"/>
                  </a:lnTo>
                  <a:lnTo>
                    <a:pt x="2179064" y="2703063"/>
                  </a:lnTo>
                  <a:lnTo>
                    <a:pt x="2179158" y="2703063"/>
                  </a:lnTo>
                  <a:lnTo>
                    <a:pt x="2179252" y="2703063"/>
                  </a:lnTo>
                  <a:lnTo>
                    <a:pt x="2179252" y="2697784"/>
                  </a:lnTo>
                  <a:lnTo>
                    <a:pt x="2179252" y="2692504"/>
                  </a:lnTo>
                  <a:lnTo>
                    <a:pt x="2179346" y="2692504"/>
                  </a:lnTo>
                  <a:lnTo>
                    <a:pt x="2179440" y="2692504"/>
                  </a:lnTo>
                  <a:lnTo>
                    <a:pt x="2179534" y="2692504"/>
                  </a:lnTo>
                  <a:lnTo>
                    <a:pt x="2179628" y="2692504"/>
                  </a:lnTo>
                  <a:lnTo>
                    <a:pt x="2179723" y="2692504"/>
                  </a:lnTo>
                  <a:lnTo>
                    <a:pt x="2179817" y="2692504"/>
                  </a:lnTo>
                  <a:lnTo>
                    <a:pt x="2179911" y="2692504"/>
                  </a:lnTo>
                  <a:lnTo>
                    <a:pt x="2180005" y="2692504"/>
                  </a:lnTo>
                  <a:lnTo>
                    <a:pt x="2180005" y="2687225"/>
                  </a:lnTo>
                  <a:lnTo>
                    <a:pt x="2180099" y="2687225"/>
                  </a:lnTo>
                  <a:lnTo>
                    <a:pt x="2180193" y="2687225"/>
                  </a:lnTo>
                  <a:lnTo>
                    <a:pt x="2180287" y="2687225"/>
                  </a:lnTo>
                  <a:lnTo>
                    <a:pt x="2180381" y="2687225"/>
                  </a:lnTo>
                  <a:lnTo>
                    <a:pt x="2180475" y="2687225"/>
                  </a:lnTo>
                  <a:lnTo>
                    <a:pt x="2180569" y="2687225"/>
                  </a:lnTo>
                  <a:lnTo>
                    <a:pt x="2180663" y="2687225"/>
                  </a:lnTo>
                  <a:lnTo>
                    <a:pt x="2180757" y="2687225"/>
                  </a:lnTo>
                  <a:lnTo>
                    <a:pt x="2180851" y="2687225"/>
                  </a:lnTo>
                  <a:lnTo>
                    <a:pt x="2180945" y="2687225"/>
                  </a:lnTo>
                  <a:lnTo>
                    <a:pt x="2181039" y="2687225"/>
                  </a:lnTo>
                  <a:lnTo>
                    <a:pt x="2181133" y="2687225"/>
                  </a:lnTo>
                  <a:lnTo>
                    <a:pt x="2181227" y="2687225"/>
                  </a:lnTo>
                  <a:lnTo>
                    <a:pt x="2181321" y="2687225"/>
                  </a:lnTo>
                  <a:lnTo>
                    <a:pt x="2181415" y="2687225"/>
                  </a:lnTo>
                  <a:lnTo>
                    <a:pt x="2181509" y="2687225"/>
                  </a:lnTo>
                  <a:lnTo>
                    <a:pt x="2181603" y="2687225"/>
                  </a:lnTo>
                  <a:lnTo>
                    <a:pt x="2181603" y="2681946"/>
                  </a:lnTo>
                  <a:lnTo>
                    <a:pt x="2181697" y="2681946"/>
                  </a:lnTo>
                  <a:lnTo>
                    <a:pt x="2181791" y="2681946"/>
                  </a:lnTo>
                  <a:lnTo>
                    <a:pt x="2181885" y="2681946"/>
                  </a:lnTo>
                  <a:lnTo>
                    <a:pt x="2181979" y="2681946"/>
                  </a:lnTo>
                  <a:lnTo>
                    <a:pt x="2182073" y="2681946"/>
                  </a:lnTo>
                  <a:lnTo>
                    <a:pt x="2182167" y="2681946"/>
                  </a:lnTo>
                  <a:lnTo>
                    <a:pt x="2182261" y="2681946"/>
                  </a:lnTo>
                  <a:lnTo>
                    <a:pt x="2182355" y="2681946"/>
                  </a:lnTo>
                  <a:lnTo>
                    <a:pt x="2182449" y="2681946"/>
                  </a:lnTo>
                  <a:lnTo>
                    <a:pt x="2182543" y="2681946"/>
                  </a:lnTo>
                  <a:lnTo>
                    <a:pt x="2182637" y="2681946"/>
                  </a:lnTo>
                  <a:lnTo>
                    <a:pt x="2182731" y="2681946"/>
                  </a:lnTo>
                  <a:lnTo>
                    <a:pt x="2182825" y="2681946"/>
                  </a:lnTo>
                  <a:lnTo>
                    <a:pt x="2182919" y="2681946"/>
                  </a:lnTo>
                  <a:lnTo>
                    <a:pt x="2183013" y="2681946"/>
                  </a:lnTo>
                  <a:lnTo>
                    <a:pt x="2183107" y="2681946"/>
                  </a:lnTo>
                  <a:lnTo>
                    <a:pt x="2183107" y="2676666"/>
                  </a:lnTo>
                  <a:lnTo>
                    <a:pt x="2183201" y="2676666"/>
                  </a:lnTo>
                  <a:lnTo>
                    <a:pt x="2183296" y="2676666"/>
                  </a:lnTo>
                  <a:lnTo>
                    <a:pt x="2183390" y="2676666"/>
                  </a:lnTo>
                  <a:lnTo>
                    <a:pt x="2183484" y="2676666"/>
                  </a:lnTo>
                  <a:lnTo>
                    <a:pt x="2183578" y="2676666"/>
                  </a:lnTo>
                  <a:lnTo>
                    <a:pt x="2183672" y="2676666"/>
                  </a:lnTo>
                  <a:lnTo>
                    <a:pt x="2183766" y="2676666"/>
                  </a:lnTo>
                  <a:lnTo>
                    <a:pt x="2183860" y="2676666"/>
                  </a:lnTo>
                  <a:lnTo>
                    <a:pt x="2183954" y="2676666"/>
                  </a:lnTo>
                  <a:lnTo>
                    <a:pt x="2184048" y="2676666"/>
                  </a:lnTo>
                  <a:lnTo>
                    <a:pt x="2184142" y="2676666"/>
                  </a:lnTo>
                  <a:lnTo>
                    <a:pt x="2184236" y="2676666"/>
                  </a:lnTo>
                  <a:lnTo>
                    <a:pt x="2184330" y="2676666"/>
                  </a:lnTo>
                  <a:lnTo>
                    <a:pt x="2184424" y="2676666"/>
                  </a:lnTo>
                  <a:lnTo>
                    <a:pt x="2184518" y="2676666"/>
                  </a:lnTo>
                  <a:lnTo>
                    <a:pt x="2184612" y="2676666"/>
                  </a:lnTo>
                  <a:lnTo>
                    <a:pt x="2184706" y="2676666"/>
                  </a:lnTo>
                  <a:lnTo>
                    <a:pt x="2184800" y="2676666"/>
                  </a:lnTo>
                  <a:lnTo>
                    <a:pt x="2184894" y="2676666"/>
                  </a:lnTo>
                  <a:lnTo>
                    <a:pt x="2184988" y="2676666"/>
                  </a:lnTo>
                  <a:lnTo>
                    <a:pt x="2185082" y="2676666"/>
                  </a:lnTo>
                  <a:lnTo>
                    <a:pt x="2185176" y="2676666"/>
                  </a:lnTo>
                  <a:lnTo>
                    <a:pt x="2185270" y="2676666"/>
                  </a:lnTo>
                  <a:lnTo>
                    <a:pt x="2185364" y="2676666"/>
                  </a:lnTo>
                  <a:lnTo>
                    <a:pt x="2185364" y="2671387"/>
                  </a:lnTo>
                  <a:lnTo>
                    <a:pt x="2185458" y="2671387"/>
                  </a:lnTo>
                  <a:lnTo>
                    <a:pt x="2185552" y="2671387"/>
                  </a:lnTo>
                  <a:lnTo>
                    <a:pt x="2185646" y="2671387"/>
                  </a:lnTo>
                  <a:lnTo>
                    <a:pt x="2185740" y="2671387"/>
                  </a:lnTo>
                  <a:lnTo>
                    <a:pt x="2185834" y="2671387"/>
                  </a:lnTo>
                  <a:lnTo>
                    <a:pt x="2185928" y="2671387"/>
                  </a:lnTo>
                  <a:lnTo>
                    <a:pt x="2186022" y="2671387"/>
                  </a:lnTo>
                  <a:lnTo>
                    <a:pt x="2186116" y="2671387"/>
                  </a:lnTo>
                  <a:lnTo>
                    <a:pt x="2186210" y="2671387"/>
                  </a:lnTo>
                  <a:lnTo>
                    <a:pt x="2186304" y="2671387"/>
                  </a:lnTo>
                  <a:lnTo>
                    <a:pt x="2186398" y="2671387"/>
                  </a:lnTo>
                  <a:lnTo>
                    <a:pt x="2186492" y="2671387"/>
                  </a:lnTo>
                  <a:lnTo>
                    <a:pt x="2186586" y="2671387"/>
                  </a:lnTo>
                  <a:lnTo>
                    <a:pt x="2186680" y="2671387"/>
                  </a:lnTo>
                  <a:lnTo>
                    <a:pt x="2186775" y="2671387"/>
                  </a:lnTo>
                  <a:lnTo>
                    <a:pt x="2186869" y="2671387"/>
                  </a:lnTo>
                  <a:lnTo>
                    <a:pt x="2186963" y="2671387"/>
                  </a:lnTo>
                  <a:lnTo>
                    <a:pt x="2187057" y="2671387"/>
                  </a:lnTo>
                  <a:lnTo>
                    <a:pt x="2187151" y="2671387"/>
                  </a:lnTo>
                  <a:lnTo>
                    <a:pt x="2187245" y="2671387"/>
                  </a:lnTo>
                  <a:lnTo>
                    <a:pt x="2187339" y="2671387"/>
                  </a:lnTo>
                  <a:lnTo>
                    <a:pt x="2187433" y="2671387"/>
                  </a:lnTo>
                  <a:lnTo>
                    <a:pt x="2187527" y="2671387"/>
                  </a:lnTo>
                  <a:lnTo>
                    <a:pt x="2187621" y="2671387"/>
                  </a:lnTo>
                  <a:lnTo>
                    <a:pt x="2187715" y="2671387"/>
                  </a:lnTo>
                  <a:lnTo>
                    <a:pt x="2187809" y="2671387"/>
                  </a:lnTo>
                  <a:lnTo>
                    <a:pt x="2187809" y="2666107"/>
                  </a:lnTo>
                  <a:lnTo>
                    <a:pt x="2187903" y="2666107"/>
                  </a:lnTo>
                  <a:lnTo>
                    <a:pt x="2187997" y="2666107"/>
                  </a:lnTo>
                  <a:lnTo>
                    <a:pt x="2188091" y="2666107"/>
                  </a:lnTo>
                  <a:lnTo>
                    <a:pt x="2188185" y="2666107"/>
                  </a:lnTo>
                  <a:lnTo>
                    <a:pt x="2188279" y="2666107"/>
                  </a:lnTo>
                  <a:lnTo>
                    <a:pt x="2188373" y="2666107"/>
                  </a:lnTo>
                  <a:lnTo>
                    <a:pt x="2188373" y="2660828"/>
                  </a:lnTo>
                  <a:lnTo>
                    <a:pt x="2188467" y="2660828"/>
                  </a:lnTo>
                  <a:lnTo>
                    <a:pt x="2188561" y="2660828"/>
                  </a:lnTo>
                  <a:lnTo>
                    <a:pt x="2188655" y="2660828"/>
                  </a:lnTo>
                  <a:lnTo>
                    <a:pt x="2188749" y="2660828"/>
                  </a:lnTo>
                  <a:lnTo>
                    <a:pt x="2188843" y="2660828"/>
                  </a:lnTo>
                  <a:lnTo>
                    <a:pt x="2188937" y="2660828"/>
                  </a:lnTo>
                  <a:lnTo>
                    <a:pt x="2189031" y="2660828"/>
                  </a:lnTo>
                  <a:lnTo>
                    <a:pt x="2189125" y="2660828"/>
                  </a:lnTo>
                  <a:lnTo>
                    <a:pt x="2189219" y="2660828"/>
                  </a:lnTo>
                  <a:lnTo>
                    <a:pt x="2189313" y="2660828"/>
                  </a:lnTo>
                  <a:lnTo>
                    <a:pt x="2189407" y="2660828"/>
                  </a:lnTo>
                  <a:lnTo>
                    <a:pt x="2189501" y="2660828"/>
                  </a:lnTo>
                  <a:lnTo>
                    <a:pt x="2189595" y="2660828"/>
                  </a:lnTo>
                  <a:lnTo>
                    <a:pt x="2189689" y="2660828"/>
                  </a:lnTo>
                  <a:lnTo>
                    <a:pt x="2189783" y="2660828"/>
                  </a:lnTo>
                  <a:lnTo>
                    <a:pt x="2189877" y="2660828"/>
                  </a:lnTo>
                  <a:lnTo>
                    <a:pt x="2189971" y="2660828"/>
                  </a:lnTo>
                  <a:lnTo>
                    <a:pt x="2190065" y="2660828"/>
                  </a:lnTo>
                  <a:lnTo>
                    <a:pt x="2190159" y="2660828"/>
                  </a:lnTo>
                  <a:lnTo>
                    <a:pt x="2190253" y="2660828"/>
                  </a:lnTo>
                  <a:lnTo>
                    <a:pt x="2190348" y="2660828"/>
                  </a:lnTo>
                  <a:lnTo>
                    <a:pt x="2190442" y="2660828"/>
                  </a:lnTo>
                  <a:lnTo>
                    <a:pt x="2190536" y="2660828"/>
                  </a:lnTo>
                  <a:lnTo>
                    <a:pt x="2190630" y="2660828"/>
                  </a:lnTo>
                  <a:lnTo>
                    <a:pt x="2190724" y="2660828"/>
                  </a:lnTo>
                  <a:lnTo>
                    <a:pt x="2190818" y="2660828"/>
                  </a:lnTo>
                  <a:lnTo>
                    <a:pt x="2190912" y="2660828"/>
                  </a:lnTo>
                  <a:lnTo>
                    <a:pt x="2191006" y="2660828"/>
                  </a:lnTo>
                  <a:lnTo>
                    <a:pt x="2191100" y="2660828"/>
                  </a:lnTo>
                  <a:lnTo>
                    <a:pt x="2191194" y="2660828"/>
                  </a:lnTo>
                  <a:lnTo>
                    <a:pt x="2191288" y="2660828"/>
                  </a:lnTo>
                  <a:lnTo>
                    <a:pt x="2191382" y="2660828"/>
                  </a:lnTo>
                  <a:lnTo>
                    <a:pt x="2191476" y="2660828"/>
                  </a:lnTo>
                  <a:lnTo>
                    <a:pt x="2191570" y="2660828"/>
                  </a:lnTo>
                  <a:lnTo>
                    <a:pt x="2191664" y="2660828"/>
                  </a:lnTo>
                  <a:lnTo>
                    <a:pt x="2191758" y="2660828"/>
                  </a:lnTo>
                  <a:lnTo>
                    <a:pt x="2191852" y="2660828"/>
                  </a:lnTo>
                  <a:lnTo>
                    <a:pt x="2191946" y="2660828"/>
                  </a:lnTo>
                  <a:lnTo>
                    <a:pt x="2192040" y="2660828"/>
                  </a:lnTo>
                  <a:lnTo>
                    <a:pt x="2192134" y="2660828"/>
                  </a:lnTo>
                  <a:lnTo>
                    <a:pt x="2192228" y="2660828"/>
                  </a:lnTo>
                  <a:lnTo>
                    <a:pt x="2192322" y="2660828"/>
                  </a:lnTo>
                  <a:lnTo>
                    <a:pt x="2192416" y="2660828"/>
                  </a:lnTo>
                  <a:lnTo>
                    <a:pt x="2192510" y="2660828"/>
                  </a:lnTo>
                  <a:lnTo>
                    <a:pt x="2192604" y="2660828"/>
                  </a:lnTo>
                  <a:lnTo>
                    <a:pt x="2192698" y="2660828"/>
                  </a:lnTo>
                  <a:lnTo>
                    <a:pt x="2192698" y="2655548"/>
                  </a:lnTo>
                  <a:lnTo>
                    <a:pt x="2192792" y="2655548"/>
                  </a:lnTo>
                  <a:lnTo>
                    <a:pt x="2192886" y="2655548"/>
                  </a:lnTo>
                  <a:lnTo>
                    <a:pt x="2192980" y="2655548"/>
                  </a:lnTo>
                  <a:lnTo>
                    <a:pt x="2193074" y="2655548"/>
                  </a:lnTo>
                  <a:lnTo>
                    <a:pt x="2193168" y="2655548"/>
                  </a:lnTo>
                  <a:lnTo>
                    <a:pt x="2193262" y="2655548"/>
                  </a:lnTo>
                  <a:lnTo>
                    <a:pt x="2193356" y="2655548"/>
                  </a:lnTo>
                  <a:lnTo>
                    <a:pt x="2193450" y="2655548"/>
                  </a:lnTo>
                  <a:lnTo>
                    <a:pt x="2193544" y="2655548"/>
                  </a:lnTo>
                  <a:lnTo>
                    <a:pt x="2193638" y="2655548"/>
                  </a:lnTo>
                  <a:lnTo>
                    <a:pt x="2193732" y="2655548"/>
                  </a:lnTo>
                  <a:lnTo>
                    <a:pt x="2193826" y="2655548"/>
                  </a:lnTo>
                  <a:lnTo>
                    <a:pt x="2193921" y="2655548"/>
                  </a:lnTo>
                  <a:lnTo>
                    <a:pt x="2194015" y="2655548"/>
                  </a:lnTo>
                  <a:lnTo>
                    <a:pt x="2194109" y="2655548"/>
                  </a:lnTo>
                  <a:lnTo>
                    <a:pt x="2194203" y="2655548"/>
                  </a:lnTo>
                  <a:lnTo>
                    <a:pt x="2194297" y="2655548"/>
                  </a:lnTo>
                  <a:lnTo>
                    <a:pt x="2194391" y="2655548"/>
                  </a:lnTo>
                  <a:lnTo>
                    <a:pt x="2194485" y="2655548"/>
                  </a:lnTo>
                  <a:lnTo>
                    <a:pt x="2194579" y="2655548"/>
                  </a:lnTo>
                  <a:lnTo>
                    <a:pt x="2194673" y="2655548"/>
                  </a:lnTo>
                  <a:lnTo>
                    <a:pt x="2194767" y="2655548"/>
                  </a:lnTo>
                  <a:lnTo>
                    <a:pt x="2194861" y="2655548"/>
                  </a:lnTo>
                  <a:lnTo>
                    <a:pt x="2194955" y="2655548"/>
                  </a:lnTo>
                  <a:lnTo>
                    <a:pt x="2195049" y="2655548"/>
                  </a:lnTo>
                  <a:lnTo>
                    <a:pt x="2195143" y="2655548"/>
                  </a:lnTo>
                  <a:lnTo>
                    <a:pt x="2195237" y="2655548"/>
                  </a:lnTo>
                  <a:lnTo>
                    <a:pt x="2195331" y="2655548"/>
                  </a:lnTo>
                  <a:lnTo>
                    <a:pt x="2195425" y="2655548"/>
                  </a:lnTo>
                  <a:lnTo>
                    <a:pt x="2195519" y="2655548"/>
                  </a:lnTo>
                  <a:lnTo>
                    <a:pt x="2195613" y="2655548"/>
                  </a:lnTo>
                  <a:lnTo>
                    <a:pt x="2195707" y="2655548"/>
                  </a:lnTo>
                  <a:lnTo>
                    <a:pt x="2195801" y="2655548"/>
                  </a:lnTo>
                  <a:lnTo>
                    <a:pt x="2195895" y="2655548"/>
                  </a:lnTo>
                  <a:lnTo>
                    <a:pt x="2195989" y="2655548"/>
                  </a:lnTo>
                  <a:lnTo>
                    <a:pt x="2196083" y="2655548"/>
                  </a:lnTo>
                  <a:lnTo>
                    <a:pt x="2196177" y="2655548"/>
                  </a:lnTo>
                  <a:lnTo>
                    <a:pt x="2196271" y="2655548"/>
                  </a:lnTo>
                  <a:lnTo>
                    <a:pt x="2196365" y="2655548"/>
                  </a:lnTo>
                  <a:lnTo>
                    <a:pt x="2196459" y="2655548"/>
                  </a:lnTo>
                  <a:lnTo>
                    <a:pt x="2196553" y="2655548"/>
                  </a:lnTo>
                  <a:lnTo>
                    <a:pt x="2196553" y="2650269"/>
                  </a:lnTo>
                  <a:lnTo>
                    <a:pt x="2196647" y="2650269"/>
                  </a:lnTo>
                  <a:lnTo>
                    <a:pt x="2196741" y="2650269"/>
                  </a:lnTo>
                  <a:lnTo>
                    <a:pt x="2196835" y="2650269"/>
                  </a:lnTo>
                  <a:lnTo>
                    <a:pt x="2196929" y="2650269"/>
                  </a:lnTo>
                  <a:lnTo>
                    <a:pt x="2197023" y="2650269"/>
                  </a:lnTo>
                  <a:lnTo>
                    <a:pt x="2197117" y="2650269"/>
                  </a:lnTo>
                  <a:lnTo>
                    <a:pt x="2197211" y="2650269"/>
                  </a:lnTo>
                  <a:lnTo>
                    <a:pt x="2197305" y="2650269"/>
                  </a:lnTo>
                  <a:lnTo>
                    <a:pt x="2197400" y="2650269"/>
                  </a:lnTo>
                  <a:lnTo>
                    <a:pt x="2197494" y="2650269"/>
                  </a:lnTo>
                  <a:lnTo>
                    <a:pt x="2197588" y="2650269"/>
                  </a:lnTo>
                  <a:lnTo>
                    <a:pt x="2197682" y="2650269"/>
                  </a:lnTo>
                  <a:lnTo>
                    <a:pt x="2197776" y="2650269"/>
                  </a:lnTo>
                  <a:lnTo>
                    <a:pt x="2197870" y="2650269"/>
                  </a:lnTo>
                  <a:lnTo>
                    <a:pt x="2197964" y="2650269"/>
                  </a:lnTo>
                  <a:lnTo>
                    <a:pt x="2198058" y="2650269"/>
                  </a:lnTo>
                  <a:lnTo>
                    <a:pt x="2198152" y="2650269"/>
                  </a:lnTo>
                  <a:lnTo>
                    <a:pt x="2198246" y="2650269"/>
                  </a:lnTo>
                  <a:lnTo>
                    <a:pt x="2198340" y="2650269"/>
                  </a:lnTo>
                  <a:lnTo>
                    <a:pt x="2198434" y="2650269"/>
                  </a:lnTo>
                  <a:lnTo>
                    <a:pt x="2198528" y="2650269"/>
                  </a:lnTo>
                  <a:lnTo>
                    <a:pt x="2198622" y="2650269"/>
                  </a:lnTo>
                  <a:lnTo>
                    <a:pt x="2198716" y="2650269"/>
                  </a:lnTo>
                  <a:lnTo>
                    <a:pt x="2198810" y="2650269"/>
                  </a:lnTo>
                  <a:lnTo>
                    <a:pt x="2198904" y="2650269"/>
                  </a:lnTo>
                  <a:lnTo>
                    <a:pt x="2198998" y="2650269"/>
                  </a:lnTo>
                  <a:lnTo>
                    <a:pt x="2199092" y="2650269"/>
                  </a:lnTo>
                  <a:lnTo>
                    <a:pt x="2199186" y="2650269"/>
                  </a:lnTo>
                  <a:lnTo>
                    <a:pt x="2199280" y="2650269"/>
                  </a:lnTo>
                  <a:lnTo>
                    <a:pt x="2199374" y="2650269"/>
                  </a:lnTo>
                  <a:lnTo>
                    <a:pt x="2199374" y="2644990"/>
                  </a:lnTo>
                  <a:lnTo>
                    <a:pt x="2199468" y="2644990"/>
                  </a:lnTo>
                  <a:lnTo>
                    <a:pt x="2199562" y="2644990"/>
                  </a:lnTo>
                  <a:lnTo>
                    <a:pt x="2199656" y="2644990"/>
                  </a:lnTo>
                  <a:lnTo>
                    <a:pt x="2199750" y="2644990"/>
                  </a:lnTo>
                  <a:lnTo>
                    <a:pt x="2199844" y="2644990"/>
                  </a:lnTo>
                  <a:lnTo>
                    <a:pt x="2199938" y="2644990"/>
                  </a:lnTo>
                  <a:lnTo>
                    <a:pt x="2200032" y="2644990"/>
                  </a:lnTo>
                  <a:lnTo>
                    <a:pt x="2200126" y="2644990"/>
                  </a:lnTo>
                  <a:lnTo>
                    <a:pt x="2200220" y="2644990"/>
                  </a:lnTo>
                  <a:lnTo>
                    <a:pt x="2200314" y="2644990"/>
                  </a:lnTo>
                  <a:lnTo>
                    <a:pt x="2200408" y="2644990"/>
                  </a:lnTo>
                  <a:lnTo>
                    <a:pt x="2200502" y="2644990"/>
                  </a:lnTo>
                  <a:lnTo>
                    <a:pt x="2200596" y="2644990"/>
                  </a:lnTo>
                  <a:lnTo>
                    <a:pt x="2200596" y="2639710"/>
                  </a:lnTo>
                  <a:lnTo>
                    <a:pt x="2200690" y="2639710"/>
                  </a:lnTo>
                  <a:lnTo>
                    <a:pt x="2200784" y="2639710"/>
                  </a:lnTo>
                  <a:lnTo>
                    <a:pt x="2200878" y="2639710"/>
                  </a:lnTo>
                  <a:lnTo>
                    <a:pt x="2200973" y="2639710"/>
                  </a:lnTo>
                  <a:lnTo>
                    <a:pt x="2201067" y="2639710"/>
                  </a:lnTo>
                  <a:lnTo>
                    <a:pt x="2201161" y="2639710"/>
                  </a:lnTo>
                  <a:lnTo>
                    <a:pt x="2201255" y="2639710"/>
                  </a:lnTo>
                  <a:lnTo>
                    <a:pt x="2201349" y="2639710"/>
                  </a:lnTo>
                  <a:lnTo>
                    <a:pt x="2201443" y="2639710"/>
                  </a:lnTo>
                  <a:lnTo>
                    <a:pt x="2201537" y="2639710"/>
                  </a:lnTo>
                  <a:lnTo>
                    <a:pt x="2201631" y="2639710"/>
                  </a:lnTo>
                  <a:lnTo>
                    <a:pt x="2201725" y="2639710"/>
                  </a:lnTo>
                  <a:lnTo>
                    <a:pt x="2201819" y="2639710"/>
                  </a:lnTo>
                  <a:lnTo>
                    <a:pt x="2201913" y="2639710"/>
                  </a:lnTo>
                  <a:lnTo>
                    <a:pt x="2202007" y="2639710"/>
                  </a:lnTo>
                  <a:lnTo>
                    <a:pt x="2202101" y="2639710"/>
                  </a:lnTo>
                  <a:lnTo>
                    <a:pt x="2202195" y="2639710"/>
                  </a:lnTo>
                  <a:lnTo>
                    <a:pt x="2202289" y="2639710"/>
                  </a:lnTo>
                  <a:lnTo>
                    <a:pt x="2202383" y="2639710"/>
                  </a:lnTo>
                  <a:lnTo>
                    <a:pt x="2202477" y="2639710"/>
                  </a:lnTo>
                  <a:lnTo>
                    <a:pt x="2202571" y="2639710"/>
                  </a:lnTo>
                  <a:lnTo>
                    <a:pt x="2202665" y="2639710"/>
                  </a:lnTo>
                  <a:lnTo>
                    <a:pt x="2202759" y="2639710"/>
                  </a:lnTo>
                  <a:lnTo>
                    <a:pt x="2202853" y="2639710"/>
                  </a:lnTo>
                  <a:lnTo>
                    <a:pt x="2202947" y="2639710"/>
                  </a:lnTo>
                  <a:lnTo>
                    <a:pt x="2203041" y="2639710"/>
                  </a:lnTo>
                  <a:lnTo>
                    <a:pt x="2203135" y="2639710"/>
                  </a:lnTo>
                  <a:lnTo>
                    <a:pt x="2203229" y="2639710"/>
                  </a:lnTo>
                  <a:lnTo>
                    <a:pt x="2203323" y="2639710"/>
                  </a:lnTo>
                  <a:lnTo>
                    <a:pt x="2203417" y="2639710"/>
                  </a:lnTo>
                  <a:lnTo>
                    <a:pt x="2203511" y="2639710"/>
                  </a:lnTo>
                  <a:lnTo>
                    <a:pt x="2203605" y="2639710"/>
                  </a:lnTo>
                  <a:lnTo>
                    <a:pt x="2203699" y="2639710"/>
                  </a:lnTo>
                  <a:lnTo>
                    <a:pt x="2203793" y="2639710"/>
                  </a:lnTo>
                  <a:lnTo>
                    <a:pt x="2203887" y="2639710"/>
                  </a:lnTo>
                  <a:lnTo>
                    <a:pt x="2203981" y="2639710"/>
                  </a:lnTo>
                  <a:lnTo>
                    <a:pt x="2204075" y="2639710"/>
                  </a:lnTo>
                  <a:lnTo>
                    <a:pt x="2204169" y="2639710"/>
                  </a:lnTo>
                  <a:lnTo>
                    <a:pt x="2204263" y="2639710"/>
                  </a:lnTo>
                  <a:lnTo>
                    <a:pt x="2204357" y="2639710"/>
                  </a:lnTo>
                  <a:lnTo>
                    <a:pt x="2204357" y="2634431"/>
                  </a:lnTo>
                  <a:lnTo>
                    <a:pt x="2204451" y="2634431"/>
                  </a:lnTo>
                  <a:lnTo>
                    <a:pt x="2204546" y="2634431"/>
                  </a:lnTo>
                  <a:lnTo>
                    <a:pt x="2204640" y="2634431"/>
                  </a:lnTo>
                  <a:lnTo>
                    <a:pt x="2204734" y="2634431"/>
                  </a:lnTo>
                  <a:lnTo>
                    <a:pt x="2204828" y="2634431"/>
                  </a:lnTo>
                  <a:lnTo>
                    <a:pt x="2204922" y="2634431"/>
                  </a:lnTo>
                  <a:lnTo>
                    <a:pt x="2205016" y="2634431"/>
                  </a:lnTo>
                  <a:lnTo>
                    <a:pt x="2205110" y="2634431"/>
                  </a:lnTo>
                  <a:lnTo>
                    <a:pt x="2205204" y="2634431"/>
                  </a:lnTo>
                  <a:lnTo>
                    <a:pt x="2205298" y="2634431"/>
                  </a:lnTo>
                  <a:lnTo>
                    <a:pt x="2205392" y="2634431"/>
                  </a:lnTo>
                  <a:lnTo>
                    <a:pt x="2205486" y="2634431"/>
                  </a:lnTo>
                  <a:lnTo>
                    <a:pt x="2205580" y="2634431"/>
                  </a:lnTo>
                  <a:lnTo>
                    <a:pt x="2205674" y="2634431"/>
                  </a:lnTo>
                  <a:lnTo>
                    <a:pt x="2205768" y="2634431"/>
                  </a:lnTo>
                  <a:lnTo>
                    <a:pt x="2205862" y="2634431"/>
                  </a:lnTo>
                  <a:lnTo>
                    <a:pt x="2205956" y="2634431"/>
                  </a:lnTo>
                  <a:lnTo>
                    <a:pt x="2206050" y="2634431"/>
                  </a:lnTo>
                  <a:lnTo>
                    <a:pt x="2206144" y="2634431"/>
                  </a:lnTo>
                  <a:lnTo>
                    <a:pt x="2206238" y="2634431"/>
                  </a:lnTo>
                  <a:lnTo>
                    <a:pt x="2206332" y="2634431"/>
                  </a:lnTo>
                  <a:lnTo>
                    <a:pt x="2206426" y="2634431"/>
                  </a:lnTo>
                  <a:lnTo>
                    <a:pt x="2206520" y="2634431"/>
                  </a:lnTo>
                  <a:lnTo>
                    <a:pt x="2206614" y="2634431"/>
                  </a:lnTo>
                  <a:lnTo>
                    <a:pt x="2206708" y="2634431"/>
                  </a:lnTo>
                  <a:lnTo>
                    <a:pt x="2206802" y="2634431"/>
                  </a:lnTo>
                  <a:lnTo>
                    <a:pt x="2206896" y="2634431"/>
                  </a:lnTo>
                  <a:lnTo>
                    <a:pt x="2206990" y="2634431"/>
                  </a:lnTo>
                  <a:lnTo>
                    <a:pt x="2207084" y="2634431"/>
                  </a:lnTo>
                  <a:lnTo>
                    <a:pt x="2207178" y="2634431"/>
                  </a:lnTo>
                  <a:lnTo>
                    <a:pt x="2207272" y="2634431"/>
                  </a:lnTo>
                  <a:lnTo>
                    <a:pt x="2207366" y="2634431"/>
                  </a:lnTo>
                  <a:lnTo>
                    <a:pt x="2207460" y="2634431"/>
                  </a:lnTo>
                  <a:lnTo>
                    <a:pt x="2207554" y="2634431"/>
                  </a:lnTo>
                  <a:lnTo>
                    <a:pt x="2207648" y="2634431"/>
                  </a:lnTo>
                  <a:lnTo>
                    <a:pt x="2207742" y="2634431"/>
                  </a:lnTo>
                  <a:lnTo>
                    <a:pt x="2207836" y="2634431"/>
                  </a:lnTo>
                  <a:lnTo>
                    <a:pt x="2207930" y="2634431"/>
                  </a:lnTo>
                  <a:lnTo>
                    <a:pt x="2208025" y="2634431"/>
                  </a:lnTo>
                  <a:lnTo>
                    <a:pt x="2208119" y="2634431"/>
                  </a:lnTo>
                  <a:lnTo>
                    <a:pt x="2208213" y="2634431"/>
                  </a:lnTo>
                  <a:lnTo>
                    <a:pt x="2208307" y="2634431"/>
                  </a:lnTo>
                  <a:lnTo>
                    <a:pt x="2208401" y="2634431"/>
                  </a:lnTo>
                  <a:lnTo>
                    <a:pt x="2208495" y="2634431"/>
                  </a:lnTo>
                  <a:lnTo>
                    <a:pt x="2208589" y="2634431"/>
                  </a:lnTo>
                  <a:lnTo>
                    <a:pt x="2208683" y="2634431"/>
                  </a:lnTo>
                  <a:lnTo>
                    <a:pt x="2208777" y="2634431"/>
                  </a:lnTo>
                  <a:lnTo>
                    <a:pt x="2208871" y="2634431"/>
                  </a:lnTo>
                  <a:lnTo>
                    <a:pt x="2208965" y="2634431"/>
                  </a:lnTo>
                  <a:lnTo>
                    <a:pt x="2209059" y="2634431"/>
                  </a:lnTo>
                  <a:lnTo>
                    <a:pt x="2209153" y="2634431"/>
                  </a:lnTo>
                  <a:lnTo>
                    <a:pt x="2209247" y="2634431"/>
                  </a:lnTo>
                  <a:lnTo>
                    <a:pt x="2209247" y="2629151"/>
                  </a:lnTo>
                  <a:lnTo>
                    <a:pt x="2209341" y="2629151"/>
                  </a:lnTo>
                  <a:lnTo>
                    <a:pt x="2209435" y="2629151"/>
                  </a:lnTo>
                  <a:lnTo>
                    <a:pt x="2209529" y="2629151"/>
                  </a:lnTo>
                  <a:lnTo>
                    <a:pt x="2209623" y="2629151"/>
                  </a:lnTo>
                  <a:lnTo>
                    <a:pt x="2209717" y="2629151"/>
                  </a:lnTo>
                  <a:lnTo>
                    <a:pt x="2209811" y="2629151"/>
                  </a:lnTo>
                  <a:lnTo>
                    <a:pt x="2209905" y="2629151"/>
                  </a:lnTo>
                  <a:lnTo>
                    <a:pt x="2209999" y="2629151"/>
                  </a:lnTo>
                  <a:lnTo>
                    <a:pt x="2210093" y="2629151"/>
                  </a:lnTo>
                  <a:lnTo>
                    <a:pt x="2210093" y="2623872"/>
                  </a:lnTo>
                  <a:lnTo>
                    <a:pt x="2210187" y="2623872"/>
                  </a:lnTo>
                  <a:lnTo>
                    <a:pt x="2210281" y="2623872"/>
                  </a:lnTo>
                  <a:lnTo>
                    <a:pt x="2210375" y="2623872"/>
                  </a:lnTo>
                  <a:lnTo>
                    <a:pt x="2210375" y="2618592"/>
                  </a:lnTo>
                  <a:lnTo>
                    <a:pt x="2210469" y="2618592"/>
                  </a:lnTo>
                  <a:lnTo>
                    <a:pt x="2210563" y="2618592"/>
                  </a:lnTo>
                  <a:lnTo>
                    <a:pt x="2210657" y="2618592"/>
                  </a:lnTo>
                  <a:lnTo>
                    <a:pt x="2210751" y="2618592"/>
                  </a:lnTo>
                  <a:lnTo>
                    <a:pt x="2210751" y="2613313"/>
                  </a:lnTo>
                  <a:lnTo>
                    <a:pt x="2210845" y="2613313"/>
                  </a:lnTo>
                  <a:lnTo>
                    <a:pt x="2210939" y="2613313"/>
                  </a:lnTo>
                  <a:lnTo>
                    <a:pt x="2211033" y="2613313"/>
                  </a:lnTo>
                  <a:lnTo>
                    <a:pt x="2211127" y="2613313"/>
                  </a:lnTo>
                  <a:lnTo>
                    <a:pt x="2211221" y="2613313"/>
                  </a:lnTo>
                  <a:lnTo>
                    <a:pt x="2211315" y="2613313"/>
                  </a:lnTo>
                  <a:lnTo>
                    <a:pt x="2211409" y="2613313"/>
                  </a:lnTo>
                  <a:lnTo>
                    <a:pt x="2211503" y="2613313"/>
                  </a:lnTo>
                  <a:lnTo>
                    <a:pt x="2211598" y="2613313"/>
                  </a:lnTo>
                  <a:lnTo>
                    <a:pt x="2211692" y="2613313"/>
                  </a:lnTo>
                  <a:lnTo>
                    <a:pt x="2211786" y="2613313"/>
                  </a:lnTo>
                  <a:lnTo>
                    <a:pt x="2211880" y="2613313"/>
                  </a:lnTo>
                  <a:lnTo>
                    <a:pt x="2211974" y="2613313"/>
                  </a:lnTo>
                  <a:lnTo>
                    <a:pt x="2212068" y="2613313"/>
                  </a:lnTo>
                  <a:lnTo>
                    <a:pt x="2212162" y="2613313"/>
                  </a:lnTo>
                  <a:lnTo>
                    <a:pt x="2212256" y="2613313"/>
                  </a:lnTo>
                  <a:lnTo>
                    <a:pt x="2212350" y="2613313"/>
                  </a:lnTo>
                  <a:lnTo>
                    <a:pt x="2212444" y="2613313"/>
                  </a:lnTo>
                  <a:lnTo>
                    <a:pt x="2212538" y="2613313"/>
                  </a:lnTo>
                  <a:lnTo>
                    <a:pt x="2212632" y="2613313"/>
                  </a:lnTo>
                  <a:lnTo>
                    <a:pt x="2212726" y="2613313"/>
                  </a:lnTo>
                  <a:lnTo>
                    <a:pt x="2212820" y="2613313"/>
                  </a:lnTo>
                  <a:lnTo>
                    <a:pt x="2212914" y="2613313"/>
                  </a:lnTo>
                  <a:lnTo>
                    <a:pt x="2213008" y="2613313"/>
                  </a:lnTo>
                  <a:lnTo>
                    <a:pt x="2213102" y="2613313"/>
                  </a:lnTo>
                  <a:lnTo>
                    <a:pt x="2213102" y="2608034"/>
                  </a:lnTo>
                  <a:lnTo>
                    <a:pt x="2213196" y="2608034"/>
                  </a:lnTo>
                  <a:lnTo>
                    <a:pt x="2213290" y="2608034"/>
                  </a:lnTo>
                  <a:lnTo>
                    <a:pt x="2213384" y="2608034"/>
                  </a:lnTo>
                  <a:lnTo>
                    <a:pt x="2213478" y="2608034"/>
                  </a:lnTo>
                  <a:lnTo>
                    <a:pt x="2213478" y="2602754"/>
                  </a:lnTo>
                  <a:lnTo>
                    <a:pt x="2213572" y="2602754"/>
                  </a:lnTo>
                  <a:lnTo>
                    <a:pt x="2213666" y="2602754"/>
                  </a:lnTo>
                  <a:lnTo>
                    <a:pt x="2213760" y="2602754"/>
                  </a:lnTo>
                  <a:lnTo>
                    <a:pt x="2213854" y="2602754"/>
                  </a:lnTo>
                  <a:lnTo>
                    <a:pt x="2213854" y="2597475"/>
                  </a:lnTo>
                  <a:lnTo>
                    <a:pt x="2213948" y="2597475"/>
                  </a:lnTo>
                  <a:lnTo>
                    <a:pt x="2214042" y="2597475"/>
                  </a:lnTo>
                  <a:lnTo>
                    <a:pt x="2214136" y="2597475"/>
                  </a:lnTo>
                  <a:lnTo>
                    <a:pt x="2214230" y="2597475"/>
                  </a:lnTo>
                  <a:lnTo>
                    <a:pt x="2214324" y="2597475"/>
                  </a:lnTo>
                  <a:lnTo>
                    <a:pt x="2214418" y="2597475"/>
                  </a:lnTo>
                  <a:lnTo>
                    <a:pt x="2214512" y="2597475"/>
                  </a:lnTo>
                  <a:lnTo>
                    <a:pt x="2214606" y="2597475"/>
                  </a:lnTo>
                  <a:lnTo>
                    <a:pt x="2214700" y="2597475"/>
                  </a:lnTo>
                  <a:lnTo>
                    <a:pt x="2214794" y="2597475"/>
                  </a:lnTo>
                  <a:lnTo>
                    <a:pt x="2214888" y="2597475"/>
                  </a:lnTo>
                  <a:lnTo>
                    <a:pt x="2214982" y="2597475"/>
                  </a:lnTo>
                  <a:lnTo>
                    <a:pt x="2215076" y="2597475"/>
                  </a:lnTo>
                  <a:lnTo>
                    <a:pt x="2215171" y="2597475"/>
                  </a:lnTo>
                  <a:lnTo>
                    <a:pt x="2215265" y="2597475"/>
                  </a:lnTo>
                  <a:lnTo>
                    <a:pt x="2215359" y="2597475"/>
                  </a:lnTo>
                  <a:lnTo>
                    <a:pt x="2215453" y="2597475"/>
                  </a:lnTo>
                  <a:lnTo>
                    <a:pt x="2215547" y="2597475"/>
                  </a:lnTo>
                  <a:lnTo>
                    <a:pt x="2215641" y="2597475"/>
                  </a:lnTo>
                  <a:lnTo>
                    <a:pt x="2215735" y="2597475"/>
                  </a:lnTo>
                  <a:lnTo>
                    <a:pt x="2215829" y="2597475"/>
                  </a:lnTo>
                  <a:lnTo>
                    <a:pt x="2215923" y="2597475"/>
                  </a:lnTo>
                  <a:lnTo>
                    <a:pt x="2216017" y="2597475"/>
                  </a:lnTo>
                  <a:lnTo>
                    <a:pt x="2216111" y="2597475"/>
                  </a:lnTo>
                  <a:lnTo>
                    <a:pt x="2216205" y="2597475"/>
                  </a:lnTo>
                  <a:lnTo>
                    <a:pt x="2216299" y="2597475"/>
                  </a:lnTo>
                  <a:lnTo>
                    <a:pt x="2216393" y="2597475"/>
                  </a:lnTo>
                  <a:lnTo>
                    <a:pt x="2216487" y="2597475"/>
                  </a:lnTo>
                  <a:lnTo>
                    <a:pt x="2216581" y="2597475"/>
                  </a:lnTo>
                  <a:lnTo>
                    <a:pt x="2216675" y="2597475"/>
                  </a:lnTo>
                  <a:lnTo>
                    <a:pt x="2216769" y="2597475"/>
                  </a:lnTo>
                  <a:lnTo>
                    <a:pt x="2216863" y="2597475"/>
                  </a:lnTo>
                  <a:lnTo>
                    <a:pt x="2216957" y="2597475"/>
                  </a:lnTo>
                  <a:lnTo>
                    <a:pt x="2217051" y="2597475"/>
                  </a:lnTo>
                  <a:lnTo>
                    <a:pt x="2217145" y="2597475"/>
                  </a:lnTo>
                  <a:lnTo>
                    <a:pt x="2217239" y="2597475"/>
                  </a:lnTo>
                  <a:lnTo>
                    <a:pt x="2217333" y="2597475"/>
                  </a:lnTo>
                  <a:lnTo>
                    <a:pt x="2217427" y="2597475"/>
                  </a:lnTo>
                  <a:lnTo>
                    <a:pt x="2217521" y="2597475"/>
                  </a:lnTo>
                  <a:lnTo>
                    <a:pt x="2217615" y="2597475"/>
                  </a:lnTo>
                  <a:lnTo>
                    <a:pt x="2217709" y="2597475"/>
                  </a:lnTo>
                  <a:lnTo>
                    <a:pt x="2217803" y="2597475"/>
                  </a:lnTo>
                  <a:lnTo>
                    <a:pt x="2217897" y="2597475"/>
                  </a:lnTo>
                  <a:lnTo>
                    <a:pt x="2217991" y="2597475"/>
                  </a:lnTo>
                  <a:lnTo>
                    <a:pt x="2218085" y="2597475"/>
                  </a:lnTo>
                  <a:lnTo>
                    <a:pt x="2218179" y="2597475"/>
                  </a:lnTo>
                  <a:lnTo>
                    <a:pt x="2218273" y="2597475"/>
                  </a:lnTo>
                  <a:lnTo>
                    <a:pt x="2218367" y="2597475"/>
                  </a:lnTo>
                  <a:lnTo>
                    <a:pt x="2218461" y="2597475"/>
                  </a:lnTo>
                  <a:lnTo>
                    <a:pt x="2218555" y="2597475"/>
                  </a:lnTo>
                  <a:lnTo>
                    <a:pt x="2218650" y="2597475"/>
                  </a:lnTo>
                  <a:lnTo>
                    <a:pt x="2218744" y="2597475"/>
                  </a:lnTo>
                  <a:lnTo>
                    <a:pt x="2218838" y="2597475"/>
                  </a:lnTo>
                  <a:lnTo>
                    <a:pt x="2218932" y="2597475"/>
                  </a:lnTo>
                  <a:lnTo>
                    <a:pt x="2219026" y="2597475"/>
                  </a:lnTo>
                  <a:lnTo>
                    <a:pt x="2219120" y="2597475"/>
                  </a:lnTo>
                  <a:lnTo>
                    <a:pt x="2219214" y="2597475"/>
                  </a:lnTo>
                  <a:lnTo>
                    <a:pt x="2219308" y="2597475"/>
                  </a:lnTo>
                  <a:lnTo>
                    <a:pt x="2219402" y="2597475"/>
                  </a:lnTo>
                  <a:lnTo>
                    <a:pt x="2219496" y="2597475"/>
                  </a:lnTo>
                  <a:lnTo>
                    <a:pt x="2219590" y="2597475"/>
                  </a:lnTo>
                  <a:lnTo>
                    <a:pt x="2219684" y="2597475"/>
                  </a:lnTo>
                  <a:lnTo>
                    <a:pt x="2219778" y="2597475"/>
                  </a:lnTo>
                  <a:lnTo>
                    <a:pt x="2219872" y="2597475"/>
                  </a:lnTo>
                  <a:lnTo>
                    <a:pt x="2219966" y="2597475"/>
                  </a:lnTo>
                  <a:lnTo>
                    <a:pt x="2220060" y="2597475"/>
                  </a:lnTo>
                  <a:lnTo>
                    <a:pt x="2220154" y="2597475"/>
                  </a:lnTo>
                  <a:lnTo>
                    <a:pt x="2220248" y="2597475"/>
                  </a:lnTo>
                  <a:lnTo>
                    <a:pt x="2220342" y="2597475"/>
                  </a:lnTo>
                  <a:lnTo>
                    <a:pt x="2220436" y="2597475"/>
                  </a:lnTo>
                  <a:lnTo>
                    <a:pt x="2220530" y="2597475"/>
                  </a:lnTo>
                  <a:lnTo>
                    <a:pt x="2220624" y="2597475"/>
                  </a:lnTo>
                  <a:lnTo>
                    <a:pt x="2220718" y="2597475"/>
                  </a:lnTo>
                  <a:lnTo>
                    <a:pt x="2220812" y="2597475"/>
                  </a:lnTo>
                  <a:lnTo>
                    <a:pt x="2220906" y="2597475"/>
                  </a:lnTo>
                  <a:lnTo>
                    <a:pt x="2221000" y="2597475"/>
                  </a:lnTo>
                  <a:lnTo>
                    <a:pt x="2221094" y="2597475"/>
                  </a:lnTo>
                  <a:lnTo>
                    <a:pt x="2221188" y="2597475"/>
                  </a:lnTo>
                  <a:lnTo>
                    <a:pt x="2221282" y="2597475"/>
                  </a:lnTo>
                  <a:lnTo>
                    <a:pt x="2221376" y="2597475"/>
                  </a:lnTo>
                  <a:lnTo>
                    <a:pt x="2221470" y="2597475"/>
                  </a:lnTo>
                  <a:lnTo>
                    <a:pt x="2221564" y="2597475"/>
                  </a:lnTo>
                  <a:lnTo>
                    <a:pt x="2221658" y="2597475"/>
                  </a:lnTo>
                  <a:lnTo>
                    <a:pt x="2221752" y="2597475"/>
                  </a:lnTo>
                  <a:lnTo>
                    <a:pt x="2221846" y="2597475"/>
                  </a:lnTo>
                  <a:lnTo>
                    <a:pt x="2221940" y="2597475"/>
                  </a:lnTo>
                  <a:lnTo>
                    <a:pt x="2222034" y="2597475"/>
                  </a:lnTo>
                  <a:lnTo>
                    <a:pt x="2222128" y="2597475"/>
                  </a:lnTo>
                  <a:lnTo>
                    <a:pt x="2222223" y="2597475"/>
                  </a:lnTo>
                  <a:lnTo>
                    <a:pt x="2222317" y="2597475"/>
                  </a:lnTo>
                  <a:lnTo>
                    <a:pt x="2222411" y="2597475"/>
                  </a:lnTo>
                  <a:lnTo>
                    <a:pt x="2222505" y="2597475"/>
                  </a:lnTo>
                  <a:lnTo>
                    <a:pt x="2222599" y="2597475"/>
                  </a:lnTo>
                  <a:lnTo>
                    <a:pt x="2222693" y="2597475"/>
                  </a:lnTo>
                  <a:lnTo>
                    <a:pt x="2222787" y="2597475"/>
                  </a:lnTo>
                  <a:lnTo>
                    <a:pt x="2222881" y="2597475"/>
                  </a:lnTo>
                  <a:lnTo>
                    <a:pt x="2222975" y="2597475"/>
                  </a:lnTo>
                  <a:lnTo>
                    <a:pt x="2223069" y="2597475"/>
                  </a:lnTo>
                  <a:lnTo>
                    <a:pt x="2223163" y="2597475"/>
                  </a:lnTo>
                  <a:lnTo>
                    <a:pt x="2223257" y="2597475"/>
                  </a:lnTo>
                  <a:lnTo>
                    <a:pt x="2223351" y="2597475"/>
                  </a:lnTo>
                  <a:lnTo>
                    <a:pt x="2223445" y="2597475"/>
                  </a:lnTo>
                  <a:lnTo>
                    <a:pt x="2223539" y="2597475"/>
                  </a:lnTo>
                  <a:lnTo>
                    <a:pt x="2223633" y="2597475"/>
                  </a:lnTo>
                  <a:lnTo>
                    <a:pt x="2223727" y="2597475"/>
                  </a:lnTo>
                  <a:lnTo>
                    <a:pt x="2223821" y="2597475"/>
                  </a:lnTo>
                  <a:lnTo>
                    <a:pt x="2223915" y="2597475"/>
                  </a:lnTo>
                  <a:lnTo>
                    <a:pt x="2224009" y="2597475"/>
                  </a:lnTo>
                  <a:lnTo>
                    <a:pt x="2224103" y="2597475"/>
                  </a:lnTo>
                  <a:lnTo>
                    <a:pt x="2224197" y="2597475"/>
                  </a:lnTo>
                  <a:lnTo>
                    <a:pt x="2224291" y="2597475"/>
                  </a:lnTo>
                  <a:lnTo>
                    <a:pt x="2224385" y="2597475"/>
                  </a:lnTo>
                  <a:lnTo>
                    <a:pt x="2224479" y="2597475"/>
                  </a:lnTo>
                  <a:lnTo>
                    <a:pt x="2224573" y="2597475"/>
                  </a:lnTo>
                  <a:lnTo>
                    <a:pt x="2224667" y="2597475"/>
                  </a:lnTo>
                  <a:lnTo>
                    <a:pt x="2224761" y="2597475"/>
                  </a:lnTo>
                  <a:lnTo>
                    <a:pt x="2224855" y="2597475"/>
                  </a:lnTo>
                  <a:lnTo>
                    <a:pt x="2224855" y="2592195"/>
                  </a:lnTo>
                  <a:lnTo>
                    <a:pt x="2224949" y="2592195"/>
                  </a:lnTo>
                  <a:lnTo>
                    <a:pt x="2225043" y="2592195"/>
                  </a:lnTo>
                  <a:lnTo>
                    <a:pt x="2225137" y="2592195"/>
                  </a:lnTo>
                  <a:lnTo>
                    <a:pt x="2225231" y="2592195"/>
                  </a:lnTo>
                  <a:lnTo>
                    <a:pt x="2225325" y="2592195"/>
                  </a:lnTo>
                  <a:lnTo>
                    <a:pt x="2225419" y="2592195"/>
                  </a:lnTo>
                  <a:lnTo>
                    <a:pt x="2225513" y="2592195"/>
                  </a:lnTo>
                  <a:lnTo>
                    <a:pt x="2225607" y="2592195"/>
                  </a:lnTo>
                  <a:lnTo>
                    <a:pt x="2225701" y="2592195"/>
                  </a:lnTo>
                  <a:lnTo>
                    <a:pt x="2225796" y="2592195"/>
                  </a:lnTo>
                  <a:lnTo>
                    <a:pt x="2225890" y="2592195"/>
                  </a:lnTo>
                  <a:lnTo>
                    <a:pt x="2225984" y="2592195"/>
                  </a:lnTo>
                  <a:lnTo>
                    <a:pt x="2226078" y="2592195"/>
                  </a:lnTo>
                  <a:lnTo>
                    <a:pt x="2226172" y="2592195"/>
                  </a:lnTo>
                  <a:lnTo>
                    <a:pt x="2226266" y="2592195"/>
                  </a:lnTo>
                  <a:lnTo>
                    <a:pt x="2226360" y="2592195"/>
                  </a:lnTo>
                  <a:lnTo>
                    <a:pt x="2226454" y="2592195"/>
                  </a:lnTo>
                  <a:lnTo>
                    <a:pt x="2226548" y="2592195"/>
                  </a:lnTo>
                  <a:lnTo>
                    <a:pt x="2226642" y="2592195"/>
                  </a:lnTo>
                  <a:lnTo>
                    <a:pt x="2226736" y="2592195"/>
                  </a:lnTo>
                  <a:lnTo>
                    <a:pt x="2226830" y="2592195"/>
                  </a:lnTo>
                  <a:lnTo>
                    <a:pt x="2226924" y="2592195"/>
                  </a:lnTo>
                  <a:lnTo>
                    <a:pt x="2226924" y="2586916"/>
                  </a:lnTo>
                  <a:lnTo>
                    <a:pt x="2227018" y="2586916"/>
                  </a:lnTo>
                  <a:lnTo>
                    <a:pt x="2227112" y="2586916"/>
                  </a:lnTo>
                  <a:lnTo>
                    <a:pt x="2227206" y="2586916"/>
                  </a:lnTo>
                  <a:lnTo>
                    <a:pt x="2227300" y="2586916"/>
                  </a:lnTo>
                  <a:lnTo>
                    <a:pt x="2227394" y="2586916"/>
                  </a:lnTo>
                  <a:lnTo>
                    <a:pt x="2227488" y="2586916"/>
                  </a:lnTo>
                  <a:lnTo>
                    <a:pt x="2227582" y="2586916"/>
                  </a:lnTo>
                  <a:lnTo>
                    <a:pt x="2227676" y="2586916"/>
                  </a:lnTo>
                  <a:lnTo>
                    <a:pt x="2227770" y="2586916"/>
                  </a:lnTo>
                  <a:lnTo>
                    <a:pt x="2227864" y="2586916"/>
                  </a:lnTo>
                  <a:lnTo>
                    <a:pt x="2227958" y="2586916"/>
                  </a:lnTo>
                  <a:lnTo>
                    <a:pt x="2228052" y="2586916"/>
                  </a:lnTo>
                  <a:lnTo>
                    <a:pt x="2228146" y="2586916"/>
                  </a:lnTo>
                  <a:lnTo>
                    <a:pt x="2228240" y="2586916"/>
                  </a:lnTo>
                  <a:lnTo>
                    <a:pt x="2228334" y="2586916"/>
                  </a:lnTo>
                  <a:lnTo>
                    <a:pt x="2228428" y="2586916"/>
                  </a:lnTo>
                  <a:lnTo>
                    <a:pt x="2228522" y="2586916"/>
                  </a:lnTo>
                  <a:lnTo>
                    <a:pt x="2228616" y="2586916"/>
                  </a:lnTo>
                  <a:lnTo>
                    <a:pt x="2228710" y="2586916"/>
                  </a:lnTo>
                  <a:lnTo>
                    <a:pt x="2228804" y="2586916"/>
                  </a:lnTo>
                  <a:lnTo>
                    <a:pt x="2228898" y="2586916"/>
                  </a:lnTo>
                  <a:lnTo>
                    <a:pt x="2228992" y="2586916"/>
                  </a:lnTo>
                  <a:lnTo>
                    <a:pt x="2229086" y="2586916"/>
                  </a:lnTo>
                  <a:lnTo>
                    <a:pt x="2229180" y="2586916"/>
                  </a:lnTo>
                  <a:lnTo>
                    <a:pt x="2229274" y="2586916"/>
                  </a:lnTo>
                  <a:lnTo>
                    <a:pt x="2229369" y="2586916"/>
                  </a:lnTo>
                  <a:lnTo>
                    <a:pt x="2229463" y="2586916"/>
                  </a:lnTo>
                  <a:lnTo>
                    <a:pt x="2229557" y="2586916"/>
                  </a:lnTo>
                  <a:lnTo>
                    <a:pt x="2229651" y="2586916"/>
                  </a:lnTo>
                  <a:lnTo>
                    <a:pt x="2229745" y="2586916"/>
                  </a:lnTo>
                  <a:lnTo>
                    <a:pt x="2229839" y="2586916"/>
                  </a:lnTo>
                  <a:lnTo>
                    <a:pt x="2229933" y="2586916"/>
                  </a:lnTo>
                  <a:lnTo>
                    <a:pt x="2230027" y="2586916"/>
                  </a:lnTo>
                  <a:lnTo>
                    <a:pt x="2230121" y="2586916"/>
                  </a:lnTo>
                  <a:lnTo>
                    <a:pt x="2230215" y="2586916"/>
                  </a:lnTo>
                  <a:lnTo>
                    <a:pt x="2230309" y="2586916"/>
                  </a:lnTo>
                  <a:lnTo>
                    <a:pt x="2230403" y="2586916"/>
                  </a:lnTo>
                  <a:lnTo>
                    <a:pt x="2230497" y="2586916"/>
                  </a:lnTo>
                  <a:lnTo>
                    <a:pt x="2230591" y="2586916"/>
                  </a:lnTo>
                  <a:lnTo>
                    <a:pt x="2230685" y="2586916"/>
                  </a:lnTo>
                  <a:lnTo>
                    <a:pt x="2230779" y="2586916"/>
                  </a:lnTo>
                  <a:lnTo>
                    <a:pt x="2230873" y="2586916"/>
                  </a:lnTo>
                  <a:lnTo>
                    <a:pt x="2230967" y="2586916"/>
                  </a:lnTo>
                  <a:lnTo>
                    <a:pt x="2231061" y="2586916"/>
                  </a:lnTo>
                  <a:lnTo>
                    <a:pt x="2231155" y="2586916"/>
                  </a:lnTo>
                  <a:lnTo>
                    <a:pt x="2231249" y="2586916"/>
                  </a:lnTo>
                  <a:lnTo>
                    <a:pt x="2231343" y="2586916"/>
                  </a:lnTo>
                  <a:lnTo>
                    <a:pt x="2231437" y="2586916"/>
                  </a:lnTo>
                  <a:lnTo>
                    <a:pt x="2231531" y="2586916"/>
                  </a:lnTo>
                  <a:lnTo>
                    <a:pt x="2231625" y="2586916"/>
                  </a:lnTo>
                  <a:lnTo>
                    <a:pt x="2231719" y="2586916"/>
                  </a:lnTo>
                  <a:lnTo>
                    <a:pt x="2231813" y="2586916"/>
                  </a:lnTo>
                  <a:lnTo>
                    <a:pt x="2231907" y="2586916"/>
                  </a:lnTo>
                  <a:lnTo>
                    <a:pt x="2232001" y="2586916"/>
                  </a:lnTo>
                  <a:lnTo>
                    <a:pt x="2232095" y="2586916"/>
                  </a:lnTo>
                  <a:lnTo>
                    <a:pt x="2232189" y="2586916"/>
                  </a:lnTo>
                  <a:lnTo>
                    <a:pt x="2232283" y="2586916"/>
                  </a:lnTo>
                  <a:lnTo>
                    <a:pt x="2232377" y="2586916"/>
                  </a:lnTo>
                  <a:lnTo>
                    <a:pt x="2232471" y="2586916"/>
                  </a:lnTo>
                  <a:lnTo>
                    <a:pt x="2232565" y="2586916"/>
                  </a:lnTo>
                  <a:lnTo>
                    <a:pt x="2232659" y="2586916"/>
                  </a:lnTo>
                  <a:lnTo>
                    <a:pt x="2232753" y="2586916"/>
                  </a:lnTo>
                  <a:lnTo>
                    <a:pt x="2232848" y="2586916"/>
                  </a:lnTo>
                  <a:lnTo>
                    <a:pt x="2232942" y="2586916"/>
                  </a:lnTo>
                  <a:lnTo>
                    <a:pt x="2233036" y="2586916"/>
                  </a:lnTo>
                  <a:lnTo>
                    <a:pt x="2233130" y="2586916"/>
                  </a:lnTo>
                  <a:lnTo>
                    <a:pt x="2233224" y="2586916"/>
                  </a:lnTo>
                  <a:lnTo>
                    <a:pt x="2233318" y="2586916"/>
                  </a:lnTo>
                  <a:lnTo>
                    <a:pt x="2233412" y="2586916"/>
                  </a:lnTo>
                  <a:lnTo>
                    <a:pt x="2233506" y="2586916"/>
                  </a:lnTo>
                  <a:lnTo>
                    <a:pt x="2233600" y="2586916"/>
                  </a:lnTo>
                  <a:lnTo>
                    <a:pt x="2233694" y="2586916"/>
                  </a:lnTo>
                  <a:lnTo>
                    <a:pt x="2233694" y="2581637"/>
                  </a:lnTo>
                  <a:lnTo>
                    <a:pt x="2233788" y="2581637"/>
                  </a:lnTo>
                  <a:lnTo>
                    <a:pt x="2233882" y="2581637"/>
                  </a:lnTo>
                  <a:lnTo>
                    <a:pt x="2233976" y="2581637"/>
                  </a:lnTo>
                  <a:lnTo>
                    <a:pt x="2234070" y="2581637"/>
                  </a:lnTo>
                  <a:lnTo>
                    <a:pt x="2234164" y="2581637"/>
                  </a:lnTo>
                  <a:lnTo>
                    <a:pt x="2234258" y="2581637"/>
                  </a:lnTo>
                  <a:lnTo>
                    <a:pt x="2234352" y="2581637"/>
                  </a:lnTo>
                  <a:lnTo>
                    <a:pt x="2234446" y="2581637"/>
                  </a:lnTo>
                  <a:lnTo>
                    <a:pt x="2234540" y="2581637"/>
                  </a:lnTo>
                  <a:lnTo>
                    <a:pt x="2234634" y="2581637"/>
                  </a:lnTo>
                  <a:lnTo>
                    <a:pt x="2234728" y="2581637"/>
                  </a:lnTo>
                  <a:lnTo>
                    <a:pt x="2234822" y="2581637"/>
                  </a:lnTo>
                  <a:lnTo>
                    <a:pt x="2234916" y="2581637"/>
                  </a:lnTo>
                  <a:lnTo>
                    <a:pt x="2235010" y="2581637"/>
                  </a:lnTo>
                  <a:lnTo>
                    <a:pt x="2235104" y="2581637"/>
                  </a:lnTo>
                  <a:lnTo>
                    <a:pt x="2235198" y="2581637"/>
                  </a:lnTo>
                  <a:lnTo>
                    <a:pt x="2235292" y="2581637"/>
                  </a:lnTo>
                  <a:lnTo>
                    <a:pt x="2235386" y="2581637"/>
                  </a:lnTo>
                  <a:lnTo>
                    <a:pt x="2235480" y="2581637"/>
                  </a:lnTo>
                  <a:lnTo>
                    <a:pt x="2235574" y="2581637"/>
                  </a:lnTo>
                  <a:lnTo>
                    <a:pt x="2235668" y="2581637"/>
                  </a:lnTo>
                  <a:lnTo>
                    <a:pt x="2235762" y="2581637"/>
                  </a:lnTo>
                  <a:lnTo>
                    <a:pt x="2235856" y="2581637"/>
                  </a:lnTo>
                  <a:lnTo>
                    <a:pt x="2235950" y="2581637"/>
                  </a:lnTo>
                  <a:lnTo>
                    <a:pt x="2236044" y="2581637"/>
                  </a:lnTo>
                  <a:lnTo>
                    <a:pt x="2236138" y="2581637"/>
                  </a:lnTo>
                  <a:lnTo>
                    <a:pt x="2236232" y="2581637"/>
                  </a:lnTo>
                  <a:lnTo>
                    <a:pt x="2236232" y="2576357"/>
                  </a:lnTo>
                  <a:lnTo>
                    <a:pt x="2236326" y="2576357"/>
                  </a:lnTo>
                  <a:lnTo>
                    <a:pt x="2236421" y="2576357"/>
                  </a:lnTo>
                  <a:lnTo>
                    <a:pt x="2236515" y="2576357"/>
                  </a:lnTo>
                  <a:lnTo>
                    <a:pt x="2236609" y="2576357"/>
                  </a:lnTo>
                  <a:lnTo>
                    <a:pt x="2236703" y="2576357"/>
                  </a:lnTo>
                  <a:lnTo>
                    <a:pt x="2236797" y="2576357"/>
                  </a:lnTo>
                  <a:lnTo>
                    <a:pt x="2236891" y="2576357"/>
                  </a:lnTo>
                  <a:lnTo>
                    <a:pt x="2236985" y="2576357"/>
                  </a:lnTo>
                  <a:lnTo>
                    <a:pt x="2237079" y="2576357"/>
                  </a:lnTo>
                  <a:lnTo>
                    <a:pt x="2237173" y="2576357"/>
                  </a:lnTo>
                  <a:lnTo>
                    <a:pt x="2237267" y="2576357"/>
                  </a:lnTo>
                  <a:lnTo>
                    <a:pt x="2237361" y="2576357"/>
                  </a:lnTo>
                  <a:lnTo>
                    <a:pt x="2237455" y="2576357"/>
                  </a:lnTo>
                  <a:lnTo>
                    <a:pt x="2237549" y="2576357"/>
                  </a:lnTo>
                  <a:lnTo>
                    <a:pt x="2237643" y="2576357"/>
                  </a:lnTo>
                  <a:lnTo>
                    <a:pt x="2237737" y="2576357"/>
                  </a:lnTo>
                  <a:lnTo>
                    <a:pt x="2237831" y="2576357"/>
                  </a:lnTo>
                  <a:lnTo>
                    <a:pt x="2237925" y="2576357"/>
                  </a:lnTo>
                  <a:lnTo>
                    <a:pt x="2238019" y="2576357"/>
                  </a:lnTo>
                  <a:lnTo>
                    <a:pt x="2238113" y="2576357"/>
                  </a:lnTo>
                  <a:lnTo>
                    <a:pt x="2238207" y="2576357"/>
                  </a:lnTo>
                  <a:lnTo>
                    <a:pt x="2238301" y="2576357"/>
                  </a:lnTo>
                  <a:lnTo>
                    <a:pt x="2238395" y="2576357"/>
                  </a:lnTo>
                  <a:lnTo>
                    <a:pt x="2238489" y="2576357"/>
                  </a:lnTo>
                  <a:lnTo>
                    <a:pt x="2238583" y="2576357"/>
                  </a:lnTo>
                  <a:lnTo>
                    <a:pt x="2238677" y="2576357"/>
                  </a:lnTo>
                  <a:lnTo>
                    <a:pt x="2238771" y="2576357"/>
                  </a:lnTo>
                  <a:lnTo>
                    <a:pt x="2238865" y="2576357"/>
                  </a:lnTo>
                  <a:lnTo>
                    <a:pt x="2238959" y="2576357"/>
                  </a:lnTo>
                  <a:lnTo>
                    <a:pt x="2239053" y="2576357"/>
                  </a:lnTo>
                  <a:lnTo>
                    <a:pt x="2239147" y="2576357"/>
                  </a:lnTo>
                  <a:lnTo>
                    <a:pt x="2239241" y="2576357"/>
                  </a:lnTo>
                  <a:lnTo>
                    <a:pt x="2239335" y="2576357"/>
                  </a:lnTo>
                  <a:lnTo>
                    <a:pt x="2239429" y="2576357"/>
                  </a:lnTo>
                  <a:lnTo>
                    <a:pt x="2239523" y="2576357"/>
                  </a:lnTo>
                  <a:lnTo>
                    <a:pt x="2239617" y="2576357"/>
                  </a:lnTo>
                  <a:lnTo>
                    <a:pt x="2239711" y="2576357"/>
                  </a:lnTo>
                  <a:lnTo>
                    <a:pt x="2239805" y="2576357"/>
                  </a:lnTo>
                  <a:lnTo>
                    <a:pt x="2239899" y="2576357"/>
                  </a:lnTo>
                  <a:lnTo>
                    <a:pt x="2239994" y="2576357"/>
                  </a:lnTo>
                  <a:lnTo>
                    <a:pt x="2240088" y="2576357"/>
                  </a:lnTo>
                  <a:lnTo>
                    <a:pt x="2240182" y="2576357"/>
                  </a:lnTo>
                  <a:lnTo>
                    <a:pt x="2240276" y="2576357"/>
                  </a:lnTo>
                  <a:lnTo>
                    <a:pt x="2240370" y="2576357"/>
                  </a:lnTo>
                  <a:lnTo>
                    <a:pt x="2240464" y="2576357"/>
                  </a:lnTo>
                  <a:lnTo>
                    <a:pt x="2240558" y="2576357"/>
                  </a:lnTo>
                  <a:lnTo>
                    <a:pt x="2240652" y="2576357"/>
                  </a:lnTo>
                  <a:lnTo>
                    <a:pt x="2240746" y="2576357"/>
                  </a:lnTo>
                  <a:lnTo>
                    <a:pt x="2240840" y="2576357"/>
                  </a:lnTo>
                  <a:lnTo>
                    <a:pt x="2240934" y="2576357"/>
                  </a:lnTo>
                  <a:lnTo>
                    <a:pt x="2241028" y="2576357"/>
                  </a:lnTo>
                  <a:lnTo>
                    <a:pt x="2241122" y="2576357"/>
                  </a:lnTo>
                  <a:lnTo>
                    <a:pt x="2241216" y="2576357"/>
                  </a:lnTo>
                  <a:lnTo>
                    <a:pt x="2241310" y="2576357"/>
                  </a:lnTo>
                  <a:lnTo>
                    <a:pt x="2241404" y="2576357"/>
                  </a:lnTo>
                  <a:lnTo>
                    <a:pt x="2241498" y="2576357"/>
                  </a:lnTo>
                  <a:lnTo>
                    <a:pt x="2241592" y="2576357"/>
                  </a:lnTo>
                  <a:lnTo>
                    <a:pt x="2241686" y="2576357"/>
                  </a:lnTo>
                  <a:lnTo>
                    <a:pt x="2241780" y="2576357"/>
                  </a:lnTo>
                  <a:lnTo>
                    <a:pt x="2241874" y="2576357"/>
                  </a:lnTo>
                  <a:lnTo>
                    <a:pt x="2241968" y="2576357"/>
                  </a:lnTo>
                  <a:lnTo>
                    <a:pt x="2242062" y="2576357"/>
                  </a:lnTo>
                  <a:lnTo>
                    <a:pt x="2242156" y="2576357"/>
                  </a:lnTo>
                  <a:lnTo>
                    <a:pt x="2242250" y="2576357"/>
                  </a:lnTo>
                  <a:lnTo>
                    <a:pt x="2242344" y="2576357"/>
                  </a:lnTo>
                  <a:lnTo>
                    <a:pt x="2242438" y="2576357"/>
                  </a:lnTo>
                  <a:lnTo>
                    <a:pt x="2242532" y="2576357"/>
                  </a:lnTo>
                  <a:lnTo>
                    <a:pt x="2242626" y="2576357"/>
                  </a:lnTo>
                  <a:lnTo>
                    <a:pt x="2242720" y="2576357"/>
                  </a:lnTo>
                  <a:lnTo>
                    <a:pt x="2242814" y="2576357"/>
                  </a:lnTo>
                  <a:lnTo>
                    <a:pt x="2242908" y="2576357"/>
                  </a:lnTo>
                  <a:lnTo>
                    <a:pt x="2243002" y="2576357"/>
                  </a:lnTo>
                  <a:lnTo>
                    <a:pt x="2243096" y="2576357"/>
                  </a:lnTo>
                  <a:lnTo>
                    <a:pt x="2243190" y="2576357"/>
                  </a:lnTo>
                  <a:lnTo>
                    <a:pt x="2243284" y="2576357"/>
                  </a:lnTo>
                  <a:lnTo>
                    <a:pt x="2243378" y="2576357"/>
                  </a:lnTo>
                  <a:lnTo>
                    <a:pt x="2243378" y="2571078"/>
                  </a:lnTo>
                  <a:lnTo>
                    <a:pt x="2243473" y="2571078"/>
                  </a:lnTo>
                  <a:lnTo>
                    <a:pt x="2243567" y="2571078"/>
                  </a:lnTo>
                  <a:lnTo>
                    <a:pt x="2243661" y="2571078"/>
                  </a:lnTo>
                  <a:lnTo>
                    <a:pt x="2243755" y="2571078"/>
                  </a:lnTo>
                  <a:lnTo>
                    <a:pt x="2243849" y="2571078"/>
                  </a:lnTo>
                  <a:lnTo>
                    <a:pt x="2243943" y="2571078"/>
                  </a:lnTo>
                  <a:lnTo>
                    <a:pt x="2244037" y="2571078"/>
                  </a:lnTo>
                  <a:lnTo>
                    <a:pt x="2244037" y="2565798"/>
                  </a:lnTo>
                  <a:lnTo>
                    <a:pt x="2244131" y="2565798"/>
                  </a:lnTo>
                  <a:lnTo>
                    <a:pt x="2244225" y="2565798"/>
                  </a:lnTo>
                  <a:lnTo>
                    <a:pt x="2244319" y="2565798"/>
                  </a:lnTo>
                  <a:lnTo>
                    <a:pt x="2244413" y="2565798"/>
                  </a:lnTo>
                  <a:lnTo>
                    <a:pt x="2244507" y="2565798"/>
                  </a:lnTo>
                  <a:lnTo>
                    <a:pt x="2244601" y="2565798"/>
                  </a:lnTo>
                  <a:lnTo>
                    <a:pt x="2244695" y="2565798"/>
                  </a:lnTo>
                  <a:lnTo>
                    <a:pt x="2244695" y="2560519"/>
                  </a:lnTo>
                  <a:lnTo>
                    <a:pt x="2244789" y="2560519"/>
                  </a:lnTo>
                  <a:lnTo>
                    <a:pt x="2244883" y="2560519"/>
                  </a:lnTo>
                  <a:lnTo>
                    <a:pt x="2244977" y="2560519"/>
                  </a:lnTo>
                  <a:lnTo>
                    <a:pt x="2245071" y="2560519"/>
                  </a:lnTo>
                  <a:lnTo>
                    <a:pt x="2245165" y="2560519"/>
                  </a:lnTo>
                  <a:lnTo>
                    <a:pt x="2245259" y="2560519"/>
                  </a:lnTo>
                  <a:lnTo>
                    <a:pt x="2245353" y="2560519"/>
                  </a:lnTo>
                  <a:lnTo>
                    <a:pt x="2245447" y="2560519"/>
                  </a:lnTo>
                  <a:lnTo>
                    <a:pt x="2245541" y="2560519"/>
                  </a:lnTo>
                  <a:lnTo>
                    <a:pt x="2245635" y="2560519"/>
                  </a:lnTo>
                  <a:lnTo>
                    <a:pt x="2245729" y="2560519"/>
                  </a:lnTo>
                  <a:lnTo>
                    <a:pt x="2245823" y="2560519"/>
                  </a:lnTo>
                  <a:lnTo>
                    <a:pt x="2245917" y="2560519"/>
                  </a:lnTo>
                  <a:lnTo>
                    <a:pt x="2246011" y="2560519"/>
                  </a:lnTo>
                  <a:lnTo>
                    <a:pt x="2246105" y="2560519"/>
                  </a:lnTo>
                  <a:lnTo>
                    <a:pt x="2246199" y="2560519"/>
                  </a:lnTo>
                  <a:lnTo>
                    <a:pt x="2246293" y="2560519"/>
                  </a:lnTo>
                  <a:lnTo>
                    <a:pt x="2246387" y="2560519"/>
                  </a:lnTo>
                  <a:lnTo>
                    <a:pt x="2246481" y="2560519"/>
                  </a:lnTo>
                  <a:lnTo>
                    <a:pt x="2246575" y="2560519"/>
                  </a:lnTo>
                  <a:lnTo>
                    <a:pt x="2246669" y="2560519"/>
                  </a:lnTo>
                  <a:lnTo>
                    <a:pt x="2246763" y="2560519"/>
                  </a:lnTo>
                  <a:lnTo>
                    <a:pt x="2246857" y="2560519"/>
                  </a:lnTo>
                  <a:lnTo>
                    <a:pt x="2246951" y="2560519"/>
                  </a:lnTo>
                  <a:lnTo>
                    <a:pt x="2247046" y="2560519"/>
                  </a:lnTo>
                  <a:lnTo>
                    <a:pt x="2247140" y="2560519"/>
                  </a:lnTo>
                  <a:lnTo>
                    <a:pt x="2247234" y="2560519"/>
                  </a:lnTo>
                  <a:lnTo>
                    <a:pt x="2247328" y="2560519"/>
                  </a:lnTo>
                  <a:lnTo>
                    <a:pt x="2247422" y="2560519"/>
                  </a:lnTo>
                  <a:lnTo>
                    <a:pt x="2247516" y="2560519"/>
                  </a:lnTo>
                  <a:lnTo>
                    <a:pt x="2247610" y="2560519"/>
                  </a:lnTo>
                  <a:lnTo>
                    <a:pt x="2247704" y="2560519"/>
                  </a:lnTo>
                  <a:lnTo>
                    <a:pt x="2247798" y="2560519"/>
                  </a:lnTo>
                  <a:lnTo>
                    <a:pt x="2247892" y="2560519"/>
                  </a:lnTo>
                  <a:lnTo>
                    <a:pt x="2247986" y="2560519"/>
                  </a:lnTo>
                  <a:lnTo>
                    <a:pt x="2248080" y="2560519"/>
                  </a:lnTo>
                  <a:lnTo>
                    <a:pt x="2248174" y="2560519"/>
                  </a:lnTo>
                  <a:lnTo>
                    <a:pt x="2248268" y="2560519"/>
                  </a:lnTo>
                  <a:lnTo>
                    <a:pt x="2248362" y="2560519"/>
                  </a:lnTo>
                  <a:lnTo>
                    <a:pt x="2248456" y="2560519"/>
                  </a:lnTo>
                  <a:lnTo>
                    <a:pt x="2248550" y="2560519"/>
                  </a:lnTo>
                  <a:lnTo>
                    <a:pt x="2248644" y="2560519"/>
                  </a:lnTo>
                  <a:lnTo>
                    <a:pt x="2248738" y="2560519"/>
                  </a:lnTo>
                  <a:lnTo>
                    <a:pt x="2248832" y="2560519"/>
                  </a:lnTo>
                  <a:lnTo>
                    <a:pt x="2248926" y="2560519"/>
                  </a:lnTo>
                  <a:lnTo>
                    <a:pt x="2249020" y="2560519"/>
                  </a:lnTo>
                  <a:lnTo>
                    <a:pt x="2249114" y="2560519"/>
                  </a:lnTo>
                  <a:lnTo>
                    <a:pt x="2249208" y="2560519"/>
                  </a:lnTo>
                  <a:lnTo>
                    <a:pt x="2249302" y="2560519"/>
                  </a:lnTo>
                  <a:lnTo>
                    <a:pt x="2249396" y="2560519"/>
                  </a:lnTo>
                  <a:lnTo>
                    <a:pt x="2249490" y="2560519"/>
                  </a:lnTo>
                  <a:lnTo>
                    <a:pt x="2249584" y="2560519"/>
                  </a:lnTo>
                  <a:lnTo>
                    <a:pt x="2249678" y="2560519"/>
                  </a:lnTo>
                  <a:lnTo>
                    <a:pt x="2249772" y="2560519"/>
                  </a:lnTo>
                  <a:lnTo>
                    <a:pt x="2249866" y="2560519"/>
                  </a:lnTo>
                  <a:lnTo>
                    <a:pt x="2249960" y="2560519"/>
                  </a:lnTo>
                  <a:lnTo>
                    <a:pt x="2250054" y="2560519"/>
                  </a:lnTo>
                  <a:lnTo>
                    <a:pt x="2250148" y="2560519"/>
                  </a:lnTo>
                  <a:lnTo>
                    <a:pt x="2250242" y="2560519"/>
                  </a:lnTo>
                  <a:lnTo>
                    <a:pt x="2250336" y="2560519"/>
                  </a:lnTo>
                  <a:lnTo>
                    <a:pt x="2250430" y="2560519"/>
                  </a:lnTo>
                  <a:lnTo>
                    <a:pt x="2250524" y="2560519"/>
                  </a:lnTo>
                  <a:lnTo>
                    <a:pt x="2250619" y="2560519"/>
                  </a:lnTo>
                  <a:lnTo>
                    <a:pt x="2250713" y="2560519"/>
                  </a:lnTo>
                  <a:lnTo>
                    <a:pt x="2250807" y="2560519"/>
                  </a:lnTo>
                  <a:lnTo>
                    <a:pt x="2250901" y="2560519"/>
                  </a:lnTo>
                  <a:lnTo>
                    <a:pt x="2250995" y="2560519"/>
                  </a:lnTo>
                  <a:lnTo>
                    <a:pt x="2251089" y="2560519"/>
                  </a:lnTo>
                  <a:lnTo>
                    <a:pt x="2251183" y="2560519"/>
                  </a:lnTo>
                  <a:lnTo>
                    <a:pt x="2251277" y="2560519"/>
                  </a:lnTo>
                  <a:lnTo>
                    <a:pt x="2251371" y="2560519"/>
                  </a:lnTo>
                  <a:lnTo>
                    <a:pt x="2251465" y="2560519"/>
                  </a:lnTo>
                  <a:lnTo>
                    <a:pt x="2251559" y="2560519"/>
                  </a:lnTo>
                  <a:lnTo>
                    <a:pt x="2251653" y="2560519"/>
                  </a:lnTo>
                  <a:lnTo>
                    <a:pt x="2251747" y="2560519"/>
                  </a:lnTo>
                  <a:lnTo>
                    <a:pt x="2251841" y="2560519"/>
                  </a:lnTo>
                  <a:lnTo>
                    <a:pt x="2251935" y="2560519"/>
                  </a:lnTo>
                  <a:lnTo>
                    <a:pt x="2252029" y="2560519"/>
                  </a:lnTo>
                  <a:lnTo>
                    <a:pt x="2252123" y="2560519"/>
                  </a:lnTo>
                  <a:lnTo>
                    <a:pt x="2252217" y="2560519"/>
                  </a:lnTo>
                  <a:lnTo>
                    <a:pt x="2252311" y="2560519"/>
                  </a:lnTo>
                  <a:lnTo>
                    <a:pt x="2252405" y="2560519"/>
                  </a:lnTo>
                  <a:lnTo>
                    <a:pt x="2252499" y="2560519"/>
                  </a:lnTo>
                  <a:lnTo>
                    <a:pt x="2252499" y="2555239"/>
                  </a:lnTo>
                  <a:lnTo>
                    <a:pt x="2252593" y="2555239"/>
                  </a:lnTo>
                  <a:lnTo>
                    <a:pt x="2252687" y="2555239"/>
                  </a:lnTo>
                  <a:lnTo>
                    <a:pt x="2252781" y="2555239"/>
                  </a:lnTo>
                  <a:lnTo>
                    <a:pt x="2252875" y="2555239"/>
                  </a:lnTo>
                  <a:lnTo>
                    <a:pt x="2252969" y="2555239"/>
                  </a:lnTo>
                  <a:lnTo>
                    <a:pt x="2253063" y="2555239"/>
                  </a:lnTo>
                  <a:lnTo>
                    <a:pt x="2253157" y="2555239"/>
                  </a:lnTo>
                  <a:lnTo>
                    <a:pt x="2253251" y="2555239"/>
                  </a:lnTo>
                  <a:lnTo>
                    <a:pt x="2253345" y="2555239"/>
                  </a:lnTo>
                  <a:lnTo>
                    <a:pt x="2253439" y="2555239"/>
                  </a:lnTo>
                  <a:lnTo>
                    <a:pt x="2253533" y="2555239"/>
                  </a:lnTo>
                  <a:lnTo>
                    <a:pt x="2253627" y="2555239"/>
                  </a:lnTo>
                  <a:lnTo>
                    <a:pt x="2253721" y="2555239"/>
                  </a:lnTo>
                  <a:lnTo>
                    <a:pt x="2253815" y="2555239"/>
                  </a:lnTo>
                  <a:lnTo>
                    <a:pt x="2253909" y="2555239"/>
                  </a:lnTo>
                  <a:lnTo>
                    <a:pt x="2254003" y="2555239"/>
                  </a:lnTo>
                  <a:lnTo>
                    <a:pt x="2254098" y="2555239"/>
                  </a:lnTo>
                  <a:lnTo>
                    <a:pt x="2254192" y="2555239"/>
                  </a:lnTo>
                  <a:lnTo>
                    <a:pt x="2254286" y="2555239"/>
                  </a:lnTo>
                  <a:lnTo>
                    <a:pt x="2254380" y="2555239"/>
                  </a:lnTo>
                  <a:lnTo>
                    <a:pt x="2254474" y="2555239"/>
                  </a:lnTo>
                  <a:lnTo>
                    <a:pt x="2254568" y="2555239"/>
                  </a:lnTo>
                  <a:lnTo>
                    <a:pt x="2254662" y="2555239"/>
                  </a:lnTo>
                  <a:lnTo>
                    <a:pt x="2254756" y="2555239"/>
                  </a:lnTo>
                  <a:lnTo>
                    <a:pt x="2254850" y="2555239"/>
                  </a:lnTo>
                  <a:lnTo>
                    <a:pt x="2254944" y="2555239"/>
                  </a:lnTo>
                  <a:lnTo>
                    <a:pt x="2255038" y="2555239"/>
                  </a:lnTo>
                  <a:lnTo>
                    <a:pt x="2255132" y="2555239"/>
                  </a:lnTo>
                  <a:lnTo>
                    <a:pt x="2255226" y="2555239"/>
                  </a:lnTo>
                  <a:lnTo>
                    <a:pt x="2255320" y="2555239"/>
                  </a:lnTo>
                  <a:lnTo>
                    <a:pt x="2255414" y="2555239"/>
                  </a:lnTo>
                  <a:lnTo>
                    <a:pt x="2255508" y="2555239"/>
                  </a:lnTo>
                  <a:lnTo>
                    <a:pt x="2255602" y="2555239"/>
                  </a:lnTo>
                  <a:lnTo>
                    <a:pt x="2255696" y="2555239"/>
                  </a:lnTo>
                  <a:lnTo>
                    <a:pt x="2255790" y="2555239"/>
                  </a:lnTo>
                  <a:lnTo>
                    <a:pt x="2255884" y="2555239"/>
                  </a:lnTo>
                  <a:lnTo>
                    <a:pt x="2255978" y="2555239"/>
                  </a:lnTo>
                  <a:lnTo>
                    <a:pt x="2256072" y="2555239"/>
                  </a:lnTo>
                  <a:lnTo>
                    <a:pt x="2256166" y="2555239"/>
                  </a:lnTo>
                  <a:lnTo>
                    <a:pt x="2256260" y="2555239"/>
                  </a:lnTo>
                  <a:lnTo>
                    <a:pt x="2256354" y="2555239"/>
                  </a:lnTo>
                  <a:lnTo>
                    <a:pt x="2256448" y="2555239"/>
                  </a:lnTo>
                  <a:lnTo>
                    <a:pt x="2256542" y="2555239"/>
                  </a:lnTo>
                  <a:lnTo>
                    <a:pt x="2256636" y="2555239"/>
                  </a:lnTo>
                  <a:lnTo>
                    <a:pt x="2256730" y="2555239"/>
                  </a:lnTo>
                  <a:lnTo>
                    <a:pt x="2256824" y="2555239"/>
                  </a:lnTo>
                  <a:lnTo>
                    <a:pt x="2256918" y="2555239"/>
                  </a:lnTo>
                  <a:lnTo>
                    <a:pt x="2257012" y="2555239"/>
                  </a:lnTo>
                  <a:lnTo>
                    <a:pt x="2257106" y="2555239"/>
                  </a:lnTo>
                  <a:lnTo>
                    <a:pt x="2257200" y="2555239"/>
                  </a:lnTo>
                  <a:lnTo>
                    <a:pt x="2257294" y="2555239"/>
                  </a:lnTo>
                  <a:lnTo>
                    <a:pt x="2257388" y="2555239"/>
                  </a:lnTo>
                  <a:lnTo>
                    <a:pt x="2257482" y="2555239"/>
                  </a:lnTo>
                  <a:lnTo>
                    <a:pt x="2257576" y="2555239"/>
                  </a:lnTo>
                  <a:lnTo>
                    <a:pt x="2257671" y="2555239"/>
                  </a:lnTo>
                  <a:lnTo>
                    <a:pt x="2257765" y="2555239"/>
                  </a:lnTo>
                  <a:lnTo>
                    <a:pt x="2257859" y="2555239"/>
                  </a:lnTo>
                  <a:lnTo>
                    <a:pt x="2257953" y="2555239"/>
                  </a:lnTo>
                  <a:lnTo>
                    <a:pt x="2258047" y="2555239"/>
                  </a:lnTo>
                  <a:lnTo>
                    <a:pt x="2258141" y="2555239"/>
                  </a:lnTo>
                  <a:lnTo>
                    <a:pt x="2258235" y="2555239"/>
                  </a:lnTo>
                  <a:lnTo>
                    <a:pt x="2258329" y="2555239"/>
                  </a:lnTo>
                  <a:lnTo>
                    <a:pt x="2258423" y="2555239"/>
                  </a:lnTo>
                  <a:lnTo>
                    <a:pt x="2258517" y="2555239"/>
                  </a:lnTo>
                  <a:lnTo>
                    <a:pt x="2258611" y="2555239"/>
                  </a:lnTo>
                  <a:lnTo>
                    <a:pt x="2258705" y="2555239"/>
                  </a:lnTo>
                  <a:lnTo>
                    <a:pt x="2258799" y="2555239"/>
                  </a:lnTo>
                  <a:lnTo>
                    <a:pt x="2258893" y="2555239"/>
                  </a:lnTo>
                  <a:lnTo>
                    <a:pt x="2258987" y="2555239"/>
                  </a:lnTo>
                  <a:lnTo>
                    <a:pt x="2259081" y="2555239"/>
                  </a:lnTo>
                  <a:lnTo>
                    <a:pt x="2259175" y="2555239"/>
                  </a:lnTo>
                  <a:lnTo>
                    <a:pt x="2259269" y="2555239"/>
                  </a:lnTo>
                  <a:lnTo>
                    <a:pt x="2259363" y="2555239"/>
                  </a:lnTo>
                  <a:lnTo>
                    <a:pt x="2259457" y="2555239"/>
                  </a:lnTo>
                  <a:lnTo>
                    <a:pt x="2259551" y="2555239"/>
                  </a:lnTo>
                  <a:lnTo>
                    <a:pt x="2259645" y="2555239"/>
                  </a:lnTo>
                  <a:lnTo>
                    <a:pt x="2259739" y="2555239"/>
                  </a:lnTo>
                  <a:lnTo>
                    <a:pt x="2259833" y="2555239"/>
                  </a:lnTo>
                  <a:lnTo>
                    <a:pt x="2259927" y="2555239"/>
                  </a:lnTo>
                  <a:lnTo>
                    <a:pt x="2260021" y="2555239"/>
                  </a:lnTo>
                  <a:lnTo>
                    <a:pt x="2260115" y="2555239"/>
                  </a:lnTo>
                  <a:lnTo>
                    <a:pt x="2260209" y="2555239"/>
                  </a:lnTo>
                  <a:lnTo>
                    <a:pt x="2260303" y="2555239"/>
                  </a:lnTo>
                  <a:lnTo>
                    <a:pt x="2260397" y="2555239"/>
                  </a:lnTo>
                  <a:lnTo>
                    <a:pt x="2260491" y="2555239"/>
                  </a:lnTo>
                  <a:lnTo>
                    <a:pt x="2260585" y="2555239"/>
                  </a:lnTo>
                  <a:lnTo>
                    <a:pt x="2260679" y="2555239"/>
                  </a:lnTo>
                  <a:lnTo>
                    <a:pt x="2260679" y="2549960"/>
                  </a:lnTo>
                  <a:lnTo>
                    <a:pt x="2260773" y="2549960"/>
                  </a:lnTo>
                  <a:lnTo>
                    <a:pt x="2260867" y="2549960"/>
                  </a:lnTo>
                  <a:lnTo>
                    <a:pt x="2260961" y="2549960"/>
                  </a:lnTo>
                  <a:lnTo>
                    <a:pt x="2261055" y="2549960"/>
                  </a:lnTo>
                  <a:lnTo>
                    <a:pt x="2261149" y="2549960"/>
                  </a:lnTo>
                  <a:lnTo>
                    <a:pt x="2261244" y="2549960"/>
                  </a:lnTo>
                  <a:lnTo>
                    <a:pt x="2261338" y="2549960"/>
                  </a:lnTo>
                  <a:lnTo>
                    <a:pt x="2261432" y="2549960"/>
                  </a:lnTo>
                  <a:lnTo>
                    <a:pt x="2261526" y="2549960"/>
                  </a:lnTo>
                  <a:lnTo>
                    <a:pt x="2261620" y="2549960"/>
                  </a:lnTo>
                  <a:lnTo>
                    <a:pt x="2261714" y="2549960"/>
                  </a:lnTo>
                  <a:lnTo>
                    <a:pt x="2261808" y="2549960"/>
                  </a:lnTo>
                  <a:lnTo>
                    <a:pt x="2261902" y="2549960"/>
                  </a:lnTo>
                  <a:lnTo>
                    <a:pt x="2261996" y="2549960"/>
                  </a:lnTo>
                  <a:lnTo>
                    <a:pt x="2261996" y="2544681"/>
                  </a:lnTo>
                  <a:lnTo>
                    <a:pt x="2262090" y="2544681"/>
                  </a:lnTo>
                  <a:lnTo>
                    <a:pt x="2262184" y="2544681"/>
                  </a:lnTo>
                  <a:lnTo>
                    <a:pt x="2262278" y="2544681"/>
                  </a:lnTo>
                  <a:lnTo>
                    <a:pt x="2262372" y="2544681"/>
                  </a:lnTo>
                  <a:lnTo>
                    <a:pt x="2262466" y="2544681"/>
                  </a:lnTo>
                  <a:lnTo>
                    <a:pt x="2262560" y="2544681"/>
                  </a:lnTo>
                  <a:lnTo>
                    <a:pt x="2262654" y="2544681"/>
                  </a:lnTo>
                  <a:lnTo>
                    <a:pt x="2262748" y="2544681"/>
                  </a:lnTo>
                  <a:lnTo>
                    <a:pt x="2262842" y="2544681"/>
                  </a:lnTo>
                  <a:lnTo>
                    <a:pt x="2262936" y="2544681"/>
                  </a:lnTo>
                  <a:lnTo>
                    <a:pt x="2263030" y="2544681"/>
                  </a:lnTo>
                  <a:lnTo>
                    <a:pt x="2263124" y="2544681"/>
                  </a:lnTo>
                  <a:lnTo>
                    <a:pt x="2263218" y="2544681"/>
                  </a:lnTo>
                  <a:lnTo>
                    <a:pt x="2263312" y="2544681"/>
                  </a:lnTo>
                  <a:lnTo>
                    <a:pt x="2263406" y="2544681"/>
                  </a:lnTo>
                  <a:lnTo>
                    <a:pt x="2263500" y="2544681"/>
                  </a:lnTo>
                  <a:lnTo>
                    <a:pt x="2263594" y="2544681"/>
                  </a:lnTo>
                  <a:lnTo>
                    <a:pt x="2263688" y="2544681"/>
                  </a:lnTo>
                  <a:lnTo>
                    <a:pt x="2263782" y="2544681"/>
                  </a:lnTo>
                  <a:lnTo>
                    <a:pt x="2263876" y="2544681"/>
                  </a:lnTo>
                  <a:lnTo>
                    <a:pt x="2263970" y="2544681"/>
                  </a:lnTo>
                  <a:lnTo>
                    <a:pt x="2264064" y="2544681"/>
                  </a:lnTo>
                  <a:lnTo>
                    <a:pt x="2264158" y="2544681"/>
                  </a:lnTo>
                  <a:lnTo>
                    <a:pt x="2264252" y="2544681"/>
                  </a:lnTo>
                  <a:lnTo>
                    <a:pt x="2264346" y="2544681"/>
                  </a:lnTo>
                  <a:lnTo>
                    <a:pt x="2264440" y="2544681"/>
                  </a:lnTo>
                  <a:lnTo>
                    <a:pt x="2264534" y="2544681"/>
                  </a:lnTo>
                  <a:lnTo>
                    <a:pt x="2264628" y="2544681"/>
                  </a:lnTo>
                  <a:lnTo>
                    <a:pt x="2264723" y="2544681"/>
                  </a:lnTo>
                  <a:lnTo>
                    <a:pt x="2264817" y="2544681"/>
                  </a:lnTo>
                  <a:lnTo>
                    <a:pt x="2264911" y="2544681"/>
                  </a:lnTo>
                  <a:lnTo>
                    <a:pt x="2265005" y="2544681"/>
                  </a:lnTo>
                  <a:lnTo>
                    <a:pt x="2265099" y="2544681"/>
                  </a:lnTo>
                  <a:lnTo>
                    <a:pt x="2265193" y="2544681"/>
                  </a:lnTo>
                  <a:lnTo>
                    <a:pt x="2265287" y="2544681"/>
                  </a:lnTo>
                  <a:lnTo>
                    <a:pt x="2265381" y="2544681"/>
                  </a:lnTo>
                  <a:lnTo>
                    <a:pt x="2265475" y="2544681"/>
                  </a:lnTo>
                  <a:lnTo>
                    <a:pt x="2265569" y="2544681"/>
                  </a:lnTo>
                  <a:lnTo>
                    <a:pt x="2265663" y="2544681"/>
                  </a:lnTo>
                  <a:lnTo>
                    <a:pt x="2265757" y="2544681"/>
                  </a:lnTo>
                  <a:lnTo>
                    <a:pt x="2265851" y="2544681"/>
                  </a:lnTo>
                  <a:lnTo>
                    <a:pt x="2265945" y="2544681"/>
                  </a:lnTo>
                  <a:lnTo>
                    <a:pt x="2266039" y="2544681"/>
                  </a:lnTo>
                  <a:lnTo>
                    <a:pt x="2266133" y="2544681"/>
                  </a:lnTo>
                  <a:lnTo>
                    <a:pt x="2266227" y="2544681"/>
                  </a:lnTo>
                  <a:lnTo>
                    <a:pt x="2266321" y="2544681"/>
                  </a:lnTo>
                  <a:lnTo>
                    <a:pt x="2266415" y="2544681"/>
                  </a:lnTo>
                  <a:lnTo>
                    <a:pt x="2266509" y="2544681"/>
                  </a:lnTo>
                  <a:lnTo>
                    <a:pt x="2266603" y="2544681"/>
                  </a:lnTo>
                  <a:lnTo>
                    <a:pt x="2266697" y="2544681"/>
                  </a:lnTo>
                  <a:lnTo>
                    <a:pt x="2266791" y="2544681"/>
                  </a:lnTo>
                  <a:lnTo>
                    <a:pt x="2266885" y="2544681"/>
                  </a:lnTo>
                  <a:lnTo>
                    <a:pt x="2266979" y="2544681"/>
                  </a:lnTo>
                  <a:lnTo>
                    <a:pt x="2267073" y="2544681"/>
                  </a:lnTo>
                  <a:lnTo>
                    <a:pt x="2267167" y="2544681"/>
                  </a:lnTo>
                  <a:lnTo>
                    <a:pt x="2267261" y="2544681"/>
                  </a:lnTo>
                  <a:lnTo>
                    <a:pt x="2267355" y="2544681"/>
                  </a:lnTo>
                  <a:lnTo>
                    <a:pt x="2267449" y="2544681"/>
                  </a:lnTo>
                  <a:lnTo>
                    <a:pt x="2267543" y="2544681"/>
                  </a:lnTo>
                  <a:lnTo>
                    <a:pt x="2267637" y="2544681"/>
                  </a:lnTo>
                  <a:lnTo>
                    <a:pt x="2267731" y="2544681"/>
                  </a:lnTo>
                  <a:lnTo>
                    <a:pt x="2267825" y="2544681"/>
                  </a:lnTo>
                  <a:lnTo>
                    <a:pt x="2267919" y="2544681"/>
                  </a:lnTo>
                  <a:lnTo>
                    <a:pt x="2268013" y="2544681"/>
                  </a:lnTo>
                  <a:lnTo>
                    <a:pt x="2268107" y="2544681"/>
                  </a:lnTo>
                  <a:lnTo>
                    <a:pt x="2268201" y="2544681"/>
                  </a:lnTo>
                  <a:lnTo>
                    <a:pt x="2268296" y="2544681"/>
                  </a:lnTo>
                  <a:lnTo>
                    <a:pt x="2268390" y="2544681"/>
                  </a:lnTo>
                  <a:lnTo>
                    <a:pt x="2268484" y="2544681"/>
                  </a:lnTo>
                  <a:lnTo>
                    <a:pt x="2268578" y="2544681"/>
                  </a:lnTo>
                  <a:lnTo>
                    <a:pt x="2268672" y="2544681"/>
                  </a:lnTo>
                  <a:lnTo>
                    <a:pt x="2268766" y="2544681"/>
                  </a:lnTo>
                  <a:lnTo>
                    <a:pt x="2268860" y="2544681"/>
                  </a:lnTo>
                  <a:lnTo>
                    <a:pt x="2268954" y="2544681"/>
                  </a:lnTo>
                  <a:lnTo>
                    <a:pt x="2269048" y="2544681"/>
                  </a:lnTo>
                  <a:lnTo>
                    <a:pt x="2269142" y="2544681"/>
                  </a:lnTo>
                  <a:lnTo>
                    <a:pt x="2269236" y="2544681"/>
                  </a:lnTo>
                  <a:lnTo>
                    <a:pt x="2269330" y="2544681"/>
                  </a:lnTo>
                  <a:lnTo>
                    <a:pt x="2269424" y="2544681"/>
                  </a:lnTo>
                  <a:lnTo>
                    <a:pt x="2269518" y="2544681"/>
                  </a:lnTo>
                  <a:lnTo>
                    <a:pt x="2269612" y="2544681"/>
                  </a:lnTo>
                  <a:lnTo>
                    <a:pt x="2269706" y="2544681"/>
                  </a:lnTo>
                  <a:lnTo>
                    <a:pt x="2269800" y="2544681"/>
                  </a:lnTo>
                  <a:lnTo>
                    <a:pt x="2269894" y="2544681"/>
                  </a:lnTo>
                  <a:lnTo>
                    <a:pt x="2269988" y="2544681"/>
                  </a:lnTo>
                  <a:lnTo>
                    <a:pt x="2270082" y="2544681"/>
                  </a:lnTo>
                  <a:lnTo>
                    <a:pt x="2270176" y="2544681"/>
                  </a:lnTo>
                  <a:lnTo>
                    <a:pt x="2270176" y="2539401"/>
                  </a:lnTo>
                  <a:lnTo>
                    <a:pt x="2270270" y="2539401"/>
                  </a:lnTo>
                  <a:lnTo>
                    <a:pt x="2270364" y="2539401"/>
                  </a:lnTo>
                  <a:lnTo>
                    <a:pt x="2270458" y="2539401"/>
                  </a:lnTo>
                  <a:lnTo>
                    <a:pt x="2270552" y="2539401"/>
                  </a:lnTo>
                  <a:lnTo>
                    <a:pt x="2270646" y="2539401"/>
                  </a:lnTo>
                  <a:lnTo>
                    <a:pt x="2270740" y="2539401"/>
                  </a:lnTo>
                  <a:lnTo>
                    <a:pt x="2270834" y="2539401"/>
                  </a:lnTo>
                  <a:lnTo>
                    <a:pt x="2270928" y="2539401"/>
                  </a:lnTo>
                  <a:lnTo>
                    <a:pt x="2271022" y="2539401"/>
                  </a:lnTo>
                  <a:lnTo>
                    <a:pt x="2271116" y="2539401"/>
                  </a:lnTo>
                  <a:lnTo>
                    <a:pt x="2271210" y="2539401"/>
                  </a:lnTo>
                  <a:lnTo>
                    <a:pt x="2271304" y="2539401"/>
                  </a:lnTo>
                  <a:lnTo>
                    <a:pt x="2271398" y="2539401"/>
                  </a:lnTo>
                  <a:lnTo>
                    <a:pt x="2271492" y="2539401"/>
                  </a:lnTo>
                  <a:lnTo>
                    <a:pt x="2271586" y="2539401"/>
                  </a:lnTo>
                  <a:lnTo>
                    <a:pt x="2271680" y="2539401"/>
                  </a:lnTo>
                  <a:lnTo>
                    <a:pt x="2271774" y="2539401"/>
                  </a:lnTo>
                  <a:lnTo>
                    <a:pt x="2271869" y="2539401"/>
                  </a:lnTo>
                  <a:lnTo>
                    <a:pt x="2271963" y="2539401"/>
                  </a:lnTo>
                  <a:lnTo>
                    <a:pt x="2272057" y="2539401"/>
                  </a:lnTo>
                  <a:lnTo>
                    <a:pt x="2272151" y="2539401"/>
                  </a:lnTo>
                  <a:lnTo>
                    <a:pt x="2272245" y="2539401"/>
                  </a:lnTo>
                  <a:lnTo>
                    <a:pt x="2272339" y="2539401"/>
                  </a:lnTo>
                  <a:lnTo>
                    <a:pt x="2272433" y="2539401"/>
                  </a:lnTo>
                  <a:lnTo>
                    <a:pt x="2272527" y="2539401"/>
                  </a:lnTo>
                  <a:lnTo>
                    <a:pt x="2272621" y="2539401"/>
                  </a:lnTo>
                  <a:lnTo>
                    <a:pt x="2272715" y="2539401"/>
                  </a:lnTo>
                  <a:lnTo>
                    <a:pt x="2272809" y="2539401"/>
                  </a:lnTo>
                  <a:lnTo>
                    <a:pt x="2272903" y="2539401"/>
                  </a:lnTo>
                  <a:lnTo>
                    <a:pt x="2272997" y="2539401"/>
                  </a:lnTo>
                  <a:lnTo>
                    <a:pt x="2273091" y="2539401"/>
                  </a:lnTo>
                  <a:lnTo>
                    <a:pt x="2273185" y="2539401"/>
                  </a:lnTo>
                  <a:lnTo>
                    <a:pt x="2273279" y="2539401"/>
                  </a:lnTo>
                  <a:lnTo>
                    <a:pt x="2273373" y="2539401"/>
                  </a:lnTo>
                  <a:lnTo>
                    <a:pt x="2273467" y="2539401"/>
                  </a:lnTo>
                  <a:lnTo>
                    <a:pt x="2273561" y="2539401"/>
                  </a:lnTo>
                  <a:lnTo>
                    <a:pt x="2273655" y="2539401"/>
                  </a:lnTo>
                  <a:lnTo>
                    <a:pt x="2273749" y="2539401"/>
                  </a:lnTo>
                  <a:lnTo>
                    <a:pt x="2273843" y="2539401"/>
                  </a:lnTo>
                  <a:lnTo>
                    <a:pt x="2273937" y="2539401"/>
                  </a:lnTo>
                  <a:lnTo>
                    <a:pt x="2274031" y="2539401"/>
                  </a:lnTo>
                  <a:lnTo>
                    <a:pt x="2274125" y="2539401"/>
                  </a:lnTo>
                  <a:lnTo>
                    <a:pt x="2274219" y="2539401"/>
                  </a:lnTo>
                  <a:lnTo>
                    <a:pt x="2274313" y="2539401"/>
                  </a:lnTo>
                  <a:lnTo>
                    <a:pt x="2274407" y="2539401"/>
                  </a:lnTo>
                  <a:lnTo>
                    <a:pt x="2274501" y="2539401"/>
                  </a:lnTo>
                  <a:lnTo>
                    <a:pt x="2274595" y="2539401"/>
                  </a:lnTo>
                  <a:lnTo>
                    <a:pt x="2274689" y="2539401"/>
                  </a:lnTo>
                  <a:lnTo>
                    <a:pt x="2274783" y="2539401"/>
                  </a:lnTo>
                  <a:lnTo>
                    <a:pt x="2274877" y="2539401"/>
                  </a:lnTo>
                  <a:lnTo>
                    <a:pt x="2274971" y="2539401"/>
                  </a:lnTo>
                  <a:lnTo>
                    <a:pt x="2275065" y="2539401"/>
                  </a:lnTo>
                  <a:lnTo>
                    <a:pt x="2275159" y="2539401"/>
                  </a:lnTo>
                  <a:lnTo>
                    <a:pt x="2275253" y="2539401"/>
                  </a:lnTo>
                  <a:lnTo>
                    <a:pt x="2275347" y="2539401"/>
                  </a:lnTo>
                  <a:lnTo>
                    <a:pt x="2275442" y="2539401"/>
                  </a:lnTo>
                  <a:lnTo>
                    <a:pt x="2275536" y="2539401"/>
                  </a:lnTo>
                  <a:lnTo>
                    <a:pt x="2275630" y="2539401"/>
                  </a:lnTo>
                  <a:lnTo>
                    <a:pt x="2275724" y="2539401"/>
                  </a:lnTo>
                  <a:lnTo>
                    <a:pt x="2275818" y="2539401"/>
                  </a:lnTo>
                  <a:lnTo>
                    <a:pt x="2275912" y="2539401"/>
                  </a:lnTo>
                  <a:lnTo>
                    <a:pt x="2276006" y="2539401"/>
                  </a:lnTo>
                  <a:lnTo>
                    <a:pt x="2276100" y="2539401"/>
                  </a:lnTo>
                  <a:lnTo>
                    <a:pt x="2276194" y="2539401"/>
                  </a:lnTo>
                  <a:lnTo>
                    <a:pt x="2276288" y="2539401"/>
                  </a:lnTo>
                  <a:lnTo>
                    <a:pt x="2276382" y="2539401"/>
                  </a:lnTo>
                  <a:lnTo>
                    <a:pt x="2276476" y="2539401"/>
                  </a:lnTo>
                  <a:lnTo>
                    <a:pt x="2276570" y="2539401"/>
                  </a:lnTo>
                  <a:lnTo>
                    <a:pt x="2276664" y="2539401"/>
                  </a:lnTo>
                  <a:lnTo>
                    <a:pt x="2276758" y="2539401"/>
                  </a:lnTo>
                  <a:lnTo>
                    <a:pt x="2276758" y="2534122"/>
                  </a:lnTo>
                  <a:lnTo>
                    <a:pt x="2276852" y="2534122"/>
                  </a:lnTo>
                  <a:lnTo>
                    <a:pt x="2276852" y="2528842"/>
                  </a:lnTo>
                  <a:lnTo>
                    <a:pt x="2276946" y="2528842"/>
                  </a:lnTo>
                  <a:lnTo>
                    <a:pt x="2277040" y="2528842"/>
                  </a:lnTo>
                  <a:lnTo>
                    <a:pt x="2277134" y="2528842"/>
                  </a:lnTo>
                  <a:lnTo>
                    <a:pt x="2277228" y="2528842"/>
                  </a:lnTo>
                  <a:lnTo>
                    <a:pt x="2277228" y="2523563"/>
                  </a:lnTo>
                  <a:lnTo>
                    <a:pt x="2277322" y="2523563"/>
                  </a:lnTo>
                  <a:lnTo>
                    <a:pt x="2277416" y="2523563"/>
                  </a:lnTo>
                  <a:lnTo>
                    <a:pt x="2277510" y="2523563"/>
                  </a:lnTo>
                  <a:lnTo>
                    <a:pt x="2277604" y="2523563"/>
                  </a:lnTo>
                  <a:lnTo>
                    <a:pt x="2277698" y="2523563"/>
                  </a:lnTo>
                  <a:lnTo>
                    <a:pt x="2277792" y="2523563"/>
                  </a:lnTo>
                  <a:lnTo>
                    <a:pt x="2277886" y="2523563"/>
                  </a:lnTo>
                  <a:lnTo>
                    <a:pt x="2277980" y="2523563"/>
                  </a:lnTo>
                  <a:lnTo>
                    <a:pt x="2278074" y="2523563"/>
                  </a:lnTo>
                  <a:lnTo>
                    <a:pt x="2278168" y="2523563"/>
                  </a:lnTo>
                  <a:lnTo>
                    <a:pt x="2278262" y="2523563"/>
                  </a:lnTo>
                  <a:lnTo>
                    <a:pt x="2278356" y="2523563"/>
                  </a:lnTo>
                  <a:lnTo>
                    <a:pt x="2278450" y="2523563"/>
                  </a:lnTo>
                  <a:lnTo>
                    <a:pt x="2278544" y="2523563"/>
                  </a:lnTo>
                  <a:lnTo>
                    <a:pt x="2278638" y="2523563"/>
                  </a:lnTo>
                  <a:lnTo>
                    <a:pt x="2278732" y="2523563"/>
                  </a:lnTo>
                  <a:lnTo>
                    <a:pt x="2278826" y="2523563"/>
                  </a:lnTo>
                  <a:lnTo>
                    <a:pt x="2278921" y="2523563"/>
                  </a:lnTo>
                  <a:lnTo>
                    <a:pt x="2279015" y="2523563"/>
                  </a:lnTo>
                  <a:lnTo>
                    <a:pt x="2279109" y="2523563"/>
                  </a:lnTo>
                  <a:lnTo>
                    <a:pt x="2279203" y="2523563"/>
                  </a:lnTo>
                  <a:lnTo>
                    <a:pt x="2279297" y="2523563"/>
                  </a:lnTo>
                  <a:lnTo>
                    <a:pt x="2279391" y="2523563"/>
                  </a:lnTo>
                  <a:lnTo>
                    <a:pt x="2279485" y="2523563"/>
                  </a:lnTo>
                  <a:lnTo>
                    <a:pt x="2279579" y="2523563"/>
                  </a:lnTo>
                  <a:lnTo>
                    <a:pt x="2279673" y="2523563"/>
                  </a:lnTo>
                  <a:lnTo>
                    <a:pt x="2279767" y="2523563"/>
                  </a:lnTo>
                  <a:lnTo>
                    <a:pt x="2279861" y="2523563"/>
                  </a:lnTo>
                  <a:lnTo>
                    <a:pt x="2279955" y="2523563"/>
                  </a:lnTo>
                  <a:lnTo>
                    <a:pt x="2280049" y="2523563"/>
                  </a:lnTo>
                  <a:lnTo>
                    <a:pt x="2280143" y="2523563"/>
                  </a:lnTo>
                  <a:lnTo>
                    <a:pt x="2280237" y="2523563"/>
                  </a:lnTo>
                  <a:lnTo>
                    <a:pt x="2280331" y="2523563"/>
                  </a:lnTo>
                  <a:lnTo>
                    <a:pt x="2280425" y="2523563"/>
                  </a:lnTo>
                  <a:lnTo>
                    <a:pt x="2280519" y="2523563"/>
                  </a:lnTo>
                  <a:lnTo>
                    <a:pt x="2280613" y="2523563"/>
                  </a:lnTo>
                  <a:lnTo>
                    <a:pt x="2280707" y="2523563"/>
                  </a:lnTo>
                  <a:lnTo>
                    <a:pt x="2280801" y="2523563"/>
                  </a:lnTo>
                  <a:lnTo>
                    <a:pt x="2280895" y="2523563"/>
                  </a:lnTo>
                  <a:lnTo>
                    <a:pt x="2280989" y="2523563"/>
                  </a:lnTo>
                  <a:lnTo>
                    <a:pt x="2281083" y="2523563"/>
                  </a:lnTo>
                  <a:lnTo>
                    <a:pt x="2281177" y="2523563"/>
                  </a:lnTo>
                  <a:lnTo>
                    <a:pt x="2281271" y="2523563"/>
                  </a:lnTo>
                  <a:lnTo>
                    <a:pt x="2281365" y="2523563"/>
                  </a:lnTo>
                  <a:lnTo>
                    <a:pt x="2281459" y="2523563"/>
                  </a:lnTo>
                  <a:lnTo>
                    <a:pt x="2281553" y="2523563"/>
                  </a:lnTo>
                  <a:lnTo>
                    <a:pt x="2281647" y="2523563"/>
                  </a:lnTo>
                  <a:lnTo>
                    <a:pt x="2281741" y="2523563"/>
                  </a:lnTo>
                  <a:lnTo>
                    <a:pt x="2281835" y="2523563"/>
                  </a:lnTo>
                  <a:lnTo>
                    <a:pt x="2281929" y="2523563"/>
                  </a:lnTo>
                  <a:lnTo>
                    <a:pt x="2282023" y="2523563"/>
                  </a:lnTo>
                  <a:lnTo>
                    <a:pt x="2282117" y="2523563"/>
                  </a:lnTo>
                  <a:lnTo>
                    <a:pt x="2282211" y="2523563"/>
                  </a:lnTo>
                  <a:lnTo>
                    <a:pt x="2282305" y="2523563"/>
                  </a:lnTo>
                  <a:lnTo>
                    <a:pt x="2282399" y="2523563"/>
                  </a:lnTo>
                  <a:lnTo>
                    <a:pt x="2282494" y="2523563"/>
                  </a:lnTo>
                  <a:lnTo>
                    <a:pt x="2282588" y="2523563"/>
                  </a:lnTo>
                  <a:lnTo>
                    <a:pt x="2282682" y="2523563"/>
                  </a:lnTo>
                  <a:lnTo>
                    <a:pt x="2282776" y="2523563"/>
                  </a:lnTo>
                  <a:lnTo>
                    <a:pt x="2282870" y="2523563"/>
                  </a:lnTo>
                  <a:lnTo>
                    <a:pt x="2282964" y="2523563"/>
                  </a:lnTo>
                  <a:lnTo>
                    <a:pt x="2283058" y="2523563"/>
                  </a:lnTo>
                  <a:lnTo>
                    <a:pt x="2283152" y="2523563"/>
                  </a:lnTo>
                  <a:lnTo>
                    <a:pt x="2283246" y="2523563"/>
                  </a:lnTo>
                  <a:lnTo>
                    <a:pt x="2283340" y="2523563"/>
                  </a:lnTo>
                  <a:lnTo>
                    <a:pt x="2283434" y="2523563"/>
                  </a:lnTo>
                  <a:lnTo>
                    <a:pt x="2283528" y="2523563"/>
                  </a:lnTo>
                  <a:lnTo>
                    <a:pt x="2283622" y="2523563"/>
                  </a:lnTo>
                  <a:lnTo>
                    <a:pt x="2283716" y="2523563"/>
                  </a:lnTo>
                  <a:lnTo>
                    <a:pt x="2283810" y="2523563"/>
                  </a:lnTo>
                  <a:lnTo>
                    <a:pt x="2283904" y="2523563"/>
                  </a:lnTo>
                  <a:lnTo>
                    <a:pt x="2283998" y="2523563"/>
                  </a:lnTo>
                  <a:lnTo>
                    <a:pt x="2284092" y="2523563"/>
                  </a:lnTo>
                  <a:lnTo>
                    <a:pt x="2284092" y="2518283"/>
                  </a:lnTo>
                  <a:lnTo>
                    <a:pt x="2284186" y="2518283"/>
                  </a:lnTo>
                  <a:lnTo>
                    <a:pt x="2284280" y="2518283"/>
                  </a:lnTo>
                  <a:lnTo>
                    <a:pt x="2284374" y="2518283"/>
                  </a:lnTo>
                  <a:lnTo>
                    <a:pt x="2284468" y="2518283"/>
                  </a:lnTo>
                  <a:lnTo>
                    <a:pt x="2284562" y="2518283"/>
                  </a:lnTo>
                  <a:lnTo>
                    <a:pt x="2284656" y="2518283"/>
                  </a:lnTo>
                  <a:lnTo>
                    <a:pt x="2284750" y="2518283"/>
                  </a:lnTo>
                  <a:lnTo>
                    <a:pt x="2284844" y="2518283"/>
                  </a:lnTo>
                  <a:lnTo>
                    <a:pt x="2284938" y="2518283"/>
                  </a:lnTo>
                  <a:lnTo>
                    <a:pt x="2285032" y="2518283"/>
                  </a:lnTo>
                  <a:lnTo>
                    <a:pt x="2285126" y="2518283"/>
                  </a:lnTo>
                  <a:lnTo>
                    <a:pt x="2285220" y="2518283"/>
                  </a:lnTo>
                  <a:lnTo>
                    <a:pt x="2285314" y="2518283"/>
                  </a:lnTo>
                  <a:lnTo>
                    <a:pt x="2285408" y="2518283"/>
                  </a:lnTo>
                  <a:lnTo>
                    <a:pt x="2285502" y="2518283"/>
                  </a:lnTo>
                  <a:lnTo>
                    <a:pt x="2285596" y="2518283"/>
                  </a:lnTo>
                  <a:lnTo>
                    <a:pt x="2285690" y="2518283"/>
                  </a:lnTo>
                  <a:lnTo>
                    <a:pt x="2285784" y="2518283"/>
                  </a:lnTo>
                  <a:lnTo>
                    <a:pt x="2285878" y="2518283"/>
                  </a:lnTo>
                  <a:lnTo>
                    <a:pt x="2285972" y="2518283"/>
                  </a:lnTo>
                  <a:lnTo>
                    <a:pt x="2286067" y="2518283"/>
                  </a:lnTo>
                  <a:lnTo>
                    <a:pt x="2286161" y="2518283"/>
                  </a:lnTo>
                  <a:lnTo>
                    <a:pt x="2286255" y="2518283"/>
                  </a:lnTo>
                  <a:lnTo>
                    <a:pt x="2286349" y="2518283"/>
                  </a:lnTo>
                  <a:lnTo>
                    <a:pt x="2286443" y="2518283"/>
                  </a:lnTo>
                  <a:lnTo>
                    <a:pt x="2286537" y="2518283"/>
                  </a:lnTo>
                  <a:lnTo>
                    <a:pt x="2286631" y="2518283"/>
                  </a:lnTo>
                  <a:lnTo>
                    <a:pt x="2286725" y="2518283"/>
                  </a:lnTo>
                  <a:lnTo>
                    <a:pt x="2286819" y="2518283"/>
                  </a:lnTo>
                  <a:lnTo>
                    <a:pt x="2286913" y="2518283"/>
                  </a:lnTo>
                  <a:lnTo>
                    <a:pt x="2287007" y="2518283"/>
                  </a:lnTo>
                  <a:lnTo>
                    <a:pt x="2287101" y="2518283"/>
                  </a:lnTo>
                  <a:lnTo>
                    <a:pt x="2287195" y="2518283"/>
                  </a:lnTo>
                  <a:lnTo>
                    <a:pt x="2287289" y="2518283"/>
                  </a:lnTo>
                  <a:lnTo>
                    <a:pt x="2287383" y="2518283"/>
                  </a:lnTo>
                  <a:lnTo>
                    <a:pt x="2287477" y="2518283"/>
                  </a:lnTo>
                  <a:lnTo>
                    <a:pt x="2287571" y="2518283"/>
                  </a:lnTo>
                  <a:lnTo>
                    <a:pt x="2287665" y="2518283"/>
                  </a:lnTo>
                  <a:lnTo>
                    <a:pt x="2287759" y="2518283"/>
                  </a:lnTo>
                  <a:lnTo>
                    <a:pt x="2287853" y="2518283"/>
                  </a:lnTo>
                  <a:lnTo>
                    <a:pt x="2287947" y="2518283"/>
                  </a:lnTo>
                  <a:lnTo>
                    <a:pt x="2288041" y="2518283"/>
                  </a:lnTo>
                  <a:lnTo>
                    <a:pt x="2288135" y="2518283"/>
                  </a:lnTo>
                  <a:lnTo>
                    <a:pt x="2288229" y="2518283"/>
                  </a:lnTo>
                  <a:lnTo>
                    <a:pt x="2288323" y="2518283"/>
                  </a:lnTo>
                  <a:lnTo>
                    <a:pt x="2288417" y="2518283"/>
                  </a:lnTo>
                  <a:lnTo>
                    <a:pt x="2288511" y="2518283"/>
                  </a:lnTo>
                  <a:lnTo>
                    <a:pt x="2288605" y="2518283"/>
                  </a:lnTo>
                  <a:lnTo>
                    <a:pt x="2288699" y="2518283"/>
                  </a:lnTo>
                  <a:lnTo>
                    <a:pt x="2288793" y="2518283"/>
                  </a:lnTo>
                  <a:lnTo>
                    <a:pt x="2288887" y="2518283"/>
                  </a:lnTo>
                  <a:lnTo>
                    <a:pt x="2288981" y="2518283"/>
                  </a:lnTo>
                  <a:lnTo>
                    <a:pt x="2289075" y="2518283"/>
                  </a:lnTo>
                  <a:lnTo>
                    <a:pt x="2289169" y="2518283"/>
                  </a:lnTo>
                  <a:lnTo>
                    <a:pt x="2289263" y="2518283"/>
                  </a:lnTo>
                  <a:lnTo>
                    <a:pt x="2289357" y="2518283"/>
                  </a:lnTo>
                  <a:lnTo>
                    <a:pt x="2289451" y="2518283"/>
                  </a:lnTo>
                  <a:lnTo>
                    <a:pt x="2289546" y="2518283"/>
                  </a:lnTo>
                  <a:lnTo>
                    <a:pt x="2289640" y="2518283"/>
                  </a:lnTo>
                  <a:lnTo>
                    <a:pt x="2289734" y="2518283"/>
                  </a:lnTo>
                  <a:lnTo>
                    <a:pt x="2289828" y="2518283"/>
                  </a:lnTo>
                  <a:lnTo>
                    <a:pt x="2289922" y="2518283"/>
                  </a:lnTo>
                  <a:lnTo>
                    <a:pt x="2290016" y="2518283"/>
                  </a:lnTo>
                  <a:lnTo>
                    <a:pt x="2290110" y="2518283"/>
                  </a:lnTo>
                  <a:lnTo>
                    <a:pt x="2290204" y="2518283"/>
                  </a:lnTo>
                  <a:lnTo>
                    <a:pt x="2290298" y="2518283"/>
                  </a:lnTo>
                  <a:lnTo>
                    <a:pt x="2290392" y="2518283"/>
                  </a:lnTo>
                  <a:lnTo>
                    <a:pt x="2290486" y="2518283"/>
                  </a:lnTo>
                  <a:lnTo>
                    <a:pt x="2290580" y="2518283"/>
                  </a:lnTo>
                  <a:lnTo>
                    <a:pt x="2290674" y="2518283"/>
                  </a:lnTo>
                  <a:lnTo>
                    <a:pt x="2290674" y="2513004"/>
                  </a:lnTo>
                  <a:lnTo>
                    <a:pt x="2290768" y="2513004"/>
                  </a:lnTo>
                  <a:lnTo>
                    <a:pt x="2290862" y="2513004"/>
                  </a:lnTo>
                  <a:lnTo>
                    <a:pt x="2290956" y="2513004"/>
                  </a:lnTo>
                  <a:lnTo>
                    <a:pt x="2291050" y="2513004"/>
                  </a:lnTo>
                  <a:lnTo>
                    <a:pt x="2291144" y="2513004"/>
                  </a:lnTo>
                  <a:lnTo>
                    <a:pt x="2291238" y="2513004"/>
                  </a:lnTo>
                  <a:lnTo>
                    <a:pt x="2291332" y="2513004"/>
                  </a:lnTo>
                  <a:lnTo>
                    <a:pt x="2291426" y="2513004"/>
                  </a:lnTo>
                  <a:lnTo>
                    <a:pt x="2291520" y="2513004"/>
                  </a:lnTo>
                  <a:lnTo>
                    <a:pt x="2291614" y="2513004"/>
                  </a:lnTo>
                  <a:lnTo>
                    <a:pt x="2291708" y="2513004"/>
                  </a:lnTo>
                  <a:lnTo>
                    <a:pt x="2291802" y="2513004"/>
                  </a:lnTo>
                  <a:lnTo>
                    <a:pt x="2291896" y="2513004"/>
                  </a:lnTo>
                  <a:lnTo>
                    <a:pt x="2291990" y="2513004"/>
                  </a:lnTo>
                  <a:lnTo>
                    <a:pt x="2292084" y="2513004"/>
                  </a:lnTo>
                  <a:lnTo>
                    <a:pt x="2292178" y="2513004"/>
                  </a:lnTo>
                  <a:lnTo>
                    <a:pt x="2292272" y="2513004"/>
                  </a:lnTo>
                  <a:lnTo>
                    <a:pt x="2292366" y="2513004"/>
                  </a:lnTo>
                  <a:lnTo>
                    <a:pt x="2292460" y="2513004"/>
                  </a:lnTo>
                  <a:lnTo>
                    <a:pt x="2292554" y="2513004"/>
                  </a:lnTo>
                  <a:lnTo>
                    <a:pt x="2292648" y="2513004"/>
                  </a:lnTo>
                  <a:lnTo>
                    <a:pt x="2292742" y="2513004"/>
                  </a:lnTo>
                  <a:lnTo>
                    <a:pt x="2292836" y="2513004"/>
                  </a:lnTo>
                  <a:lnTo>
                    <a:pt x="2292930" y="2513004"/>
                  </a:lnTo>
                  <a:lnTo>
                    <a:pt x="2293024" y="2513004"/>
                  </a:lnTo>
                  <a:lnTo>
                    <a:pt x="2293119" y="2513004"/>
                  </a:lnTo>
                  <a:lnTo>
                    <a:pt x="2293213" y="2513004"/>
                  </a:lnTo>
                  <a:lnTo>
                    <a:pt x="2293307" y="2513004"/>
                  </a:lnTo>
                  <a:lnTo>
                    <a:pt x="2293401" y="2513004"/>
                  </a:lnTo>
                  <a:lnTo>
                    <a:pt x="2293495" y="2513004"/>
                  </a:lnTo>
                  <a:lnTo>
                    <a:pt x="2293589" y="2513004"/>
                  </a:lnTo>
                  <a:lnTo>
                    <a:pt x="2293683" y="2513004"/>
                  </a:lnTo>
                  <a:lnTo>
                    <a:pt x="2293777" y="2513004"/>
                  </a:lnTo>
                  <a:lnTo>
                    <a:pt x="2293871" y="2513004"/>
                  </a:lnTo>
                  <a:lnTo>
                    <a:pt x="2293965" y="2513004"/>
                  </a:lnTo>
                  <a:lnTo>
                    <a:pt x="2294059" y="2513004"/>
                  </a:lnTo>
                  <a:lnTo>
                    <a:pt x="2294153" y="2513004"/>
                  </a:lnTo>
                  <a:lnTo>
                    <a:pt x="2294247" y="2513004"/>
                  </a:lnTo>
                  <a:lnTo>
                    <a:pt x="2294341" y="2513004"/>
                  </a:lnTo>
                  <a:lnTo>
                    <a:pt x="2294435" y="2513004"/>
                  </a:lnTo>
                  <a:lnTo>
                    <a:pt x="2294529" y="2513004"/>
                  </a:lnTo>
                  <a:lnTo>
                    <a:pt x="2294623" y="2513004"/>
                  </a:lnTo>
                  <a:lnTo>
                    <a:pt x="2294717" y="2513004"/>
                  </a:lnTo>
                  <a:lnTo>
                    <a:pt x="2294811" y="2513004"/>
                  </a:lnTo>
                  <a:lnTo>
                    <a:pt x="2294905" y="2513004"/>
                  </a:lnTo>
                  <a:lnTo>
                    <a:pt x="2294999" y="2513004"/>
                  </a:lnTo>
                  <a:lnTo>
                    <a:pt x="2295093" y="2513004"/>
                  </a:lnTo>
                  <a:lnTo>
                    <a:pt x="2295187" y="2513004"/>
                  </a:lnTo>
                  <a:lnTo>
                    <a:pt x="2295281" y="2513004"/>
                  </a:lnTo>
                  <a:lnTo>
                    <a:pt x="2295375" y="2513004"/>
                  </a:lnTo>
                  <a:lnTo>
                    <a:pt x="2295469" y="2513004"/>
                  </a:lnTo>
                  <a:lnTo>
                    <a:pt x="2295563" y="2513004"/>
                  </a:lnTo>
                  <a:lnTo>
                    <a:pt x="2295657" y="2513004"/>
                  </a:lnTo>
                  <a:lnTo>
                    <a:pt x="2295751" y="2513004"/>
                  </a:lnTo>
                  <a:lnTo>
                    <a:pt x="2295845" y="2513004"/>
                  </a:lnTo>
                  <a:lnTo>
                    <a:pt x="2295845" y="2507725"/>
                  </a:lnTo>
                  <a:lnTo>
                    <a:pt x="2295939" y="2507725"/>
                  </a:lnTo>
                  <a:lnTo>
                    <a:pt x="2296033" y="2507725"/>
                  </a:lnTo>
                  <a:lnTo>
                    <a:pt x="2296127" y="2507725"/>
                  </a:lnTo>
                  <a:lnTo>
                    <a:pt x="2296221" y="2507725"/>
                  </a:lnTo>
                  <a:lnTo>
                    <a:pt x="2296315" y="2507725"/>
                  </a:lnTo>
                  <a:lnTo>
                    <a:pt x="2296409" y="2507725"/>
                  </a:lnTo>
                  <a:lnTo>
                    <a:pt x="2296503" y="2507725"/>
                  </a:lnTo>
                  <a:lnTo>
                    <a:pt x="2296597" y="2507725"/>
                  </a:lnTo>
                  <a:lnTo>
                    <a:pt x="2296692" y="2507725"/>
                  </a:lnTo>
                  <a:lnTo>
                    <a:pt x="2296786" y="2507725"/>
                  </a:lnTo>
                  <a:lnTo>
                    <a:pt x="2296880" y="2507725"/>
                  </a:lnTo>
                  <a:lnTo>
                    <a:pt x="2296974" y="2507725"/>
                  </a:lnTo>
                  <a:lnTo>
                    <a:pt x="2297068" y="2507725"/>
                  </a:lnTo>
                  <a:lnTo>
                    <a:pt x="2297162" y="2507725"/>
                  </a:lnTo>
                  <a:lnTo>
                    <a:pt x="2297256" y="2507725"/>
                  </a:lnTo>
                  <a:lnTo>
                    <a:pt x="2297350" y="2507725"/>
                  </a:lnTo>
                  <a:lnTo>
                    <a:pt x="2297444" y="2507725"/>
                  </a:lnTo>
                  <a:lnTo>
                    <a:pt x="2297538" y="2507725"/>
                  </a:lnTo>
                  <a:lnTo>
                    <a:pt x="2297632" y="2507725"/>
                  </a:lnTo>
                  <a:lnTo>
                    <a:pt x="2297726" y="2507725"/>
                  </a:lnTo>
                  <a:lnTo>
                    <a:pt x="2297820" y="2507725"/>
                  </a:lnTo>
                  <a:lnTo>
                    <a:pt x="2297914" y="2507725"/>
                  </a:lnTo>
                  <a:lnTo>
                    <a:pt x="2298008" y="2507725"/>
                  </a:lnTo>
                  <a:lnTo>
                    <a:pt x="2298102" y="2507725"/>
                  </a:lnTo>
                  <a:lnTo>
                    <a:pt x="2298196" y="2507725"/>
                  </a:lnTo>
                  <a:lnTo>
                    <a:pt x="2298290" y="2507725"/>
                  </a:lnTo>
                  <a:lnTo>
                    <a:pt x="2298384" y="2507725"/>
                  </a:lnTo>
                  <a:lnTo>
                    <a:pt x="2298478" y="2507725"/>
                  </a:lnTo>
                  <a:lnTo>
                    <a:pt x="2298572" y="2507725"/>
                  </a:lnTo>
                  <a:lnTo>
                    <a:pt x="2298666" y="2507725"/>
                  </a:lnTo>
                  <a:lnTo>
                    <a:pt x="2298760" y="2507725"/>
                  </a:lnTo>
                  <a:lnTo>
                    <a:pt x="2298854" y="2507725"/>
                  </a:lnTo>
                  <a:lnTo>
                    <a:pt x="2298854" y="2502445"/>
                  </a:lnTo>
                  <a:lnTo>
                    <a:pt x="2298948" y="2502445"/>
                  </a:lnTo>
                  <a:lnTo>
                    <a:pt x="2299042" y="2502445"/>
                  </a:lnTo>
                  <a:lnTo>
                    <a:pt x="2299136" y="2502445"/>
                  </a:lnTo>
                  <a:lnTo>
                    <a:pt x="2299230" y="2502445"/>
                  </a:lnTo>
                  <a:lnTo>
                    <a:pt x="2299324" y="2502445"/>
                  </a:lnTo>
                  <a:lnTo>
                    <a:pt x="2299418" y="2502445"/>
                  </a:lnTo>
                  <a:lnTo>
                    <a:pt x="2299512" y="2502445"/>
                  </a:lnTo>
                  <a:lnTo>
                    <a:pt x="2299606" y="2502445"/>
                  </a:lnTo>
                  <a:lnTo>
                    <a:pt x="2299700" y="2502445"/>
                  </a:lnTo>
                  <a:lnTo>
                    <a:pt x="2299794" y="2502445"/>
                  </a:lnTo>
                  <a:lnTo>
                    <a:pt x="2299888" y="2502445"/>
                  </a:lnTo>
                  <a:lnTo>
                    <a:pt x="2299982" y="2502445"/>
                  </a:lnTo>
                  <a:lnTo>
                    <a:pt x="2300076" y="2502445"/>
                  </a:lnTo>
                  <a:lnTo>
                    <a:pt x="2300171" y="2502445"/>
                  </a:lnTo>
                  <a:lnTo>
                    <a:pt x="2300265" y="2502445"/>
                  </a:lnTo>
                  <a:lnTo>
                    <a:pt x="2300359" y="2502445"/>
                  </a:lnTo>
                  <a:lnTo>
                    <a:pt x="2300453" y="2502445"/>
                  </a:lnTo>
                  <a:lnTo>
                    <a:pt x="2300547" y="2502445"/>
                  </a:lnTo>
                  <a:lnTo>
                    <a:pt x="2300641" y="2502445"/>
                  </a:lnTo>
                  <a:lnTo>
                    <a:pt x="2300735" y="2502445"/>
                  </a:lnTo>
                  <a:lnTo>
                    <a:pt x="2300829" y="2502445"/>
                  </a:lnTo>
                  <a:lnTo>
                    <a:pt x="2300923" y="2502445"/>
                  </a:lnTo>
                  <a:lnTo>
                    <a:pt x="2301017" y="2502445"/>
                  </a:lnTo>
                  <a:lnTo>
                    <a:pt x="2301111" y="2502445"/>
                  </a:lnTo>
                  <a:lnTo>
                    <a:pt x="2301205" y="2502445"/>
                  </a:lnTo>
                  <a:lnTo>
                    <a:pt x="2301299" y="2502445"/>
                  </a:lnTo>
                  <a:lnTo>
                    <a:pt x="2301393" y="2502445"/>
                  </a:lnTo>
                  <a:lnTo>
                    <a:pt x="2301487" y="2502445"/>
                  </a:lnTo>
                  <a:lnTo>
                    <a:pt x="2301581" y="2502445"/>
                  </a:lnTo>
                  <a:lnTo>
                    <a:pt x="2301675" y="2502445"/>
                  </a:lnTo>
                  <a:lnTo>
                    <a:pt x="2301769" y="2502445"/>
                  </a:lnTo>
                  <a:lnTo>
                    <a:pt x="2301863" y="2502445"/>
                  </a:lnTo>
                  <a:lnTo>
                    <a:pt x="2301957" y="2502445"/>
                  </a:lnTo>
                  <a:lnTo>
                    <a:pt x="2302051" y="2502445"/>
                  </a:lnTo>
                  <a:lnTo>
                    <a:pt x="2302145" y="2502445"/>
                  </a:lnTo>
                  <a:lnTo>
                    <a:pt x="2302239" y="2502445"/>
                  </a:lnTo>
                  <a:lnTo>
                    <a:pt x="2302333" y="2502445"/>
                  </a:lnTo>
                  <a:lnTo>
                    <a:pt x="2302427" y="2502445"/>
                  </a:lnTo>
                  <a:lnTo>
                    <a:pt x="2302521" y="2502445"/>
                  </a:lnTo>
                  <a:lnTo>
                    <a:pt x="2302615" y="2502445"/>
                  </a:lnTo>
                  <a:lnTo>
                    <a:pt x="2302709" y="2502445"/>
                  </a:lnTo>
                  <a:lnTo>
                    <a:pt x="2302803" y="2502445"/>
                  </a:lnTo>
                  <a:lnTo>
                    <a:pt x="2302897" y="2502445"/>
                  </a:lnTo>
                  <a:lnTo>
                    <a:pt x="2302991" y="2502445"/>
                  </a:lnTo>
                  <a:lnTo>
                    <a:pt x="2303085" y="2502445"/>
                  </a:lnTo>
                  <a:lnTo>
                    <a:pt x="2303179" y="2502445"/>
                  </a:lnTo>
                  <a:lnTo>
                    <a:pt x="2303273" y="2502445"/>
                  </a:lnTo>
                  <a:lnTo>
                    <a:pt x="2303367" y="2502445"/>
                  </a:lnTo>
                  <a:lnTo>
                    <a:pt x="2303461" y="2502445"/>
                  </a:lnTo>
                  <a:lnTo>
                    <a:pt x="2303555" y="2502445"/>
                  </a:lnTo>
                  <a:lnTo>
                    <a:pt x="2303649" y="2502445"/>
                  </a:lnTo>
                  <a:lnTo>
                    <a:pt x="2303744" y="2502445"/>
                  </a:lnTo>
                  <a:lnTo>
                    <a:pt x="2303838" y="2502445"/>
                  </a:lnTo>
                  <a:lnTo>
                    <a:pt x="2303932" y="2502445"/>
                  </a:lnTo>
                  <a:lnTo>
                    <a:pt x="2304026" y="2502445"/>
                  </a:lnTo>
                  <a:lnTo>
                    <a:pt x="2304120" y="2502445"/>
                  </a:lnTo>
                  <a:lnTo>
                    <a:pt x="2304214" y="2502445"/>
                  </a:lnTo>
                  <a:lnTo>
                    <a:pt x="2304308" y="2502445"/>
                  </a:lnTo>
                  <a:lnTo>
                    <a:pt x="2304402" y="2502445"/>
                  </a:lnTo>
                  <a:lnTo>
                    <a:pt x="2304496" y="2502445"/>
                  </a:lnTo>
                  <a:lnTo>
                    <a:pt x="2304590" y="2502445"/>
                  </a:lnTo>
                  <a:lnTo>
                    <a:pt x="2304684" y="2502445"/>
                  </a:lnTo>
                  <a:lnTo>
                    <a:pt x="2304778" y="2502445"/>
                  </a:lnTo>
                  <a:lnTo>
                    <a:pt x="2304872" y="2502445"/>
                  </a:lnTo>
                  <a:lnTo>
                    <a:pt x="2304966" y="2502445"/>
                  </a:lnTo>
                  <a:lnTo>
                    <a:pt x="2304966" y="2497166"/>
                  </a:lnTo>
                  <a:lnTo>
                    <a:pt x="2305060" y="2497166"/>
                  </a:lnTo>
                  <a:lnTo>
                    <a:pt x="2305154" y="2497166"/>
                  </a:lnTo>
                  <a:lnTo>
                    <a:pt x="2305248" y="2497166"/>
                  </a:lnTo>
                  <a:lnTo>
                    <a:pt x="2305342" y="2497166"/>
                  </a:lnTo>
                  <a:lnTo>
                    <a:pt x="2305436" y="2497166"/>
                  </a:lnTo>
                  <a:lnTo>
                    <a:pt x="2305530" y="2497166"/>
                  </a:lnTo>
                  <a:lnTo>
                    <a:pt x="2305624" y="2497166"/>
                  </a:lnTo>
                  <a:lnTo>
                    <a:pt x="2305718" y="2497166"/>
                  </a:lnTo>
                  <a:lnTo>
                    <a:pt x="2305812" y="2497166"/>
                  </a:lnTo>
                  <a:lnTo>
                    <a:pt x="2305906" y="2497166"/>
                  </a:lnTo>
                  <a:lnTo>
                    <a:pt x="2306000" y="2497166"/>
                  </a:lnTo>
                  <a:lnTo>
                    <a:pt x="2306094" y="2497166"/>
                  </a:lnTo>
                  <a:lnTo>
                    <a:pt x="2306188" y="2497166"/>
                  </a:lnTo>
                  <a:lnTo>
                    <a:pt x="2306282" y="2497166"/>
                  </a:lnTo>
                  <a:lnTo>
                    <a:pt x="2306376" y="2497166"/>
                  </a:lnTo>
                  <a:lnTo>
                    <a:pt x="2306470" y="2497166"/>
                  </a:lnTo>
                  <a:lnTo>
                    <a:pt x="2306564" y="2497166"/>
                  </a:lnTo>
                  <a:lnTo>
                    <a:pt x="2306658" y="2497166"/>
                  </a:lnTo>
                  <a:lnTo>
                    <a:pt x="2306752" y="2497166"/>
                  </a:lnTo>
                  <a:lnTo>
                    <a:pt x="2306846" y="2497166"/>
                  </a:lnTo>
                  <a:lnTo>
                    <a:pt x="2306846" y="2491886"/>
                  </a:lnTo>
                  <a:lnTo>
                    <a:pt x="2306940" y="2491886"/>
                  </a:lnTo>
                  <a:lnTo>
                    <a:pt x="2307034" y="2491886"/>
                  </a:lnTo>
                  <a:lnTo>
                    <a:pt x="2307128" y="2491886"/>
                  </a:lnTo>
                  <a:lnTo>
                    <a:pt x="2307222" y="2491886"/>
                  </a:lnTo>
                  <a:lnTo>
                    <a:pt x="2307317" y="2491886"/>
                  </a:lnTo>
                  <a:lnTo>
                    <a:pt x="2307411" y="2491886"/>
                  </a:lnTo>
                  <a:lnTo>
                    <a:pt x="2307505" y="2491886"/>
                  </a:lnTo>
                  <a:lnTo>
                    <a:pt x="2307599" y="2491886"/>
                  </a:lnTo>
                  <a:lnTo>
                    <a:pt x="2307693" y="2491886"/>
                  </a:lnTo>
                  <a:lnTo>
                    <a:pt x="2307787" y="2491886"/>
                  </a:lnTo>
                  <a:lnTo>
                    <a:pt x="2307881" y="2491886"/>
                  </a:lnTo>
                  <a:lnTo>
                    <a:pt x="2307975" y="2491886"/>
                  </a:lnTo>
                  <a:lnTo>
                    <a:pt x="2308069" y="2491886"/>
                  </a:lnTo>
                  <a:lnTo>
                    <a:pt x="2308163" y="2491886"/>
                  </a:lnTo>
                  <a:lnTo>
                    <a:pt x="2308257" y="2491886"/>
                  </a:lnTo>
                  <a:lnTo>
                    <a:pt x="2308351" y="2491886"/>
                  </a:lnTo>
                  <a:lnTo>
                    <a:pt x="2308445" y="2491886"/>
                  </a:lnTo>
                  <a:lnTo>
                    <a:pt x="2308539" y="2491886"/>
                  </a:lnTo>
                  <a:lnTo>
                    <a:pt x="2308633" y="2491886"/>
                  </a:lnTo>
                  <a:lnTo>
                    <a:pt x="2308727" y="2491886"/>
                  </a:lnTo>
                  <a:lnTo>
                    <a:pt x="2308821" y="2491886"/>
                  </a:lnTo>
                  <a:lnTo>
                    <a:pt x="2308915" y="2491886"/>
                  </a:lnTo>
                  <a:lnTo>
                    <a:pt x="2309009" y="2491886"/>
                  </a:lnTo>
                  <a:lnTo>
                    <a:pt x="2309103" y="2491886"/>
                  </a:lnTo>
                  <a:lnTo>
                    <a:pt x="2309197" y="2491886"/>
                  </a:lnTo>
                  <a:lnTo>
                    <a:pt x="2309291" y="2491886"/>
                  </a:lnTo>
                  <a:lnTo>
                    <a:pt x="2309385" y="2491886"/>
                  </a:lnTo>
                  <a:lnTo>
                    <a:pt x="2309479" y="2491886"/>
                  </a:lnTo>
                  <a:lnTo>
                    <a:pt x="2309573" y="2491886"/>
                  </a:lnTo>
                  <a:lnTo>
                    <a:pt x="2309667" y="2491886"/>
                  </a:lnTo>
                  <a:lnTo>
                    <a:pt x="2309761" y="2491886"/>
                  </a:lnTo>
                  <a:lnTo>
                    <a:pt x="2309855" y="2491886"/>
                  </a:lnTo>
                  <a:lnTo>
                    <a:pt x="2309949" y="2491886"/>
                  </a:lnTo>
                  <a:lnTo>
                    <a:pt x="2310043" y="2491886"/>
                  </a:lnTo>
                  <a:lnTo>
                    <a:pt x="2310137" y="2491886"/>
                  </a:lnTo>
                  <a:lnTo>
                    <a:pt x="2310231" y="2491886"/>
                  </a:lnTo>
                  <a:lnTo>
                    <a:pt x="2310325" y="2491886"/>
                  </a:lnTo>
                  <a:lnTo>
                    <a:pt x="2310419" y="2491886"/>
                  </a:lnTo>
                  <a:lnTo>
                    <a:pt x="2310513" y="2491886"/>
                  </a:lnTo>
                  <a:lnTo>
                    <a:pt x="2310607" y="2491886"/>
                  </a:lnTo>
                  <a:lnTo>
                    <a:pt x="2310701" y="2491886"/>
                  </a:lnTo>
                  <a:lnTo>
                    <a:pt x="2310795" y="2491886"/>
                  </a:lnTo>
                  <a:lnTo>
                    <a:pt x="2310890" y="2491886"/>
                  </a:lnTo>
                  <a:lnTo>
                    <a:pt x="2310984" y="2491886"/>
                  </a:lnTo>
                  <a:lnTo>
                    <a:pt x="2311078" y="2491886"/>
                  </a:lnTo>
                  <a:lnTo>
                    <a:pt x="2311172" y="2491886"/>
                  </a:lnTo>
                  <a:lnTo>
                    <a:pt x="2311266" y="2491886"/>
                  </a:lnTo>
                  <a:lnTo>
                    <a:pt x="2311360" y="2491886"/>
                  </a:lnTo>
                  <a:lnTo>
                    <a:pt x="2311454" y="2491886"/>
                  </a:lnTo>
                  <a:lnTo>
                    <a:pt x="2311548" y="2491886"/>
                  </a:lnTo>
                  <a:lnTo>
                    <a:pt x="2311642" y="2491886"/>
                  </a:lnTo>
                  <a:lnTo>
                    <a:pt x="2311736" y="2491886"/>
                  </a:lnTo>
                  <a:lnTo>
                    <a:pt x="2311830" y="2491886"/>
                  </a:lnTo>
                  <a:lnTo>
                    <a:pt x="2311924" y="2491886"/>
                  </a:lnTo>
                  <a:lnTo>
                    <a:pt x="2312018" y="2491886"/>
                  </a:lnTo>
                  <a:lnTo>
                    <a:pt x="2312112" y="2491886"/>
                  </a:lnTo>
                  <a:lnTo>
                    <a:pt x="2312206" y="2491886"/>
                  </a:lnTo>
                  <a:lnTo>
                    <a:pt x="2312300" y="2491886"/>
                  </a:lnTo>
                  <a:lnTo>
                    <a:pt x="2312394" y="2491886"/>
                  </a:lnTo>
                  <a:lnTo>
                    <a:pt x="2312488" y="2491886"/>
                  </a:lnTo>
                  <a:lnTo>
                    <a:pt x="2312582" y="2491886"/>
                  </a:lnTo>
                  <a:lnTo>
                    <a:pt x="2312676" y="2491886"/>
                  </a:lnTo>
                  <a:lnTo>
                    <a:pt x="2312770" y="2491886"/>
                  </a:lnTo>
                  <a:lnTo>
                    <a:pt x="2312864" y="2491886"/>
                  </a:lnTo>
                  <a:lnTo>
                    <a:pt x="2312958" y="2491886"/>
                  </a:lnTo>
                  <a:lnTo>
                    <a:pt x="2313052" y="2491886"/>
                  </a:lnTo>
                  <a:lnTo>
                    <a:pt x="2313146" y="2491886"/>
                  </a:lnTo>
                  <a:lnTo>
                    <a:pt x="2313240" y="2491886"/>
                  </a:lnTo>
                  <a:lnTo>
                    <a:pt x="2313334" y="2491886"/>
                  </a:lnTo>
                  <a:lnTo>
                    <a:pt x="2313428" y="2491886"/>
                  </a:lnTo>
                  <a:lnTo>
                    <a:pt x="2313522" y="2491886"/>
                  </a:lnTo>
                  <a:lnTo>
                    <a:pt x="2313616" y="2491886"/>
                  </a:lnTo>
                  <a:lnTo>
                    <a:pt x="2313710" y="2491886"/>
                  </a:lnTo>
                  <a:lnTo>
                    <a:pt x="2313804" y="2491886"/>
                  </a:lnTo>
                  <a:lnTo>
                    <a:pt x="2313898" y="2491886"/>
                  </a:lnTo>
                  <a:lnTo>
                    <a:pt x="2313992" y="2491886"/>
                  </a:lnTo>
                  <a:lnTo>
                    <a:pt x="2314086" y="2491886"/>
                  </a:lnTo>
                  <a:lnTo>
                    <a:pt x="2314180" y="2491886"/>
                  </a:lnTo>
                  <a:lnTo>
                    <a:pt x="2314274" y="2491886"/>
                  </a:lnTo>
                  <a:lnTo>
                    <a:pt x="2314369" y="2491886"/>
                  </a:lnTo>
                  <a:lnTo>
                    <a:pt x="2314463" y="2491886"/>
                  </a:lnTo>
                  <a:lnTo>
                    <a:pt x="2314557" y="2491886"/>
                  </a:lnTo>
                  <a:lnTo>
                    <a:pt x="2314651" y="2491886"/>
                  </a:lnTo>
                  <a:lnTo>
                    <a:pt x="2314745" y="2491886"/>
                  </a:lnTo>
                  <a:lnTo>
                    <a:pt x="2314839" y="2491886"/>
                  </a:lnTo>
                  <a:lnTo>
                    <a:pt x="2314933" y="2491886"/>
                  </a:lnTo>
                  <a:lnTo>
                    <a:pt x="2315027" y="2491886"/>
                  </a:lnTo>
                  <a:lnTo>
                    <a:pt x="2315121" y="2491886"/>
                  </a:lnTo>
                  <a:lnTo>
                    <a:pt x="2315215" y="2491886"/>
                  </a:lnTo>
                  <a:lnTo>
                    <a:pt x="2315309" y="2491886"/>
                  </a:lnTo>
                  <a:lnTo>
                    <a:pt x="2315403" y="2491886"/>
                  </a:lnTo>
                  <a:lnTo>
                    <a:pt x="2315497" y="2491886"/>
                  </a:lnTo>
                  <a:lnTo>
                    <a:pt x="2315591" y="2491886"/>
                  </a:lnTo>
                  <a:lnTo>
                    <a:pt x="2315685" y="2491886"/>
                  </a:lnTo>
                  <a:lnTo>
                    <a:pt x="2315779" y="2491886"/>
                  </a:lnTo>
                  <a:lnTo>
                    <a:pt x="2315873" y="2491886"/>
                  </a:lnTo>
                  <a:lnTo>
                    <a:pt x="2315967" y="2491886"/>
                  </a:lnTo>
                  <a:lnTo>
                    <a:pt x="2316061" y="2491886"/>
                  </a:lnTo>
                  <a:lnTo>
                    <a:pt x="2316155" y="2491886"/>
                  </a:lnTo>
                  <a:lnTo>
                    <a:pt x="2316249" y="2491886"/>
                  </a:lnTo>
                  <a:lnTo>
                    <a:pt x="2316343" y="2491886"/>
                  </a:lnTo>
                  <a:lnTo>
                    <a:pt x="2316437" y="2491886"/>
                  </a:lnTo>
                  <a:lnTo>
                    <a:pt x="2316531" y="2491886"/>
                  </a:lnTo>
                  <a:lnTo>
                    <a:pt x="2316625" y="2491886"/>
                  </a:lnTo>
                  <a:lnTo>
                    <a:pt x="2316719" y="2491886"/>
                  </a:lnTo>
                  <a:lnTo>
                    <a:pt x="2316813" y="2491886"/>
                  </a:lnTo>
                  <a:lnTo>
                    <a:pt x="2316907" y="2491886"/>
                  </a:lnTo>
                  <a:lnTo>
                    <a:pt x="2317001" y="2491886"/>
                  </a:lnTo>
                  <a:lnTo>
                    <a:pt x="2317095" y="2491886"/>
                  </a:lnTo>
                  <a:lnTo>
                    <a:pt x="2317189" y="2491886"/>
                  </a:lnTo>
                  <a:lnTo>
                    <a:pt x="2317283" y="2491886"/>
                  </a:lnTo>
                  <a:lnTo>
                    <a:pt x="2317377" y="2491886"/>
                  </a:lnTo>
                  <a:lnTo>
                    <a:pt x="2317471" y="2491886"/>
                  </a:lnTo>
                  <a:lnTo>
                    <a:pt x="2317565" y="2491886"/>
                  </a:lnTo>
                  <a:lnTo>
                    <a:pt x="2317659" y="2491886"/>
                  </a:lnTo>
                  <a:lnTo>
                    <a:pt x="2317753" y="2491886"/>
                  </a:lnTo>
                  <a:lnTo>
                    <a:pt x="2317847" y="2491886"/>
                  </a:lnTo>
                  <a:lnTo>
                    <a:pt x="2317942" y="2491886"/>
                  </a:lnTo>
                  <a:lnTo>
                    <a:pt x="2318036" y="2491886"/>
                  </a:lnTo>
                  <a:lnTo>
                    <a:pt x="2318130" y="2491886"/>
                  </a:lnTo>
                  <a:lnTo>
                    <a:pt x="2318224" y="2491886"/>
                  </a:lnTo>
                  <a:lnTo>
                    <a:pt x="2318318" y="2491886"/>
                  </a:lnTo>
                  <a:lnTo>
                    <a:pt x="2318412" y="2491886"/>
                  </a:lnTo>
                  <a:lnTo>
                    <a:pt x="2318506" y="2491886"/>
                  </a:lnTo>
                  <a:lnTo>
                    <a:pt x="2318600" y="2491886"/>
                  </a:lnTo>
                  <a:lnTo>
                    <a:pt x="2318694" y="2491886"/>
                  </a:lnTo>
                  <a:lnTo>
                    <a:pt x="2318788" y="2491886"/>
                  </a:lnTo>
                  <a:lnTo>
                    <a:pt x="2318882" y="2491886"/>
                  </a:lnTo>
                  <a:lnTo>
                    <a:pt x="2318976" y="2491886"/>
                  </a:lnTo>
                  <a:lnTo>
                    <a:pt x="2319070" y="2491886"/>
                  </a:lnTo>
                  <a:lnTo>
                    <a:pt x="2319164" y="2491886"/>
                  </a:lnTo>
                  <a:lnTo>
                    <a:pt x="2319258" y="2491886"/>
                  </a:lnTo>
                  <a:lnTo>
                    <a:pt x="2319352" y="2491886"/>
                  </a:lnTo>
                  <a:lnTo>
                    <a:pt x="2319446" y="2491886"/>
                  </a:lnTo>
                  <a:lnTo>
                    <a:pt x="2319540" y="2491886"/>
                  </a:lnTo>
                  <a:lnTo>
                    <a:pt x="2319634" y="2491886"/>
                  </a:lnTo>
                  <a:lnTo>
                    <a:pt x="2319728" y="2491886"/>
                  </a:lnTo>
                  <a:lnTo>
                    <a:pt x="2319822" y="2491886"/>
                  </a:lnTo>
                  <a:lnTo>
                    <a:pt x="2319822" y="2486607"/>
                  </a:lnTo>
                  <a:lnTo>
                    <a:pt x="2319916" y="2486607"/>
                  </a:lnTo>
                  <a:lnTo>
                    <a:pt x="2320010" y="2486607"/>
                  </a:lnTo>
                  <a:lnTo>
                    <a:pt x="2320104" y="2486607"/>
                  </a:lnTo>
                  <a:lnTo>
                    <a:pt x="2320198" y="2486607"/>
                  </a:lnTo>
                  <a:lnTo>
                    <a:pt x="2320292" y="2486607"/>
                  </a:lnTo>
                  <a:lnTo>
                    <a:pt x="2320386" y="2486607"/>
                  </a:lnTo>
                  <a:lnTo>
                    <a:pt x="2320480" y="2486607"/>
                  </a:lnTo>
                  <a:lnTo>
                    <a:pt x="2320574" y="2486607"/>
                  </a:lnTo>
                  <a:lnTo>
                    <a:pt x="2320668" y="2486607"/>
                  </a:lnTo>
                  <a:lnTo>
                    <a:pt x="2320762" y="2486607"/>
                  </a:lnTo>
                  <a:lnTo>
                    <a:pt x="2320856" y="2486607"/>
                  </a:lnTo>
                  <a:lnTo>
                    <a:pt x="2320950" y="2486607"/>
                  </a:lnTo>
                  <a:lnTo>
                    <a:pt x="2321044" y="2486607"/>
                  </a:lnTo>
                  <a:lnTo>
                    <a:pt x="2321138" y="2486607"/>
                  </a:lnTo>
                  <a:lnTo>
                    <a:pt x="2321232" y="2486607"/>
                  </a:lnTo>
                  <a:lnTo>
                    <a:pt x="2321326" y="2486607"/>
                  </a:lnTo>
                  <a:lnTo>
                    <a:pt x="2321420" y="2486607"/>
                  </a:lnTo>
                  <a:lnTo>
                    <a:pt x="2321515" y="2486607"/>
                  </a:lnTo>
                  <a:lnTo>
                    <a:pt x="2321609" y="2486607"/>
                  </a:lnTo>
                  <a:lnTo>
                    <a:pt x="2321703" y="2486607"/>
                  </a:lnTo>
                  <a:lnTo>
                    <a:pt x="2321797" y="2486607"/>
                  </a:lnTo>
                  <a:lnTo>
                    <a:pt x="2321891" y="2486607"/>
                  </a:lnTo>
                  <a:lnTo>
                    <a:pt x="2321891" y="2481328"/>
                  </a:lnTo>
                  <a:lnTo>
                    <a:pt x="2321985" y="2481328"/>
                  </a:lnTo>
                  <a:lnTo>
                    <a:pt x="2322079" y="2481328"/>
                  </a:lnTo>
                  <a:lnTo>
                    <a:pt x="2322173" y="2481328"/>
                  </a:lnTo>
                  <a:lnTo>
                    <a:pt x="2322267" y="2481328"/>
                  </a:lnTo>
                  <a:lnTo>
                    <a:pt x="2322361" y="2481328"/>
                  </a:lnTo>
                  <a:lnTo>
                    <a:pt x="2322455" y="2481328"/>
                  </a:lnTo>
                  <a:lnTo>
                    <a:pt x="2322549" y="2481328"/>
                  </a:lnTo>
                  <a:lnTo>
                    <a:pt x="2322643" y="2481328"/>
                  </a:lnTo>
                  <a:lnTo>
                    <a:pt x="2322737" y="2481328"/>
                  </a:lnTo>
                  <a:lnTo>
                    <a:pt x="2322831" y="2481328"/>
                  </a:lnTo>
                  <a:lnTo>
                    <a:pt x="2322925" y="2481328"/>
                  </a:lnTo>
                  <a:lnTo>
                    <a:pt x="2322925" y="2476048"/>
                  </a:lnTo>
                  <a:lnTo>
                    <a:pt x="2323019" y="2476048"/>
                  </a:lnTo>
                  <a:lnTo>
                    <a:pt x="2323113" y="2476048"/>
                  </a:lnTo>
                  <a:lnTo>
                    <a:pt x="2323207" y="2476048"/>
                  </a:lnTo>
                  <a:lnTo>
                    <a:pt x="2323301" y="2476048"/>
                  </a:lnTo>
                  <a:lnTo>
                    <a:pt x="2323395" y="2476048"/>
                  </a:lnTo>
                  <a:lnTo>
                    <a:pt x="2323489" y="2476048"/>
                  </a:lnTo>
                  <a:lnTo>
                    <a:pt x="2323583" y="2476048"/>
                  </a:lnTo>
                  <a:lnTo>
                    <a:pt x="2323677" y="2476048"/>
                  </a:lnTo>
                  <a:lnTo>
                    <a:pt x="2323771" y="2476048"/>
                  </a:lnTo>
                  <a:lnTo>
                    <a:pt x="2323865" y="2476048"/>
                  </a:lnTo>
                  <a:lnTo>
                    <a:pt x="2323959" y="2476048"/>
                  </a:lnTo>
                  <a:lnTo>
                    <a:pt x="2324053" y="2476048"/>
                  </a:lnTo>
                  <a:lnTo>
                    <a:pt x="2324147" y="2476048"/>
                  </a:lnTo>
                  <a:lnTo>
                    <a:pt x="2324241" y="2476048"/>
                  </a:lnTo>
                  <a:lnTo>
                    <a:pt x="2324335" y="2476048"/>
                  </a:lnTo>
                  <a:lnTo>
                    <a:pt x="2324429" y="2476048"/>
                  </a:lnTo>
                  <a:lnTo>
                    <a:pt x="2324523" y="2476048"/>
                  </a:lnTo>
                  <a:lnTo>
                    <a:pt x="2324617" y="2476048"/>
                  </a:lnTo>
                  <a:lnTo>
                    <a:pt x="2324711" y="2476048"/>
                  </a:lnTo>
                  <a:lnTo>
                    <a:pt x="2324805" y="2476048"/>
                  </a:lnTo>
                  <a:lnTo>
                    <a:pt x="2324899" y="2476048"/>
                  </a:lnTo>
                  <a:lnTo>
                    <a:pt x="2324994" y="2476048"/>
                  </a:lnTo>
                  <a:lnTo>
                    <a:pt x="2324994" y="2470769"/>
                  </a:lnTo>
                  <a:lnTo>
                    <a:pt x="2325088" y="2470769"/>
                  </a:lnTo>
                  <a:lnTo>
                    <a:pt x="2325182" y="2470769"/>
                  </a:lnTo>
                  <a:lnTo>
                    <a:pt x="2325276" y="2470769"/>
                  </a:lnTo>
                  <a:lnTo>
                    <a:pt x="2325370" y="2470769"/>
                  </a:lnTo>
                  <a:lnTo>
                    <a:pt x="2325464" y="2470769"/>
                  </a:lnTo>
                  <a:lnTo>
                    <a:pt x="2325464" y="2465489"/>
                  </a:lnTo>
                  <a:lnTo>
                    <a:pt x="2325558" y="2465489"/>
                  </a:lnTo>
                  <a:lnTo>
                    <a:pt x="2325652" y="2465489"/>
                  </a:lnTo>
                  <a:lnTo>
                    <a:pt x="2325746" y="2465489"/>
                  </a:lnTo>
                  <a:lnTo>
                    <a:pt x="2325840" y="2465489"/>
                  </a:lnTo>
                  <a:lnTo>
                    <a:pt x="2325934" y="2465489"/>
                  </a:lnTo>
                  <a:lnTo>
                    <a:pt x="2326028" y="2465489"/>
                  </a:lnTo>
                  <a:lnTo>
                    <a:pt x="2326122" y="2465489"/>
                  </a:lnTo>
                  <a:lnTo>
                    <a:pt x="2326216" y="2465489"/>
                  </a:lnTo>
                  <a:lnTo>
                    <a:pt x="2326310" y="2465489"/>
                  </a:lnTo>
                  <a:lnTo>
                    <a:pt x="2326404" y="2465489"/>
                  </a:lnTo>
                  <a:lnTo>
                    <a:pt x="2326498" y="2465489"/>
                  </a:lnTo>
                  <a:lnTo>
                    <a:pt x="2326592" y="2465489"/>
                  </a:lnTo>
                  <a:lnTo>
                    <a:pt x="2326686" y="2465489"/>
                  </a:lnTo>
                  <a:lnTo>
                    <a:pt x="2326780" y="2465489"/>
                  </a:lnTo>
                  <a:lnTo>
                    <a:pt x="2326874" y="2465489"/>
                  </a:lnTo>
                  <a:lnTo>
                    <a:pt x="2326968" y="2465489"/>
                  </a:lnTo>
                  <a:lnTo>
                    <a:pt x="2327062" y="2465489"/>
                  </a:lnTo>
                  <a:lnTo>
                    <a:pt x="2327156" y="2465489"/>
                  </a:lnTo>
                  <a:lnTo>
                    <a:pt x="2327250" y="2465489"/>
                  </a:lnTo>
                  <a:lnTo>
                    <a:pt x="2327344" y="2465489"/>
                  </a:lnTo>
                  <a:lnTo>
                    <a:pt x="2327438" y="2465489"/>
                  </a:lnTo>
                  <a:lnTo>
                    <a:pt x="2327532" y="2465489"/>
                  </a:lnTo>
                  <a:lnTo>
                    <a:pt x="2327626" y="2465489"/>
                  </a:lnTo>
                  <a:lnTo>
                    <a:pt x="2327720" y="2465489"/>
                  </a:lnTo>
                  <a:lnTo>
                    <a:pt x="2327814" y="2465489"/>
                  </a:lnTo>
                  <a:lnTo>
                    <a:pt x="2327908" y="2465489"/>
                  </a:lnTo>
                  <a:lnTo>
                    <a:pt x="2328002" y="2465489"/>
                  </a:lnTo>
                  <a:lnTo>
                    <a:pt x="2328096" y="2465489"/>
                  </a:lnTo>
                  <a:lnTo>
                    <a:pt x="2328190" y="2465489"/>
                  </a:lnTo>
                  <a:lnTo>
                    <a:pt x="2328284" y="2465489"/>
                  </a:lnTo>
                  <a:lnTo>
                    <a:pt x="2328378" y="2465489"/>
                  </a:lnTo>
                  <a:lnTo>
                    <a:pt x="2328472" y="2465489"/>
                  </a:lnTo>
                  <a:lnTo>
                    <a:pt x="2328567" y="2465489"/>
                  </a:lnTo>
                  <a:lnTo>
                    <a:pt x="2328661" y="2465489"/>
                  </a:lnTo>
                  <a:lnTo>
                    <a:pt x="2328755" y="2465489"/>
                  </a:lnTo>
                  <a:lnTo>
                    <a:pt x="2328849" y="2465489"/>
                  </a:lnTo>
                  <a:lnTo>
                    <a:pt x="2328943" y="2465489"/>
                  </a:lnTo>
                  <a:lnTo>
                    <a:pt x="2329037" y="2465489"/>
                  </a:lnTo>
                  <a:lnTo>
                    <a:pt x="2329131" y="2465489"/>
                  </a:lnTo>
                  <a:lnTo>
                    <a:pt x="2329225" y="2465489"/>
                  </a:lnTo>
                  <a:lnTo>
                    <a:pt x="2329319" y="2465489"/>
                  </a:lnTo>
                  <a:lnTo>
                    <a:pt x="2329413" y="2465489"/>
                  </a:lnTo>
                  <a:lnTo>
                    <a:pt x="2329507" y="2465489"/>
                  </a:lnTo>
                  <a:lnTo>
                    <a:pt x="2329601" y="2465489"/>
                  </a:lnTo>
                  <a:lnTo>
                    <a:pt x="2329695" y="2465489"/>
                  </a:lnTo>
                  <a:lnTo>
                    <a:pt x="2329789" y="2465489"/>
                  </a:lnTo>
                  <a:lnTo>
                    <a:pt x="2329883" y="2465489"/>
                  </a:lnTo>
                  <a:lnTo>
                    <a:pt x="2329977" y="2465489"/>
                  </a:lnTo>
                  <a:lnTo>
                    <a:pt x="2330071" y="2465489"/>
                  </a:lnTo>
                  <a:lnTo>
                    <a:pt x="2330165" y="2465489"/>
                  </a:lnTo>
                  <a:lnTo>
                    <a:pt x="2330259" y="2465489"/>
                  </a:lnTo>
                  <a:lnTo>
                    <a:pt x="2330353" y="2465489"/>
                  </a:lnTo>
                  <a:lnTo>
                    <a:pt x="2330447" y="2465489"/>
                  </a:lnTo>
                  <a:lnTo>
                    <a:pt x="2330541" y="2465489"/>
                  </a:lnTo>
                  <a:lnTo>
                    <a:pt x="2330635" y="2465489"/>
                  </a:lnTo>
                  <a:lnTo>
                    <a:pt x="2330729" y="2465489"/>
                  </a:lnTo>
                  <a:lnTo>
                    <a:pt x="2330823" y="2465489"/>
                  </a:lnTo>
                  <a:lnTo>
                    <a:pt x="2330917" y="2465489"/>
                  </a:lnTo>
                  <a:lnTo>
                    <a:pt x="2331011" y="2465489"/>
                  </a:lnTo>
                  <a:lnTo>
                    <a:pt x="2331105" y="2465489"/>
                  </a:lnTo>
                  <a:lnTo>
                    <a:pt x="2331199" y="2465489"/>
                  </a:lnTo>
                  <a:lnTo>
                    <a:pt x="2331199" y="2460210"/>
                  </a:lnTo>
                  <a:lnTo>
                    <a:pt x="2331293" y="2460210"/>
                  </a:lnTo>
                  <a:lnTo>
                    <a:pt x="2331387" y="2460210"/>
                  </a:lnTo>
                  <a:lnTo>
                    <a:pt x="2331481" y="2460210"/>
                  </a:lnTo>
                  <a:lnTo>
                    <a:pt x="2331575" y="2460210"/>
                  </a:lnTo>
                  <a:lnTo>
                    <a:pt x="2331669" y="2460210"/>
                  </a:lnTo>
                  <a:lnTo>
                    <a:pt x="2331763" y="2460210"/>
                  </a:lnTo>
                  <a:lnTo>
                    <a:pt x="2331857" y="2460210"/>
                  </a:lnTo>
                  <a:lnTo>
                    <a:pt x="2331951" y="2460210"/>
                  </a:lnTo>
                  <a:lnTo>
                    <a:pt x="2332045" y="2460210"/>
                  </a:lnTo>
                  <a:lnTo>
                    <a:pt x="2332140" y="2460210"/>
                  </a:lnTo>
                  <a:lnTo>
                    <a:pt x="2332234" y="2460210"/>
                  </a:lnTo>
                  <a:lnTo>
                    <a:pt x="2332328" y="2460210"/>
                  </a:lnTo>
                  <a:lnTo>
                    <a:pt x="2332328" y="2454930"/>
                  </a:lnTo>
                  <a:lnTo>
                    <a:pt x="2332422" y="2454930"/>
                  </a:lnTo>
                  <a:lnTo>
                    <a:pt x="2332516" y="2454930"/>
                  </a:lnTo>
                  <a:lnTo>
                    <a:pt x="2332610" y="2454930"/>
                  </a:lnTo>
                  <a:lnTo>
                    <a:pt x="2332704" y="2454930"/>
                  </a:lnTo>
                  <a:lnTo>
                    <a:pt x="2332798" y="2454930"/>
                  </a:lnTo>
                  <a:lnTo>
                    <a:pt x="2332892" y="2454930"/>
                  </a:lnTo>
                  <a:lnTo>
                    <a:pt x="2332986" y="2454930"/>
                  </a:lnTo>
                  <a:lnTo>
                    <a:pt x="2333080" y="2454930"/>
                  </a:lnTo>
                  <a:lnTo>
                    <a:pt x="2333174" y="2454930"/>
                  </a:lnTo>
                  <a:lnTo>
                    <a:pt x="2333268" y="2454930"/>
                  </a:lnTo>
                  <a:lnTo>
                    <a:pt x="2333362" y="2454930"/>
                  </a:lnTo>
                  <a:lnTo>
                    <a:pt x="2333456" y="2454930"/>
                  </a:lnTo>
                  <a:lnTo>
                    <a:pt x="2333550" y="2454930"/>
                  </a:lnTo>
                  <a:lnTo>
                    <a:pt x="2333644" y="2454930"/>
                  </a:lnTo>
                  <a:lnTo>
                    <a:pt x="2333738" y="2454930"/>
                  </a:lnTo>
                  <a:lnTo>
                    <a:pt x="2333832" y="2454930"/>
                  </a:lnTo>
                  <a:lnTo>
                    <a:pt x="2333926" y="2454930"/>
                  </a:lnTo>
                  <a:lnTo>
                    <a:pt x="2334020" y="2454930"/>
                  </a:lnTo>
                  <a:lnTo>
                    <a:pt x="2334114" y="2454930"/>
                  </a:lnTo>
                  <a:lnTo>
                    <a:pt x="2334208" y="2454930"/>
                  </a:lnTo>
                  <a:lnTo>
                    <a:pt x="2334302" y="2454930"/>
                  </a:lnTo>
                  <a:lnTo>
                    <a:pt x="2334396" y="2454930"/>
                  </a:lnTo>
                  <a:lnTo>
                    <a:pt x="2334490" y="2454930"/>
                  </a:lnTo>
                  <a:lnTo>
                    <a:pt x="2334584" y="2454930"/>
                  </a:lnTo>
                  <a:lnTo>
                    <a:pt x="2334678" y="2454930"/>
                  </a:lnTo>
                  <a:lnTo>
                    <a:pt x="2334772" y="2454930"/>
                  </a:lnTo>
                  <a:lnTo>
                    <a:pt x="2334866" y="2454930"/>
                  </a:lnTo>
                  <a:lnTo>
                    <a:pt x="2334960" y="2454930"/>
                  </a:lnTo>
                  <a:lnTo>
                    <a:pt x="2335054" y="2454930"/>
                  </a:lnTo>
                  <a:lnTo>
                    <a:pt x="2335148" y="2454930"/>
                  </a:lnTo>
                  <a:lnTo>
                    <a:pt x="2335242" y="2454930"/>
                  </a:lnTo>
                  <a:lnTo>
                    <a:pt x="2335336" y="2454930"/>
                  </a:lnTo>
                  <a:lnTo>
                    <a:pt x="2335430" y="2454930"/>
                  </a:lnTo>
                  <a:lnTo>
                    <a:pt x="2335524" y="2454930"/>
                  </a:lnTo>
                  <a:lnTo>
                    <a:pt x="2335619" y="2454930"/>
                  </a:lnTo>
                  <a:lnTo>
                    <a:pt x="2335713" y="2454930"/>
                  </a:lnTo>
                  <a:lnTo>
                    <a:pt x="2335807" y="2454930"/>
                  </a:lnTo>
                  <a:lnTo>
                    <a:pt x="2335901" y="2454930"/>
                  </a:lnTo>
                  <a:lnTo>
                    <a:pt x="2335995" y="2454930"/>
                  </a:lnTo>
                  <a:lnTo>
                    <a:pt x="2336089" y="2454930"/>
                  </a:lnTo>
                  <a:lnTo>
                    <a:pt x="2336183" y="2454930"/>
                  </a:lnTo>
                  <a:lnTo>
                    <a:pt x="2336277" y="2454930"/>
                  </a:lnTo>
                  <a:lnTo>
                    <a:pt x="2336371" y="2454930"/>
                  </a:lnTo>
                  <a:lnTo>
                    <a:pt x="2336465" y="2454930"/>
                  </a:lnTo>
                  <a:lnTo>
                    <a:pt x="2336559" y="2454930"/>
                  </a:lnTo>
                  <a:lnTo>
                    <a:pt x="2336653" y="2454930"/>
                  </a:lnTo>
                  <a:lnTo>
                    <a:pt x="2336747" y="2454930"/>
                  </a:lnTo>
                  <a:lnTo>
                    <a:pt x="2336841" y="2454930"/>
                  </a:lnTo>
                  <a:lnTo>
                    <a:pt x="2336935" y="2454930"/>
                  </a:lnTo>
                  <a:lnTo>
                    <a:pt x="2337029" y="2454930"/>
                  </a:lnTo>
                  <a:lnTo>
                    <a:pt x="2337123" y="2454930"/>
                  </a:lnTo>
                  <a:lnTo>
                    <a:pt x="2337217" y="2454930"/>
                  </a:lnTo>
                  <a:lnTo>
                    <a:pt x="2337311" y="2454930"/>
                  </a:lnTo>
                  <a:lnTo>
                    <a:pt x="2337405" y="2454930"/>
                  </a:lnTo>
                  <a:lnTo>
                    <a:pt x="2337499" y="2454930"/>
                  </a:lnTo>
                  <a:lnTo>
                    <a:pt x="2337499" y="2449651"/>
                  </a:lnTo>
                  <a:lnTo>
                    <a:pt x="2337499" y="2444372"/>
                  </a:lnTo>
                  <a:lnTo>
                    <a:pt x="2337593" y="2444372"/>
                  </a:lnTo>
                  <a:lnTo>
                    <a:pt x="2337687" y="2444372"/>
                  </a:lnTo>
                  <a:lnTo>
                    <a:pt x="2337781" y="2444372"/>
                  </a:lnTo>
                  <a:lnTo>
                    <a:pt x="2337875" y="2444372"/>
                  </a:lnTo>
                  <a:lnTo>
                    <a:pt x="2337969" y="2444372"/>
                  </a:lnTo>
                  <a:lnTo>
                    <a:pt x="2338063" y="2444372"/>
                  </a:lnTo>
                  <a:lnTo>
                    <a:pt x="2338157" y="2444372"/>
                  </a:lnTo>
                  <a:lnTo>
                    <a:pt x="2338251" y="2444372"/>
                  </a:lnTo>
                  <a:lnTo>
                    <a:pt x="2338345" y="2444372"/>
                  </a:lnTo>
                  <a:lnTo>
                    <a:pt x="2338439" y="2444372"/>
                  </a:lnTo>
                  <a:lnTo>
                    <a:pt x="2338533" y="2444372"/>
                  </a:lnTo>
                  <a:lnTo>
                    <a:pt x="2338627" y="2444372"/>
                  </a:lnTo>
                  <a:lnTo>
                    <a:pt x="2338721" y="2444372"/>
                  </a:lnTo>
                  <a:lnTo>
                    <a:pt x="2338815" y="2444372"/>
                  </a:lnTo>
                  <a:lnTo>
                    <a:pt x="2338909" y="2444372"/>
                  </a:lnTo>
                  <a:lnTo>
                    <a:pt x="2339003" y="2444372"/>
                  </a:lnTo>
                  <a:lnTo>
                    <a:pt x="2339097" y="2444372"/>
                  </a:lnTo>
                  <a:lnTo>
                    <a:pt x="2339192" y="2444372"/>
                  </a:lnTo>
                  <a:lnTo>
                    <a:pt x="2339286" y="2444372"/>
                  </a:lnTo>
                  <a:lnTo>
                    <a:pt x="2339380" y="2444372"/>
                  </a:lnTo>
                  <a:lnTo>
                    <a:pt x="2339474" y="2444372"/>
                  </a:lnTo>
                  <a:lnTo>
                    <a:pt x="2339568" y="2444372"/>
                  </a:lnTo>
                  <a:lnTo>
                    <a:pt x="2339662" y="2444372"/>
                  </a:lnTo>
                  <a:lnTo>
                    <a:pt x="2339756" y="2444372"/>
                  </a:lnTo>
                  <a:lnTo>
                    <a:pt x="2339850" y="2444372"/>
                  </a:lnTo>
                  <a:lnTo>
                    <a:pt x="2339944" y="2444372"/>
                  </a:lnTo>
                  <a:lnTo>
                    <a:pt x="2340038" y="2444372"/>
                  </a:lnTo>
                  <a:lnTo>
                    <a:pt x="2340132" y="2444372"/>
                  </a:lnTo>
                  <a:lnTo>
                    <a:pt x="2340226" y="2444372"/>
                  </a:lnTo>
                  <a:lnTo>
                    <a:pt x="2340320" y="2444372"/>
                  </a:lnTo>
                  <a:lnTo>
                    <a:pt x="2340414" y="2444372"/>
                  </a:lnTo>
                  <a:lnTo>
                    <a:pt x="2340414" y="2439092"/>
                  </a:lnTo>
                  <a:lnTo>
                    <a:pt x="2340508" y="2439092"/>
                  </a:lnTo>
                  <a:lnTo>
                    <a:pt x="2340602" y="2439092"/>
                  </a:lnTo>
                  <a:lnTo>
                    <a:pt x="2340602" y="2433813"/>
                  </a:lnTo>
                  <a:lnTo>
                    <a:pt x="2340696" y="2433813"/>
                  </a:lnTo>
                  <a:lnTo>
                    <a:pt x="2340790" y="2433813"/>
                  </a:lnTo>
                  <a:lnTo>
                    <a:pt x="2340884" y="2433813"/>
                  </a:lnTo>
                  <a:lnTo>
                    <a:pt x="2340978" y="2433813"/>
                  </a:lnTo>
                  <a:lnTo>
                    <a:pt x="2341072" y="2433813"/>
                  </a:lnTo>
                  <a:lnTo>
                    <a:pt x="2341166" y="2433813"/>
                  </a:lnTo>
                  <a:lnTo>
                    <a:pt x="2341260" y="2433813"/>
                  </a:lnTo>
                  <a:lnTo>
                    <a:pt x="2341354" y="2433813"/>
                  </a:lnTo>
                  <a:lnTo>
                    <a:pt x="2341448" y="2433813"/>
                  </a:lnTo>
                  <a:lnTo>
                    <a:pt x="2341542" y="2433813"/>
                  </a:lnTo>
                  <a:lnTo>
                    <a:pt x="2341636" y="2433813"/>
                  </a:lnTo>
                  <a:lnTo>
                    <a:pt x="2341730" y="2433813"/>
                  </a:lnTo>
                  <a:lnTo>
                    <a:pt x="2341824" y="2433813"/>
                  </a:lnTo>
                  <a:lnTo>
                    <a:pt x="2341918" y="2433813"/>
                  </a:lnTo>
                  <a:lnTo>
                    <a:pt x="2342012" y="2433813"/>
                  </a:lnTo>
                  <a:lnTo>
                    <a:pt x="2342106" y="2433813"/>
                  </a:lnTo>
                  <a:lnTo>
                    <a:pt x="2342200" y="2433813"/>
                  </a:lnTo>
                  <a:lnTo>
                    <a:pt x="2342294" y="2433813"/>
                  </a:lnTo>
                  <a:lnTo>
                    <a:pt x="2342388" y="2433813"/>
                  </a:lnTo>
                  <a:lnTo>
                    <a:pt x="2342482" y="2433813"/>
                  </a:lnTo>
                  <a:lnTo>
                    <a:pt x="2342576" y="2433813"/>
                  </a:lnTo>
                  <a:lnTo>
                    <a:pt x="2342670" y="2433813"/>
                  </a:lnTo>
                  <a:lnTo>
                    <a:pt x="2342765" y="2433813"/>
                  </a:lnTo>
                  <a:lnTo>
                    <a:pt x="2342859" y="2433813"/>
                  </a:lnTo>
                  <a:lnTo>
                    <a:pt x="2342953" y="2433813"/>
                  </a:lnTo>
                  <a:lnTo>
                    <a:pt x="2343047" y="2433813"/>
                  </a:lnTo>
                  <a:lnTo>
                    <a:pt x="2343141" y="2433813"/>
                  </a:lnTo>
                  <a:lnTo>
                    <a:pt x="2343235" y="2433813"/>
                  </a:lnTo>
                  <a:lnTo>
                    <a:pt x="2343329" y="2433813"/>
                  </a:lnTo>
                  <a:lnTo>
                    <a:pt x="2343423" y="2433813"/>
                  </a:lnTo>
                  <a:lnTo>
                    <a:pt x="2343517" y="2433813"/>
                  </a:lnTo>
                  <a:lnTo>
                    <a:pt x="2343611" y="2433813"/>
                  </a:lnTo>
                  <a:lnTo>
                    <a:pt x="2343705" y="2433813"/>
                  </a:lnTo>
                  <a:lnTo>
                    <a:pt x="2343799" y="2433813"/>
                  </a:lnTo>
                  <a:lnTo>
                    <a:pt x="2343893" y="2433813"/>
                  </a:lnTo>
                  <a:lnTo>
                    <a:pt x="2343987" y="2433813"/>
                  </a:lnTo>
                  <a:lnTo>
                    <a:pt x="2344081" y="2433813"/>
                  </a:lnTo>
                  <a:lnTo>
                    <a:pt x="2344175" y="2433813"/>
                  </a:lnTo>
                  <a:lnTo>
                    <a:pt x="2344269" y="2433813"/>
                  </a:lnTo>
                  <a:lnTo>
                    <a:pt x="2344363" y="2433813"/>
                  </a:lnTo>
                  <a:lnTo>
                    <a:pt x="2344457" y="2433813"/>
                  </a:lnTo>
                  <a:lnTo>
                    <a:pt x="2344551" y="2433813"/>
                  </a:lnTo>
                  <a:lnTo>
                    <a:pt x="2344645" y="2433813"/>
                  </a:lnTo>
                  <a:lnTo>
                    <a:pt x="2344739" y="2433813"/>
                  </a:lnTo>
                  <a:lnTo>
                    <a:pt x="2344833" y="2433813"/>
                  </a:lnTo>
                  <a:lnTo>
                    <a:pt x="2344927" y="2433813"/>
                  </a:lnTo>
                  <a:lnTo>
                    <a:pt x="2345021" y="2433813"/>
                  </a:lnTo>
                  <a:lnTo>
                    <a:pt x="2345115" y="2433813"/>
                  </a:lnTo>
                  <a:lnTo>
                    <a:pt x="2345209" y="2433813"/>
                  </a:lnTo>
                  <a:lnTo>
                    <a:pt x="2345303" y="2433813"/>
                  </a:lnTo>
                  <a:lnTo>
                    <a:pt x="2345397" y="2433813"/>
                  </a:lnTo>
                  <a:lnTo>
                    <a:pt x="2345491" y="2433813"/>
                  </a:lnTo>
                  <a:lnTo>
                    <a:pt x="2345585" y="2433813"/>
                  </a:lnTo>
                  <a:lnTo>
                    <a:pt x="2345679" y="2433813"/>
                  </a:lnTo>
                  <a:lnTo>
                    <a:pt x="2345773" y="2433813"/>
                  </a:lnTo>
                  <a:lnTo>
                    <a:pt x="2345867" y="2433813"/>
                  </a:lnTo>
                  <a:lnTo>
                    <a:pt x="2345961" y="2433813"/>
                  </a:lnTo>
                  <a:lnTo>
                    <a:pt x="2346055" y="2433813"/>
                  </a:lnTo>
                  <a:lnTo>
                    <a:pt x="2346149" y="2433813"/>
                  </a:lnTo>
                  <a:lnTo>
                    <a:pt x="2346244" y="2433813"/>
                  </a:lnTo>
                  <a:lnTo>
                    <a:pt x="2346338" y="2433813"/>
                  </a:lnTo>
                  <a:lnTo>
                    <a:pt x="2346432" y="2433813"/>
                  </a:lnTo>
                  <a:lnTo>
                    <a:pt x="2346526" y="2433813"/>
                  </a:lnTo>
                  <a:lnTo>
                    <a:pt x="2346620" y="2433813"/>
                  </a:lnTo>
                  <a:lnTo>
                    <a:pt x="2346714" y="2433813"/>
                  </a:lnTo>
                  <a:lnTo>
                    <a:pt x="2346808" y="2433813"/>
                  </a:lnTo>
                  <a:lnTo>
                    <a:pt x="2346902" y="2433813"/>
                  </a:lnTo>
                  <a:lnTo>
                    <a:pt x="2346996" y="2433813"/>
                  </a:lnTo>
                  <a:lnTo>
                    <a:pt x="2347090" y="2433813"/>
                  </a:lnTo>
                  <a:lnTo>
                    <a:pt x="2347184" y="2433813"/>
                  </a:lnTo>
                  <a:lnTo>
                    <a:pt x="2347278" y="2433813"/>
                  </a:lnTo>
                  <a:lnTo>
                    <a:pt x="2347372" y="2433813"/>
                  </a:lnTo>
                  <a:lnTo>
                    <a:pt x="2347466" y="2433813"/>
                  </a:lnTo>
                  <a:lnTo>
                    <a:pt x="2347560" y="2433813"/>
                  </a:lnTo>
                  <a:lnTo>
                    <a:pt x="2347654" y="2433813"/>
                  </a:lnTo>
                  <a:lnTo>
                    <a:pt x="2347748" y="2433813"/>
                  </a:lnTo>
                  <a:lnTo>
                    <a:pt x="2347842" y="2433813"/>
                  </a:lnTo>
                  <a:lnTo>
                    <a:pt x="2347936" y="2433813"/>
                  </a:lnTo>
                  <a:lnTo>
                    <a:pt x="2348030" y="2433813"/>
                  </a:lnTo>
                  <a:lnTo>
                    <a:pt x="2348124" y="2433813"/>
                  </a:lnTo>
                  <a:lnTo>
                    <a:pt x="2348218" y="2433813"/>
                  </a:lnTo>
                  <a:lnTo>
                    <a:pt x="2348312" y="2433813"/>
                  </a:lnTo>
                  <a:lnTo>
                    <a:pt x="2348406" y="2433813"/>
                  </a:lnTo>
                  <a:lnTo>
                    <a:pt x="2348406" y="2428533"/>
                  </a:lnTo>
                  <a:lnTo>
                    <a:pt x="2348500" y="2428533"/>
                  </a:lnTo>
                  <a:lnTo>
                    <a:pt x="2348594" y="2428533"/>
                  </a:lnTo>
                  <a:lnTo>
                    <a:pt x="2348688" y="2428533"/>
                  </a:lnTo>
                  <a:lnTo>
                    <a:pt x="2348782" y="2428533"/>
                  </a:lnTo>
                  <a:lnTo>
                    <a:pt x="2348876" y="2428533"/>
                  </a:lnTo>
                  <a:lnTo>
                    <a:pt x="2348970" y="2428533"/>
                  </a:lnTo>
                  <a:lnTo>
                    <a:pt x="2349064" y="2428533"/>
                  </a:lnTo>
                  <a:lnTo>
                    <a:pt x="2349158" y="2428533"/>
                  </a:lnTo>
                  <a:lnTo>
                    <a:pt x="2349252" y="2428533"/>
                  </a:lnTo>
                  <a:lnTo>
                    <a:pt x="2349346" y="2428533"/>
                  </a:lnTo>
                  <a:lnTo>
                    <a:pt x="2349440" y="2428533"/>
                  </a:lnTo>
                  <a:lnTo>
                    <a:pt x="2349534" y="2428533"/>
                  </a:lnTo>
                  <a:lnTo>
                    <a:pt x="2349628" y="2428533"/>
                  </a:lnTo>
                  <a:lnTo>
                    <a:pt x="2349722" y="2428533"/>
                  </a:lnTo>
                  <a:lnTo>
                    <a:pt x="2349817" y="2428533"/>
                  </a:lnTo>
                  <a:lnTo>
                    <a:pt x="2349911" y="2428533"/>
                  </a:lnTo>
                  <a:lnTo>
                    <a:pt x="2350005" y="2428533"/>
                  </a:lnTo>
                  <a:lnTo>
                    <a:pt x="2350099" y="2428533"/>
                  </a:lnTo>
                  <a:lnTo>
                    <a:pt x="2350193" y="2428533"/>
                  </a:lnTo>
                  <a:lnTo>
                    <a:pt x="2350287" y="2428533"/>
                  </a:lnTo>
                  <a:lnTo>
                    <a:pt x="2350381" y="2428533"/>
                  </a:lnTo>
                  <a:lnTo>
                    <a:pt x="2350475" y="2428533"/>
                  </a:lnTo>
                  <a:lnTo>
                    <a:pt x="2350569" y="2428533"/>
                  </a:lnTo>
                  <a:lnTo>
                    <a:pt x="2350663" y="2428533"/>
                  </a:lnTo>
                  <a:lnTo>
                    <a:pt x="2350757" y="2428533"/>
                  </a:lnTo>
                  <a:lnTo>
                    <a:pt x="2350851" y="2428533"/>
                  </a:lnTo>
                  <a:lnTo>
                    <a:pt x="2350945" y="2428533"/>
                  </a:lnTo>
                  <a:lnTo>
                    <a:pt x="2351039" y="2428533"/>
                  </a:lnTo>
                  <a:lnTo>
                    <a:pt x="2351133" y="2428533"/>
                  </a:lnTo>
                  <a:lnTo>
                    <a:pt x="2351227" y="2428533"/>
                  </a:lnTo>
                  <a:lnTo>
                    <a:pt x="2351321" y="2428533"/>
                  </a:lnTo>
                  <a:lnTo>
                    <a:pt x="2351415" y="2428533"/>
                  </a:lnTo>
                  <a:lnTo>
                    <a:pt x="2351509" y="2428533"/>
                  </a:lnTo>
                  <a:lnTo>
                    <a:pt x="2351603" y="2428533"/>
                  </a:lnTo>
                  <a:lnTo>
                    <a:pt x="2351697" y="2428533"/>
                  </a:lnTo>
                  <a:lnTo>
                    <a:pt x="2351791" y="2428533"/>
                  </a:lnTo>
                  <a:lnTo>
                    <a:pt x="2351885" y="2428533"/>
                  </a:lnTo>
                  <a:lnTo>
                    <a:pt x="2351979" y="2428533"/>
                  </a:lnTo>
                  <a:lnTo>
                    <a:pt x="2352073" y="2428533"/>
                  </a:lnTo>
                  <a:lnTo>
                    <a:pt x="2352167" y="2428533"/>
                  </a:lnTo>
                  <a:lnTo>
                    <a:pt x="2352261" y="2428533"/>
                  </a:lnTo>
                  <a:lnTo>
                    <a:pt x="2352355" y="2428533"/>
                  </a:lnTo>
                  <a:lnTo>
                    <a:pt x="2352449" y="2428533"/>
                  </a:lnTo>
                  <a:lnTo>
                    <a:pt x="2352543" y="2428533"/>
                  </a:lnTo>
                  <a:lnTo>
                    <a:pt x="2352637" y="2428533"/>
                  </a:lnTo>
                  <a:lnTo>
                    <a:pt x="2352637" y="2423254"/>
                  </a:lnTo>
                  <a:lnTo>
                    <a:pt x="2352731" y="2423254"/>
                  </a:lnTo>
                  <a:lnTo>
                    <a:pt x="2352825" y="2423254"/>
                  </a:lnTo>
                  <a:lnTo>
                    <a:pt x="2352919" y="2423254"/>
                  </a:lnTo>
                  <a:lnTo>
                    <a:pt x="2353013" y="2423254"/>
                  </a:lnTo>
                  <a:lnTo>
                    <a:pt x="2353107" y="2423254"/>
                  </a:lnTo>
                  <a:lnTo>
                    <a:pt x="2353201" y="2423254"/>
                  </a:lnTo>
                  <a:lnTo>
                    <a:pt x="2353295" y="2423254"/>
                  </a:lnTo>
                  <a:lnTo>
                    <a:pt x="2353390" y="2423254"/>
                  </a:lnTo>
                  <a:lnTo>
                    <a:pt x="2353484" y="2423254"/>
                  </a:lnTo>
                  <a:lnTo>
                    <a:pt x="2353578" y="2423254"/>
                  </a:lnTo>
                  <a:lnTo>
                    <a:pt x="2353672" y="2423254"/>
                  </a:lnTo>
                  <a:lnTo>
                    <a:pt x="2353766" y="2423254"/>
                  </a:lnTo>
                  <a:lnTo>
                    <a:pt x="2353860" y="2423254"/>
                  </a:lnTo>
                  <a:lnTo>
                    <a:pt x="2353954" y="2423254"/>
                  </a:lnTo>
                  <a:lnTo>
                    <a:pt x="2354048" y="2423254"/>
                  </a:lnTo>
                  <a:lnTo>
                    <a:pt x="2354142" y="2423254"/>
                  </a:lnTo>
                  <a:lnTo>
                    <a:pt x="2354236" y="2423254"/>
                  </a:lnTo>
                  <a:lnTo>
                    <a:pt x="2354330" y="2423254"/>
                  </a:lnTo>
                  <a:lnTo>
                    <a:pt x="2354424" y="2423254"/>
                  </a:lnTo>
                  <a:lnTo>
                    <a:pt x="2354518" y="2423254"/>
                  </a:lnTo>
                  <a:lnTo>
                    <a:pt x="2354612" y="2423254"/>
                  </a:lnTo>
                  <a:lnTo>
                    <a:pt x="2354706" y="2423254"/>
                  </a:lnTo>
                  <a:lnTo>
                    <a:pt x="2354800" y="2423254"/>
                  </a:lnTo>
                  <a:lnTo>
                    <a:pt x="2354894" y="2423254"/>
                  </a:lnTo>
                  <a:lnTo>
                    <a:pt x="2354988" y="2423254"/>
                  </a:lnTo>
                  <a:lnTo>
                    <a:pt x="2355082" y="2423254"/>
                  </a:lnTo>
                  <a:lnTo>
                    <a:pt x="2355176" y="2423254"/>
                  </a:lnTo>
                  <a:lnTo>
                    <a:pt x="2355270" y="2423254"/>
                  </a:lnTo>
                  <a:lnTo>
                    <a:pt x="2355364" y="2423254"/>
                  </a:lnTo>
                  <a:lnTo>
                    <a:pt x="2355458" y="2423254"/>
                  </a:lnTo>
                  <a:lnTo>
                    <a:pt x="2355552" y="2423254"/>
                  </a:lnTo>
                  <a:lnTo>
                    <a:pt x="2355646" y="2423254"/>
                  </a:lnTo>
                  <a:lnTo>
                    <a:pt x="2355740" y="2423254"/>
                  </a:lnTo>
                  <a:lnTo>
                    <a:pt x="2355834" y="2423254"/>
                  </a:lnTo>
                  <a:lnTo>
                    <a:pt x="2355928" y="2423254"/>
                  </a:lnTo>
                  <a:lnTo>
                    <a:pt x="2355928" y="2417974"/>
                  </a:lnTo>
                  <a:lnTo>
                    <a:pt x="2356022" y="2417974"/>
                  </a:lnTo>
                  <a:lnTo>
                    <a:pt x="2356116" y="2417974"/>
                  </a:lnTo>
                  <a:lnTo>
                    <a:pt x="2356210" y="2417974"/>
                  </a:lnTo>
                  <a:lnTo>
                    <a:pt x="2356304" y="2417974"/>
                  </a:lnTo>
                  <a:lnTo>
                    <a:pt x="2356398" y="2417974"/>
                  </a:lnTo>
                  <a:lnTo>
                    <a:pt x="2356492" y="2417974"/>
                  </a:lnTo>
                  <a:lnTo>
                    <a:pt x="2356586" y="2417974"/>
                  </a:lnTo>
                  <a:lnTo>
                    <a:pt x="2356680" y="2417974"/>
                  </a:lnTo>
                  <a:lnTo>
                    <a:pt x="2356774" y="2417974"/>
                  </a:lnTo>
                  <a:lnTo>
                    <a:pt x="2356868" y="2417974"/>
                  </a:lnTo>
                  <a:lnTo>
                    <a:pt x="2356963" y="2417974"/>
                  </a:lnTo>
                  <a:lnTo>
                    <a:pt x="2357057" y="2417974"/>
                  </a:lnTo>
                  <a:lnTo>
                    <a:pt x="2357151" y="2417974"/>
                  </a:lnTo>
                  <a:lnTo>
                    <a:pt x="2357245" y="2417974"/>
                  </a:lnTo>
                  <a:lnTo>
                    <a:pt x="2357339" y="2417974"/>
                  </a:lnTo>
                  <a:lnTo>
                    <a:pt x="2357433" y="2417974"/>
                  </a:lnTo>
                  <a:lnTo>
                    <a:pt x="2357527" y="2417974"/>
                  </a:lnTo>
                  <a:lnTo>
                    <a:pt x="2357621" y="2417974"/>
                  </a:lnTo>
                  <a:lnTo>
                    <a:pt x="2357715" y="2417974"/>
                  </a:lnTo>
                  <a:lnTo>
                    <a:pt x="2357809" y="2417974"/>
                  </a:lnTo>
                  <a:lnTo>
                    <a:pt x="2357903" y="2417974"/>
                  </a:lnTo>
                  <a:lnTo>
                    <a:pt x="2357997" y="2417974"/>
                  </a:lnTo>
                  <a:lnTo>
                    <a:pt x="2358091" y="2417974"/>
                  </a:lnTo>
                  <a:lnTo>
                    <a:pt x="2358185" y="2417974"/>
                  </a:lnTo>
                  <a:lnTo>
                    <a:pt x="2358279" y="2417974"/>
                  </a:lnTo>
                  <a:lnTo>
                    <a:pt x="2358373" y="2417974"/>
                  </a:lnTo>
                  <a:lnTo>
                    <a:pt x="2358467" y="2417974"/>
                  </a:lnTo>
                  <a:lnTo>
                    <a:pt x="2358561" y="2417974"/>
                  </a:lnTo>
                  <a:lnTo>
                    <a:pt x="2358655" y="2417974"/>
                  </a:lnTo>
                  <a:lnTo>
                    <a:pt x="2358749" y="2417974"/>
                  </a:lnTo>
                  <a:lnTo>
                    <a:pt x="2358843" y="2417974"/>
                  </a:lnTo>
                  <a:lnTo>
                    <a:pt x="2358937" y="2417974"/>
                  </a:lnTo>
                  <a:lnTo>
                    <a:pt x="2359031" y="2417974"/>
                  </a:lnTo>
                  <a:lnTo>
                    <a:pt x="2359125" y="2417974"/>
                  </a:lnTo>
                  <a:lnTo>
                    <a:pt x="2359219" y="2417974"/>
                  </a:lnTo>
                  <a:lnTo>
                    <a:pt x="2359313" y="2417974"/>
                  </a:lnTo>
                  <a:lnTo>
                    <a:pt x="2359407" y="2417974"/>
                  </a:lnTo>
                  <a:lnTo>
                    <a:pt x="2359501" y="2417974"/>
                  </a:lnTo>
                  <a:lnTo>
                    <a:pt x="2359595" y="2417974"/>
                  </a:lnTo>
                  <a:lnTo>
                    <a:pt x="2359689" y="2417974"/>
                  </a:lnTo>
                  <a:lnTo>
                    <a:pt x="2359783" y="2417974"/>
                  </a:lnTo>
                  <a:lnTo>
                    <a:pt x="2359877" y="2417974"/>
                  </a:lnTo>
                  <a:lnTo>
                    <a:pt x="2359971" y="2417974"/>
                  </a:lnTo>
                  <a:lnTo>
                    <a:pt x="2360065" y="2417974"/>
                  </a:lnTo>
                  <a:lnTo>
                    <a:pt x="2360159" y="2417974"/>
                  </a:lnTo>
                  <a:lnTo>
                    <a:pt x="2360253" y="2417974"/>
                  </a:lnTo>
                  <a:lnTo>
                    <a:pt x="2360347" y="2417974"/>
                  </a:lnTo>
                  <a:lnTo>
                    <a:pt x="2360442" y="2417974"/>
                  </a:lnTo>
                  <a:lnTo>
                    <a:pt x="2360536" y="2417974"/>
                  </a:lnTo>
                  <a:lnTo>
                    <a:pt x="2360630" y="2417974"/>
                  </a:lnTo>
                  <a:lnTo>
                    <a:pt x="2360724" y="2417974"/>
                  </a:lnTo>
                  <a:lnTo>
                    <a:pt x="2360818" y="2417974"/>
                  </a:lnTo>
                  <a:lnTo>
                    <a:pt x="2360912" y="2417974"/>
                  </a:lnTo>
                  <a:lnTo>
                    <a:pt x="2361006" y="2417974"/>
                  </a:lnTo>
                  <a:lnTo>
                    <a:pt x="2361100" y="2417974"/>
                  </a:lnTo>
                  <a:lnTo>
                    <a:pt x="2361194" y="2417974"/>
                  </a:lnTo>
                  <a:lnTo>
                    <a:pt x="2361288" y="2417974"/>
                  </a:lnTo>
                  <a:lnTo>
                    <a:pt x="2361382" y="2417974"/>
                  </a:lnTo>
                  <a:lnTo>
                    <a:pt x="2361476" y="2417974"/>
                  </a:lnTo>
                  <a:lnTo>
                    <a:pt x="2361570" y="2417974"/>
                  </a:lnTo>
                  <a:lnTo>
                    <a:pt x="2361664" y="2417974"/>
                  </a:lnTo>
                  <a:lnTo>
                    <a:pt x="2361758" y="2417974"/>
                  </a:lnTo>
                  <a:lnTo>
                    <a:pt x="2361852" y="2417974"/>
                  </a:lnTo>
                  <a:lnTo>
                    <a:pt x="2361946" y="2417974"/>
                  </a:lnTo>
                  <a:lnTo>
                    <a:pt x="2362040" y="2417974"/>
                  </a:lnTo>
                  <a:lnTo>
                    <a:pt x="2362134" y="2417974"/>
                  </a:lnTo>
                  <a:lnTo>
                    <a:pt x="2362228" y="2417974"/>
                  </a:lnTo>
                  <a:lnTo>
                    <a:pt x="2362322" y="2417974"/>
                  </a:lnTo>
                  <a:lnTo>
                    <a:pt x="2362416" y="2417974"/>
                  </a:lnTo>
                  <a:lnTo>
                    <a:pt x="2362510" y="2417974"/>
                  </a:lnTo>
                  <a:lnTo>
                    <a:pt x="2362604" y="2417974"/>
                  </a:lnTo>
                  <a:lnTo>
                    <a:pt x="2362698" y="2417974"/>
                  </a:lnTo>
                  <a:lnTo>
                    <a:pt x="2362792" y="2417974"/>
                  </a:lnTo>
                  <a:lnTo>
                    <a:pt x="2362886" y="2417974"/>
                  </a:lnTo>
                  <a:lnTo>
                    <a:pt x="2362980" y="2417974"/>
                  </a:lnTo>
                  <a:lnTo>
                    <a:pt x="2363074" y="2417974"/>
                  </a:lnTo>
                  <a:lnTo>
                    <a:pt x="2363074" y="2412695"/>
                  </a:lnTo>
                  <a:lnTo>
                    <a:pt x="2363168" y="2412695"/>
                  </a:lnTo>
                  <a:lnTo>
                    <a:pt x="2363262" y="2412695"/>
                  </a:lnTo>
                  <a:lnTo>
                    <a:pt x="2363356" y="2412695"/>
                  </a:lnTo>
                  <a:lnTo>
                    <a:pt x="2363450" y="2412695"/>
                  </a:lnTo>
                  <a:lnTo>
                    <a:pt x="2363544" y="2412695"/>
                  </a:lnTo>
                  <a:lnTo>
                    <a:pt x="2363638" y="2412695"/>
                  </a:lnTo>
                  <a:lnTo>
                    <a:pt x="2363732" y="2412695"/>
                  </a:lnTo>
                  <a:lnTo>
                    <a:pt x="2363826" y="2412695"/>
                  </a:lnTo>
                  <a:lnTo>
                    <a:pt x="2363920" y="2412695"/>
                  </a:lnTo>
                  <a:lnTo>
                    <a:pt x="2364015" y="2412695"/>
                  </a:lnTo>
                  <a:lnTo>
                    <a:pt x="2364109" y="2412695"/>
                  </a:lnTo>
                  <a:lnTo>
                    <a:pt x="2364203" y="2412695"/>
                  </a:lnTo>
                  <a:lnTo>
                    <a:pt x="2364297" y="2412695"/>
                  </a:lnTo>
                  <a:lnTo>
                    <a:pt x="2364391" y="2412695"/>
                  </a:lnTo>
                  <a:lnTo>
                    <a:pt x="2364485" y="2412695"/>
                  </a:lnTo>
                  <a:lnTo>
                    <a:pt x="2364579" y="2412695"/>
                  </a:lnTo>
                  <a:lnTo>
                    <a:pt x="2364673" y="2412695"/>
                  </a:lnTo>
                  <a:lnTo>
                    <a:pt x="2364767" y="2412695"/>
                  </a:lnTo>
                  <a:lnTo>
                    <a:pt x="2364861" y="2412695"/>
                  </a:lnTo>
                  <a:lnTo>
                    <a:pt x="2364955" y="2412695"/>
                  </a:lnTo>
                  <a:lnTo>
                    <a:pt x="2365049" y="2412695"/>
                  </a:lnTo>
                  <a:lnTo>
                    <a:pt x="2365143" y="2412695"/>
                  </a:lnTo>
                  <a:lnTo>
                    <a:pt x="2365237" y="2412695"/>
                  </a:lnTo>
                  <a:lnTo>
                    <a:pt x="2365331" y="2412695"/>
                  </a:lnTo>
                  <a:lnTo>
                    <a:pt x="2365425" y="2412695"/>
                  </a:lnTo>
                  <a:lnTo>
                    <a:pt x="2365519" y="2412695"/>
                  </a:lnTo>
                  <a:lnTo>
                    <a:pt x="2365613" y="2412695"/>
                  </a:lnTo>
                  <a:lnTo>
                    <a:pt x="2365707" y="2412695"/>
                  </a:lnTo>
                  <a:lnTo>
                    <a:pt x="2365801" y="2412695"/>
                  </a:lnTo>
                  <a:lnTo>
                    <a:pt x="2365895" y="2412695"/>
                  </a:lnTo>
                  <a:lnTo>
                    <a:pt x="2365989" y="2412695"/>
                  </a:lnTo>
                  <a:lnTo>
                    <a:pt x="2366083" y="2412695"/>
                  </a:lnTo>
                  <a:lnTo>
                    <a:pt x="2366177" y="2412695"/>
                  </a:lnTo>
                  <a:lnTo>
                    <a:pt x="2366271" y="2412695"/>
                  </a:lnTo>
                  <a:lnTo>
                    <a:pt x="2366365" y="2412695"/>
                  </a:lnTo>
                  <a:lnTo>
                    <a:pt x="2366459" y="2412695"/>
                  </a:lnTo>
                  <a:lnTo>
                    <a:pt x="2366553" y="2412695"/>
                  </a:lnTo>
                  <a:lnTo>
                    <a:pt x="2366647" y="2412695"/>
                  </a:lnTo>
                  <a:lnTo>
                    <a:pt x="2366741" y="2412695"/>
                  </a:lnTo>
                  <a:lnTo>
                    <a:pt x="2366835" y="2412695"/>
                  </a:lnTo>
                  <a:lnTo>
                    <a:pt x="2366929" y="2412695"/>
                  </a:lnTo>
                  <a:lnTo>
                    <a:pt x="2367023" y="2412695"/>
                  </a:lnTo>
                  <a:lnTo>
                    <a:pt x="2367117" y="2412695"/>
                  </a:lnTo>
                  <a:lnTo>
                    <a:pt x="2367211" y="2412695"/>
                  </a:lnTo>
                  <a:lnTo>
                    <a:pt x="2367305" y="2412695"/>
                  </a:lnTo>
                  <a:lnTo>
                    <a:pt x="2367399" y="2412695"/>
                  </a:lnTo>
                  <a:lnTo>
                    <a:pt x="2367493" y="2412695"/>
                  </a:lnTo>
                  <a:lnTo>
                    <a:pt x="2367588" y="2412695"/>
                  </a:lnTo>
                  <a:lnTo>
                    <a:pt x="2367682" y="2412695"/>
                  </a:lnTo>
                  <a:lnTo>
                    <a:pt x="2367776" y="2412695"/>
                  </a:lnTo>
                  <a:lnTo>
                    <a:pt x="2367870" y="2412695"/>
                  </a:lnTo>
                  <a:lnTo>
                    <a:pt x="2367964" y="2412695"/>
                  </a:lnTo>
                  <a:lnTo>
                    <a:pt x="2368058" y="2412695"/>
                  </a:lnTo>
                  <a:lnTo>
                    <a:pt x="2368152" y="2412695"/>
                  </a:lnTo>
                  <a:lnTo>
                    <a:pt x="2368246" y="2412695"/>
                  </a:lnTo>
                  <a:lnTo>
                    <a:pt x="2368340" y="2412695"/>
                  </a:lnTo>
                  <a:lnTo>
                    <a:pt x="2368434" y="2412695"/>
                  </a:lnTo>
                  <a:lnTo>
                    <a:pt x="2368528" y="2412695"/>
                  </a:lnTo>
                  <a:lnTo>
                    <a:pt x="2368622" y="2412695"/>
                  </a:lnTo>
                  <a:lnTo>
                    <a:pt x="2368716" y="2412695"/>
                  </a:lnTo>
                  <a:lnTo>
                    <a:pt x="2368810" y="2412695"/>
                  </a:lnTo>
                  <a:lnTo>
                    <a:pt x="2368904" y="2412695"/>
                  </a:lnTo>
                  <a:lnTo>
                    <a:pt x="2368998" y="2412695"/>
                  </a:lnTo>
                  <a:lnTo>
                    <a:pt x="2369092" y="2412695"/>
                  </a:lnTo>
                  <a:lnTo>
                    <a:pt x="2369186" y="2412695"/>
                  </a:lnTo>
                  <a:lnTo>
                    <a:pt x="2369280" y="2412695"/>
                  </a:lnTo>
                  <a:lnTo>
                    <a:pt x="2369374" y="2412695"/>
                  </a:lnTo>
                  <a:lnTo>
                    <a:pt x="2369468" y="2412695"/>
                  </a:lnTo>
                  <a:lnTo>
                    <a:pt x="2369562" y="2412695"/>
                  </a:lnTo>
                  <a:lnTo>
                    <a:pt x="2369656" y="2412695"/>
                  </a:lnTo>
                  <a:lnTo>
                    <a:pt x="2369750" y="2412695"/>
                  </a:lnTo>
                  <a:lnTo>
                    <a:pt x="2369844" y="2412695"/>
                  </a:lnTo>
                  <a:lnTo>
                    <a:pt x="2369938" y="2412695"/>
                  </a:lnTo>
                  <a:lnTo>
                    <a:pt x="2370032" y="2412695"/>
                  </a:lnTo>
                  <a:lnTo>
                    <a:pt x="2370126" y="2412695"/>
                  </a:lnTo>
                  <a:lnTo>
                    <a:pt x="2370220" y="2412695"/>
                  </a:lnTo>
                  <a:lnTo>
                    <a:pt x="2370314" y="2412695"/>
                  </a:lnTo>
                  <a:lnTo>
                    <a:pt x="2370408" y="2412695"/>
                  </a:lnTo>
                  <a:lnTo>
                    <a:pt x="2370502" y="2412695"/>
                  </a:lnTo>
                  <a:lnTo>
                    <a:pt x="2370596" y="2412695"/>
                  </a:lnTo>
                  <a:lnTo>
                    <a:pt x="2370690" y="2412695"/>
                  </a:lnTo>
                  <a:lnTo>
                    <a:pt x="2370784" y="2412695"/>
                  </a:lnTo>
                  <a:lnTo>
                    <a:pt x="2370878" y="2412695"/>
                  </a:lnTo>
                  <a:lnTo>
                    <a:pt x="2370972" y="2412695"/>
                  </a:lnTo>
                  <a:lnTo>
                    <a:pt x="2371067" y="2412695"/>
                  </a:lnTo>
                  <a:lnTo>
                    <a:pt x="2371161" y="2412695"/>
                  </a:lnTo>
                  <a:lnTo>
                    <a:pt x="2371255" y="2412695"/>
                  </a:lnTo>
                  <a:lnTo>
                    <a:pt x="2371349" y="2412695"/>
                  </a:lnTo>
                  <a:lnTo>
                    <a:pt x="2371443" y="2412695"/>
                  </a:lnTo>
                  <a:lnTo>
                    <a:pt x="2371537" y="2412695"/>
                  </a:lnTo>
                  <a:lnTo>
                    <a:pt x="2371631" y="2412695"/>
                  </a:lnTo>
                  <a:lnTo>
                    <a:pt x="2371725" y="2412695"/>
                  </a:lnTo>
                  <a:lnTo>
                    <a:pt x="2371819" y="2412695"/>
                  </a:lnTo>
                  <a:lnTo>
                    <a:pt x="2371913" y="2412695"/>
                  </a:lnTo>
                  <a:lnTo>
                    <a:pt x="2372007" y="2412695"/>
                  </a:lnTo>
                  <a:lnTo>
                    <a:pt x="2372101" y="2412695"/>
                  </a:lnTo>
                  <a:lnTo>
                    <a:pt x="2372195" y="2412695"/>
                  </a:lnTo>
                  <a:lnTo>
                    <a:pt x="2372289" y="2412695"/>
                  </a:lnTo>
                  <a:lnTo>
                    <a:pt x="2372383" y="2412695"/>
                  </a:lnTo>
                  <a:lnTo>
                    <a:pt x="2372477" y="2412695"/>
                  </a:lnTo>
                  <a:lnTo>
                    <a:pt x="2372571" y="2412695"/>
                  </a:lnTo>
                  <a:lnTo>
                    <a:pt x="2372665" y="2412695"/>
                  </a:lnTo>
                  <a:lnTo>
                    <a:pt x="2372759" y="2412695"/>
                  </a:lnTo>
                  <a:lnTo>
                    <a:pt x="2372853" y="2412695"/>
                  </a:lnTo>
                  <a:lnTo>
                    <a:pt x="2372947" y="2412695"/>
                  </a:lnTo>
                  <a:lnTo>
                    <a:pt x="2373041" y="2412695"/>
                  </a:lnTo>
                  <a:lnTo>
                    <a:pt x="2373135" y="2412695"/>
                  </a:lnTo>
                  <a:lnTo>
                    <a:pt x="2373229" y="2412695"/>
                  </a:lnTo>
                  <a:lnTo>
                    <a:pt x="2373323" y="2412695"/>
                  </a:lnTo>
                  <a:lnTo>
                    <a:pt x="2373417" y="2412695"/>
                  </a:lnTo>
                  <a:lnTo>
                    <a:pt x="2373511" y="2412695"/>
                  </a:lnTo>
                  <a:lnTo>
                    <a:pt x="2373605" y="2412695"/>
                  </a:lnTo>
                  <a:lnTo>
                    <a:pt x="2373699" y="2412695"/>
                  </a:lnTo>
                  <a:lnTo>
                    <a:pt x="2373793" y="2412695"/>
                  </a:lnTo>
                  <a:lnTo>
                    <a:pt x="2373887" y="2412695"/>
                  </a:lnTo>
                  <a:lnTo>
                    <a:pt x="2373981" y="2412695"/>
                  </a:lnTo>
                  <a:lnTo>
                    <a:pt x="2374075" y="2412695"/>
                  </a:lnTo>
                  <a:lnTo>
                    <a:pt x="2374169" y="2412695"/>
                  </a:lnTo>
                  <a:lnTo>
                    <a:pt x="2374263" y="2412695"/>
                  </a:lnTo>
                  <a:lnTo>
                    <a:pt x="2374357" y="2412695"/>
                  </a:lnTo>
                  <a:lnTo>
                    <a:pt x="2374451" y="2412695"/>
                  </a:lnTo>
                  <a:lnTo>
                    <a:pt x="2374545" y="2412695"/>
                  </a:lnTo>
                  <a:lnTo>
                    <a:pt x="2374640" y="2412695"/>
                  </a:lnTo>
                  <a:lnTo>
                    <a:pt x="2374734" y="2412695"/>
                  </a:lnTo>
                  <a:lnTo>
                    <a:pt x="2374828" y="2412695"/>
                  </a:lnTo>
                  <a:lnTo>
                    <a:pt x="2374922" y="2412695"/>
                  </a:lnTo>
                  <a:lnTo>
                    <a:pt x="2375016" y="2412695"/>
                  </a:lnTo>
                  <a:lnTo>
                    <a:pt x="2375110" y="2412695"/>
                  </a:lnTo>
                  <a:lnTo>
                    <a:pt x="2375204" y="2412695"/>
                  </a:lnTo>
                  <a:lnTo>
                    <a:pt x="2375298" y="2412695"/>
                  </a:lnTo>
                  <a:lnTo>
                    <a:pt x="2375392" y="2412695"/>
                  </a:lnTo>
                  <a:lnTo>
                    <a:pt x="2375486" y="2412695"/>
                  </a:lnTo>
                  <a:lnTo>
                    <a:pt x="2375580" y="2412695"/>
                  </a:lnTo>
                  <a:lnTo>
                    <a:pt x="2375674" y="2412695"/>
                  </a:lnTo>
                  <a:lnTo>
                    <a:pt x="2375768" y="2412695"/>
                  </a:lnTo>
                  <a:lnTo>
                    <a:pt x="2375862" y="2412695"/>
                  </a:lnTo>
                  <a:lnTo>
                    <a:pt x="2375956" y="2412695"/>
                  </a:lnTo>
                  <a:lnTo>
                    <a:pt x="2376050" y="2412695"/>
                  </a:lnTo>
                  <a:lnTo>
                    <a:pt x="2376144" y="2412695"/>
                  </a:lnTo>
                  <a:lnTo>
                    <a:pt x="2376238" y="2412695"/>
                  </a:lnTo>
                  <a:lnTo>
                    <a:pt x="2376332" y="2412695"/>
                  </a:lnTo>
                  <a:lnTo>
                    <a:pt x="2376426" y="2412695"/>
                  </a:lnTo>
                  <a:lnTo>
                    <a:pt x="2376520" y="2412695"/>
                  </a:lnTo>
                  <a:lnTo>
                    <a:pt x="2376614" y="2412695"/>
                  </a:lnTo>
                  <a:lnTo>
                    <a:pt x="2376708" y="2412695"/>
                  </a:lnTo>
                  <a:lnTo>
                    <a:pt x="2376802" y="2412695"/>
                  </a:lnTo>
                  <a:lnTo>
                    <a:pt x="2376896" y="2412695"/>
                  </a:lnTo>
                  <a:lnTo>
                    <a:pt x="2376990" y="2412695"/>
                  </a:lnTo>
                  <a:lnTo>
                    <a:pt x="2377084" y="2412695"/>
                  </a:lnTo>
                  <a:lnTo>
                    <a:pt x="2377178" y="2412695"/>
                  </a:lnTo>
                  <a:lnTo>
                    <a:pt x="2377272" y="2412695"/>
                  </a:lnTo>
                  <a:lnTo>
                    <a:pt x="2377366" y="2412695"/>
                  </a:lnTo>
                  <a:lnTo>
                    <a:pt x="2377460" y="2412695"/>
                  </a:lnTo>
                  <a:lnTo>
                    <a:pt x="2377554" y="2412695"/>
                  </a:lnTo>
                  <a:lnTo>
                    <a:pt x="2377648" y="2412695"/>
                  </a:lnTo>
                  <a:lnTo>
                    <a:pt x="2377742" y="2412695"/>
                  </a:lnTo>
                  <a:lnTo>
                    <a:pt x="2377836" y="2412695"/>
                  </a:lnTo>
                  <a:lnTo>
                    <a:pt x="2377930" y="2412695"/>
                  </a:lnTo>
                  <a:lnTo>
                    <a:pt x="2378024" y="2412695"/>
                  </a:lnTo>
                  <a:lnTo>
                    <a:pt x="2378118" y="2412695"/>
                  </a:lnTo>
                  <a:lnTo>
                    <a:pt x="2378213" y="2412695"/>
                  </a:lnTo>
                  <a:lnTo>
                    <a:pt x="2378307" y="2412695"/>
                  </a:lnTo>
                  <a:lnTo>
                    <a:pt x="2378401" y="2412695"/>
                  </a:lnTo>
                  <a:lnTo>
                    <a:pt x="2378495" y="2412695"/>
                  </a:lnTo>
                  <a:lnTo>
                    <a:pt x="2378589" y="2412695"/>
                  </a:lnTo>
                  <a:lnTo>
                    <a:pt x="2378683" y="2412695"/>
                  </a:lnTo>
                  <a:lnTo>
                    <a:pt x="2378777" y="2412695"/>
                  </a:lnTo>
                  <a:lnTo>
                    <a:pt x="2378777" y="2407416"/>
                  </a:lnTo>
                  <a:lnTo>
                    <a:pt x="2378871" y="2407416"/>
                  </a:lnTo>
                  <a:lnTo>
                    <a:pt x="2378965" y="2407416"/>
                  </a:lnTo>
                  <a:lnTo>
                    <a:pt x="2379059" y="2407416"/>
                  </a:lnTo>
                  <a:lnTo>
                    <a:pt x="2379059" y="2402136"/>
                  </a:lnTo>
                  <a:lnTo>
                    <a:pt x="2379153" y="2402136"/>
                  </a:lnTo>
                  <a:lnTo>
                    <a:pt x="2379247" y="2402136"/>
                  </a:lnTo>
                  <a:lnTo>
                    <a:pt x="2379341" y="2402136"/>
                  </a:lnTo>
                  <a:lnTo>
                    <a:pt x="2379435" y="2402136"/>
                  </a:lnTo>
                  <a:lnTo>
                    <a:pt x="2379529" y="2402136"/>
                  </a:lnTo>
                  <a:lnTo>
                    <a:pt x="2379623" y="2402136"/>
                  </a:lnTo>
                  <a:lnTo>
                    <a:pt x="2379717" y="2402136"/>
                  </a:lnTo>
                  <a:lnTo>
                    <a:pt x="2379811" y="2402136"/>
                  </a:lnTo>
                  <a:lnTo>
                    <a:pt x="2379905" y="2402136"/>
                  </a:lnTo>
                  <a:lnTo>
                    <a:pt x="2379999" y="2402136"/>
                  </a:lnTo>
                  <a:lnTo>
                    <a:pt x="2380093" y="2402136"/>
                  </a:lnTo>
                  <a:lnTo>
                    <a:pt x="2380187" y="2402136"/>
                  </a:lnTo>
                  <a:lnTo>
                    <a:pt x="2380281" y="2402136"/>
                  </a:lnTo>
                  <a:lnTo>
                    <a:pt x="2380375" y="2402136"/>
                  </a:lnTo>
                  <a:lnTo>
                    <a:pt x="2380469" y="2402136"/>
                  </a:lnTo>
                  <a:lnTo>
                    <a:pt x="2380563" y="2402136"/>
                  </a:lnTo>
                  <a:lnTo>
                    <a:pt x="2380657" y="2402136"/>
                  </a:lnTo>
                  <a:lnTo>
                    <a:pt x="2380751" y="2402136"/>
                  </a:lnTo>
                  <a:lnTo>
                    <a:pt x="2380845" y="2402136"/>
                  </a:lnTo>
                  <a:lnTo>
                    <a:pt x="2380939" y="2402136"/>
                  </a:lnTo>
                  <a:lnTo>
                    <a:pt x="2381033" y="2402136"/>
                  </a:lnTo>
                  <a:lnTo>
                    <a:pt x="2381127" y="2402136"/>
                  </a:lnTo>
                  <a:lnTo>
                    <a:pt x="2381221" y="2402136"/>
                  </a:lnTo>
                  <a:lnTo>
                    <a:pt x="2381315" y="2402136"/>
                  </a:lnTo>
                  <a:lnTo>
                    <a:pt x="2381409" y="2402136"/>
                  </a:lnTo>
                  <a:lnTo>
                    <a:pt x="2381503" y="2402136"/>
                  </a:lnTo>
                  <a:lnTo>
                    <a:pt x="2381597" y="2402136"/>
                  </a:lnTo>
                  <a:lnTo>
                    <a:pt x="2381692" y="2402136"/>
                  </a:lnTo>
                  <a:lnTo>
                    <a:pt x="2381786" y="2402136"/>
                  </a:lnTo>
                  <a:lnTo>
                    <a:pt x="2381880" y="2402136"/>
                  </a:lnTo>
                  <a:lnTo>
                    <a:pt x="2381974" y="2402136"/>
                  </a:lnTo>
                  <a:lnTo>
                    <a:pt x="2382068" y="2402136"/>
                  </a:lnTo>
                  <a:lnTo>
                    <a:pt x="2382162" y="2402136"/>
                  </a:lnTo>
                  <a:lnTo>
                    <a:pt x="2382256" y="2402136"/>
                  </a:lnTo>
                  <a:lnTo>
                    <a:pt x="2382350" y="2402136"/>
                  </a:lnTo>
                  <a:lnTo>
                    <a:pt x="2382444" y="2402136"/>
                  </a:lnTo>
                  <a:lnTo>
                    <a:pt x="2382538" y="2402136"/>
                  </a:lnTo>
                  <a:lnTo>
                    <a:pt x="2382632" y="2402136"/>
                  </a:lnTo>
                  <a:lnTo>
                    <a:pt x="2382726" y="2402136"/>
                  </a:lnTo>
                  <a:lnTo>
                    <a:pt x="2382820" y="2402136"/>
                  </a:lnTo>
                  <a:lnTo>
                    <a:pt x="2382914" y="2402136"/>
                  </a:lnTo>
                  <a:lnTo>
                    <a:pt x="2383008" y="2402136"/>
                  </a:lnTo>
                  <a:lnTo>
                    <a:pt x="2383102" y="2402136"/>
                  </a:lnTo>
                  <a:lnTo>
                    <a:pt x="2383196" y="2402136"/>
                  </a:lnTo>
                  <a:lnTo>
                    <a:pt x="2383290" y="2402136"/>
                  </a:lnTo>
                  <a:lnTo>
                    <a:pt x="2383384" y="2402136"/>
                  </a:lnTo>
                  <a:lnTo>
                    <a:pt x="2383478" y="2402136"/>
                  </a:lnTo>
                  <a:lnTo>
                    <a:pt x="2383572" y="2402136"/>
                  </a:lnTo>
                  <a:lnTo>
                    <a:pt x="2383666" y="2402136"/>
                  </a:lnTo>
                  <a:lnTo>
                    <a:pt x="2383760" y="2402136"/>
                  </a:lnTo>
                  <a:lnTo>
                    <a:pt x="2383854" y="2402136"/>
                  </a:lnTo>
                  <a:lnTo>
                    <a:pt x="2383948" y="2402136"/>
                  </a:lnTo>
                  <a:lnTo>
                    <a:pt x="2383948" y="2396857"/>
                  </a:lnTo>
                  <a:lnTo>
                    <a:pt x="2384042" y="2396857"/>
                  </a:lnTo>
                  <a:lnTo>
                    <a:pt x="2384136" y="2396857"/>
                  </a:lnTo>
                  <a:lnTo>
                    <a:pt x="2384230" y="2396857"/>
                  </a:lnTo>
                  <a:lnTo>
                    <a:pt x="2384324" y="2396857"/>
                  </a:lnTo>
                  <a:lnTo>
                    <a:pt x="2384418" y="2396857"/>
                  </a:lnTo>
                  <a:lnTo>
                    <a:pt x="2384512" y="2396857"/>
                  </a:lnTo>
                  <a:lnTo>
                    <a:pt x="2384606" y="2396857"/>
                  </a:lnTo>
                  <a:lnTo>
                    <a:pt x="2384700" y="2396857"/>
                  </a:lnTo>
                  <a:lnTo>
                    <a:pt x="2384794" y="2396857"/>
                  </a:lnTo>
                  <a:lnTo>
                    <a:pt x="2384888" y="2396857"/>
                  </a:lnTo>
                  <a:lnTo>
                    <a:pt x="2384982" y="2396857"/>
                  </a:lnTo>
                  <a:lnTo>
                    <a:pt x="2385076" y="2396857"/>
                  </a:lnTo>
                  <a:lnTo>
                    <a:pt x="2385170" y="2396857"/>
                  </a:lnTo>
                  <a:lnTo>
                    <a:pt x="2385265" y="2396857"/>
                  </a:lnTo>
                  <a:lnTo>
                    <a:pt x="2385359" y="2396857"/>
                  </a:lnTo>
                  <a:lnTo>
                    <a:pt x="2385453" y="2396857"/>
                  </a:lnTo>
                  <a:lnTo>
                    <a:pt x="2385547" y="2396857"/>
                  </a:lnTo>
                  <a:lnTo>
                    <a:pt x="2385641" y="2396857"/>
                  </a:lnTo>
                  <a:lnTo>
                    <a:pt x="2385735" y="2396857"/>
                  </a:lnTo>
                  <a:lnTo>
                    <a:pt x="2385829" y="2396857"/>
                  </a:lnTo>
                  <a:lnTo>
                    <a:pt x="2385923" y="2396857"/>
                  </a:lnTo>
                  <a:lnTo>
                    <a:pt x="2386017" y="2396857"/>
                  </a:lnTo>
                  <a:lnTo>
                    <a:pt x="2386111" y="2396857"/>
                  </a:lnTo>
                  <a:lnTo>
                    <a:pt x="2386205" y="2396857"/>
                  </a:lnTo>
                  <a:lnTo>
                    <a:pt x="2386299" y="2396857"/>
                  </a:lnTo>
                  <a:lnTo>
                    <a:pt x="2386393" y="2396857"/>
                  </a:lnTo>
                  <a:lnTo>
                    <a:pt x="2386487" y="2396857"/>
                  </a:lnTo>
                  <a:lnTo>
                    <a:pt x="2386581" y="2396857"/>
                  </a:lnTo>
                  <a:lnTo>
                    <a:pt x="2386675" y="2396857"/>
                  </a:lnTo>
                  <a:lnTo>
                    <a:pt x="2386769" y="2396857"/>
                  </a:lnTo>
                  <a:lnTo>
                    <a:pt x="2386863" y="2396857"/>
                  </a:lnTo>
                  <a:lnTo>
                    <a:pt x="2386957" y="2396857"/>
                  </a:lnTo>
                  <a:lnTo>
                    <a:pt x="2387051" y="2396857"/>
                  </a:lnTo>
                  <a:lnTo>
                    <a:pt x="2387145" y="2396857"/>
                  </a:lnTo>
                  <a:lnTo>
                    <a:pt x="2387239" y="2396857"/>
                  </a:lnTo>
                  <a:lnTo>
                    <a:pt x="2387333" y="2396857"/>
                  </a:lnTo>
                  <a:lnTo>
                    <a:pt x="2387427" y="2396857"/>
                  </a:lnTo>
                  <a:lnTo>
                    <a:pt x="2387521" y="2396857"/>
                  </a:lnTo>
                  <a:lnTo>
                    <a:pt x="2387615" y="2396857"/>
                  </a:lnTo>
                  <a:lnTo>
                    <a:pt x="2387709" y="2396857"/>
                  </a:lnTo>
                  <a:lnTo>
                    <a:pt x="2387803" y="2396857"/>
                  </a:lnTo>
                  <a:lnTo>
                    <a:pt x="2387897" y="2396857"/>
                  </a:lnTo>
                  <a:lnTo>
                    <a:pt x="2387991" y="2396857"/>
                  </a:lnTo>
                  <a:lnTo>
                    <a:pt x="2388085" y="2396857"/>
                  </a:lnTo>
                  <a:lnTo>
                    <a:pt x="2388179" y="2396857"/>
                  </a:lnTo>
                  <a:lnTo>
                    <a:pt x="2388273" y="2396857"/>
                  </a:lnTo>
                  <a:lnTo>
                    <a:pt x="2388367" y="2396857"/>
                  </a:lnTo>
                  <a:lnTo>
                    <a:pt x="2388461" y="2396857"/>
                  </a:lnTo>
                  <a:lnTo>
                    <a:pt x="2388555" y="2396857"/>
                  </a:lnTo>
                  <a:lnTo>
                    <a:pt x="2388649" y="2396857"/>
                  </a:lnTo>
                  <a:lnTo>
                    <a:pt x="2388743" y="2396857"/>
                  </a:lnTo>
                  <a:lnTo>
                    <a:pt x="2388838" y="2396857"/>
                  </a:lnTo>
                  <a:lnTo>
                    <a:pt x="2388932" y="2396857"/>
                  </a:lnTo>
                  <a:lnTo>
                    <a:pt x="2389026" y="2396857"/>
                  </a:lnTo>
                  <a:lnTo>
                    <a:pt x="2389120" y="2396857"/>
                  </a:lnTo>
                  <a:lnTo>
                    <a:pt x="2389214" y="2396857"/>
                  </a:lnTo>
                  <a:lnTo>
                    <a:pt x="2389308" y="2396857"/>
                  </a:lnTo>
                  <a:lnTo>
                    <a:pt x="2389402" y="2396857"/>
                  </a:lnTo>
                  <a:lnTo>
                    <a:pt x="2389402" y="2391577"/>
                  </a:lnTo>
                  <a:lnTo>
                    <a:pt x="2389496" y="2391577"/>
                  </a:lnTo>
                  <a:lnTo>
                    <a:pt x="2389590" y="2391577"/>
                  </a:lnTo>
                  <a:lnTo>
                    <a:pt x="2389684" y="2391577"/>
                  </a:lnTo>
                  <a:lnTo>
                    <a:pt x="2389778" y="2391577"/>
                  </a:lnTo>
                  <a:lnTo>
                    <a:pt x="2389872" y="2391577"/>
                  </a:lnTo>
                  <a:lnTo>
                    <a:pt x="2389966" y="2391577"/>
                  </a:lnTo>
                  <a:lnTo>
                    <a:pt x="2390060" y="2391577"/>
                  </a:lnTo>
                  <a:lnTo>
                    <a:pt x="2390154" y="2391577"/>
                  </a:lnTo>
                  <a:lnTo>
                    <a:pt x="2390248" y="2391577"/>
                  </a:lnTo>
                  <a:lnTo>
                    <a:pt x="2390342" y="2391577"/>
                  </a:lnTo>
                  <a:lnTo>
                    <a:pt x="2390436" y="2391577"/>
                  </a:lnTo>
                  <a:lnTo>
                    <a:pt x="2390530" y="2391577"/>
                  </a:lnTo>
                  <a:lnTo>
                    <a:pt x="2390624" y="2391577"/>
                  </a:lnTo>
                  <a:lnTo>
                    <a:pt x="2390718" y="2391577"/>
                  </a:lnTo>
                  <a:lnTo>
                    <a:pt x="2390812" y="2391577"/>
                  </a:lnTo>
                  <a:lnTo>
                    <a:pt x="2390906" y="2391577"/>
                  </a:lnTo>
                  <a:lnTo>
                    <a:pt x="2391000" y="2391577"/>
                  </a:lnTo>
                  <a:lnTo>
                    <a:pt x="2391094" y="2391577"/>
                  </a:lnTo>
                  <a:lnTo>
                    <a:pt x="2391188" y="2391577"/>
                  </a:lnTo>
                  <a:lnTo>
                    <a:pt x="2391282" y="2391577"/>
                  </a:lnTo>
                  <a:lnTo>
                    <a:pt x="2391376" y="2391577"/>
                  </a:lnTo>
                  <a:lnTo>
                    <a:pt x="2391470" y="2391577"/>
                  </a:lnTo>
                  <a:lnTo>
                    <a:pt x="2391564" y="2391577"/>
                  </a:lnTo>
                  <a:lnTo>
                    <a:pt x="2391658" y="2391577"/>
                  </a:lnTo>
                  <a:lnTo>
                    <a:pt x="2391752" y="2391577"/>
                  </a:lnTo>
                  <a:lnTo>
                    <a:pt x="2391846" y="2391577"/>
                  </a:lnTo>
                  <a:lnTo>
                    <a:pt x="2391940" y="2391577"/>
                  </a:lnTo>
                  <a:lnTo>
                    <a:pt x="2392034" y="2391577"/>
                  </a:lnTo>
                  <a:lnTo>
                    <a:pt x="2392128" y="2391577"/>
                  </a:lnTo>
                  <a:lnTo>
                    <a:pt x="2392222" y="2391577"/>
                  </a:lnTo>
                  <a:lnTo>
                    <a:pt x="2392317" y="2391577"/>
                  </a:lnTo>
                  <a:lnTo>
                    <a:pt x="2392411" y="2391577"/>
                  </a:lnTo>
                  <a:lnTo>
                    <a:pt x="2392505" y="2391577"/>
                  </a:lnTo>
                  <a:lnTo>
                    <a:pt x="2392599" y="2391577"/>
                  </a:lnTo>
                  <a:lnTo>
                    <a:pt x="2392693" y="2391577"/>
                  </a:lnTo>
                  <a:lnTo>
                    <a:pt x="2392787" y="2391577"/>
                  </a:lnTo>
                  <a:lnTo>
                    <a:pt x="2392881" y="2391577"/>
                  </a:lnTo>
                  <a:lnTo>
                    <a:pt x="2392975" y="2391577"/>
                  </a:lnTo>
                  <a:lnTo>
                    <a:pt x="2393069" y="2391577"/>
                  </a:lnTo>
                  <a:lnTo>
                    <a:pt x="2393163" y="2391577"/>
                  </a:lnTo>
                  <a:lnTo>
                    <a:pt x="2393257" y="2391577"/>
                  </a:lnTo>
                  <a:lnTo>
                    <a:pt x="2393351" y="2391577"/>
                  </a:lnTo>
                  <a:lnTo>
                    <a:pt x="2393445" y="2391577"/>
                  </a:lnTo>
                  <a:lnTo>
                    <a:pt x="2393539" y="2391577"/>
                  </a:lnTo>
                  <a:lnTo>
                    <a:pt x="2393633" y="2391577"/>
                  </a:lnTo>
                  <a:lnTo>
                    <a:pt x="2393727" y="2391577"/>
                  </a:lnTo>
                  <a:lnTo>
                    <a:pt x="2393821" y="2391577"/>
                  </a:lnTo>
                  <a:lnTo>
                    <a:pt x="2393915" y="2391577"/>
                  </a:lnTo>
                  <a:lnTo>
                    <a:pt x="2394009" y="2391577"/>
                  </a:lnTo>
                  <a:lnTo>
                    <a:pt x="2394103" y="2391577"/>
                  </a:lnTo>
                  <a:lnTo>
                    <a:pt x="2394197" y="2391577"/>
                  </a:lnTo>
                  <a:lnTo>
                    <a:pt x="2394291" y="2391577"/>
                  </a:lnTo>
                  <a:lnTo>
                    <a:pt x="2394291" y="2386298"/>
                  </a:lnTo>
                  <a:lnTo>
                    <a:pt x="2394385" y="2386298"/>
                  </a:lnTo>
                  <a:lnTo>
                    <a:pt x="2394479" y="2386298"/>
                  </a:lnTo>
                  <a:lnTo>
                    <a:pt x="2394573" y="2386298"/>
                  </a:lnTo>
                  <a:lnTo>
                    <a:pt x="2394667" y="2386298"/>
                  </a:lnTo>
                  <a:lnTo>
                    <a:pt x="2394761" y="2386298"/>
                  </a:lnTo>
                  <a:lnTo>
                    <a:pt x="2394855" y="2386298"/>
                  </a:lnTo>
                  <a:lnTo>
                    <a:pt x="2394949" y="2386298"/>
                  </a:lnTo>
                  <a:lnTo>
                    <a:pt x="2395043" y="2386298"/>
                  </a:lnTo>
                  <a:lnTo>
                    <a:pt x="2395137" y="2386298"/>
                  </a:lnTo>
                  <a:lnTo>
                    <a:pt x="2395231" y="2386298"/>
                  </a:lnTo>
                  <a:lnTo>
                    <a:pt x="2395325" y="2386298"/>
                  </a:lnTo>
                  <a:lnTo>
                    <a:pt x="2395419" y="2386298"/>
                  </a:lnTo>
                  <a:lnTo>
                    <a:pt x="2395513" y="2386298"/>
                  </a:lnTo>
                  <a:lnTo>
                    <a:pt x="2395607" y="2386298"/>
                  </a:lnTo>
                  <a:lnTo>
                    <a:pt x="2395701" y="2386298"/>
                  </a:lnTo>
                  <a:lnTo>
                    <a:pt x="2395795" y="2386298"/>
                  </a:lnTo>
                  <a:lnTo>
                    <a:pt x="2395890" y="2386298"/>
                  </a:lnTo>
                  <a:lnTo>
                    <a:pt x="2395984" y="2386298"/>
                  </a:lnTo>
                  <a:lnTo>
                    <a:pt x="2396078" y="2386298"/>
                  </a:lnTo>
                  <a:lnTo>
                    <a:pt x="2396172" y="2386298"/>
                  </a:lnTo>
                  <a:lnTo>
                    <a:pt x="2396266" y="2386298"/>
                  </a:lnTo>
                  <a:lnTo>
                    <a:pt x="2396360" y="2386298"/>
                  </a:lnTo>
                  <a:lnTo>
                    <a:pt x="2396454" y="2386298"/>
                  </a:lnTo>
                  <a:lnTo>
                    <a:pt x="2396548" y="2386298"/>
                  </a:lnTo>
                  <a:lnTo>
                    <a:pt x="2396642" y="2386298"/>
                  </a:lnTo>
                  <a:lnTo>
                    <a:pt x="2396736" y="2386298"/>
                  </a:lnTo>
                  <a:lnTo>
                    <a:pt x="2396830" y="2386298"/>
                  </a:lnTo>
                  <a:lnTo>
                    <a:pt x="2396924" y="2386298"/>
                  </a:lnTo>
                  <a:lnTo>
                    <a:pt x="2397018" y="2386298"/>
                  </a:lnTo>
                  <a:lnTo>
                    <a:pt x="2397112" y="2386298"/>
                  </a:lnTo>
                  <a:lnTo>
                    <a:pt x="2397206" y="2386298"/>
                  </a:lnTo>
                  <a:lnTo>
                    <a:pt x="2397300" y="2386298"/>
                  </a:lnTo>
                  <a:lnTo>
                    <a:pt x="2397394" y="2386298"/>
                  </a:lnTo>
                  <a:lnTo>
                    <a:pt x="2397488" y="2386298"/>
                  </a:lnTo>
                  <a:lnTo>
                    <a:pt x="2397582" y="2386298"/>
                  </a:lnTo>
                  <a:lnTo>
                    <a:pt x="2397676" y="2386298"/>
                  </a:lnTo>
                  <a:lnTo>
                    <a:pt x="2397770" y="2386298"/>
                  </a:lnTo>
                  <a:lnTo>
                    <a:pt x="2397864" y="2386298"/>
                  </a:lnTo>
                  <a:lnTo>
                    <a:pt x="2397958" y="2386298"/>
                  </a:lnTo>
                  <a:lnTo>
                    <a:pt x="2398052" y="2386298"/>
                  </a:lnTo>
                  <a:lnTo>
                    <a:pt x="2398146" y="2386298"/>
                  </a:lnTo>
                  <a:lnTo>
                    <a:pt x="2398240" y="2386298"/>
                  </a:lnTo>
                  <a:lnTo>
                    <a:pt x="2398334" y="2386298"/>
                  </a:lnTo>
                  <a:lnTo>
                    <a:pt x="2398428" y="2386298"/>
                  </a:lnTo>
                  <a:lnTo>
                    <a:pt x="2398522" y="2386298"/>
                  </a:lnTo>
                  <a:lnTo>
                    <a:pt x="2398616" y="2386298"/>
                  </a:lnTo>
                  <a:lnTo>
                    <a:pt x="2398710" y="2386298"/>
                  </a:lnTo>
                  <a:lnTo>
                    <a:pt x="2398804" y="2386298"/>
                  </a:lnTo>
                  <a:lnTo>
                    <a:pt x="2398898" y="2386298"/>
                  </a:lnTo>
                  <a:lnTo>
                    <a:pt x="2398992" y="2386298"/>
                  </a:lnTo>
                  <a:lnTo>
                    <a:pt x="2399086" y="2386298"/>
                  </a:lnTo>
                  <a:lnTo>
                    <a:pt x="2399180" y="2386298"/>
                  </a:lnTo>
                  <a:lnTo>
                    <a:pt x="2399274" y="2386298"/>
                  </a:lnTo>
                  <a:lnTo>
                    <a:pt x="2399368" y="2386298"/>
                  </a:lnTo>
                  <a:lnTo>
                    <a:pt x="2399463" y="2386298"/>
                  </a:lnTo>
                  <a:lnTo>
                    <a:pt x="2399557" y="2386298"/>
                  </a:lnTo>
                  <a:lnTo>
                    <a:pt x="2399651" y="2386298"/>
                  </a:lnTo>
                  <a:lnTo>
                    <a:pt x="2399745" y="2386298"/>
                  </a:lnTo>
                  <a:lnTo>
                    <a:pt x="2399839" y="2386298"/>
                  </a:lnTo>
                  <a:lnTo>
                    <a:pt x="2399933" y="2386298"/>
                  </a:lnTo>
                  <a:lnTo>
                    <a:pt x="2400027" y="2386298"/>
                  </a:lnTo>
                  <a:lnTo>
                    <a:pt x="2400121" y="2386298"/>
                  </a:lnTo>
                  <a:lnTo>
                    <a:pt x="2400215" y="2386298"/>
                  </a:lnTo>
                  <a:lnTo>
                    <a:pt x="2400309" y="2386298"/>
                  </a:lnTo>
                  <a:lnTo>
                    <a:pt x="2400403" y="2386298"/>
                  </a:lnTo>
                  <a:lnTo>
                    <a:pt x="2400497" y="2386298"/>
                  </a:lnTo>
                  <a:lnTo>
                    <a:pt x="2400591" y="2386298"/>
                  </a:lnTo>
                  <a:lnTo>
                    <a:pt x="2400685" y="2386298"/>
                  </a:lnTo>
                  <a:lnTo>
                    <a:pt x="2400779" y="2386298"/>
                  </a:lnTo>
                  <a:lnTo>
                    <a:pt x="2400873" y="2386298"/>
                  </a:lnTo>
                  <a:lnTo>
                    <a:pt x="2400967" y="2386298"/>
                  </a:lnTo>
                  <a:lnTo>
                    <a:pt x="2401061" y="2386298"/>
                  </a:lnTo>
                  <a:lnTo>
                    <a:pt x="2401155" y="2386298"/>
                  </a:lnTo>
                  <a:lnTo>
                    <a:pt x="2401249" y="2386298"/>
                  </a:lnTo>
                  <a:lnTo>
                    <a:pt x="2401343" y="2386298"/>
                  </a:lnTo>
                  <a:lnTo>
                    <a:pt x="2401437" y="2386298"/>
                  </a:lnTo>
                  <a:lnTo>
                    <a:pt x="2401531" y="2386298"/>
                  </a:lnTo>
                  <a:lnTo>
                    <a:pt x="2401625" y="2386298"/>
                  </a:lnTo>
                  <a:lnTo>
                    <a:pt x="2401719" y="2386298"/>
                  </a:lnTo>
                  <a:lnTo>
                    <a:pt x="2401813" y="2386298"/>
                  </a:lnTo>
                  <a:lnTo>
                    <a:pt x="2401907" y="2386298"/>
                  </a:lnTo>
                  <a:lnTo>
                    <a:pt x="2402001" y="2386298"/>
                  </a:lnTo>
                  <a:lnTo>
                    <a:pt x="2402095" y="2386298"/>
                  </a:lnTo>
                  <a:lnTo>
                    <a:pt x="2402189" y="2386298"/>
                  </a:lnTo>
                  <a:lnTo>
                    <a:pt x="2402189" y="2381019"/>
                  </a:lnTo>
                  <a:lnTo>
                    <a:pt x="2402283" y="2381019"/>
                  </a:lnTo>
                  <a:lnTo>
                    <a:pt x="2402377" y="2381019"/>
                  </a:lnTo>
                  <a:lnTo>
                    <a:pt x="2402471" y="2381019"/>
                  </a:lnTo>
                  <a:lnTo>
                    <a:pt x="2402565" y="2381019"/>
                  </a:lnTo>
                  <a:lnTo>
                    <a:pt x="2402659" y="2381019"/>
                  </a:lnTo>
                  <a:lnTo>
                    <a:pt x="2402753" y="2381019"/>
                  </a:lnTo>
                  <a:lnTo>
                    <a:pt x="2402847" y="2381019"/>
                  </a:lnTo>
                  <a:lnTo>
                    <a:pt x="2402941" y="2381019"/>
                  </a:lnTo>
                  <a:lnTo>
                    <a:pt x="2403036" y="2381019"/>
                  </a:lnTo>
                  <a:lnTo>
                    <a:pt x="2403130" y="2381019"/>
                  </a:lnTo>
                  <a:lnTo>
                    <a:pt x="2403224" y="2381019"/>
                  </a:lnTo>
                  <a:lnTo>
                    <a:pt x="2403318" y="2381019"/>
                  </a:lnTo>
                  <a:lnTo>
                    <a:pt x="2403412" y="2381019"/>
                  </a:lnTo>
                  <a:lnTo>
                    <a:pt x="2403506" y="2381019"/>
                  </a:lnTo>
                  <a:lnTo>
                    <a:pt x="2403600" y="2381019"/>
                  </a:lnTo>
                  <a:lnTo>
                    <a:pt x="2403694" y="2381019"/>
                  </a:lnTo>
                  <a:lnTo>
                    <a:pt x="2403788" y="2381019"/>
                  </a:lnTo>
                  <a:lnTo>
                    <a:pt x="2403882" y="2381019"/>
                  </a:lnTo>
                  <a:lnTo>
                    <a:pt x="2403976" y="2381019"/>
                  </a:lnTo>
                  <a:lnTo>
                    <a:pt x="2404070" y="2381019"/>
                  </a:lnTo>
                  <a:lnTo>
                    <a:pt x="2404164" y="2381019"/>
                  </a:lnTo>
                  <a:lnTo>
                    <a:pt x="2404258" y="2381019"/>
                  </a:lnTo>
                  <a:lnTo>
                    <a:pt x="2404352" y="2381019"/>
                  </a:lnTo>
                  <a:lnTo>
                    <a:pt x="2404446" y="2381019"/>
                  </a:lnTo>
                  <a:lnTo>
                    <a:pt x="2404540" y="2381019"/>
                  </a:lnTo>
                  <a:lnTo>
                    <a:pt x="2404634" y="2381019"/>
                  </a:lnTo>
                  <a:lnTo>
                    <a:pt x="2404728" y="2381019"/>
                  </a:lnTo>
                  <a:lnTo>
                    <a:pt x="2404822" y="2381019"/>
                  </a:lnTo>
                  <a:lnTo>
                    <a:pt x="2404916" y="2381019"/>
                  </a:lnTo>
                  <a:lnTo>
                    <a:pt x="2405010" y="2381019"/>
                  </a:lnTo>
                  <a:lnTo>
                    <a:pt x="2405104" y="2381019"/>
                  </a:lnTo>
                  <a:lnTo>
                    <a:pt x="2405198" y="2381019"/>
                  </a:lnTo>
                  <a:lnTo>
                    <a:pt x="2405292" y="2381019"/>
                  </a:lnTo>
                  <a:lnTo>
                    <a:pt x="2405386" y="2381019"/>
                  </a:lnTo>
                  <a:lnTo>
                    <a:pt x="2405480" y="2381019"/>
                  </a:lnTo>
                  <a:lnTo>
                    <a:pt x="2405574" y="2381019"/>
                  </a:lnTo>
                  <a:lnTo>
                    <a:pt x="2405668" y="2381019"/>
                  </a:lnTo>
                  <a:lnTo>
                    <a:pt x="2405762" y="2381019"/>
                  </a:lnTo>
                  <a:lnTo>
                    <a:pt x="2405856" y="2381019"/>
                  </a:lnTo>
                  <a:lnTo>
                    <a:pt x="2405950" y="2381019"/>
                  </a:lnTo>
                  <a:lnTo>
                    <a:pt x="2406044" y="2381019"/>
                  </a:lnTo>
                  <a:lnTo>
                    <a:pt x="2406044" y="2375739"/>
                  </a:lnTo>
                  <a:lnTo>
                    <a:pt x="2406138" y="2375739"/>
                  </a:lnTo>
                  <a:lnTo>
                    <a:pt x="2406232" y="2375739"/>
                  </a:lnTo>
                  <a:lnTo>
                    <a:pt x="2406326" y="2375739"/>
                  </a:lnTo>
                  <a:lnTo>
                    <a:pt x="2406420" y="2375739"/>
                  </a:lnTo>
                  <a:lnTo>
                    <a:pt x="2406515" y="2375739"/>
                  </a:lnTo>
                  <a:lnTo>
                    <a:pt x="2406609" y="2375739"/>
                  </a:lnTo>
                  <a:lnTo>
                    <a:pt x="2406703" y="2375739"/>
                  </a:lnTo>
                  <a:lnTo>
                    <a:pt x="2406797" y="2375739"/>
                  </a:lnTo>
                  <a:lnTo>
                    <a:pt x="2406891" y="2375739"/>
                  </a:lnTo>
                  <a:lnTo>
                    <a:pt x="2406985" y="2375739"/>
                  </a:lnTo>
                  <a:lnTo>
                    <a:pt x="2407079" y="2375739"/>
                  </a:lnTo>
                  <a:lnTo>
                    <a:pt x="2407173" y="2375739"/>
                  </a:lnTo>
                  <a:lnTo>
                    <a:pt x="2407267" y="2375739"/>
                  </a:lnTo>
                  <a:lnTo>
                    <a:pt x="2407361" y="2375739"/>
                  </a:lnTo>
                  <a:lnTo>
                    <a:pt x="2407455" y="2375739"/>
                  </a:lnTo>
                  <a:lnTo>
                    <a:pt x="2407549" y="2375739"/>
                  </a:lnTo>
                  <a:lnTo>
                    <a:pt x="2407549" y="2370460"/>
                  </a:lnTo>
                  <a:lnTo>
                    <a:pt x="2407643" y="2370460"/>
                  </a:lnTo>
                  <a:lnTo>
                    <a:pt x="2407737" y="2370460"/>
                  </a:lnTo>
                  <a:lnTo>
                    <a:pt x="2407831" y="2370460"/>
                  </a:lnTo>
                  <a:lnTo>
                    <a:pt x="2407925" y="2370460"/>
                  </a:lnTo>
                  <a:lnTo>
                    <a:pt x="2408019" y="2370460"/>
                  </a:lnTo>
                  <a:lnTo>
                    <a:pt x="2408113" y="2370460"/>
                  </a:lnTo>
                  <a:lnTo>
                    <a:pt x="2408207" y="2370460"/>
                  </a:lnTo>
                  <a:lnTo>
                    <a:pt x="2408301" y="2370460"/>
                  </a:lnTo>
                  <a:lnTo>
                    <a:pt x="2408395" y="2370460"/>
                  </a:lnTo>
                  <a:lnTo>
                    <a:pt x="2408489" y="2370460"/>
                  </a:lnTo>
                  <a:lnTo>
                    <a:pt x="2408583" y="2370460"/>
                  </a:lnTo>
                  <a:lnTo>
                    <a:pt x="2408677" y="2370460"/>
                  </a:lnTo>
                  <a:lnTo>
                    <a:pt x="2408677" y="2365180"/>
                  </a:lnTo>
                  <a:lnTo>
                    <a:pt x="2408771" y="2365180"/>
                  </a:lnTo>
                  <a:lnTo>
                    <a:pt x="2408865" y="2365180"/>
                  </a:lnTo>
                  <a:lnTo>
                    <a:pt x="2408959" y="2365180"/>
                  </a:lnTo>
                  <a:lnTo>
                    <a:pt x="2409053" y="2365180"/>
                  </a:lnTo>
                  <a:lnTo>
                    <a:pt x="2409147" y="2365180"/>
                  </a:lnTo>
                  <a:lnTo>
                    <a:pt x="2409241" y="2365180"/>
                  </a:lnTo>
                  <a:lnTo>
                    <a:pt x="2409335" y="2365180"/>
                  </a:lnTo>
                  <a:lnTo>
                    <a:pt x="2409429" y="2365180"/>
                  </a:lnTo>
                  <a:lnTo>
                    <a:pt x="2409523" y="2365180"/>
                  </a:lnTo>
                  <a:lnTo>
                    <a:pt x="2409617" y="2365180"/>
                  </a:lnTo>
                  <a:lnTo>
                    <a:pt x="2409711" y="2365180"/>
                  </a:lnTo>
                  <a:lnTo>
                    <a:pt x="2409805" y="2365180"/>
                  </a:lnTo>
                  <a:lnTo>
                    <a:pt x="2409899" y="2365180"/>
                  </a:lnTo>
                  <a:lnTo>
                    <a:pt x="2409993" y="2365180"/>
                  </a:lnTo>
                  <a:lnTo>
                    <a:pt x="2410088" y="2365180"/>
                  </a:lnTo>
                  <a:lnTo>
                    <a:pt x="2410182" y="2365180"/>
                  </a:lnTo>
                  <a:lnTo>
                    <a:pt x="2410276" y="2365180"/>
                  </a:lnTo>
                  <a:lnTo>
                    <a:pt x="2410370" y="2365180"/>
                  </a:lnTo>
                  <a:lnTo>
                    <a:pt x="2410464" y="2365180"/>
                  </a:lnTo>
                  <a:lnTo>
                    <a:pt x="2410558" y="2365180"/>
                  </a:lnTo>
                  <a:lnTo>
                    <a:pt x="2410652" y="2365180"/>
                  </a:lnTo>
                  <a:lnTo>
                    <a:pt x="2410746" y="2365180"/>
                  </a:lnTo>
                  <a:lnTo>
                    <a:pt x="2410840" y="2365180"/>
                  </a:lnTo>
                  <a:lnTo>
                    <a:pt x="2410934" y="2365180"/>
                  </a:lnTo>
                  <a:lnTo>
                    <a:pt x="2411028" y="2365180"/>
                  </a:lnTo>
                  <a:lnTo>
                    <a:pt x="2411122" y="2365180"/>
                  </a:lnTo>
                  <a:lnTo>
                    <a:pt x="2411216" y="2365180"/>
                  </a:lnTo>
                  <a:lnTo>
                    <a:pt x="2411310" y="2365180"/>
                  </a:lnTo>
                  <a:lnTo>
                    <a:pt x="2411404" y="2365180"/>
                  </a:lnTo>
                  <a:lnTo>
                    <a:pt x="2411498" y="2365180"/>
                  </a:lnTo>
                  <a:lnTo>
                    <a:pt x="2411592" y="2365180"/>
                  </a:lnTo>
                  <a:lnTo>
                    <a:pt x="2411686" y="2365180"/>
                  </a:lnTo>
                  <a:lnTo>
                    <a:pt x="2411780" y="2365180"/>
                  </a:lnTo>
                  <a:lnTo>
                    <a:pt x="2411874" y="2365180"/>
                  </a:lnTo>
                  <a:lnTo>
                    <a:pt x="2411968" y="2365180"/>
                  </a:lnTo>
                  <a:lnTo>
                    <a:pt x="2412062" y="2365180"/>
                  </a:lnTo>
                  <a:lnTo>
                    <a:pt x="2412156" y="2365180"/>
                  </a:lnTo>
                  <a:lnTo>
                    <a:pt x="2412250" y="2365180"/>
                  </a:lnTo>
                  <a:lnTo>
                    <a:pt x="2412344" y="2365180"/>
                  </a:lnTo>
                  <a:lnTo>
                    <a:pt x="2412438" y="2365180"/>
                  </a:lnTo>
                  <a:lnTo>
                    <a:pt x="2412532" y="2365180"/>
                  </a:lnTo>
                  <a:lnTo>
                    <a:pt x="2412626" y="2365180"/>
                  </a:lnTo>
                  <a:lnTo>
                    <a:pt x="2412720" y="2365180"/>
                  </a:lnTo>
                  <a:lnTo>
                    <a:pt x="2412814" y="2365180"/>
                  </a:lnTo>
                  <a:lnTo>
                    <a:pt x="2412908" y="2365180"/>
                  </a:lnTo>
                  <a:lnTo>
                    <a:pt x="2413002" y="2365180"/>
                  </a:lnTo>
                  <a:lnTo>
                    <a:pt x="2413096" y="2365180"/>
                  </a:lnTo>
                  <a:lnTo>
                    <a:pt x="2413190" y="2365180"/>
                  </a:lnTo>
                  <a:lnTo>
                    <a:pt x="2413284" y="2365180"/>
                  </a:lnTo>
                  <a:lnTo>
                    <a:pt x="2413378" y="2365180"/>
                  </a:lnTo>
                  <a:lnTo>
                    <a:pt x="2413472" y="2365180"/>
                  </a:lnTo>
                  <a:lnTo>
                    <a:pt x="2413566" y="2365180"/>
                  </a:lnTo>
                  <a:lnTo>
                    <a:pt x="2413661" y="2365180"/>
                  </a:lnTo>
                  <a:lnTo>
                    <a:pt x="2413755" y="2365180"/>
                  </a:lnTo>
                  <a:lnTo>
                    <a:pt x="2413849" y="2365180"/>
                  </a:lnTo>
                  <a:lnTo>
                    <a:pt x="2413943" y="2365180"/>
                  </a:lnTo>
                  <a:lnTo>
                    <a:pt x="2414037" y="2365180"/>
                  </a:lnTo>
                  <a:lnTo>
                    <a:pt x="2414131" y="2365180"/>
                  </a:lnTo>
                  <a:lnTo>
                    <a:pt x="2414225" y="2365180"/>
                  </a:lnTo>
                  <a:lnTo>
                    <a:pt x="2414319" y="2365180"/>
                  </a:lnTo>
                  <a:lnTo>
                    <a:pt x="2414413" y="2365180"/>
                  </a:lnTo>
                  <a:lnTo>
                    <a:pt x="2414507" y="2365180"/>
                  </a:lnTo>
                  <a:lnTo>
                    <a:pt x="2414601" y="2365180"/>
                  </a:lnTo>
                  <a:lnTo>
                    <a:pt x="2414695" y="2365180"/>
                  </a:lnTo>
                  <a:lnTo>
                    <a:pt x="2414789" y="2365180"/>
                  </a:lnTo>
                  <a:lnTo>
                    <a:pt x="2414883" y="2365180"/>
                  </a:lnTo>
                  <a:lnTo>
                    <a:pt x="2414977" y="2365180"/>
                  </a:lnTo>
                  <a:lnTo>
                    <a:pt x="2415071" y="2365180"/>
                  </a:lnTo>
                  <a:lnTo>
                    <a:pt x="2415071" y="2359901"/>
                  </a:lnTo>
                  <a:lnTo>
                    <a:pt x="2415165" y="2359901"/>
                  </a:lnTo>
                  <a:lnTo>
                    <a:pt x="2415259" y="2359901"/>
                  </a:lnTo>
                  <a:lnTo>
                    <a:pt x="2415353" y="2359901"/>
                  </a:lnTo>
                  <a:lnTo>
                    <a:pt x="2415447" y="2359901"/>
                  </a:lnTo>
                  <a:lnTo>
                    <a:pt x="2415541" y="2359901"/>
                  </a:lnTo>
                  <a:lnTo>
                    <a:pt x="2415635" y="2359901"/>
                  </a:lnTo>
                  <a:lnTo>
                    <a:pt x="2415729" y="2359901"/>
                  </a:lnTo>
                  <a:lnTo>
                    <a:pt x="2415823" y="2359901"/>
                  </a:lnTo>
                  <a:lnTo>
                    <a:pt x="2415917" y="2359901"/>
                  </a:lnTo>
                  <a:lnTo>
                    <a:pt x="2416011" y="2359901"/>
                  </a:lnTo>
                  <a:lnTo>
                    <a:pt x="2416105" y="2359901"/>
                  </a:lnTo>
                  <a:lnTo>
                    <a:pt x="2416199" y="2359901"/>
                  </a:lnTo>
                  <a:lnTo>
                    <a:pt x="2416293" y="2359901"/>
                  </a:lnTo>
                  <a:lnTo>
                    <a:pt x="2416387" y="2359901"/>
                  </a:lnTo>
                  <a:lnTo>
                    <a:pt x="2416481" y="2359901"/>
                  </a:lnTo>
                  <a:lnTo>
                    <a:pt x="2416575" y="2359901"/>
                  </a:lnTo>
                  <a:lnTo>
                    <a:pt x="2416575" y="2354621"/>
                  </a:lnTo>
                  <a:lnTo>
                    <a:pt x="2416669" y="2354621"/>
                  </a:lnTo>
                  <a:lnTo>
                    <a:pt x="2416763" y="2354621"/>
                  </a:lnTo>
                  <a:lnTo>
                    <a:pt x="2416857" y="2354621"/>
                  </a:lnTo>
                  <a:lnTo>
                    <a:pt x="2416951" y="2354621"/>
                  </a:lnTo>
                  <a:lnTo>
                    <a:pt x="2417045" y="2354621"/>
                  </a:lnTo>
                  <a:lnTo>
                    <a:pt x="2417140" y="2354621"/>
                  </a:lnTo>
                  <a:lnTo>
                    <a:pt x="2417234" y="2354621"/>
                  </a:lnTo>
                  <a:lnTo>
                    <a:pt x="2417328" y="2354621"/>
                  </a:lnTo>
                  <a:lnTo>
                    <a:pt x="2417422" y="2354621"/>
                  </a:lnTo>
                  <a:lnTo>
                    <a:pt x="2417516" y="2354621"/>
                  </a:lnTo>
                  <a:lnTo>
                    <a:pt x="2417610" y="2354621"/>
                  </a:lnTo>
                  <a:lnTo>
                    <a:pt x="2417704" y="2354621"/>
                  </a:lnTo>
                  <a:lnTo>
                    <a:pt x="2417798" y="2354621"/>
                  </a:lnTo>
                  <a:lnTo>
                    <a:pt x="2417892" y="2354621"/>
                  </a:lnTo>
                  <a:lnTo>
                    <a:pt x="2417986" y="2354621"/>
                  </a:lnTo>
                  <a:lnTo>
                    <a:pt x="2418080" y="2354621"/>
                  </a:lnTo>
                  <a:lnTo>
                    <a:pt x="2418174" y="2354621"/>
                  </a:lnTo>
                  <a:lnTo>
                    <a:pt x="2418268" y="2354621"/>
                  </a:lnTo>
                  <a:lnTo>
                    <a:pt x="2418362" y="2354621"/>
                  </a:lnTo>
                  <a:lnTo>
                    <a:pt x="2418456" y="2354621"/>
                  </a:lnTo>
                  <a:lnTo>
                    <a:pt x="2418550" y="2354621"/>
                  </a:lnTo>
                  <a:lnTo>
                    <a:pt x="2418644" y="2354621"/>
                  </a:lnTo>
                  <a:lnTo>
                    <a:pt x="2418738" y="2354621"/>
                  </a:lnTo>
                  <a:lnTo>
                    <a:pt x="2418832" y="2354621"/>
                  </a:lnTo>
                  <a:lnTo>
                    <a:pt x="2418926" y="2354621"/>
                  </a:lnTo>
                  <a:lnTo>
                    <a:pt x="2419020" y="2354621"/>
                  </a:lnTo>
                  <a:lnTo>
                    <a:pt x="2419114" y="2354621"/>
                  </a:lnTo>
                  <a:lnTo>
                    <a:pt x="2419208" y="2354621"/>
                  </a:lnTo>
                  <a:lnTo>
                    <a:pt x="2419302" y="2354621"/>
                  </a:lnTo>
                  <a:lnTo>
                    <a:pt x="2419396" y="2354621"/>
                  </a:lnTo>
                  <a:lnTo>
                    <a:pt x="2419490" y="2354621"/>
                  </a:lnTo>
                  <a:lnTo>
                    <a:pt x="2419584" y="2354621"/>
                  </a:lnTo>
                  <a:lnTo>
                    <a:pt x="2419678" y="2354621"/>
                  </a:lnTo>
                  <a:lnTo>
                    <a:pt x="2419772" y="2354621"/>
                  </a:lnTo>
                  <a:lnTo>
                    <a:pt x="2419866" y="2354621"/>
                  </a:lnTo>
                  <a:lnTo>
                    <a:pt x="2419960" y="2354621"/>
                  </a:lnTo>
                  <a:lnTo>
                    <a:pt x="2420054" y="2354621"/>
                  </a:lnTo>
                  <a:lnTo>
                    <a:pt x="2420148" y="2354621"/>
                  </a:lnTo>
                  <a:lnTo>
                    <a:pt x="2420242" y="2354621"/>
                  </a:lnTo>
                  <a:lnTo>
                    <a:pt x="2420336" y="2354621"/>
                  </a:lnTo>
                  <a:lnTo>
                    <a:pt x="2420430" y="2354621"/>
                  </a:lnTo>
                  <a:lnTo>
                    <a:pt x="2420524" y="2354621"/>
                  </a:lnTo>
                  <a:lnTo>
                    <a:pt x="2420618" y="2354621"/>
                  </a:lnTo>
                  <a:lnTo>
                    <a:pt x="2420713" y="2354621"/>
                  </a:lnTo>
                  <a:lnTo>
                    <a:pt x="2420807" y="2354621"/>
                  </a:lnTo>
                  <a:lnTo>
                    <a:pt x="2420901" y="2354621"/>
                  </a:lnTo>
                  <a:lnTo>
                    <a:pt x="2420995" y="2354621"/>
                  </a:lnTo>
                  <a:lnTo>
                    <a:pt x="2421089" y="2354621"/>
                  </a:lnTo>
                  <a:lnTo>
                    <a:pt x="2421183" y="2354621"/>
                  </a:lnTo>
                  <a:lnTo>
                    <a:pt x="2421277" y="2354621"/>
                  </a:lnTo>
                  <a:lnTo>
                    <a:pt x="2421371" y="2354621"/>
                  </a:lnTo>
                  <a:lnTo>
                    <a:pt x="2421465" y="2354621"/>
                  </a:lnTo>
                  <a:lnTo>
                    <a:pt x="2421559" y="2354621"/>
                  </a:lnTo>
                  <a:lnTo>
                    <a:pt x="2421653" y="2354621"/>
                  </a:lnTo>
                  <a:lnTo>
                    <a:pt x="2421747" y="2354621"/>
                  </a:lnTo>
                  <a:lnTo>
                    <a:pt x="2421841" y="2354621"/>
                  </a:lnTo>
                  <a:lnTo>
                    <a:pt x="2421935" y="2354621"/>
                  </a:lnTo>
                  <a:lnTo>
                    <a:pt x="2422029" y="2354621"/>
                  </a:lnTo>
                  <a:lnTo>
                    <a:pt x="2422123" y="2354621"/>
                  </a:lnTo>
                  <a:lnTo>
                    <a:pt x="2422217" y="2354621"/>
                  </a:lnTo>
                  <a:lnTo>
                    <a:pt x="2422311" y="2354621"/>
                  </a:lnTo>
                  <a:lnTo>
                    <a:pt x="2422405" y="2354621"/>
                  </a:lnTo>
                  <a:lnTo>
                    <a:pt x="2422499" y="2354621"/>
                  </a:lnTo>
                  <a:lnTo>
                    <a:pt x="2422593" y="2354621"/>
                  </a:lnTo>
                  <a:lnTo>
                    <a:pt x="2422687" y="2354621"/>
                  </a:lnTo>
                  <a:lnTo>
                    <a:pt x="2422781" y="2354621"/>
                  </a:lnTo>
                  <a:lnTo>
                    <a:pt x="2422875" y="2354621"/>
                  </a:lnTo>
                  <a:lnTo>
                    <a:pt x="2422969" y="2354621"/>
                  </a:lnTo>
                  <a:lnTo>
                    <a:pt x="2423063" y="2354621"/>
                  </a:lnTo>
                  <a:lnTo>
                    <a:pt x="2423157" y="2354621"/>
                  </a:lnTo>
                  <a:lnTo>
                    <a:pt x="2423251" y="2354621"/>
                  </a:lnTo>
                  <a:lnTo>
                    <a:pt x="2423345" y="2354621"/>
                  </a:lnTo>
                  <a:lnTo>
                    <a:pt x="2423439" y="2354621"/>
                  </a:lnTo>
                  <a:lnTo>
                    <a:pt x="2423533" y="2354621"/>
                  </a:lnTo>
                  <a:lnTo>
                    <a:pt x="2423627" y="2354621"/>
                  </a:lnTo>
                  <a:lnTo>
                    <a:pt x="2423721" y="2354621"/>
                  </a:lnTo>
                  <a:lnTo>
                    <a:pt x="2423815" y="2354621"/>
                  </a:lnTo>
                  <a:lnTo>
                    <a:pt x="2423909" y="2354621"/>
                  </a:lnTo>
                  <a:lnTo>
                    <a:pt x="2424003" y="2354621"/>
                  </a:lnTo>
                  <a:lnTo>
                    <a:pt x="2424097" y="2354621"/>
                  </a:lnTo>
                  <a:lnTo>
                    <a:pt x="2424191" y="2354621"/>
                  </a:lnTo>
                  <a:lnTo>
                    <a:pt x="2424286" y="2354621"/>
                  </a:lnTo>
                  <a:lnTo>
                    <a:pt x="2424380" y="2354621"/>
                  </a:lnTo>
                  <a:lnTo>
                    <a:pt x="2424474" y="2354621"/>
                  </a:lnTo>
                  <a:lnTo>
                    <a:pt x="2424568" y="2354621"/>
                  </a:lnTo>
                  <a:lnTo>
                    <a:pt x="2424662" y="2354621"/>
                  </a:lnTo>
                  <a:lnTo>
                    <a:pt x="2424756" y="2354621"/>
                  </a:lnTo>
                  <a:lnTo>
                    <a:pt x="2424850" y="2354621"/>
                  </a:lnTo>
                  <a:lnTo>
                    <a:pt x="2424944" y="2354621"/>
                  </a:lnTo>
                  <a:lnTo>
                    <a:pt x="2425038" y="2354621"/>
                  </a:lnTo>
                  <a:lnTo>
                    <a:pt x="2425132" y="2354621"/>
                  </a:lnTo>
                  <a:lnTo>
                    <a:pt x="2425226" y="2354621"/>
                  </a:lnTo>
                  <a:lnTo>
                    <a:pt x="2425320" y="2354621"/>
                  </a:lnTo>
                  <a:lnTo>
                    <a:pt x="2425414" y="2354621"/>
                  </a:lnTo>
                  <a:lnTo>
                    <a:pt x="2425508" y="2354621"/>
                  </a:lnTo>
                  <a:lnTo>
                    <a:pt x="2425602" y="2354621"/>
                  </a:lnTo>
                  <a:lnTo>
                    <a:pt x="2425696" y="2354621"/>
                  </a:lnTo>
                  <a:lnTo>
                    <a:pt x="2425790" y="2354621"/>
                  </a:lnTo>
                  <a:lnTo>
                    <a:pt x="2425884" y="2354621"/>
                  </a:lnTo>
                  <a:lnTo>
                    <a:pt x="2425978" y="2354621"/>
                  </a:lnTo>
                  <a:lnTo>
                    <a:pt x="2426072" y="2354621"/>
                  </a:lnTo>
                  <a:lnTo>
                    <a:pt x="2426166" y="2354621"/>
                  </a:lnTo>
                  <a:lnTo>
                    <a:pt x="2426260" y="2354621"/>
                  </a:lnTo>
                  <a:lnTo>
                    <a:pt x="2426354" y="2354621"/>
                  </a:lnTo>
                  <a:lnTo>
                    <a:pt x="2426448" y="2354621"/>
                  </a:lnTo>
                  <a:lnTo>
                    <a:pt x="2426542" y="2354621"/>
                  </a:lnTo>
                  <a:lnTo>
                    <a:pt x="2426636" y="2354621"/>
                  </a:lnTo>
                  <a:lnTo>
                    <a:pt x="2426730" y="2354621"/>
                  </a:lnTo>
                  <a:lnTo>
                    <a:pt x="2426824" y="2354621"/>
                  </a:lnTo>
                  <a:lnTo>
                    <a:pt x="2426918" y="2354621"/>
                  </a:lnTo>
                  <a:lnTo>
                    <a:pt x="2427012" y="2354621"/>
                  </a:lnTo>
                  <a:lnTo>
                    <a:pt x="2427106" y="2354621"/>
                  </a:lnTo>
                  <a:lnTo>
                    <a:pt x="2427200" y="2354621"/>
                  </a:lnTo>
                  <a:lnTo>
                    <a:pt x="2427294" y="2354621"/>
                  </a:lnTo>
                  <a:lnTo>
                    <a:pt x="2427388" y="2354621"/>
                  </a:lnTo>
                  <a:lnTo>
                    <a:pt x="2427482" y="2354621"/>
                  </a:lnTo>
                  <a:lnTo>
                    <a:pt x="2427576" y="2354621"/>
                  </a:lnTo>
                  <a:lnTo>
                    <a:pt x="2427670" y="2354621"/>
                  </a:lnTo>
                  <a:lnTo>
                    <a:pt x="2427765" y="2354621"/>
                  </a:lnTo>
                  <a:lnTo>
                    <a:pt x="2427859" y="2354621"/>
                  </a:lnTo>
                  <a:lnTo>
                    <a:pt x="2427953" y="2354621"/>
                  </a:lnTo>
                  <a:lnTo>
                    <a:pt x="2428047" y="2354621"/>
                  </a:lnTo>
                  <a:lnTo>
                    <a:pt x="2428141" y="2354621"/>
                  </a:lnTo>
                  <a:lnTo>
                    <a:pt x="2428235" y="2354621"/>
                  </a:lnTo>
                  <a:lnTo>
                    <a:pt x="2428329" y="2354621"/>
                  </a:lnTo>
                  <a:lnTo>
                    <a:pt x="2428423" y="2354621"/>
                  </a:lnTo>
                  <a:lnTo>
                    <a:pt x="2428517" y="2354621"/>
                  </a:lnTo>
                  <a:lnTo>
                    <a:pt x="2428611" y="2354621"/>
                  </a:lnTo>
                  <a:lnTo>
                    <a:pt x="2428705" y="2354621"/>
                  </a:lnTo>
                  <a:lnTo>
                    <a:pt x="2428799" y="2354621"/>
                  </a:lnTo>
                  <a:lnTo>
                    <a:pt x="2428893" y="2354621"/>
                  </a:lnTo>
                  <a:lnTo>
                    <a:pt x="2428987" y="2354621"/>
                  </a:lnTo>
                  <a:lnTo>
                    <a:pt x="2429081" y="2354621"/>
                  </a:lnTo>
                  <a:lnTo>
                    <a:pt x="2429175" y="2354621"/>
                  </a:lnTo>
                  <a:lnTo>
                    <a:pt x="2429269" y="2354621"/>
                  </a:lnTo>
                  <a:lnTo>
                    <a:pt x="2429363" y="2354621"/>
                  </a:lnTo>
                  <a:lnTo>
                    <a:pt x="2429457" y="2354621"/>
                  </a:lnTo>
                  <a:lnTo>
                    <a:pt x="2429551" y="2354621"/>
                  </a:lnTo>
                  <a:lnTo>
                    <a:pt x="2429645" y="2354621"/>
                  </a:lnTo>
                  <a:lnTo>
                    <a:pt x="2429739" y="2354621"/>
                  </a:lnTo>
                  <a:lnTo>
                    <a:pt x="2429833" y="2354621"/>
                  </a:lnTo>
                  <a:lnTo>
                    <a:pt x="2429927" y="2354621"/>
                  </a:lnTo>
                  <a:lnTo>
                    <a:pt x="2430021" y="2354621"/>
                  </a:lnTo>
                  <a:lnTo>
                    <a:pt x="2430115" y="2354621"/>
                  </a:lnTo>
                  <a:lnTo>
                    <a:pt x="2430209" y="2354621"/>
                  </a:lnTo>
                  <a:lnTo>
                    <a:pt x="2430303" y="2354621"/>
                  </a:lnTo>
                  <a:lnTo>
                    <a:pt x="2430397" y="2354621"/>
                  </a:lnTo>
                  <a:lnTo>
                    <a:pt x="2430491" y="2354621"/>
                  </a:lnTo>
                  <a:lnTo>
                    <a:pt x="2430585" y="2354621"/>
                  </a:lnTo>
                  <a:lnTo>
                    <a:pt x="2430679" y="2354621"/>
                  </a:lnTo>
                  <a:lnTo>
                    <a:pt x="2430773" y="2354621"/>
                  </a:lnTo>
                  <a:lnTo>
                    <a:pt x="2430867" y="2354621"/>
                  </a:lnTo>
                  <a:lnTo>
                    <a:pt x="2430867" y="2349342"/>
                  </a:lnTo>
                  <a:lnTo>
                    <a:pt x="2430961" y="2349342"/>
                  </a:lnTo>
                  <a:lnTo>
                    <a:pt x="2431055" y="2349342"/>
                  </a:lnTo>
                  <a:lnTo>
                    <a:pt x="2431149" y="2349342"/>
                  </a:lnTo>
                  <a:lnTo>
                    <a:pt x="2431243" y="2349342"/>
                  </a:lnTo>
                  <a:lnTo>
                    <a:pt x="2431338" y="2349342"/>
                  </a:lnTo>
                  <a:lnTo>
                    <a:pt x="2431432" y="2349342"/>
                  </a:lnTo>
                  <a:lnTo>
                    <a:pt x="2431526" y="2349342"/>
                  </a:lnTo>
                  <a:lnTo>
                    <a:pt x="2431620" y="2349342"/>
                  </a:lnTo>
                  <a:lnTo>
                    <a:pt x="2431714" y="2349342"/>
                  </a:lnTo>
                  <a:lnTo>
                    <a:pt x="2431808" y="2349342"/>
                  </a:lnTo>
                  <a:lnTo>
                    <a:pt x="2431902" y="2349342"/>
                  </a:lnTo>
                  <a:lnTo>
                    <a:pt x="2431996" y="2349342"/>
                  </a:lnTo>
                  <a:lnTo>
                    <a:pt x="2432090" y="2349342"/>
                  </a:lnTo>
                  <a:lnTo>
                    <a:pt x="2432184" y="2349342"/>
                  </a:lnTo>
                  <a:lnTo>
                    <a:pt x="2432278" y="2349342"/>
                  </a:lnTo>
                  <a:lnTo>
                    <a:pt x="2432372" y="2349342"/>
                  </a:lnTo>
                  <a:lnTo>
                    <a:pt x="2432466" y="2349342"/>
                  </a:lnTo>
                  <a:lnTo>
                    <a:pt x="2432560" y="2349342"/>
                  </a:lnTo>
                  <a:lnTo>
                    <a:pt x="2432654" y="2349342"/>
                  </a:lnTo>
                  <a:lnTo>
                    <a:pt x="2432748" y="2349342"/>
                  </a:lnTo>
                  <a:lnTo>
                    <a:pt x="2432748" y="2344063"/>
                  </a:lnTo>
                  <a:lnTo>
                    <a:pt x="2432842" y="2344063"/>
                  </a:lnTo>
                  <a:lnTo>
                    <a:pt x="2432936" y="2344063"/>
                  </a:lnTo>
                  <a:lnTo>
                    <a:pt x="2433030" y="2344063"/>
                  </a:lnTo>
                  <a:lnTo>
                    <a:pt x="2433124" y="2344063"/>
                  </a:lnTo>
                  <a:lnTo>
                    <a:pt x="2433218" y="2344063"/>
                  </a:lnTo>
                  <a:lnTo>
                    <a:pt x="2433312" y="2344063"/>
                  </a:lnTo>
                  <a:lnTo>
                    <a:pt x="2433406" y="2344063"/>
                  </a:lnTo>
                  <a:lnTo>
                    <a:pt x="2433500" y="2344063"/>
                  </a:lnTo>
                  <a:lnTo>
                    <a:pt x="2433594" y="2344063"/>
                  </a:lnTo>
                  <a:lnTo>
                    <a:pt x="2433688" y="2344063"/>
                  </a:lnTo>
                  <a:lnTo>
                    <a:pt x="2433782" y="2344063"/>
                  </a:lnTo>
                  <a:lnTo>
                    <a:pt x="2433876" y="2344063"/>
                  </a:lnTo>
                  <a:lnTo>
                    <a:pt x="2433970" y="2344063"/>
                  </a:lnTo>
                  <a:lnTo>
                    <a:pt x="2434064" y="2344063"/>
                  </a:lnTo>
                  <a:lnTo>
                    <a:pt x="2434158" y="2344063"/>
                  </a:lnTo>
                  <a:lnTo>
                    <a:pt x="2434252" y="2344063"/>
                  </a:lnTo>
                  <a:lnTo>
                    <a:pt x="2434346" y="2344063"/>
                  </a:lnTo>
                  <a:lnTo>
                    <a:pt x="2434440" y="2344063"/>
                  </a:lnTo>
                  <a:lnTo>
                    <a:pt x="2434534" y="2344063"/>
                  </a:lnTo>
                  <a:lnTo>
                    <a:pt x="2434628" y="2344063"/>
                  </a:lnTo>
                  <a:lnTo>
                    <a:pt x="2434722" y="2344063"/>
                  </a:lnTo>
                  <a:lnTo>
                    <a:pt x="2434816" y="2344063"/>
                  </a:lnTo>
                  <a:lnTo>
                    <a:pt x="2434911" y="2344063"/>
                  </a:lnTo>
                  <a:lnTo>
                    <a:pt x="2435005" y="2344063"/>
                  </a:lnTo>
                  <a:lnTo>
                    <a:pt x="2435099" y="2344063"/>
                  </a:lnTo>
                  <a:lnTo>
                    <a:pt x="2435193" y="2344063"/>
                  </a:lnTo>
                  <a:lnTo>
                    <a:pt x="2435287" y="2344063"/>
                  </a:lnTo>
                  <a:lnTo>
                    <a:pt x="2435381" y="2344063"/>
                  </a:lnTo>
                  <a:lnTo>
                    <a:pt x="2435475" y="2344063"/>
                  </a:lnTo>
                  <a:lnTo>
                    <a:pt x="2435569" y="2344063"/>
                  </a:lnTo>
                  <a:lnTo>
                    <a:pt x="2435663" y="2344063"/>
                  </a:lnTo>
                  <a:lnTo>
                    <a:pt x="2435757" y="2344063"/>
                  </a:lnTo>
                  <a:lnTo>
                    <a:pt x="2435851" y="2344063"/>
                  </a:lnTo>
                  <a:lnTo>
                    <a:pt x="2435945" y="2344063"/>
                  </a:lnTo>
                  <a:lnTo>
                    <a:pt x="2436039" y="2344063"/>
                  </a:lnTo>
                  <a:lnTo>
                    <a:pt x="2436133" y="2344063"/>
                  </a:lnTo>
                  <a:lnTo>
                    <a:pt x="2436227" y="2344063"/>
                  </a:lnTo>
                  <a:lnTo>
                    <a:pt x="2436321" y="2344063"/>
                  </a:lnTo>
                  <a:lnTo>
                    <a:pt x="2436415" y="2344063"/>
                  </a:lnTo>
                  <a:lnTo>
                    <a:pt x="2436509" y="2344063"/>
                  </a:lnTo>
                  <a:lnTo>
                    <a:pt x="2436603" y="2344063"/>
                  </a:lnTo>
                  <a:lnTo>
                    <a:pt x="2436697" y="2344063"/>
                  </a:lnTo>
                  <a:lnTo>
                    <a:pt x="2436791" y="2344063"/>
                  </a:lnTo>
                  <a:lnTo>
                    <a:pt x="2436885" y="2344063"/>
                  </a:lnTo>
                  <a:lnTo>
                    <a:pt x="2436979" y="2344063"/>
                  </a:lnTo>
                  <a:lnTo>
                    <a:pt x="2437073" y="2344063"/>
                  </a:lnTo>
                  <a:lnTo>
                    <a:pt x="2437167" y="2344063"/>
                  </a:lnTo>
                  <a:lnTo>
                    <a:pt x="2437261" y="2344063"/>
                  </a:lnTo>
                  <a:lnTo>
                    <a:pt x="2437355" y="2344063"/>
                  </a:lnTo>
                  <a:lnTo>
                    <a:pt x="2437449" y="2344063"/>
                  </a:lnTo>
                  <a:lnTo>
                    <a:pt x="2437543" y="2344063"/>
                  </a:lnTo>
                  <a:lnTo>
                    <a:pt x="2437637" y="2344063"/>
                  </a:lnTo>
                  <a:lnTo>
                    <a:pt x="2437731" y="2344063"/>
                  </a:lnTo>
                  <a:lnTo>
                    <a:pt x="2437825" y="2344063"/>
                  </a:lnTo>
                  <a:lnTo>
                    <a:pt x="2437919" y="2344063"/>
                  </a:lnTo>
                  <a:lnTo>
                    <a:pt x="2437919" y="2338783"/>
                  </a:lnTo>
                  <a:lnTo>
                    <a:pt x="2438013" y="2338783"/>
                  </a:lnTo>
                  <a:lnTo>
                    <a:pt x="2438107" y="2338783"/>
                  </a:lnTo>
                  <a:lnTo>
                    <a:pt x="2438201" y="2338783"/>
                  </a:lnTo>
                  <a:lnTo>
                    <a:pt x="2438295" y="2338783"/>
                  </a:lnTo>
                  <a:lnTo>
                    <a:pt x="2438390" y="2338783"/>
                  </a:lnTo>
                  <a:lnTo>
                    <a:pt x="2438484" y="2338783"/>
                  </a:lnTo>
                  <a:lnTo>
                    <a:pt x="2438578" y="2338783"/>
                  </a:lnTo>
                  <a:lnTo>
                    <a:pt x="2438672" y="2338783"/>
                  </a:lnTo>
                  <a:lnTo>
                    <a:pt x="2438766" y="2338783"/>
                  </a:lnTo>
                  <a:lnTo>
                    <a:pt x="2438860" y="2338783"/>
                  </a:lnTo>
                  <a:lnTo>
                    <a:pt x="2438954" y="2338783"/>
                  </a:lnTo>
                  <a:lnTo>
                    <a:pt x="2439048" y="2338783"/>
                  </a:lnTo>
                  <a:lnTo>
                    <a:pt x="2439142" y="2338783"/>
                  </a:lnTo>
                  <a:lnTo>
                    <a:pt x="2439236" y="2338783"/>
                  </a:lnTo>
                  <a:lnTo>
                    <a:pt x="2439330" y="2338783"/>
                  </a:lnTo>
                  <a:lnTo>
                    <a:pt x="2439424" y="2338783"/>
                  </a:lnTo>
                  <a:lnTo>
                    <a:pt x="2439518" y="2338783"/>
                  </a:lnTo>
                  <a:lnTo>
                    <a:pt x="2439612" y="2338783"/>
                  </a:lnTo>
                  <a:lnTo>
                    <a:pt x="2439706" y="2338783"/>
                  </a:lnTo>
                  <a:lnTo>
                    <a:pt x="2439800" y="2338783"/>
                  </a:lnTo>
                  <a:lnTo>
                    <a:pt x="2439894" y="2338783"/>
                  </a:lnTo>
                  <a:lnTo>
                    <a:pt x="2439988" y="2338783"/>
                  </a:lnTo>
                  <a:lnTo>
                    <a:pt x="2440082" y="2338783"/>
                  </a:lnTo>
                  <a:lnTo>
                    <a:pt x="2440176" y="2338783"/>
                  </a:lnTo>
                  <a:lnTo>
                    <a:pt x="2440270" y="2338783"/>
                  </a:lnTo>
                  <a:lnTo>
                    <a:pt x="2440364" y="2338783"/>
                  </a:lnTo>
                  <a:lnTo>
                    <a:pt x="2440458" y="2338783"/>
                  </a:lnTo>
                  <a:lnTo>
                    <a:pt x="2440552" y="2338783"/>
                  </a:lnTo>
                  <a:lnTo>
                    <a:pt x="2440646" y="2338783"/>
                  </a:lnTo>
                  <a:lnTo>
                    <a:pt x="2440740" y="2338783"/>
                  </a:lnTo>
                  <a:lnTo>
                    <a:pt x="2440834" y="2338783"/>
                  </a:lnTo>
                  <a:lnTo>
                    <a:pt x="2440928" y="2338783"/>
                  </a:lnTo>
                  <a:lnTo>
                    <a:pt x="2441022" y="2338783"/>
                  </a:lnTo>
                  <a:lnTo>
                    <a:pt x="2441116" y="2338783"/>
                  </a:lnTo>
                  <a:lnTo>
                    <a:pt x="2441210" y="2338783"/>
                  </a:lnTo>
                  <a:lnTo>
                    <a:pt x="2441304" y="2338783"/>
                  </a:lnTo>
                  <a:lnTo>
                    <a:pt x="2441398" y="2338783"/>
                  </a:lnTo>
                  <a:lnTo>
                    <a:pt x="2441492" y="2338783"/>
                  </a:lnTo>
                  <a:lnTo>
                    <a:pt x="2441586" y="2338783"/>
                  </a:lnTo>
                  <a:lnTo>
                    <a:pt x="2441680" y="2338783"/>
                  </a:lnTo>
                  <a:lnTo>
                    <a:pt x="2441774" y="2338783"/>
                  </a:lnTo>
                  <a:lnTo>
                    <a:pt x="2441868" y="2338783"/>
                  </a:lnTo>
                  <a:lnTo>
                    <a:pt x="2441963" y="2338783"/>
                  </a:lnTo>
                  <a:lnTo>
                    <a:pt x="2442057" y="2338783"/>
                  </a:lnTo>
                  <a:lnTo>
                    <a:pt x="2442151" y="2338783"/>
                  </a:lnTo>
                  <a:lnTo>
                    <a:pt x="2442245" y="2338783"/>
                  </a:lnTo>
                  <a:lnTo>
                    <a:pt x="2442339" y="2338783"/>
                  </a:lnTo>
                  <a:lnTo>
                    <a:pt x="2442433" y="2338783"/>
                  </a:lnTo>
                  <a:lnTo>
                    <a:pt x="2442433" y="2333504"/>
                  </a:lnTo>
                  <a:lnTo>
                    <a:pt x="2442527" y="2333504"/>
                  </a:lnTo>
                  <a:lnTo>
                    <a:pt x="2442621" y="2333504"/>
                  </a:lnTo>
                  <a:lnTo>
                    <a:pt x="2442715" y="2333504"/>
                  </a:lnTo>
                  <a:lnTo>
                    <a:pt x="2442809" y="2333504"/>
                  </a:lnTo>
                  <a:lnTo>
                    <a:pt x="2442903" y="2333504"/>
                  </a:lnTo>
                  <a:lnTo>
                    <a:pt x="2442997" y="2333504"/>
                  </a:lnTo>
                  <a:lnTo>
                    <a:pt x="2443091" y="2333504"/>
                  </a:lnTo>
                  <a:lnTo>
                    <a:pt x="2443185" y="2333504"/>
                  </a:lnTo>
                  <a:lnTo>
                    <a:pt x="2443279" y="2333504"/>
                  </a:lnTo>
                  <a:lnTo>
                    <a:pt x="2443373" y="2333504"/>
                  </a:lnTo>
                  <a:lnTo>
                    <a:pt x="2443467" y="2333504"/>
                  </a:lnTo>
                  <a:lnTo>
                    <a:pt x="2443561" y="2333504"/>
                  </a:lnTo>
                  <a:lnTo>
                    <a:pt x="2443655" y="2333504"/>
                  </a:lnTo>
                  <a:lnTo>
                    <a:pt x="2443749" y="2333504"/>
                  </a:lnTo>
                  <a:lnTo>
                    <a:pt x="2443843" y="2333504"/>
                  </a:lnTo>
                  <a:lnTo>
                    <a:pt x="2443937" y="2333504"/>
                  </a:lnTo>
                  <a:lnTo>
                    <a:pt x="2444031" y="2333504"/>
                  </a:lnTo>
                  <a:lnTo>
                    <a:pt x="2444125" y="2333504"/>
                  </a:lnTo>
                  <a:lnTo>
                    <a:pt x="2444219" y="2333504"/>
                  </a:lnTo>
                  <a:lnTo>
                    <a:pt x="2444313" y="2333504"/>
                  </a:lnTo>
                  <a:lnTo>
                    <a:pt x="2444407" y="2333504"/>
                  </a:lnTo>
                  <a:lnTo>
                    <a:pt x="2444501" y="2333504"/>
                  </a:lnTo>
                  <a:lnTo>
                    <a:pt x="2444595" y="2333504"/>
                  </a:lnTo>
                  <a:lnTo>
                    <a:pt x="2444689" y="2333504"/>
                  </a:lnTo>
                  <a:lnTo>
                    <a:pt x="2444783" y="2333504"/>
                  </a:lnTo>
                  <a:lnTo>
                    <a:pt x="2444877" y="2333504"/>
                  </a:lnTo>
                  <a:lnTo>
                    <a:pt x="2444877" y="2328224"/>
                  </a:lnTo>
                  <a:lnTo>
                    <a:pt x="2444971" y="2328224"/>
                  </a:lnTo>
                  <a:lnTo>
                    <a:pt x="2445065" y="2328224"/>
                  </a:lnTo>
                  <a:lnTo>
                    <a:pt x="2445159" y="2328224"/>
                  </a:lnTo>
                  <a:lnTo>
                    <a:pt x="2445253" y="2328224"/>
                  </a:lnTo>
                  <a:lnTo>
                    <a:pt x="2445347" y="2328224"/>
                  </a:lnTo>
                  <a:lnTo>
                    <a:pt x="2445441" y="2328224"/>
                  </a:lnTo>
                  <a:lnTo>
                    <a:pt x="2445536" y="2328224"/>
                  </a:lnTo>
                  <a:lnTo>
                    <a:pt x="2445630" y="2328224"/>
                  </a:lnTo>
                  <a:lnTo>
                    <a:pt x="2445724" y="2328224"/>
                  </a:lnTo>
                  <a:lnTo>
                    <a:pt x="2445818" y="2328224"/>
                  </a:lnTo>
                  <a:lnTo>
                    <a:pt x="2445912" y="2328224"/>
                  </a:lnTo>
                  <a:lnTo>
                    <a:pt x="2446006" y="2328224"/>
                  </a:lnTo>
                  <a:lnTo>
                    <a:pt x="2446100" y="2328224"/>
                  </a:lnTo>
                  <a:lnTo>
                    <a:pt x="2446194" y="2328224"/>
                  </a:lnTo>
                  <a:lnTo>
                    <a:pt x="2446288" y="2328224"/>
                  </a:lnTo>
                  <a:lnTo>
                    <a:pt x="2446382" y="2328224"/>
                  </a:lnTo>
                  <a:lnTo>
                    <a:pt x="2446476" y="2328224"/>
                  </a:lnTo>
                  <a:lnTo>
                    <a:pt x="2446570" y="2328224"/>
                  </a:lnTo>
                  <a:lnTo>
                    <a:pt x="2446664" y="2328224"/>
                  </a:lnTo>
                  <a:lnTo>
                    <a:pt x="2446758" y="2328224"/>
                  </a:lnTo>
                  <a:lnTo>
                    <a:pt x="2446852" y="2328224"/>
                  </a:lnTo>
                  <a:lnTo>
                    <a:pt x="2446946" y="2328224"/>
                  </a:lnTo>
                  <a:lnTo>
                    <a:pt x="2447040" y="2328224"/>
                  </a:lnTo>
                  <a:lnTo>
                    <a:pt x="2447134" y="2328224"/>
                  </a:lnTo>
                  <a:lnTo>
                    <a:pt x="2447228" y="2328224"/>
                  </a:lnTo>
                  <a:lnTo>
                    <a:pt x="2447322" y="2328224"/>
                  </a:lnTo>
                  <a:lnTo>
                    <a:pt x="2447416" y="2328224"/>
                  </a:lnTo>
                  <a:lnTo>
                    <a:pt x="2447416" y="2322945"/>
                  </a:lnTo>
                  <a:lnTo>
                    <a:pt x="2447510" y="2322945"/>
                  </a:lnTo>
                  <a:lnTo>
                    <a:pt x="2447604" y="2322945"/>
                  </a:lnTo>
                  <a:lnTo>
                    <a:pt x="2447698" y="2322945"/>
                  </a:lnTo>
                  <a:lnTo>
                    <a:pt x="2447792" y="2322945"/>
                  </a:lnTo>
                  <a:lnTo>
                    <a:pt x="2447886" y="2322945"/>
                  </a:lnTo>
                  <a:lnTo>
                    <a:pt x="2447980" y="2322945"/>
                  </a:lnTo>
                  <a:lnTo>
                    <a:pt x="2448074" y="2322945"/>
                  </a:lnTo>
                  <a:lnTo>
                    <a:pt x="2448168" y="2322945"/>
                  </a:lnTo>
                  <a:lnTo>
                    <a:pt x="2448262" y="2322945"/>
                  </a:lnTo>
                  <a:lnTo>
                    <a:pt x="2448356" y="2322945"/>
                  </a:lnTo>
                  <a:lnTo>
                    <a:pt x="2448450" y="2322945"/>
                  </a:lnTo>
                  <a:lnTo>
                    <a:pt x="2448544" y="2322945"/>
                  </a:lnTo>
                  <a:lnTo>
                    <a:pt x="2448638" y="2322945"/>
                  </a:lnTo>
                  <a:lnTo>
                    <a:pt x="2448732" y="2322945"/>
                  </a:lnTo>
                  <a:lnTo>
                    <a:pt x="2448826" y="2322945"/>
                  </a:lnTo>
                  <a:lnTo>
                    <a:pt x="2448920" y="2322945"/>
                  </a:lnTo>
                  <a:lnTo>
                    <a:pt x="2448920" y="2317665"/>
                  </a:lnTo>
                  <a:lnTo>
                    <a:pt x="2449014" y="2317665"/>
                  </a:lnTo>
                  <a:lnTo>
                    <a:pt x="2449109" y="2317665"/>
                  </a:lnTo>
                  <a:lnTo>
                    <a:pt x="2449203" y="2317665"/>
                  </a:lnTo>
                  <a:lnTo>
                    <a:pt x="2449297" y="2317665"/>
                  </a:lnTo>
                  <a:lnTo>
                    <a:pt x="2449391" y="2317665"/>
                  </a:lnTo>
                  <a:lnTo>
                    <a:pt x="2449485" y="2317665"/>
                  </a:lnTo>
                  <a:lnTo>
                    <a:pt x="2449579" y="2317665"/>
                  </a:lnTo>
                  <a:lnTo>
                    <a:pt x="2449673" y="2317665"/>
                  </a:lnTo>
                  <a:lnTo>
                    <a:pt x="2449767" y="2317665"/>
                  </a:lnTo>
                  <a:lnTo>
                    <a:pt x="2449861" y="2317665"/>
                  </a:lnTo>
                  <a:lnTo>
                    <a:pt x="2449955" y="2317665"/>
                  </a:lnTo>
                  <a:lnTo>
                    <a:pt x="2450049" y="2317665"/>
                  </a:lnTo>
                  <a:lnTo>
                    <a:pt x="2450143" y="2317665"/>
                  </a:lnTo>
                  <a:lnTo>
                    <a:pt x="2450237" y="2317665"/>
                  </a:lnTo>
                  <a:lnTo>
                    <a:pt x="2450331" y="2317665"/>
                  </a:lnTo>
                  <a:lnTo>
                    <a:pt x="2450425" y="2317665"/>
                  </a:lnTo>
                  <a:lnTo>
                    <a:pt x="2450519" y="2317665"/>
                  </a:lnTo>
                  <a:lnTo>
                    <a:pt x="2450613" y="2317665"/>
                  </a:lnTo>
                  <a:lnTo>
                    <a:pt x="2450707" y="2317665"/>
                  </a:lnTo>
                  <a:lnTo>
                    <a:pt x="2450801" y="2317665"/>
                  </a:lnTo>
                  <a:lnTo>
                    <a:pt x="2450895" y="2317665"/>
                  </a:lnTo>
                  <a:lnTo>
                    <a:pt x="2450989" y="2317665"/>
                  </a:lnTo>
                  <a:lnTo>
                    <a:pt x="2451083" y="2317665"/>
                  </a:lnTo>
                  <a:lnTo>
                    <a:pt x="2451177" y="2317665"/>
                  </a:lnTo>
                  <a:lnTo>
                    <a:pt x="2451271" y="2317665"/>
                  </a:lnTo>
                  <a:lnTo>
                    <a:pt x="2451365" y="2317665"/>
                  </a:lnTo>
                  <a:lnTo>
                    <a:pt x="2451459" y="2317665"/>
                  </a:lnTo>
                  <a:lnTo>
                    <a:pt x="2451553" y="2317665"/>
                  </a:lnTo>
                  <a:lnTo>
                    <a:pt x="2451647" y="2317665"/>
                  </a:lnTo>
                  <a:lnTo>
                    <a:pt x="2451741" y="2317665"/>
                  </a:lnTo>
                  <a:lnTo>
                    <a:pt x="2451835" y="2317665"/>
                  </a:lnTo>
                  <a:lnTo>
                    <a:pt x="2451929" y="2317665"/>
                  </a:lnTo>
                  <a:lnTo>
                    <a:pt x="2452023" y="2317665"/>
                  </a:lnTo>
                  <a:lnTo>
                    <a:pt x="2452117" y="2317665"/>
                  </a:lnTo>
                  <a:lnTo>
                    <a:pt x="2452211" y="2317665"/>
                  </a:lnTo>
                  <a:lnTo>
                    <a:pt x="2452305" y="2317665"/>
                  </a:lnTo>
                  <a:lnTo>
                    <a:pt x="2452399" y="2317665"/>
                  </a:lnTo>
                  <a:lnTo>
                    <a:pt x="2452493" y="2317665"/>
                  </a:lnTo>
                  <a:lnTo>
                    <a:pt x="2452588" y="2317665"/>
                  </a:lnTo>
                  <a:lnTo>
                    <a:pt x="2452682" y="2317665"/>
                  </a:lnTo>
                  <a:lnTo>
                    <a:pt x="2452776" y="2317665"/>
                  </a:lnTo>
                  <a:lnTo>
                    <a:pt x="2452870" y="2317665"/>
                  </a:lnTo>
                  <a:lnTo>
                    <a:pt x="2452964" y="2317665"/>
                  </a:lnTo>
                  <a:lnTo>
                    <a:pt x="2453058" y="2317665"/>
                  </a:lnTo>
                  <a:lnTo>
                    <a:pt x="2453152" y="2317665"/>
                  </a:lnTo>
                  <a:lnTo>
                    <a:pt x="2453246" y="2317665"/>
                  </a:lnTo>
                  <a:lnTo>
                    <a:pt x="2453340" y="2317665"/>
                  </a:lnTo>
                  <a:lnTo>
                    <a:pt x="2453434" y="2317665"/>
                  </a:lnTo>
                  <a:lnTo>
                    <a:pt x="2453528" y="2317665"/>
                  </a:lnTo>
                  <a:lnTo>
                    <a:pt x="2453622" y="2317665"/>
                  </a:lnTo>
                  <a:lnTo>
                    <a:pt x="2453716" y="2317665"/>
                  </a:lnTo>
                  <a:lnTo>
                    <a:pt x="2453810" y="2317665"/>
                  </a:lnTo>
                  <a:lnTo>
                    <a:pt x="2453904" y="2317665"/>
                  </a:lnTo>
                  <a:lnTo>
                    <a:pt x="2453998" y="2317665"/>
                  </a:lnTo>
                  <a:lnTo>
                    <a:pt x="2454092" y="2317665"/>
                  </a:lnTo>
                  <a:lnTo>
                    <a:pt x="2454186" y="2317665"/>
                  </a:lnTo>
                  <a:lnTo>
                    <a:pt x="2454280" y="2317665"/>
                  </a:lnTo>
                  <a:lnTo>
                    <a:pt x="2454374" y="2317665"/>
                  </a:lnTo>
                  <a:lnTo>
                    <a:pt x="2454468" y="2317665"/>
                  </a:lnTo>
                  <a:lnTo>
                    <a:pt x="2454562" y="2317665"/>
                  </a:lnTo>
                  <a:lnTo>
                    <a:pt x="2454656" y="2317665"/>
                  </a:lnTo>
                  <a:lnTo>
                    <a:pt x="2454750" y="2317665"/>
                  </a:lnTo>
                  <a:lnTo>
                    <a:pt x="2454844" y="2317665"/>
                  </a:lnTo>
                  <a:lnTo>
                    <a:pt x="2454938" y="2317665"/>
                  </a:lnTo>
                  <a:lnTo>
                    <a:pt x="2455032" y="2317665"/>
                  </a:lnTo>
                  <a:lnTo>
                    <a:pt x="2455126" y="2317665"/>
                  </a:lnTo>
                  <a:lnTo>
                    <a:pt x="2455220" y="2317665"/>
                  </a:lnTo>
                  <a:lnTo>
                    <a:pt x="2455314" y="2317665"/>
                  </a:lnTo>
                  <a:lnTo>
                    <a:pt x="2455408" y="2317665"/>
                  </a:lnTo>
                  <a:lnTo>
                    <a:pt x="2455502" y="2317665"/>
                  </a:lnTo>
                  <a:lnTo>
                    <a:pt x="2455596" y="2317665"/>
                  </a:lnTo>
                  <a:lnTo>
                    <a:pt x="2455690" y="2317665"/>
                  </a:lnTo>
                  <a:lnTo>
                    <a:pt x="2455784" y="2317665"/>
                  </a:lnTo>
                  <a:lnTo>
                    <a:pt x="2455878" y="2317665"/>
                  </a:lnTo>
                  <a:lnTo>
                    <a:pt x="2455972" y="2317665"/>
                  </a:lnTo>
                  <a:lnTo>
                    <a:pt x="2456066" y="2317665"/>
                  </a:lnTo>
                  <a:lnTo>
                    <a:pt x="2456161" y="2317665"/>
                  </a:lnTo>
                  <a:lnTo>
                    <a:pt x="2456255" y="2317665"/>
                  </a:lnTo>
                  <a:lnTo>
                    <a:pt x="2456349" y="2317665"/>
                  </a:lnTo>
                  <a:lnTo>
                    <a:pt x="2456443" y="2317665"/>
                  </a:lnTo>
                  <a:lnTo>
                    <a:pt x="2456537" y="2317665"/>
                  </a:lnTo>
                  <a:lnTo>
                    <a:pt x="2456631" y="2317665"/>
                  </a:lnTo>
                  <a:lnTo>
                    <a:pt x="2456725" y="2317665"/>
                  </a:lnTo>
                  <a:lnTo>
                    <a:pt x="2456819" y="2317665"/>
                  </a:lnTo>
                  <a:lnTo>
                    <a:pt x="2456913" y="2317665"/>
                  </a:lnTo>
                  <a:lnTo>
                    <a:pt x="2457007" y="2317665"/>
                  </a:lnTo>
                  <a:lnTo>
                    <a:pt x="2457101" y="2317665"/>
                  </a:lnTo>
                  <a:lnTo>
                    <a:pt x="2457195" y="2317665"/>
                  </a:lnTo>
                  <a:lnTo>
                    <a:pt x="2457289" y="2317665"/>
                  </a:lnTo>
                  <a:lnTo>
                    <a:pt x="2457383" y="2317665"/>
                  </a:lnTo>
                  <a:lnTo>
                    <a:pt x="2457477" y="2317665"/>
                  </a:lnTo>
                  <a:lnTo>
                    <a:pt x="2457571" y="2317665"/>
                  </a:lnTo>
                  <a:lnTo>
                    <a:pt x="2457665" y="2317665"/>
                  </a:lnTo>
                  <a:lnTo>
                    <a:pt x="2457759" y="2317665"/>
                  </a:lnTo>
                  <a:lnTo>
                    <a:pt x="2457853" y="2317665"/>
                  </a:lnTo>
                  <a:lnTo>
                    <a:pt x="2457947" y="2317665"/>
                  </a:lnTo>
                  <a:lnTo>
                    <a:pt x="2458041" y="2317665"/>
                  </a:lnTo>
                  <a:lnTo>
                    <a:pt x="2458135" y="2317665"/>
                  </a:lnTo>
                  <a:lnTo>
                    <a:pt x="2458229" y="2317665"/>
                  </a:lnTo>
                  <a:lnTo>
                    <a:pt x="2458323" y="2317665"/>
                  </a:lnTo>
                  <a:lnTo>
                    <a:pt x="2458417" y="2317665"/>
                  </a:lnTo>
                  <a:lnTo>
                    <a:pt x="2458511" y="2317665"/>
                  </a:lnTo>
                  <a:lnTo>
                    <a:pt x="2458605" y="2317665"/>
                  </a:lnTo>
                  <a:lnTo>
                    <a:pt x="2458699" y="2317665"/>
                  </a:lnTo>
                  <a:lnTo>
                    <a:pt x="2458793" y="2317665"/>
                  </a:lnTo>
                  <a:lnTo>
                    <a:pt x="2458887" y="2317665"/>
                  </a:lnTo>
                  <a:lnTo>
                    <a:pt x="2458981" y="2317665"/>
                  </a:lnTo>
                  <a:lnTo>
                    <a:pt x="2459075" y="2317665"/>
                  </a:lnTo>
                  <a:lnTo>
                    <a:pt x="2459169" y="2317665"/>
                  </a:lnTo>
                  <a:lnTo>
                    <a:pt x="2459263" y="2317665"/>
                  </a:lnTo>
                  <a:lnTo>
                    <a:pt x="2459357" y="2317665"/>
                  </a:lnTo>
                  <a:lnTo>
                    <a:pt x="2459451" y="2317665"/>
                  </a:lnTo>
                  <a:lnTo>
                    <a:pt x="2459545" y="2317665"/>
                  </a:lnTo>
                  <a:lnTo>
                    <a:pt x="2459639" y="2317665"/>
                  </a:lnTo>
                  <a:lnTo>
                    <a:pt x="2459734" y="2317665"/>
                  </a:lnTo>
                  <a:lnTo>
                    <a:pt x="2459828" y="2317665"/>
                  </a:lnTo>
                  <a:lnTo>
                    <a:pt x="2459922" y="2317665"/>
                  </a:lnTo>
                  <a:lnTo>
                    <a:pt x="2460016" y="2317665"/>
                  </a:lnTo>
                  <a:lnTo>
                    <a:pt x="2460110" y="2317665"/>
                  </a:lnTo>
                  <a:lnTo>
                    <a:pt x="2460204" y="2317665"/>
                  </a:lnTo>
                  <a:lnTo>
                    <a:pt x="2460298" y="2317665"/>
                  </a:lnTo>
                  <a:lnTo>
                    <a:pt x="2460298" y="2312386"/>
                  </a:lnTo>
                  <a:lnTo>
                    <a:pt x="2460392" y="2312386"/>
                  </a:lnTo>
                  <a:lnTo>
                    <a:pt x="2460486" y="2312386"/>
                  </a:lnTo>
                  <a:lnTo>
                    <a:pt x="2460580" y="2312386"/>
                  </a:lnTo>
                  <a:lnTo>
                    <a:pt x="2460674" y="2312386"/>
                  </a:lnTo>
                  <a:lnTo>
                    <a:pt x="2460768" y="2312386"/>
                  </a:lnTo>
                  <a:lnTo>
                    <a:pt x="2460862" y="2312386"/>
                  </a:lnTo>
                  <a:lnTo>
                    <a:pt x="2460956" y="2312386"/>
                  </a:lnTo>
                  <a:lnTo>
                    <a:pt x="2461050" y="2312386"/>
                  </a:lnTo>
                  <a:lnTo>
                    <a:pt x="2461144" y="2312386"/>
                  </a:lnTo>
                  <a:lnTo>
                    <a:pt x="2461238" y="2312386"/>
                  </a:lnTo>
                  <a:lnTo>
                    <a:pt x="2461332" y="2312386"/>
                  </a:lnTo>
                  <a:lnTo>
                    <a:pt x="2461426" y="2312386"/>
                  </a:lnTo>
                  <a:lnTo>
                    <a:pt x="2461520" y="2312386"/>
                  </a:lnTo>
                  <a:lnTo>
                    <a:pt x="2461614" y="2312386"/>
                  </a:lnTo>
                  <a:lnTo>
                    <a:pt x="2461708" y="2312386"/>
                  </a:lnTo>
                  <a:lnTo>
                    <a:pt x="2461802" y="2312386"/>
                  </a:lnTo>
                  <a:lnTo>
                    <a:pt x="2461896" y="2312386"/>
                  </a:lnTo>
                  <a:lnTo>
                    <a:pt x="2461990" y="2312386"/>
                  </a:lnTo>
                  <a:lnTo>
                    <a:pt x="2462084" y="2312386"/>
                  </a:lnTo>
                  <a:lnTo>
                    <a:pt x="2462178" y="2312386"/>
                  </a:lnTo>
                  <a:lnTo>
                    <a:pt x="2462272" y="2312386"/>
                  </a:lnTo>
                  <a:lnTo>
                    <a:pt x="2462366" y="2312386"/>
                  </a:lnTo>
                  <a:lnTo>
                    <a:pt x="2462460" y="2312386"/>
                  </a:lnTo>
                  <a:lnTo>
                    <a:pt x="2462554" y="2312386"/>
                  </a:lnTo>
                  <a:lnTo>
                    <a:pt x="2462648" y="2312386"/>
                  </a:lnTo>
                  <a:lnTo>
                    <a:pt x="2462648" y="2307107"/>
                  </a:lnTo>
                  <a:lnTo>
                    <a:pt x="2462742" y="2307107"/>
                  </a:lnTo>
                  <a:lnTo>
                    <a:pt x="2462836" y="2307107"/>
                  </a:lnTo>
                  <a:lnTo>
                    <a:pt x="2462930" y="2307107"/>
                  </a:lnTo>
                  <a:lnTo>
                    <a:pt x="2463024" y="2307107"/>
                  </a:lnTo>
                  <a:lnTo>
                    <a:pt x="2463118" y="2307107"/>
                  </a:lnTo>
                  <a:lnTo>
                    <a:pt x="2463213" y="2307107"/>
                  </a:lnTo>
                  <a:lnTo>
                    <a:pt x="2463307" y="2307107"/>
                  </a:lnTo>
                  <a:lnTo>
                    <a:pt x="2463401" y="2307107"/>
                  </a:lnTo>
                  <a:lnTo>
                    <a:pt x="2463495" y="2307107"/>
                  </a:lnTo>
                  <a:lnTo>
                    <a:pt x="2463589" y="2307107"/>
                  </a:lnTo>
                  <a:lnTo>
                    <a:pt x="2463683" y="2307107"/>
                  </a:lnTo>
                  <a:lnTo>
                    <a:pt x="2463777" y="2307107"/>
                  </a:lnTo>
                  <a:lnTo>
                    <a:pt x="2463871" y="2307107"/>
                  </a:lnTo>
                  <a:lnTo>
                    <a:pt x="2463965" y="2307107"/>
                  </a:lnTo>
                  <a:lnTo>
                    <a:pt x="2464059" y="2307107"/>
                  </a:lnTo>
                  <a:lnTo>
                    <a:pt x="2464059" y="2301827"/>
                  </a:lnTo>
                  <a:lnTo>
                    <a:pt x="2464153" y="2301827"/>
                  </a:lnTo>
                  <a:lnTo>
                    <a:pt x="2464247" y="2301827"/>
                  </a:lnTo>
                  <a:lnTo>
                    <a:pt x="2464341" y="2301827"/>
                  </a:lnTo>
                  <a:lnTo>
                    <a:pt x="2464435" y="2301827"/>
                  </a:lnTo>
                  <a:lnTo>
                    <a:pt x="2464529" y="2301827"/>
                  </a:lnTo>
                  <a:lnTo>
                    <a:pt x="2464623" y="2301827"/>
                  </a:lnTo>
                  <a:lnTo>
                    <a:pt x="2464717" y="2301827"/>
                  </a:lnTo>
                  <a:lnTo>
                    <a:pt x="2464811" y="2301827"/>
                  </a:lnTo>
                  <a:lnTo>
                    <a:pt x="2464905" y="2301827"/>
                  </a:lnTo>
                  <a:lnTo>
                    <a:pt x="2464999" y="2301827"/>
                  </a:lnTo>
                  <a:lnTo>
                    <a:pt x="2465093" y="2301827"/>
                  </a:lnTo>
                  <a:lnTo>
                    <a:pt x="2465187" y="2301827"/>
                  </a:lnTo>
                  <a:lnTo>
                    <a:pt x="2465281" y="2301827"/>
                  </a:lnTo>
                  <a:lnTo>
                    <a:pt x="2465375" y="2301827"/>
                  </a:lnTo>
                  <a:lnTo>
                    <a:pt x="2465469" y="2301827"/>
                  </a:lnTo>
                  <a:lnTo>
                    <a:pt x="2465563" y="2301827"/>
                  </a:lnTo>
                  <a:lnTo>
                    <a:pt x="2465657" y="2301827"/>
                  </a:lnTo>
                  <a:lnTo>
                    <a:pt x="2465751" y="2301827"/>
                  </a:lnTo>
                  <a:lnTo>
                    <a:pt x="2465845" y="2301827"/>
                  </a:lnTo>
                  <a:lnTo>
                    <a:pt x="2465939" y="2301827"/>
                  </a:lnTo>
                  <a:lnTo>
                    <a:pt x="2466033" y="2301827"/>
                  </a:lnTo>
                  <a:lnTo>
                    <a:pt x="2466127" y="2301827"/>
                  </a:lnTo>
                  <a:lnTo>
                    <a:pt x="2466221" y="2301827"/>
                  </a:lnTo>
                  <a:lnTo>
                    <a:pt x="2466315" y="2301827"/>
                  </a:lnTo>
                  <a:lnTo>
                    <a:pt x="2466409" y="2301827"/>
                  </a:lnTo>
                  <a:lnTo>
                    <a:pt x="2466503" y="2301827"/>
                  </a:lnTo>
                  <a:lnTo>
                    <a:pt x="2466597" y="2301827"/>
                  </a:lnTo>
                  <a:lnTo>
                    <a:pt x="2466691" y="2301827"/>
                  </a:lnTo>
                  <a:lnTo>
                    <a:pt x="2466786" y="2301827"/>
                  </a:lnTo>
                  <a:lnTo>
                    <a:pt x="2466880" y="2301827"/>
                  </a:lnTo>
                  <a:lnTo>
                    <a:pt x="2466974" y="2301827"/>
                  </a:lnTo>
                  <a:lnTo>
                    <a:pt x="2467068" y="2301827"/>
                  </a:lnTo>
                  <a:lnTo>
                    <a:pt x="2467162" y="2301827"/>
                  </a:lnTo>
                  <a:lnTo>
                    <a:pt x="2467256" y="2301827"/>
                  </a:lnTo>
                  <a:lnTo>
                    <a:pt x="2467350" y="2301827"/>
                  </a:lnTo>
                  <a:lnTo>
                    <a:pt x="2467444" y="2301827"/>
                  </a:lnTo>
                  <a:lnTo>
                    <a:pt x="2467538" y="2301827"/>
                  </a:lnTo>
                  <a:lnTo>
                    <a:pt x="2467632" y="2301827"/>
                  </a:lnTo>
                  <a:lnTo>
                    <a:pt x="2467726" y="2301827"/>
                  </a:lnTo>
                  <a:lnTo>
                    <a:pt x="2467820" y="2301827"/>
                  </a:lnTo>
                  <a:lnTo>
                    <a:pt x="2467914" y="2301827"/>
                  </a:lnTo>
                  <a:lnTo>
                    <a:pt x="2468008" y="2301827"/>
                  </a:lnTo>
                  <a:lnTo>
                    <a:pt x="2468102" y="2301827"/>
                  </a:lnTo>
                  <a:lnTo>
                    <a:pt x="2468196" y="2301827"/>
                  </a:lnTo>
                  <a:lnTo>
                    <a:pt x="2468290" y="2301827"/>
                  </a:lnTo>
                  <a:lnTo>
                    <a:pt x="2468384" y="2301827"/>
                  </a:lnTo>
                  <a:lnTo>
                    <a:pt x="2468478" y="2301827"/>
                  </a:lnTo>
                  <a:lnTo>
                    <a:pt x="2468572" y="2301827"/>
                  </a:lnTo>
                  <a:lnTo>
                    <a:pt x="2468666" y="2301827"/>
                  </a:lnTo>
                  <a:lnTo>
                    <a:pt x="2468760" y="2301827"/>
                  </a:lnTo>
                  <a:lnTo>
                    <a:pt x="2468854" y="2301827"/>
                  </a:lnTo>
                  <a:lnTo>
                    <a:pt x="2468948" y="2301827"/>
                  </a:lnTo>
                  <a:lnTo>
                    <a:pt x="2469042" y="2301827"/>
                  </a:lnTo>
                  <a:lnTo>
                    <a:pt x="2469136" y="2301827"/>
                  </a:lnTo>
                  <a:lnTo>
                    <a:pt x="2469230" y="2301827"/>
                  </a:lnTo>
                  <a:lnTo>
                    <a:pt x="2469324" y="2301827"/>
                  </a:lnTo>
                  <a:lnTo>
                    <a:pt x="2469418" y="2301827"/>
                  </a:lnTo>
                  <a:lnTo>
                    <a:pt x="2469512" y="2301827"/>
                  </a:lnTo>
                  <a:lnTo>
                    <a:pt x="2469606" y="2301827"/>
                  </a:lnTo>
                  <a:lnTo>
                    <a:pt x="2469700" y="2301827"/>
                  </a:lnTo>
                  <a:lnTo>
                    <a:pt x="2469794" y="2301827"/>
                  </a:lnTo>
                  <a:lnTo>
                    <a:pt x="2469888" y="2301827"/>
                  </a:lnTo>
                  <a:lnTo>
                    <a:pt x="2469982" y="2301827"/>
                  </a:lnTo>
                  <a:lnTo>
                    <a:pt x="2470076" y="2301827"/>
                  </a:lnTo>
                  <a:lnTo>
                    <a:pt x="2470170" y="2301827"/>
                  </a:lnTo>
                  <a:lnTo>
                    <a:pt x="2470264" y="2301827"/>
                  </a:lnTo>
                  <a:lnTo>
                    <a:pt x="2470359" y="2301827"/>
                  </a:lnTo>
                  <a:lnTo>
                    <a:pt x="2470453" y="2301827"/>
                  </a:lnTo>
                  <a:lnTo>
                    <a:pt x="2470547" y="2301827"/>
                  </a:lnTo>
                  <a:lnTo>
                    <a:pt x="2470641" y="2301827"/>
                  </a:lnTo>
                  <a:lnTo>
                    <a:pt x="2470735" y="2301827"/>
                  </a:lnTo>
                  <a:lnTo>
                    <a:pt x="2470829" y="2301827"/>
                  </a:lnTo>
                  <a:lnTo>
                    <a:pt x="2470923" y="2301827"/>
                  </a:lnTo>
                  <a:lnTo>
                    <a:pt x="2471017" y="2301827"/>
                  </a:lnTo>
                  <a:lnTo>
                    <a:pt x="2471111" y="2301827"/>
                  </a:lnTo>
                  <a:lnTo>
                    <a:pt x="2471205" y="2301827"/>
                  </a:lnTo>
                  <a:lnTo>
                    <a:pt x="2471299" y="2301827"/>
                  </a:lnTo>
                  <a:lnTo>
                    <a:pt x="2471393" y="2301827"/>
                  </a:lnTo>
                  <a:lnTo>
                    <a:pt x="2471487" y="2301827"/>
                  </a:lnTo>
                  <a:lnTo>
                    <a:pt x="2471581" y="2301827"/>
                  </a:lnTo>
                  <a:lnTo>
                    <a:pt x="2471675" y="2301827"/>
                  </a:lnTo>
                  <a:lnTo>
                    <a:pt x="2471769" y="2301827"/>
                  </a:lnTo>
                  <a:lnTo>
                    <a:pt x="2471863" y="2301827"/>
                  </a:lnTo>
                  <a:lnTo>
                    <a:pt x="2471957" y="2301827"/>
                  </a:lnTo>
                  <a:lnTo>
                    <a:pt x="2472051" y="2301827"/>
                  </a:lnTo>
                  <a:lnTo>
                    <a:pt x="2472145" y="2301827"/>
                  </a:lnTo>
                  <a:lnTo>
                    <a:pt x="2472239" y="2301827"/>
                  </a:lnTo>
                  <a:lnTo>
                    <a:pt x="2472333" y="2301827"/>
                  </a:lnTo>
                  <a:lnTo>
                    <a:pt x="2472427" y="2301827"/>
                  </a:lnTo>
                  <a:lnTo>
                    <a:pt x="2472521" y="2301827"/>
                  </a:lnTo>
                  <a:lnTo>
                    <a:pt x="2472615" y="2301827"/>
                  </a:lnTo>
                  <a:lnTo>
                    <a:pt x="2472709" y="2301827"/>
                  </a:lnTo>
                  <a:lnTo>
                    <a:pt x="2472803" y="2301827"/>
                  </a:lnTo>
                  <a:lnTo>
                    <a:pt x="2472897" y="2301827"/>
                  </a:lnTo>
                  <a:lnTo>
                    <a:pt x="2472991" y="2301827"/>
                  </a:lnTo>
                  <a:lnTo>
                    <a:pt x="2473085" y="2301827"/>
                  </a:lnTo>
                  <a:lnTo>
                    <a:pt x="2473179" y="2301827"/>
                  </a:lnTo>
                  <a:lnTo>
                    <a:pt x="2473273" y="2301827"/>
                  </a:lnTo>
                  <a:lnTo>
                    <a:pt x="2473367" y="2301827"/>
                  </a:lnTo>
                  <a:lnTo>
                    <a:pt x="2473461" y="2301827"/>
                  </a:lnTo>
                  <a:lnTo>
                    <a:pt x="2473555" y="2301827"/>
                  </a:lnTo>
                  <a:lnTo>
                    <a:pt x="2473649" y="2301827"/>
                  </a:lnTo>
                  <a:lnTo>
                    <a:pt x="2473743" y="2301827"/>
                  </a:lnTo>
                  <a:lnTo>
                    <a:pt x="2473838" y="2301827"/>
                  </a:lnTo>
                  <a:lnTo>
                    <a:pt x="2473932" y="2301827"/>
                  </a:lnTo>
                  <a:lnTo>
                    <a:pt x="2474026" y="2301827"/>
                  </a:lnTo>
                  <a:lnTo>
                    <a:pt x="2474120" y="2301827"/>
                  </a:lnTo>
                  <a:lnTo>
                    <a:pt x="2474214" y="2301827"/>
                  </a:lnTo>
                  <a:lnTo>
                    <a:pt x="2474308" y="2301827"/>
                  </a:lnTo>
                  <a:lnTo>
                    <a:pt x="2474402" y="2301827"/>
                  </a:lnTo>
                  <a:lnTo>
                    <a:pt x="2474496" y="2301827"/>
                  </a:lnTo>
                  <a:lnTo>
                    <a:pt x="2474590" y="2301827"/>
                  </a:lnTo>
                  <a:lnTo>
                    <a:pt x="2474684" y="2301827"/>
                  </a:lnTo>
                  <a:lnTo>
                    <a:pt x="2474778" y="2301827"/>
                  </a:lnTo>
                  <a:lnTo>
                    <a:pt x="2474872" y="2301827"/>
                  </a:lnTo>
                  <a:lnTo>
                    <a:pt x="2474966" y="2301827"/>
                  </a:lnTo>
                  <a:lnTo>
                    <a:pt x="2475060" y="2301827"/>
                  </a:lnTo>
                  <a:lnTo>
                    <a:pt x="2475154" y="2301827"/>
                  </a:lnTo>
                  <a:lnTo>
                    <a:pt x="2475154" y="2296548"/>
                  </a:lnTo>
                  <a:lnTo>
                    <a:pt x="2475248" y="2296548"/>
                  </a:lnTo>
                  <a:lnTo>
                    <a:pt x="2475342" y="2296548"/>
                  </a:lnTo>
                  <a:lnTo>
                    <a:pt x="2475436" y="2296548"/>
                  </a:lnTo>
                  <a:lnTo>
                    <a:pt x="2475530" y="2296548"/>
                  </a:lnTo>
                  <a:lnTo>
                    <a:pt x="2475624" y="2296548"/>
                  </a:lnTo>
                  <a:lnTo>
                    <a:pt x="2475718" y="2296548"/>
                  </a:lnTo>
                  <a:lnTo>
                    <a:pt x="2475812" y="2296548"/>
                  </a:lnTo>
                  <a:lnTo>
                    <a:pt x="2475906" y="2296548"/>
                  </a:lnTo>
                  <a:lnTo>
                    <a:pt x="2476000" y="2296548"/>
                  </a:lnTo>
                  <a:lnTo>
                    <a:pt x="2476094" y="2296548"/>
                  </a:lnTo>
                  <a:lnTo>
                    <a:pt x="2476188" y="2296548"/>
                  </a:lnTo>
                  <a:lnTo>
                    <a:pt x="2476282" y="2296548"/>
                  </a:lnTo>
                  <a:lnTo>
                    <a:pt x="2476376" y="2296548"/>
                  </a:lnTo>
                  <a:lnTo>
                    <a:pt x="2476470" y="2296548"/>
                  </a:lnTo>
                  <a:lnTo>
                    <a:pt x="2476564" y="2296548"/>
                  </a:lnTo>
                  <a:lnTo>
                    <a:pt x="2476564" y="2291268"/>
                  </a:lnTo>
                  <a:lnTo>
                    <a:pt x="2476658" y="2291268"/>
                  </a:lnTo>
                  <a:lnTo>
                    <a:pt x="2476752" y="2291268"/>
                  </a:lnTo>
                  <a:lnTo>
                    <a:pt x="2476846" y="2291268"/>
                  </a:lnTo>
                  <a:lnTo>
                    <a:pt x="2476940" y="2291268"/>
                  </a:lnTo>
                  <a:lnTo>
                    <a:pt x="2477034" y="2291268"/>
                  </a:lnTo>
                  <a:lnTo>
                    <a:pt x="2477128" y="2291268"/>
                  </a:lnTo>
                  <a:lnTo>
                    <a:pt x="2477222" y="2291268"/>
                  </a:lnTo>
                  <a:lnTo>
                    <a:pt x="2477316" y="2291268"/>
                  </a:lnTo>
                  <a:lnTo>
                    <a:pt x="2477411" y="2291268"/>
                  </a:lnTo>
                  <a:lnTo>
                    <a:pt x="2477505" y="2291268"/>
                  </a:lnTo>
                  <a:lnTo>
                    <a:pt x="2477599" y="2291268"/>
                  </a:lnTo>
                  <a:lnTo>
                    <a:pt x="2477693" y="2291268"/>
                  </a:lnTo>
                  <a:lnTo>
                    <a:pt x="2477787" y="2291268"/>
                  </a:lnTo>
                  <a:lnTo>
                    <a:pt x="2477881" y="2291268"/>
                  </a:lnTo>
                  <a:lnTo>
                    <a:pt x="2477975" y="2291268"/>
                  </a:lnTo>
                  <a:lnTo>
                    <a:pt x="2478069" y="2291268"/>
                  </a:lnTo>
                  <a:lnTo>
                    <a:pt x="2478163" y="2291268"/>
                  </a:lnTo>
                  <a:lnTo>
                    <a:pt x="2478257" y="2291268"/>
                  </a:lnTo>
                  <a:lnTo>
                    <a:pt x="2478351" y="2291268"/>
                  </a:lnTo>
                  <a:lnTo>
                    <a:pt x="2478445" y="2291268"/>
                  </a:lnTo>
                  <a:lnTo>
                    <a:pt x="2478539" y="2291268"/>
                  </a:lnTo>
                  <a:lnTo>
                    <a:pt x="2478633" y="2291268"/>
                  </a:lnTo>
                  <a:lnTo>
                    <a:pt x="2478727" y="2291268"/>
                  </a:lnTo>
                  <a:lnTo>
                    <a:pt x="2478821" y="2291268"/>
                  </a:lnTo>
                  <a:lnTo>
                    <a:pt x="2478915" y="2291268"/>
                  </a:lnTo>
                  <a:lnTo>
                    <a:pt x="2479009" y="2291268"/>
                  </a:lnTo>
                  <a:lnTo>
                    <a:pt x="2479009" y="2285989"/>
                  </a:lnTo>
                  <a:lnTo>
                    <a:pt x="2479103" y="2285989"/>
                  </a:lnTo>
                  <a:lnTo>
                    <a:pt x="2479197" y="2285989"/>
                  </a:lnTo>
                  <a:lnTo>
                    <a:pt x="2479291" y="2285989"/>
                  </a:lnTo>
                  <a:lnTo>
                    <a:pt x="2479385" y="2285989"/>
                  </a:lnTo>
                  <a:lnTo>
                    <a:pt x="2479479" y="2285989"/>
                  </a:lnTo>
                  <a:lnTo>
                    <a:pt x="2479573" y="2285989"/>
                  </a:lnTo>
                  <a:lnTo>
                    <a:pt x="2479667" y="2285989"/>
                  </a:lnTo>
                  <a:lnTo>
                    <a:pt x="2479761" y="2285989"/>
                  </a:lnTo>
                  <a:lnTo>
                    <a:pt x="2479855" y="2285989"/>
                  </a:lnTo>
                  <a:lnTo>
                    <a:pt x="2479949" y="2285989"/>
                  </a:lnTo>
                  <a:lnTo>
                    <a:pt x="2480043" y="2285989"/>
                  </a:lnTo>
                  <a:lnTo>
                    <a:pt x="2480137" y="2285989"/>
                  </a:lnTo>
                  <a:lnTo>
                    <a:pt x="2480231" y="2285989"/>
                  </a:lnTo>
                  <a:lnTo>
                    <a:pt x="2480325" y="2285989"/>
                  </a:lnTo>
                  <a:lnTo>
                    <a:pt x="2480419" y="2285989"/>
                  </a:lnTo>
                  <a:lnTo>
                    <a:pt x="2480513" y="2285989"/>
                  </a:lnTo>
                  <a:lnTo>
                    <a:pt x="2480607" y="2285989"/>
                  </a:lnTo>
                  <a:lnTo>
                    <a:pt x="2480701" y="2285989"/>
                  </a:lnTo>
                  <a:lnTo>
                    <a:pt x="2480795" y="2285989"/>
                  </a:lnTo>
                  <a:lnTo>
                    <a:pt x="2480889" y="2285989"/>
                  </a:lnTo>
                  <a:lnTo>
                    <a:pt x="2480984" y="2285989"/>
                  </a:lnTo>
                  <a:lnTo>
                    <a:pt x="2481078" y="2285989"/>
                  </a:lnTo>
                  <a:lnTo>
                    <a:pt x="2481172" y="2285989"/>
                  </a:lnTo>
                  <a:lnTo>
                    <a:pt x="2481266" y="2285989"/>
                  </a:lnTo>
                  <a:lnTo>
                    <a:pt x="2481360" y="2285989"/>
                  </a:lnTo>
                  <a:lnTo>
                    <a:pt x="2481454" y="2285989"/>
                  </a:lnTo>
                  <a:lnTo>
                    <a:pt x="2481548" y="2285989"/>
                  </a:lnTo>
                  <a:lnTo>
                    <a:pt x="2481642" y="2285989"/>
                  </a:lnTo>
                  <a:lnTo>
                    <a:pt x="2481736" y="2285989"/>
                  </a:lnTo>
                  <a:lnTo>
                    <a:pt x="2481830" y="2285989"/>
                  </a:lnTo>
                  <a:lnTo>
                    <a:pt x="2481924" y="2285989"/>
                  </a:lnTo>
                  <a:lnTo>
                    <a:pt x="2482018" y="2285989"/>
                  </a:lnTo>
                  <a:lnTo>
                    <a:pt x="2482112" y="2285989"/>
                  </a:lnTo>
                  <a:lnTo>
                    <a:pt x="2482206" y="2285989"/>
                  </a:lnTo>
                  <a:lnTo>
                    <a:pt x="2482300" y="2285989"/>
                  </a:lnTo>
                  <a:lnTo>
                    <a:pt x="2482394" y="2285989"/>
                  </a:lnTo>
                  <a:lnTo>
                    <a:pt x="2482488" y="2285989"/>
                  </a:lnTo>
                  <a:lnTo>
                    <a:pt x="2482582" y="2285989"/>
                  </a:lnTo>
                  <a:lnTo>
                    <a:pt x="2482676" y="2285989"/>
                  </a:lnTo>
                  <a:lnTo>
                    <a:pt x="2482770" y="2285989"/>
                  </a:lnTo>
                  <a:lnTo>
                    <a:pt x="2482864" y="2285989"/>
                  </a:lnTo>
                  <a:lnTo>
                    <a:pt x="2482958" y="2285989"/>
                  </a:lnTo>
                  <a:lnTo>
                    <a:pt x="2483052" y="2285989"/>
                  </a:lnTo>
                  <a:lnTo>
                    <a:pt x="2483052" y="2280710"/>
                  </a:lnTo>
                  <a:lnTo>
                    <a:pt x="2483146" y="2280710"/>
                  </a:lnTo>
                  <a:lnTo>
                    <a:pt x="2483240" y="2280710"/>
                  </a:lnTo>
                  <a:lnTo>
                    <a:pt x="2483334" y="2280710"/>
                  </a:lnTo>
                  <a:lnTo>
                    <a:pt x="2483428" y="2280710"/>
                  </a:lnTo>
                  <a:lnTo>
                    <a:pt x="2483522" y="2280710"/>
                  </a:lnTo>
                  <a:lnTo>
                    <a:pt x="2483616" y="2280710"/>
                  </a:lnTo>
                  <a:lnTo>
                    <a:pt x="2483710" y="2280710"/>
                  </a:lnTo>
                  <a:lnTo>
                    <a:pt x="2483804" y="2280710"/>
                  </a:lnTo>
                  <a:lnTo>
                    <a:pt x="2483898" y="2280710"/>
                  </a:lnTo>
                  <a:lnTo>
                    <a:pt x="2483992" y="2280710"/>
                  </a:lnTo>
                  <a:lnTo>
                    <a:pt x="2484086" y="2280710"/>
                  </a:lnTo>
                  <a:lnTo>
                    <a:pt x="2484180" y="2280710"/>
                  </a:lnTo>
                  <a:lnTo>
                    <a:pt x="2484274" y="2280710"/>
                  </a:lnTo>
                  <a:lnTo>
                    <a:pt x="2484368" y="2280710"/>
                  </a:lnTo>
                  <a:lnTo>
                    <a:pt x="2484463" y="2280710"/>
                  </a:lnTo>
                  <a:lnTo>
                    <a:pt x="2484557" y="2280710"/>
                  </a:lnTo>
                  <a:lnTo>
                    <a:pt x="2484651" y="2280710"/>
                  </a:lnTo>
                  <a:lnTo>
                    <a:pt x="2484745" y="2280710"/>
                  </a:lnTo>
                  <a:lnTo>
                    <a:pt x="2484839" y="2280710"/>
                  </a:lnTo>
                  <a:lnTo>
                    <a:pt x="2484933" y="2280710"/>
                  </a:lnTo>
                  <a:lnTo>
                    <a:pt x="2485027" y="2280710"/>
                  </a:lnTo>
                  <a:lnTo>
                    <a:pt x="2485121" y="2280710"/>
                  </a:lnTo>
                  <a:lnTo>
                    <a:pt x="2485215" y="2280710"/>
                  </a:lnTo>
                  <a:lnTo>
                    <a:pt x="2485309" y="2280710"/>
                  </a:lnTo>
                  <a:lnTo>
                    <a:pt x="2485403" y="2280710"/>
                  </a:lnTo>
                  <a:lnTo>
                    <a:pt x="2485497" y="2280710"/>
                  </a:lnTo>
                  <a:lnTo>
                    <a:pt x="2485591" y="2280710"/>
                  </a:lnTo>
                  <a:lnTo>
                    <a:pt x="2485685" y="2280710"/>
                  </a:lnTo>
                  <a:lnTo>
                    <a:pt x="2485779" y="2280710"/>
                  </a:lnTo>
                  <a:lnTo>
                    <a:pt x="2485873" y="2280710"/>
                  </a:lnTo>
                  <a:lnTo>
                    <a:pt x="2485967" y="2280710"/>
                  </a:lnTo>
                  <a:lnTo>
                    <a:pt x="2486061" y="2280710"/>
                  </a:lnTo>
                  <a:lnTo>
                    <a:pt x="2486155" y="2280710"/>
                  </a:lnTo>
                  <a:lnTo>
                    <a:pt x="2486249" y="2280710"/>
                  </a:lnTo>
                  <a:lnTo>
                    <a:pt x="2486343" y="2280710"/>
                  </a:lnTo>
                  <a:lnTo>
                    <a:pt x="2486437" y="2280710"/>
                  </a:lnTo>
                  <a:lnTo>
                    <a:pt x="2486531" y="2280710"/>
                  </a:lnTo>
                  <a:lnTo>
                    <a:pt x="2486625" y="2280710"/>
                  </a:lnTo>
                  <a:lnTo>
                    <a:pt x="2486719" y="2280710"/>
                  </a:lnTo>
                  <a:lnTo>
                    <a:pt x="2486813" y="2280710"/>
                  </a:lnTo>
                  <a:lnTo>
                    <a:pt x="2486907" y="2280710"/>
                  </a:lnTo>
                  <a:lnTo>
                    <a:pt x="2487001" y="2280710"/>
                  </a:lnTo>
                  <a:lnTo>
                    <a:pt x="2487095" y="2280710"/>
                  </a:lnTo>
                  <a:lnTo>
                    <a:pt x="2487189" y="2280710"/>
                  </a:lnTo>
                  <a:lnTo>
                    <a:pt x="2487283" y="2280710"/>
                  </a:lnTo>
                  <a:lnTo>
                    <a:pt x="2487377" y="2280710"/>
                  </a:lnTo>
                  <a:lnTo>
                    <a:pt x="2487471" y="2280710"/>
                  </a:lnTo>
                  <a:lnTo>
                    <a:pt x="2487565" y="2280710"/>
                  </a:lnTo>
                  <a:lnTo>
                    <a:pt x="2487659" y="2280710"/>
                  </a:lnTo>
                  <a:lnTo>
                    <a:pt x="2487753" y="2280710"/>
                  </a:lnTo>
                  <a:lnTo>
                    <a:pt x="2487847" y="2280710"/>
                  </a:lnTo>
                  <a:lnTo>
                    <a:pt x="2487941" y="2280710"/>
                  </a:lnTo>
                  <a:lnTo>
                    <a:pt x="2488036" y="2280710"/>
                  </a:lnTo>
                  <a:lnTo>
                    <a:pt x="2488130" y="2280710"/>
                  </a:lnTo>
                  <a:lnTo>
                    <a:pt x="2488224" y="2280710"/>
                  </a:lnTo>
                  <a:lnTo>
                    <a:pt x="2488318" y="2280710"/>
                  </a:lnTo>
                  <a:lnTo>
                    <a:pt x="2488412" y="2280710"/>
                  </a:lnTo>
                  <a:lnTo>
                    <a:pt x="2488506" y="2280710"/>
                  </a:lnTo>
                  <a:lnTo>
                    <a:pt x="2488600" y="2280710"/>
                  </a:lnTo>
                  <a:lnTo>
                    <a:pt x="2488694" y="2280710"/>
                  </a:lnTo>
                  <a:lnTo>
                    <a:pt x="2488788" y="2280710"/>
                  </a:lnTo>
                  <a:lnTo>
                    <a:pt x="2488882" y="2280710"/>
                  </a:lnTo>
                  <a:lnTo>
                    <a:pt x="2488976" y="2280710"/>
                  </a:lnTo>
                  <a:lnTo>
                    <a:pt x="2489070" y="2280710"/>
                  </a:lnTo>
                  <a:lnTo>
                    <a:pt x="2489164" y="2280710"/>
                  </a:lnTo>
                  <a:lnTo>
                    <a:pt x="2489258" y="2280710"/>
                  </a:lnTo>
                  <a:lnTo>
                    <a:pt x="2489352" y="2280710"/>
                  </a:lnTo>
                  <a:lnTo>
                    <a:pt x="2489446" y="2280710"/>
                  </a:lnTo>
                  <a:lnTo>
                    <a:pt x="2489540" y="2280710"/>
                  </a:lnTo>
                  <a:lnTo>
                    <a:pt x="2489634" y="2280710"/>
                  </a:lnTo>
                  <a:lnTo>
                    <a:pt x="2489728" y="2280710"/>
                  </a:lnTo>
                  <a:lnTo>
                    <a:pt x="2489822" y="2280710"/>
                  </a:lnTo>
                  <a:lnTo>
                    <a:pt x="2489916" y="2280710"/>
                  </a:lnTo>
                  <a:lnTo>
                    <a:pt x="2490010" y="2280710"/>
                  </a:lnTo>
                  <a:lnTo>
                    <a:pt x="2490104" y="2280710"/>
                  </a:lnTo>
                  <a:lnTo>
                    <a:pt x="2490198" y="2280710"/>
                  </a:lnTo>
                  <a:lnTo>
                    <a:pt x="2490292" y="2280710"/>
                  </a:lnTo>
                  <a:lnTo>
                    <a:pt x="2490386" y="2280710"/>
                  </a:lnTo>
                  <a:lnTo>
                    <a:pt x="2490480" y="2280710"/>
                  </a:lnTo>
                  <a:lnTo>
                    <a:pt x="2490574" y="2280710"/>
                  </a:lnTo>
                  <a:lnTo>
                    <a:pt x="2490668" y="2280710"/>
                  </a:lnTo>
                  <a:lnTo>
                    <a:pt x="2490762" y="2280710"/>
                  </a:lnTo>
                  <a:lnTo>
                    <a:pt x="2490856" y="2280710"/>
                  </a:lnTo>
                  <a:lnTo>
                    <a:pt x="2490950" y="2280710"/>
                  </a:lnTo>
                  <a:lnTo>
                    <a:pt x="2491044" y="2280710"/>
                  </a:lnTo>
                  <a:lnTo>
                    <a:pt x="2491138" y="2280710"/>
                  </a:lnTo>
                  <a:lnTo>
                    <a:pt x="2491232" y="2280710"/>
                  </a:lnTo>
                  <a:lnTo>
                    <a:pt x="2491326" y="2280710"/>
                  </a:lnTo>
                  <a:lnTo>
                    <a:pt x="2491420" y="2280710"/>
                  </a:lnTo>
                  <a:lnTo>
                    <a:pt x="2491514" y="2280710"/>
                  </a:lnTo>
                  <a:lnTo>
                    <a:pt x="2491609" y="2280710"/>
                  </a:lnTo>
                  <a:lnTo>
                    <a:pt x="2491703" y="2280710"/>
                  </a:lnTo>
                  <a:lnTo>
                    <a:pt x="2491797" y="2280710"/>
                  </a:lnTo>
                  <a:lnTo>
                    <a:pt x="2491891" y="2280710"/>
                  </a:lnTo>
                  <a:lnTo>
                    <a:pt x="2491985" y="2280710"/>
                  </a:lnTo>
                  <a:lnTo>
                    <a:pt x="2492079" y="2280710"/>
                  </a:lnTo>
                  <a:lnTo>
                    <a:pt x="2492173" y="2280710"/>
                  </a:lnTo>
                  <a:lnTo>
                    <a:pt x="2492267" y="2280710"/>
                  </a:lnTo>
                  <a:lnTo>
                    <a:pt x="2492361" y="2280710"/>
                  </a:lnTo>
                  <a:lnTo>
                    <a:pt x="2492455" y="2280710"/>
                  </a:lnTo>
                  <a:lnTo>
                    <a:pt x="2492549" y="2280710"/>
                  </a:lnTo>
                  <a:lnTo>
                    <a:pt x="2492643" y="2280710"/>
                  </a:lnTo>
                  <a:lnTo>
                    <a:pt x="2492737" y="2280710"/>
                  </a:lnTo>
                  <a:lnTo>
                    <a:pt x="2492831" y="2280710"/>
                  </a:lnTo>
                  <a:lnTo>
                    <a:pt x="2492925" y="2280710"/>
                  </a:lnTo>
                  <a:lnTo>
                    <a:pt x="2493019" y="2280710"/>
                  </a:lnTo>
                  <a:lnTo>
                    <a:pt x="2493113" y="2280710"/>
                  </a:lnTo>
                  <a:lnTo>
                    <a:pt x="2493207" y="2280710"/>
                  </a:lnTo>
                  <a:lnTo>
                    <a:pt x="2493301" y="2280710"/>
                  </a:lnTo>
                  <a:lnTo>
                    <a:pt x="2493395" y="2280710"/>
                  </a:lnTo>
                  <a:lnTo>
                    <a:pt x="2493489" y="2280710"/>
                  </a:lnTo>
                  <a:lnTo>
                    <a:pt x="2493583" y="2280710"/>
                  </a:lnTo>
                  <a:lnTo>
                    <a:pt x="2493677" y="2280710"/>
                  </a:lnTo>
                  <a:lnTo>
                    <a:pt x="2493771" y="2280710"/>
                  </a:lnTo>
                  <a:lnTo>
                    <a:pt x="2493771" y="2275430"/>
                  </a:lnTo>
                  <a:lnTo>
                    <a:pt x="2493865" y="2275430"/>
                  </a:lnTo>
                  <a:lnTo>
                    <a:pt x="2493959" y="2275430"/>
                  </a:lnTo>
                  <a:lnTo>
                    <a:pt x="2494053" y="2275430"/>
                  </a:lnTo>
                  <a:lnTo>
                    <a:pt x="2494147" y="2275430"/>
                  </a:lnTo>
                  <a:lnTo>
                    <a:pt x="2494241" y="2275430"/>
                  </a:lnTo>
                  <a:lnTo>
                    <a:pt x="2494335" y="2275430"/>
                  </a:lnTo>
                  <a:lnTo>
                    <a:pt x="2494429" y="2275430"/>
                  </a:lnTo>
                  <a:lnTo>
                    <a:pt x="2494523" y="2275430"/>
                  </a:lnTo>
                  <a:lnTo>
                    <a:pt x="2494617" y="2275430"/>
                  </a:lnTo>
                  <a:lnTo>
                    <a:pt x="2494711" y="2275430"/>
                  </a:lnTo>
                  <a:lnTo>
                    <a:pt x="2494805" y="2275430"/>
                  </a:lnTo>
                  <a:lnTo>
                    <a:pt x="2494899" y="2275430"/>
                  </a:lnTo>
                  <a:lnTo>
                    <a:pt x="2494993" y="2275430"/>
                  </a:lnTo>
                  <a:lnTo>
                    <a:pt x="2495087" y="2275430"/>
                  </a:lnTo>
                  <a:lnTo>
                    <a:pt x="2495182" y="2275430"/>
                  </a:lnTo>
                  <a:lnTo>
                    <a:pt x="2495276" y="2275430"/>
                  </a:lnTo>
                  <a:lnTo>
                    <a:pt x="2495370" y="2275430"/>
                  </a:lnTo>
                  <a:lnTo>
                    <a:pt x="2495464" y="2275430"/>
                  </a:lnTo>
                  <a:lnTo>
                    <a:pt x="2495558" y="2275430"/>
                  </a:lnTo>
                  <a:lnTo>
                    <a:pt x="2495652" y="2275430"/>
                  </a:lnTo>
                  <a:lnTo>
                    <a:pt x="2495746" y="2275430"/>
                  </a:lnTo>
                  <a:lnTo>
                    <a:pt x="2495840" y="2275430"/>
                  </a:lnTo>
                  <a:lnTo>
                    <a:pt x="2495934" y="2275430"/>
                  </a:lnTo>
                  <a:lnTo>
                    <a:pt x="2496028" y="2275430"/>
                  </a:lnTo>
                  <a:lnTo>
                    <a:pt x="2496122" y="2275430"/>
                  </a:lnTo>
                  <a:lnTo>
                    <a:pt x="2496216" y="2275430"/>
                  </a:lnTo>
                  <a:lnTo>
                    <a:pt x="2496310" y="2275430"/>
                  </a:lnTo>
                  <a:lnTo>
                    <a:pt x="2496404" y="2275430"/>
                  </a:lnTo>
                  <a:lnTo>
                    <a:pt x="2496498" y="2275430"/>
                  </a:lnTo>
                  <a:lnTo>
                    <a:pt x="2496592" y="2275430"/>
                  </a:lnTo>
                  <a:lnTo>
                    <a:pt x="2496686" y="2275430"/>
                  </a:lnTo>
                  <a:lnTo>
                    <a:pt x="2496780" y="2275430"/>
                  </a:lnTo>
                  <a:lnTo>
                    <a:pt x="2496874" y="2275430"/>
                  </a:lnTo>
                  <a:lnTo>
                    <a:pt x="2496968" y="2275430"/>
                  </a:lnTo>
                  <a:lnTo>
                    <a:pt x="2497062" y="2275430"/>
                  </a:lnTo>
                  <a:lnTo>
                    <a:pt x="2497156" y="2275430"/>
                  </a:lnTo>
                  <a:lnTo>
                    <a:pt x="2497250" y="2275430"/>
                  </a:lnTo>
                  <a:lnTo>
                    <a:pt x="2497344" y="2275430"/>
                  </a:lnTo>
                  <a:lnTo>
                    <a:pt x="2497438" y="2275430"/>
                  </a:lnTo>
                  <a:lnTo>
                    <a:pt x="2497532" y="2275430"/>
                  </a:lnTo>
                  <a:lnTo>
                    <a:pt x="2497626" y="2275430"/>
                  </a:lnTo>
                  <a:lnTo>
                    <a:pt x="2497720" y="2275430"/>
                  </a:lnTo>
                  <a:lnTo>
                    <a:pt x="2497814" y="2275430"/>
                  </a:lnTo>
                  <a:lnTo>
                    <a:pt x="2497908" y="2275430"/>
                  </a:lnTo>
                  <a:lnTo>
                    <a:pt x="2498002" y="2275430"/>
                  </a:lnTo>
                  <a:lnTo>
                    <a:pt x="2498096" y="2275430"/>
                  </a:lnTo>
                  <a:lnTo>
                    <a:pt x="2498190" y="2275430"/>
                  </a:lnTo>
                  <a:lnTo>
                    <a:pt x="2498284" y="2275430"/>
                  </a:lnTo>
                  <a:lnTo>
                    <a:pt x="2498378" y="2275430"/>
                  </a:lnTo>
                  <a:lnTo>
                    <a:pt x="2498472" y="2275430"/>
                  </a:lnTo>
                  <a:lnTo>
                    <a:pt x="2498566" y="2275430"/>
                  </a:lnTo>
                  <a:lnTo>
                    <a:pt x="2498661" y="2275430"/>
                  </a:lnTo>
                  <a:lnTo>
                    <a:pt x="2498755" y="2275430"/>
                  </a:lnTo>
                  <a:lnTo>
                    <a:pt x="2498849" y="2275430"/>
                  </a:lnTo>
                  <a:lnTo>
                    <a:pt x="2498943" y="2275430"/>
                  </a:lnTo>
                  <a:lnTo>
                    <a:pt x="2499037" y="2275430"/>
                  </a:lnTo>
                  <a:lnTo>
                    <a:pt x="2499131" y="2275430"/>
                  </a:lnTo>
                  <a:lnTo>
                    <a:pt x="2499225" y="2275430"/>
                  </a:lnTo>
                  <a:lnTo>
                    <a:pt x="2499319" y="2275430"/>
                  </a:lnTo>
                  <a:lnTo>
                    <a:pt x="2499413" y="2275430"/>
                  </a:lnTo>
                  <a:lnTo>
                    <a:pt x="2499507" y="2275430"/>
                  </a:lnTo>
                  <a:lnTo>
                    <a:pt x="2499601" y="2275430"/>
                  </a:lnTo>
                  <a:lnTo>
                    <a:pt x="2499695" y="2275430"/>
                  </a:lnTo>
                  <a:lnTo>
                    <a:pt x="2499789" y="2275430"/>
                  </a:lnTo>
                  <a:lnTo>
                    <a:pt x="2499883" y="2275430"/>
                  </a:lnTo>
                  <a:lnTo>
                    <a:pt x="2499977" y="2275430"/>
                  </a:lnTo>
                  <a:lnTo>
                    <a:pt x="2500071" y="2275430"/>
                  </a:lnTo>
                  <a:lnTo>
                    <a:pt x="2500165" y="2275430"/>
                  </a:lnTo>
                  <a:lnTo>
                    <a:pt x="2500259" y="2275430"/>
                  </a:lnTo>
                  <a:lnTo>
                    <a:pt x="2500353" y="2275430"/>
                  </a:lnTo>
                  <a:lnTo>
                    <a:pt x="2500447" y="2275430"/>
                  </a:lnTo>
                  <a:lnTo>
                    <a:pt x="2500541" y="2275430"/>
                  </a:lnTo>
                  <a:lnTo>
                    <a:pt x="2500635" y="2275430"/>
                  </a:lnTo>
                  <a:lnTo>
                    <a:pt x="2500729" y="2275430"/>
                  </a:lnTo>
                  <a:lnTo>
                    <a:pt x="2500823" y="2275430"/>
                  </a:lnTo>
                  <a:lnTo>
                    <a:pt x="2500917" y="2275430"/>
                  </a:lnTo>
                  <a:lnTo>
                    <a:pt x="2501011" y="2275430"/>
                  </a:lnTo>
                  <a:lnTo>
                    <a:pt x="2501105" y="2275430"/>
                  </a:lnTo>
                  <a:lnTo>
                    <a:pt x="2501199" y="2275430"/>
                  </a:lnTo>
                  <a:lnTo>
                    <a:pt x="2501293" y="2275430"/>
                  </a:lnTo>
                  <a:lnTo>
                    <a:pt x="2501387" y="2275430"/>
                  </a:lnTo>
                  <a:lnTo>
                    <a:pt x="2501481" y="2275430"/>
                  </a:lnTo>
                  <a:lnTo>
                    <a:pt x="2501575" y="2275430"/>
                  </a:lnTo>
                  <a:lnTo>
                    <a:pt x="2501669" y="2275430"/>
                  </a:lnTo>
                  <a:lnTo>
                    <a:pt x="2501763" y="2275430"/>
                  </a:lnTo>
                  <a:lnTo>
                    <a:pt x="2501857" y="2275430"/>
                  </a:lnTo>
                  <a:lnTo>
                    <a:pt x="2501951" y="2275430"/>
                  </a:lnTo>
                  <a:lnTo>
                    <a:pt x="2502045" y="2275430"/>
                  </a:lnTo>
                  <a:lnTo>
                    <a:pt x="2502139" y="2275430"/>
                  </a:lnTo>
                  <a:lnTo>
                    <a:pt x="2502234" y="2275430"/>
                  </a:lnTo>
                  <a:lnTo>
                    <a:pt x="2502328" y="2275430"/>
                  </a:lnTo>
                  <a:lnTo>
                    <a:pt x="2502422" y="2275430"/>
                  </a:lnTo>
                  <a:lnTo>
                    <a:pt x="2502516" y="2275430"/>
                  </a:lnTo>
                  <a:lnTo>
                    <a:pt x="2502610" y="2275430"/>
                  </a:lnTo>
                  <a:lnTo>
                    <a:pt x="2502610" y="2270151"/>
                  </a:lnTo>
                  <a:lnTo>
                    <a:pt x="2502704" y="2270151"/>
                  </a:lnTo>
                  <a:lnTo>
                    <a:pt x="2502798" y="2270151"/>
                  </a:lnTo>
                  <a:lnTo>
                    <a:pt x="2502892" y="2270151"/>
                  </a:lnTo>
                  <a:lnTo>
                    <a:pt x="2502986" y="2270151"/>
                  </a:lnTo>
                  <a:lnTo>
                    <a:pt x="2503080" y="2270151"/>
                  </a:lnTo>
                  <a:lnTo>
                    <a:pt x="2503174" y="2270151"/>
                  </a:lnTo>
                  <a:lnTo>
                    <a:pt x="2503268" y="2270151"/>
                  </a:lnTo>
                  <a:lnTo>
                    <a:pt x="2503362" y="2270151"/>
                  </a:lnTo>
                  <a:lnTo>
                    <a:pt x="2503456" y="2270151"/>
                  </a:lnTo>
                  <a:lnTo>
                    <a:pt x="2503550" y="2270151"/>
                  </a:lnTo>
                  <a:lnTo>
                    <a:pt x="2503644" y="2270151"/>
                  </a:lnTo>
                  <a:lnTo>
                    <a:pt x="2503738" y="2270151"/>
                  </a:lnTo>
                  <a:lnTo>
                    <a:pt x="2503832" y="2270151"/>
                  </a:lnTo>
                  <a:lnTo>
                    <a:pt x="2503926" y="2270151"/>
                  </a:lnTo>
                  <a:lnTo>
                    <a:pt x="2504020" y="2270151"/>
                  </a:lnTo>
                  <a:lnTo>
                    <a:pt x="2504114" y="2270151"/>
                  </a:lnTo>
                  <a:lnTo>
                    <a:pt x="2504208" y="2270151"/>
                  </a:lnTo>
                  <a:lnTo>
                    <a:pt x="2504302" y="2270151"/>
                  </a:lnTo>
                  <a:lnTo>
                    <a:pt x="2504396" y="2270151"/>
                  </a:lnTo>
                  <a:lnTo>
                    <a:pt x="2504490" y="2270151"/>
                  </a:lnTo>
                  <a:lnTo>
                    <a:pt x="2504584" y="2270151"/>
                  </a:lnTo>
                  <a:lnTo>
                    <a:pt x="2504678" y="2270151"/>
                  </a:lnTo>
                  <a:lnTo>
                    <a:pt x="2504772" y="2270151"/>
                  </a:lnTo>
                  <a:lnTo>
                    <a:pt x="2504866" y="2270151"/>
                  </a:lnTo>
                  <a:lnTo>
                    <a:pt x="2504960" y="2270151"/>
                  </a:lnTo>
                  <a:lnTo>
                    <a:pt x="2505054" y="2270151"/>
                  </a:lnTo>
                  <a:lnTo>
                    <a:pt x="2505148" y="2270151"/>
                  </a:lnTo>
                  <a:lnTo>
                    <a:pt x="2505242" y="2270151"/>
                  </a:lnTo>
                  <a:lnTo>
                    <a:pt x="2505336" y="2270151"/>
                  </a:lnTo>
                  <a:lnTo>
                    <a:pt x="2505430" y="2270151"/>
                  </a:lnTo>
                  <a:lnTo>
                    <a:pt x="2505524" y="2270151"/>
                  </a:lnTo>
                  <a:lnTo>
                    <a:pt x="2505618" y="2270151"/>
                  </a:lnTo>
                  <a:lnTo>
                    <a:pt x="2505712" y="2270151"/>
                  </a:lnTo>
                  <a:lnTo>
                    <a:pt x="2505807" y="2270151"/>
                  </a:lnTo>
                  <a:lnTo>
                    <a:pt x="2505901" y="2270151"/>
                  </a:lnTo>
                  <a:lnTo>
                    <a:pt x="2505995" y="2270151"/>
                  </a:lnTo>
                  <a:lnTo>
                    <a:pt x="2506089" y="2270151"/>
                  </a:lnTo>
                  <a:lnTo>
                    <a:pt x="2506183" y="2270151"/>
                  </a:lnTo>
                  <a:lnTo>
                    <a:pt x="2506277" y="2270151"/>
                  </a:lnTo>
                  <a:lnTo>
                    <a:pt x="2506371" y="2270151"/>
                  </a:lnTo>
                  <a:lnTo>
                    <a:pt x="2506465" y="2270151"/>
                  </a:lnTo>
                  <a:lnTo>
                    <a:pt x="2506559" y="2270151"/>
                  </a:lnTo>
                  <a:lnTo>
                    <a:pt x="2506653" y="2270151"/>
                  </a:lnTo>
                  <a:lnTo>
                    <a:pt x="2506747" y="2270151"/>
                  </a:lnTo>
                  <a:lnTo>
                    <a:pt x="2506841" y="2270151"/>
                  </a:lnTo>
                  <a:lnTo>
                    <a:pt x="2506935" y="2270151"/>
                  </a:lnTo>
                  <a:lnTo>
                    <a:pt x="2507029" y="2270151"/>
                  </a:lnTo>
                  <a:lnTo>
                    <a:pt x="2507123" y="2270151"/>
                  </a:lnTo>
                  <a:lnTo>
                    <a:pt x="2507217" y="2270151"/>
                  </a:lnTo>
                  <a:lnTo>
                    <a:pt x="2507311" y="2270151"/>
                  </a:lnTo>
                  <a:lnTo>
                    <a:pt x="2507405" y="2270151"/>
                  </a:lnTo>
                  <a:lnTo>
                    <a:pt x="2507499" y="2270151"/>
                  </a:lnTo>
                  <a:lnTo>
                    <a:pt x="2507593" y="2270151"/>
                  </a:lnTo>
                  <a:lnTo>
                    <a:pt x="2507687" y="2270151"/>
                  </a:lnTo>
                  <a:lnTo>
                    <a:pt x="2507687" y="2264871"/>
                  </a:lnTo>
                  <a:lnTo>
                    <a:pt x="2507781" y="2264871"/>
                  </a:lnTo>
                  <a:lnTo>
                    <a:pt x="2507875" y="2264871"/>
                  </a:lnTo>
                  <a:lnTo>
                    <a:pt x="2507969" y="2264871"/>
                  </a:lnTo>
                  <a:lnTo>
                    <a:pt x="2508063" y="2264871"/>
                  </a:lnTo>
                  <a:lnTo>
                    <a:pt x="2508157" y="2264871"/>
                  </a:lnTo>
                  <a:lnTo>
                    <a:pt x="2508251" y="2264871"/>
                  </a:lnTo>
                  <a:lnTo>
                    <a:pt x="2508345" y="2264871"/>
                  </a:lnTo>
                  <a:lnTo>
                    <a:pt x="2508439" y="2264871"/>
                  </a:lnTo>
                  <a:lnTo>
                    <a:pt x="2508533" y="2264871"/>
                  </a:lnTo>
                  <a:lnTo>
                    <a:pt x="2508627" y="2264871"/>
                  </a:lnTo>
                  <a:lnTo>
                    <a:pt x="2508721" y="2264871"/>
                  </a:lnTo>
                  <a:lnTo>
                    <a:pt x="2508721" y="2259592"/>
                  </a:lnTo>
                  <a:lnTo>
                    <a:pt x="2508815" y="2259592"/>
                  </a:lnTo>
                  <a:lnTo>
                    <a:pt x="2508909" y="2259592"/>
                  </a:lnTo>
                  <a:lnTo>
                    <a:pt x="2509003" y="2259592"/>
                  </a:lnTo>
                  <a:lnTo>
                    <a:pt x="2509097" y="2259592"/>
                  </a:lnTo>
                  <a:lnTo>
                    <a:pt x="2509191" y="2259592"/>
                  </a:lnTo>
                  <a:lnTo>
                    <a:pt x="2509191" y="2254312"/>
                  </a:lnTo>
                  <a:lnTo>
                    <a:pt x="2509286" y="2254312"/>
                  </a:lnTo>
                  <a:lnTo>
                    <a:pt x="2509380" y="2254312"/>
                  </a:lnTo>
                  <a:lnTo>
                    <a:pt x="2509474" y="2254312"/>
                  </a:lnTo>
                  <a:lnTo>
                    <a:pt x="2509568" y="2254312"/>
                  </a:lnTo>
                  <a:lnTo>
                    <a:pt x="2509662" y="2254312"/>
                  </a:lnTo>
                  <a:lnTo>
                    <a:pt x="2509756" y="2254312"/>
                  </a:lnTo>
                  <a:lnTo>
                    <a:pt x="2509850" y="2254312"/>
                  </a:lnTo>
                  <a:lnTo>
                    <a:pt x="2509944" y="2254312"/>
                  </a:lnTo>
                  <a:lnTo>
                    <a:pt x="2510038" y="2254312"/>
                  </a:lnTo>
                  <a:lnTo>
                    <a:pt x="2510132" y="2254312"/>
                  </a:lnTo>
                  <a:lnTo>
                    <a:pt x="2510226" y="2254312"/>
                  </a:lnTo>
                  <a:lnTo>
                    <a:pt x="2510226" y="2249033"/>
                  </a:lnTo>
                  <a:lnTo>
                    <a:pt x="2510320" y="2249033"/>
                  </a:lnTo>
                  <a:lnTo>
                    <a:pt x="2510414" y="2249033"/>
                  </a:lnTo>
                  <a:lnTo>
                    <a:pt x="2510414" y="2243754"/>
                  </a:lnTo>
                  <a:lnTo>
                    <a:pt x="2510508" y="2243754"/>
                  </a:lnTo>
                  <a:lnTo>
                    <a:pt x="2510602" y="2243754"/>
                  </a:lnTo>
                  <a:lnTo>
                    <a:pt x="2510696" y="2243754"/>
                  </a:lnTo>
                  <a:lnTo>
                    <a:pt x="2510790" y="2243754"/>
                  </a:lnTo>
                  <a:lnTo>
                    <a:pt x="2510884" y="2243754"/>
                  </a:lnTo>
                  <a:lnTo>
                    <a:pt x="2510978" y="2243754"/>
                  </a:lnTo>
                  <a:lnTo>
                    <a:pt x="2511072" y="2243754"/>
                  </a:lnTo>
                  <a:lnTo>
                    <a:pt x="2511166" y="2243754"/>
                  </a:lnTo>
                  <a:lnTo>
                    <a:pt x="2511260" y="2243754"/>
                  </a:lnTo>
                  <a:lnTo>
                    <a:pt x="2511354" y="2243754"/>
                  </a:lnTo>
                  <a:lnTo>
                    <a:pt x="2511448" y="2243754"/>
                  </a:lnTo>
                  <a:lnTo>
                    <a:pt x="2511542" y="2243754"/>
                  </a:lnTo>
                  <a:lnTo>
                    <a:pt x="2511636" y="2243754"/>
                  </a:lnTo>
                  <a:lnTo>
                    <a:pt x="2511730" y="2243754"/>
                  </a:lnTo>
                  <a:lnTo>
                    <a:pt x="2511824" y="2243754"/>
                  </a:lnTo>
                  <a:lnTo>
                    <a:pt x="2511918" y="2243754"/>
                  </a:lnTo>
                  <a:lnTo>
                    <a:pt x="2512012" y="2243754"/>
                  </a:lnTo>
                  <a:lnTo>
                    <a:pt x="2512106" y="2243754"/>
                  </a:lnTo>
                  <a:lnTo>
                    <a:pt x="2512200" y="2243754"/>
                  </a:lnTo>
                  <a:lnTo>
                    <a:pt x="2512294" y="2243754"/>
                  </a:lnTo>
                  <a:lnTo>
                    <a:pt x="2512388" y="2243754"/>
                  </a:lnTo>
                  <a:lnTo>
                    <a:pt x="2512482" y="2243754"/>
                  </a:lnTo>
                  <a:lnTo>
                    <a:pt x="2512576" y="2243754"/>
                  </a:lnTo>
                  <a:lnTo>
                    <a:pt x="2512670" y="2243754"/>
                  </a:lnTo>
                  <a:lnTo>
                    <a:pt x="2512764" y="2243754"/>
                  </a:lnTo>
                  <a:lnTo>
                    <a:pt x="2512859" y="2243754"/>
                  </a:lnTo>
                  <a:lnTo>
                    <a:pt x="2512859" y="2238474"/>
                  </a:lnTo>
                  <a:lnTo>
                    <a:pt x="2512953" y="2238474"/>
                  </a:lnTo>
                  <a:lnTo>
                    <a:pt x="2513047" y="2238474"/>
                  </a:lnTo>
                  <a:lnTo>
                    <a:pt x="2513141" y="2238474"/>
                  </a:lnTo>
                  <a:lnTo>
                    <a:pt x="2513235" y="2238474"/>
                  </a:lnTo>
                  <a:lnTo>
                    <a:pt x="2513329" y="2238474"/>
                  </a:lnTo>
                  <a:lnTo>
                    <a:pt x="2513423" y="2238474"/>
                  </a:lnTo>
                  <a:lnTo>
                    <a:pt x="2513517" y="2238474"/>
                  </a:lnTo>
                  <a:lnTo>
                    <a:pt x="2513611" y="2238474"/>
                  </a:lnTo>
                  <a:lnTo>
                    <a:pt x="2513705" y="2238474"/>
                  </a:lnTo>
                  <a:lnTo>
                    <a:pt x="2513799" y="2238474"/>
                  </a:lnTo>
                  <a:lnTo>
                    <a:pt x="2513893" y="2238474"/>
                  </a:lnTo>
                  <a:lnTo>
                    <a:pt x="2513987" y="2238474"/>
                  </a:lnTo>
                  <a:lnTo>
                    <a:pt x="2514081" y="2238474"/>
                  </a:lnTo>
                  <a:lnTo>
                    <a:pt x="2514175" y="2238474"/>
                  </a:lnTo>
                  <a:lnTo>
                    <a:pt x="2514269" y="2238474"/>
                  </a:lnTo>
                  <a:lnTo>
                    <a:pt x="2514363" y="2238474"/>
                  </a:lnTo>
                  <a:lnTo>
                    <a:pt x="2514457" y="2238474"/>
                  </a:lnTo>
                  <a:lnTo>
                    <a:pt x="2514551" y="2238474"/>
                  </a:lnTo>
                  <a:lnTo>
                    <a:pt x="2514645" y="2238474"/>
                  </a:lnTo>
                  <a:lnTo>
                    <a:pt x="2514739" y="2238474"/>
                  </a:lnTo>
                  <a:lnTo>
                    <a:pt x="2514833" y="2238474"/>
                  </a:lnTo>
                  <a:lnTo>
                    <a:pt x="2514927" y="2238474"/>
                  </a:lnTo>
                  <a:lnTo>
                    <a:pt x="2515021" y="2238474"/>
                  </a:lnTo>
                  <a:lnTo>
                    <a:pt x="2515115" y="2238474"/>
                  </a:lnTo>
                  <a:lnTo>
                    <a:pt x="2515209" y="2238474"/>
                  </a:lnTo>
                  <a:lnTo>
                    <a:pt x="2515303" y="2238474"/>
                  </a:lnTo>
                  <a:lnTo>
                    <a:pt x="2515397" y="2238474"/>
                  </a:lnTo>
                  <a:lnTo>
                    <a:pt x="2515491" y="2238474"/>
                  </a:lnTo>
                  <a:lnTo>
                    <a:pt x="2515585" y="2238474"/>
                  </a:lnTo>
                  <a:lnTo>
                    <a:pt x="2515679" y="2238474"/>
                  </a:lnTo>
                  <a:lnTo>
                    <a:pt x="2515773" y="2238474"/>
                  </a:lnTo>
                  <a:lnTo>
                    <a:pt x="2515867" y="2238474"/>
                  </a:lnTo>
                  <a:lnTo>
                    <a:pt x="2515961" y="2238474"/>
                  </a:lnTo>
                  <a:lnTo>
                    <a:pt x="2515961" y="2233195"/>
                  </a:lnTo>
                  <a:lnTo>
                    <a:pt x="2516055" y="2233195"/>
                  </a:lnTo>
                  <a:lnTo>
                    <a:pt x="2516149" y="2233195"/>
                  </a:lnTo>
                  <a:lnTo>
                    <a:pt x="2516243" y="2233195"/>
                  </a:lnTo>
                  <a:lnTo>
                    <a:pt x="2516337" y="2233195"/>
                  </a:lnTo>
                  <a:lnTo>
                    <a:pt x="2516432" y="2233195"/>
                  </a:lnTo>
                  <a:lnTo>
                    <a:pt x="2516526" y="2233195"/>
                  </a:lnTo>
                  <a:lnTo>
                    <a:pt x="2516620" y="2233195"/>
                  </a:lnTo>
                  <a:lnTo>
                    <a:pt x="2516714" y="2233195"/>
                  </a:lnTo>
                  <a:lnTo>
                    <a:pt x="2516808" y="2233195"/>
                  </a:lnTo>
                  <a:lnTo>
                    <a:pt x="2516902" y="2233195"/>
                  </a:lnTo>
                  <a:lnTo>
                    <a:pt x="2516996" y="2233195"/>
                  </a:lnTo>
                  <a:lnTo>
                    <a:pt x="2517090" y="2233195"/>
                  </a:lnTo>
                  <a:lnTo>
                    <a:pt x="2517184" y="2233195"/>
                  </a:lnTo>
                  <a:lnTo>
                    <a:pt x="2517278" y="2233195"/>
                  </a:lnTo>
                  <a:lnTo>
                    <a:pt x="2517372" y="2233195"/>
                  </a:lnTo>
                  <a:lnTo>
                    <a:pt x="2517466" y="2233195"/>
                  </a:lnTo>
                  <a:lnTo>
                    <a:pt x="2517560" y="2233195"/>
                  </a:lnTo>
                  <a:lnTo>
                    <a:pt x="2517654" y="2233195"/>
                  </a:lnTo>
                  <a:lnTo>
                    <a:pt x="2517748" y="2233195"/>
                  </a:lnTo>
                  <a:lnTo>
                    <a:pt x="2517842" y="2233195"/>
                  </a:lnTo>
                  <a:lnTo>
                    <a:pt x="2517936" y="2233195"/>
                  </a:lnTo>
                  <a:lnTo>
                    <a:pt x="2518030" y="2233195"/>
                  </a:lnTo>
                  <a:lnTo>
                    <a:pt x="2518124" y="2233195"/>
                  </a:lnTo>
                  <a:lnTo>
                    <a:pt x="2518218" y="2233195"/>
                  </a:lnTo>
                  <a:lnTo>
                    <a:pt x="2518312" y="2233195"/>
                  </a:lnTo>
                  <a:lnTo>
                    <a:pt x="2518406" y="2233195"/>
                  </a:lnTo>
                  <a:lnTo>
                    <a:pt x="2518406" y="2227915"/>
                  </a:lnTo>
                  <a:lnTo>
                    <a:pt x="2518500" y="2227915"/>
                  </a:lnTo>
                  <a:lnTo>
                    <a:pt x="2518594" y="2227915"/>
                  </a:lnTo>
                  <a:lnTo>
                    <a:pt x="2518688" y="2227915"/>
                  </a:lnTo>
                  <a:lnTo>
                    <a:pt x="2518782" y="2227915"/>
                  </a:lnTo>
                  <a:lnTo>
                    <a:pt x="2518876" y="2227915"/>
                  </a:lnTo>
                  <a:lnTo>
                    <a:pt x="2518970" y="2227915"/>
                  </a:lnTo>
                  <a:lnTo>
                    <a:pt x="2519064" y="2227915"/>
                  </a:lnTo>
                  <a:lnTo>
                    <a:pt x="2519158" y="2227915"/>
                  </a:lnTo>
                  <a:lnTo>
                    <a:pt x="2519252" y="2227915"/>
                  </a:lnTo>
                  <a:lnTo>
                    <a:pt x="2519346" y="2227915"/>
                  </a:lnTo>
                  <a:lnTo>
                    <a:pt x="2519440" y="2227915"/>
                  </a:lnTo>
                  <a:lnTo>
                    <a:pt x="2519534" y="2227915"/>
                  </a:lnTo>
                  <a:lnTo>
                    <a:pt x="2519628" y="2227915"/>
                  </a:lnTo>
                  <a:lnTo>
                    <a:pt x="2519722" y="2227915"/>
                  </a:lnTo>
                  <a:lnTo>
                    <a:pt x="2519816" y="2227915"/>
                  </a:lnTo>
                  <a:lnTo>
                    <a:pt x="2519911" y="2227915"/>
                  </a:lnTo>
                  <a:lnTo>
                    <a:pt x="2520005" y="2227915"/>
                  </a:lnTo>
                  <a:lnTo>
                    <a:pt x="2520099" y="2227915"/>
                  </a:lnTo>
                  <a:lnTo>
                    <a:pt x="2520193" y="2227915"/>
                  </a:lnTo>
                  <a:lnTo>
                    <a:pt x="2520287" y="2227915"/>
                  </a:lnTo>
                  <a:lnTo>
                    <a:pt x="2520381" y="2227915"/>
                  </a:lnTo>
                  <a:lnTo>
                    <a:pt x="2520475" y="2227915"/>
                  </a:lnTo>
                  <a:lnTo>
                    <a:pt x="2520569" y="2227915"/>
                  </a:lnTo>
                  <a:lnTo>
                    <a:pt x="2520663" y="2227915"/>
                  </a:lnTo>
                  <a:lnTo>
                    <a:pt x="2520757" y="2227915"/>
                  </a:lnTo>
                  <a:lnTo>
                    <a:pt x="2520851" y="2227915"/>
                  </a:lnTo>
                  <a:lnTo>
                    <a:pt x="2520945" y="2227915"/>
                  </a:lnTo>
                  <a:lnTo>
                    <a:pt x="2521039" y="2227915"/>
                  </a:lnTo>
                  <a:lnTo>
                    <a:pt x="2521133" y="2227915"/>
                  </a:lnTo>
                  <a:lnTo>
                    <a:pt x="2521227" y="2227915"/>
                  </a:lnTo>
                  <a:lnTo>
                    <a:pt x="2521321" y="2227915"/>
                  </a:lnTo>
                  <a:lnTo>
                    <a:pt x="2521415" y="2227915"/>
                  </a:lnTo>
                  <a:lnTo>
                    <a:pt x="2521509" y="2227915"/>
                  </a:lnTo>
                  <a:lnTo>
                    <a:pt x="2521603" y="2227915"/>
                  </a:lnTo>
                  <a:lnTo>
                    <a:pt x="2521697" y="2227915"/>
                  </a:lnTo>
                  <a:lnTo>
                    <a:pt x="2521791" y="2227915"/>
                  </a:lnTo>
                  <a:lnTo>
                    <a:pt x="2521885" y="2227915"/>
                  </a:lnTo>
                  <a:lnTo>
                    <a:pt x="2521979" y="2227915"/>
                  </a:lnTo>
                  <a:lnTo>
                    <a:pt x="2522073" y="2227915"/>
                  </a:lnTo>
                  <a:lnTo>
                    <a:pt x="2522167" y="2227915"/>
                  </a:lnTo>
                  <a:lnTo>
                    <a:pt x="2522261" y="2227915"/>
                  </a:lnTo>
                  <a:lnTo>
                    <a:pt x="2522355" y="2227915"/>
                  </a:lnTo>
                  <a:lnTo>
                    <a:pt x="2522355" y="2222636"/>
                  </a:lnTo>
                  <a:lnTo>
                    <a:pt x="2522449" y="2222636"/>
                  </a:lnTo>
                  <a:lnTo>
                    <a:pt x="2522543" y="2222636"/>
                  </a:lnTo>
                  <a:lnTo>
                    <a:pt x="2522637" y="2222636"/>
                  </a:lnTo>
                  <a:lnTo>
                    <a:pt x="2522731" y="2222636"/>
                  </a:lnTo>
                  <a:lnTo>
                    <a:pt x="2522825" y="2222636"/>
                  </a:lnTo>
                  <a:lnTo>
                    <a:pt x="2522919" y="2222636"/>
                  </a:lnTo>
                  <a:lnTo>
                    <a:pt x="2523013" y="2222636"/>
                  </a:lnTo>
                  <a:lnTo>
                    <a:pt x="2523107" y="2222636"/>
                  </a:lnTo>
                  <a:lnTo>
                    <a:pt x="2523201" y="2222636"/>
                  </a:lnTo>
                  <a:lnTo>
                    <a:pt x="2523295" y="2222636"/>
                  </a:lnTo>
                  <a:lnTo>
                    <a:pt x="2523389" y="2222636"/>
                  </a:lnTo>
                  <a:lnTo>
                    <a:pt x="2523484" y="2222636"/>
                  </a:lnTo>
                  <a:lnTo>
                    <a:pt x="2523578" y="2222636"/>
                  </a:lnTo>
                  <a:lnTo>
                    <a:pt x="2523672" y="2222636"/>
                  </a:lnTo>
                  <a:lnTo>
                    <a:pt x="2523766" y="2222636"/>
                  </a:lnTo>
                  <a:lnTo>
                    <a:pt x="2523860" y="2222636"/>
                  </a:lnTo>
                  <a:lnTo>
                    <a:pt x="2523954" y="2222636"/>
                  </a:lnTo>
                  <a:lnTo>
                    <a:pt x="2524048" y="2222636"/>
                  </a:lnTo>
                  <a:lnTo>
                    <a:pt x="2524142" y="2222636"/>
                  </a:lnTo>
                  <a:lnTo>
                    <a:pt x="2524236" y="2222636"/>
                  </a:lnTo>
                  <a:lnTo>
                    <a:pt x="2524330" y="2222636"/>
                  </a:lnTo>
                  <a:lnTo>
                    <a:pt x="2524424" y="2222636"/>
                  </a:lnTo>
                  <a:lnTo>
                    <a:pt x="2524518" y="2222636"/>
                  </a:lnTo>
                  <a:lnTo>
                    <a:pt x="2524612" y="2222636"/>
                  </a:lnTo>
                  <a:lnTo>
                    <a:pt x="2524706" y="2222636"/>
                  </a:lnTo>
                  <a:lnTo>
                    <a:pt x="2524800" y="2222636"/>
                  </a:lnTo>
                  <a:lnTo>
                    <a:pt x="2524894" y="2222636"/>
                  </a:lnTo>
                  <a:lnTo>
                    <a:pt x="2524988" y="2222636"/>
                  </a:lnTo>
                  <a:lnTo>
                    <a:pt x="2525082" y="2222636"/>
                  </a:lnTo>
                  <a:lnTo>
                    <a:pt x="2525176" y="2222636"/>
                  </a:lnTo>
                  <a:lnTo>
                    <a:pt x="2525270" y="2222636"/>
                  </a:lnTo>
                  <a:lnTo>
                    <a:pt x="2525364" y="2222636"/>
                  </a:lnTo>
                  <a:lnTo>
                    <a:pt x="2525458" y="2222636"/>
                  </a:lnTo>
                  <a:lnTo>
                    <a:pt x="2525552" y="2222636"/>
                  </a:lnTo>
                  <a:lnTo>
                    <a:pt x="2525646" y="2222636"/>
                  </a:lnTo>
                  <a:lnTo>
                    <a:pt x="2525740" y="2222636"/>
                  </a:lnTo>
                  <a:lnTo>
                    <a:pt x="2525834" y="2222636"/>
                  </a:lnTo>
                  <a:lnTo>
                    <a:pt x="2525928" y="2222636"/>
                  </a:lnTo>
                  <a:lnTo>
                    <a:pt x="2526022" y="2222636"/>
                  </a:lnTo>
                  <a:lnTo>
                    <a:pt x="2526116" y="2222636"/>
                  </a:lnTo>
                  <a:lnTo>
                    <a:pt x="2526210" y="2222636"/>
                  </a:lnTo>
                  <a:lnTo>
                    <a:pt x="2526304" y="2222636"/>
                  </a:lnTo>
                  <a:lnTo>
                    <a:pt x="2526398" y="2222636"/>
                  </a:lnTo>
                  <a:lnTo>
                    <a:pt x="2526492" y="2222636"/>
                  </a:lnTo>
                  <a:lnTo>
                    <a:pt x="2526586" y="2222636"/>
                  </a:lnTo>
                  <a:lnTo>
                    <a:pt x="2526680" y="2222636"/>
                  </a:lnTo>
                  <a:lnTo>
                    <a:pt x="2526774" y="2222636"/>
                  </a:lnTo>
                  <a:lnTo>
                    <a:pt x="2526868" y="2222636"/>
                  </a:lnTo>
                  <a:lnTo>
                    <a:pt x="2526962" y="2222636"/>
                  </a:lnTo>
                  <a:lnTo>
                    <a:pt x="2527057" y="2222636"/>
                  </a:lnTo>
                  <a:lnTo>
                    <a:pt x="2527151" y="2222636"/>
                  </a:lnTo>
                  <a:lnTo>
                    <a:pt x="2527245" y="2222636"/>
                  </a:lnTo>
                  <a:lnTo>
                    <a:pt x="2527245" y="2217356"/>
                  </a:lnTo>
                  <a:lnTo>
                    <a:pt x="2527339" y="2217356"/>
                  </a:lnTo>
                  <a:lnTo>
                    <a:pt x="2527433" y="2217356"/>
                  </a:lnTo>
                  <a:lnTo>
                    <a:pt x="2527527" y="2217356"/>
                  </a:lnTo>
                  <a:lnTo>
                    <a:pt x="2527621" y="2217356"/>
                  </a:lnTo>
                  <a:lnTo>
                    <a:pt x="2527715" y="2217356"/>
                  </a:lnTo>
                  <a:lnTo>
                    <a:pt x="2527809" y="2217356"/>
                  </a:lnTo>
                  <a:lnTo>
                    <a:pt x="2527903" y="2217356"/>
                  </a:lnTo>
                  <a:lnTo>
                    <a:pt x="2527997" y="2217356"/>
                  </a:lnTo>
                  <a:lnTo>
                    <a:pt x="2528091" y="2217356"/>
                  </a:lnTo>
                  <a:lnTo>
                    <a:pt x="2528185" y="2217356"/>
                  </a:lnTo>
                  <a:lnTo>
                    <a:pt x="2528279" y="2217356"/>
                  </a:lnTo>
                  <a:lnTo>
                    <a:pt x="2528373" y="2217356"/>
                  </a:lnTo>
                  <a:lnTo>
                    <a:pt x="2528467" y="2217356"/>
                  </a:lnTo>
                  <a:lnTo>
                    <a:pt x="2528561" y="2217356"/>
                  </a:lnTo>
                  <a:lnTo>
                    <a:pt x="2528655" y="2217356"/>
                  </a:lnTo>
                  <a:lnTo>
                    <a:pt x="2528749" y="2217356"/>
                  </a:lnTo>
                  <a:lnTo>
                    <a:pt x="2528843" y="2217356"/>
                  </a:lnTo>
                  <a:lnTo>
                    <a:pt x="2528937" y="2217356"/>
                  </a:lnTo>
                  <a:lnTo>
                    <a:pt x="2529031" y="2217356"/>
                  </a:lnTo>
                  <a:lnTo>
                    <a:pt x="2529125" y="2217356"/>
                  </a:lnTo>
                  <a:lnTo>
                    <a:pt x="2529125" y="2212077"/>
                  </a:lnTo>
                  <a:lnTo>
                    <a:pt x="2529219" y="2212077"/>
                  </a:lnTo>
                  <a:lnTo>
                    <a:pt x="2529313" y="2212077"/>
                  </a:lnTo>
                  <a:lnTo>
                    <a:pt x="2529407" y="2212077"/>
                  </a:lnTo>
                  <a:lnTo>
                    <a:pt x="2529501" y="2212077"/>
                  </a:lnTo>
                  <a:lnTo>
                    <a:pt x="2529595" y="2212077"/>
                  </a:lnTo>
                  <a:lnTo>
                    <a:pt x="2529689" y="2212077"/>
                  </a:lnTo>
                  <a:lnTo>
                    <a:pt x="2529783" y="2212077"/>
                  </a:lnTo>
                  <a:lnTo>
                    <a:pt x="2529877" y="2212077"/>
                  </a:lnTo>
                  <a:lnTo>
                    <a:pt x="2529971" y="2212077"/>
                  </a:lnTo>
                  <a:lnTo>
                    <a:pt x="2530065" y="2212077"/>
                  </a:lnTo>
                  <a:lnTo>
                    <a:pt x="2530159" y="2212077"/>
                  </a:lnTo>
                  <a:lnTo>
                    <a:pt x="2530253" y="2212077"/>
                  </a:lnTo>
                  <a:lnTo>
                    <a:pt x="2530347" y="2212077"/>
                  </a:lnTo>
                  <a:lnTo>
                    <a:pt x="2530441" y="2212077"/>
                  </a:lnTo>
                  <a:lnTo>
                    <a:pt x="2530536" y="2212077"/>
                  </a:lnTo>
                  <a:lnTo>
                    <a:pt x="2530630" y="2212077"/>
                  </a:lnTo>
                  <a:lnTo>
                    <a:pt x="2530724" y="2212077"/>
                  </a:lnTo>
                  <a:lnTo>
                    <a:pt x="2530818" y="2212077"/>
                  </a:lnTo>
                  <a:lnTo>
                    <a:pt x="2530912" y="2212077"/>
                  </a:lnTo>
                  <a:lnTo>
                    <a:pt x="2531006" y="2212077"/>
                  </a:lnTo>
                  <a:lnTo>
                    <a:pt x="2531100" y="2212077"/>
                  </a:lnTo>
                  <a:lnTo>
                    <a:pt x="2531194" y="2212077"/>
                  </a:lnTo>
                  <a:lnTo>
                    <a:pt x="2531288" y="2212077"/>
                  </a:lnTo>
                  <a:lnTo>
                    <a:pt x="2531382" y="2212077"/>
                  </a:lnTo>
                  <a:lnTo>
                    <a:pt x="2531476" y="2212077"/>
                  </a:lnTo>
                  <a:lnTo>
                    <a:pt x="2531570" y="2212077"/>
                  </a:lnTo>
                  <a:lnTo>
                    <a:pt x="2531664" y="2212077"/>
                  </a:lnTo>
                  <a:lnTo>
                    <a:pt x="2531758" y="2212077"/>
                  </a:lnTo>
                  <a:lnTo>
                    <a:pt x="2531852" y="2212077"/>
                  </a:lnTo>
                  <a:lnTo>
                    <a:pt x="2531852" y="2206798"/>
                  </a:lnTo>
                  <a:lnTo>
                    <a:pt x="2531946" y="2206798"/>
                  </a:lnTo>
                  <a:lnTo>
                    <a:pt x="2532040" y="2206798"/>
                  </a:lnTo>
                  <a:lnTo>
                    <a:pt x="2532134" y="2206798"/>
                  </a:lnTo>
                  <a:lnTo>
                    <a:pt x="2532228" y="2206798"/>
                  </a:lnTo>
                  <a:lnTo>
                    <a:pt x="2532322" y="2206798"/>
                  </a:lnTo>
                  <a:lnTo>
                    <a:pt x="2532416" y="2206798"/>
                  </a:lnTo>
                  <a:lnTo>
                    <a:pt x="2532510" y="2206798"/>
                  </a:lnTo>
                  <a:lnTo>
                    <a:pt x="2532604" y="2206798"/>
                  </a:lnTo>
                  <a:lnTo>
                    <a:pt x="2532698" y="2206798"/>
                  </a:lnTo>
                  <a:lnTo>
                    <a:pt x="2532792" y="2206798"/>
                  </a:lnTo>
                  <a:lnTo>
                    <a:pt x="2532886" y="2206798"/>
                  </a:lnTo>
                  <a:lnTo>
                    <a:pt x="2532980" y="2206798"/>
                  </a:lnTo>
                  <a:lnTo>
                    <a:pt x="2533074" y="2206798"/>
                  </a:lnTo>
                  <a:lnTo>
                    <a:pt x="2533168" y="2206798"/>
                  </a:lnTo>
                  <a:lnTo>
                    <a:pt x="2533262" y="2206798"/>
                  </a:lnTo>
                  <a:lnTo>
                    <a:pt x="2533356" y="2206798"/>
                  </a:lnTo>
                  <a:lnTo>
                    <a:pt x="2533450" y="2206798"/>
                  </a:lnTo>
                  <a:lnTo>
                    <a:pt x="2533544" y="2206798"/>
                  </a:lnTo>
                  <a:lnTo>
                    <a:pt x="2533638" y="2206798"/>
                  </a:lnTo>
                  <a:lnTo>
                    <a:pt x="2533732" y="2206798"/>
                  </a:lnTo>
                  <a:lnTo>
                    <a:pt x="2533826" y="2206798"/>
                  </a:lnTo>
                  <a:lnTo>
                    <a:pt x="2533920" y="2206798"/>
                  </a:lnTo>
                  <a:lnTo>
                    <a:pt x="2534014" y="2206798"/>
                  </a:lnTo>
                  <a:lnTo>
                    <a:pt x="2534109" y="2206798"/>
                  </a:lnTo>
                  <a:lnTo>
                    <a:pt x="2534203" y="2206798"/>
                  </a:lnTo>
                  <a:lnTo>
                    <a:pt x="2534297" y="2206798"/>
                  </a:lnTo>
                  <a:lnTo>
                    <a:pt x="2534391" y="2206798"/>
                  </a:lnTo>
                  <a:lnTo>
                    <a:pt x="2534485" y="2206798"/>
                  </a:lnTo>
                  <a:lnTo>
                    <a:pt x="2534579" y="2206798"/>
                  </a:lnTo>
                  <a:lnTo>
                    <a:pt x="2534673" y="2206798"/>
                  </a:lnTo>
                  <a:lnTo>
                    <a:pt x="2534767" y="2206798"/>
                  </a:lnTo>
                  <a:lnTo>
                    <a:pt x="2534861" y="2206798"/>
                  </a:lnTo>
                  <a:lnTo>
                    <a:pt x="2534955" y="2206798"/>
                  </a:lnTo>
                  <a:lnTo>
                    <a:pt x="2535049" y="2206798"/>
                  </a:lnTo>
                  <a:lnTo>
                    <a:pt x="2535143" y="2206798"/>
                  </a:lnTo>
                  <a:lnTo>
                    <a:pt x="2535143" y="2201518"/>
                  </a:lnTo>
                  <a:lnTo>
                    <a:pt x="2535237" y="2201518"/>
                  </a:lnTo>
                  <a:lnTo>
                    <a:pt x="2535331" y="2201518"/>
                  </a:lnTo>
                  <a:lnTo>
                    <a:pt x="2535425" y="2201518"/>
                  </a:lnTo>
                  <a:lnTo>
                    <a:pt x="2535519" y="2201518"/>
                  </a:lnTo>
                  <a:lnTo>
                    <a:pt x="2535613" y="2201518"/>
                  </a:lnTo>
                  <a:lnTo>
                    <a:pt x="2535707" y="2201518"/>
                  </a:lnTo>
                  <a:lnTo>
                    <a:pt x="2535801" y="2201518"/>
                  </a:lnTo>
                  <a:lnTo>
                    <a:pt x="2535895" y="2201518"/>
                  </a:lnTo>
                  <a:lnTo>
                    <a:pt x="2535989" y="2201518"/>
                  </a:lnTo>
                  <a:lnTo>
                    <a:pt x="2536083" y="2201518"/>
                  </a:lnTo>
                  <a:lnTo>
                    <a:pt x="2536177" y="2201518"/>
                  </a:lnTo>
                  <a:lnTo>
                    <a:pt x="2536271" y="2201518"/>
                  </a:lnTo>
                  <a:lnTo>
                    <a:pt x="2536365" y="2201518"/>
                  </a:lnTo>
                  <a:lnTo>
                    <a:pt x="2536459" y="2201518"/>
                  </a:lnTo>
                  <a:lnTo>
                    <a:pt x="2536553" y="2201518"/>
                  </a:lnTo>
                  <a:lnTo>
                    <a:pt x="2536647" y="2201518"/>
                  </a:lnTo>
                  <a:lnTo>
                    <a:pt x="2536741" y="2201518"/>
                  </a:lnTo>
                  <a:lnTo>
                    <a:pt x="2536835" y="2201518"/>
                  </a:lnTo>
                  <a:lnTo>
                    <a:pt x="2536929" y="2201518"/>
                  </a:lnTo>
                  <a:lnTo>
                    <a:pt x="2537023" y="2201518"/>
                  </a:lnTo>
                  <a:lnTo>
                    <a:pt x="2537117" y="2201518"/>
                  </a:lnTo>
                  <a:lnTo>
                    <a:pt x="2537211" y="2201518"/>
                  </a:lnTo>
                  <a:lnTo>
                    <a:pt x="2537211" y="2196239"/>
                  </a:lnTo>
                  <a:lnTo>
                    <a:pt x="2537305" y="2196239"/>
                  </a:lnTo>
                  <a:lnTo>
                    <a:pt x="2537399" y="2196239"/>
                  </a:lnTo>
                  <a:lnTo>
                    <a:pt x="2537493" y="2196239"/>
                  </a:lnTo>
                  <a:lnTo>
                    <a:pt x="2537587" y="2196239"/>
                  </a:lnTo>
                  <a:lnTo>
                    <a:pt x="2537682" y="2196239"/>
                  </a:lnTo>
                  <a:lnTo>
                    <a:pt x="2537776" y="2196239"/>
                  </a:lnTo>
                  <a:lnTo>
                    <a:pt x="2537870" y="2196239"/>
                  </a:lnTo>
                  <a:lnTo>
                    <a:pt x="2537964" y="2196239"/>
                  </a:lnTo>
                  <a:lnTo>
                    <a:pt x="2537964" y="2190959"/>
                  </a:lnTo>
                  <a:lnTo>
                    <a:pt x="2538058" y="2190959"/>
                  </a:lnTo>
                  <a:lnTo>
                    <a:pt x="2538152" y="2190959"/>
                  </a:lnTo>
                  <a:lnTo>
                    <a:pt x="2538246" y="2190959"/>
                  </a:lnTo>
                  <a:lnTo>
                    <a:pt x="2538340" y="2190959"/>
                  </a:lnTo>
                  <a:lnTo>
                    <a:pt x="2538434" y="2190959"/>
                  </a:lnTo>
                  <a:lnTo>
                    <a:pt x="2538528" y="2190959"/>
                  </a:lnTo>
                  <a:lnTo>
                    <a:pt x="2538622" y="2190959"/>
                  </a:lnTo>
                  <a:lnTo>
                    <a:pt x="2538716" y="2190959"/>
                  </a:lnTo>
                  <a:lnTo>
                    <a:pt x="2538810" y="2190959"/>
                  </a:lnTo>
                  <a:lnTo>
                    <a:pt x="2538904" y="2190959"/>
                  </a:lnTo>
                  <a:lnTo>
                    <a:pt x="2538998" y="2190959"/>
                  </a:lnTo>
                  <a:lnTo>
                    <a:pt x="2539092" y="2190959"/>
                  </a:lnTo>
                  <a:lnTo>
                    <a:pt x="2539186" y="2190959"/>
                  </a:lnTo>
                  <a:lnTo>
                    <a:pt x="2539280" y="2190959"/>
                  </a:lnTo>
                  <a:lnTo>
                    <a:pt x="2539374" y="2190959"/>
                  </a:lnTo>
                  <a:lnTo>
                    <a:pt x="2539468" y="2190959"/>
                  </a:lnTo>
                  <a:lnTo>
                    <a:pt x="2539562" y="2190959"/>
                  </a:lnTo>
                  <a:lnTo>
                    <a:pt x="2539656" y="2190959"/>
                  </a:lnTo>
                  <a:lnTo>
                    <a:pt x="2539750" y="2190959"/>
                  </a:lnTo>
                  <a:lnTo>
                    <a:pt x="2539844" y="2190959"/>
                  </a:lnTo>
                  <a:lnTo>
                    <a:pt x="2539938" y="2190959"/>
                  </a:lnTo>
                  <a:lnTo>
                    <a:pt x="2540032" y="2190959"/>
                  </a:lnTo>
                  <a:lnTo>
                    <a:pt x="2540126" y="2190959"/>
                  </a:lnTo>
                  <a:lnTo>
                    <a:pt x="2540220" y="2190959"/>
                  </a:lnTo>
                  <a:lnTo>
                    <a:pt x="2540314" y="2190959"/>
                  </a:lnTo>
                  <a:lnTo>
                    <a:pt x="2540408" y="2190959"/>
                  </a:lnTo>
                  <a:lnTo>
                    <a:pt x="2540408" y="2185680"/>
                  </a:lnTo>
                  <a:lnTo>
                    <a:pt x="2540502" y="2185680"/>
                  </a:lnTo>
                  <a:lnTo>
                    <a:pt x="2540596" y="2185680"/>
                  </a:lnTo>
                  <a:lnTo>
                    <a:pt x="2540690" y="2185680"/>
                  </a:lnTo>
                  <a:lnTo>
                    <a:pt x="2540784" y="2185680"/>
                  </a:lnTo>
                  <a:lnTo>
                    <a:pt x="2540878" y="2185680"/>
                  </a:lnTo>
                  <a:lnTo>
                    <a:pt x="2540972" y="2185680"/>
                  </a:lnTo>
                  <a:lnTo>
                    <a:pt x="2541066" y="2185680"/>
                  </a:lnTo>
                  <a:lnTo>
                    <a:pt x="2541160" y="2185680"/>
                  </a:lnTo>
                  <a:lnTo>
                    <a:pt x="2541255" y="2185680"/>
                  </a:lnTo>
                  <a:lnTo>
                    <a:pt x="2541349" y="2185680"/>
                  </a:lnTo>
                  <a:lnTo>
                    <a:pt x="2541443" y="2185680"/>
                  </a:lnTo>
                  <a:lnTo>
                    <a:pt x="2541537" y="2185680"/>
                  </a:lnTo>
                  <a:lnTo>
                    <a:pt x="2541631" y="2185680"/>
                  </a:lnTo>
                  <a:lnTo>
                    <a:pt x="2541725" y="2185680"/>
                  </a:lnTo>
                  <a:lnTo>
                    <a:pt x="2541819" y="2185680"/>
                  </a:lnTo>
                  <a:lnTo>
                    <a:pt x="2541913" y="2185680"/>
                  </a:lnTo>
                  <a:lnTo>
                    <a:pt x="2542007" y="2185680"/>
                  </a:lnTo>
                  <a:lnTo>
                    <a:pt x="2542101" y="2185680"/>
                  </a:lnTo>
                  <a:lnTo>
                    <a:pt x="2542195" y="2185680"/>
                  </a:lnTo>
                  <a:lnTo>
                    <a:pt x="2542289" y="2185680"/>
                  </a:lnTo>
                  <a:lnTo>
                    <a:pt x="2542383" y="2185680"/>
                  </a:lnTo>
                  <a:lnTo>
                    <a:pt x="2542477" y="2185680"/>
                  </a:lnTo>
                  <a:lnTo>
                    <a:pt x="2542571" y="2185680"/>
                  </a:lnTo>
                  <a:lnTo>
                    <a:pt x="2542665" y="2185680"/>
                  </a:lnTo>
                  <a:lnTo>
                    <a:pt x="2542759" y="2185680"/>
                  </a:lnTo>
                  <a:lnTo>
                    <a:pt x="2542853" y="2185680"/>
                  </a:lnTo>
                  <a:lnTo>
                    <a:pt x="2542947" y="2185680"/>
                  </a:lnTo>
                  <a:lnTo>
                    <a:pt x="2543041" y="2185680"/>
                  </a:lnTo>
                  <a:lnTo>
                    <a:pt x="2543135" y="2185680"/>
                  </a:lnTo>
                  <a:lnTo>
                    <a:pt x="2543229" y="2185680"/>
                  </a:lnTo>
                  <a:lnTo>
                    <a:pt x="2543229" y="2180401"/>
                  </a:lnTo>
                  <a:lnTo>
                    <a:pt x="2543323" y="2180401"/>
                  </a:lnTo>
                  <a:lnTo>
                    <a:pt x="2543417" y="2180401"/>
                  </a:lnTo>
                  <a:lnTo>
                    <a:pt x="2543511" y="2180401"/>
                  </a:lnTo>
                  <a:lnTo>
                    <a:pt x="2543605" y="2180401"/>
                  </a:lnTo>
                  <a:lnTo>
                    <a:pt x="2543699" y="2180401"/>
                  </a:lnTo>
                  <a:lnTo>
                    <a:pt x="2543793" y="2180401"/>
                  </a:lnTo>
                  <a:lnTo>
                    <a:pt x="2543887" y="2180401"/>
                  </a:lnTo>
                  <a:lnTo>
                    <a:pt x="2543981" y="2180401"/>
                  </a:lnTo>
                  <a:lnTo>
                    <a:pt x="2544075" y="2180401"/>
                  </a:lnTo>
                  <a:lnTo>
                    <a:pt x="2544169" y="2180401"/>
                  </a:lnTo>
                  <a:lnTo>
                    <a:pt x="2544263" y="2180401"/>
                  </a:lnTo>
                  <a:lnTo>
                    <a:pt x="2544357" y="2180401"/>
                  </a:lnTo>
                  <a:lnTo>
                    <a:pt x="2544451" y="2180401"/>
                  </a:lnTo>
                  <a:lnTo>
                    <a:pt x="2544545" y="2180401"/>
                  </a:lnTo>
                  <a:lnTo>
                    <a:pt x="2544639" y="2180401"/>
                  </a:lnTo>
                  <a:lnTo>
                    <a:pt x="2544734" y="2180401"/>
                  </a:lnTo>
                  <a:lnTo>
                    <a:pt x="2544828" y="2180401"/>
                  </a:lnTo>
                  <a:lnTo>
                    <a:pt x="2544922" y="2180401"/>
                  </a:lnTo>
                  <a:lnTo>
                    <a:pt x="2545016" y="2180401"/>
                  </a:lnTo>
                  <a:lnTo>
                    <a:pt x="2545110" y="2180401"/>
                  </a:lnTo>
                  <a:lnTo>
                    <a:pt x="2545204" y="2180401"/>
                  </a:lnTo>
                  <a:lnTo>
                    <a:pt x="2545298" y="2180401"/>
                  </a:lnTo>
                  <a:lnTo>
                    <a:pt x="2545392" y="2180401"/>
                  </a:lnTo>
                  <a:lnTo>
                    <a:pt x="2545486" y="2180401"/>
                  </a:lnTo>
                  <a:lnTo>
                    <a:pt x="2545580" y="2180401"/>
                  </a:lnTo>
                  <a:lnTo>
                    <a:pt x="2545674" y="2180401"/>
                  </a:lnTo>
                  <a:lnTo>
                    <a:pt x="2545768" y="2180401"/>
                  </a:lnTo>
                  <a:lnTo>
                    <a:pt x="2545862" y="2180401"/>
                  </a:lnTo>
                  <a:lnTo>
                    <a:pt x="2545956" y="2180401"/>
                  </a:lnTo>
                  <a:lnTo>
                    <a:pt x="2546050" y="2180401"/>
                  </a:lnTo>
                  <a:lnTo>
                    <a:pt x="2546144" y="2180401"/>
                  </a:lnTo>
                  <a:lnTo>
                    <a:pt x="2546238" y="2180401"/>
                  </a:lnTo>
                  <a:lnTo>
                    <a:pt x="2546332" y="2180401"/>
                  </a:lnTo>
                  <a:lnTo>
                    <a:pt x="2546426" y="2180401"/>
                  </a:lnTo>
                  <a:lnTo>
                    <a:pt x="2546520" y="2180401"/>
                  </a:lnTo>
                  <a:lnTo>
                    <a:pt x="2546614" y="2180401"/>
                  </a:lnTo>
                  <a:lnTo>
                    <a:pt x="2546708" y="2180401"/>
                  </a:lnTo>
                  <a:lnTo>
                    <a:pt x="2546802" y="2180401"/>
                  </a:lnTo>
                  <a:lnTo>
                    <a:pt x="2546896" y="2180401"/>
                  </a:lnTo>
                  <a:lnTo>
                    <a:pt x="2546990" y="2180401"/>
                  </a:lnTo>
                  <a:lnTo>
                    <a:pt x="2547084" y="2180401"/>
                  </a:lnTo>
                  <a:lnTo>
                    <a:pt x="2547178" y="2180401"/>
                  </a:lnTo>
                  <a:lnTo>
                    <a:pt x="2547272" y="2180401"/>
                  </a:lnTo>
                  <a:lnTo>
                    <a:pt x="2547366" y="2180401"/>
                  </a:lnTo>
                  <a:lnTo>
                    <a:pt x="2547460" y="2180401"/>
                  </a:lnTo>
                  <a:lnTo>
                    <a:pt x="2547554" y="2180401"/>
                  </a:lnTo>
                  <a:lnTo>
                    <a:pt x="2547648" y="2180401"/>
                  </a:lnTo>
                  <a:lnTo>
                    <a:pt x="2547742" y="2180401"/>
                  </a:lnTo>
                  <a:lnTo>
                    <a:pt x="2547836" y="2180401"/>
                  </a:lnTo>
                  <a:lnTo>
                    <a:pt x="2547930" y="2180401"/>
                  </a:lnTo>
                  <a:lnTo>
                    <a:pt x="2548024" y="2180401"/>
                  </a:lnTo>
                  <a:lnTo>
                    <a:pt x="2548118" y="2180401"/>
                  </a:lnTo>
                  <a:lnTo>
                    <a:pt x="2548212" y="2180401"/>
                  </a:lnTo>
                  <a:lnTo>
                    <a:pt x="2548307" y="2180401"/>
                  </a:lnTo>
                  <a:lnTo>
                    <a:pt x="2548401" y="2180401"/>
                  </a:lnTo>
                  <a:lnTo>
                    <a:pt x="2548495" y="2180401"/>
                  </a:lnTo>
                  <a:lnTo>
                    <a:pt x="2548589" y="2180401"/>
                  </a:lnTo>
                  <a:lnTo>
                    <a:pt x="2548683" y="2180401"/>
                  </a:lnTo>
                  <a:lnTo>
                    <a:pt x="2548777" y="2180401"/>
                  </a:lnTo>
                  <a:lnTo>
                    <a:pt x="2548871" y="2180401"/>
                  </a:lnTo>
                  <a:lnTo>
                    <a:pt x="2548965" y="2180401"/>
                  </a:lnTo>
                  <a:lnTo>
                    <a:pt x="2549059" y="2180401"/>
                  </a:lnTo>
                  <a:lnTo>
                    <a:pt x="2549153" y="2180401"/>
                  </a:lnTo>
                  <a:lnTo>
                    <a:pt x="2549247" y="2180401"/>
                  </a:lnTo>
                  <a:lnTo>
                    <a:pt x="2549341" y="2180401"/>
                  </a:lnTo>
                  <a:lnTo>
                    <a:pt x="2549435" y="2180401"/>
                  </a:lnTo>
                  <a:lnTo>
                    <a:pt x="2549529" y="2180401"/>
                  </a:lnTo>
                  <a:lnTo>
                    <a:pt x="2549623" y="2180401"/>
                  </a:lnTo>
                  <a:lnTo>
                    <a:pt x="2549717" y="2180401"/>
                  </a:lnTo>
                  <a:lnTo>
                    <a:pt x="2549811" y="2180401"/>
                  </a:lnTo>
                  <a:lnTo>
                    <a:pt x="2549905" y="2180401"/>
                  </a:lnTo>
                  <a:lnTo>
                    <a:pt x="2549999" y="2180401"/>
                  </a:lnTo>
                  <a:lnTo>
                    <a:pt x="2550093" y="2180401"/>
                  </a:lnTo>
                  <a:lnTo>
                    <a:pt x="2550187" y="2180401"/>
                  </a:lnTo>
                  <a:lnTo>
                    <a:pt x="2550281" y="2180401"/>
                  </a:lnTo>
                  <a:lnTo>
                    <a:pt x="2550375" y="2180401"/>
                  </a:lnTo>
                  <a:lnTo>
                    <a:pt x="2550469" y="2180401"/>
                  </a:lnTo>
                  <a:lnTo>
                    <a:pt x="2550469" y="2175121"/>
                  </a:lnTo>
                  <a:lnTo>
                    <a:pt x="2550563" y="2175121"/>
                  </a:lnTo>
                  <a:lnTo>
                    <a:pt x="2550657" y="2175121"/>
                  </a:lnTo>
                  <a:lnTo>
                    <a:pt x="2550751" y="2175121"/>
                  </a:lnTo>
                  <a:lnTo>
                    <a:pt x="2550845" y="2175121"/>
                  </a:lnTo>
                  <a:lnTo>
                    <a:pt x="2550939" y="2175121"/>
                  </a:lnTo>
                  <a:lnTo>
                    <a:pt x="2551033" y="2175121"/>
                  </a:lnTo>
                  <a:lnTo>
                    <a:pt x="2551127" y="2175121"/>
                  </a:lnTo>
                  <a:lnTo>
                    <a:pt x="2551221" y="2175121"/>
                  </a:lnTo>
                  <a:lnTo>
                    <a:pt x="2551315" y="2175121"/>
                  </a:lnTo>
                  <a:lnTo>
                    <a:pt x="2551409" y="2175121"/>
                  </a:lnTo>
                  <a:lnTo>
                    <a:pt x="2551503" y="2175121"/>
                  </a:lnTo>
                  <a:lnTo>
                    <a:pt x="2551597" y="2175121"/>
                  </a:lnTo>
                  <a:lnTo>
                    <a:pt x="2551691" y="2175121"/>
                  </a:lnTo>
                  <a:lnTo>
                    <a:pt x="2551785" y="2175121"/>
                  </a:lnTo>
                  <a:lnTo>
                    <a:pt x="2551880" y="2175121"/>
                  </a:lnTo>
                  <a:lnTo>
                    <a:pt x="2551974" y="2175121"/>
                  </a:lnTo>
                  <a:lnTo>
                    <a:pt x="2552068" y="2175121"/>
                  </a:lnTo>
                  <a:lnTo>
                    <a:pt x="2552162" y="2175121"/>
                  </a:lnTo>
                  <a:lnTo>
                    <a:pt x="2552256" y="2175121"/>
                  </a:lnTo>
                  <a:lnTo>
                    <a:pt x="2552350" y="2175121"/>
                  </a:lnTo>
                  <a:lnTo>
                    <a:pt x="2552444" y="2175121"/>
                  </a:lnTo>
                  <a:lnTo>
                    <a:pt x="2552538" y="2175121"/>
                  </a:lnTo>
                  <a:lnTo>
                    <a:pt x="2552632" y="2175121"/>
                  </a:lnTo>
                  <a:lnTo>
                    <a:pt x="2552726" y="2175121"/>
                  </a:lnTo>
                  <a:lnTo>
                    <a:pt x="2552820" y="2175121"/>
                  </a:lnTo>
                  <a:lnTo>
                    <a:pt x="2552914" y="2175121"/>
                  </a:lnTo>
                  <a:lnTo>
                    <a:pt x="2553008" y="2175121"/>
                  </a:lnTo>
                  <a:lnTo>
                    <a:pt x="2553102" y="2175121"/>
                  </a:lnTo>
                  <a:lnTo>
                    <a:pt x="2553196" y="2175121"/>
                  </a:lnTo>
                  <a:lnTo>
                    <a:pt x="2553290" y="2175121"/>
                  </a:lnTo>
                  <a:lnTo>
                    <a:pt x="2553384" y="2175121"/>
                  </a:lnTo>
                  <a:lnTo>
                    <a:pt x="2553478" y="2175121"/>
                  </a:lnTo>
                  <a:lnTo>
                    <a:pt x="2553572" y="2175121"/>
                  </a:lnTo>
                  <a:lnTo>
                    <a:pt x="2553666" y="2175121"/>
                  </a:lnTo>
                  <a:lnTo>
                    <a:pt x="2553760" y="2175121"/>
                  </a:lnTo>
                  <a:lnTo>
                    <a:pt x="2553854" y="2175121"/>
                  </a:lnTo>
                  <a:lnTo>
                    <a:pt x="2553948" y="2175121"/>
                  </a:lnTo>
                  <a:lnTo>
                    <a:pt x="2554042" y="2175121"/>
                  </a:lnTo>
                  <a:lnTo>
                    <a:pt x="2554136" y="2175121"/>
                  </a:lnTo>
                  <a:lnTo>
                    <a:pt x="2554230" y="2175121"/>
                  </a:lnTo>
                  <a:lnTo>
                    <a:pt x="2554324" y="2175121"/>
                  </a:lnTo>
                  <a:lnTo>
                    <a:pt x="2554418" y="2175121"/>
                  </a:lnTo>
                  <a:lnTo>
                    <a:pt x="2554512" y="2175121"/>
                  </a:lnTo>
                  <a:lnTo>
                    <a:pt x="2554606" y="2175121"/>
                  </a:lnTo>
                  <a:lnTo>
                    <a:pt x="2554700" y="2175121"/>
                  </a:lnTo>
                  <a:lnTo>
                    <a:pt x="2554794" y="2175121"/>
                  </a:lnTo>
                  <a:lnTo>
                    <a:pt x="2554888" y="2175121"/>
                  </a:lnTo>
                  <a:lnTo>
                    <a:pt x="2554888" y="2169842"/>
                  </a:lnTo>
                  <a:lnTo>
                    <a:pt x="2554982" y="2169842"/>
                  </a:lnTo>
                  <a:lnTo>
                    <a:pt x="2555076" y="2169842"/>
                  </a:lnTo>
                  <a:lnTo>
                    <a:pt x="2555170" y="2169842"/>
                  </a:lnTo>
                  <a:lnTo>
                    <a:pt x="2555264" y="2169842"/>
                  </a:lnTo>
                  <a:lnTo>
                    <a:pt x="2555359" y="2169842"/>
                  </a:lnTo>
                  <a:lnTo>
                    <a:pt x="2555453" y="2169842"/>
                  </a:lnTo>
                  <a:lnTo>
                    <a:pt x="2555547" y="2169842"/>
                  </a:lnTo>
                  <a:lnTo>
                    <a:pt x="2555641" y="2169842"/>
                  </a:lnTo>
                  <a:lnTo>
                    <a:pt x="2555735" y="2169842"/>
                  </a:lnTo>
                  <a:lnTo>
                    <a:pt x="2555829" y="2169842"/>
                  </a:lnTo>
                  <a:lnTo>
                    <a:pt x="2555923" y="2169842"/>
                  </a:lnTo>
                  <a:lnTo>
                    <a:pt x="2556017" y="2169842"/>
                  </a:lnTo>
                  <a:lnTo>
                    <a:pt x="2556111" y="2169842"/>
                  </a:lnTo>
                  <a:lnTo>
                    <a:pt x="2556205" y="2169842"/>
                  </a:lnTo>
                  <a:lnTo>
                    <a:pt x="2556299" y="2169842"/>
                  </a:lnTo>
                  <a:lnTo>
                    <a:pt x="2556393" y="2169842"/>
                  </a:lnTo>
                  <a:lnTo>
                    <a:pt x="2556487" y="2169842"/>
                  </a:lnTo>
                  <a:lnTo>
                    <a:pt x="2556581" y="2169842"/>
                  </a:lnTo>
                  <a:lnTo>
                    <a:pt x="2556675" y="2169842"/>
                  </a:lnTo>
                  <a:lnTo>
                    <a:pt x="2556769" y="2169842"/>
                  </a:lnTo>
                  <a:lnTo>
                    <a:pt x="2556863" y="2169842"/>
                  </a:lnTo>
                  <a:lnTo>
                    <a:pt x="2556957" y="2169842"/>
                  </a:lnTo>
                  <a:lnTo>
                    <a:pt x="2557051" y="2169842"/>
                  </a:lnTo>
                  <a:lnTo>
                    <a:pt x="2557145" y="2169842"/>
                  </a:lnTo>
                  <a:lnTo>
                    <a:pt x="2557239" y="2169842"/>
                  </a:lnTo>
                  <a:lnTo>
                    <a:pt x="2557333" y="2169842"/>
                  </a:lnTo>
                  <a:lnTo>
                    <a:pt x="2557427" y="2169842"/>
                  </a:lnTo>
                  <a:lnTo>
                    <a:pt x="2557521" y="2169842"/>
                  </a:lnTo>
                  <a:lnTo>
                    <a:pt x="2557615" y="2169842"/>
                  </a:lnTo>
                  <a:lnTo>
                    <a:pt x="2557709" y="2169842"/>
                  </a:lnTo>
                  <a:lnTo>
                    <a:pt x="2557803" y="2169842"/>
                  </a:lnTo>
                  <a:lnTo>
                    <a:pt x="2557897" y="2169842"/>
                  </a:lnTo>
                  <a:lnTo>
                    <a:pt x="2557991" y="2169842"/>
                  </a:lnTo>
                  <a:lnTo>
                    <a:pt x="2558085" y="2169842"/>
                  </a:lnTo>
                  <a:lnTo>
                    <a:pt x="2558179" y="2169842"/>
                  </a:lnTo>
                  <a:lnTo>
                    <a:pt x="2558273" y="2169842"/>
                  </a:lnTo>
                  <a:lnTo>
                    <a:pt x="2558367" y="2169842"/>
                  </a:lnTo>
                  <a:lnTo>
                    <a:pt x="2558461" y="2169842"/>
                  </a:lnTo>
                  <a:lnTo>
                    <a:pt x="2558555" y="2169842"/>
                  </a:lnTo>
                  <a:lnTo>
                    <a:pt x="2558649" y="2169842"/>
                  </a:lnTo>
                  <a:lnTo>
                    <a:pt x="2558743" y="2169842"/>
                  </a:lnTo>
                  <a:lnTo>
                    <a:pt x="2558837" y="2169842"/>
                  </a:lnTo>
                  <a:lnTo>
                    <a:pt x="2558932" y="2169842"/>
                  </a:lnTo>
                  <a:lnTo>
                    <a:pt x="2559026" y="2169842"/>
                  </a:lnTo>
                  <a:lnTo>
                    <a:pt x="2559120" y="2169842"/>
                  </a:lnTo>
                  <a:lnTo>
                    <a:pt x="2559214" y="2169842"/>
                  </a:lnTo>
                  <a:lnTo>
                    <a:pt x="2559308" y="2169842"/>
                  </a:lnTo>
                  <a:lnTo>
                    <a:pt x="2559402" y="2169842"/>
                  </a:lnTo>
                  <a:lnTo>
                    <a:pt x="2559496" y="2169842"/>
                  </a:lnTo>
                  <a:lnTo>
                    <a:pt x="2559590" y="2169842"/>
                  </a:lnTo>
                  <a:lnTo>
                    <a:pt x="2559684" y="2169842"/>
                  </a:lnTo>
                  <a:lnTo>
                    <a:pt x="2559778" y="2169842"/>
                  </a:lnTo>
                  <a:lnTo>
                    <a:pt x="2559872" y="2169842"/>
                  </a:lnTo>
                  <a:lnTo>
                    <a:pt x="2559966" y="2169842"/>
                  </a:lnTo>
                  <a:lnTo>
                    <a:pt x="2560060" y="2169842"/>
                  </a:lnTo>
                  <a:lnTo>
                    <a:pt x="2560154" y="2169842"/>
                  </a:lnTo>
                  <a:lnTo>
                    <a:pt x="2560248" y="2169842"/>
                  </a:lnTo>
                  <a:lnTo>
                    <a:pt x="2560342" y="2169842"/>
                  </a:lnTo>
                  <a:lnTo>
                    <a:pt x="2560436" y="2169842"/>
                  </a:lnTo>
                  <a:lnTo>
                    <a:pt x="2560530" y="2169842"/>
                  </a:lnTo>
                  <a:lnTo>
                    <a:pt x="2560624" y="2169842"/>
                  </a:lnTo>
                  <a:lnTo>
                    <a:pt x="2560718" y="2169842"/>
                  </a:lnTo>
                  <a:lnTo>
                    <a:pt x="2560812" y="2169842"/>
                  </a:lnTo>
                  <a:lnTo>
                    <a:pt x="2560906" y="2169842"/>
                  </a:lnTo>
                  <a:lnTo>
                    <a:pt x="2561000" y="2169842"/>
                  </a:lnTo>
                  <a:lnTo>
                    <a:pt x="2561094" y="2169842"/>
                  </a:lnTo>
                  <a:lnTo>
                    <a:pt x="2561188" y="2169842"/>
                  </a:lnTo>
                  <a:lnTo>
                    <a:pt x="2561282" y="2169842"/>
                  </a:lnTo>
                  <a:lnTo>
                    <a:pt x="2561376" y="2169842"/>
                  </a:lnTo>
                  <a:lnTo>
                    <a:pt x="2561470" y="2169842"/>
                  </a:lnTo>
                  <a:lnTo>
                    <a:pt x="2561564" y="2169842"/>
                  </a:lnTo>
                  <a:lnTo>
                    <a:pt x="2561658" y="2169842"/>
                  </a:lnTo>
                  <a:lnTo>
                    <a:pt x="2561752" y="2169842"/>
                  </a:lnTo>
                  <a:lnTo>
                    <a:pt x="2561846" y="2169842"/>
                  </a:lnTo>
                  <a:lnTo>
                    <a:pt x="2561940" y="2169842"/>
                  </a:lnTo>
                  <a:lnTo>
                    <a:pt x="2562034" y="2169842"/>
                  </a:lnTo>
                  <a:lnTo>
                    <a:pt x="2562128" y="2169842"/>
                  </a:lnTo>
                  <a:lnTo>
                    <a:pt x="2562222" y="2169842"/>
                  </a:lnTo>
                  <a:lnTo>
                    <a:pt x="2562316" y="2169842"/>
                  </a:lnTo>
                  <a:lnTo>
                    <a:pt x="2562410" y="2169842"/>
                  </a:lnTo>
                  <a:lnTo>
                    <a:pt x="2562505" y="2169842"/>
                  </a:lnTo>
                  <a:lnTo>
                    <a:pt x="2562599" y="2169842"/>
                  </a:lnTo>
                  <a:lnTo>
                    <a:pt x="2562693" y="2169842"/>
                  </a:lnTo>
                  <a:lnTo>
                    <a:pt x="2562787" y="2169842"/>
                  </a:lnTo>
                  <a:lnTo>
                    <a:pt x="2562881" y="2169842"/>
                  </a:lnTo>
                  <a:lnTo>
                    <a:pt x="2562975" y="2169842"/>
                  </a:lnTo>
                  <a:lnTo>
                    <a:pt x="2563069" y="2169842"/>
                  </a:lnTo>
                  <a:lnTo>
                    <a:pt x="2563163" y="2169842"/>
                  </a:lnTo>
                  <a:lnTo>
                    <a:pt x="2563257" y="2169842"/>
                  </a:lnTo>
                  <a:lnTo>
                    <a:pt x="2563351" y="2169842"/>
                  </a:lnTo>
                  <a:lnTo>
                    <a:pt x="2563445" y="2169842"/>
                  </a:lnTo>
                  <a:lnTo>
                    <a:pt x="2563539" y="2169842"/>
                  </a:lnTo>
                  <a:lnTo>
                    <a:pt x="2563633" y="2169842"/>
                  </a:lnTo>
                  <a:lnTo>
                    <a:pt x="2563727" y="2169842"/>
                  </a:lnTo>
                  <a:lnTo>
                    <a:pt x="2563821" y="2169842"/>
                  </a:lnTo>
                  <a:lnTo>
                    <a:pt x="2563915" y="2169842"/>
                  </a:lnTo>
                  <a:lnTo>
                    <a:pt x="2564009" y="2169842"/>
                  </a:lnTo>
                  <a:lnTo>
                    <a:pt x="2564103" y="2169842"/>
                  </a:lnTo>
                  <a:lnTo>
                    <a:pt x="2564197" y="2169842"/>
                  </a:lnTo>
                  <a:lnTo>
                    <a:pt x="2564291" y="2169842"/>
                  </a:lnTo>
                  <a:lnTo>
                    <a:pt x="2564385" y="2169842"/>
                  </a:lnTo>
                  <a:lnTo>
                    <a:pt x="2564479" y="2169842"/>
                  </a:lnTo>
                  <a:lnTo>
                    <a:pt x="2564573" y="2169842"/>
                  </a:lnTo>
                  <a:lnTo>
                    <a:pt x="2564667" y="2169842"/>
                  </a:lnTo>
                  <a:lnTo>
                    <a:pt x="2564761" y="2169842"/>
                  </a:lnTo>
                  <a:lnTo>
                    <a:pt x="2564855" y="2169842"/>
                  </a:lnTo>
                  <a:lnTo>
                    <a:pt x="2564949" y="2169842"/>
                  </a:lnTo>
                  <a:lnTo>
                    <a:pt x="2565043" y="2169842"/>
                  </a:lnTo>
                  <a:lnTo>
                    <a:pt x="2565137" y="2169842"/>
                  </a:lnTo>
                  <a:lnTo>
                    <a:pt x="2565231" y="2169842"/>
                  </a:lnTo>
                  <a:lnTo>
                    <a:pt x="2565325" y="2169842"/>
                  </a:lnTo>
                  <a:lnTo>
                    <a:pt x="2565419" y="2169842"/>
                  </a:lnTo>
                  <a:lnTo>
                    <a:pt x="2565513" y="2169842"/>
                  </a:lnTo>
                  <a:lnTo>
                    <a:pt x="2565607" y="2169842"/>
                  </a:lnTo>
                  <a:lnTo>
                    <a:pt x="2565701" y="2169842"/>
                  </a:lnTo>
                  <a:lnTo>
                    <a:pt x="2565795" y="2169842"/>
                  </a:lnTo>
                  <a:lnTo>
                    <a:pt x="2565889" y="2169842"/>
                  </a:lnTo>
                  <a:lnTo>
                    <a:pt x="2565984" y="2169842"/>
                  </a:lnTo>
                  <a:lnTo>
                    <a:pt x="2566078" y="2169842"/>
                  </a:lnTo>
                  <a:lnTo>
                    <a:pt x="2566172" y="2169842"/>
                  </a:lnTo>
                  <a:lnTo>
                    <a:pt x="2566266" y="2169842"/>
                  </a:lnTo>
                  <a:lnTo>
                    <a:pt x="2566360" y="2169842"/>
                  </a:lnTo>
                  <a:lnTo>
                    <a:pt x="2566454" y="2169842"/>
                  </a:lnTo>
                  <a:lnTo>
                    <a:pt x="2566548" y="2169842"/>
                  </a:lnTo>
                  <a:lnTo>
                    <a:pt x="2566642" y="2169842"/>
                  </a:lnTo>
                  <a:lnTo>
                    <a:pt x="2566736" y="2169842"/>
                  </a:lnTo>
                  <a:lnTo>
                    <a:pt x="2566830" y="2169842"/>
                  </a:lnTo>
                  <a:lnTo>
                    <a:pt x="2566924" y="2169842"/>
                  </a:lnTo>
                  <a:lnTo>
                    <a:pt x="2567018" y="2169842"/>
                  </a:lnTo>
                  <a:lnTo>
                    <a:pt x="2567112" y="2169842"/>
                  </a:lnTo>
                  <a:lnTo>
                    <a:pt x="2567206" y="2169842"/>
                  </a:lnTo>
                  <a:lnTo>
                    <a:pt x="2567300" y="2169842"/>
                  </a:lnTo>
                  <a:lnTo>
                    <a:pt x="2567394" y="2169842"/>
                  </a:lnTo>
                  <a:lnTo>
                    <a:pt x="2567488" y="2169842"/>
                  </a:lnTo>
                  <a:lnTo>
                    <a:pt x="2567582" y="2169842"/>
                  </a:lnTo>
                  <a:lnTo>
                    <a:pt x="2567676" y="2169842"/>
                  </a:lnTo>
                  <a:lnTo>
                    <a:pt x="2567770" y="2169842"/>
                  </a:lnTo>
                  <a:lnTo>
                    <a:pt x="2567864" y="2169842"/>
                  </a:lnTo>
                  <a:lnTo>
                    <a:pt x="2567958" y="2169842"/>
                  </a:lnTo>
                  <a:lnTo>
                    <a:pt x="2568052" y="2169842"/>
                  </a:lnTo>
                  <a:lnTo>
                    <a:pt x="2568146" y="2169842"/>
                  </a:lnTo>
                  <a:lnTo>
                    <a:pt x="2568240" y="2169842"/>
                  </a:lnTo>
                  <a:lnTo>
                    <a:pt x="2568334" y="2169842"/>
                  </a:lnTo>
                  <a:lnTo>
                    <a:pt x="2568334" y="2164562"/>
                  </a:lnTo>
                  <a:lnTo>
                    <a:pt x="2568428" y="2164562"/>
                  </a:lnTo>
                  <a:lnTo>
                    <a:pt x="2568522" y="2164562"/>
                  </a:lnTo>
                  <a:lnTo>
                    <a:pt x="2568616" y="2164562"/>
                  </a:lnTo>
                  <a:lnTo>
                    <a:pt x="2568710" y="2164562"/>
                  </a:lnTo>
                  <a:lnTo>
                    <a:pt x="2568804" y="2164562"/>
                  </a:lnTo>
                  <a:lnTo>
                    <a:pt x="2568898" y="2164562"/>
                  </a:lnTo>
                  <a:lnTo>
                    <a:pt x="2568992" y="2164562"/>
                  </a:lnTo>
                  <a:lnTo>
                    <a:pt x="2569086" y="2164562"/>
                  </a:lnTo>
                  <a:lnTo>
                    <a:pt x="2569180" y="2164562"/>
                  </a:lnTo>
                  <a:lnTo>
                    <a:pt x="2569274" y="2164562"/>
                  </a:lnTo>
                  <a:lnTo>
                    <a:pt x="2569368" y="2164562"/>
                  </a:lnTo>
                  <a:lnTo>
                    <a:pt x="2569462" y="2164562"/>
                  </a:lnTo>
                  <a:lnTo>
                    <a:pt x="2569557" y="2164562"/>
                  </a:lnTo>
                  <a:lnTo>
                    <a:pt x="2569651" y="2164562"/>
                  </a:lnTo>
                  <a:lnTo>
                    <a:pt x="2569651" y="2159283"/>
                  </a:lnTo>
                  <a:lnTo>
                    <a:pt x="2569745" y="2159283"/>
                  </a:lnTo>
                  <a:lnTo>
                    <a:pt x="2569839" y="2159283"/>
                  </a:lnTo>
                  <a:lnTo>
                    <a:pt x="2569933" y="2159283"/>
                  </a:lnTo>
                  <a:lnTo>
                    <a:pt x="2570027" y="2159283"/>
                  </a:lnTo>
                  <a:lnTo>
                    <a:pt x="2570121" y="2159283"/>
                  </a:lnTo>
                  <a:lnTo>
                    <a:pt x="2570215" y="2159283"/>
                  </a:lnTo>
                  <a:lnTo>
                    <a:pt x="2570309" y="2159283"/>
                  </a:lnTo>
                  <a:lnTo>
                    <a:pt x="2570403" y="2159283"/>
                  </a:lnTo>
                  <a:lnTo>
                    <a:pt x="2570497" y="2159283"/>
                  </a:lnTo>
                  <a:lnTo>
                    <a:pt x="2570591" y="2159283"/>
                  </a:lnTo>
                  <a:lnTo>
                    <a:pt x="2570685" y="2159283"/>
                  </a:lnTo>
                  <a:lnTo>
                    <a:pt x="2570779" y="2159283"/>
                  </a:lnTo>
                  <a:lnTo>
                    <a:pt x="2570873" y="2159283"/>
                  </a:lnTo>
                  <a:lnTo>
                    <a:pt x="2570967" y="2159283"/>
                  </a:lnTo>
                  <a:lnTo>
                    <a:pt x="2571061" y="2159283"/>
                  </a:lnTo>
                  <a:lnTo>
                    <a:pt x="2571155" y="2159283"/>
                  </a:lnTo>
                  <a:lnTo>
                    <a:pt x="2571249" y="2159283"/>
                  </a:lnTo>
                  <a:lnTo>
                    <a:pt x="2571343" y="2159283"/>
                  </a:lnTo>
                  <a:lnTo>
                    <a:pt x="2571437" y="2159283"/>
                  </a:lnTo>
                  <a:lnTo>
                    <a:pt x="2571531" y="2159283"/>
                  </a:lnTo>
                  <a:lnTo>
                    <a:pt x="2571625" y="2159283"/>
                  </a:lnTo>
                  <a:lnTo>
                    <a:pt x="2571719" y="2159283"/>
                  </a:lnTo>
                  <a:lnTo>
                    <a:pt x="2571813" y="2159283"/>
                  </a:lnTo>
                  <a:lnTo>
                    <a:pt x="2571907" y="2159283"/>
                  </a:lnTo>
                  <a:lnTo>
                    <a:pt x="2572001" y="2159283"/>
                  </a:lnTo>
                  <a:lnTo>
                    <a:pt x="2572095" y="2159283"/>
                  </a:lnTo>
                  <a:lnTo>
                    <a:pt x="2572189" y="2159283"/>
                  </a:lnTo>
                  <a:lnTo>
                    <a:pt x="2572283" y="2159283"/>
                  </a:lnTo>
                  <a:lnTo>
                    <a:pt x="2572377" y="2159283"/>
                  </a:lnTo>
                  <a:lnTo>
                    <a:pt x="2572471" y="2159283"/>
                  </a:lnTo>
                  <a:lnTo>
                    <a:pt x="2572565" y="2159283"/>
                  </a:lnTo>
                  <a:lnTo>
                    <a:pt x="2572659" y="2159283"/>
                  </a:lnTo>
                  <a:lnTo>
                    <a:pt x="2572753" y="2159283"/>
                  </a:lnTo>
                  <a:lnTo>
                    <a:pt x="2572847" y="2159283"/>
                  </a:lnTo>
                  <a:lnTo>
                    <a:pt x="2572941" y="2159283"/>
                  </a:lnTo>
                  <a:lnTo>
                    <a:pt x="2573035" y="2159283"/>
                  </a:lnTo>
                  <a:lnTo>
                    <a:pt x="2573130" y="2159283"/>
                  </a:lnTo>
                  <a:lnTo>
                    <a:pt x="2573224" y="2159283"/>
                  </a:lnTo>
                  <a:lnTo>
                    <a:pt x="2573318" y="2159283"/>
                  </a:lnTo>
                  <a:lnTo>
                    <a:pt x="2573412" y="2159283"/>
                  </a:lnTo>
                  <a:lnTo>
                    <a:pt x="2573506" y="2159283"/>
                  </a:lnTo>
                  <a:lnTo>
                    <a:pt x="2573600" y="2159283"/>
                  </a:lnTo>
                  <a:lnTo>
                    <a:pt x="2573694" y="2159283"/>
                  </a:lnTo>
                  <a:lnTo>
                    <a:pt x="2573788" y="2159283"/>
                  </a:lnTo>
                  <a:lnTo>
                    <a:pt x="2573882" y="2159283"/>
                  </a:lnTo>
                  <a:lnTo>
                    <a:pt x="2573976" y="2159283"/>
                  </a:lnTo>
                  <a:lnTo>
                    <a:pt x="2574070" y="2159283"/>
                  </a:lnTo>
                  <a:lnTo>
                    <a:pt x="2574164" y="2159283"/>
                  </a:lnTo>
                  <a:lnTo>
                    <a:pt x="2574258" y="2159283"/>
                  </a:lnTo>
                  <a:lnTo>
                    <a:pt x="2574352" y="2159283"/>
                  </a:lnTo>
                  <a:lnTo>
                    <a:pt x="2574446" y="2159283"/>
                  </a:lnTo>
                  <a:lnTo>
                    <a:pt x="2574540" y="2159283"/>
                  </a:lnTo>
                  <a:lnTo>
                    <a:pt x="2574634" y="2159283"/>
                  </a:lnTo>
                  <a:lnTo>
                    <a:pt x="2574728" y="2159283"/>
                  </a:lnTo>
                  <a:lnTo>
                    <a:pt x="2574822" y="2159283"/>
                  </a:lnTo>
                  <a:lnTo>
                    <a:pt x="2574916" y="2159283"/>
                  </a:lnTo>
                  <a:lnTo>
                    <a:pt x="2575010" y="2159283"/>
                  </a:lnTo>
                  <a:lnTo>
                    <a:pt x="2575104" y="2159283"/>
                  </a:lnTo>
                  <a:lnTo>
                    <a:pt x="2575198" y="2159283"/>
                  </a:lnTo>
                  <a:lnTo>
                    <a:pt x="2575292" y="2159283"/>
                  </a:lnTo>
                  <a:lnTo>
                    <a:pt x="2575386" y="2159283"/>
                  </a:lnTo>
                  <a:lnTo>
                    <a:pt x="2575480" y="2159283"/>
                  </a:lnTo>
                  <a:lnTo>
                    <a:pt x="2575574" y="2159283"/>
                  </a:lnTo>
                  <a:lnTo>
                    <a:pt x="2575668" y="2159283"/>
                  </a:lnTo>
                  <a:lnTo>
                    <a:pt x="2575762" y="2159283"/>
                  </a:lnTo>
                  <a:lnTo>
                    <a:pt x="2575856" y="2159283"/>
                  </a:lnTo>
                  <a:lnTo>
                    <a:pt x="2575950" y="2159283"/>
                  </a:lnTo>
                  <a:lnTo>
                    <a:pt x="2576044" y="2159283"/>
                  </a:lnTo>
                  <a:lnTo>
                    <a:pt x="2576138" y="2159283"/>
                  </a:lnTo>
                  <a:lnTo>
                    <a:pt x="2576232" y="2159283"/>
                  </a:lnTo>
                  <a:lnTo>
                    <a:pt x="2576326" y="2159283"/>
                  </a:lnTo>
                  <a:lnTo>
                    <a:pt x="2576420" y="2159283"/>
                  </a:lnTo>
                  <a:lnTo>
                    <a:pt x="2576514" y="2159283"/>
                  </a:lnTo>
                  <a:lnTo>
                    <a:pt x="2576609" y="2159283"/>
                  </a:lnTo>
                  <a:lnTo>
                    <a:pt x="2576703" y="2159283"/>
                  </a:lnTo>
                  <a:lnTo>
                    <a:pt x="2576797" y="2159283"/>
                  </a:lnTo>
                  <a:lnTo>
                    <a:pt x="2576891" y="2159283"/>
                  </a:lnTo>
                  <a:lnTo>
                    <a:pt x="2576985" y="2159283"/>
                  </a:lnTo>
                  <a:lnTo>
                    <a:pt x="2577079" y="2159283"/>
                  </a:lnTo>
                  <a:lnTo>
                    <a:pt x="2577173" y="2159283"/>
                  </a:lnTo>
                  <a:lnTo>
                    <a:pt x="2577267" y="2159283"/>
                  </a:lnTo>
                  <a:lnTo>
                    <a:pt x="2577361" y="2159283"/>
                  </a:lnTo>
                  <a:lnTo>
                    <a:pt x="2577455" y="2159283"/>
                  </a:lnTo>
                  <a:lnTo>
                    <a:pt x="2577549" y="2159283"/>
                  </a:lnTo>
                  <a:lnTo>
                    <a:pt x="2577643" y="2159283"/>
                  </a:lnTo>
                  <a:lnTo>
                    <a:pt x="2577737" y="2159283"/>
                  </a:lnTo>
                  <a:lnTo>
                    <a:pt x="2577831" y="2159283"/>
                  </a:lnTo>
                  <a:lnTo>
                    <a:pt x="2577925" y="2159283"/>
                  </a:lnTo>
                  <a:lnTo>
                    <a:pt x="2578019" y="2159283"/>
                  </a:lnTo>
                  <a:lnTo>
                    <a:pt x="2578113" y="2159283"/>
                  </a:lnTo>
                  <a:lnTo>
                    <a:pt x="2578207" y="2159283"/>
                  </a:lnTo>
                  <a:lnTo>
                    <a:pt x="2578301" y="2159283"/>
                  </a:lnTo>
                  <a:lnTo>
                    <a:pt x="2578395" y="2159283"/>
                  </a:lnTo>
                  <a:lnTo>
                    <a:pt x="2578489" y="2159283"/>
                  </a:lnTo>
                  <a:lnTo>
                    <a:pt x="2578583" y="2159283"/>
                  </a:lnTo>
                  <a:lnTo>
                    <a:pt x="2578677" y="2159283"/>
                  </a:lnTo>
                  <a:lnTo>
                    <a:pt x="2578771" y="2159283"/>
                  </a:lnTo>
                  <a:lnTo>
                    <a:pt x="2578865" y="2159283"/>
                  </a:lnTo>
                  <a:lnTo>
                    <a:pt x="2578959" y="2159283"/>
                  </a:lnTo>
                  <a:lnTo>
                    <a:pt x="2579053" y="2159283"/>
                  </a:lnTo>
                  <a:lnTo>
                    <a:pt x="2579147" y="2159283"/>
                  </a:lnTo>
                  <a:lnTo>
                    <a:pt x="2579241" y="2159283"/>
                  </a:lnTo>
                  <a:lnTo>
                    <a:pt x="2579335" y="2159283"/>
                  </a:lnTo>
                  <a:lnTo>
                    <a:pt x="2579429" y="2159283"/>
                  </a:lnTo>
                  <a:lnTo>
                    <a:pt x="2579523" y="2159283"/>
                  </a:lnTo>
                  <a:lnTo>
                    <a:pt x="2579617" y="2159283"/>
                  </a:lnTo>
                  <a:lnTo>
                    <a:pt x="2579711" y="2159283"/>
                  </a:lnTo>
                  <a:lnTo>
                    <a:pt x="2579805" y="2159283"/>
                  </a:lnTo>
                  <a:lnTo>
                    <a:pt x="2579899" y="2159283"/>
                  </a:lnTo>
                  <a:lnTo>
                    <a:pt x="2579993" y="2159283"/>
                  </a:lnTo>
                  <a:lnTo>
                    <a:pt x="2580087" y="2159283"/>
                  </a:lnTo>
                  <a:lnTo>
                    <a:pt x="2580182" y="2159283"/>
                  </a:lnTo>
                  <a:lnTo>
                    <a:pt x="2580276" y="2159283"/>
                  </a:lnTo>
                  <a:lnTo>
                    <a:pt x="2580370" y="2159283"/>
                  </a:lnTo>
                  <a:lnTo>
                    <a:pt x="2580464" y="2159283"/>
                  </a:lnTo>
                  <a:lnTo>
                    <a:pt x="2580558" y="2159283"/>
                  </a:lnTo>
                  <a:lnTo>
                    <a:pt x="2580652" y="2159283"/>
                  </a:lnTo>
                  <a:lnTo>
                    <a:pt x="2580746" y="2159283"/>
                  </a:lnTo>
                  <a:lnTo>
                    <a:pt x="2580840" y="2159283"/>
                  </a:lnTo>
                  <a:lnTo>
                    <a:pt x="2580934" y="2159283"/>
                  </a:lnTo>
                  <a:lnTo>
                    <a:pt x="2581028" y="2159283"/>
                  </a:lnTo>
                  <a:lnTo>
                    <a:pt x="2581122" y="2159283"/>
                  </a:lnTo>
                  <a:lnTo>
                    <a:pt x="2581216" y="2159283"/>
                  </a:lnTo>
                  <a:lnTo>
                    <a:pt x="2581310" y="2159283"/>
                  </a:lnTo>
                  <a:lnTo>
                    <a:pt x="2581404" y="2159283"/>
                  </a:lnTo>
                  <a:lnTo>
                    <a:pt x="2581498" y="2159283"/>
                  </a:lnTo>
                  <a:lnTo>
                    <a:pt x="2581592" y="2159283"/>
                  </a:lnTo>
                  <a:lnTo>
                    <a:pt x="2581686" y="2159283"/>
                  </a:lnTo>
                  <a:lnTo>
                    <a:pt x="2581780" y="2159283"/>
                  </a:lnTo>
                  <a:lnTo>
                    <a:pt x="2581874" y="2159283"/>
                  </a:lnTo>
                  <a:lnTo>
                    <a:pt x="2581968" y="2159283"/>
                  </a:lnTo>
                  <a:lnTo>
                    <a:pt x="2582062" y="2159283"/>
                  </a:lnTo>
                  <a:lnTo>
                    <a:pt x="2582156" y="2159283"/>
                  </a:lnTo>
                  <a:lnTo>
                    <a:pt x="2582250" y="2159283"/>
                  </a:lnTo>
                  <a:lnTo>
                    <a:pt x="2582344" y="2159283"/>
                  </a:lnTo>
                  <a:lnTo>
                    <a:pt x="2582438" y="2159283"/>
                  </a:lnTo>
                  <a:lnTo>
                    <a:pt x="2582532" y="2159283"/>
                  </a:lnTo>
                  <a:lnTo>
                    <a:pt x="2582626" y="2159283"/>
                  </a:lnTo>
                  <a:lnTo>
                    <a:pt x="2582720" y="2159283"/>
                  </a:lnTo>
                  <a:lnTo>
                    <a:pt x="2582814" y="2159283"/>
                  </a:lnTo>
                  <a:lnTo>
                    <a:pt x="2582908" y="2159283"/>
                  </a:lnTo>
                  <a:lnTo>
                    <a:pt x="2583002" y="2159283"/>
                  </a:lnTo>
                  <a:lnTo>
                    <a:pt x="2583002" y="2154003"/>
                  </a:lnTo>
                  <a:lnTo>
                    <a:pt x="2583096" y="2154003"/>
                  </a:lnTo>
                  <a:lnTo>
                    <a:pt x="2583190" y="2154003"/>
                  </a:lnTo>
                  <a:lnTo>
                    <a:pt x="2583284" y="2154003"/>
                  </a:lnTo>
                  <a:lnTo>
                    <a:pt x="2583378" y="2154003"/>
                  </a:lnTo>
                  <a:lnTo>
                    <a:pt x="2583472" y="2154003"/>
                  </a:lnTo>
                  <a:lnTo>
                    <a:pt x="2583566" y="2154003"/>
                  </a:lnTo>
                  <a:lnTo>
                    <a:pt x="2583660" y="2154003"/>
                  </a:lnTo>
                  <a:lnTo>
                    <a:pt x="2583755" y="2154003"/>
                  </a:lnTo>
                  <a:lnTo>
                    <a:pt x="2583849" y="2154003"/>
                  </a:lnTo>
                  <a:lnTo>
                    <a:pt x="2583943" y="2154003"/>
                  </a:lnTo>
                  <a:lnTo>
                    <a:pt x="2584037" y="2154003"/>
                  </a:lnTo>
                  <a:lnTo>
                    <a:pt x="2584131" y="2154003"/>
                  </a:lnTo>
                  <a:lnTo>
                    <a:pt x="2584225" y="2154003"/>
                  </a:lnTo>
                  <a:lnTo>
                    <a:pt x="2584319" y="2154003"/>
                  </a:lnTo>
                  <a:lnTo>
                    <a:pt x="2584413" y="2154003"/>
                  </a:lnTo>
                  <a:lnTo>
                    <a:pt x="2584507" y="2154003"/>
                  </a:lnTo>
                  <a:lnTo>
                    <a:pt x="2584601" y="2154003"/>
                  </a:lnTo>
                  <a:lnTo>
                    <a:pt x="2584695" y="2154003"/>
                  </a:lnTo>
                  <a:lnTo>
                    <a:pt x="2584789" y="2154003"/>
                  </a:lnTo>
                  <a:lnTo>
                    <a:pt x="2584883" y="2154003"/>
                  </a:lnTo>
                  <a:lnTo>
                    <a:pt x="2584977" y="2154003"/>
                  </a:lnTo>
                  <a:lnTo>
                    <a:pt x="2585071" y="2154003"/>
                  </a:lnTo>
                  <a:lnTo>
                    <a:pt x="2585165" y="2154003"/>
                  </a:lnTo>
                  <a:lnTo>
                    <a:pt x="2585259" y="2154003"/>
                  </a:lnTo>
                  <a:lnTo>
                    <a:pt x="2585353" y="2154003"/>
                  </a:lnTo>
                  <a:lnTo>
                    <a:pt x="2585447" y="2154003"/>
                  </a:lnTo>
                  <a:lnTo>
                    <a:pt x="2585541" y="2154003"/>
                  </a:lnTo>
                  <a:lnTo>
                    <a:pt x="2585635" y="2154003"/>
                  </a:lnTo>
                  <a:lnTo>
                    <a:pt x="2585729" y="2154003"/>
                  </a:lnTo>
                  <a:lnTo>
                    <a:pt x="2585823" y="2154003"/>
                  </a:lnTo>
                  <a:lnTo>
                    <a:pt x="2585917" y="2154003"/>
                  </a:lnTo>
                  <a:lnTo>
                    <a:pt x="2586011" y="2154003"/>
                  </a:lnTo>
                  <a:lnTo>
                    <a:pt x="2586105" y="2154003"/>
                  </a:lnTo>
                  <a:lnTo>
                    <a:pt x="2586199" y="2154003"/>
                  </a:lnTo>
                  <a:lnTo>
                    <a:pt x="2586293" y="2154003"/>
                  </a:lnTo>
                  <a:lnTo>
                    <a:pt x="2586387" y="2154003"/>
                  </a:lnTo>
                  <a:lnTo>
                    <a:pt x="2586481" y="2154003"/>
                  </a:lnTo>
                  <a:lnTo>
                    <a:pt x="2586575" y="2154003"/>
                  </a:lnTo>
                  <a:lnTo>
                    <a:pt x="2586669" y="2154003"/>
                  </a:lnTo>
                  <a:lnTo>
                    <a:pt x="2586763" y="2154003"/>
                  </a:lnTo>
                  <a:lnTo>
                    <a:pt x="2586857" y="2154003"/>
                  </a:lnTo>
                  <a:lnTo>
                    <a:pt x="2586951" y="2154003"/>
                  </a:lnTo>
                  <a:lnTo>
                    <a:pt x="2587045" y="2154003"/>
                  </a:lnTo>
                  <a:lnTo>
                    <a:pt x="2587139" y="2154003"/>
                  </a:lnTo>
                  <a:lnTo>
                    <a:pt x="2587233" y="2154003"/>
                  </a:lnTo>
                  <a:lnTo>
                    <a:pt x="2587328" y="2154003"/>
                  </a:lnTo>
                  <a:lnTo>
                    <a:pt x="2587422" y="2154003"/>
                  </a:lnTo>
                  <a:lnTo>
                    <a:pt x="2587516" y="2154003"/>
                  </a:lnTo>
                  <a:lnTo>
                    <a:pt x="2587610" y="2154003"/>
                  </a:lnTo>
                  <a:lnTo>
                    <a:pt x="2587704" y="2154003"/>
                  </a:lnTo>
                  <a:lnTo>
                    <a:pt x="2587798" y="2154003"/>
                  </a:lnTo>
                  <a:lnTo>
                    <a:pt x="2587892" y="2154003"/>
                  </a:lnTo>
                  <a:lnTo>
                    <a:pt x="2587986" y="2154003"/>
                  </a:lnTo>
                  <a:lnTo>
                    <a:pt x="2588080" y="2154003"/>
                  </a:lnTo>
                  <a:lnTo>
                    <a:pt x="2588174" y="2154003"/>
                  </a:lnTo>
                  <a:lnTo>
                    <a:pt x="2588268" y="2154003"/>
                  </a:lnTo>
                  <a:lnTo>
                    <a:pt x="2588362" y="2154003"/>
                  </a:lnTo>
                  <a:lnTo>
                    <a:pt x="2588456" y="2154003"/>
                  </a:lnTo>
                  <a:lnTo>
                    <a:pt x="2588550" y="2154003"/>
                  </a:lnTo>
                  <a:lnTo>
                    <a:pt x="2588644" y="2154003"/>
                  </a:lnTo>
                  <a:lnTo>
                    <a:pt x="2588738" y="2154003"/>
                  </a:lnTo>
                  <a:lnTo>
                    <a:pt x="2588832" y="2154003"/>
                  </a:lnTo>
                  <a:lnTo>
                    <a:pt x="2588926" y="2154003"/>
                  </a:lnTo>
                  <a:lnTo>
                    <a:pt x="2589020" y="2154003"/>
                  </a:lnTo>
                  <a:lnTo>
                    <a:pt x="2589114" y="2154003"/>
                  </a:lnTo>
                  <a:lnTo>
                    <a:pt x="2589208" y="2154003"/>
                  </a:lnTo>
                  <a:lnTo>
                    <a:pt x="2589302" y="2154003"/>
                  </a:lnTo>
                  <a:lnTo>
                    <a:pt x="2589396" y="2154003"/>
                  </a:lnTo>
                  <a:lnTo>
                    <a:pt x="2589490" y="2154003"/>
                  </a:lnTo>
                  <a:lnTo>
                    <a:pt x="2589584" y="2154003"/>
                  </a:lnTo>
                  <a:lnTo>
                    <a:pt x="2589678" y="2154003"/>
                  </a:lnTo>
                  <a:lnTo>
                    <a:pt x="2589772" y="2154003"/>
                  </a:lnTo>
                  <a:lnTo>
                    <a:pt x="2589866" y="2154003"/>
                  </a:lnTo>
                  <a:lnTo>
                    <a:pt x="2589960" y="2154003"/>
                  </a:lnTo>
                  <a:lnTo>
                    <a:pt x="2590054" y="2154003"/>
                  </a:lnTo>
                  <a:lnTo>
                    <a:pt x="2590148" y="2154003"/>
                  </a:lnTo>
                  <a:lnTo>
                    <a:pt x="2590242" y="2154003"/>
                  </a:lnTo>
                  <a:lnTo>
                    <a:pt x="2590336" y="2154003"/>
                  </a:lnTo>
                  <a:lnTo>
                    <a:pt x="2590430" y="2154003"/>
                  </a:lnTo>
                  <a:lnTo>
                    <a:pt x="2590524" y="2154003"/>
                  </a:lnTo>
                  <a:lnTo>
                    <a:pt x="2590618" y="2154003"/>
                  </a:lnTo>
                  <a:lnTo>
                    <a:pt x="2590712" y="2154003"/>
                  </a:lnTo>
                  <a:lnTo>
                    <a:pt x="2590807" y="2154003"/>
                  </a:lnTo>
                  <a:lnTo>
                    <a:pt x="2590901" y="2154003"/>
                  </a:lnTo>
                  <a:lnTo>
                    <a:pt x="2590995" y="2154003"/>
                  </a:lnTo>
                  <a:lnTo>
                    <a:pt x="2591089" y="2154003"/>
                  </a:lnTo>
                  <a:lnTo>
                    <a:pt x="2591183" y="2154003"/>
                  </a:lnTo>
                  <a:lnTo>
                    <a:pt x="2591277" y="2154003"/>
                  </a:lnTo>
                  <a:lnTo>
                    <a:pt x="2591371" y="2154003"/>
                  </a:lnTo>
                  <a:lnTo>
                    <a:pt x="2591465" y="2154003"/>
                  </a:lnTo>
                  <a:lnTo>
                    <a:pt x="2591559" y="2154003"/>
                  </a:lnTo>
                  <a:lnTo>
                    <a:pt x="2591653" y="2154003"/>
                  </a:lnTo>
                  <a:lnTo>
                    <a:pt x="2591747" y="2154003"/>
                  </a:lnTo>
                  <a:lnTo>
                    <a:pt x="2591841" y="2154003"/>
                  </a:lnTo>
                  <a:lnTo>
                    <a:pt x="2591935" y="2154003"/>
                  </a:lnTo>
                  <a:lnTo>
                    <a:pt x="2592029" y="2154003"/>
                  </a:lnTo>
                  <a:lnTo>
                    <a:pt x="2592123" y="2154003"/>
                  </a:lnTo>
                  <a:lnTo>
                    <a:pt x="2592217" y="2154003"/>
                  </a:lnTo>
                  <a:lnTo>
                    <a:pt x="2592311" y="2154003"/>
                  </a:lnTo>
                  <a:lnTo>
                    <a:pt x="2592405" y="2154003"/>
                  </a:lnTo>
                  <a:lnTo>
                    <a:pt x="2592499" y="2154003"/>
                  </a:lnTo>
                  <a:lnTo>
                    <a:pt x="2592593" y="2154003"/>
                  </a:lnTo>
                  <a:lnTo>
                    <a:pt x="2592687" y="2154003"/>
                  </a:lnTo>
                  <a:lnTo>
                    <a:pt x="2592781" y="2154003"/>
                  </a:lnTo>
                  <a:lnTo>
                    <a:pt x="2592875" y="2154003"/>
                  </a:lnTo>
                  <a:lnTo>
                    <a:pt x="2592969" y="2154003"/>
                  </a:lnTo>
                  <a:lnTo>
                    <a:pt x="2593063" y="2154003"/>
                  </a:lnTo>
                  <a:lnTo>
                    <a:pt x="2593157" y="2154003"/>
                  </a:lnTo>
                  <a:lnTo>
                    <a:pt x="2593251" y="2154003"/>
                  </a:lnTo>
                  <a:lnTo>
                    <a:pt x="2593345" y="2154003"/>
                  </a:lnTo>
                  <a:lnTo>
                    <a:pt x="2593439" y="2154003"/>
                  </a:lnTo>
                  <a:lnTo>
                    <a:pt x="2593533" y="2154003"/>
                  </a:lnTo>
                  <a:lnTo>
                    <a:pt x="2593627" y="2154003"/>
                  </a:lnTo>
                  <a:lnTo>
                    <a:pt x="2593721" y="2154003"/>
                  </a:lnTo>
                  <a:lnTo>
                    <a:pt x="2593815" y="2154003"/>
                  </a:lnTo>
                  <a:lnTo>
                    <a:pt x="2593909" y="2154003"/>
                  </a:lnTo>
                  <a:lnTo>
                    <a:pt x="2594003" y="2154003"/>
                  </a:lnTo>
                  <a:lnTo>
                    <a:pt x="2594097" y="2154003"/>
                  </a:lnTo>
                  <a:lnTo>
                    <a:pt x="2594191" y="2154003"/>
                  </a:lnTo>
                  <a:lnTo>
                    <a:pt x="2594285" y="2154003"/>
                  </a:lnTo>
                  <a:lnTo>
                    <a:pt x="2594380" y="2154003"/>
                  </a:lnTo>
                  <a:lnTo>
                    <a:pt x="2594474" y="2154003"/>
                  </a:lnTo>
                  <a:lnTo>
                    <a:pt x="2594568" y="2154003"/>
                  </a:lnTo>
                  <a:lnTo>
                    <a:pt x="2594662" y="2154003"/>
                  </a:lnTo>
                  <a:lnTo>
                    <a:pt x="2594756" y="2154003"/>
                  </a:lnTo>
                  <a:lnTo>
                    <a:pt x="2594850" y="2154003"/>
                  </a:lnTo>
                  <a:lnTo>
                    <a:pt x="2594944" y="2154003"/>
                  </a:lnTo>
                  <a:lnTo>
                    <a:pt x="2595038" y="2154003"/>
                  </a:lnTo>
                  <a:lnTo>
                    <a:pt x="2595132" y="2154003"/>
                  </a:lnTo>
                  <a:lnTo>
                    <a:pt x="2595226" y="2154003"/>
                  </a:lnTo>
                  <a:lnTo>
                    <a:pt x="2595320" y="2154003"/>
                  </a:lnTo>
                  <a:lnTo>
                    <a:pt x="2595414" y="2154003"/>
                  </a:lnTo>
                  <a:lnTo>
                    <a:pt x="2595508" y="2154003"/>
                  </a:lnTo>
                  <a:lnTo>
                    <a:pt x="2595602" y="2154003"/>
                  </a:lnTo>
                  <a:lnTo>
                    <a:pt x="2595696" y="2154003"/>
                  </a:lnTo>
                  <a:lnTo>
                    <a:pt x="2595790" y="2154003"/>
                  </a:lnTo>
                  <a:lnTo>
                    <a:pt x="2595884" y="2154003"/>
                  </a:lnTo>
                  <a:lnTo>
                    <a:pt x="2595884" y="2148724"/>
                  </a:lnTo>
                  <a:lnTo>
                    <a:pt x="2595978" y="2148724"/>
                  </a:lnTo>
                  <a:lnTo>
                    <a:pt x="2596072" y="2148724"/>
                  </a:lnTo>
                  <a:lnTo>
                    <a:pt x="2596166" y="2148724"/>
                  </a:lnTo>
                  <a:lnTo>
                    <a:pt x="2596260" y="2148724"/>
                  </a:lnTo>
                  <a:lnTo>
                    <a:pt x="2596354" y="2148724"/>
                  </a:lnTo>
                  <a:lnTo>
                    <a:pt x="2596448" y="2148724"/>
                  </a:lnTo>
                  <a:lnTo>
                    <a:pt x="2596542" y="2148724"/>
                  </a:lnTo>
                  <a:lnTo>
                    <a:pt x="2596636" y="2148724"/>
                  </a:lnTo>
                  <a:lnTo>
                    <a:pt x="2596730" y="2148724"/>
                  </a:lnTo>
                  <a:lnTo>
                    <a:pt x="2596824" y="2148724"/>
                  </a:lnTo>
                  <a:lnTo>
                    <a:pt x="2596918" y="2148724"/>
                  </a:lnTo>
                  <a:lnTo>
                    <a:pt x="2597012" y="2148724"/>
                  </a:lnTo>
                  <a:lnTo>
                    <a:pt x="2597106" y="2148724"/>
                  </a:lnTo>
                  <a:lnTo>
                    <a:pt x="2597200" y="2148724"/>
                  </a:lnTo>
                  <a:lnTo>
                    <a:pt x="2597294" y="2148724"/>
                  </a:lnTo>
                  <a:lnTo>
                    <a:pt x="2597388" y="2148724"/>
                  </a:lnTo>
                  <a:lnTo>
                    <a:pt x="2597482" y="2148724"/>
                  </a:lnTo>
                  <a:lnTo>
                    <a:pt x="2597576" y="2148724"/>
                  </a:lnTo>
                  <a:lnTo>
                    <a:pt x="2597670" y="2148724"/>
                  </a:lnTo>
                  <a:lnTo>
                    <a:pt x="2597764" y="2148724"/>
                  </a:lnTo>
                  <a:lnTo>
                    <a:pt x="2597858" y="2148724"/>
                  </a:lnTo>
                  <a:lnTo>
                    <a:pt x="2597953" y="2148724"/>
                  </a:lnTo>
                  <a:lnTo>
                    <a:pt x="2598047" y="2148724"/>
                  </a:lnTo>
                  <a:lnTo>
                    <a:pt x="2598141" y="2148724"/>
                  </a:lnTo>
                  <a:lnTo>
                    <a:pt x="2598235" y="2148724"/>
                  </a:lnTo>
                  <a:lnTo>
                    <a:pt x="2598329" y="2148724"/>
                  </a:lnTo>
                  <a:lnTo>
                    <a:pt x="2598423" y="2148724"/>
                  </a:lnTo>
                  <a:lnTo>
                    <a:pt x="2598517" y="2148724"/>
                  </a:lnTo>
                  <a:lnTo>
                    <a:pt x="2598611" y="2148724"/>
                  </a:lnTo>
                  <a:lnTo>
                    <a:pt x="2598705" y="2148724"/>
                  </a:lnTo>
                  <a:lnTo>
                    <a:pt x="2598799" y="2148724"/>
                  </a:lnTo>
                  <a:lnTo>
                    <a:pt x="2598893" y="2148724"/>
                  </a:lnTo>
                  <a:lnTo>
                    <a:pt x="2598987" y="2148724"/>
                  </a:lnTo>
                  <a:lnTo>
                    <a:pt x="2599081" y="2148724"/>
                  </a:lnTo>
                  <a:lnTo>
                    <a:pt x="2599175" y="2148724"/>
                  </a:lnTo>
                  <a:lnTo>
                    <a:pt x="2599269" y="2148724"/>
                  </a:lnTo>
                  <a:lnTo>
                    <a:pt x="2599363" y="2148724"/>
                  </a:lnTo>
                  <a:lnTo>
                    <a:pt x="2599457" y="2148724"/>
                  </a:lnTo>
                  <a:lnTo>
                    <a:pt x="2599551" y="2148724"/>
                  </a:lnTo>
                  <a:lnTo>
                    <a:pt x="2599645" y="2148724"/>
                  </a:lnTo>
                  <a:lnTo>
                    <a:pt x="2599739" y="2148724"/>
                  </a:lnTo>
                  <a:lnTo>
                    <a:pt x="2599833" y="2148724"/>
                  </a:lnTo>
                  <a:lnTo>
                    <a:pt x="2599927" y="2148724"/>
                  </a:lnTo>
                  <a:lnTo>
                    <a:pt x="2600021" y="2148724"/>
                  </a:lnTo>
                  <a:lnTo>
                    <a:pt x="2600115" y="2148724"/>
                  </a:lnTo>
                  <a:lnTo>
                    <a:pt x="2600209" y="2148724"/>
                  </a:lnTo>
                  <a:lnTo>
                    <a:pt x="2600303" y="2148724"/>
                  </a:lnTo>
                  <a:lnTo>
                    <a:pt x="2600397" y="2148724"/>
                  </a:lnTo>
                  <a:lnTo>
                    <a:pt x="2600491" y="2148724"/>
                  </a:lnTo>
                  <a:lnTo>
                    <a:pt x="2600585" y="2148724"/>
                  </a:lnTo>
                  <a:lnTo>
                    <a:pt x="2600679" y="2148724"/>
                  </a:lnTo>
                  <a:lnTo>
                    <a:pt x="2600773" y="2148724"/>
                  </a:lnTo>
                  <a:lnTo>
                    <a:pt x="2600867" y="2148724"/>
                  </a:lnTo>
                  <a:lnTo>
                    <a:pt x="2600961" y="2148724"/>
                  </a:lnTo>
                  <a:lnTo>
                    <a:pt x="2600961" y="2143445"/>
                  </a:lnTo>
                  <a:lnTo>
                    <a:pt x="2600961" y="2138165"/>
                  </a:lnTo>
                  <a:lnTo>
                    <a:pt x="2601055" y="2138165"/>
                  </a:lnTo>
                  <a:lnTo>
                    <a:pt x="2601149" y="2138165"/>
                  </a:lnTo>
                  <a:lnTo>
                    <a:pt x="2601243" y="2138165"/>
                  </a:lnTo>
                  <a:lnTo>
                    <a:pt x="2601337" y="2138165"/>
                  </a:lnTo>
                  <a:lnTo>
                    <a:pt x="2601432" y="2138165"/>
                  </a:lnTo>
                  <a:lnTo>
                    <a:pt x="2601526" y="2138165"/>
                  </a:lnTo>
                  <a:lnTo>
                    <a:pt x="2601620" y="2138165"/>
                  </a:lnTo>
                  <a:lnTo>
                    <a:pt x="2601714" y="2138165"/>
                  </a:lnTo>
                  <a:lnTo>
                    <a:pt x="2601808" y="2138165"/>
                  </a:lnTo>
                  <a:lnTo>
                    <a:pt x="2601902" y="2138165"/>
                  </a:lnTo>
                  <a:lnTo>
                    <a:pt x="2601996" y="2138165"/>
                  </a:lnTo>
                  <a:lnTo>
                    <a:pt x="2602090" y="2138165"/>
                  </a:lnTo>
                  <a:lnTo>
                    <a:pt x="2602090" y="2132886"/>
                  </a:lnTo>
                  <a:lnTo>
                    <a:pt x="2602184" y="2132886"/>
                  </a:lnTo>
                  <a:lnTo>
                    <a:pt x="2602278" y="2132886"/>
                  </a:lnTo>
                  <a:lnTo>
                    <a:pt x="2602372" y="2132886"/>
                  </a:lnTo>
                  <a:lnTo>
                    <a:pt x="2602466" y="2132886"/>
                  </a:lnTo>
                  <a:lnTo>
                    <a:pt x="2602466" y="2127606"/>
                  </a:lnTo>
                  <a:lnTo>
                    <a:pt x="2602560" y="2127606"/>
                  </a:lnTo>
                  <a:lnTo>
                    <a:pt x="2602654" y="2127606"/>
                  </a:lnTo>
                  <a:lnTo>
                    <a:pt x="2602748" y="2127606"/>
                  </a:lnTo>
                  <a:lnTo>
                    <a:pt x="2602842" y="2127606"/>
                  </a:lnTo>
                  <a:lnTo>
                    <a:pt x="2602936" y="2127606"/>
                  </a:lnTo>
                  <a:lnTo>
                    <a:pt x="2603030" y="2127606"/>
                  </a:lnTo>
                  <a:lnTo>
                    <a:pt x="2603124" y="2127606"/>
                  </a:lnTo>
                  <a:lnTo>
                    <a:pt x="2603218" y="2127606"/>
                  </a:lnTo>
                  <a:lnTo>
                    <a:pt x="2603312" y="2127606"/>
                  </a:lnTo>
                  <a:lnTo>
                    <a:pt x="2603406" y="2127606"/>
                  </a:lnTo>
                  <a:lnTo>
                    <a:pt x="2603500" y="2127606"/>
                  </a:lnTo>
                  <a:lnTo>
                    <a:pt x="2603594" y="2127606"/>
                  </a:lnTo>
                  <a:lnTo>
                    <a:pt x="2603688" y="2127606"/>
                  </a:lnTo>
                  <a:lnTo>
                    <a:pt x="2603782" y="2127606"/>
                  </a:lnTo>
                  <a:lnTo>
                    <a:pt x="2603876" y="2127606"/>
                  </a:lnTo>
                  <a:lnTo>
                    <a:pt x="2603970" y="2127606"/>
                  </a:lnTo>
                  <a:lnTo>
                    <a:pt x="2604064" y="2127606"/>
                  </a:lnTo>
                  <a:lnTo>
                    <a:pt x="2604158" y="2127606"/>
                  </a:lnTo>
                  <a:lnTo>
                    <a:pt x="2604252" y="2127606"/>
                  </a:lnTo>
                  <a:lnTo>
                    <a:pt x="2604346" y="2127606"/>
                  </a:lnTo>
                  <a:lnTo>
                    <a:pt x="2604440" y="2127606"/>
                  </a:lnTo>
                  <a:lnTo>
                    <a:pt x="2604534" y="2127606"/>
                  </a:lnTo>
                  <a:lnTo>
                    <a:pt x="2604628" y="2127606"/>
                  </a:lnTo>
                  <a:lnTo>
                    <a:pt x="2604722" y="2127606"/>
                  </a:lnTo>
                  <a:lnTo>
                    <a:pt x="2604816" y="2127606"/>
                  </a:lnTo>
                  <a:lnTo>
                    <a:pt x="2604910" y="2127606"/>
                  </a:lnTo>
                  <a:lnTo>
                    <a:pt x="2605005" y="2127606"/>
                  </a:lnTo>
                  <a:lnTo>
                    <a:pt x="2605099" y="2127606"/>
                  </a:lnTo>
                  <a:lnTo>
                    <a:pt x="2605099" y="2122327"/>
                  </a:lnTo>
                  <a:lnTo>
                    <a:pt x="2605193" y="2122327"/>
                  </a:lnTo>
                  <a:lnTo>
                    <a:pt x="2605287" y="2122327"/>
                  </a:lnTo>
                  <a:lnTo>
                    <a:pt x="2605381" y="2122327"/>
                  </a:lnTo>
                  <a:lnTo>
                    <a:pt x="2605475" y="2122327"/>
                  </a:lnTo>
                  <a:lnTo>
                    <a:pt x="2605569" y="2122327"/>
                  </a:lnTo>
                  <a:lnTo>
                    <a:pt x="2605663" y="2122327"/>
                  </a:lnTo>
                  <a:lnTo>
                    <a:pt x="2605757" y="2122327"/>
                  </a:lnTo>
                  <a:lnTo>
                    <a:pt x="2605851" y="2122327"/>
                  </a:lnTo>
                  <a:lnTo>
                    <a:pt x="2605945" y="2122327"/>
                  </a:lnTo>
                  <a:lnTo>
                    <a:pt x="2606039" y="2122327"/>
                  </a:lnTo>
                  <a:lnTo>
                    <a:pt x="2606133" y="2122327"/>
                  </a:lnTo>
                  <a:lnTo>
                    <a:pt x="2606227" y="2122327"/>
                  </a:lnTo>
                  <a:lnTo>
                    <a:pt x="2606321" y="2122327"/>
                  </a:lnTo>
                  <a:lnTo>
                    <a:pt x="2606415" y="2122327"/>
                  </a:lnTo>
                  <a:lnTo>
                    <a:pt x="2606509" y="2122327"/>
                  </a:lnTo>
                  <a:lnTo>
                    <a:pt x="2606603" y="2122327"/>
                  </a:lnTo>
                  <a:lnTo>
                    <a:pt x="2606603" y="2117047"/>
                  </a:lnTo>
                  <a:lnTo>
                    <a:pt x="2606697" y="2117047"/>
                  </a:lnTo>
                  <a:lnTo>
                    <a:pt x="2606791" y="2117047"/>
                  </a:lnTo>
                  <a:lnTo>
                    <a:pt x="2606885" y="2117047"/>
                  </a:lnTo>
                  <a:lnTo>
                    <a:pt x="2606979" y="2117047"/>
                  </a:lnTo>
                  <a:lnTo>
                    <a:pt x="2607073" y="2117047"/>
                  </a:lnTo>
                  <a:lnTo>
                    <a:pt x="2607167" y="2117047"/>
                  </a:lnTo>
                  <a:lnTo>
                    <a:pt x="2607261" y="2117047"/>
                  </a:lnTo>
                  <a:lnTo>
                    <a:pt x="2607355" y="2117047"/>
                  </a:lnTo>
                  <a:lnTo>
                    <a:pt x="2607449" y="2117047"/>
                  </a:lnTo>
                  <a:lnTo>
                    <a:pt x="2607543" y="2117047"/>
                  </a:lnTo>
                  <a:lnTo>
                    <a:pt x="2607637" y="2117047"/>
                  </a:lnTo>
                  <a:lnTo>
                    <a:pt x="2607731" y="2117047"/>
                  </a:lnTo>
                  <a:lnTo>
                    <a:pt x="2607825" y="2117047"/>
                  </a:lnTo>
                  <a:lnTo>
                    <a:pt x="2607919" y="2117047"/>
                  </a:lnTo>
                  <a:lnTo>
                    <a:pt x="2608013" y="2117047"/>
                  </a:lnTo>
                  <a:lnTo>
                    <a:pt x="2608107" y="2117047"/>
                  </a:lnTo>
                  <a:lnTo>
                    <a:pt x="2608201" y="2117047"/>
                  </a:lnTo>
                  <a:lnTo>
                    <a:pt x="2608295" y="2117047"/>
                  </a:lnTo>
                  <a:lnTo>
                    <a:pt x="2608389" y="2117047"/>
                  </a:lnTo>
                  <a:lnTo>
                    <a:pt x="2608483" y="2117047"/>
                  </a:lnTo>
                  <a:lnTo>
                    <a:pt x="2608578" y="2117047"/>
                  </a:lnTo>
                  <a:lnTo>
                    <a:pt x="2608672" y="2117047"/>
                  </a:lnTo>
                  <a:lnTo>
                    <a:pt x="2608766" y="2117047"/>
                  </a:lnTo>
                  <a:lnTo>
                    <a:pt x="2608860" y="2117047"/>
                  </a:lnTo>
                  <a:lnTo>
                    <a:pt x="2608954" y="2117047"/>
                  </a:lnTo>
                  <a:lnTo>
                    <a:pt x="2609048" y="2117047"/>
                  </a:lnTo>
                  <a:lnTo>
                    <a:pt x="2609142" y="2117047"/>
                  </a:lnTo>
                  <a:lnTo>
                    <a:pt x="2609236" y="2117047"/>
                  </a:lnTo>
                  <a:lnTo>
                    <a:pt x="2609330" y="2117047"/>
                  </a:lnTo>
                  <a:lnTo>
                    <a:pt x="2609424" y="2117047"/>
                  </a:lnTo>
                  <a:lnTo>
                    <a:pt x="2609518" y="2117047"/>
                  </a:lnTo>
                  <a:lnTo>
                    <a:pt x="2609612" y="2117047"/>
                  </a:lnTo>
                  <a:lnTo>
                    <a:pt x="2609706" y="2117047"/>
                  </a:lnTo>
                  <a:lnTo>
                    <a:pt x="2609800" y="2117047"/>
                  </a:lnTo>
                  <a:lnTo>
                    <a:pt x="2609894" y="2117047"/>
                  </a:lnTo>
                  <a:lnTo>
                    <a:pt x="2609988" y="2117047"/>
                  </a:lnTo>
                  <a:lnTo>
                    <a:pt x="2610082" y="2117047"/>
                  </a:lnTo>
                  <a:lnTo>
                    <a:pt x="2610176" y="2117047"/>
                  </a:lnTo>
                  <a:lnTo>
                    <a:pt x="2610270" y="2117047"/>
                  </a:lnTo>
                  <a:lnTo>
                    <a:pt x="2610364" y="2117047"/>
                  </a:lnTo>
                  <a:lnTo>
                    <a:pt x="2610458" y="2117047"/>
                  </a:lnTo>
                  <a:lnTo>
                    <a:pt x="2610552" y="2117047"/>
                  </a:lnTo>
                  <a:lnTo>
                    <a:pt x="2610646" y="2117047"/>
                  </a:lnTo>
                  <a:lnTo>
                    <a:pt x="2610740" y="2117047"/>
                  </a:lnTo>
                  <a:lnTo>
                    <a:pt x="2610834" y="2117047"/>
                  </a:lnTo>
                  <a:lnTo>
                    <a:pt x="2610928" y="2117047"/>
                  </a:lnTo>
                  <a:lnTo>
                    <a:pt x="2611022" y="2117047"/>
                  </a:lnTo>
                  <a:lnTo>
                    <a:pt x="2611116" y="2117047"/>
                  </a:lnTo>
                  <a:lnTo>
                    <a:pt x="2611210" y="2117047"/>
                  </a:lnTo>
                  <a:lnTo>
                    <a:pt x="2611304" y="2117047"/>
                  </a:lnTo>
                  <a:lnTo>
                    <a:pt x="2611398" y="2117047"/>
                  </a:lnTo>
                  <a:lnTo>
                    <a:pt x="2611492" y="2117047"/>
                  </a:lnTo>
                  <a:lnTo>
                    <a:pt x="2611586" y="2117047"/>
                  </a:lnTo>
                  <a:lnTo>
                    <a:pt x="2611680" y="2117047"/>
                  </a:lnTo>
                  <a:lnTo>
                    <a:pt x="2611774" y="2117047"/>
                  </a:lnTo>
                  <a:lnTo>
                    <a:pt x="2611868" y="2117047"/>
                  </a:lnTo>
                  <a:lnTo>
                    <a:pt x="2611962" y="2117047"/>
                  </a:lnTo>
                  <a:lnTo>
                    <a:pt x="2612057" y="2117047"/>
                  </a:lnTo>
                  <a:lnTo>
                    <a:pt x="2612151" y="2117047"/>
                  </a:lnTo>
                  <a:lnTo>
                    <a:pt x="2612245" y="2117047"/>
                  </a:lnTo>
                  <a:lnTo>
                    <a:pt x="2612339" y="2117047"/>
                  </a:lnTo>
                  <a:lnTo>
                    <a:pt x="2612433" y="2117047"/>
                  </a:lnTo>
                  <a:lnTo>
                    <a:pt x="2612527" y="2117047"/>
                  </a:lnTo>
                  <a:lnTo>
                    <a:pt x="2612527" y="2111768"/>
                  </a:lnTo>
                  <a:lnTo>
                    <a:pt x="2612621" y="2111768"/>
                  </a:lnTo>
                  <a:lnTo>
                    <a:pt x="2612715" y="2111768"/>
                  </a:lnTo>
                  <a:lnTo>
                    <a:pt x="2612809" y="2111768"/>
                  </a:lnTo>
                  <a:lnTo>
                    <a:pt x="2612903" y="2111768"/>
                  </a:lnTo>
                  <a:lnTo>
                    <a:pt x="2612997" y="2111768"/>
                  </a:lnTo>
                  <a:lnTo>
                    <a:pt x="2613091" y="2111768"/>
                  </a:lnTo>
                  <a:lnTo>
                    <a:pt x="2613185" y="2111768"/>
                  </a:lnTo>
                  <a:lnTo>
                    <a:pt x="2613185" y="2106489"/>
                  </a:lnTo>
                  <a:lnTo>
                    <a:pt x="2613279" y="2106489"/>
                  </a:lnTo>
                  <a:lnTo>
                    <a:pt x="2613373" y="2106489"/>
                  </a:lnTo>
                  <a:lnTo>
                    <a:pt x="2613467" y="2106489"/>
                  </a:lnTo>
                  <a:lnTo>
                    <a:pt x="2613561" y="2106489"/>
                  </a:lnTo>
                  <a:lnTo>
                    <a:pt x="2613655" y="2106489"/>
                  </a:lnTo>
                  <a:lnTo>
                    <a:pt x="2613749" y="2106489"/>
                  </a:lnTo>
                  <a:lnTo>
                    <a:pt x="2613843" y="2106489"/>
                  </a:lnTo>
                  <a:lnTo>
                    <a:pt x="2613937" y="2106489"/>
                  </a:lnTo>
                  <a:lnTo>
                    <a:pt x="2614031" y="2106489"/>
                  </a:lnTo>
                  <a:lnTo>
                    <a:pt x="2614125" y="2106489"/>
                  </a:lnTo>
                  <a:lnTo>
                    <a:pt x="2614125" y="2101209"/>
                  </a:lnTo>
                  <a:lnTo>
                    <a:pt x="2614219" y="2101209"/>
                  </a:lnTo>
                  <a:lnTo>
                    <a:pt x="2614313" y="2101209"/>
                  </a:lnTo>
                  <a:lnTo>
                    <a:pt x="2614407" y="2101209"/>
                  </a:lnTo>
                  <a:lnTo>
                    <a:pt x="2614501" y="2101209"/>
                  </a:lnTo>
                  <a:lnTo>
                    <a:pt x="2614595" y="2101209"/>
                  </a:lnTo>
                  <a:lnTo>
                    <a:pt x="2614689" y="2101209"/>
                  </a:lnTo>
                  <a:lnTo>
                    <a:pt x="2614783" y="2101209"/>
                  </a:lnTo>
                  <a:lnTo>
                    <a:pt x="2614877" y="2101209"/>
                  </a:lnTo>
                  <a:lnTo>
                    <a:pt x="2614971" y="2101209"/>
                  </a:lnTo>
                  <a:lnTo>
                    <a:pt x="2615065" y="2101209"/>
                  </a:lnTo>
                  <a:lnTo>
                    <a:pt x="2615159" y="2101209"/>
                  </a:lnTo>
                  <a:lnTo>
                    <a:pt x="2615253" y="2101209"/>
                  </a:lnTo>
                  <a:lnTo>
                    <a:pt x="2615347" y="2101209"/>
                  </a:lnTo>
                  <a:lnTo>
                    <a:pt x="2615441" y="2101209"/>
                  </a:lnTo>
                  <a:lnTo>
                    <a:pt x="2615535" y="2101209"/>
                  </a:lnTo>
                  <a:lnTo>
                    <a:pt x="2615630" y="2101209"/>
                  </a:lnTo>
                  <a:lnTo>
                    <a:pt x="2615724" y="2101209"/>
                  </a:lnTo>
                  <a:lnTo>
                    <a:pt x="2615818" y="2101209"/>
                  </a:lnTo>
                  <a:lnTo>
                    <a:pt x="2615912" y="2101209"/>
                  </a:lnTo>
                  <a:lnTo>
                    <a:pt x="2616006" y="2101209"/>
                  </a:lnTo>
                  <a:lnTo>
                    <a:pt x="2616100" y="2101209"/>
                  </a:lnTo>
                  <a:lnTo>
                    <a:pt x="2616100" y="2095930"/>
                  </a:lnTo>
                  <a:lnTo>
                    <a:pt x="2616194" y="2095930"/>
                  </a:lnTo>
                  <a:lnTo>
                    <a:pt x="2616288" y="2095930"/>
                  </a:lnTo>
                  <a:lnTo>
                    <a:pt x="2616382" y="2095930"/>
                  </a:lnTo>
                  <a:lnTo>
                    <a:pt x="2616476" y="2095930"/>
                  </a:lnTo>
                  <a:lnTo>
                    <a:pt x="2616570" y="2095930"/>
                  </a:lnTo>
                  <a:lnTo>
                    <a:pt x="2616664" y="2095930"/>
                  </a:lnTo>
                  <a:lnTo>
                    <a:pt x="2616758" y="2095930"/>
                  </a:lnTo>
                  <a:lnTo>
                    <a:pt x="2616852" y="2095930"/>
                  </a:lnTo>
                  <a:lnTo>
                    <a:pt x="2616946" y="2095930"/>
                  </a:lnTo>
                  <a:lnTo>
                    <a:pt x="2617040" y="2095930"/>
                  </a:lnTo>
                  <a:lnTo>
                    <a:pt x="2617134" y="2095930"/>
                  </a:lnTo>
                  <a:lnTo>
                    <a:pt x="2617228" y="2095930"/>
                  </a:lnTo>
                  <a:lnTo>
                    <a:pt x="2617322" y="2095930"/>
                  </a:lnTo>
                  <a:lnTo>
                    <a:pt x="2617416" y="2095930"/>
                  </a:lnTo>
                  <a:lnTo>
                    <a:pt x="2617510" y="2095930"/>
                  </a:lnTo>
                  <a:lnTo>
                    <a:pt x="2617604" y="2095930"/>
                  </a:lnTo>
                  <a:lnTo>
                    <a:pt x="2617698" y="2095930"/>
                  </a:lnTo>
                  <a:lnTo>
                    <a:pt x="2617792" y="2095930"/>
                  </a:lnTo>
                  <a:lnTo>
                    <a:pt x="2617886" y="2095930"/>
                  </a:lnTo>
                  <a:lnTo>
                    <a:pt x="2617980" y="2095930"/>
                  </a:lnTo>
                  <a:lnTo>
                    <a:pt x="2618074" y="2095930"/>
                  </a:lnTo>
                  <a:lnTo>
                    <a:pt x="2618168" y="2095930"/>
                  </a:lnTo>
                  <a:lnTo>
                    <a:pt x="2618262" y="2095930"/>
                  </a:lnTo>
                  <a:lnTo>
                    <a:pt x="2618356" y="2095930"/>
                  </a:lnTo>
                  <a:lnTo>
                    <a:pt x="2618450" y="2095930"/>
                  </a:lnTo>
                  <a:lnTo>
                    <a:pt x="2618544" y="2095930"/>
                  </a:lnTo>
                  <a:lnTo>
                    <a:pt x="2618638" y="2095930"/>
                  </a:lnTo>
                  <a:lnTo>
                    <a:pt x="2618732" y="2095930"/>
                  </a:lnTo>
                  <a:lnTo>
                    <a:pt x="2618826" y="2095930"/>
                  </a:lnTo>
                  <a:lnTo>
                    <a:pt x="2618920" y="2095930"/>
                  </a:lnTo>
                  <a:lnTo>
                    <a:pt x="2619014" y="2095930"/>
                  </a:lnTo>
                  <a:lnTo>
                    <a:pt x="2619108" y="2095930"/>
                  </a:lnTo>
                  <a:lnTo>
                    <a:pt x="2619203" y="2095930"/>
                  </a:lnTo>
                  <a:lnTo>
                    <a:pt x="2619297" y="2095930"/>
                  </a:lnTo>
                  <a:lnTo>
                    <a:pt x="2619391" y="2095930"/>
                  </a:lnTo>
                  <a:lnTo>
                    <a:pt x="2619485" y="2095930"/>
                  </a:lnTo>
                  <a:lnTo>
                    <a:pt x="2619579" y="2095930"/>
                  </a:lnTo>
                  <a:lnTo>
                    <a:pt x="2619673" y="2095930"/>
                  </a:lnTo>
                  <a:lnTo>
                    <a:pt x="2619767" y="2095930"/>
                  </a:lnTo>
                  <a:lnTo>
                    <a:pt x="2619861" y="2095930"/>
                  </a:lnTo>
                  <a:lnTo>
                    <a:pt x="2619955" y="2095930"/>
                  </a:lnTo>
                  <a:lnTo>
                    <a:pt x="2619955" y="2090650"/>
                  </a:lnTo>
                  <a:lnTo>
                    <a:pt x="2620049" y="2090650"/>
                  </a:lnTo>
                  <a:lnTo>
                    <a:pt x="2620143" y="2090650"/>
                  </a:lnTo>
                  <a:lnTo>
                    <a:pt x="2620237" y="2090650"/>
                  </a:lnTo>
                  <a:lnTo>
                    <a:pt x="2620331" y="2090650"/>
                  </a:lnTo>
                  <a:lnTo>
                    <a:pt x="2620425" y="2090650"/>
                  </a:lnTo>
                  <a:lnTo>
                    <a:pt x="2620519" y="2090650"/>
                  </a:lnTo>
                  <a:lnTo>
                    <a:pt x="2620613" y="2090650"/>
                  </a:lnTo>
                  <a:lnTo>
                    <a:pt x="2620707" y="2090650"/>
                  </a:lnTo>
                  <a:lnTo>
                    <a:pt x="2620801" y="2090650"/>
                  </a:lnTo>
                  <a:lnTo>
                    <a:pt x="2620895" y="2090650"/>
                  </a:lnTo>
                  <a:lnTo>
                    <a:pt x="2620989" y="2090650"/>
                  </a:lnTo>
                  <a:lnTo>
                    <a:pt x="2621083" y="2090650"/>
                  </a:lnTo>
                  <a:lnTo>
                    <a:pt x="2621177" y="2090650"/>
                  </a:lnTo>
                  <a:lnTo>
                    <a:pt x="2621271" y="2090650"/>
                  </a:lnTo>
                  <a:lnTo>
                    <a:pt x="2621365" y="2090650"/>
                  </a:lnTo>
                  <a:lnTo>
                    <a:pt x="2621459" y="2090650"/>
                  </a:lnTo>
                  <a:lnTo>
                    <a:pt x="2621553" y="2090650"/>
                  </a:lnTo>
                  <a:lnTo>
                    <a:pt x="2621647" y="2090650"/>
                  </a:lnTo>
                  <a:lnTo>
                    <a:pt x="2621741" y="2090650"/>
                  </a:lnTo>
                  <a:lnTo>
                    <a:pt x="2621835" y="2090650"/>
                  </a:lnTo>
                  <a:lnTo>
                    <a:pt x="2621929" y="2090650"/>
                  </a:lnTo>
                  <a:lnTo>
                    <a:pt x="2622023" y="2090650"/>
                  </a:lnTo>
                  <a:lnTo>
                    <a:pt x="2622117" y="2090650"/>
                  </a:lnTo>
                  <a:lnTo>
                    <a:pt x="2622211" y="2090650"/>
                  </a:lnTo>
                  <a:lnTo>
                    <a:pt x="2622305" y="2090650"/>
                  </a:lnTo>
                  <a:lnTo>
                    <a:pt x="2622399" y="2090650"/>
                  </a:lnTo>
                  <a:lnTo>
                    <a:pt x="2622493" y="2090650"/>
                  </a:lnTo>
                  <a:lnTo>
                    <a:pt x="2622587" y="2090650"/>
                  </a:lnTo>
                  <a:lnTo>
                    <a:pt x="2622681" y="2090650"/>
                  </a:lnTo>
                  <a:lnTo>
                    <a:pt x="2622776" y="2090650"/>
                  </a:lnTo>
                  <a:lnTo>
                    <a:pt x="2622870" y="2090650"/>
                  </a:lnTo>
                  <a:lnTo>
                    <a:pt x="2622964" y="2090650"/>
                  </a:lnTo>
                  <a:lnTo>
                    <a:pt x="2623058" y="2090650"/>
                  </a:lnTo>
                  <a:lnTo>
                    <a:pt x="2623152" y="2090650"/>
                  </a:lnTo>
                  <a:lnTo>
                    <a:pt x="2623246" y="2090650"/>
                  </a:lnTo>
                  <a:lnTo>
                    <a:pt x="2623340" y="2090650"/>
                  </a:lnTo>
                  <a:lnTo>
                    <a:pt x="2623434" y="2090650"/>
                  </a:lnTo>
                  <a:lnTo>
                    <a:pt x="2623528" y="2090650"/>
                  </a:lnTo>
                  <a:lnTo>
                    <a:pt x="2623622" y="2090650"/>
                  </a:lnTo>
                  <a:lnTo>
                    <a:pt x="2623716" y="2090650"/>
                  </a:lnTo>
                  <a:lnTo>
                    <a:pt x="2623810" y="2090650"/>
                  </a:lnTo>
                  <a:lnTo>
                    <a:pt x="2623904" y="2090650"/>
                  </a:lnTo>
                  <a:lnTo>
                    <a:pt x="2623998" y="2090650"/>
                  </a:lnTo>
                  <a:lnTo>
                    <a:pt x="2624092" y="2090650"/>
                  </a:lnTo>
                  <a:lnTo>
                    <a:pt x="2624186" y="2090650"/>
                  </a:lnTo>
                  <a:lnTo>
                    <a:pt x="2624280" y="2090650"/>
                  </a:lnTo>
                  <a:lnTo>
                    <a:pt x="2624374" y="2090650"/>
                  </a:lnTo>
                  <a:lnTo>
                    <a:pt x="2624468" y="2090650"/>
                  </a:lnTo>
                  <a:lnTo>
                    <a:pt x="2624562" y="2090650"/>
                  </a:lnTo>
                  <a:lnTo>
                    <a:pt x="2624656" y="2090650"/>
                  </a:lnTo>
                  <a:lnTo>
                    <a:pt x="2624750" y="2090650"/>
                  </a:lnTo>
                  <a:lnTo>
                    <a:pt x="2624750" y="2085371"/>
                  </a:lnTo>
                  <a:lnTo>
                    <a:pt x="2624844" y="2085371"/>
                  </a:lnTo>
                  <a:lnTo>
                    <a:pt x="2624938" y="2085371"/>
                  </a:lnTo>
                  <a:lnTo>
                    <a:pt x="2625032" y="2085371"/>
                  </a:lnTo>
                  <a:lnTo>
                    <a:pt x="2625126" y="2085371"/>
                  </a:lnTo>
                  <a:lnTo>
                    <a:pt x="2625220" y="2085371"/>
                  </a:lnTo>
                  <a:lnTo>
                    <a:pt x="2625314" y="2085371"/>
                  </a:lnTo>
                  <a:lnTo>
                    <a:pt x="2625408" y="2085371"/>
                  </a:lnTo>
                  <a:lnTo>
                    <a:pt x="2625502" y="2085371"/>
                  </a:lnTo>
                  <a:lnTo>
                    <a:pt x="2625596" y="2085371"/>
                  </a:lnTo>
                  <a:lnTo>
                    <a:pt x="2625690" y="2085371"/>
                  </a:lnTo>
                  <a:lnTo>
                    <a:pt x="2625784" y="2085371"/>
                  </a:lnTo>
                  <a:lnTo>
                    <a:pt x="2625878" y="2085371"/>
                  </a:lnTo>
                  <a:lnTo>
                    <a:pt x="2625878" y="2080092"/>
                  </a:lnTo>
                  <a:lnTo>
                    <a:pt x="2625972" y="2080092"/>
                  </a:lnTo>
                  <a:lnTo>
                    <a:pt x="2626066" y="2080092"/>
                  </a:lnTo>
                  <a:lnTo>
                    <a:pt x="2626160" y="2080092"/>
                  </a:lnTo>
                  <a:lnTo>
                    <a:pt x="2626255" y="2080092"/>
                  </a:lnTo>
                  <a:lnTo>
                    <a:pt x="2626349" y="2080092"/>
                  </a:lnTo>
                  <a:lnTo>
                    <a:pt x="2626443" y="2080092"/>
                  </a:lnTo>
                  <a:lnTo>
                    <a:pt x="2626537" y="2080092"/>
                  </a:lnTo>
                  <a:lnTo>
                    <a:pt x="2626631" y="2080092"/>
                  </a:lnTo>
                  <a:lnTo>
                    <a:pt x="2626725" y="2080092"/>
                  </a:lnTo>
                  <a:lnTo>
                    <a:pt x="2626819" y="2080092"/>
                  </a:lnTo>
                  <a:lnTo>
                    <a:pt x="2626913" y="2080092"/>
                  </a:lnTo>
                  <a:lnTo>
                    <a:pt x="2627007" y="2080092"/>
                  </a:lnTo>
                  <a:lnTo>
                    <a:pt x="2627101" y="2080092"/>
                  </a:lnTo>
                  <a:lnTo>
                    <a:pt x="2627195" y="2080092"/>
                  </a:lnTo>
                  <a:lnTo>
                    <a:pt x="2627289" y="2080092"/>
                  </a:lnTo>
                  <a:lnTo>
                    <a:pt x="2627383" y="2080092"/>
                  </a:lnTo>
                  <a:lnTo>
                    <a:pt x="2627477" y="2080092"/>
                  </a:lnTo>
                  <a:lnTo>
                    <a:pt x="2627571" y="2080092"/>
                  </a:lnTo>
                  <a:lnTo>
                    <a:pt x="2627665" y="2080092"/>
                  </a:lnTo>
                  <a:lnTo>
                    <a:pt x="2627759" y="2080092"/>
                  </a:lnTo>
                  <a:lnTo>
                    <a:pt x="2627853" y="2080092"/>
                  </a:lnTo>
                  <a:lnTo>
                    <a:pt x="2627947" y="2080092"/>
                  </a:lnTo>
                  <a:lnTo>
                    <a:pt x="2628041" y="2080092"/>
                  </a:lnTo>
                  <a:lnTo>
                    <a:pt x="2628135" y="2080092"/>
                  </a:lnTo>
                  <a:lnTo>
                    <a:pt x="2628229" y="2080092"/>
                  </a:lnTo>
                  <a:lnTo>
                    <a:pt x="2628323" y="2080092"/>
                  </a:lnTo>
                  <a:lnTo>
                    <a:pt x="2628417" y="2080092"/>
                  </a:lnTo>
                  <a:lnTo>
                    <a:pt x="2628511" y="2080092"/>
                  </a:lnTo>
                  <a:lnTo>
                    <a:pt x="2628605" y="2080092"/>
                  </a:lnTo>
                  <a:lnTo>
                    <a:pt x="2628699" y="2080092"/>
                  </a:lnTo>
                  <a:lnTo>
                    <a:pt x="2628793" y="2080092"/>
                  </a:lnTo>
                  <a:lnTo>
                    <a:pt x="2628887" y="2080092"/>
                  </a:lnTo>
                  <a:lnTo>
                    <a:pt x="2628981" y="2080092"/>
                  </a:lnTo>
                  <a:lnTo>
                    <a:pt x="2629075" y="2080092"/>
                  </a:lnTo>
                  <a:lnTo>
                    <a:pt x="2629169" y="2080092"/>
                  </a:lnTo>
                  <a:lnTo>
                    <a:pt x="2629263" y="2080092"/>
                  </a:lnTo>
                  <a:lnTo>
                    <a:pt x="2629357" y="2080092"/>
                  </a:lnTo>
                  <a:lnTo>
                    <a:pt x="2629451" y="2080092"/>
                  </a:lnTo>
                  <a:lnTo>
                    <a:pt x="2629545" y="2080092"/>
                  </a:lnTo>
                  <a:lnTo>
                    <a:pt x="2629639" y="2080092"/>
                  </a:lnTo>
                  <a:lnTo>
                    <a:pt x="2629733" y="2080092"/>
                  </a:lnTo>
                  <a:lnTo>
                    <a:pt x="2629828" y="2080092"/>
                  </a:lnTo>
                  <a:lnTo>
                    <a:pt x="2629922" y="2080092"/>
                  </a:lnTo>
                  <a:lnTo>
                    <a:pt x="2630016" y="2080092"/>
                  </a:lnTo>
                  <a:lnTo>
                    <a:pt x="2630110" y="2080092"/>
                  </a:lnTo>
                  <a:lnTo>
                    <a:pt x="2630204" y="2080092"/>
                  </a:lnTo>
                  <a:lnTo>
                    <a:pt x="2630298" y="2080092"/>
                  </a:lnTo>
                  <a:lnTo>
                    <a:pt x="2630298" y="2074812"/>
                  </a:lnTo>
                  <a:lnTo>
                    <a:pt x="2630392" y="2074812"/>
                  </a:lnTo>
                  <a:lnTo>
                    <a:pt x="2630486" y="2074812"/>
                  </a:lnTo>
                  <a:lnTo>
                    <a:pt x="2630580" y="2074812"/>
                  </a:lnTo>
                  <a:lnTo>
                    <a:pt x="2630674" y="2074812"/>
                  </a:lnTo>
                  <a:lnTo>
                    <a:pt x="2630768" y="2074812"/>
                  </a:lnTo>
                  <a:lnTo>
                    <a:pt x="2630862" y="2074812"/>
                  </a:lnTo>
                  <a:lnTo>
                    <a:pt x="2630956" y="2074812"/>
                  </a:lnTo>
                  <a:lnTo>
                    <a:pt x="2631050" y="2074812"/>
                  </a:lnTo>
                  <a:lnTo>
                    <a:pt x="2631144" y="2074812"/>
                  </a:lnTo>
                  <a:lnTo>
                    <a:pt x="2631238" y="2074812"/>
                  </a:lnTo>
                  <a:lnTo>
                    <a:pt x="2631238" y="2069533"/>
                  </a:lnTo>
                  <a:lnTo>
                    <a:pt x="2631332" y="2069533"/>
                  </a:lnTo>
                  <a:lnTo>
                    <a:pt x="2631332" y="2064253"/>
                  </a:lnTo>
                  <a:lnTo>
                    <a:pt x="2631426" y="2064253"/>
                  </a:lnTo>
                  <a:lnTo>
                    <a:pt x="2631520" y="2064253"/>
                  </a:lnTo>
                  <a:lnTo>
                    <a:pt x="2631614" y="2064253"/>
                  </a:lnTo>
                  <a:lnTo>
                    <a:pt x="2631708" y="2064253"/>
                  </a:lnTo>
                  <a:lnTo>
                    <a:pt x="2631802" y="2064253"/>
                  </a:lnTo>
                  <a:lnTo>
                    <a:pt x="2631896" y="2064253"/>
                  </a:lnTo>
                  <a:lnTo>
                    <a:pt x="2631990" y="2064253"/>
                  </a:lnTo>
                  <a:lnTo>
                    <a:pt x="2632084" y="2064253"/>
                  </a:lnTo>
                  <a:lnTo>
                    <a:pt x="2632178" y="2064253"/>
                  </a:lnTo>
                  <a:lnTo>
                    <a:pt x="2632272" y="2064253"/>
                  </a:lnTo>
                  <a:lnTo>
                    <a:pt x="2632366" y="2064253"/>
                  </a:lnTo>
                  <a:lnTo>
                    <a:pt x="2632460" y="2064253"/>
                  </a:lnTo>
                  <a:lnTo>
                    <a:pt x="2632554" y="2064253"/>
                  </a:lnTo>
                  <a:lnTo>
                    <a:pt x="2632648" y="2064253"/>
                  </a:lnTo>
                  <a:lnTo>
                    <a:pt x="2632742" y="2064253"/>
                  </a:lnTo>
                  <a:lnTo>
                    <a:pt x="2632836" y="2064253"/>
                  </a:lnTo>
                  <a:lnTo>
                    <a:pt x="2632930" y="2064253"/>
                  </a:lnTo>
                  <a:lnTo>
                    <a:pt x="2633024" y="2064253"/>
                  </a:lnTo>
                  <a:lnTo>
                    <a:pt x="2633118" y="2064253"/>
                  </a:lnTo>
                  <a:lnTo>
                    <a:pt x="2633212" y="2064253"/>
                  </a:lnTo>
                  <a:lnTo>
                    <a:pt x="2633306" y="2064253"/>
                  </a:lnTo>
                  <a:lnTo>
                    <a:pt x="2633401" y="2064253"/>
                  </a:lnTo>
                  <a:lnTo>
                    <a:pt x="2633495" y="2064253"/>
                  </a:lnTo>
                  <a:lnTo>
                    <a:pt x="2633589" y="2064253"/>
                  </a:lnTo>
                  <a:lnTo>
                    <a:pt x="2633683" y="2064253"/>
                  </a:lnTo>
                  <a:lnTo>
                    <a:pt x="2633777" y="2064253"/>
                  </a:lnTo>
                  <a:lnTo>
                    <a:pt x="2633871" y="2064253"/>
                  </a:lnTo>
                  <a:lnTo>
                    <a:pt x="2633965" y="2064253"/>
                  </a:lnTo>
                  <a:lnTo>
                    <a:pt x="2634059" y="2064253"/>
                  </a:lnTo>
                  <a:lnTo>
                    <a:pt x="2634153" y="2064253"/>
                  </a:lnTo>
                  <a:lnTo>
                    <a:pt x="2634247" y="2064253"/>
                  </a:lnTo>
                  <a:lnTo>
                    <a:pt x="2634341" y="2064253"/>
                  </a:lnTo>
                  <a:lnTo>
                    <a:pt x="2634435" y="2064253"/>
                  </a:lnTo>
                  <a:lnTo>
                    <a:pt x="2634529" y="2064253"/>
                  </a:lnTo>
                  <a:lnTo>
                    <a:pt x="2634623" y="2064253"/>
                  </a:lnTo>
                  <a:lnTo>
                    <a:pt x="2634717" y="2064253"/>
                  </a:lnTo>
                  <a:lnTo>
                    <a:pt x="2634811" y="2064253"/>
                  </a:lnTo>
                  <a:lnTo>
                    <a:pt x="2634905" y="2064253"/>
                  </a:lnTo>
                  <a:lnTo>
                    <a:pt x="2634999" y="2064253"/>
                  </a:lnTo>
                  <a:lnTo>
                    <a:pt x="2635093" y="2064253"/>
                  </a:lnTo>
                  <a:lnTo>
                    <a:pt x="2635187" y="2064253"/>
                  </a:lnTo>
                  <a:lnTo>
                    <a:pt x="2635281" y="2064253"/>
                  </a:lnTo>
                  <a:lnTo>
                    <a:pt x="2635375" y="2064253"/>
                  </a:lnTo>
                  <a:lnTo>
                    <a:pt x="2635469" y="2064253"/>
                  </a:lnTo>
                  <a:lnTo>
                    <a:pt x="2635469" y="2058974"/>
                  </a:lnTo>
                  <a:lnTo>
                    <a:pt x="2635563" y="2058974"/>
                  </a:lnTo>
                  <a:lnTo>
                    <a:pt x="2635657" y="2058974"/>
                  </a:lnTo>
                  <a:lnTo>
                    <a:pt x="2635751" y="2058974"/>
                  </a:lnTo>
                  <a:lnTo>
                    <a:pt x="2635845" y="2058974"/>
                  </a:lnTo>
                  <a:lnTo>
                    <a:pt x="2635939" y="2058974"/>
                  </a:lnTo>
                  <a:lnTo>
                    <a:pt x="2636033" y="2058974"/>
                  </a:lnTo>
                  <a:lnTo>
                    <a:pt x="2636127" y="2058974"/>
                  </a:lnTo>
                  <a:lnTo>
                    <a:pt x="2636221" y="2058974"/>
                  </a:lnTo>
                  <a:lnTo>
                    <a:pt x="2636315" y="2058974"/>
                  </a:lnTo>
                  <a:lnTo>
                    <a:pt x="2636409" y="2058974"/>
                  </a:lnTo>
                  <a:lnTo>
                    <a:pt x="2636503" y="2058974"/>
                  </a:lnTo>
                  <a:lnTo>
                    <a:pt x="2636597" y="2058974"/>
                  </a:lnTo>
                  <a:lnTo>
                    <a:pt x="2636691" y="2058974"/>
                  </a:lnTo>
                  <a:lnTo>
                    <a:pt x="2636785" y="2058974"/>
                  </a:lnTo>
                  <a:lnTo>
                    <a:pt x="2636880" y="2058974"/>
                  </a:lnTo>
                  <a:lnTo>
                    <a:pt x="2636974" y="2058974"/>
                  </a:lnTo>
                  <a:lnTo>
                    <a:pt x="2637068" y="2058974"/>
                  </a:lnTo>
                  <a:lnTo>
                    <a:pt x="2637162" y="2058974"/>
                  </a:lnTo>
                  <a:lnTo>
                    <a:pt x="2637256" y="2058974"/>
                  </a:lnTo>
                  <a:lnTo>
                    <a:pt x="2637350" y="2058974"/>
                  </a:lnTo>
                  <a:lnTo>
                    <a:pt x="2637444" y="2058974"/>
                  </a:lnTo>
                  <a:lnTo>
                    <a:pt x="2637538" y="2058974"/>
                  </a:lnTo>
                  <a:lnTo>
                    <a:pt x="2637632" y="2058974"/>
                  </a:lnTo>
                  <a:lnTo>
                    <a:pt x="2637726" y="2058974"/>
                  </a:lnTo>
                  <a:lnTo>
                    <a:pt x="2637820" y="2058974"/>
                  </a:lnTo>
                  <a:lnTo>
                    <a:pt x="2637914" y="2058974"/>
                  </a:lnTo>
                  <a:lnTo>
                    <a:pt x="2638008" y="2058974"/>
                  </a:lnTo>
                  <a:lnTo>
                    <a:pt x="2638102" y="2058974"/>
                  </a:lnTo>
                  <a:lnTo>
                    <a:pt x="2638196" y="2058974"/>
                  </a:lnTo>
                  <a:lnTo>
                    <a:pt x="2638290" y="2058974"/>
                  </a:lnTo>
                  <a:lnTo>
                    <a:pt x="2638384" y="2058974"/>
                  </a:lnTo>
                  <a:lnTo>
                    <a:pt x="2638478" y="2058974"/>
                  </a:lnTo>
                  <a:lnTo>
                    <a:pt x="2638572" y="2058974"/>
                  </a:lnTo>
                  <a:lnTo>
                    <a:pt x="2638666" y="2058974"/>
                  </a:lnTo>
                  <a:lnTo>
                    <a:pt x="2638760" y="2058974"/>
                  </a:lnTo>
                  <a:lnTo>
                    <a:pt x="2638854" y="2058974"/>
                  </a:lnTo>
                  <a:lnTo>
                    <a:pt x="2638948" y="2058974"/>
                  </a:lnTo>
                  <a:lnTo>
                    <a:pt x="2639042" y="2058974"/>
                  </a:lnTo>
                  <a:lnTo>
                    <a:pt x="2639136" y="2058974"/>
                  </a:lnTo>
                  <a:lnTo>
                    <a:pt x="2639230" y="2058974"/>
                  </a:lnTo>
                  <a:lnTo>
                    <a:pt x="2639324" y="2058974"/>
                  </a:lnTo>
                  <a:lnTo>
                    <a:pt x="2639418" y="2058974"/>
                  </a:lnTo>
                  <a:lnTo>
                    <a:pt x="2639512" y="2058974"/>
                  </a:lnTo>
                  <a:lnTo>
                    <a:pt x="2639606" y="2058974"/>
                  </a:lnTo>
                  <a:lnTo>
                    <a:pt x="2639700" y="2058974"/>
                  </a:lnTo>
                  <a:lnTo>
                    <a:pt x="2639794" y="2058974"/>
                  </a:lnTo>
                  <a:lnTo>
                    <a:pt x="2639888" y="2058974"/>
                  </a:lnTo>
                  <a:lnTo>
                    <a:pt x="2639982" y="2058974"/>
                  </a:lnTo>
                  <a:lnTo>
                    <a:pt x="2640076" y="2058974"/>
                  </a:lnTo>
                  <a:lnTo>
                    <a:pt x="2640170" y="2058974"/>
                  </a:lnTo>
                  <a:lnTo>
                    <a:pt x="2640264" y="2058974"/>
                  </a:lnTo>
                  <a:lnTo>
                    <a:pt x="2640358" y="2058974"/>
                  </a:lnTo>
                  <a:lnTo>
                    <a:pt x="2640453" y="2058974"/>
                  </a:lnTo>
                  <a:lnTo>
                    <a:pt x="2640547" y="2058974"/>
                  </a:lnTo>
                  <a:lnTo>
                    <a:pt x="2640641" y="2058974"/>
                  </a:lnTo>
                  <a:lnTo>
                    <a:pt x="2640735" y="2058974"/>
                  </a:lnTo>
                  <a:lnTo>
                    <a:pt x="2640829" y="2058974"/>
                  </a:lnTo>
                  <a:lnTo>
                    <a:pt x="2640923" y="2058974"/>
                  </a:lnTo>
                  <a:lnTo>
                    <a:pt x="2641017" y="2058974"/>
                  </a:lnTo>
                  <a:lnTo>
                    <a:pt x="2641111" y="2058974"/>
                  </a:lnTo>
                  <a:lnTo>
                    <a:pt x="2641205" y="2058974"/>
                  </a:lnTo>
                  <a:lnTo>
                    <a:pt x="2641299" y="2058974"/>
                  </a:lnTo>
                  <a:lnTo>
                    <a:pt x="2641393" y="2058974"/>
                  </a:lnTo>
                  <a:lnTo>
                    <a:pt x="2641487" y="2058974"/>
                  </a:lnTo>
                  <a:lnTo>
                    <a:pt x="2641487" y="2053694"/>
                  </a:lnTo>
                  <a:lnTo>
                    <a:pt x="2641581" y="2053694"/>
                  </a:lnTo>
                  <a:lnTo>
                    <a:pt x="2641675" y="2053694"/>
                  </a:lnTo>
                  <a:lnTo>
                    <a:pt x="2641769" y="2053694"/>
                  </a:lnTo>
                  <a:lnTo>
                    <a:pt x="2641863" y="2053694"/>
                  </a:lnTo>
                  <a:lnTo>
                    <a:pt x="2641957" y="2053694"/>
                  </a:lnTo>
                  <a:lnTo>
                    <a:pt x="2642051" y="2053694"/>
                  </a:lnTo>
                  <a:lnTo>
                    <a:pt x="2642051" y="2048415"/>
                  </a:lnTo>
                  <a:lnTo>
                    <a:pt x="2642145" y="2048415"/>
                  </a:lnTo>
                  <a:lnTo>
                    <a:pt x="2642239" y="2048415"/>
                  </a:lnTo>
                  <a:lnTo>
                    <a:pt x="2642333" y="2048415"/>
                  </a:lnTo>
                  <a:lnTo>
                    <a:pt x="2642427" y="2048415"/>
                  </a:lnTo>
                  <a:lnTo>
                    <a:pt x="2642521" y="2048415"/>
                  </a:lnTo>
                  <a:lnTo>
                    <a:pt x="2642615" y="2048415"/>
                  </a:lnTo>
                  <a:lnTo>
                    <a:pt x="2642709" y="2048415"/>
                  </a:lnTo>
                  <a:lnTo>
                    <a:pt x="2642803" y="2048415"/>
                  </a:lnTo>
                  <a:lnTo>
                    <a:pt x="2642897" y="2048415"/>
                  </a:lnTo>
                  <a:lnTo>
                    <a:pt x="2642991" y="2048415"/>
                  </a:lnTo>
                  <a:lnTo>
                    <a:pt x="2643085" y="2048415"/>
                  </a:lnTo>
                  <a:lnTo>
                    <a:pt x="2643179" y="2048415"/>
                  </a:lnTo>
                  <a:lnTo>
                    <a:pt x="2643273" y="2048415"/>
                  </a:lnTo>
                  <a:lnTo>
                    <a:pt x="2643273" y="2043136"/>
                  </a:lnTo>
                  <a:lnTo>
                    <a:pt x="2643367" y="2043136"/>
                  </a:lnTo>
                  <a:lnTo>
                    <a:pt x="2643461" y="2043136"/>
                  </a:lnTo>
                  <a:lnTo>
                    <a:pt x="2643555" y="2043136"/>
                  </a:lnTo>
                  <a:lnTo>
                    <a:pt x="2643649" y="2043136"/>
                  </a:lnTo>
                  <a:lnTo>
                    <a:pt x="2643743" y="2043136"/>
                  </a:lnTo>
                  <a:lnTo>
                    <a:pt x="2643837" y="2043136"/>
                  </a:lnTo>
                  <a:lnTo>
                    <a:pt x="2643931" y="2043136"/>
                  </a:lnTo>
                  <a:lnTo>
                    <a:pt x="2644026" y="2043136"/>
                  </a:lnTo>
                  <a:lnTo>
                    <a:pt x="2644120" y="2043136"/>
                  </a:lnTo>
                  <a:lnTo>
                    <a:pt x="2644214" y="2043136"/>
                  </a:lnTo>
                  <a:lnTo>
                    <a:pt x="2644308" y="2043136"/>
                  </a:lnTo>
                  <a:lnTo>
                    <a:pt x="2644402" y="2043136"/>
                  </a:lnTo>
                  <a:lnTo>
                    <a:pt x="2644496" y="2043136"/>
                  </a:lnTo>
                  <a:lnTo>
                    <a:pt x="2644590" y="2043136"/>
                  </a:lnTo>
                  <a:lnTo>
                    <a:pt x="2644684" y="2043136"/>
                  </a:lnTo>
                  <a:lnTo>
                    <a:pt x="2644778" y="2043136"/>
                  </a:lnTo>
                  <a:lnTo>
                    <a:pt x="2644872" y="2043136"/>
                  </a:lnTo>
                  <a:lnTo>
                    <a:pt x="2644966" y="2043136"/>
                  </a:lnTo>
                  <a:lnTo>
                    <a:pt x="2645060" y="2043136"/>
                  </a:lnTo>
                  <a:lnTo>
                    <a:pt x="2645154" y="2043136"/>
                  </a:lnTo>
                  <a:lnTo>
                    <a:pt x="2645248" y="2043136"/>
                  </a:lnTo>
                  <a:lnTo>
                    <a:pt x="2645342" y="2043136"/>
                  </a:lnTo>
                  <a:lnTo>
                    <a:pt x="2645436" y="2043136"/>
                  </a:lnTo>
                  <a:lnTo>
                    <a:pt x="2645530" y="2043136"/>
                  </a:lnTo>
                  <a:lnTo>
                    <a:pt x="2645624" y="2043136"/>
                  </a:lnTo>
                  <a:lnTo>
                    <a:pt x="2645718" y="2043136"/>
                  </a:lnTo>
                  <a:lnTo>
                    <a:pt x="2645812" y="2043136"/>
                  </a:lnTo>
                  <a:lnTo>
                    <a:pt x="2645906" y="2043136"/>
                  </a:lnTo>
                  <a:lnTo>
                    <a:pt x="2646000" y="2043136"/>
                  </a:lnTo>
                  <a:lnTo>
                    <a:pt x="2646094" y="2043136"/>
                  </a:lnTo>
                  <a:lnTo>
                    <a:pt x="2646188" y="2043136"/>
                  </a:lnTo>
                  <a:lnTo>
                    <a:pt x="2646282" y="2043136"/>
                  </a:lnTo>
                  <a:lnTo>
                    <a:pt x="2646376" y="2043136"/>
                  </a:lnTo>
                  <a:lnTo>
                    <a:pt x="2646470" y="2043136"/>
                  </a:lnTo>
                  <a:lnTo>
                    <a:pt x="2646564" y="2043136"/>
                  </a:lnTo>
                  <a:lnTo>
                    <a:pt x="2646658" y="2043136"/>
                  </a:lnTo>
                  <a:lnTo>
                    <a:pt x="2646752" y="2043136"/>
                  </a:lnTo>
                  <a:lnTo>
                    <a:pt x="2646846" y="2043136"/>
                  </a:lnTo>
                  <a:lnTo>
                    <a:pt x="2646940" y="2043136"/>
                  </a:lnTo>
                  <a:lnTo>
                    <a:pt x="2647034" y="2043136"/>
                  </a:lnTo>
                  <a:lnTo>
                    <a:pt x="2647128" y="2043136"/>
                  </a:lnTo>
                  <a:lnTo>
                    <a:pt x="2647222" y="2043136"/>
                  </a:lnTo>
                  <a:lnTo>
                    <a:pt x="2647316" y="2043136"/>
                  </a:lnTo>
                  <a:lnTo>
                    <a:pt x="2647410" y="2043136"/>
                  </a:lnTo>
                  <a:lnTo>
                    <a:pt x="2647505" y="2043136"/>
                  </a:lnTo>
                  <a:lnTo>
                    <a:pt x="2647599" y="2043136"/>
                  </a:lnTo>
                  <a:lnTo>
                    <a:pt x="2647693" y="2043136"/>
                  </a:lnTo>
                  <a:lnTo>
                    <a:pt x="2647787" y="2043136"/>
                  </a:lnTo>
                  <a:lnTo>
                    <a:pt x="2647881" y="2043136"/>
                  </a:lnTo>
                  <a:lnTo>
                    <a:pt x="2647975" y="2043136"/>
                  </a:lnTo>
                  <a:lnTo>
                    <a:pt x="2648069" y="2043136"/>
                  </a:lnTo>
                  <a:lnTo>
                    <a:pt x="2648163" y="2043136"/>
                  </a:lnTo>
                  <a:lnTo>
                    <a:pt x="2648257" y="2043136"/>
                  </a:lnTo>
                  <a:lnTo>
                    <a:pt x="2648351" y="2043136"/>
                  </a:lnTo>
                  <a:lnTo>
                    <a:pt x="2648445" y="2043136"/>
                  </a:lnTo>
                  <a:lnTo>
                    <a:pt x="2648539" y="2043136"/>
                  </a:lnTo>
                  <a:lnTo>
                    <a:pt x="2648633" y="2043136"/>
                  </a:lnTo>
                  <a:lnTo>
                    <a:pt x="2648727" y="2043136"/>
                  </a:lnTo>
                  <a:lnTo>
                    <a:pt x="2648821" y="2043136"/>
                  </a:lnTo>
                  <a:lnTo>
                    <a:pt x="2648915" y="2043136"/>
                  </a:lnTo>
                  <a:lnTo>
                    <a:pt x="2649009" y="2043136"/>
                  </a:lnTo>
                  <a:lnTo>
                    <a:pt x="2649103" y="2043136"/>
                  </a:lnTo>
                  <a:lnTo>
                    <a:pt x="2649197" y="2043136"/>
                  </a:lnTo>
                  <a:lnTo>
                    <a:pt x="2649291" y="2043136"/>
                  </a:lnTo>
                  <a:lnTo>
                    <a:pt x="2649385" y="2043136"/>
                  </a:lnTo>
                  <a:lnTo>
                    <a:pt x="2649479" y="2043136"/>
                  </a:lnTo>
                  <a:lnTo>
                    <a:pt x="2649573" y="2043136"/>
                  </a:lnTo>
                  <a:lnTo>
                    <a:pt x="2649667" y="2043136"/>
                  </a:lnTo>
                  <a:lnTo>
                    <a:pt x="2649761" y="2043136"/>
                  </a:lnTo>
                  <a:lnTo>
                    <a:pt x="2649855" y="2043136"/>
                  </a:lnTo>
                  <a:lnTo>
                    <a:pt x="2649949" y="2043136"/>
                  </a:lnTo>
                  <a:lnTo>
                    <a:pt x="2650043" y="2043136"/>
                  </a:lnTo>
                  <a:lnTo>
                    <a:pt x="2650137" y="2043136"/>
                  </a:lnTo>
                  <a:lnTo>
                    <a:pt x="2650231" y="2043136"/>
                  </a:lnTo>
                  <a:lnTo>
                    <a:pt x="2650325" y="2043136"/>
                  </a:lnTo>
                  <a:lnTo>
                    <a:pt x="2650419" y="2043136"/>
                  </a:lnTo>
                  <a:lnTo>
                    <a:pt x="2650513" y="2043136"/>
                  </a:lnTo>
                  <a:lnTo>
                    <a:pt x="2650607" y="2043136"/>
                  </a:lnTo>
                  <a:lnTo>
                    <a:pt x="2650701" y="2043136"/>
                  </a:lnTo>
                  <a:lnTo>
                    <a:pt x="2650795" y="2043136"/>
                  </a:lnTo>
                  <a:lnTo>
                    <a:pt x="2650889" y="2043136"/>
                  </a:lnTo>
                  <a:lnTo>
                    <a:pt x="2650983" y="2043136"/>
                  </a:lnTo>
                  <a:lnTo>
                    <a:pt x="2651078" y="2043136"/>
                  </a:lnTo>
                  <a:lnTo>
                    <a:pt x="2651172" y="2043136"/>
                  </a:lnTo>
                  <a:lnTo>
                    <a:pt x="2651266" y="2043136"/>
                  </a:lnTo>
                  <a:lnTo>
                    <a:pt x="2651266" y="2037856"/>
                  </a:lnTo>
                  <a:lnTo>
                    <a:pt x="2651360" y="2037856"/>
                  </a:lnTo>
                  <a:lnTo>
                    <a:pt x="2651454" y="2037856"/>
                  </a:lnTo>
                  <a:lnTo>
                    <a:pt x="2651548" y="2037856"/>
                  </a:lnTo>
                  <a:lnTo>
                    <a:pt x="2651642" y="2037856"/>
                  </a:lnTo>
                  <a:lnTo>
                    <a:pt x="2651736" y="2037856"/>
                  </a:lnTo>
                  <a:lnTo>
                    <a:pt x="2651830" y="2037856"/>
                  </a:lnTo>
                  <a:lnTo>
                    <a:pt x="2651924" y="2037856"/>
                  </a:lnTo>
                  <a:lnTo>
                    <a:pt x="2652018" y="2037856"/>
                  </a:lnTo>
                  <a:lnTo>
                    <a:pt x="2652112" y="2037856"/>
                  </a:lnTo>
                  <a:lnTo>
                    <a:pt x="2652206" y="2037856"/>
                  </a:lnTo>
                  <a:lnTo>
                    <a:pt x="2652300" y="2037856"/>
                  </a:lnTo>
                  <a:lnTo>
                    <a:pt x="2652394" y="2037856"/>
                  </a:lnTo>
                  <a:lnTo>
                    <a:pt x="2652488" y="2037856"/>
                  </a:lnTo>
                  <a:lnTo>
                    <a:pt x="2652582" y="2037856"/>
                  </a:lnTo>
                  <a:lnTo>
                    <a:pt x="2652676" y="2037856"/>
                  </a:lnTo>
                  <a:lnTo>
                    <a:pt x="2652770" y="2037856"/>
                  </a:lnTo>
                  <a:lnTo>
                    <a:pt x="2652864" y="2037856"/>
                  </a:lnTo>
                  <a:lnTo>
                    <a:pt x="2652958" y="2037856"/>
                  </a:lnTo>
                  <a:lnTo>
                    <a:pt x="2653052" y="2037856"/>
                  </a:lnTo>
                  <a:lnTo>
                    <a:pt x="2653146" y="2037856"/>
                  </a:lnTo>
                  <a:lnTo>
                    <a:pt x="2653240" y="2037856"/>
                  </a:lnTo>
                  <a:lnTo>
                    <a:pt x="2653334" y="2037856"/>
                  </a:lnTo>
                  <a:lnTo>
                    <a:pt x="2653428" y="2037856"/>
                  </a:lnTo>
                  <a:lnTo>
                    <a:pt x="2653522" y="2037856"/>
                  </a:lnTo>
                  <a:lnTo>
                    <a:pt x="2653616" y="2037856"/>
                  </a:lnTo>
                  <a:lnTo>
                    <a:pt x="2653710" y="2037856"/>
                  </a:lnTo>
                  <a:lnTo>
                    <a:pt x="2653804" y="2037856"/>
                  </a:lnTo>
                  <a:lnTo>
                    <a:pt x="2653898" y="2037856"/>
                  </a:lnTo>
                  <a:lnTo>
                    <a:pt x="2653992" y="2037856"/>
                  </a:lnTo>
                  <a:lnTo>
                    <a:pt x="2654086" y="2037856"/>
                  </a:lnTo>
                  <a:lnTo>
                    <a:pt x="2654180" y="2037856"/>
                  </a:lnTo>
                  <a:lnTo>
                    <a:pt x="2654274" y="2037856"/>
                  </a:lnTo>
                  <a:lnTo>
                    <a:pt x="2654368" y="2037856"/>
                  </a:lnTo>
                  <a:lnTo>
                    <a:pt x="2654462" y="2037856"/>
                  </a:lnTo>
                  <a:lnTo>
                    <a:pt x="2654556" y="2037856"/>
                  </a:lnTo>
                  <a:lnTo>
                    <a:pt x="2654651" y="2037856"/>
                  </a:lnTo>
                  <a:lnTo>
                    <a:pt x="2654745" y="2037856"/>
                  </a:lnTo>
                  <a:lnTo>
                    <a:pt x="2654839" y="2037856"/>
                  </a:lnTo>
                  <a:lnTo>
                    <a:pt x="2654933" y="2037856"/>
                  </a:lnTo>
                  <a:lnTo>
                    <a:pt x="2655027" y="2037856"/>
                  </a:lnTo>
                  <a:lnTo>
                    <a:pt x="2655121" y="2037856"/>
                  </a:lnTo>
                  <a:lnTo>
                    <a:pt x="2655215" y="2037856"/>
                  </a:lnTo>
                  <a:lnTo>
                    <a:pt x="2655309" y="2037856"/>
                  </a:lnTo>
                  <a:lnTo>
                    <a:pt x="2655403" y="2037856"/>
                  </a:lnTo>
                  <a:lnTo>
                    <a:pt x="2655497" y="2037856"/>
                  </a:lnTo>
                  <a:lnTo>
                    <a:pt x="2655591" y="2037856"/>
                  </a:lnTo>
                  <a:lnTo>
                    <a:pt x="2655685" y="2037856"/>
                  </a:lnTo>
                  <a:lnTo>
                    <a:pt x="2655779" y="2037856"/>
                  </a:lnTo>
                  <a:lnTo>
                    <a:pt x="2655873" y="2037856"/>
                  </a:lnTo>
                  <a:lnTo>
                    <a:pt x="2655967" y="2037856"/>
                  </a:lnTo>
                  <a:lnTo>
                    <a:pt x="2656061" y="2037856"/>
                  </a:lnTo>
                  <a:lnTo>
                    <a:pt x="2656155" y="2037856"/>
                  </a:lnTo>
                  <a:lnTo>
                    <a:pt x="2656249" y="2037856"/>
                  </a:lnTo>
                  <a:lnTo>
                    <a:pt x="2656249" y="2032577"/>
                  </a:lnTo>
                  <a:lnTo>
                    <a:pt x="2656343" y="2032577"/>
                  </a:lnTo>
                  <a:lnTo>
                    <a:pt x="2656437" y="2032577"/>
                  </a:lnTo>
                  <a:lnTo>
                    <a:pt x="2656531" y="2032577"/>
                  </a:lnTo>
                  <a:lnTo>
                    <a:pt x="2656625" y="2032577"/>
                  </a:lnTo>
                  <a:lnTo>
                    <a:pt x="2656719" y="2032577"/>
                  </a:lnTo>
                  <a:lnTo>
                    <a:pt x="2656813" y="2032577"/>
                  </a:lnTo>
                  <a:lnTo>
                    <a:pt x="2656907" y="2032577"/>
                  </a:lnTo>
                  <a:lnTo>
                    <a:pt x="2657001" y="2032577"/>
                  </a:lnTo>
                  <a:lnTo>
                    <a:pt x="2657095" y="2032577"/>
                  </a:lnTo>
                  <a:lnTo>
                    <a:pt x="2657189" y="2032577"/>
                  </a:lnTo>
                  <a:lnTo>
                    <a:pt x="2657283" y="2032577"/>
                  </a:lnTo>
                  <a:lnTo>
                    <a:pt x="2657377" y="2032577"/>
                  </a:lnTo>
                  <a:lnTo>
                    <a:pt x="2657471" y="2032577"/>
                  </a:lnTo>
                  <a:lnTo>
                    <a:pt x="2657565" y="2032577"/>
                  </a:lnTo>
                  <a:lnTo>
                    <a:pt x="2657659" y="2032577"/>
                  </a:lnTo>
                  <a:lnTo>
                    <a:pt x="2657753" y="2032577"/>
                  </a:lnTo>
                  <a:lnTo>
                    <a:pt x="2657847" y="2032577"/>
                  </a:lnTo>
                  <a:lnTo>
                    <a:pt x="2657941" y="2032577"/>
                  </a:lnTo>
                  <a:lnTo>
                    <a:pt x="2658035" y="2032577"/>
                  </a:lnTo>
                  <a:lnTo>
                    <a:pt x="2658130" y="2032577"/>
                  </a:lnTo>
                  <a:lnTo>
                    <a:pt x="2658224" y="2032577"/>
                  </a:lnTo>
                  <a:lnTo>
                    <a:pt x="2658318" y="2032577"/>
                  </a:lnTo>
                  <a:lnTo>
                    <a:pt x="2658412" y="2032577"/>
                  </a:lnTo>
                  <a:lnTo>
                    <a:pt x="2658506" y="2032577"/>
                  </a:lnTo>
                  <a:lnTo>
                    <a:pt x="2658600" y="2032577"/>
                  </a:lnTo>
                  <a:lnTo>
                    <a:pt x="2658694" y="2032577"/>
                  </a:lnTo>
                  <a:lnTo>
                    <a:pt x="2658788" y="2032577"/>
                  </a:lnTo>
                  <a:lnTo>
                    <a:pt x="2658882" y="2032577"/>
                  </a:lnTo>
                  <a:lnTo>
                    <a:pt x="2658976" y="2032577"/>
                  </a:lnTo>
                  <a:lnTo>
                    <a:pt x="2659070" y="2032577"/>
                  </a:lnTo>
                  <a:lnTo>
                    <a:pt x="2659164" y="2032577"/>
                  </a:lnTo>
                  <a:lnTo>
                    <a:pt x="2659258" y="2032577"/>
                  </a:lnTo>
                  <a:lnTo>
                    <a:pt x="2659352" y="2032577"/>
                  </a:lnTo>
                  <a:lnTo>
                    <a:pt x="2659446" y="2032577"/>
                  </a:lnTo>
                  <a:lnTo>
                    <a:pt x="2659540" y="2032577"/>
                  </a:lnTo>
                  <a:lnTo>
                    <a:pt x="2659634" y="2032577"/>
                  </a:lnTo>
                  <a:lnTo>
                    <a:pt x="2659728" y="2032577"/>
                  </a:lnTo>
                  <a:lnTo>
                    <a:pt x="2659822" y="2032577"/>
                  </a:lnTo>
                  <a:lnTo>
                    <a:pt x="2659916" y="2032577"/>
                  </a:lnTo>
                  <a:lnTo>
                    <a:pt x="2660010" y="2032577"/>
                  </a:lnTo>
                  <a:lnTo>
                    <a:pt x="2660104" y="2032577"/>
                  </a:lnTo>
                  <a:lnTo>
                    <a:pt x="2660198" y="2032577"/>
                  </a:lnTo>
                  <a:lnTo>
                    <a:pt x="2660292" y="2032577"/>
                  </a:lnTo>
                  <a:lnTo>
                    <a:pt x="2660386" y="2032577"/>
                  </a:lnTo>
                  <a:lnTo>
                    <a:pt x="2660480" y="2032577"/>
                  </a:lnTo>
                  <a:lnTo>
                    <a:pt x="2660574" y="2032577"/>
                  </a:lnTo>
                  <a:lnTo>
                    <a:pt x="2660668" y="2032577"/>
                  </a:lnTo>
                  <a:lnTo>
                    <a:pt x="2660762" y="2032577"/>
                  </a:lnTo>
                  <a:lnTo>
                    <a:pt x="2660856" y="2032577"/>
                  </a:lnTo>
                  <a:lnTo>
                    <a:pt x="2660950" y="2032577"/>
                  </a:lnTo>
                  <a:lnTo>
                    <a:pt x="2661044" y="2032577"/>
                  </a:lnTo>
                  <a:lnTo>
                    <a:pt x="2661138" y="2032577"/>
                  </a:lnTo>
                  <a:lnTo>
                    <a:pt x="2661232" y="2032577"/>
                  </a:lnTo>
                  <a:lnTo>
                    <a:pt x="2661326" y="2032577"/>
                  </a:lnTo>
                  <a:lnTo>
                    <a:pt x="2661420" y="2032577"/>
                  </a:lnTo>
                  <a:lnTo>
                    <a:pt x="2661514" y="2032577"/>
                  </a:lnTo>
                  <a:lnTo>
                    <a:pt x="2661608" y="2032577"/>
                  </a:lnTo>
                  <a:lnTo>
                    <a:pt x="2661703" y="2032577"/>
                  </a:lnTo>
                  <a:lnTo>
                    <a:pt x="2661797" y="2032577"/>
                  </a:lnTo>
                  <a:lnTo>
                    <a:pt x="2661891" y="2032577"/>
                  </a:lnTo>
                  <a:lnTo>
                    <a:pt x="2661985" y="2032577"/>
                  </a:lnTo>
                  <a:lnTo>
                    <a:pt x="2662079" y="2032577"/>
                  </a:lnTo>
                  <a:lnTo>
                    <a:pt x="2662173" y="2032577"/>
                  </a:lnTo>
                  <a:lnTo>
                    <a:pt x="2662267" y="2032577"/>
                  </a:lnTo>
                  <a:lnTo>
                    <a:pt x="2662361" y="2032577"/>
                  </a:lnTo>
                  <a:lnTo>
                    <a:pt x="2662455" y="2032577"/>
                  </a:lnTo>
                  <a:lnTo>
                    <a:pt x="2662549" y="2032577"/>
                  </a:lnTo>
                  <a:lnTo>
                    <a:pt x="2662643" y="2032577"/>
                  </a:lnTo>
                  <a:lnTo>
                    <a:pt x="2662737" y="2032577"/>
                  </a:lnTo>
                  <a:lnTo>
                    <a:pt x="2662831" y="2032577"/>
                  </a:lnTo>
                  <a:lnTo>
                    <a:pt x="2662925" y="2032577"/>
                  </a:lnTo>
                  <a:lnTo>
                    <a:pt x="2663019" y="2032577"/>
                  </a:lnTo>
                  <a:lnTo>
                    <a:pt x="2663113" y="2032577"/>
                  </a:lnTo>
                  <a:lnTo>
                    <a:pt x="2663113" y="2027297"/>
                  </a:lnTo>
                  <a:lnTo>
                    <a:pt x="2663207" y="2027297"/>
                  </a:lnTo>
                  <a:lnTo>
                    <a:pt x="2663301" y="2027297"/>
                  </a:lnTo>
                  <a:lnTo>
                    <a:pt x="2663395" y="2027297"/>
                  </a:lnTo>
                  <a:lnTo>
                    <a:pt x="2663489" y="2027297"/>
                  </a:lnTo>
                  <a:lnTo>
                    <a:pt x="2663583" y="2027297"/>
                  </a:lnTo>
                  <a:lnTo>
                    <a:pt x="2663677" y="2027297"/>
                  </a:lnTo>
                  <a:lnTo>
                    <a:pt x="2663771" y="2027297"/>
                  </a:lnTo>
                  <a:lnTo>
                    <a:pt x="2663865" y="2027297"/>
                  </a:lnTo>
                  <a:lnTo>
                    <a:pt x="2663959" y="2027297"/>
                  </a:lnTo>
                  <a:lnTo>
                    <a:pt x="2664053" y="2027297"/>
                  </a:lnTo>
                  <a:lnTo>
                    <a:pt x="2664147" y="2027297"/>
                  </a:lnTo>
                  <a:lnTo>
                    <a:pt x="2664241" y="2027297"/>
                  </a:lnTo>
                  <a:lnTo>
                    <a:pt x="2664335" y="2027297"/>
                  </a:lnTo>
                  <a:lnTo>
                    <a:pt x="2664429" y="2027297"/>
                  </a:lnTo>
                  <a:lnTo>
                    <a:pt x="2664523" y="2027297"/>
                  </a:lnTo>
                  <a:lnTo>
                    <a:pt x="2664617" y="2027297"/>
                  </a:lnTo>
                  <a:lnTo>
                    <a:pt x="2664711" y="2027297"/>
                  </a:lnTo>
                  <a:lnTo>
                    <a:pt x="2664805" y="2027297"/>
                  </a:lnTo>
                  <a:lnTo>
                    <a:pt x="2664899" y="2027297"/>
                  </a:lnTo>
                  <a:lnTo>
                    <a:pt x="2664993" y="2027297"/>
                  </a:lnTo>
                  <a:lnTo>
                    <a:pt x="2665087" y="2027297"/>
                  </a:lnTo>
                  <a:lnTo>
                    <a:pt x="2665181" y="2027297"/>
                  </a:lnTo>
                  <a:lnTo>
                    <a:pt x="2665276" y="2027297"/>
                  </a:lnTo>
                  <a:lnTo>
                    <a:pt x="2665370" y="2027297"/>
                  </a:lnTo>
                  <a:lnTo>
                    <a:pt x="2665464" y="2027297"/>
                  </a:lnTo>
                  <a:lnTo>
                    <a:pt x="2665558" y="2027297"/>
                  </a:lnTo>
                  <a:lnTo>
                    <a:pt x="2665652" y="2027297"/>
                  </a:lnTo>
                  <a:lnTo>
                    <a:pt x="2665746" y="2027297"/>
                  </a:lnTo>
                  <a:lnTo>
                    <a:pt x="2665840" y="2027297"/>
                  </a:lnTo>
                  <a:lnTo>
                    <a:pt x="2665934" y="2027297"/>
                  </a:lnTo>
                  <a:lnTo>
                    <a:pt x="2666028" y="2027297"/>
                  </a:lnTo>
                  <a:lnTo>
                    <a:pt x="2666122" y="2027297"/>
                  </a:lnTo>
                  <a:lnTo>
                    <a:pt x="2666216" y="2027297"/>
                  </a:lnTo>
                  <a:lnTo>
                    <a:pt x="2666310" y="2027297"/>
                  </a:lnTo>
                  <a:lnTo>
                    <a:pt x="2666404" y="2027297"/>
                  </a:lnTo>
                  <a:lnTo>
                    <a:pt x="2666498" y="2027297"/>
                  </a:lnTo>
                  <a:lnTo>
                    <a:pt x="2666592" y="2027297"/>
                  </a:lnTo>
                  <a:lnTo>
                    <a:pt x="2666686" y="2027297"/>
                  </a:lnTo>
                  <a:lnTo>
                    <a:pt x="2666780" y="2027297"/>
                  </a:lnTo>
                  <a:lnTo>
                    <a:pt x="2666874" y="2027297"/>
                  </a:lnTo>
                  <a:lnTo>
                    <a:pt x="2666968" y="2027297"/>
                  </a:lnTo>
                  <a:lnTo>
                    <a:pt x="2667062" y="2027297"/>
                  </a:lnTo>
                  <a:lnTo>
                    <a:pt x="2667156" y="2027297"/>
                  </a:lnTo>
                  <a:lnTo>
                    <a:pt x="2667250" y="2027297"/>
                  </a:lnTo>
                  <a:lnTo>
                    <a:pt x="2667344" y="2027297"/>
                  </a:lnTo>
                  <a:lnTo>
                    <a:pt x="2667438" y="2027297"/>
                  </a:lnTo>
                  <a:lnTo>
                    <a:pt x="2667532" y="2027297"/>
                  </a:lnTo>
                  <a:lnTo>
                    <a:pt x="2667626" y="2027297"/>
                  </a:lnTo>
                  <a:lnTo>
                    <a:pt x="2667720" y="2027297"/>
                  </a:lnTo>
                  <a:lnTo>
                    <a:pt x="2667814" y="2027297"/>
                  </a:lnTo>
                  <a:lnTo>
                    <a:pt x="2667908" y="2027297"/>
                  </a:lnTo>
                  <a:lnTo>
                    <a:pt x="2668002" y="2027297"/>
                  </a:lnTo>
                  <a:lnTo>
                    <a:pt x="2668096" y="2027297"/>
                  </a:lnTo>
                  <a:lnTo>
                    <a:pt x="2668190" y="2027297"/>
                  </a:lnTo>
                  <a:lnTo>
                    <a:pt x="2668284" y="2027297"/>
                  </a:lnTo>
                  <a:lnTo>
                    <a:pt x="2668378" y="2027297"/>
                  </a:lnTo>
                  <a:lnTo>
                    <a:pt x="2668472" y="2027297"/>
                  </a:lnTo>
                  <a:lnTo>
                    <a:pt x="2668472" y="2022018"/>
                  </a:lnTo>
                  <a:lnTo>
                    <a:pt x="2668566" y="2022018"/>
                  </a:lnTo>
                  <a:lnTo>
                    <a:pt x="2668660" y="2022018"/>
                  </a:lnTo>
                  <a:lnTo>
                    <a:pt x="2668754" y="2022018"/>
                  </a:lnTo>
                  <a:lnTo>
                    <a:pt x="2668849" y="2022018"/>
                  </a:lnTo>
                  <a:lnTo>
                    <a:pt x="2668943" y="2022018"/>
                  </a:lnTo>
                  <a:lnTo>
                    <a:pt x="2669037" y="2022018"/>
                  </a:lnTo>
                  <a:lnTo>
                    <a:pt x="2669131" y="2022018"/>
                  </a:lnTo>
                  <a:lnTo>
                    <a:pt x="2669225" y="2022018"/>
                  </a:lnTo>
                  <a:lnTo>
                    <a:pt x="2669319" y="2022018"/>
                  </a:lnTo>
                  <a:lnTo>
                    <a:pt x="2669413" y="2022018"/>
                  </a:lnTo>
                  <a:lnTo>
                    <a:pt x="2669507" y="2022018"/>
                  </a:lnTo>
                  <a:lnTo>
                    <a:pt x="2669601" y="2022018"/>
                  </a:lnTo>
                  <a:lnTo>
                    <a:pt x="2669695" y="2022018"/>
                  </a:lnTo>
                  <a:lnTo>
                    <a:pt x="2669789" y="2022018"/>
                  </a:lnTo>
                  <a:lnTo>
                    <a:pt x="2669883" y="2022018"/>
                  </a:lnTo>
                  <a:lnTo>
                    <a:pt x="2669977" y="2022018"/>
                  </a:lnTo>
                  <a:lnTo>
                    <a:pt x="2670071" y="2022018"/>
                  </a:lnTo>
                  <a:lnTo>
                    <a:pt x="2670165" y="2022018"/>
                  </a:lnTo>
                  <a:lnTo>
                    <a:pt x="2670259" y="2022018"/>
                  </a:lnTo>
                  <a:lnTo>
                    <a:pt x="2670353" y="2022018"/>
                  </a:lnTo>
                  <a:lnTo>
                    <a:pt x="2670447" y="2022018"/>
                  </a:lnTo>
                  <a:lnTo>
                    <a:pt x="2670541" y="2022018"/>
                  </a:lnTo>
                  <a:lnTo>
                    <a:pt x="2670635" y="2022018"/>
                  </a:lnTo>
                  <a:lnTo>
                    <a:pt x="2670729" y="2022018"/>
                  </a:lnTo>
                  <a:lnTo>
                    <a:pt x="2670823" y="2022018"/>
                  </a:lnTo>
                  <a:lnTo>
                    <a:pt x="2670917" y="2022018"/>
                  </a:lnTo>
                  <a:lnTo>
                    <a:pt x="2671011" y="2022018"/>
                  </a:lnTo>
                  <a:lnTo>
                    <a:pt x="2671105" y="2022018"/>
                  </a:lnTo>
                  <a:lnTo>
                    <a:pt x="2671199" y="2022018"/>
                  </a:lnTo>
                  <a:lnTo>
                    <a:pt x="2671199" y="2016738"/>
                  </a:lnTo>
                  <a:lnTo>
                    <a:pt x="2671293" y="2016738"/>
                  </a:lnTo>
                  <a:lnTo>
                    <a:pt x="2671387" y="2016738"/>
                  </a:lnTo>
                  <a:lnTo>
                    <a:pt x="2671481" y="2016738"/>
                  </a:lnTo>
                  <a:lnTo>
                    <a:pt x="2671575" y="2016738"/>
                  </a:lnTo>
                  <a:lnTo>
                    <a:pt x="2671669" y="2016738"/>
                  </a:lnTo>
                  <a:lnTo>
                    <a:pt x="2671763" y="2016738"/>
                  </a:lnTo>
                  <a:lnTo>
                    <a:pt x="2671857" y="2016738"/>
                  </a:lnTo>
                  <a:lnTo>
                    <a:pt x="2671951" y="2016738"/>
                  </a:lnTo>
                  <a:lnTo>
                    <a:pt x="2672045" y="2016738"/>
                  </a:lnTo>
                  <a:lnTo>
                    <a:pt x="2672139" y="2016738"/>
                  </a:lnTo>
                  <a:lnTo>
                    <a:pt x="2672233" y="2016738"/>
                  </a:lnTo>
                  <a:lnTo>
                    <a:pt x="2672328" y="2016738"/>
                  </a:lnTo>
                  <a:lnTo>
                    <a:pt x="2672422" y="2016738"/>
                  </a:lnTo>
                  <a:lnTo>
                    <a:pt x="2672516" y="2016738"/>
                  </a:lnTo>
                  <a:lnTo>
                    <a:pt x="2672610" y="2016738"/>
                  </a:lnTo>
                  <a:lnTo>
                    <a:pt x="2672704" y="2016738"/>
                  </a:lnTo>
                  <a:lnTo>
                    <a:pt x="2672798" y="2016738"/>
                  </a:lnTo>
                  <a:lnTo>
                    <a:pt x="2672892" y="2016738"/>
                  </a:lnTo>
                  <a:lnTo>
                    <a:pt x="2672986" y="2016738"/>
                  </a:lnTo>
                  <a:lnTo>
                    <a:pt x="2673080" y="2016738"/>
                  </a:lnTo>
                  <a:lnTo>
                    <a:pt x="2673174" y="2016738"/>
                  </a:lnTo>
                  <a:lnTo>
                    <a:pt x="2673268" y="2016738"/>
                  </a:lnTo>
                  <a:lnTo>
                    <a:pt x="2673362" y="2016738"/>
                  </a:lnTo>
                  <a:lnTo>
                    <a:pt x="2673456" y="2016738"/>
                  </a:lnTo>
                  <a:lnTo>
                    <a:pt x="2673550" y="2016738"/>
                  </a:lnTo>
                  <a:lnTo>
                    <a:pt x="2673644" y="2016738"/>
                  </a:lnTo>
                  <a:lnTo>
                    <a:pt x="2673738" y="2016738"/>
                  </a:lnTo>
                  <a:lnTo>
                    <a:pt x="2673832" y="2016738"/>
                  </a:lnTo>
                  <a:lnTo>
                    <a:pt x="2673926" y="2016738"/>
                  </a:lnTo>
                  <a:lnTo>
                    <a:pt x="2674020" y="2016738"/>
                  </a:lnTo>
                  <a:lnTo>
                    <a:pt x="2674114" y="2016738"/>
                  </a:lnTo>
                  <a:lnTo>
                    <a:pt x="2674208" y="2016738"/>
                  </a:lnTo>
                  <a:lnTo>
                    <a:pt x="2674302" y="2016738"/>
                  </a:lnTo>
                  <a:lnTo>
                    <a:pt x="2674396" y="2016738"/>
                  </a:lnTo>
                  <a:lnTo>
                    <a:pt x="2674490" y="2016738"/>
                  </a:lnTo>
                  <a:lnTo>
                    <a:pt x="2674584" y="2016738"/>
                  </a:lnTo>
                  <a:lnTo>
                    <a:pt x="2674678" y="2016738"/>
                  </a:lnTo>
                  <a:lnTo>
                    <a:pt x="2674772" y="2016738"/>
                  </a:lnTo>
                  <a:lnTo>
                    <a:pt x="2674866" y="2016738"/>
                  </a:lnTo>
                  <a:lnTo>
                    <a:pt x="2674960" y="2016738"/>
                  </a:lnTo>
                  <a:lnTo>
                    <a:pt x="2675054" y="2016738"/>
                  </a:lnTo>
                  <a:lnTo>
                    <a:pt x="2675148" y="2016738"/>
                  </a:lnTo>
                  <a:lnTo>
                    <a:pt x="2675242" y="2016738"/>
                  </a:lnTo>
                  <a:lnTo>
                    <a:pt x="2675336" y="2016738"/>
                  </a:lnTo>
                  <a:lnTo>
                    <a:pt x="2675430" y="2016738"/>
                  </a:lnTo>
                  <a:lnTo>
                    <a:pt x="2675524" y="2016738"/>
                  </a:lnTo>
                  <a:lnTo>
                    <a:pt x="2675618" y="2016738"/>
                  </a:lnTo>
                  <a:lnTo>
                    <a:pt x="2675712" y="2016738"/>
                  </a:lnTo>
                  <a:lnTo>
                    <a:pt x="2675806" y="2016738"/>
                  </a:lnTo>
                  <a:lnTo>
                    <a:pt x="2675901" y="2016738"/>
                  </a:lnTo>
                  <a:lnTo>
                    <a:pt x="2675995" y="2016738"/>
                  </a:lnTo>
                  <a:lnTo>
                    <a:pt x="2676089" y="2016738"/>
                  </a:lnTo>
                  <a:lnTo>
                    <a:pt x="2676183" y="2016738"/>
                  </a:lnTo>
                  <a:lnTo>
                    <a:pt x="2676277" y="2016738"/>
                  </a:lnTo>
                  <a:lnTo>
                    <a:pt x="2676371" y="2016738"/>
                  </a:lnTo>
                  <a:lnTo>
                    <a:pt x="2676465" y="2016738"/>
                  </a:lnTo>
                  <a:lnTo>
                    <a:pt x="2676465" y="2011459"/>
                  </a:lnTo>
                  <a:lnTo>
                    <a:pt x="2676559" y="2011459"/>
                  </a:lnTo>
                  <a:lnTo>
                    <a:pt x="2676653" y="2011459"/>
                  </a:lnTo>
                  <a:lnTo>
                    <a:pt x="2676747" y="2011459"/>
                  </a:lnTo>
                  <a:lnTo>
                    <a:pt x="2676841" y="2011459"/>
                  </a:lnTo>
                  <a:lnTo>
                    <a:pt x="2676935" y="2011459"/>
                  </a:lnTo>
                  <a:lnTo>
                    <a:pt x="2677029" y="2011459"/>
                  </a:lnTo>
                  <a:lnTo>
                    <a:pt x="2677123" y="2011459"/>
                  </a:lnTo>
                  <a:lnTo>
                    <a:pt x="2677217" y="2011459"/>
                  </a:lnTo>
                  <a:lnTo>
                    <a:pt x="2677311" y="2011459"/>
                  </a:lnTo>
                  <a:lnTo>
                    <a:pt x="2677405" y="2011459"/>
                  </a:lnTo>
                  <a:lnTo>
                    <a:pt x="2677499" y="2011459"/>
                  </a:lnTo>
                  <a:lnTo>
                    <a:pt x="2677593" y="2011459"/>
                  </a:lnTo>
                  <a:lnTo>
                    <a:pt x="2677687" y="2011459"/>
                  </a:lnTo>
                  <a:lnTo>
                    <a:pt x="2677781" y="2011459"/>
                  </a:lnTo>
                  <a:lnTo>
                    <a:pt x="2677875" y="2011459"/>
                  </a:lnTo>
                  <a:lnTo>
                    <a:pt x="2677969" y="2011459"/>
                  </a:lnTo>
                  <a:lnTo>
                    <a:pt x="2678063" y="2011459"/>
                  </a:lnTo>
                  <a:lnTo>
                    <a:pt x="2678157" y="2011459"/>
                  </a:lnTo>
                  <a:lnTo>
                    <a:pt x="2678251" y="2011459"/>
                  </a:lnTo>
                  <a:lnTo>
                    <a:pt x="2678345" y="2011459"/>
                  </a:lnTo>
                  <a:lnTo>
                    <a:pt x="2678439" y="2011459"/>
                  </a:lnTo>
                  <a:lnTo>
                    <a:pt x="2678533" y="2011459"/>
                  </a:lnTo>
                  <a:lnTo>
                    <a:pt x="2678627" y="2011459"/>
                  </a:lnTo>
                  <a:lnTo>
                    <a:pt x="2678721" y="2011459"/>
                  </a:lnTo>
                  <a:lnTo>
                    <a:pt x="2678815" y="2011459"/>
                  </a:lnTo>
                  <a:lnTo>
                    <a:pt x="2678909" y="2011459"/>
                  </a:lnTo>
                  <a:lnTo>
                    <a:pt x="2679003" y="2011459"/>
                  </a:lnTo>
                  <a:lnTo>
                    <a:pt x="2679097" y="2011459"/>
                  </a:lnTo>
                  <a:lnTo>
                    <a:pt x="2679191" y="2011459"/>
                  </a:lnTo>
                  <a:lnTo>
                    <a:pt x="2679285" y="2011459"/>
                  </a:lnTo>
                  <a:lnTo>
                    <a:pt x="2679379" y="2011459"/>
                  </a:lnTo>
                  <a:lnTo>
                    <a:pt x="2679474" y="2011459"/>
                  </a:lnTo>
                  <a:lnTo>
                    <a:pt x="2679568" y="2011459"/>
                  </a:lnTo>
                  <a:lnTo>
                    <a:pt x="2679662" y="2011459"/>
                  </a:lnTo>
                  <a:lnTo>
                    <a:pt x="2679756" y="2011459"/>
                  </a:lnTo>
                  <a:lnTo>
                    <a:pt x="2679850" y="2011459"/>
                  </a:lnTo>
                  <a:lnTo>
                    <a:pt x="2679944" y="2011459"/>
                  </a:lnTo>
                  <a:lnTo>
                    <a:pt x="2680038" y="2011459"/>
                  </a:lnTo>
                  <a:lnTo>
                    <a:pt x="2680132" y="2011459"/>
                  </a:lnTo>
                  <a:lnTo>
                    <a:pt x="2680226" y="2011459"/>
                  </a:lnTo>
                  <a:lnTo>
                    <a:pt x="2680320" y="2011459"/>
                  </a:lnTo>
                  <a:lnTo>
                    <a:pt x="2680414" y="2011459"/>
                  </a:lnTo>
                  <a:lnTo>
                    <a:pt x="2680508" y="2011459"/>
                  </a:lnTo>
                  <a:lnTo>
                    <a:pt x="2680602" y="2011459"/>
                  </a:lnTo>
                  <a:lnTo>
                    <a:pt x="2680696" y="2011459"/>
                  </a:lnTo>
                  <a:lnTo>
                    <a:pt x="2680790" y="2011459"/>
                  </a:lnTo>
                  <a:lnTo>
                    <a:pt x="2680884" y="2011459"/>
                  </a:lnTo>
                  <a:lnTo>
                    <a:pt x="2680978" y="2011459"/>
                  </a:lnTo>
                  <a:lnTo>
                    <a:pt x="2681072" y="2011459"/>
                  </a:lnTo>
                  <a:lnTo>
                    <a:pt x="2681166" y="2011459"/>
                  </a:lnTo>
                  <a:lnTo>
                    <a:pt x="2681260" y="2011459"/>
                  </a:lnTo>
                  <a:lnTo>
                    <a:pt x="2681354" y="2011459"/>
                  </a:lnTo>
                  <a:lnTo>
                    <a:pt x="2681448" y="2011459"/>
                  </a:lnTo>
                  <a:lnTo>
                    <a:pt x="2681542" y="2011459"/>
                  </a:lnTo>
                  <a:lnTo>
                    <a:pt x="2681636" y="2011459"/>
                  </a:lnTo>
                  <a:lnTo>
                    <a:pt x="2681730" y="2011459"/>
                  </a:lnTo>
                  <a:lnTo>
                    <a:pt x="2681824" y="2011459"/>
                  </a:lnTo>
                  <a:lnTo>
                    <a:pt x="2681918" y="2011459"/>
                  </a:lnTo>
                  <a:lnTo>
                    <a:pt x="2681918" y="2006180"/>
                  </a:lnTo>
                  <a:lnTo>
                    <a:pt x="2682012" y="2006180"/>
                  </a:lnTo>
                  <a:lnTo>
                    <a:pt x="2682106" y="2006180"/>
                  </a:lnTo>
                  <a:lnTo>
                    <a:pt x="2682200" y="2006180"/>
                  </a:lnTo>
                  <a:lnTo>
                    <a:pt x="2682294" y="2006180"/>
                  </a:lnTo>
                  <a:lnTo>
                    <a:pt x="2682388" y="2006180"/>
                  </a:lnTo>
                  <a:lnTo>
                    <a:pt x="2682482" y="2006180"/>
                  </a:lnTo>
                  <a:lnTo>
                    <a:pt x="2682576" y="2006180"/>
                  </a:lnTo>
                  <a:lnTo>
                    <a:pt x="2682670" y="2006180"/>
                  </a:lnTo>
                  <a:lnTo>
                    <a:pt x="2682764" y="2006180"/>
                  </a:lnTo>
                  <a:lnTo>
                    <a:pt x="2682858" y="2006180"/>
                  </a:lnTo>
                  <a:lnTo>
                    <a:pt x="2682953" y="2006180"/>
                  </a:lnTo>
                  <a:lnTo>
                    <a:pt x="2683047" y="2006180"/>
                  </a:lnTo>
                  <a:lnTo>
                    <a:pt x="2683141" y="2006180"/>
                  </a:lnTo>
                  <a:lnTo>
                    <a:pt x="2683235" y="2006180"/>
                  </a:lnTo>
                  <a:lnTo>
                    <a:pt x="2683329" y="2006180"/>
                  </a:lnTo>
                  <a:lnTo>
                    <a:pt x="2683423" y="2006180"/>
                  </a:lnTo>
                  <a:lnTo>
                    <a:pt x="2683517" y="2006180"/>
                  </a:lnTo>
                  <a:lnTo>
                    <a:pt x="2683611" y="2006180"/>
                  </a:lnTo>
                  <a:lnTo>
                    <a:pt x="2683705" y="2006180"/>
                  </a:lnTo>
                  <a:lnTo>
                    <a:pt x="2683799" y="2006180"/>
                  </a:lnTo>
                  <a:lnTo>
                    <a:pt x="2683893" y="2006180"/>
                  </a:lnTo>
                  <a:lnTo>
                    <a:pt x="2683987" y="2006180"/>
                  </a:lnTo>
                  <a:lnTo>
                    <a:pt x="2684081" y="2006180"/>
                  </a:lnTo>
                  <a:lnTo>
                    <a:pt x="2684175" y="2006180"/>
                  </a:lnTo>
                  <a:lnTo>
                    <a:pt x="2684269" y="2006180"/>
                  </a:lnTo>
                  <a:lnTo>
                    <a:pt x="2684363" y="2006180"/>
                  </a:lnTo>
                  <a:lnTo>
                    <a:pt x="2684457" y="2006180"/>
                  </a:lnTo>
                  <a:lnTo>
                    <a:pt x="2684551" y="2006180"/>
                  </a:lnTo>
                  <a:lnTo>
                    <a:pt x="2684645" y="2006180"/>
                  </a:lnTo>
                  <a:lnTo>
                    <a:pt x="2684739" y="2006180"/>
                  </a:lnTo>
                  <a:lnTo>
                    <a:pt x="2684833" y="2006180"/>
                  </a:lnTo>
                  <a:lnTo>
                    <a:pt x="2684927" y="2006180"/>
                  </a:lnTo>
                  <a:lnTo>
                    <a:pt x="2685021" y="2006180"/>
                  </a:lnTo>
                  <a:lnTo>
                    <a:pt x="2685115" y="2006180"/>
                  </a:lnTo>
                  <a:lnTo>
                    <a:pt x="2685209" y="2006180"/>
                  </a:lnTo>
                  <a:lnTo>
                    <a:pt x="2685209" y="2000900"/>
                  </a:lnTo>
                  <a:lnTo>
                    <a:pt x="2685303" y="2000900"/>
                  </a:lnTo>
                  <a:lnTo>
                    <a:pt x="2685397" y="2000900"/>
                  </a:lnTo>
                  <a:lnTo>
                    <a:pt x="2685491" y="2000900"/>
                  </a:lnTo>
                  <a:lnTo>
                    <a:pt x="2685585" y="2000900"/>
                  </a:lnTo>
                  <a:lnTo>
                    <a:pt x="2685679" y="2000900"/>
                  </a:lnTo>
                  <a:lnTo>
                    <a:pt x="2685773" y="2000900"/>
                  </a:lnTo>
                  <a:lnTo>
                    <a:pt x="2685867" y="2000900"/>
                  </a:lnTo>
                  <a:lnTo>
                    <a:pt x="2685961" y="2000900"/>
                  </a:lnTo>
                  <a:lnTo>
                    <a:pt x="2686055" y="2000900"/>
                  </a:lnTo>
                  <a:lnTo>
                    <a:pt x="2686149" y="2000900"/>
                  </a:lnTo>
                  <a:lnTo>
                    <a:pt x="2686243" y="2000900"/>
                  </a:lnTo>
                  <a:lnTo>
                    <a:pt x="2686337" y="2000900"/>
                  </a:lnTo>
                  <a:lnTo>
                    <a:pt x="2686431" y="2000900"/>
                  </a:lnTo>
                  <a:lnTo>
                    <a:pt x="2686526" y="2000900"/>
                  </a:lnTo>
                  <a:lnTo>
                    <a:pt x="2686620" y="2000900"/>
                  </a:lnTo>
                  <a:lnTo>
                    <a:pt x="2686714" y="2000900"/>
                  </a:lnTo>
                  <a:lnTo>
                    <a:pt x="2686808" y="2000900"/>
                  </a:lnTo>
                  <a:lnTo>
                    <a:pt x="2686902" y="2000900"/>
                  </a:lnTo>
                  <a:lnTo>
                    <a:pt x="2686996" y="2000900"/>
                  </a:lnTo>
                  <a:lnTo>
                    <a:pt x="2687090" y="2000900"/>
                  </a:lnTo>
                  <a:lnTo>
                    <a:pt x="2687184" y="2000900"/>
                  </a:lnTo>
                  <a:lnTo>
                    <a:pt x="2687278" y="2000900"/>
                  </a:lnTo>
                  <a:lnTo>
                    <a:pt x="2687372" y="2000900"/>
                  </a:lnTo>
                  <a:lnTo>
                    <a:pt x="2687466" y="2000900"/>
                  </a:lnTo>
                  <a:lnTo>
                    <a:pt x="2687560" y="2000900"/>
                  </a:lnTo>
                  <a:lnTo>
                    <a:pt x="2687654" y="2000900"/>
                  </a:lnTo>
                  <a:lnTo>
                    <a:pt x="2687748" y="2000900"/>
                  </a:lnTo>
                  <a:lnTo>
                    <a:pt x="2687842" y="2000900"/>
                  </a:lnTo>
                  <a:lnTo>
                    <a:pt x="2687936" y="2000900"/>
                  </a:lnTo>
                  <a:lnTo>
                    <a:pt x="2688030" y="2000900"/>
                  </a:lnTo>
                  <a:lnTo>
                    <a:pt x="2688124" y="2000900"/>
                  </a:lnTo>
                  <a:lnTo>
                    <a:pt x="2688218" y="2000900"/>
                  </a:lnTo>
                  <a:lnTo>
                    <a:pt x="2688218" y="1995621"/>
                  </a:lnTo>
                  <a:lnTo>
                    <a:pt x="2688218" y="1990341"/>
                  </a:lnTo>
                  <a:lnTo>
                    <a:pt x="2688312" y="1990341"/>
                  </a:lnTo>
                  <a:lnTo>
                    <a:pt x="2688406" y="1990341"/>
                  </a:lnTo>
                  <a:lnTo>
                    <a:pt x="2688500" y="1990341"/>
                  </a:lnTo>
                  <a:lnTo>
                    <a:pt x="2688594" y="1990341"/>
                  </a:lnTo>
                  <a:lnTo>
                    <a:pt x="2688688" y="1990341"/>
                  </a:lnTo>
                  <a:lnTo>
                    <a:pt x="2688782" y="1990341"/>
                  </a:lnTo>
                  <a:lnTo>
                    <a:pt x="2688876" y="1990341"/>
                  </a:lnTo>
                  <a:lnTo>
                    <a:pt x="2688970" y="1990341"/>
                  </a:lnTo>
                  <a:lnTo>
                    <a:pt x="2689064" y="1990341"/>
                  </a:lnTo>
                  <a:lnTo>
                    <a:pt x="2689158" y="1990341"/>
                  </a:lnTo>
                  <a:lnTo>
                    <a:pt x="2689252" y="1990341"/>
                  </a:lnTo>
                  <a:lnTo>
                    <a:pt x="2689346" y="1990341"/>
                  </a:lnTo>
                  <a:lnTo>
                    <a:pt x="2689440" y="1990341"/>
                  </a:lnTo>
                  <a:lnTo>
                    <a:pt x="2689534" y="1990341"/>
                  </a:lnTo>
                  <a:lnTo>
                    <a:pt x="2689628" y="1990341"/>
                  </a:lnTo>
                  <a:lnTo>
                    <a:pt x="2689722" y="1990341"/>
                  </a:lnTo>
                  <a:lnTo>
                    <a:pt x="2689816" y="1990341"/>
                  </a:lnTo>
                  <a:lnTo>
                    <a:pt x="2689910" y="1990341"/>
                  </a:lnTo>
                  <a:lnTo>
                    <a:pt x="2690004" y="1990341"/>
                  </a:lnTo>
                  <a:lnTo>
                    <a:pt x="2690099" y="1990341"/>
                  </a:lnTo>
                  <a:lnTo>
                    <a:pt x="2690193" y="1990341"/>
                  </a:lnTo>
                  <a:lnTo>
                    <a:pt x="2690287" y="1990341"/>
                  </a:lnTo>
                  <a:lnTo>
                    <a:pt x="2690381" y="1990341"/>
                  </a:lnTo>
                  <a:lnTo>
                    <a:pt x="2690475" y="1990341"/>
                  </a:lnTo>
                  <a:lnTo>
                    <a:pt x="2690569" y="1990341"/>
                  </a:lnTo>
                  <a:lnTo>
                    <a:pt x="2690663" y="1990341"/>
                  </a:lnTo>
                  <a:lnTo>
                    <a:pt x="2690757" y="1990341"/>
                  </a:lnTo>
                  <a:lnTo>
                    <a:pt x="2690851" y="1990341"/>
                  </a:lnTo>
                  <a:lnTo>
                    <a:pt x="2690945" y="1990341"/>
                  </a:lnTo>
                  <a:lnTo>
                    <a:pt x="2691039" y="1990341"/>
                  </a:lnTo>
                  <a:lnTo>
                    <a:pt x="2691133" y="1990341"/>
                  </a:lnTo>
                  <a:lnTo>
                    <a:pt x="2691227" y="1990341"/>
                  </a:lnTo>
                  <a:lnTo>
                    <a:pt x="2691321" y="1990341"/>
                  </a:lnTo>
                  <a:lnTo>
                    <a:pt x="2691415" y="1990341"/>
                  </a:lnTo>
                  <a:lnTo>
                    <a:pt x="2691509" y="1990341"/>
                  </a:lnTo>
                  <a:lnTo>
                    <a:pt x="2691603" y="1990341"/>
                  </a:lnTo>
                  <a:lnTo>
                    <a:pt x="2691697" y="1990341"/>
                  </a:lnTo>
                  <a:lnTo>
                    <a:pt x="2691791" y="1990341"/>
                  </a:lnTo>
                  <a:lnTo>
                    <a:pt x="2691885" y="1990341"/>
                  </a:lnTo>
                  <a:lnTo>
                    <a:pt x="2691979" y="1990341"/>
                  </a:lnTo>
                  <a:lnTo>
                    <a:pt x="2691979" y="1985062"/>
                  </a:lnTo>
                  <a:lnTo>
                    <a:pt x="2692073" y="1985062"/>
                  </a:lnTo>
                  <a:lnTo>
                    <a:pt x="2692167" y="1985062"/>
                  </a:lnTo>
                  <a:lnTo>
                    <a:pt x="2692261" y="1985062"/>
                  </a:lnTo>
                  <a:lnTo>
                    <a:pt x="2692355" y="1985062"/>
                  </a:lnTo>
                  <a:lnTo>
                    <a:pt x="2692449" y="1985062"/>
                  </a:lnTo>
                  <a:lnTo>
                    <a:pt x="2692543" y="1985062"/>
                  </a:lnTo>
                  <a:lnTo>
                    <a:pt x="2692637" y="1985062"/>
                  </a:lnTo>
                  <a:lnTo>
                    <a:pt x="2692731" y="1985062"/>
                  </a:lnTo>
                  <a:lnTo>
                    <a:pt x="2692825" y="1985062"/>
                  </a:lnTo>
                  <a:lnTo>
                    <a:pt x="2692919" y="1985062"/>
                  </a:lnTo>
                  <a:lnTo>
                    <a:pt x="2693013" y="1985062"/>
                  </a:lnTo>
                  <a:lnTo>
                    <a:pt x="2693107" y="1985062"/>
                  </a:lnTo>
                  <a:lnTo>
                    <a:pt x="2693201" y="1985062"/>
                  </a:lnTo>
                  <a:lnTo>
                    <a:pt x="2693295" y="1985062"/>
                  </a:lnTo>
                  <a:lnTo>
                    <a:pt x="2693389" y="1985062"/>
                  </a:lnTo>
                  <a:lnTo>
                    <a:pt x="2693483" y="1985062"/>
                  </a:lnTo>
                  <a:lnTo>
                    <a:pt x="2693578" y="1985062"/>
                  </a:lnTo>
                  <a:lnTo>
                    <a:pt x="2693672" y="1985062"/>
                  </a:lnTo>
                  <a:lnTo>
                    <a:pt x="2693766" y="1985062"/>
                  </a:lnTo>
                  <a:lnTo>
                    <a:pt x="2693860" y="1985062"/>
                  </a:lnTo>
                  <a:lnTo>
                    <a:pt x="2693954" y="1985062"/>
                  </a:lnTo>
                  <a:lnTo>
                    <a:pt x="2694048" y="1985062"/>
                  </a:lnTo>
                  <a:lnTo>
                    <a:pt x="2694142" y="1985062"/>
                  </a:lnTo>
                  <a:lnTo>
                    <a:pt x="2694236" y="1985062"/>
                  </a:lnTo>
                  <a:lnTo>
                    <a:pt x="2694330" y="1985062"/>
                  </a:lnTo>
                  <a:lnTo>
                    <a:pt x="2694424" y="1985062"/>
                  </a:lnTo>
                  <a:lnTo>
                    <a:pt x="2694518" y="1985062"/>
                  </a:lnTo>
                  <a:lnTo>
                    <a:pt x="2694612" y="1985062"/>
                  </a:lnTo>
                  <a:lnTo>
                    <a:pt x="2694706" y="1985062"/>
                  </a:lnTo>
                  <a:lnTo>
                    <a:pt x="2694800" y="1985062"/>
                  </a:lnTo>
                  <a:lnTo>
                    <a:pt x="2694894" y="1985062"/>
                  </a:lnTo>
                  <a:lnTo>
                    <a:pt x="2694988" y="1985062"/>
                  </a:lnTo>
                  <a:lnTo>
                    <a:pt x="2695082" y="1985062"/>
                  </a:lnTo>
                  <a:lnTo>
                    <a:pt x="2695176" y="1985062"/>
                  </a:lnTo>
                  <a:lnTo>
                    <a:pt x="2695270" y="1985062"/>
                  </a:lnTo>
                  <a:lnTo>
                    <a:pt x="2695364" y="1985062"/>
                  </a:lnTo>
                  <a:lnTo>
                    <a:pt x="2695458" y="1985062"/>
                  </a:lnTo>
                  <a:lnTo>
                    <a:pt x="2695552" y="1985062"/>
                  </a:lnTo>
                  <a:lnTo>
                    <a:pt x="2695646" y="1985062"/>
                  </a:lnTo>
                  <a:lnTo>
                    <a:pt x="2695740" y="1985062"/>
                  </a:lnTo>
                  <a:lnTo>
                    <a:pt x="2695834" y="1985062"/>
                  </a:lnTo>
                  <a:lnTo>
                    <a:pt x="2695928" y="1985062"/>
                  </a:lnTo>
                  <a:lnTo>
                    <a:pt x="2696022" y="1985062"/>
                  </a:lnTo>
                  <a:lnTo>
                    <a:pt x="2696116" y="1985062"/>
                  </a:lnTo>
                  <a:lnTo>
                    <a:pt x="2696210" y="1985062"/>
                  </a:lnTo>
                  <a:lnTo>
                    <a:pt x="2696304" y="1985062"/>
                  </a:lnTo>
                  <a:lnTo>
                    <a:pt x="2696398" y="1985062"/>
                  </a:lnTo>
                  <a:lnTo>
                    <a:pt x="2696492" y="1985062"/>
                  </a:lnTo>
                  <a:lnTo>
                    <a:pt x="2696586" y="1985062"/>
                  </a:lnTo>
                  <a:lnTo>
                    <a:pt x="2696680" y="1985062"/>
                  </a:lnTo>
                  <a:lnTo>
                    <a:pt x="2696774" y="1985062"/>
                  </a:lnTo>
                  <a:lnTo>
                    <a:pt x="2696868" y="1985062"/>
                  </a:lnTo>
                  <a:lnTo>
                    <a:pt x="2696962" y="1985062"/>
                  </a:lnTo>
                  <a:lnTo>
                    <a:pt x="2697056" y="1985062"/>
                  </a:lnTo>
                  <a:lnTo>
                    <a:pt x="2697056" y="1979782"/>
                  </a:lnTo>
                  <a:lnTo>
                    <a:pt x="2697151" y="1979782"/>
                  </a:lnTo>
                  <a:lnTo>
                    <a:pt x="2697245" y="1979782"/>
                  </a:lnTo>
                  <a:lnTo>
                    <a:pt x="2697339" y="1979782"/>
                  </a:lnTo>
                  <a:lnTo>
                    <a:pt x="2697433" y="1979782"/>
                  </a:lnTo>
                  <a:lnTo>
                    <a:pt x="2697527" y="1979782"/>
                  </a:lnTo>
                  <a:lnTo>
                    <a:pt x="2697621" y="1979782"/>
                  </a:lnTo>
                  <a:lnTo>
                    <a:pt x="2697715" y="1979782"/>
                  </a:lnTo>
                  <a:lnTo>
                    <a:pt x="2697809" y="1979782"/>
                  </a:lnTo>
                  <a:lnTo>
                    <a:pt x="2697903" y="1979782"/>
                  </a:lnTo>
                  <a:lnTo>
                    <a:pt x="2697997" y="1979782"/>
                  </a:lnTo>
                  <a:lnTo>
                    <a:pt x="2698091" y="1979782"/>
                  </a:lnTo>
                  <a:lnTo>
                    <a:pt x="2698185" y="1979782"/>
                  </a:lnTo>
                  <a:lnTo>
                    <a:pt x="2698279" y="1979782"/>
                  </a:lnTo>
                  <a:lnTo>
                    <a:pt x="2698373" y="1979782"/>
                  </a:lnTo>
                  <a:lnTo>
                    <a:pt x="2698467" y="1979782"/>
                  </a:lnTo>
                  <a:lnTo>
                    <a:pt x="2698561" y="1979782"/>
                  </a:lnTo>
                  <a:lnTo>
                    <a:pt x="2698655" y="1979782"/>
                  </a:lnTo>
                  <a:lnTo>
                    <a:pt x="2698749" y="1979782"/>
                  </a:lnTo>
                  <a:lnTo>
                    <a:pt x="2698843" y="1979782"/>
                  </a:lnTo>
                  <a:lnTo>
                    <a:pt x="2698937" y="1979782"/>
                  </a:lnTo>
                  <a:lnTo>
                    <a:pt x="2699031" y="1979782"/>
                  </a:lnTo>
                  <a:lnTo>
                    <a:pt x="2699125" y="1979782"/>
                  </a:lnTo>
                  <a:lnTo>
                    <a:pt x="2699219" y="1979782"/>
                  </a:lnTo>
                  <a:lnTo>
                    <a:pt x="2699313" y="1979782"/>
                  </a:lnTo>
                  <a:lnTo>
                    <a:pt x="2699407" y="1979782"/>
                  </a:lnTo>
                  <a:lnTo>
                    <a:pt x="2699501" y="1979782"/>
                  </a:lnTo>
                  <a:lnTo>
                    <a:pt x="2699595" y="1979782"/>
                  </a:lnTo>
                  <a:lnTo>
                    <a:pt x="2699689" y="1979782"/>
                  </a:lnTo>
                  <a:lnTo>
                    <a:pt x="2699783" y="1979782"/>
                  </a:lnTo>
                  <a:lnTo>
                    <a:pt x="2699877" y="1979782"/>
                  </a:lnTo>
                  <a:lnTo>
                    <a:pt x="2699971" y="1979782"/>
                  </a:lnTo>
                  <a:lnTo>
                    <a:pt x="2700065" y="1979782"/>
                  </a:lnTo>
                  <a:lnTo>
                    <a:pt x="2700159" y="1979782"/>
                  </a:lnTo>
                  <a:lnTo>
                    <a:pt x="2700253" y="1979782"/>
                  </a:lnTo>
                  <a:lnTo>
                    <a:pt x="2700347" y="1979782"/>
                  </a:lnTo>
                  <a:lnTo>
                    <a:pt x="2700441" y="1979782"/>
                  </a:lnTo>
                  <a:lnTo>
                    <a:pt x="2700535" y="1979782"/>
                  </a:lnTo>
                  <a:lnTo>
                    <a:pt x="2700629" y="1979782"/>
                  </a:lnTo>
                  <a:lnTo>
                    <a:pt x="2700724" y="1979782"/>
                  </a:lnTo>
                  <a:lnTo>
                    <a:pt x="2700818" y="1979782"/>
                  </a:lnTo>
                  <a:lnTo>
                    <a:pt x="2700912" y="1979782"/>
                  </a:lnTo>
                  <a:lnTo>
                    <a:pt x="2700912" y="1974503"/>
                  </a:lnTo>
                  <a:lnTo>
                    <a:pt x="2701006" y="1974503"/>
                  </a:lnTo>
                  <a:lnTo>
                    <a:pt x="2701100" y="1974503"/>
                  </a:lnTo>
                  <a:lnTo>
                    <a:pt x="2701194" y="1974503"/>
                  </a:lnTo>
                  <a:lnTo>
                    <a:pt x="2701288" y="1974503"/>
                  </a:lnTo>
                  <a:lnTo>
                    <a:pt x="2701382" y="1974503"/>
                  </a:lnTo>
                  <a:lnTo>
                    <a:pt x="2701476" y="1974503"/>
                  </a:lnTo>
                  <a:lnTo>
                    <a:pt x="2701570" y="1974503"/>
                  </a:lnTo>
                  <a:lnTo>
                    <a:pt x="2701664" y="1974503"/>
                  </a:lnTo>
                  <a:lnTo>
                    <a:pt x="2701758" y="1974503"/>
                  </a:lnTo>
                  <a:lnTo>
                    <a:pt x="2701852" y="1974503"/>
                  </a:lnTo>
                  <a:lnTo>
                    <a:pt x="2701946" y="1974503"/>
                  </a:lnTo>
                  <a:lnTo>
                    <a:pt x="2702040" y="1974503"/>
                  </a:lnTo>
                  <a:lnTo>
                    <a:pt x="2702134" y="1974503"/>
                  </a:lnTo>
                  <a:lnTo>
                    <a:pt x="2702228" y="1974503"/>
                  </a:lnTo>
                  <a:lnTo>
                    <a:pt x="2702322" y="1974503"/>
                  </a:lnTo>
                  <a:lnTo>
                    <a:pt x="2702416" y="1974503"/>
                  </a:lnTo>
                  <a:lnTo>
                    <a:pt x="2702510" y="1974503"/>
                  </a:lnTo>
                  <a:lnTo>
                    <a:pt x="2702604" y="1974503"/>
                  </a:lnTo>
                  <a:lnTo>
                    <a:pt x="2702698" y="1974503"/>
                  </a:lnTo>
                  <a:lnTo>
                    <a:pt x="2702792" y="1974503"/>
                  </a:lnTo>
                  <a:lnTo>
                    <a:pt x="2702886" y="1974503"/>
                  </a:lnTo>
                  <a:lnTo>
                    <a:pt x="2702980" y="1974503"/>
                  </a:lnTo>
                  <a:lnTo>
                    <a:pt x="2703074" y="1974503"/>
                  </a:lnTo>
                  <a:lnTo>
                    <a:pt x="2703168" y="1974503"/>
                  </a:lnTo>
                  <a:lnTo>
                    <a:pt x="2703262" y="1974503"/>
                  </a:lnTo>
                  <a:lnTo>
                    <a:pt x="2703356" y="1974503"/>
                  </a:lnTo>
                  <a:lnTo>
                    <a:pt x="2703450" y="1974503"/>
                  </a:lnTo>
                  <a:lnTo>
                    <a:pt x="2703544" y="1974503"/>
                  </a:lnTo>
                  <a:lnTo>
                    <a:pt x="2703638" y="1974503"/>
                  </a:lnTo>
                  <a:lnTo>
                    <a:pt x="2703732" y="1974503"/>
                  </a:lnTo>
                  <a:lnTo>
                    <a:pt x="2703826" y="1974503"/>
                  </a:lnTo>
                  <a:lnTo>
                    <a:pt x="2703920" y="1974503"/>
                  </a:lnTo>
                  <a:lnTo>
                    <a:pt x="2704014" y="1974503"/>
                  </a:lnTo>
                  <a:lnTo>
                    <a:pt x="2704108" y="1974503"/>
                  </a:lnTo>
                  <a:lnTo>
                    <a:pt x="2704203" y="1974503"/>
                  </a:lnTo>
                  <a:lnTo>
                    <a:pt x="2704297" y="1974503"/>
                  </a:lnTo>
                  <a:lnTo>
                    <a:pt x="2704391" y="1974503"/>
                  </a:lnTo>
                  <a:lnTo>
                    <a:pt x="2704485" y="1974503"/>
                  </a:lnTo>
                  <a:lnTo>
                    <a:pt x="2704579" y="1974503"/>
                  </a:lnTo>
                  <a:lnTo>
                    <a:pt x="2704673" y="1974503"/>
                  </a:lnTo>
                  <a:lnTo>
                    <a:pt x="2704767" y="1974503"/>
                  </a:lnTo>
                  <a:lnTo>
                    <a:pt x="2704861" y="1974503"/>
                  </a:lnTo>
                  <a:lnTo>
                    <a:pt x="2704955" y="1974503"/>
                  </a:lnTo>
                  <a:lnTo>
                    <a:pt x="2705049" y="1974503"/>
                  </a:lnTo>
                  <a:lnTo>
                    <a:pt x="2705143" y="1974503"/>
                  </a:lnTo>
                  <a:lnTo>
                    <a:pt x="2705237" y="1974503"/>
                  </a:lnTo>
                  <a:lnTo>
                    <a:pt x="2705331" y="1974503"/>
                  </a:lnTo>
                  <a:lnTo>
                    <a:pt x="2705425" y="1974503"/>
                  </a:lnTo>
                  <a:lnTo>
                    <a:pt x="2705519" y="1974503"/>
                  </a:lnTo>
                  <a:lnTo>
                    <a:pt x="2705613" y="1974503"/>
                  </a:lnTo>
                  <a:lnTo>
                    <a:pt x="2705707" y="1974503"/>
                  </a:lnTo>
                  <a:lnTo>
                    <a:pt x="2705801" y="1974503"/>
                  </a:lnTo>
                  <a:lnTo>
                    <a:pt x="2705895" y="1974503"/>
                  </a:lnTo>
                  <a:lnTo>
                    <a:pt x="2705989" y="1974503"/>
                  </a:lnTo>
                  <a:lnTo>
                    <a:pt x="2706083" y="1974503"/>
                  </a:lnTo>
                  <a:lnTo>
                    <a:pt x="2706177" y="1974503"/>
                  </a:lnTo>
                  <a:lnTo>
                    <a:pt x="2706271" y="1974503"/>
                  </a:lnTo>
                  <a:lnTo>
                    <a:pt x="2706365" y="1974503"/>
                  </a:lnTo>
                  <a:lnTo>
                    <a:pt x="2706459" y="1974503"/>
                  </a:lnTo>
                  <a:lnTo>
                    <a:pt x="2706553" y="1974503"/>
                  </a:lnTo>
                  <a:lnTo>
                    <a:pt x="2706647" y="1974503"/>
                  </a:lnTo>
                  <a:lnTo>
                    <a:pt x="2706741" y="1974503"/>
                  </a:lnTo>
                  <a:lnTo>
                    <a:pt x="2706835" y="1974503"/>
                  </a:lnTo>
                  <a:lnTo>
                    <a:pt x="2706929" y="1974503"/>
                  </a:lnTo>
                  <a:lnTo>
                    <a:pt x="2707023" y="1974503"/>
                  </a:lnTo>
                  <a:lnTo>
                    <a:pt x="2707117" y="1974503"/>
                  </a:lnTo>
                  <a:lnTo>
                    <a:pt x="2707211" y="1974503"/>
                  </a:lnTo>
                  <a:lnTo>
                    <a:pt x="2707305" y="1974503"/>
                  </a:lnTo>
                  <a:lnTo>
                    <a:pt x="2707399" y="1974503"/>
                  </a:lnTo>
                  <a:lnTo>
                    <a:pt x="2707493" y="1974503"/>
                  </a:lnTo>
                  <a:lnTo>
                    <a:pt x="2707587" y="1974503"/>
                  </a:lnTo>
                  <a:lnTo>
                    <a:pt x="2707681" y="1974503"/>
                  </a:lnTo>
                  <a:lnTo>
                    <a:pt x="2707776" y="1974503"/>
                  </a:lnTo>
                  <a:lnTo>
                    <a:pt x="2707870" y="1974503"/>
                  </a:lnTo>
                  <a:lnTo>
                    <a:pt x="2707964" y="1974503"/>
                  </a:lnTo>
                  <a:lnTo>
                    <a:pt x="2708058" y="1974503"/>
                  </a:lnTo>
                  <a:lnTo>
                    <a:pt x="2708152" y="1974503"/>
                  </a:lnTo>
                  <a:lnTo>
                    <a:pt x="2708246" y="1974503"/>
                  </a:lnTo>
                  <a:lnTo>
                    <a:pt x="2708340" y="1974503"/>
                  </a:lnTo>
                  <a:lnTo>
                    <a:pt x="2708434" y="1974503"/>
                  </a:lnTo>
                  <a:lnTo>
                    <a:pt x="2708528" y="1974503"/>
                  </a:lnTo>
                  <a:lnTo>
                    <a:pt x="2708622" y="1974503"/>
                  </a:lnTo>
                  <a:lnTo>
                    <a:pt x="2708716" y="1974503"/>
                  </a:lnTo>
                  <a:lnTo>
                    <a:pt x="2708810" y="1974503"/>
                  </a:lnTo>
                  <a:lnTo>
                    <a:pt x="2708904" y="1974503"/>
                  </a:lnTo>
                  <a:lnTo>
                    <a:pt x="2708998" y="1974503"/>
                  </a:lnTo>
                  <a:lnTo>
                    <a:pt x="2709092" y="1974503"/>
                  </a:lnTo>
                  <a:lnTo>
                    <a:pt x="2709186" y="1974503"/>
                  </a:lnTo>
                  <a:lnTo>
                    <a:pt x="2709280" y="1974503"/>
                  </a:lnTo>
                  <a:lnTo>
                    <a:pt x="2709374" y="1974503"/>
                  </a:lnTo>
                  <a:lnTo>
                    <a:pt x="2709468" y="1974503"/>
                  </a:lnTo>
                  <a:lnTo>
                    <a:pt x="2709562" y="1974503"/>
                  </a:lnTo>
                  <a:lnTo>
                    <a:pt x="2709656" y="1974503"/>
                  </a:lnTo>
                  <a:lnTo>
                    <a:pt x="2709750" y="1974503"/>
                  </a:lnTo>
                  <a:lnTo>
                    <a:pt x="2709844" y="1974503"/>
                  </a:lnTo>
                  <a:lnTo>
                    <a:pt x="2709938" y="1974503"/>
                  </a:lnTo>
                  <a:lnTo>
                    <a:pt x="2710032" y="1974503"/>
                  </a:lnTo>
                  <a:lnTo>
                    <a:pt x="2710126" y="1974503"/>
                  </a:lnTo>
                  <a:lnTo>
                    <a:pt x="2710220" y="1974503"/>
                  </a:lnTo>
                  <a:lnTo>
                    <a:pt x="2710314" y="1974503"/>
                  </a:lnTo>
                  <a:lnTo>
                    <a:pt x="2710408" y="1974503"/>
                  </a:lnTo>
                  <a:lnTo>
                    <a:pt x="2710502" y="1974503"/>
                  </a:lnTo>
                  <a:lnTo>
                    <a:pt x="2710596" y="1974503"/>
                  </a:lnTo>
                  <a:lnTo>
                    <a:pt x="2710690" y="1974503"/>
                  </a:lnTo>
                  <a:lnTo>
                    <a:pt x="2710784" y="1974503"/>
                  </a:lnTo>
                  <a:lnTo>
                    <a:pt x="2710878" y="1974503"/>
                  </a:lnTo>
                  <a:lnTo>
                    <a:pt x="2710972" y="1974503"/>
                  </a:lnTo>
                  <a:lnTo>
                    <a:pt x="2711066" y="1974503"/>
                  </a:lnTo>
                  <a:lnTo>
                    <a:pt x="2711160" y="1974503"/>
                  </a:lnTo>
                  <a:lnTo>
                    <a:pt x="2711254" y="1974503"/>
                  </a:lnTo>
                  <a:lnTo>
                    <a:pt x="2711349" y="1974503"/>
                  </a:lnTo>
                  <a:lnTo>
                    <a:pt x="2711443" y="1974503"/>
                  </a:lnTo>
                  <a:lnTo>
                    <a:pt x="2711537" y="1974503"/>
                  </a:lnTo>
                  <a:lnTo>
                    <a:pt x="2711631" y="1974503"/>
                  </a:lnTo>
                  <a:lnTo>
                    <a:pt x="2711725" y="1974503"/>
                  </a:lnTo>
                  <a:lnTo>
                    <a:pt x="2711819" y="1974503"/>
                  </a:lnTo>
                  <a:lnTo>
                    <a:pt x="2711913" y="1974503"/>
                  </a:lnTo>
                  <a:lnTo>
                    <a:pt x="2712007" y="1974503"/>
                  </a:lnTo>
                  <a:lnTo>
                    <a:pt x="2712101" y="1974503"/>
                  </a:lnTo>
                  <a:lnTo>
                    <a:pt x="2712195" y="1974503"/>
                  </a:lnTo>
                  <a:lnTo>
                    <a:pt x="2712289" y="1974503"/>
                  </a:lnTo>
                  <a:lnTo>
                    <a:pt x="2712383" y="1974503"/>
                  </a:lnTo>
                  <a:lnTo>
                    <a:pt x="2712477" y="1974503"/>
                  </a:lnTo>
                  <a:lnTo>
                    <a:pt x="2712571" y="1974503"/>
                  </a:lnTo>
                  <a:lnTo>
                    <a:pt x="2712665" y="1974503"/>
                  </a:lnTo>
                  <a:lnTo>
                    <a:pt x="2712759" y="1974503"/>
                  </a:lnTo>
                  <a:lnTo>
                    <a:pt x="2712853" y="1974503"/>
                  </a:lnTo>
                  <a:lnTo>
                    <a:pt x="2712947" y="1974503"/>
                  </a:lnTo>
                  <a:lnTo>
                    <a:pt x="2713041" y="1974503"/>
                  </a:lnTo>
                  <a:lnTo>
                    <a:pt x="2713135" y="1974503"/>
                  </a:lnTo>
                  <a:lnTo>
                    <a:pt x="2713229" y="1974503"/>
                  </a:lnTo>
                  <a:lnTo>
                    <a:pt x="2713323" y="1974503"/>
                  </a:lnTo>
                  <a:lnTo>
                    <a:pt x="2713417" y="1974503"/>
                  </a:lnTo>
                  <a:lnTo>
                    <a:pt x="2713511" y="1974503"/>
                  </a:lnTo>
                  <a:lnTo>
                    <a:pt x="2713605" y="1974503"/>
                  </a:lnTo>
                  <a:lnTo>
                    <a:pt x="2713699" y="1974503"/>
                  </a:lnTo>
                  <a:lnTo>
                    <a:pt x="2713793" y="1974503"/>
                  </a:lnTo>
                  <a:lnTo>
                    <a:pt x="2713887" y="1974503"/>
                  </a:lnTo>
                  <a:lnTo>
                    <a:pt x="2713981" y="1974503"/>
                  </a:lnTo>
                  <a:lnTo>
                    <a:pt x="2714075" y="1974503"/>
                  </a:lnTo>
                  <a:lnTo>
                    <a:pt x="2714169" y="1974503"/>
                  </a:lnTo>
                  <a:lnTo>
                    <a:pt x="2714263" y="1974503"/>
                  </a:lnTo>
                  <a:lnTo>
                    <a:pt x="2714357" y="1974503"/>
                  </a:lnTo>
                  <a:lnTo>
                    <a:pt x="2714451" y="1974503"/>
                  </a:lnTo>
                  <a:lnTo>
                    <a:pt x="2714545" y="1974503"/>
                  </a:lnTo>
                  <a:lnTo>
                    <a:pt x="2714639" y="1974503"/>
                  </a:lnTo>
                  <a:lnTo>
                    <a:pt x="2714733" y="1974503"/>
                  </a:lnTo>
                  <a:lnTo>
                    <a:pt x="2714827" y="1974503"/>
                  </a:lnTo>
                  <a:lnTo>
                    <a:pt x="2714922" y="1974503"/>
                  </a:lnTo>
                  <a:lnTo>
                    <a:pt x="2715016" y="1974503"/>
                  </a:lnTo>
                  <a:lnTo>
                    <a:pt x="2715110" y="1974503"/>
                  </a:lnTo>
                  <a:lnTo>
                    <a:pt x="2715204" y="1974503"/>
                  </a:lnTo>
                  <a:lnTo>
                    <a:pt x="2715298" y="1974503"/>
                  </a:lnTo>
                  <a:lnTo>
                    <a:pt x="2715392" y="1974503"/>
                  </a:lnTo>
                  <a:lnTo>
                    <a:pt x="2715486" y="1974503"/>
                  </a:lnTo>
                  <a:lnTo>
                    <a:pt x="2715580" y="1974503"/>
                  </a:lnTo>
                  <a:lnTo>
                    <a:pt x="2715674" y="1974503"/>
                  </a:lnTo>
                  <a:lnTo>
                    <a:pt x="2715768" y="1974503"/>
                  </a:lnTo>
                  <a:lnTo>
                    <a:pt x="2715862" y="1974503"/>
                  </a:lnTo>
                  <a:lnTo>
                    <a:pt x="2715956" y="1974503"/>
                  </a:lnTo>
                  <a:lnTo>
                    <a:pt x="2716050" y="1974503"/>
                  </a:lnTo>
                  <a:lnTo>
                    <a:pt x="2716144" y="1974503"/>
                  </a:lnTo>
                  <a:lnTo>
                    <a:pt x="2716238" y="1974503"/>
                  </a:lnTo>
                  <a:lnTo>
                    <a:pt x="2716332" y="1974503"/>
                  </a:lnTo>
                  <a:lnTo>
                    <a:pt x="2716426" y="1974503"/>
                  </a:lnTo>
                  <a:lnTo>
                    <a:pt x="2716520" y="1974503"/>
                  </a:lnTo>
                  <a:lnTo>
                    <a:pt x="2716614" y="1974503"/>
                  </a:lnTo>
                  <a:lnTo>
                    <a:pt x="2716708" y="1974503"/>
                  </a:lnTo>
                  <a:lnTo>
                    <a:pt x="2716802" y="1974503"/>
                  </a:lnTo>
                  <a:lnTo>
                    <a:pt x="2716896" y="1974503"/>
                  </a:lnTo>
                  <a:lnTo>
                    <a:pt x="2716990" y="1974503"/>
                  </a:lnTo>
                  <a:lnTo>
                    <a:pt x="2717084" y="1974503"/>
                  </a:lnTo>
                  <a:lnTo>
                    <a:pt x="2717178" y="1974503"/>
                  </a:lnTo>
                  <a:lnTo>
                    <a:pt x="2717272" y="1974503"/>
                  </a:lnTo>
                  <a:lnTo>
                    <a:pt x="2717366" y="1974503"/>
                  </a:lnTo>
                  <a:lnTo>
                    <a:pt x="2717460" y="1974503"/>
                  </a:lnTo>
                  <a:lnTo>
                    <a:pt x="2717554" y="1974503"/>
                  </a:lnTo>
                  <a:lnTo>
                    <a:pt x="2717648" y="1974503"/>
                  </a:lnTo>
                  <a:lnTo>
                    <a:pt x="2717742" y="1974503"/>
                  </a:lnTo>
                  <a:lnTo>
                    <a:pt x="2717836" y="1974503"/>
                  </a:lnTo>
                  <a:lnTo>
                    <a:pt x="2717930" y="1974503"/>
                  </a:lnTo>
                  <a:lnTo>
                    <a:pt x="2718024" y="1974503"/>
                  </a:lnTo>
                  <a:lnTo>
                    <a:pt x="2718118" y="1974503"/>
                  </a:lnTo>
                  <a:lnTo>
                    <a:pt x="2718212" y="1974503"/>
                  </a:lnTo>
                  <a:lnTo>
                    <a:pt x="2718306" y="1974503"/>
                  </a:lnTo>
                  <a:lnTo>
                    <a:pt x="2718401" y="1974503"/>
                  </a:lnTo>
                  <a:lnTo>
                    <a:pt x="2718495" y="1974503"/>
                  </a:lnTo>
                  <a:lnTo>
                    <a:pt x="2718589" y="1974503"/>
                  </a:lnTo>
                  <a:lnTo>
                    <a:pt x="2718683" y="1974503"/>
                  </a:lnTo>
                  <a:lnTo>
                    <a:pt x="2718777" y="1974503"/>
                  </a:lnTo>
                  <a:lnTo>
                    <a:pt x="2718871" y="1974503"/>
                  </a:lnTo>
                  <a:lnTo>
                    <a:pt x="2718965" y="1974503"/>
                  </a:lnTo>
                  <a:lnTo>
                    <a:pt x="2719059" y="1974503"/>
                  </a:lnTo>
                  <a:lnTo>
                    <a:pt x="2719153" y="1974503"/>
                  </a:lnTo>
                  <a:lnTo>
                    <a:pt x="2719247" y="1974503"/>
                  </a:lnTo>
                  <a:lnTo>
                    <a:pt x="2719341" y="1974503"/>
                  </a:lnTo>
                  <a:lnTo>
                    <a:pt x="2719435" y="1974503"/>
                  </a:lnTo>
                  <a:lnTo>
                    <a:pt x="2719529" y="1974503"/>
                  </a:lnTo>
                  <a:lnTo>
                    <a:pt x="2719623" y="1974503"/>
                  </a:lnTo>
                  <a:lnTo>
                    <a:pt x="2719717" y="1974503"/>
                  </a:lnTo>
                  <a:lnTo>
                    <a:pt x="2719811" y="1974503"/>
                  </a:lnTo>
                  <a:lnTo>
                    <a:pt x="2719905" y="1974503"/>
                  </a:lnTo>
                  <a:lnTo>
                    <a:pt x="2719999" y="1974503"/>
                  </a:lnTo>
                  <a:lnTo>
                    <a:pt x="2720093" y="1974503"/>
                  </a:lnTo>
                  <a:lnTo>
                    <a:pt x="2720187" y="1974503"/>
                  </a:lnTo>
                  <a:lnTo>
                    <a:pt x="2720281" y="1974503"/>
                  </a:lnTo>
                  <a:lnTo>
                    <a:pt x="2720375" y="1974503"/>
                  </a:lnTo>
                  <a:lnTo>
                    <a:pt x="2720469" y="1974503"/>
                  </a:lnTo>
                  <a:lnTo>
                    <a:pt x="2720563" y="1974503"/>
                  </a:lnTo>
                  <a:lnTo>
                    <a:pt x="2720657" y="1974503"/>
                  </a:lnTo>
                  <a:lnTo>
                    <a:pt x="2720751" y="1974503"/>
                  </a:lnTo>
                  <a:lnTo>
                    <a:pt x="2720845" y="1974503"/>
                  </a:lnTo>
                  <a:lnTo>
                    <a:pt x="2720939" y="1974503"/>
                  </a:lnTo>
                  <a:lnTo>
                    <a:pt x="2721033" y="1974503"/>
                  </a:lnTo>
                  <a:lnTo>
                    <a:pt x="2721127" y="1974503"/>
                  </a:lnTo>
                  <a:lnTo>
                    <a:pt x="2721221" y="1974503"/>
                  </a:lnTo>
                  <a:lnTo>
                    <a:pt x="2721315" y="1974503"/>
                  </a:lnTo>
                  <a:lnTo>
                    <a:pt x="2721409" y="1974503"/>
                  </a:lnTo>
                  <a:lnTo>
                    <a:pt x="2721503" y="1974503"/>
                  </a:lnTo>
                  <a:lnTo>
                    <a:pt x="2721597" y="1974503"/>
                  </a:lnTo>
                  <a:lnTo>
                    <a:pt x="2721691" y="1974503"/>
                  </a:lnTo>
                  <a:lnTo>
                    <a:pt x="2721785" y="1974503"/>
                  </a:lnTo>
                  <a:lnTo>
                    <a:pt x="2721879" y="1974503"/>
                  </a:lnTo>
                  <a:lnTo>
                    <a:pt x="2721974" y="1974503"/>
                  </a:lnTo>
                  <a:lnTo>
                    <a:pt x="2722068" y="1974503"/>
                  </a:lnTo>
                  <a:lnTo>
                    <a:pt x="2722162" y="1974503"/>
                  </a:lnTo>
                  <a:lnTo>
                    <a:pt x="2722256" y="1974503"/>
                  </a:lnTo>
                  <a:lnTo>
                    <a:pt x="2722350" y="1974503"/>
                  </a:lnTo>
                  <a:lnTo>
                    <a:pt x="2722444" y="1974503"/>
                  </a:lnTo>
                  <a:lnTo>
                    <a:pt x="2722538" y="1974503"/>
                  </a:lnTo>
                  <a:lnTo>
                    <a:pt x="2722632" y="1974503"/>
                  </a:lnTo>
                  <a:lnTo>
                    <a:pt x="2722726" y="1974503"/>
                  </a:lnTo>
                  <a:lnTo>
                    <a:pt x="2722820" y="1974503"/>
                  </a:lnTo>
                  <a:lnTo>
                    <a:pt x="2722914" y="1974503"/>
                  </a:lnTo>
                  <a:lnTo>
                    <a:pt x="2723008" y="1974503"/>
                  </a:lnTo>
                  <a:lnTo>
                    <a:pt x="2723102" y="1974503"/>
                  </a:lnTo>
                  <a:lnTo>
                    <a:pt x="2723196" y="1974503"/>
                  </a:lnTo>
                  <a:lnTo>
                    <a:pt x="2723290" y="1974503"/>
                  </a:lnTo>
                  <a:lnTo>
                    <a:pt x="2723384" y="1974503"/>
                  </a:lnTo>
                  <a:lnTo>
                    <a:pt x="2723478" y="1974503"/>
                  </a:lnTo>
                  <a:lnTo>
                    <a:pt x="2723572" y="1974503"/>
                  </a:lnTo>
                  <a:lnTo>
                    <a:pt x="2723666" y="1974503"/>
                  </a:lnTo>
                  <a:lnTo>
                    <a:pt x="2723760" y="1974503"/>
                  </a:lnTo>
                  <a:lnTo>
                    <a:pt x="2723854" y="1974503"/>
                  </a:lnTo>
                  <a:lnTo>
                    <a:pt x="2723948" y="1974503"/>
                  </a:lnTo>
                  <a:lnTo>
                    <a:pt x="2724042" y="1974503"/>
                  </a:lnTo>
                  <a:lnTo>
                    <a:pt x="2724136" y="1974503"/>
                  </a:lnTo>
                  <a:lnTo>
                    <a:pt x="2724230" y="1974503"/>
                  </a:lnTo>
                  <a:lnTo>
                    <a:pt x="2724324" y="1974503"/>
                  </a:lnTo>
                  <a:lnTo>
                    <a:pt x="2724418" y="1974503"/>
                  </a:lnTo>
                  <a:lnTo>
                    <a:pt x="2724512" y="1974503"/>
                  </a:lnTo>
                  <a:lnTo>
                    <a:pt x="2724606" y="1974503"/>
                  </a:lnTo>
                  <a:lnTo>
                    <a:pt x="2724700" y="1974503"/>
                  </a:lnTo>
                  <a:lnTo>
                    <a:pt x="2724794" y="1974503"/>
                  </a:lnTo>
                  <a:lnTo>
                    <a:pt x="2724888" y="1974503"/>
                  </a:lnTo>
                  <a:lnTo>
                    <a:pt x="2724982" y="1974503"/>
                  </a:lnTo>
                  <a:lnTo>
                    <a:pt x="2725076" y="1974503"/>
                  </a:lnTo>
                  <a:lnTo>
                    <a:pt x="2725170" y="1974503"/>
                  </a:lnTo>
                  <a:lnTo>
                    <a:pt x="2725264" y="1974503"/>
                  </a:lnTo>
                  <a:lnTo>
                    <a:pt x="2725358" y="1974503"/>
                  </a:lnTo>
                  <a:lnTo>
                    <a:pt x="2725452" y="1974503"/>
                  </a:lnTo>
                  <a:lnTo>
                    <a:pt x="2725547" y="1974503"/>
                  </a:lnTo>
                  <a:lnTo>
                    <a:pt x="2725641" y="1974503"/>
                  </a:lnTo>
                  <a:lnTo>
                    <a:pt x="2725735" y="1974503"/>
                  </a:lnTo>
                  <a:lnTo>
                    <a:pt x="2725829" y="1974503"/>
                  </a:lnTo>
                  <a:lnTo>
                    <a:pt x="2725923" y="1974503"/>
                  </a:lnTo>
                  <a:lnTo>
                    <a:pt x="2725923" y="1969224"/>
                  </a:lnTo>
                  <a:lnTo>
                    <a:pt x="2726017" y="1969224"/>
                  </a:lnTo>
                  <a:lnTo>
                    <a:pt x="2726111" y="1969224"/>
                  </a:lnTo>
                  <a:lnTo>
                    <a:pt x="2726205" y="1969224"/>
                  </a:lnTo>
                  <a:lnTo>
                    <a:pt x="2726299" y="1969224"/>
                  </a:lnTo>
                  <a:lnTo>
                    <a:pt x="2726393" y="1969224"/>
                  </a:lnTo>
                  <a:lnTo>
                    <a:pt x="2726487" y="1969224"/>
                  </a:lnTo>
                  <a:lnTo>
                    <a:pt x="2726581" y="1969224"/>
                  </a:lnTo>
                  <a:lnTo>
                    <a:pt x="2726675" y="1969224"/>
                  </a:lnTo>
                  <a:lnTo>
                    <a:pt x="2726769" y="1969224"/>
                  </a:lnTo>
                  <a:lnTo>
                    <a:pt x="2726863" y="1969224"/>
                  </a:lnTo>
                  <a:lnTo>
                    <a:pt x="2726957" y="1969224"/>
                  </a:lnTo>
                  <a:lnTo>
                    <a:pt x="2727051" y="1969224"/>
                  </a:lnTo>
                  <a:lnTo>
                    <a:pt x="2727145" y="1969224"/>
                  </a:lnTo>
                  <a:lnTo>
                    <a:pt x="2727239" y="1969224"/>
                  </a:lnTo>
                  <a:lnTo>
                    <a:pt x="2727333" y="1969224"/>
                  </a:lnTo>
                  <a:lnTo>
                    <a:pt x="2727427" y="1969224"/>
                  </a:lnTo>
                  <a:lnTo>
                    <a:pt x="2727521" y="1969224"/>
                  </a:lnTo>
                  <a:lnTo>
                    <a:pt x="2727615" y="1969224"/>
                  </a:lnTo>
                  <a:lnTo>
                    <a:pt x="2727709" y="1969224"/>
                  </a:lnTo>
                  <a:lnTo>
                    <a:pt x="2727803" y="1969224"/>
                  </a:lnTo>
                  <a:lnTo>
                    <a:pt x="2727897" y="1969224"/>
                  </a:lnTo>
                  <a:lnTo>
                    <a:pt x="2727991" y="1969224"/>
                  </a:lnTo>
                  <a:lnTo>
                    <a:pt x="2728085" y="1969224"/>
                  </a:lnTo>
                  <a:lnTo>
                    <a:pt x="2728179" y="1969224"/>
                  </a:lnTo>
                  <a:lnTo>
                    <a:pt x="2728273" y="1969224"/>
                  </a:lnTo>
                  <a:lnTo>
                    <a:pt x="2728367" y="1969224"/>
                  </a:lnTo>
                  <a:lnTo>
                    <a:pt x="2728461" y="1969224"/>
                  </a:lnTo>
                  <a:lnTo>
                    <a:pt x="2728555" y="1969224"/>
                  </a:lnTo>
                  <a:lnTo>
                    <a:pt x="2728649" y="1969224"/>
                  </a:lnTo>
                  <a:lnTo>
                    <a:pt x="2728743" y="1969224"/>
                  </a:lnTo>
                  <a:lnTo>
                    <a:pt x="2728837" y="1969224"/>
                  </a:lnTo>
                  <a:lnTo>
                    <a:pt x="2728931" y="1969224"/>
                  </a:lnTo>
                  <a:lnTo>
                    <a:pt x="2729026" y="1969224"/>
                  </a:lnTo>
                  <a:lnTo>
                    <a:pt x="2729120" y="1969224"/>
                  </a:lnTo>
                  <a:lnTo>
                    <a:pt x="2729214" y="1969224"/>
                  </a:lnTo>
                  <a:lnTo>
                    <a:pt x="2729308" y="1969224"/>
                  </a:lnTo>
                  <a:lnTo>
                    <a:pt x="2729402" y="1969224"/>
                  </a:lnTo>
                  <a:lnTo>
                    <a:pt x="2729496" y="1969224"/>
                  </a:lnTo>
                  <a:lnTo>
                    <a:pt x="2729590" y="1969224"/>
                  </a:lnTo>
                  <a:lnTo>
                    <a:pt x="2729684" y="1969224"/>
                  </a:lnTo>
                  <a:lnTo>
                    <a:pt x="2729778" y="1969224"/>
                  </a:lnTo>
                  <a:lnTo>
                    <a:pt x="2729872" y="1969224"/>
                  </a:lnTo>
                  <a:lnTo>
                    <a:pt x="2729966" y="1969224"/>
                  </a:lnTo>
                  <a:lnTo>
                    <a:pt x="2730060" y="1969224"/>
                  </a:lnTo>
                  <a:lnTo>
                    <a:pt x="2730154" y="1969224"/>
                  </a:lnTo>
                  <a:lnTo>
                    <a:pt x="2730248" y="1969224"/>
                  </a:lnTo>
                  <a:lnTo>
                    <a:pt x="2730342" y="1969224"/>
                  </a:lnTo>
                  <a:lnTo>
                    <a:pt x="2730436" y="1969224"/>
                  </a:lnTo>
                  <a:lnTo>
                    <a:pt x="2730530" y="1969224"/>
                  </a:lnTo>
                  <a:lnTo>
                    <a:pt x="2730624" y="1969224"/>
                  </a:lnTo>
                  <a:lnTo>
                    <a:pt x="2730718" y="1969224"/>
                  </a:lnTo>
                  <a:lnTo>
                    <a:pt x="2730812" y="1969224"/>
                  </a:lnTo>
                  <a:lnTo>
                    <a:pt x="2730906" y="1969224"/>
                  </a:lnTo>
                  <a:lnTo>
                    <a:pt x="2731000" y="1969224"/>
                  </a:lnTo>
                  <a:lnTo>
                    <a:pt x="2731094" y="1969224"/>
                  </a:lnTo>
                  <a:lnTo>
                    <a:pt x="2731188" y="1969224"/>
                  </a:lnTo>
                  <a:lnTo>
                    <a:pt x="2731282" y="1969224"/>
                  </a:lnTo>
                  <a:lnTo>
                    <a:pt x="2731376" y="1969224"/>
                  </a:lnTo>
                  <a:lnTo>
                    <a:pt x="2731470" y="1969224"/>
                  </a:lnTo>
                  <a:lnTo>
                    <a:pt x="2731564" y="1969224"/>
                  </a:lnTo>
                  <a:lnTo>
                    <a:pt x="2731658" y="1969224"/>
                  </a:lnTo>
                  <a:lnTo>
                    <a:pt x="2731752" y="1969224"/>
                  </a:lnTo>
                  <a:lnTo>
                    <a:pt x="2731846" y="1969224"/>
                  </a:lnTo>
                  <a:lnTo>
                    <a:pt x="2731940" y="1969224"/>
                  </a:lnTo>
                  <a:lnTo>
                    <a:pt x="2732034" y="1969224"/>
                  </a:lnTo>
                  <a:lnTo>
                    <a:pt x="2732128" y="1969224"/>
                  </a:lnTo>
                  <a:lnTo>
                    <a:pt x="2732222" y="1969224"/>
                  </a:lnTo>
                  <a:lnTo>
                    <a:pt x="2732316" y="1969224"/>
                  </a:lnTo>
                  <a:lnTo>
                    <a:pt x="2732410" y="1969224"/>
                  </a:lnTo>
                  <a:lnTo>
                    <a:pt x="2732504" y="1969224"/>
                  </a:lnTo>
                  <a:lnTo>
                    <a:pt x="2732599" y="1969224"/>
                  </a:lnTo>
                  <a:lnTo>
                    <a:pt x="2732693" y="1969224"/>
                  </a:lnTo>
                  <a:lnTo>
                    <a:pt x="2732787" y="1969224"/>
                  </a:lnTo>
                  <a:lnTo>
                    <a:pt x="2732881" y="1969224"/>
                  </a:lnTo>
                  <a:lnTo>
                    <a:pt x="2732975" y="1969224"/>
                  </a:lnTo>
                  <a:lnTo>
                    <a:pt x="2733069" y="1969224"/>
                  </a:lnTo>
                  <a:lnTo>
                    <a:pt x="2733163" y="1969224"/>
                  </a:lnTo>
                  <a:lnTo>
                    <a:pt x="2733257" y="1969224"/>
                  </a:lnTo>
                  <a:lnTo>
                    <a:pt x="2733351" y="1969224"/>
                  </a:lnTo>
                  <a:lnTo>
                    <a:pt x="2733445" y="1969224"/>
                  </a:lnTo>
                  <a:lnTo>
                    <a:pt x="2733539" y="1969224"/>
                  </a:lnTo>
                  <a:lnTo>
                    <a:pt x="2733633" y="1969224"/>
                  </a:lnTo>
                  <a:lnTo>
                    <a:pt x="2733727" y="1969224"/>
                  </a:lnTo>
                  <a:lnTo>
                    <a:pt x="2733821" y="1969224"/>
                  </a:lnTo>
                  <a:lnTo>
                    <a:pt x="2733915" y="1969224"/>
                  </a:lnTo>
                  <a:lnTo>
                    <a:pt x="2734009" y="1969224"/>
                  </a:lnTo>
                  <a:lnTo>
                    <a:pt x="2734103" y="1969224"/>
                  </a:lnTo>
                  <a:lnTo>
                    <a:pt x="2734197" y="1969224"/>
                  </a:lnTo>
                  <a:lnTo>
                    <a:pt x="2734291" y="1969224"/>
                  </a:lnTo>
                  <a:lnTo>
                    <a:pt x="2734385" y="1969224"/>
                  </a:lnTo>
                  <a:lnTo>
                    <a:pt x="2734479" y="1969224"/>
                  </a:lnTo>
                  <a:lnTo>
                    <a:pt x="2734573" y="1969224"/>
                  </a:lnTo>
                  <a:lnTo>
                    <a:pt x="2734667" y="1969224"/>
                  </a:lnTo>
                  <a:lnTo>
                    <a:pt x="2734761" y="1969224"/>
                  </a:lnTo>
                  <a:lnTo>
                    <a:pt x="2734855" y="1969224"/>
                  </a:lnTo>
                  <a:lnTo>
                    <a:pt x="2734949" y="1969224"/>
                  </a:lnTo>
                  <a:lnTo>
                    <a:pt x="2735043" y="1969224"/>
                  </a:lnTo>
                  <a:lnTo>
                    <a:pt x="2735137" y="1969224"/>
                  </a:lnTo>
                  <a:lnTo>
                    <a:pt x="2735231" y="1969224"/>
                  </a:lnTo>
                  <a:lnTo>
                    <a:pt x="2735325" y="1969224"/>
                  </a:lnTo>
                  <a:lnTo>
                    <a:pt x="2735419" y="1969224"/>
                  </a:lnTo>
                  <a:lnTo>
                    <a:pt x="2735513" y="1969224"/>
                  </a:lnTo>
                  <a:lnTo>
                    <a:pt x="2735607" y="1969224"/>
                  </a:lnTo>
                  <a:lnTo>
                    <a:pt x="2735701" y="1969224"/>
                  </a:lnTo>
                  <a:lnTo>
                    <a:pt x="2735795" y="1969224"/>
                  </a:lnTo>
                  <a:lnTo>
                    <a:pt x="2735889" y="1969224"/>
                  </a:lnTo>
                  <a:lnTo>
                    <a:pt x="2735983" y="1969224"/>
                  </a:lnTo>
                  <a:lnTo>
                    <a:pt x="2736077" y="1969224"/>
                  </a:lnTo>
                  <a:lnTo>
                    <a:pt x="2736172" y="1969224"/>
                  </a:lnTo>
                  <a:lnTo>
                    <a:pt x="2736266" y="1969224"/>
                  </a:lnTo>
                  <a:lnTo>
                    <a:pt x="2736360" y="1969224"/>
                  </a:lnTo>
                  <a:lnTo>
                    <a:pt x="2736454" y="1969224"/>
                  </a:lnTo>
                  <a:lnTo>
                    <a:pt x="2736548" y="1969224"/>
                  </a:lnTo>
                  <a:lnTo>
                    <a:pt x="2736642" y="1969224"/>
                  </a:lnTo>
                  <a:lnTo>
                    <a:pt x="2736736" y="1969224"/>
                  </a:lnTo>
                  <a:lnTo>
                    <a:pt x="2736830" y="1969224"/>
                  </a:lnTo>
                  <a:lnTo>
                    <a:pt x="2736924" y="1969224"/>
                  </a:lnTo>
                  <a:lnTo>
                    <a:pt x="2737018" y="1969224"/>
                  </a:lnTo>
                  <a:lnTo>
                    <a:pt x="2737112" y="1969224"/>
                  </a:lnTo>
                  <a:lnTo>
                    <a:pt x="2737206" y="1969224"/>
                  </a:lnTo>
                  <a:lnTo>
                    <a:pt x="2737300" y="1969224"/>
                  </a:lnTo>
                  <a:lnTo>
                    <a:pt x="2737394" y="1969224"/>
                  </a:lnTo>
                  <a:lnTo>
                    <a:pt x="2737488" y="1969224"/>
                  </a:lnTo>
                  <a:lnTo>
                    <a:pt x="2737582" y="1969224"/>
                  </a:lnTo>
                  <a:lnTo>
                    <a:pt x="2737676" y="1969224"/>
                  </a:lnTo>
                  <a:lnTo>
                    <a:pt x="2737770" y="1969224"/>
                  </a:lnTo>
                  <a:lnTo>
                    <a:pt x="2737864" y="1969224"/>
                  </a:lnTo>
                  <a:lnTo>
                    <a:pt x="2737958" y="1969224"/>
                  </a:lnTo>
                  <a:lnTo>
                    <a:pt x="2738052" y="1969224"/>
                  </a:lnTo>
                  <a:lnTo>
                    <a:pt x="2738146" y="1969224"/>
                  </a:lnTo>
                  <a:lnTo>
                    <a:pt x="2738240" y="1969224"/>
                  </a:lnTo>
                  <a:lnTo>
                    <a:pt x="2738334" y="1969224"/>
                  </a:lnTo>
                  <a:lnTo>
                    <a:pt x="2738428" y="1969224"/>
                  </a:lnTo>
                  <a:lnTo>
                    <a:pt x="2738522" y="1969224"/>
                  </a:lnTo>
                  <a:lnTo>
                    <a:pt x="2738616" y="1969224"/>
                  </a:lnTo>
                  <a:lnTo>
                    <a:pt x="2738710" y="1969224"/>
                  </a:lnTo>
                  <a:lnTo>
                    <a:pt x="2738804" y="1969224"/>
                  </a:lnTo>
                  <a:lnTo>
                    <a:pt x="2738898" y="1969224"/>
                  </a:lnTo>
                  <a:lnTo>
                    <a:pt x="2738992" y="1969224"/>
                  </a:lnTo>
                  <a:lnTo>
                    <a:pt x="2739086" y="1969224"/>
                  </a:lnTo>
                  <a:lnTo>
                    <a:pt x="2739180" y="1969224"/>
                  </a:lnTo>
                  <a:lnTo>
                    <a:pt x="2739274" y="1969224"/>
                  </a:lnTo>
                  <a:lnTo>
                    <a:pt x="2739368" y="1969224"/>
                  </a:lnTo>
                  <a:lnTo>
                    <a:pt x="2739462" y="1969224"/>
                  </a:lnTo>
                  <a:lnTo>
                    <a:pt x="2739462" y="1963944"/>
                  </a:lnTo>
                  <a:lnTo>
                    <a:pt x="2739556" y="1963944"/>
                  </a:lnTo>
                  <a:lnTo>
                    <a:pt x="2739651" y="1963944"/>
                  </a:lnTo>
                  <a:lnTo>
                    <a:pt x="2739745" y="1963944"/>
                  </a:lnTo>
                  <a:lnTo>
                    <a:pt x="2739839" y="1963944"/>
                  </a:lnTo>
                  <a:lnTo>
                    <a:pt x="2739933" y="1963944"/>
                  </a:lnTo>
                  <a:lnTo>
                    <a:pt x="2740027" y="1963944"/>
                  </a:lnTo>
                  <a:lnTo>
                    <a:pt x="2740121" y="1963944"/>
                  </a:lnTo>
                  <a:lnTo>
                    <a:pt x="2740215" y="1963944"/>
                  </a:lnTo>
                  <a:lnTo>
                    <a:pt x="2740309" y="1963944"/>
                  </a:lnTo>
                  <a:lnTo>
                    <a:pt x="2740403" y="1963944"/>
                  </a:lnTo>
                  <a:lnTo>
                    <a:pt x="2740497" y="1963944"/>
                  </a:lnTo>
                  <a:lnTo>
                    <a:pt x="2740591" y="1963944"/>
                  </a:lnTo>
                  <a:lnTo>
                    <a:pt x="2740685" y="1963944"/>
                  </a:lnTo>
                  <a:lnTo>
                    <a:pt x="2740779" y="1963944"/>
                  </a:lnTo>
                  <a:lnTo>
                    <a:pt x="2740873" y="1963944"/>
                  </a:lnTo>
                  <a:lnTo>
                    <a:pt x="2740967" y="1963944"/>
                  </a:lnTo>
                  <a:lnTo>
                    <a:pt x="2741061" y="1963944"/>
                  </a:lnTo>
                  <a:lnTo>
                    <a:pt x="2741155" y="1963944"/>
                  </a:lnTo>
                  <a:lnTo>
                    <a:pt x="2741249" y="1963944"/>
                  </a:lnTo>
                  <a:lnTo>
                    <a:pt x="2741343" y="1963944"/>
                  </a:lnTo>
                  <a:lnTo>
                    <a:pt x="2741437" y="1963944"/>
                  </a:lnTo>
                  <a:lnTo>
                    <a:pt x="2741531" y="1963944"/>
                  </a:lnTo>
                  <a:lnTo>
                    <a:pt x="2741625" y="1963944"/>
                  </a:lnTo>
                  <a:lnTo>
                    <a:pt x="2741719" y="1963944"/>
                  </a:lnTo>
                  <a:lnTo>
                    <a:pt x="2741813" y="1963944"/>
                  </a:lnTo>
                  <a:lnTo>
                    <a:pt x="2741907" y="1963944"/>
                  </a:lnTo>
                  <a:lnTo>
                    <a:pt x="2742001" y="1963944"/>
                  </a:lnTo>
                  <a:lnTo>
                    <a:pt x="2742095" y="1963944"/>
                  </a:lnTo>
                  <a:lnTo>
                    <a:pt x="2742189" y="1963944"/>
                  </a:lnTo>
                  <a:lnTo>
                    <a:pt x="2742283" y="1963944"/>
                  </a:lnTo>
                  <a:lnTo>
                    <a:pt x="2742377" y="1963944"/>
                  </a:lnTo>
                  <a:lnTo>
                    <a:pt x="2742471" y="1963944"/>
                  </a:lnTo>
                  <a:lnTo>
                    <a:pt x="2742565" y="1963944"/>
                  </a:lnTo>
                  <a:lnTo>
                    <a:pt x="2742659" y="1963944"/>
                  </a:lnTo>
                  <a:lnTo>
                    <a:pt x="2742753" y="1963944"/>
                  </a:lnTo>
                  <a:lnTo>
                    <a:pt x="2742847" y="1963944"/>
                  </a:lnTo>
                  <a:lnTo>
                    <a:pt x="2742941" y="1963944"/>
                  </a:lnTo>
                  <a:lnTo>
                    <a:pt x="2743035" y="1963944"/>
                  </a:lnTo>
                  <a:lnTo>
                    <a:pt x="2743129" y="1963944"/>
                  </a:lnTo>
                  <a:lnTo>
                    <a:pt x="2743224" y="1963944"/>
                  </a:lnTo>
                  <a:lnTo>
                    <a:pt x="2743318" y="1963944"/>
                  </a:lnTo>
                  <a:lnTo>
                    <a:pt x="2743412" y="1963944"/>
                  </a:lnTo>
                  <a:lnTo>
                    <a:pt x="2743506" y="1963944"/>
                  </a:lnTo>
                  <a:lnTo>
                    <a:pt x="2743600" y="1963944"/>
                  </a:lnTo>
                  <a:lnTo>
                    <a:pt x="2743694" y="1963944"/>
                  </a:lnTo>
                  <a:lnTo>
                    <a:pt x="2743788" y="1963944"/>
                  </a:lnTo>
                  <a:lnTo>
                    <a:pt x="2743882" y="1963944"/>
                  </a:lnTo>
                  <a:lnTo>
                    <a:pt x="2743976" y="1963944"/>
                  </a:lnTo>
                  <a:lnTo>
                    <a:pt x="2744070" y="1963944"/>
                  </a:lnTo>
                  <a:lnTo>
                    <a:pt x="2744164" y="1963944"/>
                  </a:lnTo>
                  <a:lnTo>
                    <a:pt x="2744258" y="1963944"/>
                  </a:lnTo>
                  <a:lnTo>
                    <a:pt x="2744352" y="1963944"/>
                  </a:lnTo>
                  <a:lnTo>
                    <a:pt x="2744446" y="1963944"/>
                  </a:lnTo>
                  <a:lnTo>
                    <a:pt x="2744540" y="1963944"/>
                  </a:lnTo>
                  <a:lnTo>
                    <a:pt x="2744634" y="1963944"/>
                  </a:lnTo>
                  <a:lnTo>
                    <a:pt x="2744728" y="1963944"/>
                  </a:lnTo>
                  <a:lnTo>
                    <a:pt x="2744822" y="1963944"/>
                  </a:lnTo>
                  <a:lnTo>
                    <a:pt x="2744916" y="1963944"/>
                  </a:lnTo>
                  <a:lnTo>
                    <a:pt x="2745010" y="1963944"/>
                  </a:lnTo>
                  <a:lnTo>
                    <a:pt x="2745104" y="1963944"/>
                  </a:lnTo>
                  <a:lnTo>
                    <a:pt x="2745198" y="1963944"/>
                  </a:lnTo>
                  <a:lnTo>
                    <a:pt x="2745292" y="1963944"/>
                  </a:lnTo>
                  <a:lnTo>
                    <a:pt x="2745386" y="1963944"/>
                  </a:lnTo>
                  <a:lnTo>
                    <a:pt x="2745480" y="1963944"/>
                  </a:lnTo>
                  <a:lnTo>
                    <a:pt x="2745574" y="1963944"/>
                  </a:lnTo>
                  <a:lnTo>
                    <a:pt x="2745668" y="1963944"/>
                  </a:lnTo>
                  <a:lnTo>
                    <a:pt x="2745762" y="1963944"/>
                  </a:lnTo>
                  <a:lnTo>
                    <a:pt x="2745856" y="1963944"/>
                  </a:lnTo>
                  <a:lnTo>
                    <a:pt x="2745950" y="1963944"/>
                  </a:lnTo>
                  <a:lnTo>
                    <a:pt x="2746044" y="1963944"/>
                  </a:lnTo>
                  <a:lnTo>
                    <a:pt x="2746138" y="1963944"/>
                  </a:lnTo>
                  <a:lnTo>
                    <a:pt x="2746138" y="1958665"/>
                  </a:lnTo>
                  <a:lnTo>
                    <a:pt x="2746138" y="1953385"/>
                  </a:lnTo>
                  <a:lnTo>
                    <a:pt x="2746232" y="1953385"/>
                  </a:lnTo>
                  <a:lnTo>
                    <a:pt x="2746326" y="1953385"/>
                  </a:lnTo>
                  <a:lnTo>
                    <a:pt x="2746420" y="1953385"/>
                  </a:lnTo>
                  <a:lnTo>
                    <a:pt x="2746514" y="1953385"/>
                  </a:lnTo>
                  <a:lnTo>
                    <a:pt x="2746608" y="1953385"/>
                  </a:lnTo>
                  <a:lnTo>
                    <a:pt x="2746702" y="1953385"/>
                  </a:lnTo>
                  <a:lnTo>
                    <a:pt x="2746797" y="1953385"/>
                  </a:lnTo>
                  <a:lnTo>
                    <a:pt x="2746891" y="1953385"/>
                  </a:lnTo>
                  <a:lnTo>
                    <a:pt x="2746985" y="1953385"/>
                  </a:lnTo>
                  <a:lnTo>
                    <a:pt x="2747079" y="1953385"/>
                  </a:lnTo>
                  <a:lnTo>
                    <a:pt x="2747173" y="1953385"/>
                  </a:lnTo>
                  <a:lnTo>
                    <a:pt x="2747267" y="1953385"/>
                  </a:lnTo>
                  <a:lnTo>
                    <a:pt x="2747361" y="1953385"/>
                  </a:lnTo>
                  <a:lnTo>
                    <a:pt x="2747455" y="1953385"/>
                  </a:lnTo>
                  <a:lnTo>
                    <a:pt x="2747549" y="1953385"/>
                  </a:lnTo>
                  <a:lnTo>
                    <a:pt x="2747643" y="1953385"/>
                  </a:lnTo>
                  <a:lnTo>
                    <a:pt x="2747737" y="1953385"/>
                  </a:lnTo>
                  <a:lnTo>
                    <a:pt x="2747831" y="1953385"/>
                  </a:lnTo>
                  <a:lnTo>
                    <a:pt x="2747925" y="1953385"/>
                  </a:lnTo>
                  <a:lnTo>
                    <a:pt x="2748019" y="1953385"/>
                  </a:lnTo>
                  <a:lnTo>
                    <a:pt x="2748113" y="1953385"/>
                  </a:lnTo>
                  <a:lnTo>
                    <a:pt x="2748207" y="1953385"/>
                  </a:lnTo>
                  <a:lnTo>
                    <a:pt x="2748301" y="1953385"/>
                  </a:lnTo>
                  <a:lnTo>
                    <a:pt x="2748395" y="1953385"/>
                  </a:lnTo>
                  <a:lnTo>
                    <a:pt x="2748489" y="1953385"/>
                  </a:lnTo>
                  <a:lnTo>
                    <a:pt x="2748583" y="1953385"/>
                  </a:lnTo>
                  <a:lnTo>
                    <a:pt x="2748677" y="1953385"/>
                  </a:lnTo>
                  <a:lnTo>
                    <a:pt x="2748771" y="1953385"/>
                  </a:lnTo>
                  <a:lnTo>
                    <a:pt x="2748865" y="1953385"/>
                  </a:lnTo>
                  <a:lnTo>
                    <a:pt x="2748959" y="1953385"/>
                  </a:lnTo>
                  <a:lnTo>
                    <a:pt x="2749053" y="1953385"/>
                  </a:lnTo>
                  <a:lnTo>
                    <a:pt x="2749147" y="1953385"/>
                  </a:lnTo>
                  <a:lnTo>
                    <a:pt x="2749241" y="1953385"/>
                  </a:lnTo>
                  <a:lnTo>
                    <a:pt x="2749335" y="1953385"/>
                  </a:lnTo>
                  <a:lnTo>
                    <a:pt x="2749429" y="1953385"/>
                  </a:lnTo>
                  <a:lnTo>
                    <a:pt x="2749523" y="1953385"/>
                  </a:lnTo>
                  <a:lnTo>
                    <a:pt x="2749617" y="1953385"/>
                  </a:lnTo>
                  <a:lnTo>
                    <a:pt x="2749711" y="1953385"/>
                  </a:lnTo>
                  <a:lnTo>
                    <a:pt x="2749805" y="1953385"/>
                  </a:lnTo>
                  <a:lnTo>
                    <a:pt x="2749899" y="1953385"/>
                  </a:lnTo>
                  <a:lnTo>
                    <a:pt x="2749993" y="1953385"/>
                  </a:lnTo>
                  <a:lnTo>
                    <a:pt x="2750087" y="1953385"/>
                  </a:lnTo>
                  <a:lnTo>
                    <a:pt x="2750181" y="1953385"/>
                  </a:lnTo>
                  <a:lnTo>
                    <a:pt x="2750276" y="1953385"/>
                  </a:lnTo>
                  <a:lnTo>
                    <a:pt x="2750370" y="1953385"/>
                  </a:lnTo>
                  <a:lnTo>
                    <a:pt x="2750464" y="1953385"/>
                  </a:lnTo>
                  <a:lnTo>
                    <a:pt x="2750558" y="1953385"/>
                  </a:lnTo>
                  <a:lnTo>
                    <a:pt x="2750652" y="1953385"/>
                  </a:lnTo>
                  <a:lnTo>
                    <a:pt x="2750746" y="1953385"/>
                  </a:lnTo>
                  <a:lnTo>
                    <a:pt x="2750840" y="1953385"/>
                  </a:lnTo>
                  <a:lnTo>
                    <a:pt x="2750934" y="1953385"/>
                  </a:lnTo>
                  <a:lnTo>
                    <a:pt x="2751028" y="1953385"/>
                  </a:lnTo>
                  <a:lnTo>
                    <a:pt x="2751028" y="1948106"/>
                  </a:lnTo>
                  <a:lnTo>
                    <a:pt x="2751122" y="1948106"/>
                  </a:lnTo>
                  <a:lnTo>
                    <a:pt x="2751216" y="1948106"/>
                  </a:lnTo>
                  <a:lnTo>
                    <a:pt x="2751310" y="1948106"/>
                  </a:lnTo>
                  <a:lnTo>
                    <a:pt x="2751404" y="1948106"/>
                  </a:lnTo>
                  <a:lnTo>
                    <a:pt x="2751498" y="1948106"/>
                  </a:lnTo>
                  <a:lnTo>
                    <a:pt x="2751592" y="1948106"/>
                  </a:lnTo>
                  <a:lnTo>
                    <a:pt x="2751686" y="1948106"/>
                  </a:lnTo>
                  <a:lnTo>
                    <a:pt x="2751780" y="1948106"/>
                  </a:lnTo>
                  <a:lnTo>
                    <a:pt x="2751874" y="1948106"/>
                  </a:lnTo>
                  <a:lnTo>
                    <a:pt x="2751968" y="1948106"/>
                  </a:lnTo>
                  <a:lnTo>
                    <a:pt x="2752062" y="1948106"/>
                  </a:lnTo>
                  <a:lnTo>
                    <a:pt x="2752156" y="1948106"/>
                  </a:lnTo>
                  <a:lnTo>
                    <a:pt x="2752250" y="1948106"/>
                  </a:lnTo>
                  <a:lnTo>
                    <a:pt x="2752344" y="1948106"/>
                  </a:lnTo>
                  <a:lnTo>
                    <a:pt x="2752438" y="1948106"/>
                  </a:lnTo>
                  <a:lnTo>
                    <a:pt x="2752532" y="1948106"/>
                  </a:lnTo>
                  <a:lnTo>
                    <a:pt x="2752626" y="1948106"/>
                  </a:lnTo>
                  <a:lnTo>
                    <a:pt x="2752720" y="1948106"/>
                  </a:lnTo>
                  <a:lnTo>
                    <a:pt x="2752814" y="1948106"/>
                  </a:lnTo>
                  <a:lnTo>
                    <a:pt x="2752908" y="1948106"/>
                  </a:lnTo>
                  <a:lnTo>
                    <a:pt x="2753002" y="1948106"/>
                  </a:lnTo>
                  <a:lnTo>
                    <a:pt x="2753096" y="1948106"/>
                  </a:lnTo>
                  <a:lnTo>
                    <a:pt x="2753190" y="1948106"/>
                  </a:lnTo>
                  <a:lnTo>
                    <a:pt x="2753284" y="1948106"/>
                  </a:lnTo>
                  <a:lnTo>
                    <a:pt x="2753378" y="1948106"/>
                  </a:lnTo>
                  <a:lnTo>
                    <a:pt x="2753472" y="1948106"/>
                  </a:lnTo>
                  <a:lnTo>
                    <a:pt x="2753566" y="1948106"/>
                  </a:lnTo>
                  <a:lnTo>
                    <a:pt x="2753660" y="1948106"/>
                  </a:lnTo>
                  <a:lnTo>
                    <a:pt x="2753754" y="1948106"/>
                  </a:lnTo>
                  <a:lnTo>
                    <a:pt x="2753849" y="1948106"/>
                  </a:lnTo>
                  <a:lnTo>
                    <a:pt x="2753943" y="1948106"/>
                  </a:lnTo>
                  <a:lnTo>
                    <a:pt x="2754037" y="1948106"/>
                  </a:lnTo>
                  <a:lnTo>
                    <a:pt x="2754131" y="1948106"/>
                  </a:lnTo>
                  <a:lnTo>
                    <a:pt x="2754225" y="1948106"/>
                  </a:lnTo>
                  <a:lnTo>
                    <a:pt x="2754319" y="1948106"/>
                  </a:lnTo>
                  <a:lnTo>
                    <a:pt x="2754413" y="1948106"/>
                  </a:lnTo>
                  <a:lnTo>
                    <a:pt x="2754507" y="1948106"/>
                  </a:lnTo>
                  <a:lnTo>
                    <a:pt x="2754601" y="1948106"/>
                  </a:lnTo>
                  <a:lnTo>
                    <a:pt x="2754695" y="1948106"/>
                  </a:lnTo>
                  <a:lnTo>
                    <a:pt x="2754789" y="1948106"/>
                  </a:lnTo>
                  <a:lnTo>
                    <a:pt x="2754883" y="1948106"/>
                  </a:lnTo>
                  <a:lnTo>
                    <a:pt x="2754977" y="1948106"/>
                  </a:lnTo>
                  <a:lnTo>
                    <a:pt x="2755071" y="1948106"/>
                  </a:lnTo>
                  <a:lnTo>
                    <a:pt x="2755165" y="1948106"/>
                  </a:lnTo>
                  <a:lnTo>
                    <a:pt x="2755259" y="1948106"/>
                  </a:lnTo>
                  <a:lnTo>
                    <a:pt x="2755353" y="1948106"/>
                  </a:lnTo>
                  <a:lnTo>
                    <a:pt x="2755447" y="1948106"/>
                  </a:lnTo>
                  <a:lnTo>
                    <a:pt x="2755541" y="1948106"/>
                  </a:lnTo>
                  <a:lnTo>
                    <a:pt x="2755635" y="1948106"/>
                  </a:lnTo>
                  <a:lnTo>
                    <a:pt x="2755729" y="1948106"/>
                  </a:lnTo>
                  <a:lnTo>
                    <a:pt x="2755823" y="1948106"/>
                  </a:lnTo>
                  <a:lnTo>
                    <a:pt x="2755917" y="1948106"/>
                  </a:lnTo>
                  <a:lnTo>
                    <a:pt x="2756011" y="1948106"/>
                  </a:lnTo>
                  <a:lnTo>
                    <a:pt x="2756105" y="1948106"/>
                  </a:lnTo>
                  <a:lnTo>
                    <a:pt x="2756199" y="1948106"/>
                  </a:lnTo>
                  <a:lnTo>
                    <a:pt x="2756293" y="1948106"/>
                  </a:lnTo>
                  <a:lnTo>
                    <a:pt x="2756387" y="1948106"/>
                  </a:lnTo>
                  <a:lnTo>
                    <a:pt x="2756481" y="1948106"/>
                  </a:lnTo>
                  <a:lnTo>
                    <a:pt x="2756575" y="1948106"/>
                  </a:lnTo>
                  <a:lnTo>
                    <a:pt x="2756669" y="1948106"/>
                  </a:lnTo>
                  <a:lnTo>
                    <a:pt x="2756763" y="1948106"/>
                  </a:lnTo>
                  <a:lnTo>
                    <a:pt x="2756857" y="1948106"/>
                  </a:lnTo>
                  <a:lnTo>
                    <a:pt x="2756951" y="1948106"/>
                  </a:lnTo>
                  <a:lnTo>
                    <a:pt x="2757045" y="1948106"/>
                  </a:lnTo>
                  <a:lnTo>
                    <a:pt x="2757139" y="1948106"/>
                  </a:lnTo>
                  <a:lnTo>
                    <a:pt x="2757233" y="1948106"/>
                  </a:lnTo>
                  <a:lnTo>
                    <a:pt x="2757327" y="1948106"/>
                  </a:lnTo>
                  <a:lnTo>
                    <a:pt x="2757422" y="1948106"/>
                  </a:lnTo>
                  <a:lnTo>
                    <a:pt x="2757516" y="1948106"/>
                  </a:lnTo>
                  <a:lnTo>
                    <a:pt x="2757610" y="1948106"/>
                  </a:lnTo>
                  <a:lnTo>
                    <a:pt x="2757704" y="1948106"/>
                  </a:lnTo>
                  <a:lnTo>
                    <a:pt x="2757798" y="1948106"/>
                  </a:lnTo>
                  <a:lnTo>
                    <a:pt x="2757892" y="1948106"/>
                  </a:lnTo>
                  <a:lnTo>
                    <a:pt x="2757986" y="1948106"/>
                  </a:lnTo>
                  <a:lnTo>
                    <a:pt x="2757986" y="1942827"/>
                  </a:lnTo>
                  <a:lnTo>
                    <a:pt x="2758080" y="1942827"/>
                  </a:lnTo>
                  <a:lnTo>
                    <a:pt x="2758174" y="1942827"/>
                  </a:lnTo>
                  <a:lnTo>
                    <a:pt x="2758268" y="1942827"/>
                  </a:lnTo>
                  <a:lnTo>
                    <a:pt x="2758362" y="1942827"/>
                  </a:lnTo>
                  <a:lnTo>
                    <a:pt x="2758456" y="1942827"/>
                  </a:lnTo>
                  <a:lnTo>
                    <a:pt x="2758550" y="1942827"/>
                  </a:lnTo>
                  <a:lnTo>
                    <a:pt x="2758644" y="1942827"/>
                  </a:lnTo>
                  <a:lnTo>
                    <a:pt x="2758738" y="1942827"/>
                  </a:lnTo>
                  <a:lnTo>
                    <a:pt x="2758832" y="1942827"/>
                  </a:lnTo>
                  <a:lnTo>
                    <a:pt x="2758926" y="1942827"/>
                  </a:lnTo>
                  <a:lnTo>
                    <a:pt x="2759020" y="1942827"/>
                  </a:lnTo>
                  <a:lnTo>
                    <a:pt x="2759114" y="1942827"/>
                  </a:lnTo>
                  <a:lnTo>
                    <a:pt x="2759208" y="1942827"/>
                  </a:lnTo>
                  <a:lnTo>
                    <a:pt x="2759302" y="1942827"/>
                  </a:lnTo>
                  <a:lnTo>
                    <a:pt x="2759396" y="1942827"/>
                  </a:lnTo>
                  <a:lnTo>
                    <a:pt x="2759490" y="1942827"/>
                  </a:lnTo>
                  <a:lnTo>
                    <a:pt x="2759584" y="1942827"/>
                  </a:lnTo>
                  <a:lnTo>
                    <a:pt x="2759678" y="1942827"/>
                  </a:lnTo>
                  <a:lnTo>
                    <a:pt x="2759772" y="1942827"/>
                  </a:lnTo>
                  <a:lnTo>
                    <a:pt x="2759866" y="1942827"/>
                  </a:lnTo>
                  <a:lnTo>
                    <a:pt x="2759960" y="1942827"/>
                  </a:lnTo>
                  <a:lnTo>
                    <a:pt x="2760054" y="1942827"/>
                  </a:lnTo>
                  <a:lnTo>
                    <a:pt x="2760148" y="1942827"/>
                  </a:lnTo>
                  <a:lnTo>
                    <a:pt x="2760242" y="1942827"/>
                  </a:lnTo>
                  <a:lnTo>
                    <a:pt x="2760336" y="1942827"/>
                  </a:lnTo>
                  <a:lnTo>
                    <a:pt x="2760430" y="1942827"/>
                  </a:lnTo>
                  <a:lnTo>
                    <a:pt x="2760524" y="1942827"/>
                  </a:lnTo>
                  <a:lnTo>
                    <a:pt x="2760618" y="1942827"/>
                  </a:lnTo>
                  <a:lnTo>
                    <a:pt x="2760712" y="1942827"/>
                  </a:lnTo>
                  <a:lnTo>
                    <a:pt x="2760806" y="1942827"/>
                  </a:lnTo>
                  <a:lnTo>
                    <a:pt x="2760900" y="1942827"/>
                  </a:lnTo>
                  <a:lnTo>
                    <a:pt x="2760995" y="1942827"/>
                  </a:lnTo>
                  <a:lnTo>
                    <a:pt x="2761089" y="1942827"/>
                  </a:lnTo>
                  <a:lnTo>
                    <a:pt x="2761183" y="1942827"/>
                  </a:lnTo>
                  <a:lnTo>
                    <a:pt x="2761277" y="1942827"/>
                  </a:lnTo>
                  <a:lnTo>
                    <a:pt x="2761371" y="1942827"/>
                  </a:lnTo>
                  <a:lnTo>
                    <a:pt x="2761465" y="1942827"/>
                  </a:lnTo>
                  <a:lnTo>
                    <a:pt x="2761559" y="1942827"/>
                  </a:lnTo>
                  <a:lnTo>
                    <a:pt x="2761559" y="1937547"/>
                  </a:lnTo>
                  <a:lnTo>
                    <a:pt x="2761653" y="1937547"/>
                  </a:lnTo>
                  <a:lnTo>
                    <a:pt x="2761747" y="1937547"/>
                  </a:lnTo>
                  <a:lnTo>
                    <a:pt x="2761841" y="1937547"/>
                  </a:lnTo>
                  <a:lnTo>
                    <a:pt x="2761935" y="1937547"/>
                  </a:lnTo>
                  <a:lnTo>
                    <a:pt x="2762029" y="1937547"/>
                  </a:lnTo>
                  <a:lnTo>
                    <a:pt x="2762123" y="1937547"/>
                  </a:lnTo>
                  <a:lnTo>
                    <a:pt x="2762217" y="1937547"/>
                  </a:lnTo>
                  <a:lnTo>
                    <a:pt x="2762311" y="1937547"/>
                  </a:lnTo>
                  <a:lnTo>
                    <a:pt x="2762405" y="1937547"/>
                  </a:lnTo>
                  <a:lnTo>
                    <a:pt x="2762499" y="1937547"/>
                  </a:lnTo>
                  <a:lnTo>
                    <a:pt x="2762593" y="1937547"/>
                  </a:lnTo>
                  <a:lnTo>
                    <a:pt x="2762687" y="1937547"/>
                  </a:lnTo>
                  <a:lnTo>
                    <a:pt x="2762781" y="1937547"/>
                  </a:lnTo>
                  <a:lnTo>
                    <a:pt x="2762875" y="1937547"/>
                  </a:lnTo>
                  <a:lnTo>
                    <a:pt x="2762969" y="1937547"/>
                  </a:lnTo>
                  <a:lnTo>
                    <a:pt x="2763063" y="1937547"/>
                  </a:lnTo>
                  <a:lnTo>
                    <a:pt x="2763157" y="1937547"/>
                  </a:lnTo>
                  <a:lnTo>
                    <a:pt x="2763251" y="1937547"/>
                  </a:lnTo>
                  <a:lnTo>
                    <a:pt x="2763345" y="1937547"/>
                  </a:lnTo>
                  <a:lnTo>
                    <a:pt x="2763439" y="1937547"/>
                  </a:lnTo>
                  <a:lnTo>
                    <a:pt x="2763533" y="1937547"/>
                  </a:lnTo>
                  <a:lnTo>
                    <a:pt x="2763627" y="1937547"/>
                  </a:lnTo>
                  <a:lnTo>
                    <a:pt x="2763721" y="1937547"/>
                  </a:lnTo>
                  <a:lnTo>
                    <a:pt x="2763815" y="1937547"/>
                  </a:lnTo>
                  <a:lnTo>
                    <a:pt x="2763909" y="1937547"/>
                  </a:lnTo>
                  <a:lnTo>
                    <a:pt x="2764003" y="1937547"/>
                  </a:lnTo>
                  <a:lnTo>
                    <a:pt x="2764097" y="1937547"/>
                  </a:lnTo>
                  <a:lnTo>
                    <a:pt x="2764191" y="1937547"/>
                  </a:lnTo>
                  <a:lnTo>
                    <a:pt x="2764285" y="1937547"/>
                  </a:lnTo>
                  <a:lnTo>
                    <a:pt x="2764379" y="1937547"/>
                  </a:lnTo>
                  <a:lnTo>
                    <a:pt x="2764474" y="1937547"/>
                  </a:lnTo>
                  <a:lnTo>
                    <a:pt x="2764568" y="1937547"/>
                  </a:lnTo>
                  <a:lnTo>
                    <a:pt x="2764662" y="1937547"/>
                  </a:lnTo>
                  <a:lnTo>
                    <a:pt x="2764756" y="1937547"/>
                  </a:lnTo>
                  <a:lnTo>
                    <a:pt x="2764850" y="1937547"/>
                  </a:lnTo>
                  <a:lnTo>
                    <a:pt x="2764944" y="1937547"/>
                  </a:lnTo>
                  <a:lnTo>
                    <a:pt x="2765038" y="1937547"/>
                  </a:lnTo>
                  <a:lnTo>
                    <a:pt x="2765132" y="1937547"/>
                  </a:lnTo>
                  <a:lnTo>
                    <a:pt x="2765226" y="1937547"/>
                  </a:lnTo>
                  <a:lnTo>
                    <a:pt x="2765320" y="1937547"/>
                  </a:lnTo>
                  <a:lnTo>
                    <a:pt x="2765414" y="1937547"/>
                  </a:lnTo>
                  <a:lnTo>
                    <a:pt x="2765508" y="1937547"/>
                  </a:lnTo>
                  <a:lnTo>
                    <a:pt x="2765602" y="1937547"/>
                  </a:lnTo>
                  <a:lnTo>
                    <a:pt x="2765696" y="1937547"/>
                  </a:lnTo>
                  <a:lnTo>
                    <a:pt x="2765790" y="1937547"/>
                  </a:lnTo>
                  <a:lnTo>
                    <a:pt x="2765884" y="1937547"/>
                  </a:lnTo>
                  <a:lnTo>
                    <a:pt x="2765978" y="1937547"/>
                  </a:lnTo>
                  <a:lnTo>
                    <a:pt x="2766072" y="1937547"/>
                  </a:lnTo>
                  <a:lnTo>
                    <a:pt x="2766166" y="1937547"/>
                  </a:lnTo>
                  <a:lnTo>
                    <a:pt x="2766260" y="1937547"/>
                  </a:lnTo>
                  <a:lnTo>
                    <a:pt x="2766354" y="1937547"/>
                  </a:lnTo>
                  <a:lnTo>
                    <a:pt x="2766448" y="1937547"/>
                  </a:lnTo>
                  <a:lnTo>
                    <a:pt x="2766542" y="1937547"/>
                  </a:lnTo>
                  <a:lnTo>
                    <a:pt x="2766636" y="1937547"/>
                  </a:lnTo>
                  <a:lnTo>
                    <a:pt x="2766730" y="1937547"/>
                  </a:lnTo>
                  <a:lnTo>
                    <a:pt x="2766824" y="1937547"/>
                  </a:lnTo>
                  <a:lnTo>
                    <a:pt x="2766918" y="1937547"/>
                  </a:lnTo>
                  <a:lnTo>
                    <a:pt x="2767012" y="1937547"/>
                  </a:lnTo>
                  <a:lnTo>
                    <a:pt x="2767106" y="1937547"/>
                  </a:lnTo>
                  <a:lnTo>
                    <a:pt x="2767200" y="1937547"/>
                  </a:lnTo>
                  <a:lnTo>
                    <a:pt x="2767294" y="1937547"/>
                  </a:lnTo>
                  <a:lnTo>
                    <a:pt x="2767388" y="1937547"/>
                  </a:lnTo>
                  <a:lnTo>
                    <a:pt x="2767482" y="1937547"/>
                  </a:lnTo>
                  <a:lnTo>
                    <a:pt x="2767576" y="1937547"/>
                  </a:lnTo>
                  <a:lnTo>
                    <a:pt x="2767670" y="1937547"/>
                  </a:lnTo>
                  <a:lnTo>
                    <a:pt x="2767764" y="1937547"/>
                  </a:lnTo>
                  <a:lnTo>
                    <a:pt x="2767858" y="1937547"/>
                  </a:lnTo>
                  <a:lnTo>
                    <a:pt x="2767952" y="1937547"/>
                  </a:lnTo>
                  <a:lnTo>
                    <a:pt x="2768047" y="1937547"/>
                  </a:lnTo>
                  <a:lnTo>
                    <a:pt x="2768141" y="1937547"/>
                  </a:lnTo>
                  <a:lnTo>
                    <a:pt x="2768235" y="1937547"/>
                  </a:lnTo>
                  <a:lnTo>
                    <a:pt x="2768329" y="1937547"/>
                  </a:lnTo>
                  <a:lnTo>
                    <a:pt x="2768329" y="1932268"/>
                  </a:lnTo>
                  <a:lnTo>
                    <a:pt x="2768423" y="1932268"/>
                  </a:lnTo>
                  <a:lnTo>
                    <a:pt x="2768517" y="1932268"/>
                  </a:lnTo>
                  <a:lnTo>
                    <a:pt x="2768611" y="1932268"/>
                  </a:lnTo>
                  <a:lnTo>
                    <a:pt x="2768705" y="1932268"/>
                  </a:lnTo>
                  <a:lnTo>
                    <a:pt x="2768799" y="1932268"/>
                  </a:lnTo>
                  <a:lnTo>
                    <a:pt x="2768893" y="1932268"/>
                  </a:lnTo>
                  <a:lnTo>
                    <a:pt x="2768987" y="1932268"/>
                  </a:lnTo>
                  <a:lnTo>
                    <a:pt x="2769081" y="1932268"/>
                  </a:lnTo>
                  <a:lnTo>
                    <a:pt x="2769175" y="1932268"/>
                  </a:lnTo>
                  <a:lnTo>
                    <a:pt x="2769269" y="1932268"/>
                  </a:lnTo>
                  <a:lnTo>
                    <a:pt x="2769363" y="1932268"/>
                  </a:lnTo>
                  <a:lnTo>
                    <a:pt x="2769457" y="1932268"/>
                  </a:lnTo>
                  <a:lnTo>
                    <a:pt x="2769551" y="1932268"/>
                  </a:lnTo>
                  <a:lnTo>
                    <a:pt x="2769645" y="1932268"/>
                  </a:lnTo>
                  <a:lnTo>
                    <a:pt x="2769739" y="1932268"/>
                  </a:lnTo>
                  <a:lnTo>
                    <a:pt x="2769833" y="1932268"/>
                  </a:lnTo>
                  <a:lnTo>
                    <a:pt x="2769927" y="1932268"/>
                  </a:lnTo>
                  <a:lnTo>
                    <a:pt x="2770021" y="1932268"/>
                  </a:lnTo>
                  <a:lnTo>
                    <a:pt x="2770115" y="1932268"/>
                  </a:lnTo>
                  <a:lnTo>
                    <a:pt x="2770209" y="1932268"/>
                  </a:lnTo>
                  <a:lnTo>
                    <a:pt x="2770303" y="1932268"/>
                  </a:lnTo>
                  <a:lnTo>
                    <a:pt x="2770397" y="1932268"/>
                  </a:lnTo>
                  <a:lnTo>
                    <a:pt x="2770491" y="1932268"/>
                  </a:lnTo>
                  <a:lnTo>
                    <a:pt x="2770585" y="1932268"/>
                  </a:lnTo>
                  <a:lnTo>
                    <a:pt x="2770679" y="1932268"/>
                  </a:lnTo>
                  <a:lnTo>
                    <a:pt x="2770773" y="1932268"/>
                  </a:lnTo>
                  <a:lnTo>
                    <a:pt x="2770867" y="1932268"/>
                  </a:lnTo>
                  <a:lnTo>
                    <a:pt x="2770961" y="1932268"/>
                  </a:lnTo>
                  <a:lnTo>
                    <a:pt x="2771055" y="1932268"/>
                  </a:lnTo>
                  <a:lnTo>
                    <a:pt x="2771149" y="1932268"/>
                  </a:lnTo>
                  <a:lnTo>
                    <a:pt x="2771243" y="1932268"/>
                  </a:lnTo>
                  <a:lnTo>
                    <a:pt x="2771337" y="1932268"/>
                  </a:lnTo>
                  <a:lnTo>
                    <a:pt x="2771431" y="1932268"/>
                  </a:lnTo>
                  <a:lnTo>
                    <a:pt x="2771525" y="1932268"/>
                  </a:lnTo>
                  <a:lnTo>
                    <a:pt x="2771620" y="1932268"/>
                  </a:lnTo>
                  <a:lnTo>
                    <a:pt x="2771714" y="1932268"/>
                  </a:lnTo>
                  <a:lnTo>
                    <a:pt x="2771808" y="1932268"/>
                  </a:lnTo>
                  <a:lnTo>
                    <a:pt x="2771902" y="1932268"/>
                  </a:lnTo>
                  <a:lnTo>
                    <a:pt x="2771996" y="1932268"/>
                  </a:lnTo>
                  <a:lnTo>
                    <a:pt x="2772090" y="1932268"/>
                  </a:lnTo>
                  <a:lnTo>
                    <a:pt x="2772184" y="1932268"/>
                  </a:lnTo>
                  <a:lnTo>
                    <a:pt x="2772278" y="1932268"/>
                  </a:lnTo>
                  <a:lnTo>
                    <a:pt x="2772372" y="1932268"/>
                  </a:lnTo>
                  <a:lnTo>
                    <a:pt x="2772466" y="1932268"/>
                  </a:lnTo>
                  <a:lnTo>
                    <a:pt x="2772560" y="1932268"/>
                  </a:lnTo>
                  <a:lnTo>
                    <a:pt x="2772654" y="1932268"/>
                  </a:lnTo>
                  <a:lnTo>
                    <a:pt x="2772748" y="1932268"/>
                  </a:lnTo>
                  <a:lnTo>
                    <a:pt x="2772842" y="1932268"/>
                  </a:lnTo>
                  <a:lnTo>
                    <a:pt x="2772936" y="1932268"/>
                  </a:lnTo>
                  <a:lnTo>
                    <a:pt x="2773030" y="1932268"/>
                  </a:lnTo>
                  <a:lnTo>
                    <a:pt x="2773124" y="1932268"/>
                  </a:lnTo>
                  <a:lnTo>
                    <a:pt x="2773218" y="1932268"/>
                  </a:lnTo>
                  <a:lnTo>
                    <a:pt x="2773312" y="1932268"/>
                  </a:lnTo>
                  <a:lnTo>
                    <a:pt x="2773406" y="1932268"/>
                  </a:lnTo>
                  <a:lnTo>
                    <a:pt x="2773500" y="1932268"/>
                  </a:lnTo>
                  <a:lnTo>
                    <a:pt x="2773594" y="1932268"/>
                  </a:lnTo>
                  <a:lnTo>
                    <a:pt x="2773688" y="1932268"/>
                  </a:lnTo>
                  <a:lnTo>
                    <a:pt x="2773782" y="1932268"/>
                  </a:lnTo>
                  <a:lnTo>
                    <a:pt x="2773876" y="1932268"/>
                  </a:lnTo>
                  <a:lnTo>
                    <a:pt x="2773970" y="1932268"/>
                  </a:lnTo>
                  <a:lnTo>
                    <a:pt x="2774064" y="1932268"/>
                  </a:lnTo>
                  <a:lnTo>
                    <a:pt x="2774158" y="1932268"/>
                  </a:lnTo>
                  <a:lnTo>
                    <a:pt x="2774252" y="1932268"/>
                  </a:lnTo>
                  <a:lnTo>
                    <a:pt x="2774346" y="1932268"/>
                  </a:lnTo>
                  <a:lnTo>
                    <a:pt x="2774440" y="1932268"/>
                  </a:lnTo>
                  <a:lnTo>
                    <a:pt x="2774534" y="1932268"/>
                  </a:lnTo>
                  <a:lnTo>
                    <a:pt x="2774628" y="1932268"/>
                  </a:lnTo>
                  <a:lnTo>
                    <a:pt x="2774722" y="1932268"/>
                  </a:lnTo>
                  <a:lnTo>
                    <a:pt x="2774816" y="1932268"/>
                  </a:lnTo>
                  <a:lnTo>
                    <a:pt x="2774910" y="1932268"/>
                  </a:lnTo>
                  <a:lnTo>
                    <a:pt x="2775004" y="1932268"/>
                  </a:lnTo>
                  <a:lnTo>
                    <a:pt x="2775099" y="1932268"/>
                  </a:lnTo>
                  <a:lnTo>
                    <a:pt x="2775193" y="1932268"/>
                  </a:lnTo>
                  <a:lnTo>
                    <a:pt x="2775287" y="1932268"/>
                  </a:lnTo>
                  <a:lnTo>
                    <a:pt x="2775381" y="1932268"/>
                  </a:lnTo>
                  <a:lnTo>
                    <a:pt x="2775475" y="1932268"/>
                  </a:lnTo>
                  <a:lnTo>
                    <a:pt x="2775569" y="1932268"/>
                  </a:lnTo>
                  <a:lnTo>
                    <a:pt x="2775663" y="1932268"/>
                  </a:lnTo>
                  <a:lnTo>
                    <a:pt x="2775757" y="1932268"/>
                  </a:lnTo>
                  <a:lnTo>
                    <a:pt x="2775851" y="1932268"/>
                  </a:lnTo>
                  <a:lnTo>
                    <a:pt x="2775945" y="1932268"/>
                  </a:lnTo>
                  <a:lnTo>
                    <a:pt x="2776039" y="1932268"/>
                  </a:lnTo>
                  <a:lnTo>
                    <a:pt x="2776133" y="1932268"/>
                  </a:lnTo>
                  <a:lnTo>
                    <a:pt x="2776227" y="1932268"/>
                  </a:lnTo>
                  <a:lnTo>
                    <a:pt x="2776321" y="1932268"/>
                  </a:lnTo>
                  <a:lnTo>
                    <a:pt x="2776415" y="1932268"/>
                  </a:lnTo>
                  <a:lnTo>
                    <a:pt x="2776509" y="1932268"/>
                  </a:lnTo>
                  <a:lnTo>
                    <a:pt x="2776603" y="1932268"/>
                  </a:lnTo>
                  <a:lnTo>
                    <a:pt x="2776697" y="1932268"/>
                  </a:lnTo>
                  <a:lnTo>
                    <a:pt x="2776791" y="1932268"/>
                  </a:lnTo>
                  <a:lnTo>
                    <a:pt x="2776885" y="1932268"/>
                  </a:lnTo>
                  <a:lnTo>
                    <a:pt x="2776979" y="1932268"/>
                  </a:lnTo>
                  <a:lnTo>
                    <a:pt x="2777073" y="1932268"/>
                  </a:lnTo>
                  <a:lnTo>
                    <a:pt x="2777167" y="1932268"/>
                  </a:lnTo>
                  <a:lnTo>
                    <a:pt x="2777261" y="1932268"/>
                  </a:lnTo>
                  <a:lnTo>
                    <a:pt x="2777355" y="1932268"/>
                  </a:lnTo>
                  <a:lnTo>
                    <a:pt x="2777449" y="1932268"/>
                  </a:lnTo>
                  <a:lnTo>
                    <a:pt x="2777543" y="1932268"/>
                  </a:lnTo>
                  <a:lnTo>
                    <a:pt x="2777637" y="1932268"/>
                  </a:lnTo>
                  <a:lnTo>
                    <a:pt x="2777731" y="1932268"/>
                  </a:lnTo>
                  <a:lnTo>
                    <a:pt x="2777825" y="1932268"/>
                  </a:lnTo>
                  <a:lnTo>
                    <a:pt x="2777919" y="1932268"/>
                  </a:lnTo>
                  <a:lnTo>
                    <a:pt x="2778013" y="1932268"/>
                  </a:lnTo>
                  <a:lnTo>
                    <a:pt x="2778107" y="1932268"/>
                  </a:lnTo>
                  <a:lnTo>
                    <a:pt x="2778201" y="1932268"/>
                  </a:lnTo>
                  <a:lnTo>
                    <a:pt x="2778295" y="1932268"/>
                  </a:lnTo>
                  <a:lnTo>
                    <a:pt x="2778389" y="1932268"/>
                  </a:lnTo>
                  <a:lnTo>
                    <a:pt x="2778483" y="1932268"/>
                  </a:lnTo>
                  <a:lnTo>
                    <a:pt x="2778577" y="1932268"/>
                  </a:lnTo>
                  <a:lnTo>
                    <a:pt x="2778672" y="1932268"/>
                  </a:lnTo>
                  <a:lnTo>
                    <a:pt x="2778766" y="1932268"/>
                  </a:lnTo>
                  <a:lnTo>
                    <a:pt x="2778766" y="1926988"/>
                  </a:lnTo>
                  <a:lnTo>
                    <a:pt x="2778860" y="1926988"/>
                  </a:lnTo>
                  <a:lnTo>
                    <a:pt x="2778954" y="1926988"/>
                  </a:lnTo>
                  <a:lnTo>
                    <a:pt x="2779048" y="1926988"/>
                  </a:lnTo>
                  <a:lnTo>
                    <a:pt x="2779142" y="1926988"/>
                  </a:lnTo>
                  <a:lnTo>
                    <a:pt x="2779142" y="1921709"/>
                  </a:lnTo>
                  <a:lnTo>
                    <a:pt x="2779236" y="1921709"/>
                  </a:lnTo>
                  <a:lnTo>
                    <a:pt x="2779330" y="1921709"/>
                  </a:lnTo>
                  <a:lnTo>
                    <a:pt x="2779424" y="1921709"/>
                  </a:lnTo>
                  <a:lnTo>
                    <a:pt x="2779518" y="1921709"/>
                  </a:lnTo>
                  <a:lnTo>
                    <a:pt x="2779612" y="1921709"/>
                  </a:lnTo>
                  <a:lnTo>
                    <a:pt x="2779706" y="1921709"/>
                  </a:lnTo>
                  <a:lnTo>
                    <a:pt x="2779800" y="1921709"/>
                  </a:lnTo>
                  <a:lnTo>
                    <a:pt x="2779894" y="1921709"/>
                  </a:lnTo>
                  <a:lnTo>
                    <a:pt x="2779988" y="1921709"/>
                  </a:lnTo>
                  <a:lnTo>
                    <a:pt x="2780082" y="1921709"/>
                  </a:lnTo>
                  <a:lnTo>
                    <a:pt x="2780176" y="1921709"/>
                  </a:lnTo>
                  <a:lnTo>
                    <a:pt x="2780270" y="1921709"/>
                  </a:lnTo>
                  <a:lnTo>
                    <a:pt x="2780364" y="1921709"/>
                  </a:lnTo>
                  <a:lnTo>
                    <a:pt x="2780458" y="1921709"/>
                  </a:lnTo>
                  <a:lnTo>
                    <a:pt x="2780552" y="1921709"/>
                  </a:lnTo>
                  <a:lnTo>
                    <a:pt x="2780646" y="1921709"/>
                  </a:lnTo>
                  <a:lnTo>
                    <a:pt x="2780740" y="1921709"/>
                  </a:lnTo>
                  <a:lnTo>
                    <a:pt x="2780834" y="1921709"/>
                  </a:lnTo>
                  <a:lnTo>
                    <a:pt x="2780928" y="1921709"/>
                  </a:lnTo>
                  <a:lnTo>
                    <a:pt x="2781022" y="1921709"/>
                  </a:lnTo>
                  <a:lnTo>
                    <a:pt x="2781116" y="1921709"/>
                  </a:lnTo>
                  <a:lnTo>
                    <a:pt x="2781210" y="1921709"/>
                  </a:lnTo>
                  <a:lnTo>
                    <a:pt x="2781304" y="1921709"/>
                  </a:lnTo>
                  <a:lnTo>
                    <a:pt x="2781398" y="1921709"/>
                  </a:lnTo>
                  <a:lnTo>
                    <a:pt x="2781492" y="1921709"/>
                  </a:lnTo>
                  <a:lnTo>
                    <a:pt x="2781586" y="1921709"/>
                  </a:lnTo>
                  <a:lnTo>
                    <a:pt x="2781680" y="1921709"/>
                  </a:lnTo>
                  <a:lnTo>
                    <a:pt x="2781774" y="1921709"/>
                  </a:lnTo>
                  <a:lnTo>
                    <a:pt x="2781868" y="1921709"/>
                  </a:lnTo>
                  <a:lnTo>
                    <a:pt x="2781962" y="1921709"/>
                  </a:lnTo>
                  <a:lnTo>
                    <a:pt x="2782056" y="1921709"/>
                  </a:lnTo>
                  <a:lnTo>
                    <a:pt x="2782150" y="1921709"/>
                  </a:lnTo>
                  <a:lnTo>
                    <a:pt x="2782245" y="1921709"/>
                  </a:lnTo>
                  <a:lnTo>
                    <a:pt x="2782339" y="1921709"/>
                  </a:lnTo>
                  <a:lnTo>
                    <a:pt x="2782433" y="1921709"/>
                  </a:lnTo>
                  <a:lnTo>
                    <a:pt x="2782527" y="1921709"/>
                  </a:lnTo>
                  <a:lnTo>
                    <a:pt x="2782621" y="1921709"/>
                  </a:lnTo>
                  <a:lnTo>
                    <a:pt x="2782715" y="1921709"/>
                  </a:lnTo>
                  <a:lnTo>
                    <a:pt x="2782809" y="1921709"/>
                  </a:lnTo>
                  <a:lnTo>
                    <a:pt x="2782903" y="1921709"/>
                  </a:lnTo>
                  <a:lnTo>
                    <a:pt x="2782997" y="1921709"/>
                  </a:lnTo>
                  <a:lnTo>
                    <a:pt x="2783091" y="1921709"/>
                  </a:lnTo>
                  <a:lnTo>
                    <a:pt x="2783185" y="1921709"/>
                  </a:lnTo>
                  <a:lnTo>
                    <a:pt x="2783279" y="1921709"/>
                  </a:lnTo>
                  <a:lnTo>
                    <a:pt x="2783373" y="1921709"/>
                  </a:lnTo>
                  <a:lnTo>
                    <a:pt x="2783467" y="1921709"/>
                  </a:lnTo>
                  <a:lnTo>
                    <a:pt x="2783561" y="1921709"/>
                  </a:lnTo>
                  <a:lnTo>
                    <a:pt x="2783655" y="1921709"/>
                  </a:lnTo>
                  <a:lnTo>
                    <a:pt x="2783749" y="1921709"/>
                  </a:lnTo>
                  <a:lnTo>
                    <a:pt x="2783843" y="1921709"/>
                  </a:lnTo>
                  <a:lnTo>
                    <a:pt x="2783937" y="1921709"/>
                  </a:lnTo>
                  <a:lnTo>
                    <a:pt x="2784031" y="1921709"/>
                  </a:lnTo>
                  <a:lnTo>
                    <a:pt x="2784125" y="1921709"/>
                  </a:lnTo>
                  <a:lnTo>
                    <a:pt x="2784219" y="1921709"/>
                  </a:lnTo>
                  <a:lnTo>
                    <a:pt x="2784313" y="1921709"/>
                  </a:lnTo>
                  <a:lnTo>
                    <a:pt x="2784407" y="1921709"/>
                  </a:lnTo>
                  <a:lnTo>
                    <a:pt x="2784501" y="1921709"/>
                  </a:lnTo>
                  <a:lnTo>
                    <a:pt x="2784595" y="1921709"/>
                  </a:lnTo>
                  <a:lnTo>
                    <a:pt x="2784689" y="1921709"/>
                  </a:lnTo>
                  <a:lnTo>
                    <a:pt x="2784783" y="1921709"/>
                  </a:lnTo>
                  <a:lnTo>
                    <a:pt x="2784877" y="1921709"/>
                  </a:lnTo>
                  <a:lnTo>
                    <a:pt x="2784971" y="1921709"/>
                  </a:lnTo>
                  <a:lnTo>
                    <a:pt x="2785065" y="1921709"/>
                  </a:lnTo>
                  <a:lnTo>
                    <a:pt x="2785159" y="1921709"/>
                  </a:lnTo>
                  <a:lnTo>
                    <a:pt x="2785253" y="1921709"/>
                  </a:lnTo>
                  <a:lnTo>
                    <a:pt x="2785347" y="1921709"/>
                  </a:lnTo>
                  <a:lnTo>
                    <a:pt x="2785441" y="1921709"/>
                  </a:lnTo>
                  <a:lnTo>
                    <a:pt x="2785535" y="1921709"/>
                  </a:lnTo>
                  <a:lnTo>
                    <a:pt x="2785629" y="1921709"/>
                  </a:lnTo>
                  <a:lnTo>
                    <a:pt x="2785724" y="1921709"/>
                  </a:lnTo>
                  <a:lnTo>
                    <a:pt x="2785818" y="1921709"/>
                  </a:lnTo>
                  <a:lnTo>
                    <a:pt x="2785912" y="1921709"/>
                  </a:lnTo>
                  <a:lnTo>
                    <a:pt x="2786006" y="1921709"/>
                  </a:lnTo>
                  <a:lnTo>
                    <a:pt x="2786100" y="1921709"/>
                  </a:lnTo>
                  <a:lnTo>
                    <a:pt x="2786194" y="1921709"/>
                  </a:lnTo>
                  <a:lnTo>
                    <a:pt x="2786288" y="1921709"/>
                  </a:lnTo>
                  <a:lnTo>
                    <a:pt x="2786382" y="1921709"/>
                  </a:lnTo>
                  <a:lnTo>
                    <a:pt x="2786476" y="1921709"/>
                  </a:lnTo>
                  <a:lnTo>
                    <a:pt x="2786570" y="1921709"/>
                  </a:lnTo>
                  <a:lnTo>
                    <a:pt x="2786664" y="1921709"/>
                  </a:lnTo>
                  <a:lnTo>
                    <a:pt x="2786758" y="1921709"/>
                  </a:lnTo>
                  <a:lnTo>
                    <a:pt x="2786758" y="1916429"/>
                  </a:lnTo>
                  <a:lnTo>
                    <a:pt x="2786852" y="1916429"/>
                  </a:lnTo>
                  <a:lnTo>
                    <a:pt x="2786946" y="1916429"/>
                  </a:lnTo>
                  <a:lnTo>
                    <a:pt x="2787040" y="1916429"/>
                  </a:lnTo>
                  <a:lnTo>
                    <a:pt x="2787134" y="1916429"/>
                  </a:lnTo>
                  <a:lnTo>
                    <a:pt x="2787228" y="1916429"/>
                  </a:lnTo>
                  <a:lnTo>
                    <a:pt x="2787322" y="1916429"/>
                  </a:lnTo>
                  <a:lnTo>
                    <a:pt x="2787416" y="1916429"/>
                  </a:lnTo>
                  <a:lnTo>
                    <a:pt x="2787510" y="1916429"/>
                  </a:lnTo>
                  <a:lnTo>
                    <a:pt x="2787604" y="1916429"/>
                  </a:lnTo>
                  <a:lnTo>
                    <a:pt x="2787698" y="1916429"/>
                  </a:lnTo>
                  <a:lnTo>
                    <a:pt x="2787792" y="1916429"/>
                  </a:lnTo>
                  <a:lnTo>
                    <a:pt x="2787886" y="1916429"/>
                  </a:lnTo>
                  <a:lnTo>
                    <a:pt x="2787980" y="1916429"/>
                  </a:lnTo>
                  <a:lnTo>
                    <a:pt x="2788074" y="1916429"/>
                  </a:lnTo>
                  <a:lnTo>
                    <a:pt x="2788168" y="1916429"/>
                  </a:lnTo>
                  <a:lnTo>
                    <a:pt x="2788262" y="1916429"/>
                  </a:lnTo>
                  <a:lnTo>
                    <a:pt x="2788356" y="1916429"/>
                  </a:lnTo>
                  <a:lnTo>
                    <a:pt x="2788450" y="1916429"/>
                  </a:lnTo>
                  <a:lnTo>
                    <a:pt x="2788544" y="1916429"/>
                  </a:lnTo>
                  <a:lnTo>
                    <a:pt x="2788638" y="1916429"/>
                  </a:lnTo>
                  <a:lnTo>
                    <a:pt x="2788638" y="1911150"/>
                  </a:lnTo>
                  <a:lnTo>
                    <a:pt x="2788732" y="1911150"/>
                  </a:lnTo>
                  <a:lnTo>
                    <a:pt x="2788826" y="1911150"/>
                  </a:lnTo>
                  <a:lnTo>
                    <a:pt x="2788920" y="1911150"/>
                  </a:lnTo>
                  <a:lnTo>
                    <a:pt x="2789014" y="1911150"/>
                  </a:lnTo>
                  <a:lnTo>
                    <a:pt x="2789108" y="1911150"/>
                  </a:lnTo>
                  <a:lnTo>
                    <a:pt x="2789202" y="1911150"/>
                  </a:lnTo>
                  <a:lnTo>
                    <a:pt x="2789297" y="1911150"/>
                  </a:lnTo>
                  <a:lnTo>
                    <a:pt x="2789391" y="1911150"/>
                  </a:lnTo>
                  <a:lnTo>
                    <a:pt x="2789485" y="1911150"/>
                  </a:lnTo>
                  <a:lnTo>
                    <a:pt x="2789579" y="1911150"/>
                  </a:lnTo>
                  <a:lnTo>
                    <a:pt x="2789673" y="1911150"/>
                  </a:lnTo>
                  <a:lnTo>
                    <a:pt x="2789767" y="1911150"/>
                  </a:lnTo>
                  <a:lnTo>
                    <a:pt x="2789861" y="1911150"/>
                  </a:lnTo>
                  <a:lnTo>
                    <a:pt x="2789955" y="1911150"/>
                  </a:lnTo>
                  <a:lnTo>
                    <a:pt x="2790049" y="1911150"/>
                  </a:lnTo>
                  <a:lnTo>
                    <a:pt x="2790143" y="1911150"/>
                  </a:lnTo>
                  <a:lnTo>
                    <a:pt x="2790237" y="1911150"/>
                  </a:lnTo>
                  <a:lnTo>
                    <a:pt x="2790331" y="1911150"/>
                  </a:lnTo>
                  <a:lnTo>
                    <a:pt x="2790425" y="1911150"/>
                  </a:lnTo>
                  <a:lnTo>
                    <a:pt x="2790519" y="1911150"/>
                  </a:lnTo>
                  <a:lnTo>
                    <a:pt x="2790613" y="1911150"/>
                  </a:lnTo>
                  <a:lnTo>
                    <a:pt x="2790707" y="1911150"/>
                  </a:lnTo>
                  <a:lnTo>
                    <a:pt x="2790707" y="1905871"/>
                  </a:lnTo>
                  <a:lnTo>
                    <a:pt x="2790801" y="1905871"/>
                  </a:lnTo>
                  <a:lnTo>
                    <a:pt x="2790895" y="1905871"/>
                  </a:lnTo>
                  <a:lnTo>
                    <a:pt x="2790989" y="1905871"/>
                  </a:lnTo>
                  <a:lnTo>
                    <a:pt x="2791083" y="1905871"/>
                  </a:lnTo>
                  <a:lnTo>
                    <a:pt x="2791177" y="1905871"/>
                  </a:lnTo>
                  <a:lnTo>
                    <a:pt x="2791271" y="1905871"/>
                  </a:lnTo>
                  <a:lnTo>
                    <a:pt x="2791365" y="1905871"/>
                  </a:lnTo>
                  <a:lnTo>
                    <a:pt x="2791459" y="1905871"/>
                  </a:lnTo>
                  <a:lnTo>
                    <a:pt x="2791553" y="1905871"/>
                  </a:lnTo>
                  <a:lnTo>
                    <a:pt x="2791647" y="1905871"/>
                  </a:lnTo>
                  <a:lnTo>
                    <a:pt x="2791741" y="1905871"/>
                  </a:lnTo>
                  <a:lnTo>
                    <a:pt x="2791835" y="1905871"/>
                  </a:lnTo>
                  <a:lnTo>
                    <a:pt x="2791929" y="1905871"/>
                  </a:lnTo>
                  <a:lnTo>
                    <a:pt x="2792023" y="1905871"/>
                  </a:lnTo>
                  <a:lnTo>
                    <a:pt x="2792117" y="1905871"/>
                  </a:lnTo>
                  <a:lnTo>
                    <a:pt x="2792211" y="1905871"/>
                  </a:lnTo>
                  <a:lnTo>
                    <a:pt x="2792305" y="1905871"/>
                  </a:lnTo>
                  <a:lnTo>
                    <a:pt x="2792399" y="1905871"/>
                  </a:lnTo>
                  <a:lnTo>
                    <a:pt x="2792493" y="1905871"/>
                  </a:lnTo>
                  <a:lnTo>
                    <a:pt x="2792587" y="1905871"/>
                  </a:lnTo>
                  <a:lnTo>
                    <a:pt x="2792681" y="1905871"/>
                  </a:lnTo>
                  <a:lnTo>
                    <a:pt x="2792775" y="1905871"/>
                  </a:lnTo>
                  <a:lnTo>
                    <a:pt x="2792870" y="1905871"/>
                  </a:lnTo>
                  <a:lnTo>
                    <a:pt x="2792964" y="1905871"/>
                  </a:lnTo>
                  <a:lnTo>
                    <a:pt x="2793058" y="1905871"/>
                  </a:lnTo>
                  <a:lnTo>
                    <a:pt x="2793152" y="1905871"/>
                  </a:lnTo>
                  <a:lnTo>
                    <a:pt x="2793246" y="1905871"/>
                  </a:lnTo>
                  <a:lnTo>
                    <a:pt x="2793340" y="1905871"/>
                  </a:lnTo>
                  <a:lnTo>
                    <a:pt x="2793434" y="1905871"/>
                  </a:lnTo>
                  <a:lnTo>
                    <a:pt x="2793528" y="1905871"/>
                  </a:lnTo>
                  <a:lnTo>
                    <a:pt x="2793622" y="1905871"/>
                  </a:lnTo>
                  <a:lnTo>
                    <a:pt x="2793716" y="1905871"/>
                  </a:lnTo>
                  <a:lnTo>
                    <a:pt x="2793810" y="1905871"/>
                  </a:lnTo>
                  <a:lnTo>
                    <a:pt x="2793810" y="1900591"/>
                  </a:lnTo>
                  <a:lnTo>
                    <a:pt x="2793904" y="1900591"/>
                  </a:lnTo>
                  <a:lnTo>
                    <a:pt x="2793998" y="1900591"/>
                  </a:lnTo>
                  <a:lnTo>
                    <a:pt x="2794092" y="1900591"/>
                  </a:lnTo>
                  <a:lnTo>
                    <a:pt x="2794186" y="1900591"/>
                  </a:lnTo>
                  <a:lnTo>
                    <a:pt x="2794280" y="1900591"/>
                  </a:lnTo>
                  <a:lnTo>
                    <a:pt x="2794374" y="1900591"/>
                  </a:lnTo>
                  <a:lnTo>
                    <a:pt x="2794468" y="1900591"/>
                  </a:lnTo>
                  <a:lnTo>
                    <a:pt x="2794562" y="1900591"/>
                  </a:lnTo>
                  <a:lnTo>
                    <a:pt x="2794656" y="1900591"/>
                  </a:lnTo>
                  <a:lnTo>
                    <a:pt x="2794750" y="1900591"/>
                  </a:lnTo>
                  <a:lnTo>
                    <a:pt x="2794844" y="1900591"/>
                  </a:lnTo>
                  <a:lnTo>
                    <a:pt x="2794844" y="1895312"/>
                  </a:lnTo>
                  <a:lnTo>
                    <a:pt x="2794938" y="1895312"/>
                  </a:lnTo>
                  <a:lnTo>
                    <a:pt x="2795032" y="1895312"/>
                  </a:lnTo>
                  <a:lnTo>
                    <a:pt x="2795126" y="1895312"/>
                  </a:lnTo>
                  <a:lnTo>
                    <a:pt x="2795220" y="1895312"/>
                  </a:lnTo>
                  <a:lnTo>
                    <a:pt x="2795314" y="1895312"/>
                  </a:lnTo>
                  <a:lnTo>
                    <a:pt x="2795408" y="1895312"/>
                  </a:lnTo>
                  <a:lnTo>
                    <a:pt x="2795502" y="1895312"/>
                  </a:lnTo>
                  <a:lnTo>
                    <a:pt x="2795596" y="1895312"/>
                  </a:lnTo>
                  <a:lnTo>
                    <a:pt x="2795690" y="1895312"/>
                  </a:lnTo>
                  <a:lnTo>
                    <a:pt x="2795690" y="1890032"/>
                  </a:lnTo>
                  <a:lnTo>
                    <a:pt x="2795784" y="1890032"/>
                  </a:lnTo>
                  <a:lnTo>
                    <a:pt x="2795878" y="1890032"/>
                  </a:lnTo>
                  <a:lnTo>
                    <a:pt x="2795972" y="1890032"/>
                  </a:lnTo>
                  <a:lnTo>
                    <a:pt x="2796066" y="1890032"/>
                  </a:lnTo>
                  <a:lnTo>
                    <a:pt x="2796160" y="1890032"/>
                  </a:lnTo>
                  <a:lnTo>
                    <a:pt x="2796254" y="1890032"/>
                  </a:lnTo>
                  <a:lnTo>
                    <a:pt x="2796349" y="1890032"/>
                  </a:lnTo>
                  <a:lnTo>
                    <a:pt x="2796443" y="1890032"/>
                  </a:lnTo>
                  <a:lnTo>
                    <a:pt x="2796537" y="1890032"/>
                  </a:lnTo>
                  <a:lnTo>
                    <a:pt x="2796631" y="1890032"/>
                  </a:lnTo>
                  <a:lnTo>
                    <a:pt x="2796725" y="1890032"/>
                  </a:lnTo>
                  <a:lnTo>
                    <a:pt x="2796819" y="1890032"/>
                  </a:lnTo>
                  <a:lnTo>
                    <a:pt x="2796913" y="1890032"/>
                  </a:lnTo>
                  <a:lnTo>
                    <a:pt x="2797007" y="1890032"/>
                  </a:lnTo>
                  <a:lnTo>
                    <a:pt x="2797101" y="1890032"/>
                  </a:lnTo>
                  <a:lnTo>
                    <a:pt x="2797195" y="1890032"/>
                  </a:lnTo>
                  <a:lnTo>
                    <a:pt x="2797289" y="1890032"/>
                  </a:lnTo>
                  <a:lnTo>
                    <a:pt x="2797383" y="1890032"/>
                  </a:lnTo>
                  <a:lnTo>
                    <a:pt x="2797477" y="1890032"/>
                  </a:lnTo>
                  <a:lnTo>
                    <a:pt x="2797571" y="1890032"/>
                  </a:lnTo>
                  <a:lnTo>
                    <a:pt x="2797665" y="1890032"/>
                  </a:lnTo>
                  <a:lnTo>
                    <a:pt x="2797759" y="1890032"/>
                  </a:lnTo>
                  <a:lnTo>
                    <a:pt x="2797853" y="1890032"/>
                  </a:lnTo>
                  <a:lnTo>
                    <a:pt x="2797947" y="1890032"/>
                  </a:lnTo>
                  <a:lnTo>
                    <a:pt x="2798041" y="1890032"/>
                  </a:lnTo>
                  <a:lnTo>
                    <a:pt x="2798135" y="1890032"/>
                  </a:lnTo>
                  <a:lnTo>
                    <a:pt x="2798229" y="1890032"/>
                  </a:lnTo>
                  <a:lnTo>
                    <a:pt x="2798323" y="1890032"/>
                  </a:lnTo>
                  <a:lnTo>
                    <a:pt x="2798417" y="1890032"/>
                  </a:lnTo>
                  <a:lnTo>
                    <a:pt x="2798511" y="1890032"/>
                  </a:lnTo>
                  <a:lnTo>
                    <a:pt x="2798605" y="1890032"/>
                  </a:lnTo>
                  <a:lnTo>
                    <a:pt x="2798605" y="1884753"/>
                  </a:lnTo>
                  <a:lnTo>
                    <a:pt x="2798699" y="1884753"/>
                  </a:lnTo>
                  <a:lnTo>
                    <a:pt x="2798793" y="1884753"/>
                  </a:lnTo>
                  <a:lnTo>
                    <a:pt x="2798887" y="1884753"/>
                  </a:lnTo>
                  <a:lnTo>
                    <a:pt x="2798981" y="1884753"/>
                  </a:lnTo>
                  <a:lnTo>
                    <a:pt x="2799075" y="1884753"/>
                  </a:lnTo>
                  <a:lnTo>
                    <a:pt x="2799169" y="1884753"/>
                  </a:lnTo>
                  <a:lnTo>
                    <a:pt x="2799263" y="1884753"/>
                  </a:lnTo>
                  <a:lnTo>
                    <a:pt x="2799357" y="1884753"/>
                  </a:lnTo>
                  <a:lnTo>
                    <a:pt x="2799451" y="1884753"/>
                  </a:lnTo>
                  <a:lnTo>
                    <a:pt x="2799545" y="1884753"/>
                  </a:lnTo>
                  <a:lnTo>
                    <a:pt x="2799639" y="1884753"/>
                  </a:lnTo>
                  <a:lnTo>
                    <a:pt x="2799733" y="1884753"/>
                  </a:lnTo>
                  <a:lnTo>
                    <a:pt x="2799827" y="1884753"/>
                  </a:lnTo>
                  <a:lnTo>
                    <a:pt x="2799922" y="1884753"/>
                  </a:lnTo>
                  <a:lnTo>
                    <a:pt x="2800016" y="1884753"/>
                  </a:lnTo>
                  <a:lnTo>
                    <a:pt x="2800110" y="1884753"/>
                  </a:lnTo>
                  <a:lnTo>
                    <a:pt x="2800204" y="1884753"/>
                  </a:lnTo>
                  <a:lnTo>
                    <a:pt x="2800298" y="1884753"/>
                  </a:lnTo>
                  <a:lnTo>
                    <a:pt x="2800392" y="1884753"/>
                  </a:lnTo>
                  <a:lnTo>
                    <a:pt x="2800486" y="1884753"/>
                  </a:lnTo>
                  <a:lnTo>
                    <a:pt x="2800580" y="1884753"/>
                  </a:lnTo>
                  <a:lnTo>
                    <a:pt x="2800674" y="1884753"/>
                  </a:lnTo>
                  <a:lnTo>
                    <a:pt x="2800768" y="1884753"/>
                  </a:lnTo>
                  <a:lnTo>
                    <a:pt x="2800862" y="1884753"/>
                  </a:lnTo>
                  <a:lnTo>
                    <a:pt x="2800956" y="1884753"/>
                  </a:lnTo>
                  <a:lnTo>
                    <a:pt x="2801050" y="1884753"/>
                  </a:lnTo>
                  <a:lnTo>
                    <a:pt x="2801144" y="1884753"/>
                  </a:lnTo>
                  <a:lnTo>
                    <a:pt x="2801238" y="1884753"/>
                  </a:lnTo>
                  <a:lnTo>
                    <a:pt x="2801332" y="1884753"/>
                  </a:lnTo>
                  <a:lnTo>
                    <a:pt x="2801426" y="1884753"/>
                  </a:lnTo>
                  <a:lnTo>
                    <a:pt x="2801520" y="1884753"/>
                  </a:lnTo>
                  <a:lnTo>
                    <a:pt x="2801614" y="1884753"/>
                  </a:lnTo>
                  <a:lnTo>
                    <a:pt x="2801708" y="1884753"/>
                  </a:lnTo>
                  <a:lnTo>
                    <a:pt x="2801802" y="1884753"/>
                  </a:lnTo>
                  <a:lnTo>
                    <a:pt x="2801896" y="1884753"/>
                  </a:lnTo>
                  <a:lnTo>
                    <a:pt x="2801990" y="1884753"/>
                  </a:lnTo>
                  <a:lnTo>
                    <a:pt x="2802084" y="1884753"/>
                  </a:lnTo>
                  <a:lnTo>
                    <a:pt x="2802178" y="1884753"/>
                  </a:lnTo>
                  <a:lnTo>
                    <a:pt x="2802272" y="1884753"/>
                  </a:lnTo>
                  <a:lnTo>
                    <a:pt x="2802366" y="1884753"/>
                  </a:lnTo>
                  <a:lnTo>
                    <a:pt x="2802460" y="1884753"/>
                  </a:lnTo>
                  <a:lnTo>
                    <a:pt x="2802554" y="1884753"/>
                  </a:lnTo>
                  <a:lnTo>
                    <a:pt x="2802648" y="1884753"/>
                  </a:lnTo>
                  <a:lnTo>
                    <a:pt x="2802742" y="1884753"/>
                  </a:lnTo>
                  <a:lnTo>
                    <a:pt x="2802836" y="1884753"/>
                  </a:lnTo>
                  <a:lnTo>
                    <a:pt x="2802930" y="1884753"/>
                  </a:lnTo>
                  <a:lnTo>
                    <a:pt x="2803024" y="1884753"/>
                  </a:lnTo>
                  <a:lnTo>
                    <a:pt x="2803118" y="1884753"/>
                  </a:lnTo>
                  <a:lnTo>
                    <a:pt x="2803212" y="1884753"/>
                  </a:lnTo>
                  <a:lnTo>
                    <a:pt x="2803306" y="1884753"/>
                  </a:lnTo>
                  <a:lnTo>
                    <a:pt x="2803400" y="1884753"/>
                  </a:lnTo>
                  <a:lnTo>
                    <a:pt x="2803495" y="1884753"/>
                  </a:lnTo>
                  <a:lnTo>
                    <a:pt x="2803589" y="1884753"/>
                  </a:lnTo>
                  <a:lnTo>
                    <a:pt x="2803683" y="1884753"/>
                  </a:lnTo>
                  <a:lnTo>
                    <a:pt x="2803777" y="1884753"/>
                  </a:lnTo>
                  <a:lnTo>
                    <a:pt x="2803871" y="1884753"/>
                  </a:lnTo>
                  <a:lnTo>
                    <a:pt x="2803965" y="1884753"/>
                  </a:lnTo>
                  <a:lnTo>
                    <a:pt x="2804059" y="1884753"/>
                  </a:lnTo>
                  <a:lnTo>
                    <a:pt x="2804153" y="1884753"/>
                  </a:lnTo>
                  <a:lnTo>
                    <a:pt x="2804247" y="1884753"/>
                  </a:lnTo>
                  <a:lnTo>
                    <a:pt x="2804341" y="1884753"/>
                  </a:lnTo>
                  <a:lnTo>
                    <a:pt x="2804435" y="1884753"/>
                  </a:lnTo>
                  <a:lnTo>
                    <a:pt x="2804529" y="1884753"/>
                  </a:lnTo>
                  <a:lnTo>
                    <a:pt x="2804623" y="1884753"/>
                  </a:lnTo>
                  <a:lnTo>
                    <a:pt x="2804717" y="1884753"/>
                  </a:lnTo>
                  <a:lnTo>
                    <a:pt x="2804811" y="1884753"/>
                  </a:lnTo>
                  <a:lnTo>
                    <a:pt x="2804905" y="1884753"/>
                  </a:lnTo>
                  <a:lnTo>
                    <a:pt x="2804999" y="1884753"/>
                  </a:lnTo>
                  <a:lnTo>
                    <a:pt x="2805093" y="1884753"/>
                  </a:lnTo>
                  <a:lnTo>
                    <a:pt x="2805187" y="1884753"/>
                  </a:lnTo>
                  <a:lnTo>
                    <a:pt x="2805281" y="1884753"/>
                  </a:lnTo>
                  <a:lnTo>
                    <a:pt x="2805375" y="1884753"/>
                  </a:lnTo>
                  <a:lnTo>
                    <a:pt x="2805469" y="1884753"/>
                  </a:lnTo>
                  <a:lnTo>
                    <a:pt x="2805563" y="1884753"/>
                  </a:lnTo>
                  <a:lnTo>
                    <a:pt x="2805657" y="1884753"/>
                  </a:lnTo>
                  <a:lnTo>
                    <a:pt x="2805751" y="1884753"/>
                  </a:lnTo>
                  <a:lnTo>
                    <a:pt x="2805845" y="1884753"/>
                  </a:lnTo>
                  <a:lnTo>
                    <a:pt x="2805939" y="1884753"/>
                  </a:lnTo>
                  <a:lnTo>
                    <a:pt x="2806033" y="1884753"/>
                  </a:lnTo>
                  <a:lnTo>
                    <a:pt x="2806127" y="1884753"/>
                  </a:lnTo>
                  <a:lnTo>
                    <a:pt x="2806221" y="1884753"/>
                  </a:lnTo>
                  <a:lnTo>
                    <a:pt x="2806315" y="1884753"/>
                  </a:lnTo>
                  <a:lnTo>
                    <a:pt x="2806409" y="1884753"/>
                  </a:lnTo>
                  <a:lnTo>
                    <a:pt x="2806503" y="1884753"/>
                  </a:lnTo>
                  <a:lnTo>
                    <a:pt x="2806597" y="1884753"/>
                  </a:lnTo>
                  <a:lnTo>
                    <a:pt x="2806691" y="1884753"/>
                  </a:lnTo>
                  <a:lnTo>
                    <a:pt x="2806785" y="1884753"/>
                  </a:lnTo>
                  <a:lnTo>
                    <a:pt x="2806879" y="1884753"/>
                  </a:lnTo>
                  <a:lnTo>
                    <a:pt x="2806973" y="1884753"/>
                  </a:lnTo>
                  <a:lnTo>
                    <a:pt x="2807068" y="1884753"/>
                  </a:lnTo>
                  <a:lnTo>
                    <a:pt x="2807162" y="1884753"/>
                  </a:lnTo>
                  <a:lnTo>
                    <a:pt x="2807256" y="1884753"/>
                  </a:lnTo>
                  <a:lnTo>
                    <a:pt x="2807350" y="1884753"/>
                  </a:lnTo>
                  <a:lnTo>
                    <a:pt x="2807444" y="1884753"/>
                  </a:lnTo>
                  <a:lnTo>
                    <a:pt x="2807538" y="1884753"/>
                  </a:lnTo>
                  <a:lnTo>
                    <a:pt x="2807632" y="1884753"/>
                  </a:lnTo>
                  <a:lnTo>
                    <a:pt x="2807726" y="1884753"/>
                  </a:lnTo>
                  <a:lnTo>
                    <a:pt x="2807820" y="1884753"/>
                  </a:lnTo>
                  <a:lnTo>
                    <a:pt x="2807914" y="1884753"/>
                  </a:lnTo>
                  <a:lnTo>
                    <a:pt x="2808008" y="1884753"/>
                  </a:lnTo>
                  <a:lnTo>
                    <a:pt x="2808102" y="1884753"/>
                  </a:lnTo>
                  <a:lnTo>
                    <a:pt x="2808196" y="1884753"/>
                  </a:lnTo>
                  <a:lnTo>
                    <a:pt x="2808290" y="1884753"/>
                  </a:lnTo>
                  <a:lnTo>
                    <a:pt x="2808384" y="1884753"/>
                  </a:lnTo>
                  <a:lnTo>
                    <a:pt x="2808478" y="1884753"/>
                  </a:lnTo>
                  <a:lnTo>
                    <a:pt x="2808572" y="1884753"/>
                  </a:lnTo>
                  <a:lnTo>
                    <a:pt x="2808666" y="1884753"/>
                  </a:lnTo>
                  <a:lnTo>
                    <a:pt x="2808760" y="1884753"/>
                  </a:lnTo>
                  <a:lnTo>
                    <a:pt x="2808854" y="1884753"/>
                  </a:lnTo>
                  <a:lnTo>
                    <a:pt x="2808948" y="1884753"/>
                  </a:lnTo>
                  <a:lnTo>
                    <a:pt x="2809042" y="1884753"/>
                  </a:lnTo>
                  <a:lnTo>
                    <a:pt x="2809136" y="1884753"/>
                  </a:lnTo>
                  <a:lnTo>
                    <a:pt x="2809230" y="1884753"/>
                  </a:lnTo>
                  <a:lnTo>
                    <a:pt x="2809324" y="1884753"/>
                  </a:lnTo>
                  <a:lnTo>
                    <a:pt x="2809418" y="1884753"/>
                  </a:lnTo>
                  <a:lnTo>
                    <a:pt x="2809512" y="1884753"/>
                  </a:lnTo>
                  <a:lnTo>
                    <a:pt x="2809606" y="1884753"/>
                  </a:lnTo>
                  <a:lnTo>
                    <a:pt x="2809700" y="1884753"/>
                  </a:lnTo>
                  <a:lnTo>
                    <a:pt x="2809794" y="1884753"/>
                  </a:lnTo>
                  <a:lnTo>
                    <a:pt x="2809888" y="1884753"/>
                  </a:lnTo>
                  <a:lnTo>
                    <a:pt x="2809982" y="1884753"/>
                  </a:lnTo>
                  <a:lnTo>
                    <a:pt x="2810076" y="1884753"/>
                  </a:lnTo>
                  <a:lnTo>
                    <a:pt x="2810170" y="1884753"/>
                  </a:lnTo>
                  <a:lnTo>
                    <a:pt x="2810264" y="1884753"/>
                  </a:lnTo>
                  <a:lnTo>
                    <a:pt x="2810358" y="1884753"/>
                  </a:lnTo>
                  <a:lnTo>
                    <a:pt x="2810452" y="1884753"/>
                  </a:lnTo>
                  <a:lnTo>
                    <a:pt x="2810547" y="1884753"/>
                  </a:lnTo>
                  <a:lnTo>
                    <a:pt x="2810641" y="1884753"/>
                  </a:lnTo>
                  <a:lnTo>
                    <a:pt x="2810735" y="1884753"/>
                  </a:lnTo>
                  <a:lnTo>
                    <a:pt x="2810829" y="1884753"/>
                  </a:lnTo>
                  <a:lnTo>
                    <a:pt x="2810923" y="1884753"/>
                  </a:lnTo>
                  <a:lnTo>
                    <a:pt x="2811017" y="1884753"/>
                  </a:lnTo>
                  <a:lnTo>
                    <a:pt x="2811111" y="1884753"/>
                  </a:lnTo>
                  <a:lnTo>
                    <a:pt x="2811205" y="1884753"/>
                  </a:lnTo>
                  <a:lnTo>
                    <a:pt x="2811299" y="1884753"/>
                  </a:lnTo>
                  <a:lnTo>
                    <a:pt x="2811393" y="1884753"/>
                  </a:lnTo>
                  <a:lnTo>
                    <a:pt x="2811393" y="1879473"/>
                  </a:lnTo>
                  <a:lnTo>
                    <a:pt x="2811487" y="1879473"/>
                  </a:lnTo>
                  <a:lnTo>
                    <a:pt x="2811581" y="1879473"/>
                  </a:lnTo>
                  <a:lnTo>
                    <a:pt x="2811675" y="1879473"/>
                  </a:lnTo>
                  <a:lnTo>
                    <a:pt x="2811769" y="1879473"/>
                  </a:lnTo>
                  <a:lnTo>
                    <a:pt x="2811863" y="1879473"/>
                  </a:lnTo>
                  <a:lnTo>
                    <a:pt x="2811957" y="1879473"/>
                  </a:lnTo>
                  <a:lnTo>
                    <a:pt x="2812051" y="1879473"/>
                  </a:lnTo>
                  <a:lnTo>
                    <a:pt x="2812145" y="1879473"/>
                  </a:lnTo>
                  <a:lnTo>
                    <a:pt x="2812239" y="1879473"/>
                  </a:lnTo>
                  <a:lnTo>
                    <a:pt x="2812333" y="1879473"/>
                  </a:lnTo>
                  <a:lnTo>
                    <a:pt x="2812333" y="1874194"/>
                  </a:lnTo>
                  <a:lnTo>
                    <a:pt x="2812427" y="1874194"/>
                  </a:lnTo>
                  <a:lnTo>
                    <a:pt x="2812521" y="1874194"/>
                  </a:lnTo>
                  <a:lnTo>
                    <a:pt x="2812615" y="1874194"/>
                  </a:lnTo>
                  <a:lnTo>
                    <a:pt x="2812709" y="1874194"/>
                  </a:lnTo>
                  <a:lnTo>
                    <a:pt x="2812803" y="1874194"/>
                  </a:lnTo>
                  <a:lnTo>
                    <a:pt x="2812897" y="1874194"/>
                  </a:lnTo>
                  <a:lnTo>
                    <a:pt x="2812991" y="1874194"/>
                  </a:lnTo>
                  <a:lnTo>
                    <a:pt x="2813085" y="1874194"/>
                  </a:lnTo>
                  <a:lnTo>
                    <a:pt x="2813179" y="1874194"/>
                  </a:lnTo>
                  <a:lnTo>
                    <a:pt x="2813273" y="1874194"/>
                  </a:lnTo>
                  <a:lnTo>
                    <a:pt x="2813367" y="1874194"/>
                  </a:lnTo>
                  <a:lnTo>
                    <a:pt x="2813461" y="1874194"/>
                  </a:lnTo>
                  <a:lnTo>
                    <a:pt x="2813555" y="1874194"/>
                  </a:lnTo>
                  <a:lnTo>
                    <a:pt x="2813649" y="1874194"/>
                  </a:lnTo>
                  <a:lnTo>
                    <a:pt x="2813743" y="1874194"/>
                  </a:lnTo>
                  <a:lnTo>
                    <a:pt x="2813837" y="1874194"/>
                  </a:lnTo>
                  <a:lnTo>
                    <a:pt x="2813931" y="1874194"/>
                  </a:lnTo>
                  <a:lnTo>
                    <a:pt x="2814025" y="1874194"/>
                  </a:lnTo>
                  <a:lnTo>
                    <a:pt x="2814120" y="1874194"/>
                  </a:lnTo>
                  <a:lnTo>
                    <a:pt x="2814214" y="1874194"/>
                  </a:lnTo>
                  <a:lnTo>
                    <a:pt x="2814308" y="1874194"/>
                  </a:lnTo>
                  <a:lnTo>
                    <a:pt x="2814402" y="1874194"/>
                  </a:lnTo>
                  <a:lnTo>
                    <a:pt x="2814496" y="1874194"/>
                  </a:lnTo>
                  <a:lnTo>
                    <a:pt x="2814590" y="1874194"/>
                  </a:lnTo>
                  <a:lnTo>
                    <a:pt x="2814684" y="1874194"/>
                  </a:lnTo>
                  <a:lnTo>
                    <a:pt x="2814778" y="1874194"/>
                  </a:lnTo>
                  <a:lnTo>
                    <a:pt x="2814872" y="1874194"/>
                  </a:lnTo>
                  <a:lnTo>
                    <a:pt x="2814966" y="1874194"/>
                  </a:lnTo>
                  <a:lnTo>
                    <a:pt x="2815060" y="1874194"/>
                  </a:lnTo>
                  <a:lnTo>
                    <a:pt x="2815154" y="1874194"/>
                  </a:lnTo>
                  <a:lnTo>
                    <a:pt x="2815248" y="1874194"/>
                  </a:lnTo>
                  <a:lnTo>
                    <a:pt x="2815342" y="1874194"/>
                  </a:lnTo>
                  <a:lnTo>
                    <a:pt x="2815436" y="1874194"/>
                  </a:lnTo>
                  <a:lnTo>
                    <a:pt x="2815530" y="1874194"/>
                  </a:lnTo>
                  <a:lnTo>
                    <a:pt x="2815624" y="1874194"/>
                  </a:lnTo>
                  <a:lnTo>
                    <a:pt x="2815718" y="1874194"/>
                  </a:lnTo>
                  <a:lnTo>
                    <a:pt x="2815812" y="1874194"/>
                  </a:lnTo>
                  <a:lnTo>
                    <a:pt x="2815906" y="1874194"/>
                  </a:lnTo>
                  <a:lnTo>
                    <a:pt x="2816000" y="1874194"/>
                  </a:lnTo>
                  <a:lnTo>
                    <a:pt x="2816094" y="1874194"/>
                  </a:lnTo>
                  <a:lnTo>
                    <a:pt x="2816188" y="1874194"/>
                  </a:lnTo>
                  <a:lnTo>
                    <a:pt x="2816282" y="1874194"/>
                  </a:lnTo>
                  <a:lnTo>
                    <a:pt x="2816376" y="1874194"/>
                  </a:lnTo>
                  <a:lnTo>
                    <a:pt x="2816470" y="1874194"/>
                  </a:lnTo>
                  <a:lnTo>
                    <a:pt x="2816564" y="1874194"/>
                  </a:lnTo>
                  <a:lnTo>
                    <a:pt x="2816658" y="1874194"/>
                  </a:lnTo>
                  <a:lnTo>
                    <a:pt x="2816752" y="1874194"/>
                  </a:lnTo>
                  <a:lnTo>
                    <a:pt x="2816846" y="1874194"/>
                  </a:lnTo>
                  <a:lnTo>
                    <a:pt x="2816940" y="1874194"/>
                  </a:lnTo>
                  <a:lnTo>
                    <a:pt x="2817034" y="1874194"/>
                  </a:lnTo>
                  <a:lnTo>
                    <a:pt x="2817128" y="1874194"/>
                  </a:lnTo>
                  <a:lnTo>
                    <a:pt x="2817222" y="1874194"/>
                  </a:lnTo>
                  <a:lnTo>
                    <a:pt x="2817316" y="1874194"/>
                  </a:lnTo>
                  <a:lnTo>
                    <a:pt x="2817410" y="1874194"/>
                  </a:lnTo>
                  <a:lnTo>
                    <a:pt x="2817504" y="1874194"/>
                  </a:lnTo>
                  <a:lnTo>
                    <a:pt x="2817598" y="1874194"/>
                  </a:lnTo>
                  <a:lnTo>
                    <a:pt x="2817693" y="1874194"/>
                  </a:lnTo>
                  <a:lnTo>
                    <a:pt x="2817787" y="1874194"/>
                  </a:lnTo>
                  <a:lnTo>
                    <a:pt x="2817881" y="1874194"/>
                  </a:lnTo>
                  <a:lnTo>
                    <a:pt x="2817975" y="1874194"/>
                  </a:lnTo>
                  <a:lnTo>
                    <a:pt x="2818069" y="1874194"/>
                  </a:lnTo>
                  <a:lnTo>
                    <a:pt x="2818069" y="1868915"/>
                  </a:lnTo>
                  <a:lnTo>
                    <a:pt x="2818163" y="1868915"/>
                  </a:lnTo>
                  <a:lnTo>
                    <a:pt x="2818257" y="1868915"/>
                  </a:lnTo>
                  <a:lnTo>
                    <a:pt x="2818351" y="1868915"/>
                  </a:lnTo>
                  <a:lnTo>
                    <a:pt x="2818445" y="1868915"/>
                  </a:lnTo>
                  <a:lnTo>
                    <a:pt x="2818539" y="1868915"/>
                  </a:lnTo>
                  <a:lnTo>
                    <a:pt x="2818633" y="1868915"/>
                  </a:lnTo>
                  <a:lnTo>
                    <a:pt x="2818633" y="1863635"/>
                  </a:lnTo>
                  <a:lnTo>
                    <a:pt x="2818727" y="1863635"/>
                  </a:lnTo>
                  <a:lnTo>
                    <a:pt x="2818821" y="1863635"/>
                  </a:lnTo>
                  <a:lnTo>
                    <a:pt x="2818915" y="1863635"/>
                  </a:lnTo>
                  <a:lnTo>
                    <a:pt x="2819009" y="1863635"/>
                  </a:lnTo>
                  <a:lnTo>
                    <a:pt x="2819103" y="1863635"/>
                  </a:lnTo>
                  <a:lnTo>
                    <a:pt x="2819197" y="1863635"/>
                  </a:lnTo>
                  <a:lnTo>
                    <a:pt x="2819291" y="1863635"/>
                  </a:lnTo>
                  <a:lnTo>
                    <a:pt x="2819385" y="1863635"/>
                  </a:lnTo>
                  <a:lnTo>
                    <a:pt x="2819479" y="1863635"/>
                  </a:lnTo>
                  <a:lnTo>
                    <a:pt x="2819573" y="1863635"/>
                  </a:lnTo>
                  <a:lnTo>
                    <a:pt x="2819667" y="1863635"/>
                  </a:lnTo>
                  <a:lnTo>
                    <a:pt x="2819761" y="1863635"/>
                  </a:lnTo>
                  <a:lnTo>
                    <a:pt x="2819855" y="1863635"/>
                  </a:lnTo>
                  <a:lnTo>
                    <a:pt x="2819949" y="1863635"/>
                  </a:lnTo>
                  <a:lnTo>
                    <a:pt x="2820043" y="1863635"/>
                  </a:lnTo>
                  <a:lnTo>
                    <a:pt x="2820137" y="1863635"/>
                  </a:lnTo>
                  <a:lnTo>
                    <a:pt x="2820231" y="1863635"/>
                  </a:lnTo>
                  <a:lnTo>
                    <a:pt x="2820231" y="1858356"/>
                  </a:lnTo>
                  <a:lnTo>
                    <a:pt x="2820325" y="1858356"/>
                  </a:lnTo>
                  <a:lnTo>
                    <a:pt x="2820419" y="1858356"/>
                  </a:lnTo>
                  <a:lnTo>
                    <a:pt x="2820513" y="1858356"/>
                  </a:lnTo>
                  <a:lnTo>
                    <a:pt x="2820607" y="1858356"/>
                  </a:lnTo>
                  <a:lnTo>
                    <a:pt x="2820701" y="1858356"/>
                  </a:lnTo>
                  <a:lnTo>
                    <a:pt x="2820795" y="1858356"/>
                  </a:lnTo>
                  <a:lnTo>
                    <a:pt x="2820889" y="1858356"/>
                  </a:lnTo>
                  <a:lnTo>
                    <a:pt x="2820983" y="1858356"/>
                  </a:lnTo>
                  <a:lnTo>
                    <a:pt x="2821077" y="1858356"/>
                  </a:lnTo>
                  <a:lnTo>
                    <a:pt x="2821172" y="1858356"/>
                  </a:lnTo>
                  <a:lnTo>
                    <a:pt x="2821266" y="1858356"/>
                  </a:lnTo>
                  <a:lnTo>
                    <a:pt x="2821360" y="1858356"/>
                  </a:lnTo>
                  <a:lnTo>
                    <a:pt x="2821454" y="1858356"/>
                  </a:lnTo>
                  <a:lnTo>
                    <a:pt x="2821548" y="1858356"/>
                  </a:lnTo>
                  <a:lnTo>
                    <a:pt x="2821642" y="1858356"/>
                  </a:lnTo>
                  <a:lnTo>
                    <a:pt x="2821736" y="1858356"/>
                  </a:lnTo>
                  <a:lnTo>
                    <a:pt x="2821830" y="1858356"/>
                  </a:lnTo>
                  <a:lnTo>
                    <a:pt x="2821924" y="1858356"/>
                  </a:lnTo>
                  <a:lnTo>
                    <a:pt x="2822018" y="1858356"/>
                  </a:lnTo>
                  <a:lnTo>
                    <a:pt x="2822112" y="1858356"/>
                  </a:lnTo>
                  <a:lnTo>
                    <a:pt x="2822206" y="1858356"/>
                  </a:lnTo>
                  <a:lnTo>
                    <a:pt x="2822300" y="1858356"/>
                  </a:lnTo>
                  <a:lnTo>
                    <a:pt x="2822394" y="1858356"/>
                  </a:lnTo>
                  <a:lnTo>
                    <a:pt x="2822488" y="1858356"/>
                  </a:lnTo>
                  <a:lnTo>
                    <a:pt x="2822582" y="1858356"/>
                  </a:lnTo>
                  <a:lnTo>
                    <a:pt x="2822676" y="1858356"/>
                  </a:lnTo>
                  <a:lnTo>
                    <a:pt x="2822770" y="1858356"/>
                  </a:lnTo>
                  <a:lnTo>
                    <a:pt x="2822864" y="1858356"/>
                  </a:lnTo>
                  <a:lnTo>
                    <a:pt x="2822958" y="1858356"/>
                  </a:lnTo>
                  <a:lnTo>
                    <a:pt x="2823052" y="1858356"/>
                  </a:lnTo>
                  <a:lnTo>
                    <a:pt x="2823146" y="1858356"/>
                  </a:lnTo>
                  <a:lnTo>
                    <a:pt x="2823240" y="1858356"/>
                  </a:lnTo>
                  <a:lnTo>
                    <a:pt x="2823334" y="1858356"/>
                  </a:lnTo>
                  <a:lnTo>
                    <a:pt x="2823428" y="1858356"/>
                  </a:lnTo>
                  <a:lnTo>
                    <a:pt x="2823522" y="1858356"/>
                  </a:lnTo>
                  <a:lnTo>
                    <a:pt x="2823616" y="1858356"/>
                  </a:lnTo>
                  <a:lnTo>
                    <a:pt x="2823710" y="1858356"/>
                  </a:lnTo>
                  <a:lnTo>
                    <a:pt x="2823804" y="1858356"/>
                  </a:lnTo>
                  <a:lnTo>
                    <a:pt x="2823898" y="1858356"/>
                  </a:lnTo>
                  <a:lnTo>
                    <a:pt x="2823992" y="1858356"/>
                  </a:lnTo>
                  <a:lnTo>
                    <a:pt x="2824086" y="1858356"/>
                  </a:lnTo>
                  <a:lnTo>
                    <a:pt x="2824180" y="1858356"/>
                  </a:lnTo>
                  <a:lnTo>
                    <a:pt x="2824274" y="1858356"/>
                  </a:lnTo>
                  <a:lnTo>
                    <a:pt x="2824368" y="1858356"/>
                  </a:lnTo>
                  <a:lnTo>
                    <a:pt x="2824462" y="1858356"/>
                  </a:lnTo>
                  <a:lnTo>
                    <a:pt x="2824556" y="1858356"/>
                  </a:lnTo>
                  <a:lnTo>
                    <a:pt x="2824650" y="1858356"/>
                  </a:lnTo>
                  <a:lnTo>
                    <a:pt x="2824745" y="1858356"/>
                  </a:lnTo>
                  <a:lnTo>
                    <a:pt x="2824839" y="1858356"/>
                  </a:lnTo>
                  <a:lnTo>
                    <a:pt x="2824933" y="1858356"/>
                  </a:lnTo>
                  <a:lnTo>
                    <a:pt x="2825027" y="1858356"/>
                  </a:lnTo>
                  <a:lnTo>
                    <a:pt x="2825121" y="1858356"/>
                  </a:lnTo>
                  <a:lnTo>
                    <a:pt x="2825215" y="1858356"/>
                  </a:lnTo>
                  <a:lnTo>
                    <a:pt x="2825309" y="1858356"/>
                  </a:lnTo>
                  <a:lnTo>
                    <a:pt x="2825403" y="1858356"/>
                  </a:lnTo>
                  <a:lnTo>
                    <a:pt x="2825497" y="1858356"/>
                  </a:lnTo>
                  <a:lnTo>
                    <a:pt x="2825591" y="1858356"/>
                  </a:lnTo>
                  <a:lnTo>
                    <a:pt x="2825685" y="1858356"/>
                  </a:lnTo>
                  <a:lnTo>
                    <a:pt x="2825779" y="1858356"/>
                  </a:lnTo>
                  <a:lnTo>
                    <a:pt x="2825873" y="1858356"/>
                  </a:lnTo>
                  <a:lnTo>
                    <a:pt x="2825967" y="1858356"/>
                  </a:lnTo>
                  <a:lnTo>
                    <a:pt x="2826061" y="1858356"/>
                  </a:lnTo>
                  <a:lnTo>
                    <a:pt x="2826155" y="1858356"/>
                  </a:lnTo>
                  <a:lnTo>
                    <a:pt x="2826249" y="1858356"/>
                  </a:lnTo>
                  <a:lnTo>
                    <a:pt x="2826343" y="1858356"/>
                  </a:lnTo>
                  <a:lnTo>
                    <a:pt x="2826437" y="1858356"/>
                  </a:lnTo>
                  <a:lnTo>
                    <a:pt x="2826531" y="1858356"/>
                  </a:lnTo>
                  <a:lnTo>
                    <a:pt x="2826625" y="1858356"/>
                  </a:lnTo>
                  <a:lnTo>
                    <a:pt x="2826719" y="1858356"/>
                  </a:lnTo>
                  <a:lnTo>
                    <a:pt x="2826813" y="1858356"/>
                  </a:lnTo>
                  <a:lnTo>
                    <a:pt x="2826907" y="1858356"/>
                  </a:lnTo>
                  <a:lnTo>
                    <a:pt x="2827001" y="1858356"/>
                  </a:lnTo>
                  <a:lnTo>
                    <a:pt x="2827095" y="1858356"/>
                  </a:lnTo>
                  <a:lnTo>
                    <a:pt x="2827189" y="1858356"/>
                  </a:lnTo>
                  <a:lnTo>
                    <a:pt x="2827283" y="1858356"/>
                  </a:lnTo>
                  <a:lnTo>
                    <a:pt x="2827377" y="1858356"/>
                  </a:lnTo>
                  <a:lnTo>
                    <a:pt x="2827471" y="1858356"/>
                  </a:lnTo>
                  <a:lnTo>
                    <a:pt x="2827565" y="1858356"/>
                  </a:lnTo>
                  <a:lnTo>
                    <a:pt x="2827659" y="1858356"/>
                  </a:lnTo>
                  <a:lnTo>
                    <a:pt x="2827753" y="1858356"/>
                  </a:lnTo>
                  <a:lnTo>
                    <a:pt x="2827847" y="1858356"/>
                  </a:lnTo>
                  <a:lnTo>
                    <a:pt x="2827941" y="1858356"/>
                  </a:lnTo>
                  <a:lnTo>
                    <a:pt x="2828035" y="1858356"/>
                  </a:lnTo>
                  <a:lnTo>
                    <a:pt x="2828129" y="1858356"/>
                  </a:lnTo>
                  <a:lnTo>
                    <a:pt x="2828223" y="1858356"/>
                  </a:lnTo>
                  <a:lnTo>
                    <a:pt x="2828318" y="1858356"/>
                  </a:lnTo>
                  <a:lnTo>
                    <a:pt x="2828412" y="1858356"/>
                  </a:lnTo>
                  <a:lnTo>
                    <a:pt x="2828506" y="1858356"/>
                  </a:lnTo>
                  <a:lnTo>
                    <a:pt x="2828600" y="1858356"/>
                  </a:lnTo>
                  <a:lnTo>
                    <a:pt x="2828694" y="1858356"/>
                  </a:lnTo>
                  <a:lnTo>
                    <a:pt x="2828788" y="1858356"/>
                  </a:lnTo>
                  <a:lnTo>
                    <a:pt x="2828882" y="1858356"/>
                  </a:lnTo>
                  <a:lnTo>
                    <a:pt x="2828976" y="1858356"/>
                  </a:lnTo>
                  <a:lnTo>
                    <a:pt x="2829070" y="1858356"/>
                  </a:lnTo>
                  <a:lnTo>
                    <a:pt x="2829164" y="1858356"/>
                  </a:lnTo>
                  <a:lnTo>
                    <a:pt x="2829258" y="1858356"/>
                  </a:lnTo>
                  <a:lnTo>
                    <a:pt x="2829352" y="1858356"/>
                  </a:lnTo>
                  <a:lnTo>
                    <a:pt x="2829446" y="1858356"/>
                  </a:lnTo>
                  <a:lnTo>
                    <a:pt x="2829540" y="1858356"/>
                  </a:lnTo>
                  <a:lnTo>
                    <a:pt x="2829634" y="1858356"/>
                  </a:lnTo>
                  <a:lnTo>
                    <a:pt x="2829728" y="1858356"/>
                  </a:lnTo>
                  <a:lnTo>
                    <a:pt x="2829822" y="1858356"/>
                  </a:lnTo>
                  <a:lnTo>
                    <a:pt x="2829916" y="1858356"/>
                  </a:lnTo>
                  <a:lnTo>
                    <a:pt x="2830010" y="1858356"/>
                  </a:lnTo>
                  <a:lnTo>
                    <a:pt x="2830104" y="1858356"/>
                  </a:lnTo>
                  <a:lnTo>
                    <a:pt x="2830198" y="1858356"/>
                  </a:lnTo>
                  <a:lnTo>
                    <a:pt x="2830292" y="1858356"/>
                  </a:lnTo>
                  <a:lnTo>
                    <a:pt x="2830386" y="1858356"/>
                  </a:lnTo>
                  <a:lnTo>
                    <a:pt x="2830480" y="1858356"/>
                  </a:lnTo>
                  <a:lnTo>
                    <a:pt x="2830574" y="1858356"/>
                  </a:lnTo>
                  <a:lnTo>
                    <a:pt x="2830668" y="1858356"/>
                  </a:lnTo>
                  <a:lnTo>
                    <a:pt x="2830762" y="1858356"/>
                  </a:lnTo>
                  <a:lnTo>
                    <a:pt x="2830856" y="1858356"/>
                  </a:lnTo>
                  <a:lnTo>
                    <a:pt x="2830950" y="1858356"/>
                  </a:lnTo>
                  <a:lnTo>
                    <a:pt x="2831044" y="1858356"/>
                  </a:lnTo>
                  <a:lnTo>
                    <a:pt x="2831138" y="1858356"/>
                  </a:lnTo>
                  <a:lnTo>
                    <a:pt x="2831232" y="1858356"/>
                  </a:lnTo>
                  <a:lnTo>
                    <a:pt x="2831326" y="1858356"/>
                  </a:lnTo>
                  <a:lnTo>
                    <a:pt x="2831420" y="1858356"/>
                  </a:lnTo>
                  <a:lnTo>
                    <a:pt x="2831514" y="1858356"/>
                  </a:lnTo>
                  <a:lnTo>
                    <a:pt x="2831608" y="1858356"/>
                  </a:lnTo>
                  <a:lnTo>
                    <a:pt x="2831702" y="1858356"/>
                  </a:lnTo>
                  <a:lnTo>
                    <a:pt x="2831797" y="1858356"/>
                  </a:lnTo>
                  <a:lnTo>
                    <a:pt x="2831891" y="1858356"/>
                  </a:lnTo>
                  <a:lnTo>
                    <a:pt x="2831985" y="1858356"/>
                  </a:lnTo>
                  <a:lnTo>
                    <a:pt x="2832079" y="1858356"/>
                  </a:lnTo>
                  <a:lnTo>
                    <a:pt x="2832173" y="1858356"/>
                  </a:lnTo>
                  <a:lnTo>
                    <a:pt x="2832267" y="1858356"/>
                  </a:lnTo>
                  <a:lnTo>
                    <a:pt x="2832361" y="1858356"/>
                  </a:lnTo>
                  <a:lnTo>
                    <a:pt x="2832455" y="1858356"/>
                  </a:lnTo>
                  <a:lnTo>
                    <a:pt x="2832549" y="1858356"/>
                  </a:lnTo>
                  <a:lnTo>
                    <a:pt x="2832643" y="1858356"/>
                  </a:lnTo>
                  <a:lnTo>
                    <a:pt x="2832737" y="1858356"/>
                  </a:lnTo>
                  <a:lnTo>
                    <a:pt x="2832831" y="1858356"/>
                  </a:lnTo>
                  <a:lnTo>
                    <a:pt x="2832925" y="1858356"/>
                  </a:lnTo>
                  <a:lnTo>
                    <a:pt x="2833019" y="1858356"/>
                  </a:lnTo>
                  <a:lnTo>
                    <a:pt x="2833113" y="1858356"/>
                  </a:lnTo>
                  <a:lnTo>
                    <a:pt x="2833207" y="1858356"/>
                  </a:lnTo>
                  <a:lnTo>
                    <a:pt x="2833301" y="1858356"/>
                  </a:lnTo>
                  <a:lnTo>
                    <a:pt x="2833395" y="1858356"/>
                  </a:lnTo>
                  <a:lnTo>
                    <a:pt x="2833489" y="1858356"/>
                  </a:lnTo>
                  <a:lnTo>
                    <a:pt x="2833583" y="1858356"/>
                  </a:lnTo>
                  <a:lnTo>
                    <a:pt x="2833677" y="1858356"/>
                  </a:lnTo>
                  <a:lnTo>
                    <a:pt x="2833771" y="1858356"/>
                  </a:lnTo>
                  <a:lnTo>
                    <a:pt x="2833865" y="1858356"/>
                  </a:lnTo>
                  <a:lnTo>
                    <a:pt x="2833959" y="1858356"/>
                  </a:lnTo>
                  <a:lnTo>
                    <a:pt x="2834053" y="1858356"/>
                  </a:lnTo>
                  <a:lnTo>
                    <a:pt x="2834147" y="1858356"/>
                  </a:lnTo>
                  <a:lnTo>
                    <a:pt x="2834241" y="1858356"/>
                  </a:lnTo>
                  <a:lnTo>
                    <a:pt x="2834335" y="1858356"/>
                  </a:lnTo>
                  <a:lnTo>
                    <a:pt x="2834429" y="1858356"/>
                  </a:lnTo>
                  <a:lnTo>
                    <a:pt x="2834523" y="1858356"/>
                  </a:lnTo>
                  <a:lnTo>
                    <a:pt x="2834617" y="1858356"/>
                  </a:lnTo>
                  <a:lnTo>
                    <a:pt x="2834711" y="1858356"/>
                  </a:lnTo>
                  <a:lnTo>
                    <a:pt x="2834805" y="1858356"/>
                  </a:lnTo>
                  <a:lnTo>
                    <a:pt x="2834899" y="1858356"/>
                  </a:lnTo>
                  <a:lnTo>
                    <a:pt x="2834993" y="1858356"/>
                  </a:lnTo>
                  <a:lnTo>
                    <a:pt x="2835087" y="1858356"/>
                  </a:lnTo>
                  <a:lnTo>
                    <a:pt x="2835181" y="1858356"/>
                  </a:lnTo>
                  <a:lnTo>
                    <a:pt x="2835275" y="1858356"/>
                  </a:lnTo>
                  <a:lnTo>
                    <a:pt x="2835370" y="1858356"/>
                  </a:lnTo>
                  <a:lnTo>
                    <a:pt x="2835464" y="1858356"/>
                  </a:lnTo>
                  <a:lnTo>
                    <a:pt x="2835558" y="1858356"/>
                  </a:lnTo>
                  <a:lnTo>
                    <a:pt x="2835652" y="1858356"/>
                  </a:lnTo>
                  <a:lnTo>
                    <a:pt x="2835746" y="1858356"/>
                  </a:lnTo>
                  <a:lnTo>
                    <a:pt x="2835840" y="1858356"/>
                  </a:lnTo>
                  <a:lnTo>
                    <a:pt x="2835934" y="1858356"/>
                  </a:lnTo>
                  <a:lnTo>
                    <a:pt x="2836028" y="1858356"/>
                  </a:lnTo>
                  <a:lnTo>
                    <a:pt x="2836122" y="1858356"/>
                  </a:lnTo>
                  <a:lnTo>
                    <a:pt x="2836216" y="1858356"/>
                  </a:lnTo>
                  <a:lnTo>
                    <a:pt x="2836310" y="1858356"/>
                  </a:lnTo>
                  <a:lnTo>
                    <a:pt x="2836404" y="1858356"/>
                  </a:lnTo>
                  <a:lnTo>
                    <a:pt x="2836498" y="1858356"/>
                  </a:lnTo>
                  <a:lnTo>
                    <a:pt x="2836592" y="1858356"/>
                  </a:lnTo>
                  <a:lnTo>
                    <a:pt x="2836686" y="1858356"/>
                  </a:lnTo>
                  <a:lnTo>
                    <a:pt x="2836780" y="1858356"/>
                  </a:lnTo>
                  <a:lnTo>
                    <a:pt x="2836874" y="1858356"/>
                  </a:lnTo>
                  <a:lnTo>
                    <a:pt x="2836874" y="1853076"/>
                  </a:lnTo>
                  <a:lnTo>
                    <a:pt x="2836968" y="1853076"/>
                  </a:lnTo>
                  <a:lnTo>
                    <a:pt x="2837062" y="1853076"/>
                  </a:lnTo>
                  <a:lnTo>
                    <a:pt x="2837156" y="1853076"/>
                  </a:lnTo>
                  <a:lnTo>
                    <a:pt x="2837250" y="1853076"/>
                  </a:lnTo>
                  <a:lnTo>
                    <a:pt x="2837344" y="1853076"/>
                  </a:lnTo>
                  <a:lnTo>
                    <a:pt x="2837438" y="1853076"/>
                  </a:lnTo>
                  <a:lnTo>
                    <a:pt x="2837532" y="1853076"/>
                  </a:lnTo>
                  <a:lnTo>
                    <a:pt x="2837626" y="1853076"/>
                  </a:lnTo>
                  <a:lnTo>
                    <a:pt x="2837720" y="1853076"/>
                  </a:lnTo>
                  <a:lnTo>
                    <a:pt x="2837814" y="1853076"/>
                  </a:lnTo>
                  <a:lnTo>
                    <a:pt x="2837908" y="1853076"/>
                  </a:lnTo>
                  <a:lnTo>
                    <a:pt x="2838002" y="1853076"/>
                  </a:lnTo>
                  <a:lnTo>
                    <a:pt x="2838096" y="1853076"/>
                  </a:lnTo>
                  <a:lnTo>
                    <a:pt x="2838190" y="1853076"/>
                  </a:lnTo>
                  <a:lnTo>
                    <a:pt x="2838284" y="1853076"/>
                  </a:lnTo>
                  <a:lnTo>
                    <a:pt x="2838378" y="1853076"/>
                  </a:lnTo>
                  <a:lnTo>
                    <a:pt x="2838472" y="1853076"/>
                  </a:lnTo>
                  <a:lnTo>
                    <a:pt x="2838566" y="1853076"/>
                  </a:lnTo>
                  <a:lnTo>
                    <a:pt x="2838660" y="1853076"/>
                  </a:lnTo>
                  <a:lnTo>
                    <a:pt x="2838660" y="1847797"/>
                  </a:lnTo>
                  <a:lnTo>
                    <a:pt x="2838754" y="1847797"/>
                  </a:lnTo>
                  <a:lnTo>
                    <a:pt x="2838848" y="1847797"/>
                  </a:lnTo>
                  <a:lnTo>
                    <a:pt x="2838943" y="1847797"/>
                  </a:lnTo>
                  <a:lnTo>
                    <a:pt x="2839037" y="1847797"/>
                  </a:lnTo>
                  <a:lnTo>
                    <a:pt x="2839131" y="1847797"/>
                  </a:lnTo>
                  <a:lnTo>
                    <a:pt x="2839225" y="1847797"/>
                  </a:lnTo>
                  <a:lnTo>
                    <a:pt x="2839319" y="1847797"/>
                  </a:lnTo>
                  <a:lnTo>
                    <a:pt x="2839413" y="1847797"/>
                  </a:lnTo>
                  <a:lnTo>
                    <a:pt x="2839507" y="1847797"/>
                  </a:lnTo>
                  <a:lnTo>
                    <a:pt x="2839601" y="1847797"/>
                  </a:lnTo>
                  <a:lnTo>
                    <a:pt x="2839695" y="1847797"/>
                  </a:lnTo>
                  <a:lnTo>
                    <a:pt x="2839789" y="1847797"/>
                  </a:lnTo>
                  <a:lnTo>
                    <a:pt x="2839883" y="1847797"/>
                  </a:lnTo>
                  <a:lnTo>
                    <a:pt x="2839977" y="1847797"/>
                  </a:lnTo>
                  <a:lnTo>
                    <a:pt x="2840071" y="1847797"/>
                  </a:lnTo>
                  <a:lnTo>
                    <a:pt x="2840165" y="1847797"/>
                  </a:lnTo>
                  <a:lnTo>
                    <a:pt x="2840259" y="1847797"/>
                  </a:lnTo>
                  <a:lnTo>
                    <a:pt x="2840353" y="1847797"/>
                  </a:lnTo>
                  <a:lnTo>
                    <a:pt x="2840447" y="1847797"/>
                  </a:lnTo>
                  <a:lnTo>
                    <a:pt x="2840541" y="1847797"/>
                  </a:lnTo>
                  <a:lnTo>
                    <a:pt x="2840635" y="1847797"/>
                  </a:lnTo>
                  <a:lnTo>
                    <a:pt x="2840729" y="1847797"/>
                  </a:lnTo>
                  <a:lnTo>
                    <a:pt x="2840823" y="1847797"/>
                  </a:lnTo>
                  <a:lnTo>
                    <a:pt x="2840917" y="1847797"/>
                  </a:lnTo>
                  <a:lnTo>
                    <a:pt x="2841011" y="1847797"/>
                  </a:lnTo>
                  <a:lnTo>
                    <a:pt x="2841105" y="1847797"/>
                  </a:lnTo>
                  <a:lnTo>
                    <a:pt x="2841199" y="1847797"/>
                  </a:lnTo>
                  <a:lnTo>
                    <a:pt x="2841293" y="1847797"/>
                  </a:lnTo>
                  <a:lnTo>
                    <a:pt x="2841387" y="1847797"/>
                  </a:lnTo>
                  <a:lnTo>
                    <a:pt x="2841481" y="1847797"/>
                  </a:lnTo>
                  <a:lnTo>
                    <a:pt x="2841575" y="1847797"/>
                  </a:lnTo>
                  <a:lnTo>
                    <a:pt x="2841575" y="1842518"/>
                  </a:lnTo>
                  <a:lnTo>
                    <a:pt x="2841669" y="1842518"/>
                  </a:lnTo>
                  <a:lnTo>
                    <a:pt x="2841763" y="1842518"/>
                  </a:lnTo>
                  <a:lnTo>
                    <a:pt x="2841763" y="1837238"/>
                  </a:lnTo>
                  <a:lnTo>
                    <a:pt x="2841857" y="1837238"/>
                  </a:lnTo>
                  <a:lnTo>
                    <a:pt x="2841951" y="1837238"/>
                  </a:lnTo>
                  <a:lnTo>
                    <a:pt x="2842045" y="1837238"/>
                  </a:lnTo>
                  <a:lnTo>
                    <a:pt x="2842139" y="1837238"/>
                  </a:lnTo>
                  <a:lnTo>
                    <a:pt x="2842233" y="1837238"/>
                  </a:lnTo>
                  <a:lnTo>
                    <a:pt x="2842327" y="1837238"/>
                  </a:lnTo>
                  <a:lnTo>
                    <a:pt x="2842422" y="1837238"/>
                  </a:lnTo>
                  <a:lnTo>
                    <a:pt x="2842516" y="1837238"/>
                  </a:lnTo>
                  <a:lnTo>
                    <a:pt x="2842610" y="1837238"/>
                  </a:lnTo>
                  <a:lnTo>
                    <a:pt x="2842704" y="1837238"/>
                  </a:lnTo>
                  <a:lnTo>
                    <a:pt x="2842798" y="1837238"/>
                  </a:lnTo>
                  <a:lnTo>
                    <a:pt x="2842892" y="1837238"/>
                  </a:lnTo>
                  <a:lnTo>
                    <a:pt x="2842986" y="1837238"/>
                  </a:lnTo>
                  <a:lnTo>
                    <a:pt x="2843080" y="1837238"/>
                  </a:lnTo>
                  <a:lnTo>
                    <a:pt x="2843174" y="1837238"/>
                  </a:lnTo>
                  <a:lnTo>
                    <a:pt x="2843268" y="1837238"/>
                  </a:lnTo>
                  <a:lnTo>
                    <a:pt x="2843362" y="1837238"/>
                  </a:lnTo>
                  <a:lnTo>
                    <a:pt x="2843456" y="1837238"/>
                  </a:lnTo>
                  <a:lnTo>
                    <a:pt x="2843550" y="1837238"/>
                  </a:lnTo>
                  <a:lnTo>
                    <a:pt x="2843644" y="1837238"/>
                  </a:lnTo>
                  <a:lnTo>
                    <a:pt x="2843738" y="1837238"/>
                  </a:lnTo>
                  <a:lnTo>
                    <a:pt x="2843832" y="1837238"/>
                  </a:lnTo>
                  <a:lnTo>
                    <a:pt x="2843926" y="1837238"/>
                  </a:lnTo>
                  <a:lnTo>
                    <a:pt x="2844020" y="1837238"/>
                  </a:lnTo>
                  <a:lnTo>
                    <a:pt x="2844114" y="1837238"/>
                  </a:lnTo>
                  <a:lnTo>
                    <a:pt x="2844208" y="1837238"/>
                  </a:lnTo>
                  <a:lnTo>
                    <a:pt x="2844302" y="1837238"/>
                  </a:lnTo>
                  <a:lnTo>
                    <a:pt x="2844396" y="1837238"/>
                  </a:lnTo>
                  <a:lnTo>
                    <a:pt x="2844490" y="1837238"/>
                  </a:lnTo>
                  <a:lnTo>
                    <a:pt x="2844584" y="1837238"/>
                  </a:lnTo>
                  <a:lnTo>
                    <a:pt x="2844678" y="1837238"/>
                  </a:lnTo>
                  <a:lnTo>
                    <a:pt x="2844678" y="1831959"/>
                  </a:lnTo>
                  <a:lnTo>
                    <a:pt x="2844772" y="1831959"/>
                  </a:lnTo>
                  <a:lnTo>
                    <a:pt x="2844866" y="1831959"/>
                  </a:lnTo>
                  <a:lnTo>
                    <a:pt x="2844960" y="1831959"/>
                  </a:lnTo>
                  <a:lnTo>
                    <a:pt x="2845054" y="1831959"/>
                  </a:lnTo>
                  <a:lnTo>
                    <a:pt x="2845148" y="1831959"/>
                  </a:lnTo>
                  <a:lnTo>
                    <a:pt x="2845242" y="1831959"/>
                  </a:lnTo>
                  <a:lnTo>
                    <a:pt x="2845336" y="1831959"/>
                  </a:lnTo>
                  <a:lnTo>
                    <a:pt x="2845430" y="1831959"/>
                  </a:lnTo>
                  <a:lnTo>
                    <a:pt x="2845524" y="1831959"/>
                  </a:lnTo>
                  <a:lnTo>
                    <a:pt x="2845618" y="1831959"/>
                  </a:lnTo>
                  <a:lnTo>
                    <a:pt x="2845712" y="1831959"/>
                  </a:lnTo>
                  <a:lnTo>
                    <a:pt x="2845806" y="1831959"/>
                  </a:lnTo>
                  <a:lnTo>
                    <a:pt x="2845900" y="1831959"/>
                  </a:lnTo>
                  <a:lnTo>
                    <a:pt x="2845995" y="1831959"/>
                  </a:lnTo>
                  <a:lnTo>
                    <a:pt x="2846089" y="1831959"/>
                  </a:lnTo>
                  <a:lnTo>
                    <a:pt x="2846183" y="1831959"/>
                  </a:lnTo>
                  <a:lnTo>
                    <a:pt x="2846277" y="1831959"/>
                  </a:lnTo>
                  <a:lnTo>
                    <a:pt x="2846371" y="1831959"/>
                  </a:lnTo>
                  <a:lnTo>
                    <a:pt x="2846465" y="1831959"/>
                  </a:lnTo>
                  <a:lnTo>
                    <a:pt x="2846559" y="1831959"/>
                  </a:lnTo>
                  <a:lnTo>
                    <a:pt x="2846653" y="1831959"/>
                  </a:lnTo>
                  <a:lnTo>
                    <a:pt x="2846747" y="1831959"/>
                  </a:lnTo>
                  <a:lnTo>
                    <a:pt x="2846841" y="1831959"/>
                  </a:lnTo>
                  <a:lnTo>
                    <a:pt x="2846935" y="1831959"/>
                  </a:lnTo>
                  <a:lnTo>
                    <a:pt x="2847029" y="1831959"/>
                  </a:lnTo>
                  <a:lnTo>
                    <a:pt x="2847123" y="1831959"/>
                  </a:lnTo>
                  <a:lnTo>
                    <a:pt x="2847217" y="1831959"/>
                  </a:lnTo>
                  <a:lnTo>
                    <a:pt x="2847311" y="1831959"/>
                  </a:lnTo>
                  <a:lnTo>
                    <a:pt x="2847405" y="1831959"/>
                  </a:lnTo>
                  <a:lnTo>
                    <a:pt x="2847499" y="1831959"/>
                  </a:lnTo>
                  <a:lnTo>
                    <a:pt x="2847593" y="1831959"/>
                  </a:lnTo>
                  <a:lnTo>
                    <a:pt x="2847687" y="1831959"/>
                  </a:lnTo>
                  <a:lnTo>
                    <a:pt x="2847781" y="1831959"/>
                  </a:lnTo>
                  <a:lnTo>
                    <a:pt x="2847875" y="1831959"/>
                  </a:lnTo>
                  <a:lnTo>
                    <a:pt x="2847969" y="1831959"/>
                  </a:lnTo>
                  <a:lnTo>
                    <a:pt x="2848063" y="1831959"/>
                  </a:lnTo>
                  <a:lnTo>
                    <a:pt x="2848157" y="1831959"/>
                  </a:lnTo>
                  <a:lnTo>
                    <a:pt x="2848251" y="1831959"/>
                  </a:lnTo>
                  <a:lnTo>
                    <a:pt x="2848345" y="1831959"/>
                  </a:lnTo>
                  <a:lnTo>
                    <a:pt x="2848439" y="1831959"/>
                  </a:lnTo>
                  <a:lnTo>
                    <a:pt x="2848533" y="1831959"/>
                  </a:lnTo>
                  <a:lnTo>
                    <a:pt x="2848627" y="1831959"/>
                  </a:lnTo>
                  <a:lnTo>
                    <a:pt x="2848721" y="1831959"/>
                  </a:lnTo>
                  <a:lnTo>
                    <a:pt x="2848815" y="1831959"/>
                  </a:lnTo>
                  <a:lnTo>
                    <a:pt x="2848909" y="1831959"/>
                  </a:lnTo>
                  <a:lnTo>
                    <a:pt x="2849003" y="1831959"/>
                  </a:lnTo>
                  <a:lnTo>
                    <a:pt x="2849097" y="1831959"/>
                  </a:lnTo>
                  <a:lnTo>
                    <a:pt x="2849191" y="1831959"/>
                  </a:lnTo>
                  <a:lnTo>
                    <a:pt x="2849285" y="1831959"/>
                  </a:lnTo>
                  <a:lnTo>
                    <a:pt x="2849379" y="1831959"/>
                  </a:lnTo>
                  <a:lnTo>
                    <a:pt x="2849473" y="1831959"/>
                  </a:lnTo>
                  <a:lnTo>
                    <a:pt x="2849568" y="1831959"/>
                  </a:lnTo>
                  <a:lnTo>
                    <a:pt x="2849662" y="1831959"/>
                  </a:lnTo>
                  <a:lnTo>
                    <a:pt x="2849756" y="1831959"/>
                  </a:lnTo>
                  <a:lnTo>
                    <a:pt x="2849850" y="1831959"/>
                  </a:lnTo>
                  <a:lnTo>
                    <a:pt x="2849944" y="1831959"/>
                  </a:lnTo>
                  <a:lnTo>
                    <a:pt x="2850038" y="1831959"/>
                  </a:lnTo>
                  <a:lnTo>
                    <a:pt x="2850132" y="1831959"/>
                  </a:lnTo>
                  <a:lnTo>
                    <a:pt x="2850226" y="1831959"/>
                  </a:lnTo>
                  <a:lnTo>
                    <a:pt x="2850320" y="1831959"/>
                  </a:lnTo>
                  <a:lnTo>
                    <a:pt x="2850414" y="1831959"/>
                  </a:lnTo>
                  <a:lnTo>
                    <a:pt x="2850508" y="1831959"/>
                  </a:lnTo>
                  <a:lnTo>
                    <a:pt x="2850602" y="1831959"/>
                  </a:lnTo>
                  <a:lnTo>
                    <a:pt x="2850696" y="1831959"/>
                  </a:lnTo>
                  <a:lnTo>
                    <a:pt x="2850790" y="1831959"/>
                  </a:lnTo>
                  <a:lnTo>
                    <a:pt x="2850884" y="1831959"/>
                  </a:lnTo>
                  <a:lnTo>
                    <a:pt x="2850978" y="1831959"/>
                  </a:lnTo>
                  <a:lnTo>
                    <a:pt x="2851072" y="1831959"/>
                  </a:lnTo>
                  <a:lnTo>
                    <a:pt x="2851166" y="1831959"/>
                  </a:lnTo>
                  <a:lnTo>
                    <a:pt x="2851260" y="1831959"/>
                  </a:lnTo>
                  <a:lnTo>
                    <a:pt x="2851354" y="1831959"/>
                  </a:lnTo>
                  <a:lnTo>
                    <a:pt x="2851448" y="1831959"/>
                  </a:lnTo>
                  <a:lnTo>
                    <a:pt x="2851542" y="1831959"/>
                  </a:lnTo>
                  <a:lnTo>
                    <a:pt x="2851636" y="1831959"/>
                  </a:lnTo>
                  <a:lnTo>
                    <a:pt x="2851730" y="1831959"/>
                  </a:lnTo>
                  <a:lnTo>
                    <a:pt x="2851824" y="1831959"/>
                  </a:lnTo>
                  <a:lnTo>
                    <a:pt x="2851918" y="1831959"/>
                  </a:lnTo>
                  <a:lnTo>
                    <a:pt x="2852012" y="1831959"/>
                  </a:lnTo>
                  <a:lnTo>
                    <a:pt x="2852106" y="1831959"/>
                  </a:lnTo>
                  <a:lnTo>
                    <a:pt x="2852200" y="1831959"/>
                  </a:lnTo>
                  <a:lnTo>
                    <a:pt x="2852294" y="1831959"/>
                  </a:lnTo>
                  <a:lnTo>
                    <a:pt x="2852388" y="1831959"/>
                  </a:lnTo>
                  <a:lnTo>
                    <a:pt x="2852482" y="1831959"/>
                  </a:lnTo>
                  <a:lnTo>
                    <a:pt x="2852576" y="1831959"/>
                  </a:lnTo>
                  <a:lnTo>
                    <a:pt x="2852670" y="1831959"/>
                  </a:lnTo>
                  <a:lnTo>
                    <a:pt x="2852764" y="1831959"/>
                  </a:lnTo>
                  <a:lnTo>
                    <a:pt x="2852858" y="1831959"/>
                  </a:lnTo>
                  <a:lnTo>
                    <a:pt x="2852952" y="1831959"/>
                  </a:lnTo>
                  <a:lnTo>
                    <a:pt x="2853046" y="1831959"/>
                  </a:lnTo>
                  <a:lnTo>
                    <a:pt x="2853141" y="1831959"/>
                  </a:lnTo>
                  <a:lnTo>
                    <a:pt x="2853235" y="1831959"/>
                  </a:lnTo>
                  <a:lnTo>
                    <a:pt x="2853329" y="1831959"/>
                  </a:lnTo>
                  <a:lnTo>
                    <a:pt x="2853423" y="1831959"/>
                  </a:lnTo>
                  <a:lnTo>
                    <a:pt x="2853517" y="1831959"/>
                  </a:lnTo>
                  <a:lnTo>
                    <a:pt x="2853611" y="1831959"/>
                  </a:lnTo>
                  <a:lnTo>
                    <a:pt x="2853705" y="1831959"/>
                  </a:lnTo>
                  <a:lnTo>
                    <a:pt x="2853705" y="1826679"/>
                  </a:lnTo>
                  <a:lnTo>
                    <a:pt x="2853799" y="1826679"/>
                  </a:lnTo>
                  <a:lnTo>
                    <a:pt x="2853893" y="1826679"/>
                  </a:lnTo>
                  <a:lnTo>
                    <a:pt x="2853987" y="1826679"/>
                  </a:lnTo>
                  <a:lnTo>
                    <a:pt x="2854081" y="1826679"/>
                  </a:lnTo>
                  <a:lnTo>
                    <a:pt x="2854175" y="1826679"/>
                  </a:lnTo>
                  <a:lnTo>
                    <a:pt x="2854269" y="1826679"/>
                  </a:lnTo>
                  <a:lnTo>
                    <a:pt x="2854363" y="1826679"/>
                  </a:lnTo>
                  <a:lnTo>
                    <a:pt x="2854363" y="1821400"/>
                  </a:lnTo>
                  <a:lnTo>
                    <a:pt x="2854457" y="1821400"/>
                  </a:lnTo>
                  <a:lnTo>
                    <a:pt x="2854551" y="1821400"/>
                  </a:lnTo>
                  <a:lnTo>
                    <a:pt x="2854645" y="1821400"/>
                  </a:lnTo>
                  <a:lnTo>
                    <a:pt x="2854739" y="1821400"/>
                  </a:lnTo>
                  <a:lnTo>
                    <a:pt x="2854833" y="1821400"/>
                  </a:lnTo>
                  <a:lnTo>
                    <a:pt x="2854927" y="1821400"/>
                  </a:lnTo>
                  <a:lnTo>
                    <a:pt x="2855021" y="1821400"/>
                  </a:lnTo>
                  <a:lnTo>
                    <a:pt x="2855115" y="1821400"/>
                  </a:lnTo>
                  <a:lnTo>
                    <a:pt x="2855209" y="1821400"/>
                  </a:lnTo>
                  <a:lnTo>
                    <a:pt x="2855303" y="1821400"/>
                  </a:lnTo>
                  <a:lnTo>
                    <a:pt x="2855397" y="1821400"/>
                  </a:lnTo>
                  <a:lnTo>
                    <a:pt x="2855491" y="1821400"/>
                  </a:lnTo>
                  <a:lnTo>
                    <a:pt x="2855585" y="1821400"/>
                  </a:lnTo>
                  <a:lnTo>
                    <a:pt x="2855679" y="1821400"/>
                  </a:lnTo>
                  <a:lnTo>
                    <a:pt x="2855773" y="1821400"/>
                  </a:lnTo>
                  <a:lnTo>
                    <a:pt x="2855867" y="1821400"/>
                  </a:lnTo>
                  <a:lnTo>
                    <a:pt x="2855961" y="1821400"/>
                  </a:lnTo>
                  <a:lnTo>
                    <a:pt x="2856055" y="1821400"/>
                  </a:lnTo>
                  <a:lnTo>
                    <a:pt x="2856149" y="1821400"/>
                  </a:lnTo>
                  <a:lnTo>
                    <a:pt x="2856243" y="1821400"/>
                  </a:lnTo>
                  <a:lnTo>
                    <a:pt x="2856337" y="1821400"/>
                  </a:lnTo>
                  <a:lnTo>
                    <a:pt x="2856431" y="1821400"/>
                  </a:lnTo>
                  <a:lnTo>
                    <a:pt x="2856525" y="1821400"/>
                  </a:lnTo>
                  <a:lnTo>
                    <a:pt x="2856620" y="1821400"/>
                  </a:lnTo>
                  <a:lnTo>
                    <a:pt x="2856714" y="1821400"/>
                  </a:lnTo>
                  <a:lnTo>
                    <a:pt x="2856808" y="1821400"/>
                  </a:lnTo>
                  <a:lnTo>
                    <a:pt x="2856902" y="1821400"/>
                  </a:lnTo>
                  <a:lnTo>
                    <a:pt x="2856996" y="1821400"/>
                  </a:lnTo>
                  <a:lnTo>
                    <a:pt x="2857090" y="1821400"/>
                  </a:lnTo>
                  <a:lnTo>
                    <a:pt x="2857184" y="1821400"/>
                  </a:lnTo>
                  <a:lnTo>
                    <a:pt x="2857278" y="1821400"/>
                  </a:lnTo>
                  <a:lnTo>
                    <a:pt x="2857372" y="1821400"/>
                  </a:lnTo>
                  <a:lnTo>
                    <a:pt x="2857466" y="1821400"/>
                  </a:lnTo>
                  <a:lnTo>
                    <a:pt x="2857560" y="1821400"/>
                  </a:lnTo>
                  <a:lnTo>
                    <a:pt x="2857654" y="1821400"/>
                  </a:lnTo>
                  <a:lnTo>
                    <a:pt x="2857748" y="1821400"/>
                  </a:lnTo>
                  <a:lnTo>
                    <a:pt x="2857842" y="1821400"/>
                  </a:lnTo>
                  <a:lnTo>
                    <a:pt x="2857936" y="1821400"/>
                  </a:lnTo>
                  <a:lnTo>
                    <a:pt x="2858030" y="1821400"/>
                  </a:lnTo>
                  <a:lnTo>
                    <a:pt x="2858124" y="1821400"/>
                  </a:lnTo>
                  <a:lnTo>
                    <a:pt x="2858218" y="1821400"/>
                  </a:lnTo>
                  <a:lnTo>
                    <a:pt x="2858312" y="1821400"/>
                  </a:lnTo>
                  <a:lnTo>
                    <a:pt x="2858406" y="1821400"/>
                  </a:lnTo>
                  <a:lnTo>
                    <a:pt x="2858406" y="1816120"/>
                  </a:lnTo>
                  <a:lnTo>
                    <a:pt x="2858500" y="1816120"/>
                  </a:lnTo>
                  <a:lnTo>
                    <a:pt x="2858594" y="1816120"/>
                  </a:lnTo>
                  <a:lnTo>
                    <a:pt x="2858688" y="1816120"/>
                  </a:lnTo>
                  <a:lnTo>
                    <a:pt x="2858782" y="1816120"/>
                  </a:lnTo>
                  <a:lnTo>
                    <a:pt x="2858876" y="1816120"/>
                  </a:lnTo>
                  <a:lnTo>
                    <a:pt x="2858970" y="1816120"/>
                  </a:lnTo>
                  <a:lnTo>
                    <a:pt x="2859064" y="1816120"/>
                  </a:lnTo>
                  <a:lnTo>
                    <a:pt x="2859064" y="1810841"/>
                  </a:lnTo>
                  <a:lnTo>
                    <a:pt x="2859158" y="1810841"/>
                  </a:lnTo>
                  <a:lnTo>
                    <a:pt x="2859252" y="1810841"/>
                  </a:lnTo>
                  <a:lnTo>
                    <a:pt x="2859346" y="1810841"/>
                  </a:lnTo>
                  <a:lnTo>
                    <a:pt x="2859440" y="1810841"/>
                  </a:lnTo>
                  <a:lnTo>
                    <a:pt x="2859534" y="1810841"/>
                  </a:lnTo>
                  <a:lnTo>
                    <a:pt x="2859628" y="1810841"/>
                  </a:lnTo>
                  <a:lnTo>
                    <a:pt x="2859722" y="1810841"/>
                  </a:lnTo>
                  <a:lnTo>
                    <a:pt x="2859816" y="1810841"/>
                  </a:lnTo>
                  <a:lnTo>
                    <a:pt x="2859910" y="1810841"/>
                  </a:lnTo>
                  <a:lnTo>
                    <a:pt x="2860004" y="1810841"/>
                  </a:lnTo>
                  <a:lnTo>
                    <a:pt x="2860098" y="1810841"/>
                  </a:lnTo>
                  <a:lnTo>
                    <a:pt x="2860193" y="1810841"/>
                  </a:lnTo>
                  <a:lnTo>
                    <a:pt x="2860287" y="1810841"/>
                  </a:lnTo>
                  <a:lnTo>
                    <a:pt x="2860381" y="1810841"/>
                  </a:lnTo>
                  <a:lnTo>
                    <a:pt x="2860475" y="1810841"/>
                  </a:lnTo>
                  <a:lnTo>
                    <a:pt x="2860569" y="1810841"/>
                  </a:lnTo>
                  <a:lnTo>
                    <a:pt x="2860663" y="1810841"/>
                  </a:lnTo>
                  <a:lnTo>
                    <a:pt x="2860757" y="1810841"/>
                  </a:lnTo>
                  <a:lnTo>
                    <a:pt x="2860851" y="1810841"/>
                  </a:lnTo>
                  <a:lnTo>
                    <a:pt x="2860945" y="1810841"/>
                  </a:lnTo>
                  <a:lnTo>
                    <a:pt x="2861039" y="1810841"/>
                  </a:lnTo>
                  <a:lnTo>
                    <a:pt x="2861133" y="1810841"/>
                  </a:lnTo>
                  <a:lnTo>
                    <a:pt x="2861227" y="1810841"/>
                  </a:lnTo>
                  <a:lnTo>
                    <a:pt x="2861321" y="1810841"/>
                  </a:lnTo>
                  <a:lnTo>
                    <a:pt x="2861415" y="1810841"/>
                  </a:lnTo>
                  <a:lnTo>
                    <a:pt x="2861509" y="1810841"/>
                  </a:lnTo>
                  <a:lnTo>
                    <a:pt x="2861603" y="1810841"/>
                  </a:lnTo>
                  <a:lnTo>
                    <a:pt x="2861697" y="1810841"/>
                  </a:lnTo>
                  <a:lnTo>
                    <a:pt x="2861791" y="1810841"/>
                  </a:lnTo>
                  <a:lnTo>
                    <a:pt x="2861885" y="1810841"/>
                  </a:lnTo>
                  <a:lnTo>
                    <a:pt x="2861885" y="1805562"/>
                  </a:lnTo>
                  <a:lnTo>
                    <a:pt x="2861979" y="1805562"/>
                  </a:lnTo>
                  <a:lnTo>
                    <a:pt x="2862073" y="1805562"/>
                  </a:lnTo>
                  <a:lnTo>
                    <a:pt x="2862167" y="1805562"/>
                  </a:lnTo>
                  <a:lnTo>
                    <a:pt x="2862261" y="1805562"/>
                  </a:lnTo>
                  <a:lnTo>
                    <a:pt x="2862355" y="1805562"/>
                  </a:lnTo>
                  <a:lnTo>
                    <a:pt x="2862449" y="1805562"/>
                  </a:lnTo>
                  <a:lnTo>
                    <a:pt x="2862543" y="1805562"/>
                  </a:lnTo>
                  <a:lnTo>
                    <a:pt x="2862637" y="1805562"/>
                  </a:lnTo>
                  <a:lnTo>
                    <a:pt x="2862731" y="1805562"/>
                  </a:lnTo>
                  <a:lnTo>
                    <a:pt x="2862825" y="1805562"/>
                  </a:lnTo>
                  <a:lnTo>
                    <a:pt x="2862919" y="1805562"/>
                  </a:lnTo>
                  <a:lnTo>
                    <a:pt x="2863013" y="1805562"/>
                  </a:lnTo>
                  <a:lnTo>
                    <a:pt x="2863107" y="1805562"/>
                  </a:lnTo>
                  <a:lnTo>
                    <a:pt x="2863201" y="1805562"/>
                  </a:lnTo>
                  <a:lnTo>
                    <a:pt x="2863295" y="1805562"/>
                  </a:lnTo>
                  <a:lnTo>
                    <a:pt x="2863389" y="1805562"/>
                  </a:lnTo>
                  <a:lnTo>
                    <a:pt x="2863483" y="1805562"/>
                  </a:lnTo>
                  <a:lnTo>
                    <a:pt x="2863577" y="1805562"/>
                  </a:lnTo>
                  <a:lnTo>
                    <a:pt x="2863671" y="1805562"/>
                  </a:lnTo>
                  <a:lnTo>
                    <a:pt x="2863671" y="1800282"/>
                  </a:lnTo>
                  <a:lnTo>
                    <a:pt x="2863766" y="1800282"/>
                  </a:lnTo>
                  <a:lnTo>
                    <a:pt x="2863860" y="1800282"/>
                  </a:lnTo>
                  <a:lnTo>
                    <a:pt x="2863954" y="1800282"/>
                  </a:lnTo>
                  <a:lnTo>
                    <a:pt x="2864048" y="1800282"/>
                  </a:lnTo>
                  <a:lnTo>
                    <a:pt x="2864142" y="1800282"/>
                  </a:lnTo>
                  <a:lnTo>
                    <a:pt x="2864236" y="1800282"/>
                  </a:lnTo>
                  <a:lnTo>
                    <a:pt x="2864330" y="1800282"/>
                  </a:lnTo>
                  <a:lnTo>
                    <a:pt x="2864424" y="1800282"/>
                  </a:lnTo>
                  <a:lnTo>
                    <a:pt x="2864518" y="1800282"/>
                  </a:lnTo>
                  <a:lnTo>
                    <a:pt x="2864612" y="1800282"/>
                  </a:lnTo>
                  <a:lnTo>
                    <a:pt x="2864706" y="1800282"/>
                  </a:lnTo>
                  <a:lnTo>
                    <a:pt x="2864800" y="1800282"/>
                  </a:lnTo>
                  <a:lnTo>
                    <a:pt x="2864894" y="1800282"/>
                  </a:lnTo>
                  <a:lnTo>
                    <a:pt x="2864988" y="1800282"/>
                  </a:lnTo>
                  <a:lnTo>
                    <a:pt x="2865082" y="1800282"/>
                  </a:lnTo>
                  <a:lnTo>
                    <a:pt x="2865176" y="1800282"/>
                  </a:lnTo>
                  <a:lnTo>
                    <a:pt x="2865270" y="1800282"/>
                  </a:lnTo>
                  <a:lnTo>
                    <a:pt x="2865364" y="1800282"/>
                  </a:lnTo>
                  <a:lnTo>
                    <a:pt x="2865458" y="1800282"/>
                  </a:lnTo>
                  <a:lnTo>
                    <a:pt x="2865552" y="1800282"/>
                  </a:lnTo>
                  <a:lnTo>
                    <a:pt x="2865646" y="1800282"/>
                  </a:lnTo>
                  <a:lnTo>
                    <a:pt x="2865740" y="1800282"/>
                  </a:lnTo>
                  <a:lnTo>
                    <a:pt x="2865834" y="1800282"/>
                  </a:lnTo>
                  <a:lnTo>
                    <a:pt x="2865928" y="1800282"/>
                  </a:lnTo>
                  <a:lnTo>
                    <a:pt x="2866022" y="1800282"/>
                  </a:lnTo>
                  <a:lnTo>
                    <a:pt x="2866116" y="1800282"/>
                  </a:lnTo>
                  <a:lnTo>
                    <a:pt x="2866210" y="1800282"/>
                  </a:lnTo>
                  <a:lnTo>
                    <a:pt x="2866304" y="1800282"/>
                  </a:lnTo>
                  <a:lnTo>
                    <a:pt x="2866398" y="1800282"/>
                  </a:lnTo>
                  <a:lnTo>
                    <a:pt x="2866492" y="1800282"/>
                  </a:lnTo>
                  <a:lnTo>
                    <a:pt x="2866586" y="1800282"/>
                  </a:lnTo>
                  <a:lnTo>
                    <a:pt x="2866680" y="1800282"/>
                  </a:lnTo>
                  <a:lnTo>
                    <a:pt x="2866774" y="1800282"/>
                  </a:lnTo>
                  <a:lnTo>
                    <a:pt x="2866868" y="1800282"/>
                  </a:lnTo>
                  <a:lnTo>
                    <a:pt x="2866962" y="1800282"/>
                  </a:lnTo>
                  <a:lnTo>
                    <a:pt x="2867056" y="1800282"/>
                  </a:lnTo>
                  <a:lnTo>
                    <a:pt x="2867150" y="1800282"/>
                  </a:lnTo>
                  <a:lnTo>
                    <a:pt x="2867245" y="1800282"/>
                  </a:lnTo>
                  <a:lnTo>
                    <a:pt x="2867339" y="1800282"/>
                  </a:lnTo>
                  <a:lnTo>
                    <a:pt x="2867433" y="1800282"/>
                  </a:lnTo>
                  <a:lnTo>
                    <a:pt x="2867527" y="1800282"/>
                  </a:lnTo>
                  <a:lnTo>
                    <a:pt x="2867621" y="1800282"/>
                  </a:lnTo>
                  <a:lnTo>
                    <a:pt x="2867715" y="1800282"/>
                  </a:lnTo>
                  <a:lnTo>
                    <a:pt x="2867809" y="1800282"/>
                  </a:lnTo>
                  <a:lnTo>
                    <a:pt x="2867903" y="1800282"/>
                  </a:lnTo>
                  <a:lnTo>
                    <a:pt x="2867997" y="1800282"/>
                  </a:lnTo>
                  <a:lnTo>
                    <a:pt x="2868091" y="1800282"/>
                  </a:lnTo>
                  <a:lnTo>
                    <a:pt x="2868185" y="1800282"/>
                  </a:lnTo>
                  <a:lnTo>
                    <a:pt x="2868279" y="1800282"/>
                  </a:lnTo>
                  <a:lnTo>
                    <a:pt x="2868373" y="1800282"/>
                  </a:lnTo>
                  <a:lnTo>
                    <a:pt x="2868467" y="1800282"/>
                  </a:lnTo>
                  <a:lnTo>
                    <a:pt x="2868561" y="1800282"/>
                  </a:lnTo>
                  <a:lnTo>
                    <a:pt x="2868655" y="1800282"/>
                  </a:lnTo>
                  <a:lnTo>
                    <a:pt x="2868749" y="1800282"/>
                  </a:lnTo>
                  <a:lnTo>
                    <a:pt x="2868843" y="1800282"/>
                  </a:lnTo>
                  <a:lnTo>
                    <a:pt x="2868937" y="1800282"/>
                  </a:lnTo>
                  <a:lnTo>
                    <a:pt x="2869031" y="1800282"/>
                  </a:lnTo>
                  <a:lnTo>
                    <a:pt x="2869125" y="1800282"/>
                  </a:lnTo>
                  <a:lnTo>
                    <a:pt x="2869219" y="1800282"/>
                  </a:lnTo>
                  <a:lnTo>
                    <a:pt x="2869313" y="1800282"/>
                  </a:lnTo>
                  <a:lnTo>
                    <a:pt x="2869407" y="1800282"/>
                  </a:lnTo>
                  <a:lnTo>
                    <a:pt x="2869501" y="1800282"/>
                  </a:lnTo>
                  <a:lnTo>
                    <a:pt x="2869595" y="1800282"/>
                  </a:lnTo>
                  <a:lnTo>
                    <a:pt x="2869689" y="1800282"/>
                  </a:lnTo>
                  <a:lnTo>
                    <a:pt x="2869783" y="1800282"/>
                  </a:lnTo>
                  <a:lnTo>
                    <a:pt x="2869877" y="1800282"/>
                  </a:lnTo>
                  <a:lnTo>
                    <a:pt x="2869971" y="1800282"/>
                  </a:lnTo>
                  <a:lnTo>
                    <a:pt x="2870065" y="1800282"/>
                  </a:lnTo>
                  <a:lnTo>
                    <a:pt x="2870159" y="1800282"/>
                  </a:lnTo>
                  <a:lnTo>
                    <a:pt x="2870253" y="1800282"/>
                  </a:lnTo>
                  <a:lnTo>
                    <a:pt x="2870347" y="1800282"/>
                  </a:lnTo>
                  <a:lnTo>
                    <a:pt x="2870441" y="1800282"/>
                  </a:lnTo>
                  <a:lnTo>
                    <a:pt x="2870535" y="1800282"/>
                  </a:lnTo>
                  <a:lnTo>
                    <a:pt x="2870629" y="1800282"/>
                  </a:lnTo>
                  <a:lnTo>
                    <a:pt x="2870723" y="1800282"/>
                  </a:lnTo>
                  <a:lnTo>
                    <a:pt x="2870818" y="1800282"/>
                  </a:lnTo>
                  <a:lnTo>
                    <a:pt x="2870912" y="1800282"/>
                  </a:lnTo>
                  <a:lnTo>
                    <a:pt x="2871006" y="1800282"/>
                  </a:lnTo>
                  <a:lnTo>
                    <a:pt x="2871100" y="1800282"/>
                  </a:lnTo>
                  <a:lnTo>
                    <a:pt x="2871194" y="1800282"/>
                  </a:lnTo>
                  <a:lnTo>
                    <a:pt x="2871288" y="1800282"/>
                  </a:lnTo>
                  <a:lnTo>
                    <a:pt x="2871382" y="1800282"/>
                  </a:lnTo>
                  <a:lnTo>
                    <a:pt x="2871476" y="1800282"/>
                  </a:lnTo>
                  <a:lnTo>
                    <a:pt x="2871570" y="1800282"/>
                  </a:lnTo>
                  <a:lnTo>
                    <a:pt x="2871664" y="1800282"/>
                  </a:lnTo>
                  <a:lnTo>
                    <a:pt x="2871758" y="1800282"/>
                  </a:lnTo>
                  <a:lnTo>
                    <a:pt x="2871852" y="1800282"/>
                  </a:lnTo>
                  <a:lnTo>
                    <a:pt x="2871946" y="1800282"/>
                  </a:lnTo>
                  <a:lnTo>
                    <a:pt x="2872040" y="1800282"/>
                  </a:lnTo>
                  <a:lnTo>
                    <a:pt x="2872134" y="1800282"/>
                  </a:lnTo>
                  <a:lnTo>
                    <a:pt x="2872228" y="1800282"/>
                  </a:lnTo>
                  <a:lnTo>
                    <a:pt x="2872322" y="1800282"/>
                  </a:lnTo>
                  <a:lnTo>
                    <a:pt x="2872416" y="1800282"/>
                  </a:lnTo>
                  <a:lnTo>
                    <a:pt x="2872510" y="1800282"/>
                  </a:lnTo>
                  <a:lnTo>
                    <a:pt x="2872604" y="1800282"/>
                  </a:lnTo>
                  <a:lnTo>
                    <a:pt x="2872698" y="1800282"/>
                  </a:lnTo>
                  <a:lnTo>
                    <a:pt x="2872792" y="1800282"/>
                  </a:lnTo>
                  <a:lnTo>
                    <a:pt x="2872886" y="1800282"/>
                  </a:lnTo>
                  <a:lnTo>
                    <a:pt x="2872980" y="1800282"/>
                  </a:lnTo>
                  <a:lnTo>
                    <a:pt x="2873074" y="1800282"/>
                  </a:lnTo>
                  <a:lnTo>
                    <a:pt x="2873168" y="1800282"/>
                  </a:lnTo>
                  <a:lnTo>
                    <a:pt x="2873262" y="1800282"/>
                  </a:lnTo>
                  <a:lnTo>
                    <a:pt x="2873356" y="1800282"/>
                  </a:lnTo>
                  <a:lnTo>
                    <a:pt x="2873450" y="1800282"/>
                  </a:lnTo>
                  <a:lnTo>
                    <a:pt x="2873544" y="1800282"/>
                  </a:lnTo>
                  <a:lnTo>
                    <a:pt x="2873638" y="1800282"/>
                  </a:lnTo>
                  <a:lnTo>
                    <a:pt x="2873732" y="1800282"/>
                  </a:lnTo>
                  <a:lnTo>
                    <a:pt x="2873826" y="1800282"/>
                  </a:lnTo>
                  <a:lnTo>
                    <a:pt x="2873920" y="1800282"/>
                  </a:lnTo>
                  <a:lnTo>
                    <a:pt x="2874014" y="1800282"/>
                  </a:lnTo>
                  <a:lnTo>
                    <a:pt x="2874108" y="1800282"/>
                  </a:lnTo>
                  <a:lnTo>
                    <a:pt x="2874202" y="1800282"/>
                  </a:lnTo>
                  <a:lnTo>
                    <a:pt x="2874296" y="1800282"/>
                  </a:lnTo>
                  <a:lnTo>
                    <a:pt x="2874391" y="1800282"/>
                  </a:lnTo>
                  <a:lnTo>
                    <a:pt x="2874485" y="1800282"/>
                  </a:lnTo>
                  <a:lnTo>
                    <a:pt x="2874579" y="1800282"/>
                  </a:lnTo>
                  <a:lnTo>
                    <a:pt x="2874673" y="1800282"/>
                  </a:lnTo>
                  <a:lnTo>
                    <a:pt x="2874767" y="1800282"/>
                  </a:lnTo>
                  <a:lnTo>
                    <a:pt x="2874861" y="1800282"/>
                  </a:lnTo>
                  <a:lnTo>
                    <a:pt x="2874955" y="1800282"/>
                  </a:lnTo>
                  <a:lnTo>
                    <a:pt x="2875049" y="1800282"/>
                  </a:lnTo>
                  <a:lnTo>
                    <a:pt x="2875143" y="1800282"/>
                  </a:lnTo>
                  <a:lnTo>
                    <a:pt x="2875237" y="1800282"/>
                  </a:lnTo>
                  <a:lnTo>
                    <a:pt x="2875331" y="1800282"/>
                  </a:lnTo>
                  <a:lnTo>
                    <a:pt x="2875425" y="1800282"/>
                  </a:lnTo>
                  <a:lnTo>
                    <a:pt x="2875519" y="1800282"/>
                  </a:lnTo>
                  <a:lnTo>
                    <a:pt x="2875613" y="1800282"/>
                  </a:lnTo>
                  <a:lnTo>
                    <a:pt x="2875707" y="1800282"/>
                  </a:lnTo>
                  <a:lnTo>
                    <a:pt x="2875801" y="1800282"/>
                  </a:lnTo>
                  <a:lnTo>
                    <a:pt x="2875895" y="1800282"/>
                  </a:lnTo>
                  <a:lnTo>
                    <a:pt x="2875989" y="1800282"/>
                  </a:lnTo>
                  <a:lnTo>
                    <a:pt x="2876083" y="1800282"/>
                  </a:lnTo>
                  <a:lnTo>
                    <a:pt x="2876083" y="1795003"/>
                  </a:lnTo>
                  <a:lnTo>
                    <a:pt x="2876177" y="1795003"/>
                  </a:lnTo>
                  <a:lnTo>
                    <a:pt x="2876271" y="1795003"/>
                  </a:lnTo>
                  <a:lnTo>
                    <a:pt x="2876365" y="1795003"/>
                  </a:lnTo>
                  <a:lnTo>
                    <a:pt x="2876459" y="1795003"/>
                  </a:lnTo>
                  <a:lnTo>
                    <a:pt x="2876553" y="1795003"/>
                  </a:lnTo>
                  <a:lnTo>
                    <a:pt x="2876647" y="1795003"/>
                  </a:lnTo>
                  <a:lnTo>
                    <a:pt x="2876741" y="1795003"/>
                  </a:lnTo>
                  <a:lnTo>
                    <a:pt x="2876835" y="1795003"/>
                  </a:lnTo>
                  <a:lnTo>
                    <a:pt x="2876929" y="1795003"/>
                  </a:lnTo>
                  <a:lnTo>
                    <a:pt x="2877023" y="1795003"/>
                  </a:lnTo>
                  <a:lnTo>
                    <a:pt x="2877117" y="1795003"/>
                  </a:lnTo>
                  <a:lnTo>
                    <a:pt x="2877211" y="1795003"/>
                  </a:lnTo>
                  <a:lnTo>
                    <a:pt x="2877305" y="1795003"/>
                  </a:lnTo>
                  <a:lnTo>
                    <a:pt x="2877399" y="1795003"/>
                  </a:lnTo>
                  <a:lnTo>
                    <a:pt x="2877493" y="1795003"/>
                  </a:lnTo>
                  <a:lnTo>
                    <a:pt x="2877587" y="1795003"/>
                  </a:lnTo>
                  <a:lnTo>
                    <a:pt x="2877681" y="1795003"/>
                  </a:lnTo>
                  <a:lnTo>
                    <a:pt x="2877775" y="1795003"/>
                  </a:lnTo>
                  <a:lnTo>
                    <a:pt x="2877870" y="1795003"/>
                  </a:lnTo>
                  <a:lnTo>
                    <a:pt x="2877964" y="1795003"/>
                  </a:lnTo>
                  <a:lnTo>
                    <a:pt x="2878058" y="1795003"/>
                  </a:lnTo>
                  <a:lnTo>
                    <a:pt x="2878152" y="1795003"/>
                  </a:lnTo>
                  <a:lnTo>
                    <a:pt x="2878246" y="1795003"/>
                  </a:lnTo>
                  <a:lnTo>
                    <a:pt x="2878340" y="1795003"/>
                  </a:lnTo>
                  <a:lnTo>
                    <a:pt x="2878434" y="1795003"/>
                  </a:lnTo>
                  <a:lnTo>
                    <a:pt x="2878528" y="1795003"/>
                  </a:lnTo>
                  <a:lnTo>
                    <a:pt x="2878622" y="1795003"/>
                  </a:lnTo>
                  <a:lnTo>
                    <a:pt x="2878716" y="1795003"/>
                  </a:lnTo>
                  <a:lnTo>
                    <a:pt x="2878810" y="1795003"/>
                  </a:lnTo>
                  <a:lnTo>
                    <a:pt x="2878904" y="1795003"/>
                  </a:lnTo>
                  <a:lnTo>
                    <a:pt x="2878998" y="1795003"/>
                  </a:lnTo>
                  <a:lnTo>
                    <a:pt x="2879092" y="1795003"/>
                  </a:lnTo>
                  <a:lnTo>
                    <a:pt x="2879186" y="1795003"/>
                  </a:lnTo>
                  <a:lnTo>
                    <a:pt x="2879280" y="1795003"/>
                  </a:lnTo>
                  <a:lnTo>
                    <a:pt x="2879374" y="1795003"/>
                  </a:lnTo>
                  <a:lnTo>
                    <a:pt x="2879468" y="1795003"/>
                  </a:lnTo>
                  <a:lnTo>
                    <a:pt x="2879562" y="1795003"/>
                  </a:lnTo>
                  <a:lnTo>
                    <a:pt x="2879656" y="1795003"/>
                  </a:lnTo>
                  <a:lnTo>
                    <a:pt x="2879750" y="1795003"/>
                  </a:lnTo>
                  <a:lnTo>
                    <a:pt x="2879844" y="1795003"/>
                  </a:lnTo>
                  <a:lnTo>
                    <a:pt x="2879938" y="1795003"/>
                  </a:lnTo>
                  <a:lnTo>
                    <a:pt x="2880032" y="1795003"/>
                  </a:lnTo>
                  <a:lnTo>
                    <a:pt x="2880126" y="1795003"/>
                  </a:lnTo>
                  <a:lnTo>
                    <a:pt x="2880220" y="1795003"/>
                  </a:lnTo>
                  <a:lnTo>
                    <a:pt x="2880314" y="1795003"/>
                  </a:lnTo>
                  <a:lnTo>
                    <a:pt x="2880408" y="1795003"/>
                  </a:lnTo>
                  <a:lnTo>
                    <a:pt x="2880502" y="1795003"/>
                  </a:lnTo>
                  <a:lnTo>
                    <a:pt x="2880596" y="1795003"/>
                  </a:lnTo>
                  <a:lnTo>
                    <a:pt x="2880690" y="1795003"/>
                  </a:lnTo>
                  <a:lnTo>
                    <a:pt x="2880784" y="1795003"/>
                  </a:lnTo>
                  <a:lnTo>
                    <a:pt x="2880878" y="1795003"/>
                  </a:lnTo>
                  <a:lnTo>
                    <a:pt x="2880972" y="1795003"/>
                  </a:lnTo>
                  <a:lnTo>
                    <a:pt x="2881066" y="1795003"/>
                  </a:lnTo>
                  <a:lnTo>
                    <a:pt x="2881160" y="1795003"/>
                  </a:lnTo>
                  <a:lnTo>
                    <a:pt x="2881254" y="1795003"/>
                  </a:lnTo>
                  <a:lnTo>
                    <a:pt x="2881348" y="1795003"/>
                  </a:lnTo>
                  <a:lnTo>
                    <a:pt x="2881443" y="1795003"/>
                  </a:lnTo>
                  <a:lnTo>
                    <a:pt x="2881537" y="1795003"/>
                  </a:lnTo>
                  <a:lnTo>
                    <a:pt x="2881631" y="1795003"/>
                  </a:lnTo>
                  <a:lnTo>
                    <a:pt x="2881725" y="1795003"/>
                  </a:lnTo>
                  <a:lnTo>
                    <a:pt x="2881819" y="1795003"/>
                  </a:lnTo>
                  <a:lnTo>
                    <a:pt x="2881913" y="1795003"/>
                  </a:lnTo>
                  <a:lnTo>
                    <a:pt x="2882007" y="1795003"/>
                  </a:lnTo>
                  <a:lnTo>
                    <a:pt x="2882101" y="1795003"/>
                  </a:lnTo>
                  <a:lnTo>
                    <a:pt x="2882195" y="1795003"/>
                  </a:lnTo>
                  <a:lnTo>
                    <a:pt x="2882289" y="1795003"/>
                  </a:lnTo>
                  <a:lnTo>
                    <a:pt x="2882383" y="1795003"/>
                  </a:lnTo>
                  <a:lnTo>
                    <a:pt x="2882477" y="1795003"/>
                  </a:lnTo>
                  <a:lnTo>
                    <a:pt x="2882571" y="1795003"/>
                  </a:lnTo>
                  <a:lnTo>
                    <a:pt x="2882665" y="1795003"/>
                  </a:lnTo>
                  <a:lnTo>
                    <a:pt x="2882759" y="1795003"/>
                  </a:lnTo>
                  <a:lnTo>
                    <a:pt x="2882853" y="1795003"/>
                  </a:lnTo>
                  <a:lnTo>
                    <a:pt x="2882947" y="1795003"/>
                  </a:lnTo>
                  <a:lnTo>
                    <a:pt x="2883041" y="1795003"/>
                  </a:lnTo>
                  <a:lnTo>
                    <a:pt x="2883135" y="1795003"/>
                  </a:lnTo>
                  <a:lnTo>
                    <a:pt x="2883229" y="1795003"/>
                  </a:lnTo>
                  <a:lnTo>
                    <a:pt x="2883323" y="1795003"/>
                  </a:lnTo>
                  <a:lnTo>
                    <a:pt x="2883417" y="1795003"/>
                  </a:lnTo>
                  <a:lnTo>
                    <a:pt x="2883511" y="1795003"/>
                  </a:lnTo>
                  <a:lnTo>
                    <a:pt x="2883605" y="1795003"/>
                  </a:lnTo>
                  <a:lnTo>
                    <a:pt x="2883699" y="1795003"/>
                  </a:lnTo>
                  <a:lnTo>
                    <a:pt x="2883793" y="1795003"/>
                  </a:lnTo>
                  <a:lnTo>
                    <a:pt x="2883887" y="1795003"/>
                  </a:lnTo>
                  <a:lnTo>
                    <a:pt x="2883981" y="1795003"/>
                  </a:lnTo>
                  <a:lnTo>
                    <a:pt x="2884075" y="1795003"/>
                  </a:lnTo>
                  <a:lnTo>
                    <a:pt x="2884169" y="1795003"/>
                  </a:lnTo>
                  <a:lnTo>
                    <a:pt x="2884263" y="1795003"/>
                  </a:lnTo>
                  <a:lnTo>
                    <a:pt x="2884357" y="1795003"/>
                  </a:lnTo>
                  <a:lnTo>
                    <a:pt x="2884451" y="1795003"/>
                  </a:lnTo>
                  <a:lnTo>
                    <a:pt x="2884545" y="1795003"/>
                  </a:lnTo>
                  <a:lnTo>
                    <a:pt x="2884639" y="1795003"/>
                  </a:lnTo>
                  <a:lnTo>
                    <a:pt x="2884733" y="1795003"/>
                  </a:lnTo>
                  <a:lnTo>
                    <a:pt x="2884827" y="1795003"/>
                  </a:lnTo>
                  <a:lnTo>
                    <a:pt x="2884921" y="1795003"/>
                  </a:lnTo>
                  <a:lnTo>
                    <a:pt x="2885016" y="1795003"/>
                  </a:lnTo>
                  <a:lnTo>
                    <a:pt x="2885110" y="1795003"/>
                  </a:lnTo>
                  <a:lnTo>
                    <a:pt x="2885204" y="1795003"/>
                  </a:lnTo>
                  <a:lnTo>
                    <a:pt x="2885298" y="1795003"/>
                  </a:lnTo>
                  <a:lnTo>
                    <a:pt x="2885392" y="1795003"/>
                  </a:lnTo>
                  <a:lnTo>
                    <a:pt x="2885486" y="1795003"/>
                  </a:lnTo>
                  <a:lnTo>
                    <a:pt x="2885580" y="1795003"/>
                  </a:lnTo>
                  <a:lnTo>
                    <a:pt x="2885674" y="1795003"/>
                  </a:lnTo>
                  <a:lnTo>
                    <a:pt x="2885768" y="1795003"/>
                  </a:lnTo>
                  <a:lnTo>
                    <a:pt x="2885862" y="1795003"/>
                  </a:lnTo>
                  <a:lnTo>
                    <a:pt x="2885956" y="1795003"/>
                  </a:lnTo>
                  <a:lnTo>
                    <a:pt x="2886050" y="1795003"/>
                  </a:lnTo>
                  <a:lnTo>
                    <a:pt x="2886144" y="1795003"/>
                  </a:lnTo>
                  <a:lnTo>
                    <a:pt x="2886238" y="1795003"/>
                  </a:lnTo>
                  <a:lnTo>
                    <a:pt x="2886332" y="1795003"/>
                  </a:lnTo>
                  <a:lnTo>
                    <a:pt x="2886426" y="1795003"/>
                  </a:lnTo>
                  <a:lnTo>
                    <a:pt x="2886520" y="1795003"/>
                  </a:lnTo>
                  <a:lnTo>
                    <a:pt x="2886614" y="1795003"/>
                  </a:lnTo>
                  <a:lnTo>
                    <a:pt x="2886708" y="1795003"/>
                  </a:lnTo>
                  <a:lnTo>
                    <a:pt x="2886802" y="1795003"/>
                  </a:lnTo>
                  <a:lnTo>
                    <a:pt x="2886896" y="1795003"/>
                  </a:lnTo>
                  <a:lnTo>
                    <a:pt x="2886990" y="1795003"/>
                  </a:lnTo>
                  <a:lnTo>
                    <a:pt x="2887084" y="1795003"/>
                  </a:lnTo>
                  <a:lnTo>
                    <a:pt x="2887178" y="1795003"/>
                  </a:lnTo>
                  <a:lnTo>
                    <a:pt x="2887272" y="1795003"/>
                  </a:lnTo>
                  <a:lnTo>
                    <a:pt x="2887366" y="1795003"/>
                  </a:lnTo>
                  <a:lnTo>
                    <a:pt x="2887460" y="1795003"/>
                  </a:lnTo>
                  <a:lnTo>
                    <a:pt x="2887554" y="1795003"/>
                  </a:lnTo>
                  <a:lnTo>
                    <a:pt x="2887648" y="1795003"/>
                  </a:lnTo>
                  <a:lnTo>
                    <a:pt x="2887742" y="1795003"/>
                  </a:lnTo>
                  <a:lnTo>
                    <a:pt x="2887836" y="1795003"/>
                  </a:lnTo>
                  <a:lnTo>
                    <a:pt x="2887930" y="1795003"/>
                  </a:lnTo>
                  <a:lnTo>
                    <a:pt x="2888024" y="1795003"/>
                  </a:lnTo>
                  <a:lnTo>
                    <a:pt x="2888118" y="1795003"/>
                  </a:lnTo>
                  <a:lnTo>
                    <a:pt x="2888212" y="1795003"/>
                  </a:lnTo>
                  <a:lnTo>
                    <a:pt x="2888306" y="1795003"/>
                  </a:lnTo>
                  <a:lnTo>
                    <a:pt x="2888400" y="1795003"/>
                  </a:lnTo>
                  <a:lnTo>
                    <a:pt x="2888494" y="1795003"/>
                  </a:lnTo>
                  <a:lnTo>
                    <a:pt x="2888589" y="1795003"/>
                  </a:lnTo>
                  <a:lnTo>
                    <a:pt x="2888683" y="1795003"/>
                  </a:lnTo>
                  <a:lnTo>
                    <a:pt x="2888777" y="1795003"/>
                  </a:lnTo>
                  <a:lnTo>
                    <a:pt x="2888871" y="1795003"/>
                  </a:lnTo>
                  <a:lnTo>
                    <a:pt x="2888965" y="1795003"/>
                  </a:lnTo>
                  <a:lnTo>
                    <a:pt x="2889059" y="1795003"/>
                  </a:lnTo>
                  <a:lnTo>
                    <a:pt x="2889153" y="1795003"/>
                  </a:lnTo>
                  <a:lnTo>
                    <a:pt x="2889247" y="1795003"/>
                  </a:lnTo>
                  <a:lnTo>
                    <a:pt x="2889341" y="1795003"/>
                  </a:lnTo>
                  <a:lnTo>
                    <a:pt x="2889435" y="1795003"/>
                  </a:lnTo>
                  <a:lnTo>
                    <a:pt x="2889529" y="1795003"/>
                  </a:lnTo>
                  <a:lnTo>
                    <a:pt x="2889623" y="1795003"/>
                  </a:lnTo>
                  <a:lnTo>
                    <a:pt x="2889717" y="1795003"/>
                  </a:lnTo>
                  <a:lnTo>
                    <a:pt x="2889811" y="1795003"/>
                  </a:lnTo>
                  <a:lnTo>
                    <a:pt x="2889905" y="1795003"/>
                  </a:lnTo>
                  <a:lnTo>
                    <a:pt x="2889999" y="1795003"/>
                  </a:lnTo>
                  <a:lnTo>
                    <a:pt x="2890093" y="1795003"/>
                  </a:lnTo>
                  <a:lnTo>
                    <a:pt x="2890187" y="1795003"/>
                  </a:lnTo>
                  <a:lnTo>
                    <a:pt x="2890281" y="1795003"/>
                  </a:lnTo>
                  <a:lnTo>
                    <a:pt x="2890375" y="1795003"/>
                  </a:lnTo>
                  <a:lnTo>
                    <a:pt x="2890469" y="1795003"/>
                  </a:lnTo>
                  <a:lnTo>
                    <a:pt x="2890563" y="1795003"/>
                  </a:lnTo>
                  <a:lnTo>
                    <a:pt x="2890657" y="1795003"/>
                  </a:lnTo>
                  <a:lnTo>
                    <a:pt x="2890751" y="1795003"/>
                  </a:lnTo>
                  <a:lnTo>
                    <a:pt x="2890845" y="1795003"/>
                  </a:lnTo>
                  <a:lnTo>
                    <a:pt x="2890939" y="1795003"/>
                  </a:lnTo>
                  <a:lnTo>
                    <a:pt x="2891033" y="1795003"/>
                  </a:lnTo>
                  <a:lnTo>
                    <a:pt x="2891127" y="1795003"/>
                  </a:lnTo>
                  <a:lnTo>
                    <a:pt x="2891221" y="1795003"/>
                  </a:lnTo>
                  <a:lnTo>
                    <a:pt x="2891315" y="1795003"/>
                  </a:lnTo>
                  <a:lnTo>
                    <a:pt x="2891409" y="1795003"/>
                  </a:lnTo>
                  <a:lnTo>
                    <a:pt x="2891503" y="1795003"/>
                  </a:lnTo>
                  <a:lnTo>
                    <a:pt x="2891597" y="1795003"/>
                  </a:lnTo>
                  <a:lnTo>
                    <a:pt x="2891691" y="1795003"/>
                  </a:lnTo>
                  <a:lnTo>
                    <a:pt x="2891785" y="1795003"/>
                  </a:lnTo>
                  <a:lnTo>
                    <a:pt x="2891879" y="1795003"/>
                  </a:lnTo>
                  <a:lnTo>
                    <a:pt x="2891973" y="1795003"/>
                  </a:lnTo>
                  <a:lnTo>
                    <a:pt x="2892068" y="1795003"/>
                  </a:lnTo>
                  <a:lnTo>
                    <a:pt x="2892162" y="1795003"/>
                  </a:lnTo>
                  <a:lnTo>
                    <a:pt x="2892256" y="1795003"/>
                  </a:lnTo>
                  <a:lnTo>
                    <a:pt x="2892350" y="1795003"/>
                  </a:lnTo>
                  <a:lnTo>
                    <a:pt x="2892444" y="1795003"/>
                  </a:lnTo>
                  <a:lnTo>
                    <a:pt x="2892538" y="1795003"/>
                  </a:lnTo>
                  <a:lnTo>
                    <a:pt x="2892632" y="1795003"/>
                  </a:lnTo>
                  <a:lnTo>
                    <a:pt x="2892726" y="1795003"/>
                  </a:lnTo>
                  <a:lnTo>
                    <a:pt x="2892820" y="1795003"/>
                  </a:lnTo>
                  <a:lnTo>
                    <a:pt x="2892914" y="1795003"/>
                  </a:lnTo>
                  <a:lnTo>
                    <a:pt x="2893008" y="1795003"/>
                  </a:lnTo>
                  <a:lnTo>
                    <a:pt x="2893102" y="1795003"/>
                  </a:lnTo>
                  <a:lnTo>
                    <a:pt x="2893196" y="1795003"/>
                  </a:lnTo>
                  <a:lnTo>
                    <a:pt x="2893290" y="1795003"/>
                  </a:lnTo>
                  <a:lnTo>
                    <a:pt x="2893384" y="1795003"/>
                  </a:lnTo>
                  <a:lnTo>
                    <a:pt x="2893478" y="1795003"/>
                  </a:lnTo>
                  <a:lnTo>
                    <a:pt x="2893572" y="1795003"/>
                  </a:lnTo>
                  <a:lnTo>
                    <a:pt x="2893666" y="1795003"/>
                  </a:lnTo>
                  <a:lnTo>
                    <a:pt x="2893760" y="1795003"/>
                  </a:lnTo>
                  <a:lnTo>
                    <a:pt x="2893854" y="1795003"/>
                  </a:lnTo>
                  <a:lnTo>
                    <a:pt x="2893948" y="1795003"/>
                  </a:lnTo>
                  <a:lnTo>
                    <a:pt x="2894042" y="1795003"/>
                  </a:lnTo>
                  <a:lnTo>
                    <a:pt x="2894136" y="1795003"/>
                  </a:lnTo>
                  <a:lnTo>
                    <a:pt x="2894230" y="1795003"/>
                  </a:lnTo>
                  <a:lnTo>
                    <a:pt x="2894324" y="1795003"/>
                  </a:lnTo>
                  <a:lnTo>
                    <a:pt x="2894418" y="1795003"/>
                  </a:lnTo>
                  <a:lnTo>
                    <a:pt x="2894512" y="1795003"/>
                  </a:lnTo>
                  <a:lnTo>
                    <a:pt x="2894606" y="1795003"/>
                  </a:lnTo>
                  <a:lnTo>
                    <a:pt x="2894700" y="1795003"/>
                  </a:lnTo>
                  <a:lnTo>
                    <a:pt x="2894794" y="1795003"/>
                  </a:lnTo>
                  <a:lnTo>
                    <a:pt x="2894888" y="1795003"/>
                  </a:lnTo>
                  <a:lnTo>
                    <a:pt x="2894982" y="1795003"/>
                  </a:lnTo>
                  <a:lnTo>
                    <a:pt x="2895076" y="1795003"/>
                  </a:lnTo>
                  <a:lnTo>
                    <a:pt x="2895170" y="1795003"/>
                  </a:lnTo>
                  <a:lnTo>
                    <a:pt x="2895264" y="1795003"/>
                  </a:lnTo>
                  <a:lnTo>
                    <a:pt x="2895358" y="1795003"/>
                  </a:lnTo>
                  <a:lnTo>
                    <a:pt x="2895452" y="1795003"/>
                  </a:lnTo>
                  <a:lnTo>
                    <a:pt x="2895546" y="1795003"/>
                  </a:lnTo>
                  <a:lnTo>
                    <a:pt x="2895641" y="1795003"/>
                  </a:lnTo>
                  <a:lnTo>
                    <a:pt x="2895735" y="1795003"/>
                  </a:lnTo>
                  <a:lnTo>
                    <a:pt x="2895829" y="1795003"/>
                  </a:lnTo>
                  <a:lnTo>
                    <a:pt x="2895923" y="1795003"/>
                  </a:lnTo>
                  <a:lnTo>
                    <a:pt x="2896017" y="1795003"/>
                  </a:lnTo>
                  <a:lnTo>
                    <a:pt x="2896111" y="1795003"/>
                  </a:lnTo>
                  <a:lnTo>
                    <a:pt x="2896205" y="1795003"/>
                  </a:lnTo>
                  <a:lnTo>
                    <a:pt x="2896299" y="1795003"/>
                  </a:lnTo>
                  <a:lnTo>
                    <a:pt x="2896393" y="1795003"/>
                  </a:lnTo>
                  <a:lnTo>
                    <a:pt x="2896487" y="1795003"/>
                  </a:lnTo>
                  <a:lnTo>
                    <a:pt x="2896581" y="1795003"/>
                  </a:lnTo>
                  <a:lnTo>
                    <a:pt x="2896675" y="1795003"/>
                  </a:lnTo>
                  <a:lnTo>
                    <a:pt x="2896769" y="1795003"/>
                  </a:lnTo>
                  <a:lnTo>
                    <a:pt x="2896863" y="1795003"/>
                  </a:lnTo>
                  <a:lnTo>
                    <a:pt x="2896957" y="1795003"/>
                  </a:lnTo>
                  <a:lnTo>
                    <a:pt x="2897051" y="1795003"/>
                  </a:lnTo>
                  <a:lnTo>
                    <a:pt x="2897145" y="1795003"/>
                  </a:lnTo>
                  <a:lnTo>
                    <a:pt x="2897239" y="1795003"/>
                  </a:lnTo>
                  <a:lnTo>
                    <a:pt x="2897333" y="1795003"/>
                  </a:lnTo>
                  <a:lnTo>
                    <a:pt x="2897427" y="1795003"/>
                  </a:lnTo>
                  <a:lnTo>
                    <a:pt x="2897521" y="1795003"/>
                  </a:lnTo>
                  <a:lnTo>
                    <a:pt x="2897615" y="1795003"/>
                  </a:lnTo>
                  <a:lnTo>
                    <a:pt x="2897709" y="1795003"/>
                  </a:lnTo>
                  <a:lnTo>
                    <a:pt x="2897803" y="1795003"/>
                  </a:lnTo>
                  <a:lnTo>
                    <a:pt x="2897897" y="1795003"/>
                  </a:lnTo>
                  <a:lnTo>
                    <a:pt x="2897991" y="1795003"/>
                  </a:lnTo>
                  <a:lnTo>
                    <a:pt x="2898085" y="1795003"/>
                  </a:lnTo>
                  <a:lnTo>
                    <a:pt x="2898179" y="1795003"/>
                  </a:lnTo>
                  <a:lnTo>
                    <a:pt x="2898273" y="1795003"/>
                  </a:lnTo>
                  <a:lnTo>
                    <a:pt x="2898367" y="1795003"/>
                  </a:lnTo>
                  <a:lnTo>
                    <a:pt x="2898461" y="1795003"/>
                  </a:lnTo>
                  <a:lnTo>
                    <a:pt x="2898555" y="1795003"/>
                  </a:lnTo>
                  <a:lnTo>
                    <a:pt x="2898649" y="1795003"/>
                  </a:lnTo>
                  <a:lnTo>
                    <a:pt x="2898649" y="1789723"/>
                  </a:lnTo>
                  <a:lnTo>
                    <a:pt x="2898743" y="1789723"/>
                  </a:lnTo>
                  <a:lnTo>
                    <a:pt x="2898837" y="1789723"/>
                  </a:lnTo>
                  <a:lnTo>
                    <a:pt x="2898931" y="1789723"/>
                  </a:lnTo>
                  <a:lnTo>
                    <a:pt x="2899025" y="1789723"/>
                  </a:lnTo>
                  <a:lnTo>
                    <a:pt x="2899119" y="1789723"/>
                  </a:lnTo>
                  <a:lnTo>
                    <a:pt x="2899214" y="1789723"/>
                  </a:lnTo>
                  <a:lnTo>
                    <a:pt x="2899308" y="1789723"/>
                  </a:lnTo>
                  <a:lnTo>
                    <a:pt x="2899402" y="1789723"/>
                  </a:lnTo>
                  <a:lnTo>
                    <a:pt x="2899496" y="1789723"/>
                  </a:lnTo>
                  <a:lnTo>
                    <a:pt x="2899590" y="1789723"/>
                  </a:lnTo>
                  <a:lnTo>
                    <a:pt x="2899684" y="1789723"/>
                  </a:lnTo>
                  <a:lnTo>
                    <a:pt x="2899778" y="1789723"/>
                  </a:lnTo>
                  <a:lnTo>
                    <a:pt x="2899872" y="1789723"/>
                  </a:lnTo>
                  <a:lnTo>
                    <a:pt x="2899966" y="1789723"/>
                  </a:lnTo>
                  <a:lnTo>
                    <a:pt x="2900060" y="1789723"/>
                  </a:lnTo>
                  <a:lnTo>
                    <a:pt x="2900154" y="1789723"/>
                  </a:lnTo>
                  <a:lnTo>
                    <a:pt x="2900248" y="1789723"/>
                  </a:lnTo>
                  <a:lnTo>
                    <a:pt x="2900342" y="1789723"/>
                  </a:lnTo>
                  <a:lnTo>
                    <a:pt x="2900436" y="1789723"/>
                  </a:lnTo>
                  <a:lnTo>
                    <a:pt x="2900530" y="1789723"/>
                  </a:lnTo>
                  <a:lnTo>
                    <a:pt x="2900624" y="1789723"/>
                  </a:lnTo>
                  <a:lnTo>
                    <a:pt x="2900718" y="1789723"/>
                  </a:lnTo>
                  <a:lnTo>
                    <a:pt x="2900812" y="1789723"/>
                  </a:lnTo>
                  <a:lnTo>
                    <a:pt x="2900906" y="1789723"/>
                  </a:lnTo>
                  <a:lnTo>
                    <a:pt x="2901000" y="1789723"/>
                  </a:lnTo>
                  <a:lnTo>
                    <a:pt x="2901094" y="1789723"/>
                  </a:lnTo>
                  <a:lnTo>
                    <a:pt x="2901188" y="1789723"/>
                  </a:lnTo>
                  <a:lnTo>
                    <a:pt x="2901282" y="1789723"/>
                  </a:lnTo>
                  <a:lnTo>
                    <a:pt x="2901376" y="1789723"/>
                  </a:lnTo>
                  <a:lnTo>
                    <a:pt x="2901470" y="1789723"/>
                  </a:lnTo>
                  <a:lnTo>
                    <a:pt x="2901564" y="1789723"/>
                  </a:lnTo>
                  <a:lnTo>
                    <a:pt x="2901658" y="1789723"/>
                  </a:lnTo>
                  <a:lnTo>
                    <a:pt x="2901752" y="1789723"/>
                  </a:lnTo>
                  <a:lnTo>
                    <a:pt x="2901846" y="1789723"/>
                  </a:lnTo>
                  <a:lnTo>
                    <a:pt x="2901940" y="1789723"/>
                  </a:lnTo>
                  <a:lnTo>
                    <a:pt x="2902034" y="1789723"/>
                  </a:lnTo>
                  <a:lnTo>
                    <a:pt x="2902128" y="1789723"/>
                  </a:lnTo>
                  <a:lnTo>
                    <a:pt x="2902222" y="1789723"/>
                  </a:lnTo>
                  <a:lnTo>
                    <a:pt x="2902316" y="1789723"/>
                  </a:lnTo>
                  <a:lnTo>
                    <a:pt x="2902410" y="1789723"/>
                  </a:lnTo>
                  <a:lnTo>
                    <a:pt x="2902504" y="1789723"/>
                  </a:lnTo>
                  <a:lnTo>
                    <a:pt x="2902598" y="1789723"/>
                  </a:lnTo>
                  <a:lnTo>
                    <a:pt x="2902693" y="1789723"/>
                  </a:lnTo>
                  <a:lnTo>
                    <a:pt x="2902787" y="1789723"/>
                  </a:lnTo>
                  <a:lnTo>
                    <a:pt x="2902881" y="1789723"/>
                  </a:lnTo>
                  <a:lnTo>
                    <a:pt x="2902975" y="1789723"/>
                  </a:lnTo>
                  <a:lnTo>
                    <a:pt x="2903069" y="1789723"/>
                  </a:lnTo>
                  <a:lnTo>
                    <a:pt x="2903163" y="1789723"/>
                  </a:lnTo>
                  <a:lnTo>
                    <a:pt x="2903257" y="1789723"/>
                  </a:lnTo>
                  <a:lnTo>
                    <a:pt x="2903351" y="1789723"/>
                  </a:lnTo>
                  <a:lnTo>
                    <a:pt x="2903445" y="1789723"/>
                  </a:lnTo>
                  <a:lnTo>
                    <a:pt x="2903539" y="1789723"/>
                  </a:lnTo>
                  <a:lnTo>
                    <a:pt x="2903633" y="1789723"/>
                  </a:lnTo>
                  <a:lnTo>
                    <a:pt x="2903727" y="1789723"/>
                  </a:lnTo>
                  <a:lnTo>
                    <a:pt x="2903821" y="1789723"/>
                  </a:lnTo>
                  <a:lnTo>
                    <a:pt x="2903915" y="1789723"/>
                  </a:lnTo>
                  <a:lnTo>
                    <a:pt x="2904009" y="1789723"/>
                  </a:lnTo>
                  <a:lnTo>
                    <a:pt x="2904103" y="1789723"/>
                  </a:lnTo>
                  <a:lnTo>
                    <a:pt x="2904197" y="1789723"/>
                  </a:lnTo>
                  <a:lnTo>
                    <a:pt x="2904291" y="1789723"/>
                  </a:lnTo>
                  <a:lnTo>
                    <a:pt x="2904385" y="1789723"/>
                  </a:lnTo>
                  <a:lnTo>
                    <a:pt x="2904479" y="1789723"/>
                  </a:lnTo>
                  <a:lnTo>
                    <a:pt x="2904573" y="1789723"/>
                  </a:lnTo>
                  <a:lnTo>
                    <a:pt x="2904667" y="1789723"/>
                  </a:lnTo>
                  <a:lnTo>
                    <a:pt x="2904761" y="1789723"/>
                  </a:lnTo>
                  <a:lnTo>
                    <a:pt x="2904855" y="1789723"/>
                  </a:lnTo>
                  <a:lnTo>
                    <a:pt x="2904949" y="1789723"/>
                  </a:lnTo>
                  <a:lnTo>
                    <a:pt x="2905043" y="1789723"/>
                  </a:lnTo>
                  <a:lnTo>
                    <a:pt x="2905137" y="1789723"/>
                  </a:lnTo>
                  <a:lnTo>
                    <a:pt x="2905231" y="1789723"/>
                  </a:lnTo>
                  <a:lnTo>
                    <a:pt x="2905325" y="1789723"/>
                  </a:lnTo>
                  <a:lnTo>
                    <a:pt x="2905419" y="1789723"/>
                  </a:lnTo>
                  <a:lnTo>
                    <a:pt x="2905513" y="1789723"/>
                  </a:lnTo>
                  <a:lnTo>
                    <a:pt x="2905607" y="1789723"/>
                  </a:lnTo>
                  <a:lnTo>
                    <a:pt x="2905701" y="1789723"/>
                  </a:lnTo>
                  <a:lnTo>
                    <a:pt x="2905795" y="1789723"/>
                  </a:lnTo>
                  <a:lnTo>
                    <a:pt x="2905889" y="1789723"/>
                  </a:lnTo>
                  <a:lnTo>
                    <a:pt x="2905983" y="1789723"/>
                  </a:lnTo>
                  <a:lnTo>
                    <a:pt x="2906077" y="1789723"/>
                  </a:lnTo>
                  <a:lnTo>
                    <a:pt x="2906171" y="1789723"/>
                  </a:lnTo>
                  <a:lnTo>
                    <a:pt x="2906266" y="1789723"/>
                  </a:lnTo>
                  <a:lnTo>
                    <a:pt x="2906360" y="1789723"/>
                  </a:lnTo>
                  <a:lnTo>
                    <a:pt x="2906454" y="1789723"/>
                  </a:lnTo>
                  <a:lnTo>
                    <a:pt x="2906548" y="1789723"/>
                  </a:lnTo>
                  <a:lnTo>
                    <a:pt x="2906642" y="1789723"/>
                  </a:lnTo>
                  <a:lnTo>
                    <a:pt x="2906736" y="1789723"/>
                  </a:lnTo>
                  <a:lnTo>
                    <a:pt x="2906830" y="1789723"/>
                  </a:lnTo>
                  <a:lnTo>
                    <a:pt x="2906924" y="1789723"/>
                  </a:lnTo>
                  <a:lnTo>
                    <a:pt x="2907018" y="1789723"/>
                  </a:lnTo>
                  <a:lnTo>
                    <a:pt x="2907112" y="1789723"/>
                  </a:lnTo>
                  <a:lnTo>
                    <a:pt x="2907206" y="1789723"/>
                  </a:lnTo>
                  <a:lnTo>
                    <a:pt x="2907300" y="1789723"/>
                  </a:lnTo>
                  <a:lnTo>
                    <a:pt x="2907394" y="1789723"/>
                  </a:lnTo>
                  <a:lnTo>
                    <a:pt x="2907488" y="1789723"/>
                  </a:lnTo>
                  <a:lnTo>
                    <a:pt x="2907582" y="1789723"/>
                  </a:lnTo>
                  <a:lnTo>
                    <a:pt x="2907676" y="1789723"/>
                  </a:lnTo>
                  <a:lnTo>
                    <a:pt x="2907770" y="1789723"/>
                  </a:lnTo>
                  <a:lnTo>
                    <a:pt x="2907864" y="1789723"/>
                  </a:lnTo>
                  <a:lnTo>
                    <a:pt x="2907958" y="1789723"/>
                  </a:lnTo>
                  <a:lnTo>
                    <a:pt x="2908052" y="1789723"/>
                  </a:lnTo>
                  <a:lnTo>
                    <a:pt x="2908146" y="1789723"/>
                  </a:lnTo>
                  <a:lnTo>
                    <a:pt x="2908240" y="1789723"/>
                  </a:lnTo>
                  <a:lnTo>
                    <a:pt x="2908334" y="1789723"/>
                  </a:lnTo>
                  <a:lnTo>
                    <a:pt x="2908428" y="1789723"/>
                  </a:lnTo>
                  <a:lnTo>
                    <a:pt x="2908522" y="1789723"/>
                  </a:lnTo>
                  <a:lnTo>
                    <a:pt x="2908616" y="1789723"/>
                  </a:lnTo>
                  <a:lnTo>
                    <a:pt x="2908710" y="1789723"/>
                  </a:lnTo>
                  <a:lnTo>
                    <a:pt x="2908804" y="1789723"/>
                  </a:lnTo>
                  <a:lnTo>
                    <a:pt x="2908898" y="1789723"/>
                  </a:lnTo>
                  <a:lnTo>
                    <a:pt x="2908992" y="1789723"/>
                  </a:lnTo>
                  <a:lnTo>
                    <a:pt x="2909086" y="1789723"/>
                  </a:lnTo>
                  <a:lnTo>
                    <a:pt x="2909180" y="1789723"/>
                  </a:lnTo>
                  <a:lnTo>
                    <a:pt x="2909274" y="1789723"/>
                  </a:lnTo>
                  <a:lnTo>
                    <a:pt x="2909368" y="1789723"/>
                  </a:lnTo>
                  <a:lnTo>
                    <a:pt x="2909462" y="1789723"/>
                  </a:lnTo>
                  <a:lnTo>
                    <a:pt x="2909556" y="1789723"/>
                  </a:lnTo>
                  <a:lnTo>
                    <a:pt x="2909650" y="1789723"/>
                  </a:lnTo>
                  <a:lnTo>
                    <a:pt x="2909744" y="1789723"/>
                  </a:lnTo>
                  <a:lnTo>
                    <a:pt x="2909839" y="1789723"/>
                  </a:lnTo>
                  <a:lnTo>
                    <a:pt x="2909933" y="1789723"/>
                  </a:lnTo>
                  <a:lnTo>
                    <a:pt x="2910027" y="1789723"/>
                  </a:lnTo>
                  <a:lnTo>
                    <a:pt x="2910121" y="1789723"/>
                  </a:lnTo>
                  <a:lnTo>
                    <a:pt x="2910215" y="1789723"/>
                  </a:lnTo>
                  <a:lnTo>
                    <a:pt x="2910309" y="1789723"/>
                  </a:lnTo>
                  <a:lnTo>
                    <a:pt x="2910403" y="1789723"/>
                  </a:lnTo>
                  <a:lnTo>
                    <a:pt x="2910497" y="1789723"/>
                  </a:lnTo>
                  <a:lnTo>
                    <a:pt x="2910591" y="1789723"/>
                  </a:lnTo>
                  <a:lnTo>
                    <a:pt x="2910685" y="1789723"/>
                  </a:lnTo>
                  <a:lnTo>
                    <a:pt x="2910779" y="1789723"/>
                  </a:lnTo>
                  <a:lnTo>
                    <a:pt x="2910873" y="1789723"/>
                  </a:lnTo>
                  <a:lnTo>
                    <a:pt x="2910967" y="1789723"/>
                  </a:lnTo>
                  <a:lnTo>
                    <a:pt x="2911061" y="1789723"/>
                  </a:lnTo>
                  <a:lnTo>
                    <a:pt x="2911155" y="1789723"/>
                  </a:lnTo>
                  <a:lnTo>
                    <a:pt x="2911249" y="1789723"/>
                  </a:lnTo>
                  <a:lnTo>
                    <a:pt x="2911343" y="1789723"/>
                  </a:lnTo>
                  <a:lnTo>
                    <a:pt x="2911437" y="1789723"/>
                  </a:lnTo>
                  <a:lnTo>
                    <a:pt x="2911531" y="1789723"/>
                  </a:lnTo>
                  <a:lnTo>
                    <a:pt x="2911625" y="1789723"/>
                  </a:lnTo>
                  <a:lnTo>
                    <a:pt x="2911719" y="1789723"/>
                  </a:lnTo>
                  <a:lnTo>
                    <a:pt x="2911813" y="1789723"/>
                  </a:lnTo>
                  <a:lnTo>
                    <a:pt x="2911907" y="1789723"/>
                  </a:lnTo>
                  <a:lnTo>
                    <a:pt x="2912001" y="1789723"/>
                  </a:lnTo>
                  <a:lnTo>
                    <a:pt x="2912095" y="1789723"/>
                  </a:lnTo>
                  <a:lnTo>
                    <a:pt x="2912189" y="1789723"/>
                  </a:lnTo>
                  <a:lnTo>
                    <a:pt x="2912283" y="1789723"/>
                  </a:lnTo>
                  <a:lnTo>
                    <a:pt x="2912377" y="1789723"/>
                  </a:lnTo>
                  <a:lnTo>
                    <a:pt x="2912471" y="1789723"/>
                  </a:lnTo>
                  <a:lnTo>
                    <a:pt x="2912565" y="1789723"/>
                  </a:lnTo>
                  <a:lnTo>
                    <a:pt x="2912659" y="1789723"/>
                  </a:lnTo>
                  <a:lnTo>
                    <a:pt x="2912753" y="1789723"/>
                  </a:lnTo>
                  <a:lnTo>
                    <a:pt x="2912847" y="1789723"/>
                  </a:lnTo>
                  <a:lnTo>
                    <a:pt x="2912941" y="1789723"/>
                  </a:lnTo>
                  <a:lnTo>
                    <a:pt x="2913035" y="1789723"/>
                  </a:lnTo>
                  <a:lnTo>
                    <a:pt x="2913129" y="1789723"/>
                  </a:lnTo>
                  <a:lnTo>
                    <a:pt x="2913223" y="1789723"/>
                  </a:lnTo>
                  <a:lnTo>
                    <a:pt x="2913318" y="1789723"/>
                  </a:lnTo>
                  <a:lnTo>
                    <a:pt x="2913412" y="1789723"/>
                  </a:lnTo>
                  <a:lnTo>
                    <a:pt x="2913506" y="1789723"/>
                  </a:lnTo>
                  <a:lnTo>
                    <a:pt x="2913600" y="1789723"/>
                  </a:lnTo>
                  <a:lnTo>
                    <a:pt x="2913694" y="1789723"/>
                  </a:lnTo>
                  <a:lnTo>
                    <a:pt x="2913788" y="1789723"/>
                  </a:lnTo>
                  <a:lnTo>
                    <a:pt x="2913882" y="1789723"/>
                  </a:lnTo>
                  <a:lnTo>
                    <a:pt x="2913976" y="1789723"/>
                  </a:lnTo>
                  <a:lnTo>
                    <a:pt x="2914070" y="1789723"/>
                  </a:lnTo>
                  <a:lnTo>
                    <a:pt x="2914164" y="1789723"/>
                  </a:lnTo>
                  <a:lnTo>
                    <a:pt x="2914258" y="1789723"/>
                  </a:lnTo>
                  <a:lnTo>
                    <a:pt x="2914352" y="1789723"/>
                  </a:lnTo>
                  <a:lnTo>
                    <a:pt x="2914446" y="1789723"/>
                  </a:lnTo>
                  <a:lnTo>
                    <a:pt x="2914540" y="1789723"/>
                  </a:lnTo>
                  <a:lnTo>
                    <a:pt x="2914634" y="1789723"/>
                  </a:lnTo>
                  <a:lnTo>
                    <a:pt x="2914728" y="1789723"/>
                  </a:lnTo>
                  <a:lnTo>
                    <a:pt x="2914822" y="1789723"/>
                  </a:lnTo>
                  <a:lnTo>
                    <a:pt x="2914916" y="1789723"/>
                  </a:lnTo>
                  <a:lnTo>
                    <a:pt x="2915010" y="1789723"/>
                  </a:lnTo>
                  <a:lnTo>
                    <a:pt x="2915104" y="1789723"/>
                  </a:lnTo>
                  <a:lnTo>
                    <a:pt x="2915198" y="1789723"/>
                  </a:lnTo>
                  <a:lnTo>
                    <a:pt x="2915292" y="1789723"/>
                  </a:lnTo>
                  <a:lnTo>
                    <a:pt x="2915386" y="1789723"/>
                  </a:lnTo>
                  <a:lnTo>
                    <a:pt x="2915480" y="1789723"/>
                  </a:lnTo>
                  <a:lnTo>
                    <a:pt x="2915574" y="1789723"/>
                  </a:lnTo>
                  <a:lnTo>
                    <a:pt x="2915668" y="1789723"/>
                  </a:lnTo>
                  <a:lnTo>
                    <a:pt x="2915762" y="1789723"/>
                  </a:lnTo>
                  <a:lnTo>
                    <a:pt x="2915856" y="1789723"/>
                  </a:lnTo>
                  <a:lnTo>
                    <a:pt x="2915950" y="1789723"/>
                  </a:lnTo>
                  <a:lnTo>
                    <a:pt x="2916044" y="1789723"/>
                  </a:lnTo>
                  <a:lnTo>
                    <a:pt x="2916138" y="1789723"/>
                  </a:lnTo>
                  <a:lnTo>
                    <a:pt x="2916232" y="1789723"/>
                  </a:lnTo>
                  <a:lnTo>
                    <a:pt x="2916326" y="1789723"/>
                  </a:lnTo>
                  <a:lnTo>
                    <a:pt x="2916420" y="1789723"/>
                  </a:lnTo>
                  <a:lnTo>
                    <a:pt x="2916514" y="1789723"/>
                  </a:lnTo>
                  <a:lnTo>
                    <a:pt x="2916608" y="1789723"/>
                  </a:lnTo>
                  <a:lnTo>
                    <a:pt x="2916702" y="1789723"/>
                  </a:lnTo>
                  <a:lnTo>
                    <a:pt x="2916796" y="1789723"/>
                  </a:lnTo>
                  <a:lnTo>
                    <a:pt x="2916891" y="1789723"/>
                  </a:lnTo>
                  <a:lnTo>
                    <a:pt x="2916985" y="1789723"/>
                  </a:lnTo>
                  <a:lnTo>
                    <a:pt x="2917079" y="1789723"/>
                  </a:lnTo>
                  <a:lnTo>
                    <a:pt x="2917173" y="1789723"/>
                  </a:lnTo>
                  <a:lnTo>
                    <a:pt x="2917267" y="1789723"/>
                  </a:lnTo>
                  <a:lnTo>
                    <a:pt x="2917361" y="1789723"/>
                  </a:lnTo>
                  <a:lnTo>
                    <a:pt x="2917455" y="1789723"/>
                  </a:lnTo>
                  <a:lnTo>
                    <a:pt x="2917549" y="1789723"/>
                  </a:lnTo>
                  <a:lnTo>
                    <a:pt x="2917643" y="1789723"/>
                  </a:lnTo>
                  <a:lnTo>
                    <a:pt x="2917737" y="1789723"/>
                  </a:lnTo>
                  <a:lnTo>
                    <a:pt x="2917831" y="1789723"/>
                  </a:lnTo>
                  <a:lnTo>
                    <a:pt x="2917925" y="1789723"/>
                  </a:lnTo>
                  <a:lnTo>
                    <a:pt x="2918019" y="1789723"/>
                  </a:lnTo>
                  <a:lnTo>
                    <a:pt x="2918113" y="1789723"/>
                  </a:lnTo>
                  <a:lnTo>
                    <a:pt x="2918207" y="1789723"/>
                  </a:lnTo>
                  <a:lnTo>
                    <a:pt x="2918301" y="1789723"/>
                  </a:lnTo>
                  <a:lnTo>
                    <a:pt x="2918395" y="1789723"/>
                  </a:lnTo>
                  <a:lnTo>
                    <a:pt x="2918489" y="1789723"/>
                  </a:lnTo>
                  <a:lnTo>
                    <a:pt x="2918583" y="1789723"/>
                  </a:lnTo>
                  <a:lnTo>
                    <a:pt x="2918677" y="1789723"/>
                  </a:lnTo>
                  <a:lnTo>
                    <a:pt x="2918771" y="1789723"/>
                  </a:lnTo>
                  <a:lnTo>
                    <a:pt x="2918865" y="1789723"/>
                  </a:lnTo>
                  <a:lnTo>
                    <a:pt x="2918959" y="1789723"/>
                  </a:lnTo>
                  <a:lnTo>
                    <a:pt x="2919053" y="1789723"/>
                  </a:lnTo>
                  <a:lnTo>
                    <a:pt x="2919147" y="1789723"/>
                  </a:lnTo>
                  <a:lnTo>
                    <a:pt x="2919241" y="1789723"/>
                  </a:lnTo>
                  <a:lnTo>
                    <a:pt x="2919335" y="1789723"/>
                  </a:lnTo>
                  <a:lnTo>
                    <a:pt x="2919429" y="1789723"/>
                  </a:lnTo>
                  <a:lnTo>
                    <a:pt x="2919523" y="1789723"/>
                  </a:lnTo>
                  <a:lnTo>
                    <a:pt x="2919617" y="1789723"/>
                  </a:lnTo>
                  <a:lnTo>
                    <a:pt x="2919711" y="1789723"/>
                  </a:lnTo>
                  <a:lnTo>
                    <a:pt x="2919805" y="1789723"/>
                  </a:lnTo>
                  <a:lnTo>
                    <a:pt x="2919899" y="1789723"/>
                  </a:lnTo>
                  <a:lnTo>
                    <a:pt x="2919993" y="1789723"/>
                  </a:lnTo>
                  <a:lnTo>
                    <a:pt x="2920087" y="1789723"/>
                  </a:lnTo>
                  <a:lnTo>
                    <a:pt x="2920181" y="1789723"/>
                  </a:lnTo>
                  <a:lnTo>
                    <a:pt x="2920275" y="1789723"/>
                  </a:lnTo>
                  <a:lnTo>
                    <a:pt x="2920369" y="1789723"/>
                  </a:lnTo>
                  <a:lnTo>
                    <a:pt x="2920464" y="1789723"/>
                  </a:lnTo>
                  <a:lnTo>
                    <a:pt x="2920558" y="1789723"/>
                  </a:lnTo>
                  <a:lnTo>
                    <a:pt x="2920652" y="1789723"/>
                  </a:lnTo>
                  <a:lnTo>
                    <a:pt x="2920746" y="1789723"/>
                  </a:lnTo>
                  <a:lnTo>
                    <a:pt x="2920840" y="1789723"/>
                  </a:lnTo>
                  <a:lnTo>
                    <a:pt x="2920934" y="1789723"/>
                  </a:lnTo>
                  <a:lnTo>
                    <a:pt x="2921028" y="1789723"/>
                  </a:lnTo>
                  <a:lnTo>
                    <a:pt x="2921122" y="1789723"/>
                  </a:lnTo>
                  <a:lnTo>
                    <a:pt x="2921216" y="1789723"/>
                  </a:lnTo>
                  <a:lnTo>
                    <a:pt x="2921310" y="1789723"/>
                  </a:lnTo>
                  <a:lnTo>
                    <a:pt x="2921404" y="1789723"/>
                  </a:lnTo>
                  <a:lnTo>
                    <a:pt x="2921498" y="1789723"/>
                  </a:lnTo>
                  <a:lnTo>
                    <a:pt x="2921592" y="1789723"/>
                  </a:lnTo>
                  <a:lnTo>
                    <a:pt x="2921686" y="1789723"/>
                  </a:lnTo>
                  <a:lnTo>
                    <a:pt x="2921780" y="1789723"/>
                  </a:lnTo>
                  <a:lnTo>
                    <a:pt x="2921874" y="1789723"/>
                  </a:lnTo>
                  <a:lnTo>
                    <a:pt x="2921968" y="1789723"/>
                  </a:lnTo>
                  <a:lnTo>
                    <a:pt x="2922062" y="1789723"/>
                  </a:lnTo>
                  <a:lnTo>
                    <a:pt x="2922156" y="1789723"/>
                  </a:lnTo>
                  <a:lnTo>
                    <a:pt x="2922250" y="1789723"/>
                  </a:lnTo>
                  <a:lnTo>
                    <a:pt x="2922344" y="1789723"/>
                  </a:lnTo>
                  <a:lnTo>
                    <a:pt x="2922438" y="1789723"/>
                  </a:lnTo>
                  <a:lnTo>
                    <a:pt x="2922532" y="1789723"/>
                  </a:lnTo>
                  <a:lnTo>
                    <a:pt x="2922626" y="1789723"/>
                  </a:lnTo>
                  <a:lnTo>
                    <a:pt x="2922720" y="1789723"/>
                  </a:lnTo>
                  <a:lnTo>
                    <a:pt x="2922814" y="1789723"/>
                  </a:lnTo>
                  <a:lnTo>
                    <a:pt x="2922908" y="1789723"/>
                  </a:lnTo>
                  <a:lnTo>
                    <a:pt x="2923002" y="1789723"/>
                  </a:lnTo>
                  <a:lnTo>
                    <a:pt x="2923096" y="1789723"/>
                  </a:lnTo>
                  <a:lnTo>
                    <a:pt x="2923190" y="1789723"/>
                  </a:lnTo>
                  <a:lnTo>
                    <a:pt x="2923284" y="1789723"/>
                  </a:lnTo>
                  <a:lnTo>
                    <a:pt x="2923378" y="1789723"/>
                  </a:lnTo>
                  <a:lnTo>
                    <a:pt x="2923472" y="1789723"/>
                  </a:lnTo>
                  <a:lnTo>
                    <a:pt x="2923566" y="1789723"/>
                  </a:lnTo>
                  <a:lnTo>
                    <a:pt x="2923660" y="1789723"/>
                  </a:lnTo>
                  <a:lnTo>
                    <a:pt x="2923754" y="1789723"/>
                  </a:lnTo>
                  <a:lnTo>
                    <a:pt x="2923848" y="1789723"/>
                  </a:lnTo>
                  <a:lnTo>
                    <a:pt x="2923943" y="1789723"/>
                  </a:lnTo>
                  <a:lnTo>
                    <a:pt x="2924037" y="1789723"/>
                  </a:lnTo>
                  <a:lnTo>
                    <a:pt x="2924131" y="1789723"/>
                  </a:lnTo>
                  <a:lnTo>
                    <a:pt x="2924225" y="1789723"/>
                  </a:lnTo>
                  <a:lnTo>
                    <a:pt x="2924319" y="1789723"/>
                  </a:lnTo>
                  <a:lnTo>
                    <a:pt x="2924413" y="1789723"/>
                  </a:lnTo>
                  <a:lnTo>
                    <a:pt x="2924507" y="1789723"/>
                  </a:lnTo>
                  <a:lnTo>
                    <a:pt x="2924601" y="1789723"/>
                  </a:lnTo>
                  <a:lnTo>
                    <a:pt x="2924695" y="1789723"/>
                  </a:lnTo>
                  <a:lnTo>
                    <a:pt x="2924789" y="1789723"/>
                  </a:lnTo>
                  <a:lnTo>
                    <a:pt x="2924883" y="1789723"/>
                  </a:lnTo>
                  <a:lnTo>
                    <a:pt x="2924977" y="1789723"/>
                  </a:lnTo>
                  <a:lnTo>
                    <a:pt x="2925071" y="1789723"/>
                  </a:lnTo>
                  <a:lnTo>
                    <a:pt x="2925165" y="1789723"/>
                  </a:lnTo>
                  <a:lnTo>
                    <a:pt x="2925259" y="1789723"/>
                  </a:lnTo>
                  <a:lnTo>
                    <a:pt x="2925353" y="1789723"/>
                  </a:lnTo>
                  <a:lnTo>
                    <a:pt x="2925447" y="1789723"/>
                  </a:lnTo>
                  <a:lnTo>
                    <a:pt x="2925541" y="1789723"/>
                  </a:lnTo>
                  <a:lnTo>
                    <a:pt x="2925635" y="1789723"/>
                  </a:lnTo>
                  <a:lnTo>
                    <a:pt x="2925729" y="1789723"/>
                  </a:lnTo>
                  <a:lnTo>
                    <a:pt x="2925823" y="1789723"/>
                  </a:lnTo>
                  <a:lnTo>
                    <a:pt x="2925917" y="1789723"/>
                  </a:lnTo>
                  <a:lnTo>
                    <a:pt x="2926011" y="1789723"/>
                  </a:lnTo>
                  <a:lnTo>
                    <a:pt x="2926105" y="1789723"/>
                  </a:lnTo>
                  <a:lnTo>
                    <a:pt x="2926199" y="1789723"/>
                  </a:lnTo>
                  <a:lnTo>
                    <a:pt x="2926293" y="1789723"/>
                  </a:lnTo>
                  <a:lnTo>
                    <a:pt x="2926387" y="1789723"/>
                  </a:lnTo>
                  <a:lnTo>
                    <a:pt x="2926481" y="1789723"/>
                  </a:lnTo>
                  <a:lnTo>
                    <a:pt x="2926575" y="1789723"/>
                  </a:lnTo>
                  <a:lnTo>
                    <a:pt x="2926669" y="1789723"/>
                  </a:lnTo>
                  <a:lnTo>
                    <a:pt x="2926669" y="1784444"/>
                  </a:lnTo>
                  <a:lnTo>
                    <a:pt x="2926763" y="1784444"/>
                  </a:lnTo>
                  <a:lnTo>
                    <a:pt x="2926857" y="1784444"/>
                  </a:lnTo>
                  <a:lnTo>
                    <a:pt x="2926951" y="1784444"/>
                  </a:lnTo>
                  <a:lnTo>
                    <a:pt x="2927045" y="1784444"/>
                  </a:lnTo>
                  <a:lnTo>
                    <a:pt x="2927139" y="1784444"/>
                  </a:lnTo>
                  <a:lnTo>
                    <a:pt x="2927233" y="1784444"/>
                  </a:lnTo>
                  <a:lnTo>
                    <a:pt x="2927327" y="1784444"/>
                  </a:lnTo>
                  <a:lnTo>
                    <a:pt x="2927421" y="1784444"/>
                  </a:lnTo>
                  <a:lnTo>
                    <a:pt x="2927516" y="1784444"/>
                  </a:lnTo>
                  <a:lnTo>
                    <a:pt x="2927610" y="1784444"/>
                  </a:lnTo>
                  <a:lnTo>
                    <a:pt x="2927704" y="1784444"/>
                  </a:lnTo>
                  <a:lnTo>
                    <a:pt x="2927798" y="1784444"/>
                  </a:lnTo>
                  <a:lnTo>
                    <a:pt x="2927892" y="1784444"/>
                  </a:lnTo>
                  <a:lnTo>
                    <a:pt x="2927986" y="1784444"/>
                  </a:lnTo>
                  <a:lnTo>
                    <a:pt x="2928080" y="1784444"/>
                  </a:lnTo>
                  <a:lnTo>
                    <a:pt x="2928174" y="1784444"/>
                  </a:lnTo>
                  <a:lnTo>
                    <a:pt x="2928268" y="1784444"/>
                  </a:lnTo>
                  <a:lnTo>
                    <a:pt x="2928362" y="1784444"/>
                  </a:lnTo>
                  <a:lnTo>
                    <a:pt x="2928362" y="1779164"/>
                  </a:lnTo>
                  <a:lnTo>
                    <a:pt x="2928362" y="1773885"/>
                  </a:lnTo>
                  <a:lnTo>
                    <a:pt x="2928456" y="1773885"/>
                  </a:lnTo>
                  <a:lnTo>
                    <a:pt x="2928550" y="1773885"/>
                  </a:lnTo>
                  <a:lnTo>
                    <a:pt x="2928644" y="1773885"/>
                  </a:lnTo>
                  <a:lnTo>
                    <a:pt x="2928738" y="1773885"/>
                  </a:lnTo>
                  <a:lnTo>
                    <a:pt x="2928832" y="1773885"/>
                  </a:lnTo>
                  <a:lnTo>
                    <a:pt x="2928926" y="1773885"/>
                  </a:lnTo>
                  <a:lnTo>
                    <a:pt x="2929020" y="1773885"/>
                  </a:lnTo>
                  <a:lnTo>
                    <a:pt x="2929114" y="1773885"/>
                  </a:lnTo>
                  <a:lnTo>
                    <a:pt x="2929208" y="1773885"/>
                  </a:lnTo>
                  <a:lnTo>
                    <a:pt x="2929302" y="1773885"/>
                  </a:lnTo>
                  <a:lnTo>
                    <a:pt x="2929396" y="1773885"/>
                  </a:lnTo>
                  <a:lnTo>
                    <a:pt x="2929490" y="1773885"/>
                  </a:lnTo>
                  <a:lnTo>
                    <a:pt x="2929584" y="1773885"/>
                  </a:lnTo>
                  <a:lnTo>
                    <a:pt x="2929584" y="1768606"/>
                  </a:lnTo>
                  <a:lnTo>
                    <a:pt x="2929678" y="1768606"/>
                  </a:lnTo>
                  <a:lnTo>
                    <a:pt x="2929772" y="1768606"/>
                  </a:lnTo>
                  <a:lnTo>
                    <a:pt x="2929866" y="1768606"/>
                  </a:lnTo>
                  <a:lnTo>
                    <a:pt x="2929960" y="1768606"/>
                  </a:lnTo>
                  <a:lnTo>
                    <a:pt x="2930054" y="1768606"/>
                  </a:lnTo>
                  <a:lnTo>
                    <a:pt x="2930148" y="1768606"/>
                  </a:lnTo>
                  <a:lnTo>
                    <a:pt x="2930242" y="1768606"/>
                  </a:lnTo>
                  <a:lnTo>
                    <a:pt x="2930336" y="1768606"/>
                  </a:lnTo>
                  <a:lnTo>
                    <a:pt x="2930430" y="1768606"/>
                  </a:lnTo>
                  <a:lnTo>
                    <a:pt x="2930524" y="1768606"/>
                  </a:lnTo>
                  <a:lnTo>
                    <a:pt x="2930618" y="1768606"/>
                  </a:lnTo>
                  <a:lnTo>
                    <a:pt x="2930712" y="1768606"/>
                  </a:lnTo>
                  <a:lnTo>
                    <a:pt x="2930806" y="1768606"/>
                  </a:lnTo>
                  <a:lnTo>
                    <a:pt x="2930900" y="1768606"/>
                  </a:lnTo>
                  <a:lnTo>
                    <a:pt x="2930994" y="1768606"/>
                  </a:lnTo>
                  <a:lnTo>
                    <a:pt x="2931089" y="1768606"/>
                  </a:lnTo>
                  <a:lnTo>
                    <a:pt x="2931183" y="1768606"/>
                  </a:lnTo>
                  <a:lnTo>
                    <a:pt x="2931277" y="1768606"/>
                  </a:lnTo>
                  <a:lnTo>
                    <a:pt x="2931371" y="1768606"/>
                  </a:lnTo>
                  <a:lnTo>
                    <a:pt x="2931465" y="1768606"/>
                  </a:lnTo>
                  <a:lnTo>
                    <a:pt x="2931559" y="1768606"/>
                  </a:lnTo>
                  <a:lnTo>
                    <a:pt x="2931653" y="1768606"/>
                  </a:lnTo>
                  <a:lnTo>
                    <a:pt x="2931747" y="1768606"/>
                  </a:lnTo>
                  <a:lnTo>
                    <a:pt x="2931841" y="1768606"/>
                  </a:lnTo>
                  <a:lnTo>
                    <a:pt x="2931935" y="1768606"/>
                  </a:lnTo>
                  <a:lnTo>
                    <a:pt x="2932029" y="1768606"/>
                  </a:lnTo>
                  <a:lnTo>
                    <a:pt x="2932123" y="1768606"/>
                  </a:lnTo>
                  <a:lnTo>
                    <a:pt x="2932217" y="1768606"/>
                  </a:lnTo>
                  <a:lnTo>
                    <a:pt x="2932311" y="1768606"/>
                  </a:lnTo>
                  <a:lnTo>
                    <a:pt x="2932405" y="1768606"/>
                  </a:lnTo>
                  <a:lnTo>
                    <a:pt x="2932499" y="1768606"/>
                  </a:lnTo>
                  <a:lnTo>
                    <a:pt x="2932593" y="1768606"/>
                  </a:lnTo>
                  <a:lnTo>
                    <a:pt x="2932687" y="1768606"/>
                  </a:lnTo>
                  <a:lnTo>
                    <a:pt x="2932781" y="1768606"/>
                  </a:lnTo>
                  <a:lnTo>
                    <a:pt x="2932875" y="1768606"/>
                  </a:lnTo>
                  <a:lnTo>
                    <a:pt x="2932969" y="1768606"/>
                  </a:lnTo>
                  <a:lnTo>
                    <a:pt x="2933063" y="1768606"/>
                  </a:lnTo>
                  <a:lnTo>
                    <a:pt x="2933157" y="1768606"/>
                  </a:lnTo>
                  <a:lnTo>
                    <a:pt x="2933251" y="1768606"/>
                  </a:lnTo>
                  <a:lnTo>
                    <a:pt x="2933345" y="1768606"/>
                  </a:lnTo>
                  <a:lnTo>
                    <a:pt x="2933439" y="1768606"/>
                  </a:lnTo>
                  <a:lnTo>
                    <a:pt x="2933533" y="1768606"/>
                  </a:lnTo>
                  <a:lnTo>
                    <a:pt x="2933627" y="1768606"/>
                  </a:lnTo>
                  <a:lnTo>
                    <a:pt x="2933721" y="1768606"/>
                  </a:lnTo>
                  <a:lnTo>
                    <a:pt x="2933815" y="1768606"/>
                  </a:lnTo>
                  <a:lnTo>
                    <a:pt x="2933909" y="1768606"/>
                  </a:lnTo>
                  <a:lnTo>
                    <a:pt x="2934003" y="1768606"/>
                  </a:lnTo>
                  <a:lnTo>
                    <a:pt x="2934097" y="1768606"/>
                  </a:lnTo>
                  <a:lnTo>
                    <a:pt x="2934191" y="1768606"/>
                  </a:lnTo>
                  <a:lnTo>
                    <a:pt x="2934285" y="1768606"/>
                  </a:lnTo>
                  <a:lnTo>
                    <a:pt x="2934379" y="1768606"/>
                  </a:lnTo>
                  <a:lnTo>
                    <a:pt x="2934473" y="1768606"/>
                  </a:lnTo>
                  <a:lnTo>
                    <a:pt x="2934567" y="1768606"/>
                  </a:lnTo>
                  <a:lnTo>
                    <a:pt x="2934662" y="1768606"/>
                  </a:lnTo>
                  <a:lnTo>
                    <a:pt x="2934756" y="1768606"/>
                  </a:lnTo>
                  <a:lnTo>
                    <a:pt x="2934850" y="1768606"/>
                  </a:lnTo>
                  <a:lnTo>
                    <a:pt x="2934944" y="1768606"/>
                  </a:lnTo>
                  <a:lnTo>
                    <a:pt x="2935038" y="1768606"/>
                  </a:lnTo>
                  <a:lnTo>
                    <a:pt x="2935132" y="1768606"/>
                  </a:lnTo>
                  <a:lnTo>
                    <a:pt x="2935226" y="1768606"/>
                  </a:lnTo>
                  <a:lnTo>
                    <a:pt x="2935320" y="1768606"/>
                  </a:lnTo>
                  <a:lnTo>
                    <a:pt x="2935414" y="1768606"/>
                  </a:lnTo>
                  <a:lnTo>
                    <a:pt x="2935508" y="1768606"/>
                  </a:lnTo>
                  <a:lnTo>
                    <a:pt x="2935602" y="1768606"/>
                  </a:lnTo>
                  <a:lnTo>
                    <a:pt x="2935696" y="1768606"/>
                  </a:lnTo>
                  <a:lnTo>
                    <a:pt x="2935790" y="1768606"/>
                  </a:lnTo>
                  <a:lnTo>
                    <a:pt x="2935884" y="1768606"/>
                  </a:lnTo>
                  <a:lnTo>
                    <a:pt x="2935978" y="1768606"/>
                  </a:lnTo>
                  <a:lnTo>
                    <a:pt x="2936072" y="1768606"/>
                  </a:lnTo>
                  <a:lnTo>
                    <a:pt x="2936166" y="1768606"/>
                  </a:lnTo>
                  <a:lnTo>
                    <a:pt x="2936260" y="1768606"/>
                  </a:lnTo>
                  <a:lnTo>
                    <a:pt x="2936354" y="1768606"/>
                  </a:lnTo>
                  <a:lnTo>
                    <a:pt x="2936448" y="1768606"/>
                  </a:lnTo>
                  <a:lnTo>
                    <a:pt x="2936542" y="1768606"/>
                  </a:lnTo>
                  <a:lnTo>
                    <a:pt x="2936636" y="1768606"/>
                  </a:lnTo>
                  <a:lnTo>
                    <a:pt x="2936730" y="1768606"/>
                  </a:lnTo>
                  <a:lnTo>
                    <a:pt x="2936730" y="1763326"/>
                  </a:lnTo>
                  <a:lnTo>
                    <a:pt x="2936824" y="1763326"/>
                  </a:lnTo>
                  <a:lnTo>
                    <a:pt x="2936918" y="1763326"/>
                  </a:lnTo>
                  <a:lnTo>
                    <a:pt x="2937012" y="1763326"/>
                  </a:lnTo>
                  <a:lnTo>
                    <a:pt x="2937106" y="1763326"/>
                  </a:lnTo>
                  <a:lnTo>
                    <a:pt x="2937200" y="1763326"/>
                  </a:lnTo>
                  <a:lnTo>
                    <a:pt x="2937294" y="1763326"/>
                  </a:lnTo>
                  <a:lnTo>
                    <a:pt x="2937388" y="1763326"/>
                  </a:lnTo>
                  <a:lnTo>
                    <a:pt x="2937482" y="1763326"/>
                  </a:lnTo>
                  <a:lnTo>
                    <a:pt x="2937576" y="1763326"/>
                  </a:lnTo>
                  <a:lnTo>
                    <a:pt x="2937670" y="1763326"/>
                  </a:lnTo>
                  <a:lnTo>
                    <a:pt x="2937764" y="1763326"/>
                  </a:lnTo>
                  <a:lnTo>
                    <a:pt x="2937858" y="1763326"/>
                  </a:lnTo>
                  <a:lnTo>
                    <a:pt x="2937952" y="1763326"/>
                  </a:lnTo>
                  <a:lnTo>
                    <a:pt x="2938046" y="1763326"/>
                  </a:lnTo>
                  <a:lnTo>
                    <a:pt x="2938141" y="1763326"/>
                  </a:lnTo>
                  <a:lnTo>
                    <a:pt x="2938235" y="1763326"/>
                  </a:lnTo>
                  <a:lnTo>
                    <a:pt x="2938329" y="1763326"/>
                  </a:lnTo>
                  <a:lnTo>
                    <a:pt x="2938423" y="1763326"/>
                  </a:lnTo>
                  <a:lnTo>
                    <a:pt x="2938517" y="1763326"/>
                  </a:lnTo>
                  <a:lnTo>
                    <a:pt x="2938611" y="1763326"/>
                  </a:lnTo>
                  <a:lnTo>
                    <a:pt x="2938705" y="1763326"/>
                  </a:lnTo>
                  <a:lnTo>
                    <a:pt x="2938799" y="1763326"/>
                  </a:lnTo>
                  <a:lnTo>
                    <a:pt x="2938893" y="1763326"/>
                  </a:lnTo>
                  <a:lnTo>
                    <a:pt x="2938987" y="1763326"/>
                  </a:lnTo>
                  <a:lnTo>
                    <a:pt x="2939081" y="1763326"/>
                  </a:lnTo>
                  <a:lnTo>
                    <a:pt x="2939175" y="1763326"/>
                  </a:lnTo>
                  <a:lnTo>
                    <a:pt x="2939269" y="1763326"/>
                  </a:lnTo>
                  <a:lnTo>
                    <a:pt x="2939363" y="1763326"/>
                  </a:lnTo>
                  <a:lnTo>
                    <a:pt x="2939457" y="1763326"/>
                  </a:lnTo>
                  <a:lnTo>
                    <a:pt x="2939551" y="1763326"/>
                  </a:lnTo>
                  <a:lnTo>
                    <a:pt x="2939645" y="1763326"/>
                  </a:lnTo>
                  <a:lnTo>
                    <a:pt x="2939645" y="1758047"/>
                  </a:lnTo>
                  <a:lnTo>
                    <a:pt x="2939739" y="1758047"/>
                  </a:lnTo>
                  <a:lnTo>
                    <a:pt x="2939833" y="1758047"/>
                  </a:lnTo>
                  <a:lnTo>
                    <a:pt x="2939927" y="1758047"/>
                  </a:lnTo>
                  <a:lnTo>
                    <a:pt x="2940021" y="1758047"/>
                  </a:lnTo>
                  <a:lnTo>
                    <a:pt x="2940115" y="1758047"/>
                  </a:lnTo>
                  <a:lnTo>
                    <a:pt x="2940115" y="1752767"/>
                  </a:lnTo>
                  <a:lnTo>
                    <a:pt x="2940209" y="1752767"/>
                  </a:lnTo>
                  <a:lnTo>
                    <a:pt x="2940303" y="1752767"/>
                  </a:lnTo>
                  <a:lnTo>
                    <a:pt x="2940397" y="1752767"/>
                  </a:lnTo>
                  <a:lnTo>
                    <a:pt x="2940491" y="1752767"/>
                  </a:lnTo>
                  <a:lnTo>
                    <a:pt x="2940585" y="1752767"/>
                  </a:lnTo>
                  <a:lnTo>
                    <a:pt x="2940679" y="1752767"/>
                  </a:lnTo>
                  <a:lnTo>
                    <a:pt x="2940773" y="1752767"/>
                  </a:lnTo>
                  <a:lnTo>
                    <a:pt x="2940867" y="1752767"/>
                  </a:lnTo>
                  <a:lnTo>
                    <a:pt x="2940961" y="1752767"/>
                  </a:lnTo>
                  <a:lnTo>
                    <a:pt x="2941055" y="1752767"/>
                  </a:lnTo>
                  <a:lnTo>
                    <a:pt x="2941149" y="1752767"/>
                  </a:lnTo>
                  <a:lnTo>
                    <a:pt x="2941243" y="1752767"/>
                  </a:lnTo>
                  <a:lnTo>
                    <a:pt x="2941337" y="1752767"/>
                  </a:lnTo>
                  <a:lnTo>
                    <a:pt x="2941431" y="1752767"/>
                  </a:lnTo>
                  <a:lnTo>
                    <a:pt x="2941525" y="1752767"/>
                  </a:lnTo>
                  <a:lnTo>
                    <a:pt x="2941619" y="1752767"/>
                  </a:lnTo>
                  <a:lnTo>
                    <a:pt x="2941714" y="1752767"/>
                  </a:lnTo>
                  <a:lnTo>
                    <a:pt x="2941808" y="1752767"/>
                  </a:lnTo>
                  <a:lnTo>
                    <a:pt x="2941902" y="1752767"/>
                  </a:lnTo>
                  <a:lnTo>
                    <a:pt x="2941996" y="1752767"/>
                  </a:lnTo>
                  <a:lnTo>
                    <a:pt x="2942090" y="1752767"/>
                  </a:lnTo>
                  <a:lnTo>
                    <a:pt x="2942184" y="1752767"/>
                  </a:lnTo>
                  <a:lnTo>
                    <a:pt x="2942278" y="1752767"/>
                  </a:lnTo>
                  <a:lnTo>
                    <a:pt x="2942372" y="1752767"/>
                  </a:lnTo>
                  <a:lnTo>
                    <a:pt x="2942466" y="1752767"/>
                  </a:lnTo>
                  <a:lnTo>
                    <a:pt x="2942560" y="1752767"/>
                  </a:lnTo>
                  <a:lnTo>
                    <a:pt x="2942654" y="1752767"/>
                  </a:lnTo>
                  <a:lnTo>
                    <a:pt x="2942748" y="1752767"/>
                  </a:lnTo>
                  <a:lnTo>
                    <a:pt x="2942842" y="1752767"/>
                  </a:lnTo>
                  <a:lnTo>
                    <a:pt x="2942936" y="1752767"/>
                  </a:lnTo>
                  <a:lnTo>
                    <a:pt x="2943030" y="1752767"/>
                  </a:lnTo>
                  <a:lnTo>
                    <a:pt x="2943124" y="1752767"/>
                  </a:lnTo>
                  <a:lnTo>
                    <a:pt x="2943218" y="1752767"/>
                  </a:lnTo>
                  <a:lnTo>
                    <a:pt x="2943312" y="1752767"/>
                  </a:lnTo>
                  <a:lnTo>
                    <a:pt x="2943406" y="1752767"/>
                  </a:lnTo>
                  <a:lnTo>
                    <a:pt x="2943500" y="1752767"/>
                  </a:lnTo>
                  <a:lnTo>
                    <a:pt x="2943594" y="1752767"/>
                  </a:lnTo>
                  <a:lnTo>
                    <a:pt x="2943688" y="1752767"/>
                  </a:lnTo>
                  <a:lnTo>
                    <a:pt x="2943782" y="1752767"/>
                  </a:lnTo>
                  <a:lnTo>
                    <a:pt x="2943876" y="1752767"/>
                  </a:lnTo>
                  <a:lnTo>
                    <a:pt x="2943970" y="1752767"/>
                  </a:lnTo>
                  <a:lnTo>
                    <a:pt x="2944064" y="1752767"/>
                  </a:lnTo>
                  <a:lnTo>
                    <a:pt x="2944158" y="1752767"/>
                  </a:lnTo>
                  <a:lnTo>
                    <a:pt x="2944252" y="1752767"/>
                  </a:lnTo>
                  <a:lnTo>
                    <a:pt x="2944346" y="1752767"/>
                  </a:lnTo>
                  <a:lnTo>
                    <a:pt x="2944440" y="1752767"/>
                  </a:lnTo>
                  <a:lnTo>
                    <a:pt x="2944534" y="1752767"/>
                  </a:lnTo>
                  <a:lnTo>
                    <a:pt x="2944628" y="1752767"/>
                  </a:lnTo>
                  <a:lnTo>
                    <a:pt x="2944722" y="1752767"/>
                  </a:lnTo>
                  <a:lnTo>
                    <a:pt x="2944816" y="1752767"/>
                  </a:lnTo>
                  <a:lnTo>
                    <a:pt x="2944910" y="1752767"/>
                  </a:lnTo>
                  <a:lnTo>
                    <a:pt x="2945004" y="1752767"/>
                  </a:lnTo>
                  <a:lnTo>
                    <a:pt x="2945098" y="1752767"/>
                  </a:lnTo>
                  <a:lnTo>
                    <a:pt x="2945192" y="1752767"/>
                  </a:lnTo>
                  <a:lnTo>
                    <a:pt x="2945287" y="1752767"/>
                  </a:lnTo>
                  <a:lnTo>
                    <a:pt x="2945381" y="1752767"/>
                  </a:lnTo>
                  <a:lnTo>
                    <a:pt x="2945475" y="1752767"/>
                  </a:lnTo>
                  <a:lnTo>
                    <a:pt x="2945569" y="1752767"/>
                  </a:lnTo>
                  <a:lnTo>
                    <a:pt x="2945663" y="1752767"/>
                  </a:lnTo>
                  <a:lnTo>
                    <a:pt x="2945757" y="1752767"/>
                  </a:lnTo>
                  <a:lnTo>
                    <a:pt x="2945851" y="1752767"/>
                  </a:lnTo>
                  <a:lnTo>
                    <a:pt x="2945945" y="1752767"/>
                  </a:lnTo>
                  <a:lnTo>
                    <a:pt x="2946039" y="1752767"/>
                  </a:lnTo>
                  <a:lnTo>
                    <a:pt x="2946133" y="1752767"/>
                  </a:lnTo>
                  <a:lnTo>
                    <a:pt x="2946227" y="1752767"/>
                  </a:lnTo>
                  <a:lnTo>
                    <a:pt x="2946321" y="1752767"/>
                  </a:lnTo>
                  <a:lnTo>
                    <a:pt x="2946415" y="1752767"/>
                  </a:lnTo>
                  <a:lnTo>
                    <a:pt x="2946509" y="1752767"/>
                  </a:lnTo>
                  <a:lnTo>
                    <a:pt x="2946603" y="1752767"/>
                  </a:lnTo>
                  <a:lnTo>
                    <a:pt x="2946697" y="1752767"/>
                  </a:lnTo>
                  <a:lnTo>
                    <a:pt x="2946791" y="1752767"/>
                  </a:lnTo>
                  <a:lnTo>
                    <a:pt x="2946885" y="1752767"/>
                  </a:lnTo>
                  <a:lnTo>
                    <a:pt x="2946979" y="1752767"/>
                  </a:lnTo>
                  <a:lnTo>
                    <a:pt x="2947073" y="1752767"/>
                  </a:lnTo>
                  <a:lnTo>
                    <a:pt x="2947167" y="1752767"/>
                  </a:lnTo>
                  <a:lnTo>
                    <a:pt x="2947261" y="1752767"/>
                  </a:lnTo>
                  <a:lnTo>
                    <a:pt x="2947355" y="1752767"/>
                  </a:lnTo>
                  <a:lnTo>
                    <a:pt x="2947449" y="1752767"/>
                  </a:lnTo>
                  <a:lnTo>
                    <a:pt x="2947543" y="1752767"/>
                  </a:lnTo>
                  <a:lnTo>
                    <a:pt x="2947637" y="1752767"/>
                  </a:lnTo>
                  <a:lnTo>
                    <a:pt x="2947731" y="1752767"/>
                  </a:lnTo>
                  <a:lnTo>
                    <a:pt x="2947825" y="1752767"/>
                  </a:lnTo>
                  <a:lnTo>
                    <a:pt x="2947919" y="1752767"/>
                  </a:lnTo>
                  <a:lnTo>
                    <a:pt x="2948013" y="1752767"/>
                  </a:lnTo>
                  <a:lnTo>
                    <a:pt x="2948107" y="1752767"/>
                  </a:lnTo>
                  <a:lnTo>
                    <a:pt x="2948201" y="1752767"/>
                  </a:lnTo>
                  <a:lnTo>
                    <a:pt x="2948201" y="1747488"/>
                  </a:lnTo>
                  <a:lnTo>
                    <a:pt x="2948295" y="1747488"/>
                  </a:lnTo>
                  <a:lnTo>
                    <a:pt x="2948389" y="1747488"/>
                  </a:lnTo>
                  <a:lnTo>
                    <a:pt x="2948483" y="1747488"/>
                  </a:lnTo>
                  <a:lnTo>
                    <a:pt x="2948577" y="1747488"/>
                  </a:lnTo>
                  <a:lnTo>
                    <a:pt x="2948671" y="1747488"/>
                  </a:lnTo>
                  <a:lnTo>
                    <a:pt x="2948766" y="1747488"/>
                  </a:lnTo>
                  <a:lnTo>
                    <a:pt x="2948860" y="1747488"/>
                  </a:lnTo>
                  <a:lnTo>
                    <a:pt x="2948860" y="1742209"/>
                  </a:lnTo>
                  <a:lnTo>
                    <a:pt x="2948954" y="1742209"/>
                  </a:lnTo>
                  <a:lnTo>
                    <a:pt x="2949048" y="1742209"/>
                  </a:lnTo>
                  <a:lnTo>
                    <a:pt x="2949142" y="1742209"/>
                  </a:lnTo>
                  <a:lnTo>
                    <a:pt x="2949236" y="1742209"/>
                  </a:lnTo>
                  <a:lnTo>
                    <a:pt x="2949330" y="1742209"/>
                  </a:lnTo>
                  <a:lnTo>
                    <a:pt x="2949424" y="1742209"/>
                  </a:lnTo>
                  <a:lnTo>
                    <a:pt x="2949518" y="1742209"/>
                  </a:lnTo>
                  <a:lnTo>
                    <a:pt x="2949612" y="1742209"/>
                  </a:lnTo>
                  <a:lnTo>
                    <a:pt x="2949706" y="1742209"/>
                  </a:lnTo>
                  <a:lnTo>
                    <a:pt x="2949800" y="1742209"/>
                  </a:lnTo>
                  <a:lnTo>
                    <a:pt x="2949894" y="1742209"/>
                  </a:lnTo>
                  <a:lnTo>
                    <a:pt x="2949988" y="1742209"/>
                  </a:lnTo>
                  <a:lnTo>
                    <a:pt x="2950082" y="1742209"/>
                  </a:lnTo>
                  <a:lnTo>
                    <a:pt x="2950176" y="1742209"/>
                  </a:lnTo>
                  <a:lnTo>
                    <a:pt x="2950270" y="1742209"/>
                  </a:lnTo>
                  <a:lnTo>
                    <a:pt x="2950364" y="1742209"/>
                  </a:lnTo>
                  <a:lnTo>
                    <a:pt x="2950458" y="1742209"/>
                  </a:lnTo>
                  <a:lnTo>
                    <a:pt x="2950552" y="1742209"/>
                  </a:lnTo>
                  <a:lnTo>
                    <a:pt x="2950646" y="1742209"/>
                  </a:lnTo>
                  <a:lnTo>
                    <a:pt x="2950740" y="1742209"/>
                  </a:lnTo>
                  <a:lnTo>
                    <a:pt x="2950834" y="1742209"/>
                  </a:lnTo>
                  <a:lnTo>
                    <a:pt x="2950928" y="1742209"/>
                  </a:lnTo>
                  <a:lnTo>
                    <a:pt x="2951022" y="1742209"/>
                  </a:lnTo>
                  <a:lnTo>
                    <a:pt x="2951116" y="1742209"/>
                  </a:lnTo>
                  <a:lnTo>
                    <a:pt x="2951210" y="1742209"/>
                  </a:lnTo>
                  <a:lnTo>
                    <a:pt x="2951304" y="1742209"/>
                  </a:lnTo>
                  <a:lnTo>
                    <a:pt x="2951398" y="1742209"/>
                  </a:lnTo>
                  <a:lnTo>
                    <a:pt x="2951492" y="1742209"/>
                  </a:lnTo>
                  <a:lnTo>
                    <a:pt x="2951586" y="1742209"/>
                  </a:lnTo>
                  <a:lnTo>
                    <a:pt x="2951680" y="1742209"/>
                  </a:lnTo>
                  <a:lnTo>
                    <a:pt x="2951774" y="1742209"/>
                  </a:lnTo>
                  <a:lnTo>
                    <a:pt x="2951868" y="1742209"/>
                  </a:lnTo>
                  <a:lnTo>
                    <a:pt x="2951962" y="1742209"/>
                  </a:lnTo>
                  <a:lnTo>
                    <a:pt x="2952056" y="1742209"/>
                  </a:lnTo>
                  <a:lnTo>
                    <a:pt x="2952150" y="1742209"/>
                  </a:lnTo>
                  <a:lnTo>
                    <a:pt x="2952244" y="1742209"/>
                  </a:lnTo>
                  <a:lnTo>
                    <a:pt x="2952339" y="1742209"/>
                  </a:lnTo>
                  <a:lnTo>
                    <a:pt x="2952433" y="1742209"/>
                  </a:lnTo>
                  <a:lnTo>
                    <a:pt x="2952527" y="1742209"/>
                  </a:lnTo>
                  <a:lnTo>
                    <a:pt x="2952621" y="1742209"/>
                  </a:lnTo>
                  <a:lnTo>
                    <a:pt x="2952715" y="1742209"/>
                  </a:lnTo>
                  <a:lnTo>
                    <a:pt x="2952809" y="1742209"/>
                  </a:lnTo>
                  <a:lnTo>
                    <a:pt x="2952903" y="1742209"/>
                  </a:lnTo>
                  <a:lnTo>
                    <a:pt x="2952997" y="1742209"/>
                  </a:lnTo>
                  <a:lnTo>
                    <a:pt x="2953091" y="1742209"/>
                  </a:lnTo>
                  <a:lnTo>
                    <a:pt x="2953185" y="1742209"/>
                  </a:lnTo>
                  <a:lnTo>
                    <a:pt x="2953279" y="1742209"/>
                  </a:lnTo>
                  <a:lnTo>
                    <a:pt x="2953373" y="1742209"/>
                  </a:lnTo>
                  <a:lnTo>
                    <a:pt x="2953467" y="1742209"/>
                  </a:lnTo>
                  <a:lnTo>
                    <a:pt x="2953561" y="1742209"/>
                  </a:lnTo>
                  <a:lnTo>
                    <a:pt x="2953655" y="1742209"/>
                  </a:lnTo>
                  <a:lnTo>
                    <a:pt x="2953749" y="1742209"/>
                  </a:lnTo>
                  <a:lnTo>
                    <a:pt x="2953843" y="1742209"/>
                  </a:lnTo>
                  <a:lnTo>
                    <a:pt x="2953937" y="1742209"/>
                  </a:lnTo>
                  <a:lnTo>
                    <a:pt x="2954031" y="1742209"/>
                  </a:lnTo>
                  <a:lnTo>
                    <a:pt x="2954125" y="1742209"/>
                  </a:lnTo>
                  <a:lnTo>
                    <a:pt x="2954125" y="1736929"/>
                  </a:lnTo>
                  <a:lnTo>
                    <a:pt x="2954219" y="1736929"/>
                  </a:lnTo>
                  <a:lnTo>
                    <a:pt x="2954313" y="1736929"/>
                  </a:lnTo>
                  <a:lnTo>
                    <a:pt x="2954407" y="1736929"/>
                  </a:lnTo>
                  <a:lnTo>
                    <a:pt x="2954501" y="1736929"/>
                  </a:lnTo>
                  <a:lnTo>
                    <a:pt x="2954595" y="1736929"/>
                  </a:lnTo>
                  <a:lnTo>
                    <a:pt x="2954689" y="1736929"/>
                  </a:lnTo>
                  <a:lnTo>
                    <a:pt x="2954783" y="1736929"/>
                  </a:lnTo>
                  <a:lnTo>
                    <a:pt x="2954877" y="1736929"/>
                  </a:lnTo>
                  <a:lnTo>
                    <a:pt x="2954971" y="1736929"/>
                  </a:lnTo>
                  <a:lnTo>
                    <a:pt x="2955065" y="1736929"/>
                  </a:lnTo>
                  <a:lnTo>
                    <a:pt x="2955159" y="1736929"/>
                  </a:lnTo>
                  <a:lnTo>
                    <a:pt x="2955253" y="1736929"/>
                  </a:lnTo>
                  <a:lnTo>
                    <a:pt x="2955347" y="1736929"/>
                  </a:lnTo>
                  <a:lnTo>
                    <a:pt x="2955441" y="1736929"/>
                  </a:lnTo>
                  <a:lnTo>
                    <a:pt x="2955535" y="1736929"/>
                  </a:lnTo>
                  <a:lnTo>
                    <a:pt x="2955629" y="1736929"/>
                  </a:lnTo>
                  <a:lnTo>
                    <a:pt x="2955723" y="1736929"/>
                  </a:lnTo>
                  <a:lnTo>
                    <a:pt x="2955817" y="1736929"/>
                  </a:lnTo>
                  <a:lnTo>
                    <a:pt x="2955912" y="1736929"/>
                  </a:lnTo>
                  <a:lnTo>
                    <a:pt x="2956006" y="1736929"/>
                  </a:lnTo>
                  <a:lnTo>
                    <a:pt x="2956100" y="1736929"/>
                  </a:lnTo>
                  <a:lnTo>
                    <a:pt x="2956194" y="1736929"/>
                  </a:lnTo>
                  <a:lnTo>
                    <a:pt x="2956288" y="1736929"/>
                  </a:lnTo>
                  <a:lnTo>
                    <a:pt x="2956382" y="1736929"/>
                  </a:lnTo>
                  <a:lnTo>
                    <a:pt x="2956476" y="1736929"/>
                  </a:lnTo>
                  <a:lnTo>
                    <a:pt x="2956570" y="1736929"/>
                  </a:lnTo>
                  <a:lnTo>
                    <a:pt x="2956664" y="1736929"/>
                  </a:lnTo>
                  <a:lnTo>
                    <a:pt x="2956758" y="1736929"/>
                  </a:lnTo>
                  <a:lnTo>
                    <a:pt x="2956852" y="1736929"/>
                  </a:lnTo>
                  <a:lnTo>
                    <a:pt x="2956946" y="1736929"/>
                  </a:lnTo>
                  <a:lnTo>
                    <a:pt x="2957040" y="1736929"/>
                  </a:lnTo>
                  <a:lnTo>
                    <a:pt x="2957134" y="1736929"/>
                  </a:lnTo>
                  <a:lnTo>
                    <a:pt x="2957228" y="1736929"/>
                  </a:lnTo>
                  <a:lnTo>
                    <a:pt x="2957322" y="1736929"/>
                  </a:lnTo>
                  <a:lnTo>
                    <a:pt x="2957416" y="1736929"/>
                  </a:lnTo>
                  <a:lnTo>
                    <a:pt x="2957510" y="1736929"/>
                  </a:lnTo>
                  <a:lnTo>
                    <a:pt x="2957604" y="1736929"/>
                  </a:lnTo>
                  <a:lnTo>
                    <a:pt x="2957698" y="1736929"/>
                  </a:lnTo>
                  <a:lnTo>
                    <a:pt x="2957792" y="1736929"/>
                  </a:lnTo>
                  <a:lnTo>
                    <a:pt x="2957886" y="1736929"/>
                  </a:lnTo>
                  <a:lnTo>
                    <a:pt x="2957980" y="1736929"/>
                  </a:lnTo>
                  <a:lnTo>
                    <a:pt x="2957980" y="1731650"/>
                  </a:lnTo>
                  <a:lnTo>
                    <a:pt x="2958074" y="1731650"/>
                  </a:lnTo>
                  <a:lnTo>
                    <a:pt x="2958168" y="1731650"/>
                  </a:lnTo>
                  <a:lnTo>
                    <a:pt x="2958262" y="1731650"/>
                  </a:lnTo>
                  <a:lnTo>
                    <a:pt x="2958356" y="1731650"/>
                  </a:lnTo>
                  <a:lnTo>
                    <a:pt x="2958450" y="1731650"/>
                  </a:lnTo>
                  <a:lnTo>
                    <a:pt x="2958544" y="1731650"/>
                  </a:lnTo>
                  <a:lnTo>
                    <a:pt x="2958638" y="1731650"/>
                  </a:lnTo>
                  <a:lnTo>
                    <a:pt x="2958732" y="1731650"/>
                  </a:lnTo>
                  <a:lnTo>
                    <a:pt x="2958826" y="1731650"/>
                  </a:lnTo>
                  <a:lnTo>
                    <a:pt x="2958920" y="1731650"/>
                  </a:lnTo>
                  <a:lnTo>
                    <a:pt x="2959014" y="1731650"/>
                  </a:lnTo>
                  <a:lnTo>
                    <a:pt x="2959108" y="1731650"/>
                  </a:lnTo>
                  <a:lnTo>
                    <a:pt x="2959202" y="1731650"/>
                  </a:lnTo>
                  <a:lnTo>
                    <a:pt x="2959296" y="1731650"/>
                  </a:lnTo>
                  <a:lnTo>
                    <a:pt x="2959391" y="1731650"/>
                  </a:lnTo>
                  <a:lnTo>
                    <a:pt x="2959391" y="1726370"/>
                  </a:lnTo>
                  <a:lnTo>
                    <a:pt x="2959485" y="1726370"/>
                  </a:lnTo>
                  <a:lnTo>
                    <a:pt x="2959579" y="1726370"/>
                  </a:lnTo>
                  <a:lnTo>
                    <a:pt x="2959673" y="1726370"/>
                  </a:lnTo>
                  <a:lnTo>
                    <a:pt x="2959767" y="1726370"/>
                  </a:lnTo>
                  <a:lnTo>
                    <a:pt x="2959861" y="1726370"/>
                  </a:lnTo>
                  <a:lnTo>
                    <a:pt x="2959955" y="1726370"/>
                  </a:lnTo>
                  <a:lnTo>
                    <a:pt x="2960049" y="1726370"/>
                  </a:lnTo>
                  <a:lnTo>
                    <a:pt x="2960143" y="1726370"/>
                  </a:lnTo>
                  <a:lnTo>
                    <a:pt x="2960237" y="1726370"/>
                  </a:lnTo>
                  <a:lnTo>
                    <a:pt x="2960331" y="1726370"/>
                  </a:lnTo>
                  <a:lnTo>
                    <a:pt x="2960425" y="1726370"/>
                  </a:lnTo>
                  <a:lnTo>
                    <a:pt x="2960519" y="1726370"/>
                  </a:lnTo>
                  <a:lnTo>
                    <a:pt x="2960613" y="1726370"/>
                  </a:lnTo>
                  <a:lnTo>
                    <a:pt x="2960707" y="1726370"/>
                  </a:lnTo>
                  <a:lnTo>
                    <a:pt x="2960801" y="1726370"/>
                  </a:lnTo>
                  <a:lnTo>
                    <a:pt x="2960895" y="1726370"/>
                  </a:lnTo>
                  <a:lnTo>
                    <a:pt x="2960989" y="1726370"/>
                  </a:lnTo>
                  <a:lnTo>
                    <a:pt x="2961083" y="1726370"/>
                  </a:lnTo>
                  <a:lnTo>
                    <a:pt x="2961177" y="1726370"/>
                  </a:lnTo>
                  <a:lnTo>
                    <a:pt x="2961271" y="1726370"/>
                  </a:lnTo>
                  <a:lnTo>
                    <a:pt x="2961365" y="1726370"/>
                  </a:lnTo>
                  <a:lnTo>
                    <a:pt x="2961459" y="1726370"/>
                  </a:lnTo>
                  <a:lnTo>
                    <a:pt x="2961553" y="1726370"/>
                  </a:lnTo>
                  <a:lnTo>
                    <a:pt x="2961647" y="1726370"/>
                  </a:lnTo>
                  <a:lnTo>
                    <a:pt x="2961741" y="1726370"/>
                  </a:lnTo>
                  <a:lnTo>
                    <a:pt x="2961835" y="1726370"/>
                  </a:lnTo>
                  <a:lnTo>
                    <a:pt x="2961929" y="1726370"/>
                  </a:lnTo>
                  <a:lnTo>
                    <a:pt x="2962023" y="1726370"/>
                  </a:lnTo>
                  <a:lnTo>
                    <a:pt x="2962117" y="1726370"/>
                  </a:lnTo>
                  <a:lnTo>
                    <a:pt x="2962211" y="1726370"/>
                  </a:lnTo>
                  <a:lnTo>
                    <a:pt x="2962305" y="1726370"/>
                  </a:lnTo>
                  <a:lnTo>
                    <a:pt x="2962399" y="1726370"/>
                  </a:lnTo>
                  <a:lnTo>
                    <a:pt x="2962493" y="1726370"/>
                  </a:lnTo>
                  <a:lnTo>
                    <a:pt x="2962587" y="1726370"/>
                  </a:lnTo>
                  <a:lnTo>
                    <a:pt x="2962681" y="1726370"/>
                  </a:lnTo>
                  <a:lnTo>
                    <a:pt x="2962775" y="1726370"/>
                  </a:lnTo>
                  <a:lnTo>
                    <a:pt x="2962869" y="1726370"/>
                  </a:lnTo>
                  <a:lnTo>
                    <a:pt x="2962964" y="1726370"/>
                  </a:lnTo>
                  <a:lnTo>
                    <a:pt x="2963058" y="1726370"/>
                  </a:lnTo>
                  <a:lnTo>
                    <a:pt x="2963152" y="1726370"/>
                  </a:lnTo>
                  <a:lnTo>
                    <a:pt x="2963246" y="1726370"/>
                  </a:lnTo>
                  <a:lnTo>
                    <a:pt x="2963340" y="1726370"/>
                  </a:lnTo>
                  <a:lnTo>
                    <a:pt x="2963434" y="1726370"/>
                  </a:lnTo>
                  <a:lnTo>
                    <a:pt x="2963528" y="1726370"/>
                  </a:lnTo>
                  <a:lnTo>
                    <a:pt x="2963622" y="1726370"/>
                  </a:lnTo>
                  <a:lnTo>
                    <a:pt x="2963716" y="1726370"/>
                  </a:lnTo>
                  <a:lnTo>
                    <a:pt x="2963810" y="1726370"/>
                  </a:lnTo>
                  <a:lnTo>
                    <a:pt x="2963904" y="1726370"/>
                  </a:lnTo>
                  <a:lnTo>
                    <a:pt x="2963998" y="1726370"/>
                  </a:lnTo>
                  <a:lnTo>
                    <a:pt x="2964092" y="1726370"/>
                  </a:lnTo>
                  <a:lnTo>
                    <a:pt x="2964186" y="1726370"/>
                  </a:lnTo>
                  <a:lnTo>
                    <a:pt x="2964280" y="1726370"/>
                  </a:lnTo>
                  <a:lnTo>
                    <a:pt x="2964374" y="1726370"/>
                  </a:lnTo>
                  <a:lnTo>
                    <a:pt x="2964374" y="1721091"/>
                  </a:lnTo>
                  <a:lnTo>
                    <a:pt x="2964468" y="1721091"/>
                  </a:lnTo>
                  <a:lnTo>
                    <a:pt x="2964562" y="1721091"/>
                  </a:lnTo>
                  <a:lnTo>
                    <a:pt x="2964656" y="1721091"/>
                  </a:lnTo>
                  <a:lnTo>
                    <a:pt x="2964750" y="1721091"/>
                  </a:lnTo>
                  <a:lnTo>
                    <a:pt x="2964844" y="1721091"/>
                  </a:lnTo>
                  <a:lnTo>
                    <a:pt x="2964938" y="1721091"/>
                  </a:lnTo>
                  <a:lnTo>
                    <a:pt x="2965032" y="1721091"/>
                  </a:lnTo>
                  <a:lnTo>
                    <a:pt x="2965126" y="1721091"/>
                  </a:lnTo>
                  <a:lnTo>
                    <a:pt x="2965220" y="1721091"/>
                  </a:lnTo>
                  <a:lnTo>
                    <a:pt x="2965314" y="1721091"/>
                  </a:lnTo>
                  <a:lnTo>
                    <a:pt x="2965408" y="1721091"/>
                  </a:lnTo>
                  <a:lnTo>
                    <a:pt x="2965502" y="1721091"/>
                  </a:lnTo>
                  <a:lnTo>
                    <a:pt x="2965596" y="1721091"/>
                  </a:lnTo>
                  <a:lnTo>
                    <a:pt x="2965690" y="1721091"/>
                  </a:lnTo>
                  <a:lnTo>
                    <a:pt x="2965784" y="1721091"/>
                  </a:lnTo>
                  <a:lnTo>
                    <a:pt x="2965878" y="1721091"/>
                  </a:lnTo>
                  <a:lnTo>
                    <a:pt x="2965972" y="1721091"/>
                  </a:lnTo>
                  <a:lnTo>
                    <a:pt x="2966066" y="1721091"/>
                  </a:lnTo>
                  <a:lnTo>
                    <a:pt x="2966160" y="1721091"/>
                  </a:lnTo>
                  <a:lnTo>
                    <a:pt x="2966254" y="1721091"/>
                  </a:lnTo>
                  <a:lnTo>
                    <a:pt x="2966348" y="1721091"/>
                  </a:lnTo>
                  <a:lnTo>
                    <a:pt x="2966442" y="1721091"/>
                  </a:lnTo>
                  <a:lnTo>
                    <a:pt x="2966537" y="1721091"/>
                  </a:lnTo>
                  <a:lnTo>
                    <a:pt x="2966631" y="1721091"/>
                  </a:lnTo>
                  <a:lnTo>
                    <a:pt x="2966725" y="1721091"/>
                  </a:lnTo>
                  <a:lnTo>
                    <a:pt x="2966819" y="1721091"/>
                  </a:lnTo>
                  <a:lnTo>
                    <a:pt x="2966913" y="1721091"/>
                  </a:lnTo>
                  <a:lnTo>
                    <a:pt x="2967007" y="1721091"/>
                  </a:lnTo>
                  <a:lnTo>
                    <a:pt x="2967101" y="1721091"/>
                  </a:lnTo>
                  <a:lnTo>
                    <a:pt x="2967195" y="1721091"/>
                  </a:lnTo>
                  <a:lnTo>
                    <a:pt x="2967289" y="1721091"/>
                  </a:lnTo>
                  <a:lnTo>
                    <a:pt x="2967383" y="1721091"/>
                  </a:lnTo>
                  <a:lnTo>
                    <a:pt x="2967477" y="1721091"/>
                  </a:lnTo>
                  <a:lnTo>
                    <a:pt x="2967571" y="1721091"/>
                  </a:lnTo>
                  <a:lnTo>
                    <a:pt x="2967665" y="1721091"/>
                  </a:lnTo>
                  <a:lnTo>
                    <a:pt x="2967759" y="1721091"/>
                  </a:lnTo>
                  <a:lnTo>
                    <a:pt x="2967853" y="1721091"/>
                  </a:lnTo>
                  <a:lnTo>
                    <a:pt x="2967947" y="1721091"/>
                  </a:lnTo>
                  <a:lnTo>
                    <a:pt x="2968041" y="1721091"/>
                  </a:lnTo>
                  <a:lnTo>
                    <a:pt x="2968135" y="1721091"/>
                  </a:lnTo>
                  <a:lnTo>
                    <a:pt x="2968229" y="1721091"/>
                  </a:lnTo>
                  <a:lnTo>
                    <a:pt x="2968323" y="1721091"/>
                  </a:lnTo>
                  <a:lnTo>
                    <a:pt x="2968417" y="1721091"/>
                  </a:lnTo>
                  <a:lnTo>
                    <a:pt x="2968511" y="1721091"/>
                  </a:lnTo>
                  <a:lnTo>
                    <a:pt x="2968605" y="1721091"/>
                  </a:lnTo>
                  <a:lnTo>
                    <a:pt x="2968699" y="1721091"/>
                  </a:lnTo>
                  <a:lnTo>
                    <a:pt x="2968793" y="1721091"/>
                  </a:lnTo>
                  <a:lnTo>
                    <a:pt x="2968887" y="1721091"/>
                  </a:lnTo>
                  <a:lnTo>
                    <a:pt x="2968981" y="1721091"/>
                  </a:lnTo>
                  <a:lnTo>
                    <a:pt x="2969075" y="1721091"/>
                  </a:lnTo>
                  <a:lnTo>
                    <a:pt x="2969169" y="1721091"/>
                  </a:lnTo>
                  <a:lnTo>
                    <a:pt x="2969263" y="1721091"/>
                  </a:lnTo>
                  <a:lnTo>
                    <a:pt x="2969357" y="1721091"/>
                  </a:lnTo>
                  <a:lnTo>
                    <a:pt x="2969451" y="1721091"/>
                  </a:lnTo>
                  <a:lnTo>
                    <a:pt x="2969545" y="1721091"/>
                  </a:lnTo>
                  <a:lnTo>
                    <a:pt x="2969639" y="1721091"/>
                  </a:lnTo>
                  <a:lnTo>
                    <a:pt x="2969733" y="1721091"/>
                  </a:lnTo>
                  <a:lnTo>
                    <a:pt x="2969827" y="1721091"/>
                  </a:lnTo>
                  <a:lnTo>
                    <a:pt x="2969921" y="1721091"/>
                  </a:lnTo>
                  <a:lnTo>
                    <a:pt x="2970016" y="1721091"/>
                  </a:lnTo>
                  <a:lnTo>
                    <a:pt x="2970110" y="1721091"/>
                  </a:lnTo>
                  <a:lnTo>
                    <a:pt x="2970204" y="1721091"/>
                  </a:lnTo>
                  <a:lnTo>
                    <a:pt x="2970298" y="1721091"/>
                  </a:lnTo>
                  <a:lnTo>
                    <a:pt x="2970392" y="1721091"/>
                  </a:lnTo>
                  <a:lnTo>
                    <a:pt x="2970486" y="1721091"/>
                  </a:lnTo>
                  <a:lnTo>
                    <a:pt x="2970580" y="1721091"/>
                  </a:lnTo>
                  <a:lnTo>
                    <a:pt x="2970674" y="1721091"/>
                  </a:lnTo>
                  <a:lnTo>
                    <a:pt x="2970674" y="1715811"/>
                  </a:lnTo>
                  <a:lnTo>
                    <a:pt x="2970768" y="1715811"/>
                  </a:lnTo>
                  <a:lnTo>
                    <a:pt x="2970862" y="1715811"/>
                  </a:lnTo>
                  <a:lnTo>
                    <a:pt x="2970956" y="1715811"/>
                  </a:lnTo>
                  <a:lnTo>
                    <a:pt x="2971050" y="1715811"/>
                  </a:lnTo>
                  <a:lnTo>
                    <a:pt x="2971144" y="1715811"/>
                  </a:lnTo>
                  <a:lnTo>
                    <a:pt x="2971238" y="1715811"/>
                  </a:lnTo>
                  <a:lnTo>
                    <a:pt x="2971332" y="1715811"/>
                  </a:lnTo>
                  <a:lnTo>
                    <a:pt x="2971426" y="1715811"/>
                  </a:lnTo>
                  <a:lnTo>
                    <a:pt x="2971520" y="1715811"/>
                  </a:lnTo>
                  <a:lnTo>
                    <a:pt x="2971614" y="1715811"/>
                  </a:lnTo>
                  <a:lnTo>
                    <a:pt x="2971708" y="1715811"/>
                  </a:lnTo>
                  <a:lnTo>
                    <a:pt x="2971802" y="1715811"/>
                  </a:lnTo>
                  <a:lnTo>
                    <a:pt x="2971896" y="1715811"/>
                  </a:lnTo>
                  <a:lnTo>
                    <a:pt x="2971990" y="1715811"/>
                  </a:lnTo>
                  <a:lnTo>
                    <a:pt x="2972084" y="1715811"/>
                  </a:lnTo>
                  <a:lnTo>
                    <a:pt x="2972178" y="1715811"/>
                  </a:lnTo>
                  <a:lnTo>
                    <a:pt x="2972178" y="1710532"/>
                  </a:lnTo>
                  <a:lnTo>
                    <a:pt x="2972272" y="1710532"/>
                  </a:lnTo>
                  <a:lnTo>
                    <a:pt x="2972366" y="1710532"/>
                  </a:lnTo>
                  <a:lnTo>
                    <a:pt x="2972460" y="1710532"/>
                  </a:lnTo>
                  <a:lnTo>
                    <a:pt x="2972554" y="1710532"/>
                  </a:lnTo>
                  <a:lnTo>
                    <a:pt x="2972648" y="1710532"/>
                  </a:lnTo>
                  <a:lnTo>
                    <a:pt x="2972742" y="1710532"/>
                  </a:lnTo>
                  <a:lnTo>
                    <a:pt x="2972836" y="1710532"/>
                  </a:lnTo>
                  <a:lnTo>
                    <a:pt x="2972930" y="1710532"/>
                  </a:lnTo>
                  <a:lnTo>
                    <a:pt x="2973024" y="1710532"/>
                  </a:lnTo>
                  <a:lnTo>
                    <a:pt x="2973118" y="1710532"/>
                  </a:lnTo>
                  <a:lnTo>
                    <a:pt x="2973212" y="1710532"/>
                  </a:lnTo>
                  <a:lnTo>
                    <a:pt x="2973306" y="1710532"/>
                  </a:lnTo>
                  <a:lnTo>
                    <a:pt x="2973400" y="1710532"/>
                  </a:lnTo>
                  <a:lnTo>
                    <a:pt x="2973494" y="1710532"/>
                  </a:lnTo>
                  <a:lnTo>
                    <a:pt x="2973589" y="1710532"/>
                  </a:lnTo>
                  <a:lnTo>
                    <a:pt x="2973683" y="1710532"/>
                  </a:lnTo>
                  <a:lnTo>
                    <a:pt x="2973777" y="1710532"/>
                  </a:lnTo>
                  <a:lnTo>
                    <a:pt x="2973871" y="1710532"/>
                  </a:lnTo>
                  <a:lnTo>
                    <a:pt x="2973965" y="1710532"/>
                  </a:lnTo>
                  <a:lnTo>
                    <a:pt x="2974059" y="1710532"/>
                  </a:lnTo>
                  <a:lnTo>
                    <a:pt x="2974153" y="1710532"/>
                  </a:lnTo>
                  <a:lnTo>
                    <a:pt x="2974247" y="1710532"/>
                  </a:lnTo>
                  <a:lnTo>
                    <a:pt x="2974341" y="1710532"/>
                  </a:lnTo>
                  <a:lnTo>
                    <a:pt x="2974435" y="1710532"/>
                  </a:lnTo>
                  <a:lnTo>
                    <a:pt x="2974529" y="1710532"/>
                  </a:lnTo>
                  <a:lnTo>
                    <a:pt x="2974623" y="1710532"/>
                  </a:lnTo>
                  <a:lnTo>
                    <a:pt x="2974717" y="1710532"/>
                  </a:lnTo>
                  <a:lnTo>
                    <a:pt x="2974717" y="1705253"/>
                  </a:lnTo>
                  <a:lnTo>
                    <a:pt x="2974811" y="1705253"/>
                  </a:lnTo>
                  <a:lnTo>
                    <a:pt x="2974905" y="1705253"/>
                  </a:lnTo>
                  <a:lnTo>
                    <a:pt x="2974999" y="1705253"/>
                  </a:lnTo>
                  <a:lnTo>
                    <a:pt x="2975093" y="1705253"/>
                  </a:lnTo>
                  <a:lnTo>
                    <a:pt x="2975187" y="1705253"/>
                  </a:lnTo>
                  <a:lnTo>
                    <a:pt x="2975281" y="1705253"/>
                  </a:lnTo>
                  <a:lnTo>
                    <a:pt x="2975375" y="1705253"/>
                  </a:lnTo>
                  <a:lnTo>
                    <a:pt x="2975469" y="1705253"/>
                  </a:lnTo>
                  <a:lnTo>
                    <a:pt x="2975563" y="1705253"/>
                  </a:lnTo>
                  <a:lnTo>
                    <a:pt x="2975657" y="1705253"/>
                  </a:lnTo>
                  <a:lnTo>
                    <a:pt x="2975751" y="1705253"/>
                  </a:lnTo>
                  <a:lnTo>
                    <a:pt x="2975845" y="1705253"/>
                  </a:lnTo>
                  <a:lnTo>
                    <a:pt x="2975939" y="1705253"/>
                  </a:lnTo>
                  <a:lnTo>
                    <a:pt x="2976033" y="1705253"/>
                  </a:lnTo>
                  <a:lnTo>
                    <a:pt x="2976127" y="1705253"/>
                  </a:lnTo>
                  <a:lnTo>
                    <a:pt x="2976221" y="1705253"/>
                  </a:lnTo>
                  <a:lnTo>
                    <a:pt x="2976315" y="1705253"/>
                  </a:lnTo>
                  <a:lnTo>
                    <a:pt x="2976409" y="1705253"/>
                  </a:lnTo>
                  <a:lnTo>
                    <a:pt x="2976503" y="1705253"/>
                  </a:lnTo>
                  <a:lnTo>
                    <a:pt x="2976597" y="1705253"/>
                  </a:lnTo>
                  <a:lnTo>
                    <a:pt x="2976691" y="1705253"/>
                  </a:lnTo>
                  <a:lnTo>
                    <a:pt x="2976785" y="1705253"/>
                  </a:lnTo>
                  <a:lnTo>
                    <a:pt x="2976879" y="1705253"/>
                  </a:lnTo>
                  <a:lnTo>
                    <a:pt x="2976973" y="1705253"/>
                  </a:lnTo>
                  <a:lnTo>
                    <a:pt x="2977067" y="1705253"/>
                  </a:lnTo>
                  <a:lnTo>
                    <a:pt x="2977162" y="1705253"/>
                  </a:lnTo>
                  <a:lnTo>
                    <a:pt x="2977256" y="1705253"/>
                  </a:lnTo>
                  <a:lnTo>
                    <a:pt x="2977350" y="1705253"/>
                  </a:lnTo>
                  <a:lnTo>
                    <a:pt x="2977444" y="1705253"/>
                  </a:lnTo>
                  <a:lnTo>
                    <a:pt x="2977538" y="1705253"/>
                  </a:lnTo>
                  <a:lnTo>
                    <a:pt x="2977632" y="1705253"/>
                  </a:lnTo>
                  <a:lnTo>
                    <a:pt x="2977726" y="1705253"/>
                  </a:lnTo>
                  <a:lnTo>
                    <a:pt x="2977820" y="1705253"/>
                  </a:lnTo>
                  <a:lnTo>
                    <a:pt x="2977914" y="1705253"/>
                  </a:lnTo>
                  <a:lnTo>
                    <a:pt x="2978008" y="1705253"/>
                  </a:lnTo>
                  <a:lnTo>
                    <a:pt x="2978102" y="1705253"/>
                  </a:lnTo>
                  <a:lnTo>
                    <a:pt x="2978196" y="1705253"/>
                  </a:lnTo>
                  <a:lnTo>
                    <a:pt x="2978290" y="1705253"/>
                  </a:lnTo>
                  <a:lnTo>
                    <a:pt x="2978384" y="1705253"/>
                  </a:lnTo>
                  <a:lnTo>
                    <a:pt x="2978478" y="1705253"/>
                  </a:lnTo>
                  <a:lnTo>
                    <a:pt x="2978572" y="1705253"/>
                  </a:lnTo>
                  <a:lnTo>
                    <a:pt x="2978666" y="1705253"/>
                  </a:lnTo>
                  <a:lnTo>
                    <a:pt x="2978760" y="1705253"/>
                  </a:lnTo>
                  <a:lnTo>
                    <a:pt x="2978854" y="1705253"/>
                  </a:lnTo>
                  <a:lnTo>
                    <a:pt x="2978948" y="1705253"/>
                  </a:lnTo>
                  <a:lnTo>
                    <a:pt x="2979042" y="1705253"/>
                  </a:lnTo>
                  <a:lnTo>
                    <a:pt x="2979136" y="1705253"/>
                  </a:lnTo>
                  <a:lnTo>
                    <a:pt x="2979230" y="1705253"/>
                  </a:lnTo>
                  <a:lnTo>
                    <a:pt x="2979324" y="1705253"/>
                  </a:lnTo>
                  <a:lnTo>
                    <a:pt x="2979418" y="1705253"/>
                  </a:lnTo>
                  <a:lnTo>
                    <a:pt x="2979512" y="1705253"/>
                  </a:lnTo>
                  <a:lnTo>
                    <a:pt x="2979606" y="1705253"/>
                  </a:lnTo>
                  <a:lnTo>
                    <a:pt x="2979700" y="1705253"/>
                  </a:lnTo>
                  <a:lnTo>
                    <a:pt x="2979794" y="1705253"/>
                  </a:lnTo>
                  <a:lnTo>
                    <a:pt x="2979888" y="1705253"/>
                  </a:lnTo>
                  <a:lnTo>
                    <a:pt x="2979982" y="1705253"/>
                  </a:lnTo>
                  <a:lnTo>
                    <a:pt x="2980076" y="1705253"/>
                  </a:lnTo>
                  <a:lnTo>
                    <a:pt x="2980170" y="1705253"/>
                  </a:lnTo>
                  <a:lnTo>
                    <a:pt x="2980264" y="1705253"/>
                  </a:lnTo>
                  <a:lnTo>
                    <a:pt x="2980358" y="1705253"/>
                  </a:lnTo>
                  <a:lnTo>
                    <a:pt x="2980452" y="1705253"/>
                  </a:lnTo>
                  <a:lnTo>
                    <a:pt x="2980546" y="1705253"/>
                  </a:lnTo>
                  <a:lnTo>
                    <a:pt x="2980640" y="1705253"/>
                  </a:lnTo>
                  <a:lnTo>
                    <a:pt x="2980735" y="1705253"/>
                  </a:lnTo>
                  <a:lnTo>
                    <a:pt x="2980829" y="1705253"/>
                  </a:lnTo>
                  <a:lnTo>
                    <a:pt x="2980923" y="1705253"/>
                  </a:lnTo>
                  <a:lnTo>
                    <a:pt x="2981017" y="1705253"/>
                  </a:lnTo>
                  <a:lnTo>
                    <a:pt x="2981111" y="1705253"/>
                  </a:lnTo>
                  <a:lnTo>
                    <a:pt x="2981205" y="1705253"/>
                  </a:lnTo>
                  <a:lnTo>
                    <a:pt x="2981299" y="1705253"/>
                  </a:lnTo>
                  <a:lnTo>
                    <a:pt x="2981393" y="1705253"/>
                  </a:lnTo>
                  <a:lnTo>
                    <a:pt x="2981487" y="1705253"/>
                  </a:lnTo>
                  <a:lnTo>
                    <a:pt x="2981581" y="1705253"/>
                  </a:lnTo>
                  <a:lnTo>
                    <a:pt x="2981675" y="1705253"/>
                  </a:lnTo>
                  <a:lnTo>
                    <a:pt x="2981769" y="1705253"/>
                  </a:lnTo>
                  <a:lnTo>
                    <a:pt x="2981863" y="1705253"/>
                  </a:lnTo>
                  <a:lnTo>
                    <a:pt x="2981957" y="1705253"/>
                  </a:lnTo>
                  <a:lnTo>
                    <a:pt x="2982051" y="1705253"/>
                  </a:lnTo>
                  <a:lnTo>
                    <a:pt x="2982145" y="1705253"/>
                  </a:lnTo>
                  <a:lnTo>
                    <a:pt x="2982239" y="1705253"/>
                  </a:lnTo>
                  <a:lnTo>
                    <a:pt x="2982333" y="1705253"/>
                  </a:lnTo>
                  <a:lnTo>
                    <a:pt x="2982427" y="1705253"/>
                  </a:lnTo>
                  <a:lnTo>
                    <a:pt x="2982521" y="1705253"/>
                  </a:lnTo>
                  <a:lnTo>
                    <a:pt x="2982615" y="1705253"/>
                  </a:lnTo>
                  <a:lnTo>
                    <a:pt x="2982709" y="1705253"/>
                  </a:lnTo>
                  <a:lnTo>
                    <a:pt x="2982803" y="1705253"/>
                  </a:lnTo>
                  <a:lnTo>
                    <a:pt x="2982897" y="1705253"/>
                  </a:lnTo>
                  <a:lnTo>
                    <a:pt x="2982991" y="1705253"/>
                  </a:lnTo>
                  <a:lnTo>
                    <a:pt x="2983085" y="1705253"/>
                  </a:lnTo>
                  <a:lnTo>
                    <a:pt x="2983179" y="1705253"/>
                  </a:lnTo>
                  <a:lnTo>
                    <a:pt x="2983273" y="1705253"/>
                  </a:lnTo>
                  <a:lnTo>
                    <a:pt x="2983367" y="1705253"/>
                  </a:lnTo>
                  <a:lnTo>
                    <a:pt x="2983461" y="1705253"/>
                  </a:lnTo>
                  <a:lnTo>
                    <a:pt x="2983555" y="1705253"/>
                  </a:lnTo>
                  <a:lnTo>
                    <a:pt x="2983649" y="1705253"/>
                  </a:lnTo>
                  <a:lnTo>
                    <a:pt x="2983743" y="1705253"/>
                  </a:lnTo>
                  <a:lnTo>
                    <a:pt x="2983837" y="1705253"/>
                  </a:lnTo>
                  <a:lnTo>
                    <a:pt x="2983931" y="1705253"/>
                  </a:lnTo>
                  <a:lnTo>
                    <a:pt x="2984025" y="1705253"/>
                  </a:lnTo>
                  <a:lnTo>
                    <a:pt x="2984119" y="1705253"/>
                  </a:lnTo>
                  <a:lnTo>
                    <a:pt x="2984214" y="1705253"/>
                  </a:lnTo>
                  <a:lnTo>
                    <a:pt x="2984308" y="1705253"/>
                  </a:lnTo>
                  <a:lnTo>
                    <a:pt x="2984402" y="1705253"/>
                  </a:lnTo>
                  <a:lnTo>
                    <a:pt x="2984496" y="1705253"/>
                  </a:lnTo>
                  <a:lnTo>
                    <a:pt x="2984590" y="1705253"/>
                  </a:lnTo>
                  <a:lnTo>
                    <a:pt x="2984684" y="1705253"/>
                  </a:lnTo>
                  <a:lnTo>
                    <a:pt x="2984778" y="1705253"/>
                  </a:lnTo>
                  <a:lnTo>
                    <a:pt x="2984872" y="1705253"/>
                  </a:lnTo>
                  <a:lnTo>
                    <a:pt x="2984966" y="1705253"/>
                  </a:lnTo>
                  <a:lnTo>
                    <a:pt x="2985060" y="1705253"/>
                  </a:lnTo>
                  <a:lnTo>
                    <a:pt x="2985154" y="1705253"/>
                  </a:lnTo>
                  <a:lnTo>
                    <a:pt x="2985248" y="1705253"/>
                  </a:lnTo>
                  <a:lnTo>
                    <a:pt x="2985342" y="1705253"/>
                  </a:lnTo>
                  <a:lnTo>
                    <a:pt x="2985436" y="1705253"/>
                  </a:lnTo>
                  <a:lnTo>
                    <a:pt x="2985530" y="1705253"/>
                  </a:lnTo>
                  <a:lnTo>
                    <a:pt x="2985624" y="1705253"/>
                  </a:lnTo>
                  <a:lnTo>
                    <a:pt x="2985718" y="1705253"/>
                  </a:lnTo>
                  <a:lnTo>
                    <a:pt x="2985812" y="1705253"/>
                  </a:lnTo>
                  <a:lnTo>
                    <a:pt x="2985906" y="1705253"/>
                  </a:lnTo>
                  <a:lnTo>
                    <a:pt x="2986000" y="1705253"/>
                  </a:lnTo>
                  <a:lnTo>
                    <a:pt x="2986094" y="1705253"/>
                  </a:lnTo>
                  <a:lnTo>
                    <a:pt x="2986188" y="1705253"/>
                  </a:lnTo>
                  <a:lnTo>
                    <a:pt x="2986282" y="1705253"/>
                  </a:lnTo>
                  <a:lnTo>
                    <a:pt x="2986376" y="1705253"/>
                  </a:lnTo>
                  <a:lnTo>
                    <a:pt x="2986470" y="1705253"/>
                  </a:lnTo>
                  <a:lnTo>
                    <a:pt x="2986564" y="1705253"/>
                  </a:lnTo>
                  <a:lnTo>
                    <a:pt x="2986658" y="1705253"/>
                  </a:lnTo>
                  <a:lnTo>
                    <a:pt x="2986752" y="1705253"/>
                  </a:lnTo>
                  <a:lnTo>
                    <a:pt x="2986846" y="1705253"/>
                  </a:lnTo>
                  <a:lnTo>
                    <a:pt x="2986940" y="1705253"/>
                  </a:lnTo>
                  <a:lnTo>
                    <a:pt x="2987034" y="1705253"/>
                  </a:lnTo>
                  <a:lnTo>
                    <a:pt x="2987128" y="1705253"/>
                  </a:lnTo>
                  <a:lnTo>
                    <a:pt x="2987222" y="1705253"/>
                  </a:lnTo>
                  <a:lnTo>
                    <a:pt x="2987316" y="1705253"/>
                  </a:lnTo>
                  <a:lnTo>
                    <a:pt x="2987410" y="1705253"/>
                  </a:lnTo>
                  <a:lnTo>
                    <a:pt x="2987504" y="1705253"/>
                  </a:lnTo>
                  <a:lnTo>
                    <a:pt x="2987598" y="1705253"/>
                  </a:lnTo>
                  <a:lnTo>
                    <a:pt x="2987692" y="1705253"/>
                  </a:lnTo>
                  <a:lnTo>
                    <a:pt x="2987787" y="1705253"/>
                  </a:lnTo>
                  <a:lnTo>
                    <a:pt x="2987881" y="1705253"/>
                  </a:lnTo>
                  <a:lnTo>
                    <a:pt x="2987975" y="1705253"/>
                  </a:lnTo>
                  <a:lnTo>
                    <a:pt x="2988069" y="1705253"/>
                  </a:lnTo>
                  <a:lnTo>
                    <a:pt x="2988163" y="1705253"/>
                  </a:lnTo>
                  <a:lnTo>
                    <a:pt x="2988257" y="1705253"/>
                  </a:lnTo>
                  <a:lnTo>
                    <a:pt x="2988351" y="1705253"/>
                  </a:lnTo>
                  <a:lnTo>
                    <a:pt x="2988445" y="1705253"/>
                  </a:lnTo>
                  <a:lnTo>
                    <a:pt x="2988539" y="1705253"/>
                  </a:lnTo>
                  <a:lnTo>
                    <a:pt x="2988633" y="1705253"/>
                  </a:lnTo>
                  <a:lnTo>
                    <a:pt x="2988727" y="1705253"/>
                  </a:lnTo>
                  <a:lnTo>
                    <a:pt x="2988821" y="1705253"/>
                  </a:lnTo>
                  <a:lnTo>
                    <a:pt x="2988915" y="1705253"/>
                  </a:lnTo>
                  <a:lnTo>
                    <a:pt x="2989009" y="1705253"/>
                  </a:lnTo>
                  <a:lnTo>
                    <a:pt x="2989103" y="1705253"/>
                  </a:lnTo>
                  <a:lnTo>
                    <a:pt x="2989197" y="1705253"/>
                  </a:lnTo>
                  <a:lnTo>
                    <a:pt x="2989291" y="1705253"/>
                  </a:lnTo>
                  <a:lnTo>
                    <a:pt x="2989385" y="1705253"/>
                  </a:lnTo>
                  <a:lnTo>
                    <a:pt x="2989479" y="1705253"/>
                  </a:lnTo>
                  <a:lnTo>
                    <a:pt x="2989573" y="1705253"/>
                  </a:lnTo>
                  <a:lnTo>
                    <a:pt x="2989667" y="1705253"/>
                  </a:lnTo>
                  <a:lnTo>
                    <a:pt x="2989761" y="1705253"/>
                  </a:lnTo>
                  <a:lnTo>
                    <a:pt x="2989855" y="1705253"/>
                  </a:lnTo>
                  <a:lnTo>
                    <a:pt x="2989949" y="1705253"/>
                  </a:lnTo>
                  <a:lnTo>
                    <a:pt x="2990043" y="1705253"/>
                  </a:lnTo>
                  <a:lnTo>
                    <a:pt x="2990137" y="1705253"/>
                  </a:lnTo>
                  <a:lnTo>
                    <a:pt x="2990231" y="1705253"/>
                  </a:lnTo>
                  <a:lnTo>
                    <a:pt x="2990325" y="1705253"/>
                  </a:lnTo>
                  <a:lnTo>
                    <a:pt x="2990419" y="1705253"/>
                  </a:lnTo>
                  <a:lnTo>
                    <a:pt x="2990513" y="1705253"/>
                  </a:lnTo>
                  <a:lnTo>
                    <a:pt x="2990607" y="1705253"/>
                  </a:lnTo>
                  <a:lnTo>
                    <a:pt x="2990701" y="1705253"/>
                  </a:lnTo>
                  <a:lnTo>
                    <a:pt x="2990795" y="1705253"/>
                  </a:lnTo>
                  <a:lnTo>
                    <a:pt x="2990889" y="1705253"/>
                  </a:lnTo>
                  <a:lnTo>
                    <a:pt x="2990983" y="1705253"/>
                  </a:lnTo>
                  <a:lnTo>
                    <a:pt x="2991077" y="1705253"/>
                  </a:lnTo>
                  <a:lnTo>
                    <a:pt x="2991171" y="1705253"/>
                  </a:lnTo>
                  <a:lnTo>
                    <a:pt x="2991265" y="1705253"/>
                  </a:lnTo>
                  <a:lnTo>
                    <a:pt x="2991360" y="1705253"/>
                  </a:lnTo>
                  <a:lnTo>
                    <a:pt x="2991454" y="1705253"/>
                  </a:lnTo>
                  <a:lnTo>
                    <a:pt x="2991548" y="1705253"/>
                  </a:lnTo>
                  <a:lnTo>
                    <a:pt x="2991642" y="1705253"/>
                  </a:lnTo>
                  <a:lnTo>
                    <a:pt x="2991736" y="1705253"/>
                  </a:lnTo>
                  <a:lnTo>
                    <a:pt x="2991830" y="1705253"/>
                  </a:lnTo>
                  <a:lnTo>
                    <a:pt x="2991924" y="1705253"/>
                  </a:lnTo>
                  <a:lnTo>
                    <a:pt x="2992018" y="1705253"/>
                  </a:lnTo>
                  <a:lnTo>
                    <a:pt x="2992112" y="1705253"/>
                  </a:lnTo>
                  <a:lnTo>
                    <a:pt x="2992206" y="1705253"/>
                  </a:lnTo>
                  <a:lnTo>
                    <a:pt x="2992300" y="1705253"/>
                  </a:lnTo>
                  <a:lnTo>
                    <a:pt x="2992394" y="1705253"/>
                  </a:lnTo>
                  <a:lnTo>
                    <a:pt x="2992488" y="1705253"/>
                  </a:lnTo>
                  <a:lnTo>
                    <a:pt x="2992582" y="1705253"/>
                  </a:lnTo>
                  <a:lnTo>
                    <a:pt x="2992676" y="1705253"/>
                  </a:lnTo>
                  <a:lnTo>
                    <a:pt x="2992770" y="1705253"/>
                  </a:lnTo>
                  <a:lnTo>
                    <a:pt x="2992864" y="1705253"/>
                  </a:lnTo>
                  <a:lnTo>
                    <a:pt x="2992958" y="1705253"/>
                  </a:lnTo>
                  <a:lnTo>
                    <a:pt x="2993052" y="1705253"/>
                  </a:lnTo>
                  <a:lnTo>
                    <a:pt x="2993146" y="1705253"/>
                  </a:lnTo>
                  <a:lnTo>
                    <a:pt x="2993240" y="1705253"/>
                  </a:lnTo>
                  <a:lnTo>
                    <a:pt x="2993334" y="1705253"/>
                  </a:lnTo>
                  <a:lnTo>
                    <a:pt x="2993428" y="1705253"/>
                  </a:lnTo>
                  <a:lnTo>
                    <a:pt x="2993522" y="1705253"/>
                  </a:lnTo>
                  <a:lnTo>
                    <a:pt x="2993616" y="1705253"/>
                  </a:lnTo>
                  <a:lnTo>
                    <a:pt x="2993710" y="1705253"/>
                  </a:lnTo>
                  <a:lnTo>
                    <a:pt x="2993804" y="1705253"/>
                  </a:lnTo>
                  <a:lnTo>
                    <a:pt x="2993898" y="1705253"/>
                  </a:lnTo>
                  <a:lnTo>
                    <a:pt x="2993992" y="1705253"/>
                  </a:lnTo>
                  <a:lnTo>
                    <a:pt x="2994086" y="1705253"/>
                  </a:lnTo>
                  <a:lnTo>
                    <a:pt x="2994180" y="1705253"/>
                  </a:lnTo>
                  <a:lnTo>
                    <a:pt x="2994274" y="1705253"/>
                  </a:lnTo>
                  <a:lnTo>
                    <a:pt x="2994368" y="1705253"/>
                  </a:lnTo>
                  <a:lnTo>
                    <a:pt x="2994462" y="1705253"/>
                  </a:lnTo>
                  <a:lnTo>
                    <a:pt x="2994556" y="1705253"/>
                  </a:lnTo>
                  <a:lnTo>
                    <a:pt x="2994650" y="1705253"/>
                  </a:lnTo>
                  <a:lnTo>
                    <a:pt x="2994744" y="1705253"/>
                  </a:lnTo>
                  <a:lnTo>
                    <a:pt x="2994839" y="1705253"/>
                  </a:lnTo>
                  <a:lnTo>
                    <a:pt x="2994933" y="1705253"/>
                  </a:lnTo>
                  <a:lnTo>
                    <a:pt x="2995027" y="1705253"/>
                  </a:lnTo>
                  <a:lnTo>
                    <a:pt x="2995121" y="1705253"/>
                  </a:lnTo>
                  <a:lnTo>
                    <a:pt x="2995215" y="1705253"/>
                  </a:lnTo>
                  <a:lnTo>
                    <a:pt x="2995309" y="1705253"/>
                  </a:lnTo>
                  <a:lnTo>
                    <a:pt x="2995403" y="1705253"/>
                  </a:lnTo>
                  <a:lnTo>
                    <a:pt x="2995497" y="1705253"/>
                  </a:lnTo>
                  <a:lnTo>
                    <a:pt x="2995591" y="1705253"/>
                  </a:lnTo>
                  <a:lnTo>
                    <a:pt x="2995685" y="1705253"/>
                  </a:lnTo>
                  <a:lnTo>
                    <a:pt x="2995779" y="1705253"/>
                  </a:lnTo>
                  <a:lnTo>
                    <a:pt x="2995873" y="1705253"/>
                  </a:lnTo>
                  <a:lnTo>
                    <a:pt x="2995967" y="1705253"/>
                  </a:lnTo>
                  <a:lnTo>
                    <a:pt x="2996061" y="1705253"/>
                  </a:lnTo>
                  <a:lnTo>
                    <a:pt x="2996155" y="1705253"/>
                  </a:lnTo>
                  <a:lnTo>
                    <a:pt x="2996249" y="1705253"/>
                  </a:lnTo>
                  <a:lnTo>
                    <a:pt x="2996343" y="1705253"/>
                  </a:lnTo>
                  <a:lnTo>
                    <a:pt x="2996437" y="1705253"/>
                  </a:lnTo>
                  <a:lnTo>
                    <a:pt x="2996531" y="1705253"/>
                  </a:lnTo>
                  <a:lnTo>
                    <a:pt x="2996625" y="1705253"/>
                  </a:lnTo>
                  <a:lnTo>
                    <a:pt x="2996719" y="1705253"/>
                  </a:lnTo>
                  <a:lnTo>
                    <a:pt x="2996813" y="1705253"/>
                  </a:lnTo>
                  <a:lnTo>
                    <a:pt x="2996907" y="1705253"/>
                  </a:lnTo>
                  <a:lnTo>
                    <a:pt x="2997001" y="1705253"/>
                  </a:lnTo>
                  <a:lnTo>
                    <a:pt x="2997095" y="1705253"/>
                  </a:lnTo>
                  <a:lnTo>
                    <a:pt x="2997189" y="1705253"/>
                  </a:lnTo>
                  <a:lnTo>
                    <a:pt x="2997283" y="1705253"/>
                  </a:lnTo>
                  <a:lnTo>
                    <a:pt x="2997377" y="1705253"/>
                  </a:lnTo>
                  <a:lnTo>
                    <a:pt x="2997471" y="1705253"/>
                  </a:lnTo>
                  <a:lnTo>
                    <a:pt x="2997565" y="1705253"/>
                  </a:lnTo>
                  <a:lnTo>
                    <a:pt x="2997659" y="1705253"/>
                  </a:lnTo>
                  <a:lnTo>
                    <a:pt x="2997753" y="1705253"/>
                  </a:lnTo>
                  <a:lnTo>
                    <a:pt x="2997847" y="1705253"/>
                  </a:lnTo>
                  <a:lnTo>
                    <a:pt x="2997941" y="1705253"/>
                  </a:lnTo>
                  <a:lnTo>
                    <a:pt x="2998035" y="1705253"/>
                  </a:lnTo>
                  <a:lnTo>
                    <a:pt x="2998129" y="1705253"/>
                  </a:lnTo>
                  <a:lnTo>
                    <a:pt x="2998223" y="1705253"/>
                  </a:lnTo>
                  <a:lnTo>
                    <a:pt x="2998317" y="1705253"/>
                  </a:lnTo>
                  <a:lnTo>
                    <a:pt x="2998412" y="1705253"/>
                  </a:lnTo>
                  <a:lnTo>
                    <a:pt x="2998506" y="1705253"/>
                  </a:lnTo>
                  <a:lnTo>
                    <a:pt x="2998600" y="1705253"/>
                  </a:lnTo>
                  <a:lnTo>
                    <a:pt x="2998694" y="1705253"/>
                  </a:lnTo>
                  <a:lnTo>
                    <a:pt x="2998788" y="1705253"/>
                  </a:lnTo>
                  <a:lnTo>
                    <a:pt x="2998882" y="1705253"/>
                  </a:lnTo>
                  <a:lnTo>
                    <a:pt x="2998976" y="1705253"/>
                  </a:lnTo>
                  <a:lnTo>
                    <a:pt x="2999070" y="1705253"/>
                  </a:lnTo>
                  <a:lnTo>
                    <a:pt x="2999164" y="1705253"/>
                  </a:lnTo>
                  <a:lnTo>
                    <a:pt x="2999258" y="1705253"/>
                  </a:lnTo>
                  <a:lnTo>
                    <a:pt x="2999352" y="1705253"/>
                  </a:lnTo>
                  <a:lnTo>
                    <a:pt x="2999446" y="1705253"/>
                  </a:lnTo>
                  <a:lnTo>
                    <a:pt x="2999540" y="1705253"/>
                  </a:lnTo>
                  <a:lnTo>
                    <a:pt x="2999634" y="1705253"/>
                  </a:lnTo>
                  <a:lnTo>
                    <a:pt x="2999634" y="1699973"/>
                  </a:lnTo>
                  <a:lnTo>
                    <a:pt x="2999728" y="1699973"/>
                  </a:lnTo>
                  <a:lnTo>
                    <a:pt x="2999822" y="1699973"/>
                  </a:lnTo>
                  <a:lnTo>
                    <a:pt x="2999916" y="1699973"/>
                  </a:lnTo>
                  <a:lnTo>
                    <a:pt x="3000010" y="1699973"/>
                  </a:lnTo>
                  <a:lnTo>
                    <a:pt x="3000104" y="1699973"/>
                  </a:lnTo>
                  <a:lnTo>
                    <a:pt x="3000198" y="1699973"/>
                  </a:lnTo>
                  <a:lnTo>
                    <a:pt x="3000292" y="1699973"/>
                  </a:lnTo>
                  <a:lnTo>
                    <a:pt x="3000386" y="1699973"/>
                  </a:lnTo>
                  <a:lnTo>
                    <a:pt x="3000480" y="1699973"/>
                  </a:lnTo>
                  <a:lnTo>
                    <a:pt x="3000574" y="1699973"/>
                  </a:lnTo>
                  <a:lnTo>
                    <a:pt x="3000668" y="1699973"/>
                  </a:lnTo>
                  <a:lnTo>
                    <a:pt x="3000762" y="1699973"/>
                  </a:lnTo>
                  <a:lnTo>
                    <a:pt x="3000856" y="1699973"/>
                  </a:lnTo>
                  <a:lnTo>
                    <a:pt x="3000950" y="1699973"/>
                  </a:lnTo>
                  <a:lnTo>
                    <a:pt x="3001044" y="1699973"/>
                  </a:lnTo>
                  <a:lnTo>
                    <a:pt x="3001138" y="1699973"/>
                  </a:lnTo>
                  <a:lnTo>
                    <a:pt x="3001232" y="1699973"/>
                  </a:lnTo>
                  <a:lnTo>
                    <a:pt x="3001326" y="1699973"/>
                  </a:lnTo>
                  <a:lnTo>
                    <a:pt x="3001420" y="1699973"/>
                  </a:lnTo>
                  <a:lnTo>
                    <a:pt x="3001514" y="1699973"/>
                  </a:lnTo>
                  <a:lnTo>
                    <a:pt x="3001608" y="1699973"/>
                  </a:lnTo>
                  <a:lnTo>
                    <a:pt x="3001702" y="1699973"/>
                  </a:lnTo>
                  <a:lnTo>
                    <a:pt x="3001796" y="1699973"/>
                  </a:lnTo>
                  <a:lnTo>
                    <a:pt x="3001890" y="1699973"/>
                  </a:lnTo>
                  <a:lnTo>
                    <a:pt x="3001985" y="1699973"/>
                  </a:lnTo>
                  <a:lnTo>
                    <a:pt x="3002079" y="1699973"/>
                  </a:lnTo>
                  <a:lnTo>
                    <a:pt x="3002173" y="1699973"/>
                  </a:lnTo>
                  <a:lnTo>
                    <a:pt x="3002267" y="1699973"/>
                  </a:lnTo>
                  <a:lnTo>
                    <a:pt x="3002361" y="1699973"/>
                  </a:lnTo>
                  <a:lnTo>
                    <a:pt x="3002455" y="1699973"/>
                  </a:lnTo>
                  <a:lnTo>
                    <a:pt x="3002549" y="1699973"/>
                  </a:lnTo>
                  <a:lnTo>
                    <a:pt x="3002643" y="1699973"/>
                  </a:lnTo>
                  <a:lnTo>
                    <a:pt x="3002737" y="1699973"/>
                  </a:lnTo>
                  <a:lnTo>
                    <a:pt x="3002831" y="1699973"/>
                  </a:lnTo>
                  <a:lnTo>
                    <a:pt x="3002925" y="1699973"/>
                  </a:lnTo>
                  <a:lnTo>
                    <a:pt x="3003019" y="1699973"/>
                  </a:lnTo>
                  <a:lnTo>
                    <a:pt x="3003113" y="1699973"/>
                  </a:lnTo>
                  <a:lnTo>
                    <a:pt x="3003207" y="1699973"/>
                  </a:lnTo>
                  <a:lnTo>
                    <a:pt x="3003301" y="1699973"/>
                  </a:lnTo>
                  <a:lnTo>
                    <a:pt x="3003395" y="1699973"/>
                  </a:lnTo>
                  <a:lnTo>
                    <a:pt x="3003489" y="1699973"/>
                  </a:lnTo>
                  <a:lnTo>
                    <a:pt x="3003583" y="1699973"/>
                  </a:lnTo>
                  <a:lnTo>
                    <a:pt x="3003677" y="1699973"/>
                  </a:lnTo>
                  <a:lnTo>
                    <a:pt x="3003771" y="1699973"/>
                  </a:lnTo>
                  <a:lnTo>
                    <a:pt x="3003865" y="1699973"/>
                  </a:lnTo>
                  <a:lnTo>
                    <a:pt x="3003959" y="1699973"/>
                  </a:lnTo>
                  <a:lnTo>
                    <a:pt x="3004053" y="1699973"/>
                  </a:lnTo>
                  <a:lnTo>
                    <a:pt x="3004147" y="1699973"/>
                  </a:lnTo>
                  <a:lnTo>
                    <a:pt x="3004241" y="1699973"/>
                  </a:lnTo>
                  <a:lnTo>
                    <a:pt x="3004335" y="1699973"/>
                  </a:lnTo>
                  <a:lnTo>
                    <a:pt x="3004429" y="1699973"/>
                  </a:lnTo>
                  <a:lnTo>
                    <a:pt x="3004523" y="1699973"/>
                  </a:lnTo>
                  <a:lnTo>
                    <a:pt x="3004617" y="1699973"/>
                  </a:lnTo>
                  <a:lnTo>
                    <a:pt x="3004711" y="1699973"/>
                  </a:lnTo>
                  <a:lnTo>
                    <a:pt x="3004805" y="1699973"/>
                  </a:lnTo>
                  <a:lnTo>
                    <a:pt x="3004899" y="1699973"/>
                  </a:lnTo>
                  <a:lnTo>
                    <a:pt x="3004899" y="1694694"/>
                  </a:lnTo>
                  <a:lnTo>
                    <a:pt x="3004993" y="1694694"/>
                  </a:lnTo>
                  <a:lnTo>
                    <a:pt x="3005087" y="1694694"/>
                  </a:lnTo>
                  <a:lnTo>
                    <a:pt x="3005181" y="1694694"/>
                  </a:lnTo>
                  <a:lnTo>
                    <a:pt x="3005275" y="1694694"/>
                  </a:lnTo>
                  <a:lnTo>
                    <a:pt x="3005369" y="1694694"/>
                  </a:lnTo>
                  <a:lnTo>
                    <a:pt x="3005464" y="1694694"/>
                  </a:lnTo>
                  <a:lnTo>
                    <a:pt x="3005558" y="1694694"/>
                  </a:lnTo>
                  <a:lnTo>
                    <a:pt x="3005652" y="1694694"/>
                  </a:lnTo>
                  <a:lnTo>
                    <a:pt x="3005746" y="1694694"/>
                  </a:lnTo>
                  <a:lnTo>
                    <a:pt x="3005840" y="1694694"/>
                  </a:lnTo>
                  <a:lnTo>
                    <a:pt x="3005934" y="1694694"/>
                  </a:lnTo>
                  <a:lnTo>
                    <a:pt x="3006028" y="1694694"/>
                  </a:lnTo>
                  <a:lnTo>
                    <a:pt x="3006122" y="1694694"/>
                  </a:lnTo>
                  <a:lnTo>
                    <a:pt x="3006216" y="1694694"/>
                  </a:lnTo>
                  <a:lnTo>
                    <a:pt x="3006310" y="1694694"/>
                  </a:lnTo>
                  <a:lnTo>
                    <a:pt x="3006404" y="1694694"/>
                  </a:lnTo>
                  <a:lnTo>
                    <a:pt x="3006498" y="1694694"/>
                  </a:lnTo>
                  <a:lnTo>
                    <a:pt x="3006592" y="1694694"/>
                  </a:lnTo>
                  <a:lnTo>
                    <a:pt x="3006686" y="1694694"/>
                  </a:lnTo>
                  <a:lnTo>
                    <a:pt x="3006780" y="1694694"/>
                  </a:lnTo>
                  <a:lnTo>
                    <a:pt x="3006874" y="1694694"/>
                  </a:lnTo>
                  <a:lnTo>
                    <a:pt x="3006968" y="1694694"/>
                  </a:lnTo>
                  <a:lnTo>
                    <a:pt x="3007062" y="1694694"/>
                  </a:lnTo>
                  <a:lnTo>
                    <a:pt x="3007156" y="1694694"/>
                  </a:lnTo>
                  <a:lnTo>
                    <a:pt x="3007250" y="1694694"/>
                  </a:lnTo>
                  <a:lnTo>
                    <a:pt x="3007344" y="1694694"/>
                  </a:lnTo>
                  <a:lnTo>
                    <a:pt x="3007438" y="1694694"/>
                  </a:lnTo>
                  <a:lnTo>
                    <a:pt x="3007532" y="1694694"/>
                  </a:lnTo>
                  <a:lnTo>
                    <a:pt x="3007626" y="1694694"/>
                  </a:lnTo>
                  <a:lnTo>
                    <a:pt x="3007720" y="1694694"/>
                  </a:lnTo>
                  <a:lnTo>
                    <a:pt x="3007814" y="1694694"/>
                  </a:lnTo>
                  <a:lnTo>
                    <a:pt x="3007908" y="1694694"/>
                  </a:lnTo>
                  <a:lnTo>
                    <a:pt x="3008002" y="1694694"/>
                  </a:lnTo>
                  <a:lnTo>
                    <a:pt x="3008096" y="1694694"/>
                  </a:lnTo>
                  <a:lnTo>
                    <a:pt x="3008190" y="1694694"/>
                  </a:lnTo>
                  <a:lnTo>
                    <a:pt x="3008284" y="1694694"/>
                  </a:lnTo>
                  <a:lnTo>
                    <a:pt x="3008378" y="1694694"/>
                  </a:lnTo>
                  <a:lnTo>
                    <a:pt x="3008472" y="1694694"/>
                  </a:lnTo>
                  <a:lnTo>
                    <a:pt x="3008566" y="1694694"/>
                  </a:lnTo>
                  <a:lnTo>
                    <a:pt x="3008660" y="1694694"/>
                  </a:lnTo>
                  <a:lnTo>
                    <a:pt x="3008754" y="1694694"/>
                  </a:lnTo>
                  <a:lnTo>
                    <a:pt x="3008848" y="1694694"/>
                  </a:lnTo>
                  <a:lnTo>
                    <a:pt x="3008942" y="1694694"/>
                  </a:lnTo>
                  <a:lnTo>
                    <a:pt x="3009037" y="1694694"/>
                  </a:lnTo>
                  <a:lnTo>
                    <a:pt x="3009131" y="1694694"/>
                  </a:lnTo>
                  <a:lnTo>
                    <a:pt x="3009225" y="1694694"/>
                  </a:lnTo>
                  <a:lnTo>
                    <a:pt x="3009319" y="1694694"/>
                  </a:lnTo>
                  <a:lnTo>
                    <a:pt x="3009413" y="1694694"/>
                  </a:lnTo>
                  <a:lnTo>
                    <a:pt x="3009507" y="1694694"/>
                  </a:lnTo>
                  <a:lnTo>
                    <a:pt x="3009601" y="1694694"/>
                  </a:lnTo>
                  <a:lnTo>
                    <a:pt x="3009695" y="1694694"/>
                  </a:lnTo>
                  <a:lnTo>
                    <a:pt x="3009789" y="1694694"/>
                  </a:lnTo>
                  <a:lnTo>
                    <a:pt x="3009883" y="1694694"/>
                  </a:lnTo>
                  <a:lnTo>
                    <a:pt x="3009977" y="1694694"/>
                  </a:lnTo>
                  <a:lnTo>
                    <a:pt x="3010071" y="1694694"/>
                  </a:lnTo>
                  <a:lnTo>
                    <a:pt x="3010165" y="1694694"/>
                  </a:lnTo>
                  <a:lnTo>
                    <a:pt x="3010259" y="1694694"/>
                  </a:lnTo>
                  <a:lnTo>
                    <a:pt x="3010353" y="1694694"/>
                  </a:lnTo>
                  <a:lnTo>
                    <a:pt x="3010447" y="1694694"/>
                  </a:lnTo>
                  <a:lnTo>
                    <a:pt x="3010541" y="1694694"/>
                  </a:lnTo>
                  <a:lnTo>
                    <a:pt x="3010635" y="1694694"/>
                  </a:lnTo>
                  <a:lnTo>
                    <a:pt x="3010729" y="1694694"/>
                  </a:lnTo>
                  <a:lnTo>
                    <a:pt x="3010823" y="1694694"/>
                  </a:lnTo>
                  <a:lnTo>
                    <a:pt x="3010917" y="1694694"/>
                  </a:lnTo>
                  <a:lnTo>
                    <a:pt x="3011011" y="1694694"/>
                  </a:lnTo>
                  <a:lnTo>
                    <a:pt x="3011105" y="1694694"/>
                  </a:lnTo>
                  <a:lnTo>
                    <a:pt x="3011199" y="1694694"/>
                  </a:lnTo>
                  <a:lnTo>
                    <a:pt x="3011293" y="1694694"/>
                  </a:lnTo>
                  <a:lnTo>
                    <a:pt x="3011387" y="1694694"/>
                  </a:lnTo>
                  <a:lnTo>
                    <a:pt x="3011481" y="1694694"/>
                  </a:lnTo>
                  <a:lnTo>
                    <a:pt x="3011575" y="1694694"/>
                  </a:lnTo>
                  <a:lnTo>
                    <a:pt x="3011669" y="1694694"/>
                  </a:lnTo>
                  <a:lnTo>
                    <a:pt x="3011763" y="1694694"/>
                  </a:lnTo>
                  <a:lnTo>
                    <a:pt x="3011857" y="1694694"/>
                  </a:lnTo>
                  <a:lnTo>
                    <a:pt x="3011951" y="1694694"/>
                  </a:lnTo>
                  <a:lnTo>
                    <a:pt x="3012045" y="1694694"/>
                  </a:lnTo>
                  <a:lnTo>
                    <a:pt x="3012139" y="1694694"/>
                  </a:lnTo>
                  <a:lnTo>
                    <a:pt x="3012233" y="1694694"/>
                  </a:lnTo>
                  <a:lnTo>
                    <a:pt x="3012327" y="1694694"/>
                  </a:lnTo>
                  <a:lnTo>
                    <a:pt x="3012421" y="1694694"/>
                  </a:lnTo>
                  <a:lnTo>
                    <a:pt x="3012515" y="1694694"/>
                  </a:lnTo>
                  <a:lnTo>
                    <a:pt x="3012610" y="1694694"/>
                  </a:lnTo>
                  <a:lnTo>
                    <a:pt x="3012704" y="1694694"/>
                  </a:lnTo>
                  <a:lnTo>
                    <a:pt x="3012798" y="1694694"/>
                  </a:lnTo>
                  <a:lnTo>
                    <a:pt x="3012892" y="1694694"/>
                  </a:lnTo>
                  <a:lnTo>
                    <a:pt x="3012986" y="1694694"/>
                  </a:lnTo>
                  <a:lnTo>
                    <a:pt x="3013080" y="1694694"/>
                  </a:lnTo>
                  <a:lnTo>
                    <a:pt x="3013174" y="1694694"/>
                  </a:lnTo>
                  <a:lnTo>
                    <a:pt x="3013268" y="1694694"/>
                  </a:lnTo>
                  <a:lnTo>
                    <a:pt x="3013362" y="1694694"/>
                  </a:lnTo>
                  <a:lnTo>
                    <a:pt x="3013456" y="1694694"/>
                  </a:lnTo>
                  <a:lnTo>
                    <a:pt x="3013550" y="1694694"/>
                  </a:lnTo>
                  <a:lnTo>
                    <a:pt x="3013644" y="1694694"/>
                  </a:lnTo>
                  <a:lnTo>
                    <a:pt x="3013738" y="1694694"/>
                  </a:lnTo>
                  <a:lnTo>
                    <a:pt x="3013832" y="1694694"/>
                  </a:lnTo>
                  <a:lnTo>
                    <a:pt x="3013926" y="1694694"/>
                  </a:lnTo>
                  <a:lnTo>
                    <a:pt x="3014020" y="1694694"/>
                  </a:lnTo>
                  <a:lnTo>
                    <a:pt x="3014114" y="1694694"/>
                  </a:lnTo>
                  <a:lnTo>
                    <a:pt x="3014208" y="1694694"/>
                  </a:lnTo>
                  <a:lnTo>
                    <a:pt x="3014302" y="1694694"/>
                  </a:lnTo>
                  <a:lnTo>
                    <a:pt x="3014396" y="1694694"/>
                  </a:lnTo>
                  <a:lnTo>
                    <a:pt x="3014490" y="1694694"/>
                  </a:lnTo>
                  <a:lnTo>
                    <a:pt x="3014584" y="1694694"/>
                  </a:lnTo>
                  <a:lnTo>
                    <a:pt x="3014678" y="1694694"/>
                  </a:lnTo>
                  <a:lnTo>
                    <a:pt x="3014772" y="1694694"/>
                  </a:lnTo>
                  <a:lnTo>
                    <a:pt x="3014866" y="1694694"/>
                  </a:lnTo>
                  <a:lnTo>
                    <a:pt x="3014960" y="1694694"/>
                  </a:lnTo>
                  <a:lnTo>
                    <a:pt x="3015054" y="1694694"/>
                  </a:lnTo>
                  <a:lnTo>
                    <a:pt x="3015148" y="1694694"/>
                  </a:lnTo>
                  <a:lnTo>
                    <a:pt x="3015242" y="1694694"/>
                  </a:lnTo>
                  <a:lnTo>
                    <a:pt x="3015336" y="1694694"/>
                  </a:lnTo>
                  <a:lnTo>
                    <a:pt x="3015430" y="1694694"/>
                  </a:lnTo>
                  <a:lnTo>
                    <a:pt x="3015524" y="1694694"/>
                  </a:lnTo>
                  <a:lnTo>
                    <a:pt x="3015618" y="1694694"/>
                  </a:lnTo>
                  <a:lnTo>
                    <a:pt x="3015712" y="1694694"/>
                  </a:lnTo>
                  <a:lnTo>
                    <a:pt x="3015806" y="1694694"/>
                  </a:lnTo>
                  <a:lnTo>
                    <a:pt x="3015900" y="1694694"/>
                  </a:lnTo>
                  <a:lnTo>
                    <a:pt x="3015994" y="1694694"/>
                  </a:lnTo>
                  <a:lnTo>
                    <a:pt x="3016089" y="1694694"/>
                  </a:lnTo>
                  <a:lnTo>
                    <a:pt x="3016183" y="1694694"/>
                  </a:lnTo>
                  <a:lnTo>
                    <a:pt x="3016277" y="1694694"/>
                  </a:lnTo>
                  <a:lnTo>
                    <a:pt x="3016371" y="1694694"/>
                  </a:lnTo>
                  <a:lnTo>
                    <a:pt x="3016465" y="1694694"/>
                  </a:lnTo>
                  <a:lnTo>
                    <a:pt x="3016559" y="1694694"/>
                  </a:lnTo>
                  <a:lnTo>
                    <a:pt x="3016653" y="1694694"/>
                  </a:lnTo>
                  <a:lnTo>
                    <a:pt x="3016747" y="1694694"/>
                  </a:lnTo>
                  <a:lnTo>
                    <a:pt x="3016841" y="1694694"/>
                  </a:lnTo>
                  <a:lnTo>
                    <a:pt x="3016935" y="1694694"/>
                  </a:lnTo>
                  <a:lnTo>
                    <a:pt x="3017029" y="1694694"/>
                  </a:lnTo>
                  <a:lnTo>
                    <a:pt x="3017123" y="1694694"/>
                  </a:lnTo>
                  <a:lnTo>
                    <a:pt x="3017217" y="1694694"/>
                  </a:lnTo>
                  <a:lnTo>
                    <a:pt x="3017311" y="1694694"/>
                  </a:lnTo>
                  <a:lnTo>
                    <a:pt x="3017405" y="1694694"/>
                  </a:lnTo>
                  <a:lnTo>
                    <a:pt x="3017499" y="1694694"/>
                  </a:lnTo>
                  <a:lnTo>
                    <a:pt x="3017593" y="1694694"/>
                  </a:lnTo>
                  <a:lnTo>
                    <a:pt x="3017687" y="1694694"/>
                  </a:lnTo>
                  <a:lnTo>
                    <a:pt x="3017781" y="1694694"/>
                  </a:lnTo>
                  <a:lnTo>
                    <a:pt x="3017875" y="1694694"/>
                  </a:lnTo>
                  <a:lnTo>
                    <a:pt x="3017969" y="1694694"/>
                  </a:lnTo>
                  <a:lnTo>
                    <a:pt x="3018063" y="1694694"/>
                  </a:lnTo>
                  <a:lnTo>
                    <a:pt x="3018157" y="1694694"/>
                  </a:lnTo>
                  <a:lnTo>
                    <a:pt x="3018251" y="1694694"/>
                  </a:lnTo>
                  <a:lnTo>
                    <a:pt x="3018345" y="1694694"/>
                  </a:lnTo>
                  <a:lnTo>
                    <a:pt x="3018439" y="1694694"/>
                  </a:lnTo>
                  <a:lnTo>
                    <a:pt x="3018533" y="1694694"/>
                  </a:lnTo>
                  <a:lnTo>
                    <a:pt x="3018627" y="1694694"/>
                  </a:lnTo>
                  <a:lnTo>
                    <a:pt x="3018721" y="1694694"/>
                  </a:lnTo>
                  <a:lnTo>
                    <a:pt x="3018815" y="1694694"/>
                  </a:lnTo>
                  <a:lnTo>
                    <a:pt x="3018909" y="1694694"/>
                  </a:lnTo>
                  <a:lnTo>
                    <a:pt x="3019003" y="1694694"/>
                  </a:lnTo>
                  <a:lnTo>
                    <a:pt x="3019097" y="1694694"/>
                  </a:lnTo>
                  <a:lnTo>
                    <a:pt x="3019191" y="1694694"/>
                  </a:lnTo>
                  <a:lnTo>
                    <a:pt x="3019285" y="1694694"/>
                  </a:lnTo>
                  <a:lnTo>
                    <a:pt x="3019379" y="1694694"/>
                  </a:lnTo>
                  <a:lnTo>
                    <a:pt x="3019473" y="1694694"/>
                  </a:lnTo>
                  <a:lnTo>
                    <a:pt x="3019567" y="1694694"/>
                  </a:lnTo>
                  <a:lnTo>
                    <a:pt x="3019662" y="1694694"/>
                  </a:lnTo>
                  <a:lnTo>
                    <a:pt x="3019756" y="1694694"/>
                  </a:lnTo>
                  <a:lnTo>
                    <a:pt x="3019850" y="1694694"/>
                  </a:lnTo>
                  <a:lnTo>
                    <a:pt x="3019944" y="1694694"/>
                  </a:lnTo>
                  <a:lnTo>
                    <a:pt x="3020038" y="1694694"/>
                  </a:lnTo>
                  <a:lnTo>
                    <a:pt x="3020132" y="1694694"/>
                  </a:lnTo>
                  <a:lnTo>
                    <a:pt x="3020226" y="1694694"/>
                  </a:lnTo>
                  <a:lnTo>
                    <a:pt x="3020320" y="1694694"/>
                  </a:lnTo>
                  <a:lnTo>
                    <a:pt x="3020414" y="1694694"/>
                  </a:lnTo>
                  <a:lnTo>
                    <a:pt x="3020508" y="1694694"/>
                  </a:lnTo>
                  <a:lnTo>
                    <a:pt x="3020602" y="1694694"/>
                  </a:lnTo>
                  <a:lnTo>
                    <a:pt x="3020696" y="1694694"/>
                  </a:lnTo>
                  <a:lnTo>
                    <a:pt x="3020790" y="1694694"/>
                  </a:lnTo>
                  <a:lnTo>
                    <a:pt x="3020884" y="1694694"/>
                  </a:lnTo>
                  <a:lnTo>
                    <a:pt x="3020978" y="1694694"/>
                  </a:lnTo>
                  <a:lnTo>
                    <a:pt x="3021072" y="1694694"/>
                  </a:lnTo>
                  <a:lnTo>
                    <a:pt x="3021166" y="1694694"/>
                  </a:lnTo>
                  <a:lnTo>
                    <a:pt x="3021260" y="1694694"/>
                  </a:lnTo>
                  <a:lnTo>
                    <a:pt x="3021354" y="1694694"/>
                  </a:lnTo>
                  <a:lnTo>
                    <a:pt x="3021448" y="1694694"/>
                  </a:lnTo>
                  <a:lnTo>
                    <a:pt x="3021542" y="1694694"/>
                  </a:lnTo>
                  <a:lnTo>
                    <a:pt x="3021636" y="1694694"/>
                  </a:lnTo>
                  <a:lnTo>
                    <a:pt x="3021730" y="1694694"/>
                  </a:lnTo>
                  <a:lnTo>
                    <a:pt x="3021824" y="1694694"/>
                  </a:lnTo>
                  <a:lnTo>
                    <a:pt x="3021918" y="1694694"/>
                  </a:lnTo>
                  <a:lnTo>
                    <a:pt x="3022012" y="1694694"/>
                  </a:lnTo>
                  <a:lnTo>
                    <a:pt x="3022106" y="1694694"/>
                  </a:lnTo>
                  <a:lnTo>
                    <a:pt x="3022200" y="1694694"/>
                  </a:lnTo>
                  <a:lnTo>
                    <a:pt x="3022294" y="1694694"/>
                  </a:lnTo>
                  <a:lnTo>
                    <a:pt x="3022388" y="1694694"/>
                  </a:lnTo>
                  <a:lnTo>
                    <a:pt x="3022482" y="1694694"/>
                  </a:lnTo>
                  <a:lnTo>
                    <a:pt x="3022576" y="1694694"/>
                  </a:lnTo>
                  <a:lnTo>
                    <a:pt x="3022670" y="1694694"/>
                  </a:lnTo>
                  <a:lnTo>
                    <a:pt x="3022764" y="1694694"/>
                  </a:lnTo>
                  <a:lnTo>
                    <a:pt x="3022858" y="1694694"/>
                  </a:lnTo>
                  <a:lnTo>
                    <a:pt x="3022952" y="1694694"/>
                  </a:lnTo>
                  <a:lnTo>
                    <a:pt x="3023046" y="1694694"/>
                  </a:lnTo>
                  <a:lnTo>
                    <a:pt x="3023140" y="1694694"/>
                  </a:lnTo>
                  <a:lnTo>
                    <a:pt x="3023235" y="1694694"/>
                  </a:lnTo>
                  <a:lnTo>
                    <a:pt x="3023329" y="1694694"/>
                  </a:lnTo>
                  <a:lnTo>
                    <a:pt x="3023423" y="1694694"/>
                  </a:lnTo>
                  <a:lnTo>
                    <a:pt x="3023517" y="1694694"/>
                  </a:lnTo>
                  <a:lnTo>
                    <a:pt x="3023611" y="1694694"/>
                  </a:lnTo>
                  <a:lnTo>
                    <a:pt x="3023705" y="1694694"/>
                  </a:lnTo>
                  <a:lnTo>
                    <a:pt x="3023799" y="1694694"/>
                  </a:lnTo>
                  <a:lnTo>
                    <a:pt x="3023893" y="1694694"/>
                  </a:lnTo>
                  <a:lnTo>
                    <a:pt x="3023987" y="1694694"/>
                  </a:lnTo>
                  <a:lnTo>
                    <a:pt x="3024081" y="1694694"/>
                  </a:lnTo>
                  <a:lnTo>
                    <a:pt x="3024175" y="1694694"/>
                  </a:lnTo>
                  <a:lnTo>
                    <a:pt x="3024269" y="1694694"/>
                  </a:lnTo>
                  <a:lnTo>
                    <a:pt x="3024363" y="1694694"/>
                  </a:lnTo>
                  <a:lnTo>
                    <a:pt x="3024457" y="1694694"/>
                  </a:lnTo>
                  <a:lnTo>
                    <a:pt x="3024551" y="1694694"/>
                  </a:lnTo>
                  <a:lnTo>
                    <a:pt x="3024645" y="1694694"/>
                  </a:lnTo>
                  <a:lnTo>
                    <a:pt x="3024739" y="1694694"/>
                  </a:lnTo>
                  <a:lnTo>
                    <a:pt x="3024833" y="1694694"/>
                  </a:lnTo>
                  <a:lnTo>
                    <a:pt x="3024927" y="1694694"/>
                  </a:lnTo>
                  <a:lnTo>
                    <a:pt x="3025021" y="1694694"/>
                  </a:lnTo>
                  <a:lnTo>
                    <a:pt x="3025115" y="1694694"/>
                  </a:lnTo>
                  <a:lnTo>
                    <a:pt x="3025209" y="1694694"/>
                  </a:lnTo>
                  <a:lnTo>
                    <a:pt x="3025303" y="1694694"/>
                  </a:lnTo>
                  <a:lnTo>
                    <a:pt x="3025397" y="1694694"/>
                  </a:lnTo>
                  <a:lnTo>
                    <a:pt x="3025491" y="1694694"/>
                  </a:lnTo>
                  <a:lnTo>
                    <a:pt x="3025585" y="1694694"/>
                  </a:lnTo>
                  <a:lnTo>
                    <a:pt x="3025679" y="1694694"/>
                  </a:lnTo>
                  <a:lnTo>
                    <a:pt x="3025773" y="1694694"/>
                  </a:lnTo>
                  <a:lnTo>
                    <a:pt x="3025867" y="1694694"/>
                  </a:lnTo>
                  <a:lnTo>
                    <a:pt x="3025961" y="1694694"/>
                  </a:lnTo>
                  <a:lnTo>
                    <a:pt x="3026055" y="1694694"/>
                  </a:lnTo>
                  <a:lnTo>
                    <a:pt x="3026149" y="1694694"/>
                  </a:lnTo>
                  <a:lnTo>
                    <a:pt x="3026243" y="1694694"/>
                  </a:lnTo>
                  <a:lnTo>
                    <a:pt x="3026337" y="1694694"/>
                  </a:lnTo>
                  <a:lnTo>
                    <a:pt x="3026431" y="1694694"/>
                  </a:lnTo>
                  <a:lnTo>
                    <a:pt x="3026525" y="1694694"/>
                  </a:lnTo>
                  <a:lnTo>
                    <a:pt x="3026619" y="1694694"/>
                  </a:lnTo>
                  <a:lnTo>
                    <a:pt x="3026713" y="1694694"/>
                  </a:lnTo>
                  <a:lnTo>
                    <a:pt x="3026808" y="1694694"/>
                  </a:lnTo>
                  <a:lnTo>
                    <a:pt x="3026902" y="1694694"/>
                  </a:lnTo>
                  <a:lnTo>
                    <a:pt x="3026996" y="1694694"/>
                  </a:lnTo>
                  <a:lnTo>
                    <a:pt x="3027090" y="1694694"/>
                  </a:lnTo>
                  <a:lnTo>
                    <a:pt x="3027184" y="1694694"/>
                  </a:lnTo>
                  <a:lnTo>
                    <a:pt x="3027278" y="1694694"/>
                  </a:lnTo>
                  <a:lnTo>
                    <a:pt x="3027372" y="1694694"/>
                  </a:lnTo>
                  <a:lnTo>
                    <a:pt x="3027466" y="1694694"/>
                  </a:lnTo>
                  <a:lnTo>
                    <a:pt x="3027560" y="1694694"/>
                  </a:lnTo>
                  <a:lnTo>
                    <a:pt x="3027654" y="1694694"/>
                  </a:lnTo>
                  <a:lnTo>
                    <a:pt x="3027748" y="1694694"/>
                  </a:lnTo>
                  <a:lnTo>
                    <a:pt x="3027842" y="1694694"/>
                  </a:lnTo>
                  <a:lnTo>
                    <a:pt x="3027936" y="1694694"/>
                  </a:lnTo>
                  <a:lnTo>
                    <a:pt x="3028030" y="1694694"/>
                  </a:lnTo>
                  <a:lnTo>
                    <a:pt x="3028124" y="1694694"/>
                  </a:lnTo>
                  <a:lnTo>
                    <a:pt x="3028218" y="1694694"/>
                  </a:lnTo>
                  <a:lnTo>
                    <a:pt x="3028312" y="1694694"/>
                  </a:lnTo>
                  <a:lnTo>
                    <a:pt x="3028406" y="1694694"/>
                  </a:lnTo>
                  <a:lnTo>
                    <a:pt x="3028500" y="1694694"/>
                  </a:lnTo>
                  <a:lnTo>
                    <a:pt x="3028594" y="1694694"/>
                  </a:lnTo>
                  <a:lnTo>
                    <a:pt x="3028688" y="1694694"/>
                  </a:lnTo>
                  <a:lnTo>
                    <a:pt x="3028782" y="1694694"/>
                  </a:lnTo>
                  <a:lnTo>
                    <a:pt x="3028782" y="1689414"/>
                  </a:lnTo>
                  <a:lnTo>
                    <a:pt x="3028876" y="1689414"/>
                  </a:lnTo>
                  <a:lnTo>
                    <a:pt x="3028970" y="1689414"/>
                  </a:lnTo>
                  <a:lnTo>
                    <a:pt x="3029064" y="1689414"/>
                  </a:lnTo>
                  <a:lnTo>
                    <a:pt x="3029158" y="1689414"/>
                  </a:lnTo>
                  <a:lnTo>
                    <a:pt x="3029252" y="1689414"/>
                  </a:lnTo>
                  <a:lnTo>
                    <a:pt x="3029346" y="1689414"/>
                  </a:lnTo>
                  <a:lnTo>
                    <a:pt x="3029440" y="1689414"/>
                  </a:lnTo>
                  <a:lnTo>
                    <a:pt x="3029534" y="1689414"/>
                  </a:lnTo>
                  <a:lnTo>
                    <a:pt x="3029628" y="1689414"/>
                  </a:lnTo>
                  <a:lnTo>
                    <a:pt x="3029722" y="1689414"/>
                  </a:lnTo>
                  <a:lnTo>
                    <a:pt x="3029816" y="1689414"/>
                  </a:lnTo>
                  <a:lnTo>
                    <a:pt x="3029910" y="1689414"/>
                  </a:lnTo>
                  <a:lnTo>
                    <a:pt x="3030004" y="1689414"/>
                  </a:lnTo>
                  <a:lnTo>
                    <a:pt x="3030098" y="1689414"/>
                  </a:lnTo>
                  <a:lnTo>
                    <a:pt x="3030192" y="1689414"/>
                  </a:lnTo>
                  <a:lnTo>
                    <a:pt x="3030287" y="1689414"/>
                  </a:lnTo>
                  <a:lnTo>
                    <a:pt x="3030381" y="1689414"/>
                  </a:lnTo>
                  <a:lnTo>
                    <a:pt x="3030475" y="1689414"/>
                  </a:lnTo>
                  <a:lnTo>
                    <a:pt x="3030569" y="1689414"/>
                  </a:lnTo>
                  <a:lnTo>
                    <a:pt x="3030663" y="1689414"/>
                  </a:lnTo>
                  <a:lnTo>
                    <a:pt x="3030757" y="1689414"/>
                  </a:lnTo>
                  <a:lnTo>
                    <a:pt x="3030851" y="1689414"/>
                  </a:lnTo>
                  <a:lnTo>
                    <a:pt x="3030945" y="1689414"/>
                  </a:lnTo>
                  <a:lnTo>
                    <a:pt x="3031039" y="1689414"/>
                  </a:lnTo>
                  <a:lnTo>
                    <a:pt x="3031133" y="1689414"/>
                  </a:lnTo>
                  <a:lnTo>
                    <a:pt x="3031227" y="1689414"/>
                  </a:lnTo>
                  <a:lnTo>
                    <a:pt x="3031321" y="1689414"/>
                  </a:lnTo>
                  <a:lnTo>
                    <a:pt x="3031415" y="1689414"/>
                  </a:lnTo>
                  <a:lnTo>
                    <a:pt x="3031509" y="1689414"/>
                  </a:lnTo>
                  <a:lnTo>
                    <a:pt x="3031603" y="1689414"/>
                  </a:lnTo>
                  <a:lnTo>
                    <a:pt x="3031697" y="1689414"/>
                  </a:lnTo>
                  <a:lnTo>
                    <a:pt x="3031791" y="1689414"/>
                  </a:lnTo>
                  <a:lnTo>
                    <a:pt x="3031885" y="1689414"/>
                  </a:lnTo>
                  <a:lnTo>
                    <a:pt x="3031979" y="1689414"/>
                  </a:lnTo>
                  <a:lnTo>
                    <a:pt x="3032073" y="1689414"/>
                  </a:lnTo>
                  <a:lnTo>
                    <a:pt x="3032167" y="1689414"/>
                  </a:lnTo>
                  <a:lnTo>
                    <a:pt x="3032261" y="1689414"/>
                  </a:lnTo>
                  <a:lnTo>
                    <a:pt x="3032355" y="1689414"/>
                  </a:lnTo>
                  <a:lnTo>
                    <a:pt x="3032449" y="1689414"/>
                  </a:lnTo>
                  <a:lnTo>
                    <a:pt x="3032543" y="1689414"/>
                  </a:lnTo>
                  <a:lnTo>
                    <a:pt x="3032637" y="1689414"/>
                  </a:lnTo>
                  <a:lnTo>
                    <a:pt x="3032731" y="1689414"/>
                  </a:lnTo>
                  <a:lnTo>
                    <a:pt x="3032825" y="1689414"/>
                  </a:lnTo>
                  <a:lnTo>
                    <a:pt x="3032919" y="1689414"/>
                  </a:lnTo>
                  <a:lnTo>
                    <a:pt x="3032919" y="1684135"/>
                  </a:lnTo>
                  <a:lnTo>
                    <a:pt x="3033013" y="1684135"/>
                  </a:lnTo>
                  <a:lnTo>
                    <a:pt x="3033107" y="1684135"/>
                  </a:lnTo>
                  <a:lnTo>
                    <a:pt x="3033201" y="1684135"/>
                  </a:lnTo>
                  <a:lnTo>
                    <a:pt x="3033295" y="1684135"/>
                  </a:lnTo>
                  <a:lnTo>
                    <a:pt x="3033389" y="1684135"/>
                  </a:lnTo>
                  <a:lnTo>
                    <a:pt x="3033483" y="1684135"/>
                  </a:lnTo>
                  <a:lnTo>
                    <a:pt x="3033577" y="1684135"/>
                  </a:lnTo>
                  <a:lnTo>
                    <a:pt x="3033671" y="1684135"/>
                  </a:lnTo>
                  <a:lnTo>
                    <a:pt x="3033765" y="1684135"/>
                  </a:lnTo>
                  <a:lnTo>
                    <a:pt x="3033860" y="1684135"/>
                  </a:lnTo>
                  <a:lnTo>
                    <a:pt x="3033954" y="1684135"/>
                  </a:lnTo>
                  <a:lnTo>
                    <a:pt x="3034048" y="1684135"/>
                  </a:lnTo>
                  <a:lnTo>
                    <a:pt x="3034142" y="1684135"/>
                  </a:lnTo>
                  <a:lnTo>
                    <a:pt x="3034236" y="1684135"/>
                  </a:lnTo>
                  <a:lnTo>
                    <a:pt x="3034330" y="1684135"/>
                  </a:lnTo>
                  <a:lnTo>
                    <a:pt x="3034424" y="1684135"/>
                  </a:lnTo>
                  <a:lnTo>
                    <a:pt x="3034518" y="1684135"/>
                  </a:lnTo>
                  <a:lnTo>
                    <a:pt x="3034612" y="1684135"/>
                  </a:lnTo>
                  <a:lnTo>
                    <a:pt x="3034706" y="1684135"/>
                  </a:lnTo>
                  <a:lnTo>
                    <a:pt x="3034800" y="1684135"/>
                  </a:lnTo>
                  <a:lnTo>
                    <a:pt x="3034894" y="1684135"/>
                  </a:lnTo>
                  <a:lnTo>
                    <a:pt x="3034988" y="1684135"/>
                  </a:lnTo>
                  <a:lnTo>
                    <a:pt x="3035082" y="1684135"/>
                  </a:lnTo>
                  <a:lnTo>
                    <a:pt x="3035176" y="1684135"/>
                  </a:lnTo>
                  <a:lnTo>
                    <a:pt x="3035270" y="1684135"/>
                  </a:lnTo>
                  <a:lnTo>
                    <a:pt x="3035364" y="1684135"/>
                  </a:lnTo>
                  <a:lnTo>
                    <a:pt x="3035458" y="1684135"/>
                  </a:lnTo>
                  <a:lnTo>
                    <a:pt x="3035552" y="1684135"/>
                  </a:lnTo>
                  <a:lnTo>
                    <a:pt x="3035646" y="1684135"/>
                  </a:lnTo>
                  <a:lnTo>
                    <a:pt x="3035740" y="1684135"/>
                  </a:lnTo>
                  <a:lnTo>
                    <a:pt x="3035834" y="1684135"/>
                  </a:lnTo>
                  <a:lnTo>
                    <a:pt x="3035928" y="1684135"/>
                  </a:lnTo>
                  <a:lnTo>
                    <a:pt x="3036022" y="1684135"/>
                  </a:lnTo>
                  <a:lnTo>
                    <a:pt x="3036116" y="1684135"/>
                  </a:lnTo>
                  <a:lnTo>
                    <a:pt x="3036210" y="1684135"/>
                  </a:lnTo>
                  <a:lnTo>
                    <a:pt x="3036304" y="1684135"/>
                  </a:lnTo>
                  <a:lnTo>
                    <a:pt x="3036398" y="1684135"/>
                  </a:lnTo>
                  <a:lnTo>
                    <a:pt x="3036492" y="1684135"/>
                  </a:lnTo>
                  <a:lnTo>
                    <a:pt x="3036586" y="1684135"/>
                  </a:lnTo>
                  <a:lnTo>
                    <a:pt x="3036680" y="1684135"/>
                  </a:lnTo>
                  <a:lnTo>
                    <a:pt x="3036774" y="1684135"/>
                  </a:lnTo>
                  <a:lnTo>
                    <a:pt x="3036868" y="1684135"/>
                  </a:lnTo>
                  <a:lnTo>
                    <a:pt x="3036962" y="1684135"/>
                  </a:lnTo>
                  <a:lnTo>
                    <a:pt x="3037056" y="1684135"/>
                  </a:lnTo>
                  <a:lnTo>
                    <a:pt x="3037150" y="1684135"/>
                  </a:lnTo>
                  <a:lnTo>
                    <a:pt x="3037244" y="1684135"/>
                  </a:lnTo>
                  <a:lnTo>
                    <a:pt x="3037338" y="1684135"/>
                  </a:lnTo>
                  <a:lnTo>
                    <a:pt x="3037433" y="1684135"/>
                  </a:lnTo>
                  <a:lnTo>
                    <a:pt x="3037527" y="1684135"/>
                  </a:lnTo>
                  <a:lnTo>
                    <a:pt x="3037621" y="1684135"/>
                  </a:lnTo>
                  <a:lnTo>
                    <a:pt x="3037715" y="1684135"/>
                  </a:lnTo>
                  <a:lnTo>
                    <a:pt x="3037809" y="1684135"/>
                  </a:lnTo>
                  <a:lnTo>
                    <a:pt x="3037903" y="1684135"/>
                  </a:lnTo>
                  <a:lnTo>
                    <a:pt x="3037997" y="1684135"/>
                  </a:lnTo>
                  <a:lnTo>
                    <a:pt x="3038091" y="1684135"/>
                  </a:lnTo>
                  <a:lnTo>
                    <a:pt x="3038185" y="1684135"/>
                  </a:lnTo>
                  <a:lnTo>
                    <a:pt x="3038279" y="1684135"/>
                  </a:lnTo>
                  <a:lnTo>
                    <a:pt x="3038373" y="1684135"/>
                  </a:lnTo>
                  <a:lnTo>
                    <a:pt x="3038467" y="1684135"/>
                  </a:lnTo>
                  <a:lnTo>
                    <a:pt x="3038561" y="1684135"/>
                  </a:lnTo>
                  <a:lnTo>
                    <a:pt x="3038655" y="1684135"/>
                  </a:lnTo>
                  <a:lnTo>
                    <a:pt x="3038749" y="1684135"/>
                  </a:lnTo>
                  <a:lnTo>
                    <a:pt x="3038843" y="1684135"/>
                  </a:lnTo>
                  <a:lnTo>
                    <a:pt x="3038937" y="1684135"/>
                  </a:lnTo>
                  <a:lnTo>
                    <a:pt x="3039031" y="1684135"/>
                  </a:lnTo>
                  <a:lnTo>
                    <a:pt x="3039125" y="1684135"/>
                  </a:lnTo>
                  <a:lnTo>
                    <a:pt x="3039219" y="1684135"/>
                  </a:lnTo>
                  <a:lnTo>
                    <a:pt x="3039313" y="1684135"/>
                  </a:lnTo>
                  <a:lnTo>
                    <a:pt x="3039407" y="1684135"/>
                  </a:lnTo>
                  <a:lnTo>
                    <a:pt x="3039501" y="1684135"/>
                  </a:lnTo>
                  <a:lnTo>
                    <a:pt x="3039595" y="1684135"/>
                  </a:lnTo>
                  <a:lnTo>
                    <a:pt x="3039689" y="1684135"/>
                  </a:lnTo>
                  <a:lnTo>
                    <a:pt x="3039783" y="1684135"/>
                  </a:lnTo>
                  <a:lnTo>
                    <a:pt x="3039877" y="1684135"/>
                  </a:lnTo>
                  <a:lnTo>
                    <a:pt x="3039971" y="1684135"/>
                  </a:lnTo>
                  <a:lnTo>
                    <a:pt x="3040065" y="1684135"/>
                  </a:lnTo>
                  <a:lnTo>
                    <a:pt x="3040159" y="1684135"/>
                  </a:lnTo>
                  <a:lnTo>
                    <a:pt x="3040253" y="1684135"/>
                  </a:lnTo>
                  <a:lnTo>
                    <a:pt x="3040347" y="1684135"/>
                  </a:lnTo>
                  <a:lnTo>
                    <a:pt x="3040441" y="1684135"/>
                  </a:lnTo>
                  <a:lnTo>
                    <a:pt x="3040535" y="1684135"/>
                  </a:lnTo>
                  <a:lnTo>
                    <a:pt x="3040629" y="1684135"/>
                  </a:lnTo>
                  <a:lnTo>
                    <a:pt x="3040723" y="1684135"/>
                  </a:lnTo>
                  <a:lnTo>
                    <a:pt x="3040817" y="1684135"/>
                  </a:lnTo>
                  <a:lnTo>
                    <a:pt x="3040912" y="1684135"/>
                  </a:lnTo>
                  <a:lnTo>
                    <a:pt x="3041006" y="1684135"/>
                  </a:lnTo>
                  <a:lnTo>
                    <a:pt x="3041100" y="1684135"/>
                  </a:lnTo>
                  <a:lnTo>
                    <a:pt x="3041194" y="1684135"/>
                  </a:lnTo>
                  <a:lnTo>
                    <a:pt x="3041288" y="1684135"/>
                  </a:lnTo>
                  <a:lnTo>
                    <a:pt x="3041382" y="1684135"/>
                  </a:lnTo>
                  <a:lnTo>
                    <a:pt x="3041476" y="1684135"/>
                  </a:lnTo>
                  <a:lnTo>
                    <a:pt x="3041570" y="1684135"/>
                  </a:lnTo>
                  <a:lnTo>
                    <a:pt x="3041664" y="1684135"/>
                  </a:lnTo>
                  <a:lnTo>
                    <a:pt x="3041758" y="1684135"/>
                  </a:lnTo>
                  <a:lnTo>
                    <a:pt x="3041852" y="1684135"/>
                  </a:lnTo>
                  <a:lnTo>
                    <a:pt x="3041946" y="1684135"/>
                  </a:lnTo>
                  <a:lnTo>
                    <a:pt x="3042040" y="1684135"/>
                  </a:lnTo>
                  <a:lnTo>
                    <a:pt x="3042134" y="1684135"/>
                  </a:lnTo>
                  <a:lnTo>
                    <a:pt x="3042228" y="1684135"/>
                  </a:lnTo>
                  <a:lnTo>
                    <a:pt x="3042322" y="1684135"/>
                  </a:lnTo>
                  <a:lnTo>
                    <a:pt x="3042416" y="1684135"/>
                  </a:lnTo>
                  <a:lnTo>
                    <a:pt x="3042510" y="1684135"/>
                  </a:lnTo>
                  <a:lnTo>
                    <a:pt x="3042604" y="1684135"/>
                  </a:lnTo>
                  <a:lnTo>
                    <a:pt x="3042698" y="1684135"/>
                  </a:lnTo>
                  <a:lnTo>
                    <a:pt x="3042792" y="1684135"/>
                  </a:lnTo>
                  <a:lnTo>
                    <a:pt x="3042886" y="1684135"/>
                  </a:lnTo>
                  <a:lnTo>
                    <a:pt x="3042980" y="1684135"/>
                  </a:lnTo>
                  <a:lnTo>
                    <a:pt x="3043074" y="1684135"/>
                  </a:lnTo>
                  <a:lnTo>
                    <a:pt x="3043168" y="1684135"/>
                  </a:lnTo>
                  <a:lnTo>
                    <a:pt x="3043262" y="1684135"/>
                  </a:lnTo>
                  <a:lnTo>
                    <a:pt x="3043356" y="1684135"/>
                  </a:lnTo>
                  <a:lnTo>
                    <a:pt x="3043450" y="1684135"/>
                  </a:lnTo>
                  <a:lnTo>
                    <a:pt x="3043544" y="1684135"/>
                  </a:lnTo>
                  <a:lnTo>
                    <a:pt x="3043638" y="1684135"/>
                  </a:lnTo>
                  <a:lnTo>
                    <a:pt x="3043732" y="1684135"/>
                  </a:lnTo>
                  <a:lnTo>
                    <a:pt x="3043826" y="1684135"/>
                  </a:lnTo>
                  <a:lnTo>
                    <a:pt x="3043920" y="1684135"/>
                  </a:lnTo>
                  <a:lnTo>
                    <a:pt x="3044014" y="1684135"/>
                  </a:lnTo>
                  <a:lnTo>
                    <a:pt x="3044108" y="1684135"/>
                  </a:lnTo>
                  <a:lnTo>
                    <a:pt x="3044202" y="1684135"/>
                  </a:lnTo>
                  <a:lnTo>
                    <a:pt x="3044296" y="1684135"/>
                  </a:lnTo>
                  <a:lnTo>
                    <a:pt x="3044390" y="1684135"/>
                  </a:lnTo>
                  <a:lnTo>
                    <a:pt x="3044485" y="1684135"/>
                  </a:lnTo>
                  <a:lnTo>
                    <a:pt x="3044579" y="1684135"/>
                  </a:lnTo>
                  <a:lnTo>
                    <a:pt x="3044673" y="1684135"/>
                  </a:lnTo>
                  <a:lnTo>
                    <a:pt x="3044767" y="1684135"/>
                  </a:lnTo>
                  <a:lnTo>
                    <a:pt x="3044861" y="1684135"/>
                  </a:lnTo>
                  <a:lnTo>
                    <a:pt x="3044955" y="1684135"/>
                  </a:lnTo>
                  <a:lnTo>
                    <a:pt x="3045049" y="1684135"/>
                  </a:lnTo>
                  <a:lnTo>
                    <a:pt x="3045143" y="1684135"/>
                  </a:lnTo>
                  <a:lnTo>
                    <a:pt x="3045237" y="1684135"/>
                  </a:lnTo>
                  <a:lnTo>
                    <a:pt x="3045331" y="1684135"/>
                  </a:lnTo>
                  <a:lnTo>
                    <a:pt x="3045425" y="1684135"/>
                  </a:lnTo>
                  <a:lnTo>
                    <a:pt x="3045519" y="1684135"/>
                  </a:lnTo>
                  <a:lnTo>
                    <a:pt x="3045613" y="1684135"/>
                  </a:lnTo>
                  <a:lnTo>
                    <a:pt x="3045707" y="1684135"/>
                  </a:lnTo>
                  <a:lnTo>
                    <a:pt x="3045801" y="1684135"/>
                  </a:lnTo>
                  <a:lnTo>
                    <a:pt x="3045895" y="1684135"/>
                  </a:lnTo>
                  <a:lnTo>
                    <a:pt x="3045989" y="1684135"/>
                  </a:lnTo>
                  <a:lnTo>
                    <a:pt x="3046083" y="1684135"/>
                  </a:lnTo>
                  <a:lnTo>
                    <a:pt x="3046177" y="1684135"/>
                  </a:lnTo>
                  <a:lnTo>
                    <a:pt x="3046271" y="1684135"/>
                  </a:lnTo>
                  <a:lnTo>
                    <a:pt x="3046365" y="1684135"/>
                  </a:lnTo>
                  <a:lnTo>
                    <a:pt x="3046459" y="1684135"/>
                  </a:lnTo>
                  <a:lnTo>
                    <a:pt x="3046553" y="1684135"/>
                  </a:lnTo>
                  <a:lnTo>
                    <a:pt x="3046647" y="1684135"/>
                  </a:lnTo>
                  <a:lnTo>
                    <a:pt x="3046741" y="1684135"/>
                  </a:lnTo>
                  <a:lnTo>
                    <a:pt x="3046835" y="1684135"/>
                  </a:lnTo>
                  <a:lnTo>
                    <a:pt x="3046929" y="1684135"/>
                  </a:lnTo>
                  <a:lnTo>
                    <a:pt x="3047023" y="1684135"/>
                  </a:lnTo>
                  <a:lnTo>
                    <a:pt x="3047117" y="1684135"/>
                  </a:lnTo>
                  <a:lnTo>
                    <a:pt x="3047211" y="1684135"/>
                  </a:lnTo>
                  <a:lnTo>
                    <a:pt x="3047305" y="1684135"/>
                  </a:lnTo>
                  <a:lnTo>
                    <a:pt x="3047399" y="1684135"/>
                  </a:lnTo>
                  <a:lnTo>
                    <a:pt x="3047493" y="1684135"/>
                  </a:lnTo>
                  <a:lnTo>
                    <a:pt x="3047587" y="1684135"/>
                  </a:lnTo>
                  <a:lnTo>
                    <a:pt x="3047681" y="1684135"/>
                  </a:lnTo>
                  <a:lnTo>
                    <a:pt x="3047775" y="1684135"/>
                  </a:lnTo>
                  <a:lnTo>
                    <a:pt x="3047869" y="1684135"/>
                  </a:lnTo>
                  <a:lnTo>
                    <a:pt x="3047963" y="1684135"/>
                  </a:lnTo>
                  <a:lnTo>
                    <a:pt x="3048058" y="1684135"/>
                  </a:lnTo>
                  <a:lnTo>
                    <a:pt x="3048152" y="1684135"/>
                  </a:lnTo>
                  <a:lnTo>
                    <a:pt x="3048246" y="1684135"/>
                  </a:lnTo>
                  <a:lnTo>
                    <a:pt x="3048340" y="1684135"/>
                  </a:lnTo>
                  <a:lnTo>
                    <a:pt x="3048434" y="1684135"/>
                  </a:lnTo>
                  <a:lnTo>
                    <a:pt x="3048528" y="1684135"/>
                  </a:lnTo>
                  <a:lnTo>
                    <a:pt x="3048622" y="1684135"/>
                  </a:lnTo>
                  <a:lnTo>
                    <a:pt x="3048716" y="1684135"/>
                  </a:lnTo>
                  <a:lnTo>
                    <a:pt x="3048810" y="1684135"/>
                  </a:lnTo>
                  <a:lnTo>
                    <a:pt x="3048904" y="1684135"/>
                  </a:lnTo>
                  <a:lnTo>
                    <a:pt x="3048998" y="1684135"/>
                  </a:lnTo>
                  <a:lnTo>
                    <a:pt x="3049092" y="1684135"/>
                  </a:lnTo>
                  <a:lnTo>
                    <a:pt x="3049186" y="1684135"/>
                  </a:lnTo>
                  <a:lnTo>
                    <a:pt x="3049280" y="1684135"/>
                  </a:lnTo>
                  <a:lnTo>
                    <a:pt x="3049280" y="1678855"/>
                  </a:lnTo>
                  <a:lnTo>
                    <a:pt x="3049374" y="1678855"/>
                  </a:lnTo>
                  <a:lnTo>
                    <a:pt x="3049468" y="1678855"/>
                  </a:lnTo>
                  <a:lnTo>
                    <a:pt x="3049562" y="1678855"/>
                  </a:lnTo>
                  <a:lnTo>
                    <a:pt x="3049656" y="1678855"/>
                  </a:lnTo>
                  <a:lnTo>
                    <a:pt x="3049750" y="1678855"/>
                  </a:lnTo>
                  <a:lnTo>
                    <a:pt x="3049844" y="1678855"/>
                  </a:lnTo>
                  <a:lnTo>
                    <a:pt x="3049938" y="1678855"/>
                  </a:lnTo>
                  <a:lnTo>
                    <a:pt x="3050032" y="1678855"/>
                  </a:lnTo>
                  <a:lnTo>
                    <a:pt x="3050126" y="1678855"/>
                  </a:lnTo>
                  <a:lnTo>
                    <a:pt x="3050220" y="1678855"/>
                  </a:lnTo>
                  <a:lnTo>
                    <a:pt x="3050314" y="1678855"/>
                  </a:lnTo>
                  <a:lnTo>
                    <a:pt x="3050408" y="1678855"/>
                  </a:lnTo>
                  <a:lnTo>
                    <a:pt x="3050502" y="1678855"/>
                  </a:lnTo>
                  <a:lnTo>
                    <a:pt x="3050596" y="1678855"/>
                  </a:lnTo>
                  <a:lnTo>
                    <a:pt x="3050690" y="1678855"/>
                  </a:lnTo>
                  <a:lnTo>
                    <a:pt x="3050784" y="1678855"/>
                  </a:lnTo>
                  <a:lnTo>
                    <a:pt x="3050878" y="1678855"/>
                  </a:lnTo>
                  <a:lnTo>
                    <a:pt x="3050972" y="1678855"/>
                  </a:lnTo>
                  <a:lnTo>
                    <a:pt x="3051066" y="1678855"/>
                  </a:lnTo>
                  <a:lnTo>
                    <a:pt x="3051160" y="1678855"/>
                  </a:lnTo>
                  <a:lnTo>
                    <a:pt x="3051254" y="1678855"/>
                  </a:lnTo>
                  <a:lnTo>
                    <a:pt x="3051348" y="1678855"/>
                  </a:lnTo>
                  <a:lnTo>
                    <a:pt x="3051442" y="1678855"/>
                  </a:lnTo>
                  <a:lnTo>
                    <a:pt x="3051537" y="1678855"/>
                  </a:lnTo>
                  <a:lnTo>
                    <a:pt x="3051631" y="1678855"/>
                  </a:lnTo>
                  <a:lnTo>
                    <a:pt x="3051725" y="1678855"/>
                  </a:lnTo>
                  <a:lnTo>
                    <a:pt x="3051819" y="1678855"/>
                  </a:lnTo>
                  <a:lnTo>
                    <a:pt x="3051913" y="1678855"/>
                  </a:lnTo>
                  <a:lnTo>
                    <a:pt x="3052007" y="1678855"/>
                  </a:lnTo>
                  <a:lnTo>
                    <a:pt x="3052101" y="1678855"/>
                  </a:lnTo>
                  <a:lnTo>
                    <a:pt x="3052195" y="1678855"/>
                  </a:lnTo>
                  <a:lnTo>
                    <a:pt x="3052289" y="1678855"/>
                  </a:lnTo>
                  <a:lnTo>
                    <a:pt x="3052383" y="1678855"/>
                  </a:lnTo>
                  <a:lnTo>
                    <a:pt x="3052477" y="1678855"/>
                  </a:lnTo>
                  <a:lnTo>
                    <a:pt x="3052571" y="1678855"/>
                  </a:lnTo>
                  <a:lnTo>
                    <a:pt x="3052665" y="1678855"/>
                  </a:lnTo>
                  <a:lnTo>
                    <a:pt x="3052759" y="1678855"/>
                  </a:lnTo>
                  <a:lnTo>
                    <a:pt x="3052853" y="1678855"/>
                  </a:lnTo>
                  <a:lnTo>
                    <a:pt x="3052947" y="1678855"/>
                  </a:lnTo>
                  <a:lnTo>
                    <a:pt x="3053041" y="1678855"/>
                  </a:lnTo>
                  <a:lnTo>
                    <a:pt x="3053135" y="1678855"/>
                  </a:lnTo>
                  <a:lnTo>
                    <a:pt x="3053229" y="1678855"/>
                  </a:lnTo>
                  <a:lnTo>
                    <a:pt x="3053323" y="1678855"/>
                  </a:lnTo>
                  <a:lnTo>
                    <a:pt x="3053417" y="1678855"/>
                  </a:lnTo>
                  <a:lnTo>
                    <a:pt x="3053511" y="1678855"/>
                  </a:lnTo>
                  <a:lnTo>
                    <a:pt x="3053605" y="1678855"/>
                  </a:lnTo>
                  <a:lnTo>
                    <a:pt x="3053699" y="1678855"/>
                  </a:lnTo>
                  <a:lnTo>
                    <a:pt x="3053793" y="1678855"/>
                  </a:lnTo>
                  <a:lnTo>
                    <a:pt x="3053887" y="1678855"/>
                  </a:lnTo>
                  <a:lnTo>
                    <a:pt x="3053981" y="1678855"/>
                  </a:lnTo>
                  <a:lnTo>
                    <a:pt x="3054075" y="1678855"/>
                  </a:lnTo>
                  <a:lnTo>
                    <a:pt x="3054169" y="1678855"/>
                  </a:lnTo>
                  <a:lnTo>
                    <a:pt x="3054169" y="1673576"/>
                  </a:lnTo>
                  <a:lnTo>
                    <a:pt x="3054263" y="1673576"/>
                  </a:lnTo>
                  <a:lnTo>
                    <a:pt x="3054357" y="1673576"/>
                  </a:lnTo>
                  <a:lnTo>
                    <a:pt x="3054451" y="1673576"/>
                  </a:lnTo>
                  <a:lnTo>
                    <a:pt x="3054545" y="1673576"/>
                  </a:lnTo>
                  <a:lnTo>
                    <a:pt x="3054639" y="1673576"/>
                  </a:lnTo>
                  <a:lnTo>
                    <a:pt x="3054733" y="1673576"/>
                  </a:lnTo>
                  <a:lnTo>
                    <a:pt x="3054827" y="1673576"/>
                  </a:lnTo>
                  <a:lnTo>
                    <a:pt x="3054921" y="1673576"/>
                  </a:lnTo>
                  <a:lnTo>
                    <a:pt x="3055015" y="1673576"/>
                  </a:lnTo>
                  <a:lnTo>
                    <a:pt x="3055110" y="1673576"/>
                  </a:lnTo>
                  <a:lnTo>
                    <a:pt x="3055204" y="1673576"/>
                  </a:lnTo>
                  <a:lnTo>
                    <a:pt x="3055298" y="1673576"/>
                  </a:lnTo>
                  <a:lnTo>
                    <a:pt x="3055392" y="1673576"/>
                  </a:lnTo>
                  <a:lnTo>
                    <a:pt x="3055486" y="1673576"/>
                  </a:lnTo>
                  <a:lnTo>
                    <a:pt x="3055580" y="1673576"/>
                  </a:lnTo>
                  <a:lnTo>
                    <a:pt x="3055674" y="1673576"/>
                  </a:lnTo>
                  <a:lnTo>
                    <a:pt x="3055768" y="1673576"/>
                  </a:lnTo>
                  <a:lnTo>
                    <a:pt x="3055862" y="1673576"/>
                  </a:lnTo>
                  <a:lnTo>
                    <a:pt x="3055956" y="1673576"/>
                  </a:lnTo>
                  <a:lnTo>
                    <a:pt x="3056050" y="1673576"/>
                  </a:lnTo>
                  <a:lnTo>
                    <a:pt x="3056144" y="1673576"/>
                  </a:lnTo>
                  <a:lnTo>
                    <a:pt x="3056238" y="1673576"/>
                  </a:lnTo>
                  <a:lnTo>
                    <a:pt x="3056332" y="1673576"/>
                  </a:lnTo>
                  <a:lnTo>
                    <a:pt x="3056426" y="1673576"/>
                  </a:lnTo>
                  <a:lnTo>
                    <a:pt x="3056520" y="1673576"/>
                  </a:lnTo>
                  <a:lnTo>
                    <a:pt x="3056614" y="1673576"/>
                  </a:lnTo>
                  <a:lnTo>
                    <a:pt x="3056708" y="1673576"/>
                  </a:lnTo>
                  <a:lnTo>
                    <a:pt x="3056802" y="1673576"/>
                  </a:lnTo>
                  <a:lnTo>
                    <a:pt x="3056896" y="1673576"/>
                  </a:lnTo>
                  <a:lnTo>
                    <a:pt x="3056990" y="1673576"/>
                  </a:lnTo>
                  <a:lnTo>
                    <a:pt x="3057084" y="1673576"/>
                  </a:lnTo>
                  <a:lnTo>
                    <a:pt x="3057178" y="1673576"/>
                  </a:lnTo>
                  <a:lnTo>
                    <a:pt x="3057272" y="1673576"/>
                  </a:lnTo>
                  <a:lnTo>
                    <a:pt x="3057366" y="1673576"/>
                  </a:lnTo>
                  <a:lnTo>
                    <a:pt x="3057460" y="1673576"/>
                  </a:lnTo>
                  <a:lnTo>
                    <a:pt x="3057554" y="1673576"/>
                  </a:lnTo>
                  <a:lnTo>
                    <a:pt x="3057648" y="1673576"/>
                  </a:lnTo>
                  <a:lnTo>
                    <a:pt x="3057742" y="1673576"/>
                  </a:lnTo>
                  <a:lnTo>
                    <a:pt x="3057836" y="1673576"/>
                  </a:lnTo>
                  <a:lnTo>
                    <a:pt x="3057930" y="1673576"/>
                  </a:lnTo>
                  <a:lnTo>
                    <a:pt x="3058024" y="1673576"/>
                  </a:lnTo>
                  <a:lnTo>
                    <a:pt x="3058118" y="1673576"/>
                  </a:lnTo>
                  <a:lnTo>
                    <a:pt x="3058212" y="1673576"/>
                  </a:lnTo>
                  <a:lnTo>
                    <a:pt x="3058306" y="1673576"/>
                  </a:lnTo>
                  <a:lnTo>
                    <a:pt x="3058400" y="1673576"/>
                  </a:lnTo>
                  <a:lnTo>
                    <a:pt x="3058494" y="1673576"/>
                  </a:lnTo>
                  <a:lnTo>
                    <a:pt x="3058588" y="1673576"/>
                  </a:lnTo>
                  <a:lnTo>
                    <a:pt x="3058683" y="1673576"/>
                  </a:lnTo>
                  <a:lnTo>
                    <a:pt x="3058777" y="1673576"/>
                  </a:lnTo>
                  <a:lnTo>
                    <a:pt x="3058871" y="1673576"/>
                  </a:lnTo>
                  <a:lnTo>
                    <a:pt x="3058965" y="1673576"/>
                  </a:lnTo>
                  <a:lnTo>
                    <a:pt x="3059059" y="1673576"/>
                  </a:lnTo>
                  <a:lnTo>
                    <a:pt x="3059153" y="1673576"/>
                  </a:lnTo>
                  <a:lnTo>
                    <a:pt x="3059247" y="1673576"/>
                  </a:lnTo>
                  <a:lnTo>
                    <a:pt x="3059341" y="1673576"/>
                  </a:lnTo>
                  <a:lnTo>
                    <a:pt x="3059435" y="1673576"/>
                  </a:lnTo>
                  <a:lnTo>
                    <a:pt x="3059529" y="1673576"/>
                  </a:lnTo>
                  <a:lnTo>
                    <a:pt x="3059623" y="1673576"/>
                  </a:lnTo>
                  <a:lnTo>
                    <a:pt x="3059717" y="1673576"/>
                  </a:lnTo>
                  <a:lnTo>
                    <a:pt x="3059811" y="1673576"/>
                  </a:lnTo>
                  <a:lnTo>
                    <a:pt x="3059811" y="1668297"/>
                  </a:lnTo>
                  <a:lnTo>
                    <a:pt x="3059905" y="1668297"/>
                  </a:lnTo>
                  <a:lnTo>
                    <a:pt x="3059999" y="1668297"/>
                  </a:lnTo>
                  <a:lnTo>
                    <a:pt x="3060093" y="1668297"/>
                  </a:lnTo>
                  <a:lnTo>
                    <a:pt x="3060187" y="1668297"/>
                  </a:lnTo>
                  <a:lnTo>
                    <a:pt x="3060281" y="1668297"/>
                  </a:lnTo>
                  <a:lnTo>
                    <a:pt x="3060375" y="1668297"/>
                  </a:lnTo>
                  <a:lnTo>
                    <a:pt x="3060469" y="1668297"/>
                  </a:lnTo>
                  <a:lnTo>
                    <a:pt x="3060563" y="1668297"/>
                  </a:lnTo>
                  <a:lnTo>
                    <a:pt x="3060657" y="1668297"/>
                  </a:lnTo>
                  <a:lnTo>
                    <a:pt x="3060751" y="1668297"/>
                  </a:lnTo>
                  <a:lnTo>
                    <a:pt x="3060845" y="1668297"/>
                  </a:lnTo>
                  <a:lnTo>
                    <a:pt x="3060939" y="1668297"/>
                  </a:lnTo>
                  <a:lnTo>
                    <a:pt x="3061033" y="1668297"/>
                  </a:lnTo>
                  <a:lnTo>
                    <a:pt x="3061127" y="1668297"/>
                  </a:lnTo>
                  <a:lnTo>
                    <a:pt x="3061221" y="1668297"/>
                  </a:lnTo>
                  <a:lnTo>
                    <a:pt x="3061315" y="1668297"/>
                  </a:lnTo>
                  <a:lnTo>
                    <a:pt x="3061409" y="1668297"/>
                  </a:lnTo>
                  <a:lnTo>
                    <a:pt x="3061503" y="1668297"/>
                  </a:lnTo>
                  <a:lnTo>
                    <a:pt x="3061597" y="1668297"/>
                  </a:lnTo>
                  <a:lnTo>
                    <a:pt x="3061691" y="1668297"/>
                  </a:lnTo>
                  <a:lnTo>
                    <a:pt x="3061785" y="1668297"/>
                  </a:lnTo>
                  <a:lnTo>
                    <a:pt x="3061879" y="1668297"/>
                  </a:lnTo>
                  <a:lnTo>
                    <a:pt x="3061973" y="1668297"/>
                  </a:lnTo>
                  <a:lnTo>
                    <a:pt x="3062067" y="1668297"/>
                  </a:lnTo>
                  <a:lnTo>
                    <a:pt x="3062162" y="1668297"/>
                  </a:lnTo>
                  <a:lnTo>
                    <a:pt x="3062256" y="1668297"/>
                  </a:lnTo>
                  <a:lnTo>
                    <a:pt x="3062350" y="1668297"/>
                  </a:lnTo>
                  <a:lnTo>
                    <a:pt x="3062444" y="1668297"/>
                  </a:lnTo>
                  <a:lnTo>
                    <a:pt x="3062538" y="1668297"/>
                  </a:lnTo>
                  <a:lnTo>
                    <a:pt x="3062632" y="1668297"/>
                  </a:lnTo>
                  <a:lnTo>
                    <a:pt x="3062726" y="1668297"/>
                  </a:lnTo>
                  <a:lnTo>
                    <a:pt x="3062820" y="1668297"/>
                  </a:lnTo>
                  <a:lnTo>
                    <a:pt x="3062914" y="1668297"/>
                  </a:lnTo>
                  <a:lnTo>
                    <a:pt x="3063008" y="1668297"/>
                  </a:lnTo>
                  <a:lnTo>
                    <a:pt x="3063102" y="1668297"/>
                  </a:lnTo>
                  <a:lnTo>
                    <a:pt x="3063196" y="1668297"/>
                  </a:lnTo>
                  <a:lnTo>
                    <a:pt x="3063290" y="1668297"/>
                  </a:lnTo>
                  <a:lnTo>
                    <a:pt x="3063384" y="1668297"/>
                  </a:lnTo>
                  <a:lnTo>
                    <a:pt x="3063478" y="1668297"/>
                  </a:lnTo>
                  <a:lnTo>
                    <a:pt x="3063572" y="1668297"/>
                  </a:lnTo>
                  <a:lnTo>
                    <a:pt x="3063572" y="1663017"/>
                  </a:lnTo>
                  <a:lnTo>
                    <a:pt x="3063666" y="1663017"/>
                  </a:lnTo>
                  <a:lnTo>
                    <a:pt x="3063760" y="1663017"/>
                  </a:lnTo>
                  <a:lnTo>
                    <a:pt x="3063854" y="1663017"/>
                  </a:lnTo>
                  <a:lnTo>
                    <a:pt x="3063948" y="1663017"/>
                  </a:lnTo>
                  <a:lnTo>
                    <a:pt x="3064042" y="1663017"/>
                  </a:lnTo>
                  <a:lnTo>
                    <a:pt x="3064136" y="1663017"/>
                  </a:lnTo>
                  <a:lnTo>
                    <a:pt x="3064230" y="1663017"/>
                  </a:lnTo>
                  <a:lnTo>
                    <a:pt x="3064324" y="1663017"/>
                  </a:lnTo>
                  <a:lnTo>
                    <a:pt x="3064418" y="1663017"/>
                  </a:lnTo>
                  <a:lnTo>
                    <a:pt x="3064512" y="1663017"/>
                  </a:lnTo>
                  <a:lnTo>
                    <a:pt x="3064606" y="1663017"/>
                  </a:lnTo>
                  <a:lnTo>
                    <a:pt x="3064700" y="1663017"/>
                  </a:lnTo>
                  <a:lnTo>
                    <a:pt x="3064794" y="1663017"/>
                  </a:lnTo>
                  <a:lnTo>
                    <a:pt x="3064888" y="1663017"/>
                  </a:lnTo>
                  <a:lnTo>
                    <a:pt x="3064982" y="1663017"/>
                  </a:lnTo>
                  <a:lnTo>
                    <a:pt x="3065076" y="1663017"/>
                  </a:lnTo>
                  <a:lnTo>
                    <a:pt x="3065170" y="1663017"/>
                  </a:lnTo>
                  <a:lnTo>
                    <a:pt x="3065264" y="1663017"/>
                  </a:lnTo>
                  <a:lnTo>
                    <a:pt x="3065358" y="1663017"/>
                  </a:lnTo>
                  <a:lnTo>
                    <a:pt x="3065452" y="1663017"/>
                  </a:lnTo>
                  <a:lnTo>
                    <a:pt x="3065546" y="1663017"/>
                  </a:lnTo>
                  <a:lnTo>
                    <a:pt x="3065640" y="1663017"/>
                  </a:lnTo>
                  <a:lnTo>
                    <a:pt x="3065735" y="1663017"/>
                  </a:lnTo>
                  <a:lnTo>
                    <a:pt x="3065829" y="1663017"/>
                  </a:lnTo>
                  <a:lnTo>
                    <a:pt x="3065923" y="1663017"/>
                  </a:lnTo>
                  <a:lnTo>
                    <a:pt x="3066017" y="1663017"/>
                  </a:lnTo>
                  <a:lnTo>
                    <a:pt x="3066111" y="1663017"/>
                  </a:lnTo>
                  <a:lnTo>
                    <a:pt x="3066205" y="1663017"/>
                  </a:lnTo>
                  <a:lnTo>
                    <a:pt x="3066299" y="1663017"/>
                  </a:lnTo>
                  <a:lnTo>
                    <a:pt x="3066393" y="1663017"/>
                  </a:lnTo>
                  <a:lnTo>
                    <a:pt x="3066487" y="1663017"/>
                  </a:lnTo>
                  <a:lnTo>
                    <a:pt x="3066581" y="1663017"/>
                  </a:lnTo>
                  <a:lnTo>
                    <a:pt x="3066581" y="1657738"/>
                  </a:lnTo>
                  <a:lnTo>
                    <a:pt x="3066675" y="1657738"/>
                  </a:lnTo>
                  <a:lnTo>
                    <a:pt x="3066769" y="1657738"/>
                  </a:lnTo>
                  <a:lnTo>
                    <a:pt x="3066863" y="1657738"/>
                  </a:lnTo>
                  <a:lnTo>
                    <a:pt x="3066957" y="1657738"/>
                  </a:lnTo>
                  <a:lnTo>
                    <a:pt x="3067051" y="1657738"/>
                  </a:lnTo>
                  <a:lnTo>
                    <a:pt x="3067145" y="1657738"/>
                  </a:lnTo>
                  <a:lnTo>
                    <a:pt x="3067239" y="1657738"/>
                  </a:lnTo>
                  <a:lnTo>
                    <a:pt x="3067333" y="1657738"/>
                  </a:lnTo>
                  <a:lnTo>
                    <a:pt x="3067427" y="1657738"/>
                  </a:lnTo>
                  <a:lnTo>
                    <a:pt x="3067521" y="1657738"/>
                  </a:lnTo>
                  <a:lnTo>
                    <a:pt x="3067615" y="1657738"/>
                  </a:lnTo>
                  <a:lnTo>
                    <a:pt x="3067709" y="1657738"/>
                  </a:lnTo>
                  <a:lnTo>
                    <a:pt x="3067803" y="1657738"/>
                  </a:lnTo>
                  <a:lnTo>
                    <a:pt x="3067897" y="1657738"/>
                  </a:lnTo>
                  <a:lnTo>
                    <a:pt x="3067991" y="1657738"/>
                  </a:lnTo>
                  <a:lnTo>
                    <a:pt x="3068085" y="1657738"/>
                  </a:lnTo>
                  <a:lnTo>
                    <a:pt x="3068179" y="1657738"/>
                  </a:lnTo>
                  <a:lnTo>
                    <a:pt x="3068273" y="1657738"/>
                  </a:lnTo>
                  <a:lnTo>
                    <a:pt x="3068367" y="1657738"/>
                  </a:lnTo>
                  <a:lnTo>
                    <a:pt x="3068461" y="1657738"/>
                  </a:lnTo>
                  <a:lnTo>
                    <a:pt x="3068555" y="1657738"/>
                  </a:lnTo>
                  <a:lnTo>
                    <a:pt x="3068649" y="1657738"/>
                  </a:lnTo>
                  <a:lnTo>
                    <a:pt x="3068743" y="1657738"/>
                  </a:lnTo>
                  <a:lnTo>
                    <a:pt x="3068837" y="1657738"/>
                  </a:lnTo>
                  <a:lnTo>
                    <a:pt x="3068931" y="1657738"/>
                  </a:lnTo>
                  <a:lnTo>
                    <a:pt x="3069025" y="1657738"/>
                  </a:lnTo>
                  <a:lnTo>
                    <a:pt x="3069119" y="1657738"/>
                  </a:lnTo>
                  <a:lnTo>
                    <a:pt x="3069213" y="1657738"/>
                  </a:lnTo>
                  <a:lnTo>
                    <a:pt x="3069308" y="1657738"/>
                  </a:lnTo>
                  <a:lnTo>
                    <a:pt x="3069402" y="1657738"/>
                  </a:lnTo>
                  <a:lnTo>
                    <a:pt x="3069496" y="1657738"/>
                  </a:lnTo>
                  <a:lnTo>
                    <a:pt x="3069590" y="1657738"/>
                  </a:lnTo>
                  <a:lnTo>
                    <a:pt x="3069684" y="1657738"/>
                  </a:lnTo>
                  <a:lnTo>
                    <a:pt x="3069778" y="1657738"/>
                  </a:lnTo>
                  <a:lnTo>
                    <a:pt x="3069872" y="1657738"/>
                  </a:lnTo>
                  <a:lnTo>
                    <a:pt x="3069966" y="1657738"/>
                  </a:lnTo>
                  <a:lnTo>
                    <a:pt x="3070060" y="1657738"/>
                  </a:lnTo>
                  <a:lnTo>
                    <a:pt x="3070154" y="1657738"/>
                  </a:lnTo>
                  <a:lnTo>
                    <a:pt x="3070248" y="1657738"/>
                  </a:lnTo>
                  <a:lnTo>
                    <a:pt x="3070342" y="1657738"/>
                  </a:lnTo>
                  <a:lnTo>
                    <a:pt x="3070436" y="1657738"/>
                  </a:lnTo>
                  <a:lnTo>
                    <a:pt x="3070530" y="1657738"/>
                  </a:lnTo>
                  <a:lnTo>
                    <a:pt x="3070624" y="1657738"/>
                  </a:lnTo>
                  <a:lnTo>
                    <a:pt x="3070718" y="1657738"/>
                  </a:lnTo>
                  <a:lnTo>
                    <a:pt x="3070812" y="1657738"/>
                  </a:lnTo>
                  <a:lnTo>
                    <a:pt x="3070906" y="1657738"/>
                  </a:lnTo>
                  <a:lnTo>
                    <a:pt x="3071000" y="1657738"/>
                  </a:lnTo>
                  <a:lnTo>
                    <a:pt x="3071094" y="1657738"/>
                  </a:lnTo>
                  <a:lnTo>
                    <a:pt x="3071188" y="1657738"/>
                  </a:lnTo>
                  <a:lnTo>
                    <a:pt x="3071282" y="1657738"/>
                  </a:lnTo>
                  <a:lnTo>
                    <a:pt x="3071376" y="1657738"/>
                  </a:lnTo>
                  <a:lnTo>
                    <a:pt x="3071470" y="1657738"/>
                  </a:lnTo>
                  <a:lnTo>
                    <a:pt x="3071564" y="1657738"/>
                  </a:lnTo>
                  <a:lnTo>
                    <a:pt x="3071658" y="1657738"/>
                  </a:lnTo>
                  <a:lnTo>
                    <a:pt x="3071752" y="1657738"/>
                  </a:lnTo>
                  <a:lnTo>
                    <a:pt x="3071846" y="1657738"/>
                  </a:lnTo>
                  <a:lnTo>
                    <a:pt x="3071940" y="1657738"/>
                  </a:lnTo>
                  <a:lnTo>
                    <a:pt x="3072034" y="1657738"/>
                  </a:lnTo>
                  <a:lnTo>
                    <a:pt x="3072128" y="1657738"/>
                  </a:lnTo>
                  <a:lnTo>
                    <a:pt x="3072222" y="1657738"/>
                  </a:lnTo>
                  <a:lnTo>
                    <a:pt x="3072316" y="1657738"/>
                  </a:lnTo>
                  <a:lnTo>
                    <a:pt x="3072410" y="1657738"/>
                  </a:lnTo>
                  <a:lnTo>
                    <a:pt x="3072504" y="1657738"/>
                  </a:lnTo>
                  <a:lnTo>
                    <a:pt x="3072598" y="1657738"/>
                  </a:lnTo>
                  <a:lnTo>
                    <a:pt x="3072692" y="1657738"/>
                  </a:lnTo>
                  <a:lnTo>
                    <a:pt x="3072786" y="1657738"/>
                  </a:lnTo>
                  <a:lnTo>
                    <a:pt x="3072881" y="1657738"/>
                  </a:lnTo>
                  <a:lnTo>
                    <a:pt x="3072975" y="1657738"/>
                  </a:lnTo>
                  <a:lnTo>
                    <a:pt x="3073069" y="1657738"/>
                  </a:lnTo>
                  <a:lnTo>
                    <a:pt x="3073163" y="1657738"/>
                  </a:lnTo>
                  <a:lnTo>
                    <a:pt x="3073257" y="1657738"/>
                  </a:lnTo>
                  <a:lnTo>
                    <a:pt x="3073351" y="1657738"/>
                  </a:lnTo>
                  <a:lnTo>
                    <a:pt x="3073445" y="1657738"/>
                  </a:lnTo>
                  <a:lnTo>
                    <a:pt x="3073539" y="1657738"/>
                  </a:lnTo>
                  <a:lnTo>
                    <a:pt x="3073633" y="1657738"/>
                  </a:lnTo>
                  <a:lnTo>
                    <a:pt x="3073727" y="1657738"/>
                  </a:lnTo>
                  <a:lnTo>
                    <a:pt x="3073821" y="1657738"/>
                  </a:lnTo>
                  <a:lnTo>
                    <a:pt x="3073915" y="1657738"/>
                  </a:lnTo>
                  <a:lnTo>
                    <a:pt x="3074009" y="1657738"/>
                  </a:lnTo>
                  <a:lnTo>
                    <a:pt x="3074103" y="1657738"/>
                  </a:lnTo>
                  <a:lnTo>
                    <a:pt x="3074197" y="1657738"/>
                  </a:lnTo>
                  <a:lnTo>
                    <a:pt x="3074291" y="1657738"/>
                  </a:lnTo>
                  <a:lnTo>
                    <a:pt x="3074385" y="1657738"/>
                  </a:lnTo>
                  <a:lnTo>
                    <a:pt x="3074479" y="1657738"/>
                  </a:lnTo>
                  <a:lnTo>
                    <a:pt x="3074573" y="1657738"/>
                  </a:lnTo>
                  <a:lnTo>
                    <a:pt x="3074667" y="1657738"/>
                  </a:lnTo>
                  <a:lnTo>
                    <a:pt x="3074761" y="1657738"/>
                  </a:lnTo>
                  <a:lnTo>
                    <a:pt x="3074855" y="1657738"/>
                  </a:lnTo>
                  <a:lnTo>
                    <a:pt x="3074949" y="1657738"/>
                  </a:lnTo>
                  <a:lnTo>
                    <a:pt x="3075043" y="1657738"/>
                  </a:lnTo>
                  <a:lnTo>
                    <a:pt x="3075137" y="1657738"/>
                  </a:lnTo>
                  <a:lnTo>
                    <a:pt x="3075231" y="1657738"/>
                  </a:lnTo>
                  <a:lnTo>
                    <a:pt x="3075325" y="1657738"/>
                  </a:lnTo>
                  <a:lnTo>
                    <a:pt x="3075419" y="1657738"/>
                  </a:lnTo>
                  <a:lnTo>
                    <a:pt x="3075513" y="1657738"/>
                  </a:lnTo>
                  <a:lnTo>
                    <a:pt x="3075607" y="1657738"/>
                  </a:lnTo>
                  <a:lnTo>
                    <a:pt x="3075701" y="1657738"/>
                  </a:lnTo>
                  <a:lnTo>
                    <a:pt x="3075795" y="1657738"/>
                  </a:lnTo>
                  <a:lnTo>
                    <a:pt x="3075889" y="1657738"/>
                  </a:lnTo>
                  <a:lnTo>
                    <a:pt x="3075983" y="1657738"/>
                  </a:lnTo>
                  <a:lnTo>
                    <a:pt x="3076077" y="1657738"/>
                  </a:lnTo>
                  <a:lnTo>
                    <a:pt x="3076171" y="1657738"/>
                  </a:lnTo>
                  <a:lnTo>
                    <a:pt x="3076265" y="1657738"/>
                  </a:lnTo>
                  <a:lnTo>
                    <a:pt x="3076360" y="1657738"/>
                  </a:lnTo>
                  <a:lnTo>
                    <a:pt x="3076454" y="1657738"/>
                  </a:lnTo>
                  <a:lnTo>
                    <a:pt x="3076548" y="1657738"/>
                  </a:lnTo>
                  <a:lnTo>
                    <a:pt x="3076642" y="1657738"/>
                  </a:lnTo>
                  <a:lnTo>
                    <a:pt x="3076736" y="1657738"/>
                  </a:lnTo>
                  <a:lnTo>
                    <a:pt x="3076830" y="1657738"/>
                  </a:lnTo>
                  <a:lnTo>
                    <a:pt x="3076924" y="1657738"/>
                  </a:lnTo>
                  <a:lnTo>
                    <a:pt x="3077018" y="1657738"/>
                  </a:lnTo>
                  <a:lnTo>
                    <a:pt x="3077112" y="1657738"/>
                  </a:lnTo>
                  <a:lnTo>
                    <a:pt x="3077206" y="1657738"/>
                  </a:lnTo>
                  <a:lnTo>
                    <a:pt x="3077300" y="1657738"/>
                  </a:lnTo>
                  <a:lnTo>
                    <a:pt x="3077394" y="1657738"/>
                  </a:lnTo>
                  <a:lnTo>
                    <a:pt x="3077488" y="1657738"/>
                  </a:lnTo>
                  <a:lnTo>
                    <a:pt x="3077582" y="1657738"/>
                  </a:lnTo>
                  <a:lnTo>
                    <a:pt x="3077676" y="1657738"/>
                  </a:lnTo>
                  <a:lnTo>
                    <a:pt x="3077770" y="1657738"/>
                  </a:lnTo>
                  <a:lnTo>
                    <a:pt x="3077864" y="1657738"/>
                  </a:lnTo>
                  <a:lnTo>
                    <a:pt x="3077958" y="1657738"/>
                  </a:lnTo>
                  <a:lnTo>
                    <a:pt x="3078052" y="1657738"/>
                  </a:lnTo>
                  <a:lnTo>
                    <a:pt x="3078146" y="1657738"/>
                  </a:lnTo>
                  <a:lnTo>
                    <a:pt x="3078240" y="1657738"/>
                  </a:lnTo>
                  <a:lnTo>
                    <a:pt x="3078334" y="1657738"/>
                  </a:lnTo>
                  <a:lnTo>
                    <a:pt x="3078428" y="1657738"/>
                  </a:lnTo>
                  <a:lnTo>
                    <a:pt x="3078522" y="1657738"/>
                  </a:lnTo>
                  <a:lnTo>
                    <a:pt x="3078616" y="1657738"/>
                  </a:lnTo>
                  <a:lnTo>
                    <a:pt x="3078710" y="1657738"/>
                  </a:lnTo>
                  <a:lnTo>
                    <a:pt x="3078804" y="1657738"/>
                  </a:lnTo>
                  <a:lnTo>
                    <a:pt x="3078898" y="1657738"/>
                  </a:lnTo>
                  <a:lnTo>
                    <a:pt x="3078992" y="1657738"/>
                  </a:lnTo>
                  <a:lnTo>
                    <a:pt x="3079086" y="1657738"/>
                  </a:lnTo>
                  <a:lnTo>
                    <a:pt x="3079180" y="1657738"/>
                  </a:lnTo>
                  <a:lnTo>
                    <a:pt x="3079274" y="1657738"/>
                  </a:lnTo>
                  <a:lnTo>
                    <a:pt x="3079368" y="1657738"/>
                  </a:lnTo>
                  <a:lnTo>
                    <a:pt x="3079462" y="1657738"/>
                  </a:lnTo>
                  <a:lnTo>
                    <a:pt x="3079556" y="1657738"/>
                  </a:lnTo>
                  <a:lnTo>
                    <a:pt x="3079650" y="1657738"/>
                  </a:lnTo>
                  <a:lnTo>
                    <a:pt x="3079744" y="1657738"/>
                  </a:lnTo>
                  <a:lnTo>
                    <a:pt x="3079838" y="1657738"/>
                  </a:lnTo>
                  <a:lnTo>
                    <a:pt x="3079933" y="1657738"/>
                  </a:lnTo>
                  <a:lnTo>
                    <a:pt x="3080027" y="1657738"/>
                  </a:lnTo>
                  <a:lnTo>
                    <a:pt x="3080121" y="1657738"/>
                  </a:lnTo>
                  <a:lnTo>
                    <a:pt x="3080215" y="1657738"/>
                  </a:lnTo>
                  <a:lnTo>
                    <a:pt x="3080309" y="1657738"/>
                  </a:lnTo>
                  <a:lnTo>
                    <a:pt x="3080403" y="1657738"/>
                  </a:lnTo>
                  <a:lnTo>
                    <a:pt x="3080497" y="1657738"/>
                  </a:lnTo>
                  <a:lnTo>
                    <a:pt x="3080591" y="1657738"/>
                  </a:lnTo>
                  <a:lnTo>
                    <a:pt x="3080685" y="1657738"/>
                  </a:lnTo>
                  <a:lnTo>
                    <a:pt x="3080779" y="1657738"/>
                  </a:lnTo>
                  <a:lnTo>
                    <a:pt x="3080873" y="1657738"/>
                  </a:lnTo>
                  <a:lnTo>
                    <a:pt x="3080967" y="1657738"/>
                  </a:lnTo>
                  <a:lnTo>
                    <a:pt x="3081061" y="1657738"/>
                  </a:lnTo>
                  <a:lnTo>
                    <a:pt x="3081155" y="1657738"/>
                  </a:lnTo>
                  <a:lnTo>
                    <a:pt x="3081249" y="1657738"/>
                  </a:lnTo>
                  <a:lnTo>
                    <a:pt x="3081343" y="1657738"/>
                  </a:lnTo>
                  <a:lnTo>
                    <a:pt x="3081437" y="1657738"/>
                  </a:lnTo>
                  <a:lnTo>
                    <a:pt x="3081531" y="1657738"/>
                  </a:lnTo>
                  <a:lnTo>
                    <a:pt x="3081625" y="1657738"/>
                  </a:lnTo>
                  <a:lnTo>
                    <a:pt x="3081719" y="1657738"/>
                  </a:lnTo>
                  <a:lnTo>
                    <a:pt x="3081813" y="1657738"/>
                  </a:lnTo>
                  <a:lnTo>
                    <a:pt x="3081907" y="1657738"/>
                  </a:lnTo>
                  <a:lnTo>
                    <a:pt x="3082001" y="1657738"/>
                  </a:lnTo>
                  <a:lnTo>
                    <a:pt x="3082095" y="1657738"/>
                  </a:lnTo>
                  <a:lnTo>
                    <a:pt x="3082189" y="1657738"/>
                  </a:lnTo>
                  <a:lnTo>
                    <a:pt x="3082283" y="1657738"/>
                  </a:lnTo>
                  <a:lnTo>
                    <a:pt x="3082377" y="1657738"/>
                  </a:lnTo>
                  <a:lnTo>
                    <a:pt x="3082471" y="1657738"/>
                  </a:lnTo>
                  <a:lnTo>
                    <a:pt x="3082565" y="1657738"/>
                  </a:lnTo>
                  <a:lnTo>
                    <a:pt x="3082659" y="1657738"/>
                  </a:lnTo>
                  <a:lnTo>
                    <a:pt x="3082753" y="1657738"/>
                  </a:lnTo>
                  <a:lnTo>
                    <a:pt x="3082847" y="1657738"/>
                  </a:lnTo>
                  <a:lnTo>
                    <a:pt x="3082941" y="1657738"/>
                  </a:lnTo>
                  <a:lnTo>
                    <a:pt x="3083035" y="1657738"/>
                  </a:lnTo>
                  <a:lnTo>
                    <a:pt x="3083129" y="1657738"/>
                  </a:lnTo>
                  <a:lnTo>
                    <a:pt x="3083223" y="1657738"/>
                  </a:lnTo>
                  <a:lnTo>
                    <a:pt x="3083317" y="1657738"/>
                  </a:lnTo>
                  <a:lnTo>
                    <a:pt x="3083411" y="1657738"/>
                  </a:lnTo>
                  <a:lnTo>
                    <a:pt x="3083506" y="1657738"/>
                  </a:lnTo>
                  <a:lnTo>
                    <a:pt x="3083600" y="1657738"/>
                  </a:lnTo>
                  <a:lnTo>
                    <a:pt x="3083694" y="1657738"/>
                  </a:lnTo>
                  <a:lnTo>
                    <a:pt x="3083788" y="1657738"/>
                  </a:lnTo>
                  <a:lnTo>
                    <a:pt x="3083882" y="1657738"/>
                  </a:lnTo>
                  <a:lnTo>
                    <a:pt x="3083976" y="1657738"/>
                  </a:lnTo>
                  <a:lnTo>
                    <a:pt x="3084070" y="1657738"/>
                  </a:lnTo>
                  <a:lnTo>
                    <a:pt x="3084164" y="1657738"/>
                  </a:lnTo>
                  <a:lnTo>
                    <a:pt x="3084258" y="1657738"/>
                  </a:lnTo>
                  <a:lnTo>
                    <a:pt x="3084352" y="1657738"/>
                  </a:lnTo>
                  <a:lnTo>
                    <a:pt x="3084446" y="1657738"/>
                  </a:lnTo>
                  <a:lnTo>
                    <a:pt x="3084540" y="1657738"/>
                  </a:lnTo>
                  <a:lnTo>
                    <a:pt x="3084634" y="1657738"/>
                  </a:lnTo>
                  <a:lnTo>
                    <a:pt x="3084728" y="1657738"/>
                  </a:lnTo>
                  <a:lnTo>
                    <a:pt x="3084822" y="1657738"/>
                  </a:lnTo>
                  <a:lnTo>
                    <a:pt x="3084916" y="1657738"/>
                  </a:lnTo>
                  <a:lnTo>
                    <a:pt x="3085010" y="1657738"/>
                  </a:lnTo>
                  <a:lnTo>
                    <a:pt x="3085104" y="1657738"/>
                  </a:lnTo>
                  <a:lnTo>
                    <a:pt x="3085198" y="1657738"/>
                  </a:lnTo>
                  <a:lnTo>
                    <a:pt x="3085292" y="1657738"/>
                  </a:lnTo>
                  <a:lnTo>
                    <a:pt x="3085386" y="1657738"/>
                  </a:lnTo>
                  <a:lnTo>
                    <a:pt x="3085480" y="1657738"/>
                  </a:lnTo>
                  <a:lnTo>
                    <a:pt x="3085574" y="1657738"/>
                  </a:lnTo>
                  <a:lnTo>
                    <a:pt x="3085668" y="1657738"/>
                  </a:lnTo>
                  <a:lnTo>
                    <a:pt x="3085762" y="1657738"/>
                  </a:lnTo>
                  <a:lnTo>
                    <a:pt x="3085856" y="1657738"/>
                  </a:lnTo>
                  <a:lnTo>
                    <a:pt x="3085950" y="1657738"/>
                  </a:lnTo>
                  <a:lnTo>
                    <a:pt x="3086044" y="1657738"/>
                  </a:lnTo>
                  <a:lnTo>
                    <a:pt x="3086138" y="1657738"/>
                  </a:lnTo>
                  <a:lnTo>
                    <a:pt x="3086232" y="1657738"/>
                  </a:lnTo>
                  <a:lnTo>
                    <a:pt x="3086326" y="1657738"/>
                  </a:lnTo>
                  <a:lnTo>
                    <a:pt x="3086420" y="1657738"/>
                  </a:lnTo>
                  <a:lnTo>
                    <a:pt x="3086514" y="1657738"/>
                  </a:lnTo>
                  <a:lnTo>
                    <a:pt x="3086608" y="1657738"/>
                  </a:lnTo>
                  <a:lnTo>
                    <a:pt x="3086702" y="1657738"/>
                  </a:lnTo>
                  <a:lnTo>
                    <a:pt x="3086796" y="1657738"/>
                  </a:lnTo>
                  <a:lnTo>
                    <a:pt x="3086890" y="1657738"/>
                  </a:lnTo>
                  <a:lnTo>
                    <a:pt x="3086985" y="1657738"/>
                  </a:lnTo>
                  <a:lnTo>
                    <a:pt x="3087079" y="1657738"/>
                  </a:lnTo>
                  <a:lnTo>
                    <a:pt x="3087173" y="1657738"/>
                  </a:lnTo>
                  <a:lnTo>
                    <a:pt x="3087267" y="1657738"/>
                  </a:lnTo>
                  <a:lnTo>
                    <a:pt x="3087361" y="1657738"/>
                  </a:lnTo>
                  <a:lnTo>
                    <a:pt x="3087455" y="1657738"/>
                  </a:lnTo>
                  <a:lnTo>
                    <a:pt x="3087549" y="1657738"/>
                  </a:lnTo>
                  <a:lnTo>
                    <a:pt x="3087643" y="1657738"/>
                  </a:lnTo>
                  <a:lnTo>
                    <a:pt x="3087737" y="1657738"/>
                  </a:lnTo>
                  <a:lnTo>
                    <a:pt x="3087831" y="1657738"/>
                  </a:lnTo>
                  <a:lnTo>
                    <a:pt x="3087925" y="1657738"/>
                  </a:lnTo>
                  <a:lnTo>
                    <a:pt x="3088019" y="1657738"/>
                  </a:lnTo>
                  <a:lnTo>
                    <a:pt x="3088113" y="1657738"/>
                  </a:lnTo>
                  <a:lnTo>
                    <a:pt x="3088207" y="1657738"/>
                  </a:lnTo>
                  <a:lnTo>
                    <a:pt x="3088301" y="1657738"/>
                  </a:lnTo>
                  <a:lnTo>
                    <a:pt x="3088395" y="1657738"/>
                  </a:lnTo>
                  <a:lnTo>
                    <a:pt x="3088489" y="1657738"/>
                  </a:lnTo>
                  <a:lnTo>
                    <a:pt x="3088583" y="1657738"/>
                  </a:lnTo>
                  <a:lnTo>
                    <a:pt x="3088677" y="1657738"/>
                  </a:lnTo>
                  <a:lnTo>
                    <a:pt x="3088771" y="1657738"/>
                  </a:lnTo>
                  <a:lnTo>
                    <a:pt x="3088865" y="1657738"/>
                  </a:lnTo>
                  <a:lnTo>
                    <a:pt x="3088959" y="1657738"/>
                  </a:lnTo>
                  <a:lnTo>
                    <a:pt x="3089053" y="1657738"/>
                  </a:lnTo>
                  <a:lnTo>
                    <a:pt x="3089147" y="1657738"/>
                  </a:lnTo>
                  <a:lnTo>
                    <a:pt x="3089241" y="1657738"/>
                  </a:lnTo>
                  <a:lnTo>
                    <a:pt x="3089335" y="1657738"/>
                  </a:lnTo>
                  <a:lnTo>
                    <a:pt x="3089429" y="1657738"/>
                  </a:lnTo>
                  <a:lnTo>
                    <a:pt x="3089523" y="1657738"/>
                  </a:lnTo>
                  <a:lnTo>
                    <a:pt x="3089617" y="1657738"/>
                  </a:lnTo>
                  <a:lnTo>
                    <a:pt x="3089711" y="1657738"/>
                  </a:lnTo>
                  <a:lnTo>
                    <a:pt x="3089805" y="1657738"/>
                  </a:lnTo>
                  <a:lnTo>
                    <a:pt x="3089899" y="1657738"/>
                  </a:lnTo>
                  <a:lnTo>
                    <a:pt x="3089993" y="1657738"/>
                  </a:lnTo>
                  <a:lnTo>
                    <a:pt x="3090087" y="1657738"/>
                  </a:lnTo>
                  <a:lnTo>
                    <a:pt x="3090181" y="1657738"/>
                  </a:lnTo>
                  <a:lnTo>
                    <a:pt x="3090275" y="1657738"/>
                  </a:lnTo>
                  <a:lnTo>
                    <a:pt x="3090369" y="1657738"/>
                  </a:lnTo>
                  <a:lnTo>
                    <a:pt x="3090463" y="1657738"/>
                  </a:lnTo>
                  <a:lnTo>
                    <a:pt x="3090558" y="1657738"/>
                  </a:lnTo>
                  <a:lnTo>
                    <a:pt x="3090652" y="1657738"/>
                  </a:lnTo>
                  <a:lnTo>
                    <a:pt x="3090746" y="1657738"/>
                  </a:lnTo>
                  <a:lnTo>
                    <a:pt x="3090840" y="1657738"/>
                  </a:lnTo>
                  <a:lnTo>
                    <a:pt x="3090934" y="1657738"/>
                  </a:lnTo>
                  <a:lnTo>
                    <a:pt x="3091028" y="1657738"/>
                  </a:lnTo>
                  <a:lnTo>
                    <a:pt x="3091122" y="1657738"/>
                  </a:lnTo>
                  <a:lnTo>
                    <a:pt x="3091216" y="1657738"/>
                  </a:lnTo>
                  <a:lnTo>
                    <a:pt x="3091310" y="1657738"/>
                  </a:lnTo>
                  <a:lnTo>
                    <a:pt x="3091404" y="1657738"/>
                  </a:lnTo>
                  <a:lnTo>
                    <a:pt x="3091498" y="1657738"/>
                  </a:lnTo>
                  <a:lnTo>
                    <a:pt x="3091592" y="1657738"/>
                  </a:lnTo>
                  <a:lnTo>
                    <a:pt x="3091686" y="1657738"/>
                  </a:lnTo>
                  <a:lnTo>
                    <a:pt x="3091780" y="1657738"/>
                  </a:lnTo>
                  <a:lnTo>
                    <a:pt x="3091874" y="1657738"/>
                  </a:lnTo>
                  <a:lnTo>
                    <a:pt x="3091968" y="1657738"/>
                  </a:lnTo>
                  <a:lnTo>
                    <a:pt x="3092062" y="1657738"/>
                  </a:lnTo>
                  <a:lnTo>
                    <a:pt x="3092156" y="1657738"/>
                  </a:lnTo>
                  <a:lnTo>
                    <a:pt x="3092250" y="1657738"/>
                  </a:lnTo>
                  <a:lnTo>
                    <a:pt x="3092344" y="1657738"/>
                  </a:lnTo>
                  <a:lnTo>
                    <a:pt x="3092438" y="1657738"/>
                  </a:lnTo>
                  <a:lnTo>
                    <a:pt x="3092532" y="1657738"/>
                  </a:lnTo>
                  <a:lnTo>
                    <a:pt x="3092626" y="1657738"/>
                  </a:lnTo>
                  <a:lnTo>
                    <a:pt x="3092720" y="1657738"/>
                  </a:lnTo>
                  <a:lnTo>
                    <a:pt x="3092814" y="1657738"/>
                  </a:lnTo>
                  <a:lnTo>
                    <a:pt x="3092908" y="1657738"/>
                  </a:lnTo>
                  <a:lnTo>
                    <a:pt x="3093002" y="1657738"/>
                  </a:lnTo>
                  <a:lnTo>
                    <a:pt x="3093002" y="1652458"/>
                  </a:lnTo>
                  <a:lnTo>
                    <a:pt x="3093096" y="1652458"/>
                  </a:lnTo>
                  <a:lnTo>
                    <a:pt x="3093190" y="1652458"/>
                  </a:lnTo>
                  <a:lnTo>
                    <a:pt x="3093284" y="1652458"/>
                  </a:lnTo>
                  <a:lnTo>
                    <a:pt x="3093378" y="1652458"/>
                  </a:lnTo>
                  <a:lnTo>
                    <a:pt x="3093472" y="1652458"/>
                  </a:lnTo>
                  <a:lnTo>
                    <a:pt x="3093566" y="1652458"/>
                  </a:lnTo>
                  <a:lnTo>
                    <a:pt x="3093660" y="1652458"/>
                  </a:lnTo>
                  <a:lnTo>
                    <a:pt x="3093754" y="1652458"/>
                  </a:lnTo>
                  <a:lnTo>
                    <a:pt x="3093848" y="1652458"/>
                  </a:lnTo>
                  <a:lnTo>
                    <a:pt x="3093942" y="1652458"/>
                  </a:lnTo>
                  <a:lnTo>
                    <a:pt x="3094036" y="1652458"/>
                  </a:lnTo>
                  <a:lnTo>
                    <a:pt x="3094131" y="1652458"/>
                  </a:lnTo>
                  <a:lnTo>
                    <a:pt x="3094225" y="1652458"/>
                  </a:lnTo>
                  <a:lnTo>
                    <a:pt x="3094319" y="1652458"/>
                  </a:lnTo>
                  <a:lnTo>
                    <a:pt x="3094413" y="1652458"/>
                  </a:lnTo>
                  <a:lnTo>
                    <a:pt x="3094507" y="1652458"/>
                  </a:lnTo>
                  <a:lnTo>
                    <a:pt x="3094601" y="1652458"/>
                  </a:lnTo>
                  <a:lnTo>
                    <a:pt x="3094695" y="1652458"/>
                  </a:lnTo>
                  <a:lnTo>
                    <a:pt x="3094789" y="1652458"/>
                  </a:lnTo>
                  <a:lnTo>
                    <a:pt x="3094883" y="1652458"/>
                  </a:lnTo>
                  <a:lnTo>
                    <a:pt x="3094977" y="1652458"/>
                  </a:lnTo>
                  <a:lnTo>
                    <a:pt x="3095071" y="1652458"/>
                  </a:lnTo>
                  <a:lnTo>
                    <a:pt x="3095165" y="1652458"/>
                  </a:lnTo>
                  <a:lnTo>
                    <a:pt x="3095259" y="1652458"/>
                  </a:lnTo>
                  <a:lnTo>
                    <a:pt x="3095353" y="1652458"/>
                  </a:lnTo>
                  <a:lnTo>
                    <a:pt x="3095447" y="1652458"/>
                  </a:lnTo>
                  <a:lnTo>
                    <a:pt x="3095541" y="1652458"/>
                  </a:lnTo>
                  <a:lnTo>
                    <a:pt x="3095635" y="1652458"/>
                  </a:lnTo>
                  <a:lnTo>
                    <a:pt x="3095729" y="1652458"/>
                  </a:lnTo>
                  <a:lnTo>
                    <a:pt x="3095823" y="1652458"/>
                  </a:lnTo>
                  <a:lnTo>
                    <a:pt x="3095917" y="1652458"/>
                  </a:lnTo>
                  <a:lnTo>
                    <a:pt x="3096011" y="1652458"/>
                  </a:lnTo>
                  <a:lnTo>
                    <a:pt x="3096105" y="1652458"/>
                  </a:lnTo>
                  <a:lnTo>
                    <a:pt x="3096199" y="1652458"/>
                  </a:lnTo>
                  <a:lnTo>
                    <a:pt x="3096293" y="1652458"/>
                  </a:lnTo>
                  <a:lnTo>
                    <a:pt x="3096387" y="1652458"/>
                  </a:lnTo>
                  <a:lnTo>
                    <a:pt x="3096481" y="1652458"/>
                  </a:lnTo>
                  <a:lnTo>
                    <a:pt x="3096575" y="1652458"/>
                  </a:lnTo>
                  <a:lnTo>
                    <a:pt x="3096669" y="1652458"/>
                  </a:lnTo>
                  <a:lnTo>
                    <a:pt x="3096763" y="1652458"/>
                  </a:lnTo>
                  <a:lnTo>
                    <a:pt x="3096857" y="1652458"/>
                  </a:lnTo>
                  <a:lnTo>
                    <a:pt x="3096951" y="1652458"/>
                  </a:lnTo>
                  <a:lnTo>
                    <a:pt x="3097045" y="1652458"/>
                  </a:lnTo>
                  <a:lnTo>
                    <a:pt x="3097139" y="1652458"/>
                  </a:lnTo>
                  <a:lnTo>
                    <a:pt x="3097233" y="1652458"/>
                  </a:lnTo>
                  <a:lnTo>
                    <a:pt x="3097327" y="1652458"/>
                  </a:lnTo>
                  <a:lnTo>
                    <a:pt x="3097421" y="1652458"/>
                  </a:lnTo>
                  <a:lnTo>
                    <a:pt x="3097515" y="1652458"/>
                  </a:lnTo>
                  <a:lnTo>
                    <a:pt x="3097610" y="1652458"/>
                  </a:lnTo>
                  <a:lnTo>
                    <a:pt x="3097704" y="1652458"/>
                  </a:lnTo>
                  <a:lnTo>
                    <a:pt x="3097798" y="1652458"/>
                  </a:lnTo>
                  <a:lnTo>
                    <a:pt x="3097892" y="1652458"/>
                  </a:lnTo>
                  <a:lnTo>
                    <a:pt x="3097986" y="1652458"/>
                  </a:lnTo>
                  <a:lnTo>
                    <a:pt x="3098080" y="1652458"/>
                  </a:lnTo>
                  <a:lnTo>
                    <a:pt x="3098174" y="1652458"/>
                  </a:lnTo>
                  <a:lnTo>
                    <a:pt x="3098268" y="1652458"/>
                  </a:lnTo>
                  <a:lnTo>
                    <a:pt x="3098362" y="1652458"/>
                  </a:lnTo>
                  <a:lnTo>
                    <a:pt x="3098456" y="1652458"/>
                  </a:lnTo>
                  <a:lnTo>
                    <a:pt x="3098550" y="1652458"/>
                  </a:lnTo>
                  <a:lnTo>
                    <a:pt x="3098644" y="1652458"/>
                  </a:lnTo>
                  <a:lnTo>
                    <a:pt x="3098738" y="1652458"/>
                  </a:lnTo>
                  <a:lnTo>
                    <a:pt x="3098832" y="1652458"/>
                  </a:lnTo>
                  <a:lnTo>
                    <a:pt x="3098926" y="1652458"/>
                  </a:lnTo>
                  <a:lnTo>
                    <a:pt x="3099020" y="1652458"/>
                  </a:lnTo>
                  <a:lnTo>
                    <a:pt x="3099114" y="1652458"/>
                  </a:lnTo>
                  <a:lnTo>
                    <a:pt x="3099208" y="1652458"/>
                  </a:lnTo>
                  <a:lnTo>
                    <a:pt x="3099302" y="1652458"/>
                  </a:lnTo>
                  <a:lnTo>
                    <a:pt x="3099396" y="1652458"/>
                  </a:lnTo>
                  <a:lnTo>
                    <a:pt x="3099490" y="1652458"/>
                  </a:lnTo>
                  <a:lnTo>
                    <a:pt x="3099584" y="1652458"/>
                  </a:lnTo>
                  <a:lnTo>
                    <a:pt x="3099678" y="1652458"/>
                  </a:lnTo>
                  <a:lnTo>
                    <a:pt x="3099772" y="1652458"/>
                  </a:lnTo>
                  <a:lnTo>
                    <a:pt x="3099866" y="1652458"/>
                  </a:lnTo>
                  <a:lnTo>
                    <a:pt x="3099960" y="1652458"/>
                  </a:lnTo>
                  <a:lnTo>
                    <a:pt x="3100054" y="1652458"/>
                  </a:lnTo>
                  <a:lnTo>
                    <a:pt x="3100148" y="1652458"/>
                  </a:lnTo>
                  <a:lnTo>
                    <a:pt x="3100242" y="1652458"/>
                  </a:lnTo>
                  <a:lnTo>
                    <a:pt x="3100336" y="1652458"/>
                  </a:lnTo>
                  <a:lnTo>
                    <a:pt x="3100430" y="1652458"/>
                  </a:lnTo>
                  <a:lnTo>
                    <a:pt x="3100524" y="1652458"/>
                  </a:lnTo>
                  <a:lnTo>
                    <a:pt x="3100618" y="1652458"/>
                  </a:lnTo>
                  <a:lnTo>
                    <a:pt x="3100712" y="1652458"/>
                  </a:lnTo>
                  <a:lnTo>
                    <a:pt x="3100806" y="1652458"/>
                  </a:lnTo>
                  <a:lnTo>
                    <a:pt x="3100900" y="1652458"/>
                  </a:lnTo>
                  <a:lnTo>
                    <a:pt x="3100994" y="1652458"/>
                  </a:lnTo>
                  <a:lnTo>
                    <a:pt x="3101088" y="1652458"/>
                  </a:lnTo>
                  <a:lnTo>
                    <a:pt x="3101183" y="1652458"/>
                  </a:lnTo>
                  <a:lnTo>
                    <a:pt x="3101277" y="1652458"/>
                  </a:lnTo>
                  <a:lnTo>
                    <a:pt x="3101371" y="1652458"/>
                  </a:lnTo>
                  <a:lnTo>
                    <a:pt x="3101465" y="1652458"/>
                  </a:lnTo>
                  <a:lnTo>
                    <a:pt x="3101559" y="1652458"/>
                  </a:lnTo>
                  <a:lnTo>
                    <a:pt x="3101653" y="1652458"/>
                  </a:lnTo>
                  <a:lnTo>
                    <a:pt x="3101747" y="1652458"/>
                  </a:lnTo>
                  <a:lnTo>
                    <a:pt x="3101841" y="1652458"/>
                  </a:lnTo>
                  <a:lnTo>
                    <a:pt x="3101935" y="1652458"/>
                  </a:lnTo>
                  <a:lnTo>
                    <a:pt x="3102029" y="1652458"/>
                  </a:lnTo>
                  <a:lnTo>
                    <a:pt x="3102123" y="1652458"/>
                  </a:lnTo>
                  <a:lnTo>
                    <a:pt x="3102217" y="1652458"/>
                  </a:lnTo>
                  <a:lnTo>
                    <a:pt x="3102311" y="1652458"/>
                  </a:lnTo>
                  <a:lnTo>
                    <a:pt x="3102405" y="1652458"/>
                  </a:lnTo>
                  <a:lnTo>
                    <a:pt x="3102499" y="1652458"/>
                  </a:lnTo>
                  <a:lnTo>
                    <a:pt x="3102593" y="1652458"/>
                  </a:lnTo>
                  <a:lnTo>
                    <a:pt x="3102687" y="1652458"/>
                  </a:lnTo>
                  <a:lnTo>
                    <a:pt x="3102781" y="1652458"/>
                  </a:lnTo>
                  <a:lnTo>
                    <a:pt x="3102875" y="1652458"/>
                  </a:lnTo>
                  <a:lnTo>
                    <a:pt x="3102969" y="1652458"/>
                  </a:lnTo>
                  <a:lnTo>
                    <a:pt x="3103063" y="1652458"/>
                  </a:lnTo>
                  <a:lnTo>
                    <a:pt x="3103157" y="1652458"/>
                  </a:lnTo>
                  <a:lnTo>
                    <a:pt x="3103251" y="1652458"/>
                  </a:lnTo>
                  <a:lnTo>
                    <a:pt x="3103345" y="1652458"/>
                  </a:lnTo>
                  <a:lnTo>
                    <a:pt x="3103439" y="1652458"/>
                  </a:lnTo>
                  <a:lnTo>
                    <a:pt x="3103533" y="1652458"/>
                  </a:lnTo>
                  <a:lnTo>
                    <a:pt x="3103627" y="1652458"/>
                  </a:lnTo>
                  <a:lnTo>
                    <a:pt x="3103721" y="1652458"/>
                  </a:lnTo>
                  <a:lnTo>
                    <a:pt x="3103815" y="1652458"/>
                  </a:lnTo>
                  <a:lnTo>
                    <a:pt x="3103909" y="1652458"/>
                  </a:lnTo>
                  <a:lnTo>
                    <a:pt x="3104003" y="1652458"/>
                  </a:lnTo>
                  <a:lnTo>
                    <a:pt x="3104097" y="1652458"/>
                  </a:lnTo>
                  <a:lnTo>
                    <a:pt x="3104191" y="1652458"/>
                  </a:lnTo>
                  <a:lnTo>
                    <a:pt x="3104191" y="1647179"/>
                  </a:lnTo>
                  <a:lnTo>
                    <a:pt x="3104285" y="1647179"/>
                  </a:lnTo>
                  <a:lnTo>
                    <a:pt x="3104379" y="1647179"/>
                  </a:lnTo>
                  <a:lnTo>
                    <a:pt x="3104473" y="1647179"/>
                  </a:lnTo>
                  <a:lnTo>
                    <a:pt x="3104567" y="1647179"/>
                  </a:lnTo>
                  <a:lnTo>
                    <a:pt x="3104661" y="1647179"/>
                  </a:lnTo>
                  <a:lnTo>
                    <a:pt x="3104756" y="1647179"/>
                  </a:lnTo>
                  <a:lnTo>
                    <a:pt x="3104850" y="1647179"/>
                  </a:lnTo>
                  <a:lnTo>
                    <a:pt x="3104944" y="1647179"/>
                  </a:lnTo>
                  <a:lnTo>
                    <a:pt x="3105038" y="1647179"/>
                  </a:lnTo>
                  <a:lnTo>
                    <a:pt x="3105132" y="1647179"/>
                  </a:lnTo>
                  <a:lnTo>
                    <a:pt x="3105226" y="1647179"/>
                  </a:lnTo>
                  <a:lnTo>
                    <a:pt x="3105320" y="1647179"/>
                  </a:lnTo>
                  <a:lnTo>
                    <a:pt x="3105320" y="1641900"/>
                  </a:lnTo>
                  <a:lnTo>
                    <a:pt x="3105414" y="1641900"/>
                  </a:lnTo>
                  <a:lnTo>
                    <a:pt x="3105508" y="1641900"/>
                  </a:lnTo>
                  <a:lnTo>
                    <a:pt x="3105602" y="1641900"/>
                  </a:lnTo>
                  <a:lnTo>
                    <a:pt x="3105696" y="1641900"/>
                  </a:lnTo>
                  <a:lnTo>
                    <a:pt x="3105790" y="1641900"/>
                  </a:lnTo>
                  <a:lnTo>
                    <a:pt x="3105884" y="1641900"/>
                  </a:lnTo>
                  <a:lnTo>
                    <a:pt x="3105978" y="1641900"/>
                  </a:lnTo>
                  <a:lnTo>
                    <a:pt x="3106072" y="1641900"/>
                  </a:lnTo>
                  <a:lnTo>
                    <a:pt x="3106166" y="1641900"/>
                  </a:lnTo>
                  <a:lnTo>
                    <a:pt x="3106260" y="1641900"/>
                  </a:lnTo>
                  <a:lnTo>
                    <a:pt x="3106354" y="1641900"/>
                  </a:lnTo>
                  <a:lnTo>
                    <a:pt x="3106448" y="1641900"/>
                  </a:lnTo>
                  <a:lnTo>
                    <a:pt x="3106542" y="1641900"/>
                  </a:lnTo>
                  <a:lnTo>
                    <a:pt x="3106636" y="1641900"/>
                  </a:lnTo>
                  <a:lnTo>
                    <a:pt x="3106730" y="1641900"/>
                  </a:lnTo>
                  <a:lnTo>
                    <a:pt x="3106824" y="1641900"/>
                  </a:lnTo>
                  <a:lnTo>
                    <a:pt x="3106918" y="1641900"/>
                  </a:lnTo>
                  <a:lnTo>
                    <a:pt x="3107012" y="1641900"/>
                  </a:lnTo>
                  <a:lnTo>
                    <a:pt x="3107106" y="1641900"/>
                  </a:lnTo>
                  <a:lnTo>
                    <a:pt x="3107200" y="1641900"/>
                  </a:lnTo>
                  <a:lnTo>
                    <a:pt x="3107294" y="1641900"/>
                  </a:lnTo>
                  <a:lnTo>
                    <a:pt x="3107388" y="1641900"/>
                  </a:lnTo>
                  <a:lnTo>
                    <a:pt x="3107482" y="1641900"/>
                  </a:lnTo>
                  <a:lnTo>
                    <a:pt x="3107576" y="1641900"/>
                  </a:lnTo>
                  <a:lnTo>
                    <a:pt x="3107670" y="1641900"/>
                  </a:lnTo>
                  <a:lnTo>
                    <a:pt x="3107764" y="1641900"/>
                  </a:lnTo>
                  <a:lnTo>
                    <a:pt x="3107858" y="1641900"/>
                  </a:lnTo>
                  <a:lnTo>
                    <a:pt x="3107952" y="1641900"/>
                  </a:lnTo>
                  <a:lnTo>
                    <a:pt x="3108046" y="1641900"/>
                  </a:lnTo>
                  <a:lnTo>
                    <a:pt x="3108140" y="1641900"/>
                  </a:lnTo>
                  <a:lnTo>
                    <a:pt x="3108235" y="1641900"/>
                  </a:lnTo>
                  <a:lnTo>
                    <a:pt x="3108329" y="1641900"/>
                  </a:lnTo>
                  <a:lnTo>
                    <a:pt x="3108329" y="1636620"/>
                  </a:lnTo>
                  <a:lnTo>
                    <a:pt x="3108423" y="1636620"/>
                  </a:lnTo>
                  <a:lnTo>
                    <a:pt x="3108517" y="1636620"/>
                  </a:lnTo>
                  <a:lnTo>
                    <a:pt x="3108611" y="1636620"/>
                  </a:lnTo>
                  <a:lnTo>
                    <a:pt x="3108705" y="1636620"/>
                  </a:lnTo>
                  <a:lnTo>
                    <a:pt x="3108799" y="1636620"/>
                  </a:lnTo>
                  <a:lnTo>
                    <a:pt x="3108893" y="1636620"/>
                  </a:lnTo>
                  <a:lnTo>
                    <a:pt x="3108987" y="1636620"/>
                  </a:lnTo>
                  <a:lnTo>
                    <a:pt x="3108987" y="1631341"/>
                  </a:lnTo>
                  <a:lnTo>
                    <a:pt x="3109081" y="1631341"/>
                  </a:lnTo>
                  <a:lnTo>
                    <a:pt x="3109175" y="1631341"/>
                  </a:lnTo>
                  <a:lnTo>
                    <a:pt x="3109269" y="1631341"/>
                  </a:lnTo>
                  <a:lnTo>
                    <a:pt x="3109363" y="1631341"/>
                  </a:lnTo>
                  <a:lnTo>
                    <a:pt x="3109457" y="1631341"/>
                  </a:lnTo>
                  <a:lnTo>
                    <a:pt x="3109551" y="1631341"/>
                  </a:lnTo>
                  <a:lnTo>
                    <a:pt x="3109645" y="1631341"/>
                  </a:lnTo>
                  <a:lnTo>
                    <a:pt x="3109739" y="1631341"/>
                  </a:lnTo>
                  <a:lnTo>
                    <a:pt x="3109833" y="1631341"/>
                  </a:lnTo>
                  <a:lnTo>
                    <a:pt x="3109927" y="1631341"/>
                  </a:lnTo>
                  <a:lnTo>
                    <a:pt x="3110021" y="1631341"/>
                  </a:lnTo>
                  <a:lnTo>
                    <a:pt x="3110115" y="1631341"/>
                  </a:lnTo>
                  <a:lnTo>
                    <a:pt x="3110209" y="1631341"/>
                  </a:lnTo>
                  <a:lnTo>
                    <a:pt x="3110303" y="1631341"/>
                  </a:lnTo>
                  <a:lnTo>
                    <a:pt x="3110397" y="1631341"/>
                  </a:lnTo>
                  <a:lnTo>
                    <a:pt x="3110491" y="1631341"/>
                  </a:lnTo>
                  <a:lnTo>
                    <a:pt x="3110585" y="1631341"/>
                  </a:lnTo>
                  <a:lnTo>
                    <a:pt x="3110679" y="1631341"/>
                  </a:lnTo>
                  <a:lnTo>
                    <a:pt x="3110773" y="1631341"/>
                  </a:lnTo>
                  <a:lnTo>
                    <a:pt x="3110867" y="1631341"/>
                  </a:lnTo>
                  <a:lnTo>
                    <a:pt x="3110961" y="1631341"/>
                  </a:lnTo>
                  <a:lnTo>
                    <a:pt x="3111055" y="1631341"/>
                  </a:lnTo>
                  <a:lnTo>
                    <a:pt x="3111149" y="1631341"/>
                  </a:lnTo>
                  <a:lnTo>
                    <a:pt x="3111243" y="1631341"/>
                  </a:lnTo>
                  <a:lnTo>
                    <a:pt x="3111337" y="1631341"/>
                  </a:lnTo>
                  <a:lnTo>
                    <a:pt x="3111431" y="1631341"/>
                  </a:lnTo>
                  <a:lnTo>
                    <a:pt x="3111525" y="1631341"/>
                  </a:lnTo>
                  <a:lnTo>
                    <a:pt x="3111619" y="1631341"/>
                  </a:lnTo>
                  <a:lnTo>
                    <a:pt x="3111713" y="1631341"/>
                  </a:lnTo>
                  <a:lnTo>
                    <a:pt x="3111808" y="1631341"/>
                  </a:lnTo>
                  <a:lnTo>
                    <a:pt x="3111902" y="1631341"/>
                  </a:lnTo>
                  <a:lnTo>
                    <a:pt x="3111996" y="1631341"/>
                  </a:lnTo>
                  <a:lnTo>
                    <a:pt x="3112090" y="1631341"/>
                  </a:lnTo>
                  <a:lnTo>
                    <a:pt x="3112184" y="1631341"/>
                  </a:lnTo>
                  <a:lnTo>
                    <a:pt x="3112278" y="1631341"/>
                  </a:lnTo>
                  <a:lnTo>
                    <a:pt x="3112372" y="1631341"/>
                  </a:lnTo>
                  <a:lnTo>
                    <a:pt x="3112466" y="1631341"/>
                  </a:lnTo>
                  <a:lnTo>
                    <a:pt x="3112560" y="1631341"/>
                  </a:lnTo>
                  <a:lnTo>
                    <a:pt x="3112654" y="1631341"/>
                  </a:lnTo>
                  <a:lnTo>
                    <a:pt x="3112748" y="1631341"/>
                  </a:lnTo>
                  <a:lnTo>
                    <a:pt x="3112842" y="1631341"/>
                  </a:lnTo>
                  <a:lnTo>
                    <a:pt x="3112936" y="1631341"/>
                  </a:lnTo>
                  <a:lnTo>
                    <a:pt x="3113030" y="1631341"/>
                  </a:lnTo>
                  <a:lnTo>
                    <a:pt x="3113124" y="1631341"/>
                  </a:lnTo>
                  <a:lnTo>
                    <a:pt x="3113218" y="1631341"/>
                  </a:lnTo>
                  <a:lnTo>
                    <a:pt x="3113312" y="1631341"/>
                  </a:lnTo>
                  <a:lnTo>
                    <a:pt x="3113406" y="1631341"/>
                  </a:lnTo>
                  <a:lnTo>
                    <a:pt x="3113500" y="1631341"/>
                  </a:lnTo>
                  <a:lnTo>
                    <a:pt x="3113594" y="1631341"/>
                  </a:lnTo>
                  <a:lnTo>
                    <a:pt x="3113688" y="1631341"/>
                  </a:lnTo>
                  <a:lnTo>
                    <a:pt x="3113782" y="1631341"/>
                  </a:lnTo>
                  <a:lnTo>
                    <a:pt x="3113876" y="1631341"/>
                  </a:lnTo>
                  <a:lnTo>
                    <a:pt x="3113970" y="1631341"/>
                  </a:lnTo>
                  <a:lnTo>
                    <a:pt x="3114064" y="1631341"/>
                  </a:lnTo>
                  <a:lnTo>
                    <a:pt x="3114158" y="1631341"/>
                  </a:lnTo>
                  <a:lnTo>
                    <a:pt x="3114252" y="1631341"/>
                  </a:lnTo>
                  <a:lnTo>
                    <a:pt x="3114346" y="1631341"/>
                  </a:lnTo>
                  <a:lnTo>
                    <a:pt x="3114440" y="1631341"/>
                  </a:lnTo>
                  <a:lnTo>
                    <a:pt x="3114534" y="1631341"/>
                  </a:lnTo>
                  <a:lnTo>
                    <a:pt x="3114628" y="1631341"/>
                  </a:lnTo>
                  <a:lnTo>
                    <a:pt x="3114722" y="1631341"/>
                  </a:lnTo>
                  <a:lnTo>
                    <a:pt x="3114816" y="1631341"/>
                  </a:lnTo>
                  <a:lnTo>
                    <a:pt x="3114910" y="1631341"/>
                  </a:lnTo>
                  <a:lnTo>
                    <a:pt x="3115004" y="1631341"/>
                  </a:lnTo>
                  <a:lnTo>
                    <a:pt x="3115098" y="1631341"/>
                  </a:lnTo>
                  <a:lnTo>
                    <a:pt x="3115192" y="1631341"/>
                  </a:lnTo>
                  <a:lnTo>
                    <a:pt x="3115286" y="1631341"/>
                  </a:lnTo>
                  <a:lnTo>
                    <a:pt x="3115381" y="1631341"/>
                  </a:lnTo>
                  <a:lnTo>
                    <a:pt x="3115475" y="1631341"/>
                  </a:lnTo>
                  <a:lnTo>
                    <a:pt x="3115569" y="1631341"/>
                  </a:lnTo>
                  <a:lnTo>
                    <a:pt x="3115663" y="1631341"/>
                  </a:lnTo>
                  <a:lnTo>
                    <a:pt x="3115757" y="1631341"/>
                  </a:lnTo>
                  <a:lnTo>
                    <a:pt x="3115851" y="1631341"/>
                  </a:lnTo>
                  <a:lnTo>
                    <a:pt x="3115945" y="1631341"/>
                  </a:lnTo>
                  <a:lnTo>
                    <a:pt x="3116039" y="1631341"/>
                  </a:lnTo>
                  <a:lnTo>
                    <a:pt x="3116133" y="1631341"/>
                  </a:lnTo>
                  <a:lnTo>
                    <a:pt x="3116133" y="1626061"/>
                  </a:lnTo>
                  <a:lnTo>
                    <a:pt x="3116227" y="1626061"/>
                  </a:lnTo>
                  <a:lnTo>
                    <a:pt x="3116321" y="1626061"/>
                  </a:lnTo>
                  <a:lnTo>
                    <a:pt x="3116415" y="1626061"/>
                  </a:lnTo>
                  <a:lnTo>
                    <a:pt x="3116509" y="1626061"/>
                  </a:lnTo>
                  <a:lnTo>
                    <a:pt x="3116603" y="1626061"/>
                  </a:lnTo>
                  <a:lnTo>
                    <a:pt x="3116697" y="1626061"/>
                  </a:lnTo>
                  <a:lnTo>
                    <a:pt x="3116791" y="1626061"/>
                  </a:lnTo>
                  <a:lnTo>
                    <a:pt x="3116885" y="1626061"/>
                  </a:lnTo>
                  <a:lnTo>
                    <a:pt x="3116979" y="1626061"/>
                  </a:lnTo>
                  <a:lnTo>
                    <a:pt x="3117073" y="1626061"/>
                  </a:lnTo>
                  <a:lnTo>
                    <a:pt x="3117167" y="1626061"/>
                  </a:lnTo>
                  <a:lnTo>
                    <a:pt x="3117261" y="1626061"/>
                  </a:lnTo>
                  <a:lnTo>
                    <a:pt x="3117355" y="1626061"/>
                  </a:lnTo>
                  <a:lnTo>
                    <a:pt x="3117449" y="1626061"/>
                  </a:lnTo>
                  <a:lnTo>
                    <a:pt x="3117543" y="1626061"/>
                  </a:lnTo>
                  <a:lnTo>
                    <a:pt x="3117637" y="1626061"/>
                  </a:lnTo>
                  <a:lnTo>
                    <a:pt x="3117731" y="1626061"/>
                  </a:lnTo>
                  <a:lnTo>
                    <a:pt x="3117825" y="1626061"/>
                  </a:lnTo>
                  <a:lnTo>
                    <a:pt x="3117919" y="1626061"/>
                  </a:lnTo>
                  <a:lnTo>
                    <a:pt x="3118013" y="1626061"/>
                  </a:lnTo>
                  <a:lnTo>
                    <a:pt x="3118107" y="1626061"/>
                  </a:lnTo>
                  <a:lnTo>
                    <a:pt x="3118201" y="1626061"/>
                  </a:lnTo>
                  <a:lnTo>
                    <a:pt x="3118295" y="1626061"/>
                  </a:lnTo>
                  <a:lnTo>
                    <a:pt x="3118389" y="1626061"/>
                  </a:lnTo>
                  <a:lnTo>
                    <a:pt x="3118483" y="1626061"/>
                  </a:lnTo>
                  <a:lnTo>
                    <a:pt x="3118577" y="1626061"/>
                  </a:lnTo>
                  <a:lnTo>
                    <a:pt x="3118671" y="1626061"/>
                  </a:lnTo>
                  <a:lnTo>
                    <a:pt x="3118765" y="1626061"/>
                  </a:lnTo>
                  <a:lnTo>
                    <a:pt x="3118859" y="1626061"/>
                  </a:lnTo>
                  <a:lnTo>
                    <a:pt x="3118954" y="1626061"/>
                  </a:lnTo>
                  <a:lnTo>
                    <a:pt x="3119048" y="1626061"/>
                  </a:lnTo>
                  <a:lnTo>
                    <a:pt x="3119142" y="1626061"/>
                  </a:lnTo>
                  <a:lnTo>
                    <a:pt x="3119236" y="1626061"/>
                  </a:lnTo>
                  <a:lnTo>
                    <a:pt x="3119330" y="1626061"/>
                  </a:lnTo>
                  <a:lnTo>
                    <a:pt x="3119424" y="1626061"/>
                  </a:lnTo>
                  <a:lnTo>
                    <a:pt x="3119518" y="1626061"/>
                  </a:lnTo>
                  <a:lnTo>
                    <a:pt x="3119612" y="1626061"/>
                  </a:lnTo>
                  <a:lnTo>
                    <a:pt x="3119706" y="1626061"/>
                  </a:lnTo>
                  <a:lnTo>
                    <a:pt x="3119800" y="1626061"/>
                  </a:lnTo>
                  <a:lnTo>
                    <a:pt x="3119894" y="1626061"/>
                  </a:lnTo>
                  <a:lnTo>
                    <a:pt x="3119988" y="1626061"/>
                  </a:lnTo>
                  <a:lnTo>
                    <a:pt x="3120082" y="1626061"/>
                  </a:lnTo>
                  <a:lnTo>
                    <a:pt x="3120176" y="1626061"/>
                  </a:lnTo>
                  <a:lnTo>
                    <a:pt x="3120270" y="1626061"/>
                  </a:lnTo>
                  <a:lnTo>
                    <a:pt x="3120364" y="1626061"/>
                  </a:lnTo>
                  <a:lnTo>
                    <a:pt x="3120458" y="1626061"/>
                  </a:lnTo>
                  <a:lnTo>
                    <a:pt x="3120552" y="1626061"/>
                  </a:lnTo>
                  <a:lnTo>
                    <a:pt x="3120646" y="1626061"/>
                  </a:lnTo>
                  <a:lnTo>
                    <a:pt x="3120740" y="1626061"/>
                  </a:lnTo>
                  <a:lnTo>
                    <a:pt x="3120834" y="1626061"/>
                  </a:lnTo>
                  <a:lnTo>
                    <a:pt x="3120928" y="1626061"/>
                  </a:lnTo>
                  <a:lnTo>
                    <a:pt x="3121022" y="1626061"/>
                  </a:lnTo>
                  <a:lnTo>
                    <a:pt x="3121116" y="1626061"/>
                  </a:lnTo>
                  <a:lnTo>
                    <a:pt x="3121210" y="1626061"/>
                  </a:lnTo>
                  <a:lnTo>
                    <a:pt x="3121304" y="1626061"/>
                  </a:lnTo>
                  <a:lnTo>
                    <a:pt x="3121398" y="1626061"/>
                  </a:lnTo>
                  <a:lnTo>
                    <a:pt x="3121492" y="1626061"/>
                  </a:lnTo>
                  <a:lnTo>
                    <a:pt x="3121586" y="1626061"/>
                  </a:lnTo>
                  <a:lnTo>
                    <a:pt x="3121680" y="1626061"/>
                  </a:lnTo>
                  <a:lnTo>
                    <a:pt x="3121774" y="1626061"/>
                  </a:lnTo>
                  <a:lnTo>
                    <a:pt x="3121868" y="1626061"/>
                  </a:lnTo>
                  <a:lnTo>
                    <a:pt x="3121962" y="1626061"/>
                  </a:lnTo>
                  <a:lnTo>
                    <a:pt x="3122056" y="1626061"/>
                  </a:lnTo>
                  <a:lnTo>
                    <a:pt x="3122150" y="1626061"/>
                  </a:lnTo>
                  <a:lnTo>
                    <a:pt x="3122244" y="1626061"/>
                  </a:lnTo>
                  <a:lnTo>
                    <a:pt x="3122338" y="1626061"/>
                  </a:lnTo>
                  <a:lnTo>
                    <a:pt x="3122433" y="1626061"/>
                  </a:lnTo>
                  <a:lnTo>
                    <a:pt x="3122527" y="1626061"/>
                  </a:lnTo>
                  <a:lnTo>
                    <a:pt x="3122621" y="1626061"/>
                  </a:lnTo>
                  <a:lnTo>
                    <a:pt x="3122715" y="1626061"/>
                  </a:lnTo>
                  <a:lnTo>
                    <a:pt x="3122809" y="1626061"/>
                  </a:lnTo>
                  <a:lnTo>
                    <a:pt x="3122903" y="1626061"/>
                  </a:lnTo>
                  <a:lnTo>
                    <a:pt x="3122997" y="1626061"/>
                  </a:lnTo>
                  <a:lnTo>
                    <a:pt x="3123091" y="1626061"/>
                  </a:lnTo>
                  <a:lnTo>
                    <a:pt x="3123185" y="1626061"/>
                  </a:lnTo>
                  <a:lnTo>
                    <a:pt x="3123185" y="1620782"/>
                  </a:lnTo>
                  <a:lnTo>
                    <a:pt x="3123279" y="1620782"/>
                  </a:lnTo>
                  <a:lnTo>
                    <a:pt x="3123373" y="1620782"/>
                  </a:lnTo>
                  <a:lnTo>
                    <a:pt x="3123467" y="1620782"/>
                  </a:lnTo>
                  <a:lnTo>
                    <a:pt x="3123561" y="1620782"/>
                  </a:lnTo>
                  <a:lnTo>
                    <a:pt x="3123655" y="1620782"/>
                  </a:lnTo>
                  <a:lnTo>
                    <a:pt x="3123749" y="1620782"/>
                  </a:lnTo>
                  <a:lnTo>
                    <a:pt x="3123843" y="1620782"/>
                  </a:lnTo>
                  <a:lnTo>
                    <a:pt x="3123937" y="1620782"/>
                  </a:lnTo>
                  <a:lnTo>
                    <a:pt x="3124031" y="1620782"/>
                  </a:lnTo>
                  <a:lnTo>
                    <a:pt x="3124125" y="1620782"/>
                  </a:lnTo>
                  <a:lnTo>
                    <a:pt x="3124219" y="1620782"/>
                  </a:lnTo>
                  <a:lnTo>
                    <a:pt x="3124313" y="1620782"/>
                  </a:lnTo>
                  <a:lnTo>
                    <a:pt x="3124407" y="1620782"/>
                  </a:lnTo>
                  <a:lnTo>
                    <a:pt x="3124501" y="1620782"/>
                  </a:lnTo>
                  <a:lnTo>
                    <a:pt x="3124595" y="1620782"/>
                  </a:lnTo>
                  <a:lnTo>
                    <a:pt x="3124689" y="1620782"/>
                  </a:lnTo>
                  <a:lnTo>
                    <a:pt x="3124783" y="1620782"/>
                  </a:lnTo>
                  <a:lnTo>
                    <a:pt x="3124877" y="1620782"/>
                  </a:lnTo>
                  <a:lnTo>
                    <a:pt x="3124971" y="1620782"/>
                  </a:lnTo>
                  <a:lnTo>
                    <a:pt x="3125065" y="1620782"/>
                  </a:lnTo>
                  <a:lnTo>
                    <a:pt x="3125159" y="1620782"/>
                  </a:lnTo>
                  <a:lnTo>
                    <a:pt x="3125253" y="1620782"/>
                  </a:lnTo>
                  <a:lnTo>
                    <a:pt x="3125347" y="1620782"/>
                  </a:lnTo>
                  <a:lnTo>
                    <a:pt x="3125441" y="1620782"/>
                  </a:lnTo>
                  <a:lnTo>
                    <a:pt x="3125535" y="1620782"/>
                  </a:lnTo>
                  <a:lnTo>
                    <a:pt x="3125629" y="1620782"/>
                  </a:lnTo>
                  <a:lnTo>
                    <a:pt x="3125723" y="1620782"/>
                  </a:lnTo>
                  <a:lnTo>
                    <a:pt x="3125817" y="1620782"/>
                  </a:lnTo>
                  <a:lnTo>
                    <a:pt x="3125911" y="1620782"/>
                  </a:lnTo>
                  <a:lnTo>
                    <a:pt x="3126006" y="1620782"/>
                  </a:lnTo>
                  <a:lnTo>
                    <a:pt x="3126100" y="1620782"/>
                  </a:lnTo>
                  <a:lnTo>
                    <a:pt x="3126194" y="1620782"/>
                  </a:lnTo>
                  <a:lnTo>
                    <a:pt x="3126288" y="1620782"/>
                  </a:lnTo>
                  <a:lnTo>
                    <a:pt x="3126382" y="1620782"/>
                  </a:lnTo>
                  <a:lnTo>
                    <a:pt x="3126476" y="1620782"/>
                  </a:lnTo>
                  <a:lnTo>
                    <a:pt x="3126570" y="1620782"/>
                  </a:lnTo>
                  <a:lnTo>
                    <a:pt x="3126664" y="1620782"/>
                  </a:lnTo>
                  <a:lnTo>
                    <a:pt x="3126758" y="1620782"/>
                  </a:lnTo>
                  <a:lnTo>
                    <a:pt x="3126852" y="1620782"/>
                  </a:lnTo>
                  <a:lnTo>
                    <a:pt x="3126946" y="1620782"/>
                  </a:lnTo>
                  <a:lnTo>
                    <a:pt x="3127040" y="1620782"/>
                  </a:lnTo>
                  <a:lnTo>
                    <a:pt x="3127134" y="1620782"/>
                  </a:lnTo>
                  <a:lnTo>
                    <a:pt x="3127228" y="1620782"/>
                  </a:lnTo>
                  <a:lnTo>
                    <a:pt x="3127322" y="1620782"/>
                  </a:lnTo>
                  <a:lnTo>
                    <a:pt x="3127416" y="1620782"/>
                  </a:lnTo>
                  <a:lnTo>
                    <a:pt x="3127510" y="1620782"/>
                  </a:lnTo>
                  <a:lnTo>
                    <a:pt x="3127604" y="1620782"/>
                  </a:lnTo>
                  <a:lnTo>
                    <a:pt x="3127698" y="1620782"/>
                  </a:lnTo>
                  <a:lnTo>
                    <a:pt x="3127698" y="1615502"/>
                  </a:lnTo>
                  <a:lnTo>
                    <a:pt x="3127792" y="1615502"/>
                  </a:lnTo>
                  <a:lnTo>
                    <a:pt x="3127886" y="1615502"/>
                  </a:lnTo>
                  <a:lnTo>
                    <a:pt x="3127980" y="1615502"/>
                  </a:lnTo>
                  <a:lnTo>
                    <a:pt x="3128074" y="1615502"/>
                  </a:lnTo>
                  <a:lnTo>
                    <a:pt x="3128168" y="1615502"/>
                  </a:lnTo>
                  <a:lnTo>
                    <a:pt x="3128262" y="1615502"/>
                  </a:lnTo>
                  <a:lnTo>
                    <a:pt x="3128356" y="1615502"/>
                  </a:lnTo>
                  <a:lnTo>
                    <a:pt x="3128450" y="1615502"/>
                  </a:lnTo>
                  <a:lnTo>
                    <a:pt x="3128544" y="1615502"/>
                  </a:lnTo>
                  <a:lnTo>
                    <a:pt x="3128638" y="1615502"/>
                  </a:lnTo>
                  <a:lnTo>
                    <a:pt x="3128732" y="1615502"/>
                  </a:lnTo>
                  <a:lnTo>
                    <a:pt x="3128826" y="1615502"/>
                  </a:lnTo>
                  <a:lnTo>
                    <a:pt x="3128920" y="1615502"/>
                  </a:lnTo>
                  <a:lnTo>
                    <a:pt x="3129014" y="1615502"/>
                  </a:lnTo>
                  <a:lnTo>
                    <a:pt x="3129108" y="1615502"/>
                  </a:lnTo>
                  <a:lnTo>
                    <a:pt x="3129202" y="1615502"/>
                  </a:lnTo>
                  <a:lnTo>
                    <a:pt x="3129296" y="1615502"/>
                  </a:lnTo>
                  <a:lnTo>
                    <a:pt x="3129390" y="1615502"/>
                  </a:lnTo>
                  <a:lnTo>
                    <a:pt x="3129484" y="1615502"/>
                  </a:lnTo>
                  <a:lnTo>
                    <a:pt x="3129579" y="1615502"/>
                  </a:lnTo>
                  <a:lnTo>
                    <a:pt x="3129673" y="1615502"/>
                  </a:lnTo>
                  <a:lnTo>
                    <a:pt x="3129673" y="1610223"/>
                  </a:lnTo>
                  <a:lnTo>
                    <a:pt x="3129767" y="1610223"/>
                  </a:lnTo>
                  <a:lnTo>
                    <a:pt x="3129861" y="1610223"/>
                  </a:lnTo>
                  <a:lnTo>
                    <a:pt x="3129955" y="1610223"/>
                  </a:lnTo>
                  <a:lnTo>
                    <a:pt x="3130049" y="1610223"/>
                  </a:lnTo>
                  <a:lnTo>
                    <a:pt x="3130143" y="1610223"/>
                  </a:lnTo>
                  <a:lnTo>
                    <a:pt x="3130237" y="1610223"/>
                  </a:lnTo>
                  <a:lnTo>
                    <a:pt x="3130331" y="1610223"/>
                  </a:lnTo>
                  <a:lnTo>
                    <a:pt x="3130425" y="1610223"/>
                  </a:lnTo>
                  <a:lnTo>
                    <a:pt x="3130519" y="1610223"/>
                  </a:lnTo>
                  <a:lnTo>
                    <a:pt x="3130613" y="1610223"/>
                  </a:lnTo>
                  <a:lnTo>
                    <a:pt x="3130707" y="1610223"/>
                  </a:lnTo>
                  <a:lnTo>
                    <a:pt x="3130801" y="1610223"/>
                  </a:lnTo>
                  <a:lnTo>
                    <a:pt x="3130895" y="1610223"/>
                  </a:lnTo>
                  <a:lnTo>
                    <a:pt x="3130989" y="1610223"/>
                  </a:lnTo>
                  <a:lnTo>
                    <a:pt x="3131083" y="1610223"/>
                  </a:lnTo>
                  <a:lnTo>
                    <a:pt x="3131177" y="1610223"/>
                  </a:lnTo>
                  <a:lnTo>
                    <a:pt x="3131177" y="1604944"/>
                  </a:lnTo>
                  <a:lnTo>
                    <a:pt x="3131271" y="1604944"/>
                  </a:lnTo>
                  <a:lnTo>
                    <a:pt x="3131365" y="1604944"/>
                  </a:lnTo>
                  <a:lnTo>
                    <a:pt x="3131459" y="1604944"/>
                  </a:lnTo>
                  <a:lnTo>
                    <a:pt x="3131553" y="1604944"/>
                  </a:lnTo>
                  <a:lnTo>
                    <a:pt x="3131647" y="1604944"/>
                  </a:lnTo>
                  <a:lnTo>
                    <a:pt x="3131741" y="1604944"/>
                  </a:lnTo>
                  <a:lnTo>
                    <a:pt x="3131835" y="1604944"/>
                  </a:lnTo>
                  <a:lnTo>
                    <a:pt x="3131929" y="1604944"/>
                  </a:lnTo>
                  <a:lnTo>
                    <a:pt x="3132023" y="1604944"/>
                  </a:lnTo>
                  <a:lnTo>
                    <a:pt x="3132117" y="1604944"/>
                  </a:lnTo>
                  <a:lnTo>
                    <a:pt x="3132117" y="1599664"/>
                  </a:lnTo>
                  <a:lnTo>
                    <a:pt x="3132211" y="1599664"/>
                  </a:lnTo>
                  <a:lnTo>
                    <a:pt x="3132305" y="1599664"/>
                  </a:lnTo>
                  <a:lnTo>
                    <a:pt x="3132399" y="1599664"/>
                  </a:lnTo>
                  <a:lnTo>
                    <a:pt x="3132493" y="1599664"/>
                  </a:lnTo>
                  <a:lnTo>
                    <a:pt x="3132587" y="1599664"/>
                  </a:lnTo>
                  <a:lnTo>
                    <a:pt x="3132681" y="1599664"/>
                  </a:lnTo>
                  <a:lnTo>
                    <a:pt x="3132775" y="1599664"/>
                  </a:lnTo>
                  <a:lnTo>
                    <a:pt x="3132869" y="1599664"/>
                  </a:lnTo>
                  <a:lnTo>
                    <a:pt x="3132963" y="1599664"/>
                  </a:lnTo>
                  <a:lnTo>
                    <a:pt x="3133058" y="1599664"/>
                  </a:lnTo>
                  <a:lnTo>
                    <a:pt x="3133152" y="1599664"/>
                  </a:lnTo>
                  <a:lnTo>
                    <a:pt x="3133246" y="1599664"/>
                  </a:lnTo>
                  <a:lnTo>
                    <a:pt x="3133340" y="1599664"/>
                  </a:lnTo>
                  <a:lnTo>
                    <a:pt x="3133434" y="1599664"/>
                  </a:lnTo>
                  <a:lnTo>
                    <a:pt x="3133528" y="1599664"/>
                  </a:lnTo>
                  <a:lnTo>
                    <a:pt x="3133622" y="1599664"/>
                  </a:lnTo>
                  <a:lnTo>
                    <a:pt x="3133716" y="1599664"/>
                  </a:lnTo>
                  <a:lnTo>
                    <a:pt x="3133810" y="1599664"/>
                  </a:lnTo>
                  <a:lnTo>
                    <a:pt x="3133904" y="1599664"/>
                  </a:lnTo>
                  <a:lnTo>
                    <a:pt x="3133998" y="1599664"/>
                  </a:lnTo>
                  <a:lnTo>
                    <a:pt x="3134092" y="1599664"/>
                  </a:lnTo>
                  <a:lnTo>
                    <a:pt x="3134186" y="1599664"/>
                  </a:lnTo>
                  <a:lnTo>
                    <a:pt x="3134280" y="1599664"/>
                  </a:lnTo>
                  <a:lnTo>
                    <a:pt x="3134374" y="1599664"/>
                  </a:lnTo>
                  <a:lnTo>
                    <a:pt x="3134468" y="1599664"/>
                  </a:lnTo>
                  <a:lnTo>
                    <a:pt x="3134562" y="1599664"/>
                  </a:lnTo>
                  <a:lnTo>
                    <a:pt x="3134656" y="1599664"/>
                  </a:lnTo>
                  <a:lnTo>
                    <a:pt x="3134750" y="1599664"/>
                  </a:lnTo>
                  <a:lnTo>
                    <a:pt x="3134844" y="1599664"/>
                  </a:lnTo>
                  <a:lnTo>
                    <a:pt x="3134938" y="1599664"/>
                  </a:lnTo>
                  <a:lnTo>
                    <a:pt x="3135032" y="1599664"/>
                  </a:lnTo>
                  <a:lnTo>
                    <a:pt x="3135126" y="1599664"/>
                  </a:lnTo>
                  <a:lnTo>
                    <a:pt x="3135220" y="1599664"/>
                  </a:lnTo>
                  <a:lnTo>
                    <a:pt x="3135314" y="1599664"/>
                  </a:lnTo>
                  <a:lnTo>
                    <a:pt x="3135408" y="1599664"/>
                  </a:lnTo>
                  <a:lnTo>
                    <a:pt x="3135502" y="1599664"/>
                  </a:lnTo>
                  <a:lnTo>
                    <a:pt x="3135596" y="1599664"/>
                  </a:lnTo>
                  <a:lnTo>
                    <a:pt x="3135690" y="1599664"/>
                  </a:lnTo>
                  <a:lnTo>
                    <a:pt x="3135784" y="1599664"/>
                  </a:lnTo>
                  <a:lnTo>
                    <a:pt x="3135878" y="1599664"/>
                  </a:lnTo>
                  <a:lnTo>
                    <a:pt x="3135972" y="1599664"/>
                  </a:lnTo>
                  <a:lnTo>
                    <a:pt x="3136066" y="1599664"/>
                  </a:lnTo>
                  <a:lnTo>
                    <a:pt x="3136160" y="1599664"/>
                  </a:lnTo>
                  <a:lnTo>
                    <a:pt x="3136254" y="1599664"/>
                  </a:lnTo>
                  <a:lnTo>
                    <a:pt x="3136348" y="1599664"/>
                  </a:lnTo>
                  <a:lnTo>
                    <a:pt x="3136442" y="1599664"/>
                  </a:lnTo>
                  <a:lnTo>
                    <a:pt x="3136536" y="1599664"/>
                  </a:lnTo>
                  <a:lnTo>
                    <a:pt x="3136631" y="1599664"/>
                  </a:lnTo>
                  <a:lnTo>
                    <a:pt x="3136725" y="1599664"/>
                  </a:lnTo>
                  <a:lnTo>
                    <a:pt x="3136819" y="1599664"/>
                  </a:lnTo>
                  <a:lnTo>
                    <a:pt x="3136913" y="1599664"/>
                  </a:lnTo>
                  <a:lnTo>
                    <a:pt x="3137007" y="1599664"/>
                  </a:lnTo>
                  <a:lnTo>
                    <a:pt x="3137101" y="1599664"/>
                  </a:lnTo>
                  <a:lnTo>
                    <a:pt x="3137195" y="1599664"/>
                  </a:lnTo>
                  <a:lnTo>
                    <a:pt x="3137289" y="1599664"/>
                  </a:lnTo>
                  <a:lnTo>
                    <a:pt x="3137383" y="1599664"/>
                  </a:lnTo>
                  <a:lnTo>
                    <a:pt x="3137477" y="1599664"/>
                  </a:lnTo>
                  <a:lnTo>
                    <a:pt x="3137571" y="1599664"/>
                  </a:lnTo>
                  <a:lnTo>
                    <a:pt x="3137665" y="1599664"/>
                  </a:lnTo>
                  <a:lnTo>
                    <a:pt x="3137759" y="1599664"/>
                  </a:lnTo>
                  <a:lnTo>
                    <a:pt x="3137853" y="1599664"/>
                  </a:lnTo>
                  <a:lnTo>
                    <a:pt x="3137947" y="1599664"/>
                  </a:lnTo>
                  <a:lnTo>
                    <a:pt x="3138041" y="1599664"/>
                  </a:lnTo>
                  <a:lnTo>
                    <a:pt x="3138135" y="1599664"/>
                  </a:lnTo>
                  <a:lnTo>
                    <a:pt x="3138229" y="1599664"/>
                  </a:lnTo>
                  <a:lnTo>
                    <a:pt x="3138323" y="1599664"/>
                  </a:lnTo>
                  <a:lnTo>
                    <a:pt x="3138417" y="1599664"/>
                  </a:lnTo>
                  <a:lnTo>
                    <a:pt x="3138511" y="1599664"/>
                  </a:lnTo>
                  <a:lnTo>
                    <a:pt x="3138605" y="1599664"/>
                  </a:lnTo>
                  <a:lnTo>
                    <a:pt x="3138699" y="1599664"/>
                  </a:lnTo>
                  <a:lnTo>
                    <a:pt x="3138793" y="1599664"/>
                  </a:lnTo>
                  <a:lnTo>
                    <a:pt x="3138887" y="1599664"/>
                  </a:lnTo>
                  <a:lnTo>
                    <a:pt x="3138981" y="1599664"/>
                  </a:lnTo>
                  <a:lnTo>
                    <a:pt x="3139075" y="1599664"/>
                  </a:lnTo>
                  <a:lnTo>
                    <a:pt x="3139169" y="1599664"/>
                  </a:lnTo>
                  <a:lnTo>
                    <a:pt x="3139263" y="1599664"/>
                  </a:lnTo>
                  <a:lnTo>
                    <a:pt x="3139357" y="1599664"/>
                  </a:lnTo>
                  <a:lnTo>
                    <a:pt x="3139451" y="1599664"/>
                  </a:lnTo>
                  <a:lnTo>
                    <a:pt x="3139545" y="1599664"/>
                  </a:lnTo>
                  <a:lnTo>
                    <a:pt x="3139639" y="1599664"/>
                  </a:lnTo>
                  <a:lnTo>
                    <a:pt x="3139733" y="1599664"/>
                  </a:lnTo>
                  <a:lnTo>
                    <a:pt x="3139827" y="1599664"/>
                  </a:lnTo>
                  <a:lnTo>
                    <a:pt x="3139921" y="1599664"/>
                  </a:lnTo>
                  <a:lnTo>
                    <a:pt x="3140015" y="1599664"/>
                  </a:lnTo>
                  <a:lnTo>
                    <a:pt x="3140109" y="1599664"/>
                  </a:lnTo>
                  <a:lnTo>
                    <a:pt x="3140204" y="1599664"/>
                  </a:lnTo>
                  <a:lnTo>
                    <a:pt x="3140298" y="1599664"/>
                  </a:lnTo>
                  <a:lnTo>
                    <a:pt x="3140392" y="1599664"/>
                  </a:lnTo>
                  <a:lnTo>
                    <a:pt x="3140486" y="1599664"/>
                  </a:lnTo>
                  <a:lnTo>
                    <a:pt x="3140580" y="1599664"/>
                  </a:lnTo>
                  <a:lnTo>
                    <a:pt x="3140674" y="1599664"/>
                  </a:lnTo>
                  <a:lnTo>
                    <a:pt x="3140768" y="1599664"/>
                  </a:lnTo>
                  <a:lnTo>
                    <a:pt x="3140862" y="1599664"/>
                  </a:lnTo>
                  <a:lnTo>
                    <a:pt x="3140956" y="1599664"/>
                  </a:lnTo>
                  <a:lnTo>
                    <a:pt x="3141050" y="1599664"/>
                  </a:lnTo>
                  <a:lnTo>
                    <a:pt x="3141144" y="1599664"/>
                  </a:lnTo>
                  <a:lnTo>
                    <a:pt x="3141238" y="1599664"/>
                  </a:lnTo>
                  <a:lnTo>
                    <a:pt x="3141332" y="1599664"/>
                  </a:lnTo>
                  <a:lnTo>
                    <a:pt x="3141426" y="1599664"/>
                  </a:lnTo>
                  <a:lnTo>
                    <a:pt x="3141520" y="1599664"/>
                  </a:lnTo>
                  <a:lnTo>
                    <a:pt x="3141614" y="1599664"/>
                  </a:lnTo>
                  <a:lnTo>
                    <a:pt x="3141708" y="1599664"/>
                  </a:lnTo>
                  <a:lnTo>
                    <a:pt x="3141802" y="1599664"/>
                  </a:lnTo>
                  <a:lnTo>
                    <a:pt x="3141896" y="1599664"/>
                  </a:lnTo>
                  <a:lnTo>
                    <a:pt x="3141990" y="1599664"/>
                  </a:lnTo>
                  <a:lnTo>
                    <a:pt x="3142084" y="1599664"/>
                  </a:lnTo>
                  <a:lnTo>
                    <a:pt x="3142178" y="1599664"/>
                  </a:lnTo>
                  <a:lnTo>
                    <a:pt x="3142272" y="1599664"/>
                  </a:lnTo>
                  <a:lnTo>
                    <a:pt x="3142272" y="1594385"/>
                  </a:lnTo>
                  <a:lnTo>
                    <a:pt x="3142366" y="1594385"/>
                  </a:lnTo>
                  <a:lnTo>
                    <a:pt x="3142460" y="1594385"/>
                  </a:lnTo>
                  <a:lnTo>
                    <a:pt x="3142554" y="1594385"/>
                  </a:lnTo>
                  <a:lnTo>
                    <a:pt x="3142554" y="1589105"/>
                  </a:lnTo>
                  <a:lnTo>
                    <a:pt x="3142648" y="1589105"/>
                  </a:lnTo>
                  <a:lnTo>
                    <a:pt x="3142742" y="1589105"/>
                  </a:lnTo>
                  <a:lnTo>
                    <a:pt x="3142836" y="1589105"/>
                  </a:lnTo>
                  <a:lnTo>
                    <a:pt x="3142930" y="1589105"/>
                  </a:lnTo>
                  <a:lnTo>
                    <a:pt x="3143024" y="1589105"/>
                  </a:lnTo>
                  <a:lnTo>
                    <a:pt x="3143024" y="1583826"/>
                  </a:lnTo>
                  <a:lnTo>
                    <a:pt x="3143118" y="1583826"/>
                  </a:lnTo>
                  <a:lnTo>
                    <a:pt x="3143212" y="1583826"/>
                  </a:lnTo>
                  <a:lnTo>
                    <a:pt x="3143306" y="1583826"/>
                  </a:lnTo>
                  <a:lnTo>
                    <a:pt x="3143400" y="1583826"/>
                  </a:lnTo>
                  <a:lnTo>
                    <a:pt x="3143494" y="1583826"/>
                  </a:lnTo>
                  <a:lnTo>
                    <a:pt x="3143588" y="1583826"/>
                  </a:lnTo>
                  <a:lnTo>
                    <a:pt x="3143683" y="1583826"/>
                  </a:lnTo>
                  <a:lnTo>
                    <a:pt x="3143777" y="1583826"/>
                  </a:lnTo>
                  <a:lnTo>
                    <a:pt x="3143871" y="1583826"/>
                  </a:lnTo>
                  <a:lnTo>
                    <a:pt x="3143965" y="1583826"/>
                  </a:lnTo>
                  <a:lnTo>
                    <a:pt x="3144059" y="1583826"/>
                  </a:lnTo>
                  <a:lnTo>
                    <a:pt x="3144153" y="1583826"/>
                  </a:lnTo>
                  <a:lnTo>
                    <a:pt x="3144247" y="1583826"/>
                  </a:lnTo>
                  <a:lnTo>
                    <a:pt x="3144341" y="1583826"/>
                  </a:lnTo>
                  <a:lnTo>
                    <a:pt x="3144435" y="1583826"/>
                  </a:lnTo>
                  <a:lnTo>
                    <a:pt x="3144529" y="1583826"/>
                  </a:lnTo>
                  <a:lnTo>
                    <a:pt x="3144623" y="1583826"/>
                  </a:lnTo>
                  <a:lnTo>
                    <a:pt x="3144717" y="1583826"/>
                  </a:lnTo>
                  <a:lnTo>
                    <a:pt x="3144811" y="1583826"/>
                  </a:lnTo>
                  <a:lnTo>
                    <a:pt x="3144905" y="1583826"/>
                  </a:lnTo>
                  <a:lnTo>
                    <a:pt x="3144999" y="1583826"/>
                  </a:lnTo>
                  <a:lnTo>
                    <a:pt x="3145093" y="1583826"/>
                  </a:lnTo>
                  <a:lnTo>
                    <a:pt x="3145187" y="1583826"/>
                  </a:lnTo>
                  <a:lnTo>
                    <a:pt x="3145281" y="1583826"/>
                  </a:lnTo>
                  <a:lnTo>
                    <a:pt x="3145375" y="1583826"/>
                  </a:lnTo>
                  <a:lnTo>
                    <a:pt x="3145469" y="1583826"/>
                  </a:lnTo>
                  <a:lnTo>
                    <a:pt x="3145563" y="1583826"/>
                  </a:lnTo>
                  <a:lnTo>
                    <a:pt x="3145563" y="1578546"/>
                  </a:lnTo>
                  <a:lnTo>
                    <a:pt x="3145657" y="1578546"/>
                  </a:lnTo>
                  <a:lnTo>
                    <a:pt x="3145751" y="1578546"/>
                  </a:lnTo>
                  <a:lnTo>
                    <a:pt x="3145845" y="1578546"/>
                  </a:lnTo>
                  <a:lnTo>
                    <a:pt x="3145939" y="1578546"/>
                  </a:lnTo>
                  <a:lnTo>
                    <a:pt x="3146033" y="1578546"/>
                  </a:lnTo>
                  <a:lnTo>
                    <a:pt x="3146127" y="1578546"/>
                  </a:lnTo>
                  <a:lnTo>
                    <a:pt x="3146221" y="1578546"/>
                  </a:lnTo>
                  <a:lnTo>
                    <a:pt x="3146315" y="1578546"/>
                  </a:lnTo>
                  <a:lnTo>
                    <a:pt x="3146409" y="1578546"/>
                  </a:lnTo>
                  <a:lnTo>
                    <a:pt x="3146503" y="1578546"/>
                  </a:lnTo>
                  <a:lnTo>
                    <a:pt x="3146597" y="1578546"/>
                  </a:lnTo>
                  <a:lnTo>
                    <a:pt x="3146691" y="1578546"/>
                  </a:lnTo>
                  <a:lnTo>
                    <a:pt x="3146785" y="1578546"/>
                  </a:lnTo>
                  <a:lnTo>
                    <a:pt x="3146879" y="1578546"/>
                  </a:lnTo>
                  <a:lnTo>
                    <a:pt x="3146973" y="1578546"/>
                  </a:lnTo>
                  <a:lnTo>
                    <a:pt x="3147067" y="1578546"/>
                  </a:lnTo>
                  <a:lnTo>
                    <a:pt x="3147067" y="1573267"/>
                  </a:lnTo>
                  <a:lnTo>
                    <a:pt x="3147161" y="1573267"/>
                  </a:lnTo>
                  <a:lnTo>
                    <a:pt x="3147256" y="1573267"/>
                  </a:lnTo>
                  <a:lnTo>
                    <a:pt x="3147350" y="1573267"/>
                  </a:lnTo>
                  <a:lnTo>
                    <a:pt x="3147444" y="1573267"/>
                  </a:lnTo>
                  <a:lnTo>
                    <a:pt x="3147538" y="1573267"/>
                  </a:lnTo>
                  <a:lnTo>
                    <a:pt x="3147632" y="1573267"/>
                  </a:lnTo>
                  <a:lnTo>
                    <a:pt x="3147726" y="1573267"/>
                  </a:lnTo>
                  <a:lnTo>
                    <a:pt x="3147820" y="1573267"/>
                  </a:lnTo>
                  <a:lnTo>
                    <a:pt x="3147914" y="1573267"/>
                  </a:lnTo>
                  <a:lnTo>
                    <a:pt x="3148008" y="1573267"/>
                  </a:lnTo>
                  <a:lnTo>
                    <a:pt x="3148102" y="1573267"/>
                  </a:lnTo>
                  <a:lnTo>
                    <a:pt x="3148196" y="1573267"/>
                  </a:lnTo>
                  <a:lnTo>
                    <a:pt x="3148290" y="1573267"/>
                  </a:lnTo>
                  <a:lnTo>
                    <a:pt x="3148384" y="1573267"/>
                  </a:lnTo>
                  <a:lnTo>
                    <a:pt x="3148478" y="1573267"/>
                  </a:lnTo>
                  <a:lnTo>
                    <a:pt x="3148572" y="1573267"/>
                  </a:lnTo>
                  <a:lnTo>
                    <a:pt x="3148666" y="1573267"/>
                  </a:lnTo>
                  <a:lnTo>
                    <a:pt x="3148760" y="1573267"/>
                  </a:lnTo>
                  <a:lnTo>
                    <a:pt x="3148854" y="1573267"/>
                  </a:lnTo>
                  <a:lnTo>
                    <a:pt x="3148948" y="1573267"/>
                  </a:lnTo>
                  <a:lnTo>
                    <a:pt x="3149042" y="1573267"/>
                  </a:lnTo>
                  <a:lnTo>
                    <a:pt x="3149136" y="1573267"/>
                  </a:lnTo>
                  <a:lnTo>
                    <a:pt x="3149230" y="1573267"/>
                  </a:lnTo>
                  <a:lnTo>
                    <a:pt x="3149324" y="1573267"/>
                  </a:lnTo>
                  <a:lnTo>
                    <a:pt x="3149418" y="1573267"/>
                  </a:lnTo>
                  <a:lnTo>
                    <a:pt x="3149512" y="1573267"/>
                  </a:lnTo>
                  <a:lnTo>
                    <a:pt x="3149606" y="1573267"/>
                  </a:lnTo>
                  <a:lnTo>
                    <a:pt x="3149700" y="1573267"/>
                  </a:lnTo>
                  <a:lnTo>
                    <a:pt x="3149794" y="1573267"/>
                  </a:lnTo>
                  <a:lnTo>
                    <a:pt x="3149888" y="1573267"/>
                  </a:lnTo>
                  <a:lnTo>
                    <a:pt x="3149982" y="1573267"/>
                  </a:lnTo>
                  <a:lnTo>
                    <a:pt x="3150076" y="1573267"/>
                  </a:lnTo>
                  <a:lnTo>
                    <a:pt x="3150170" y="1573267"/>
                  </a:lnTo>
                  <a:lnTo>
                    <a:pt x="3150264" y="1573267"/>
                  </a:lnTo>
                  <a:lnTo>
                    <a:pt x="3150358" y="1573267"/>
                  </a:lnTo>
                  <a:lnTo>
                    <a:pt x="3150452" y="1573267"/>
                  </a:lnTo>
                  <a:lnTo>
                    <a:pt x="3150546" y="1573267"/>
                  </a:lnTo>
                  <a:lnTo>
                    <a:pt x="3150640" y="1573267"/>
                  </a:lnTo>
                  <a:lnTo>
                    <a:pt x="3150734" y="1573267"/>
                  </a:lnTo>
                  <a:lnTo>
                    <a:pt x="3150829" y="1573267"/>
                  </a:lnTo>
                  <a:lnTo>
                    <a:pt x="3150923" y="1573267"/>
                  </a:lnTo>
                  <a:lnTo>
                    <a:pt x="3151017" y="1573267"/>
                  </a:lnTo>
                  <a:lnTo>
                    <a:pt x="3151111" y="1573267"/>
                  </a:lnTo>
                  <a:lnTo>
                    <a:pt x="3151205" y="1573267"/>
                  </a:lnTo>
                  <a:lnTo>
                    <a:pt x="3151299" y="1573267"/>
                  </a:lnTo>
                  <a:lnTo>
                    <a:pt x="3151393" y="1573267"/>
                  </a:lnTo>
                  <a:lnTo>
                    <a:pt x="3151487" y="1573267"/>
                  </a:lnTo>
                  <a:lnTo>
                    <a:pt x="3151581" y="1573267"/>
                  </a:lnTo>
                  <a:lnTo>
                    <a:pt x="3151581" y="1567988"/>
                  </a:lnTo>
                  <a:lnTo>
                    <a:pt x="3151581" y="1562708"/>
                  </a:lnTo>
                  <a:lnTo>
                    <a:pt x="3151675" y="1562708"/>
                  </a:lnTo>
                  <a:lnTo>
                    <a:pt x="3151769" y="1562708"/>
                  </a:lnTo>
                  <a:lnTo>
                    <a:pt x="3151863" y="1562708"/>
                  </a:lnTo>
                  <a:lnTo>
                    <a:pt x="3151957" y="1562708"/>
                  </a:lnTo>
                  <a:lnTo>
                    <a:pt x="3152051" y="1562708"/>
                  </a:lnTo>
                  <a:lnTo>
                    <a:pt x="3152145" y="1562708"/>
                  </a:lnTo>
                  <a:lnTo>
                    <a:pt x="3152239" y="1562708"/>
                  </a:lnTo>
                  <a:lnTo>
                    <a:pt x="3152333" y="1562708"/>
                  </a:lnTo>
                  <a:lnTo>
                    <a:pt x="3152427" y="1562708"/>
                  </a:lnTo>
                  <a:lnTo>
                    <a:pt x="3152521" y="1562708"/>
                  </a:lnTo>
                  <a:lnTo>
                    <a:pt x="3152615" y="1562708"/>
                  </a:lnTo>
                  <a:lnTo>
                    <a:pt x="3152709" y="1562708"/>
                  </a:lnTo>
                  <a:lnTo>
                    <a:pt x="3152803" y="1562708"/>
                  </a:lnTo>
                  <a:lnTo>
                    <a:pt x="3152897" y="1562708"/>
                  </a:lnTo>
                  <a:lnTo>
                    <a:pt x="3152991" y="1562708"/>
                  </a:lnTo>
                  <a:lnTo>
                    <a:pt x="3153085" y="1562708"/>
                  </a:lnTo>
                  <a:lnTo>
                    <a:pt x="3153179" y="1562708"/>
                  </a:lnTo>
                  <a:lnTo>
                    <a:pt x="3153273" y="1562708"/>
                  </a:lnTo>
                  <a:lnTo>
                    <a:pt x="3153367" y="1562708"/>
                  </a:lnTo>
                  <a:lnTo>
                    <a:pt x="3153461" y="1562708"/>
                  </a:lnTo>
                  <a:lnTo>
                    <a:pt x="3153555" y="1562708"/>
                  </a:lnTo>
                  <a:lnTo>
                    <a:pt x="3153649" y="1562708"/>
                  </a:lnTo>
                  <a:lnTo>
                    <a:pt x="3153743" y="1562708"/>
                  </a:lnTo>
                  <a:lnTo>
                    <a:pt x="3153837" y="1562708"/>
                  </a:lnTo>
                  <a:lnTo>
                    <a:pt x="3153931" y="1562708"/>
                  </a:lnTo>
                  <a:lnTo>
                    <a:pt x="3154025" y="1562708"/>
                  </a:lnTo>
                  <a:lnTo>
                    <a:pt x="3154119" y="1562708"/>
                  </a:lnTo>
                  <a:lnTo>
                    <a:pt x="3154213" y="1562708"/>
                  </a:lnTo>
                  <a:lnTo>
                    <a:pt x="3154308" y="1562708"/>
                  </a:lnTo>
                  <a:lnTo>
                    <a:pt x="3154402" y="1562708"/>
                  </a:lnTo>
                  <a:lnTo>
                    <a:pt x="3154496" y="1562708"/>
                  </a:lnTo>
                  <a:lnTo>
                    <a:pt x="3154590" y="1562708"/>
                  </a:lnTo>
                  <a:lnTo>
                    <a:pt x="3154684" y="1562708"/>
                  </a:lnTo>
                  <a:lnTo>
                    <a:pt x="3154778" y="1562708"/>
                  </a:lnTo>
                  <a:lnTo>
                    <a:pt x="3154872" y="1562708"/>
                  </a:lnTo>
                  <a:lnTo>
                    <a:pt x="3154966" y="1562708"/>
                  </a:lnTo>
                  <a:lnTo>
                    <a:pt x="3155060" y="1562708"/>
                  </a:lnTo>
                  <a:lnTo>
                    <a:pt x="3155154" y="1562708"/>
                  </a:lnTo>
                  <a:lnTo>
                    <a:pt x="3155248" y="1562708"/>
                  </a:lnTo>
                  <a:lnTo>
                    <a:pt x="3155342" y="1562708"/>
                  </a:lnTo>
                  <a:lnTo>
                    <a:pt x="3155436" y="1562708"/>
                  </a:lnTo>
                  <a:lnTo>
                    <a:pt x="3155530" y="1562708"/>
                  </a:lnTo>
                  <a:lnTo>
                    <a:pt x="3155624" y="1562708"/>
                  </a:lnTo>
                  <a:lnTo>
                    <a:pt x="3155718" y="1562708"/>
                  </a:lnTo>
                  <a:lnTo>
                    <a:pt x="3155812" y="1562708"/>
                  </a:lnTo>
                  <a:lnTo>
                    <a:pt x="3155906" y="1562708"/>
                  </a:lnTo>
                  <a:lnTo>
                    <a:pt x="3156000" y="1562708"/>
                  </a:lnTo>
                  <a:lnTo>
                    <a:pt x="3156094" y="1562708"/>
                  </a:lnTo>
                  <a:lnTo>
                    <a:pt x="3156188" y="1562708"/>
                  </a:lnTo>
                  <a:lnTo>
                    <a:pt x="3156282" y="1562708"/>
                  </a:lnTo>
                  <a:lnTo>
                    <a:pt x="3156376" y="1562708"/>
                  </a:lnTo>
                  <a:lnTo>
                    <a:pt x="3156470" y="1562708"/>
                  </a:lnTo>
                  <a:lnTo>
                    <a:pt x="3156564" y="1562708"/>
                  </a:lnTo>
                  <a:lnTo>
                    <a:pt x="3156658" y="1562708"/>
                  </a:lnTo>
                  <a:lnTo>
                    <a:pt x="3156752" y="1562708"/>
                  </a:lnTo>
                  <a:lnTo>
                    <a:pt x="3156846" y="1562708"/>
                  </a:lnTo>
                  <a:lnTo>
                    <a:pt x="3156940" y="1562708"/>
                  </a:lnTo>
                  <a:lnTo>
                    <a:pt x="3157034" y="1562708"/>
                  </a:lnTo>
                  <a:lnTo>
                    <a:pt x="3157128" y="1562708"/>
                  </a:lnTo>
                  <a:lnTo>
                    <a:pt x="3157222" y="1562708"/>
                  </a:lnTo>
                  <a:lnTo>
                    <a:pt x="3157316" y="1562708"/>
                  </a:lnTo>
                  <a:lnTo>
                    <a:pt x="3157410" y="1562708"/>
                  </a:lnTo>
                  <a:lnTo>
                    <a:pt x="3157504" y="1562708"/>
                  </a:lnTo>
                  <a:lnTo>
                    <a:pt x="3157598" y="1562708"/>
                  </a:lnTo>
                  <a:lnTo>
                    <a:pt x="3157692" y="1562708"/>
                  </a:lnTo>
                  <a:lnTo>
                    <a:pt x="3157786" y="1562708"/>
                  </a:lnTo>
                  <a:lnTo>
                    <a:pt x="3157881" y="1562708"/>
                  </a:lnTo>
                  <a:lnTo>
                    <a:pt x="3157975" y="1562708"/>
                  </a:lnTo>
                  <a:lnTo>
                    <a:pt x="3158069" y="1562708"/>
                  </a:lnTo>
                  <a:lnTo>
                    <a:pt x="3158069" y="1557429"/>
                  </a:lnTo>
                  <a:lnTo>
                    <a:pt x="3158163" y="1557429"/>
                  </a:lnTo>
                  <a:lnTo>
                    <a:pt x="3158257" y="1557429"/>
                  </a:lnTo>
                  <a:lnTo>
                    <a:pt x="3158351" y="1557429"/>
                  </a:lnTo>
                  <a:lnTo>
                    <a:pt x="3158445" y="1557429"/>
                  </a:lnTo>
                  <a:lnTo>
                    <a:pt x="3158539" y="1557429"/>
                  </a:lnTo>
                  <a:lnTo>
                    <a:pt x="3158633" y="1557429"/>
                  </a:lnTo>
                  <a:lnTo>
                    <a:pt x="3158727" y="1557429"/>
                  </a:lnTo>
                  <a:lnTo>
                    <a:pt x="3158821" y="1557429"/>
                  </a:lnTo>
                  <a:lnTo>
                    <a:pt x="3158915" y="1557429"/>
                  </a:lnTo>
                  <a:lnTo>
                    <a:pt x="3159009" y="1557429"/>
                  </a:lnTo>
                  <a:lnTo>
                    <a:pt x="3159103" y="1557429"/>
                  </a:lnTo>
                  <a:lnTo>
                    <a:pt x="3159103" y="1552149"/>
                  </a:lnTo>
                  <a:lnTo>
                    <a:pt x="3159197" y="1552149"/>
                  </a:lnTo>
                  <a:lnTo>
                    <a:pt x="3159291" y="1552149"/>
                  </a:lnTo>
                  <a:lnTo>
                    <a:pt x="3159385" y="1552149"/>
                  </a:lnTo>
                  <a:lnTo>
                    <a:pt x="3159479" y="1552149"/>
                  </a:lnTo>
                  <a:lnTo>
                    <a:pt x="3159573" y="1552149"/>
                  </a:lnTo>
                  <a:lnTo>
                    <a:pt x="3159667" y="1552149"/>
                  </a:lnTo>
                  <a:lnTo>
                    <a:pt x="3159761" y="1552149"/>
                  </a:lnTo>
                  <a:lnTo>
                    <a:pt x="3159855" y="1552149"/>
                  </a:lnTo>
                  <a:lnTo>
                    <a:pt x="3159949" y="1552149"/>
                  </a:lnTo>
                  <a:lnTo>
                    <a:pt x="3160043" y="1552149"/>
                  </a:lnTo>
                  <a:lnTo>
                    <a:pt x="3160137" y="1552149"/>
                  </a:lnTo>
                  <a:lnTo>
                    <a:pt x="3160231" y="1552149"/>
                  </a:lnTo>
                  <a:lnTo>
                    <a:pt x="3160325" y="1552149"/>
                  </a:lnTo>
                  <a:lnTo>
                    <a:pt x="3160419" y="1552149"/>
                  </a:lnTo>
                  <a:lnTo>
                    <a:pt x="3160513" y="1552149"/>
                  </a:lnTo>
                  <a:lnTo>
                    <a:pt x="3160607" y="1552149"/>
                  </a:lnTo>
                  <a:lnTo>
                    <a:pt x="3160701" y="1552149"/>
                  </a:lnTo>
                  <a:lnTo>
                    <a:pt x="3160795" y="1552149"/>
                  </a:lnTo>
                  <a:lnTo>
                    <a:pt x="3160889" y="1552149"/>
                  </a:lnTo>
                  <a:lnTo>
                    <a:pt x="3160983" y="1552149"/>
                  </a:lnTo>
                  <a:lnTo>
                    <a:pt x="3161077" y="1552149"/>
                  </a:lnTo>
                  <a:lnTo>
                    <a:pt x="3161171" y="1552149"/>
                  </a:lnTo>
                  <a:lnTo>
                    <a:pt x="3161265" y="1552149"/>
                  </a:lnTo>
                  <a:lnTo>
                    <a:pt x="3161359" y="1552149"/>
                  </a:lnTo>
                  <a:lnTo>
                    <a:pt x="3161454" y="1552149"/>
                  </a:lnTo>
                  <a:lnTo>
                    <a:pt x="3161548" y="1552149"/>
                  </a:lnTo>
                  <a:lnTo>
                    <a:pt x="3161642" y="1552149"/>
                  </a:lnTo>
                  <a:lnTo>
                    <a:pt x="3161736" y="1552149"/>
                  </a:lnTo>
                  <a:lnTo>
                    <a:pt x="3161830" y="1552149"/>
                  </a:lnTo>
                  <a:lnTo>
                    <a:pt x="3161924" y="1552149"/>
                  </a:lnTo>
                  <a:lnTo>
                    <a:pt x="3162018" y="1552149"/>
                  </a:lnTo>
                  <a:lnTo>
                    <a:pt x="3162112" y="1552149"/>
                  </a:lnTo>
                  <a:lnTo>
                    <a:pt x="3162206" y="1552149"/>
                  </a:lnTo>
                  <a:lnTo>
                    <a:pt x="3162300" y="1552149"/>
                  </a:lnTo>
                  <a:lnTo>
                    <a:pt x="3162394" y="1552149"/>
                  </a:lnTo>
                  <a:lnTo>
                    <a:pt x="3162488" y="1552149"/>
                  </a:lnTo>
                  <a:lnTo>
                    <a:pt x="3162582" y="1552149"/>
                  </a:lnTo>
                  <a:lnTo>
                    <a:pt x="3162676" y="1552149"/>
                  </a:lnTo>
                  <a:lnTo>
                    <a:pt x="3162770" y="1552149"/>
                  </a:lnTo>
                  <a:lnTo>
                    <a:pt x="3162864" y="1552149"/>
                  </a:lnTo>
                  <a:lnTo>
                    <a:pt x="3162958" y="1552149"/>
                  </a:lnTo>
                  <a:lnTo>
                    <a:pt x="3163052" y="1552149"/>
                  </a:lnTo>
                  <a:lnTo>
                    <a:pt x="3163146" y="1552149"/>
                  </a:lnTo>
                  <a:lnTo>
                    <a:pt x="3163240" y="1552149"/>
                  </a:lnTo>
                  <a:lnTo>
                    <a:pt x="3163334" y="1552149"/>
                  </a:lnTo>
                  <a:lnTo>
                    <a:pt x="3163428" y="1552149"/>
                  </a:lnTo>
                  <a:lnTo>
                    <a:pt x="3163522" y="1552149"/>
                  </a:lnTo>
                  <a:lnTo>
                    <a:pt x="3163616" y="1552149"/>
                  </a:lnTo>
                  <a:lnTo>
                    <a:pt x="3163710" y="1552149"/>
                  </a:lnTo>
                  <a:lnTo>
                    <a:pt x="3163804" y="1552149"/>
                  </a:lnTo>
                  <a:lnTo>
                    <a:pt x="3163898" y="1552149"/>
                  </a:lnTo>
                  <a:lnTo>
                    <a:pt x="3163992" y="1552149"/>
                  </a:lnTo>
                  <a:lnTo>
                    <a:pt x="3164086" y="1552149"/>
                  </a:lnTo>
                  <a:lnTo>
                    <a:pt x="3164180" y="1552149"/>
                  </a:lnTo>
                  <a:lnTo>
                    <a:pt x="3164274" y="1552149"/>
                  </a:lnTo>
                  <a:lnTo>
                    <a:pt x="3164368" y="1552149"/>
                  </a:lnTo>
                  <a:lnTo>
                    <a:pt x="3164462" y="1552149"/>
                  </a:lnTo>
                  <a:lnTo>
                    <a:pt x="3164556" y="1552149"/>
                  </a:lnTo>
                  <a:lnTo>
                    <a:pt x="3164650" y="1552149"/>
                  </a:lnTo>
                  <a:lnTo>
                    <a:pt x="3164744" y="1552149"/>
                  </a:lnTo>
                  <a:lnTo>
                    <a:pt x="3164838" y="1552149"/>
                  </a:lnTo>
                  <a:lnTo>
                    <a:pt x="3164932" y="1552149"/>
                  </a:lnTo>
                  <a:lnTo>
                    <a:pt x="3165027" y="1552149"/>
                  </a:lnTo>
                  <a:lnTo>
                    <a:pt x="3165121" y="1552149"/>
                  </a:lnTo>
                  <a:lnTo>
                    <a:pt x="3165215" y="1552149"/>
                  </a:lnTo>
                  <a:lnTo>
                    <a:pt x="3165309" y="1552149"/>
                  </a:lnTo>
                  <a:lnTo>
                    <a:pt x="3165403" y="1552149"/>
                  </a:lnTo>
                  <a:lnTo>
                    <a:pt x="3165497" y="1552149"/>
                  </a:lnTo>
                  <a:lnTo>
                    <a:pt x="3165497" y="1546870"/>
                  </a:lnTo>
                  <a:lnTo>
                    <a:pt x="3165591" y="1546870"/>
                  </a:lnTo>
                  <a:lnTo>
                    <a:pt x="3165685" y="1546870"/>
                  </a:lnTo>
                  <a:lnTo>
                    <a:pt x="3165779" y="1546870"/>
                  </a:lnTo>
                  <a:lnTo>
                    <a:pt x="3165873" y="1546870"/>
                  </a:lnTo>
                  <a:lnTo>
                    <a:pt x="3165967" y="1546870"/>
                  </a:lnTo>
                  <a:lnTo>
                    <a:pt x="3166061" y="1546870"/>
                  </a:lnTo>
                  <a:lnTo>
                    <a:pt x="3166155" y="1546870"/>
                  </a:lnTo>
                  <a:lnTo>
                    <a:pt x="3166249" y="1546870"/>
                  </a:lnTo>
                  <a:lnTo>
                    <a:pt x="3166343" y="1546870"/>
                  </a:lnTo>
                  <a:lnTo>
                    <a:pt x="3166437" y="1546870"/>
                  </a:lnTo>
                  <a:lnTo>
                    <a:pt x="3166531" y="1546870"/>
                  </a:lnTo>
                  <a:lnTo>
                    <a:pt x="3166625" y="1546870"/>
                  </a:lnTo>
                  <a:lnTo>
                    <a:pt x="3166719" y="1546870"/>
                  </a:lnTo>
                  <a:lnTo>
                    <a:pt x="3166813" y="1546870"/>
                  </a:lnTo>
                  <a:lnTo>
                    <a:pt x="3166907" y="1546870"/>
                  </a:lnTo>
                  <a:lnTo>
                    <a:pt x="3167001" y="1546870"/>
                  </a:lnTo>
                  <a:lnTo>
                    <a:pt x="3167095" y="1546870"/>
                  </a:lnTo>
                  <a:lnTo>
                    <a:pt x="3167095" y="1541591"/>
                  </a:lnTo>
                  <a:lnTo>
                    <a:pt x="3167189" y="1541591"/>
                  </a:lnTo>
                  <a:lnTo>
                    <a:pt x="3167283" y="1541591"/>
                  </a:lnTo>
                  <a:lnTo>
                    <a:pt x="3167377" y="1541591"/>
                  </a:lnTo>
                  <a:lnTo>
                    <a:pt x="3167471" y="1541591"/>
                  </a:lnTo>
                  <a:lnTo>
                    <a:pt x="3167565" y="1541591"/>
                  </a:lnTo>
                  <a:lnTo>
                    <a:pt x="3167659" y="1541591"/>
                  </a:lnTo>
                  <a:lnTo>
                    <a:pt x="3167753" y="1541591"/>
                  </a:lnTo>
                  <a:lnTo>
                    <a:pt x="3167847" y="1541591"/>
                  </a:lnTo>
                  <a:lnTo>
                    <a:pt x="3167941" y="1541591"/>
                  </a:lnTo>
                  <a:lnTo>
                    <a:pt x="3168035" y="1541591"/>
                  </a:lnTo>
                  <a:lnTo>
                    <a:pt x="3168129" y="1541591"/>
                  </a:lnTo>
                  <a:lnTo>
                    <a:pt x="3168223" y="1541591"/>
                  </a:lnTo>
                  <a:lnTo>
                    <a:pt x="3168317" y="1541591"/>
                  </a:lnTo>
                  <a:lnTo>
                    <a:pt x="3168411" y="1541591"/>
                  </a:lnTo>
                  <a:lnTo>
                    <a:pt x="3168506" y="1541591"/>
                  </a:lnTo>
                  <a:lnTo>
                    <a:pt x="3168600" y="1541591"/>
                  </a:lnTo>
                  <a:lnTo>
                    <a:pt x="3168694" y="1541591"/>
                  </a:lnTo>
                  <a:lnTo>
                    <a:pt x="3168788" y="1541591"/>
                  </a:lnTo>
                  <a:lnTo>
                    <a:pt x="3168882" y="1541591"/>
                  </a:lnTo>
                  <a:lnTo>
                    <a:pt x="3168976" y="1541591"/>
                  </a:lnTo>
                  <a:lnTo>
                    <a:pt x="3169070" y="1541591"/>
                  </a:lnTo>
                  <a:lnTo>
                    <a:pt x="3169164" y="1541591"/>
                  </a:lnTo>
                  <a:lnTo>
                    <a:pt x="3169258" y="1541591"/>
                  </a:lnTo>
                  <a:lnTo>
                    <a:pt x="3169352" y="1541591"/>
                  </a:lnTo>
                  <a:lnTo>
                    <a:pt x="3169446" y="1541591"/>
                  </a:lnTo>
                  <a:lnTo>
                    <a:pt x="3169540" y="1541591"/>
                  </a:lnTo>
                  <a:lnTo>
                    <a:pt x="3169634" y="1541591"/>
                  </a:lnTo>
                  <a:lnTo>
                    <a:pt x="3169728" y="1541591"/>
                  </a:lnTo>
                  <a:lnTo>
                    <a:pt x="3169822" y="1541591"/>
                  </a:lnTo>
                  <a:lnTo>
                    <a:pt x="3169916" y="1541591"/>
                  </a:lnTo>
                  <a:lnTo>
                    <a:pt x="3170010" y="1541591"/>
                  </a:lnTo>
                  <a:lnTo>
                    <a:pt x="3170104" y="1541591"/>
                  </a:lnTo>
                  <a:lnTo>
                    <a:pt x="3170198" y="1541591"/>
                  </a:lnTo>
                  <a:lnTo>
                    <a:pt x="3170292" y="1541591"/>
                  </a:lnTo>
                  <a:lnTo>
                    <a:pt x="3170386" y="1541591"/>
                  </a:lnTo>
                  <a:lnTo>
                    <a:pt x="3170480" y="1541591"/>
                  </a:lnTo>
                  <a:lnTo>
                    <a:pt x="3170574" y="1541591"/>
                  </a:lnTo>
                  <a:lnTo>
                    <a:pt x="3170668" y="1541591"/>
                  </a:lnTo>
                  <a:lnTo>
                    <a:pt x="3170762" y="1541591"/>
                  </a:lnTo>
                  <a:lnTo>
                    <a:pt x="3170856" y="1541591"/>
                  </a:lnTo>
                  <a:lnTo>
                    <a:pt x="3170950" y="1541591"/>
                  </a:lnTo>
                  <a:lnTo>
                    <a:pt x="3171044" y="1541591"/>
                  </a:lnTo>
                  <a:lnTo>
                    <a:pt x="3171138" y="1541591"/>
                  </a:lnTo>
                  <a:lnTo>
                    <a:pt x="3171232" y="1541591"/>
                  </a:lnTo>
                  <a:lnTo>
                    <a:pt x="3171326" y="1541591"/>
                  </a:lnTo>
                  <a:lnTo>
                    <a:pt x="3171420" y="1541591"/>
                  </a:lnTo>
                  <a:lnTo>
                    <a:pt x="3171514" y="1541591"/>
                  </a:lnTo>
                  <a:lnTo>
                    <a:pt x="3171608" y="1541591"/>
                  </a:lnTo>
                  <a:lnTo>
                    <a:pt x="3171702" y="1541591"/>
                  </a:lnTo>
                  <a:lnTo>
                    <a:pt x="3171796" y="1541591"/>
                  </a:lnTo>
                  <a:lnTo>
                    <a:pt x="3171890" y="1541591"/>
                  </a:lnTo>
                  <a:lnTo>
                    <a:pt x="3171984" y="1541591"/>
                  </a:lnTo>
                  <a:lnTo>
                    <a:pt x="3172079" y="1541591"/>
                  </a:lnTo>
                  <a:lnTo>
                    <a:pt x="3172173" y="1541591"/>
                  </a:lnTo>
                  <a:lnTo>
                    <a:pt x="3172267" y="1541591"/>
                  </a:lnTo>
                  <a:lnTo>
                    <a:pt x="3172361" y="1541591"/>
                  </a:lnTo>
                  <a:lnTo>
                    <a:pt x="3172455" y="1541591"/>
                  </a:lnTo>
                  <a:lnTo>
                    <a:pt x="3172549" y="1541591"/>
                  </a:lnTo>
                  <a:lnTo>
                    <a:pt x="3172643" y="1541591"/>
                  </a:lnTo>
                  <a:lnTo>
                    <a:pt x="3172737" y="1541591"/>
                  </a:lnTo>
                  <a:lnTo>
                    <a:pt x="3172831" y="1541591"/>
                  </a:lnTo>
                  <a:lnTo>
                    <a:pt x="3172925" y="1541591"/>
                  </a:lnTo>
                  <a:lnTo>
                    <a:pt x="3173019" y="1541591"/>
                  </a:lnTo>
                  <a:lnTo>
                    <a:pt x="3173113" y="1541591"/>
                  </a:lnTo>
                  <a:lnTo>
                    <a:pt x="3173207" y="1541591"/>
                  </a:lnTo>
                  <a:lnTo>
                    <a:pt x="3173301" y="1541591"/>
                  </a:lnTo>
                  <a:lnTo>
                    <a:pt x="3173395" y="1541591"/>
                  </a:lnTo>
                  <a:lnTo>
                    <a:pt x="3173489" y="1541591"/>
                  </a:lnTo>
                  <a:lnTo>
                    <a:pt x="3173583" y="1541591"/>
                  </a:lnTo>
                  <a:lnTo>
                    <a:pt x="3173677" y="1541591"/>
                  </a:lnTo>
                  <a:lnTo>
                    <a:pt x="3173771" y="1541591"/>
                  </a:lnTo>
                  <a:lnTo>
                    <a:pt x="3173865" y="1541591"/>
                  </a:lnTo>
                  <a:lnTo>
                    <a:pt x="3173959" y="1541591"/>
                  </a:lnTo>
                  <a:lnTo>
                    <a:pt x="3173959" y="1536311"/>
                  </a:lnTo>
                  <a:lnTo>
                    <a:pt x="3174053" y="1536311"/>
                  </a:lnTo>
                  <a:lnTo>
                    <a:pt x="3174147" y="1536311"/>
                  </a:lnTo>
                  <a:lnTo>
                    <a:pt x="3174241" y="1536311"/>
                  </a:lnTo>
                  <a:lnTo>
                    <a:pt x="3174335" y="1536311"/>
                  </a:lnTo>
                  <a:lnTo>
                    <a:pt x="3174429" y="1536311"/>
                  </a:lnTo>
                  <a:lnTo>
                    <a:pt x="3174523" y="1536311"/>
                  </a:lnTo>
                  <a:lnTo>
                    <a:pt x="3174617" y="1536311"/>
                  </a:lnTo>
                  <a:lnTo>
                    <a:pt x="3174711" y="1536311"/>
                  </a:lnTo>
                  <a:lnTo>
                    <a:pt x="3174805" y="1536311"/>
                  </a:lnTo>
                  <a:lnTo>
                    <a:pt x="3174899" y="1536311"/>
                  </a:lnTo>
                  <a:lnTo>
                    <a:pt x="3174993" y="1536311"/>
                  </a:lnTo>
                  <a:lnTo>
                    <a:pt x="3175087" y="1536311"/>
                  </a:lnTo>
                  <a:lnTo>
                    <a:pt x="3175181" y="1536311"/>
                  </a:lnTo>
                  <a:lnTo>
                    <a:pt x="3175275" y="1536311"/>
                  </a:lnTo>
                  <a:lnTo>
                    <a:pt x="3175369" y="1536311"/>
                  </a:lnTo>
                  <a:lnTo>
                    <a:pt x="3175463" y="1536311"/>
                  </a:lnTo>
                  <a:lnTo>
                    <a:pt x="3175557" y="1536311"/>
                  </a:lnTo>
                  <a:lnTo>
                    <a:pt x="3175652" y="1536311"/>
                  </a:lnTo>
                  <a:lnTo>
                    <a:pt x="3175746" y="1536311"/>
                  </a:lnTo>
                  <a:lnTo>
                    <a:pt x="3175840" y="1536311"/>
                  </a:lnTo>
                  <a:lnTo>
                    <a:pt x="3175934" y="1536311"/>
                  </a:lnTo>
                  <a:lnTo>
                    <a:pt x="3176028" y="1536311"/>
                  </a:lnTo>
                  <a:lnTo>
                    <a:pt x="3176122" y="1536311"/>
                  </a:lnTo>
                  <a:lnTo>
                    <a:pt x="3176216" y="1536311"/>
                  </a:lnTo>
                  <a:lnTo>
                    <a:pt x="3176310" y="1536311"/>
                  </a:lnTo>
                  <a:lnTo>
                    <a:pt x="3176404" y="1536311"/>
                  </a:lnTo>
                  <a:lnTo>
                    <a:pt x="3176498" y="1536311"/>
                  </a:lnTo>
                  <a:lnTo>
                    <a:pt x="3176592" y="1536311"/>
                  </a:lnTo>
                  <a:lnTo>
                    <a:pt x="3176686" y="1536311"/>
                  </a:lnTo>
                  <a:lnTo>
                    <a:pt x="3176780" y="1536311"/>
                  </a:lnTo>
                  <a:lnTo>
                    <a:pt x="3176874" y="1536311"/>
                  </a:lnTo>
                  <a:lnTo>
                    <a:pt x="3176968" y="1536311"/>
                  </a:lnTo>
                  <a:lnTo>
                    <a:pt x="3177062" y="1536311"/>
                  </a:lnTo>
                  <a:lnTo>
                    <a:pt x="3177156" y="1536311"/>
                  </a:lnTo>
                  <a:lnTo>
                    <a:pt x="3177250" y="1536311"/>
                  </a:lnTo>
                  <a:lnTo>
                    <a:pt x="3177344" y="1536311"/>
                  </a:lnTo>
                  <a:lnTo>
                    <a:pt x="3177438" y="1536311"/>
                  </a:lnTo>
                  <a:lnTo>
                    <a:pt x="3177532" y="1536311"/>
                  </a:lnTo>
                  <a:lnTo>
                    <a:pt x="3177626" y="1536311"/>
                  </a:lnTo>
                  <a:lnTo>
                    <a:pt x="3177720" y="1536311"/>
                  </a:lnTo>
                  <a:lnTo>
                    <a:pt x="3177814" y="1536311"/>
                  </a:lnTo>
                  <a:lnTo>
                    <a:pt x="3177908" y="1536311"/>
                  </a:lnTo>
                  <a:lnTo>
                    <a:pt x="3178002" y="1536311"/>
                  </a:lnTo>
                  <a:lnTo>
                    <a:pt x="3178096" y="1536311"/>
                  </a:lnTo>
                  <a:lnTo>
                    <a:pt x="3178190" y="1536311"/>
                  </a:lnTo>
                  <a:lnTo>
                    <a:pt x="3178284" y="1536311"/>
                  </a:lnTo>
                  <a:lnTo>
                    <a:pt x="3178378" y="1536311"/>
                  </a:lnTo>
                  <a:lnTo>
                    <a:pt x="3178472" y="1536311"/>
                  </a:lnTo>
                  <a:lnTo>
                    <a:pt x="3178566" y="1536311"/>
                  </a:lnTo>
                  <a:lnTo>
                    <a:pt x="3178660" y="1536311"/>
                  </a:lnTo>
                  <a:lnTo>
                    <a:pt x="3178754" y="1536311"/>
                  </a:lnTo>
                  <a:lnTo>
                    <a:pt x="3178848" y="1536311"/>
                  </a:lnTo>
                  <a:lnTo>
                    <a:pt x="3178942" y="1536311"/>
                  </a:lnTo>
                  <a:lnTo>
                    <a:pt x="3179036" y="1536311"/>
                  </a:lnTo>
                  <a:lnTo>
                    <a:pt x="3179131" y="1536311"/>
                  </a:lnTo>
                  <a:lnTo>
                    <a:pt x="3179225" y="1536311"/>
                  </a:lnTo>
                  <a:lnTo>
                    <a:pt x="3179319" y="1536311"/>
                  </a:lnTo>
                  <a:lnTo>
                    <a:pt x="3179413" y="1536311"/>
                  </a:lnTo>
                  <a:lnTo>
                    <a:pt x="3179507" y="1536311"/>
                  </a:lnTo>
                  <a:lnTo>
                    <a:pt x="3179601" y="1536311"/>
                  </a:lnTo>
                  <a:lnTo>
                    <a:pt x="3179695" y="1536311"/>
                  </a:lnTo>
                  <a:lnTo>
                    <a:pt x="3179789" y="1536311"/>
                  </a:lnTo>
                  <a:lnTo>
                    <a:pt x="3179883" y="1536311"/>
                  </a:lnTo>
                  <a:lnTo>
                    <a:pt x="3179977" y="1536311"/>
                  </a:lnTo>
                  <a:lnTo>
                    <a:pt x="3180071" y="1536311"/>
                  </a:lnTo>
                  <a:lnTo>
                    <a:pt x="3180165" y="1536311"/>
                  </a:lnTo>
                  <a:lnTo>
                    <a:pt x="3180259" y="1536311"/>
                  </a:lnTo>
                  <a:lnTo>
                    <a:pt x="3180353" y="1536311"/>
                  </a:lnTo>
                  <a:lnTo>
                    <a:pt x="3180447" y="1536311"/>
                  </a:lnTo>
                  <a:lnTo>
                    <a:pt x="3180541" y="1536311"/>
                  </a:lnTo>
                  <a:lnTo>
                    <a:pt x="3180635" y="1536311"/>
                  </a:lnTo>
                  <a:lnTo>
                    <a:pt x="3180729" y="1536311"/>
                  </a:lnTo>
                  <a:lnTo>
                    <a:pt x="3180823" y="1536311"/>
                  </a:lnTo>
                  <a:lnTo>
                    <a:pt x="3180917" y="1536311"/>
                  </a:lnTo>
                  <a:lnTo>
                    <a:pt x="3181011" y="1536311"/>
                  </a:lnTo>
                  <a:lnTo>
                    <a:pt x="3181105" y="1536311"/>
                  </a:lnTo>
                  <a:lnTo>
                    <a:pt x="3181199" y="1536311"/>
                  </a:lnTo>
                  <a:lnTo>
                    <a:pt x="3181293" y="1536311"/>
                  </a:lnTo>
                  <a:lnTo>
                    <a:pt x="3181387" y="1536311"/>
                  </a:lnTo>
                  <a:lnTo>
                    <a:pt x="3181387" y="1531032"/>
                  </a:lnTo>
                  <a:lnTo>
                    <a:pt x="3181481" y="1531032"/>
                  </a:lnTo>
                  <a:lnTo>
                    <a:pt x="3181575" y="1531032"/>
                  </a:lnTo>
                  <a:lnTo>
                    <a:pt x="3181669" y="1531032"/>
                  </a:lnTo>
                  <a:lnTo>
                    <a:pt x="3181763" y="1531032"/>
                  </a:lnTo>
                  <a:lnTo>
                    <a:pt x="3181857" y="1531032"/>
                  </a:lnTo>
                  <a:lnTo>
                    <a:pt x="3181951" y="1531032"/>
                  </a:lnTo>
                  <a:lnTo>
                    <a:pt x="3182045" y="1531032"/>
                  </a:lnTo>
                  <a:lnTo>
                    <a:pt x="3182139" y="1531032"/>
                  </a:lnTo>
                  <a:lnTo>
                    <a:pt x="3182233" y="1531032"/>
                  </a:lnTo>
                  <a:lnTo>
                    <a:pt x="3182327" y="1531032"/>
                  </a:lnTo>
                  <a:lnTo>
                    <a:pt x="3182421" y="1531032"/>
                  </a:lnTo>
                  <a:lnTo>
                    <a:pt x="3182515" y="1531032"/>
                  </a:lnTo>
                  <a:lnTo>
                    <a:pt x="3182609" y="1531032"/>
                  </a:lnTo>
                  <a:lnTo>
                    <a:pt x="3182704" y="1531032"/>
                  </a:lnTo>
                  <a:lnTo>
                    <a:pt x="3182798" y="1531032"/>
                  </a:lnTo>
                  <a:lnTo>
                    <a:pt x="3182892" y="1531032"/>
                  </a:lnTo>
                  <a:lnTo>
                    <a:pt x="3182986" y="1531032"/>
                  </a:lnTo>
                  <a:lnTo>
                    <a:pt x="3183080" y="1531032"/>
                  </a:lnTo>
                  <a:lnTo>
                    <a:pt x="3183174" y="1531032"/>
                  </a:lnTo>
                  <a:lnTo>
                    <a:pt x="3183268" y="1531032"/>
                  </a:lnTo>
                  <a:lnTo>
                    <a:pt x="3183362" y="1531032"/>
                  </a:lnTo>
                  <a:lnTo>
                    <a:pt x="3183456" y="1531032"/>
                  </a:lnTo>
                  <a:lnTo>
                    <a:pt x="3183456" y="1525752"/>
                  </a:lnTo>
                  <a:lnTo>
                    <a:pt x="3183550" y="1525752"/>
                  </a:lnTo>
                  <a:lnTo>
                    <a:pt x="3183644" y="1525752"/>
                  </a:lnTo>
                  <a:lnTo>
                    <a:pt x="3183738" y="1525752"/>
                  </a:lnTo>
                  <a:lnTo>
                    <a:pt x="3183832" y="1525752"/>
                  </a:lnTo>
                  <a:lnTo>
                    <a:pt x="3183926" y="1525752"/>
                  </a:lnTo>
                  <a:lnTo>
                    <a:pt x="3184020" y="1525752"/>
                  </a:lnTo>
                  <a:lnTo>
                    <a:pt x="3184114" y="1525752"/>
                  </a:lnTo>
                  <a:lnTo>
                    <a:pt x="3184208" y="1525752"/>
                  </a:lnTo>
                  <a:lnTo>
                    <a:pt x="3184302" y="1525752"/>
                  </a:lnTo>
                  <a:lnTo>
                    <a:pt x="3184396" y="1525752"/>
                  </a:lnTo>
                  <a:lnTo>
                    <a:pt x="3184490" y="1525752"/>
                  </a:lnTo>
                  <a:lnTo>
                    <a:pt x="3184584" y="1525752"/>
                  </a:lnTo>
                  <a:lnTo>
                    <a:pt x="3184678" y="1525752"/>
                  </a:lnTo>
                  <a:lnTo>
                    <a:pt x="3184678" y="1520473"/>
                  </a:lnTo>
                  <a:lnTo>
                    <a:pt x="3184772" y="1520473"/>
                  </a:lnTo>
                  <a:lnTo>
                    <a:pt x="3184866" y="1520473"/>
                  </a:lnTo>
                  <a:lnTo>
                    <a:pt x="3184960" y="1520473"/>
                  </a:lnTo>
                  <a:lnTo>
                    <a:pt x="3185054" y="1520473"/>
                  </a:lnTo>
                  <a:lnTo>
                    <a:pt x="3185148" y="1520473"/>
                  </a:lnTo>
                  <a:lnTo>
                    <a:pt x="3185242" y="1520473"/>
                  </a:lnTo>
                  <a:lnTo>
                    <a:pt x="3185336" y="1520473"/>
                  </a:lnTo>
                  <a:lnTo>
                    <a:pt x="3185430" y="1520473"/>
                  </a:lnTo>
                  <a:lnTo>
                    <a:pt x="3185524" y="1520473"/>
                  </a:lnTo>
                  <a:lnTo>
                    <a:pt x="3185618" y="1520473"/>
                  </a:lnTo>
                  <a:lnTo>
                    <a:pt x="3185712" y="1520473"/>
                  </a:lnTo>
                  <a:lnTo>
                    <a:pt x="3185806" y="1520473"/>
                  </a:lnTo>
                  <a:lnTo>
                    <a:pt x="3185900" y="1520473"/>
                  </a:lnTo>
                  <a:lnTo>
                    <a:pt x="3185994" y="1520473"/>
                  </a:lnTo>
                  <a:lnTo>
                    <a:pt x="3186088" y="1520473"/>
                  </a:lnTo>
                  <a:lnTo>
                    <a:pt x="3186182" y="1520473"/>
                  </a:lnTo>
                  <a:lnTo>
                    <a:pt x="3186277" y="1520473"/>
                  </a:lnTo>
                  <a:lnTo>
                    <a:pt x="3186371" y="1520473"/>
                  </a:lnTo>
                  <a:lnTo>
                    <a:pt x="3186465" y="1520473"/>
                  </a:lnTo>
                  <a:lnTo>
                    <a:pt x="3186559" y="1520473"/>
                  </a:lnTo>
                  <a:lnTo>
                    <a:pt x="3186653" y="1520473"/>
                  </a:lnTo>
                  <a:lnTo>
                    <a:pt x="3186747" y="1520473"/>
                  </a:lnTo>
                  <a:lnTo>
                    <a:pt x="3186841" y="1520473"/>
                  </a:lnTo>
                  <a:lnTo>
                    <a:pt x="3186935" y="1520473"/>
                  </a:lnTo>
                  <a:lnTo>
                    <a:pt x="3187029" y="1520473"/>
                  </a:lnTo>
                  <a:lnTo>
                    <a:pt x="3187123" y="1520473"/>
                  </a:lnTo>
                  <a:lnTo>
                    <a:pt x="3187217" y="1520473"/>
                  </a:lnTo>
                  <a:lnTo>
                    <a:pt x="3187311" y="1520473"/>
                  </a:lnTo>
                  <a:lnTo>
                    <a:pt x="3187405" y="1520473"/>
                  </a:lnTo>
                  <a:lnTo>
                    <a:pt x="3187499" y="1520473"/>
                  </a:lnTo>
                  <a:lnTo>
                    <a:pt x="3187593" y="1520473"/>
                  </a:lnTo>
                  <a:lnTo>
                    <a:pt x="3187687" y="1520473"/>
                  </a:lnTo>
                  <a:lnTo>
                    <a:pt x="3187781" y="1520473"/>
                  </a:lnTo>
                  <a:lnTo>
                    <a:pt x="3187875" y="1520473"/>
                  </a:lnTo>
                  <a:lnTo>
                    <a:pt x="3187969" y="1520473"/>
                  </a:lnTo>
                  <a:lnTo>
                    <a:pt x="3188063" y="1520473"/>
                  </a:lnTo>
                  <a:lnTo>
                    <a:pt x="3188157" y="1520473"/>
                  </a:lnTo>
                  <a:lnTo>
                    <a:pt x="3188251" y="1520473"/>
                  </a:lnTo>
                  <a:lnTo>
                    <a:pt x="3188345" y="1520473"/>
                  </a:lnTo>
                  <a:lnTo>
                    <a:pt x="3188439" y="1520473"/>
                  </a:lnTo>
                  <a:lnTo>
                    <a:pt x="3188533" y="1520473"/>
                  </a:lnTo>
                  <a:lnTo>
                    <a:pt x="3188627" y="1520473"/>
                  </a:lnTo>
                  <a:lnTo>
                    <a:pt x="3188721" y="1520473"/>
                  </a:lnTo>
                  <a:lnTo>
                    <a:pt x="3188815" y="1520473"/>
                  </a:lnTo>
                  <a:lnTo>
                    <a:pt x="3188909" y="1520473"/>
                  </a:lnTo>
                  <a:lnTo>
                    <a:pt x="3189003" y="1520473"/>
                  </a:lnTo>
                  <a:lnTo>
                    <a:pt x="3189097" y="1520473"/>
                  </a:lnTo>
                  <a:lnTo>
                    <a:pt x="3189191" y="1520473"/>
                  </a:lnTo>
                  <a:lnTo>
                    <a:pt x="3189285" y="1520473"/>
                  </a:lnTo>
                  <a:lnTo>
                    <a:pt x="3189379" y="1520473"/>
                  </a:lnTo>
                  <a:lnTo>
                    <a:pt x="3189473" y="1520473"/>
                  </a:lnTo>
                  <a:lnTo>
                    <a:pt x="3189567" y="1520473"/>
                  </a:lnTo>
                  <a:lnTo>
                    <a:pt x="3189661" y="1520473"/>
                  </a:lnTo>
                  <a:lnTo>
                    <a:pt x="3189756" y="1520473"/>
                  </a:lnTo>
                  <a:lnTo>
                    <a:pt x="3189850" y="1520473"/>
                  </a:lnTo>
                  <a:lnTo>
                    <a:pt x="3189944" y="1520473"/>
                  </a:lnTo>
                  <a:lnTo>
                    <a:pt x="3190038" y="1520473"/>
                  </a:lnTo>
                  <a:lnTo>
                    <a:pt x="3190132" y="1520473"/>
                  </a:lnTo>
                  <a:lnTo>
                    <a:pt x="3190226" y="1520473"/>
                  </a:lnTo>
                  <a:lnTo>
                    <a:pt x="3190320" y="1520473"/>
                  </a:lnTo>
                  <a:lnTo>
                    <a:pt x="3190414" y="1520473"/>
                  </a:lnTo>
                  <a:lnTo>
                    <a:pt x="3190508" y="1520473"/>
                  </a:lnTo>
                  <a:lnTo>
                    <a:pt x="3190602" y="1520473"/>
                  </a:lnTo>
                  <a:lnTo>
                    <a:pt x="3190696" y="1520473"/>
                  </a:lnTo>
                  <a:lnTo>
                    <a:pt x="3190790" y="1520473"/>
                  </a:lnTo>
                  <a:lnTo>
                    <a:pt x="3190884" y="1520473"/>
                  </a:lnTo>
                  <a:lnTo>
                    <a:pt x="3190978" y="1520473"/>
                  </a:lnTo>
                  <a:lnTo>
                    <a:pt x="3191072" y="1520473"/>
                  </a:lnTo>
                  <a:lnTo>
                    <a:pt x="3191166" y="1520473"/>
                  </a:lnTo>
                  <a:lnTo>
                    <a:pt x="3191260" y="1520473"/>
                  </a:lnTo>
                  <a:lnTo>
                    <a:pt x="3191354" y="1520473"/>
                  </a:lnTo>
                  <a:lnTo>
                    <a:pt x="3191448" y="1520473"/>
                  </a:lnTo>
                  <a:lnTo>
                    <a:pt x="3191542" y="1520473"/>
                  </a:lnTo>
                  <a:lnTo>
                    <a:pt x="3191636" y="1520473"/>
                  </a:lnTo>
                  <a:lnTo>
                    <a:pt x="3191730" y="1520473"/>
                  </a:lnTo>
                  <a:lnTo>
                    <a:pt x="3191824" y="1520473"/>
                  </a:lnTo>
                  <a:lnTo>
                    <a:pt x="3191918" y="1520473"/>
                  </a:lnTo>
                  <a:lnTo>
                    <a:pt x="3192012" y="1520473"/>
                  </a:lnTo>
                  <a:lnTo>
                    <a:pt x="3192106" y="1520473"/>
                  </a:lnTo>
                  <a:lnTo>
                    <a:pt x="3192200" y="1520473"/>
                  </a:lnTo>
                  <a:lnTo>
                    <a:pt x="3192294" y="1520473"/>
                  </a:lnTo>
                  <a:lnTo>
                    <a:pt x="3192388" y="1520473"/>
                  </a:lnTo>
                  <a:lnTo>
                    <a:pt x="3192482" y="1520473"/>
                  </a:lnTo>
                  <a:lnTo>
                    <a:pt x="3192576" y="1520473"/>
                  </a:lnTo>
                  <a:lnTo>
                    <a:pt x="3192670" y="1520473"/>
                  </a:lnTo>
                  <a:lnTo>
                    <a:pt x="3192764" y="1520473"/>
                  </a:lnTo>
                  <a:lnTo>
                    <a:pt x="3192858" y="1520473"/>
                  </a:lnTo>
                  <a:lnTo>
                    <a:pt x="3192952" y="1520473"/>
                  </a:lnTo>
                  <a:lnTo>
                    <a:pt x="3193046" y="1520473"/>
                  </a:lnTo>
                  <a:lnTo>
                    <a:pt x="3193140" y="1520473"/>
                  </a:lnTo>
                  <a:lnTo>
                    <a:pt x="3193234" y="1520473"/>
                  </a:lnTo>
                  <a:lnTo>
                    <a:pt x="3193329" y="1520473"/>
                  </a:lnTo>
                  <a:lnTo>
                    <a:pt x="3193329" y="1515193"/>
                  </a:lnTo>
                  <a:lnTo>
                    <a:pt x="3193423" y="1515193"/>
                  </a:lnTo>
                  <a:lnTo>
                    <a:pt x="3193517" y="1515193"/>
                  </a:lnTo>
                  <a:lnTo>
                    <a:pt x="3193611" y="1515193"/>
                  </a:lnTo>
                  <a:lnTo>
                    <a:pt x="3193705" y="1515193"/>
                  </a:lnTo>
                  <a:lnTo>
                    <a:pt x="3193799" y="1515193"/>
                  </a:lnTo>
                  <a:lnTo>
                    <a:pt x="3193893" y="1515193"/>
                  </a:lnTo>
                  <a:lnTo>
                    <a:pt x="3193987" y="1515193"/>
                  </a:lnTo>
                  <a:lnTo>
                    <a:pt x="3194081" y="1515193"/>
                  </a:lnTo>
                  <a:lnTo>
                    <a:pt x="3194175" y="1515193"/>
                  </a:lnTo>
                  <a:lnTo>
                    <a:pt x="3194269" y="1515193"/>
                  </a:lnTo>
                  <a:lnTo>
                    <a:pt x="3194363" y="1515193"/>
                  </a:lnTo>
                  <a:lnTo>
                    <a:pt x="3194457" y="1515193"/>
                  </a:lnTo>
                  <a:lnTo>
                    <a:pt x="3194551" y="1515193"/>
                  </a:lnTo>
                  <a:lnTo>
                    <a:pt x="3194645" y="1515193"/>
                  </a:lnTo>
                  <a:lnTo>
                    <a:pt x="3194739" y="1515193"/>
                  </a:lnTo>
                  <a:lnTo>
                    <a:pt x="3194833" y="1515193"/>
                  </a:lnTo>
                  <a:lnTo>
                    <a:pt x="3194927" y="1515193"/>
                  </a:lnTo>
                  <a:lnTo>
                    <a:pt x="3195021" y="1515193"/>
                  </a:lnTo>
                  <a:lnTo>
                    <a:pt x="3195115" y="1515193"/>
                  </a:lnTo>
                  <a:lnTo>
                    <a:pt x="3195209" y="1515193"/>
                  </a:lnTo>
                  <a:lnTo>
                    <a:pt x="3195303" y="1515193"/>
                  </a:lnTo>
                  <a:lnTo>
                    <a:pt x="3195397" y="1515193"/>
                  </a:lnTo>
                  <a:lnTo>
                    <a:pt x="3195491" y="1515193"/>
                  </a:lnTo>
                  <a:lnTo>
                    <a:pt x="3195585" y="1515193"/>
                  </a:lnTo>
                  <a:lnTo>
                    <a:pt x="3195679" y="1515193"/>
                  </a:lnTo>
                  <a:lnTo>
                    <a:pt x="3195773" y="1515193"/>
                  </a:lnTo>
                  <a:lnTo>
                    <a:pt x="3195867" y="1515193"/>
                  </a:lnTo>
                  <a:lnTo>
                    <a:pt x="3195961" y="1515193"/>
                  </a:lnTo>
                  <a:lnTo>
                    <a:pt x="3196055" y="1515193"/>
                  </a:lnTo>
                  <a:lnTo>
                    <a:pt x="3196149" y="1515193"/>
                  </a:lnTo>
                  <a:lnTo>
                    <a:pt x="3196243" y="1515193"/>
                  </a:lnTo>
                  <a:lnTo>
                    <a:pt x="3196337" y="1515193"/>
                  </a:lnTo>
                  <a:lnTo>
                    <a:pt x="3196431" y="1515193"/>
                  </a:lnTo>
                  <a:lnTo>
                    <a:pt x="3196525" y="1515193"/>
                  </a:lnTo>
                  <a:lnTo>
                    <a:pt x="3196619" y="1515193"/>
                  </a:lnTo>
                  <a:lnTo>
                    <a:pt x="3196713" y="1515193"/>
                  </a:lnTo>
                  <a:lnTo>
                    <a:pt x="3196807" y="1515193"/>
                  </a:lnTo>
                  <a:lnTo>
                    <a:pt x="3196902" y="1515193"/>
                  </a:lnTo>
                  <a:lnTo>
                    <a:pt x="3196996" y="1515193"/>
                  </a:lnTo>
                  <a:lnTo>
                    <a:pt x="3197090" y="1515193"/>
                  </a:lnTo>
                  <a:lnTo>
                    <a:pt x="3197184" y="1515193"/>
                  </a:lnTo>
                  <a:lnTo>
                    <a:pt x="3197278" y="1515193"/>
                  </a:lnTo>
                  <a:lnTo>
                    <a:pt x="3197372" y="1515193"/>
                  </a:lnTo>
                  <a:lnTo>
                    <a:pt x="3197466" y="1515193"/>
                  </a:lnTo>
                  <a:lnTo>
                    <a:pt x="3197560" y="1515193"/>
                  </a:lnTo>
                  <a:lnTo>
                    <a:pt x="3197654" y="1515193"/>
                  </a:lnTo>
                  <a:lnTo>
                    <a:pt x="3197654" y="1509914"/>
                  </a:lnTo>
                  <a:lnTo>
                    <a:pt x="3197748" y="1509914"/>
                  </a:lnTo>
                  <a:lnTo>
                    <a:pt x="3197842" y="1509914"/>
                  </a:lnTo>
                  <a:lnTo>
                    <a:pt x="3197936" y="1509914"/>
                  </a:lnTo>
                  <a:lnTo>
                    <a:pt x="3197936" y="1504635"/>
                  </a:lnTo>
                  <a:lnTo>
                    <a:pt x="3198030" y="1504635"/>
                  </a:lnTo>
                  <a:lnTo>
                    <a:pt x="3198124" y="1504635"/>
                  </a:lnTo>
                  <a:lnTo>
                    <a:pt x="3198218" y="1504635"/>
                  </a:lnTo>
                  <a:lnTo>
                    <a:pt x="3198312" y="1504635"/>
                  </a:lnTo>
                  <a:lnTo>
                    <a:pt x="3198406" y="1504635"/>
                  </a:lnTo>
                  <a:lnTo>
                    <a:pt x="3198500" y="1504635"/>
                  </a:lnTo>
                  <a:lnTo>
                    <a:pt x="3198594" y="1504635"/>
                  </a:lnTo>
                  <a:lnTo>
                    <a:pt x="3198688" y="1504635"/>
                  </a:lnTo>
                  <a:lnTo>
                    <a:pt x="3198782" y="1504635"/>
                  </a:lnTo>
                  <a:lnTo>
                    <a:pt x="3198876" y="1504635"/>
                  </a:lnTo>
                  <a:lnTo>
                    <a:pt x="3198970" y="1504635"/>
                  </a:lnTo>
                  <a:lnTo>
                    <a:pt x="3199064" y="1504635"/>
                  </a:lnTo>
                  <a:lnTo>
                    <a:pt x="3199158" y="1504635"/>
                  </a:lnTo>
                  <a:lnTo>
                    <a:pt x="3199252" y="1504635"/>
                  </a:lnTo>
                  <a:lnTo>
                    <a:pt x="3199346" y="1504635"/>
                  </a:lnTo>
                  <a:lnTo>
                    <a:pt x="3199440" y="1504635"/>
                  </a:lnTo>
                  <a:lnTo>
                    <a:pt x="3199534" y="1504635"/>
                  </a:lnTo>
                  <a:lnTo>
                    <a:pt x="3199628" y="1504635"/>
                  </a:lnTo>
                  <a:lnTo>
                    <a:pt x="3199722" y="1504635"/>
                  </a:lnTo>
                  <a:lnTo>
                    <a:pt x="3199816" y="1504635"/>
                  </a:lnTo>
                  <a:lnTo>
                    <a:pt x="3199910" y="1504635"/>
                  </a:lnTo>
                  <a:lnTo>
                    <a:pt x="3200004" y="1504635"/>
                  </a:lnTo>
                  <a:lnTo>
                    <a:pt x="3200098" y="1504635"/>
                  </a:lnTo>
                  <a:lnTo>
                    <a:pt x="3200192" y="1504635"/>
                  </a:lnTo>
                  <a:lnTo>
                    <a:pt x="3200286" y="1504635"/>
                  </a:lnTo>
                  <a:lnTo>
                    <a:pt x="3200380" y="1504635"/>
                  </a:lnTo>
                  <a:lnTo>
                    <a:pt x="3200475" y="1504635"/>
                  </a:lnTo>
                  <a:lnTo>
                    <a:pt x="3200569" y="1504635"/>
                  </a:lnTo>
                  <a:lnTo>
                    <a:pt x="3200663" y="1504635"/>
                  </a:lnTo>
                  <a:lnTo>
                    <a:pt x="3200757" y="1504635"/>
                  </a:lnTo>
                  <a:lnTo>
                    <a:pt x="3200851" y="1504635"/>
                  </a:lnTo>
                  <a:lnTo>
                    <a:pt x="3200945" y="1504635"/>
                  </a:lnTo>
                  <a:lnTo>
                    <a:pt x="3201039" y="1504635"/>
                  </a:lnTo>
                  <a:lnTo>
                    <a:pt x="3201133" y="1504635"/>
                  </a:lnTo>
                  <a:lnTo>
                    <a:pt x="3201227" y="1504635"/>
                  </a:lnTo>
                  <a:lnTo>
                    <a:pt x="3201321" y="1504635"/>
                  </a:lnTo>
                  <a:lnTo>
                    <a:pt x="3201415" y="1504635"/>
                  </a:lnTo>
                  <a:lnTo>
                    <a:pt x="3201509" y="1504635"/>
                  </a:lnTo>
                  <a:lnTo>
                    <a:pt x="3201603" y="1504635"/>
                  </a:lnTo>
                  <a:lnTo>
                    <a:pt x="3201697" y="1504635"/>
                  </a:lnTo>
                  <a:lnTo>
                    <a:pt x="3201791" y="1504635"/>
                  </a:lnTo>
                  <a:lnTo>
                    <a:pt x="3201885" y="1504635"/>
                  </a:lnTo>
                  <a:lnTo>
                    <a:pt x="3201979" y="1504635"/>
                  </a:lnTo>
                  <a:lnTo>
                    <a:pt x="3202073" y="1504635"/>
                  </a:lnTo>
                  <a:lnTo>
                    <a:pt x="3202167" y="1504635"/>
                  </a:lnTo>
                  <a:lnTo>
                    <a:pt x="3202261" y="1504635"/>
                  </a:lnTo>
                  <a:lnTo>
                    <a:pt x="3202355" y="1504635"/>
                  </a:lnTo>
                  <a:lnTo>
                    <a:pt x="3202449" y="1504635"/>
                  </a:lnTo>
                  <a:lnTo>
                    <a:pt x="3202543" y="1504635"/>
                  </a:lnTo>
                  <a:lnTo>
                    <a:pt x="3202637" y="1504635"/>
                  </a:lnTo>
                  <a:lnTo>
                    <a:pt x="3202731" y="1504635"/>
                  </a:lnTo>
                  <a:lnTo>
                    <a:pt x="3202825" y="1504635"/>
                  </a:lnTo>
                  <a:lnTo>
                    <a:pt x="3202919" y="1504635"/>
                  </a:lnTo>
                  <a:lnTo>
                    <a:pt x="3203013" y="1504635"/>
                  </a:lnTo>
                  <a:lnTo>
                    <a:pt x="3203107" y="1504635"/>
                  </a:lnTo>
                  <a:lnTo>
                    <a:pt x="3203201" y="1504635"/>
                  </a:lnTo>
                  <a:lnTo>
                    <a:pt x="3203295" y="1504635"/>
                  </a:lnTo>
                  <a:lnTo>
                    <a:pt x="3203389" y="1504635"/>
                  </a:lnTo>
                  <a:lnTo>
                    <a:pt x="3203483" y="1504635"/>
                  </a:lnTo>
                  <a:lnTo>
                    <a:pt x="3203577" y="1504635"/>
                  </a:lnTo>
                  <a:lnTo>
                    <a:pt x="3203671" y="1504635"/>
                  </a:lnTo>
                  <a:lnTo>
                    <a:pt x="3203765" y="1504635"/>
                  </a:lnTo>
                  <a:lnTo>
                    <a:pt x="3203859" y="1504635"/>
                  </a:lnTo>
                  <a:lnTo>
                    <a:pt x="3203954" y="1504635"/>
                  </a:lnTo>
                  <a:lnTo>
                    <a:pt x="3204048" y="1504635"/>
                  </a:lnTo>
                  <a:lnTo>
                    <a:pt x="3204142" y="1504635"/>
                  </a:lnTo>
                  <a:lnTo>
                    <a:pt x="3204236" y="1504635"/>
                  </a:lnTo>
                  <a:lnTo>
                    <a:pt x="3204330" y="1504635"/>
                  </a:lnTo>
                  <a:lnTo>
                    <a:pt x="3204424" y="1504635"/>
                  </a:lnTo>
                  <a:lnTo>
                    <a:pt x="3204518" y="1504635"/>
                  </a:lnTo>
                  <a:lnTo>
                    <a:pt x="3204612" y="1504635"/>
                  </a:lnTo>
                  <a:lnTo>
                    <a:pt x="3204706" y="1504635"/>
                  </a:lnTo>
                  <a:lnTo>
                    <a:pt x="3204800" y="1504635"/>
                  </a:lnTo>
                  <a:lnTo>
                    <a:pt x="3204894" y="1504635"/>
                  </a:lnTo>
                  <a:lnTo>
                    <a:pt x="3204988" y="1504635"/>
                  </a:lnTo>
                  <a:lnTo>
                    <a:pt x="3205082" y="1504635"/>
                  </a:lnTo>
                  <a:lnTo>
                    <a:pt x="3205176" y="1504635"/>
                  </a:lnTo>
                  <a:lnTo>
                    <a:pt x="3205270" y="1504635"/>
                  </a:lnTo>
                  <a:lnTo>
                    <a:pt x="3205364" y="1504635"/>
                  </a:lnTo>
                  <a:lnTo>
                    <a:pt x="3205458" y="1504635"/>
                  </a:lnTo>
                  <a:lnTo>
                    <a:pt x="3205552" y="1504635"/>
                  </a:lnTo>
                  <a:lnTo>
                    <a:pt x="3205646" y="1504635"/>
                  </a:lnTo>
                  <a:lnTo>
                    <a:pt x="3205740" y="1504635"/>
                  </a:lnTo>
                  <a:lnTo>
                    <a:pt x="3205834" y="1504635"/>
                  </a:lnTo>
                  <a:lnTo>
                    <a:pt x="3205928" y="1504635"/>
                  </a:lnTo>
                  <a:lnTo>
                    <a:pt x="3206022" y="1504635"/>
                  </a:lnTo>
                  <a:lnTo>
                    <a:pt x="3206116" y="1504635"/>
                  </a:lnTo>
                  <a:lnTo>
                    <a:pt x="3206210" y="1504635"/>
                  </a:lnTo>
                  <a:lnTo>
                    <a:pt x="3206304" y="1504635"/>
                  </a:lnTo>
                  <a:lnTo>
                    <a:pt x="3206398" y="1504635"/>
                  </a:lnTo>
                  <a:lnTo>
                    <a:pt x="3206492" y="1504635"/>
                  </a:lnTo>
                  <a:lnTo>
                    <a:pt x="3206586" y="1504635"/>
                  </a:lnTo>
                  <a:lnTo>
                    <a:pt x="3206680" y="1504635"/>
                  </a:lnTo>
                  <a:lnTo>
                    <a:pt x="3206774" y="1504635"/>
                  </a:lnTo>
                  <a:lnTo>
                    <a:pt x="3206868" y="1504635"/>
                  </a:lnTo>
                  <a:lnTo>
                    <a:pt x="3206962" y="1504635"/>
                  </a:lnTo>
                  <a:lnTo>
                    <a:pt x="3207056" y="1504635"/>
                  </a:lnTo>
                  <a:lnTo>
                    <a:pt x="3207150" y="1504635"/>
                  </a:lnTo>
                  <a:lnTo>
                    <a:pt x="3207244" y="1504635"/>
                  </a:lnTo>
                  <a:lnTo>
                    <a:pt x="3207338" y="1504635"/>
                  </a:lnTo>
                  <a:lnTo>
                    <a:pt x="3207432" y="1504635"/>
                  </a:lnTo>
                  <a:lnTo>
                    <a:pt x="3207527" y="1504635"/>
                  </a:lnTo>
                  <a:lnTo>
                    <a:pt x="3207621" y="1504635"/>
                  </a:lnTo>
                  <a:lnTo>
                    <a:pt x="3207715" y="1504635"/>
                  </a:lnTo>
                  <a:lnTo>
                    <a:pt x="3207809" y="1504635"/>
                  </a:lnTo>
                  <a:lnTo>
                    <a:pt x="3207903" y="1504635"/>
                  </a:lnTo>
                  <a:lnTo>
                    <a:pt x="3207997" y="1504635"/>
                  </a:lnTo>
                  <a:lnTo>
                    <a:pt x="3208091" y="1504635"/>
                  </a:lnTo>
                  <a:lnTo>
                    <a:pt x="3208185" y="1504635"/>
                  </a:lnTo>
                  <a:lnTo>
                    <a:pt x="3208279" y="1504635"/>
                  </a:lnTo>
                  <a:lnTo>
                    <a:pt x="3208373" y="1504635"/>
                  </a:lnTo>
                  <a:lnTo>
                    <a:pt x="3208467" y="1504635"/>
                  </a:lnTo>
                  <a:lnTo>
                    <a:pt x="3208561" y="1504635"/>
                  </a:lnTo>
                  <a:lnTo>
                    <a:pt x="3208655" y="1504635"/>
                  </a:lnTo>
                  <a:lnTo>
                    <a:pt x="3208749" y="1504635"/>
                  </a:lnTo>
                  <a:lnTo>
                    <a:pt x="3208843" y="1504635"/>
                  </a:lnTo>
                  <a:lnTo>
                    <a:pt x="3208937" y="1504635"/>
                  </a:lnTo>
                  <a:lnTo>
                    <a:pt x="3209031" y="1504635"/>
                  </a:lnTo>
                  <a:lnTo>
                    <a:pt x="3209125" y="1504635"/>
                  </a:lnTo>
                  <a:lnTo>
                    <a:pt x="3209219" y="1504635"/>
                  </a:lnTo>
                  <a:lnTo>
                    <a:pt x="3209313" y="1504635"/>
                  </a:lnTo>
                  <a:lnTo>
                    <a:pt x="3209407" y="1504635"/>
                  </a:lnTo>
                  <a:lnTo>
                    <a:pt x="3209501" y="1504635"/>
                  </a:lnTo>
                  <a:lnTo>
                    <a:pt x="3209595" y="1504635"/>
                  </a:lnTo>
                  <a:lnTo>
                    <a:pt x="3209689" y="1504635"/>
                  </a:lnTo>
                  <a:lnTo>
                    <a:pt x="3209783" y="1504635"/>
                  </a:lnTo>
                  <a:lnTo>
                    <a:pt x="3209877" y="1504635"/>
                  </a:lnTo>
                  <a:lnTo>
                    <a:pt x="3209971" y="1504635"/>
                  </a:lnTo>
                  <a:lnTo>
                    <a:pt x="3209971" y="1499355"/>
                  </a:lnTo>
                  <a:lnTo>
                    <a:pt x="3210065" y="1499355"/>
                  </a:lnTo>
                  <a:lnTo>
                    <a:pt x="3210159" y="1499355"/>
                  </a:lnTo>
                  <a:lnTo>
                    <a:pt x="3210159" y="1494076"/>
                  </a:lnTo>
                  <a:lnTo>
                    <a:pt x="3210253" y="1494076"/>
                  </a:lnTo>
                  <a:lnTo>
                    <a:pt x="3210347" y="1494076"/>
                  </a:lnTo>
                  <a:lnTo>
                    <a:pt x="3210441" y="1494076"/>
                  </a:lnTo>
                  <a:lnTo>
                    <a:pt x="3210535" y="1494076"/>
                  </a:lnTo>
                  <a:lnTo>
                    <a:pt x="3210629" y="1494076"/>
                  </a:lnTo>
                  <a:lnTo>
                    <a:pt x="3210723" y="1494076"/>
                  </a:lnTo>
                  <a:lnTo>
                    <a:pt x="3210817" y="1494076"/>
                  </a:lnTo>
                  <a:lnTo>
                    <a:pt x="3210911" y="1494076"/>
                  </a:lnTo>
                  <a:lnTo>
                    <a:pt x="3211005" y="1494076"/>
                  </a:lnTo>
                  <a:lnTo>
                    <a:pt x="3211100" y="1494076"/>
                  </a:lnTo>
                  <a:lnTo>
                    <a:pt x="3211194" y="1494076"/>
                  </a:lnTo>
                  <a:lnTo>
                    <a:pt x="3211288" y="1494076"/>
                  </a:lnTo>
                  <a:lnTo>
                    <a:pt x="3211382" y="1494076"/>
                  </a:lnTo>
                  <a:lnTo>
                    <a:pt x="3211476" y="1494076"/>
                  </a:lnTo>
                  <a:lnTo>
                    <a:pt x="3211570" y="1494076"/>
                  </a:lnTo>
                  <a:lnTo>
                    <a:pt x="3211664" y="1494076"/>
                  </a:lnTo>
                  <a:lnTo>
                    <a:pt x="3211758" y="1494076"/>
                  </a:lnTo>
                  <a:lnTo>
                    <a:pt x="3211852" y="1494076"/>
                  </a:lnTo>
                  <a:lnTo>
                    <a:pt x="3211946" y="1494076"/>
                  </a:lnTo>
                  <a:lnTo>
                    <a:pt x="3212040" y="1494076"/>
                  </a:lnTo>
                  <a:lnTo>
                    <a:pt x="3212134" y="1494076"/>
                  </a:lnTo>
                  <a:lnTo>
                    <a:pt x="3212228" y="1494076"/>
                  </a:lnTo>
                  <a:lnTo>
                    <a:pt x="3212322" y="1494076"/>
                  </a:lnTo>
                  <a:lnTo>
                    <a:pt x="3212416" y="1494076"/>
                  </a:lnTo>
                  <a:lnTo>
                    <a:pt x="3212510" y="1494076"/>
                  </a:lnTo>
                  <a:lnTo>
                    <a:pt x="3212604" y="1494076"/>
                  </a:lnTo>
                  <a:lnTo>
                    <a:pt x="3212698" y="1494076"/>
                  </a:lnTo>
                  <a:lnTo>
                    <a:pt x="3212792" y="1494076"/>
                  </a:lnTo>
                  <a:lnTo>
                    <a:pt x="3212886" y="1494076"/>
                  </a:lnTo>
                  <a:lnTo>
                    <a:pt x="3212980" y="1494076"/>
                  </a:lnTo>
                  <a:lnTo>
                    <a:pt x="3213074" y="1494076"/>
                  </a:lnTo>
                  <a:lnTo>
                    <a:pt x="3213168" y="1494076"/>
                  </a:lnTo>
                  <a:lnTo>
                    <a:pt x="3213262" y="1494076"/>
                  </a:lnTo>
                  <a:lnTo>
                    <a:pt x="3213356" y="1494076"/>
                  </a:lnTo>
                  <a:lnTo>
                    <a:pt x="3213450" y="1494076"/>
                  </a:lnTo>
                  <a:lnTo>
                    <a:pt x="3213544" y="1494076"/>
                  </a:lnTo>
                  <a:lnTo>
                    <a:pt x="3213638" y="1494076"/>
                  </a:lnTo>
                  <a:lnTo>
                    <a:pt x="3213732" y="1494076"/>
                  </a:lnTo>
                  <a:lnTo>
                    <a:pt x="3213826" y="1494076"/>
                  </a:lnTo>
                  <a:lnTo>
                    <a:pt x="3213920" y="1494076"/>
                  </a:lnTo>
                  <a:lnTo>
                    <a:pt x="3214014" y="1494076"/>
                  </a:lnTo>
                  <a:lnTo>
                    <a:pt x="3214108" y="1494076"/>
                  </a:lnTo>
                  <a:lnTo>
                    <a:pt x="3214202" y="1494076"/>
                  </a:lnTo>
                  <a:lnTo>
                    <a:pt x="3214296" y="1494076"/>
                  </a:lnTo>
                  <a:lnTo>
                    <a:pt x="3214390" y="1494076"/>
                  </a:lnTo>
                  <a:lnTo>
                    <a:pt x="3214484" y="1494076"/>
                  </a:lnTo>
                  <a:lnTo>
                    <a:pt x="3214579" y="1494076"/>
                  </a:lnTo>
                  <a:lnTo>
                    <a:pt x="3214673" y="1494076"/>
                  </a:lnTo>
                  <a:lnTo>
                    <a:pt x="3214767" y="1494076"/>
                  </a:lnTo>
                  <a:lnTo>
                    <a:pt x="3214861" y="1494076"/>
                  </a:lnTo>
                  <a:lnTo>
                    <a:pt x="3214955" y="1494076"/>
                  </a:lnTo>
                  <a:lnTo>
                    <a:pt x="3215049" y="1494076"/>
                  </a:lnTo>
                  <a:lnTo>
                    <a:pt x="3215143" y="1494076"/>
                  </a:lnTo>
                  <a:lnTo>
                    <a:pt x="3215237" y="1494076"/>
                  </a:lnTo>
                  <a:lnTo>
                    <a:pt x="3215331" y="1494076"/>
                  </a:lnTo>
                  <a:lnTo>
                    <a:pt x="3215425" y="1494076"/>
                  </a:lnTo>
                  <a:lnTo>
                    <a:pt x="3215519" y="1494076"/>
                  </a:lnTo>
                  <a:lnTo>
                    <a:pt x="3215613" y="1494076"/>
                  </a:lnTo>
                  <a:lnTo>
                    <a:pt x="3215707" y="1494076"/>
                  </a:lnTo>
                  <a:lnTo>
                    <a:pt x="3215801" y="1494076"/>
                  </a:lnTo>
                  <a:lnTo>
                    <a:pt x="3215895" y="1494076"/>
                  </a:lnTo>
                  <a:lnTo>
                    <a:pt x="3215989" y="1494076"/>
                  </a:lnTo>
                  <a:lnTo>
                    <a:pt x="3216083" y="1494076"/>
                  </a:lnTo>
                  <a:lnTo>
                    <a:pt x="3216177" y="1494076"/>
                  </a:lnTo>
                  <a:lnTo>
                    <a:pt x="3216271" y="1494076"/>
                  </a:lnTo>
                  <a:lnTo>
                    <a:pt x="3216365" y="1494076"/>
                  </a:lnTo>
                  <a:lnTo>
                    <a:pt x="3216459" y="1494076"/>
                  </a:lnTo>
                  <a:lnTo>
                    <a:pt x="3216553" y="1494076"/>
                  </a:lnTo>
                  <a:lnTo>
                    <a:pt x="3216647" y="1494076"/>
                  </a:lnTo>
                  <a:lnTo>
                    <a:pt x="3216741" y="1494076"/>
                  </a:lnTo>
                  <a:lnTo>
                    <a:pt x="3216835" y="1494076"/>
                  </a:lnTo>
                  <a:lnTo>
                    <a:pt x="3216929" y="1494076"/>
                  </a:lnTo>
                  <a:lnTo>
                    <a:pt x="3217023" y="1494076"/>
                  </a:lnTo>
                  <a:lnTo>
                    <a:pt x="3217117" y="1494076"/>
                  </a:lnTo>
                  <a:lnTo>
                    <a:pt x="3217211" y="1494076"/>
                  </a:lnTo>
                  <a:lnTo>
                    <a:pt x="3217305" y="1494076"/>
                  </a:lnTo>
                  <a:lnTo>
                    <a:pt x="3217399" y="1494076"/>
                  </a:lnTo>
                  <a:lnTo>
                    <a:pt x="3217493" y="1494076"/>
                  </a:lnTo>
                  <a:lnTo>
                    <a:pt x="3217493" y="1488796"/>
                  </a:lnTo>
                  <a:lnTo>
                    <a:pt x="3217587" y="1488796"/>
                  </a:lnTo>
                  <a:lnTo>
                    <a:pt x="3217681" y="1488796"/>
                  </a:lnTo>
                  <a:lnTo>
                    <a:pt x="3217775" y="1488796"/>
                  </a:lnTo>
                  <a:lnTo>
                    <a:pt x="3217869" y="1488796"/>
                  </a:lnTo>
                  <a:lnTo>
                    <a:pt x="3217963" y="1488796"/>
                  </a:lnTo>
                  <a:lnTo>
                    <a:pt x="3218057" y="1488796"/>
                  </a:lnTo>
                  <a:lnTo>
                    <a:pt x="3218152" y="1488796"/>
                  </a:lnTo>
                  <a:lnTo>
                    <a:pt x="3218246" y="1488796"/>
                  </a:lnTo>
                  <a:lnTo>
                    <a:pt x="3218340" y="1488796"/>
                  </a:lnTo>
                  <a:lnTo>
                    <a:pt x="3218434" y="1488796"/>
                  </a:lnTo>
                  <a:lnTo>
                    <a:pt x="3218528" y="1488796"/>
                  </a:lnTo>
                  <a:lnTo>
                    <a:pt x="3218622" y="1488796"/>
                  </a:lnTo>
                  <a:lnTo>
                    <a:pt x="3218716" y="1488796"/>
                  </a:lnTo>
                  <a:lnTo>
                    <a:pt x="3218810" y="1488796"/>
                  </a:lnTo>
                  <a:lnTo>
                    <a:pt x="3218904" y="1488796"/>
                  </a:lnTo>
                  <a:lnTo>
                    <a:pt x="3218998" y="1488796"/>
                  </a:lnTo>
                  <a:lnTo>
                    <a:pt x="3219092" y="1488796"/>
                  </a:lnTo>
                  <a:lnTo>
                    <a:pt x="3219186" y="1488796"/>
                  </a:lnTo>
                  <a:lnTo>
                    <a:pt x="3219280" y="1488796"/>
                  </a:lnTo>
                  <a:lnTo>
                    <a:pt x="3219374" y="1488796"/>
                  </a:lnTo>
                  <a:lnTo>
                    <a:pt x="3219468" y="1488796"/>
                  </a:lnTo>
                  <a:lnTo>
                    <a:pt x="3219562" y="1488796"/>
                  </a:lnTo>
                  <a:lnTo>
                    <a:pt x="3219656" y="1488796"/>
                  </a:lnTo>
                  <a:lnTo>
                    <a:pt x="3219750" y="1488796"/>
                  </a:lnTo>
                  <a:lnTo>
                    <a:pt x="3219844" y="1488796"/>
                  </a:lnTo>
                  <a:lnTo>
                    <a:pt x="3219938" y="1488796"/>
                  </a:lnTo>
                  <a:lnTo>
                    <a:pt x="3220032" y="1488796"/>
                  </a:lnTo>
                  <a:lnTo>
                    <a:pt x="3220126" y="1488796"/>
                  </a:lnTo>
                  <a:lnTo>
                    <a:pt x="3220220" y="1488796"/>
                  </a:lnTo>
                  <a:lnTo>
                    <a:pt x="3220314" y="1488796"/>
                  </a:lnTo>
                  <a:lnTo>
                    <a:pt x="3220408" y="1488796"/>
                  </a:lnTo>
                  <a:lnTo>
                    <a:pt x="3220502" y="1488796"/>
                  </a:lnTo>
                  <a:lnTo>
                    <a:pt x="3220596" y="1488796"/>
                  </a:lnTo>
                  <a:lnTo>
                    <a:pt x="3220690" y="1488796"/>
                  </a:lnTo>
                  <a:lnTo>
                    <a:pt x="3220784" y="1488796"/>
                  </a:lnTo>
                  <a:lnTo>
                    <a:pt x="3220878" y="1488796"/>
                  </a:lnTo>
                  <a:lnTo>
                    <a:pt x="3220972" y="1488796"/>
                  </a:lnTo>
                  <a:lnTo>
                    <a:pt x="3221066" y="1488796"/>
                  </a:lnTo>
                  <a:lnTo>
                    <a:pt x="3221160" y="1488796"/>
                  </a:lnTo>
                  <a:lnTo>
                    <a:pt x="3221254" y="1488796"/>
                  </a:lnTo>
                  <a:lnTo>
                    <a:pt x="3221348" y="1488796"/>
                  </a:lnTo>
                  <a:lnTo>
                    <a:pt x="3221442" y="1488796"/>
                  </a:lnTo>
                  <a:lnTo>
                    <a:pt x="3221536" y="1488796"/>
                  </a:lnTo>
                  <a:lnTo>
                    <a:pt x="3221630" y="1488796"/>
                  </a:lnTo>
                  <a:lnTo>
                    <a:pt x="3221725" y="1488796"/>
                  </a:lnTo>
                  <a:lnTo>
                    <a:pt x="3221819" y="1488796"/>
                  </a:lnTo>
                  <a:lnTo>
                    <a:pt x="3221913" y="1488796"/>
                  </a:lnTo>
                  <a:lnTo>
                    <a:pt x="3222007" y="1488796"/>
                  </a:lnTo>
                  <a:lnTo>
                    <a:pt x="3222101" y="1488796"/>
                  </a:lnTo>
                  <a:lnTo>
                    <a:pt x="3222195" y="1488796"/>
                  </a:lnTo>
                  <a:lnTo>
                    <a:pt x="3222289" y="1488796"/>
                  </a:lnTo>
                  <a:lnTo>
                    <a:pt x="3222383" y="1488796"/>
                  </a:lnTo>
                  <a:lnTo>
                    <a:pt x="3222383" y="1483517"/>
                  </a:lnTo>
                  <a:lnTo>
                    <a:pt x="3222477" y="1483517"/>
                  </a:lnTo>
                  <a:lnTo>
                    <a:pt x="3222571" y="1483517"/>
                  </a:lnTo>
                  <a:lnTo>
                    <a:pt x="3222665" y="1483517"/>
                  </a:lnTo>
                  <a:lnTo>
                    <a:pt x="3222759" y="1483517"/>
                  </a:lnTo>
                  <a:lnTo>
                    <a:pt x="3222853" y="1483517"/>
                  </a:lnTo>
                  <a:lnTo>
                    <a:pt x="3222947" y="1483517"/>
                  </a:lnTo>
                  <a:lnTo>
                    <a:pt x="3223041" y="1483517"/>
                  </a:lnTo>
                  <a:lnTo>
                    <a:pt x="3223135" y="1483517"/>
                  </a:lnTo>
                  <a:lnTo>
                    <a:pt x="3223229" y="1483517"/>
                  </a:lnTo>
                  <a:lnTo>
                    <a:pt x="3223323" y="1483517"/>
                  </a:lnTo>
                  <a:lnTo>
                    <a:pt x="3223417" y="1483517"/>
                  </a:lnTo>
                  <a:lnTo>
                    <a:pt x="3223511" y="1483517"/>
                  </a:lnTo>
                  <a:lnTo>
                    <a:pt x="3223605" y="1483517"/>
                  </a:lnTo>
                  <a:lnTo>
                    <a:pt x="3223699" y="1483517"/>
                  </a:lnTo>
                  <a:lnTo>
                    <a:pt x="3223793" y="1483517"/>
                  </a:lnTo>
                  <a:lnTo>
                    <a:pt x="3223887" y="1483517"/>
                  </a:lnTo>
                  <a:lnTo>
                    <a:pt x="3223981" y="1483517"/>
                  </a:lnTo>
                  <a:lnTo>
                    <a:pt x="3224075" y="1483517"/>
                  </a:lnTo>
                  <a:lnTo>
                    <a:pt x="3224169" y="1483517"/>
                  </a:lnTo>
                  <a:lnTo>
                    <a:pt x="3224263" y="1483517"/>
                  </a:lnTo>
                  <a:lnTo>
                    <a:pt x="3224357" y="1483517"/>
                  </a:lnTo>
                  <a:lnTo>
                    <a:pt x="3224451" y="1483517"/>
                  </a:lnTo>
                  <a:lnTo>
                    <a:pt x="3224545" y="1483517"/>
                  </a:lnTo>
                  <a:lnTo>
                    <a:pt x="3224639" y="1483517"/>
                  </a:lnTo>
                  <a:lnTo>
                    <a:pt x="3224733" y="1483517"/>
                  </a:lnTo>
                  <a:lnTo>
                    <a:pt x="3224827" y="1483517"/>
                  </a:lnTo>
                  <a:lnTo>
                    <a:pt x="3224827" y="1478237"/>
                  </a:lnTo>
                  <a:lnTo>
                    <a:pt x="3224921" y="1478237"/>
                  </a:lnTo>
                  <a:lnTo>
                    <a:pt x="3225015" y="1478237"/>
                  </a:lnTo>
                  <a:lnTo>
                    <a:pt x="3225109" y="1478237"/>
                  </a:lnTo>
                  <a:lnTo>
                    <a:pt x="3225204" y="1478237"/>
                  </a:lnTo>
                  <a:lnTo>
                    <a:pt x="3225298" y="1478237"/>
                  </a:lnTo>
                  <a:lnTo>
                    <a:pt x="3225392" y="1478237"/>
                  </a:lnTo>
                  <a:lnTo>
                    <a:pt x="3225486" y="1478237"/>
                  </a:lnTo>
                  <a:lnTo>
                    <a:pt x="3225580" y="1478237"/>
                  </a:lnTo>
                  <a:lnTo>
                    <a:pt x="3225674" y="1478237"/>
                  </a:lnTo>
                  <a:lnTo>
                    <a:pt x="3225768" y="1478237"/>
                  </a:lnTo>
                  <a:lnTo>
                    <a:pt x="3225862" y="1478237"/>
                  </a:lnTo>
                  <a:lnTo>
                    <a:pt x="3225956" y="1478237"/>
                  </a:lnTo>
                  <a:lnTo>
                    <a:pt x="3226050" y="1478237"/>
                  </a:lnTo>
                  <a:lnTo>
                    <a:pt x="3226144" y="1478237"/>
                  </a:lnTo>
                  <a:lnTo>
                    <a:pt x="3226238" y="1478237"/>
                  </a:lnTo>
                  <a:lnTo>
                    <a:pt x="3226332" y="1478237"/>
                  </a:lnTo>
                  <a:lnTo>
                    <a:pt x="3226426" y="1478237"/>
                  </a:lnTo>
                  <a:lnTo>
                    <a:pt x="3226520" y="1478237"/>
                  </a:lnTo>
                  <a:lnTo>
                    <a:pt x="3226614" y="1478237"/>
                  </a:lnTo>
                  <a:lnTo>
                    <a:pt x="3226708" y="1478237"/>
                  </a:lnTo>
                  <a:lnTo>
                    <a:pt x="3226802" y="1478237"/>
                  </a:lnTo>
                  <a:lnTo>
                    <a:pt x="3226896" y="1478237"/>
                  </a:lnTo>
                  <a:lnTo>
                    <a:pt x="3226990" y="1478237"/>
                  </a:lnTo>
                  <a:lnTo>
                    <a:pt x="3227084" y="1478237"/>
                  </a:lnTo>
                  <a:lnTo>
                    <a:pt x="3227178" y="1478237"/>
                  </a:lnTo>
                  <a:lnTo>
                    <a:pt x="3227272" y="1478237"/>
                  </a:lnTo>
                  <a:lnTo>
                    <a:pt x="3227366" y="1478237"/>
                  </a:lnTo>
                  <a:lnTo>
                    <a:pt x="3227460" y="1478237"/>
                  </a:lnTo>
                  <a:lnTo>
                    <a:pt x="3227554" y="1478237"/>
                  </a:lnTo>
                  <a:lnTo>
                    <a:pt x="3227648" y="1478237"/>
                  </a:lnTo>
                  <a:lnTo>
                    <a:pt x="3227742" y="1478237"/>
                  </a:lnTo>
                  <a:lnTo>
                    <a:pt x="3227836" y="1478237"/>
                  </a:lnTo>
                  <a:lnTo>
                    <a:pt x="3227930" y="1478237"/>
                  </a:lnTo>
                  <a:lnTo>
                    <a:pt x="3228024" y="1478237"/>
                  </a:lnTo>
                  <a:lnTo>
                    <a:pt x="3228118" y="1478237"/>
                  </a:lnTo>
                  <a:lnTo>
                    <a:pt x="3228212" y="1478237"/>
                  </a:lnTo>
                  <a:lnTo>
                    <a:pt x="3228306" y="1478237"/>
                  </a:lnTo>
                  <a:lnTo>
                    <a:pt x="3228400" y="1478237"/>
                  </a:lnTo>
                  <a:lnTo>
                    <a:pt x="3228494" y="1478237"/>
                  </a:lnTo>
                  <a:lnTo>
                    <a:pt x="3228588" y="1478237"/>
                  </a:lnTo>
                  <a:lnTo>
                    <a:pt x="3228682" y="1478237"/>
                  </a:lnTo>
                  <a:lnTo>
                    <a:pt x="3228777" y="1478237"/>
                  </a:lnTo>
                  <a:lnTo>
                    <a:pt x="3228871" y="1478237"/>
                  </a:lnTo>
                  <a:lnTo>
                    <a:pt x="3228965" y="1478237"/>
                  </a:lnTo>
                  <a:lnTo>
                    <a:pt x="3229059" y="1478237"/>
                  </a:lnTo>
                  <a:lnTo>
                    <a:pt x="3229153" y="1478237"/>
                  </a:lnTo>
                  <a:lnTo>
                    <a:pt x="3229247" y="1478237"/>
                  </a:lnTo>
                  <a:lnTo>
                    <a:pt x="3229341" y="1478237"/>
                  </a:lnTo>
                  <a:lnTo>
                    <a:pt x="3229435" y="1478237"/>
                  </a:lnTo>
                  <a:lnTo>
                    <a:pt x="3229529" y="1478237"/>
                  </a:lnTo>
                  <a:lnTo>
                    <a:pt x="3229623" y="1478237"/>
                  </a:lnTo>
                  <a:lnTo>
                    <a:pt x="3229717" y="1478237"/>
                  </a:lnTo>
                  <a:lnTo>
                    <a:pt x="3229811" y="1478237"/>
                  </a:lnTo>
                  <a:lnTo>
                    <a:pt x="3229905" y="1478237"/>
                  </a:lnTo>
                  <a:lnTo>
                    <a:pt x="3229999" y="1478237"/>
                  </a:lnTo>
                  <a:lnTo>
                    <a:pt x="3230093" y="1478237"/>
                  </a:lnTo>
                  <a:lnTo>
                    <a:pt x="3230187" y="1478237"/>
                  </a:lnTo>
                  <a:lnTo>
                    <a:pt x="3230281" y="1478237"/>
                  </a:lnTo>
                  <a:lnTo>
                    <a:pt x="3230375" y="1478237"/>
                  </a:lnTo>
                  <a:lnTo>
                    <a:pt x="3230469" y="1478237"/>
                  </a:lnTo>
                  <a:lnTo>
                    <a:pt x="3230563" y="1478237"/>
                  </a:lnTo>
                  <a:lnTo>
                    <a:pt x="3230657" y="1478237"/>
                  </a:lnTo>
                  <a:lnTo>
                    <a:pt x="3230751" y="1478237"/>
                  </a:lnTo>
                  <a:lnTo>
                    <a:pt x="3230845" y="1478237"/>
                  </a:lnTo>
                  <a:lnTo>
                    <a:pt x="3230939" y="1478237"/>
                  </a:lnTo>
                  <a:lnTo>
                    <a:pt x="3231033" y="1478237"/>
                  </a:lnTo>
                  <a:lnTo>
                    <a:pt x="3231127" y="1478237"/>
                  </a:lnTo>
                  <a:lnTo>
                    <a:pt x="3231221" y="1478237"/>
                  </a:lnTo>
                  <a:lnTo>
                    <a:pt x="3231315" y="1478237"/>
                  </a:lnTo>
                  <a:lnTo>
                    <a:pt x="3231409" y="1478237"/>
                  </a:lnTo>
                  <a:lnTo>
                    <a:pt x="3231503" y="1478237"/>
                  </a:lnTo>
                  <a:lnTo>
                    <a:pt x="3231597" y="1478237"/>
                  </a:lnTo>
                  <a:lnTo>
                    <a:pt x="3231691" y="1478237"/>
                  </a:lnTo>
                  <a:lnTo>
                    <a:pt x="3231785" y="1478237"/>
                  </a:lnTo>
                  <a:lnTo>
                    <a:pt x="3231879" y="1478237"/>
                  </a:lnTo>
                  <a:lnTo>
                    <a:pt x="3231973" y="1478237"/>
                  </a:lnTo>
                  <a:lnTo>
                    <a:pt x="3232067" y="1478237"/>
                  </a:lnTo>
                  <a:lnTo>
                    <a:pt x="3232161" y="1478237"/>
                  </a:lnTo>
                  <a:lnTo>
                    <a:pt x="3232255" y="1478237"/>
                  </a:lnTo>
                  <a:lnTo>
                    <a:pt x="3232350" y="1478237"/>
                  </a:lnTo>
                  <a:lnTo>
                    <a:pt x="3232444" y="1478237"/>
                  </a:lnTo>
                  <a:lnTo>
                    <a:pt x="3232538" y="1478237"/>
                  </a:lnTo>
                  <a:lnTo>
                    <a:pt x="3232632" y="1478237"/>
                  </a:lnTo>
                  <a:lnTo>
                    <a:pt x="3232726" y="1478237"/>
                  </a:lnTo>
                  <a:lnTo>
                    <a:pt x="3232820" y="1478237"/>
                  </a:lnTo>
                  <a:lnTo>
                    <a:pt x="3232914" y="1478237"/>
                  </a:lnTo>
                  <a:lnTo>
                    <a:pt x="3233008" y="1478237"/>
                  </a:lnTo>
                  <a:lnTo>
                    <a:pt x="3233008" y="1472958"/>
                  </a:lnTo>
                  <a:lnTo>
                    <a:pt x="3233102" y="1472958"/>
                  </a:lnTo>
                  <a:lnTo>
                    <a:pt x="3233196" y="1472958"/>
                  </a:lnTo>
                  <a:lnTo>
                    <a:pt x="3233290" y="1472958"/>
                  </a:lnTo>
                  <a:lnTo>
                    <a:pt x="3233384" y="1472958"/>
                  </a:lnTo>
                  <a:lnTo>
                    <a:pt x="3233478" y="1472958"/>
                  </a:lnTo>
                  <a:lnTo>
                    <a:pt x="3233572" y="1472958"/>
                  </a:lnTo>
                  <a:lnTo>
                    <a:pt x="3233666" y="1472958"/>
                  </a:lnTo>
                  <a:lnTo>
                    <a:pt x="3233760" y="1472958"/>
                  </a:lnTo>
                  <a:lnTo>
                    <a:pt x="3233854" y="1472958"/>
                  </a:lnTo>
                  <a:lnTo>
                    <a:pt x="3233948" y="1472958"/>
                  </a:lnTo>
                  <a:lnTo>
                    <a:pt x="3234042" y="1472958"/>
                  </a:lnTo>
                  <a:lnTo>
                    <a:pt x="3234136" y="1472958"/>
                  </a:lnTo>
                  <a:lnTo>
                    <a:pt x="3234230" y="1472958"/>
                  </a:lnTo>
                  <a:lnTo>
                    <a:pt x="3234324" y="1472958"/>
                  </a:lnTo>
                  <a:lnTo>
                    <a:pt x="3234418" y="1472958"/>
                  </a:lnTo>
                  <a:lnTo>
                    <a:pt x="3234512" y="1472958"/>
                  </a:lnTo>
                  <a:lnTo>
                    <a:pt x="3234512" y="1467679"/>
                  </a:lnTo>
                  <a:lnTo>
                    <a:pt x="3234606" y="1467679"/>
                  </a:lnTo>
                  <a:lnTo>
                    <a:pt x="3234700" y="1467679"/>
                  </a:lnTo>
                  <a:lnTo>
                    <a:pt x="3234700" y="1462399"/>
                  </a:lnTo>
                  <a:lnTo>
                    <a:pt x="3234700" y="1457120"/>
                  </a:lnTo>
                  <a:lnTo>
                    <a:pt x="3234794" y="1457120"/>
                  </a:lnTo>
                  <a:lnTo>
                    <a:pt x="3234888" y="1457120"/>
                  </a:lnTo>
                  <a:lnTo>
                    <a:pt x="3234888" y="1451840"/>
                  </a:lnTo>
                  <a:lnTo>
                    <a:pt x="3234982" y="1451840"/>
                  </a:lnTo>
                  <a:lnTo>
                    <a:pt x="3235076" y="1451840"/>
                  </a:lnTo>
                  <a:lnTo>
                    <a:pt x="3235170" y="1451840"/>
                  </a:lnTo>
                  <a:lnTo>
                    <a:pt x="3235264" y="1451840"/>
                  </a:lnTo>
                  <a:lnTo>
                    <a:pt x="3235358" y="1451840"/>
                  </a:lnTo>
                  <a:lnTo>
                    <a:pt x="3235452" y="1451840"/>
                  </a:lnTo>
                  <a:lnTo>
                    <a:pt x="3235546" y="1451840"/>
                  </a:lnTo>
                  <a:lnTo>
                    <a:pt x="3235640" y="1451840"/>
                  </a:lnTo>
                  <a:lnTo>
                    <a:pt x="3235734" y="1451840"/>
                  </a:lnTo>
                  <a:lnTo>
                    <a:pt x="3235829" y="1451840"/>
                  </a:lnTo>
                  <a:lnTo>
                    <a:pt x="3235923" y="1451840"/>
                  </a:lnTo>
                  <a:lnTo>
                    <a:pt x="3236017" y="1451840"/>
                  </a:lnTo>
                  <a:lnTo>
                    <a:pt x="3236111" y="1451840"/>
                  </a:lnTo>
                  <a:lnTo>
                    <a:pt x="3236205" y="1451840"/>
                  </a:lnTo>
                  <a:lnTo>
                    <a:pt x="3236299" y="1451840"/>
                  </a:lnTo>
                  <a:lnTo>
                    <a:pt x="3236393" y="1451840"/>
                  </a:lnTo>
                  <a:lnTo>
                    <a:pt x="3236487" y="1451840"/>
                  </a:lnTo>
                  <a:lnTo>
                    <a:pt x="3236581" y="1451840"/>
                  </a:lnTo>
                  <a:lnTo>
                    <a:pt x="3236675" y="1451840"/>
                  </a:lnTo>
                  <a:lnTo>
                    <a:pt x="3236769" y="1451840"/>
                  </a:lnTo>
                  <a:lnTo>
                    <a:pt x="3236863" y="1451840"/>
                  </a:lnTo>
                  <a:lnTo>
                    <a:pt x="3236957" y="1451840"/>
                  </a:lnTo>
                  <a:lnTo>
                    <a:pt x="3237051" y="1451840"/>
                  </a:lnTo>
                  <a:lnTo>
                    <a:pt x="3237145" y="1451840"/>
                  </a:lnTo>
                  <a:lnTo>
                    <a:pt x="3237239" y="1451840"/>
                  </a:lnTo>
                  <a:lnTo>
                    <a:pt x="3237333" y="1451840"/>
                  </a:lnTo>
                  <a:lnTo>
                    <a:pt x="3237427" y="1451840"/>
                  </a:lnTo>
                  <a:lnTo>
                    <a:pt x="3237521" y="1451840"/>
                  </a:lnTo>
                  <a:lnTo>
                    <a:pt x="3237615" y="1451840"/>
                  </a:lnTo>
                  <a:lnTo>
                    <a:pt x="3237709" y="1451840"/>
                  </a:lnTo>
                  <a:lnTo>
                    <a:pt x="3237803" y="1451840"/>
                  </a:lnTo>
                  <a:lnTo>
                    <a:pt x="3237897" y="1451840"/>
                  </a:lnTo>
                  <a:lnTo>
                    <a:pt x="3237991" y="1451840"/>
                  </a:lnTo>
                  <a:lnTo>
                    <a:pt x="3238085" y="1451840"/>
                  </a:lnTo>
                  <a:lnTo>
                    <a:pt x="3238179" y="1451840"/>
                  </a:lnTo>
                  <a:lnTo>
                    <a:pt x="3238273" y="1451840"/>
                  </a:lnTo>
                  <a:lnTo>
                    <a:pt x="3238367" y="1451840"/>
                  </a:lnTo>
                  <a:lnTo>
                    <a:pt x="3238461" y="1451840"/>
                  </a:lnTo>
                  <a:lnTo>
                    <a:pt x="3238555" y="1451840"/>
                  </a:lnTo>
                  <a:lnTo>
                    <a:pt x="3238649" y="1451840"/>
                  </a:lnTo>
                  <a:lnTo>
                    <a:pt x="3238743" y="1451840"/>
                  </a:lnTo>
                  <a:lnTo>
                    <a:pt x="3238837" y="1451840"/>
                  </a:lnTo>
                  <a:lnTo>
                    <a:pt x="3238931" y="1451840"/>
                  </a:lnTo>
                  <a:lnTo>
                    <a:pt x="3239025" y="1451840"/>
                  </a:lnTo>
                  <a:lnTo>
                    <a:pt x="3239119" y="1451840"/>
                  </a:lnTo>
                  <a:lnTo>
                    <a:pt x="3239213" y="1451840"/>
                  </a:lnTo>
                  <a:lnTo>
                    <a:pt x="3239307" y="1451840"/>
                  </a:lnTo>
                  <a:lnTo>
                    <a:pt x="3239402" y="1451840"/>
                  </a:lnTo>
                  <a:lnTo>
                    <a:pt x="3239496" y="1451840"/>
                  </a:lnTo>
                  <a:lnTo>
                    <a:pt x="3239590" y="1451840"/>
                  </a:lnTo>
                  <a:lnTo>
                    <a:pt x="3239684" y="1451840"/>
                  </a:lnTo>
                  <a:lnTo>
                    <a:pt x="3239778" y="1451840"/>
                  </a:lnTo>
                  <a:lnTo>
                    <a:pt x="3239872" y="1451840"/>
                  </a:lnTo>
                  <a:lnTo>
                    <a:pt x="3239966" y="1451840"/>
                  </a:lnTo>
                  <a:lnTo>
                    <a:pt x="3240060" y="1451840"/>
                  </a:lnTo>
                  <a:lnTo>
                    <a:pt x="3240154" y="1451840"/>
                  </a:lnTo>
                  <a:lnTo>
                    <a:pt x="3240248" y="1451840"/>
                  </a:lnTo>
                  <a:lnTo>
                    <a:pt x="3240342" y="1451840"/>
                  </a:lnTo>
                  <a:lnTo>
                    <a:pt x="3240436" y="1451840"/>
                  </a:lnTo>
                  <a:lnTo>
                    <a:pt x="3240530" y="1451840"/>
                  </a:lnTo>
                  <a:lnTo>
                    <a:pt x="3240624" y="1451840"/>
                  </a:lnTo>
                  <a:lnTo>
                    <a:pt x="3240718" y="1451840"/>
                  </a:lnTo>
                  <a:lnTo>
                    <a:pt x="3240812" y="1451840"/>
                  </a:lnTo>
                  <a:lnTo>
                    <a:pt x="3240906" y="1451840"/>
                  </a:lnTo>
                  <a:lnTo>
                    <a:pt x="3241000" y="1451840"/>
                  </a:lnTo>
                  <a:lnTo>
                    <a:pt x="3241094" y="1451840"/>
                  </a:lnTo>
                  <a:lnTo>
                    <a:pt x="3241188" y="1451840"/>
                  </a:lnTo>
                  <a:lnTo>
                    <a:pt x="3241282" y="1451840"/>
                  </a:lnTo>
                  <a:lnTo>
                    <a:pt x="3241376" y="1451840"/>
                  </a:lnTo>
                  <a:lnTo>
                    <a:pt x="3241470" y="1451840"/>
                  </a:lnTo>
                  <a:lnTo>
                    <a:pt x="3241564" y="1451840"/>
                  </a:lnTo>
                  <a:lnTo>
                    <a:pt x="3241658" y="1451840"/>
                  </a:lnTo>
                  <a:lnTo>
                    <a:pt x="3241752" y="1451840"/>
                  </a:lnTo>
                  <a:lnTo>
                    <a:pt x="3241846" y="1451840"/>
                  </a:lnTo>
                  <a:lnTo>
                    <a:pt x="3241940" y="1451840"/>
                  </a:lnTo>
                  <a:lnTo>
                    <a:pt x="3242034" y="1451840"/>
                  </a:lnTo>
                  <a:lnTo>
                    <a:pt x="3242128" y="1451840"/>
                  </a:lnTo>
                  <a:lnTo>
                    <a:pt x="3242222" y="1451840"/>
                  </a:lnTo>
                  <a:lnTo>
                    <a:pt x="3242316" y="1451840"/>
                  </a:lnTo>
                  <a:lnTo>
                    <a:pt x="3242410" y="1451840"/>
                  </a:lnTo>
                  <a:lnTo>
                    <a:pt x="3242504" y="1451840"/>
                  </a:lnTo>
                  <a:lnTo>
                    <a:pt x="3242598" y="1451840"/>
                  </a:lnTo>
                  <a:lnTo>
                    <a:pt x="3242692" y="1451840"/>
                  </a:lnTo>
                  <a:lnTo>
                    <a:pt x="3242786" y="1451840"/>
                  </a:lnTo>
                  <a:lnTo>
                    <a:pt x="3242880" y="1451840"/>
                  </a:lnTo>
                  <a:lnTo>
                    <a:pt x="3242975" y="1451840"/>
                  </a:lnTo>
                  <a:lnTo>
                    <a:pt x="3243069" y="1451840"/>
                  </a:lnTo>
                  <a:lnTo>
                    <a:pt x="3243163" y="1451840"/>
                  </a:lnTo>
                  <a:lnTo>
                    <a:pt x="3243257" y="1451840"/>
                  </a:lnTo>
                  <a:lnTo>
                    <a:pt x="3243351" y="1451840"/>
                  </a:lnTo>
                  <a:lnTo>
                    <a:pt x="3243445" y="1451840"/>
                  </a:lnTo>
                  <a:lnTo>
                    <a:pt x="3243539" y="1451840"/>
                  </a:lnTo>
                  <a:lnTo>
                    <a:pt x="3243633" y="1451840"/>
                  </a:lnTo>
                  <a:lnTo>
                    <a:pt x="3243727" y="1451840"/>
                  </a:lnTo>
                  <a:lnTo>
                    <a:pt x="3243821" y="1451840"/>
                  </a:lnTo>
                  <a:lnTo>
                    <a:pt x="3243915" y="1451840"/>
                  </a:lnTo>
                  <a:lnTo>
                    <a:pt x="3244009" y="1451840"/>
                  </a:lnTo>
                  <a:lnTo>
                    <a:pt x="3244103" y="1451840"/>
                  </a:lnTo>
                  <a:lnTo>
                    <a:pt x="3244197" y="1451840"/>
                  </a:lnTo>
                  <a:lnTo>
                    <a:pt x="3244197" y="1446561"/>
                  </a:lnTo>
                  <a:lnTo>
                    <a:pt x="3244291" y="1446561"/>
                  </a:lnTo>
                  <a:lnTo>
                    <a:pt x="3244385" y="1446561"/>
                  </a:lnTo>
                  <a:lnTo>
                    <a:pt x="3244479" y="1446561"/>
                  </a:lnTo>
                  <a:lnTo>
                    <a:pt x="3244573" y="1446561"/>
                  </a:lnTo>
                  <a:lnTo>
                    <a:pt x="3244667" y="1446561"/>
                  </a:lnTo>
                  <a:lnTo>
                    <a:pt x="3244761" y="1446561"/>
                  </a:lnTo>
                  <a:lnTo>
                    <a:pt x="3244855" y="1446561"/>
                  </a:lnTo>
                  <a:lnTo>
                    <a:pt x="3244949" y="1446561"/>
                  </a:lnTo>
                  <a:lnTo>
                    <a:pt x="3245043" y="1446561"/>
                  </a:lnTo>
                  <a:lnTo>
                    <a:pt x="3245137" y="1446561"/>
                  </a:lnTo>
                  <a:lnTo>
                    <a:pt x="3245231" y="1446561"/>
                  </a:lnTo>
                  <a:lnTo>
                    <a:pt x="3245325" y="1446561"/>
                  </a:lnTo>
                  <a:lnTo>
                    <a:pt x="3245419" y="1446561"/>
                  </a:lnTo>
                  <a:lnTo>
                    <a:pt x="3245513" y="1446561"/>
                  </a:lnTo>
                  <a:lnTo>
                    <a:pt x="3245607" y="1446561"/>
                  </a:lnTo>
                  <a:lnTo>
                    <a:pt x="3245701" y="1446561"/>
                  </a:lnTo>
                  <a:lnTo>
                    <a:pt x="3245795" y="1446561"/>
                  </a:lnTo>
                  <a:lnTo>
                    <a:pt x="3245889" y="1446561"/>
                  </a:lnTo>
                  <a:lnTo>
                    <a:pt x="3245983" y="1446561"/>
                  </a:lnTo>
                  <a:lnTo>
                    <a:pt x="3246077" y="1446561"/>
                  </a:lnTo>
                  <a:lnTo>
                    <a:pt x="3246171" y="1446561"/>
                  </a:lnTo>
                  <a:lnTo>
                    <a:pt x="3246265" y="1446561"/>
                  </a:lnTo>
                  <a:lnTo>
                    <a:pt x="3246359" y="1446561"/>
                  </a:lnTo>
                  <a:lnTo>
                    <a:pt x="3246453" y="1446561"/>
                  </a:lnTo>
                  <a:lnTo>
                    <a:pt x="3246548" y="1446561"/>
                  </a:lnTo>
                  <a:lnTo>
                    <a:pt x="3246642" y="1446561"/>
                  </a:lnTo>
                  <a:lnTo>
                    <a:pt x="3246736" y="1446561"/>
                  </a:lnTo>
                  <a:lnTo>
                    <a:pt x="3246830" y="1446561"/>
                  </a:lnTo>
                  <a:lnTo>
                    <a:pt x="3246924" y="1446561"/>
                  </a:lnTo>
                  <a:lnTo>
                    <a:pt x="3247018" y="1446561"/>
                  </a:lnTo>
                  <a:lnTo>
                    <a:pt x="3247112" y="1446561"/>
                  </a:lnTo>
                  <a:lnTo>
                    <a:pt x="3247206" y="1446561"/>
                  </a:lnTo>
                  <a:lnTo>
                    <a:pt x="3247300" y="1446561"/>
                  </a:lnTo>
                  <a:lnTo>
                    <a:pt x="3247394" y="1446561"/>
                  </a:lnTo>
                  <a:lnTo>
                    <a:pt x="3247488" y="1446561"/>
                  </a:lnTo>
                  <a:lnTo>
                    <a:pt x="3247582" y="1446561"/>
                  </a:lnTo>
                  <a:lnTo>
                    <a:pt x="3247676" y="1446561"/>
                  </a:lnTo>
                  <a:lnTo>
                    <a:pt x="3247770" y="1446561"/>
                  </a:lnTo>
                  <a:lnTo>
                    <a:pt x="3247864" y="1446561"/>
                  </a:lnTo>
                  <a:lnTo>
                    <a:pt x="3247958" y="1446561"/>
                  </a:lnTo>
                  <a:lnTo>
                    <a:pt x="3248052" y="1446561"/>
                  </a:lnTo>
                  <a:lnTo>
                    <a:pt x="3248146" y="1446561"/>
                  </a:lnTo>
                  <a:lnTo>
                    <a:pt x="3248240" y="1446561"/>
                  </a:lnTo>
                  <a:lnTo>
                    <a:pt x="3248334" y="1446561"/>
                  </a:lnTo>
                  <a:lnTo>
                    <a:pt x="3248428" y="1446561"/>
                  </a:lnTo>
                  <a:lnTo>
                    <a:pt x="3248522" y="1446561"/>
                  </a:lnTo>
                  <a:lnTo>
                    <a:pt x="3248616" y="1446561"/>
                  </a:lnTo>
                  <a:lnTo>
                    <a:pt x="3248710" y="1446561"/>
                  </a:lnTo>
                  <a:lnTo>
                    <a:pt x="3248804" y="1446561"/>
                  </a:lnTo>
                  <a:lnTo>
                    <a:pt x="3248898" y="1446561"/>
                  </a:lnTo>
                  <a:lnTo>
                    <a:pt x="3248992" y="1446561"/>
                  </a:lnTo>
                  <a:lnTo>
                    <a:pt x="3249086" y="1446561"/>
                  </a:lnTo>
                  <a:lnTo>
                    <a:pt x="3249180" y="1446561"/>
                  </a:lnTo>
                  <a:lnTo>
                    <a:pt x="3249274" y="1446561"/>
                  </a:lnTo>
                  <a:lnTo>
                    <a:pt x="3249368" y="1446561"/>
                  </a:lnTo>
                  <a:lnTo>
                    <a:pt x="3249462" y="1446561"/>
                  </a:lnTo>
                  <a:lnTo>
                    <a:pt x="3249556" y="1446561"/>
                  </a:lnTo>
                  <a:lnTo>
                    <a:pt x="3249650" y="1446561"/>
                  </a:lnTo>
                  <a:lnTo>
                    <a:pt x="3249744" y="1446561"/>
                  </a:lnTo>
                  <a:lnTo>
                    <a:pt x="3249838" y="1446561"/>
                  </a:lnTo>
                  <a:lnTo>
                    <a:pt x="3249932" y="1446561"/>
                  </a:lnTo>
                  <a:lnTo>
                    <a:pt x="3250027" y="1446561"/>
                  </a:lnTo>
                  <a:lnTo>
                    <a:pt x="3250121" y="1446561"/>
                  </a:lnTo>
                  <a:lnTo>
                    <a:pt x="3250215" y="1446561"/>
                  </a:lnTo>
                  <a:lnTo>
                    <a:pt x="3250309" y="1446561"/>
                  </a:lnTo>
                  <a:lnTo>
                    <a:pt x="3250403" y="1446561"/>
                  </a:lnTo>
                  <a:lnTo>
                    <a:pt x="3250497" y="1446561"/>
                  </a:lnTo>
                  <a:lnTo>
                    <a:pt x="3250591" y="1446561"/>
                  </a:lnTo>
                  <a:lnTo>
                    <a:pt x="3250685" y="1446561"/>
                  </a:lnTo>
                  <a:lnTo>
                    <a:pt x="3250779" y="1446561"/>
                  </a:lnTo>
                  <a:lnTo>
                    <a:pt x="3250873" y="1446561"/>
                  </a:lnTo>
                  <a:lnTo>
                    <a:pt x="3250967" y="1446561"/>
                  </a:lnTo>
                  <a:lnTo>
                    <a:pt x="3251061" y="1446561"/>
                  </a:lnTo>
                  <a:lnTo>
                    <a:pt x="3251155" y="1446561"/>
                  </a:lnTo>
                  <a:lnTo>
                    <a:pt x="3251249" y="1446561"/>
                  </a:lnTo>
                  <a:lnTo>
                    <a:pt x="3251343" y="1446561"/>
                  </a:lnTo>
                  <a:lnTo>
                    <a:pt x="3251437" y="1446561"/>
                  </a:lnTo>
                  <a:lnTo>
                    <a:pt x="3251531" y="1446561"/>
                  </a:lnTo>
                  <a:lnTo>
                    <a:pt x="3251625" y="1446561"/>
                  </a:lnTo>
                  <a:lnTo>
                    <a:pt x="3251719" y="1446561"/>
                  </a:lnTo>
                  <a:lnTo>
                    <a:pt x="3251813" y="1446561"/>
                  </a:lnTo>
                  <a:lnTo>
                    <a:pt x="3251907" y="1446561"/>
                  </a:lnTo>
                  <a:lnTo>
                    <a:pt x="3252001" y="1446561"/>
                  </a:lnTo>
                  <a:lnTo>
                    <a:pt x="3252095" y="1446561"/>
                  </a:lnTo>
                  <a:lnTo>
                    <a:pt x="3252189" y="1446561"/>
                  </a:lnTo>
                  <a:lnTo>
                    <a:pt x="3252283" y="1446561"/>
                  </a:lnTo>
                  <a:lnTo>
                    <a:pt x="3252377" y="1446561"/>
                  </a:lnTo>
                  <a:lnTo>
                    <a:pt x="3252471" y="1446561"/>
                  </a:lnTo>
                  <a:lnTo>
                    <a:pt x="3252565" y="1446561"/>
                  </a:lnTo>
                  <a:lnTo>
                    <a:pt x="3252565" y="1441282"/>
                  </a:lnTo>
                  <a:lnTo>
                    <a:pt x="3252659" y="1441282"/>
                  </a:lnTo>
                  <a:lnTo>
                    <a:pt x="3252753" y="1441282"/>
                  </a:lnTo>
                  <a:lnTo>
                    <a:pt x="3252847" y="1441282"/>
                  </a:lnTo>
                  <a:lnTo>
                    <a:pt x="3252941" y="1441282"/>
                  </a:lnTo>
                  <a:lnTo>
                    <a:pt x="3253035" y="1441282"/>
                  </a:lnTo>
                  <a:lnTo>
                    <a:pt x="3253129" y="1441282"/>
                  </a:lnTo>
                  <a:lnTo>
                    <a:pt x="3253223" y="1441282"/>
                  </a:lnTo>
                  <a:lnTo>
                    <a:pt x="3253223" y="1436002"/>
                  </a:lnTo>
                  <a:lnTo>
                    <a:pt x="3253317" y="1436002"/>
                  </a:lnTo>
                  <a:lnTo>
                    <a:pt x="3253411" y="1436002"/>
                  </a:lnTo>
                  <a:lnTo>
                    <a:pt x="3253505" y="1436002"/>
                  </a:lnTo>
                  <a:lnTo>
                    <a:pt x="3253600" y="1436002"/>
                  </a:lnTo>
                  <a:lnTo>
                    <a:pt x="3253694" y="1436002"/>
                  </a:lnTo>
                  <a:lnTo>
                    <a:pt x="3253788" y="1436002"/>
                  </a:lnTo>
                  <a:lnTo>
                    <a:pt x="3253882" y="1436002"/>
                  </a:lnTo>
                  <a:lnTo>
                    <a:pt x="3253976" y="1436002"/>
                  </a:lnTo>
                  <a:lnTo>
                    <a:pt x="3254070" y="1436002"/>
                  </a:lnTo>
                  <a:lnTo>
                    <a:pt x="3254164" y="1436002"/>
                  </a:lnTo>
                  <a:lnTo>
                    <a:pt x="3254258" y="1436002"/>
                  </a:lnTo>
                  <a:lnTo>
                    <a:pt x="3254352" y="1436002"/>
                  </a:lnTo>
                  <a:lnTo>
                    <a:pt x="3254446" y="1436002"/>
                  </a:lnTo>
                  <a:lnTo>
                    <a:pt x="3254540" y="1436002"/>
                  </a:lnTo>
                  <a:lnTo>
                    <a:pt x="3254634" y="1436002"/>
                  </a:lnTo>
                  <a:lnTo>
                    <a:pt x="3254728" y="1436002"/>
                  </a:lnTo>
                  <a:lnTo>
                    <a:pt x="3254822" y="1436002"/>
                  </a:lnTo>
                  <a:lnTo>
                    <a:pt x="3254916" y="1436002"/>
                  </a:lnTo>
                  <a:lnTo>
                    <a:pt x="3255010" y="1436002"/>
                  </a:lnTo>
                  <a:lnTo>
                    <a:pt x="3255104" y="1436002"/>
                  </a:lnTo>
                  <a:lnTo>
                    <a:pt x="3255198" y="1436002"/>
                  </a:lnTo>
                  <a:lnTo>
                    <a:pt x="3255292" y="1436002"/>
                  </a:lnTo>
                  <a:lnTo>
                    <a:pt x="3255386" y="1436002"/>
                  </a:lnTo>
                  <a:lnTo>
                    <a:pt x="3255480" y="1436002"/>
                  </a:lnTo>
                  <a:lnTo>
                    <a:pt x="3255574" y="1436002"/>
                  </a:lnTo>
                  <a:lnTo>
                    <a:pt x="3255668" y="1436002"/>
                  </a:lnTo>
                  <a:lnTo>
                    <a:pt x="3255762" y="1436002"/>
                  </a:lnTo>
                  <a:lnTo>
                    <a:pt x="3255856" y="1436002"/>
                  </a:lnTo>
                  <a:lnTo>
                    <a:pt x="3255950" y="1436002"/>
                  </a:lnTo>
                  <a:lnTo>
                    <a:pt x="3256044" y="1436002"/>
                  </a:lnTo>
                  <a:lnTo>
                    <a:pt x="3256138" y="1436002"/>
                  </a:lnTo>
                  <a:lnTo>
                    <a:pt x="3256232" y="1436002"/>
                  </a:lnTo>
                  <a:lnTo>
                    <a:pt x="3256326" y="1436002"/>
                  </a:lnTo>
                  <a:lnTo>
                    <a:pt x="3256420" y="1436002"/>
                  </a:lnTo>
                  <a:lnTo>
                    <a:pt x="3256514" y="1436002"/>
                  </a:lnTo>
                  <a:lnTo>
                    <a:pt x="3256608" y="1436002"/>
                  </a:lnTo>
                  <a:lnTo>
                    <a:pt x="3256702" y="1436002"/>
                  </a:lnTo>
                  <a:lnTo>
                    <a:pt x="3256796" y="1436002"/>
                  </a:lnTo>
                  <a:lnTo>
                    <a:pt x="3256890" y="1436002"/>
                  </a:lnTo>
                  <a:lnTo>
                    <a:pt x="3256984" y="1436002"/>
                  </a:lnTo>
                  <a:lnTo>
                    <a:pt x="3257078" y="1436002"/>
                  </a:lnTo>
                  <a:lnTo>
                    <a:pt x="3257173" y="1436002"/>
                  </a:lnTo>
                  <a:lnTo>
                    <a:pt x="3257267" y="1436002"/>
                  </a:lnTo>
                  <a:lnTo>
                    <a:pt x="3257361" y="1436002"/>
                  </a:lnTo>
                  <a:lnTo>
                    <a:pt x="3257455" y="1436002"/>
                  </a:lnTo>
                  <a:lnTo>
                    <a:pt x="3257549" y="1436002"/>
                  </a:lnTo>
                  <a:lnTo>
                    <a:pt x="3257643" y="1436002"/>
                  </a:lnTo>
                  <a:lnTo>
                    <a:pt x="3257737" y="1436002"/>
                  </a:lnTo>
                  <a:lnTo>
                    <a:pt x="3257831" y="1436002"/>
                  </a:lnTo>
                  <a:lnTo>
                    <a:pt x="3257925" y="1436002"/>
                  </a:lnTo>
                  <a:lnTo>
                    <a:pt x="3258019" y="1436002"/>
                  </a:lnTo>
                  <a:lnTo>
                    <a:pt x="3258113" y="1436002"/>
                  </a:lnTo>
                  <a:lnTo>
                    <a:pt x="3258207" y="1436002"/>
                  </a:lnTo>
                  <a:lnTo>
                    <a:pt x="3258301" y="1436002"/>
                  </a:lnTo>
                  <a:lnTo>
                    <a:pt x="3258395" y="1436002"/>
                  </a:lnTo>
                  <a:lnTo>
                    <a:pt x="3258489" y="1436002"/>
                  </a:lnTo>
                  <a:lnTo>
                    <a:pt x="3258583" y="1436002"/>
                  </a:lnTo>
                  <a:lnTo>
                    <a:pt x="3258677" y="1436002"/>
                  </a:lnTo>
                  <a:lnTo>
                    <a:pt x="3258771" y="1436002"/>
                  </a:lnTo>
                  <a:lnTo>
                    <a:pt x="3258865" y="1436002"/>
                  </a:lnTo>
                  <a:lnTo>
                    <a:pt x="3258959" y="1436002"/>
                  </a:lnTo>
                  <a:lnTo>
                    <a:pt x="3259053" y="1436002"/>
                  </a:lnTo>
                  <a:lnTo>
                    <a:pt x="3259147" y="1436002"/>
                  </a:lnTo>
                  <a:lnTo>
                    <a:pt x="3259241" y="1436002"/>
                  </a:lnTo>
                  <a:lnTo>
                    <a:pt x="3259335" y="1436002"/>
                  </a:lnTo>
                  <a:lnTo>
                    <a:pt x="3259429" y="1436002"/>
                  </a:lnTo>
                  <a:lnTo>
                    <a:pt x="3259523" y="1436002"/>
                  </a:lnTo>
                  <a:lnTo>
                    <a:pt x="3259617" y="1436002"/>
                  </a:lnTo>
                  <a:lnTo>
                    <a:pt x="3259711" y="1436002"/>
                  </a:lnTo>
                  <a:lnTo>
                    <a:pt x="3259805" y="1436002"/>
                  </a:lnTo>
                  <a:lnTo>
                    <a:pt x="3259899" y="1436002"/>
                  </a:lnTo>
                  <a:lnTo>
                    <a:pt x="3259993" y="1436002"/>
                  </a:lnTo>
                  <a:lnTo>
                    <a:pt x="3260087" y="1436002"/>
                  </a:lnTo>
                  <a:lnTo>
                    <a:pt x="3260181" y="1436002"/>
                  </a:lnTo>
                  <a:lnTo>
                    <a:pt x="3260275" y="1436002"/>
                  </a:lnTo>
                  <a:lnTo>
                    <a:pt x="3260369" y="1436002"/>
                  </a:lnTo>
                  <a:lnTo>
                    <a:pt x="3260463" y="1436002"/>
                  </a:lnTo>
                  <a:lnTo>
                    <a:pt x="3260557" y="1436002"/>
                  </a:lnTo>
                  <a:lnTo>
                    <a:pt x="3260652" y="1436002"/>
                  </a:lnTo>
                  <a:lnTo>
                    <a:pt x="3260746" y="1436002"/>
                  </a:lnTo>
                  <a:lnTo>
                    <a:pt x="3260840" y="1436002"/>
                  </a:lnTo>
                  <a:lnTo>
                    <a:pt x="3260934" y="1436002"/>
                  </a:lnTo>
                  <a:lnTo>
                    <a:pt x="3261028" y="1436002"/>
                  </a:lnTo>
                  <a:lnTo>
                    <a:pt x="3261122" y="1436002"/>
                  </a:lnTo>
                  <a:lnTo>
                    <a:pt x="3261216" y="1436002"/>
                  </a:lnTo>
                  <a:lnTo>
                    <a:pt x="3261310" y="1436002"/>
                  </a:lnTo>
                  <a:lnTo>
                    <a:pt x="3261404" y="1436002"/>
                  </a:lnTo>
                  <a:lnTo>
                    <a:pt x="3261498" y="1436002"/>
                  </a:lnTo>
                  <a:lnTo>
                    <a:pt x="3261592" y="1436002"/>
                  </a:lnTo>
                  <a:lnTo>
                    <a:pt x="3261686" y="1436002"/>
                  </a:lnTo>
                  <a:lnTo>
                    <a:pt x="3261780" y="1436002"/>
                  </a:lnTo>
                  <a:lnTo>
                    <a:pt x="3261874" y="1436002"/>
                  </a:lnTo>
                  <a:lnTo>
                    <a:pt x="3261968" y="1436002"/>
                  </a:lnTo>
                  <a:lnTo>
                    <a:pt x="3262062" y="1436002"/>
                  </a:lnTo>
                  <a:lnTo>
                    <a:pt x="3262156" y="1436002"/>
                  </a:lnTo>
                  <a:lnTo>
                    <a:pt x="3262250" y="1436002"/>
                  </a:lnTo>
                  <a:lnTo>
                    <a:pt x="3262344" y="1436002"/>
                  </a:lnTo>
                  <a:lnTo>
                    <a:pt x="3262438" y="1436002"/>
                  </a:lnTo>
                  <a:lnTo>
                    <a:pt x="3262532" y="1436002"/>
                  </a:lnTo>
                  <a:lnTo>
                    <a:pt x="3262626" y="1436002"/>
                  </a:lnTo>
                  <a:lnTo>
                    <a:pt x="3262720" y="1436002"/>
                  </a:lnTo>
                  <a:lnTo>
                    <a:pt x="3262814" y="1436002"/>
                  </a:lnTo>
                  <a:lnTo>
                    <a:pt x="3262908" y="1436002"/>
                  </a:lnTo>
                  <a:lnTo>
                    <a:pt x="3263002" y="1436002"/>
                  </a:lnTo>
                  <a:lnTo>
                    <a:pt x="3263096" y="1436002"/>
                  </a:lnTo>
                  <a:lnTo>
                    <a:pt x="3263190" y="1436002"/>
                  </a:lnTo>
                  <a:lnTo>
                    <a:pt x="3263284" y="1436002"/>
                  </a:lnTo>
                  <a:lnTo>
                    <a:pt x="3263378" y="1436002"/>
                  </a:lnTo>
                  <a:lnTo>
                    <a:pt x="3263472" y="1436002"/>
                  </a:lnTo>
                  <a:lnTo>
                    <a:pt x="3263566" y="1436002"/>
                  </a:lnTo>
                  <a:lnTo>
                    <a:pt x="3263660" y="1436002"/>
                  </a:lnTo>
                  <a:lnTo>
                    <a:pt x="3263660" y="1430723"/>
                  </a:lnTo>
                  <a:lnTo>
                    <a:pt x="3263754" y="1430723"/>
                  </a:lnTo>
                  <a:lnTo>
                    <a:pt x="3263848" y="1430723"/>
                  </a:lnTo>
                  <a:lnTo>
                    <a:pt x="3263942" y="1430723"/>
                  </a:lnTo>
                  <a:lnTo>
                    <a:pt x="3264036" y="1430723"/>
                  </a:lnTo>
                  <a:lnTo>
                    <a:pt x="3264130" y="1430723"/>
                  </a:lnTo>
                  <a:lnTo>
                    <a:pt x="3264225" y="1430723"/>
                  </a:lnTo>
                  <a:lnTo>
                    <a:pt x="3264319" y="1430723"/>
                  </a:lnTo>
                  <a:lnTo>
                    <a:pt x="3264413" y="1430723"/>
                  </a:lnTo>
                  <a:lnTo>
                    <a:pt x="3264507" y="1430723"/>
                  </a:lnTo>
                  <a:lnTo>
                    <a:pt x="3264601" y="1430723"/>
                  </a:lnTo>
                  <a:lnTo>
                    <a:pt x="3264695" y="1430723"/>
                  </a:lnTo>
                  <a:lnTo>
                    <a:pt x="3264789" y="1430723"/>
                  </a:lnTo>
                  <a:lnTo>
                    <a:pt x="3264883" y="1430723"/>
                  </a:lnTo>
                  <a:lnTo>
                    <a:pt x="3264977" y="1430723"/>
                  </a:lnTo>
                  <a:lnTo>
                    <a:pt x="3265071" y="1430723"/>
                  </a:lnTo>
                  <a:lnTo>
                    <a:pt x="3265165" y="1430723"/>
                  </a:lnTo>
                  <a:lnTo>
                    <a:pt x="3265259" y="1430723"/>
                  </a:lnTo>
                  <a:lnTo>
                    <a:pt x="3265353" y="1430723"/>
                  </a:lnTo>
                  <a:lnTo>
                    <a:pt x="3265447" y="1430723"/>
                  </a:lnTo>
                  <a:lnTo>
                    <a:pt x="3265541" y="1430723"/>
                  </a:lnTo>
                  <a:lnTo>
                    <a:pt x="3265635" y="1430723"/>
                  </a:lnTo>
                  <a:lnTo>
                    <a:pt x="3265729" y="1430723"/>
                  </a:lnTo>
                  <a:lnTo>
                    <a:pt x="3265823" y="1430723"/>
                  </a:lnTo>
                  <a:lnTo>
                    <a:pt x="3265917" y="1430723"/>
                  </a:lnTo>
                  <a:lnTo>
                    <a:pt x="3266011" y="1430723"/>
                  </a:lnTo>
                  <a:lnTo>
                    <a:pt x="3266105" y="1430723"/>
                  </a:lnTo>
                  <a:lnTo>
                    <a:pt x="3266199" y="1430723"/>
                  </a:lnTo>
                  <a:lnTo>
                    <a:pt x="3266293" y="1430723"/>
                  </a:lnTo>
                  <a:lnTo>
                    <a:pt x="3266387" y="1430723"/>
                  </a:lnTo>
                  <a:lnTo>
                    <a:pt x="3266481" y="1430723"/>
                  </a:lnTo>
                  <a:lnTo>
                    <a:pt x="3266575" y="1430723"/>
                  </a:lnTo>
                  <a:lnTo>
                    <a:pt x="3266669" y="1430723"/>
                  </a:lnTo>
                  <a:lnTo>
                    <a:pt x="3266763" y="1430723"/>
                  </a:lnTo>
                  <a:lnTo>
                    <a:pt x="3266857" y="1430723"/>
                  </a:lnTo>
                  <a:lnTo>
                    <a:pt x="3266951" y="1430723"/>
                  </a:lnTo>
                  <a:lnTo>
                    <a:pt x="3267045" y="1430723"/>
                  </a:lnTo>
                  <a:lnTo>
                    <a:pt x="3267139" y="1430723"/>
                  </a:lnTo>
                  <a:lnTo>
                    <a:pt x="3267233" y="1430723"/>
                  </a:lnTo>
                  <a:lnTo>
                    <a:pt x="3267327" y="1430723"/>
                  </a:lnTo>
                  <a:lnTo>
                    <a:pt x="3267421" y="1430723"/>
                  </a:lnTo>
                  <a:lnTo>
                    <a:pt x="3267515" y="1430723"/>
                  </a:lnTo>
                  <a:lnTo>
                    <a:pt x="3267609" y="1430723"/>
                  </a:lnTo>
                  <a:lnTo>
                    <a:pt x="3267703" y="1430723"/>
                  </a:lnTo>
                  <a:lnTo>
                    <a:pt x="3267798" y="1430723"/>
                  </a:lnTo>
                  <a:lnTo>
                    <a:pt x="3267892" y="1430723"/>
                  </a:lnTo>
                  <a:lnTo>
                    <a:pt x="3267986" y="1430723"/>
                  </a:lnTo>
                  <a:lnTo>
                    <a:pt x="3267986" y="1425443"/>
                  </a:lnTo>
                  <a:lnTo>
                    <a:pt x="3268080" y="1425443"/>
                  </a:lnTo>
                  <a:lnTo>
                    <a:pt x="3268174" y="1425443"/>
                  </a:lnTo>
                  <a:lnTo>
                    <a:pt x="3268268" y="1425443"/>
                  </a:lnTo>
                  <a:lnTo>
                    <a:pt x="3268362" y="1425443"/>
                  </a:lnTo>
                  <a:lnTo>
                    <a:pt x="3268456" y="1425443"/>
                  </a:lnTo>
                  <a:lnTo>
                    <a:pt x="3268550" y="1425443"/>
                  </a:lnTo>
                  <a:lnTo>
                    <a:pt x="3268644" y="1425443"/>
                  </a:lnTo>
                  <a:lnTo>
                    <a:pt x="3268738" y="1425443"/>
                  </a:lnTo>
                  <a:lnTo>
                    <a:pt x="3268832" y="1425443"/>
                  </a:lnTo>
                  <a:lnTo>
                    <a:pt x="3268926" y="1425443"/>
                  </a:lnTo>
                  <a:lnTo>
                    <a:pt x="3269020" y="1425443"/>
                  </a:lnTo>
                  <a:lnTo>
                    <a:pt x="3269114" y="1425443"/>
                  </a:lnTo>
                  <a:lnTo>
                    <a:pt x="3269208" y="1425443"/>
                  </a:lnTo>
                  <a:lnTo>
                    <a:pt x="3269302" y="1425443"/>
                  </a:lnTo>
                  <a:lnTo>
                    <a:pt x="3269396" y="1425443"/>
                  </a:lnTo>
                  <a:lnTo>
                    <a:pt x="3269490" y="1425443"/>
                  </a:lnTo>
                  <a:lnTo>
                    <a:pt x="3269584" y="1425443"/>
                  </a:lnTo>
                  <a:lnTo>
                    <a:pt x="3269678" y="1425443"/>
                  </a:lnTo>
                  <a:lnTo>
                    <a:pt x="3269772" y="1425443"/>
                  </a:lnTo>
                  <a:lnTo>
                    <a:pt x="3269866" y="1425443"/>
                  </a:lnTo>
                  <a:lnTo>
                    <a:pt x="3269960" y="1425443"/>
                  </a:lnTo>
                  <a:lnTo>
                    <a:pt x="3270054" y="1425443"/>
                  </a:lnTo>
                  <a:lnTo>
                    <a:pt x="3270148" y="1425443"/>
                  </a:lnTo>
                  <a:lnTo>
                    <a:pt x="3270242" y="1425443"/>
                  </a:lnTo>
                  <a:lnTo>
                    <a:pt x="3270336" y="1425443"/>
                  </a:lnTo>
                  <a:lnTo>
                    <a:pt x="3270430" y="1425443"/>
                  </a:lnTo>
                  <a:lnTo>
                    <a:pt x="3270430" y="1420164"/>
                  </a:lnTo>
                  <a:lnTo>
                    <a:pt x="3270524" y="1420164"/>
                  </a:lnTo>
                  <a:lnTo>
                    <a:pt x="3270618" y="1420164"/>
                  </a:lnTo>
                  <a:lnTo>
                    <a:pt x="3270712" y="1420164"/>
                  </a:lnTo>
                  <a:lnTo>
                    <a:pt x="3270806" y="1420164"/>
                  </a:lnTo>
                  <a:lnTo>
                    <a:pt x="3270900" y="1420164"/>
                  </a:lnTo>
                  <a:lnTo>
                    <a:pt x="3270994" y="1420164"/>
                  </a:lnTo>
                  <a:lnTo>
                    <a:pt x="3271088" y="1420164"/>
                  </a:lnTo>
                  <a:lnTo>
                    <a:pt x="3271182" y="1420164"/>
                  </a:lnTo>
                  <a:lnTo>
                    <a:pt x="3271277" y="1420164"/>
                  </a:lnTo>
                  <a:lnTo>
                    <a:pt x="3271371" y="1420164"/>
                  </a:lnTo>
                  <a:lnTo>
                    <a:pt x="3271465" y="1420164"/>
                  </a:lnTo>
                  <a:lnTo>
                    <a:pt x="3271559" y="1420164"/>
                  </a:lnTo>
                  <a:lnTo>
                    <a:pt x="3271653" y="1420164"/>
                  </a:lnTo>
                  <a:lnTo>
                    <a:pt x="3271747" y="1420164"/>
                  </a:lnTo>
                  <a:lnTo>
                    <a:pt x="3271841" y="1420164"/>
                  </a:lnTo>
                  <a:lnTo>
                    <a:pt x="3271935" y="1420164"/>
                  </a:lnTo>
                  <a:lnTo>
                    <a:pt x="3272029" y="1420164"/>
                  </a:lnTo>
                  <a:lnTo>
                    <a:pt x="3272123" y="1420164"/>
                  </a:lnTo>
                  <a:lnTo>
                    <a:pt x="3272217" y="1420164"/>
                  </a:lnTo>
                  <a:lnTo>
                    <a:pt x="3272311" y="1420164"/>
                  </a:lnTo>
                  <a:lnTo>
                    <a:pt x="3272405" y="1420164"/>
                  </a:lnTo>
                  <a:lnTo>
                    <a:pt x="3272499" y="1420164"/>
                  </a:lnTo>
                  <a:lnTo>
                    <a:pt x="3272593" y="1420164"/>
                  </a:lnTo>
                  <a:lnTo>
                    <a:pt x="3272687" y="1420164"/>
                  </a:lnTo>
                  <a:lnTo>
                    <a:pt x="3272781" y="1420164"/>
                  </a:lnTo>
                  <a:lnTo>
                    <a:pt x="3272875" y="1420164"/>
                  </a:lnTo>
                  <a:lnTo>
                    <a:pt x="3272969" y="1420164"/>
                  </a:lnTo>
                  <a:lnTo>
                    <a:pt x="3273063" y="1420164"/>
                  </a:lnTo>
                  <a:lnTo>
                    <a:pt x="3273157" y="1420164"/>
                  </a:lnTo>
                  <a:lnTo>
                    <a:pt x="3273251" y="1420164"/>
                  </a:lnTo>
                  <a:lnTo>
                    <a:pt x="3273345" y="1420164"/>
                  </a:lnTo>
                  <a:lnTo>
                    <a:pt x="3273439" y="1420164"/>
                  </a:lnTo>
                  <a:lnTo>
                    <a:pt x="3273533" y="1420164"/>
                  </a:lnTo>
                  <a:lnTo>
                    <a:pt x="3273627" y="1420164"/>
                  </a:lnTo>
                  <a:lnTo>
                    <a:pt x="3273721" y="1420164"/>
                  </a:lnTo>
                  <a:lnTo>
                    <a:pt x="3273815" y="1420164"/>
                  </a:lnTo>
                  <a:lnTo>
                    <a:pt x="3273909" y="1420164"/>
                  </a:lnTo>
                  <a:lnTo>
                    <a:pt x="3274003" y="1420164"/>
                  </a:lnTo>
                  <a:lnTo>
                    <a:pt x="3274097" y="1420164"/>
                  </a:lnTo>
                  <a:lnTo>
                    <a:pt x="3274191" y="1420164"/>
                  </a:lnTo>
                  <a:lnTo>
                    <a:pt x="3274285" y="1420164"/>
                  </a:lnTo>
                  <a:lnTo>
                    <a:pt x="3274379" y="1420164"/>
                  </a:lnTo>
                  <a:lnTo>
                    <a:pt x="3274473" y="1420164"/>
                  </a:lnTo>
                  <a:lnTo>
                    <a:pt x="3274567" y="1420164"/>
                  </a:lnTo>
                  <a:lnTo>
                    <a:pt x="3274661" y="1420164"/>
                  </a:lnTo>
                  <a:lnTo>
                    <a:pt x="3274661" y="1414884"/>
                  </a:lnTo>
                  <a:lnTo>
                    <a:pt x="3274755" y="1414884"/>
                  </a:lnTo>
                  <a:lnTo>
                    <a:pt x="3274850" y="1414884"/>
                  </a:lnTo>
                  <a:lnTo>
                    <a:pt x="3274944" y="1414884"/>
                  </a:lnTo>
                  <a:lnTo>
                    <a:pt x="3275038" y="1414884"/>
                  </a:lnTo>
                  <a:lnTo>
                    <a:pt x="3275132" y="1414884"/>
                  </a:lnTo>
                  <a:lnTo>
                    <a:pt x="3275226" y="1414884"/>
                  </a:lnTo>
                  <a:lnTo>
                    <a:pt x="3275320" y="1414884"/>
                  </a:lnTo>
                  <a:lnTo>
                    <a:pt x="3275414" y="1414884"/>
                  </a:lnTo>
                  <a:lnTo>
                    <a:pt x="3275508" y="1414884"/>
                  </a:lnTo>
                  <a:lnTo>
                    <a:pt x="3275602" y="1414884"/>
                  </a:lnTo>
                  <a:lnTo>
                    <a:pt x="3275696" y="1414884"/>
                  </a:lnTo>
                  <a:lnTo>
                    <a:pt x="3275790" y="1414884"/>
                  </a:lnTo>
                  <a:lnTo>
                    <a:pt x="3275884" y="1414884"/>
                  </a:lnTo>
                  <a:lnTo>
                    <a:pt x="3275978" y="1414884"/>
                  </a:lnTo>
                  <a:lnTo>
                    <a:pt x="3276072" y="1414884"/>
                  </a:lnTo>
                  <a:lnTo>
                    <a:pt x="3276166" y="1414884"/>
                  </a:lnTo>
                  <a:lnTo>
                    <a:pt x="3276260" y="1414884"/>
                  </a:lnTo>
                  <a:lnTo>
                    <a:pt x="3276354" y="1414884"/>
                  </a:lnTo>
                  <a:lnTo>
                    <a:pt x="3276448" y="1414884"/>
                  </a:lnTo>
                  <a:lnTo>
                    <a:pt x="3276542" y="1414884"/>
                  </a:lnTo>
                  <a:lnTo>
                    <a:pt x="3276636" y="1414884"/>
                  </a:lnTo>
                  <a:lnTo>
                    <a:pt x="3276730" y="1414884"/>
                  </a:lnTo>
                  <a:lnTo>
                    <a:pt x="3276730" y="1409605"/>
                  </a:lnTo>
                  <a:lnTo>
                    <a:pt x="3276824" y="1409605"/>
                  </a:lnTo>
                  <a:lnTo>
                    <a:pt x="3276918" y="1409605"/>
                  </a:lnTo>
                  <a:lnTo>
                    <a:pt x="3277012" y="1409605"/>
                  </a:lnTo>
                  <a:lnTo>
                    <a:pt x="3277106" y="1409605"/>
                  </a:lnTo>
                  <a:lnTo>
                    <a:pt x="3277200" y="1409605"/>
                  </a:lnTo>
                  <a:lnTo>
                    <a:pt x="3277294" y="1409605"/>
                  </a:lnTo>
                  <a:lnTo>
                    <a:pt x="3277388" y="1409605"/>
                  </a:lnTo>
                  <a:lnTo>
                    <a:pt x="3277482" y="1409605"/>
                  </a:lnTo>
                  <a:lnTo>
                    <a:pt x="3277576" y="1409605"/>
                  </a:lnTo>
                  <a:lnTo>
                    <a:pt x="3277670" y="1409605"/>
                  </a:lnTo>
                  <a:lnTo>
                    <a:pt x="3277764" y="1409605"/>
                  </a:lnTo>
                  <a:lnTo>
                    <a:pt x="3277858" y="1409605"/>
                  </a:lnTo>
                  <a:lnTo>
                    <a:pt x="3277952" y="1409605"/>
                  </a:lnTo>
                  <a:lnTo>
                    <a:pt x="3278046" y="1409605"/>
                  </a:lnTo>
                  <a:lnTo>
                    <a:pt x="3278140" y="1409605"/>
                  </a:lnTo>
                  <a:lnTo>
                    <a:pt x="3278234" y="1409605"/>
                  </a:lnTo>
                  <a:lnTo>
                    <a:pt x="3278328" y="1409605"/>
                  </a:lnTo>
                  <a:lnTo>
                    <a:pt x="3278423" y="1409605"/>
                  </a:lnTo>
                  <a:lnTo>
                    <a:pt x="3278517" y="1409605"/>
                  </a:lnTo>
                  <a:lnTo>
                    <a:pt x="3278611" y="1409605"/>
                  </a:lnTo>
                  <a:lnTo>
                    <a:pt x="3278705" y="1409605"/>
                  </a:lnTo>
                  <a:lnTo>
                    <a:pt x="3278799" y="1409605"/>
                  </a:lnTo>
                  <a:lnTo>
                    <a:pt x="3278893" y="1409605"/>
                  </a:lnTo>
                  <a:lnTo>
                    <a:pt x="3278987" y="1409605"/>
                  </a:lnTo>
                  <a:lnTo>
                    <a:pt x="3279081" y="1409605"/>
                  </a:lnTo>
                  <a:lnTo>
                    <a:pt x="3279175" y="1409605"/>
                  </a:lnTo>
                  <a:lnTo>
                    <a:pt x="3279269" y="1409605"/>
                  </a:lnTo>
                  <a:lnTo>
                    <a:pt x="3279363" y="1409605"/>
                  </a:lnTo>
                  <a:lnTo>
                    <a:pt x="3279457" y="1409605"/>
                  </a:lnTo>
                  <a:lnTo>
                    <a:pt x="3279551" y="1409605"/>
                  </a:lnTo>
                  <a:lnTo>
                    <a:pt x="3279645" y="1409605"/>
                  </a:lnTo>
                  <a:lnTo>
                    <a:pt x="3279739" y="1409605"/>
                  </a:lnTo>
                  <a:lnTo>
                    <a:pt x="3279833" y="1409605"/>
                  </a:lnTo>
                  <a:lnTo>
                    <a:pt x="3279833" y="1404326"/>
                  </a:lnTo>
                  <a:lnTo>
                    <a:pt x="3279927" y="1404326"/>
                  </a:lnTo>
                  <a:lnTo>
                    <a:pt x="3280021" y="1404326"/>
                  </a:lnTo>
                  <a:lnTo>
                    <a:pt x="3280115" y="1404326"/>
                  </a:lnTo>
                  <a:lnTo>
                    <a:pt x="3280115" y="1399046"/>
                  </a:lnTo>
                  <a:lnTo>
                    <a:pt x="3280209" y="1399046"/>
                  </a:lnTo>
                  <a:lnTo>
                    <a:pt x="3280303" y="1399046"/>
                  </a:lnTo>
                  <a:lnTo>
                    <a:pt x="3280397" y="1399046"/>
                  </a:lnTo>
                  <a:lnTo>
                    <a:pt x="3280491" y="1399046"/>
                  </a:lnTo>
                  <a:lnTo>
                    <a:pt x="3280585" y="1399046"/>
                  </a:lnTo>
                  <a:lnTo>
                    <a:pt x="3280679" y="1399046"/>
                  </a:lnTo>
                  <a:lnTo>
                    <a:pt x="3280773" y="1399046"/>
                  </a:lnTo>
                  <a:lnTo>
                    <a:pt x="3280867" y="1399046"/>
                  </a:lnTo>
                  <a:lnTo>
                    <a:pt x="3280961" y="1399046"/>
                  </a:lnTo>
                  <a:lnTo>
                    <a:pt x="3281055" y="1399046"/>
                  </a:lnTo>
                  <a:lnTo>
                    <a:pt x="3281149" y="1399046"/>
                  </a:lnTo>
                  <a:lnTo>
                    <a:pt x="3281243" y="1399046"/>
                  </a:lnTo>
                  <a:lnTo>
                    <a:pt x="3281337" y="1399046"/>
                  </a:lnTo>
                  <a:lnTo>
                    <a:pt x="3281431" y="1399046"/>
                  </a:lnTo>
                  <a:lnTo>
                    <a:pt x="3281525" y="1399046"/>
                  </a:lnTo>
                  <a:lnTo>
                    <a:pt x="3281619" y="1399046"/>
                  </a:lnTo>
                  <a:lnTo>
                    <a:pt x="3281713" y="1399046"/>
                  </a:lnTo>
                  <a:lnTo>
                    <a:pt x="3281807" y="1399046"/>
                  </a:lnTo>
                  <a:lnTo>
                    <a:pt x="3281902" y="1399046"/>
                  </a:lnTo>
                  <a:lnTo>
                    <a:pt x="3281996" y="1399046"/>
                  </a:lnTo>
                  <a:lnTo>
                    <a:pt x="3282090" y="1399046"/>
                  </a:lnTo>
                  <a:lnTo>
                    <a:pt x="3282184" y="1399046"/>
                  </a:lnTo>
                  <a:lnTo>
                    <a:pt x="3282278" y="1399046"/>
                  </a:lnTo>
                  <a:lnTo>
                    <a:pt x="3282372" y="1399046"/>
                  </a:lnTo>
                  <a:lnTo>
                    <a:pt x="3282466" y="1399046"/>
                  </a:lnTo>
                  <a:lnTo>
                    <a:pt x="3282560" y="1399046"/>
                  </a:lnTo>
                  <a:lnTo>
                    <a:pt x="3282654" y="1399046"/>
                  </a:lnTo>
                  <a:lnTo>
                    <a:pt x="3282748" y="1399046"/>
                  </a:lnTo>
                  <a:lnTo>
                    <a:pt x="3282842" y="1399046"/>
                  </a:lnTo>
                  <a:lnTo>
                    <a:pt x="3282936" y="1399046"/>
                  </a:lnTo>
                  <a:lnTo>
                    <a:pt x="3283030" y="1399046"/>
                  </a:lnTo>
                  <a:lnTo>
                    <a:pt x="3283124" y="1399046"/>
                  </a:lnTo>
                  <a:lnTo>
                    <a:pt x="3283218" y="1399046"/>
                  </a:lnTo>
                  <a:lnTo>
                    <a:pt x="3283312" y="1399046"/>
                  </a:lnTo>
                  <a:lnTo>
                    <a:pt x="3283406" y="1399046"/>
                  </a:lnTo>
                  <a:lnTo>
                    <a:pt x="3283500" y="1399046"/>
                  </a:lnTo>
                  <a:lnTo>
                    <a:pt x="3283594" y="1399046"/>
                  </a:lnTo>
                  <a:lnTo>
                    <a:pt x="3283688" y="1399046"/>
                  </a:lnTo>
                  <a:lnTo>
                    <a:pt x="3283782" y="1399046"/>
                  </a:lnTo>
                  <a:lnTo>
                    <a:pt x="3283876" y="1399046"/>
                  </a:lnTo>
                  <a:lnTo>
                    <a:pt x="3283970" y="1399046"/>
                  </a:lnTo>
                  <a:lnTo>
                    <a:pt x="3284064" y="1399046"/>
                  </a:lnTo>
                  <a:lnTo>
                    <a:pt x="3284158" y="1399046"/>
                  </a:lnTo>
                  <a:lnTo>
                    <a:pt x="3284252" y="1399046"/>
                  </a:lnTo>
                  <a:lnTo>
                    <a:pt x="3284346" y="1399046"/>
                  </a:lnTo>
                  <a:lnTo>
                    <a:pt x="3284440" y="1399046"/>
                  </a:lnTo>
                  <a:lnTo>
                    <a:pt x="3284534" y="1399046"/>
                  </a:lnTo>
                  <a:lnTo>
                    <a:pt x="3284628" y="1399046"/>
                  </a:lnTo>
                  <a:lnTo>
                    <a:pt x="3284722" y="1399046"/>
                  </a:lnTo>
                  <a:lnTo>
                    <a:pt x="3284816" y="1399046"/>
                  </a:lnTo>
                  <a:lnTo>
                    <a:pt x="3284910" y="1399046"/>
                  </a:lnTo>
                  <a:lnTo>
                    <a:pt x="3285004" y="1399046"/>
                  </a:lnTo>
                  <a:lnTo>
                    <a:pt x="3285098" y="1399046"/>
                  </a:lnTo>
                  <a:lnTo>
                    <a:pt x="3285192" y="1399046"/>
                  </a:lnTo>
                  <a:lnTo>
                    <a:pt x="3285286" y="1399046"/>
                  </a:lnTo>
                  <a:lnTo>
                    <a:pt x="3285380" y="1399046"/>
                  </a:lnTo>
                  <a:lnTo>
                    <a:pt x="3285475" y="1399046"/>
                  </a:lnTo>
                  <a:lnTo>
                    <a:pt x="3285569" y="1399046"/>
                  </a:lnTo>
                  <a:lnTo>
                    <a:pt x="3285663" y="1399046"/>
                  </a:lnTo>
                  <a:lnTo>
                    <a:pt x="3285757" y="1399046"/>
                  </a:lnTo>
                  <a:lnTo>
                    <a:pt x="3285851" y="1399046"/>
                  </a:lnTo>
                  <a:lnTo>
                    <a:pt x="3285945" y="1399046"/>
                  </a:lnTo>
                  <a:lnTo>
                    <a:pt x="3286039" y="1399046"/>
                  </a:lnTo>
                  <a:lnTo>
                    <a:pt x="3286133" y="1399046"/>
                  </a:lnTo>
                  <a:lnTo>
                    <a:pt x="3286227" y="1399046"/>
                  </a:lnTo>
                  <a:lnTo>
                    <a:pt x="3286321" y="1399046"/>
                  </a:lnTo>
                  <a:lnTo>
                    <a:pt x="3286415" y="1399046"/>
                  </a:lnTo>
                  <a:lnTo>
                    <a:pt x="3286509" y="1399046"/>
                  </a:lnTo>
                  <a:lnTo>
                    <a:pt x="3286603" y="1399046"/>
                  </a:lnTo>
                  <a:lnTo>
                    <a:pt x="3286697" y="1399046"/>
                  </a:lnTo>
                  <a:lnTo>
                    <a:pt x="3286791" y="1399046"/>
                  </a:lnTo>
                  <a:lnTo>
                    <a:pt x="3286885" y="1399046"/>
                  </a:lnTo>
                  <a:lnTo>
                    <a:pt x="3286979" y="1399046"/>
                  </a:lnTo>
                  <a:lnTo>
                    <a:pt x="3287073" y="1399046"/>
                  </a:lnTo>
                  <a:lnTo>
                    <a:pt x="3287167" y="1399046"/>
                  </a:lnTo>
                  <a:lnTo>
                    <a:pt x="3287261" y="1399046"/>
                  </a:lnTo>
                  <a:lnTo>
                    <a:pt x="3287355" y="1399046"/>
                  </a:lnTo>
                  <a:lnTo>
                    <a:pt x="3287449" y="1399046"/>
                  </a:lnTo>
                  <a:lnTo>
                    <a:pt x="3287543" y="1399046"/>
                  </a:lnTo>
                  <a:lnTo>
                    <a:pt x="3287637" y="1399046"/>
                  </a:lnTo>
                  <a:lnTo>
                    <a:pt x="3287731" y="1399046"/>
                  </a:lnTo>
                  <a:lnTo>
                    <a:pt x="3287825" y="1399046"/>
                  </a:lnTo>
                  <a:lnTo>
                    <a:pt x="3287919" y="1399046"/>
                  </a:lnTo>
                  <a:lnTo>
                    <a:pt x="3288013" y="1399046"/>
                  </a:lnTo>
                  <a:lnTo>
                    <a:pt x="3288107" y="1399046"/>
                  </a:lnTo>
                  <a:lnTo>
                    <a:pt x="3288201" y="1399046"/>
                  </a:lnTo>
                  <a:lnTo>
                    <a:pt x="3288295" y="1399046"/>
                  </a:lnTo>
                  <a:lnTo>
                    <a:pt x="3288389" y="1399046"/>
                  </a:lnTo>
                  <a:lnTo>
                    <a:pt x="3288483" y="1399046"/>
                  </a:lnTo>
                  <a:lnTo>
                    <a:pt x="3288577" y="1399046"/>
                  </a:lnTo>
                  <a:lnTo>
                    <a:pt x="3288671" y="1399046"/>
                  </a:lnTo>
                  <a:lnTo>
                    <a:pt x="3288765" y="1399046"/>
                  </a:lnTo>
                  <a:lnTo>
                    <a:pt x="3288859" y="1399046"/>
                  </a:lnTo>
                  <a:lnTo>
                    <a:pt x="3288953" y="1399046"/>
                  </a:lnTo>
                  <a:lnTo>
                    <a:pt x="3289048" y="1399046"/>
                  </a:lnTo>
                  <a:lnTo>
                    <a:pt x="3289142" y="1399046"/>
                  </a:lnTo>
                  <a:lnTo>
                    <a:pt x="3289236" y="1399046"/>
                  </a:lnTo>
                  <a:lnTo>
                    <a:pt x="3289330" y="1399046"/>
                  </a:lnTo>
                  <a:lnTo>
                    <a:pt x="3289424" y="1399046"/>
                  </a:lnTo>
                  <a:lnTo>
                    <a:pt x="3289518" y="1399046"/>
                  </a:lnTo>
                  <a:lnTo>
                    <a:pt x="3289612" y="1399046"/>
                  </a:lnTo>
                  <a:lnTo>
                    <a:pt x="3289706" y="1399046"/>
                  </a:lnTo>
                  <a:lnTo>
                    <a:pt x="3289800" y="1399046"/>
                  </a:lnTo>
                  <a:lnTo>
                    <a:pt x="3289894" y="1399046"/>
                  </a:lnTo>
                  <a:lnTo>
                    <a:pt x="3289988" y="1399046"/>
                  </a:lnTo>
                  <a:lnTo>
                    <a:pt x="3290082" y="1399046"/>
                  </a:lnTo>
                  <a:lnTo>
                    <a:pt x="3290176" y="1399046"/>
                  </a:lnTo>
                  <a:lnTo>
                    <a:pt x="3290270" y="1399046"/>
                  </a:lnTo>
                  <a:lnTo>
                    <a:pt x="3290364" y="1399046"/>
                  </a:lnTo>
                  <a:lnTo>
                    <a:pt x="3290458" y="1399046"/>
                  </a:lnTo>
                  <a:lnTo>
                    <a:pt x="3290552" y="1399046"/>
                  </a:lnTo>
                  <a:lnTo>
                    <a:pt x="3290646" y="1399046"/>
                  </a:lnTo>
                  <a:lnTo>
                    <a:pt x="3290740" y="1399046"/>
                  </a:lnTo>
                  <a:lnTo>
                    <a:pt x="3290834" y="1399046"/>
                  </a:lnTo>
                  <a:lnTo>
                    <a:pt x="3290928" y="1399046"/>
                  </a:lnTo>
                  <a:lnTo>
                    <a:pt x="3291022" y="1399046"/>
                  </a:lnTo>
                  <a:lnTo>
                    <a:pt x="3291116" y="1399046"/>
                  </a:lnTo>
                  <a:lnTo>
                    <a:pt x="3291210" y="1399046"/>
                  </a:lnTo>
                  <a:lnTo>
                    <a:pt x="3291304" y="1399046"/>
                  </a:lnTo>
                  <a:lnTo>
                    <a:pt x="3291398" y="1399046"/>
                  </a:lnTo>
                  <a:lnTo>
                    <a:pt x="3291492" y="1399046"/>
                  </a:lnTo>
                  <a:lnTo>
                    <a:pt x="3291586" y="1399046"/>
                  </a:lnTo>
                  <a:lnTo>
                    <a:pt x="3291680" y="1399046"/>
                  </a:lnTo>
                  <a:lnTo>
                    <a:pt x="3291774" y="1399046"/>
                  </a:lnTo>
                  <a:lnTo>
                    <a:pt x="3291868" y="1399046"/>
                  </a:lnTo>
                  <a:lnTo>
                    <a:pt x="3291962" y="1399046"/>
                  </a:lnTo>
                  <a:lnTo>
                    <a:pt x="3292056" y="1399046"/>
                  </a:lnTo>
                  <a:lnTo>
                    <a:pt x="3292150" y="1399046"/>
                  </a:lnTo>
                  <a:lnTo>
                    <a:pt x="3292244" y="1399046"/>
                  </a:lnTo>
                  <a:lnTo>
                    <a:pt x="3292338" y="1399046"/>
                  </a:lnTo>
                  <a:lnTo>
                    <a:pt x="3292432" y="1399046"/>
                  </a:lnTo>
                  <a:lnTo>
                    <a:pt x="3292526" y="1399046"/>
                  </a:lnTo>
                  <a:lnTo>
                    <a:pt x="3292621" y="1399046"/>
                  </a:lnTo>
                  <a:lnTo>
                    <a:pt x="3292715" y="1399046"/>
                  </a:lnTo>
                  <a:lnTo>
                    <a:pt x="3292809" y="1399046"/>
                  </a:lnTo>
                  <a:lnTo>
                    <a:pt x="3292903" y="1399046"/>
                  </a:lnTo>
                  <a:lnTo>
                    <a:pt x="3292997" y="1399046"/>
                  </a:lnTo>
                  <a:lnTo>
                    <a:pt x="3293091" y="1399046"/>
                  </a:lnTo>
                  <a:lnTo>
                    <a:pt x="3293185" y="1399046"/>
                  </a:lnTo>
                  <a:lnTo>
                    <a:pt x="3293279" y="1399046"/>
                  </a:lnTo>
                  <a:lnTo>
                    <a:pt x="3293373" y="1399046"/>
                  </a:lnTo>
                  <a:lnTo>
                    <a:pt x="3293467" y="1399046"/>
                  </a:lnTo>
                  <a:lnTo>
                    <a:pt x="3293561" y="1399046"/>
                  </a:lnTo>
                  <a:lnTo>
                    <a:pt x="3293655" y="1399046"/>
                  </a:lnTo>
                  <a:lnTo>
                    <a:pt x="3293749" y="1399046"/>
                  </a:lnTo>
                  <a:lnTo>
                    <a:pt x="3293843" y="1399046"/>
                  </a:lnTo>
                  <a:lnTo>
                    <a:pt x="3293937" y="1399046"/>
                  </a:lnTo>
                  <a:lnTo>
                    <a:pt x="3294031" y="1399046"/>
                  </a:lnTo>
                  <a:lnTo>
                    <a:pt x="3294125" y="1399046"/>
                  </a:lnTo>
                  <a:lnTo>
                    <a:pt x="3294219" y="1399046"/>
                  </a:lnTo>
                  <a:lnTo>
                    <a:pt x="3294313" y="1399046"/>
                  </a:lnTo>
                  <a:lnTo>
                    <a:pt x="3294407" y="1399046"/>
                  </a:lnTo>
                  <a:lnTo>
                    <a:pt x="3294501" y="1399046"/>
                  </a:lnTo>
                  <a:lnTo>
                    <a:pt x="3294595" y="1399046"/>
                  </a:lnTo>
                  <a:lnTo>
                    <a:pt x="3294689" y="1399046"/>
                  </a:lnTo>
                  <a:lnTo>
                    <a:pt x="3294783" y="1399046"/>
                  </a:lnTo>
                  <a:lnTo>
                    <a:pt x="3294877" y="1399046"/>
                  </a:lnTo>
                  <a:lnTo>
                    <a:pt x="3294971" y="1399046"/>
                  </a:lnTo>
                  <a:lnTo>
                    <a:pt x="3295065" y="1399046"/>
                  </a:lnTo>
                  <a:lnTo>
                    <a:pt x="3295159" y="1399046"/>
                  </a:lnTo>
                  <a:lnTo>
                    <a:pt x="3295253" y="1399046"/>
                  </a:lnTo>
                  <a:lnTo>
                    <a:pt x="3295347" y="1399046"/>
                  </a:lnTo>
                  <a:lnTo>
                    <a:pt x="3295441" y="1399046"/>
                  </a:lnTo>
                  <a:lnTo>
                    <a:pt x="3295535" y="1399046"/>
                  </a:lnTo>
                  <a:lnTo>
                    <a:pt x="3295629" y="1399046"/>
                  </a:lnTo>
                  <a:lnTo>
                    <a:pt x="3295723" y="1399046"/>
                  </a:lnTo>
                  <a:lnTo>
                    <a:pt x="3295817" y="1399046"/>
                  </a:lnTo>
                  <a:lnTo>
                    <a:pt x="3295911" y="1399046"/>
                  </a:lnTo>
                  <a:lnTo>
                    <a:pt x="3296005" y="1399046"/>
                  </a:lnTo>
                  <a:lnTo>
                    <a:pt x="3296100" y="1399046"/>
                  </a:lnTo>
                  <a:lnTo>
                    <a:pt x="3296194" y="1399046"/>
                  </a:lnTo>
                  <a:lnTo>
                    <a:pt x="3296288" y="1399046"/>
                  </a:lnTo>
                  <a:lnTo>
                    <a:pt x="3296382" y="1399046"/>
                  </a:lnTo>
                  <a:lnTo>
                    <a:pt x="3296476" y="1399046"/>
                  </a:lnTo>
                  <a:lnTo>
                    <a:pt x="3296570" y="1399046"/>
                  </a:lnTo>
                  <a:lnTo>
                    <a:pt x="3296664" y="1399046"/>
                  </a:lnTo>
                  <a:lnTo>
                    <a:pt x="3296758" y="1399046"/>
                  </a:lnTo>
                  <a:lnTo>
                    <a:pt x="3296852" y="1399046"/>
                  </a:lnTo>
                  <a:lnTo>
                    <a:pt x="3296946" y="1399046"/>
                  </a:lnTo>
                  <a:lnTo>
                    <a:pt x="3297040" y="1399046"/>
                  </a:lnTo>
                  <a:lnTo>
                    <a:pt x="3297134" y="1399046"/>
                  </a:lnTo>
                  <a:lnTo>
                    <a:pt x="3297228" y="1399046"/>
                  </a:lnTo>
                  <a:lnTo>
                    <a:pt x="3297322" y="1399046"/>
                  </a:lnTo>
                  <a:lnTo>
                    <a:pt x="3297416" y="1399046"/>
                  </a:lnTo>
                  <a:lnTo>
                    <a:pt x="3297510" y="1399046"/>
                  </a:lnTo>
                  <a:lnTo>
                    <a:pt x="3297604" y="1399046"/>
                  </a:lnTo>
                  <a:lnTo>
                    <a:pt x="3297698" y="1399046"/>
                  </a:lnTo>
                  <a:lnTo>
                    <a:pt x="3297792" y="1399046"/>
                  </a:lnTo>
                  <a:lnTo>
                    <a:pt x="3297886" y="1399046"/>
                  </a:lnTo>
                  <a:lnTo>
                    <a:pt x="3297980" y="1399046"/>
                  </a:lnTo>
                  <a:lnTo>
                    <a:pt x="3298074" y="1399046"/>
                  </a:lnTo>
                  <a:lnTo>
                    <a:pt x="3298168" y="1399046"/>
                  </a:lnTo>
                  <a:lnTo>
                    <a:pt x="3298262" y="1399046"/>
                  </a:lnTo>
                  <a:lnTo>
                    <a:pt x="3298356" y="1399046"/>
                  </a:lnTo>
                  <a:lnTo>
                    <a:pt x="3298450" y="1399046"/>
                  </a:lnTo>
                  <a:lnTo>
                    <a:pt x="3298544" y="1399046"/>
                  </a:lnTo>
                  <a:lnTo>
                    <a:pt x="3298638" y="1399046"/>
                  </a:lnTo>
                  <a:lnTo>
                    <a:pt x="3298732" y="1399046"/>
                  </a:lnTo>
                  <a:lnTo>
                    <a:pt x="3298826" y="1399046"/>
                  </a:lnTo>
                  <a:lnTo>
                    <a:pt x="3298920" y="1399046"/>
                  </a:lnTo>
                  <a:lnTo>
                    <a:pt x="3299014" y="1399046"/>
                  </a:lnTo>
                  <a:lnTo>
                    <a:pt x="3299108" y="1399046"/>
                  </a:lnTo>
                  <a:lnTo>
                    <a:pt x="3299202" y="1399046"/>
                  </a:lnTo>
                  <a:lnTo>
                    <a:pt x="3299296" y="1399046"/>
                  </a:lnTo>
                  <a:lnTo>
                    <a:pt x="3299390" y="1399046"/>
                  </a:lnTo>
                  <a:lnTo>
                    <a:pt x="3299484" y="1399046"/>
                  </a:lnTo>
                  <a:lnTo>
                    <a:pt x="3299578" y="1399046"/>
                  </a:lnTo>
                  <a:lnTo>
                    <a:pt x="3299673" y="1399046"/>
                  </a:lnTo>
                  <a:lnTo>
                    <a:pt x="3299767" y="1399046"/>
                  </a:lnTo>
                  <a:lnTo>
                    <a:pt x="3299861" y="1399046"/>
                  </a:lnTo>
                  <a:lnTo>
                    <a:pt x="3299955" y="1399046"/>
                  </a:lnTo>
                  <a:lnTo>
                    <a:pt x="3300049" y="1399046"/>
                  </a:lnTo>
                  <a:lnTo>
                    <a:pt x="3300143" y="1399046"/>
                  </a:lnTo>
                  <a:lnTo>
                    <a:pt x="3300237" y="1399046"/>
                  </a:lnTo>
                  <a:lnTo>
                    <a:pt x="3300331" y="1399046"/>
                  </a:lnTo>
                  <a:lnTo>
                    <a:pt x="3300425" y="1399046"/>
                  </a:lnTo>
                  <a:lnTo>
                    <a:pt x="3300519" y="1399046"/>
                  </a:lnTo>
                  <a:lnTo>
                    <a:pt x="3300613" y="1399046"/>
                  </a:lnTo>
                  <a:lnTo>
                    <a:pt x="3300707" y="1399046"/>
                  </a:lnTo>
                  <a:lnTo>
                    <a:pt x="3300801" y="1399046"/>
                  </a:lnTo>
                  <a:lnTo>
                    <a:pt x="3300895" y="1399046"/>
                  </a:lnTo>
                  <a:lnTo>
                    <a:pt x="3300989" y="1399046"/>
                  </a:lnTo>
                  <a:lnTo>
                    <a:pt x="3301083" y="1399046"/>
                  </a:lnTo>
                  <a:lnTo>
                    <a:pt x="3301177" y="1399046"/>
                  </a:lnTo>
                  <a:lnTo>
                    <a:pt x="3301271" y="1399046"/>
                  </a:lnTo>
                  <a:lnTo>
                    <a:pt x="3301365" y="1399046"/>
                  </a:lnTo>
                  <a:lnTo>
                    <a:pt x="3301459" y="1399046"/>
                  </a:lnTo>
                  <a:lnTo>
                    <a:pt x="3301553" y="1399046"/>
                  </a:lnTo>
                  <a:lnTo>
                    <a:pt x="3301647" y="1399046"/>
                  </a:lnTo>
                  <a:lnTo>
                    <a:pt x="3301741" y="1399046"/>
                  </a:lnTo>
                  <a:lnTo>
                    <a:pt x="3301835" y="1399046"/>
                  </a:lnTo>
                  <a:lnTo>
                    <a:pt x="3301929" y="1399046"/>
                  </a:lnTo>
                  <a:lnTo>
                    <a:pt x="3302023" y="1399046"/>
                  </a:lnTo>
                  <a:lnTo>
                    <a:pt x="3302117" y="1399046"/>
                  </a:lnTo>
                  <a:lnTo>
                    <a:pt x="3302211" y="1399046"/>
                  </a:lnTo>
                  <a:lnTo>
                    <a:pt x="3302305" y="1399046"/>
                  </a:lnTo>
                  <a:lnTo>
                    <a:pt x="3302399" y="1399046"/>
                  </a:lnTo>
                  <a:lnTo>
                    <a:pt x="3302493" y="1399046"/>
                  </a:lnTo>
                  <a:lnTo>
                    <a:pt x="3302587" y="1399046"/>
                  </a:lnTo>
                  <a:lnTo>
                    <a:pt x="3302681" y="1399046"/>
                  </a:lnTo>
                  <a:lnTo>
                    <a:pt x="3302775" y="1399046"/>
                  </a:lnTo>
                  <a:lnTo>
                    <a:pt x="3302869" y="1399046"/>
                  </a:lnTo>
                  <a:lnTo>
                    <a:pt x="3302963" y="1399046"/>
                  </a:lnTo>
                  <a:lnTo>
                    <a:pt x="3303057" y="1399046"/>
                  </a:lnTo>
                  <a:lnTo>
                    <a:pt x="3303151" y="1399046"/>
                  </a:lnTo>
                  <a:lnTo>
                    <a:pt x="3303246" y="1399046"/>
                  </a:lnTo>
                  <a:lnTo>
                    <a:pt x="3303340" y="1399046"/>
                  </a:lnTo>
                  <a:lnTo>
                    <a:pt x="3303434" y="1399046"/>
                  </a:lnTo>
                  <a:lnTo>
                    <a:pt x="3303528" y="1399046"/>
                  </a:lnTo>
                  <a:lnTo>
                    <a:pt x="3303622" y="1399046"/>
                  </a:lnTo>
                  <a:lnTo>
                    <a:pt x="3303716" y="1399046"/>
                  </a:lnTo>
                  <a:lnTo>
                    <a:pt x="3303810" y="1399046"/>
                  </a:lnTo>
                  <a:lnTo>
                    <a:pt x="3303904" y="1399046"/>
                  </a:lnTo>
                  <a:lnTo>
                    <a:pt x="3303998" y="1399046"/>
                  </a:lnTo>
                  <a:lnTo>
                    <a:pt x="3304092" y="1399046"/>
                  </a:lnTo>
                  <a:lnTo>
                    <a:pt x="3304186" y="1399046"/>
                  </a:lnTo>
                  <a:lnTo>
                    <a:pt x="3304280" y="1399046"/>
                  </a:lnTo>
                  <a:lnTo>
                    <a:pt x="3304374" y="1399046"/>
                  </a:lnTo>
                  <a:lnTo>
                    <a:pt x="3304468" y="1399046"/>
                  </a:lnTo>
                  <a:lnTo>
                    <a:pt x="3304562" y="1399046"/>
                  </a:lnTo>
                  <a:lnTo>
                    <a:pt x="3304656" y="1399046"/>
                  </a:lnTo>
                  <a:lnTo>
                    <a:pt x="3304750" y="1399046"/>
                  </a:lnTo>
                  <a:lnTo>
                    <a:pt x="3304844" y="1399046"/>
                  </a:lnTo>
                  <a:lnTo>
                    <a:pt x="3304938" y="1399046"/>
                  </a:lnTo>
                  <a:lnTo>
                    <a:pt x="3305032" y="1399046"/>
                  </a:lnTo>
                  <a:lnTo>
                    <a:pt x="3305126" y="1399046"/>
                  </a:lnTo>
                  <a:lnTo>
                    <a:pt x="3305220" y="1399046"/>
                  </a:lnTo>
                  <a:lnTo>
                    <a:pt x="3305314" y="1399046"/>
                  </a:lnTo>
                  <a:lnTo>
                    <a:pt x="3305408" y="1399046"/>
                  </a:lnTo>
                  <a:lnTo>
                    <a:pt x="3305502" y="1399046"/>
                  </a:lnTo>
                  <a:lnTo>
                    <a:pt x="3305596" y="1399046"/>
                  </a:lnTo>
                  <a:lnTo>
                    <a:pt x="3305690" y="1399046"/>
                  </a:lnTo>
                  <a:lnTo>
                    <a:pt x="3305784" y="1399046"/>
                  </a:lnTo>
                  <a:lnTo>
                    <a:pt x="3305878" y="1399046"/>
                  </a:lnTo>
                  <a:lnTo>
                    <a:pt x="3305972" y="1399046"/>
                  </a:lnTo>
                  <a:lnTo>
                    <a:pt x="3306066" y="1399046"/>
                  </a:lnTo>
                  <a:lnTo>
                    <a:pt x="3306160" y="1399046"/>
                  </a:lnTo>
                  <a:lnTo>
                    <a:pt x="3306254" y="1399046"/>
                  </a:lnTo>
                  <a:lnTo>
                    <a:pt x="3306348" y="1399046"/>
                  </a:lnTo>
                  <a:lnTo>
                    <a:pt x="3306442" y="1399046"/>
                  </a:lnTo>
                  <a:lnTo>
                    <a:pt x="3306536" y="1399046"/>
                  </a:lnTo>
                  <a:lnTo>
                    <a:pt x="3306630" y="1399046"/>
                  </a:lnTo>
                  <a:lnTo>
                    <a:pt x="3306725" y="1399046"/>
                  </a:lnTo>
                  <a:lnTo>
                    <a:pt x="3306819" y="1399046"/>
                  </a:lnTo>
                  <a:lnTo>
                    <a:pt x="3306913" y="1399046"/>
                  </a:lnTo>
                  <a:lnTo>
                    <a:pt x="3307007" y="1399046"/>
                  </a:lnTo>
                  <a:lnTo>
                    <a:pt x="3307101" y="1399046"/>
                  </a:lnTo>
                  <a:lnTo>
                    <a:pt x="3307195" y="1399046"/>
                  </a:lnTo>
                  <a:lnTo>
                    <a:pt x="3307289" y="1399046"/>
                  </a:lnTo>
                  <a:lnTo>
                    <a:pt x="3307383" y="1399046"/>
                  </a:lnTo>
                  <a:lnTo>
                    <a:pt x="3307477" y="1399046"/>
                  </a:lnTo>
                  <a:lnTo>
                    <a:pt x="3307571" y="1399046"/>
                  </a:lnTo>
                  <a:lnTo>
                    <a:pt x="3307665" y="1399046"/>
                  </a:lnTo>
                  <a:lnTo>
                    <a:pt x="3307759" y="1399046"/>
                  </a:lnTo>
                  <a:lnTo>
                    <a:pt x="3307853" y="1399046"/>
                  </a:lnTo>
                  <a:lnTo>
                    <a:pt x="3307947" y="1399046"/>
                  </a:lnTo>
                  <a:lnTo>
                    <a:pt x="3308041" y="1399046"/>
                  </a:lnTo>
                  <a:lnTo>
                    <a:pt x="3308135" y="1399046"/>
                  </a:lnTo>
                  <a:lnTo>
                    <a:pt x="3308229" y="1399046"/>
                  </a:lnTo>
                  <a:lnTo>
                    <a:pt x="3308323" y="1399046"/>
                  </a:lnTo>
                  <a:lnTo>
                    <a:pt x="3308417" y="1399046"/>
                  </a:lnTo>
                  <a:lnTo>
                    <a:pt x="3308511" y="1399046"/>
                  </a:lnTo>
                  <a:lnTo>
                    <a:pt x="3308605" y="1399046"/>
                  </a:lnTo>
                  <a:lnTo>
                    <a:pt x="3308699" y="1399046"/>
                  </a:lnTo>
                  <a:lnTo>
                    <a:pt x="3308793" y="1399046"/>
                  </a:lnTo>
                  <a:lnTo>
                    <a:pt x="3308887" y="1399046"/>
                  </a:lnTo>
                  <a:lnTo>
                    <a:pt x="3308887" y="1393767"/>
                  </a:lnTo>
                  <a:lnTo>
                    <a:pt x="3308981" y="1393767"/>
                  </a:lnTo>
                  <a:lnTo>
                    <a:pt x="3309075" y="1393767"/>
                  </a:lnTo>
                  <a:lnTo>
                    <a:pt x="3309169" y="1393767"/>
                  </a:lnTo>
                  <a:lnTo>
                    <a:pt x="3309263" y="1393767"/>
                  </a:lnTo>
                  <a:lnTo>
                    <a:pt x="3309357" y="1393767"/>
                  </a:lnTo>
                  <a:lnTo>
                    <a:pt x="3309451" y="1393767"/>
                  </a:lnTo>
                  <a:lnTo>
                    <a:pt x="3309545" y="1393767"/>
                  </a:lnTo>
                  <a:lnTo>
                    <a:pt x="3309639" y="1393767"/>
                  </a:lnTo>
                  <a:lnTo>
                    <a:pt x="3309733" y="1393767"/>
                  </a:lnTo>
                  <a:lnTo>
                    <a:pt x="3309827" y="1393767"/>
                  </a:lnTo>
                  <a:lnTo>
                    <a:pt x="3309921" y="1393767"/>
                  </a:lnTo>
                  <a:lnTo>
                    <a:pt x="3310015" y="1393767"/>
                  </a:lnTo>
                  <a:lnTo>
                    <a:pt x="3310109" y="1393767"/>
                  </a:lnTo>
                  <a:lnTo>
                    <a:pt x="3310203" y="1393767"/>
                  </a:lnTo>
                  <a:lnTo>
                    <a:pt x="3310298" y="1393767"/>
                  </a:lnTo>
                  <a:lnTo>
                    <a:pt x="3310392" y="1393767"/>
                  </a:lnTo>
                  <a:lnTo>
                    <a:pt x="3310486" y="1393767"/>
                  </a:lnTo>
                  <a:lnTo>
                    <a:pt x="3310580" y="1393767"/>
                  </a:lnTo>
                  <a:lnTo>
                    <a:pt x="3310674" y="1393767"/>
                  </a:lnTo>
                  <a:lnTo>
                    <a:pt x="3310768" y="1393767"/>
                  </a:lnTo>
                  <a:lnTo>
                    <a:pt x="3310862" y="1393767"/>
                  </a:lnTo>
                  <a:lnTo>
                    <a:pt x="3310956" y="1393767"/>
                  </a:lnTo>
                  <a:lnTo>
                    <a:pt x="3311050" y="1393767"/>
                  </a:lnTo>
                  <a:lnTo>
                    <a:pt x="3311144" y="1393767"/>
                  </a:lnTo>
                  <a:lnTo>
                    <a:pt x="3311238" y="1393767"/>
                  </a:lnTo>
                  <a:lnTo>
                    <a:pt x="3311332" y="1393767"/>
                  </a:lnTo>
                  <a:lnTo>
                    <a:pt x="3311426" y="1393767"/>
                  </a:lnTo>
                  <a:lnTo>
                    <a:pt x="3311520" y="1393767"/>
                  </a:lnTo>
                  <a:lnTo>
                    <a:pt x="3311520" y="1388487"/>
                  </a:lnTo>
                  <a:lnTo>
                    <a:pt x="3311614" y="1388487"/>
                  </a:lnTo>
                  <a:lnTo>
                    <a:pt x="3311708" y="1388487"/>
                  </a:lnTo>
                  <a:lnTo>
                    <a:pt x="3311802" y="1388487"/>
                  </a:lnTo>
                  <a:lnTo>
                    <a:pt x="3311896" y="1388487"/>
                  </a:lnTo>
                  <a:lnTo>
                    <a:pt x="3311990" y="1388487"/>
                  </a:lnTo>
                  <a:lnTo>
                    <a:pt x="3312084" y="1388487"/>
                  </a:lnTo>
                  <a:lnTo>
                    <a:pt x="3312178" y="1388487"/>
                  </a:lnTo>
                  <a:lnTo>
                    <a:pt x="3312272" y="1388487"/>
                  </a:lnTo>
                  <a:lnTo>
                    <a:pt x="3312366" y="1388487"/>
                  </a:lnTo>
                  <a:lnTo>
                    <a:pt x="3312460" y="1388487"/>
                  </a:lnTo>
                  <a:lnTo>
                    <a:pt x="3312554" y="1388487"/>
                  </a:lnTo>
                  <a:lnTo>
                    <a:pt x="3312648" y="1388487"/>
                  </a:lnTo>
                  <a:lnTo>
                    <a:pt x="3312742" y="1388487"/>
                  </a:lnTo>
                  <a:lnTo>
                    <a:pt x="3312836" y="1388487"/>
                  </a:lnTo>
                  <a:lnTo>
                    <a:pt x="3312930" y="1388487"/>
                  </a:lnTo>
                  <a:lnTo>
                    <a:pt x="3313024" y="1388487"/>
                  </a:lnTo>
                  <a:lnTo>
                    <a:pt x="3313118" y="1388487"/>
                  </a:lnTo>
                  <a:lnTo>
                    <a:pt x="3313212" y="1388487"/>
                  </a:lnTo>
                  <a:lnTo>
                    <a:pt x="3313306" y="1388487"/>
                  </a:lnTo>
                  <a:lnTo>
                    <a:pt x="3313400" y="1388487"/>
                  </a:lnTo>
                  <a:lnTo>
                    <a:pt x="3313494" y="1388487"/>
                  </a:lnTo>
                  <a:lnTo>
                    <a:pt x="3313588" y="1388487"/>
                  </a:lnTo>
                  <a:lnTo>
                    <a:pt x="3313682" y="1388487"/>
                  </a:lnTo>
                  <a:lnTo>
                    <a:pt x="3313776" y="1388487"/>
                  </a:lnTo>
                  <a:lnTo>
                    <a:pt x="3313871" y="1388487"/>
                  </a:lnTo>
                  <a:lnTo>
                    <a:pt x="3313965" y="1388487"/>
                  </a:lnTo>
                  <a:lnTo>
                    <a:pt x="3314059" y="1388487"/>
                  </a:lnTo>
                  <a:lnTo>
                    <a:pt x="3314153" y="1388487"/>
                  </a:lnTo>
                  <a:lnTo>
                    <a:pt x="3314247" y="1388487"/>
                  </a:lnTo>
                  <a:lnTo>
                    <a:pt x="3314341" y="1388487"/>
                  </a:lnTo>
                  <a:lnTo>
                    <a:pt x="3314435" y="1388487"/>
                  </a:lnTo>
                  <a:lnTo>
                    <a:pt x="3314529" y="1388487"/>
                  </a:lnTo>
                  <a:lnTo>
                    <a:pt x="3314623" y="1388487"/>
                  </a:lnTo>
                  <a:lnTo>
                    <a:pt x="3314717" y="1388487"/>
                  </a:lnTo>
                  <a:lnTo>
                    <a:pt x="3314811" y="1388487"/>
                  </a:lnTo>
                  <a:lnTo>
                    <a:pt x="3314905" y="1388487"/>
                  </a:lnTo>
                  <a:lnTo>
                    <a:pt x="3314999" y="1388487"/>
                  </a:lnTo>
                  <a:lnTo>
                    <a:pt x="3315093" y="1388487"/>
                  </a:lnTo>
                  <a:lnTo>
                    <a:pt x="3315187" y="1388487"/>
                  </a:lnTo>
                  <a:lnTo>
                    <a:pt x="3315281" y="1388487"/>
                  </a:lnTo>
                  <a:lnTo>
                    <a:pt x="3315375" y="1388487"/>
                  </a:lnTo>
                  <a:lnTo>
                    <a:pt x="3315469" y="1388487"/>
                  </a:lnTo>
                  <a:lnTo>
                    <a:pt x="3315563" y="1388487"/>
                  </a:lnTo>
                  <a:lnTo>
                    <a:pt x="3315657" y="1388487"/>
                  </a:lnTo>
                  <a:lnTo>
                    <a:pt x="3315751" y="1388487"/>
                  </a:lnTo>
                  <a:lnTo>
                    <a:pt x="3315845" y="1388487"/>
                  </a:lnTo>
                  <a:lnTo>
                    <a:pt x="3315939" y="1388487"/>
                  </a:lnTo>
                  <a:lnTo>
                    <a:pt x="3316033" y="1388487"/>
                  </a:lnTo>
                  <a:lnTo>
                    <a:pt x="3316127" y="1388487"/>
                  </a:lnTo>
                  <a:lnTo>
                    <a:pt x="3316221" y="1388487"/>
                  </a:lnTo>
                  <a:lnTo>
                    <a:pt x="3316315" y="1388487"/>
                  </a:lnTo>
                  <a:lnTo>
                    <a:pt x="3316409" y="1388487"/>
                  </a:lnTo>
                  <a:lnTo>
                    <a:pt x="3316503" y="1388487"/>
                  </a:lnTo>
                  <a:lnTo>
                    <a:pt x="3316597" y="1388487"/>
                  </a:lnTo>
                  <a:lnTo>
                    <a:pt x="3316691" y="1388487"/>
                  </a:lnTo>
                  <a:lnTo>
                    <a:pt x="3316785" y="1388487"/>
                  </a:lnTo>
                  <a:lnTo>
                    <a:pt x="3316879" y="1388487"/>
                  </a:lnTo>
                  <a:lnTo>
                    <a:pt x="3316973" y="1388487"/>
                  </a:lnTo>
                  <a:lnTo>
                    <a:pt x="3317067" y="1388487"/>
                  </a:lnTo>
                  <a:lnTo>
                    <a:pt x="3317161" y="1388487"/>
                  </a:lnTo>
                  <a:lnTo>
                    <a:pt x="3317255" y="1388487"/>
                  </a:lnTo>
                  <a:lnTo>
                    <a:pt x="3317350" y="1388487"/>
                  </a:lnTo>
                  <a:lnTo>
                    <a:pt x="3317444" y="1388487"/>
                  </a:lnTo>
                  <a:lnTo>
                    <a:pt x="3317538" y="1388487"/>
                  </a:lnTo>
                  <a:lnTo>
                    <a:pt x="3317632" y="1388487"/>
                  </a:lnTo>
                  <a:lnTo>
                    <a:pt x="3317726" y="1388487"/>
                  </a:lnTo>
                  <a:lnTo>
                    <a:pt x="3317820" y="1388487"/>
                  </a:lnTo>
                  <a:lnTo>
                    <a:pt x="3317914" y="1388487"/>
                  </a:lnTo>
                  <a:lnTo>
                    <a:pt x="3318008" y="1388487"/>
                  </a:lnTo>
                  <a:lnTo>
                    <a:pt x="3318102" y="1388487"/>
                  </a:lnTo>
                  <a:lnTo>
                    <a:pt x="3318196" y="1388487"/>
                  </a:lnTo>
                  <a:lnTo>
                    <a:pt x="3318290" y="1388487"/>
                  </a:lnTo>
                  <a:lnTo>
                    <a:pt x="3318384" y="1388487"/>
                  </a:lnTo>
                  <a:lnTo>
                    <a:pt x="3318478" y="1388487"/>
                  </a:lnTo>
                  <a:lnTo>
                    <a:pt x="3318572" y="1388487"/>
                  </a:lnTo>
                  <a:lnTo>
                    <a:pt x="3318666" y="1388487"/>
                  </a:lnTo>
                  <a:lnTo>
                    <a:pt x="3318760" y="1388487"/>
                  </a:lnTo>
                  <a:lnTo>
                    <a:pt x="3318854" y="1388487"/>
                  </a:lnTo>
                  <a:lnTo>
                    <a:pt x="3318948" y="1388487"/>
                  </a:lnTo>
                  <a:lnTo>
                    <a:pt x="3319042" y="1388487"/>
                  </a:lnTo>
                  <a:lnTo>
                    <a:pt x="3319136" y="1388487"/>
                  </a:lnTo>
                  <a:lnTo>
                    <a:pt x="3319230" y="1388487"/>
                  </a:lnTo>
                  <a:lnTo>
                    <a:pt x="3319324" y="1388487"/>
                  </a:lnTo>
                  <a:lnTo>
                    <a:pt x="3319418" y="1388487"/>
                  </a:lnTo>
                  <a:lnTo>
                    <a:pt x="3319512" y="1388487"/>
                  </a:lnTo>
                  <a:lnTo>
                    <a:pt x="3319606" y="1388487"/>
                  </a:lnTo>
                  <a:lnTo>
                    <a:pt x="3319700" y="1388487"/>
                  </a:lnTo>
                  <a:lnTo>
                    <a:pt x="3319794" y="1388487"/>
                  </a:lnTo>
                  <a:lnTo>
                    <a:pt x="3319888" y="1388487"/>
                  </a:lnTo>
                  <a:lnTo>
                    <a:pt x="3319982" y="1388487"/>
                  </a:lnTo>
                  <a:lnTo>
                    <a:pt x="3320076" y="1388487"/>
                  </a:lnTo>
                  <a:lnTo>
                    <a:pt x="3320170" y="1388487"/>
                  </a:lnTo>
                  <a:lnTo>
                    <a:pt x="3320264" y="1388487"/>
                  </a:lnTo>
                  <a:lnTo>
                    <a:pt x="3320358" y="1388487"/>
                  </a:lnTo>
                  <a:lnTo>
                    <a:pt x="3320452" y="1388487"/>
                  </a:lnTo>
                  <a:lnTo>
                    <a:pt x="3320546" y="1388487"/>
                  </a:lnTo>
                  <a:lnTo>
                    <a:pt x="3320640" y="1388487"/>
                  </a:lnTo>
                  <a:lnTo>
                    <a:pt x="3320734" y="1388487"/>
                  </a:lnTo>
                  <a:lnTo>
                    <a:pt x="3320828" y="1388487"/>
                  </a:lnTo>
                  <a:lnTo>
                    <a:pt x="3320923" y="1388487"/>
                  </a:lnTo>
                  <a:lnTo>
                    <a:pt x="3321017" y="1388487"/>
                  </a:lnTo>
                  <a:lnTo>
                    <a:pt x="3321111" y="1388487"/>
                  </a:lnTo>
                  <a:lnTo>
                    <a:pt x="3321205" y="1388487"/>
                  </a:lnTo>
                  <a:lnTo>
                    <a:pt x="3321299" y="1388487"/>
                  </a:lnTo>
                  <a:lnTo>
                    <a:pt x="3321393" y="1388487"/>
                  </a:lnTo>
                  <a:lnTo>
                    <a:pt x="3321487" y="1388487"/>
                  </a:lnTo>
                  <a:lnTo>
                    <a:pt x="3321581" y="1388487"/>
                  </a:lnTo>
                  <a:lnTo>
                    <a:pt x="3321675" y="1388487"/>
                  </a:lnTo>
                  <a:lnTo>
                    <a:pt x="3321769" y="1388487"/>
                  </a:lnTo>
                  <a:lnTo>
                    <a:pt x="3321863" y="1388487"/>
                  </a:lnTo>
                  <a:lnTo>
                    <a:pt x="3321957" y="1388487"/>
                  </a:lnTo>
                  <a:lnTo>
                    <a:pt x="3322051" y="1388487"/>
                  </a:lnTo>
                  <a:lnTo>
                    <a:pt x="3322145" y="1388487"/>
                  </a:lnTo>
                  <a:lnTo>
                    <a:pt x="3322239" y="1388487"/>
                  </a:lnTo>
                  <a:lnTo>
                    <a:pt x="3322333" y="1388487"/>
                  </a:lnTo>
                  <a:lnTo>
                    <a:pt x="3322427" y="1388487"/>
                  </a:lnTo>
                  <a:lnTo>
                    <a:pt x="3322521" y="1388487"/>
                  </a:lnTo>
                  <a:lnTo>
                    <a:pt x="3322615" y="1388487"/>
                  </a:lnTo>
                  <a:lnTo>
                    <a:pt x="3322709" y="1388487"/>
                  </a:lnTo>
                  <a:lnTo>
                    <a:pt x="3322803" y="1388487"/>
                  </a:lnTo>
                  <a:lnTo>
                    <a:pt x="3322897" y="1388487"/>
                  </a:lnTo>
                  <a:lnTo>
                    <a:pt x="3322991" y="1388487"/>
                  </a:lnTo>
                  <a:lnTo>
                    <a:pt x="3323085" y="1388487"/>
                  </a:lnTo>
                  <a:lnTo>
                    <a:pt x="3323179" y="1388487"/>
                  </a:lnTo>
                  <a:lnTo>
                    <a:pt x="3323273" y="1388487"/>
                  </a:lnTo>
                  <a:lnTo>
                    <a:pt x="3323367" y="1388487"/>
                  </a:lnTo>
                  <a:lnTo>
                    <a:pt x="3323461" y="1388487"/>
                  </a:lnTo>
                  <a:lnTo>
                    <a:pt x="3323555" y="1388487"/>
                  </a:lnTo>
                  <a:lnTo>
                    <a:pt x="3323649" y="1388487"/>
                  </a:lnTo>
                  <a:lnTo>
                    <a:pt x="3323743" y="1388487"/>
                  </a:lnTo>
                  <a:lnTo>
                    <a:pt x="3323837" y="1388487"/>
                  </a:lnTo>
                  <a:lnTo>
                    <a:pt x="3323931" y="1388487"/>
                  </a:lnTo>
                  <a:lnTo>
                    <a:pt x="3324025" y="1388487"/>
                  </a:lnTo>
                  <a:lnTo>
                    <a:pt x="3324119" y="1388487"/>
                  </a:lnTo>
                  <a:lnTo>
                    <a:pt x="3324213" y="1388487"/>
                  </a:lnTo>
                  <a:lnTo>
                    <a:pt x="3324307" y="1388487"/>
                  </a:lnTo>
                  <a:lnTo>
                    <a:pt x="3324401" y="1388487"/>
                  </a:lnTo>
                  <a:lnTo>
                    <a:pt x="3324496" y="1388487"/>
                  </a:lnTo>
                  <a:lnTo>
                    <a:pt x="3324590" y="1388487"/>
                  </a:lnTo>
                  <a:lnTo>
                    <a:pt x="3324684" y="1388487"/>
                  </a:lnTo>
                  <a:lnTo>
                    <a:pt x="3324778" y="1388487"/>
                  </a:lnTo>
                  <a:lnTo>
                    <a:pt x="3324872" y="1388487"/>
                  </a:lnTo>
                  <a:lnTo>
                    <a:pt x="3324966" y="1388487"/>
                  </a:lnTo>
                  <a:lnTo>
                    <a:pt x="3325060" y="1388487"/>
                  </a:lnTo>
                  <a:lnTo>
                    <a:pt x="3325154" y="1388487"/>
                  </a:lnTo>
                  <a:lnTo>
                    <a:pt x="3325248" y="1388487"/>
                  </a:lnTo>
                  <a:lnTo>
                    <a:pt x="3325342" y="1388487"/>
                  </a:lnTo>
                  <a:lnTo>
                    <a:pt x="3325436" y="1388487"/>
                  </a:lnTo>
                  <a:lnTo>
                    <a:pt x="3325530" y="1388487"/>
                  </a:lnTo>
                  <a:lnTo>
                    <a:pt x="3325624" y="1388487"/>
                  </a:lnTo>
                  <a:lnTo>
                    <a:pt x="3325718" y="1388487"/>
                  </a:lnTo>
                  <a:lnTo>
                    <a:pt x="3325812" y="1388487"/>
                  </a:lnTo>
                  <a:lnTo>
                    <a:pt x="3325906" y="1388487"/>
                  </a:lnTo>
                  <a:lnTo>
                    <a:pt x="3326000" y="1388487"/>
                  </a:lnTo>
                  <a:lnTo>
                    <a:pt x="3326094" y="1388487"/>
                  </a:lnTo>
                  <a:lnTo>
                    <a:pt x="3326188" y="1388487"/>
                  </a:lnTo>
                  <a:lnTo>
                    <a:pt x="3326282" y="1388487"/>
                  </a:lnTo>
                  <a:lnTo>
                    <a:pt x="3326376" y="1388487"/>
                  </a:lnTo>
                  <a:lnTo>
                    <a:pt x="3326470" y="1388487"/>
                  </a:lnTo>
                  <a:lnTo>
                    <a:pt x="3326564" y="1388487"/>
                  </a:lnTo>
                  <a:lnTo>
                    <a:pt x="3326658" y="1388487"/>
                  </a:lnTo>
                  <a:lnTo>
                    <a:pt x="3326752" y="1388487"/>
                  </a:lnTo>
                  <a:lnTo>
                    <a:pt x="3326846" y="1388487"/>
                  </a:lnTo>
                  <a:lnTo>
                    <a:pt x="3326940" y="1388487"/>
                  </a:lnTo>
                  <a:lnTo>
                    <a:pt x="3327034" y="1388487"/>
                  </a:lnTo>
                  <a:lnTo>
                    <a:pt x="3327128" y="1388487"/>
                  </a:lnTo>
                  <a:lnTo>
                    <a:pt x="3327222" y="1388487"/>
                  </a:lnTo>
                  <a:lnTo>
                    <a:pt x="3327316" y="1388487"/>
                  </a:lnTo>
                  <a:lnTo>
                    <a:pt x="3327410" y="1388487"/>
                  </a:lnTo>
                  <a:lnTo>
                    <a:pt x="3327504" y="1388487"/>
                  </a:lnTo>
                  <a:lnTo>
                    <a:pt x="3327598" y="1388487"/>
                  </a:lnTo>
                  <a:lnTo>
                    <a:pt x="3327692" y="1388487"/>
                  </a:lnTo>
                  <a:lnTo>
                    <a:pt x="3327786" y="1388487"/>
                  </a:lnTo>
                  <a:lnTo>
                    <a:pt x="3327880" y="1388487"/>
                  </a:lnTo>
                  <a:lnTo>
                    <a:pt x="3327975" y="1388487"/>
                  </a:lnTo>
                  <a:lnTo>
                    <a:pt x="3328069" y="1388487"/>
                  </a:lnTo>
                  <a:lnTo>
                    <a:pt x="3328163" y="1388487"/>
                  </a:lnTo>
                  <a:lnTo>
                    <a:pt x="3328257" y="1388487"/>
                  </a:lnTo>
                  <a:lnTo>
                    <a:pt x="3328351" y="1388487"/>
                  </a:lnTo>
                  <a:lnTo>
                    <a:pt x="3328445" y="1388487"/>
                  </a:lnTo>
                  <a:lnTo>
                    <a:pt x="3328539" y="1388487"/>
                  </a:lnTo>
                  <a:lnTo>
                    <a:pt x="3328633" y="1388487"/>
                  </a:lnTo>
                  <a:lnTo>
                    <a:pt x="3328727" y="1388487"/>
                  </a:lnTo>
                  <a:lnTo>
                    <a:pt x="3328821" y="1388487"/>
                  </a:lnTo>
                  <a:lnTo>
                    <a:pt x="3328915" y="1388487"/>
                  </a:lnTo>
                  <a:lnTo>
                    <a:pt x="3329009" y="1388487"/>
                  </a:lnTo>
                  <a:lnTo>
                    <a:pt x="3329103" y="1388487"/>
                  </a:lnTo>
                  <a:lnTo>
                    <a:pt x="3329197" y="1388487"/>
                  </a:lnTo>
                  <a:lnTo>
                    <a:pt x="3329291" y="1388487"/>
                  </a:lnTo>
                  <a:lnTo>
                    <a:pt x="3329385" y="1388487"/>
                  </a:lnTo>
                  <a:lnTo>
                    <a:pt x="3329479" y="1388487"/>
                  </a:lnTo>
                  <a:lnTo>
                    <a:pt x="3329573" y="1388487"/>
                  </a:lnTo>
                  <a:lnTo>
                    <a:pt x="3329667" y="1388487"/>
                  </a:lnTo>
                  <a:lnTo>
                    <a:pt x="3329761" y="1388487"/>
                  </a:lnTo>
                  <a:lnTo>
                    <a:pt x="3329855" y="1388487"/>
                  </a:lnTo>
                  <a:lnTo>
                    <a:pt x="3329949" y="1388487"/>
                  </a:lnTo>
                  <a:lnTo>
                    <a:pt x="3330043" y="1388487"/>
                  </a:lnTo>
                  <a:lnTo>
                    <a:pt x="3330137" y="1388487"/>
                  </a:lnTo>
                  <a:lnTo>
                    <a:pt x="3330231" y="1388487"/>
                  </a:lnTo>
                  <a:lnTo>
                    <a:pt x="3330325" y="1388487"/>
                  </a:lnTo>
                  <a:lnTo>
                    <a:pt x="3330419" y="1388487"/>
                  </a:lnTo>
                  <a:lnTo>
                    <a:pt x="3330513" y="1388487"/>
                  </a:lnTo>
                  <a:lnTo>
                    <a:pt x="3330607" y="1388487"/>
                  </a:lnTo>
                  <a:lnTo>
                    <a:pt x="3330701" y="1388487"/>
                  </a:lnTo>
                  <a:lnTo>
                    <a:pt x="3330795" y="1388487"/>
                  </a:lnTo>
                  <a:lnTo>
                    <a:pt x="3330795" y="1383208"/>
                  </a:lnTo>
                  <a:lnTo>
                    <a:pt x="3330889" y="1383208"/>
                  </a:lnTo>
                  <a:lnTo>
                    <a:pt x="3330983" y="1383208"/>
                  </a:lnTo>
                  <a:lnTo>
                    <a:pt x="3331077" y="1383208"/>
                  </a:lnTo>
                  <a:lnTo>
                    <a:pt x="3331171" y="1383208"/>
                  </a:lnTo>
                  <a:lnTo>
                    <a:pt x="3331265" y="1383208"/>
                  </a:lnTo>
                  <a:lnTo>
                    <a:pt x="3331359" y="1383208"/>
                  </a:lnTo>
                  <a:lnTo>
                    <a:pt x="3331453" y="1383208"/>
                  </a:lnTo>
                  <a:lnTo>
                    <a:pt x="3331548" y="1383208"/>
                  </a:lnTo>
                  <a:lnTo>
                    <a:pt x="3331642" y="1383208"/>
                  </a:lnTo>
                  <a:lnTo>
                    <a:pt x="3331736" y="1383208"/>
                  </a:lnTo>
                  <a:lnTo>
                    <a:pt x="3331830" y="1383208"/>
                  </a:lnTo>
                  <a:lnTo>
                    <a:pt x="3331924" y="1383208"/>
                  </a:lnTo>
                  <a:lnTo>
                    <a:pt x="3332018" y="1383208"/>
                  </a:lnTo>
                  <a:lnTo>
                    <a:pt x="3332112" y="1383208"/>
                  </a:lnTo>
                  <a:lnTo>
                    <a:pt x="3332206" y="1383208"/>
                  </a:lnTo>
                  <a:lnTo>
                    <a:pt x="3332300" y="1383208"/>
                  </a:lnTo>
                  <a:lnTo>
                    <a:pt x="3332394" y="1383208"/>
                  </a:lnTo>
                  <a:lnTo>
                    <a:pt x="3332488" y="1383208"/>
                  </a:lnTo>
                  <a:lnTo>
                    <a:pt x="3332582" y="1383208"/>
                  </a:lnTo>
                  <a:lnTo>
                    <a:pt x="3332676" y="1383208"/>
                  </a:lnTo>
                  <a:lnTo>
                    <a:pt x="3332770" y="1383208"/>
                  </a:lnTo>
                  <a:lnTo>
                    <a:pt x="3332864" y="1383208"/>
                  </a:lnTo>
                  <a:lnTo>
                    <a:pt x="3332958" y="1383208"/>
                  </a:lnTo>
                  <a:lnTo>
                    <a:pt x="3333052" y="1383208"/>
                  </a:lnTo>
                  <a:lnTo>
                    <a:pt x="3333146" y="1383208"/>
                  </a:lnTo>
                  <a:lnTo>
                    <a:pt x="3333240" y="1383208"/>
                  </a:lnTo>
                  <a:lnTo>
                    <a:pt x="3333334" y="1383208"/>
                  </a:lnTo>
                  <a:lnTo>
                    <a:pt x="3333428" y="1383208"/>
                  </a:lnTo>
                  <a:lnTo>
                    <a:pt x="3333522" y="1383208"/>
                  </a:lnTo>
                  <a:lnTo>
                    <a:pt x="3333616" y="1383208"/>
                  </a:lnTo>
                  <a:lnTo>
                    <a:pt x="3333710" y="1383208"/>
                  </a:lnTo>
                  <a:lnTo>
                    <a:pt x="3333804" y="1383208"/>
                  </a:lnTo>
                  <a:lnTo>
                    <a:pt x="3333898" y="1383208"/>
                  </a:lnTo>
                  <a:lnTo>
                    <a:pt x="3333992" y="1383208"/>
                  </a:lnTo>
                  <a:lnTo>
                    <a:pt x="3334086" y="1383208"/>
                  </a:lnTo>
                  <a:lnTo>
                    <a:pt x="3334180" y="1383208"/>
                  </a:lnTo>
                  <a:lnTo>
                    <a:pt x="3334274" y="1383208"/>
                  </a:lnTo>
                  <a:lnTo>
                    <a:pt x="3334368" y="1383208"/>
                  </a:lnTo>
                  <a:lnTo>
                    <a:pt x="3334462" y="1383208"/>
                  </a:lnTo>
                  <a:lnTo>
                    <a:pt x="3334556" y="1383208"/>
                  </a:lnTo>
                  <a:lnTo>
                    <a:pt x="3334650" y="1383208"/>
                  </a:lnTo>
                  <a:lnTo>
                    <a:pt x="3334744" y="1383208"/>
                  </a:lnTo>
                  <a:lnTo>
                    <a:pt x="3334838" y="1383208"/>
                  </a:lnTo>
                  <a:lnTo>
                    <a:pt x="3334932" y="1383208"/>
                  </a:lnTo>
                  <a:lnTo>
                    <a:pt x="3335026" y="1383208"/>
                  </a:lnTo>
                  <a:lnTo>
                    <a:pt x="3335121" y="1383208"/>
                  </a:lnTo>
                  <a:lnTo>
                    <a:pt x="3335215" y="1383208"/>
                  </a:lnTo>
                  <a:lnTo>
                    <a:pt x="3335309" y="1383208"/>
                  </a:lnTo>
                  <a:lnTo>
                    <a:pt x="3335403" y="1383208"/>
                  </a:lnTo>
                  <a:lnTo>
                    <a:pt x="3335497" y="1383208"/>
                  </a:lnTo>
                  <a:lnTo>
                    <a:pt x="3335591" y="1383208"/>
                  </a:lnTo>
                  <a:lnTo>
                    <a:pt x="3335685" y="1383208"/>
                  </a:lnTo>
                  <a:lnTo>
                    <a:pt x="3335779" y="1383208"/>
                  </a:lnTo>
                  <a:lnTo>
                    <a:pt x="3335873" y="1383208"/>
                  </a:lnTo>
                  <a:lnTo>
                    <a:pt x="3335967" y="1383208"/>
                  </a:lnTo>
                  <a:lnTo>
                    <a:pt x="3336061" y="1383208"/>
                  </a:lnTo>
                  <a:lnTo>
                    <a:pt x="3336061" y="1377928"/>
                  </a:lnTo>
                  <a:lnTo>
                    <a:pt x="3336155" y="1377928"/>
                  </a:lnTo>
                  <a:lnTo>
                    <a:pt x="3336249" y="1377928"/>
                  </a:lnTo>
                  <a:lnTo>
                    <a:pt x="3336343" y="1377928"/>
                  </a:lnTo>
                  <a:lnTo>
                    <a:pt x="3336437" y="1377928"/>
                  </a:lnTo>
                  <a:lnTo>
                    <a:pt x="3336531" y="1377928"/>
                  </a:lnTo>
                  <a:lnTo>
                    <a:pt x="3336625" y="1377928"/>
                  </a:lnTo>
                  <a:lnTo>
                    <a:pt x="3336719" y="1377928"/>
                  </a:lnTo>
                  <a:lnTo>
                    <a:pt x="3336813" y="1377928"/>
                  </a:lnTo>
                  <a:lnTo>
                    <a:pt x="3336907" y="1377928"/>
                  </a:lnTo>
                  <a:lnTo>
                    <a:pt x="3337001" y="1377928"/>
                  </a:lnTo>
                  <a:lnTo>
                    <a:pt x="3337095" y="1377928"/>
                  </a:lnTo>
                  <a:lnTo>
                    <a:pt x="3337189" y="1377928"/>
                  </a:lnTo>
                  <a:lnTo>
                    <a:pt x="3337283" y="1377928"/>
                  </a:lnTo>
                  <a:lnTo>
                    <a:pt x="3337377" y="1377928"/>
                  </a:lnTo>
                  <a:lnTo>
                    <a:pt x="3337471" y="1377928"/>
                  </a:lnTo>
                  <a:lnTo>
                    <a:pt x="3337565" y="1377928"/>
                  </a:lnTo>
                  <a:lnTo>
                    <a:pt x="3337659" y="1377928"/>
                  </a:lnTo>
                  <a:lnTo>
                    <a:pt x="3337753" y="1377928"/>
                  </a:lnTo>
                  <a:lnTo>
                    <a:pt x="3337847" y="1377928"/>
                  </a:lnTo>
                  <a:lnTo>
                    <a:pt x="3337941" y="1377928"/>
                  </a:lnTo>
                  <a:lnTo>
                    <a:pt x="3338035" y="1377928"/>
                  </a:lnTo>
                  <a:lnTo>
                    <a:pt x="3338129" y="1377928"/>
                  </a:lnTo>
                  <a:lnTo>
                    <a:pt x="3338223" y="1377928"/>
                  </a:lnTo>
                  <a:lnTo>
                    <a:pt x="3338317" y="1377928"/>
                  </a:lnTo>
                  <a:lnTo>
                    <a:pt x="3338411" y="1377928"/>
                  </a:lnTo>
                  <a:lnTo>
                    <a:pt x="3338505" y="1377928"/>
                  </a:lnTo>
                  <a:lnTo>
                    <a:pt x="3338599" y="1377928"/>
                  </a:lnTo>
                  <a:lnTo>
                    <a:pt x="3338694" y="1377928"/>
                  </a:lnTo>
                  <a:lnTo>
                    <a:pt x="3338788" y="1377928"/>
                  </a:lnTo>
                  <a:lnTo>
                    <a:pt x="3338882" y="1377928"/>
                  </a:lnTo>
                  <a:lnTo>
                    <a:pt x="3338976" y="1377928"/>
                  </a:lnTo>
                  <a:lnTo>
                    <a:pt x="3339070" y="1377928"/>
                  </a:lnTo>
                  <a:lnTo>
                    <a:pt x="3339164" y="1377928"/>
                  </a:lnTo>
                  <a:lnTo>
                    <a:pt x="3339258" y="1377928"/>
                  </a:lnTo>
                  <a:lnTo>
                    <a:pt x="3339352" y="1377928"/>
                  </a:lnTo>
                  <a:lnTo>
                    <a:pt x="3339446" y="1377928"/>
                  </a:lnTo>
                  <a:lnTo>
                    <a:pt x="3339540" y="1377928"/>
                  </a:lnTo>
                  <a:lnTo>
                    <a:pt x="3339540" y="1372649"/>
                  </a:lnTo>
                  <a:lnTo>
                    <a:pt x="3339634" y="1372649"/>
                  </a:lnTo>
                  <a:lnTo>
                    <a:pt x="3339728" y="1372649"/>
                  </a:lnTo>
                  <a:lnTo>
                    <a:pt x="3339822" y="1372649"/>
                  </a:lnTo>
                  <a:lnTo>
                    <a:pt x="3339916" y="1372649"/>
                  </a:lnTo>
                  <a:lnTo>
                    <a:pt x="3340010" y="1372649"/>
                  </a:lnTo>
                  <a:lnTo>
                    <a:pt x="3340104" y="1372649"/>
                  </a:lnTo>
                  <a:lnTo>
                    <a:pt x="3340198" y="1372649"/>
                  </a:lnTo>
                  <a:lnTo>
                    <a:pt x="3340292" y="1372649"/>
                  </a:lnTo>
                  <a:lnTo>
                    <a:pt x="3340386" y="1372649"/>
                  </a:lnTo>
                  <a:lnTo>
                    <a:pt x="3340480" y="1372649"/>
                  </a:lnTo>
                  <a:lnTo>
                    <a:pt x="3340574" y="1372649"/>
                  </a:lnTo>
                  <a:lnTo>
                    <a:pt x="3340668" y="1372649"/>
                  </a:lnTo>
                  <a:lnTo>
                    <a:pt x="3340762" y="1372649"/>
                  </a:lnTo>
                  <a:lnTo>
                    <a:pt x="3340856" y="1372649"/>
                  </a:lnTo>
                  <a:lnTo>
                    <a:pt x="3340950" y="1372649"/>
                  </a:lnTo>
                  <a:lnTo>
                    <a:pt x="3341044" y="1372649"/>
                  </a:lnTo>
                  <a:lnTo>
                    <a:pt x="3341138" y="1372649"/>
                  </a:lnTo>
                  <a:lnTo>
                    <a:pt x="3341232" y="1372649"/>
                  </a:lnTo>
                  <a:lnTo>
                    <a:pt x="3341326" y="1372649"/>
                  </a:lnTo>
                  <a:lnTo>
                    <a:pt x="3341420" y="1372649"/>
                  </a:lnTo>
                  <a:lnTo>
                    <a:pt x="3341514" y="1372649"/>
                  </a:lnTo>
                  <a:lnTo>
                    <a:pt x="3341608" y="1372649"/>
                  </a:lnTo>
                  <a:lnTo>
                    <a:pt x="3341702" y="1372649"/>
                  </a:lnTo>
                  <a:lnTo>
                    <a:pt x="3341796" y="1372649"/>
                  </a:lnTo>
                  <a:lnTo>
                    <a:pt x="3341890" y="1372649"/>
                  </a:lnTo>
                  <a:lnTo>
                    <a:pt x="3341984" y="1372649"/>
                  </a:lnTo>
                  <a:lnTo>
                    <a:pt x="3342078" y="1372649"/>
                  </a:lnTo>
                  <a:lnTo>
                    <a:pt x="3342173" y="1372649"/>
                  </a:lnTo>
                  <a:lnTo>
                    <a:pt x="3342267" y="1372649"/>
                  </a:lnTo>
                  <a:lnTo>
                    <a:pt x="3342361" y="1372649"/>
                  </a:lnTo>
                  <a:lnTo>
                    <a:pt x="3342455" y="1372649"/>
                  </a:lnTo>
                  <a:lnTo>
                    <a:pt x="3342549" y="1372649"/>
                  </a:lnTo>
                  <a:lnTo>
                    <a:pt x="3342643" y="1372649"/>
                  </a:lnTo>
                  <a:lnTo>
                    <a:pt x="3342737" y="1372649"/>
                  </a:lnTo>
                  <a:lnTo>
                    <a:pt x="3342831" y="1372649"/>
                  </a:lnTo>
                  <a:lnTo>
                    <a:pt x="3342925" y="1372649"/>
                  </a:lnTo>
                  <a:lnTo>
                    <a:pt x="3343019" y="1372649"/>
                  </a:lnTo>
                  <a:lnTo>
                    <a:pt x="3343113" y="1372649"/>
                  </a:lnTo>
                  <a:lnTo>
                    <a:pt x="3343207" y="1372649"/>
                  </a:lnTo>
                  <a:lnTo>
                    <a:pt x="3343301" y="1372649"/>
                  </a:lnTo>
                  <a:lnTo>
                    <a:pt x="3343395" y="1372649"/>
                  </a:lnTo>
                  <a:lnTo>
                    <a:pt x="3343489" y="1372649"/>
                  </a:lnTo>
                  <a:lnTo>
                    <a:pt x="3343583" y="1372649"/>
                  </a:lnTo>
                  <a:lnTo>
                    <a:pt x="3343677" y="1372649"/>
                  </a:lnTo>
                  <a:lnTo>
                    <a:pt x="3343771" y="1372649"/>
                  </a:lnTo>
                  <a:lnTo>
                    <a:pt x="3343865" y="1372649"/>
                  </a:lnTo>
                  <a:lnTo>
                    <a:pt x="3343959" y="1372649"/>
                  </a:lnTo>
                  <a:lnTo>
                    <a:pt x="3344053" y="1372649"/>
                  </a:lnTo>
                  <a:lnTo>
                    <a:pt x="3344147" y="1372649"/>
                  </a:lnTo>
                  <a:lnTo>
                    <a:pt x="3344241" y="1372649"/>
                  </a:lnTo>
                  <a:lnTo>
                    <a:pt x="3344335" y="1372649"/>
                  </a:lnTo>
                  <a:lnTo>
                    <a:pt x="3344429" y="1372649"/>
                  </a:lnTo>
                  <a:lnTo>
                    <a:pt x="3344523" y="1372649"/>
                  </a:lnTo>
                  <a:lnTo>
                    <a:pt x="3344617" y="1372649"/>
                  </a:lnTo>
                  <a:lnTo>
                    <a:pt x="3344711" y="1372649"/>
                  </a:lnTo>
                  <a:lnTo>
                    <a:pt x="3344805" y="1372649"/>
                  </a:lnTo>
                  <a:lnTo>
                    <a:pt x="3344899" y="1372649"/>
                  </a:lnTo>
                  <a:lnTo>
                    <a:pt x="3344993" y="1372649"/>
                  </a:lnTo>
                  <a:lnTo>
                    <a:pt x="3345087" y="1372649"/>
                  </a:lnTo>
                  <a:lnTo>
                    <a:pt x="3345181" y="1372649"/>
                  </a:lnTo>
                  <a:lnTo>
                    <a:pt x="3345275" y="1372649"/>
                  </a:lnTo>
                  <a:lnTo>
                    <a:pt x="3345369" y="1372649"/>
                  </a:lnTo>
                  <a:lnTo>
                    <a:pt x="3345463" y="1372649"/>
                  </a:lnTo>
                  <a:lnTo>
                    <a:pt x="3345557" y="1372649"/>
                  </a:lnTo>
                  <a:lnTo>
                    <a:pt x="3345651" y="1372649"/>
                  </a:lnTo>
                  <a:lnTo>
                    <a:pt x="3345746" y="1372649"/>
                  </a:lnTo>
                  <a:lnTo>
                    <a:pt x="3345840" y="1372649"/>
                  </a:lnTo>
                  <a:lnTo>
                    <a:pt x="3345934" y="1372649"/>
                  </a:lnTo>
                  <a:lnTo>
                    <a:pt x="3346028" y="1372649"/>
                  </a:lnTo>
                  <a:lnTo>
                    <a:pt x="3346122" y="1372649"/>
                  </a:lnTo>
                  <a:lnTo>
                    <a:pt x="3346216" y="1372649"/>
                  </a:lnTo>
                  <a:lnTo>
                    <a:pt x="3346310" y="1372649"/>
                  </a:lnTo>
                  <a:lnTo>
                    <a:pt x="3346404" y="1372649"/>
                  </a:lnTo>
                  <a:lnTo>
                    <a:pt x="3346498" y="1372649"/>
                  </a:lnTo>
                  <a:lnTo>
                    <a:pt x="3346592" y="1372649"/>
                  </a:lnTo>
                  <a:lnTo>
                    <a:pt x="3346686" y="1372649"/>
                  </a:lnTo>
                  <a:lnTo>
                    <a:pt x="3346780" y="1372649"/>
                  </a:lnTo>
                  <a:lnTo>
                    <a:pt x="3346874" y="1372649"/>
                  </a:lnTo>
                  <a:lnTo>
                    <a:pt x="3346968" y="1372649"/>
                  </a:lnTo>
                  <a:lnTo>
                    <a:pt x="3347062" y="1372649"/>
                  </a:lnTo>
                  <a:lnTo>
                    <a:pt x="3347156" y="1372649"/>
                  </a:lnTo>
                  <a:lnTo>
                    <a:pt x="3347250" y="1372649"/>
                  </a:lnTo>
                  <a:lnTo>
                    <a:pt x="3347344" y="1372649"/>
                  </a:lnTo>
                  <a:lnTo>
                    <a:pt x="3347438" y="1372649"/>
                  </a:lnTo>
                  <a:lnTo>
                    <a:pt x="3347532" y="1372649"/>
                  </a:lnTo>
                  <a:lnTo>
                    <a:pt x="3347626" y="1372649"/>
                  </a:lnTo>
                  <a:lnTo>
                    <a:pt x="3347720" y="1372649"/>
                  </a:lnTo>
                  <a:lnTo>
                    <a:pt x="3347814" y="1372649"/>
                  </a:lnTo>
                  <a:lnTo>
                    <a:pt x="3347908" y="1372649"/>
                  </a:lnTo>
                  <a:lnTo>
                    <a:pt x="3348002" y="1372649"/>
                  </a:lnTo>
                  <a:lnTo>
                    <a:pt x="3348096" y="1372649"/>
                  </a:lnTo>
                  <a:lnTo>
                    <a:pt x="3348190" y="1372649"/>
                  </a:lnTo>
                  <a:lnTo>
                    <a:pt x="3348284" y="1372649"/>
                  </a:lnTo>
                  <a:lnTo>
                    <a:pt x="3348378" y="1372649"/>
                  </a:lnTo>
                  <a:lnTo>
                    <a:pt x="3348472" y="1372649"/>
                  </a:lnTo>
                  <a:lnTo>
                    <a:pt x="3348566" y="1372649"/>
                  </a:lnTo>
                  <a:lnTo>
                    <a:pt x="3348660" y="1372649"/>
                  </a:lnTo>
                  <a:lnTo>
                    <a:pt x="3348754" y="1372649"/>
                  </a:lnTo>
                  <a:lnTo>
                    <a:pt x="3348848" y="1372649"/>
                  </a:lnTo>
                  <a:lnTo>
                    <a:pt x="3348942" y="1372649"/>
                  </a:lnTo>
                  <a:lnTo>
                    <a:pt x="3349036" y="1372649"/>
                  </a:lnTo>
                  <a:lnTo>
                    <a:pt x="3349130" y="1372649"/>
                  </a:lnTo>
                  <a:lnTo>
                    <a:pt x="3349224" y="1372649"/>
                  </a:lnTo>
                  <a:lnTo>
                    <a:pt x="3349319" y="1372649"/>
                  </a:lnTo>
                  <a:lnTo>
                    <a:pt x="3349413" y="1372649"/>
                  </a:lnTo>
                  <a:lnTo>
                    <a:pt x="3349507" y="1372649"/>
                  </a:lnTo>
                  <a:lnTo>
                    <a:pt x="3349601" y="1372649"/>
                  </a:lnTo>
                  <a:lnTo>
                    <a:pt x="3349695" y="1372649"/>
                  </a:lnTo>
                  <a:lnTo>
                    <a:pt x="3349789" y="1372649"/>
                  </a:lnTo>
                  <a:lnTo>
                    <a:pt x="3349883" y="1372649"/>
                  </a:lnTo>
                  <a:lnTo>
                    <a:pt x="3349977" y="1372649"/>
                  </a:lnTo>
                  <a:lnTo>
                    <a:pt x="3350071" y="1372649"/>
                  </a:lnTo>
                  <a:lnTo>
                    <a:pt x="3350165" y="1372649"/>
                  </a:lnTo>
                  <a:lnTo>
                    <a:pt x="3350259" y="1372649"/>
                  </a:lnTo>
                  <a:lnTo>
                    <a:pt x="3350353" y="1372649"/>
                  </a:lnTo>
                  <a:lnTo>
                    <a:pt x="3350447" y="1372649"/>
                  </a:lnTo>
                  <a:lnTo>
                    <a:pt x="3350541" y="1372649"/>
                  </a:lnTo>
                  <a:lnTo>
                    <a:pt x="3350635" y="1372649"/>
                  </a:lnTo>
                  <a:lnTo>
                    <a:pt x="3350729" y="1372649"/>
                  </a:lnTo>
                  <a:lnTo>
                    <a:pt x="3350823" y="1372649"/>
                  </a:lnTo>
                  <a:lnTo>
                    <a:pt x="3350917" y="1372649"/>
                  </a:lnTo>
                  <a:lnTo>
                    <a:pt x="3351011" y="1372649"/>
                  </a:lnTo>
                  <a:lnTo>
                    <a:pt x="3351105" y="1372649"/>
                  </a:lnTo>
                  <a:lnTo>
                    <a:pt x="3351199" y="1372649"/>
                  </a:lnTo>
                  <a:lnTo>
                    <a:pt x="3351293" y="1372649"/>
                  </a:lnTo>
                  <a:lnTo>
                    <a:pt x="3351387" y="1372649"/>
                  </a:lnTo>
                  <a:lnTo>
                    <a:pt x="3351481" y="1372649"/>
                  </a:lnTo>
                  <a:lnTo>
                    <a:pt x="3351575" y="1372649"/>
                  </a:lnTo>
                  <a:lnTo>
                    <a:pt x="3351669" y="1372649"/>
                  </a:lnTo>
                  <a:lnTo>
                    <a:pt x="3351763" y="1372649"/>
                  </a:lnTo>
                  <a:lnTo>
                    <a:pt x="3351857" y="1372649"/>
                  </a:lnTo>
                  <a:lnTo>
                    <a:pt x="3351951" y="1372649"/>
                  </a:lnTo>
                  <a:lnTo>
                    <a:pt x="3352045" y="1372649"/>
                  </a:lnTo>
                  <a:lnTo>
                    <a:pt x="3352139" y="1372649"/>
                  </a:lnTo>
                  <a:lnTo>
                    <a:pt x="3352233" y="1372649"/>
                  </a:lnTo>
                  <a:lnTo>
                    <a:pt x="3352327" y="1372649"/>
                  </a:lnTo>
                  <a:lnTo>
                    <a:pt x="3352421" y="1372649"/>
                  </a:lnTo>
                  <a:lnTo>
                    <a:pt x="3352515" y="1372649"/>
                  </a:lnTo>
                  <a:lnTo>
                    <a:pt x="3352609" y="1372649"/>
                  </a:lnTo>
                  <a:lnTo>
                    <a:pt x="3352703" y="1372649"/>
                  </a:lnTo>
                  <a:lnTo>
                    <a:pt x="3352798" y="1372649"/>
                  </a:lnTo>
                  <a:lnTo>
                    <a:pt x="3352892" y="1372649"/>
                  </a:lnTo>
                  <a:lnTo>
                    <a:pt x="3352986" y="1372649"/>
                  </a:lnTo>
                  <a:lnTo>
                    <a:pt x="3353080" y="1372649"/>
                  </a:lnTo>
                  <a:lnTo>
                    <a:pt x="3353174" y="1372649"/>
                  </a:lnTo>
                  <a:lnTo>
                    <a:pt x="3353268" y="1372649"/>
                  </a:lnTo>
                  <a:lnTo>
                    <a:pt x="3353362" y="1372649"/>
                  </a:lnTo>
                  <a:lnTo>
                    <a:pt x="3353456" y="1372649"/>
                  </a:lnTo>
                  <a:lnTo>
                    <a:pt x="3353550" y="1372649"/>
                  </a:lnTo>
                  <a:lnTo>
                    <a:pt x="3353644" y="1372649"/>
                  </a:lnTo>
                  <a:lnTo>
                    <a:pt x="3353738" y="1372649"/>
                  </a:lnTo>
                  <a:lnTo>
                    <a:pt x="3353832" y="1372649"/>
                  </a:lnTo>
                  <a:lnTo>
                    <a:pt x="3353926" y="1372649"/>
                  </a:lnTo>
                  <a:lnTo>
                    <a:pt x="3354020" y="1372649"/>
                  </a:lnTo>
                  <a:lnTo>
                    <a:pt x="3354114" y="1372649"/>
                  </a:lnTo>
                  <a:lnTo>
                    <a:pt x="3354208" y="1372649"/>
                  </a:lnTo>
                  <a:lnTo>
                    <a:pt x="3354302" y="1372649"/>
                  </a:lnTo>
                  <a:lnTo>
                    <a:pt x="3354396" y="1372649"/>
                  </a:lnTo>
                  <a:lnTo>
                    <a:pt x="3354490" y="1372649"/>
                  </a:lnTo>
                  <a:lnTo>
                    <a:pt x="3354584" y="1372649"/>
                  </a:lnTo>
                  <a:lnTo>
                    <a:pt x="3354678" y="1372649"/>
                  </a:lnTo>
                  <a:lnTo>
                    <a:pt x="3354772" y="1372649"/>
                  </a:lnTo>
                  <a:lnTo>
                    <a:pt x="3354866" y="1372649"/>
                  </a:lnTo>
                  <a:lnTo>
                    <a:pt x="3354866" y="1367370"/>
                  </a:lnTo>
                  <a:lnTo>
                    <a:pt x="3354960" y="1367370"/>
                  </a:lnTo>
                  <a:lnTo>
                    <a:pt x="3355054" y="1367370"/>
                  </a:lnTo>
                  <a:lnTo>
                    <a:pt x="3355148" y="1367370"/>
                  </a:lnTo>
                  <a:lnTo>
                    <a:pt x="3355242" y="1367370"/>
                  </a:lnTo>
                  <a:lnTo>
                    <a:pt x="3355336" y="1367370"/>
                  </a:lnTo>
                  <a:lnTo>
                    <a:pt x="3355430" y="1367370"/>
                  </a:lnTo>
                  <a:lnTo>
                    <a:pt x="3355524" y="1367370"/>
                  </a:lnTo>
                  <a:lnTo>
                    <a:pt x="3355618" y="1367370"/>
                  </a:lnTo>
                  <a:lnTo>
                    <a:pt x="3355712" y="1367370"/>
                  </a:lnTo>
                  <a:lnTo>
                    <a:pt x="3355806" y="1367370"/>
                  </a:lnTo>
                  <a:lnTo>
                    <a:pt x="3355900" y="1367370"/>
                  </a:lnTo>
                  <a:lnTo>
                    <a:pt x="3355994" y="1367370"/>
                  </a:lnTo>
                  <a:lnTo>
                    <a:pt x="3356088" y="1367370"/>
                  </a:lnTo>
                  <a:lnTo>
                    <a:pt x="3356182" y="1367370"/>
                  </a:lnTo>
                  <a:lnTo>
                    <a:pt x="3356276" y="1367370"/>
                  </a:lnTo>
                  <a:lnTo>
                    <a:pt x="3356371" y="1367370"/>
                  </a:lnTo>
                  <a:lnTo>
                    <a:pt x="3356465" y="1367370"/>
                  </a:lnTo>
                  <a:lnTo>
                    <a:pt x="3356559" y="1367370"/>
                  </a:lnTo>
                  <a:lnTo>
                    <a:pt x="3356653" y="1367370"/>
                  </a:lnTo>
                  <a:lnTo>
                    <a:pt x="3356747" y="1367370"/>
                  </a:lnTo>
                  <a:lnTo>
                    <a:pt x="3356841" y="1367370"/>
                  </a:lnTo>
                  <a:lnTo>
                    <a:pt x="3356935" y="1367370"/>
                  </a:lnTo>
                  <a:lnTo>
                    <a:pt x="3357029" y="1367370"/>
                  </a:lnTo>
                  <a:lnTo>
                    <a:pt x="3357123" y="1367370"/>
                  </a:lnTo>
                  <a:lnTo>
                    <a:pt x="3357217" y="1367370"/>
                  </a:lnTo>
                  <a:lnTo>
                    <a:pt x="3357311" y="1367370"/>
                  </a:lnTo>
                  <a:lnTo>
                    <a:pt x="3357405" y="1367370"/>
                  </a:lnTo>
                  <a:lnTo>
                    <a:pt x="3357499" y="1367370"/>
                  </a:lnTo>
                  <a:lnTo>
                    <a:pt x="3357593" y="1367370"/>
                  </a:lnTo>
                  <a:lnTo>
                    <a:pt x="3357687" y="1367370"/>
                  </a:lnTo>
                  <a:lnTo>
                    <a:pt x="3357781" y="1367370"/>
                  </a:lnTo>
                  <a:lnTo>
                    <a:pt x="3357875" y="1367370"/>
                  </a:lnTo>
                  <a:lnTo>
                    <a:pt x="3357969" y="1367370"/>
                  </a:lnTo>
                  <a:lnTo>
                    <a:pt x="3358063" y="1367370"/>
                  </a:lnTo>
                  <a:lnTo>
                    <a:pt x="3358157" y="1367370"/>
                  </a:lnTo>
                  <a:lnTo>
                    <a:pt x="3358251" y="1367370"/>
                  </a:lnTo>
                  <a:lnTo>
                    <a:pt x="3358345" y="1367370"/>
                  </a:lnTo>
                  <a:lnTo>
                    <a:pt x="3358439" y="1367370"/>
                  </a:lnTo>
                  <a:lnTo>
                    <a:pt x="3358533" y="1367370"/>
                  </a:lnTo>
                  <a:lnTo>
                    <a:pt x="3358627" y="1367370"/>
                  </a:lnTo>
                  <a:lnTo>
                    <a:pt x="3358721" y="1367370"/>
                  </a:lnTo>
                  <a:lnTo>
                    <a:pt x="3358815" y="1367370"/>
                  </a:lnTo>
                  <a:lnTo>
                    <a:pt x="3358909" y="1367370"/>
                  </a:lnTo>
                  <a:lnTo>
                    <a:pt x="3359003" y="1367370"/>
                  </a:lnTo>
                  <a:lnTo>
                    <a:pt x="3359097" y="1367370"/>
                  </a:lnTo>
                  <a:lnTo>
                    <a:pt x="3359191" y="1367370"/>
                  </a:lnTo>
                  <a:lnTo>
                    <a:pt x="3359285" y="1367370"/>
                  </a:lnTo>
                  <a:lnTo>
                    <a:pt x="3359379" y="1367370"/>
                  </a:lnTo>
                  <a:lnTo>
                    <a:pt x="3359473" y="1367370"/>
                  </a:lnTo>
                  <a:lnTo>
                    <a:pt x="3359567" y="1367370"/>
                  </a:lnTo>
                  <a:lnTo>
                    <a:pt x="3359661" y="1367370"/>
                  </a:lnTo>
                  <a:lnTo>
                    <a:pt x="3359755" y="1367370"/>
                  </a:lnTo>
                  <a:lnTo>
                    <a:pt x="3359849" y="1367370"/>
                  </a:lnTo>
                  <a:lnTo>
                    <a:pt x="3359944" y="1367370"/>
                  </a:lnTo>
                  <a:lnTo>
                    <a:pt x="3360038" y="1367370"/>
                  </a:lnTo>
                  <a:lnTo>
                    <a:pt x="3360132" y="1367370"/>
                  </a:lnTo>
                  <a:lnTo>
                    <a:pt x="3360226" y="1367370"/>
                  </a:lnTo>
                  <a:lnTo>
                    <a:pt x="3360320" y="1367370"/>
                  </a:lnTo>
                  <a:lnTo>
                    <a:pt x="3360414" y="1367370"/>
                  </a:lnTo>
                  <a:lnTo>
                    <a:pt x="3360508" y="1367370"/>
                  </a:lnTo>
                  <a:lnTo>
                    <a:pt x="3360602" y="1367370"/>
                  </a:lnTo>
                  <a:lnTo>
                    <a:pt x="3360696" y="1367370"/>
                  </a:lnTo>
                  <a:lnTo>
                    <a:pt x="3360790" y="1367370"/>
                  </a:lnTo>
                  <a:lnTo>
                    <a:pt x="3360884" y="1367370"/>
                  </a:lnTo>
                  <a:lnTo>
                    <a:pt x="3360978" y="1367370"/>
                  </a:lnTo>
                  <a:lnTo>
                    <a:pt x="3361072" y="1367370"/>
                  </a:lnTo>
                  <a:lnTo>
                    <a:pt x="3361166" y="1367370"/>
                  </a:lnTo>
                  <a:lnTo>
                    <a:pt x="3361260" y="1367370"/>
                  </a:lnTo>
                  <a:lnTo>
                    <a:pt x="3361354" y="1367370"/>
                  </a:lnTo>
                  <a:lnTo>
                    <a:pt x="3361448" y="1367370"/>
                  </a:lnTo>
                  <a:lnTo>
                    <a:pt x="3361542" y="1367370"/>
                  </a:lnTo>
                  <a:lnTo>
                    <a:pt x="3361636" y="1367370"/>
                  </a:lnTo>
                  <a:lnTo>
                    <a:pt x="3361730" y="1367370"/>
                  </a:lnTo>
                  <a:lnTo>
                    <a:pt x="3361824" y="1367370"/>
                  </a:lnTo>
                  <a:lnTo>
                    <a:pt x="3361918" y="1367370"/>
                  </a:lnTo>
                  <a:lnTo>
                    <a:pt x="3362012" y="1367370"/>
                  </a:lnTo>
                  <a:lnTo>
                    <a:pt x="3362106" y="1367370"/>
                  </a:lnTo>
                  <a:lnTo>
                    <a:pt x="3362200" y="1367370"/>
                  </a:lnTo>
                  <a:lnTo>
                    <a:pt x="3362294" y="1367370"/>
                  </a:lnTo>
                  <a:lnTo>
                    <a:pt x="3362388" y="1367370"/>
                  </a:lnTo>
                  <a:lnTo>
                    <a:pt x="3362482" y="1367370"/>
                  </a:lnTo>
                  <a:lnTo>
                    <a:pt x="3362576" y="1367370"/>
                  </a:lnTo>
                  <a:lnTo>
                    <a:pt x="3362670" y="1367370"/>
                  </a:lnTo>
                  <a:lnTo>
                    <a:pt x="3362764" y="1367370"/>
                  </a:lnTo>
                  <a:lnTo>
                    <a:pt x="3362764" y="1362090"/>
                  </a:lnTo>
                  <a:lnTo>
                    <a:pt x="3362858" y="1362090"/>
                  </a:lnTo>
                  <a:lnTo>
                    <a:pt x="3362952" y="1362090"/>
                  </a:lnTo>
                  <a:lnTo>
                    <a:pt x="3363046" y="1362090"/>
                  </a:lnTo>
                  <a:lnTo>
                    <a:pt x="3363140" y="1362090"/>
                  </a:lnTo>
                  <a:lnTo>
                    <a:pt x="3363234" y="1362090"/>
                  </a:lnTo>
                  <a:lnTo>
                    <a:pt x="3363328" y="1362090"/>
                  </a:lnTo>
                  <a:lnTo>
                    <a:pt x="3363423" y="1362090"/>
                  </a:lnTo>
                  <a:lnTo>
                    <a:pt x="3363517" y="1362090"/>
                  </a:lnTo>
                  <a:lnTo>
                    <a:pt x="3363611" y="1362090"/>
                  </a:lnTo>
                  <a:lnTo>
                    <a:pt x="3363705" y="1362090"/>
                  </a:lnTo>
                  <a:lnTo>
                    <a:pt x="3363799" y="1362090"/>
                  </a:lnTo>
                  <a:lnTo>
                    <a:pt x="3363893" y="1362090"/>
                  </a:lnTo>
                  <a:lnTo>
                    <a:pt x="3363987" y="1362090"/>
                  </a:lnTo>
                  <a:lnTo>
                    <a:pt x="3364081" y="1362090"/>
                  </a:lnTo>
                  <a:lnTo>
                    <a:pt x="3364175" y="1362090"/>
                  </a:lnTo>
                  <a:lnTo>
                    <a:pt x="3364269" y="1362090"/>
                  </a:lnTo>
                  <a:lnTo>
                    <a:pt x="3364363" y="1362090"/>
                  </a:lnTo>
                  <a:lnTo>
                    <a:pt x="3364457" y="1362090"/>
                  </a:lnTo>
                  <a:lnTo>
                    <a:pt x="3364551" y="1362090"/>
                  </a:lnTo>
                  <a:lnTo>
                    <a:pt x="3364645" y="1362090"/>
                  </a:lnTo>
                  <a:lnTo>
                    <a:pt x="3364739" y="1362090"/>
                  </a:lnTo>
                  <a:lnTo>
                    <a:pt x="3364833" y="1362090"/>
                  </a:lnTo>
                  <a:lnTo>
                    <a:pt x="3364927" y="1362090"/>
                  </a:lnTo>
                  <a:lnTo>
                    <a:pt x="3365021" y="1362090"/>
                  </a:lnTo>
                  <a:lnTo>
                    <a:pt x="3365115" y="1362090"/>
                  </a:lnTo>
                  <a:lnTo>
                    <a:pt x="3365209" y="1362090"/>
                  </a:lnTo>
                  <a:lnTo>
                    <a:pt x="3365303" y="1362090"/>
                  </a:lnTo>
                  <a:lnTo>
                    <a:pt x="3365303" y="1356811"/>
                  </a:lnTo>
                  <a:lnTo>
                    <a:pt x="3365397" y="1356811"/>
                  </a:lnTo>
                  <a:lnTo>
                    <a:pt x="3365491" y="1356811"/>
                  </a:lnTo>
                  <a:lnTo>
                    <a:pt x="3365585" y="1356811"/>
                  </a:lnTo>
                  <a:lnTo>
                    <a:pt x="3365679" y="1356811"/>
                  </a:lnTo>
                  <a:lnTo>
                    <a:pt x="3365773" y="1356811"/>
                  </a:lnTo>
                  <a:lnTo>
                    <a:pt x="3365867" y="1356811"/>
                  </a:lnTo>
                  <a:lnTo>
                    <a:pt x="3365961" y="1356811"/>
                  </a:lnTo>
                  <a:lnTo>
                    <a:pt x="3366055" y="1356811"/>
                  </a:lnTo>
                  <a:lnTo>
                    <a:pt x="3366149" y="1356811"/>
                  </a:lnTo>
                  <a:lnTo>
                    <a:pt x="3366243" y="1356811"/>
                  </a:lnTo>
                  <a:lnTo>
                    <a:pt x="3366337" y="1356811"/>
                  </a:lnTo>
                  <a:lnTo>
                    <a:pt x="3366431" y="1356811"/>
                  </a:lnTo>
                  <a:lnTo>
                    <a:pt x="3366525" y="1356811"/>
                  </a:lnTo>
                  <a:lnTo>
                    <a:pt x="3366619" y="1356811"/>
                  </a:lnTo>
                  <a:lnTo>
                    <a:pt x="3366713" y="1356811"/>
                  </a:lnTo>
                  <a:lnTo>
                    <a:pt x="3366807" y="1356811"/>
                  </a:lnTo>
                  <a:lnTo>
                    <a:pt x="3366901" y="1356811"/>
                  </a:lnTo>
                  <a:lnTo>
                    <a:pt x="3366996" y="1356811"/>
                  </a:lnTo>
                  <a:lnTo>
                    <a:pt x="3367090" y="1356811"/>
                  </a:lnTo>
                  <a:lnTo>
                    <a:pt x="3367184" y="1356811"/>
                  </a:lnTo>
                  <a:lnTo>
                    <a:pt x="3367278" y="1356811"/>
                  </a:lnTo>
                  <a:lnTo>
                    <a:pt x="3367372" y="1356811"/>
                  </a:lnTo>
                  <a:lnTo>
                    <a:pt x="3367466" y="1356811"/>
                  </a:lnTo>
                  <a:lnTo>
                    <a:pt x="3367560" y="1356811"/>
                  </a:lnTo>
                  <a:lnTo>
                    <a:pt x="3367654" y="1356811"/>
                  </a:lnTo>
                  <a:lnTo>
                    <a:pt x="3367748" y="1356811"/>
                  </a:lnTo>
                  <a:lnTo>
                    <a:pt x="3367842" y="1356811"/>
                  </a:lnTo>
                  <a:lnTo>
                    <a:pt x="3367936" y="1356811"/>
                  </a:lnTo>
                  <a:lnTo>
                    <a:pt x="3368030" y="1356811"/>
                  </a:lnTo>
                  <a:lnTo>
                    <a:pt x="3368124" y="1356811"/>
                  </a:lnTo>
                  <a:lnTo>
                    <a:pt x="3368218" y="1356811"/>
                  </a:lnTo>
                  <a:lnTo>
                    <a:pt x="3368312" y="1356811"/>
                  </a:lnTo>
                  <a:lnTo>
                    <a:pt x="3368312" y="1351531"/>
                  </a:lnTo>
                  <a:lnTo>
                    <a:pt x="3368406" y="1351531"/>
                  </a:lnTo>
                  <a:lnTo>
                    <a:pt x="3368500" y="1351531"/>
                  </a:lnTo>
                  <a:lnTo>
                    <a:pt x="3368594" y="1351531"/>
                  </a:lnTo>
                  <a:lnTo>
                    <a:pt x="3368688" y="1351531"/>
                  </a:lnTo>
                  <a:lnTo>
                    <a:pt x="3368782" y="1351531"/>
                  </a:lnTo>
                  <a:lnTo>
                    <a:pt x="3368876" y="1351531"/>
                  </a:lnTo>
                  <a:lnTo>
                    <a:pt x="3368970" y="1351531"/>
                  </a:lnTo>
                  <a:lnTo>
                    <a:pt x="3369064" y="1351531"/>
                  </a:lnTo>
                  <a:lnTo>
                    <a:pt x="3369158" y="1351531"/>
                  </a:lnTo>
                  <a:lnTo>
                    <a:pt x="3369252" y="1351531"/>
                  </a:lnTo>
                  <a:lnTo>
                    <a:pt x="3369346" y="1351531"/>
                  </a:lnTo>
                  <a:lnTo>
                    <a:pt x="3369440" y="1351531"/>
                  </a:lnTo>
                  <a:lnTo>
                    <a:pt x="3369534" y="1351531"/>
                  </a:lnTo>
                  <a:lnTo>
                    <a:pt x="3369628" y="1351531"/>
                  </a:lnTo>
                  <a:lnTo>
                    <a:pt x="3369722" y="1351531"/>
                  </a:lnTo>
                  <a:lnTo>
                    <a:pt x="3369816" y="1351531"/>
                  </a:lnTo>
                  <a:lnTo>
                    <a:pt x="3369910" y="1351531"/>
                  </a:lnTo>
                  <a:lnTo>
                    <a:pt x="3370004" y="1351531"/>
                  </a:lnTo>
                  <a:lnTo>
                    <a:pt x="3370098" y="1351531"/>
                  </a:lnTo>
                  <a:lnTo>
                    <a:pt x="3370192" y="1351531"/>
                  </a:lnTo>
                  <a:lnTo>
                    <a:pt x="3370286" y="1351531"/>
                  </a:lnTo>
                  <a:lnTo>
                    <a:pt x="3370380" y="1351531"/>
                  </a:lnTo>
                  <a:lnTo>
                    <a:pt x="3370474" y="1351531"/>
                  </a:lnTo>
                  <a:lnTo>
                    <a:pt x="3370569" y="1351531"/>
                  </a:lnTo>
                  <a:lnTo>
                    <a:pt x="3370663" y="1351531"/>
                  </a:lnTo>
                  <a:lnTo>
                    <a:pt x="3370757" y="1351531"/>
                  </a:lnTo>
                  <a:lnTo>
                    <a:pt x="3370851" y="1351531"/>
                  </a:lnTo>
                  <a:lnTo>
                    <a:pt x="3370945" y="1351531"/>
                  </a:lnTo>
                  <a:lnTo>
                    <a:pt x="3371039" y="1351531"/>
                  </a:lnTo>
                  <a:lnTo>
                    <a:pt x="3371133" y="1351531"/>
                  </a:lnTo>
                  <a:lnTo>
                    <a:pt x="3371227" y="1351531"/>
                  </a:lnTo>
                  <a:lnTo>
                    <a:pt x="3371321" y="1351531"/>
                  </a:lnTo>
                  <a:lnTo>
                    <a:pt x="3371415" y="1351531"/>
                  </a:lnTo>
                  <a:lnTo>
                    <a:pt x="3371509" y="1351531"/>
                  </a:lnTo>
                  <a:lnTo>
                    <a:pt x="3371603" y="1351531"/>
                  </a:lnTo>
                  <a:lnTo>
                    <a:pt x="3371697" y="1351531"/>
                  </a:lnTo>
                  <a:lnTo>
                    <a:pt x="3371791" y="1351531"/>
                  </a:lnTo>
                  <a:lnTo>
                    <a:pt x="3371885" y="1351531"/>
                  </a:lnTo>
                  <a:lnTo>
                    <a:pt x="3371979" y="1351531"/>
                  </a:lnTo>
                  <a:lnTo>
                    <a:pt x="3372073" y="1351531"/>
                  </a:lnTo>
                  <a:lnTo>
                    <a:pt x="3372167" y="1351531"/>
                  </a:lnTo>
                  <a:lnTo>
                    <a:pt x="3372261" y="1351531"/>
                  </a:lnTo>
                  <a:lnTo>
                    <a:pt x="3372355" y="1351531"/>
                  </a:lnTo>
                  <a:lnTo>
                    <a:pt x="3372449" y="1351531"/>
                  </a:lnTo>
                  <a:lnTo>
                    <a:pt x="3372543" y="1351531"/>
                  </a:lnTo>
                  <a:lnTo>
                    <a:pt x="3372637" y="1351531"/>
                  </a:lnTo>
                  <a:lnTo>
                    <a:pt x="3372731" y="1351531"/>
                  </a:lnTo>
                  <a:lnTo>
                    <a:pt x="3372825" y="1351531"/>
                  </a:lnTo>
                  <a:lnTo>
                    <a:pt x="3372919" y="1351531"/>
                  </a:lnTo>
                  <a:lnTo>
                    <a:pt x="3373013" y="1351531"/>
                  </a:lnTo>
                  <a:lnTo>
                    <a:pt x="3373107" y="1351531"/>
                  </a:lnTo>
                  <a:lnTo>
                    <a:pt x="3373201" y="1351531"/>
                  </a:lnTo>
                  <a:lnTo>
                    <a:pt x="3373295" y="1351531"/>
                  </a:lnTo>
                  <a:lnTo>
                    <a:pt x="3373389" y="1351531"/>
                  </a:lnTo>
                  <a:lnTo>
                    <a:pt x="3373483" y="1351531"/>
                  </a:lnTo>
                  <a:lnTo>
                    <a:pt x="3373577" y="1351531"/>
                  </a:lnTo>
                  <a:lnTo>
                    <a:pt x="3373671" y="1351531"/>
                  </a:lnTo>
                  <a:lnTo>
                    <a:pt x="3373765" y="1351531"/>
                  </a:lnTo>
                  <a:lnTo>
                    <a:pt x="3373859" y="1351531"/>
                  </a:lnTo>
                  <a:lnTo>
                    <a:pt x="3373953" y="1351531"/>
                  </a:lnTo>
                  <a:lnTo>
                    <a:pt x="3374048" y="1351531"/>
                  </a:lnTo>
                  <a:lnTo>
                    <a:pt x="3374142" y="1351531"/>
                  </a:lnTo>
                  <a:lnTo>
                    <a:pt x="3374236" y="1351531"/>
                  </a:lnTo>
                  <a:lnTo>
                    <a:pt x="3374330" y="1351531"/>
                  </a:lnTo>
                  <a:lnTo>
                    <a:pt x="3374424" y="1351531"/>
                  </a:lnTo>
                  <a:lnTo>
                    <a:pt x="3374424" y="1346252"/>
                  </a:lnTo>
                  <a:lnTo>
                    <a:pt x="3374518" y="1346252"/>
                  </a:lnTo>
                  <a:lnTo>
                    <a:pt x="3374518" y="1340973"/>
                  </a:lnTo>
                  <a:lnTo>
                    <a:pt x="3374612" y="1340973"/>
                  </a:lnTo>
                  <a:lnTo>
                    <a:pt x="3374706" y="1340973"/>
                  </a:lnTo>
                  <a:lnTo>
                    <a:pt x="3374800" y="1340973"/>
                  </a:lnTo>
                  <a:lnTo>
                    <a:pt x="3374894" y="1340973"/>
                  </a:lnTo>
                  <a:lnTo>
                    <a:pt x="3374988" y="1340973"/>
                  </a:lnTo>
                  <a:lnTo>
                    <a:pt x="3375082" y="1340973"/>
                  </a:lnTo>
                  <a:lnTo>
                    <a:pt x="3375176" y="1340973"/>
                  </a:lnTo>
                  <a:lnTo>
                    <a:pt x="3375270" y="1340973"/>
                  </a:lnTo>
                  <a:lnTo>
                    <a:pt x="3375364" y="1340973"/>
                  </a:lnTo>
                  <a:lnTo>
                    <a:pt x="3375458" y="1340973"/>
                  </a:lnTo>
                  <a:lnTo>
                    <a:pt x="3375552" y="1340973"/>
                  </a:lnTo>
                  <a:lnTo>
                    <a:pt x="3375646" y="1340973"/>
                  </a:lnTo>
                  <a:lnTo>
                    <a:pt x="3375646" y="1335693"/>
                  </a:lnTo>
                  <a:lnTo>
                    <a:pt x="3375740" y="1335693"/>
                  </a:lnTo>
                  <a:lnTo>
                    <a:pt x="3375834" y="1335693"/>
                  </a:lnTo>
                  <a:lnTo>
                    <a:pt x="3375928" y="1335693"/>
                  </a:lnTo>
                  <a:lnTo>
                    <a:pt x="3376022" y="1335693"/>
                  </a:lnTo>
                  <a:lnTo>
                    <a:pt x="3376116" y="1335693"/>
                  </a:lnTo>
                  <a:lnTo>
                    <a:pt x="3376210" y="1335693"/>
                  </a:lnTo>
                  <a:lnTo>
                    <a:pt x="3376304" y="1335693"/>
                  </a:lnTo>
                  <a:lnTo>
                    <a:pt x="3376398" y="1335693"/>
                  </a:lnTo>
                  <a:lnTo>
                    <a:pt x="3376492" y="1335693"/>
                  </a:lnTo>
                  <a:lnTo>
                    <a:pt x="3376586" y="1335693"/>
                  </a:lnTo>
                  <a:lnTo>
                    <a:pt x="3376680" y="1335693"/>
                  </a:lnTo>
                  <a:lnTo>
                    <a:pt x="3376774" y="1335693"/>
                  </a:lnTo>
                  <a:lnTo>
                    <a:pt x="3376868" y="1335693"/>
                  </a:lnTo>
                  <a:lnTo>
                    <a:pt x="3376962" y="1335693"/>
                  </a:lnTo>
                  <a:lnTo>
                    <a:pt x="3377056" y="1335693"/>
                  </a:lnTo>
                  <a:lnTo>
                    <a:pt x="3377150" y="1335693"/>
                  </a:lnTo>
                  <a:lnTo>
                    <a:pt x="3377244" y="1335693"/>
                  </a:lnTo>
                  <a:lnTo>
                    <a:pt x="3377338" y="1335693"/>
                  </a:lnTo>
                  <a:lnTo>
                    <a:pt x="3377432" y="1335693"/>
                  </a:lnTo>
                  <a:lnTo>
                    <a:pt x="3377526" y="1335693"/>
                  </a:lnTo>
                  <a:lnTo>
                    <a:pt x="3377621" y="1335693"/>
                  </a:lnTo>
                  <a:lnTo>
                    <a:pt x="3377715" y="1335693"/>
                  </a:lnTo>
                  <a:lnTo>
                    <a:pt x="3377809" y="1335693"/>
                  </a:lnTo>
                  <a:lnTo>
                    <a:pt x="3377903" y="1335693"/>
                  </a:lnTo>
                  <a:lnTo>
                    <a:pt x="3377997" y="1335693"/>
                  </a:lnTo>
                  <a:lnTo>
                    <a:pt x="3378091" y="1335693"/>
                  </a:lnTo>
                  <a:lnTo>
                    <a:pt x="3378185" y="1335693"/>
                  </a:lnTo>
                  <a:lnTo>
                    <a:pt x="3378279" y="1335693"/>
                  </a:lnTo>
                  <a:lnTo>
                    <a:pt x="3378373" y="1335693"/>
                  </a:lnTo>
                  <a:lnTo>
                    <a:pt x="3378467" y="1335693"/>
                  </a:lnTo>
                  <a:lnTo>
                    <a:pt x="3378561" y="1335693"/>
                  </a:lnTo>
                  <a:lnTo>
                    <a:pt x="3378655" y="1335693"/>
                  </a:lnTo>
                  <a:lnTo>
                    <a:pt x="3378749" y="1335693"/>
                  </a:lnTo>
                  <a:lnTo>
                    <a:pt x="3378843" y="1335693"/>
                  </a:lnTo>
                  <a:lnTo>
                    <a:pt x="3378937" y="1335693"/>
                  </a:lnTo>
                  <a:lnTo>
                    <a:pt x="3379031" y="1335693"/>
                  </a:lnTo>
                  <a:lnTo>
                    <a:pt x="3379125" y="1335693"/>
                  </a:lnTo>
                  <a:lnTo>
                    <a:pt x="3379219" y="1335693"/>
                  </a:lnTo>
                  <a:lnTo>
                    <a:pt x="3379313" y="1335693"/>
                  </a:lnTo>
                  <a:lnTo>
                    <a:pt x="3379407" y="1335693"/>
                  </a:lnTo>
                  <a:lnTo>
                    <a:pt x="3379501" y="1335693"/>
                  </a:lnTo>
                  <a:lnTo>
                    <a:pt x="3379595" y="1335693"/>
                  </a:lnTo>
                  <a:lnTo>
                    <a:pt x="3379689" y="1335693"/>
                  </a:lnTo>
                  <a:lnTo>
                    <a:pt x="3379783" y="1335693"/>
                  </a:lnTo>
                  <a:lnTo>
                    <a:pt x="3379877" y="1335693"/>
                  </a:lnTo>
                  <a:lnTo>
                    <a:pt x="3379971" y="1335693"/>
                  </a:lnTo>
                  <a:lnTo>
                    <a:pt x="3380065" y="1335693"/>
                  </a:lnTo>
                  <a:lnTo>
                    <a:pt x="3380159" y="1335693"/>
                  </a:lnTo>
                  <a:lnTo>
                    <a:pt x="3380253" y="1335693"/>
                  </a:lnTo>
                  <a:lnTo>
                    <a:pt x="3380347" y="1335693"/>
                  </a:lnTo>
                  <a:lnTo>
                    <a:pt x="3380441" y="1335693"/>
                  </a:lnTo>
                  <a:lnTo>
                    <a:pt x="3380535" y="1335693"/>
                  </a:lnTo>
                  <a:lnTo>
                    <a:pt x="3380629" y="1335693"/>
                  </a:lnTo>
                  <a:lnTo>
                    <a:pt x="3380723" y="1335693"/>
                  </a:lnTo>
                  <a:lnTo>
                    <a:pt x="3380817" y="1335693"/>
                  </a:lnTo>
                  <a:lnTo>
                    <a:pt x="3380911" y="1335693"/>
                  </a:lnTo>
                  <a:lnTo>
                    <a:pt x="3381005" y="1335693"/>
                  </a:lnTo>
                  <a:lnTo>
                    <a:pt x="3381099" y="1335693"/>
                  </a:lnTo>
                  <a:lnTo>
                    <a:pt x="3381194" y="1335693"/>
                  </a:lnTo>
                  <a:lnTo>
                    <a:pt x="3381288" y="1335693"/>
                  </a:lnTo>
                  <a:lnTo>
                    <a:pt x="3381382" y="1335693"/>
                  </a:lnTo>
                  <a:lnTo>
                    <a:pt x="3381476" y="1335693"/>
                  </a:lnTo>
                  <a:lnTo>
                    <a:pt x="3381570" y="1335693"/>
                  </a:lnTo>
                  <a:lnTo>
                    <a:pt x="3381664" y="1335693"/>
                  </a:lnTo>
                  <a:lnTo>
                    <a:pt x="3381758" y="1335693"/>
                  </a:lnTo>
                  <a:lnTo>
                    <a:pt x="3381852" y="1335693"/>
                  </a:lnTo>
                  <a:lnTo>
                    <a:pt x="3381946" y="1335693"/>
                  </a:lnTo>
                  <a:lnTo>
                    <a:pt x="3382040" y="1335693"/>
                  </a:lnTo>
                  <a:lnTo>
                    <a:pt x="3382134" y="1335693"/>
                  </a:lnTo>
                  <a:lnTo>
                    <a:pt x="3382228" y="1335693"/>
                  </a:lnTo>
                  <a:lnTo>
                    <a:pt x="3382322" y="1335693"/>
                  </a:lnTo>
                  <a:lnTo>
                    <a:pt x="3382416" y="1335693"/>
                  </a:lnTo>
                  <a:lnTo>
                    <a:pt x="3382510" y="1335693"/>
                  </a:lnTo>
                  <a:lnTo>
                    <a:pt x="3382604" y="1335693"/>
                  </a:lnTo>
                  <a:lnTo>
                    <a:pt x="3382698" y="1335693"/>
                  </a:lnTo>
                  <a:lnTo>
                    <a:pt x="3382792" y="1335693"/>
                  </a:lnTo>
                  <a:lnTo>
                    <a:pt x="3382886" y="1335693"/>
                  </a:lnTo>
                  <a:lnTo>
                    <a:pt x="3382980" y="1335693"/>
                  </a:lnTo>
                  <a:lnTo>
                    <a:pt x="3383074" y="1335693"/>
                  </a:lnTo>
                  <a:lnTo>
                    <a:pt x="3383168" y="1335693"/>
                  </a:lnTo>
                  <a:lnTo>
                    <a:pt x="3383262" y="1335693"/>
                  </a:lnTo>
                  <a:lnTo>
                    <a:pt x="3383356" y="1335693"/>
                  </a:lnTo>
                  <a:lnTo>
                    <a:pt x="3383450" y="1335693"/>
                  </a:lnTo>
                  <a:lnTo>
                    <a:pt x="3383544" y="1335693"/>
                  </a:lnTo>
                  <a:lnTo>
                    <a:pt x="3383638" y="1335693"/>
                  </a:lnTo>
                  <a:lnTo>
                    <a:pt x="3383732" y="1335693"/>
                  </a:lnTo>
                  <a:lnTo>
                    <a:pt x="3383826" y="1335693"/>
                  </a:lnTo>
                  <a:lnTo>
                    <a:pt x="3383920" y="1335693"/>
                  </a:lnTo>
                  <a:lnTo>
                    <a:pt x="3384014" y="1335693"/>
                  </a:lnTo>
                  <a:lnTo>
                    <a:pt x="3384014" y="1330414"/>
                  </a:lnTo>
                  <a:lnTo>
                    <a:pt x="3384108" y="1330414"/>
                  </a:lnTo>
                  <a:lnTo>
                    <a:pt x="3384202" y="1330414"/>
                  </a:lnTo>
                  <a:lnTo>
                    <a:pt x="3384296" y="1330414"/>
                  </a:lnTo>
                  <a:lnTo>
                    <a:pt x="3384390" y="1330414"/>
                  </a:lnTo>
                  <a:lnTo>
                    <a:pt x="3384484" y="1330414"/>
                  </a:lnTo>
                  <a:lnTo>
                    <a:pt x="3384578" y="1330414"/>
                  </a:lnTo>
                  <a:lnTo>
                    <a:pt x="3384672" y="1330414"/>
                  </a:lnTo>
                  <a:lnTo>
                    <a:pt x="3384767" y="1330414"/>
                  </a:lnTo>
                  <a:lnTo>
                    <a:pt x="3384861" y="1330414"/>
                  </a:lnTo>
                  <a:lnTo>
                    <a:pt x="3384955" y="1330414"/>
                  </a:lnTo>
                  <a:lnTo>
                    <a:pt x="3385049" y="1330414"/>
                  </a:lnTo>
                  <a:lnTo>
                    <a:pt x="3385143" y="1330414"/>
                  </a:lnTo>
                  <a:lnTo>
                    <a:pt x="3385237" y="1330414"/>
                  </a:lnTo>
                  <a:lnTo>
                    <a:pt x="3385331" y="1330414"/>
                  </a:lnTo>
                  <a:lnTo>
                    <a:pt x="3385425" y="1330414"/>
                  </a:lnTo>
                  <a:lnTo>
                    <a:pt x="3385519" y="1330414"/>
                  </a:lnTo>
                  <a:lnTo>
                    <a:pt x="3385613" y="1330414"/>
                  </a:lnTo>
                  <a:lnTo>
                    <a:pt x="3385613" y="1325134"/>
                  </a:lnTo>
                  <a:lnTo>
                    <a:pt x="3385707" y="1325134"/>
                  </a:lnTo>
                  <a:lnTo>
                    <a:pt x="3385801" y="1325134"/>
                  </a:lnTo>
                  <a:lnTo>
                    <a:pt x="3385895" y="1325134"/>
                  </a:lnTo>
                  <a:lnTo>
                    <a:pt x="3385989" y="1325134"/>
                  </a:lnTo>
                  <a:lnTo>
                    <a:pt x="3386083" y="1325134"/>
                  </a:lnTo>
                  <a:lnTo>
                    <a:pt x="3386177" y="1325134"/>
                  </a:lnTo>
                  <a:lnTo>
                    <a:pt x="3386271" y="1325134"/>
                  </a:lnTo>
                  <a:lnTo>
                    <a:pt x="3386365" y="1325134"/>
                  </a:lnTo>
                  <a:lnTo>
                    <a:pt x="3386459" y="1325134"/>
                  </a:lnTo>
                  <a:lnTo>
                    <a:pt x="3386553" y="1325134"/>
                  </a:lnTo>
                  <a:lnTo>
                    <a:pt x="3386647" y="1325134"/>
                  </a:lnTo>
                  <a:lnTo>
                    <a:pt x="3386741" y="1325134"/>
                  </a:lnTo>
                  <a:lnTo>
                    <a:pt x="3386835" y="1325134"/>
                  </a:lnTo>
                  <a:lnTo>
                    <a:pt x="3386929" y="1325134"/>
                  </a:lnTo>
                  <a:lnTo>
                    <a:pt x="3386929" y="1319855"/>
                  </a:lnTo>
                  <a:lnTo>
                    <a:pt x="3387023" y="1319855"/>
                  </a:lnTo>
                  <a:lnTo>
                    <a:pt x="3387117" y="1319855"/>
                  </a:lnTo>
                  <a:lnTo>
                    <a:pt x="3387211" y="1319855"/>
                  </a:lnTo>
                  <a:lnTo>
                    <a:pt x="3387305" y="1319855"/>
                  </a:lnTo>
                  <a:lnTo>
                    <a:pt x="3387399" y="1319855"/>
                  </a:lnTo>
                  <a:lnTo>
                    <a:pt x="3387493" y="1319855"/>
                  </a:lnTo>
                  <a:lnTo>
                    <a:pt x="3387587" y="1319855"/>
                  </a:lnTo>
                  <a:lnTo>
                    <a:pt x="3387681" y="1319855"/>
                  </a:lnTo>
                  <a:lnTo>
                    <a:pt x="3387775" y="1319855"/>
                  </a:lnTo>
                  <a:lnTo>
                    <a:pt x="3387869" y="1319855"/>
                  </a:lnTo>
                  <a:lnTo>
                    <a:pt x="3387963" y="1319855"/>
                  </a:lnTo>
                  <a:lnTo>
                    <a:pt x="3388057" y="1319855"/>
                  </a:lnTo>
                  <a:lnTo>
                    <a:pt x="3388151" y="1319855"/>
                  </a:lnTo>
                  <a:lnTo>
                    <a:pt x="3388246" y="1319855"/>
                  </a:lnTo>
                  <a:lnTo>
                    <a:pt x="3388246" y="1314575"/>
                  </a:lnTo>
                  <a:lnTo>
                    <a:pt x="3388340" y="1314575"/>
                  </a:lnTo>
                  <a:lnTo>
                    <a:pt x="3388434" y="1314575"/>
                  </a:lnTo>
                  <a:lnTo>
                    <a:pt x="3388528" y="1314575"/>
                  </a:lnTo>
                  <a:lnTo>
                    <a:pt x="3388622" y="1314575"/>
                  </a:lnTo>
                  <a:lnTo>
                    <a:pt x="3388716" y="1314575"/>
                  </a:lnTo>
                  <a:lnTo>
                    <a:pt x="3388810" y="1314575"/>
                  </a:lnTo>
                  <a:lnTo>
                    <a:pt x="3388904" y="1314575"/>
                  </a:lnTo>
                  <a:lnTo>
                    <a:pt x="3388998" y="1314575"/>
                  </a:lnTo>
                  <a:lnTo>
                    <a:pt x="3389092" y="1314575"/>
                  </a:lnTo>
                  <a:lnTo>
                    <a:pt x="3389186" y="1314575"/>
                  </a:lnTo>
                  <a:lnTo>
                    <a:pt x="3389280" y="1314575"/>
                  </a:lnTo>
                  <a:lnTo>
                    <a:pt x="3389374" y="1314575"/>
                  </a:lnTo>
                  <a:lnTo>
                    <a:pt x="3389468" y="1314575"/>
                  </a:lnTo>
                  <a:lnTo>
                    <a:pt x="3389562" y="1314575"/>
                  </a:lnTo>
                  <a:lnTo>
                    <a:pt x="3389656" y="1314575"/>
                  </a:lnTo>
                  <a:lnTo>
                    <a:pt x="3389750" y="1314575"/>
                  </a:lnTo>
                  <a:lnTo>
                    <a:pt x="3389844" y="1314575"/>
                  </a:lnTo>
                  <a:lnTo>
                    <a:pt x="3389938" y="1314575"/>
                  </a:lnTo>
                  <a:lnTo>
                    <a:pt x="3390032" y="1314575"/>
                  </a:lnTo>
                  <a:lnTo>
                    <a:pt x="3390126" y="1314575"/>
                  </a:lnTo>
                  <a:lnTo>
                    <a:pt x="3390220" y="1314575"/>
                  </a:lnTo>
                  <a:lnTo>
                    <a:pt x="3390314" y="1314575"/>
                  </a:lnTo>
                  <a:lnTo>
                    <a:pt x="3390408" y="1314575"/>
                  </a:lnTo>
                  <a:lnTo>
                    <a:pt x="3390502" y="1314575"/>
                  </a:lnTo>
                  <a:lnTo>
                    <a:pt x="3390596" y="1314575"/>
                  </a:lnTo>
                  <a:lnTo>
                    <a:pt x="3390690" y="1314575"/>
                  </a:lnTo>
                  <a:lnTo>
                    <a:pt x="3390784" y="1314575"/>
                  </a:lnTo>
                  <a:lnTo>
                    <a:pt x="3390878" y="1314575"/>
                  </a:lnTo>
                  <a:lnTo>
                    <a:pt x="3390972" y="1314575"/>
                  </a:lnTo>
                  <a:lnTo>
                    <a:pt x="3391066" y="1314575"/>
                  </a:lnTo>
                  <a:lnTo>
                    <a:pt x="3391160" y="1314575"/>
                  </a:lnTo>
                  <a:lnTo>
                    <a:pt x="3391254" y="1314575"/>
                  </a:lnTo>
                  <a:lnTo>
                    <a:pt x="3391348" y="1314575"/>
                  </a:lnTo>
                  <a:lnTo>
                    <a:pt x="3391442" y="1314575"/>
                  </a:lnTo>
                  <a:lnTo>
                    <a:pt x="3391536" y="1314575"/>
                  </a:lnTo>
                  <a:lnTo>
                    <a:pt x="3391630" y="1314575"/>
                  </a:lnTo>
                  <a:lnTo>
                    <a:pt x="3391724" y="1314575"/>
                  </a:lnTo>
                  <a:lnTo>
                    <a:pt x="3391819" y="1314575"/>
                  </a:lnTo>
                  <a:lnTo>
                    <a:pt x="3391913" y="1314575"/>
                  </a:lnTo>
                  <a:lnTo>
                    <a:pt x="3392007" y="1314575"/>
                  </a:lnTo>
                  <a:lnTo>
                    <a:pt x="3392101" y="1314575"/>
                  </a:lnTo>
                  <a:lnTo>
                    <a:pt x="3392195" y="1314575"/>
                  </a:lnTo>
                  <a:lnTo>
                    <a:pt x="3392289" y="1314575"/>
                  </a:lnTo>
                  <a:lnTo>
                    <a:pt x="3392383" y="1314575"/>
                  </a:lnTo>
                  <a:lnTo>
                    <a:pt x="3392477" y="1314575"/>
                  </a:lnTo>
                  <a:lnTo>
                    <a:pt x="3392571" y="1314575"/>
                  </a:lnTo>
                  <a:lnTo>
                    <a:pt x="3392665" y="1314575"/>
                  </a:lnTo>
                  <a:lnTo>
                    <a:pt x="3392759" y="1314575"/>
                  </a:lnTo>
                  <a:lnTo>
                    <a:pt x="3392853" y="1314575"/>
                  </a:lnTo>
                  <a:lnTo>
                    <a:pt x="3392947" y="1314575"/>
                  </a:lnTo>
                  <a:lnTo>
                    <a:pt x="3393041" y="1314575"/>
                  </a:lnTo>
                  <a:lnTo>
                    <a:pt x="3393135" y="1314575"/>
                  </a:lnTo>
                  <a:lnTo>
                    <a:pt x="3393229" y="1314575"/>
                  </a:lnTo>
                  <a:lnTo>
                    <a:pt x="3393323" y="1314575"/>
                  </a:lnTo>
                  <a:lnTo>
                    <a:pt x="3393417" y="1314575"/>
                  </a:lnTo>
                  <a:lnTo>
                    <a:pt x="3393511" y="1314575"/>
                  </a:lnTo>
                  <a:lnTo>
                    <a:pt x="3393605" y="1314575"/>
                  </a:lnTo>
                  <a:lnTo>
                    <a:pt x="3393699" y="1314575"/>
                  </a:lnTo>
                  <a:lnTo>
                    <a:pt x="3393793" y="1314575"/>
                  </a:lnTo>
                  <a:lnTo>
                    <a:pt x="3393887" y="1314575"/>
                  </a:lnTo>
                  <a:lnTo>
                    <a:pt x="3393981" y="1314575"/>
                  </a:lnTo>
                  <a:lnTo>
                    <a:pt x="3394075" y="1314575"/>
                  </a:lnTo>
                  <a:lnTo>
                    <a:pt x="3394169" y="1314575"/>
                  </a:lnTo>
                  <a:lnTo>
                    <a:pt x="3394263" y="1314575"/>
                  </a:lnTo>
                  <a:lnTo>
                    <a:pt x="3394357" y="1314575"/>
                  </a:lnTo>
                  <a:lnTo>
                    <a:pt x="3394451" y="1314575"/>
                  </a:lnTo>
                  <a:lnTo>
                    <a:pt x="3394545" y="1314575"/>
                  </a:lnTo>
                  <a:lnTo>
                    <a:pt x="3394639" y="1314575"/>
                  </a:lnTo>
                  <a:lnTo>
                    <a:pt x="3394733" y="1314575"/>
                  </a:lnTo>
                  <a:lnTo>
                    <a:pt x="3394827" y="1314575"/>
                  </a:lnTo>
                  <a:lnTo>
                    <a:pt x="3394921" y="1314575"/>
                  </a:lnTo>
                  <a:lnTo>
                    <a:pt x="3395015" y="1314575"/>
                  </a:lnTo>
                  <a:lnTo>
                    <a:pt x="3395109" y="1314575"/>
                  </a:lnTo>
                  <a:lnTo>
                    <a:pt x="3395203" y="1314575"/>
                  </a:lnTo>
                  <a:lnTo>
                    <a:pt x="3395297" y="1314575"/>
                  </a:lnTo>
                  <a:lnTo>
                    <a:pt x="3395392" y="1314575"/>
                  </a:lnTo>
                  <a:lnTo>
                    <a:pt x="3395486" y="1314575"/>
                  </a:lnTo>
                  <a:lnTo>
                    <a:pt x="3395580" y="1314575"/>
                  </a:lnTo>
                  <a:lnTo>
                    <a:pt x="3395674" y="1314575"/>
                  </a:lnTo>
                  <a:lnTo>
                    <a:pt x="3395768" y="1314575"/>
                  </a:lnTo>
                  <a:lnTo>
                    <a:pt x="3395768" y="1309296"/>
                  </a:lnTo>
                  <a:lnTo>
                    <a:pt x="3395862" y="1309296"/>
                  </a:lnTo>
                  <a:lnTo>
                    <a:pt x="3395956" y="1309296"/>
                  </a:lnTo>
                  <a:lnTo>
                    <a:pt x="3396050" y="1309296"/>
                  </a:lnTo>
                  <a:lnTo>
                    <a:pt x="3396144" y="1309296"/>
                  </a:lnTo>
                  <a:lnTo>
                    <a:pt x="3396238" y="1309296"/>
                  </a:lnTo>
                  <a:lnTo>
                    <a:pt x="3396332" y="1309296"/>
                  </a:lnTo>
                  <a:lnTo>
                    <a:pt x="3396426" y="1309296"/>
                  </a:lnTo>
                  <a:lnTo>
                    <a:pt x="3396520" y="1309296"/>
                  </a:lnTo>
                  <a:lnTo>
                    <a:pt x="3396614" y="1309296"/>
                  </a:lnTo>
                  <a:lnTo>
                    <a:pt x="3396708" y="1309296"/>
                  </a:lnTo>
                  <a:lnTo>
                    <a:pt x="3396802" y="1309296"/>
                  </a:lnTo>
                  <a:lnTo>
                    <a:pt x="3396896" y="1309296"/>
                  </a:lnTo>
                  <a:lnTo>
                    <a:pt x="3396990" y="1309296"/>
                  </a:lnTo>
                  <a:lnTo>
                    <a:pt x="3397084" y="1309296"/>
                  </a:lnTo>
                  <a:lnTo>
                    <a:pt x="3397178" y="1309296"/>
                  </a:lnTo>
                  <a:lnTo>
                    <a:pt x="3397272" y="1309296"/>
                  </a:lnTo>
                  <a:lnTo>
                    <a:pt x="3397366" y="1309296"/>
                  </a:lnTo>
                  <a:lnTo>
                    <a:pt x="3397460" y="1309296"/>
                  </a:lnTo>
                  <a:lnTo>
                    <a:pt x="3397554" y="1309296"/>
                  </a:lnTo>
                  <a:lnTo>
                    <a:pt x="3397648" y="1309296"/>
                  </a:lnTo>
                  <a:lnTo>
                    <a:pt x="3397742" y="1309296"/>
                  </a:lnTo>
                  <a:lnTo>
                    <a:pt x="3397836" y="1309296"/>
                  </a:lnTo>
                  <a:lnTo>
                    <a:pt x="3397930" y="1309296"/>
                  </a:lnTo>
                  <a:lnTo>
                    <a:pt x="3398024" y="1309296"/>
                  </a:lnTo>
                  <a:lnTo>
                    <a:pt x="3398118" y="1309296"/>
                  </a:lnTo>
                  <a:lnTo>
                    <a:pt x="3398212" y="1309296"/>
                  </a:lnTo>
                  <a:lnTo>
                    <a:pt x="3398306" y="1309296"/>
                  </a:lnTo>
                  <a:lnTo>
                    <a:pt x="3398400" y="1309296"/>
                  </a:lnTo>
                  <a:lnTo>
                    <a:pt x="3398494" y="1309296"/>
                  </a:lnTo>
                  <a:lnTo>
                    <a:pt x="3398588" y="1309296"/>
                  </a:lnTo>
                  <a:lnTo>
                    <a:pt x="3398682" y="1309296"/>
                  </a:lnTo>
                  <a:lnTo>
                    <a:pt x="3398776" y="1309296"/>
                  </a:lnTo>
                  <a:lnTo>
                    <a:pt x="3398871" y="1309296"/>
                  </a:lnTo>
                  <a:lnTo>
                    <a:pt x="3398965" y="1309296"/>
                  </a:lnTo>
                  <a:lnTo>
                    <a:pt x="3399059" y="1309296"/>
                  </a:lnTo>
                  <a:lnTo>
                    <a:pt x="3399153" y="1309296"/>
                  </a:lnTo>
                  <a:lnTo>
                    <a:pt x="3399247" y="1309296"/>
                  </a:lnTo>
                  <a:lnTo>
                    <a:pt x="3399341" y="1309296"/>
                  </a:lnTo>
                  <a:lnTo>
                    <a:pt x="3399435" y="1309296"/>
                  </a:lnTo>
                  <a:lnTo>
                    <a:pt x="3399529" y="1309296"/>
                  </a:lnTo>
                  <a:lnTo>
                    <a:pt x="3399623" y="1309296"/>
                  </a:lnTo>
                  <a:lnTo>
                    <a:pt x="3399717" y="1309296"/>
                  </a:lnTo>
                  <a:lnTo>
                    <a:pt x="3399811" y="1309296"/>
                  </a:lnTo>
                  <a:lnTo>
                    <a:pt x="3399905" y="1309296"/>
                  </a:lnTo>
                  <a:lnTo>
                    <a:pt x="3399999" y="1309296"/>
                  </a:lnTo>
                  <a:lnTo>
                    <a:pt x="3400093" y="1309296"/>
                  </a:lnTo>
                  <a:lnTo>
                    <a:pt x="3400187" y="1309296"/>
                  </a:lnTo>
                  <a:lnTo>
                    <a:pt x="3400281" y="1309296"/>
                  </a:lnTo>
                  <a:lnTo>
                    <a:pt x="3400375" y="1309296"/>
                  </a:lnTo>
                  <a:lnTo>
                    <a:pt x="3400469" y="1309296"/>
                  </a:lnTo>
                  <a:lnTo>
                    <a:pt x="3400563" y="1309296"/>
                  </a:lnTo>
                  <a:lnTo>
                    <a:pt x="3400657" y="1309296"/>
                  </a:lnTo>
                  <a:lnTo>
                    <a:pt x="3400751" y="1309296"/>
                  </a:lnTo>
                  <a:lnTo>
                    <a:pt x="3400845" y="1309296"/>
                  </a:lnTo>
                  <a:lnTo>
                    <a:pt x="3400939" y="1309296"/>
                  </a:lnTo>
                  <a:lnTo>
                    <a:pt x="3401033" y="1309296"/>
                  </a:lnTo>
                  <a:lnTo>
                    <a:pt x="3401127" y="1309296"/>
                  </a:lnTo>
                  <a:lnTo>
                    <a:pt x="3401221" y="1309296"/>
                  </a:lnTo>
                  <a:lnTo>
                    <a:pt x="3401315" y="1309296"/>
                  </a:lnTo>
                  <a:lnTo>
                    <a:pt x="3401409" y="1309296"/>
                  </a:lnTo>
                  <a:lnTo>
                    <a:pt x="3401503" y="1309296"/>
                  </a:lnTo>
                  <a:lnTo>
                    <a:pt x="3401597" y="1309296"/>
                  </a:lnTo>
                  <a:lnTo>
                    <a:pt x="3401691" y="1309296"/>
                  </a:lnTo>
                  <a:lnTo>
                    <a:pt x="3401785" y="1309296"/>
                  </a:lnTo>
                  <a:lnTo>
                    <a:pt x="3401879" y="1309296"/>
                  </a:lnTo>
                  <a:lnTo>
                    <a:pt x="3401973" y="1309296"/>
                  </a:lnTo>
                  <a:lnTo>
                    <a:pt x="3402067" y="1309296"/>
                  </a:lnTo>
                  <a:lnTo>
                    <a:pt x="3402161" y="1309296"/>
                  </a:lnTo>
                  <a:lnTo>
                    <a:pt x="3402255" y="1309296"/>
                  </a:lnTo>
                  <a:lnTo>
                    <a:pt x="3402349" y="1309296"/>
                  </a:lnTo>
                  <a:lnTo>
                    <a:pt x="3402444" y="1309296"/>
                  </a:lnTo>
                  <a:lnTo>
                    <a:pt x="3402538" y="1309296"/>
                  </a:lnTo>
                  <a:lnTo>
                    <a:pt x="3402632" y="1309296"/>
                  </a:lnTo>
                  <a:lnTo>
                    <a:pt x="3402726" y="1309296"/>
                  </a:lnTo>
                  <a:lnTo>
                    <a:pt x="3402820" y="1309296"/>
                  </a:lnTo>
                  <a:lnTo>
                    <a:pt x="3402914" y="1309296"/>
                  </a:lnTo>
                  <a:lnTo>
                    <a:pt x="3403008" y="1309296"/>
                  </a:lnTo>
                  <a:lnTo>
                    <a:pt x="3403102" y="1309296"/>
                  </a:lnTo>
                  <a:lnTo>
                    <a:pt x="3403196" y="1309296"/>
                  </a:lnTo>
                  <a:lnTo>
                    <a:pt x="3403290" y="1309296"/>
                  </a:lnTo>
                  <a:lnTo>
                    <a:pt x="3403384" y="1309296"/>
                  </a:lnTo>
                  <a:lnTo>
                    <a:pt x="3403478" y="1309296"/>
                  </a:lnTo>
                  <a:lnTo>
                    <a:pt x="3403572" y="1309296"/>
                  </a:lnTo>
                  <a:lnTo>
                    <a:pt x="3403666" y="1309296"/>
                  </a:lnTo>
                  <a:lnTo>
                    <a:pt x="3403760" y="1309296"/>
                  </a:lnTo>
                  <a:lnTo>
                    <a:pt x="3403854" y="1309296"/>
                  </a:lnTo>
                  <a:lnTo>
                    <a:pt x="3403948" y="1309296"/>
                  </a:lnTo>
                  <a:lnTo>
                    <a:pt x="3404042" y="1309296"/>
                  </a:lnTo>
                  <a:lnTo>
                    <a:pt x="3404136" y="1309296"/>
                  </a:lnTo>
                  <a:lnTo>
                    <a:pt x="3404230" y="1309296"/>
                  </a:lnTo>
                  <a:lnTo>
                    <a:pt x="3404230" y="1304017"/>
                  </a:lnTo>
                  <a:lnTo>
                    <a:pt x="3404324" y="1304017"/>
                  </a:lnTo>
                  <a:lnTo>
                    <a:pt x="3404418" y="1304017"/>
                  </a:lnTo>
                  <a:lnTo>
                    <a:pt x="3404512" y="1304017"/>
                  </a:lnTo>
                  <a:lnTo>
                    <a:pt x="3404606" y="1304017"/>
                  </a:lnTo>
                  <a:lnTo>
                    <a:pt x="3404700" y="1304017"/>
                  </a:lnTo>
                  <a:lnTo>
                    <a:pt x="3404794" y="1304017"/>
                  </a:lnTo>
                  <a:lnTo>
                    <a:pt x="3404888" y="1304017"/>
                  </a:lnTo>
                  <a:lnTo>
                    <a:pt x="3404982" y="1304017"/>
                  </a:lnTo>
                  <a:lnTo>
                    <a:pt x="3405076" y="1304017"/>
                  </a:lnTo>
                  <a:lnTo>
                    <a:pt x="3405170" y="1304017"/>
                  </a:lnTo>
                  <a:lnTo>
                    <a:pt x="3405264" y="1304017"/>
                  </a:lnTo>
                  <a:lnTo>
                    <a:pt x="3405358" y="1304017"/>
                  </a:lnTo>
                  <a:lnTo>
                    <a:pt x="3405452" y="1304017"/>
                  </a:lnTo>
                  <a:lnTo>
                    <a:pt x="3405546" y="1304017"/>
                  </a:lnTo>
                  <a:lnTo>
                    <a:pt x="3405640" y="1304017"/>
                  </a:lnTo>
                  <a:lnTo>
                    <a:pt x="3405734" y="1304017"/>
                  </a:lnTo>
                  <a:lnTo>
                    <a:pt x="3405828" y="1304017"/>
                  </a:lnTo>
                  <a:lnTo>
                    <a:pt x="3405922" y="1304017"/>
                  </a:lnTo>
                  <a:lnTo>
                    <a:pt x="3406017" y="1304017"/>
                  </a:lnTo>
                  <a:lnTo>
                    <a:pt x="3406111" y="1304017"/>
                  </a:lnTo>
                  <a:lnTo>
                    <a:pt x="3406205" y="1304017"/>
                  </a:lnTo>
                  <a:lnTo>
                    <a:pt x="3406299" y="1304017"/>
                  </a:lnTo>
                  <a:lnTo>
                    <a:pt x="3406393" y="1304017"/>
                  </a:lnTo>
                  <a:lnTo>
                    <a:pt x="3406487" y="1304017"/>
                  </a:lnTo>
                  <a:lnTo>
                    <a:pt x="3406581" y="1304017"/>
                  </a:lnTo>
                  <a:lnTo>
                    <a:pt x="3406675" y="1304017"/>
                  </a:lnTo>
                  <a:lnTo>
                    <a:pt x="3406769" y="1304017"/>
                  </a:lnTo>
                  <a:lnTo>
                    <a:pt x="3406863" y="1304017"/>
                  </a:lnTo>
                  <a:lnTo>
                    <a:pt x="3406957" y="1304017"/>
                  </a:lnTo>
                  <a:lnTo>
                    <a:pt x="3407051" y="1304017"/>
                  </a:lnTo>
                  <a:lnTo>
                    <a:pt x="3407145" y="1304017"/>
                  </a:lnTo>
                  <a:lnTo>
                    <a:pt x="3407239" y="1304017"/>
                  </a:lnTo>
                  <a:lnTo>
                    <a:pt x="3407333" y="1304017"/>
                  </a:lnTo>
                  <a:lnTo>
                    <a:pt x="3407427" y="1304017"/>
                  </a:lnTo>
                  <a:lnTo>
                    <a:pt x="3407521" y="1304017"/>
                  </a:lnTo>
                  <a:lnTo>
                    <a:pt x="3407615" y="1304017"/>
                  </a:lnTo>
                  <a:lnTo>
                    <a:pt x="3407709" y="1304017"/>
                  </a:lnTo>
                  <a:lnTo>
                    <a:pt x="3407803" y="1304017"/>
                  </a:lnTo>
                  <a:lnTo>
                    <a:pt x="3407897" y="1304017"/>
                  </a:lnTo>
                  <a:lnTo>
                    <a:pt x="3407991" y="1304017"/>
                  </a:lnTo>
                  <a:lnTo>
                    <a:pt x="3408085" y="1304017"/>
                  </a:lnTo>
                  <a:lnTo>
                    <a:pt x="3408085" y="1298737"/>
                  </a:lnTo>
                  <a:lnTo>
                    <a:pt x="3408179" y="1298737"/>
                  </a:lnTo>
                  <a:lnTo>
                    <a:pt x="3408273" y="1298737"/>
                  </a:lnTo>
                  <a:lnTo>
                    <a:pt x="3408367" y="1298737"/>
                  </a:lnTo>
                  <a:lnTo>
                    <a:pt x="3408461" y="1298737"/>
                  </a:lnTo>
                  <a:lnTo>
                    <a:pt x="3408461" y="1293458"/>
                  </a:lnTo>
                  <a:lnTo>
                    <a:pt x="3408555" y="1293458"/>
                  </a:lnTo>
                  <a:lnTo>
                    <a:pt x="3408649" y="1293458"/>
                  </a:lnTo>
                  <a:lnTo>
                    <a:pt x="3408743" y="1293458"/>
                  </a:lnTo>
                  <a:lnTo>
                    <a:pt x="3408837" y="1293458"/>
                  </a:lnTo>
                  <a:lnTo>
                    <a:pt x="3408931" y="1293458"/>
                  </a:lnTo>
                  <a:lnTo>
                    <a:pt x="3409025" y="1293458"/>
                  </a:lnTo>
                  <a:lnTo>
                    <a:pt x="3409119" y="1293458"/>
                  </a:lnTo>
                  <a:lnTo>
                    <a:pt x="3409213" y="1293458"/>
                  </a:lnTo>
                  <a:lnTo>
                    <a:pt x="3409307" y="1293458"/>
                  </a:lnTo>
                  <a:lnTo>
                    <a:pt x="3409401" y="1293458"/>
                  </a:lnTo>
                  <a:lnTo>
                    <a:pt x="3409496" y="1293458"/>
                  </a:lnTo>
                  <a:lnTo>
                    <a:pt x="3409590" y="1293458"/>
                  </a:lnTo>
                  <a:lnTo>
                    <a:pt x="3409684" y="1293458"/>
                  </a:lnTo>
                  <a:lnTo>
                    <a:pt x="3409778" y="1293458"/>
                  </a:lnTo>
                  <a:lnTo>
                    <a:pt x="3409872" y="1293458"/>
                  </a:lnTo>
                  <a:lnTo>
                    <a:pt x="3409966" y="1293458"/>
                  </a:lnTo>
                  <a:lnTo>
                    <a:pt x="3410060" y="1293458"/>
                  </a:lnTo>
                  <a:lnTo>
                    <a:pt x="3410154" y="1293458"/>
                  </a:lnTo>
                  <a:lnTo>
                    <a:pt x="3410248" y="1293458"/>
                  </a:lnTo>
                  <a:lnTo>
                    <a:pt x="3410342" y="1293458"/>
                  </a:lnTo>
                  <a:lnTo>
                    <a:pt x="3410436" y="1293458"/>
                  </a:lnTo>
                  <a:lnTo>
                    <a:pt x="3410530" y="1293458"/>
                  </a:lnTo>
                  <a:lnTo>
                    <a:pt x="3410624" y="1293458"/>
                  </a:lnTo>
                  <a:lnTo>
                    <a:pt x="3410718" y="1293458"/>
                  </a:lnTo>
                  <a:lnTo>
                    <a:pt x="3410812" y="1293458"/>
                  </a:lnTo>
                  <a:lnTo>
                    <a:pt x="3410906" y="1293458"/>
                  </a:lnTo>
                  <a:lnTo>
                    <a:pt x="3411000" y="1293458"/>
                  </a:lnTo>
                  <a:lnTo>
                    <a:pt x="3411094" y="1293458"/>
                  </a:lnTo>
                  <a:lnTo>
                    <a:pt x="3411188" y="1293458"/>
                  </a:lnTo>
                  <a:lnTo>
                    <a:pt x="3411282" y="1293458"/>
                  </a:lnTo>
                  <a:lnTo>
                    <a:pt x="3411376" y="1293458"/>
                  </a:lnTo>
                  <a:lnTo>
                    <a:pt x="3411470" y="1293458"/>
                  </a:lnTo>
                  <a:lnTo>
                    <a:pt x="3411564" y="1293458"/>
                  </a:lnTo>
                  <a:lnTo>
                    <a:pt x="3411658" y="1293458"/>
                  </a:lnTo>
                  <a:lnTo>
                    <a:pt x="3411752" y="1293458"/>
                  </a:lnTo>
                  <a:lnTo>
                    <a:pt x="3411846" y="1293458"/>
                  </a:lnTo>
                  <a:lnTo>
                    <a:pt x="3411940" y="1293458"/>
                  </a:lnTo>
                  <a:lnTo>
                    <a:pt x="3412034" y="1293458"/>
                  </a:lnTo>
                  <a:lnTo>
                    <a:pt x="3412128" y="1293458"/>
                  </a:lnTo>
                  <a:lnTo>
                    <a:pt x="3412222" y="1293458"/>
                  </a:lnTo>
                  <a:lnTo>
                    <a:pt x="3412316" y="1293458"/>
                  </a:lnTo>
                  <a:lnTo>
                    <a:pt x="3412410" y="1293458"/>
                  </a:lnTo>
                  <a:lnTo>
                    <a:pt x="3412504" y="1293458"/>
                  </a:lnTo>
                  <a:lnTo>
                    <a:pt x="3412598" y="1293458"/>
                  </a:lnTo>
                  <a:lnTo>
                    <a:pt x="3412692" y="1293458"/>
                  </a:lnTo>
                  <a:lnTo>
                    <a:pt x="3412786" y="1293458"/>
                  </a:lnTo>
                  <a:lnTo>
                    <a:pt x="3412880" y="1293458"/>
                  </a:lnTo>
                  <a:lnTo>
                    <a:pt x="3412974" y="1293458"/>
                  </a:lnTo>
                  <a:lnTo>
                    <a:pt x="3413069" y="1293458"/>
                  </a:lnTo>
                  <a:lnTo>
                    <a:pt x="3413163" y="1293458"/>
                  </a:lnTo>
                  <a:lnTo>
                    <a:pt x="3413257" y="1293458"/>
                  </a:lnTo>
                  <a:lnTo>
                    <a:pt x="3413351" y="1293458"/>
                  </a:lnTo>
                  <a:lnTo>
                    <a:pt x="3413445" y="1293458"/>
                  </a:lnTo>
                  <a:lnTo>
                    <a:pt x="3413539" y="1293458"/>
                  </a:lnTo>
                  <a:lnTo>
                    <a:pt x="3413633" y="1293458"/>
                  </a:lnTo>
                  <a:lnTo>
                    <a:pt x="3413727" y="1293458"/>
                  </a:lnTo>
                  <a:lnTo>
                    <a:pt x="3413821" y="1293458"/>
                  </a:lnTo>
                  <a:lnTo>
                    <a:pt x="3413915" y="1293458"/>
                  </a:lnTo>
                  <a:lnTo>
                    <a:pt x="3414009" y="1293458"/>
                  </a:lnTo>
                  <a:lnTo>
                    <a:pt x="3414103" y="1293458"/>
                  </a:lnTo>
                  <a:lnTo>
                    <a:pt x="3414197" y="1293458"/>
                  </a:lnTo>
                  <a:lnTo>
                    <a:pt x="3414291" y="1293458"/>
                  </a:lnTo>
                  <a:lnTo>
                    <a:pt x="3414385" y="1293458"/>
                  </a:lnTo>
                  <a:lnTo>
                    <a:pt x="3414479" y="1293458"/>
                  </a:lnTo>
                  <a:lnTo>
                    <a:pt x="3414573" y="1293458"/>
                  </a:lnTo>
                  <a:lnTo>
                    <a:pt x="3414667" y="1293458"/>
                  </a:lnTo>
                  <a:lnTo>
                    <a:pt x="3414761" y="1293458"/>
                  </a:lnTo>
                  <a:lnTo>
                    <a:pt x="3414855" y="1293458"/>
                  </a:lnTo>
                  <a:lnTo>
                    <a:pt x="3414949" y="1293458"/>
                  </a:lnTo>
                  <a:lnTo>
                    <a:pt x="3415043" y="1293458"/>
                  </a:lnTo>
                  <a:lnTo>
                    <a:pt x="3415137" y="1293458"/>
                  </a:lnTo>
                  <a:lnTo>
                    <a:pt x="3415231" y="1293458"/>
                  </a:lnTo>
                  <a:lnTo>
                    <a:pt x="3415325" y="1293458"/>
                  </a:lnTo>
                  <a:lnTo>
                    <a:pt x="3415419" y="1293458"/>
                  </a:lnTo>
                  <a:lnTo>
                    <a:pt x="3415513" y="1293458"/>
                  </a:lnTo>
                  <a:lnTo>
                    <a:pt x="3415607" y="1293458"/>
                  </a:lnTo>
                  <a:lnTo>
                    <a:pt x="3415701" y="1293458"/>
                  </a:lnTo>
                  <a:lnTo>
                    <a:pt x="3415795" y="1293458"/>
                  </a:lnTo>
                  <a:lnTo>
                    <a:pt x="3415889" y="1293458"/>
                  </a:lnTo>
                  <a:lnTo>
                    <a:pt x="3415983" y="1293458"/>
                  </a:lnTo>
                  <a:lnTo>
                    <a:pt x="3416077" y="1293458"/>
                  </a:lnTo>
                  <a:lnTo>
                    <a:pt x="3416171" y="1293458"/>
                  </a:lnTo>
                  <a:lnTo>
                    <a:pt x="3416265" y="1293458"/>
                  </a:lnTo>
                  <a:lnTo>
                    <a:pt x="3416359" y="1293458"/>
                  </a:lnTo>
                  <a:lnTo>
                    <a:pt x="3416453" y="1293458"/>
                  </a:lnTo>
                  <a:lnTo>
                    <a:pt x="3416547" y="1293458"/>
                  </a:lnTo>
                  <a:lnTo>
                    <a:pt x="3416642" y="1293458"/>
                  </a:lnTo>
                  <a:lnTo>
                    <a:pt x="3416736" y="1293458"/>
                  </a:lnTo>
                  <a:lnTo>
                    <a:pt x="3416830" y="1293458"/>
                  </a:lnTo>
                  <a:lnTo>
                    <a:pt x="3416924" y="1293458"/>
                  </a:lnTo>
                  <a:lnTo>
                    <a:pt x="3417018" y="1293458"/>
                  </a:lnTo>
                  <a:lnTo>
                    <a:pt x="3417112" y="1293458"/>
                  </a:lnTo>
                  <a:lnTo>
                    <a:pt x="3417206" y="1293458"/>
                  </a:lnTo>
                  <a:lnTo>
                    <a:pt x="3417300" y="1293458"/>
                  </a:lnTo>
                  <a:lnTo>
                    <a:pt x="3417394" y="1293458"/>
                  </a:lnTo>
                  <a:lnTo>
                    <a:pt x="3417488" y="1293458"/>
                  </a:lnTo>
                  <a:lnTo>
                    <a:pt x="3417582" y="1293458"/>
                  </a:lnTo>
                  <a:lnTo>
                    <a:pt x="3417676" y="1293458"/>
                  </a:lnTo>
                  <a:lnTo>
                    <a:pt x="3417770" y="1293458"/>
                  </a:lnTo>
                  <a:lnTo>
                    <a:pt x="3417864" y="1293458"/>
                  </a:lnTo>
                  <a:lnTo>
                    <a:pt x="3417958" y="1293458"/>
                  </a:lnTo>
                  <a:lnTo>
                    <a:pt x="3418052" y="1293458"/>
                  </a:lnTo>
                  <a:lnTo>
                    <a:pt x="3418146" y="1293458"/>
                  </a:lnTo>
                  <a:lnTo>
                    <a:pt x="3418240" y="1293458"/>
                  </a:lnTo>
                  <a:lnTo>
                    <a:pt x="3418334" y="1293458"/>
                  </a:lnTo>
                  <a:lnTo>
                    <a:pt x="3418428" y="1293458"/>
                  </a:lnTo>
                  <a:lnTo>
                    <a:pt x="3418522" y="1293458"/>
                  </a:lnTo>
                  <a:lnTo>
                    <a:pt x="3418616" y="1293458"/>
                  </a:lnTo>
                  <a:lnTo>
                    <a:pt x="3418710" y="1293458"/>
                  </a:lnTo>
                  <a:lnTo>
                    <a:pt x="3418804" y="1293458"/>
                  </a:lnTo>
                  <a:lnTo>
                    <a:pt x="3418898" y="1293458"/>
                  </a:lnTo>
                  <a:lnTo>
                    <a:pt x="3418992" y="1293458"/>
                  </a:lnTo>
                  <a:lnTo>
                    <a:pt x="3419086" y="1293458"/>
                  </a:lnTo>
                  <a:lnTo>
                    <a:pt x="3419180" y="1293458"/>
                  </a:lnTo>
                  <a:lnTo>
                    <a:pt x="3419274" y="1293458"/>
                  </a:lnTo>
                  <a:lnTo>
                    <a:pt x="3419368" y="1293458"/>
                  </a:lnTo>
                  <a:lnTo>
                    <a:pt x="3419462" y="1293458"/>
                  </a:lnTo>
                  <a:lnTo>
                    <a:pt x="3419556" y="1293458"/>
                  </a:lnTo>
                  <a:lnTo>
                    <a:pt x="3419650" y="1293458"/>
                  </a:lnTo>
                  <a:lnTo>
                    <a:pt x="3419744" y="1293458"/>
                  </a:lnTo>
                  <a:lnTo>
                    <a:pt x="3419838" y="1293458"/>
                  </a:lnTo>
                  <a:lnTo>
                    <a:pt x="3419932" y="1293458"/>
                  </a:lnTo>
                  <a:lnTo>
                    <a:pt x="3420026" y="1293458"/>
                  </a:lnTo>
                  <a:lnTo>
                    <a:pt x="3420121" y="1293458"/>
                  </a:lnTo>
                  <a:lnTo>
                    <a:pt x="3420215" y="1293458"/>
                  </a:lnTo>
                  <a:lnTo>
                    <a:pt x="3420309" y="1293458"/>
                  </a:lnTo>
                  <a:lnTo>
                    <a:pt x="3420403" y="1293458"/>
                  </a:lnTo>
                  <a:lnTo>
                    <a:pt x="3420497" y="1293458"/>
                  </a:lnTo>
                  <a:lnTo>
                    <a:pt x="3420591" y="1293458"/>
                  </a:lnTo>
                  <a:lnTo>
                    <a:pt x="3420685" y="1293458"/>
                  </a:lnTo>
                  <a:lnTo>
                    <a:pt x="3420779" y="1293458"/>
                  </a:lnTo>
                  <a:lnTo>
                    <a:pt x="3420779" y="1288178"/>
                  </a:lnTo>
                  <a:lnTo>
                    <a:pt x="3420873" y="1288178"/>
                  </a:lnTo>
                  <a:lnTo>
                    <a:pt x="3420967" y="1288178"/>
                  </a:lnTo>
                  <a:lnTo>
                    <a:pt x="3421061" y="1288178"/>
                  </a:lnTo>
                  <a:lnTo>
                    <a:pt x="3421155" y="1288178"/>
                  </a:lnTo>
                  <a:lnTo>
                    <a:pt x="3421249" y="1288178"/>
                  </a:lnTo>
                  <a:lnTo>
                    <a:pt x="3421343" y="1288178"/>
                  </a:lnTo>
                  <a:lnTo>
                    <a:pt x="3421437" y="1288178"/>
                  </a:lnTo>
                  <a:lnTo>
                    <a:pt x="3421531" y="1288178"/>
                  </a:lnTo>
                  <a:lnTo>
                    <a:pt x="3421625" y="1288178"/>
                  </a:lnTo>
                  <a:lnTo>
                    <a:pt x="3421719" y="1288178"/>
                  </a:lnTo>
                  <a:lnTo>
                    <a:pt x="3421813" y="1288178"/>
                  </a:lnTo>
                  <a:lnTo>
                    <a:pt x="3421907" y="1288178"/>
                  </a:lnTo>
                  <a:lnTo>
                    <a:pt x="3422001" y="1288178"/>
                  </a:lnTo>
                  <a:lnTo>
                    <a:pt x="3422095" y="1288178"/>
                  </a:lnTo>
                  <a:lnTo>
                    <a:pt x="3422189" y="1288178"/>
                  </a:lnTo>
                  <a:lnTo>
                    <a:pt x="3422283" y="1288178"/>
                  </a:lnTo>
                  <a:lnTo>
                    <a:pt x="3422377" y="1288178"/>
                  </a:lnTo>
                  <a:lnTo>
                    <a:pt x="3422471" y="1288178"/>
                  </a:lnTo>
                  <a:lnTo>
                    <a:pt x="3422565" y="1288178"/>
                  </a:lnTo>
                  <a:lnTo>
                    <a:pt x="3422659" y="1288178"/>
                  </a:lnTo>
                  <a:lnTo>
                    <a:pt x="3422753" y="1288178"/>
                  </a:lnTo>
                  <a:lnTo>
                    <a:pt x="3422847" y="1288178"/>
                  </a:lnTo>
                  <a:lnTo>
                    <a:pt x="3422941" y="1288178"/>
                  </a:lnTo>
                  <a:lnTo>
                    <a:pt x="3423035" y="1288178"/>
                  </a:lnTo>
                  <a:lnTo>
                    <a:pt x="3423129" y="1288178"/>
                  </a:lnTo>
                  <a:lnTo>
                    <a:pt x="3423223" y="1288178"/>
                  </a:lnTo>
                  <a:lnTo>
                    <a:pt x="3423317" y="1288178"/>
                  </a:lnTo>
                  <a:lnTo>
                    <a:pt x="3423411" y="1288178"/>
                  </a:lnTo>
                  <a:lnTo>
                    <a:pt x="3423505" y="1288178"/>
                  </a:lnTo>
                  <a:lnTo>
                    <a:pt x="3423599" y="1288178"/>
                  </a:lnTo>
                  <a:lnTo>
                    <a:pt x="3423694" y="1288178"/>
                  </a:lnTo>
                  <a:lnTo>
                    <a:pt x="3423788" y="1288178"/>
                  </a:lnTo>
                  <a:lnTo>
                    <a:pt x="3423882" y="1288178"/>
                  </a:lnTo>
                  <a:lnTo>
                    <a:pt x="3423976" y="1288178"/>
                  </a:lnTo>
                  <a:lnTo>
                    <a:pt x="3424070" y="1288178"/>
                  </a:lnTo>
                  <a:lnTo>
                    <a:pt x="3424164" y="1288178"/>
                  </a:lnTo>
                  <a:lnTo>
                    <a:pt x="3424258" y="1288178"/>
                  </a:lnTo>
                  <a:lnTo>
                    <a:pt x="3424352" y="1288178"/>
                  </a:lnTo>
                  <a:lnTo>
                    <a:pt x="3424446" y="1288178"/>
                  </a:lnTo>
                  <a:lnTo>
                    <a:pt x="3424540" y="1288178"/>
                  </a:lnTo>
                  <a:lnTo>
                    <a:pt x="3424634" y="1288178"/>
                  </a:lnTo>
                  <a:lnTo>
                    <a:pt x="3424728" y="1288178"/>
                  </a:lnTo>
                  <a:lnTo>
                    <a:pt x="3424822" y="1288178"/>
                  </a:lnTo>
                  <a:lnTo>
                    <a:pt x="3424916" y="1288178"/>
                  </a:lnTo>
                  <a:lnTo>
                    <a:pt x="3425010" y="1288178"/>
                  </a:lnTo>
                  <a:lnTo>
                    <a:pt x="3425104" y="1288178"/>
                  </a:lnTo>
                  <a:lnTo>
                    <a:pt x="3425198" y="1288178"/>
                  </a:lnTo>
                  <a:lnTo>
                    <a:pt x="3425292" y="1288178"/>
                  </a:lnTo>
                  <a:lnTo>
                    <a:pt x="3425386" y="1288178"/>
                  </a:lnTo>
                  <a:lnTo>
                    <a:pt x="3425480" y="1288178"/>
                  </a:lnTo>
                  <a:lnTo>
                    <a:pt x="3425574" y="1288178"/>
                  </a:lnTo>
                  <a:lnTo>
                    <a:pt x="3425668" y="1288178"/>
                  </a:lnTo>
                  <a:lnTo>
                    <a:pt x="3425762" y="1288178"/>
                  </a:lnTo>
                  <a:lnTo>
                    <a:pt x="3425856" y="1288178"/>
                  </a:lnTo>
                  <a:lnTo>
                    <a:pt x="3425950" y="1288178"/>
                  </a:lnTo>
                  <a:lnTo>
                    <a:pt x="3426044" y="1288178"/>
                  </a:lnTo>
                  <a:lnTo>
                    <a:pt x="3426138" y="1288178"/>
                  </a:lnTo>
                  <a:lnTo>
                    <a:pt x="3426232" y="1288178"/>
                  </a:lnTo>
                  <a:lnTo>
                    <a:pt x="3426326" y="1288178"/>
                  </a:lnTo>
                  <a:lnTo>
                    <a:pt x="3426420" y="1288178"/>
                  </a:lnTo>
                  <a:lnTo>
                    <a:pt x="3426514" y="1288178"/>
                  </a:lnTo>
                  <a:lnTo>
                    <a:pt x="3426608" y="1288178"/>
                  </a:lnTo>
                  <a:lnTo>
                    <a:pt x="3426702" y="1288178"/>
                  </a:lnTo>
                  <a:lnTo>
                    <a:pt x="3426796" y="1288178"/>
                  </a:lnTo>
                  <a:lnTo>
                    <a:pt x="3426890" y="1288178"/>
                  </a:lnTo>
                  <a:lnTo>
                    <a:pt x="3426984" y="1288178"/>
                  </a:lnTo>
                  <a:lnTo>
                    <a:pt x="3427078" y="1288178"/>
                  </a:lnTo>
                  <a:lnTo>
                    <a:pt x="3427172" y="1288178"/>
                  </a:lnTo>
                  <a:lnTo>
                    <a:pt x="3427267" y="1288178"/>
                  </a:lnTo>
                  <a:lnTo>
                    <a:pt x="3427361" y="1288178"/>
                  </a:lnTo>
                  <a:lnTo>
                    <a:pt x="3427455" y="1288178"/>
                  </a:lnTo>
                  <a:lnTo>
                    <a:pt x="3427549" y="1288178"/>
                  </a:lnTo>
                  <a:lnTo>
                    <a:pt x="3427643" y="1288178"/>
                  </a:lnTo>
                  <a:lnTo>
                    <a:pt x="3427737" y="1288178"/>
                  </a:lnTo>
                  <a:lnTo>
                    <a:pt x="3427831" y="1288178"/>
                  </a:lnTo>
                  <a:lnTo>
                    <a:pt x="3427925" y="1288178"/>
                  </a:lnTo>
                  <a:lnTo>
                    <a:pt x="3428019" y="1288178"/>
                  </a:lnTo>
                  <a:lnTo>
                    <a:pt x="3428113" y="1288178"/>
                  </a:lnTo>
                  <a:lnTo>
                    <a:pt x="3428207" y="1288178"/>
                  </a:lnTo>
                  <a:lnTo>
                    <a:pt x="3428301" y="1288178"/>
                  </a:lnTo>
                  <a:lnTo>
                    <a:pt x="3428395" y="1288178"/>
                  </a:lnTo>
                  <a:lnTo>
                    <a:pt x="3428489" y="1288178"/>
                  </a:lnTo>
                  <a:lnTo>
                    <a:pt x="3428583" y="1288178"/>
                  </a:lnTo>
                  <a:lnTo>
                    <a:pt x="3428677" y="1288178"/>
                  </a:lnTo>
                  <a:lnTo>
                    <a:pt x="3428771" y="1288178"/>
                  </a:lnTo>
                  <a:lnTo>
                    <a:pt x="3428865" y="1288178"/>
                  </a:lnTo>
                  <a:lnTo>
                    <a:pt x="3428959" y="1288178"/>
                  </a:lnTo>
                  <a:lnTo>
                    <a:pt x="3429053" y="1288178"/>
                  </a:lnTo>
                  <a:lnTo>
                    <a:pt x="3429147" y="1288178"/>
                  </a:lnTo>
                  <a:lnTo>
                    <a:pt x="3429241" y="1288178"/>
                  </a:lnTo>
                  <a:lnTo>
                    <a:pt x="3429335" y="1288178"/>
                  </a:lnTo>
                  <a:lnTo>
                    <a:pt x="3429429" y="1288178"/>
                  </a:lnTo>
                  <a:lnTo>
                    <a:pt x="3429523" y="1288178"/>
                  </a:lnTo>
                  <a:lnTo>
                    <a:pt x="3429617" y="1288178"/>
                  </a:lnTo>
                  <a:lnTo>
                    <a:pt x="3429711" y="1288178"/>
                  </a:lnTo>
                  <a:lnTo>
                    <a:pt x="3429805" y="1288178"/>
                  </a:lnTo>
                  <a:lnTo>
                    <a:pt x="3429899" y="1288178"/>
                  </a:lnTo>
                  <a:lnTo>
                    <a:pt x="3429993" y="1288178"/>
                  </a:lnTo>
                  <a:lnTo>
                    <a:pt x="3430087" y="1288178"/>
                  </a:lnTo>
                  <a:lnTo>
                    <a:pt x="3430181" y="1288178"/>
                  </a:lnTo>
                  <a:lnTo>
                    <a:pt x="3430275" y="1288178"/>
                  </a:lnTo>
                  <a:lnTo>
                    <a:pt x="3430369" y="1288178"/>
                  </a:lnTo>
                  <a:lnTo>
                    <a:pt x="3430463" y="1288178"/>
                  </a:lnTo>
                  <a:lnTo>
                    <a:pt x="3430557" y="1288178"/>
                  </a:lnTo>
                  <a:lnTo>
                    <a:pt x="3430651" y="1288178"/>
                  </a:lnTo>
                  <a:lnTo>
                    <a:pt x="3430745" y="1288178"/>
                  </a:lnTo>
                  <a:lnTo>
                    <a:pt x="3430840" y="1288178"/>
                  </a:lnTo>
                  <a:lnTo>
                    <a:pt x="3430934" y="1288178"/>
                  </a:lnTo>
                  <a:lnTo>
                    <a:pt x="3431028" y="1288178"/>
                  </a:lnTo>
                  <a:lnTo>
                    <a:pt x="3431122" y="1288178"/>
                  </a:lnTo>
                  <a:lnTo>
                    <a:pt x="3431216" y="1288178"/>
                  </a:lnTo>
                  <a:lnTo>
                    <a:pt x="3431310" y="1288178"/>
                  </a:lnTo>
                  <a:lnTo>
                    <a:pt x="3431404" y="1288178"/>
                  </a:lnTo>
                  <a:lnTo>
                    <a:pt x="3431498" y="1288178"/>
                  </a:lnTo>
                  <a:lnTo>
                    <a:pt x="3431592" y="1288178"/>
                  </a:lnTo>
                  <a:lnTo>
                    <a:pt x="3431686" y="1288178"/>
                  </a:lnTo>
                  <a:lnTo>
                    <a:pt x="3431780" y="1288178"/>
                  </a:lnTo>
                  <a:lnTo>
                    <a:pt x="3431874" y="1288178"/>
                  </a:lnTo>
                  <a:lnTo>
                    <a:pt x="3431968" y="1288178"/>
                  </a:lnTo>
                  <a:lnTo>
                    <a:pt x="3432062" y="1288178"/>
                  </a:lnTo>
                  <a:lnTo>
                    <a:pt x="3432156" y="1288178"/>
                  </a:lnTo>
                  <a:lnTo>
                    <a:pt x="3432250" y="1288178"/>
                  </a:lnTo>
                  <a:lnTo>
                    <a:pt x="3432344" y="1288178"/>
                  </a:lnTo>
                  <a:lnTo>
                    <a:pt x="3432438" y="1288178"/>
                  </a:lnTo>
                  <a:lnTo>
                    <a:pt x="3432532" y="1288178"/>
                  </a:lnTo>
                  <a:lnTo>
                    <a:pt x="3432626" y="1288178"/>
                  </a:lnTo>
                  <a:lnTo>
                    <a:pt x="3432720" y="1288178"/>
                  </a:lnTo>
                  <a:lnTo>
                    <a:pt x="3432814" y="1288178"/>
                  </a:lnTo>
                  <a:lnTo>
                    <a:pt x="3432908" y="1288178"/>
                  </a:lnTo>
                  <a:lnTo>
                    <a:pt x="3433002" y="1288178"/>
                  </a:lnTo>
                  <a:lnTo>
                    <a:pt x="3433096" y="1288178"/>
                  </a:lnTo>
                  <a:lnTo>
                    <a:pt x="3433190" y="1288178"/>
                  </a:lnTo>
                  <a:lnTo>
                    <a:pt x="3433284" y="1288178"/>
                  </a:lnTo>
                  <a:lnTo>
                    <a:pt x="3433378" y="1288178"/>
                  </a:lnTo>
                  <a:lnTo>
                    <a:pt x="3433472" y="1288178"/>
                  </a:lnTo>
                  <a:lnTo>
                    <a:pt x="3433566" y="1288178"/>
                  </a:lnTo>
                  <a:lnTo>
                    <a:pt x="3433566" y="1282899"/>
                  </a:lnTo>
                  <a:lnTo>
                    <a:pt x="3433660" y="1282899"/>
                  </a:lnTo>
                  <a:lnTo>
                    <a:pt x="3433754" y="1282899"/>
                  </a:lnTo>
                  <a:lnTo>
                    <a:pt x="3433848" y="1282899"/>
                  </a:lnTo>
                  <a:lnTo>
                    <a:pt x="3433942" y="1282899"/>
                  </a:lnTo>
                  <a:lnTo>
                    <a:pt x="3434036" y="1282899"/>
                  </a:lnTo>
                  <a:lnTo>
                    <a:pt x="3434130" y="1282899"/>
                  </a:lnTo>
                  <a:lnTo>
                    <a:pt x="3434224" y="1282899"/>
                  </a:lnTo>
                  <a:lnTo>
                    <a:pt x="3434319" y="1282899"/>
                  </a:lnTo>
                  <a:lnTo>
                    <a:pt x="3434413" y="1282899"/>
                  </a:lnTo>
                  <a:lnTo>
                    <a:pt x="3434507" y="1282899"/>
                  </a:lnTo>
                  <a:lnTo>
                    <a:pt x="3434601" y="1282899"/>
                  </a:lnTo>
                  <a:lnTo>
                    <a:pt x="3434695" y="1282899"/>
                  </a:lnTo>
                  <a:lnTo>
                    <a:pt x="3434789" y="1282899"/>
                  </a:lnTo>
                  <a:lnTo>
                    <a:pt x="3434883" y="1282899"/>
                  </a:lnTo>
                  <a:lnTo>
                    <a:pt x="3434977" y="1282899"/>
                  </a:lnTo>
                  <a:lnTo>
                    <a:pt x="3435071" y="1282899"/>
                  </a:lnTo>
                  <a:lnTo>
                    <a:pt x="3435165" y="1282899"/>
                  </a:lnTo>
                  <a:lnTo>
                    <a:pt x="3435259" y="1282899"/>
                  </a:lnTo>
                  <a:lnTo>
                    <a:pt x="3435353" y="1282899"/>
                  </a:lnTo>
                  <a:lnTo>
                    <a:pt x="3435447" y="1282899"/>
                  </a:lnTo>
                  <a:lnTo>
                    <a:pt x="3435541" y="1282899"/>
                  </a:lnTo>
                  <a:lnTo>
                    <a:pt x="3435635" y="1282899"/>
                  </a:lnTo>
                  <a:lnTo>
                    <a:pt x="3435729" y="1282899"/>
                  </a:lnTo>
                  <a:lnTo>
                    <a:pt x="3435823" y="1282899"/>
                  </a:lnTo>
                  <a:lnTo>
                    <a:pt x="3435917" y="1282899"/>
                  </a:lnTo>
                  <a:lnTo>
                    <a:pt x="3436011" y="1282899"/>
                  </a:lnTo>
                  <a:lnTo>
                    <a:pt x="3436105" y="1282899"/>
                  </a:lnTo>
                  <a:lnTo>
                    <a:pt x="3436199" y="1282899"/>
                  </a:lnTo>
                  <a:lnTo>
                    <a:pt x="3436293" y="1282899"/>
                  </a:lnTo>
                  <a:lnTo>
                    <a:pt x="3436387" y="1282899"/>
                  </a:lnTo>
                  <a:lnTo>
                    <a:pt x="3436481" y="1282899"/>
                  </a:lnTo>
                  <a:lnTo>
                    <a:pt x="3436575" y="1282899"/>
                  </a:lnTo>
                  <a:lnTo>
                    <a:pt x="3436669" y="1282899"/>
                  </a:lnTo>
                  <a:lnTo>
                    <a:pt x="3436763" y="1282899"/>
                  </a:lnTo>
                  <a:lnTo>
                    <a:pt x="3436857" y="1282899"/>
                  </a:lnTo>
                  <a:lnTo>
                    <a:pt x="3436951" y="1282899"/>
                  </a:lnTo>
                  <a:lnTo>
                    <a:pt x="3437045" y="1282899"/>
                  </a:lnTo>
                  <a:lnTo>
                    <a:pt x="3437139" y="1282899"/>
                  </a:lnTo>
                  <a:lnTo>
                    <a:pt x="3437233" y="1282899"/>
                  </a:lnTo>
                  <a:lnTo>
                    <a:pt x="3437327" y="1282899"/>
                  </a:lnTo>
                  <a:lnTo>
                    <a:pt x="3437421" y="1282899"/>
                  </a:lnTo>
                  <a:lnTo>
                    <a:pt x="3437515" y="1282899"/>
                  </a:lnTo>
                  <a:lnTo>
                    <a:pt x="3437609" y="1282899"/>
                  </a:lnTo>
                  <a:lnTo>
                    <a:pt x="3437703" y="1282899"/>
                  </a:lnTo>
                  <a:lnTo>
                    <a:pt x="3437797" y="1282899"/>
                  </a:lnTo>
                  <a:lnTo>
                    <a:pt x="3437892" y="1282899"/>
                  </a:lnTo>
                  <a:lnTo>
                    <a:pt x="3437986" y="1282899"/>
                  </a:lnTo>
                  <a:lnTo>
                    <a:pt x="3438080" y="1282899"/>
                  </a:lnTo>
                  <a:lnTo>
                    <a:pt x="3438174" y="1282899"/>
                  </a:lnTo>
                  <a:lnTo>
                    <a:pt x="3438268" y="1282899"/>
                  </a:lnTo>
                  <a:lnTo>
                    <a:pt x="3438362" y="1282899"/>
                  </a:lnTo>
                  <a:lnTo>
                    <a:pt x="3438456" y="1282899"/>
                  </a:lnTo>
                  <a:lnTo>
                    <a:pt x="3438550" y="1282899"/>
                  </a:lnTo>
                  <a:lnTo>
                    <a:pt x="3438644" y="1282899"/>
                  </a:lnTo>
                  <a:lnTo>
                    <a:pt x="3438738" y="1282899"/>
                  </a:lnTo>
                  <a:lnTo>
                    <a:pt x="3438832" y="1282899"/>
                  </a:lnTo>
                  <a:lnTo>
                    <a:pt x="3438926" y="1282899"/>
                  </a:lnTo>
                  <a:lnTo>
                    <a:pt x="3439020" y="1282899"/>
                  </a:lnTo>
                  <a:lnTo>
                    <a:pt x="3439114" y="1282899"/>
                  </a:lnTo>
                  <a:lnTo>
                    <a:pt x="3439208" y="1282899"/>
                  </a:lnTo>
                  <a:lnTo>
                    <a:pt x="3439302" y="1282899"/>
                  </a:lnTo>
                  <a:lnTo>
                    <a:pt x="3439396" y="1282899"/>
                  </a:lnTo>
                  <a:lnTo>
                    <a:pt x="3439490" y="1282899"/>
                  </a:lnTo>
                  <a:lnTo>
                    <a:pt x="3439584" y="1282899"/>
                  </a:lnTo>
                  <a:lnTo>
                    <a:pt x="3439678" y="1282899"/>
                  </a:lnTo>
                  <a:lnTo>
                    <a:pt x="3439772" y="1282899"/>
                  </a:lnTo>
                  <a:lnTo>
                    <a:pt x="3439866" y="1282899"/>
                  </a:lnTo>
                  <a:lnTo>
                    <a:pt x="3439960" y="1282899"/>
                  </a:lnTo>
                  <a:lnTo>
                    <a:pt x="3440054" y="1282899"/>
                  </a:lnTo>
                  <a:lnTo>
                    <a:pt x="3440148" y="1282899"/>
                  </a:lnTo>
                  <a:lnTo>
                    <a:pt x="3440242" y="1282899"/>
                  </a:lnTo>
                  <a:lnTo>
                    <a:pt x="3440336" y="1282899"/>
                  </a:lnTo>
                  <a:lnTo>
                    <a:pt x="3440430" y="1282899"/>
                  </a:lnTo>
                  <a:lnTo>
                    <a:pt x="3440524" y="1282899"/>
                  </a:lnTo>
                  <a:lnTo>
                    <a:pt x="3440618" y="1282899"/>
                  </a:lnTo>
                  <a:lnTo>
                    <a:pt x="3440712" y="1282899"/>
                  </a:lnTo>
                  <a:lnTo>
                    <a:pt x="3440806" y="1282899"/>
                  </a:lnTo>
                  <a:lnTo>
                    <a:pt x="3440900" y="1282899"/>
                  </a:lnTo>
                  <a:lnTo>
                    <a:pt x="3440994" y="1282899"/>
                  </a:lnTo>
                  <a:lnTo>
                    <a:pt x="3441088" y="1282899"/>
                  </a:lnTo>
                  <a:lnTo>
                    <a:pt x="3441182" y="1282899"/>
                  </a:lnTo>
                  <a:lnTo>
                    <a:pt x="3441276" y="1282899"/>
                  </a:lnTo>
                  <a:lnTo>
                    <a:pt x="3441370" y="1282899"/>
                  </a:lnTo>
                  <a:lnTo>
                    <a:pt x="3441465" y="1282899"/>
                  </a:lnTo>
                  <a:lnTo>
                    <a:pt x="3441559" y="1282899"/>
                  </a:lnTo>
                  <a:lnTo>
                    <a:pt x="3441653" y="1282899"/>
                  </a:lnTo>
                  <a:lnTo>
                    <a:pt x="3441747" y="1282899"/>
                  </a:lnTo>
                  <a:lnTo>
                    <a:pt x="3441841" y="1282899"/>
                  </a:lnTo>
                  <a:lnTo>
                    <a:pt x="3441935" y="1282899"/>
                  </a:lnTo>
                  <a:lnTo>
                    <a:pt x="3442029" y="1282899"/>
                  </a:lnTo>
                  <a:lnTo>
                    <a:pt x="3442123" y="1282899"/>
                  </a:lnTo>
                  <a:lnTo>
                    <a:pt x="3442217" y="1282899"/>
                  </a:lnTo>
                  <a:lnTo>
                    <a:pt x="3442311" y="1282899"/>
                  </a:lnTo>
                  <a:lnTo>
                    <a:pt x="3442405" y="1282899"/>
                  </a:lnTo>
                  <a:lnTo>
                    <a:pt x="3442499" y="1282899"/>
                  </a:lnTo>
                  <a:lnTo>
                    <a:pt x="3442593" y="1282899"/>
                  </a:lnTo>
                  <a:lnTo>
                    <a:pt x="3442687" y="1282899"/>
                  </a:lnTo>
                  <a:lnTo>
                    <a:pt x="3442781" y="1282899"/>
                  </a:lnTo>
                  <a:lnTo>
                    <a:pt x="3442875" y="1282899"/>
                  </a:lnTo>
                  <a:lnTo>
                    <a:pt x="3442969" y="1282899"/>
                  </a:lnTo>
                  <a:lnTo>
                    <a:pt x="3443063" y="1282899"/>
                  </a:lnTo>
                  <a:lnTo>
                    <a:pt x="3443157" y="1282899"/>
                  </a:lnTo>
                  <a:lnTo>
                    <a:pt x="3443251" y="1282899"/>
                  </a:lnTo>
                  <a:lnTo>
                    <a:pt x="3443345" y="1282899"/>
                  </a:lnTo>
                  <a:lnTo>
                    <a:pt x="3443439" y="1282899"/>
                  </a:lnTo>
                  <a:lnTo>
                    <a:pt x="3443533" y="1282899"/>
                  </a:lnTo>
                  <a:lnTo>
                    <a:pt x="3443627" y="1282899"/>
                  </a:lnTo>
                  <a:lnTo>
                    <a:pt x="3443721" y="1282899"/>
                  </a:lnTo>
                  <a:lnTo>
                    <a:pt x="3443815" y="1282899"/>
                  </a:lnTo>
                  <a:lnTo>
                    <a:pt x="3443909" y="1282899"/>
                  </a:lnTo>
                  <a:lnTo>
                    <a:pt x="3444003" y="1282899"/>
                  </a:lnTo>
                  <a:lnTo>
                    <a:pt x="3444097" y="1282899"/>
                  </a:lnTo>
                  <a:lnTo>
                    <a:pt x="3444191" y="1282899"/>
                  </a:lnTo>
                  <a:lnTo>
                    <a:pt x="3444285" y="1282899"/>
                  </a:lnTo>
                  <a:lnTo>
                    <a:pt x="3444379" y="1282899"/>
                  </a:lnTo>
                  <a:lnTo>
                    <a:pt x="3444473" y="1282899"/>
                  </a:lnTo>
                  <a:lnTo>
                    <a:pt x="3444567" y="1282899"/>
                  </a:lnTo>
                  <a:lnTo>
                    <a:pt x="3444661" y="1282899"/>
                  </a:lnTo>
                  <a:lnTo>
                    <a:pt x="3444755" y="1282899"/>
                  </a:lnTo>
                  <a:lnTo>
                    <a:pt x="3444849" y="1282899"/>
                  </a:lnTo>
                  <a:lnTo>
                    <a:pt x="3444944" y="1282899"/>
                  </a:lnTo>
                  <a:lnTo>
                    <a:pt x="3445038" y="1282899"/>
                  </a:lnTo>
                  <a:lnTo>
                    <a:pt x="3445132" y="1282899"/>
                  </a:lnTo>
                  <a:lnTo>
                    <a:pt x="3445226" y="1282899"/>
                  </a:lnTo>
                  <a:lnTo>
                    <a:pt x="3445320" y="1282899"/>
                  </a:lnTo>
                  <a:lnTo>
                    <a:pt x="3445414" y="1282899"/>
                  </a:lnTo>
                  <a:lnTo>
                    <a:pt x="3445508" y="1282899"/>
                  </a:lnTo>
                  <a:lnTo>
                    <a:pt x="3445602" y="1282899"/>
                  </a:lnTo>
                  <a:lnTo>
                    <a:pt x="3445696" y="1282899"/>
                  </a:lnTo>
                  <a:lnTo>
                    <a:pt x="3445790" y="1282899"/>
                  </a:lnTo>
                  <a:lnTo>
                    <a:pt x="3445884" y="1282899"/>
                  </a:lnTo>
                  <a:lnTo>
                    <a:pt x="3445978" y="1282899"/>
                  </a:lnTo>
                  <a:lnTo>
                    <a:pt x="3446072" y="1282899"/>
                  </a:lnTo>
                  <a:lnTo>
                    <a:pt x="3446166" y="1282899"/>
                  </a:lnTo>
                  <a:lnTo>
                    <a:pt x="3446260" y="1282899"/>
                  </a:lnTo>
                  <a:lnTo>
                    <a:pt x="3446354" y="1282899"/>
                  </a:lnTo>
                  <a:lnTo>
                    <a:pt x="3446448" y="1282899"/>
                  </a:lnTo>
                  <a:lnTo>
                    <a:pt x="3446542" y="1282899"/>
                  </a:lnTo>
                  <a:lnTo>
                    <a:pt x="3446636" y="1282899"/>
                  </a:lnTo>
                  <a:lnTo>
                    <a:pt x="3446730" y="1282899"/>
                  </a:lnTo>
                  <a:lnTo>
                    <a:pt x="3446824" y="1282899"/>
                  </a:lnTo>
                  <a:lnTo>
                    <a:pt x="3446918" y="1282899"/>
                  </a:lnTo>
                  <a:lnTo>
                    <a:pt x="3447012" y="1282899"/>
                  </a:lnTo>
                  <a:lnTo>
                    <a:pt x="3447106" y="1282899"/>
                  </a:lnTo>
                  <a:lnTo>
                    <a:pt x="3447200" y="1282899"/>
                  </a:lnTo>
                  <a:lnTo>
                    <a:pt x="3447294" y="1282899"/>
                  </a:lnTo>
                  <a:lnTo>
                    <a:pt x="3447388" y="1282899"/>
                  </a:lnTo>
                  <a:lnTo>
                    <a:pt x="3447482" y="1282899"/>
                  </a:lnTo>
                  <a:lnTo>
                    <a:pt x="3447576" y="1282899"/>
                  </a:lnTo>
                  <a:lnTo>
                    <a:pt x="3447670" y="1282899"/>
                  </a:lnTo>
                  <a:lnTo>
                    <a:pt x="3447764" y="1282899"/>
                  </a:lnTo>
                  <a:lnTo>
                    <a:pt x="3447858" y="1282899"/>
                  </a:lnTo>
                  <a:lnTo>
                    <a:pt x="3447952" y="1282899"/>
                  </a:lnTo>
                  <a:lnTo>
                    <a:pt x="3448046" y="1282899"/>
                  </a:lnTo>
                  <a:lnTo>
                    <a:pt x="3448140" y="1282899"/>
                  </a:lnTo>
                  <a:lnTo>
                    <a:pt x="3448234" y="1282899"/>
                  </a:lnTo>
                  <a:lnTo>
                    <a:pt x="3448328" y="1282899"/>
                  </a:lnTo>
                  <a:lnTo>
                    <a:pt x="3448328" y="1277619"/>
                  </a:lnTo>
                  <a:lnTo>
                    <a:pt x="3448422" y="1277619"/>
                  </a:lnTo>
                  <a:lnTo>
                    <a:pt x="3448517" y="1277619"/>
                  </a:lnTo>
                  <a:lnTo>
                    <a:pt x="3448611" y="1277619"/>
                  </a:lnTo>
                  <a:lnTo>
                    <a:pt x="3448705" y="1277619"/>
                  </a:lnTo>
                  <a:lnTo>
                    <a:pt x="3448799" y="1277619"/>
                  </a:lnTo>
                  <a:lnTo>
                    <a:pt x="3448893" y="1277619"/>
                  </a:lnTo>
                  <a:lnTo>
                    <a:pt x="3448987" y="1277619"/>
                  </a:lnTo>
                  <a:lnTo>
                    <a:pt x="3449081" y="1277619"/>
                  </a:lnTo>
                  <a:lnTo>
                    <a:pt x="3449175" y="1277619"/>
                  </a:lnTo>
                  <a:lnTo>
                    <a:pt x="3449269" y="1277619"/>
                  </a:lnTo>
                  <a:lnTo>
                    <a:pt x="3449363" y="1277619"/>
                  </a:lnTo>
                  <a:lnTo>
                    <a:pt x="3449457" y="1277619"/>
                  </a:lnTo>
                  <a:lnTo>
                    <a:pt x="3449551" y="1277619"/>
                  </a:lnTo>
                  <a:lnTo>
                    <a:pt x="3449645" y="1277619"/>
                  </a:lnTo>
                  <a:lnTo>
                    <a:pt x="3449739" y="1277619"/>
                  </a:lnTo>
                  <a:lnTo>
                    <a:pt x="3449833" y="1277619"/>
                  </a:lnTo>
                  <a:lnTo>
                    <a:pt x="3449927" y="1277619"/>
                  </a:lnTo>
                  <a:lnTo>
                    <a:pt x="3449927" y="1272340"/>
                  </a:lnTo>
                  <a:lnTo>
                    <a:pt x="3450021" y="1272340"/>
                  </a:lnTo>
                  <a:lnTo>
                    <a:pt x="3450115" y="1272340"/>
                  </a:lnTo>
                  <a:lnTo>
                    <a:pt x="3450209" y="1272340"/>
                  </a:lnTo>
                  <a:lnTo>
                    <a:pt x="3450303" y="1272340"/>
                  </a:lnTo>
                  <a:lnTo>
                    <a:pt x="3450397" y="1272340"/>
                  </a:lnTo>
                  <a:lnTo>
                    <a:pt x="3450491" y="1272340"/>
                  </a:lnTo>
                  <a:lnTo>
                    <a:pt x="3450585" y="1272340"/>
                  </a:lnTo>
                  <a:lnTo>
                    <a:pt x="3450679" y="1272340"/>
                  </a:lnTo>
                  <a:lnTo>
                    <a:pt x="3450773" y="1272340"/>
                  </a:lnTo>
                  <a:lnTo>
                    <a:pt x="3450867" y="1272340"/>
                  </a:lnTo>
                  <a:lnTo>
                    <a:pt x="3450961" y="1272340"/>
                  </a:lnTo>
                  <a:lnTo>
                    <a:pt x="3451055" y="1272340"/>
                  </a:lnTo>
                  <a:lnTo>
                    <a:pt x="3451149" y="1272340"/>
                  </a:lnTo>
                  <a:lnTo>
                    <a:pt x="3451243" y="1272340"/>
                  </a:lnTo>
                  <a:lnTo>
                    <a:pt x="3451337" y="1272340"/>
                  </a:lnTo>
                  <a:lnTo>
                    <a:pt x="3451431" y="1272340"/>
                  </a:lnTo>
                  <a:lnTo>
                    <a:pt x="3451525" y="1272340"/>
                  </a:lnTo>
                  <a:lnTo>
                    <a:pt x="3451619" y="1272340"/>
                  </a:lnTo>
                  <a:lnTo>
                    <a:pt x="3451713" y="1272340"/>
                  </a:lnTo>
                  <a:lnTo>
                    <a:pt x="3451807" y="1272340"/>
                  </a:lnTo>
                  <a:lnTo>
                    <a:pt x="3451901" y="1272340"/>
                  </a:lnTo>
                  <a:lnTo>
                    <a:pt x="3451995" y="1272340"/>
                  </a:lnTo>
                  <a:lnTo>
                    <a:pt x="3452090" y="1272340"/>
                  </a:lnTo>
                  <a:lnTo>
                    <a:pt x="3452184" y="1272340"/>
                  </a:lnTo>
                  <a:lnTo>
                    <a:pt x="3452278" y="1272340"/>
                  </a:lnTo>
                  <a:lnTo>
                    <a:pt x="3452372" y="1272340"/>
                  </a:lnTo>
                  <a:lnTo>
                    <a:pt x="3452466" y="1272340"/>
                  </a:lnTo>
                  <a:lnTo>
                    <a:pt x="3452560" y="1272340"/>
                  </a:lnTo>
                  <a:lnTo>
                    <a:pt x="3452654" y="1272340"/>
                  </a:lnTo>
                  <a:lnTo>
                    <a:pt x="3452748" y="1272340"/>
                  </a:lnTo>
                  <a:lnTo>
                    <a:pt x="3452842" y="1272340"/>
                  </a:lnTo>
                  <a:lnTo>
                    <a:pt x="3452936" y="1272340"/>
                  </a:lnTo>
                  <a:lnTo>
                    <a:pt x="3453030" y="1272340"/>
                  </a:lnTo>
                  <a:lnTo>
                    <a:pt x="3453124" y="1272340"/>
                  </a:lnTo>
                  <a:lnTo>
                    <a:pt x="3453218" y="1272340"/>
                  </a:lnTo>
                  <a:lnTo>
                    <a:pt x="3453312" y="1272340"/>
                  </a:lnTo>
                  <a:lnTo>
                    <a:pt x="3453406" y="1272340"/>
                  </a:lnTo>
                  <a:lnTo>
                    <a:pt x="3453500" y="1272340"/>
                  </a:lnTo>
                  <a:lnTo>
                    <a:pt x="3453594" y="1272340"/>
                  </a:lnTo>
                  <a:lnTo>
                    <a:pt x="3453688" y="1272340"/>
                  </a:lnTo>
                  <a:lnTo>
                    <a:pt x="3453688" y="1267061"/>
                  </a:lnTo>
                  <a:lnTo>
                    <a:pt x="3453782" y="1267061"/>
                  </a:lnTo>
                  <a:lnTo>
                    <a:pt x="3453876" y="1267061"/>
                  </a:lnTo>
                  <a:lnTo>
                    <a:pt x="3453970" y="1267061"/>
                  </a:lnTo>
                  <a:lnTo>
                    <a:pt x="3454064" y="1267061"/>
                  </a:lnTo>
                  <a:lnTo>
                    <a:pt x="3454158" y="1267061"/>
                  </a:lnTo>
                  <a:lnTo>
                    <a:pt x="3454252" y="1267061"/>
                  </a:lnTo>
                  <a:lnTo>
                    <a:pt x="3454346" y="1267061"/>
                  </a:lnTo>
                  <a:lnTo>
                    <a:pt x="3454440" y="1267061"/>
                  </a:lnTo>
                  <a:lnTo>
                    <a:pt x="3454534" y="1267061"/>
                  </a:lnTo>
                  <a:lnTo>
                    <a:pt x="3454628" y="1267061"/>
                  </a:lnTo>
                  <a:lnTo>
                    <a:pt x="3454722" y="1267061"/>
                  </a:lnTo>
                  <a:lnTo>
                    <a:pt x="3454816" y="1267061"/>
                  </a:lnTo>
                  <a:lnTo>
                    <a:pt x="3454910" y="1267061"/>
                  </a:lnTo>
                  <a:lnTo>
                    <a:pt x="3455004" y="1267061"/>
                  </a:lnTo>
                  <a:lnTo>
                    <a:pt x="3455098" y="1267061"/>
                  </a:lnTo>
                  <a:lnTo>
                    <a:pt x="3455192" y="1267061"/>
                  </a:lnTo>
                  <a:lnTo>
                    <a:pt x="3455286" y="1267061"/>
                  </a:lnTo>
                  <a:lnTo>
                    <a:pt x="3455380" y="1267061"/>
                  </a:lnTo>
                  <a:lnTo>
                    <a:pt x="3455474" y="1267061"/>
                  </a:lnTo>
                  <a:lnTo>
                    <a:pt x="3455569" y="1267061"/>
                  </a:lnTo>
                  <a:lnTo>
                    <a:pt x="3455663" y="1267061"/>
                  </a:lnTo>
                  <a:lnTo>
                    <a:pt x="3455757" y="1267061"/>
                  </a:lnTo>
                  <a:lnTo>
                    <a:pt x="3455851" y="1267061"/>
                  </a:lnTo>
                  <a:lnTo>
                    <a:pt x="3455945" y="1267061"/>
                  </a:lnTo>
                  <a:lnTo>
                    <a:pt x="3456039" y="1267061"/>
                  </a:lnTo>
                  <a:lnTo>
                    <a:pt x="3456133" y="1267061"/>
                  </a:lnTo>
                  <a:lnTo>
                    <a:pt x="3456227" y="1267061"/>
                  </a:lnTo>
                  <a:lnTo>
                    <a:pt x="3456321" y="1267061"/>
                  </a:lnTo>
                  <a:lnTo>
                    <a:pt x="3456415" y="1267061"/>
                  </a:lnTo>
                  <a:lnTo>
                    <a:pt x="3456509" y="1267061"/>
                  </a:lnTo>
                  <a:lnTo>
                    <a:pt x="3456603" y="1267061"/>
                  </a:lnTo>
                  <a:lnTo>
                    <a:pt x="3456697" y="1267061"/>
                  </a:lnTo>
                  <a:lnTo>
                    <a:pt x="3456791" y="1267061"/>
                  </a:lnTo>
                  <a:lnTo>
                    <a:pt x="3456885" y="1267061"/>
                  </a:lnTo>
                  <a:lnTo>
                    <a:pt x="3456979" y="1267061"/>
                  </a:lnTo>
                  <a:lnTo>
                    <a:pt x="3457073" y="1267061"/>
                  </a:lnTo>
                  <a:lnTo>
                    <a:pt x="3457167" y="1267061"/>
                  </a:lnTo>
                  <a:lnTo>
                    <a:pt x="3457261" y="1267061"/>
                  </a:lnTo>
                  <a:lnTo>
                    <a:pt x="3457355" y="1267061"/>
                  </a:lnTo>
                  <a:lnTo>
                    <a:pt x="3457449" y="1267061"/>
                  </a:lnTo>
                  <a:lnTo>
                    <a:pt x="3457543" y="1267061"/>
                  </a:lnTo>
                  <a:lnTo>
                    <a:pt x="3457637" y="1267061"/>
                  </a:lnTo>
                  <a:lnTo>
                    <a:pt x="3457731" y="1267061"/>
                  </a:lnTo>
                  <a:lnTo>
                    <a:pt x="3457825" y="1267061"/>
                  </a:lnTo>
                  <a:lnTo>
                    <a:pt x="3457919" y="1267061"/>
                  </a:lnTo>
                  <a:lnTo>
                    <a:pt x="3458013" y="1267061"/>
                  </a:lnTo>
                  <a:lnTo>
                    <a:pt x="3458107" y="1267061"/>
                  </a:lnTo>
                  <a:lnTo>
                    <a:pt x="3458201" y="1267061"/>
                  </a:lnTo>
                  <a:lnTo>
                    <a:pt x="3458295" y="1267061"/>
                  </a:lnTo>
                  <a:lnTo>
                    <a:pt x="3458389" y="1267061"/>
                  </a:lnTo>
                  <a:lnTo>
                    <a:pt x="3458483" y="1267061"/>
                  </a:lnTo>
                  <a:lnTo>
                    <a:pt x="3458577" y="1267061"/>
                  </a:lnTo>
                  <a:lnTo>
                    <a:pt x="3458671" y="1267061"/>
                  </a:lnTo>
                  <a:lnTo>
                    <a:pt x="3458765" y="1267061"/>
                  </a:lnTo>
                  <a:lnTo>
                    <a:pt x="3458859" y="1267061"/>
                  </a:lnTo>
                  <a:lnTo>
                    <a:pt x="3458953" y="1267061"/>
                  </a:lnTo>
                  <a:lnTo>
                    <a:pt x="3459047" y="1267061"/>
                  </a:lnTo>
                  <a:lnTo>
                    <a:pt x="3459142" y="1267061"/>
                  </a:lnTo>
                  <a:lnTo>
                    <a:pt x="3459236" y="1267061"/>
                  </a:lnTo>
                  <a:lnTo>
                    <a:pt x="3459330" y="1267061"/>
                  </a:lnTo>
                  <a:lnTo>
                    <a:pt x="3459424" y="1267061"/>
                  </a:lnTo>
                  <a:lnTo>
                    <a:pt x="3459518" y="1267061"/>
                  </a:lnTo>
                  <a:lnTo>
                    <a:pt x="3459612" y="1267061"/>
                  </a:lnTo>
                  <a:lnTo>
                    <a:pt x="3459706" y="1267061"/>
                  </a:lnTo>
                  <a:lnTo>
                    <a:pt x="3459800" y="1267061"/>
                  </a:lnTo>
                  <a:lnTo>
                    <a:pt x="3459894" y="1267061"/>
                  </a:lnTo>
                  <a:lnTo>
                    <a:pt x="3459988" y="1267061"/>
                  </a:lnTo>
                  <a:lnTo>
                    <a:pt x="3460082" y="1267061"/>
                  </a:lnTo>
                  <a:lnTo>
                    <a:pt x="3460176" y="1267061"/>
                  </a:lnTo>
                  <a:lnTo>
                    <a:pt x="3460270" y="1267061"/>
                  </a:lnTo>
                  <a:lnTo>
                    <a:pt x="3460364" y="1267061"/>
                  </a:lnTo>
                  <a:lnTo>
                    <a:pt x="3460458" y="1267061"/>
                  </a:lnTo>
                  <a:lnTo>
                    <a:pt x="3460552" y="1267061"/>
                  </a:lnTo>
                  <a:lnTo>
                    <a:pt x="3460646" y="1267061"/>
                  </a:lnTo>
                  <a:lnTo>
                    <a:pt x="3460740" y="1267061"/>
                  </a:lnTo>
                  <a:lnTo>
                    <a:pt x="3460834" y="1267061"/>
                  </a:lnTo>
                  <a:lnTo>
                    <a:pt x="3460928" y="1267061"/>
                  </a:lnTo>
                  <a:lnTo>
                    <a:pt x="3461022" y="1267061"/>
                  </a:lnTo>
                  <a:lnTo>
                    <a:pt x="3461116" y="1267061"/>
                  </a:lnTo>
                  <a:lnTo>
                    <a:pt x="3461210" y="1267061"/>
                  </a:lnTo>
                  <a:lnTo>
                    <a:pt x="3461304" y="1267061"/>
                  </a:lnTo>
                  <a:lnTo>
                    <a:pt x="3461398" y="1267061"/>
                  </a:lnTo>
                  <a:lnTo>
                    <a:pt x="3461492" y="1267061"/>
                  </a:lnTo>
                  <a:lnTo>
                    <a:pt x="3461586" y="1267061"/>
                  </a:lnTo>
                  <a:lnTo>
                    <a:pt x="3461680" y="1267061"/>
                  </a:lnTo>
                  <a:lnTo>
                    <a:pt x="3461774" y="1267061"/>
                  </a:lnTo>
                  <a:lnTo>
                    <a:pt x="3461868" y="1267061"/>
                  </a:lnTo>
                  <a:lnTo>
                    <a:pt x="3461962" y="1267061"/>
                  </a:lnTo>
                  <a:lnTo>
                    <a:pt x="3462056" y="1267061"/>
                  </a:lnTo>
                  <a:lnTo>
                    <a:pt x="3462150" y="1267061"/>
                  </a:lnTo>
                  <a:lnTo>
                    <a:pt x="3462244" y="1267061"/>
                  </a:lnTo>
                  <a:lnTo>
                    <a:pt x="3462338" y="1267061"/>
                  </a:lnTo>
                  <a:lnTo>
                    <a:pt x="3462432" y="1267061"/>
                  </a:lnTo>
                  <a:lnTo>
                    <a:pt x="3462526" y="1267061"/>
                  </a:lnTo>
                  <a:lnTo>
                    <a:pt x="3462620" y="1267061"/>
                  </a:lnTo>
                  <a:lnTo>
                    <a:pt x="3462715" y="1267061"/>
                  </a:lnTo>
                  <a:lnTo>
                    <a:pt x="3462809" y="1267061"/>
                  </a:lnTo>
                  <a:lnTo>
                    <a:pt x="3462903" y="1267061"/>
                  </a:lnTo>
                  <a:lnTo>
                    <a:pt x="3462997" y="1267061"/>
                  </a:lnTo>
                  <a:lnTo>
                    <a:pt x="3463091" y="1267061"/>
                  </a:lnTo>
                  <a:lnTo>
                    <a:pt x="3463185" y="1267061"/>
                  </a:lnTo>
                  <a:lnTo>
                    <a:pt x="3463279" y="1267061"/>
                  </a:lnTo>
                  <a:lnTo>
                    <a:pt x="3463373" y="1267061"/>
                  </a:lnTo>
                  <a:lnTo>
                    <a:pt x="3463467" y="1267061"/>
                  </a:lnTo>
                  <a:lnTo>
                    <a:pt x="3463561" y="1267061"/>
                  </a:lnTo>
                  <a:lnTo>
                    <a:pt x="3463655" y="1267061"/>
                  </a:lnTo>
                  <a:lnTo>
                    <a:pt x="3463749" y="1267061"/>
                  </a:lnTo>
                  <a:lnTo>
                    <a:pt x="3463843" y="1267061"/>
                  </a:lnTo>
                  <a:lnTo>
                    <a:pt x="3463937" y="1267061"/>
                  </a:lnTo>
                  <a:lnTo>
                    <a:pt x="3464031" y="1267061"/>
                  </a:lnTo>
                  <a:lnTo>
                    <a:pt x="3464125" y="1267061"/>
                  </a:lnTo>
                  <a:lnTo>
                    <a:pt x="3464219" y="1267061"/>
                  </a:lnTo>
                  <a:lnTo>
                    <a:pt x="3464313" y="1267061"/>
                  </a:lnTo>
                  <a:lnTo>
                    <a:pt x="3464407" y="1267061"/>
                  </a:lnTo>
                  <a:lnTo>
                    <a:pt x="3464501" y="1267061"/>
                  </a:lnTo>
                  <a:lnTo>
                    <a:pt x="3464595" y="1267061"/>
                  </a:lnTo>
                  <a:lnTo>
                    <a:pt x="3464689" y="1267061"/>
                  </a:lnTo>
                  <a:lnTo>
                    <a:pt x="3464783" y="1267061"/>
                  </a:lnTo>
                  <a:lnTo>
                    <a:pt x="3464877" y="1267061"/>
                  </a:lnTo>
                  <a:lnTo>
                    <a:pt x="3464971" y="1267061"/>
                  </a:lnTo>
                  <a:lnTo>
                    <a:pt x="3465065" y="1267061"/>
                  </a:lnTo>
                  <a:lnTo>
                    <a:pt x="3465159" y="1267061"/>
                  </a:lnTo>
                  <a:lnTo>
                    <a:pt x="3465253" y="1267061"/>
                  </a:lnTo>
                  <a:lnTo>
                    <a:pt x="3465347" y="1267061"/>
                  </a:lnTo>
                  <a:lnTo>
                    <a:pt x="3465441" y="1267061"/>
                  </a:lnTo>
                  <a:lnTo>
                    <a:pt x="3465535" y="1267061"/>
                  </a:lnTo>
                  <a:lnTo>
                    <a:pt x="3465629" y="1267061"/>
                  </a:lnTo>
                  <a:lnTo>
                    <a:pt x="3465723" y="1267061"/>
                  </a:lnTo>
                  <a:lnTo>
                    <a:pt x="3465817" y="1267061"/>
                  </a:lnTo>
                  <a:lnTo>
                    <a:pt x="3465911" y="1267061"/>
                  </a:lnTo>
                  <a:lnTo>
                    <a:pt x="3466005" y="1267061"/>
                  </a:lnTo>
                  <a:lnTo>
                    <a:pt x="3466099" y="1267061"/>
                  </a:lnTo>
                  <a:lnTo>
                    <a:pt x="3466193" y="1267061"/>
                  </a:lnTo>
                  <a:lnTo>
                    <a:pt x="3466288" y="1267061"/>
                  </a:lnTo>
                  <a:lnTo>
                    <a:pt x="3466382" y="1267061"/>
                  </a:lnTo>
                  <a:lnTo>
                    <a:pt x="3466476" y="1267061"/>
                  </a:lnTo>
                  <a:lnTo>
                    <a:pt x="3466570" y="1267061"/>
                  </a:lnTo>
                  <a:lnTo>
                    <a:pt x="3466664" y="1267061"/>
                  </a:lnTo>
                  <a:lnTo>
                    <a:pt x="3466758" y="1267061"/>
                  </a:lnTo>
                  <a:lnTo>
                    <a:pt x="3466852" y="1267061"/>
                  </a:lnTo>
                  <a:lnTo>
                    <a:pt x="3466946" y="1267061"/>
                  </a:lnTo>
                  <a:lnTo>
                    <a:pt x="3467040" y="1267061"/>
                  </a:lnTo>
                  <a:lnTo>
                    <a:pt x="3467134" y="1267061"/>
                  </a:lnTo>
                  <a:lnTo>
                    <a:pt x="3467228" y="1267061"/>
                  </a:lnTo>
                  <a:lnTo>
                    <a:pt x="3467322" y="1267061"/>
                  </a:lnTo>
                  <a:lnTo>
                    <a:pt x="3467416" y="1267061"/>
                  </a:lnTo>
                  <a:lnTo>
                    <a:pt x="3467510" y="1267061"/>
                  </a:lnTo>
                  <a:lnTo>
                    <a:pt x="3467604" y="1267061"/>
                  </a:lnTo>
                  <a:lnTo>
                    <a:pt x="3467604" y="1261781"/>
                  </a:lnTo>
                  <a:lnTo>
                    <a:pt x="3467698" y="1261781"/>
                  </a:lnTo>
                  <a:lnTo>
                    <a:pt x="3467792" y="1261781"/>
                  </a:lnTo>
                  <a:lnTo>
                    <a:pt x="3467886" y="1261781"/>
                  </a:lnTo>
                  <a:lnTo>
                    <a:pt x="3467980" y="1261781"/>
                  </a:lnTo>
                  <a:lnTo>
                    <a:pt x="3468074" y="1261781"/>
                  </a:lnTo>
                  <a:lnTo>
                    <a:pt x="3468168" y="1261781"/>
                  </a:lnTo>
                  <a:lnTo>
                    <a:pt x="3468262" y="1261781"/>
                  </a:lnTo>
                  <a:lnTo>
                    <a:pt x="3468356" y="1261781"/>
                  </a:lnTo>
                  <a:lnTo>
                    <a:pt x="3468450" y="1261781"/>
                  </a:lnTo>
                  <a:lnTo>
                    <a:pt x="3468544" y="1261781"/>
                  </a:lnTo>
                  <a:lnTo>
                    <a:pt x="3468638" y="1261781"/>
                  </a:lnTo>
                  <a:lnTo>
                    <a:pt x="3468732" y="1261781"/>
                  </a:lnTo>
                  <a:lnTo>
                    <a:pt x="3468826" y="1261781"/>
                  </a:lnTo>
                  <a:lnTo>
                    <a:pt x="3468920" y="1261781"/>
                  </a:lnTo>
                  <a:lnTo>
                    <a:pt x="3468920" y="1256502"/>
                  </a:lnTo>
                  <a:lnTo>
                    <a:pt x="3469014" y="1256502"/>
                  </a:lnTo>
                  <a:lnTo>
                    <a:pt x="3469108" y="1256502"/>
                  </a:lnTo>
                  <a:lnTo>
                    <a:pt x="3469202" y="1256502"/>
                  </a:lnTo>
                  <a:lnTo>
                    <a:pt x="3469296" y="1256502"/>
                  </a:lnTo>
                  <a:lnTo>
                    <a:pt x="3469390" y="1256502"/>
                  </a:lnTo>
                  <a:lnTo>
                    <a:pt x="3469484" y="1256502"/>
                  </a:lnTo>
                  <a:lnTo>
                    <a:pt x="3469578" y="1256502"/>
                  </a:lnTo>
                  <a:lnTo>
                    <a:pt x="3469672" y="1256502"/>
                  </a:lnTo>
                  <a:lnTo>
                    <a:pt x="3469767" y="1256502"/>
                  </a:lnTo>
                  <a:lnTo>
                    <a:pt x="3469861" y="1256502"/>
                  </a:lnTo>
                  <a:lnTo>
                    <a:pt x="3469955" y="1256502"/>
                  </a:lnTo>
                  <a:lnTo>
                    <a:pt x="3470049" y="1256502"/>
                  </a:lnTo>
                  <a:lnTo>
                    <a:pt x="3470143" y="1256502"/>
                  </a:lnTo>
                  <a:lnTo>
                    <a:pt x="3470237" y="1256502"/>
                  </a:lnTo>
                  <a:lnTo>
                    <a:pt x="3470331" y="1256502"/>
                  </a:lnTo>
                  <a:lnTo>
                    <a:pt x="3470331" y="1251222"/>
                  </a:lnTo>
                  <a:lnTo>
                    <a:pt x="3470425" y="1251222"/>
                  </a:lnTo>
                  <a:lnTo>
                    <a:pt x="3470519" y="1251222"/>
                  </a:lnTo>
                  <a:lnTo>
                    <a:pt x="3470613" y="1251222"/>
                  </a:lnTo>
                  <a:lnTo>
                    <a:pt x="3470707" y="1251222"/>
                  </a:lnTo>
                  <a:lnTo>
                    <a:pt x="3470801" y="1251222"/>
                  </a:lnTo>
                  <a:lnTo>
                    <a:pt x="3470895" y="1251222"/>
                  </a:lnTo>
                  <a:lnTo>
                    <a:pt x="3470989" y="1251222"/>
                  </a:lnTo>
                  <a:lnTo>
                    <a:pt x="3471083" y="1251222"/>
                  </a:lnTo>
                  <a:lnTo>
                    <a:pt x="3471177" y="1251222"/>
                  </a:lnTo>
                  <a:lnTo>
                    <a:pt x="3471271" y="1251222"/>
                  </a:lnTo>
                  <a:lnTo>
                    <a:pt x="3471365" y="1251222"/>
                  </a:lnTo>
                  <a:lnTo>
                    <a:pt x="3471459" y="1251222"/>
                  </a:lnTo>
                  <a:lnTo>
                    <a:pt x="3471553" y="1251222"/>
                  </a:lnTo>
                  <a:lnTo>
                    <a:pt x="3471647" y="1251222"/>
                  </a:lnTo>
                  <a:lnTo>
                    <a:pt x="3471741" y="1251222"/>
                  </a:lnTo>
                  <a:lnTo>
                    <a:pt x="3471835" y="1251222"/>
                  </a:lnTo>
                  <a:lnTo>
                    <a:pt x="3471929" y="1251222"/>
                  </a:lnTo>
                  <a:lnTo>
                    <a:pt x="3472023" y="1251222"/>
                  </a:lnTo>
                  <a:lnTo>
                    <a:pt x="3472117" y="1251222"/>
                  </a:lnTo>
                  <a:lnTo>
                    <a:pt x="3472211" y="1251222"/>
                  </a:lnTo>
                  <a:lnTo>
                    <a:pt x="3472305" y="1251222"/>
                  </a:lnTo>
                  <a:lnTo>
                    <a:pt x="3472399" y="1251222"/>
                  </a:lnTo>
                  <a:lnTo>
                    <a:pt x="3472493" y="1251222"/>
                  </a:lnTo>
                  <a:lnTo>
                    <a:pt x="3472587" y="1251222"/>
                  </a:lnTo>
                  <a:lnTo>
                    <a:pt x="3472681" y="1251222"/>
                  </a:lnTo>
                  <a:lnTo>
                    <a:pt x="3472775" y="1251222"/>
                  </a:lnTo>
                  <a:lnTo>
                    <a:pt x="3472869" y="1251222"/>
                  </a:lnTo>
                  <a:lnTo>
                    <a:pt x="3472963" y="1251222"/>
                  </a:lnTo>
                  <a:lnTo>
                    <a:pt x="3473057" y="1251222"/>
                  </a:lnTo>
                  <a:lnTo>
                    <a:pt x="3473151" y="1251222"/>
                  </a:lnTo>
                  <a:lnTo>
                    <a:pt x="3473245" y="1251222"/>
                  </a:lnTo>
                  <a:lnTo>
                    <a:pt x="3473340" y="1251222"/>
                  </a:lnTo>
                  <a:lnTo>
                    <a:pt x="3473434" y="1251222"/>
                  </a:lnTo>
                  <a:lnTo>
                    <a:pt x="3473528" y="1251222"/>
                  </a:lnTo>
                  <a:lnTo>
                    <a:pt x="3473622" y="1251222"/>
                  </a:lnTo>
                  <a:lnTo>
                    <a:pt x="3473716" y="1251222"/>
                  </a:lnTo>
                  <a:lnTo>
                    <a:pt x="3473810" y="1251222"/>
                  </a:lnTo>
                  <a:lnTo>
                    <a:pt x="3473904" y="1251222"/>
                  </a:lnTo>
                  <a:lnTo>
                    <a:pt x="3473998" y="1251222"/>
                  </a:lnTo>
                  <a:lnTo>
                    <a:pt x="3474092" y="1251222"/>
                  </a:lnTo>
                  <a:lnTo>
                    <a:pt x="3474186" y="1251222"/>
                  </a:lnTo>
                  <a:lnTo>
                    <a:pt x="3474280" y="1251222"/>
                  </a:lnTo>
                  <a:lnTo>
                    <a:pt x="3474374" y="1251222"/>
                  </a:lnTo>
                  <a:lnTo>
                    <a:pt x="3474468" y="1251222"/>
                  </a:lnTo>
                  <a:lnTo>
                    <a:pt x="3474562" y="1251222"/>
                  </a:lnTo>
                  <a:lnTo>
                    <a:pt x="3474656" y="1251222"/>
                  </a:lnTo>
                  <a:lnTo>
                    <a:pt x="3474750" y="1251222"/>
                  </a:lnTo>
                  <a:lnTo>
                    <a:pt x="3474844" y="1251222"/>
                  </a:lnTo>
                  <a:lnTo>
                    <a:pt x="3474938" y="1251222"/>
                  </a:lnTo>
                  <a:lnTo>
                    <a:pt x="3475032" y="1251222"/>
                  </a:lnTo>
                  <a:lnTo>
                    <a:pt x="3475126" y="1251222"/>
                  </a:lnTo>
                  <a:lnTo>
                    <a:pt x="3475220" y="1251222"/>
                  </a:lnTo>
                  <a:lnTo>
                    <a:pt x="3475314" y="1251222"/>
                  </a:lnTo>
                  <a:lnTo>
                    <a:pt x="3475408" y="1251222"/>
                  </a:lnTo>
                  <a:lnTo>
                    <a:pt x="3475502" y="1251222"/>
                  </a:lnTo>
                  <a:lnTo>
                    <a:pt x="3475596" y="1251222"/>
                  </a:lnTo>
                  <a:lnTo>
                    <a:pt x="3475690" y="1251222"/>
                  </a:lnTo>
                  <a:lnTo>
                    <a:pt x="3475784" y="1251222"/>
                  </a:lnTo>
                  <a:lnTo>
                    <a:pt x="3475878" y="1251222"/>
                  </a:lnTo>
                  <a:lnTo>
                    <a:pt x="3475972" y="1251222"/>
                  </a:lnTo>
                  <a:lnTo>
                    <a:pt x="3476066" y="1251222"/>
                  </a:lnTo>
                  <a:lnTo>
                    <a:pt x="3476066" y="1245943"/>
                  </a:lnTo>
                  <a:lnTo>
                    <a:pt x="3476160" y="1245943"/>
                  </a:lnTo>
                  <a:lnTo>
                    <a:pt x="3476254" y="1245943"/>
                  </a:lnTo>
                  <a:lnTo>
                    <a:pt x="3476348" y="1245943"/>
                  </a:lnTo>
                  <a:lnTo>
                    <a:pt x="3476442" y="1245943"/>
                  </a:lnTo>
                  <a:lnTo>
                    <a:pt x="3476536" y="1245943"/>
                  </a:lnTo>
                  <a:lnTo>
                    <a:pt x="3476630" y="1245943"/>
                  </a:lnTo>
                  <a:lnTo>
                    <a:pt x="3476724" y="1245943"/>
                  </a:lnTo>
                  <a:lnTo>
                    <a:pt x="3476818" y="1245943"/>
                  </a:lnTo>
                  <a:lnTo>
                    <a:pt x="3476913" y="1245943"/>
                  </a:lnTo>
                  <a:lnTo>
                    <a:pt x="3477007" y="1245943"/>
                  </a:lnTo>
                  <a:lnTo>
                    <a:pt x="3477101" y="1245943"/>
                  </a:lnTo>
                  <a:lnTo>
                    <a:pt x="3477101" y="1240664"/>
                  </a:lnTo>
                  <a:lnTo>
                    <a:pt x="3477195" y="1240664"/>
                  </a:lnTo>
                  <a:lnTo>
                    <a:pt x="3477289" y="1240664"/>
                  </a:lnTo>
                  <a:lnTo>
                    <a:pt x="3477383" y="1240664"/>
                  </a:lnTo>
                  <a:lnTo>
                    <a:pt x="3477477" y="1240664"/>
                  </a:lnTo>
                  <a:lnTo>
                    <a:pt x="3477571" y="1240664"/>
                  </a:lnTo>
                  <a:lnTo>
                    <a:pt x="3477665" y="1240664"/>
                  </a:lnTo>
                  <a:lnTo>
                    <a:pt x="3477759" y="1240664"/>
                  </a:lnTo>
                  <a:lnTo>
                    <a:pt x="3477853" y="1240664"/>
                  </a:lnTo>
                  <a:lnTo>
                    <a:pt x="3477947" y="1240664"/>
                  </a:lnTo>
                  <a:lnTo>
                    <a:pt x="3478041" y="1240664"/>
                  </a:lnTo>
                  <a:lnTo>
                    <a:pt x="3478135" y="1240664"/>
                  </a:lnTo>
                  <a:lnTo>
                    <a:pt x="3478229" y="1240664"/>
                  </a:lnTo>
                  <a:lnTo>
                    <a:pt x="3478323" y="1240664"/>
                  </a:lnTo>
                  <a:lnTo>
                    <a:pt x="3478417" y="1240664"/>
                  </a:lnTo>
                  <a:lnTo>
                    <a:pt x="3478511" y="1240664"/>
                  </a:lnTo>
                  <a:lnTo>
                    <a:pt x="3478605" y="1240664"/>
                  </a:lnTo>
                  <a:lnTo>
                    <a:pt x="3478699" y="1240664"/>
                  </a:lnTo>
                  <a:lnTo>
                    <a:pt x="3478793" y="1240664"/>
                  </a:lnTo>
                  <a:lnTo>
                    <a:pt x="3478887" y="1240664"/>
                  </a:lnTo>
                  <a:lnTo>
                    <a:pt x="3478981" y="1240664"/>
                  </a:lnTo>
                  <a:lnTo>
                    <a:pt x="3479075" y="1240664"/>
                  </a:lnTo>
                  <a:lnTo>
                    <a:pt x="3479169" y="1240664"/>
                  </a:lnTo>
                  <a:lnTo>
                    <a:pt x="3479263" y="1240664"/>
                  </a:lnTo>
                  <a:lnTo>
                    <a:pt x="3479357" y="1240664"/>
                  </a:lnTo>
                  <a:lnTo>
                    <a:pt x="3479451" y="1240664"/>
                  </a:lnTo>
                  <a:lnTo>
                    <a:pt x="3479545" y="1240664"/>
                  </a:lnTo>
                  <a:lnTo>
                    <a:pt x="3479545" y="1235384"/>
                  </a:lnTo>
                  <a:lnTo>
                    <a:pt x="3479639" y="1235384"/>
                  </a:lnTo>
                  <a:lnTo>
                    <a:pt x="3479733" y="1235384"/>
                  </a:lnTo>
                  <a:lnTo>
                    <a:pt x="3479827" y="1235384"/>
                  </a:lnTo>
                  <a:lnTo>
                    <a:pt x="3479921" y="1235384"/>
                  </a:lnTo>
                  <a:lnTo>
                    <a:pt x="3479921" y="1230105"/>
                  </a:lnTo>
                  <a:lnTo>
                    <a:pt x="3480015" y="1230105"/>
                  </a:lnTo>
                  <a:lnTo>
                    <a:pt x="3480109" y="1230105"/>
                  </a:lnTo>
                  <a:lnTo>
                    <a:pt x="3480203" y="1230105"/>
                  </a:lnTo>
                  <a:lnTo>
                    <a:pt x="3480297" y="1230105"/>
                  </a:lnTo>
                  <a:lnTo>
                    <a:pt x="3480392" y="1230105"/>
                  </a:lnTo>
                  <a:lnTo>
                    <a:pt x="3480486" y="1230105"/>
                  </a:lnTo>
                  <a:lnTo>
                    <a:pt x="3480580" y="1230105"/>
                  </a:lnTo>
                  <a:lnTo>
                    <a:pt x="3480674" y="1230105"/>
                  </a:lnTo>
                  <a:lnTo>
                    <a:pt x="3480768" y="1230105"/>
                  </a:lnTo>
                  <a:lnTo>
                    <a:pt x="3480862" y="1230105"/>
                  </a:lnTo>
                  <a:lnTo>
                    <a:pt x="3480956" y="1230105"/>
                  </a:lnTo>
                  <a:lnTo>
                    <a:pt x="3481050" y="1230105"/>
                  </a:lnTo>
                  <a:lnTo>
                    <a:pt x="3481144" y="1230105"/>
                  </a:lnTo>
                  <a:lnTo>
                    <a:pt x="3481238" y="1230105"/>
                  </a:lnTo>
                  <a:lnTo>
                    <a:pt x="3481332" y="1230105"/>
                  </a:lnTo>
                  <a:lnTo>
                    <a:pt x="3481426" y="1230105"/>
                  </a:lnTo>
                  <a:lnTo>
                    <a:pt x="3481520" y="1230105"/>
                  </a:lnTo>
                  <a:lnTo>
                    <a:pt x="3481614" y="1230105"/>
                  </a:lnTo>
                  <a:lnTo>
                    <a:pt x="3481708" y="1230105"/>
                  </a:lnTo>
                  <a:lnTo>
                    <a:pt x="3481802" y="1230105"/>
                  </a:lnTo>
                  <a:lnTo>
                    <a:pt x="3481896" y="1230105"/>
                  </a:lnTo>
                  <a:lnTo>
                    <a:pt x="3481990" y="1230105"/>
                  </a:lnTo>
                  <a:lnTo>
                    <a:pt x="3482084" y="1230105"/>
                  </a:lnTo>
                  <a:lnTo>
                    <a:pt x="3482178" y="1230105"/>
                  </a:lnTo>
                  <a:lnTo>
                    <a:pt x="3482272" y="1230105"/>
                  </a:lnTo>
                  <a:lnTo>
                    <a:pt x="3482366" y="1230105"/>
                  </a:lnTo>
                  <a:lnTo>
                    <a:pt x="3482460" y="1230105"/>
                  </a:lnTo>
                  <a:lnTo>
                    <a:pt x="3482554" y="1230105"/>
                  </a:lnTo>
                  <a:lnTo>
                    <a:pt x="3482648" y="1230105"/>
                  </a:lnTo>
                  <a:lnTo>
                    <a:pt x="3482742" y="1230105"/>
                  </a:lnTo>
                  <a:lnTo>
                    <a:pt x="3482836" y="1230105"/>
                  </a:lnTo>
                  <a:lnTo>
                    <a:pt x="3482930" y="1230105"/>
                  </a:lnTo>
                  <a:lnTo>
                    <a:pt x="3483024" y="1230105"/>
                  </a:lnTo>
                  <a:lnTo>
                    <a:pt x="3483118" y="1230105"/>
                  </a:lnTo>
                  <a:lnTo>
                    <a:pt x="3483212" y="1230105"/>
                  </a:lnTo>
                  <a:lnTo>
                    <a:pt x="3483306" y="1230105"/>
                  </a:lnTo>
                  <a:lnTo>
                    <a:pt x="3483400" y="1230105"/>
                  </a:lnTo>
                  <a:lnTo>
                    <a:pt x="3483494" y="1230105"/>
                  </a:lnTo>
                  <a:lnTo>
                    <a:pt x="3483588" y="1230105"/>
                  </a:lnTo>
                  <a:lnTo>
                    <a:pt x="3483682" y="1230105"/>
                  </a:lnTo>
                  <a:lnTo>
                    <a:pt x="3483776" y="1230105"/>
                  </a:lnTo>
                  <a:lnTo>
                    <a:pt x="3483870" y="1230105"/>
                  </a:lnTo>
                  <a:lnTo>
                    <a:pt x="3483965" y="1230105"/>
                  </a:lnTo>
                  <a:lnTo>
                    <a:pt x="3484059" y="1230105"/>
                  </a:lnTo>
                  <a:lnTo>
                    <a:pt x="3484153" y="1230105"/>
                  </a:lnTo>
                  <a:lnTo>
                    <a:pt x="3484247" y="1230105"/>
                  </a:lnTo>
                  <a:lnTo>
                    <a:pt x="3484341" y="1230105"/>
                  </a:lnTo>
                  <a:lnTo>
                    <a:pt x="3484435" y="1230105"/>
                  </a:lnTo>
                  <a:lnTo>
                    <a:pt x="3484529" y="1230105"/>
                  </a:lnTo>
                  <a:lnTo>
                    <a:pt x="3484623" y="1230105"/>
                  </a:lnTo>
                  <a:lnTo>
                    <a:pt x="3484717" y="1230105"/>
                  </a:lnTo>
                  <a:lnTo>
                    <a:pt x="3484811" y="1230105"/>
                  </a:lnTo>
                  <a:lnTo>
                    <a:pt x="3484811" y="1224825"/>
                  </a:lnTo>
                  <a:lnTo>
                    <a:pt x="3484905" y="1224825"/>
                  </a:lnTo>
                  <a:lnTo>
                    <a:pt x="3484999" y="1224825"/>
                  </a:lnTo>
                  <a:lnTo>
                    <a:pt x="3485093" y="1224825"/>
                  </a:lnTo>
                  <a:lnTo>
                    <a:pt x="3485187" y="1224825"/>
                  </a:lnTo>
                  <a:lnTo>
                    <a:pt x="3485281" y="1224825"/>
                  </a:lnTo>
                  <a:lnTo>
                    <a:pt x="3485281" y="1219546"/>
                  </a:lnTo>
                  <a:lnTo>
                    <a:pt x="3485375" y="1219546"/>
                  </a:lnTo>
                  <a:lnTo>
                    <a:pt x="3485469" y="1219546"/>
                  </a:lnTo>
                  <a:lnTo>
                    <a:pt x="3485563" y="1219546"/>
                  </a:lnTo>
                  <a:lnTo>
                    <a:pt x="3485657" y="1219546"/>
                  </a:lnTo>
                  <a:lnTo>
                    <a:pt x="3485751" y="1219546"/>
                  </a:lnTo>
                  <a:lnTo>
                    <a:pt x="3485845" y="1219546"/>
                  </a:lnTo>
                  <a:lnTo>
                    <a:pt x="3485939" y="1219546"/>
                  </a:lnTo>
                  <a:lnTo>
                    <a:pt x="3486033" y="1219546"/>
                  </a:lnTo>
                  <a:lnTo>
                    <a:pt x="3486033" y="1214266"/>
                  </a:lnTo>
                  <a:lnTo>
                    <a:pt x="3486127" y="1214266"/>
                  </a:lnTo>
                  <a:lnTo>
                    <a:pt x="3486221" y="1214266"/>
                  </a:lnTo>
                  <a:lnTo>
                    <a:pt x="3486315" y="1214266"/>
                  </a:lnTo>
                  <a:lnTo>
                    <a:pt x="3486409" y="1214266"/>
                  </a:lnTo>
                  <a:lnTo>
                    <a:pt x="3486503" y="1214266"/>
                  </a:lnTo>
                  <a:lnTo>
                    <a:pt x="3486597" y="1214266"/>
                  </a:lnTo>
                  <a:lnTo>
                    <a:pt x="3486597" y="1208987"/>
                  </a:lnTo>
                  <a:lnTo>
                    <a:pt x="3486691" y="1208987"/>
                  </a:lnTo>
                  <a:lnTo>
                    <a:pt x="3486785" y="1208987"/>
                  </a:lnTo>
                  <a:lnTo>
                    <a:pt x="3486879" y="1208987"/>
                  </a:lnTo>
                  <a:lnTo>
                    <a:pt x="3486973" y="1208987"/>
                  </a:lnTo>
                  <a:lnTo>
                    <a:pt x="3487067" y="1208987"/>
                  </a:lnTo>
                  <a:lnTo>
                    <a:pt x="3487161" y="1208987"/>
                  </a:lnTo>
                  <a:lnTo>
                    <a:pt x="3487255" y="1208987"/>
                  </a:lnTo>
                  <a:lnTo>
                    <a:pt x="3487349" y="1208987"/>
                  </a:lnTo>
                  <a:lnTo>
                    <a:pt x="3487443" y="1208987"/>
                  </a:lnTo>
                  <a:lnTo>
                    <a:pt x="3487538" y="1208987"/>
                  </a:lnTo>
                  <a:lnTo>
                    <a:pt x="3487632" y="1208987"/>
                  </a:lnTo>
                  <a:lnTo>
                    <a:pt x="3487726" y="1208987"/>
                  </a:lnTo>
                  <a:lnTo>
                    <a:pt x="3487820" y="1208987"/>
                  </a:lnTo>
                  <a:lnTo>
                    <a:pt x="3487914" y="1208987"/>
                  </a:lnTo>
                  <a:lnTo>
                    <a:pt x="3488008" y="1208987"/>
                  </a:lnTo>
                  <a:lnTo>
                    <a:pt x="3488102" y="1208987"/>
                  </a:lnTo>
                  <a:lnTo>
                    <a:pt x="3488196" y="1208987"/>
                  </a:lnTo>
                  <a:lnTo>
                    <a:pt x="3488290" y="1208987"/>
                  </a:lnTo>
                  <a:lnTo>
                    <a:pt x="3488384" y="1208987"/>
                  </a:lnTo>
                  <a:lnTo>
                    <a:pt x="3488478" y="1208987"/>
                  </a:lnTo>
                  <a:lnTo>
                    <a:pt x="3488572" y="1208987"/>
                  </a:lnTo>
                  <a:lnTo>
                    <a:pt x="3488666" y="1208987"/>
                  </a:lnTo>
                  <a:lnTo>
                    <a:pt x="3488760" y="1208987"/>
                  </a:lnTo>
                  <a:lnTo>
                    <a:pt x="3488854" y="1208987"/>
                  </a:lnTo>
                  <a:lnTo>
                    <a:pt x="3488948" y="1208987"/>
                  </a:lnTo>
                  <a:lnTo>
                    <a:pt x="3489042" y="1208987"/>
                  </a:lnTo>
                  <a:lnTo>
                    <a:pt x="3489136" y="1208987"/>
                  </a:lnTo>
                  <a:lnTo>
                    <a:pt x="3489230" y="1208987"/>
                  </a:lnTo>
                  <a:lnTo>
                    <a:pt x="3489324" y="1208987"/>
                  </a:lnTo>
                  <a:lnTo>
                    <a:pt x="3489418" y="1208987"/>
                  </a:lnTo>
                  <a:lnTo>
                    <a:pt x="3489512" y="1208987"/>
                  </a:lnTo>
                  <a:lnTo>
                    <a:pt x="3489606" y="1208987"/>
                  </a:lnTo>
                  <a:lnTo>
                    <a:pt x="3489700" y="1208987"/>
                  </a:lnTo>
                  <a:lnTo>
                    <a:pt x="3489794" y="1208987"/>
                  </a:lnTo>
                  <a:lnTo>
                    <a:pt x="3489888" y="1208987"/>
                  </a:lnTo>
                  <a:lnTo>
                    <a:pt x="3489982" y="1208987"/>
                  </a:lnTo>
                  <a:lnTo>
                    <a:pt x="3490076" y="1208987"/>
                  </a:lnTo>
                  <a:lnTo>
                    <a:pt x="3490170" y="1208987"/>
                  </a:lnTo>
                  <a:lnTo>
                    <a:pt x="3490264" y="1208987"/>
                  </a:lnTo>
                  <a:lnTo>
                    <a:pt x="3490358" y="1208987"/>
                  </a:lnTo>
                  <a:lnTo>
                    <a:pt x="3490452" y="1208987"/>
                  </a:lnTo>
                  <a:lnTo>
                    <a:pt x="3490546" y="1208987"/>
                  </a:lnTo>
                  <a:lnTo>
                    <a:pt x="3490640" y="1208987"/>
                  </a:lnTo>
                  <a:lnTo>
                    <a:pt x="3490734" y="1208987"/>
                  </a:lnTo>
                  <a:lnTo>
                    <a:pt x="3490828" y="1208987"/>
                  </a:lnTo>
                  <a:lnTo>
                    <a:pt x="3490922" y="1208987"/>
                  </a:lnTo>
                  <a:lnTo>
                    <a:pt x="3491017" y="1208987"/>
                  </a:lnTo>
                  <a:lnTo>
                    <a:pt x="3491111" y="1208987"/>
                  </a:lnTo>
                  <a:lnTo>
                    <a:pt x="3491205" y="1208987"/>
                  </a:lnTo>
                  <a:lnTo>
                    <a:pt x="3491299" y="1208987"/>
                  </a:lnTo>
                  <a:lnTo>
                    <a:pt x="3491393" y="1208987"/>
                  </a:lnTo>
                  <a:lnTo>
                    <a:pt x="3491487" y="1208987"/>
                  </a:lnTo>
                  <a:lnTo>
                    <a:pt x="3491581" y="1208987"/>
                  </a:lnTo>
                  <a:lnTo>
                    <a:pt x="3491675" y="1208987"/>
                  </a:lnTo>
                  <a:lnTo>
                    <a:pt x="3491769" y="1208987"/>
                  </a:lnTo>
                  <a:lnTo>
                    <a:pt x="3491863" y="1208987"/>
                  </a:lnTo>
                  <a:lnTo>
                    <a:pt x="3491957" y="1208987"/>
                  </a:lnTo>
                  <a:lnTo>
                    <a:pt x="3492051" y="1208987"/>
                  </a:lnTo>
                  <a:lnTo>
                    <a:pt x="3492145" y="1208987"/>
                  </a:lnTo>
                  <a:lnTo>
                    <a:pt x="3492239" y="1208987"/>
                  </a:lnTo>
                  <a:lnTo>
                    <a:pt x="3492333" y="1208987"/>
                  </a:lnTo>
                  <a:lnTo>
                    <a:pt x="3492427" y="1208987"/>
                  </a:lnTo>
                  <a:lnTo>
                    <a:pt x="3492521" y="1208987"/>
                  </a:lnTo>
                  <a:lnTo>
                    <a:pt x="3492615" y="1208987"/>
                  </a:lnTo>
                  <a:lnTo>
                    <a:pt x="3492709" y="1208987"/>
                  </a:lnTo>
                  <a:lnTo>
                    <a:pt x="3492803" y="1208987"/>
                  </a:lnTo>
                  <a:lnTo>
                    <a:pt x="3492897" y="1208987"/>
                  </a:lnTo>
                  <a:lnTo>
                    <a:pt x="3492991" y="1208987"/>
                  </a:lnTo>
                  <a:lnTo>
                    <a:pt x="3493085" y="1208987"/>
                  </a:lnTo>
                  <a:lnTo>
                    <a:pt x="3493179" y="1208987"/>
                  </a:lnTo>
                  <a:lnTo>
                    <a:pt x="3493273" y="1208987"/>
                  </a:lnTo>
                  <a:lnTo>
                    <a:pt x="3493367" y="1208987"/>
                  </a:lnTo>
                  <a:lnTo>
                    <a:pt x="3493461" y="1208987"/>
                  </a:lnTo>
                  <a:lnTo>
                    <a:pt x="3493555" y="1208987"/>
                  </a:lnTo>
                  <a:lnTo>
                    <a:pt x="3493649" y="1208987"/>
                  </a:lnTo>
                  <a:lnTo>
                    <a:pt x="3493743" y="1208987"/>
                  </a:lnTo>
                  <a:lnTo>
                    <a:pt x="3493837" y="1208987"/>
                  </a:lnTo>
                  <a:lnTo>
                    <a:pt x="3493931" y="1208987"/>
                  </a:lnTo>
                  <a:lnTo>
                    <a:pt x="3494025" y="1208987"/>
                  </a:lnTo>
                  <a:lnTo>
                    <a:pt x="3494119" y="1208987"/>
                  </a:lnTo>
                  <a:lnTo>
                    <a:pt x="3494213" y="1208987"/>
                  </a:lnTo>
                  <a:lnTo>
                    <a:pt x="3494307" y="1208987"/>
                  </a:lnTo>
                  <a:lnTo>
                    <a:pt x="3494401" y="1208987"/>
                  </a:lnTo>
                  <a:lnTo>
                    <a:pt x="3494495" y="1208987"/>
                  </a:lnTo>
                  <a:lnTo>
                    <a:pt x="3494590" y="1208987"/>
                  </a:lnTo>
                  <a:lnTo>
                    <a:pt x="3494684" y="1208987"/>
                  </a:lnTo>
                  <a:lnTo>
                    <a:pt x="3494778" y="1208987"/>
                  </a:lnTo>
                  <a:lnTo>
                    <a:pt x="3494872" y="1208987"/>
                  </a:lnTo>
                  <a:lnTo>
                    <a:pt x="3494966" y="1208987"/>
                  </a:lnTo>
                  <a:lnTo>
                    <a:pt x="3495060" y="1208987"/>
                  </a:lnTo>
                  <a:lnTo>
                    <a:pt x="3495154" y="1208987"/>
                  </a:lnTo>
                  <a:lnTo>
                    <a:pt x="3495248" y="1208987"/>
                  </a:lnTo>
                  <a:lnTo>
                    <a:pt x="3495342" y="1208987"/>
                  </a:lnTo>
                  <a:lnTo>
                    <a:pt x="3495436" y="1208987"/>
                  </a:lnTo>
                  <a:lnTo>
                    <a:pt x="3495530" y="1208987"/>
                  </a:lnTo>
                  <a:lnTo>
                    <a:pt x="3495624" y="1208987"/>
                  </a:lnTo>
                  <a:lnTo>
                    <a:pt x="3495718" y="1208987"/>
                  </a:lnTo>
                  <a:lnTo>
                    <a:pt x="3495812" y="1208987"/>
                  </a:lnTo>
                  <a:lnTo>
                    <a:pt x="3495906" y="1208987"/>
                  </a:lnTo>
                  <a:lnTo>
                    <a:pt x="3496000" y="1208987"/>
                  </a:lnTo>
                  <a:lnTo>
                    <a:pt x="3496094" y="1208987"/>
                  </a:lnTo>
                  <a:lnTo>
                    <a:pt x="3496188" y="1208987"/>
                  </a:lnTo>
                  <a:lnTo>
                    <a:pt x="3496282" y="1208987"/>
                  </a:lnTo>
                  <a:lnTo>
                    <a:pt x="3496376" y="1208987"/>
                  </a:lnTo>
                  <a:lnTo>
                    <a:pt x="3496470" y="1208987"/>
                  </a:lnTo>
                  <a:lnTo>
                    <a:pt x="3496564" y="1208987"/>
                  </a:lnTo>
                  <a:lnTo>
                    <a:pt x="3496658" y="1208987"/>
                  </a:lnTo>
                  <a:lnTo>
                    <a:pt x="3496752" y="1208987"/>
                  </a:lnTo>
                  <a:lnTo>
                    <a:pt x="3496846" y="1208987"/>
                  </a:lnTo>
                  <a:lnTo>
                    <a:pt x="3496940" y="1208987"/>
                  </a:lnTo>
                  <a:lnTo>
                    <a:pt x="3497034" y="1208987"/>
                  </a:lnTo>
                  <a:lnTo>
                    <a:pt x="3497128" y="1208987"/>
                  </a:lnTo>
                  <a:lnTo>
                    <a:pt x="3497222" y="1208987"/>
                  </a:lnTo>
                  <a:lnTo>
                    <a:pt x="3497316" y="1208987"/>
                  </a:lnTo>
                  <a:lnTo>
                    <a:pt x="3497410" y="1208987"/>
                  </a:lnTo>
                  <a:lnTo>
                    <a:pt x="3497504" y="1208987"/>
                  </a:lnTo>
                  <a:lnTo>
                    <a:pt x="3497598" y="1208987"/>
                  </a:lnTo>
                  <a:lnTo>
                    <a:pt x="3497692" y="1208987"/>
                  </a:lnTo>
                  <a:lnTo>
                    <a:pt x="3497786" y="1208987"/>
                  </a:lnTo>
                  <a:lnTo>
                    <a:pt x="3497880" y="1208987"/>
                  </a:lnTo>
                  <a:lnTo>
                    <a:pt x="3497974" y="1208987"/>
                  </a:lnTo>
                  <a:lnTo>
                    <a:pt x="3498068" y="1208987"/>
                  </a:lnTo>
                  <a:lnTo>
                    <a:pt x="3498068" y="1203708"/>
                  </a:lnTo>
                  <a:lnTo>
                    <a:pt x="3498163" y="1203708"/>
                  </a:lnTo>
                  <a:lnTo>
                    <a:pt x="3498257" y="1203708"/>
                  </a:lnTo>
                  <a:lnTo>
                    <a:pt x="3498351" y="1203708"/>
                  </a:lnTo>
                  <a:lnTo>
                    <a:pt x="3498445" y="1203708"/>
                  </a:lnTo>
                  <a:lnTo>
                    <a:pt x="3498539" y="1203708"/>
                  </a:lnTo>
                  <a:lnTo>
                    <a:pt x="3498633" y="1203708"/>
                  </a:lnTo>
                  <a:lnTo>
                    <a:pt x="3498727" y="1203708"/>
                  </a:lnTo>
                  <a:lnTo>
                    <a:pt x="3498821" y="1203708"/>
                  </a:lnTo>
                  <a:lnTo>
                    <a:pt x="3498915" y="1203708"/>
                  </a:lnTo>
                  <a:lnTo>
                    <a:pt x="3499009" y="1203708"/>
                  </a:lnTo>
                  <a:lnTo>
                    <a:pt x="3499103" y="1203708"/>
                  </a:lnTo>
                  <a:lnTo>
                    <a:pt x="3499197" y="1203708"/>
                  </a:lnTo>
                  <a:lnTo>
                    <a:pt x="3499291" y="1203708"/>
                  </a:lnTo>
                  <a:lnTo>
                    <a:pt x="3499385" y="1203708"/>
                  </a:lnTo>
                  <a:lnTo>
                    <a:pt x="3499479" y="1203708"/>
                  </a:lnTo>
                  <a:lnTo>
                    <a:pt x="3499573" y="1203708"/>
                  </a:lnTo>
                  <a:lnTo>
                    <a:pt x="3499667" y="1203708"/>
                  </a:lnTo>
                  <a:lnTo>
                    <a:pt x="3499761" y="1203708"/>
                  </a:lnTo>
                  <a:lnTo>
                    <a:pt x="3499855" y="1203708"/>
                  </a:lnTo>
                  <a:lnTo>
                    <a:pt x="3499949" y="1203708"/>
                  </a:lnTo>
                  <a:lnTo>
                    <a:pt x="3500043" y="1203708"/>
                  </a:lnTo>
                  <a:lnTo>
                    <a:pt x="3500137" y="1203708"/>
                  </a:lnTo>
                  <a:lnTo>
                    <a:pt x="3500231" y="1203708"/>
                  </a:lnTo>
                  <a:lnTo>
                    <a:pt x="3500325" y="1203708"/>
                  </a:lnTo>
                  <a:lnTo>
                    <a:pt x="3500419" y="1203708"/>
                  </a:lnTo>
                  <a:lnTo>
                    <a:pt x="3500513" y="1203708"/>
                  </a:lnTo>
                  <a:lnTo>
                    <a:pt x="3500607" y="1203708"/>
                  </a:lnTo>
                  <a:lnTo>
                    <a:pt x="3500701" y="1203708"/>
                  </a:lnTo>
                  <a:lnTo>
                    <a:pt x="3500795" y="1203708"/>
                  </a:lnTo>
                  <a:lnTo>
                    <a:pt x="3500889" y="1203708"/>
                  </a:lnTo>
                  <a:lnTo>
                    <a:pt x="3500983" y="1203708"/>
                  </a:lnTo>
                  <a:lnTo>
                    <a:pt x="3501077" y="1203708"/>
                  </a:lnTo>
                  <a:lnTo>
                    <a:pt x="3501171" y="1203708"/>
                  </a:lnTo>
                  <a:lnTo>
                    <a:pt x="3501265" y="1203708"/>
                  </a:lnTo>
                  <a:lnTo>
                    <a:pt x="3501359" y="1203708"/>
                  </a:lnTo>
                  <a:lnTo>
                    <a:pt x="3501453" y="1203708"/>
                  </a:lnTo>
                  <a:lnTo>
                    <a:pt x="3501547" y="1203708"/>
                  </a:lnTo>
                  <a:lnTo>
                    <a:pt x="3501642" y="1203708"/>
                  </a:lnTo>
                  <a:lnTo>
                    <a:pt x="3501736" y="1203708"/>
                  </a:lnTo>
                  <a:lnTo>
                    <a:pt x="3501830" y="1203708"/>
                  </a:lnTo>
                  <a:lnTo>
                    <a:pt x="3501924" y="1203708"/>
                  </a:lnTo>
                  <a:lnTo>
                    <a:pt x="3502018" y="1203708"/>
                  </a:lnTo>
                  <a:lnTo>
                    <a:pt x="3502112" y="1203708"/>
                  </a:lnTo>
                  <a:lnTo>
                    <a:pt x="3502206" y="1203708"/>
                  </a:lnTo>
                  <a:lnTo>
                    <a:pt x="3502300" y="1203708"/>
                  </a:lnTo>
                  <a:lnTo>
                    <a:pt x="3502394" y="1203708"/>
                  </a:lnTo>
                  <a:lnTo>
                    <a:pt x="3502488" y="1203708"/>
                  </a:lnTo>
                  <a:lnTo>
                    <a:pt x="3502582" y="1203708"/>
                  </a:lnTo>
                  <a:lnTo>
                    <a:pt x="3502676" y="1203708"/>
                  </a:lnTo>
                  <a:lnTo>
                    <a:pt x="3502770" y="1203708"/>
                  </a:lnTo>
                  <a:lnTo>
                    <a:pt x="3502864" y="1203708"/>
                  </a:lnTo>
                  <a:lnTo>
                    <a:pt x="3502958" y="1203708"/>
                  </a:lnTo>
                  <a:lnTo>
                    <a:pt x="3503052" y="1203708"/>
                  </a:lnTo>
                  <a:lnTo>
                    <a:pt x="3503146" y="1203708"/>
                  </a:lnTo>
                  <a:lnTo>
                    <a:pt x="3503240" y="1203708"/>
                  </a:lnTo>
                  <a:lnTo>
                    <a:pt x="3503334" y="1203708"/>
                  </a:lnTo>
                  <a:lnTo>
                    <a:pt x="3503334" y="1198428"/>
                  </a:lnTo>
                  <a:lnTo>
                    <a:pt x="3503428" y="1198428"/>
                  </a:lnTo>
                  <a:lnTo>
                    <a:pt x="3503522" y="1198428"/>
                  </a:lnTo>
                  <a:lnTo>
                    <a:pt x="3503616" y="1198428"/>
                  </a:lnTo>
                  <a:lnTo>
                    <a:pt x="3503710" y="1198428"/>
                  </a:lnTo>
                  <a:lnTo>
                    <a:pt x="3503804" y="1198428"/>
                  </a:lnTo>
                  <a:lnTo>
                    <a:pt x="3503898" y="1198428"/>
                  </a:lnTo>
                  <a:lnTo>
                    <a:pt x="3503992" y="1198428"/>
                  </a:lnTo>
                  <a:lnTo>
                    <a:pt x="3504086" y="1198428"/>
                  </a:lnTo>
                  <a:lnTo>
                    <a:pt x="3504180" y="1198428"/>
                  </a:lnTo>
                  <a:lnTo>
                    <a:pt x="3504274" y="1198428"/>
                  </a:lnTo>
                  <a:lnTo>
                    <a:pt x="3504368" y="1198428"/>
                  </a:lnTo>
                  <a:lnTo>
                    <a:pt x="3504462" y="1198428"/>
                  </a:lnTo>
                  <a:lnTo>
                    <a:pt x="3504556" y="1198428"/>
                  </a:lnTo>
                  <a:lnTo>
                    <a:pt x="3504650" y="1198428"/>
                  </a:lnTo>
                  <a:lnTo>
                    <a:pt x="3504744" y="1198428"/>
                  </a:lnTo>
                  <a:lnTo>
                    <a:pt x="3504838" y="1198428"/>
                  </a:lnTo>
                  <a:lnTo>
                    <a:pt x="3504932" y="1198428"/>
                  </a:lnTo>
                  <a:lnTo>
                    <a:pt x="3505026" y="1198428"/>
                  </a:lnTo>
                  <a:lnTo>
                    <a:pt x="3505120" y="1198428"/>
                  </a:lnTo>
                  <a:lnTo>
                    <a:pt x="3505215" y="1198428"/>
                  </a:lnTo>
                  <a:lnTo>
                    <a:pt x="3505309" y="1198428"/>
                  </a:lnTo>
                  <a:lnTo>
                    <a:pt x="3505403" y="1198428"/>
                  </a:lnTo>
                  <a:lnTo>
                    <a:pt x="3505497" y="1198428"/>
                  </a:lnTo>
                  <a:lnTo>
                    <a:pt x="3505591" y="1198428"/>
                  </a:lnTo>
                  <a:lnTo>
                    <a:pt x="3505685" y="1198428"/>
                  </a:lnTo>
                  <a:lnTo>
                    <a:pt x="3505779" y="1198428"/>
                  </a:lnTo>
                  <a:lnTo>
                    <a:pt x="3505873" y="1198428"/>
                  </a:lnTo>
                  <a:lnTo>
                    <a:pt x="3505967" y="1198428"/>
                  </a:lnTo>
                  <a:lnTo>
                    <a:pt x="3506061" y="1198428"/>
                  </a:lnTo>
                  <a:lnTo>
                    <a:pt x="3506155" y="1198428"/>
                  </a:lnTo>
                  <a:lnTo>
                    <a:pt x="3506249" y="1198428"/>
                  </a:lnTo>
                  <a:lnTo>
                    <a:pt x="3506343" y="1198428"/>
                  </a:lnTo>
                  <a:lnTo>
                    <a:pt x="3506437" y="1198428"/>
                  </a:lnTo>
                  <a:lnTo>
                    <a:pt x="3506531" y="1198428"/>
                  </a:lnTo>
                  <a:lnTo>
                    <a:pt x="3506625" y="1198428"/>
                  </a:lnTo>
                  <a:lnTo>
                    <a:pt x="3506719" y="1198428"/>
                  </a:lnTo>
                  <a:lnTo>
                    <a:pt x="3506813" y="1198428"/>
                  </a:lnTo>
                  <a:lnTo>
                    <a:pt x="3506907" y="1198428"/>
                  </a:lnTo>
                  <a:lnTo>
                    <a:pt x="3507001" y="1198428"/>
                  </a:lnTo>
                  <a:lnTo>
                    <a:pt x="3507095" y="1198428"/>
                  </a:lnTo>
                  <a:lnTo>
                    <a:pt x="3507189" y="1198428"/>
                  </a:lnTo>
                  <a:lnTo>
                    <a:pt x="3507283" y="1198428"/>
                  </a:lnTo>
                  <a:lnTo>
                    <a:pt x="3507377" y="1198428"/>
                  </a:lnTo>
                  <a:lnTo>
                    <a:pt x="3507471" y="1198428"/>
                  </a:lnTo>
                  <a:lnTo>
                    <a:pt x="3507565" y="1198428"/>
                  </a:lnTo>
                  <a:lnTo>
                    <a:pt x="3507659" y="1198428"/>
                  </a:lnTo>
                  <a:lnTo>
                    <a:pt x="3507753" y="1198428"/>
                  </a:lnTo>
                  <a:lnTo>
                    <a:pt x="3507847" y="1198428"/>
                  </a:lnTo>
                  <a:lnTo>
                    <a:pt x="3507941" y="1198428"/>
                  </a:lnTo>
                  <a:lnTo>
                    <a:pt x="3508035" y="1198428"/>
                  </a:lnTo>
                  <a:lnTo>
                    <a:pt x="3508129" y="1198428"/>
                  </a:lnTo>
                  <a:lnTo>
                    <a:pt x="3508223" y="1198428"/>
                  </a:lnTo>
                  <a:lnTo>
                    <a:pt x="3508317" y="1198428"/>
                  </a:lnTo>
                  <a:lnTo>
                    <a:pt x="3508411" y="1198428"/>
                  </a:lnTo>
                  <a:lnTo>
                    <a:pt x="3508505" y="1198428"/>
                  </a:lnTo>
                  <a:lnTo>
                    <a:pt x="3508599" y="1198428"/>
                  </a:lnTo>
                  <a:lnTo>
                    <a:pt x="3508693" y="1198428"/>
                  </a:lnTo>
                  <a:lnTo>
                    <a:pt x="3508788" y="1198428"/>
                  </a:lnTo>
                  <a:lnTo>
                    <a:pt x="3508882" y="1198428"/>
                  </a:lnTo>
                  <a:lnTo>
                    <a:pt x="3508976" y="1198428"/>
                  </a:lnTo>
                  <a:lnTo>
                    <a:pt x="3509070" y="1198428"/>
                  </a:lnTo>
                  <a:lnTo>
                    <a:pt x="3509164" y="1198428"/>
                  </a:lnTo>
                  <a:lnTo>
                    <a:pt x="3509258" y="1198428"/>
                  </a:lnTo>
                  <a:lnTo>
                    <a:pt x="3509352" y="1198428"/>
                  </a:lnTo>
                  <a:lnTo>
                    <a:pt x="3509446" y="1198428"/>
                  </a:lnTo>
                  <a:lnTo>
                    <a:pt x="3509540" y="1198428"/>
                  </a:lnTo>
                  <a:lnTo>
                    <a:pt x="3509634" y="1198428"/>
                  </a:lnTo>
                  <a:lnTo>
                    <a:pt x="3509728" y="1198428"/>
                  </a:lnTo>
                  <a:lnTo>
                    <a:pt x="3509822" y="1198428"/>
                  </a:lnTo>
                  <a:lnTo>
                    <a:pt x="3509916" y="1198428"/>
                  </a:lnTo>
                  <a:lnTo>
                    <a:pt x="3510010" y="1198428"/>
                  </a:lnTo>
                  <a:lnTo>
                    <a:pt x="3510104" y="1198428"/>
                  </a:lnTo>
                  <a:lnTo>
                    <a:pt x="3510198" y="1198428"/>
                  </a:lnTo>
                  <a:lnTo>
                    <a:pt x="3510292" y="1198428"/>
                  </a:lnTo>
                  <a:lnTo>
                    <a:pt x="3510386" y="1198428"/>
                  </a:lnTo>
                  <a:lnTo>
                    <a:pt x="3510480" y="1198428"/>
                  </a:lnTo>
                  <a:lnTo>
                    <a:pt x="3510574" y="1198428"/>
                  </a:lnTo>
                  <a:lnTo>
                    <a:pt x="3510668" y="1198428"/>
                  </a:lnTo>
                  <a:lnTo>
                    <a:pt x="3510762" y="1198428"/>
                  </a:lnTo>
                  <a:lnTo>
                    <a:pt x="3510856" y="1198428"/>
                  </a:lnTo>
                  <a:lnTo>
                    <a:pt x="3510856" y="1193149"/>
                  </a:lnTo>
                  <a:lnTo>
                    <a:pt x="3510950" y="1193149"/>
                  </a:lnTo>
                  <a:lnTo>
                    <a:pt x="3511044" y="1193149"/>
                  </a:lnTo>
                  <a:lnTo>
                    <a:pt x="3511138" y="1193149"/>
                  </a:lnTo>
                  <a:lnTo>
                    <a:pt x="3511138" y="1187869"/>
                  </a:lnTo>
                  <a:lnTo>
                    <a:pt x="3511232" y="1187869"/>
                  </a:lnTo>
                  <a:lnTo>
                    <a:pt x="3511326" y="1187869"/>
                  </a:lnTo>
                  <a:lnTo>
                    <a:pt x="3511420" y="1187869"/>
                  </a:lnTo>
                  <a:lnTo>
                    <a:pt x="3511514" y="1187869"/>
                  </a:lnTo>
                  <a:lnTo>
                    <a:pt x="3511608" y="1187869"/>
                  </a:lnTo>
                  <a:lnTo>
                    <a:pt x="3511702" y="1187869"/>
                  </a:lnTo>
                  <a:lnTo>
                    <a:pt x="3511796" y="1187869"/>
                  </a:lnTo>
                  <a:lnTo>
                    <a:pt x="3511890" y="1187869"/>
                  </a:lnTo>
                  <a:lnTo>
                    <a:pt x="3511984" y="1187869"/>
                  </a:lnTo>
                  <a:lnTo>
                    <a:pt x="3512078" y="1187869"/>
                  </a:lnTo>
                  <a:lnTo>
                    <a:pt x="3512172" y="1187869"/>
                  </a:lnTo>
                  <a:lnTo>
                    <a:pt x="3512266" y="1187869"/>
                  </a:lnTo>
                  <a:lnTo>
                    <a:pt x="3512361" y="1187869"/>
                  </a:lnTo>
                  <a:lnTo>
                    <a:pt x="3512455" y="1187869"/>
                  </a:lnTo>
                  <a:lnTo>
                    <a:pt x="3512549" y="1187869"/>
                  </a:lnTo>
                  <a:lnTo>
                    <a:pt x="3512643" y="1187869"/>
                  </a:lnTo>
                  <a:lnTo>
                    <a:pt x="3512737" y="1187869"/>
                  </a:lnTo>
                  <a:lnTo>
                    <a:pt x="3512831" y="1187869"/>
                  </a:lnTo>
                  <a:lnTo>
                    <a:pt x="3512925" y="1187869"/>
                  </a:lnTo>
                  <a:lnTo>
                    <a:pt x="3513019" y="1187869"/>
                  </a:lnTo>
                  <a:lnTo>
                    <a:pt x="3513113" y="1187869"/>
                  </a:lnTo>
                  <a:lnTo>
                    <a:pt x="3513207" y="1187869"/>
                  </a:lnTo>
                  <a:lnTo>
                    <a:pt x="3513301" y="1187869"/>
                  </a:lnTo>
                  <a:lnTo>
                    <a:pt x="3513395" y="1187869"/>
                  </a:lnTo>
                  <a:lnTo>
                    <a:pt x="3513489" y="1187869"/>
                  </a:lnTo>
                  <a:lnTo>
                    <a:pt x="3513583" y="1187869"/>
                  </a:lnTo>
                  <a:lnTo>
                    <a:pt x="3513677" y="1187869"/>
                  </a:lnTo>
                  <a:lnTo>
                    <a:pt x="3513677" y="1182590"/>
                  </a:lnTo>
                  <a:lnTo>
                    <a:pt x="3513771" y="1182590"/>
                  </a:lnTo>
                  <a:lnTo>
                    <a:pt x="3513865" y="1182590"/>
                  </a:lnTo>
                  <a:lnTo>
                    <a:pt x="3513959" y="1182590"/>
                  </a:lnTo>
                  <a:lnTo>
                    <a:pt x="3514053" y="1182590"/>
                  </a:lnTo>
                  <a:lnTo>
                    <a:pt x="3514147" y="1182590"/>
                  </a:lnTo>
                  <a:lnTo>
                    <a:pt x="3514241" y="1182590"/>
                  </a:lnTo>
                  <a:lnTo>
                    <a:pt x="3514335" y="1182590"/>
                  </a:lnTo>
                  <a:lnTo>
                    <a:pt x="3514429" y="1182590"/>
                  </a:lnTo>
                  <a:lnTo>
                    <a:pt x="3514523" y="1182590"/>
                  </a:lnTo>
                  <a:lnTo>
                    <a:pt x="3514617" y="1182590"/>
                  </a:lnTo>
                  <a:lnTo>
                    <a:pt x="3514711" y="1182590"/>
                  </a:lnTo>
                  <a:lnTo>
                    <a:pt x="3514805" y="1182590"/>
                  </a:lnTo>
                  <a:lnTo>
                    <a:pt x="3514899" y="1182590"/>
                  </a:lnTo>
                  <a:lnTo>
                    <a:pt x="3514993" y="1182590"/>
                  </a:lnTo>
                  <a:lnTo>
                    <a:pt x="3515087" y="1182590"/>
                  </a:lnTo>
                  <a:lnTo>
                    <a:pt x="3515181" y="1182590"/>
                  </a:lnTo>
                  <a:lnTo>
                    <a:pt x="3515275" y="1182590"/>
                  </a:lnTo>
                  <a:lnTo>
                    <a:pt x="3515369" y="1182590"/>
                  </a:lnTo>
                  <a:lnTo>
                    <a:pt x="3515463" y="1182590"/>
                  </a:lnTo>
                  <a:lnTo>
                    <a:pt x="3515557" y="1182590"/>
                  </a:lnTo>
                  <a:lnTo>
                    <a:pt x="3515651" y="1182590"/>
                  </a:lnTo>
                  <a:lnTo>
                    <a:pt x="3515745" y="1182590"/>
                  </a:lnTo>
                  <a:lnTo>
                    <a:pt x="3515840" y="1182590"/>
                  </a:lnTo>
                  <a:lnTo>
                    <a:pt x="3515934" y="1182590"/>
                  </a:lnTo>
                  <a:lnTo>
                    <a:pt x="3516028" y="1182590"/>
                  </a:lnTo>
                  <a:lnTo>
                    <a:pt x="3516122" y="1182590"/>
                  </a:lnTo>
                  <a:lnTo>
                    <a:pt x="3516216" y="1182590"/>
                  </a:lnTo>
                  <a:lnTo>
                    <a:pt x="3516310" y="1182590"/>
                  </a:lnTo>
                  <a:lnTo>
                    <a:pt x="3516404" y="1182590"/>
                  </a:lnTo>
                  <a:lnTo>
                    <a:pt x="3516498" y="1182590"/>
                  </a:lnTo>
                  <a:lnTo>
                    <a:pt x="3516592" y="1182590"/>
                  </a:lnTo>
                  <a:lnTo>
                    <a:pt x="3516686" y="1182590"/>
                  </a:lnTo>
                  <a:lnTo>
                    <a:pt x="3516780" y="1182590"/>
                  </a:lnTo>
                  <a:lnTo>
                    <a:pt x="3516874" y="1182590"/>
                  </a:lnTo>
                  <a:lnTo>
                    <a:pt x="3516968" y="1182590"/>
                  </a:lnTo>
                  <a:lnTo>
                    <a:pt x="3517062" y="1182590"/>
                  </a:lnTo>
                  <a:lnTo>
                    <a:pt x="3517156" y="1182590"/>
                  </a:lnTo>
                  <a:lnTo>
                    <a:pt x="3517250" y="1182590"/>
                  </a:lnTo>
                  <a:lnTo>
                    <a:pt x="3517344" y="1182590"/>
                  </a:lnTo>
                  <a:lnTo>
                    <a:pt x="3517438" y="1182590"/>
                  </a:lnTo>
                  <a:lnTo>
                    <a:pt x="3517532" y="1182590"/>
                  </a:lnTo>
                  <a:lnTo>
                    <a:pt x="3517626" y="1182590"/>
                  </a:lnTo>
                  <a:lnTo>
                    <a:pt x="3517720" y="1182590"/>
                  </a:lnTo>
                  <a:lnTo>
                    <a:pt x="3517814" y="1182590"/>
                  </a:lnTo>
                  <a:lnTo>
                    <a:pt x="3517908" y="1182590"/>
                  </a:lnTo>
                  <a:lnTo>
                    <a:pt x="3518002" y="1182590"/>
                  </a:lnTo>
                  <a:lnTo>
                    <a:pt x="3518096" y="1182590"/>
                  </a:lnTo>
                  <a:lnTo>
                    <a:pt x="3518190" y="1182590"/>
                  </a:lnTo>
                  <a:lnTo>
                    <a:pt x="3518284" y="1182590"/>
                  </a:lnTo>
                  <a:lnTo>
                    <a:pt x="3518378" y="1182590"/>
                  </a:lnTo>
                  <a:lnTo>
                    <a:pt x="3518472" y="1182590"/>
                  </a:lnTo>
                  <a:lnTo>
                    <a:pt x="3518566" y="1182590"/>
                  </a:lnTo>
                  <a:lnTo>
                    <a:pt x="3518660" y="1182590"/>
                  </a:lnTo>
                  <a:lnTo>
                    <a:pt x="3518754" y="1182590"/>
                  </a:lnTo>
                  <a:lnTo>
                    <a:pt x="3518848" y="1182590"/>
                  </a:lnTo>
                  <a:lnTo>
                    <a:pt x="3518848" y="1177310"/>
                  </a:lnTo>
                  <a:lnTo>
                    <a:pt x="3518848" y="1172031"/>
                  </a:lnTo>
                  <a:lnTo>
                    <a:pt x="3518942" y="1172031"/>
                  </a:lnTo>
                  <a:lnTo>
                    <a:pt x="3519036" y="1172031"/>
                  </a:lnTo>
                  <a:lnTo>
                    <a:pt x="3519130" y="1172031"/>
                  </a:lnTo>
                  <a:lnTo>
                    <a:pt x="3519224" y="1172031"/>
                  </a:lnTo>
                  <a:lnTo>
                    <a:pt x="3519318" y="1172031"/>
                  </a:lnTo>
                  <a:lnTo>
                    <a:pt x="3519413" y="1172031"/>
                  </a:lnTo>
                  <a:lnTo>
                    <a:pt x="3519507" y="1172031"/>
                  </a:lnTo>
                  <a:lnTo>
                    <a:pt x="3519601" y="1172031"/>
                  </a:lnTo>
                  <a:lnTo>
                    <a:pt x="3519695" y="1172031"/>
                  </a:lnTo>
                  <a:lnTo>
                    <a:pt x="3519789" y="1172031"/>
                  </a:lnTo>
                  <a:lnTo>
                    <a:pt x="3519883" y="1172031"/>
                  </a:lnTo>
                  <a:lnTo>
                    <a:pt x="3519977" y="1172031"/>
                  </a:lnTo>
                  <a:lnTo>
                    <a:pt x="3520071" y="1172031"/>
                  </a:lnTo>
                  <a:lnTo>
                    <a:pt x="3520165" y="1172031"/>
                  </a:lnTo>
                  <a:lnTo>
                    <a:pt x="3520259" y="1172031"/>
                  </a:lnTo>
                  <a:lnTo>
                    <a:pt x="3520353" y="1172031"/>
                  </a:lnTo>
                  <a:lnTo>
                    <a:pt x="3520447" y="1172031"/>
                  </a:lnTo>
                  <a:lnTo>
                    <a:pt x="3520541" y="1172031"/>
                  </a:lnTo>
                  <a:lnTo>
                    <a:pt x="3520635" y="1172031"/>
                  </a:lnTo>
                  <a:lnTo>
                    <a:pt x="3520729" y="1172031"/>
                  </a:lnTo>
                  <a:lnTo>
                    <a:pt x="3520823" y="1172031"/>
                  </a:lnTo>
                  <a:lnTo>
                    <a:pt x="3520917" y="1172031"/>
                  </a:lnTo>
                  <a:lnTo>
                    <a:pt x="3521011" y="1172031"/>
                  </a:lnTo>
                  <a:lnTo>
                    <a:pt x="3521105" y="1172031"/>
                  </a:lnTo>
                  <a:lnTo>
                    <a:pt x="3521199" y="1172031"/>
                  </a:lnTo>
                  <a:lnTo>
                    <a:pt x="3521293" y="1172031"/>
                  </a:lnTo>
                  <a:lnTo>
                    <a:pt x="3521387" y="1172031"/>
                  </a:lnTo>
                  <a:lnTo>
                    <a:pt x="3521481" y="1172031"/>
                  </a:lnTo>
                  <a:lnTo>
                    <a:pt x="3521575" y="1172031"/>
                  </a:lnTo>
                  <a:lnTo>
                    <a:pt x="3521669" y="1172031"/>
                  </a:lnTo>
                  <a:lnTo>
                    <a:pt x="3521763" y="1172031"/>
                  </a:lnTo>
                  <a:lnTo>
                    <a:pt x="3521857" y="1172031"/>
                  </a:lnTo>
                  <a:lnTo>
                    <a:pt x="3521951" y="1172031"/>
                  </a:lnTo>
                  <a:lnTo>
                    <a:pt x="3522045" y="1172031"/>
                  </a:lnTo>
                  <a:lnTo>
                    <a:pt x="3522139" y="1172031"/>
                  </a:lnTo>
                  <a:lnTo>
                    <a:pt x="3522233" y="1172031"/>
                  </a:lnTo>
                  <a:lnTo>
                    <a:pt x="3522327" y="1172031"/>
                  </a:lnTo>
                  <a:lnTo>
                    <a:pt x="3522421" y="1172031"/>
                  </a:lnTo>
                  <a:lnTo>
                    <a:pt x="3522515" y="1172031"/>
                  </a:lnTo>
                  <a:lnTo>
                    <a:pt x="3522609" y="1172031"/>
                  </a:lnTo>
                  <a:lnTo>
                    <a:pt x="3522703" y="1172031"/>
                  </a:lnTo>
                  <a:lnTo>
                    <a:pt x="3522797" y="1172031"/>
                  </a:lnTo>
                  <a:lnTo>
                    <a:pt x="3522891" y="1172031"/>
                  </a:lnTo>
                  <a:lnTo>
                    <a:pt x="3522986" y="1172031"/>
                  </a:lnTo>
                  <a:lnTo>
                    <a:pt x="3523080" y="1172031"/>
                  </a:lnTo>
                  <a:lnTo>
                    <a:pt x="3523174" y="1172031"/>
                  </a:lnTo>
                  <a:lnTo>
                    <a:pt x="3523268" y="1172031"/>
                  </a:lnTo>
                  <a:lnTo>
                    <a:pt x="3523362" y="1172031"/>
                  </a:lnTo>
                  <a:lnTo>
                    <a:pt x="3523456" y="1172031"/>
                  </a:lnTo>
                  <a:lnTo>
                    <a:pt x="3523550" y="1172031"/>
                  </a:lnTo>
                  <a:lnTo>
                    <a:pt x="3523644" y="1172031"/>
                  </a:lnTo>
                  <a:lnTo>
                    <a:pt x="3523738" y="1172031"/>
                  </a:lnTo>
                  <a:lnTo>
                    <a:pt x="3523832" y="1172031"/>
                  </a:lnTo>
                  <a:lnTo>
                    <a:pt x="3523926" y="1172031"/>
                  </a:lnTo>
                  <a:lnTo>
                    <a:pt x="3524020" y="1172031"/>
                  </a:lnTo>
                  <a:lnTo>
                    <a:pt x="3524114" y="1172031"/>
                  </a:lnTo>
                  <a:lnTo>
                    <a:pt x="3524208" y="1172031"/>
                  </a:lnTo>
                  <a:lnTo>
                    <a:pt x="3524302" y="1172031"/>
                  </a:lnTo>
                  <a:lnTo>
                    <a:pt x="3524396" y="1172031"/>
                  </a:lnTo>
                  <a:lnTo>
                    <a:pt x="3524490" y="1172031"/>
                  </a:lnTo>
                  <a:lnTo>
                    <a:pt x="3524584" y="1172031"/>
                  </a:lnTo>
                  <a:lnTo>
                    <a:pt x="3524678" y="1172031"/>
                  </a:lnTo>
                  <a:lnTo>
                    <a:pt x="3524772" y="1172031"/>
                  </a:lnTo>
                  <a:lnTo>
                    <a:pt x="3524866" y="1172031"/>
                  </a:lnTo>
                  <a:lnTo>
                    <a:pt x="3524960" y="1172031"/>
                  </a:lnTo>
                  <a:lnTo>
                    <a:pt x="3525054" y="1172031"/>
                  </a:lnTo>
                  <a:lnTo>
                    <a:pt x="3525148" y="1172031"/>
                  </a:lnTo>
                  <a:lnTo>
                    <a:pt x="3525242" y="1172031"/>
                  </a:lnTo>
                  <a:lnTo>
                    <a:pt x="3525336" y="1172031"/>
                  </a:lnTo>
                  <a:lnTo>
                    <a:pt x="3525430" y="1172031"/>
                  </a:lnTo>
                  <a:lnTo>
                    <a:pt x="3525524" y="1172031"/>
                  </a:lnTo>
                  <a:lnTo>
                    <a:pt x="3525618" y="1172031"/>
                  </a:lnTo>
                  <a:lnTo>
                    <a:pt x="3525712" y="1172031"/>
                  </a:lnTo>
                  <a:lnTo>
                    <a:pt x="3525806" y="1172031"/>
                  </a:lnTo>
                  <a:lnTo>
                    <a:pt x="3525900" y="1172031"/>
                  </a:lnTo>
                  <a:lnTo>
                    <a:pt x="3525994" y="1172031"/>
                  </a:lnTo>
                  <a:lnTo>
                    <a:pt x="3526088" y="1172031"/>
                  </a:lnTo>
                  <a:lnTo>
                    <a:pt x="3526182" y="1172031"/>
                  </a:lnTo>
                  <a:lnTo>
                    <a:pt x="3526276" y="1172031"/>
                  </a:lnTo>
                  <a:lnTo>
                    <a:pt x="3526370" y="1172031"/>
                  </a:lnTo>
                  <a:lnTo>
                    <a:pt x="3526465" y="1172031"/>
                  </a:lnTo>
                  <a:lnTo>
                    <a:pt x="3526559" y="1172031"/>
                  </a:lnTo>
                  <a:lnTo>
                    <a:pt x="3526653" y="1172031"/>
                  </a:lnTo>
                  <a:lnTo>
                    <a:pt x="3526747" y="1172031"/>
                  </a:lnTo>
                  <a:lnTo>
                    <a:pt x="3526841" y="1172031"/>
                  </a:lnTo>
                  <a:lnTo>
                    <a:pt x="3526935" y="1172031"/>
                  </a:lnTo>
                  <a:lnTo>
                    <a:pt x="3527029" y="1172031"/>
                  </a:lnTo>
                  <a:lnTo>
                    <a:pt x="3527123" y="1172031"/>
                  </a:lnTo>
                  <a:lnTo>
                    <a:pt x="3527217" y="1172031"/>
                  </a:lnTo>
                  <a:lnTo>
                    <a:pt x="3527311" y="1172031"/>
                  </a:lnTo>
                  <a:lnTo>
                    <a:pt x="3527405" y="1172031"/>
                  </a:lnTo>
                  <a:lnTo>
                    <a:pt x="3527499" y="1172031"/>
                  </a:lnTo>
                  <a:lnTo>
                    <a:pt x="3527593" y="1172031"/>
                  </a:lnTo>
                  <a:lnTo>
                    <a:pt x="3527687" y="1172031"/>
                  </a:lnTo>
                  <a:lnTo>
                    <a:pt x="3527781" y="1172031"/>
                  </a:lnTo>
                  <a:lnTo>
                    <a:pt x="3527875" y="1172031"/>
                  </a:lnTo>
                  <a:lnTo>
                    <a:pt x="3527969" y="1172031"/>
                  </a:lnTo>
                  <a:lnTo>
                    <a:pt x="3528063" y="1172031"/>
                  </a:lnTo>
                  <a:lnTo>
                    <a:pt x="3528157" y="1172031"/>
                  </a:lnTo>
                  <a:lnTo>
                    <a:pt x="3528251" y="1172031"/>
                  </a:lnTo>
                  <a:lnTo>
                    <a:pt x="3528345" y="1172031"/>
                  </a:lnTo>
                  <a:lnTo>
                    <a:pt x="3528439" y="1172031"/>
                  </a:lnTo>
                  <a:lnTo>
                    <a:pt x="3528533" y="1172031"/>
                  </a:lnTo>
                  <a:lnTo>
                    <a:pt x="3528627" y="1172031"/>
                  </a:lnTo>
                  <a:lnTo>
                    <a:pt x="3528721" y="1172031"/>
                  </a:lnTo>
                  <a:lnTo>
                    <a:pt x="3528815" y="1172031"/>
                  </a:lnTo>
                  <a:lnTo>
                    <a:pt x="3528909" y="1172031"/>
                  </a:lnTo>
                  <a:lnTo>
                    <a:pt x="3529003" y="1172031"/>
                  </a:lnTo>
                  <a:lnTo>
                    <a:pt x="3529097" y="1172031"/>
                  </a:lnTo>
                  <a:lnTo>
                    <a:pt x="3529191" y="1172031"/>
                  </a:lnTo>
                  <a:lnTo>
                    <a:pt x="3529285" y="1172031"/>
                  </a:lnTo>
                  <a:lnTo>
                    <a:pt x="3529379" y="1172031"/>
                  </a:lnTo>
                  <a:lnTo>
                    <a:pt x="3529473" y="1172031"/>
                  </a:lnTo>
                  <a:lnTo>
                    <a:pt x="3529567" y="1172031"/>
                  </a:lnTo>
                  <a:lnTo>
                    <a:pt x="3529661" y="1172031"/>
                  </a:lnTo>
                  <a:lnTo>
                    <a:pt x="3529755" y="1172031"/>
                  </a:lnTo>
                  <a:lnTo>
                    <a:pt x="3529849" y="1172031"/>
                  </a:lnTo>
                  <a:lnTo>
                    <a:pt x="3529943" y="1172031"/>
                  </a:lnTo>
                  <a:lnTo>
                    <a:pt x="3530038" y="1172031"/>
                  </a:lnTo>
                  <a:lnTo>
                    <a:pt x="3530132" y="1172031"/>
                  </a:lnTo>
                  <a:lnTo>
                    <a:pt x="3530226" y="1172031"/>
                  </a:lnTo>
                  <a:lnTo>
                    <a:pt x="3530320" y="1172031"/>
                  </a:lnTo>
                  <a:lnTo>
                    <a:pt x="3530414" y="1172031"/>
                  </a:lnTo>
                  <a:lnTo>
                    <a:pt x="3530508" y="1172031"/>
                  </a:lnTo>
                  <a:lnTo>
                    <a:pt x="3530602" y="1172031"/>
                  </a:lnTo>
                  <a:lnTo>
                    <a:pt x="3530696" y="1172031"/>
                  </a:lnTo>
                  <a:lnTo>
                    <a:pt x="3530790" y="1172031"/>
                  </a:lnTo>
                  <a:lnTo>
                    <a:pt x="3530884" y="1172031"/>
                  </a:lnTo>
                  <a:lnTo>
                    <a:pt x="3530978" y="1172031"/>
                  </a:lnTo>
                  <a:lnTo>
                    <a:pt x="3530978" y="1166752"/>
                  </a:lnTo>
                  <a:lnTo>
                    <a:pt x="3531072" y="1166752"/>
                  </a:lnTo>
                  <a:lnTo>
                    <a:pt x="3531166" y="1166752"/>
                  </a:lnTo>
                  <a:lnTo>
                    <a:pt x="3531260" y="1166752"/>
                  </a:lnTo>
                  <a:lnTo>
                    <a:pt x="3531354" y="1166752"/>
                  </a:lnTo>
                  <a:lnTo>
                    <a:pt x="3531448" y="1166752"/>
                  </a:lnTo>
                  <a:lnTo>
                    <a:pt x="3531542" y="1166752"/>
                  </a:lnTo>
                  <a:lnTo>
                    <a:pt x="3531636" y="1166752"/>
                  </a:lnTo>
                  <a:lnTo>
                    <a:pt x="3531730" y="1166752"/>
                  </a:lnTo>
                  <a:lnTo>
                    <a:pt x="3531824" y="1166752"/>
                  </a:lnTo>
                  <a:lnTo>
                    <a:pt x="3531918" y="1166752"/>
                  </a:lnTo>
                  <a:lnTo>
                    <a:pt x="3532012" y="1166752"/>
                  </a:lnTo>
                  <a:lnTo>
                    <a:pt x="3532106" y="1166752"/>
                  </a:lnTo>
                  <a:lnTo>
                    <a:pt x="3532200" y="1166752"/>
                  </a:lnTo>
                  <a:lnTo>
                    <a:pt x="3532294" y="1166752"/>
                  </a:lnTo>
                  <a:lnTo>
                    <a:pt x="3532388" y="1166752"/>
                  </a:lnTo>
                  <a:lnTo>
                    <a:pt x="3532482" y="1166752"/>
                  </a:lnTo>
                  <a:lnTo>
                    <a:pt x="3532576" y="1166752"/>
                  </a:lnTo>
                  <a:lnTo>
                    <a:pt x="3532670" y="1166752"/>
                  </a:lnTo>
                  <a:lnTo>
                    <a:pt x="3532764" y="1166752"/>
                  </a:lnTo>
                  <a:lnTo>
                    <a:pt x="3532858" y="1166752"/>
                  </a:lnTo>
                  <a:lnTo>
                    <a:pt x="3532952" y="1166752"/>
                  </a:lnTo>
                  <a:lnTo>
                    <a:pt x="3533046" y="1166752"/>
                  </a:lnTo>
                  <a:lnTo>
                    <a:pt x="3533140" y="1166752"/>
                  </a:lnTo>
                  <a:lnTo>
                    <a:pt x="3533234" y="1166752"/>
                  </a:lnTo>
                  <a:lnTo>
                    <a:pt x="3533328" y="1166752"/>
                  </a:lnTo>
                  <a:lnTo>
                    <a:pt x="3533422" y="1166752"/>
                  </a:lnTo>
                  <a:lnTo>
                    <a:pt x="3533516" y="1166752"/>
                  </a:lnTo>
                  <a:lnTo>
                    <a:pt x="3533611" y="1166752"/>
                  </a:lnTo>
                  <a:lnTo>
                    <a:pt x="3533705" y="1166752"/>
                  </a:lnTo>
                  <a:lnTo>
                    <a:pt x="3533799" y="1166752"/>
                  </a:lnTo>
                  <a:lnTo>
                    <a:pt x="3533893" y="1166752"/>
                  </a:lnTo>
                  <a:lnTo>
                    <a:pt x="3533987" y="1166752"/>
                  </a:lnTo>
                  <a:lnTo>
                    <a:pt x="3534081" y="1166752"/>
                  </a:lnTo>
                  <a:lnTo>
                    <a:pt x="3534175" y="1166752"/>
                  </a:lnTo>
                  <a:lnTo>
                    <a:pt x="3534269" y="1166752"/>
                  </a:lnTo>
                  <a:lnTo>
                    <a:pt x="3534363" y="1166752"/>
                  </a:lnTo>
                  <a:lnTo>
                    <a:pt x="3534457" y="1166752"/>
                  </a:lnTo>
                  <a:lnTo>
                    <a:pt x="3534551" y="1166752"/>
                  </a:lnTo>
                  <a:lnTo>
                    <a:pt x="3534645" y="1166752"/>
                  </a:lnTo>
                  <a:lnTo>
                    <a:pt x="3534739" y="1166752"/>
                  </a:lnTo>
                  <a:lnTo>
                    <a:pt x="3534833" y="1166752"/>
                  </a:lnTo>
                  <a:lnTo>
                    <a:pt x="3534927" y="1166752"/>
                  </a:lnTo>
                  <a:lnTo>
                    <a:pt x="3535021" y="1166752"/>
                  </a:lnTo>
                  <a:lnTo>
                    <a:pt x="3535115" y="1166752"/>
                  </a:lnTo>
                  <a:lnTo>
                    <a:pt x="3535209" y="1166752"/>
                  </a:lnTo>
                  <a:lnTo>
                    <a:pt x="3535303" y="1166752"/>
                  </a:lnTo>
                  <a:lnTo>
                    <a:pt x="3535397" y="1166752"/>
                  </a:lnTo>
                  <a:lnTo>
                    <a:pt x="3535491" y="1166752"/>
                  </a:lnTo>
                  <a:lnTo>
                    <a:pt x="3535585" y="1166752"/>
                  </a:lnTo>
                  <a:lnTo>
                    <a:pt x="3535679" y="1166752"/>
                  </a:lnTo>
                  <a:lnTo>
                    <a:pt x="3535773" y="1166752"/>
                  </a:lnTo>
                  <a:lnTo>
                    <a:pt x="3535867" y="1166752"/>
                  </a:lnTo>
                  <a:lnTo>
                    <a:pt x="3535961" y="1166752"/>
                  </a:lnTo>
                  <a:lnTo>
                    <a:pt x="3536055" y="1166752"/>
                  </a:lnTo>
                  <a:lnTo>
                    <a:pt x="3536149" y="1166752"/>
                  </a:lnTo>
                  <a:lnTo>
                    <a:pt x="3536243" y="1166752"/>
                  </a:lnTo>
                  <a:lnTo>
                    <a:pt x="3536337" y="1166752"/>
                  </a:lnTo>
                  <a:lnTo>
                    <a:pt x="3536431" y="1166752"/>
                  </a:lnTo>
                  <a:lnTo>
                    <a:pt x="3536525" y="1166752"/>
                  </a:lnTo>
                  <a:lnTo>
                    <a:pt x="3536619" y="1166752"/>
                  </a:lnTo>
                  <a:lnTo>
                    <a:pt x="3536713" y="1166752"/>
                  </a:lnTo>
                  <a:lnTo>
                    <a:pt x="3536807" y="1166752"/>
                  </a:lnTo>
                  <a:lnTo>
                    <a:pt x="3536901" y="1166752"/>
                  </a:lnTo>
                  <a:lnTo>
                    <a:pt x="3536995" y="1166752"/>
                  </a:lnTo>
                  <a:lnTo>
                    <a:pt x="3537090" y="1166752"/>
                  </a:lnTo>
                  <a:lnTo>
                    <a:pt x="3537184" y="1166752"/>
                  </a:lnTo>
                  <a:lnTo>
                    <a:pt x="3537278" y="1166752"/>
                  </a:lnTo>
                  <a:lnTo>
                    <a:pt x="3537372" y="1166752"/>
                  </a:lnTo>
                  <a:lnTo>
                    <a:pt x="3537466" y="1166752"/>
                  </a:lnTo>
                  <a:lnTo>
                    <a:pt x="3537560" y="1166752"/>
                  </a:lnTo>
                  <a:lnTo>
                    <a:pt x="3537654" y="1166752"/>
                  </a:lnTo>
                  <a:lnTo>
                    <a:pt x="3537748" y="1166752"/>
                  </a:lnTo>
                  <a:lnTo>
                    <a:pt x="3537842" y="1166752"/>
                  </a:lnTo>
                  <a:lnTo>
                    <a:pt x="3537936" y="1166752"/>
                  </a:lnTo>
                  <a:lnTo>
                    <a:pt x="3538030" y="1166752"/>
                  </a:lnTo>
                  <a:lnTo>
                    <a:pt x="3538124" y="1166752"/>
                  </a:lnTo>
                  <a:lnTo>
                    <a:pt x="3538218" y="1166752"/>
                  </a:lnTo>
                  <a:lnTo>
                    <a:pt x="3538312" y="1166752"/>
                  </a:lnTo>
                  <a:lnTo>
                    <a:pt x="3538406" y="1166752"/>
                  </a:lnTo>
                  <a:lnTo>
                    <a:pt x="3538500" y="1166752"/>
                  </a:lnTo>
                  <a:lnTo>
                    <a:pt x="3538594" y="1166752"/>
                  </a:lnTo>
                  <a:lnTo>
                    <a:pt x="3538688" y="1166752"/>
                  </a:lnTo>
                  <a:lnTo>
                    <a:pt x="3538782" y="1166752"/>
                  </a:lnTo>
                  <a:lnTo>
                    <a:pt x="3538876" y="1166752"/>
                  </a:lnTo>
                  <a:lnTo>
                    <a:pt x="3538970" y="1166752"/>
                  </a:lnTo>
                  <a:lnTo>
                    <a:pt x="3539064" y="1166752"/>
                  </a:lnTo>
                  <a:lnTo>
                    <a:pt x="3539158" y="1166752"/>
                  </a:lnTo>
                  <a:lnTo>
                    <a:pt x="3539252" y="1166752"/>
                  </a:lnTo>
                  <a:lnTo>
                    <a:pt x="3539346" y="1166752"/>
                  </a:lnTo>
                  <a:lnTo>
                    <a:pt x="3539440" y="1166752"/>
                  </a:lnTo>
                  <a:lnTo>
                    <a:pt x="3539534" y="1166752"/>
                  </a:lnTo>
                  <a:lnTo>
                    <a:pt x="3539628" y="1166752"/>
                  </a:lnTo>
                  <a:lnTo>
                    <a:pt x="3539722" y="1166752"/>
                  </a:lnTo>
                  <a:lnTo>
                    <a:pt x="3539816" y="1166752"/>
                  </a:lnTo>
                  <a:lnTo>
                    <a:pt x="3539910" y="1166752"/>
                  </a:lnTo>
                  <a:lnTo>
                    <a:pt x="3540004" y="1166752"/>
                  </a:lnTo>
                  <a:lnTo>
                    <a:pt x="3540098" y="1166752"/>
                  </a:lnTo>
                  <a:lnTo>
                    <a:pt x="3540192" y="1166752"/>
                  </a:lnTo>
                  <a:lnTo>
                    <a:pt x="3540286" y="1166752"/>
                  </a:lnTo>
                  <a:lnTo>
                    <a:pt x="3540380" y="1166752"/>
                  </a:lnTo>
                  <a:lnTo>
                    <a:pt x="3540474" y="1166752"/>
                  </a:lnTo>
                  <a:lnTo>
                    <a:pt x="3540568" y="1166752"/>
                  </a:lnTo>
                  <a:lnTo>
                    <a:pt x="3540663" y="1166752"/>
                  </a:lnTo>
                  <a:lnTo>
                    <a:pt x="3540757" y="1166752"/>
                  </a:lnTo>
                  <a:lnTo>
                    <a:pt x="3540851" y="1166752"/>
                  </a:lnTo>
                  <a:lnTo>
                    <a:pt x="3540945" y="1166752"/>
                  </a:lnTo>
                  <a:lnTo>
                    <a:pt x="3541039" y="1166752"/>
                  </a:lnTo>
                  <a:lnTo>
                    <a:pt x="3541133" y="1166752"/>
                  </a:lnTo>
                  <a:lnTo>
                    <a:pt x="3541227" y="1166752"/>
                  </a:lnTo>
                  <a:lnTo>
                    <a:pt x="3541321" y="1166752"/>
                  </a:lnTo>
                  <a:lnTo>
                    <a:pt x="3541415" y="1166752"/>
                  </a:lnTo>
                  <a:lnTo>
                    <a:pt x="3541509" y="1166752"/>
                  </a:lnTo>
                  <a:lnTo>
                    <a:pt x="3541603" y="1166752"/>
                  </a:lnTo>
                  <a:lnTo>
                    <a:pt x="3541697" y="1166752"/>
                  </a:lnTo>
                  <a:lnTo>
                    <a:pt x="3541791" y="1166752"/>
                  </a:lnTo>
                  <a:lnTo>
                    <a:pt x="3541885" y="1166752"/>
                  </a:lnTo>
                  <a:lnTo>
                    <a:pt x="3541979" y="1166752"/>
                  </a:lnTo>
                  <a:lnTo>
                    <a:pt x="3542073" y="1166752"/>
                  </a:lnTo>
                  <a:lnTo>
                    <a:pt x="3542167" y="1166752"/>
                  </a:lnTo>
                  <a:lnTo>
                    <a:pt x="3542261" y="1166752"/>
                  </a:lnTo>
                  <a:lnTo>
                    <a:pt x="3542355" y="1166752"/>
                  </a:lnTo>
                  <a:lnTo>
                    <a:pt x="3542449" y="1166752"/>
                  </a:lnTo>
                  <a:lnTo>
                    <a:pt x="3542543" y="1166752"/>
                  </a:lnTo>
                  <a:lnTo>
                    <a:pt x="3542637" y="1166752"/>
                  </a:lnTo>
                  <a:lnTo>
                    <a:pt x="3542731" y="1166752"/>
                  </a:lnTo>
                  <a:lnTo>
                    <a:pt x="3542825" y="1166752"/>
                  </a:lnTo>
                  <a:lnTo>
                    <a:pt x="3542919" y="1166752"/>
                  </a:lnTo>
                  <a:lnTo>
                    <a:pt x="3543013" y="1166752"/>
                  </a:lnTo>
                  <a:lnTo>
                    <a:pt x="3543107" y="1166752"/>
                  </a:lnTo>
                  <a:lnTo>
                    <a:pt x="3543201" y="1166752"/>
                  </a:lnTo>
                  <a:lnTo>
                    <a:pt x="3543295" y="1166752"/>
                  </a:lnTo>
                  <a:lnTo>
                    <a:pt x="3543389" y="1166752"/>
                  </a:lnTo>
                  <a:lnTo>
                    <a:pt x="3543483" y="1166752"/>
                  </a:lnTo>
                  <a:lnTo>
                    <a:pt x="3543577" y="1166752"/>
                  </a:lnTo>
                  <a:lnTo>
                    <a:pt x="3543671" y="1166752"/>
                  </a:lnTo>
                  <a:lnTo>
                    <a:pt x="3543765" y="1166752"/>
                  </a:lnTo>
                  <a:lnTo>
                    <a:pt x="3543859" y="1166752"/>
                  </a:lnTo>
                  <a:lnTo>
                    <a:pt x="3543953" y="1166752"/>
                  </a:lnTo>
                  <a:lnTo>
                    <a:pt x="3544047" y="1166752"/>
                  </a:lnTo>
                  <a:lnTo>
                    <a:pt x="3544141" y="1166752"/>
                  </a:lnTo>
                  <a:lnTo>
                    <a:pt x="3544236" y="1166752"/>
                  </a:lnTo>
                  <a:lnTo>
                    <a:pt x="3544330" y="1166752"/>
                  </a:lnTo>
                  <a:lnTo>
                    <a:pt x="3544424" y="1166752"/>
                  </a:lnTo>
                  <a:lnTo>
                    <a:pt x="3544518" y="1166752"/>
                  </a:lnTo>
                  <a:lnTo>
                    <a:pt x="3544612" y="1166752"/>
                  </a:lnTo>
                  <a:lnTo>
                    <a:pt x="3544706" y="1166752"/>
                  </a:lnTo>
                  <a:lnTo>
                    <a:pt x="3544800" y="1166752"/>
                  </a:lnTo>
                  <a:lnTo>
                    <a:pt x="3544894" y="1166752"/>
                  </a:lnTo>
                  <a:lnTo>
                    <a:pt x="3544988" y="1166752"/>
                  </a:lnTo>
                  <a:lnTo>
                    <a:pt x="3545082" y="1166752"/>
                  </a:lnTo>
                  <a:lnTo>
                    <a:pt x="3545176" y="1166752"/>
                  </a:lnTo>
                  <a:lnTo>
                    <a:pt x="3545270" y="1166752"/>
                  </a:lnTo>
                  <a:lnTo>
                    <a:pt x="3545364" y="1166752"/>
                  </a:lnTo>
                  <a:lnTo>
                    <a:pt x="3545458" y="1166752"/>
                  </a:lnTo>
                  <a:lnTo>
                    <a:pt x="3545552" y="1166752"/>
                  </a:lnTo>
                  <a:lnTo>
                    <a:pt x="3545646" y="1166752"/>
                  </a:lnTo>
                  <a:lnTo>
                    <a:pt x="3545740" y="1166752"/>
                  </a:lnTo>
                  <a:lnTo>
                    <a:pt x="3545834" y="1166752"/>
                  </a:lnTo>
                  <a:lnTo>
                    <a:pt x="3545928" y="1166752"/>
                  </a:lnTo>
                  <a:lnTo>
                    <a:pt x="3546022" y="1166752"/>
                  </a:lnTo>
                  <a:lnTo>
                    <a:pt x="3546116" y="1166752"/>
                  </a:lnTo>
                  <a:lnTo>
                    <a:pt x="3546210" y="1166752"/>
                  </a:lnTo>
                  <a:lnTo>
                    <a:pt x="3546304" y="1166752"/>
                  </a:lnTo>
                  <a:lnTo>
                    <a:pt x="3546398" y="1166752"/>
                  </a:lnTo>
                  <a:lnTo>
                    <a:pt x="3546492" y="1166752"/>
                  </a:lnTo>
                  <a:lnTo>
                    <a:pt x="3546586" y="1166752"/>
                  </a:lnTo>
                  <a:lnTo>
                    <a:pt x="3546680" y="1166752"/>
                  </a:lnTo>
                  <a:lnTo>
                    <a:pt x="3546774" y="1166752"/>
                  </a:lnTo>
                  <a:lnTo>
                    <a:pt x="3546868" y="1166752"/>
                  </a:lnTo>
                  <a:lnTo>
                    <a:pt x="3546962" y="1166752"/>
                  </a:lnTo>
                  <a:lnTo>
                    <a:pt x="3547056" y="1166752"/>
                  </a:lnTo>
                  <a:lnTo>
                    <a:pt x="3547150" y="1166752"/>
                  </a:lnTo>
                  <a:lnTo>
                    <a:pt x="3547244" y="1166752"/>
                  </a:lnTo>
                  <a:lnTo>
                    <a:pt x="3547338" y="1166752"/>
                  </a:lnTo>
                  <a:lnTo>
                    <a:pt x="3547432" y="1166752"/>
                  </a:lnTo>
                  <a:lnTo>
                    <a:pt x="3547526" y="1166752"/>
                  </a:lnTo>
                  <a:lnTo>
                    <a:pt x="3547620" y="1166752"/>
                  </a:lnTo>
                  <a:lnTo>
                    <a:pt x="3547715" y="1166752"/>
                  </a:lnTo>
                  <a:lnTo>
                    <a:pt x="3547809" y="1166752"/>
                  </a:lnTo>
                  <a:lnTo>
                    <a:pt x="3547903" y="1166752"/>
                  </a:lnTo>
                  <a:lnTo>
                    <a:pt x="3547997" y="1166752"/>
                  </a:lnTo>
                  <a:lnTo>
                    <a:pt x="3548091" y="1166752"/>
                  </a:lnTo>
                  <a:lnTo>
                    <a:pt x="3548185" y="1166752"/>
                  </a:lnTo>
                  <a:lnTo>
                    <a:pt x="3548279" y="1166752"/>
                  </a:lnTo>
                  <a:lnTo>
                    <a:pt x="3548373" y="1166752"/>
                  </a:lnTo>
                  <a:lnTo>
                    <a:pt x="3548467" y="1166752"/>
                  </a:lnTo>
                  <a:lnTo>
                    <a:pt x="3548561" y="1166752"/>
                  </a:lnTo>
                  <a:lnTo>
                    <a:pt x="3548655" y="1166752"/>
                  </a:lnTo>
                  <a:lnTo>
                    <a:pt x="3548749" y="1166752"/>
                  </a:lnTo>
                  <a:lnTo>
                    <a:pt x="3548843" y="1166752"/>
                  </a:lnTo>
                  <a:lnTo>
                    <a:pt x="3548937" y="1166752"/>
                  </a:lnTo>
                  <a:lnTo>
                    <a:pt x="3549031" y="1166752"/>
                  </a:lnTo>
                  <a:lnTo>
                    <a:pt x="3549125" y="1166752"/>
                  </a:lnTo>
                  <a:lnTo>
                    <a:pt x="3549219" y="1166752"/>
                  </a:lnTo>
                  <a:lnTo>
                    <a:pt x="3549313" y="1166752"/>
                  </a:lnTo>
                  <a:lnTo>
                    <a:pt x="3549407" y="1166752"/>
                  </a:lnTo>
                  <a:lnTo>
                    <a:pt x="3549501" y="1166752"/>
                  </a:lnTo>
                  <a:lnTo>
                    <a:pt x="3549595" y="1166752"/>
                  </a:lnTo>
                  <a:lnTo>
                    <a:pt x="3549689" y="1166752"/>
                  </a:lnTo>
                  <a:lnTo>
                    <a:pt x="3549783" y="1166752"/>
                  </a:lnTo>
                  <a:lnTo>
                    <a:pt x="3549877" y="1166752"/>
                  </a:lnTo>
                  <a:lnTo>
                    <a:pt x="3549971" y="1166752"/>
                  </a:lnTo>
                  <a:lnTo>
                    <a:pt x="3550065" y="1166752"/>
                  </a:lnTo>
                  <a:lnTo>
                    <a:pt x="3550159" y="1166752"/>
                  </a:lnTo>
                  <a:lnTo>
                    <a:pt x="3550253" y="1166752"/>
                  </a:lnTo>
                  <a:lnTo>
                    <a:pt x="3550347" y="1166752"/>
                  </a:lnTo>
                  <a:lnTo>
                    <a:pt x="3550441" y="1166752"/>
                  </a:lnTo>
                  <a:lnTo>
                    <a:pt x="3550535" y="1166752"/>
                  </a:lnTo>
                  <a:lnTo>
                    <a:pt x="3550629" y="1166752"/>
                  </a:lnTo>
                  <a:lnTo>
                    <a:pt x="3550723" y="1166752"/>
                  </a:lnTo>
                  <a:lnTo>
                    <a:pt x="3550817" y="1166752"/>
                  </a:lnTo>
                  <a:lnTo>
                    <a:pt x="3550911" y="1166752"/>
                  </a:lnTo>
                  <a:lnTo>
                    <a:pt x="3551005" y="1166752"/>
                  </a:lnTo>
                  <a:lnTo>
                    <a:pt x="3551099" y="1166752"/>
                  </a:lnTo>
                  <a:lnTo>
                    <a:pt x="3551193" y="1166752"/>
                  </a:lnTo>
                  <a:lnTo>
                    <a:pt x="3551288" y="1166752"/>
                  </a:lnTo>
                  <a:lnTo>
                    <a:pt x="3551382" y="1166752"/>
                  </a:lnTo>
                  <a:lnTo>
                    <a:pt x="3551476" y="1166752"/>
                  </a:lnTo>
                  <a:lnTo>
                    <a:pt x="3551570" y="1166752"/>
                  </a:lnTo>
                  <a:lnTo>
                    <a:pt x="3551664" y="1166752"/>
                  </a:lnTo>
                  <a:lnTo>
                    <a:pt x="3551758" y="1166752"/>
                  </a:lnTo>
                  <a:lnTo>
                    <a:pt x="3551852" y="1166752"/>
                  </a:lnTo>
                  <a:lnTo>
                    <a:pt x="3551946" y="1166752"/>
                  </a:lnTo>
                  <a:lnTo>
                    <a:pt x="3552040" y="1166752"/>
                  </a:lnTo>
                  <a:lnTo>
                    <a:pt x="3552134" y="1166752"/>
                  </a:lnTo>
                  <a:lnTo>
                    <a:pt x="3552228" y="1166752"/>
                  </a:lnTo>
                  <a:lnTo>
                    <a:pt x="3552322" y="1166752"/>
                  </a:lnTo>
                  <a:lnTo>
                    <a:pt x="3552416" y="1166752"/>
                  </a:lnTo>
                  <a:lnTo>
                    <a:pt x="3552510" y="1166752"/>
                  </a:lnTo>
                  <a:lnTo>
                    <a:pt x="3552604" y="1166752"/>
                  </a:lnTo>
                  <a:lnTo>
                    <a:pt x="3552698" y="1166752"/>
                  </a:lnTo>
                  <a:lnTo>
                    <a:pt x="3552792" y="1166752"/>
                  </a:lnTo>
                  <a:lnTo>
                    <a:pt x="3552886" y="1166752"/>
                  </a:lnTo>
                  <a:lnTo>
                    <a:pt x="3552980" y="1166752"/>
                  </a:lnTo>
                  <a:lnTo>
                    <a:pt x="3553074" y="1166752"/>
                  </a:lnTo>
                  <a:lnTo>
                    <a:pt x="3553168" y="1166752"/>
                  </a:lnTo>
                  <a:lnTo>
                    <a:pt x="3553262" y="1166752"/>
                  </a:lnTo>
                  <a:lnTo>
                    <a:pt x="3553356" y="1166752"/>
                  </a:lnTo>
                  <a:lnTo>
                    <a:pt x="3553450" y="1166752"/>
                  </a:lnTo>
                  <a:lnTo>
                    <a:pt x="3553544" y="1166752"/>
                  </a:lnTo>
                  <a:lnTo>
                    <a:pt x="3553638" y="1166752"/>
                  </a:lnTo>
                  <a:lnTo>
                    <a:pt x="3553732" y="1166752"/>
                  </a:lnTo>
                  <a:lnTo>
                    <a:pt x="3553826" y="1166752"/>
                  </a:lnTo>
                  <a:lnTo>
                    <a:pt x="3553920" y="1166752"/>
                  </a:lnTo>
                  <a:lnTo>
                    <a:pt x="3554014" y="1166752"/>
                  </a:lnTo>
                  <a:lnTo>
                    <a:pt x="3554108" y="1166752"/>
                  </a:lnTo>
                  <a:lnTo>
                    <a:pt x="3554202" y="1166752"/>
                  </a:lnTo>
                  <a:lnTo>
                    <a:pt x="3554296" y="1166752"/>
                  </a:lnTo>
                  <a:lnTo>
                    <a:pt x="3554390" y="1166752"/>
                  </a:lnTo>
                  <a:lnTo>
                    <a:pt x="3554390" y="1161472"/>
                  </a:lnTo>
                  <a:lnTo>
                    <a:pt x="3554484" y="1161472"/>
                  </a:lnTo>
                  <a:lnTo>
                    <a:pt x="3554578" y="1161472"/>
                  </a:lnTo>
                  <a:lnTo>
                    <a:pt x="3554672" y="1161472"/>
                  </a:lnTo>
                  <a:lnTo>
                    <a:pt x="3554766" y="1161472"/>
                  </a:lnTo>
                  <a:lnTo>
                    <a:pt x="3554861" y="1161472"/>
                  </a:lnTo>
                  <a:lnTo>
                    <a:pt x="3554955" y="1161472"/>
                  </a:lnTo>
                  <a:lnTo>
                    <a:pt x="3555049" y="1161472"/>
                  </a:lnTo>
                  <a:lnTo>
                    <a:pt x="3555143" y="1161472"/>
                  </a:lnTo>
                  <a:lnTo>
                    <a:pt x="3555237" y="1161472"/>
                  </a:lnTo>
                  <a:lnTo>
                    <a:pt x="3555331" y="1161472"/>
                  </a:lnTo>
                  <a:lnTo>
                    <a:pt x="3555425" y="1161472"/>
                  </a:lnTo>
                  <a:lnTo>
                    <a:pt x="3555519" y="1161472"/>
                  </a:lnTo>
                  <a:lnTo>
                    <a:pt x="3555613" y="1161472"/>
                  </a:lnTo>
                  <a:lnTo>
                    <a:pt x="3555707" y="1161472"/>
                  </a:lnTo>
                  <a:lnTo>
                    <a:pt x="3555801" y="1161472"/>
                  </a:lnTo>
                  <a:lnTo>
                    <a:pt x="3555895" y="1161472"/>
                  </a:lnTo>
                  <a:lnTo>
                    <a:pt x="3555989" y="1161472"/>
                  </a:lnTo>
                  <a:lnTo>
                    <a:pt x="3556083" y="1161472"/>
                  </a:lnTo>
                  <a:lnTo>
                    <a:pt x="3556177" y="1161472"/>
                  </a:lnTo>
                  <a:lnTo>
                    <a:pt x="3556271" y="1161472"/>
                  </a:lnTo>
                  <a:lnTo>
                    <a:pt x="3556365" y="1161472"/>
                  </a:lnTo>
                  <a:lnTo>
                    <a:pt x="3556459" y="1161472"/>
                  </a:lnTo>
                  <a:lnTo>
                    <a:pt x="3556553" y="1161472"/>
                  </a:lnTo>
                  <a:lnTo>
                    <a:pt x="3556647" y="1161472"/>
                  </a:lnTo>
                  <a:lnTo>
                    <a:pt x="3556741" y="1161472"/>
                  </a:lnTo>
                  <a:lnTo>
                    <a:pt x="3556835" y="1161472"/>
                  </a:lnTo>
                  <a:lnTo>
                    <a:pt x="3556929" y="1161472"/>
                  </a:lnTo>
                  <a:lnTo>
                    <a:pt x="3557023" y="1161472"/>
                  </a:lnTo>
                  <a:lnTo>
                    <a:pt x="3557117" y="1161472"/>
                  </a:lnTo>
                  <a:lnTo>
                    <a:pt x="3557211" y="1161472"/>
                  </a:lnTo>
                  <a:lnTo>
                    <a:pt x="3557305" y="1161472"/>
                  </a:lnTo>
                  <a:lnTo>
                    <a:pt x="3557399" y="1161472"/>
                  </a:lnTo>
                  <a:lnTo>
                    <a:pt x="3557493" y="1161472"/>
                  </a:lnTo>
                  <a:lnTo>
                    <a:pt x="3557587" y="1161472"/>
                  </a:lnTo>
                  <a:lnTo>
                    <a:pt x="3557681" y="1161472"/>
                  </a:lnTo>
                  <a:lnTo>
                    <a:pt x="3557775" y="1161472"/>
                  </a:lnTo>
                  <a:lnTo>
                    <a:pt x="3557869" y="1161472"/>
                  </a:lnTo>
                  <a:lnTo>
                    <a:pt x="3557963" y="1161472"/>
                  </a:lnTo>
                  <a:lnTo>
                    <a:pt x="3558057" y="1161472"/>
                  </a:lnTo>
                  <a:lnTo>
                    <a:pt x="3558151" y="1161472"/>
                  </a:lnTo>
                  <a:lnTo>
                    <a:pt x="3558245" y="1161472"/>
                  </a:lnTo>
                  <a:lnTo>
                    <a:pt x="3558339" y="1161472"/>
                  </a:lnTo>
                  <a:lnTo>
                    <a:pt x="3558434" y="1161472"/>
                  </a:lnTo>
                  <a:lnTo>
                    <a:pt x="3558528" y="1161472"/>
                  </a:lnTo>
                  <a:lnTo>
                    <a:pt x="3558622" y="1161472"/>
                  </a:lnTo>
                  <a:lnTo>
                    <a:pt x="3558716" y="1161472"/>
                  </a:lnTo>
                  <a:lnTo>
                    <a:pt x="3558810" y="1161472"/>
                  </a:lnTo>
                  <a:lnTo>
                    <a:pt x="3558904" y="1161472"/>
                  </a:lnTo>
                  <a:lnTo>
                    <a:pt x="3558998" y="1161472"/>
                  </a:lnTo>
                  <a:lnTo>
                    <a:pt x="3559092" y="1161472"/>
                  </a:lnTo>
                  <a:lnTo>
                    <a:pt x="3559186" y="1161472"/>
                  </a:lnTo>
                  <a:lnTo>
                    <a:pt x="3559280" y="1161472"/>
                  </a:lnTo>
                  <a:lnTo>
                    <a:pt x="3559374" y="1161472"/>
                  </a:lnTo>
                  <a:lnTo>
                    <a:pt x="3559374" y="1156193"/>
                  </a:lnTo>
                  <a:lnTo>
                    <a:pt x="3559468" y="1156193"/>
                  </a:lnTo>
                  <a:lnTo>
                    <a:pt x="3559562" y="1156193"/>
                  </a:lnTo>
                  <a:lnTo>
                    <a:pt x="3559656" y="1156193"/>
                  </a:lnTo>
                  <a:lnTo>
                    <a:pt x="3559750" y="1156193"/>
                  </a:lnTo>
                  <a:lnTo>
                    <a:pt x="3559844" y="1156193"/>
                  </a:lnTo>
                  <a:lnTo>
                    <a:pt x="3559938" y="1156193"/>
                  </a:lnTo>
                  <a:lnTo>
                    <a:pt x="3560032" y="1156193"/>
                  </a:lnTo>
                  <a:lnTo>
                    <a:pt x="3560126" y="1156193"/>
                  </a:lnTo>
                  <a:lnTo>
                    <a:pt x="3560220" y="1156193"/>
                  </a:lnTo>
                  <a:lnTo>
                    <a:pt x="3560314" y="1156193"/>
                  </a:lnTo>
                  <a:lnTo>
                    <a:pt x="3560408" y="1156193"/>
                  </a:lnTo>
                  <a:lnTo>
                    <a:pt x="3560502" y="1156193"/>
                  </a:lnTo>
                  <a:lnTo>
                    <a:pt x="3560596" y="1156193"/>
                  </a:lnTo>
                  <a:lnTo>
                    <a:pt x="3560690" y="1156193"/>
                  </a:lnTo>
                  <a:lnTo>
                    <a:pt x="3560784" y="1156193"/>
                  </a:lnTo>
                  <a:lnTo>
                    <a:pt x="3560878" y="1156193"/>
                  </a:lnTo>
                  <a:lnTo>
                    <a:pt x="3560972" y="1156193"/>
                  </a:lnTo>
                  <a:lnTo>
                    <a:pt x="3561066" y="1156193"/>
                  </a:lnTo>
                  <a:lnTo>
                    <a:pt x="3561160" y="1156193"/>
                  </a:lnTo>
                  <a:lnTo>
                    <a:pt x="3561254" y="1156193"/>
                  </a:lnTo>
                  <a:lnTo>
                    <a:pt x="3561348" y="1156193"/>
                  </a:lnTo>
                  <a:lnTo>
                    <a:pt x="3561442" y="1156193"/>
                  </a:lnTo>
                  <a:lnTo>
                    <a:pt x="3561536" y="1156193"/>
                  </a:lnTo>
                  <a:lnTo>
                    <a:pt x="3561630" y="1156193"/>
                  </a:lnTo>
                  <a:lnTo>
                    <a:pt x="3561724" y="1156193"/>
                  </a:lnTo>
                  <a:lnTo>
                    <a:pt x="3561818" y="1156193"/>
                  </a:lnTo>
                  <a:lnTo>
                    <a:pt x="3561913" y="1156193"/>
                  </a:lnTo>
                  <a:lnTo>
                    <a:pt x="3562007" y="1156193"/>
                  </a:lnTo>
                  <a:lnTo>
                    <a:pt x="3562101" y="1156193"/>
                  </a:lnTo>
                  <a:lnTo>
                    <a:pt x="3562195" y="1156193"/>
                  </a:lnTo>
                  <a:lnTo>
                    <a:pt x="3562289" y="1156193"/>
                  </a:lnTo>
                  <a:lnTo>
                    <a:pt x="3562383" y="1156193"/>
                  </a:lnTo>
                  <a:lnTo>
                    <a:pt x="3562477" y="1156193"/>
                  </a:lnTo>
                  <a:lnTo>
                    <a:pt x="3562477" y="1150913"/>
                  </a:lnTo>
                  <a:lnTo>
                    <a:pt x="3562571" y="1150913"/>
                  </a:lnTo>
                  <a:lnTo>
                    <a:pt x="3562665" y="1150913"/>
                  </a:lnTo>
                  <a:lnTo>
                    <a:pt x="3562759" y="1150913"/>
                  </a:lnTo>
                  <a:lnTo>
                    <a:pt x="3562853" y="1150913"/>
                  </a:lnTo>
                  <a:lnTo>
                    <a:pt x="3562947" y="1150913"/>
                  </a:lnTo>
                  <a:lnTo>
                    <a:pt x="3563041" y="1150913"/>
                  </a:lnTo>
                  <a:lnTo>
                    <a:pt x="3563135" y="1150913"/>
                  </a:lnTo>
                  <a:lnTo>
                    <a:pt x="3563229" y="1150913"/>
                  </a:lnTo>
                  <a:lnTo>
                    <a:pt x="3563323" y="1150913"/>
                  </a:lnTo>
                  <a:lnTo>
                    <a:pt x="3563417" y="1150913"/>
                  </a:lnTo>
                  <a:lnTo>
                    <a:pt x="3563511" y="1150913"/>
                  </a:lnTo>
                  <a:lnTo>
                    <a:pt x="3563605" y="1150913"/>
                  </a:lnTo>
                  <a:lnTo>
                    <a:pt x="3563699" y="1150913"/>
                  </a:lnTo>
                  <a:lnTo>
                    <a:pt x="3563793" y="1150913"/>
                  </a:lnTo>
                  <a:lnTo>
                    <a:pt x="3563887" y="1150913"/>
                  </a:lnTo>
                  <a:lnTo>
                    <a:pt x="3563981" y="1150913"/>
                  </a:lnTo>
                  <a:lnTo>
                    <a:pt x="3564075" y="1150913"/>
                  </a:lnTo>
                  <a:lnTo>
                    <a:pt x="3564169" y="1150913"/>
                  </a:lnTo>
                  <a:lnTo>
                    <a:pt x="3564263" y="1150913"/>
                  </a:lnTo>
                  <a:lnTo>
                    <a:pt x="3564357" y="1150913"/>
                  </a:lnTo>
                  <a:lnTo>
                    <a:pt x="3564451" y="1150913"/>
                  </a:lnTo>
                  <a:lnTo>
                    <a:pt x="3564545" y="1150913"/>
                  </a:lnTo>
                  <a:lnTo>
                    <a:pt x="3564639" y="1150913"/>
                  </a:lnTo>
                  <a:lnTo>
                    <a:pt x="3564733" y="1150913"/>
                  </a:lnTo>
                  <a:lnTo>
                    <a:pt x="3564827" y="1150913"/>
                  </a:lnTo>
                  <a:lnTo>
                    <a:pt x="3564921" y="1150913"/>
                  </a:lnTo>
                  <a:lnTo>
                    <a:pt x="3565015" y="1150913"/>
                  </a:lnTo>
                  <a:lnTo>
                    <a:pt x="3565109" y="1150913"/>
                  </a:lnTo>
                  <a:lnTo>
                    <a:pt x="3565203" y="1150913"/>
                  </a:lnTo>
                  <a:lnTo>
                    <a:pt x="3565297" y="1150913"/>
                  </a:lnTo>
                  <a:lnTo>
                    <a:pt x="3565391" y="1150913"/>
                  </a:lnTo>
                  <a:lnTo>
                    <a:pt x="3565486" y="1150913"/>
                  </a:lnTo>
                  <a:lnTo>
                    <a:pt x="3565580" y="1150913"/>
                  </a:lnTo>
                  <a:lnTo>
                    <a:pt x="3565674" y="1150913"/>
                  </a:lnTo>
                  <a:lnTo>
                    <a:pt x="3565768" y="1150913"/>
                  </a:lnTo>
                  <a:lnTo>
                    <a:pt x="3565862" y="1150913"/>
                  </a:lnTo>
                  <a:lnTo>
                    <a:pt x="3565956" y="1150913"/>
                  </a:lnTo>
                  <a:lnTo>
                    <a:pt x="3566050" y="1150913"/>
                  </a:lnTo>
                  <a:lnTo>
                    <a:pt x="3566144" y="1150913"/>
                  </a:lnTo>
                  <a:lnTo>
                    <a:pt x="3566238" y="1150913"/>
                  </a:lnTo>
                  <a:lnTo>
                    <a:pt x="3566332" y="1150913"/>
                  </a:lnTo>
                  <a:lnTo>
                    <a:pt x="3566426" y="1150913"/>
                  </a:lnTo>
                  <a:lnTo>
                    <a:pt x="3566520" y="1150913"/>
                  </a:lnTo>
                  <a:lnTo>
                    <a:pt x="3566614" y="1150913"/>
                  </a:lnTo>
                  <a:lnTo>
                    <a:pt x="3566708" y="1150913"/>
                  </a:lnTo>
                  <a:lnTo>
                    <a:pt x="3566802" y="1150913"/>
                  </a:lnTo>
                  <a:lnTo>
                    <a:pt x="3566896" y="1150913"/>
                  </a:lnTo>
                  <a:lnTo>
                    <a:pt x="3566990" y="1150913"/>
                  </a:lnTo>
                  <a:lnTo>
                    <a:pt x="3567084" y="1150913"/>
                  </a:lnTo>
                  <a:lnTo>
                    <a:pt x="3567178" y="1150913"/>
                  </a:lnTo>
                  <a:lnTo>
                    <a:pt x="3567272" y="1150913"/>
                  </a:lnTo>
                  <a:lnTo>
                    <a:pt x="3567366" y="1150913"/>
                  </a:lnTo>
                  <a:lnTo>
                    <a:pt x="3567460" y="1150913"/>
                  </a:lnTo>
                  <a:lnTo>
                    <a:pt x="3567554" y="1150913"/>
                  </a:lnTo>
                  <a:lnTo>
                    <a:pt x="3567648" y="1150913"/>
                  </a:lnTo>
                  <a:lnTo>
                    <a:pt x="3567742" y="1150913"/>
                  </a:lnTo>
                  <a:lnTo>
                    <a:pt x="3567836" y="1150913"/>
                  </a:lnTo>
                  <a:lnTo>
                    <a:pt x="3567930" y="1150913"/>
                  </a:lnTo>
                  <a:lnTo>
                    <a:pt x="3568024" y="1150913"/>
                  </a:lnTo>
                  <a:lnTo>
                    <a:pt x="3568118" y="1150913"/>
                  </a:lnTo>
                  <a:lnTo>
                    <a:pt x="3568212" y="1150913"/>
                  </a:lnTo>
                  <a:lnTo>
                    <a:pt x="3568306" y="1150913"/>
                  </a:lnTo>
                  <a:lnTo>
                    <a:pt x="3568400" y="1150913"/>
                  </a:lnTo>
                  <a:lnTo>
                    <a:pt x="3568494" y="1150913"/>
                  </a:lnTo>
                  <a:lnTo>
                    <a:pt x="3568588" y="1150913"/>
                  </a:lnTo>
                  <a:lnTo>
                    <a:pt x="3568682" y="1150913"/>
                  </a:lnTo>
                  <a:lnTo>
                    <a:pt x="3568776" y="1150913"/>
                  </a:lnTo>
                  <a:lnTo>
                    <a:pt x="3568870" y="1150913"/>
                  </a:lnTo>
                  <a:lnTo>
                    <a:pt x="3568964" y="1150913"/>
                  </a:lnTo>
                  <a:lnTo>
                    <a:pt x="3569059" y="1150913"/>
                  </a:lnTo>
                  <a:lnTo>
                    <a:pt x="3569153" y="1150913"/>
                  </a:lnTo>
                  <a:lnTo>
                    <a:pt x="3569247" y="1150913"/>
                  </a:lnTo>
                  <a:lnTo>
                    <a:pt x="3569341" y="1150913"/>
                  </a:lnTo>
                  <a:lnTo>
                    <a:pt x="3569435" y="1150913"/>
                  </a:lnTo>
                  <a:lnTo>
                    <a:pt x="3569529" y="1150913"/>
                  </a:lnTo>
                  <a:lnTo>
                    <a:pt x="3569623" y="1150913"/>
                  </a:lnTo>
                  <a:lnTo>
                    <a:pt x="3569717" y="1150913"/>
                  </a:lnTo>
                  <a:lnTo>
                    <a:pt x="3569811" y="1150913"/>
                  </a:lnTo>
                  <a:lnTo>
                    <a:pt x="3569905" y="1150913"/>
                  </a:lnTo>
                  <a:lnTo>
                    <a:pt x="3569999" y="1150913"/>
                  </a:lnTo>
                  <a:lnTo>
                    <a:pt x="3570093" y="1150913"/>
                  </a:lnTo>
                  <a:lnTo>
                    <a:pt x="3570187" y="1150913"/>
                  </a:lnTo>
                  <a:lnTo>
                    <a:pt x="3570281" y="1150913"/>
                  </a:lnTo>
                  <a:lnTo>
                    <a:pt x="3570375" y="1150913"/>
                  </a:lnTo>
                  <a:lnTo>
                    <a:pt x="3570469" y="1150913"/>
                  </a:lnTo>
                  <a:lnTo>
                    <a:pt x="3570563" y="1150913"/>
                  </a:lnTo>
                  <a:lnTo>
                    <a:pt x="3570657" y="1150913"/>
                  </a:lnTo>
                  <a:lnTo>
                    <a:pt x="3570751" y="1150913"/>
                  </a:lnTo>
                  <a:lnTo>
                    <a:pt x="3570845" y="1150913"/>
                  </a:lnTo>
                  <a:lnTo>
                    <a:pt x="3570939" y="1150913"/>
                  </a:lnTo>
                  <a:lnTo>
                    <a:pt x="3571033" y="1150913"/>
                  </a:lnTo>
                  <a:lnTo>
                    <a:pt x="3571127" y="1150913"/>
                  </a:lnTo>
                  <a:lnTo>
                    <a:pt x="3571221" y="1150913"/>
                  </a:lnTo>
                  <a:lnTo>
                    <a:pt x="3571315" y="1150913"/>
                  </a:lnTo>
                  <a:lnTo>
                    <a:pt x="3571409" y="1150913"/>
                  </a:lnTo>
                  <a:lnTo>
                    <a:pt x="3571503" y="1150913"/>
                  </a:lnTo>
                  <a:lnTo>
                    <a:pt x="3571597" y="1150913"/>
                  </a:lnTo>
                  <a:lnTo>
                    <a:pt x="3571691" y="1150913"/>
                  </a:lnTo>
                  <a:lnTo>
                    <a:pt x="3571785" y="1150913"/>
                  </a:lnTo>
                  <a:lnTo>
                    <a:pt x="3571879" y="1150913"/>
                  </a:lnTo>
                  <a:lnTo>
                    <a:pt x="3571973" y="1150913"/>
                  </a:lnTo>
                  <a:lnTo>
                    <a:pt x="3572067" y="1150913"/>
                  </a:lnTo>
                  <a:lnTo>
                    <a:pt x="3572161" y="1150913"/>
                  </a:lnTo>
                  <a:lnTo>
                    <a:pt x="3572255" y="1150913"/>
                  </a:lnTo>
                  <a:lnTo>
                    <a:pt x="3572349" y="1150913"/>
                  </a:lnTo>
                  <a:lnTo>
                    <a:pt x="3572443" y="1150913"/>
                  </a:lnTo>
                  <a:lnTo>
                    <a:pt x="3572538" y="1150913"/>
                  </a:lnTo>
                  <a:lnTo>
                    <a:pt x="3572632" y="1150913"/>
                  </a:lnTo>
                  <a:lnTo>
                    <a:pt x="3572726" y="1150913"/>
                  </a:lnTo>
                  <a:lnTo>
                    <a:pt x="3572820" y="1150913"/>
                  </a:lnTo>
                  <a:lnTo>
                    <a:pt x="3572914" y="1150913"/>
                  </a:lnTo>
                  <a:lnTo>
                    <a:pt x="3573008" y="1150913"/>
                  </a:lnTo>
                  <a:lnTo>
                    <a:pt x="3573102" y="1150913"/>
                  </a:lnTo>
                  <a:lnTo>
                    <a:pt x="3573196" y="1150913"/>
                  </a:lnTo>
                  <a:lnTo>
                    <a:pt x="3573290" y="1150913"/>
                  </a:lnTo>
                  <a:lnTo>
                    <a:pt x="3573384" y="1150913"/>
                  </a:lnTo>
                  <a:lnTo>
                    <a:pt x="3573478" y="1150913"/>
                  </a:lnTo>
                  <a:lnTo>
                    <a:pt x="3573572" y="1150913"/>
                  </a:lnTo>
                  <a:lnTo>
                    <a:pt x="3573666" y="1150913"/>
                  </a:lnTo>
                  <a:lnTo>
                    <a:pt x="3573760" y="1150913"/>
                  </a:lnTo>
                  <a:lnTo>
                    <a:pt x="3573760" y="1145634"/>
                  </a:lnTo>
                  <a:lnTo>
                    <a:pt x="3573854" y="1145634"/>
                  </a:lnTo>
                  <a:lnTo>
                    <a:pt x="3573948" y="1145634"/>
                  </a:lnTo>
                  <a:lnTo>
                    <a:pt x="3574042" y="1145634"/>
                  </a:lnTo>
                  <a:lnTo>
                    <a:pt x="3574136" y="1145634"/>
                  </a:lnTo>
                  <a:lnTo>
                    <a:pt x="3574230" y="1145634"/>
                  </a:lnTo>
                  <a:lnTo>
                    <a:pt x="3574324" y="1145634"/>
                  </a:lnTo>
                  <a:lnTo>
                    <a:pt x="3574418" y="1145634"/>
                  </a:lnTo>
                  <a:lnTo>
                    <a:pt x="3574512" y="1145634"/>
                  </a:lnTo>
                  <a:lnTo>
                    <a:pt x="3574606" y="1145634"/>
                  </a:lnTo>
                  <a:lnTo>
                    <a:pt x="3574700" y="1145634"/>
                  </a:lnTo>
                  <a:lnTo>
                    <a:pt x="3574794" y="1145634"/>
                  </a:lnTo>
                  <a:lnTo>
                    <a:pt x="3574888" y="1145634"/>
                  </a:lnTo>
                  <a:lnTo>
                    <a:pt x="3574982" y="1145634"/>
                  </a:lnTo>
                  <a:lnTo>
                    <a:pt x="3575076" y="1145634"/>
                  </a:lnTo>
                  <a:lnTo>
                    <a:pt x="3575170" y="1145634"/>
                  </a:lnTo>
                  <a:lnTo>
                    <a:pt x="3575264" y="1145634"/>
                  </a:lnTo>
                  <a:lnTo>
                    <a:pt x="3575358" y="1145634"/>
                  </a:lnTo>
                  <a:lnTo>
                    <a:pt x="3575452" y="1145634"/>
                  </a:lnTo>
                  <a:lnTo>
                    <a:pt x="3575546" y="1145634"/>
                  </a:lnTo>
                  <a:lnTo>
                    <a:pt x="3575640" y="1145634"/>
                  </a:lnTo>
                  <a:lnTo>
                    <a:pt x="3575734" y="1145634"/>
                  </a:lnTo>
                  <a:lnTo>
                    <a:pt x="3575828" y="1145634"/>
                  </a:lnTo>
                  <a:lnTo>
                    <a:pt x="3575922" y="1145634"/>
                  </a:lnTo>
                  <a:lnTo>
                    <a:pt x="3576016" y="1145634"/>
                  </a:lnTo>
                  <a:lnTo>
                    <a:pt x="3576111" y="1145634"/>
                  </a:lnTo>
                  <a:lnTo>
                    <a:pt x="3576205" y="1145634"/>
                  </a:lnTo>
                  <a:lnTo>
                    <a:pt x="3576299" y="1145634"/>
                  </a:lnTo>
                  <a:lnTo>
                    <a:pt x="3576393" y="1145634"/>
                  </a:lnTo>
                  <a:lnTo>
                    <a:pt x="3576487" y="1145634"/>
                  </a:lnTo>
                  <a:lnTo>
                    <a:pt x="3576581" y="1145634"/>
                  </a:lnTo>
                  <a:lnTo>
                    <a:pt x="3576675" y="1145634"/>
                  </a:lnTo>
                  <a:lnTo>
                    <a:pt x="3576769" y="1145634"/>
                  </a:lnTo>
                  <a:lnTo>
                    <a:pt x="3576863" y="1145634"/>
                  </a:lnTo>
                  <a:lnTo>
                    <a:pt x="3576957" y="1145634"/>
                  </a:lnTo>
                  <a:lnTo>
                    <a:pt x="3577051" y="1145634"/>
                  </a:lnTo>
                  <a:lnTo>
                    <a:pt x="3577145" y="1145634"/>
                  </a:lnTo>
                  <a:lnTo>
                    <a:pt x="3577239" y="1145634"/>
                  </a:lnTo>
                  <a:lnTo>
                    <a:pt x="3577333" y="1145634"/>
                  </a:lnTo>
                  <a:lnTo>
                    <a:pt x="3577427" y="1145634"/>
                  </a:lnTo>
                  <a:lnTo>
                    <a:pt x="3577521" y="1145634"/>
                  </a:lnTo>
                  <a:lnTo>
                    <a:pt x="3577615" y="1145634"/>
                  </a:lnTo>
                  <a:lnTo>
                    <a:pt x="3577709" y="1145634"/>
                  </a:lnTo>
                  <a:lnTo>
                    <a:pt x="3577803" y="1145634"/>
                  </a:lnTo>
                  <a:lnTo>
                    <a:pt x="3577897" y="1145634"/>
                  </a:lnTo>
                  <a:lnTo>
                    <a:pt x="3577991" y="1145634"/>
                  </a:lnTo>
                  <a:lnTo>
                    <a:pt x="3578085" y="1145634"/>
                  </a:lnTo>
                  <a:lnTo>
                    <a:pt x="3578179" y="1145634"/>
                  </a:lnTo>
                  <a:lnTo>
                    <a:pt x="3578273" y="1145634"/>
                  </a:lnTo>
                  <a:lnTo>
                    <a:pt x="3578367" y="1145634"/>
                  </a:lnTo>
                  <a:lnTo>
                    <a:pt x="3578461" y="1145634"/>
                  </a:lnTo>
                  <a:lnTo>
                    <a:pt x="3578555" y="1145634"/>
                  </a:lnTo>
                  <a:lnTo>
                    <a:pt x="3578649" y="1145634"/>
                  </a:lnTo>
                  <a:lnTo>
                    <a:pt x="3578743" y="1145634"/>
                  </a:lnTo>
                  <a:lnTo>
                    <a:pt x="3578837" y="1145634"/>
                  </a:lnTo>
                  <a:lnTo>
                    <a:pt x="3578931" y="1145634"/>
                  </a:lnTo>
                  <a:lnTo>
                    <a:pt x="3579025" y="1145634"/>
                  </a:lnTo>
                  <a:lnTo>
                    <a:pt x="3579119" y="1145634"/>
                  </a:lnTo>
                  <a:lnTo>
                    <a:pt x="3579213" y="1145634"/>
                  </a:lnTo>
                  <a:lnTo>
                    <a:pt x="3579307" y="1145634"/>
                  </a:lnTo>
                  <a:lnTo>
                    <a:pt x="3579401" y="1145634"/>
                  </a:lnTo>
                  <a:lnTo>
                    <a:pt x="3579495" y="1145634"/>
                  </a:lnTo>
                  <a:lnTo>
                    <a:pt x="3579589" y="1145634"/>
                  </a:lnTo>
                  <a:lnTo>
                    <a:pt x="3579684" y="1145634"/>
                  </a:lnTo>
                  <a:lnTo>
                    <a:pt x="3579778" y="1145634"/>
                  </a:lnTo>
                  <a:lnTo>
                    <a:pt x="3579872" y="1145634"/>
                  </a:lnTo>
                  <a:lnTo>
                    <a:pt x="3579966" y="1145634"/>
                  </a:lnTo>
                  <a:lnTo>
                    <a:pt x="3580060" y="1145634"/>
                  </a:lnTo>
                  <a:lnTo>
                    <a:pt x="3580154" y="1145634"/>
                  </a:lnTo>
                  <a:lnTo>
                    <a:pt x="3580248" y="1145634"/>
                  </a:lnTo>
                  <a:lnTo>
                    <a:pt x="3580342" y="1145634"/>
                  </a:lnTo>
                  <a:lnTo>
                    <a:pt x="3580436" y="1145634"/>
                  </a:lnTo>
                  <a:lnTo>
                    <a:pt x="3580530" y="1145634"/>
                  </a:lnTo>
                  <a:lnTo>
                    <a:pt x="3580624" y="1145634"/>
                  </a:lnTo>
                  <a:lnTo>
                    <a:pt x="3580718" y="1145634"/>
                  </a:lnTo>
                  <a:lnTo>
                    <a:pt x="3580812" y="1145634"/>
                  </a:lnTo>
                  <a:lnTo>
                    <a:pt x="3580906" y="1145634"/>
                  </a:lnTo>
                  <a:lnTo>
                    <a:pt x="3581000" y="1145634"/>
                  </a:lnTo>
                  <a:lnTo>
                    <a:pt x="3581000" y="1140355"/>
                  </a:lnTo>
                  <a:lnTo>
                    <a:pt x="3581094" y="1140355"/>
                  </a:lnTo>
                  <a:lnTo>
                    <a:pt x="3581188" y="1140355"/>
                  </a:lnTo>
                  <a:lnTo>
                    <a:pt x="3581282" y="1140355"/>
                  </a:lnTo>
                  <a:lnTo>
                    <a:pt x="3581376" y="1140355"/>
                  </a:lnTo>
                  <a:lnTo>
                    <a:pt x="3581470" y="1140355"/>
                  </a:lnTo>
                  <a:lnTo>
                    <a:pt x="3581564" y="1140355"/>
                  </a:lnTo>
                  <a:lnTo>
                    <a:pt x="3581658" y="1140355"/>
                  </a:lnTo>
                  <a:lnTo>
                    <a:pt x="3581752" y="1140355"/>
                  </a:lnTo>
                  <a:lnTo>
                    <a:pt x="3581846" y="1140355"/>
                  </a:lnTo>
                  <a:lnTo>
                    <a:pt x="3581940" y="1140355"/>
                  </a:lnTo>
                  <a:lnTo>
                    <a:pt x="3582034" y="1140355"/>
                  </a:lnTo>
                  <a:lnTo>
                    <a:pt x="3582128" y="1140355"/>
                  </a:lnTo>
                  <a:lnTo>
                    <a:pt x="3582222" y="1140355"/>
                  </a:lnTo>
                  <a:lnTo>
                    <a:pt x="3582316" y="1140355"/>
                  </a:lnTo>
                  <a:lnTo>
                    <a:pt x="3582410" y="1140355"/>
                  </a:lnTo>
                  <a:lnTo>
                    <a:pt x="3582504" y="1140355"/>
                  </a:lnTo>
                  <a:lnTo>
                    <a:pt x="3582598" y="1140355"/>
                  </a:lnTo>
                  <a:lnTo>
                    <a:pt x="3582692" y="1140355"/>
                  </a:lnTo>
                  <a:lnTo>
                    <a:pt x="3582786" y="1140355"/>
                  </a:lnTo>
                  <a:lnTo>
                    <a:pt x="3582880" y="1140355"/>
                  </a:lnTo>
                  <a:lnTo>
                    <a:pt x="3582974" y="1140355"/>
                  </a:lnTo>
                  <a:lnTo>
                    <a:pt x="3583068" y="1140355"/>
                  </a:lnTo>
                  <a:lnTo>
                    <a:pt x="3583163" y="1140355"/>
                  </a:lnTo>
                  <a:lnTo>
                    <a:pt x="3583257" y="1140355"/>
                  </a:lnTo>
                  <a:lnTo>
                    <a:pt x="3583351" y="1140355"/>
                  </a:lnTo>
                  <a:lnTo>
                    <a:pt x="3583445" y="1140355"/>
                  </a:lnTo>
                  <a:lnTo>
                    <a:pt x="3583539" y="1140355"/>
                  </a:lnTo>
                  <a:lnTo>
                    <a:pt x="3583633" y="1140355"/>
                  </a:lnTo>
                  <a:lnTo>
                    <a:pt x="3583727" y="1140355"/>
                  </a:lnTo>
                  <a:lnTo>
                    <a:pt x="3583821" y="1140355"/>
                  </a:lnTo>
                  <a:lnTo>
                    <a:pt x="3583915" y="1140355"/>
                  </a:lnTo>
                  <a:lnTo>
                    <a:pt x="3584009" y="1140355"/>
                  </a:lnTo>
                  <a:lnTo>
                    <a:pt x="3584103" y="1140355"/>
                  </a:lnTo>
                  <a:lnTo>
                    <a:pt x="3584197" y="1140355"/>
                  </a:lnTo>
                  <a:lnTo>
                    <a:pt x="3584291" y="1140355"/>
                  </a:lnTo>
                  <a:lnTo>
                    <a:pt x="3584385" y="1140355"/>
                  </a:lnTo>
                  <a:lnTo>
                    <a:pt x="3584479" y="1140355"/>
                  </a:lnTo>
                  <a:lnTo>
                    <a:pt x="3584573" y="1140355"/>
                  </a:lnTo>
                  <a:lnTo>
                    <a:pt x="3584667" y="1140355"/>
                  </a:lnTo>
                  <a:lnTo>
                    <a:pt x="3584761" y="1140355"/>
                  </a:lnTo>
                  <a:lnTo>
                    <a:pt x="3584855" y="1140355"/>
                  </a:lnTo>
                  <a:lnTo>
                    <a:pt x="3584949" y="1140355"/>
                  </a:lnTo>
                  <a:lnTo>
                    <a:pt x="3585043" y="1140355"/>
                  </a:lnTo>
                  <a:lnTo>
                    <a:pt x="3585137" y="1140355"/>
                  </a:lnTo>
                  <a:lnTo>
                    <a:pt x="3585231" y="1140355"/>
                  </a:lnTo>
                  <a:lnTo>
                    <a:pt x="3585325" y="1140355"/>
                  </a:lnTo>
                  <a:lnTo>
                    <a:pt x="3585419" y="1140355"/>
                  </a:lnTo>
                  <a:lnTo>
                    <a:pt x="3585513" y="1140355"/>
                  </a:lnTo>
                  <a:lnTo>
                    <a:pt x="3585607" y="1140355"/>
                  </a:lnTo>
                  <a:lnTo>
                    <a:pt x="3585701" y="1140355"/>
                  </a:lnTo>
                  <a:lnTo>
                    <a:pt x="3585795" y="1140355"/>
                  </a:lnTo>
                  <a:lnTo>
                    <a:pt x="3585889" y="1140355"/>
                  </a:lnTo>
                  <a:lnTo>
                    <a:pt x="3585983" y="1140355"/>
                  </a:lnTo>
                  <a:lnTo>
                    <a:pt x="3586077" y="1140355"/>
                  </a:lnTo>
                  <a:lnTo>
                    <a:pt x="3586171" y="1140355"/>
                  </a:lnTo>
                  <a:lnTo>
                    <a:pt x="3586265" y="1140355"/>
                  </a:lnTo>
                  <a:lnTo>
                    <a:pt x="3586359" y="1140355"/>
                  </a:lnTo>
                  <a:lnTo>
                    <a:pt x="3586453" y="1140355"/>
                  </a:lnTo>
                  <a:lnTo>
                    <a:pt x="3586547" y="1140355"/>
                  </a:lnTo>
                  <a:lnTo>
                    <a:pt x="3586641" y="1140355"/>
                  </a:lnTo>
                  <a:lnTo>
                    <a:pt x="3586736" y="1140355"/>
                  </a:lnTo>
                  <a:lnTo>
                    <a:pt x="3586830" y="1140355"/>
                  </a:lnTo>
                  <a:lnTo>
                    <a:pt x="3586924" y="1140355"/>
                  </a:lnTo>
                  <a:lnTo>
                    <a:pt x="3587018" y="1140355"/>
                  </a:lnTo>
                  <a:lnTo>
                    <a:pt x="3587112" y="1140355"/>
                  </a:lnTo>
                  <a:lnTo>
                    <a:pt x="3587206" y="1140355"/>
                  </a:lnTo>
                  <a:lnTo>
                    <a:pt x="3587300" y="1140355"/>
                  </a:lnTo>
                  <a:lnTo>
                    <a:pt x="3587394" y="1140355"/>
                  </a:lnTo>
                  <a:lnTo>
                    <a:pt x="3587488" y="1140355"/>
                  </a:lnTo>
                  <a:lnTo>
                    <a:pt x="3587582" y="1140355"/>
                  </a:lnTo>
                  <a:lnTo>
                    <a:pt x="3587676" y="1140355"/>
                  </a:lnTo>
                  <a:lnTo>
                    <a:pt x="3587770" y="1140355"/>
                  </a:lnTo>
                  <a:lnTo>
                    <a:pt x="3587864" y="1140355"/>
                  </a:lnTo>
                  <a:lnTo>
                    <a:pt x="3587958" y="1140355"/>
                  </a:lnTo>
                  <a:lnTo>
                    <a:pt x="3588052" y="1140355"/>
                  </a:lnTo>
                  <a:lnTo>
                    <a:pt x="3588146" y="1140355"/>
                  </a:lnTo>
                  <a:lnTo>
                    <a:pt x="3588240" y="1140355"/>
                  </a:lnTo>
                  <a:lnTo>
                    <a:pt x="3588334" y="1140355"/>
                  </a:lnTo>
                  <a:lnTo>
                    <a:pt x="3588428" y="1140355"/>
                  </a:lnTo>
                  <a:lnTo>
                    <a:pt x="3588522" y="1140355"/>
                  </a:lnTo>
                  <a:lnTo>
                    <a:pt x="3588616" y="1140355"/>
                  </a:lnTo>
                  <a:lnTo>
                    <a:pt x="3588710" y="1140355"/>
                  </a:lnTo>
                  <a:lnTo>
                    <a:pt x="3588804" y="1140355"/>
                  </a:lnTo>
                  <a:lnTo>
                    <a:pt x="3588898" y="1140355"/>
                  </a:lnTo>
                  <a:lnTo>
                    <a:pt x="3588992" y="1140355"/>
                  </a:lnTo>
                  <a:lnTo>
                    <a:pt x="3589086" y="1140355"/>
                  </a:lnTo>
                  <a:lnTo>
                    <a:pt x="3589180" y="1140355"/>
                  </a:lnTo>
                  <a:lnTo>
                    <a:pt x="3589274" y="1140355"/>
                  </a:lnTo>
                  <a:lnTo>
                    <a:pt x="3589368" y="1140355"/>
                  </a:lnTo>
                  <a:lnTo>
                    <a:pt x="3589462" y="1140355"/>
                  </a:lnTo>
                  <a:lnTo>
                    <a:pt x="3589556" y="1140355"/>
                  </a:lnTo>
                  <a:lnTo>
                    <a:pt x="3589650" y="1140355"/>
                  </a:lnTo>
                  <a:lnTo>
                    <a:pt x="3589744" y="1140355"/>
                  </a:lnTo>
                  <a:lnTo>
                    <a:pt x="3589838" y="1140355"/>
                  </a:lnTo>
                  <a:lnTo>
                    <a:pt x="3589932" y="1140355"/>
                  </a:lnTo>
                  <a:lnTo>
                    <a:pt x="3590026" y="1140355"/>
                  </a:lnTo>
                  <a:lnTo>
                    <a:pt x="3590120" y="1140355"/>
                  </a:lnTo>
                  <a:lnTo>
                    <a:pt x="3590214" y="1140355"/>
                  </a:lnTo>
                  <a:lnTo>
                    <a:pt x="3590309" y="1140355"/>
                  </a:lnTo>
                  <a:lnTo>
                    <a:pt x="3590403" y="1140355"/>
                  </a:lnTo>
                  <a:lnTo>
                    <a:pt x="3590497" y="1140355"/>
                  </a:lnTo>
                  <a:lnTo>
                    <a:pt x="3590591" y="1140355"/>
                  </a:lnTo>
                  <a:lnTo>
                    <a:pt x="3590685" y="1140355"/>
                  </a:lnTo>
                  <a:lnTo>
                    <a:pt x="3590779" y="1140355"/>
                  </a:lnTo>
                  <a:lnTo>
                    <a:pt x="3590873" y="1140355"/>
                  </a:lnTo>
                  <a:lnTo>
                    <a:pt x="3590967" y="1140355"/>
                  </a:lnTo>
                  <a:lnTo>
                    <a:pt x="3591061" y="1140355"/>
                  </a:lnTo>
                  <a:lnTo>
                    <a:pt x="3591155" y="1140355"/>
                  </a:lnTo>
                  <a:lnTo>
                    <a:pt x="3591249" y="1140355"/>
                  </a:lnTo>
                  <a:lnTo>
                    <a:pt x="3591343" y="1140355"/>
                  </a:lnTo>
                  <a:lnTo>
                    <a:pt x="3591437" y="1140355"/>
                  </a:lnTo>
                  <a:lnTo>
                    <a:pt x="3591531" y="1140355"/>
                  </a:lnTo>
                  <a:lnTo>
                    <a:pt x="3591625" y="1140355"/>
                  </a:lnTo>
                  <a:lnTo>
                    <a:pt x="3591719" y="1140355"/>
                  </a:lnTo>
                  <a:lnTo>
                    <a:pt x="3591813" y="1140355"/>
                  </a:lnTo>
                  <a:lnTo>
                    <a:pt x="3591907" y="1140355"/>
                  </a:lnTo>
                  <a:lnTo>
                    <a:pt x="3592001" y="1140355"/>
                  </a:lnTo>
                  <a:lnTo>
                    <a:pt x="3592095" y="1140355"/>
                  </a:lnTo>
                  <a:lnTo>
                    <a:pt x="3592189" y="1140355"/>
                  </a:lnTo>
                  <a:lnTo>
                    <a:pt x="3592283" y="1140355"/>
                  </a:lnTo>
                  <a:lnTo>
                    <a:pt x="3592377" y="1140355"/>
                  </a:lnTo>
                  <a:lnTo>
                    <a:pt x="3592471" y="1140355"/>
                  </a:lnTo>
                  <a:lnTo>
                    <a:pt x="3592565" y="1140355"/>
                  </a:lnTo>
                  <a:lnTo>
                    <a:pt x="3592659" y="1140355"/>
                  </a:lnTo>
                  <a:lnTo>
                    <a:pt x="3592753" y="1140355"/>
                  </a:lnTo>
                  <a:lnTo>
                    <a:pt x="3592847" y="1140355"/>
                  </a:lnTo>
                  <a:lnTo>
                    <a:pt x="3592941" y="1140355"/>
                  </a:lnTo>
                  <a:lnTo>
                    <a:pt x="3593035" y="1140355"/>
                  </a:lnTo>
                  <a:lnTo>
                    <a:pt x="3593129" y="1140355"/>
                  </a:lnTo>
                  <a:lnTo>
                    <a:pt x="3593223" y="1140355"/>
                  </a:lnTo>
                  <a:lnTo>
                    <a:pt x="3593317" y="1140355"/>
                  </a:lnTo>
                  <a:lnTo>
                    <a:pt x="3593411" y="1140355"/>
                  </a:lnTo>
                  <a:lnTo>
                    <a:pt x="3593505" y="1140355"/>
                  </a:lnTo>
                  <a:lnTo>
                    <a:pt x="3593599" y="1140355"/>
                  </a:lnTo>
                  <a:lnTo>
                    <a:pt x="3593693" y="1140355"/>
                  </a:lnTo>
                  <a:lnTo>
                    <a:pt x="3593788" y="1140355"/>
                  </a:lnTo>
                  <a:lnTo>
                    <a:pt x="3593882" y="1140355"/>
                  </a:lnTo>
                  <a:lnTo>
                    <a:pt x="3593976" y="1140355"/>
                  </a:lnTo>
                  <a:lnTo>
                    <a:pt x="3594070" y="1140355"/>
                  </a:lnTo>
                  <a:lnTo>
                    <a:pt x="3594164" y="1140355"/>
                  </a:lnTo>
                  <a:lnTo>
                    <a:pt x="3594258" y="1140355"/>
                  </a:lnTo>
                  <a:lnTo>
                    <a:pt x="3594352" y="1140355"/>
                  </a:lnTo>
                  <a:lnTo>
                    <a:pt x="3594446" y="1140355"/>
                  </a:lnTo>
                  <a:lnTo>
                    <a:pt x="3594540" y="1140355"/>
                  </a:lnTo>
                  <a:lnTo>
                    <a:pt x="3594634" y="1140355"/>
                  </a:lnTo>
                  <a:lnTo>
                    <a:pt x="3594728" y="1140355"/>
                  </a:lnTo>
                  <a:lnTo>
                    <a:pt x="3594822" y="1140355"/>
                  </a:lnTo>
                  <a:lnTo>
                    <a:pt x="3594916" y="1140355"/>
                  </a:lnTo>
                  <a:lnTo>
                    <a:pt x="3595010" y="1140355"/>
                  </a:lnTo>
                  <a:lnTo>
                    <a:pt x="3595104" y="1140355"/>
                  </a:lnTo>
                  <a:lnTo>
                    <a:pt x="3595198" y="1140355"/>
                  </a:lnTo>
                  <a:lnTo>
                    <a:pt x="3595292" y="1140355"/>
                  </a:lnTo>
                  <a:lnTo>
                    <a:pt x="3595386" y="1140355"/>
                  </a:lnTo>
                  <a:lnTo>
                    <a:pt x="3595480" y="1140355"/>
                  </a:lnTo>
                  <a:lnTo>
                    <a:pt x="3595574" y="1140355"/>
                  </a:lnTo>
                  <a:lnTo>
                    <a:pt x="3595668" y="1140355"/>
                  </a:lnTo>
                  <a:lnTo>
                    <a:pt x="3595762" y="1140355"/>
                  </a:lnTo>
                  <a:lnTo>
                    <a:pt x="3595856" y="1140355"/>
                  </a:lnTo>
                  <a:lnTo>
                    <a:pt x="3595950" y="1140355"/>
                  </a:lnTo>
                  <a:lnTo>
                    <a:pt x="3596044" y="1140355"/>
                  </a:lnTo>
                  <a:lnTo>
                    <a:pt x="3596138" y="1140355"/>
                  </a:lnTo>
                  <a:lnTo>
                    <a:pt x="3596232" y="1140355"/>
                  </a:lnTo>
                  <a:lnTo>
                    <a:pt x="3596326" y="1140355"/>
                  </a:lnTo>
                  <a:lnTo>
                    <a:pt x="3596420" y="1140355"/>
                  </a:lnTo>
                  <a:lnTo>
                    <a:pt x="3596514" y="1140355"/>
                  </a:lnTo>
                  <a:lnTo>
                    <a:pt x="3596608" y="1140355"/>
                  </a:lnTo>
                  <a:lnTo>
                    <a:pt x="3596702" y="1140355"/>
                  </a:lnTo>
                  <a:lnTo>
                    <a:pt x="3596796" y="1140355"/>
                  </a:lnTo>
                  <a:lnTo>
                    <a:pt x="3596890" y="1140355"/>
                  </a:lnTo>
                  <a:lnTo>
                    <a:pt x="3596984" y="1140355"/>
                  </a:lnTo>
                  <a:lnTo>
                    <a:pt x="3597078" y="1140355"/>
                  </a:lnTo>
                  <a:lnTo>
                    <a:pt x="3597172" y="1140355"/>
                  </a:lnTo>
                  <a:lnTo>
                    <a:pt x="3597266" y="1140355"/>
                  </a:lnTo>
                  <a:lnTo>
                    <a:pt x="3597361" y="1140355"/>
                  </a:lnTo>
                  <a:lnTo>
                    <a:pt x="3597455" y="1140355"/>
                  </a:lnTo>
                  <a:lnTo>
                    <a:pt x="3597549" y="1140355"/>
                  </a:lnTo>
                  <a:lnTo>
                    <a:pt x="3597643" y="1140355"/>
                  </a:lnTo>
                  <a:lnTo>
                    <a:pt x="3597737" y="1140355"/>
                  </a:lnTo>
                  <a:lnTo>
                    <a:pt x="3597831" y="1140355"/>
                  </a:lnTo>
                  <a:lnTo>
                    <a:pt x="3597925" y="1140355"/>
                  </a:lnTo>
                  <a:lnTo>
                    <a:pt x="3598019" y="1140355"/>
                  </a:lnTo>
                  <a:lnTo>
                    <a:pt x="3598113" y="1140355"/>
                  </a:lnTo>
                  <a:lnTo>
                    <a:pt x="3598207" y="1140355"/>
                  </a:lnTo>
                  <a:lnTo>
                    <a:pt x="3598301" y="1140355"/>
                  </a:lnTo>
                  <a:lnTo>
                    <a:pt x="3598395" y="1140355"/>
                  </a:lnTo>
                  <a:lnTo>
                    <a:pt x="3598489" y="1140355"/>
                  </a:lnTo>
                  <a:lnTo>
                    <a:pt x="3598583" y="1140355"/>
                  </a:lnTo>
                  <a:lnTo>
                    <a:pt x="3598677" y="1140355"/>
                  </a:lnTo>
                  <a:lnTo>
                    <a:pt x="3598771" y="1140355"/>
                  </a:lnTo>
                  <a:lnTo>
                    <a:pt x="3598865" y="1140355"/>
                  </a:lnTo>
                  <a:lnTo>
                    <a:pt x="3598959" y="1140355"/>
                  </a:lnTo>
                  <a:lnTo>
                    <a:pt x="3599053" y="1140355"/>
                  </a:lnTo>
                  <a:lnTo>
                    <a:pt x="3599147" y="1140355"/>
                  </a:lnTo>
                  <a:lnTo>
                    <a:pt x="3599241" y="1140355"/>
                  </a:lnTo>
                  <a:lnTo>
                    <a:pt x="3599335" y="1140355"/>
                  </a:lnTo>
                  <a:lnTo>
                    <a:pt x="3599429" y="1140355"/>
                  </a:lnTo>
                  <a:lnTo>
                    <a:pt x="3599523" y="1140355"/>
                  </a:lnTo>
                  <a:lnTo>
                    <a:pt x="3599617" y="1140355"/>
                  </a:lnTo>
                  <a:lnTo>
                    <a:pt x="3599711" y="1140355"/>
                  </a:lnTo>
                  <a:lnTo>
                    <a:pt x="3599805" y="1140355"/>
                  </a:lnTo>
                  <a:lnTo>
                    <a:pt x="3599899" y="1140355"/>
                  </a:lnTo>
                  <a:lnTo>
                    <a:pt x="3599993" y="1140355"/>
                  </a:lnTo>
                  <a:lnTo>
                    <a:pt x="3600087" y="1140355"/>
                  </a:lnTo>
                  <a:lnTo>
                    <a:pt x="3600181" y="1140355"/>
                  </a:lnTo>
                  <a:lnTo>
                    <a:pt x="3600275" y="1140355"/>
                  </a:lnTo>
                  <a:lnTo>
                    <a:pt x="3600369" y="1140355"/>
                  </a:lnTo>
                  <a:lnTo>
                    <a:pt x="3600463" y="1140355"/>
                  </a:lnTo>
                  <a:lnTo>
                    <a:pt x="3600557" y="1140355"/>
                  </a:lnTo>
                  <a:lnTo>
                    <a:pt x="3600651" y="1140355"/>
                  </a:lnTo>
                  <a:lnTo>
                    <a:pt x="3600651" y="1135075"/>
                  </a:lnTo>
                  <a:lnTo>
                    <a:pt x="3600745" y="1135075"/>
                  </a:lnTo>
                  <a:lnTo>
                    <a:pt x="3600839" y="1135075"/>
                  </a:lnTo>
                  <a:lnTo>
                    <a:pt x="3600934" y="1135075"/>
                  </a:lnTo>
                  <a:lnTo>
                    <a:pt x="3601028" y="1135075"/>
                  </a:lnTo>
                  <a:lnTo>
                    <a:pt x="3601122" y="1135075"/>
                  </a:lnTo>
                  <a:lnTo>
                    <a:pt x="3601216" y="1135075"/>
                  </a:lnTo>
                  <a:lnTo>
                    <a:pt x="3601310" y="1135075"/>
                  </a:lnTo>
                  <a:lnTo>
                    <a:pt x="3601404" y="1135075"/>
                  </a:lnTo>
                  <a:lnTo>
                    <a:pt x="3601498" y="1135075"/>
                  </a:lnTo>
                  <a:lnTo>
                    <a:pt x="3601592" y="1135075"/>
                  </a:lnTo>
                  <a:lnTo>
                    <a:pt x="3601686" y="1135075"/>
                  </a:lnTo>
                  <a:lnTo>
                    <a:pt x="3601780" y="1135075"/>
                  </a:lnTo>
                  <a:lnTo>
                    <a:pt x="3601874" y="1135075"/>
                  </a:lnTo>
                  <a:lnTo>
                    <a:pt x="3601968" y="1135075"/>
                  </a:lnTo>
                  <a:lnTo>
                    <a:pt x="3602062" y="1135075"/>
                  </a:lnTo>
                  <a:lnTo>
                    <a:pt x="3602156" y="1135075"/>
                  </a:lnTo>
                  <a:lnTo>
                    <a:pt x="3602250" y="1135075"/>
                  </a:lnTo>
                  <a:lnTo>
                    <a:pt x="3602344" y="1135075"/>
                  </a:lnTo>
                  <a:lnTo>
                    <a:pt x="3602438" y="1135075"/>
                  </a:lnTo>
                  <a:lnTo>
                    <a:pt x="3602532" y="1135075"/>
                  </a:lnTo>
                  <a:lnTo>
                    <a:pt x="3602626" y="1135075"/>
                  </a:lnTo>
                  <a:lnTo>
                    <a:pt x="3602720" y="1135075"/>
                  </a:lnTo>
                  <a:lnTo>
                    <a:pt x="3602814" y="1135075"/>
                  </a:lnTo>
                  <a:lnTo>
                    <a:pt x="3602908" y="1135075"/>
                  </a:lnTo>
                  <a:lnTo>
                    <a:pt x="3603002" y="1135075"/>
                  </a:lnTo>
                  <a:lnTo>
                    <a:pt x="3603096" y="1135075"/>
                  </a:lnTo>
                  <a:lnTo>
                    <a:pt x="3603190" y="1135075"/>
                  </a:lnTo>
                  <a:lnTo>
                    <a:pt x="3603284" y="1135075"/>
                  </a:lnTo>
                  <a:lnTo>
                    <a:pt x="3603378" y="1135075"/>
                  </a:lnTo>
                  <a:lnTo>
                    <a:pt x="3603472" y="1135075"/>
                  </a:lnTo>
                  <a:lnTo>
                    <a:pt x="3603566" y="1135075"/>
                  </a:lnTo>
                  <a:lnTo>
                    <a:pt x="3603660" y="1135075"/>
                  </a:lnTo>
                  <a:lnTo>
                    <a:pt x="3603754" y="1135075"/>
                  </a:lnTo>
                  <a:lnTo>
                    <a:pt x="3603848" y="1135075"/>
                  </a:lnTo>
                  <a:lnTo>
                    <a:pt x="3603942" y="1135075"/>
                  </a:lnTo>
                  <a:lnTo>
                    <a:pt x="3604036" y="1135075"/>
                  </a:lnTo>
                  <a:lnTo>
                    <a:pt x="3604130" y="1135075"/>
                  </a:lnTo>
                  <a:lnTo>
                    <a:pt x="3604224" y="1135075"/>
                  </a:lnTo>
                  <a:lnTo>
                    <a:pt x="3604318" y="1135075"/>
                  </a:lnTo>
                  <a:lnTo>
                    <a:pt x="3604412" y="1135075"/>
                  </a:lnTo>
                  <a:lnTo>
                    <a:pt x="3604507" y="1135075"/>
                  </a:lnTo>
                  <a:lnTo>
                    <a:pt x="3604601" y="1135075"/>
                  </a:lnTo>
                  <a:lnTo>
                    <a:pt x="3604695" y="1135075"/>
                  </a:lnTo>
                  <a:lnTo>
                    <a:pt x="3604789" y="1135075"/>
                  </a:lnTo>
                  <a:lnTo>
                    <a:pt x="3604883" y="1135075"/>
                  </a:lnTo>
                  <a:lnTo>
                    <a:pt x="3604977" y="1135075"/>
                  </a:lnTo>
                  <a:lnTo>
                    <a:pt x="3605071" y="1135075"/>
                  </a:lnTo>
                  <a:lnTo>
                    <a:pt x="3605165" y="1135075"/>
                  </a:lnTo>
                  <a:lnTo>
                    <a:pt x="3605259" y="1135075"/>
                  </a:lnTo>
                  <a:lnTo>
                    <a:pt x="3605353" y="1135075"/>
                  </a:lnTo>
                  <a:lnTo>
                    <a:pt x="3605447" y="1135075"/>
                  </a:lnTo>
                  <a:lnTo>
                    <a:pt x="3605541" y="1135075"/>
                  </a:lnTo>
                  <a:lnTo>
                    <a:pt x="3605635" y="1135075"/>
                  </a:lnTo>
                  <a:lnTo>
                    <a:pt x="3605729" y="1135075"/>
                  </a:lnTo>
                  <a:lnTo>
                    <a:pt x="3605823" y="1135075"/>
                  </a:lnTo>
                  <a:lnTo>
                    <a:pt x="3605917" y="1135075"/>
                  </a:lnTo>
                  <a:lnTo>
                    <a:pt x="3606011" y="1135075"/>
                  </a:lnTo>
                  <a:lnTo>
                    <a:pt x="3606105" y="1135075"/>
                  </a:lnTo>
                  <a:lnTo>
                    <a:pt x="3606199" y="1135075"/>
                  </a:lnTo>
                  <a:lnTo>
                    <a:pt x="3606293" y="1135075"/>
                  </a:lnTo>
                  <a:lnTo>
                    <a:pt x="3606387" y="1135075"/>
                  </a:lnTo>
                  <a:lnTo>
                    <a:pt x="3606481" y="1135075"/>
                  </a:lnTo>
                  <a:lnTo>
                    <a:pt x="3606575" y="1135075"/>
                  </a:lnTo>
                  <a:lnTo>
                    <a:pt x="3606669" y="1135075"/>
                  </a:lnTo>
                  <a:lnTo>
                    <a:pt x="3606763" y="1135075"/>
                  </a:lnTo>
                  <a:lnTo>
                    <a:pt x="3606857" y="1135075"/>
                  </a:lnTo>
                  <a:lnTo>
                    <a:pt x="3606951" y="1135075"/>
                  </a:lnTo>
                  <a:lnTo>
                    <a:pt x="3607045" y="1135075"/>
                  </a:lnTo>
                  <a:lnTo>
                    <a:pt x="3607139" y="1135075"/>
                  </a:lnTo>
                  <a:lnTo>
                    <a:pt x="3607233" y="1135075"/>
                  </a:lnTo>
                  <a:lnTo>
                    <a:pt x="3607327" y="1135075"/>
                  </a:lnTo>
                  <a:lnTo>
                    <a:pt x="3607421" y="1135075"/>
                  </a:lnTo>
                  <a:lnTo>
                    <a:pt x="3607515" y="1135075"/>
                  </a:lnTo>
                  <a:lnTo>
                    <a:pt x="3607609" y="1135075"/>
                  </a:lnTo>
                  <a:lnTo>
                    <a:pt x="3607703" y="1135075"/>
                  </a:lnTo>
                  <a:lnTo>
                    <a:pt x="3607703" y="1129796"/>
                  </a:lnTo>
                  <a:lnTo>
                    <a:pt x="3607797" y="1129796"/>
                  </a:lnTo>
                  <a:lnTo>
                    <a:pt x="3607891" y="1129796"/>
                  </a:lnTo>
                  <a:lnTo>
                    <a:pt x="3607986" y="1129796"/>
                  </a:lnTo>
                  <a:lnTo>
                    <a:pt x="3608080" y="1129796"/>
                  </a:lnTo>
                  <a:lnTo>
                    <a:pt x="3608174" y="1129796"/>
                  </a:lnTo>
                  <a:lnTo>
                    <a:pt x="3608268" y="1129796"/>
                  </a:lnTo>
                  <a:lnTo>
                    <a:pt x="3608362" y="1129796"/>
                  </a:lnTo>
                  <a:lnTo>
                    <a:pt x="3608456" y="1129796"/>
                  </a:lnTo>
                  <a:lnTo>
                    <a:pt x="3608550" y="1129796"/>
                  </a:lnTo>
                  <a:lnTo>
                    <a:pt x="3608644" y="1129796"/>
                  </a:lnTo>
                  <a:lnTo>
                    <a:pt x="3608738" y="1129796"/>
                  </a:lnTo>
                  <a:lnTo>
                    <a:pt x="3608832" y="1129796"/>
                  </a:lnTo>
                  <a:lnTo>
                    <a:pt x="3608926" y="1129796"/>
                  </a:lnTo>
                  <a:lnTo>
                    <a:pt x="3609020" y="1129796"/>
                  </a:lnTo>
                  <a:lnTo>
                    <a:pt x="3609114" y="1129796"/>
                  </a:lnTo>
                  <a:lnTo>
                    <a:pt x="3609208" y="1129796"/>
                  </a:lnTo>
                  <a:lnTo>
                    <a:pt x="3609302" y="1129796"/>
                  </a:lnTo>
                  <a:lnTo>
                    <a:pt x="3609396" y="1129796"/>
                  </a:lnTo>
                  <a:lnTo>
                    <a:pt x="3609490" y="1129796"/>
                  </a:lnTo>
                  <a:lnTo>
                    <a:pt x="3609584" y="1129796"/>
                  </a:lnTo>
                  <a:lnTo>
                    <a:pt x="3609678" y="1129796"/>
                  </a:lnTo>
                  <a:lnTo>
                    <a:pt x="3609772" y="1129796"/>
                  </a:lnTo>
                  <a:lnTo>
                    <a:pt x="3609866" y="1129796"/>
                  </a:lnTo>
                  <a:lnTo>
                    <a:pt x="3609960" y="1129796"/>
                  </a:lnTo>
                  <a:lnTo>
                    <a:pt x="3610054" y="1129796"/>
                  </a:lnTo>
                  <a:lnTo>
                    <a:pt x="3610148" y="1129796"/>
                  </a:lnTo>
                  <a:lnTo>
                    <a:pt x="3610242" y="1129796"/>
                  </a:lnTo>
                  <a:lnTo>
                    <a:pt x="3610336" y="1129796"/>
                  </a:lnTo>
                  <a:lnTo>
                    <a:pt x="3610430" y="1129796"/>
                  </a:lnTo>
                  <a:lnTo>
                    <a:pt x="3610524" y="1129796"/>
                  </a:lnTo>
                  <a:lnTo>
                    <a:pt x="3610618" y="1129796"/>
                  </a:lnTo>
                  <a:lnTo>
                    <a:pt x="3610712" y="1129796"/>
                  </a:lnTo>
                  <a:lnTo>
                    <a:pt x="3610806" y="1129796"/>
                  </a:lnTo>
                  <a:lnTo>
                    <a:pt x="3610900" y="1129796"/>
                  </a:lnTo>
                  <a:lnTo>
                    <a:pt x="3610994" y="1129796"/>
                  </a:lnTo>
                  <a:lnTo>
                    <a:pt x="3611088" y="1129796"/>
                  </a:lnTo>
                  <a:lnTo>
                    <a:pt x="3611182" y="1129796"/>
                  </a:lnTo>
                  <a:lnTo>
                    <a:pt x="3611276" y="1129796"/>
                  </a:lnTo>
                  <a:lnTo>
                    <a:pt x="3611370" y="1129796"/>
                  </a:lnTo>
                  <a:lnTo>
                    <a:pt x="3611464" y="1129796"/>
                  </a:lnTo>
                  <a:lnTo>
                    <a:pt x="3611559" y="1129796"/>
                  </a:lnTo>
                  <a:lnTo>
                    <a:pt x="3611653" y="1129796"/>
                  </a:lnTo>
                  <a:lnTo>
                    <a:pt x="3611747" y="1129796"/>
                  </a:lnTo>
                  <a:lnTo>
                    <a:pt x="3611841" y="1129796"/>
                  </a:lnTo>
                  <a:lnTo>
                    <a:pt x="3611935" y="1129796"/>
                  </a:lnTo>
                  <a:lnTo>
                    <a:pt x="3612029" y="1129796"/>
                  </a:lnTo>
                  <a:lnTo>
                    <a:pt x="3612123" y="1129796"/>
                  </a:lnTo>
                  <a:lnTo>
                    <a:pt x="3612217" y="1129796"/>
                  </a:lnTo>
                  <a:lnTo>
                    <a:pt x="3612311" y="1129796"/>
                  </a:lnTo>
                  <a:lnTo>
                    <a:pt x="3612405" y="1129796"/>
                  </a:lnTo>
                  <a:lnTo>
                    <a:pt x="3612499" y="1129796"/>
                  </a:lnTo>
                  <a:lnTo>
                    <a:pt x="3612593" y="1129796"/>
                  </a:lnTo>
                  <a:lnTo>
                    <a:pt x="3612687" y="1129796"/>
                  </a:lnTo>
                  <a:lnTo>
                    <a:pt x="3612781" y="1129796"/>
                  </a:lnTo>
                  <a:lnTo>
                    <a:pt x="3612875" y="1129796"/>
                  </a:lnTo>
                  <a:lnTo>
                    <a:pt x="3612969" y="1129796"/>
                  </a:lnTo>
                  <a:lnTo>
                    <a:pt x="3613063" y="1129796"/>
                  </a:lnTo>
                  <a:lnTo>
                    <a:pt x="3613157" y="1129796"/>
                  </a:lnTo>
                  <a:lnTo>
                    <a:pt x="3613251" y="1129796"/>
                  </a:lnTo>
                  <a:lnTo>
                    <a:pt x="3613345" y="1129796"/>
                  </a:lnTo>
                  <a:lnTo>
                    <a:pt x="3613439" y="1129796"/>
                  </a:lnTo>
                  <a:lnTo>
                    <a:pt x="3613533" y="1129796"/>
                  </a:lnTo>
                  <a:lnTo>
                    <a:pt x="3613627" y="1129796"/>
                  </a:lnTo>
                  <a:lnTo>
                    <a:pt x="3613721" y="1129796"/>
                  </a:lnTo>
                  <a:lnTo>
                    <a:pt x="3613815" y="1129796"/>
                  </a:lnTo>
                  <a:lnTo>
                    <a:pt x="3613909" y="1129796"/>
                  </a:lnTo>
                  <a:lnTo>
                    <a:pt x="3614003" y="1129796"/>
                  </a:lnTo>
                  <a:lnTo>
                    <a:pt x="3614097" y="1129796"/>
                  </a:lnTo>
                  <a:lnTo>
                    <a:pt x="3614191" y="1129796"/>
                  </a:lnTo>
                  <a:lnTo>
                    <a:pt x="3614285" y="1129796"/>
                  </a:lnTo>
                  <a:lnTo>
                    <a:pt x="3614379" y="1129796"/>
                  </a:lnTo>
                  <a:lnTo>
                    <a:pt x="3614473" y="1129796"/>
                  </a:lnTo>
                  <a:lnTo>
                    <a:pt x="3614567" y="1129796"/>
                  </a:lnTo>
                  <a:lnTo>
                    <a:pt x="3614661" y="1129796"/>
                  </a:lnTo>
                  <a:lnTo>
                    <a:pt x="3614755" y="1129796"/>
                  </a:lnTo>
                  <a:lnTo>
                    <a:pt x="3614849" y="1129796"/>
                  </a:lnTo>
                  <a:lnTo>
                    <a:pt x="3614943" y="1129796"/>
                  </a:lnTo>
                  <a:lnTo>
                    <a:pt x="3615037" y="1129796"/>
                  </a:lnTo>
                  <a:lnTo>
                    <a:pt x="3615132" y="1129796"/>
                  </a:lnTo>
                  <a:lnTo>
                    <a:pt x="3615226" y="1129796"/>
                  </a:lnTo>
                  <a:lnTo>
                    <a:pt x="3615320" y="1129796"/>
                  </a:lnTo>
                  <a:lnTo>
                    <a:pt x="3615414" y="1129796"/>
                  </a:lnTo>
                  <a:lnTo>
                    <a:pt x="3615508" y="1129796"/>
                  </a:lnTo>
                  <a:lnTo>
                    <a:pt x="3615602" y="1129796"/>
                  </a:lnTo>
                  <a:lnTo>
                    <a:pt x="3615696" y="1129796"/>
                  </a:lnTo>
                  <a:lnTo>
                    <a:pt x="3615790" y="1129796"/>
                  </a:lnTo>
                  <a:lnTo>
                    <a:pt x="3615884" y="1129796"/>
                  </a:lnTo>
                  <a:lnTo>
                    <a:pt x="3615978" y="1129796"/>
                  </a:lnTo>
                  <a:lnTo>
                    <a:pt x="3616072" y="1129796"/>
                  </a:lnTo>
                  <a:lnTo>
                    <a:pt x="3616166" y="1129796"/>
                  </a:lnTo>
                  <a:lnTo>
                    <a:pt x="3616260" y="1129796"/>
                  </a:lnTo>
                  <a:lnTo>
                    <a:pt x="3616354" y="1129796"/>
                  </a:lnTo>
                  <a:lnTo>
                    <a:pt x="3616448" y="1129796"/>
                  </a:lnTo>
                  <a:lnTo>
                    <a:pt x="3616542" y="1129796"/>
                  </a:lnTo>
                  <a:lnTo>
                    <a:pt x="3616636" y="1129796"/>
                  </a:lnTo>
                  <a:lnTo>
                    <a:pt x="3616730" y="1129796"/>
                  </a:lnTo>
                  <a:lnTo>
                    <a:pt x="3616824" y="1129796"/>
                  </a:lnTo>
                  <a:lnTo>
                    <a:pt x="3616918" y="1129796"/>
                  </a:lnTo>
                  <a:lnTo>
                    <a:pt x="3617012" y="1129796"/>
                  </a:lnTo>
                  <a:lnTo>
                    <a:pt x="3617106" y="1129796"/>
                  </a:lnTo>
                  <a:lnTo>
                    <a:pt x="3617200" y="1129796"/>
                  </a:lnTo>
                  <a:lnTo>
                    <a:pt x="3617294" y="1129796"/>
                  </a:lnTo>
                  <a:lnTo>
                    <a:pt x="3617388" y="1129796"/>
                  </a:lnTo>
                  <a:lnTo>
                    <a:pt x="3617482" y="1129796"/>
                  </a:lnTo>
                  <a:lnTo>
                    <a:pt x="3617576" y="1129796"/>
                  </a:lnTo>
                  <a:lnTo>
                    <a:pt x="3617670" y="1129796"/>
                  </a:lnTo>
                  <a:lnTo>
                    <a:pt x="3617764" y="1129796"/>
                  </a:lnTo>
                  <a:lnTo>
                    <a:pt x="3617858" y="1129796"/>
                  </a:lnTo>
                  <a:lnTo>
                    <a:pt x="3617952" y="1129796"/>
                  </a:lnTo>
                  <a:lnTo>
                    <a:pt x="3618046" y="1129796"/>
                  </a:lnTo>
                  <a:lnTo>
                    <a:pt x="3618140" y="1129796"/>
                  </a:lnTo>
                  <a:lnTo>
                    <a:pt x="3618234" y="1129796"/>
                  </a:lnTo>
                  <a:lnTo>
                    <a:pt x="3618328" y="1129796"/>
                  </a:lnTo>
                  <a:lnTo>
                    <a:pt x="3618422" y="1129796"/>
                  </a:lnTo>
                  <a:lnTo>
                    <a:pt x="3618516" y="1129796"/>
                  </a:lnTo>
                  <a:lnTo>
                    <a:pt x="3618611" y="1129796"/>
                  </a:lnTo>
                  <a:lnTo>
                    <a:pt x="3618705" y="1129796"/>
                  </a:lnTo>
                  <a:lnTo>
                    <a:pt x="3618799" y="1129796"/>
                  </a:lnTo>
                  <a:lnTo>
                    <a:pt x="3618893" y="1129796"/>
                  </a:lnTo>
                  <a:lnTo>
                    <a:pt x="3618987" y="1129796"/>
                  </a:lnTo>
                  <a:lnTo>
                    <a:pt x="3619081" y="1129796"/>
                  </a:lnTo>
                  <a:lnTo>
                    <a:pt x="3619175" y="1129796"/>
                  </a:lnTo>
                  <a:lnTo>
                    <a:pt x="3619269" y="1129796"/>
                  </a:lnTo>
                  <a:lnTo>
                    <a:pt x="3619363" y="1129796"/>
                  </a:lnTo>
                  <a:lnTo>
                    <a:pt x="3619457" y="1129796"/>
                  </a:lnTo>
                  <a:lnTo>
                    <a:pt x="3619551" y="1129796"/>
                  </a:lnTo>
                  <a:lnTo>
                    <a:pt x="3619645" y="1129796"/>
                  </a:lnTo>
                  <a:lnTo>
                    <a:pt x="3619739" y="1129796"/>
                  </a:lnTo>
                  <a:lnTo>
                    <a:pt x="3619833" y="1129796"/>
                  </a:lnTo>
                  <a:lnTo>
                    <a:pt x="3619927" y="1129796"/>
                  </a:lnTo>
                  <a:lnTo>
                    <a:pt x="3620021" y="1129796"/>
                  </a:lnTo>
                  <a:lnTo>
                    <a:pt x="3620115" y="1129796"/>
                  </a:lnTo>
                  <a:lnTo>
                    <a:pt x="3620209" y="1129796"/>
                  </a:lnTo>
                  <a:lnTo>
                    <a:pt x="3620303" y="1129796"/>
                  </a:lnTo>
                  <a:lnTo>
                    <a:pt x="3620397" y="1129796"/>
                  </a:lnTo>
                  <a:lnTo>
                    <a:pt x="3620491" y="1129796"/>
                  </a:lnTo>
                  <a:lnTo>
                    <a:pt x="3620585" y="1129796"/>
                  </a:lnTo>
                  <a:lnTo>
                    <a:pt x="3620679" y="1129796"/>
                  </a:lnTo>
                  <a:lnTo>
                    <a:pt x="3620773" y="1129796"/>
                  </a:lnTo>
                  <a:lnTo>
                    <a:pt x="3620867" y="1129796"/>
                  </a:lnTo>
                  <a:lnTo>
                    <a:pt x="3620961" y="1129796"/>
                  </a:lnTo>
                  <a:lnTo>
                    <a:pt x="3621055" y="1129796"/>
                  </a:lnTo>
                  <a:lnTo>
                    <a:pt x="3621149" y="1129796"/>
                  </a:lnTo>
                  <a:lnTo>
                    <a:pt x="3621243" y="1129796"/>
                  </a:lnTo>
                  <a:lnTo>
                    <a:pt x="3621337" y="1129796"/>
                  </a:lnTo>
                  <a:lnTo>
                    <a:pt x="3621431" y="1129796"/>
                  </a:lnTo>
                  <a:lnTo>
                    <a:pt x="3621525" y="1129796"/>
                  </a:lnTo>
                  <a:lnTo>
                    <a:pt x="3621619" y="1129796"/>
                  </a:lnTo>
                  <a:lnTo>
                    <a:pt x="3621713" y="1129796"/>
                  </a:lnTo>
                  <a:lnTo>
                    <a:pt x="3621807" y="1129796"/>
                  </a:lnTo>
                  <a:lnTo>
                    <a:pt x="3621901" y="1129796"/>
                  </a:lnTo>
                  <a:lnTo>
                    <a:pt x="3621995" y="1129796"/>
                  </a:lnTo>
                  <a:lnTo>
                    <a:pt x="3622089" y="1129796"/>
                  </a:lnTo>
                  <a:lnTo>
                    <a:pt x="3622184" y="1129796"/>
                  </a:lnTo>
                  <a:lnTo>
                    <a:pt x="3622278" y="1129796"/>
                  </a:lnTo>
                  <a:lnTo>
                    <a:pt x="3622372" y="1129796"/>
                  </a:lnTo>
                  <a:lnTo>
                    <a:pt x="3622466" y="1129796"/>
                  </a:lnTo>
                  <a:lnTo>
                    <a:pt x="3622560" y="1129796"/>
                  </a:lnTo>
                  <a:lnTo>
                    <a:pt x="3622654" y="1129796"/>
                  </a:lnTo>
                  <a:lnTo>
                    <a:pt x="3622748" y="1129796"/>
                  </a:lnTo>
                  <a:lnTo>
                    <a:pt x="3622842" y="1129796"/>
                  </a:lnTo>
                  <a:lnTo>
                    <a:pt x="3622936" y="1129796"/>
                  </a:lnTo>
                  <a:lnTo>
                    <a:pt x="3623030" y="1129796"/>
                  </a:lnTo>
                  <a:lnTo>
                    <a:pt x="3623124" y="1129796"/>
                  </a:lnTo>
                  <a:lnTo>
                    <a:pt x="3623218" y="1129796"/>
                  </a:lnTo>
                  <a:lnTo>
                    <a:pt x="3623312" y="1129796"/>
                  </a:lnTo>
                  <a:lnTo>
                    <a:pt x="3623406" y="1129796"/>
                  </a:lnTo>
                  <a:lnTo>
                    <a:pt x="3623500" y="1129796"/>
                  </a:lnTo>
                  <a:lnTo>
                    <a:pt x="3623594" y="1129796"/>
                  </a:lnTo>
                  <a:lnTo>
                    <a:pt x="3623688" y="1129796"/>
                  </a:lnTo>
                  <a:lnTo>
                    <a:pt x="3623782" y="1129796"/>
                  </a:lnTo>
                  <a:lnTo>
                    <a:pt x="3623876" y="1129796"/>
                  </a:lnTo>
                  <a:lnTo>
                    <a:pt x="3623970" y="1129796"/>
                  </a:lnTo>
                  <a:lnTo>
                    <a:pt x="3624064" y="1129796"/>
                  </a:lnTo>
                  <a:lnTo>
                    <a:pt x="3624158" y="1129796"/>
                  </a:lnTo>
                  <a:lnTo>
                    <a:pt x="3624252" y="1129796"/>
                  </a:lnTo>
                  <a:lnTo>
                    <a:pt x="3624346" y="1129796"/>
                  </a:lnTo>
                  <a:lnTo>
                    <a:pt x="3624440" y="1129796"/>
                  </a:lnTo>
                  <a:lnTo>
                    <a:pt x="3624534" y="1129796"/>
                  </a:lnTo>
                  <a:lnTo>
                    <a:pt x="3624628" y="1129796"/>
                  </a:lnTo>
                  <a:lnTo>
                    <a:pt x="3624722" y="1129796"/>
                  </a:lnTo>
                  <a:lnTo>
                    <a:pt x="3624816" y="1129796"/>
                  </a:lnTo>
                  <a:lnTo>
                    <a:pt x="3624910" y="1129796"/>
                  </a:lnTo>
                  <a:lnTo>
                    <a:pt x="3625004" y="1129796"/>
                  </a:lnTo>
                  <a:lnTo>
                    <a:pt x="3625098" y="1129796"/>
                  </a:lnTo>
                  <a:lnTo>
                    <a:pt x="3625192" y="1129796"/>
                  </a:lnTo>
                  <a:lnTo>
                    <a:pt x="3625286" y="1129796"/>
                  </a:lnTo>
                  <a:lnTo>
                    <a:pt x="3625380" y="1129796"/>
                  </a:lnTo>
                  <a:lnTo>
                    <a:pt x="3625474" y="1129796"/>
                  </a:lnTo>
                  <a:lnTo>
                    <a:pt x="3625568" y="1129796"/>
                  </a:lnTo>
                  <a:lnTo>
                    <a:pt x="3625662" y="1129796"/>
                  </a:lnTo>
                  <a:lnTo>
                    <a:pt x="3625757" y="1129796"/>
                  </a:lnTo>
                  <a:lnTo>
                    <a:pt x="3625851" y="1129796"/>
                  </a:lnTo>
                  <a:lnTo>
                    <a:pt x="3625945" y="1129796"/>
                  </a:lnTo>
                  <a:lnTo>
                    <a:pt x="3626039" y="1129796"/>
                  </a:lnTo>
                  <a:lnTo>
                    <a:pt x="3626133" y="1129796"/>
                  </a:lnTo>
                  <a:lnTo>
                    <a:pt x="3626227" y="1129796"/>
                  </a:lnTo>
                  <a:lnTo>
                    <a:pt x="3626321" y="1129796"/>
                  </a:lnTo>
                  <a:lnTo>
                    <a:pt x="3626415" y="1129796"/>
                  </a:lnTo>
                  <a:lnTo>
                    <a:pt x="3626509" y="1129796"/>
                  </a:lnTo>
                  <a:lnTo>
                    <a:pt x="3626603" y="1129796"/>
                  </a:lnTo>
                  <a:lnTo>
                    <a:pt x="3626697" y="1129796"/>
                  </a:lnTo>
                  <a:lnTo>
                    <a:pt x="3626791" y="1129796"/>
                  </a:lnTo>
                  <a:lnTo>
                    <a:pt x="3626885" y="1129796"/>
                  </a:lnTo>
                  <a:lnTo>
                    <a:pt x="3626979" y="1129796"/>
                  </a:lnTo>
                  <a:lnTo>
                    <a:pt x="3627073" y="1129796"/>
                  </a:lnTo>
                  <a:lnTo>
                    <a:pt x="3627167" y="1129796"/>
                  </a:lnTo>
                  <a:lnTo>
                    <a:pt x="3627261" y="1129796"/>
                  </a:lnTo>
                  <a:lnTo>
                    <a:pt x="3627355" y="1129796"/>
                  </a:lnTo>
                  <a:lnTo>
                    <a:pt x="3627449" y="1129796"/>
                  </a:lnTo>
                  <a:lnTo>
                    <a:pt x="3627543" y="1129796"/>
                  </a:lnTo>
                  <a:lnTo>
                    <a:pt x="3627637" y="1129796"/>
                  </a:lnTo>
                  <a:lnTo>
                    <a:pt x="3627731" y="1129796"/>
                  </a:lnTo>
                  <a:lnTo>
                    <a:pt x="3627825" y="1129796"/>
                  </a:lnTo>
                  <a:lnTo>
                    <a:pt x="3627919" y="1129796"/>
                  </a:lnTo>
                  <a:lnTo>
                    <a:pt x="3628013" y="1129796"/>
                  </a:lnTo>
                  <a:lnTo>
                    <a:pt x="3628107" y="1129796"/>
                  </a:lnTo>
                  <a:lnTo>
                    <a:pt x="3628201" y="1129796"/>
                  </a:lnTo>
                  <a:lnTo>
                    <a:pt x="3628201" y="1124516"/>
                  </a:lnTo>
                  <a:lnTo>
                    <a:pt x="3628295" y="1124516"/>
                  </a:lnTo>
                  <a:lnTo>
                    <a:pt x="3628389" y="1124516"/>
                  </a:lnTo>
                  <a:lnTo>
                    <a:pt x="3628483" y="1124516"/>
                  </a:lnTo>
                  <a:lnTo>
                    <a:pt x="3628577" y="1124516"/>
                  </a:lnTo>
                  <a:lnTo>
                    <a:pt x="3628671" y="1124516"/>
                  </a:lnTo>
                  <a:lnTo>
                    <a:pt x="3628765" y="1124516"/>
                  </a:lnTo>
                  <a:lnTo>
                    <a:pt x="3628859" y="1124516"/>
                  </a:lnTo>
                  <a:lnTo>
                    <a:pt x="3628953" y="1124516"/>
                  </a:lnTo>
                  <a:lnTo>
                    <a:pt x="3629047" y="1124516"/>
                  </a:lnTo>
                  <a:lnTo>
                    <a:pt x="3629141" y="1124516"/>
                  </a:lnTo>
                  <a:lnTo>
                    <a:pt x="3629236" y="1124516"/>
                  </a:lnTo>
                  <a:lnTo>
                    <a:pt x="3629330" y="1124516"/>
                  </a:lnTo>
                  <a:lnTo>
                    <a:pt x="3629424" y="1124516"/>
                  </a:lnTo>
                  <a:lnTo>
                    <a:pt x="3629518" y="1124516"/>
                  </a:lnTo>
                  <a:lnTo>
                    <a:pt x="3629612" y="1124516"/>
                  </a:lnTo>
                  <a:lnTo>
                    <a:pt x="3629706" y="1124516"/>
                  </a:lnTo>
                  <a:lnTo>
                    <a:pt x="3629800" y="1124516"/>
                  </a:lnTo>
                  <a:lnTo>
                    <a:pt x="3629894" y="1124516"/>
                  </a:lnTo>
                  <a:lnTo>
                    <a:pt x="3629988" y="1124516"/>
                  </a:lnTo>
                  <a:lnTo>
                    <a:pt x="3630082" y="1124516"/>
                  </a:lnTo>
                  <a:lnTo>
                    <a:pt x="3630176" y="1124516"/>
                  </a:lnTo>
                  <a:lnTo>
                    <a:pt x="3630270" y="1124516"/>
                  </a:lnTo>
                  <a:lnTo>
                    <a:pt x="3630364" y="1124516"/>
                  </a:lnTo>
                  <a:lnTo>
                    <a:pt x="3630458" y="1124516"/>
                  </a:lnTo>
                  <a:lnTo>
                    <a:pt x="3630552" y="1124516"/>
                  </a:lnTo>
                  <a:lnTo>
                    <a:pt x="3630646" y="1124516"/>
                  </a:lnTo>
                  <a:lnTo>
                    <a:pt x="3630740" y="1124516"/>
                  </a:lnTo>
                  <a:lnTo>
                    <a:pt x="3630834" y="1124516"/>
                  </a:lnTo>
                  <a:lnTo>
                    <a:pt x="3630928" y="1124516"/>
                  </a:lnTo>
                  <a:lnTo>
                    <a:pt x="3631022" y="1124516"/>
                  </a:lnTo>
                  <a:lnTo>
                    <a:pt x="3631116" y="1124516"/>
                  </a:lnTo>
                  <a:lnTo>
                    <a:pt x="3631210" y="1124516"/>
                  </a:lnTo>
                  <a:lnTo>
                    <a:pt x="3631304" y="1124516"/>
                  </a:lnTo>
                  <a:lnTo>
                    <a:pt x="3631398" y="1124516"/>
                  </a:lnTo>
                  <a:lnTo>
                    <a:pt x="3631492" y="1124516"/>
                  </a:lnTo>
                  <a:lnTo>
                    <a:pt x="3631586" y="1124516"/>
                  </a:lnTo>
                  <a:lnTo>
                    <a:pt x="3631680" y="1124516"/>
                  </a:lnTo>
                  <a:lnTo>
                    <a:pt x="3631774" y="1124516"/>
                  </a:lnTo>
                  <a:lnTo>
                    <a:pt x="3631868" y="1124516"/>
                  </a:lnTo>
                  <a:lnTo>
                    <a:pt x="3631962" y="1124516"/>
                  </a:lnTo>
                  <a:lnTo>
                    <a:pt x="3632056" y="1124516"/>
                  </a:lnTo>
                  <a:lnTo>
                    <a:pt x="3632150" y="1124516"/>
                  </a:lnTo>
                  <a:lnTo>
                    <a:pt x="3632244" y="1124516"/>
                  </a:lnTo>
                  <a:lnTo>
                    <a:pt x="3632338" y="1124516"/>
                  </a:lnTo>
                  <a:lnTo>
                    <a:pt x="3632432" y="1124516"/>
                  </a:lnTo>
                  <a:lnTo>
                    <a:pt x="3632526" y="1124516"/>
                  </a:lnTo>
                  <a:lnTo>
                    <a:pt x="3632620" y="1124516"/>
                  </a:lnTo>
                  <a:lnTo>
                    <a:pt x="3632714" y="1124516"/>
                  </a:lnTo>
                  <a:lnTo>
                    <a:pt x="3632809" y="1124516"/>
                  </a:lnTo>
                  <a:lnTo>
                    <a:pt x="3632903" y="1124516"/>
                  </a:lnTo>
                  <a:lnTo>
                    <a:pt x="3632997" y="1124516"/>
                  </a:lnTo>
                  <a:lnTo>
                    <a:pt x="3633091" y="1124516"/>
                  </a:lnTo>
                  <a:lnTo>
                    <a:pt x="3633185" y="1124516"/>
                  </a:lnTo>
                  <a:lnTo>
                    <a:pt x="3633279" y="1124516"/>
                  </a:lnTo>
                  <a:lnTo>
                    <a:pt x="3633373" y="1124516"/>
                  </a:lnTo>
                  <a:lnTo>
                    <a:pt x="3633467" y="1124516"/>
                  </a:lnTo>
                  <a:lnTo>
                    <a:pt x="3633561" y="1124516"/>
                  </a:lnTo>
                  <a:lnTo>
                    <a:pt x="3633655" y="1124516"/>
                  </a:lnTo>
                  <a:lnTo>
                    <a:pt x="3633749" y="1124516"/>
                  </a:lnTo>
                  <a:lnTo>
                    <a:pt x="3633843" y="1124516"/>
                  </a:lnTo>
                  <a:lnTo>
                    <a:pt x="3633937" y="1124516"/>
                  </a:lnTo>
                  <a:lnTo>
                    <a:pt x="3634031" y="1124516"/>
                  </a:lnTo>
                  <a:lnTo>
                    <a:pt x="3634125" y="1124516"/>
                  </a:lnTo>
                  <a:lnTo>
                    <a:pt x="3634219" y="1124516"/>
                  </a:lnTo>
                  <a:lnTo>
                    <a:pt x="3634313" y="1124516"/>
                  </a:lnTo>
                  <a:lnTo>
                    <a:pt x="3634407" y="1124516"/>
                  </a:lnTo>
                  <a:lnTo>
                    <a:pt x="3634501" y="1124516"/>
                  </a:lnTo>
                  <a:lnTo>
                    <a:pt x="3634595" y="1124516"/>
                  </a:lnTo>
                  <a:lnTo>
                    <a:pt x="3634689" y="1124516"/>
                  </a:lnTo>
                  <a:lnTo>
                    <a:pt x="3634783" y="1124516"/>
                  </a:lnTo>
                  <a:lnTo>
                    <a:pt x="3634877" y="1124516"/>
                  </a:lnTo>
                  <a:lnTo>
                    <a:pt x="3634971" y="1124516"/>
                  </a:lnTo>
                  <a:lnTo>
                    <a:pt x="3635065" y="1124516"/>
                  </a:lnTo>
                  <a:lnTo>
                    <a:pt x="3635159" y="1124516"/>
                  </a:lnTo>
                  <a:lnTo>
                    <a:pt x="3635253" y="1124516"/>
                  </a:lnTo>
                  <a:lnTo>
                    <a:pt x="3635347" y="1124516"/>
                  </a:lnTo>
                  <a:lnTo>
                    <a:pt x="3635441" y="1124516"/>
                  </a:lnTo>
                  <a:lnTo>
                    <a:pt x="3635535" y="1124516"/>
                  </a:lnTo>
                  <a:lnTo>
                    <a:pt x="3635629" y="1124516"/>
                  </a:lnTo>
                  <a:lnTo>
                    <a:pt x="3635723" y="1124516"/>
                  </a:lnTo>
                  <a:lnTo>
                    <a:pt x="3635817" y="1124516"/>
                  </a:lnTo>
                  <a:lnTo>
                    <a:pt x="3635911" y="1124516"/>
                  </a:lnTo>
                  <a:lnTo>
                    <a:pt x="3636005" y="1124516"/>
                  </a:lnTo>
                  <a:lnTo>
                    <a:pt x="3636099" y="1124516"/>
                  </a:lnTo>
                  <a:lnTo>
                    <a:pt x="3636193" y="1124516"/>
                  </a:lnTo>
                  <a:lnTo>
                    <a:pt x="3636287" y="1124516"/>
                  </a:lnTo>
                  <a:lnTo>
                    <a:pt x="3636382" y="1124516"/>
                  </a:lnTo>
                  <a:lnTo>
                    <a:pt x="3636476" y="1124516"/>
                  </a:lnTo>
                  <a:lnTo>
                    <a:pt x="3636570" y="1124516"/>
                  </a:lnTo>
                  <a:lnTo>
                    <a:pt x="3636664" y="1124516"/>
                  </a:lnTo>
                  <a:lnTo>
                    <a:pt x="3636758" y="1124516"/>
                  </a:lnTo>
                  <a:lnTo>
                    <a:pt x="3636852" y="1124516"/>
                  </a:lnTo>
                  <a:lnTo>
                    <a:pt x="3636946" y="1124516"/>
                  </a:lnTo>
                  <a:lnTo>
                    <a:pt x="3637040" y="1124516"/>
                  </a:lnTo>
                  <a:lnTo>
                    <a:pt x="3637134" y="1124516"/>
                  </a:lnTo>
                  <a:lnTo>
                    <a:pt x="3637228" y="1124516"/>
                  </a:lnTo>
                  <a:lnTo>
                    <a:pt x="3637322" y="1124516"/>
                  </a:lnTo>
                  <a:lnTo>
                    <a:pt x="3637416" y="1124516"/>
                  </a:lnTo>
                  <a:lnTo>
                    <a:pt x="3637510" y="1124516"/>
                  </a:lnTo>
                  <a:lnTo>
                    <a:pt x="3637604" y="1124516"/>
                  </a:lnTo>
                  <a:lnTo>
                    <a:pt x="3637698" y="1124516"/>
                  </a:lnTo>
                  <a:lnTo>
                    <a:pt x="3637792" y="1124516"/>
                  </a:lnTo>
                  <a:lnTo>
                    <a:pt x="3637886" y="1124516"/>
                  </a:lnTo>
                  <a:lnTo>
                    <a:pt x="3637980" y="1124516"/>
                  </a:lnTo>
                  <a:lnTo>
                    <a:pt x="3638074" y="1124516"/>
                  </a:lnTo>
                  <a:lnTo>
                    <a:pt x="3638168" y="1124516"/>
                  </a:lnTo>
                  <a:lnTo>
                    <a:pt x="3638262" y="1124516"/>
                  </a:lnTo>
                  <a:lnTo>
                    <a:pt x="3638356" y="1124516"/>
                  </a:lnTo>
                  <a:lnTo>
                    <a:pt x="3638450" y="1124516"/>
                  </a:lnTo>
                  <a:lnTo>
                    <a:pt x="3638544" y="1124516"/>
                  </a:lnTo>
                  <a:lnTo>
                    <a:pt x="3638638" y="1124516"/>
                  </a:lnTo>
                  <a:lnTo>
                    <a:pt x="3638732" y="1124516"/>
                  </a:lnTo>
                  <a:lnTo>
                    <a:pt x="3638826" y="1124516"/>
                  </a:lnTo>
                  <a:lnTo>
                    <a:pt x="3638920" y="1124516"/>
                  </a:lnTo>
                  <a:lnTo>
                    <a:pt x="3639014" y="1124516"/>
                  </a:lnTo>
                  <a:lnTo>
                    <a:pt x="3639108" y="1124516"/>
                  </a:lnTo>
                  <a:lnTo>
                    <a:pt x="3639202" y="1124516"/>
                  </a:lnTo>
                  <a:lnTo>
                    <a:pt x="3639296" y="1124516"/>
                  </a:lnTo>
                  <a:lnTo>
                    <a:pt x="3639390" y="1124516"/>
                  </a:lnTo>
                  <a:lnTo>
                    <a:pt x="3639484" y="1124516"/>
                  </a:lnTo>
                  <a:lnTo>
                    <a:pt x="3639578" y="1124516"/>
                  </a:lnTo>
                  <a:lnTo>
                    <a:pt x="3639672" y="1124516"/>
                  </a:lnTo>
                  <a:lnTo>
                    <a:pt x="3639766" y="1124516"/>
                  </a:lnTo>
                  <a:lnTo>
                    <a:pt x="3639861" y="1124516"/>
                  </a:lnTo>
                  <a:lnTo>
                    <a:pt x="3639955" y="1124516"/>
                  </a:lnTo>
                  <a:lnTo>
                    <a:pt x="3640049" y="1124516"/>
                  </a:lnTo>
                  <a:lnTo>
                    <a:pt x="3640143" y="1124516"/>
                  </a:lnTo>
                  <a:lnTo>
                    <a:pt x="3640237" y="1124516"/>
                  </a:lnTo>
                  <a:lnTo>
                    <a:pt x="3640331" y="1124516"/>
                  </a:lnTo>
                  <a:lnTo>
                    <a:pt x="3640425" y="1124516"/>
                  </a:lnTo>
                  <a:lnTo>
                    <a:pt x="3640519" y="1124516"/>
                  </a:lnTo>
                  <a:lnTo>
                    <a:pt x="3640613" y="1124516"/>
                  </a:lnTo>
                  <a:lnTo>
                    <a:pt x="3640707" y="1124516"/>
                  </a:lnTo>
                  <a:lnTo>
                    <a:pt x="3640801" y="1124516"/>
                  </a:lnTo>
                  <a:lnTo>
                    <a:pt x="3640895" y="1124516"/>
                  </a:lnTo>
                  <a:lnTo>
                    <a:pt x="3640989" y="1124516"/>
                  </a:lnTo>
                  <a:lnTo>
                    <a:pt x="3641083" y="1124516"/>
                  </a:lnTo>
                  <a:lnTo>
                    <a:pt x="3641177" y="1124516"/>
                  </a:lnTo>
                  <a:lnTo>
                    <a:pt x="3641271" y="1124516"/>
                  </a:lnTo>
                  <a:lnTo>
                    <a:pt x="3641365" y="1124516"/>
                  </a:lnTo>
                  <a:lnTo>
                    <a:pt x="3641459" y="1124516"/>
                  </a:lnTo>
                  <a:lnTo>
                    <a:pt x="3641553" y="1124516"/>
                  </a:lnTo>
                  <a:lnTo>
                    <a:pt x="3641647" y="1124516"/>
                  </a:lnTo>
                  <a:lnTo>
                    <a:pt x="3641741" y="1124516"/>
                  </a:lnTo>
                  <a:lnTo>
                    <a:pt x="3641835" y="1124516"/>
                  </a:lnTo>
                  <a:lnTo>
                    <a:pt x="3641929" y="1124516"/>
                  </a:lnTo>
                  <a:lnTo>
                    <a:pt x="3642023" y="1124516"/>
                  </a:lnTo>
                  <a:lnTo>
                    <a:pt x="3642117" y="1124516"/>
                  </a:lnTo>
                  <a:lnTo>
                    <a:pt x="3642211" y="1124516"/>
                  </a:lnTo>
                  <a:lnTo>
                    <a:pt x="3642305" y="1124516"/>
                  </a:lnTo>
                  <a:lnTo>
                    <a:pt x="3642399" y="1124516"/>
                  </a:lnTo>
                  <a:lnTo>
                    <a:pt x="3642493" y="1124516"/>
                  </a:lnTo>
                  <a:lnTo>
                    <a:pt x="3642587" y="1124516"/>
                  </a:lnTo>
                  <a:lnTo>
                    <a:pt x="3642681" y="1124516"/>
                  </a:lnTo>
                  <a:lnTo>
                    <a:pt x="3642775" y="1124516"/>
                  </a:lnTo>
                  <a:lnTo>
                    <a:pt x="3642869" y="1124516"/>
                  </a:lnTo>
                  <a:lnTo>
                    <a:pt x="3642963" y="1124516"/>
                  </a:lnTo>
                  <a:lnTo>
                    <a:pt x="3643057" y="1124516"/>
                  </a:lnTo>
                  <a:lnTo>
                    <a:pt x="3643151" y="1124516"/>
                  </a:lnTo>
                  <a:lnTo>
                    <a:pt x="3643245" y="1124516"/>
                  </a:lnTo>
                  <a:lnTo>
                    <a:pt x="3643339" y="1124516"/>
                  </a:lnTo>
                  <a:lnTo>
                    <a:pt x="3643434" y="1124516"/>
                  </a:lnTo>
                  <a:lnTo>
                    <a:pt x="3643528" y="1124516"/>
                  </a:lnTo>
                  <a:lnTo>
                    <a:pt x="3643622" y="1124516"/>
                  </a:lnTo>
                  <a:lnTo>
                    <a:pt x="3643716" y="1124516"/>
                  </a:lnTo>
                  <a:lnTo>
                    <a:pt x="3643810" y="1124516"/>
                  </a:lnTo>
                  <a:lnTo>
                    <a:pt x="3643904" y="1124516"/>
                  </a:lnTo>
                  <a:lnTo>
                    <a:pt x="3643998" y="1124516"/>
                  </a:lnTo>
                  <a:lnTo>
                    <a:pt x="3644092" y="1124516"/>
                  </a:lnTo>
                  <a:lnTo>
                    <a:pt x="3644186" y="1124516"/>
                  </a:lnTo>
                  <a:lnTo>
                    <a:pt x="3644280" y="1124516"/>
                  </a:lnTo>
                  <a:lnTo>
                    <a:pt x="3644374" y="1124516"/>
                  </a:lnTo>
                  <a:lnTo>
                    <a:pt x="3644468" y="1124516"/>
                  </a:lnTo>
                  <a:lnTo>
                    <a:pt x="3644562" y="1124516"/>
                  </a:lnTo>
                  <a:lnTo>
                    <a:pt x="3644656" y="1124516"/>
                  </a:lnTo>
                  <a:lnTo>
                    <a:pt x="3644750" y="1124516"/>
                  </a:lnTo>
                  <a:lnTo>
                    <a:pt x="3644844" y="1124516"/>
                  </a:lnTo>
                  <a:lnTo>
                    <a:pt x="3644938" y="1124516"/>
                  </a:lnTo>
                  <a:lnTo>
                    <a:pt x="3645032" y="1124516"/>
                  </a:lnTo>
                  <a:lnTo>
                    <a:pt x="3645126" y="1124516"/>
                  </a:lnTo>
                  <a:lnTo>
                    <a:pt x="3645220" y="1124516"/>
                  </a:lnTo>
                  <a:lnTo>
                    <a:pt x="3645314" y="1124516"/>
                  </a:lnTo>
                  <a:lnTo>
                    <a:pt x="3645408" y="1124516"/>
                  </a:lnTo>
                  <a:lnTo>
                    <a:pt x="3645502" y="1124516"/>
                  </a:lnTo>
                  <a:lnTo>
                    <a:pt x="3645596" y="1124516"/>
                  </a:lnTo>
                  <a:lnTo>
                    <a:pt x="3645690" y="1124516"/>
                  </a:lnTo>
                  <a:lnTo>
                    <a:pt x="3645784" y="1124516"/>
                  </a:lnTo>
                  <a:lnTo>
                    <a:pt x="3645878" y="1124516"/>
                  </a:lnTo>
                  <a:lnTo>
                    <a:pt x="3645972" y="1124516"/>
                  </a:lnTo>
                  <a:lnTo>
                    <a:pt x="3646066" y="1124516"/>
                  </a:lnTo>
                  <a:lnTo>
                    <a:pt x="3646066" y="1119237"/>
                  </a:lnTo>
                  <a:lnTo>
                    <a:pt x="3646160" y="1119237"/>
                  </a:lnTo>
                  <a:lnTo>
                    <a:pt x="3646254" y="1119237"/>
                  </a:lnTo>
                  <a:lnTo>
                    <a:pt x="3646348" y="1119237"/>
                  </a:lnTo>
                  <a:lnTo>
                    <a:pt x="3646442" y="1119237"/>
                  </a:lnTo>
                  <a:lnTo>
                    <a:pt x="3646536" y="1119237"/>
                  </a:lnTo>
                  <a:lnTo>
                    <a:pt x="3646630" y="1119237"/>
                  </a:lnTo>
                  <a:lnTo>
                    <a:pt x="3646724" y="1119237"/>
                  </a:lnTo>
                  <a:lnTo>
                    <a:pt x="3646818" y="1119237"/>
                  </a:lnTo>
                  <a:lnTo>
                    <a:pt x="3646912" y="1119237"/>
                  </a:lnTo>
                  <a:lnTo>
                    <a:pt x="3647007" y="1119237"/>
                  </a:lnTo>
                  <a:lnTo>
                    <a:pt x="3647101" y="1119237"/>
                  </a:lnTo>
                  <a:lnTo>
                    <a:pt x="3647195" y="1119237"/>
                  </a:lnTo>
                  <a:lnTo>
                    <a:pt x="3647289" y="1119237"/>
                  </a:lnTo>
                  <a:lnTo>
                    <a:pt x="3647383" y="1119237"/>
                  </a:lnTo>
                  <a:lnTo>
                    <a:pt x="3647477" y="1119237"/>
                  </a:lnTo>
                  <a:lnTo>
                    <a:pt x="3647571" y="1119237"/>
                  </a:lnTo>
                  <a:lnTo>
                    <a:pt x="3647665" y="1119237"/>
                  </a:lnTo>
                  <a:lnTo>
                    <a:pt x="3647759" y="1119237"/>
                  </a:lnTo>
                  <a:lnTo>
                    <a:pt x="3647853" y="1119237"/>
                  </a:lnTo>
                  <a:lnTo>
                    <a:pt x="3647947" y="1119237"/>
                  </a:lnTo>
                  <a:lnTo>
                    <a:pt x="3648041" y="1119237"/>
                  </a:lnTo>
                  <a:lnTo>
                    <a:pt x="3648135" y="1119237"/>
                  </a:lnTo>
                  <a:lnTo>
                    <a:pt x="3648229" y="1119237"/>
                  </a:lnTo>
                  <a:lnTo>
                    <a:pt x="3648323" y="1119237"/>
                  </a:lnTo>
                  <a:lnTo>
                    <a:pt x="3648417" y="1119237"/>
                  </a:lnTo>
                  <a:lnTo>
                    <a:pt x="3648511" y="1119237"/>
                  </a:lnTo>
                  <a:lnTo>
                    <a:pt x="3648605" y="1119237"/>
                  </a:lnTo>
                  <a:lnTo>
                    <a:pt x="3648699" y="1119237"/>
                  </a:lnTo>
                  <a:lnTo>
                    <a:pt x="3648793" y="1119237"/>
                  </a:lnTo>
                  <a:lnTo>
                    <a:pt x="3648887" y="1119237"/>
                  </a:lnTo>
                  <a:lnTo>
                    <a:pt x="3648981" y="1119237"/>
                  </a:lnTo>
                  <a:lnTo>
                    <a:pt x="3649075" y="1119237"/>
                  </a:lnTo>
                  <a:lnTo>
                    <a:pt x="3649169" y="1119237"/>
                  </a:lnTo>
                  <a:lnTo>
                    <a:pt x="3649263" y="1119237"/>
                  </a:lnTo>
                  <a:lnTo>
                    <a:pt x="3649357" y="1119237"/>
                  </a:lnTo>
                  <a:lnTo>
                    <a:pt x="3649451" y="1119237"/>
                  </a:lnTo>
                  <a:lnTo>
                    <a:pt x="3649545" y="1119237"/>
                  </a:lnTo>
                  <a:lnTo>
                    <a:pt x="3649639" y="1119237"/>
                  </a:lnTo>
                  <a:lnTo>
                    <a:pt x="3649733" y="1119237"/>
                  </a:lnTo>
                  <a:lnTo>
                    <a:pt x="3649827" y="1119237"/>
                  </a:lnTo>
                  <a:lnTo>
                    <a:pt x="3649921" y="1119237"/>
                  </a:lnTo>
                  <a:lnTo>
                    <a:pt x="3650015" y="1119237"/>
                  </a:lnTo>
                  <a:lnTo>
                    <a:pt x="3650109" y="1119237"/>
                  </a:lnTo>
                  <a:lnTo>
                    <a:pt x="3650203" y="1119237"/>
                  </a:lnTo>
                  <a:lnTo>
                    <a:pt x="3650297" y="1119237"/>
                  </a:lnTo>
                  <a:lnTo>
                    <a:pt x="3650391" y="1119237"/>
                  </a:lnTo>
                  <a:lnTo>
                    <a:pt x="3650485" y="1119237"/>
                  </a:lnTo>
                  <a:lnTo>
                    <a:pt x="3650580" y="1119237"/>
                  </a:lnTo>
                  <a:lnTo>
                    <a:pt x="3650674" y="1119237"/>
                  </a:lnTo>
                  <a:lnTo>
                    <a:pt x="3650768" y="1119237"/>
                  </a:lnTo>
                  <a:lnTo>
                    <a:pt x="3650862" y="1119237"/>
                  </a:lnTo>
                  <a:lnTo>
                    <a:pt x="3650956" y="1119237"/>
                  </a:lnTo>
                  <a:lnTo>
                    <a:pt x="3651050" y="1119237"/>
                  </a:lnTo>
                  <a:lnTo>
                    <a:pt x="3651144" y="1119237"/>
                  </a:lnTo>
                  <a:lnTo>
                    <a:pt x="3651238" y="1119237"/>
                  </a:lnTo>
                  <a:lnTo>
                    <a:pt x="3651332" y="1119237"/>
                  </a:lnTo>
                  <a:lnTo>
                    <a:pt x="3651426" y="1119237"/>
                  </a:lnTo>
                  <a:lnTo>
                    <a:pt x="3651520" y="1119237"/>
                  </a:lnTo>
                  <a:lnTo>
                    <a:pt x="3651614" y="1119237"/>
                  </a:lnTo>
                  <a:lnTo>
                    <a:pt x="3651708" y="1119237"/>
                  </a:lnTo>
                  <a:lnTo>
                    <a:pt x="3651802" y="1119237"/>
                  </a:lnTo>
                  <a:lnTo>
                    <a:pt x="3651896" y="1119237"/>
                  </a:lnTo>
                  <a:lnTo>
                    <a:pt x="3651990" y="1119237"/>
                  </a:lnTo>
                  <a:lnTo>
                    <a:pt x="3652084" y="1119237"/>
                  </a:lnTo>
                  <a:lnTo>
                    <a:pt x="3652178" y="1119237"/>
                  </a:lnTo>
                  <a:lnTo>
                    <a:pt x="3652272" y="1119237"/>
                  </a:lnTo>
                  <a:lnTo>
                    <a:pt x="3652366" y="1119237"/>
                  </a:lnTo>
                  <a:lnTo>
                    <a:pt x="3652460" y="1119237"/>
                  </a:lnTo>
                  <a:lnTo>
                    <a:pt x="3652554" y="1119237"/>
                  </a:lnTo>
                  <a:lnTo>
                    <a:pt x="3652648" y="1119237"/>
                  </a:lnTo>
                  <a:lnTo>
                    <a:pt x="3652742" y="1119237"/>
                  </a:lnTo>
                  <a:lnTo>
                    <a:pt x="3652836" y="1119237"/>
                  </a:lnTo>
                  <a:lnTo>
                    <a:pt x="3652930" y="1119237"/>
                  </a:lnTo>
                  <a:lnTo>
                    <a:pt x="3653024" y="1119237"/>
                  </a:lnTo>
                  <a:lnTo>
                    <a:pt x="3653118" y="1119237"/>
                  </a:lnTo>
                  <a:lnTo>
                    <a:pt x="3653212" y="1119237"/>
                  </a:lnTo>
                  <a:lnTo>
                    <a:pt x="3653306" y="1119237"/>
                  </a:lnTo>
                  <a:lnTo>
                    <a:pt x="3653400" y="1119237"/>
                  </a:lnTo>
                  <a:lnTo>
                    <a:pt x="3653494" y="1119237"/>
                  </a:lnTo>
                  <a:lnTo>
                    <a:pt x="3653588" y="1119237"/>
                  </a:lnTo>
                  <a:lnTo>
                    <a:pt x="3653682" y="1119237"/>
                  </a:lnTo>
                  <a:lnTo>
                    <a:pt x="3653776" y="1119237"/>
                  </a:lnTo>
                  <a:lnTo>
                    <a:pt x="3653870" y="1119237"/>
                  </a:lnTo>
                  <a:lnTo>
                    <a:pt x="3653964" y="1119237"/>
                  </a:lnTo>
                  <a:lnTo>
                    <a:pt x="3654059" y="1119237"/>
                  </a:lnTo>
                  <a:lnTo>
                    <a:pt x="3654153" y="1119237"/>
                  </a:lnTo>
                  <a:lnTo>
                    <a:pt x="3654247" y="1119237"/>
                  </a:lnTo>
                  <a:lnTo>
                    <a:pt x="3654341" y="1119237"/>
                  </a:lnTo>
                  <a:lnTo>
                    <a:pt x="3654435" y="1119237"/>
                  </a:lnTo>
                  <a:lnTo>
                    <a:pt x="3654529" y="1119237"/>
                  </a:lnTo>
                  <a:lnTo>
                    <a:pt x="3654623" y="1119237"/>
                  </a:lnTo>
                  <a:lnTo>
                    <a:pt x="3654717" y="1119237"/>
                  </a:lnTo>
                  <a:lnTo>
                    <a:pt x="3654811" y="1119237"/>
                  </a:lnTo>
                  <a:lnTo>
                    <a:pt x="3654905" y="1119237"/>
                  </a:lnTo>
                  <a:lnTo>
                    <a:pt x="3654999" y="1119237"/>
                  </a:lnTo>
                  <a:lnTo>
                    <a:pt x="3655093" y="1119237"/>
                  </a:lnTo>
                  <a:lnTo>
                    <a:pt x="3655187" y="1119237"/>
                  </a:lnTo>
                  <a:lnTo>
                    <a:pt x="3655281" y="1119237"/>
                  </a:lnTo>
                  <a:lnTo>
                    <a:pt x="3655375" y="1119237"/>
                  </a:lnTo>
                  <a:lnTo>
                    <a:pt x="3655469" y="1119237"/>
                  </a:lnTo>
                  <a:lnTo>
                    <a:pt x="3655563" y="1119237"/>
                  </a:lnTo>
                  <a:lnTo>
                    <a:pt x="3655657" y="1119237"/>
                  </a:lnTo>
                  <a:lnTo>
                    <a:pt x="3655751" y="1119237"/>
                  </a:lnTo>
                  <a:lnTo>
                    <a:pt x="3655845" y="1119237"/>
                  </a:lnTo>
                  <a:lnTo>
                    <a:pt x="3655939" y="1119237"/>
                  </a:lnTo>
                  <a:lnTo>
                    <a:pt x="3656033" y="1119237"/>
                  </a:lnTo>
                  <a:lnTo>
                    <a:pt x="3656127" y="1119237"/>
                  </a:lnTo>
                  <a:lnTo>
                    <a:pt x="3656221" y="1119237"/>
                  </a:lnTo>
                  <a:lnTo>
                    <a:pt x="3656315" y="1119237"/>
                  </a:lnTo>
                  <a:lnTo>
                    <a:pt x="3656409" y="1119237"/>
                  </a:lnTo>
                  <a:lnTo>
                    <a:pt x="3656503" y="1119237"/>
                  </a:lnTo>
                  <a:lnTo>
                    <a:pt x="3656597" y="1119237"/>
                  </a:lnTo>
                  <a:lnTo>
                    <a:pt x="3656691" y="1119237"/>
                  </a:lnTo>
                  <a:lnTo>
                    <a:pt x="3656785" y="1119237"/>
                  </a:lnTo>
                  <a:lnTo>
                    <a:pt x="3656879" y="1119237"/>
                  </a:lnTo>
                  <a:lnTo>
                    <a:pt x="3656973" y="1119237"/>
                  </a:lnTo>
                  <a:lnTo>
                    <a:pt x="3657067" y="1119237"/>
                  </a:lnTo>
                  <a:lnTo>
                    <a:pt x="3657161" y="1119237"/>
                  </a:lnTo>
                  <a:lnTo>
                    <a:pt x="3657255" y="1119237"/>
                  </a:lnTo>
                  <a:lnTo>
                    <a:pt x="3657349" y="1119237"/>
                  </a:lnTo>
                  <a:lnTo>
                    <a:pt x="3657443" y="1119237"/>
                  </a:lnTo>
                  <a:lnTo>
                    <a:pt x="3657537" y="1119237"/>
                  </a:lnTo>
                  <a:lnTo>
                    <a:pt x="3657632" y="1119237"/>
                  </a:lnTo>
                  <a:lnTo>
                    <a:pt x="3657726" y="1119237"/>
                  </a:lnTo>
                  <a:lnTo>
                    <a:pt x="3657820" y="1119237"/>
                  </a:lnTo>
                  <a:lnTo>
                    <a:pt x="3657914" y="1119237"/>
                  </a:lnTo>
                  <a:lnTo>
                    <a:pt x="3658008" y="1119237"/>
                  </a:lnTo>
                  <a:lnTo>
                    <a:pt x="3658102" y="1119237"/>
                  </a:lnTo>
                  <a:lnTo>
                    <a:pt x="3658196" y="1119237"/>
                  </a:lnTo>
                  <a:lnTo>
                    <a:pt x="3658290" y="1119237"/>
                  </a:lnTo>
                  <a:lnTo>
                    <a:pt x="3658384" y="1119237"/>
                  </a:lnTo>
                  <a:lnTo>
                    <a:pt x="3658478" y="1119237"/>
                  </a:lnTo>
                  <a:lnTo>
                    <a:pt x="3658572" y="1119237"/>
                  </a:lnTo>
                  <a:lnTo>
                    <a:pt x="3658666" y="1119237"/>
                  </a:lnTo>
                  <a:lnTo>
                    <a:pt x="3658760" y="1119237"/>
                  </a:lnTo>
                  <a:lnTo>
                    <a:pt x="3658854" y="1119237"/>
                  </a:lnTo>
                  <a:lnTo>
                    <a:pt x="3658948" y="1119237"/>
                  </a:lnTo>
                  <a:lnTo>
                    <a:pt x="3659042" y="1119237"/>
                  </a:lnTo>
                  <a:lnTo>
                    <a:pt x="3659136" y="1119237"/>
                  </a:lnTo>
                  <a:lnTo>
                    <a:pt x="3659230" y="1119237"/>
                  </a:lnTo>
                  <a:lnTo>
                    <a:pt x="3659324" y="1119237"/>
                  </a:lnTo>
                  <a:lnTo>
                    <a:pt x="3659418" y="1119237"/>
                  </a:lnTo>
                  <a:lnTo>
                    <a:pt x="3659512" y="1119237"/>
                  </a:lnTo>
                  <a:lnTo>
                    <a:pt x="3659606" y="1119237"/>
                  </a:lnTo>
                  <a:lnTo>
                    <a:pt x="3659700" y="1119237"/>
                  </a:lnTo>
                  <a:lnTo>
                    <a:pt x="3659794" y="1119237"/>
                  </a:lnTo>
                  <a:lnTo>
                    <a:pt x="3659888" y="1119237"/>
                  </a:lnTo>
                  <a:lnTo>
                    <a:pt x="3659982" y="1119237"/>
                  </a:lnTo>
                  <a:lnTo>
                    <a:pt x="3660076" y="1119237"/>
                  </a:lnTo>
                  <a:lnTo>
                    <a:pt x="3660170" y="1119237"/>
                  </a:lnTo>
                  <a:lnTo>
                    <a:pt x="3660264" y="1119237"/>
                  </a:lnTo>
                  <a:lnTo>
                    <a:pt x="3660358" y="1119237"/>
                  </a:lnTo>
                  <a:lnTo>
                    <a:pt x="3660452" y="1119237"/>
                  </a:lnTo>
                  <a:lnTo>
                    <a:pt x="3660546" y="1119237"/>
                  </a:lnTo>
                  <a:lnTo>
                    <a:pt x="3660640" y="1119237"/>
                  </a:lnTo>
                  <a:lnTo>
                    <a:pt x="3660734" y="1119237"/>
                  </a:lnTo>
                  <a:lnTo>
                    <a:pt x="3660828" y="1119237"/>
                  </a:lnTo>
                  <a:lnTo>
                    <a:pt x="3660922" y="1119237"/>
                  </a:lnTo>
                  <a:lnTo>
                    <a:pt x="3661016" y="1119237"/>
                  </a:lnTo>
                  <a:lnTo>
                    <a:pt x="3661016" y="1113957"/>
                  </a:lnTo>
                  <a:lnTo>
                    <a:pt x="3661110" y="1113957"/>
                  </a:lnTo>
                  <a:lnTo>
                    <a:pt x="3661205" y="1113957"/>
                  </a:lnTo>
                  <a:lnTo>
                    <a:pt x="3661299" y="1113957"/>
                  </a:lnTo>
                  <a:lnTo>
                    <a:pt x="3661393" y="1113957"/>
                  </a:lnTo>
                  <a:lnTo>
                    <a:pt x="3661487" y="1113957"/>
                  </a:lnTo>
                  <a:lnTo>
                    <a:pt x="3661581" y="1113957"/>
                  </a:lnTo>
                  <a:lnTo>
                    <a:pt x="3661675" y="1113957"/>
                  </a:lnTo>
                  <a:lnTo>
                    <a:pt x="3661769" y="1113957"/>
                  </a:lnTo>
                  <a:lnTo>
                    <a:pt x="3661863" y="1113957"/>
                  </a:lnTo>
                  <a:lnTo>
                    <a:pt x="3661957" y="1113957"/>
                  </a:lnTo>
                  <a:lnTo>
                    <a:pt x="3662051" y="1113957"/>
                  </a:lnTo>
                  <a:lnTo>
                    <a:pt x="3662145" y="1113957"/>
                  </a:lnTo>
                  <a:lnTo>
                    <a:pt x="3662239" y="1113957"/>
                  </a:lnTo>
                  <a:lnTo>
                    <a:pt x="3662333" y="1113957"/>
                  </a:lnTo>
                  <a:lnTo>
                    <a:pt x="3662427" y="1113957"/>
                  </a:lnTo>
                  <a:lnTo>
                    <a:pt x="3662521" y="1113957"/>
                  </a:lnTo>
                  <a:lnTo>
                    <a:pt x="3662615" y="1113957"/>
                  </a:lnTo>
                  <a:lnTo>
                    <a:pt x="3662709" y="1113957"/>
                  </a:lnTo>
                  <a:lnTo>
                    <a:pt x="3662803" y="1113957"/>
                  </a:lnTo>
                  <a:lnTo>
                    <a:pt x="3662897" y="1113957"/>
                  </a:lnTo>
                  <a:lnTo>
                    <a:pt x="3662991" y="1113957"/>
                  </a:lnTo>
                  <a:lnTo>
                    <a:pt x="3663085" y="1113957"/>
                  </a:lnTo>
                  <a:lnTo>
                    <a:pt x="3663179" y="1113957"/>
                  </a:lnTo>
                  <a:lnTo>
                    <a:pt x="3663273" y="1113957"/>
                  </a:lnTo>
                  <a:lnTo>
                    <a:pt x="3663367" y="1113957"/>
                  </a:lnTo>
                  <a:lnTo>
                    <a:pt x="3663461" y="1113957"/>
                  </a:lnTo>
                  <a:lnTo>
                    <a:pt x="3663555" y="1113957"/>
                  </a:lnTo>
                  <a:lnTo>
                    <a:pt x="3663649" y="1113957"/>
                  </a:lnTo>
                  <a:lnTo>
                    <a:pt x="3663743" y="1113957"/>
                  </a:lnTo>
                  <a:lnTo>
                    <a:pt x="3663837" y="1113957"/>
                  </a:lnTo>
                  <a:lnTo>
                    <a:pt x="3663931" y="1113957"/>
                  </a:lnTo>
                  <a:lnTo>
                    <a:pt x="3664025" y="1113957"/>
                  </a:lnTo>
                  <a:lnTo>
                    <a:pt x="3664119" y="1113957"/>
                  </a:lnTo>
                  <a:lnTo>
                    <a:pt x="3664213" y="1113957"/>
                  </a:lnTo>
                  <a:lnTo>
                    <a:pt x="3664307" y="1113957"/>
                  </a:lnTo>
                  <a:lnTo>
                    <a:pt x="3664401" y="1113957"/>
                  </a:lnTo>
                  <a:lnTo>
                    <a:pt x="3664495" y="1113957"/>
                  </a:lnTo>
                  <a:lnTo>
                    <a:pt x="3664589" y="1113957"/>
                  </a:lnTo>
                  <a:lnTo>
                    <a:pt x="3664684" y="1113957"/>
                  </a:lnTo>
                  <a:lnTo>
                    <a:pt x="3664778" y="1113957"/>
                  </a:lnTo>
                  <a:lnTo>
                    <a:pt x="3664872" y="1113957"/>
                  </a:lnTo>
                  <a:lnTo>
                    <a:pt x="3664966" y="1113957"/>
                  </a:lnTo>
                  <a:lnTo>
                    <a:pt x="3665060" y="1113957"/>
                  </a:lnTo>
                  <a:lnTo>
                    <a:pt x="3665154" y="1113957"/>
                  </a:lnTo>
                  <a:lnTo>
                    <a:pt x="3665248" y="1113957"/>
                  </a:lnTo>
                  <a:lnTo>
                    <a:pt x="3665342" y="1113957"/>
                  </a:lnTo>
                  <a:lnTo>
                    <a:pt x="3665436" y="1113957"/>
                  </a:lnTo>
                  <a:lnTo>
                    <a:pt x="3665530" y="1113957"/>
                  </a:lnTo>
                  <a:lnTo>
                    <a:pt x="3665624" y="1113957"/>
                  </a:lnTo>
                  <a:lnTo>
                    <a:pt x="3665718" y="1113957"/>
                  </a:lnTo>
                  <a:lnTo>
                    <a:pt x="3665812" y="1113957"/>
                  </a:lnTo>
                  <a:lnTo>
                    <a:pt x="3665906" y="1113957"/>
                  </a:lnTo>
                  <a:lnTo>
                    <a:pt x="3666000" y="1113957"/>
                  </a:lnTo>
                  <a:lnTo>
                    <a:pt x="3666094" y="1113957"/>
                  </a:lnTo>
                  <a:lnTo>
                    <a:pt x="3666188" y="1113957"/>
                  </a:lnTo>
                  <a:lnTo>
                    <a:pt x="3666282" y="1113957"/>
                  </a:lnTo>
                  <a:lnTo>
                    <a:pt x="3666376" y="1113957"/>
                  </a:lnTo>
                  <a:lnTo>
                    <a:pt x="3666470" y="1113957"/>
                  </a:lnTo>
                  <a:lnTo>
                    <a:pt x="3666564" y="1113957"/>
                  </a:lnTo>
                  <a:lnTo>
                    <a:pt x="3666658" y="1113957"/>
                  </a:lnTo>
                  <a:lnTo>
                    <a:pt x="3666752" y="1113957"/>
                  </a:lnTo>
                  <a:lnTo>
                    <a:pt x="3666846" y="1113957"/>
                  </a:lnTo>
                  <a:lnTo>
                    <a:pt x="3666940" y="1113957"/>
                  </a:lnTo>
                  <a:lnTo>
                    <a:pt x="3667034" y="1113957"/>
                  </a:lnTo>
                  <a:lnTo>
                    <a:pt x="3667128" y="1113957"/>
                  </a:lnTo>
                  <a:lnTo>
                    <a:pt x="3667222" y="1113957"/>
                  </a:lnTo>
                  <a:lnTo>
                    <a:pt x="3667316" y="1113957"/>
                  </a:lnTo>
                  <a:lnTo>
                    <a:pt x="3667410" y="1113957"/>
                  </a:lnTo>
                  <a:lnTo>
                    <a:pt x="3667504" y="1113957"/>
                  </a:lnTo>
                  <a:lnTo>
                    <a:pt x="3667598" y="1113957"/>
                  </a:lnTo>
                  <a:lnTo>
                    <a:pt x="3667692" y="1113957"/>
                  </a:lnTo>
                  <a:lnTo>
                    <a:pt x="3667786" y="1113957"/>
                  </a:lnTo>
                  <a:lnTo>
                    <a:pt x="3667880" y="1113957"/>
                  </a:lnTo>
                  <a:lnTo>
                    <a:pt x="3667974" y="1113957"/>
                  </a:lnTo>
                  <a:lnTo>
                    <a:pt x="3668068" y="1113957"/>
                  </a:lnTo>
                  <a:lnTo>
                    <a:pt x="3668162" y="1113957"/>
                  </a:lnTo>
                  <a:lnTo>
                    <a:pt x="3668257" y="1113957"/>
                  </a:lnTo>
                  <a:lnTo>
                    <a:pt x="3668351" y="1113957"/>
                  </a:lnTo>
                  <a:lnTo>
                    <a:pt x="3668445" y="1113957"/>
                  </a:lnTo>
                  <a:lnTo>
                    <a:pt x="3668539" y="1113957"/>
                  </a:lnTo>
                  <a:lnTo>
                    <a:pt x="3668633" y="1113957"/>
                  </a:lnTo>
                  <a:lnTo>
                    <a:pt x="3668727" y="1113957"/>
                  </a:lnTo>
                  <a:lnTo>
                    <a:pt x="3668821" y="1113957"/>
                  </a:lnTo>
                  <a:lnTo>
                    <a:pt x="3668915" y="1113957"/>
                  </a:lnTo>
                  <a:lnTo>
                    <a:pt x="3669009" y="1113957"/>
                  </a:lnTo>
                  <a:lnTo>
                    <a:pt x="3669103" y="1113957"/>
                  </a:lnTo>
                  <a:lnTo>
                    <a:pt x="3669197" y="1113957"/>
                  </a:lnTo>
                  <a:lnTo>
                    <a:pt x="3669291" y="1113957"/>
                  </a:lnTo>
                  <a:lnTo>
                    <a:pt x="3669385" y="1113957"/>
                  </a:lnTo>
                  <a:lnTo>
                    <a:pt x="3669479" y="1113957"/>
                  </a:lnTo>
                  <a:lnTo>
                    <a:pt x="3669573" y="1113957"/>
                  </a:lnTo>
                  <a:lnTo>
                    <a:pt x="3669667" y="1113957"/>
                  </a:lnTo>
                  <a:lnTo>
                    <a:pt x="3669761" y="1113957"/>
                  </a:lnTo>
                  <a:lnTo>
                    <a:pt x="3669855" y="1113957"/>
                  </a:lnTo>
                  <a:lnTo>
                    <a:pt x="3669949" y="1113957"/>
                  </a:lnTo>
                  <a:lnTo>
                    <a:pt x="3670043" y="1113957"/>
                  </a:lnTo>
                  <a:lnTo>
                    <a:pt x="3670137" y="1113957"/>
                  </a:lnTo>
                  <a:lnTo>
                    <a:pt x="3670231" y="1113957"/>
                  </a:lnTo>
                  <a:lnTo>
                    <a:pt x="3670325" y="1113957"/>
                  </a:lnTo>
                  <a:lnTo>
                    <a:pt x="3670419" y="1113957"/>
                  </a:lnTo>
                  <a:lnTo>
                    <a:pt x="3670513" y="1113957"/>
                  </a:lnTo>
                  <a:lnTo>
                    <a:pt x="3670607" y="1113957"/>
                  </a:lnTo>
                  <a:lnTo>
                    <a:pt x="3670701" y="1113957"/>
                  </a:lnTo>
                  <a:lnTo>
                    <a:pt x="3670701" y="1108678"/>
                  </a:lnTo>
                  <a:lnTo>
                    <a:pt x="3670795" y="1108678"/>
                  </a:lnTo>
                  <a:lnTo>
                    <a:pt x="3670889" y="1108678"/>
                  </a:lnTo>
                  <a:lnTo>
                    <a:pt x="3670983" y="1108678"/>
                  </a:lnTo>
                  <a:lnTo>
                    <a:pt x="3671077" y="1108678"/>
                  </a:lnTo>
                  <a:lnTo>
                    <a:pt x="3671171" y="1108678"/>
                  </a:lnTo>
                  <a:lnTo>
                    <a:pt x="3671265" y="1108678"/>
                  </a:lnTo>
                  <a:lnTo>
                    <a:pt x="3671359" y="1108678"/>
                  </a:lnTo>
                  <a:lnTo>
                    <a:pt x="3671453" y="1108678"/>
                  </a:lnTo>
                  <a:lnTo>
                    <a:pt x="3671547" y="1108678"/>
                  </a:lnTo>
                  <a:lnTo>
                    <a:pt x="3671641" y="1108678"/>
                  </a:lnTo>
                  <a:lnTo>
                    <a:pt x="3671735" y="1108678"/>
                  </a:lnTo>
                  <a:lnTo>
                    <a:pt x="3671830" y="1108678"/>
                  </a:lnTo>
                  <a:lnTo>
                    <a:pt x="3671924" y="1108678"/>
                  </a:lnTo>
                  <a:lnTo>
                    <a:pt x="3672018" y="1108678"/>
                  </a:lnTo>
                  <a:lnTo>
                    <a:pt x="3672112" y="1108678"/>
                  </a:lnTo>
                  <a:lnTo>
                    <a:pt x="3672206" y="1108678"/>
                  </a:lnTo>
                  <a:lnTo>
                    <a:pt x="3672300" y="1108678"/>
                  </a:lnTo>
                  <a:lnTo>
                    <a:pt x="3672394" y="1108678"/>
                  </a:lnTo>
                  <a:lnTo>
                    <a:pt x="3672488" y="1108678"/>
                  </a:lnTo>
                  <a:lnTo>
                    <a:pt x="3672582" y="1108678"/>
                  </a:lnTo>
                  <a:lnTo>
                    <a:pt x="3672676" y="1108678"/>
                  </a:lnTo>
                  <a:lnTo>
                    <a:pt x="3672770" y="1108678"/>
                  </a:lnTo>
                  <a:lnTo>
                    <a:pt x="3672864" y="1108678"/>
                  </a:lnTo>
                  <a:lnTo>
                    <a:pt x="3672958" y="1108678"/>
                  </a:lnTo>
                  <a:lnTo>
                    <a:pt x="3673052" y="1108678"/>
                  </a:lnTo>
                  <a:lnTo>
                    <a:pt x="3673146" y="1108678"/>
                  </a:lnTo>
                  <a:lnTo>
                    <a:pt x="3673240" y="1108678"/>
                  </a:lnTo>
                  <a:lnTo>
                    <a:pt x="3673334" y="1108678"/>
                  </a:lnTo>
                  <a:lnTo>
                    <a:pt x="3673428" y="1108678"/>
                  </a:lnTo>
                  <a:lnTo>
                    <a:pt x="3673428" y="1103399"/>
                  </a:lnTo>
                  <a:lnTo>
                    <a:pt x="3673522" y="1103399"/>
                  </a:lnTo>
                  <a:lnTo>
                    <a:pt x="3673616" y="1103399"/>
                  </a:lnTo>
                  <a:lnTo>
                    <a:pt x="3673710" y="1103399"/>
                  </a:lnTo>
                  <a:lnTo>
                    <a:pt x="3673804" y="1103399"/>
                  </a:lnTo>
                  <a:lnTo>
                    <a:pt x="3673898" y="1103399"/>
                  </a:lnTo>
                  <a:lnTo>
                    <a:pt x="3673992" y="1103399"/>
                  </a:lnTo>
                  <a:lnTo>
                    <a:pt x="3674086" y="1103399"/>
                  </a:lnTo>
                  <a:lnTo>
                    <a:pt x="3674180" y="1103399"/>
                  </a:lnTo>
                  <a:lnTo>
                    <a:pt x="3674274" y="1103399"/>
                  </a:lnTo>
                  <a:lnTo>
                    <a:pt x="3674368" y="1103399"/>
                  </a:lnTo>
                  <a:lnTo>
                    <a:pt x="3674462" y="1103399"/>
                  </a:lnTo>
                  <a:lnTo>
                    <a:pt x="3674556" y="1103399"/>
                  </a:lnTo>
                  <a:lnTo>
                    <a:pt x="3674650" y="1103399"/>
                  </a:lnTo>
                  <a:lnTo>
                    <a:pt x="3674744" y="1103399"/>
                  </a:lnTo>
                  <a:lnTo>
                    <a:pt x="3674838" y="1103399"/>
                  </a:lnTo>
                  <a:lnTo>
                    <a:pt x="3674932" y="1103399"/>
                  </a:lnTo>
                  <a:lnTo>
                    <a:pt x="3675026" y="1103399"/>
                  </a:lnTo>
                  <a:lnTo>
                    <a:pt x="3675120" y="1103399"/>
                  </a:lnTo>
                  <a:lnTo>
                    <a:pt x="3675214" y="1103399"/>
                  </a:lnTo>
                  <a:lnTo>
                    <a:pt x="3675309" y="1103399"/>
                  </a:lnTo>
                  <a:lnTo>
                    <a:pt x="3675403" y="1103399"/>
                  </a:lnTo>
                  <a:lnTo>
                    <a:pt x="3675497" y="1103399"/>
                  </a:lnTo>
                  <a:lnTo>
                    <a:pt x="3675591" y="1103399"/>
                  </a:lnTo>
                  <a:lnTo>
                    <a:pt x="3675685" y="1103399"/>
                  </a:lnTo>
                  <a:lnTo>
                    <a:pt x="3675779" y="1103399"/>
                  </a:lnTo>
                  <a:lnTo>
                    <a:pt x="3675873" y="1103399"/>
                  </a:lnTo>
                  <a:lnTo>
                    <a:pt x="3675967" y="1103399"/>
                  </a:lnTo>
                  <a:lnTo>
                    <a:pt x="3676061" y="1103399"/>
                  </a:lnTo>
                  <a:lnTo>
                    <a:pt x="3676155" y="1103399"/>
                  </a:lnTo>
                  <a:lnTo>
                    <a:pt x="3676249" y="1103399"/>
                  </a:lnTo>
                  <a:lnTo>
                    <a:pt x="3676343" y="1103399"/>
                  </a:lnTo>
                  <a:lnTo>
                    <a:pt x="3676437" y="1103399"/>
                  </a:lnTo>
                  <a:lnTo>
                    <a:pt x="3676531" y="1103399"/>
                  </a:lnTo>
                  <a:lnTo>
                    <a:pt x="3676625" y="1103399"/>
                  </a:lnTo>
                  <a:lnTo>
                    <a:pt x="3676719" y="1103399"/>
                  </a:lnTo>
                  <a:lnTo>
                    <a:pt x="3676813" y="1103399"/>
                  </a:lnTo>
                  <a:lnTo>
                    <a:pt x="3676907" y="1103399"/>
                  </a:lnTo>
                  <a:lnTo>
                    <a:pt x="3677001" y="1103399"/>
                  </a:lnTo>
                  <a:lnTo>
                    <a:pt x="3677095" y="1103399"/>
                  </a:lnTo>
                  <a:lnTo>
                    <a:pt x="3677189" y="1103399"/>
                  </a:lnTo>
                  <a:lnTo>
                    <a:pt x="3677283" y="1103399"/>
                  </a:lnTo>
                  <a:lnTo>
                    <a:pt x="3677377" y="1103399"/>
                  </a:lnTo>
                  <a:lnTo>
                    <a:pt x="3677471" y="1103399"/>
                  </a:lnTo>
                  <a:lnTo>
                    <a:pt x="3677565" y="1103399"/>
                  </a:lnTo>
                  <a:lnTo>
                    <a:pt x="3677659" y="1103399"/>
                  </a:lnTo>
                  <a:lnTo>
                    <a:pt x="3677753" y="1103399"/>
                  </a:lnTo>
                  <a:lnTo>
                    <a:pt x="3677847" y="1103399"/>
                  </a:lnTo>
                  <a:lnTo>
                    <a:pt x="3677941" y="1103399"/>
                  </a:lnTo>
                  <a:lnTo>
                    <a:pt x="3678035" y="1103399"/>
                  </a:lnTo>
                  <a:lnTo>
                    <a:pt x="3678129" y="1103399"/>
                  </a:lnTo>
                  <a:lnTo>
                    <a:pt x="3678223" y="1103399"/>
                  </a:lnTo>
                  <a:lnTo>
                    <a:pt x="3678317" y="1103399"/>
                  </a:lnTo>
                  <a:lnTo>
                    <a:pt x="3678411" y="1103399"/>
                  </a:lnTo>
                  <a:lnTo>
                    <a:pt x="3678505" y="1103399"/>
                  </a:lnTo>
                  <a:lnTo>
                    <a:pt x="3678599" y="1103399"/>
                  </a:lnTo>
                  <a:lnTo>
                    <a:pt x="3678693" y="1103399"/>
                  </a:lnTo>
                  <a:lnTo>
                    <a:pt x="3678787" y="1103399"/>
                  </a:lnTo>
                  <a:lnTo>
                    <a:pt x="3678882" y="1103399"/>
                  </a:lnTo>
                  <a:lnTo>
                    <a:pt x="3678976" y="1103399"/>
                  </a:lnTo>
                  <a:lnTo>
                    <a:pt x="3679070" y="1103399"/>
                  </a:lnTo>
                  <a:lnTo>
                    <a:pt x="3679164" y="1103399"/>
                  </a:lnTo>
                  <a:lnTo>
                    <a:pt x="3679258" y="1103399"/>
                  </a:lnTo>
                  <a:lnTo>
                    <a:pt x="3679352" y="1103399"/>
                  </a:lnTo>
                  <a:lnTo>
                    <a:pt x="3679446" y="1103399"/>
                  </a:lnTo>
                  <a:lnTo>
                    <a:pt x="3679540" y="1103399"/>
                  </a:lnTo>
                  <a:lnTo>
                    <a:pt x="3679634" y="1103399"/>
                  </a:lnTo>
                  <a:lnTo>
                    <a:pt x="3679728" y="1103399"/>
                  </a:lnTo>
                  <a:lnTo>
                    <a:pt x="3679822" y="1103399"/>
                  </a:lnTo>
                  <a:lnTo>
                    <a:pt x="3679916" y="1103399"/>
                  </a:lnTo>
                  <a:lnTo>
                    <a:pt x="3680010" y="1103399"/>
                  </a:lnTo>
                  <a:lnTo>
                    <a:pt x="3680104" y="1103399"/>
                  </a:lnTo>
                  <a:lnTo>
                    <a:pt x="3680198" y="1103399"/>
                  </a:lnTo>
                  <a:lnTo>
                    <a:pt x="3680292" y="1103399"/>
                  </a:lnTo>
                  <a:lnTo>
                    <a:pt x="3680386" y="1103399"/>
                  </a:lnTo>
                  <a:lnTo>
                    <a:pt x="3680480" y="1103399"/>
                  </a:lnTo>
                  <a:lnTo>
                    <a:pt x="3680574" y="1103399"/>
                  </a:lnTo>
                  <a:lnTo>
                    <a:pt x="3680668" y="1103399"/>
                  </a:lnTo>
                  <a:lnTo>
                    <a:pt x="3680762" y="1103399"/>
                  </a:lnTo>
                  <a:lnTo>
                    <a:pt x="3680856" y="1103399"/>
                  </a:lnTo>
                  <a:lnTo>
                    <a:pt x="3680950" y="1103399"/>
                  </a:lnTo>
                  <a:lnTo>
                    <a:pt x="3681044" y="1103399"/>
                  </a:lnTo>
                  <a:lnTo>
                    <a:pt x="3681138" y="1103399"/>
                  </a:lnTo>
                  <a:lnTo>
                    <a:pt x="3681232" y="1103399"/>
                  </a:lnTo>
                  <a:lnTo>
                    <a:pt x="3681326" y="1103399"/>
                  </a:lnTo>
                  <a:lnTo>
                    <a:pt x="3681326" y="1098119"/>
                  </a:lnTo>
                  <a:lnTo>
                    <a:pt x="3681420" y="1098119"/>
                  </a:lnTo>
                  <a:lnTo>
                    <a:pt x="3681514" y="1098119"/>
                  </a:lnTo>
                  <a:lnTo>
                    <a:pt x="3681608" y="1098119"/>
                  </a:lnTo>
                  <a:lnTo>
                    <a:pt x="3681702" y="1098119"/>
                  </a:lnTo>
                  <a:lnTo>
                    <a:pt x="3681796" y="1098119"/>
                  </a:lnTo>
                  <a:lnTo>
                    <a:pt x="3681890" y="1098119"/>
                  </a:lnTo>
                  <a:lnTo>
                    <a:pt x="3681984" y="1098119"/>
                  </a:lnTo>
                  <a:lnTo>
                    <a:pt x="3682078" y="1098119"/>
                  </a:lnTo>
                  <a:lnTo>
                    <a:pt x="3682172" y="1098119"/>
                  </a:lnTo>
                  <a:lnTo>
                    <a:pt x="3682266" y="1098119"/>
                  </a:lnTo>
                  <a:lnTo>
                    <a:pt x="3682360" y="1098119"/>
                  </a:lnTo>
                  <a:lnTo>
                    <a:pt x="3682455" y="1098119"/>
                  </a:lnTo>
                  <a:lnTo>
                    <a:pt x="3682549" y="1098119"/>
                  </a:lnTo>
                  <a:lnTo>
                    <a:pt x="3682549" y="1092840"/>
                  </a:lnTo>
                  <a:lnTo>
                    <a:pt x="3682643" y="1092840"/>
                  </a:lnTo>
                  <a:lnTo>
                    <a:pt x="3682737" y="1092840"/>
                  </a:lnTo>
                  <a:lnTo>
                    <a:pt x="3682831" y="1092840"/>
                  </a:lnTo>
                  <a:lnTo>
                    <a:pt x="3682925" y="1092840"/>
                  </a:lnTo>
                  <a:lnTo>
                    <a:pt x="3683019" y="1092840"/>
                  </a:lnTo>
                  <a:lnTo>
                    <a:pt x="3683113" y="1092840"/>
                  </a:lnTo>
                  <a:lnTo>
                    <a:pt x="3683207" y="1092840"/>
                  </a:lnTo>
                  <a:lnTo>
                    <a:pt x="3683301" y="1092840"/>
                  </a:lnTo>
                  <a:lnTo>
                    <a:pt x="3683395" y="1092840"/>
                  </a:lnTo>
                  <a:lnTo>
                    <a:pt x="3683489" y="1092840"/>
                  </a:lnTo>
                  <a:lnTo>
                    <a:pt x="3683583" y="1092840"/>
                  </a:lnTo>
                  <a:lnTo>
                    <a:pt x="3683677" y="1092840"/>
                  </a:lnTo>
                  <a:lnTo>
                    <a:pt x="3683771" y="1092840"/>
                  </a:lnTo>
                  <a:lnTo>
                    <a:pt x="3683865" y="1092840"/>
                  </a:lnTo>
                  <a:lnTo>
                    <a:pt x="3683959" y="1092840"/>
                  </a:lnTo>
                  <a:lnTo>
                    <a:pt x="3684053" y="1092840"/>
                  </a:lnTo>
                  <a:lnTo>
                    <a:pt x="3684147" y="1092840"/>
                  </a:lnTo>
                  <a:lnTo>
                    <a:pt x="3684241" y="1092840"/>
                  </a:lnTo>
                  <a:lnTo>
                    <a:pt x="3684335" y="1092840"/>
                  </a:lnTo>
                  <a:lnTo>
                    <a:pt x="3684429" y="1092840"/>
                  </a:lnTo>
                  <a:lnTo>
                    <a:pt x="3684523" y="1092840"/>
                  </a:lnTo>
                  <a:lnTo>
                    <a:pt x="3684617" y="1092840"/>
                  </a:lnTo>
                  <a:lnTo>
                    <a:pt x="3684711" y="1092840"/>
                  </a:lnTo>
                  <a:lnTo>
                    <a:pt x="3684805" y="1092840"/>
                  </a:lnTo>
                  <a:lnTo>
                    <a:pt x="3684899" y="1092840"/>
                  </a:lnTo>
                  <a:lnTo>
                    <a:pt x="3684993" y="1092840"/>
                  </a:lnTo>
                  <a:lnTo>
                    <a:pt x="3685087" y="1092840"/>
                  </a:lnTo>
                  <a:lnTo>
                    <a:pt x="3685181" y="1092840"/>
                  </a:lnTo>
                  <a:lnTo>
                    <a:pt x="3685275" y="1092840"/>
                  </a:lnTo>
                  <a:lnTo>
                    <a:pt x="3685369" y="1092840"/>
                  </a:lnTo>
                  <a:lnTo>
                    <a:pt x="3685463" y="1092840"/>
                  </a:lnTo>
                  <a:lnTo>
                    <a:pt x="3685557" y="1092840"/>
                  </a:lnTo>
                  <a:lnTo>
                    <a:pt x="3685651" y="1092840"/>
                  </a:lnTo>
                  <a:lnTo>
                    <a:pt x="3685745" y="1092840"/>
                  </a:lnTo>
                  <a:lnTo>
                    <a:pt x="3685839" y="1092840"/>
                  </a:lnTo>
                  <a:lnTo>
                    <a:pt x="3685839" y="1087560"/>
                  </a:lnTo>
                  <a:lnTo>
                    <a:pt x="3685934" y="1087560"/>
                  </a:lnTo>
                  <a:lnTo>
                    <a:pt x="3686028" y="1087560"/>
                  </a:lnTo>
                  <a:lnTo>
                    <a:pt x="3686122" y="1087560"/>
                  </a:lnTo>
                  <a:lnTo>
                    <a:pt x="3686216" y="1087560"/>
                  </a:lnTo>
                  <a:lnTo>
                    <a:pt x="3686310" y="1087560"/>
                  </a:lnTo>
                  <a:lnTo>
                    <a:pt x="3686404" y="1087560"/>
                  </a:lnTo>
                  <a:lnTo>
                    <a:pt x="3686498" y="1087560"/>
                  </a:lnTo>
                  <a:lnTo>
                    <a:pt x="3686592" y="1087560"/>
                  </a:lnTo>
                  <a:lnTo>
                    <a:pt x="3686686" y="1087560"/>
                  </a:lnTo>
                  <a:lnTo>
                    <a:pt x="3686780" y="1087560"/>
                  </a:lnTo>
                  <a:lnTo>
                    <a:pt x="3686874" y="1087560"/>
                  </a:lnTo>
                  <a:lnTo>
                    <a:pt x="3686968" y="1087560"/>
                  </a:lnTo>
                  <a:lnTo>
                    <a:pt x="3687062" y="1087560"/>
                  </a:lnTo>
                  <a:lnTo>
                    <a:pt x="3687156" y="1087560"/>
                  </a:lnTo>
                  <a:lnTo>
                    <a:pt x="3687250" y="1087560"/>
                  </a:lnTo>
                  <a:lnTo>
                    <a:pt x="3687344" y="1087560"/>
                  </a:lnTo>
                  <a:lnTo>
                    <a:pt x="3687438" y="1087560"/>
                  </a:lnTo>
                  <a:lnTo>
                    <a:pt x="3687532" y="1087560"/>
                  </a:lnTo>
                  <a:lnTo>
                    <a:pt x="3687626" y="1087560"/>
                  </a:lnTo>
                  <a:lnTo>
                    <a:pt x="3687720" y="1087560"/>
                  </a:lnTo>
                  <a:lnTo>
                    <a:pt x="3687814" y="1087560"/>
                  </a:lnTo>
                  <a:lnTo>
                    <a:pt x="3687908" y="1087560"/>
                  </a:lnTo>
                  <a:lnTo>
                    <a:pt x="3688002" y="1087560"/>
                  </a:lnTo>
                  <a:lnTo>
                    <a:pt x="3688096" y="1087560"/>
                  </a:lnTo>
                  <a:lnTo>
                    <a:pt x="3688190" y="1087560"/>
                  </a:lnTo>
                  <a:lnTo>
                    <a:pt x="3688284" y="1087560"/>
                  </a:lnTo>
                  <a:lnTo>
                    <a:pt x="3688378" y="1087560"/>
                  </a:lnTo>
                  <a:lnTo>
                    <a:pt x="3688472" y="1087560"/>
                  </a:lnTo>
                  <a:lnTo>
                    <a:pt x="3688566" y="1087560"/>
                  </a:lnTo>
                  <a:lnTo>
                    <a:pt x="3688660" y="1087560"/>
                  </a:lnTo>
                  <a:lnTo>
                    <a:pt x="3688754" y="1087560"/>
                  </a:lnTo>
                  <a:lnTo>
                    <a:pt x="3688848" y="1087560"/>
                  </a:lnTo>
                  <a:lnTo>
                    <a:pt x="3688942" y="1087560"/>
                  </a:lnTo>
                  <a:lnTo>
                    <a:pt x="3689036" y="1087560"/>
                  </a:lnTo>
                  <a:lnTo>
                    <a:pt x="3689130" y="1087560"/>
                  </a:lnTo>
                  <a:lnTo>
                    <a:pt x="3689224" y="1087560"/>
                  </a:lnTo>
                  <a:lnTo>
                    <a:pt x="3689318" y="1087560"/>
                  </a:lnTo>
                  <a:lnTo>
                    <a:pt x="3689412" y="1087560"/>
                  </a:lnTo>
                  <a:lnTo>
                    <a:pt x="3689507" y="1087560"/>
                  </a:lnTo>
                  <a:lnTo>
                    <a:pt x="3689601" y="1087560"/>
                  </a:lnTo>
                  <a:lnTo>
                    <a:pt x="3689695" y="1087560"/>
                  </a:lnTo>
                  <a:lnTo>
                    <a:pt x="3689789" y="1087560"/>
                  </a:lnTo>
                  <a:lnTo>
                    <a:pt x="3689883" y="1087560"/>
                  </a:lnTo>
                  <a:lnTo>
                    <a:pt x="3689977" y="1087560"/>
                  </a:lnTo>
                  <a:lnTo>
                    <a:pt x="3690071" y="1087560"/>
                  </a:lnTo>
                  <a:lnTo>
                    <a:pt x="3690165" y="1087560"/>
                  </a:lnTo>
                  <a:lnTo>
                    <a:pt x="3690259" y="1087560"/>
                  </a:lnTo>
                  <a:lnTo>
                    <a:pt x="3690353" y="1087560"/>
                  </a:lnTo>
                  <a:lnTo>
                    <a:pt x="3690447" y="1087560"/>
                  </a:lnTo>
                  <a:lnTo>
                    <a:pt x="3690541" y="1087560"/>
                  </a:lnTo>
                  <a:lnTo>
                    <a:pt x="3690635" y="1087560"/>
                  </a:lnTo>
                  <a:lnTo>
                    <a:pt x="3690729" y="1087560"/>
                  </a:lnTo>
                  <a:lnTo>
                    <a:pt x="3690823" y="1087560"/>
                  </a:lnTo>
                  <a:lnTo>
                    <a:pt x="3690917" y="1087560"/>
                  </a:lnTo>
                  <a:lnTo>
                    <a:pt x="3691011" y="1087560"/>
                  </a:lnTo>
                  <a:lnTo>
                    <a:pt x="3691105" y="1087560"/>
                  </a:lnTo>
                  <a:lnTo>
                    <a:pt x="3691199" y="1087560"/>
                  </a:lnTo>
                  <a:lnTo>
                    <a:pt x="3691293" y="1087560"/>
                  </a:lnTo>
                  <a:lnTo>
                    <a:pt x="3691387" y="1087560"/>
                  </a:lnTo>
                  <a:lnTo>
                    <a:pt x="3691481" y="1087560"/>
                  </a:lnTo>
                  <a:lnTo>
                    <a:pt x="3691575" y="1087560"/>
                  </a:lnTo>
                  <a:lnTo>
                    <a:pt x="3691669" y="1087560"/>
                  </a:lnTo>
                  <a:lnTo>
                    <a:pt x="3691763" y="1087560"/>
                  </a:lnTo>
                  <a:lnTo>
                    <a:pt x="3691857" y="1087560"/>
                  </a:lnTo>
                  <a:lnTo>
                    <a:pt x="3691951" y="1087560"/>
                  </a:lnTo>
                  <a:lnTo>
                    <a:pt x="3692045" y="1087560"/>
                  </a:lnTo>
                  <a:lnTo>
                    <a:pt x="3692139" y="1087560"/>
                  </a:lnTo>
                  <a:lnTo>
                    <a:pt x="3692233" y="1087560"/>
                  </a:lnTo>
                  <a:lnTo>
                    <a:pt x="3692327" y="1087560"/>
                  </a:lnTo>
                  <a:lnTo>
                    <a:pt x="3692421" y="1087560"/>
                  </a:lnTo>
                  <a:lnTo>
                    <a:pt x="3692515" y="1087560"/>
                  </a:lnTo>
                  <a:lnTo>
                    <a:pt x="3692609" y="1087560"/>
                  </a:lnTo>
                  <a:lnTo>
                    <a:pt x="3692703" y="1087560"/>
                  </a:lnTo>
                  <a:lnTo>
                    <a:pt x="3692797" y="1087560"/>
                  </a:lnTo>
                  <a:lnTo>
                    <a:pt x="3692891" y="1087560"/>
                  </a:lnTo>
                  <a:lnTo>
                    <a:pt x="3692985" y="1087560"/>
                  </a:lnTo>
                  <a:lnTo>
                    <a:pt x="3693080" y="1087560"/>
                  </a:lnTo>
                  <a:lnTo>
                    <a:pt x="3693174" y="1087560"/>
                  </a:lnTo>
                  <a:lnTo>
                    <a:pt x="3693268" y="1087560"/>
                  </a:lnTo>
                  <a:lnTo>
                    <a:pt x="3693362" y="1087560"/>
                  </a:lnTo>
                  <a:lnTo>
                    <a:pt x="3693456" y="1087560"/>
                  </a:lnTo>
                  <a:lnTo>
                    <a:pt x="3693550" y="1087560"/>
                  </a:lnTo>
                  <a:lnTo>
                    <a:pt x="3693644" y="1087560"/>
                  </a:lnTo>
                  <a:lnTo>
                    <a:pt x="3693738" y="1087560"/>
                  </a:lnTo>
                  <a:lnTo>
                    <a:pt x="3693832" y="1087560"/>
                  </a:lnTo>
                  <a:lnTo>
                    <a:pt x="3693926" y="1087560"/>
                  </a:lnTo>
                  <a:lnTo>
                    <a:pt x="3694020" y="1087560"/>
                  </a:lnTo>
                  <a:lnTo>
                    <a:pt x="3694114" y="1087560"/>
                  </a:lnTo>
                  <a:lnTo>
                    <a:pt x="3694208" y="1087560"/>
                  </a:lnTo>
                  <a:lnTo>
                    <a:pt x="3694302" y="1087560"/>
                  </a:lnTo>
                  <a:lnTo>
                    <a:pt x="3694396" y="1087560"/>
                  </a:lnTo>
                  <a:lnTo>
                    <a:pt x="3694490" y="1087560"/>
                  </a:lnTo>
                  <a:lnTo>
                    <a:pt x="3694584" y="1087560"/>
                  </a:lnTo>
                  <a:lnTo>
                    <a:pt x="3694678" y="1087560"/>
                  </a:lnTo>
                  <a:lnTo>
                    <a:pt x="3694772" y="1087560"/>
                  </a:lnTo>
                  <a:lnTo>
                    <a:pt x="3694866" y="1087560"/>
                  </a:lnTo>
                  <a:lnTo>
                    <a:pt x="3694960" y="1087560"/>
                  </a:lnTo>
                  <a:lnTo>
                    <a:pt x="3695054" y="1087560"/>
                  </a:lnTo>
                  <a:lnTo>
                    <a:pt x="3695148" y="1087560"/>
                  </a:lnTo>
                  <a:lnTo>
                    <a:pt x="3695242" y="1087560"/>
                  </a:lnTo>
                  <a:lnTo>
                    <a:pt x="3695336" y="1087560"/>
                  </a:lnTo>
                  <a:lnTo>
                    <a:pt x="3695430" y="1087560"/>
                  </a:lnTo>
                  <a:lnTo>
                    <a:pt x="3695524" y="1087560"/>
                  </a:lnTo>
                  <a:lnTo>
                    <a:pt x="3695618" y="1087560"/>
                  </a:lnTo>
                  <a:lnTo>
                    <a:pt x="3695712" y="1087560"/>
                  </a:lnTo>
                  <a:lnTo>
                    <a:pt x="3695806" y="1087560"/>
                  </a:lnTo>
                  <a:lnTo>
                    <a:pt x="3695900" y="1087560"/>
                  </a:lnTo>
                  <a:lnTo>
                    <a:pt x="3695994" y="1087560"/>
                  </a:lnTo>
                  <a:lnTo>
                    <a:pt x="3696088" y="1087560"/>
                  </a:lnTo>
                  <a:lnTo>
                    <a:pt x="3696182" y="1087560"/>
                  </a:lnTo>
                  <a:lnTo>
                    <a:pt x="3696276" y="1087560"/>
                  </a:lnTo>
                  <a:lnTo>
                    <a:pt x="3696370" y="1087560"/>
                  </a:lnTo>
                  <a:lnTo>
                    <a:pt x="3696464" y="1087560"/>
                  </a:lnTo>
                  <a:lnTo>
                    <a:pt x="3696558" y="1087560"/>
                  </a:lnTo>
                  <a:lnTo>
                    <a:pt x="3696653" y="1087560"/>
                  </a:lnTo>
                  <a:lnTo>
                    <a:pt x="3696747" y="1087560"/>
                  </a:lnTo>
                  <a:lnTo>
                    <a:pt x="3696841" y="1087560"/>
                  </a:lnTo>
                  <a:lnTo>
                    <a:pt x="3696935" y="1087560"/>
                  </a:lnTo>
                  <a:lnTo>
                    <a:pt x="3697029" y="1087560"/>
                  </a:lnTo>
                  <a:lnTo>
                    <a:pt x="3697123" y="1087560"/>
                  </a:lnTo>
                  <a:lnTo>
                    <a:pt x="3697217" y="1087560"/>
                  </a:lnTo>
                  <a:lnTo>
                    <a:pt x="3697311" y="1087560"/>
                  </a:lnTo>
                  <a:lnTo>
                    <a:pt x="3697405" y="1087560"/>
                  </a:lnTo>
                  <a:lnTo>
                    <a:pt x="3697499" y="1087560"/>
                  </a:lnTo>
                  <a:lnTo>
                    <a:pt x="3697593" y="1087560"/>
                  </a:lnTo>
                  <a:lnTo>
                    <a:pt x="3697687" y="1087560"/>
                  </a:lnTo>
                  <a:lnTo>
                    <a:pt x="3697781" y="1087560"/>
                  </a:lnTo>
                  <a:lnTo>
                    <a:pt x="3697875" y="1087560"/>
                  </a:lnTo>
                  <a:lnTo>
                    <a:pt x="3697969" y="1087560"/>
                  </a:lnTo>
                  <a:lnTo>
                    <a:pt x="3698063" y="1087560"/>
                  </a:lnTo>
                  <a:lnTo>
                    <a:pt x="3698157" y="1087560"/>
                  </a:lnTo>
                  <a:lnTo>
                    <a:pt x="3698251" y="1087560"/>
                  </a:lnTo>
                  <a:lnTo>
                    <a:pt x="3698345" y="1087560"/>
                  </a:lnTo>
                  <a:lnTo>
                    <a:pt x="3698439" y="1087560"/>
                  </a:lnTo>
                  <a:lnTo>
                    <a:pt x="3698533" y="1087560"/>
                  </a:lnTo>
                  <a:lnTo>
                    <a:pt x="3698627" y="1087560"/>
                  </a:lnTo>
                  <a:lnTo>
                    <a:pt x="3698721" y="1087560"/>
                  </a:lnTo>
                  <a:lnTo>
                    <a:pt x="3698815" y="1087560"/>
                  </a:lnTo>
                  <a:lnTo>
                    <a:pt x="3698909" y="1087560"/>
                  </a:lnTo>
                  <a:lnTo>
                    <a:pt x="3699003" y="1087560"/>
                  </a:lnTo>
                  <a:lnTo>
                    <a:pt x="3699097" y="1087560"/>
                  </a:lnTo>
                  <a:lnTo>
                    <a:pt x="3699191" y="1087560"/>
                  </a:lnTo>
                  <a:lnTo>
                    <a:pt x="3699285" y="1087560"/>
                  </a:lnTo>
                  <a:lnTo>
                    <a:pt x="3699379" y="1087560"/>
                  </a:lnTo>
                  <a:lnTo>
                    <a:pt x="3699473" y="1087560"/>
                  </a:lnTo>
                  <a:lnTo>
                    <a:pt x="3699567" y="1087560"/>
                  </a:lnTo>
                  <a:lnTo>
                    <a:pt x="3699661" y="1087560"/>
                  </a:lnTo>
                  <a:lnTo>
                    <a:pt x="3699755" y="1087560"/>
                  </a:lnTo>
                  <a:lnTo>
                    <a:pt x="3699849" y="1087560"/>
                  </a:lnTo>
                  <a:lnTo>
                    <a:pt x="3699943" y="1087560"/>
                  </a:lnTo>
                  <a:lnTo>
                    <a:pt x="3700037" y="1087560"/>
                  </a:lnTo>
                  <a:lnTo>
                    <a:pt x="3700132" y="1087560"/>
                  </a:lnTo>
                  <a:lnTo>
                    <a:pt x="3700226" y="1087560"/>
                  </a:lnTo>
                  <a:lnTo>
                    <a:pt x="3700320" y="1087560"/>
                  </a:lnTo>
                  <a:lnTo>
                    <a:pt x="3700414" y="1087560"/>
                  </a:lnTo>
                  <a:lnTo>
                    <a:pt x="3700508" y="1087560"/>
                  </a:lnTo>
                  <a:lnTo>
                    <a:pt x="3700602" y="1087560"/>
                  </a:lnTo>
                  <a:lnTo>
                    <a:pt x="3700696" y="1087560"/>
                  </a:lnTo>
                  <a:lnTo>
                    <a:pt x="3700790" y="1087560"/>
                  </a:lnTo>
                  <a:lnTo>
                    <a:pt x="3700884" y="1087560"/>
                  </a:lnTo>
                  <a:lnTo>
                    <a:pt x="3700978" y="1087560"/>
                  </a:lnTo>
                  <a:lnTo>
                    <a:pt x="3701072" y="1087560"/>
                  </a:lnTo>
                  <a:lnTo>
                    <a:pt x="3701166" y="1087560"/>
                  </a:lnTo>
                  <a:lnTo>
                    <a:pt x="3701260" y="1087560"/>
                  </a:lnTo>
                  <a:lnTo>
                    <a:pt x="3701354" y="1087560"/>
                  </a:lnTo>
                  <a:lnTo>
                    <a:pt x="3701448" y="1087560"/>
                  </a:lnTo>
                  <a:lnTo>
                    <a:pt x="3701542" y="1087560"/>
                  </a:lnTo>
                  <a:lnTo>
                    <a:pt x="3701636" y="1087560"/>
                  </a:lnTo>
                  <a:lnTo>
                    <a:pt x="3701730" y="1087560"/>
                  </a:lnTo>
                  <a:lnTo>
                    <a:pt x="3701824" y="1087560"/>
                  </a:lnTo>
                  <a:lnTo>
                    <a:pt x="3701918" y="1087560"/>
                  </a:lnTo>
                  <a:lnTo>
                    <a:pt x="3702012" y="1087560"/>
                  </a:lnTo>
                  <a:lnTo>
                    <a:pt x="3702106" y="1087560"/>
                  </a:lnTo>
                  <a:lnTo>
                    <a:pt x="3702200" y="1087560"/>
                  </a:lnTo>
                  <a:lnTo>
                    <a:pt x="3702294" y="1087560"/>
                  </a:lnTo>
                  <a:lnTo>
                    <a:pt x="3702388" y="1087560"/>
                  </a:lnTo>
                  <a:lnTo>
                    <a:pt x="3702482" y="1087560"/>
                  </a:lnTo>
                  <a:lnTo>
                    <a:pt x="3702576" y="1087560"/>
                  </a:lnTo>
                  <a:lnTo>
                    <a:pt x="3702670" y="1087560"/>
                  </a:lnTo>
                  <a:lnTo>
                    <a:pt x="3702764" y="1087560"/>
                  </a:lnTo>
                  <a:lnTo>
                    <a:pt x="3702858" y="1087560"/>
                  </a:lnTo>
                  <a:lnTo>
                    <a:pt x="3702952" y="1087560"/>
                  </a:lnTo>
                  <a:lnTo>
                    <a:pt x="3703046" y="1087560"/>
                  </a:lnTo>
                  <a:lnTo>
                    <a:pt x="3703140" y="1087560"/>
                  </a:lnTo>
                  <a:lnTo>
                    <a:pt x="3703234" y="1087560"/>
                  </a:lnTo>
                  <a:lnTo>
                    <a:pt x="3703328" y="1087560"/>
                  </a:lnTo>
                  <a:lnTo>
                    <a:pt x="3703422" y="1087560"/>
                  </a:lnTo>
                  <a:lnTo>
                    <a:pt x="3703516" y="1087560"/>
                  </a:lnTo>
                  <a:lnTo>
                    <a:pt x="3703610" y="1087560"/>
                  </a:lnTo>
                  <a:lnTo>
                    <a:pt x="3703705" y="1087560"/>
                  </a:lnTo>
                  <a:lnTo>
                    <a:pt x="3703705" y="1082281"/>
                  </a:lnTo>
                  <a:lnTo>
                    <a:pt x="3703799" y="1082281"/>
                  </a:lnTo>
                  <a:lnTo>
                    <a:pt x="3703893" y="1082281"/>
                  </a:lnTo>
                  <a:lnTo>
                    <a:pt x="3703987" y="1082281"/>
                  </a:lnTo>
                  <a:lnTo>
                    <a:pt x="3704081" y="1082281"/>
                  </a:lnTo>
                  <a:lnTo>
                    <a:pt x="3704175" y="1082281"/>
                  </a:lnTo>
                  <a:lnTo>
                    <a:pt x="3704269" y="1082281"/>
                  </a:lnTo>
                  <a:lnTo>
                    <a:pt x="3704363" y="1082281"/>
                  </a:lnTo>
                  <a:lnTo>
                    <a:pt x="3704457" y="1082281"/>
                  </a:lnTo>
                  <a:lnTo>
                    <a:pt x="3704551" y="1082281"/>
                  </a:lnTo>
                  <a:lnTo>
                    <a:pt x="3704645" y="1082281"/>
                  </a:lnTo>
                  <a:lnTo>
                    <a:pt x="3704739" y="1082281"/>
                  </a:lnTo>
                  <a:lnTo>
                    <a:pt x="3704833" y="1082281"/>
                  </a:lnTo>
                  <a:lnTo>
                    <a:pt x="3704927" y="1082281"/>
                  </a:lnTo>
                  <a:lnTo>
                    <a:pt x="3705021" y="1082281"/>
                  </a:lnTo>
                  <a:lnTo>
                    <a:pt x="3705115" y="1082281"/>
                  </a:lnTo>
                  <a:lnTo>
                    <a:pt x="3705209" y="1082281"/>
                  </a:lnTo>
                  <a:lnTo>
                    <a:pt x="3705303" y="1082281"/>
                  </a:lnTo>
                  <a:lnTo>
                    <a:pt x="3705397" y="1082281"/>
                  </a:lnTo>
                  <a:lnTo>
                    <a:pt x="3705491" y="1082281"/>
                  </a:lnTo>
                  <a:lnTo>
                    <a:pt x="3705585" y="1082281"/>
                  </a:lnTo>
                  <a:lnTo>
                    <a:pt x="3705679" y="1082281"/>
                  </a:lnTo>
                  <a:lnTo>
                    <a:pt x="3705773" y="1082281"/>
                  </a:lnTo>
                  <a:lnTo>
                    <a:pt x="3705867" y="1082281"/>
                  </a:lnTo>
                  <a:lnTo>
                    <a:pt x="3705961" y="1082281"/>
                  </a:lnTo>
                  <a:lnTo>
                    <a:pt x="3706055" y="1082281"/>
                  </a:lnTo>
                  <a:lnTo>
                    <a:pt x="3706149" y="1082281"/>
                  </a:lnTo>
                  <a:lnTo>
                    <a:pt x="3706243" y="1082281"/>
                  </a:lnTo>
                  <a:lnTo>
                    <a:pt x="3706337" y="1082281"/>
                  </a:lnTo>
                  <a:lnTo>
                    <a:pt x="3706431" y="1082281"/>
                  </a:lnTo>
                  <a:lnTo>
                    <a:pt x="3706525" y="1082281"/>
                  </a:lnTo>
                  <a:lnTo>
                    <a:pt x="3706619" y="1082281"/>
                  </a:lnTo>
                  <a:lnTo>
                    <a:pt x="3706713" y="1082281"/>
                  </a:lnTo>
                  <a:lnTo>
                    <a:pt x="3706807" y="1082281"/>
                  </a:lnTo>
                  <a:lnTo>
                    <a:pt x="3706901" y="1082281"/>
                  </a:lnTo>
                  <a:lnTo>
                    <a:pt x="3706995" y="1082281"/>
                  </a:lnTo>
                  <a:lnTo>
                    <a:pt x="3707089" y="1082281"/>
                  </a:lnTo>
                  <a:lnTo>
                    <a:pt x="3707183" y="1082281"/>
                  </a:lnTo>
                  <a:lnTo>
                    <a:pt x="3707278" y="1082281"/>
                  </a:lnTo>
                  <a:lnTo>
                    <a:pt x="3707372" y="1082281"/>
                  </a:lnTo>
                  <a:lnTo>
                    <a:pt x="3707466" y="1082281"/>
                  </a:lnTo>
                  <a:lnTo>
                    <a:pt x="3707560" y="1082281"/>
                  </a:lnTo>
                  <a:lnTo>
                    <a:pt x="3707654" y="1082281"/>
                  </a:lnTo>
                  <a:lnTo>
                    <a:pt x="3707748" y="1082281"/>
                  </a:lnTo>
                  <a:lnTo>
                    <a:pt x="3707842" y="1082281"/>
                  </a:lnTo>
                  <a:lnTo>
                    <a:pt x="3707936" y="1082281"/>
                  </a:lnTo>
                  <a:lnTo>
                    <a:pt x="3708030" y="1082281"/>
                  </a:lnTo>
                  <a:lnTo>
                    <a:pt x="3708124" y="1082281"/>
                  </a:lnTo>
                  <a:lnTo>
                    <a:pt x="3708218" y="1082281"/>
                  </a:lnTo>
                  <a:lnTo>
                    <a:pt x="3708312" y="1082281"/>
                  </a:lnTo>
                  <a:lnTo>
                    <a:pt x="3708406" y="1082281"/>
                  </a:lnTo>
                  <a:lnTo>
                    <a:pt x="3708500" y="1082281"/>
                  </a:lnTo>
                  <a:lnTo>
                    <a:pt x="3708594" y="1082281"/>
                  </a:lnTo>
                  <a:lnTo>
                    <a:pt x="3708688" y="1082281"/>
                  </a:lnTo>
                  <a:lnTo>
                    <a:pt x="3708782" y="1082281"/>
                  </a:lnTo>
                  <a:lnTo>
                    <a:pt x="3708876" y="1082281"/>
                  </a:lnTo>
                  <a:lnTo>
                    <a:pt x="3708970" y="1082281"/>
                  </a:lnTo>
                  <a:lnTo>
                    <a:pt x="3709064" y="1082281"/>
                  </a:lnTo>
                  <a:lnTo>
                    <a:pt x="3709158" y="1082281"/>
                  </a:lnTo>
                  <a:lnTo>
                    <a:pt x="3709252" y="1082281"/>
                  </a:lnTo>
                  <a:lnTo>
                    <a:pt x="3709346" y="1082281"/>
                  </a:lnTo>
                  <a:lnTo>
                    <a:pt x="3709440" y="1082281"/>
                  </a:lnTo>
                  <a:lnTo>
                    <a:pt x="3709440" y="1077001"/>
                  </a:lnTo>
                  <a:lnTo>
                    <a:pt x="3709534" y="1077001"/>
                  </a:lnTo>
                  <a:lnTo>
                    <a:pt x="3709628" y="1077001"/>
                  </a:lnTo>
                  <a:lnTo>
                    <a:pt x="3709722" y="1077001"/>
                  </a:lnTo>
                  <a:lnTo>
                    <a:pt x="3709816" y="1077001"/>
                  </a:lnTo>
                  <a:lnTo>
                    <a:pt x="3709910" y="1077001"/>
                  </a:lnTo>
                  <a:lnTo>
                    <a:pt x="3710004" y="1077001"/>
                  </a:lnTo>
                  <a:lnTo>
                    <a:pt x="3710098" y="1077001"/>
                  </a:lnTo>
                  <a:lnTo>
                    <a:pt x="3710192" y="1077001"/>
                  </a:lnTo>
                  <a:lnTo>
                    <a:pt x="3710286" y="1077001"/>
                  </a:lnTo>
                  <a:lnTo>
                    <a:pt x="3710380" y="1077001"/>
                  </a:lnTo>
                  <a:lnTo>
                    <a:pt x="3710380" y="1071722"/>
                  </a:lnTo>
                  <a:lnTo>
                    <a:pt x="3710474" y="1071722"/>
                  </a:lnTo>
                  <a:lnTo>
                    <a:pt x="3710568" y="1071722"/>
                  </a:lnTo>
                  <a:lnTo>
                    <a:pt x="3710662" y="1071722"/>
                  </a:lnTo>
                  <a:lnTo>
                    <a:pt x="3710757" y="1071722"/>
                  </a:lnTo>
                  <a:lnTo>
                    <a:pt x="3710851" y="1071722"/>
                  </a:lnTo>
                  <a:lnTo>
                    <a:pt x="3710945" y="1071722"/>
                  </a:lnTo>
                  <a:lnTo>
                    <a:pt x="3711039" y="1071722"/>
                  </a:lnTo>
                  <a:lnTo>
                    <a:pt x="3711133" y="1071722"/>
                  </a:lnTo>
                  <a:lnTo>
                    <a:pt x="3711227" y="1071722"/>
                  </a:lnTo>
                  <a:lnTo>
                    <a:pt x="3711321" y="1071722"/>
                  </a:lnTo>
                  <a:lnTo>
                    <a:pt x="3711415" y="1071722"/>
                  </a:lnTo>
                  <a:lnTo>
                    <a:pt x="3711509" y="1071722"/>
                  </a:lnTo>
                  <a:lnTo>
                    <a:pt x="3711603" y="1071722"/>
                  </a:lnTo>
                  <a:lnTo>
                    <a:pt x="3711697" y="1071722"/>
                  </a:lnTo>
                  <a:lnTo>
                    <a:pt x="3711791" y="1071722"/>
                  </a:lnTo>
                  <a:lnTo>
                    <a:pt x="3711885" y="1071722"/>
                  </a:lnTo>
                  <a:lnTo>
                    <a:pt x="3711979" y="1071722"/>
                  </a:lnTo>
                  <a:lnTo>
                    <a:pt x="3712073" y="1071722"/>
                  </a:lnTo>
                  <a:lnTo>
                    <a:pt x="3712167" y="1071722"/>
                  </a:lnTo>
                  <a:lnTo>
                    <a:pt x="3712261" y="1071722"/>
                  </a:lnTo>
                  <a:lnTo>
                    <a:pt x="3712355" y="1071722"/>
                  </a:lnTo>
                  <a:lnTo>
                    <a:pt x="3712449" y="1071722"/>
                  </a:lnTo>
                  <a:lnTo>
                    <a:pt x="3712543" y="1071722"/>
                  </a:lnTo>
                  <a:lnTo>
                    <a:pt x="3712637" y="1071722"/>
                  </a:lnTo>
                  <a:lnTo>
                    <a:pt x="3712731" y="1071722"/>
                  </a:lnTo>
                  <a:lnTo>
                    <a:pt x="3712825" y="1071722"/>
                  </a:lnTo>
                  <a:lnTo>
                    <a:pt x="3712919" y="1071722"/>
                  </a:lnTo>
                  <a:lnTo>
                    <a:pt x="3713013" y="1071722"/>
                  </a:lnTo>
                  <a:lnTo>
                    <a:pt x="3713107" y="1071722"/>
                  </a:lnTo>
                  <a:lnTo>
                    <a:pt x="3713201" y="1071722"/>
                  </a:lnTo>
                  <a:lnTo>
                    <a:pt x="3713295" y="1071722"/>
                  </a:lnTo>
                  <a:lnTo>
                    <a:pt x="3713389" y="1071722"/>
                  </a:lnTo>
                  <a:lnTo>
                    <a:pt x="3713483" y="1071722"/>
                  </a:lnTo>
                  <a:lnTo>
                    <a:pt x="3713577" y="1071722"/>
                  </a:lnTo>
                  <a:lnTo>
                    <a:pt x="3713671" y="1071722"/>
                  </a:lnTo>
                  <a:lnTo>
                    <a:pt x="3713765" y="1071722"/>
                  </a:lnTo>
                  <a:lnTo>
                    <a:pt x="3713859" y="1071722"/>
                  </a:lnTo>
                  <a:lnTo>
                    <a:pt x="3713953" y="1071722"/>
                  </a:lnTo>
                  <a:lnTo>
                    <a:pt x="3714047" y="1071722"/>
                  </a:lnTo>
                  <a:lnTo>
                    <a:pt x="3714141" y="1071722"/>
                  </a:lnTo>
                  <a:lnTo>
                    <a:pt x="3714235" y="1071722"/>
                  </a:lnTo>
                  <a:lnTo>
                    <a:pt x="3714330" y="1071722"/>
                  </a:lnTo>
                  <a:lnTo>
                    <a:pt x="3714424" y="1071722"/>
                  </a:lnTo>
                  <a:lnTo>
                    <a:pt x="3714518" y="1071722"/>
                  </a:lnTo>
                  <a:lnTo>
                    <a:pt x="3714612" y="1071722"/>
                  </a:lnTo>
                  <a:lnTo>
                    <a:pt x="3714706" y="1071722"/>
                  </a:lnTo>
                  <a:lnTo>
                    <a:pt x="3714800" y="1071722"/>
                  </a:lnTo>
                  <a:lnTo>
                    <a:pt x="3714894" y="1071722"/>
                  </a:lnTo>
                  <a:lnTo>
                    <a:pt x="3714988" y="1071722"/>
                  </a:lnTo>
                  <a:lnTo>
                    <a:pt x="3715082" y="1071722"/>
                  </a:lnTo>
                  <a:lnTo>
                    <a:pt x="3715176" y="1071722"/>
                  </a:lnTo>
                  <a:lnTo>
                    <a:pt x="3715270" y="1071722"/>
                  </a:lnTo>
                  <a:lnTo>
                    <a:pt x="3715364" y="1071722"/>
                  </a:lnTo>
                  <a:lnTo>
                    <a:pt x="3715458" y="1071722"/>
                  </a:lnTo>
                  <a:lnTo>
                    <a:pt x="3715552" y="1071722"/>
                  </a:lnTo>
                  <a:lnTo>
                    <a:pt x="3715646" y="1071722"/>
                  </a:lnTo>
                  <a:lnTo>
                    <a:pt x="3715740" y="1071722"/>
                  </a:lnTo>
                  <a:lnTo>
                    <a:pt x="3715834" y="1071722"/>
                  </a:lnTo>
                  <a:lnTo>
                    <a:pt x="3715928" y="1071722"/>
                  </a:lnTo>
                  <a:lnTo>
                    <a:pt x="3716022" y="1071722"/>
                  </a:lnTo>
                  <a:lnTo>
                    <a:pt x="3716116" y="1071722"/>
                  </a:lnTo>
                  <a:lnTo>
                    <a:pt x="3716210" y="1071722"/>
                  </a:lnTo>
                  <a:lnTo>
                    <a:pt x="3716304" y="1071722"/>
                  </a:lnTo>
                  <a:lnTo>
                    <a:pt x="3716398" y="1071722"/>
                  </a:lnTo>
                  <a:lnTo>
                    <a:pt x="3716492" y="1071722"/>
                  </a:lnTo>
                  <a:lnTo>
                    <a:pt x="3716586" y="1071722"/>
                  </a:lnTo>
                  <a:lnTo>
                    <a:pt x="3716680" y="1071722"/>
                  </a:lnTo>
                  <a:lnTo>
                    <a:pt x="3716774" y="1071722"/>
                  </a:lnTo>
                  <a:lnTo>
                    <a:pt x="3716868" y="1071722"/>
                  </a:lnTo>
                  <a:lnTo>
                    <a:pt x="3716962" y="1071722"/>
                  </a:lnTo>
                  <a:lnTo>
                    <a:pt x="3717056" y="1071722"/>
                  </a:lnTo>
                  <a:lnTo>
                    <a:pt x="3717150" y="1071722"/>
                  </a:lnTo>
                  <a:lnTo>
                    <a:pt x="3717244" y="1071722"/>
                  </a:lnTo>
                  <a:lnTo>
                    <a:pt x="3717338" y="1071722"/>
                  </a:lnTo>
                  <a:lnTo>
                    <a:pt x="3717432" y="1071722"/>
                  </a:lnTo>
                  <a:lnTo>
                    <a:pt x="3717526" y="1071722"/>
                  </a:lnTo>
                  <a:lnTo>
                    <a:pt x="3717620" y="1071722"/>
                  </a:lnTo>
                  <a:lnTo>
                    <a:pt x="3717714" y="1071722"/>
                  </a:lnTo>
                  <a:lnTo>
                    <a:pt x="3717808" y="1071722"/>
                  </a:lnTo>
                  <a:lnTo>
                    <a:pt x="3717903" y="1071722"/>
                  </a:lnTo>
                  <a:lnTo>
                    <a:pt x="3717997" y="1071722"/>
                  </a:lnTo>
                  <a:lnTo>
                    <a:pt x="3717997" y="1066443"/>
                  </a:lnTo>
                  <a:lnTo>
                    <a:pt x="3718091" y="1066443"/>
                  </a:lnTo>
                  <a:lnTo>
                    <a:pt x="3718185" y="1066443"/>
                  </a:lnTo>
                  <a:lnTo>
                    <a:pt x="3718279" y="1066443"/>
                  </a:lnTo>
                  <a:lnTo>
                    <a:pt x="3718373" y="1066443"/>
                  </a:lnTo>
                  <a:lnTo>
                    <a:pt x="3718467" y="1066443"/>
                  </a:lnTo>
                  <a:lnTo>
                    <a:pt x="3718561" y="1066443"/>
                  </a:lnTo>
                  <a:lnTo>
                    <a:pt x="3718655" y="1066443"/>
                  </a:lnTo>
                  <a:lnTo>
                    <a:pt x="3718749" y="1066443"/>
                  </a:lnTo>
                  <a:lnTo>
                    <a:pt x="3718843" y="1066443"/>
                  </a:lnTo>
                  <a:lnTo>
                    <a:pt x="3718937" y="1066443"/>
                  </a:lnTo>
                  <a:lnTo>
                    <a:pt x="3719031" y="1066443"/>
                  </a:lnTo>
                  <a:lnTo>
                    <a:pt x="3719125" y="1066443"/>
                  </a:lnTo>
                  <a:lnTo>
                    <a:pt x="3719219" y="1066443"/>
                  </a:lnTo>
                  <a:lnTo>
                    <a:pt x="3719313" y="1066443"/>
                  </a:lnTo>
                  <a:lnTo>
                    <a:pt x="3719407" y="1066443"/>
                  </a:lnTo>
                  <a:lnTo>
                    <a:pt x="3719501" y="1066443"/>
                  </a:lnTo>
                  <a:lnTo>
                    <a:pt x="3719595" y="1066443"/>
                  </a:lnTo>
                  <a:lnTo>
                    <a:pt x="3719689" y="1066443"/>
                  </a:lnTo>
                  <a:lnTo>
                    <a:pt x="3719783" y="1066443"/>
                  </a:lnTo>
                  <a:lnTo>
                    <a:pt x="3719877" y="1066443"/>
                  </a:lnTo>
                  <a:lnTo>
                    <a:pt x="3719971" y="1066443"/>
                  </a:lnTo>
                  <a:lnTo>
                    <a:pt x="3720065" y="1066443"/>
                  </a:lnTo>
                  <a:lnTo>
                    <a:pt x="3720159" y="1066443"/>
                  </a:lnTo>
                  <a:lnTo>
                    <a:pt x="3720253" y="1066443"/>
                  </a:lnTo>
                  <a:lnTo>
                    <a:pt x="3720347" y="1066443"/>
                  </a:lnTo>
                  <a:lnTo>
                    <a:pt x="3720441" y="1066443"/>
                  </a:lnTo>
                  <a:lnTo>
                    <a:pt x="3720535" y="1066443"/>
                  </a:lnTo>
                  <a:lnTo>
                    <a:pt x="3720629" y="1066443"/>
                  </a:lnTo>
                  <a:lnTo>
                    <a:pt x="3720723" y="1066443"/>
                  </a:lnTo>
                  <a:lnTo>
                    <a:pt x="3720817" y="1066443"/>
                  </a:lnTo>
                  <a:lnTo>
                    <a:pt x="3720911" y="1066443"/>
                  </a:lnTo>
                  <a:lnTo>
                    <a:pt x="3721005" y="1066443"/>
                  </a:lnTo>
                  <a:lnTo>
                    <a:pt x="3721099" y="1066443"/>
                  </a:lnTo>
                  <a:lnTo>
                    <a:pt x="3721193" y="1066443"/>
                  </a:lnTo>
                  <a:lnTo>
                    <a:pt x="3721287" y="1066443"/>
                  </a:lnTo>
                  <a:lnTo>
                    <a:pt x="3721382" y="1066443"/>
                  </a:lnTo>
                  <a:lnTo>
                    <a:pt x="3721476" y="1066443"/>
                  </a:lnTo>
                  <a:lnTo>
                    <a:pt x="3721570" y="1066443"/>
                  </a:lnTo>
                  <a:lnTo>
                    <a:pt x="3721664" y="1066443"/>
                  </a:lnTo>
                  <a:lnTo>
                    <a:pt x="3721758" y="1066443"/>
                  </a:lnTo>
                  <a:lnTo>
                    <a:pt x="3721852" y="1066443"/>
                  </a:lnTo>
                  <a:lnTo>
                    <a:pt x="3721946" y="1066443"/>
                  </a:lnTo>
                  <a:lnTo>
                    <a:pt x="3722040" y="1066443"/>
                  </a:lnTo>
                  <a:lnTo>
                    <a:pt x="3722134" y="1066443"/>
                  </a:lnTo>
                  <a:lnTo>
                    <a:pt x="3722228" y="1066443"/>
                  </a:lnTo>
                  <a:lnTo>
                    <a:pt x="3722322" y="1066443"/>
                  </a:lnTo>
                  <a:lnTo>
                    <a:pt x="3722416" y="1066443"/>
                  </a:lnTo>
                  <a:lnTo>
                    <a:pt x="3722510" y="1066443"/>
                  </a:lnTo>
                  <a:lnTo>
                    <a:pt x="3722604" y="1066443"/>
                  </a:lnTo>
                  <a:lnTo>
                    <a:pt x="3722698" y="1066443"/>
                  </a:lnTo>
                  <a:lnTo>
                    <a:pt x="3722792" y="1066443"/>
                  </a:lnTo>
                  <a:lnTo>
                    <a:pt x="3722886" y="1066443"/>
                  </a:lnTo>
                  <a:lnTo>
                    <a:pt x="3722980" y="1066443"/>
                  </a:lnTo>
                  <a:lnTo>
                    <a:pt x="3723074" y="1066443"/>
                  </a:lnTo>
                  <a:lnTo>
                    <a:pt x="3723168" y="1066443"/>
                  </a:lnTo>
                  <a:lnTo>
                    <a:pt x="3723262" y="1066443"/>
                  </a:lnTo>
                  <a:lnTo>
                    <a:pt x="3723356" y="1066443"/>
                  </a:lnTo>
                  <a:lnTo>
                    <a:pt x="3723450" y="1066443"/>
                  </a:lnTo>
                  <a:lnTo>
                    <a:pt x="3723544" y="1066443"/>
                  </a:lnTo>
                  <a:lnTo>
                    <a:pt x="3723638" y="1066443"/>
                  </a:lnTo>
                  <a:lnTo>
                    <a:pt x="3723732" y="1066443"/>
                  </a:lnTo>
                  <a:lnTo>
                    <a:pt x="3723826" y="1066443"/>
                  </a:lnTo>
                  <a:lnTo>
                    <a:pt x="3723920" y="1066443"/>
                  </a:lnTo>
                  <a:lnTo>
                    <a:pt x="3724014" y="1066443"/>
                  </a:lnTo>
                  <a:lnTo>
                    <a:pt x="3724108" y="1066443"/>
                  </a:lnTo>
                  <a:lnTo>
                    <a:pt x="3724202" y="1066443"/>
                  </a:lnTo>
                  <a:lnTo>
                    <a:pt x="3724296" y="1066443"/>
                  </a:lnTo>
                  <a:lnTo>
                    <a:pt x="3724390" y="1066443"/>
                  </a:lnTo>
                  <a:lnTo>
                    <a:pt x="3724484" y="1066443"/>
                  </a:lnTo>
                  <a:lnTo>
                    <a:pt x="3724578" y="1066443"/>
                  </a:lnTo>
                  <a:lnTo>
                    <a:pt x="3724672" y="1066443"/>
                  </a:lnTo>
                  <a:lnTo>
                    <a:pt x="3724766" y="1066443"/>
                  </a:lnTo>
                  <a:lnTo>
                    <a:pt x="3724860" y="1066443"/>
                  </a:lnTo>
                  <a:lnTo>
                    <a:pt x="3724955" y="1066443"/>
                  </a:lnTo>
                  <a:lnTo>
                    <a:pt x="3725049" y="1066443"/>
                  </a:lnTo>
                  <a:lnTo>
                    <a:pt x="3725143" y="1066443"/>
                  </a:lnTo>
                  <a:lnTo>
                    <a:pt x="3725237" y="1066443"/>
                  </a:lnTo>
                  <a:lnTo>
                    <a:pt x="3725331" y="1066443"/>
                  </a:lnTo>
                  <a:lnTo>
                    <a:pt x="3725425" y="1066443"/>
                  </a:lnTo>
                  <a:lnTo>
                    <a:pt x="3725519" y="1066443"/>
                  </a:lnTo>
                  <a:lnTo>
                    <a:pt x="3725613" y="1066443"/>
                  </a:lnTo>
                  <a:lnTo>
                    <a:pt x="3725707" y="1066443"/>
                  </a:lnTo>
                  <a:lnTo>
                    <a:pt x="3725801" y="1066443"/>
                  </a:lnTo>
                  <a:lnTo>
                    <a:pt x="3725895" y="1066443"/>
                  </a:lnTo>
                  <a:lnTo>
                    <a:pt x="3725989" y="1066443"/>
                  </a:lnTo>
                  <a:lnTo>
                    <a:pt x="3726083" y="1066443"/>
                  </a:lnTo>
                  <a:lnTo>
                    <a:pt x="3726083" y="1061163"/>
                  </a:lnTo>
                  <a:lnTo>
                    <a:pt x="3726177" y="1061163"/>
                  </a:lnTo>
                  <a:lnTo>
                    <a:pt x="3726271" y="1061163"/>
                  </a:lnTo>
                  <a:lnTo>
                    <a:pt x="3726365" y="1061163"/>
                  </a:lnTo>
                  <a:lnTo>
                    <a:pt x="3726459" y="1061163"/>
                  </a:lnTo>
                  <a:lnTo>
                    <a:pt x="3726553" y="1061163"/>
                  </a:lnTo>
                  <a:lnTo>
                    <a:pt x="3726647" y="1061163"/>
                  </a:lnTo>
                  <a:lnTo>
                    <a:pt x="3726741" y="1061163"/>
                  </a:lnTo>
                  <a:lnTo>
                    <a:pt x="3726835" y="1061163"/>
                  </a:lnTo>
                  <a:lnTo>
                    <a:pt x="3726929" y="1061163"/>
                  </a:lnTo>
                  <a:lnTo>
                    <a:pt x="3727023" y="1061163"/>
                  </a:lnTo>
                  <a:lnTo>
                    <a:pt x="3727117" y="1061163"/>
                  </a:lnTo>
                  <a:lnTo>
                    <a:pt x="3727211" y="1061163"/>
                  </a:lnTo>
                  <a:lnTo>
                    <a:pt x="3727305" y="1061163"/>
                  </a:lnTo>
                  <a:lnTo>
                    <a:pt x="3727399" y="1061163"/>
                  </a:lnTo>
                  <a:lnTo>
                    <a:pt x="3727493" y="1061163"/>
                  </a:lnTo>
                  <a:lnTo>
                    <a:pt x="3727587" y="1061163"/>
                  </a:lnTo>
                  <a:lnTo>
                    <a:pt x="3727681" y="1061163"/>
                  </a:lnTo>
                  <a:lnTo>
                    <a:pt x="3727775" y="1061163"/>
                  </a:lnTo>
                  <a:lnTo>
                    <a:pt x="3727775" y="1055884"/>
                  </a:lnTo>
                  <a:lnTo>
                    <a:pt x="3727869" y="1055884"/>
                  </a:lnTo>
                  <a:lnTo>
                    <a:pt x="3727963" y="1055884"/>
                  </a:lnTo>
                  <a:lnTo>
                    <a:pt x="3728057" y="1055884"/>
                  </a:lnTo>
                  <a:lnTo>
                    <a:pt x="3728151" y="1055884"/>
                  </a:lnTo>
                  <a:lnTo>
                    <a:pt x="3728245" y="1055884"/>
                  </a:lnTo>
                  <a:lnTo>
                    <a:pt x="3728339" y="1055884"/>
                  </a:lnTo>
                  <a:lnTo>
                    <a:pt x="3728433" y="1055884"/>
                  </a:lnTo>
                  <a:lnTo>
                    <a:pt x="3728528" y="1055884"/>
                  </a:lnTo>
                  <a:lnTo>
                    <a:pt x="3728622" y="1055884"/>
                  </a:lnTo>
                  <a:lnTo>
                    <a:pt x="3728716" y="1055884"/>
                  </a:lnTo>
                  <a:lnTo>
                    <a:pt x="3728810" y="1055884"/>
                  </a:lnTo>
                  <a:lnTo>
                    <a:pt x="3728904" y="1055884"/>
                  </a:lnTo>
                  <a:lnTo>
                    <a:pt x="3728998" y="1055884"/>
                  </a:lnTo>
                  <a:lnTo>
                    <a:pt x="3729092" y="1055884"/>
                  </a:lnTo>
                  <a:lnTo>
                    <a:pt x="3729186" y="1055884"/>
                  </a:lnTo>
                  <a:lnTo>
                    <a:pt x="3729280" y="1055884"/>
                  </a:lnTo>
                  <a:lnTo>
                    <a:pt x="3729374" y="1055884"/>
                  </a:lnTo>
                  <a:lnTo>
                    <a:pt x="3729468" y="1055884"/>
                  </a:lnTo>
                  <a:lnTo>
                    <a:pt x="3729562" y="1055884"/>
                  </a:lnTo>
                  <a:lnTo>
                    <a:pt x="3729656" y="1055884"/>
                  </a:lnTo>
                  <a:lnTo>
                    <a:pt x="3729750" y="1055884"/>
                  </a:lnTo>
                  <a:lnTo>
                    <a:pt x="3729844" y="1055884"/>
                  </a:lnTo>
                  <a:lnTo>
                    <a:pt x="3729938" y="1055884"/>
                  </a:lnTo>
                  <a:lnTo>
                    <a:pt x="3730032" y="1055884"/>
                  </a:lnTo>
                  <a:lnTo>
                    <a:pt x="3730126" y="1055884"/>
                  </a:lnTo>
                  <a:lnTo>
                    <a:pt x="3730220" y="1055884"/>
                  </a:lnTo>
                  <a:lnTo>
                    <a:pt x="3730314" y="1055884"/>
                  </a:lnTo>
                  <a:lnTo>
                    <a:pt x="3730408" y="1055884"/>
                  </a:lnTo>
                  <a:lnTo>
                    <a:pt x="3730502" y="1055884"/>
                  </a:lnTo>
                  <a:lnTo>
                    <a:pt x="3730596" y="1055884"/>
                  </a:lnTo>
                  <a:lnTo>
                    <a:pt x="3730690" y="1055884"/>
                  </a:lnTo>
                  <a:lnTo>
                    <a:pt x="3730784" y="1055884"/>
                  </a:lnTo>
                  <a:lnTo>
                    <a:pt x="3730878" y="1055884"/>
                  </a:lnTo>
                  <a:lnTo>
                    <a:pt x="3730972" y="1055884"/>
                  </a:lnTo>
                  <a:lnTo>
                    <a:pt x="3731066" y="1055884"/>
                  </a:lnTo>
                  <a:lnTo>
                    <a:pt x="3731160" y="1055884"/>
                  </a:lnTo>
                  <a:lnTo>
                    <a:pt x="3731254" y="1055884"/>
                  </a:lnTo>
                  <a:lnTo>
                    <a:pt x="3731348" y="1055884"/>
                  </a:lnTo>
                  <a:lnTo>
                    <a:pt x="3731442" y="1055884"/>
                  </a:lnTo>
                  <a:lnTo>
                    <a:pt x="3731536" y="1055884"/>
                  </a:lnTo>
                  <a:lnTo>
                    <a:pt x="3731630" y="1055884"/>
                  </a:lnTo>
                  <a:lnTo>
                    <a:pt x="3731724" y="1055884"/>
                  </a:lnTo>
                  <a:lnTo>
                    <a:pt x="3731818" y="1055884"/>
                  </a:lnTo>
                  <a:lnTo>
                    <a:pt x="3731912" y="1055884"/>
                  </a:lnTo>
                  <a:lnTo>
                    <a:pt x="3732007" y="1055884"/>
                  </a:lnTo>
                  <a:lnTo>
                    <a:pt x="3732101" y="1055884"/>
                  </a:lnTo>
                  <a:lnTo>
                    <a:pt x="3732195" y="1055884"/>
                  </a:lnTo>
                  <a:lnTo>
                    <a:pt x="3732289" y="1055884"/>
                  </a:lnTo>
                  <a:lnTo>
                    <a:pt x="3732383" y="1055884"/>
                  </a:lnTo>
                  <a:lnTo>
                    <a:pt x="3732477" y="1055884"/>
                  </a:lnTo>
                  <a:lnTo>
                    <a:pt x="3732571" y="1055884"/>
                  </a:lnTo>
                  <a:lnTo>
                    <a:pt x="3732665" y="1055884"/>
                  </a:lnTo>
                  <a:lnTo>
                    <a:pt x="3732759" y="1055884"/>
                  </a:lnTo>
                  <a:lnTo>
                    <a:pt x="3732853" y="1055884"/>
                  </a:lnTo>
                  <a:lnTo>
                    <a:pt x="3732947" y="1055884"/>
                  </a:lnTo>
                  <a:lnTo>
                    <a:pt x="3733041" y="1055884"/>
                  </a:lnTo>
                  <a:lnTo>
                    <a:pt x="3733135" y="1055884"/>
                  </a:lnTo>
                  <a:lnTo>
                    <a:pt x="3733229" y="1055884"/>
                  </a:lnTo>
                  <a:lnTo>
                    <a:pt x="3733323" y="1055884"/>
                  </a:lnTo>
                  <a:lnTo>
                    <a:pt x="3733417" y="1055884"/>
                  </a:lnTo>
                  <a:lnTo>
                    <a:pt x="3733511" y="1055884"/>
                  </a:lnTo>
                  <a:lnTo>
                    <a:pt x="3733605" y="1055884"/>
                  </a:lnTo>
                  <a:lnTo>
                    <a:pt x="3733699" y="1055884"/>
                  </a:lnTo>
                  <a:lnTo>
                    <a:pt x="3733793" y="1055884"/>
                  </a:lnTo>
                  <a:lnTo>
                    <a:pt x="3733887" y="1055884"/>
                  </a:lnTo>
                  <a:lnTo>
                    <a:pt x="3733981" y="1055884"/>
                  </a:lnTo>
                  <a:lnTo>
                    <a:pt x="3734075" y="1055884"/>
                  </a:lnTo>
                  <a:lnTo>
                    <a:pt x="3734169" y="1055884"/>
                  </a:lnTo>
                  <a:lnTo>
                    <a:pt x="3734263" y="1055884"/>
                  </a:lnTo>
                  <a:lnTo>
                    <a:pt x="3734357" y="1055884"/>
                  </a:lnTo>
                  <a:lnTo>
                    <a:pt x="3734451" y="1055884"/>
                  </a:lnTo>
                  <a:lnTo>
                    <a:pt x="3734545" y="1055884"/>
                  </a:lnTo>
                  <a:lnTo>
                    <a:pt x="3734639" y="1055884"/>
                  </a:lnTo>
                  <a:lnTo>
                    <a:pt x="3734733" y="1055884"/>
                  </a:lnTo>
                  <a:lnTo>
                    <a:pt x="3734827" y="1055884"/>
                  </a:lnTo>
                  <a:lnTo>
                    <a:pt x="3734921" y="1055884"/>
                  </a:lnTo>
                  <a:lnTo>
                    <a:pt x="3735015" y="1055884"/>
                  </a:lnTo>
                  <a:lnTo>
                    <a:pt x="3735109" y="1055884"/>
                  </a:lnTo>
                  <a:lnTo>
                    <a:pt x="3735203" y="1055884"/>
                  </a:lnTo>
                  <a:lnTo>
                    <a:pt x="3735297" y="1055884"/>
                  </a:lnTo>
                  <a:lnTo>
                    <a:pt x="3735391" y="1055884"/>
                  </a:lnTo>
                  <a:lnTo>
                    <a:pt x="3735485" y="1055884"/>
                  </a:lnTo>
                  <a:lnTo>
                    <a:pt x="3735580" y="1055884"/>
                  </a:lnTo>
                  <a:lnTo>
                    <a:pt x="3735674" y="1055884"/>
                  </a:lnTo>
                  <a:lnTo>
                    <a:pt x="3735768" y="1055884"/>
                  </a:lnTo>
                  <a:lnTo>
                    <a:pt x="3735862" y="1055884"/>
                  </a:lnTo>
                  <a:lnTo>
                    <a:pt x="3735862" y="1050604"/>
                  </a:lnTo>
                  <a:lnTo>
                    <a:pt x="3735956" y="1050604"/>
                  </a:lnTo>
                  <a:lnTo>
                    <a:pt x="3736050" y="1050604"/>
                  </a:lnTo>
                  <a:lnTo>
                    <a:pt x="3736144" y="1050604"/>
                  </a:lnTo>
                  <a:lnTo>
                    <a:pt x="3736238" y="1050604"/>
                  </a:lnTo>
                  <a:lnTo>
                    <a:pt x="3736332" y="1050604"/>
                  </a:lnTo>
                  <a:lnTo>
                    <a:pt x="3736426" y="1050604"/>
                  </a:lnTo>
                  <a:lnTo>
                    <a:pt x="3736520" y="1050604"/>
                  </a:lnTo>
                  <a:lnTo>
                    <a:pt x="3736614" y="1050604"/>
                  </a:lnTo>
                  <a:lnTo>
                    <a:pt x="3736708" y="1050604"/>
                  </a:lnTo>
                  <a:lnTo>
                    <a:pt x="3736802" y="1050604"/>
                  </a:lnTo>
                  <a:lnTo>
                    <a:pt x="3736896" y="1050604"/>
                  </a:lnTo>
                  <a:lnTo>
                    <a:pt x="3736990" y="1050604"/>
                  </a:lnTo>
                  <a:lnTo>
                    <a:pt x="3737084" y="1050604"/>
                  </a:lnTo>
                  <a:lnTo>
                    <a:pt x="3737178" y="1050604"/>
                  </a:lnTo>
                  <a:lnTo>
                    <a:pt x="3737272" y="1050604"/>
                  </a:lnTo>
                  <a:lnTo>
                    <a:pt x="3737366" y="1050604"/>
                  </a:lnTo>
                  <a:lnTo>
                    <a:pt x="3737460" y="1050604"/>
                  </a:lnTo>
                  <a:lnTo>
                    <a:pt x="3737554" y="1050604"/>
                  </a:lnTo>
                  <a:lnTo>
                    <a:pt x="3737648" y="1050604"/>
                  </a:lnTo>
                  <a:lnTo>
                    <a:pt x="3737648" y="1045325"/>
                  </a:lnTo>
                  <a:lnTo>
                    <a:pt x="3737742" y="1045325"/>
                  </a:lnTo>
                  <a:lnTo>
                    <a:pt x="3737836" y="1045325"/>
                  </a:lnTo>
                  <a:lnTo>
                    <a:pt x="3737930" y="1045325"/>
                  </a:lnTo>
                  <a:lnTo>
                    <a:pt x="3738024" y="1045325"/>
                  </a:lnTo>
                  <a:lnTo>
                    <a:pt x="3738118" y="1045325"/>
                  </a:lnTo>
                  <a:lnTo>
                    <a:pt x="3738212" y="1045325"/>
                  </a:lnTo>
                  <a:lnTo>
                    <a:pt x="3738306" y="1045325"/>
                  </a:lnTo>
                  <a:lnTo>
                    <a:pt x="3738400" y="1045325"/>
                  </a:lnTo>
                  <a:lnTo>
                    <a:pt x="3738494" y="1045325"/>
                  </a:lnTo>
                  <a:lnTo>
                    <a:pt x="3738588" y="1045325"/>
                  </a:lnTo>
                  <a:lnTo>
                    <a:pt x="3738682" y="1045325"/>
                  </a:lnTo>
                  <a:lnTo>
                    <a:pt x="3738776" y="1045325"/>
                  </a:lnTo>
                  <a:lnTo>
                    <a:pt x="3738870" y="1045325"/>
                  </a:lnTo>
                  <a:lnTo>
                    <a:pt x="3738964" y="1045325"/>
                  </a:lnTo>
                  <a:lnTo>
                    <a:pt x="3739058" y="1045325"/>
                  </a:lnTo>
                  <a:lnTo>
                    <a:pt x="3739058" y="1040046"/>
                  </a:lnTo>
                  <a:lnTo>
                    <a:pt x="3739153" y="1040046"/>
                  </a:lnTo>
                  <a:lnTo>
                    <a:pt x="3739247" y="1040046"/>
                  </a:lnTo>
                  <a:lnTo>
                    <a:pt x="3739341" y="1040046"/>
                  </a:lnTo>
                  <a:lnTo>
                    <a:pt x="3739435" y="1040046"/>
                  </a:lnTo>
                  <a:lnTo>
                    <a:pt x="3739529" y="1040046"/>
                  </a:lnTo>
                  <a:lnTo>
                    <a:pt x="3739529" y="1034766"/>
                  </a:lnTo>
                  <a:lnTo>
                    <a:pt x="3739623" y="1034766"/>
                  </a:lnTo>
                  <a:lnTo>
                    <a:pt x="3739717" y="1034766"/>
                  </a:lnTo>
                  <a:lnTo>
                    <a:pt x="3739811" y="1034766"/>
                  </a:lnTo>
                  <a:lnTo>
                    <a:pt x="3739905" y="1034766"/>
                  </a:lnTo>
                  <a:lnTo>
                    <a:pt x="3739999" y="1034766"/>
                  </a:lnTo>
                  <a:lnTo>
                    <a:pt x="3740093" y="1034766"/>
                  </a:lnTo>
                  <a:lnTo>
                    <a:pt x="3740187" y="1034766"/>
                  </a:lnTo>
                  <a:lnTo>
                    <a:pt x="3740281" y="1034766"/>
                  </a:lnTo>
                  <a:lnTo>
                    <a:pt x="3740375" y="1034766"/>
                  </a:lnTo>
                  <a:lnTo>
                    <a:pt x="3740469" y="1034766"/>
                  </a:lnTo>
                  <a:lnTo>
                    <a:pt x="3740563" y="1034766"/>
                  </a:lnTo>
                  <a:lnTo>
                    <a:pt x="3740657" y="1034766"/>
                  </a:lnTo>
                  <a:lnTo>
                    <a:pt x="3740751" y="1034766"/>
                  </a:lnTo>
                  <a:lnTo>
                    <a:pt x="3740845" y="1034766"/>
                  </a:lnTo>
                  <a:lnTo>
                    <a:pt x="3740939" y="1034766"/>
                  </a:lnTo>
                  <a:lnTo>
                    <a:pt x="3741033" y="1034766"/>
                  </a:lnTo>
                  <a:lnTo>
                    <a:pt x="3741127" y="1034766"/>
                  </a:lnTo>
                  <a:lnTo>
                    <a:pt x="3741221" y="1034766"/>
                  </a:lnTo>
                  <a:lnTo>
                    <a:pt x="3741315" y="1034766"/>
                  </a:lnTo>
                  <a:lnTo>
                    <a:pt x="3741409" y="1034766"/>
                  </a:lnTo>
                  <a:lnTo>
                    <a:pt x="3741503" y="1034766"/>
                  </a:lnTo>
                  <a:lnTo>
                    <a:pt x="3741597" y="1034766"/>
                  </a:lnTo>
                  <a:lnTo>
                    <a:pt x="3741691" y="1034766"/>
                  </a:lnTo>
                  <a:lnTo>
                    <a:pt x="3741785" y="1034766"/>
                  </a:lnTo>
                  <a:lnTo>
                    <a:pt x="3741879" y="1034766"/>
                  </a:lnTo>
                  <a:lnTo>
                    <a:pt x="3741973" y="1034766"/>
                  </a:lnTo>
                  <a:lnTo>
                    <a:pt x="3742067" y="1034766"/>
                  </a:lnTo>
                  <a:lnTo>
                    <a:pt x="3742161" y="1034766"/>
                  </a:lnTo>
                  <a:lnTo>
                    <a:pt x="3742255" y="1034766"/>
                  </a:lnTo>
                  <a:lnTo>
                    <a:pt x="3742349" y="1034766"/>
                  </a:lnTo>
                  <a:lnTo>
                    <a:pt x="3742443" y="1034766"/>
                  </a:lnTo>
                  <a:lnTo>
                    <a:pt x="3742537" y="1034766"/>
                  </a:lnTo>
                  <a:lnTo>
                    <a:pt x="3742631" y="1034766"/>
                  </a:lnTo>
                  <a:lnTo>
                    <a:pt x="3742726" y="1034766"/>
                  </a:lnTo>
                  <a:lnTo>
                    <a:pt x="3742820" y="1034766"/>
                  </a:lnTo>
                  <a:lnTo>
                    <a:pt x="3742914" y="1034766"/>
                  </a:lnTo>
                  <a:lnTo>
                    <a:pt x="3743008" y="1034766"/>
                  </a:lnTo>
                  <a:lnTo>
                    <a:pt x="3743102" y="1034766"/>
                  </a:lnTo>
                  <a:lnTo>
                    <a:pt x="3743196" y="1034766"/>
                  </a:lnTo>
                  <a:lnTo>
                    <a:pt x="3743290" y="1034766"/>
                  </a:lnTo>
                  <a:lnTo>
                    <a:pt x="3743384" y="1034766"/>
                  </a:lnTo>
                  <a:lnTo>
                    <a:pt x="3743478" y="1034766"/>
                  </a:lnTo>
                  <a:lnTo>
                    <a:pt x="3743572" y="1034766"/>
                  </a:lnTo>
                  <a:lnTo>
                    <a:pt x="3743666" y="1034766"/>
                  </a:lnTo>
                  <a:lnTo>
                    <a:pt x="3743760" y="1034766"/>
                  </a:lnTo>
                  <a:lnTo>
                    <a:pt x="3743854" y="1034766"/>
                  </a:lnTo>
                  <a:lnTo>
                    <a:pt x="3743948" y="1034766"/>
                  </a:lnTo>
                  <a:lnTo>
                    <a:pt x="3744042" y="1034766"/>
                  </a:lnTo>
                  <a:lnTo>
                    <a:pt x="3744136" y="1034766"/>
                  </a:lnTo>
                  <a:lnTo>
                    <a:pt x="3744230" y="1034766"/>
                  </a:lnTo>
                  <a:lnTo>
                    <a:pt x="3744324" y="1034766"/>
                  </a:lnTo>
                  <a:lnTo>
                    <a:pt x="3744418" y="1034766"/>
                  </a:lnTo>
                  <a:lnTo>
                    <a:pt x="3744512" y="1034766"/>
                  </a:lnTo>
                  <a:lnTo>
                    <a:pt x="3744606" y="1034766"/>
                  </a:lnTo>
                  <a:lnTo>
                    <a:pt x="3744700" y="1034766"/>
                  </a:lnTo>
                  <a:lnTo>
                    <a:pt x="3744794" y="1034766"/>
                  </a:lnTo>
                  <a:lnTo>
                    <a:pt x="3744888" y="1034766"/>
                  </a:lnTo>
                  <a:lnTo>
                    <a:pt x="3744982" y="1034766"/>
                  </a:lnTo>
                  <a:lnTo>
                    <a:pt x="3745076" y="1034766"/>
                  </a:lnTo>
                  <a:lnTo>
                    <a:pt x="3745170" y="1034766"/>
                  </a:lnTo>
                  <a:lnTo>
                    <a:pt x="3745264" y="1034766"/>
                  </a:lnTo>
                  <a:lnTo>
                    <a:pt x="3745358" y="1034766"/>
                  </a:lnTo>
                  <a:lnTo>
                    <a:pt x="3745452" y="1034766"/>
                  </a:lnTo>
                  <a:lnTo>
                    <a:pt x="3745546" y="1034766"/>
                  </a:lnTo>
                  <a:lnTo>
                    <a:pt x="3745640" y="1034766"/>
                  </a:lnTo>
                  <a:lnTo>
                    <a:pt x="3745734" y="1034766"/>
                  </a:lnTo>
                  <a:lnTo>
                    <a:pt x="3745828" y="1034766"/>
                  </a:lnTo>
                  <a:lnTo>
                    <a:pt x="3745922" y="1034766"/>
                  </a:lnTo>
                  <a:lnTo>
                    <a:pt x="3746016" y="1034766"/>
                  </a:lnTo>
                  <a:lnTo>
                    <a:pt x="3746110" y="1034766"/>
                  </a:lnTo>
                  <a:lnTo>
                    <a:pt x="3746205" y="1034766"/>
                  </a:lnTo>
                  <a:lnTo>
                    <a:pt x="3746299" y="1034766"/>
                  </a:lnTo>
                  <a:lnTo>
                    <a:pt x="3746393" y="1034766"/>
                  </a:lnTo>
                  <a:lnTo>
                    <a:pt x="3746487" y="1034766"/>
                  </a:lnTo>
                  <a:lnTo>
                    <a:pt x="3746581" y="1034766"/>
                  </a:lnTo>
                  <a:lnTo>
                    <a:pt x="3746675" y="1034766"/>
                  </a:lnTo>
                  <a:lnTo>
                    <a:pt x="3746769" y="1034766"/>
                  </a:lnTo>
                  <a:lnTo>
                    <a:pt x="3746863" y="1034766"/>
                  </a:lnTo>
                  <a:lnTo>
                    <a:pt x="3746957" y="1034766"/>
                  </a:lnTo>
                  <a:lnTo>
                    <a:pt x="3747051" y="1034766"/>
                  </a:lnTo>
                  <a:lnTo>
                    <a:pt x="3747145" y="1034766"/>
                  </a:lnTo>
                  <a:lnTo>
                    <a:pt x="3747239" y="1034766"/>
                  </a:lnTo>
                  <a:lnTo>
                    <a:pt x="3747333" y="1034766"/>
                  </a:lnTo>
                  <a:lnTo>
                    <a:pt x="3747427" y="1034766"/>
                  </a:lnTo>
                  <a:lnTo>
                    <a:pt x="3747521" y="1034766"/>
                  </a:lnTo>
                  <a:lnTo>
                    <a:pt x="3747615" y="1034766"/>
                  </a:lnTo>
                  <a:lnTo>
                    <a:pt x="3747709" y="1034766"/>
                  </a:lnTo>
                  <a:lnTo>
                    <a:pt x="3747803" y="1034766"/>
                  </a:lnTo>
                  <a:lnTo>
                    <a:pt x="3747897" y="1034766"/>
                  </a:lnTo>
                  <a:lnTo>
                    <a:pt x="3747991" y="1034766"/>
                  </a:lnTo>
                  <a:lnTo>
                    <a:pt x="3748085" y="1034766"/>
                  </a:lnTo>
                  <a:lnTo>
                    <a:pt x="3748179" y="1034766"/>
                  </a:lnTo>
                  <a:lnTo>
                    <a:pt x="3748273" y="1034766"/>
                  </a:lnTo>
                  <a:lnTo>
                    <a:pt x="3748367" y="1034766"/>
                  </a:lnTo>
                  <a:lnTo>
                    <a:pt x="3748461" y="1034766"/>
                  </a:lnTo>
                  <a:lnTo>
                    <a:pt x="3748555" y="1034766"/>
                  </a:lnTo>
                  <a:lnTo>
                    <a:pt x="3748649" y="1034766"/>
                  </a:lnTo>
                  <a:lnTo>
                    <a:pt x="3748743" y="1034766"/>
                  </a:lnTo>
                  <a:lnTo>
                    <a:pt x="3748837" y="1034766"/>
                  </a:lnTo>
                  <a:lnTo>
                    <a:pt x="3748931" y="1034766"/>
                  </a:lnTo>
                  <a:lnTo>
                    <a:pt x="3749025" y="1034766"/>
                  </a:lnTo>
                  <a:lnTo>
                    <a:pt x="3749119" y="1034766"/>
                  </a:lnTo>
                  <a:lnTo>
                    <a:pt x="3749213" y="1034766"/>
                  </a:lnTo>
                  <a:lnTo>
                    <a:pt x="3749307" y="1034766"/>
                  </a:lnTo>
                  <a:lnTo>
                    <a:pt x="3749401" y="1034766"/>
                  </a:lnTo>
                  <a:lnTo>
                    <a:pt x="3749495" y="1034766"/>
                  </a:lnTo>
                  <a:lnTo>
                    <a:pt x="3749589" y="1034766"/>
                  </a:lnTo>
                  <a:lnTo>
                    <a:pt x="3749683" y="1034766"/>
                  </a:lnTo>
                  <a:lnTo>
                    <a:pt x="3749778" y="1034766"/>
                  </a:lnTo>
                  <a:lnTo>
                    <a:pt x="3749872" y="1034766"/>
                  </a:lnTo>
                  <a:lnTo>
                    <a:pt x="3749966" y="1034766"/>
                  </a:lnTo>
                  <a:lnTo>
                    <a:pt x="3750060" y="1034766"/>
                  </a:lnTo>
                  <a:lnTo>
                    <a:pt x="3750154" y="1034766"/>
                  </a:lnTo>
                  <a:lnTo>
                    <a:pt x="3750248" y="1034766"/>
                  </a:lnTo>
                  <a:lnTo>
                    <a:pt x="3750342" y="1034766"/>
                  </a:lnTo>
                  <a:lnTo>
                    <a:pt x="3750436" y="1034766"/>
                  </a:lnTo>
                  <a:lnTo>
                    <a:pt x="3750530" y="1034766"/>
                  </a:lnTo>
                  <a:lnTo>
                    <a:pt x="3750624" y="1034766"/>
                  </a:lnTo>
                  <a:lnTo>
                    <a:pt x="3750718" y="1034766"/>
                  </a:lnTo>
                  <a:lnTo>
                    <a:pt x="3750812" y="1034766"/>
                  </a:lnTo>
                  <a:lnTo>
                    <a:pt x="3750906" y="1034766"/>
                  </a:lnTo>
                  <a:lnTo>
                    <a:pt x="3751000" y="1034766"/>
                  </a:lnTo>
                  <a:lnTo>
                    <a:pt x="3751094" y="1034766"/>
                  </a:lnTo>
                  <a:lnTo>
                    <a:pt x="3751188" y="1034766"/>
                  </a:lnTo>
                  <a:lnTo>
                    <a:pt x="3751282" y="1034766"/>
                  </a:lnTo>
                  <a:lnTo>
                    <a:pt x="3751376" y="1034766"/>
                  </a:lnTo>
                  <a:lnTo>
                    <a:pt x="3751470" y="1034766"/>
                  </a:lnTo>
                  <a:lnTo>
                    <a:pt x="3751564" y="1034766"/>
                  </a:lnTo>
                  <a:lnTo>
                    <a:pt x="3751658" y="1034766"/>
                  </a:lnTo>
                  <a:lnTo>
                    <a:pt x="3751752" y="1034766"/>
                  </a:lnTo>
                  <a:lnTo>
                    <a:pt x="3751846" y="1034766"/>
                  </a:lnTo>
                  <a:lnTo>
                    <a:pt x="3751940" y="1034766"/>
                  </a:lnTo>
                  <a:lnTo>
                    <a:pt x="3752034" y="1034766"/>
                  </a:lnTo>
                  <a:lnTo>
                    <a:pt x="3752128" y="1034766"/>
                  </a:lnTo>
                  <a:lnTo>
                    <a:pt x="3752222" y="1034766"/>
                  </a:lnTo>
                  <a:lnTo>
                    <a:pt x="3752316" y="1034766"/>
                  </a:lnTo>
                  <a:lnTo>
                    <a:pt x="3752410" y="1034766"/>
                  </a:lnTo>
                  <a:lnTo>
                    <a:pt x="3752504" y="1034766"/>
                  </a:lnTo>
                  <a:lnTo>
                    <a:pt x="3752598" y="1034766"/>
                  </a:lnTo>
                  <a:lnTo>
                    <a:pt x="3752692" y="1034766"/>
                  </a:lnTo>
                  <a:lnTo>
                    <a:pt x="3752786" y="1034766"/>
                  </a:lnTo>
                  <a:lnTo>
                    <a:pt x="3752880" y="1034766"/>
                  </a:lnTo>
                  <a:lnTo>
                    <a:pt x="3752974" y="1034766"/>
                  </a:lnTo>
                  <a:lnTo>
                    <a:pt x="3753068" y="1034766"/>
                  </a:lnTo>
                  <a:lnTo>
                    <a:pt x="3753068" y="1029487"/>
                  </a:lnTo>
                  <a:lnTo>
                    <a:pt x="3753162" y="1029487"/>
                  </a:lnTo>
                  <a:lnTo>
                    <a:pt x="3753256" y="1029487"/>
                  </a:lnTo>
                  <a:lnTo>
                    <a:pt x="3753351" y="1029487"/>
                  </a:lnTo>
                  <a:lnTo>
                    <a:pt x="3753445" y="1029487"/>
                  </a:lnTo>
                  <a:lnTo>
                    <a:pt x="3753539" y="1029487"/>
                  </a:lnTo>
                  <a:lnTo>
                    <a:pt x="3753633" y="1029487"/>
                  </a:lnTo>
                  <a:lnTo>
                    <a:pt x="3753727" y="1029487"/>
                  </a:lnTo>
                  <a:lnTo>
                    <a:pt x="3753821" y="1029487"/>
                  </a:lnTo>
                  <a:lnTo>
                    <a:pt x="3753915" y="1029487"/>
                  </a:lnTo>
                  <a:lnTo>
                    <a:pt x="3754009" y="1029487"/>
                  </a:lnTo>
                  <a:lnTo>
                    <a:pt x="3754103" y="1029487"/>
                  </a:lnTo>
                  <a:lnTo>
                    <a:pt x="3754197" y="1029487"/>
                  </a:lnTo>
                  <a:lnTo>
                    <a:pt x="3754291" y="1029487"/>
                  </a:lnTo>
                  <a:lnTo>
                    <a:pt x="3754385" y="1029487"/>
                  </a:lnTo>
                  <a:lnTo>
                    <a:pt x="3754479" y="1029487"/>
                  </a:lnTo>
                  <a:lnTo>
                    <a:pt x="3754573" y="1029487"/>
                  </a:lnTo>
                  <a:lnTo>
                    <a:pt x="3754667" y="1029487"/>
                  </a:lnTo>
                  <a:lnTo>
                    <a:pt x="3754761" y="1029487"/>
                  </a:lnTo>
                  <a:lnTo>
                    <a:pt x="3754855" y="1029487"/>
                  </a:lnTo>
                  <a:lnTo>
                    <a:pt x="3754949" y="1029487"/>
                  </a:lnTo>
                  <a:lnTo>
                    <a:pt x="3755043" y="1029487"/>
                  </a:lnTo>
                  <a:lnTo>
                    <a:pt x="3755137" y="1029487"/>
                  </a:lnTo>
                  <a:lnTo>
                    <a:pt x="3755231" y="1029487"/>
                  </a:lnTo>
                  <a:lnTo>
                    <a:pt x="3755325" y="1029487"/>
                  </a:lnTo>
                  <a:lnTo>
                    <a:pt x="3755419" y="1029487"/>
                  </a:lnTo>
                  <a:lnTo>
                    <a:pt x="3755513" y="1029487"/>
                  </a:lnTo>
                  <a:lnTo>
                    <a:pt x="3755607" y="1029487"/>
                  </a:lnTo>
                  <a:lnTo>
                    <a:pt x="3755701" y="1029487"/>
                  </a:lnTo>
                  <a:lnTo>
                    <a:pt x="3755795" y="1029487"/>
                  </a:lnTo>
                  <a:lnTo>
                    <a:pt x="3755889" y="1029487"/>
                  </a:lnTo>
                  <a:lnTo>
                    <a:pt x="3755983" y="1029487"/>
                  </a:lnTo>
                  <a:lnTo>
                    <a:pt x="3756077" y="1029487"/>
                  </a:lnTo>
                  <a:lnTo>
                    <a:pt x="3756171" y="1029487"/>
                  </a:lnTo>
                  <a:lnTo>
                    <a:pt x="3756265" y="1029487"/>
                  </a:lnTo>
                  <a:lnTo>
                    <a:pt x="3756359" y="1029487"/>
                  </a:lnTo>
                  <a:lnTo>
                    <a:pt x="3756453" y="1029487"/>
                  </a:lnTo>
                  <a:lnTo>
                    <a:pt x="3756547" y="1029487"/>
                  </a:lnTo>
                  <a:lnTo>
                    <a:pt x="3756641" y="1029487"/>
                  </a:lnTo>
                  <a:lnTo>
                    <a:pt x="3756735" y="1029487"/>
                  </a:lnTo>
                  <a:lnTo>
                    <a:pt x="3756830" y="1029487"/>
                  </a:lnTo>
                  <a:lnTo>
                    <a:pt x="3756924" y="1029487"/>
                  </a:lnTo>
                  <a:lnTo>
                    <a:pt x="3757018" y="1029487"/>
                  </a:lnTo>
                  <a:lnTo>
                    <a:pt x="3757112" y="1029487"/>
                  </a:lnTo>
                  <a:lnTo>
                    <a:pt x="3757206" y="1029487"/>
                  </a:lnTo>
                  <a:lnTo>
                    <a:pt x="3757300" y="1029487"/>
                  </a:lnTo>
                  <a:lnTo>
                    <a:pt x="3757394" y="1029487"/>
                  </a:lnTo>
                  <a:lnTo>
                    <a:pt x="3757488" y="1029487"/>
                  </a:lnTo>
                  <a:lnTo>
                    <a:pt x="3757582" y="1029487"/>
                  </a:lnTo>
                  <a:lnTo>
                    <a:pt x="3757676" y="1029487"/>
                  </a:lnTo>
                  <a:lnTo>
                    <a:pt x="3757770" y="1029487"/>
                  </a:lnTo>
                  <a:lnTo>
                    <a:pt x="3757864" y="1029487"/>
                  </a:lnTo>
                  <a:lnTo>
                    <a:pt x="3757958" y="1029487"/>
                  </a:lnTo>
                  <a:lnTo>
                    <a:pt x="3758052" y="1029487"/>
                  </a:lnTo>
                  <a:lnTo>
                    <a:pt x="3758146" y="1029487"/>
                  </a:lnTo>
                  <a:lnTo>
                    <a:pt x="3758240" y="1029487"/>
                  </a:lnTo>
                  <a:lnTo>
                    <a:pt x="3758334" y="1029487"/>
                  </a:lnTo>
                  <a:lnTo>
                    <a:pt x="3758428" y="1029487"/>
                  </a:lnTo>
                  <a:lnTo>
                    <a:pt x="3758522" y="1029487"/>
                  </a:lnTo>
                  <a:lnTo>
                    <a:pt x="3758616" y="1029487"/>
                  </a:lnTo>
                  <a:lnTo>
                    <a:pt x="3758710" y="1029487"/>
                  </a:lnTo>
                  <a:lnTo>
                    <a:pt x="3758804" y="1029487"/>
                  </a:lnTo>
                  <a:lnTo>
                    <a:pt x="3758898" y="1029487"/>
                  </a:lnTo>
                  <a:lnTo>
                    <a:pt x="3758992" y="1029487"/>
                  </a:lnTo>
                  <a:lnTo>
                    <a:pt x="3759086" y="1029487"/>
                  </a:lnTo>
                  <a:lnTo>
                    <a:pt x="3759180" y="1029487"/>
                  </a:lnTo>
                  <a:lnTo>
                    <a:pt x="3759180" y="1024207"/>
                  </a:lnTo>
                  <a:lnTo>
                    <a:pt x="3759274" y="1024207"/>
                  </a:lnTo>
                  <a:lnTo>
                    <a:pt x="3759368" y="1024207"/>
                  </a:lnTo>
                  <a:lnTo>
                    <a:pt x="3759462" y="1024207"/>
                  </a:lnTo>
                  <a:lnTo>
                    <a:pt x="3759556" y="1024207"/>
                  </a:lnTo>
                  <a:lnTo>
                    <a:pt x="3759650" y="1024207"/>
                  </a:lnTo>
                  <a:lnTo>
                    <a:pt x="3759744" y="1024207"/>
                  </a:lnTo>
                  <a:lnTo>
                    <a:pt x="3759838" y="1024207"/>
                  </a:lnTo>
                  <a:lnTo>
                    <a:pt x="3759932" y="1024207"/>
                  </a:lnTo>
                  <a:lnTo>
                    <a:pt x="3760026" y="1024207"/>
                  </a:lnTo>
                  <a:lnTo>
                    <a:pt x="3760120" y="1024207"/>
                  </a:lnTo>
                  <a:lnTo>
                    <a:pt x="3760214" y="1024207"/>
                  </a:lnTo>
                  <a:lnTo>
                    <a:pt x="3760308" y="1024207"/>
                  </a:lnTo>
                  <a:lnTo>
                    <a:pt x="3760403" y="1024207"/>
                  </a:lnTo>
                  <a:lnTo>
                    <a:pt x="3760497" y="1024207"/>
                  </a:lnTo>
                  <a:lnTo>
                    <a:pt x="3760591" y="1024207"/>
                  </a:lnTo>
                  <a:lnTo>
                    <a:pt x="3760685" y="1024207"/>
                  </a:lnTo>
                  <a:lnTo>
                    <a:pt x="3760779" y="1024207"/>
                  </a:lnTo>
                  <a:lnTo>
                    <a:pt x="3760873" y="1024207"/>
                  </a:lnTo>
                  <a:lnTo>
                    <a:pt x="3760967" y="1024207"/>
                  </a:lnTo>
                  <a:lnTo>
                    <a:pt x="3761061" y="1024207"/>
                  </a:lnTo>
                  <a:lnTo>
                    <a:pt x="3761155" y="1024207"/>
                  </a:lnTo>
                  <a:lnTo>
                    <a:pt x="3761249" y="1024207"/>
                  </a:lnTo>
                  <a:lnTo>
                    <a:pt x="3761343" y="1024207"/>
                  </a:lnTo>
                  <a:lnTo>
                    <a:pt x="3761437" y="1024207"/>
                  </a:lnTo>
                  <a:lnTo>
                    <a:pt x="3761531" y="1024207"/>
                  </a:lnTo>
                  <a:lnTo>
                    <a:pt x="3761625" y="1024207"/>
                  </a:lnTo>
                  <a:lnTo>
                    <a:pt x="3761719" y="1024207"/>
                  </a:lnTo>
                  <a:lnTo>
                    <a:pt x="3761813" y="1024207"/>
                  </a:lnTo>
                  <a:lnTo>
                    <a:pt x="3761907" y="1024207"/>
                  </a:lnTo>
                  <a:lnTo>
                    <a:pt x="3762001" y="1024207"/>
                  </a:lnTo>
                  <a:lnTo>
                    <a:pt x="3762095" y="1024207"/>
                  </a:lnTo>
                  <a:lnTo>
                    <a:pt x="3762189" y="1024207"/>
                  </a:lnTo>
                  <a:lnTo>
                    <a:pt x="3762283" y="1024207"/>
                  </a:lnTo>
                  <a:lnTo>
                    <a:pt x="3762377" y="1024207"/>
                  </a:lnTo>
                  <a:lnTo>
                    <a:pt x="3762471" y="1024207"/>
                  </a:lnTo>
                  <a:lnTo>
                    <a:pt x="3762565" y="1024207"/>
                  </a:lnTo>
                  <a:lnTo>
                    <a:pt x="3762659" y="1024207"/>
                  </a:lnTo>
                  <a:lnTo>
                    <a:pt x="3762753" y="1024207"/>
                  </a:lnTo>
                  <a:lnTo>
                    <a:pt x="3762847" y="1024207"/>
                  </a:lnTo>
                  <a:lnTo>
                    <a:pt x="3762941" y="1024207"/>
                  </a:lnTo>
                  <a:lnTo>
                    <a:pt x="3763035" y="1024207"/>
                  </a:lnTo>
                  <a:lnTo>
                    <a:pt x="3763129" y="1024207"/>
                  </a:lnTo>
                  <a:lnTo>
                    <a:pt x="3763223" y="1024207"/>
                  </a:lnTo>
                  <a:lnTo>
                    <a:pt x="3763317" y="1024207"/>
                  </a:lnTo>
                  <a:lnTo>
                    <a:pt x="3763411" y="1024207"/>
                  </a:lnTo>
                  <a:lnTo>
                    <a:pt x="3763505" y="1024207"/>
                  </a:lnTo>
                  <a:lnTo>
                    <a:pt x="3763599" y="1024207"/>
                  </a:lnTo>
                  <a:lnTo>
                    <a:pt x="3763693" y="1024207"/>
                  </a:lnTo>
                  <a:lnTo>
                    <a:pt x="3763787" y="1024207"/>
                  </a:lnTo>
                  <a:lnTo>
                    <a:pt x="3763881" y="1024207"/>
                  </a:lnTo>
                  <a:lnTo>
                    <a:pt x="3763976" y="1024207"/>
                  </a:lnTo>
                  <a:lnTo>
                    <a:pt x="3764070" y="1024207"/>
                  </a:lnTo>
                  <a:lnTo>
                    <a:pt x="3764164" y="1024207"/>
                  </a:lnTo>
                  <a:lnTo>
                    <a:pt x="3764258" y="1024207"/>
                  </a:lnTo>
                  <a:lnTo>
                    <a:pt x="3764352" y="1024207"/>
                  </a:lnTo>
                  <a:lnTo>
                    <a:pt x="3764446" y="1024207"/>
                  </a:lnTo>
                  <a:lnTo>
                    <a:pt x="3764540" y="1024207"/>
                  </a:lnTo>
                  <a:lnTo>
                    <a:pt x="3764634" y="1024207"/>
                  </a:lnTo>
                  <a:lnTo>
                    <a:pt x="3764728" y="1024207"/>
                  </a:lnTo>
                  <a:lnTo>
                    <a:pt x="3764822" y="1024207"/>
                  </a:lnTo>
                  <a:lnTo>
                    <a:pt x="3764916" y="1024207"/>
                  </a:lnTo>
                  <a:lnTo>
                    <a:pt x="3765010" y="1024207"/>
                  </a:lnTo>
                  <a:lnTo>
                    <a:pt x="3765104" y="1024207"/>
                  </a:lnTo>
                  <a:lnTo>
                    <a:pt x="3765198" y="1024207"/>
                  </a:lnTo>
                  <a:lnTo>
                    <a:pt x="3765292" y="1024207"/>
                  </a:lnTo>
                  <a:lnTo>
                    <a:pt x="3765386" y="1024207"/>
                  </a:lnTo>
                  <a:lnTo>
                    <a:pt x="3765480" y="1024207"/>
                  </a:lnTo>
                  <a:lnTo>
                    <a:pt x="3765574" y="1024207"/>
                  </a:lnTo>
                  <a:lnTo>
                    <a:pt x="3765668" y="1024207"/>
                  </a:lnTo>
                  <a:lnTo>
                    <a:pt x="3765762" y="1024207"/>
                  </a:lnTo>
                  <a:lnTo>
                    <a:pt x="3765856" y="1024207"/>
                  </a:lnTo>
                  <a:lnTo>
                    <a:pt x="3765950" y="1024207"/>
                  </a:lnTo>
                  <a:lnTo>
                    <a:pt x="3766044" y="1024207"/>
                  </a:lnTo>
                  <a:lnTo>
                    <a:pt x="3766138" y="1024207"/>
                  </a:lnTo>
                  <a:lnTo>
                    <a:pt x="3766232" y="1024207"/>
                  </a:lnTo>
                  <a:lnTo>
                    <a:pt x="3766326" y="1024207"/>
                  </a:lnTo>
                  <a:lnTo>
                    <a:pt x="3766420" y="1024207"/>
                  </a:lnTo>
                  <a:lnTo>
                    <a:pt x="3766514" y="1024207"/>
                  </a:lnTo>
                  <a:lnTo>
                    <a:pt x="3766608" y="1024207"/>
                  </a:lnTo>
                  <a:lnTo>
                    <a:pt x="3766702" y="1024207"/>
                  </a:lnTo>
                  <a:lnTo>
                    <a:pt x="3766796" y="1024207"/>
                  </a:lnTo>
                  <a:lnTo>
                    <a:pt x="3766890" y="1024207"/>
                  </a:lnTo>
                  <a:lnTo>
                    <a:pt x="3766984" y="1024207"/>
                  </a:lnTo>
                  <a:lnTo>
                    <a:pt x="3767078" y="1024207"/>
                  </a:lnTo>
                  <a:lnTo>
                    <a:pt x="3767172" y="1024207"/>
                  </a:lnTo>
                  <a:lnTo>
                    <a:pt x="3767266" y="1024207"/>
                  </a:lnTo>
                  <a:lnTo>
                    <a:pt x="3767360" y="1024207"/>
                  </a:lnTo>
                  <a:lnTo>
                    <a:pt x="3767455" y="1024207"/>
                  </a:lnTo>
                  <a:lnTo>
                    <a:pt x="3767549" y="1024207"/>
                  </a:lnTo>
                  <a:lnTo>
                    <a:pt x="3767643" y="1024207"/>
                  </a:lnTo>
                  <a:lnTo>
                    <a:pt x="3767737" y="1024207"/>
                  </a:lnTo>
                  <a:lnTo>
                    <a:pt x="3767831" y="1024207"/>
                  </a:lnTo>
                  <a:lnTo>
                    <a:pt x="3767925" y="1024207"/>
                  </a:lnTo>
                  <a:lnTo>
                    <a:pt x="3768019" y="1024207"/>
                  </a:lnTo>
                  <a:lnTo>
                    <a:pt x="3768113" y="1024207"/>
                  </a:lnTo>
                  <a:lnTo>
                    <a:pt x="3768207" y="1024207"/>
                  </a:lnTo>
                  <a:lnTo>
                    <a:pt x="3768301" y="1024207"/>
                  </a:lnTo>
                  <a:lnTo>
                    <a:pt x="3768395" y="1024207"/>
                  </a:lnTo>
                  <a:lnTo>
                    <a:pt x="3768489" y="1024207"/>
                  </a:lnTo>
                  <a:lnTo>
                    <a:pt x="3768583" y="1024207"/>
                  </a:lnTo>
                  <a:lnTo>
                    <a:pt x="3768677" y="1024207"/>
                  </a:lnTo>
                  <a:lnTo>
                    <a:pt x="3768771" y="1024207"/>
                  </a:lnTo>
                  <a:lnTo>
                    <a:pt x="3768865" y="1024207"/>
                  </a:lnTo>
                  <a:lnTo>
                    <a:pt x="3768959" y="1024207"/>
                  </a:lnTo>
                  <a:lnTo>
                    <a:pt x="3769053" y="1024207"/>
                  </a:lnTo>
                  <a:lnTo>
                    <a:pt x="3769147" y="1024207"/>
                  </a:lnTo>
                  <a:lnTo>
                    <a:pt x="3769241" y="1024207"/>
                  </a:lnTo>
                  <a:lnTo>
                    <a:pt x="3769335" y="1024207"/>
                  </a:lnTo>
                  <a:lnTo>
                    <a:pt x="3769429" y="1024207"/>
                  </a:lnTo>
                  <a:lnTo>
                    <a:pt x="3769523" y="1024207"/>
                  </a:lnTo>
                  <a:lnTo>
                    <a:pt x="3769617" y="1024207"/>
                  </a:lnTo>
                  <a:lnTo>
                    <a:pt x="3769711" y="1024207"/>
                  </a:lnTo>
                  <a:lnTo>
                    <a:pt x="3769805" y="1024207"/>
                  </a:lnTo>
                  <a:lnTo>
                    <a:pt x="3769899" y="1024207"/>
                  </a:lnTo>
                  <a:lnTo>
                    <a:pt x="3769993" y="1024207"/>
                  </a:lnTo>
                  <a:lnTo>
                    <a:pt x="3770087" y="1024207"/>
                  </a:lnTo>
                  <a:lnTo>
                    <a:pt x="3770181" y="1024207"/>
                  </a:lnTo>
                  <a:lnTo>
                    <a:pt x="3770275" y="1024207"/>
                  </a:lnTo>
                  <a:lnTo>
                    <a:pt x="3770369" y="1024207"/>
                  </a:lnTo>
                  <a:lnTo>
                    <a:pt x="3770463" y="1024207"/>
                  </a:lnTo>
                  <a:lnTo>
                    <a:pt x="3770557" y="1024207"/>
                  </a:lnTo>
                  <a:lnTo>
                    <a:pt x="3770651" y="1024207"/>
                  </a:lnTo>
                  <a:lnTo>
                    <a:pt x="3770651" y="1018928"/>
                  </a:lnTo>
                  <a:lnTo>
                    <a:pt x="3770745" y="1018928"/>
                  </a:lnTo>
                  <a:lnTo>
                    <a:pt x="3770839" y="1018928"/>
                  </a:lnTo>
                  <a:lnTo>
                    <a:pt x="3770933" y="1018928"/>
                  </a:lnTo>
                  <a:lnTo>
                    <a:pt x="3771028" y="1018928"/>
                  </a:lnTo>
                  <a:lnTo>
                    <a:pt x="3771122" y="1018928"/>
                  </a:lnTo>
                  <a:lnTo>
                    <a:pt x="3771216" y="1018928"/>
                  </a:lnTo>
                  <a:lnTo>
                    <a:pt x="3771310" y="1018928"/>
                  </a:lnTo>
                  <a:lnTo>
                    <a:pt x="3771404" y="1018928"/>
                  </a:lnTo>
                  <a:lnTo>
                    <a:pt x="3771498" y="1018928"/>
                  </a:lnTo>
                  <a:lnTo>
                    <a:pt x="3771592" y="1018928"/>
                  </a:lnTo>
                  <a:lnTo>
                    <a:pt x="3771686" y="1018928"/>
                  </a:lnTo>
                  <a:lnTo>
                    <a:pt x="3771780" y="1018928"/>
                  </a:lnTo>
                  <a:lnTo>
                    <a:pt x="3771874" y="1018928"/>
                  </a:lnTo>
                  <a:lnTo>
                    <a:pt x="3771968" y="1018928"/>
                  </a:lnTo>
                  <a:lnTo>
                    <a:pt x="3772062" y="1018928"/>
                  </a:lnTo>
                  <a:lnTo>
                    <a:pt x="3772156" y="1018928"/>
                  </a:lnTo>
                  <a:lnTo>
                    <a:pt x="3772250" y="1018928"/>
                  </a:lnTo>
                  <a:lnTo>
                    <a:pt x="3772344" y="1018928"/>
                  </a:lnTo>
                  <a:lnTo>
                    <a:pt x="3772438" y="1018928"/>
                  </a:lnTo>
                  <a:lnTo>
                    <a:pt x="3772532" y="1018928"/>
                  </a:lnTo>
                  <a:lnTo>
                    <a:pt x="3772626" y="1018928"/>
                  </a:lnTo>
                  <a:lnTo>
                    <a:pt x="3772720" y="1018928"/>
                  </a:lnTo>
                  <a:lnTo>
                    <a:pt x="3772814" y="1018928"/>
                  </a:lnTo>
                  <a:lnTo>
                    <a:pt x="3772908" y="1018928"/>
                  </a:lnTo>
                  <a:lnTo>
                    <a:pt x="3773002" y="1018928"/>
                  </a:lnTo>
                  <a:lnTo>
                    <a:pt x="3773096" y="1018928"/>
                  </a:lnTo>
                  <a:lnTo>
                    <a:pt x="3773190" y="1018928"/>
                  </a:lnTo>
                  <a:lnTo>
                    <a:pt x="3773284" y="1018928"/>
                  </a:lnTo>
                  <a:lnTo>
                    <a:pt x="3773378" y="1018928"/>
                  </a:lnTo>
                  <a:lnTo>
                    <a:pt x="3773472" y="1018928"/>
                  </a:lnTo>
                  <a:lnTo>
                    <a:pt x="3773566" y="1018928"/>
                  </a:lnTo>
                  <a:lnTo>
                    <a:pt x="3773660" y="1018928"/>
                  </a:lnTo>
                  <a:lnTo>
                    <a:pt x="3773754" y="1018928"/>
                  </a:lnTo>
                  <a:lnTo>
                    <a:pt x="3773848" y="1018928"/>
                  </a:lnTo>
                  <a:lnTo>
                    <a:pt x="3773942" y="1018928"/>
                  </a:lnTo>
                  <a:lnTo>
                    <a:pt x="3774036" y="1018928"/>
                  </a:lnTo>
                  <a:lnTo>
                    <a:pt x="3774130" y="1018928"/>
                  </a:lnTo>
                  <a:lnTo>
                    <a:pt x="3774224" y="1018928"/>
                  </a:lnTo>
                  <a:lnTo>
                    <a:pt x="3774318" y="1018928"/>
                  </a:lnTo>
                  <a:lnTo>
                    <a:pt x="3774412" y="1018928"/>
                  </a:lnTo>
                  <a:lnTo>
                    <a:pt x="3774506" y="1018928"/>
                  </a:lnTo>
                  <a:lnTo>
                    <a:pt x="3774506" y="1013648"/>
                  </a:lnTo>
                  <a:lnTo>
                    <a:pt x="3774601" y="1013648"/>
                  </a:lnTo>
                  <a:lnTo>
                    <a:pt x="3774695" y="1013648"/>
                  </a:lnTo>
                  <a:lnTo>
                    <a:pt x="3774789" y="1013648"/>
                  </a:lnTo>
                  <a:lnTo>
                    <a:pt x="3774883" y="1013648"/>
                  </a:lnTo>
                  <a:lnTo>
                    <a:pt x="3774977" y="1013648"/>
                  </a:lnTo>
                  <a:lnTo>
                    <a:pt x="3775071" y="1013648"/>
                  </a:lnTo>
                  <a:lnTo>
                    <a:pt x="3775165" y="1013648"/>
                  </a:lnTo>
                  <a:lnTo>
                    <a:pt x="3775259" y="1013648"/>
                  </a:lnTo>
                  <a:lnTo>
                    <a:pt x="3775259" y="1008369"/>
                  </a:lnTo>
                  <a:lnTo>
                    <a:pt x="3775353" y="1008369"/>
                  </a:lnTo>
                  <a:lnTo>
                    <a:pt x="3775447" y="1008369"/>
                  </a:lnTo>
                  <a:lnTo>
                    <a:pt x="3775541" y="1008369"/>
                  </a:lnTo>
                  <a:lnTo>
                    <a:pt x="3775635" y="1008369"/>
                  </a:lnTo>
                  <a:lnTo>
                    <a:pt x="3775729" y="1008369"/>
                  </a:lnTo>
                  <a:lnTo>
                    <a:pt x="3775823" y="1008369"/>
                  </a:lnTo>
                  <a:lnTo>
                    <a:pt x="3775917" y="1008369"/>
                  </a:lnTo>
                  <a:lnTo>
                    <a:pt x="3776011" y="1008369"/>
                  </a:lnTo>
                  <a:lnTo>
                    <a:pt x="3776105" y="1008369"/>
                  </a:lnTo>
                  <a:lnTo>
                    <a:pt x="3776199" y="1008369"/>
                  </a:lnTo>
                  <a:lnTo>
                    <a:pt x="3776293" y="1008369"/>
                  </a:lnTo>
                  <a:lnTo>
                    <a:pt x="3776387" y="1008369"/>
                  </a:lnTo>
                  <a:lnTo>
                    <a:pt x="3776481" y="1008369"/>
                  </a:lnTo>
                  <a:lnTo>
                    <a:pt x="3776575" y="1008369"/>
                  </a:lnTo>
                  <a:lnTo>
                    <a:pt x="3776669" y="1008369"/>
                  </a:lnTo>
                  <a:lnTo>
                    <a:pt x="3776763" y="1008369"/>
                  </a:lnTo>
                  <a:lnTo>
                    <a:pt x="3776857" y="1008369"/>
                  </a:lnTo>
                  <a:lnTo>
                    <a:pt x="3776951" y="1008369"/>
                  </a:lnTo>
                  <a:lnTo>
                    <a:pt x="3777045" y="1008369"/>
                  </a:lnTo>
                  <a:lnTo>
                    <a:pt x="3777139" y="1008369"/>
                  </a:lnTo>
                  <a:lnTo>
                    <a:pt x="3777233" y="1008369"/>
                  </a:lnTo>
                  <a:lnTo>
                    <a:pt x="3777327" y="1008369"/>
                  </a:lnTo>
                  <a:lnTo>
                    <a:pt x="3777421" y="1008369"/>
                  </a:lnTo>
                  <a:lnTo>
                    <a:pt x="3777515" y="1008369"/>
                  </a:lnTo>
                  <a:lnTo>
                    <a:pt x="3777609" y="1008369"/>
                  </a:lnTo>
                  <a:lnTo>
                    <a:pt x="3777703" y="1008369"/>
                  </a:lnTo>
                  <a:lnTo>
                    <a:pt x="3777797" y="1008369"/>
                  </a:lnTo>
                  <a:lnTo>
                    <a:pt x="3777891" y="1008369"/>
                  </a:lnTo>
                  <a:lnTo>
                    <a:pt x="3777985" y="1008369"/>
                  </a:lnTo>
                  <a:lnTo>
                    <a:pt x="3778079" y="1008369"/>
                  </a:lnTo>
                  <a:lnTo>
                    <a:pt x="3778174" y="1008369"/>
                  </a:lnTo>
                  <a:lnTo>
                    <a:pt x="3778268" y="1008369"/>
                  </a:lnTo>
                  <a:lnTo>
                    <a:pt x="3778362" y="1008369"/>
                  </a:lnTo>
                  <a:lnTo>
                    <a:pt x="3778456" y="1008369"/>
                  </a:lnTo>
                  <a:lnTo>
                    <a:pt x="3778550" y="1008369"/>
                  </a:lnTo>
                  <a:lnTo>
                    <a:pt x="3778644" y="1008369"/>
                  </a:lnTo>
                  <a:lnTo>
                    <a:pt x="3778738" y="1008369"/>
                  </a:lnTo>
                  <a:lnTo>
                    <a:pt x="3778832" y="1008369"/>
                  </a:lnTo>
                  <a:lnTo>
                    <a:pt x="3778926" y="1008369"/>
                  </a:lnTo>
                  <a:lnTo>
                    <a:pt x="3779020" y="1008369"/>
                  </a:lnTo>
                  <a:lnTo>
                    <a:pt x="3779114" y="1008369"/>
                  </a:lnTo>
                  <a:lnTo>
                    <a:pt x="3779208" y="1008369"/>
                  </a:lnTo>
                  <a:lnTo>
                    <a:pt x="3779302" y="1008369"/>
                  </a:lnTo>
                  <a:lnTo>
                    <a:pt x="3779396" y="1008369"/>
                  </a:lnTo>
                  <a:lnTo>
                    <a:pt x="3779490" y="1008369"/>
                  </a:lnTo>
                  <a:lnTo>
                    <a:pt x="3779584" y="1008369"/>
                  </a:lnTo>
                  <a:lnTo>
                    <a:pt x="3779678" y="1008369"/>
                  </a:lnTo>
                  <a:lnTo>
                    <a:pt x="3779772" y="1008369"/>
                  </a:lnTo>
                  <a:lnTo>
                    <a:pt x="3779866" y="1008369"/>
                  </a:lnTo>
                  <a:lnTo>
                    <a:pt x="3779866" y="1003090"/>
                  </a:lnTo>
                  <a:lnTo>
                    <a:pt x="3779960" y="1003090"/>
                  </a:lnTo>
                  <a:lnTo>
                    <a:pt x="3780054" y="1003090"/>
                  </a:lnTo>
                  <a:lnTo>
                    <a:pt x="3780148" y="1003090"/>
                  </a:lnTo>
                  <a:lnTo>
                    <a:pt x="3780242" y="1003090"/>
                  </a:lnTo>
                  <a:lnTo>
                    <a:pt x="3780336" y="1003090"/>
                  </a:lnTo>
                  <a:lnTo>
                    <a:pt x="3780430" y="1003090"/>
                  </a:lnTo>
                  <a:lnTo>
                    <a:pt x="3780524" y="1003090"/>
                  </a:lnTo>
                  <a:lnTo>
                    <a:pt x="3780618" y="1003090"/>
                  </a:lnTo>
                  <a:lnTo>
                    <a:pt x="3780712" y="1003090"/>
                  </a:lnTo>
                  <a:lnTo>
                    <a:pt x="3780806" y="1003090"/>
                  </a:lnTo>
                  <a:lnTo>
                    <a:pt x="3780900" y="1003090"/>
                  </a:lnTo>
                  <a:lnTo>
                    <a:pt x="3780994" y="1003090"/>
                  </a:lnTo>
                  <a:lnTo>
                    <a:pt x="3781088" y="1003090"/>
                  </a:lnTo>
                  <a:lnTo>
                    <a:pt x="3781182" y="1003090"/>
                  </a:lnTo>
                  <a:lnTo>
                    <a:pt x="3781276" y="1003090"/>
                  </a:lnTo>
                  <a:lnTo>
                    <a:pt x="3781370" y="1003090"/>
                  </a:lnTo>
                  <a:lnTo>
                    <a:pt x="3781464" y="1003090"/>
                  </a:lnTo>
                  <a:lnTo>
                    <a:pt x="3781558" y="1003090"/>
                  </a:lnTo>
                  <a:lnTo>
                    <a:pt x="3781653" y="1003090"/>
                  </a:lnTo>
                  <a:lnTo>
                    <a:pt x="3781747" y="1003090"/>
                  </a:lnTo>
                  <a:lnTo>
                    <a:pt x="3781747" y="997810"/>
                  </a:lnTo>
                  <a:lnTo>
                    <a:pt x="3781841" y="997810"/>
                  </a:lnTo>
                  <a:lnTo>
                    <a:pt x="3781935" y="997810"/>
                  </a:lnTo>
                  <a:lnTo>
                    <a:pt x="3782029" y="997810"/>
                  </a:lnTo>
                  <a:lnTo>
                    <a:pt x="3782123" y="997810"/>
                  </a:lnTo>
                  <a:lnTo>
                    <a:pt x="3782217" y="997810"/>
                  </a:lnTo>
                  <a:lnTo>
                    <a:pt x="3782311" y="997810"/>
                  </a:lnTo>
                  <a:lnTo>
                    <a:pt x="3782405" y="997810"/>
                  </a:lnTo>
                  <a:lnTo>
                    <a:pt x="3782499" y="997810"/>
                  </a:lnTo>
                  <a:lnTo>
                    <a:pt x="3782593" y="997810"/>
                  </a:lnTo>
                  <a:lnTo>
                    <a:pt x="3782687" y="997810"/>
                  </a:lnTo>
                  <a:lnTo>
                    <a:pt x="3782781" y="997810"/>
                  </a:lnTo>
                  <a:lnTo>
                    <a:pt x="3782875" y="997810"/>
                  </a:lnTo>
                  <a:lnTo>
                    <a:pt x="3782969" y="997810"/>
                  </a:lnTo>
                  <a:lnTo>
                    <a:pt x="3783063" y="997810"/>
                  </a:lnTo>
                  <a:lnTo>
                    <a:pt x="3783157" y="997810"/>
                  </a:lnTo>
                  <a:lnTo>
                    <a:pt x="3783251" y="997810"/>
                  </a:lnTo>
                  <a:lnTo>
                    <a:pt x="3783345" y="997810"/>
                  </a:lnTo>
                  <a:lnTo>
                    <a:pt x="3783439" y="997810"/>
                  </a:lnTo>
                  <a:lnTo>
                    <a:pt x="3783533" y="997810"/>
                  </a:lnTo>
                  <a:lnTo>
                    <a:pt x="3783627" y="997810"/>
                  </a:lnTo>
                  <a:lnTo>
                    <a:pt x="3783721" y="997810"/>
                  </a:lnTo>
                  <a:lnTo>
                    <a:pt x="3783815" y="997810"/>
                  </a:lnTo>
                  <a:lnTo>
                    <a:pt x="3783909" y="997810"/>
                  </a:lnTo>
                  <a:lnTo>
                    <a:pt x="3784003" y="997810"/>
                  </a:lnTo>
                  <a:lnTo>
                    <a:pt x="3784097" y="997810"/>
                  </a:lnTo>
                  <a:lnTo>
                    <a:pt x="3784191" y="997810"/>
                  </a:lnTo>
                  <a:lnTo>
                    <a:pt x="3784285" y="997810"/>
                  </a:lnTo>
                  <a:lnTo>
                    <a:pt x="3784379" y="997810"/>
                  </a:lnTo>
                  <a:lnTo>
                    <a:pt x="3784473" y="997810"/>
                  </a:lnTo>
                  <a:lnTo>
                    <a:pt x="3784567" y="997810"/>
                  </a:lnTo>
                  <a:lnTo>
                    <a:pt x="3784661" y="997810"/>
                  </a:lnTo>
                  <a:lnTo>
                    <a:pt x="3784755" y="997810"/>
                  </a:lnTo>
                  <a:lnTo>
                    <a:pt x="3784849" y="997810"/>
                  </a:lnTo>
                  <a:lnTo>
                    <a:pt x="3784943" y="997810"/>
                  </a:lnTo>
                  <a:lnTo>
                    <a:pt x="3785037" y="997810"/>
                  </a:lnTo>
                  <a:lnTo>
                    <a:pt x="3785131" y="997810"/>
                  </a:lnTo>
                  <a:lnTo>
                    <a:pt x="3785226" y="997810"/>
                  </a:lnTo>
                  <a:lnTo>
                    <a:pt x="3785320" y="997810"/>
                  </a:lnTo>
                  <a:lnTo>
                    <a:pt x="3785414" y="997810"/>
                  </a:lnTo>
                  <a:lnTo>
                    <a:pt x="3785508" y="997810"/>
                  </a:lnTo>
                  <a:lnTo>
                    <a:pt x="3785602" y="997810"/>
                  </a:lnTo>
                  <a:lnTo>
                    <a:pt x="3785696" y="997810"/>
                  </a:lnTo>
                  <a:lnTo>
                    <a:pt x="3785790" y="997810"/>
                  </a:lnTo>
                  <a:lnTo>
                    <a:pt x="3785884" y="997810"/>
                  </a:lnTo>
                  <a:lnTo>
                    <a:pt x="3785978" y="997810"/>
                  </a:lnTo>
                  <a:lnTo>
                    <a:pt x="3786072" y="997810"/>
                  </a:lnTo>
                  <a:lnTo>
                    <a:pt x="3786166" y="997810"/>
                  </a:lnTo>
                  <a:lnTo>
                    <a:pt x="3786260" y="997810"/>
                  </a:lnTo>
                  <a:lnTo>
                    <a:pt x="3786354" y="997810"/>
                  </a:lnTo>
                  <a:lnTo>
                    <a:pt x="3786448" y="997810"/>
                  </a:lnTo>
                  <a:lnTo>
                    <a:pt x="3786542" y="997810"/>
                  </a:lnTo>
                  <a:lnTo>
                    <a:pt x="3786636" y="997810"/>
                  </a:lnTo>
                  <a:lnTo>
                    <a:pt x="3786730" y="997810"/>
                  </a:lnTo>
                  <a:lnTo>
                    <a:pt x="3786824" y="997810"/>
                  </a:lnTo>
                  <a:lnTo>
                    <a:pt x="3786918" y="997810"/>
                  </a:lnTo>
                  <a:lnTo>
                    <a:pt x="3787012" y="997810"/>
                  </a:lnTo>
                  <a:lnTo>
                    <a:pt x="3787106" y="997810"/>
                  </a:lnTo>
                  <a:lnTo>
                    <a:pt x="3787200" y="997810"/>
                  </a:lnTo>
                  <a:lnTo>
                    <a:pt x="3787294" y="997810"/>
                  </a:lnTo>
                  <a:lnTo>
                    <a:pt x="3787388" y="997810"/>
                  </a:lnTo>
                  <a:lnTo>
                    <a:pt x="3787482" y="997810"/>
                  </a:lnTo>
                  <a:lnTo>
                    <a:pt x="3787576" y="997810"/>
                  </a:lnTo>
                  <a:lnTo>
                    <a:pt x="3787670" y="997810"/>
                  </a:lnTo>
                  <a:lnTo>
                    <a:pt x="3787764" y="997810"/>
                  </a:lnTo>
                  <a:lnTo>
                    <a:pt x="3787858" y="997810"/>
                  </a:lnTo>
                  <a:lnTo>
                    <a:pt x="3787952" y="997810"/>
                  </a:lnTo>
                  <a:lnTo>
                    <a:pt x="3788046" y="997810"/>
                  </a:lnTo>
                  <a:lnTo>
                    <a:pt x="3788140" y="997810"/>
                  </a:lnTo>
                  <a:lnTo>
                    <a:pt x="3788140" y="992531"/>
                  </a:lnTo>
                  <a:lnTo>
                    <a:pt x="3788140" y="987251"/>
                  </a:lnTo>
                  <a:lnTo>
                    <a:pt x="3788234" y="987251"/>
                  </a:lnTo>
                  <a:lnTo>
                    <a:pt x="3788328" y="987251"/>
                  </a:lnTo>
                  <a:lnTo>
                    <a:pt x="3788422" y="987251"/>
                  </a:lnTo>
                  <a:lnTo>
                    <a:pt x="3788516" y="987251"/>
                  </a:lnTo>
                  <a:lnTo>
                    <a:pt x="3788610" y="987251"/>
                  </a:lnTo>
                  <a:lnTo>
                    <a:pt x="3788704" y="987251"/>
                  </a:lnTo>
                  <a:lnTo>
                    <a:pt x="3788799" y="987251"/>
                  </a:lnTo>
                  <a:lnTo>
                    <a:pt x="3788893" y="987251"/>
                  </a:lnTo>
                  <a:lnTo>
                    <a:pt x="3788987" y="987251"/>
                  </a:lnTo>
                  <a:lnTo>
                    <a:pt x="3789081" y="987251"/>
                  </a:lnTo>
                  <a:lnTo>
                    <a:pt x="3789175" y="987251"/>
                  </a:lnTo>
                  <a:lnTo>
                    <a:pt x="3789269" y="987251"/>
                  </a:lnTo>
                  <a:lnTo>
                    <a:pt x="3789363" y="987251"/>
                  </a:lnTo>
                  <a:lnTo>
                    <a:pt x="3789457" y="987251"/>
                  </a:lnTo>
                  <a:lnTo>
                    <a:pt x="3789551" y="987251"/>
                  </a:lnTo>
                  <a:lnTo>
                    <a:pt x="3789645" y="987251"/>
                  </a:lnTo>
                  <a:lnTo>
                    <a:pt x="3789739" y="987251"/>
                  </a:lnTo>
                  <a:lnTo>
                    <a:pt x="3789833" y="987251"/>
                  </a:lnTo>
                  <a:lnTo>
                    <a:pt x="3789927" y="987251"/>
                  </a:lnTo>
                  <a:lnTo>
                    <a:pt x="3790021" y="987251"/>
                  </a:lnTo>
                  <a:lnTo>
                    <a:pt x="3790115" y="987251"/>
                  </a:lnTo>
                  <a:lnTo>
                    <a:pt x="3790209" y="987251"/>
                  </a:lnTo>
                  <a:lnTo>
                    <a:pt x="3790303" y="987251"/>
                  </a:lnTo>
                  <a:lnTo>
                    <a:pt x="3790397" y="987251"/>
                  </a:lnTo>
                  <a:lnTo>
                    <a:pt x="3790491" y="987251"/>
                  </a:lnTo>
                  <a:lnTo>
                    <a:pt x="3790585" y="987251"/>
                  </a:lnTo>
                  <a:lnTo>
                    <a:pt x="3790679" y="987251"/>
                  </a:lnTo>
                  <a:lnTo>
                    <a:pt x="3790773" y="987251"/>
                  </a:lnTo>
                  <a:lnTo>
                    <a:pt x="3790867" y="987251"/>
                  </a:lnTo>
                  <a:lnTo>
                    <a:pt x="3790961" y="987251"/>
                  </a:lnTo>
                  <a:lnTo>
                    <a:pt x="3791055" y="987251"/>
                  </a:lnTo>
                  <a:lnTo>
                    <a:pt x="3791149" y="987251"/>
                  </a:lnTo>
                  <a:lnTo>
                    <a:pt x="3791243" y="987251"/>
                  </a:lnTo>
                  <a:lnTo>
                    <a:pt x="3791337" y="987251"/>
                  </a:lnTo>
                  <a:lnTo>
                    <a:pt x="3791431" y="987251"/>
                  </a:lnTo>
                  <a:lnTo>
                    <a:pt x="3791525" y="987251"/>
                  </a:lnTo>
                  <a:lnTo>
                    <a:pt x="3791619" y="987251"/>
                  </a:lnTo>
                  <a:lnTo>
                    <a:pt x="3791713" y="987251"/>
                  </a:lnTo>
                  <a:lnTo>
                    <a:pt x="3791807" y="987251"/>
                  </a:lnTo>
                  <a:lnTo>
                    <a:pt x="3791901" y="987251"/>
                  </a:lnTo>
                  <a:lnTo>
                    <a:pt x="3791995" y="987251"/>
                  </a:lnTo>
                  <a:lnTo>
                    <a:pt x="3792089" y="987251"/>
                  </a:lnTo>
                  <a:lnTo>
                    <a:pt x="3792183" y="987251"/>
                  </a:lnTo>
                  <a:lnTo>
                    <a:pt x="3792278" y="987251"/>
                  </a:lnTo>
                  <a:lnTo>
                    <a:pt x="3792372" y="987251"/>
                  </a:lnTo>
                  <a:lnTo>
                    <a:pt x="3792466" y="987251"/>
                  </a:lnTo>
                  <a:lnTo>
                    <a:pt x="3792560" y="987251"/>
                  </a:lnTo>
                  <a:lnTo>
                    <a:pt x="3792654" y="987251"/>
                  </a:lnTo>
                  <a:lnTo>
                    <a:pt x="3792748" y="987251"/>
                  </a:lnTo>
                  <a:lnTo>
                    <a:pt x="3792842" y="987251"/>
                  </a:lnTo>
                  <a:lnTo>
                    <a:pt x="3792936" y="987251"/>
                  </a:lnTo>
                  <a:lnTo>
                    <a:pt x="3793030" y="987251"/>
                  </a:lnTo>
                  <a:lnTo>
                    <a:pt x="3793124" y="987251"/>
                  </a:lnTo>
                  <a:lnTo>
                    <a:pt x="3793218" y="987251"/>
                  </a:lnTo>
                  <a:lnTo>
                    <a:pt x="3793312" y="987251"/>
                  </a:lnTo>
                  <a:lnTo>
                    <a:pt x="3793406" y="987251"/>
                  </a:lnTo>
                  <a:lnTo>
                    <a:pt x="3793500" y="987251"/>
                  </a:lnTo>
                  <a:lnTo>
                    <a:pt x="3793594" y="987251"/>
                  </a:lnTo>
                  <a:lnTo>
                    <a:pt x="3793688" y="987251"/>
                  </a:lnTo>
                  <a:lnTo>
                    <a:pt x="3793782" y="987251"/>
                  </a:lnTo>
                  <a:lnTo>
                    <a:pt x="3793876" y="987251"/>
                  </a:lnTo>
                  <a:lnTo>
                    <a:pt x="3793970" y="987251"/>
                  </a:lnTo>
                  <a:lnTo>
                    <a:pt x="3794064" y="987251"/>
                  </a:lnTo>
                  <a:lnTo>
                    <a:pt x="3794158" y="987251"/>
                  </a:lnTo>
                  <a:lnTo>
                    <a:pt x="3794252" y="987251"/>
                  </a:lnTo>
                  <a:lnTo>
                    <a:pt x="3794346" y="987251"/>
                  </a:lnTo>
                  <a:lnTo>
                    <a:pt x="3794440" y="987251"/>
                  </a:lnTo>
                  <a:lnTo>
                    <a:pt x="3794534" y="987251"/>
                  </a:lnTo>
                  <a:lnTo>
                    <a:pt x="3794628" y="987251"/>
                  </a:lnTo>
                  <a:lnTo>
                    <a:pt x="3794722" y="987251"/>
                  </a:lnTo>
                  <a:lnTo>
                    <a:pt x="3794816" y="987251"/>
                  </a:lnTo>
                  <a:lnTo>
                    <a:pt x="3794910" y="987251"/>
                  </a:lnTo>
                  <a:lnTo>
                    <a:pt x="3795004" y="987251"/>
                  </a:lnTo>
                  <a:lnTo>
                    <a:pt x="3795098" y="987251"/>
                  </a:lnTo>
                  <a:lnTo>
                    <a:pt x="3795192" y="987251"/>
                  </a:lnTo>
                  <a:lnTo>
                    <a:pt x="3795286" y="987251"/>
                  </a:lnTo>
                  <a:lnTo>
                    <a:pt x="3795380" y="987251"/>
                  </a:lnTo>
                  <a:lnTo>
                    <a:pt x="3795474" y="987251"/>
                  </a:lnTo>
                  <a:lnTo>
                    <a:pt x="3795568" y="987251"/>
                  </a:lnTo>
                  <a:lnTo>
                    <a:pt x="3795662" y="987251"/>
                  </a:lnTo>
                  <a:lnTo>
                    <a:pt x="3795756" y="987251"/>
                  </a:lnTo>
                  <a:lnTo>
                    <a:pt x="3795851" y="987251"/>
                  </a:lnTo>
                  <a:lnTo>
                    <a:pt x="3795945" y="987251"/>
                  </a:lnTo>
                  <a:lnTo>
                    <a:pt x="3796039" y="987251"/>
                  </a:lnTo>
                  <a:lnTo>
                    <a:pt x="3796133" y="987251"/>
                  </a:lnTo>
                  <a:lnTo>
                    <a:pt x="3796133" y="981972"/>
                  </a:lnTo>
                  <a:lnTo>
                    <a:pt x="3796227" y="981972"/>
                  </a:lnTo>
                  <a:lnTo>
                    <a:pt x="3796321" y="981972"/>
                  </a:lnTo>
                  <a:lnTo>
                    <a:pt x="3796415" y="981972"/>
                  </a:lnTo>
                  <a:lnTo>
                    <a:pt x="3796509" y="981972"/>
                  </a:lnTo>
                  <a:lnTo>
                    <a:pt x="3796603" y="981972"/>
                  </a:lnTo>
                  <a:lnTo>
                    <a:pt x="3796697" y="981972"/>
                  </a:lnTo>
                  <a:lnTo>
                    <a:pt x="3796791" y="981972"/>
                  </a:lnTo>
                  <a:lnTo>
                    <a:pt x="3796885" y="981972"/>
                  </a:lnTo>
                  <a:lnTo>
                    <a:pt x="3796979" y="981972"/>
                  </a:lnTo>
                  <a:lnTo>
                    <a:pt x="3797073" y="981972"/>
                  </a:lnTo>
                  <a:lnTo>
                    <a:pt x="3797167" y="981972"/>
                  </a:lnTo>
                  <a:lnTo>
                    <a:pt x="3797261" y="981972"/>
                  </a:lnTo>
                  <a:lnTo>
                    <a:pt x="3797355" y="981972"/>
                  </a:lnTo>
                  <a:lnTo>
                    <a:pt x="3797449" y="981972"/>
                  </a:lnTo>
                  <a:lnTo>
                    <a:pt x="3797543" y="981972"/>
                  </a:lnTo>
                  <a:lnTo>
                    <a:pt x="3797637" y="981972"/>
                  </a:lnTo>
                  <a:lnTo>
                    <a:pt x="3797731" y="981972"/>
                  </a:lnTo>
                  <a:lnTo>
                    <a:pt x="3797825" y="981972"/>
                  </a:lnTo>
                  <a:lnTo>
                    <a:pt x="3797919" y="981972"/>
                  </a:lnTo>
                  <a:lnTo>
                    <a:pt x="3798013" y="981972"/>
                  </a:lnTo>
                  <a:lnTo>
                    <a:pt x="3798107" y="981972"/>
                  </a:lnTo>
                  <a:lnTo>
                    <a:pt x="3798201" y="981972"/>
                  </a:lnTo>
                  <a:lnTo>
                    <a:pt x="3798295" y="981972"/>
                  </a:lnTo>
                  <a:lnTo>
                    <a:pt x="3798389" y="981972"/>
                  </a:lnTo>
                  <a:lnTo>
                    <a:pt x="3798483" y="981972"/>
                  </a:lnTo>
                  <a:lnTo>
                    <a:pt x="3798577" y="981972"/>
                  </a:lnTo>
                  <a:lnTo>
                    <a:pt x="3798671" y="981972"/>
                  </a:lnTo>
                  <a:lnTo>
                    <a:pt x="3798765" y="981972"/>
                  </a:lnTo>
                  <a:lnTo>
                    <a:pt x="3798859" y="981972"/>
                  </a:lnTo>
                  <a:lnTo>
                    <a:pt x="3798953" y="981972"/>
                  </a:lnTo>
                  <a:lnTo>
                    <a:pt x="3799047" y="981972"/>
                  </a:lnTo>
                  <a:lnTo>
                    <a:pt x="3799141" y="981972"/>
                  </a:lnTo>
                  <a:lnTo>
                    <a:pt x="3799141" y="976692"/>
                  </a:lnTo>
                  <a:lnTo>
                    <a:pt x="3799235" y="976692"/>
                  </a:lnTo>
                  <a:lnTo>
                    <a:pt x="3799329" y="976692"/>
                  </a:lnTo>
                  <a:lnTo>
                    <a:pt x="3799424" y="976692"/>
                  </a:lnTo>
                  <a:lnTo>
                    <a:pt x="3799518" y="976692"/>
                  </a:lnTo>
                  <a:lnTo>
                    <a:pt x="3799612" y="976692"/>
                  </a:lnTo>
                  <a:lnTo>
                    <a:pt x="3799706" y="976692"/>
                  </a:lnTo>
                  <a:lnTo>
                    <a:pt x="3799800" y="976692"/>
                  </a:lnTo>
                  <a:lnTo>
                    <a:pt x="3799894" y="976692"/>
                  </a:lnTo>
                  <a:lnTo>
                    <a:pt x="3799988" y="976692"/>
                  </a:lnTo>
                  <a:lnTo>
                    <a:pt x="3800082" y="976692"/>
                  </a:lnTo>
                  <a:lnTo>
                    <a:pt x="3800176" y="976692"/>
                  </a:lnTo>
                  <a:lnTo>
                    <a:pt x="3800270" y="976692"/>
                  </a:lnTo>
                  <a:lnTo>
                    <a:pt x="3800364" y="976692"/>
                  </a:lnTo>
                  <a:lnTo>
                    <a:pt x="3800458" y="976692"/>
                  </a:lnTo>
                  <a:lnTo>
                    <a:pt x="3800552" y="976692"/>
                  </a:lnTo>
                  <a:lnTo>
                    <a:pt x="3800646" y="976692"/>
                  </a:lnTo>
                  <a:lnTo>
                    <a:pt x="3800740" y="976692"/>
                  </a:lnTo>
                  <a:lnTo>
                    <a:pt x="3800834" y="976692"/>
                  </a:lnTo>
                  <a:lnTo>
                    <a:pt x="3800928" y="976692"/>
                  </a:lnTo>
                  <a:lnTo>
                    <a:pt x="3801022" y="976692"/>
                  </a:lnTo>
                  <a:lnTo>
                    <a:pt x="3801116" y="976692"/>
                  </a:lnTo>
                  <a:lnTo>
                    <a:pt x="3801210" y="976692"/>
                  </a:lnTo>
                  <a:lnTo>
                    <a:pt x="3801304" y="976692"/>
                  </a:lnTo>
                  <a:lnTo>
                    <a:pt x="3801398" y="976692"/>
                  </a:lnTo>
                  <a:lnTo>
                    <a:pt x="3801492" y="976692"/>
                  </a:lnTo>
                  <a:lnTo>
                    <a:pt x="3801586" y="976692"/>
                  </a:lnTo>
                  <a:lnTo>
                    <a:pt x="3801680" y="976692"/>
                  </a:lnTo>
                  <a:lnTo>
                    <a:pt x="3801774" y="976692"/>
                  </a:lnTo>
                  <a:lnTo>
                    <a:pt x="3801868" y="976692"/>
                  </a:lnTo>
                  <a:lnTo>
                    <a:pt x="3801868" y="971413"/>
                  </a:lnTo>
                  <a:lnTo>
                    <a:pt x="3801962" y="971413"/>
                  </a:lnTo>
                  <a:lnTo>
                    <a:pt x="3802056" y="971413"/>
                  </a:lnTo>
                  <a:lnTo>
                    <a:pt x="3802150" y="971413"/>
                  </a:lnTo>
                  <a:lnTo>
                    <a:pt x="3802244" y="971413"/>
                  </a:lnTo>
                  <a:lnTo>
                    <a:pt x="3802338" y="971413"/>
                  </a:lnTo>
                  <a:lnTo>
                    <a:pt x="3802432" y="971413"/>
                  </a:lnTo>
                  <a:lnTo>
                    <a:pt x="3802526" y="971413"/>
                  </a:lnTo>
                  <a:lnTo>
                    <a:pt x="3802620" y="971413"/>
                  </a:lnTo>
                  <a:lnTo>
                    <a:pt x="3802714" y="971413"/>
                  </a:lnTo>
                  <a:lnTo>
                    <a:pt x="3802808" y="971413"/>
                  </a:lnTo>
                  <a:lnTo>
                    <a:pt x="3802903" y="971413"/>
                  </a:lnTo>
                  <a:lnTo>
                    <a:pt x="3802903" y="966134"/>
                  </a:lnTo>
                  <a:lnTo>
                    <a:pt x="3802997" y="966134"/>
                  </a:lnTo>
                  <a:lnTo>
                    <a:pt x="3803091" y="966134"/>
                  </a:lnTo>
                  <a:lnTo>
                    <a:pt x="3803185" y="966134"/>
                  </a:lnTo>
                  <a:lnTo>
                    <a:pt x="3803279" y="966134"/>
                  </a:lnTo>
                  <a:lnTo>
                    <a:pt x="3803373" y="966134"/>
                  </a:lnTo>
                  <a:lnTo>
                    <a:pt x="3803467" y="966134"/>
                  </a:lnTo>
                  <a:lnTo>
                    <a:pt x="3803561" y="966134"/>
                  </a:lnTo>
                  <a:lnTo>
                    <a:pt x="3803655" y="966134"/>
                  </a:lnTo>
                  <a:lnTo>
                    <a:pt x="3803749" y="966134"/>
                  </a:lnTo>
                  <a:lnTo>
                    <a:pt x="3803843" y="966134"/>
                  </a:lnTo>
                  <a:lnTo>
                    <a:pt x="3803937" y="966134"/>
                  </a:lnTo>
                  <a:lnTo>
                    <a:pt x="3804031" y="966134"/>
                  </a:lnTo>
                  <a:lnTo>
                    <a:pt x="3804125" y="966134"/>
                  </a:lnTo>
                  <a:lnTo>
                    <a:pt x="3804219" y="966134"/>
                  </a:lnTo>
                  <a:lnTo>
                    <a:pt x="3804313" y="966134"/>
                  </a:lnTo>
                  <a:lnTo>
                    <a:pt x="3804407" y="966134"/>
                  </a:lnTo>
                  <a:lnTo>
                    <a:pt x="3804501" y="966134"/>
                  </a:lnTo>
                  <a:lnTo>
                    <a:pt x="3804595" y="966134"/>
                  </a:lnTo>
                  <a:lnTo>
                    <a:pt x="3804689" y="966134"/>
                  </a:lnTo>
                  <a:lnTo>
                    <a:pt x="3804783" y="966134"/>
                  </a:lnTo>
                  <a:lnTo>
                    <a:pt x="3804877" y="966134"/>
                  </a:lnTo>
                  <a:lnTo>
                    <a:pt x="3804971" y="966134"/>
                  </a:lnTo>
                  <a:lnTo>
                    <a:pt x="3805065" y="966134"/>
                  </a:lnTo>
                  <a:lnTo>
                    <a:pt x="3805159" y="966134"/>
                  </a:lnTo>
                  <a:lnTo>
                    <a:pt x="3805253" y="966134"/>
                  </a:lnTo>
                  <a:lnTo>
                    <a:pt x="3805347" y="966134"/>
                  </a:lnTo>
                  <a:lnTo>
                    <a:pt x="3805441" y="966134"/>
                  </a:lnTo>
                  <a:lnTo>
                    <a:pt x="3805535" y="966134"/>
                  </a:lnTo>
                  <a:lnTo>
                    <a:pt x="3805629" y="966134"/>
                  </a:lnTo>
                  <a:lnTo>
                    <a:pt x="3805723" y="966134"/>
                  </a:lnTo>
                  <a:lnTo>
                    <a:pt x="3805817" y="966134"/>
                  </a:lnTo>
                  <a:lnTo>
                    <a:pt x="3805911" y="966134"/>
                  </a:lnTo>
                  <a:lnTo>
                    <a:pt x="3806005" y="966134"/>
                  </a:lnTo>
                  <a:lnTo>
                    <a:pt x="3806099" y="966134"/>
                  </a:lnTo>
                  <a:lnTo>
                    <a:pt x="3806193" y="966134"/>
                  </a:lnTo>
                  <a:lnTo>
                    <a:pt x="3806287" y="966134"/>
                  </a:lnTo>
                  <a:lnTo>
                    <a:pt x="3806381" y="966134"/>
                  </a:lnTo>
                  <a:lnTo>
                    <a:pt x="3806476" y="966134"/>
                  </a:lnTo>
                  <a:lnTo>
                    <a:pt x="3806570" y="966134"/>
                  </a:lnTo>
                  <a:lnTo>
                    <a:pt x="3806664" y="966134"/>
                  </a:lnTo>
                  <a:lnTo>
                    <a:pt x="3806758" y="966134"/>
                  </a:lnTo>
                  <a:lnTo>
                    <a:pt x="3806852" y="966134"/>
                  </a:lnTo>
                  <a:lnTo>
                    <a:pt x="3806946" y="966134"/>
                  </a:lnTo>
                  <a:lnTo>
                    <a:pt x="3807040" y="966134"/>
                  </a:lnTo>
                  <a:lnTo>
                    <a:pt x="3807134" y="966134"/>
                  </a:lnTo>
                  <a:lnTo>
                    <a:pt x="3807228" y="966134"/>
                  </a:lnTo>
                  <a:lnTo>
                    <a:pt x="3807322" y="966134"/>
                  </a:lnTo>
                  <a:lnTo>
                    <a:pt x="3807416" y="966134"/>
                  </a:lnTo>
                  <a:lnTo>
                    <a:pt x="3807416" y="960854"/>
                  </a:lnTo>
                  <a:lnTo>
                    <a:pt x="3807510" y="960854"/>
                  </a:lnTo>
                  <a:lnTo>
                    <a:pt x="3807604" y="960854"/>
                  </a:lnTo>
                  <a:lnTo>
                    <a:pt x="3807698" y="960854"/>
                  </a:lnTo>
                  <a:lnTo>
                    <a:pt x="3807792" y="960854"/>
                  </a:lnTo>
                  <a:lnTo>
                    <a:pt x="3807886" y="960854"/>
                  </a:lnTo>
                  <a:lnTo>
                    <a:pt x="3807980" y="960854"/>
                  </a:lnTo>
                  <a:lnTo>
                    <a:pt x="3808074" y="960854"/>
                  </a:lnTo>
                  <a:lnTo>
                    <a:pt x="3808168" y="960854"/>
                  </a:lnTo>
                  <a:lnTo>
                    <a:pt x="3808262" y="960854"/>
                  </a:lnTo>
                  <a:lnTo>
                    <a:pt x="3808356" y="960854"/>
                  </a:lnTo>
                  <a:lnTo>
                    <a:pt x="3808450" y="960854"/>
                  </a:lnTo>
                  <a:lnTo>
                    <a:pt x="3808544" y="960854"/>
                  </a:lnTo>
                  <a:lnTo>
                    <a:pt x="3808638" y="960854"/>
                  </a:lnTo>
                  <a:lnTo>
                    <a:pt x="3808732" y="960854"/>
                  </a:lnTo>
                  <a:lnTo>
                    <a:pt x="3808826" y="960854"/>
                  </a:lnTo>
                  <a:lnTo>
                    <a:pt x="3808920" y="960854"/>
                  </a:lnTo>
                  <a:lnTo>
                    <a:pt x="3809014" y="960854"/>
                  </a:lnTo>
                  <a:lnTo>
                    <a:pt x="3809108" y="960854"/>
                  </a:lnTo>
                  <a:lnTo>
                    <a:pt x="3809202" y="960854"/>
                  </a:lnTo>
                  <a:lnTo>
                    <a:pt x="3809296" y="960854"/>
                  </a:lnTo>
                  <a:lnTo>
                    <a:pt x="3809390" y="960854"/>
                  </a:lnTo>
                  <a:lnTo>
                    <a:pt x="3809484" y="960854"/>
                  </a:lnTo>
                  <a:lnTo>
                    <a:pt x="3809578" y="960854"/>
                  </a:lnTo>
                  <a:lnTo>
                    <a:pt x="3809672" y="960854"/>
                  </a:lnTo>
                  <a:lnTo>
                    <a:pt x="3809766" y="960854"/>
                  </a:lnTo>
                  <a:lnTo>
                    <a:pt x="3809860" y="960854"/>
                  </a:lnTo>
                  <a:lnTo>
                    <a:pt x="3809954" y="960854"/>
                  </a:lnTo>
                  <a:lnTo>
                    <a:pt x="3810049" y="960854"/>
                  </a:lnTo>
                  <a:lnTo>
                    <a:pt x="3810143" y="960854"/>
                  </a:lnTo>
                  <a:lnTo>
                    <a:pt x="3810237" y="960854"/>
                  </a:lnTo>
                  <a:lnTo>
                    <a:pt x="3810331" y="960854"/>
                  </a:lnTo>
                  <a:lnTo>
                    <a:pt x="3810425" y="960854"/>
                  </a:lnTo>
                  <a:lnTo>
                    <a:pt x="3810519" y="960854"/>
                  </a:lnTo>
                  <a:lnTo>
                    <a:pt x="3810613" y="960854"/>
                  </a:lnTo>
                  <a:lnTo>
                    <a:pt x="3810707" y="960854"/>
                  </a:lnTo>
                  <a:lnTo>
                    <a:pt x="3810801" y="960854"/>
                  </a:lnTo>
                  <a:lnTo>
                    <a:pt x="3810895" y="960854"/>
                  </a:lnTo>
                  <a:lnTo>
                    <a:pt x="3810989" y="960854"/>
                  </a:lnTo>
                  <a:lnTo>
                    <a:pt x="3811083" y="960854"/>
                  </a:lnTo>
                  <a:lnTo>
                    <a:pt x="3811083" y="955575"/>
                  </a:lnTo>
                  <a:lnTo>
                    <a:pt x="3811177" y="955575"/>
                  </a:lnTo>
                  <a:lnTo>
                    <a:pt x="3811271" y="955575"/>
                  </a:lnTo>
                  <a:lnTo>
                    <a:pt x="3811365" y="955575"/>
                  </a:lnTo>
                  <a:lnTo>
                    <a:pt x="3811459" y="955575"/>
                  </a:lnTo>
                  <a:lnTo>
                    <a:pt x="3811553" y="955575"/>
                  </a:lnTo>
                  <a:lnTo>
                    <a:pt x="3811647" y="955575"/>
                  </a:lnTo>
                  <a:lnTo>
                    <a:pt x="3811741" y="955575"/>
                  </a:lnTo>
                  <a:lnTo>
                    <a:pt x="3811835" y="955575"/>
                  </a:lnTo>
                  <a:lnTo>
                    <a:pt x="3811929" y="955575"/>
                  </a:lnTo>
                  <a:lnTo>
                    <a:pt x="3812023" y="955575"/>
                  </a:lnTo>
                  <a:lnTo>
                    <a:pt x="3812117" y="955575"/>
                  </a:lnTo>
                  <a:lnTo>
                    <a:pt x="3812211" y="955575"/>
                  </a:lnTo>
                  <a:lnTo>
                    <a:pt x="3812305" y="955575"/>
                  </a:lnTo>
                  <a:lnTo>
                    <a:pt x="3812399" y="955575"/>
                  </a:lnTo>
                  <a:lnTo>
                    <a:pt x="3812493" y="955575"/>
                  </a:lnTo>
                  <a:lnTo>
                    <a:pt x="3812587" y="955575"/>
                  </a:lnTo>
                  <a:lnTo>
                    <a:pt x="3812681" y="955575"/>
                  </a:lnTo>
                  <a:lnTo>
                    <a:pt x="3812775" y="955575"/>
                  </a:lnTo>
                  <a:lnTo>
                    <a:pt x="3812869" y="955575"/>
                  </a:lnTo>
                  <a:lnTo>
                    <a:pt x="3812963" y="955575"/>
                  </a:lnTo>
                  <a:lnTo>
                    <a:pt x="3813057" y="955575"/>
                  </a:lnTo>
                  <a:lnTo>
                    <a:pt x="3813151" y="955575"/>
                  </a:lnTo>
                  <a:lnTo>
                    <a:pt x="3813245" y="955575"/>
                  </a:lnTo>
                  <a:lnTo>
                    <a:pt x="3813339" y="955575"/>
                  </a:lnTo>
                  <a:lnTo>
                    <a:pt x="3813433" y="955575"/>
                  </a:lnTo>
                  <a:lnTo>
                    <a:pt x="3813528" y="955575"/>
                  </a:lnTo>
                  <a:lnTo>
                    <a:pt x="3813622" y="955575"/>
                  </a:lnTo>
                  <a:lnTo>
                    <a:pt x="3813716" y="955575"/>
                  </a:lnTo>
                  <a:lnTo>
                    <a:pt x="3813810" y="955575"/>
                  </a:lnTo>
                  <a:lnTo>
                    <a:pt x="3813904" y="955575"/>
                  </a:lnTo>
                  <a:lnTo>
                    <a:pt x="3813998" y="955575"/>
                  </a:lnTo>
                  <a:lnTo>
                    <a:pt x="3814092" y="955575"/>
                  </a:lnTo>
                  <a:lnTo>
                    <a:pt x="3814186" y="955575"/>
                  </a:lnTo>
                  <a:lnTo>
                    <a:pt x="3814280" y="955575"/>
                  </a:lnTo>
                  <a:lnTo>
                    <a:pt x="3814374" y="955575"/>
                  </a:lnTo>
                  <a:lnTo>
                    <a:pt x="3814468" y="955575"/>
                  </a:lnTo>
                  <a:lnTo>
                    <a:pt x="3814562" y="955575"/>
                  </a:lnTo>
                  <a:lnTo>
                    <a:pt x="3814656" y="955575"/>
                  </a:lnTo>
                  <a:lnTo>
                    <a:pt x="3814750" y="955575"/>
                  </a:lnTo>
                  <a:lnTo>
                    <a:pt x="3814844" y="955575"/>
                  </a:lnTo>
                  <a:lnTo>
                    <a:pt x="3814938" y="955575"/>
                  </a:lnTo>
                  <a:lnTo>
                    <a:pt x="3815032" y="955575"/>
                  </a:lnTo>
                  <a:lnTo>
                    <a:pt x="3815126" y="955575"/>
                  </a:lnTo>
                  <a:lnTo>
                    <a:pt x="3815220" y="955575"/>
                  </a:lnTo>
                  <a:lnTo>
                    <a:pt x="3815314" y="955575"/>
                  </a:lnTo>
                  <a:lnTo>
                    <a:pt x="3815408" y="955575"/>
                  </a:lnTo>
                  <a:lnTo>
                    <a:pt x="3815502" y="955575"/>
                  </a:lnTo>
                  <a:lnTo>
                    <a:pt x="3815596" y="955575"/>
                  </a:lnTo>
                  <a:lnTo>
                    <a:pt x="3815690" y="955575"/>
                  </a:lnTo>
                  <a:lnTo>
                    <a:pt x="3815784" y="955575"/>
                  </a:lnTo>
                  <a:lnTo>
                    <a:pt x="3815878" y="955575"/>
                  </a:lnTo>
                  <a:lnTo>
                    <a:pt x="3815972" y="955575"/>
                  </a:lnTo>
                  <a:lnTo>
                    <a:pt x="3816066" y="955575"/>
                  </a:lnTo>
                  <a:lnTo>
                    <a:pt x="3816160" y="955575"/>
                  </a:lnTo>
                  <a:lnTo>
                    <a:pt x="3816254" y="955575"/>
                  </a:lnTo>
                  <a:lnTo>
                    <a:pt x="3816348" y="955575"/>
                  </a:lnTo>
                  <a:lnTo>
                    <a:pt x="3816442" y="955575"/>
                  </a:lnTo>
                  <a:lnTo>
                    <a:pt x="3816536" y="955575"/>
                  </a:lnTo>
                  <a:lnTo>
                    <a:pt x="3816630" y="955575"/>
                  </a:lnTo>
                  <a:lnTo>
                    <a:pt x="3816724" y="955575"/>
                  </a:lnTo>
                  <a:lnTo>
                    <a:pt x="3816818" y="955575"/>
                  </a:lnTo>
                  <a:lnTo>
                    <a:pt x="3816912" y="955575"/>
                  </a:lnTo>
                  <a:lnTo>
                    <a:pt x="3817006" y="955575"/>
                  </a:lnTo>
                  <a:lnTo>
                    <a:pt x="3817101" y="955575"/>
                  </a:lnTo>
                  <a:lnTo>
                    <a:pt x="3817195" y="955575"/>
                  </a:lnTo>
                  <a:lnTo>
                    <a:pt x="3817289" y="955575"/>
                  </a:lnTo>
                  <a:lnTo>
                    <a:pt x="3817383" y="955575"/>
                  </a:lnTo>
                  <a:lnTo>
                    <a:pt x="3817477" y="955575"/>
                  </a:lnTo>
                  <a:lnTo>
                    <a:pt x="3817571" y="955575"/>
                  </a:lnTo>
                  <a:lnTo>
                    <a:pt x="3817665" y="955575"/>
                  </a:lnTo>
                  <a:lnTo>
                    <a:pt x="3817759" y="955575"/>
                  </a:lnTo>
                  <a:lnTo>
                    <a:pt x="3817853" y="955575"/>
                  </a:lnTo>
                  <a:lnTo>
                    <a:pt x="3817947" y="955575"/>
                  </a:lnTo>
                  <a:lnTo>
                    <a:pt x="3818041" y="955575"/>
                  </a:lnTo>
                  <a:lnTo>
                    <a:pt x="3818135" y="955575"/>
                  </a:lnTo>
                  <a:lnTo>
                    <a:pt x="3818229" y="955575"/>
                  </a:lnTo>
                  <a:lnTo>
                    <a:pt x="3818323" y="955575"/>
                  </a:lnTo>
                  <a:lnTo>
                    <a:pt x="3818417" y="955575"/>
                  </a:lnTo>
                  <a:lnTo>
                    <a:pt x="3818511" y="955575"/>
                  </a:lnTo>
                  <a:lnTo>
                    <a:pt x="3818605" y="955575"/>
                  </a:lnTo>
                  <a:lnTo>
                    <a:pt x="3818699" y="955575"/>
                  </a:lnTo>
                  <a:lnTo>
                    <a:pt x="3818793" y="955575"/>
                  </a:lnTo>
                  <a:lnTo>
                    <a:pt x="3818887" y="955575"/>
                  </a:lnTo>
                  <a:lnTo>
                    <a:pt x="3818981" y="955575"/>
                  </a:lnTo>
                  <a:lnTo>
                    <a:pt x="3819075" y="955575"/>
                  </a:lnTo>
                  <a:lnTo>
                    <a:pt x="3819169" y="955575"/>
                  </a:lnTo>
                  <a:lnTo>
                    <a:pt x="3819263" y="955575"/>
                  </a:lnTo>
                  <a:lnTo>
                    <a:pt x="3819263" y="950295"/>
                  </a:lnTo>
                  <a:lnTo>
                    <a:pt x="3819357" y="950295"/>
                  </a:lnTo>
                  <a:lnTo>
                    <a:pt x="3819451" y="950295"/>
                  </a:lnTo>
                  <a:lnTo>
                    <a:pt x="3819545" y="950295"/>
                  </a:lnTo>
                  <a:lnTo>
                    <a:pt x="3819639" y="950295"/>
                  </a:lnTo>
                  <a:lnTo>
                    <a:pt x="3819733" y="950295"/>
                  </a:lnTo>
                  <a:lnTo>
                    <a:pt x="3819827" y="950295"/>
                  </a:lnTo>
                  <a:lnTo>
                    <a:pt x="3819921" y="950295"/>
                  </a:lnTo>
                  <a:lnTo>
                    <a:pt x="3820015" y="950295"/>
                  </a:lnTo>
                  <a:lnTo>
                    <a:pt x="3820109" y="950295"/>
                  </a:lnTo>
                  <a:lnTo>
                    <a:pt x="3820203" y="950295"/>
                  </a:lnTo>
                  <a:lnTo>
                    <a:pt x="3820297" y="950295"/>
                  </a:lnTo>
                  <a:lnTo>
                    <a:pt x="3820391" y="950295"/>
                  </a:lnTo>
                  <a:lnTo>
                    <a:pt x="3820485" y="950295"/>
                  </a:lnTo>
                  <a:lnTo>
                    <a:pt x="3820579" y="950295"/>
                  </a:lnTo>
                  <a:lnTo>
                    <a:pt x="3820674" y="950295"/>
                  </a:lnTo>
                  <a:lnTo>
                    <a:pt x="3820768" y="950295"/>
                  </a:lnTo>
                  <a:lnTo>
                    <a:pt x="3820862" y="950295"/>
                  </a:lnTo>
                  <a:lnTo>
                    <a:pt x="3820956" y="950295"/>
                  </a:lnTo>
                  <a:lnTo>
                    <a:pt x="3821050" y="950295"/>
                  </a:lnTo>
                  <a:lnTo>
                    <a:pt x="3821144" y="950295"/>
                  </a:lnTo>
                  <a:lnTo>
                    <a:pt x="3821238" y="950295"/>
                  </a:lnTo>
                  <a:lnTo>
                    <a:pt x="3821332" y="950295"/>
                  </a:lnTo>
                  <a:lnTo>
                    <a:pt x="3821426" y="950295"/>
                  </a:lnTo>
                  <a:lnTo>
                    <a:pt x="3821520" y="950295"/>
                  </a:lnTo>
                  <a:lnTo>
                    <a:pt x="3821614" y="950295"/>
                  </a:lnTo>
                  <a:lnTo>
                    <a:pt x="3821708" y="950295"/>
                  </a:lnTo>
                  <a:lnTo>
                    <a:pt x="3821802" y="950295"/>
                  </a:lnTo>
                  <a:lnTo>
                    <a:pt x="3821896" y="950295"/>
                  </a:lnTo>
                  <a:lnTo>
                    <a:pt x="3821990" y="950295"/>
                  </a:lnTo>
                  <a:lnTo>
                    <a:pt x="3822084" y="950295"/>
                  </a:lnTo>
                  <a:lnTo>
                    <a:pt x="3822178" y="950295"/>
                  </a:lnTo>
                  <a:lnTo>
                    <a:pt x="3822272" y="950295"/>
                  </a:lnTo>
                  <a:lnTo>
                    <a:pt x="3822366" y="950295"/>
                  </a:lnTo>
                  <a:lnTo>
                    <a:pt x="3822460" y="950295"/>
                  </a:lnTo>
                  <a:lnTo>
                    <a:pt x="3822554" y="950295"/>
                  </a:lnTo>
                  <a:lnTo>
                    <a:pt x="3822648" y="950295"/>
                  </a:lnTo>
                  <a:lnTo>
                    <a:pt x="3822742" y="950295"/>
                  </a:lnTo>
                  <a:lnTo>
                    <a:pt x="3822836" y="950295"/>
                  </a:lnTo>
                  <a:lnTo>
                    <a:pt x="3822930" y="950295"/>
                  </a:lnTo>
                  <a:lnTo>
                    <a:pt x="3823024" y="950295"/>
                  </a:lnTo>
                  <a:lnTo>
                    <a:pt x="3823118" y="950295"/>
                  </a:lnTo>
                  <a:lnTo>
                    <a:pt x="3823212" y="950295"/>
                  </a:lnTo>
                  <a:lnTo>
                    <a:pt x="3823306" y="950295"/>
                  </a:lnTo>
                  <a:lnTo>
                    <a:pt x="3823400" y="950295"/>
                  </a:lnTo>
                  <a:lnTo>
                    <a:pt x="3823494" y="950295"/>
                  </a:lnTo>
                  <a:lnTo>
                    <a:pt x="3823588" y="950295"/>
                  </a:lnTo>
                  <a:lnTo>
                    <a:pt x="3823682" y="950295"/>
                  </a:lnTo>
                  <a:lnTo>
                    <a:pt x="3823776" y="950295"/>
                  </a:lnTo>
                  <a:lnTo>
                    <a:pt x="3823870" y="950295"/>
                  </a:lnTo>
                  <a:lnTo>
                    <a:pt x="3823964" y="950295"/>
                  </a:lnTo>
                  <a:lnTo>
                    <a:pt x="3824058" y="950295"/>
                  </a:lnTo>
                  <a:lnTo>
                    <a:pt x="3824152" y="950295"/>
                  </a:lnTo>
                  <a:lnTo>
                    <a:pt x="3824247" y="950295"/>
                  </a:lnTo>
                  <a:lnTo>
                    <a:pt x="3824341" y="950295"/>
                  </a:lnTo>
                  <a:lnTo>
                    <a:pt x="3824435" y="950295"/>
                  </a:lnTo>
                  <a:lnTo>
                    <a:pt x="3824529" y="950295"/>
                  </a:lnTo>
                  <a:lnTo>
                    <a:pt x="3824623" y="950295"/>
                  </a:lnTo>
                  <a:lnTo>
                    <a:pt x="3824717" y="950295"/>
                  </a:lnTo>
                  <a:lnTo>
                    <a:pt x="3824811" y="950295"/>
                  </a:lnTo>
                  <a:lnTo>
                    <a:pt x="3824905" y="950295"/>
                  </a:lnTo>
                  <a:lnTo>
                    <a:pt x="3824999" y="950295"/>
                  </a:lnTo>
                  <a:lnTo>
                    <a:pt x="3825093" y="950295"/>
                  </a:lnTo>
                  <a:lnTo>
                    <a:pt x="3825187" y="950295"/>
                  </a:lnTo>
                  <a:lnTo>
                    <a:pt x="3825281" y="950295"/>
                  </a:lnTo>
                  <a:lnTo>
                    <a:pt x="3825375" y="950295"/>
                  </a:lnTo>
                  <a:lnTo>
                    <a:pt x="3825469" y="950295"/>
                  </a:lnTo>
                  <a:lnTo>
                    <a:pt x="3825563" y="950295"/>
                  </a:lnTo>
                  <a:lnTo>
                    <a:pt x="3825657" y="950295"/>
                  </a:lnTo>
                  <a:lnTo>
                    <a:pt x="3825751" y="950295"/>
                  </a:lnTo>
                  <a:lnTo>
                    <a:pt x="3825845" y="950295"/>
                  </a:lnTo>
                  <a:lnTo>
                    <a:pt x="3825939" y="950295"/>
                  </a:lnTo>
                  <a:lnTo>
                    <a:pt x="3826033" y="950295"/>
                  </a:lnTo>
                  <a:lnTo>
                    <a:pt x="3826127" y="950295"/>
                  </a:lnTo>
                  <a:lnTo>
                    <a:pt x="3826221" y="950295"/>
                  </a:lnTo>
                  <a:lnTo>
                    <a:pt x="3826315" y="950295"/>
                  </a:lnTo>
                  <a:lnTo>
                    <a:pt x="3826409" y="950295"/>
                  </a:lnTo>
                  <a:lnTo>
                    <a:pt x="3826503" y="950295"/>
                  </a:lnTo>
                  <a:lnTo>
                    <a:pt x="3826597" y="950295"/>
                  </a:lnTo>
                  <a:lnTo>
                    <a:pt x="3826691" y="950295"/>
                  </a:lnTo>
                  <a:lnTo>
                    <a:pt x="3826785" y="950295"/>
                  </a:lnTo>
                  <a:lnTo>
                    <a:pt x="3826879" y="950295"/>
                  </a:lnTo>
                  <a:lnTo>
                    <a:pt x="3826973" y="950295"/>
                  </a:lnTo>
                  <a:lnTo>
                    <a:pt x="3827067" y="950295"/>
                  </a:lnTo>
                  <a:lnTo>
                    <a:pt x="3827161" y="950295"/>
                  </a:lnTo>
                  <a:lnTo>
                    <a:pt x="3827161" y="945016"/>
                  </a:lnTo>
                  <a:lnTo>
                    <a:pt x="3827255" y="945016"/>
                  </a:lnTo>
                  <a:lnTo>
                    <a:pt x="3827349" y="945016"/>
                  </a:lnTo>
                  <a:lnTo>
                    <a:pt x="3827443" y="945016"/>
                  </a:lnTo>
                  <a:lnTo>
                    <a:pt x="3827537" y="945016"/>
                  </a:lnTo>
                  <a:lnTo>
                    <a:pt x="3827631" y="945016"/>
                  </a:lnTo>
                  <a:lnTo>
                    <a:pt x="3827726" y="945016"/>
                  </a:lnTo>
                  <a:lnTo>
                    <a:pt x="3827820" y="945016"/>
                  </a:lnTo>
                  <a:lnTo>
                    <a:pt x="3827914" y="945016"/>
                  </a:lnTo>
                  <a:lnTo>
                    <a:pt x="3828008" y="945016"/>
                  </a:lnTo>
                  <a:lnTo>
                    <a:pt x="3828102" y="945016"/>
                  </a:lnTo>
                  <a:lnTo>
                    <a:pt x="3828196" y="945016"/>
                  </a:lnTo>
                  <a:lnTo>
                    <a:pt x="3828290" y="945016"/>
                  </a:lnTo>
                  <a:lnTo>
                    <a:pt x="3828384" y="945016"/>
                  </a:lnTo>
                  <a:lnTo>
                    <a:pt x="3828478" y="945016"/>
                  </a:lnTo>
                  <a:lnTo>
                    <a:pt x="3828572" y="945016"/>
                  </a:lnTo>
                  <a:lnTo>
                    <a:pt x="3828666" y="945016"/>
                  </a:lnTo>
                  <a:lnTo>
                    <a:pt x="3828760" y="945016"/>
                  </a:lnTo>
                  <a:lnTo>
                    <a:pt x="3828854" y="945016"/>
                  </a:lnTo>
                  <a:lnTo>
                    <a:pt x="3828948" y="945016"/>
                  </a:lnTo>
                  <a:lnTo>
                    <a:pt x="3829042" y="945016"/>
                  </a:lnTo>
                  <a:lnTo>
                    <a:pt x="3829136" y="945016"/>
                  </a:lnTo>
                  <a:lnTo>
                    <a:pt x="3829230" y="945016"/>
                  </a:lnTo>
                  <a:lnTo>
                    <a:pt x="3829324" y="945016"/>
                  </a:lnTo>
                  <a:lnTo>
                    <a:pt x="3829418" y="945016"/>
                  </a:lnTo>
                  <a:lnTo>
                    <a:pt x="3829512" y="945016"/>
                  </a:lnTo>
                  <a:lnTo>
                    <a:pt x="3829606" y="945016"/>
                  </a:lnTo>
                  <a:lnTo>
                    <a:pt x="3829700" y="945016"/>
                  </a:lnTo>
                  <a:lnTo>
                    <a:pt x="3829794" y="945016"/>
                  </a:lnTo>
                  <a:lnTo>
                    <a:pt x="3829888" y="945016"/>
                  </a:lnTo>
                  <a:lnTo>
                    <a:pt x="3829982" y="945016"/>
                  </a:lnTo>
                  <a:lnTo>
                    <a:pt x="3830076" y="945016"/>
                  </a:lnTo>
                  <a:lnTo>
                    <a:pt x="3830170" y="945016"/>
                  </a:lnTo>
                  <a:lnTo>
                    <a:pt x="3830264" y="945016"/>
                  </a:lnTo>
                  <a:lnTo>
                    <a:pt x="3830358" y="945016"/>
                  </a:lnTo>
                  <a:lnTo>
                    <a:pt x="3830452" y="945016"/>
                  </a:lnTo>
                  <a:lnTo>
                    <a:pt x="3830546" y="945016"/>
                  </a:lnTo>
                  <a:lnTo>
                    <a:pt x="3830640" y="945016"/>
                  </a:lnTo>
                  <a:lnTo>
                    <a:pt x="3830734" y="945016"/>
                  </a:lnTo>
                  <a:lnTo>
                    <a:pt x="3830828" y="945016"/>
                  </a:lnTo>
                  <a:lnTo>
                    <a:pt x="3830922" y="945016"/>
                  </a:lnTo>
                  <a:lnTo>
                    <a:pt x="3831016" y="945016"/>
                  </a:lnTo>
                  <a:lnTo>
                    <a:pt x="3831110" y="945016"/>
                  </a:lnTo>
                  <a:lnTo>
                    <a:pt x="3831204" y="945016"/>
                  </a:lnTo>
                  <a:lnTo>
                    <a:pt x="3831299" y="945016"/>
                  </a:lnTo>
                  <a:lnTo>
                    <a:pt x="3831393" y="945016"/>
                  </a:lnTo>
                  <a:lnTo>
                    <a:pt x="3831487" y="945016"/>
                  </a:lnTo>
                  <a:lnTo>
                    <a:pt x="3831581" y="945016"/>
                  </a:lnTo>
                  <a:lnTo>
                    <a:pt x="3831675" y="945016"/>
                  </a:lnTo>
                  <a:lnTo>
                    <a:pt x="3831769" y="945016"/>
                  </a:lnTo>
                  <a:lnTo>
                    <a:pt x="3831863" y="945016"/>
                  </a:lnTo>
                  <a:lnTo>
                    <a:pt x="3831957" y="945016"/>
                  </a:lnTo>
                  <a:lnTo>
                    <a:pt x="3832051" y="945016"/>
                  </a:lnTo>
                  <a:lnTo>
                    <a:pt x="3832145" y="945016"/>
                  </a:lnTo>
                  <a:lnTo>
                    <a:pt x="3832239" y="945016"/>
                  </a:lnTo>
                  <a:lnTo>
                    <a:pt x="3832333" y="945016"/>
                  </a:lnTo>
                  <a:lnTo>
                    <a:pt x="3832427" y="945016"/>
                  </a:lnTo>
                  <a:lnTo>
                    <a:pt x="3832521" y="945016"/>
                  </a:lnTo>
                  <a:lnTo>
                    <a:pt x="3832615" y="945016"/>
                  </a:lnTo>
                  <a:lnTo>
                    <a:pt x="3832709" y="945016"/>
                  </a:lnTo>
                  <a:lnTo>
                    <a:pt x="3832803" y="945016"/>
                  </a:lnTo>
                  <a:lnTo>
                    <a:pt x="3832897" y="945016"/>
                  </a:lnTo>
                  <a:lnTo>
                    <a:pt x="3832991" y="945016"/>
                  </a:lnTo>
                  <a:lnTo>
                    <a:pt x="3833085" y="945016"/>
                  </a:lnTo>
                  <a:lnTo>
                    <a:pt x="3833179" y="945016"/>
                  </a:lnTo>
                  <a:lnTo>
                    <a:pt x="3833179" y="939736"/>
                  </a:lnTo>
                  <a:lnTo>
                    <a:pt x="3833273" y="939736"/>
                  </a:lnTo>
                  <a:lnTo>
                    <a:pt x="3833367" y="939736"/>
                  </a:lnTo>
                  <a:lnTo>
                    <a:pt x="3833461" y="939736"/>
                  </a:lnTo>
                  <a:lnTo>
                    <a:pt x="3833555" y="939736"/>
                  </a:lnTo>
                  <a:lnTo>
                    <a:pt x="3833649" y="939736"/>
                  </a:lnTo>
                  <a:lnTo>
                    <a:pt x="3833743" y="939736"/>
                  </a:lnTo>
                  <a:lnTo>
                    <a:pt x="3833837" y="939736"/>
                  </a:lnTo>
                  <a:lnTo>
                    <a:pt x="3833931" y="939736"/>
                  </a:lnTo>
                  <a:lnTo>
                    <a:pt x="3834025" y="939736"/>
                  </a:lnTo>
                  <a:lnTo>
                    <a:pt x="3834119" y="939736"/>
                  </a:lnTo>
                  <a:lnTo>
                    <a:pt x="3834213" y="939736"/>
                  </a:lnTo>
                  <a:lnTo>
                    <a:pt x="3834307" y="939736"/>
                  </a:lnTo>
                  <a:lnTo>
                    <a:pt x="3834401" y="939736"/>
                  </a:lnTo>
                  <a:lnTo>
                    <a:pt x="3834495" y="939736"/>
                  </a:lnTo>
                  <a:lnTo>
                    <a:pt x="3834589" y="939736"/>
                  </a:lnTo>
                  <a:lnTo>
                    <a:pt x="3834683" y="939736"/>
                  </a:lnTo>
                  <a:lnTo>
                    <a:pt x="3834777" y="939736"/>
                  </a:lnTo>
                  <a:lnTo>
                    <a:pt x="3834872" y="939736"/>
                  </a:lnTo>
                  <a:lnTo>
                    <a:pt x="3834966" y="939736"/>
                  </a:lnTo>
                  <a:lnTo>
                    <a:pt x="3835060" y="939736"/>
                  </a:lnTo>
                  <a:lnTo>
                    <a:pt x="3835154" y="939736"/>
                  </a:lnTo>
                  <a:lnTo>
                    <a:pt x="3835248" y="939736"/>
                  </a:lnTo>
                  <a:lnTo>
                    <a:pt x="3835342" y="939736"/>
                  </a:lnTo>
                  <a:lnTo>
                    <a:pt x="3835436" y="939736"/>
                  </a:lnTo>
                  <a:lnTo>
                    <a:pt x="3835530" y="939736"/>
                  </a:lnTo>
                  <a:lnTo>
                    <a:pt x="3835624" y="939736"/>
                  </a:lnTo>
                  <a:lnTo>
                    <a:pt x="3835718" y="939736"/>
                  </a:lnTo>
                  <a:lnTo>
                    <a:pt x="3835812" y="939736"/>
                  </a:lnTo>
                  <a:lnTo>
                    <a:pt x="3835906" y="939736"/>
                  </a:lnTo>
                  <a:lnTo>
                    <a:pt x="3836000" y="939736"/>
                  </a:lnTo>
                  <a:lnTo>
                    <a:pt x="3836094" y="939736"/>
                  </a:lnTo>
                  <a:lnTo>
                    <a:pt x="3836188" y="939736"/>
                  </a:lnTo>
                  <a:lnTo>
                    <a:pt x="3836282" y="939736"/>
                  </a:lnTo>
                  <a:lnTo>
                    <a:pt x="3836376" y="939736"/>
                  </a:lnTo>
                  <a:lnTo>
                    <a:pt x="3836470" y="939736"/>
                  </a:lnTo>
                  <a:lnTo>
                    <a:pt x="3836564" y="939736"/>
                  </a:lnTo>
                  <a:lnTo>
                    <a:pt x="3836658" y="939736"/>
                  </a:lnTo>
                  <a:lnTo>
                    <a:pt x="3836752" y="939736"/>
                  </a:lnTo>
                  <a:lnTo>
                    <a:pt x="3836846" y="939736"/>
                  </a:lnTo>
                  <a:lnTo>
                    <a:pt x="3836940" y="939736"/>
                  </a:lnTo>
                  <a:lnTo>
                    <a:pt x="3837034" y="939736"/>
                  </a:lnTo>
                  <a:lnTo>
                    <a:pt x="3837128" y="939736"/>
                  </a:lnTo>
                  <a:lnTo>
                    <a:pt x="3837222" y="939736"/>
                  </a:lnTo>
                  <a:lnTo>
                    <a:pt x="3837316" y="939736"/>
                  </a:lnTo>
                  <a:lnTo>
                    <a:pt x="3837410" y="939736"/>
                  </a:lnTo>
                  <a:lnTo>
                    <a:pt x="3837504" y="939736"/>
                  </a:lnTo>
                  <a:lnTo>
                    <a:pt x="3837598" y="939736"/>
                  </a:lnTo>
                  <a:lnTo>
                    <a:pt x="3837692" y="939736"/>
                  </a:lnTo>
                  <a:lnTo>
                    <a:pt x="3837786" y="939736"/>
                  </a:lnTo>
                  <a:lnTo>
                    <a:pt x="3837880" y="939736"/>
                  </a:lnTo>
                  <a:lnTo>
                    <a:pt x="3837974" y="939736"/>
                  </a:lnTo>
                  <a:lnTo>
                    <a:pt x="3838068" y="939736"/>
                  </a:lnTo>
                  <a:lnTo>
                    <a:pt x="3838162" y="939736"/>
                  </a:lnTo>
                  <a:lnTo>
                    <a:pt x="3838256" y="939736"/>
                  </a:lnTo>
                  <a:lnTo>
                    <a:pt x="3838351" y="939736"/>
                  </a:lnTo>
                  <a:lnTo>
                    <a:pt x="3838445" y="939736"/>
                  </a:lnTo>
                  <a:lnTo>
                    <a:pt x="3838539" y="939736"/>
                  </a:lnTo>
                  <a:lnTo>
                    <a:pt x="3838633" y="939736"/>
                  </a:lnTo>
                  <a:lnTo>
                    <a:pt x="3838727" y="939736"/>
                  </a:lnTo>
                  <a:lnTo>
                    <a:pt x="3838821" y="939736"/>
                  </a:lnTo>
                  <a:lnTo>
                    <a:pt x="3838915" y="939736"/>
                  </a:lnTo>
                  <a:lnTo>
                    <a:pt x="3839009" y="939736"/>
                  </a:lnTo>
                  <a:lnTo>
                    <a:pt x="3839103" y="939736"/>
                  </a:lnTo>
                  <a:lnTo>
                    <a:pt x="3839197" y="939736"/>
                  </a:lnTo>
                  <a:lnTo>
                    <a:pt x="3839291" y="939736"/>
                  </a:lnTo>
                  <a:lnTo>
                    <a:pt x="3839385" y="939736"/>
                  </a:lnTo>
                  <a:lnTo>
                    <a:pt x="3839479" y="939736"/>
                  </a:lnTo>
                  <a:lnTo>
                    <a:pt x="3839573" y="939736"/>
                  </a:lnTo>
                  <a:lnTo>
                    <a:pt x="3839667" y="939736"/>
                  </a:lnTo>
                  <a:lnTo>
                    <a:pt x="3839761" y="939736"/>
                  </a:lnTo>
                  <a:lnTo>
                    <a:pt x="3839855" y="939736"/>
                  </a:lnTo>
                  <a:lnTo>
                    <a:pt x="3839949" y="939736"/>
                  </a:lnTo>
                  <a:lnTo>
                    <a:pt x="3840043" y="939736"/>
                  </a:lnTo>
                  <a:lnTo>
                    <a:pt x="3840137" y="939736"/>
                  </a:lnTo>
                  <a:lnTo>
                    <a:pt x="3840231" y="939736"/>
                  </a:lnTo>
                  <a:lnTo>
                    <a:pt x="3840325" y="939736"/>
                  </a:lnTo>
                  <a:lnTo>
                    <a:pt x="3840419" y="939736"/>
                  </a:lnTo>
                  <a:lnTo>
                    <a:pt x="3840513" y="939736"/>
                  </a:lnTo>
                  <a:lnTo>
                    <a:pt x="3840607" y="939736"/>
                  </a:lnTo>
                  <a:lnTo>
                    <a:pt x="3840701" y="939736"/>
                  </a:lnTo>
                  <a:lnTo>
                    <a:pt x="3840795" y="939736"/>
                  </a:lnTo>
                  <a:lnTo>
                    <a:pt x="3840889" y="939736"/>
                  </a:lnTo>
                  <a:lnTo>
                    <a:pt x="3840983" y="939736"/>
                  </a:lnTo>
                  <a:lnTo>
                    <a:pt x="3841077" y="939736"/>
                  </a:lnTo>
                  <a:lnTo>
                    <a:pt x="3841171" y="939736"/>
                  </a:lnTo>
                  <a:lnTo>
                    <a:pt x="3841265" y="939736"/>
                  </a:lnTo>
                  <a:lnTo>
                    <a:pt x="3841359" y="939736"/>
                  </a:lnTo>
                  <a:lnTo>
                    <a:pt x="3841453" y="939736"/>
                  </a:lnTo>
                  <a:lnTo>
                    <a:pt x="3841547" y="939736"/>
                  </a:lnTo>
                  <a:lnTo>
                    <a:pt x="3841641" y="939736"/>
                  </a:lnTo>
                  <a:lnTo>
                    <a:pt x="3841735" y="939736"/>
                  </a:lnTo>
                  <a:lnTo>
                    <a:pt x="3841829" y="939736"/>
                  </a:lnTo>
                  <a:lnTo>
                    <a:pt x="3841924" y="939736"/>
                  </a:lnTo>
                  <a:lnTo>
                    <a:pt x="3842018" y="939736"/>
                  </a:lnTo>
                  <a:lnTo>
                    <a:pt x="3842112" y="939736"/>
                  </a:lnTo>
                  <a:lnTo>
                    <a:pt x="3842206" y="939736"/>
                  </a:lnTo>
                  <a:lnTo>
                    <a:pt x="3842300" y="939736"/>
                  </a:lnTo>
                  <a:lnTo>
                    <a:pt x="3842394" y="939736"/>
                  </a:lnTo>
                  <a:lnTo>
                    <a:pt x="3842488" y="939736"/>
                  </a:lnTo>
                  <a:lnTo>
                    <a:pt x="3842582" y="939736"/>
                  </a:lnTo>
                  <a:lnTo>
                    <a:pt x="3842676" y="939736"/>
                  </a:lnTo>
                  <a:lnTo>
                    <a:pt x="3842770" y="939736"/>
                  </a:lnTo>
                  <a:lnTo>
                    <a:pt x="3842864" y="939736"/>
                  </a:lnTo>
                  <a:lnTo>
                    <a:pt x="3842958" y="939736"/>
                  </a:lnTo>
                  <a:lnTo>
                    <a:pt x="3843052" y="939736"/>
                  </a:lnTo>
                  <a:lnTo>
                    <a:pt x="3843146" y="939736"/>
                  </a:lnTo>
                  <a:lnTo>
                    <a:pt x="3843240" y="939736"/>
                  </a:lnTo>
                  <a:lnTo>
                    <a:pt x="3843334" y="939736"/>
                  </a:lnTo>
                  <a:lnTo>
                    <a:pt x="3843428" y="939736"/>
                  </a:lnTo>
                  <a:lnTo>
                    <a:pt x="3843522" y="939736"/>
                  </a:lnTo>
                  <a:lnTo>
                    <a:pt x="3843616" y="939736"/>
                  </a:lnTo>
                  <a:lnTo>
                    <a:pt x="3843710" y="939736"/>
                  </a:lnTo>
                  <a:lnTo>
                    <a:pt x="3843804" y="939736"/>
                  </a:lnTo>
                  <a:lnTo>
                    <a:pt x="3843898" y="939736"/>
                  </a:lnTo>
                  <a:lnTo>
                    <a:pt x="3843992" y="939736"/>
                  </a:lnTo>
                  <a:lnTo>
                    <a:pt x="3844086" y="939736"/>
                  </a:lnTo>
                  <a:lnTo>
                    <a:pt x="3844180" y="939736"/>
                  </a:lnTo>
                  <a:lnTo>
                    <a:pt x="3844274" y="939736"/>
                  </a:lnTo>
                  <a:lnTo>
                    <a:pt x="3844368" y="939736"/>
                  </a:lnTo>
                  <a:lnTo>
                    <a:pt x="3844462" y="939736"/>
                  </a:lnTo>
                  <a:lnTo>
                    <a:pt x="3844462" y="934457"/>
                  </a:lnTo>
                  <a:lnTo>
                    <a:pt x="3844556" y="934457"/>
                  </a:lnTo>
                  <a:lnTo>
                    <a:pt x="3844650" y="934457"/>
                  </a:lnTo>
                  <a:lnTo>
                    <a:pt x="3844744" y="934457"/>
                  </a:lnTo>
                  <a:lnTo>
                    <a:pt x="3844838" y="934457"/>
                  </a:lnTo>
                  <a:lnTo>
                    <a:pt x="3844932" y="934457"/>
                  </a:lnTo>
                  <a:lnTo>
                    <a:pt x="3845026" y="934457"/>
                  </a:lnTo>
                  <a:lnTo>
                    <a:pt x="3845120" y="934457"/>
                  </a:lnTo>
                  <a:lnTo>
                    <a:pt x="3845214" y="934457"/>
                  </a:lnTo>
                  <a:lnTo>
                    <a:pt x="3845308" y="934457"/>
                  </a:lnTo>
                  <a:lnTo>
                    <a:pt x="3845402" y="934457"/>
                  </a:lnTo>
                  <a:lnTo>
                    <a:pt x="3845497" y="934457"/>
                  </a:lnTo>
                  <a:lnTo>
                    <a:pt x="3845591" y="934457"/>
                  </a:lnTo>
                  <a:lnTo>
                    <a:pt x="3845685" y="934457"/>
                  </a:lnTo>
                  <a:lnTo>
                    <a:pt x="3845779" y="934457"/>
                  </a:lnTo>
                  <a:lnTo>
                    <a:pt x="3845873" y="934457"/>
                  </a:lnTo>
                  <a:lnTo>
                    <a:pt x="3845967" y="934457"/>
                  </a:lnTo>
                  <a:lnTo>
                    <a:pt x="3846061" y="934457"/>
                  </a:lnTo>
                  <a:lnTo>
                    <a:pt x="3846155" y="934457"/>
                  </a:lnTo>
                  <a:lnTo>
                    <a:pt x="3846249" y="934457"/>
                  </a:lnTo>
                  <a:lnTo>
                    <a:pt x="3846343" y="934457"/>
                  </a:lnTo>
                  <a:lnTo>
                    <a:pt x="3846437" y="934457"/>
                  </a:lnTo>
                  <a:lnTo>
                    <a:pt x="3846531" y="934457"/>
                  </a:lnTo>
                  <a:lnTo>
                    <a:pt x="3846625" y="934457"/>
                  </a:lnTo>
                  <a:lnTo>
                    <a:pt x="3846719" y="934457"/>
                  </a:lnTo>
                  <a:lnTo>
                    <a:pt x="3846813" y="934457"/>
                  </a:lnTo>
                  <a:lnTo>
                    <a:pt x="3846907" y="934457"/>
                  </a:lnTo>
                  <a:lnTo>
                    <a:pt x="3847001" y="934457"/>
                  </a:lnTo>
                  <a:lnTo>
                    <a:pt x="3847095" y="934457"/>
                  </a:lnTo>
                  <a:lnTo>
                    <a:pt x="3847189" y="934457"/>
                  </a:lnTo>
                  <a:lnTo>
                    <a:pt x="3847283" y="934457"/>
                  </a:lnTo>
                  <a:lnTo>
                    <a:pt x="3847377" y="934457"/>
                  </a:lnTo>
                  <a:lnTo>
                    <a:pt x="3847471" y="934457"/>
                  </a:lnTo>
                  <a:lnTo>
                    <a:pt x="3847565" y="934457"/>
                  </a:lnTo>
                  <a:lnTo>
                    <a:pt x="3847659" y="934457"/>
                  </a:lnTo>
                  <a:lnTo>
                    <a:pt x="3847753" y="934457"/>
                  </a:lnTo>
                  <a:lnTo>
                    <a:pt x="3847847" y="934457"/>
                  </a:lnTo>
                  <a:lnTo>
                    <a:pt x="3847941" y="934457"/>
                  </a:lnTo>
                  <a:lnTo>
                    <a:pt x="3848035" y="934457"/>
                  </a:lnTo>
                  <a:lnTo>
                    <a:pt x="3848129" y="934457"/>
                  </a:lnTo>
                  <a:lnTo>
                    <a:pt x="3848223" y="934457"/>
                  </a:lnTo>
                  <a:lnTo>
                    <a:pt x="3848317" y="934457"/>
                  </a:lnTo>
                  <a:lnTo>
                    <a:pt x="3848411" y="934457"/>
                  </a:lnTo>
                  <a:lnTo>
                    <a:pt x="3848505" y="934457"/>
                  </a:lnTo>
                  <a:lnTo>
                    <a:pt x="3848599" y="934457"/>
                  </a:lnTo>
                  <a:lnTo>
                    <a:pt x="3848693" y="934457"/>
                  </a:lnTo>
                  <a:lnTo>
                    <a:pt x="3848787" y="934457"/>
                  </a:lnTo>
                  <a:lnTo>
                    <a:pt x="3848881" y="934457"/>
                  </a:lnTo>
                  <a:lnTo>
                    <a:pt x="3848976" y="934457"/>
                  </a:lnTo>
                  <a:lnTo>
                    <a:pt x="3849070" y="934457"/>
                  </a:lnTo>
                  <a:lnTo>
                    <a:pt x="3849164" y="934457"/>
                  </a:lnTo>
                  <a:lnTo>
                    <a:pt x="3849258" y="934457"/>
                  </a:lnTo>
                  <a:lnTo>
                    <a:pt x="3849352" y="934457"/>
                  </a:lnTo>
                  <a:lnTo>
                    <a:pt x="3849446" y="934457"/>
                  </a:lnTo>
                  <a:lnTo>
                    <a:pt x="3849540" y="934457"/>
                  </a:lnTo>
                  <a:lnTo>
                    <a:pt x="3849634" y="934457"/>
                  </a:lnTo>
                  <a:lnTo>
                    <a:pt x="3849728" y="934457"/>
                  </a:lnTo>
                  <a:lnTo>
                    <a:pt x="3849822" y="934457"/>
                  </a:lnTo>
                  <a:lnTo>
                    <a:pt x="3849916" y="934457"/>
                  </a:lnTo>
                  <a:lnTo>
                    <a:pt x="3850010" y="934457"/>
                  </a:lnTo>
                  <a:lnTo>
                    <a:pt x="3850104" y="934457"/>
                  </a:lnTo>
                  <a:lnTo>
                    <a:pt x="3850198" y="934457"/>
                  </a:lnTo>
                  <a:lnTo>
                    <a:pt x="3850292" y="934457"/>
                  </a:lnTo>
                  <a:lnTo>
                    <a:pt x="3850386" y="934457"/>
                  </a:lnTo>
                  <a:lnTo>
                    <a:pt x="3850480" y="934457"/>
                  </a:lnTo>
                  <a:lnTo>
                    <a:pt x="3850574" y="934457"/>
                  </a:lnTo>
                  <a:lnTo>
                    <a:pt x="3850668" y="934457"/>
                  </a:lnTo>
                  <a:lnTo>
                    <a:pt x="3850762" y="934457"/>
                  </a:lnTo>
                  <a:lnTo>
                    <a:pt x="3850856" y="934457"/>
                  </a:lnTo>
                  <a:lnTo>
                    <a:pt x="3850950" y="934457"/>
                  </a:lnTo>
                  <a:lnTo>
                    <a:pt x="3851044" y="934457"/>
                  </a:lnTo>
                  <a:lnTo>
                    <a:pt x="3851138" y="934457"/>
                  </a:lnTo>
                  <a:lnTo>
                    <a:pt x="3851232" y="934457"/>
                  </a:lnTo>
                  <a:lnTo>
                    <a:pt x="3851326" y="934457"/>
                  </a:lnTo>
                  <a:lnTo>
                    <a:pt x="3851420" y="934457"/>
                  </a:lnTo>
                  <a:lnTo>
                    <a:pt x="3851514" y="934457"/>
                  </a:lnTo>
                  <a:lnTo>
                    <a:pt x="3851608" y="934457"/>
                  </a:lnTo>
                  <a:lnTo>
                    <a:pt x="3851702" y="934457"/>
                  </a:lnTo>
                  <a:lnTo>
                    <a:pt x="3851796" y="934457"/>
                  </a:lnTo>
                  <a:lnTo>
                    <a:pt x="3851890" y="934457"/>
                  </a:lnTo>
                  <a:lnTo>
                    <a:pt x="3851984" y="934457"/>
                  </a:lnTo>
                  <a:lnTo>
                    <a:pt x="3852078" y="934457"/>
                  </a:lnTo>
                  <a:lnTo>
                    <a:pt x="3852172" y="934457"/>
                  </a:lnTo>
                  <a:lnTo>
                    <a:pt x="3852266" y="934457"/>
                  </a:lnTo>
                  <a:lnTo>
                    <a:pt x="3852360" y="934457"/>
                  </a:lnTo>
                  <a:lnTo>
                    <a:pt x="3852454" y="934457"/>
                  </a:lnTo>
                  <a:lnTo>
                    <a:pt x="3852549" y="934457"/>
                  </a:lnTo>
                  <a:lnTo>
                    <a:pt x="3852643" y="934457"/>
                  </a:lnTo>
                  <a:lnTo>
                    <a:pt x="3852737" y="934457"/>
                  </a:lnTo>
                  <a:lnTo>
                    <a:pt x="3852831" y="934457"/>
                  </a:lnTo>
                  <a:lnTo>
                    <a:pt x="3852925" y="934457"/>
                  </a:lnTo>
                  <a:lnTo>
                    <a:pt x="3853019" y="934457"/>
                  </a:lnTo>
                  <a:lnTo>
                    <a:pt x="3853113" y="934457"/>
                  </a:lnTo>
                  <a:lnTo>
                    <a:pt x="3853207" y="934457"/>
                  </a:lnTo>
                  <a:lnTo>
                    <a:pt x="3853301" y="934457"/>
                  </a:lnTo>
                  <a:lnTo>
                    <a:pt x="3853395" y="934457"/>
                  </a:lnTo>
                  <a:lnTo>
                    <a:pt x="3853489" y="934457"/>
                  </a:lnTo>
                  <a:lnTo>
                    <a:pt x="3853583" y="934457"/>
                  </a:lnTo>
                  <a:lnTo>
                    <a:pt x="3853677" y="934457"/>
                  </a:lnTo>
                  <a:lnTo>
                    <a:pt x="3853771" y="934457"/>
                  </a:lnTo>
                  <a:lnTo>
                    <a:pt x="3853865" y="934457"/>
                  </a:lnTo>
                  <a:lnTo>
                    <a:pt x="3853959" y="934457"/>
                  </a:lnTo>
                  <a:lnTo>
                    <a:pt x="3854053" y="934457"/>
                  </a:lnTo>
                  <a:lnTo>
                    <a:pt x="3854147" y="934457"/>
                  </a:lnTo>
                  <a:lnTo>
                    <a:pt x="3854241" y="934457"/>
                  </a:lnTo>
                  <a:lnTo>
                    <a:pt x="3854335" y="934457"/>
                  </a:lnTo>
                  <a:lnTo>
                    <a:pt x="3854429" y="934457"/>
                  </a:lnTo>
                  <a:lnTo>
                    <a:pt x="3854523" y="934457"/>
                  </a:lnTo>
                  <a:lnTo>
                    <a:pt x="3854617" y="934457"/>
                  </a:lnTo>
                  <a:lnTo>
                    <a:pt x="3854711" y="934457"/>
                  </a:lnTo>
                  <a:lnTo>
                    <a:pt x="3854805" y="934457"/>
                  </a:lnTo>
                  <a:lnTo>
                    <a:pt x="3854899" y="934457"/>
                  </a:lnTo>
                  <a:lnTo>
                    <a:pt x="3854993" y="934457"/>
                  </a:lnTo>
                  <a:lnTo>
                    <a:pt x="3855087" y="934457"/>
                  </a:lnTo>
                  <a:lnTo>
                    <a:pt x="3855181" y="934457"/>
                  </a:lnTo>
                  <a:lnTo>
                    <a:pt x="3855275" y="934457"/>
                  </a:lnTo>
                  <a:lnTo>
                    <a:pt x="3855369" y="934457"/>
                  </a:lnTo>
                  <a:lnTo>
                    <a:pt x="3855463" y="934457"/>
                  </a:lnTo>
                  <a:lnTo>
                    <a:pt x="3855557" y="934457"/>
                  </a:lnTo>
                  <a:lnTo>
                    <a:pt x="3855651" y="934457"/>
                  </a:lnTo>
                  <a:lnTo>
                    <a:pt x="3855745" y="934457"/>
                  </a:lnTo>
                  <a:lnTo>
                    <a:pt x="3855839" y="934457"/>
                  </a:lnTo>
                  <a:lnTo>
                    <a:pt x="3855933" y="934457"/>
                  </a:lnTo>
                  <a:lnTo>
                    <a:pt x="3856027" y="934457"/>
                  </a:lnTo>
                  <a:lnTo>
                    <a:pt x="3856122" y="934457"/>
                  </a:lnTo>
                  <a:lnTo>
                    <a:pt x="3856216" y="934457"/>
                  </a:lnTo>
                  <a:lnTo>
                    <a:pt x="3856310" y="934457"/>
                  </a:lnTo>
                  <a:lnTo>
                    <a:pt x="3856404" y="934457"/>
                  </a:lnTo>
                  <a:lnTo>
                    <a:pt x="3856498" y="934457"/>
                  </a:lnTo>
                  <a:lnTo>
                    <a:pt x="3856592" y="934457"/>
                  </a:lnTo>
                  <a:lnTo>
                    <a:pt x="3856686" y="934457"/>
                  </a:lnTo>
                  <a:lnTo>
                    <a:pt x="3856780" y="934457"/>
                  </a:lnTo>
                  <a:lnTo>
                    <a:pt x="3856874" y="934457"/>
                  </a:lnTo>
                  <a:lnTo>
                    <a:pt x="3856968" y="934457"/>
                  </a:lnTo>
                  <a:lnTo>
                    <a:pt x="3857062" y="934457"/>
                  </a:lnTo>
                  <a:lnTo>
                    <a:pt x="3857156" y="934457"/>
                  </a:lnTo>
                  <a:lnTo>
                    <a:pt x="3857250" y="934457"/>
                  </a:lnTo>
                  <a:lnTo>
                    <a:pt x="3857344" y="934457"/>
                  </a:lnTo>
                  <a:lnTo>
                    <a:pt x="3857438" y="934457"/>
                  </a:lnTo>
                  <a:lnTo>
                    <a:pt x="3857532" y="934457"/>
                  </a:lnTo>
                  <a:lnTo>
                    <a:pt x="3857626" y="934457"/>
                  </a:lnTo>
                  <a:lnTo>
                    <a:pt x="3857720" y="934457"/>
                  </a:lnTo>
                  <a:lnTo>
                    <a:pt x="3857814" y="934457"/>
                  </a:lnTo>
                  <a:lnTo>
                    <a:pt x="3857908" y="934457"/>
                  </a:lnTo>
                  <a:lnTo>
                    <a:pt x="3858002" y="934457"/>
                  </a:lnTo>
                  <a:lnTo>
                    <a:pt x="3858096" y="934457"/>
                  </a:lnTo>
                  <a:lnTo>
                    <a:pt x="3858190" y="934457"/>
                  </a:lnTo>
                  <a:lnTo>
                    <a:pt x="3858284" y="934457"/>
                  </a:lnTo>
                  <a:lnTo>
                    <a:pt x="3858378" y="934457"/>
                  </a:lnTo>
                  <a:lnTo>
                    <a:pt x="3858472" y="934457"/>
                  </a:lnTo>
                  <a:lnTo>
                    <a:pt x="3858566" y="934457"/>
                  </a:lnTo>
                  <a:lnTo>
                    <a:pt x="3858660" y="934457"/>
                  </a:lnTo>
                  <a:lnTo>
                    <a:pt x="3858754" y="934457"/>
                  </a:lnTo>
                  <a:lnTo>
                    <a:pt x="3858848" y="934457"/>
                  </a:lnTo>
                  <a:lnTo>
                    <a:pt x="3858942" y="934457"/>
                  </a:lnTo>
                  <a:lnTo>
                    <a:pt x="3859036" y="934457"/>
                  </a:lnTo>
                  <a:lnTo>
                    <a:pt x="3859130" y="934457"/>
                  </a:lnTo>
                  <a:lnTo>
                    <a:pt x="3859224" y="934457"/>
                  </a:lnTo>
                  <a:lnTo>
                    <a:pt x="3859318" y="934457"/>
                  </a:lnTo>
                  <a:lnTo>
                    <a:pt x="3859412" y="934457"/>
                  </a:lnTo>
                  <a:lnTo>
                    <a:pt x="3859506" y="934457"/>
                  </a:lnTo>
                  <a:lnTo>
                    <a:pt x="3859601" y="934457"/>
                  </a:lnTo>
                  <a:lnTo>
                    <a:pt x="3859695" y="934457"/>
                  </a:lnTo>
                  <a:lnTo>
                    <a:pt x="3859789" y="934457"/>
                  </a:lnTo>
                  <a:lnTo>
                    <a:pt x="3859883" y="934457"/>
                  </a:lnTo>
                  <a:lnTo>
                    <a:pt x="3859977" y="934457"/>
                  </a:lnTo>
                  <a:lnTo>
                    <a:pt x="3860071" y="934457"/>
                  </a:lnTo>
                  <a:lnTo>
                    <a:pt x="3860165" y="934457"/>
                  </a:lnTo>
                  <a:lnTo>
                    <a:pt x="3860259" y="934457"/>
                  </a:lnTo>
                  <a:lnTo>
                    <a:pt x="3860353" y="934457"/>
                  </a:lnTo>
                  <a:lnTo>
                    <a:pt x="3860447" y="934457"/>
                  </a:lnTo>
                  <a:lnTo>
                    <a:pt x="3860541" y="934457"/>
                  </a:lnTo>
                  <a:lnTo>
                    <a:pt x="3860635" y="934457"/>
                  </a:lnTo>
                  <a:lnTo>
                    <a:pt x="3860729" y="934457"/>
                  </a:lnTo>
                  <a:lnTo>
                    <a:pt x="3860823" y="934457"/>
                  </a:lnTo>
                  <a:lnTo>
                    <a:pt x="3860917" y="934457"/>
                  </a:lnTo>
                  <a:lnTo>
                    <a:pt x="3861011" y="934457"/>
                  </a:lnTo>
                  <a:lnTo>
                    <a:pt x="3861105" y="934457"/>
                  </a:lnTo>
                  <a:lnTo>
                    <a:pt x="3861199" y="934457"/>
                  </a:lnTo>
                  <a:lnTo>
                    <a:pt x="3861293" y="934457"/>
                  </a:lnTo>
                  <a:lnTo>
                    <a:pt x="3861387" y="934457"/>
                  </a:lnTo>
                  <a:lnTo>
                    <a:pt x="3861481" y="934457"/>
                  </a:lnTo>
                  <a:lnTo>
                    <a:pt x="3861575" y="934457"/>
                  </a:lnTo>
                  <a:lnTo>
                    <a:pt x="3861669" y="934457"/>
                  </a:lnTo>
                  <a:lnTo>
                    <a:pt x="3861763" y="934457"/>
                  </a:lnTo>
                  <a:lnTo>
                    <a:pt x="3861857" y="934457"/>
                  </a:lnTo>
                  <a:lnTo>
                    <a:pt x="3861951" y="934457"/>
                  </a:lnTo>
                  <a:lnTo>
                    <a:pt x="3862045" y="934457"/>
                  </a:lnTo>
                  <a:lnTo>
                    <a:pt x="3862139" y="934457"/>
                  </a:lnTo>
                  <a:lnTo>
                    <a:pt x="3862233" y="934457"/>
                  </a:lnTo>
                  <a:lnTo>
                    <a:pt x="3862327" y="934457"/>
                  </a:lnTo>
                  <a:lnTo>
                    <a:pt x="3862421" y="934457"/>
                  </a:lnTo>
                  <a:lnTo>
                    <a:pt x="3862515" y="934457"/>
                  </a:lnTo>
                  <a:lnTo>
                    <a:pt x="3862609" y="934457"/>
                  </a:lnTo>
                  <a:lnTo>
                    <a:pt x="3862703" y="934457"/>
                  </a:lnTo>
                  <a:lnTo>
                    <a:pt x="3862797" y="934457"/>
                  </a:lnTo>
                  <a:lnTo>
                    <a:pt x="3862891" y="934457"/>
                  </a:lnTo>
                  <a:lnTo>
                    <a:pt x="3862985" y="934457"/>
                  </a:lnTo>
                  <a:lnTo>
                    <a:pt x="3863079" y="934457"/>
                  </a:lnTo>
                  <a:lnTo>
                    <a:pt x="3863174" y="934457"/>
                  </a:lnTo>
                  <a:lnTo>
                    <a:pt x="3863268" y="934457"/>
                  </a:lnTo>
                  <a:lnTo>
                    <a:pt x="3863362" y="934457"/>
                  </a:lnTo>
                  <a:lnTo>
                    <a:pt x="3863456" y="934457"/>
                  </a:lnTo>
                  <a:lnTo>
                    <a:pt x="3863550" y="934457"/>
                  </a:lnTo>
                  <a:lnTo>
                    <a:pt x="3863644" y="934457"/>
                  </a:lnTo>
                  <a:lnTo>
                    <a:pt x="3863738" y="934457"/>
                  </a:lnTo>
                  <a:lnTo>
                    <a:pt x="3863832" y="934457"/>
                  </a:lnTo>
                  <a:lnTo>
                    <a:pt x="3863926" y="934457"/>
                  </a:lnTo>
                  <a:lnTo>
                    <a:pt x="3864020" y="934457"/>
                  </a:lnTo>
                  <a:lnTo>
                    <a:pt x="3864114" y="934457"/>
                  </a:lnTo>
                  <a:lnTo>
                    <a:pt x="3864208" y="934457"/>
                  </a:lnTo>
                  <a:lnTo>
                    <a:pt x="3864302" y="934457"/>
                  </a:lnTo>
                  <a:lnTo>
                    <a:pt x="3864396" y="934457"/>
                  </a:lnTo>
                  <a:lnTo>
                    <a:pt x="3864490" y="934457"/>
                  </a:lnTo>
                  <a:lnTo>
                    <a:pt x="3864584" y="934457"/>
                  </a:lnTo>
                  <a:lnTo>
                    <a:pt x="3864678" y="934457"/>
                  </a:lnTo>
                  <a:lnTo>
                    <a:pt x="3864772" y="934457"/>
                  </a:lnTo>
                  <a:lnTo>
                    <a:pt x="3864866" y="934457"/>
                  </a:lnTo>
                  <a:lnTo>
                    <a:pt x="3864960" y="934457"/>
                  </a:lnTo>
                  <a:lnTo>
                    <a:pt x="3865054" y="934457"/>
                  </a:lnTo>
                  <a:lnTo>
                    <a:pt x="3865148" y="934457"/>
                  </a:lnTo>
                  <a:lnTo>
                    <a:pt x="3865242" y="934457"/>
                  </a:lnTo>
                  <a:lnTo>
                    <a:pt x="3865336" y="934457"/>
                  </a:lnTo>
                  <a:lnTo>
                    <a:pt x="3865430" y="934457"/>
                  </a:lnTo>
                  <a:lnTo>
                    <a:pt x="3865524" y="934457"/>
                  </a:lnTo>
                  <a:lnTo>
                    <a:pt x="3865618" y="934457"/>
                  </a:lnTo>
                  <a:lnTo>
                    <a:pt x="3865712" y="934457"/>
                  </a:lnTo>
                  <a:lnTo>
                    <a:pt x="3865806" y="934457"/>
                  </a:lnTo>
                  <a:lnTo>
                    <a:pt x="3865806" y="929178"/>
                  </a:lnTo>
                  <a:lnTo>
                    <a:pt x="3865900" y="929178"/>
                  </a:lnTo>
                  <a:lnTo>
                    <a:pt x="3865994" y="929178"/>
                  </a:lnTo>
                  <a:lnTo>
                    <a:pt x="3866088" y="929178"/>
                  </a:lnTo>
                  <a:lnTo>
                    <a:pt x="3866182" y="929178"/>
                  </a:lnTo>
                  <a:lnTo>
                    <a:pt x="3866276" y="929178"/>
                  </a:lnTo>
                  <a:lnTo>
                    <a:pt x="3866370" y="929178"/>
                  </a:lnTo>
                  <a:lnTo>
                    <a:pt x="3866464" y="929178"/>
                  </a:lnTo>
                  <a:lnTo>
                    <a:pt x="3866558" y="929178"/>
                  </a:lnTo>
                  <a:lnTo>
                    <a:pt x="3866652" y="929178"/>
                  </a:lnTo>
                  <a:lnTo>
                    <a:pt x="3866747" y="929178"/>
                  </a:lnTo>
                  <a:lnTo>
                    <a:pt x="3866841" y="929178"/>
                  </a:lnTo>
                  <a:lnTo>
                    <a:pt x="3866935" y="929178"/>
                  </a:lnTo>
                  <a:lnTo>
                    <a:pt x="3867029" y="929178"/>
                  </a:lnTo>
                  <a:lnTo>
                    <a:pt x="3867123" y="929178"/>
                  </a:lnTo>
                  <a:lnTo>
                    <a:pt x="3867217" y="929178"/>
                  </a:lnTo>
                  <a:lnTo>
                    <a:pt x="3867311" y="929178"/>
                  </a:lnTo>
                  <a:lnTo>
                    <a:pt x="3867405" y="929178"/>
                  </a:lnTo>
                  <a:lnTo>
                    <a:pt x="3867499" y="929178"/>
                  </a:lnTo>
                  <a:lnTo>
                    <a:pt x="3867593" y="929178"/>
                  </a:lnTo>
                  <a:lnTo>
                    <a:pt x="3867687" y="929178"/>
                  </a:lnTo>
                  <a:lnTo>
                    <a:pt x="3867781" y="929178"/>
                  </a:lnTo>
                  <a:lnTo>
                    <a:pt x="3867875" y="929178"/>
                  </a:lnTo>
                  <a:lnTo>
                    <a:pt x="3867969" y="929178"/>
                  </a:lnTo>
                  <a:lnTo>
                    <a:pt x="3868063" y="929178"/>
                  </a:lnTo>
                  <a:lnTo>
                    <a:pt x="3868157" y="929178"/>
                  </a:lnTo>
                  <a:lnTo>
                    <a:pt x="3868251" y="929178"/>
                  </a:lnTo>
                  <a:lnTo>
                    <a:pt x="3868345" y="929178"/>
                  </a:lnTo>
                  <a:lnTo>
                    <a:pt x="3868439" y="929178"/>
                  </a:lnTo>
                  <a:lnTo>
                    <a:pt x="3868533" y="929178"/>
                  </a:lnTo>
                  <a:lnTo>
                    <a:pt x="3868627" y="929178"/>
                  </a:lnTo>
                  <a:lnTo>
                    <a:pt x="3868721" y="929178"/>
                  </a:lnTo>
                  <a:lnTo>
                    <a:pt x="3868815" y="929178"/>
                  </a:lnTo>
                  <a:lnTo>
                    <a:pt x="3868909" y="929178"/>
                  </a:lnTo>
                  <a:lnTo>
                    <a:pt x="3869003" y="929178"/>
                  </a:lnTo>
                  <a:lnTo>
                    <a:pt x="3869097" y="929178"/>
                  </a:lnTo>
                  <a:lnTo>
                    <a:pt x="3869191" y="929178"/>
                  </a:lnTo>
                  <a:lnTo>
                    <a:pt x="3869285" y="929178"/>
                  </a:lnTo>
                  <a:lnTo>
                    <a:pt x="3869379" y="929178"/>
                  </a:lnTo>
                  <a:lnTo>
                    <a:pt x="3869473" y="929178"/>
                  </a:lnTo>
                  <a:lnTo>
                    <a:pt x="3869567" y="929178"/>
                  </a:lnTo>
                  <a:lnTo>
                    <a:pt x="3869661" y="929178"/>
                  </a:lnTo>
                  <a:lnTo>
                    <a:pt x="3869755" y="929178"/>
                  </a:lnTo>
                  <a:lnTo>
                    <a:pt x="3869849" y="929178"/>
                  </a:lnTo>
                  <a:lnTo>
                    <a:pt x="3869943" y="929178"/>
                  </a:lnTo>
                  <a:lnTo>
                    <a:pt x="3870037" y="929178"/>
                  </a:lnTo>
                  <a:lnTo>
                    <a:pt x="3870131" y="929178"/>
                  </a:lnTo>
                  <a:lnTo>
                    <a:pt x="3870225" y="929178"/>
                  </a:lnTo>
                  <a:lnTo>
                    <a:pt x="3870320" y="929178"/>
                  </a:lnTo>
                  <a:lnTo>
                    <a:pt x="3870414" y="929178"/>
                  </a:lnTo>
                  <a:lnTo>
                    <a:pt x="3870508" y="929178"/>
                  </a:lnTo>
                  <a:lnTo>
                    <a:pt x="3870602" y="929178"/>
                  </a:lnTo>
                  <a:lnTo>
                    <a:pt x="3870696" y="929178"/>
                  </a:lnTo>
                  <a:lnTo>
                    <a:pt x="3870790" y="929178"/>
                  </a:lnTo>
                  <a:lnTo>
                    <a:pt x="3870884" y="929178"/>
                  </a:lnTo>
                  <a:lnTo>
                    <a:pt x="3870978" y="929178"/>
                  </a:lnTo>
                  <a:lnTo>
                    <a:pt x="3871072" y="929178"/>
                  </a:lnTo>
                  <a:lnTo>
                    <a:pt x="3871166" y="929178"/>
                  </a:lnTo>
                  <a:lnTo>
                    <a:pt x="3871260" y="929178"/>
                  </a:lnTo>
                  <a:lnTo>
                    <a:pt x="3871354" y="929178"/>
                  </a:lnTo>
                  <a:lnTo>
                    <a:pt x="3871448" y="929178"/>
                  </a:lnTo>
                  <a:lnTo>
                    <a:pt x="3871542" y="929178"/>
                  </a:lnTo>
                  <a:lnTo>
                    <a:pt x="3871636" y="929178"/>
                  </a:lnTo>
                  <a:lnTo>
                    <a:pt x="3871730" y="929178"/>
                  </a:lnTo>
                  <a:lnTo>
                    <a:pt x="3871824" y="929178"/>
                  </a:lnTo>
                  <a:lnTo>
                    <a:pt x="3871918" y="929178"/>
                  </a:lnTo>
                  <a:lnTo>
                    <a:pt x="3872012" y="929178"/>
                  </a:lnTo>
                  <a:lnTo>
                    <a:pt x="3872106" y="929178"/>
                  </a:lnTo>
                  <a:lnTo>
                    <a:pt x="3872200" y="929178"/>
                  </a:lnTo>
                  <a:lnTo>
                    <a:pt x="3872294" y="929178"/>
                  </a:lnTo>
                  <a:lnTo>
                    <a:pt x="3872388" y="929178"/>
                  </a:lnTo>
                  <a:lnTo>
                    <a:pt x="3872482" y="929178"/>
                  </a:lnTo>
                  <a:lnTo>
                    <a:pt x="3872576" y="929178"/>
                  </a:lnTo>
                  <a:lnTo>
                    <a:pt x="3872670" y="929178"/>
                  </a:lnTo>
                  <a:lnTo>
                    <a:pt x="3872764" y="929178"/>
                  </a:lnTo>
                  <a:lnTo>
                    <a:pt x="3872858" y="929178"/>
                  </a:lnTo>
                  <a:lnTo>
                    <a:pt x="3872952" y="929178"/>
                  </a:lnTo>
                  <a:lnTo>
                    <a:pt x="3873046" y="929178"/>
                  </a:lnTo>
                  <a:lnTo>
                    <a:pt x="3873140" y="929178"/>
                  </a:lnTo>
                  <a:lnTo>
                    <a:pt x="3873234" y="929178"/>
                  </a:lnTo>
                  <a:lnTo>
                    <a:pt x="3873328" y="929178"/>
                  </a:lnTo>
                  <a:lnTo>
                    <a:pt x="3873422" y="929178"/>
                  </a:lnTo>
                  <a:lnTo>
                    <a:pt x="3873516" y="929178"/>
                  </a:lnTo>
                  <a:lnTo>
                    <a:pt x="3873610" y="929178"/>
                  </a:lnTo>
                  <a:lnTo>
                    <a:pt x="3873704" y="929178"/>
                  </a:lnTo>
                  <a:lnTo>
                    <a:pt x="3873799" y="929178"/>
                  </a:lnTo>
                  <a:lnTo>
                    <a:pt x="3873893" y="929178"/>
                  </a:lnTo>
                  <a:lnTo>
                    <a:pt x="3873987" y="929178"/>
                  </a:lnTo>
                  <a:lnTo>
                    <a:pt x="3874081" y="929178"/>
                  </a:lnTo>
                  <a:lnTo>
                    <a:pt x="3874175" y="929178"/>
                  </a:lnTo>
                  <a:lnTo>
                    <a:pt x="3874269" y="929178"/>
                  </a:lnTo>
                  <a:lnTo>
                    <a:pt x="3874363" y="929178"/>
                  </a:lnTo>
                  <a:lnTo>
                    <a:pt x="3874457" y="929178"/>
                  </a:lnTo>
                  <a:lnTo>
                    <a:pt x="3874551" y="929178"/>
                  </a:lnTo>
                  <a:lnTo>
                    <a:pt x="3874645" y="929178"/>
                  </a:lnTo>
                  <a:lnTo>
                    <a:pt x="3874739" y="929178"/>
                  </a:lnTo>
                  <a:lnTo>
                    <a:pt x="3874833" y="929178"/>
                  </a:lnTo>
                  <a:lnTo>
                    <a:pt x="3874927" y="929178"/>
                  </a:lnTo>
                  <a:lnTo>
                    <a:pt x="3875021" y="929178"/>
                  </a:lnTo>
                  <a:lnTo>
                    <a:pt x="3875115" y="929178"/>
                  </a:lnTo>
                  <a:lnTo>
                    <a:pt x="3875209" y="929178"/>
                  </a:lnTo>
                  <a:lnTo>
                    <a:pt x="3875303" y="929178"/>
                  </a:lnTo>
                  <a:lnTo>
                    <a:pt x="3875397" y="929178"/>
                  </a:lnTo>
                  <a:lnTo>
                    <a:pt x="3875491" y="929178"/>
                  </a:lnTo>
                  <a:lnTo>
                    <a:pt x="3875585" y="929178"/>
                  </a:lnTo>
                  <a:lnTo>
                    <a:pt x="3875679" y="929178"/>
                  </a:lnTo>
                  <a:lnTo>
                    <a:pt x="3875773" y="929178"/>
                  </a:lnTo>
                  <a:lnTo>
                    <a:pt x="3875867" y="929178"/>
                  </a:lnTo>
                  <a:lnTo>
                    <a:pt x="3875961" y="929178"/>
                  </a:lnTo>
                  <a:lnTo>
                    <a:pt x="3876055" y="929178"/>
                  </a:lnTo>
                  <a:lnTo>
                    <a:pt x="3876149" y="929178"/>
                  </a:lnTo>
                  <a:lnTo>
                    <a:pt x="3876243" y="929178"/>
                  </a:lnTo>
                  <a:lnTo>
                    <a:pt x="3876337" y="929178"/>
                  </a:lnTo>
                  <a:lnTo>
                    <a:pt x="3876431" y="929178"/>
                  </a:lnTo>
                  <a:lnTo>
                    <a:pt x="3876525" y="929178"/>
                  </a:lnTo>
                  <a:lnTo>
                    <a:pt x="3876619" y="929178"/>
                  </a:lnTo>
                  <a:lnTo>
                    <a:pt x="3876713" y="929178"/>
                  </a:lnTo>
                  <a:lnTo>
                    <a:pt x="3876807" y="929178"/>
                  </a:lnTo>
                  <a:lnTo>
                    <a:pt x="3876901" y="929178"/>
                  </a:lnTo>
                  <a:lnTo>
                    <a:pt x="3876995" y="929178"/>
                  </a:lnTo>
                  <a:lnTo>
                    <a:pt x="3877089" y="929178"/>
                  </a:lnTo>
                  <a:lnTo>
                    <a:pt x="3877183" y="929178"/>
                  </a:lnTo>
                  <a:lnTo>
                    <a:pt x="3877277" y="929178"/>
                  </a:lnTo>
                  <a:lnTo>
                    <a:pt x="3877372" y="929178"/>
                  </a:lnTo>
                  <a:lnTo>
                    <a:pt x="3877466" y="929178"/>
                  </a:lnTo>
                  <a:lnTo>
                    <a:pt x="3877560" y="929178"/>
                  </a:lnTo>
                  <a:lnTo>
                    <a:pt x="3877654" y="929178"/>
                  </a:lnTo>
                  <a:lnTo>
                    <a:pt x="3877748" y="929178"/>
                  </a:lnTo>
                  <a:lnTo>
                    <a:pt x="3877842" y="929178"/>
                  </a:lnTo>
                  <a:lnTo>
                    <a:pt x="3877936" y="929178"/>
                  </a:lnTo>
                  <a:lnTo>
                    <a:pt x="3878030" y="929178"/>
                  </a:lnTo>
                  <a:lnTo>
                    <a:pt x="3878124" y="929178"/>
                  </a:lnTo>
                  <a:lnTo>
                    <a:pt x="3878218" y="929178"/>
                  </a:lnTo>
                  <a:lnTo>
                    <a:pt x="3878312" y="929178"/>
                  </a:lnTo>
                  <a:lnTo>
                    <a:pt x="3878406" y="929178"/>
                  </a:lnTo>
                  <a:lnTo>
                    <a:pt x="3878500" y="929178"/>
                  </a:lnTo>
                  <a:lnTo>
                    <a:pt x="3878594" y="929178"/>
                  </a:lnTo>
                  <a:lnTo>
                    <a:pt x="3878688" y="929178"/>
                  </a:lnTo>
                  <a:lnTo>
                    <a:pt x="3878782" y="929178"/>
                  </a:lnTo>
                  <a:lnTo>
                    <a:pt x="3878876" y="929178"/>
                  </a:lnTo>
                  <a:lnTo>
                    <a:pt x="3878970" y="929178"/>
                  </a:lnTo>
                  <a:lnTo>
                    <a:pt x="3879064" y="929178"/>
                  </a:lnTo>
                  <a:lnTo>
                    <a:pt x="3879064" y="923898"/>
                  </a:lnTo>
                  <a:lnTo>
                    <a:pt x="3879158" y="923898"/>
                  </a:lnTo>
                  <a:lnTo>
                    <a:pt x="3879252" y="923898"/>
                  </a:lnTo>
                  <a:lnTo>
                    <a:pt x="3879346" y="923898"/>
                  </a:lnTo>
                  <a:lnTo>
                    <a:pt x="3879440" y="923898"/>
                  </a:lnTo>
                  <a:lnTo>
                    <a:pt x="3879534" y="923898"/>
                  </a:lnTo>
                  <a:lnTo>
                    <a:pt x="3879628" y="923898"/>
                  </a:lnTo>
                  <a:lnTo>
                    <a:pt x="3879722" y="923898"/>
                  </a:lnTo>
                  <a:lnTo>
                    <a:pt x="3879816" y="923898"/>
                  </a:lnTo>
                  <a:lnTo>
                    <a:pt x="3879910" y="923898"/>
                  </a:lnTo>
                  <a:lnTo>
                    <a:pt x="3880004" y="923898"/>
                  </a:lnTo>
                  <a:lnTo>
                    <a:pt x="3880098" y="923898"/>
                  </a:lnTo>
                  <a:lnTo>
                    <a:pt x="3880192" y="923898"/>
                  </a:lnTo>
                  <a:lnTo>
                    <a:pt x="3880286" y="923898"/>
                  </a:lnTo>
                  <a:lnTo>
                    <a:pt x="3880380" y="923898"/>
                  </a:lnTo>
                  <a:lnTo>
                    <a:pt x="3880474" y="923898"/>
                  </a:lnTo>
                  <a:lnTo>
                    <a:pt x="3880568" y="923898"/>
                  </a:lnTo>
                  <a:lnTo>
                    <a:pt x="3880662" y="923898"/>
                  </a:lnTo>
                  <a:lnTo>
                    <a:pt x="3880756" y="923898"/>
                  </a:lnTo>
                  <a:lnTo>
                    <a:pt x="3880850" y="923898"/>
                  </a:lnTo>
                  <a:lnTo>
                    <a:pt x="3880945" y="923898"/>
                  </a:lnTo>
                  <a:lnTo>
                    <a:pt x="3881039" y="923898"/>
                  </a:lnTo>
                  <a:lnTo>
                    <a:pt x="3881133" y="923898"/>
                  </a:lnTo>
                  <a:lnTo>
                    <a:pt x="3881227" y="923898"/>
                  </a:lnTo>
                  <a:lnTo>
                    <a:pt x="3881321" y="923898"/>
                  </a:lnTo>
                  <a:lnTo>
                    <a:pt x="3881415" y="923898"/>
                  </a:lnTo>
                  <a:lnTo>
                    <a:pt x="3881509" y="923898"/>
                  </a:lnTo>
                  <a:lnTo>
                    <a:pt x="3881603" y="923898"/>
                  </a:lnTo>
                  <a:lnTo>
                    <a:pt x="3881697" y="923898"/>
                  </a:lnTo>
                  <a:lnTo>
                    <a:pt x="3881791" y="923898"/>
                  </a:lnTo>
                  <a:lnTo>
                    <a:pt x="3881885" y="923898"/>
                  </a:lnTo>
                  <a:lnTo>
                    <a:pt x="3881979" y="923898"/>
                  </a:lnTo>
                  <a:lnTo>
                    <a:pt x="3882073" y="923898"/>
                  </a:lnTo>
                  <a:lnTo>
                    <a:pt x="3882167" y="923898"/>
                  </a:lnTo>
                  <a:lnTo>
                    <a:pt x="3882261" y="923898"/>
                  </a:lnTo>
                  <a:lnTo>
                    <a:pt x="3882355" y="923898"/>
                  </a:lnTo>
                  <a:lnTo>
                    <a:pt x="3882449" y="923898"/>
                  </a:lnTo>
                  <a:lnTo>
                    <a:pt x="3882543" y="923898"/>
                  </a:lnTo>
                  <a:lnTo>
                    <a:pt x="3882637" y="923898"/>
                  </a:lnTo>
                  <a:lnTo>
                    <a:pt x="3882731" y="923898"/>
                  </a:lnTo>
                  <a:lnTo>
                    <a:pt x="3882825" y="923898"/>
                  </a:lnTo>
                  <a:lnTo>
                    <a:pt x="3882919" y="923898"/>
                  </a:lnTo>
                  <a:lnTo>
                    <a:pt x="3883013" y="923898"/>
                  </a:lnTo>
                  <a:lnTo>
                    <a:pt x="3883107" y="923898"/>
                  </a:lnTo>
                  <a:lnTo>
                    <a:pt x="3883201" y="923898"/>
                  </a:lnTo>
                  <a:lnTo>
                    <a:pt x="3883295" y="923898"/>
                  </a:lnTo>
                  <a:lnTo>
                    <a:pt x="3883389" y="923898"/>
                  </a:lnTo>
                  <a:lnTo>
                    <a:pt x="3883483" y="923898"/>
                  </a:lnTo>
                  <a:lnTo>
                    <a:pt x="3883577" y="923898"/>
                  </a:lnTo>
                  <a:lnTo>
                    <a:pt x="3883671" y="923898"/>
                  </a:lnTo>
                  <a:lnTo>
                    <a:pt x="3883765" y="923898"/>
                  </a:lnTo>
                  <a:lnTo>
                    <a:pt x="3883859" y="923898"/>
                  </a:lnTo>
                  <a:lnTo>
                    <a:pt x="3883953" y="923898"/>
                  </a:lnTo>
                  <a:lnTo>
                    <a:pt x="3884047" y="923898"/>
                  </a:lnTo>
                  <a:lnTo>
                    <a:pt x="3884141" y="923898"/>
                  </a:lnTo>
                  <a:lnTo>
                    <a:pt x="3884235" y="923898"/>
                  </a:lnTo>
                  <a:lnTo>
                    <a:pt x="3884329" y="923898"/>
                  </a:lnTo>
                  <a:lnTo>
                    <a:pt x="3884424" y="923898"/>
                  </a:lnTo>
                  <a:lnTo>
                    <a:pt x="3884518" y="923898"/>
                  </a:lnTo>
                  <a:lnTo>
                    <a:pt x="3884612" y="923898"/>
                  </a:lnTo>
                  <a:lnTo>
                    <a:pt x="3884706" y="923898"/>
                  </a:lnTo>
                  <a:lnTo>
                    <a:pt x="3884800" y="923898"/>
                  </a:lnTo>
                  <a:lnTo>
                    <a:pt x="3884894" y="923898"/>
                  </a:lnTo>
                  <a:lnTo>
                    <a:pt x="3884988" y="923898"/>
                  </a:lnTo>
                  <a:lnTo>
                    <a:pt x="3885082" y="923898"/>
                  </a:lnTo>
                  <a:lnTo>
                    <a:pt x="3885176" y="923898"/>
                  </a:lnTo>
                  <a:lnTo>
                    <a:pt x="3885270" y="923898"/>
                  </a:lnTo>
                  <a:lnTo>
                    <a:pt x="3885364" y="923898"/>
                  </a:lnTo>
                  <a:lnTo>
                    <a:pt x="3885458" y="923898"/>
                  </a:lnTo>
                  <a:lnTo>
                    <a:pt x="3885552" y="923898"/>
                  </a:lnTo>
                  <a:lnTo>
                    <a:pt x="3885646" y="923898"/>
                  </a:lnTo>
                  <a:lnTo>
                    <a:pt x="3885740" y="923898"/>
                  </a:lnTo>
                  <a:lnTo>
                    <a:pt x="3885834" y="923898"/>
                  </a:lnTo>
                  <a:lnTo>
                    <a:pt x="3885928" y="923898"/>
                  </a:lnTo>
                  <a:lnTo>
                    <a:pt x="3886022" y="923898"/>
                  </a:lnTo>
                  <a:lnTo>
                    <a:pt x="3886116" y="923898"/>
                  </a:lnTo>
                  <a:lnTo>
                    <a:pt x="3886210" y="923898"/>
                  </a:lnTo>
                  <a:lnTo>
                    <a:pt x="3886304" y="923898"/>
                  </a:lnTo>
                  <a:lnTo>
                    <a:pt x="3886398" y="923898"/>
                  </a:lnTo>
                  <a:lnTo>
                    <a:pt x="3886492" y="923898"/>
                  </a:lnTo>
                  <a:lnTo>
                    <a:pt x="3886586" y="923898"/>
                  </a:lnTo>
                  <a:lnTo>
                    <a:pt x="3886680" y="923898"/>
                  </a:lnTo>
                  <a:lnTo>
                    <a:pt x="3886774" y="923898"/>
                  </a:lnTo>
                  <a:lnTo>
                    <a:pt x="3886868" y="923898"/>
                  </a:lnTo>
                  <a:lnTo>
                    <a:pt x="3886962" y="923898"/>
                  </a:lnTo>
                  <a:lnTo>
                    <a:pt x="3887056" y="923898"/>
                  </a:lnTo>
                  <a:lnTo>
                    <a:pt x="3887150" y="923898"/>
                  </a:lnTo>
                  <a:lnTo>
                    <a:pt x="3887244" y="923898"/>
                  </a:lnTo>
                  <a:lnTo>
                    <a:pt x="3887338" y="923898"/>
                  </a:lnTo>
                  <a:lnTo>
                    <a:pt x="3887432" y="923898"/>
                  </a:lnTo>
                  <a:lnTo>
                    <a:pt x="3887526" y="923898"/>
                  </a:lnTo>
                  <a:lnTo>
                    <a:pt x="3887620" y="923898"/>
                  </a:lnTo>
                  <a:lnTo>
                    <a:pt x="3887714" y="923898"/>
                  </a:lnTo>
                  <a:lnTo>
                    <a:pt x="3887808" y="923898"/>
                  </a:lnTo>
                  <a:lnTo>
                    <a:pt x="3887902" y="923898"/>
                  </a:lnTo>
                  <a:lnTo>
                    <a:pt x="3887997" y="923898"/>
                  </a:lnTo>
                  <a:lnTo>
                    <a:pt x="3888091" y="923898"/>
                  </a:lnTo>
                  <a:lnTo>
                    <a:pt x="3888185" y="923898"/>
                  </a:lnTo>
                  <a:lnTo>
                    <a:pt x="3888279" y="923898"/>
                  </a:lnTo>
                  <a:lnTo>
                    <a:pt x="3888373" y="923898"/>
                  </a:lnTo>
                  <a:lnTo>
                    <a:pt x="3888467" y="923898"/>
                  </a:lnTo>
                  <a:lnTo>
                    <a:pt x="3888561" y="923898"/>
                  </a:lnTo>
                  <a:lnTo>
                    <a:pt x="3888655" y="923898"/>
                  </a:lnTo>
                  <a:lnTo>
                    <a:pt x="3888749" y="923898"/>
                  </a:lnTo>
                  <a:lnTo>
                    <a:pt x="3888843" y="923898"/>
                  </a:lnTo>
                  <a:lnTo>
                    <a:pt x="3888937" y="923898"/>
                  </a:lnTo>
                  <a:lnTo>
                    <a:pt x="3889031" y="923898"/>
                  </a:lnTo>
                  <a:lnTo>
                    <a:pt x="3889125" y="923898"/>
                  </a:lnTo>
                  <a:lnTo>
                    <a:pt x="3889219" y="923898"/>
                  </a:lnTo>
                  <a:lnTo>
                    <a:pt x="3889313" y="923898"/>
                  </a:lnTo>
                  <a:lnTo>
                    <a:pt x="3889407" y="923898"/>
                  </a:lnTo>
                  <a:lnTo>
                    <a:pt x="3889501" y="923898"/>
                  </a:lnTo>
                  <a:lnTo>
                    <a:pt x="3889595" y="923898"/>
                  </a:lnTo>
                  <a:lnTo>
                    <a:pt x="3889689" y="923898"/>
                  </a:lnTo>
                  <a:lnTo>
                    <a:pt x="3889783" y="923898"/>
                  </a:lnTo>
                  <a:lnTo>
                    <a:pt x="3889877" y="923898"/>
                  </a:lnTo>
                  <a:lnTo>
                    <a:pt x="3889971" y="923898"/>
                  </a:lnTo>
                  <a:lnTo>
                    <a:pt x="3890065" y="923898"/>
                  </a:lnTo>
                  <a:lnTo>
                    <a:pt x="3890159" y="923898"/>
                  </a:lnTo>
                  <a:lnTo>
                    <a:pt x="3890253" y="923898"/>
                  </a:lnTo>
                  <a:lnTo>
                    <a:pt x="3890347" y="923898"/>
                  </a:lnTo>
                  <a:lnTo>
                    <a:pt x="3890441" y="923898"/>
                  </a:lnTo>
                  <a:lnTo>
                    <a:pt x="3890535" y="923898"/>
                  </a:lnTo>
                  <a:lnTo>
                    <a:pt x="3890629" y="923898"/>
                  </a:lnTo>
                  <a:lnTo>
                    <a:pt x="3890723" y="923898"/>
                  </a:lnTo>
                  <a:lnTo>
                    <a:pt x="3890817" y="923898"/>
                  </a:lnTo>
                  <a:lnTo>
                    <a:pt x="3890911" y="923898"/>
                  </a:lnTo>
                  <a:lnTo>
                    <a:pt x="3891005" y="923898"/>
                  </a:lnTo>
                  <a:lnTo>
                    <a:pt x="3891099" y="923898"/>
                  </a:lnTo>
                  <a:lnTo>
                    <a:pt x="3891193" y="923898"/>
                  </a:lnTo>
                  <a:lnTo>
                    <a:pt x="3891287" y="923898"/>
                  </a:lnTo>
                  <a:lnTo>
                    <a:pt x="3891381" y="923898"/>
                  </a:lnTo>
                  <a:lnTo>
                    <a:pt x="3891475" y="923898"/>
                  </a:lnTo>
                  <a:lnTo>
                    <a:pt x="3891570" y="923898"/>
                  </a:lnTo>
                  <a:lnTo>
                    <a:pt x="3891664" y="923898"/>
                  </a:lnTo>
                  <a:lnTo>
                    <a:pt x="3891758" y="923898"/>
                  </a:lnTo>
                  <a:lnTo>
                    <a:pt x="3891852" y="923898"/>
                  </a:lnTo>
                  <a:lnTo>
                    <a:pt x="3891946" y="923898"/>
                  </a:lnTo>
                  <a:lnTo>
                    <a:pt x="3892040" y="923898"/>
                  </a:lnTo>
                  <a:lnTo>
                    <a:pt x="3892134" y="923898"/>
                  </a:lnTo>
                  <a:lnTo>
                    <a:pt x="3892228" y="923898"/>
                  </a:lnTo>
                  <a:lnTo>
                    <a:pt x="3892322" y="923898"/>
                  </a:lnTo>
                  <a:lnTo>
                    <a:pt x="3892416" y="923898"/>
                  </a:lnTo>
                  <a:lnTo>
                    <a:pt x="3892510" y="923898"/>
                  </a:lnTo>
                  <a:lnTo>
                    <a:pt x="3892604" y="923898"/>
                  </a:lnTo>
                  <a:lnTo>
                    <a:pt x="3892698" y="923898"/>
                  </a:lnTo>
                  <a:lnTo>
                    <a:pt x="3892792" y="923898"/>
                  </a:lnTo>
                  <a:lnTo>
                    <a:pt x="3892886" y="923898"/>
                  </a:lnTo>
                  <a:lnTo>
                    <a:pt x="3892980" y="923898"/>
                  </a:lnTo>
                  <a:lnTo>
                    <a:pt x="3893074" y="923898"/>
                  </a:lnTo>
                  <a:lnTo>
                    <a:pt x="3893168" y="923898"/>
                  </a:lnTo>
                  <a:lnTo>
                    <a:pt x="3893262" y="923898"/>
                  </a:lnTo>
                  <a:lnTo>
                    <a:pt x="3893356" y="923898"/>
                  </a:lnTo>
                  <a:lnTo>
                    <a:pt x="3893450" y="923898"/>
                  </a:lnTo>
                  <a:lnTo>
                    <a:pt x="3893544" y="923898"/>
                  </a:lnTo>
                  <a:lnTo>
                    <a:pt x="3893638" y="923898"/>
                  </a:lnTo>
                  <a:lnTo>
                    <a:pt x="3893732" y="923898"/>
                  </a:lnTo>
                  <a:lnTo>
                    <a:pt x="3893826" y="923898"/>
                  </a:lnTo>
                  <a:lnTo>
                    <a:pt x="3893920" y="923898"/>
                  </a:lnTo>
                  <a:lnTo>
                    <a:pt x="3894014" y="923898"/>
                  </a:lnTo>
                  <a:lnTo>
                    <a:pt x="3894108" y="923898"/>
                  </a:lnTo>
                  <a:lnTo>
                    <a:pt x="3894202" y="923898"/>
                  </a:lnTo>
                  <a:lnTo>
                    <a:pt x="3894296" y="923898"/>
                  </a:lnTo>
                  <a:lnTo>
                    <a:pt x="3894390" y="923898"/>
                  </a:lnTo>
                  <a:lnTo>
                    <a:pt x="3894484" y="923898"/>
                  </a:lnTo>
                  <a:lnTo>
                    <a:pt x="3894578" y="923898"/>
                  </a:lnTo>
                  <a:lnTo>
                    <a:pt x="3894672" y="923898"/>
                  </a:lnTo>
                  <a:lnTo>
                    <a:pt x="3894766" y="923898"/>
                  </a:lnTo>
                  <a:lnTo>
                    <a:pt x="3894860" y="923898"/>
                  </a:lnTo>
                  <a:lnTo>
                    <a:pt x="3894954" y="923898"/>
                  </a:lnTo>
                  <a:lnTo>
                    <a:pt x="3895049" y="923898"/>
                  </a:lnTo>
                  <a:lnTo>
                    <a:pt x="3895143" y="923898"/>
                  </a:lnTo>
                  <a:lnTo>
                    <a:pt x="3895237" y="923898"/>
                  </a:lnTo>
                  <a:lnTo>
                    <a:pt x="3895331" y="923898"/>
                  </a:lnTo>
                  <a:lnTo>
                    <a:pt x="3895425" y="923898"/>
                  </a:lnTo>
                  <a:lnTo>
                    <a:pt x="3895519" y="923898"/>
                  </a:lnTo>
                  <a:lnTo>
                    <a:pt x="3895613" y="923898"/>
                  </a:lnTo>
                  <a:lnTo>
                    <a:pt x="3895707" y="923898"/>
                  </a:lnTo>
                  <a:lnTo>
                    <a:pt x="3895801" y="923898"/>
                  </a:lnTo>
                  <a:lnTo>
                    <a:pt x="3895895" y="923898"/>
                  </a:lnTo>
                  <a:lnTo>
                    <a:pt x="3895989" y="923898"/>
                  </a:lnTo>
                  <a:lnTo>
                    <a:pt x="3896083" y="923898"/>
                  </a:lnTo>
                  <a:lnTo>
                    <a:pt x="3896177" y="923898"/>
                  </a:lnTo>
                  <a:lnTo>
                    <a:pt x="3896271" y="923898"/>
                  </a:lnTo>
                  <a:lnTo>
                    <a:pt x="3896365" y="923898"/>
                  </a:lnTo>
                  <a:lnTo>
                    <a:pt x="3896459" y="923898"/>
                  </a:lnTo>
                  <a:lnTo>
                    <a:pt x="3896553" y="923898"/>
                  </a:lnTo>
                  <a:lnTo>
                    <a:pt x="3896647" y="923898"/>
                  </a:lnTo>
                  <a:lnTo>
                    <a:pt x="3896741" y="923898"/>
                  </a:lnTo>
                  <a:lnTo>
                    <a:pt x="3896835" y="923898"/>
                  </a:lnTo>
                  <a:lnTo>
                    <a:pt x="3896929" y="923898"/>
                  </a:lnTo>
                  <a:lnTo>
                    <a:pt x="3897023" y="923898"/>
                  </a:lnTo>
                  <a:lnTo>
                    <a:pt x="3897117" y="923898"/>
                  </a:lnTo>
                  <a:lnTo>
                    <a:pt x="3897211" y="923898"/>
                  </a:lnTo>
                  <a:lnTo>
                    <a:pt x="3897305" y="923898"/>
                  </a:lnTo>
                  <a:lnTo>
                    <a:pt x="3897399" y="923898"/>
                  </a:lnTo>
                  <a:lnTo>
                    <a:pt x="3897493" y="923898"/>
                  </a:lnTo>
                  <a:lnTo>
                    <a:pt x="3897587" y="923898"/>
                  </a:lnTo>
                  <a:lnTo>
                    <a:pt x="3897681" y="923898"/>
                  </a:lnTo>
                  <a:lnTo>
                    <a:pt x="3897775" y="923898"/>
                  </a:lnTo>
                  <a:lnTo>
                    <a:pt x="3897869" y="923898"/>
                  </a:lnTo>
                  <a:lnTo>
                    <a:pt x="3897963" y="923898"/>
                  </a:lnTo>
                  <a:lnTo>
                    <a:pt x="3898057" y="923898"/>
                  </a:lnTo>
                  <a:lnTo>
                    <a:pt x="3898151" y="923898"/>
                  </a:lnTo>
                  <a:lnTo>
                    <a:pt x="3898245" y="923898"/>
                  </a:lnTo>
                  <a:lnTo>
                    <a:pt x="3898339" y="923898"/>
                  </a:lnTo>
                  <a:lnTo>
                    <a:pt x="3898433" y="923898"/>
                  </a:lnTo>
                  <a:lnTo>
                    <a:pt x="3898527" y="923898"/>
                  </a:lnTo>
                  <a:lnTo>
                    <a:pt x="3898622" y="923898"/>
                  </a:lnTo>
                  <a:lnTo>
                    <a:pt x="3898716" y="923898"/>
                  </a:lnTo>
                  <a:lnTo>
                    <a:pt x="3898810" y="923898"/>
                  </a:lnTo>
                  <a:lnTo>
                    <a:pt x="3898904" y="923898"/>
                  </a:lnTo>
                  <a:lnTo>
                    <a:pt x="3898998" y="923898"/>
                  </a:lnTo>
                  <a:lnTo>
                    <a:pt x="3899092" y="923898"/>
                  </a:lnTo>
                  <a:lnTo>
                    <a:pt x="3899186" y="923898"/>
                  </a:lnTo>
                  <a:lnTo>
                    <a:pt x="3899280" y="923898"/>
                  </a:lnTo>
                  <a:lnTo>
                    <a:pt x="3899374" y="923898"/>
                  </a:lnTo>
                  <a:lnTo>
                    <a:pt x="3899468" y="923898"/>
                  </a:lnTo>
                  <a:lnTo>
                    <a:pt x="3899562" y="923898"/>
                  </a:lnTo>
                  <a:lnTo>
                    <a:pt x="3899656" y="923898"/>
                  </a:lnTo>
                  <a:lnTo>
                    <a:pt x="3899750" y="923898"/>
                  </a:lnTo>
                  <a:lnTo>
                    <a:pt x="3899844" y="923898"/>
                  </a:lnTo>
                  <a:lnTo>
                    <a:pt x="3899844" y="918619"/>
                  </a:lnTo>
                  <a:lnTo>
                    <a:pt x="3899844" y="913339"/>
                  </a:lnTo>
                  <a:lnTo>
                    <a:pt x="3899938" y="913339"/>
                  </a:lnTo>
                  <a:lnTo>
                    <a:pt x="3900032" y="913339"/>
                  </a:lnTo>
                  <a:lnTo>
                    <a:pt x="3900126" y="913339"/>
                  </a:lnTo>
                  <a:lnTo>
                    <a:pt x="3900220" y="913339"/>
                  </a:lnTo>
                  <a:lnTo>
                    <a:pt x="3900314" y="913339"/>
                  </a:lnTo>
                  <a:lnTo>
                    <a:pt x="3900408" y="913339"/>
                  </a:lnTo>
                  <a:lnTo>
                    <a:pt x="3900502" y="913339"/>
                  </a:lnTo>
                  <a:lnTo>
                    <a:pt x="3900596" y="913339"/>
                  </a:lnTo>
                  <a:lnTo>
                    <a:pt x="3900690" y="913339"/>
                  </a:lnTo>
                  <a:lnTo>
                    <a:pt x="3900784" y="913339"/>
                  </a:lnTo>
                  <a:lnTo>
                    <a:pt x="3900878" y="913339"/>
                  </a:lnTo>
                  <a:lnTo>
                    <a:pt x="3900972" y="913339"/>
                  </a:lnTo>
                  <a:lnTo>
                    <a:pt x="3901066" y="913339"/>
                  </a:lnTo>
                  <a:lnTo>
                    <a:pt x="3901160" y="913339"/>
                  </a:lnTo>
                  <a:lnTo>
                    <a:pt x="3901254" y="913339"/>
                  </a:lnTo>
                  <a:lnTo>
                    <a:pt x="3901348" y="913339"/>
                  </a:lnTo>
                  <a:lnTo>
                    <a:pt x="3901442" y="913339"/>
                  </a:lnTo>
                  <a:lnTo>
                    <a:pt x="3901536" y="913339"/>
                  </a:lnTo>
                  <a:lnTo>
                    <a:pt x="3901630" y="913339"/>
                  </a:lnTo>
                  <a:lnTo>
                    <a:pt x="3901724" y="913339"/>
                  </a:lnTo>
                  <a:lnTo>
                    <a:pt x="3901818" y="913339"/>
                  </a:lnTo>
                  <a:lnTo>
                    <a:pt x="3901912" y="913339"/>
                  </a:lnTo>
                  <a:lnTo>
                    <a:pt x="3902006" y="913339"/>
                  </a:lnTo>
                  <a:lnTo>
                    <a:pt x="3902100" y="913339"/>
                  </a:lnTo>
                  <a:lnTo>
                    <a:pt x="3902195" y="913339"/>
                  </a:lnTo>
                  <a:lnTo>
                    <a:pt x="3902289" y="913339"/>
                  </a:lnTo>
                  <a:lnTo>
                    <a:pt x="3902383" y="913339"/>
                  </a:lnTo>
                  <a:lnTo>
                    <a:pt x="3902477" y="913339"/>
                  </a:lnTo>
                  <a:lnTo>
                    <a:pt x="3902571" y="913339"/>
                  </a:lnTo>
                  <a:lnTo>
                    <a:pt x="3902665" y="913339"/>
                  </a:lnTo>
                  <a:lnTo>
                    <a:pt x="3902759" y="913339"/>
                  </a:lnTo>
                  <a:lnTo>
                    <a:pt x="3902853" y="913339"/>
                  </a:lnTo>
                  <a:lnTo>
                    <a:pt x="3902947" y="913339"/>
                  </a:lnTo>
                  <a:lnTo>
                    <a:pt x="3903041" y="913339"/>
                  </a:lnTo>
                  <a:lnTo>
                    <a:pt x="3903135" y="913339"/>
                  </a:lnTo>
                  <a:lnTo>
                    <a:pt x="3903229" y="913339"/>
                  </a:lnTo>
                  <a:lnTo>
                    <a:pt x="3903323" y="913339"/>
                  </a:lnTo>
                  <a:lnTo>
                    <a:pt x="3903417" y="913339"/>
                  </a:lnTo>
                  <a:lnTo>
                    <a:pt x="3903511" y="913339"/>
                  </a:lnTo>
                  <a:lnTo>
                    <a:pt x="3903605" y="913339"/>
                  </a:lnTo>
                  <a:lnTo>
                    <a:pt x="3903699" y="913339"/>
                  </a:lnTo>
                  <a:lnTo>
                    <a:pt x="3903793" y="913339"/>
                  </a:lnTo>
                  <a:lnTo>
                    <a:pt x="3903887" y="913339"/>
                  </a:lnTo>
                  <a:lnTo>
                    <a:pt x="3903981" y="913339"/>
                  </a:lnTo>
                  <a:lnTo>
                    <a:pt x="3904075" y="913339"/>
                  </a:lnTo>
                  <a:lnTo>
                    <a:pt x="3904169" y="913339"/>
                  </a:lnTo>
                  <a:lnTo>
                    <a:pt x="3904263" y="913339"/>
                  </a:lnTo>
                  <a:lnTo>
                    <a:pt x="3904357" y="913339"/>
                  </a:lnTo>
                  <a:lnTo>
                    <a:pt x="3904451" y="913339"/>
                  </a:lnTo>
                  <a:lnTo>
                    <a:pt x="3904545" y="913339"/>
                  </a:lnTo>
                  <a:lnTo>
                    <a:pt x="3904639" y="913339"/>
                  </a:lnTo>
                  <a:lnTo>
                    <a:pt x="3904733" y="913339"/>
                  </a:lnTo>
                  <a:lnTo>
                    <a:pt x="3904827" y="913339"/>
                  </a:lnTo>
                  <a:lnTo>
                    <a:pt x="3904921" y="913339"/>
                  </a:lnTo>
                  <a:lnTo>
                    <a:pt x="3905015" y="913339"/>
                  </a:lnTo>
                  <a:lnTo>
                    <a:pt x="3905109" y="913339"/>
                  </a:lnTo>
                  <a:lnTo>
                    <a:pt x="3905203" y="913339"/>
                  </a:lnTo>
                  <a:lnTo>
                    <a:pt x="3905297" y="913339"/>
                  </a:lnTo>
                  <a:lnTo>
                    <a:pt x="3905391" y="913339"/>
                  </a:lnTo>
                  <a:lnTo>
                    <a:pt x="3905485" y="913339"/>
                  </a:lnTo>
                  <a:lnTo>
                    <a:pt x="3905579" y="913339"/>
                  </a:lnTo>
                  <a:lnTo>
                    <a:pt x="3905674" y="913339"/>
                  </a:lnTo>
                  <a:lnTo>
                    <a:pt x="3905768" y="913339"/>
                  </a:lnTo>
                  <a:lnTo>
                    <a:pt x="3905862" y="913339"/>
                  </a:lnTo>
                  <a:lnTo>
                    <a:pt x="3905956" y="913339"/>
                  </a:lnTo>
                  <a:lnTo>
                    <a:pt x="3906050" y="913339"/>
                  </a:lnTo>
                  <a:lnTo>
                    <a:pt x="3906144" y="913339"/>
                  </a:lnTo>
                  <a:lnTo>
                    <a:pt x="3906238" y="913339"/>
                  </a:lnTo>
                  <a:lnTo>
                    <a:pt x="3906332" y="913339"/>
                  </a:lnTo>
                  <a:lnTo>
                    <a:pt x="3906426" y="913339"/>
                  </a:lnTo>
                  <a:lnTo>
                    <a:pt x="3906520" y="913339"/>
                  </a:lnTo>
                  <a:lnTo>
                    <a:pt x="3906614" y="913339"/>
                  </a:lnTo>
                  <a:lnTo>
                    <a:pt x="3906708" y="913339"/>
                  </a:lnTo>
                  <a:lnTo>
                    <a:pt x="3906802" y="913339"/>
                  </a:lnTo>
                  <a:lnTo>
                    <a:pt x="3906896" y="913339"/>
                  </a:lnTo>
                  <a:lnTo>
                    <a:pt x="3906990" y="913339"/>
                  </a:lnTo>
                  <a:lnTo>
                    <a:pt x="3907084" y="913339"/>
                  </a:lnTo>
                  <a:lnTo>
                    <a:pt x="3907178" y="913339"/>
                  </a:lnTo>
                  <a:lnTo>
                    <a:pt x="3907272" y="913339"/>
                  </a:lnTo>
                  <a:lnTo>
                    <a:pt x="3907366" y="913339"/>
                  </a:lnTo>
                  <a:lnTo>
                    <a:pt x="3907460" y="913339"/>
                  </a:lnTo>
                  <a:lnTo>
                    <a:pt x="3907554" y="913339"/>
                  </a:lnTo>
                  <a:lnTo>
                    <a:pt x="3907648" y="913339"/>
                  </a:lnTo>
                  <a:lnTo>
                    <a:pt x="3907742" y="913339"/>
                  </a:lnTo>
                  <a:lnTo>
                    <a:pt x="3907836" y="913339"/>
                  </a:lnTo>
                  <a:lnTo>
                    <a:pt x="3907930" y="913339"/>
                  </a:lnTo>
                  <a:lnTo>
                    <a:pt x="3908024" y="913339"/>
                  </a:lnTo>
                  <a:lnTo>
                    <a:pt x="3908118" y="913339"/>
                  </a:lnTo>
                  <a:lnTo>
                    <a:pt x="3908212" y="913339"/>
                  </a:lnTo>
                  <a:lnTo>
                    <a:pt x="3908306" y="913339"/>
                  </a:lnTo>
                  <a:lnTo>
                    <a:pt x="3908400" y="913339"/>
                  </a:lnTo>
                  <a:lnTo>
                    <a:pt x="3908494" y="913339"/>
                  </a:lnTo>
                  <a:lnTo>
                    <a:pt x="3908588" y="913339"/>
                  </a:lnTo>
                  <a:lnTo>
                    <a:pt x="3908682" y="913339"/>
                  </a:lnTo>
                  <a:lnTo>
                    <a:pt x="3908776" y="913339"/>
                  </a:lnTo>
                  <a:lnTo>
                    <a:pt x="3908870" y="913339"/>
                  </a:lnTo>
                  <a:lnTo>
                    <a:pt x="3908964" y="913339"/>
                  </a:lnTo>
                  <a:lnTo>
                    <a:pt x="3909058" y="913339"/>
                  </a:lnTo>
                  <a:lnTo>
                    <a:pt x="3909152" y="913339"/>
                  </a:lnTo>
                  <a:lnTo>
                    <a:pt x="3909247" y="913339"/>
                  </a:lnTo>
                  <a:lnTo>
                    <a:pt x="3909341" y="913339"/>
                  </a:lnTo>
                  <a:lnTo>
                    <a:pt x="3909435" y="913339"/>
                  </a:lnTo>
                  <a:lnTo>
                    <a:pt x="3909529" y="913339"/>
                  </a:lnTo>
                  <a:lnTo>
                    <a:pt x="3909623" y="913339"/>
                  </a:lnTo>
                  <a:lnTo>
                    <a:pt x="3909717" y="913339"/>
                  </a:lnTo>
                  <a:lnTo>
                    <a:pt x="3909811" y="913339"/>
                  </a:lnTo>
                  <a:lnTo>
                    <a:pt x="3909905" y="913339"/>
                  </a:lnTo>
                  <a:lnTo>
                    <a:pt x="3909999" y="913339"/>
                  </a:lnTo>
                  <a:lnTo>
                    <a:pt x="3910093" y="913339"/>
                  </a:lnTo>
                  <a:lnTo>
                    <a:pt x="3910187" y="913339"/>
                  </a:lnTo>
                  <a:lnTo>
                    <a:pt x="3910281" y="913339"/>
                  </a:lnTo>
                  <a:lnTo>
                    <a:pt x="3910375" y="913339"/>
                  </a:lnTo>
                  <a:lnTo>
                    <a:pt x="3910469" y="913339"/>
                  </a:lnTo>
                  <a:lnTo>
                    <a:pt x="3910563" y="913339"/>
                  </a:lnTo>
                  <a:lnTo>
                    <a:pt x="3910657" y="913339"/>
                  </a:lnTo>
                  <a:lnTo>
                    <a:pt x="3910751" y="913339"/>
                  </a:lnTo>
                  <a:lnTo>
                    <a:pt x="3910845" y="913339"/>
                  </a:lnTo>
                  <a:lnTo>
                    <a:pt x="3910939" y="913339"/>
                  </a:lnTo>
                  <a:lnTo>
                    <a:pt x="3911033" y="913339"/>
                  </a:lnTo>
                  <a:lnTo>
                    <a:pt x="3911127" y="913339"/>
                  </a:lnTo>
                  <a:lnTo>
                    <a:pt x="3911221" y="913339"/>
                  </a:lnTo>
                  <a:lnTo>
                    <a:pt x="3911315" y="913339"/>
                  </a:lnTo>
                  <a:lnTo>
                    <a:pt x="3911409" y="913339"/>
                  </a:lnTo>
                  <a:lnTo>
                    <a:pt x="3911503" y="913339"/>
                  </a:lnTo>
                  <a:lnTo>
                    <a:pt x="3911597" y="913339"/>
                  </a:lnTo>
                  <a:lnTo>
                    <a:pt x="3911691" y="913339"/>
                  </a:lnTo>
                  <a:lnTo>
                    <a:pt x="3911785" y="913339"/>
                  </a:lnTo>
                  <a:lnTo>
                    <a:pt x="3911879" y="913339"/>
                  </a:lnTo>
                  <a:lnTo>
                    <a:pt x="3911973" y="913339"/>
                  </a:lnTo>
                  <a:lnTo>
                    <a:pt x="3912067" y="913339"/>
                  </a:lnTo>
                  <a:lnTo>
                    <a:pt x="3912161" y="913339"/>
                  </a:lnTo>
                  <a:lnTo>
                    <a:pt x="3912255" y="913339"/>
                  </a:lnTo>
                  <a:lnTo>
                    <a:pt x="3912349" y="913339"/>
                  </a:lnTo>
                  <a:lnTo>
                    <a:pt x="3912443" y="913339"/>
                  </a:lnTo>
                  <a:lnTo>
                    <a:pt x="3912537" y="913339"/>
                  </a:lnTo>
                  <a:lnTo>
                    <a:pt x="3912631" y="913339"/>
                  </a:lnTo>
                  <a:lnTo>
                    <a:pt x="3912725" y="913339"/>
                  </a:lnTo>
                  <a:lnTo>
                    <a:pt x="3912820" y="913339"/>
                  </a:lnTo>
                  <a:lnTo>
                    <a:pt x="3912914" y="913339"/>
                  </a:lnTo>
                  <a:lnTo>
                    <a:pt x="3913008" y="913339"/>
                  </a:lnTo>
                  <a:lnTo>
                    <a:pt x="3913102" y="913339"/>
                  </a:lnTo>
                  <a:lnTo>
                    <a:pt x="3913196" y="913339"/>
                  </a:lnTo>
                  <a:lnTo>
                    <a:pt x="3913290" y="913339"/>
                  </a:lnTo>
                  <a:lnTo>
                    <a:pt x="3913384" y="913339"/>
                  </a:lnTo>
                  <a:lnTo>
                    <a:pt x="3913478" y="913339"/>
                  </a:lnTo>
                  <a:lnTo>
                    <a:pt x="3913572" y="913339"/>
                  </a:lnTo>
                  <a:lnTo>
                    <a:pt x="3913666" y="913339"/>
                  </a:lnTo>
                  <a:lnTo>
                    <a:pt x="3913760" y="913339"/>
                  </a:lnTo>
                  <a:lnTo>
                    <a:pt x="3913854" y="913339"/>
                  </a:lnTo>
                  <a:lnTo>
                    <a:pt x="3913948" y="913339"/>
                  </a:lnTo>
                  <a:lnTo>
                    <a:pt x="3914042" y="913339"/>
                  </a:lnTo>
                  <a:lnTo>
                    <a:pt x="3914136" y="913339"/>
                  </a:lnTo>
                  <a:lnTo>
                    <a:pt x="3914230" y="913339"/>
                  </a:lnTo>
                  <a:lnTo>
                    <a:pt x="3914324" y="913339"/>
                  </a:lnTo>
                  <a:lnTo>
                    <a:pt x="3914418" y="913339"/>
                  </a:lnTo>
                  <a:lnTo>
                    <a:pt x="3914512" y="913339"/>
                  </a:lnTo>
                  <a:lnTo>
                    <a:pt x="3914606" y="913339"/>
                  </a:lnTo>
                  <a:lnTo>
                    <a:pt x="3914700" y="913339"/>
                  </a:lnTo>
                  <a:lnTo>
                    <a:pt x="3914794" y="913339"/>
                  </a:lnTo>
                  <a:lnTo>
                    <a:pt x="3914888" y="913339"/>
                  </a:lnTo>
                  <a:lnTo>
                    <a:pt x="3914982" y="913339"/>
                  </a:lnTo>
                  <a:lnTo>
                    <a:pt x="3915076" y="913339"/>
                  </a:lnTo>
                  <a:lnTo>
                    <a:pt x="3915170" y="913339"/>
                  </a:lnTo>
                  <a:lnTo>
                    <a:pt x="3915264" y="913339"/>
                  </a:lnTo>
                  <a:lnTo>
                    <a:pt x="3915358" y="913339"/>
                  </a:lnTo>
                  <a:lnTo>
                    <a:pt x="3915452" y="913339"/>
                  </a:lnTo>
                  <a:lnTo>
                    <a:pt x="3915546" y="913339"/>
                  </a:lnTo>
                  <a:lnTo>
                    <a:pt x="3915640" y="913339"/>
                  </a:lnTo>
                  <a:lnTo>
                    <a:pt x="3915734" y="913339"/>
                  </a:lnTo>
                  <a:lnTo>
                    <a:pt x="3915828" y="913339"/>
                  </a:lnTo>
                  <a:lnTo>
                    <a:pt x="3915922" y="913339"/>
                  </a:lnTo>
                  <a:lnTo>
                    <a:pt x="3916016" y="913339"/>
                  </a:lnTo>
                  <a:lnTo>
                    <a:pt x="3916110" y="913339"/>
                  </a:lnTo>
                  <a:lnTo>
                    <a:pt x="3916204" y="913339"/>
                  </a:lnTo>
                  <a:lnTo>
                    <a:pt x="3916298" y="913339"/>
                  </a:lnTo>
                  <a:lnTo>
                    <a:pt x="3916393" y="913339"/>
                  </a:lnTo>
                  <a:lnTo>
                    <a:pt x="3916487" y="913339"/>
                  </a:lnTo>
                  <a:lnTo>
                    <a:pt x="3916581" y="913339"/>
                  </a:lnTo>
                  <a:lnTo>
                    <a:pt x="3916675" y="913339"/>
                  </a:lnTo>
                  <a:lnTo>
                    <a:pt x="3916769" y="913339"/>
                  </a:lnTo>
                  <a:lnTo>
                    <a:pt x="3916863" y="913339"/>
                  </a:lnTo>
                  <a:lnTo>
                    <a:pt x="3916957" y="913339"/>
                  </a:lnTo>
                  <a:lnTo>
                    <a:pt x="3917051" y="913339"/>
                  </a:lnTo>
                  <a:lnTo>
                    <a:pt x="3917145" y="913339"/>
                  </a:lnTo>
                  <a:lnTo>
                    <a:pt x="3917239" y="913339"/>
                  </a:lnTo>
                  <a:lnTo>
                    <a:pt x="3917333" y="913339"/>
                  </a:lnTo>
                  <a:lnTo>
                    <a:pt x="3917427" y="913339"/>
                  </a:lnTo>
                  <a:lnTo>
                    <a:pt x="3917521" y="913339"/>
                  </a:lnTo>
                  <a:lnTo>
                    <a:pt x="3917521" y="908060"/>
                  </a:lnTo>
                  <a:lnTo>
                    <a:pt x="3917615" y="908060"/>
                  </a:lnTo>
                  <a:lnTo>
                    <a:pt x="3917709" y="908060"/>
                  </a:lnTo>
                  <a:lnTo>
                    <a:pt x="3917803" y="908060"/>
                  </a:lnTo>
                  <a:lnTo>
                    <a:pt x="3917897" y="908060"/>
                  </a:lnTo>
                  <a:lnTo>
                    <a:pt x="3917991" y="908060"/>
                  </a:lnTo>
                  <a:lnTo>
                    <a:pt x="3918085" y="908060"/>
                  </a:lnTo>
                  <a:lnTo>
                    <a:pt x="3918179" y="908060"/>
                  </a:lnTo>
                  <a:lnTo>
                    <a:pt x="3918273" y="908060"/>
                  </a:lnTo>
                  <a:lnTo>
                    <a:pt x="3918367" y="908060"/>
                  </a:lnTo>
                  <a:lnTo>
                    <a:pt x="3918367" y="902781"/>
                  </a:lnTo>
                  <a:lnTo>
                    <a:pt x="3918461" y="902781"/>
                  </a:lnTo>
                  <a:lnTo>
                    <a:pt x="3918555" y="902781"/>
                  </a:lnTo>
                  <a:lnTo>
                    <a:pt x="3918649" y="902781"/>
                  </a:lnTo>
                  <a:lnTo>
                    <a:pt x="3918743" y="902781"/>
                  </a:lnTo>
                  <a:lnTo>
                    <a:pt x="3918837" y="902781"/>
                  </a:lnTo>
                  <a:lnTo>
                    <a:pt x="3918931" y="902781"/>
                  </a:lnTo>
                  <a:lnTo>
                    <a:pt x="3919025" y="902781"/>
                  </a:lnTo>
                  <a:lnTo>
                    <a:pt x="3919119" y="902781"/>
                  </a:lnTo>
                  <a:lnTo>
                    <a:pt x="3919213" y="902781"/>
                  </a:lnTo>
                  <a:lnTo>
                    <a:pt x="3919213" y="897501"/>
                  </a:lnTo>
                  <a:lnTo>
                    <a:pt x="3919307" y="897501"/>
                  </a:lnTo>
                  <a:lnTo>
                    <a:pt x="3919401" y="897501"/>
                  </a:lnTo>
                  <a:lnTo>
                    <a:pt x="3919495" y="897501"/>
                  </a:lnTo>
                  <a:lnTo>
                    <a:pt x="3919589" y="897501"/>
                  </a:lnTo>
                  <a:lnTo>
                    <a:pt x="3919683" y="897501"/>
                  </a:lnTo>
                  <a:lnTo>
                    <a:pt x="3919777" y="897501"/>
                  </a:lnTo>
                  <a:lnTo>
                    <a:pt x="3919872" y="897501"/>
                  </a:lnTo>
                  <a:lnTo>
                    <a:pt x="3919966" y="897501"/>
                  </a:lnTo>
                  <a:lnTo>
                    <a:pt x="3920060" y="897501"/>
                  </a:lnTo>
                  <a:lnTo>
                    <a:pt x="3920154" y="897501"/>
                  </a:lnTo>
                  <a:lnTo>
                    <a:pt x="3920248" y="897501"/>
                  </a:lnTo>
                  <a:lnTo>
                    <a:pt x="3920342" y="897501"/>
                  </a:lnTo>
                  <a:lnTo>
                    <a:pt x="3920436" y="897501"/>
                  </a:lnTo>
                  <a:lnTo>
                    <a:pt x="3920530" y="897501"/>
                  </a:lnTo>
                  <a:lnTo>
                    <a:pt x="3920624" y="897501"/>
                  </a:lnTo>
                  <a:lnTo>
                    <a:pt x="3920718" y="897501"/>
                  </a:lnTo>
                  <a:lnTo>
                    <a:pt x="3920812" y="897501"/>
                  </a:lnTo>
                  <a:lnTo>
                    <a:pt x="3920906" y="897501"/>
                  </a:lnTo>
                  <a:lnTo>
                    <a:pt x="3921000" y="897501"/>
                  </a:lnTo>
                  <a:lnTo>
                    <a:pt x="3921094" y="897501"/>
                  </a:lnTo>
                  <a:lnTo>
                    <a:pt x="3921188" y="897501"/>
                  </a:lnTo>
                  <a:lnTo>
                    <a:pt x="3921282" y="897501"/>
                  </a:lnTo>
                  <a:lnTo>
                    <a:pt x="3921376" y="897501"/>
                  </a:lnTo>
                  <a:lnTo>
                    <a:pt x="3921470" y="897501"/>
                  </a:lnTo>
                  <a:lnTo>
                    <a:pt x="3921564" y="897501"/>
                  </a:lnTo>
                  <a:lnTo>
                    <a:pt x="3921658" y="897501"/>
                  </a:lnTo>
                  <a:lnTo>
                    <a:pt x="3921752" y="897501"/>
                  </a:lnTo>
                  <a:lnTo>
                    <a:pt x="3921846" y="897501"/>
                  </a:lnTo>
                  <a:lnTo>
                    <a:pt x="3921940" y="897501"/>
                  </a:lnTo>
                  <a:lnTo>
                    <a:pt x="3922034" y="897501"/>
                  </a:lnTo>
                  <a:lnTo>
                    <a:pt x="3922128" y="897501"/>
                  </a:lnTo>
                  <a:lnTo>
                    <a:pt x="3922222" y="897501"/>
                  </a:lnTo>
                  <a:lnTo>
                    <a:pt x="3922316" y="897501"/>
                  </a:lnTo>
                  <a:lnTo>
                    <a:pt x="3922410" y="897501"/>
                  </a:lnTo>
                  <a:lnTo>
                    <a:pt x="3922504" y="897501"/>
                  </a:lnTo>
                  <a:lnTo>
                    <a:pt x="3922598" y="897501"/>
                  </a:lnTo>
                  <a:lnTo>
                    <a:pt x="3922692" y="897501"/>
                  </a:lnTo>
                  <a:lnTo>
                    <a:pt x="3922786" y="897501"/>
                  </a:lnTo>
                  <a:lnTo>
                    <a:pt x="3922880" y="897501"/>
                  </a:lnTo>
                  <a:lnTo>
                    <a:pt x="3922974" y="897501"/>
                  </a:lnTo>
                  <a:lnTo>
                    <a:pt x="3923068" y="897501"/>
                  </a:lnTo>
                  <a:lnTo>
                    <a:pt x="3923162" y="897501"/>
                  </a:lnTo>
                  <a:lnTo>
                    <a:pt x="3923256" y="897501"/>
                  </a:lnTo>
                  <a:lnTo>
                    <a:pt x="3923350" y="897501"/>
                  </a:lnTo>
                  <a:lnTo>
                    <a:pt x="3923445" y="897501"/>
                  </a:lnTo>
                  <a:lnTo>
                    <a:pt x="3923539" y="897501"/>
                  </a:lnTo>
                  <a:lnTo>
                    <a:pt x="3923633" y="897501"/>
                  </a:lnTo>
                  <a:lnTo>
                    <a:pt x="3923727" y="897501"/>
                  </a:lnTo>
                  <a:lnTo>
                    <a:pt x="3923821" y="897501"/>
                  </a:lnTo>
                  <a:lnTo>
                    <a:pt x="3923915" y="897501"/>
                  </a:lnTo>
                  <a:lnTo>
                    <a:pt x="3924009" y="897501"/>
                  </a:lnTo>
                  <a:lnTo>
                    <a:pt x="3924103" y="897501"/>
                  </a:lnTo>
                  <a:lnTo>
                    <a:pt x="3924197" y="897501"/>
                  </a:lnTo>
                  <a:lnTo>
                    <a:pt x="3924197" y="892222"/>
                  </a:lnTo>
                  <a:lnTo>
                    <a:pt x="3924291" y="892222"/>
                  </a:lnTo>
                  <a:lnTo>
                    <a:pt x="3924385" y="892222"/>
                  </a:lnTo>
                  <a:lnTo>
                    <a:pt x="3924479" y="892222"/>
                  </a:lnTo>
                  <a:lnTo>
                    <a:pt x="3924573" y="892222"/>
                  </a:lnTo>
                  <a:lnTo>
                    <a:pt x="3924667" y="892222"/>
                  </a:lnTo>
                  <a:lnTo>
                    <a:pt x="3924761" y="892222"/>
                  </a:lnTo>
                  <a:lnTo>
                    <a:pt x="3924855" y="892222"/>
                  </a:lnTo>
                  <a:lnTo>
                    <a:pt x="3924949" y="892222"/>
                  </a:lnTo>
                  <a:lnTo>
                    <a:pt x="3925043" y="892222"/>
                  </a:lnTo>
                  <a:lnTo>
                    <a:pt x="3925137" y="892222"/>
                  </a:lnTo>
                  <a:lnTo>
                    <a:pt x="3925231" y="892222"/>
                  </a:lnTo>
                  <a:lnTo>
                    <a:pt x="3925325" y="892222"/>
                  </a:lnTo>
                  <a:lnTo>
                    <a:pt x="3925419" y="892222"/>
                  </a:lnTo>
                  <a:lnTo>
                    <a:pt x="3925513" y="892222"/>
                  </a:lnTo>
                  <a:lnTo>
                    <a:pt x="3925607" y="892222"/>
                  </a:lnTo>
                  <a:lnTo>
                    <a:pt x="3925701" y="892222"/>
                  </a:lnTo>
                  <a:lnTo>
                    <a:pt x="3925795" y="892222"/>
                  </a:lnTo>
                  <a:lnTo>
                    <a:pt x="3925889" y="892222"/>
                  </a:lnTo>
                  <a:lnTo>
                    <a:pt x="3925983" y="892222"/>
                  </a:lnTo>
                  <a:lnTo>
                    <a:pt x="3926077" y="892222"/>
                  </a:lnTo>
                  <a:lnTo>
                    <a:pt x="3926171" y="892222"/>
                  </a:lnTo>
                  <a:lnTo>
                    <a:pt x="3926265" y="892222"/>
                  </a:lnTo>
                  <a:lnTo>
                    <a:pt x="3926359" y="892222"/>
                  </a:lnTo>
                  <a:lnTo>
                    <a:pt x="3926453" y="892222"/>
                  </a:lnTo>
                  <a:lnTo>
                    <a:pt x="3926547" y="892222"/>
                  </a:lnTo>
                  <a:lnTo>
                    <a:pt x="3926641" y="892222"/>
                  </a:lnTo>
                  <a:lnTo>
                    <a:pt x="3926735" y="892222"/>
                  </a:lnTo>
                  <a:lnTo>
                    <a:pt x="3926829" y="892222"/>
                  </a:lnTo>
                  <a:lnTo>
                    <a:pt x="3926923" y="892222"/>
                  </a:lnTo>
                  <a:lnTo>
                    <a:pt x="3927018" y="892222"/>
                  </a:lnTo>
                  <a:lnTo>
                    <a:pt x="3927112" y="892222"/>
                  </a:lnTo>
                  <a:lnTo>
                    <a:pt x="3927206" y="892222"/>
                  </a:lnTo>
                  <a:lnTo>
                    <a:pt x="3927300" y="892222"/>
                  </a:lnTo>
                  <a:lnTo>
                    <a:pt x="3927394" y="892222"/>
                  </a:lnTo>
                  <a:lnTo>
                    <a:pt x="3927488" y="892222"/>
                  </a:lnTo>
                  <a:lnTo>
                    <a:pt x="3927582" y="892222"/>
                  </a:lnTo>
                  <a:lnTo>
                    <a:pt x="3927676" y="892222"/>
                  </a:lnTo>
                  <a:lnTo>
                    <a:pt x="3927770" y="892222"/>
                  </a:lnTo>
                  <a:lnTo>
                    <a:pt x="3927864" y="892222"/>
                  </a:lnTo>
                  <a:lnTo>
                    <a:pt x="3927958" y="892222"/>
                  </a:lnTo>
                  <a:lnTo>
                    <a:pt x="3928052" y="892222"/>
                  </a:lnTo>
                  <a:lnTo>
                    <a:pt x="3928146" y="892222"/>
                  </a:lnTo>
                  <a:lnTo>
                    <a:pt x="3928240" y="892222"/>
                  </a:lnTo>
                  <a:lnTo>
                    <a:pt x="3928334" y="892222"/>
                  </a:lnTo>
                  <a:lnTo>
                    <a:pt x="3928428" y="892222"/>
                  </a:lnTo>
                  <a:lnTo>
                    <a:pt x="3928522" y="892222"/>
                  </a:lnTo>
                  <a:lnTo>
                    <a:pt x="3928616" y="892222"/>
                  </a:lnTo>
                  <a:lnTo>
                    <a:pt x="3928710" y="892222"/>
                  </a:lnTo>
                  <a:lnTo>
                    <a:pt x="3928804" y="892222"/>
                  </a:lnTo>
                  <a:lnTo>
                    <a:pt x="3928898" y="892222"/>
                  </a:lnTo>
                  <a:lnTo>
                    <a:pt x="3928992" y="892222"/>
                  </a:lnTo>
                  <a:lnTo>
                    <a:pt x="3929086" y="892222"/>
                  </a:lnTo>
                  <a:lnTo>
                    <a:pt x="3929180" y="892222"/>
                  </a:lnTo>
                  <a:lnTo>
                    <a:pt x="3929274" y="892222"/>
                  </a:lnTo>
                  <a:lnTo>
                    <a:pt x="3929368" y="892222"/>
                  </a:lnTo>
                  <a:lnTo>
                    <a:pt x="3929462" y="892222"/>
                  </a:lnTo>
                  <a:lnTo>
                    <a:pt x="3929556" y="892222"/>
                  </a:lnTo>
                  <a:lnTo>
                    <a:pt x="3929650" y="892222"/>
                  </a:lnTo>
                  <a:lnTo>
                    <a:pt x="3929744" y="892222"/>
                  </a:lnTo>
                  <a:lnTo>
                    <a:pt x="3929838" y="892222"/>
                  </a:lnTo>
                  <a:lnTo>
                    <a:pt x="3929932" y="892222"/>
                  </a:lnTo>
                  <a:lnTo>
                    <a:pt x="3930026" y="892222"/>
                  </a:lnTo>
                  <a:lnTo>
                    <a:pt x="3930120" y="892222"/>
                  </a:lnTo>
                  <a:lnTo>
                    <a:pt x="3930214" y="892222"/>
                  </a:lnTo>
                  <a:lnTo>
                    <a:pt x="3930308" y="892222"/>
                  </a:lnTo>
                  <a:lnTo>
                    <a:pt x="3930402" y="892222"/>
                  </a:lnTo>
                  <a:lnTo>
                    <a:pt x="3930497" y="892222"/>
                  </a:lnTo>
                  <a:lnTo>
                    <a:pt x="3930591" y="892222"/>
                  </a:lnTo>
                  <a:lnTo>
                    <a:pt x="3930685" y="892222"/>
                  </a:lnTo>
                  <a:lnTo>
                    <a:pt x="3930779" y="892222"/>
                  </a:lnTo>
                  <a:lnTo>
                    <a:pt x="3930873" y="892222"/>
                  </a:lnTo>
                  <a:lnTo>
                    <a:pt x="3930967" y="892222"/>
                  </a:lnTo>
                  <a:lnTo>
                    <a:pt x="3931061" y="892222"/>
                  </a:lnTo>
                  <a:lnTo>
                    <a:pt x="3931155" y="892222"/>
                  </a:lnTo>
                  <a:lnTo>
                    <a:pt x="3931249" y="892222"/>
                  </a:lnTo>
                  <a:lnTo>
                    <a:pt x="3931343" y="892222"/>
                  </a:lnTo>
                  <a:lnTo>
                    <a:pt x="3931437" y="892222"/>
                  </a:lnTo>
                  <a:lnTo>
                    <a:pt x="3931531" y="892222"/>
                  </a:lnTo>
                  <a:lnTo>
                    <a:pt x="3931625" y="892222"/>
                  </a:lnTo>
                  <a:lnTo>
                    <a:pt x="3931719" y="892222"/>
                  </a:lnTo>
                  <a:lnTo>
                    <a:pt x="3931813" y="892222"/>
                  </a:lnTo>
                  <a:lnTo>
                    <a:pt x="3931907" y="892222"/>
                  </a:lnTo>
                  <a:lnTo>
                    <a:pt x="3932001" y="892222"/>
                  </a:lnTo>
                  <a:lnTo>
                    <a:pt x="3932095" y="892222"/>
                  </a:lnTo>
                  <a:lnTo>
                    <a:pt x="3932189" y="892222"/>
                  </a:lnTo>
                  <a:lnTo>
                    <a:pt x="3932283" y="892222"/>
                  </a:lnTo>
                  <a:lnTo>
                    <a:pt x="3932377" y="892222"/>
                  </a:lnTo>
                  <a:lnTo>
                    <a:pt x="3932471" y="892222"/>
                  </a:lnTo>
                  <a:lnTo>
                    <a:pt x="3932565" y="892222"/>
                  </a:lnTo>
                  <a:lnTo>
                    <a:pt x="3932659" y="892222"/>
                  </a:lnTo>
                  <a:lnTo>
                    <a:pt x="3932753" y="892222"/>
                  </a:lnTo>
                  <a:lnTo>
                    <a:pt x="3932847" y="892222"/>
                  </a:lnTo>
                  <a:lnTo>
                    <a:pt x="3932941" y="892222"/>
                  </a:lnTo>
                  <a:lnTo>
                    <a:pt x="3933035" y="892222"/>
                  </a:lnTo>
                  <a:lnTo>
                    <a:pt x="3933129" y="892222"/>
                  </a:lnTo>
                  <a:lnTo>
                    <a:pt x="3933223" y="892222"/>
                  </a:lnTo>
                  <a:lnTo>
                    <a:pt x="3933317" y="892222"/>
                  </a:lnTo>
                  <a:lnTo>
                    <a:pt x="3933411" y="892222"/>
                  </a:lnTo>
                  <a:lnTo>
                    <a:pt x="3933505" y="892222"/>
                  </a:lnTo>
                  <a:lnTo>
                    <a:pt x="3933599" y="892222"/>
                  </a:lnTo>
                  <a:lnTo>
                    <a:pt x="3933693" y="892222"/>
                  </a:lnTo>
                  <a:lnTo>
                    <a:pt x="3933787" y="892222"/>
                  </a:lnTo>
                  <a:lnTo>
                    <a:pt x="3933881" y="892222"/>
                  </a:lnTo>
                  <a:lnTo>
                    <a:pt x="3933975" y="892222"/>
                  </a:lnTo>
                  <a:lnTo>
                    <a:pt x="3934070" y="892222"/>
                  </a:lnTo>
                  <a:lnTo>
                    <a:pt x="3934164" y="892222"/>
                  </a:lnTo>
                  <a:lnTo>
                    <a:pt x="3934258" y="892222"/>
                  </a:lnTo>
                  <a:lnTo>
                    <a:pt x="3934352" y="892222"/>
                  </a:lnTo>
                  <a:lnTo>
                    <a:pt x="3934446" y="892222"/>
                  </a:lnTo>
                  <a:lnTo>
                    <a:pt x="3934540" y="892222"/>
                  </a:lnTo>
                  <a:lnTo>
                    <a:pt x="3934634" y="892222"/>
                  </a:lnTo>
                  <a:lnTo>
                    <a:pt x="3934728" y="892222"/>
                  </a:lnTo>
                  <a:lnTo>
                    <a:pt x="3934822" y="892222"/>
                  </a:lnTo>
                  <a:lnTo>
                    <a:pt x="3934916" y="892222"/>
                  </a:lnTo>
                  <a:lnTo>
                    <a:pt x="3935010" y="892222"/>
                  </a:lnTo>
                  <a:lnTo>
                    <a:pt x="3935104" y="892222"/>
                  </a:lnTo>
                  <a:lnTo>
                    <a:pt x="3935198" y="892222"/>
                  </a:lnTo>
                  <a:lnTo>
                    <a:pt x="3935292" y="892222"/>
                  </a:lnTo>
                  <a:lnTo>
                    <a:pt x="3935386" y="892222"/>
                  </a:lnTo>
                  <a:lnTo>
                    <a:pt x="3935480" y="892222"/>
                  </a:lnTo>
                  <a:lnTo>
                    <a:pt x="3935574" y="892222"/>
                  </a:lnTo>
                  <a:lnTo>
                    <a:pt x="3935668" y="892222"/>
                  </a:lnTo>
                  <a:lnTo>
                    <a:pt x="3935762" y="892222"/>
                  </a:lnTo>
                  <a:lnTo>
                    <a:pt x="3935856" y="892222"/>
                  </a:lnTo>
                  <a:lnTo>
                    <a:pt x="3935950" y="892222"/>
                  </a:lnTo>
                  <a:lnTo>
                    <a:pt x="3936044" y="892222"/>
                  </a:lnTo>
                  <a:lnTo>
                    <a:pt x="3936138" y="892222"/>
                  </a:lnTo>
                  <a:lnTo>
                    <a:pt x="3936232" y="892222"/>
                  </a:lnTo>
                  <a:lnTo>
                    <a:pt x="3936326" y="892222"/>
                  </a:lnTo>
                  <a:lnTo>
                    <a:pt x="3936420" y="892222"/>
                  </a:lnTo>
                  <a:lnTo>
                    <a:pt x="3936420" y="886942"/>
                  </a:lnTo>
                  <a:lnTo>
                    <a:pt x="3936514" y="886942"/>
                  </a:lnTo>
                  <a:lnTo>
                    <a:pt x="3936608" y="886942"/>
                  </a:lnTo>
                  <a:lnTo>
                    <a:pt x="3936702" y="886942"/>
                  </a:lnTo>
                  <a:lnTo>
                    <a:pt x="3936796" y="886942"/>
                  </a:lnTo>
                  <a:lnTo>
                    <a:pt x="3936890" y="886942"/>
                  </a:lnTo>
                  <a:lnTo>
                    <a:pt x="3936984" y="886942"/>
                  </a:lnTo>
                  <a:lnTo>
                    <a:pt x="3937078" y="886942"/>
                  </a:lnTo>
                  <a:lnTo>
                    <a:pt x="3937172" y="886942"/>
                  </a:lnTo>
                  <a:lnTo>
                    <a:pt x="3937266" y="886942"/>
                  </a:lnTo>
                  <a:lnTo>
                    <a:pt x="3937360" y="886942"/>
                  </a:lnTo>
                  <a:lnTo>
                    <a:pt x="3937454" y="886942"/>
                  </a:lnTo>
                  <a:lnTo>
                    <a:pt x="3937548" y="886942"/>
                  </a:lnTo>
                  <a:lnTo>
                    <a:pt x="3937643" y="886942"/>
                  </a:lnTo>
                  <a:lnTo>
                    <a:pt x="3937737" y="886942"/>
                  </a:lnTo>
                  <a:lnTo>
                    <a:pt x="3937831" y="886942"/>
                  </a:lnTo>
                  <a:lnTo>
                    <a:pt x="3937925" y="886942"/>
                  </a:lnTo>
                  <a:lnTo>
                    <a:pt x="3938019" y="886942"/>
                  </a:lnTo>
                  <a:lnTo>
                    <a:pt x="3938113" y="886942"/>
                  </a:lnTo>
                  <a:lnTo>
                    <a:pt x="3938207" y="886942"/>
                  </a:lnTo>
                  <a:lnTo>
                    <a:pt x="3938301" y="886942"/>
                  </a:lnTo>
                  <a:lnTo>
                    <a:pt x="3938395" y="886942"/>
                  </a:lnTo>
                  <a:lnTo>
                    <a:pt x="3938489" y="886942"/>
                  </a:lnTo>
                  <a:lnTo>
                    <a:pt x="3938583" y="886942"/>
                  </a:lnTo>
                  <a:lnTo>
                    <a:pt x="3938677" y="886942"/>
                  </a:lnTo>
                  <a:lnTo>
                    <a:pt x="3938771" y="886942"/>
                  </a:lnTo>
                  <a:lnTo>
                    <a:pt x="3938865" y="886942"/>
                  </a:lnTo>
                  <a:lnTo>
                    <a:pt x="3938959" y="886942"/>
                  </a:lnTo>
                  <a:lnTo>
                    <a:pt x="3939053" y="886942"/>
                  </a:lnTo>
                  <a:lnTo>
                    <a:pt x="3939147" y="886942"/>
                  </a:lnTo>
                  <a:lnTo>
                    <a:pt x="3939241" y="886942"/>
                  </a:lnTo>
                  <a:lnTo>
                    <a:pt x="3939335" y="886942"/>
                  </a:lnTo>
                  <a:lnTo>
                    <a:pt x="3939429" y="886942"/>
                  </a:lnTo>
                  <a:lnTo>
                    <a:pt x="3939523" y="886942"/>
                  </a:lnTo>
                  <a:lnTo>
                    <a:pt x="3939617" y="886942"/>
                  </a:lnTo>
                  <a:lnTo>
                    <a:pt x="3939711" y="886942"/>
                  </a:lnTo>
                  <a:lnTo>
                    <a:pt x="3939805" y="886942"/>
                  </a:lnTo>
                  <a:lnTo>
                    <a:pt x="3939899" y="886942"/>
                  </a:lnTo>
                  <a:lnTo>
                    <a:pt x="3939899" y="881663"/>
                  </a:lnTo>
                  <a:lnTo>
                    <a:pt x="3939993" y="881663"/>
                  </a:lnTo>
                  <a:lnTo>
                    <a:pt x="3940087" y="881663"/>
                  </a:lnTo>
                  <a:lnTo>
                    <a:pt x="3940181" y="881663"/>
                  </a:lnTo>
                  <a:lnTo>
                    <a:pt x="3940275" y="881663"/>
                  </a:lnTo>
                  <a:lnTo>
                    <a:pt x="3940369" y="881663"/>
                  </a:lnTo>
                  <a:lnTo>
                    <a:pt x="3940463" y="881663"/>
                  </a:lnTo>
                  <a:lnTo>
                    <a:pt x="3940557" y="881663"/>
                  </a:lnTo>
                  <a:lnTo>
                    <a:pt x="3940651" y="881663"/>
                  </a:lnTo>
                  <a:lnTo>
                    <a:pt x="3940745" y="881663"/>
                  </a:lnTo>
                  <a:lnTo>
                    <a:pt x="3940839" y="881663"/>
                  </a:lnTo>
                  <a:lnTo>
                    <a:pt x="3940933" y="881663"/>
                  </a:lnTo>
                  <a:lnTo>
                    <a:pt x="3941027" y="881663"/>
                  </a:lnTo>
                  <a:lnTo>
                    <a:pt x="3941122" y="881663"/>
                  </a:lnTo>
                  <a:lnTo>
                    <a:pt x="3941216" y="881663"/>
                  </a:lnTo>
                  <a:lnTo>
                    <a:pt x="3941310" y="881663"/>
                  </a:lnTo>
                  <a:lnTo>
                    <a:pt x="3941404" y="881663"/>
                  </a:lnTo>
                  <a:lnTo>
                    <a:pt x="3941404" y="876383"/>
                  </a:lnTo>
                  <a:lnTo>
                    <a:pt x="3941498" y="876383"/>
                  </a:lnTo>
                  <a:lnTo>
                    <a:pt x="3941592" y="876383"/>
                  </a:lnTo>
                  <a:lnTo>
                    <a:pt x="3941686" y="876383"/>
                  </a:lnTo>
                  <a:lnTo>
                    <a:pt x="3941780" y="876383"/>
                  </a:lnTo>
                  <a:lnTo>
                    <a:pt x="3941874" y="876383"/>
                  </a:lnTo>
                  <a:lnTo>
                    <a:pt x="3941968" y="876383"/>
                  </a:lnTo>
                  <a:lnTo>
                    <a:pt x="3942062" y="876383"/>
                  </a:lnTo>
                  <a:lnTo>
                    <a:pt x="3942156" y="876383"/>
                  </a:lnTo>
                  <a:lnTo>
                    <a:pt x="3942250" y="876383"/>
                  </a:lnTo>
                  <a:lnTo>
                    <a:pt x="3942344" y="876383"/>
                  </a:lnTo>
                  <a:lnTo>
                    <a:pt x="3942438" y="876383"/>
                  </a:lnTo>
                  <a:lnTo>
                    <a:pt x="3942532" y="876383"/>
                  </a:lnTo>
                  <a:lnTo>
                    <a:pt x="3942626" y="876383"/>
                  </a:lnTo>
                  <a:lnTo>
                    <a:pt x="3942720" y="876383"/>
                  </a:lnTo>
                  <a:lnTo>
                    <a:pt x="3942814" y="876383"/>
                  </a:lnTo>
                  <a:lnTo>
                    <a:pt x="3942908" y="876383"/>
                  </a:lnTo>
                  <a:lnTo>
                    <a:pt x="3943002" y="876383"/>
                  </a:lnTo>
                  <a:lnTo>
                    <a:pt x="3943096" y="876383"/>
                  </a:lnTo>
                  <a:lnTo>
                    <a:pt x="3943190" y="876383"/>
                  </a:lnTo>
                  <a:lnTo>
                    <a:pt x="3943284" y="876383"/>
                  </a:lnTo>
                  <a:lnTo>
                    <a:pt x="3943378" y="876383"/>
                  </a:lnTo>
                  <a:lnTo>
                    <a:pt x="3943472" y="876383"/>
                  </a:lnTo>
                  <a:lnTo>
                    <a:pt x="3943566" y="876383"/>
                  </a:lnTo>
                  <a:lnTo>
                    <a:pt x="3943660" y="876383"/>
                  </a:lnTo>
                  <a:lnTo>
                    <a:pt x="3943754" y="876383"/>
                  </a:lnTo>
                  <a:lnTo>
                    <a:pt x="3943848" y="876383"/>
                  </a:lnTo>
                  <a:lnTo>
                    <a:pt x="3943942" y="876383"/>
                  </a:lnTo>
                  <a:lnTo>
                    <a:pt x="3944036" y="876383"/>
                  </a:lnTo>
                  <a:lnTo>
                    <a:pt x="3944130" y="876383"/>
                  </a:lnTo>
                  <a:lnTo>
                    <a:pt x="3944224" y="876383"/>
                  </a:lnTo>
                  <a:lnTo>
                    <a:pt x="3944318" y="876383"/>
                  </a:lnTo>
                  <a:lnTo>
                    <a:pt x="3944412" y="876383"/>
                  </a:lnTo>
                  <a:lnTo>
                    <a:pt x="3944506" y="876383"/>
                  </a:lnTo>
                  <a:lnTo>
                    <a:pt x="3944600" y="876383"/>
                  </a:lnTo>
                  <a:lnTo>
                    <a:pt x="3944695" y="876383"/>
                  </a:lnTo>
                  <a:lnTo>
                    <a:pt x="3944789" y="876383"/>
                  </a:lnTo>
                  <a:lnTo>
                    <a:pt x="3944883" y="876383"/>
                  </a:lnTo>
                  <a:lnTo>
                    <a:pt x="3944977" y="876383"/>
                  </a:lnTo>
                  <a:lnTo>
                    <a:pt x="3945071" y="876383"/>
                  </a:lnTo>
                  <a:lnTo>
                    <a:pt x="3945165" y="876383"/>
                  </a:lnTo>
                  <a:lnTo>
                    <a:pt x="3945259" y="876383"/>
                  </a:lnTo>
                  <a:lnTo>
                    <a:pt x="3945353" y="876383"/>
                  </a:lnTo>
                  <a:lnTo>
                    <a:pt x="3945447" y="876383"/>
                  </a:lnTo>
                  <a:lnTo>
                    <a:pt x="3945541" y="876383"/>
                  </a:lnTo>
                  <a:lnTo>
                    <a:pt x="3945635" y="876383"/>
                  </a:lnTo>
                  <a:lnTo>
                    <a:pt x="3945729" y="876383"/>
                  </a:lnTo>
                  <a:lnTo>
                    <a:pt x="3945823" y="876383"/>
                  </a:lnTo>
                  <a:lnTo>
                    <a:pt x="3945917" y="876383"/>
                  </a:lnTo>
                  <a:lnTo>
                    <a:pt x="3946011" y="876383"/>
                  </a:lnTo>
                  <a:lnTo>
                    <a:pt x="3946105" y="876383"/>
                  </a:lnTo>
                  <a:lnTo>
                    <a:pt x="3946105" y="871104"/>
                  </a:lnTo>
                  <a:lnTo>
                    <a:pt x="3946199" y="871104"/>
                  </a:lnTo>
                  <a:lnTo>
                    <a:pt x="3946293" y="871104"/>
                  </a:lnTo>
                  <a:lnTo>
                    <a:pt x="3946387" y="871104"/>
                  </a:lnTo>
                  <a:lnTo>
                    <a:pt x="3946481" y="871104"/>
                  </a:lnTo>
                  <a:lnTo>
                    <a:pt x="3946575" y="871104"/>
                  </a:lnTo>
                  <a:lnTo>
                    <a:pt x="3946669" y="871104"/>
                  </a:lnTo>
                  <a:lnTo>
                    <a:pt x="3946763" y="871104"/>
                  </a:lnTo>
                  <a:lnTo>
                    <a:pt x="3946857" y="871104"/>
                  </a:lnTo>
                  <a:lnTo>
                    <a:pt x="3946951" y="871104"/>
                  </a:lnTo>
                  <a:lnTo>
                    <a:pt x="3947045" y="871104"/>
                  </a:lnTo>
                  <a:lnTo>
                    <a:pt x="3947139" y="871104"/>
                  </a:lnTo>
                  <a:lnTo>
                    <a:pt x="3947233" y="871104"/>
                  </a:lnTo>
                  <a:lnTo>
                    <a:pt x="3947327" y="871104"/>
                  </a:lnTo>
                  <a:lnTo>
                    <a:pt x="3947421" y="871104"/>
                  </a:lnTo>
                  <a:lnTo>
                    <a:pt x="3947515" y="871104"/>
                  </a:lnTo>
                  <a:lnTo>
                    <a:pt x="3947609" y="871104"/>
                  </a:lnTo>
                  <a:lnTo>
                    <a:pt x="3947703" y="871104"/>
                  </a:lnTo>
                  <a:lnTo>
                    <a:pt x="3947797" y="871104"/>
                  </a:lnTo>
                  <a:lnTo>
                    <a:pt x="3947891" y="871104"/>
                  </a:lnTo>
                  <a:lnTo>
                    <a:pt x="3947985" y="871104"/>
                  </a:lnTo>
                  <a:lnTo>
                    <a:pt x="3948079" y="871104"/>
                  </a:lnTo>
                  <a:lnTo>
                    <a:pt x="3948173" y="871104"/>
                  </a:lnTo>
                  <a:lnTo>
                    <a:pt x="3948268" y="871104"/>
                  </a:lnTo>
                  <a:lnTo>
                    <a:pt x="3948362" y="871104"/>
                  </a:lnTo>
                  <a:lnTo>
                    <a:pt x="3948456" y="871104"/>
                  </a:lnTo>
                  <a:lnTo>
                    <a:pt x="3948550" y="871104"/>
                  </a:lnTo>
                  <a:lnTo>
                    <a:pt x="3948644" y="871104"/>
                  </a:lnTo>
                  <a:lnTo>
                    <a:pt x="3948738" y="871104"/>
                  </a:lnTo>
                  <a:lnTo>
                    <a:pt x="3948832" y="871104"/>
                  </a:lnTo>
                  <a:lnTo>
                    <a:pt x="3948926" y="871104"/>
                  </a:lnTo>
                  <a:lnTo>
                    <a:pt x="3949020" y="871104"/>
                  </a:lnTo>
                  <a:lnTo>
                    <a:pt x="3949114" y="871104"/>
                  </a:lnTo>
                  <a:lnTo>
                    <a:pt x="3949208" y="871104"/>
                  </a:lnTo>
                  <a:lnTo>
                    <a:pt x="3949302" y="871104"/>
                  </a:lnTo>
                  <a:lnTo>
                    <a:pt x="3949396" y="871104"/>
                  </a:lnTo>
                  <a:lnTo>
                    <a:pt x="3949490" y="871104"/>
                  </a:lnTo>
                  <a:lnTo>
                    <a:pt x="3949584" y="871104"/>
                  </a:lnTo>
                  <a:lnTo>
                    <a:pt x="3949678" y="871104"/>
                  </a:lnTo>
                  <a:lnTo>
                    <a:pt x="3949772" y="871104"/>
                  </a:lnTo>
                  <a:lnTo>
                    <a:pt x="3949866" y="871104"/>
                  </a:lnTo>
                  <a:lnTo>
                    <a:pt x="3949960" y="871104"/>
                  </a:lnTo>
                  <a:lnTo>
                    <a:pt x="3950054" y="871104"/>
                  </a:lnTo>
                  <a:lnTo>
                    <a:pt x="3950054" y="865825"/>
                  </a:lnTo>
                  <a:lnTo>
                    <a:pt x="3950148" y="865825"/>
                  </a:lnTo>
                  <a:lnTo>
                    <a:pt x="3950242" y="865825"/>
                  </a:lnTo>
                  <a:lnTo>
                    <a:pt x="3950336" y="865825"/>
                  </a:lnTo>
                  <a:lnTo>
                    <a:pt x="3950430" y="865825"/>
                  </a:lnTo>
                  <a:lnTo>
                    <a:pt x="3950524" y="865825"/>
                  </a:lnTo>
                  <a:lnTo>
                    <a:pt x="3950618" y="865825"/>
                  </a:lnTo>
                  <a:lnTo>
                    <a:pt x="3950712" y="865825"/>
                  </a:lnTo>
                  <a:lnTo>
                    <a:pt x="3950806" y="865825"/>
                  </a:lnTo>
                  <a:lnTo>
                    <a:pt x="3950900" y="865825"/>
                  </a:lnTo>
                  <a:lnTo>
                    <a:pt x="3950994" y="865825"/>
                  </a:lnTo>
                  <a:lnTo>
                    <a:pt x="3951088" y="865825"/>
                  </a:lnTo>
                  <a:lnTo>
                    <a:pt x="3951182" y="865825"/>
                  </a:lnTo>
                  <a:lnTo>
                    <a:pt x="3951276" y="865825"/>
                  </a:lnTo>
                  <a:lnTo>
                    <a:pt x="3951370" y="865825"/>
                  </a:lnTo>
                  <a:lnTo>
                    <a:pt x="3951464" y="865825"/>
                  </a:lnTo>
                  <a:lnTo>
                    <a:pt x="3951558" y="865825"/>
                  </a:lnTo>
                  <a:lnTo>
                    <a:pt x="3951652" y="865825"/>
                  </a:lnTo>
                  <a:lnTo>
                    <a:pt x="3951747" y="865825"/>
                  </a:lnTo>
                  <a:lnTo>
                    <a:pt x="3951841" y="865825"/>
                  </a:lnTo>
                  <a:lnTo>
                    <a:pt x="3951935" y="865825"/>
                  </a:lnTo>
                  <a:lnTo>
                    <a:pt x="3952029" y="865825"/>
                  </a:lnTo>
                  <a:lnTo>
                    <a:pt x="3952123" y="865825"/>
                  </a:lnTo>
                  <a:lnTo>
                    <a:pt x="3952217" y="865825"/>
                  </a:lnTo>
                  <a:lnTo>
                    <a:pt x="3952311" y="865825"/>
                  </a:lnTo>
                  <a:lnTo>
                    <a:pt x="3952405" y="865825"/>
                  </a:lnTo>
                  <a:lnTo>
                    <a:pt x="3952499" y="865825"/>
                  </a:lnTo>
                  <a:lnTo>
                    <a:pt x="3952593" y="865825"/>
                  </a:lnTo>
                  <a:lnTo>
                    <a:pt x="3952687" y="865825"/>
                  </a:lnTo>
                  <a:lnTo>
                    <a:pt x="3952781" y="865825"/>
                  </a:lnTo>
                  <a:lnTo>
                    <a:pt x="3952875" y="865825"/>
                  </a:lnTo>
                  <a:lnTo>
                    <a:pt x="3952969" y="865825"/>
                  </a:lnTo>
                  <a:lnTo>
                    <a:pt x="3953063" y="865825"/>
                  </a:lnTo>
                  <a:lnTo>
                    <a:pt x="3953157" y="865825"/>
                  </a:lnTo>
                  <a:lnTo>
                    <a:pt x="3953251" y="865825"/>
                  </a:lnTo>
                  <a:lnTo>
                    <a:pt x="3953345" y="865825"/>
                  </a:lnTo>
                  <a:lnTo>
                    <a:pt x="3953439" y="865825"/>
                  </a:lnTo>
                  <a:lnTo>
                    <a:pt x="3953533" y="865825"/>
                  </a:lnTo>
                  <a:lnTo>
                    <a:pt x="3953627" y="865825"/>
                  </a:lnTo>
                  <a:lnTo>
                    <a:pt x="3953721" y="865825"/>
                  </a:lnTo>
                  <a:lnTo>
                    <a:pt x="3953815" y="865825"/>
                  </a:lnTo>
                  <a:lnTo>
                    <a:pt x="3953909" y="865825"/>
                  </a:lnTo>
                  <a:lnTo>
                    <a:pt x="3954003" y="865825"/>
                  </a:lnTo>
                  <a:lnTo>
                    <a:pt x="3954097" y="865825"/>
                  </a:lnTo>
                  <a:lnTo>
                    <a:pt x="3954191" y="865825"/>
                  </a:lnTo>
                  <a:lnTo>
                    <a:pt x="3954285" y="865825"/>
                  </a:lnTo>
                  <a:lnTo>
                    <a:pt x="3954379" y="865825"/>
                  </a:lnTo>
                  <a:lnTo>
                    <a:pt x="3954473" y="865825"/>
                  </a:lnTo>
                  <a:lnTo>
                    <a:pt x="3954567" y="865825"/>
                  </a:lnTo>
                  <a:lnTo>
                    <a:pt x="3954661" y="865825"/>
                  </a:lnTo>
                  <a:lnTo>
                    <a:pt x="3954755" y="865825"/>
                  </a:lnTo>
                  <a:lnTo>
                    <a:pt x="3954849" y="865825"/>
                  </a:lnTo>
                  <a:lnTo>
                    <a:pt x="3954943" y="865825"/>
                  </a:lnTo>
                  <a:lnTo>
                    <a:pt x="3955037" y="865825"/>
                  </a:lnTo>
                  <a:lnTo>
                    <a:pt x="3955131" y="865825"/>
                  </a:lnTo>
                  <a:lnTo>
                    <a:pt x="3955225" y="865825"/>
                  </a:lnTo>
                  <a:lnTo>
                    <a:pt x="3955320" y="865825"/>
                  </a:lnTo>
                  <a:lnTo>
                    <a:pt x="3955414" y="865825"/>
                  </a:lnTo>
                  <a:lnTo>
                    <a:pt x="3955508" y="865825"/>
                  </a:lnTo>
                  <a:lnTo>
                    <a:pt x="3955602" y="865825"/>
                  </a:lnTo>
                  <a:lnTo>
                    <a:pt x="3955696" y="865825"/>
                  </a:lnTo>
                  <a:lnTo>
                    <a:pt x="3955790" y="865825"/>
                  </a:lnTo>
                  <a:lnTo>
                    <a:pt x="3955884" y="865825"/>
                  </a:lnTo>
                  <a:lnTo>
                    <a:pt x="3955978" y="865825"/>
                  </a:lnTo>
                  <a:lnTo>
                    <a:pt x="3956072" y="865825"/>
                  </a:lnTo>
                  <a:lnTo>
                    <a:pt x="3956166" y="865825"/>
                  </a:lnTo>
                  <a:lnTo>
                    <a:pt x="3956260" y="865825"/>
                  </a:lnTo>
                  <a:lnTo>
                    <a:pt x="3956354" y="865825"/>
                  </a:lnTo>
                  <a:lnTo>
                    <a:pt x="3956448" y="865825"/>
                  </a:lnTo>
                  <a:lnTo>
                    <a:pt x="3956542" y="865825"/>
                  </a:lnTo>
                  <a:lnTo>
                    <a:pt x="3956636" y="865825"/>
                  </a:lnTo>
                  <a:lnTo>
                    <a:pt x="3956730" y="865825"/>
                  </a:lnTo>
                  <a:lnTo>
                    <a:pt x="3956824" y="865825"/>
                  </a:lnTo>
                  <a:lnTo>
                    <a:pt x="3956918" y="865825"/>
                  </a:lnTo>
                  <a:lnTo>
                    <a:pt x="3957012" y="865825"/>
                  </a:lnTo>
                  <a:lnTo>
                    <a:pt x="3957106" y="865825"/>
                  </a:lnTo>
                  <a:lnTo>
                    <a:pt x="3957200" y="865825"/>
                  </a:lnTo>
                  <a:lnTo>
                    <a:pt x="3957294" y="865825"/>
                  </a:lnTo>
                  <a:lnTo>
                    <a:pt x="3957388" y="865825"/>
                  </a:lnTo>
                  <a:lnTo>
                    <a:pt x="3957482" y="865825"/>
                  </a:lnTo>
                  <a:lnTo>
                    <a:pt x="3957576" y="865825"/>
                  </a:lnTo>
                  <a:lnTo>
                    <a:pt x="3957670" y="865825"/>
                  </a:lnTo>
                  <a:lnTo>
                    <a:pt x="3957764" y="865825"/>
                  </a:lnTo>
                  <a:lnTo>
                    <a:pt x="3957858" y="865825"/>
                  </a:lnTo>
                  <a:lnTo>
                    <a:pt x="3957952" y="865825"/>
                  </a:lnTo>
                  <a:lnTo>
                    <a:pt x="3958046" y="865825"/>
                  </a:lnTo>
                  <a:lnTo>
                    <a:pt x="3958140" y="865825"/>
                  </a:lnTo>
                  <a:lnTo>
                    <a:pt x="3958234" y="865825"/>
                  </a:lnTo>
                  <a:lnTo>
                    <a:pt x="3958328" y="865825"/>
                  </a:lnTo>
                  <a:lnTo>
                    <a:pt x="3958422" y="865825"/>
                  </a:lnTo>
                  <a:lnTo>
                    <a:pt x="3958516" y="865825"/>
                  </a:lnTo>
                  <a:lnTo>
                    <a:pt x="3958610" y="865825"/>
                  </a:lnTo>
                  <a:lnTo>
                    <a:pt x="3958704" y="865825"/>
                  </a:lnTo>
                  <a:lnTo>
                    <a:pt x="3958798" y="865825"/>
                  </a:lnTo>
                  <a:lnTo>
                    <a:pt x="3958893" y="865825"/>
                  </a:lnTo>
                  <a:lnTo>
                    <a:pt x="3958987" y="865825"/>
                  </a:lnTo>
                  <a:lnTo>
                    <a:pt x="3959081" y="865825"/>
                  </a:lnTo>
                  <a:lnTo>
                    <a:pt x="3959175" y="865825"/>
                  </a:lnTo>
                  <a:lnTo>
                    <a:pt x="3959269" y="865825"/>
                  </a:lnTo>
                  <a:lnTo>
                    <a:pt x="3959363" y="865825"/>
                  </a:lnTo>
                  <a:lnTo>
                    <a:pt x="3959457" y="865825"/>
                  </a:lnTo>
                  <a:lnTo>
                    <a:pt x="3959551" y="865825"/>
                  </a:lnTo>
                  <a:lnTo>
                    <a:pt x="3959645" y="865825"/>
                  </a:lnTo>
                  <a:lnTo>
                    <a:pt x="3959739" y="865825"/>
                  </a:lnTo>
                  <a:lnTo>
                    <a:pt x="3959833" y="865825"/>
                  </a:lnTo>
                  <a:lnTo>
                    <a:pt x="3959927" y="865825"/>
                  </a:lnTo>
                  <a:lnTo>
                    <a:pt x="3960021" y="865825"/>
                  </a:lnTo>
                  <a:lnTo>
                    <a:pt x="3960115" y="865825"/>
                  </a:lnTo>
                  <a:lnTo>
                    <a:pt x="3960209" y="865825"/>
                  </a:lnTo>
                  <a:lnTo>
                    <a:pt x="3960303" y="865825"/>
                  </a:lnTo>
                  <a:lnTo>
                    <a:pt x="3960397" y="865825"/>
                  </a:lnTo>
                  <a:lnTo>
                    <a:pt x="3960491" y="865825"/>
                  </a:lnTo>
                  <a:lnTo>
                    <a:pt x="3960585" y="865825"/>
                  </a:lnTo>
                  <a:lnTo>
                    <a:pt x="3960679" y="865825"/>
                  </a:lnTo>
                  <a:lnTo>
                    <a:pt x="3960773" y="865825"/>
                  </a:lnTo>
                  <a:lnTo>
                    <a:pt x="3960867" y="865825"/>
                  </a:lnTo>
                  <a:lnTo>
                    <a:pt x="3960961" y="865825"/>
                  </a:lnTo>
                  <a:lnTo>
                    <a:pt x="3961055" y="865825"/>
                  </a:lnTo>
                  <a:lnTo>
                    <a:pt x="3961149" y="865825"/>
                  </a:lnTo>
                  <a:lnTo>
                    <a:pt x="3961243" y="865825"/>
                  </a:lnTo>
                  <a:lnTo>
                    <a:pt x="3961337" y="865825"/>
                  </a:lnTo>
                  <a:lnTo>
                    <a:pt x="3961431" y="865825"/>
                  </a:lnTo>
                  <a:lnTo>
                    <a:pt x="3961525" y="865825"/>
                  </a:lnTo>
                  <a:lnTo>
                    <a:pt x="3961619" y="865825"/>
                  </a:lnTo>
                  <a:lnTo>
                    <a:pt x="3961713" y="865825"/>
                  </a:lnTo>
                  <a:lnTo>
                    <a:pt x="3961807" y="865825"/>
                  </a:lnTo>
                  <a:lnTo>
                    <a:pt x="3961901" y="865825"/>
                  </a:lnTo>
                  <a:lnTo>
                    <a:pt x="3961995" y="865825"/>
                  </a:lnTo>
                  <a:lnTo>
                    <a:pt x="3962089" y="865825"/>
                  </a:lnTo>
                  <a:lnTo>
                    <a:pt x="3962183" y="865825"/>
                  </a:lnTo>
                  <a:lnTo>
                    <a:pt x="3962277" y="865825"/>
                  </a:lnTo>
                  <a:lnTo>
                    <a:pt x="3962371" y="865825"/>
                  </a:lnTo>
                  <a:lnTo>
                    <a:pt x="3962466" y="865825"/>
                  </a:lnTo>
                  <a:lnTo>
                    <a:pt x="3962560" y="865825"/>
                  </a:lnTo>
                  <a:lnTo>
                    <a:pt x="3962654" y="865825"/>
                  </a:lnTo>
                  <a:lnTo>
                    <a:pt x="3962748" y="865825"/>
                  </a:lnTo>
                  <a:lnTo>
                    <a:pt x="3962842" y="865825"/>
                  </a:lnTo>
                  <a:lnTo>
                    <a:pt x="3962936" y="865825"/>
                  </a:lnTo>
                  <a:lnTo>
                    <a:pt x="3963030" y="865825"/>
                  </a:lnTo>
                  <a:lnTo>
                    <a:pt x="3963124" y="865825"/>
                  </a:lnTo>
                  <a:lnTo>
                    <a:pt x="3963218" y="865825"/>
                  </a:lnTo>
                  <a:lnTo>
                    <a:pt x="3963312" y="865825"/>
                  </a:lnTo>
                  <a:lnTo>
                    <a:pt x="3963406" y="865825"/>
                  </a:lnTo>
                  <a:lnTo>
                    <a:pt x="3963500" y="865825"/>
                  </a:lnTo>
                  <a:lnTo>
                    <a:pt x="3963594" y="865825"/>
                  </a:lnTo>
                  <a:lnTo>
                    <a:pt x="3963688" y="865825"/>
                  </a:lnTo>
                  <a:lnTo>
                    <a:pt x="3963782" y="865825"/>
                  </a:lnTo>
                  <a:lnTo>
                    <a:pt x="3963876" y="865825"/>
                  </a:lnTo>
                  <a:lnTo>
                    <a:pt x="3963970" y="865825"/>
                  </a:lnTo>
                  <a:lnTo>
                    <a:pt x="3964064" y="865825"/>
                  </a:lnTo>
                  <a:lnTo>
                    <a:pt x="3964158" y="865825"/>
                  </a:lnTo>
                  <a:lnTo>
                    <a:pt x="3964252" y="865825"/>
                  </a:lnTo>
                  <a:lnTo>
                    <a:pt x="3964346" y="865825"/>
                  </a:lnTo>
                  <a:lnTo>
                    <a:pt x="3964440" y="865825"/>
                  </a:lnTo>
                  <a:lnTo>
                    <a:pt x="3964534" y="865825"/>
                  </a:lnTo>
                  <a:lnTo>
                    <a:pt x="3964628" y="865825"/>
                  </a:lnTo>
                  <a:lnTo>
                    <a:pt x="3964722" y="865825"/>
                  </a:lnTo>
                  <a:lnTo>
                    <a:pt x="3964816" y="865825"/>
                  </a:lnTo>
                  <a:lnTo>
                    <a:pt x="3964910" y="865825"/>
                  </a:lnTo>
                  <a:lnTo>
                    <a:pt x="3965004" y="865825"/>
                  </a:lnTo>
                  <a:lnTo>
                    <a:pt x="3965098" y="865825"/>
                  </a:lnTo>
                  <a:lnTo>
                    <a:pt x="3965192" y="865825"/>
                  </a:lnTo>
                  <a:lnTo>
                    <a:pt x="3965286" y="865825"/>
                  </a:lnTo>
                  <a:lnTo>
                    <a:pt x="3965380" y="865825"/>
                  </a:lnTo>
                  <a:lnTo>
                    <a:pt x="3965474" y="865825"/>
                  </a:lnTo>
                  <a:lnTo>
                    <a:pt x="3965568" y="865825"/>
                  </a:lnTo>
                  <a:lnTo>
                    <a:pt x="3965662" y="865825"/>
                  </a:lnTo>
                  <a:lnTo>
                    <a:pt x="3965756" y="865825"/>
                  </a:lnTo>
                  <a:lnTo>
                    <a:pt x="3965850" y="865825"/>
                  </a:lnTo>
                  <a:lnTo>
                    <a:pt x="3965945" y="865825"/>
                  </a:lnTo>
                  <a:lnTo>
                    <a:pt x="3966039" y="865825"/>
                  </a:lnTo>
                  <a:lnTo>
                    <a:pt x="3966133" y="865825"/>
                  </a:lnTo>
                  <a:lnTo>
                    <a:pt x="3966227" y="865825"/>
                  </a:lnTo>
                  <a:lnTo>
                    <a:pt x="3966321" y="865825"/>
                  </a:lnTo>
                  <a:lnTo>
                    <a:pt x="3966415" y="865825"/>
                  </a:lnTo>
                  <a:lnTo>
                    <a:pt x="3966509" y="865825"/>
                  </a:lnTo>
                  <a:lnTo>
                    <a:pt x="3966603" y="865825"/>
                  </a:lnTo>
                  <a:lnTo>
                    <a:pt x="3966697" y="865825"/>
                  </a:lnTo>
                  <a:lnTo>
                    <a:pt x="3966791" y="865825"/>
                  </a:lnTo>
                  <a:lnTo>
                    <a:pt x="3966885" y="865825"/>
                  </a:lnTo>
                  <a:lnTo>
                    <a:pt x="3966979" y="865825"/>
                  </a:lnTo>
                  <a:lnTo>
                    <a:pt x="3967073" y="865825"/>
                  </a:lnTo>
                  <a:lnTo>
                    <a:pt x="3967167" y="865825"/>
                  </a:lnTo>
                  <a:lnTo>
                    <a:pt x="3967261" y="865825"/>
                  </a:lnTo>
                  <a:lnTo>
                    <a:pt x="3967355" y="865825"/>
                  </a:lnTo>
                  <a:lnTo>
                    <a:pt x="3967449" y="865825"/>
                  </a:lnTo>
                  <a:lnTo>
                    <a:pt x="3967543" y="865825"/>
                  </a:lnTo>
                  <a:lnTo>
                    <a:pt x="3967637" y="865825"/>
                  </a:lnTo>
                  <a:lnTo>
                    <a:pt x="3967731" y="865825"/>
                  </a:lnTo>
                  <a:lnTo>
                    <a:pt x="3967825" y="865825"/>
                  </a:lnTo>
                  <a:lnTo>
                    <a:pt x="3967919" y="865825"/>
                  </a:lnTo>
                  <a:lnTo>
                    <a:pt x="3968013" y="865825"/>
                  </a:lnTo>
                  <a:lnTo>
                    <a:pt x="3968107" y="865825"/>
                  </a:lnTo>
                  <a:lnTo>
                    <a:pt x="3968201" y="865825"/>
                  </a:lnTo>
                  <a:lnTo>
                    <a:pt x="3968295" y="865825"/>
                  </a:lnTo>
                  <a:lnTo>
                    <a:pt x="3968389" y="865825"/>
                  </a:lnTo>
                  <a:lnTo>
                    <a:pt x="3968483" y="865825"/>
                  </a:lnTo>
                  <a:lnTo>
                    <a:pt x="3968577" y="865825"/>
                  </a:lnTo>
                  <a:lnTo>
                    <a:pt x="3968671" y="865825"/>
                  </a:lnTo>
                  <a:lnTo>
                    <a:pt x="3968765" y="865825"/>
                  </a:lnTo>
                  <a:lnTo>
                    <a:pt x="3968859" y="865825"/>
                  </a:lnTo>
                  <a:lnTo>
                    <a:pt x="3968953" y="865825"/>
                  </a:lnTo>
                  <a:lnTo>
                    <a:pt x="3969047" y="865825"/>
                  </a:lnTo>
                  <a:lnTo>
                    <a:pt x="3969141" y="865825"/>
                  </a:lnTo>
                  <a:lnTo>
                    <a:pt x="3969235" y="865825"/>
                  </a:lnTo>
                  <a:lnTo>
                    <a:pt x="3969329" y="865825"/>
                  </a:lnTo>
                  <a:lnTo>
                    <a:pt x="3969423" y="865825"/>
                  </a:lnTo>
                  <a:lnTo>
                    <a:pt x="3969518" y="865825"/>
                  </a:lnTo>
                  <a:lnTo>
                    <a:pt x="3969612" y="865825"/>
                  </a:lnTo>
                  <a:lnTo>
                    <a:pt x="3969706" y="865825"/>
                  </a:lnTo>
                  <a:lnTo>
                    <a:pt x="3969800" y="865825"/>
                  </a:lnTo>
                  <a:lnTo>
                    <a:pt x="3969894" y="865825"/>
                  </a:lnTo>
                  <a:lnTo>
                    <a:pt x="3969988" y="865825"/>
                  </a:lnTo>
                  <a:lnTo>
                    <a:pt x="3970082" y="865825"/>
                  </a:lnTo>
                  <a:lnTo>
                    <a:pt x="3970176" y="865825"/>
                  </a:lnTo>
                  <a:lnTo>
                    <a:pt x="3970270" y="865825"/>
                  </a:lnTo>
                  <a:lnTo>
                    <a:pt x="3970364" y="865825"/>
                  </a:lnTo>
                  <a:lnTo>
                    <a:pt x="3970458" y="865825"/>
                  </a:lnTo>
                  <a:lnTo>
                    <a:pt x="3970552" y="865825"/>
                  </a:lnTo>
                  <a:lnTo>
                    <a:pt x="3970646" y="865825"/>
                  </a:lnTo>
                  <a:lnTo>
                    <a:pt x="3970646" y="860545"/>
                  </a:lnTo>
                  <a:lnTo>
                    <a:pt x="3970740" y="860545"/>
                  </a:lnTo>
                  <a:lnTo>
                    <a:pt x="3970834" y="860545"/>
                  </a:lnTo>
                  <a:lnTo>
                    <a:pt x="3970928" y="860545"/>
                  </a:lnTo>
                  <a:lnTo>
                    <a:pt x="3971022" y="860545"/>
                  </a:lnTo>
                  <a:lnTo>
                    <a:pt x="3971116" y="860545"/>
                  </a:lnTo>
                  <a:lnTo>
                    <a:pt x="3971210" y="860545"/>
                  </a:lnTo>
                  <a:lnTo>
                    <a:pt x="3971304" y="860545"/>
                  </a:lnTo>
                  <a:lnTo>
                    <a:pt x="3971398" y="860545"/>
                  </a:lnTo>
                  <a:lnTo>
                    <a:pt x="3971492" y="860545"/>
                  </a:lnTo>
                  <a:lnTo>
                    <a:pt x="3971586" y="860545"/>
                  </a:lnTo>
                  <a:lnTo>
                    <a:pt x="3971680" y="860545"/>
                  </a:lnTo>
                  <a:lnTo>
                    <a:pt x="3971774" y="860545"/>
                  </a:lnTo>
                  <a:lnTo>
                    <a:pt x="3971868" y="860545"/>
                  </a:lnTo>
                  <a:lnTo>
                    <a:pt x="3971962" y="860545"/>
                  </a:lnTo>
                  <a:lnTo>
                    <a:pt x="3972056" y="860545"/>
                  </a:lnTo>
                  <a:lnTo>
                    <a:pt x="3972150" y="860545"/>
                  </a:lnTo>
                  <a:lnTo>
                    <a:pt x="3972244" y="860545"/>
                  </a:lnTo>
                  <a:lnTo>
                    <a:pt x="3972338" y="860545"/>
                  </a:lnTo>
                  <a:lnTo>
                    <a:pt x="3972432" y="860545"/>
                  </a:lnTo>
                  <a:lnTo>
                    <a:pt x="3972526" y="860545"/>
                  </a:lnTo>
                  <a:lnTo>
                    <a:pt x="3972620" y="860545"/>
                  </a:lnTo>
                  <a:lnTo>
                    <a:pt x="3972714" y="860545"/>
                  </a:lnTo>
                  <a:lnTo>
                    <a:pt x="3972808" y="860545"/>
                  </a:lnTo>
                  <a:lnTo>
                    <a:pt x="3972902" y="860545"/>
                  </a:lnTo>
                  <a:lnTo>
                    <a:pt x="3972996" y="860545"/>
                  </a:lnTo>
                  <a:lnTo>
                    <a:pt x="3973091" y="860545"/>
                  </a:lnTo>
                  <a:lnTo>
                    <a:pt x="3973185" y="860545"/>
                  </a:lnTo>
                  <a:lnTo>
                    <a:pt x="3973279" y="860545"/>
                  </a:lnTo>
                  <a:lnTo>
                    <a:pt x="3973373" y="860545"/>
                  </a:lnTo>
                  <a:lnTo>
                    <a:pt x="3973467" y="860545"/>
                  </a:lnTo>
                  <a:lnTo>
                    <a:pt x="3973561" y="860545"/>
                  </a:lnTo>
                  <a:lnTo>
                    <a:pt x="3973655" y="860545"/>
                  </a:lnTo>
                  <a:lnTo>
                    <a:pt x="3973749" y="860545"/>
                  </a:lnTo>
                  <a:lnTo>
                    <a:pt x="3973843" y="860545"/>
                  </a:lnTo>
                  <a:lnTo>
                    <a:pt x="3973937" y="860545"/>
                  </a:lnTo>
                  <a:lnTo>
                    <a:pt x="3974031" y="860545"/>
                  </a:lnTo>
                  <a:lnTo>
                    <a:pt x="3974125" y="860545"/>
                  </a:lnTo>
                  <a:lnTo>
                    <a:pt x="3974219" y="860545"/>
                  </a:lnTo>
                  <a:lnTo>
                    <a:pt x="3974313" y="860545"/>
                  </a:lnTo>
                  <a:lnTo>
                    <a:pt x="3974407" y="860545"/>
                  </a:lnTo>
                  <a:lnTo>
                    <a:pt x="3974501" y="860545"/>
                  </a:lnTo>
                  <a:lnTo>
                    <a:pt x="3974595" y="860545"/>
                  </a:lnTo>
                  <a:lnTo>
                    <a:pt x="3974689" y="860545"/>
                  </a:lnTo>
                  <a:lnTo>
                    <a:pt x="3974783" y="860545"/>
                  </a:lnTo>
                  <a:lnTo>
                    <a:pt x="3974877" y="860545"/>
                  </a:lnTo>
                  <a:lnTo>
                    <a:pt x="3974971" y="860545"/>
                  </a:lnTo>
                  <a:lnTo>
                    <a:pt x="3975065" y="860545"/>
                  </a:lnTo>
                  <a:lnTo>
                    <a:pt x="3975159" y="860545"/>
                  </a:lnTo>
                  <a:lnTo>
                    <a:pt x="3975253" y="860545"/>
                  </a:lnTo>
                  <a:lnTo>
                    <a:pt x="3975347" y="860545"/>
                  </a:lnTo>
                  <a:lnTo>
                    <a:pt x="3975441" y="860545"/>
                  </a:lnTo>
                  <a:lnTo>
                    <a:pt x="3975535" y="860545"/>
                  </a:lnTo>
                  <a:lnTo>
                    <a:pt x="3975629" y="860545"/>
                  </a:lnTo>
                  <a:lnTo>
                    <a:pt x="3975723" y="860545"/>
                  </a:lnTo>
                  <a:lnTo>
                    <a:pt x="3975817" y="860545"/>
                  </a:lnTo>
                  <a:lnTo>
                    <a:pt x="3975911" y="860545"/>
                  </a:lnTo>
                  <a:lnTo>
                    <a:pt x="3976005" y="860545"/>
                  </a:lnTo>
                  <a:lnTo>
                    <a:pt x="3976099" y="860545"/>
                  </a:lnTo>
                  <a:lnTo>
                    <a:pt x="3976193" y="860545"/>
                  </a:lnTo>
                  <a:lnTo>
                    <a:pt x="3976287" y="860545"/>
                  </a:lnTo>
                  <a:lnTo>
                    <a:pt x="3976381" y="860545"/>
                  </a:lnTo>
                  <a:lnTo>
                    <a:pt x="3976475" y="860545"/>
                  </a:lnTo>
                  <a:lnTo>
                    <a:pt x="3976570" y="860545"/>
                  </a:lnTo>
                  <a:lnTo>
                    <a:pt x="3976664" y="860545"/>
                  </a:lnTo>
                  <a:lnTo>
                    <a:pt x="3976758" y="860545"/>
                  </a:lnTo>
                  <a:lnTo>
                    <a:pt x="3976852" y="860545"/>
                  </a:lnTo>
                  <a:lnTo>
                    <a:pt x="3976946" y="860545"/>
                  </a:lnTo>
                  <a:lnTo>
                    <a:pt x="3977040" y="860545"/>
                  </a:lnTo>
                  <a:lnTo>
                    <a:pt x="3977134" y="860545"/>
                  </a:lnTo>
                  <a:lnTo>
                    <a:pt x="3977228" y="860545"/>
                  </a:lnTo>
                  <a:lnTo>
                    <a:pt x="3977322" y="860545"/>
                  </a:lnTo>
                  <a:lnTo>
                    <a:pt x="3977416" y="860545"/>
                  </a:lnTo>
                  <a:lnTo>
                    <a:pt x="3977510" y="860545"/>
                  </a:lnTo>
                  <a:lnTo>
                    <a:pt x="3977604" y="860545"/>
                  </a:lnTo>
                  <a:lnTo>
                    <a:pt x="3977698" y="860545"/>
                  </a:lnTo>
                  <a:lnTo>
                    <a:pt x="3977792" y="860545"/>
                  </a:lnTo>
                  <a:lnTo>
                    <a:pt x="3977886" y="860545"/>
                  </a:lnTo>
                  <a:lnTo>
                    <a:pt x="3977980" y="860545"/>
                  </a:lnTo>
                  <a:lnTo>
                    <a:pt x="3978074" y="860545"/>
                  </a:lnTo>
                  <a:lnTo>
                    <a:pt x="3978168" y="860545"/>
                  </a:lnTo>
                  <a:lnTo>
                    <a:pt x="3978262" y="860545"/>
                  </a:lnTo>
                  <a:lnTo>
                    <a:pt x="3978356" y="860545"/>
                  </a:lnTo>
                  <a:lnTo>
                    <a:pt x="3978450" y="860545"/>
                  </a:lnTo>
                  <a:lnTo>
                    <a:pt x="3978544" y="860545"/>
                  </a:lnTo>
                  <a:lnTo>
                    <a:pt x="3978638" y="860545"/>
                  </a:lnTo>
                  <a:lnTo>
                    <a:pt x="3978732" y="860545"/>
                  </a:lnTo>
                  <a:lnTo>
                    <a:pt x="3978826" y="860545"/>
                  </a:lnTo>
                  <a:lnTo>
                    <a:pt x="3978920" y="860545"/>
                  </a:lnTo>
                  <a:lnTo>
                    <a:pt x="3979014" y="860545"/>
                  </a:lnTo>
                  <a:lnTo>
                    <a:pt x="3979108" y="860545"/>
                  </a:lnTo>
                  <a:lnTo>
                    <a:pt x="3979202" y="860545"/>
                  </a:lnTo>
                  <a:lnTo>
                    <a:pt x="3979296" y="860545"/>
                  </a:lnTo>
                  <a:lnTo>
                    <a:pt x="3979390" y="860545"/>
                  </a:lnTo>
                  <a:lnTo>
                    <a:pt x="3979484" y="860545"/>
                  </a:lnTo>
                  <a:lnTo>
                    <a:pt x="3979578" y="860545"/>
                  </a:lnTo>
                  <a:lnTo>
                    <a:pt x="3979672" y="860545"/>
                  </a:lnTo>
                  <a:lnTo>
                    <a:pt x="3979766" y="860545"/>
                  </a:lnTo>
                  <a:lnTo>
                    <a:pt x="3979860" y="860545"/>
                  </a:lnTo>
                  <a:lnTo>
                    <a:pt x="3979954" y="860545"/>
                  </a:lnTo>
                  <a:lnTo>
                    <a:pt x="3980048" y="860545"/>
                  </a:lnTo>
                  <a:lnTo>
                    <a:pt x="3980143" y="860545"/>
                  </a:lnTo>
                  <a:lnTo>
                    <a:pt x="3980237" y="860545"/>
                  </a:lnTo>
                  <a:lnTo>
                    <a:pt x="3980331" y="860545"/>
                  </a:lnTo>
                  <a:lnTo>
                    <a:pt x="3980425" y="860545"/>
                  </a:lnTo>
                  <a:lnTo>
                    <a:pt x="3980519" y="860545"/>
                  </a:lnTo>
                  <a:lnTo>
                    <a:pt x="3980613" y="860545"/>
                  </a:lnTo>
                  <a:lnTo>
                    <a:pt x="3980707" y="860545"/>
                  </a:lnTo>
                  <a:lnTo>
                    <a:pt x="3980801" y="860545"/>
                  </a:lnTo>
                  <a:lnTo>
                    <a:pt x="3980895" y="860545"/>
                  </a:lnTo>
                  <a:lnTo>
                    <a:pt x="3980989" y="860545"/>
                  </a:lnTo>
                  <a:lnTo>
                    <a:pt x="3981083" y="860545"/>
                  </a:lnTo>
                  <a:lnTo>
                    <a:pt x="3981177" y="860545"/>
                  </a:lnTo>
                  <a:lnTo>
                    <a:pt x="3981271" y="860545"/>
                  </a:lnTo>
                  <a:lnTo>
                    <a:pt x="3981365" y="860545"/>
                  </a:lnTo>
                  <a:lnTo>
                    <a:pt x="3981459" y="860545"/>
                  </a:lnTo>
                  <a:lnTo>
                    <a:pt x="3981553" y="860545"/>
                  </a:lnTo>
                  <a:lnTo>
                    <a:pt x="3981647" y="860545"/>
                  </a:lnTo>
                  <a:lnTo>
                    <a:pt x="3981741" y="860545"/>
                  </a:lnTo>
                  <a:lnTo>
                    <a:pt x="3981835" y="860545"/>
                  </a:lnTo>
                  <a:lnTo>
                    <a:pt x="3981929" y="860545"/>
                  </a:lnTo>
                  <a:lnTo>
                    <a:pt x="3982023" y="860545"/>
                  </a:lnTo>
                  <a:lnTo>
                    <a:pt x="3982117" y="860545"/>
                  </a:lnTo>
                  <a:lnTo>
                    <a:pt x="3982211" y="860545"/>
                  </a:lnTo>
                  <a:lnTo>
                    <a:pt x="3982305" y="860545"/>
                  </a:lnTo>
                  <a:lnTo>
                    <a:pt x="3982399" y="860545"/>
                  </a:lnTo>
                  <a:lnTo>
                    <a:pt x="3982493" y="860545"/>
                  </a:lnTo>
                  <a:lnTo>
                    <a:pt x="3982587" y="860545"/>
                  </a:lnTo>
                  <a:lnTo>
                    <a:pt x="3982681" y="860545"/>
                  </a:lnTo>
                  <a:lnTo>
                    <a:pt x="3982775" y="860545"/>
                  </a:lnTo>
                  <a:lnTo>
                    <a:pt x="3982869" y="860545"/>
                  </a:lnTo>
                  <a:lnTo>
                    <a:pt x="3982963" y="860545"/>
                  </a:lnTo>
                  <a:lnTo>
                    <a:pt x="3983057" y="860545"/>
                  </a:lnTo>
                  <a:lnTo>
                    <a:pt x="3983151" y="860545"/>
                  </a:lnTo>
                  <a:lnTo>
                    <a:pt x="3983245" y="860545"/>
                  </a:lnTo>
                  <a:lnTo>
                    <a:pt x="3983339" y="860545"/>
                  </a:lnTo>
                  <a:lnTo>
                    <a:pt x="3983433" y="860545"/>
                  </a:lnTo>
                  <a:lnTo>
                    <a:pt x="3983527" y="860545"/>
                  </a:lnTo>
                  <a:lnTo>
                    <a:pt x="3983621" y="860545"/>
                  </a:lnTo>
                  <a:lnTo>
                    <a:pt x="3983716" y="860545"/>
                  </a:lnTo>
                  <a:lnTo>
                    <a:pt x="3983810" y="860545"/>
                  </a:lnTo>
                  <a:lnTo>
                    <a:pt x="3983904" y="860545"/>
                  </a:lnTo>
                  <a:lnTo>
                    <a:pt x="3983998" y="860545"/>
                  </a:lnTo>
                  <a:lnTo>
                    <a:pt x="3984092" y="860545"/>
                  </a:lnTo>
                  <a:lnTo>
                    <a:pt x="3984186" y="860545"/>
                  </a:lnTo>
                  <a:lnTo>
                    <a:pt x="3984280" y="860545"/>
                  </a:lnTo>
                  <a:lnTo>
                    <a:pt x="3984374" y="860545"/>
                  </a:lnTo>
                  <a:lnTo>
                    <a:pt x="3984468" y="860545"/>
                  </a:lnTo>
                  <a:lnTo>
                    <a:pt x="3984562" y="860545"/>
                  </a:lnTo>
                  <a:lnTo>
                    <a:pt x="3984656" y="860545"/>
                  </a:lnTo>
                  <a:lnTo>
                    <a:pt x="3984750" y="860545"/>
                  </a:lnTo>
                  <a:lnTo>
                    <a:pt x="3984844" y="860545"/>
                  </a:lnTo>
                  <a:lnTo>
                    <a:pt x="3984938" y="860545"/>
                  </a:lnTo>
                  <a:lnTo>
                    <a:pt x="3985032" y="860545"/>
                  </a:lnTo>
                  <a:lnTo>
                    <a:pt x="3985126" y="860545"/>
                  </a:lnTo>
                  <a:lnTo>
                    <a:pt x="3985220" y="860545"/>
                  </a:lnTo>
                  <a:lnTo>
                    <a:pt x="3985314" y="860545"/>
                  </a:lnTo>
                  <a:lnTo>
                    <a:pt x="3985408" y="860545"/>
                  </a:lnTo>
                  <a:lnTo>
                    <a:pt x="3985502" y="860545"/>
                  </a:lnTo>
                  <a:lnTo>
                    <a:pt x="3985596" y="860545"/>
                  </a:lnTo>
                  <a:lnTo>
                    <a:pt x="3985690" y="860545"/>
                  </a:lnTo>
                  <a:lnTo>
                    <a:pt x="3985784" y="860545"/>
                  </a:lnTo>
                  <a:lnTo>
                    <a:pt x="3985878" y="860545"/>
                  </a:lnTo>
                  <a:lnTo>
                    <a:pt x="3985972" y="860545"/>
                  </a:lnTo>
                  <a:lnTo>
                    <a:pt x="3986066" y="860545"/>
                  </a:lnTo>
                  <a:lnTo>
                    <a:pt x="3986160" y="860545"/>
                  </a:lnTo>
                  <a:lnTo>
                    <a:pt x="3986254" y="860545"/>
                  </a:lnTo>
                  <a:lnTo>
                    <a:pt x="3986348" y="860545"/>
                  </a:lnTo>
                  <a:lnTo>
                    <a:pt x="3986442" y="860545"/>
                  </a:lnTo>
                  <a:lnTo>
                    <a:pt x="3986536" y="860545"/>
                  </a:lnTo>
                  <a:lnTo>
                    <a:pt x="3986630" y="860545"/>
                  </a:lnTo>
                  <a:lnTo>
                    <a:pt x="3986724" y="860545"/>
                  </a:lnTo>
                  <a:lnTo>
                    <a:pt x="3986818" y="860545"/>
                  </a:lnTo>
                  <a:lnTo>
                    <a:pt x="3986912" y="860545"/>
                  </a:lnTo>
                  <a:lnTo>
                    <a:pt x="3987006" y="860545"/>
                  </a:lnTo>
                  <a:lnTo>
                    <a:pt x="3987100" y="860545"/>
                  </a:lnTo>
                  <a:lnTo>
                    <a:pt x="3987195" y="860545"/>
                  </a:lnTo>
                  <a:lnTo>
                    <a:pt x="3987289" y="860545"/>
                  </a:lnTo>
                  <a:lnTo>
                    <a:pt x="3987383" y="860545"/>
                  </a:lnTo>
                  <a:lnTo>
                    <a:pt x="3987477" y="860545"/>
                  </a:lnTo>
                  <a:lnTo>
                    <a:pt x="3987571" y="860545"/>
                  </a:lnTo>
                  <a:lnTo>
                    <a:pt x="3987665" y="860545"/>
                  </a:lnTo>
                  <a:lnTo>
                    <a:pt x="3987759" y="860545"/>
                  </a:lnTo>
                  <a:lnTo>
                    <a:pt x="3987853" y="860545"/>
                  </a:lnTo>
                  <a:lnTo>
                    <a:pt x="3987947" y="860545"/>
                  </a:lnTo>
                  <a:lnTo>
                    <a:pt x="3988041" y="860545"/>
                  </a:lnTo>
                  <a:lnTo>
                    <a:pt x="3988135" y="860545"/>
                  </a:lnTo>
                  <a:lnTo>
                    <a:pt x="3988229" y="860545"/>
                  </a:lnTo>
                  <a:lnTo>
                    <a:pt x="3988323" y="860545"/>
                  </a:lnTo>
                  <a:lnTo>
                    <a:pt x="3988417" y="860545"/>
                  </a:lnTo>
                  <a:lnTo>
                    <a:pt x="3988511" y="860545"/>
                  </a:lnTo>
                  <a:lnTo>
                    <a:pt x="3988605" y="860545"/>
                  </a:lnTo>
                  <a:lnTo>
                    <a:pt x="3988699" y="860545"/>
                  </a:lnTo>
                  <a:lnTo>
                    <a:pt x="3988793" y="860545"/>
                  </a:lnTo>
                  <a:lnTo>
                    <a:pt x="3988887" y="860545"/>
                  </a:lnTo>
                  <a:lnTo>
                    <a:pt x="3988981" y="860545"/>
                  </a:lnTo>
                  <a:lnTo>
                    <a:pt x="3989075" y="860545"/>
                  </a:lnTo>
                  <a:lnTo>
                    <a:pt x="3989169" y="860545"/>
                  </a:lnTo>
                  <a:lnTo>
                    <a:pt x="3989263" y="860545"/>
                  </a:lnTo>
                  <a:lnTo>
                    <a:pt x="3989357" y="860545"/>
                  </a:lnTo>
                  <a:lnTo>
                    <a:pt x="3989451" y="860545"/>
                  </a:lnTo>
                  <a:lnTo>
                    <a:pt x="3989545" y="860545"/>
                  </a:lnTo>
                  <a:lnTo>
                    <a:pt x="3989639" y="860545"/>
                  </a:lnTo>
                  <a:lnTo>
                    <a:pt x="3989733" y="860545"/>
                  </a:lnTo>
                  <a:lnTo>
                    <a:pt x="3989827" y="860545"/>
                  </a:lnTo>
                  <a:lnTo>
                    <a:pt x="3989921" y="860545"/>
                  </a:lnTo>
                  <a:lnTo>
                    <a:pt x="3990015" y="860545"/>
                  </a:lnTo>
                  <a:lnTo>
                    <a:pt x="3990109" y="860545"/>
                  </a:lnTo>
                  <a:lnTo>
                    <a:pt x="3990203" y="860545"/>
                  </a:lnTo>
                  <a:lnTo>
                    <a:pt x="3990297" y="860545"/>
                  </a:lnTo>
                  <a:lnTo>
                    <a:pt x="3990391" y="860545"/>
                  </a:lnTo>
                  <a:lnTo>
                    <a:pt x="3990485" y="860545"/>
                  </a:lnTo>
                  <a:lnTo>
                    <a:pt x="3990579" y="860545"/>
                  </a:lnTo>
                  <a:lnTo>
                    <a:pt x="3990673" y="860545"/>
                  </a:lnTo>
                  <a:lnTo>
                    <a:pt x="3990768" y="860545"/>
                  </a:lnTo>
                  <a:lnTo>
                    <a:pt x="3990862" y="860545"/>
                  </a:lnTo>
                  <a:lnTo>
                    <a:pt x="3990956" y="860545"/>
                  </a:lnTo>
                  <a:lnTo>
                    <a:pt x="3991050" y="860545"/>
                  </a:lnTo>
                  <a:lnTo>
                    <a:pt x="3991144" y="860545"/>
                  </a:lnTo>
                  <a:lnTo>
                    <a:pt x="3991238" y="860545"/>
                  </a:lnTo>
                  <a:lnTo>
                    <a:pt x="3991332" y="860545"/>
                  </a:lnTo>
                  <a:lnTo>
                    <a:pt x="3991426" y="860545"/>
                  </a:lnTo>
                  <a:lnTo>
                    <a:pt x="3991520" y="860545"/>
                  </a:lnTo>
                  <a:lnTo>
                    <a:pt x="3991614" y="860545"/>
                  </a:lnTo>
                  <a:lnTo>
                    <a:pt x="3991708" y="860545"/>
                  </a:lnTo>
                  <a:lnTo>
                    <a:pt x="3991802" y="860545"/>
                  </a:lnTo>
                  <a:lnTo>
                    <a:pt x="3991896" y="860545"/>
                  </a:lnTo>
                  <a:lnTo>
                    <a:pt x="3991990" y="860545"/>
                  </a:lnTo>
                  <a:lnTo>
                    <a:pt x="3992084" y="860545"/>
                  </a:lnTo>
                  <a:lnTo>
                    <a:pt x="3992178" y="860545"/>
                  </a:lnTo>
                  <a:lnTo>
                    <a:pt x="3992272" y="860545"/>
                  </a:lnTo>
                  <a:lnTo>
                    <a:pt x="3992366" y="860545"/>
                  </a:lnTo>
                  <a:lnTo>
                    <a:pt x="3992460" y="860545"/>
                  </a:lnTo>
                  <a:lnTo>
                    <a:pt x="3992554" y="860545"/>
                  </a:lnTo>
                  <a:lnTo>
                    <a:pt x="3992648" y="860545"/>
                  </a:lnTo>
                  <a:lnTo>
                    <a:pt x="3992742" y="860545"/>
                  </a:lnTo>
                  <a:lnTo>
                    <a:pt x="3992836" y="860545"/>
                  </a:lnTo>
                  <a:lnTo>
                    <a:pt x="3992930" y="860545"/>
                  </a:lnTo>
                  <a:lnTo>
                    <a:pt x="3993024" y="860545"/>
                  </a:lnTo>
                  <a:lnTo>
                    <a:pt x="3993118" y="860545"/>
                  </a:lnTo>
                  <a:lnTo>
                    <a:pt x="3993212" y="860545"/>
                  </a:lnTo>
                  <a:lnTo>
                    <a:pt x="3993306" y="860545"/>
                  </a:lnTo>
                  <a:lnTo>
                    <a:pt x="3993400" y="860545"/>
                  </a:lnTo>
                  <a:lnTo>
                    <a:pt x="3993494" y="860545"/>
                  </a:lnTo>
                  <a:lnTo>
                    <a:pt x="3993588" y="860545"/>
                  </a:lnTo>
                  <a:lnTo>
                    <a:pt x="3993682" y="860545"/>
                  </a:lnTo>
                  <a:lnTo>
                    <a:pt x="3993776" y="860545"/>
                  </a:lnTo>
                  <a:lnTo>
                    <a:pt x="3993870" y="860545"/>
                  </a:lnTo>
                  <a:lnTo>
                    <a:pt x="3993964" y="860545"/>
                  </a:lnTo>
                  <a:lnTo>
                    <a:pt x="3994058" y="860545"/>
                  </a:lnTo>
                  <a:lnTo>
                    <a:pt x="3994152" y="860545"/>
                  </a:lnTo>
                  <a:lnTo>
                    <a:pt x="3994246" y="860545"/>
                  </a:lnTo>
                  <a:lnTo>
                    <a:pt x="3994341" y="860545"/>
                  </a:lnTo>
                  <a:lnTo>
                    <a:pt x="3994435" y="860545"/>
                  </a:lnTo>
                  <a:lnTo>
                    <a:pt x="3994529" y="860545"/>
                  </a:lnTo>
                  <a:lnTo>
                    <a:pt x="3994623" y="860545"/>
                  </a:lnTo>
                  <a:lnTo>
                    <a:pt x="3994717" y="860545"/>
                  </a:lnTo>
                  <a:lnTo>
                    <a:pt x="3994811" y="860545"/>
                  </a:lnTo>
                  <a:lnTo>
                    <a:pt x="3994905" y="860545"/>
                  </a:lnTo>
                  <a:lnTo>
                    <a:pt x="3994999" y="860545"/>
                  </a:lnTo>
                  <a:lnTo>
                    <a:pt x="3995093" y="860545"/>
                  </a:lnTo>
                  <a:lnTo>
                    <a:pt x="3995187" y="860545"/>
                  </a:lnTo>
                  <a:lnTo>
                    <a:pt x="3995281" y="860545"/>
                  </a:lnTo>
                  <a:lnTo>
                    <a:pt x="3995375" y="860545"/>
                  </a:lnTo>
                  <a:lnTo>
                    <a:pt x="3995469" y="860545"/>
                  </a:lnTo>
                  <a:lnTo>
                    <a:pt x="3995563" y="860545"/>
                  </a:lnTo>
                  <a:lnTo>
                    <a:pt x="3995563" y="855266"/>
                  </a:lnTo>
                  <a:lnTo>
                    <a:pt x="3995657" y="855266"/>
                  </a:lnTo>
                  <a:lnTo>
                    <a:pt x="3995751" y="855266"/>
                  </a:lnTo>
                  <a:lnTo>
                    <a:pt x="3995845" y="855266"/>
                  </a:lnTo>
                  <a:lnTo>
                    <a:pt x="3995939" y="855266"/>
                  </a:lnTo>
                  <a:lnTo>
                    <a:pt x="3996033" y="855266"/>
                  </a:lnTo>
                  <a:lnTo>
                    <a:pt x="3996127" y="855266"/>
                  </a:lnTo>
                  <a:lnTo>
                    <a:pt x="3996221" y="855266"/>
                  </a:lnTo>
                  <a:lnTo>
                    <a:pt x="3996315" y="855266"/>
                  </a:lnTo>
                  <a:lnTo>
                    <a:pt x="3996409" y="855266"/>
                  </a:lnTo>
                  <a:lnTo>
                    <a:pt x="3996503" y="855266"/>
                  </a:lnTo>
                  <a:lnTo>
                    <a:pt x="3996597" y="855266"/>
                  </a:lnTo>
                  <a:lnTo>
                    <a:pt x="3996691" y="855266"/>
                  </a:lnTo>
                  <a:lnTo>
                    <a:pt x="3996785" y="855266"/>
                  </a:lnTo>
                  <a:lnTo>
                    <a:pt x="3996879" y="855266"/>
                  </a:lnTo>
                  <a:lnTo>
                    <a:pt x="3996879" y="849986"/>
                  </a:lnTo>
                  <a:lnTo>
                    <a:pt x="3996973" y="849986"/>
                  </a:lnTo>
                  <a:lnTo>
                    <a:pt x="3997067" y="849986"/>
                  </a:lnTo>
                  <a:lnTo>
                    <a:pt x="3997161" y="849986"/>
                  </a:lnTo>
                  <a:lnTo>
                    <a:pt x="3997255" y="849986"/>
                  </a:lnTo>
                  <a:lnTo>
                    <a:pt x="3997349" y="849986"/>
                  </a:lnTo>
                  <a:lnTo>
                    <a:pt x="3997443" y="849986"/>
                  </a:lnTo>
                  <a:lnTo>
                    <a:pt x="3997537" y="849986"/>
                  </a:lnTo>
                  <a:lnTo>
                    <a:pt x="3997631" y="849986"/>
                  </a:lnTo>
                  <a:lnTo>
                    <a:pt x="3997725" y="849986"/>
                  </a:lnTo>
                  <a:lnTo>
                    <a:pt x="3997820" y="849986"/>
                  </a:lnTo>
                  <a:lnTo>
                    <a:pt x="3997914" y="849986"/>
                  </a:lnTo>
                  <a:lnTo>
                    <a:pt x="3998008" y="849986"/>
                  </a:lnTo>
                  <a:lnTo>
                    <a:pt x="3998102" y="849986"/>
                  </a:lnTo>
                  <a:lnTo>
                    <a:pt x="3998196" y="849986"/>
                  </a:lnTo>
                  <a:lnTo>
                    <a:pt x="3998290" y="849986"/>
                  </a:lnTo>
                  <a:lnTo>
                    <a:pt x="3998384" y="849986"/>
                  </a:lnTo>
                  <a:lnTo>
                    <a:pt x="3998478" y="849986"/>
                  </a:lnTo>
                  <a:lnTo>
                    <a:pt x="3998572" y="849986"/>
                  </a:lnTo>
                  <a:lnTo>
                    <a:pt x="3998666" y="849986"/>
                  </a:lnTo>
                  <a:lnTo>
                    <a:pt x="3998760" y="849986"/>
                  </a:lnTo>
                  <a:lnTo>
                    <a:pt x="3998760" y="844707"/>
                  </a:lnTo>
                  <a:lnTo>
                    <a:pt x="3998854" y="844707"/>
                  </a:lnTo>
                  <a:lnTo>
                    <a:pt x="3998948" y="844707"/>
                  </a:lnTo>
                  <a:lnTo>
                    <a:pt x="3999042" y="844707"/>
                  </a:lnTo>
                  <a:lnTo>
                    <a:pt x="3999136" y="844707"/>
                  </a:lnTo>
                  <a:lnTo>
                    <a:pt x="3999230" y="844707"/>
                  </a:lnTo>
                  <a:lnTo>
                    <a:pt x="3999324" y="844707"/>
                  </a:lnTo>
                  <a:lnTo>
                    <a:pt x="3999418" y="844707"/>
                  </a:lnTo>
                  <a:lnTo>
                    <a:pt x="3999512" y="844707"/>
                  </a:lnTo>
                  <a:lnTo>
                    <a:pt x="3999606" y="844707"/>
                  </a:lnTo>
                  <a:lnTo>
                    <a:pt x="3999700" y="844707"/>
                  </a:lnTo>
                  <a:lnTo>
                    <a:pt x="3999794" y="844707"/>
                  </a:lnTo>
                  <a:lnTo>
                    <a:pt x="3999888" y="844707"/>
                  </a:lnTo>
                  <a:lnTo>
                    <a:pt x="3999982" y="844707"/>
                  </a:lnTo>
                  <a:lnTo>
                    <a:pt x="4000076" y="844707"/>
                  </a:lnTo>
                  <a:lnTo>
                    <a:pt x="4000170" y="844707"/>
                  </a:lnTo>
                  <a:lnTo>
                    <a:pt x="4000264" y="844707"/>
                  </a:lnTo>
                  <a:lnTo>
                    <a:pt x="4000358" y="844707"/>
                  </a:lnTo>
                  <a:lnTo>
                    <a:pt x="4000452" y="844707"/>
                  </a:lnTo>
                  <a:lnTo>
                    <a:pt x="4000546" y="844707"/>
                  </a:lnTo>
                  <a:lnTo>
                    <a:pt x="4000640" y="844707"/>
                  </a:lnTo>
                  <a:lnTo>
                    <a:pt x="4000734" y="844707"/>
                  </a:lnTo>
                  <a:lnTo>
                    <a:pt x="4000828" y="844707"/>
                  </a:lnTo>
                  <a:lnTo>
                    <a:pt x="4000922" y="844707"/>
                  </a:lnTo>
                  <a:lnTo>
                    <a:pt x="4001016" y="844707"/>
                  </a:lnTo>
                  <a:lnTo>
                    <a:pt x="4001110" y="844707"/>
                  </a:lnTo>
                  <a:lnTo>
                    <a:pt x="4001204" y="844707"/>
                  </a:lnTo>
                  <a:lnTo>
                    <a:pt x="4001298" y="844707"/>
                  </a:lnTo>
                  <a:lnTo>
                    <a:pt x="4001393" y="844707"/>
                  </a:lnTo>
                  <a:lnTo>
                    <a:pt x="4001487" y="844707"/>
                  </a:lnTo>
                  <a:lnTo>
                    <a:pt x="4001581" y="844707"/>
                  </a:lnTo>
                  <a:lnTo>
                    <a:pt x="4001675" y="844707"/>
                  </a:lnTo>
                  <a:lnTo>
                    <a:pt x="4001769" y="844707"/>
                  </a:lnTo>
                  <a:lnTo>
                    <a:pt x="4001863" y="844707"/>
                  </a:lnTo>
                  <a:lnTo>
                    <a:pt x="4001957" y="844707"/>
                  </a:lnTo>
                  <a:lnTo>
                    <a:pt x="4002051" y="844707"/>
                  </a:lnTo>
                  <a:lnTo>
                    <a:pt x="4002145" y="844707"/>
                  </a:lnTo>
                  <a:lnTo>
                    <a:pt x="4002239" y="844707"/>
                  </a:lnTo>
                  <a:lnTo>
                    <a:pt x="4002333" y="844707"/>
                  </a:lnTo>
                  <a:lnTo>
                    <a:pt x="4002427" y="844707"/>
                  </a:lnTo>
                  <a:lnTo>
                    <a:pt x="4002521" y="844707"/>
                  </a:lnTo>
                  <a:lnTo>
                    <a:pt x="4002615" y="844707"/>
                  </a:lnTo>
                  <a:lnTo>
                    <a:pt x="4002709" y="844707"/>
                  </a:lnTo>
                  <a:lnTo>
                    <a:pt x="4002803" y="844707"/>
                  </a:lnTo>
                  <a:lnTo>
                    <a:pt x="4002897" y="844707"/>
                  </a:lnTo>
                  <a:lnTo>
                    <a:pt x="4002991" y="844707"/>
                  </a:lnTo>
                  <a:lnTo>
                    <a:pt x="4003085" y="844707"/>
                  </a:lnTo>
                  <a:lnTo>
                    <a:pt x="4003179" y="844707"/>
                  </a:lnTo>
                  <a:lnTo>
                    <a:pt x="4003273" y="844707"/>
                  </a:lnTo>
                  <a:lnTo>
                    <a:pt x="4003367" y="844707"/>
                  </a:lnTo>
                  <a:lnTo>
                    <a:pt x="4003461" y="844707"/>
                  </a:lnTo>
                  <a:lnTo>
                    <a:pt x="4003555" y="844707"/>
                  </a:lnTo>
                  <a:lnTo>
                    <a:pt x="4003649" y="844707"/>
                  </a:lnTo>
                  <a:lnTo>
                    <a:pt x="4003743" y="844707"/>
                  </a:lnTo>
                  <a:lnTo>
                    <a:pt x="4003837" y="844707"/>
                  </a:lnTo>
                  <a:lnTo>
                    <a:pt x="4003931" y="844707"/>
                  </a:lnTo>
                  <a:lnTo>
                    <a:pt x="4004025" y="844707"/>
                  </a:lnTo>
                  <a:lnTo>
                    <a:pt x="4004119" y="844707"/>
                  </a:lnTo>
                  <a:lnTo>
                    <a:pt x="4004213" y="844707"/>
                  </a:lnTo>
                  <a:lnTo>
                    <a:pt x="4004307" y="844707"/>
                  </a:lnTo>
                  <a:lnTo>
                    <a:pt x="4004401" y="844707"/>
                  </a:lnTo>
                  <a:lnTo>
                    <a:pt x="4004401" y="839427"/>
                  </a:lnTo>
                  <a:lnTo>
                    <a:pt x="4004401" y="834148"/>
                  </a:lnTo>
                  <a:lnTo>
                    <a:pt x="4004495" y="834148"/>
                  </a:lnTo>
                  <a:lnTo>
                    <a:pt x="4004589" y="834148"/>
                  </a:lnTo>
                  <a:lnTo>
                    <a:pt x="4004683" y="834148"/>
                  </a:lnTo>
                  <a:lnTo>
                    <a:pt x="4004777" y="834148"/>
                  </a:lnTo>
                  <a:lnTo>
                    <a:pt x="4004871" y="834148"/>
                  </a:lnTo>
                  <a:lnTo>
                    <a:pt x="4004966" y="834148"/>
                  </a:lnTo>
                  <a:lnTo>
                    <a:pt x="4005060" y="834148"/>
                  </a:lnTo>
                  <a:lnTo>
                    <a:pt x="4005154" y="834148"/>
                  </a:lnTo>
                  <a:lnTo>
                    <a:pt x="4005248" y="834148"/>
                  </a:lnTo>
                  <a:lnTo>
                    <a:pt x="4005342" y="834148"/>
                  </a:lnTo>
                  <a:lnTo>
                    <a:pt x="4005436" y="834148"/>
                  </a:lnTo>
                  <a:lnTo>
                    <a:pt x="4005530" y="834148"/>
                  </a:lnTo>
                  <a:lnTo>
                    <a:pt x="4005624" y="834148"/>
                  </a:lnTo>
                  <a:lnTo>
                    <a:pt x="4005718" y="834148"/>
                  </a:lnTo>
                  <a:lnTo>
                    <a:pt x="4005812" y="834148"/>
                  </a:lnTo>
                  <a:lnTo>
                    <a:pt x="4005906" y="834148"/>
                  </a:lnTo>
                  <a:lnTo>
                    <a:pt x="4006000" y="834148"/>
                  </a:lnTo>
                  <a:lnTo>
                    <a:pt x="4006094" y="834148"/>
                  </a:lnTo>
                  <a:lnTo>
                    <a:pt x="4006188" y="834148"/>
                  </a:lnTo>
                  <a:lnTo>
                    <a:pt x="4006282" y="834148"/>
                  </a:lnTo>
                  <a:lnTo>
                    <a:pt x="4006376" y="834148"/>
                  </a:lnTo>
                  <a:lnTo>
                    <a:pt x="4006470" y="834148"/>
                  </a:lnTo>
                  <a:lnTo>
                    <a:pt x="4006564" y="834148"/>
                  </a:lnTo>
                  <a:lnTo>
                    <a:pt x="4006658" y="834148"/>
                  </a:lnTo>
                  <a:lnTo>
                    <a:pt x="4006752" y="834148"/>
                  </a:lnTo>
                  <a:lnTo>
                    <a:pt x="4006846" y="834148"/>
                  </a:lnTo>
                  <a:lnTo>
                    <a:pt x="4006940" y="834148"/>
                  </a:lnTo>
                  <a:lnTo>
                    <a:pt x="4007034" y="834148"/>
                  </a:lnTo>
                  <a:lnTo>
                    <a:pt x="4007128" y="834148"/>
                  </a:lnTo>
                  <a:lnTo>
                    <a:pt x="4007222" y="834148"/>
                  </a:lnTo>
                  <a:lnTo>
                    <a:pt x="4007316" y="834148"/>
                  </a:lnTo>
                  <a:lnTo>
                    <a:pt x="4007410" y="834148"/>
                  </a:lnTo>
                  <a:lnTo>
                    <a:pt x="4007504" y="834148"/>
                  </a:lnTo>
                  <a:lnTo>
                    <a:pt x="4007598" y="834148"/>
                  </a:lnTo>
                  <a:lnTo>
                    <a:pt x="4007692" y="834148"/>
                  </a:lnTo>
                  <a:lnTo>
                    <a:pt x="4007786" y="834148"/>
                  </a:lnTo>
                  <a:lnTo>
                    <a:pt x="4007880" y="834148"/>
                  </a:lnTo>
                  <a:lnTo>
                    <a:pt x="4007974" y="834148"/>
                  </a:lnTo>
                  <a:lnTo>
                    <a:pt x="4008068" y="834148"/>
                  </a:lnTo>
                  <a:lnTo>
                    <a:pt x="4008162" y="834148"/>
                  </a:lnTo>
                  <a:lnTo>
                    <a:pt x="4008256" y="834148"/>
                  </a:lnTo>
                  <a:lnTo>
                    <a:pt x="4008350" y="834148"/>
                  </a:lnTo>
                  <a:lnTo>
                    <a:pt x="4008444" y="834148"/>
                  </a:lnTo>
                  <a:lnTo>
                    <a:pt x="4008539" y="834148"/>
                  </a:lnTo>
                  <a:lnTo>
                    <a:pt x="4008633" y="834148"/>
                  </a:lnTo>
                  <a:lnTo>
                    <a:pt x="4008727" y="834148"/>
                  </a:lnTo>
                  <a:lnTo>
                    <a:pt x="4008821" y="834148"/>
                  </a:lnTo>
                  <a:lnTo>
                    <a:pt x="4008915" y="834148"/>
                  </a:lnTo>
                  <a:lnTo>
                    <a:pt x="4009009" y="834148"/>
                  </a:lnTo>
                  <a:lnTo>
                    <a:pt x="4009103" y="834148"/>
                  </a:lnTo>
                  <a:lnTo>
                    <a:pt x="4009197" y="834148"/>
                  </a:lnTo>
                  <a:lnTo>
                    <a:pt x="4009291" y="834148"/>
                  </a:lnTo>
                  <a:lnTo>
                    <a:pt x="4009385" y="834148"/>
                  </a:lnTo>
                  <a:lnTo>
                    <a:pt x="4009479" y="834148"/>
                  </a:lnTo>
                  <a:lnTo>
                    <a:pt x="4009573" y="834148"/>
                  </a:lnTo>
                  <a:lnTo>
                    <a:pt x="4009667" y="834148"/>
                  </a:lnTo>
                  <a:lnTo>
                    <a:pt x="4009761" y="834148"/>
                  </a:lnTo>
                  <a:lnTo>
                    <a:pt x="4009855" y="834148"/>
                  </a:lnTo>
                  <a:lnTo>
                    <a:pt x="4009949" y="834148"/>
                  </a:lnTo>
                  <a:lnTo>
                    <a:pt x="4010043" y="834148"/>
                  </a:lnTo>
                  <a:lnTo>
                    <a:pt x="4010137" y="834148"/>
                  </a:lnTo>
                  <a:lnTo>
                    <a:pt x="4010231" y="834148"/>
                  </a:lnTo>
                  <a:lnTo>
                    <a:pt x="4010325" y="834148"/>
                  </a:lnTo>
                  <a:lnTo>
                    <a:pt x="4010419" y="834148"/>
                  </a:lnTo>
                  <a:lnTo>
                    <a:pt x="4010513" y="834148"/>
                  </a:lnTo>
                  <a:lnTo>
                    <a:pt x="4010607" y="834148"/>
                  </a:lnTo>
                  <a:lnTo>
                    <a:pt x="4010701" y="834148"/>
                  </a:lnTo>
                  <a:lnTo>
                    <a:pt x="4010795" y="834148"/>
                  </a:lnTo>
                  <a:lnTo>
                    <a:pt x="4010889" y="834148"/>
                  </a:lnTo>
                  <a:lnTo>
                    <a:pt x="4010983" y="834148"/>
                  </a:lnTo>
                  <a:lnTo>
                    <a:pt x="4011077" y="834148"/>
                  </a:lnTo>
                  <a:lnTo>
                    <a:pt x="4011171" y="834148"/>
                  </a:lnTo>
                  <a:lnTo>
                    <a:pt x="4011265" y="834148"/>
                  </a:lnTo>
                  <a:lnTo>
                    <a:pt x="4011359" y="834148"/>
                  </a:lnTo>
                  <a:lnTo>
                    <a:pt x="4011453" y="834148"/>
                  </a:lnTo>
                  <a:lnTo>
                    <a:pt x="4011547" y="834148"/>
                  </a:lnTo>
                  <a:lnTo>
                    <a:pt x="4011641" y="834148"/>
                  </a:lnTo>
                  <a:lnTo>
                    <a:pt x="4011735" y="834148"/>
                  </a:lnTo>
                  <a:lnTo>
                    <a:pt x="4011829" y="834148"/>
                  </a:lnTo>
                  <a:lnTo>
                    <a:pt x="4011923" y="834148"/>
                  </a:lnTo>
                  <a:lnTo>
                    <a:pt x="4012018" y="834148"/>
                  </a:lnTo>
                  <a:lnTo>
                    <a:pt x="4012112" y="834148"/>
                  </a:lnTo>
                  <a:lnTo>
                    <a:pt x="4012206" y="834148"/>
                  </a:lnTo>
                  <a:lnTo>
                    <a:pt x="4012300" y="834148"/>
                  </a:lnTo>
                  <a:lnTo>
                    <a:pt x="4012394" y="834148"/>
                  </a:lnTo>
                  <a:lnTo>
                    <a:pt x="4012488" y="834148"/>
                  </a:lnTo>
                  <a:lnTo>
                    <a:pt x="4012582" y="834148"/>
                  </a:lnTo>
                  <a:lnTo>
                    <a:pt x="4012676" y="834148"/>
                  </a:lnTo>
                  <a:lnTo>
                    <a:pt x="4012770" y="834148"/>
                  </a:lnTo>
                  <a:lnTo>
                    <a:pt x="4012864" y="834148"/>
                  </a:lnTo>
                  <a:lnTo>
                    <a:pt x="4012958" y="834148"/>
                  </a:lnTo>
                  <a:lnTo>
                    <a:pt x="4013052" y="834148"/>
                  </a:lnTo>
                  <a:lnTo>
                    <a:pt x="4013146" y="834148"/>
                  </a:lnTo>
                  <a:lnTo>
                    <a:pt x="4013240" y="834148"/>
                  </a:lnTo>
                  <a:lnTo>
                    <a:pt x="4013334" y="834148"/>
                  </a:lnTo>
                  <a:lnTo>
                    <a:pt x="4013428" y="834148"/>
                  </a:lnTo>
                  <a:lnTo>
                    <a:pt x="4013522" y="834148"/>
                  </a:lnTo>
                  <a:lnTo>
                    <a:pt x="4013616" y="834148"/>
                  </a:lnTo>
                  <a:lnTo>
                    <a:pt x="4013710" y="834148"/>
                  </a:lnTo>
                  <a:lnTo>
                    <a:pt x="4013804" y="834148"/>
                  </a:lnTo>
                  <a:lnTo>
                    <a:pt x="4013898" y="834148"/>
                  </a:lnTo>
                  <a:lnTo>
                    <a:pt x="4013992" y="834148"/>
                  </a:lnTo>
                  <a:lnTo>
                    <a:pt x="4014086" y="834148"/>
                  </a:lnTo>
                  <a:lnTo>
                    <a:pt x="4014180" y="834148"/>
                  </a:lnTo>
                  <a:lnTo>
                    <a:pt x="4014274" y="834148"/>
                  </a:lnTo>
                  <a:lnTo>
                    <a:pt x="4014368" y="834148"/>
                  </a:lnTo>
                  <a:lnTo>
                    <a:pt x="4014462" y="834148"/>
                  </a:lnTo>
                  <a:lnTo>
                    <a:pt x="4014556" y="834148"/>
                  </a:lnTo>
                  <a:lnTo>
                    <a:pt x="4014650" y="834148"/>
                  </a:lnTo>
                  <a:lnTo>
                    <a:pt x="4014744" y="834148"/>
                  </a:lnTo>
                  <a:lnTo>
                    <a:pt x="4014838" y="834148"/>
                  </a:lnTo>
                  <a:lnTo>
                    <a:pt x="4014932" y="834148"/>
                  </a:lnTo>
                  <a:lnTo>
                    <a:pt x="4015026" y="834148"/>
                  </a:lnTo>
                  <a:lnTo>
                    <a:pt x="4015120" y="834148"/>
                  </a:lnTo>
                  <a:lnTo>
                    <a:pt x="4015214" y="834148"/>
                  </a:lnTo>
                  <a:lnTo>
                    <a:pt x="4015308" y="834148"/>
                  </a:lnTo>
                  <a:lnTo>
                    <a:pt x="4015402" y="834148"/>
                  </a:lnTo>
                  <a:lnTo>
                    <a:pt x="4015496" y="834148"/>
                  </a:lnTo>
                  <a:lnTo>
                    <a:pt x="4015496" y="828869"/>
                  </a:lnTo>
                  <a:lnTo>
                    <a:pt x="4015591" y="828869"/>
                  </a:lnTo>
                  <a:lnTo>
                    <a:pt x="4015685" y="828869"/>
                  </a:lnTo>
                  <a:lnTo>
                    <a:pt x="4015779" y="828869"/>
                  </a:lnTo>
                  <a:lnTo>
                    <a:pt x="4015873" y="828869"/>
                  </a:lnTo>
                  <a:lnTo>
                    <a:pt x="4015967" y="828869"/>
                  </a:lnTo>
                  <a:lnTo>
                    <a:pt x="4016061" y="828869"/>
                  </a:lnTo>
                  <a:lnTo>
                    <a:pt x="4016155" y="828869"/>
                  </a:lnTo>
                  <a:lnTo>
                    <a:pt x="4016249" y="828869"/>
                  </a:lnTo>
                  <a:lnTo>
                    <a:pt x="4016343" y="828869"/>
                  </a:lnTo>
                  <a:lnTo>
                    <a:pt x="4016437" y="828869"/>
                  </a:lnTo>
                  <a:lnTo>
                    <a:pt x="4016531" y="828869"/>
                  </a:lnTo>
                  <a:lnTo>
                    <a:pt x="4016625" y="828869"/>
                  </a:lnTo>
                  <a:lnTo>
                    <a:pt x="4016719" y="828869"/>
                  </a:lnTo>
                  <a:lnTo>
                    <a:pt x="4016813" y="828869"/>
                  </a:lnTo>
                  <a:lnTo>
                    <a:pt x="4016907" y="828869"/>
                  </a:lnTo>
                  <a:lnTo>
                    <a:pt x="4017001" y="828869"/>
                  </a:lnTo>
                  <a:lnTo>
                    <a:pt x="4017095" y="828869"/>
                  </a:lnTo>
                  <a:lnTo>
                    <a:pt x="4017189" y="828869"/>
                  </a:lnTo>
                  <a:lnTo>
                    <a:pt x="4017283" y="828869"/>
                  </a:lnTo>
                  <a:lnTo>
                    <a:pt x="4017377" y="828869"/>
                  </a:lnTo>
                  <a:lnTo>
                    <a:pt x="4017471" y="828869"/>
                  </a:lnTo>
                  <a:lnTo>
                    <a:pt x="4017565" y="828869"/>
                  </a:lnTo>
                  <a:lnTo>
                    <a:pt x="4017659" y="828869"/>
                  </a:lnTo>
                  <a:lnTo>
                    <a:pt x="4017753" y="828869"/>
                  </a:lnTo>
                  <a:lnTo>
                    <a:pt x="4017847" y="828869"/>
                  </a:lnTo>
                  <a:lnTo>
                    <a:pt x="4017941" y="828869"/>
                  </a:lnTo>
                  <a:lnTo>
                    <a:pt x="4017941" y="823589"/>
                  </a:lnTo>
                  <a:lnTo>
                    <a:pt x="4018035" y="823589"/>
                  </a:lnTo>
                  <a:lnTo>
                    <a:pt x="4018129" y="823589"/>
                  </a:lnTo>
                  <a:lnTo>
                    <a:pt x="4018223" y="823589"/>
                  </a:lnTo>
                  <a:lnTo>
                    <a:pt x="4018317" y="823589"/>
                  </a:lnTo>
                  <a:lnTo>
                    <a:pt x="4018411" y="823589"/>
                  </a:lnTo>
                  <a:lnTo>
                    <a:pt x="4018505" y="823589"/>
                  </a:lnTo>
                  <a:lnTo>
                    <a:pt x="4018599" y="823589"/>
                  </a:lnTo>
                  <a:lnTo>
                    <a:pt x="4018693" y="823589"/>
                  </a:lnTo>
                  <a:lnTo>
                    <a:pt x="4018787" y="823589"/>
                  </a:lnTo>
                  <a:lnTo>
                    <a:pt x="4018881" y="823589"/>
                  </a:lnTo>
                  <a:lnTo>
                    <a:pt x="4018975" y="823589"/>
                  </a:lnTo>
                  <a:lnTo>
                    <a:pt x="4019069" y="823589"/>
                  </a:lnTo>
                  <a:lnTo>
                    <a:pt x="4019164" y="823589"/>
                  </a:lnTo>
                  <a:lnTo>
                    <a:pt x="4019258" y="823589"/>
                  </a:lnTo>
                  <a:lnTo>
                    <a:pt x="4019352" y="823589"/>
                  </a:lnTo>
                  <a:lnTo>
                    <a:pt x="4019446" y="823589"/>
                  </a:lnTo>
                  <a:lnTo>
                    <a:pt x="4019540" y="823589"/>
                  </a:lnTo>
                  <a:lnTo>
                    <a:pt x="4019634" y="823589"/>
                  </a:lnTo>
                  <a:lnTo>
                    <a:pt x="4019728" y="823589"/>
                  </a:lnTo>
                  <a:lnTo>
                    <a:pt x="4019822" y="823589"/>
                  </a:lnTo>
                  <a:lnTo>
                    <a:pt x="4019916" y="823589"/>
                  </a:lnTo>
                  <a:lnTo>
                    <a:pt x="4020010" y="823589"/>
                  </a:lnTo>
                  <a:lnTo>
                    <a:pt x="4020104" y="823589"/>
                  </a:lnTo>
                  <a:lnTo>
                    <a:pt x="4020198" y="823589"/>
                  </a:lnTo>
                  <a:lnTo>
                    <a:pt x="4020292" y="823589"/>
                  </a:lnTo>
                  <a:lnTo>
                    <a:pt x="4020386" y="823589"/>
                  </a:lnTo>
                  <a:lnTo>
                    <a:pt x="4020480" y="823589"/>
                  </a:lnTo>
                  <a:lnTo>
                    <a:pt x="4020574" y="823589"/>
                  </a:lnTo>
                  <a:lnTo>
                    <a:pt x="4020668" y="823589"/>
                  </a:lnTo>
                  <a:lnTo>
                    <a:pt x="4020762" y="823589"/>
                  </a:lnTo>
                  <a:lnTo>
                    <a:pt x="4020856" y="823589"/>
                  </a:lnTo>
                  <a:lnTo>
                    <a:pt x="4020950" y="823589"/>
                  </a:lnTo>
                  <a:lnTo>
                    <a:pt x="4021044" y="823589"/>
                  </a:lnTo>
                  <a:lnTo>
                    <a:pt x="4021138" y="823589"/>
                  </a:lnTo>
                  <a:lnTo>
                    <a:pt x="4021232" y="823589"/>
                  </a:lnTo>
                  <a:lnTo>
                    <a:pt x="4021326" y="823589"/>
                  </a:lnTo>
                  <a:lnTo>
                    <a:pt x="4021420" y="823589"/>
                  </a:lnTo>
                  <a:lnTo>
                    <a:pt x="4021514" y="823589"/>
                  </a:lnTo>
                  <a:lnTo>
                    <a:pt x="4021608" y="823589"/>
                  </a:lnTo>
                  <a:lnTo>
                    <a:pt x="4021702" y="823589"/>
                  </a:lnTo>
                  <a:lnTo>
                    <a:pt x="4021796" y="823589"/>
                  </a:lnTo>
                  <a:lnTo>
                    <a:pt x="4021890" y="823589"/>
                  </a:lnTo>
                  <a:lnTo>
                    <a:pt x="4021984" y="823589"/>
                  </a:lnTo>
                  <a:lnTo>
                    <a:pt x="4022078" y="823589"/>
                  </a:lnTo>
                  <a:lnTo>
                    <a:pt x="4022172" y="823589"/>
                  </a:lnTo>
                  <a:lnTo>
                    <a:pt x="4022266" y="823589"/>
                  </a:lnTo>
                  <a:lnTo>
                    <a:pt x="4022360" y="823589"/>
                  </a:lnTo>
                  <a:lnTo>
                    <a:pt x="4022454" y="823589"/>
                  </a:lnTo>
                  <a:lnTo>
                    <a:pt x="4022548" y="823589"/>
                  </a:lnTo>
                  <a:lnTo>
                    <a:pt x="4022643" y="823589"/>
                  </a:lnTo>
                  <a:lnTo>
                    <a:pt x="4022737" y="823589"/>
                  </a:lnTo>
                  <a:lnTo>
                    <a:pt x="4022831" y="823589"/>
                  </a:lnTo>
                  <a:lnTo>
                    <a:pt x="4022925" y="823589"/>
                  </a:lnTo>
                  <a:lnTo>
                    <a:pt x="4023019" y="823589"/>
                  </a:lnTo>
                  <a:lnTo>
                    <a:pt x="4023113" y="823589"/>
                  </a:lnTo>
                  <a:lnTo>
                    <a:pt x="4023207" y="823589"/>
                  </a:lnTo>
                  <a:lnTo>
                    <a:pt x="4023301" y="823589"/>
                  </a:lnTo>
                  <a:lnTo>
                    <a:pt x="4023395" y="823589"/>
                  </a:lnTo>
                  <a:lnTo>
                    <a:pt x="4023489" y="823589"/>
                  </a:lnTo>
                  <a:lnTo>
                    <a:pt x="4023583" y="823589"/>
                  </a:lnTo>
                  <a:lnTo>
                    <a:pt x="4023677" y="823589"/>
                  </a:lnTo>
                  <a:lnTo>
                    <a:pt x="4023771" y="823589"/>
                  </a:lnTo>
                  <a:lnTo>
                    <a:pt x="4023865" y="823589"/>
                  </a:lnTo>
                  <a:lnTo>
                    <a:pt x="4023959" y="823589"/>
                  </a:lnTo>
                  <a:lnTo>
                    <a:pt x="4024053" y="823589"/>
                  </a:lnTo>
                  <a:lnTo>
                    <a:pt x="4024147" y="823589"/>
                  </a:lnTo>
                  <a:lnTo>
                    <a:pt x="4024241" y="823589"/>
                  </a:lnTo>
                  <a:lnTo>
                    <a:pt x="4024335" y="823589"/>
                  </a:lnTo>
                  <a:lnTo>
                    <a:pt x="4024429" y="823589"/>
                  </a:lnTo>
                  <a:lnTo>
                    <a:pt x="4024523" y="823589"/>
                  </a:lnTo>
                  <a:lnTo>
                    <a:pt x="4024617" y="823589"/>
                  </a:lnTo>
                  <a:lnTo>
                    <a:pt x="4024711" y="823589"/>
                  </a:lnTo>
                  <a:lnTo>
                    <a:pt x="4024805" y="823589"/>
                  </a:lnTo>
                  <a:lnTo>
                    <a:pt x="4024899" y="823589"/>
                  </a:lnTo>
                  <a:lnTo>
                    <a:pt x="4024899" y="818310"/>
                  </a:lnTo>
                  <a:lnTo>
                    <a:pt x="4024993" y="818310"/>
                  </a:lnTo>
                  <a:lnTo>
                    <a:pt x="4025087" y="818310"/>
                  </a:lnTo>
                  <a:lnTo>
                    <a:pt x="4025181" y="818310"/>
                  </a:lnTo>
                  <a:lnTo>
                    <a:pt x="4025275" y="818310"/>
                  </a:lnTo>
                  <a:lnTo>
                    <a:pt x="4025275" y="813030"/>
                  </a:lnTo>
                  <a:lnTo>
                    <a:pt x="4025369" y="813030"/>
                  </a:lnTo>
                  <a:lnTo>
                    <a:pt x="4025463" y="813030"/>
                  </a:lnTo>
                  <a:lnTo>
                    <a:pt x="4025557" y="813030"/>
                  </a:lnTo>
                  <a:lnTo>
                    <a:pt x="4025651" y="813030"/>
                  </a:lnTo>
                  <a:lnTo>
                    <a:pt x="4025745" y="813030"/>
                  </a:lnTo>
                  <a:lnTo>
                    <a:pt x="4025839" y="813030"/>
                  </a:lnTo>
                  <a:lnTo>
                    <a:pt x="4025933" y="813030"/>
                  </a:lnTo>
                  <a:lnTo>
                    <a:pt x="4026027" y="813030"/>
                  </a:lnTo>
                  <a:lnTo>
                    <a:pt x="4026121" y="813030"/>
                  </a:lnTo>
                  <a:lnTo>
                    <a:pt x="4026216" y="813030"/>
                  </a:lnTo>
                  <a:lnTo>
                    <a:pt x="4026310" y="813030"/>
                  </a:lnTo>
                  <a:lnTo>
                    <a:pt x="4026404" y="813030"/>
                  </a:lnTo>
                  <a:lnTo>
                    <a:pt x="4026498" y="813030"/>
                  </a:lnTo>
                  <a:lnTo>
                    <a:pt x="4026592" y="813030"/>
                  </a:lnTo>
                  <a:lnTo>
                    <a:pt x="4026686" y="813030"/>
                  </a:lnTo>
                  <a:lnTo>
                    <a:pt x="4026780" y="813030"/>
                  </a:lnTo>
                  <a:lnTo>
                    <a:pt x="4026874" y="813030"/>
                  </a:lnTo>
                  <a:lnTo>
                    <a:pt x="4026968" y="813030"/>
                  </a:lnTo>
                  <a:lnTo>
                    <a:pt x="4027062" y="813030"/>
                  </a:lnTo>
                  <a:lnTo>
                    <a:pt x="4027156" y="813030"/>
                  </a:lnTo>
                  <a:lnTo>
                    <a:pt x="4027250" y="813030"/>
                  </a:lnTo>
                  <a:lnTo>
                    <a:pt x="4027250" y="807751"/>
                  </a:lnTo>
                  <a:lnTo>
                    <a:pt x="4027344" y="807751"/>
                  </a:lnTo>
                  <a:lnTo>
                    <a:pt x="4027438" y="807751"/>
                  </a:lnTo>
                  <a:lnTo>
                    <a:pt x="4027532" y="807751"/>
                  </a:lnTo>
                  <a:lnTo>
                    <a:pt x="4027626" y="807751"/>
                  </a:lnTo>
                  <a:lnTo>
                    <a:pt x="4027720" y="807751"/>
                  </a:lnTo>
                  <a:lnTo>
                    <a:pt x="4027814" y="807751"/>
                  </a:lnTo>
                  <a:lnTo>
                    <a:pt x="4027908" y="807751"/>
                  </a:lnTo>
                  <a:lnTo>
                    <a:pt x="4028002" y="807751"/>
                  </a:lnTo>
                  <a:lnTo>
                    <a:pt x="4028096" y="807751"/>
                  </a:lnTo>
                  <a:lnTo>
                    <a:pt x="4028190" y="807751"/>
                  </a:lnTo>
                  <a:lnTo>
                    <a:pt x="4028284" y="807751"/>
                  </a:lnTo>
                  <a:lnTo>
                    <a:pt x="4028378" y="807751"/>
                  </a:lnTo>
                  <a:lnTo>
                    <a:pt x="4028472" y="807751"/>
                  </a:lnTo>
                  <a:lnTo>
                    <a:pt x="4028566" y="807751"/>
                  </a:lnTo>
                  <a:lnTo>
                    <a:pt x="4028660" y="807751"/>
                  </a:lnTo>
                  <a:lnTo>
                    <a:pt x="4028754" y="807751"/>
                  </a:lnTo>
                  <a:lnTo>
                    <a:pt x="4028848" y="807751"/>
                  </a:lnTo>
                  <a:lnTo>
                    <a:pt x="4028942" y="807751"/>
                  </a:lnTo>
                  <a:lnTo>
                    <a:pt x="4029036" y="807751"/>
                  </a:lnTo>
                  <a:lnTo>
                    <a:pt x="4029130" y="807751"/>
                  </a:lnTo>
                  <a:lnTo>
                    <a:pt x="4029224" y="807751"/>
                  </a:lnTo>
                  <a:lnTo>
                    <a:pt x="4029318" y="807751"/>
                  </a:lnTo>
                  <a:lnTo>
                    <a:pt x="4029412" y="807751"/>
                  </a:lnTo>
                  <a:lnTo>
                    <a:pt x="4029506" y="807751"/>
                  </a:lnTo>
                  <a:lnTo>
                    <a:pt x="4029600" y="807751"/>
                  </a:lnTo>
                  <a:lnTo>
                    <a:pt x="4029694" y="807751"/>
                  </a:lnTo>
                  <a:lnTo>
                    <a:pt x="4029789" y="807751"/>
                  </a:lnTo>
                  <a:lnTo>
                    <a:pt x="4029883" y="807751"/>
                  </a:lnTo>
                  <a:lnTo>
                    <a:pt x="4029977" y="807751"/>
                  </a:lnTo>
                  <a:lnTo>
                    <a:pt x="4030071" y="807751"/>
                  </a:lnTo>
                  <a:lnTo>
                    <a:pt x="4030165" y="807751"/>
                  </a:lnTo>
                  <a:lnTo>
                    <a:pt x="4030259" y="807751"/>
                  </a:lnTo>
                  <a:lnTo>
                    <a:pt x="4030353" y="807751"/>
                  </a:lnTo>
                  <a:lnTo>
                    <a:pt x="4030447" y="807751"/>
                  </a:lnTo>
                  <a:lnTo>
                    <a:pt x="4030541" y="807751"/>
                  </a:lnTo>
                  <a:lnTo>
                    <a:pt x="4030635" y="807751"/>
                  </a:lnTo>
                  <a:lnTo>
                    <a:pt x="4030729" y="807751"/>
                  </a:lnTo>
                  <a:lnTo>
                    <a:pt x="4030823" y="807751"/>
                  </a:lnTo>
                  <a:lnTo>
                    <a:pt x="4030917" y="807751"/>
                  </a:lnTo>
                  <a:lnTo>
                    <a:pt x="4031011" y="807751"/>
                  </a:lnTo>
                  <a:lnTo>
                    <a:pt x="4031105" y="807751"/>
                  </a:lnTo>
                  <a:lnTo>
                    <a:pt x="4031199" y="807751"/>
                  </a:lnTo>
                  <a:lnTo>
                    <a:pt x="4031199" y="802472"/>
                  </a:lnTo>
                  <a:lnTo>
                    <a:pt x="4031293" y="802472"/>
                  </a:lnTo>
                  <a:lnTo>
                    <a:pt x="4031387" y="802472"/>
                  </a:lnTo>
                  <a:lnTo>
                    <a:pt x="4031481" y="802472"/>
                  </a:lnTo>
                  <a:lnTo>
                    <a:pt x="4031575" y="802472"/>
                  </a:lnTo>
                  <a:lnTo>
                    <a:pt x="4031669" y="802472"/>
                  </a:lnTo>
                  <a:lnTo>
                    <a:pt x="4031763" y="802472"/>
                  </a:lnTo>
                  <a:lnTo>
                    <a:pt x="4031857" y="802472"/>
                  </a:lnTo>
                  <a:lnTo>
                    <a:pt x="4031951" y="802472"/>
                  </a:lnTo>
                  <a:lnTo>
                    <a:pt x="4032045" y="802472"/>
                  </a:lnTo>
                  <a:lnTo>
                    <a:pt x="4032139" y="802472"/>
                  </a:lnTo>
                  <a:lnTo>
                    <a:pt x="4032233" y="802472"/>
                  </a:lnTo>
                  <a:lnTo>
                    <a:pt x="4032327" y="802472"/>
                  </a:lnTo>
                  <a:lnTo>
                    <a:pt x="4032421" y="802472"/>
                  </a:lnTo>
                  <a:lnTo>
                    <a:pt x="4032515" y="802472"/>
                  </a:lnTo>
                  <a:lnTo>
                    <a:pt x="4032609" y="802472"/>
                  </a:lnTo>
                  <a:lnTo>
                    <a:pt x="4032703" y="802472"/>
                  </a:lnTo>
                  <a:lnTo>
                    <a:pt x="4032797" y="802472"/>
                  </a:lnTo>
                  <a:lnTo>
                    <a:pt x="4032891" y="802472"/>
                  </a:lnTo>
                  <a:lnTo>
                    <a:pt x="4032985" y="802472"/>
                  </a:lnTo>
                  <a:lnTo>
                    <a:pt x="4033079" y="802472"/>
                  </a:lnTo>
                  <a:lnTo>
                    <a:pt x="4033173" y="802472"/>
                  </a:lnTo>
                  <a:lnTo>
                    <a:pt x="4033268" y="802472"/>
                  </a:lnTo>
                  <a:lnTo>
                    <a:pt x="4033362" y="802472"/>
                  </a:lnTo>
                  <a:lnTo>
                    <a:pt x="4033456" y="802472"/>
                  </a:lnTo>
                  <a:lnTo>
                    <a:pt x="4033550" y="802472"/>
                  </a:lnTo>
                  <a:lnTo>
                    <a:pt x="4033644" y="802472"/>
                  </a:lnTo>
                  <a:lnTo>
                    <a:pt x="4033738" y="802472"/>
                  </a:lnTo>
                  <a:lnTo>
                    <a:pt x="4033832" y="802472"/>
                  </a:lnTo>
                  <a:lnTo>
                    <a:pt x="4033926" y="802472"/>
                  </a:lnTo>
                  <a:lnTo>
                    <a:pt x="4034020" y="802472"/>
                  </a:lnTo>
                  <a:lnTo>
                    <a:pt x="4034114" y="802472"/>
                  </a:lnTo>
                  <a:lnTo>
                    <a:pt x="4034208" y="802472"/>
                  </a:lnTo>
                  <a:lnTo>
                    <a:pt x="4034302" y="802472"/>
                  </a:lnTo>
                  <a:lnTo>
                    <a:pt x="4034396" y="802472"/>
                  </a:lnTo>
                  <a:lnTo>
                    <a:pt x="4034490" y="802472"/>
                  </a:lnTo>
                  <a:lnTo>
                    <a:pt x="4034584" y="802472"/>
                  </a:lnTo>
                  <a:lnTo>
                    <a:pt x="4034678" y="802472"/>
                  </a:lnTo>
                  <a:lnTo>
                    <a:pt x="4034772" y="802472"/>
                  </a:lnTo>
                  <a:lnTo>
                    <a:pt x="4034866" y="802472"/>
                  </a:lnTo>
                  <a:lnTo>
                    <a:pt x="4034960" y="802472"/>
                  </a:lnTo>
                  <a:lnTo>
                    <a:pt x="4035054" y="802472"/>
                  </a:lnTo>
                  <a:lnTo>
                    <a:pt x="4035148" y="802472"/>
                  </a:lnTo>
                  <a:lnTo>
                    <a:pt x="4035242" y="802472"/>
                  </a:lnTo>
                  <a:lnTo>
                    <a:pt x="4035336" y="802472"/>
                  </a:lnTo>
                  <a:lnTo>
                    <a:pt x="4035430" y="802472"/>
                  </a:lnTo>
                  <a:lnTo>
                    <a:pt x="4035524" y="802472"/>
                  </a:lnTo>
                  <a:lnTo>
                    <a:pt x="4035618" y="802472"/>
                  </a:lnTo>
                  <a:lnTo>
                    <a:pt x="4035712" y="802472"/>
                  </a:lnTo>
                  <a:lnTo>
                    <a:pt x="4035806" y="802472"/>
                  </a:lnTo>
                  <a:lnTo>
                    <a:pt x="4035900" y="802472"/>
                  </a:lnTo>
                  <a:lnTo>
                    <a:pt x="4035994" y="802472"/>
                  </a:lnTo>
                  <a:lnTo>
                    <a:pt x="4036088" y="802472"/>
                  </a:lnTo>
                  <a:lnTo>
                    <a:pt x="4036182" y="802472"/>
                  </a:lnTo>
                  <a:lnTo>
                    <a:pt x="4036276" y="802472"/>
                  </a:lnTo>
                  <a:lnTo>
                    <a:pt x="4036370" y="802472"/>
                  </a:lnTo>
                  <a:lnTo>
                    <a:pt x="4036464" y="802472"/>
                  </a:lnTo>
                  <a:lnTo>
                    <a:pt x="4036558" y="802472"/>
                  </a:lnTo>
                  <a:lnTo>
                    <a:pt x="4036652" y="802472"/>
                  </a:lnTo>
                  <a:lnTo>
                    <a:pt x="4036746" y="802472"/>
                  </a:lnTo>
                  <a:lnTo>
                    <a:pt x="4036841" y="802472"/>
                  </a:lnTo>
                  <a:lnTo>
                    <a:pt x="4036935" y="802472"/>
                  </a:lnTo>
                  <a:lnTo>
                    <a:pt x="4037029" y="802472"/>
                  </a:lnTo>
                  <a:lnTo>
                    <a:pt x="4037123" y="802472"/>
                  </a:lnTo>
                  <a:lnTo>
                    <a:pt x="4037217" y="802472"/>
                  </a:lnTo>
                  <a:lnTo>
                    <a:pt x="4037311" y="802472"/>
                  </a:lnTo>
                  <a:lnTo>
                    <a:pt x="4037405" y="802472"/>
                  </a:lnTo>
                  <a:lnTo>
                    <a:pt x="4037499" y="802472"/>
                  </a:lnTo>
                  <a:lnTo>
                    <a:pt x="4037593" y="802472"/>
                  </a:lnTo>
                  <a:lnTo>
                    <a:pt x="4037687" y="802472"/>
                  </a:lnTo>
                  <a:lnTo>
                    <a:pt x="4037781" y="802472"/>
                  </a:lnTo>
                  <a:lnTo>
                    <a:pt x="4037875" y="802472"/>
                  </a:lnTo>
                  <a:lnTo>
                    <a:pt x="4037969" y="802472"/>
                  </a:lnTo>
                  <a:lnTo>
                    <a:pt x="4038063" y="802472"/>
                  </a:lnTo>
                  <a:lnTo>
                    <a:pt x="4038157" y="802472"/>
                  </a:lnTo>
                  <a:lnTo>
                    <a:pt x="4038251" y="802472"/>
                  </a:lnTo>
                  <a:lnTo>
                    <a:pt x="4038345" y="802472"/>
                  </a:lnTo>
                  <a:lnTo>
                    <a:pt x="4038439" y="802472"/>
                  </a:lnTo>
                  <a:lnTo>
                    <a:pt x="4038533" y="802472"/>
                  </a:lnTo>
                  <a:lnTo>
                    <a:pt x="4038627" y="802472"/>
                  </a:lnTo>
                  <a:lnTo>
                    <a:pt x="4038721" y="802472"/>
                  </a:lnTo>
                  <a:lnTo>
                    <a:pt x="4038815" y="802472"/>
                  </a:lnTo>
                  <a:lnTo>
                    <a:pt x="4038909" y="802472"/>
                  </a:lnTo>
                  <a:lnTo>
                    <a:pt x="4039003" y="802472"/>
                  </a:lnTo>
                  <a:lnTo>
                    <a:pt x="4039097" y="802472"/>
                  </a:lnTo>
                  <a:lnTo>
                    <a:pt x="4039191" y="802472"/>
                  </a:lnTo>
                  <a:lnTo>
                    <a:pt x="4039285" y="802472"/>
                  </a:lnTo>
                  <a:lnTo>
                    <a:pt x="4039379" y="802472"/>
                  </a:lnTo>
                  <a:lnTo>
                    <a:pt x="4039473" y="802472"/>
                  </a:lnTo>
                  <a:lnTo>
                    <a:pt x="4039567" y="802472"/>
                  </a:lnTo>
                  <a:lnTo>
                    <a:pt x="4039661" y="802472"/>
                  </a:lnTo>
                  <a:lnTo>
                    <a:pt x="4039755" y="802472"/>
                  </a:lnTo>
                  <a:lnTo>
                    <a:pt x="4039849" y="802472"/>
                  </a:lnTo>
                  <a:lnTo>
                    <a:pt x="4039943" y="802472"/>
                  </a:lnTo>
                  <a:lnTo>
                    <a:pt x="4040037" y="802472"/>
                  </a:lnTo>
                  <a:lnTo>
                    <a:pt x="4040131" y="802472"/>
                  </a:lnTo>
                  <a:lnTo>
                    <a:pt x="4040225" y="802472"/>
                  </a:lnTo>
                  <a:lnTo>
                    <a:pt x="4040319" y="802472"/>
                  </a:lnTo>
                  <a:lnTo>
                    <a:pt x="4040414" y="802472"/>
                  </a:lnTo>
                  <a:lnTo>
                    <a:pt x="4040508" y="802472"/>
                  </a:lnTo>
                  <a:lnTo>
                    <a:pt x="4040602" y="802472"/>
                  </a:lnTo>
                  <a:lnTo>
                    <a:pt x="4040696" y="802472"/>
                  </a:lnTo>
                  <a:lnTo>
                    <a:pt x="4040790" y="802472"/>
                  </a:lnTo>
                  <a:lnTo>
                    <a:pt x="4040884" y="802472"/>
                  </a:lnTo>
                  <a:lnTo>
                    <a:pt x="4040978" y="802472"/>
                  </a:lnTo>
                  <a:lnTo>
                    <a:pt x="4041072" y="802472"/>
                  </a:lnTo>
                  <a:lnTo>
                    <a:pt x="4041166" y="802472"/>
                  </a:lnTo>
                  <a:lnTo>
                    <a:pt x="4041260" y="802472"/>
                  </a:lnTo>
                  <a:lnTo>
                    <a:pt x="4041354" y="802472"/>
                  </a:lnTo>
                  <a:lnTo>
                    <a:pt x="4041448" y="802472"/>
                  </a:lnTo>
                  <a:lnTo>
                    <a:pt x="4041542" y="802472"/>
                  </a:lnTo>
                  <a:lnTo>
                    <a:pt x="4041636" y="802472"/>
                  </a:lnTo>
                  <a:lnTo>
                    <a:pt x="4041730" y="802472"/>
                  </a:lnTo>
                  <a:lnTo>
                    <a:pt x="4041824" y="802472"/>
                  </a:lnTo>
                  <a:lnTo>
                    <a:pt x="4041918" y="802472"/>
                  </a:lnTo>
                  <a:lnTo>
                    <a:pt x="4042012" y="802472"/>
                  </a:lnTo>
                  <a:lnTo>
                    <a:pt x="4042106" y="802472"/>
                  </a:lnTo>
                  <a:lnTo>
                    <a:pt x="4042200" y="802472"/>
                  </a:lnTo>
                  <a:lnTo>
                    <a:pt x="4042294" y="802472"/>
                  </a:lnTo>
                  <a:lnTo>
                    <a:pt x="4042388" y="802472"/>
                  </a:lnTo>
                  <a:lnTo>
                    <a:pt x="4042482" y="802472"/>
                  </a:lnTo>
                  <a:lnTo>
                    <a:pt x="4042576" y="802472"/>
                  </a:lnTo>
                  <a:lnTo>
                    <a:pt x="4042670" y="802472"/>
                  </a:lnTo>
                  <a:lnTo>
                    <a:pt x="4042764" y="802472"/>
                  </a:lnTo>
                  <a:lnTo>
                    <a:pt x="4042858" y="802472"/>
                  </a:lnTo>
                  <a:lnTo>
                    <a:pt x="4042952" y="802472"/>
                  </a:lnTo>
                  <a:lnTo>
                    <a:pt x="4043046" y="802472"/>
                  </a:lnTo>
                  <a:lnTo>
                    <a:pt x="4043140" y="802472"/>
                  </a:lnTo>
                  <a:lnTo>
                    <a:pt x="4043234" y="802472"/>
                  </a:lnTo>
                  <a:lnTo>
                    <a:pt x="4043328" y="802472"/>
                  </a:lnTo>
                  <a:lnTo>
                    <a:pt x="4043422" y="802472"/>
                  </a:lnTo>
                  <a:lnTo>
                    <a:pt x="4043516" y="802472"/>
                  </a:lnTo>
                  <a:lnTo>
                    <a:pt x="4043610" y="802472"/>
                  </a:lnTo>
                  <a:lnTo>
                    <a:pt x="4043704" y="802472"/>
                  </a:lnTo>
                  <a:lnTo>
                    <a:pt x="4043798" y="802472"/>
                  </a:lnTo>
                  <a:lnTo>
                    <a:pt x="4043892" y="802472"/>
                  </a:lnTo>
                  <a:lnTo>
                    <a:pt x="4043987" y="802472"/>
                  </a:lnTo>
                  <a:lnTo>
                    <a:pt x="4044081" y="802472"/>
                  </a:lnTo>
                  <a:lnTo>
                    <a:pt x="4044175" y="802472"/>
                  </a:lnTo>
                  <a:lnTo>
                    <a:pt x="4044269" y="802472"/>
                  </a:lnTo>
                  <a:lnTo>
                    <a:pt x="4044363" y="802472"/>
                  </a:lnTo>
                  <a:lnTo>
                    <a:pt x="4044457" y="802472"/>
                  </a:lnTo>
                  <a:lnTo>
                    <a:pt x="4044551" y="802472"/>
                  </a:lnTo>
                  <a:lnTo>
                    <a:pt x="4044645" y="802472"/>
                  </a:lnTo>
                  <a:lnTo>
                    <a:pt x="4044739" y="802472"/>
                  </a:lnTo>
                  <a:lnTo>
                    <a:pt x="4044833" y="802472"/>
                  </a:lnTo>
                  <a:lnTo>
                    <a:pt x="4044927" y="802472"/>
                  </a:lnTo>
                  <a:lnTo>
                    <a:pt x="4045021" y="802472"/>
                  </a:lnTo>
                  <a:lnTo>
                    <a:pt x="4045115" y="802472"/>
                  </a:lnTo>
                  <a:lnTo>
                    <a:pt x="4045209" y="802472"/>
                  </a:lnTo>
                  <a:lnTo>
                    <a:pt x="4045303" y="802472"/>
                  </a:lnTo>
                  <a:lnTo>
                    <a:pt x="4045397" y="802472"/>
                  </a:lnTo>
                  <a:lnTo>
                    <a:pt x="4045491" y="802472"/>
                  </a:lnTo>
                  <a:lnTo>
                    <a:pt x="4045585" y="802472"/>
                  </a:lnTo>
                  <a:lnTo>
                    <a:pt x="4045679" y="802472"/>
                  </a:lnTo>
                  <a:lnTo>
                    <a:pt x="4045773" y="802472"/>
                  </a:lnTo>
                  <a:lnTo>
                    <a:pt x="4045867" y="802472"/>
                  </a:lnTo>
                  <a:lnTo>
                    <a:pt x="4045961" y="802472"/>
                  </a:lnTo>
                  <a:lnTo>
                    <a:pt x="4046055" y="802472"/>
                  </a:lnTo>
                  <a:lnTo>
                    <a:pt x="4046149" y="802472"/>
                  </a:lnTo>
                  <a:lnTo>
                    <a:pt x="4046243" y="802472"/>
                  </a:lnTo>
                  <a:lnTo>
                    <a:pt x="4046337" y="802472"/>
                  </a:lnTo>
                  <a:lnTo>
                    <a:pt x="4046431" y="802472"/>
                  </a:lnTo>
                  <a:lnTo>
                    <a:pt x="4046525" y="802472"/>
                  </a:lnTo>
                  <a:lnTo>
                    <a:pt x="4046619" y="802472"/>
                  </a:lnTo>
                  <a:lnTo>
                    <a:pt x="4046713" y="802472"/>
                  </a:lnTo>
                  <a:lnTo>
                    <a:pt x="4046807" y="802472"/>
                  </a:lnTo>
                  <a:lnTo>
                    <a:pt x="4046901" y="802472"/>
                  </a:lnTo>
                  <a:lnTo>
                    <a:pt x="4046995" y="802472"/>
                  </a:lnTo>
                  <a:lnTo>
                    <a:pt x="4047089" y="802472"/>
                  </a:lnTo>
                  <a:lnTo>
                    <a:pt x="4047183" y="802472"/>
                  </a:lnTo>
                  <a:lnTo>
                    <a:pt x="4047277" y="802472"/>
                  </a:lnTo>
                  <a:lnTo>
                    <a:pt x="4047371" y="802472"/>
                  </a:lnTo>
                  <a:lnTo>
                    <a:pt x="4047466" y="802472"/>
                  </a:lnTo>
                  <a:lnTo>
                    <a:pt x="4047560" y="802472"/>
                  </a:lnTo>
                  <a:lnTo>
                    <a:pt x="4047654" y="802472"/>
                  </a:lnTo>
                  <a:lnTo>
                    <a:pt x="4047748" y="802472"/>
                  </a:lnTo>
                  <a:lnTo>
                    <a:pt x="4047842" y="802472"/>
                  </a:lnTo>
                  <a:lnTo>
                    <a:pt x="4047936" y="802472"/>
                  </a:lnTo>
                  <a:lnTo>
                    <a:pt x="4048030" y="802472"/>
                  </a:lnTo>
                  <a:lnTo>
                    <a:pt x="4048124" y="802472"/>
                  </a:lnTo>
                  <a:lnTo>
                    <a:pt x="4048218" y="802472"/>
                  </a:lnTo>
                  <a:lnTo>
                    <a:pt x="4048312" y="802472"/>
                  </a:lnTo>
                  <a:lnTo>
                    <a:pt x="4048406" y="802472"/>
                  </a:lnTo>
                  <a:lnTo>
                    <a:pt x="4048500" y="802472"/>
                  </a:lnTo>
                  <a:lnTo>
                    <a:pt x="4048594" y="802472"/>
                  </a:lnTo>
                  <a:lnTo>
                    <a:pt x="4048688" y="802472"/>
                  </a:lnTo>
                  <a:lnTo>
                    <a:pt x="4048782" y="802472"/>
                  </a:lnTo>
                  <a:lnTo>
                    <a:pt x="4048876" y="802472"/>
                  </a:lnTo>
                  <a:lnTo>
                    <a:pt x="4048970" y="802472"/>
                  </a:lnTo>
                  <a:lnTo>
                    <a:pt x="4049064" y="802472"/>
                  </a:lnTo>
                  <a:lnTo>
                    <a:pt x="4049158" y="802472"/>
                  </a:lnTo>
                  <a:lnTo>
                    <a:pt x="4049252" y="802472"/>
                  </a:lnTo>
                  <a:lnTo>
                    <a:pt x="4049346" y="802472"/>
                  </a:lnTo>
                  <a:lnTo>
                    <a:pt x="4049440" y="802472"/>
                  </a:lnTo>
                  <a:lnTo>
                    <a:pt x="4049534" y="802472"/>
                  </a:lnTo>
                  <a:lnTo>
                    <a:pt x="4049628" y="802472"/>
                  </a:lnTo>
                  <a:lnTo>
                    <a:pt x="4049722" y="802472"/>
                  </a:lnTo>
                  <a:lnTo>
                    <a:pt x="4049816" y="802472"/>
                  </a:lnTo>
                  <a:lnTo>
                    <a:pt x="4049910" y="802472"/>
                  </a:lnTo>
                  <a:lnTo>
                    <a:pt x="4050004" y="802472"/>
                  </a:lnTo>
                  <a:lnTo>
                    <a:pt x="4050098" y="802472"/>
                  </a:lnTo>
                  <a:lnTo>
                    <a:pt x="4050192" y="802472"/>
                  </a:lnTo>
                  <a:lnTo>
                    <a:pt x="4050286" y="802472"/>
                  </a:lnTo>
                  <a:lnTo>
                    <a:pt x="4050380" y="802472"/>
                  </a:lnTo>
                  <a:lnTo>
                    <a:pt x="4050474" y="802472"/>
                  </a:lnTo>
                  <a:lnTo>
                    <a:pt x="4050568" y="802472"/>
                  </a:lnTo>
                  <a:lnTo>
                    <a:pt x="4050662" y="802472"/>
                  </a:lnTo>
                  <a:lnTo>
                    <a:pt x="4050756" y="802472"/>
                  </a:lnTo>
                  <a:lnTo>
                    <a:pt x="4050850" y="802472"/>
                  </a:lnTo>
                  <a:lnTo>
                    <a:pt x="4050944" y="802472"/>
                  </a:lnTo>
                  <a:lnTo>
                    <a:pt x="4051039" y="802472"/>
                  </a:lnTo>
                  <a:lnTo>
                    <a:pt x="4051133" y="802472"/>
                  </a:lnTo>
                  <a:lnTo>
                    <a:pt x="4051227" y="802472"/>
                  </a:lnTo>
                  <a:lnTo>
                    <a:pt x="4051321" y="802472"/>
                  </a:lnTo>
                  <a:lnTo>
                    <a:pt x="4051415" y="802472"/>
                  </a:lnTo>
                  <a:lnTo>
                    <a:pt x="4051509" y="802472"/>
                  </a:lnTo>
                  <a:lnTo>
                    <a:pt x="4051509" y="797192"/>
                  </a:lnTo>
                  <a:lnTo>
                    <a:pt x="4051603" y="797192"/>
                  </a:lnTo>
                  <a:lnTo>
                    <a:pt x="4051697" y="797192"/>
                  </a:lnTo>
                  <a:lnTo>
                    <a:pt x="4051791" y="797192"/>
                  </a:lnTo>
                  <a:lnTo>
                    <a:pt x="4051885" y="797192"/>
                  </a:lnTo>
                  <a:lnTo>
                    <a:pt x="4051979" y="797192"/>
                  </a:lnTo>
                  <a:lnTo>
                    <a:pt x="4052073" y="797192"/>
                  </a:lnTo>
                  <a:lnTo>
                    <a:pt x="4052167" y="797192"/>
                  </a:lnTo>
                  <a:lnTo>
                    <a:pt x="4052261" y="797192"/>
                  </a:lnTo>
                  <a:lnTo>
                    <a:pt x="4052355" y="797192"/>
                  </a:lnTo>
                  <a:lnTo>
                    <a:pt x="4052449" y="797192"/>
                  </a:lnTo>
                  <a:lnTo>
                    <a:pt x="4052543" y="797192"/>
                  </a:lnTo>
                  <a:lnTo>
                    <a:pt x="4052637" y="797192"/>
                  </a:lnTo>
                  <a:lnTo>
                    <a:pt x="4052731" y="797192"/>
                  </a:lnTo>
                  <a:lnTo>
                    <a:pt x="4052825" y="797192"/>
                  </a:lnTo>
                  <a:lnTo>
                    <a:pt x="4052919" y="797192"/>
                  </a:lnTo>
                  <a:lnTo>
                    <a:pt x="4053013" y="797192"/>
                  </a:lnTo>
                  <a:lnTo>
                    <a:pt x="4053107" y="797192"/>
                  </a:lnTo>
                  <a:lnTo>
                    <a:pt x="4053201" y="797192"/>
                  </a:lnTo>
                  <a:lnTo>
                    <a:pt x="4053295" y="797192"/>
                  </a:lnTo>
                  <a:lnTo>
                    <a:pt x="4053389" y="797192"/>
                  </a:lnTo>
                  <a:lnTo>
                    <a:pt x="4053483" y="797192"/>
                  </a:lnTo>
                  <a:lnTo>
                    <a:pt x="4053577" y="797192"/>
                  </a:lnTo>
                  <a:lnTo>
                    <a:pt x="4053671" y="797192"/>
                  </a:lnTo>
                  <a:lnTo>
                    <a:pt x="4053765" y="797192"/>
                  </a:lnTo>
                  <a:lnTo>
                    <a:pt x="4053859" y="797192"/>
                  </a:lnTo>
                  <a:lnTo>
                    <a:pt x="4053953" y="797192"/>
                  </a:lnTo>
                  <a:lnTo>
                    <a:pt x="4054047" y="797192"/>
                  </a:lnTo>
                  <a:lnTo>
                    <a:pt x="4054141" y="797192"/>
                  </a:lnTo>
                  <a:lnTo>
                    <a:pt x="4054235" y="797192"/>
                  </a:lnTo>
                  <a:lnTo>
                    <a:pt x="4054329" y="797192"/>
                  </a:lnTo>
                  <a:lnTo>
                    <a:pt x="4054423" y="797192"/>
                  </a:lnTo>
                  <a:lnTo>
                    <a:pt x="4054517" y="797192"/>
                  </a:lnTo>
                  <a:lnTo>
                    <a:pt x="4054612" y="797192"/>
                  </a:lnTo>
                  <a:lnTo>
                    <a:pt x="4054706" y="797192"/>
                  </a:lnTo>
                  <a:lnTo>
                    <a:pt x="4054800" y="797192"/>
                  </a:lnTo>
                  <a:lnTo>
                    <a:pt x="4054894" y="797192"/>
                  </a:lnTo>
                  <a:lnTo>
                    <a:pt x="4054988" y="797192"/>
                  </a:lnTo>
                  <a:lnTo>
                    <a:pt x="4055082" y="797192"/>
                  </a:lnTo>
                  <a:lnTo>
                    <a:pt x="4055176" y="797192"/>
                  </a:lnTo>
                  <a:lnTo>
                    <a:pt x="4055270" y="797192"/>
                  </a:lnTo>
                  <a:lnTo>
                    <a:pt x="4055364" y="797192"/>
                  </a:lnTo>
                  <a:lnTo>
                    <a:pt x="4055458" y="797192"/>
                  </a:lnTo>
                  <a:lnTo>
                    <a:pt x="4055552" y="797192"/>
                  </a:lnTo>
                  <a:lnTo>
                    <a:pt x="4055646" y="797192"/>
                  </a:lnTo>
                  <a:lnTo>
                    <a:pt x="4055740" y="797192"/>
                  </a:lnTo>
                  <a:lnTo>
                    <a:pt x="4055834" y="797192"/>
                  </a:lnTo>
                  <a:lnTo>
                    <a:pt x="4055928" y="797192"/>
                  </a:lnTo>
                  <a:lnTo>
                    <a:pt x="4056022" y="797192"/>
                  </a:lnTo>
                  <a:lnTo>
                    <a:pt x="4056116" y="797192"/>
                  </a:lnTo>
                  <a:lnTo>
                    <a:pt x="4056210" y="797192"/>
                  </a:lnTo>
                  <a:lnTo>
                    <a:pt x="4056304" y="797192"/>
                  </a:lnTo>
                  <a:lnTo>
                    <a:pt x="4056398" y="797192"/>
                  </a:lnTo>
                  <a:lnTo>
                    <a:pt x="4056492" y="797192"/>
                  </a:lnTo>
                  <a:lnTo>
                    <a:pt x="4056586" y="797192"/>
                  </a:lnTo>
                  <a:lnTo>
                    <a:pt x="4056680" y="797192"/>
                  </a:lnTo>
                  <a:lnTo>
                    <a:pt x="4056774" y="797192"/>
                  </a:lnTo>
                  <a:lnTo>
                    <a:pt x="4056868" y="797192"/>
                  </a:lnTo>
                  <a:lnTo>
                    <a:pt x="4056962" y="797192"/>
                  </a:lnTo>
                  <a:lnTo>
                    <a:pt x="4057056" y="797192"/>
                  </a:lnTo>
                  <a:lnTo>
                    <a:pt x="4057150" y="797192"/>
                  </a:lnTo>
                  <a:lnTo>
                    <a:pt x="4057244" y="797192"/>
                  </a:lnTo>
                  <a:lnTo>
                    <a:pt x="4057338" y="797192"/>
                  </a:lnTo>
                  <a:lnTo>
                    <a:pt x="4057432" y="797192"/>
                  </a:lnTo>
                  <a:lnTo>
                    <a:pt x="4057526" y="797192"/>
                  </a:lnTo>
                  <a:lnTo>
                    <a:pt x="4057620" y="797192"/>
                  </a:lnTo>
                  <a:lnTo>
                    <a:pt x="4057714" y="797192"/>
                  </a:lnTo>
                  <a:lnTo>
                    <a:pt x="4057808" y="797192"/>
                  </a:lnTo>
                  <a:lnTo>
                    <a:pt x="4057902" y="797192"/>
                  </a:lnTo>
                  <a:lnTo>
                    <a:pt x="4057996" y="797192"/>
                  </a:lnTo>
                  <a:lnTo>
                    <a:pt x="4058091" y="797192"/>
                  </a:lnTo>
                  <a:lnTo>
                    <a:pt x="4058185" y="797192"/>
                  </a:lnTo>
                  <a:lnTo>
                    <a:pt x="4058279" y="797192"/>
                  </a:lnTo>
                  <a:lnTo>
                    <a:pt x="4058373" y="797192"/>
                  </a:lnTo>
                  <a:lnTo>
                    <a:pt x="4058467" y="797192"/>
                  </a:lnTo>
                  <a:lnTo>
                    <a:pt x="4058561" y="797192"/>
                  </a:lnTo>
                  <a:lnTo>
                    <a:pt x="4058655" y="797192"/>
                  </a:lnTo>
                  <a:lnTo>
                    <a:pt x="4058749" y="797192"/>
                  </a:lnTo>
                  <a:lnTo>
                    <a:pt x="4058843" y="797192"/>
                  </a:lnTo>
                  <a:lnTo>
                    <a:pt x="4058937" y="797192"/>
                  </a:lnTo>
                  <a:lnTo>
                    <a:pt x="4059031" y="797192"/>
                  </a:lnTo>
                  <a:lnTo>
                    <a:pt x="4059125" y="797192"/>
                  </a:lnTo>
                  <a:lnTo>
                    <a:pt x="4059219" y="797192"/>
                  </a:lnTo>
                  <a:lnTo>
                    <a:pt x="4059313" y="797192"/>
                  </a:lnTo>
                  <a:lnTo>
                    <a:pt x="4059407" y="797192"/>
                  </a:lnTo>
                  <a:lnTo>
                    <a:pt x="4059501" y="797192"/>
                  </a:lnTo>
                  <a:lnTo>
                    <a:pt x="4059595" y="797192"/>
                  </a:lnTo>
                  <a:lnTo>
                    <a:pt x="4059689" y="797192"/>
                  </a:lnTo>
                  <a:lnTo>
                    <a:pt x="4059783" y="797192"/>
                  </a:lnTo>
                  <a:lnTo>
                    <a:pt x="4059877" y="797192"/>
                  </a:lnTo>
                  <a:lnTo>
                    <a:pt x="4059971" y="797192"/>
                  </a:lnTo>
                  <a:lnTo>
                    <a:pt x="4060065" y="797192"/>
                  </a:lnTo>
                  <a:lnTo>
                    <a:pt x="4060159" y="797192"/>
                  </a:lnTo>
                  <a:lnTo>
                    <a:pt x="4060253" y="797192"/>
                  </a:lnTo>
                  <a:lnTo>
                    <a:pt x="4060347" y="797192"/>
                  </a:lnTo>
                  <a:lnTo>
                    <a:pt x="4060441" y="797192"/>
                  </a:lnTo>
                  <a:lnTo>
                    <a:pt x="4060535" y="797192"/>
                  </a:lnTo>
                  <a:lnTo>
                    <a:pt x="4060629" y="797192"/>
                  </a:lnTo>
                  <a:lnTo>
                    <a:pt x="4060723" y="797192"/>
                  </a:lnTo>
                  <a:lnTo>
                    <a:pt x="4060817" y="797192"/>
                  </a:lnTo>
                  <a:lnTo>
                    <a:pt x="4060911" y="797192"/>
                  </a:lnTo>
                  <a:lnTo>
                    <a:pt x="4061005" y="797192"/>
                  </a:lnTo>
                  <a:lnTo>
                    <a:pt x="4061099" y="797192"/>
                  </a:lnTo>
                  <a:lnTo>
                    <a:pt x="4061193" y="797192"/>
                  </a:lnTo>
                  <a:lnTo>
                    <a:pt x="4061287" y="797192"/>
                  </a:lnTo>
                  <a:lnTo>
                    <a:pt x="4061381" y="797192"/>
                  </a:lnTo>
                  <a:lnTo>
                    <a:pt x="4061475" y="797192"/>
                  </a:lnTo>
                  <a:lnTo>
                    <a:pt x="4061569" y="797192"/>
                  </a:lnTo>
                  <a:lnTo>
                    <a:pt x="4061664" y="797192"/>
                  </a:lnTo>
                  <a:lnTo>
                    <a:pt x="4061758" y="797192"/>
                  </a:lnTo>
                  <a:lnTo>
                    <a:pt x="4061852" y="797192"/>
                  </a:lnTo>
                  <a:lnTo>
                    <a:pt x="4061946" y="797192"/>
                  </a:lnTo>
                  <a:lnTo>
                    <a:pt x="4062040" y="797192"/>
                  </a:lnTo>
                  <a:lnTo>
                    <a:pt x="4062134" y="797192"/>
                  </a:lnTo>
                  <a:lnTo>
                    <a:pt x="4062228" y="797192"/>
                  </a:lnTo>
                  <a:lnTo>
                    <a:pt x="4062322" y="797192"/>
                  </a:lnTo>
                  <a:lnTo>
                    <a:pt x="4062416" y="797192"/>
                  </a:lnTo>
                  <a:lnTo>
                    <a:pt x="4062510" y="797192"/>
                  </a:lnTo>
                  <a:lnTo>
                    <a:pt x="4062604" y="797192"/>
                  </a:lnTo>
                  <a:lnTo>
                    <a:pt x="4062698" y="797192"/>
                  </a:lnTo>
                  <a:lnTo>
                    <a:pt x="4062792" y="797192"/>
                  </a:lnTo>
                  <a:lnTo>
                    <a:pt x="4062886" y="797192"/>
                  </a:lnTo>
                  <a:lnTo>
                    <a:pt x="4062980" y="797192"/>
                  </a:lnTo>
                  <a:lnTo>
                    <a:pt x="4063074" y="797192"/>
                  </a:lnTo>
                  <a:lnTo>
                    <a:pt x="4063168" y="797192"/>
                  </a:lnTo>
                  <a:lnTo>
                    <a:pt x="4063262" y="797192"/>
                  </a:lnTo>
                  <a:lnTo>
                    <a:pt x="4063356" y="797192"/>
                  </a:lnTo>
                  <a:lnTo>
                    <a:pt x="4063450" y="797192"/>
                  </a:lnTo>
                  <a:lnTo>
                    <a:pt x="4063544" y="797192"/>
                  </a:lnTo>
                  <a:lnTo>
                    <a:pt x="4063638" y="797192"/>
                  </a:lnTo>
                  <a:lnTo>
                    <a:pt x="4063732" y="797192"/>
                  </a:lnTo>
                  <a:lnTo>
                    <a:pt x="4063826" y="797192"/>
                  </a:lnTo>
                  <a:lnTo>
                    <a:pt x="4063920" y="797192"/>
                  </a:lnTo>
                  <a:lnTo>
                    <a:pt x="4064014" y="797192"/>
                  </a:lnTo>
                  <a:lnTo>
                    <a:pt x="4064108" y="797192"/>
                  </a:lnTo>
                  <a:lnTo>
                    <a:pt x="4064202" y="797192"/>
                  </a:lnTo>
                  <a:lnTo>
                    <a:pt x="4064296" y="797192"/>
                  </a:lnTo>
                  <a:lnTo>
                    <a:pt x="4064390" y="797192"/>
                  </a:lnTo>
                  <a:lnTo>
                    <a:pt x="4064484" y="797192"/>
                  </a:lnTo>
                  <a:lnTo>
                    <a:pt x="4064578" y="797192"/>
                  </a:lnTo>
                  <a:lnTo>
                    <a:pt x="4064672" y="797192"/>
                  </a:lnTo>
                  <a:lnTo>
                    <a:pt x="4064766" y="797192"/>
                  </a:lnTo>
                  <a:lnTo>
                    <a:pt x="4064860" y="797192"/>
                  </a:lnTo>
                  <a:lnTo>
                    <a:pt x="4064954" y="797192"/>
                  </a:lnTo>
                  <a:lnTo>
                    <a:pt x="4065048" y="797192"/>
                  </a:lnTo>
                  <a:lnTo>
                    <a:pt x="4065142" y="797192"/>
                  </a:lnTo>
                  <a:lnTo>
                    <a:pt x="4065237" y="797192"/>
                  </a:lnTo>
                  <a:lnTo>
                    <a:pt x="4065331" y="797192"/>
                  </a:lnTo>
                  <a:lnTo>
                    <a:pt x="4065425" y="797192"/>
                  </a:lnTo>
                  <a:lnTo>
                    <a:pt x="4065519" y="797192"/>
                  </a:lnTo>
                  <a:lnTo>
                    <a:pt x="4065613" y="797192"/>
                  </a:lnTo>
                  <a:lnTo>
                    <a:pt x="4065707" y="797192"/>
                  </a:lnTo>
                  <a:lnTo>
                    <a:pt x="4065801" y="797192"/>
                  </a:lnTo>
                  <a:lnTo>
                    <a:pt x="4065895" y="797192"/>
                  </a:lnTo>
                  <a:lnTo>
                    <a:pt x="4065989" y="797192"/>
                  </a:lnTo>
                  <a:lnTo>
                    <a:pt x="4066083" y="797192"/>
                  </a:lnTo>
                  <a:lnTo>
                    <a:pt x="4066177" y="797192"/>
                  </a:lnTo>
                  <a:lnTo>
                    <a:pt x="4066271" y="797192"/>
                  </a:lnTo>
                  <a:lnTo>
                    <a:pt x="4066365" y="797192"/>
                  </a:lnTo>
                  <a:lnTo>
                    <a:pt x="4066459" y="797192"/>
                  </a:lnTo>
                  <a:lnTo>
                    <a:pt x="4066553" y="797192"/>
                  </a:lnTo>
                  <a:lnTo>
                    <a:pt x="4066647" y="797192"/>
                  </a:lnTo>
                  <a:lnTo>
                    <a:pt x="4066741" y="797192"/>
                  </a:lnTo>
                  <a:lnTo>
                    <a:pt x="4066835" y="797192"/>
                  </a:lnTo>
                  <a:lnTo>
                    <a:pt x="4066929" y="797192"/>
                  </a:lnTo>
                  <a:lnTo>
                    <a:pt x="4067023" y="797192"/>
                  </a:lnTo>
                  <a:lnTo>
                    <a:pt x="4067117" y="797192"/>
                  </a:lnTo>
                  <a:lnTo>
                    <a:pt x="4067211" y="797192"/>
                  </a:lnTo>
                  <a:lnTo>
                    <a:pt x="4067305" y="797192"/>
                  </a:lnTo>
                  <a:lnTo>
                    <a:pt x="4067399" y="797192"/>
                  </a:lnTo>
                  <a:lnTo>
                    <a:pt x="4067493" y="797192"/>
                  </a:lnTo>
                  <a:lnTo>
                    <a:pt x="4067587" y="797192"/>
                  </a:lnTo>
                  <a:lnTo>
                    <a:pt x="4067681" y="797192"/>
                  </a:lnTo>
                  <a:lnTo>
                    <a:pt x="4067775" y="797192"/>
                  </a:lnTo>
                  <a:lnTo>
                    <a:pt x="4067869" y="797192"/>
                  </a:lnTo>
                  <a:lnTo>
                    <a:pt x="4067963" y="797192"/>
                  </a:lnTo>
                  <a:lnTo>
                    <a:pt x="4068057" y="797192"/>
                  </a:lnTo>
                  <a:lnTo>
                    <a:pt x="4068151" y="797192"/>
                  </a:lnTo>
                  <a:lnTo>
                    <a:pt x="4068245" y="797192"/>
                  </a:lnTo>
                  <a:lnTo>
                    <a:pt x="4068339" y="797192"/>
                  </a:lnTo>
                  <a:lnTo>
                    <a:pt x="4068433" y="797192"/>
                  </a:lnTo>
                  <a:lnTo>
                    <a:pt x="4068527" y="797192"/>
                  </a:lnTo>
                  <a:lnTo>
                    <a:pt x="4068621" y="797192"/>
                  </a:lnTo>
                  <a:lnTo>
                    <a:pt x="4068716" y="797192"/>
                  </a:lnTo>
                  <a:lnTo>
                    <a:pt x="4068810" y="797192"/>
                  </a:lnTo>
                  <a:lnTo>
                    <a:pt x="4068904" y="797192"/>
                  </a:lnTo>
                  <a:lnTo>
                    <a:pt x="4068998" y="797192"/>
                  </a:lnTo>
                  <a:lnTo>
                    <a:pt x="4069092" y="797192"/>
                  </a:lnTo>
                  <a:lnTo>
                    <a:pt x="4069186" y="797192"/>
                  </a:lnTo>
                  <a:lnTo>
                    <a:pt x="4069280" y="797192"/>
                  </a:lnTo>
                  <a:lnTo>
                    <a:pt x="4069374" y="797192"/>
                  </a:lnTo>
                  <a:lnTo>
                    <a:pt x="4069468" y="797192"/>
                  </a:lnTo>
                  <a:lnTo>
                    <a:pt x="4069562" y="797192"/>
                  </a:lnTo>
                  <a:lnTo>
                    <a:pt x="4069656" y="797192"/>
                  </a:lnTo>
                  <a:lnTo>
                    <a:pt x="4069750" y="797192"/>
                  </a:lnTo>
                  <a:lnTo>
                    <a:pt x="4069844" y="797192"/>
                  </a:lnTo>
                  <a:lnTo>
                    <a:pt x="4069938" y="797192"/>
                  </a:lnTo>
                  <a:lnTo>
                    <a:pt x="4070032" y="797192"/>
                  </a:lnTo>
                  <a:lnTo>
                    <a:pt x="4070126" y="797192"/>
                  </a:lnTo>
                  <a:lnTo>
                    <a:pt x="4070220" y="797192"/>
                  </a:lnTo>
                  <a:lnTo>
                    <a:pt x="4070314" y="797192"/>
                  </a:lnTo>
                  <a:lnTo>
                    <a:pt x="4070408" y="797192"/>
                  </a:lnTo>
                  <a:lnTo>
                    <a:pt x="4070502" y="797192"/>
                  </a:lnTo>
                  <a:lnTo>
                    <a:pt x="4070596" y="797192"/>
                  </a:lnTo>
                  <a:lnTo>
                    <a:pt x="4070690" y="797192"/>
                  </a:lnTo>
                  <a:lnTo>
                    <a:pt x="4070784" y="797192"/>
                  </a:lnTo>
                  <a:lnTo>
                    <a:pt x="4070878" y="797192"/>
                  </a:lnTo>
                  <a:lnTo>
                    <a:pt x="4070972" y="797192"/>
                  </a:lnTo>
                  <a:lnTo>
                    <a:pt x="4071066" y="797192"/>
                  </a:lnTo>
                  <a:lnTo>
                    <a:pt x="4071160" y="797192"/>
                  </a:lnTo>
                  <a:lnTo>
                    <a:pt x="4071254" y="797192"/>
                  </a:lnTo>
                  <a:lnTo>
                    <a:pt x="4071348" y="797192"/>
                  </a:lnTo>
                  <a:lnTo>
                    <a:pt x="4071442" y="797192"/>
                  </a:lnTo>
                  <a:lnTo>
                    <a:pt x="4071536" y="797192"/>
                  </a:lnTo>
                  <a:lnTo>
                    <a:pt x="4071630" y="797192"/>
                  </a:lnTo>
                  <a:lnTo>
                    <a:pt x="4071724" y="797192"/>
                  </a:lnTo>
                  <a:lnTo>
                    <a:pt x="4071818" y="797192"/>
                  </a:lnTo>
                  <a:lnTo>
                    <a:pt x="4071912" y="797192"/>
                  </a:lnTo>
                  <a:lnTo>
                    <a:pt x="4072006" y="797192"/>
                  </a:lnTo>
                  <a:lnTo>
                    <a:pt x="4072100" y="797192"/>
                  </a:lnTo>
                  <a:lnTo>
                    <a:pt x="4072194" y="797192"/>
                  </a:lnTo>
                  <a:lnTo>
                    <a:pt x="4072289" y="797192"/>
                  </a:lnTo>
                  <a:lnTo>
                    <a:pt x="4072383" y="797192"/>
                  </a:lnTo>
                  <a:lnTo>
                    <a:pt x="4072477" y="797192"/>
                  </a:lnTo>
                  <a:lnTo>
                    <a:pt x="4072571" y="797192"/>
                  </a:lnTo>
                  <a:lnTo>
                    <a:pt x="4072665" y="797192"/>
                  </a:lnTo>
                  <a:lnTo>
                    <a:pt x="4072759" y="797192"/>
                  </a:lnTo>
                  <a:lnTo>
                    <a:pt x="4072853" y="797192"/>
                  </a:lnTo>
                  <a:lnTo>
                    <a:pt x="4072947" y="797192"/>
                  </a:lnTo>
                  <a:lnTo>
                    <a:pt x="4073041" y="797192"/>
                  </a:lnTo>
                  <a:lnTo>
                    <a:pt x="4073135" y="797192"/>
                  </a:lnTo>
                  <a:lnTo>
                    <a:pt x="4073229" y="797192"/>
                  </a:lnTo>
                  <a:lnTo>
                    <a:pt x="4073323" y="797192"/>
                  </a:lnTo>
                  <a:lnTo>
                    <a:pt x="4073417" y="797192"/>
                  </a:lnTo>
                  <a:lnTo>
                    <a:pt x="4073511" y="797192"/>
                  </a:lnTo>
                  <a:lnTo>
                    <a:pt x="4073605" y="797192"/>
                  </a:lnTo>
                  <a:lnTo>
                    <a:pt x="4073699" y="797192"/>
                  </a:lnTo>
                  <a:lnTo>
                    <a:pt x="4073793" y="797192"/>
                  </a:lnTo>
                  <a:lnTo>
                    <a:pt x="4073887" y="797192"/>
                  </a:lnTo>
                  <a:lnTo>
                    <a:pt x="4073981" y="797192"/>
                  </a:lnTo>
                  <a:lnTo>
                    <a:pt x="4074075" y="797192"/>
                  </a:lnTo>
                  <a:lnTo>
                    <a:pt x="4074169" y="797192"/>
                  </a:lnTo>
                  <a:lnTo>
                    <a:pt x="4074263" y="797192"/>
                  </a:lnTo>
                  <a:lnTo>
                    <a:pt x="4074357" y="797192"/>
                  </a:lnTo>
                  <a:lnTo>
                    <a:pt x="4074451" y="797192"/>
                  </a:lnTo>
                  <a:lnTo>
                    <a:pt x="4074545" y="797192"/>
                  </a:lnTo>
                  <a:lnTo>
                    <a:pt x="4074639" y="797192"/>
                  </a:lnTo>
                  <a:lnTo>
                    <a:pt x="4074733" y="797192"/>
                  </a:lnTo>
                  <a:lnTo>
                    <a:pt x="4074827" y="797192"/>
                  </a:lnTo>
                  <a:lnTo>
                    <a:pt x="4074921" y="797192"/>
                  </a:lnTo>
                  <a:lnTo>
                    <a:pt x="4075015" y="797192"/>
                  </a:lnTo>
                  <a:lnTo>
                    <a:pt x="4075109" y="797192"/>
                  </a:lnTo>
                  <a:lnTo>
                    <a:pt x="4075203" y="797192"/>
                  </a:lnTo>
                  <a:lnTo>
                    <a:pt x="4075297" y="797192"/>
                  </a:lnTo>
                  <a:lnTo>
                    <a:pt x="4075391" y="797192"/>
                  </a:lnTo>
                  <a:lnTo>
                    <a:pt x="4075485" y="797192"/>
                  </a:lnTo>
                  <a:lnTo>
                    <a:pt x="4075579" y="797192"/>
                  </a:lnTo>
                  <a:lnTo>
                    <a:pt x="4075673" y="797192"/>
                  </a:lnTo>
                  <a:lnTo>
                    <a:pt x="4075767" y="797192"/>
                  </a:lnTo>
                  <a:lnTo>
                    <a:pt x="4075862" y="797192"/>
                  </a:lnTo>
                  <a:lnTo>
                    <a:pt x="4075956" y="797192"/>
                  </a:lnTo>
                  <a:lnTo>
                    <a:pt x="4076050" y="797192"/>
                  </a:lnTo>
                  <a:lnTo>
                    <a:pt x="4076144" y="797192"/>
                  </a:lnTo>
                  <a:lnTo>
                    <a:pt x="4076238" y="797192"/>
                  </a:lnTo>
                  <a:lnTo>
                    <a:pt x="4076332" y="797192"/>
                  </a:lnTo>
                  <a:lnTo>
                    <a:pt x="4076426" y="797192"/>
                  </a:lnTo>
                  <a:lnTo>
                    <a:pt x="4076520" y="797192"/>
                  </a:lnTo>
                  <a:lnTo>
                    <a:pt x="4076614" y="797192"/>
                  </a:lnTo>
                  <a:lnTo>
                    <a:pt x="4076708" y="797192"/>
                  </a:lnTo>
                  <a:lnTo>
                    <a:pt x="4076802" y="797192"/>
                  </a:lnTo>
                  <a:lnTo>
                    <a:pt x="4076896" y="797192"/>
                  </a:lnTo>
                  <a:lnTo>
                    <a:pt x="4076990" y="797192"/>
                  </a:lnTo>
                  <a:lnTo>
                    <a:pt x="4077084" y="797192"/>
                  </a:lnTo>
                  <a:lnTo>
                    <a:pt x="4077178" y="797192"/>
                  </a:lnTo>
                  <a:lnTo>
                    <a:pt x="4077178" y="791913"/>
                  </a:lnTo>
                  <a:lnTo>
                    <a:pt x="4077272" y="791913"/>
                  </a:lnTo>
                  <a:lnTo>
                    <a:pt x="4077366" y="791913"/>
                  </a:lnTo>
                  <a:lnTo>
                    <a:pt x="4077460" y="791913"/>
                  </a:lnTo>
                  <a:lnTo>
                    <a:pt x="4077554" y="791913"/>
                  </a:lnTo>
                  <a:lnTo>
                    <a:pt x="4077648" y="791913"/>
                  </a:lnTo>
                  <a:lnTo>
                    <a:pt x="4077742" y="791913"/>
                  </a:lnTo>
                  <a:lnTo>
                    <a:pt x="4077836" y="791913"/>
                  </a:lnTo>
                  <a:lnTo>
                    <a:pt x="4077930" y="791913"/>
                  </a:lnTo>
                  <a:lnTo>
                    <a:pt x="4078024" y="791913"/>
                  </a:lnTo>
                  <a:lnTo>
                    <a:pt x="4078118" y="791913"/>
                  </a:lnTo>
                  <a:lnTo>
                    <a:pt x="4078212" y="791913"/>
                  </a:lnTo>
                  <a:lnTo>
                    <a:pt x="4078306" y="791913"/>
                  </a:lnTo>
                  <a:lnTo>
                    <a:pt x="4078400" y="791913"/>
                  </a:lnTo>
                  <a:lnTo>
                    <a:pt x="4078494" y="791913"/>
                  </a:lnTo>
                  <a:lnTo>
                    <a:pt x="4078588" y="791913"/>
                  </a:lnTo>
                  <a:lnTo>
                    <a:pt x="4078682" y="791913"/>
                  </a:lnTo>
                  <a:lnTo>
                    <a:pt x="4078776" y="791913"/>
                  </a:lnTo>
                  <a:lnTo>
                    <a:pt x="4078870" y="791913"/>
                  </a:lnTo>
                  <a:lnTo>
                    <a:pt x="4078964" y="791913"/>
                  </a:lnTo>
                  <a:lnTo>
                    <a:pt x="4079058" y="791913"/>
                  </a:lnTo>
                  <a:lnTo>
                    <a:pt x="4079152" y="791913"/>
                  </a:lnTo>
                  <a:lnTo>
                    <a:pt x="4079246" y="791913"/>
                  </a:lnTo>
                  <a:lnTo>
                    <a:pt x="4079341" y="791913"/>
                  </a:lnTo>
                  <a:lnTo>
                    <a:pt x="4079435" y="791913"/>
                  </a:lnTo>
                  <a:lnTo>
                    <a:pt x="4079529" y="791913"/>
                  </a:lnTo>
                  <a:lnTo>
                    <a:pt x="4079623" y="791913"/>
                  </a:lnTo>
                  <a:lnTo>
                    <a:pt x="4079717" y="791913"/>
                  </a:lnTo>
                  <a:lnTo>
                    <a:pt x="4079811" y="791913"/>
                  </a:lnTo>
                  <a:lnTo>
                    <a:pt x="4079905" y="791913"/>
                  </a:lnTo>
                  <a:lnTo>
                    <a:pt x="4079999" y="791913"/>
                  </a:lnTo>
                  <a:lnTo>
                    <a:pt x="4080093" y="791913"/>
                  </a:lnTo>
                  <a:lnTo>
                    <a:pt x="4080187" y="791913"/>
                  </a:lnTo>
                  <a:lnTo>
                    <a:pt x="4080281" y="791913"/>
                  </a:lnTo>
                  <a:lnTo>
                    <a:pt x="4080375" y="791913"/>
                  </a:lnTo>
                  <a:lnTo>
                    <a:pt x="4080469" y="791913"/>
                  </a:lnTo>
                  <a:lnTo>
                    <a:pt x="4080563" y="791913"/>
                  </a:lnTo>
                  <a:lnTo>
                    <a:pt x="4080657" y="791913"/>
                  </a:lnTo>
                  <a:lnTo>
                    <a:pt x="4080751" y="791913"/>
                  </a:lnTo>
                  <a:lnTo>
                    <a:pt x="4080845" y="791913"/>
                  </a:lnTo>
                  <a:lnTo>
                    <a:pt x="4080939" y="791913"/>
                  </a:lnTo>
                  <a:lnTo>
                    <a:pt x="4081033" y="791913"/>
                  </a:lnTo>
                  <a:lnTo>
                    <a:pt x="4081127" y="791913"/>
                  </a:lnTo>
                  <a:lnTo>
                    <a:pt x="4081221" y="791913"/>
                  </a:lnTo>
                  <a:lnTo>
                    <a:pt x="4081315" y="791913"/>
                  </a:lnTo>
                  <a:lnTo>
                    <a:pt x="4081409" y="791913"/>
                  </a:lnTo>
                  <a:lnTo>
                    <a:pt x="4081503" y="791913"/>
                  </a:lnTo>
                  <a:lnTo>
                    <a:pt x="4081597" y="791913"/>
                  </a:lnTo>
                  <a:lnTo>
                    <a:pt x="4081691" y="791913"/>
                  </a:lnTo>
                  <a:lnTo>
                    <a:pt x="4081785" y="791913"/>
                  </a:lnTo>
                  <a:lnTo>
                    <a:pt x="4081879" y="791913"/>
                  </a:lnTo>
                  <a:lnTo>
                    <a:pt x="4081973" y="791913"/>
                  </a:lnTo>
                  <a:lnTo>
                    <a:pt x="4082067" y="791913"/>
                  </a:lnTo>
                  <a:lnTo>
                    <a:pt x="4082161" y="791913"/>
                  </a:lnTo>
                  <a:lnTo>
                    <a:pt x="4082161" y="786633"/>
                  </a:lnTo>
                  <a:lnTo>
                    <a:pt x="4082255" y="786633"/>
                  </a:lnTo>
                  <a:lnTo>
                    <a:pt x="4082349" y="786633"/>
                  </a:lnTo>
                  <a:lnTo>
                    <a:pt x="4082443" y="786633"/>
                  </a:lnTo>
                  <a:lnTo>
                    <a:pt x="4082537" y="786633"/>
                  </a:lnTo>
                  <a:lnTo>
                    <a:pt x="4082631" y="786633"/>
                  </a:lnTo>
                  <a:lnTo>
                    <a:pt x="4082725" y="786633"/>
                  </a:lnTo>
                  <a:lnTo>
                    <a:pt x="4082819" y="786633"/>
                  </a:lnTo>
                  <a:lnTo>
                    <a:pt x="4082914" y="786633"/>
                  </a:lnTo>
                  <a:lnTo>
                    <a:pt x="4083008" y="786633"/>
                  </a:lnTo>
                  <a:lnTo>
                    <a:pt x="4083102" y="786633"/>
                  </a:lnTo>
                  <a:lnTo>
                    <a:pt x="4083196" y="786633"/>
                  </a:lnTo>
                  <a:lnTo>
                    <a:pt x="4083290" y="786633"/>
                  </a:lnTo>
                  <a:lnTo>
                    <a:pt x="4083384" y="786633"/>
                  </a:lnTo>
                  <a:lnTo>
                    <a:pt x="4083478" y="786633"/>
                  </a:lnTo>
                  <a:lnTo>
                    <a:pt x="4083572" y="786633"/>
                  </a:lnTo>
                  <a:lnTo>
                    <a:pt x="4083666" y="786633"/>
                  </a:lnTo>
                  <a:lnTo>
                    <a:pt x="4083760" y="786633"/>
                  </a:lnTo>
                  <a:lnTo>
                    <a:pt x="4083854" y="786633"/>
                  </a:lnTo>
                  <a:lnTo>
                    <a:pt x="4083854" y="781354"/>
                  </a:lnTo>
                  <a:lnTo>
                    <a:pt x="4083948" y="781354"/>
                  </a:lnTo>
                  <a:lnTo>
                    <a:pt x="4084042" y="781354"/>
                  </a:lnTo>
                  <a:lnTo>
                    <a:pt x="4084136" y="781354"/>
                  </a:lnTo>
                  <a:lnTo>
                    <a:pt x="4084230" y="781354"/>
                  </a:lnTo>
                  <a:lnTo>
                    <a:pt x="4084324" y="781354"/>
                  </a:lnTo>
                  <a:lnTo>
                    <a:pt x="4084418" y="781354"/>
                  </a:lnTo>
                  <a:lnTo>
                    <a:pt x="4084512" y="781354"/>
                  </a:lnTo>
                  <a:lnTo>
                    <a:pt x="4084606" y="781354"/>
                  </a:lnTo>
                  <a:lnTo>
                    <a:pt x="4084700" y="781354"/>
                  </a:lnTo>
                  <a:lnTo>
                    <a:pt x="4084794" y="781354"/>
                  </a:lnTo>
                  <a:lnTo>
                    <a:pt x="4084888" y="781354"/>
                  </a:lnTo>
                  <a:lnTo>
                    <a:pt x="4084982" y="781354"/>
                  </a:lnTo>
                  <a:lnTo>
                    <a:pt x="4085076" y="781354"/>
                  </a:lnTo>
                  <a:lnTo>
                    <a:pt x="4085170" y="781354"/>
                  </a:lnTo>
                  <a:lnTo>
                    <a:pt x="4085264" y="781354"/>
                  </a:lnTo>
                  <a:lnTo>
                    <a:pt x="4085358" y="781354"/>
                  </a:lnTo>
                  <a:lnTo>
                    <a:pt x="4085452" y="781354"/>
                  </a:lnTo>
                  <a:lnTo>
                    <a:pt x="4085546" y="781354"/>
                  </a:lnTo>
                  <a:lnTo>
                    <a:pt x="4085640" y="781354"/>
                  </a:lnTo>
                  <a:lnTo>
                    <a:pt x="4085734" y="781354"/>
                  </a:lnTo>
                  <a:lnTo>
                    <a:pt x="4085828" y="781354"/>
                  </a:lnTo>
                  <a:lnTo>
                    <a:pt x="4085922" y="781354"/>
                  </a:lnTo>
                  <a:lnTo>
                    <a:pt x="4086016" y="781354"/>
                  </a:lnTo>
                  <a:lnTo>
                    <a:pt x="4086110" y="781354"/>
                  </a:lnTo>
                  <a:lnTo>
                    <a:pt x="4086204" y="781354"/>
                  </a:lnTo>
                  <a:lnTo>
                    <a:pt x="4086298" y="781354"/>
                  </a:lnTo>
                  <a:lnTo>
                    <a:pt x="4086392" y="781354"/>
                  </a:lnTo>
                  <a:lnTo>
                    <a:pt x="4086487" y="781354"/>
                  </a:lnTo>
                  <a:lnTo>
                    <a:pt x="4086581" y="781354"/>
                  </a:lnTo>
                  <a:lnTo>
                    <a:pt x="4086675" y="781354"/>
                  </a:lnTo>
                  <a:lnTo>
                    <a:pt x="4086769" y="781354"/>
                  </a:lnTo>
                  <a:lnTo>
                    <a:pt x="4086863" y="781354"/>
                  </a:lnTo>
                  <a:lnTo>
                    <a:pt x="4086957" y="781354"/>
                  </a:lnTo>
                  <a:lnTo>
                    <a:pt x="4087051" y="781354"/>
                  </a:lnTo>
                  <a:lnTo>
                    <a:pt x="4087145" y="781354"/>
                  </a:lnTo>
                  <a:lnTo>
                    <a:pt x="4087239" y="781354"/>
                  </a:lnTo>
                  <a:lnTo>
                    <a:pt x="4087333" y="781354"/>
                  </a:lnTo>
                  <a:lnTo>
                    <a:pt x="4087427" y="781354"/>
                  </a:lnTo>
                  <a:lnTo>
                    <a:pt x="4087521" y="781354"/>
                  </a:lnTo>
                  <a:lnTo>
                    <a:pt x="4087615" y="781354"/>
                  </a:lnTo>
                  <a:lnTo>
                    <a:pt x="4087709" y="781354"/>
                  </a:lnTo>
                  <a:lnTo>
                    <a:pt x="4087803" y="781354"/>
                  </a:lnTo>
                  <a:lnTo>
                    <a:pt x="4087897" y="781354"/>
                  </a:lnTo>
                  <a:lnTo>
                    <a:pt x="4087991" y="781354"/>
                  </a:lnTo>
                  <a:lnTo>
                    <a:pt x="4088085" y="781354"/>
                  </a:lnTo>
                  <a:lnTo>
                    <a:pt x="4088179" y="781354"/>
                  </a:lnTo>
                  <a:lnTo>
                    <a:pt x="4088273" y="781354"/>
                  </a:lnTo>
                  <a:lnTo>
                    <a:pt x="4088367" y="781354"/>
                  </a:lnTo>
                  <a:lnTo>
                    <a:pt x="4088461" y="781354"/>
                  </a:lnTo>
                  <a:lnTo>
                    <a:pt x="4088555" y="781354"/>
                  </a:lnTo>
                  <a:lnTo>
                    <a:pt x="4088649" y="781354"/>
                  </a:lnTo>
                  <a:lnTo>
                    <a:pt x="4088743" y="781354"/>
                  </a:lnTo>
                  <a:lnTo>
                    <a:pt x="4088837" y="781354"/>
                  </a:lnTo>
                  <a:lnTo>
                    <a:pt x="4088931" y="781354"/>
                  </a:lnTo>
                  <a:lnTo>
                    <a:pt x="4089025" y="781354"/>
                  </a:lnTo>
                  <a:lnTo>
                    <a:pt x="4089119" y="781354"/>
                  </a:lnTo>
                  <a:lnTo>
                    <a:pt x="4089213" y="781354"/>
                  </a:lnTo>
                  <a:lnTo>
                    <a:pt x="4089307" y="781354"/>
                  </a:lnTo>
                  <a:lnTo>
                    <a:pt x="4089401" y="781354"/>
                  </a:lnTo>
                  <a:lnTo>
                    <a:pt x="4089495" y="781354"/>
                  </a:lnTo>
                  <a:lnTo>
                    <a:pt x="4089589" y="781354"/>
                  </a:lnTo>
                  <a:lnTo>
                    <a:pt x="4089683" y="781354"/>
                  </a:lnTo>
                  <a:lnTo>
                    <a:pt x="4089777" y="781354"/>
                  </a:lnTo>
                  <a:lnTo>
                    <a:pt x="4089871" y="781354"/>
                  </a:lnTo>
                  <a:lnTo>
                    <a:pt x="4089965" y="781354"/>
                  </a:lnTo>
                  <a:lnTo>
                    <a:pt x="4090060" y="781354"/>
                  </a:lnTo>
                  <a:lnTo>
                    <a:pt x="4090154" y="781354"/>
                  </a:lnTo>
                  <a:lnTo>
                    <a:pt x="4090248" y="781354"/>
                  </a:lnTo>
                  <a:lnTo>
                    <a:pt x="4090342" y="781354"/>
                  </a:lnTo>
                  <a:lnTo>
                    <a:pt x="4090436" y="781354"/>
                  </a:lnTo>
                  <a:lnTo>
                    <a:pt x="4090530" y="781354"/>
                  </a:lnTo>
                  <a:lnTo>
                    <a:pt x="4090624" y="781354"/>
                  </a:lnTo>
                  <a:lnTo>
                    <a:pt x="4090718" y="781354"/>
                  </a:lnTo>
                  <a:lnTo>
                    <a:pt x="4090812" y="781354"/>
                  </a:lnTo>
                  <a:lnTo>
                    <a:pt x="4090906" y="781354"/>
                  </a:lnTo>
                  <a:lnTo>
                    <a:pt x="4091000" y="781354"/>
                  </a:lnTo>
                  <a:lnTo>
                    <a:pt x="4091094" y="781354"/>
                  </a:lnTo>
                  <a:lnTo>
                    <a:pt x="4091188" y="781354"/>
                  </a:lnTo>
                  <a:lnTo>
                    <a:pt x="4091282" y="781354"/>
                  </a:lnTo>
                  <a:lnTo>
                    <a:pt x="4091376" y="781354"/>
                  </a:lnTo>
                  <a:lnTo>
                    <a:pt x="4091470" y="781354"/>
                  </a:lnTo>
                  <a:lnTo>
                    <a:pt x="4091564" y="781354"/>
                  </a:lnTo>
                  <a:lnTo>
                    <a:pt x="4091658" y="781354"/>
                  </a:lnTo>
                  <a:lnTo>
                    <a:pt x="4091752" y="781354"/>
                  </a:lnTo>
                  <a:lnTo>
                    <a:pt x="4091846" y="781354"/>
                  </a:lnTo>
                  <a:lnTo>
                    <a:pt x="4091940" y="781354"/>
                  </a:lnTo>
                  <a:lnTo>
                    <a:pt x="4092034" y="781354"/>
                  </a:lnTo>
                  <a:lnTo>
                    <a:pt x="4092128" y="781354"/>
                  </a:lnTo>
                  <a:lnTo>
                    <a:pt x="4092222" y="781354"/>
                  </a:lnTo>
                  <a:lnTo>
                    <a:pt x="4092316" y="781354"/>
                  </a:lnTo>
                  <a:lnTo>
                    <a:pt x="4092410" y="781354"/>
                  </a:lnTo>
                  <a:lnTo>
                    <a:pt x="4092504" y="781354"/>
                  </a:lnTo>
                  <a:lnTo>
                    <a:pt x="4092598" y="781354"/>
                  </a:lnTo>
                  <a:lnTo>
                    <a:pt x="4092692" y="781354"/>
                  </a:lnTo>
                  <a:lnTo>
                    <a:pt x="4092786" y="781354"/>
                  </a:lnTo>
                  <a:lnTo>
                    <a:pt x="4092880" y="781354"/>
                  </a:lnTo>
                  <a:lnTo>
                    <a:pt x="4092974" y="781354"/>
                  </a:lnTo>
                  <a:lnTo>
                    <a:pt x="4093068" y="781354"/>
                  </a:lnTo>
                  <a:lnTo>
                    <a:pt x="4093162" y="781354"/>
                  </a:lnTo>
                  <a:lnTo>
                    <a:pt x="4093256" y="781354"/>
                  </a:lnTo>
                  <a:lnTo>
                    <a:pt x="4093350" y="781354"/>
                  </a:lnTo>
                  <a:lnTo>
                    <a:pt x="4093444" y="781354"/>
                  </a:lnTo>
                  <a:lnTo>
                    <a:pt x="4093539" y="781354"/>
                  </a:lnTo>
                  <a:lnTo>
                    <a:pt x="4093633" y="781354"/>
                  </a:lnTo>
                  <a:lnTo>
                    <a:pt x="4093727" y="781354"/>
                  </a:lnTo>
                  <a:lnTo>
                    <a:pt x="4093821" y="781354"/>
                  </a:lnTo>
                  <a:lnTo>
                    <a:pt x="4093915" y="781354"/>
                  </a:lnTo>
                  <a:lnTo>
                    <a:pt x="4094009" y="781354"/>
                  </a:lnTo>
                  <a:lnTo>
                    <a:pt x="4094103" y="781354"/>
                  </a:lnTo>
                  <a:lnTo>
                    <a:pt x="4094197" y="781354"/>
                  </a:lnTo>
                  <a:lnTo>
                    <a:pt x="4094291" y="781354"/>
                  </a:lnTo>
                  <a:lnTo>
                    <a:pt x="4094385" y="781354"/>
                  </a:lnTo>
                  <a:lnTo>
                    <a:pt x="4094479" y="781354"/>
                  </a:lnTo>
                  <a:lnTo>
                    <a:pt x="4094573" y="781354"/>
                  </a:lnTo>
                  <a:lnTo>
                    <a:pt x="4094667" y="781354"/>
                  </a:lnTo>
                  <a:lnTo>
                    <a:pt x="4094761" y="781354"/>
                  </a:lnTo>
                  <a:lnTo>
                    <a:pt x="4094855" y="781354"/>
                  </a:lnTo>
                  <a:lnTo>
                    <a:pt x="4094949" y="781354"/>
                  </a:lnTo>
                  <a:lnTo>
                    <a:pt x="4095043" y="781354"/>
                  </a:lnTo>
                  <a:lnTo>
                    <a:pt x="4095137" y="781354"/>
                  </a:lnTo>
                  <a:lnTo>
                    <a:pt x="4095231" y="781354"/>
                  </a:lnTo>
                  <a:lnTo>
                    <a:pt x="4095325" y="781354"/>
                  </a:lnTo>
                  <a:lnTo>
                    <a:pt x="4095419" y="781354"/>
                  </a:lnTo>
                  <a:lnTo>
                    <a:pt x="4095513" y="781354"/>
                  </a:lnTo>
                  <a:lnTo>
                    <a:pt x="4095607" y="781354"/>
                  </a:lnTo>
                  <a:lnTo>
                    <a:pt x="4095701" y="781354"/>
                  </a:lnTo>
                  <a:lnTo>
                    <a:pt x="4095795" y="781354"/>
                  </a:lnTo>
                  <a:lnTo>
                    <a:pt x="4095889" y="781354"/>
                  </a:lnTo>
                  <a:lnTo>
                    <a:pt x="4095983" y="781354"/>
                  </a:lnTo>
                  <a:lnTo>
                    <a:pt x="4096077" y="781354"/>
                  </a:lnTo>
                  <a:lnTo>
                    <a:pt x="4096171" y="781354"/>
                  </a:lnTo>
                  <a:lnTo>
                    <a:pt x="4096265" y="781354"/>
                  </a:lnTo>
                  <a:lnTo>
                    <a:pt x="4096359" y="781354"/>
                  </a:lnTo>
                  <a:lnTo>
                    <a:pt x="4096453" y="781354"/>
                  </a:lnTo>
                  <a:lnTo>
                    <a:pt x="4096547" y="781354"/>
                  </a:lnTo>
                  <a:lnTo>
                    <a:pt x="4096641" y="781354"/>
                  </a:lnTo>
                  <a:lnTo>
                    <a:pt x="4096735" y="781354"/>
                  </a:lnTo>
                  <a:lnTo>
                    <a:pt x="4096829" y="781354"/>
                  </a:lnTo>
                  <a:lnTo>
                    <a:pt x="4096923" y="781354"/>
                  </a:lnTo>
                  <a:lnTo>
                    <a:pt x="4097017" y="781354"/>
                  </a:lnTo>
                  <a:lnTo>
                    <a:pt x="4097112" y="781354"/>
                  </a:lnTo>
                  <a:lnTo>
                    <a:pt x="4097206" y="781354"/>
                  </a:lnTo>
                  <a:lnTo>
                    <a:pt x="4097300" y="781354"/>
                  </a:lnTo>
                  <a:lnTo>
                    <a:pt x="4097394" y="781354"/>
                  </a:lnTo>
                  <a:lnTo>
                    <a:pt x="4097488" y="781354"/>
                  </a:lnTo>
                  <a:lnTo>
                    <a:pt x="4097582" y="781354"/>
                  </a:lnTo>
                  <a:lnTo>
                    <a:pt x="4097676" y="781354"/>
                  </a:lnTo>
                  <a:lnTo>
                    <a:pt x="4097770" y="781354"/>
                  </a:lnTo>
                  <a:lnTo>
                    <a:pt x="4097864" y="781354"/>
                  </a:lnTo>
                  <a:lnTo>
                    <a:pt x="4097958" y="781354"/>
                  </a:lnTo>
                  <a:lnTo>
                    <a:pt x="4098052" y="781354"/>
                  </a:lnTo>
                  <a:lnTo>
                    <a:pt x="4098146" y="781354"/>
                  </a:lnTo>
                  <a:lnTo>
                    <a:pt x="4098240" y="781354"/>
                  </a:lnTo>
                  <a:lnTo>
                    <a:pt x="4098334" y="781354"/>
                  </a:lnTo>
                  <a:lnTo>
                    <a:pt x="4098428" y="781354"/>
                  </a:lnTo>
                  <a:lnTo>
                    <a:pt x="4098522" y="781354"/>
                  </a:lnTo>
                  <a:lnTo>
                    <a:pt x="4098616" y="781354"/>
                  </a:lnTo>
                  <a:lnTo>
                    <a:pt x="4098710" y="781354"/>
                  </a:lnTo>
                  <a:lnTo>
                    <a:pt x="4098804" y="781354"/>
                  </a:lnTo>
                  <a:lnTo>
                    <a:pt x="4098898" y="781354"/>
                  </a:lnTo>
                  <a:lnTo>
                    <a:pt x="4098992" y="781354"/>
                  </a:lnTo>
                  <a:lnTo>
                    <a:pt x="4099086" y="781354"/>
                  </a:lnTo>
                  <a:lnTo>
                    <a:pt x="4099180" y="781354"/>
                  </a:lnTo>
                  <a:lnTo>
                    <a:pt x="4099274" y="781354"/>
                  </a:lnTo>
                  <a:lnTo>
                    <a:pt x="4099368" y="781354"/>
                  </a:lnTo>
                  <a:lnTo>
                    <a:pt x="4099462" y="781354"/>
                  </a:lnTo>
                  <a:lnTo>
                    <a:pt x="4099556" y="781354"/>
                  </a:lnTo>
                  <a:lnTo>
                    <a:pt x="4099556" y="776074"/>
                  </a:lnTo>
                  <a:lnTo>
                    <a:pt x="4099650" y="776074"/>
                  </a:lnTo>
                  <a:lnTo>
                    <a:pt x="4099744" y="776074"/>
                  </a:lnTo>
                  <a:lnTo>
                    <a:pt x="4099838" y="776074"/>
                  </a:lnTo>
                  <a:lnTo>
                    <a:pt x="4099838" y="770795"/>
                  </a:lnTo>
                  <a:lnTo>
                    <a:pt x="4099932" y="770795"/>
                  </a:lnTo>
                  <a:lnTo>
                    <a:pt x="4100026" y="770795"/>
                  </a:lnTo>
                  <a:lnTo>
                    <a:pt x="4100120" y="770795"/>
                  </a:lnTo>
                  <a:lnTo>
                    <a:pt x="4100214" y="770795"/>
                  </a:lnTo>
                  <a:lnTo>
                    <a:pt x="4100308" y="770795"/>
                  </a:lnTo>
                  <a:lnTo>
                    <a:pt x="4100402" y="770795"/>
                  </a:lnTo>
                  <a:lnTo>
                    <a:pt x="4100496" y="770795"/>
                  </a:lnTo>
                  <a:lnTo>
                    <a:pt x="4100590" y="770795"/>
                  </a:lnTo>
                  <a:lnTo>
                    <a:pt x="4100685" y="770795"/>
                  </a:lnTo>
                  <a:lnTo>
                    <a:pt x="4100779" y="770795"/>
                  </a:lnTo>
                  <a:lnTo>
                    <a:pt x="4100873" y="770795"/>
                  </a:lnTo>
                  <a:lnTo>
                    <a:pt x="4100967" y="770795"/>
                  </a:lnTo>
                  <a:lnTo>
                    <a:pt x="4101061" y="770795"/>
                  </a:lnTo>
                  <a:lnTo>
                    <a:pt x="4101155" y="770795"/>
                  </a:lnTo>
                  <a:lnTo>
                    <a:pt x="4101249" y="770795"/>
                  </a:lnTo>
                  <a:lnTo>
                    <a:pt x="4101343" y="770795"/>
                  </a:lnTo>
                  <a:lnTo>
                    <a:pt x="4101437" y="770795"/>
                  </a:lnTo>
                  <a:lnTo>
                    <a:pt x="4101531" y="770795"/>
                  </a:lnTo>
                  <a:lnTo>
                    <a:pt x="4101625" y="770795"/>
                  </a:lnTo>
                  <a:lnTo>
                    <a:pt x="4101719" y="770795"/>
                  </a:lnTo>
                  <a:lnTo>
                    <a:pt x="4101813" y="770795"/>
                  </a:lnTo>
                  <a:lnTo>
                    <a:pt x="4101907" y="770795"/>
                  </a:lnTo>
                  <a:lnTo>
                    <a:pt x="4102001" y="770795"/>
                  </a:lnTo>
                  <a:lnTo>
                    <a:pt x="4102095" y="770795"/>
                  </a:lnTo>
                  <a:lnTo>
                    <a:pt x="4102189" y="770795"/>
                  </a:lnTo>
                  <a:lnTo>
                    <a:pt x="4102283" y="770795"/>
                  </a:lnTo>
                  <a:lnTo>
                    <a:pt x="4102377" y="770795"/>
                  </a:lnTo>
                  <a:lnTo>
                    <a:pt x="4102471" y="770795"/>
                  </a:lnTo>
                  <a:lnTo>
                    <a:pt x="4102565" y="770795"/>
                  </a:lnTo>
                  <a:lnTo>
                    <a:pt x="4102659" y="770795"/>
                  </a:lnTo>
                  <a:lnTo>
                    <a:pt x="4102753" y="770795"/>
                  </a:lnTo>
                  <a:lnTo>
                    <a:pt x="4102847" y="770795"/>
                  </a:lnTo>
                  <a:lnTo>
                    <a:pt x="4102941" y="770795"/>
                  </a:lnTo>
                  <a:lnTo>
                    <a:pt x="4103035" y="770795"/>
                  </a:lnTo>
                  <a:lnTo>
                    <a:pt x="4103129" y="770795"/>
                  </a:lnTo>
                  <a:lnTo>
                    <a:pt x="4103223" y="770795"/>
                  </a:lnTo>
                  <a:lnTo>
                    <a:pt x="4103317" y="770795"/>
                  </a:lnTo>
                  <a:lnTo>
                    <a:pt x="4103411" y="770795"/>
                  </a:lnTo>
                  <a:lnTo>
                    <a:pt x="4103505" y="770795"/>
                  </a:lnTo>
                  <a:lnTo>
                    <a:pt x="4103599" y="770795"/>
                  </a:lnTo>
                  <a:lnTo>
                    <a:pt x="4103693" y="770795"/>
                  </a:lnTo>
                  <a:lnTo>
                    <a:pt x="4103787" y="770795"/>
                  </a:lnTo>
                  <a:lnTo>
                    <a:pt x="4103881" y="770795"/>
                  </a:lnTo>
                  <a:lnTo>
                    <a:pt x="4103975" y="770795"/>
                  </a:lnTo>
                  <a:lnTo>
                    <a:pt x="4104069" y="770795"/>
                  </a:lnTo>
                  <a:lnTo>
                    <a:pt x="4104164" y="770795"/>
                  </a:lnTo>
                  <a:lnTo>
                    <a:pt x="4104258" y="770795"/>
                  </a:lnTo>
                  <a:lnTo>
                    <a:pt x="4104352" y="770795"/>
                  </a:lnTo>
                  <a:lnTo>
                    <a:pt x="4104446" y="770795"/>
                  </a:lnTo>
                  <a:lnTo>
                    <a:pt x="4104540" y="770795"/>
                  </a:lnTo>
                  <a:lnTo>
                    <a:pt x="4104634" y="770795"/>
                  </a:lnTo>
                  <a:lnTo>
                    <a:pt x="4104728" y="770795"/>
                  </a:lnTo>
                  <a:lnTo>
                    <a:pt x="4104822" y="770795"/>
                  </a:lnTo>
                  <a:lnTo>
                    <a:pt x="4104916" y="770795"/>
                  </a:lnTo>
                  <a:lnTo>
                    <a:pt x="4105010" y="770795"/>
                  </a:lnTo>
                  <a:lnTo>
                    <a:pt x="4105104" y="770795"/>
                  </a:lnTo>
                  <a:lnTo>
                    <a:pt x="4105198" y="770795"/>
                  </a:lnTo>
                  <a:lnTo>
                    <a:pt x="4105292" y="770795"/>
                  </a:lnTo>
                  <a:lnTo>
                    <a:pt x="4105386" y="770795"/>
                  </a:lnTo>
                  <a:lnTo>
                    <a:pt x="4105480" y="770795"/>
                  </a:lnTo>
                  <a:lnTo>
                    <a:pt x="4105480" y="765516"/>
                  </a:lnTo>
                  <a:lnTo>
                    <a:pt x="4105574" y="765516"/>
                  </a:lnTo>
                  <a:lnTo>
                    <a:pt x="4105668" y="765516"/>
                  </a:lnTo>
                  <a:lnTo>
                    <a:pt x="4105762" y="765516"/>
                  </a:lnTo>
                  <a:lnTo>
                    <a:pt x="4105856" y="765516"/>
                  </a:lnTo>
                  <a:lnTo>
                    <a:pt x="4105950" y="765516"/>
                  </a:lnTo>
                  <a:lnTo>
                    <a:pt x="4106044" y="765516"/>
                  </a:lnTo>
                  <a:lnTo>
                    <a:pt x="4106138" y="765516"/>
                  </a:lnTo>
                  <a:lnTo>
                    <a:pt x="4106232" y="765516"/>
                  </a:lnTo>
                  <a:lnTo>
                    <a:pt x="4106326" y="765516"/>
                  </a:lnTo>
                  <a:lnTo>
                    <a:pt x="4106420" y="765516"/>
                  </a:lnTo>
                  <a:lnTo>
                    <a:pt x="4106514" y="765516"/>
                  </a:lnTo>
                  <a:lnTo>
                    <a:pt x="4106608" y="765516"/>
                  </a:lnTo>
                  <a:lnTo>
                    <a:pt x="4106702" y="765516"/>
                  </a:lnTo>
                  <a:lnTo>
                    <a:pt x="4106796" y="765516"/>
                  </a:lnTo>
                  <a:lnTo>
                    <a:pt x="4106890" y="765516"/>
                  </a:lnTo>
                  <a:lnTo>
                    <a:pt x="4106984" y="765516"/>
                  </a:lnTo>
                  <a:lnTo>
                    <a:pt x="4107078" y="765516"/>
                  </a:lnTo>
                  <a:lnTo>
                    <a:pt x="4107172" y="765516"/>
                  </a:lnTo>
                  <a:lnTo>
                    <a:pt x="4107266" y="765516"/>
                  </a:lnTo>
                  <a:lnTo>
                    <a:pt x="4107360" y="765516"/>
                  </a:lnTo>
                  <a:lnTo>
                    <a:pt x="4107454" y="765516"/>
                  </a:lnTo>
                  <a:lnTo>
                    <a:pt x="4107548" y="765516"/>
                  </a:lnTo>
                  <a:lnTo>
                    <a:pt x="4107642" y="765516"/>
                  </a:lnTo>
                  <a:lnTo>
                    <a:pt x="4107737" y="765516"/>
                  </a:lnTo>
                  <a:lnTo>
                    <a:pt x="4107831" y="765516"/>
                  </a:lnTo>
                  <a:lnTo>
                    <a:pt x="4107925" y="765516"/>
                  </a:lnTo>
                  <a:lnTo>
                    <a:pt x="4108019" y="765516"/>
                  </a:lnTo>
                  <a:lnTo>
                    <a:pt x="4108113" y="765516"/>
                  </a:lnTo>
                  <a:lnTo>
                    <a:pt x="4108207" y="765516"/>
                  </a:lnTo>
                  <a:lnTo>
                    <a:pt x="4108301" y="765516"/>
                  </a:lnTo>
                  <a:lnTo>
                    <a:pt x="4108395" y="765516"/>
                  </a:lnTo>
                  <a:lnTo>
                    <a:pt x="4108489" y="765516"/>
                  </a:lnTo>
                  <a:lnTo>
                    <a:pt x="4108583" y="765516"/>
                  </a:lnTo>
                  <a:lnTo>
                    <a:pt x="4108677" y="765516"/>
                  </a:lnTo>
                  <a:lnTo>
                    <a:pt x="4108771" y="765516"/>
                  </a:lnTo>
                  <a:lnTo>
                    <a:pt x="4108865" y="765516"/>
                  </a:lnTo>
                  <a:lnTo>
                    <a:pt x="4108959" y="765516"/>
                  </a:lnTo>
                  <a:lnTo>
                    <a:pt x="4109053" y="765516"/>
                  </a:lnTo>
                  <a:lnTo>
                    <a:pt x="4109147" y="765516"/>
                  </a:lnTo>
                  <a:lnTo>
                    <a:pt x="4109241" y="765516"/>
                  </a:lnTo>
                  <a:lnTo>
                    <a:pt x="4109335" y="765516"/>
                  </a:lnTo>
                  <a:lnTo>
                    <a:pt x="4109429" y="765516"/>
                  </a:lnTo>
                  <a:lnTo>
                    <a:pt x="4109523" y="765516"/>
                  </a:lnTo>
                  <a:lnTo>
                    <a:pt x="4109617" y="765516"/>
                  </a:lnTo>
                  <a:lnTo>
                    <a:pt x="4109711" y="765516"/>
                  </a:lnTo>
                  <a:lnTo>
                    <a:pt x="4109805" y="765516"/>
                  </a:lnTo>
                  <a:lnTo>
                    <a:pt x="4109899" y="765516"/>
                  </a:lnTo>
                  <a:lnTo>
                    <a:pt x="4109899" y="760236"/>
                  </a:lnTo>
                  <a:lnTo>
                    <a:pt x="4109993" y="760236"/>
                  </a:lnTo>
                  <a:lnTo>
                    <a:pt x="4110087" y="760236"/>
                  </a:lnTo>
                  <a:lnTo>
                    <a:pt x="4110181" y="760236"/>
                  </a:lnTo>
                  <a:lnTo>
                    <a:pt x="4110275" y="760236"/>
                  </a:lnTo>
                  <a:lnTo>
                    <a:pt x="4110369" y="760236"/>
                  </a:lnTo>
                  <a:lnTo>
                    <a:pt x="4110463" y="760236"/>
                  </a:lnTo>
                  <a:lnTo>
                    <a:pt x="4110557" y="760236"/>
                  </a:lnTo>
                  <a:lnTo>
                    <a:pt x="4110651" y="760236"/>
                  </a:lnTo>
                  <a:lnTo>
                    <a:pt x="4110745" y="760236"/>
                  </a:lnTo>
                  <a:lnTo>
                    <a:pt x="4110839" y="760236"/>
                  </a:lnTo>
                  <a:lnTo>
                    <a:pt x="4110933" y="760236"/>
                  </a:lnTo>
                  <a:lnTo>
                    <a:pt x="4111027" y="760236"/>
                  </a:lnTo>
                  <a:lnTo>
                    <a:pt x="4111121" y="760236"/>
                  </a:lnTo>
                  <a:lnTo>
                    <a:pt x="4111121" y="754957"/>
                  </a:lnTo>
                  <a:lnTo>
                    <a:pt x="4111215" y="754957"/>
                  </a:lnTo>
                  <a:lnTo>
                    <a:pt x="4111310" y="754957"/>
                  </a:lnTo>
                  <a:lnTo>
                    <a:pt x="4111404" y="754957"/>
                  </a:lnTo>
                  <a:lnTo>
                    <a:pt x="4111498" y="754957"/>
                  </a:lnTo>
                  <a:lnTo>
                    <a:pt x="4111592" y="754957"/>
                  </a:lnTo>
                  <a:lnTo>
                    <a:pt x="4111686" y="754957"/>
                  </a:lnTo>
                  <a:lnTo>
                    <a:pt x="4111780" y="754957"/>
                  </a:lnTo>
                  <a:lnTo>
                    <a:pt x="4111874" y="754957"/>
                  </a:lnTo>
                  <a:lnTo>
                    <a:pt x="4111968" y="754957"/>
                  </a:lnTo>
                  <a:lnTo>
                    <a:pt x="4112062" y="754957"/>
                  </a:lnTo>
                  <a:lnTo>
                    <a:pt x="4112156" y="754957"/>
                  </a:lnTo>
                  <a:lnTo>
                    <a:pt x="4112250" y="754957"/>
                  </a:lnTo>
                  <a:lnTo>
                    <a:pt x="4112344" y="754957"/>
                  </a:lnTo>
                  <a:lnTo>
                    <a:pt x="4112438" y="754957"/>
                  </a:lnTo>
                  <a:lnTo>
                    <a:pt x="4112532" y="754957"/>
                  </a:lnTo>
                  <a:lnTo>
                    <a:pt x="4112626" y="754957"/>
                  </a:lnTo>
                  <a:lnTo>
                    <a:pt x="4112720" y="754957"/>
                  </a:lnTo>
                  <a:lnTo>
                    <a:pt x="4112814" y="754957"/>
                  </a:lnTo>
                  <a:lnTo>
                    <a:pt x="4112908" y="754957"/>
                  </a:lnTo>
                  <a:lnTo>
                    <a:pt x="4113002" y="754957"/>
                  </a:lnTo>
                  <a:lnTo>
                    <a:pt x="4113096" y="754957"/>
                  </a:lnTo>
                  <a:lnTo>
                    <a:pt x="4113190" y="754957"/>
                  </a:lnTo>
                  <a:lnTo>
                    <a:pt x="4113284" y="754957"/>
                  </a:lnTo>
                  <a:lnTo>
                    <a:pt x="4113378" y="754957"/>
                  </a:lnTo>
                  <a:lnTo>
                    <a:pt x="4113472" y="754957"/>
                  </a:lnTo>
                  <a:lnTo>
                    <a:pt x="4113566" y="754957"/>
                  </a:lnTo>
                  <a:lnTo>
                    <a:pt x="4113660" y="754957"/>
                  </a:lnTo>
                  <a:lnTo>
                    <a:pt x="4113754" y="754957"/>
                  </a:lnTo>
                  <a:lnTo>
                    <a:pt x="4113848" y="754957"/>
                  </a:lnTo>
                  <a:lnTo>
                    <a:pt x="4113942" y="754957"/>
                  </a:lnTo>
                  <a:lnTo>
                    <a:pt x="4114036" y="754957"/>
                  </a:lnTo>
                  <a:lnTo>
                    <a:pt x="4114130" y="754957"/>
                  </a:lnTo>
                  <a:lnTo>
                    <a:pt x="4114224" y="754957"/>
                  </a:lnTo>
                  <a:lnTo>
                    <a:pt x="4114318" y="754957"/>
                  </a:lnTo>
                  <a:lnTo>
                    <a:pt x="4114412" y="754957"/>
                  </a:lnTo>
                  <a:lnTo>
                    <a:pt x="4114506" y="754957"/>
                  </a:lnTo>
                  <a:lnTo>
                    <a:pt x="4114600" y="754957"/>
                  </a:lnTo>
                  <a:lnTo>
                    <a:pt x="4114694" y="754957"/>
                  </a:lnTo>
                  <a:lnTo>
                    <a:pt x="4114789" y="754957"/>
                  </a:lnTo>
                  <a:lnTo>
                    <a:pt x="4114883" y="754957"/>
                  </a:lnTo>
                  <a:lnTo>
                    <a:pt x="4114977" y="754957"/>
                  </a:lnTo>
                  <a:lnTo>
                    <a:pt x="4115071" y="754957"/>
                  </a:lnTo>
                  <a:lnTo>
                    <a:pt x="4115165" y="754957"/>
                  </a:lnTo>
                  <a:lnTo>
                    <a:pt x="4115259" y="754957"/>
                  </a:lnTo>
                  <a:lnTo>
                    <a:pt x="4115353" y="754957"/>
                  </a:lnTo>
                  <a:lnTo>
                    <a:pt x="4115447" y="754957"/>
                  </a:lnTo>
                  <a:lnTo>
                    <a:pt x="4115541" y="754957"/>
                  </a:lnTo>
                  <a:lnTo>
                    <a:pt x="4115635" y="754957"/>
                  </a:lnTo>
                  <a:lnTo>
                    <a:pt x="4115729" y="754957"/>
                  </a:lnTo>
                  <a:lnTo>
                    <a:pt x="4115823" y="754957"/>
                  </a:lnTo>
                  <a:lnTo>
                    <a:pt x="4115917" y="754957"/>
                  </a:lnTo>
                  <a:lnTo>
                    <a:pt x="4116011" y="754957"/>
                  </a:lnTo>
                  <a:lnTo>
                    <a:pt x="4116105" y="754957"/>
                  </a:lnTo>
                  <a:lnTo>
                    <a:pt x="4116199" y="754957"/>
                  </a:lnTo>
                  <a:lnTo>
                    <a:pt x="4116293" y="754957"/>
                  </a:lnTo>
                  <a:lnTo>
                    <a:pt x="4116387" y="754957"/>
                  </a:lnTo>
                  <a:lnTo>
                    <a:pt x="4116481" y="754957"/>
                  </a:lnTo>
                  <a:lnTo>
                    <a:pt x="4116575" y="754957"/>
                  </a:lnTo>
                  <a:lnTo>
                    <a:pt x="4116669" y="754957"/>
                  </a:lnTo>
                  <a:lnTo>
                    <a:pt x="4116763" y="754957"/>
                  </a:lnTo>
                  <a:lnTo>
                    <a:pt x="4116857" y="754957"/>
                  </a:lnTo>
                  <a:lnTo>
                    <a:pt x="4116951" y="754957"/>
                  </a:lnTo>
                  <a:lnTo>
                    <a:pt x="4117045" y="754957"/>
                  </a:lnTo>
                  <a:lnTo>
                    <a:pt x="4117139" y="754957"/>
                  </a:lnTo>
                  <a:lnTo>
                    <a:pt x="4117233" y="754957"/>
                  </a:lnTo>
                  <a:lnTo>
                    <a:pt x="4117327" y="754957"/>
                  </a:lnTo>
                  <a:lnTo>
                    <a:pt x="4117421" y="754957"/>
                  </a:lnTo>
                  <a:lnTo>
                    <a:pt x="4117515" y="754957"/>
                  </a:lnTo>
                  <a:lnTo>
                    <a:pt x="4117609" y="754957"/>
                  </a:lnTo>
                  <a:lnTo>
                    <a:pt x="4117703" y="754957"/>
                  </a:lnTo>
                  <a:lnTo>
                    <a:pt x="4117797" y="754957"/>
                  </a:lnTo>
                  <a:lnTo>
                    <a:pt x="4117891" y="754957"/>
                  </a:lnTo>
                  <a:lnTo>
                    <a:pt x="4117985" y="754957"/>
                  </a:lnTo>
                  <a:lnTo>
                    <a:pt x="4118079" y="754957"/>
                  </a:lnTo>
                  <a:lnTo>
                    <a:pt x="4118173" y="754957"/>
                  </a:lnTo>
                  <a:lnTo>
                    <a:pt x="4118267" y="754957"/>
                  </a:lnTo>
                  <a:lnTo>
                    <a:pt x="4118362" y="754957"/>
                  </a:lnTo>
                  <a:lnTo>
                    <a:pt x="4118456" y="754957"/>
                  </a:lnTo>
                  <a:lnTo>
                    <a:pt x="4118550" y="754957"/>
                  </a:lnTo>
                  <a:lnTo>
                    <a:pt x="4118644" y="754957"/>
                  </a:lnTo>
                  <a:lnTo>
                    <a:pt x="4118738" y="754957"/>
                  </a:lnTo>
                  <a:lnTo>
                    <a:pt x="4118832" y="754957"/>
                  </a:lnTo>
                  <a:lnTo>
                    <a:pt x="4118926" y="754957"/>
                  </a:lnTo>
                  <a:lnTo>
                    <a:pt x="4119020" y="754957"/>
                  </a:lnTo>
                  <a:lnTo>
                    <a:pt x="4119114" y="754957"/>
                  </a:lnTo>
                  <a:lnTo>
                    <a:pt x="4119208" y="754957"/>
                  </a:lnTo>
                  <a:lnTo>
                    <a:pt x="4119302" y="754957"/>
                  </a:lnTo>
                  <a:lnTo>
                    <a:pt x="4119396" y="754957"/>
                  </a:lnTo>
                  <a:lnTo>
                    <a:pt x="4119490" y="754957"/>
                  </a:lnTo>
                  <a:lnTo>
                    <a:pt x="4119584" y="754957"/>
                  </a:lnTo>
                  <a:lnTo>
                    <a:pt x="4119678" y="754957"/>
                  </a:lnTo>
                  <a:lnTo>
                    <a:pt x="4119772" y="754957"/>
                  </a:lnTo>
                  <a:lnTo>
                    <a:pt x="4119866" y="754957"/>
                  </a:lnTo>
                  <a:lnTo>
                    <a:pt x="4119960" y="754957"/>
                  </a:lnTo>
                  <a:lnTo>
                    <a:pt x="4120054" y="754957"/>
                  </a:lnTo>
                  <a:lnTo>
                    <a:pt x="4120148" y="754957"/>
                  </a:lnTo>
                  <a:lnTo>
                    <a:pt x="4120242" y="754957"/>
                  </a:lnTo>
                  <a:lnTo>
                    <a:pt x="4120336" y="754957"/>
                  </a:lnTo>
                  <a:lnTo>
                    <a:pt x="4120430" y="754957"/>
                  </a:lnTo>
                  <a:lnTo>
                    <a:pt x="4120524" y="754957"/>
                  </a:lnTo>
                  <a:lnTo>
                    <a:pt x="4120618" y="754957"/>
                  </a:lnTo>
                  <a:lnTo>
                    <a:pt x="4120712" y="754957"/>
                  </a:lnTo>
                  <a:lnTo>
                    <a:pt x="4120806" y="754957"/>
                  </a:lnTo>
                  <a:lnTo>
                    <a:pt x="4120900" y="754957"/>
                  </a:lnTo>
                  <a:lnTo>
                    <a:pt x="4120994" y="754957"/>
                  </a:lnTo>
                  <a:lnTo>
                    <a:pt x="4121088" y="754957"/>
                  </a:lnTo>
                  <a:lnTo>
                    <a:pt x="4121182" y="754957"/>
                  </a:lnTo>
                  <a:lnTo>
                    <a:pt x="4121276" y="754957"/>
                  </a:lnTo>
                  <a:lnTo>
                    <a:pt x="4121370" y="754957"/>
                  </a:lnTo>
                  <a:lnTo>
                    <a:pt x="4121464" y="754957"/>
                  </a:lnTo>
                  <a:lnTo>
                    <a:pt x="4121558" y="754957"/>
                  </a:lnTo>
                  <a:lnTo>
                    <a:pt x="4121652" y="754957"/>
                  </a:lnTo>
                  <a:lnTo>
                    <a:pt x="4121746" y="754957"/>
                  </a:lnTo>
                  <a:lnTo>
                    <a:pt x="4121840" y="754957"/>
                  </a:lnTo>
                  <a:lnTo>
                    <a:pt x="4121935" y="754957"/>
                  </a:lnTo>
                  <a:lnTo>
                    <a:pt x="4122029" y="754957"/>
                  </a:lnTo>
                  <a:lnTo>
                    <a:pt x="4122123" y="754957"/>
                  </a:lnTo>
                  <a:lnTo>
                    <a:pt x="4122217" y="754957"/>
                  </a:lnTo>
                  <a:lnTo>
                    <a:pt x="4122311" y="754957"/>
                  </a:lnTo>
                  <a:lnTo>
                    <a:pt x="4122405" y="754957"/>
                  </a:lnTo>
                  <a:lnTo>
                    <a:pt x="4122499" y="754957"/>
                  </a:lnTo>
                  <a:lnTo>
                    <a:pt x="4122593" y="754957"/>
                  </a:lnTo>
                  <a:lnTo>
                    <a:pt x="4122687" y="754957"/>
                  </a:lnTo>
                  <a:lnTo>
                    <a:pt x="4122781" y="754957"/>
                  </a:lnTo>
                  <a:lnTo>
                    <a:pt x="4122875" y="754957"/>
                  </a:lnTo>
                  <a:lnTo>
                    <a:pt x="4122969" y="754957"/>
                  </a:lnTo>
                  <a:lnTo>
                    <a:pt x="4123063" y="754957"/>
                  </a:lnTo>
                  <a:lnTo>
                    <a:pt x="4123157" y="754957"/>
                  </a:lnTo>
                  <a:lnTo>
                    <a:pt x="4123251" y="754957"/>
                  </a:lnTo>
                  <a:lnTo>
                    <a:pt x="4123345" y="754957"/>
                  </a:lnTo>
                  <a:lnTo>
                    <a:pt x="4123439" y="754957"/>
                  </a:lnTo>
                  <a:lnTo>
                    <a:pt x="4123533" y="754957"/>
                  </a:lnTo>
                  <a:lnTo>
                    <a:pt x="4123627" y="754957"/>
                  </a:lnTo>
                  <a:lnTo>
                    <a:pt x="4123721" y="754957"/>
                  </a:lnTo>
                  <a:lnTo>
                    <a:pt x="4123815" y="754957"/>
                  </a:lnTo>
                  <a:lnTo>
                    <a:pt x="4123909" y="754957"/>
                  </a:lnTo>
                  <a:lnTo>
                    <a:pt x="4124003" y="754957"/>
                  </a:lnTo>
                  <a:lnTo>
                    <a:pt x="4124097" y="754957"/>
                  </a:lnTo>
                  <a:lnTo>
                    <a:pt x="4124191" y="754957"/>
                  </a:lnTo>
                  <a:lnTo>
                    <a:pt x="4124285" y="754957"/>
                  </a:lnTo>
                  <a:lnTo>
                    <a:pt x="4124379" y="754957"/>
                  </a:lnTo>
                  <a:lnTo>
                    <a:pt x="4124473" y="754957"/>
                  </a:lnTo>
                  <a:lnTo>
                    <a:pt x="4124567" y="754957"/>
                  </a:lnTo>
                  <a:lnTo>
                    <a:pt x="4124661" y="754957"/>
                  </a:lnTo>
                  <a:lnTo>
                    <a:pt x="4124755" y="754957"/>
                  </a:lnTo>
                  <a:lnTo>
                    <a:pt x="4124849" y="754957"/>
                  </a:lnTo>
                  <a:lnTo>
                    <a:pt x="4124943" y="754957"/>
                  </a:lnTo>
                  <a:lnTo>
                    <a:pt x="4125037" y="754957"/>
                  </a:lnTo>
                  <a:lnTo>
                    <a:pt x="4125131" y="754957"/>
                  </a:lnTo>
                  <a:lnTo>
                    <a:pt x="4125225" y="754957"/>
                  </a:lnTo>
                  <a:lnTo>
                    <a:pt x="4125319" y="754957"/>
                  </a:lnTo>
                  <a:lnTo>
                    <a:pt x="4125414" y="754957"/>
                  </a:lnTo>
                  <a:lnTo>
                    <a:pt x="4125508" y="754957"/>
                  </a:lnTo>
                  <a:lnTo>
                    <a:pt x="4125602" y="754957"/>
                  </a:lnTo>
                  <a:lnTo>
                    <a:pt x="4125696" y="754957"/>
                  </a:lnTo>
                  <a:lnTo>
                    <a:pt x="4125790" y="754957"/>
                  </a:lnTo>
                  <a:lnTo>
                    <a:pt x="4125884" y="754957"/>
                  </a:lnTo>
                  <a:lnTo>
                    <a:pt x="4125978" y="754957"/>
                  </a:lnTo>
                  <a:lnTo>
                    <a:pt x="4126072" y="754957"/>
                  </a:lnTo>
                  <a:lnTo>
                    <a:pt x="4126166" y="754957"/>
                  </a:lnTo>
                  <a:lnTo>
                    <a:pt x="4126260" y="754957"/>
                  </a:lnTo>
                  <a:lnTo>
                    <a:pt x="4126354" y="754957"/>
                  </a:lnTo>
                  <a:lnTo>
                    <a:pt x="4126448" y="754957"/>
                  </a:lnTo>
                  <a:lnTo>
                    <a:pt x="4126542" y="754957"/>
                  </a:lnTo>
                  <a:lnTo>
                    <a:pt x="4126636" y="754957"/>
                  </a:lnTo>
                  <a:lnTo>
                    <a:pt x="4126730" y="754957"/>
                  </a:lnTo>
                  <a:lnTo>
                    <a:pt x="4126824" y="754957"/>
                  </a:lnTo>
                  <a:lnTo>
                    <a:pt x="4126918" y="754957"/>
                  </a:lnTo>
                  <a:lnTo>
                    <a:pt x="4127012" y="754957"/>
                  </a:lnTo>
                  <a:lnTo>
                    <a:pt x="4127106" y="754957"/>
                  </a:lnTo>
                  <a:lnTo>
                    <a:pt x="4127200" y="754957"/>
                  </a:lnTo>
                  <a:lnTo>
                    <a:pt x="4127294" y="754957"/>
                  </a:lnTo>
                  <a:lnTo>
                    <a:pt x="4127388" y="754957"/>
                  </a:lnTo>
                  <a:lnTo>
                    <a:pt x="4127482" y="754957"/>
                  </a:lnTo>
                  <a:lnTo>
                    <a:pt x="4127576" y="754957"/>
                  </a:lnTo>
                  <a:lnTo>
                    <a:pt x="4127670" y="754957"/>
                  </a:lnTo>
                  <a:lnTo>
                    <a:pt x="4127764" y="754957"/>
                  </a:lnTo>
                  <a:lnTo>
                    <a:pt x="4127764" y="749677"/>
                  </a:lnTo>
                  <a:lnTo>
                    <a:pt x="4127858" y="749677"/>
                  </a:lnTo>
                  <a:lnTo>
                    <a:pt x="4127952" y="749677"/>
                  </a:lnTo>
                  <a:lnTo>
                    <a:pt x="4128046" y="749677"/>
                  </a:lnTo>
                  <a:lnTo>
                    <a:pt x="4128140" y="749677"/>
                  </a:lnTo>
                  <a:lnTo>
                    <a:pt x="4128234" y="749677"/>
                  </a:lnTo>
                  <a:lnTo>
                    <a:pt x="4128328" y="749677"/>
                  </a:lnTo>
                  <a:lnTo>
                    <a:pt x="4128422" y="749677"/>
                  </a:lnTo>
                  <a:lnTo>
                    <a:pt x="4128516" y="749677"/>
                  </a:lnTo>
                  <a:lnTo>
                    <a:pt x="4128610" y="749677"/>
                  </a:lnTo>
                  <a:lnTo>
                    <a:pt x="4128704" y="749677"/>
                  </a:lnTo>
                  <a:lnTo>
                    <a:pt x="4128798" y="749677"/>
                  </a:lnTo>
                  <a:lnTo>
                    <a:pt x="4128892" y="749677"/>
                  </a:lnTo>
                  <a:lnTo>
                    <a:pt x="4128987" y="749677"/>
                  </a:lnTo>
                  <a:lnTo>
                    <a:pt x="4129081" y="749677"/>
                  </a:lnTo>
                  <a:lnTo>
                    <a:pt x="4129175" y="749677"/>
                  </a:lnTo>
                  <a:lnTo>
                    <a:pt x="4129269" y="749677"/>
                  </a:lnTo>
                  <a:lnTo>
                    <a:pt x="4129363" y="749677"/>
                  </a:lnTo>
                  <a:lnTo>
                    <a:pt x="4129457" y="749677"/>
                  </a:lnTo>
                  <a:lnTo>
                    <a:pt x="4129551" y="749677"/>
                  </a:lnTo>
                  <a:lnTo>
                    <a:pt x="4129645" y="749677"/>
                  </a:lnTo>
                  <a:lnTo>
                    <a:pt x="4129739" y="749677"/>
                  </a:lnTo>
                  <a:lnTo>
                    <a:pt x="4129833" y="749677"/>
                  </a:lnTo>
                  <a:lnTo>
                    <a:pt x="4129927" y="749677"/>
                  </a:lnTo>
                  <a:lnTo>
                    <a:pt x="4130021" y="749677"/>
                  </a:lnTo>
                  <a:lnTo>
                    <a:pt x="4130115" y="749677"/>
                  </a:lnTo>
                  <a:lnTo>
                    <a:pt x="4130209" y="749677"/>
                  </a:lnTo>
                  <a:lnTo>
                    <a:pt x="4130303" y="749677"/>
                  </a:lnTo>
                  <a:lnTo>
                    <a:pt x="4130397" y="749677"/>
                  </a:lnTo>
                  <a:lnTo>
                    <a:pt x="4130491" y="749677"/>
                  </a:lnTo>
                  <a:lnTo>
                    <a:pt x="4130585" y="749677"/>
                  </a:lnTo>
                  <a:lnTo>
                    <a:pt x="4130679" y="749677"/>
                  </a:lnTo>
                  <a:lnTo>
                    <a:pt x="4130773" y="749677"/>
                  </a:lnTo>
                  <a:lnTo>
                    <a:pt x="4130867" y="749677"/>
                  </a:lnTo>
                  <a:lnTo>
                    <a:pt x="4130961" y="749677"/>
                  </a:lnTo>
                  <a:lnTo>
                    <a:pt x="4131055" y="749677"/>
                  </a:lnTo>
                  <a:lnTo>
                    <a:pt x="4131149" y="749677"/>
                  </a:lnTo>
                  <a:lnTo>
                    <a:pt x="4131243" y="749677"/>
                  </a:lnTo>
                  <a:lnTo>
                    <a:pt x="4131337" y="749677"/>
                  </a:lnTo>
                  <a:lnTo>
                    <a:pt x="4131431" y="749677"/>
                  </a:lnTo>
                  <a:lnTo>
                    <a:pt x="4131525" y="749677"/>
                  </a:lnTo>
                  <a:lnTo>
                    <a:pt x="4131619" y="749677"/>
                  </a:lnTo>
                  <a:lnTo>
                    <a:pt x="4131713" y="749677"/>
                  </a:lnTo>
                  <a:lnTo>
                    <a:pt x="4131807" y="749677"/>
                  </a:lnTo>
                  <a:lnTo>
                    <a:pt x="4131901" y="749677"/>
                  </a:lnTo>
                  <a:lnTo>
                    <a:pt x="4131995" y="749677"/>
                  </a:lnTo>
                  <a:lnTo>
                    <a:pt x="4132089" y="749677"/>
                  </a:lnTo>
                  <a:lnTo>
                    <a:pt x="4132183" y="749677"/>
                  </a:lnTo>
                  <a:lnTo>
                    <a:pt x="4132277" y="749677"/>
                  </a:lnTo>
                  <a:lnTo>
                    <a:pt x="4132371" y="749677"/>
                  </a:lnTo>
                  <a:lnTo>
                    <a:pt x="4132465" y="749677"/>
                  </a:lnTo>
                  <a:lnTo>
                    <a:pt x="4132560" y="749677"/>
                  </a:lnTo>
                  <a:lnTo>
                    <a:pt x="4132654" y="749677"/>
                  </a:lnTo>
                  <a:lnTo>
                    <a:pt x="4132748" y="749677"/>
                  </a:lnTo>
                  <a:lnTo>
                    <a:pt x="4132842" y="749677"/>
                  </a:lnTo>
                  <a:lnTo>
                    <a:pt x="4132936" y="749677"/>
                  </a:lnTo>
                  <a:lnTo>
                    <a:pt x="4133030" y="749677"/>
                  </a:lnTo>
                  <a:lnTo>
                    <a:pt x="4133124" y="749677"/>
                  </a:lnTo>
                  <a:lnTo>
                    <a:pt x="4133218" y="749677"/>
                  </a:lnTo>
                  <a:lnTo>
                    <a:pt x="4133312" y="749677"/>
                  </a:lnTo>
                  <a:lnTo>
                    <a:pt x="4133406" y="749677"/>
                  </a:lnTo>
                  <a:lnTo>
                    <a:pt x="4133500" y="749677"/>
                  </a:lnTo>
                  <a:lnTo>
                    <a:pt x="4133594" y="749677"/>
                  </a:lnTo>
                  <a:lnTo>
                    <a:pt x="4133688" y="749677"/>
                  </a:lnTo>
                  <a:lnTo>
                    <a:pt x="4133782" y="749677"/>
                  </a:lnTo>
                  <a:lnTo>
                    <a:pt x="4133876" y="749677"/>
                  </a:lnTo>
                  <a:lnTo>
                    <a:pt x="4133970" y="749677"/>
                  </a:lnTo>
                  <a:lnTo>
                    <a:pt x="4134064" y="749677"/>
                  </a:lnTo>
                  <a:lnTo>
                    <a:pt x="4134158" y="749677"/>
                  </a:lnTo>
                  <a:lnTo>
                    <a:pt x="4134252" y="749677"/>
                  </a:lnTo>
                  <a:lnTo>
                    <a:pt x="4134346" y="749677"/>
                  </a:lnTo>
                  <a:lnTo>
                    <a:pt x="4134440" y="749677"/>
                  </a:lnTo>
                  <a:lnTo>
                    <a:pt x="4134534" y="749677"/>
                  </a:lnTo>
                  <a:lnTo>
                    <a:pt x="4134628" y="749677"/>
                  </a:lnTo>
                  <a:lnTo>
                    <a:pt x="4134722" y="749677"/>
                  </a:lnTo>
                  <a:lnTo>
                    <a:pt x="4134816" y="749677"/>
                  </a:lnTo>
                  <a:lnTo>
                    <a:pt x="4134910" y="749677"/>
                  </a:lnTo>
                  <a:lnTo>
                    <a:pt x="4135004" y="749677"/>
                  </a:lnTo>
                  <a:lnTo>
                    <a:pt x="4135098" y="749677"/>
                  </a:lnTo>
                  <a:lnTo>
                    <a:pt x="4135192" y="749677"/>
                  </a:lnTo>
                  <a:lnTo>
                    <a:pt x="4135286" y="749677"/>
                  </a:lnTo>
                  <a:lnTo>
                    <a:pt x="4135380" y="749677"/>
                  </a:lnTo>
                  <a:lnTo>
                    <a:pt x="4135380" y="744398"/>
                  </a:lnTo>
                  <a:lnTo>
                    <a:pt x="4135474" y="744398"/>
                  </a:lnTo>
                  <a:lnTo>
                    <a:pt x="4135568" y="744398"/>
                  </a:lnTo>
                  <a:lnTo>
                    <a:pt x="4135662" y="744398"/>
                  </a:lnTo>
                  <a:lnTo>
                    <a:pt x="4135756" y="744398"/>
                  </a:lnTo>
                  <a:lnTo>
                    <a:pt x="4135850" y="744398"/>
                  </a:lnTo>
                  <a:lnTo>
                    <a:pt x="4135944" y="744398"/>
                  </a:lnTo>
                  <a:lnTo>
                    <a:pt x="4136038" y="744398"/>
                  </a:lnTo>
                  <a:lnTo>
                    <a:pt x="4136133" y="744398"/>
                  </a:lnTo>
                  <a:lnTo>
                    <a:pt x="4136227" y="744398"/>
                  </a:lnTo>
                  <a:lnTo>
                    <a:pt x="4136321" y="744398"/>
                  </a:lnTo>
                  <a:lnTo>
                    <a:pt x="4136415" y="744398"/>
                  </a:lnTo>
                  <a:lnTo>
                    <a:pt x="4136509" y="744398"/>
                  </a:lnTo>
                  <a:lnTo>
                    <a:pt x="4136603" y="744398"/>
                  </a:lnTo>
                  <a:lnTo>
                    <a:pt x="4136697" y="744398"/>
                  </a:lnTo>
                  <a:lnTo>
                    <a:pt x="4136791" y="744398"/>
                  </a:lnTo>
                  <a:lnTo>
                    <a:pt x="4136885" y="744398"/>
                  </a:lnTo>
                  <a:lnTo>
                    <a:pt x="4136979" y="744398"/>
                  </a:lnTo>
                  <a:lnTo>
                    <a:pt x="4137073" y="744398"/>
                  </a:lnTo>
                  <a:lnTo>
                    <a:pt x="4137167" y="744398"/>
                  </a:lnTo>
                  <a:lnTo>
                    <a:pt x="4137261" y="744398"/>
                  </a:lnTo>
                  <a:lnTo>
                    <a:pt x="4137355" y="744398"/>
                  </a:lnTo>
                  <a:lnTo>
                    <a:pt x="4137449" y="744398"/>
                  </a:lnTo>
                  <a:lnTo>
                    <a:pt x="4137543" y="744398"/>
                  </a:lnTo>
                  <a:lnTo>
                    <a:pt x="4137637" y="744398"/>
                  </a:lnTo>
                  <a:lnTo>
                    <a:pt x="4137731" y="744398"/>
                  </a:lnTo>
                  <a:lnTo>
                    <a:pt x="4137825" y="744398"/>
                  </a:lnTo>
                  <a:lnTo>
                    <a:pt x="4137919" y="744398"/>
                  </a:lnTo>
                  <a:lnTo>
                    <a:pt x="4138013" y="744398"/>
                  </a:lnTo>
                  <a:lnTo>
                    <a:pt x="4138107" y="744398"/>
                  </a:lnTo>
                  <a:lnTo>
                    <a:pt x="4138201" y="744398"/>
                  </a:lnTo>
                  <a:lnTo>
                    <a:pt x="4138295" y="744398"/>
                  </a:lnTo>
                  <a:lnTo>
                    <a:pt x="4138389" y="744398"/>
                  </a:lnTo>
                  <a:lnTo>
                    <a:pt x="4138483" y="744398"/>
                  </a:lnTo>
                  <a:lnTo>
                    <a:pt x="4138577" y="744398"/>
                  </a:lnTo>
                  <a:lnTo>
                    <a:pt x="4138671" y="744398"/>
                  </a:lnTo>
                  <a:lnTo>
                    <a:pt x="4138765" y="744398"/>
                  </a:lnTo>
                  <a:lnTo>
                    <a:pt x="4138859" y="744398"/>
                  </a:lnTo>
                  <a:lnTo>
                    <a:pt x="4138953" y="744398"/>
                  </a:lnTo>
                  <a:lnTo>
                    <a:pt x="4139047" y="744398"/>
                  </a:lnTo>
                  <a:lnTo>
                    <a:pt x="4139141" y="744398"/>
                  </a:lnTo>
                  <a:lnTo>
                    <a:pt x="4139235" y="744398"/>
                  </a:lnTo>
                  <a:lnTo>
                    <a:pt x="4139329" y="744398"/>
                  </a:lnTo>
                  <a:lnTo>
                    <a:pt x="4139423" y="744398"/>
                  </a:lnTo>
                  <a:lnTo>
                    <a:pt x="4139517" y="744398"/>
                  </a:lnTo>
                  <a:lnTo>
                    <a:pt x="4139612" y="744398"/>
                  </a:lnTo>
                  <a:lnTo>
                    <a:pt x="4139706" y="744398"/>
                  </a:lnTo>
                  <a:lnTo>
                    <a:pt x="4139800" y="744398"/>
                  </a:lnTo>
                  <a:lnTo>
                    <a:pt x="4139894" y="744398"/>
                  </a:lnTo>
                  <a:lnTo>
                    <a:pt x="4139988" y="744398"/>
                  </a:lnTo>
                  <a:lnTo>
                    <a:pt x="4140082" y="744398"/>
                  </a:lnTo>
                  <a:lnTo>
                    <a:pt x="4140176" y="744398"/>
                  </a:lnTo>
                  <a:lnTo>
                    <a:pt x="4140270" y="744398"/>
                  </a:lnTo>
                  <a:lnTo>
                    <a:pt x="4140364" y="744398"/>
                  </a:lnTo>
                  <a:lnTo>
                    <a:pt x="4140458" y="744398"/>
                  </a:lnTo>
                  <a:lnTo>
                    <a:pt x="4140552" y="744398"/>
                  </a:lnTo>
                  <a:lnTo>
                    <a:pt x="4140646" y="744398"/>
                  </a:lnTo>
                  <a:lnTo>
                    <a:pt x="4140740" y="744398"/>
                  </a:lnTo>
                  <a:lnTo>
                    <a:pt x="4140834" y="744398"/>
                  </a:lnTo>
                  <a:lnTo>
                    <a:pt x="4140928" y="744398"/>
                  </a:lnTo>
                  <a:lnTo>
                    <a:pt x="4141022" y="744398"/>
                  </a:lnTo>
                  <a:lnTo>
                    <a:pt x="4141116" y="744398"/>
                  </a:lnTo>
                  <a:lnTo>
                    <a:pt x="4141210" y="744398"/>
                  </a:lnTo>
                  <a:lnTo>
                    <a:pt x="4141304" y="744398"/>
                  </a:lnTo>
                  <a:lnTo>
                    <a:pt x="4141398" y="744398"/>
                  </a:lnTo>
                  <a:lnTo>
                    <a:pt x="4141492" y="744398"/>
                  </a:lnTo>
                  <a:lnTo>
                    <a:pt x="4141586" y="744398"/>
                  </a:lnTo>
                  <a:lnTo>
                    <a:pt x="4141680" y="744398"/>
                  </a:lnTo>
                  <a:lnTo>
                    <a:pt x="4141774" y="744398"/>
                  </a:lnTo>
                  <a:lnTo>
                    <a:pt x="4141868" y="744398"/>
                  </a:lnTo>
                  <a:lnTo>
                    <a:pt x="4141962" y="744398"/>
                  </a:lnTo>
                  <a:lnTo>
                    <a:pt x="4142056" y="744398"/>
                  </a:lnTo>
                  <a:lnTo>
                    <a:pt x="4142150" y="744398"/>
                  </a:lnTo>
                  <a:lnTo>
                    <a:pt x="4142244" y="744398"/>
                  </a:lnTo>
                  <a:lnTo>
                    <a:pt x="4142338" y="744398"/>
                  </a:lnTo>
                  <a:lnTo>
                    <a:pt x="4142432" y="744398"/>
                  </a:lnTo>
                  <a:lnTo>
                    <a:pt x="4142526" y="744398"/>
                  </a:lnTo>
                  <a:lnTo>
                    <a:pt x="4142620" y="744398"/>
                  </a:lnTo>
                  <a:lnTo>
                    <a:pt x="4142714" y="744398"/>
                  </a:lnTo>
                  <a:lnTo>
                    <a:pt x="4142808" y="744398"/>
                  </a:lnTo>
                  <a:lnTo>
                    <a:pt x="4142902" y="744398"/>
                  </a:lnTo>
                  <a:lnTo>
                    <a:pt x="4142996" y="744398"/>
                  </a:lnTo>
                  <a:lnTo>
                    <a:pt x="4143090" y="744398"/>
                  </a:lnTo>
                  <a:lnTo>
                    <a:pt x="4143185" y="744398"/>
                  </a:lnTo>
                  <a:lnTo>
                    <a:pt x="4143279" y="744398"/>
                  </a:lnTo>
                  <a:lnTo>
                    <a:pt x="4143373" y="744398"/>
                  </a:lnTo>
                  <a:lnTo>
                    <a:pt x="4143467" y="744398"/>
                  </a:lnTo>
                  <a:lnTo>
                    <a:pt x="4143561" y="744398"/>
                  </a:lnTo>
                  <a:lnTo>
                    <a:pt x="4143655" y="744398"/>
                  </a:lnTo>
                  <a:lnTo>
                    <a:pt x="4143749" y="744398"/>
                  </a:lnTo>
                  <a:lnTo>
                    <a:pt x="4143843" y="744398"/>
                  </a:lnTo>
                  <a:lnTo>
                    <a:pt x="4143937" y="744398"/>
                  </a:lnTo>
                  <a:lnTo>
                    <a:pt x="4144031" y="744398"/>
                  </a:lnTo>
                  <a:lnTo>
                    <a:pt x="4144125" y="744398"/>
                  </a:lnTo>
                  <a:lnTo>
                    <a:pt x="4144219" y="744398"/>
                  </a:lnTo>
                  <a:lnTo>
                    <a:pt x="4144313" y="744398"/>
                  </a:lnTo>
                  <a:lnTo>
                    <a:pt x="4144407" y="744398"/>
                  </a:lnTo>
                  <a:lnTo>
                    <a:pt x="4144501" y="744398"/>
                  </a:lnTo>
                  <a:lnTo>
                    <a:pt x="4144595" y="744398"/>
                  </a:lnTo>
                  <a:lnTo>
                    <a:pt x="4144689" y="744398"/>
                  </a:lnTo>
                  <a:lnTo>
                    <a:pt x="4144783" y="744398"/>
                  </a:lnTo>
                  <a:lnTo>
                    <a:pt x="4144877" y="744398"/>
                  </a:lnTo>
                  <a:lnTo>
                    <a:pt x="4144971" y="744398"/>
                  </a:lnTo>
                  <a:lnTo>
                    <a:pt x="4145065" y="744398"/>
                  </a:lnTo>
                  <a:lnTo>
                    <a:pt x="4145159" y="744398"/>
                  </a:lnTo>
                  <a:lnTo>
                    <a:pt x="4145253" y="744398"/>
                  </a:lnTo>
                  <a:lnTo>
                    <a:pt x="4145347" y="744398"/>
                  </a:lnTo>
                  <a:lnTo>
                    <a:pt x="4145441" y="744398"/>
                  </a:lnTo>
                  <a:lnTo>
                    <a:pt x="4145535" y="744398"/>
                  </a:lnTo>
                  <a:lnTo>
                    <a:pt x="4145629" y="744398"/>
                  </a:lnTo>
                  <a:lnTo>
                    <a:pt x="4145723" y="744398"/>
                  </a:lnTo>
                  <a:lnTo>
                    <a:pt x="4145723" y="739118"/>
                  </a:lnTo>
                  <a:lnTo>
                    <a:pt x="4145817" y="739118"/>
                  </a:lnTo>
                  <a:lnTo>
                    <a:pt x="4145911" y="739118"/>
                  </a:lnTo>
                  <a:lnTo>
                    <a:pt x="4146005" y="739118"/>
                  </a:lnTo>
                  <a:lnTo>
                    <a:pt x="4146099" y="739118"/>
                  </a:lnTo>
                  <a:lnTo>
                    <a:pt x="4146193" y="739118"/>
                  </a:lnTo>
                  <a:lnTo>
                    <a:pt x="4146287" y="739118"/>
                  </a:lnTo>
                  <a:lnTo>
                    <a:pt x="4146381" y="739118"/>
                  </a:lnTo>
                  <a:lnTo>
                    <a:pt x="4146475" y="739118"/>
                  </a:lnTo>
                  <a:lnTo>
                    <a:pt x="4146569" y="739118"/>
                  </a:lnTo>
                  <a:lnTo>
                    <a:pt x="4146663" y="739118"/>
                  </a:lnTo>
                  <a:lnTo>
                    <a:pt x="4146758" y="739118"/>
                  </a:lnTo>
                  <a:lnTo>
                    <a:pt x="4146852" y="739118"/>
                  </a:lnTo>
                  <a:lnTo>
                    <a:pt x="4146946" y="739118"/>
                  </a:lnTo>
                  <a:lnTo>
                    <a:pt x="4147040" y="739118"/>
                  </a:lnTo>
                  <a:lnTo>
                    <a:pt x="4147134" y="739118"/>
                  </a:lnTo>
                  <a:lnTo>
                    <a:pt x="4147228" y="739118"/>
                  </a:lnTo>
                  <a:lnTo>
                    <a:pt x="4147322" y="739118"/>
                  </a:lnTo>
                  <a:lnTo>
                    <a:pt x="4147416" y="739118"/>
                  </a:lnTo>
                  <a:lnTo>
                    <a:pt x="4147510" y="739118"/>
                  </a:lnTo>
                  <a:lnTo>
                    <a:pt x="4147604" y="739118"/>
                  </a:lnTo>
                  <a:lnTo>
                    <a:pt x="4147698" y="739118"/>
                  </a:lnTo>
                  <a:lnTo>
                    <a:pt x="4147792" y="739118"/>
                  </a:lnTo>
                  <a:lnTo>
                    <a:pt x="4147886" y="739118"/>
                  </a:lnTo>
                  <a:lnTo>
                    <a:pt x="4147980" y="739118"/>
                  </a:lnTo>
                  <a:lnTo>
                    <a:pt x="4148074" y="739118"/>
                  </a:lnTo>
                  <a:lnTo>
                    <a:pt x="4148168" y="739118"/>
                  </a:lnTo>
                  <a:lnTo>
                    <a:pt x="4148262" y="739118"/>
                  </a:lnTo>
                  <a:lnTo>
                    <a:pt x="4148356" y="739118"/>
                  </a:lnTo>
                  <a:lnTo>
                    <a:pt x="4148450" y="739118"/>
                  </a:lnTo>
                  <a:lnTo>
                    <a:pt x="4148544" y="739118"/>
                  </a:lnTo>
                  <a:lnTo>
                    <a:pt x="4148638" y="739118"/>
                  </a:lnTo>
                  <a:lnTo>
                    <a:pt x="4148732" y="739118"/>
                  </a:lnTo>
                  <a:lnTo>
                    <a:pt x="4148826" y="739118"/>
                  </a:lnTo>
                  <a:lnTo>
                    <a:pt x="4148920" y="739118"/>
                  </a:lnTo>
                  <a:lnTo>
                    <a:pt x="4149014" y="739118"/>
                  </a:lnTo>
                  <a:lnTo>
                    <a:pt x="4149108" y="739118"/>
                  </a:lnTo>
                  <a:lnTo>
                    <a:pt x="4149202" y="739118"/>
                  </a:lnTo>
                  <a:lnTo>
                    <a:pt x="4149296" y="739118"/>
                  </a:lnTo>
                  <a:lnTo>
                    <a:pt x="4149390" y="739118"/>
                  </a:lnTo>
                  <a:lnTo>
                    <a:pt x="4149484" y="739118"/>
                  </a:lnTo>
                  <a:lnTo>
                    <a:pt x="4149578" y="739118"/>
                  </a:lnTo>
                  <a:lnTo>
                    <a:pt x="4149672" y="739118"/>
                  </a:lnTo>
                  <a:lnTo>
                    <a:pt x="4149766" y="739118"/>
                  </a:lnTo>
                  <a:lnTo>
                    <a:pt x="4149860" y="739118"/>
                  </a:lnTo>
                  <a:lnTo>
                    <a:pt x="4149954" y="739118"/>
                  </a:lnTo>
                  <a:lnTo>
                    <a:pt x="4150048" y="739118"/>
                  </a:lnTo>
                  <a:lnTo>
                    <a:pt x="4150142" y="739118"/>
                  </a:lnTo>
                  <a:lnTo>
                    <a:pt x="4150237" y="739118"/>
                  </a:lnTo>
                  <a:lnTo>
                    <a:pt x="4150331" y="739118"/>
                  </a:lnTo>
                  <a:lnTo>
                    <a:pt x="4150425" y="739118"/>
                  </a:lnTo>
                  <a:lnTo>
                    <a:pt x="4150519" y="739118"/>
                  </a:lnTo>
                  <a:lnTo>
                    <a:pt x="4150613" y="739118"/>
                  </a:lnTo>
                  <a:lnTo>
                    <a:pt x="4150707" y="739118"/>
                  </a:lnTo>
                  <a:lnTo>
                    <a:pt x="4150801" y="739118"/>
                  </a:lnTo>
                  <a:lnTo>
                    <a:pt x="4150895" y="739118"/>
                  </a:lnTo>
                  <a:lnTo>
                    <a:pt x="4150989" y="739118"/>
                  </a:lnTo>
                  <a:lnTo>
                    <a:pt x="4151083" y="739118"/>
                  </a:lnTo>
                  <a:lnTo>
                    <a:pt x="4151177" y="739118"/>
                  </a:lnTo>
                  <a:lnTo>
                    <a:pt x="4151271" y="739118"/>
                  </a:lnTo>
                  <a:lnTo>
                    <a:pt x="4151365" y="739118"/>
                  </a:lnTo>
                  <a:lnTo>
                    <a:pt x="4151459" y="739118"/>
                  </a:lnTo>
                  <a:lnTo>
                    <a:pt x="4151553" y="739118"/>
                  </a:lnTo>
                  <a:lnTo>
                    <a:pt x="4151647" y="739118"/>
                  </a:lnTo>
                  <a:lnTo>
                    <a:pt x="4151741" y="739118"/>
                  </a:lnTo>
                  <a:lnTo>
                    <a:pt x="4151835" y="739118"/>
                  </a:lnTo>
                  <a:lnTo>
                    <a:pt x="4151929" y="739118"/>
                  </a:lnTo>
                  <a:lnTo>
                    <a:pt x="4152023" y="739118"/>
                  </a:lnTo>
                  <a:lnTo>
                    <a:pt x="4152117" y="739118"/>
                  </a:lnTo>
                  <a:lnTo>
                    <a:pt x="4152211" y="739118"/>
                  </a:lnTo>
                  <a:lnTo>
                    <a:pt x="4152305" y="739118"/>
                  </a:lnTo>
                  <a:lnTo>
                    <a:pt x="4152399" y="739118"/>
                  </a:lnTo>
                  <a:lnTo>
                    <a:pt x="4152493" y="739118"/>
                  </a:lnTo>
                  <a:lnTo>
                    <a:pt x="4152587" y="739118"/>
                  </a:lnTo>
                  <a:lnTo>
                    <a:pt x="4152681" y="739118"/>
                  </a:lnTo>
                  <a:lnTo>
                    <a:pt x="4152775" y="739118"/>
                  </a:lnTo>
                  <a:lnTo>
                    <a:pt x="4152869" y="739118"/>
                  </a:lnTo>
                  <a:lnTo>
                    <a:pt x="4152963" y="739118"/>
                  </a:lnTo>
                  <a:lnTo>
                    <a:pt x="4153057" y="739118"/>
                  </a:lnTo>
                  <a:lnTo>
                    <a:pt x="4153151" y="739118"/>
                  </a:lnTo>
                  <a:lnTo>
                    <a:pt x="4153245" y="739118"/>
                  </a:lnTo>
                  <a:lnTo>
                    <a:pt x="4153339" y="739118"/>
                  </a:lnTo>
                  <a:lnTo>
                    <a:pt x="4153433" y="739118"/>
                  </a:lnTo>
                  <a:lnTo>
                    <a:pt x="4153527" y="739118"/>
                  </a:lnTo>
                  <a:lnTo>
                    <a:pt x="4153621" y="739118"/>
                  </a:lnTo>
                  <a:lnTo>
                    <a:pt x="4153715" y="739118"/>
                  </a:lnTo>
                  <a:lnTo>
                    <a:pt x="4153810" y="739118"/>
                  </a:lnTo>
                  <a:lnTo>
                    <a:pt x="4153904" y="739118"/>
                  </a:lnTo>
                  <a:lnTo>
                    <a:pt x="4153998" y="739118"/>
                  </a:lnTo>
                  <a:lnTo>
                    <a:pt x="4154092" y="739118"/>
                  </a:lnTo>
                  <a:lnTo>
                    <a:pt x="4154186" y="739118"/>
                  </a:lnTo>
                  <a:lnTo>
                    <a:pt x="4154280" y="739118"/>
                  </a:lnTo>
                  <a:lnTo>
                    <a:pt x="4154374" y="739118"/>
                  </a:lnTo>
                  <a:lnTo>
                    <a:pt x="4154468" y="739118"/>
                  </a:lnTo>
                  <a:lnTo>
                    <a:pt x="4154562" y="739118"/>
                  </a:lnTo>
                  <a:lnTo>
                    <a:pt x="4154656" y="739118"/>
                  </a:lnTo>
                  <a:lnTo>
                    <a:pt x="4154750" y="739118"/>
                  </a:lnTo>
                  <a:lnTo>
                    <a:pt x="4154844" y="739118"/>
                  </a:lnTo>
                  <a:lnTo>
                    <a:pt x="4154938" y="739118"/>
                  </a:lnTo>
                  <a:lnTo>
                    <a:pt x="4155032" y="739118"/>
                  </a:lnTo>
                  <a:lnTo>
                    <a:pt x="4155126" y="739118"/>
                  </a:lnTo>
                  <a:lnTo>
                    <a:pt x="4155220" y="739118"/>
                  </a:lnTo>
                  <a:lnTo>
                    <a:pt x="4155314" y="739118"/>
                  </a:lnTo>
                  <a:lnTo>
                    <a:pt x="4155408" y="739118"/>
                  </a:lnTo>
                  <a:lnTo>
                    <a:pt x="4155502" y="739118"/>
                  </a:lnTo>
                  <a:lnTo>
                    <a:pt x="4155596" y="739118"/>
                  </a:lnTo>
                  <a:lnTo>
                    <a:pt x="4155690" y="739118"/>
                  </a:lnTo>
                  <a:lnTo>
                    <a:pt x="4155784" y="739118"/>
                  </a:lnTo>
                  <a:lnTo>
                    <a:pt x="4155878" y="739118"/>
                  </a:lnTo>
                  <a:lnTo>
                    <a:pt x="4155972" y="739118"/>
                  </a:lnTo>
                  <a:lnTo>
                    <a:pt x="4156066" y="739118"/>
                  </a:lnTo>
                  <a:lnTo>
                    <a:pt x="4156160" y="739118"/>
                  </a:lnTo>
                  <a:lnTo>
                    <a:pt x="4156254" y="739118"/>
                  </a:lnTo>
                  <a:lnTo>
                    <a:pt x="4156348" y="739118"/>
                  </a:lnTo>
                  <a:lnTo>
                    <a:pt x="4156442" y="739118"/>
                  </a:lnTo>
                  <a:lnTo>
                    <a:pt x="4156536" y="739118"/>
                  </a:lnTo>
                  <a:lnTo>
                    <a:pt x="4156630" y="739118"/>
                  </a:lnTo>
                  <a:lnTo>
                    <a:pt x="4156724" y="739118"/>
                  </a:lnTo>
                  <a:lnTo>
                    <a:pt x="4156818" y="739118"/>
                  </a:lnTo>
                  <a:lnTo>
                    <a:pt x="4156912" y="739118"/>
                  </a:lnTo>
                  <a:lnTo>
                    <a:pt x="4157006" y="739118"/>
                  </a:lnTo>
                  <a:lnTo>
                    <a:pt x="4157100" y="739118"/>
                  </a:lnTo>
                  <a:lnTo>
                    <a:pt x="4157194" y="739118"/>
                  </a:lnTo>
                  <a:lnTo>
                    <a:pt x="4157288" y="739118"/>
                  </a:lnTo>
                  <a:lnTo>
                    <a:pt x="4157383" y="739118"/>
                  </a:lnTo>
                  <a:lnTo>
                    <a:pt x="4157477" y="739118"/>
                  </a:lnTo>
                  <a:lnTo>
                    <a:pt x="4157571" y="739118"/>
                  </a:lnTo>
                  <a:lnTo>
                    <a:pt x="4157665" y="739118"/>
                  </a:lnTo>
                  <a:lnTo>
                    <a:pt x="4157759" y="739118"/>
                  </a:lnTo>
                  <a:lnTo>
                    <a:pt x="4157853" y="739118"/>
                  </a:lnTo>
                  <a:lnTo>
                    <a:pt x="4157947" y="739118"/>
                  </a:lnTo>
                  <a:lnTo>
                    <a:pt x="4158041" y="739118"/>
                  </a:lnTo>
                  <a:lnTo>
                    <a:pt x="4158135" y="739118"/>
                  </a:lnTo>
                  <a:lnTo>
                    <a:pt x="4158229" y="739118"/>
                  </a:lnTo>
                  <a:lnTo>
                    <a:pt x="4158323" y="739118"/>
                  </a:lnTo>
                  <a:lnTo>
                    <a:pt x="4158417" y="739118"/>
                  </a:lnTo>
                  <a:lnTo>
                    <a:pt x="4158511" y="739118"/>
                  </a:lnTo>
                  <a:lnTo>
                    <a:pt x="4158605" y="739118"/>
                  </a:lnTo>
                  <a:lnTo>
                    <a:pt x="4158699" y="739118"/>
                  </a:lnTo>
                  <a:lnTo>
                    <a:pt x="4158793" y="739118"/>
                  </a:lnTo>
                  <a:lnTo>
                    <a:pt x="4158887" y="739118"/>
                  </a:lnTo>
                  <a:lnTo>
                    <a:pt x="4158981" y="739118"/>
                  </a:lnTo>
                  <a:lnTo>
                    <a:pt x="4159075" y="739118"/>
                  </a:lnTo>
                  <a:lnTo>
                    <a:pt x="4159169" y="739118"/>
                  </a:lnTo>
                  <a:lnTo>
                    <a:pt x="4159263" y="739118"/>
                  </a:lnTo>
                  <a:lnTo>
                    <a:pt x="4159357" y="739118"/>
                  </a:lnTo>
                  <a:lnTo>
                    <a:pt x="4159451" y="739118"/>
                  </a:lnTo>
                  <a:lnTo>
                    <a:pt x="4159545" y="739118"/>
                  </a:lnTo>
                  <a:lnTo>
                    <a:pt x="4159639" y="739118"/>
                  </a:lnTo>
                  <a:lnTo>
                    <a:pt x="4159733" y="739118"/>
                  </a:lnTo>
                  <a:lnTo>
                    <a:pt x="4159827" y="739118"/>
                  </a:lnTo>
                  <a:lnTo>
                    <a:pt x="4159921" y="739118"/>
                  </a:lnTo>
                  <a:lnTo>
                    <a:pt x="4160015" y="739118"/>
                  </a:lnTo>
                  <a:lnTo>
                    <a:pt x="4160109" y="739118"/>
                  </a:lnTo>
                  <a:lnTo>
                    <a:pt x="4160203" y="739118"/>
                  </a:lnTo>
                  <a:lnTo>
                    <a:pt x="4160297" y="739118"/>
                  </a:lnTo>
                  <a:lnTo>
                    <a:pt x="4160391" y="739118"/>
                  </a:lnTo>
                  <a:lnTo>
                    <a:pt x="4160485" y="739118"/>
                  </a:lnTo>
                  <a:lnTo>
                    <a:pt x="4160579" y="739118"/>
                  </a:lnTo>
                  <a:lnTo>
                    <a:pt x="4160673" y="739118"/>
                  </a:lnTo>
                  <a:lnTo>
                    <a:pt x="4160767" y="739118"/>
                  </a:lnTo>
                  <a:lnTo>
                    <a:pt x="4160862" y="739118"/>
                  </a:lnTo>
                  <a:lnTo>
                    <a:pt x="4160956" y="739118"/>
                  </a:lnTo>
                  <a:lnTo>
                    <a:pt x="4161050" y="739118"/>
                  </a:lnTo>
                  <a:lnTo>
                    <a:pt x="4161144" y="739118"/>
                  </a:lnTo>
                  <a:lnTo>
                    <a:pt x="4161238" y="739118"/>
                  </a:lnTo>
                  <a:lnTo>
                    <a:pt x="4161332" y="739118"/>
                  </a:lnTo>
                  <a:lnTo>
                    <a:pt x="4161426" y="739118"/>
                  </a:lnTo>
                  <a:lnTo>
                    <a:pt x="4161520" y="739118"/>
                  </a:lnTo>
                  <a:lnTo>
                    <a:pt x="4161614" y="739118"/>
                  </a:lnTo>
                  <a:lnTo>
                    <a:pt x="4161708" y="739118"/>
                  </a:lnTo>
                  <a:lnTo>
                    <a:pt x="4161802" y="739118"/>
                  </a:lnTo>
                  <a:lnTo>
                    <a:pt x="4161896" y="739118"/>
                  </a:lnTo>
                  <a:lnTo>
                    <a:pt x="4161990" y="739118"/>
                  </a:lnTo>
                  <a:lnTo>
                    <a:pt x="4162084" y="739118"/>
                  </a:lnTo>
                  <a:lnTo>
                    <a:pt x="4162178" y="739118"/>
                  </a:lnTo>
                  <a:lnTo>
                    <a:pt x="4162272" y="739118"/>
                  </a:lnTo>
                  <a:lnTo>
                    <a:pt x="4162366" y="739118"/>
                  </a:lnTo>
                  <a:lnTo>
                    <a:pt x="4162460" y="739118"/>
                  </a:lnTo>
                  <a:lnTo>
                    <a:pt x="4162554" y="739118"/>
                  </a:lnTo>
                  <a:lnTo>
                    <a:pt x="4162648" y="739118"/>
                  </a:lnTo>
                  <a:lnTo>
                    <a:pt x="4162742" y="739118"/>
                  </a:lnTo>
                  <a:lnTo>
                    <a:pt x="4162836" y="739118"/>
                  </a:lnTo>
                  <a:lnTo>
                    <a:pt x="4162930" y="739118"/>
                  </a:lnTo>
                  <a:lnTo>
                    <a:pt x="4163024" y="739118"/>
                  </a:lnTo>
                  <a:lnTo>
                    <a:pt x="4163118" y="739118"/>
                  </a:lnTo>
                  <a:lnTo>
                    <a:pt x="4163212" y="739118"/>
                  </a:lnTo>
                  <a:lnTo>
                    <a:pt x="4163306" y="739118"/>
                  </a:lnTo>
                  <a:lnTo>
                    <a:pt x="4163400" y="739118"/>
                  </a:lnTo>
                  <a:lnTo>
                    <a:pt x="4163494" y="739118"/>
                  </a:lnTo>
                  <a:lnTo>
                    <a:pt x="4163588" y="739118"/>
                  </a:lnTo>
                  <a:lnTo>
                    <a:pt x="4163682" y="739118"/>
                  </a:lnTo>
                  <a:lnTo>
                    <a:pt x="4163776" y="739118"/>
                  </a:lnTo>
                  <a:lnTo>
                    <a:pt x="4163870" y="739118"/>
                  </a:lnTo>
                  <a:lnTo>
                    <a:pt x="4163964" y="739118"/>
                  </a:lnTo>
                  <a:lnTo>
                    <a:pt x="4164058" y="739118"/>
                  </a:lnTo>
                  <a:lnTo>
                    <a:pt x="4164152" y="739118"/>
                  </a:lnTo>
                  <a:lnTo>
                    <a:pt x="4164246" y="739118"/>
                  </a:lnTo>
                  <a:lnTo>
                    <a:pt x="4164340" y="739118"/>
                  </a:lnTo>
                  <a:lnTo>
                    <a:pt x="4164435" y="739118"/>
                  </a:lnTo>
                  <a:lnTo>
                    <a:pt x="4164529" y="739118"/>
                  </a:lnTo>
                  <a:lnTo>
                    <a:pt x="4164623" y="739118"/>
                  </a:lnTo>
                  <a:lnTo>
                    <a:pt x="4164717" y="739118"/>
                  </a:lnTo>
                  <a:lnTo>
                    <a:pt x="4164811" y="739118"/>
                  </a:lnTo>
                  <a:lnTo>
                    <a:pt x="4164905" y="739118"/>
                  </a:lnTo>
                  <a:lnTo>
                    <a:pt x="4164999" y="739118"/>
                  </a:lnTo>
                  <a:lnTo>
                    <a:pt x="4165093" y="739118"/>
                  </a:lnTo>
                  <a:lnTo>
                    <a:pt x="4165187" y="739118"/>
                  </a:lnTo>
                  <a:lnTo>
                    <a:pt x="4165281" y="739118"/>
                  </a:lnTo>
                  <a:lnTo>
                    <a:pt x="4165375" y="739118"/>
                  </a:lnTo>
                  <a:lnTo>
                    <a:pt x="4165469" y="739118"/>
                  </a:lnTo>
                  <a:lnTo>
                    <a:pt x="4165563" y="739118"/>
                  </a:lnTo>
                  <a:lnTo>
                    <a:pt x="4165657" y="739118"/>
                  </a:lnTo>
                  <a:lnTo>
                    <a:pt x="4165751" y="739118"/>
                  </a:lnTo>
                  <a:lnTo>
                    <a:pt x="4165845" y="739118"/>
                  </a:lnTo>
                  <a:lnTo>
                    <a:pt x="4165939" y="739118"/>
                  </a:lnTo>
                  <a:lnTo>
                    <a:pt x="4166033" y="739118"/>
                  </a:lnTo>
                  <a:lnTo>
                    <a:pt x="4166127" y="739118"/>
                  </a:lnTo>
                  <a:lnTo>
                    <a:pt x="4166221" y="739118"/>
                  </a:lnTo>
                  <a:lnTo>
                    <a:pt x="4166315" y="739118"/>
                  </a:lnTo>
                  <a:lnTo>
                    <a:pt x="4166409" y="739118"/>
                  </a:lnTo>
                  <a:lnTo>
                    <a:pt x="4166503" y="739118"/>
                  </a:lnTo>
                  <a:lnTo>
                    <a:pt x="4166597" y="739118"/>
                  </a:lnTo>
                  <a:lnTo>
                    <a:pt x="4166691" y="739118"/>
                  </a:lnTo>
                  <a:lnTo>
                    <a:pt x="4166785" y="739118"/>
                  </a:lnTo>
                  <a:lnTo>
                    <a:pt x="4166879" y="739118"/>
                  </a:lnTo>
                  <a:lnTo>
                    <a:pt x="4166973" y="739118"/>
                  </a:lnTo>
                  <a:lnTo>
                    <a:pt x="4167067" y="739118"/>
                  </a:lnTo>
                  <a:lnTo>
                    <a:pt x="4167161" y="739118"/>
                  </a:lnTo>
                  <a:lnTo>
                    <a:pt x="4167255" y="739118"/>
                  </a:lnTo>
                  <a:lnTo>
                    <a:pt x="4167349" y="739118"/>
                  </a:lnTo>
                  <a:lnTo>
                    <a:pt x="4167443" y="739118"/>
                  </a:lnTo>
                  <a:lnTo>
                    <a:pt x="4167537" y="739118"/>
                  </a:lnTo>
                  <a:lnTo>
                    <a:pt x="4167631" y="739118"/>
                  </a:lnTo>
                  <a:lnTo>
                    <a:pt x="4167725" y="739118"/>
                  </a:lnTo>
                  <a:lnTo>
                    <a:pt x="4167819" y="739118"/>
                  </a:lnTo>
                  <a:lnTo>
                    <a:pt x="4167913" y="739118"/>
                  </a:lnTo>
                  <a:lnTo>
                    <a:pt x="4168008" y="739118"/>
                  </a:lnTo>
                  <a:lnTo>
                    <a:pt x="4168102" y="739118"/>
                  </a:lnTo>
                  <a:lnTo>
                    <a:pt x="4168196" y="739118"/>
                  </a:lnTo>
                  <a:lnTo>
                    <a:pt x="4168290" y="739118"/>
                  </a:lnTo>
                  <a:lnTo>
                    <a:pt x="4168384" y="739118"/>
                  </a:lnTo>
                  <a:lnTo>
                    <a:pt x="4168478" y="739118"/>
                  </a:lnTo>
                  <a:lnTo>
                    <a:pt x="4168572" y="739118"/>
                  </a:lnTo>
                  <a:lnTo>
                    <a:pt x="4168666" y="739118"/>
                  </a:lnTo>
                  <a:lnTo>
                    <a:pt x="4168760" y="739118"/>
                  </a:lnTo>
                  <a:lnTo>
                    <a:pt x="4168854" y="739118"/>
                  </a:lnTo>
                  <a:lnTo>
                    <a:pt x="4168948" y="739118"/>
                  </a:lnTo>
                  <a:lnTo>
                    <a:pt x="4169042" y="739118"/>
                  </a:lnTo>
                  <a:lnTo>
                    <a:pt x="4169136" y="739118"/>
                  </a:lnTo>
                  <a:lnTo>
                    <a:pt x="4169230" y="739118"/>
                  </a:lnTo>
                  <a:lnTo>
                    <a:pt x="4169324" y="739118"/>
                  </a:lnTo>
                  <a:lnTo>
                    <a:pt x="4169418" y="739118"/>
                  </a:lnTo>
                  <a:lnTo>
                    <a:pt x="4169512" y="739118"/>
                  </a:lnTo>
                  <a:lnTo>
                    <a:pt x="4169606" y="739118"/>
                  </a:lnTo>
                  <a:lnTo>
                    <a:pt x="4169700" y="739118"/>
                  </a:lnTo>
                  <a:lnTo>
                    <a:pt x="4169794" y="739118"/>
                  </a:lnTo>
                  <a:lnTo>
                    <a:pt x="4169888" y="739118"/>
                  </a:lnTo>
                  <a:lnTo>
                    <a:pt x="4169982" y="739118"/>
                  </a:lnTo>
                  <a:lnTo>
                    <a:pt x="4170076" y="739118"/>
                  </a:lnTo>
                  <a:lnTo>
                    <a:pt x="4170170" y="739118"/>
                  </a:lnTo>
                  <a:lnTo>
                    <a:pt x="4170264" y="739118"/>
                  </a:lnTo>
                  <a:lnTo>
                    <a:pt x="4170358" y="739118"/>
                  </a:lnTo>
                  <a:lnTo>
                    <a:pt x="4170452" y="739118"/>
                  </a:lnTo>
                  <a:lnTo>
                    <a:pt x="4170546" y="739118"/>
                  </a:lnTo>
                  <a:lnTo>
                    <a:pt x="4170640" y="739118"/>
                  </a:lnTo>
                  <a:lnTo>
                    <a:pt x="4170734" y="739118"/>
                  </a:lnTo>
                  <a:lnTo>
                    <a:pt x="4170828" y="739118"/>
                  </a:lnTo>
                  <a:lnTo>
                    <a:pt x="4170922" y="739118"/>
                  </a:lnTo>
                  <a:lnTo>
                    <a:pt x="4171016" y="739118"/>
                  </a:lnTo>
                  <a:lnTo>
                    <a:pt x="4171110" y="739118"/>
                  </a:lnTo>
                  <a:lnTo>
                    <a:pt x="4171204" y="739118"/>
                  </a:lnTo>
                  <a:lnTo>
                    <a:pt x="4171298" y="739118"/>
                  </a:lnTo>
                  <a:lnTo>
                    <a:pt x="4171392" y="739118"/>
                  </a:lnTo>
                  <a:lnTo>
                    <a:pt x="4171487" y="739118"/>
                  </a:lnTo>
                  <a:lnTo>
                    <a:pt x="4171581" y="739118"/>
                  </a:lnTo>
                  <a:lnTo>
                    <a:pt x="4171675" y="739118"/>
                  </a:lnTo>
                  <a:lnTo>
                    <a:pt x="4171769" y="739118"/>
                  </a:lnTo>
                  <a:lnTo>
                    <a:pt x="4171863" y="739118"/>
                  </a:lnTo>
                  <a:lnTo>
                    <a:pt x="4171957" y="739118"/>
                  </a:lnTo>
                  <a:lnTo>
                    <a:pt x="4172051" y="739118"/>
                  </a:lnTo>
                  <a:lnTo>
                    <a:pt x="4172145" y="739118"/>
                  </a:lnTo>
                  <a:lnTo>
                    <a:pt x="4172239" y="739118"/>
                  </a:lnTo>
                  <a:lnTo>
                    <a:pt x="4172333" y="739118"/>
                  </a:lnTo>
                  <a:lnTo>
                    <a:pt x="4172427" y="739118"/>
                  </a:lnTo>
                  <a:lnTo>
                    <a:pt x="4172521" y="739118"/>
                  </a:lnTo>
                  <a:lnTo>
                    <a:pt x="4172615" y="739118"/>
                  </a:lnTo>
                  <a:lnTo>
                    <a:pt x="4172709" y="739118"/>
                  </a:lnTo>
                  <a:lnTo>
                    <a:pt x="4172803" y="739118"/>
                  </a:lnTo>
                  <a:lnTo>
                    <a:pt x="4172897" y="739118"/>
                  </a:lnTo>
                  <a:lnTo>
                    <a:pt x="4172991" y="739118"/>
                  </a:lnTo>
                  <a:lnTo>
                    <a:pt x="4173085" y="739118"/>
                  </a:lnTo>
                  <a:lnTo>
                    <a:pt x="4173179" y="739118"/>
                  </a:lnTo>
                  <a:lnTo>
                    <a:pt x="4173273" y="739118"/>
                  </a:lnTo>
                  <a:lnTo>
                    <a:pt x="4173367" y="739118"/>
                  </a:lnTo>
                  <a:lnTo>
                    <a:pt x="4173461" y="739118"/>
                  </a:lnTo>
                  <a:lnTo>
                    <a:pt x="4173555" y="739118"/>
                  </a:lnTo>
                  <a:lnTo>
                    <a:pt x="4173649" y="739118"/>
                  </a:lnTo>
                  <a:lnTo>
                    <a:pt x="4173743" y="739118"/>
                  </a:lnTo>
                  <a:lnTo>
                    <a:pt x="4173837" y="739118"/>
                  </a:lnTo>
                  <a:lnTo>
                    <a:pt x="4173931" y="739118"/>
                  </a:lnTo>
                  <a:lnTo>
                    <a:pt x="4174025" y="739118"/>
                  </a:lnTo>
                  <a:lnTo>
                    <a:pt x="4174119" y="739118"/>
                  </a:lnTo>
                  <a:lnTo>
                    <a:pt x="4174213" y="739118"/>
                  </a:lnTo>
                  <a:lnTo>
                    <a:pt x="4174307" y="739118"/>
                  </a:lnTo>
                  <a:lnTo>
                    <a:pt x="4174401" y="739118"/>
                  </a:lnTo>
                  <a:lnTo>
                    <a:pt x="4174495" y="739118"/>
                  </a:lnTo>
                  <a:lnTo>
                    <a:pt x="4174589" y="739118"/>
                  </a:lnTo>
                  <a:lnTo>
                    <a:pt x="4174683" y="739118"/>
                  </a:lnTo>
                  <a:lnTo>
                    <a:pt x="4174777" y="739118"/>
                  </a:lnTo>
                  <a:lnTo>
                    <a:pt x="4174871" y="739118"/>
                  </a:lnTo>
                  <a:lnTo>
                    <a:pt x="4174965" y="739118"/>
                  </a:lnTo>
                  <a:lnTo>
                    <a:pt x="4175060" y="739118"/>
                  </a:lnTo>
                  <a:lnTo>
                    <a:pt x="4175154" y="739118"/>
                  </a:lnTo>
                  <a:lnTo>
                    <a:pt x="4175248" y="739118"/>
                  </a:lnTo>
                  <a:lnTo>
                    <a:pt x="4175342" y="739118"/>
                  </a:lnTo>
                  <a:lnTo>
                    <a:pt x="4175436" y="739118"/>
                  </a:lnTo>
                  <a:lnTo>
                    <a:pt x="4175530" y="739118"/>
                  </a:lnTo>
                  <a:lnTo>
                    <a:pt x="4175624" y="739118"/>
                  </a:lnTo>
                  <a:lnTo>
                    <a:pt x="4175718" y="739118"/>
                  </a:lnTo>
                  <a:lnTo>
                    <a:pt x="4175812" y="739118"/>
                  </a:lnTo>
                  <a:lnTo>
                    <a:pt x="4175906" y="739118"/>
                  </a:lnTo>
                  <a:lnTo>
                    <a:pt x="4176000" y="739118"/>
                  </a:lnTo>
                  <a:lnTo>
                    <a:pt x="4176094" y="739118"/>
                  </a:lnTo>
                  <a:lnTo>
                    <a:pt x="4176188" y="739118"/>
                  </a:lnTo>
                  <a:lnTo>
                    <a:pt x="4176282" y="739118"/>
                  </a:lnTo>
                  <a:lnTo>
                    <a:pt x="4176376" y="739118"/>
                  </a:lnTo>
                  <a:lnTo>
                    <a:pt x="4176470" y="739118"/>
                  </a:lnTo>
                  <a:lnTo>
                    <a:pt x="4176564" y="739118"/>
                  </a:lnTo>
                  <a:lnTo>
                    <a:pt x="4176658" y="739118"/>
                  </a:lnTo>
                  <a:lnTo>
                    <a:pt x="4176752" y="739118"/>
                  </a:lnTo>
                  <a:lnTo>
                    <a:pt x="4176846" y="739118"/>
                  </a:lnTo>
                  <a:lnTo>
                    <a:pt x="4176940" y="739118"/>
                  </a:lnTo>
                  <a:lnTo>
                    <a:pt x="4177034" y="739118"/>
                  </a:lnTo>
                  <a:lnTo>
                    <a:pt x="4177128" y="739118"/>
                  </a:lnTo>
                  <a:lnTo>
                    <a:pt x="4177222" y="739118"/>
                  </a:lnTo>
                  <a:lnTo>
                    <a:pt x="4177316" y="739118"/>
                  </a:lnTo>
                  <a:lnTo>
                    <a:pt x="4177410" y="739118"/>
                  </a:lnTo>
                  <a:lnTo>
                    <a:pt x="4177504" y="739118"/>
                  </a:lnTo>
                  <a:lnTo>
                    <a:pt x="4177598" y="739118"/>
                  </a:lnTo>
                  <a:lnTo>
                    <a:pt x="4177692" y="739118"/>
                  </a:lnTo>
                  <a:lnTo>
                    <a:pt x="4177786" y="739118"/>
                  </a:lnTo>
                  <a:lnTo>
                    <a:pt x="4177880" y="739118"/>
                  </a:lnTo>
                  <a:lnTo>
                    <a:pt x="4177974" y="739118"/>
                  </a:lnTo>
                  <a:lnTo>
                    <a:pt x="4178068" y="739118"/>
                  </a:lnTo>
                  <a:lnTo>
                    <a:pt x="4178162" y="739118"/>
                  </a:lnTo>
                  <a:lnTo>
                    <a:pt x="4178256" y="739118"/>
                  </a:lnTo>
                  <a:lnTo>
                    <a:pt x="4178350" y="739118"/>
                  </a:lnTo>
                  <a:lnTo>
                    <a:pt x="4178444" y="739118"/>
                  </a:lnTo>
                  <a:lnTo>
                    <a:pt x="4178538" y="739118"/>
                  </a:lnTo>
                  <a:lnTo>
                    <a:pt x="4178633" y="739118"/>
                  </a:lnTo>
                  <a:lnTo>
                    <a:pt x="4178727" y="739118"/>
                  </a:lnTo>
                  <a:lnTo>
                    <a:pt x="4178821" y="739118"/>
                  </a:lnTo>
                  <a:lnTo>
                    <a:pt x="4178915" y="739118"/>
                  </a:lnTo>
                  <a:lnTo>
                    <a:pt x="4179009" y="739118"/>
                  </a:lnTo>
                  <a:lnTo>
                    <a:pt x="4179103" y="739118"/>
                  </a:lnTo>
                  <a:lnTo>
                    <a:pt x="4179197" y="739118"/>
                  </a:lnTo>
                  <a:lnTo>
                    <a:pt x="4179291" y="739118"/>
                  </a:lnTo>
                  <a:lnTo>
                    <a:pt x="4179385" y="739118"/>
                  </a:lnTo>
                  <a:lnTo>
                    <a:pt x="4179479" y="739118"/>
                  </a:lnTo>
                  <a:lnTo>
                    <a:pt x="4179573" y="739118"/>
                  </a:lnTo>
                  <a:lnTo>
                    <a:pt x="4179667" y="739118"/>
                  </a:lnTo>
                  <a:lnTo>
                    <a:pt x="4179761" y="739118"/>
                  </a:lnTo>
                  <a:lnTo>
                    <a:pt x="4179855" y="739118"/>
                  </a:lnTo>
                  <a:lnTo>
                    <a:pt x="4179949" y="739118"/>
                  </a:lnTo>
                  <a:lnTo>
                    <a:pt x="4180043" y="739118"/>
                  </a:lnTo>
                  <a:lnTo>
                    <a:pt x="4180137" y="739118"/>
                  </a:lnTo>
                  <a:lnTo>
                    <a:pt x="4180231" y="739118"/>
                  </a:lnTo>
                  <a:lnTo>
                    <a:pt x="4180325" y="739118"/>
                  </a:lnTo>
                  <a:lnTo>
                    <a:pt x="4180419" y="739118"/>
                  </a:lnTo>
                  <a:lnTo>
                    <a:pt x="4180513" y="739118"/>
                  </a:lnTo>
                  <a:lnTo>
                    <a:pt x="4180607" y="739118"/>
                  </a:lnTo>
                  <a:lnTo>
                    <a:pt x="4180701" y="739118"/>
                  </a:lnTo>
                  <a:lnTo>
                    <a:pt x="4180795" y="739118"/>
                  </a:lnTo>
                  <a:lnTo>
                    <a:pt x="4180889" y="739118"/>
                  </a:lnTo>
                  <a:lnTo>
                    <a:pt x="4180983" y="739118"/>
                  </a:lnTo>
                  <a:lnTo>
                    <a:pt x="4181077" y="739118"/>
                  </a:lnTo>
                  <a:lnTo>
                    <a:pt x="4181171" y="739118"/>
                  </a:lnTo>
                  <a:lnTo>
                    <a:pt x="4181265" y="739118"/>
                  </a:lnTo>
                  <a:lnTo>
                    <a:pt x="4181359" y="739118"/>
                  </a:lnTo>
                  <a:lnTo>
                    <a:pt x="4181453" y="739118"/>
                  </a:lnTo>
                  <a:lnTo>
                    <a:pt x="4181547" y="739118"/>
                  </a:lnTo>
                  <a:lnTo>
                    <a:pt x="4181641" y="739118"/>
                  </a:lnTo>
                  <a:lnTo>
                    <a:pt x="4181641" y="733839"/>
                  </a:lnTo>
                  <a:lnTo>
                    <a:pt x="4181735" y="733839"/>
                  </a:lnTo>
                  <a:lnTo>
                    <a:pt x="4181829" y="733839"/>
                  </a:lnTo>
                  <a:lnTo>
                    <a:pt x="4181923" y="733839"/>
                  </a:lnTo>
                  <a:lnTo>
                    <a:pt x="4182017" y="733839"/>
                  </a:lnTo>
                  <a:lnTo>
                    <a:pt x="4182111" y="733839"/>
                  </a:lnTo>
                  <a:lnTo>
                    <a:pt x="4182206" y="733839"/>
                  </a:lnTo>
                  <a:lnTo>
                    <a:pt x="4182300" y="733839"/>
                  </a:lnTo>
                  <a:lnTo>
                    <a:pt x="4182394" y="733839"/>
                  </a:lnTo>
                  <a:lnTo>
                    <a:pt x="4182488" y="733839"/>
                  </a:lnTo>
                  <a:lnTo>
                    <a:pt x="4182582" y="733839"/>
                  </a:lnTo>
                  <a:lnTo>
                    <a:pt x="4182676" y="733839"/>
                  </a:lnTo>
                  <a:lnTo>
                    <a:pt x="4182770" y="733839"/>
                  </a:lnTo>
                  <a:lnTo>
                    <a:pt x="4182864" y="733839"/>
                  </a:lnTo>
                  <a:lnTo>
                    <a:pt x="4182958" y="733839"/>
                  </a:lnTo>
                  <a:lnTo>
                    <a:pt x="4183052" y="733839"/>
                  </a:lnTo>
                  <a:lnTo>
                    <a:pt x="4183146" y="733839"/>
                  </a:lnTo>
                  <a:lnTo>
                    <a:pt x="4183240" y="733839"/>
                  </a:lnTo>
                  <a:lnTo>
                    <a:pt x="4183334" y="733839"/>
                  </a:lnTo>
                  <a:lnTo>
                    <a:pt x="4183428" y="733839"/>
                  </a:lnTo>
                  <a:lnTo>
                    <a:pt x="4183522" y="733839"/>
                  </a:lnTo>
                  <a:lnTo>
                    <a:pt x="4183616" y="733839"/>
                  </a:lnTo>
                  <a:lnTo>
                    <a:pt x="4183710" y="733839"/>
                  </a:lnTo>
                  <a:lnTo>
                    <a:pt x="4183804" y="733839"/>
                  </a:lnTo>
                  <a:lnTo>
                    <a:pt x="4183898" y="733839"/>
                  </a:lnTo>
                  <a:lnTo>
                    <a:pt x="4183992" y="733839"/>
                  </a:lnTo>
                  <a:lnTo>
                    <a:pt x="4184086" y="733839"/>
                  </a:lnTo>
                  <a:lnTo>
                    <a:pt x="4184180" y="733839"/>
                  </a:lnTo>
                  <a:lnTo>
                    <a:pt x="4184274" y="733839"/>
                  </a:lnTo>
                  <a:lnTo>
                    <a:pt x="4184368" y="733839"/>
                  </a:lnTo>
                  <a:lnTo>
                    <a:pt x="4184462" y="733839"/>
                  </a:lnTo>
                  <a:lnTo>
                    <a:pt x="4184556" y="733839"/>
                  </a:lnTo>
                  <a:lnTo>
                    <a:pt x="4184650" y="733839"/>
                  </a:lnTo>
                  <a:lnTo>
                    <a:pt x="4184744" y="733839"/>
                  </a:lnTo>
                  <a:lnTo>
                    <a:pt x="4184838" y="733839"/>
                  </a:lnTo>
                  <a:lnTo>
                    <a:pt x="4184932" y="733839"/>
                  </a:lnTo>
                  <a:lnTo>
                    <a:pt x="4185026" y="733839"/>
                  </a:lnTo>
                  <a:lnTo>
                    <a:pt x="4185120" y="733839"/>
                  </a:lnTo>
                  <a:lnTo>
                    <a:pt x="4185214" y="733839"/>
                  </a:lnTo>
                  <a:lnTo>
                    <a:pt x="4185308" y="733839"/>
                  </a:lnTo>
                  <a:lnTo>
                    <a:pt x="4185402" y="733839"/>
                  </a:lnTo>
                  <a:lnTo>
                    <a:pt x="4185496" y="733839"/>
                  </a:lnTo>
                  <a:lnTo>
                    <a:pt x="4185590" y="733839"/>
                  </a:lnTo>
                  <a:lnTo>
                    <a:pt x="4185685" y="733839"/>
                  </a:lnTo>
                  <a:lnTo>
                    <a:pt x="4185779" y="733839"/>
                  </a:lnTo>
                  <a:lnTo>
                    <a:pt x="4185873" y="733839"/>
                  </a:lnTo>
                  <a:lnTo>
                    <a:pt x="4185967" y="733839"/>
                  </a:lnTo>
                  <a:lnTo>
                    <a:pt x="4186061" y="733839"/>
                  </a:lnTo>
                  <a:lnTo>
                    <a:pt x="4186155" y="733839"/>
                  </a:lnTo>
                  <a:lnTo>
                    <a:pt x="4186249" y="733839"/>
                  </a:lnTo>
                  <a:lnTo>
                    <a:pt x="4186343" y="733839"/>
                  </a:lnTo>
                  <a:lnTo>
                    <a:pt x="4186437" y="733839"/>
                  </a:lnTo>
                  <a:lnTo>
                    <a:pt x="4186531" y="733839"/>
                  </a:lnTo>
                  <a:lnTo>
                    <a:pt x="4186625" y="733839"/>
                  </a:lnTo>
                  <a:lnTo>
                    <a:pt x="4186719" y="733839"/>
                  </a:lnTo>
                  <a:lnTo>
                    <a:pt x="4186813" y="733839"/>
                  </a:lnTo>
                  <a:lnTo>
                    <a:pt x="4186907" y="733839"/>
                  </a:lnTo>
                  <a:lnTo>
                    <a:pt x="4187001" y="733839"/>
                  </a:lnTo>
                  <a:lnTo>
                    <a:pt x="4187095" y="733839"/>
                  </a:lnTo>
                  <a:lnTo>
                    <a:pt x="4187189" y="733839"/>
                  </a:lnTo>
                  <a:lnTo>
                    <a:pt x="4187283" y="733839"/>
                  </a:lnTo>
                  <a:lnTo>
                    <a:pt x="4187377" y="733839"/>
                  </a:lnTo>
                  <a:lnTo>
                    <a:pt x="4187471" y="733839"/>
                  </a:lnTo>
                  <a:lnTo>
                    <a:pt x="4187565" y="733839"/>
                  </a:lnTo>
                  <a:lnTo>
                    <a:pt x="4187659" y="733839"/>
                  </a:lnTo>
                  <a:lnTo>
                    <a:pt x="4187753" y="733839"/>
                  </a:lnTo>
                  <a:lnTo>
                    <a:pt x="4187847" y="733839"/>
                  </a:lnTo>
                  <a:lnTo>
                    <a:pt x="4187941" y="733839"/>
                  </a:lnTo>
                  <a:lnTo>
                    <a:pt x="4188035" y="733839"/>
                  </a:lnTo>
                  <a:lnTo>
                    <a:pt x="4188129" y="733839"/>
                  </a:lnTo>
                  <a:lnTo>
                    <a:pt x="4188223" y="733839"/>
                  </a:lnTo>
                  <a:lnTo>
                    <a:pt x="4188317" y="733839"/>
                  </a:lnTo>
                  <a:lnTo>
                    <a:pt x="4188411" y="733839"/>
                  </a:lnTo>
                  <a:lnTo>
                    <a:pt x="4188505" y="733839"/>
                  </a:lnTo>
                  <a:lnTo>
                    <a:pt x="4188599" y="733839"/>
                  </a:lnTo>
                  <a:lnTo>
                    <a:pt x="4188693" y="733839"/>
                  </a:lnTo>
                  <a:lnTo>
                    <a:pt x="4188787" y="733839"/>
                  </a:lnTo>
                  <a:lnTo>
                    <a:pt x="4188881" y="733839"/>
                  </a:lnTo>
                  <a:lnTo>
                    <a:pt x="4188975" y="733839"/>
                  </a:lnTo>
                  <a:lnTo>
                    <a:pt x="4189069" y="733839"/>
                  </a:lnTo>
                  <a:lnTo>
                    <a:pt x="4189163" y="733839"/>
                  </a:lnTo>
                  <a:lnTo>
                    <a:pt x="4189258" y="733839"/>
                  </a:lnTo>
                  <a:lnTo>
                    <a:pt x="4189352" y="733839"/>
                  </a:lnTo>
                  <a:lnTo>
                    <a:pt x="4189446" y="733839"/>
                  </a:lnTo>
                  <a:lnTo>
                    <a:pt x="4189540" y="733839"/>
                  </a:lnTo>
                  <a:lnTo>
                    <a:pt x="4189634" y="733839"/>
                  </a:lnTo>
                  <a:lnTo>
                    <a:pt x="4189728" y="733839"/>
                  </a:lnTo>
                  <a:lnTo>
                    <a:pt x="4189822" y="733839"/>
                  </a:lnTo>
                  <a:lnTo>
                    <a:pt x="4189916" y="733839"/>
                  </a:lnTo>
                  <a:lnTo>
                    <a:pt x="4190010" y="733839"/>
                  </a:lnTo>
                  <a:lnTo>
                    <a:pt x="4190104" y="733839"/>
                  </a:lnTo>
                  <a:lnTo>
                    <a:pt x="4190198" y="733839"/>
                  </a:lnTo>
                  <a:lnTo>
                    <a:pt x="4190292" y="733839"/>
                  </a:lnTo>
                  <a:lnTo>
                    <a:pt x="4190386" y="733839"/>
                  </a:lnTo>
                  <a:lnTo>
                    <a:pt x="4190480" y="733839"/>
                  </a:lnTo>
                  <a:lnTo>
                    <a:pt x="4190574" y="733839"/>
                  </a:lnTo>
                  <a:lnTo>
                    <a:pt x="4190668" y="733839"/>
                  </a:lnTo>
                  <a:lnTo>
                    <a:pt x="4190762" y="733839"/>
                  </a:lnTo>
                  <a:lnTo>
                    <a:pt x="4190856" y="733839"/>
                  </a:lnTo>
                  <a:lnTo>
                    <a:pt x="4190950" y="733839"/>
                  </a:lnTo>
                  <a:lnTo>
                    <a:pt x="4191044" y="733839"/>
                  </a:lnTo>
                  <a:lnTo>
                    <a:pt x="4191138" y="733839"/>
                  </a:lnTo>
                  <a:lnTo>
                    <a:pt x="4191232" y="733839"/>
                  </a:lnTo>
                  <a:lnTo>
                    <a:pt x="4191326" y="733839"/>
                  </a:lnTo>
                  <a:lnTo>
                    <a:pt x="4191420" y="733839"/>
                  </a:lnTo>
                  <a:lnTo>
                    <a:pt x="4191514" y="733839"/>
                  </a:lnTo>
                  <a:lnTo>
                    <a:pt x="4191608" y="733839"/>
                  </a:lnTo>
                  <a:lnTo>
                    <a:pt x="4191702" y="733839"/>
                  </a:lnTo>
                  <a:lnTo>
                    <a:pt x="4191702" y="728560"/>
                  </a:lnTo>
                  <a:lnTo>
                    <a:pt x="4191796" y="728560"/>
                  </a:lnTo>
                  <a:lnTo>
                    <a:pt x="4191890" y="728560"/>
                  </a:lnTo>
                  <a:lnTo>
                    <a:pt x="4191984" y="728560"/>
                  </a:lnTo>
                  <a:lnTo>
                    <a:pt x="4192078" y="728560"/>
                  </a:lnTo>
                  <a:lnTo>
                    <a:pt x="4192172" y="728560"/>
                  </a:lnTo>
                  <a:lnTo>
                    <a:pt x="4192266" y="728560"/>
                  </a:lnTo>
                  <a:lnTo>
                    <a:pt x="4192360" y="728560"/>
                  </a:lnTo>
                  <a:lnTo>
                    <a:pt x="4192454" y="728560"/>
                  </a:lnTo>
                  <a:lnTo>
                    <a:pt x="4192548" y="728560"/>
                  </a:lnTo>
                  <a:lnTo>
                    <a:pt x="4192642" y="728560"/>
                  </a:lnTo>
                  <a:lnTo>
                    <a:pt x="4192736" y="728560"/>
                  </a:lnTo>
                  <a:lnTo>
                    <a:pt x="4192831" y="728560"/>
                  </a:lnTo>
                  <a:lnTo>
                    <a:pt x="4192925" y="728560"/>
                  </a:lnTo>
                  <a:lnTo>
                    <a:pt x="4193019" y="728560"/>
                  </a:lnTo>
                  <a:lnTo>
                    <a:pt x="4193113" y="728560"/>
                  </a:lnTo>
                  <a:lnTo>
                    <a:pt x="4193207" y="728560"/>
                  </a:lnTo>
                  <a:lnTo>
                    <a:pt x="4193301" y="728560"/>
                  </a:lnTo>
                  <a:lnTo>
                    <a:pt x="4193395" y="728560"/>
                  </a:lnTo>
                  <a:lnTo>
                    <a:pt x="4193489" y="728560"/>
                  </a:lnTo>
                  <a:lnTo>
                    <a:pt x="4193583" y="728560"/>
                  </a:lnTo>
                  <a:lnTo>
                    <a:pt x="4193677" y="728560"/>
                  </a:lnTo>
                  <a:lnTo>
                    <a:pt x="4193771" y="728560"/>
                  </a:lnTo>
                  <a:lnTo>
                    <a:pt x="4193865" y="728560"/>
                  </a:lnTo>
                  <a:lnTo>
                    <a:pt x="4193959" y="728560"/>
                  </a:lnTo>
                  <a:lnTo>
                    <a:pt x="4194053" y="728560"/>
                  </a:lnTo>
                  <a:lnTo>
                    <a:pt x="4194147" y="728560"/>
                  </a:lnTo>
                  <a:lnTo>
                    <a:pt x="4194241" y="728560"/>
                  </a:lnTo>
                  <a:lnTo>
                    <a:pt x="4194335" y="728560"/>
                  </a:lnTo>
                  <a:lnTo>
                    <a:pt x="4194429" y="728560"/>
                  </a:lnTo>
                  <a:lnTo>
                    <a:pt x="4194523" y="728560"/>
                  </a:lnTo>
                  <a:lnTo>
                    <a:pt x="4194617" y="728560"/>
                  </a:lnTo>
                  <a:lnTo>
                    <a:pt x="4194711" y="728560"/>
                  </a:lnTo>
                  <a:lnTo>
                    <a:pt x="4194805" y="728560"/>
                  </a:lnTo>
                  <a:lnTo>
                    <a:pt x="4194899" y="728560"/>
                  </a:lnTo>
                  <a:lnTo>
                    <a:pt x="4194993" y="728560"/>
                  </a:lnTo>
                  <a:lnTo>
                    <a:pt x="4195087" y="728560"/>
                  </a:lnTo>
                  <a:lnTo>
                    <a:pt x="4195181" y="728560"/>
                  </a:lnTo>
                  <a:lnTo>
                    <a:pt x="4195275" y="728560"/>
                  </a:lnTo>
                  <a:lnTo>
                    <a:pt x="4195369" y="728560"/>
                  </a:lnTo>
                  <a:lnTo>
                    <a:pt x="4195463" y="728560"/>
                  </a:lnTo>
                  <a:lnTo>
                    <a:pt x="4195557" y="728560"/>
                  </a:lnTo>
                  <a:lnTo>
                    <a:pt x="4195651" y="728560"/>
                  </a:lnTo>
                  <a:lnTo>
                    <a:pt x="4195745" y="728560"/>
                  </a:lnTo>
                  <a:lnTo>
                    <a:pt x="4195839" y="728560"/>
                  </a:lnTo>
                  <a:lnTo>
                    <a:pt x="4195933" y="728560"/>
                  </a:lnTo>
                  <a:lnTo>
                    <a:pt x="4196027" y="728560"/>
                  </a:lnTo>
                  <a:lnTo>
                    <a:pt x="4196121" y="728560"/>
                  </a:lnTo>
                  <a:lnTo>
                    <a:pt x="4196215" y="728560"/>
                  </a:lnTo>
                  <a:lnTo>
                    <a:pt x="4196310" y="728560"/>
                  </a:lnTo>
                  <a:lnTo>
                    <a:pt x="4196404" y="728560"/>
                  </a:lnTo>
                  <a:lnTo>
                    <a:pt x="4196498" y="728560"/>
                  </a:lnTo>
                  <a:lnTo>
                    <a:pt x="4196592" y="728560"/>
                  </a:lnTo>
                  <a:lnTo>
                    <a:pt x="4196686" y="728560"/>
                  </a:lnTo>
                  <a:lnTo>
                    <a:pt x="4196780" y="728560"/>
                  </a:lnTo>
                  <a:lnTo>
                    <a:pt x="4196874" y="728560"/>
                  </a:lnTo>
                  <a:lnTo>
                    <a:pt x="4196968" y="728560"/>
                  </a:lnTo>
                  <a:lnTo>
                    <a:pt x="4197062" y="728560"/>
                  </a:lnTo>
                  <a:lnTo>
                    <a:pt x="4197156" y="728560"/>
                  </a:lnTo>
                  <a:lnTo>
                    <a:pt x="4197250" y="728560"/>
                  </a:lnTo>
                  <a:lnTo>
                    <a:pt x="4197344" y="728560"/>
                  </a:lnTo>
                  <a:lnTo>
                    <a:pt x="4197438" y="728560"/>
                  </a:lnTo>
                  <a:lnTo>
                    <a:pt x="4197532" y="728560"/>
                  </a:lnTo>
                  <a:lnTo>
                    <a:pt x="4197626" y="728560"/>
                  </a:lnTo>
                  <a:lnTo>
                    <a:pt x="4197720" y="728560"/>
                  </a:lnTo>
                  <a:lnTo>
                    <a:pt x="4197814" y="728560"/>
                  </a:lnTo>
                  <a:lnTo>
                    <a:pt x="4197908" y="728560"/>
                  </a:lnTo>
                  <a:lnTo>
                    <a:pt x="4198002" y="728560"/>
                  </a:lnTo>
                  <a:lnTo>
                    <a:pt x="4198096" y="728560"/>
                  </a:lnTo>
                  <a:lnTo>
                    <a:pt x="4198190" y="728560"/>
                  </a:lnTo>
                  <a:lnTo>
                    <a:pt x="4198284" y="728560"/>
                  </a:lnTo>
                  <a:lnTo>
                    <a:pt x="4198378" y="728560"/>
                  </a:lnTo>
                  <a:lnTo>
                    <a:pt x="4198472" y="728560"/>
                  </a:lnTo>
                  <a:lnTo>
                    <a:pt x="4198566" y="728560"/>
                  </a:lnTo>
                  <a:lnTo>
                    <a:pt x="4198660" y="728560"/>
                  </a:lnTo>
                  <a:lnTo>
                    <a:pt x="4198754" y="728560"/>
                  </a:lnTo>
                  <a:lnTo>
                    <a:pt x="4198848" y="728560"/>
                  </a:lnTo>
                  <a:lnTo>
                    <a:pt x="4198942" y="728560"/>
                  </a:lnTo>
                  <a:lnTo>
                    <a:pt x="4199036" y="728560"/>
                  </a:lnTo>
                  <a:lnTo>
                    <a:pt x="4199130" y="728560"/>
                  </a:lnTo>
                  <a:lnTo>
                    <a:pt x="4199224" y="728560"/>
                  </a:lnTo>
                  <a:lnTo>
                    <a:pt x="4199318" y="728560"/>
                  </a:lnTo>
                  <a:lnTo>
                    <a:pt x="4199412" y="728560"/>
                  </a:lnTo>
                  <a:lnTo>
                    <a:pt x="4199506" y="728560"/>
                  </a:lnTo>
                  <a:lnTo>
                    <a:pt x="4199600" y="728560"/>
                  </a:lnTo>
                  <a:lnTo>
                    <a:pt x="4199694" y="728560"/>
                  </a:lnTo>
                  <a:lnTo>
                    <a:pt x="4199788" y="728560"/>
                  </a:lnTo>
                  <a:lnTo>
                    <a:pt x="4199883" y="728560"/>
                  </a:lnTo>
                  <a:lnTo>
                    <a:pt x="4199977" y="728560"/>
                  </a:lnTo>
                  <a:lnTo>
                    <a:pt x="4200071" y="728560"/>
                  </a:lnTo>
                  <a:lnTo>
                    <a:pt x="4200165" y="728560"/>
                  </a:lnTo>
                  <a:lnTo>
                    <a:pt x="4200259" y="728560"/>
                  </a:lnTo>
                  <a:lnTo>
                    <a:pt x="4200353" y="728560"/>
                  </a:lnTo>
                  <a:lnTo>
                    <a:pt x="4200447" y="728560"/>
                  </a:lnTo>
                  <a:lnTo>
                    <a:pt x="4200541" y="728560"/>
                  </a:lnTo>
                  <a:lnTo>
                    <a:pt x="4200635" y="728560"/>
                  </a:lnTo>
                  <a:lnTo>
                    <a:pt x="4200729" y="728560"/>
                  </a:lnTo>
                  <a:lnTo>
                    <a:pt x="4200823" y="728560"/>
                  </a:lnTo>
                  <a:lnTo>
                    <a:pt x="4200917" y="728560"/>
                  </a:lnTo>
                  <a:lnTo>
                    <a:pt x="4201011" y="728560"/>
                  </a:lnTo>
                  <a:lnTo>
                    <a:pt x="4201105" y="728560"/>
                  </a:lnTo>
                  <a:lnTo>
                    <a:pt x="4201199" y="728560"/>
                  </a:lnTo>
                  <a:lnTo>
                    <a:pt x="4201293" y="728560"/>
                  </a:lnTo>
                  <a:lnTo>
                    <a:pt x="4201387" y="728560"/>
                  </a:lnTo>
                  <a:lnTo>
                    <a:pt x="4201481" y="728560"/>
                  </a:lnTo>
                  <a:lnTo>
                    <a:pt x="4201575" y="728560"/>
                  </a:lnTo>
                  <a:lnTo>
                    <a:pt x="4201669" y="728560"/>
                  </a:lnTo>
                  <a:lnTo>
                    <a:pt x="4201763" y="728560"/>
                  </a:lnTo>
                  <a:lnTo>
                    <a:pt x="4201857" y="728560"/>
                  </a:lnTo>
                  <a:lnTo>
                    <a:pt x="4201951" y="728560"/>
                  </a:lnTo>
                  <a:lnTo>
                    <a:pt x="4202045" y="728560"/>
                  </a:lnTo>
                  <a:lnTo>
                    <a:pt x="4202139" y="728560"/>
                  </a:lnTo>
                  <a:lnTo>
                    <a:pt x="4202233" y="728560"/>
                  </a:lnTo>
                  <a:lnTo>
                    <a:pt x="4202327" y="728560"/>
                  </a:lnTo>
                  <a:lnTo>
                    <a:pt x="4202421" y="728560"/>
                  </a:lnTo>
                  <a:lnTo>
                    <a:pt x="4202515" y="728560"/>
                  </a:lnTo>
                  <a:lnTo>
                    <a:pt x="4202609" y="728560"/>
                  </a:lnTo>
                  <a:lnTo>
                    <a:pt x="4202703" y="728560"/>
                  </a:lnTo>
                  <a:lnTo>
                    <a:pt x="4202797" y="728560"/>
                  </a:lnTo>
                  <a:lnTo>
                    <a:pt x="4202891" y="728560"/>
                  </a:lnTo>
                  <a:lnTo>
                    <a:pt x="4202985" y="728560"/>
                  </a:lnTo>
                  <a:lnTo>
                    <a:pt x="4203079" y="728560"/>
                  </a:lnTo>
                  <a:lnTo>
                    <a:pt x="4203173" y="728560"/>
                  </a:lnTo>
                  <a:lnTo>
                    <a:pt x="4203267" y="728560"/>
                  </a:lnTo>
                  <a:lnTo>
                    <a:pt x="4203361" y="728560"/>
                  </a:lnTo>
                  <a:lnTo>
                    <a:pt x="4203456" y="728560"/>
                  </a:lnTo>
                  <a:lnTo>
                    <a:pt x="4203550" y="728560"/>
                  </a:lnTo>
                  <a:lnTo>
                    <a:pt x="4203644" y="728560"/>
                  </a:lnTo>
                  <a:lnTo>
                    <a:pt x="4203738" y="728560"/>
                  </a:lnTo>
                  <a:lnTo>
                    <a:pt x="4203832" y="728560"/>
                  </a:lnTo>
                  <a:lnTo>
                    <a:pt x="4203926" y="728560"/>
                  </a:lnTo>
                  <a:lnTo>
                    <a:pt x="4204020" y="728560"/>
                  </a:lnTo>
                  <a:lnTo>
                    <a:pt x="4204114" y="728560"/>
                  </a:lnTo>
                  <a:lnTo>
                    <a:pt x="4204208" y="728560"/>
                  </a:lnTo>
                  <a:lnTo>
                    <a:pt x="4204302" y="728560"/>
                  </a:lnTo>
                  <a:lnTo>
                    <a:pt x="4204396" y="728560"/>
                  </a:lnTo>
                  <a:lnTo>
                    <a:pt x="4204490" y="728560"/>
                  </a:lnTo>
                  <a:lnTo>
                    <a:pt x="4204584" y="728560"/>
                  </a:lnTo>
                  <a:lnTo>
                    <a:pt x="4204678" y="728560"/>
                  </a:lnTo>
                  <a:lnTo>
                    <a:pt x="4204772" y="728560"/>
                  </a:lnTo>
                  <a:lnTo>
                    <a:pt x="4204866" y="728560"/>
                  </a:lnTo>
                  <a:lnTo>
                    <a:pt x="4204960" y="728560"/>
                  </a:lnTo>
                  <a:lnTo>
                    <a:pt x="4205054" y="728560"/>
                  </a:lnTo>
                  <a:lnTo>
                    <a:pt x="4205148" y="728560"/>
                  </a:lnTo>
                  <a:lnTo>
                    <a:pt x="4205242" y="728560"/>
                  </a:lnTo>
                  <a:lnTo>
                    <a:pt x="4205336" y="728560"/>
                  </a:lnTo>
                  <a:lnTo>
                    <a:pt x="4205430" y="728560"/>
                  </a:lnTo>
                  <a:lnTo>
                    <a:pt x="4205524" y="728560"/>
                  </a:lnTo>
                  <a:lnTo>
                    <a:pt x="4205618" y="728560"/>
                  </a:lnTo>
                  <a:lnTo>
                    <a:pt x="4205712" y="728560"/>
                  </a:lnTo>
                  <a:lnTo>
                    <a:pt x="4205806" y="728560"/>
                  </a:lnTo>
                  <a:lnTo>
                    <a:pt x="4205900" y="728560"/>
                  </a:lnTo>
                  <a:lnTo>
                    <a:pt x="4205994" y="728560"/>
                  </a:lnTo>
                  <a:lnTo>
                    <a:pt x="4206088" y="728560"/>
                  </a:lnTo>
                  <a:lnTo>
                    <a:pt x="4206182" y="728560"/>
                  </a:lnTo>
                  <a:lnTo>
                    <a:pt x="4206276" y="728560"/>
                  </a:lnTo>
                  <a:lnTo>
                    <a:pt x="4206370" y="728560"/>
                  </a:lnTo>
                  <a:lnTo>
                    <a:pt x="4206464" y="728560"/>
                  </a:lnTo>
                  <a:lnTo>
                    <a:pt x="4206558" y="728560"/>
                  </a:lnTo>
                  <a:lnTo>
                    <a:pt x="4206652" y="728560"/>
                  </a:lnTo>
                  <a:lnTo>
                    <a:pt x="4206746" y="728560"/>
                  </a:lnTo>
                  <a:lnTo>
                    <a:pt x="4206840" y="728560"/>
                  </a:lnTo>
                  <a:lnTo>
                    <a:pt x="4206935" y="728560"/>
                  </a:lnTo>
                  <a:lnTo>
                    <a:pt x="4207029" y="728560"/>
                  </a:lnTo>
                  <a:lnTo>
                    <a:pt x="4207123" y="728560"/>
                  </a:lnTo>
                  <a:lnTo>
                    <a:pt x="4207217" y="728560"/>
                  </a:lnTo>
                  <a:lnTo>
                    <a:pt x="4207311" y="728560"/>
                  </a:lnTo>
                  <a:lnTo>
                    <a:pt x="4207405" y="728560"/>
                  </a:lnTo>
                  <a:lnTo>
                    <a:pt x="4207499" y="728560"/>
                  </a:lnTo>
                  <a:lnTo>
                    <a:pt x="4207593" y="728560"/>
                  </a:lnTo>
                  <a:lnTo>
                    <a:pt x="4207687" y="728560"/>
                  </a:lnTo>
                  <a:lnTo>
                    <a:pt x="4207781" y="728560"/>
                  </a:lnTo>
                  <a:lnTo>
                    <a:pt x="4207875" y="728560"/>
                  </a:lnTo>
                  <a:lnTo>
                    <a:pt x="4207969" y="728560"/>
                  </a:lnTo>
                  <a:lnTo>
                    <a:pt x="4208063" y="728560"/>
                  </a:lnTo>
                  <a:lnTo>
                    <a:pt x="4208157" y="728560"/>
                  </a:lnTo>
                  <a:lnTo>
                    <a:pt x="4208251" y="728560"/>
                  </a:lnTo>
                  <a:lnTo>
                    <a:pt x="4208345" y="728560"/>
                  </a:lnTo>
                  <a:lnTo>
                    <a:pt x="4208439" y="728560"/>
                  </a:lnTo>
                  <a:lnTo>
                    <a:pt x="4208533" y="728560"/>
                  </a:lnTo>
                  <a:lnTo>
                    <a:pt x="4208627" y="728560"/>
                  </a:lnTo>
                  <a:lnTo>
                    <a:pt x="4208721" y="728560"/>
                  </a:lnTo>
                  <a:lnTo>
                    <a:pt x="4208815" y="728560"/>
                  </a:lnTo>
                  <a:lnTo>
                    <a:pt x="4208909" y="728560"/>
                  </a:lnTo>
                  <a:lnTo>
                    <a:pt x="4209003" y="728560"/>
                  </a:lnTo>
                  <a:lnTo>
                    <a:pt x="4209097" y="728560"/>
                  </a:lnTo>
                  <a:lnTo>
                    <a:pt x="4209191" y="728560"/>
                  </a:lnTo>
                  <a:lnTo>
                    <a:pt x="4209285" y="728560"/>
                  </a:lnTo>
                  <a:lnTo>
                    <a:pt x="4209379" y="728560"/>
                  </a:lnTo>
                  <a:lnTo>
                    <a:pt x="4209473" y="728560"/>
                  </a:lnTo>
                  <a:lnTo>
                    <a:pt x="4209567" y="728560"/>
                  </a:lnTo>
                  <a:lnTo>
                    <a:pt x="4209661" y="728560"/>
                  </a:lnTo>
                  <a:lnTo>
                    <a:pt x="4209755" y="728560"/>
                  </a:lnTo>
                  <a:lnTo>
                    <a:pt x="4209849" y="728560"/>
                  </a:lnTo>
                  <a:lnTo>
                    <a:pt x="4209943" y="728560"/>
                  </a:lnTo>
                  <a:lnTo>
                    <a:pt x="4210037" y="728560"/>
                  </a:lnTo>
                  <a:lnTo>
                    <a:pt x="4210131" y="728560"/>
                  </a:lnTo>
                  <a:lnTo>
                    <a:pt x="4210225" y="728560"/>
                  </a:lnTo>
                  <a:lnTo>
                    <a:pt x="4210319" y="728560"/>
                  </a:lnTo>
                  <a:lnTo>
                    <a:pt x="4210413" y="728560"/>
                  </a:lnTo>
                  <a:lnTo>
                    <a:pt x="4210508" y="728560"/>
                  </a:lnTo>
                  <a:lnTo>
                    <a:pt x="4210602" y="728560"/>
                  </a:lnTo>
                  <a:lnTo>
                    <a:pt x="4210696" y="728560"/>
                  </a:lnTo>
                  <a:lnTo>
                    <a:pt x="4210790" y="728560"/>
                  </a:lnTo>
                  <a:lnTo>
                    <a:pt x="4210884" y="728560"/>
                  </a:lnTo>
                  <a:lnTo>
                    <a:pt x="4210978" y="728560"/>
                  </a:lnTo>
                  <a:lnTo>
                    <a:pt x="4211072" y="728560"/>
                  </a:lnTo>
                  <a:lnTo>
                    <a:pt x="4211166" y="728560"/>
                  </a:lnTo>
                  <a:lnTo>
                    <a:pt x="4211260" y="728560"/>
                  </a:lnTo>
                  <a:lnTo>
                    <a:pt x="4211354" y="728560"/>
                  </a:lnTo>
                  <a:lnTo>
                    <a:pt x="4211448" y="728560"/>
                  </a:lnTo>
                  <a:lnTo>
                    <a:pt x="4211542" y="728560"/>
                  </a:lnTo>
                  <a:lnTo>
                    <a:pt x="4211636" y="728560"/>
                  </a:lnTo>
                  <a:lnTo>
                    <a:pt x="4211730" y="728560"/>
                  </a:lnTo>
                  <a:lnTo>
                    <a:pt x="4211824" y="728560"/>
                  </a:lnTo>
                  <a:lnTo>
                    <a:pt x="4211918" y="728560"/>
                  </a:lnTo>
                  <a:lnTo>
                    <a:pt x="4212012" y="728560"/>
                  </a:lnTo>
                  <a:lnTo>
                    <a:pt x="4212106" y="728560"/>
                  </a:lnTo>
                  <a:lnTo>
                    <a:pt x="4212200" y="728560"/>
                  </a:lnTo>
                  <a:lnTo>
                    <a:pt x="4212294" y="728560"/>
                  </a:lnTo>
                  <a:lnTo>
                    <a:pt x="4212388" y="728560"/>
                  </a:lnTo>
                  <a:lnTo>
                    <a:pt x="4212482" y="728560"/>
                  </a:lnTo>
                  <a:lnTo>
                    <a:pt x="4212576" y="728560"/>
                  </a:lnTo>
                  <a:lnTo>
                    <a:pt x="4212670" y="728560"/>
                  </a:lnTo>
                  <a:lnTo>
                    <a:pt x="4212764" y="728560"/>
                  </a:lnTo>
                  <a:lnTo>
                    <a:pt x="4212858" y="728560"/>
                  </a:lnTo>
                  <a:lnTo>
                    <a:pt x="4212952" y="728560"/>
                  </a:lnTo>
                  <a:lnTo>
                    <a:pt x="4213046" y="728560"/>
                  </a:lnTo>
                  <a:lnTo>
                    <a:pt x="4213140" y="728560"/>
                  </a:lnTo>
                  <a:lnTo>
                    <a:pt x="4213234" y="728560"/>
                  </a:lnTo>
                  <a:lnTo>
                    <a:pt x="4213328" y="728560"/>
                  </a:lnTo>
                  <a:lnTo>
                    <a:pt x="4213422" y="728560"/>
                  </a:lnTo>
                  <a:lnTo>
                    <a:pt x="4213516" y="728560"/>
                  </a:lnTo>
                  <a:lnTo>
                    <a:pt x="4213610" y="728560"/>
                  </a:lnTo>
                  <a:lnTo>
                    <a:pt x="4213704" y="728560"/>
                  </a:lnTo>
                  <a:lnTo>
                    <a:pt x="4213798" y="728560"/>
                  </a:lnTo>
                  <a:lnTo>
                    <a:pt x="4213892" y="728560"/>
                  </a:lnTo>
                  <a:lnTo>
                    <a:pt x="4213986" y="728560"/>
                  </a:lnTo>
                  <a:lnTo>
                    <a:pt x="4214081" y="728560"/>
                  </a:lnTo>
                  <a:lnTo>
                    <a:pt x="4214175" y="728560"/>
                  </a:lnTo>
                  <a:lnTo>
                    <a:pt x="4214269" y="728560"/>
                  </a:lnTo>
                  <a:lnTo>
                    <a:pt x="4214363" y="728560"/>
                  </a:lnTo>
                  <a:lnTo>
                    <a:pt x="4214457" y="728560"/>
                  </a:lnTo>
                  <a:lnTo>
                    <a:pt x="4214551" y="728560"/>
                  </a:lnTo>
                  <a:lnTo>
                    <a:pt x="4214645" y="728560"/>
                  </a:lnTo>
                  <a:lnTo>
                    <a:pt x="4214739" y="728560"/>
                  </a:lnTo>
                  <a:lnTo>
                    <a:pt x="4214833" y="728560"/>
                  </a:lnTo>
                  <a:lnTo>
                    <a:pt x="4214927" y="728560"/>
                  </a:lnTo>
                  <a:lnTo>
                    <a:pt x="4215021" y="728560"/>
                  </a:lnTo>
                  <a:lnTo>
                    <a:pt x="4215115" y="728560"/>
                  </a:lnTo>
                  <a:lnTo>
                    <a:pt x="4215209" y="728560"/>
                  </a:lnTo>
                  <a:lnTo>
                    <a:pt x="4215303" y="728560"/>
                  </a:lnTo>
                  <a:lnTo>
                    <a:pt x="4215397" y="728560"/>
                  </a:lnTo>
                  <a:lnTo>
                    <a:pt x="4215491" y="728560"/>
                  </a:lnTo>
                  <a:lnTo>
                    <a:pt x="4215585" y="728560"/>
                  </a:lnTo>
                  <a:lnTo>
                    <a:pt x="4215679" y="728560"/>
                  </a:lnTo>
                  <a:lnTo>
                    <a:pt x="4215773" y="728560"/>
                  </a:lnTo>
                  <a:lnTo>
                    <a:pt x="4215867" y="728560"/>
                  </a:lnTo>
                  <a:lnTo>
                    <a:pt x="4215961" y="728560"/>
                  </a:lnTo>
                  <a:lnTo>
                    <a:pt x="4216055" y="728560"/>
                  </a:lnTo>
                  <a:lnTo>
                    <a:pt x="4216149" y="728560"/>
                  </a:lnTo>
                  <a:lnTo>
                    <a:pt x="4216243" y="728560"/>
                  </a:lnTo>
                  <a:lnTo>
                    <a:pt x="4216337" y="728560"/>
                  </a:lnTo>
                  <a:lnTo>
                    <a:pt x="4216431" y="728560"/>
                  </a:lnTo>
                  <a:lnTo>
                    <a:pt x="4216525" y="728560"/>
                  </a:lnTo>
                  <a:lnTo>
                    <a:pt x="4216619" y="728560"/>
                  </a:lnTo>
                  <a:lnTo>
                    <a:pt x="4216713" y="728560"/>
                  </a:lnTo>
                  <a:lnTo>
                    <a:pt x="4216807" y="728560"/>
                  </a:lnTo>
                  <a:lnTo>
                    <a:pt x="4216901" y="728560"/>
                  </a:lnTo>
                  <a:lnTo>
                    <a:pt x="4216995" y="728560"/>
                  </a:lnTo>
                  <a:lnTo>
                    <a:pt x="4217089" y="728560"/>
                  </a:lnTo>
                  <a:lnTo>
                    <a:pt x="4217183" y="728560"/>
                  </a:lnTo>
                  <a:lnTo>
                    <a:pt x="4217277" y="728560"/>
                  </a:lnTo>
                  <a:lnTo>
                    <a:pt x="4217371" y="728560"/>
                  </a:lnTo>
                  <a:lnTo>
                    <a:pt x="4217465" y="728560"/>
                  </a:lnTo>
                  <a:lnTo>
                    <a:pt x="4217560" y="728560"/>
                  </a:lnTo>
                  <a:lnTo>
                    <a:pt x="4217654" y="728560"/>
                  </a:lnTo>
                  <a:lnTo>
                    <a:pt x="4217748" y="728560"/>
                  </a:lnTo>
                  <a:lnTo>
                    <a:pt x="4217842" y="728560"/>
                  </a:lnTo>
                  <a:lnTo>
                    <a:pt x="4217936" y="728560"/>
                  </a:lnTo>
                  <a:lnTo>
                    <a:pt x="4218030" y="728560"/>
                  </a:lnTo>
                  <a:lnTo>
                    <a:pt x="4218124" y="728560"/>
                  </a:lnTo>
                  <a:lnTo>
                    <a:pt x="4218218" y="728560"/>
                  </a:lnTo>
                  <a:lnTo>
                    <a:pt x="4218312" y="728560"/>
                  </a:lnTo>
                  <a:lnTo>
                    <a:pt x="4218406" y="728560"/>
                  </a:lnTo>
                  <a:lnTo>
                    <a:pt x="4218500" y="728560"/>
                  </a:lnTo>
                  <a:lnTo>
                    <a:pt x="4218594" y="728560"/>
                  </a:lnTo>
                  <a:lnTo>
                    <a:pt x="4218688" y="728560"/>
                  </a:lnTo>
                  <a:lnTo>
                    <a:pt x="4218688" y="723280"/>
                  </a:lnTo>
                  <a:lnTo>
                    <a:pt x="4218782" y="723280"/>
                  </a:lnTo>
                  <a:lnTo>
                    <a:pt x="4218876" y="723280"/>
                  </a:lnTo>
                  <a:lnTo>
                    <a:pt x="4218970" y="723280"/>
                  </a:lnTo>
                  <a:lnTo>
                    <a:pt x="4219064" y="723280"/>
                  </a:lnTo>
                  <a:lnTo>
                    <a:pt x="4219158" y="723280"/>
                  </a:lnTo>
                  <a:lnTo>
                    <a:pt x="4219252" y="723280"/>
                  </a:lnTo>
                  <a:lnTo>
                    <a:pt x="4219346" y="723280"/>
                  </a:lnTo>
                  <a:lnTo>
                    <a:pt x="4219346" y="718001"/>
                  </a:lnTo>
                  <a:lnTo>
                    <a:pt x="4219440" y="718001"/>
                  </a:lnTo>
                  <a:lnTo>
                    <a:pt x="4219534" y="718001"/>
                  </a:lnTo>
                  <a:lnTo>
                    <a:pt x="4219628" y="718001"/>
                  </a:lnTo>
                  <a:lnTo>
                    <a:pt x="4219722" y="718001"/>
                  </a:lnTo>
                  <a:lnTo>
                    <a:pt x="4219816" y="718001"/>
                  </a:lnTo>
                  <a:lnTo>
                    <a:pt x="4219910" y="718001"/>
                  </a:lnTo>
                  <a:lnTo>
                    <a:pt x="4220004" y="718001"/>
                  </a:lnTo>
                  <a:lnTo>
                    <a:pt x="4220098" y="718001"/>
                  </a:lnTo>
                  <a:lnTo>
                    <a:pt x="4220192" y="718001"/>
                  </a:lnTo>
                  <a:lnTo>
                    <a:pt x="4220286" y="718001"/>
                  </a:lnTo>
                  <a:lnTo>
                    <a:pt x="4220380" y="718001"/>
                  </a:lnTo>
                  <a:lnTo>
                    <a:pt x="4220474" y="718001"/>
                  </a:lnTo>
                  <a:lnTo>
                    <a:pt x="4220568" y="718001"/>
                  </a:lnTo>
                  <a:lnTo>
                    <a:pt x="4220662" y="718001"/>
                  </a:lnTo>
                  <a:lnTo>
                    <a:pt x="4220756" y="718001"/>
                  </a:lnTo>
                  <a:lnTo>
                    <a:pt x="4220850" y="718001"/>
                  </a:lnTo>
                  <a:lnTo>
                    <a:pt x="4220944" y="718001"/>
                  </a:lnTo>
                  <a:lnTo>
                    <a:pt x="4221038" y="718001"/>
                  </a:lnTo>
                  <a:lnTo>
                    <a:pt x="4221133" y="718001"/>
                  </a:lnTo>
                  <a:lnTo>
                    <a:pt x="4221227" y="718001"/>
                  </a:lnTo>
                  <a:lnTo>
                    <a:pt x="4221321" y="718001"/>
                  </a:lnTo>
                  <a:lnTo>
                    <a:pt x="4221415" y="718001"/>
                  </a:lnTo>
                  <a:lnTo>
                    <a:pt x="4221509" y="718001"/>
                  </a:lnTo>
                  <a:lnTo>
                    <a:pt x="4221603" y="718001"/>
                  </a:lnTo>
                  <a:lnTo>
                    <a:pt x="4221697" y="718001"/>
                  </a:lnTo>
                  <a:lnTo>
                    <a:pt x="4221791" y="718001"/>
                  </a:lnTo>
                  <a:lnTo>
                    <a:pt x="4221885" y="718001"/>
                  </a:lnTo>
                  <a:lnTo>
                    <a:pt x="4221979" y="718001"/>
                  </a:lnTo>
                  <a:lnTo>
                    <a:pt x="4222073" y="718001"/>
                  </a:lnTo>
                  <a:lnTo>
                    <a:pt x="4222167" y="718001"/>
                  </a:lnTo>
                  <a:lnTo>
                    <a:pt x="4222261" y="718001"/>
                  </a:lnTo>
                  <a:lnTo>
                    <a:pt x="4222355" y="718001"/>
                  </a:lnTo>
                  <a:lnTo>
                    <a:pt x="4222449" y="718001"/>
                  </a:lnTo>
                  <a:lnTo>
                    <a:pt x="4222543" y="718001"/>
                  </a:lnTo>
                  <a:lnTo>
                    <a:pt x="4222637" y="718001"/>
                  </a:lnTo>
                  <a:lnTo>
                    <a:pt x="4222731" y="718001"/>
                  </a:lnTo>
                  <a:lnTo>
                    <a:pt x="4222825" y="718001"/>
                  </a:lnTo>
                  <a:lnTo>
                    <a:pt x="4222919" y="718001"/>
                  </a:lnTo>
                  <a:lnTo>
                    <a:pt x="4223013" y="718001"/>
                  </a:lnTo>
                  <a:lnTo>
                    <a:pt x="4223107" y="718001"/>
                  </a:lnTo>
                  <a:lnTo>
                    <a:pt x="4223201" y="718001"/>
                  </a:lnTo>
                  <a:lnTo>
                    <a:pt x="4223295" y="718001"/>
                  </a:lnTo>
                  <a:lnTo>
                    <a:pt x="4223389" y="718001"/>
                  </a:lnTo>
                  <a:lnTo>
                    <a:pt x="4223483" y="718001"/>
                  </a:lnTo>
                  <a:lnTo>
                    <a:pt x="4223577" y="718001"/>
                  </a:lnTo>
                  <a:lnTo>
                    <a:pt x="4223671" y="718001"/>
                  </a:lnTo>
                  <a:lnTo>
                    <a:pt x="4223765" y="718001"/>
                  </a:lnTo>
                  <a:lnTo>
                    <a:pt x="4223859" y="718001"/>
                  </a:lnTo>
                  <a:lnTo>
                    <a:pt x="4223953" y="718001"/>
                  </a:lnTo>
                  <a:lnTo>
                    <a:pt x="4224047" y="718001"/>
                  </a:lnTo>
                  <a:lnTo>
                    <a:pt x="4224141" y="718001"/>
                  </a:lnTo>
                  <a:lnTo>
                    <a:pt x="4224235" y="718001"/>
                  </a:lnTo>
                  <a:lnTo>
                    <a:pt x="4224329" y="718001"/>
                  </a:lnTo>
                  <a:lnTo>
                    <a:pt x="4224423" y="718001"/>
                  </a:lnTo>
                  <a:lnTo>
                    <a:pt x="4224517" y="718001"/>
                  </a:lnTo>
                  <a:lnTo>
                    <a:pt x="4224611" y="718001"/>
                  </a:lnTo>
                  <a:lnTo>
                    <a:pt x="4224706" y="718001"/>
                  </a:lnTo>
                  <a:lnTo>
                    <a:pt x="4224800" y="718001"/>
                  </a:lnTo>
                  <a:lnTo>
                    <a:pt x="4224894" y="718001"/>
                  </a:lnTo>
                  <a:lnTo>
                    <a:pt x="4224988" y="718001"/>
                  </a:lnTo>
                  <a:lnTo>
                    <a:pt x="4225082" y="718001"/>
                  </a:lnTo>
                  <a:lnTo>
                    <a:pt x="4225176" y="718001"/>
                  </a:lnTo>
                  <a:lnTo>
                    <a:pt x="4225270" y="718001"/>
                  </a:lnTo>
                  <a:lnTo>
                    <a:pt x="4225364" y="718001"/>
                  </a:lnTo>
                  <a:lnTo>
                    <a:pt x="4225458" y="718001"/>
                  </a:lnTo>
                  <a:lnTo>
                    <a:pt x="4225552" y="718001"/>
                  </a:lnTo>
                  <a:lnTo>
                    <a:pt x="4225646" y="718001"/>
                  </a:lnTo>
                  <a:lnTo>
                    <a:pt x="4225740" y="718001"/>
                  </a:lnTo>
                  <a:lnTo>
                    <a:pt x="4225834" y="718001"/>
                  </a:lnTo>
                  <a:lnTo>
                    <a:pt x="4225928" y="718001"/>
                  </a:lnTo>
                  <a:lnTo>
                    <a:pt x="4226022" y="718001"/>
                  </a:lnTo>
                  <a:lnTo>
                    <a:pt x="4226116" y="718001"/>
                  </a:lnTo>
                  <a:lnTo>
                    <a:pt x="4226210" y="718001"/>
                  </a:lnTo>
                  <a:lnTo>
                    <a:pt x="4226304" y="718001"/>
                  </a:lnTo>
                  <a:lnTo>
                    <a:pt x="4226398" y="718001"/>
                  </a:lnTo>
                  <a:lnTo>
                    <a:pt x="4226398" y="712721"/>
                  </a:lnTo>
                  <a:lnTo>
                    <a:pt x="4226492" y="712721"/>
                  </a:lnTo>
                  <a:lnTo>
                    <a:pt x="4226586" y="712721"/>
                  </a:lnTo>
                  <a:lnTo>
                    <a:pt x="4226680" y="712721"/>
                  </a:lnTo>
                  <a:lnTo>
                    <a:pt x="4226774" y="712721"/>
                  </a:lnTo>
                  <a:lnTo>
                    <a:pt x="4226868" y="712721"/>
                  </a:lnTo>
                  <a:lnTo>
                    <a:pt x="4226962" y="712721"/>
                  </a:lnTo>
                  <a:lnTo>
                    <a:pt x="4227056" y="712721"/>
                  </a:lnTo>
                  <a:lnTo>
                    <a:pt x="4227150" y="712721"/>
                  </a:lnTo>
                  <a:lnTo>
                    <a:pt x="4227244" y="712721"/>
                  </a:lnTo>
                  <a:lnTo>
                    <a:pt x="4227338" y="712721"/>
                  </a:lnTo>
                  <a:lnTo>
                    <a:pt x="4227432" y="712721"/>
                  </a:lnTo>
                  <a:lnTo>
                    <a:pt x="4227432" y="707442"/>
                  </a:lnTo>
                  <a:lnTo>
                    <a:pt x="4227526" y="707442"/>
                  </a:lnTo>
                  <a:lnTo>
                    <a:pt x="4227620" y="707442"/>
                  </a:lnTo>
                  <a:lnTo>
                    <a:pt x="4227714" y="707442"/>
                  </a:lnTo>
                  <a:lnTo>
                    <a:pt x="4227808" y="707442"/>
                  </a:lnTo>
                  <a:lnTo>
                    <a:pt x="4227902" y="707442"/>
                  </a:lnTo>
                  <a:lnTo>
                    <a:pt x="4227996" y="707442"/>
                  </a:lnTo>
                  <a:lnTo>
                    <a:pt x="4228090" y="707442"/>
                  </a:lnTo>
                  <a:lnTo>
                    <a:pt x="4228184" y="707442"/>
                  </a:lnTo>
                  <a:lnTo>
                    <a:pt x="4228279" y="707442"/>
                  </a:lnTo>
                  <a:lnTo>
                    <a:pt x="4228373" y="707442"/>
                  </a:lnTo>
                  <a:lnTo>
                    <a:pt x="4228467" y="707442"/>
                  </a:lnTo>
                  <a:lnTo>
                    <a:pt x="4228561" y="707442"/>
                  </a:lnTo>
                  <a:lnTo>
                    <a:pt x="4228655" y="707442"/>
                  </a:lnTo>
                  <a:lnTo>
                    <a:pt x="4228749" y="707442"/>
                  </a:lnTo>
                  <a:lnTo>
                    <a:pt x="4228843" y="707442"/>
                  </a:lnTo>
                  <a:lnTo>
                    <a:pt x="4228937" y="707442"/>
                  </a:lnTo>
                  <a:lnTo>
                    <a:pt x="4229031" y="707442"/>
                  </a:lnTo>
                  <a:lnTo>
                    <a:pt x="4229125" y="707442"/>
                  </a:lnTo>
                  <a:lnTo>
                    <a:pt x="4229219" y="707442"/>
                  </a:lnTo>
                  <a:lnTo>
                    <a:pt x="4229313" y="707442"/>
                  </a:lnTo>
                  <a:lnTo>
                    <a:pt x="4229407" y="707442"/>
                  </a:lnTo>
                  <a:lnTo>
                    <a:pt x="4229501" y="707442"/>
                  </a:lnTo>
                  <a:lnTo>
                    <a:pt x="4229595" y="707442"/>
                  </a:lnTo>
                  <a:lnTo>
                    <a:pt x="4229689" y="707442"/>
                  </a:lnTo>
                  <a:lnTo>
                    <a:pt x="4229783" y="707442"/>
                  </a:lnTo>
                  <a:lnTo>
                    <a:pt x="4229877" y="707442"/>
                  </a:lnTo>
                  <a:lnTo>
                    <a:pt x="4229971" y="707442"/>
                  </a:lnTo>
                  <a:lnTo>
                    <a:pt x="4230065" y="707442"/>
                  </a:lnTo>
                  <a:lnTo>
                    <a:pt x="4230159" y="707442"/>
                  </a:lnTo>
                  <a:lnTo>
                    <a:pt x="4230253" y="707442"/>
                  </a:lnTo>
                  <a:lnTo>
                    <a:pt x="4230347" y="707442"/>
                  </a:lnTo>
                  <a:lnTo>
                    <a:pt x="4230441" y="707442"/>
                  </a:lnTo>
                  <a:lnTo>
                    <a:pt x="4230535" y="707442"/>
                  </a:lnTo>
                  <a:lnTo>
                    <a:pt x="4230629" y="707442"/>
                  </a:lnTo>
                  <a:lnTo>
                    <a:pt x="4230723" y="707442"/>
                  </a:lnTo>
                  <a:lnTo>
                    <a:pt x="4230817" y="707442"/>
                  </a:lnTo>
                  <a:lnTo>
                    <a:pt x="4230911" y="707442"/>
                  </a:lnTo>
                  <a:lnTo>
                    <a:pt x="4231005" y="707442"/>
                  </a:lnTo>
                  <a:lnTo>
                    <a:pt x="4231099" y="707442"/>
                  </a:lnTo>
                  <a:lnTo>
                    <a:pt x="4231193" y="707442"/>
                  </a:lnTo>
                  <a:lnTo>
                    <a:pt x="4231287" y="707442"/>
                  </a:lnTo>
                  <a:lnTo>
                    <a:pt x="4231381" y="707442"/>
                  </a:lnTo>
                  <a:lnTo>
                    <a:pt x="4231475" y="707442"/>
                  </a:lnTo>
                  <a:lnTo>
                    <a:pt x="4231569" y="707442"/>
                  </a:lnTo>
                  <a:lnTo>
                    <a:pt x="4231663" y="707442"/>
                  </a:lnTo>
                  <a:lnTo>
                    <a:pt x="4231758" y="707442"/>
                  </a:lnTo>
                  <a:lnTo>
                    <a:pt x="4231852" y="707442"/>
                  </a:lnTo>
                  <a:lnTo>
                    <a:pt x="4231946" y="707442"/>
                  </a:lnTo>
                  <a:lnTo>
                    <a:pt x="4232040" y="707442"/>
                  </a:lnTo>
                  <a:lnTo>
                    <a:pt x="4232134" y="707442"/>
                  </a:lnTo>
                  <a:lnTo>
                    <a:pt x="4232228" y="707442"/>
                  </a:lnTo>
                  <a:lnTo>
                    <a:pt x="4232322" y="707442"/>
                  </a:lnTo>
                  <a:lnTo>
                    <a:pt x="4232416" y="707442"/>
                  </a:lnTo>
                  <a:lnTo>
                    <a:pt x="4232510" y="707442"/>
                  </a:lnTo>
                  <a:lnTo>
                    <a:pt x="4232604" y="707442"/>
                  </a:lnTo>
                  <a:lnTo>
                    <a:pt x="4232698" y="707442"/>
                  </a:lnTo>
                  <a:lnTo>
                    <a:pt x="4232792" y="707442"/>
                  </a:lnTo>
                  <a:lnTo>
                    <a:pt x="4232886" y="707442"/>
                  </a:lnTo>
                  <a:lnTo>
                    <a:pt x="4232980" y="707442"/>
                  </a:lnTo>
                  <a:lnTo>
                    <a:pt x="4233074" y="707442"/>
                  </a:lnTo>
                  <a:lnTo>
                    <a:pt x="4233168" y="707442"/>
                  </a:lnTo>
                  <a:lnTo>
                    <a:pt x="4233262" y="707442"/>
                  </a:lnTo>
                  <a:lnTo>
                    <a:pt x="4233356" y="707442"/>
                  </a:lnTo>
                  <a:lnTo>
                    <a:pt x="4233450" y="707442"/>
                  </a:lnTo>
                  <a:lnTo>
                    <a:pt x="4233544" y="707442"/>
                  </a:lnTo>
                  <a:lnTo>
                    <a:pt x="4233638" y="707442"/>
                  </a:lnTo>
                  <a:lnTo>
                    <a:pt x="4233732" y="707442"/>
                  </a:lnTo>
                  <a:lnTo>
                    <a:pt x="4233826" y="707442"/>
                  </a:lnTo>
                  <a:lnTo>
                    <a:pt x="4233920" y="707442"/>
                  </a:lnTo>
                  <a:lnTo>
                    <a:pt x="4234014" y="707442"/>
                  </a:lnTo>
                  <a:lnTo>
                    <a:pt x="4234108" y="707442"/>
                  </a:lnTo>
                  <a:lnTo>
                    <a:pt x="4234202" y="707442"/>
                  </a:lnTo>
                  <a:lnTo>
                    <a:pt x="4234296" y="707442"/>
                  </a:lnTo>
                  <a:lnTo>
                    <a:pt x="4234390" y="707442"/>
                  </a:lnTo>
                  <a:lnTo>
                    <a:pt x="4234484" y="707442"/>
                  </a:lnTo>
                  <a:lnTo>
                    <a:pt x="4234578" y="707442"/>
                  </a:lnTo>
                  <a:lnTo>
                    <a:pt x="4234672" y="707442"/>
                  </a:lnTo>
                  <a:lnTo>
                    <a:pt x="4234766" y="707442"/>
                  </a:lnTo>
                  <a:lnTo>
                    <a:pt x="4234860" y="707442"/>
                  </a:lnTo>
                  <a:lnTo>
                    <a:pt x="4234954" y="707442"/>
                  </a:lnTo>
                  <a:lnTo>
                    <a:pt x="4235048" y="707442"/>
                  </a:lnTo>
                  <a:lnTo>
                    <a:pt x="4235142" y="707442"/>
                  </a:lnTo>
                  <a:lnTo>
                    <a:pt x="4235236" y="707442"/>
                  </a:lnTo>
                  <a:lnTo>
                    <a:pt x="4235331" y="707442"/>
                  </a:lnTo>
                  <a:lnTo>
                    <a:pt x="4235425" y="707442"/>
                  </a:lnTo>
                  <a:lnTo>
                    <a:pt x="4235519" y="707442"/>
                  </a:lnTo>
                  <a:lnTo>
                    <a:pt x="4235613" y="707442"/>
                  </a:lnTo>
                  <a:lnTo>
                    <a:pt x="4235707" y="707442"/>
                  </a:lnTo>
                  <a:lnTo>
                    <a:pt x="4235801" y="707442"/>
                  </a:lnTo>
                  <a:lnTo>
                    <a:pt x="4235895" y="707442"/>
                  </a:lnTo>
                  <a:lnTo>
                    <a:pt x="4235989" y="707442"/>
                  </a:lnTo>
                  <a:lnTo>
                    <a:pt x="4236083" y="707442"/>
                  </a:lnTo>
                  <a:lnTo>
                    <a:pt x="4236177" y="707442"/>
                  </a:lnTo>
                  <a:lnTo>
                    <a:pt x="4236271" y="707442"/>
                  </a:lnTo>
                  <a:lnTo>
                    <a:pt x="4236365" y="707442"/>
                  </a:lnTo>
                  <a:lnTo>
                    <a:pt x="4236459" y="707442"/>
                  </a:lnTo>
                  <a:lnTo>
                    <a:pt x="4236553" y="707442"/>
                  </a:lnTo>
                  <a:lnTo>
                    <a:pt x="4236647" y="707442"/>
                  </a:lnTo>
                  <a:lnTo>
                    <a:pt x="4236741" y="707442"/>
                  </a:lnTo>
                  <a:lnTo>
                    <a:pt x="4236835" y="707442"/>
                  </a:lnTo>
                  <a:lnTo>
                    <a:pt x="4236929" y="707442"/>
                  </a:lnTo>
                  <a:lnTo>
                    <a:pt x="4237023" y="707442"/>
                  </a:lnTo>
                  <a:lnTo>
                    <a:pt x="4237117" y="707442"/>
                  </a:lnTo>
                  <a:lnTo>
                    <a:pt x="4237211" y="707442"/>
                  </a:lnTo>
                  <a:lnTo>
                    <a:pt x="4237305" y="707442"/>
                  </a:lnTo>
                  <a:lnTo>
                    <a:pt x="4237399" y="707442"/>
                  </a:lnTo>
                  <a:lnTo>
                    <a:pt x="4237493" y="707442"/>
                  </a:lnTo>
                  <a:lnTo>
                    <a:pt x="4237587" y="707442"/>
                  </a:lnTo>
                  <a:lnTo>
                    <a:pt x="4237681" y="707442"/>
                  </a:lnTo>
                  <a:lnTo>
                    <a:pt x="4237775" y="707442"/>
                  </a:lnTo>
                  <a:lnTo>
                    <a:pt x="4237869" y="707442"/>
                  </a:lnTo>
                  <a:lnTo>
                    <a:pt x="4237963" y="707442"/>
                  </a:lnTo>
                  <a:lnTo>
                    <a:pt x="4238057" y="707442"/>
                  </a:lnTo>
                  <a:lnTo>
                    <a:pt x="4238151" y="707442"/>
                  </a:lnTo>
                  <a:lnTo>
                    <a:pt x="4238245" y="707442"/>
                  </a:lnTo>
                  <a:lnTo>
                    <a:pt x="4238339" y="707442"/>
                  </a:lnTo>
                  <a:lnTo>
                    <a:pt x="4238433" y="707442"/>
                  </a:lnTo>
                  <a:lnTo>
                    <a:pt x="4238527" y="707442"/>
                  </a:lnTo>
                  <a:lnTo>
                    <a:pt x="4238621" y="707442"/>
                  </a:lnTo>
                  <a:lnTo>
                    <a:pt x="4238715" y="707442"/>
                  </a:lnTo>
                  <a:lnTo>
                    <a:pt x="4238809" y="707442"/>
                  </a:lnTo>
                  <a:lnTo>
                    <a:pt x="4238904" y="707442"/>
                  </a:lnTo>
                  <a:lnTo>
                    <a:pt x="4238998" y="707442"/>
                  </a:lnTo>
                  <a:lnTo>
                    <a:pt x="4239092" y="707442"/>
                  </a:lnTo>
                  <a:lnTo>
                    <a:pt x="4239186" y="707442"/>
                  </a:lnTo>
                  <a:lnTo>
                    <a:pt x="4239280" y="707442"/>
                  </a:lnTo>
                  <a:lnTo>
                    <a:pt x="4239374" y="707442"/>
                  </a:lnTo>
                  <a:lnTo>
                    <a:pt x="4239468" y="707442"/>
                  </a:lnTo>
                  <a:lnTo>
                    <a:pt x="4239562" y="707442"/>
                  </a:lnTo>
                  <a:lnTo>
                    <a:pt x="4239656" y="707442"/>
                  </a:lnTo>
                  <a:lnTo>
                    <a:pt x="4239750" y="707442"/>
                  </a:lnTo>
                  <a:lnTo>
                    <a:pt x="4239844" y="707442"/>
                  </a:lnTo>
                  <a:lnTo>
                    <a:pt x="4239938" y="707442"/>
                  </a:lnTo>
                  <a:lnTo>
                    <a:pt x="4240032" y="707442"/>
                  </a:lnTo>
                  <a:lnTo>
                    <a:pt x="4240126" y="707442"/>
                  </a:lnTo>
                  <a:lnTo>
                    <a:pt x="4240220" y="707442"/>
                  </a:lnTo>
                  <a:lnTo>
                    <a:pt x="4240314" y="707442"/>
                  </a:lnTo>
                  <a:lnTo>
                    <a:pt x="4240408" y="707442"/>
                  </a:lnTo>
                  <a:lnTo>
                    <a:pt x="4240502" y="707442"/>
                  </a:lnTo>
                  <a:lnTo>
                    <a:pt x="4240596" y="707442"/>
                  </a:lnTo>
                  <a:lnTo>
                    <a:pt x="4240690" y="707442"/>
                  </a:lnTo>
                  <a:lnTo>
                    <a:pt x="4240784" y="707442"/>
                  </a:lnTo>
                  <a:lnTo>
                    <a:pt x="4240878" y="707442"/>
                  </a:lnTo>
                  <a:lnTo>
                    <a:pt x="4240972" y="707442"/>
                  </a:lnTo>
                  <a:lnTo>
                    <a:pt x="4241066" y="707442"/>
                  </a:lnTo>
                  <a:lnTo>
                    <a:pt x="4241160" y="707442"/>
                  </a:lnTo>
                  <a:lnTo>
                    <a:pt x="4241254" y="707442"/>
                  </a:lnTo>
                  <a:lnTo>
                    <a:pt x="4241348" y="707442"/>
                  </a:lnTo>
                  <a:lnTo>
                    <a:pt x="4241442" y="707442"/>
                  </a:lnTo>
                  <a:lnTo>
                    <a:pt x="4241536" y="707442"/>
                  </a:lnTo>
                  <a:lnTo>
                    <a:pt x="4241630" y="707442"/>
                  </a:lnTo>
                  <a:lnTo>
                    <a:pt x="4241724" y="707442"/>
                  </a:lnTo>
                  <a:lnTo>
                    <a:pt x="4241818" y="707442"/>
                  </a:lnTo>
                  <a:lnTo>
                    <a:pt x="4241912" y="707442"/>
                  </a:lnTo>
                  <a:lnTo>
                    <a:pt x="4242006" y="707442"/>
                  </a:lnTo>
                  <a:lnTo>
                    <a:pt x="4242100" y="707442"/>
                  </a:lnTo>
                  <a:lnTo>
                    <a:pt x="4242194" y="707442"/>
                  </a:lnTo>
                  <a:lnTo>
                    <a:pt x="4242288" y="707442"/>
                  </a:lnTo>
                  <a:lnTo>
                    <a:pt x="4242383" y="707442"/>
                  </a:lnTo>
                  <a:lnTo>
                    <a:pt x="4242477" y="707442"/>
                  </a:lnTo>
                  <a:lnTo>
                    <a:pt x="4242571" y="707442"/>
                  </a:lnTo>
                  <a:lnTo>
                    <a:pt x="4242665" y="707442"/>
                  </a:lnTo>
                  <a:lnTo>
                    <a:pt x="4242759" y="707442"/>
                  </a:lnTo>
                  <a:lnTo>
                    <a:pt x="4242853" y="707442"/>
                  </a:lnTo>
                  <a:lnTo>
                    <a:pt x="4242947" y="707442"/>
                  </a:lnTo>
                  <a:lnTo>
                    <a:pt x="4243041" y="707442"/>
                  </a:lnTo>
                  <a:lnTo>
                    <a:pt x="4243135" y="707442"/>
                  </a:lnTo>
                  <a:lnTo>
                    <a:pt x="4243229" y="707442"/>
                  </a:lnTo>
                  <a:lnTo>
                    <a:pt x="4243323" y="707442"/>
                  </a:lnTo>
                  <a:lnTo>
                    <a:pt x="4243417" y="707442"/>
                  </a:lnTo>
                  <a:lnTo>
                    <a:pt x="4243511" y="707442"/>
                  </a:lnTo>
                  <a:lnTo>
                    <a:pt x="4243605" y="707442"/>
                  </a:lnTo>
                  <a:lnTo>
                    <a:pt x="4243699" y="707442"/>
                  </a:lnTo>
                  <a:lnTo>
                    <a:pt x="4243793" y="707442"/>
                  </a:lnTo>
                  <a:lnTo>
                    <a:pt x="4243887" y="707442"/>
                  </a:lnTo>
                  <a:lnTo>
                    <a:pt x="4243981" y="707442"/>
                  </a:lnTo>
                  <a:lnTo>
                    <a:pt x="4244075" y="707442"/>
                  </a:lnTo>
                  <a:lnTo>
                    <a:pt x="4244169" y="707442"/>
                  </a:lnTo>
                  <a:lnTo>
                    <a:pt x="4244263" y="707442"/>
                  </a:lnTo>
                  <a:lnTo>
                    <a:pt x="4244357" y="707442"/>
                  </a:lnTo>
                  <a:lnTo>
                    <a:pt x="4244451" y="707442"/>
                  </a:lnTo>
                  <a:lnTo>
                    <a:pt x="4244545" y="707442"/>
                  </a:lnTo>
                  <a:lnTo>
                    <a:pt x="4244639" y="707442"/>
                  </a:lnTo>
                  <a:lnTo>
                    <a:pt x="4244733" y="707442"/>
                  </a:lnTo>
                  <a:lnTo>
                    <a:pt x="4244827" y="707442"/>
                  </a:lnTo>
                  <a:lnTo>
                    <a:pt x="4244921" y="707442"/>
                  </a:lnTo>
                  <a:lnTo>
                    <a:pt x="4245015" y="707442"/>
                  </a:lnTo>
                  <a:lnTo>
                    <a:pt x="4245109" y="707442"/>
                  </a:lnTo>
                  <a:lnTo>
                    <a:pt x="4245203" y="707442"/>
                  </a:lnTo>
                  <a:lnTo>
                    <a:pt x="4245297" y="707442"/>
                  </a:lnTo>
                  <a:lnTo>
                    <a:pt x="4245391" y="707442"/>
                  </a:lnTo>
                  <a:lnTo>
                    <a:pt x="4245485" y="707442"/>
                  </a:lnTo>
                  <a:lnTo>
                    <a:pt x="4245579" y="707442"/>
                  </a:lnTo>
                  <a:lnTo>
                    <a:pt x="4245673" y="707442"/>
                  </a:lnTo>
                  <a:lnTo>
                    <a:pt x="4245767" y="707442"/>
                  </a:lnTo>
                  <a:lnTo>
                    <a:pt x="4245861" y="707442"/>
                  </a:lnTo>
                  <a:lnTo>
                    <a:pt x="4245956" y="707442"/>
                  </a:lnTo>
                  <a:lnTo>
                    <a:pt x="4246050" y="707442"/>
                  </a:lnTo>
                  <a:lnTo>
                    <a:pt x="4246144" y="707442"/>
                  </a:lnTo>
                  <a:lnTo>
                    <a:pt x="4246238" y="707442"/>
                  </a:lnTo>
                  <a:lnTo>
                    <a:pt x="4246332" y="707442"/>
                  </a:lnTo>
                  <a:lnTo>
                    <a:pt x="4246426" y="707442"/>
                  </a:lnTo>
                  <a:lnTo>
                    <a:pt x="4246520" y="707442"/>
                  </a:lnTo>
                  <a:lnTo>
                    <a:pt x="4246614" y="707442"/>
                  </a:lnTo>
                  <a:lnTo>
                    <a:pt x="4246708" y="707442"/>
                  </a:lnTo>
                  <a:lnTo>
                    <a:pt x="4246802" y="707442"/>
                  </a:lnTo>
                  <a:lnTo>
                    <a:pt x="4246896" y="707442"/>
                  </a:lnTo>
                  <a:lnTo>
                    <a:pt x="4246990" y="707442"/>
                  </a:lnTo>
                  <a:lnTo>
                    <a:pt x="4247084" y="707442"/>
                  </a:lnTo>
                  <a:lnTo>
                    <a:pt x="4247178" y="707442"/>
                  </a:lnTo>
                  <a:lnTo>
                    <a:pt x="4247272" y="707442"/>
                  </a:lnTo>
                  <a:lnTo>
                    <a:pt x="4247366" y="707442"/>
                  </a:lnTo>
                  <a:lnTo>
                    <a:pt x="4247460" y="707442"/>
                  </a:lnTo>
                  <a:lnTo>
                    <a:pt x="4247554" y="707442"/>
                  </a:lnTo>
                  <a:lnTo>
                    <a:pt x="4247648" y="707442"/>
                  </a:lnTo>
                  <a:lnTo>
                    <a:pt x="4247742" y="707442"/>
                  </a:lnTo>
                  <a:lnTo>
                    <a:pt x="4247836" y="707442"/>
                  </a:lnTo>
                  <a:lnTo>
                    <a:pt x="4247930" y="707442"/>
                  </a:lnTo>
                  <a:lnTo>
                    <a:pt x="4248024" y="707442"/>
                  </a:lnTo>
                  <a:lnTo>
                    <a:pt x="4248118" y="707442"/>
                  </a:lnTo>
                  <a:lnTo>
                    <a:pt x="4248212" y="707442"/>
                  </a:lnTo>
                  <a:lnTo>
                    <a:pt x="4248306" y="707442"/>
                  </a:lnTo>
                  <a:lnTo>
                    <a:pt x="4248400" y="707442"/>
                  </a:lnTo>
                  <a:lnTo>
                    <a:pt x="4248494" y="707442"/>
                  </a:lnTo>
                  <a:lnTo>
                    <a:pt x="4248588" y="707442"/>
                  </a:lnTo>
                  <a:lnTo>
                    <a:pt x="4248682" y="707442"/>
                  </a:lnTo>
                  <a:lnTo>
                    <a:pt x="4248776" y="707442"/>
                  </a:lnTo>
                  <a:lnTo>
                    <a:pt x="4248870" y="707442"/>
                  </a:lnTo>
                  <a:lnTo>
                    <a:pt x="4248964" y="707442"/>
                  </a:lnTo>
                  <a:lnTo>
                    <a:pt x="4249058" y="707442"/>
                  </a:lnTo>
                  <a:lnTo>
                    <a:pt x="4249152" y="707442"/>
                  </a:lnTo>
                  <a:lnTo>
                    <a:pt x="4249246" y="707442"/>
                  </a:lnTo>
                  <a:lnTo>
                    <a:pt x="4249340" y="707442"/>
                  </a:lnTo>
                  <a:lnTo>
                    <a:pt x="4249434" y="707442"/>
                  </a:lnTo>
                  <a:lnTo>
                    <a:pt x="4249529" y="707442"/>
                  </a:lnTo>
                  <a:lnTo>
                    <a:pt x="4249623" y="707442"/>
                  </a:lnTo>
                  <a:lnTo>
                    <a:pt x="4249717" y="707442"/>
                  </a:lnTo>
                  <a:lnTo>
                    <a:pt x="4249811" y="707442"/>
                  </a:lnTo>
                  <a:lnTo>
                    <a:pt x="4249905" y="707442"/>
                  </a:lnTo>
                  <a:lnTo>
                    <a:pt x="4249999" y="707442"/>
                  </a:lnTo>
                  <a:lnTo>
                    <a:pt x="4250093" y="707442"/>
                  </a:lnTo>
                  <a:lnTo>
                    <a:pt x="4250187" y="707442"/>
                  </a:lnTo>
                  <a:lnTo>
                    <a:pt x="4250281" y="707442"/>
                  </a:lnTo>
                  <a:lnTo>
                    <a:pt x="4250375" y="707442"/>
                  </a:lnTo>
                  <a:lnTo>
                    <a:pt x="4250469" y="707442"/>
                  </a:lnTo>
                  <a:lnTo>
                    <a:pt x="4250563" y="707442"/>
                  </a:lnTo>
                  <a:lnTo>
                    <a:pt x="4250657" y="707442"/>
                  </a:lnTo>
                  <a:lnTo>
                    <a:pt x="4250751" y="707442"/>
                  </a:lnTo>
                  <a:lnTo>
                    <a:pt x="4250845" y="707442"/>
                  </a:lnTo>
                  <a:lnTo>
                    <a:pt x="4250939" y="707442"/>
                  </a:lnTo>
                  <a:lnTo>
                    <a:pt x="4251033" y="707442"/>
                  </a:lnTo>
                  <a:lnTo>
                    <a:pt x="4251127" y="707442"/>
                  </a:lnTo>
                  <a:lnTo>
                    <a:pt x="4251221" y="707442"/>
                  </a:lnTo>
                  <a:lnTo>
                    <a:pt x="4251315" y="707442"/>
                  </a:lnTo>
                  <a:lnTo>
                    <a:pt x="4251409" y="707442"/>
                  </a:lnTo>
                  <a:lnTo>
                    <a:pt x="4251503" y="707442"/>
                  </a:lnTo>
                  <a:lnTo>
                    <a:pt x="4251597" y="707442"/>
                  </a:lnTo>
                  <a:lnTo>
                    <a:pt x="4251691" y="707442"/>
                  </a:lnTo>
                  <a:lnTo>
                    <a:pt x="4251785" y="707442"/>
                  </a:lnTo>
                  <a:lnTo>
                    <a:pt x="4251879" y="707442"/>
                  </a:lnTo>
                  <a:lnTo>
                    <a:pt x="4251973" y="707442"/>
                  </a:lnTo>
                  <a:lnTo>
                    <a:pt x="4252067" y="707442"/>
                  </a:lnTo>
                  <a:lnTo>
                    <a:pt x="4252161" y="707442"/>
                  </a:lnTo>
                  <a:lnTo>
                    <a:pt x="4252255" y="707442"/>
                  </a:lnTo>
                  <a:lnTo>
                    <a:pt x="4252349" y="707442"/>
                  </a:lnTo>
                  <a:lnTo>
                    <a:pt x="4252443" y="707442"/>
                  </a:lnTo>
                  <a:lnTo>
                    <a:pt x="4252537" y="707442"/>
                  </a:lnTo>
                  <a:lnTo>
                    <a:pt x="4252631" y="707442"/>
                  </a:lnTo>
                  <a:lnTo>
                    <a:pt x="4252725" y="707442"/>
                  </a:lnTo>
                  <a:lnTo>
                    <a:pt x="4252819" y="707442"/>
                  </a:lnTo>
                  <a:lnTo>
                    <a:pt x="4252913" y="707442"/>
                  </a:lnTo>
                  <a:lnTo>
                    <a:pt x="4253008" y="707442"/>
                  </a:lnTo>
                  <a:lnTo>
                    <a:pt x="4253102" y="707442"/>
                  </a:lnTo>
                  <a:lnTo>
                    <a:pt x="4253196" y="707442"/>
                  </a:lnTo>
                  <a:lnTo>
                    <a:pt x="4253290" y="707442"/>
                  </a:lnTo>
                  <a:lnTo>
                    <a:pt x="4253384" y="707442"/>
                  </a:lnTo>
                  <a:lnTo>
                    <a:pt x="4253478" y="707442"/>
                  </a:lnTo>
                  <a:lnTo>
                    <a:pt x="4253572" y="707442"/>
                  </a:lnTo>
                  <a:lnTo>
                    <a:pt x="4253666" y="707442"/>
                  </a:lnTo>
                  <a:lnTo>
                    <a:pt x="4253760" y="707442"/>
                  </a:lnTo>
                  <a:lnTo>
                    <a:pt x="4253854" y="707442"/>
                  </a:lnTo>
                  <a:lnTo>
                    <a:pt x="4253948" y="707442"/>
                  </a:lnTo>
                  <a:lnTo>
                    <a:pt x="4254042" y="707442"/>
                  </a:lnTo>
                  <a:lnTo>
                    <a:pt x="4254136" y="707442"/>
                  </a:lnTo>
                  <a:lnTo>
                    <a:pt x="4254230" y="707442"/>
                  </a:lnTo>
                  <a:lnTo>
                    <a:pt x="4254324" y="707442"/>
                  </a:lnTo>
                  <a:lnTo>
                    <a:pt x="4254418" y="707442"/>
                  </a:lnTo>
                  <a:lnTo>
                    <a:pt x="4254512" y="707442"/>
                  </a:lnTo>
                  <a:lnTo>
                    <a:pt x="4254606" y="707442"/>
                  </a:lnTo>
                  <a:lnTo>
                    <a:pt x="4254700" y="707442"/>
                  </a:lnTo>
                  <a:lnTo>
                    <a:pt x="4254794" y="707442"/>
                  </a:lnTo>
                  <a:lnTo>
                    <a:pt x="4254888" y="707442"/>
                  </a:lnTo>
                  <a:lnTo>
                    <a:pt x="4254982" y="707442"/>
                  </a:lnTo>
                  <a:lnTo>
                    <a:pt x="4255076" y="707442"/>
                  </a:lnTo>
                  <a:lnTo>
                    <a:pt x="4255170" y="707442"/>
                  </a:lnTo>
                  <a:lnTo>
                    <a:pt x="4255264" y="707442"/>
                  </a:lnTo>
                  <a:lnTo>
                    <a:pt x="4255358" y="707442"/>
                  </a:lnTo>
                  <a:lnTo>
                    <a:pt x="4255452" y="707442"/>
                  </a:lnTo>
                  <a:lnTo>
                    <a:pt x="4255546" y="707442"/>
                  </a:lnTo>
                  <a:lnTo>
                    <a:pt x="4255640" y="707442"/>
                  </a:lnTo>
                  <a:lnTo>
                    <a:pt x="4255734" y="707442"/>
                  </a:lnTo>
                  <a:lnTo>
                    <a:pt x="4255828" y="707442"/>
                  </a:lnTo>
                  <a:lnTo>
                    <a:pt x="4255922" y="707442"/>
                  </a:lnTo>
                  <a:lnTo>
                    <a:pt x="4256016" y="707442"/>
                  </a:lnTo>
                  <a:lnTo>
                    <a:pt x="4256110" y="707442"/>
                  </a:lnTo>
                  <a:lnTo>
                    <a:pt x="4256110" y="702163"/>
                  </a:lnTo>
                  <a:lnTo>
                    <a:pt x="4256204" y="702163"/>
                  </a:lnTo>
                  <a:lnTo>
                    <a:pt x="4256298" y="702163"/>
                  </a:lnTo>
                  <a:lnTo>
                    <a:pt x="4256392" y="702163"/>
                  </a:lnTo>
                  <a:lnTo>
                    <a:pt x="4256486" y="702163"/>
                  </a:lnTo>
                  <a:lnTo>
                    <a:pt x="4256581" y="702163"/>
                  </a:lnTo>
                  <a:lnTo>
                    <a:pt x="4256675" y="702163"/>
                  </a:lnTo>
                  <a:lnTo>
                    <a:pt x="4256769" y="702163"/>
                  </a:lnTo>
                  <a:lnTo>
                    <a:pt x="4256863" y="702163"/>
                  </a:lnTo>
                  <a:lnTo>
                    <a:pt x="4256957" y="702163"/>
                  </a:lnTo>
                  <a:lnTo>
                    <a:pt x="4257051" y="702163"/>
                  </a:lnTo>
                  <a:lnTo>
                    <a:pt x="4257145" y="702163"/>
                  </a:lnTo>
                  <a:lnTo>
                    <a:pt x="4257239" y="702163"/>
                  </a:lnTo>
                  <a:lnTo>
                    <a:pt x="4257333" y="702163"/>
                  </a:lnTo>
                  <a:lnTo>
                    <a:pt x="4257427" y="702163"/>
                  </a:lnTo>
                  <a:lnTo>
                    <a:pt x="4257521" y="702163"/>
                  </a:lnTo>
                  <a:lnTo>
                    <a:pt x="4257615" y="702163"/>
                  </a:lnTo>
                  <a:lnTo>
                    <a:pt x="4257709" y="702163"/>
                  </a:lnTo>
                  <a:lnTo>
                    <a:pt x="4257803" y="702163"/>
                  </a:lnTo>
                  <a:lnTo>
                    <a:pt x="4257897" y="702163"/>
                  </a:lnTo>
                  <a:lnTo>
                    <a:pt x="4257991" y="702163"/>
                  </a:lnTo>
                  <a:lnTo>
                    <a:pt x="4258085" y="702163"/>
                  </a:lnTo>
                  <a:lnTo>
                    <a:pt x="4258085" y="696883"/>
                  </a:lnTo>
                  <a:lnTo>
                    <a:pt x="4258179" y="696883"/>
                  </a:lnTo>
                  <a:lnTo>
                    <a:pt x="4258273" y="696883"/>
                  </a:lnTo>
                  <a:lnTo>
                    <a:pt x="4258367" y="696883"/>
                  </a:lnTo>
                  <a:lnTo>
                    <a:pt x="4258461" y="696883"/>
                  </a:lnTo>
                  <a:lnTo>
                    <a:pt x="4258555" y="696883"/>
                  </a:lnTo>
                  <a:lnTo>
                    <a:pt x="4258649" y="696883"/>
                  </a:lnTo>
                  <a:lnTo>
                    <a:pt x="4258743" y="696883"/>
                  </a:lnTo>
                  <a:lnTo>
                    <a:pt x="4258837" y="696883"/>
                  </a:lnTo>
                  <a:lnTo>
                    <a:pt x="4258931" y="696883"/>
                  </a:lnTo>
                  <a:lnTo>
                    <a:pt x="4259025" y="696883"/>
                  </a:lnTo>
                  <a:lnTo>
                    <a:pt x="4259119" y="696883"/>
                  </a:lnTo>
                  <a:lnTo>
                    <a:pt x="4259213" y="696883"/>
                  </a:lnTo>
                  <a:lnTo>
                    <a:pt x="4259307" y="696883"/>
                  </a:lnTo>
                  <a:lnTo>
                    <a:pt x="4259401" y="696883"/>
                  </a:lnTo>
                  <a:lnTo>
                    <a:pt x="4259495" y="696883"/>
                  </a:lnTo>
                  <a:lnTo>
                    <a:pt x="4259589" y="696883"/>
                  </a:lnTo>
                  <a:lnTo>
                    <a:pt x="4259683" y="696883"/>
                  </a:lnTo>
                  <a:lnTo>
                    <a:pt x="4259777" y="696883"/>
                  </a:lnTo>
                  <a:lnTo>
                    <a:pt x="4259871" y="696883"/>
                  </a:lnTo>
                  <a:lnTo>
                    <a:pt x="4259965" y="696883"/>
                  </a:lnTo>
                  <a:lnTo>
                    <a:pt x="4260059" y="696883"/>
                  </a:lnTo>
                  <a:lnTo>
                    <a:pt x="4260154" y="696883"/>
                  </a:lnTo>
                  <a:lnTo>
                    <a:pt x="4260248" y="696883"/>
                  </a:lnTo>
                  <a:lnTo>
                    <a:pt x="4260342" y="696883"/>
                  </a:lnTo>
                  <a:lnTo>
                    <a:pt x="4260436" y="696883"/>
                  </a:lnTo>
                  <a:lnTo>
                    <a:pt x="4260530" y="696883"/>
                  </a:lnTo>
                  <a:lnTo>
                    <a:pt x="4260624" y="696883"/>
                  </a:lnTo>
                  <a:lnTo>
                    <a:pt x="4260718" y="696883"/>
                  </a:lnTo>
                  <a:lnTo>
                    <a:pt x="4260812" y="696883"/>
                  </a:lnTo>
                  <a:lnTo>
                    <a:pt x="4260906" y="696883"/>
                  </a:lnTo>
                  <a:lnTo>
                    <a:pt x="4261000" y="696883"/>
                  </a:lnTo>
                  <a:lnTo>
                    <a:pt x="4261094" y="696883"/>
                  </a:lnTo>
                  <a:lnTo>
                    <a:pt x="4261188" y="696883"/>
                  </a:lnTo>
                  <a:lnTo>
                    <a:pt x="4261282" y="696883"/>
                  </a:lnTo>
                  <a:lnTo>
                    <a:pt x="4261376" y="696883"/>
                  </a:lnTo>
                  <a:lnTo>
                    <a:pt x="4261470" y="696883"/>
                  </a:lnTo>
                  <a:lnTo>
                    <a:pt x="4261564" y="696883"/>
                  </a:lnTo>
                  <a:lnTo>
                    <a:pt x="4261658" y="696883"/>
                  </a:lnTo>
                  <a:lnTo>
                    <a:pt x="4261752" y="696883"/>
                  </a:lnTo>
                  <a:lnTo>
                    <a:pt x="4261846" y="696883"/>
                  </a:lnTo>
                  <a:lnTo>
                    <a:pt x="4261940" y="696883"/>
                  </a:lnTo>
                  <a:lnTo>
                    <a:pt x="4262034" y="696883"/>
                  </a:lnTo>
                  <a:lnTo>
                    <a:pt x="4262128" y="696883"/>
                  </a:lnTo>
                  <a:lnTo>
                    <a:pt x="4262222" y="696883"/>
                  </a:lnTo>
                  <a:lnTo>
                    <a:pt x="4262316" y="696883"/>
                  </a:lnTo>
                  <a:lnTo>
                    <a:pt x="4262410" y="696883"/>
                  </a:lnTo>
                  <a:lnTo>
                    <a:pt x="4262504" y="696883"/>
                  </a:lnTo>
                  <a:lnTo>
                    <a:pt x="4262598" y="696883"/>
                  </a:lnTo>
                  <a:lnTo>
                    <a:pt x="4262692" y="696883"/>
                  </a:lnTo>
                  <a:lnTo>
                    <a:pt x="4262786" y="696883"/>
                  </a:lnTo>
                  <a:lnTo>
                    <a:pt x="4262880" y="696883"/>
                  </a:lnTo>
                  <a:lnTo>
                    <a:pt x="4262974" y="696883"/>
                  </a:lnTo>
                  <a:lnTo>
                    <a:pt x="4263068" y="696883"/>
                  </a:lnTo>
                  <a:lnTo>
                    <a:pt x="4263162" y="696883"/>
                  </a:lnTo>
                  <a:lnTo>
                    <a:pt x="4263256" y="696883"/>
                  </a:lnTo>
                  <a:lnTo>
                    <a:pt x="4263350" y="696883"/>
                  </a:lnTo>
                  <a:lnTo>
                    <a:pt x="4263444" y="696883"/>
                  </a:lnTo>
                  <a:lnTo>
                    <a:pt x="4263538" y="696883"/>
                  </a:lnTo>
                  <a:lnTo>
                    <a:pt x="4263633" y="696883"/>
                  </a:lnTo>
                  <a:lnTo>
                    <a:pt x="4263727" y="696883"/>
                  </a:lnTo>
                  <a:lnTo>
                    <a:pt x="4263821" y="696883"/>
                  </a:lnTo>
                  <a:lnTo>
                    <a:pt x="4263915" y="696883"/>
                  </a:lnTo>
                  <a:lnTo>
                    <a:pt x="4264009" y="696883"/>
                  </a:lnTo>
                  <a:lnTo>
                    <a:pt x="4264103" y="696883"/>
                  </a:lnTo>
                  <a:lnTo>
                    <a:pt x="4264197" y="696883"/>
                  </a:lnTo>
                  <a:lnTo>
                    <a:pt x="4264291" y="696883"/>
                  </a:lnTo>
                  <a:lnTo>
                    <a:pt x="4264385" y="696883"/>
                  </a:lnTo>
                  <a:lnTo>
                    <a:pt x="4264479" y="696883"/>
                  </a:lnTo>
                  <a:lnTo>
                    <a:pt x="4264573" y="696883"/>
                  </a:lnTo>
                  <a:lnTo>
                    <a:pt x="4264667" y="696883"/>
                  </a:lnTo>
                  <a:lnTo>
                    <a:pt x="4264761" y="696883"/>
                  </a:lnTo>
                  <a:lnTo>
                    <a:pt x="4264855" y="696883"/>
                  </a:lnTo>
                  <a:lnTo>
                    <a:pt x="4264949" y="696883"/>
                  </a:lnTo>
                  <a:lnTo>
                    <a:pt x="4265043" y="696883"/>
                  </a:lnTo>
                  <a:lnTo>
                    <a:pt x="4265137" y="696883"/>
                  </a:lnTo>
                  <a:lnTo>
                    <a:pt x="4265231" y="696883"/>
                  </a:lnTo>
                  <a:lnTo>
                    <a:pt x="4265325" y="696883"/>
                  </a:lnTo>
                  <a:lnTo>
                    <a:pt x="4265419" y="696883"/>
                  </a:lnTo>
                  <a:lnTo>
                    <a:pt x="4265513" y="696883"/>
                  </a:lnTo>
                  <a:lnTo>
                    <a:pt x="4265607" y="696883"/>
                  </a:lnTo>
                  <a:lnTo>
                    <a:pt x="4265701" y="696883"/>
                  </a:lnTo>
                  <a:lnTo>
                    <a:pt x="4265795" y="696883"/>
                  </a:lnTo>
                  <a:lnTo>
                    <a:pt x="4265889" y="696883"/>
                  </a:lnTo>
                  <a:lnTo>
                    <a:pt x="4265983" y="696883"/>
                  </a:lnTo>
                  <a:lnTo>
                    <a:pt x="4266077" y="696883"/>
                  </a:lnTo>
                  <a:lnTo>
                    <a:pt x="4266171" y="696883"/>
                  </a:lnTo>
                  <a:lnTo>
                    <a:pt x="4266265" y="696883"/>
                  </a:lnTo>
                  <a:lnTo>
                    <a:pt x="4266359" y="696883"/>
                  </a:lnTo>
                  <a:lnTo>
                    <a:pt x="4266453" y="696883"/>
                  </a:lnTo>
                  <a:lnTo>
                    <a:pt x="4266547" y="696883"/>
                  </a:lnTo>
                  <a:lnTo>
                    <a:pt x="4266641" y="696883"/>
                  </a:lnTo>
                  <a:lnTo>
                    <a:pt x="4266735" y="696883"/>
                  </a:lnTo>
                  <a:lnTo>
                    <a:pt x="4266829" y="696883"/>
                  </a:lnTo>
                  <a:lnTo>
                    <a:pt x="4266923" y="696883"/>
                  </a:lnTo>
                  <a:lnTo>
                    <a:pt x="4267017" y="696883"/>
                  </a:lnTo>
                  <a:lnTo>
                    <a:pt x="4267111" y="696883"/>
                  </a:lnTo>
                  <a:lnTo>
                    <a:pt x="4267206" y="696883"/>
                  </a:lnTo>
                  <a:lnTo>
                    <a:pt x="4267300" y="696883"/>
                  </a:lnTo>
                  <a:lnTo>
                    <a:pt x="4267394" y="696883"/>
                  </a:lnTo>
                  <a:lnTo>
                    <a:pt x="4267488" y="696883"/>
                  </a:lnTo>
                  <a:lnTo>
                    <a:pt x="4267582" y="696883"/>
                  </a:lnTo>
                  <a:lnTo>
                    <a:pt x="4267676" y="696883"/>
                  </a:lnTo>
                  <a:lnTo>
                    <a:pt x="4267770" y="696883"/>
                  </a:lnTo>
                  <a:lnTo>
                    <a:pt x="4267864" y="696883"/>
                  </a:lnTo>
                  <a:lnTo>
                    <a:pt x="4267958" y="696883"/>
                  </a:lnTo>
                  <a:lnTo>
                    <a:pt x="4268052" y="696883"/>
                  </a:lnTo>
                  <a:lnTo>
                    <a:pt x="4268146" y="696883"/>
                  </a:lnTo>
                  <a:lnTo>
                    <a:pt x="4268240" y="696883"/>
                  </a:lnTo>
                  <a:lnTo>
                    <a:pt x="4268334" y="696883"/>
                  </a:lnTo>
                  <a:lnTo>
                    <a:pt x="4268428" y="696883"/>
                  </a:lnTo>
                  <a:lnTo>
                    <a:pt x="4268522" y="696883"/>
                  </a:lnTo>
                  <a:lnTo>
                    <a:pt x="4268616" y="696883"/>
                  </a:lnTo>
                  <a:lnTo>
                    <a:pt x="4268710" y="696883"/>
                  </a:lnTo>
                  <a:lnTo>
                    <a:pt x="4268804" y="696883"/>
                  </a:lnTo>
                  <a:lnTo>
                    <a:pt x="4268898" y="696883"/>
                  </a:lnTo>
                  <a:lnTo>
                    <a:pt x="4268992" y="696883"/>
                  </a:lnTo>
                  <a:lnTo>
                    <a:pt x="4269086" y="696883"/>
                  </a:lnTo>
                  <a:lnTo>
                    <a:pt x="4269180" y="696883"/>
                  </a:lnTo>
                  <a:lnTo>
                    <a:pt x="4269274" y="696883"/>
                  </a:lnTo>
                  <a:lnTo>
                    <a:pt x="4269368" y="696883"/>
                  </a:lnTo>
                  <a:lnTo>
                    <a:pt x="4269462" y="696883"/>
                  </a:lnTo>
                  <a:lnTo>
                    <a:pt x="4269556" y="696883"/>
                  </a:lnTo>
                  <a:lnTo>
                    <a:pt x="4269650" y="696883"/>
                  </a:lnTo>
                  <a:lnTo>
                    <a:pt x="4269744" y="696883"/>
                  </a:lnTo>
                  <a:lnTo>
                    <a:pt x="4269838" y="696883"/>
                  </a:lnTo>
                  <a:lnTo>
                    <a:pt x="4269932" y="696883"/>
                  </a:lnTo>
                  <a:lnTo>
                    <a:pt x="4270026" y="696883"/>
                  </a:lnTo>
                  <a:lnTo>
                    <a:pt x="4270120" y="696883"/>
                  </a:lnTo>
                  <a:lnTo>
                    <a:pt x="4270214" y="696883"/>
                  </a:lnTo>
                  <a:lnTo>
                    <a:pt x="4270308" y="696883"/>
                  </a:lnTo>
                  <a:lnTo>
                    <a:pt x="4270402" y="696883"/>
                  </a:lnTo>
                  <a:lnTo>
                    <a:pt x="4270496" y="696883"/>
                  </a:lnTo>
                  <a:lnTo>
                    <a:pt x="4270590" y="696883"/>
                  </a:lnTo>
                  <a:lnTo>
                    <a:pt x="4270684" y="696883"/>
                  </a:lnTo>
                  <a:lnTo>
                    <a:pt x="4270779" y="696883"/>
                  </a:lnTo>
                  <a:lnTo>
                    <a:pt x="4270873" y="696883"/>
                  </a:lnTo>
                  <a:lnTo>
                    <a:pt x="4270967" y="696883"/>
                  </a:lnTo>
                  <a:lnTo>
                    <a:pt x="4271061" y="696883"/>
                  </a:lnTo>
                  <a:lnTo>
                    <a:pt x="4271155" y="696883"/>
                  </a:lnTo>
                  <a:lnTo>
                    <a:pt x="4271249" y="696883"/>
                  </a:lnTo>
                  <a:lnTo>
                    <a:pt x="4271343" y="696883"/>
                  </a:lnTo>
                  <a:lnTo>
                    <a:pt x="4271437" y="696883"/>
                  </a:lnTo>
                  <a:lnTo>
                    <a:pt x="4271531" y="696883"/>
                  </a:lnTo>
                  <a:lnTo>
                    <a:pt x="4271625" y="696883"/>
                  </a:lnTo>
                  <a:lnTo>
                    <a:pt x="4271719" y="696883"/>
                  </a:lnTo>
                  <a:lnTo>
                    <a:pt x="4271813" y="696883"/>
                  </a:lnTo>
                  <a:lnTo>
                    <a:pt x="4271907" y="696883"/>
                  </a:lnTo>
                  <a:lnTo>
                    <a:pt x="4272001" y="696883"/>
                  </a:lnTo>
                  <a:lnTo>
                    <a:pt x="4272095" y="696883"/>
                  </a:lnTo>
                  <a:lnTo>
                    <a:pt x="4272189" y="696883"/>
                  </a:lnTo>
                  <a:lnTo>
                    <a:pt x="4272283" y="696883"/>
                  </a:lnTo>
                  <a:lnTo>
                    <a:pt x="4272377" y="696883"/>
                  </a:lnTo>
                  <a:lnTo>
                    <a:pt x="4272471" y="696883"/>
                  </a:lnTo>
                  <a:lnTo>
                    <a:pt x="4272565" y="696883"/>
                  </a:lnTo>
                  <a:lnTo>
                    <a:pt x="4272659" y="696883"/>
                  </a:lnTo>
                  <a:lnTo>
                    <a:pt x="4272753" y="696883"/>
                  </a:lnTo>
                  <a:lnTo>
                    <a:pt x="4272847" y="696883"/>
                  </a:lnTo>
                  <a:lnTo>
                    <a:pt x="4272941" y="696883"/>
                  </a:lnTo>
                  <a:lnTo>
                    <a:pt x="4273035" y="696883"/>
                  </a:lnTo>
                  <a:lnTo>
                    <a:pt x="4273129" y="696883"/>
                  </a:lnTo>
                  <a:lnTo>
                    <a:pt x="4273223" y="696883"/>
                  </a:lnTo>
                  <a:lnTo>
                    <a:pt x="4273317" y="696883"/>
                  </a:lnTo>
                  <a:lnTo>
                    <a:pt x="4273411" y="696883"/>
                  </a:lnTo>
                  <a:lnTo>
                    <a:pt x="4273505" y="696883"/>
                  </a:lnTo>
                  <a:lnTo>
                    <a:pt x="4273599" y="696883"/>
                  </a:lnTo>
                  <a:lnTo>
                    <a:pt x="4273693" y="696883"/>
                  </a:lnTo>
                  <a:lnTo>
                    <a:pt x="4273787" y="696883"/>
                  </a:lnTo>
                  <a:lnTo>
                    <a:pt x="4273881" y="696883"/>
                  </a:lnTo>
                  <a:lnTo>
                    <a:pt x="4273975" y="696883"/>
                  </a:lnTo>
                  <a:lnTo>
                    <a:pt x="4274069" y="696883"/>
                  </a:lnTo>
                  <a:lnTo>
                    <a:pt x="4274163" y="696883"/>
                  </a:lnTo>
                  <a:lnTo>
                    <a:pt x="4274257" y="696883"/>
                  </a:lnTo>
                  <a:lnTo>
                    <a:pt x="4274352" y="696883"/>
                  </a:lnTo>
                  <a:lnTo>
                    <a:pt x="4274446" y="696883"/>
                  </a:lnTo>
                  <a:lnTo>
                    <a:pt x="4274540" y="696883"/>
                  </a:lnTo>
                  <a:lnTo>
                    <a:pt x="4274634" y="696883"/>
                  </a:lnTo>
                  <a:lnTo>
                    <a:pt x="4274728" y="696883"/>
                  </a:lnTo>
                  <a:lnTo>
                    <a:pt x="4274822" y="696883"/>
                  </a:lnTo>
                  <a:lnTo>
                    <a:pt x="4274916" y="696883"/>
                  </a:lnTo>
                  <a:lnTo>
                    <a:pt x="4275010" y="696883"/>
                  </a:lnTo>
                  <a:lnTo>
                    <a:pt x="4275104" y="696883"/>
                  </a:lnTo>
                  <a:lnTo>
                    <a:pt x="4275198" y="696883"/>
                  </a:lnTo>
                  <a:lnTo>
                    <a:pt x="4275292" y="696883"/>
                  </a:lnTo>
                  <a:lnTo>
                    <a:pt x="4275386" y="696883"/>
                  </a:lnTo>
                  <a:lnTo>
                    <a:pt x="4275480" y="696883"/>
                  </a:lnTo>
                  <a:lnTo>
                    <a:pt x="4275574" y="696883"/>
                  </a:lnTo>
                  <a:lnTo>
                    <a:pt x="4275668" y="696883"/>
                  </a:lnTo>
                  <a:lnTo>
                    <a:pt x="4275762" y="696883"/>
                  </a:lnTo>
                  <a:lnTo>
                    <a:pt x="4275856" y="696883"/>
                  </a:lnTo>
                  <a:lnTo>
                    <a:pt x="4275856" y="691604"/>
                  </a:lnTo>
                  <a:lnTo>
                    <a:pt x="4275950" y="691604"/>
                  </a:lnTo>
                  <a:lnTo>
                    <a:pt x="4276044" y="691604"/>
                  </a:lnTo>
                  <a:lnTo>
                    <a:pt x="4276138" y="691604"/>
                  </a:lnTo>
                  <a:lnTo>
                    <a:pt x="4276232" y="691604"/>
                  </a:lnTo>
                  <a:lnTo>
                    <a:pt x="4276326" y="691604"/>
                  </a:lnTo>
                  <a:lnTo>
                    <a:pt x="4276420" y="691604"/>
                  </a:lnTo>
                  <a:lnTo>
                    <a:pt x="4276514" y="691604"/>
                  </a:lnTo>
                  <a:lnTo>
                    <a:pt x="4276608" y="691604"/>
                  </a:lnTo>
                  <a:lnTo>
                    <a:pt x="4276702" y="691604"/>
                  </a:lnTo>
                  <a:lnTo>
                    <a:pt x="4276796" y="691604"/>
                  </a:lnTo>
                  <a:lnTo>
                    <a:pt x="4276890" y="691604"/>
                  </a:lnTo>
                  <a:lnTo>
                    <a:pt x="4276984" y="691604"/>
                  </a:lnTo>
                  <a:lnTo>
                    <a:pt x="4277078" y="691604"/>
                  </a:lnTo>
                  <a:lnTo>
                    <a:pt x="4277172" y="691604"/>
                  </a:lnTo>
                  <a:lnTo>
                    <a:pt x="4277266" y="691604"/>
                  </a:lnTo>
                  <a:lnTo>
                    <a:pt x="4277360" y="691604"/>
                  </a:lnTo>
                  <a:lnTo>
                    <a:pt x="4277454" y="691604"/>
                  </a:lnTo>
                  <a:lnTo>
                    <a:pt x="4277548" y="691604"/>
                  </a:lnTo>
                  <a:lnTo>
                    <a:pt x="4277642" y="691604"/>
                  </a:lnTo>
                  <a:lnTo>
                    <a:pt x="4277736" y="691604"/>
                  </a:lnTo>
                  <a:lnTo>
                    <a:pt x="4277831" y="691604"/>
                  </a:lnTo>
                  <a:lnTo>
                    <a:pt x="4277925" y="691604"/>
                  </a:lnTo>
                  <a:lnTo>
                    <a:pt x="4278019" y="691604"/>
                  </a:lnTo>
                  <a:lnTo>
                    <a:pt x="4278113" y="691604"/>
                  </a:lnTo>
                  <a:lnTo>
                    <a:pt x="4278207" y="691604"/>
                  </a:lnTo>
                  <a:lnTo>
                    <a:pt x="4278301" y="691604"/>
                  </a:lnTo>
                  <a:lnTo>
                    <a:pt x="4278395" y="691604"/>
                  </a:lnTo>
                  <a:lnTo>
                    <a:pt x="4278489" y="691604"/>
                  </a:lnTo>
                  <a:lnTo>
                    <a:pt x="4278583" y="691604"/>
                  </a:lnTo>
                  <a:lnTo>
                    <a:pt x="4278677" y="691604"/>
                  </a:lnTo>
                  <a:lnTo>
                    <a:pt x="4278771" y="691604"/>
                  </a:lnTo>
                  <a:lnTo>
                    <a:pt x="4278865" y="691604"/>
                  </a:lnTo>
                  <a:lnTo>
                    <a:pt x="4278959" y="691604"/>
                  </a:lnTo>
                  <a:lnTo>
                    <a:pt x="4279053" y="691604"/>
                  </a:lnTo>
                  <a:lnTo>
                    <a:pt x="4279147" y="691604"/>
                  </a:lnTo>
                  <a:lnTo>
                    <a:pt x="4279241" y="691604"/>
                  </a:lnTo>
                  <a:lnTo>
                    <a:pt x="4279335" y="691604"/>
                  </a:lnTo>
                  <a:lnTo>
                    <a:pt x="4279429" y="691604"/>
                  </a:lnTo>
                  <a:lnTo>
                    <a:pt x="4279523" y="691604"/>
                  </a:lnTo>
                  <a:lnTo>
                    <a:pt x="4279617" y="691604"/>
                  </a:lnTo>
                  <a:lnTo>
                    <a:pt x="4279711" y="691604"/>
                  </a:lnTo>
                  <a:lnTo>
                    <a:pt x="4279805" y="691604"/>
                  </a:lnTo>
                  <a:lnTo>
                    <a:pt x="4279899" y="691604"/>
                  </a:lnTo>
                  <a:lnTo>
                    <a:pt x="4279993" y="691604"/>
                  </a:lnTo>
                  <a:lnTo>
                    <a:pt x="4280087" y="691604"/>
                  </a:lnTo>
                  <a:lnTo>
                    <a:pt x="4280181" y="691604"/>
                  </a:lnTo>
                  <a:lnTo>
                    <a:pt x="4280275" y="691604"/>
                  </a:lnTo>
                  <a:lnTo>
                    <a:pt x="4280369" y="691604"/>
                  </a:lnTo>
                  <a:lnTo>
                    <a:pt x="4280463" y="691604"/>
                  </a:lnTo>
                  <a:lnTo>
                    <a:pt x="4280557" y="691604"/>
                  </a:lnTo>
                  <a:lnTo>
                    <a:pt x="4280651" y="691604"/>
                  </a:lnTo>
                  <a:lnTo>
                    <a:pt x="4280745" y="691604"/>
                  </a:lnTo>
                  <a:lnTo>
                    <a:pt x="4280839" y="691604"/>
                  </a:lnTo>
                  <a:lnTo>
                    <a:pt x="4280933" y="691604"/>
                  </a:lnTo>
                  <a:lnTo>
                    <a:pt x="4281027" y="691604"/>
                  </a:lnTo>
                  <a:lnTo>
                    <a:pt x="4281121" y="691604"/>
                  </a:lnTo>
                  <a:lnTo>
                    <a:pt x="4281215" y="691604"/>
                  </a:lnTo>
                  <a:lnTo>
                    <a:pt x="4281309" y="691604"/>
                  </a:lnTo>
                  <a:lnTo>
                    <a:pt x="4281404" y="691604"/>
                  </a:lnTo>
                  <a:lnTo>
                    <a:pt x="4281498" y="691604"/>
                  </a:lnTo>
                  <a:lnTo>
                    <a:pt x="4281592" y="691604"/>
                  </a:lnTo>
                  <a:lnTo>
                    <a:pt x="4281686" y="691604"/>
                  </a:lnTo>
                  <a:lnTo>
                    <a:pt x="4281780" y="691604"/>
                  </a:lnTo>
                  <a:lnTo>
                    <a:pt x="4281874" y="691604"/>
                  </a:lnTo>
                  <a:lnTo>
                    <a:pt x="4281968" y="691604"/>
                  </a:lnTo>
                  <a:lnTo>
                    <a:pt x="4282062" y="691604"/>
                  </a:lnTo>
                  <a:lnTo>
                    <a:pt x="4282156" y="691604"/>
                  </a:lnTo>
                  <a:lnTo>
                    <a:pt x="4282250" y="691604"/>
                  </a:lnTo>
                  <a:lnTo>
                    <a:pt x="4282344" y="691604"/>
                  </a:lnTo>
                  <a:lnTo>
                    <a:pt x="4282438" y="691604"/>
                  </a:lnTo>
                  <a:lnTo>
                    <a:pt x="4282532" y="691604"/>
                  </a:lnTo>
                  <a:lnTo>
                    <a:pt x="4282626" y="691604"/>
                  </a:lnTo>
                  <a:lnTo>
                    <a:pt x="4282720" y="691604"/>
                  </a:lnTo>
                  <a:lnTo>
                    <a:pt x="4282814" y="691604"/>
                  </a:lnTo>
                  <a:lnTo>
                    <a:pt x="4282908" y="691604"/>
                  </a:lnTo>
                  <a:lnTo>
                    <a:pt x="4283002" y="691604"/>
                  </a:lnTo>
                  <a:lnTo>
                    <a:pt x="4283096" y="691604"/>
                  </a:lnTo>
                  <a:lnTo>
                    <a:pt x="4283190" y="691604"/>
                  </a:lnTo>
                  <a:lnTo>
                    <a:pt x="4283284" y="691604"/>
                  </a:lnTo>
                  <a:lnTo>
                    <a:pt x="4283378" y="691604"/>
                  </a:lnTo>
                  <a:lnTo>
                    <a:pt x="4283472" y="691604"/>
                  </a:lnTo>
                  <a:lnTo>
                    <a:pt x="4283566" y="691604"/>
                  </a:lnTo>
                  <a:lnTo>
                    <a:pt x="4283660" y="691604"/>
                  </a:lnTo>
                  <a:lnTo>
                    <a:pt x="4283754" y="691604"/>
                  </a:lnTo>
                  <a:lnTo>
                    <a:pt x="4283848" y="691604"/>
                  </a:lnTo>
                  <a:lnTo>
                    <a:pt x="4283942" y="691604"/>
                  </a:lnTo>
                  <a:lnTo>
                    <a:pt x="4284036" y="691604"/>
                  </a:lnTo>
                  <a:lnTo>
                    <a:pt x="4284130" y="691604"/>
                  </a:lnTo>
                  <a:lnTo>
                    <a:pt x="4284224" y="691604"/>
                  </a:lnTo>
                  <a:lnTo>
                    <a:pt x="4284318" y="691604"/>
                  </a:lnTo>
                  <a:lnTo>
                    <a:pt x="4284412" y="691604"/>
                  </a:lnTo>
                  <a:lnTo>
                    <a:pt x="4284506" y="691604"/>
                  </a:lnTo>
                  <a:lnTo>
                    <a:pt x="4284600" y="691604"/>
                  </a:lnTo>
                  <a:lnTo>
                    <a:pt x="4284694" y="691604"/>
                  </a:lnTo>
                  <a:lnTo>
                    <a:pt x="4284788" y="691604"/>
                  </a:lnTo>
                  <a:lnTo>
                    <a:pt x="4284882" y="691604"/>
                  </a:lnTo>
                  <a:lnTo>
                    <a:pt x="4284977" y="691604"/>
                  </a:lnTo>
                  <a:lnTo>
                    <a:pt x="4285071" y="691604"/>
                  </a:lnTo>
                  <a:lnTo>
                    <a:pt x="4285165" y="691604"/>
                  </a:lnTo>
                  <a:lnTo>
                    <a:pt x="4285259" y="691604"/>
                  </a:lnTo>
                  <a:lnTo>
                    <a:pt x="4285353" y="691604"/>
                  </a:lnTo>
                  <a:lnTo>
                    <a:pt x="4285447" y="691604"/>
                  </a:lnTo>
                  <a:lnTo>
                    <a:pt x="4285541" y="691604"/>
                  </a:lnTo>
                  <a:lnTo>
                    <a:pt x="4285635" y="691604"/>
                  </a:lnTo>
                  <a:lnTo>
                    <a:pt x="4285729" y="691604"/>
                  </a:lnTo>
                  <a:lnTo>
                    <a:pt x="4285823" y="691604"/>
                  </a:lnTo>
                  <a:lnTo>
                    <a:pt x="4285917" y="691604"/>
                  </a:lnTo>
                  <a:lnTo>
                    <a:pt x="4286011" y="691604"/>
                  </a:lnTo>
                  <a:lnTo>
                    <a:pt x="4286105" y="691604"/>
                  </a:lnTo>
                  <a:lnTo>
                    <a:pt x="4286199" y="691604"/>
                  </a:lnTo>
                  <a:lnTo>
                    <a:pt x="4286293" y="691604"/>
                  </a:lnTo>
                  <a:lnTo>
                    <a:pt x="4286387" y="691604"/>
                  </a:lnTo>
                  <a:lnTo>
                    <a:pt x="4286481" y="691604"/>
                  </a:lnTo>
                  <a:lnTo>
                    <a:pt x="4286575" y="691604"/>
                  </a:lnTo>
                  <a:lnTo>
                    <a:pt x="4286669" y="691604"/>
                  </a:lnTo>
                  <a:lnTo>
                    <a:pt x="4286763" y="691604"/>
                  </a:lnTo>
                  <a:lnTo>
                    <a:pt x="4286857" y="691604"/>
                  </a:lnTo>
                  <a:lnTo>
                    <a:pt x="4286951" y="691604"/>
                  </a:lnTo>
                  <a:lnTo>
                    <a:pt x="4287045" y="691604"/>
                  </a:lnTo>
                  <a:lnTo>
                    <a:pt x="4287139" y="691604"/>
                  </a:lnTo>
                  <a:lnTo>
                    <a:pt x="4287233" y="691604"/>
                  </a:lnTo>
                  <a:lnTo>
                    <a:pt x="4287327" y="691604"/>
                  </a:lnTo>
                  <a:lnTo>
                    <a:pt x="4287421" y="691604"/>
                  </a:lnTo>
                  <a:lnTo>
                    <a:pt x="4287515" y="691604"/>
                  </a:lnTo>
                  <a:lnTo>
                    <a:pt x="4287609" y="691604"/>
                  </a:lnTo>
                  <a:lnTo>
                    <a:pt x="4287703" y="691604"/>
                  </a:lnTo>
                  <a:lnTo>
                    <a:pt x="4287797" y="691604"/>
                  </a:lnTo>
                  <a:lnTo>
                    <a:pt x="4287891" y="691604"/>
                  </a:lnTo>
                  <a:lnTo>
                    <a:pt x="4287985" y="691604"/>
                  </a:lnTo>
                  <a:lnTo>
                    <a:pt x="4288079" y="691604"/>
                  </a:lnTo>
                  <a:lnTo>
                    <a:pt x="4288173" y="691604"/>
                  </a:lnTo>
                  <a:lnTo>
                    <a:pt x="4288267" y="691604"/>
                  </a:lnTo>
                  <a:lnTo>
                    <a:pt x="4288361" y="691604"/>
                  </a:lnTo>
                  <a:lnTo>
                    <a:pt x="4288456" y="691604"/>
                  </a:lnTo>
                  <a:lnTo>
                    <a:pt x="4288550" y="691604"/>
                  </a:lnTo>
                  <a:lnTo>
                    <a:pt x="4288644" y="691604"/>
                  </a:lnTo>
                  <a:lnTo>
                    <a:pt x="4288738" y="691604"/>
                  </a:lnTo>
                  <a:lnTo>
                    <a:pt x="4288832" y="691604"/>
                  </a:lnTo>
                  <a:lnTo>
                    <a:pt x="4288926" y="691604"/>
                  </a:lnTo>
                  <a:lnTo>
                    <a:pt x="4289020" y="691604"/>
                  </a:lnTo>
                  <a:lnTo>
                    <a:pt x="4289114" y="691604"/>
                  </a:lnTo>
                  <a:lnTo>
                    <a:pt x="4289208" y="691604"/>
                  </a:lnTo>
                  <a:lnTo>
                    <a:pt x="4289302" y="691604"/>
                  </a:lnTo>
                  <a:lnTo>
                    <a:pt x="4289396" y="691604"/>
                  </a:lnTo>
                  <a:lnTo>
                    <a:pt x="4289490" y="691604"/>
                  </a:lnTo>
                  <a:lnTo>
                    <a:pt x="4289584" y="691604"/>
                  </a:lnTo>
                  <a:lnTo>
                    <a:pt x="4289678" y="691604"/>
                  </a:lnTo>
                  <a:lnTo>
                    <a:pt x="4289772" y="691604"/>
                  </a:lnTo>
                  <a:lnTo>
                    <a:pt x="4289866" y="691604"/>
                  </a:lnTo>
                  <a:lnTo>
                    <a:pt x="4289960" y="691604"/>
                  </a:lnTo>
                  <a:lnTo>
                    <a:pt x="4290054" y="691604"/>
                  </a:lnTo>
                  <a:lnTo>
                    <a:pt x="4290148" y="691604"/>
                  </a:lnTo>
                  <a:lnTo>
                    <a:pt x="4290242" y="691604"/>
                  </a:lnTo>
                  <a:lnTo>
                    <a:pt x="4290336" y="691604"/>
                  </a:lnTo>
                  <a:lnTo>
                    <a:pt x="4290430" y="691604"/>
                  </a:lnTo>
                  <a:lnTo>
                    <a:pt x="4290524" y="691604"/>
                  </a:lnTo>
                  <a:lnTo>
                    <a:pt x="4290618" y="691604"/>
                  </a:lnTo>
                  <a:lnTo>
                    <a:pt x="4290712" y="691604"/>
                  </a:lnTo>
                  <a:lnTo>
                    <a:pt x="4290806" y="691604"/>
                  </a:lnTo>
                  <a:lnTo>
                    <a:pt x="4290900" y="691604"/>
                  </a:lnTo>
                  <a:lnTo>
                    <a:pt x="4290994" y="691604"/>
                  </a:lnTo>
                  <a:lnTo>
                    <a:pt x="4291088" y="691604"/>
                  </a:lnTo>
                  <a:lnTo>
                    <a:pt x="4291182" y="691604"/>
                  </a:lnTo>
                  <a:lnTo>
                    <a:pt x="4291276" y="691604"/>
                  </a:lnTo>
                  <a:lnTo>
                    <a:pt x="4291370" y="691604"/>
                  </a:lnTo>
                  <a:lnTo>
                    <a:pt x="4291464" y="691604"/>
                  </a:lnTo>
                  <a:lnTo>
                    <a:pt x="4291558" y="691604"/>
                  </a:lnTo>
                  <a:lnTo>
                    <a:pt x="4291652" y="691604"/>
                  </a:lnTo>
                  <a:lnTo>
                    <a:pt x="4291746" y="691604"/>
                  </a:lnTo>
                  <a:lnTo>
                    <a:pt x="4291840" y="691604"/>
                  </a:lnTo>
                  <a:lnTo>
                    <a:pt x="4291934" y="691604"/>
                  </a:lnTo>
                  <a:lnTo>
                    <a:pt x="4292029" y="691604"/>
                  </a:lnTo>
                  <a:lnTo>
                    <a:pt x="4292123" y="691604"/>
                  </a:lnTo>
                  <a:lnTo>
                    <a:pt x="4292217" y="691604"/>
                  </a:lnTo>
                  <a:lnTo>
                    <a:pt x="4292311" y="691604"/>
                  </a:lnTo>
                  <a:lnTo>
                    <a:pt x="4292405" y="691604"/>
                  </a:lnTo>
                  <a:lnTo>
                    <a:pt x="4292499" y="691604"/>
                  </a:lnTo>
                  <a:lnTo>
                    <a:pt x="4292593" y="691604"/>
                  </a:lnTo>
                  <a:lnTo>
                    <a:pt x="4292687" y="691604"/>
                  </a:lnTo>
                  <a:lnTo>
                    <a:pt x="4292781" y="691604"/>
                  </a:lnTo>
                  <a:lnTo>
                    <a:pt x="4292875" y="691604"/>
                  </a:lnTo>
                  <a:lnTo>
                    <a:pt x="4292969" y="691604"/>
                  </a:lnTo>
                  <a:lnTo>
                    <a:pt x="4293063" y="691604"/>
                  </a:lnTo>
                  <a:lnTo>
                    <a:pt x="4293157" y="691604"/>
                  </a:lnTo>
                  <a:lnTo>
                    <a:pt x="4293251" y="691604"/>
                  </a:lnTo>
                  <a:lnTo>
                    <a:pt x="4293345" y="691604"/>
                  </a:lnTo>
                  <a:lnTo>
                    <a:pt x="4293439" y="691604"/>
                  </a:lnTo>
                  <a:lnTo>
                    <a:pt x="4293533" y="691604"/>
                  </a:lnTo>
                  <a:lnTo>
                    <a:pt x="4293627" y="691604"/>
                  </a:lnTo>
                  <a:lnTo>
                    <a:pt x="4293721" y="691604"/>
                  </a:lnTo>
                  <a:lnTo>
                    <a:pt x="4293815" y="691604"/>
                  </a:lnTo>
                  <a:lnTo>
                    <a:pt x="4293909" y="691604"/>
                  </a:lnTo>
                  <a:lnTo>
                    <a:pt x="4294003" y="691604"/>
                  </a:lnTo>
                  <a:lnTo>
                    <a:pt x="4294097" y="691604"/>
                  </a:lnTo>
                  <a:lnTo>
                    <a:pt x="4294191" y="691604"/>
                  </a:lnTo>
                  <a:lnTo>
                    <a:pt x="4294285" y="691604"/>
                  </a:lnTo>
                  <a:lnTo>
                    <a:pt x="4294379" y="691604"/>
                  </a:lnTo>
                  <a:lnTo>
                    <a:pt x="4294473" y="691604"/>
                  </a:lnTo>
                  <a:lnTo>
                    <a:pt x="4294567" y="691604"/>
                  </a:lnTo>
                  <a:lnTo>
                    <a:pt x="4294661" y="691604"/>
                  </a:lnTo>
                  <a:lnTo>
                    <a:pt x="4294755" y="691604"/>
                  </a:lnTo>
                  <a:lnTo>
                    <a:pt x="4294849" y="691604"/>
                  </a:lnTo>
                  <a:lnTo>
                    <a:pt x="4294943" y="691604"/>
                  </a:lnTo>
                  <a:lnTo>
                    <a:pt x="4295037" y="691604"/>
                  </a:lnTo>
                  <a:lnTo>
                    <a:pt x="4295131" y="691604"/>
                  </a:lnTo>
                  <a:lnTo>
                    <a:pt x="4295225" y="691604"/>
                  </a:lnTo>
                  <a:lnTo>
                    <a:pt x="4295319" y="691604"/>
                  </a:lnTo>
                  <a:lnTo>
                    <a:pt x="4295413" y="691604"/>
                  </a:lnTo>
                  <a:lnTo>
                    <a:pt x="4295507" y="691604"/>
                  </a:lnTo>
                  <a:lnTo>
                    <a:pt x="4295602" y="691604"/>
                  </a:lnTo>
                  <a:lnTo>
                    <a:pt x="4295696" y="691604"/>
                  </a:lnTo>
                  <a:lnTo>
                    <a:pt x="4295790" y="691604"/>
                  </a:lnTo>
                  <a:lnTo>
                    <a:pt x="4295884" y="691604"/>
                  </a:lnTo>
                  <a:lnTo>
                    <a:pt x="4295978" y="691604"/>
                  </a:lnTo>
                  <a:lnTo>
                    <a:pt x="4296072" y="691604"/>
                  </a:lnTo>
                  <a:lnTo>
                    <a:pt x="4296166" y="691604"/>
                  </a:lnTo>
                  <a:lnTo>
                    <a:pt x="4296260" y="691604"/>
                  </a:lnTo>
                  <a:lnTo>
                    <a:pt x="4296354" y="691604"/>
                  </a:lnTo>
                  <a:lnTo>
                    <a:pt x="4296448" y="691604"/>
                  </a:lnTo>
                  <a:lnTo>
                    <a:pt x="4296542" y="691604"/>
                  </a:lnTo>
                  <a:lnTo>
                    <a:pt x="4296636" y="691604"/>
                  </a:lnTo>
                  <a:lnTo>
                    <a:pt x="4296730" y="691604"/>
                  </a:lnTo>
                  <a:lnTo>
                    <a:pt x="4296824" y="691604"/>
                  </a:lnTo>
                  <a:lnTo>
                    <a:pt x="4296918" y="691604"/>
                  </a:lnTo>
                  <a:lnTo>
                    <a:pt x="4297012" y="691604"/>
                  </a:lnTo>
                  <a:lnTo>
                    <a:pt x="4297106" y="691604"/>
                  </a:lnTo>
                  <a:lnTo>
                    <a:pt x="4297200" y="691604"/>
                  </a:lnTo>
                  <a:lnTo>
                    <a:pt x="4297294" y="691604"/>
                  </a:lnTo>
                  <a:lnTo>
                    <a:pt x="4297388" y="691604"/>
                  </a:lnTo>
                  <a:lnTo>
                    <a:pt x="4297482" y="691604"/>
                  </a:lnTo>
                  <a:lnTo>
                    <a:pt x="4297576" y="691604"/>
                  </a:lnTo>
                  <a:lnTo>
                    <a:pt x="4297670" y="691604"/>
                  </a:lnTo>
                  <a:lnTo>
                    <a:pt x="4297764" y="691604"/>
                  </a:lnTo>
                  <a:lnTo>
                    <a:pt x="4297858" y="691604"/>
                  </a:lnTo>
                  <a:lnTo>
                    <a:pt x="4297952" y="691604"/>
                  </a:lnTo>
                  <a:lnTo>
                    <a:pt x="4298046" y="691604"/>
                  </a:lnTo>
                  <a:lnTo>
                    <a:pt x="4298140" y="691604"/>
                  </a:lnTo>
                  <a:lnTo>
                    <a:pt x="4298234" y="691604"/>
                  </a:lnTo>
                  <a:lnTo>
                    <a:pt x="4298328" y="691604"/>
                  </a:lnTo>
                  <a:lnTo>
                    <a:pt x="4298422" y="691604"/>
                  </a:lnTo>
                  <a:lnTo>
                    <a:pt x="4298516" y="691604"/>
                  </a:lnTo>
                  <a:lnTo>
                    <a:pt x="4298610" y="691604"/>
                  </a:lnTo>
                  <a:lnTo>
                    <a:pt x="4298704" y="691604"/>
                  </a:lnTo>
                  <a:lnTo>
                    <a:pt x="4298798" y="691604"/>
                  </a:lnTo>
                  <a:lnTo>
                    <a:pt x="4298892" y="691604"/>
                  </a:lnTo>
                  <a:lnTo>
                    <a:pt x="4298986" y="691604"/>
                  </a:lnTo>
                  <a:lnTo>
                    <a:pt x="4299081" y="691604"/>
                  </a:lnTo>
                  <a:lnTo>
                    <a:pt x="4299175" y="691604"/>
                  </a:lnTo>
                  <a:lnTo>
                    <a:pt x="4299269" y="691604"/>
                  </a:lnTo>
                  <a:lnTo>
                    <a:pt x="4299363" y="691604"/>
                  </a:lnTo>
                  <a:lnTo>
                    <a:pt x="4299457" y="691604"/>
                  </a:lnTo>
                  <a:lnTo>
                    <a:pt x="4299551" y="691604"/>
                  </a:lnTo>
                  <a:lnTo>
                    <a:pt x="4299645" y="691604"/>
                  </a:lnTo>
                  <a:lnTo>
                    <a:pt x="4299739" y="691604"/>
                  </a:lnTo>
                  <a:lnTo>
                    <a:pt x="4299833" y="691604"/>
                  </a:lnTo>
                  <a:lnTo>
                    <a:pt x="4299927" y="691604"/>
                  </a:lnTo>
                  <a:lnTo>
                    <a:pt x="4300021" y="691604"/>
                  </a:lnTo>
                  <a:lnTo>
                    <a:pt x="4300115" y="691604"/>
                  </a:lnTo>
                  <a:lnTo>
                    <a:pt x="4300209" y="691604"/>
                  </a:lnTo>
                  <a:lnTo>
                    <a:pt x="4300303" y="691604"/>
                  </a:lnTo>
                  <a:lnTo>
                    <a:pt x="4300397" y="691604"/>
                  </a:lnTo>
                  <a:lnTo>
                    <a:pt x="4300491" y="691604"/>
                  </a:lnTo>
                  <a:lnTo>
                    <a:pt x="4300585" y="691604"/>
                  </a:lnTo>
                  <a:lnTo>
                    <a:pt x="4300679" y="691604"/>
                  </a:lnTo>
                  <a:lnTo>
                    <a:pt x="4300773" y="691604"/>
                  </a:lnTo>
                  <a:lnTo>
                    <a:pt x="4300867" y="691604"/>
                  </a:lnTo>
                  <a:lnTo>
                    <a:pt x="4300961" y="691604"/>
                  </a:lnTo>
                  <a:lnTo>
                    <a:pt x="4301055" y="691604"/>
                  </a:lnTo>
                  <a:lnTo>
                    <a:pt x="4301149" y="691604"/>
                  </a:lnTo>
                  <a:lnTo>
                    <a:pt x="4301243" y="691604"/>
                  </a:lnTo>
                  <a:lnTo>
                    <a:pt x="4301337" y="691604"/>
                  </a:lnTo>
                  <a:lnTo>
                    <a:pt x="4301431" y="691604"/>
                  </a:lnTo>
                  <a:lnTo>
                    <a:pt x="4301525" y="691604"/>
                  </a:lnTo>
                  <a:lnTo>
                    <a:pt x="4301619" y="691604"/>
                  </a:lnTo>
                  <a:lnTo>
                    <a:pt x="4301713" y="691604"/>
                  </a:lnTo>
                  <a:lnTo>
                    <a:pt x="4301807" y="691604"/>
                  </a:lnTo>
                  <a:lnTo>
                    <a:pt x="4301901" y="691604"/>
                  </a:lnTo>
                  <a:lnTo>
                    <a:pt x="4301995" y="691604"/>
                  </a:lnTo>
                  <a:lnTo>
                    <a:pt x="4302089" y="691604"/>
                  </a:lnTo>
                  <a:lnTo>
                    <a:pt x="4302183" y="691604"/>
                  </a:lnTo>
                  <a:lnTo>
                    <a:pt x="4302277" y="691604"/>
                  </a:lnTo>
                  <a:lnTo>
                    <a:pt x="4302371" y="691604"/>
                  </a:lnTo>
                  <a:lnTo>
                    <a:pt x="4302465" y="691604"/>
                  </a:lnTo>
                  <a:lnTo>
                    <a:pt x="4302559" y="691604"/>
                  </a:lnTo>
                  <a:lnTo>
                    <a:pt x="4302654" y="691604"/>
                  </a:lnTo>
                  <a:lnTo>
                    <a:pt x="4302748" y="691604"/>
                  </a:lnTo>
                  <a:lnTo>
                    <a:pt x="4302842" y="691604"/>
                  </a:lnTo>
                  <a:lnTo>
                    <a:pt x="4302936" y="691604"/>
                  </a:lnTo>
                  <a:lnTo>
                    <a:pt x="4303030" y="691604"/>
                  </a:lnTo>
                  <a:lnTo>
                    <a:pt x="4303030" y="686324"/>
                  </a:lnTo>
                  <a:lnTo>
                    <a:pt x="4303124" y="686324"/>
                  </a:lnTo>
                  <a:lnTo>
                    <a:pt x="4303218" y="686324"/>
                  </a:lnTo>
                  <a:lnTo>
                    <a:pt x="4303312" y="686324"/>
                  </a:lnTo>
                  <a:lnTo>
                    <a:pt x="4303406" y="686324"/>
                  </a:lnTo>
                  <a:lnTo>
                    <a:pt x="4303500" y="686324"/>
                  </a:lnTo>
                  <a:lnTo>
                    <a:pt x="4303594" y="686324"/>
                  </a:lnTo>
                  <a:lnTo>
                    <a:pt x="4303688" y="686324"/>
                  </a:lnTo>
                  <a:lnTo>
                    <a:pt x="4303782" y="686324"/>
                  </a:lnTo>
                  <a:lnTo>
                    <a:pt x="4303876" y="686324"/>
                  </a:lnTo>
                  <a:lnTo>
                    <a:pt x="4303970" y="686324"/>
                  </a:lnTo>
                  <a:lnTo>
                    <a:pt x="4304064" y="686324"/>
                  </a:lnTo>
                  <a:lnTo>
                    <a:pt x="4304158" y="686324"/>
                  </a:lnTo>
                  <a:lnTo>
                    <a:pt x="4304252" y="686324"/>
                  </a:lnTo>
                  <a:lnTo>
                    <a:pt x="4304346" y="686324"/>
                  </a:lnTo>
                  <a:lnTo>
                    <a:pt x="4304440" y="686324"/>
                  </a:lnTo>
                  <a:lnTo>
                    <a:pt x="4304534" y="686324"/>
                  </a:lnTo>
                  <a:lnTo>
                    <a:pt x="4304628" y="686324"/>
                  </a:lnTo>
                  <a:lnTo>
                    <a:pt x="4304722" y="686324"/>
                  </a:lnTo>
                  <a:lnTo>
                    <a:pt x="4304816" y="686324"/>
                  </a:lnTo>
                  <a:lnTo>
                    <a:pt x="4304910" y="686324"/>
                  </a:lnTo>
                  <a:lnTo>
                    <a:pt x="4305004" y="686324"/>
                  </a:lnTo>
                  <a:lnTo>
                    <a:pt x="4305098" y="686324"/>
                  </a:lnTo>
                  <a:lnTo>
                    <a:pt x="4305192" y="686324"/>
                  </a:lnTo>
                  <a:lnTo>
                    <a:pt x="4305286" y="686324"/>
                  </a:lnTo>
                  <a:lnTo>
                    <a:pt x="4305380" y="686324"/>
                  </a:lnTo>
                  <a:lnTo>
                    <a:pt x="4305474" y="686324"/>
                  </a:lnTo>
                  <a:lnTo>
                    <a:pt x="4305568" y="686324"/>
                  </a:lnTo>
                  <a:lnTo>
                    <a:pt x="4305662" y="686324"/>
                  </a:lnTo>
                  <a:lnTo>
                    <a:pt x="4305756" y="686324"/>
                  </a:lnTo>
                  <a:lnTo>
                    <a:pt x="4305850" y="686324"/>
                  </a:lnTo>
                  <a:lnTo>
                    <a:pt x="4305944" y="686324"/>
                  </a:lnTo>
                  <a:lnTo>
                    <a:pt x="4306038" y="686324"/>
                  </a:lnTo>
                  <a:lnTo>
                    <a:pt x="4306132" y="686324"/>
                  </a:lnTo>
                  <a:lnTo>
                    <a:pt x="4306227" y="686324"/>
                  </a:lnTo>
                  <a:lnTo>
                    <a:pt x="4306321" y="686324"/>
                  </a:lnTo>
                  <a:lnTo>
                    <a:pt x="4306415" y="686324"/>
                  </a:lnTo>
                  <a:lnTo>
                    <a:pt x="4306509" y="686324"/>
                  </a:lnTo>
                  <a:lnTo>
                    <a:pt x="4306603" y="686324"/>
                  </a:lnTo>
                  <a:lnTo>
                    <a:pt x="4306697" y="686324"/>
                  </a:lnTo>
                  <a:lnTo>
                    <a:pt x="4306791" y="686324"/>
                  </a:lnTo>
                  <a:lnTo>
                    <a:pt x="4306885" y="686324"/>
                  </a:lnTo>
                  <a:lnTo>
                    <a:pt x="4306979" y="686324"/>
                  </a:lnTo>
                  <a:lnTo>
                    <a:pt x="4307073" y="686324"/>
                  </a:lnTo>
                  <a:lnTo>
                    <a:pt x="4307167" y="686324"/>
                  </a:lnTo>
                  <a:lnTo>
                    <a:pt x="4307261" y="686324"/>
                  </a:lnTo>
                  <a:lnTo>
                    <a:pt x="4307355" y="686324"/>
                  </a:lnTo>
                  <a:lnTo>
                    <a:pt x="4307449" y="686324"/>
                  </a:lnTo>
                  <a:lnTo>
                    <a:pt x="4307543" y="686324"/>
                  </a:lnTo>
                  <a:lnTo>
                    <a:pt x="4307637" y="686324"/>
                  </a:lnTo>
                  <a:lnTo>
                    <a:pt x="4307731" y="686324"/>
                  </a:lnTo>
                  <a:lnTo>
                    <a:pt x="4307825" y="686324"/>
                  </a:lnTo>
                  <a:lnTo>
                    <a:pt x="4307919" y="686324"/>
                  </a:lnTo>
                  <a:lnTo>
                    <a:pt x="4308013" y="686324"/>
                  </a:lnTo>
                  <a:lnTo>
                    <a:pt x="4308107" y="686324"/>
                  </a:lnTo>
                  <a:lnTo>
                    <a:pt x="4308201" y="686324"/>
                  </a:lnTo>
                  <a:lnTo>
                    <a:pt x="4308295" y="686324"/>
                  </a:lnTo>
                  <a:lnTo>
                    <a:pt x="4308389" y="686324"/>
                  </a:lnTo>
                  <a:lnTo>
                    <a:pt x="4308483" y="686324"/>
                  </a:lnTo>
                  <a:lnTo>
                    <a:pt x="4308577" y="686324"/>
                  </a:lnTo>
                  <a:lnTo>
                    <a:pt x="4308671" y="686324"/>
                  </a:lnTo>
                  <a:lnTo>
                    <a:pt x="4308765" y="686324"/>
                  </a:lnTo>
                  <a:lnTo>
                    <a:pt x="4308859" y="686324"/>
                  </a:lnTo>
                  <a:lnTo>
                    <a:pt x="4308953" y="686324"/>
                  </a:lnTo>
                  <a:lnTo>
                    <a:pt x="4309047" y="686324"/>
                  </a:lnTo>
                  <a:lnTo>
                    <a:pt x="4309141" y="686324"/>
                  </a:lnTo>
                  <a:lnTo>
                    <a:pt x="4309235" y="686324"/>
                  </a:lnTo>
                  <a:lnTo>
                    <a:pt x="4309329" y="686324"/>
                  </a:lnTo>
                  <a:lnTo>
                    <a:pt x="4309423" y="686324"/>
                  </a:lnTo>
                  <a:lnTo>
                    <a:pt x="4309517" y="686324"/>
                  </a:lnTo>
                  <a:lnTo>
                    <a:pt x="4309611" y="686324"/>
                  </a:lnTo>
                  <a:lnTo>
                    <a:pt x="4309706" y="686324"/>
                  </a:lnTo>
                  <a:lnTo>
                    <a:pt x="4309800" y="686324"/>
                  </a:lnTo>
                  <a:lnTo>
                    <a:pt x="4309894" y="686324"/>
                  </a:lnTo>
                  <a:lnTo>
                    <a:pt x="4309988" y="686324"/>
                  </a:lnTo>
                  <a:lnTo>
                    <a:pt x="4310082" y="686324"/>
                  </a:lnTo>
                  <a:lnTo>
                    <a:pt x="4310176" y="686324"/>
                  </a:lnTo>
                  <a:lnTo>
                    <a:pt x="4310176" y="681045"/>
                  </a:lnTo>
                  <a:lnTo>
                    <a:pt x="4310270" y="681045"/>
                  </a:lnTo>
                  <a:lnTo>
                    <a:pt x="4310364" y="681045"/>
                  </a:lnTo>
                  <a:lnTo>
                    <a:pt x="4310364" y="675765"/>
                  </a:lnTo>
                  <a:lnTo>
                    <a:pt x="4310458" y="675765"/>
                  </a:lnTo>
                  <a:lnTo>
                    <a:pt x="4310552" y="675765"/>
                  </a:lnTo>
                  <a:lnTo>
                    <a:pt x="4310646" y="675765"/>
                  </a:lnTo>
                  <a:lnTo>
                    <a:pt x="4310740" y="675765"/>
                  </a:lnTo>
                  <a:lnTo>
                    <a:pt x="4310834" y="675765"/>
                  </a:lnTo>
                  <a:lnTo>
                    <a:pt x="4310928" y="675765"/>
                  </a:lnTo>
                  <a:lnTo>
                    <a:pt x="4311022" y="675765"/>
                  </a:lnTo>
                  <a:lnTo>
                    <a:pt x="4311116" y="675765"/>
                  </a:lnTo>
                  <a:lnTo>
                    <a:pt x="4311210" y="675765"/>
                  </a:lnTo>
                  <a:lnTo>
                    <a:pt x="4311304" y="675765"/>
                  </a:lnTo>
                  <a:lnTo>
                    <a:pt x="4311398" y="675765"/>
                  </a:lnTo>
                  <a:lnTo>
                    <a:pt x="4311492" y="675765"/>
                  </a:lnTo>
                  <a:lnTo>
                    <a:pt x="4311586" y="675765"/>
                  </a:lnTo>
                  <a:lnTo>
                    <a:pt x="4311680" y="675765"/>
                  </a:lnTo>
                  <a:lnTo>
                    <a:pt x="4311774" y="675765"/>
                  </a:lnTo>
                  <a:lnTo>
                    <a:pt x="4311868" y="675765"/>
                  </a:lnTo>
                  <a:lnTo>
                    <a:pt x="4311962" y="675765"/>
                  </a:lnTo>
                  <a:lnTo>
                    <a:pt x="4312056" y="675765"/>
                  </a:lnTo>
                  <a:lnTo>
                    <a:pt x="4312150" y="675765"/>
                  </a:lnTo>
                  <a:lnTo>
                    <a:pt x="4312244" y="675765"/>
                  </a:lnTo>
                  <a:lnTo>
                    <a:pt x="4312338" y="675765"/>
                  </a:lnTo>
                  <a:lnTo>
                    <a:pt x="4312432" y="675765"/>
                  </a:lnTo>
                  <a:lnTo>
                    <a:pt x="4312526" y="675765"/>
                  </a:lnTo>
                  <a:lnTo>
                    <a:pt x="4312620" y="675765"/>
                  </a:lnTo>
                  <a:lnTo>
                    <a:pt x="4312714" y="675765"/>
                  </a:lnTo>
                  <a:lnTo>
                    <a:pt x="4312808" y="675765"/>
                  </a:lnTo>
                  <a:lnTo>
                    <a:pt x="4312902" y="675765"/>
                  </a:lnTo>
                  <a:lnTo>
                    <a:pt x="4312996" y="675765"/>
                  </a:lnTo>
                  <a:lnTo>
                    <a:pt x="4313090" y="675765"/>
                  </a:lnTo>
                  <a:lnTo>
                    <a:pt x="4313184" y="675765"/>
                  </a:lnTo>
                  <a:lnTo>
                    <a:pt x="4313279" y="675765"/>
                  </a:lnTo>
                  <a:lnTo>
                    <a:pt x="4313373" y="675765"/>
                  </a:lnTo>
                  <a:lnTo>
                    <a:pt x="4313467" y="675765"/>
                  </a:lnTo>
                  <a:lnTo>
                    <a:pt x="4313561" y="675765"/>
                  </a:lnTo>
                  <a:lnTo>
                    <a:pt x="4313655" y="675765"/>
                  </a:lnTo>
                  <a:lnTo>
                    <a:pt x="4313749" y="675765"/>
                  </a:lnTo>
                  <a:lnTo>
                    <a:pt x="4313843" y="675765"/>
                  </a:lnTo>
                  <a:lnTo>
                    <a:pt x="4313937" y="675765"/>
                  </a:lnTo>
                  <a:lnTo>
                    <a:pt x="4314031" y="675765"/>
                  </a:lnTo>
                  <a:lnTo>
                    <a:pt x="4314125" y="675765"/>
                  </a:lnTo>
                  <a:lnTo>
                    <a:pt x="4314219" y="675765"/>
                  </a:lnTo>
                  <a:lnTo>
                    <a:pt x="4314313" y="675765"/>
                  </a:lnTo>
                  <a:lnTo>
                    <a:pt x="4314407" y="675765"/>
                  </a:lnTo>
                  <a:lnTo>
                    <a:pt x="4314501" y="675765"/>
                  </a:lnTo>
                  <a:lnTo>
                    <a:pt x="4314595" y="675765"/>
                  </a:lnTo>
                  <a:lnTo>
                    <a:pt x="4314689" y="675765"/>
                  </a:lnTo>
                  <a:lnTo>
                    <a:pt x="4314783" y="675765"/>
                  </a:lnTo>
                  <a:lnTo>
                    <a:pt x="4314877" y="675765"/>
                  </a:lnTo>
                  <a:lnTo>
                    <a:pt x="4314971" y="675765"/>
                  </a:lnTo>
                  <a:lnTo>
                    <a:pt x="4315065" y="675765"/>
                  </a:lnTo>
                  <a:lnTo>
                    <a:pt x="4315159" y="675765"/>
                  </a:lnTo>
                  <a:lnTo>
                    <a:pt x="4315253" y="675765"/>
                  </a:lnTo>
                  <a:lnTo>
                    <a:pt x="4315347" y="675765"/>
                  </a:lnTo>
                  <a:lnTo>
                    <a:pt x="4315441" y="675765"/>
                  </a:lnTo>
                  <a:lnTo>
                    <a:pt x="4315535" y="675765"/>
                  </a:lnTo>
                  <a:lnTo>
                    <a:pt x="4315629" y="675765"/>
                  </a:lnTo>
                  <a:lnTo>
                    <a:pt x="4315723" y="675765"/>
                  </a:lnTo>
                  <a:lnTo>
                    <a:pt x="4315817" y="675765"/>
                  </a:lnTo>
                  <a:lnTo>
                    <a:pt x="4315911" y="675765"/>
                  </a:lnTo>
                  <a:lnTo>
                    <a:pt x="4316005" y="675765"/>
                  </a:lnTo>
                  <a:lnTo>
                    <a:pt x="4316099" y="675765"/>
                  </a:lnTo>
                  <a:lnTo>
                    <a:pt x="4316193" y="675765"/>
                  </a:lnTo>
                  <a:lnTo>
                    <a:pt x="4316287" y="675765"/>
                  </a:lnTo>
                  <a:lnTo>
                    <a:pt x="4316381" y="675765"/>
                  </a:lnTo>
                  <a:lnTo>
                    <a:pt x="4316475" y="675765"/>
                  </a:lnTo>
                  <a:lnTo>
                    <a:pt x="4316569" y="675765"/>
                  </a:lnTo>
                  <a:lnTo>
                    <a:pt x="4316663" y="675765"/>
                  </a:lnTo>
                  <a:lnTo>
                    <a:pt x="4316757" y="675765"/>
                  </a:lnTo>
                  <a:lnTo>
                    <a:pt x="4316852" y="675765"/>
                  </a:lnTo>
                  <a:lnTo>
                    <a:pt x="4316946" y="675765"/>
                  </a:lnTo>
                  <a:lnTo>
                    <a:pt x="4317040" y="675765"/>
                  </a:lnTo>
                  <a:lnTo>
                    <a:pt x="4317134" y="675765"/>
                  </a:lnTo>
                  <a:lnTo>
                    <a:pt x="4317228" y="675765"/>
                  </a:lnTo>
                  <a:lnTo>
                    <a:pt x="4317322" y="675765"/>
                  </a:lnTo>
                  <a:lnTo>
                    <a:pt x="4317416" y="675765"/>
                  </a:lnTo>
                  <a:lnTo>
                    <a:pt x="4317510" y="675765"/>
                  </a:lnTo>
                  <a:lnTo>
                    <a:pt x="4317604" y="675765"/>
                  </a:lnTo>
                  <a:lnTo>
                    <a:pt x="4317698" y="675765"/>
                  </a:lnTo>
                  <a:lnTo>
                    <a:pt x="4317792" y="675765"/>
                  </a:lnTo>
                  <a:lnTo>
                    <a:pt x="4317886" y="675765"/>
                  </a:lnTo>
                  <a:lnTo>
                    <a:pt x="4317980" y="675765"/>
                  </a:lnTo>
                  <a:lnTo>
                    <a:pt x="4318074" y="675765"/>
                  </a:lnTo>
                  <a:lnTo>
                    <a:pt x="4318168" y="675765"/>
                  </a:lnTo>
                  <a:lnTo>
                    <a:pt x="4318262" y="675765"/>
                  </a:lnTo>
                  <a:lnTo>
                    <a:pt x="4318356" y="675765"/>
                  </a:lnTo>
                  <a:lnTo>
                    <a:pt x="4318450" y="675765"/>
                  </a:lnTo>
                  <a:lnTo>
                    <a:pt x="4318544" y="675765"/>
                  </a:lnTo>
                  <a:lnTo>
                    <a:pt x="4318638" y="675765"/>
                  </a:lnTo>
                  <a:lnTo>
                    <a:pt x="4318732" y="675765"/>
                  </a:lnTo>
                  <a:lnTo>
                    <a:pt x="4318826" y="675765"/>
                  </a:lnTo>
                  <a:lnTo>
                    <a:pt x="4318920" y="675765"/>
                  </a:lnTo>
                  <a:lnTo>
                    <a:pt x="4319014" y="675765"/>
                  </a:lnTo>
                  <a:lnTo>
                    <a:pt x="4319108" y="675765"/>
                  </a:lnTo>
                  <a:lnTo>
                    <a:pt x="4319202" y="675765"/>
                  </a:lnTo>
                  <a:lnTo>
                    <a:pt x="4319296" y="675765"/>
                  </a:lnTo>
                  <a:lnTo>
                    <a:pt x="4319390" y="675765"/>
                  </a:lnTo>
                  <a:lnTo>
                    <a:pt x="4319484" y="675765"/>
                  </a:lnTo>
                  <a:lnTo>
                    <a:pt x="4319578" y="675765"/>
                  </a:lnTo>
                  <a:lnTo>
                    <a:pt x="4319672" y="675765"/>
                  </a:lnTo>
                  <a:lnTo>
                    <a:pt x="4319766" y="675765"/>
                  </a:lnTo>
                  <a:lnTo>
                    <a:pt x="4319860" y="675765"/>
                  </a:lnTo>
                  <a:lnTo>
                    <a:pt x="4319954" y="675765"/>
                  </a:lnTo>
                  <a:lnTo>
                    <a:pt x="4320048" y="675765"/>
                  </a:lnTo>
                  <a:lnTo>
                    <a:pt x="4320142" y="675765"/>
                  </a:lnTo>
                  <a:lnTo>
                    <a:pt x="4320236" y="675765"/>
                  </a:lnTo>
                  <a:lnTo>
                    <a:pt x="4320330" y="675765"/>
                  </a:lnTo>
                  <a:lnTo>
                    <a:pt x="4320425" y="675765"/>
                  </a:lnTo>
                  <a:lnTo>
                    <a:pt x="4320519" y="675765"/>
                  </a:lnTo>
                  <a:lnTo>
                    <a:pt x="4320613" y="675765"/>
                  </a:lnTo>
                  <a:lnTo>
                    <a:pt x="4320707" y="675765"/>
                  </a:lnTo>
                  <a:lnTo>
                    <a:pt x="4320801" y="675765"/>
                  </a:lnTo>
                  <a:lnTo>
                    <a:pt x="4320895" y="675765"/>
                  </a:lnTo>
                  <a:lnTo>
                    <a:pt x="4320989" y="675765"/>
                  </a:lnTo>
                  <a:lnTo>
                    <a:pt x="4321083" y="675765"/>
                  </a:lnTo>
                  <a:lnTo>
                    <a:pt x="4321177" y="675765"/>
                  </a:lnTo>
                  <a:lnTo>
                    <a:pt x="4321271" y="675765"/>
                  </a:lnTo>
                  <a:lnTo>
                    <a:pt x="4321365" y="675765"/>
                  </a:lnTo>
                  <a:lnTo>
                    <a:pt x="4321459" y="675765"/>
                  </a:lnTo>
                  <a:lnTo>
                    <a:pt x="4321553" y="675765"/>
                  </a:lnTo>
                  <a:lnTo>
                    <a:pt x="4321647" y="675765"/>
                  </a:lnTo>
                  <a:lnTo>
                    <a:pt x="4321741" y="675765"/>
                  </a:lnTo>
                  <a:lnTo>
                    <a:pt x="4321835" y="675765"/>
                  </a:lnTo>
                  <a:lnTo>
                    <a:pt x="4321929" y="675765"/>
                  </a:lnTo>
                  <a:lnTo>
                    <a:pt x="4322023" y="675765"/>
                  </a:lnTo>
                  <a:lnTo>
                    <a:pt x="4322117" y="675765"/>
                  </a:lnTo>
                  <a:lnTo>
                    <a:pt x="4322211" y="675765"/>
                  </a:lnTo>
                  <a:lnTo>
                    <a:pt x="4322305" y="675765"/>
                  </a:lnTo>
                  <a:lnTo>
                    <a:pt x="4322399" y="675765"/>
                  </a:lnTo>
                  <a:lnTo>
                    <a:pt x="4322493" y="675765"/>
                  </a:lnTo>
                  <a:lnTo>
                    <a:pt x="4322587" y="675765"/>
                  </a:lnTo>
                  <a:lnTo>
                    <a:pt x="4322681" y="675765"/>
                  </a:lnTo>
                  <a:lnTo>
                    <a:pt x="4322775" y="675765"/>
                  </a:lnTo>
                  <a:lnTo>
                    <a:pt x="4322869" y="675765"/>
                  </a:lnTo>
                  <a:lnTo>
                    <a:pt x="4322963" y="675765"/>
                  </a:lnTo>
                  <a:lnTo>
                    <a:pt x="4323057" y="675765"/>
                  </a:lnTo>
                  <a:lnTo>
                    <a:pt x="4323151" y="675765"/>
                  </a:lnTo>
                  <a:lnTo>
                    <a:pt x="4323245" y="675765"/>
                  </a:lnTo>
                  <a:lnTo>
                    <a:pt x="4323339" y="675765"/>
                  </a:lnTo>
                  <a:lnTo>
                    <a:pt x="4323433" y="675765"/>
                  </a:lnTo>
                  <a:lnTo>
                    <a:pt x="4323527" y="675765"/>
                  </a:lnTo>
                  <a:lnTo>
                    <a:pt x="4323621" y="675765"/>
                  </a:lnTo>
                  <a:lnTo>
                    <a:pt x="4323715" y="675765"/>
                  </a:lnTo>
                  <a:lnTo>
                    <a:pt x="4323809" y="675765"/>
                  </a:lnTo>
                  <a:lnTo>
                    <a:pt x="4323904" y="675765"/>
                  </a:lnTo>
                  <a:lnTo>
                    <a:pt x="4323998" y="675765"/>
                  </a:lnTo>
                  <a:lnTo>
                    <a:pt x="4324092" y="675765"/>
                  </a:lnTo>
                  <a:lnTo>
                    <a:pt x="4324186" y="675765"/>
                  </a:lnTo>
                  <a:lnTo>
                    <a:pt x="4324280" y="675765"/>
                  </a:lnTo>
                  <a:lnTo>
                    <a:pt x="4324374" y="675765"/>
                  </a:lnTo>
                  <a:lnTo>
                    <a:pt x="4324468" y="675765"/>
                  </a:lnTo>
                  <a:lnTo>
                    <a:pt x="4324562" y="675765"/>
                  </a:lnTo>
                  <a:lnTo>
                    <a:pt x="4324656" y="675765"/>
                  </a:lnTo>
                  <a:lnTo>
                    <a:pt x="4324750" y="675765"/>
                  </a:lnTo>
                  <a:lnTo>
                    <a:pt x="4324844" y="675765"/>
                  </a:lnTo>
                  <a:lnTo>
                    <a:pt x="4324938" y="675765"/>
                  </a:lnTo>
                  <a:lnTo>
                    <a:pt x="4325032" y="675765"/>
                  </a:lnTo>
                  <a:lnTo>
                    <a:pt x="4325126" y="675765"/>
                  </a:lnTo>
                  <a:lnTo>
                    <a:pt x="4325220" y="675765"/>
                  </a:lnTo>
                  <a:lnTo>
                    <a:pt x="4325314" y="675765"/>
                  </a:lnTo>
                  <a:lnTo>
                    <a:pt x="4325408" y="675765"/>
                  </a:lnTo>
                  <a:lnTo>
                    <a:pt x="4325502" y="675765"/>
                  </a:lnTo>
                  <a:lnTo>
                    <a:pt x="4325596" y="675765"/>
                  </a:lnTo>
                  <a:lnTo>
                    <a:pt x="4325690" y="675765"/>
                  </a:lnTo>
                  <a:lnTo>
                    <a:pt x="4325784" y="675765"/>
                  </a:lnTo>
                  <a:lnTo>
                    <a:pt x="4325878" y="675765"/>
                  </a:lnTo>
                  <a:lnTo>
                    <a:pt x="4325972" y="675765"/>
                  </a:lnTo>
                  <a:lnTo>
                    <a:pt x="4326066" y="675765"/>
                  </a:lnTo>
                  <a:lnTo>
                    <a:pt x="4326160" y="675765"/>
                  </a:lnTo>
                  <a:lnTo>
                    <a:pt x="4326254" y="675765"/>
                  </a:lnTo>
                  <a:lnTo>
                    <a:pt x="4326348" y="675765"/>
                  </a:lnTo>
                  <a:lnTo>
                    <a:pt x="4326442" y="675765"/>
                  </a:lnTo>
                  <a:lnTo>
                    <a:pt x="4326536" y="675765"/>
                  </a:lnTo>
                  <a:lnTo>
                    <a:pt x="4326630" y="675765"/>
                  </a:lnTo>
                  <a:lnTo>
                    <a:pt x="4326724" y="675765"/>
                  </a:lnTo>
                  <a:lnTo>
                    <a:pt x="4326818" y="675765"/>
                  </a:lnTo>
                  <a:lnTo>
                    <a:pt x="4326912" y="675765"/>
                  </a:lnTo>
                  <a:lnTo>
                    <a:pt x="4327006" y="675765"/>
                  </a:lnTo>
                  <a:lnTo>
                    <a:pt x="4327100" y="675765"/>
                  </a:lnTo>
                  <a:lnTo>
                    <a:pt x="4327194" y="675765"/>
                  </a:lnTo>
                  <a:lnTo>
                    <a:pt x="4327288" y="675765"/>
                  </a:lnTo>
                  <a:lnTo>
                    <a:pt x="4327382" y="675765"/>
                  </a:lnTo>
                  <a:lnTo>
                    <a:pt x="4327477" y="675765"/>
                  </a:lnTo>
                  <a:lnTo>
                    <a:pt x="4327571" y="675765"/>
                  </a:lnTo>
                  <a:lnTo>
                    <a:pt x="4327665" y="675765"/>
                  </a:lnTo>
                  <a:lnTo>
                    <a:pt x="4327759" y="675765"/>
                  </a:lnTo>
                  <a:lnTo>
                    <a:pt x="4327853" y="675765"/>
                  </a:lnTo>
                  <a:lnTo>
                    <a:pt x="4327947" y="675765"/>
                  </a:lnTo>
                  <a:lnTo>
                    <a:pt x="4328041" y="675765"/>
                  </a:lnTo>
                  <a:lnTo>
                    <a:pt x="4328135" y="675765"/>
                  </a:lnTo>
                  <a:lnTo>
                    <a:pt x="4328229" y="675765"/>
                  </a:lnTo>
                  <a:lnTo>
                    <a:pt x="4328323" y="675765"/>
                  </a:lnTo>
                  <a:lnTo>
                    <a:pt x="4328417" y="675765"/>
                  </a:lnTo>
                  <a:lnTo>
                    <a:pt x="4328511" y="675765"/>
                  </a:lnTo>
                  <a:lnTo>
                    <a:pt x="4328605" y="675765"/>
                  </a:lnTo>
                  <a:lnTo>
                    <a:pt x="4328699" y="675765"/>
                  </a:lnTo>
                  <a:lnTo>
                    <a:pt x="4328793" y="675765"/>
                  </a:lnTo>
                  <a:lnTo>
                    <a:pt x="4328887" y="675765"/>
                  </a:lnTo>
                  <a:lnTo>
                    <a:pt x="4328981" y="675765"/>
                  </a:lnTo>
                  <a:lnTo>
                    <a:pt x="4329075" y="675765"/>
                  </a:lnTo>
                  <a:lnTo>
                    <a:pt x="4329169" y="675765"/>
                  </a:lnTo>
                  <a:lnTo>
                    <a:pt x="4329263" y="675765"/>
                  </a:lnTo>
                  <a:lnTo>
                    <a:pt x="4329357" y="675765"/>
                  </a:lnTo>
                  <a:lnTo>
                    <a:pt x="4329451" y="675765"/>
                  </a:lnTo>
                  <a:lnTo>
                    <a:pt x="4329545" y="675765"/>
                  </a:lnTo>
                  <a:lnTo>
                    <a:pt x="4329639" y="675765"/>
                  </a:lnTo>
                  <a:lnTo>
                    <a:pt x="4329733" y="675765"/>
                  </a:lnTo>
                  <a:lnTo>
                    <a:pt x="4329827" y="675765"/>
                  </a:lnTo>
                  <a:lnTo>
                    <a:pt x="4329921" y="675765"/>
                  </a:lnTo>
                  <a:lnTo>
                    <a:pt x="4330015" y="675765"/>
                  </a:lnTo>
                  <a:lnTo>
                    <a:pt x="4330109" y="675765"/>
                  </a:lnTo>
                  <a:lnTo>
                    <a:pt x="4330203" y="675765"/>
                  </a:lnTo>
                  <a:lnTo>
                    <a:pt x="4330297" y="675765"/>
                  </a:lnTo>
                  <a:lnTo>
                    <a:pt x="4330391" y="675765"/>
                  </a:lnTo>
                  <a:lnTo>
                    <a:pt x="4330485" y="675765"/>
                  </a:lnTo>
                  <a:lnTo>
                    <a:pt x="4330579" y="675765"/>
                  </a:lnTo>
                  <a:lnTo>
                    <a:pt x="4330673" y="675765"/>
                  </a:lnTo>
                  <a:lnTo>
                    <a:pt x="4330767" y="675765"/>
                  </a:lnTo>
                  <a:lnTo>
                    <a:pt x="4330861" y="675765"/>
                  </a:lnTo>
                  <a:lnTo>
                    <a:pt x="4330955" y="675765"/>
                  </a:lnTo>
                  <a:lnTo>
                    <a:pt x="4331050" y="675765"/>
                  </a:lnTo>
                  <a:lnTo>
                    <a:pt x="4331144" y="675765"/>
                  </a:lnTo>
                  <a:lnTo>
                    <a:pt x="4331238" y="675765"/>
                  </a:lnTo>
                  <a:lnTo>
                    <a:pt x="4331332" y="675765"/>
                  </a:lnTo>
                  <a:lnTo>
                    <a:pt x="4331426" y="675765"/>
                  </a:lnTo>
                  <a:lnTo>
                    <a:pt x="4331520" y="675765"/>
                  </a:lnTo>
                  <a:lnTo>
                    <a:pt x="4331614" y="675765"/>
                  </a:lnTo>
                  <a:lnTo>
                    <a:pt x="4331708" y="675765"/>
                  </a:lnTo>
                  <a:lnTo>
                    <a:pt x="4331802" y="675765"/>
                  </a:lnTo>
                  <a:lnTo>
                    <a:pt x="4331896" y="675765"/>
                  </a:lnTo>
                  <a:lnTo>
                    <a:pt x="4331990" y="675765"/>
                  </a:lnTo>
                  <a:lnTo>
                    <a:pt x="4332084" y="675765"/>
                  </a:lnTo>
                  <a:lnTo>
                    <a:pt x="4332178" y="675765"/>
                  </a:lnTo>
                  <a:lnTo>
                    <a:pt x="4332272" y="675765"/>
                  </a:lnTo>
                  <a:lnTo>
                    <a:pt x="4332366" y="675765"/>
                  </a:lnTo>
                  <a:lnTo>
                    <a:pt x="4332460" y="675765"/>
                  </a:lnTo>
                  <a:lnTo>
                    <a:pt x="4332554" y="675765"/>
                  </a:lnTo>
                  <a:lnTo>
                    <a:pt x="4332648" y="675765"/>
                  </a:lnTo>
                  <a:lnTo>
                    <a:pt x="4332742" y="675765"/>
                  </a:lnTo>
                  <a:lnTo>
                    <a:pt x="4332836" y="675765"/>
                  </a:lnTo>
                  <a:lnTo>
                    <a:pt x="4332930" y="675765"/>
                  </a:lnTo>
                  <a:lnTo>
                    <a:pt x="4333024" y="675765"/>
                  </a:lnTo>
                  <a:lnTo>
                    <a:pt x="4333118" y="675765"/>
                  </a:lnTo>
                  <a:lnTo>
                    <a:pt x="4333212" y="675765"/>
                  </a:lnTo>
                  <a:lnTo>
                    <a:pt x="4333306" y="675765"/>
                  </a:lnTo>
                  <a:lnTo>
                    <a:pt x="4333400" y="675765"/>
                  </a:lnTo>
                  <a:lnTo>
                    <a:pt x="4333494" y="675765"/>
                  </a:lnTo>
                  <a:lnTo>
                    <a:pt x="4333588" y="675765"/>
                  </a:lnTo>
                  <a:lnTo>
                    <a:pt x="4333682" y="675765"/>
                  </a:lnTo>
                  <a:lnTo>
                    <a:pt x="4333776" y="675765"/>
                  </a:lnTo>
                  <a:lnTo>
                    <a:pt x="4333776" y="670486"/>
                  </a:lnTo>
                  <a:lnTo>
                    <a:pt x="4333870" y="670486"/>
                  </a:lnTo>
                  <a:lnTo>
                    <a:pt x="4333964" y="670486"/>
                  </a:lnTo>
                  <a:lnTo>
                    <a:pt x="4334058" y="670486"/>
                  </a:lnTo>
                  <a:lnTo>
                    <a:pt x="4334152" y="670486"/>
                  </a:lnTo>
                  <a:lnTo>
                    <a:pt x="4334246" y="670486"/>
                  </a:lnTo>
                  <a:lnTo>
                    <a:pt x="4334340" y="670486"/>
                  </a:lnTo>
                  <a:lnTo>
                    <a:pt x="4334434" y="670486"/>
                  </a:lnTo>
                  <a:lnTo>
                    <a:pt x="4334529" y="670486"/>
                  </a:lnTo>
                  <a:lnTo>
                    <a:pt x="4334623" y="670486"/>
                  </a:lnTo>
                  <a:lnTo>
                    <a:pt x="4334717" y="670486"/>
                  </a:lnTo>
                  <a:lnTo>
                    <a:pt x="4334811" y="670486"/>
                  </a:lnTo>
                  <a:lnTo>
                    <a:pt x="4334905" y="670486"/>
                  </a:lnTo>
                  <a:lnTo>
                    <a:pt x="4334999" y="670486"/>
                  </a:lnTo>
                  <a:lnTo>
                    <a:pt x="4335093" y="670486"/>
                  </a:lnTo>
                  <a:lnTo>
                    <a:pt x="4335187" y="670486"/>
                  </a:lnTo>
                  <a:lnTo>
                    <a:pt x="4335281" y="670486"/>
                  </a:lnTo>
                  <a:lnTo>
                    <a:pt x="4335375" y="670486"/>
                  </a:lnTo>
                  <a:lnTo>
                    <a:pt x="4335469" y="670486"/>
                  </a:lnTo>
                  <a:lnTo>
                    <a:pt x="4335563" y="670486"/>
                  </a:lnTo>
                  <a:lnTo>
                    <a:pt x="4335657" y="670486"/>
                  </a:lnTo>
                  <a:lnTo>
                    <a:pt x="4335751" y="670486"/>
                  </a:lnTo>
                  <a:lnTo>
                    <a:pt x="4335845" y="670486"/>
                  </a:lnTo>
                  <a:lnTo>
                    <a:pt x="4335939" y="670486"/>
                  </a:lnTo>
                  <a:lnTo>
                    <a:pt x="4336033" y="670486"/>
                  </a:lnTo>
                  <a:lnTo>
                    <a:pt x="4336127" y="670486"/>
                  </a:lnTo>
                  <a:lnTo>
                    <a:pt x="4336221" y="670486"/>
                  </a:lnTo>
                  <a:lnTo>
                    <a:pt x="4336315" y="670486"/>
                  </a:lnTo>
                  <a:lnTo>
                    <a:pt x="4336409" y="670486"/>
                  </a:lnTo>
                  <a:lnTo>
                    <a:pt x="4336503" y="670486"/>
                  </a:lnTo>
                  <a:lnTo>
                    <a:pt x="4336597" y="670486"/>
                  </a:lnTo>
                  <a:lnTo>
                    <a:pt x="4336691" y="670486"/>
                  </a:lnTo>
                  <a:lnTo>
                    <a:pt x="4336785" y="670486"/>
                  </a:lnTo>
                  <a:lnTo>
                    <a:pt x="4336879" y="670486"/>
                  </a:lnTo>
                  <a:lnTo>
                    <a:pt x="4336973" y="670486"/>
                  </a:lnTo>
                  <a:lnTo>
                    <a:pt x="4337067" y="670486"/>
                  </a:lnTo>
                  <a:lnTo>
                    <a:pt x="4337161" y="670486"/>
                  </a:lnTo>
                  <a:lnTo>
                    <a:pt x="4337255" y="670486"/>
                  </a:lnTo>
                  <a:lnTo>
                    <a:pt x="4337349" y="670486"/>
                  </a:lnTo>
                  <a:lnTo>
                    <a:pt x="4337443" y="670486"/>
                  </a:lnTo>
                  <a:lnTo>
                    <a:pt x="4337537" y="670486"/>
                  </a:lnTo>
                  <a:lnTo>
                    <a:pt x="4337631" y="670486"/>
                  </a:lnTo>
                  <a:lnTo>
                    <a:pt x="4337725" y="670486"/>
                  </a:lnTo>
                  <a:lnTo>
                    <a:pt x="4337819" y="670486"/>
                  </a:lnTo>
                  <a:lnTo>
                    <a:pt x="4337913" y="670486"/>
                  </a:lnTo>
                  <a:lnTo>
                    <a:pt x="4338007" y="670486"/>
                  </a:lnTo>
                  <a:lnTo>
                    <a:pt x="4338102" y="670486"/>
                  </a:lnTo>
                  <a:lnTo>
                    <a:pt x="4338196" y="670486"/>
                  </a:lnTo>
                  <a:lnTo>
                    <a:pt x="4338290" y="670486"/>
                  </a:lnTo>
                  <a:lnTo>
                    <a:pt x="4338384" y="670486"/>
                  </a:lnTo>
                  <a:lnTo>
                    <a:pt x="4338478" y="670486"/>
                  </a:lnTo>
                  <a:lnTo>
                    <a:pt x="4338572" y="670486"/>
                  </a:lnTo>
                  <a:lnTo>
                    <a:pt x="4338666" y="670486"/>
                  </a:lnTo>
                  <a:lnTo>
                    <a:pt x="4338760" y="670486"/>
                  </a:lnTo>
                  <a:lnTo>
                    <a:pt x="4338854" y="670486"/>
                  </a:lnTo>
                  <a:lnTo>
                    <a:pt x="4338948" y="670486"/>
                  </a:lnTo>
                  <a:lnTo>
                    <a:pt x="4339042" y="670486"/>
                  </a:lnTo>
                  <a:lnTo>
                    <a:pt x="4339136" y="670486"/>
                  </a:lnTo>
                  <a:lnTo>
                    <a:pt x="4339230" y="670486"/>
                  </a:lnTo>
                  <a:lnTo>
                    <a:pt x="4339324" y="670486"/>
                  </a:lnTo>
                  <a:lnTo>
                    <a:pt x="4339418" y="670486"/>
                  </a:lnTo>
                  <a:lnTo>
                    <a:pt x="4339512" y="670486"/>
                  </a:lnTo>
                  <a:lnTo>
                    <a:pt x="4339606" y="670486"/>
                  </a:lnTo>
                  <a:lnTo>
                    <a:pt x="4339700" y="670486"/>
                  </a:lnTo>
                  <a:lnTo>
                    <a:pt x="4339794" y="670486"/>
                  </a:lnTo>
                  <a:lnTo>
                    <a:pt x="4339888" y="670486"/>
                  </a:lnTo>
                  <a:lnTo>
                    <a:pt x="4339982" y="670486"/>
                  </a:lnTo>
                  <a:lnTo>
                    <a:pt x="4340076" y="670486"/>
                  </a:lnTo>
                  <a:lnTo>
                    <a:pt x="4340170" y="670486"/>
                  </a:lnTo>
                  <a:lnTo>
                    <a:pt x="4340264" y="670486"/>
                  </a:lnTo>
                  <a:lnTo>
                    <a:pt x="4340358" y="670486"/>
                  </a:lnTo>
                  <a:lnTo>
                    <a:pt x="4340452" y="670486"/>
                  </a:lnTo>
                  <a:lnTo>
                    <a:pt x="4340546" y="670486"/>
                  </a:lnTo>
                  <a:lnTo>
                    <a:pt x="4340640" y="670486"/>
                  </a:lnTo>
                  <a:lnTo>
                    <a:pt x="4340734" y="670486"/>
                  </a:lnTo>
                  <a:lnTo>
                    <a:pt x="4340828" y="670486"/>
                  </a:lnTo>
                  <a:lnTo>
                    <a:pt x="4340922" y="670486"/>
                  </a:lnTo>
                  <a:lnTo>
                    <a:pt x="4341016" y="670486"/>
                  </a:lnTo>
                  <a:lnTo>
                    <a:pt x="4341110" y="670486"/>
                  </a:lnTo>
                  <a:lnTo>
                    <a:pt x="4341204" y="670486"/>
                  </a:lnTo>
                  <a:lnTo>
                    <a:pt x="4341298" y="670486"/>
                  </a:lnTo>
                  <a:lnTo>
                    <a:pt x="4341392" y="670486"/>
                  </a:lnTo>
                  <a:lnTo>
                    <a:pt x="4341486" y="670486"/>
                  </a:lnTo>
                  <a:lnTo>
                    <a:pt x="4341580" y="670486"/>
                  </a:lnTo>
                  <a:lnTo>
                    <a:pt x="4341675" y="670486"/>
                  </a:lnTo>
                  <a:lnTo>
                    <a:pt x="4341769" y="670486"/>
                  </a:lnTo>
                  <a:lnTo>
                    <a:pt x="4341863" y="670486"/>
                  </a:lnTo>
                  <a:lnTo>
                    <a:pt x="4341957" y="670486"/>
                  </a:lnTo>
                  <a:lnTo>
                    <a:pt x="4342051" y="670486"/>
                  </a:lnTo>
                  <a:lnTo>
                    <a:pt x="4342145" y="670486"/>
                  </a:lnTo>
                  <a:lnTo>
                    <a:pt x="4342239" y="670486"/>
                  </a:lnTo>
                  <a:lnTo>
                    <a:pt x="4342333" y="670486"/>
                  </a:lnTo>
                  <a:lnTo>
                    <a:pt x="4342427" y="670486"/>
                  </a:lnTo>
                  <a:lnTo>
                    <a:pt x="4342521" y="670486"/>
                  </a:lnTo>
                  <a:lnTo>
                    <a:pt x="4342615" y="670486"/>
                  </a:lnTo>
                  <a:lnTo>
                    <a:pt x="4342709" y="670486"/>
                  </a:lnTo>
                  <a:lnTo>
                    <a:pt x="4342803" y="670486"/>
                  </a:lnTo>
                  <a:lnTo>
                    <a:pt x="4342897" y="670486"/>
                  </a:lnTo>
                  <a:lnTo>
                    <a:pt x="4342991" y="670486"/>
                  </a:lnTo>
                  <a:lnTo>
                    <a:pt x="4343085" y="670486"/>
                  </a:lnTo>
                  <a:lnTo>
                    <a:pt x="4343179" y="670486"/>
                  </a:lnTo>
                  <a:lnTo>
                    <a:pt x="4343273" y="670486"/>
                  </a:lnTo>
                  <a:lnTo>
                    <a:pt x="4343367" y="670486"/>
                  </a:lnTo>
                  <a:lnTo>
                    <a:pt x="4343461" y="670486"/>
                  </a:lnTo>
                  <a:lnTo>
                    <a:pt x="4343555" y="670486"/>
                  </a:lnTo>
                  <a:lnTo>
                    <a:pt x="4343649" y="670486"/>
                  </a:lnTo>
                  <a:lnTo>
                    <a:pt x="4343743" y="670486"/>
                  </a:lnTo>
                  <a:lnTo>
                    <a:pt x="4343837" y="670486"/>
                  </a:lnTo>
                  <a:lnTo>
                    <a:pt x="4343931" y="670486"/>
                  </a:lnTo>
                  <a:lnTo>
                    <a:pt x="4344025" y="670486"/>
                  </a:lnTo>
                  <a:lnTo>
                    <a:pt x="4344119" y="670486"/>
                  </a:lnTo>
                  <a:lnTo>
                    <a:pt x="4344213" y="670486"/>
                  </a:lnTo>
                  <a:lnTo>
                    <a:pt x="4344307" y="670486"/>
                  </a:lnTo>
                  <a:lnTo>
                    <a:pt x="4344401" y="670486"/>
                  </a:lnTo>
                  <a:lnTo>
                    <a:pt x="4344495" y="670486"/>
                  </a:lnTo>
                  <a:lnTo>
                    <a:pt x="4344589" y="670486"/>
                  </a:lnTo>
                  <a:lnTo>
                    <a:pt x="4344683" y="670486"/>
                  </a:lnTo>
                  <a:lnTo>
                    <a:pt x="4344777" y="670486"/>
                  </a:lnTo>
                  <a:lnTo>
                    <a:pt x="4344871" y="670486"/>
                  </a:lnTo>
                  <a:lnTo>
                    <a:pt x="4344965" y="670486"/>
                  </a:lnTo>
                  <a:lnTo>
                    <a:pt x="4345059" y="670486"/>
                  </a:lnTo>
                  <a:lnTo>
                    <a:pt x="4345154" y="670486"/>
                  </a:lnTo>
                  <a:lnTo>
                    <a:pt x="4345248" y="670486"/>
                  </a:lnTo>
                  <a:lnTo>
                    <a:pt x="4345342" y="670486"/>
                  </a:lnTo>
                  <a:lnTo>
                    <a:pt x="4345436" y="670486"/>
                  </a:lnTo>
                  <a:lnTo>
                    <a:pt x="4345530" y="670486"/>
                  </a:lnTo>
                  <a:lnTo>
                    <a:pt x="4345624" y="670486"/>
                  </a:lnTo>
                  <a:lnTo>
                    <a:pt x="4345718" y="670486"/>
                  </a:lnTo>
                  <a:lnTo>
                    <a:pt x="4345812" y="670486"/>
                  </a:lnTo>
                  <a:lnTo>
                    <a:pt x="4345906" y="670486"/>
                  </a:lnTo>
                  <a:lnTo>
                    <a:pt x="4346000" y="670486"/>
                  </a:lnTo>
                  <a:lnTo>
                    <a:pt x="4346094" y="670486"/>
                  </a:lnTo>
                  <a:lnTo>
                    <a:pt x="4346188" y="670486"/>
                  </a:lnTo>
                  <a:lnTo>
                    <a:pt x="4346282" y="670486"/>
                  </a:lnTo>
                  <a:lnTo>
                    <a:pt x="4346376" y="670486"/>
                  </a:lnTo>
                  <a:lnTo>
                    <a:pt x="4346470" y="670486"/>
                  </a:lnTo>
                  <a:lnTo>
                    <a:pt x="4346564" y="670486"/>
                  </a:lnTo>
                  <a:lnTo>
                    <a:pt x="4346658" y="670486"/>
                  </a:lnTo>
                  <a:lnTo>
                    <a:pt x="4346752" y="670486"/>
                  </a:lnTo>
                  <a:lnTo>
                    <a:pt x="4346846" y="670486"/>
                  </a:lnTo>
                  <a:lnTo>
                    <a:pt x="4346940" y="670486"/>
                  </a:lnTo>
                  <a:lnTo>
                    <a:pt x="4347034" y="670486"/>
                  </a:lnTo>
                  <a:lnTo>
                    <a:pt x="4347034" y="665207"/>
                  </a:lnTo>
                  <a:lnTo>
                    <a:pt x="4347128" y="665207"/>
                  </a:lnTo>
                  <a:lnTo>
                    <a:pt x="4347222" y="665207"/>
                  </a:lnTo>
                  <a:lnTo>
                    <a:pt x="4347316" y="665207"/>
                  </a:lnTo>
                  <a:lnTo>
                    <a:pt x="4347410" y="665207"/>
                  </a:lnTo>
                  <a:lnTo>
                    <a:pt x="4347504" y="665207"/>
                  </a:lnTo>
                  <a:lnTo>
                    <a:pt x="4347598" y="665207"/>
                  </a:lnTo>
                  <a:lnTo>
                    <a:pt x="4347692" y="665207"/>
                  </a:lnTo>
                  <a:lnTo>
                    <a:pt x="4347786" y="665207"/>
                  </a:lnTo>
                  <a:lnTo>
                    <a:pt x="4347880" y="665207"/>
                  </a:lnTo>
                  <a:lnTo>
                    <a:pt x="4347974" y="665207"/>
                  </a:lnTo>
                  <a:lnTo>
                    <a:pt x="4348068" y="665207"/>
                  </a:lnTo>
                  <a:lnTo>
                    <a:pt x="4348162" y="665207"/>
                  </a:lnTo>
                  <a:lnTo>
                    <a:pt x="4348256" y="665207"/>
                  </a:lnTo>
                  <a:lnTo>
                    <a:pt x="4348350" y="665207"/>
                  </a:lnTo>
                  <a:lnTo>
                    <a:pt x="4348444" y="665207"/>
                  </a:lnTo>
                  <a:lnTo>
                    <a:pt x="4348538" y="665207"/>
                  </a:lnTo>
                  <a:lnTo>
                    <a:pt x="4348632" y="665207"/>
                  </a:lnTo>
                  <a:lnTo>
                    <a:pt x="4348727" y="665207"/>
                  </a:lnTo>
                  <a:lnTo>
                    <a:pt x="4348821" y="665207"/>
                  </a:lnTo>
                  <a:lnTo>
                    <a:pt x="4348915" y="665207"/>
                  </a:lnTo>
                  <a:lnTo>
                    <a:pt x="4349009" y="665207"/>
                  </a:lnTo>
                  <a:lnTo>
                    <a:pt x="4349103" y="665207"/>
                  </a:lnTo>
                  <a:lnTo>
                    <a:pt x="4349197" y="665207"/>
                  </a:lnTo>
                  <a:lnTo>
                    <a:pt x="4349291" y="665207"/>
                  </a:lnTo>
                  <a:lnTo>
                    <a:pt x="4349385" y="665207"/>
                  </a:lnTo>
                  <a:lnTo>
                    <a:pt x="4349479" y="665207"/>
                  </a:lnTo>
                  <a:lnTo>
                    <a:pt x="4349573" y="665207"/>
                  </a:lnTo>
                  <a:lnTo>
                    <a:pt x="4349667" y="665207"/>
                  </a:lnTo>
                  <a:lnTo>
                    <a:pt x="4349761" y="665207"/>
                  </a:lnTo>
                  <a:lnTo>
                    <a:pt x="4349855" y="665207"/>
                  </a:lnTo>
                  <a:lnTo>
                    <a:pt x="4349949" y="665207"/>
                  </a:lnTo>
                  <a:lnTo>
                    <a:pt x="4350043" y="665207"/>
                  </a:lnTo>
                  <a:lnTo>
                    <a:pt x="4350137" y="665207"/>
                  </a:lnTo>
                  <a:lnTo>
                    <a:pt x="4350231" y="665207"/>
                  </a:lnTo>
                  <a:lnTo>
                    <a:pt x="4350325" y="665207"/>
                  </a:lnTo>
                  <a:lnTo>
                    <a:pt x="4350419" y="665207"/>
                  </a:lnTo>
                  <a:lnTo>
                    <a:pt x="4350513" y="665207"/>
                  </a:lnTo>
                  <a:lnTo>
                    <a:pt x="4350607" y="665207"/>
                  </a:lnTo>
                  <a:lnTo>
                    <a:pt x="4350701" y="665207"/>
                  </a:lnTo>
                  <a:lnTo>
                    <a:pt x="4350795" y="665207"/>
                  </a:lnTo>
                  <a:lnTo>
                    <a:pt x="4350889" y="665207"/>
                  </a:lnTo>
                  <a:lnTo>
                    <a:pt x="4350983" y="665207"/>
                  </a:lnTo>
                  <a:lnTo>
                    <a:pt x="4351077" y="665207"/>
                  </a:lnTo>
                  <a:lnTo>
                    <a:pt x="4351171" y="665207"/>
                  </a:lnTo>
                  <a:lnTo>
                    <a:pt x="4351265" y="665207"/>
                  </a:lnTo>
                  <a:lnTo>
                    <a:pt x="4351359" y="665207"/>
                  </a:lnTo>
                  <a:lnTo>
                    <a:pt x="4351453" y="665207"/>
                  </a:lnTo>
                  <a:lnTo>
                    <a:pt x="4351547" y="665207"/>
                  </a:lnTo>
                  <a:lnTo>
                    <a:pt x="4351641" y="665207"/>
                  </a:lnTo>
                  <a:lnTo>
                    <a:pt x="4351735" y="665207"/>
                  </a:lnTo>
                  <a:lnTo>
                    <a:pt x="4351829" y="665207"/>
                  </a:lnTo>
                  <a:lnTo>
                    <a:pt x="4351923" y="665207"/>
                  </a:lnTo>
                  <a:lnTo>
                    <a:pt x="4352017" y="665207"/>
                  </a:lnTo>
                  <a:lnTo>
                    <a:pt x="4352111" y="665207"/>
                  </a:lnTo>
                  <a:lnTo>
                    <a:pt x="4352205" y="665207"/>
                  </a:lnTo>
                  <a:lnTo>
                    <a:pt x="4352300" y="665207"/>
                  </a:lnTo>
                  <a:lnTo>
                    <a:pt x="4352394" y="665207"/>
                  </a:lnTo>
                  <a:lnTo>
                    <a:pt x="4352488" y="665207"/>
                  </a:lnTo>
                  <a:lnTo>
                    <a:pt x="4352582" y="665207"/>
                  </a:lnTo>
                  <a:lnTo>
                    <a:pt x="4352676" y="665207"/>
                  </a:lnTo>
                  <a:lnTo>
                    <a:pt x="4352770" y="665207"/>
                  </a:lnTo>
                  <a:lnTo>
                    <a:pt x="4352864" y="665207"/>
                  </a:lnTo>
                  <a:lnTo>
                    <a:pt x="4352958" y="665207"/>
                  </a:lnTo>
                  <a:lnTo>
                    <a:pt x="4353052" y="665207"/>
                  </a:lnTo>
                  <a:lnTo>
                    <a:pt x="4353146" y="665207"/>
                  </a:lnTo>
                  <a:lnTo>
                    <a:pt x="4353240" y="665207"/>
                  </a:lnTo>
                  <a:lnTo>
                    <a:pt x="4353334" y="665207"/>
                  </a:lnTo>
                  <a:lnTo>
                    <a:pt x="4353428" y="665207"/>
                  </a:lnTo>
                  <a:lnTo>
                    <a:pt x="4353522" y="665207"/>
                  </a:lnTo>
                  <a:lnTo>
                    <a:pt x="4353616" y="665207"/>
                  </a:lnTo>
                  <a:lnTo>
                    <a:pt x="4353710" y="665207"/>
                  </a:lnTo>
                  <a:lnTo>
                    <a:pt x="4353804" y="665207"/>
                  </a:lnTo>
                  <a:lnTo>
                    <a:pt x="4353898" y="665207"/>
                  </a:lnTo>
                  <a:lnTo>
                    <a:pt x="4353992" y="665207"/>
                  </a:lnTo>
                  <a:lnTo>
                    <a:pt x="4354086" y="665207"/>
                  </a:lnTo>
                  <a:lnTo>
                    <a:pt x="4354180" y="665207"/>
                  </a:lnTo>
                  <a:lnTo>
                    <a:pt x="4354274" y="665207"/>
                  </a:lnTo>
                  <a:lnTo>
                    <a:pt x="4354368" y="665207"/>
                  </a:lnTo>
                  <a:lnTo>
                    <a:pt x="4354462" y="665207"/>
                  </a:lnTo>
                  <a:lnTo>
                    <a:pt x="4354556" y="665207"/>
                  </a:lnTo>
                  <a:lnTo>
                    <a:pt x="4354650" y="665207"/>
                  </a:lnTo>
                  <a:lnTo>
                    <a:pt x="4354744" y="665207"/>
                  </a:lnTo>
                  <a:lnTo>
                    <a:pt x="4354838" y="665207"/>
                  </a:lnTo>
                  <a:lnTo>
                    <a:pt x="4354932" y="665207"/>
                  </a:lnTo>
                  <a:lnTo>
                    <a:pt x="4355026" y="665207"/>
                  </a:lnTo>
                  <a:lnTo>
                    <a:pt x="4355120" y="665207"/>
                  </a:lnTo>
                  <a:lnTo>
                    <a:pt x="4355214" y="665207"/>
                  </a:lnTo>
                  <a:lnTo>
                    <a:pt x="4355308" y="665207"/>
                  </a:lnTo>
                  <a:lnTo>
                    <a:pt x="4355402" y="665207"/>
                  </a:lnTo>
                  <a:lnTo>
                    <a:pt x="4355496" y="665207"/>
                  </a:lnTo>
                  <a:lnTo>
                    <a:pt x="4355590" y="665207"/>
                  </a:lnTo>
                  <a:lnTo>
                    <a:pt x="4355684" y="665207"/>
                  </a:lnTo>
                  <a:lnTo>
                    <a:pt x="4355778" y="665207"/>
                  </a:lnTo>
                  <a:lnTo>
                    <a:pt x="4355873" y="665207"/>
                  </a:lnTo>
                  <a:lnTo>
                    <a:pt x="4355967" y="665207"/>
                  </a:lnTo>
                  <a:lnTo>
                    <a:pt x="4356061" y="665207"/>
                  </a:lnTo>
                  <a:lnTo>
                    <a:pt x="4356155" y="665207"/>
                  </a:lnTo>
                  <a:lnTo>
                    <a:pt x="4356249" y="665207"/>
                  </a:lnTo>
                  <a:lnTo>
                    <a:pt x="4356343" y="665207"/>
                  </a:lnTo>
                  <a:lnTo>
                    <a:pt x="4356437" y="665207"/>
                  </a:lnTo>
                  <a:lnTo>
                    <a:pt x="4356531" y="665207"/>
                  </a:lnTo>
                  <a:lnTo>
                    <a:pt x="4356625" y="665207"/>
                  </a:lnTo>
                  <a:lnTo>
                    <a:pt x="4356719" y="665207"/>
                  </a:lnTo>
                  <a:lnTo>
                    <a:pt x="4356813" y="665207"/>
                  </a:lnTo>
                  <a:lnTo>
                    <a:pt x="4356907" y="665207"/>
                  </a:lnTo>
                  <a:lnTo>
                    <a:pt x="4357001" y="665207"/>
                  </a:lnTo>
                  <a:lnTo>
                    <a:pt x="4357095" y="665207"/>
                  </a:lnTo>
                  <a:lnTo>
                    <a:pt x="4357189" y="665207"/>
                  </a:lnTo>
                  <a:lnTo>
                    <a:pt x="4357283" y="665207"/>
                  </a:lnTo>
                  <a:lnTo>
                    <a:pt x="4357377" y="665207"/>
                  </a:lnTo>
                  <a:lnTo>
                    <a:pt x="4357471" y="665207"/>
                  </a:lnTo>
                  <a:lnTo>
                    <a:pt x="4357565" y="665207"/>
                  </a:lnTo>
                  <a:lnTo>
                    <a:pt x="4357659" y="665207"/>
                  </a:lnTo>
                  <a:lnTo>
                    <a:pt x="4357753" y="665207"/>
                  </a:lnTo>
                  <a:lnTo>
                    <a:pt x="4357847" y="665207"/>
                  </a:lnTo>
                  <a:lnTo>
                    <a:pt x="4357941" y="665207"/>
                  </a:lnTo>
                  <a:lnTo>
                    <a:pt x="4358035" y="665207"/>
                  </a:lnTo>
                  <a:lnTo>
                    <a:pt x="4358129" y="665207"/>
                  </a:lnTo>
                  <a:lnTo>
                    <a:pt x="4358223" y="665207"/>
                  </a:lnTo>
                  <a:lnTo>
                    <a:pt x="4358317" y="665207"/>
                  </a:lnTo>
                  <a:lnTo>
                    <a:pt x="4358411" y="665207"/>
                  </a:lnTo>
                  <a:lnTo>
                    <a:pt x="4358505" y="665207"/>
                  </a:lnTo>
                  <a:lnTo>
                    <a:pt x="4358599" y="665207"/>
                  </a:lnTo>
                  <a:lnTo>
                    <a:pt x="4358693" y="665207"/>
                  </a:lnTo>
                  <a:lnTo>
                    <a:pt x="4358787" y="665207"/>
                  </a:lnTo>
                  <a:lnTo>
                    <a:pt x="4358881" y="665207"/>
                  </a:lnTo>
                  <a:lnTo>
                    <a:pt x="4358975" y="665207"/>
                  </a:lnTo>
                  <a:lnTo>
                    <a:pt x="4359069" y="665207"/>
                  </a:lnTo>
                  <a:lnTo>
                    <a:pt x="4359163" y="665207"/>
                  </a:lnTo>
                  <a:lnTo>
                    <a:pt x="4359257" y="665207"/>
                  </a:lnTo>
                  <a:lnTo>
                    <a:pt x="4359352" y="665207"/>
                  </a:lnTo>
                  <a:lnTo>
                    <a:pt x="4359446" y="665207"/>
                  </a:lnTo>
                  <a:lnTo>
                    <a:pt x="4359540" y="665207"/>
                  </a:lnTo>
                  <a:lnTo>
                    <a:pt x="4359634" y="665207"/>
                  </a:lnTo>
                  <a:lnTo>
                    <a:pt x="4359728" y="665207"/>
                  </a:lnTo>
                  <a:lnTo>
                    <a:pt x="4359822" y="665207"/>
                  </a:lnTo>
                  <a:lnTo>
                    <a:pt x="4359916" y="665207"/>
                  </a:lnTo>
                  <a:lnTo>
                    <a:pt x="4360010" y="665207"/>
                  </a:lnTo>
                  <a:lnTo>
                    <a:pt x="4360104" y="665207"/>
                  </a:lnTo>
                  <a:lnTo>
                    <a:pt x="4360198" y="665207"/>
                  </a:lnTo>
                  <a:lnTo>
                    <a:pt x="4360292" y="665207"/>
                  </a:lnTo>
                  <a:lnTo>
                    <a:pt x="4360386" y="665207"/>
                  </a:lnTo>
                  <a:lnTo>
                    <a:pt x="4360480" y="665207"/>
                  </a:lnTo>
                  <a:lnTo>
                    <a:pt x="4360574" y="665207"/>
                  </a:lnTo>
                  <a:lnTo>
                    <a:pt x="4360668" y="665207"/>
                  </a:lnTo>
                  <a:lnTo>
                    <a:pt x="4360762" y="665207"/>
                  </a:lnTo>
                  <a:lnTo>
                    <a:pt x="4360856" y="665207"/>
                  </a:lnTo>
                  <a:lnTo>
                    <a:pt x="4360950" y="665207"/>
                  </a:lnTo>
                  <a:lnTo>
                    <a:pt x="4361044" y="665207"/>
                  </a:lnTo>
                  <a:lnTo>
                    <a:pt x="4361138" y="665207"/>
                  </a:lnTo>
                  <a:lnTo>
                    <a:pt x="4361232" y="665207"/>
                  </a:lnTo>
                  <a:lnTo>
                    <a:pt x="4361326" y="665207"/>
                  </a:lnTo>
                  <a:lnTo>
                    <a:pt x="4361420" y="665207"/>
                  </a:lnTo>
                  <a:lnTo>
                    <a:pt x="4361514" y="665207"/>
                  </a:lnTo>
                  <a:lnTo>
                    <a:pt x="4361608" y="665207"/>
                  </a:lnTo>
                  <a:lnTo>
                    <a:pt x="4361702" y="665207"/>
                  </a:lnTo>
                  <a:lnTo>
                    <a:pt x="4361796" y="665207"/>
                  </a:lnTo>
                  <a:lnTo>
                    <a:pt x="4361890" y="665207"/>
                  </a:lnTo>
                  <a:lnTo>
                    <a:pt x="4361984" y="665207"/>
                  </a:lnTo>
                  <a:lnTo>
                    <a:pt x="4362078" y="665207"/>
                  </a:lnTo>
                  <a:lnTo>
                    <a:pt x="4362172" y="665207"/>
                  </a:lnTo>
                  <a:lnTo>
                    <a:pt x="4362266" y="665207"/>
                  </a:lnTo>
                  <a:lnTo>
                    <a:pt x="4362360" y="665207"/>
                  </a:lnTo>
                  <a:lnTo>
                    <a:pt x="4362454" y="665207"/>
                  </a:lnTo>
                  <a:lnTo>
                    <a:pt x="4362548" y="665207"/>
                  </a:lnTo>
                  <a:lnTo>
                    <a:pt x="4362642" y="665207"/>
                  </a:lnTo>
                  <a:lnTo>
                    <a:pt x="4362736" y="665207"/>
                  </a:lnTo>
                  <a:lnTo>
                    <a:pt x="4362736" y="659927"/>
                  </a:lnTo>
                  <a:lnTo>
                    <a:pt x="4362830" y="659927"/>
                  </a:lnTo>
                  <a:lnTo>
                    <a:pt x="4362925" y="659927"/>
                  </a:lnTo>
                  <a:lnTo>
                    <a:pt x="4363019" y="659927"/>
                  </a:lnTo>
                  <a:lnTo>
                    <a:pt x="4363113" y="659927"/>
                  </a:lnTo>
                  <a:lnTo>
                    <a:pt x="4363207" y="659927"/>
                  </a:lnTo>
                  <a:lnTo>
                    <a:pt x="4363207" y="654648"/>
                  </a:lnTo>
                  <a:lnTo>
                    <a:pt x="4363301" y="654648"/>
                  </a:lnTo>
                  <a:lnTo>
                    <a:pt x="4363395" y="654648"/>
                  </a:lnTo>
                  <a:lnTo>
                    <a:pt x="4363489" y="654648"/>
                  </a:lnTo>
                  <a:lnTo>
                    <a:pt x="4363583" y="654648"/>
                  </a:lnTo>
                  <a:lnTo>
                    <a:pt x="4363677" y="654648"/>
                  </a:lnTo>
                  <a:lnTo>
                    <a:pt x="4363771" y="654648"/>
                  </a:lnTo>
                  <a:lnTo>
                    <a:pt x="4363865" y="654648"/>
                  </a:lnTo>
                  <a:lnTo>
                    <a:pt x="4363959" y="654648"/>
                  </a:lnTo>
                  <a:lnTo>
                    <a:pt x="4364053" y="654648"/>
                  </a:lnTo>
                  <a:lnTo>
                    <a:pt x="4364147" y="654648"/>
                  </a:lnTo>
                  <a:lnTo>
                    <a:pt x="4364241" y="654648"/>
                  </a:lnTo>
                  <a:lnTo>
                    <a:pt x="4364335" y="654648"/>
                  </a:lnTo>
                  <a:lnTo>
                    <a:pt x="4364429" y="654648"/>
                  </a:lnTo>
                  <a:lnTo>
                    <a:pt x="4364523" y="654648"/>
                  </a:lnTo>
                  <a:lnTo>
                    <a:pt x="4364617" y="654648"/>
                  </a:lnTo>
                  <a:lnTo>
                    <a:pt x="4364711" y="654648"/>
                  </a:lnTo>
                  <a:lnTo>
                    <a:pt x="4364711" y="649368"/>
                  </a:lnTo>
                  <a:lnTo>
                    <a:pt x="4364805" y="649368"/>
                  </a:lnTo>
                  <a:lnTo>
                    <a:pt x="4364899" y="649368"/>
                  </a:lnTo>
                  <a:lnTo>
                    <a:pt x="4364993" y="649368"/>
                  </a:lnTo>
                  <a:lnTo>
                    <a:pt x="4365087" y="649368"/>
                  </a:lnTo>
                  <a:lnTo>
                    <a:pt x="4365181" y="649368"/>
                  </a:lnTo>
                  <a:lnTo>
                    <a:pt x="4365275" y="649368"/>
                  </a:lnTo>
                  <a:lnTo>
                    <a:pt x="4365369" y="649368"/>
                  </a:lnTo>
                  <a:lnTo>
                    <a:pt x="4365463" y="649368"/>
                  </a:lnTo>
                  <a:lnTo>
                    <a:pt x="4365557" y="649368"/>
                  </a:lnTo>
                  <a:lnTo>
                    <a:pt x="4365651" y="649368"/>
                  </a:lnTo>
                  <a:lnTo>
                    <a:pt x="4365745" y="649368"/>
                  </a:lnTo>
                  <a:lnTo>
                    <a:pt x="4365839" y="649368"/>
                  </a:lnTo>
                  <a:lnTo>
                    <a:pt x="4365933" y="649368"/>
                  </a:lnTo>
                  <a:lnTo>
                    <a:pt x="4366027" y="649368"/>
                  </a:lnTo>
                  <a:lnTo>
                    <a:pt x="4366121" y="649368"/>
                  </a:lnTo>
                  <a:lnTo>
                    <a:pt x="4366215" y="649368"/>
                  </a:lnTo>
                  <a:lnTo>
                    <a:pt x="4366309" y="649368"/>
                  </a:lnTo>
                  <a:lnTo>
                    <a:pt x="4366403" y="649368"/>
                  </a:lnTo>
                  <a:lnTo>
                    <a:pt x="4366498" y="649368"/>
                  </a:lnTo>
                  <a:lnTo>
                    <a:pt x="4366592" y="649368"/>
                  </a:lnTo>
                  <a:lnTo>
                    <a:pt x="4366686" y="649368"/>
                  </a:lnTo>
                  <a:lnTo>
                    <a:pt x="4366780" y="649368"/>
                  </a:lnTo>
                  <a:lnTo>
                    <a:pt x="4366874" y="649368"/>
                  </a:lnTo>
                  <a:lnTo>
                    <a:pt x="4366968" y="649368"/>
                  </a:lnTo>
                  <a:lnTo>
                    <a:pt x="4367062" y="649368"/>
                  </a:lnTo>
                  <a:lnTo>
                    <a:pt x="4367156" y="649368"/>
                  </a:lnTo>
                  <a:lnTo>
                    <a:pt x="4367250" y="649368"/>
                  </a:lnTo>
                  <a:lnTo>
                    <a:pt x="4367344" y="649368"/>
                  </a:lnTo>
                  <a:lnTo>
                    <a:pt x="4367438" y="649368"/>
                  </a:lnTo>
                  <a:lnTo>
                    <a:pt x="4367532" y="649368"/>
                  </a:lnTo>
                  <a:lnTo>
                    <a:pt x="4367626" y="649368"/>
                  </a:lnTo>
                  <a:lnTo>
                    <a:pt x="4367720" y="649368"/>
                  </a:lnTo>
                  <a:lnTo>
                    <a:pt x="4367814" y="649368"/>
                  </a:lnTo>
                  <a:lnTo>
                    <a:pt x="4367908" y="649368"/>
                  </a:lnTo>
                  <a:lnTo>
                    <a:pt x="4368002" y="649368"/>
                  </a:lnTo>
                  <a:lnTo>
                    <a:pt x="4368096" y="649368"/>
                  </a:lnTo>
                  <a:lnTo>
                    <a:pt x="4368190" y="649368"/>
                  </a:lnTo>
                  <a:lnTo>
                    <a:pt x="4368284" y="649368"/>
                  </a:lnTo>
                  <a:lnTo>
                    <a:pt x="4368378" y="649368"/>
                  </a:lnTo>
                  <a:lnTo>
                    <a:pt x="4368472" y="649368"/>
                  </a:lnTo>
                  <a:lnTo>
                    <a:pt x="4368566" y="649368"/>
                  </a:lnTo>
                  <a:lnTo>
                    <a:pt x="4368660" y="649368"/>
                  </a:lnTo>
                  <a:lnTo>
                    <a:pt x="4368754" y="649368"/>
                  </a:lnTo>
                  <a:lnTo>
                    <a:pt x="4368848" y="649368"/>
                  </a:lnTo>
                  <a:lnTo>
                    <a:pt x="4368942" y="649368"/>
                  </a:lnTo>
                  <a:lnTo>
                    <a:pt x="4369036" y="649368"/>
                  </a:lnTo>
                  <a:lnTo>
                    <a:pt x="4369130" y="649368"/>
                  </a:lnTo>
                  <a:lnTo>
                    <a:pt x="4369224" y="649368"/>
                  </a:lnTo>
                  <a:lnTo>
                    <a:pt x="4369318" y="649368"/>
                  </a:lnTo>
                  <a:lnTo>
                    <a:pt x="4369412" y="649368"/>
                  </a:lnTo>
                  <a:lnTo>
                    <a:pt x="4369506" y="649368"/>
                  </a:lnTo>
                  <a:lnTo>
                    <a:pt x="4369600" y="649368"/>
                  </a:lnTo>
                  <a:lnTo>
                    <a:pt x="4369694" y="649368"/>
                  </a:lnTo>
                  <a:lnTo>
                    <a:pt x="4369788" y="649368"/>
                  </a:lnTo>
                  <a:lnTo>
                    <a:pt x="4369882" y="649368"/>
                  </a:lnTo>
                  <a:lnTo>
                    <a:pt x="4369977" y="649368"/>
                  </a:lnTo>
                  <a:lnTo>
                    <a:pt x="4370071" y="649368"/>
                  </a:lnTo>
                  <a:lnTo>
                    <a:pt x="4370165" y="649368"/>
                  </a:lnTo>
                  <a:lnTo>
                    <a:pt x="4370259" y="649368"/>
                  </a:lnTo>
                  <a:lnTo>
                    <a:pt x="4370353" y="649368"/>
                  </a:lnTo>
                  <a:lnTo>
                    <a:pt x="4370447" y="649368"/>
                  </a:lnTo>
                  <a:lnTo>
                    <a:pt x="4370541" y="649368"/>
                  </a:lnTo>
                  <a:lnTo>
                    <a:pt x="4370635" y="649368"/>
                  </a:lnTo>
                  <a:lnTo>
                    <a:pt x="4370729" y="649368"/>
                  </a:lnTo>
                  <a:lnTo>
                    <a:pt x="4370823" y="649368"/>
                  </a:lnTo>
                  <a:lnTo>
                    <a:pt x="4370917" y="649368"/>
                  </a:lnTo>
                  <a:lnTo>
                    <a:pt x="4371011" y="649368"/>
                  </a:lnTo>
                  <a:lnTo>
                    <a:pt x="4371105" y="649368"/>
                  </a:lnTo>
                  <a:lnTo>
                    <a:pt x="4371199" y="649368"/>
                  </a:lnTo>
                  <a:lnTo>
                    <a:pt x="4371293" y="649368"/>
                  </a:lnTo>
                  <a:lnTo>
                    <a:pt x="4371387" y="649368"/>
                  </a:lnTo>
                  <a:lnTo>
                    <a:pt x="4371481" y="649368"/>
                  </a:lnTo>
                  <a:lnTo>
                    <a:pt x="4371575" y="649368"/>
                  </a:lnTo>
                  <a:lnTo>
                    <a:pt x="4371669" y="649368"/>
                  </a:lnTo>
                  <a:lnTo>
                    <a:pt x="4371763" y="649368"/>
                  </a:lnTo>
                  <a:lnTo>
                    <a:pt x="4371857" y="649368"/>
                  </a:lnTo>
                  <a:lnTo>
                    <a:pt x="4371951" y="649368"/>
                  </a:lnTo>
                  <a:lnTo>
                    <a:pt x="4372045" y="649368"/>
                  </a:lnTo>
                  <a:lnTo>
                    <a:pt x="4372139" y="649368"/>
                  </a:lnTo>
                  <a:lnTo>
                    <a:pt x="4372233" y="649368"/>
                  </a:lnTo>
                  <a:lnTo>
                    <a:pt x="4372327" y="649368"/>
                  </a:lnTo>
                  <a:lnTo>
                    <a:pt x="4372421" y="649368"/>
                  </a:lnTo>
                  <a:lnTo>
                    <a:pt x="4372515" y="649368"/>
                  </a:lnTo>
                  <a:lnTo>
                    <a:pt x="4372609" y="649368"/>
                  </a:lnTo>
                  <a:lnTo>
                    <a:pt x="4372703" y="649368"/>
                  </a:lnTo>
                  <a:lnTo>
                    <a:pt x="4372703" y="644089"/>
                  </a:lnTo>
                  <a:lnTo>
                    <a:pt x="4372797" y="644089"/>
                  </a:lnTo>
                  <a:lnTo>
                    <a:pt x="4372891" y="644089"/>
                  </a:lnTo>
                  <a:lnTo>
                    <a:pt x="4372985" y="644089"/>
                  </a:lnTo>
                  <a:lnTo>
                    <a:pt x="4373079" y="644089"/>
                  </a:lnTo>
                  <a:lnTo>
                    <a:pt x="4373173" y="644089"/>
                  </a:lnTo>
                  <a:lnTo>
                    <a:pt x="4373267" y="644089"/>
                  </a:lnTo>
                  <a:lnTo>
                    <a:pt x="4373361" y="644089"/>
                  </a:lnTo>
                  <a:lnTo>
                    <a:pt x="4373455" y="644089"/>
                  </a:lnTo>
                  <a:lnTo>
                    <a:pt x="4373550" y="644089"/>
                  </a:lnTo>
                  <a:lnTo>
                    <a:pt x="4373644" y="644089"/>
                  </a:lnTo>
                  <a:lnTo>
                    <a:pt x="4373738" y="644089"/>
                  </a:lnTo>
                  <a:lnTo>
                    <a:pt x="4373832" y="644089"/>
                  </a:lnTo>
                  <a:lnTo>
                    <a:pt x="4373926" y="644089"/>
                  </a:lnTo>
                  <a:lnTo>
                    <a:pt x="4374020" y="644089"/>
                  </a:lnTo>
                  <a:lnTo>
                    <a:pt x="4374114" y="644089"/>
                  </a:lnTo>
                  <a:lnTo>
                    <a:pt x="4374208" y="644089"/>
                  </a:lnTo>
                  <a:lnTo>
                    <a:pt x="4374302" y="644089"/>
                  </a:lnTo>
                  <a:lnTo>
                    <a:pt x="4374396" y="644089"/>
                  </a:lnTo>
                  <a:lnTo>
                    <a:pt x="4374490" y="644089"/>
                  </a:lnTo>
                  <a:lnTo>
                    <a:pt x="4374584" y="644089"/>
                  </a:lnTo>
                  <a:lnTo>
                    <a:pt x="4374678" y="644089"/>
                  </a:lnTo>
                  <a:lnTo>
                    <a:pt x="4374772" y="644089"/>
                  </a:lnTo>
                  <a:lnTo>
                    <a:pt x="4374866" y="644089"/>
                  </a:lnTo>
                  <a:lnTo>
                    <a:pt x="4374960" y="644089"/>
                  </a:lnTo>
                  <a:lnTo>
                    <a:pt x="4375054" y="644089"/>
                  </a:lnTo>
                  <a:lnTo>
                    <a:pt x="4375148" y="644089"/>
                  </a:lnTo>
                  <a:lnTo>
                    <a:pt x="4375242" y="644089"/>
                  </a:lnTo>
                  <a:lnTo>
                    <a:pt x="4375336" y="644089"/>
                  </a:lnTo>
                  <a:lnTo>
                    <a:pt x="4375430" y="644089"/>
                  </a:lnTo>
                  <a:lnTo>
                    <a:pt x="4375524" y="644089"/>
                  </a:lnTo>
                  <a:lnTo>
                    <a:pt x="4375618" y="644089"/>
                  </a:lnTo>
                  <a:lnTo>
                    <a:pt x="4375712" y="644089"/>
                  </a:lnTo>
                  <a:lnTo>
                    <a:pt x="4375806" y="644089"/>
                  </a:lnTo>
                  <a:lnTo>
                    <a:pt x="4375900" y="644089"/>
                  </a:lnTo>
                  <a:lnTo>
                    <a:pt x="4375994" y="644089"/>
                  </a:lnTo>
                  <a:lnTo>
                    <a:pt x="4376088" y="644089"/>
                  </a:lnTo>
                  <a:lnTo>
                    <a:pt x="4376182" y="644089"/>
                  </a:lnTo>
                  <a:lnTo>
                    <a:pt x="4376276" y="644089"/>
                  </a:lnTo>
                  <a:lnTo>
                    <a:pt x="4376370" y="644089"/>
                  </a:lnTo>
                  <a:lnTo>
                    <a:pt x="4376464" y="644089"/>
                  </a:lnTo>
                  <a:lnTo>
                    <a:pt x="4376558" y="644089"/>
                  </a:lnTo>
                  <a:lnTo>
                    <a:pt x="4376652" y="644089"/>
                  </a:lnTo>
                  <a:lnTo>
                    <a:pt x="4376746" y="644089"/>
                  </a:lnTo>
                  <a:lnTo>
                    <a:pt x="4376840" y="644089"/>
                  </a:lnTo>
                  <a:lnTo>
                    <a:pt x="4376934" y="644089"/>
                  </a:lnTo>
                  <a:lnTo>
                    <a:pt x="4377028" y="644089"/>
                  </a:lnTo>
                  <a:lnTo>
                    <a:pt x="4377123" y="644089"/>
                  </a:lnTo>
                  <a:lnTo>
                    <a:pt x="4377217" y="644089"/>
                  </a:lnTo>
                  <a:lnTo>
                    <a:pt x="4377311" y="644089"/>
                  </a:lnTo>
                  <a:lnTo>
                    <a:pt x="4377405" y="644089"/>
                  </a:lnTo>
                  <a:lnTo>
                    <a:pt x="4377499" y="644089"/>
                  </a:lnTo>
                  <a:lnTo>
                    <a:pt x="4377593" y="644089"/>
                  </a:lnTo>
                  <a:lnTo>
                    <a:pt x="4377687" y="644089"/>
                  </a:lnTo>
                  <a:lnTo>
                    <a:pt x="4377781" y="644089"/>
                  </a:lnTo>
                  <a:lnTo>
                    <a:pt x="4377875" y="644089"/>
                  </a:lnTo>
                  <a:lnTo>
                    <a:pt x="4377969" y="644089"/>
                  </a:lnTo>
                  <a:lnTo>
                    <a:pt x="4378063" y="644089"/>
                  </a:lnTo>
                  <a:lnTo>
                    <a:pt x="4378157" y="644089"/>
                  </a:lnTo>
                  <a:lnTo>
                    <a:pt x="4378251" y="644089"/>
                  </a:lnTo>
                  <a:lnTo>
                    <a:pt x="4378345" y="644089"/>
                  </a:lnTo>
                  <a:lnTo>
                    <a:pt x="4378439" y="644089"/>
                  </a:lnTo>
                  <a:lnTo>
                    <a:pt x="4378533" y="644089"/>
                  </a:lnTo>
                  <a:lnTo>
                    <a:pt x="4378627" y="644089"/>
                  </a:lnTo>
                  <a:lnTo>
                    <a:pt x="4378721" y="644089"/>
                  </a:lnTo>
                  <a:lnTo>
                    <a:pt x="4378815" y="644089"/>
                  </a:lnTo>
                  <a:lnTo>
                    <a:pt x="4378909" y="644089"/>
                  </a:lnTo>
                  <a:lnTo>
                    <a:pt x="4379003" y="644089"/>
                  </a:lnTo>
                  <a:lnTo>
                    <a:pt x="4379097" y="644089"/>
                  </a:lnTo>
                  <a:lnTo>
                    <a:pt x="4379191" y="644089"/>
                  </a:lnTo>
                  <a:lnTo>
                    <a:pt x="4379285" y="644089"/>
                  </a:lnTo>
                  <a:lnTo>
                    <a:pt x="4379379" y="644089"/>
                  </a:lnTo>
                  <a:lnTo>
                    <a:pt x="4379473" y="644089"/>
                  </a:lnTo>
                  <a:lnTo>
                    <a:pt x="4379567" y="644089"/>
                  </a:lnTo>
                  <a:lnTo>
                    <a:pt x="4379661" y="644089"/>
                  </a:lnTo>
                  <a:lnTo>
                    <a:pt x="4379755" y="644089"/>
                  </a:lnTo>
                  <a:lnTo>
                    <a:pt x="4379849" y="644089"/>
                  </a:lnTo>
                  <a:lnTo>
                    <a:pt x="4379943" y="644089"/>
                  </a:lnTo>
                  <a:lnTo>
                    <a:pt x="4380037" y="644089"/>
                  </a:lnTo>
                  <a:lnTo>
                    <a:pt x="4380131" y="644089"/>
                  </a:lnTo>
                  <a:lnTo>
                    <a:pt x="4380225" y="644089"/>
                  </a:lnTo>
                  <a:lnTo>
                    <a:pt x="4380319" y="644089"/>
                  </a:lnTo>
                  <a:lnTo>
                    <a:pt x="4380413" y="644089"/>
                  </a:lnTo>
                  <a:lnTo>
                    <a:pt x="4380507" y="644089"/>
                  </a:lnTo>
                  <a:lnTo>
                    <a:pt x="4380602" y="644089"/>
                  </a:lnTo>
                  <a:lnTo>
                    <a:pt x="4380696" y="644089"/>
                  </a:lnTo>
                  <a:lnTo>
                    <a:pt x="4380790" y="644089"/>
                  </a:lnTo>
                  <a:lnTo>
                    <a:pt x="4380884" y="644089"/>
                  </a:lnTo>
                  <a:lnTo>
                    <a:pt x="4380978" y="644089"/>
                  </a:lnTo>
                  <a:lnTo>
                    <a:pt x="4381072" y="644089"/>
                  </a:lnTo>
                  <a:lnTo>
                    <a:pt x="4381166" y="644089"/>
                  </a:lnTo>
                  <a:lnTo>
                    <a:pt x="4381260" y="644089"/>
                  </a:lnTo>
                  <a:lnTo>
                    <a:pt x="4381354" y="644089"/>
                  </a:lnTo>
                  <a:lnTo>
                    <a:pt x="4381448" y="644089"/>
                  </a:lnTo>
                  <a:lnTo>
                    <a:pt x="4381542" y="644089"/>
                  </a:lnTo>
                  <a:lnTo>
                    <a:pt x="4381636" y="644089"/>
                  </a:lnTo>
                  <a:lnTo>
                    <a:pt x="4381730" y="644089"/>
                  </a:lnTo>
                  <a:lnTo>
                    <a:pt x="4381824" y="644089"/>
                  </a:lnTo>
                  <a:lnTo>
                    <a:pt x="4381918" y="644089"/>
                  </a:lnTo>
                  <a:lnTo>
                    <a:pt x="4382012" y="644089"/>
                  </a:lnTo>
                  <a:lnTo>
                    <a:pt x="4382106" y="644089"/>
                  </a:lnTo>
                  <a:lnTo>
                    <a:pt x="4382200" y="644089"/>
                  </a:lnTo>
                  <a:lnTo>
                    <a:pt x="4382294" y="644089"/>
                  </a:lnTo>
                  <a:lnTo>
                    <a:pt x="4382388" y="644089"/>
                  </a:lnTo>
                  <a:lnTo>
                    <a:pt x="4382482" y="644089"/>
                  </a:lnTo>
                  <a:lnTo>
                    <a:pt x="4382576" y="644089"/>
                  </a:lnTo>
                  <a:lnTo>
                    <a:pt x="4382670" y="644089"/>
                  </a:lnTo>
                  <a:lnTo>
                    <a:pt x="4382764" y="644089"/>
                  </a:lnTo>
                  <a:lnTo>
                    <a:pt x="4382858" y="644089"/>
                  </a:lnTo>
                  <a:lnTo>
                    <a:pt x="4382952" y="644089"/>
                  </a:lnTo>
                  <a:lnTo>
                    <a:pt x="4383046" y="644089"/>
                  </a:lnTo>
                  <a:lnTo>
                    <a:pt x="4383140" y="644089"/>
                  </a:lnTo>
                  <a:lnTo>
                    <a:pt x="4383234" y="644089"/>
                  </a:lnTo>
                  <a:lnTo>
                    <a:pt x="4383328" y="644089"/>
                  </a:lnTo>
                  <a:lnTo>
                    <a:pt x="4383422" y="644089"/>
                  </a:lnTo>
                  <a:lnTo>
                    <a:pt x="4383516" y="644089"/>
                  </a:lnTo>
                  <a:lnTo>
                    <a:pt x="4383610" y="644089"/>
                  </a:lnTo>
                  <a:lnTo>
                    <a:pt x="4383704" y="644089"/>
                  </a:lnTo>
                  <a:lnTo>
                    <a:pt x="4383798" y="644089"/>
                  </a:lnTo>
                  <a:lnTo>
                    <a:pt x="4383892" y="644089"/>
                  </a:lnTo>
                  <a:lnTo>
                    <a:pt x="4383986" y="644089"/>
                  </a:lnTo>
                  <a:lnTo>
                    <a:pt x="4384080" y="644089"/>
                  </a:lnTo>
                  <a:lnTo>
                    <a:pt x="4384175" y="644089"/>
                  </a:lnTo>
                  <a:lnTo>
                    <a:pt x="4384269" y="644089"/>
                  </a:lnTo>
                  <a:lnTo>
                    <a:pt x="4384363" y="644089"/>
                  </a:lnTo>
                  <a:lnTo>
                    <a:pt x="4384457" y="644089"/>
                  </a:lnTo>
                  <a:lnTo>
                    <a:pt x="4384551" y="644089"/>
                  </a:lnTo>
                  <a:lnTo>
                    <a:pt x="4384645" y="644089"/>
                  </a:lnTo>
                  <a:lnTo>
                    <a:pt x="4384739" y="644089"/>
                  </a:lnTo>
                  <a:lnTo>
                    <a:pt x="4384833" y="644089"/>
                  </a:lnTo>
                  <a:lnTo>
                    <a:pt x="4384927" y="644089"/>
                  </a:lnTo>
                  <a:lnTo>
                    <a:pt x="4385021" y="644089"/>
                  </a:lnTo>
                  <a:lnTo>
                    <a:pt x="4385115" y="644089"/>
                  </a:lnTo>
                  <a:lnTo>
                    <a:pt x="4385209" y="644089"/>
                  </a:lnTo>
                  <a:lnTo>
                    <a:pt x="4385303" y="644089"/>
                  </a:lnTo>
                  <a:lnTo>
                    <a:pt x="4385397" y="644089"/>
                  </a:lnTo>
                  <a:lnTo>
                    <a:pt x="4385491" y="644089"/>
                  </a:lnTo>
                  <a:lnTo>
                    <a:pt x="4385585" y="644089"/>
                  </a:lnTo>
                  <a:lnTo>
                    <a:pt x="4385679" y="644089"/>
                  </a:lnTo>
                  <a:lnTo>
                    <a:pt x="4385773" y="644089"/>
                  </a:lnTo>
                  <a:lnTo>
                    <a:pt x="4385867" y="644089"/>
                  </a:lnTo>
                  <a:lnTo>
                    <a:pt x="4385961" y="644089"/>
                  </a:lnTo>
                  <a:lnTo>
                    <a:pt x="4386055" y="644089"/>
                  </a:lnTo>
                  <a:lnTo>
                    <a:pt x="4386149" y="644089"/>
                  </a:lnTo>
                  <a:lnTo>
                    <a:pt x="4386243" y="644089"/>
                  </a:lnTo>
                  <a:lnTo>
                    <a:pt x="4386337" y="644089"/>
                  </a:lnTo>
                  <a:lnTo>
                    <a:pt x="4386431" y="644089"/>
                  </a:lnTo>
                  <a:lnTo>
                    <a:pt x="4386525" y="644089"/>
                  </a:lnTo>
                  <a:lnTo>
                    <a:pt x="4386619" y="644089"/>
                  </a:lnTo>
                  <a:lnTo>
                    <a:pt x="4386713" y="644089"/>
                  </a:lnTo>
                  <a:lnTo>
                    <a:pt x="4386807" y="644089"/>
                  </a:lnTo>
                  <a:lnTo>
                    <a:pt x="4386901" y="644089"/>
                  </a:lnTo>
                  <a:lnTo>
                    <a:pt x="4386995" y="644089"/>
                  </a:lnTo>
                  <a:lnTo>
                    <a:pt x="4387089" y="644089"/>
                  </a:lnTo>
                  <a:lnTo>
                    <a:pt x="4387183" y="644089"/>
                  </a:lnTo>
                  <a:lnTo>
                    <a:pt x="4387277" y="644089"/>
                  </a:lnTo>
                  <a:lnTo>
                    <a:pt x="4387371" y="644089"/>
                  </a:lnTo>
                  <a:lnTo>
                    <a:pt x="4387465" y="644089"/>
                  </a:lnTo>
                  <a:lnTo>
                    <a:pt x="4387559" y="644089"/>
                  </a:lnTo>
                  <a:lnTo>
                    <a:pt x="4387653" y="644089"/>
                  </a:lnTo>
                  <a:lnTo>
                    <a:pt x="4387748" y="644089"/>
                  </a:lnTo>
                  <a:lnTo>
                    <a:pt x="4387842" y="644089"/>
                  </a:lnTo>
                  <a:lnTo>
                    <a:pt x="4387936" y="644089"/>
                  </a:lnTo>
                  <a:lnTo>
                    <a:pt x="4388030" y="644089"/>
                  </a:lnTo>
                  <a:lnTo>
                    <a:pt x="4388124" y="644089"/>
                  </a:lnTo>
                  <a:lnTo>
                    <a:pt x="4388218" y="644089"/>
                  </a:lnTo>
                  <a:lnTo>
                    <a:pt x="4388312" y="644089"/>
                  </a:lnTo>
                  <a:lnTo>
                    <a:pt x="4388406" y="644089"/>
                  </a:lnTo>
                  <a:lnTo>
                    <a:pt x="4388500" y="644089"/>
                  </a:lnTo>
                  <a:lnTo>
                    <a:pt x="4388594" y="644089"/>
                  </a:lnTo>
                  <a:lnTo>
                    <a:pt x="4388688" y="644089"/>
                  </a:lnTo>
                  <a:lnTo>
                    <a:pt x="4388782" y="644089"/>
                  </a:lnTo>
                  <a:lnTo>
                    <a:pt x="4388876" y="644089"/>
                  </a:lnTo>
                  <a:lnTo>
                    <a:pt x="4388970" y="644089"/>
                  </a:lnTo>
                  <a:lnTo>
                    <a:pt x="4389064" y="644089"/>
                  </a:lnTo>
                  <a:lnTo>
                    <a:pt x="4389158" y="644089"/>
                  </a:lnTo>
                  <a:lnTo>
                    <a:pt x="4389252" y="644089"/>
                  </a:lnTo>
                  <a:lnTo>
                    <a:pt x="4389346" y="644089"/>
                  </a:lnTo>
                  <a:lnTo>
                    <a:pt x="4389440" y="644089"/>
                  </a:lnTo>
                  <a:lnTo>
                    <a:pt x="4389534" y="644089"/>
                  </a:lnTo>
                  <a:lnTo>
                    <a:pt x="4389628" y="644089"/>
                  </a:lnTo>
                  <a:lnTo>
                    <a:pt x="4389722" y="644089"/>
                  </a:lnTo>
                  <a:lnTo>
                    <a:pt x="4389816" y="644089"/>
                  </a:lnTo>
                  <a:lnTo>
                    <a:pt x="4389910" y="644089"/>
                  </a:lnTo>
                  <a:lnTo>
                    <a:pt x="4390004" y="644089"/>
                  </a:lnTo>
                  <a:lnTo>
                    <a:pt x="4390098" y="644089"/>
                  </a:lnTo>
                  <a:lnTo>
                    <a:pt x="4390192" y="644089"/>
                  </a:lnTo>
                  <a:lnTo>
                    <a:pt x="4390286" y="644089"/>
                  </a:lnTo>
                  <a:lnTo>
                    <a:pt x="4390380" y="644089"/>
                  </a:lnTo>
                  <a:lnTo>
                    <a:pt x="4390474" y="644089"/>
                  </a:lnTo>
                  <a:lnTo>
                    <a:pt x="4390568" y="644089"/>
                  </a:lnTo>
                  <a:lnTo>
                    <a:pt x="4390662" y="644089"/>
                  </a:lnTo>
                  <a:lnTo>
                    <a:pt x="4390756" y="644089"/>
                  </a:lnTo>
                  <a:lnTo>
                    <a:pt x="4390850" y="644089"/>
                  </a:lnTo>
                  <a:lnTo>
                    <a:pt x="4390944" y="644089"/>
                  </a:lnTo>
                  <a:lnTo>
                    <a:pt x="4391038" y="644089"/>
                  </a:lnTo>
                  <a:lnTo>
                    <a:pt x="4391132" y="644089"/>
                  </a:lnTo>
                  <a:lnTo>
                    <a:pt x="4391227" y="644089"/>
                  </a:lnTo>
                  <a:lnTo>
                    <a:pt x="4391321" y="644089"/>
                  </a:lnTo>
                  <a:lnTo>
                    <a:pt x="4391415" y="644089"/>
                  </a:lnTo>
                  <a:lnTo>
                    <a:pt x="4391509" y="644089"/>
                  </a:lnTo>
                  <a:lnTo>
                    <a:pt x="4391603" y="644089"/>
                  </a:lnTo>
                  <a:lnTo>
                    <a:pt x="4391697" y="644089"/>
                  </a:lnTo>
                  <a:lnTo>
                    <a:pt x="4391791" y="644089"/>
                  </a:lnTo>
                  <a:lnTo>
                    <a:pt x="4391885" y="644089"/>
                  </a:lnTo>
                  <a:lnTo>
                    <a:pt x="4391979" y="644089"/>
                  </a:lnTo>
                  <a:lnTo>
                    <a:pt x="4392073" y="644089"/>
                  </a:lnTo>
                  <a:lnTo>
                    <a:pt x="4392167" y="644089"/>
                  </a:lnTo>
                  <a:lnTo>
                    <a:pt x="4392261" y="644089"/>
                  </a:lnTo>
                  <a:lnTo>
                    <a:pt x="4392355" y="644089"/>
                  </a:lnTo>
                  <a:lnTo>
                    <a:pt x="4392449" y="644089"/>
                  </a:lnTo>
                  <a:lnTo>
                    <a:pt x="4392449" y="638809"/>
                  </a:lnTo>
                  <a:lnTo>
                    <a:pt x="4392543" y="638809"/>
                  </a:lnTo>
                  <a:lnTo>
                    <a:pt x="4392637" y="638809"/>
                  </a:lnTo>
                  <a:lnTo>
                    <a:pt x="4392731" y="638809"/>
                  </a:lnTo>
                  <a:lnTo>
                    <a:pt x="4392825" y="638809"/>
                  </a:lnTo>
                  <a:lnTo>
                    <a:pt x="4392919" y="638809"/>
                  </a:lnTo>
                  <a:lnTo>
                    <a:pt x="4393013" y="638809"/>
                  </a:lnTo>
                  <a:lnTo>
                    <a:pt x="4393107" y="638809"/>
                  </a:lnTo>
                  <a:lnTo>
                    <a:pt x="4393201" y="638809"/>
                  </a:lnTo>
                  <a:lnTo>
                    <a:pt x="4393295" y="638809"/>
                  </a:lnTo>
                  <a:lnTo>
                    <a:pt x="4393389" y="638809"/>
                  </a:lnTo>
                  <a:lnTo>
                    <a:pt x="4393483" y="638809"/>
                  </a:lnTo>
                  <a:lnTo>
                    <a:pt x="4393577" y="638809"/>
                  </a:lnTo>
                  <a:lnTo>
                    <a:pt x="4393671" y="638809"/>
                  </a:lnTo>
                  <a:lnTo>
                    <a:pt x="4393765" y="638809"/>
                  </a:lnTo>
                  <a:lnTo>
                    <a:pt x="4393859" y="638809"/>
                  </a:lnTo>
                  <a:lnTo>
                    <a:pt x="4393953" y="638809"/>
                  </a:lnTo>
                  <a:lnTo>
                    <a:pt x="4394047" y="638809"/>
                  </a:lnTo>
                  <a:lnTo>
                    <a:pt x="4394141" y="638809"/>
                  </a:lnTo>
                  <a:lnTo>
                    <a:pt x="4394235" y="638809"/>
                  </a:lnTo>
                  <a:lnTo>
                    <a:pt x="4394329" y="638809"/>
                  </a:lnTo>
                  <a:lnTo>
                    <a:pt x="4394423" y="638809"/>
                  </a:lnTo>
                  <a:lnTo>
                    <a:pt x="4394517" y="638809"/>
                  </a:lnTo>
                  <a:lnTo>
                    <a:pt x="4394611" y="638809"/>
                  </a:lnTo>
                  <a:lnTo>
                    <a:pt x="4394705" y="638809"/>
                  </a:lnTo>
                  <a:lnTo>
                    <a:pt x="4394800" y="638809"/>
                  </a:lnTo>
                  <a:lnTo>
                    <a:pt x="4394894" y="638809"/>
                  </a:lnTo>
                  <a:lnTo>
                    <a:pt x="4394988" y="638809"/>
                  </a:lnTo>
                  <a:lnTo>
                    <a:pt x="4395082" y="638809"/>
                  </a:lnTo>
                  <a:lnTo>
                    <a:pt x="4395176" y="638809"/>
                  </a:lnTo>
                  <a:lnTo>
                    <a:pt x="4395270" y="638809"/>
                  </a:lnTo>
                  <a:lnTo>
                    <a:pt x="4395364" y="638809"/>
                  </a:lnTo>
                  <a:lnTo>
                    <a:pt x="4395458" y="638809"/>
                  </a:lnTo>
                  <a:lnTo>
                    <a:pt x="4395552" y="638809"/>
                  </a:lnTo>
                  <a:lnTo>
                    <a:pt x="4395646" y="638809"/>
                  </a:lnTo>
                  <a:lnTo>
                    <a:pt x="4395740" y="638809"/>
                  </a:lnTo>
                  <a:lnTo>
                    <a:pt x="4395834" y="638809"/>
                  </a:lnTo>
                  <a:lnTo>
                    <a:pt x="4395928" y="638809"/>
                  </a:lnTo>
                  <a:lnTo>
                    <a:pt x="4396022" y="638809"/>
                  </a:lnTo>
                  <a:lnTo>
                    <a:pt x="4396116" y="638809"/>
                  </a:lnTo>
                  <a:lnTo>
                    <a:pt x="4396210" y="638809"/>
                  </a:lnTo>
                  <a:lnTo>
                    <a:pt x="4396304" y="638809"/>
                  </a:lnTo>
                  <a:lnTo>
                    <a:pt x="4396398" y="638809"/>
                  </a:lnTo>
                  <a:lnTo>
                    <a:pt x="4396492" y="638809"/>
                  </a:lnTo>
                  <a:lnTo>
                    <a:pt x="4396586" y="638809"/>
                  </a:lnTo>
                  <a:lnTo>
                    <a:pt x="4396680" y="638809"/>
                  </a:lnTo>
                  <a:lnTo>
                    <a:pt x="4396774" y="638809"/>
                  </a:lnTo>
                  <a:lnTo>
                    <a:pt x="4396868" y="638809"/>
                  </a:lnTo>
                  <a:lnTo>
                    <a:pt x="4396962" y="638809"/>
                  </a:lnTo>
                  <a:lnTo>
                    <a:pt x="4397056" y="638809"/>
                  </a:lnTo>
                  <a:lnTo>
                    <a:pt x="4397150" y="638809"/>
                  </a:lnTo>
                  <a:lnTo>
                    <a:pt x="4397244" y="638809"/>
                  </a:lnTo>
                  <a:lnTo>
                    <a:pt x="4397338" y="638809"/>
                  </a:lnTo>
                  <a:lnTo>
                    <a:pt x="4397432" y="638809"/>
                  </a:lnTo>
                  <a:lnTo>
                    <a:pt x="4397526" y="638809"/>
                  </a:lnTo>
                  <a:lnTo>
                    <a:pt x="4397526" y="633530"/>
                  </a:lnTo>
                  <a:lnTo>
                    <a:pt x="4397620" y="633530"/>
                  </a:lnTo>
                  <a:lnTo>
                    <a:pt x="4397714" y="633530"/>
                  </a:lnTo>
                  <a:lnTo>
                    <a:pt x="4397808" y="633530"/>
                  </a:lnTo>
                  <a:lnTo>
                    <a:pt x="4397902" y="633530"/>
                  </a:lnTo>
                  <a:lnTo>
                    <a:pt x="4397996" y="633530"/>
                  </a:lnTo>
                  <a:lnTo>
                    <a:pt x="4398090" y="633530"/>
                  </a:lnTo>
                  <a:lnTo>
                    <a:pt x="4398184" y="633530"/>
                  </a:lnTo>
                  <a:lnTo>
                    <a:pt x="4398278" y="633530"/>
                  </a:lnTo>
                  <a:lnTo>
                    <a:pt x="4398373" y="633530"/>
                  </a:lnTo>
                  <a:lnTo>
                    <a:pt x="4398467" y="633530"/>
                  </a:lnTo>
                  <a:lnTo>
                    <a:pt x="4398561" y="633530"/>
                  </a:lnTo>
                  <a:lnTo>
                    <a:pt x="4398655" y="633530"/>
                  </a:lnTo>
                  <a:lnTo>
                    <a:pt x="4398749" y="633530"/>
                  </a:lnTo>
                  <a:lnTo>
                    <a:pt x="4398843" y="633530"/>
                  </a:lnTo>
                  <a:lnTo>
                    <a:pt x="4398937" y="633530"/>
                  </a:lnTo>
                  <a:lnTo>
                    <a:pt x="4399031" y="633530"/>
                  </a:lnTo>
                  <a:lnTo>
                    <a:pt x="4399125" y="633530"/>
                  </a:lnTo>
                  <a:lnTo>
                    <a:pt x="4399219" y="633530"/>
                  </a:lnTo>
                  <a:lnTo>
                    <a:pt x="4399313" y="633530"/>
                  </a:lnTo>
                  <a:lnTo>
                    <a:pt x="4399407" y="633530"/>
                  </a:lnTo>
                  <a:lnTo>
                    <a:pt x="4399501" y="633530"/>
                  </a:lnTo>
                  <a:lnTo>
                    <a:pt x="4399595" y="633530"/>
                  </a:lnTo>
                  <a:lnTo>
                    <a:pt x="4399689" y="633530"/>
                  </a:lnTo>
                  <a:lnTo>
                    <a:pt x="4399783" y="633530"/>
                  </a:lnTo>
                  <a:lnTo>
                    <a:pt x="4399877" y="633530"/>
                  </a:lnTo>
                  <a:lnTo>
                    <a:pt x="4399971" y="633530"/>
                  </a:lnTo>
                  <a:lnTo>
                    <a:pt x="4400065" y="633530"/>
                  </a:lnTo>
                  <a:lnTo>
                    <a:pt x="4400159" y="633530"/>
                  </a:lnTo>
                  <a:lnTo>
                    <a:pt x="4400253" y="633530"/>
                  </a:lnTo>
                  <a:lnTo>
                    <a:pt x="4400347" y="633530"/>
                  </a:lnTo>
                  <a:lnTo>
                    <a:pt x="4400441" y="633530"/>
                  </a:lnTo>
                  <a:lnTo>
                    <a:pt x="4400535" y="633530"/>
                  </a:lnTo>
                  <a:lnTo>
                    <a:pt x="4400629" y="633530"/>
                  </a:lnTo>
                  <a:lnTo>
                    <a:pt x="4400723" y="633530"/>
                  </a:lnTo>
                  <a:lnTo>
                    <a:pt x="4400817" y="633530"/>
                  </a:lnTo>
                  <a:lnTo>
                    <a:pt x="4400911" y="633530"/>
                  </a:lnTo>
                  <a:lnTo>
                    <a:pt x="4401005" y="633530"/>
                  </a:lnTo>
                  <a:lnTo>
                    <a:pt x="4401099" y="633530"/>
                  </a:lnTo>
                  <a:lnTo>
                    <a:pt x="4401193" y="633530"/>
                  </a:lnTo>
                  <a:lnTo>
                    <a:pt x="4401287" y="633530"/>
                  </a:lnTo>
                  <a:lnTo>
                    <a:pt x="4401381" y="633530"/>
                  </a:lnTo>
                  <a:lnTo>
                    <a:pt x="4401475" y="633530"/>
                  </a:lnTo>
                  <a:lnTo>
                    <a:pt x="4401569" y="633530"/>
                  </a:lnTo>
                  <a:lnTo>
                    <a:pt x="4401663" y="633530"/>
                  </a:lnTo>
                  <a:lnTo>
                    <a:pt x="4401757" y="633530"/>
                  </a:lnTo>
                  <a:lnTo>
                    <a:pt x="4401851" y="633530"/>
                  </a:lnTo>
                  <a:lnTo>
                    <a:pt x="4401946" y="633530"/>
                  </a:lnTo>
                  <a:lnTo>
                    <a:pt x="4402040" y="633530"/>
                  </a:lnTo>
                  <a:lnTo>
                    <a:pt x="4402134" y="633530"/>
                  </a:lnTo>
                  <a:lnTo>
                    <a:pt x="4402228" y="633530"/>
                  </a:lnTo>
                  <a:lnTo>
                    <a:pt x="4402322" y="633530"/>
                  </a:lnTo>
                  <a:lnTo>
                    <a:pt x="4402416" y="633530"/>
                  </a:lnTo>
                  <a:lnTo>
                    <a:pt x="4402416" y="628251"/>
                  </a:lnTo>
                  <a:lnTo>
                    <a:pt x="4402510" y="628251"/>
                  </a:lnTo>
                  <a:lnTo>
                    <a:pt x="4402604" y="628251"/>
                  </a:lnTo>
                  <a:lnTo>
                    <a:pt x="4402698" y="628251"/>
                  </a:lnTo>
                  <a:lnTo>
                    <a:pt x="4402792" y="628251"/>
                  </a:lnTo>
                  <a:lnTo>
                    <a:pt x="4402886" y="628251"/>
                  </a:lnTo>
                  <a:lnTo>
                    <a:pt x="4402980" y="628251"/>
                  </a:lnTo>
                  <a:lnTo>
                    <a:pt x="4403074" y="628251"/>
                  </a:lnTo>
                  <a:lnTo>
                    <a:pt x="4403168" y="628251"/>
                  </a:lnTo>
                  <a:lnTo>
                    <a:pt x="4403262" y="628251"/>
                  </a:lnTo>
                  <a:lnTo>
                    <a:pt x="4403356" y="628251"/>
                  </a:lnTo>
                  <a:lnTo>
                    <a:pt x="4403450" y="628251"/>
                  </a:lnTo>
                  <a:lnTo>
                    <a:pt x="4403544" y="628251"/>
                  </a:lnTo>
                  <a:lnTo>
                    <a:pt x="4403638" y="628251"/>
                  </a:lnTo>
                  <a:lnTo>
                    <a:pt x="4403732" y="628251"/>
                  </a:lnTo>
                  <a:lnTo>
                    <a:pt x="4403826" y="628251"/>
                  </a:lnTo>
                  <a:lnTo>
                    <a:pt x="4403920" y="628251"/>
                  </a:lnTo>
                  <a:lnTo>
                    <a:pt x="4404014" y="628251"/>
                  </a:lnTo>
                  <a:lnTo>
                    <a:pt x="4404108" y="628251"/>
                  </a:lnTo>
                  <a:lnTo>
                    <a:pt x="4404202" y="628251"/>
                  </a:lnTo>
                  <a:lnTo>
                    <a:pt x="4404296" y="628251"/>
                  </a:lnTo>
                  <a:lnTo>
                    <a:pt x="4404390" y="628251"/>
                  </a:lnTo>
                  <a:lnTo>
                    <a:pt x="4404484" y="628251"/>
                  </a:lnTo>
                  <a:lnTo>
                    <a:pt x="4404578" y="628251"/>
                  </a:lnTo>
                  <a:lnTo>
                    <a:pt x="4404672" y="628251"/>
                  </a:lnTo>
                  <a:lnTo>
                    <a:pt x="4404766" y="628251"/>
                  </a:lnTo>
                  <a:lnTo>
                    <a:pt x="4404860" y="628251"/>
                  </a:lnTo>
                  <a:lnTo>
                    <a:pt x="4404954" y="628251"/>
                  </a:lnTo>
                  <a:lnTo>
                    <a:pt x="4405048" y="628251"/>
                  </a:lnTo>
                  <a:lnTo>
                    <a:pt x="4405142" y="628251"/>
                  </a:lnTo>
                  <a:lnTo>
                    <a:pt x="4405236" y="628251"/>
                  </a:lnTo>
                  <a:lnTo>
                    <a:pt x="4405330" y="628251"/>
                  </a:lnTo>
                  <a:lnTo>
                    <a:pt x="4405425" y="628251"/>
                  </a:lnTo>
                  <a:lnTo>
                    <a:pt x="4405519" y="628251"/>
                  </a:lnTo>
                  <a:lnTo>
                    <a:pt x="4405613" y="628251"/>
                  </a:lnTo>
                  <a:lnTo>
                    <a:pt x="4405707" y="628251"/>
                  </a:lnTo>
                  <a:lnTo>
                    <a:pt x="4405801" y="628251"/>
                  </a:lnTo>
                  <a:lnTo>
                    <a:pt x="4405895" y="628251"/>
                  </a:lnTo>
                  <a:lnTo>
                    <a:pt x="4405989" y="628251"/>
                  </a:lnTo>
                  <a:lnTo>
                    <a:pt x="4406083" y="628251"/>
                  </a:lnTo>
                  <a:lnTo>
                    <a:pt x="4406177" y="628251"/>
                  </a:lnTo>
                  <a:lnTo>
                    <a:pt x="4406271" y="628251"/>
                  </a:lnTo>
                  <a:lnTo>
                    <a:pt x="4406365" y="628251"/>
                  </a:lnTo>
                  <a:lnTo>
                    <a:pt x="4406459" y="628251"/>
                  </a:lnTo>
                  <a:lnTo>
                    <a:pt x="4406553" y="628251"/>
                  </a:lnTo>
                  <a:lnTo>
                    <a:pt x="4406647" y="628251"/>
                  </a:lnTo>
                  <a:lnTo>
                    <a:pt x="4406741" y="628251"/>
                  </a:lnTo>
                  <a:lnTo>
                    <a:pt x="4406835" y="628251"/>
                  </a:lnTo>
                  <a:lnTo>
                    <a:pt x="4406929" y="628251"/>
                  </a:lnTo>
                  <a:lnTo>
                    <a:pt x="4407023" y="628251"/>
                  </a:lnTo>
                  <a:lnTo>
                    <a:pt x="4407117" y="628251"/>
                  </a:lnTo>
                  <a:lnTo>
                    <a:pt x="4407211" y="628251"/>
                  </a:lnTo>
                  <a:lnTo>
                    <a:pt x="4407305" y="628251"/>
                  </a:lnTo>
                  <a:lnTo>
                    <a:pt x="4407399" y="628251"/>
                  </a:lnTo>
                  <a:lnTo>
                    <a:pt x="4407493" y="628251"/>
                  </a:lnTo>
                  <a:lnTo>
                    <a:pt x="4407587" y="628251"/>
                  </a:lnTo>
                  <a:lnTo>
                    <a:pt x="4407681" y="628251"/>
                  </a:lnTo>
                  <a:lnTo>
                    <a:pt x="4407775" y="628251"/>
                  </a:lnTo>
                  <a:lnTo>
                    <a:pt x="4407869" y="628251"/>
                  </a:lnTo>
                  <a:lnTo>
                    <a:pt x="4407963" y="628251"/>
                  </a:lnTo>
                  <a:lnTo>
                    <a:pt x="4408057" y="628251"/>
                  </a:lnTo>
                  <a:lnTo>
                    <a:pt x="4408151" y="628251"/>
                  </a:lnTo>
                  <a:lnTo>
                    <a:pt x="4408245" y="628251"/>
                  </a:lnTo>
                  <a:lnTo>
                    <a:pt x="4408339" y="628251"/>
                  </a:lnTo>
                  <a:lnTo>
                    <a:pt x="4408433" y="628251"/>
                  </a:lnTo>
                  <a:lnTo>
                    <a:pt x="4408527" y="628251"/>
                  </a:lnTo>
                  <a:lnTo>
                    <a:pt x="4408621" y="628251"/>
                  </a:lnTo>
                  <a:lnTo>
                    <a:pt x="4408715" y="628251"/>
                  </a:lnTo>
                  <a:lnTo>
                    <a:pt x="4408809" y="628251"/>
                  </a:lnTo>
                  <a:lnTo>
                    <a:pt x="4408903" y="628251"/>
                  </a:lnTo>
                  <a:lnTo>
                    <a:pt x="4408998" y="628251"/>
                  </a:lnTo>
                  <a:lnTo>
                    <a:pt x="4409092" y="628251"/>
                  </a:lnTo>
                  <a:lnTo>
                    <a:pt x="4409186" y="628251"/>
                  </a:lnTo>
                  <a:lnTo>
                    <a:pt x="4409280" y="628251"/>
                  </a:lnTo>
                  <a:lnTo>
                    <a:pt x="4409374" y="628251"/>
                  </a:lnTo>
                  <a:lnTo>
                    <a:pt x="4409468" y="628251"/>
                  </a:lnTo>
                  <a:lnTo>
                    <a:pt x="4409562" y="628251"/>
                  </a:lnTo>
                  <a:lnTo>
                    <a:pt x="4409656" y="628251"/>
                  </a:lnTo>
                  <a:lnTo>
                    <a:pt x="4409750" y="628251"/>
                  </a:lnTo>
                  <a:lnTo>
                    <a:pt x="4409844" y="628251"/>
                  </a:lnTo>
                  <a:lnTo>
                    <a:pt x="4409938" y="628251"/>
                  </a:lnTo>
                  <a:lnTo>
                    <a:pt x="4410032" y="628251"/>
                  </a:lnTo>
                  <a:lnTo>
                    <a:pt x="4410126" y="628251"/>
                  </a:lnTo>
                  <a:lnTo>
                    <a:pt x="4410220" y="628251"/>
                  </a:lnTo>
                  <a:lnTo>
                    <a:pt x="4410314" y="628251"/>
                  </a:lnTo>
                  <a:lnTo>
                    <a:pt x="4410408" y="628251"/>
                  </a:lnTo>
                  <a:lnTo>
                    <a:pt x="4410502" y="628251"/>
                  </a:lnTo>
                  <a:lnTo>
                    <a:pt x="4410596" y="628251"/>
                  </a:lnTo>
                  <a:lnTo>
                    <a:pt x="4410690" y="628251"/>
                  </a:lnTo>
                  <a:lnTo>
                    <a:pt x="4410784" y="628251"/>
                  </a:lnTo>
                  <a:lnTo>
                    <a:pt x="4410878" y="628251"/>
                  </a:lnTo>
                  <a:lnTo>
                    <a:pt x="4410972" y="628251"/>
                  </a:lnTo>
                  <a:lnTo>
                    <a:pt x="4411066" y="628251"/>
                  </a:lnTo>
                  <a:lnTo>
                    <a:pt x="4411160" y="628251"/>
                  </a:lnTo>
                  <a:lnTo>
                    <a:pt x="4411254" y="628251"/>
                  </a:lnTo>
                  <a:lnTo>
                    <a:pt x="4411348" y="628251"/>
                  </a:lnTo>
                  <a:lnTo>
                    <a:pt x="4411442" y="628251"/>
                  </a:lnTo>
                  <a:lnTo>
                    <a:pt x="4411536" y="628251"/>
                  </a:lnTo>
                  <a:lnTo>
                    <a:pt x="4411630" y="628251"/>
                  </a:lnTo>
                  <a:lnTo>
                    <a:pt x="4411724" y="628251"/>
                  </a:lnTo>
                  <a:lnTo>
                    <a:pt x="4411818" y="628251"/>
                  </a:lnTo>
                  <a:lnTo>
                    <a:pt x="4411912" y="628251"/>
                  </a:lnTo>
                  <a:lnTo>
                    <a:pt x="4412006" y="628251"/>
                  </a:lnTo>
                  <a:lnTo>
                    <a:pt x="4412100" y="628251"/>
                  </a:lnTo>
                  <a:lnTo>
                    <a:pt x="4412194" y="628251"/>
                  </a:lnTo>
                  <a:lnTo>
                    <a:pt x="4412288" y="628251"/>
                  </a:lnTo>
                  <a:lnTo>
                    <a:pt x="4412382" y="628251"/>
                  </a:lnTo>
                  <a:lnTo>
                    <a:pt x="4412476" y="628251"/>
                  </a:lnTo>
                  <a:lnTo>
                    <a:pt x="4412571" y="628251"/>
                  </a:lnTo>
                  <a:lnTo>
                    <a:pt x="4412665" y="628251"/>
                  </a:lnTo>
                  <a:lnTo>
                    <a:pt x="4412759" y="628251"/>
                  </a:lnTo>
                  <a:lnTo>
                    <a:pt x="4412853" y="628251"/>
                  </a:lnTo>
                  <a:lnTo>
                    <a:pt x="4412947" y="628251"/>
                  </a:lnTo>
                  <a:lnTo>
                    <a:pt x="4413041" y="628251"/>
                  </a:lnTo>
                  <a:lnTo>
                    <a:pt x="4413135" y="628251"/>
                  </a:lnTo>
                  <a:lnTo>
                    <a:pt x="4413229" y="628251"/>
                  </a:lnTo>
                  <a:lnTo>
                    <a:pt x="4413323" y="628251"/>
                  </a:lnTo>
                  <a:lnTo>
                    <a:pt x="4413417" y="628251"/>
                  </a:lnTo>
                  <a:lnTo>
                    <a:pt x="4413511" y="628251"/>
                  </a:lnTo>
                  <a:lnTo>
                    <a:pt x="4413605" y="628251"/>
                  </a:lnTo>
                  <a:lnTo>
                    <a:pt x="4413699" y="628251"/>
                  </a:lnTo>
                  <a:lnTo>
                    <a:pt x="4413793" y="628251"/>
                  </a:lnTo>
                  <a:lnTo>
                    <a:pt x="4413887" y="628251"/>
                  </a:lnTo>
                  <a:lnTo>
                    <a:pt x="4413981" y="628251"/>
                  </a:lnTo>
                  <a:lnTo>
                    <a:pt x="4414075" y="628251"/>
                  </a:lnTo>
                  <a:lnTo>
                    <a:pt x="4414169" y="628251"/>
                  </a:lnTo>
                  <a:lnTo>
                    <a:pt x="4414263" y="628251"/>
                  </a:lnTo>
                  <a:lnTo>
                    <a:pt x="4414357" y="628251"/>
                  </a:lnTo>
                  <a:lnTo>
                    <a:pt x="4414451" y="628251"/>
                  </a:lnTo>
                  <a:lnTo>
                    <a:pt x="4414545" y="628251"/>
                  </a:lnTo>
                  <a:lnTo>
                    <a:pt x="4414639" y="628251"/>
                  </a:lnTo>
                  <a:lnTo>
                    <a:pt x="4414733" y="628251"/>
                  </a:lnTo>
                  <a:lnTo>
                    <a:pt x="4414827" y="628251"/>
                  </a:lnTo>
                  <a:lnTo>
                    <a:pt x="4414921" y="628251"/>
                  </a:lnTo>
                  <a:lnTo>
                    <a:pt x="4415015" y="628251"/>
                  </a:lnTo>
                  <a:lnTo>
                    <a:pt x="4415109" y="628251"/>
                  </a:lnTo>
                  <a:lnTo>
                    <a:pt x="4415203" y="628251"/>
                  </a:lnTo>
                  <a:lnTo>
                    <a:pt x="4415297" y="628251"/>
                  </a:lnTo>
                  <a:lnTo>
                    <a:pt x="4415391" y="628251"/>
                  </a:lnTo>
                  <a:lnTo>
                    <a:pt x="4415485" y="628251"/>
                  </a:lnTo>
                  <a:lnTo>
                    <a:pt x="4415579" y="628251"/>
                  </a:lnTo>
                  <a:lnTo>
                    <a:pt x="4415673" y="628251"/>
                  </a:lnTo>
                  <a:lnTo>
                    <a:pt x="4415767" y="628251"/>
                  </a:lnTo>
                  <a:lnTo>
                    <a:pt x="4415861" y="628251"/>
                  </a:lnTo>
                  <a:lnTo>
                    <a:pt x="4415955" y="628251"/>
                  </a:lnTo>
                  <a:lnTo>
                    <a:pt x="4416050" y="628251"/>
                  </a:lnTo>
                  <a:lnTo>
                    <a:pt x="4416144" y="628251"/>
                  </a:lnTo>
                  <a:lnTo>
                    <a:pt x="4416238" y="628251"/>
                  </a:lnTo>
                  <a:lnTo>
                    <a:pt x="4416332" y="628251"/>
                  </a:lnTo>
                  <a:lnTo>
                    <a:pt x="4416426" y="628251"/>
                  </a:lnTo>
                  <a:lnTo>
                    <a:pt x="4416520" y="628251"/>
                  </a:lnTo>
                  <a:lnTo>
                    <a:pt x="4416614" y="628251"/>
                  </a:lnTo>
                  <a:lnTo>
                    <a:pt x="4416708" y="628251"/>
                  </a:lnTo>
                  <a:lnTo>
                    <a:pt x="4416802" y="628251"/>
                  </a:lnTo>
                  <a:lnTo>
                    <a:pt x="4416896" y="628251"/>
                  </a:lnTo>
                  <a:lnTo>
                    <a:pt x="4416990" y="628251"/>
                  </a:lnTo>
                  <a:lnTo>
                    <a:pt x="4417084" y="628251"/>
                  </a:lnTo>
                  <a:lnTo>
                    <a:pt x="4417178" y="628251"/>
                  </a:lnTo>
                  <a:lnTo>
                    <a:pt x="4417272" y="628251"/>
                  </a:lnTo>
                  <a:lnTo>
                    <a:pt x="4417366" y="628251"/>
                  </a:lnTo>
                  <a:lnTo>
                    <a:pt x="4417460" y="628251"/>
                  </a:lnTo>
                  <a:lnTo>
                    <a:pt x="4417554" y="628251"/>
                  </a:lnTo>
                  <a:lnTo>
                    <a:pt x="4417648" y="628251"/>
                  </a:lnTo>
                  <a:lnTo>
                    <a:pt x="4417742" y="628251"/>
                  </a:lnTo>
                  <a:lnTo>
                    <a:pt x="4417836" y="628251"/>
                  </a:lnTo>
                  <a:lnTo>
                    <a:pt x="4417930" y="628251"/>
                  </a:lnTo>
                  <a:lnTo>
                    <a:pt x="4418024" y="628251"/>
                  </a:lnTo>
                  <a:lnTo>
                    <a:pt x="4418118" y="628251"/>
                  </a:lnTo>
                  <a:lnTo>
                    <a:pt x="4418212" y="628251"/>
                  </a:lnTo>
                  <a:lnTo>
                    <a:pt x="4418306" y="628251"/>
                  </a:lnTo>
                  <a:lnTo>
                    <a:pt x="4418400" y="628251"/>
                  </a:lnTo>
                  <a:lnTo>
                    <a:pt x="4418494" y="628251"/>
                  </a:lnTo>
                  <a:lnTo>
                    <a:pt x="4418588" y="628251"/>
                  </a:lnTo>
                  <a:lnTo>
                    <a:pt x="4418682" y="628251"/>
                  </a:lnTo>
                  <a:lnTo>
                    <a:pt x="4418776" y="628251"/>
                  </a:lnTo>
                  <a:lnTo>
                    <a:pt x="4418870" y="628251"/>
                  </a:lnTo>
                  <a:lnTo>
                    <a:pt x="4418964" y="628251"/>
                  </a:lnTo>
                  <a:lnTo>
                    <a:pt x="4419058" y="628251"/>
                  </a:lnTo>
                  <a:lnTo>
                    <a:pt x="4419152" y="628251"/>
                  </a:lnTo>
                  <a:lnTo>
                    <a:pt x="4419246" y="628251"/>
                  </a:lnTo>
                  <a:lnTo>
                    <a:pt x="4419340" y="628251"/>
                  </a:lnTo>
                  <a:lnTo>
                    <a:pt x="4419434" y="628251"/>
                  </a:lnTo>
                  <a:lnTo>
                    <a:pt x="4419528" y="628251"/>
                  </a:lnTo>
                  <a:lnTo>
                    <a:pt x="4419623" y="628251"/>
                  </a:lnTo>
                  <a:lnTo>
                    <a:pt x="4419717" y="628251"/>
                  </a:lnTo>
                  <a:lnTo>
                    <a:pt x="4419811" y="628251"/>
                  </a:lnTo>
                  <a:lnTo>
                    <a:pt x="4419905" y="628251"/>
                  </a:lnTo>
                  <a:lnTo>
                    <a:pt x="4419999" y="628251"/>
                  </a:lnTo>
                  <a:lnTo>
                    <a:pt x="4420093" y="628251"/>
                  </a:lnTo>
                  <a:lnTo>
                    <a:pt x="4420187" y="628251"/>
                  </a:lnTo>
                  <a:lnTo>
                    <a:pt x="4420281" y="628251"/>
                  </a:lnTo>
                  <a:lnTo>
                    <a:pt x="4420375" y="628251"/>
                  </a:lnTo>
                  <a:lnTo>
                    <a:pt x="4420469" y="628251"/>
                  </a:lnTo>
                  <a:lnTo>
                    <a:pt x="4420563" y="628251"/>
                  </a:lnTo>
                  <a:lnTo>
                    <a:pt x="4420657" y="628251"/>
                  </a:lnTo>
                  <a:lnTo>
                    <a:pt x="4420751" y="628251"/>
                  </a:lnTo>
                  <a:lnTo>
                    <a:pt x="4420845" y="628251"/>
                  </a:lnTo>
                  <a:lnTo>
                    <a:pt x="4420939" y="628251"/>
                  </a:lnTo>
                  <a:lnTo>
                    <a:pt x="4421033" y="628251"/>
                  </a:lnTo>
                  <a:lnTo>
                    <a:pt x="4421127" y="628251"/>
                  </a:lnTo>
                  <a:lnTo>
                    <a:pt x="4421221" y="628251"/>
                  </a:lnTo>
                  <a:lnTo>
                    <a:pt x="4421315" y="628251"/>
                  </a:lnTo>
                  <a:lnTo>
                    <a:pt x="4421409" y="628251"/>
                  </a:lnTo>
                  <a:lnTo>
                    <a:pt x="4421503" y="628251"/>
                  </a:lnTo>
                  <a:lnTo>
                    <a:pt x="4421597" y="628251"/>
                  </a:lnTo>
                  <a:lnTo>
                    <a:pt x="4421691" y="628251"/>
                  </a:lnTo>
                  <a:lnTo>
                    <a:pt x="4421785" y="628251"/>
                  </a:lnTo>
                  <a:lnTo>
                    <a:pt x="4421879" y="628251"/>
                  </a:lnTo>
                  <a:lnTo>
                    <a:pt x="4421973" y="628251"/>
                  </a:lnTo>
                  <a:lnTo>
                    <a:pt x="4422067" y="628251"/>
                  </a:lnTo>
                  <a:lnTo>
                    <a:pt x="4422161" y="628251"/>
                  </a:lnTo>
                  <a:lnTo>
                    <a:pt x="4422255" y="628251"/>
                  </a:lnTo>
                  <a:lnTo>
                    <a:pt x="4422349" y="628251"/>
                  </a:lnTo>
                  <a:lnTo>
                    <a:pt x="4422443" y="628251"/>
                  </a:lnTo>
                  <a:lnTo>
                    <a:pt x="4422537" y="628251"/>
                  </a:lnTo>
                  <a:lnTo>
                    <a:pt x="4422631" y="628251"/>
                  </a:lnTo>
                  <a:lnTo>
                    <a:pt x="4422725" y="628251"/>
                  </a:lnTo>
                  <a:lnTo>
                    <a:pt x="4422819" y="628251"/>
                  </a:lnTo>
                  <a:lnTo>
                    <a:pt x="4422913" y="628251"/>
                  </a:lnTo>
                  <a:lnTo>
                    <a:pt x="4423007" y="628251"/>
                  </a:lnTo>
                  <a:lnTo>
                    <a:pt x="4423101" y="628251"/>
                  </a:lnTo>
                  <a:lnTo>
                    <a:pt x="4423196" y="628251"/>
                  </a:lnTo>
                  <a:lnTo>
                    <a:pt x="4423290" y="628251"/>
                  </a:lnTo>
                  <a:lnTo>
                    <a:pt x="4423384" y="628251"/>
                  </a:lnTo>
                  <a:lnTo>
                    <a:pt x="4423478" y="628251"/>
                  </a:lnTo>
                  <a:lnTo>
                    <a:pt x="4423572" y="628251"/>
                  </a:lnTo>
                  <a:lnTo>
                    <a:pt x="4423666" y="628251"/>
                  </a:lnTo>
                  <a:lnTo>
                    <a:pt x="4423760" y="628251"/>
                  </a:lnTo>
                  <a:lnTo>
                    <a:pt x="4423854" y="628251"/>
                  </a:lnTo>
                  <a:lnTo>
                    <a:pt x="4423948" y="628251"/>
                  </a:lnTo>
                  <a:lnTo>
                    <a:pt x="4424042" y="628251"/>
                  </a:lnTo>
                  <a:lnTo>
                    <a:pt x="4424136" y="628251"/>
                  </a:lnTo>
                  <a:lnTo>
                    <a:pt x="4424230" y="628251"/>
                  </a:lnTo>
                  <a:lnTo>
                    <a:pt x="4424324" y="628251"/>
                  </a:lnTo>
                  <a:lnTo>
                    <a:pt x="4424418" y="628251"/>
                  </a:lnTo>
                  <a:lnTo>
                    <a:pt x="4424512" y="628251"/>
                  </a:lnTo>
                  <a:lnTo>
                    <a:pt x="4424606" y="628251"/>
                  </a:lnTo>
                  <a:lnTo>
                    <a:pt x="4424700" y="628251"/>
                  </a:lnTo>
                  <a:lnTo>
                    <a:pt x="4424794" y="628251"/>
                  </a:lnTo>
                  <a:lnTo>
                    <a:pt x="4424888" y="628251"/>
                  </a:lnTo>
                  <a:lnTo>
                    <a:pt x="4424982" y="628251"/>
                  </a:lnTo>
                  <a:lnTo>
                    <a:pt x="4425076" y="628251"/>
                  </a:lnTo>
                  <a:lnTo>
                    <a:pt x="4425170" y="628251"/>
                  </a:lnTo>
                  <a:lnTo>
                    <a:pt x="4425264" y="628251"/>
                  </a:lnTo>
                  <a:lnTo>
                    <a:pt x="4425358" y="628251"/>
                  </a:lnTo>
                  <a:lnTo>
                    <a:pt x="4425452" y="628251"/>
                  </a:lnTo>
                  <a:lnTo>
                    <a:pt x="4425546" y="628251"/>
                  </a:lnTo>
                  <a:lnTo>
                    <a:pt x="4425640" y="628251"/>
                  </a:lnTo>
                  <a:lnTo>
                    <a:pt x="4425734" y="628251"/>
                  </a:lnTo>
                  <a:lnTo>
                    <a:pt x="4425828" y="628251"/>
                  </a:lnTo>
                  <a:lnTo>
                    <a:pt x="4425922" y="628251"/>
                  </a:lnTo>
                  <a:lnTo>
                    <a:pt x="4426016" y="628251"/>
                  </a:lnTo>
                  <a:lnTo>
                    <a:pt x="4426110" y="628251"/>
                  </a:lnTo>
                  <a:lnTo>
                    <a:pt x="4426204" y="628251"/>
                  </a:lnTo>
                  <a:lnTo>
                    <a:pt x="4426298" y="628251"/>
                  </a:lnTo>
                  <a:lnTo>
                    <a:pt x="4426392" y="628251"/>
                  </a:lnTo>
                  <a:lnTo>
                    <a:pt x="4426486" y="628251"/>
                  </a:lnTo>
                  <a:lnTo>
                    <a:pt x="4426580" y="628251"/>
                  </a:lnTo>
                  <a:lnTo>
                    <a:pt x="4426675" y="628251"/>
                  </a:lnTo>
                  <a:lnTo>
                    <a:pt x="4426769" y="628251"/>
                  </a:lnTo>
                  <a:lnTo>
                    <a:pt x="4426863" y="628251"/>
                  </a:lnTo>
                  <a:lnTo>
                    <a:pt x="4426957" y="628251"/>
                  </a:lnTo>
                  <a:lnTo>
                    <a:pt x="4427051" y="628251"/>
                  </a:lnTo>
                  <a:lnTo>
                    <a:pt x="4427145" y="628251"/>
                  </a:lnTo>
                  <a:lnTo>
                    <a:pt x="4427239" y="628251"/>
                  </a:lnTo>
                  <a:lnTo>
                    <a:pt x="4427333" y="628251"/>
                  </a:lnTo>
                  <a:lnTo>
                    <a:pt x="4427427" y="628251"/>
                  </a:lnTo>
                  <a:lnTo>
                    <a:pt x="4427521" y="628251"/>
                  </a:lnTo>
                  <a:lnTo>
                    <a:pt x="4427615" y="628251"/>
                  </a:lnTo>
                  <a:lnTo>
                    <a:pt x="4427709" y="628251"/>
                  </a:lnTo>
                  <a:lnTo>
                    <a:pt x="4427803" y="628251"/>
                  </a:lnTo>
                  <a:lnTo>
                    <a:pt x="4427897" y="628251"/>
                  </a:lnTo>
                  <a:lnTo>
                    <a:pt x="4427991" y="628251"/>
                  </a:lnTo>
                  <a:lnTo>
                    <a:pt x="4428085" y="628251"/>
                  </a:lnTo>
                  <a:lnTo>
                    <a:pt x="4428179" y="628251"/>
                  </a:lnTo>
                  <a:lnTo>
                    <a:pt x="4428273" y="628251"/>
                  </a:lnTo>
                  <a:lnTo>
                    <a:pt x="4428367" y="628251"/>
                  </a:lnTo>
                  <a:lnTo>
                    <a:pt x="4428461" y="628251"/>
                  </a:lnTo>
                  <a:lnTo>
                    <a:pt x="4428555" y="628251"/>
                  </a:lnTo>
                  <a:lnTo>
                    <a:pt x="4428649" y="628251"/>
                  </a:lnTo>
                  <a:lnTo>
                    <a:pt x="4428743" y="628251"/>
                  </a:lnTo>
                  <a:lnTo>
                    <a:pt x="4428837" y="628251"/>
                  </a:lnTo>
                  <a:lnTo>
                    <a:pt x="4428931" y="628251"/>
                  </a:lnTo>
                  <a:lnTo>
                    <a:pt x="4429025" y="628251"/>
                  </a:lnTo>
                  <a:lnTo>
                    <a:pt x="4429119" y="628251"/>
                  </a:lnTo>
                  <a:lnTo>
                    <a:pt x="4429213" y="628251"/>
                  </a:lnTo>
                  <a:lnTo>
                    <a:pt x="4429307" y="628251"/>
                  </a:lnTo>
                  <a:lnTo>
                    <a:pt x="4429401" y="628251"/>
                  </a:lnTo>
                  <a:lnTo>
                    <a:pt x="4429495" y="628251"/>
                  </a:lnTo>
                  <a:lnTo>
                    <a:pt x="4429589" y="628251"/>
                  </a:lnTo>
                  <a:lnTo>
                    <a:pt x="4429683" y="628251"/>
                  </a:lnTo>
                  <a:lnTo>
                    <a:pt x="4429777" y="628251"/>
                  </a:lnTo>
                  <a:lnTo>
                    <a:pt x="4429871" y="628251"/>
                  </a:lnTo>
                  <a:lnTo>
                    <a:pt x="4429965" y="628251"/>
                  </a:lnTo>
                  <a:lnTo>
                    <a:pt x="4430059" y="628251"/>
                  </a:lnTo>
                  <a:lnTo>
                    <a:pt x="4430153" y="628251"/>
                  </a:lnTo>
                  <a:lnTo>
                    <a:pt x="4430153" y="622971"/>
                  </a:lnTo>
                  <a:lnTo>
                    <a:pt x="4430248" y="622971"/>
                  </a:lnTo>
                  <a:lnTo>
                    <a:pt x="4430342" y="622971"/>
                  </a:lnTo>
                  <a:lnTo>
                    <a:pt x="4430436" y="622971"/>
                  </a:lnTo>
                  <a:lnTo>
                    <a:pt x="4430530" y="622971"/>
                  </a:lnTo>
                  <a:lnTo>
                    <a:pt x="4430624" y="622971"/>
                  </a:lnTo>
                  <a:lnTo>
                    <a:pt x="4430718" y="622971"/>
                  </a:lnTo>
                  <a:lnTo>
                    <a:pt x="4430812" y="622971"/>
                  </a:lnTo>
                  <a:lnTo>
                    <a:pt x="4430906" y="622971"/>
                  </a:lnTo>
                  <a:lnTo>
                    <a:pt x="4431000" y="622971"/>
                  </a:lnTo>
                  <a:lnTo>
                    <a:pt x="4431094" y="622971"/>
                  </a:lnTo>
                  <a:lnTo>
                    <a:pt x="4431188" y="622971"/>
                  </a:lnTo>
                  <a:lnTo>
                    <a:pt x="4431282" y="622971"/>
                  </a:lnTo>
                  <a:lnTo>
                    <a:pt x="4431376" y="622971"/>
                  </a:lnTo>
                  <a:lnTo>
                    <a:pt x="4431470" y="622971"/>
                  </a:lnTo>
                  <a:lnTo>
                    <a:pt x="4431564" y="622971"/>
                  </a:lnTo>
                  <a:lnTo>
                    <a:pt x="4431658" y="622971"/>
                  </a:lnTo>
                  <a:lnTo>
                    <a:pt x="4431752" y="622971"/>
                  </a:lnTo>
                  <a:lnTo>
                    <a:pt x="4431846" y="622971"/>
                  </a:lnTo>
                  <a:lnTo>
                    <a:pt x="4431940" y="622971"/>
                  </a:lnTo>
                  <a:lnTo>
                    <a:pt x="4432034" y="622971"/>
                  </a:lnTo>
                  <a:lnTo>
                    <a:pt x="4432128" y="622971"/>
                  </a:lnTo>
                  <a:lnTo>
                    <a:pt x="4432222" y="622971"/>
                  </a:lnTo>
                  <a:lnTo>
                    <a:pt x="4432316" y="622971"/>
                  </a:lnTo>
                  <a:lnTo>
                    <a:pt x="4432410" y="622971"/>
                  </a:lnTo>
                  <a:lnTo>
                    <a:pt x="4432504" y="622971"/>
                  </a:lnTo>
                  <a:lnTo>
                    <a:pt x="4432598" y="622971"/>
                  </a:lnTo>
                  <a:lnTo>
                    <a:pt x="4432692" y="622971"/>
                  </a:lnTo>
                  <a:lnTo>
                    <a:pt x="4432786" y="622971"/>
                  </a:lnTo>
                  <a:lnTo>
                    <a:pt x="4432880" y="622971"/>
                  </a:lnTo>
                  <a:lnTo>
                    <a:pt x="4432974" y="622971"/>
                  </a:lnTo>
                  <a:lnTo>
                    <a:pt x="4433068" y="622971"/>
                  </a:lnTo>
                  <a:lnTo>
                    <a:pt x="4433162" y="622971"/>
                  </a:lnTo>
                  <a:lnTo>
                    <a:pt x="4433256" y="622971"/>
                  </a:lnTo>
                  <a:lnTo>
                    <a:pt x="4433350" y="622971"/>
                  </a:lnTo>
                  <a:lnTo>
                    <a:pt x="4433444" y="622971"/>
                  </a:lnTo>
                  <a:lnTo>
                    <a:pt x="4433538" y="622971"/>
                  </a:lnTo>
                  <a:lnTo>
                    <a:pt x="4433632" y="622971"/>
                  </a:lnTo>
                  <a:lnTo>
                    <a:pt x="4433726" y="622971"/>
                  </a:lnTo>
                  <a:lnTo>
                    <a:pt x="4433821" y="622971"/>
                  </a:lnTo>
                  <a:lnTo>
                    <a:pt x="4433915" y="622971"/>
                  </a:lnTo>
                  <a:lnTo>
                    <a:pt x="4434009" y="622971"/>
                  </a:lnTo>
                  <a:lnTo>
                    <a:pt x="4434103" y="622971"/>
                  </a:lnTo>
                  <a:lnTo>
                    <a:pt x="4434197" y="622971"/>
                  </a:lnTo>
                  <a:lnTo>
                    <a:pt x="4434291" y="622971"/>
                  </a:lnTo>
                  <a:lnTo>
                    <a:pt x="4434385" y="622971"/>
                  </a:lnTo>
                  <a:lnTo>
                    <a:pt x="4434479" y="622971"/>
                  </a:lnTo>
                  <a:lnTo>
                    <a:pt x="4434573" y="622971"/>
                  </a:lnTo>
                  <a:lnTo>
                    <a:pt x="4434667" y="622971"/>
                  </a:lnTo>
                  <a:lnTo>
                    <a:pt x="4434761" y="622971"/>
                  </a:lnTo>
                  <a:lnTo>
                    <a:pt x="4434855" y="622971"/>
                  </a:lnTo>
                  <a:lnTo>
                    <a:pt x="4434949" y="622971"/>
                  </a:lnTo>
                  <a:lnTo>
                    <a:pt x="4435043" y="622971"/>
                  </a:lnTo>
                  <a:lnTo>
                    <a:pt x="4435137" y="622971"/>
                  </a:lnTo>
                  <a:lnTo>
                    <a:pt x="4435231" y="622971"/>
                  </a:lnTo>
                  <a:lnTo>
                    <a:pt x="4435325" y="622971"/>
                  </a:lnTo>
                  <a:lnTo>
                    <a:pt x="4435419" y="622971"/>
                  </a:lnTo>
                  <a:lnTo>
                    <a:pt x="4435513" y="622971"/>
                  </a:lnTo>
                  <a:lnTo>
                    <a:pt x="4435607" y="622971"/>
                  </a:lnTo>
                  <a:lnTo>
                    <a:pt x="4435701" y="622971"/>
                  </a:lnTo>
                  <a:lnTo>
                    <a:pt x="4435795" y="622971"/>
                  </a:lnTo>
                  <a:lnTo>
                    <a:pt x="4435889" y="622971"/>
                  </a:lnTo>
                  <a:lnTo>
                    <a:pt x="4435983" y="622971"/>
                  </a:lnTo>
                  <a:lnTo>
                    <a:pt x="4436077" y="622971"/>
                  </a:lnTo>
                  <a:lnTo>
                    <a:pt x="4436171" y="622971"/>
                  </a:lnTo>
                  <a:lnTo>
                    <a:pt x="4436265" y="622971"/>
                  </a:lnTo>
                  <a:lnTo>
                    <a:pt x="4436359" y="622971"/>
                  </a:lnTo>
                  <a:lnTo>
                    <a:pt x="4436453" y="622971"/>
                  </a:lnTo>
                  <a:lnTo>
                    <a:pt x="4436547" y="622971"/>
                  </a:lnTo>
                  <a:lnTo>
                    <a:pt x="4436641" y="622971"/>
                  </a:lnTo>
                  <a:lnTo>
                    <a:pt x="4436735" y="622971"/>
                  </a:lnTo>
                  <a:lnTo>
                    <a:pt x="4436829" y="622971"/>
                  </a:lnTo>
                  <a:lnTo>
                    <a:pt x="4436923" y="622971"/>
                  </a:lnTo>
                  <a:lnTo>
                    <a:pt x="4437017" y="622971"/>
                  </a:lnTo>
                  <a:lnTo>
                    <a:pt x="4437111" y="622971"/>
                  </a:lnTo>
                  <a:lnTo>
                    <a:pt x="4437205" y="622971"/>
                  </a:lnTo>
                  <a:lnTo>
                    <a:pt x="4437300" y="622971"/>
                  </a:lnTo>
                  <a:lnTo>
                    <a:pt x="4437394" y="622971"/>
                  </a:lnTo>
                  <a:lnTo>
                    <a:pt x="4437394" y="617692"/>
                  </a:lnTo>
                  <a:lnTo>
                    <a:pt x="4437488" y="617692"/>
                  </a:lnTo>
                  <a:lnTo>
                    <a:pt x="4437582" y="617692"/>
                  </a:lnTo>
                  <a:lnTo>
                    <a:pt x="4437676" y="617692"/>
                  </a:lnTo>
                  <a:lnTo>
                    <a:pt x="4437770" y="617692"/>
                  </a:lnTo>
                  <a:lnTo>
                    <a:pt x="4437864" y="617692"/>
                  </a:lnTo>
                  <a:lnTo>
                    <a:pt x="4437958" y="617692"/>
                  </a:lnTo>
                  <a:lnTo>
                    <a:pt x="4438052" y="617692"/>
                  </a:lnTo>
                  <a:lnTo>
                    <a:pt x="4438146" y="617692"/>
                  </a:lnTo>
                  <a:lnTo>
                    <a:pt x="4438240" y="617692"/>
                  </a:lnTo>
                  <a:lnTo>
                    <a:pt x="4438334" y="617692"/>
                  </a:lnTo>
                  <a:lnTo>
                    <a:pt x="4438428" y="617692"/>
                  </a:lnTo>
                  <a:lnTo>
                    <a:pt x="4438522" y="617692"/>
                  </a:lnTo>
                  <a:lnTo>
                    <a:pt x="4438616" y="617692"/>
                  </a:lnTo>
                  <a:lnTo>
                    <a:pt x="4438710" y="617692"/>
                  </a:lnTo>
                  <a:lnTo>
                    <a:pt x="4438804" y="617692"/>
                  </a:lnTo>
                  <a:lnTo>
                    <a:pt x="4438898" y="617692"/>
                  </a:lnTo>
                  <a:lnTo>
                    <a:pt x="4438992" y="617692"/>
                  </a:lnTo>
                  <a:lnTo>
                    <a:pt x="4439086" y="617692"/>
                  </a:lnTo>
                  <a:lnTo>
                    <a:pt x="4439180" y="617692"/>
                  </a:lnTo>
                  <a:lnTo>
                    <a:pt x="4439274" y="617692"/>
                  </a:lnTo>
                  <a:lnTo>
                    <a:pt x="4439368" y="617692"/>
                  </a:lnTo>
                  <a:lnTo>
                    <a:pt x="4439462" y="617692"/>
                  </a:lnTo>
                  <a:lnTo>
                    <a:pt x="4439556" y="617692"/>
                  </a:lnTo>
                  <a:lnTo>
                    <a:pt x="4439650" y="617692"/>
                  </a:lnTo>
                  <a:lnTo>
                    <a:pt x="4439744" y="617692"/>
                  </a:lnTo>
                  <a:lnTo>
                    <a:pt x="4439838" y="617692"/>
                  </a:lnTo>
                  <a:lnTo>
                    <a:pt x="4439932" y="617692"/>
                  </a:lnTo>
                  <a:lnTo>
                    <a:pt x="4440026" y="617692"/>
                  </a:lnTo>
                  <a:lnTo>
                    <a:pt x="4440120" y="617692"/>
                  </a:lnTo>
                  <a:lnTo>
                    <a:pt x="4440214" y="617692"/>
                  </a:lnTo>
                  <a:lnTo>
                    <a:pt x="4440308" y="617692"/>
                  </a:lnTo>
                  <a:lnTo>
                    <a:pt x="4440402" y="617692"/>
                  </a:lnTo>
                  <a:lnTo>
                    <a:pt x="4440496" y="617692"/>
                  </a:lnTo>
                  <a:lnTo>
                    <a:pt x="4440590" y="617692"/>
                  </a:lnTo>
                  <a:lnTo>
                    <a:pt x="4440684" y="617692"/>
                  </a:lnTo>
                  <a:lnTo>
                    <a:pt x="4440778" y="617692"/>
                  </a:lnTo>
                  <a:lnTo>
                    <a:pt x="4440873" y="617692"/>
                  </a:lnTo>
                  <a:lnTo>
                    <a:pt x="4440967" y="617692"/>
                  </a:lnTo>
                  <a:lnTo>
                    <a:pt x="4441061" y="617692"/>
                  </a:lnTo>
                  <a:lnTo>
                    <a:pt x="4441155" y="617692"/>
                  </a:lnTo>
                  <a:lnTo>
                    <a:pt x="4441249" y="617692"/>
                  </a:lnTo>
                  <a:lnTo>
                    <a:pt x="4441343" y="617692"/>
                  </a:lnTo>
                  <a:lnTo>
                    <a:pt x="4441437" y="617692"/>
                  </a:lnTo>
                  <a:lnTo>
                    <a:pt x="4441531" y="617692"/>
                  </a:lnTo>
                  <a:lnTo>
                    <a:pt x="4441625" y="617692"/>
                  </a:lnTo>
                  <a:lnTo>
                    <a:pt x="4441719" y="617692"/>
                  </a:lnTo>
                  <a:lnTo>
                    <a:pt x="4441813" y="617692"/>
                  </a:lnTo>
                  <a:lnTo>
                    <a:pt x="4441907" y="617692"/>
                  </a:lnTo>
                  <a:lnTo>
                    <a:pt x="4442001" y="617692"/>
                  </a:lnTo>
                  <a:lnTo>
                    <a:pt x="4442095" y="617692"/>
                  </a:lnTo>
                  <a:lnTo>
                    <a:pt x="4442189" y="617692"/>
                  </a:lnTo>
                  <a:lnTo>
                    <a:pt x="4442283" y="617692"/>
                  </a:lnTo>
                  <a:lnTo>
                    <a:pt x="4442377" y="617692"/>
                  </a:lnTo>
                  <a:lnTo>
                    <a:pt x="4442471" y="617692"/>
                  </a:lnTo>
                  <a:lnTo>
                    <a:pt x="4442565" y="617692"/>
                  </a:lnTo>
                  <a:lnTo>
                    <a:pt x="4442659" y="617692"/>
                  </a:lnTo>
                  <a:lnTo>
                    <a:pt x="4442753" y="617692"/>
                  </a:lnTo>
                  <a:lnTo>
                    <a:pt x="4442847" y="617692"/>
                  </a:lnTo>
                  <a:lnTo>
                    <a:pt x="4442941" y="617692"/>
                  </a:lnTo>
                  <a:lnTo>
                    <a:pt x="4443035" y="617692"/>
                  </a:lnTo>
                  <a:lnTo>
                    <a:pt x="4443129" y="617692"/>
                  </a:lnTo>
                  <a:lnTo>
                    <a:pt x="4443223" y="617692"/>
                  </a:lnTo>
                  <a:lnTo>
                    <a:pt x="4443317" y="617692"/>
                  </a:lnTo>
                  <a:lnTo>
                    <a:pt x="4443411" y="617692"/>
                  </a:lnTo>
                  <a:lnTo>
                    <a:pt x="4443505" y="617692"/>
                  </a:lnTo>
                  <a:lnTo>
                    <a:pt x="4443599" y="617692"/>
                  </a:lnTo>
                  <a:lnTo>
                    <a:pt x="4443693" y="617692"/>
                  </a:lnTo>
                  <a:lnTo>
                    <a:pt x="4443787" y="617692"/>
                  </a:lnTo>
                  <a:lnTo>
                    <a:pt x="4443881" y="617692"/>
                  </a:lnTo>
                  <a:lnTo>
                    <a:pt x="4443975" y="617692"/>
                  </a:lnTo>
                  <a:lnTo>
                    <a:pt x="4444069" y="617692"/>
                  </a:lnTo>
                  <a:lnTo>
                    <a:pt x="4444163" y="617692"/>
                  </a:lnTo>
                  <a:lnTo>
                    <a:pt x="4444257" y="617692"/>
                  </a:lnTo>
                  <a:lnTo>
                    <a:pt x="4444351" y="617692"/>
                  </a:lnTo>
                  <a:lnTo>
                    <a:pt x="4444446" y="617692"/>
                  </a:lnTo>
                  <a:lnTo>
                    <a:pt x="4444540" y="617692"/>
                  </a:lnTo>
                  <a:lnTo>
                    <a:pt x="4444634" y="617692"/>
                  </a:lnTo>
                  <a:lnTo>
                    <a:pt x="4444728" y="617692"/>
                  </a:lnTo>
                  <a:lnTo>
                    <a:pt x="4444822" y="617692"/>
                  </a:lnTo>
                  <a:lnTo>
                    <a:pt x="4444916" y="617692"/>
                  </a:lnTo>
                  <a:lnTo>
                    <a:pt x="4445010" y="617692"/>
                  </a:lnTo>
                  <a:lnTo>
                    <a:pt x="4445104" y="617692"/>
                  </a:lnTo>
                  <a:lnTo>
                    <a:pt x="4445198" y="617692"/>
                  </a:lnTo>
                  <a:lnTo>
                    <a:pt x="4445292" y="617692"/>
                  </a:lnTo>
                  <a:lnTo>
                    <a:pt x="4445386" y="617692"/>
                  </a:lnTo>
                  <a:lnTo>
                    <a:pt x="4445480" y="617692"/>
                  </a:lnTo>
                  <a:lnTo>
                    <a:pt x="4445574" y="617692"/>
                  </a:lnTo>
                  <a:lnTo>
                    <a:pt x="4445668" y="617692"/>
                  </a:lnTo>
                  <a:lnTo>
                    <a:pt x="4445762" y="617692"/>
                  </a:lnTo>
                  <a:lnTo>
                    <a:pt x="4445856" y="617692"/>
                  </a:lnTo>
                  <a:lnTo>
                    <a:pt x="4445950" y="617692"/>
                  </a:lnTo>
                  <a:lnTo>
                    <a:pt x="4446044" y="617692"/>
                  </a:lnTo>
                  <a:lnTo>
                    <a:pt x="4446138" y="617692"/>
                  </a:lnTo>
                  <a:lnTo>
                    <a:pt x="4446232" y="617692"/>
                  </a:lnTo>
                  <a:lnTo>
                    <a:pt x="4446326" y="617692"/>
                  </a:lnTo>
                  <a:lnTo>
                    <a:pt x="4446420" y="617692"/>
                  </a:lnTo>
                  <a:lnTo>
                    <a:pt x="4446514" y="617692"/>
                  </a:lnTo>
                  <a:lnTo>
                    <a:pt x="4446608" y="617692"/>
                  </a:lnTo>
                  <a:lnTo>
                    <a:pt x="4446702" y="617692"/>
                  </a:lnTo>
                  <a:lnTo>
                    <a:pt x="4446796" y="617692"/>
                  </a:lnTo>
                  <a:lnTo>
                    <a:pt x="4446890" y="617692"/>
                  </a:lnTo>
                  <a:lnTo>
                    <a:pt x="4446984" y="617692"/>
                  </a:lnTo>
                  <a:lnTo>
                    <a:pt x="4447078" y="617692"/>
                  </a:lnTo>
                  <a:lnTo>
                    <a:pt x="4447172" y="617692"/>
                  </a:lnTo>
                  <a:lnTo>
                    <a:pt x="4447266" y="617692"/>
                  </a:lnTo>
                  <a:lnTo>
                    <a:pt x="4447360" y="617692"/>
                  </a:lnTo>
                  <a:lnTo>
                    <a:pt x="4447454" y="617692"/>
                  </a:lnTo>
                  <a:lnTo>
                    <a:pt x="4447548" y="617692"/>
                  </a:lnTo>
                  <a:lnTo>
                    <a:pt x="4447642" y="617692"/>
                  </a:lnTo>
                  <a:lnTo>
                    <a:pt x="4447736" y="617692"/>
                  </a:lnTo>
                  <a:lnTo>
                    <a:pt x="4447830" y="617692"/>
                  </a:lnTo>
                  <a:lnTo>
                    <a:pt x="4447924" y="617692"/>
                  </a:lnTo>
                  <a:lnTo>
                    <a:pt x="4448019" y="617692"/>
                  </a:lnTo>
                  <a:lnTo>
                    <a:pt x="4448113" y="617692"/>
                  </a:lnTo>
                  <a:lnTo>
                    <a:pt x="4448207" y="617692"/>
                  </a:lnTo>
                  <a:lnTo>
                    <a:pt x="4448301" y="617692"/>
                  </a:lnTo>
                  <a:lnTo>
                    <a:pt x="4448395" y="617692"/>
                  </a:lnTo>
                  <a:lnTo>
                    <a:pt x="4448489" y="617692"/>
                  </a:lnTo>
                  <a:lnTo>
                    <a:pt x="4448583" y="617692"/>
                  </a:lnTo>
                  <a:lnTo>
                    <a:pt x="4448677" y="617692"/>
                  </a:lnTo>
                  <a:lnTo>
                    <a:pt x="4448771" y="617692"/>
                  </a:lnTo>
                  <a:lnTo>
                    <a:pt x="4448865" y="617692"/>
                  </a:lnTo>
                  <a:lnTo>
                    <a:pt x="4448959" y="617692"/>
                  </a:lnTo>
                  <a:lnTo>
                    <a:pt x="4449053" y="617692"/>
                  </a:lnTo>
                  <a:lnTo>
                    <a:pt x="4449147" y="617692"/>
                  </a:lnTo>
                  <a:lnTo>
                    <a:pt x="4449241" y="617692"/>
                  </a:lnTo>
                  <a:lnTo>
                    <a:pt x="4449335" y="617692"/>
                  </a:lnTo>
                  <a:lnTo>
                    <a:pt x="4449429" y="617692"/>
                  </a:lnTo>
                  <a:lnTo>
                    <a:pt x="4449523" y="617692"/>
                  </a:lnTo>
                  <a:lnTo>
                    <a:pt x="4449617" y="617692"/>
                  </a:lnTo>
                  <a:lnTo>
                    <a:pt x="4449711" y="617692"/>
                  </a:lnTo>
                  <a:lnTo>
                    <a:pt x="4449805" y="617692"/>
                  </a:lnTo>
                  <a:lnTo>
                    <a:pt x="4449899" y="617692"/>
                  </a:lnTo>
                  <a:lnTo>
                    <a:pt x="4449993" y="617692"/>
                  </a:lnTo>
                  <a:lnTo>
                    <a:pt x="4450087" y="617692"/>
                  </a:lnTo>
                  <a:lnTo>
                    <a:pt x="4450181" y="617692"/>
                  </a:lnTo>
                  <a:lnTo>
                    <a:pt x="4450275" y="617692"/>
                  </a:lnTo>
                  <a:lnTo>
                    <a:pt x="4450369" y="617692"/>
                  </a:lnTo>
                  <a:lnTo>
                    <a:pt x="4450463" y="617692"/>
                  </a:lnTo>
                  <a:lnTo>
                    <a:pt x="4450463" y="612412"/>
                  </a:lnTo>
                  <a:lnTo>
                    <a:pt x="4450557" y="612412"/>
                  </a:lnTo>
                  <a:lnTo>
                    <a:pt x="4450651" y="612412"/>
                  </a:lnTo>
                  <a:lnTo>
                    <a:pt x="4450745" y="612412"/>
                  </a:lnTo>
                  <a:lnTo>
                    <a:pt x="4450839" y="612412"/>
                  </a:lnTo>
                  <a:lnTo>
                    <a:pt x="4450933" y="612412"/>
                  </a:lnTo>
                  <a:lnTo>
                    <a:pt x="4451027" y="612412"/>
                  </a:lnTo>
                  <a:lnTo>
                    <a:pt x="4451121" y="612412"/>
                  </a:lnTo>
                  <a:lnTo>
                    <a:pt x="4451215" y="612412"/>
                  </a:lnTo>
                  <a:lnTo>
                    <a:pt x="4451309" y="612412"/>
                  </a:lnTo>
                  <a:lnTo>
                    <a:pt x="4451403" y="612412"/>
                  </a:lnTo>
                  <a:lnTo>
                    <a:pt x="4451498" y="612412"/>
                  </a:lnTo>
                  <a:lnTo>
                    <a:pt x="4451592" y="612412"/>
                  </a:lnTo>
                  <a:lnTo>
                    <a:pt x="4451686" y="612412"/>
                  </a:lnTo>
                  <a:lnTo>
                    <a:pt x="4451780" y="612412"/>
                  </a:lnTo>
                  <a:lnTo>
                    <a:pt x="4451874" y="612412"/>
                  </a:lnTo>
                  <a:lnTo>
                    <a:pt x="4451968" y="612412"/>
                  </a:lnTo>
                  <a:lnTo>
                    <a:pt x="4452062" y="612412"/>
                  </a:lnTo>
                  <a:lnTo>
                    <a:pt x="4452156" y="612412"/>
                  </a:lnTo>
                  <a:lnTo>
                    <a:pt x="4452250" y="612412"/>
                  </a:lnTo>
                  <a:lnTo>
                    <a:pt x="4452344" y="612412"/>
                  </a:lnTo>
                  <a:lnTo>
                    <a:pt x="4452438" y="612412"/>
                  </a:lnTo>
                  <a:lnTo>
                    <a:pt x="4452532" y="612412"/>
                  </a:lnTo>
                  <a:lnTo>
                    <a:pt x="4452626" y="612412"/>
                  </a:lnTo>
                  <a:lnTo>
                    <a:pt x="4452720" y="612412"/>
                  </a:lnTo>
                  <a:lnTo>
                    <a:pt x="4452814" y="612412"/>
                  </a:lnTo>
                  <a:lnTo>
                    <a:pt x="4452908" y="612412"/>
                  </a:lnTo>
                  <a:lnTo>
                    <a:pt x="4453002" y="612412"/>
                  </a:lnTo>
                  <a:lnTo>
                    <a:pt x="4453096" y="612412"/>
                  </a:lnTo>
                  <a:lnTo>
                    <a:pt x="4453190" y="612412"/>
                  </a:lnTo>
                  <a:lnTo>
                    <a:pt x="4453284" y="612412"/>
                  </a:lnTo>
                  <a:lnTo>
                    <a:pt x="4453378" y="612412"/>
                  </a:lnTo>
                  <a:lnTo>
                    <a:pt x="4453472" y="612412"/>
                  </a:lnTo>
                  <a:lnTo>
                    <a:pt x="4453566" y="612412"/>
                  </a:lnTo>
                  <a:lnTo>
                    <a:pt x="4453660" y="612412"/>
                  </a:lnTo>
                  <a:lnTo>
                    <a:pt x="4453754" y="612412"/>
                  </a:lnTo>
                  <a:lnTo>
                    <a:pt x="4453848" y="612412"/>
                  </a:lnTo>
                  <a:lnTo>
                    <a:pt x="4453942" y="612412"/>
                  </a:lnTo>
                  <a:lnTo>
                    <a:pt x="4454036" y="612412"/>
                  </a:lnTo>
                  <a:lnTo>
                    <a:pt x="4454130" y="612412"/>
                  </a:lnTo>
                  <a:lnTo>
                    <a:pt x="4454224" y="612412"/>
                  </a:lnTo>
                  <a:lnTo>
                    <a:pt x="4454318" y="612412"/>
                  </a:lnTo>
                  <a:lnTo>
                    <a:pt x="4454412" y="612412"/>
                  </a:lnTo>
                  <a:lnTo>
                    <a:pt x="4454506" y="612412"/>
                  </a:lnTo>
                  <a:lnTo>
                    <a:pt x="4454600" y="612412"/>
                  </a:lnTo>
                  <a:lnTo>
                    <a:pt x="4454694" y="612412"/>
                  </a:lnTo>
                  <a:lnTo>
                    <a:pt x="4454788" y="612412"/>
                  </a:lnTo>
                  <a:lnTo>
                    <a:pt x="4454882" y="612412"/>
                  </a:lnTo>
                  <a:lnTo>
                    <a:pt x="4454976" y="612412"/>
                  </a:lnTo>
                  <a:lnTo>
                    <a:pt x="4455071" y="612412"/>
                  </a:lnTo>
                  <a:lnTo>
                    <a:pt x="4455165" y="612412"/>
                  </a:lnTo>
                  <a:lnTo>
                    <a:pt x="4455259" y="612412"/>
                  </a:lnTo>
                  <a:lnTo>
                    <a:pt x="4455353" y="612412"/>
                  </a:lnTo>
                  <a:lnTo>
                    <a:pt x="4455447" y="612412"/>
                  </a:lnTo>
                  <a:lnTo>
                    <a:pt x="4455541" y="612412"/>
                  </a:lnTo>
                  <a:lnTo>
                    <a:pt x="4455635" y="612412"/>
                  </a:lnTo>
                  <a:lnTo>
                    <a:pt x="4455729" y="612412"/>
                  </a:lnTo>
                  <a:lnTo>
                    <a:pt x="4455823" y="612412"/>
                  </a:lnTo>
                  <a:lnTo>
                    <a:pt x="4455917" y="612412"/>
                  </a:lnTo>
                  <a:lnTo>
                    <a:pt x="4456011" y="612412"/>
                  </a:lnTo>
                  <a:lnTo>
                    <a:pt x="4456105" y="612412"/>
                  </a:lnTo>
                  <a:lnTo>
                    <a:pt x="4456199" y="612412"/>
                  </a:lnTo>
                  <a:lnTo>
                    <a:pt x="4456293" y="612412"/>
                  </a:lnTo>
                  <a:lnTo>
                    <a:pt x="4456387" y="612412"/>
                  </a:lnTo>
                  <a:lnTo>
                    <a:pt x="4456481" y="612412"/>
                  </a:lnTo>
                  <a:lnTo>
                    <a:pt x="4456575" y="612412"/>
                  </a:lnTo>
                  <a:lnTo>
                    <a:pt x="4456669" y="612412"/>
                  </a:lnTo>
                  <a:lnTo>
                    <a:pt x="4456763" y="612412"/>
                  </a:lnTo>
                  <a:lnTo>
                    <a:pt x="4456857" y="612412"/>
                  </a:lnTo>
                  <a:lnTo>
                    <a:pt x="4456951" y="612412"/>
                  </a:lnTo>
                  <a:lnTo>
                    <a:pt x="4457045" y="612412"/>
                  </a:lnTo>
                  <a:lnTo>
                    <a:pt x="4457139" y="612412"/>
                  </a:lnTo>
                  <a:lnTo>
                    <a:pt x="4457233" y="612412"/>
                  </a:lnTo>
                  <a:lnTo>
                    <a:pt x="4457327" y="612412"/>
                  </a:lnTo>
                  <a:lnTo>
                    <a:pt x="4457421" y="612412"/>
                  </a:lnTo>
                  <a:lnTo>
                    <a:pt x="4457515" y="612412"/>
                  </a:lnTo>
                  <a:lnTo>
                    <a:pt x="4457609" y="612412"/>
                  </a:lnTo>
                  <a:lnTo>
                    <a:pt x="4457703" y="612412"/>
                  </a:lnTo>
                  <a:lnTo>
                    <a:pt x="4457797" y="612412"/>
                  </a:lnTo>
                  <a:lnTo>
                    <a:pt x="4457891" y="612412"/>
                  </a:lnTo>
                  <a:lnTo>
                    <a:pt x="4457985" y="612412"/>
                  </a:lnTo>
                  <a:lnTo>
                    <a:pt x="4457985" y="607133"/>
                  </a:lnTo>
                  <a:lnTo>
                    <a:pt x="4458079" y="607133"/>
                  </a:lnTo>
                  <a:lnTo>
                    <a:pt x="4458173" y="607133"/>
                  </a:lnTo>
                  <a:lnTo>
                    <a:pt x="4458267" y="607133"/>
                  </a:lnTo>
                  <a:lnTo>
                    <a:pt x="4458361" y="607133"/>
                  </a:lnTo>
                  <a:lnTo>
                    <a:pt x="4458455" y="607133"/>
                  </a:lnTo>
                  <a:lnTo>
                    <a:pt x="4458549" y="607133"/>
                  </a:lnTo>
                  <a:lnTo>
                    <a:pt x="4458644" y="607133"/>
                  </a:lnTo>
                  <a:lnTo>
                    <a:pt x="4458738" y="607133"/>
                  </a:lnTo>
                  <a:lnTo>
                    <a:pt x="4458832" y="607133"/>
                  </a:lnTo>
                  <a:lnTo>
                    <a:pt x="4458926" y="607133"/>
                  </a:lnTo>
                  <a:lnTo>
                    <a:pt x="4459020" y="607133"/>
                  </a:lnTo>
                  <a:lnTo>
                    <a:pt x="4459114" y="607133"/>
                  </a:lnTo>
                  <a:lnTo>
                    <a:pt x="4459208" y="607133"/>
                  </a:lnTo>
                  <a:lnTo>
                    <a:pt x="4459302" y="607133"/>
                  </a:lnTo>
                  <a:lnTo>
                    <a:pt x="4459396" y="607133"/>
                  </a:lnTo>
                  <a:lnTo>
                    <a:pt x="4459490" y="607133"/>
                  </a:lnTo>
                  <a:lnTo>
                    <a:pt x="4459584" y="607133"/>
                  </a:lnTo>
                  <a:lnTo>
                    <a:pt x="4459678" y="607133"/>
                  </a:lnTo>
                  <a:lnTo>
                    <a:pt x="4459772" y="607133"/>
                  </a:lnTo>
                  <a:lnTo>
                    <a:pt x="4459866" y="607133"/>
                  </a:lnTo>
                  <a:lnTo>
                    <a:pt x="4459960" y="607133"/>
                  </a:lnTo>
                  <a:lnTo>
                    <a:pt x="4460054" y="607133"/>
                  </a:lnTo>
                  <a:lnTo>
                    <a:pt x="4460148" y="607133"/>
                  </a:lnTo>
                  <a:lnTo>
                    <a:pt x="4460242" y="607133"/>
                  </a:lnTo>
                  <a:lnTo>
                    <a:pt x="4460336" y="607133"/>
                  </a:lnTo>
                  <a:lnTo>
                    <a:pt x="4460430" y="607133"/>
                  </a:lnTo>
                  <a:lnTo>
                    <a:pt x="4460524" y="607133"/>
                  </a:lnTo>
                  <a:lnTo>
                    <a:pt x="4460618" y="607133"/>
                  </a:lnTo>
                  <a:lnTo>
                    <a:pt x="4460712" y="607133"/>
                  </a:lnTo>
                  <a:lnTo>
                    <a:pt x="4460806" y="607133"/>
                  </a:lnTo>
                  <a:lnTo>
                    <a:pt x="4460900" y="607133"/>
                  </a:lnTo>
                  <a:lnTo>
                    <a:pt x="4460994" y="607133"/>
                  </a:lnTo>
                  <a:lnTo>
                    <a:pt x="4461088" y="607133"/>
                  </a:lnTo>
                  <a:lnTo>
                    <a:pt x="4461182" y="607133"/>
                  </a:lnTo>
                  <a:lnTo>
                    <a:pt x="4461276" y="607133"/>
                  </a:lnTo>
                  <a:lnTo>
                    <a:pt x="4461370" y="607133"/>
                  </a:lnTo>
                  <a:lnTo>
                    <a:pt x="4461464" y="607133"/>
                  </a:lnTo>
                  <a:lnTo>
                    <a:pt x="4461558" y="607133"/>
                  </a:lnTo>
                  <a:lnTo>
                    <a:pt x="4461652" y="607133"/>
                  </a:lnTo>
                  <a:lnTo>
                    <a:pt x="4461746" y="607133"/>
                  </a:lnTo>
                  <a:lnTo>
                    <a:pt x="4461840" y="607133"/>
                  </a:lnTo>
                  <a:lnTo>
                    <a:pt x="4461934" y="607133"/>
                  </a:lnTo>
                  <a:lnTo>
                    <a:pt x="4462028" y="607133"/>
                  </a:lnTo>
                  <a:lnTo>
                    <a:pt x="4462123" y="607133"/>
                  </a:lnTo>
                  <a:lnTo>
                    <a:pt x="4462217" y="607133"/>
                  </a:lnTo>
                  <a:lnTo>
                    <a:pt x="4462311" y="607133"/>
                  </a:lnTo>
                  <a:lnTo>
                    <a:pt x="4462405" y="607133"/>
                  </a:lnTo>
                  <a:lnTo>
                    <a:pt x="4462499" y="607133"/>
                  </a:lnTo>
                  <a:lnTo>
                    <a:pt x="4462593" y="607133"/>
                  </a:lnTo>
                  <a:lnTo>
                    <a:pt x="4462687" y="607133"/>
                  </a:lnTo>
                  <a:lnTo>
                    <a:pt x="4462781" y="607133"/>
                  </a:lnTo>
                  <a:lnTo>
                    <a:pt x="4462875" y="607133"/>
                  </a:lnTo>
                  <a:lnTo>
                    <a:pt x="4462969" y="607133"/>
                  </a:lnTo>
                  <a:lnTo>
                    <a:pt x="4463063" y="607133"/>
                  </a:lnTo>
                  <a:lnTo>
                    <a:pt x="4463157" y="607133"/>
                  </a:lnTo>
                  <a:lnTo>
                    <a:pt x="4463251" y="607133"/>
                  </a:lnTo>
                  <a:lnTo>
                    <a:pt x="4463345" y="607133"/>
                  </a:lnTo>
                  <a:lnTo>
                    <a:pt x="4463439" y="607133"/>
                  </a:lnTo>
                  <a:lnTo>
                    <a:pt x="4463533" y="607133"/>
                  </a:lnTo>
                  <a:lnTo>
                    <a:pt x="4463627" y="607133"/>
                  </a:lnTo>
                  <a:lnTo>
                    <a:pt x="4463721" y="607133"/>
                  </a:lnTo>
                  <a:lnTo>
                    <a:pt x="4463815" y="607133"/>
                  </a:lnTo>
                  <a:lnTo>
                    <a:pt x="4463909" y="607133"/>
                  </a:lnTo>
                  <a:lnTo>
                    <a:pt x="4464003" y="607133"/>
                  </a:lnTo>
                  <a:lnTo>
                    <a:pt x="4464097" y="607133"/>
                  </a:lnTo>
                  <a:lnTo>
                    <a:pt x="4464191" y="607133"/>
                  </a:lnTo>
                  <a:lnTo>
                    <a:pt x="4464285" y="607133"/>
                  </a:lnTo>
                  <a:lnTo>
                    <a:pt x="4464379" y="607133"/>
                  </a:lnTo>
                  <a:lnTo>
                    <a:pt x="4464473" y="607133"/>
                  </a:lnTo>
                  <a:lnTo>
                    <a:pt x="4464567" y="607133"/>
                  </a:lnTo>
                  <a:lnTo>
                    <a:pt x="4464661" y="607133"/>
                  </a:lnTo>
                  <a:lnTo>
                    <a:pt x="4464755" y="607133"/>
                  </a:lnTo>
                  <a:lnTo>
                    <a:pt x="4464849" y="607133"/>
                  </a:lnTo>
                  <a:lnTo>
                    <a:pt x="4464943" y="607133"/>
                  </a:lnTo>
                  <a:lnTo>
                    <a:pt x="4465037" y="607133"/>
                  </a:lnTo>
                  <a:lnTo>
                    <a:pt x="4465131" y="607133"/>
                  </a:lnTo>
                  <a:lnTo>
                    <a:pt x="4465225" y="607133"/>
                  </a:lnTo>
                  <a:lnTo>
                    <a:pt x="4465319" y="607133"/>
                  </a:lnTo>
                  <a:lnTo>
                    <a:pt x="4465413" y="607133"/>
                  </a:lnTo>
                  <a:lnTo>
                    <a:pt x="4465507" y="607133"/>
                  </a:lnTo>
                  <a:lnTo>
                    <a:pt x="4465601" y="607133"/>
                  </a:lnTo>
                  <a:lnTo>
                    <a:pt x="4465696" y="607133"/>
                  </a:lnTo>
                  <a:lnTo>
                    <a:pt x="4465790" y="607133"/>
                  </a:lnTo>
                  <a:lnTo>
                    <a:pt x="4465884" y="607133"/>
                  </a:lnTo>
                  <a:lnTo>
                    <a:pt x="4465978" y="607133"/>
                  </a:lnTo>
                  <a:lnTo>
                    <a:pt x="4466072" y="607133"/>
                  </a:lnTo>
                  <a:lnTo>
                    <a:pt x="4466166" y="607133"/>
                  </a:lnTo>
                  <a:lnTo>
                    <a:pt x="4466260" y="607133"/>
                  </a:lnTo>
                  <a:lnTo>
                    <a:pt x="4466354" y="607133"/>
                  </a:lnTo>
                  <a:lnTo>
                    <a:pt x="4466448" y="607133"/>
                  </a:lnTo>
                  <a:lnTo>
                    <a:pt x="4466542" y="607133"/>
                  </a:lnTo>
                  <a:lnTo>
                    <a:pt x="4466636" y="607133"/>
                  </a:lnTo>
                  <a:lnTo>
                    <a:pt x="4466730" y="607133"/>
                  </a:lnTo>
                  <a:lnTo>
                    <a:pt x="4466824" y="607133"/>
                  </a:lnTo>
                  <a:lnTo>
                    <a:pt x="4466918" y="607133"/>
                  </a:lnTo>
                  <a:lnTo>
                    <a:pt x="4467012" y="607133"/>
                  </a:lnTo>
                  <a:lnTo>
                    <a:pt x="4467106" y="607133"/>
                  </a:lnTo>
                  <a:lnTo>
                    <a:pt x="4467200" y="607133"/>
                  </a:lnTo>
                  <a:lnTo>
                    <a:pt x="4467294" y="607133"/>
                  </a:lnTo>
                  <a:lnTo>
                    <a:pt x="4467388" y="607133"/>
                  </a:lnTo>
                  <a:lnTo>
                    <a:pt x="4467482" y="607133"/>
                  </a:lnTo>
                  <a:lnTo>
                    <a:pt x="4467576" y="607133"/>
                  </a:lnTo>
                  <a:lnTo>
                    <a:pt x="4467670" y="607133"/>
                  </a:lnTo>
                  <a:lnTo>
                    <a:pt x="4467764" y="607133"/>
                  </a:lnTo>
                  <a:lnTo>
                    <a:pt x="4467858" y="607133"/>
                  </a:lnTo>
                  <a:lnTo>
                    <a:pt x="4467952" y="607133"/>
                  </a:lnTo>
                  <a:lnTo>
                    <a:pt x="4468046" y="607133"/>
                  </a:lnTo>
                  <a:lnTo>
                    <a:pt x="4468140" y="607133"/>
                  </a:lnTo>
                  <a:lnTo>
                    <a:pt x="4468234" y="607133"/>
                  </a:lnTo>
                  <a:lnTo>
                    <a:pt x="4468328" y="607133"/>
                  </a:lnTo>
                  <a:lnTo>
                    <a:pt x="4468422" y="607133"/>
                  </a:lnTo>
                  <a:lnTo>
                    <a:pt x="4468516" y="607133"/>
                  </a:lnTo>
                  <a:lnTo>
                    <a:pt x="4468610" y="607133"/>
                  </a:lnTo>
                  <a:lnTo>
                    <a:pt x="4468704" y="607133"/>
                  </a:lnTo>
                  <a:lnTo>
                    <a:pt x="4468798" y="607133"/>
                  </a:lnTo>
                  <a:lnTo>
                    <a:pt x="4468892" y="607133"/>
                  </a:lnTo>
                  <a:lnTo>
                    <a:pt x="4468986" y="607133"/>
                  </a:lnTo>
                  <a:lnTo>
                    <a:pt x="4469080" y="607133"/>
                  </a:lnTo>
                  <a:lnTo>
                    <a:pt x="4469174" y="607133"/>
                  </a:lnTo>
                  <a:lnTo>
                    <a:pt x="4469269" y="607133"/>
                  </a:lnTo>
                  <a:lnTo>
                    <a:pt x="4469363" y="607133"/>
                  </a:lnTo>
                  <a:lnTo>
                    <a:pt x="4469457" y="607133"/>
                  </a:lnTo>
                  <a:lnTo>
                    <a:pt x="4469551" y="607133"/>
                  </a:lnTo>
                  <a:lnTo>
                    <a:pt x="4469645" y="607133"/>
                  </a:lnTo>
                  <a:lnTo>
                    <a:pt x="4469739" y="607133"/>
                  </a:lnTo>
                  <a:lnTo>
                    <a:pt x="4469833" y="607133"/>
                  </a:lnTo>
                  <a:lnTo>
                    <a:pt x="4469927" y="607133"/>
                  </a:lnTo>
                  <a:lnTo>
                    <a:pt x="4470021" y="607133"/>
                  </a:lnTo>
                  <a:lnTo>
                    <a:pt x="4470115" y="607133"/>
                  </a:lnTo>
                  <a:lnTo>
                    <a:pt x="4470209" y="607133"/>
                  </a:lnTo>
                  <a:lnTo>
                    <a:pt x="4470303" y="607133"/>
                  </a:lnTo>
                  <a:lnTo>
                    <a:pt x="4470397" y="607133"/>
                  </a:lnTo>
                  <a:lnTo>
                    <a:pt x="4470491" y="607133"/>
                  </a:lnTo>
                  <a:lnTo>
                    <a:pt x="4470585" y="607133"/>
                  </a:lnTo>
                  <a:lnTo>
                    <a:pt x="4470679" y="607133"/>
                  </a:lnTo>
                  <a:lnTo>
                    <a:pt x="4470773" y="607133"/>
                  </a:lnTo>
                  <a:lnTo>
                    <a:pt x="4470867" y="607133"/>
                  </a:lnTo>
                  <a:lnTo>
                    <a:pt x="4470961" y="607133"/>
                  </a:lnTo>
                  <a:lnTo>
                    <a:pt x="4471055" y="607133"/>
                  </a:lnTo>
                  <a:lnTo>
                    <a:pt x="4471149" y="607133"/>
                  </a:lnTo>
                  <a:lnTo>
                    <a:pt x="4471243" y="607133"/>
                  </a:lnTo>
                  <a:lnTo>
                    <a:pt x="4471337" y="607133"/>
                  </a:lnTo>
                  <a:lnTo>
                    <a:pt x="4471431" y="607133"/>
                  </a:lnTo>
                  <a:lnTo>
                    <a:pt x="4471525" y="607133"/>
                  </a:lnTo>
                  <a:lnTo>
                    <a:pt x="4471619" y="607133"/>
                  </a:lnTo>
                  <a:lnTo>
                    <a:pt x="4471713" y="607133"/>
                  </a:lnTo>
                  <a:lnTo>
                    <a:pt x="4471807" y="607133"/>
                  </a:lnTo>
                  <a:lnTo>
                    <a:pt x="4471901" y="607133"/>
                  </a:lnTo>
                  <a:lnTo>
                    <a:pt x="4471995" y="607133"/>
                  </a:lnTo>
                  <a:lnTo>
                    <a:pt x="4472089" y="607133"/>
                  </a:lnTo>
                  <a:lnTo>
                    <a:pt x="4472183" y="607133"/>
                  </a:lnTo>
                  <a:lnTo>
                    <a:pt x="4472277" y="607133"/>
                  </a:lnTo>
                  <a:lnTo>
                    <a:pt x="4472371" y="607133"/>
                  </a:lnTo>
                  <a:lnTo>
                    <a:pt x="4472465" y="607133"/>
                  </a:lnTo>
                  <a:lnTo>
                    <a:pt x="4472559" y="607133"/>
                  </a:lnTo>
                  <a:lnTo>
                    <a:pt x="4472653" y="607133"/>
                  </a:lnTo>
                  <a:lnTo>
                    <a:pt x="4472748" y="607133"/>
                  </a:lnTo>
                  <a:lnTo>
                    <a:pt x="4472842" y="607133"/>
                  </a:lnTo>
                  <a:lnTo>
                    <a:pt x="4472936" y="607133"/>
                  </a:lnTo>
                  <a:lnTo>
                    <a:pt x="4473030" y="607133"/>
                  </a:lnTo>
                  <a:lnTo>
                    <a:pt x="4473124" y="607133"/>
                  </a:lnTo>
                  <a:lnTo>
                    <a:pt x="4473218" y="607133"/>
                  </a:lnTo>
                  <a:lnTo>
                    <a:pt x="4473312" y="607133"/>
                  </a:lnTo>
                  <a:lnTo>
                    <a:pt x="4473406" y="607133"/>
                  </a:lnTo>
                  <a:lnTo>
                    <a:pt x="4473500" y="607133"/>
                  </a:lnTo>
                  <a:lnTo>
                    <a:pt x="4473594" y="607133"/>
                  </a:lnTo>
                  <a:lnTo>
                    <a:pt x="4473688" y="607133"/>
                  </a:lnTo>
                  <a:lnTo>
                    <a:pt x="4473782" y="607133"/>
                  </a:lnTo>
                  <a:lnTo>
                    <a:pt x="4473876" y="607133"/>
                  </a:lnTo>
                  <a:lnTo>
                    <a:pt x="4473970" y="607133"/>
                  </a:lnTo>
                  <a:lnTo>
                    <a:pt x="4474064" y="607133"/>
                  </a:lnTo>
                  <a:lnTo>
                    <a:pt x="4474158" y="607133"/>
                  </a:lnTo>
                  <a:lnTo>
                    <a:pt x="4474252" y="607133"/>
                  </a:lnTo>
                  <a:lnTo>
                    <a:pt x="4474346" y="607133"/>
                  </a:lnTo>
                  <a:lnTo>
                    <a:pt x="4474440" y="607133"/>
                  </a:lnTo>
                  <a:lnTo>
                    <a:pt x="4474534" y="607133"/>
                  </a:lnTo>
                  <a:lnTo>
                    <a:pt x="4474628" y="607133"/>
                  </a:lnTo>
                  <a:lnTo>
                    <a:pt x="4474722" y="607133"/>
                  </a:lnTo>
                  <a:lnTo>
                    <a:pt x="4474816" y="607133"/>
                  </a:lnTo>
                  <a:lnTo>
                    <a:pt x="4474910" y="607133"/>
                  </a:lnTo>
                  <a:lnTo>
                    <a:pt x="4475004" y="607133"/>
                  </a:lnTo>
                  <a:lnTo>
                    <a:pt x="4475098" y="607133"/>
                  </a:lnTo>
                  <a:lnTo>
                    <a:pt x="4475192" y="607133"/>
                  </a:lnTo>
                  <a:lnTo>
                    <a:pt x="4475286" y="607133"/>
                  </a:lnTo>
                  <a:lnTo>
                    <a:pt x="4475380" y="607133"/>
                  </a:lnTo>
                  <a:lnTo>
                    <a:pt x="4475474" y="607133"/>
                  </a:lnTo>
                  <a:lnTo>
                    <a:pt x="4475568" y="607133"/>
                  </a:lnTo>
                  <a:lnTo>
                    <a:pt x="4475662" y="607133"/>
                  </a:lnTo>
                  <a:lnTo>
                    <a:pt x="4475756" y="607133"/>
                  </a:lnTo>
                  <a:lnTo>
                    <a:pt x="4475850" y="607133"/>
                  </a:lnTo>
                  <a:lnTo>
                    <a:pt x="4475944" y="607133"/>
                  </a:lnTo>
                  <a:lnTo>
                    <a:pt x="4476038" y="607133"/>
                  </a:lnTo>
                  <a:lnTo>
                    <a:pt x="4476132" y="607133"/>
                  </a:lnTo>
                  <a:lnTo>
                    <a:pt x="4476226" y="607133"/>
                  </a:lnTo>
                  <a:lnTo>
                    <a:pt x="4476321" y="607133"/>
                  </a:lnTo>
                  <a:lnTo>
                    <a:pt x="4476415" y="607133"/>
                  </a:lnTo>
                  <a:lnTo>
                    <a:pt x="4476509" y="607133"/>
                  </a:lnTo>
                  <a:lnTo>
                    <a:pt x="4476603" y="607133"/>
                  </a:lnTo>
                  <a:lnTo>
                    <a:pt x="4476697" y="607133"/>
                  </a:lnTo>
                  <a:lnTo>
                    <a:pt x="4476791" y="607133"/>
                  </a:lnTo>
                  <a:lnTo>
                    <a:pt x="4476885" y="607133"/>
                  </a:lnTo>
                  <a:lnTo>
                    <a:pt x="4476979" y="607133"/>
                  </a:lnTo>
                  <a:lnTo>
                    <a:pt x="4477073" y="607133"/>
                  </a:lnTo>
                  <a:lnTo>
                    <a:pt x="4477167" y="607133"/>
                  </a:lnTo>
                  <a:lnTo>
                    <a:pt x="4477261" y="607133"/>
                  </a:lnTo>
                  <a:lnTo>
                    <a:pt x="4477355" y="607133"/>
                  </a:lnTo>
                  <a:lnTo>
                    <a:pt x="4477449" y="607133"/>
                  </a:lnTo>
                  <a:lnTo>
                    <a:pt x="4477543" y="607133"/>
                  </a:lnTo>
                  <a:lnTo>
                    <a:pt x="4477637" y="607133"/>
                  </a:lnTo>
                  <a:lnTo>
                    <a:pt x="4477731" y="607133"/>
                  </a:lnTo>
                  <a:lnTo>
                    <a:pt x="4477825" y="607133"/>
                  </a:lnTo>
                  <a:lnTo>
                    <a:pt x="4477919" y="607133"/>
                  </a:lnTo>
                  <a:lnTo>
                    <a:pt x="4478013" y="607133"/>
                  </a:lnTo>
                  <a:lnTo>
                    <a:pt x="4478107" y="607133"/>
                  </a:lnTo>
                  <a:lnTo>
                    <a:pt x="4478201" y="607133"/>
                  </a:lnTo>
                  <a:lnTo>
                    <a:pt x="4478295" y="607133"/>
                  </a:lnTo>
                  <a:lnTo>
                    <a:pt x="4478389" y="607133"/>
                  </a:lnTo>
                  <a:lnTo>
                    <a:pt x="4478483" y="607133"/>
                  </a:lnTo>
                  <a:lnTo>
                    <a:pt x="4478577" y="607133"/>
                  </a:lnTo>
                  <a:lnTo>
                    <a:pt x="4478671" y="607133"/>
                  </a:lnTo>
                  <a:lnTo>
                    <a:pt x="4478765" y="607133"/>
                  </a:lnTo>
                  <a:lnTo>
                    <a:pt x="4478859" y="607133"/>
                  </a:lnTo>
                  <a:lnTo>
                    <a:pt x="4478953" y="607133"/>
                  </a:lnTo>
                  <a:lnTo>
                    <a:pt x="4479047" y="607133"/>
                  </a:lnTo>
                  <a:lnTo>
                    <a:pt x="4479141" y="607133"/>
                  </a:lnTo>
                  <a:lnTo>
                    <a:pt x="4479235" y="607133"/>
                  </a:lnTo>
                  <a:lnTo>
                    <a:pt x="4479329" y="607133"/>
                  </a:lnTo>
                  <a:lnTo>
                    <a:pt x="4479423" y="607133"/>
                  </a:lnTo>
                  <a:lnTo>
                    <a:pt x="4479517" y="607133"/>
                  </a:lnTo>
                  <a:lnTo>
                    <a:pt x="4479611" y="607133"/>
                  </a:lnTo>
                  <a:lnTo>
                    <a:pt x="4479705" y="607133"/>
                  </a:lnTo>
                  <a:lnTo>
                    <a:pt x="4479799" y="607133"/>
                  </a:lnTo>
                  <a:lnTo>
                    <a:pt x="4479894" y="607133"/>
                  </a:lnTo>
                  <a:lnTo>
                    <a:pt x="4479988" y="607133"/>
                  </a:lnTo>
                  <a:lnTo>
                    <a:pt x="4480082" y="607133"/>
                  </a:lnTo>
                  <a:lnTo>
                    <a:pt x="4480176" y="607133"/>
                  </a:lnTo>
                  <a:lnTo>
                    <a:pt x="4480270" y="607133"/>
                  </a:lnTo>
                  <a:lnTo>
                    <a:pt x="4480364" y="607133"/>
                  </a:lnTo>
                  <a:lnTo>
                    <a:pt x="4480458" y="607133"/>
                  </a:lnTo>
                  <a:lnTo>
                    <a:pt x="4480552" y="607133"/>
                  </a:lnTo>
                  <a:lnTo>
                    <a:pt x="4480646" y="607133"/>
                  </a:lnTo>
                  <a:lnTo>
                    <a:pt x="4480740" y="607133"/>
                  </a:lnTo>
                  <a:lnTo>
                    <a:pt x="4480834" y="607133"/>
                  </a:lnTo>
                  <a:lnTo>
                    <a:pt x="4480928" y="607133"/>
                  </a:lnTo>
                  <a:lnTo>
                    <a:pt x="4481022" y="607133"/>
                  </a:lnTo>
                  <a:lnTo>
                    <a:pt x="4481116" y="607133"/>
                  </a:lnTo>
                  <a:lnTo>
                    <a:pt x="4481210" y="607133"/>
                  </a:lnTo>
                  <a:lnTo>
                    <a:pt x="4481304" y="607133"/>
                  </a:lnTo>
                  <a:lnTo>
                    <a:pt x="4481398" y="607133"/>
                  </a:lnTo>
                  <a:lnTo>
                    <a:pt x="4481492" y="607133"/>
                  </a:lnTo>
                  <a:lnTo>
                    <a:pt x="4481586" y="607133"/>
                  </a:lnTo>
                  <a:lnTo>
                    <a:pt x="4481680" y="607133"/>
                  </a:lnTo>
                  <a:lnTo>
                    <a:pt x="4481774" y="607133"/>
                  </a:lnTo>
                  <a:lnTo>
                    <a:pt x="4481868" y="607133"/>
                  </a:lnTo>
                  <a:lnTo>
                    <a:pt x="4481962" y="607133"/>
                  </a:lnTo>
                  <a:lnTo>
                    <a:pt x="4482056" y="607133"/>
                  </a:lnTo>
                  <a:lnTo>
                    <a:pt x="4482150" y="607133"/>
                  </a:lnTo>
                  <a:lnTo>
                    <a:pt x="4482244" y="607133"/>
                  </a:lnTo>
                  <a:lnTo>
                    <a:pt x="4482338" y="607133"/>
                  </a:lnTo>
                  <a:lnTo>
                    <a:pt x="4482432" y="607133"/>
                  </a:lnTo>
                  <a:lnTo>
                    <a:pt x="4482526" y="607133"/>
                  </a:lnTo>
                  <a:lnTo>
                    <a:pt x="4482620" y="607133"/>
                  </a:lnTo>
                  <a:lnTo>
                    <a:pt x="4482714" y="607133"/>
                  </a:lnTo>
                  <a:lnTo>
                    <a:pt x="4482808" y="607133"/>
                  </a:lnTo>
                  <a:lnTo>
                    <a:pt x="4482902" y="607133"/>
                  </a:lnTo>
                  <a:lnTo>
                    <a:pt x="4482996" y="607133"/>
                  </a:lnTo>
                  <a:lnTo>
                    <a:pt x="4483090" y="607133"/>
                  </a:lnTo>
                  <a:lnTo>
                    <a:pt x="4483184" y="607133"/>
                  </a:lnTo>
                  <a:lnTo>
                    <a:pt x="4483278" y="607133"/>
                  </a:lnTo>
                  <a:lnTo>
                    <a:pt x="4483373" y="607133"/>
                  </a:lnTo>
                  <a:lnTo>
                    <a:pt x="4483467" y="607133"/>
                  </a:lnTo>
                  <a:lnTo>
                    <a:pt x="4483561" y="607133"/>
                  </a:lnTo>
                  <a:lnTo>
                    <a:pt x="4483655" y="607133"/>
                  </a:lnTo>
                  <a:lnTo>
                    <a:pt x="4483749" y="607133"/>
                  </a:lnTo>
                  <a:lnTo>
                    <a:pt x="4483843" y="607133"/>
                  </a:lnTo>
                  <a:lnTo>
                    <a:pt x="4483937" y="607133"/>
                  </a:lnTo>
                  <a:lnTo>
                    <a:pt x="4484031" y="607133"/>
                  </a:lnTo>
                  <a:lnTo>
                    <a:pt x="4484125" y="607133"/>
                  </a:lnTo>
                  <a:lnTo>
                    <a:pt x="4484219" y="607133"/>
                  </a:lnTo>
                  <a:lnTo>
                    <a:pt x="4484313" y="607133"/>
                  </a:lnTo>
                  <a:lnTo>
                    <a:pt x="4484407" y="607133"/>
                  </a:lnTo>
                  <a:lnTo>
                    <a:pt x="4484501" y="607133"/>
                  </a:lnTo>
                  <a:lnTo>
                    <a:pt x="4484595" y="607133"/>
                  </a:lnTo>
                  <a:lnTo>
                    <a:pt x="4484689" y="607133"/>
                  </a:lnTo>
                  <a:lnTo>
                    <a:pt x="4484783" y="607133"/>
                  </a:lnTo>
                  <a:lnTo>
                    <a:pt x="4484877" y="607133"/>
                  </a:lnTo>
                  <a:lnTo>
                    <a:pt x="4484971" y="607133"/>
                  </a:lnTo>
                  <a:lnTo>
                    <a:pt x="4485065" y="607133"/>
                  </a:lnTo>
                  <a:lnTo>
                    <a:pt x="4485159" y="607133"/>
                  </a:lnTo>
                  <a:lnTo>
                    <a:pt x="4485253" y="607133"/>
                  </a:lnTo>
                  <a:lnTo>
                    <a:pt x="4485347" y="607133"/>
                  </a:lnTo>
                  <a:lnTo>
                    <a:pt x="4485441" y="607133"/>
                  </a:lnTo>
                  <a:lnTo>
                    <a:pt x="4485535" y="607133"/>
                  </a:lnTo>
                  <a:lnTo>
                    <a:pt x="4485629" y="607133"/>
                  </a:lnTo>
                  <a:lnTo>
                    <a:pt x="4485723" y="607133"/>
                  </a:lnTo>
                  <a:lnTo>
                    <a:pt x="4485817" y="607133"/>
                  </a:lnTo>
                  <a:lnTo>
                    <a:pt x="4485911" y="607133"/>
                  </a:lnTo>
                  <a:lnTo>
                    <a:pt x="4486005" y="607133"/>
                  </a:lnTo>
                  <a:lnTo>
                    <a:pt x="4486099" y="607133"/>
                  </a:lnTo>
                  <a:lnTo>
                    <a:pt x="4486193" y="607133"/>
                  </a:lnTo>
                  <a:lnTo>
                    <a:pt x="4486287" y="607133"/>
                  </a:lnTo>
                  <a:lnTo>
                    <a:pt x="4486381" y="607133"/>
                  </a:lnTo>
                  <a:lnTo>
                    <a:pt x="4486475" y="607133"/>
                  </a:lnTo>
                  <a:lnTo>
                    <a:pt x="4486569" y="607133"/>
                  </a:lnTo>
                  <a:lnTo>
                    <a:pt x="4486663" y="607133"/>
                  </a:lnTo>
                  <a:lnTo>
                    <a:pt x="4486757" y="607133"/>
                  </a:lnTo>
                  <a:lnTo>
                    <a:pt x="4486851" y="607133"/>
                  </a:lnTo>
                  <a:lnTo>
                    <a:pt x="4486946" y="607133"/>
                  </a:lnTo>
                  <a:lnTo>
                    <a:pt x="4487040" y="607133"/>
                  </a:lnTo>
                  <a:lnTo>
                    <a:pt x="4487134" y="607133"/>
                  </a:lnTo>
                  <a:lnTo>
                    <a:pt x="4487228" y="607133"/>
                  </a:lnTo>
                  <a:lnTo>
                    <a:pt x="4487322" y="607133"/>
                  </a:lnTo>
                  <a:lnTo>
                    <a:pt x="4487416" y="607133"/>
                  </a:lnTo>
                  <a:lnTo>
                    <a:pt x="4487510" y="607133"/>
                  </a:lnTo>
                  <a:lnTo>
                    <a:pt x="4487604" y="607133"/>
                  </a:lnTo>
                  <a:lnTo>
                    <a:pt x="4487698" y="607133"/>
                  </a:lnTo>
                  <a:lnTo>
                    <a:pt x="4487792" y="607133"/>
                  </a:lnTo>
                  <a:lnTo>
                    <a:pt x="4487886" y="607133"/>
                  </a:lnTo>
                  <a:lnTo>
                    <a:pt x="4487980" y="607133"/>
                  </a:lnTo>
                  <a:lnTo>
                    <a:pt x="4488074" y="607133"/>
                  </a:lnTo>
                  <a:lnTo>
                    <a:pt x="4488168" y="607133"/>
                  </a:lnTo>
                  <a:lnTo>
                    <a:pt x="4488262" y="607133"/>
                  </a:lnTo>
                  <a:lnTo>
                    <a:pt x="4488356" y="607133"/>
                  </a:lnTo>
                  <a:lnTo>
                    <a:pt x="4488450" y="607133"/>
                  </a:lnTo>
                  <a:lnTo>
                    <a:pt x="4488544" y="607133"/>
                  </a:lnTo>
                  <a:lnTo>
                    <a:pt x="4488638" y="607133"/>
                  </a:lnTo>
                  <a:lnTo>
                    <a:pt x="4488732" y="607133"/>
                  </a:lnTo>
                  <a:lnTo>
                    <a:pt x="4488826" y="607133"/>
                  </a:lnTo>
                  <a:lnTo>
                    <a:pt x="4488920" y="607133"/>
                  </a:lnTo>
                  <a:lnTo>
                    <a:pt x="4489014" y="607133"/>
                  </a:lnTo>
                  <a:lnTo>
                    <a:pt x="4489108" y="607133"/>
                  </a:lnTo>
                  <a:lnTo>
                    <a:pt x="4489202" y="607133"/>
                  </a:lnTo>
                  <a:lnTo>
                    <a:pt x="4489296" y="607133"/>
                  </a:lnTo>
                  <a:lnTo>
                    <a:pt x="4489390" y="607133"/>
                  </a:lnTo>
                  <a:lnTo>
                    <a:pt x="4489484" y="607133"/>
                  </a:lnTo>
                  <a:lnTo>
                    <a:pt x="4489578" y="607133"/>
                  </a:lnTo>
                  <a:lnTo>
                    <a:pt x="4489672" y="607133"/>
                  </a:lnTo>
                  <a:lnTo>
                    <a:pt x="4489766" y="607133"/>
                  </a:lnTo>
                  <a:lnTo>
                    <a:pt x="4489860" y="607133"/>
                  </a:lnTo>
                  <a:lnTo>
                    <a:pt x="4489954" y="607133"/>
                  </a:lnTo>
                  <a:lnTo>
                    <a:pt x="4490048" y="607133"/>
                  </a:lnTo>
                  <a:lnTo>
                    <a:pt x="4490142" y="607133"/>
                  </a:lnTo>
                  <a:lnTo>
                    <a:pt x="4490142" y="601854"/>
                  </a:lnTo>
                  <a:lnTo>
                    <a:pt x="4490236" y="601854"/>
                  </a:lnTo>
                  <a:lnTo>
                    <a:pt x="4490330" y="601854"/>
                  </a:lnTo>
                  <a:lnTo>
                    <a:pt x="4490330" y="596574"/>
                  </a:lnTo>
                  <a:lnTo>
                    <a:pt x="4490424" y="596574"/>
                  </a:lnTo>
                  <a:lnTo>
                    <a:pt x="4490519" y="596574"/>
                  </a:lnTo>
                  <a:lnTo>
                    <a:pt x="4490613" y="596574"/>
                  </a:lnTo>
                  <a:lnTo>
                    <a:pt x="4490707" y="596574"/>
                  </a:lnTo>
                  <a:lnTo>
                    <a:pt x="4490801" y="596574"/>
                  </a:lnTo>
                  <a:lnTo>
                    <a:pt x="4490895" y="596574"/>
                  </a:lnTo>
                  <a:lnTo>
                    <a:pt x="4490989" y="596574"/>
                  </a:lnTo>
                  <a:lnTo>
                    <a:pt x="4490989" y="591295"/>
                  </a:lnTo>
                  <a:lnTo>
                    <a:pt x="4491083" y="591295"/>
                  </a:lnTo>
                  <a:lnTo>
                    <a:pt x="4491083" y="586015"/>
                  </a:lnTo>
                  <a:lnTo>
                    <a:pt x="4491177" y="586015"/>
                  </a:lnTo>
                  <a:lnTo>
                    <a:pt x="4491271" y="586015"/>
                  </a:lnTo>
                  <a:lnTo>
                    <a:pt x="4491365" y="586015"/>
                  </a:lnTo>
                  <a:lnTo>
                    <a:pt x="4491459" y="586015"/>
                  </a:lnTo>
                  <a:lnTo>
                    <a:pt x="4491553" y="586015"/>
                  </a:lnTo>
                  <a:lnTo>
                    <a:pt x="4491647" y="586015"/>
                  </a:lnTo>
                  <a:lnTo>
                    <a:pt x="4491741" y="586015"/>
                  </a:lnTo>
                  <a:lnTo>
                    <a:pt x="4491835" y="586015"/>
                  </a:lnTo>
                  <a:lnTo>
                    <a:pt x="4491929" y="586015"/>
                  </a:lnTo>
                  <a:lnTo>
                    <a:pt x="4492023" y="586015"/>
                  </a:lnTo>
                  <a:lnTo>
                    <a:pt x="4492117" y="586015"/>
                  </a:lnTo>
                  <a:lnTo>
                    <a:pt x="4492211" y="586015"/>
                  </a:lnTo>
                  <a:lnTo>
                    <a:pt x="4492305" y="586015"/>
                  </a:lnTo>
                  <a:lnTo>
                    <a:pt x="4492399" y="586015"/>
                  </a:lnTo>
                  <a:lnTo>
                    <a:pt x="4492493" y="586015"/>
                  </a:lnTo>
                  <a:lnTo>
                    <a:pt x="4492587" y="586015"/>
                  </a:lnTo>
                  <a:lnTo>
                    <a:pt x="4492681" y="586015"/>
                  </a:lnTo>
                  <a:lnTo>
                    <a:pt x="4492775" y="586015"/>
                  </a:lnTo>
                  <a:lnTo>
                    <a:pt x="4492869" y="586015"/>
                  </a:lnTo>
                  <a:lnTo>
                    <a:pt x="4492963" y="586015"/>
                  </a:lnTo>
                  <a:lnTo>
                    <a:pt x="4493057" y="586015"/>
                  </a:lnTo>
                  <a:lnTo>
                    <a:pt x="4493151" y="586015"/>
                  </a:lnTo>
                  <a:lnTo>
                    <a:pt x="4493245" y="586015"/>
                  </a:lnTo>
                  <a:lnTo>
                    <a:pt x="4493339" y="586015"/>
                  </a:lnTo>
                  <a:lnTo>
                    <a:pt x="4493433" y="586015"/>
                  </a:lnTo>
                  <a:lnTo>
                    <a:pt x="4493527" y="586015"/>
                  </a:lnTo>
                  <a:lnTo>
                    <a:pt x="4493621" y="586015"/>
                  </a:lnTo>
                  <a:lnTo>
                    <a:pt x="4493715" y="586015"/>
                  </a:lnTo>
                  <a:lnTo>
                    <a:pt x="4493809" y="586015"/>
                  </a:lnTo>
                  <a:lnTo>
                    <a:pt x="4493903" y="586015"/>
                  </a:lnTo>
                  <a:lnTo>
                    <a:pt x="4493997" y="586015"/>
                  </a:lnTo>
                  <a:lnTo>
                    <a:pt x="4494092" y="586015"/>
                  </a:lnTo>
                  <a:lnTo>
                    <a:pt x="4494186" y="586015"/>
                  </a:lnTo>
                  <a:lnTo>
                    <a:pt x="4494280" y="586015"/>
                  </a:lnTo>
                  <a:lnTo>
                    <a:pt x="4494280" y="580736"/>
                  </a:lnTo>
                  <a:lnTo>
                    <a:pt x="4494374" y="580736"/>
                  </a:lnTo>
                  <a:lnTo>
                    <a:pt x="4494468" y="580736"/>
                  </a:lnTo>
                  <a:lnTo>
                    <a:pt x="4494562" y="580736"/>
                  </a:lnTo>
                  <a:lnTo>
                    <a:pt x="4494656" y="580736"/>
                  </a:lnTo>
                  <a:lnTo>
                    <a:pt x="4494750" y="580736"/>
                  </a:lnTo>
                  <a:lnTo>
                    <a:pt x="4494844" y="580736"/>
                  </a:lnTo>
                  <a:lnTo>
                    <a:pt x="4494938" y="580736"/>
                  </a:lnTo>
                  <a:lnTo>
                    <a:pt x="4495032" y="580736"/>
                  </a:lnTo>
                  <a:lnTo>
                    <a:pt x="4495126" y="580736"/>
                  </a:lnTo>
                  <a:lnTo>
                    <a:pt x="4495220" y="580736"/>
                  </a:lnTo>
                  <a:lnTo>
                    <a:pt x="4495314" y="580736"/>
                  </a:lnTo>
                  <a:lnTo>
                    <a:pt x="4495408" y="580736"/>
                  </a:lnTo>
                  <a:lnTo>
                    <a:pt x="4495502" y="580736"/>
                  </a:lnTo>
                  <a:lnTo>
                    <a:pt x="4495596" y="580736"/>
                  </a:lnTo>
                  <a:lnTo>
                    <a:pt x="4495690" y="580736"/>
                  </a:lnTo>
                  <a:lnTo>
                    <a:pt x="4495784" y="580736"/>
                  </a:lnTo>
                  <a:lnTo>
                    <a:pt x="4495878" y="580736"/>
                  </a:lnTo>
                  <a:lnTo>
                    <a:pt x="4495972" y="580736"/>
                  </a:lnTo>
                  <a:lnTo>
                    <a:pt x="4496066" y="580736"/>
                  </a:lnTo>
                  <a:lnTo>
                    <a:pt x="4496160" y="580736"/>
                  </a:lnTo>
                  <a:lnTo>
                    <a:pt x="4496254" y="580736"/>
                  </a:lnTo>
                  <a:lnTo>
                    <a:pt x="4496348" y="580736"/>
                  </a:lnTo>
                  <a:lnTo>
                    <a:pt x="4496442" y="580736"/>
                  </a:lnTo>
                  <a:lnTo>
                    <a:pt x="4496536" y="580736"/>
                  </a:lnTo>
                  <a:lnTo>
                    <a:pt x="4496630" y="580736"/>
                  </a:lnTo>
                  <a:lnTo>
                    <a:pt x="4496724" y="580736"/>
                  </a:lnTo>
                  <a:lnTo>
                    <a:pt x="4496818" y="580736"/>
                  </a:lnTo>
                  <a:lnTo>
                    <a:pt x="4496912" y="580736"/>
                  </a:lnTo>
                  <a:lnTo>
                    <a:pt x="4497006" y="580736"/>
                  </a:lnTo>
                  <a:lnTo>
                    <a:pt x="4497100" y="580736"/>
                  </a:lnTo>
                  <a:lnTo>
                    <a:pt x="4497194" y="580736"/>
                  </a:lnTo>
                  <a:lnTo>
                    <a:pt x="4497288" y="580736"/>
                  </a:lnTo>
                  <a:lnTo>
                    <a:pt x="4497382" y="580736"/>
                  </a:lnTo>
                  <a:lnTo>
                    <a:pt x="4497476" y="580736"/>
                  </a:lnTo>
                  <a:lnTo>
                    <a:pt x="4497571" y="580736"/>
                  </a:lnTo>
                  <a:lnTo>
                    <a:pt x="4497665" y="580736"/>
                  </a:lnTo>
                  <a:lnTo>
                    <a:pt x="4497759" y="580736"/>
                  </a:lnTo>
                  <a:lnTo>
                    <a:pt x="4497853" y="580736"/>
                  </a:lnTo>
                  <a:lnTo>
                    <a:pt x="4497947" y="580736"/>
                  </a:lnTo>
                  <a:lnTo>
                    <a:pt x="4498041" y="580736"/>
                  </a:lnTo>
                  <a:lnTo>
                    <a:pt x="4498135" y="580736"/>
                  </a:lnTo>
                  <a:lnTo>
                    <a:pt x="4498135" y="575456"/>
                  </a:lnTo>
                  <a:lnTo>
                    <a:pt x="4498229" y="575456"/>
                  </a:lnTo>
                  <a:lnTo>
                    <a:pt x="4498323" y="575456"/>
                  </a:lnTo>
                  <a:lnTo>
                    <a:pt x="4498417" y="575456"/>
                  </a:lnTo>
                  <a:lnTo>
                    <a:pt x="4498511" y="575456"/>
                  </a:lnTo>
                  <a:lnTo>
                    <a:pt x="4498605" y="575456"/>
                  </a:lnTo>
                  <a:lnTo>
                    <a:pt x="4498699" y="575456"/>
                  </a:lnTo>
                  <a:lnTo>
                    <a:pt x="4498793" y="575456"/>
                  </a:lnTo>
                  <a:lnTo>
                    <a:pt x="4498887" y="575456"/>
                  </a:lnTo>
                  <a:lnTo>
                    <a:pt x="4498981" y="575456"/>
                  </a:lnTo>
                  <a:lnTo>
                    <a:pt x="4499075" y="575456"/>
                  </a:lnTo>
                  <a:lnTo>
                    <a:pt x="4499169" y="575456"/>
                  </a:lnTo>
                  <a:lnTo>
                    <a:pt x="4499263" y="575456"/>
                  </a:lnTo>
                  <a:lnTo>
                    <a:pt x="4499357" y="575456"/>
                  </a:lnTo>
                  <a:lnTo>
                    <a:pt x="4499451" y="575456"/>
                  </a:lnTo>
                  <a:lnTo>
                    <a:pt x="4499545" y="575456"/>
                  </a:lnTo>
                  <a:lnTo>
                    <a:pt x="4499639" y="575456"/>
                  </a:lnTo>
                  <a:lnTo>
                    <a:pt x="4499733" y="575456"/>
                  </a:lnTo>
                  <a:lnTo>
                    <a:pt x="4499827" y="575456"/>
                  </a:lnTo>
                  <a:lnTo>
                    <a:pt x="4499921" y="575456"/>
                  </a:lnTo>
                  <a:lnTo>
                    <a:pt x="4500015" y="575456"/>
                  </a:lnTo>
                  <a:lnTo>
                    <a:pt x="4500109" y="575456"/>
                  </a:lnTo>
                  <a:lnTo>
                    <a:pt x="4500203" y="575456"/>
                  </a:lnTo>
                  <a:lnTo>
                    <a:pt x="4500297" y="575456"/>
                  </a:lnTo>
                  <a:lnTo>
                    <a:pt x="4500391" y="575456"/>
                  </a:lnTo>
                  <a:lnTo>
                    <a:pt x="4500485" y="575456"/>
                  </a:lnTo>
                  <a:lnTo>
                    <a:pt x="4500579" y="575456"/>
                  </a:lnTo>
                  <a:lnTo>
                    <a:pt x="4500673" y="575456"/>
                  </a:lnTo>
                  <a:lnTo>
                    <a:pt x="4500767" y="575456"/>
                  </a:lnTo>
                  <a:lnTo>
                    <a:pt x="4500861" y="575456"/>
                  </a:lnTo>
                  <a:lnTo>
                    <a:pt x="4500955" y="575456"/>
                  </a:lnTo>
                  <a:lnTo>
                    <a:pt x="4501049" y="575456"/>
                  </a:lnTo>
                  <a:lnTo>
                    <a:pt x="4501144" y="575456"/>
                  </a:lnTo>
                  <a:lnTo>
                    <a:pt x="4501238" y="575456"/>
                  </a:lnTo>
                  <a:lnTo>
                    <a:pt x="4501332" y="575456"/>
                  </a:lnTo>
                  <a:lnTo>
                    <a:pt x="4501426" y="575456"/>
                  </a:lnTo>
                  <a:lnTo>
                    <a:pt x="4501520" y="575456"/>
                  </a:lnTo>
                  <a:lnTo>
                    <a:pt x="4501614" y="575456"/>
                  </a:lnTo>
                  <a:lnTo>
                    <a:pt x="4501708" y="575456"/>
                  </a:lnTo>
                  <a:lnTo>
                    <a:pt x="4501802" y="575456"/>
                  </a:lnTo>
                  <a:lnTo>
                    <a:pt x="4501896" y="575456"/>
                  </a:lnTo>
                  <a:lnTo>
                    <a:pt x="4501990" y="575456"/>
                  </a:lnTo>
                  <a:lnTo>
                    <a:pt x="4502084" y="575456"/>
                  </a:lnTo>
                  <a:lnTo>
                    <a:pt x="4502178" y="575456"/>
                  </a:lnTo>
                  <a:lnTo>
                    <a:pt x="4502272" y="575456"/>
                  </a:lnTo>
                  <a:lnTo>
                    <a:pt x="4502366" y="575456"/>
                  </a:lnTo>
                  <a:lnTo>
                    <a:pt x="4502460" y="575456"/>
                  </a:lnTo>
                  <a:lnTo>
                    <a:pt x="4502554" y="575456"/>
                  </a:lnTo>
                  <a:lnTo>
                    <a:pt x="4502648" y="575456"/>
                  </a:lnTo>
                  <a:lnTo>
                    <a:pt x="4502742" y="575456"/>
                  </a:lnTo>
                  <a:lnTo>
                    <a:pt x="4502836" y="575456"/>
                  </a:lnTo>
                  <a:lnTo>
                    <a:pt x="4502930" y="575456"/>
                  </a:lnTo>
                  <a:lnTo>
                    <a:pt x="4503024" y="575456"/>
                  </a:lnTo>
                  <a:lnTo>
                    <a:pt x="4503118" y="575456"/>
                  </a:lnTo>
                  <a:lnTo>
                    <a:pt x="4503212" y="575456"/>
                  </a:lnTo>
                  <a:lnTo>
                    <a:pt x="4503306" y="575456"/>
                  </a:lnTo>
                  <a:lnTo>
                    <a:pt x="4503400" y="575456"/>
                  </a:lnTo>
                  <a:lnTo>
                    <a:pt x="4503494" y="575456"/>
                  </a:lnTo>
                  <a:lnTo>
                    <a:pt x="4503588" y="575456"/>
                  </a:lnTo>
                  <a:lnTo>
                    <a:pt x="4503682" y="575456"/>
                  </a:lnTo>
                  <a:lnTo>
                    <a:pt x="4503776" y="575456"/>
                  </a:lnTo>
                  <a:lnTo>
                    <a:pt x="4503870" y="575456"/>
                  </a:lnTo>
                  <a:lnTo>
                    <a:pt x="4503964" y="575456"/>
                  </a:lnTo>
                  <a:lnTo>
                    <a:pt x="4504058" y="575456"/>
                  </a:lnTo>
                  <a:lnTo>
                    <a:pt x="4504152" y="575456"/>
                  </a:lnTo>
                  <a:lnTo>
                    <a:pt x="4504246" y="575456"/>
                  </a:lnTo>
                  <a:lnTo>
                    <a:pt x="4504340" y="575456"/>
                  </a:lnTo>
                  <a:lnTo>
                    <a:pt x="4504434" y="575456"/>
                  </a:lnTo>
                  <a:lnTo>
                    <a:pt x="4504528" y="575456"/>
                  </a:lnTo>
                  <a:lnTo>
                    <a:pt x="4504622" y="575456"/>
                  </a:lnTo>
                  <a:lnTo>
                    <a:pt x="4504717" y="575456"/>
                  </a:lnTo>
                  <a:lnTo>
                    <a:pt x="4504811" y="575456"/>
                  </a:lnTo>
                  <a:lnTo>
                    <a:pt x="4504905" y="575456"/>
                  </a:lnTo>
                  <a:lnTo>
                    <a:pt x="4504999" y="575456"/>
                  </a:lnTo>
                  <a:lnTo>
                    <a:pt x="4505093" y="575456"/>
                  </a:lnTo>
                  <a:lnTo>
                    <a:pt x="4505187" y="575456"/>
                  </a:lnTo>
                  <a:lnTo>
                    <a:pt x="4505281" y="575456"/>
                  </a:lnTo>
                  <a:lnTo>
                    <a:pt x="4505375" y="575456"/>
                  </a:lnTo>
                  <a:lnTo>
                    <a:pt x="4505469" y="575456"/>
                  </a:lnTo>
                  <a:lnTo>
                    <a:pt x="4505563" y="575456"/>
                  </a:lnTo>
                  <a:lnTo>
                    <a:pt x="4505657" y="575456"/>
                  </a:lnTo>
                  <a:lnTo>
                    <a:pt x="4505751" y="575456"/>
                  </a:lnTo>
                  <a:lnTo>
                    <a:pt x="4505845" y="575456"/>
                  </a:lnTo>
                  <a:lnTo>
                    <a:pt x="4505939" y="575456"/>
                  </a:lnTo>
                  <a:lnTo>
                    <a:pt x="4506033" y="575456"/>
                  </a:lnTo>
                  <a:lnTo>
                    <a:pt x="4506127" y="575456"/>
                  </a:lnTo>
                  <a:lnTo>
                    <a:pt x="4506221" y="575456"/>
                  </a:lnTo>
                  <a:lnTo>
                    <a:pt x="4506315" y="575456"/>
                  </a:lnTo>
                  <a:lnTo>
                    <a:pt x="4506409" y="575456"/>
                  </a:lnTo>
                  <a:lnTo>
                    <a:pt x="4506503" y="575456"/>
                  </a:lnTo>
                  <a:lnTo>
                    <a:pt x="4506597" y="575456"/>
                  </a:lnTo>
                  <a:lnTo>
                    <a:pt x="4506691" y="575456"/>
                  </a:lnTo>
                  <a:lnTo>
                    <a:pt x="4506785" y="575456"/>
                  </a:lnTo>
                  <a:lnTo>
                    <a:pt x="4506879" y="575456"/>
                  </a:lnTo>
                  <a:lnTo>
                    <a:pt x="4506973" y="575456"/>
                  </a:lnTo>
                  <a:lnTo>
                    <a:pt x="4507067" y="575456"/>
                  </a:lnTo>
                  <a:lnTo>
                    <a:pt x="4507161" y="575456"/>
                  </a:lnTo>
                  <a:lnTo>
                    <a:pt x="4507255" y="575456"/>
                  </a:lnTo>
                  <a:lnTo>
                    <a:pt x="4507349" y="575456"/>
                  </a:lnTo>
                  <a:lnTo>
                    <a:pt x="4507443" y="575456"/>
                  </a:lnTo>
                  <a:lnTo>
                    <a:pt x="4507537" y="575456"/>
                  </a:lnTo>
                  <a:lnTo>
                    <a:pt x="4507631" y="575456"/>
                  </a:lnTo>
                  <a:lnTo>
                    <a:pt x="4507725" y="575456"/>
                  </a:lnTo>
                  <a:lnTo>
                    <a:pt x="4507819" y="575456"/>
                  </a:lnTo>
                  <a:lnTo>
                    <a:pt x="4507913" y="575456"/>
                  </a:lnTo>
                  <a:lnTo>
                    <a:pt x="4508007" y="575456"/>
                  </a:lnTo>
                  <a:lnTo>
                    <a:pt x="4508101" y="575456"/>
                  </a:lnTo>
                  <a:lnTo>
                    <a:pt x="4508196" y="575456"/>
                  </a:lnTo>
                  <a:lnTo>
                    <a:pt x="4508290" y="575456"/>
                  </a:lnTo>
                  <a:lnTo>
                    <a:pt x="4508384" y="575456"/>
                  </a:lnTo>
                  <a:lnTo>
                    <a:pt x="4508478" y="575456"/>
                  </a:lnTo>
                  <a:lnTo>
                    <a:pt x="4508572" y="575456"/>
                  </a:lnTo>
                  <a:lnTo>
                    <a:pt x="4508666" y="575456"/>
                  </a:lnTo>
                  <a:lnTo>
                    <a:pt x="4508760" y="575456"/>
                  </a:lnTo>
                  <a:lnTo>
                    <a:pt x="4508854" y="575456"/>
                  </a:lnTo>
                  <a:lnTo>
                    <a:pt x="4508948" y="575456"/>
                  </a:lnTo>
                  <a:lnTo>
                    <a:pt x="4509042" y="575456"/>
                  </a:lnTo>
                  <a:lnTo>
                    <a:pt x="4509136" y="575456"/>
                  </a:lnTo>
                  <a:lnTo>
                    <a:pt x="4509230" y="575456"/>
                  </a:lnTo>
                  <a:lnTo>
                    <a:pt x="4509324" y="575456"/>
                  </a:lnTo>
                  <a:lnTo>
                    <a:pt x="4509418" y="575456"/>
                  </a:lnTo>
                  <a:lnTo>
                    <a:pt x="4509512" y="575456"/>
                  </a:lnTo>
                  <a:lnTo>
                    <a:pt x="4509606" y="575456"/>
                  </a:lnTo>
                  <a:lnTo>
                    <a:pt x="4509700" y="575456"/>
                  </a:lnTo>
                  <a:lnTo>
                    <a:pt x="4509794" y="575456"/>
                  </a:lnTo>
                  <a:lnTo>
                    <a:pt x="4509888" y="575456"/>
                  </a:lnTo>
                  <a:lnTo>
                    <a:pt x="4509982" y="575456"/>
                  </a:lnTo>
                  <a:lnTo>
                    <a:pt x="4510076" y="575456"/>
                  </a:lnTo>
                  <a:lnTo>
                    <a:pt x="4510170" y="575456"/>
                  </a:lnTo>
                  <a:lnTo>
                    <a:pt x="4510264" y="575456"/>
                  </a:lnTo>
                  <a:lnTo>
                    <a:pt x="4510358" y="575456"/>
                  </a:lnTo>
                  <a:lnTo>
                    <a:pt x="4510452" y="575456"/>
                  </a:lnTo>
                  <a:lnTo>
                    <a:pt x="4510546" y="575456"/>
                  </a:lnTo>
                  <a:lnTo>
                    <a:pt x="4510640" y="575456"/>
                  </a:lnTo>
                  <a:lnTo>
                    <a:pt x="4510734" y="575456"/>
                  </a:lnTo>
                  <a:lnTo>
                    <a:pt x="4510828" y="575456"/>
                  </a:lnTo>
                  <a:lnTo>
                    <a:pt x="4510922" y="575456"/>
                  </a:lnTo>
                  <a:lnTo>
                    <a:pt x="4511016" y="575456"/>
                  </a:lnTo>
                  <a:lnTo>
                    <a:pt x="4511110" y="575456"/>
                  </a:lnTo>
                  <a:lnTo>
                    <a:pt x="4511110" y="570177"/>
                  </a:lnTo>
                  <a:lnTo>
                    <a:pt x="4511204" y="570177"/>
                  </a:lnTo>
                  <a:lnTo>
                    <a:pt x="4511298" y="570177"/>
                  </a:lnTo>
                  <a:lnTo>
                    <a:pt x="4511392" y="570177"/>
                  </a:lnTo>
                  <a:lnTo>
                    <a:pt x="4511486" y="570177"/>
                  </a:lnTo>
                  <a:lnTo>
                    <a:pt x="4511580" y="570177"/>
                  </a:lnTo>
                  <a:lnTo>
                    <a:pt x="4511674" y="570177"/>
                  </a:lnTo>
                  <a:lnTo>
                    <a:pt x="4511769" y="570177"/>
                  </a:lnTo>
                  <a:lnTo>
                    <a:pt x="4511863" y="570177"/>
                  </a:lnTo>
                  <a:lnTo>
                    <a:pt x="4511957" y="570177"/>
                  </a:lnTo>
                  <a:lnTo>
                    <a:pt x="4512051" y="570177"/>
                  </a:lnTo>
                  <a:lnTo>
                    <a:pt x="4512145" y="570177"/>
                  </a:lnTo>
                  <a:lnTo>
                    <a:pt x="4512239" y="570177"/>
                  </a:lnTo>
                  <a:lnTo>
                    <a:pt x="4512333" y="570177"/>
                  </a:lnTo>
                  <a:lnTo>
                    <a:pt x="4512427" y="570177"/>
                  </a:lnTo>
                  <a:lnTo>
                    <a:pt x="4512521" y="570177"/>
                  </a:lnTo>
                  <a:lnTo>
                    <a:pt x="4512615" y="570177"/>
                  </a:lnTo>
                  <a:lnTo>
                    <a:pt x="4512709" y="570177"/>
                  </a:lnTo>
                  <a:lnTo>
                    <a:pt x="4512803" y="570177"/>
                  </a:lnTo>
                  <a:lnTo>
                    <a:pt x="4512897" y="570177"/>
                  </a:lnTo>
                  <a:lnTo>
                    <a:pt x="4512991" y="570177"/>
                  </a:lnTo>
                  <a:lnTo>
                    <a:pt x="4513085" y="570177"/>
                  </a:lnTo>
                  <a:lnTo>
                    <a:pt x="4513179" y="570177"/>
                  </a:lnTo>
                  <a:lnTo>
                    <a:pt x="4513273" y="570177"/>
                  </a:lnTo>
                  <a:lnTo>
                    <a:pt x="4513367" y="570177"/>
                  </a:lnTo>
                  <a:lnTo>
                    <a:pt x="4513461" y="570177"/>
                  </a:lnTo>
                  <a:lnTo>
                    <a:pt x="4513555" y="570177"/>
                  </a:lnTo>
                  <a:lnTo>
                    <a:pt x="4513649" y="570177"/>
                  </a:lnTo>
                  <a:lnTo>
                    <a:pt x="4513743" y="570177"/>
                  </a:lnTo>
                  <a:lnTo>
                    <a:pt x="4513837" y="570177"/>
                  </a:lnTo>
                  <a:lnTo>
                    <a:pt x="4513931" y="570177"/>
                  </a:lnTo>
                  <a:lnTo>
                    <a:pt x="4514025" y="570177"/>
                  </a:lnTo>
                  <a:lnTo>
                    <a:pt x="4514119" y="570177"/>
                  </a:lnTo>
                  <a:lnTo>
                    <a:pt x="4514213" y="570177"/>
                  </a:lnTo>
                  <a:lnTo>
                    <a:pt x="4514307" y="570177"/>
                  </a:lnTo>
                  <a:lnTo>
                    <a:pt x="4514401" y="570177"/>
                  </a:lnTo>
                  <a:lnTo>
                    <a:pt x="4514495" y="570177"/>
                  </a:lnTo>
                  <a:lnTo>
                    <a:pt x="4514589" y="570177"/>
                  </a:lnTo>
                  <a:lnTo>
                    <a:pt x="4514683" y="570177"/>
                  </a:lnTo>
                  <a:lnTo>
                    <a:pt x="4514777" y="570177"/>
                  </a:lnTo>
                  <a:lnTo>
                    <a:pt x="4514871" y="570177"/>
                  </a:lnTo>
                  <a:lnTo>
                    <a:pt x="4514965" y="570177"/>
                  </a:lnTo>
                  <a:lnTo>
                    <a:pt x="4515059" y="570177"/>
                  </a:lnTo>
                  <a:lnTo>
                    <a:pt x="4515153" y="570177"/>
                  </a:lnTo>
                  <a:lnTo>
                    <a:pt x="4515247" y="570177"/>
                  </a:lnTo>
                  <a:lnTo>
                    <a:pt x="4515342" y="570177"/>
                  </a:lnTo>
                  <a:lnTo>
                    <a:pt x="4515436" y="570177"/>
                  </a:lnTo>
                  <a:lnTo>
                    <a:pt x="4515530" y="570177"/>
                  </a:lnTo>
                  <a:lnTo>
                    <a:pt x="4515624" y="570177"/>
                  </a:lnTo>
                  <a:lnTo>
                    <a:pt x="4515718" y="570177"/>
                  </a:lnTo>
                  <a:lnTo>
                    <a:pt x="4515812" y="570177"/>
                  </a:lnTo>
                  <a:lnTo>
                    <a:pt x="4515906" y="570177"/>
                  </a:lnTo>
                  <a:lnTo>
                    <a:pt x="4516000" y="570177"/>
                  </a:lnTo>
                  <a:lnTo>
                    <a:pt x="4516094" y="570177"/>
                  </a:lnTo>
                  <a:lnTo>
                    <a:pt x="4516094" y="564898"/>
                  </a:lnTo>
                  <a:lnTo>
                    <a:pt x="4516188" y="564898"/>
                  </a:lnTo>
                  <a:lnTo>
                    <a:pt x="4516282" y="564898"/>
                  </a:lnTo>
                  <a:lnTo>
                    <a:pt x="4516376" y="564898"/>
                  </a:lnTo>
                  <a:lnTo>
                    <a:pt x="4516470" y="564898"/>
                  </a:lnTo>
                  <a:lnTo>
                    <a:pt x="4516564" y="564898"/>
                  </a:lnTo>
                  <a:lnTo>
                    <a:pt x="4516658" y="564898"/>
                  </a:lnTo>
                  <a:lnTo>
                    <a:pt x="4516752" y="564898"/>
                  </a:lnTo>
                  <a:lnTo>
                    <a:pt x="4516846" y="564898"/>
                  </a:lnTo>
                  <a:lnTo>
                    <a:pt x="4516940" y="564898"/>
                  </a:lnTo>
                  <a:lnTo>
                    <a:pt x="4517034" y="564898"/>
                  </a:lnTo>
                  <a:lnTo>
                    <a:pt x="4517128" y="564898"/>
                  </a:lnTo>
                  <a:lnTo>
                    <a:pt x="4517222" y="564898"/>
                  </a:lnTo>
                  <a:lnTo>
                    <a:pt x="4517316" y="564898"/>
                  </a:lnTo>
                  <a:lnTo>
                    <a:pt x="4517410" y="564898"/>
                  </a:lnTo>
                  <a:lnTo>
                    <a:pt x="4517504" y="564898"/>
                  </a:lnTo>
                  <a:lnTo>
                    <a:pt x="4517598" y="564898"/>
                  </a:lnTo>
                  <a:lnTo>
                    <a:pt x="4517692" y="564898"/>
                  </a:lnTo>
                  <a:lnTo>
                    <a:pt x="4517786" y="564898"/>
                  </a:lnTo>
                  <a:lnTo>
                    <a:pt x="4517880" y="564898"/>
                  </a:lnTo>
                  <a:lnTo>
                    <a:pt x="4517974" y="564898"/>
                  </a:lnTo>
                  <a:lnTo>
                    <a:pt x="4518068" y="564898"/>
                  </a:lnTo>
                  <a:lnTo>
                    <a:pt x="4518162" y="564898"/>
                  </a:lnTo>
                  <a:lnTo>
                    <a:pt x="4518256" y="564898"/>
                  </a:lnTo>
                  <a:lnTo>
                    <a:pt x="4518350" y="564898"/>
                  </a:lnTo>
                  <a:lnTo>
                    <a:pt x="4518444" y="564898"/>
                  </a:lnTo>
                  <a:lnTo>
                    <a:pt x="4518538" y="564898"/>
                  </a:lnTo>
                  <a:lnTo>
                    <a:pt x="4518632" y="564898"/>
                  </a:lnTo>
                  <a:lnTo>
                    <a:pt x="4518726" y="564898"/>
                  </a:lnTo>
                  <a:lnTo>
                    <a:pt x="4518821" y="564898"/>
                  </a:lnTo>
                  <a:lnTo>
                    <a:pt x="4518915" y="564898"/>
                  </a:lnTo>
                  <a:lnTo>
                    <a:pt x="4519009" y="564898"/>
                  </a:lnTo>
                  <a:lnTo>
                    <a:pt x="4519103" y="564898"/>
                  </a:lnTo>
                  <a:lnTo>
                    <a:pt x="4519197" y="564898"/>
                  </a:lnTo>
                  <a:lnTo>
                    <a:pt x="4519291" y="564898"/>
                  </a:lnTo>
                  <a:lnTo>
                    <a:pt x="4519385" y="564898"/>
                  </a:lnTo>
                  <a:lnTo>
                    <a:pt x="4519479" y="564898"/>
                  </a:lnTo>
                  <a:lnTo>
                    <a:pt x="4519573" y="564898"/>
                  </a:lnTo>
                  <a:lnTo>
                    <a:pt x="4519667" y="564898"/>
                  </a:lnTo>
                  <a:lnTo>
                    <a:pt x="4519761" y="564898"/>
                  </a:lnTo>
                  <a:lnTo>
                    <a:pt x="4519855" y="564898"/>
                  </a:lnTo>
                  <a:lnTo>
                    <a:pt x="4519949" y="564898"/>
                  </a:lnTo>
                  <a:lnTo>
                    <a:pt x="4520043" y="564898"/>
                  </a:lnTo>
                  <a:lnTo>
                    <a:pt x="4520137" y="564898"/>
                  </a:lnTo>
                  <a:lnTo>
                    <a:pt x="4520231" y="564898"/>
                  </a:lnTo>
                  <a:lnTo>
                    <a:pt x="4520231" y="559618"/>
                  </a:lnTo>
                  <a:lnTo>
                    <a:pt x="4520325" y="559618"/>
                  </a:lnTo>
                  <a:lnTo>
                    <a:pt x="4520419" y="559618"/>
                  </a:lnTo>
                  <a:lnTo>
                    <a:pt x="4520513" y="559618"/>
                  </a:lnTo>
                  <a:lnTo>
                    <a:pt x="4520607" y="559618"/>
                  </a:lnTo>
                  <a:lnTo>
                    <a:pt x="4520701" y="559618"/>
                  </a:lnTo>
                  <a:lnTo>
                    <a:pt x="4520795" y="559618"/>
                  </a:lnTo>
                  <a:lnTo>
                    <a:pt x="4520889" y="559618"/>
                  </a:lnTo>
                  <a:lnTo>
                    <a:pt x="4520983" y="559618"/>
                  </a:lnTo>
                  <a:lnTo>
                    <a:pt x="4521077" y="559618"/>
                  </a:lnTo>
                  <a:lnTo>
                    <a:pt x="4521171" y="559618"/>
                  </a:lnTo>
                  <a:lnTo>
                    <a:pt x="4521265" y="559618"/>
                  </a:lnTo>
                  <a:lnTo>
                    <a:pt x="4521359" y="559618"/>
                  </a:lnTo>
                  <a:lnTo>
                    <a:pt x="4521453" y="559618"/>
                  </a:lnTo>
                  <a:lnTo>
                    <a:pt x="4521547" y="559618"/>
                  </a:lnTo>
                  <a:lnTo>
                    <a:pt x="4521641" y="559618"/>
                  </a:lnTo>
                  <a:lnTo>
                    <a:pt x="4521735" y="559618"/>
                  </a:lnTo>
                  <a:lnTo>
                    <a:pt x="4521829" y="559618"/>
                  </a:lnTo>
                  <a:lnTo>
                    <a:pt x="4521923" y="559618"/>
                  </a:lnTo>
                  <a:lnTo>
                    <a:pt x="4522017" y="559618"/>
                  </a:lnTo>
                  <a:lnTo>
                    <a:pt x="4522017" y="554339"/>
                  </a:lnTo>
                  <a:lnTo>
                    <a:pt x="4522111" y="554339"/>
                  </a:lnTo>
                  <a:lnTo>
                    <a:pt x="4522205" y="554339"/>
                  </a:lnTo>
                  <a:lnTo>
                    <a:pt x="4522299" y="554339"/>
                  </a:lnTo>
                  <a:lnTo>
                    <a:pt x="4522394" y="554339"/>
                  </a:lnTo>
                  <a:lnTo>
                    <a:pt x="4522488" y="554339"/>
                  </a:lnTo>
                  <a:lnTo>
                    <a:pt x="4522582" y="554339"/>
                  </a:lnTo>
                  <a:lnTo>
                    <a:pt x="4522676" y="554339"/>
                  </a:lnTo>
                  <a:lnTo>
                    <a:pt x="4522770" y="554339"/>
                  </a:lnTo>
                  <a:lnTo>
                    <a:pt x="4522864" y="554339"/>
                  </a:lnTo>
                  <a:lnTo>
                    <a:pt x="4522958" y="554339"/>
                  </a:lnTo>
                  <a:lnTo>
                    <a:pt x="4523052" y="554339"/>
                  </a:lnTo>
                  <a:lnTo>
                    <a:pt x="4523146" y="554339"/>
                  </a:lnTo>
                  <a:lnTo>
                    <a:pt x="4523240" y="554339"/>
                  </a:lnTo>
                  <a:lnTo>
                    <a:pt x="4523334" y="554339"/>
                  </a:lnTo>
                  <a:lnTo>
                    <a:pt x="4523428" y="554339"/>
                  </a:lnTo>
                  <a:lnTo>
                    <a:pt x="4523522" y="554339"/>
                  </a:lnTo>
                  <a:lnTo>
                    <a:pt x="4523616" y="554339"/>
                  </a:lnTo>
                  <a:lnTo>
                    <a:pt x="4523710" y="554339"/>
                  </a:lnTo>
                  <a:lnTo>
                    <a:pt x="4523804" y="554339"/>
                  </a:lnTo>
                  <a:lnTo>
                    <a:pt x="4523898" y="554339"/>
                  </a:lnTo>
                  <a:lnTo>
                    <a:pt x="4523992" y="554339"/>
                  </a:lnTo>
                  <a:lnTo>
                    <a:pt x="4524086" y="554339"/>
                  </a:lnTo>
                  <a:lnTo>
                    <a:pt x="4524180" y="554339"/>
                  </a:lnTo>
                  <a:lnTo>
                    <a:pt x="4524274" y="554339"/>
                  </a:lnTo>
                  <a:lnTo>
                    <a:pt x="4524368" y="554339"/>
                  </a:lnTo>
                  <a:lnTo>
                    <a:pt x="4524462" y="554339"/>
                  </a:lnTo>
                  <a:lnTo>
                    <a:pt x="4524556" y="554339"/>
                  </a:lnTo>
                  <a:lnTo>
                    <a:pt x="4524650" y="554339"/>
                  </a:lnTo>
                  <a:lnTo>
                    <a:pt x="4524744" y="554339"/>
                  </a:lnTo>
                  <a:lnTo>
                    <a:pt x="4524838" y="554339"/>
                  </a:lnTo>
                  <a:lnTo>
                    <a:pt x="4524932" y="554339"/>
                  </a:lnTo>
                  <a:lnTo>
                    <a:pt x="4525026" y="554339"/>
                  </a:lnTo>
                  <a:lnTo>
                    <a:pt x="4525120" y="554339"/>
                  </a:lnTo>
                  <a:lnTo>
                    <a:pt x="4525214" y="554339"/>
                  </a:lnTo>
                  <a:lnTo>
                    <a:pt x="4525308" y="554339"/>
                  </a:lnTo>
                  <a:lnTo>
                    <a:pt x="4525402" y="554339"/>
                  </a:lnTo>
                  <a:lnTo>
                    <a:pt x="4525496" y="554339"/>
                  </a:lnTo>
                  <a:lnTo>
                    <a:pt x="4525590" y="554339"/>
                  </a:lnTo>
                  <a:lnTo>
                    <a:pt x="4525684" y="554339"/>
                  </a:lnTo>
                  <a:lnTo>
                    <a:pt x="4525778" y="554339"/>
                  </a:lnTo>
                  <a:lnTo>
                    <a:pt x="4525872" y="554339"/>
                  </a:lnTo>
                  <a:lnTo>
                    <a:pt x="4525967" y="554339"/>
                  </a:lnTo>
                  <a:lnTo>
                    <a:pt x="4526061" y="554339"/>
                  </a:lnTo>
                  <a:lnTo>
                    <a:pt x="4526155" y="554339"/>
                  </a:lnTo>
                  <a:lnTo>
                    <a:pt x="4526249" y="554339"/>
                  </a:lnTo>
                  <a:lnTo>
                    <a:pt x="4526343" y="554339"/>
                  </a:lnTo>
                  <a:lnTo>
                    <a:pt x="4526437" y="554339"/>
                  </a:lnTo>
                  <a:lnTo>
                    <a:pt x="4526531" y="554339"/>
                  </a:lnTo>
                  <a:lnTo>
                    <a:pt x="4526531" y="549059"/>
                  </a:lnTo>
                  <a:lnTo>
                    <a:pt x="4526625" y="549059"/>
                  </a:lnTo>
                  <a:lnTo>
                    <a:pt x="4526719" y="549059"/>
                  </a:lnTo>
                  <a:lnTo>
                    <a:pt x="4526813" y="549059"/>
                  </a:lnTo>
                  <a:lnTo>
                    <a:pt x="4526907" y="549059"/>
                  </a:lnTo>
                  <a:lnTo>
                    <a:pt x="4527001" y="549059"/>
                  </a:lnTo>
                  <a:lnTo>
                    <a:pt x="4527095" y="549059"/>
                  </a:lnTo>
                  <a:lnTo>
                    <a:pt x="4527189" y="549059"/>
                  </a:lnTo>
                  <a:lnTo>
                    <a:pt x="4527283" y="549059"/>
                  </a:lnTo>
                  <a:lnTo>
                    <a:pt x="4527377" y="549059"/>
                  </a:lnTo>
                  <a:lnTo>
                    <a:pt x="4527471" y="549059"/>
                  </a:lnTo>
                  <a:lnTo>
                    <a:pt x="4527565" y="549059"/>
                  </a:lnTo>
                  <a:lnTo>
                    <a:pt x="4527659" y="549059"/>
                  </a:lnTo>
                  <a:lnTo>
                    <a:pt x="4527753" y="549059"/>
                  </a:lnTo>
                  <a:lnTo>
                    <a:pt x="4527847" y="549059"/>
                  </a:lnTo>
                  <a:lnTo>
                    <a:pt x="4527941" y="549059"/>
                  </a:lnTo>
                  <a:lnTo>
                    <a:pt x="4528035" y="549059"/>
                  </a:lnTo>
                  <a:lnTo>
                    <a:pt x="4528129" y="549059"/>
                  </a:lnTo>
                  <a:lnTo>
                    <a:pt x="4528223" y="549059"/>
                  </a:lnTo>
                  <a:lnTo>
                    <a:pt x="4528317" y="549059"/>
                  </a:lnTo>
                  <a:lnTo>
                    <a:pt x="4528411" y="549059"/>
                  </a:lnTo>
                  <a:lnTo>
                    <a:pt x="4528505" y="549059"/>
                  </a:lnTo>
                  <a:lnTo>
                    <a:pt x="4528599" y="549059"/>
                  </a:lnTo>
                  <a:lnTo>
                    <a:pt x="4528693" y="549059"/>
                  </a:lnTo>
                  <a:lnTo>
                    <a:pt x="4528787" y="549059"/>
                  </a:lnTo>
                  <a:lnTo>
                    <a:pt x="4528881" y="549059"/>
                  </a:lnTo>
                  <a:lnTo>
                    <a:pt x="4528975" y="549059"/>
                  </a:lnTo>
                  <a:lnTo>
                    <a:pt x="4529069" y="549059"/>
                  </a:lnTo>
                  <a:lnTo>
                    <a:pt x="4529163" y="549059"/>
                  </a:lnTo>
                  <a:lnTo>
                    <a:pt x="4529257" y="549059"/>
                  </a:lnTo>
                  <a:lnTo>
                    <a:pt x="4529351" y="549059"/>
                  </a:lnTo>
                  <a:lnTo>
                    <a:pt x="4529446" y="549059"/>
                  </a:lnTo>
                  <a:lnTo>
                    <a:pt x="4529540" y="549059"/>
                  </a:lnTo>
                  <a:lnTo>
                    <a:pt x="4529634" y="549059"/>
                  </a:lnTo>
                  <a:lnTo>
                    <a:pt x="4529728" y="549059"/>
                  </a:lnTo>
                  <a:lnTo>
                    <a:pt x="4529822" y="549059"/>
                  </a:lnTo>
                  <a:lnTo>
                    <a:pt x="4529916" y="549059"/>
                  </a:lnTo>
                  <a:lnTo>
                    <a:pt x="4530010" y="549059"/>
                  </a:lnTo>
                  <a:lnTo>
                    <a:pt x="4530104" y="549059"/>
                  </a:lnTo>
                  <a:lnTo>
                    <a:pt x="4530198" y="549059"/>
                  </a:lnTo>
                  <a:lnTo>
                    <a:pt x="4530292" y="549059"/>
                  </a:lnTo>
                  <a:lnTo>
                    <a:pt x="4530386" y="549059"/>
                  </a:lnTo>
                  <a:lnTo>
                    <a:pt x="4530480" y="549059"/>
                  </a:lnTo>
                  <a:lnTo>
                    <a:pt x="4530574" y="549059"/>
                  </a:lnTo>
                  <a:lnTo>
                    <a:pt x="4530668" y="549059"/>
                  </a:lnTo>
                  <a:lnTo>
                    <a:pt x="4530762" y="549059"/>
                  </a:lnTo>
                  <a:lnTo>
                    <a:pt x="4530856" y="549059"/>
                  </a:lnTo>
                  <a:lnTo>
                    <a:pt x="4530950" y="549059"/>
                  </a:lnTo>
                  <a:lnTo>
                    <a:pt x="4531044" y="549059"/>
                  </a:lnTo>
                  <a:lnTo>
                    <a:pt x="4531138" y="549059"/>
                  </a:lnTo>
                  <a:lnTo>
                    <a:pt x="4531232" y="549059"/>
                  </a:lnTo>
                  <a:lnTo>
                    <a:pt x="4531326" y="549059"/>
                  </a:lnTo>
                  <a:lnTo>
                    <a:pt x="4531420" y="549059"/>
                  </a:lnTo>
                  <a:lnTo>
                    <a:pt x="4531514" y="549059"/>
                  </a:lnTo>
                  <a:lnTo>
                    <a:pt x="4531608" y="549059"/>
                  </a:lnTo>
                  <a:lnTo>
                    <a:pt x="4531702" y="549059"/>
                  </a:lnTo>
                  <a:lnTo>
                    <a:pt x="4531796" y="549059"/>
                  </a:lnTo>
                  <a:lnTo>
                    <a:pt x="4531890" y="549059"/>
                  </a:lnTo>
                  <a:lnTo>
                    <a:pt x="4531890" y="543780"/>
                  </a:lnTo>
                  <a:lnTo>
                    <a:pt x="4531984" y="543780"/>
                  </a:lnTo>
                  <a:lnTo>
                    <a:pt x="4532078" y="543780"/>
                  </a:lnTo>
                  <a:lnTo>
                    <a:pt x="4532172" y="543780"/>
                  </a:lnTo>
                  <a:lnTo>
                    <a:pt x="4532266" y="543780"/>
                  </a:lnTo>
                  <a:lnTo>
                    <a:pt x="4532360" y="543780"/>
                  </a:lnTo>
                  <a:lnTo>
                    <a:pt x="4532454" y="543780"/>
                  </a:lnTo>
                  <a:lnTo>
                    <a:pt x="4532548" y="543780"/>
                  </a:lnTo>
                  <a:lnTo>
                    <a:pt x="4532642" y="543780"/>
                  </a:lnTo>
                  <a:lnTo>
                    <a:pt x="4532736" y="543780"/>
                  </a:lnTo>
                  <a:lnTo>
                    <a:pt x="4532830" y="543780"/>
                  </a:lnTo>
                  <a:lnTo>
                    <a:pt x="4532924" y="543780"/>
                  </a:lnTo>
                  <a:lnTo>
                    <a:pt x="4533019" y="543780"/>
                  </a:lnTo>
                  <a:lnTo>
                    <a:pt x="4533113" y="543780"/>
                  </a:lnTo>
                  <a:lnTo>
                    <a:pt x="4533207" y="543780"/>
                  </a:lnTo>
                  <a:lnTo>
                    <a:pt x="4533301" y="543780"/>
                  </a:lnTo>
                  <a:lnTo>
                    <a:pt x="4533395" y="543780"/>
                  </a:lnTo>
                  <a:lnTo>
                    <a:pt x="4533489" y="543780"/>
                  </a:lnTo>
                  <a:lnTo>
                    <a:pt x="4533583" y="543780"/>
                  </a:lnTo>
                  <a:lnTo>
                    <a:pt x="4533677" y="543780"/>
                  </a:lnTo>
                  <a:lnTo>
                    <a:pt x="4533771" y="543780"/>
                  </a:lnTo>
                  <a:lnTo>
                    <a:pt x="4533865" y="543780"/>
                  </a:lnTo>
                  <a:lnTo>
                    <a:pt x="4533959" y="543780"/>
                  </a:lnTo>
                  <a:lnTo>
                    <a:pt x="4534053" y="543780"/>
                  </a:lnTo>
                  <a:lnTo>
                    <a:pt x="4534147" y="543780"/>
                  </a:lnTo>
                  <a:lnTo>
                    <a:pt x="4534241" y="543780"/>
                  </a:lnTo>
                  <a:lnTo>
                    <a:pt x="4534335" y="543780"/>
                  </a:lnTo>
                  <a:lnTo>
                    <a:pt x="4534429" y="543780"/>
                  </a:lnTo>
                  <a:lnTo>
                    <a:pt x="4534523" y="543780"/>
                  </a:lnTo>
                  <a:lnTo>
                    <a:pt x="4534617" y="543780"/>
                  </a:lnTo>
                  <a:lnTo>
                    <a:pt x="4534711" y="543780"/>
                  </a:lnTo>
                  <a:lnTo>
                    <a:pt x="4534805" y="543780"/>
                  </a:lnTo>
                  <a:lnTo>
                    <a:pt x="4534899" y="543780"/>
                  </a:lnTo>
                  <a:lnTo>
                    <a:pt x="4534993" y="543780"/>
                  </a:lnTo>
                  <a:lnTo>
                    <a:pt x="4535087" y="543780"/>
                  </a:lnTo>
                  <a:lnTo>
                    <a:pt x="4535181" y="543780"/>
                  </a:lnTo>
                  <a:lnTo>
                    <a:pt x="4535275" y="543780"/>
                  </a:lnTo>
                  <a:lnTo>
                    <a:pt x="4535369" y="543780"/>
                  </a:lnTo>
                  <a:lnTo>
                    <a:pt x="4535463" y="543780"/>
                  </a:lnTo>
                  <a:lnTo>
                    <a:pt x="4535557" y="543780"/>
                  </a:lnTo>
                  <a:lnTo>
                    <a:pt x="4535651" y="543780"/>
                  </a:lnTo>
                  <a:lnTo>
                    <a:pt x="4535745" y="543780"/>
                  </a:lnTo>
                  <a:lnTo>
                    <a:pt x="4535839" y="543780"/>
                  </a:lnTo>
                  <a:lnTo>
                    <a:pt x="4535933" y="543780"/>
                  </a:lnTo>
                  <a:lnTo>
                    <a:pt x="4536027" y="543780"/>
                  </a:lnTo>
                  <a:lnTo>
                    <a:pt x="4536121" y="543780"/>
                  </a:lnTo>
                  <a:lnTo>
                    <a:pt x="4536215" y="543780"/>
                  </a:lnTo>
                  <a:lnTo>
                    <a:pt x="4536309" y="543780"/>
                  </a:lnTo>
                  <a:lnTo>
                    <a:pt x="4536309" y="538500"/>
                  </a:lnTo>
                  <a:lnTo>
                    <a:pt x="4536403" y="538500"/>
                  </a:lnTo>
                  <a:lnTo>
                    <a:pt x="4536497" y="538500"/>
                  </a:lnTo>
                  <a:lnTo>
                    <a:pt x="4536592" y="538500"/>
                  </a:lnTo>
                  <a:lnTo>
                    <a:pt x="4536686" y="538500"/>
                  </a:lnTo>
                  <a:lnTo>
                    <a:pt x="4536780" y="538500"/>
                  </a:lnTo>
                  <a:lnTo>
                    <a:pt x="4536874" y="538500"/>
                  </a:lnTo>
                  <a:lnTo>
                    <a:pt x="4536968" y="538500"/>
                  </a:lnTo>
                  <a:lnTo>
                    <a:pt x="4537062" y="538500"/>
                  </a:lnTo>
                  <a:lnTo>
                    <a:pt x="4537156" y="538500"/>
                  </a:lnTo>
                  <a:lnTo>
                    <a:pt x="4537250" y="538500"/>
                  </a:lnTo>
                  <a:lnTo>
                    <a:pt x="4537344" y="538500"/>
                  </a:lnTo>
                  <a:lnTo>
                    <a:pt x="4537438" y="538500"/>
                  </a:lnTo>
                  <a:lnTo>
                    <a:pt x="4537532" y="538500"/>
                  </a:lnTo>
                  <a:lnTo>
                    <a:pt x="4537626" y="538500"/>
                  </a:lnTo>
                  <a:lnTo>
                    <a:pt x="4537720" y="538500"/>
                  </a:lnTo>
                  <a:lnTo>
                    <a:pt x="4537814" y="538500"/>
                  </a:lnTo>
                  <a:lnTo>
                    <a:pt x="4537908" y="538500"/>
                  </a:lnTo>
                  <a:lnTo>
                    <a:pt x="4538002" y="538500"/>
                  </a:lnTo>
                  <a:lnTo>
                    <a:pt x="4538096" y="538500"/>
                  </a:lnTo>
                  <a:lnTo>
                    <a:pt x="4538190" y="538500"/>
                  </a:lnTo>
                  <a:lnTo>
                    <a:pt x="4538284" y="538500"/>
                  </a:lnTo>
                  <a:lnTo>
                    <a:pt x="4538378" y="538500"/>
                  </a:lnTo>
                  <a:lnTo>
                    <a:pt x="4538472" y="538500"/>
                  </a:lnTo>
                  <a:lnTo>
                    <a:pt x="4538566" y="538500"/>
                  </a:lnTo>
                  <a:lnTo>
                    <a:pt x="4538660" y="538500"/>
                  </a:lnTo>
                  <a:lnTo>
                    <a:pt x="4538754" y="538500"/>
                  </a:lnTo>
                  <a:lnTo>
                    <a:pt x="4538848" y="538500"/>
                  </a:lnTo>
                  <a:lnTo>
                    <a:pt x="4538942" y="538500"/>
                  </a:lnTo>
                  <a:lnTo>
                    <a:pt x="4539036" y="538500"/>
                  </a:lnTo>
                  <a:lnTo>
                    <a:pt x="4539130" y="538500"/>
                  </a:lnTo>
                  <a:lnTo>
                    <a:pt x="4539224" y="538500"/>
                  </a:lnTo>
                  <a:lnTo>
                    <a:pt x="4539318" y="538500"/>
                  </a:lnTo>
                  <a:lnTo>
                    <a:pt x="4539412" y="538500"/>
                  </a:lnTo>
                  <a:lnTo>
                    <a:pt x="4539506" y="538500"/>
                  </a:lnTo>
                  <a:lnTo>
                    <a:pt x="4539600" y="538500"/>
                  </a:lnTo>
                  <a:lnTo>
                    <a:pt x="4539694" y="538500"/>
                  </a:lnTo>
                  <a:lnTo>
                    <a:pt x="4539788" y="538500"/>
                  </a:lnTo>
                  <a:lnTo>
                    <a:pt x="4539882" y="538500"/>
                  </a:lnTo>
                  <a:lnTo>
                    <a:pt x="4539976" y="538500"/>
                  </a:lnTo>
                  <a:lnTo>
                    <a:pt x="4540070" y="538500"/>
                  </a:lnTo>
                  <a:lnTo>
                    <a:pt x="4540165" y="538500"/>
                  </a:lnTo>
                  <a:lnTo>
                    <a:pt x="4540259" y="538500"/>
                  </a:lnTo>
                  <a:lnTo>
                    <a:pt x="4540353" y="538500"/>
                  </a:lnTo>
                  <a:lnTo>
                    <a:pt x="4540447" y="538500"/>
                  </a:lnTo>
                  <a:lnTo>
                    <a:pt x="4540541" y="538500"/>
                  </a:lnTo>
                  <a:lnTo>
                    <a:pt x="4540635" y="538500"/>
                  </a:lnTo>
                  <a:lnTo>
                    <a:pt x="4540729" y="538500"/>
                  </a:lnTo>
                  <a:lnTo>
                    <a:pt x="4540823" y="538500"/>
                  </a:lnTo>
                  <a:lnTo>
                    <a:pt x="4540917" y="538500"/>
                  </a:lnTo>
                  <a:lnTo>
                    <a:pt x="4541011" y="538500"/>
                  </a:lnTo>
                  <a:lnTo>
                    <a:pt x="4541105" y="538500"/>
                  </a:lnTo>
                  <a:lnTo>
                    <a:pt x="4541199" y="538500"/>
                  </a:lnTo>
                  <a:lnTo>
                    <a:pt x="4541293" y="538500"/>
                  </a:lnTo>
                  <a:lnTo>
                    <a:pt x="4541387" y="538500"/>
                  </a:lnTo>
                  <a:lnTo>
                    <a:pt x="4541481" y="538500"/>
                  </a:lnTo>
                  <a:lnTo>
                    <a:pt x="4541575" y="538500"/>
                  </a:lnTo>
                  <a:lnTo>
                    <a:pt x="4541669" y="538500"/>
                  </a:lnTo>
                  <a:lnTo>
                    <a:pt x="4541763" y="538500"/>
                  </a:lnTo>
                  <a:lnTo>
                    <a:pt x="4541857" y="538500"/>
                  </a:lnTo>
                  <a:lnTo>
                    <a:pt x="4541951" y="538500"/>
                  </a:lnTo>
                  <a:lnTo>
                    <a:pt x="4542045" y="538500"/>
                  </a:lnTo>
                  <a:lnTo>
                    <a:pt x="4542139" y="538500"/>
                  </a:lnTo>
                  <a:lnTo>
                    <a:pt x="4542233" y="538500"/>
                  </a:lnTo>
                  <a:lnTo>
                    <a:pt x="4542327" y="538500"/>
                  </a:lnTo>
                  <a:lnTo>
                    <a:pt x="4542421" y="538500"/>
                  </a:lnTo>
                  <a:lnTo>
                    <a:pt x="4542515" y="538500"/>
                  </a:lnTo>
                  <a:lnTo>
                    <a:pt x="4542609" y="538500"/>
                  </a:lnTo>
                  <a:lnTo>
                    <a:pt x="4542703" y="538500"/>
                  </a:lnTo>
                  <a:lnTo>
                    <a:pt x="4542797" y="538500"/>
                  </a:lnTo>
                  <a:lnTo>
                    <a:pt x="4542891" y="538500"/>
                  </a:lnTo>
                  <a:lnTo>
                    <a:pt x="4542985" y="538500"/>
                  </a:lnTo>
                  <a:lnTo>
                    <a:pt x="4543079" y="538500"/>
                  </a:lnTo>
                  <a:lnTo>
                    <a:pt x="4543173" y="538500"/>
                  </a:lnTo>
                  <a:lnTo>
                    <a:pt x="4543267" y="538500"/>
                  </a:lnTo>
                  <a:lnTo>
                    <a:pt x="4543361" y="538500"/>
                  </a:lnTo>
                  <a:lnTo>
                    <a:pt x="4543455" y="538500"/>
                  </a:lnTo>
                  <a:lnTo>
                    <a:pt x="4543549" y="538500"/>
                  </a:lnTo>
                  <a:lnTo>
                    <a:pt x="4543644" y="538500"/>
                  </a:lnTo>
                  <a:lnTo>
                    <a:pt x="4543738" y="538500"/>
                  </a:lnTo>
                  <a:lnTo>
                    <a:pt x="4543832" y="538500"/>
                  </a:lnTo>
                  <a:lnTo>
                    <a:pt x="4543926" y="538500"/>
                  </a:lnTo>
                  <a:lnTo>
                    <a:pt x="4544020" y="538500"/>
                  </a:lnTo>
                  <a:lnTo>
                    <a:pt x="4544114" y="538500"/>
                  </a:lnTo>
                  <a:lnTo>
                    <a:pt x="4544208" y="538500"/>
                  </a:lnTo>
                  <a:lnTo>
                    <a:pt x="4544302" y="538500"/>
                  </a:lnTo>
                  <a:lnTo>
                    <a:pt x="4544396" y="538500"/>
                  </a:lnTo>
                  <a:lnTo>
                    <a:pt x="4544490" y="538500"/>
                  </a:lnTo>
                  <a:lnTo>
                    <a:pt x="4544584" y="538500"/>
                  </a:lnTo>
                  <a:lnTo>
                    <a:pt x="4544678" y="538500"/>
                  </a:lnTo>
                  <a:lnTo>
                    <a:pt x="4544772" y="538500"/>
                  </a:lnTo>
                  <a:lnTo>
                    <a:pt x="4544866" y="538500"/>
                  </a:lnTo>
                  <a:lnTo>
                    <a:pt x="4544960" y="538500"/>
                  </a:lnTo>
                  <a:lnTo>
                    <a:pt x="4545054" y="538500"/>
                  </a:lnTo>
                  <a:lnTo>
                    <a:pt x="4545148" y="538500"/>
                  </a:lnTo>
                  <a:lnTo>
                    <a:pt x="4545148" y="533221"/>
                  </a:lnTo>
                  <a:lnTo>
                    <a:pt x="4545242" y="533221"/>
                  </a:lnTo>
                  <a:lnTo>
                    <a:pt x="4545336" y="533221"/>
                  </a:lnTo>
                  <a:lnTo>
                    <a:pt x="4545430" y="533221"/>
                  </a:lnTo>
                  <a:lnTo>
                    <a:pt x="4545524" y="533221"/>
                  </a:lnTo>
                  <a:lnTo>
                    <a:pt x="4545618" y="533221"/>
                  </a:lnTo>
                  <a:lnTo>
                    <a:pt x="4545712" y="533221"/>
                  </a:lnTo>
                  <a:lnTo>
                    <a:pt x="4545806" y="533221"/>
                  </a:lnTo>
                  <a:lnTo>
                    <a:pt x="4545900" y="533221"/>
                  </a:lnTo>
                  <a:lnTo>
                    <a:pt x="4545994" y="533221"/>
                  </a:lnTo>
                  <a:lnTo>
                    <a:pt x="4546088" y="533221"/>
                  </a:lnTo>
                  <a:lnTo>
                    <a:pt x="4546182" y="533221"/>
                  </a:lnTo>
                  <a:lnTo>
                    <a:pt x="4546276" y="533221"/>
                  </a:lnTo>
                  <a:lnTo>
                    <a:pt x="4546370" y="533221"/>
                  </a:lnTo>
                  <a:lnTo>
                    <a:pt x="4546464" y="533221"/>
                  </a:lnTo>
                  <a:lnTo>
                    <a:pt x="4546558" y="533221"/>
                  </a:lnTo>
                  <a:lnTo>
                    <a:pt x="4546652" y="533221"/>
                  </a:lnTo>
                  <a:lnTo>
                    <a:pt x="4546746" y="533221"/>
                  </a:lnTo>
                  <a:lnTo>
                    <a:pt x="4546840" y="533221"/>
                  </a:lnTo>
                  <a:lnTo>
                    <a:pt x="4546934" y="533221"/>
                  </a:lnTo>
                  <a:lnTo>
                    <a:pt x="4547028" y="533221"/>
                  </a:lnTo>
                  <a:lnTo>
                    <a:pt x="4547122" y="533221"/>
                  </a:lnTo>
                  <a:lnTo>
                    <a:pt x="4547217" y="533221"/>
                  </a:lnTo>
                  <a:lnTo>
                    <a:pt x="4547311" y="533221"/>
                  </a:lnTo>
                  <a:lnTo>
                    <a:pt x="4547405" y="533221"/>
                  </a:lnTo>
                  <a:lnTo>
                    <a:pt x="4547499" y="533221"/>
                  </a:lnTo>
                  <a:lnTo>
                    <a:pt x="4547593" y="533221"/>
                  </a:lnTo>
                  <a:lnTo>
                    <a:pt x="4547687" y="533221"/>
                  </a:lnTo>
                  <a:lnTo>
                    <a:pt x="4547781" y="533221"/>
                  </a:lnTo>
                  <a:lnTo>
                    <a:pt x="4547875" y="533221"/>
                  </a:lnTo>
                  <a:lnTo>
                    <a:pt x="4547969" y="533221"/>
                  </a:lnTo>
                  <a:lnTo>
                    <a:pt x="4548063" y="533221"/>
                  </a:lnTo>
                  <a:lnTo>
                    <a:pt x="4548157" y="533221"/>
                  </a:lnTo>
                  <a:lnTo>
                    <a:pt x="4548251" y="533221"/>
                  </a:lnTo>
                  <a:lnTo>
                    <a:pt x="4548345" y="533221"/>
                  </a:lnTo>
                  <a:lnTo>
                    <a:pt x="4548439" y="533221"/>
                  </a:lnTo>
                  <a:lnTo>
                    <a:pt x="4548533" y="533221"/>
                  </a:lnTo>
                  <a:lnTo>
                    <a:pt x="4548627" y="533221"/>
                  </a:lnTo>
                  <a:lnTo>
                    <a:pt x="4548721" y="533221"/>
                  </a:lnTo>
                  <a:lnTo>
                    <a:pt x="4548815" y="533221"/>
                  </a:lnTo>
                  <a:lnTo>
                    <a:pt x="4548909" y="533221"/>
                  </a:lnTo>
                  <a:lnTo>
                    <a:pt x="4549003" y="533221"/>
                  </a:lnTo>
                  <a:lnTo>
                    <a:pt x="4549097" y="533221"/>
                  </a:lnTo>
                  <a:lnTo>
                    <a:pt x="4549191" y="533221"/>
                  </a:lnTo>
                  <a:lnTo>
                    <a:pt x="4549285" y="533221"/>
                  </a:lnTo>
                  <a:lnTo>
                    <a:pt x="4549379" y="533221"/>
                  </a:lnTo>
                  <a:lnTo>
                    <a:pt x="4549473" y="533221"/>
                  </a:lnTo>
                  <a:lnTo>
                    <a:pt x="4549567" y="533221"/>
                  </a:lnTo>
                  <a:lnTo>
                    <a:pt x="4549661" y="533221"/>
                  </a:lnTo>
                  <a:lnTo>
                    <a:pt x="4549755" y="533221"/>
                  </a:lnTo>
                  <a:lnTo>
                    <a:pt x="4549849" y="533221"/>
                  </a:lnTo>
                  <a:lnTo>
                    <a:pt x="4549943" y="533221"/>
                  </a:lnTo>
                  <a:lnTo>
                    <a:pt x="4550037" y="533221"/>
                  </a:lnTo>
                  <a:lnTo>
                    <a:pt x="4550131" y="533221"/>
                  </a:lnTo>
                  <a:lnTo>
                    <a:pt x="4550225" y="533221"/>
                  </a:lnTo>
                  <a:lnTo>
                    <a:pt x="4550319" y="533221"/>
                  </a:lnTo>
                  <a:lnTo>
                    <a:pt x="4550413" y="533221"/>
                  </a:lnTo>
                  <a:lnTo>
                    <a:pt x="4550507" y="533221"/>
                  </a:lnTo>
                  <a:lnTo>
                    <a:pt x="4550601" y="533221"/>
                  </a:lnTo>
                  <a:lnTo>
                    <a:pt x="4550695" y="533221"/>
                  </a:lnTo>
                  <a:lnTo>
                    <a:pt x="4550790" y="533221"/>
                  </a:lnTo>
                  <a:lnTo>
                    <a:pt x="4550884" y="533221"/>
                  </a:lnTo>
                  <a:lnTo>
                    <a:pt x="4550978" y="533221"/>
                  </a:lnTo>
                  <a:lnTo>
                    <a:pt x="4551072" y="533221"/>
                  </a:lnTo>
                  <a:lnTo>
                    <a:pt x="4551166" y="533221"/>
                  </a:lnTo>
                  <a:lnTo>
                    <a:pt x="4551260" y="533221"/>
                  </a:lnTo>
                  <a:lnTo>
                    <a:pt x="4551354" y="533221"/>
                  </a:lnTo>
                  <a:lnTo>
                    <a:pt x="4551448" y="533221"/>
                  </a:lnTo>
                  <a:lnTo>
                    <a:pt x="4551542" y="533221"/>
                  </a:lnTo>
                  <a:lnTo>
                    <a:pt x="4551636" y="533221"/>
                  </a:lnTo>
                  <a:lnTo>
                    <a:pt x="4551730" y="533221"/>
                  </a:lnTo>
                  <a:lnTo>
                    <a:pt x="4551824" y="533221"/>
                  </a:lnTo>
                  <a:lnTo>
                    <a:pt x="4551918" y="533221"/>
                  </a:lnTo>
                  <a:lnTo>
                    <a:pt x="4552012" y="533221"/>
                  </a:lnTo>
                  <a:lnTo>
                    <a:pt x="4552106" y="533221"/>
                  </a:lnTo>
                  <a:lnTo>
                    <a:pt x="4552200" y="533221"/>
                  </a:lnTo>
                  <a:lnTo>
                    <a:pt x="4552294" y="533221"/>
                  </a:lnTo>
                  <a:lnTo>
                    <a:pt x="4552388" y="533221"/>
                  </a:lnTo>
                  <a:lnTo>
                    <a:pt x="4552482" y="533221"/>
                  </a:lnTo>
                  <a:lnTo>
                    <a:pt x="4552576" y="533221"/>
                  </a:lnTo>
                  <a:lnTo>
                    <a:pt x="4552670" y="533221"/>
                  </a:lnTo>
                  <a:lnTo>
                    <a:pt x="4552764" y="533221"/>
                  </a:lnTo>
                  <a:lnTo>
                    <a:pt x="4552858" y="533221"/>
                  </a:lnTo>
                  <a:lnTo>
                    <a:pt x="4552952" y="533221"/>
                  </a:lnTo>
                  <a:lnTo>
                    <a:pt x="4553046" y="533221"/>
                  </a:lnTo>
                  <a:lnTo>
                    <a:pt x="4553140" y="533221"/>
                  </a:lnTo>
                  <a:lnTo>
                    <a:pt x="4553234" y="533221"/>
                  </a:lnTo>
                  <a:lnTo>
                    <a:pt x="4553328" y="533221"/>
                  </a:lnTo>
                  <a:lnTo>
                    <a:pt x="4553422" y="533221"/>
                  </a:lnTo>
                  <a:lnTo>
                    <a:pt x="4553516" y="533221"/>
                  </a:lnTo>
                  <a:lnTo>
                    <a:pt x="4553610" y="533221"/>
                  </a:lnTo>
                  <a:lnTo>
                    <a:pt x="4553704" y="533221"/>
                  </a:lnTo>
                  <a:lnTo>
                    <a:pt x="4553798" y="533221"/>
                  </a:lnTo>
                  <a:lnTo>
                    <a:pt x="4553892" y="533221"/>
                  </a:lnTo>
                  <a:lnTo>
                    <a:pt x="4553986" y="533221"/>
                  </a:lnTo>
                  <a:lnTo>
                    <a:pt x="4554080" y="533221"/>
                  </a:lnTo>
                  <a:lnTo>
                    <a:pt x="4554174" y="533221"/>
                  </a:lnTo>
                  <a:lnTo>
                    <a:pt x="4554269" y="533221"/>
                  </a:lnTo>
                  <a:lnTo>
                    <a:pt x="4554363" y="533221"/>
                  </a:lnTo>
                  <a:lnTo>
                    <a:pt x="4554457" y="533221"/>
                  </a:lnTo>
                  <a:lnTo>
                    <a:pt x="4554551" y="533221"/>
                  </a:lnTo>
                  <a:lnTo>
                    <a:pt x="4554645" y="533221"/>
                  </a:lnTo>
                  <a:lnTo>
                    <a:pt x="4554739" y="533221"/>
                  </a:lnTo>
                  <a:lnTo>
                    <a:pt x="4554833" y="533221"/>
                  </a:lnTo>
                  <a:lnTo>
                    <a:pt x="4554927" y="533221"/>
                  </a:lnTo>
                  <a:lnTo>
                    <a:pt x="4555021" y="533221"/>
                  </a:lnTo>
                  <a:lnTo>
                    <a:pt x="4555115" y="533221"/>
                  </a:lnTo>
                  <a:lnTo>
                    <a:pt x="4555209" y="533221"/>
                  </a:lnTo>
                  <a:lnTo>
                    <a:pt x="4555303" y="533221"/>
                  </a:lnTo>
                  <a:lnTo>
                    <a:pt x="4555397" y="533221"/>
                  </a:lnTo>
                  <a:lnTo>
                    <a:pt x="4555491" y="533221"/>
                  </a:lnTo>
                  <a:lnTo>
                    <a:pt x="4555585" y="533221"/>
                  </a:lnTo>
                  <a:lnTo>
                    <a:pt x="4555679" y="533221"/>
                  </a:lnTo>
                  <a:lnTo>
                    <a:pt x="4555773" y="533221"/>
                  </a:lnTo>
                  <a:lnTo>
                    <a:pt x="4555867" y="533221"/>
                  </a:lnTo>
                  <a:lnTo>
                    <a:pt x="4555961" y="533221"/>
                  </a:lnTo>
                  <a:lnTo>
                    <a:pt x="4556055" y="533221"/>
                  </a:lnTo>
                  <a:lnTo>
                    <a:pt x="4556149" y="533221"/>
                  </a:lnTo>
                  <a:lnTo>
                    <a:pt x="4556243" y="533221"/>
                  </a:lnTo>
                  <a:lnTo>
                    <a:pt x="4556337" y="533221"/>
                  </a:lnTo>
                  <a:lnTo>
                    <a:pt x="4556431" y="533221"/>
                  </a:lnTo>
                  <a:lnTo>
                    <a:pt x="4556525" y="533221"/>
                  </a:lnTo>
                  <a:lnTo>
                    <a:pt x="4556619" y="533221"/>
                  </a:lnTo>
                  <a:lnTo>
                    <a:pt x="4556713" y="533221"/>
                  </a:lnTo>
                  <a:lnTo>
                    <a:pt x="4556807" y="533221"/>
                  </a:lnTo>
                  <a:lnTo>
                    <a:pt x="4556901" y="533221"/>
                  </a:lnTo>
                  <a:lnTo>
                    <a:pt x="4556995" y="533221"/>
                  </a:lnTo>
                  <a:lnTo>
                    <a:pt x="4557089" y="533221"/>
                  </a:lnTo>
                  <a:lnTo>
                    <a:pt x="4557183" y="533221"/>
                  </a:lnTo>
                  <a:lnTo>
                    <a:pt x="4557277" y="533221"/>
                  </a:lnTo>
                  <a:lnTo>
                    <a:pt x="4557371" y="533221"/>
                  </a:lnTo>
                  <a:lnTo>
                    <a:pt x="4557465" y="533221"/>
                  </a:lnTo>
                  <a:lnTo>
                    <a:pt x="4557559" y="533221"/>
                  </a:lnTo>
                  <a:lnTo>
                    <a:pt x="4557653" y="533221"/>
                  </a:lnTo>
                  <a:lnTo>
                    <a:pt x="4557747" y="533221"/>
                  </a:lnTo>
                  <a:lnTo>
                    <a:pt x="4557842" y="533221"/>
                  </a:lnTo>
                  <a:lnTo>
                    <a:pt x="4557936" y="533221"/>
                  </a:lnTo>
                  <a:lnTo>
                    <a:pt x="4558030" y="533221"/>
                  </a:lnTo>
                  <a:lnTo>
                    <a:pt x="4558124" y="533221"/>
                  </a:lnTo>
                  <a:lnTo>
                    <a:pt x="4558218" y="533221"/>
                  </a:lnTo>
                  <a:lnTo>
                    <a:pt x="4558312" y="533221"/>
                  </a:lnTo>
                  <a:lnTo>
                    <a:pt x="4558406" y="533221"/>
                  </a:lnTo>
                  <a:lnTo>
                    <a:pt x="4558500" y="533221"/>
                  </a:lnTo>
                  <a:lnTo>
                    <a:pt x="4558594" y="533221"/>
                  </a:lnTo>
                  <a:lnTo>
                    <a:pt x="4558688" y="533221"/>
                  </a:lnTo>
                  <a:lnTo>
                    <a:pt x="4558782" y="533221"/>
                  </a:lnTo>
                  <a:lnTo>
                    <a:pt x="4558876" y="533221"/>
                  </a:lnTo>
                  <a:lnTo>
                    <a:pt x="4558970" y="533221"/>
                  </a:lnTo>
                  <a:lnTo>
                    <a:pt x="4559064" y="533221"/>
                  </a:lnTo>
                  <a:lnTo>
                    <a:pt x="4559158" y="533221"/>
                  </a:lnTo>
                  <a:lnTo>
                    <a:pt x="4559252" y="533221"/>
                  </a:lnTo>
                  <a:lnTo>
                    <a:pt x="4559346" y="533221"/>
                  </a:lnTo>
                  <a:lnTo>
                    <a:pt x="4559440" y="533221"/>
                  </a:lnTo>
                  <a:lnTo>
                    <a:pt x="4559534" y="533221"/>
                  </a:lnTo>
                  <a:lnTo>
                    <a:pt x="4559628" y="533221"/>
                  </a:lnTo>
                  <a:lnTo>
                    <a:pt x="4559722" y="533221"/>
                  </a:lnTo>
                  <a:lnTo>
                    <a:pt x="4559816" y="533221"/>
                  </a:lnTo>
                  <a:lnTo>
                    <a:pt x="4559910" y="533221"/>
                  </a:lnTo>
                  <a:lnTo>
                    <a:pt x="4560004" y="533221"/>
                  </a:lnTo>
                  <a:lnTo>
                    <a:pt x="4560098" y="533221"/>
                  </a:lnTo>
                  <a:lnTo>
                    <a:pt x="4560192" y="533221"/>
                  </a:lnTo>
                  <a:lnTo>
                    <a:pt x="4560286" y="533221"/>
                  </a:lnTo>
                  <a:lnTo>
                    <a:pt x="4560380" y="533221"/>
                  </a:lnTo>
                  <a:lnTo>
                    <a:pt x="4560474" y="533221"/>
                  </a:lnTo>
                  <a:lnTo>
                    <a:pt x="4560568" y="533221"/>
                  </a:lnTo>
                  <a:lnTo>
                    <a:pt x="4560662" y="533221"/>
                  </a:lnTo>
                  <a:lnTo>
                    <a:pt x="4560756" y="533221"/>
                  </a:lnTo>
                  <a:lnTo>
                    <a:pt x="4560850" y="533221"/>
                  </a:lnTo>
                  <a:lnTo>
                    <a:pt x="4560944" y="533221"/>
                  </a:lnTo>
                  <a:lnTo>
                    <a:pt x="4561038" y="533221"/>
                  </a:lnTo>
                  <a:lnTo>
                    <a:pt x="4561132" y="533221"/>
                  </a:lnTo>
                  <a:lnTo>
                    <a:pt x="4561226" y="533221"/>
                  </a:lnTo>
                  <a:lnTo>
                    <a:pt x="4561320" y="533221"/>
                  </a:lnTo>
                  <a:lnTo>
                    <a:pt x="4561415" y="533221"/>
                  </a:lnTo>
                  <a:lnTo>
                    <a:pt x="4561509" y="533221"/>
                  </a:lnTo>
                  <a:lnTo>
                    <a:pt x="4561603" y="533221"/>
                  </a:lnTo>
                  <a:lnTo>
                    <a:pt x="4561697" y="533221"/>
                  </a:lnTo>
                  <a:lnTo>
                    <a:pt x="4561791" y="533221"/>
                  </a:lnTo>
                  <a:lnTo>
                    <a:pt x="4561885" y="533221"/>
                  </a:lnTo>
                  <a:lnTo>
                    <a:pt x="4561979" y="533221"/>
                  </a:lnTo>
                  <a:lnTo>
                    <a:pt x="4562073" y="533221"/>
                  </a:lnTo>
                  <a:lnTo>
                    <a:pt x="4562167" y="533221"/>
                  </a:lnTo>
                  <a:lnTo>
                    <a:pt x="4562261" y="533221"/>
                  </a:lnTo>
                  <a:lnTo>
                    <a:pt x="4562355" y="533221"/>
                  </a:lnTo>
                  <a:lnTo>
                    <a:pt x="4562449" y="533221"/>
                  </a:lnTo>
                  <a:lnTo>
                    <a:pt x="4562543" y="533221"/>
                  </a:lnTo>
                  <a:lnTo>
                    <a:pt x="4562637" y="533221"/>
                  </a:lnTo>
                  <a:lnTo>
                    <a:pt x="4562731" y="533221"/>
                  </a:lnTo>
                  <a:lnTo>
                    <a:pt x="4562825" y="533221"/>
                  </a:lnTo>
                  <a:lnTo>
                    <a:pt x="4562919" y="533221"/>
                  </a:lnTo>
                  <a:lnTo>
                    <a:pt x="4563013" y="533221"/>
                  </a:lnTo>
                  <a:lnTo>
                    <a:pt x="4563107" y="533221"/>
                  </a:lnTo>
                  <a:lnTo>
                    <a:pt x="4563201" y="533221"/>
                  </a:lnTo>
                  <a:lnTo>
                    <a:pt x="4563295" y="533221"/>
                  </a:lnTo>
                  <a:lnTo>
                    <a:pt x="4563389" y="533221"/>
                  </a:lnTo>
                  <a:lnTo>
                    <a:pt x="4563483" y="533221"/>
                  </a:lnTo>
                  <a:lnTo>
                    <a:pt x="4563577" y="533221"/>
                  </a:lnTo>
                  <a:lnTo>
                    <a:pt x="4563671" y="533221"/>
                  </a:lnTo>
                  <a:lnTo>
                    <a:pt x="4563765" y="533221"/>
                  </a:lnTo>
                  <a:lnTo>
                    <a:pt x="4563859" y="533221"/>
                  </a:lnTo>
                  <a:lnTo>
                    <a:pt x="4563953" y="533221"/>
                  </a:lnTo>
                  <a:lnTo>
                    <a:pt x="4564047" y="533221"/>
                  </a:lnTo>
                  <a:lnTo>
                    <a:pt x="4564141" y="533221"/>
                  </a:lnTo>
                  <a:lnTo>
                    <a:pt x="4564235" y="533221"/>
                  </a:lnTo>
                  <a:lnTo>
                    <a:pt x="4564329" y="533221"/>
                  </a:lnTo>
                  <a:lnTo>
                    <a:pt x="4564423" y="533221"/>
                  </a:lnTo>
                  <a:lnTo>
                    <a:pt x="4564517" y="533221"/>
                  </a:lnTo>
                  <a:lnTo>
                    <a:pt x="4564611" y="533221"/>
                  </a:lnTo>
                  <a:lnTo>
                    <a:pt x="4564705" y="533221"/>
                  </a:lnTo>
                  <a:lnTo>
                    <a:pt x="4564799" y="533221"/>
                  </a:lnTo>
                  <a:lnTo>
                    <a:pt x="4564894" y="533221"/>
                  </a:lnTo>
                  <a:lnTo>
                    <a:pt x="4564988" y="533221"/>
                  </a:lnTo>
                  <a:lnTo>
                    <a:pt x="4565082" y="533221"/>
                  </a:lnTo>
                  <a:lnTo>
                    <a:pt x="4565176" y="533221"/>
                  </a:lnTo>
                  <a:lnTo>
                    <a:pt x="4565270" y="533221"/>
                  </a:lnTo>
                  <a:lnTo>
                    <a:pt x="4565364" y="533221"/>
                  </a:lnTo>
                  <a:lnTo>
                    <a:pt x="4565458" y="533221"/>
                  </a:lnTo>
                  <a:lnTo>
                    <a:pt x="4565552" y="533221"/>
                  </a:lnTo>
                  <a:lnTo>
                    <a:pt x="4565646" y="533221"/>
                  </a:lnTo>
                  <a:lnTo>
                    <a:pt x="4565740" y="533221"/>
                  </a:lnTo>
                  <a:lnTo>
                    <a:pt x="4565834" y="533221"/>
                  </a:lnTo>
                  <a:lnTo>
                    <a:pt x="4565928" y="533221"/>
                  </a:lnTo>
                  <a:lnTo>
                    <a:pt x="4566022" y="533221"/>
                  </a:lnTo>
                  <a:lnTo>
                    <a:pt x="4566116" y="533221"/>
                  </a:lnTo>
                  <a:lnTo>
                    <a:pt x="4566210" y="533221"/>
                  </a:lnTo>
                  <a:lnTo>
                    <a:pt x="4566304" y="533221"/>
                  </a:lnTo>
                  <a:lnTo>
                    <a:pt x="4566398" y="533221"/>
                  </a:lnTo>
                  <a:lnTo>
                    <a:pt x="4566492" y="533221"/>
                  </a:lnTo>
                  <a:lnTo>
                    <a:pt x="4566586" y="533221"/>
                  </a:lnTo>
                  <a:lnTo>
                    <a:pt x="4566586" y="527942"/>
                  </a:lnTo>
                  <a:lnTo>
                    <a:pt x="4566680" y="527942"/>
                  </a:lnTo>
                  <a:lnTo>
                    <a:pt x="4566774" y="527942"/>
                  </a:lnTo>
                  <a:lnTo>
                    <a:pt x="4566868" y="527942"/>
                  </a:lnTo>
                  <a:lnTo>
                    <a:pt x="4566962" y="527942"/>
                  </a:lnTo>
                  <a:lnTo>
                    <a:pt x="4567056" y="527942"/>
                  </a:lnTo>
                  <a:lnTo>
                    <a:pt x="4567150" y="527942"/>
                  </a:lnTo>
                  <a:lnTo>
                    <a:pt x="4567244" y="527942"/>
                  </a:lnTo>
                  <a:lnTo>
                    <a:pt x="4567338" y="527942"/>
                  </a:lnTo>
                  <a:lnTo>
                    <a:pt x="4567432" y="527942"/>
                  </a:lnTo>
                  <a:lnTo>
                    <a:pt x="4567526" y="527942"/>
                  </a:lnTo>
                  <a:lnTo>
                    <a:pt x="4567620" y="527942"/>
                  </a:lnTo>
                  <a:lnTo>
                    <a:pt x="4567714" y="527942"/>
                  </a:lnTo>
                  <a:lnTo>
                    <a:pt x="4567808" y="527942"/>
                  </a:lnTo>
                  <a:lnTo>
                    <a:pt x="4567902" y="527942"/>
                  </a:lnTo>
                  <a:lnTo>
                    <a:pt x="4567996" y="527942"/>
                  </a:lnTo>
                  <a:lnTo>
                    <a:pt x="4568090" y="527942"/>
                  </a:lnTo>
                  <a:lnTo>
                    <a:pt x="4568184" y="527942"/>
                  </a:lnTo>
                  <a:lnTo>
                    <a:pt x="4568278" y="527942"/>
                  </a:lnTo>
                  <a:lnTo>
                    <a:pt x="4568372" y="527942"/>
                  </a:lnTo>
                  <a:lnTo>
                    <a:pt x="4568467" y="527942"/>
                  </a:lnTo>
                  <a:lnTo>
                    <a:pt x="4568561" y="527942"/>
                  </a:lnTo>
                  <a:lnTo>
                    <a:pt x="4568655" y="527942"/>
                  </a:lnTo>
                  <a:lnTo>
                    <a:pt x="4568749" y="527942"/>
                  </a:lnTo>
                  <a:lnTo>
                    <a:pt x="4568843" y="527942"/>
                  </a:lnTo>
                  <a:lnTo>
                    <a:pt x="4568937" y="527942"/>
                  </a:lnTo>
                  <a:lnTo>
                    <a:pt x="4569031" y="527942"/>
                  </a:lnTo>
                  <a:lnTo>
                    <a:pt x="4569125" y="527942"/>
                  </a:lnTo>
                  <a:lnTo>
                    <a:pt x="4569219" y="527942"/>
                  </a:lnTo>
                  <a:lnTo>
                    <a:pt x="4569313" y="527942"/>
                  </a:lnTo>
                  <a:lnTo>
                    <a:pt x="4569407" y="527942"/>
                  </a:lnTo>
                  <a:lnTo>
                    <a:pt x="4569501" y="527942"/>
                  </a:lnTo>
                  <a:lnTo>
                    <a:pt x="4569595" y="527942"/>
                  </a:lnTo>
                  <a:lnTo>
                    <a:pt x="4569689" y="527942"/>
                  </a:lnTo>
                  <a:lnTo>
                    <a:pt x="4569783" y="527942"/>
                  </a:lnTo>
                  <a:lnTo>
                    <a:pt x="4569877" y="527942"/>
                  </a:lnTo>
                  <a:lnTo>
                    <a:pt x="4569971" y="527942"/>
                  </a:lnTo>
                  <a:lnTo>
                    <a:pt x="4570065" y="527942"/>
                  </a:lnTo>
                  <a:lnTo>
                    <a:pt x="4570159" y="527942"/>
                  </a:lnTo>
                  <a:lnTo>
                    <a:pt x="4570253" y="527942"/>
                  </a:lnTo>
                  <a:lnTo>
                    <a:pt x="4570347" y="527942"/>
                  </a:lnTo>
                  <a:lnTo>
                    <a:pt x="4570441" y="527942"/>
                  </a:lnTo>
                  <a:lnTo>
                    <a:pt x="4570535" y="527942"/>
                  </a:lnTo>
                  <a:lnTo>
                    <a:pt x="4570629" y="527942"/>
                  </a:lnTo>
                  <a:lnTo>
                    <a:pt x="4570723" y="527942"/>
                  </a:lnTo>
                  <a:lnTo>
                    <a:pt x="4570817" y="527942"/>
                  </a:lnTo>
                  <a:lnTo>
                    <a:pt x="4570911" y="527942"/>
                  </a:lnTo>
                  <a:lnTo>
                    <a:pt x="4571005" y="527942"/>
                  </a:lnTo>
                  <a:lnTo>
                    <a:pt x="4571099" y="527942"/>
                  </a:lnTo>
                  <a:lnTo>
                    <a:pt x="4571193" y="527942"/>
                  </a:lnTo>
                  <a:lnTo>
                    <a:pt x="4571287" y="527942"/>
                  </a:lnTo>
                  <a:lnTo>
                    <a:pt x="4571381" y="527942"/>
                  </a:lnTo>
                  <a:lnTo>
                    <a:pt x="4571475" y="527942"/>
                  </a:lnTo>
                  <a:lnTo>
                    <a:pt x="4571569" y="527942"/>
                  </a:lnTo>
                  <a:lnTo>
                    <a:pt x="4571663" y="527942"/>
                  </a:lnTo>
                  <a:lnTo>
                    <a:pt x="4571757" y="527942"/>
                  </a:lnTo>
                  <a:lnTo>
                    <a:pt x="4571851" y="527942"/>
                  </a:lnTo>
                  <a:lnTo>
                    <a:pt x="4571945" y="527942"/>
                  </a:lnTo>
                  <a:lnTo>
                    <a:pt x="4572040" y="527942"/>
                  </a:lnTo>
                  <a:lnTo>
                    <a:pt x="4572134" y="527942"/>
                  </a:lnTo>
                  <a:lnTo>
                    <a:pt x="4572228" y="527942"/>
                  </a:lnTo>
                  <a:lnTo>
                    <a:pt x="4572322" y="527942"/>
                  </a:lnTo>
                  <a:lnTo>
                    <a:pt x="4572416" y="527942"/>
                  </a:lnTo>
                  <a:lnTo>
                    <a:pt x="4572510" y="527942"/>
                  </a:lnTo>
                  <a:lnTo>
                    <a:pt x="4572604" y="527942"/>
                  </a:lnTo>
                  <a:lnTo>
                    <a:pt x="4572698" y="527942"/>
                  </a:lnTo>
                  <a:lnTo>
                    <a:pt x="4572792" y="527942"/>
                  </a:lnTo>
                  <a:lnTo>
                    <a:pt x="4572886" y="527942"/>
                  </a:lnTo>
                  <a:lnTo>
                    <a:pt x="4572980" y="527942"/>
                  </a:lnTo>
                  <a:lnTo>
                    <a:pt x="4573074" y="527942"/>
                  </a:lnTo>
                  <a:lnTo>
                    <a:pt x="4573168" y="527942"/>
                  </a:lnTo>
                  <a:lnTo>
                    <a:pt x="4573262" y="527942"/>
                  </a:lnTo>
                  <a:lnTo>
                    <a:pt x="4573356" y="527942"/>
                  </a:lnTo>
                  <a:lnTo>
                    <a:pt x="4573450" y="527942"/>
                  </a:lnTo>
                  <a:lnTo>
                    <a:pt x="4573544" y="527942"/>
                  </a:lnTo>
                  <a:lnTo>
                    <a:pt x="4573638" y="527942"/>
                  </a:lnTo>
                  <a:lnTo>
                    <a:pt x="4573732" y="527942"/>
                  </a:lnTo>
                  <a:lnTo>
                    <a:pt x="4573826" y="527942"/>
                  </a:lnTo>
                  <a:lnTo>
                    <a:pt x="4573920" y="527942"/>
                  </a:lnTo>
                  <a:lnTo>
                    <a:pt x="4574014" y="527942"/>
                  </a:lnTo>
                  <a:lnTo>
                    <a:pt x="4574108" y="527942"/>
                  </a:lnTo>
                  <a:lnTo>
                    <a:pt x="4574202" y="527942"/>
                  </a:lnTo>
                  <a:lnTo>
                    <a:pt x="4574296" y="527942"/>
                  </a:lnTo>
                  <a:lnTo>
                    <a:pt x="4574390" y="527942"/>
                  </a:lnTo>
                  <a:lnTo>
                    <a:pt x="4574484" y="527942"/>
                  </a:lnTo>
                  <a:lnTo>
                    <a:pt x="4574578" y="527942"/>
                  </a:lnTo>
                  <a:lnTo>
                    <a:pt x="4574672" y="527942"/>
                  </a:lnTo>
                  <a:lnTo>
                    <a:pt x="4574766" y="527942"/>
                  </a:lnTo>
                  <a:lnTo>
                    <a:pt x="4574860" y="527942"/>
                  </a:lnTo>
                  <a:lnTo>
                    <a:pt x="4574954" y="527942"/>
                  </a:lnTo>
                  <a:lnTo>
                    <a:pt x="4575048" y="527942"/>
                  </a:lnTo>
                  <a:lnTo>
                    <a:pt x="4575142" y="527942"/>
                  </a:lnTo>
                  <a:lnTo>
                    <a:pt x="4575236" y="527942"/>
                  </a:lnTo>
                  <a:lnTo>
                    <a:pt x="4575330" y="527942"/>
                  </a:lnTo>
                  <a:lnTo>
                    <a:pt x="4575424" y="527942"/>
                  </a:lnTo>
                  <a:lnTo>
                    <a:pt x="4575519" y="527942"/>
                  </a:lnTo>
                  <a:lnTo>
                    <a:pt x="4575613" y="527942"/>
                  </a:lnTo>
                  <a:lnTo>
                    <a:pt x="4575707" y="527942"/>
                  </a:lnTo>
                  <a:lnTo>
                    <a:pt x="4575801" y="527942"/>
                  </a:lnTo>
                  <a:lnTo>
                    <a:pt x="4575895" y="527942"/>
                  </a:lnTo>
                  <a:lnTo>
                    <a:pt x="4575989" y="527942"/>
                  </a:lnTo>
                  <a:lnTo>
                    <a:pt x="4576083" y="527942"/>
                  </a:lnTo>
                  <a:lnTo>
                    <a:pt x="4576177" y="527942"/>
                  </a:lnTo>
                  <a:lnTo>
                    <a:pt x="4576271" y="527942"/>
                  </a:lnTo>
                  <a:lnTo>
                    <a:pt x="4576365" y="527942"/>
                  </a:lnTo>
                  <a:lnTo>
                    <a:pt x="4576459" y="527942"/>
                  </a:lnTo>
                  <a:lnTo>
                    <a:pt x="4576553" y="527942"/>
                  </a:lnTo>
                  <a:lnTo>
                    <a:pt x="4576647" y="527942"/>
                  </a:lnTo>
                  <a:lnTo>
                    <a:pt x="4576741" y="527942"/>
                  </a:lnTo>
                  <a:lnTo>
                    <a:pt x="4576835" y="527942"/>
                  </a:lnTo>
                  <a:lnTo>
                    <a:pt x="4576929" y="527942"/>
                  </a:lnTo>
                  <a:lnTo>
                    <a:pt x="4577023" y="527942"/>
                  </a:lnTo>
                  <a:lnTo>
                    <a:pt x="4577117" y="527942"/>
                  </a:lnTo>
                  <a:lnTo>
                    <a:pt x="4577211" y="527942"/>
                  </a:lnTo>
                  <a:lnTo>
                    <a:pt x="4577305" y="527942"/>
                  </a:lnTo>
                  <a:lnTo>
                    <a:pt x="4577399" y="527942"/>
                  </a:lnTo>
                  <a:lnTo>
                    <a:pt x="4577493" y="527942"/>
                  </a:lnTo>
                  <a:lnTo>
                    <a:pt x="4577587" y="527942"/>
                  </a:lnTo>
                  <a:lnTo>
                    <a:pt x="4577681" y="527942"/>
                  </a:lnTo>
                  <a:lnTo>
                    <a:pt x="4577775" y="527942"/>
                  </a:lnTo>
                  <a:lnTo>
                    <a:pt x="4577869" y="527942"/>
                  </a:lnTo>
                  <a:lnTo>
                    <a:pt x="4577963" y="527942"/>
                  </a:lnTo>
                  <a:lnTo>
                    <a:pt x="4578057" y="527942"/>
                  </a:lnTo>
                  <a:lnTo>
                    <a:pt x="4578151" y="527942"/>
                  </a:lnTo>
                  <a:lnTo>
                    <a:pt x="4578245" y="527942"/>
                  </a:lnTo>
                  <a:lnTo>
                    <a:pt x="4578339" y="527942"/>
                  </a:lnTo>
                  <a:lnTo>
                    <a:pt x="4578433" y="527942"/>
                  </a:lnTo>
                  <a:lnTo>
                    <a:pt x="4578527" y="527942"/>
                  </a:lnTo>
                  <a:lnTo>
                    <a:pt x="4578621" y="527942"/>
                  </a:lnTo>
                  <a:lnTo>
                    <a:pt x="4578715" y="527942"/>
                  </a:lnTo>
                  <a:lnTo>
                    <a:pt x="4578809" y="527942"/>
                  </a:lnTo>
                  <a:lnTo>
                    <a:pt x="4578903" y="527942"/>
                  </a:lnTo>
                  <a:lnTo>
                    <a:pt x="4578997" y="527942"/>
                  </a:lnTo>
                  <a:lnTo>
                    <a:pt x="4579092" y="527942"/>
                  </a:lnTo>
                  <a:lnTo>
                    <a:pt x="4579186" y="527942"/>
                  </a:lnTo>
                  <a:lnTo>
                    <a:pt x="4579280" y="527942"/>
                  </a:lnTo>
                  <a:lnTo>
                    <a:pt x="4579374" y="527942"/>
                  </a:lnTo>
                  <a:lnTo>
                    <a:pt x="4579468" y="527942"/>
                  </a:lnTo>
                  <a:lnTo>
                    <a:pt x="4579562" y="527942"/>
                  </a:lnTo>
                  <a:lnTo>
                    <a:pt x="4579656" y="527942"/>
                  </a:lnTo>
                  <a:lnTo>
                    <a:pt x="4579750" y="527942"/>
                  </a:lnTo>
                  <a:lnTo>
                    <a:pt x="4579844" y="527942"/>
                  </a:lnTo>
                  <a:lnTo>
                    <a:pt x="4579938" y="527942"/>
                  </a:lnTo>
                  <a:lnTo>
                    <a:pt x="4580032" y="527942"/>
                  </a:lnTo>
                  <a:lnTo>
                    <a:pt x="4580126" y="527942"/>
                  </a:lnTo>
                  <a:lnTo>
                    <a:pt x="4580220" y="527942"/>
                  </a:lnTo>
                  <a:lnTo>
                    <a:pt x="4580314" y="527942"/>
                  </a:lnTo>
                  <a:lnTo>
                    <a:pt x="4580408" y="527942"/>
                  </a:lnTo>
                  <a:lnTo>
                    <a:pt x="4580502" y="527942"/>
                  </a:lnTo>
                  <a:lnTo>
                    <a:pt x="4580596" y="527942"/>
                  </a:lnTo>
                  <a:lnTo>
                    <a:pt x="4580690" y="527942"/>
                  </a:lnTo>
                  <a:lnTo>
                    <a:pt x="4580784" y="527942"/>
                  </a:lnTo>
                  <a:lnTo>
                    <a:pt x="4580878" y="527942"/>
                  </a:lnTo>
                  <a:lnTo>
                    <a:pt x="4580972" y="527942"/>
                  </a:lnTo>
                  <a:lnTo>
                    <a:pt x="4581066" y="527942"/>
                  </a:lnTo>
                  <a:lnTo>
                    <a:pt x="4581160" y="527942"/>
                  </a:lnTo>
                  <a:lnTo>
                    <a:pt x="4581254" y="527942"/>
                  </a:lnTo>
                  <a:lnTo>
                    <a:pt x="4581348" y="527942"/>
                  </a:lnTo>
                  <a:lnTo>
                    <a:pt x="4581442" y="527942"/>
                  </a:lnTo>
                  <a:lnTo>
                    <a:pt x="4581536" y="527942"/>
                  </a:lnTo>
                  <a:lnTo>
                    <a:pt x="4581630" y="527942"/>
                  </a:lnTo>
                  <a:lnTo>
                    <a:pt x="4581724" y="527942"/>
                  </a:lnTo>
                  <a:lnTo>
                    <a:pt x="4581818" y="527942"/>
                  </a:lnTo>
                  <a:lnTo>
                    <a:pt x="4581912" y="527942"/>
                  </a:lnTo>
                  <a:lnTo>
                    <a:pt x="4582006" y="527942"/>
                  </a:lnTo>
                  <a:lnTo>
                    <a:pt x="4582100" y="527942"/>
                  </a:lnTo>
                  <a:lnTo>
                    <a:pt x="4582194" y="527942"/>
                  </a:lnTo>
                  <a:lnTo>
                    <a:pt x="4582288" y="527942"/>
                  </a:lnTo>
                  <a:lnTo>
                    <a:pt x="4582382" y="527942"/>
                  </a:lnTo>
                  <a:lnTo>
                    <a:pt x="4582476" y="527942"/>
                  </a:lnTo>
                  <a:lnTo>
                    <a:pt x="4582570" y="527942"/>
                  </a:lnTo>
                  <a:lnTo>
                    <a:pt x="4582665" y="527942"/>
                  </a:lnTo>
                  <a:lnTo>
                    <a:pt x="4582759" y="527942"/>
                  </a:lnTo>
                  <a:lnTo>
                    <a:pt x="4582853" y="527942"/>
                  </a:lnTo>
                  <a:lnTo>
                    <a:pt x="4582947" y="527942"/>
                  </a:lnTo>
                  <a:lnTo>
                    <a:pt x="4583041" y="527942"/>
                  </a:lnTo>
                  <a:lnTo>
                    <a:pt x="4583135" y="527942"/>
                  </a:lnTo>
                  <a:lnTo>
                    <a:pt x="4583229" y="527942"/>
                  </a:lnTo>
                  <a:lnTo>
                    <a:pt x="4583323" y="527942"/>
                  </a:lnTo>
                  <a:lnTo>
                    <a:pt x="4583417" y="527942"/>
                  </a:lnTo>
                  <a:lnTo>
                    <a:pt x="4583511" y="527942"/>
                  </a:lnTo>
                  <a:lnTo>
                    <a:pt x="4583605" y="527942"/>
                  </a:lnTo>
                  <a:lnTo>
                    <a:pt x="4583699" y="527942"/>
                  </a:lnTo>
                  <a:lnTo>
                    <a:pt x="4583793" y="527942"/>
                  </a:lnTo>
                  <a:lnTo>
                    <a:pt x="4583887" y="527942"/>
                  </a:lnTo>
                  <a:lnTo>
                    <a:pt x="4583981" y="527942"/>
                  </a:lnTo>
                  <a:lnTo>
                    <a:pt x="4584075" y="527942"/>
                  </a:lnTo>
                  <a:lnTo>
                    <a:pt x="4584169" y="527942"/>
                  </a:lnTo>
                  <a:lnTo>
                    <a:pt x="4584263" y="527942"/>
                  </a:lnTo>
                  <a:lnTo>
                    <a:pt x="4584357" y="527942"/>
                  </a:lnTo>
                  <a:lnTo>
                    <a:pt x="4584451" y="527942"/>
                  </a:lnTo>
                  <a:lnTo>
                    <a:pt x="4584545" y="527942"/>
                  </a:lnTo>
                  <a:lnTo>
                    <a:pt x="4584639" y="527942"/>
                  </a:lnTo>
                  <a:lnTo>
                    <a:pt x="4584733" y="527942"/>
                  </a:lnTo>
                  <a:lnTo>
                    <a:pt x="4584827" y="527942"/>
                  </a:lnTo>
                  <a:lnTo>
                    <a:pt x="4584921" y="527942"/>
                  </a:lnTo>
                  <a:lnTo>
                    <a:pt x="4585015" y="527942"/>
                  </a:lnTo>
                  <a:lnTo>
                    <a:pt x="4585109" y="527942"/>
                  </a:lnTo>
                  <a:lnTo>
                    <a:pt x="4585203" y="527942"/>
                  </a:lnTo>
                  <a:lnTo>
                    <a:pt x="4585297" y="527942"/>
                  </a:lnTo>
                  <a:lnTo>
                    <a:pt x="4585391" y="527942"/>
                  </a:lnTo>
                  <a:lnTo>
                    <a:pt x="4585485" y="527942"/>
                  </a:lnTo>
                  <a:lnTo>
                    <a:pt x="4585579" y="527942"/>
                  </a:lnTo>
                  <a:lnTo>
                    <a:pt x="4585673" y="527942"/>
                  </a:lnTo>
                  <a:lnTo>
                    <a:pt x="4585767" y="527942"/>
                  </a:lnTo>
                  <a:lnTo>
                    <a:pt x="4585861" y="527942"/>
                  </a:lnTo>
                  <a:lnTo>
                    <a:pt x="4585955" y="527942"/>
                  </a:lnTo>
                  <a:lnTo>
                    <a:pt x="4586049" y="527942"/>
                  </a:lnTo>
                  <a:lnTo>
                    <a:pt x="4586143" y="527942"/>
                  </a:lnTo>
                  <a:lnTo>
                    <a:pt x="4586238" y="527942"/>
                  </a:lnTo>
                  <a:lnTo>
                    <a:pt x="4586332" y="527942"/>
                  </a:lnTo>
                  <a:lnTo>
                    <a:pt x="4586426" y="527942"/>
                  </a:lnTo>
                  <a:lnTo>
                    <a:pt x="4586520" y="527942"/>
                  </a:lnTo>
                  <a:lnTo>
                    <a:pt x="4586614" y="527942"/>
                  </a:lnTo>
                  <a:lnTo>
                    <a:pt x="4586708" y="527942"/>
                  </a:lnTo>
                  <a:lnTo>
                    <a:pt x="4586802" y="527942"/>
                  </a:lnTo>
                  <a:lnTo>
                    <a:pt x="4586896" y="527942"/>
                  </a:lnTo>
                  <a:lnTo>
                    <a:pt x="4586990" y="527942"/>
                  </a:lnTo>
                  <a:lnTo>
                    <a:pt x="4587084" y="527942"/>
                  </a:lnTo>
                  <a:lnTo>
                    <a:pt x="4587178" y="527942"/>
                  </a:lnTo>
                  <a:lnTo>
                    <a:pt x="4587272" y="527942"/>
                  </a:lnTo>
                  <a:lnTo>
                    <a:pt x="4587366" y="527942"/>
                  </a:lnTo>
                  <a:lnTo>
                    <a:pt x="4587460" y="527942"/>
                  </a:lnTo>
                  <a:lnTo>
                    <a:pt x="4587554" y="527942"/>
                  </a:lnTo>
                  <a:lnTo>
                    <a:pt x="4587648" y="527942"/>
                  </a:lnTo>
                  <a:lnTo>
                    <a:pt x="4587742" y="527942"/>
                  </a:lnTo>
                  <a:lnTo>
                    <a:pt x="4587836" y="527942"/>
                  </a:lnTo>
                  <a:lnTo>
                    <a:pt x="4587930" y="527942"/>
                  </a:lnTo>
                  <a:lnTo>
                    <a:pt x="4588024" y="527942"/>
                  </a:lnTo>
                  <a:lnTo>
                    <a:pt x="4588118" y="527942"/>
                  </a:lnTo>
                  <a:lnTo>
                    <a:pt x="4588212" y="527942"/>
                  </a:lnTo>
                  <a:lnTo>
                    <a:pt x="4588306" y="527942"/>
                  </a:lnTo>
                  <a:lnTo>
                    <a:pt x="4588400" y="527942"/>
                  </a:lnTo>
                  <a:lnTo>
                    <a:pt x="4588494" y="527942"/>
                  </a:lnTo>
                  <a:lnTo>
                    <a:pt x="4588588" y="527942"/>
                  </a:lnTo>
                  <a:lnTo>
                    <a:pt x="4588682" y="527942"/>
                  </a:lnTo>
                  <a:lnTo>
                    <a:pt x="4588776" y="527942"/>
                  </a:lnTo>
                  <a:lnTo>
                    <a:pt x="4588870" y="527942"/>
                  </a:lnTo>
                  <a:lnTo>
                    <a:pt x="4588964" y="527942"/>
                  </a:lnTo>
                  <a:lnTo>
                    <a:pt x="4589058" y="527942"/>
                  </a:lnTo>
                  <a:lnTo>
                    <a:pt x="4589152" y="527942"/>
                  </a:lnTo>
                  <a:lnTo>
                    <a:pt x="4589246" y="527942"/>
                  </a:lnTo>
                  <a:lnTo>
                    <a:pt x="4589340" y="527942"/>
                  </a:lnTo>
                  <a:lnTo>
                    <a:pt x="4589434" y="527942"/>
                  </a:lnTo>
                  <a:lnTo>
                    <a:pt x="4589528" y="527942"/>
                  </a:lnTo>
                  <a:lnTo>
                    <a:pt x="4589622" y="527942"/>
                  </a:lnTo>
                  <a:lnTo>
                    <a:pt x="4589717" y="527942"/>
                  </a:lnTo>
                  <a:lnTo>
                    <a:pt x="4589811" y="527942"/>
                  </a:lnTo>
                  <a:lnTo>
                    <a:pt x="4589905" y="527942"/>
                  </a:lnTo>
                  <a:lnTo>
                    <a:pt x="4589999" y="527942"/>
                  </a:lnTo>
                  <a:lnTo>
                    <a:pt x="4590093" y="527942"/>
                  </a:lnTo>
                  <a:lnTo>
                    <a:pt x="4590187" y="527942"/>
                  </a:lnTo>
                  <a:lnTo>
                    <a:pt x="4590281" y="527942"/>
                  </a:lnTo>
                  <a:lnTo>
                    <a:pt x="4590375" y="527942"/>
                  </a:lnTo>
                  <a:lnTo>
                    <a:pt x="4590469" y="527942"/>
                  </a:lnTo>
                  <a:lnTo>
                    <a:pt x="4590563" y="527942"/>
                  </a:lnTo>
                  <a:lnTo>
                    <a:pt x="4590657" y="527942"/>
                  </a:lnTo>
                  <a:lnTo>
                    <a:pt x="4590751" y="527942"/>
                  </a:lnTo>
                  <a:lnTo>
                    <a:pt x="4590845" y="527942"/>
                  </a:lnTo>
                  <a:lnTo>
                    <a:pt x="4590939" y="527942"/>
                  </a:lnTo>
                  <a:lnTo>
                    <a:pt x="4591033" y="527942"/>
                  </a:lnTo>
                  <a:lnTo>
                    <a:pt x="4591127" y="527942"/>
                  </a:lnTo>
                  <a:lnTo>
                    <a:pt x="4591221" y="527942"/>
                  </a:lnTo>
                  <a:lnTo>
                    <a:pt x="4591315" y="527942"/>
                  </a:lnTo>
                  <a:lnTo>
                    <a:pt x="4591409" y="527942"/>
                  </a:lnTo>
                  <a:lnTo>
                    <a:pt x="4591503" y="527942"/>
                  </a:lnTo>
                  <a:lnTo>
                    <a:pt x="4591597" y="527942"/>
                  </a:lnTo>
                  <a:lnTo>
                    <a:pt x="4591691" y="527942"/>
                  </a:lnTo>
                  <a:lnTo>
                    <a:pt x="4591785" y="527942"/>
                  </a:lnTo>
                  <a:lnTo>
                    <a:pt x="4591879" y="527942"/>
                  </a:lnTo>
                  <a:lnTo>
                    <a:pt x="4591973" y="527942"/>
                  </a:lnTo>
                  <a:lnTo>
                    <a:pt x="4592067" y="527942"/>
                  </a:lnTo>
                  <a:lnTo>
                    <a:pt x="4592161" y="527942"/>
                  </a:lnTo>
                  <a:lnTo>
                    <a:pt x="4592255" y="527942"/>
                  </a:lnTo>
                  <a:lnTo>
                    <a:pt x="4592349" y="527942"/>
                  </a:lnTo>
                  <a:lnTo>
                    <a:pt x="4592443" y="527942"/>
                  </a:lnTo>
                  <a:lnTo>
                    <a:pt x="4592537" y="527942"/>
                  </a:lnTo>
                  <a:lnTo>
                    <a:pt x="4592631" y="527942"/>
                  </a:lnTo>
                  <a:lnTo>
                    <a:pt x="4592725" y="527942"/>
                  </a:lnTo>
                  <a:lnTo>
                    <a:pt x="4592819" y="527942"/>
                  </a:lnTo>
                  <a:lnTo>
                    <a:pt x="4592913" y="527942"/>
                  </a:lnTo>
                  <a:lnTo>
                    <a:pt x="4593007" y="527942"/>
                  </a:lnTo>
                  <a:lnTo>
                    <a:pt x="4593101" y="527942"/>
                  </a:lnTo>
                  <a:lnTo>
                    <a:pt x="4593195" y="527942"/>
                  </a:lnTo>
                  <a:lnTo>
                    <a:pt x="4593290" y="527942"/>
                  </a:lnTo>
                  <a:lnTo>
                    <a:pt x="4593384" y="527942"/>
                  </a:lnTo>
                  <a:lnTo>
                    <a:pt x="4593478" y="527942"/>
                  </a:lnTo>
                  <a:lnTo>
                    <a:pt x="4593572" y="527942"/>
                  </a:lnTo>
                  <a:lnTo>
                    <a:pt x="4593666" y="527942"/>
                  </a:lnTo>
                  <a:lnTo>
                    <a:pt x="4593760" y="527942"/>
                  </a:lnTo>
                  <a:lnTo>
                    <a:pt x="4593854" y="527942"/>
                  </a:lnTo>
                  <a:lnTo>
                    <a:pt x="4593948" y="527942"/>
                  </a:lnTo>
                  <a:lnTo>
                    <a:pt x="4594042" y="527942"/>
                  </a:lnTo>
                  <a:lnTo>
                    <a:pt x="4594136" y="527942"/>
                  </a:lnTo>
                  <a:lnTo>
                    <a:pt x="4594230" y="527942"/>
                  </a:lnTo>
                  <a:lnTo>
                    <a:pt x="4594324" y="527942"/>
                  </a:lnTo>
                  <a:lnTo>
                    <a:pt x="4594418" y="527942"/>
                  </a:lnTo>
                  <a:lnTo>
                    <a:pt x="4594512" y="527942"/>
                  </a:lnTo>
                  <a:lnTo>
                    <a:pt x="4594606" y="527942"/>
                  </a:lnTo>
                  <a:lnTo>
                    <a:pt x="4594700" y="527942"/>
                  </a:lnTo>
                  <a:lnTo>
                    <a:pt x="4594794" y="527942"/>
                  </a:lnTo>
                  <a:lnTo>
                    <a:pt x="4594794" y="522662"/>
                  </a:lnTo>
                  <a:lnTo>
                    <a:pt x="4594888" y="522662"/>
                  </a:lnTo>
                  <a:lnTo>
                    <a:pt x="4594982" y="522662"/>
                  </a:lnTo>
                  <a:lnTo>
                    <a:pt x="4595076" y="522662"/>
                  </a:lnTo>
                  <a:lnTo>
                    <a:pt x="4595170" y="522662"/>
                  </a:lnTo>
                  <a:lnTo>
                    <a:pt x="4595264" y="522662"/>
                  </a:lnTo>
                  <a:lnTo>
                    <a:pt x="4595358" y="522662"/>
                  </a:lnTo>
                  <a:lnTo>
                    <a:pt x="4595452" y="522662"/>
                  </a:lnTo>
                  <a:lnTo>
                    <a:pt x="4595546" y="522662"/>
                  </a:lnTo>
                  <a:lnTo>
                    <a:pt x="4595640" y="522662"/>
                  </a:lnTo>
                  <a:lnTo>
                    <a:pt x="4595734" y="522662"/>
                  </a:lnTo>
                  <a:lnTo>
                    <a:pt x="4595828" y="522662"/>
                  </a:lnTo>
                  <a:lnTo>
                    <a:pt x="4595922" y="522662"/>
                  </a:lnTo>
                  <a:lnTo>
                    <a:pt x="4596016" y="522662"/>
                  </a:lnTo>
                  <a:lnTo>
                    <a:pt x="4596110" y="522662"/>
                  </a:lnTo>
                  <a:lnTo>
                    <a:pt x="4596204" y="522662"/>
                  </a:lnTo>
                  <a:lnTo>
                    <a:pt x="4596298" y="522662"/>
                  </a:lnTo>
                  <a:lnTo>
                    <a:pt x="4596392" y="522662"/>
                  </a:lnTo>
                  <a:lnTo>
                    <a:pt x="4596486" y="522662"/>
                  </a:lnTo>
                  <a:lnTo>
                    <a:pt x="4596580" y="522662"/>
                  </a:lnTo>
                  <a:lnTo>
                    <a:pt x="4596674" y="522662"/>
                  </a:lnTo>
                  <a:lnTo>
                    <a:pt x="4596768" y="522662"/>
                  </a:lnTo>
                  <a:lnTo>
                    <a:pt x="4596863" y="522662"/>
                  </a:lnTo>
                  <a:lnTo>
                    <a:pt x="4596957" y="522662"/>
                  </a:lnTo>
                  <a:lnTo>
                    <a:pt x="4597051" y="522662"/>
                  </a:lnTo>
                  <a:lnTo>
                    <a:pt x="4597145" y="522662"/>
                  </a:lnTo>
                  <a:lnTo>
                    <a:pt x="4597239" y="522662"/>
                  </a:lnTo>
                  <a:lnTo>
                    <a:pt x="4597333" y="522662"/>
                  </a:lnTo>
                  <a:lnTo>
                    <a:pt x="4597427" y="522662"/>
                  </a:lnTo>
                  <a:lnTo>
                    <a:pt x="4597521" y="522662"/>
                  </a:lnTo>
                  <a:lnTo>
                    <a:pt x="4597615" y="522662"/>
                  </a:lnTo>
                  <a:lnTo>
                    <a:pt x="4597709" y="522662"/>
                  </a:lnTo>
                  <a:lnTo>
                    <a:pt x="4597803" y="522662"/>
                  </a:lnTo>
                  <a:lnTo>
                    <a:pt x="4597897" y="522662"/>
                  </a:lnTo>
                  <a:lnTo>
                    <a:pt x="4597897" y="517383"/>
                  </a:lnTo>
                  <a:lnTo>
                    <a:pt x="4597991" y="517383"/>
                  </a:lnTo>
                  <a:lnTo>
                    <a:pt x="4598085" y="517383"/>
                  </a:lnTo>
                  <a:lnTo>
                    <a:pt x="4598179" y="517383"/>
                  </a:lnTo>
                  <a:lnTo>
                    <a:pt x="4598273" y="517383"/>
                  </a:lnTo>
                  <a:lnTo>
                    <a:pt x="4598367" y="517383"/>
                  </a:lnTo>
                  <a:lnTo>
                    <a:pt x="4598461" y="517383"/>
                  </a:lnTo>
                  <a:lnTo>
                    <a:pt x="4598555" y="517383"/>
                  </a:lnTo>
                  <a:lnTo>
                    <a:pt x="4598649" y="517383"/>
                  </a:lnTo>
                  <a:lnTo>
                    <a:pt x="4598649" y="512103"/>
                  </a:lnTo>
                  <a:lnTo>
                    <a:pt x="4598743" y="512103"/>
                  </a:lnTo>
                  <a:lnTo>
                    <a:pt x="4598837" y="512103"/>
                  </a:lnTo>
                  <a:lnTo>
                    <a:pt x="4598931" y="512103"/>
                  </a:lnTo>
                  <a:lnTo>
                    <a:pt x="4599025" y="512103"/>
                  </a:lnTo>
                  <a:lnTo>
                    <a:pt x="4599119" y="512103"/>
                  </a:lnTo>
                  <a:lnTo>
                    <a:pt x="4599213" y="512103"/>
                  </a:lnTo>
                  <a:lnTo>
                    <a:pt x="4599307" y="512103"/>
                  </a:lnTo>
                  <a:lnTo>
                    <a:pt x="4599401" y="512103"/>
                  </a:lnTo>
                  <a:lnTo>
                    <a:pt x="4599495" y="512103"/>
                  </a:lnTo>
                  <a:lnTo>
                    <a:pt x="4599589" y="512103"/>
                  </a:lnTo>
                  <a:lnTo>
                    <a:pt x="4599683" y="512103"/>
                  </a:lnTo>
                  <a:lnTo>
                    <a:pt x="4599777" y="512103"/>
                  </a:lnTo>
                  <a:lnTo>
                    <a:pt x="4599871" y="512103"/>
                  </a:lnTo>
                  <a:lnTo>
                    <a:pt x="4599965" y="512103"/>
                  </a:lnTo>
                  <a:lnTo>
                    <a:pt x="4600059" y="512103"/>
                  </a:lnTo>
                  <a:lnTo>
                    <a:pt x="4600153" y="512103"/>
                  </a:lnTo>
                  <a:lnTo>
                    <a:pt x="4600247" y="512103"/>
                  </a:lnTo>
                  <a:lnTo>
                    <a:pt x="4600342" y="512103"/>
                  </a:lnTo>
                  <a:lnTo>
                    <a:pt x="4600436" y="512103"/>
                  </a:lnTo>
                  <a:lnTo>
                    <a:pt x="4600530" y="512103"/>
                  </a:lnTo>
                  <a:lnTo>
                    <a:pt x="4600624" y="512103"/>
                  </a:lnTo>
                  <a:lnTo>
                    <a:pt x="4600718" y="512103"/>
                  </a:lnTo>
                  <a:lnTo>
                    <a:pt x="4600812" y="512103"/>
                  </a:lnTo>
                  <a:lnTo>
                    <a:pt x="4600906" y="512103"/>
                  </a:lnTo>
                  <a:lnTo>
                    <a:pt x="4601000" y="512103"/>
                  </a:lnTo>
                  <a:lnTo>
                    <a:pt x="4601094" y="512103"/>
                  </a:lnTo>
                  <a:lnTo>
                    <a:pt x="4601188" y="512103"/>
                  </a:lnTo>
                  <a:lnTo>
                    <a:pt x="4601282" y="512103"/>
                  </a:lnTo>
                  <a:lnTo>
                    <a:pt x="4601376" y="512103"/>
                  </a:lnTo>
                  <a:lnTo>
                    <a:pt x="4601470" y="512103"/>
                  </a:lnTo>
                  <a:lnTo>
                    <a:pt x="4601564" y="512103"/>
                  </a:lnTo>
                  <a:lnTo>
                    <a:pt x="4601658" y="512103"/>
                  </a:lnTo>
                  <a:lnTo>
                    <a:pt x="4601752" y="512103"/>
                  </a:lnTo>
                  <a:lnTo>
                    <a:pt x="4601846" y="512103"/>
                  </a:lnTo>
                  <a:lnTo>
                    <a:pt x="4601940" y="512103"/>
                  </a:lnTo>
                  <a:lnTo>
                    <a:pt x="4602034" y="512103"/>
                  </a:lnTo>
                  <a:lnTo>
                    <a:pt x="4602128" y="512103"/>
                  </a:lnTo>
                  <a:lnTo>
                    <a:pt x="4602222" y="512103"/>
                  </a:lnTo>
                  <a:lnTo>
                    <a:pt x="4602316" y="512103"/>
                  </a:lnTo>
                  <a:lnTo>
                    <a:pt x="4602410" y="512103"/>
                  </a:lnTo>
                  <a:lnTo>
                    <a:pt x="4602504" y="512103"/>
                  </a:lnTo>
                  <a:lnTo>
                    <a:pt x="4602598" y="512103"/>
                  </a:lnTo>
                  <a:lnTo>
                    <a:pt x="4602692" y="512103"/>
                  </a:lnTo>
                  <a:lnTo>
                    <a:pt x="4602786" y="512103"/>
                  </a:lnTo>
                  <a:lnTo>
                    <a:pt x="4602880" y="512103"/>
                  </a:lnTo>
                  <a:lnTo>
                    <a:pt x="4602974" y="512103"/>
                  </a:lnTo>
                  <a:lnTo>
                    <a:pt x="4603068" y="512103"/>
                  </a:lnTo>
                  <a:lnTo>
                    <a:pt x="4603162" y="512103"/>
                  </a:lnTo>
                  <a:lnTo>
                    <a:pt x="4603256" y="512103"/>
                  </a:lnTo>
                  <a:lnTo>
                    <a:pt x="4603350" y="512103"/>
                  </a:lnTo>
                  <a:lnTo>
                    <a:pt x="4603444" y="512103"/>
                  </a:lnTo>
                  <a:lnTo>
                    <a:pt x="4603538" y="512103"/>
                  </a:lnTo>
                  <a:lnTo>
                    <a:pt x="4603538" y="506824"/>
                  </a:lnTo>
                  <a:lnTo>
                    <a:pt x="4603632" y="506824"/>
                  </a:lnTo>
                  <a:lnTo>
                    <a:pt x="4603726" y="506824"/>
                  </a:lnTo>
                  <a:lnTo>
                    <a:pt x="4603820" y="506824"/>
                  </a:lnTo>
                  <a:lnTo>
                    <a:pt x="4603915" y="506824"/>
                  </a:lnTo>
                  <a:lnTo>
                    <a:pt x="4604009" y="506824"/>
                  </a:lnTo>
                  <a:lnTo>
                    <a:pt x="4604103" y="506824"/>
                  </a:lnTo>
                  <a:lnTo>
                    <a:pt x="4604197" y="506824"/>
                  </a:lnTo>
                  <a:lnTo>
                    <a:pt x="4604291" y="506824"/>
                  </a:lnTo>
                  <a:lnTo>
                    <a:pt x="4604385" y="506824"/>
                  </a:lnTo>
                  <a:lnTo>
                    <a:pt x="4604479" y="506824"/>
                  </a:lnTo>
                  <a:lnTo>
                    <a:pt x="4604573" y="506824"/>
                  </a:lnTo>
                  <a:lnTo>
                    <a:pt x="4604667" y="506824"/>
                  </a:lnTo>
                  <a:lnTo>
                    <a:pt x="4604761" y="506824"/>
                  </a:lnTo>
                  <a:lnTo>
                    <a:pt x="4604855" y="506824"/>
                  </a:lnTo>
                  <a:lnTo>
                    <a:pt x="4604949" y="506824"/>
                  </a:lnTo>
                  <a:lnTo>
                    <a:pt x="4605043" y="506824"/>
                  </a:lnTo>
                  <a:lnTo>
                    <a:pt x="4605137" y="506824"/>
                  </a:lnTo>
                  <a:lnTo>
                    <a:pt x="4605231" y="506824"/>
                  </a:lnTo>
                  <a:lnTo>
                    <a:pt x="4605325" y="506824"/>
                  </a:lnTo>
                  <a:lnTo>
                    <a:pt x="4605419" y="506824"/>
                  </a:lnTo>
                  <a:lnTo>
                    <a:pt x="4605513" y="506824"/>
                  </a:lnTo>
                  <a:lnTo>
                    <a:pt x="4605607" y="506824"/>
                  </a:lnTo>
                  <a:lnTo>
                    <a:pt x="4605701" y="506824"/>
                  </a:lnTo>
                  <a:lnTo>
                    <a:pt x="4605795" y="506824"/>
                  </a:lnTo>
                  <a:lnTo>
                    <a:pt x="4605889" y="506824"/>
                  </a:lnTo>
                  <a:lnTo>
                    <a:pt x="4605983" y="506824"/>
                  </a:lnTo>
                  <a:lnTo>
                    <a:pt x="4606077" y="506824"/>
                  </a:lnTo>
                  <a:lnTo>
                    <a:pt x="4606171" y="506824"/>
                  </a:lnTo>
                  <a:lnTo>
                    <a:pt x="4606265" y="506824"/>
                  </a:lnTo>
                  <a:lnTo>
                    <a:pt x="4606359" y="506824"/>
                  </a:lnTo>
                  <a:lnTo>
                    <a:pt x="4606453" y="506824"/>
                  </a:lnTo>
                  <a:lnTo>
                    <a:pt x="4606547" y="506824"/>
                  </a:lnTo>
                  <a:lnTo>
                    <a:pt x="4606641" y="506824"/>
                  </a:lnTo>
                  <a:lnTo>
                    <a:pt x="4606735" y="506824"/>
                  </a:lnTo>
                  <a:lnTo>
                    <a:pt x="4606829" y="506824"/>
                  </a:lnTo>
                  <a:lnTo>
                    <a:pt x="4606923" y="506824"/>
                  </a:lnTo>
                  <a:lnTo>
                    <a:pt x="4607017" y="506824"/>
                  </a:lnTo>
                  <a:lnTo>
                    <a:pt x="4607111" y="506824"/>
                  </a:lnTo>
                  <a:lnTo>
                    <a:pt x="4607205" y="506824"/>
                  </a:lnTo>
                  <a:lnTo>
                    <a:pt x="4607299" y="506824"/>
                  </a:lnTo>
                  <a:lnTo>
                    <a:pt x="4607393" y="506824"/>
                  </a:lnTo>
                  <a:lnTo>
                    <a:pt x="4607488" y="506824"/>
                  </a:lnTo>
                  <a:lnTo>
                    <a:pt x="4607582" y="506824"/>
                  </a:lnTo>
                  <a:lnTo>
                    <a:pt x="4607676" y="506824"/>
                  </a:lnTo>
                  <a:lnTo>
                    <a:pt x="4607770" y="506824"/>
                  </a:lnTo>
                  <a:lnTo>
                    <a:pt x="4607864" y="506824"/>
                  </a:lnTo>
                  <a:lnTo>
                    <a:pt x="4607958" y="506824"/>
                  </a:lnTo>
                  <a:lnTo>
                    <a:pt x="4608052" y="506824"/>
                  </a:lnTo>
                  <a:lnTo>
                    <a:pt x="4608146" y="506824"/>
                  </a:lnTo>
                  <a:lnTo>
                    <a:pt x="4608240" y="506824"/>
                  </a:lnTo>
                  <a:lnTo>
                    <a:pt x="4608334" y="506824"/>
                  </a:lnTo>
                  <a:lnTo>
                    <a:pt x="4608428" y="506824"/>
                  </a:lnTo>
                  <a:lnTo>
                    <a:pt x="4608522" y="506824"/>
                  </a:lnTo>
                  <a:lnTo>
                    <a:pt x="4608616" y="506824"/>
                  </a:lnTo>
                  <a:lnTo>
                    <a:pt x="4608710" y="506824"/>
                  </a:lnTo>
                  <a:lnTo>
                    <a:pt x="4608804" y="506824"/>
                  </a:lnTo>
                  <a:lnTo>
                    <a:pt x="4608898" y="506824"/>
                  </a:lnTo>
                  <a:lnTo>
                    <a:pt x="4608992" y="506824"/>
                  </a:lnTo>
                  <a:lnTo>
                    <a:pt x="4609086" y="506824"/>
                  </a:lnTo>
                  <a:lnTo>
                    <a:pt x="4609180" y="506824"/>
                  </a:lnTo>
                  <a:lnTo>
                    <a:pt x="4609274" y="506824"/>
                  </a:lnTo>
                  <a:lnTo>
                    <a:pt x="4609368" y="506824"/>
                  </a:lnTo>
                  <a:lnTo>
                    <a:pt x="4609462" y="506824"/>
                  </a:lnTo>
                  <a:lnTo>
                    <a:pt x="4609556" y="506824"/>
                  </a:lnTo>
                  <a:lnTo>
                    <a:pt x="4609650" y="506824"/>
                  </a:lnTo>
                  <a:lnTo>
                    <a:pt x="4609744" y="506824"/>
                  </a:lnTo>
                  <a:lnTo>
                    <a:pt x="4609838" y="506824"/>
                  </a:lnTo>
                  <a:lnTo>
                    <a:pt x="4609932" y="506824"/>
                  </a:lnTo>
                  <a:lnTo>
                    <a:pt x="4610026" y="506824"/>
                  </a:lnTo>
                  <a:lnTo>
                    <a:pt x="4610120" y="506824"/>
                  </a:lnTo>
                  <a:lnTo>
                    <a:pt x="4610214" y="506824"/>
                  </a:lnTo>
                  <a:lnTo>
                    <a:pt x="4610308" y="506824"/>
                  </a:lnTo>
                  <a:lnTo>
                    <a:pt x="4610402" y="506824"/>
                  </a:lnTo>
                  <a:lnTo>
                    <a:pt x="4610496" y="506824"/>
                  </a:lnTo>
                  <a:lnTo>
                    <a:pt x="4610590" y="506824"/>
                  </a:lnTo>
                  <a:lnTo>
                    <a:pt x="4610684" y="506824"/>
                  </a:lnTo>
                  <a:lnTo>
                    <a:pt x="4610778" y="506824"/>
                  </a:lnTo>
                  <a:lnTo>
                    <a:pt x="4610872" y="506824"/>
                  </a:lnTo>
                  <a:lnTo>
                    <a:pt x="4610967" y="506824"/>
                  </a:lnTo>
                  <a:lnTo>
                    <a:pt x="4611061" y="506824"/>
                  </a:lnTo>
                  <a:lnTo>
                    <a:pt x="4611155" y="506824"/>
                  </a:lnTo>
                  <a:lnTo>
                    <a:pt x="4611249" y="506824"/>
                  </a:lnTo>
                  <a:lnTo>
                    <a:pt x="4611343" y="506824"/>
                  </a:lnTo>
                  <a:lnTo>
                    <a:pt x="4611437" y="506824"/>
                  </a:lnTo>
                  <a:lnTo>
                    <a:pt x="4611531" y="506824"/>
                  </a:lnTo>
                  <a:lnTo>
                    <a:pt x="4611625" y="506824"/>
                  </a:lnTo>
                  <a:lnTo>
                    <a:pt x="4611719" y="506824"/>
                  </a:lnTo>
                  <a:lnTo>
                    <a:pt x="4611813" y="506824"/>
                  </a:lnTo>
                  <a:lnTo>
                    <a:pt x="4611907" y="506824"/>
                  </a:lnTo>
                  <a:lnTo>
                    <a:pt x="4612001" y="506824"/>
                  </a:lnTo>
                  <a:lnTo>
                    <a:pt x="4612095" y="506824"/>
                  </a:lnTo>
                  <a:lnTo>
                    <a:pt x="4612189" y="506824"/>
                  </a:lnTo>
                  <a:lnTo>
                    <a:pt x="4612283" y="506824"/>
                  </a:lnTo>
                  <a:lnTo>
                    <a:pt x="4612377" y="506824"/>
                  </a:lnTo>
                  <a:lnTo>
                    <a:pt x="4612471" y="506824"/>
                  </a:lnTo>
                  <a:lnTo>
                    <a:pt x="4612565" y="506824"/>
                  </a:lnTo>
                  <a:lnTo>
                    <a:pt x="4612659" y="506824"/>
                  </a:lnTo>
                  <a:lnTo>
                    <a:pt x="4612753" y="506824"/>
                  </a:lnTo>
                  <a:lnTo>
                    <a:pt x="4612847" y="506824"/>
                  </a:lnTo>
                  <a:lnTo>
                    <a:pt x="4612941" y="506824"/>
                  </a:lnTo>
                  <a:lnTo>
                    <a:pt x="4613035" y="506824"/>
                  </a:lnTo>
                  <a:lnTo>
                    <a:pt x="4613129" y="506824"/>
                  </a:lnTo>
                  <a:lnTo>
                    <a:pt x="4613223" y="506824"/>
                  </a:lnTo>
                  <a:lnTo>
                    <a:pt x="4613317" y="506824"/>
                  </a:lnTo>
                  <a:lnTo>
                    <a:pt x="4613411" y="506824"/>
                  </a:lnTo>
                  <a:lnTo>
                    <a:pt x="4613505" y="506824"/>
                  </a:lnTo>
                  <a:lnTo>
                    <a:pt x="4613599" y="506824"/>
                  </a:lnTo>
                  <a:lnTo>
                    <a:pt x="4613693" y="506824"/>
                  </a:lnTo>
                  <a:lnTo>
                    <a:pt x="4613787" y="506824"/>
                  </a:lnTo>
                  <a:lnTo>
                    <a:pt x="4613881" y="506824"/>
                  </a:lnTo>
                  <a:lnTo>
                    <a:pt x="4613975" y="506824"/>
                  </a:lnTo>
                  <a:lnTo>
                    <a:pt x="4614069" y="506824"/>
                  </a:lnTo>
                  <a:lnTo>
                    <a:pt x="4614163" y="506824"/>
                  </a:lnTo>
                  <a:lnTo>
                    <a:pt x="4614257" y="506824"/>
                  </a:lnTo>
                  <a:lnTo>
                    <a:pt x="4614351" y="506824"/>
                  </a:lnTo>
                  <a:lnTo>
                    <a:pt x="4614445" y="506824"/>
                  </a:lnTo>
                  <a:lnTo>
                    <a:pt x="4614540" y="506824"/>
                  </a:lnTo>
                  <a:lnTo>
                    <a:pt x="4614634" y="506824"/>
                  </a:lnTo>
                  <a:lnTo>
                    <a:pt x="4614728" y="506824"/>
                  </a:lnTo>
                  <a:lnTo>
                    <a:pt x="4614822" y="506824"/>
                  </a:lnTo>
                  <a:lnTo>
                    <a:pt x="4614916" y="506824"/>
                  </a:lnTo>
                  <a:lnTo>
                    <a:pt x="4615010" y="506824"/>
                  </a:lnTo>
                  <a:lnTo>
                    <a:pt x="4615104" y="506824"/>
                  </a:lnTo>
                  <a:lnTo>
                    <a:pt x="4615198" y="506824"/>
                  </a:lnTo>
                  <a:lnTo>
                    <a:pt x="4615292" y="506824"/>
                  </a:lnTo>
                  <a:lnTo>
                    <a:pt x="4615386" y="506824"/>
                  </a:lnTo>
                  <a:lnTo>
                    <a:pt x="4615480" y="506824"/>
                  </a:lnTo>
                  <a:lnTo>
                    <a:pt x="4615574" y="506824"/>
                  </a:lnTo>
                  <a:lnTo>
                    <a:pt x="4615668" y="506824"/>
                  </a:lnTo>
                  <a:lnTo>
                    <a:pt x="4615762" y="506824"/>
                  </a:lnTo>
                  <a:lnTo>
                    <a:pt x="4615856" y="506824"/>
                  </a:lnTo>
                  <a:lnTo>
                    <a:pt x="4615950" y="506824"/>
                  </a:lnTo>
                  <a:lnTo>
                    <a:pt x="4616044" y="506824"/>
                  </a:lnTo>
                  <a:lnTo>
                    <a:pt x="4616138" y="506824"/>
                  </a:lnTo>
                  <a:lnTo>
                    <a:pt x="4616232" y="506824"/>
                  </a:lnTo>
                  <a:lnTo>
                    <a:pt x="4616326" y="506824"/>
                  </a:lnTo>
                  <a:lnTo>
                    <a:pt x="4616420" y="506824"/>
                  </a:lnTo>
                  <a:lnTo>
                    <a:pt x="4616514" y="506824"/>
                  </a:lnTo>
                  <a:lnTo>
                    <a:pt x="4616608" y="506824"/>
                  </a:lnTo>
                  <a:lnTo>
                    <a:pt x="4616702" y="506824"/>
                  </a:lnTo>
                  <a:lnTo>
                    <a:pt x="4616796" y="506824"/>
                  </a:lnTo>
                  <a:lnTo>
                    <a:pt x="4616890" y="506824"/>
                  </a:lnTo>
                  <a:lnTo>
                    <a:pt x="4616984" y="506824"/>
                  </a:lnTo>
                  <a:lnTo>
                    <a:pt x="4617078" y="506824"/>
                  </a:lnTo>
                  <a:lnTo>
                    <a:pt x="4617172" y="506824"/>
                  </a:lnTo>
                  <a:lnTo>
                    <a:pt x="4617266" y="506824"/>
                  </a:lnTo>
                  <a:lnTo>
                    <a:pt x="4617360" y="506824"/>
                  </a:lnTo>
                  <a:lnTo>
                    <a:pt x="4617454" y="506824"/>
                  </a:lnTo>
                  <a:lnTo>
                    <a:pt x="4617548" y="506824"/>
                  </a:lnTo>
                  <a:lnTo>
                    <a:pt x="4617642" y="506824"/>
                  </a:lnTo>
                  <a:lnTo>
                    <a:pt x="4617736" y="506824"/>
                  </a:lnTo>
                  <a:lnTo>
                    <a:pt x="4617830" y="506824"/>
                  </a:lnTo>
                  <a:lnTo>
                    <a:pt x="4617924" y="506824"/>
                  </a:lnTo>
                  <a:lnTo>
                    <a:pt x="4618018" y="506824"/>
                  </a:lnTo>
                  <a:lnTo>
                    <a:pt x="4618113" y="506824"/>
                  </a:lnTo>
                  <a:lnTo>
                    <a:pt x="4618207" y="506824"/>
                  </a:lnTo>
                  <a:lnTo>
                    <a:pt x="4618301" y="506824"/>
                  </a:lnTo>
                  <a:lnTo>
                    <a:pt x="4618395" y="506824"/>
                  </a:lnTo>
                  <a:lnTo>
                    <a:pt x="4618489" y="506824"/>
                  </a:lnTo>
                  <a:lnTo>
                    <a:pt x="4618583" y="506824"/>
                  </a:lnTo>
                  <a:lnTo>
                    <a:pt x="4618677" y="506824"/>
                  </a:lnTo>
                  <a:lnTo>
                    <a:pt x="4618771" y="506824"/>
                  </a:lnTo>
                  <a:lnTo>
                    <a:pt x="4618865" y="506824"/>
                  </a:lnTo>
                  <a:lnTo>
                    <a:pt x="4618959" y="506824"/>
                  </a:lnTo>
                  <a:lnTo>
                    <a:pt x="4619053" y="506824"/>
                  </a:lnTo>
                  <a:lnTo>
                    <a:pt x="4619147" y="506824"/>
                  </a:lnTo>
                  <a:lnTo>
                    <a:pt x="4619241" y="506824"/>
                  </a:lnTo>
                  <a:lnTo>
                    <a:pt x="4619335" y="506824"/>
                  </a:lnTo>
                  <a:lnTo>
                    <a:pt x="4619429" y="506824"/>
                  </a:lnTo>
                  <a:lnTo>
                    <a:pt x="4619523" y="506824"/>
                  </a:lnTo>
                  <a:lnTo>
                    <a:pt x="4619617" y="506824"/>
                  </a:lnTo>
                  <a:lnTo>
                    <a:pt x="4619711" y="506824"/>
                  </a:lnTo>
                  <a:lnTo>
                    <a:pt x="4619805" y="506824"/>
                  </a:lnTo>
                  <a:lnTo>
                    <a:pt x="4619899" y="506824"/>
                  </a:lnTo>
                  <a:lnTo>
                    <a:pt x="4619993" y="506824"/>
                  </a:lnTo>
                  <a:lnTo>
                    <a:pt x="4620087" y="506824"/>
                  </a:lnTo>
                  <a:lnTo>
                    <a:pt x="4620181" y="506824"/>
                  </a:lnTo>
                  <a:lnTo>
                    <a:pt x="4620275" y="506824"/>
                  </a:lnTo>
                  <a:lnTo>
                    <a:pt x="4620369" y="506824"/>
                  </a:lnTo>
                  <a:lnTo>
                    <a:pt x="4620463" y="506824"/>
                  </a:lnTo>
                  <a:lnTo>
                    <a:pt x="4620557" y="506824"/>
                  </a:lnTo>
                  <a:lnTo>
                    <a:pt x="4620651" y="506824"/>
                  </a:lnTo>
                  <a:lnTo>
                    <a:pt x="4620745" y="506824"/>
                  </a:lnTo>
                  <a:lnTo>
                    <a:pt x="4620839" y="506824"/>
                  </a:lnTo>
                  <a:lnTo>
                    <a:pt x="4620933" y="506824"/>
                  </a:lnTo>
                  <a:lnTo>
                    <a:pt x="4621027" y="506824"/>
                  </a:lnTo>
                  <a:lnTo>
                    <a:pt x="4621121" y="506824"/>
                  </a:lnTo>
                  <a:lnTo>
                    <a:pt x="4621215" y="506824"/>
                  </a:lnTo>
                  <a:lnTo>
                    <a:pt x="4621309" y="506824"/>
                  </a:lnTo>
                  <a:lnTo>
                    <a:pt x="4621403" y="506824"/>
                  </a:lnTo>
                  <a:lnTo>
                    <a:pt x="4621497" y="506824"/>
                  </a:lnTo>
                  <a:lnTo>
                    <a:pt x="4621591" y="506824"/>
                  </a:lnTo>
                  <a:lnTo>
                    <a:pt x="4621686" y="506824"/>
                  </a:lnTo>
                  <a:lnTo>
                    <a:pt x="4621780" y="506824"/>
                  </a:lnTo>
                  <a:lnTo>
                    <a:pt x="4621874" y="506824"/>
                  </a:lnTo>
                  <a:lnTo>
                    <a:pt x="4621968" y="506824"/>
                  </a:lnTo>
                  <a:lnTo>
                    <a:pt x="4622062" y="506824"/>
                  </a:lnTo>
                  <a:lnTo>
                    <a:pt x="4622156" y="506824"/>
                  </a:lnTo>
                  <a:lnTo>
                    <a:pt x="4622250" y="506824"/>
                  </a:lnTo>
                  <a:lnTo>
                    <a:pt x="4622344" y="506824"/>
                  </a:lnTo>
                  <a:lnTo>
                    <a:pt x="4622438" y="506824"/>
                  </a:lnTo>
                  <a:lnTo>
                    <a:pt x="4622532" y="506824"/>
                  </a:lnTo>
                  <a:lnTo>
                    <a:pt x="4622626" y="506824"/>
                  </a:lnTo>
                  <a:lnTo>
                    <a:pt x="4622720" y="506824"/>
                  </a:lnTo>
                  <a:lnTo>
                    <a:pt x="4622814" y="506824"/>
                  </a:lnTo>
                  <a:lnTo>
                    <a:pt x="4622908" y="506824"/>
                  </a:lnTo>
                  <a:lnTo>
                    <a:pt x="4623002" y="506824"/>
                  </a:lnTo>
                  <a:lnTo>
                    <a:pt x="4623096" y="506824"/>
                  </a:lnTo>
                  <a:lnTo>
                    <a:pt x="4623190" y="506824"/>
                  </a:lnTo>
                  <a:lnTo>
                    <a:pt x="4623284" y="506824"/>
                  </a:lnTo>
                  <a:lnTo>
                    <a:pt x="4623378" y="506824"/>
                  </a:lnTo>
                  <a:lnTo>
                    <a:pt x="4623472" y="506824"/>
                  </a:lnTo>
                  <a:lnTo>
                    <a:pt x="4623566" y="506824"/>
                  </a:lnTo>
                  <a:lnTo>
                    <a:pt x="4623660" y="506824"/>
                  </a:lnTo>
                  <a:lnTo>
                    <a:pt x="4623754" y="506824"/>
                  </a:lnTo>
                  <a:lnTo>
                    <a:pt x="4623848" y="506824"/>
                  </a:lnTo>
                  <a:lnTo>
                    <a:pt x="4623942" y="506824"/>
                  </a:lnTo>
                  <a:lnTo>
                    <a:pt x="4624036" y="506824"/>
                  </a:lnTo>
                  <a:lnTo>
                    <a:pt x="4624130" y="506824"/>
                  </a:lnTo>
                  <a:lnTo>
                    <a:pt x="4624224" y="506824"/>
                  </a:lnTo>
                  <a:lnTo>
                    <a:pt x="4624318" y="506824"/>
                  </a:lnTo>
                  <a:lnTo>
                    <a:pt x="4624412" y="506824"/>
                  </a:lnTo>
                  <a:lnTo>
                    <a:pt x="4624506" y="506824"/>
                  </a:lnTo>
                  <a:lnTo>
                    <a:pt x="4624600" y="506824"/>
                  </a:lnTo>
                  <a:lnTo>
                    <a:pt x="4624694" y="506824"/>
                  </a:lnTo>
                  <a:lnTo>
                    <a:pt x="4624788" y="506824"/>
                  </a:lnTo>
                  <a:lnTo>
                    <a:pt x="4624882" y="506824"/>
                  </a:lnTo>
                  <a:lnTo>
                    <a:pt x="4624976" y="506824"/>
                  </a:lnTo>
                  <a:lnTo>
                    <a:pt x="4625070" y="506824"/>
                  </a:lnTo>
                  <a:lnTo>
                    <a:pt x="4625165" y="506824"/>
                  </a:lnTo>
                  <a:lnTo>
                    <a:pt x="4625259" y="506824"/>
                  </a:lnTo>
                  <a:lnTo>
                    <a:pt x="4625353" y="506824"/>
                  </a:lnTo>
                  <a:lnTo>
                    <a:pt x="4625447" y="506824"/>
                  </a:lnTo>
                  <a:lnTo>
                    <a:pt x="4625541" y="506824"/>
                  </a:lnTo>
                  <a:lnTo>
                    <a:pt x="4625635" y="506824"/>
                  </a:lnTo>
                  <a:lnTo>
                    <a:pt x="4625729" y="506824"/>
                  </a:lnTo>
                  <a:lnTo>
                    <a:pt x="4625823" y="506824"/>
                  </a:lnTo>
                  <a:lnTo>
                    <a:pt x="4625917" y="506824"/>
                  </a:lnTo>
                  <a:lnTo>
                    <a:pt x="4626011" y="506824"/>
                  </a:lnTo>
                  <a:lnTo>
                    <a:pt x="4626105" y="506824"/>
                  </a:lnTo>
                  <a:lnTo>
                    <a:pt x="4626199" y="506824"/>
                  </a:lnTo>
                  <a:lnTo>
                    <a:pt x="4626293" y="506824"/>
                  </a:lnTo>
                  <a:lnTo>
                    <a:pt x="4626387" y="506824"/>
                  </a:lnTo>
                  <a:lnTo>
                    <a:pt x="4626481" y="506824"/>
                  </a:lnTo>
                  <a:lnTo>
                    <a:pt x="4626575" y="506824"/>
                  </a:lnTo>
                  <a:lnTo>
                    <a:pt x="4626669" y="506824"/>
                  </a:lnTo>
                  <a:lnTo>
                    <a:pt x="4626763" y="506824"/>
                  </a:lnTo>
                  <a:lnTo>
                    <a:pt x="4626857" y="506824"/>
                  </a:lnTo>
                  <a:lnTo>
                    <a:pt x="4626951" y="506824"/>
                  </a:lnTo>
                  <a:lnTo>
                    <a:pt x="4627045" y="506824"/>
                  </a:lnTo>
                  <a:lnTo>
                    <a:pt x="4627139" y="506824"/>
                  </a:lnTo>
                  <a:lnTo>
                    <a:pt x="4627233" y="506824"/>
                  </a:lnTo>
                  <a:lnTo>
                    <a:pt x="4627327" y="506824"/>
                  </a:lnTo>
                  <a:lnTo>
                    <a:pt x="4627421" y="506824"/>
                  </a:lnTo>
                  <a:lnTo>
                    <a:pt x="4627515" y="506824"/>
                  </a:lnTo>
                  <a:lnTo>
                    <a:pt x="4627609" y="506824"/>
                  </a:lnTo>
                  <a:lnTo>
                    <a:pt x="4627703" y="506824"/>
                  </a:lnTo>
                  <a:lnTo>
                    <a:pt x="4627797" y="506824"/>
                  </a:lnTo>
                  <a:lnTo>
                    <a:pt x="4627891" y="506824"/>
                  </a:lnTo>
                  <a:lnTo>
                    <a:pt x="4627985" y="506824"/>
                  </a:lnTo>
                  <a:lnTo>
                    <a:pt x="4628079" y="506824"/>
                  </a:lnTo>
                  <a:lnTo>
                    <a:pt x="4628173" y="506824"/>
                  </a:lnTo>
                  <a:lnTo>
                    <a:pt x="4628267" y="506824"/>
                  </a:lnTo>
                  <a:lnTo>
                    <a:pt x="4628361" y="506824"/>
                  </a:lnTo>
                  <a:lnTo>
                    <a:pt x="4628455" y="506824"/>
                  </a:lnTo>
                  <a:lnTo>
                    <a:pt x="4628549" y="506824"/>
                  </a:lnTo>
                  <a:lnTo>
                    <a:pt x="4628643" y="506824"/>
                  </a:lnTo>
                  <a:lnTo>
                    <a:pt x="4628738" y="506824"/>
                  </a:lnTo>
                  <a:lnTo>
                    <a:pt x="4628832" y="506824"/>
                  </a:lnTo>
                  <a:lnTo>
                    <a:pt x="4628926" y="506824"/>
                  </a:lnTo>
                  <a:lnTo>
                    <a:pt x="4629020" y="506824"/>
                  </a:lnTo>
                  <a:lnTo>
                    <a:pt x="4629114" y="506824"/>
                  </a:lnTo>
                  <a:lnTo>
                    <a:pt x="4629208" y="506824"/>
                  </a:lnTo>
                  <a:lnTo>
                    <a:pt x="4629302" y="506824"/>
                  </a:lnTo>
                  <a:lnTo>
                    <a:pt x="4629396" y="506824"/>
                  </a:lnTo>
                  <a:lnTo>
                    <a:pt x="4629490" y="506824"/>
                  </a:lnTo>
                  <a:lnTo>
                    <a:pt x="4629584" y="506824"/>
                  </a:lnTo>
                  <a:lnTo>
                    <a:pt x="4629678" y="506824"/>
                  </a:lnTo>
                  <a:lnTo>
                    <a:pt x="4629772" y="506824"/>
                  </a:lnTo>
                  <a:lnTo>
                    <a:pt x="4629866" y="506824"/>
                  </a:lnTo>
                  <a:lnTo>
                    <a:pt x="4629960" y="506824"/>
                  </a:lnTo>
                  <a:lnTo>
                    <a:pt x="4630054" y="506824"/>
                  </a:lnTo>
                  <a:lnTo>
                    <a:pt x="4630148" y="506824"/>
                  </a:lnTo>
                  <a:lnTo>
                    <a:pt x="4630242" y="506824"/>
                  </a:lnTo>
                  <a:lnTo>
                    <a:pt x="4630336" y="506824"/>
                  </a:lnTo>
                  <a:lnTo>
                    <a:pt x="4630430" y="506824"/>
                  </a:lnTo>
                  <a:lnTo>
                    <a:pt x="4630524" y="506824"/>
                  </a:lnTo>
                  <a:lnTo>
                    <a:pt x="4630618" y="506824"/>
                  </a:lnTo>
                  <a:lnTo>
                    <a:pt x="4630712" y="506824"/>
                  </a:lnTo>
                  <a:lnTo>
                    <a:pt x="4630806" y="506824"/>
                  </a:lnTo>
                  <a:lnTo>
                    <a:pt x="4630900" y="506824"/>
                  </a:lnTo>
                  <a:lnTo>
                    <a:pt x="4630994" y="506824"/>
                  </a:lnTo>
                  <a:lnTo>
                    <a:pt x="4631088" y="506824"/>
                  </a:lnTo>
                  <a:lnTo>
                    <a:pt x="4631182" y="506824"/>
                  </a:lnTo>
                  <a:lnTo>
                    <a:pt x="4631276" y="506824"/>
                  </a:lnTo>
                  <a:lnTo>
                    <a:pt x="4631370" y="506824"/>
                  </a:lnTo>
                  <a:lnTo>
                    <a:pt x="4631464" y="506824"/>
                  </a:lnTo>
                  <a:lnTo>
                    <a:pt x="4631558" y="506824"/>
                  </a:lnTo>
                  <a:lnTo>
                    <a:pt x="4631652" y="506824"/>
                  </a:lnTo>
                  <a:lnTo>
                    <a:pt x="4631746" y="506824"/>
                  </a:lnTo>
                  <a:lnTo>
                    <a:pt x="4631840" y="506824"/>
                  </a:lnTo>
                  <a:lnTo>
                    <a:pt x="4631934" y="506824"/>
                  </a:lnTo>
                  <a:lnTo>
                    <a:pt x="4632028" y="506824"/>
                  </a:lnTo>
                  <a:lnTo>
                    <a:pt x="4632122" y="506824"/>
                  </a:lnTo>
                  <a:lnTo>
                    <a:pt x="4632216" y="506824"/>
                  </a:lnTo>
                  <a:lnTo>
                    <a:pt x="4632311" y="506824"/>
                  </a:lnTo>
                  <a:lnTo>
                    <a:pt x="4632405" y="506824"/>
                  </a:lnTo>
                  <a:lnTo>
                    <a:pt x="4632499" y="506824"/>
                  </a:lnTo>
                  <a:lnTo>
                    <a:pt x="4632593" y="506824"/>
                  </a:lnTo>
                  <a:lnTo>
                    <a:pt x="4632687" y="506824"/>
                  </a:lnTo>
                  <a:lnTo>
                    <a:pt x="4632781" y="506824"/>
                  </a:lnTo>
                  <a:lnTo>
                    <a:pt x="4632875" y="506824"/>
                  </a:lnTo>
                  <a:lnTo>
                    <a:pt x="4632969" y="506824"/>
                  </a:lnTo>
                  <a:lnTo>
                    <a:pt x="4633063" y="506824"/>
                  </a:lnTo>
                  <a:lnTo>
                    <a:pt x="4633157" y="506824"/>
                  </a:lnTo>
                  <a:lnTo>
                    <a:pt x="4633251" y="506824"/>
                  </a:lnTo>
                  <a:lnTo>
                    <a:pt x="4633345" y="506824"/>
                  </a:lnTo>
                  <a:lnTo>
                    <a:pt x="4633439" y="506824"/>
                  </a:lnTo>
                  <a:lnTo>
                    <a:pt x="4633533" y="506824"/>
                  </a:lnTo>
                  <a:lnTo>
                    <a:pt x="4633627" y="506824"/>
                  </a:lnTo>
                  <a:lnTo>
                    <a:pt x="4633721" y="506824"/>
                  </a:lnTo>
                  <a:lnTo>
                    <a:pt x="4633815" y="506824"/>
                  </a:lnTo>
                  <a:lnTo>
                    <a:pt x="4633909" y="506824"/>
                  </a:lnTo>
                  <a:lnTo>
                    <a:pt x="4634003" y="506824"/>
                  </a:lnTo>
                  <a:lnTo>
                    <a:pt x="4634097" y="506824"/>
                  </a:lnTo>
                  <a:lnTo>
                    <a:pt x="4634191" y="506824"/>
                  </a:lnTo>
                  <a:lnTo>
                    <a:pt x="4634285" y="506824"/>
                  </a:lnTo>
                  <a:lnTo>
                    <a:pt x="4634379" y="506824"/>
                  </a:lnTo>
                  <a:lnTo>
                    <a:pt x="4634379" y="501545"/>
                  </a:lnTo>
                  <a:lnTo>
                    <a:pt x="4634473" y="501545"/>
                  </a:lnTo>
                  <a:lnTo>
                    <a:pt x="4634567" y="501545"/>
                  </a:lnTo>
                  <a:lnTo>
                    <a:pt x="4634661" y="501545"/>
                  </a:lnTo>
                  <a:lnTo>
                    <a:pt x="4634755" y="501545"/>
                  </a:lnTo>
                  <a:lnTo>
                    <a:pt x="4634849" y="501545"/>
                  </a:lnTo>
                  <a:lnTo>
                    <a:pt x="4634943" y="501545"/>
                  </a:lnTo>
                  <a:lnTo>
                    <a:pt x="4635037" y="501545"/>
                  </a:lnTo>
                  <a:lnTo>
                    <a:pt x="4635131" y="501545"/>
                  </a:lnTo>
                  <a:lnTo>
                    <a:pt x="4635225" y="501545"/>
                  </a:lnTo>
                  <a:lnTo>
                    <a:pt x="4635319" y="501545"/>
                  </a:lnTo>
                  <a:lnTo>
                    <a:pt x="4635413" y="501545"/>
                  </a:lnTo>
                  <a:lnTo>
                    <a:pt x="4635507" y="501545"/>
                  </a:lnTo>
                  <a:lnTo>
                    <a:pt x="4635601" y="501545"/>
                  </a:lnTo>
                  <a:lnTo>
                    <a:pt x="4635695" y="501545"/>
                  </a:lnTo>
                  <a:lnTo>
                    <a:pt x="4635790" y="501545"/>
                  </a:lnTo>
                  <a:lnTo>
                    <a:pt x="4635884" y="501545"/>
                  </a:lnTo>
                  <a:lnTo>
                    <a:pt x="4635978" y="501545"/>
                  </a:lnTo>
                  <a:lnTo>
                    <a:pt x="4636072" y="501545"/>
                  </a:lnTo>
                  <a:lnTo>
                    <a:pt x="4636166" y="501545"/>
                  </a:lnTo>
                  <a:lnTo>
                    <a:pt x="4636260" y="501545"/>
                  </a:lnTo>
                  <a:lnTo>
                    <a:pt x="4636354" y="501545"/>
                  </a:lnTo>
                  <a:lnTo>
                    <a:pt x="4636448" y="501545"/>
                  </a:lnTo>
                  <a:lnTo>
                    <a:pt x="4636542" y="501545"/>
                  </a:lnTo>
                  <a:lnTo>
                    <a:pt x="4636636" y="501545"/>
                  </a:lnTo>
                  <a:lnTo>
                    <a:pt x="4636730" y="501545"/>
                  </a:lnTo>
                  <a:lnTo>
                    <a:pt x="4636824" y="501545"/>
                  </a:lnTo>
                  <a:lnTo>
                    <a:pt x="4636918" y="501545"/>
                  </a:lnTo>
                  <a:lnTo>
                    <a:pt x="4637012" y="501545"/>
                  </a:lnTo>
                  <a:lnTo>
                    <a:pt x="4637106" y="501545"/>
                  </a:lnTo>
                  <a:lnTo>
                    <a:pt x="4637200" y="501545"/>
                  </a:lnTo>
                  <a:lnTo>
                    <a:pt x="4637294" y="501545"/>
                  </a:lnTo>
                  <a:lnTo>
                    <a:pt x="4637388" y="501545"/>
                  </a:lnTo>
                  <a:lnTo>
                    <a:pt x="4637482" y="501545"/>
                  </a:lnTo>
                  <a:lnTo>
                    <a:pt x="4637576" y="501545"/>
                  </a:lnTo>
                  <a:lnTo>
                    <a:pt x="4637670" y="501545"/>
                  </a:lnTo>
                  <a:lnTo>
                    <a:pt x="4637764" y="501545"/>
                  </a:lnTo>
                  <a:lnTo>
                    <a:pt x="4637858" y="501545"/>
                  </a:lnTo>
                  <a:lnTo>
                    <a:pt x="4637952" y="501545"/>
                  </a:lnTo>
                  <a:lnTo>
                    <a:pt x="4638046" y="501545"/>
                  </a:lnTo>
                  <a:lnTo>
                    <a:pt x="4638140" y="501545"/>
                  </a:lnTo>
                  <a:lnTo>
                    <a:pt x="4638234" y="501545"/>
                  </a:lnTo>
                  <a:lnTo>
                    <a:pt x="4638328" y="501545"/>
                  </a:lnTo>
                  <a:lnTo>
                    <a:pt x="4638422" y="501545"/>
                  </a:lnTo>
                  <a:lnTo>
                    <a:pt x="4638516" y="501545"/>
                  </a:lnTo>
                  <a:lnTo>
                    <a:pt x="4638610" y="501545"/>
                  </a:lnTo>
                  <a:lnTo>
                    <a:pt x="4638704" y="501545"/>
                  </a:lnTo>
                  <a:lnTo>
                    <a:pt x="4638798" y="501545"/>
                  </a:lnTo>
                  <a:lnTo>
                    <a:pt x="4638892" y="501545"/>
                  </a:lnTo>
                  <a:lnTo>
                    <a:pt x="4638986" y="501545"/>
                  </a:lnTo>
                  <a:lnTo>
                    <a:pt x="4639080" y="501545"/>
                  </a:lnTo>
                  <a:lnTo>
                    <a:pt x="4639174" y="501545"/>
                  </a:lnTo>
                  <a:lnTo>
                    <a:pt x="4639268" y="501545"/>
                  </a:lnTo>
                  <a:lnTo>
                    <a:pt x="4639363" y="501545"/>
                  </a:lnTo>
                  <a:lnTo>
                    <a:pt x="4639457" y="501545"/>
                  </a:lnTo>
                  <a:lnTo>
                    <a:pt x="4639551" y="501545"/>
                  </a:lnTo>
                  <a:lnTo>
                    <a:pt x="4639645" y="501545"/>
                  </a:lnTo>
                  <a:lnTo>
                    <a:pt x="4639739" y="501545"/>
                  </a:lnTo>
                  <a:lnTo>
                    <a:pt x="4639833" y="501545"/>
                  </a:lnTo>
                  <a:lnTo>
                    <a:pt x="4639927" y="501545"/>
                  </a:lnTo>
                  <a:lnTo>
                    <a:pt x="4640021" y="501545"/>
                  </a:lnTo>
                  <a:lnTo>
                    <a:pt x="4640115" y="501545"/>
                  </a:lnTo>
                  <a:lnTo>
                    <a:pt x="4640209" y="501545"/>
                  </a:lnTo>
                  <a:lnTo>
                    <a:pt x="4640303" y="501545"/>
                  </a:lnTo>
                  <a:lnTo>
                    <a:pt x="4640397" y="501545"/>
                  </a:lnTo>
                  <a:lnTo>
                    <a:pt x="4640491" y="501545"/>
                  </a:lnTo>
                  <a:lnTo>
                    <a:pt x="4640585" y="501545"/>
                  </a:lnTo>
                  <a:lnTo>
                    <a:pt x="4640679" y="501545"/>
                  </a:lnTo>
                  <a:lnTo>
                    <a:pt x="4640773" y="501545"/>
                  </a:lnTo>
                  <a:lnTo>
                    <a:pt x="4640867" y="501545"/>
                  </a:lnTo>
                  <a:lnTo>
                    <a:pt x="4640961" y="501545"/>
                  </a:lnTo>
                  <a:lnTo>
                    <a:pt x="4641055" y="501545"/>
                  </a:lnTo>
                  <a:lnTo>
                    <a:pt x="4641149" y="501545"/>
                  </a:lnTo>
                  <a:lnTo>
                    <a:pt x="4641243" y="501545"/>
                  </a:lnTo>
                  <a:lnTo>
                    <a:pt x="4641337" y="501545"/>
                  </a:lnTo>
                  <a:lnTo>
                    <a:pt x="4641431" y="501545"/>
                  </a:lnTo>
                  <a:lnTo>
                    <a:pt x="4641525" y="501545"/>
                  </a:lnTo>
                  <a:lnTo>
                    <a:pt x="4641619" y="501545"/>
                  </a:lnTo>
                  <a:lnTo>
                    <a:pt x="4641713" y="501545"/>
                  </a:lnTo>
                  <a:lnTo>
                    <a:pt x="4641807" y="501545"/>
                  </a:lnTo>
                  <a:lnTo>
                    <a:pt x="4641901" y="501545"/>
                  </a:lnTo>
                  <a:lnTo>
                    <a:pt x="4641995" y="501545"/>
                  </a:lnTo>
                  <a:lnTo>
                    <a:pt x="4642089" y="501545"/>
                  </a:lnTo>
                  <a:lnTo>
                    <a:pt x="4642183" y="501545"/>
                  </a:lnTo>
                  <a:lnTo>
                    <a:pt x="4642277" y="501545"/>
                  </a:lnTo>
                  <a:lnTo>
                    <a:pt x="4642371" y="501545"/>
                  </a:lnTo>
                  <a:lnTo>
                    <a:pt x="4642465" y="501545"/>
                  </a:lnTo>
                  <a:lnTo>
                    <a:pt x="4642559" y="501545"/>
                  </a:lnTo>
                  <a:lnTo>
                    <a:pt x="4642653" y="501545"/>
                  </a:lnTo>
                  <a:lnTo>
                    <a:pt x="4642747" y="501545"/>
                  </a:lnTo>
                  <a:lnTo>
                    <a:pt x="4642841" y="501545"/>
                  </a:lnTo>
                  <a:lnTo>
                    <a:pt x="4642936" y="501545"/>
                  </a:lnTo>
                  <a:lnTo>
                    <a:pt x="4643030" y="501545"/>
                  </a:lnTo>
                  <a:lnTo>
                    <a:pt x="4643124" y="501545"/>
                  </a:lnTo>
                  <a:lnTo>
                    <a:pt x="4643218" y="501545"/>
                  </a:lnTo>
                  <a:lnTo>
                    <a:pt x="4643312" y="501545"/>
                  </a:lnTo>
                  <a:lnTo>
                    <a:pt x="4643406" y="501545"/>
                  </a:lnTo>
                  <a:lnTo>
                    <a:pt x="4643500" y="501545"/>
                  </a:lnTo>
                  <a:lnTo>
                    <a:pt x="4643594" y="501545"/>
                  </a:lnTo>
                  <a:lnTo>
                    <a:pt x="4643688" y="501545"/>
                  </a:lnTo>
                  <a:lnTo>
                    <a:pt x="4643782" y="501545"/>
                  </a:lnTo>
                  <a:lnTo>
                    <a:pt x="4643876" y="501545"/>
                  </a:lnTo>
                  <a:lnTo>
                    <a:pt x="4643970" y="501545"/>
                  </a:lnTo>
                  <a:lnTo>
                    <a:pt x="4644064" y="501545"/>
                  </a:lnTo>
                  <a:lnTo>
                    <a:pt x="4644158" y="501545"/>
                  </a:lnTo>
                  <a:lnTo>
                    <a:pt x="4644252" y="501545"/>
                  </a:lnTo>
                  <a:lnTo>
                    <a:pt x="4644346" y="501545"/>
                  </a:lnTo>
                  <a:lnTo>
                    <a:pt x="4644440" y="501545"/>
                  </a:lnTo>
                  <a:lnTo>
                    <a:pt x="4644534" y="501545"/>
                  </a:lnTo>
                  <a:lnTo>
                    <a:pt x="4644628" y="501545"/>
                  </a:lnTo>
                  <a:lnTo>
                    <a:pt x="4644722" y="501545"/>
                  </a:lnTo>
                  <a:lnTo>
                    <a:pt x="4644816" y="501545"/>
                  </a:lnTo>
                  <a:lnTo>
                    <a:pt x="4644910" y="501545"/>
                  </a:lnTo>
                  <a:lnTo>
                    <a:pt x="4645004" y="501545"/>
                  </a:lnTo>
                  <a:lnTo>
                    <a:pt x="4645098" y="501545"/>
                  </a:lnTo>
                  <a:lnTo>
                    <a:pt x="4645192" y="501545"/>
                  </a:lnTo>
                  <a:lnTo>
                    <a:pt x="4645286" y="501545"/>
                  </a:lnTo>
                  <a:lnTo>
                    <a:pt x="4645380" y="501545"/>
                  </a:lnTo>
                  <a:lnTo>
                    <a:pt x="4645474" y="501545"/>
                  </a:lnTo>
                  <a:lnTo>
                    <a:pt x="4645568" y="501545"/>
                  </a:lnTo>
                  <a:lnTo>
                    <a:pt x="4645662" y="501545"/>
                  </a:lnTo>
                  <a:lnTo>
                    <a:pt x="4645756" y="501545"/>
                  </a:lnTo>
                  <a:lnTo>
                    <a:pt x="4645850" y="501545"/>
                  </a:lnTo>
                  <a:lnTo>
                    <a:pt x="4645944" y="501545"/>
                  </a:lnTo>
                  <a:lnTo>
                    <a:pt x="4646038" y="501545"/>
                  </a:lnTo>
                  <a:lnTo>
                    <a:pt x="4646132" y="501545"/>
                  </a:lnTo>
                  <a:lnTo>
                    <a:pt x="4646226" y="501545"/>
                  </a:lnTo>
                  <a:lnTo>
                    <a:pt x="4646320" y="501545"/>
                  </a:lnTo>
                  <a:lnTo>
                    <a:pt x="4646415" y="501545"/>
                  </a:lnTo>
                  <a:lnTo>
                    <a:pt x="4646509" y="501545"/>
                  </a:lnTo>
                  <a:lnTo>
                    <a:pt x="4646603" y="501545"/>
                  </a:lnTo>
                  <a:lnTo>
                    <a:pt x="4646697" y="501545"/>
                  </a:lnTo>
                  <a:lnTo>
                    <a:pt x="4646791" y="501545"/>
                  </a:lnTo>
                  <a:lnTo>
                    <a:pt x="4646885" y="501545"/>
                  </a:lnTo>
                  <a:lnTo>
                    <a:pt x="4646979" y="501545"/>
                  </a:lnTo>
                  <a:lnTo>
                    <a:pt x="4647073" y="501545"/>
                  </a:lnTo>
                  <a:lnTo>
                    <a:pt x="4647167" y="501545"/>
                  </a:lnTo>
                  <a:lnTo>
                    <a:pt x="4647261" y="501545"/>
                  </a:lnTo>
                  <a:lnTo>
                    <a:pt x="4647355" y="501545"/>
                  </a:lnTo>
                  <a:lnTo>
                    <a:pt x="4647449" y="501545"/>
                  </a:lnTo>
                  <a:lnTo>
                    <a:pt x="4647543" y="501545"/>
                  </a:lnTo>
                  <a:lnTo>
                    <a:pt x="4647637" y="501545"/>
                  </a:lnTo>
                  <a:lnTo>
                    <a:pt x="4647731" y="501545"/>
                  </a:lnTo>
                  <a:lnTo>
                    <a:pt x="4647825" y="501545"/>
                  </a:lnTo>
                  <a:lnTo>
                    <a:pt x="4647919" y="501545"/>
                  </a:lnTo>
                  <a:lnTo>
                    <a:pt x="4648013" y="501545"/>
                  </a:lnTo>
                  <a:lnTo>
                    <a:pt x="4648107" y="501545"/>
                  </a:lnTo>
                  <a:lnTo>
                    <a:pt x="4648201" y="501545"/>
                  </a:lnTo>
                  <a:lnTo>
                    <a:pt x="4648295" y="501545"/>
                  </a:lnTo>
                  <a:lnTo>
                    <a:pt x="4648389" y="501545"/>
                  </a:lnTo>
                  <a:lnTo>
                    <a:pt x="4648483" y="501545"/>
                  </a:lnTo>
                  <a:lnTo>
                    <a:pt x="4648577" y="501545"/>
                  </a:lnTo>
                  <a:lnTo>
                    <a:pt x="4648671" y="501545"/>
                  </a:lnTo>
                  <a:lnTo>
                    <a:pt x="4648765" y="501545"/>
                  </a:lnTo>
                  <a:lnTo>
                    <a:pt x="4648859" y="501545"/>
                  </a:lnTo>
                  <a:lnTo>
                    <a:pt x="4648953" y="501545"/>
                  </a:lnTo>
                  <a:lnTo>
                    <a:pt x="4649047" y="501545"/>
                  </a:lnTo>
                  <a:lnTo>
                    <a:pt x="4649141" y="501545"/>
                  </a:lnTo>
                  <a:lnTo>
                    <a:pt x="4649235" y="501545"/>
                  </a:lnTo>
                  <a:lnTo>
                    <a:pt x="4649329" y="501545"/>
                  </a:lnTo>
                  <a:lnTo>
                    <a:pt x="4649423" y="501545"/>
                  </a:lnTo>
                  <a:lnTo>
                    <a:pt x="4649517" y="501545"/>
                  </a:lnTo>
                  <a:lnTo>
                    <a:pt x="4649611" y="501545"/>
                  </a:lnTo>
                  <a:lnTo>
                    <a:pt x="4649705" y="501545"/>
                  </a:lnTo>
                  <a:lnTo>
                    <a:pt x="4649799" y="501545"/>
                  </a:lnTo>
                  <a:lnTo>
                    <a:pt x="4649893" y="501545"/>
                  </a:lnTo>
                  <a:lnTo>
                    <a:pt x="4649988" y="501545"/>
                  </a:lnTo>
                  <a:lnTo>
                    <a:pt x="4650082" y="501545"/>
                  </a:lnTo>
                  <a:lnTo>
                    <a:pt x="4650176" y="501545"/>
                  </a:lnTo>
                  <a:lnTo>
                    <a:pt x="4650270" y="501545"/>
                  </a:lnTo>
                  <a:lnTo>
                    <a:pt x="4650364" y="501545"/>
                  </a:lnTo>
                  <a:lnTo>
                    <a:pt x="4650458" y="501545"/>
                  </a:lnTo>
                  <a:lnTo>
                    <a:pt x="4650552" y="501545"/>
                  </a:lnTo>
                  <a:lnTo>
                    <a:pt x="4650646" y="501545"/>
                  </a:lnTo>
                  <a:lnTo>
                    <a:pt x="4650740" y="501545"/>
                  </a:lnTo>
                  <a:lnTo>
                    <a:pt x="4650834" y="501545"/>
                  </a:lnTo>
                  <a:lnTo>
                    <a:pt x="4650928" y="501545"/>
                  </a:lnTo>
                  <a:lnTo>
                    <a:pt x="4651022" y="501545"/>
                  </a:lnTo>
                  <a:lnTo>
                    <a:pt x="4651116" y="501545"/>
                  </a:lnTo>
                  <a:lnTo>
                    <a:pt x="4651210" y="501545"/>
                  </a:lnTo>
                  <a:lnTo>
                    <a:pt x="4651304" y="501545"/>
                  </a:lnTo>
                  <a:lnTo>
                    <a:pt x="4651398" y="501545"/>
                  </a:lnTo>
                  <a:lnTo>
                    <a:pt x="4651492" y="501545"/>
                  </a:lnTo>
                  <a:lnTo>
                    <a:pt x="4651586" y="501545"/>
                  </a:lnTo>
                  <a:lnTo>
                    <a:pt x="4651680" y="501545"/>
                  </a:lnTo>
                  <a:lnTo>
                    <a:pt x="4651774" y="501545"/>
                  </a:lnTo>
                  <a:lnTo>
                    <a:pt x="4651868" y="501545"/>
                  </a:lnTo>
                  <a:lnTo>
                    <a:pt x="4651962" y="501545"/>
                  </a:lnTo>
                  <a:lnTo>
                    <a:pt x="4652056" y="501545"/>
                  </a:lnTo>
                  <a:lnTo>
                    <a:pt x="4652150" y="501545"/>
                  </a:lnTo>
                  <a:lnTo>
                    <a:pt x="4652244" y="501545"/>
                  </a:lnTo>
                  <a:lnTo>
                    <a:pt x="4652338" y="501545"/>
                  </a:lnTo>
                  <a:lnTo>
                    <a:pt x="4652432" y="501545"/>
                  </a:lnTo>
                  <a:lnTo>
                    <a:pt x="4652526" y="501545"/>
                  </a:lnTo>
                  <a:lnTo>
                    <a:pt x="4652620" y="501545"/>
                  </a:lnTo>
                  <a:lnTo>
                    <a:pt x="4652714" y="501545"/>
                  </a:lnTo>
                  <a:lnTo>
                    <a:pt x="4652808" y="501545"/>
                  </a:lnTo>
                  <a:lnTo>
                    <a:pt x="4652902" y="501545"/>
                  </a:lnTo>
                  <a:lnTo>
                    <a:pt x="4652996" y="501545"/>
                  </a:lnTo>
                  <a:lnTo>
                    <a:pt x="4653090" y="501545"/>
                  </a:lnTo>
                  <a:lnTo>
                    <a:pt x="4653184" y="501545"/>
                  </a:lnTo>
                  <a:lnTo>
                    <a:pt x="4653278" y="501545"/>
                  </a:lnTo>
                  <a:lnTo>
                    <a:pt x="4653372" y="501545"/>
                  </a:lnTo>
                  <a:lnTo>
                    <a:pt x="4653466" y="501545"/>
                  </a:lnTo>
                  <a:lnTo>
                    <a:pt x="4653561" y="501545"/>
                  </a:lnTo>
                  <a:lnTo>
                    <a:pt x="4653655" y="501545"/>
                  </a:lnTo>
                  <a:lnTo>
                    <a:pt x="4653749" y="501545"/>
                  </a:lnTo>
                  <a:lnTo>
                    <a:pt x="4653843" y="501545"/>
                  </a:lnTo>
                  <a:lnTo>
                    <a:pt x="4653937" y="501545"/>
                  </a:lnTo>
                  <a:lnTo>
                    <a:pt x="4654031" y="501545"/>
                  </a:lnTo>
                  <a:lnTo>
                    <a:pt x="4654125" y="501545"/>
                  </a:lnTo>
                  <a:lnTo>
                    <a:pt x="4654219" y="501545"/>
                  </a:lnTo>
                  <a:lnTo>
                    <a:pt x="4654313" y="501545"/>
                  </a:lnTo>
                  <a:lnTo>
                    <a:pt x="4654407" y="501545"/>
                  </a:lnTo>
                  <a:lnTo>
                    <a:pt x="4654501" y="501545"/>
                  </a:lnTo>
                  <a:lnTo>
                    <a:pt x="4654595" y="501545"/>
                  </a:lnTo>
                  <a:lnTo>
                    <a:pt x="4654689" y="501545"/>
                  </a:lnTo>
                  <a:lnTo>
                    <a:pt x="4654783" y="501545"/>
                  </a:lnTo>
                  <a:lnTo>
                    <a:pt x="4654877" y="501545"/>
                  </a:lnTo>
                  <a:lnTo>
                    <a:pt x="4654971" y="501545"/>
                  </a:lnTo>
                  <a:lnTo>
                    <a:pt x="4655065" y="501545"/>
                  </a:lnTo>
                  <a:lnTo>
                    <a:pt x="4655159" y="501545"/>
                  </a:lnTo>
                  <a:lnTo>
                    <a:pt x="4655253" y="501545"/>
                  </a:lnTo>
                  <a:lnTo>
                    <a:pt x="4655347" y="501545"/>
                  </a:lnTo>
                  <a:lnTo>
                    <a:pt x="4655441" y="501545"/>
                  </a:lnTo>
                  <a:lnTo>
                    <a:pt x="4655535" y="501545"/>
                  </a:lnTo>
                  <a:lnTo>
                    <a:pt x="4655629" y="501545"/>
                  </a:lnTo>
                  <a:lnTo>
                    <a:pt x="4655723" y="501545"/>
                  </a:lnTo>
                  <a:lnTo>
                    <a:pt x="4655817" y="501545"/>
                  </a:lnTo>
                  <a:lnTo>
                    <a:pt x="4655911" y="501545"/>
                  </a:lnTo>
                  <a:lnTo>
                    <a:pt x="4656005" y="501545"/>
                  </a:lnTo>
                  <a:lnTo>
                    <a:pt x="4656099" y="501545"/>
                  </a:lnTo>
                  <a:lnTo>
                    <a:pt x="4656193" y="501545"/>
                  </a:lnTo>
                  <a:lnTo>
                    <a:pt x="4656287" y="501545"/>
                  </a:lnTo>
                  <a:lnTo>
                    <a:pt x="4656381" y="501545"/>
                  </a:lnTo>
                  <a:lnTo>
                    <a:pt x="4656475" y="501545"/>
                  </a:lnTo>
                  <a:lnTo>
                    <a:pt x="4656569" y="501545"/>
                  </a:lnTo>
                  <a:lnTo>
                    <a:pt x="4656663" y="501545"/>
                  </a:lnTo>
                  <a:lnTo>
                    <a:pt x="4656757" y="501545"/>
                  </a:lnTo>
                  <a:lnTo>
                    <a:pt x="4656851" y="501545"/>
                  </a:lnTo>
                  <a:lnTo>
                    <a:pt x="4656945" y="501545"/>
                  </a:lnTo>
                  <a:lnTo>
                    <a:pt x="4657040" y="501545"/>
                  </a:lnTo>
                  <a:lnTo>
                    <a:pt x="4657134" y="501545"/>
                  </a:lnTo>
                  <a:lnTo>
                    <a:pt x="4657228" y="501545"/>
                  </a:lnTo>
                  <a:lnTo>
                    <a:pt x="4657322" y="501545"/>
                  </a:lnTo>
                  <a:lnTo>
                    <a:pt x="4657416" y="501545"/>
                  </a:lnTo>
                  <a:lnTo>
                    <a:pt x="4657510" y="501545"/>
                  </a:lnTo>
                  <a:lnTo>
                    <a:pt x="4657604" y="501545"/>
                  </a:lnTo>
                  <a:lnTo>
                    <a:pt x="4657698" y="501545"/>
                  </a:lnTo>
                  <a:lnTo>
                    <a:pt x="4657792" y="501545"/>
                  </a:lnTo>
                  <a:lnTo>
                    <a:pt x="4657886" y="501545"/>
                  </a:lnTo>
                  <a:lnTo>
                    <a:pt x="4657980" y="501545"/>
                  </a:lnTo>
                  <a:lnTo>
                    <a:pt x="4658074" y="501545"/>
                  </a:lnTo>
                  <a:lnTo>
                    <a:pt x="4658168" y="501545"/>
                  </a:lnTo>
                  <a:lnTo>
                    <a:pt x="4658262" y="501545"/>
                  </a:lnTo>
                  <a:lnTo>
                    <a:pt x="4658356" y="501545"/>
                  </a:lnTo>
                  <a:lnTo>
                    <a:pt x="4658450" y="501545"/>
                  </a:lnTo>
                  <a:lnTo>
                    <a:pt x="4658450" y="496265"/>
                  </a:lnTo>
                  <a:lnTo>
                    <a:pt x="4658544" y="496265"/>
                  </a:lnTo>
                  <a:lnTo>
                    <a:pt x="4658638" y="496265"/>
                  </a:lnTo>
                  <a:lnTo>
                    <a:pt x="4658732" y="496265"/>
                  </a:lnTo>
                  <a:lnTo>
                    <a:pt x="4658826" y="496265"/>
                  </a:lnTo>
                  <a:lnTo>
                    <a:pt x="4658920" y="496265"/>
                  </a:lnTo>
                  <a:lnTo>
                    <a:pt x="4659014" y="496265"/>
                  </a:lnTo>
                  <a:lnTo>
                    <a:pt x="4659108" y="496265"/>
                  </a:lnTo>
                  <a:lnTo>
                    <a:pt x="4659202" y="496265"/>
                  </a:lnTo>
                  <a:lnTo>
                    <a:pt x="4659296" y="496265"/>
                  </a:lnTo>
                  <a:lnTo>
                    <a:pt x="4659390" y="496265"/>
                  </a:lnTo>
                  <a:lnTo>
                    <a:pt x="4659484" y="496265"/>
                  </a:lnTo>
                  <a:lnTo>
                    <a:pt x="4659578" y="496265"/>
                  </a:lnTo>
                  <a:lnTo>
                    <a:pt x="4659672" y="496265"/>
                  </a:lnTo>
                  <a:lnTo>
                    <a:pt x="4659766" y="496265"/>
                  </a:lnTo>
                  <a:lnTo>
                    <a:pt x="4659766" y="490986"/>
                  </a:lnTo>
                  <a:lnTo>
                    <a:pt x="4659860" y="490986"/>
                  </a:lnTo>
                  <a:lnTo>
                    <a:pt x="4659954" y="490986"/>
                  </a:lnTo>
                  <a:lnTo>
                    <a:pt x="4660048" y="490986"/>
                  </a:lnTo>
                  <a:lnTo>
                    <a:pt x="4660142" y="490986"/>
                  </a:lnTo>
                  <a:lnTo>
                    <a:pt x="4660236" y="490986"/>
                  </a:lnTo>
                  <a:lnTo>
                    <a:pt x="4660330" y="490986"/>
                  </a:lnTo>
                  <a:lnTo>
                    <a:pt x="4660424" y="490986"/>
                  </a:lnTo>
                  <a:lnTo>
                    <a:pt x="4660518" y="490986"/>
                  </a:lnTo>
                  <a:lnTo>
                    <a:pt x="4660613" y="490986"/>
                  </a:lnTo>
                  <a:lnTo>
                    <a:pt x="4660707" y="490986"/>
                  </a:lnTo>
                  <a:lnTo>
                    <a:pt x="4660801" y="490986"/>
                  </a:lnTo>
                  <a:lnTo>
                    <a:pt x="4660895" y="490986"/>
                  </a:lnTo>
                  <a:lnTo>
                    <a:pt x="4660989" y="490986"/>
                  </a:lnTo>
                  <a:lnTo>
                    <a:pt x="4661083" y="490986"/>
                  </a:lnTo>
                  <a:lnTo>
                    <a:pt x="4661177" y="490986"/>
                  </a:lnTo>
                  <a:lnTo>
                    <a:pt x="4661271" y="490986"/>
                  </a:lnTo>
                  <a:lnTo>
                    <a:pt x="4661365" y="490986"/>
                  </a:lnTo>
                  <a:lnTo>
                    <a:pt x="4661459" y="490986"/>
                  </a:lnTo>
                  <a:lnTo>
                    <a:pt x="4661553" y="490986"/>
                  </a:lnTo>
                  <a:lnTo>
                    <a:pt x="4661647" y="490986"/>
                  </a:lnTo>
                  <a:lnTo>
                    <a:pt x="4661741" y="490986"/>
                  </a:lnTo>
                  <a:lnTo>
                    <a:pt x="4661835" y="490986"/>
                  </a:lnTo>
                  <a:lnTo>
                    <a:pt x="4661929" y="490986"/>
                  </a:lnTo>
                  <a:lnTo>
                    <a:pt x="4662023" y="490986"/>
                  </a:lnTo>
                  <a:lnTo>
                    <a:pt x="4662117" y="490986"/>
                  </a:lnTo>
                  <a:lnTo>
                    <a:pt x="4662211" y="490986"/>
                  </a:lnTo>
                  <a:lnTo>
                    <a:pt x="4662305" y="490986"/>
                  </a:lnTo>
                  <a:lnTo>
                    <a:pt x="4662399" y="490986"/>
                  </a:lnTo>
                  <a:lnTo>
                    <a:pt x="4662493" y="490986"/>
                  </a:lnTo>
                  <a:lnTo>
                    <a:pt x="4662587" y="490986"/>
                  </a:lnTo>
                  <a:lnTo>
                    <a:pt x="4662681" y="490986"/>
                  </a:lnTo>
                  <a:lnTo>
                    <a:pt x="4662775" y="490986"/>
                  </a:lnTo>
                  <a:lnTo>
                    <a:pt x="4662869" y="490986"/>
                  </a:lnTo>
                  <a:lnTo>
                    <a:pt x="4662963" y="490986"/>
                  </a:lnTo>
                  <a:lnTo>
                    <a:pt x="4663057" y="490986"/>
                  </a:lnTo>
                  <a:lnTo>
                    <a:pt x="4663151" y="490986"/>
                  </a:lnTo>
                  <a:lnTo>
                    <a:pt x="4663245" y="490986"/>
                  </a:lnTo>
                  <a:lnTo>
                    <a:pt x="4663339" y="490986"/>
                  </a:lnTo>
                  <a:lnTo>
                    <a:pt x="4663433" y="490986"/>
                  </a:lnTo>
                  <a:lnTo>
                    <a:pt x="4663527" y="490986"/>
                  </a:lnTo>
                  <a:lnTo>
                    <a:pt x="4663621" y="490986"/>
                  </a:lnTo>
                  <a:lnTo>
                    <a:pt x="4663715" y="490986"/>
                  </a:lnTo>
                  <a:lnTo>
                    <a:pt x="4663809" y="490986"/>
                  </a:lnTo>
                  <a:lnTo>
                    <a:pt x="4663903" y="490986"/>
                  </a:lnTo>
                  <a:lnTo>
                    <a:pt x="4663997" y="490986"/>
                  </a:lnTo>
                  <a:lnTo>
                    <a:pt x="4664091" y="490986"/>
                  </a:lnTo>
                  <a:lnTo>
                    <a:pt x="4664186" y="490986"/>
                  </a:lnTo>
                  <a:lnTo>
                    <a:pt x="4664280" y="490986"/>
                  </a:lnTo>
                  <a:lnTo>
                    <a:pt x="4664374" y="490986"/>
                  </a:lnTo>
                  <a:lnTo>
                    <a:pt x="4664468" y="490986"/>
                  </a:lnTo>
                  <a:lnTo>
                    <a:pt x="4664562" y="490986"/>
                  </a:lnTo>
                  <a:lnTo>
                    <a:pt x="4664656" y="490986"/>
                  </a:lnTo>
                  <a:lnTo>
                    <a:pt x="4664750" y="490986"/>
                  </a:lnTo>
                  <a:lnTo>
                    <a:pt x="4664844" y="490986"/>
                  </a:lnTo>
                  <a:lnTo>
                    <a:pt x="4664938" y="490986"/>
                  </a:lnTo>
                  <a:lnTo>
                    <a:pt x="4665032" y="490986"/>
                  </a:lnTo>
                  <a:lnTo>
                    <a:pt x="4665126" y="490986"/>
                  </a:lnTo>
                  <a:lnTo>
                    <a:pt x="4665220" y="490986"/>
                  </a:lnTo>
                  <a:lnTo>
                    <a:pt x="4665314" y="490986"/>
                  </a:lnTo>
                  <a:lnTo>
                    <a:pt x="4665408" y="490986"/>
                  </a:lnTo>
                  <a:lnTo>
                    <a:pt x="4665502" y="490986"/>
                  </a:lnTo>
                  <a:lnTo>
                    <a:pt x="4665596" y="490986"/>
                  </a:lnTo>
                  <a:lnTo>
                    <a:pt x="4665690" y="490986"/>
                  </a:lnTo>
                  <a:lnTo>
                    <a:pt x="4665784" y="490986"/>
                  </a:lnTo>
                  <a:lnTo>
                    <a:pt x="4665878" y="490986"/>
                  </a:lnTo>
                  <a:lnTo>
                    <a:pt x="4665972" y="490986"/>
                  </a:lnTo>
                  <a:lnTo>
                    <a:pt x="4666066" y="490986"/>
                  </a:lnTo>
                  <a:lnTo>
                    <a:pt x="4666160" y="490986"/>
                  </a:lnTo>
                  <a:lnTo>
                    <a:pt x="4666254" y="490986"/>
                  </a:lnTo>
                  <a:lnTo>
                    <a:pt x="4666348" y="490986"/>
                  </a:lnTo>
                  <a:lnTo>
                    <a:pt x="4666442" y="490986"/>
                  </a:lnTo>
                  <a:lnTo>
                    <a:pt x="4666536" y="490986"/>
                  </a:lnTo>
                  <a:lnTo>
                    <a:pt x="4666630" y="490986"/>
                  </a:lnTo>
                  <a:lnTo>
                    <a:pt x="4666724" y="490986"/>
                  </a:lnTo>
                  <a:lnTo>
                    <a:pt x="4666818" y="490986"/>
                  </a:lnTo>
                  <a:lnTo>
                    <a:pt x="4666912" y="490986"/>
                  </a:lnTo>
                  <a:lnTo>
                    <a:pt x="4667006" y="490986"/>
                  </a:lnTo>
                  <a:lnTo>
                    <a:pt x="4667100" y="490986"/>
                  </a:lnTo>
                  <a:lnTo>
                    <a:pt x="4667194" y="490986"/>
                  </a:lnTo>
                  <a:lnTo>
                    <a:pt x="4667288" y="490986"/>
                  </a:lnTo>
                  <a:lnTo>
                    <a:pt x="4667382" y="490986"/>
                  </a:lnTo>
                  <a:lnTo>
                    <a:pt x="4667476" y="490986"/>
                  </a:lnTo>
                  <a:lnTo>
                    <a:pt x="4667570" y="490986"/>
                  </a:lnTo>
                  <a:lnTo>
                    <a:pt x="4667664" y="490986"/>
                  </a:lnTo>
                  <a:lnTo>
                    <a:pt x="4667759" y="490986"/>
                  </a:lnTo>
                  <a:lnTo>
                    <a:pt x="4667853" y="490986"/>
                  </a:lnTo>
                  <a:lnTo>
                    <a:pt x="4667947" y="490986"/>
                  </a:lnTo>
                  <a:lnTo>
                    <a:pt x="4668041" y="490986"/>
                  </a:lnTo>
                  <a:lnTo>
                    <a:pt x="4668135" y="490986"/>
                  </a:lnTo>
                  <a:lnTo>
                    <a:pt x="4668229" y="490986"/>
                  </a:lnTo>
                  <a:lnTo>
                    <a:pt x="4668323" y="490986"/>
                  </a:lnTo>
                  <a:lnTo>
                    <a:pt x="4668417" y="490986"/>
                  </a:lnTo>
                  <a:lnTo>
                    <a:pt x="4668511" y="490986"/>
                  </a:lnTo>
                  <a:lnTo>
                    <a:pt x="4668605" y="490986"/>
                  </a:lnTo>
                  <a:lnTo>
                    <a:pt x="4668699" y="490986"/>
                  </a:lnTo>
                  <a:lnTo>
                    <a:pt x="4668793" y="490986"/>
                  </a:lnTo>
                  <a:lnTo>
                    <a:pt x="4668887" y="490986"/>
                  </a:lnTo>
                  <a:lnTo>
                    <a:pt x="4668981" y="490986"/>
                  </a:lnTo>
                  <a:lnTo>
                    <a:pt x="4669075" y="490986"/>
                  </a:lnTo>
                  <a:lnTo>
                    <a:pt x="4669169" y="490986"/>
                  </a:lnTo>
                  <a:lnTo>
                    <a:pt x="4669263" y="490986"/>
                  </a:lnTo>
                  <a:lnTo>
                    <a:pt x="4669357" y="490986"/>
                  </a:lnTo>
                  <a:lnTo>
                    <a:pt x="4669451" y="490986"/>
                  </a:lnTo>
                  <a:lnTo>
                    <a:pt x="4669545" y="490986"/>
                  </a:lnTo>
                  <a:lnTo>
                    <a:pt x="4669639" y="490986"/>
                  </a:lnTo>
                  <a:lnTo>
                    <a:pt x="4669733" y="490986"/>
                  </a:lnTo>
                  <a:lnTo>
                    <a:pt x="4669827" y="490986"/>
                  </a:lnTo>
                  <a:lnTo>
                    <a:pt x="4669921" y="490986"/>
                  </a:lnTo>
                  <a:lnTo>
                    <a:pt x="4670015" y="490986"/>
                  </a:lnTo>
                  <a:lnTo>
                    <a:pt x="4670109" y="490986"/>
                  </a:lnTo>
                  <a:lnTo>
                    <a:pt x="4670203" y="490986"/>
                  </a:lnTo>
                  <a:lnTo>
                    <a:pt x="4670297" y="490986"/>
                  </a:lnTo>
                  <a:lnTo>
                    <a:pt x="4670391" y="490986"/>
                  </a:lnTo>
                  <a:lnTo>
                    <a:pt x="4670485" y="490986"/>
                  </a:lnTo>
                  <a:lnTo>
                    <a:pt x="4670579" y="490986"/>
                  </a:lnTo>
                  <a:lnTo>
                    <a:pt x="4670673" y="490986"/>
                  </a:lnTo>
                  <a:lnTo>
                    <a:pt x="4670767" y="490986"/>
                  </a:lnTo>
                  <a:lnTo>
                    <a:pt x="4670861" y="490986"/>
                  </a:lnTo>
                  <a:lnTo>
                    <a:pt x="4670955" y="490986"/>
                  </a:lnTo>
                  <a:lnTo>
                    <a:pt x="4671049" y="490986"/>
                  </a:lnTo>
                  <a:lnTo>
                    <a:pt x="4671143" y="490986"/>
                  </a:lnTo>
                  <a:lnTo>
                    <a:pt x="4671238" y="490986"/>
                  </a:lnTo>
                  <a:lnTo>
                    <a:pt x="4671332" y="490986"/>
                  </a:lnTo>
                  <a:lnTo>
                    <a:pt x="4671426" y="490986"/>
                  </a:lnTo>
                  <a:lnTo>
                    <a:pt x="4671520" y="490986"/>
                  </a:lnTo>
                  <a:lnTo>
                    <a:pt x="4671614" y="490986"/>
                  </a:lnTo>
                  <a:lnTo>
                    <a:pt x="4671708" y="490986"/>
                  </a:lnTo>
                  <a:lnTo>
                    <a:pt x="4671802" y="490986"/>
                  </a:lnTo>
                  <a:lnTo>
                    <a:pt x="4671896" y="490986"/>
                  </a:lnTo>
                  <a:lnTo>
                    <a:pt x="4671990" y="490986"/>
                  </a:lnTo>
                  <a:lnTo>
                    <a:pt x="4672084" y="490986"/>
                  </a:lnTo>
                  <a:lnTo>
                    <a:pt x="4672178" y="490986"/>
                  </a:lnTo>
                  <a:lnTo>
                    <a:pt x="4672272" y="490986"/>
                  </a:lnTo>
                  <a:lnTo>
                    <a:pt x="4672366" y="490986"/>
                  </a:lnTo>
                  <a:lnTo>
                    <a:pt x="4672460" y="490986"/>
                  </a:lnTo>
                  <a:lnTo>
                    <a:pt x="4672554" y="490986"/>
                  </a:lnTo>
                  <a:lnTo>
                    <a:pt x="4672648" y="490986"/>
                  </a:lnTo>
                  <a:lnTo>
                    <a:pt x="4672742" y="490986"/>
                  </a:lnTo>
                  <a:lnTo>
                    <a:pt x="4672836" y="490986"/>
                  </a:lnTo>
                  <a:lnTo>
                    <a:pt x="4672930" y="490986"/>
                  </a:lnTo>
                  <a:lnTo>
                    <a:pt x="4673024" y="490986"/>
                  </a:lnTo>
                  <a:lnTo>
                    <a:pt x="4673118" y="490986"/>
                  </a:lnTo>
                  <a:lnTo>
                    <a:pt x="4673212" y="490986"/>
                  </a:lnTo>
                  <a:lnTo>
                    <a:pt x="4673306" y="490986"/>
                  </a:lnTo>
                  <a:lnTo>
                    <a:pt x="4673400" y="490986"/>
                  </a:lnTo>
                  <a:lnTo>
                    <a:pt x="4673494" y="490986"/>
                  </a:lnTo>
                  <a:lnTo>
                    <a:pt x="4673588" y="490986"/>
                  </a:lnTo>
                  <a:lnTo>
                    <a:pt x="4673682" y="490986"/>
                  </a:lnTo>
                  <a:lnTo>
                    <a:pt x="4673776" y="490986"/>
                  </a:lnTo>
                  <a:lnTo>
                    <a:pt x="4673870" y="490986"/>
                  </a:lnTo>
                  <a:lnTo>
                    <a:pt x="4673964" y="490986"/>
                  </a:lnTo>
                  <a:lnTo>
                    <a:pt x="4674058" y="490986"/>
                  </a:lnTo>
                  <a:lnTo>
                    <a:pt x="4674152" y="490986"/>
                  </a:lnTo>
                  <a:lnTo>
                    <a:pt x="4674246" y="490986"/>
                  </a:lnTo>
                  <a:lnTo>
                    <a:pt x="4674340" y="490986"/>
                  </a:lnTo>
                  <a:lnTo>
                    <a:pt x="4674434" y="490986"/>
                  </a:lnTo>
                  <a:lnTo>
                    <a:pt x="4674528" y="490986"/>
                  </a:lnTo>
                  <a:lnTo>
                    <a:pt x="4674622" y="490986"/>
                  </a:lnTo>
                  <a:lnTo>
                    <a:pt x="4674716" y="490986"/>
                  </a:lnTo>
                  <a:lnTo>
                    <a:pt x="4674811" y="490986"/>
                  </a:lnTo>
                  <a:lnTo>
                    <a:pt x="4674905" y="490986"/>
                  </a:lnTo>
                  <a:lnTo>
                    <a:pt x="4674999" y="490986"/>
                  </a:lnTo>
                  <a:lnTo>
                    <a:pt x="4675093" y="490986"/>
                  </a:lnTo>
                  <a:lnTo>
                    <a:pt x="4675187" y="490986"/>
                  </a:lnTo>
                  <a:lnTo>
                    <a:pt x="4675281" y="490986"/>
                  </a:lnTo>
                  <a:lnTo>
                    <a:pt x="4675375" y="490986"/>
                  </a:lnTo>
                  <a:lnTo>
                    <a:pt x="4675469" y="490986"/>
                  </a:lnTo>
                  <a:lnTo>
                    <a:pt x="4675563" y="490986"/>
                  </a:lnTo>
                  <a:lnTo>
                    <a:pt x="4675657" y="490986"/>
                  </a:lnTo>
                  <a:lnTo>
                    <a:pt x="4675751" y="490986"/>
                  </a:lnTo>
                  <a:lnTo>
                    <a:pt x="4675845" y="490986"/>
                  </a:lnTo>
                  <a:lnTo>
                    <a:pt x="4675939" y="490986"/>
                  </a:lnTo>
                  <a:lnTo>
                    <a:pt x="4676033" y="490986"/>
                  </a:lnTo>
                  <a:lnTo>
                    <a:pt x="4676127" y="490986"/>
                  </a:lnTo>
                  <a:lnTo>
                    <a:pt x="4676221" y="490986"/>
                  </a:lnTo>
                  <a:lnTo>
                    <a:pt x="4676315" y="490986"/>
                  </a:lnTo>
                  <a:lnTo>
                    <a:pt x="4676409" y="490986"/>
                  </a:lnTo>
                  <a:lnTo>
                    <a:pt x="4676503" y="490986"/>
                  </a:lnTo>
                  <a:lnTo>
                    <a:pt x="4676597" y="490986"/>
                  </a:lnTo>
                  <a:lnTo>
                    <a:pt x="4676691" y="490986"/>
                  </a:lnTo>
                  <a:lnTo>
                    <a:pt x="4676785" y="490986"/>
                  </a:lnTo>
                  <a:lnTo>
                    <a:pt x="4676879" y="490986"/>
                  </a:lnTo>
                  <a:lnTo>
                    <a:pt x="4676973" y="490986"/>
                  </a:lnTo>
                  <a:lnTo>
                    <a:pt x="4677067" y="490986"/>
                  </a:lnTo>
                  <a:lnTo>
                    <a:pt x="4677161" y="490986"/>
                  </a:lnTo>
                  <a:lnTo>
                    <a:pt x="4677255" y="490986"/>
                  </a:lnTo>
                  <a:lnTo>
                    <a:pt x="4677349" y="490986"/>
                  </a:lnTo>
                  <a:lnTo>
                    <a:pt x="4677443" y="490986"/>
                  </a:lnTo>
                  <a:lnTo>
                    <a:pt x="4677537" y="490986"/>
                  </a:lnTo>
                  <a:lnTo>
                    <a:pt x="4677631" y="490986"/>
                  </a:lnTo>
                  <a:lnTo>
                    <a:pt x="4677725" y="490986"/>
                  </a:lnTo>
                  <a:lnTo>
                    <a:pt x="4677819" y="490986"/>
                  </a:lnTo>
                  <a:lnTo>
                    <a:pt x="4677913" y="490986"/>
                  </a:lnTo>
                  <a:lnTo>
                    <a:pt x="4678007" y="490986"/>
                  </a:lnTo>
                  <a:lnTo>
                    <a:pt x="4678101" y="490986"/>
                  </a:lnTo>
                  <a:lnTo>
                    <a:pt x="4678195" y="490986"/>
                  </a:lnTo>
                  <a:lnTo>
                    <a:pt x="4678289" y="490986"/>
                  </a:lnTo>
                  <a:lnTo>
                    <a:pt x="4678384" y="490986"/>
                  </a:lnTo>
                  <a:lnTo>
                    <a:pt x="4678478" y="490986"/>
                  </a:lnTo>
                  <a:lnTo>
                    <a:pt x="4678572" y="490986"/>
                  </a:lnTo>
                  <a:lnTo>
                    <a:pt x="4678666" y="490986"/>
                  </a:lnTo>
                  <a:lnTo>
                    <a:pt x="4678760" y="490986"/>
                  </a:lnTo>
                  <a:lnTo>
                    <a:pt x="4678854" y="490986"/>
                  </a:lnTo>
                  <a:lnTo>
                    <a:pt x="4678948" y="490986"/>
                  </a:lnTo>
                  <a:lnTo>
                    <a:pt x="4679042" y="490986"/>
                  </a:lnTo>
                  <a:lnTo>
                    <a:pt x="4679136" y="490986"/>
                  </a:lnTo>
                  <a:lnTo>
                    <a:pt x="4679230" y="490986"/>
                  </a:lnTo>
                  <a:lnTo>
                    <a:pt x="4679324" y="490986"/>
                  </a:lnTo>
                  <a:lnTo>
                    <a:pt x="4679418" y="490986"/>
                  </a:lnTo>
                  <a:lnTo>
                    <a:pt x="4679512" y="490986"/>
                  </a:lnTo>
                  <a:lnTo>
                    <a:pt x="4679606" y="490986"/>
                  </a:lnTo>
                  <a:lnTo>
                    <a:pt x="4679700" y="490986"/>
                  </a:lnTo>
                  <a:lnTo>
                    <a:pt x="4679794" y="490986"/>
                  </a:lnTo>
                  <a:lnTo>
                    <a:pt x="4679888" y="490986"/>
                  </a:lnTo>
                  <a:lnTo>
                    <a:pt x="4679982" y="490986"/>
                  </a:lnTo>
                  <a:lnTo>
                    <a:pt x="4680076" y="490986"/>
                  </a:lnTo>
                  <a:lnTo>
                    <a:pt x="4680170" y="490986"/>
                  </a:lnTo>
                  <a:lnTo>
                    <a:pt x="4680264" y="490986"/>
                  </a:lnTo>
                  <a:lnTo>
                    <a:pt x="4680358" y="490986"/>
                  </a:lnTo>
                  <a:lnTo>
                    <a:pt x="4680452" y="490986"/>
                  </a:lnTo>
                  <a:lnTo>
                    <a:pt x="4680546" y="490986"/>
                  </a:lnTo>
                  <a:lnTo>
                    <a:pt x="4680640" y="490986"/>
                  </a:lnTo>
                  <a:lnTo>
                    <a:pt x="4680734" y="490986"/>
                  </a:lnTo>
                  <a:lnTo>
                    <a:pt x="4680828" y="490986"/>
                  </a:lnTo>
                  <a:lnTo>
                    <a:pt x="4680922" y="490986"/>
                  </a:lnTo>
                  <a:lnTo>
                    <a:pt x="4681016" y="490986"/>
                  </a:lnTo>
                  <a:lnTo>
                    <a:pt x="4681110" y="490986"/>
                  </a:lnTo>
                  <a:lnTo>
                    <a:pt x="4681204" y="490986"/>
                  </a:lnTo>
                  <a:lnTo>
                    <a:pt x="4681298" y="490986"/>
                  </a:lnTo>
                  <a:lnTo>
                    <a:pt x="4681392" y="490986"/>
                  </a:lnTo>
                  <a:lnTo>
                    <a:pt x="4681486" y="490986"/>
                  </a:lnTo>
                  <a:lnTo>
                    <a:pt x="4681580" y="490986"/>
                  </a:lnTo>
                  <a:lnTo>
                    <a:pt x="4681674" y="490986"/>
                  </a:lnTo>
                  <a:lnTo>
                    <a:pt x="4681768" y="490986"/>
                  </a:lnTo>
                  <a:lnTo>
                    <a:pt x="4681863" y="490986"/>
                  </a:lnTo>
                  <a:lnTo>
                    <a:pt x="4681957" y="490986"/>
                  </a:lnTo>
                  <a:lnTo>
                    <a:pt x="4682051" y="490986"/>
                  </a:lnTo>
                  <a:lnTo>
                    <a:pt x="4682145" y="490986"/>
                  </a:lnTo>
                  <a:lnTo>
                    <a:pt x="4682239" y="490986"/>
                  </a:lnTo>
                  <a:lnTo>
                    <a:pt x="4682333" y="490986"/>
                  </a:lnTo>
                  <a:lnTo>
                    <a:pt x="4682427" y="490986"/>
                  </a:lnTo>
                  <a:lnTo>
                    <a:pt x="4682521" y="490986"/>
                  </a:lnTo>
                  <a:lnTo>
                    <a:pt x="4682615" y="490986"/>
                  </a:lnTo>
                  <a:lnTo>
                    <a:pt x="4682709" y="490986"/>
                  </a:lnTo>
                  <a:lnTo>
                    <a:pt x="4682803" y="490986"/>
                  </a:lnTo>
                  <a:lnTo>
                    <a:pt x="4682897" y="490986"/>
                  </a:lnTo>
                  <a:lnTo>
                    <a:pt x="4682991" y="490986"/>
                  </a:lnTo>
                  <a:lnTo>
                    <a:pt x="4683085" y="490986"/>
                  </a:lnTo>
                  <a:lnTo>
                    <a:pt x="4683179" y="490986"/>
                  </a:lnTo>
                  <a:lnTo>
                    <a:pt x="4683273" y="490986"/>
                  </a:lnTo>
                  <a:lnTo>
                    <a:pt x="4683367" y="490986"/>
                  </a:lnTo>
                  <a:lnTo>
                    <a:pt x="4683461" y="490986"/>
                  </a:lnTo>
                  <a:lnTo>
                    <a:pt x="4683555" y="490986"/>
                  </a:lnTo>
                  <a:lnTo>
                    <a:pt x="4683649" y="490986"/>
                  </a:lnTo>
                  <a:lnTo>
                    <a:pt x="4683743" y="490986"/>
                  </a:lnTo>
                  <a:lnTo>
                    <a:pt x="4683837" y="490986"/>
                  </a:lnTo>
                  <a:lnTo>
                    <a:pt x="4683931" y="490986"/>
                  </a:lnTo>
                  <a:lnTo>
                    <a:pt x="4684025" y="490986"/>
                  </a:lnTo>
                  <a:lnTo>
                    <a:pt x="4684119" y="490986"/>
                  </a:lnTo>
                  <a:lnTo>
                    <a:pt x="4684213" y="490986"/>
                  </a:lnTo>
                  <a:lnTo>
                    <a:pt x="4684307" y="490986"/>
                  </a:lnTo>
                  <a:lnTo>
                    <a:pt x="4684401" y="490986"/>
                  </a:lnTo>
                  <a:lnTo>
                    <a:pt x="4684495" y="490986"/>
                  </a:lnTo>
                  <a:lnTo>
                    <a:pt x="4684589" y="490986"/>
                  </a:lnTo>
                  <a:lnTo>
                    <a:pt x="4684683" y="490986"/>
                  </a:lnTo>
                  <a:lnTo>
                    <a:pt x="4684777" y="490986"/>
                  </a:lnTo>
                  <a:lnTo>
                    <a:pt x="4684871" y="490986"/>
                  </a:lnTo>
                  <a:lnTo>
                    <a:pt x="4684965" y="490986"/>
                  </a:lnTo>
                  <a:lnTo>
                    <a:pt x="4685059" y="490986"/>
                  </a:lnTo>
                  <a:lnTo>
                    <a:pt x="4685153" y="490986"/>
                  </a:lnTo>
                  <a:lnTo>
                    <a:pt x="4685247" y="490986"/>
                  </a:lnTo>
                  <a:lnTo>
                    <a:pt x="4685341" y="490986"/>
                  </a:lnTo>
                  <a:lnTo>
                    <a:pt x="4685436" y="490986"/>
                  </a:lnTo>
                  <a:lnTo>
                    <a:pt x="4685530" y="490986"/>
                  </a:lnTo>
                  <a:lnTo>
                    <a:pt x="4685624" y="490986"/>
                  </a:lnTo>
                  <a:lnTo>
                    <a:pt x="4685718" y="490986"/>
                  </a:lnTo>
                  <a:lnTo>
                    <a:pt x="4685812" y="490986"/>
                  </a:lnTo>
                  <a:lnTo>
                    <a:pt x="4685906" y="490986"/>
                  </a:lnTo>
                  <a:lnTo>
                    <a:pt x="4686000" y="490986"/>
                  </a:lnTo>
                  <a:lnTo>
                    <a:pt x="4686094" y="490986"/>
                  </a:lnTo>
                  <a:lnTo>
                    <a:pt x="4686188" y="490986"/>
                  </a:lnTo>
                  <a:lnTo>
                    <a:pt x="4686282" y="490986"/>
                  </a:lnTo>
                  <a:lnTo>
                    <a:pt x="4686376" y="490986"/>
                  </a:lnTo>
                  <a:lnTo>
                    <a:pt x="4686470" y="490986"/>
                  </a:lnTo>
                  <a:lnTo>
                    <a:pt x="4686564" y="490986"/>
                  </a:lnTo>
                  <a:lnTo>
                    <a:pt x="4686658" y="490986"/>
                  </a:lnTo>
                  <a:lnTo>
                    <a:pt x="4686752" y="490986"/>
                  </a:lnTo>
                  <a:lnTo>
                    <a:pt x="4686846" y="490986"/>
                  </a:lnTo>
                  <a:lnTo>
                    <a:pt x="4686940" y="490986"/>
                  </a:lnTo>
                  <a:lnTo>
                    <a:pt x="4687034" y="490986"/>
                  </a:lnTo>
                  <a:lnTo>
                    <a:pt x="4687128" y="490986"/>
                  </a:lnTo>
                  <a:lnTo>
                    <a:pt x="4687222" y="490986"/>
                  </a:lnTo>
                  <a:lnTo>
                    <a:pt x="4687316" y="490986"/>
                  </a:lnTo>
                  <a:lnTo>
                    <a:pt x="4687410" y="490986"/>
                  </a:lnTo>
                  <a:lnTo>
                    <a:pt x="4687504" y="490986"/>
                  </a:lnTo>
                  <a:lnTo>
                    <a:pt x="4687598" y="490986"/>
                  </a:lnTo>
                  <a:lnTo>
                    <a:pt x="4687692" y="490986"/>
                  </a:lnTo>
                  <a:lnTo>
                    <a:pt x="4687786" y="490986"/>
                  </a:lnTo>
                  <a:lnTo>
                    <a:pt x="4687880" y="490986"/>
                  </a:lnTo>
                  <a:lnTo>
                    <a:pt x="4687974" y="490986"/>
                  </a:lnTo>
                  <a:lnTo>
                    <a:pt x="4688068" y="490986"/>
                  </a:lnTo>
                  <a:lnTo>
                    <a:pt x="4688162" y="490986"/>
                  </a:lnTo>
                  <a:lnTo>
                    <a:pt x="4688256" y="490986"/>
                  </a:lnTo>
                  <a:lnTo>
                    <a:pt x="4688350" y="490986"/>
                  </a:lnTo>
                  <a:lnTo>
                    <a:pt x="4688444" y="490986"/>
                  </a:lnTo>
                  <a:lnTo>
                    <a:pt x="4688538" y="490986"/>
                  </a:lnTo>
                  <a:lnTo>
                    <a:pt x="4688632" y="490986"/>
                  </a:lnTo>
                  <a:lnTo>
                    <a:pt x="4688726" y="490986"/>
                  </a:lnTo>
                  <a:lnTo>
                    <a:pt x="4688820" y="490986"/>
                  </a:lnTo>
                  <a:lnTo>
                    <a:pt x="4688914" y="490986"/>
                  </a:lnTo>
                  <a:lnTo>
                    <a:pt x="4689009" y="490986"/>
                  </a:lnTo>
                  <a:lnTo>
                    <a:pt x="4689103" y="490986"/>
                  </a:lnTo>
                  <a:lnTo>
                    <a:pt x="4689197" y="490986"/>
                  </a:lnTo>
                  <a:lnTo>
                    <a:pt x="4689291" y="490986"/>
                  </a:lnTo>
                  <a:lnTo>
                    <a:pt x="4689385" y="490986"/>
                  </a:lnTo>
                  <a:lnTo>
                    <a:pt x="4689479" y="490986"/>
                  </a:lnTo>
                  <a:lnTo>
                    <a:pt x="4689479" y="485706"/>
                  </a:lnTo>
                  <a:lnTo>
                    <a:pt x="4689573" y="485706"/>
                  </a:lnTo>
                  <a:lnTo>
                    <a:pt x="4689667" y="485706"/>
                  </a:lnTo>
                  <a:lnTo>
                    <a:pt x="4689761" y="485706"/>
                  </a:lnTo>
                  <a:lnTo>
                    <a:pt x="4689855" y="485706"/>
                  </a:lnTo>
                  <a:lnTo>
                    <a:pt x="4689949" y="485706"/>
                  </a:lnTo>
                  <a:lnTo>
                    <a:pt x="4690043" y="485706"/>
                  </a:lnTo>
                  <a:lnTo>
                    <a:pt x="4690137" y="485706"/>
                  </a:lnTo>
                  <a:lnTo>
                    <a:pt x="4690231" y="485706"/>
                  </a:lnTo>
                  <a:lnTo>
                    <a:pt x="4690325" y="485706"/>
                  </a:lnTo>
                  <a:lnTo>
                    <a:pt x="4690419" y="485706"/>
                  </a:lnTo>
                  <a:lnTo>
                    <a:pt x="4690513" y="485706"/>
                  </a:lnTo>
                  <a:lnTo>
                    <a:pt x="4690607" y="485706"/>
                  </a:lnTo>
                  <a:lnTo>
                    <a:pt x="4690701" y="485706"/>
                  </a:lnTo>
                  <a:lnTo>
                    <a:pt x="4690795" y="485706"/>
                  </a:lnTo>
                  <a:lnTo>
                    <a:pt x="4690889" y="485706"/>
                  </a:lnTo>
                  <a:lnTo>
                    <a:pt x="4690983" y="485706"/>
                  </a:lnTo>
                  <a:lnTo>
                    <a:pt x="4691077" y="485706"/>
                  </a:lnTo>
                  <a:lnTo>
                    <a:pt x="4691171" y="485706"/>
                  </a:lnTo>
                  <a:lnTo>
                    <a:pt x="4691265" y="485706"/>
                  </a:lnTo>
                  <a:lnTo>
                    <a:pt x="4691359" y="485706"/>
                  </a:lnTo>
                  <a:lnTo>
                    <a:pt x="4691453" y="485706"/>
                  </a:lnTo>
                  <a:lnTo>
                    <a:pt x="4691547" y="485706"/>
                  </a:lnTo>
                  <a:lnTo>
                    <a:pt x="4691641" y="485706"/>
                  </a:lnTo>
                  <a:lnTo>
                    <a:pt x="4691735" y="485706"/>
                  </a:lnTo>
                  <a:lnTo>
                    <a:pt x="4691829" y="485706"/>
                  </a:lnTo>
                  <a:lnTo>
                    <a:pt x="4691923" y="485706"/>
                  </a:lnTo>
                  <a:lnTo>
                    <a:pt x="4692017" y="485706"/>
                  </a:lnTo>
                  <a:lnTo>
                    <a:pt x="4692111" y="485706"/>
                  </a:lnTo>
                  <a:lnTo>
                    <a:pt x="4692205" y="485706"/>
                  </a:lnTo>
                  <a:lnTo>
                    <a:pt x="4692299" y="485706"/>
                  </a:lnTo>
                  <a:lnTo>
                    <a:pt x="4692393" y="485706"/>
                  </a:lnTo>
                  <a:lnTo>
                    <a:pt x="4692488" y="485706"/>
                  </a:lnTo>
                  <a:lnTo>
                    <a:pt x="4692582" y="485706"/>
                  </a:lnTo>
                  <a:lnTo>
                    <a:pt x="4692676" y="485706"/>
                  </a:lnTo>
                  <a:lnTo>
                    <a:pt x="4692770" y="485706"/>
                  </a:lnTo>
                  <a:lnTo>
                    <a:pt x="4692864" y="485706"/>
                  </a:lnTo>
                  <a:lnTo>
                    <a:pt x="4692958" y="485706"/>
                  </a:lnTo>
                  <a:lnTo>
                    <a:pt x="4693052" y="485706"/>
                  </a:lnTo>
                  <a:lnTo>
                    <a:pt x="4693146" y="485706"/>
                  </a:lnTo>
                  <a:lnTo>
                    <a:pt x="4693240" y="485706"/>
                  </a:lnTo>
                  <a:lnTo>
                    <a:pt x="4693334" y="485706"/>
                  </a:lnTo>
                  <a:lnTo>
                    <a:pt x="4693428" y="485706"/>
                  </a:lnTo>
                  <a:lnTo>
                    <a:pt x="4693522" y="485706"/>
                  </a:lnTo>
                  <a:lnTo>
                    <a:pt x="4693616" y="485706"/>
                  </a:lnTo>
                  <a:lnTo>
                    <a:pt x="4693710" y="485706"/>
                  </a:lnTo>
                  <a:lnTo>
                    <a:pt x="4693804" y="485706"/>
                  </a:lnTo>
                  <a:lnTo>
                    <a:pt x="4693898" y="485706"/>
                  </a:lnTo>
                  <a:lnTo>
                    <a:pt x="4693992" y="485706"/>
                  </a:lnTo>
                  <a:lnTo>
                    <a:pt x="4694086" y="485706"/>
                  </a:lnTo>
                  <a:lnTo>
                    <a:pt x="4694180" y="485706"/>
                  </a:lnTo>
                  <a:lnTo>
                    <a:pt x="4694274" y="485706"/>
                  </a:lnTo>
                  <a:lnTo>
                    <a:pt x="4694368" y="485706"/>
                  </a:lnTo>
                  <a:lnTo>
                    <a:pt x="4694462" y="485706"/>
                  </a:lnTo>
                  <a:lnTo>
                    <a:pt x="4694556" y="485706"/>
                  </a:lnTo>
                  <a:lnTo>
                    <a:pt x="4694556" y="480427"/>
                  </a:lnTo>
                  <a:lnTo>
                    <a:pt x="4694650" y="480427"/>
                  </a:lnTo>
                  <a:lnTo>
                    <a:pt x="4694744" y="480427"/>
                  </a:lnTo>
                  <a:lnTo>
                    <a:pt x="4694838" y="480427"/>
                  </a:lnTo>
                  <a:lnTo>
                    <a:pt x="4694932" y="480427"/>
                  </a:lnTo>
                  <a:lnTo>
                    <a:pt x="4695026" y="480427"/>
                  </a:lnTo>
                  <a:lnTo>
                    <a:pt x="4695120" y="480427"/>
                  </a:lnTo>
                  <a:lnTo>
                    <a:pt x="4695214" y="480427"/>
                  </a:lnTo>
                  <a:lnTo>
                    <a:pt x="4695308" y="480427"/>
                  </a:lnTo>
                  <a:lnTo>
                    <a:pt x="4695402" y="480427"/>
                  </a:lnTo>
                  <a:lnTo>
                    <a:pt x="4695496" y="480427"/>
                  </a:lnTo>
                  <a:lnTo>
                    <a:pt x="4695590" y="480427"/>
                  </a:lnTo>
                  <a:lnTo>
                    <a:pt x="4695684" y="480427"/>
                  </a:lnTo>
                  <a:lnTo>
                    <a:pt x="4695778" y="480427"/>
                  </a:lnTo>
                  <a:lnTo>
                    <a:pt x="4695872" y="480427"/>
                  </a:lnTo>
                  <a:lnTo>
                    <a:pt x="4695966" y="480427"/>
                  </a:lnTo>
                  <a:lnTo>
                    <a:pt x="4696061" y="480427"/>
                  </a:lnTo>
                  <a:lnTo>
                    <a:pt x="4696155" y="480427"/>
                  </a:lnTo>
                  <a:lnTo>
                    <a:pt x="4696249" y="480427"/>
                  </a:lnTo>
                  <a:lnTo>
                    <a:pt x="4696343" y="480427"/>
                  </a:lnTo>
                  <a:lnTo>
                    <a:pt x="4696437" y="480427"/>
                  </a:lnTo>
                  <a:lnTo>
                    <a:pt x="4696531" y="480427"/>
                  </a:lnTo>
                  <a:lnTo>
                    <a:pt x="4696625" y="480427"/>
                  </a:lnTo>
                  <a:lnTo>
                    <a:pt x="4696719" y="480427"/>
                  </a:lnTo>
                  <a:lnTo>
                    <a:pt x="4696813" y="480427"/>
                  </a:lnTo>
                  <a:lnTo>
                    <a:pt x="4696813" y="475147"/>
                  </a:lnTo>
                  <a:lnTo>
                    <a:pt x="4696907" y="475147"/>
                  </a:lnTo>
                  <a:lnTo>
                    <a:pt x="4697001" y="475147"/>
                  </a:lnTo>
                  <a:lnTo>
                    <a:pt x="4697095" y="475147"/>
                  </a:lnTo>
                  <a:lnTo>
                    <a:pt x="4697189" y="475147"/>
                  </a:lnTo>
                  <a:lnTo>
                    <a:pt x="4697283" y="475147"/>
                  </a:lnTo>
                  <a:lnTo>
                    <a:pt x="4697377" y="475147"/>
                  </a:lnTo>
                  <a:lnTo>
                    <a:pt x="4697471" y="475147"/>
                  </a:lnTo>
                  <a:lnTo>
                    <a:pt x="4697565" y="475147"/>
                  </a:lnTo>
                  <a:lnTo>
                    <a:pt x="4697659" y="475147"/>
                  </a:lnTo>
                  <a:lnTo>
                    <a:pt x="4697753" y="475147"/>
                  </a:lnTo>
                  <a:lnTo>
                    <a:pt x="4697847" y="475147"/>
                  </a:lnTo>
                  <a:lnTo>
                    <a:pt x="4697941" y="475147"/>
                  </a:lnTo>
                  <a:lnTo>
                    <a:pt x="4698035" y="475147"/>
                  </a:lnTo>
                  <a:lnTo>
                    <a:pt x="4698129" y="475147"/>
                  </a:lnTo>
                  <a:lnTo>
                    <a:pt x="4698223" y="475147"/>
                  </a:lnTo>
                  <a:lnTo>
                    <a:pt x="4698317" y="475147"/>
                  </a:lnTo>
                  <a:lnTo>
                    <a:pt x="4698411" y="475147"/>
                  </a:lnTo>
                  <a:lnTo>
                    <a:pt x="4698505" y="475147"/>
                  </a:lnTo>
                  <a:lnTo>
                    <a:pt x="4698599" y="475147"/>
                  </a:lnTo>
                  <a:lnTo>
                    <a:pt x="4698693" y="475147"/>
                  </a:lnTo>
                  <a:lnTo>
                    <a:pt x="4698787" y="475147"/>
                  </a:lnTo>
                  <a:lnTo>
                    <a:pt x="4698881" y="475147"/>
                  </a:lnTo>
                  <a:lnTo>
                    <a:pt x="4698975" y="475147"/>
                  </a:lnTo>
                  <a:lnTo>
                    <a:pt x="4699069" y="475147"/>
                  </a:lnTo>
                  <a:lnTo>
                    <a:pt x="4699163" y="475147"/>
                  </a:lnTo>
                  <a:lnTo>
                    <a:pt x="4699257" y="475147"/>
                  </a:lnTo>
                  <a:lnTo>
                    <a:pt x="4699351" y="475147"/>
                  </a:lnTo>
                  <a:lnTo>
                    <a:pt x="4699445" y="475147"/>
                  </a:lnTo>
                  <a:lnTo>
                    <a:pt x="4699539" y="475147"/>
                  </a:lnTo>
                  <a:lnTo>
                    <a:pt x="4699634" y="475147"/>
                  </a:lnTo>
                  <a:lnTo>
                    <a:pt x="4699728" y="475147"/>
                  </a:lnTo>
                  <a:lnTo>
                    <a:pt x="4699822" y="475147"/>
                  </a:lnTo>
                  <a:lnTo>
                    <a:pt x="4699916" y="475147"/>
                  </a:lnTo>
                  <a:lnTo>
                    <a:pt x="4700010" y="475147"/>
                  </a:lnTo>
                  <a:lnTo>
                    <a:pt x="4700104" y="475147"/>
                  </a:lnTo>
                  <a:lnTo>
                    <a:pt x="4700198" y="475147"/>
                  </a:lnTo>
                  <a:lnTo>
                    <a:pt x="4700292" y="475147"/>
                  </a:lnTo>
                  <a:lnTo>
                    <a:pt x="4700386" y="475147"/>
                  </a:lnTo>
                  <a:lnTo>
                    <a:pt x="4700480" y="475147"/>
                  </a:lnTo>
                  <a:lnTo>
                    <a:pt x="4700574" y="475147"/>
                  </a:lnTo>
                  <a:lnTo>
                    <a:pt x="4700668" y="475147"/>
                  </a:lnTo>
                  <a:lnTo>
                    <a:pt x="4700762" y="475147"/>
                  </a:lnTo>
                  <a:lnTo>
                    <a:pt x="4700856" y="475147"/>
                  </a:lnTo>
                  <a:lnTo>
                    <a:pt x="4700950" y="475147"/>
                  </a:lnTo>
                  <a:lnTo>
                    <a:pt x="4701044" y="475147"/>
                  </a:lnTo>
                  <a:lnTo>
                    <a:pt x="4701138" y="475147"/>
                  </a:lnTo>
                  <a:lnTo>
                    <a:pt x="4701232" y="475147"/>
                  </a:lnTo>
                  <a:lnTo>
                    <a:pt x="4701326" y="475147"/>
                  </a:lnTo>
                  <a:lnTo>
                    <a:pt x="4701420" y="475147"/>
                  </a:lnTo>
                  <a:lnTo>
                    <a:pt x="4701514" y="475147"/>
                  </a:lnTo>
                  <a:lnTo>
                    <a:pt x="4701608" y="475147"/>
                  </a:lnTo>
                  <a:lnTo>
                    <a:pt x="4701702" y="475147"/>
                  </a:lnTo>
                  <a:lnTo>
                    <a:pt x="4701796" y="475147"/>
                  </a:lnTo>
                  <a:lnTo>
                    <a:pt x="4701890" y="475147"/>
                  </a:lnTo>
                  <a:lnTo>
                    <a:pt x="4701984" y="475147"/>
                  </a:lnTo>
                  <a:lnTo>
                    <a:pt x="4702078" y="475147"/>
                  </a:lnTo>
                  <a:lnTo>
                    <a:pt x="4702172" y="475147"/>
                  </a:lnTo>
                  <a:lnTo>
                    <a:pt x="4702266" y="475147"/>
                  </a:lnTo>
                  <a:lnTo>
                    <a:pt x="4702360" y="475147"/>
                  </a:lnTo>
                  <a:lnTo>
                    <a:pt x="4702454" y="475147"/>
                  </a:lnTo>
                  <a:lnTo>
                    <a:pt x="4702548" y="475147"/>
                  </a:lnTo>
                  <a:lnTo>
                    <a:pt x="4702642" y="475147"/>
                  </a:lnTo>
                  <a:lnTo>
                    <a:pt x="4702736" y="475147"/>
                  </a:lnTo>
                  <a:lnTo>
                    <a:pt x="4702830" y="475147"/>
                  </a:lnTo>
                  <a:lnTo>
                    <a:pt x="4702924" y="475147"/>
                  </a:lnTo>
                  <a:lnTo>
                    <a:pt x="4703018" y="475147"/>
                  </a:lnTo>
                  <a:lnTo>
                    <a:pt x="4703113" y="475147"/>
                  </a:lnTo>
                  <a:lnTo>
                    <a:pt x="4703207" y="475147"/>
                  </a:lnTo>
                  <a:lnTo>
                    <a:pt x="4703301" y="475147"/>
                  </a:lnTo>
                  <a:lnTo>
                    <a:pt x="4703395" y="475147"/>
                  </a:lnTo>
                  <a:lnTo>
                    <a:pt x="4703489" y="475147"/>
                  </a:lnTo>
                  <a:lnTo>
                    <a:pt x="4703583" y="475147"/>
                  </a:lnTo>
                  <a:lnTo>
                    <a:pt x="4703677" y="475147"/>
                  </a:lnTo>
                  <a:lnTo>
                    <a:pt x="4703771" y="475147"/>
                  </a:lnTo>
                  <a:lnTo>
                    <a:pt x="4703865" y="475147"/>
                  </a:lnTo>
                  <a:lnTo>
                    <a:pt x="4703959" y="475147"/>
                  </a:lnTo>
                  <a:lnTo>
                    <a:pt x="4704053" y="475147"/>
                  </a:lnTo>
                  <a:lnTo>
                    <a:pt x="4704147" y="475147"/>
                  </a:lnTo>
                  <a:lnTo>
                    <a:pt x="4704241" y="475147"/>
                  </a:lnTo>
                  <a:lnTo>
                    <a:pt x="4704335" y="475147"/>
                  </a:lnTo>
                  <a:lnTo>
                    <a:pt x="4704429" y="475147"/>
                  </a:lnTo>
                  <a:lnTo>
                    <a:pt x="4704523" y="475147"/>
                  </a:lnTo>
                  <a:lnTo>
                    <a:pt x="4704617" y="475147"/>
                  </a:lnTo>
                  <a:lnTo>
                    <a:pt x="4704711" y="475147"/>
                  </a:lnTo>
                  <a:lnTo>
                    <a:pt x="4704805" y="475147"/>
                  </a:lnTo>
                  <a:lnTo>
                    <a:pt x="4704899" y="475147"/>
                  </a:lnTo>
                  <a:lnTo>
                    <a:pt x="4704993" y="475147"/>
                  </a:lnTo>
                  <a:lnTo>
                    <a:pt x="4705087" y="475147"/>
                  </a:lnTo>
                  <a:lnTo>
                    <a:pt x="4705181" y="475147"/>
                  </a:lnTo>
                  <a:lnTo>
                    <a:pt x="4705275" y="475147"/>
                  </a:lnTo>
                  <a:lnTo>
                    <a:pt x="4705369" y="475147"/>
                  </a:lnTo>
                  <a:lnTo>
                    <a:pt x="4705463" y="475147"/>
                  </a:lnTo>
                  <a:lnTo>
                    <a:pt x="4705557" y="475147"/>
                  </a:lnTo>
                  <a:lnTo>
                    <a:pt x="4705651" y="475147"/>
                  </a:lnTo>
                  <a:lnTo>
                    <a:pt x="4705745" y="475147"/>
                  </a:lnTo>
                  <a:lnTo>
                    <a:pt x="4705839" y="475147"/>
                  </a:lnTo>
                  <a:lnTo>
                    <a:pt x="4705933" y="475147"/>
                  </a:lnTo>
                  <a:lnTo>
                    <a:pt x="4706027" y="475147"/>
                  </a:lnTo>
                  <a:lnTo>
                    <a:pt x="4706121" y="475147"/>
                  </a:lnTo>
                  <a:lnTo>
                    <a:pt x="4706215" y="475147"/>
                  </a:lnTo>
                  <a:lnTo>
                    <a:pt x="4706309" y="475147"/>
                  </a:lnTo>
                  <a:lnTo>
                    <a:pt x="4706403" y="475147"/>
                  </a:lnTo>
                  <a:lnTo>
                    <a:pt x="4706497" y="475147"/>
                  </a:lnTo>
                  <a:lnTo>
                    <a:pt x="4706591" y="475147"/>
                  </a:lnTo>
                  <a:lnTo>
                    <a:pt x="4706686" y="475147"/>
                  </a:lnTo>
                  <a:lnTo>
                    <a:pt x="4706780" y="475147"/>
                  </a:lnTo>
                  <a:lnTo>
                    <a:pt x="4706874" y="475147"/>
                  </a:lnTo>
                  <a:lnTo>
                    <a:pt x="4706968" y="475147"/>
                  </a:lnTo>
                  <a:lnTo>
                    <a:pt x="4707062" y="475147"/>
                  </a:lnTo>
                  <a:lnTo>
                    <a:pt x="4707156" y="475147"/>
                  </a:lnTo>
                  <a:lnTo>
                    <a:pt x="4707250" y="475147"/>
                  </a:lnTo>
                  <a:lnTo>
                    <a:pt x="4707344" y="475147"/>
                  </a:lnTo>
                  <a:lnTo>
                    <a:pt x="4707438" y="475147"/>
                  </a:lnTo>
                  <a:lnTo>
                    <a:pt x="4707532" y="475147"/>
                  </a:lnTo>
                  <a:lnTo>
                    <a:pt x="4707626" y="475147"/>
                  </a:lnTo>
                  <a:lnTo>
                    <a:pt x="4707720" y="475147"/>
                  </a:lnTo>
                  <a:lnTo>
                    <a:pt x="4707814" y="475147"/>
                  </a:lnTo>
                  <a:lnTo>
                    <a:pt x="4707908" y="475147"/>
                  </a:lnTo>
                  <a:lnTo>
                    <a:pt x="4708002" y="475147"/>
                  </a:lnTo>
                  <a:lnTo>
                    <a:pt x="4708096" y="475147"/>
                  </a:lnTo>
                  <a:lnTo>
                    <a:pt x="4708190" y="475147"/>
                  </a:lnTo>
                  <a:lnTo>
                    <a:pt x="4708284" y="475147"/>
                  </a:lnTo>
                  <a:lnTo>
                    <a:pt x="4708378" y="475147"/>
                  </a:lnTo>
                  <a:lnTo>
                    <a:pt x="4708472" y="475147"/>
                  </a:lnTo>
                  <a:lnTo>
                    <a:pt x="4708566" y="475147"/>
                  </a:lnTo>
                  <a:lnTo>
                    <a:pt x="4708660" y="475147"/>
                  </a:lnTo>
                  <a:lnTo>
                    <a:pt x="4708754" y="475147"/>
                  </a:lnTo>
                  <a:lnTo>
                    <a:pt x="4708848" y="475147"/>
                  </a:lnTo>
                  <a:lnTo>
                    <a:pt x="4708942" y="475147"/>
                  </a:lnTo>
                  <a:lnTo>
                    <a:pt x="4709036" y="475147"/>
                  </a:lnTo>
                  <a:lnTo>
                    <a:pt x="4709130" y="475147"/>
                  </a:lnTo>
                  <a:lnTo>
                    <a:pt x="4709224" y="475147"/>
                  </a:lnTo>
                  <a:lnTo>
                    <a:pt x="4709318" y="475147"/>
                  </a:lnTo>
                  <a:lnTo>
                    <a:pt x="4709412" y="475147"/>
                  </a:lnTo>
                  <a:lnTo>
                    <a:pt x="4709506" y="475147"/>
                  </a:lnTo>
                  <a:lnTo>
                    <a:pt x="4709600" y="475147"/>
                  </a:lnTo>
                  <a:lnTo>
                    <a:pt x="4709694" y="475147"/>
                  </a:lnTo>
                  <a:lnTo>
                    <a:pt x="4709788" y="475147"/>
                  </a:lnTo>
                  <a:lnTo>
                    <a:pt x="4709882" y="475147"/>
                  </a:lnTo>
                  <a:lnTo>
                    <a:pt x="4709976" y="475147"/>
                  </a:lnTo>
                  <a:lnTo>
                    <a:pt x="4710070" y="475147"/>
                  </a:lnTo>
                  <a:lnTo>
                    <a:pt x="4710164" y="475147"/>
                  </a:lnTo>
                  <a:lnTo>
                    <a:pt x="4710259" y="475147"/>
                  </a:lnTo>
                  <a:lnTo>
                    <a:pt x="4710353" y="475147"/>
                  </a:lnTo>
                  <a:lnTo>
                    <a:pt x="4710447" y="475147"/>
                  </a:lnTo>
                  <a:lnTo>
                    <a:pt x="4710541" y="475147"/>
                  </a:lnTo>
                  <a:lnTo>
                    <a:pt x="4710635" y="475147"/>
                  </a:lnTo>
                  <a:lnTo>
                    <a:pt x="4710729" y="475147"/>
                  </a:lnTo>
                  <a:lnTo>
                    <a:pt x="4710823" y="475147"/>
                  </a:lnTo>
                  <a:lnTo>
                    <a:pt x="4710917" y="475147"/>
                  </a:lnTo>
                  <a:lnTo>
                    <a:pt x="4711011" y="475147"/>
                  </a:lnTo>
                  <a:lnTo>
                    <a:pt x="4711105" y="475147"/>
                  </a:lnTo>
                  <a:lnTo>
                    <a:pt x="4711199" y="475147"/>
                  </a:lnTo>
                  <a:lnTo>
                    <a:pt x="4711293" y="475147"/>
                  </a:lnTo>
                  <a:lnTo>
                    <a:pt x="4711387" y="475147"/>
                  </a:lnTo>
                  <a:lnTo>
                    <a:pt x="4711481" y="475147"/>
                  </a:lnTo>
                  <a:lnTo>
                    <a:pt x="4711575" y="475147"/>
                  </a:lnTo>
                  <a:lnTo>
                    <a:pt x="4711669" y="475147"/>
                  </a:lnTo>
                  <a:lnTo>
                    <a:pt x="4711763" y="475147"/>
                  </a:lnTo>
                  <a:lnTo>
                    <a:pt x="4711857" y="475147"/>
                  </a:lnTo>
                  <a:lnTo>
                    <a:pt x="4711951" y="475147"/>
                  </a:lnTo>
                  <a:lnTo>
                    <a:pt x="4712045" y="475147"/>
                  </a:lnTo>
                  <a:lnTo>
                    <a:pt x="4712139" y="475147"/>
                  </a:lnTo>
                  <a:lnTo>
                    <a:pt x="4712233" y="475147"/>
                  </a:lnTo>
                  <a:lnTo>
                    <a:pt x="4712327" y="475147"/>
                  </a:lnTo>
                  <a:lnTo>
                    <a:pt x="4712421" y="475147"/>
                  </a:lnTo>
                  <a:lnTo>
                    <a:pt x="4712515" y="475147"/>
                  </a:lnTo>
                  <a:lnTo>
                    <a:pt x="4712609" y="475147"/>
                  </a:lnTo>
                  <a:lnTo>
                    <a:pt x="4712703" y="475147"/>
                  </a:lnTo>
                  <a:lnTo>
                    <a:pt x="4712797" y="475147"/>
                  </a:lnTo>
                  <a:lnTo>
                    <a:pt x="4712891" y="475147"/>
                  </a:lnTo>
                  <a:lnTo>
                    <a:pt x="4712985" y="475147"/>
                  </a:lnTo>
                  <a:lnTo>
                    <a:pt x="4713079" y="475147"/>
                  </a:lnTo>
                  <a:lnTo>
                    <a:pt x="4713173" y="475147"/>
                  </a:lnTo>
                  <a:lnTo>
                    <a:pt x="4713267" y="475147"/>
                  </a:lnTo>
                  <a:lnTo>
                    <a:pt x="4713361" y="475147"/>
                  </a:lnTo>
                  <a:lnTo>
                    <a:pt x="4713455" y="475147"/>
                  </a:lnTo>
                  <a:lnTo>
                    <a:pt x="4713549" y="475147"/>
                  </a:lnTo>
                  <a:lnTo>
                    <a:pt x="4713643" y="475147"/>
                  </a:lnTo>
                  <a:lnTo>
                    <a:pt x="4713737" y="475147"/>
                  </a:lnTo>
                  <a:lnTo>
                    <a:pt x="4713832" y="475147"/>
                  </a:lnTo>
                  <a:lnTo>
                    <a:pt x="4713926" y="475147"/>
                  </a:lnTo>
                  <a:lnTo>
                    <a:pt x="4714020" y="475147"/>
                  </a:lnTo>
                  <a:lnTo>
                    <a:pt x="4714114" y="475147"/>
                  </a:lnTo>
                  <a:lnTo>
                    <a:pt x="4714208" y="475147"/>
                  </a:lnTo>
                  <a:lnTo>
                    <a:pt x="4714302" y="475147"/>
                  </a:lnTo>
                  <a:lnTo>
                    <a:pt x="4714396" y="475147"/>
                  </a:lnTo>
                  <a:lnTo>
                    <a:pt x="4714490" y="475147"/>
                  </a:lnTo>
                  <a:lnTo>
                    <a:pt x="4714584" y="475147"/>
                  </a:lnTo>
                  <a:lnTo>
                    <a:pt x="4714678" y="475147"/>
                  </a:lnTo>
                  <a:lnTo>
                    <a:pt x="4714772" y="475147"/>
                  </a:lnTo>
                  <a:lnTo>
                    <a:pt x="4714866" y="475147"/>
                  </a:lnTo>
                  <a:lnTo>
                    <a:pt x="4714960" y="475147"/>
                  </a:lnTo>
                  <a:lnTo>
                    <a:pt x="4715054" y="475147"/>
                  </a:lnTo>
                  <a:lnTo>
                    <a:pt x="4715148" y="475147"/>
                  </a:lnTo>
                  <a:lnTo>
                    <a:pt x="4715242" y="475147"/>
                  </a:lnTo>
                  <a:lnTo>
                    <a:pt x="4715336" y="475147"/>
                  </a:lnTo>
                  <a:lnTo>
                    <a:pt x="4715430" y="475147"/>
                  </a:lnTo>
                  <a:lnTo>
                    <a:pt x="4715524" y="475147"/>
                  </a:lnTo>
                  <a:lnTo>
                    <a:pt x="4715618" y="475147"/>
                  </a:lnTo>
                  <a:lnTo>
                    <a:pt x="4715712" y="475147"/>
                  </a:lnTo>
                  <a:lnTo>
                    <a:pt x="4715806" y="475147"/>
                  </a:lnTo>
                  <a:lnTo>
                    <a:pt x="4715900" y="475147"/>
                  </a:lnTo>
                  <a:lnTo>
                    <a:pt x="4715994" y="475147"/>
                  </a:lnTo>
                  <a:lnTo>
                    <a:pt x="4716088" y="475147"/>
                  </a:lnTo>
                  <a:lnTo>
                    <a:pt x="4716182" y="475147"/>
                  </a:lnTo>
                  <a:lnTo>
                    <a:pt x="4716276" y="475147"/>
                  </a:lnTo>
                  <a:lnTo>
                    <a:pt x="4716370" y="475147"/>
                  </a:lnTo>
                  <a:lnTo>
                    <a:pt x="4716464" y="475147"/>
                  </a:lnTo>
                  <a:lnTo>
                    <a:pt x="4716558" y="475147"/>
                  </a:lnTo>
                  <a:lnTo>
                    <a:pt x="4716652" y="475147"/>
                  </a:lnTo>
                  <a:lnTo>
                    <a:pt x="4716746" y="475147"/>
                  </a:lnTo>
                  <a:lnTo>
                    <a:pt x="4716840" y="475147"/>
                  </a:lnTo>
                  <a:lnTo>
                    <a:pt x="4716934" y="475147"/>
                  </a:lnTo>
                  <a:lnTo>
                    <a:pt x="4717028" y="475147"/>
                  </a:lnTo>
                  <a:lnTo>
                    <a:pt x="4717122" y="475147"/>
                  </a:lnTo>
                  <a:lnTo>
                    <a:pt x="4717216" y="475147"/>
                  </a:lnTo>
                  <a:lnTo>
                    <a:pt x="4717311" y="475147"/>
                  </a:lnTo>
                  <a:lnTo>
                    <a:pt x="4717405" y="475147"/>
                  </a:lnTo>
                  <a:lnTo>
                    <a:pt x="4717499" y="475147"/>
                  </a:lnTo>
                  <a:lnTo>
                    <a:pt x="4717593" y="475147"/>
                  </a:lnTo>
                  <a:lnTo>
                    <a:pt x="4717687" y="475147"/>
                  </a:lnTo>
                  <a:lnTo>
                    <a:pt x="4717781" y="475147"/>
                  </a:lnTo>
                  <a:lnTo>
                    <a:pt x="4717875" y="475147"/>
                  </a:lnTo>
                  <a:lnTo>
                    <a:pt x="4717969" y="475147"/>
                  </a:lnTo>
                  <a:lnTo>
                    <a:pt x="4718063" y="475147"/>
                  </a:lnTo>
                  <a:lnTo>
                    <a:pt x="4718157" y="475147"/>
                  </a:lnTo>
                  <a:lnTo>
                    <a:pt x="4718251" y="475147"/>
                  </a:lnTo>
                  <a:lnTo>
                    <a:pt x="4718345" y="475147"/>
                  </a:lnTo>
                  <a:lnTo>
                    <a:pt x="4718439" y="475147"/>
                  </a:lnTo>
                  <a:lnTo>
                    <a:pt x="4718533" y="475147"/>
                  </a:lnTo>
                  <a:lnTo>
                    <a:pt x="4718627" y="475147"/>
                  </a:lnTo>
                  <a:lnTo>
                    <a:pt x="4718721" y="475147"/>
                  </a:lnTo>
                  <a:lnTo>
                    <a:pt x="4718815" y="475147"/>
                  </a:lnTo>
                  <a:lnTo>
                    <a:pt x="4718909" y="475147"/>
                  </a:lnTo>
                  <a:lnTo>
                    <a:pt x="4719003" y="475147"/>
                  </a:lnTo>
                  <a:lnTo>
                    <a:pt x="4719097" y="475147"/>
                  </a:lnTo>
                  <a:lnTo>
                    <a:pt x="4719191" y="475147"/>
                  </a:lnTo>
                  <a:lnTo>
                    <a:pt x="4719285" y="475147"/>
                  </a:lnTo>
                  <a:lnTo>
                    <a:pt x="4719379" y="475147"/>
                  </a:lnTo>
                  <a:lnTo>
                    <a:pt x="4719473" y="475147"/>
                  </a:lnTo>
                  <a:lnTo>
                    <a:pt x="4719567" y="475147"/>
                  </a:lnTo>
                  <a:lnTo>
                    <a:pt x="4719661" y="475147"/>
                  </a:lnTo>
                  <a:lnTo>
                    <a:pt x="4719755" y="475147"/>
                  </a:lnTo>
                  <a:lnTo>
                    <a:pt x="4719849" y="475147"/>
                  </a:lnTo>
                  <a:lnTo>
                    <a:pt x="4719943" y="475147"/>
                  </a:lnTo>
                  <a:lnTo>
                    <a:pt x="4720037" y="475147"/>
                  </a:lnTo>
                  <a:lnTo>
                    <a:pt x="4720131" y="475147"/>
                  </a:lnTo>
                  <a:lnTo>
                    <a:pt x="4720225" y="475147"/>
                  </a:lnTo>
                  <a:lnTo>
                    <a:pt x="4720319" y="475147"/>
                  </a:lnTo>
                  <a:lnTo>
                    <a:pt x="4720413" y="475147"/>
                  </a:lnTo>
                  <a:lnTo>
                    <a:pt x="4720507" y="475147"/>
                  </a:lnTo>
                  <a:lnTo>
                    <a:pt x="4720601" y="475147"/>
                  </a:lnTo>
                  <a:lnTo>
                    <a:pt x="4720695" y="475147"/>
                  </a:lnTo>
                  <a:lnTo>
                    <a:pt x="4720789" y="475147"/>
                  </a:lnTo>
                  <a:lnTo>
                    <a:pt x="4720884" y="475147"/>
                  </a:lnTo>
                  <a:lnTo>
                    <a:pt x="4720978" y="475147"/>
                  </a:lnTo>
                  <a:lnTo>
                    <a:pt x="4721072" y="475147"/>
                  </a:lnTo>
                  <a:lnTo>
                    <a:pt x="4721166" y="475147"/>
                  </a:lnTo>
                  <a:lnTo>
                    <a:pt x="4721260" y="475147"/>
                  </a:lnTo>
                  <a:lnTo>
                    <a:pt x="4721354" y="475147"/>
                  </a:lnTo>
                  <a:lnTo>
                    <a:pt x="4721448" y="475147"/>
                  </a:lnTo>
                  <a:lnTo>
                    <a:pt x="4721542" y="475147"/>
                  </a:lnTo>
                  <a:lnTo>
                    <a:pt x="4721636" y="475147"/>
                  </a:lnTo>
                  <a:lnTo>
                    <a:pt x="4721730" y="475147"/>
                  </a:lnTo>
                  <a:lnTo>
                    <a:pt x="4721824" y="475147"/>
                  </a:lnTo>
                  <a:lnTo>
                    <a:pt x="4721918" y="475147"/>
                  </a:lnTo>
                  <a:lnTo>
                    <a:pt x="4722012" y="475147"/>
                  </a:lnTo>
                  <a:lnTo>
                    <a:pt x="4722106" y="475147"/>
                  </a:lnTo>
                  <a:lnTo>
                    <a:pt x="4722200" y="475147"/>
                  </a:lnTo>
                  <a:lnTo>
                    <a:pt x="4722294" y="475147"/>
                  </a:lnTo>
                  <a:lnTo>
                    <a:pt x="4722388" y="475147"/>
                  </a:lnTo>
                  <a:lnTo>
                    <a:pt x="4722482" y="475147"/>
                  </a:lnTo>
                  <a:lnTo>
                    <a:pt x="4722576" y="475147"/>
                  </a:lnTo>
                  <a:lnTo>
                    <a:pt x="4722670" y="475147"/>
                  </a:lnTo>
                  <a:lnTo>
                    <a:pt x="4722764" y="475147"/>
                  </a:lnTo>
                  <a:lnTo>
                    <a:pt x="4722858" y="475147"/>
                  </a:lnTo>
                  <a:lnTo>
                    <a:pt x="4722952" y="475147"/>
                  </a:lnTo>
                  <a:lnTo>
                    <a:pt x="4723046" y="475147"/>
                  </a:lnTo>
                  <a:lnTo>
                    <a:pt x="4723140" y="475147"/>
                  </a:lnTo>
                  <a:lnTo>
                    <a:pt x="4723234" y="475147"/>
                  </a:lnTo>
                  <a:lnTo>
                    <a:pt x="4723328" y="475147"/>
                  </a:lnTo>
                  <a:lnTo>
                    <a:pt x="4723422" y="475147"/>
                  </a:lnTo>
                  <a:lnTo>
                    <a:pt x="4723516" y="475147"/>
                  </a:lnTo>
                  <a:lnTo>
                    <a:pt x="4723610" y="475147"/>
                  </a:lnTo>
                  <a:lnTo>
                    <a:pt x="4723704" y="475147"/>
                  </a:lnTo>
                  <a:lnTo>
                    <a:pt x="4723798" y="475147"/>
                  </a:lnTo>
                  <a:lnTo>
                    <a:pt x="4723892" y="475147"/>
                  </a:lnTo>
                  <a:lnTo>
                    <a:pt x="4723986" y="475147"/>
                  </a:lnTo>
                  <a:lnTo>
                    <a:pt x="4724080" y="475147"/>
                  </a:lnTo>
                  <a:lnTo>
                    <a:pt x="4724174" y="475147"/>
                  </a:lnTo>
                  <a:lnTo>
                    <a:pt x="4724268" y="475147"/>
                  </a:lnTo>
                  <a:lnTo>
                    <a:pt x="4724362" y="475147"/>
                  </a:lnTo>
                  <a:lnTo>
                    <a:pt x="4724457" y="475147"/>
                  </a:lnTo>
                  <a:lnTo>
                    <a:pt x="4724551" y="475147"/>
                  </a:lnTo>
                  <a:lnTo>
                    <a:pt x="4724645" y="475147"/>
                  </a:lnTo>
                  <a:lnTo>
                    <a:pt x="4724739" y="475147"/>
                  </a:lnTo>
                  <a:lnTo>
                    <a:pt x="4724833" y="475147"/>
                  </a:lnTo>
                  <a:lnTo>
                    <a:pt x="4724927" y="475147"/>
                  </a:lnTo>
                  <a:lnTo>
                    <a:pt x="4725021" y="475147"/>
                  </a:lnTo>
                  <a:lnTo>
                    <a:pt x="4725115" y="475147"/>
                  </a:lnTo>
                  <a:lnTo>
                    <a:pt x="4725209" y="475147"/>
                  </a:lnTo>
                  <a:lnTo>
                    <a:pt x="4725303" y="475147"/>
                  </a:lnTo>
                  <a:lnTo>
                    <a:pt x="4725397" y="475147"/>
                  </a:lnTo>
                  <a:lnTo>
                    <a:pt x="4725491" y="475147"/>
                  </a:lnTo>
                  <a:lnTo>
                    <a:pt x="4725585" y="475147"/>
                  </a:lnTo>
                  <a:lnTo>
                    <a:pt x="4725679" y="475147"/>
                  </a:lnTo>
                  <a:lnTo>
                    <a:pt x="4725773" y="475147"/>
                  </a:lnTo>
                  <a:lnTo>
                    <a:pt x="4725867" y="475147"/>
                  </a:lnTo>
                  <a:lnTo>
                    <a:pt x="4725961" y="475147"/>
                  </a:lnTo>
                  <a:lnTo>
                    <a:pt x="4726055" y="475147"/>
                  </a:lnTo>
                  <a:lnTo>
                    <a:pt x="4726149" y="475147"/>
                  </a:lnTo>
                  <a:lnTo>
                    <a:pt x="4726243" y="475147"/>
                  </a:lnTo>
                  <a:lnTo>
                    <a:pt x="4726337" y="475147"/>
                  </a:lnTo>
                  <a:lnTo>
                    <a:pt x="4726431" y="475147"/>
                  </a:lnTo>
                  <a:lnTo>
                    <a:pt x="4726525" y="475147"/>
                  </a:lnTo>
                  <a:lnTo>
                    <a:pt x="4726619" y="475147"/>
                  </a:lnTo>
                  <a:lnTo>
                    <a:pt x="4726713" y="475147"/>
                  </a:lnTo>
                  <a:lnTo>
                    <a:pt x="4726807" y="475147"/>
                  </a:lnTo>
                  <a:lnTo>
                    <a:pt x="4726901" y="475147"/>
                  </a:lnTo>
                  <a:lnTo>
                    <a:pt x="4726995" y="475147"/>
                  </a:lnTo>
                  <a:lnTo>
                    <a:pt x="4727089" y="475147"/>
                  </a:lnTo>
                  <a:lnTo>
                    <a:pt x="4727183" y="475147"/>
                  </a:lnTo>
                  <a:lnTo>
                    <a:pt x="4727277" y="475147"/>
                  </a:lnTo>
                  <a:lnTo>
                    <a:pt x="4727371" y="475147"/>
                  </a:lnTo>
                  <a:lnTo>
                    <a:pt x="4727465" y="475147"/>
                  </a:lnTo>
                  <a:lnTo>
                    <a:pt x="4727559" y="475147"/>
                  </a:lnTo>
                  <a:lnTo>
                    <a:pt x="4727653" y="475147"/>
                  </a:lnTo>
                  <a:lnTo>
                    <a:pt x="4727747" y="475147"/>
                  </a:lnTo>
                  <a:lnTo>
                    <a:pt x="4727841" y="475147"/>
                  </a:lnTo>
                  <a:lnTo>
                    <a:pt x="4727936" y="475147"/>
                  </a:lnTo>
                  <a:lnTo>
                    <a:pt x="4728030" y="475147"/>
                  </a:lnTo>
                  <a:lnTo>
                    <a:pt x="4728124" y="475147"/>
                  </a:lnTo>
                  <a:lnTo>
                    <a:pt x="4728218" y="475147"/>
                  </a:lnTo>
                  <a:lnTo>
                    <a:pt x="4728312" y="475147"/>
                  </a:lnTo>
                  <a:lnTo>
                    <a:pt x="4728406" y="475147"/>
                  </a:lnTo>
                  <a:lnTo>
                    <a:pt x="4728500" y="475147"/>
                  </a:lnTo>
                  <a:lnTo>
                    <a:pt x="4728594" y="475147"/>
                  </a:lnTo>
                  <a:lnTo>
                    <a:pt x="4728688" y="475147"/>
                  </a:lnTo>
                  <a:lnTo>
                    <a:pt x="4728782" y="475147"/>
                  </a:lnTo>
                  <a:lnTo>
                    <a:pt x="4728876" y="475147"/>
                  </a:lnTo>
                  <a:lnTo>
                    <a:pt x="4728970" y="475147"/>
                  </a:lnTo>
                  <a:lnTo>
                    <a:pt x="4729064" y="475147"/>
                  </a:lnTo>
                  <a:lnTo>
                    <a:pt x="4729158" y="475147"/>
                  </a:lnTo>
                  <a:lnTo>
                    <a:pt x="4729252" y="475147"/>
                  </a:lnTo>
                  <a:lnTo>
                    <a:pt x="4729346" y="475147"/>
                  </a:lnTo>
                  <a:lnTo>
                    <a:pt x="4729440" y="475147"/>
                  </a:lnTo>
                  <a:lnTo>
                    <a:pt x="4729534" y="475147"/>
                  </a:lnTo>
                  <a:lnTo>
                    <a:pt x="4729628" y="475147"/>
                  </a:lnTo>
                  <a:lnTo>
                    <a:pt x="4729722" y="475147"/>
                  </a:lnTo>
                  <a:lnTo>
                    <a:pt x="4729816" y="475147"/>
                  </a:lnTo>
                  <a:lnTo>
                    <a:pt x="4729910" y="475147"/>
                  </a:lnTo>
                  <a:lnTo>
                    <a:pt x="4730004" y="475147"/>
                  </a:lnTo>
                  <a:lnTo>
                    <a:pt x="4730098" y="475147"/>
                  </a:lnTo>
                  <a:lnTo>
                    <a:pt x="4730192" y="475147"/>
                  </a:lnTo>
                  <a:lnTo>
                    <a:pt x="4730286" y="475147"/>
                  </a:lnTo>
                  <a:lnTo>
                    <a:pt x="4730380" y="475147"/>
                  </a:lnTo>
                  <a:lnTo>
                    <a:pt x="4730474" y="475147"/>
                  </a:lnTo>
                  <a:lnTo>
                    <a:pt x="4730568" y="475147"/>
                  </a:lnTo>
                  <a:lnTo>
                    <a:pt x="4730662" y="475147"/>
                  </a:lnTo>
                  <a:lnTo>
                    <a:pt x="4730756" y="475147"/>
                  </a:lnTo>
                  <a:lnTo>
                    <a:pt x="4730850" y="475147"/>
                  </a:lnTo>
                  <a:lnTo>
                    <a:pt x="4730944" y="475147"/>
                  </a:lnTo>
                  <a:lnTo>
                    <a:pt x="4731038" y="475147"/>
                  </a:lnTo>
                  <a:lnTo>
                    <a:pt x="4731132" y="475147"/>
                  </a:lnTo>
                  <a:lnTo>
                    <a:pt x="4731226" y="475147"/>
                  </a:lnTo>
                  <a:lnTo>
                    <a:pt x="4731320" y="475147"/>
                  </a:lnTo>
                  <a:lnTo>
                    <a:pt x="4731414" y="475147"/>
                  </a:lnTo>
                  <a:lnTo>
                    <a:pt x="4731509" y="475147"/>
                  </a:lnTo>
                  <a:lnTo>
                    <a:pt x="4731603" y="475147"/>
                  </a:lnTo>
                  <a:lnTo>
                    <a:pt x="4731697" y="475147"/>
                  </a:lnTo>
                  <a:lnTo>
                    <a:pt x="4731791" y="475147"/>
                  </a:lnTo>
                  <a:lnTo>
                    <a:pt x="4731885" y="475147"/>
                  </a:lnTo>
                  <a:lnTo>
                    <a:pt x="4731979" y="475147"/>
                  </a:lnTo>
                  <a:lnTo>
                    <a:pt x="4732073" y="475147"/>
                  </a:lnTo>
                  <a:lnTo>
                    <a:pt x="4732167" y="475147"/>
                  </a:lnTo>
                  <a:lnTo>
                    <a:pt x="4732261" y="475147"/>
                  </a:lnTo>
                  <a:lnTo>
                    <a:pt x="4732355" y="475147"/>
                  </a:lnTo>
                  <a:lnTo>
                    <a:pt x="4732449" y="475147"/>
                  </a:lnTo>
                  <a:lnTo>
                    <a:pt x="4732543" y="475147"/>
                  </a:lnTo>
                  <a:lnTo>
                    <a:pt x="4732543" y="469868"/>
                  </a:lnTo>
                  <a:lnTo>
                    <a:pt x="4732637" y="469868"/>
                  </a:lnTo>
                  <a:lnTo>
                    <a:pt x="4732731" y="469868"/>
                  </a:lnTo>
                  <a:lnTo>
                    <a:pt x="4732825" y="469868"/>
                  </a:lnTo>
                  <a:lnTo>
                    <a:pt x="4732919" y="469868"/>
                  </a:lnTo>
                  <a:lnTo>
                    <a:pt x="4733013" y="469868"/>
                  </a:lnTo>
                  <a:lnTo>
                    <a:pt x="4733107" y="469868"/>
                  </a:lnTo>
                  <a:lnTo>
                    <a:pt x="4733201" y="469868"/>
                  </a:lnTo>
                  <a:lnTo>
                    <a:pt x="4733295" y="469868"/>
                  </a:lnTo>
                  <a:lnTo>
                    <a:pt x="4733389" y="469868"/>
                  </a:lnTo>
                  <a:lnTo>
                    <a:pt x="4733483" y="469868"/>
                  </a:lnTo>
                  <a:lnTo>
                    <a:pt x="4733577" y="469868"/>
                  </a:lnTo>
                  <a:lnTo>
                    <a:pt x="4733671" y="469868"/>
                  </a:lnTo>
                  <a:lnTo>
                    <a:pt x="4733765" y="469868"/>
                  </a:lnTo>
                  <a:lnTo>
                    <a:pt x="4733859" y="469868"/>
                  </a:lnTo>
                  <a:lnTo>
                    <a:pt x="4733953" y="469868"/>
                  </a:lnTo>
                  <a:lnTo>
                    <a:pt x="4734047" y="469868"/>
                  </a:lnTo>
                  <a:lnTo>
                    <a:pt x="4734141" y="469868"/>
                  </a:lnTo>
                  <a:lnTo>
                    <a:pt x="4734235" y="469868"/>
                  </a:lnTo>
                  <a:lnTo>
                    <a:pt x="4734235" y="464589"/>
                  </a:lnTo>
                  <a:lnTo>
                    <a:pt x="4734329" y="464589"/>
                  </a:lnTo>
                  <a:lnTo>
                    <a:pt x="4734423" y="464589"/>
                  </a:lnTo>
                  <a:lnTo>
                    <a:pt x="4734517" y="464589"/>
                  </a:lnTo>
                  <a:lnTo>
                    <a:pt x="4734611" y="464589"/>
                  </a:lnTo>
                  <a:lnTo>
                    <a:pt x="4734705" y="464589"/>
                  </a:lnTo>
                  <a:lnTo>
                    <a:pt x="4734799" y="464589"/>
                  </a:lnTo>
                  <a:lnTo>
                    <a:pt x="4734893" y="464589"/>
                  </a:lnTo>
                  <a:lnTo>
                    <a:pt x="4734987" y="464589"/>
                  </a:lnTo>
                  <a:lnTo>
                    <a:pt x="4735082" y="464589"/>
                  </a:lnTo>
                  <a:lnTo>
                    <a:pt x="4735176" y="464589"/>
                  </a:lnTo>
                  <a:lnTo>
                    <a:pt x="4735270" y="464589"/>
                  </a:lnTo>
                  <a:lnTo>
                    <a:pt x="4735364" y="464589"/>
                  </a:lnTo>
                  <a:lnTo>
                    <a:pt x="4735458" y="464589"/>
                  </a:lnTo>
                  <a:lnTo>
                    <a:pt x="4735552" y="464589"/>
                  </a:lnTo>
                  <a:lnTo>
                    <a:pt x="4735646" y="464589"/>
                  </a:lnTo>
                  <a:lnTo>
                    <a:pt x="4735740" y="464589"/>
                  </a:lnTo>
                  <a:lnTo>
                    <a:pt x="4735834" y="464589"/>
                  </a:lnTo>
                  <a:lnTo>
                    <a:pt x="4735928" y="464589"/>
                  </a:lnTo>
                  <a:lnTo>
                    <a:pt x="4736022" y="464589"/>
                  </a:lnTo>
                  <a:lnTo>
                    <a:pt x="4736116" y="464589"/>
                  </a:lnTo>
                  <a:lnTo>
                    <a:pt x="4736210" y="464589"/>
                  </a:lnTo>
                  <a:lnTo>
                    <a:pt x="4736304" y="464589"/>
                  </a:lnTo>
                  <a:lnTo>
                    <a:pt x="4736398" y="464589"/>
                  </a:lnTo>
                  <a:lnTo>
                    <a:pt x="4736492" y="464589"/>
                  </a:lnTo>
                  <a:lnTo>
                    <a:pt x="4736586" y="464589"/>
                  </a:lnTo>
                  <a:lnTo>
                    <a:pt x="4736680" y="464589"/>
                  </a:lnTo>
                  <a:lnTo>
                    <a:pt x="4736774" y="464589"/>
                  </a:lnTo>
                  <a:lnTo>
                    <a:pt x="4736868" y="464589"/>
                  </a:lnTo>
                  <a:lnTo>
                    <a:pt x="4736962" y="464589"/>
                  </a:lnTo>
                  <a:lnTo>
                    <a:pt x="4737056" y="464589"/>
                  </a:lnTo>
                  <a:lnTo>
                    <a:pt x="4737150" y="464589"/>
                  </a:lnTo>
                  <a:lnTo>
                    <a:pt x="4737244" y="464589"/>
                  </a:lnTo>
                  <a:lnTo>
                    <a:pt x="4737338" y="464589"/>
                  </a:lnTo>
                  <a:lnTo>
                    <a:pt x="4737432" y="464589"/>
                  </a:lnTo>
                  <a:lnTo>
                    <a:pt x="4737526" y="464589"/>
                  </a:lnTo>
                  <a:lnTo>
                    <a:pt x="4737620" y="464589"/>
                  </a:lnTo>
                  <a:lnTo>
                    <a:pt x="4737714" y="464589"/>
                  </a:lnTo>
                  <a:lnTo>
                    <a:pt x="4737808" y="464589"/>
                  </a:lnTo>
                  <a:lnTo>
                    <a:pt x="4737902" y="464589"/>
                  </a:lnTo>
                  <a:lnTo>
                    <a:pt x="4737996" y="464589"/>
                  </a:lnTo>
                  <a:lnTo>
                    <a:pt x="4738090" y="464589"/>
                  </a:lnTo>
                  <a:lnTo>
                    <a:pt x="4738184" y="464589"/>
                  </a:lnTo>
                  <a:lnTo>
                    <a:pt x="4738278" y="464589"/>
                  </a:lnTo>
                  <a:lnTo>
                    <a:pt x="4738372" y="464589"/>
                  </a:lnTo>
                  <a:lnTo>
                    <a:pt x="4738466" y="464589"/>
                  </a:lnTo>
                  <a:lnTo>
                    <a:pt x="4738561" y="464589"/>
                  </a:lnTo>
                  <a:lnTo>
                    <a:pt x="4738655" y="464589"/>
                  </a:lnTo>
                  <a:lnTo>
                    <a:pt x="4738749" y="464589"/>
                  </a:lnTo>
                  <a:lnTo>
                    <a:pt x="4738843" y="464589"/>
                  </a:lnTo>
                  <a:lnTo>
                    <a:pt x="4738937" y="464589"/>
                  </a:lnTo>
                  <a:lnTo>
                    <a:pt x="4739031" y="464589"/>
                  </a:lnTo>
                  <a:lnTo>
                    <a:pt x="4739125" y="464589"/>
                  </a:lnTo>
                  <a:lnTo>
                    <a:pt x="4739219" y="464589"/>
                  </a:lnTo>
                  <a:lnTo>
                    <a:pt x="4739313" y="464589"/>
                  </a:lnTo>
                  <a:lnTo>
                    <a:pt x="4739407" y="464589"/>
                  </a:lnTo>
                  <a:lnTo>
                    <a:pt x="4739501" y="464589"/>
                  </a:lnTo>
                  <a:lnTo>
                    <a:pt x="4739595" y="464589"/>
                  </a:lnTo>
                  <a:lnTo>
                    <a:pt x="4739689" y="464589"/>
                  </a:lnTo>
                  <a:lnTo>
                    <a:pt x="4739783" y="464589"/>
                  </a:lnTo>
                  <a:lnTo>
                    <a:pt x="4739877" y="464589"/>
                  </a:lnTo>
                  <a:lnTo>
                    <a:pt x="4739971" y="464589"/>
                  </a:lnTo>
                  <a:lnTo>
                    <a:pt x="4740065" y="464589"/>
                  </a:lnTo>
                  <a:lnTo>
                    <a:pt x="4740159" y="464589"/>
                  </a:lnTo>
                  <a:lnTo>
                    <a:pt x="4740253" y="464589"/>
                  </a:lnTo>
                  <a:lnTo>
                    <a:pt x="4740347" y="464589"/>
                  </a:lnTo>
                  <a:lnTo>
                    <a:pt x="4740441" y="464589"/>
                  </a:lnTo>
                  <a:lnTo>
                    <a:pt x="4740535" y="464589"/>
                  </a:lnTo>
                  <a:lnTo>
                    <a:pt x="4740629" y="464589"/>
                  </a:lnTo>
                  <a:lnTo>
                    <a:pt x="4740723" y="464589"/>
                  </a:lnTo>
                  <a:lnTo>
                    <a:pt x="4740817" y="464589"/>
                  </a:lnTo>
                  <a:lnTo>
                    <a:pt x="4740911" y="464589"/>
                  </a:lnTo>
                  <a:lnTo>
                    <a:pt x="4741005" y="464589"/>
                  </a:lnTo>
                  <a:lnTo>
                    <a:pt x="4741099" y="464589"/>
                  </a:lnTo>
                  <a:lnTo>
                    <a:pt x="4741193" y="464589"/>
                  </a:lnTo>
                  <a:lnTo>
                    <a:pt x="4741287" y="464589"/>
                  </a:lnTo>
                  <a:lnTo>
                    <a:pt x="4741381" y="464589"/>
                  </a:lnTo>
                  <a:lnTo>
                    <a:pt x="4741475" y="464589"/>
                  </a:lnTo>
                  <a:lnTo>
                    <a:pt x="4741569" y="464589"/>
                  </a:lnTo>
                  <a:lnTo>
                    <a:pt x="4741663" y="464589"/>
                  </a:lnTo>
                  <a:lnTo>
                    <a:pt x="4741757" y="464589"/>
                  </a:lnTo>
                  <a:lnTo>
                    <a:pt x="4741851" y="464589"/>
                  </a:lnTo>
                  <a:lnTo>
                    <a:pt x="4741945" y="464589"/>
                  </a:lnTo>
                  <a:lnTo>
                    <a:pt x="4742039" y="464589"/>
                  </a:lnTo>
                  <a:lnTo>
                    <a:pt x="4742134" y="464589"/>
                  </a:lnTo>
                  <a:lnTo>
                    <a:pt x="4742228" y="464589"/>
                  </a:lnTo>
                  <a:lnTo>
                    <a:pt x="4742322" y="464589"/>
                  </a:lnTo>
                  <a:lnTo>
                    <a:pt x="4742416" y="464589"/>
                  </a:lnTo>
                  <a:lnTo>
                    <a:pt x="4742510" y="464589"/>
                  </a:lnTo>
                  <a:lnTo>
                    <a:pt x="4742604" y="464589"/>
                  </a:lnTo>
                  <a:lnTo>
                    <a:pt x="4742698" y="464589"/>
                  </a:lnTo>
                  <a:lnTo>
                    <a:pt x="4742792" y="464589"/>
                  </a:lnTo>
                  <a:lnTo>
                    <a:pt x="4742886" y="464589"/>
                  </a:lnTo>
                  <a:lnTo>
                    <a:pt x="4742980" y="464589"/>
                  </a:lnTo>
                  <a:lnTo>
                    <a:pt x="4743074" y="464589"/>
                  </a:lnTo>
                  <a:lnTo>
                    <a:pt x="4743168" y="464589"/>
                  </a:lnTo>
                  <a:lnTo>
                    <a:pt x="4743262" y="464589"/>
                  </a:lnTo>
                  <a:lnTo>
                    <a:pt x="4743356" y="464589"/>
                  </a:lnTo>
                  <a:lnTo>
                    <a:pt x="4743450" y="464589"/>
                  </a:lnTo>
                  <a:lnTo>
                    <a:pt x="4743544" y="464589"/>
                  </a:lnTo>
                  <a:lnTo>
                    <a:pt x="4743638" y="464589"/>
                  </a:lnTo>
                  <a:lnTo>
                    <a:pt x="4743732" y="464589"/>
                  </a:lnTo>
                  <a:lnTo>
                    <a:pt x="4743826" y="464589"/>
                  </a:lnTo>
                  <a:lnTo>
                    <a:pt x="4743920" y="464589"/>
                  </a:lnTo>
                  <a:lnTo>
                    <a:pt x="4744014" y="464589"/>
                  </a:lnTo>
                  <a:lnTo>
                    <a:pt x="4744108" y="464589"/>
                  </a:lnTo>
                  <a:lnTo>
                    <a:pt x="4744202" y="464589"/>
                  </a:lnTo>
                  <a:lnTo>
                    <a:pt x="4744296" y="464589"/>
                  </a:lnTo>
                  <a:lnTo>
                    <a:pt x="4744390" y="464589"/>
                  </a:lnTo>
                  <a:lnTo>
                    <a:pt x="4744484" y="464589"/>
                  </a:lnTo>
                  <a:lnTo>
                    <a:pt x="4744578" y="464589"/>
                  </a:lnTo>
                  <a:lnTo>
                    <a:pt x="4744672" y="464589"/>
                  </a:lnTo>
                  <a:lnTo>
                    <a:pt x="4744766" y="464589"/>
                  </a:lnTo>
                  <a:lnTo>
                    <a:pt x="4744860" y="464589"/>
                  </a:lnTo>
                  <a:lnTo>
                    <a:pt x="4744954" y="464589"/>
                  </a:lnTo>
                  <a:lnTo>
                    <a:pt x="4745048" y="464589"/>
                  </a:lnTo>
                  <a:lnTo>
                    <a:pt x="4745142" y="464589"/>
                  </a:lnTo>
                  <a:lnTo>
                    <a:pt x="4745236" y="464589"/>
                  </a:lnTo>
                  <a:lnTo>
                    <a:pt x="4745330" y="464589"/>
                  </a:lnTo>
                  <a:lnTo>
                    <a:pt x="4745424" y="464589"/>
                  </a:lnTo>
                  <a:lnTo>
                    <a:pt x="4745518" y="464589"/>
                  </a:lnTo>
                  <a:lnTo>
                    <a:pt x="4745612" y="464589"/>
                  </a:lnTo>
                  <a:lnTo>
                    <a:pt x="4745707" y="464589"/>
                  </a:lnTo>
                  <a:lnTo>
                    <a:pt x="4745801" y="464589"/>
                  </a:lnTo>
                  <a:lnTo>
                    <a:pt x="4745895" y="464589"/>
                  </a:lnTo>
                  <a:lnTo>
                    <a:pt x="4745989" y="464589"/>
                  </a:lnTo>
                  <a:lnTo>
                    <a:pt x="4746083" y="464589"/>
                  </a:lnTo>
                  <a:lnTo>
                    <a:pt x="4746177" y="464589"/>
                  </a:lnTo>
                  <a:lnTo>
                    <a:pt x="4746271" y="464589"/>
                  </a:lnTo>
                  <a:lnTo>
                    <a:pt x="4746365" y="464589"/>
                  </a:lnTo>
                  <a:lnTo>
                    <a:pt x="4746365" y="459309"/>
                  </a:lnTo>
                  <a:lnTo>
                    <a:pt x="4746459" y="459309"/>
                  </a:lnTo>
                  <a:lnTo>
                    <a:pt x="4746553" y="459309"/>
                  </a:lnTo>
                  <a:lnTo>
                    <a:pt x="4746647" y="459309"/>
                  </a:lnTo>
                  <a:lnTo>
                    <a:pt x="4746741" y="459309"/>
                  </a:lnTo>
                  <a:lnTo>
                    <a:pt x="4746835" y="459309"/>
                  </a:lnTo>
                  <a:lnTo>
                    <a:pt x="4746929" y="459309"/>
                  </a:lnTo>
                  <a:lnTo>
                    <a:pt x="4747023" y="459309"/>
                  </a:lnTo>
                  <a:lnTo>
                    <a:pt x="4747117" y="459309"/>
                  </a:lnTo>
                  <a:lnTo>
                    <a:pt x="4747211" y="459309"/>
                  </a:lnTo>
                  <a:lnTo>
                    <a:pt x="4747305" y="459309"/>
                  </a:lnTo>
                  <a:lnTo>
                    <a:pt x="4747399" y="459309"/>
                  </a:lnTo>
                  <a:lnTo>
                    <a:pt x="4747493" y="459309"/>
                  </a:lnTo>
                  <a:lnTo>
                    <a:pt x="4747587" y="459309"/>
                  </a:lnTo>
                  <a:lnTo>
                    <a:pt x="4747681" y="459309"/>
                  </a:lnTo>
                  <a:lnTo>
                    <a:pt x="4747775" y="459309"/>
                  </a:lnTo>
                  <a:lnTo>
                    <a:pt x="4747869" y="459309"/>
                  </a:lnTo>
                  <a:lnTo>
                    <a:pt x="4747963" y="459309"/>
                  </a:lnTo>
                  <a:lnTo>
                    <a:pt x="4748057" y="459309"/>
                  </a:lnTo>
                  <a:lnTo>
                    <a:pt x="4748151" y="459309"/>
                  </a:lnTo>
                  <a:lnTo>
                    <a:pt x="4748245" y="459309"/>
                  </a:lnTo>
                  <a:lnTo>
                    <a:pt x="4748339" y="459309"/>
                  </a:lnTo>
                  <a:lnTo>
                    <a:pt x="4748433" y="459309"/>
                  </a:lnTo>
                  <a:lnTo>
                    <a:pt x="4748527" y="459309"/>
                  </a:lnTo>
                  <a:lnTo>
                    <a:pt x="4748621" y="459309"/>
                  </a:lnTo>
                  <a:lnTo>
                    <a:pt x="4748715" y="459309"/>
                  </a:lnTo>
                  <a:lnTo>
                    <a:pt x="4748809" y="459309"/>
                  </a:lnTo>
                  <a:lnTo>
                    <a:pt x="4748903" y="459309"/>
                  </a:lnTo>
                  <a:lnTo>
                    <a:pt x="4748997" y="459309"/>
                  </a:lnTo>
                  <a:lnTo>
                    <a:pt x="4749091" y="459309"/>
                  </a:lnTo>
                  <a:lnTo>
                    <a:pt x="4749186" y="459309"/>
                  </a:lnTo>
                  <a:lnTo>
                    <a:pt x="4749280" y="459309"/>
                  </a:lnTo>
                  <a:lnTo>
                    <a:pt x="4749374" y="459309"/>
                  </a:lnTo>
                  <a:lnTo>
                    <a:pt x="4749468" y="459309"/>
                  </a:lnTo>
                  <a:lnTo>
                    <a:pt x="4749562" y="459309"/>
                  </a:lnTo>
                  <a:lnTo>
                    <a:pt x="4749656" y="459309"/>
                  </a:lnTo>
                  <a:lnTo>
                    <a:pt x="4749750" y="459309"/>
                  </a:lnTo>
                  <a:lnTo>
                    <a:pt x="4749844" y="459309"/>
                  </a:lnTo>
                  <a:lnTo>
                    <a:pt x="4749938" y="459309"/>
                  </a:lnTo>
                  <a:lnTo>
                    <a:pt x="4750032" y="459309"/>
                  </a:lnTo>
                  <a:lnTo>
                    <a:pt x="4750126" y="459309"/>
                  </a:lnTo>
                  <a:lnTo>
                    <a:pt x="4750220" y="459309"/>
                  </a:lnTo>
                  <a:lnTo>
                    <a:pt x="4750314" y="459309"/>
                  </a:lnTo>
                  <a:lnTo>
                    <a:pt x="4750408" y="459309"/>
                  </a:lnTo>
                  <a:lnTo>
                    <a:pt x="4750502" y="459309"/>
                  </a:lnTo>
                  <a:lnTo>
                    <a:pt x="4750596" y="459309"/>
                  </a:lnTo>
                  <a:lnTo>
                    <a:pt x="4750690" y="459309"/>
                  </a:lnTo>
                  <a:lnTo>
                    <a:pt x="4750784" y="459309"/>
                  </a:lnTo>
                  <a:lnTo>
                    <a:pt x="4750878" y="459309"/>
                  </a:lnTo>
                  <a:lnTo>
                    <a:pt x="4750972" y="459309"/>
                  </a:lnTo>
                  <a:lnTo>
                    <a:pt x="4751066" y="459309"/>
                  </a:lnTo>
                  <a:lnTo>
                    <a:pt x="4751160" y="459309"/>
                  </a:lnTo>
                  <a:lnTo>
                    <a:pt x="4751254" y="459309"/>
                  </a:lnTo>
                  <a:lnTo>
                    <a:pt x="4751348" y="459309"/>
                  </a:lnTo>
                  <a:lnTo>
                    <a:pt x="4751442" y="459309"/>
                  </a:lnTo>
                  <a:lnTo>
                    <a:pt x="4751536" y="459309"/>
                  </a:lnTo>
                  <a:lnTo>
                    <a:pt x="4751630" y="459309"/>
                  </a:lnTo>
                  <a:lnTo>
                    <a:pt x="4751724" y="459309"/>
                  </a:lnTo>
                  <a:lnTo>
                    <a:pt x="4751818" y="459309"/>
                  </a:lnTo>
                  <a:lnTo>
                    <a:pt x="4751912" y="459309"/>
                  </a:lnTo>
                  <a:lnTo>
                    <a:pt x="4752006" y="459309"/>
                  </a:lnTo>
                  <a:lnTo>
                    <a:pt x="4752100" y="459309"/>
                  </a:lnTo>
                  <a:lnTo>
                    <a:pt x="4752194" y="459309"/>
                  </a:lnTo>
                  <a:lnTo>
                    <a:pt x="4752288" y="459309"/>
                  </a:lnTo>
                  <a:lnTo>
                    <a:pt x="4752382" y="459309"/>
                  </a:lnTo>
                  <a:lnTo>
                    <a:pt x="4752476" y="459309"/>
                  </a:lnTo>
                  <a:lnTo>
                    <a:pt x="4752570" y="459309"/>
                  </a:lnTo>
                  <a:lnTo>
                    <a:pt x="4752664" y="459309"/>
                  </a:lnTo>
                  <a:lnTo>
                    <a:pt x="4752759" y="459309"/>
                  </a:lnTo>
                  <a:lnTo>
                    <a:pt x="4752853" y="459309"/>
                  </a:lnTo>
                  <a:lnTo>
                    <a:pt x="4752947" y="459309"/>
                  </a:lnTo>
                  <a:lnTo>
                    <a:pt x="4753041" y="459309"/>
                  </a:lnTo>
                  <a:lnTo>
                    <a:pt x="4753135" y="459309"/>
                  </a:lnTo>
                  <a:lnTo>
                    <a:pt x="4753229" y="459309"/>
                  </a:lnTo>
                  <a:lnTo>
                    <a:pt x="4753323" y="459309"/>
                  </a:lnTo>
                  <a:lnTo>
                    <a:pt x="4753417" y="459309"/>
                  </a:lnTo>
                  <a:lnTo>
                    <a:pt x="4753511" y="459309"/>
                  </a:lnTo>
                  <a:lnTo>
                    <a:pt x="4753605" y="459309"/>
                  </a:lnTo>
                  <a:lnTo>
                    <a:pt x="4753699" y="459309"/>
                  </a:lnTo>
                  <a:lnTo>
                    <a:pt x="4753793" y="459309"/>
                  </a:lnTo>
                  <a:lnTo>
                    <a:pt x="4753887" y="459309"/>
                  </a:lnTo>
                  <a:lnTo>
                    <a:pt x="4753981" y="459309"/>
                  </a:lnTo>
                  <a:lnTo>
                    <a:pt x="4754075" y="459309"/>
                  </a:lnTo>
                  <a:lnTo>
                    <a:pt x="4754169" y="459309"/>
                  </a:lnTo>
                  <a:lnTo>
                    <a:pt x="4754263" y="459309"/>
                  </a:lnTo>
                  <a:lnTo>
                    <a:pt x="4754357" y="459309"/>
                  </a:lnTo>
                  <a:lnTo>
                    <a:pt x="4754451" y="459309"/>
                  </a:lnTo>
                  <a:lnTo>
                    <a:pt x="4754545" y="459309"/>
                  </a:lnTo>
                  <a:lnTo>
                    <a:pt x="4754639" y="459309"/>
                  </a:lnTo>
                  <a:lnTo>
                    <a:pt x="4754733" y="459309"/>
                  </a:lnTo>
                  <a:lnTo>
                    <a:pt x="4754827" y="459309"/>
                  </a:lnTo>
                  <a:lnTo>
                    <a:pt x="4754921" y="459309"/>
                  </a:lnTo>
                  <a:lnTo>
                    <a:pt x="4755015" y="459309"/>
                  </a:lnTo>
                  <a:lnTo>
                    <a:pt x="4755109" y="459309"/>
                  </a:lnTo>
                  <a:lnTo>
                    <a:pt x="4755203" y="459309"/>
                  </a:lnTo>
                  <a:lnTo>
                    <a:pt x="4755297" y="459309"/>
                  </a:lnTo>
                  <a:lnTo>
                    <a:pt x="4755391" y="459309"/>
                  </a:lnTo>
                  <a:lnTo>
                    <a:pt x="4755485" y="459309"/>
                  </a:lnTo>
                  <a:lnTo>
                    <a:pt x="4755579" y="459309"/>
                  </a:lnTo>
                  <a:lnTo>
                    <a:pt x="4755673" y="459309"/>
                  </a:lnTo>
                  <a:lnTo>
                    <a:pt x="4755767" y="459309"/>
                  </a:lnTo>
                  <a:lnTo>
                    <a:pt x="4755861" y="459309"/>
                  </a:lnTo>
                  <a:lnTo>
                    <a:pt x="4755955" y="459309"/>
                  </a:lnTo>
                  <a:lnTo>
                    <a:pt x="4756049" y="459309"/>
                  </a:lnTo>
                  <a:lnTo>
                    <a:pt x="4756143" y="459309"/>
                  </a:lnTo>
                  <a:lnTo>
                    <a:pt x="4756237" y="459309"/>
                  </a:lnTo>
                  <a:lnTo>
                    <a:pt x="4756332" y="459309"/>
                  </a:lnTo>
                  <a:lnTo>
                    <a:pt x="4756426" y="459309"/>
                  </a:lnTo>
                  <a:lnTo>
                    <a:pt x="4756520" y="459309"/>
                  </a:lnTo>
                  <a:lnTo>
                    <a:pt x="4756614" y="459309"/>
                  </a:lnTo>
                  <a:lnTo>
                    <a:pt x="4756708" y="459309"/>
                  </a:lnTo>
                  <a:lnTo>
                    <a:pt x="4756802" y="459309"/>
                  </a:lnTo>
                  <a:lnTo>
                    <a:pt x="4756896" y="459309"/>
                  </a:lnTo>
                  <a:lnTo>
                    <a:pt x="4756990" y="459309"/>
                  </a:lnTo>
                  <a:lnTo>
                    <a:pt x="4757084" y="459309"/>
                  </a:lnTo>
                  <a:lnTo>
                    <a:pt x="4757178" y="459309"/>
                  </a:lnTo>
                  <a:lnTo>
                    <a:pt x="4757272" y="459309"/>
                  </a:lnTo>
                  <a:lnTo>
                    <a:pt x="4757366" y="459309"/>
                  </a:lnTo>
                  <a:lnTo>
                    <a:pt x="4757460" y="459309"/>
                  </a:lnTo>
                  <a:lnTo>
                    <a:pt x="4757554" y="459309"/>
                  </a:lnTo>
                  <a:lnTo>
                    <a:pt x="4757648" y="459309"/>
                  </a:lnTo>
                  <a:lnTo>
                    <a:pt x="4757742" y="459309"/>
                  </a:lnTo>
                  <a:lnTo>
                    <a:pt x="4757836" y="459309"/>
                  </a:lnTo>
                  <a:lnTo>
                    <a:pt x="4757930" y="459309"/>
                  </a:lnTo>
                  <a:lnTo>
                    <a:pt x="4758024" y="459309"/>
                  </a:lnTo>
                  <a:lnTo>
                    <a:pt x="4758118" y="459309"/>
                  </a:lnTo>
                  <a:lnTo>
                    <a:pt x="4758212" y="459309"/>
                  </a:lnTo>
                  <a:lnTo>
                    <a:pt x="4758306" y="459309"/>
                  </a:lnTo>
                  <a:lnTo>
                    <a:pt x="4758400" y="459309"/>
                  </a:lnTo>
                  <a:lnTo>
                    <a:pt x="4758494" y="459309"/>
                  </a:lnTo>
                  <a:lnTo>
                    <a:pt x="4758588" y="459309"/>
                  </a:lnTo>
                  <a:lnTo>
                    <a:pt x="4758682" y="459309"/>
                  </a:lnTo>
                  <a:lnTo>
                    <a:pt x="4758776" y="459309"/>
                  </a:lnTo>
                  <a:lnTo>
                    <a:pt x="4758870" y="459309"/>
                  </a:lnTo>
                  <a:lnTo>
                    <a:pt x="4758964" y="459309"/>
                  </a:lnTo>
                  <a:lnTo>
                    <a:pt x="4759058" y="459309"/>
                  </a:lnTo>
                  <a:lnTo>
                    <a:pt x="4759152" y="459309"/>
                  </a:lnTo>
                  <a:lnTo>
                    <a:pt x="4759246" y="459309"/>
                  </a:lnTo>
                  <a:lnTo>
                    <a:pt x="4759340" y="459309"/>
                  </a:lnTo>
                  <a:lnTo>
                    <a:pt x="4759434" y="459309"/>
                  </a:lnTo>
                  <a:lnTo>
                    <a:pt x="4759528" y="459309"/>
                  </a:lnTo>
                  <a:lnTo>
                    <a:pt x="4759622" y="459309"/>
                  </a:lnTo>
                  <a:lnTo>
                    <a:pt x="4759716" y="459309"/>
                  </a:lnTo>
                  <a:lnTo>
                    <a:pt x="4759810" y="459309"/>
                  </a:lnTo>
                  <a:lnTo>
                    <a:pt x="4759905" y="459309"/>
                  </a:lnTo>
                  <a:lnTo>
                    <a:pt x="4759999" y="459309"/>
                  </a:lnTo>
                  <a:lnTo>
                    <a:pt x="4760093" y="459309"/>
                  </a:lnTo>
                  <a:lnTo>
                    <a:pt x="4760187" y="459309"/>
                  </a:lnTo>
                  <a:lnTo>
                    <a:pt x="4760281" y="459309"/>
                  </a:lnTo>
                  <a:lnTo>
                    <a:pt x="4760375" y="459309"/>
                  </a:lnTo>
                  <a:lnTo>
                    <a:pt x="4760469" y="459309"/>
                  </a:lnTo>
                  <a:lnTo>
                    <a:pt x="4760563" y="459309"/>
                  </a:lnTo>
                  <a:lnTo>
                    <a:pt x="4760657" y="459309"/>
                  </a:lnTo>
                  <a:lnTo>
                    <a:pt x="4760751" y="459309"/>
                  </a:lnTo>
                  <a:lnTo>
                    <a:pt x="4760845" y="459309"/>
                  </a:lnTo>
                  <a:lnTo>
                    <a:pt x="4760939" y="459309"/>
                  </a:lnTo>
                  <a:lnTo>
                    <a:pt x="4761033" y="459309"/>
                  </a:lnTo>
                  <a:lnTo>
                    <a:pt x="4761127" y="459309"/>
                  </a:lnTo>
                  <a:lnTo>
                    <a:pt x="4761221" y="459309"/>
                  </a:lnTo>
                  <a:lnTo>
                    <a:pt x="4761315" y="459309"/>
                  </a:lnTo>
                  <a:lnTo>
                    <a:pt x="4761409" y="459309"/>
                  </a:lnTo>
                  <a:lnTo>
                    <a:pt x="4761503" y="459309"/>
                  </a:lnTo>
                  <a:lnTo>
                    <a:pt x="4761597" y="459309"/>
                  </a:lnTo>
                  <a:lnTo>
                    <a:pt x="4761691" y="459309"/>
                  </a:lnTo>
                  <a:lnTo>
                    <a:pt x="4761785" y="459309"/>
                  </a:lnTo>
                  <a:lnTo>
                    <a:pt x="4761879" y="459309"/>
                  </a:lnTo>
                  <a:lnTo>
                    <a:pt x="4761973" y="459309"/>
                  </a:lnTo>
                  <a:lnTo>
                    <a:pt x="4762067" y="459309"/>
                  </a:lnTo>
                  <a:lnTo>
                    <a:pt x="4762161" y="459309"/>
                  </a:lnTo>
                  <a:lnTo>
                    <a:pt x="4762255" y="459309"/>
                  </a:lnTo>
                  <a:lnTo>
                    <a:pt x="4762349" y="459309"/>
                  </a:lnTo>
                  <a:lnTo>
                    <a:pt x="4762443" y="459309"/>
                  </a:lnTo>
                  <a:lnTo>
                    <a:pt x="4762537" y="459309"/>
                  </a:lnTo>
                  <a:lnTo>
                    <a:pt x="4762631" y="459309"/>
                  </a:lnTo>
                  <a:lnTo>
                    <a:pt x="4762725" y="459309"/>
                  </a:lnTo>
                  <a:lnTo>
                    <a:pt x="4762819" y="459309"/>
                  </a:lnTo>
                  <a:lnTo>
                    <a:pt x="4762913" y="459309"/>
                  </a:lnTo>
                  <a:lnTo>
                    <a:pt x="4763007" y="459309"/>
                  </a:lnTo>
                  <a:lnTo>
                    <a:pt x="4763101" y="459309"/>
                  </a:lnTo>
                  <a:lnTo>
                    <a:pt x="4763195" y="459309"/>
                  </a:lnTo>
                  <a:lnTo>
                    <a:pt x="4763289" y="459309"/>
                  </a:lnTo>
                  <a:lnTo>
                    <a:pt x="4763384" y="459309"/>
                  </a:lnTo>
                  <a:lnTo>
                    <a:pt x="4763478" y="459309"/>
                  </a:lnTo>
                  <a:lnTo>
                    <a:pt x="4763572" y="459309"/>
                  </a:lnTo>
                  <a:lnTo>
                    <a:pt x="4763666" y="459309"/>
                  </a:lnTo>
                  <a:lnTo>
                    <a:pt x="4763760" y="459309"/>
                  </a:lnTo>
                  <a:lnTo>
                    <a:pt x="4763854" y="459309"/>
                  </a:lnTo>
                  <a:lnTo>
                    <a:pt x="4763948" y="459309"/>
                  </a:lnTo>
                  <a:lnTo>
                    <a:pt x="4764042" y="459309"/>
                  </a:lnTo>
                  <a:lnTo>
                    <a:pt x="4764136" y="459309"/>
                  </a:lnTo>
                  <a:lnTo>
                    <a:pt x="4764230" y="459309"/>
                  </a:lnTo>
                  <a:lnTo>
                    <a:pt x="4764324" y="459309"/>
                  </a:lnTo>
                  <a:lnTo>
                    <a:pt x="4764418" y="459309"/>
                  </a:lnTo>
                  <a:lnTo>
                    <a:pt x="4764418" y="454030"/>
                  </a:lnTo>
                  <a:lnTo>
                    <a:pt x="4764512" y="454030"/>
                  </a:lnTo>
                  <a:lnTo>
                    <a:pt x="4764606" y="454030"/>
                  </a:lnTo>
                  <a:lnTo>
                    <a:pt x="4764700" y="454030"/>
                  </a:lnTo>
                  <a:lnTo>
                    <a:pt x="4764794" y="454030"/>
                  </a:lnTo>
                  <a:lnTo>
                    <a:pt x="4764794" y="448750"/>
                  </a:lnTo>
                  <a:lnTo>
                    <a:pt x="4764888" y="448750"/>
                  </a:lnTo>
                  <a:lnTo>
                    <a:pt x="4764982" y="448750"/>
                  </a:lnTo>
                  <a:lnTo>
                    <a:pt x="4765076" y="448750"/>
                  </a:lnTo>
                  <a:lnTo>
                    <a:pt x="4765170" y="448750"/>
                  </a:lnTo>
                  <a:lnTo>
                    <a:pt x="4765264" y="448750"/>
                  </a:lnTo>
                  <a:lnTo>
                    <a:pt x="4765358" y="448750"/>
                  </a:lnTo>
                  <a:lnTo>
                    <a:pt x="4765452" y="448750"/>
                  </a:lnTo>
                  <a:lnTo>
                    <a:pt x="4765546" y="448750"/>
                  </a:lnTo>
                  <a:lnTo>
                    <a:pt x="4765640" y="448750"/>
                  </a:lnTo>
                  <a:lnTo>
                    <a:pt x="4765734" y="448750"/>
                  </a:lnTo>
                  <a:lnTo>
                    <a:pt x="4765828" y="448750"/>
                  </a:lnTo>
                  <a:lnTo>
                    <a:pt x="4765922" y="448750"/>
                  </a:lnTo>
                  <a:lnTo>
                    <a:pt x="4766016" y="448750"/>
                  </a:lnTo>
                  <a:lnTo>
                    <a:pt x="4766110" y="448750"/>
                  </a:lnTo>
                  <a:lnTo>
                    <a:pt x="4766204" y="448750"/>
                  </a:lnTo>
                  <a:lnTo>
                    <a:pt x="4766298" y="448750"/>
                  </a:lnTo>
                  <a:lnTo>
                    <a:pt x="4766392" y="448750"/>
                  </a:lnTo>
                  <a:lnTo>
                    <a:pt x="4766486" y="448750"/>
                  </a:lnTo>
                  <a:lnTo>
                    <a:pt x="4766580" y="448750"/>
                  </a:lnTo>
                  <a:lnTo>
                    <a:pt x="4766674" y="448750"/>
                  </a:lnTo>
                  <a:lnTo>
                    <a:pt x="4766768" y="448750"/>
                  </a:lnTo>
                  <a:lnTo>
                    <a:pt x="4766862" y="448750"/>
                  </a:lnTo>
                  <a:lnTo>
                    <a:pt x="4766957" y="448750"/>
                  </a:lnTo>
                  <a:lnTo>
                    <a:pt x="4767051" y="448750"/>
                  </a:lnTo>
                  <a:lnTo>
                    <a:pt x="4767145" y="448750"/>
                  </a:lnTo>
                  <a:lnTo>
                    <a:pt x="4767239" y="448750"/>
                  </a:lnTo>
                  <a:lnTo>
                    <a:pt x="4767333" y="448750"/>
                  </a:lnTo>
                  <a:lnTo>
                    <a:pt x="4767427" y="448750"/>
                  </a:lnTo>
                  <a:lnTo>
                    <a:pt x="4767521" y="448750"/>
                  </a:lnTo>
                  <a:lnTo>
                    <a:pt x="4767615" y="448750"/>
                  </a:lnTo>
                  <a:lnTo>
                    <a:pt x="4767709" y="448750"/>
                  </a:lnTo>
                  <a:lnTo>
                    <a:pt x="4767803" y="448750"/>
                  </a:lnTo>
                  <a:lnTo>
                    <a:pt x="4767897" y="448750"/>
                  </a:lnTo>
                  <a:lnTo>
                    <a:pt x="4767991" y="448750"/>
                  </a:lnTo>
                  <a:lnTo>
                    <a:pt x="4768085" y="448750"/>
                  </a:lnTo>
                  <a:lnTo>
                    <a:pt x="4768179" y="448750"/>
                  </a:lnTo>
                  <a:lnTo>
                    <a:pt x="4768273" y="448750"/>
                  </a:lnTo>
                  <a:lnTo>
                    <a:pt x="4768367" y="448750"/>
                  </a:lnTo>
                  <a:lnTo>
                    <a:pt x="4768461" y="448750"/>
                  </a:lnTo>
                  <a:lnTo>
                    <a:pt x="4768555" y="448750"/>
                  </a:lnTo>
                  <a:lnTo>
                    <a:pt x="4768649" y="448750"/>
                  </a:lnTo>
                  <a:lnTo>
                    <a:pt x="4768743" y="448750"/>
                  </a:lnTo>
                  <a:lnTo>
                    <a:pt x="4768837" y="448750"/>
                  </a:lnTo>
                  <a:lnTo>
                    <a:pt x="4768931" y="448750"/>
                  </a:lnTo>
                  <a:lnTo>
                    <a:pt x="4769025" y="448750"/>
                  </a:lnTo>
                  <a:lnTo>
                    <a:pt x="4769119" y="448750"/>
                  </a:lnTo>
                  <a:lnTo>
                    <a:pt x="4769213" y="448750"/>
                  </a:lnTo>
                  <a:lnTo>
                    <a:pt x="4769307" y="448750"/>
                  </a:lnTo>
                  <a:lnTo>
                    <a:pt x="4769401" y="448750"/>
                  </a:lnTo>
                  <a:lnTo>
                    <a:pt x="4769495" y="448750"/>
                  </a:lnTo>
                  <a:lnTo>
                    <a:pt x="4769589" y="448750"/>
                  </a:lnTo>
                  <a:lnTo>
                    <a:pt x="4769683" y="448750"/>
                  </a:lnTo>
                  <a:lnTo>
                    <a:pt x="4769777" y="448750"/>
                  </a:lnTo>
                  <a:lnTo>
                    <a:pt x="4769871" y="448750"/>
                  </a:lnTo>
                  <a:lnTo>
                    <a:pt x="4769965" y="448750"/>
                  </a:lnTo>
                  <a:lnTo>
                    <a:pt x="4770059" y="448750"/>
                  </a:lnTo>
                  <a:lnTo>
                    <a:pt x="4770153" y="448750"/>
                  </a:lnTo>
                  <a:lnTo>
                    <a:pt x="4770247" y="448750"/>
                  </a:lnTo>
                  <a:lnTo>
                    <a:pt x="4770341" y="448750"/>
                  </a:lnTo>
                  <a:lnTo>
                    <a:pt x="4770435" y="448750"/>
                  </a:lnTo>
                  <a:lnTo>
                    <a:pt x="4770530" y="448750"/>
                  </a:lnTo>
                  <a:lnTo>
                    <a:pt x="4770624" y="448750"/>
                  </a:lnTo>
                  <a:lnTo>
                    <a:pt x="4770718" y="448750"/>
                  </a:lnTo>
                  <a:lnTo>
                    <a:pt x="4770812" y="448750"/>
                  </a:lnTo>
                  <a:lnTo>
                    <a:pt x="4770906" y="448750"/>
                  </a:lnTo>
                  <a:lnTo>
                    <a:pt x="4771000" y="448750"/>
                  </a:lnTo>
                  <a:lnTo>
                    <a:pt x="4771094" y="448750"/>
                  </a:lnTo>
                  <a:lnTo>
                    <a:pt x="4771188" y="448750"/>
                  </a:lnTo>
                  <a:lnTo>
                    <a:pt x="4771282" y="448750"/>
                  </a:lnTo>
                  <a:lnTo>
                    <a:pt x="4771376" y="448750"/>
                  </a:lnTo>
                  <a:lnTo>
                    <a:pt x="4771470" y="448750"/>
                  </a:lnTo>
                  <a:lnTo>
                    <a:pt x="4771564" y="448750"/>
                  </a:lnTo>
                  <a:lnTo>
                    <a:pt x="4771658" y="448750"/>
                  </a:lnTo>
                  <a:lnTo>
                    <a:pt x="4771752" y="448750"/>
                  </a:lnTo>
                  <a:lnTo>
                    <a:pt x="4771846" y="448750"/>
                  </a:lnTo>
                  <a:lnTo>
                    <a:pt x="4771940" y="448750"/>
                  </a:lnTo>
                  <a:lnTo>
                    <a:pt x="4772034" y="448750"/>
                  </a:lnTo>
                  <a:lnTo>
                    <a:pt x="4772128" y="448750"/>
                  </a:lnTo>
                  <a:lnTo>
                    <a:pt x="4772222" y="448750"/>
                  </a:lnTo>
                  <a:lnTo>
                    <a:pt x="4772316" y="448750"/>
                  </a:lnTo>
                  <a:lnTo>
                    <a:pt x="4772410" y="448750"/>
                  </a:lnTo>
                  <a:lnTo>
                    <a:pt x="4772504" y="448750"/>
                  </a:lnTo>
                  <a:lnTo>
                    <a:pt x="4772598" y="448750"/>
                  </a:lnTo>
                  <a:lnTo>
                    <a:pt x="4772692" y="448750"/>
                  </a:lnTo>
                  <a:lnTo>
                    <a:pt x="4772786" y="448750"/>
                  </a:lnTo>
                  <a:lnTo>
                    <a:pt x="4772880" y="448750"/>
                  </a:lnTo>
                  <a:lnTo>
                    <a:pt x="4772974" y="448750"/>
                  </a:lnTo>
                  <a:lnTo>
                    <a:pt x="4773068" y="448750"/>
                  </a:lnTo>
                  <a:lnTo>
                    <a:pt x="4773162" y="448750"/>
                  </a:lnTo>
                  <a:lnTo>
                    <a:pt x="4773256" y="448750"/>
                  </a:lnTo>
                  <a:lnTo>
                    <a:pt x="4773350" y="448750"/>
                  </a:lnTo>
                  <a:lnTo>
                    <a:pt x="4773350" y="443471"/>
                  </a:lnTo>
                  <a:lnTo>
                    <a:pt x="4773444" y="443471"/>
                  </a:lnTo>
                  <a:lnTo>
                    <a:pt x="4773538" y="443471"/>
                  </a:lnTo>
                  <a:lnTo>
                    <a:pt x="4773632" y="443471"/>
                  </a:lnTo>
                  <a:lnTo>
                    <a:pt x="4773726" y="443471"/>
                  </a:lnTo>
                  <a:lnTo>
                    <a:pt x="4773820" y="443471"/>
                  </a:lnTo>
                  <a:lnTo>
                    <a:pt x="4773914" y="443471"/>
                  </a:lnTo>
                  <a:lnTo>
                    <a:pt x="4774009" y="443471"/>
                  </a:lnTo>
                  <a:lnTo>
                    <a:pt x="4774103" y="443471"/>
                  </a:lnTo>
                  <a:lnTo>
                    <a:pt x="4774197" y="443471"/>
                  </a:lnTo>
                  <a:lnTo>
                    <a:pt x="4774291" y="443471"/>
                  </a:lnTo>
                  <a:lnTo>
                    <a:pt x="4774385" y="443471"/>
                  </a:lnTo>
                  <a:lnTo>
                    <a:pt x="4774479" y="443471"/>
                  </a:lnTo>
                  <a:lnTo>
                    <a:pt x="4774573" y="443471"/>
                  </a:lnTo>
                  <a:lnTo>
                    <a:pt x="4774667" y="443471"/>
                  </a:lnTo>
                  <a:lnTo>
                    <a:pt x="4774761" y="443471"/>
                  </a:lnTo>
                  <a:lnTo>
                    <a:pt x="4774855" y="443471"/>
                  </a:lnTo>
                  <a:lnTo>
                    <a:pt x="4774949" y="443471"/>
                  </a:lnTo>
                  <a:lnTo>
                    <a:pt x="4775043" y="443471"/>
                  </a:lnTo>
                  <a:lnTo>
                    <a:pt x="4775137" y="443471"/>
                  </a:lnTo>
                  <a:lnTo>
                    <a:pt x="4775231" y="443471"/>
                  </a:lnTo>
                  <a:lnTo>
                    <a:pt x="4775325" y="443471"/>
                  </a:lnTo>
                  <a:lnTo>
                    <a:pt x="4775419" y="443471"/>
                  </a:lnTo>
                  <a:lnTo>
                    <a:pt x="4775513" y="443471"/>
                  </a:lnTo>
                  <a:lnTo>
                    <a:pt x="4775607" y="443471"/>
                  </a:lnTo>
                  <a:lnTo>
                    <a:pt x="4775701" y="443471"/>
                  </a:lnTo>
                  <a:lnTo>
                    <a:pt x="4775795" y="443471"/>
                  </a:lnTo>
                  <a:lnTo>
                    <a:pt x="4775889" y="443471"/>
                  </a:lnTo>
                  <a:lnTo>
                    <a:pt x="4775983" y="443471"/>
                  </a:lnTo>
                  <a:lnTo>
                    <a:pt x="4776077" y="443471"/>
                  </a:lnTo>
                  <a:lnTo>
                    <a:pt x="4776171" y="443471"/>
                  </a:lnTo>
                  <a:lnTo>
                    <a:pt x="4776265" y="443471"/>
                  </a:lnTo>
                  <a:lnTo>
                    <a:pt x="4776359" y="443471"/>
                  </a:lnTo>
                  <a:lnTo>
                    <a:pt x="4776453" y="443471"/>
                  </a:lnTo>
                  <a:lnTo>
                    <a:pt x="4776547" y="443471"/>
                  </a:lnTo>
                  <a:lnTo>
                    <a:pt x="4776641" y="443471"/>
                  </a:lnTo>
                  <a:lnTo>
                    <a:pt x="4776735" y="443471"/>
                  </a:lnTo>
                  <a:lnTo>
                    <a:pt x="4776829" y="443471"/>
                  </a:lnTo>
                  <a:lnTo>
                    <a:pt x="4776923" y="443471"/>
                  </a:lnTo>
                  <a:lnTo>
                    <a:pt x="4777017" y="443471"/>
                  </a:lnTo>
                  <a:lnTo>
                    <a:pt x="4777111" y="443471"/>
                  </a:lnTo>
                  <a:lnTo>
                    <a:pt x="4777205" y="443471"/>
                  </a:lnTo>
                  <a:lnTo>
                    <a:pt x="4777299" y="443471"/>
                  </a:lnTo>
                  <a:lnTo>
                    <a:pt x="4777393" y="443471"/>
                  </a:lnTo>
                  <a:lnTo>
                    <a:pt x="4777487" y="443471"/>
                  </a:lnTo>
                  <a:lnTo>
                    <a:pt x="4777582" y="443471"/>
                  </a:lnTo>
                  <a:lnTo>
                    <a:pt x="4777676" y="443471"/>
                  </a:lnTo>
                  <a:lnTo>
                    <a:pt x="4777770" y="443471"/>
                  </a:lnTo>
                  <a:lnTo>
                    <a:pt x="4777864" y="443471"/>
                  </a:lnTo>
                  <a:lnTo>
                    <a:pt x="4777958" y="443471"/>
                  </a:lnTo>
                  <a:lnTo>
                    <a:pt x="4778052" y="443471"/>
                  </a:lnTo>
                  <a:lnTo>
                    <a:pt x="4778146" y="443471"/>
                  </a:lnTo>
                  <a:lnTo>
                    <a:pt x="4778240" y="443471"/>
                  </a:lnTo>
                  <a:lnTo>
                    <a:pt x="4778334" y="443471"/>
                  </a:lnTo>
                  <a:lnTo>
                    <a:pt x="4778428" y="443471"/>
                  </a:lnTo>
                  <a:lnTo>
                    <a:pt x="4778522" y="443471"/>
                  </a:lnTo>
                  <a:lnTo>
                    <a:pt x="4778616" y="443471"/>
                  </a:lnTo>
                  <a:lnTo>
                    <a:pt x="4778710" y="443471"/>
                  </a:lnTo>
                  <a:lnTo>
                    <a:pt x="4778804" y="443471"/>
                  </a:lnTo>
                  <a:lnTo>
                    <a:pt x="4778898" y="443471"/>
                  </a:lnTo>
                  <a:lnTo>
                    <a:pt x="4778992" y="443471"/>
                  </a:lnTo>
                  <a:lnTo>
                    <a:pt x="4779086" y="443471"/>
                  </a:lnTo>
                  <a:lnTo>
                    <a:pt x="4779180" y="443471"/>
                  </a:lnTo>
                  <a:lnTo>
                    <a:pt x="4779274" y="443471"/>
                  </a:lnTo>
                  <a:lnTo>
                    <a:pt x="4779368" y="443471"/>
                  </a:lnTo>
                  <a:lnTo>
                    <a:pt x="4779462" y="443471"/>
                  </a:lnTo>
                  <a:lnTo>
                    <a:pt x="4779556" y="443471"/>
                  </a:lnTo>
                  <a:lnTo>
                    <a:pt x="4779650" y="443471"/>
                  </a:lnTo>
                  <a:lnTo>
                    <a:pt x="4779744" y="443471"/>
                  </a:lnTo>
                  <a:lnTo>
                    <a:pt x="4779838" y="443471"/>
                  </a:lnTo>
                  <a:lnTo>
                    <a:pt x="4779932" y="443471"/>
                  </a:lnTo>
                  <a:lnTo>
                    <a:pt x="4780026" y="443471"/>
                  </a:lnTo>
                  <a:lnTo>
                    <a:pt x="4780120" y="443471"/>
                  </a:lnTo>
                  <a:lnTo>
                    <a:pt x="4780214" y="443471"/>
                  </a:lnTo>
                  <a:lnTo>
                    <a:pt x="4780308" y="443471"/>
                  </a:lnTo>
                  <a:lnTo>
                    <a:pt x="4780402" y="443471"/>
                  </a:lnTo>
                  <a:lnTo>
                    <a:pt x="4780496" y="443471"/>
                  </a:lnTo>
                  <a:lnTo>
                    <a:pt x="4780590" y="443471"/>
                  </a:lnTo>
                  <a:lnTo>
                    <a:pt x="4780684" y="443471"/>
                  </a:lnTo>
                  <a:lnTo>
                    <a:pt x="4780778" y="443471"/>
                  </a:lnTo>
                  <a:lnTo>
                    <a:pt x="4780872" y="443471"/>
                  </a:lnTo>
                  <a:lnTo>
                    <a:pt x="4780966" y="443471"/>
                  </a:lnTo>
                  <a:lnTo>
                    <a:pt x="4781060" y="443471"/>
                  </a:lnTo>
                  <a:lnTo>
                    <a:pt x="4781155" y="443471"/>
                  </a:lnTo>
                  <a:lnTo>
                    <a:pt x="4781249" y="443471"/>
                  </a:lnTo>
                  <a:lnTo>
                    <a:pt x="4781343" y="443471"/>
                  </a:lnTo>
                  <a:lnTo>
                    <a:pt x="4781437" y="443471"/>
                  </a:lnTo>
                  <a:lnTo>
                    <a:pt x="4781531" y="443471"/>
                  </a:lnTo>
                  <a:lnTo>
                    <a:pt x="4781625" y="443471"/>
                  </a:lnTo>
                  <a:lnTo>
                    <a:pt x="4781719" y="443471"/>
                  </a:lnTo>
                  <a:lnTo>
                    <a:pt x="4781813" y="443471"/>
                  </a:lnTo>
                  <a:lnTo>
                    <a:pt x="4781907" y="443471"/>
                  </a:lnTo>
                  <a:lnTo>
                    <a:pt x="4782001" y="443471"/>
                  </a:lnTo>
                  <a:lnTo>
                    <a:pt x="4782095" y="443471"/>
                  </a:lnTo>
                  <a:lnTo>
                    <a:pt x="4782189" y="443471"/>
                  </a:lnTo>
                  <a:lnTo>
                    <a:pt x="4782283" y="443471"/>
                  </a:lnTo>
                  <a:lnTo>
                    <a:pt x="4782377" y="443471"/>
                  </a:lnTo>
                  <a:lnTo>
                    <a:pt x="4782471" y="443471"/>
                  </a:lnTo>
                  <a:lnTo>
                    <a:pt x="4782565" y="443471"/>
                  </a:lnTo>
                  <a:lnTo>
                    <a:pt x="4782659" y="443471"/>
                  </a:lnTo>
                  <a:lnTo>
                    <a:pt x="4782753" y="443471"/>
                  </a:lnTo>
                  <a:lnTo>
                    <a:pt x="4782847" y="443471"/>
                  </a:lnTo>
                  <a:lnTo>
                    <a:pt x="4782941" y="443471"/>
                  </a:lnTo>
                  <a:lnTo>
                    <a:pt x="4783035" y="443471"/>
                  </a:lnTo>
                  <a:lnTo>
                    <a:pt x="4783129" y="443471"/>
                  </a:lnTo>
                  <a:lnTo>
                    <a:pt x="4783223" y="443471"/>
                  </a:lnTo>
                  <a:lnTo>
                    <a:pt x="4783317" y="443471"/>
                  </a:lnTo>
                  <a:lnTo>
                    <a:pt x="4783411" y="443471"/>
                  </a:lnTo>
                  <a:lnTo>
                    <a:pt x="4783505" y="443471"/>
                  </a:lnTo>
                  <a:lnTo>
                    <a:pt x="4783599" y="443471"/>
                  </a:lnTo>
                  <a:lnTo>
                    <a:pt x="4783693" y="443471"/>
                  </a:lnTo>
                  <a:lnTo>
                    <a:pt x="4783787" y="443471"/>
                  </a:lnTo>
                  <a:lnTo>
                    <a:pt x="4783881" y="443471"/>
                  </a:lnTo>
                  <a:lnTo>
                    <a:pt x="4783975" y="443471"/>
                  </a:lnTo>
                  <a:lnTo>
                    <a:pt x="4784069" y="443471"/>
                  </a:lnTo>
                  <a:lnTo>
                    <a:pt x="4784163" y="443471"/>
                  </a:lnTo>
                  <a:lnTo>
                    <a:pt x="4784257" y="443471"/>
                  </a:lnTo>
                  <a:lnTo>
                    <a:pt x="4784351" y="443471"/>
                  </a:lnTo>
                  <a:lnTo>
                    <a:pt x="4784445" y="443471"/>
                  </a:lnTo>
                  <a:lnTo>
                    <a:pt x="4784539" y="443471"/>
                  </a:lnTo>
                  <a:lnTo>
                    <a:pt x="4784634" y="443471"/>
                  </a:lnTo>
                  <a:lnTo>
                    <a:pt x="4784728" y="443471"/>
                  </a:lnTo>
                  <a:lnTo>
                    <a:pt x="4784822" y="443471"/>
                  </a:lnTo>
                  <a:lnTo>
                    <a:pt x="4784916" y="443471"/>
                  </a:lnTo>
                  <a:lnTo>
                    <a:pt x="4785010" y="443471"/>
                  </a:lnTo>
                  <a:lnTo>
                    <a:pt x="4785104" y="443471"/>
                  </a:lnTo>
                  <a:lnTo>
                    <a:pt x="4785198" y="443471"/>
                  </a:lnTo>
                  <a:lnTo>
                    <a:pt x="4785292" y="443471"/>
                  </a:lnTo>
                  <a:lnTo>
                    <a:pt x="4785386" y="443471"/>
                  </a:lnTo>
                  <a:lnTo>
                    <a:pt x="4785480" y="443471"/>
                  </a:lnTo>
                  <a:lnTo>
                    <a:pt x="4785574" y="443471"/>
                  </a:lnTo>
                  <a:lnTo>
                    <a:pt x="4785668" y="443471"/>
                  </a:lnTo>
                  <a:lnTo>
                    <a:pt x="4785762" y="443471"/>
                  </a:lnTo>
                  <a:lnTo>
                    <a:pt x="4785856" y="443471"/>
                  </a:lnTo>
                  <a:lnTo>
                    <a:pt x="4785950" y="443471"/>
                  </a:lnTo>
                  <a:lnTo>
                    <a:pt x="4786044" y="443471"/>
                  </a:lnTo>
                  <a:lnTo>
                    <a:pt x="4786138" y="443471"/>
                  </a:lnTo>
                  <a:lnTo>
                    <a:pt x="4786232" y="443471"/>
                  </a:lnTo>
                  <a:lnTo>
                    <a:pt x="4786326" y="443471"/>
                  </a:lnTo>
                  <a:lnTo>
                    <a:pt x="4786420" y="443471"/>
                  </a:lnTo>
                  <a:lnTo>
                    <a:pt x="4786514" y="443471"/>
                  </a:lnTo>
                  <a:lnTo>
                    <a:pt x="4786608" y="443471"/>
                  </a:lnTo>
                  <a:lnTo>
                    <a:pt x="4786702" y="443471"/>
                  </a:lnTo>
                  <a:lnTo>
                    <a:pt x="4786796" y="443471"/>
                  </a:lnTo>
                  <a:lnTo>
                    <a:pt x="4786890" y="443471"/>
                  </a:lnTo>
                  <a:lnTo>
                    <a:pt x="4786984" y="443471"/>
                  </a:lnTo>
                  <a:lnTo>
                    <a:pt x="4787078" y="443471"/>
                  </a:lnTo>
                  <a:lnTo>
                    <a:pt x="4787172" y="443471"/>
                  </a:lnTo>
                  <a:lnTo>
                    <a:pt x="4787266" y="443471"/>
                  </a:lnTo>
                  <a:lnTo>
                    <a:pt x="4787360" y="443471"/>
                  </a:lnTo>
                  <a:lnTo>
                    <a:pt x="4787454" y="443471"/>
                  </a:lnTo>
                  <a:lnTo>
                    <a:pt x="4787548" y="443471"/>
                  </a:lnTo>
                  <a:lnTo>
                    <a:pt x="4787642" y="443471"/>
                  </a:lnTo>
                  <a:lnTo>
                    <a:pt x="4787736" y="443471"/>
                  </a:lnTo>
                  <a:lnTo>
                    <a:pt x="4787830" y="443471"/>
                  </a:lnTo>
                  <a:lnTo>
                    <a:pt x="4787924" y="443471"/>
                  </a:lnTo>
                  <a:lnTo>
                    <a:pt x="4788018" y="443471"/>
                  </a:lnTo>
                  <a:lnTo>
                    <a:pt x="4788112" y="443471"/>
                  </a:lnTo>
                  <a:lnTo>
                    <a:pt x="4788207" y="443471"/>
                  </a:lnTo>
                  <a:lnTo>
                    <a:pt x="4788301" y="443471"/>
                  </a:lnTo>
                  <a:lnTo>
                    <a:pt x="4788395" y="443471"/>
                  </a:lnTo>
                  <a:lnTo>
                    <a:pt x="4788489" y="443471"/>
                  </a:lnTo>
                  <a:lnTo>
                    <a:pt x="4788583" y="443471"/>
                  </a:lnTo>
                  <a:lnTo>
                    <a:pt x="4788677" y="443471"/>
                  </a:lnTo>
                  <a:lnTo>
                    <a:pt x="4788771" y="443471"/>
                  </a:lnTo>
                  <a:lnTo>
                    <a:pt x="4788865" y="443471"/>
                  </a:lnTo>
                  <a:lnTo>
                    <a:pt x="4788959" y="443471"/>
                  </a:lnTo>
                  <a:lnTo>
                    <a:pt x="4789053" y="443471"/>
                  </a:lnTo>
                  <a:lnTo>
                    <a:pt x="4789147" y="443471"/>
                  </a:lnTo>
                  <a:lnTo>
                    <a:pt x="4789241" y="443471"/>
                  </a:lnTo>
                  <a:lnTo>
                    <a:pt x="4789335" y="443471"/>
                  </a:lnTo>
                  <a:lnTo>
                    <a:pt x="4789429" y="443471"/>
                  </a:lnTo>
                  <a:lnTo>
                    <a:pt x="4789523" y="443471"/>
                  </a:lnTo>
                  <a:lnTo>
                    <a:pt x="4789617" y="443471"/>
                  </a:lnTo>
                  <a:lnTo>
                    <a:pt x="4789711" y="443471"/>
                  </a:lnTo>
                  <a:lnTo>
                    <a:pt x="4789805" y="443471"/>
                  </a:lnTo>
                  <a:lnTo>
                    <a:pt x="4789899" y="443471"/>
                  </a:lnTo>
                  <a:lnTo>
                    <a:pt x="4789993" y="443471"/>
                  </a:lnTo>
                  <a:lnTo>
                    <a:pt x="4790087" y="443471"/>
                  </a:lnTo>
                  <a:lnTo>
                    <a:pt x="4790181" y="443471"/>
                  </a:lnTo>
                  <a:lnTo>
                    <a:pt x="4790275" y="443471"/>
                  </a:lnTo>
                  <a:lnTo>
                    <a:pt x="4790369" y="443471"/>
                  </a:lnTo>
                  <a:lnTo>
                    <a:pt x="4790463" y="443471"/>
                  </a:lnTo>
                  <a:lnTo>
                    <a:pt x="4790557" y="443471"/>
                  </a:lnTo>
                  <a:lnTo>
                    <a:pt x="4790651" y="443471"/>
                  </a:lnTo>
                  <a:lnTo>
                    <a:pt x="4790745" y="443471"/>
                  </a:lnTo>
                  <a:lnTo>
                    <a:pt x="4790839" y="443471"/>
                  </a:lnTo>
                  <a:lnTo>
                    <a:pt x="4790933" y="443471"/>
                  </a:lnTo>
                  <a:lnTo>
                    <a:pt x="4791027" y="443471"/>
                  </a:lnTo>
                  <a:lnTo>
                    <a:pt x="4791121" y="443471"/>
                  </a:lnTo>
                  <a:lnTo>
                    <a:pt x="4791215" y="443471"/>
                  </a:lnTo>
                  <a:lnTo>
                    <a:pt x="4791309" y="443471"/>
                  </a:lnTo>
                  <a:lnTo>
                    <a:pt x="4791403" y="443471"/>
                  </a:lnTo>
                  <a:lnTo>
                    <a:pt x="4791497" y="443471"/>
                  </a:lnTo>
                  <a:lnTo>
                    <a:pt x="4791591" y="443471"/>
                  </a:lnTo>
                  <a:lnTo>
                    <a:pt x="4791685" y="443471"/>
                  </a:lnTo>
                  <a:lnTo>
                    <a:pt x="4791780" y="443471"/>
                  </a:lnTo>
                  <a:lnTo>
                    <a:pt x="4791874" y="443471"/>
                  </a:lnTo>
                  <a:lnTo>
                    <a:pt x="4791968" y="443471"/>
                  </a:lnTo>
                  <a:lnTo>
                    <a:pt x="4792062" y="443471"/>
                  </a:lnTo>
                  <a:lnTo>
                    <a:pt x="4792156" y="443471"/>
                  </a:lnTo>
                  <a:lnTo>
                    <a:pt x="4792250" y="443471"/>
                  </a:lnTo>
                  <a:lnTo>
                    <a:pt x="4792344" y="443471"/>
                  </a:lnTo>
                  <a:lnTo>
                    <a:pt x="4792438" y="443471"/>
                  </a:lnTo>
                  <a:lnTo>
                    <a:pt x="4792532" y="443471"/>
                  </a:lnTo>
                  <a:lnTo>
                    <a:pt x="4792626" y="443471"/>
                  </a:lnTo>
                  <a:lnTo>
                    <a:pt x="4792720" y="443471"/>
                  </a:lnTo>
                  <a:lnTo>
                    <a:pt x="4792814" y="443471"/>
                  </a:lnTo>
                  <a:lnTo>
                    <a:pt x="4792908" y="443471"/>
                  </a:lnTo>
                  <a:lnTo>
                    <a:pt x="4793002" y="443471"/>
                  </a:lnTo>
                  <a:lnTo>
                    <a:pt x="4793096" y="443471"/>
                  </a:lnTo>
                  <a:lnTo>
                    <a:pt x="4793190" y="443471"/>
                  </a:lnTo>
                  <a:lnTo>
                    <a:pt x="4793284" y="443471"/>
                  </a:lnTo>
                  <a:lnTo>
                    <a:pt x="4793378" y="443471"/>
                  </a:lnTo>
                  <a:lnTo>
                    <a:pt x="4793472" y="443471"/>
                  </a:lnTo>
                  <a:lnTo>
                    <a:pt x="4793566" y="443471"/>
                  </a:lnTo>
                  <a:lnTo>
                    <a:pt x="4793660" y="443471"/>
                  </a:lnTo>
                  <a:lnTo>
                    <a:pt x="4793754" y="443471"/>
                  </a:lnTo>
                  <a:lnTo>
                    <a:pt x="4793848" y="443471"/>
                  </a:lnTo>
                  <a:lnTo>
                    <a:pt x="4793942" y="443471"/>
                  </a:lnTo>
                  <a:lnTo>
                    <a:pt x="4794036" y="443471"/>
                  </a:lnTo>
                  <a:lnTo>
                    <a:pt x="4794130" y="443471"/>
                  </a:lnTo>
                  <a:lnTo>
                    <a:pt x="4794224" y="443471"/>
                  </a:lnTo>
                  <a:lnTo>
                    <a:pt x="4794318" y="443471"/>
                  </a:lnTo>
                  <a:lnTo>
                    <a:pt x="4794412" y="443471"/>
                  </a:lnTo>
                  <a:lnTo>
                    <a:pt x="4794506" y="443471"/>
                  </a:lnTo>
                  <a:lnTo>
                    <a:pt x="4794600" y="443471"/>
                  </a:lnTo>
                  <a:lnTo>
                    <a:pt x="4794694" y="443471"/>
                  </a:lnTo>
                  <a:lnTo>
                    <a:pt x="4794788" y="443471"/>
                  </a:lnTo>
                  <a:lnTo>
                    <a:pt x="4794882" y="443471"/>
                  </a:lnTo>
                  <a:lnTo>
                    <a:pt x="4794976" y="443471"/>
                  </a:lnTo>
                  <a:lnTo>
                    <a:pt x="4795070" y="443471"/>
                  </a:lnTo>
                  <a:lnTo>
                    <a:pt x="4795164" y="443471"/>
                  </a:lnTo>
                  <a:lnTo>
                    <a:pt x="4795259" y="443471"/>
                  </a:lnTo>
                  <a:lnTo>
                    <a:pt x="4795353" y="443471"/>
                  </a:lnTo>
                  <a:lnTo>
                    <a:pt x="4795447" y="443471"/>
                  </a:lnTo>
                  <a:lnTo>
                    <a:pt x="4795541" y="443471"/>
                  </a:lnTo>
                  <a:lnTo>
                    <a:pt x="4795635" y="443471"/>
                  </a:lnTo>
                  <a:lnTo>
                    <a:pt x="4795729" y="443471"/>
                  </a:lnTo>
                  <a:lnTo>
                    <a:pt x="4795823" y="443471"/>
                  </a:lnTo>
                  <a:lnTo>
                    <a:pt x="4795917" y="443471"/>
                  </a:lnTo>
                  <a:lnTo>
                    <a:pt x="4795917" y="438191"/>
                  </a:lnTo>
                  <a:lnTo>
                    <a:pt x="4796011" y="438191"/>
                  </a:lnTo>
                  <a:lnTo>
                    <a:pt x="4796105" y="438191"/>
                  </a:lnTo>
                  <a:lnTo>
                    <a:pt x="4796105" y="432912"/>
                  </a:lnTo>
                  <a:lnTo>
                    <a:pt x="4796199" y="432912"/>
                  </a:lnTo>
                  <a:lnTo>
                    <a:pt x="4796293" y="432912"/>
                  </a:lnTo>
                  <a:lnTo>
                    <a:pt x="4796387" y="432912"/>
                  </a:lnTo>
                  <a:lnTo>
                    <a:pt x="4796481" y="432912"/>
                  </a:lnTo>
                  <a:lnTo>
                    <a:pt x="4796575" y="432912"/>
                  </a:lnTo>
                  <a:lnTo>
                    <a:pt x="4796669" y="432912"/>
                  </a:lnTo>
                  <a:lnTo>
                    <a:pt x="4796763" y="432912"/>
                  </a:lnTo>
                  <a:lnTo>
                    <a:pt x="4796857" y="432912"/>
                  </a:lnTo>
                  <a:lnTo>
                    <a:pt x="4796951" y="432912"/>
                  </a:lnTo>
                  <a:lnTo>
                    <a:pt x="4797045" y="432912"/>
                  </a:lnTo>
                  <a:lnTo>
                    <a:pt x="4797139" y="432912"/>
                  </a:lnTo>
                  <a:lnTo>
                    <a:pt x="4797233" y="432912"/>
                  </a:lnTo>
                  <a:lnTo>
                    <a:pt x="4797327" y="432912"/>
                  </a:lnTo>
                  <a:lnTo>
                    <a:pt x="4797421" y="432912"/>
                  </a:lnTo>
                  <a:lnTo>
                    <a:pt x="4797515" y="432912"/>
                  </a:lnTo>
                  <a:lnTo>
                    <a:pt x="4797609" y="432912"/>
                  </a:lnTo>
                  <a:lnTo>
                    <a:pt x="4797703" y="432912"/>
                  </a:lnTo>
                  <a:lnTo>
                    <a:pt x="4797797" y="432912"/>
                  </a:lnTo>
                  <a:lnTo>
                    <a:pt x="4797891" y="432912"/>
                  </a:lnTo>
                  <a:lnTo>
                    <a:pt x="4797985" y="432912"/>
                  </a:lnTo>
                  <a:lnTo>
                    <a:pt x="4798079" y="432912"/>
                  </a:lnTo>
                  <a:lnTo>
                    <a:pt x="4798173" y="432912"/>
                  </a:lnTo>
                  <a:lnTo>
                    <a:pt x="4798267" y="432912"/>
                  </a:lnTo>
                  <a:lnTo>
                    <a:pt x="4798361" y="432912"/>
                  </a:lnTo>
                  <a:lnTo>
                    <a:pt x="4798455" y="432912"/>
                  </a:lnTo>
                  <a:lnTo>
                    <a:pt x="4798549" y="432912"/>
                  </a:lnTo>
                  <a:lnTo>
                    <a:pt x="4798643" y="432912"/>
                  </a:lnTo>
                  <a:lnTo>
                    <a:pt x="4798737" y="432912"/>
                  </a:lnTo>
                  <a:lnTo>
                    <a:pt x="4798832" y="432912"/>
                  </a:lnTo>
                  <a:lnTo>
                    <a:pt x="4798926" y="432912"/>
                  </a:lnTo>
                  <a:lnTo>
                    <a:pt x="4799020" y="432912"/>
                  </a:lnTo>
                  <a:lnTo>
                    <a:pt x="4799114" y="432912"/>
                  </a:lnTo>
                  <a:lnTo>
                    <a:pt x="4799208" y="432912"/>
                  </a:lnTo>
                  <a:lnTo>
                    <a:pt x="4799302" y="432912"/>
                  </a:lnTo>
                  <a:lnTo>
                    <a:pt x="4799396" y="432912"/>
                  </a:lnTo>
                  <a:lnTo>
                    <a:pt x="4799490" y="432912"/>
                  </a:lnTo>
                  <a:lnTo>
                    <a:pt x="4799584" y="432912"/>
                  </a:lnTo>
                  <a:lnTo>
                    <a:pt x="4799678" y="432912"/>
                  </a:lnTo>
                  <a:lnTo>
                    <a:pt x="4799772" y="432912"/>
                  </a:lnTo>
                  <a:lnTo>
                    <a:pt x="4799866" y="432912"/>
                  </a:lnTo>
                  <a:lnTo>
                    <a:pt x="4799960" y="432912"/>
                  </a:lnTo>
                  <a:lnTo>
                    <a:pt x="4800054" y="432912"/>
                  </a:lnTo>
                  <a:lnTo>
                    <a:pt x="4800148" y="432912"/>
                  </a:lnTo>
                  <a:lnTo>
                    <a:pt x="4800242" y="432912"/>
                  </a:lnTo>
                  <a:lnTo>
                    <a:pt x="4800336" y="432912"/>
                  </a:lnTo>
                  <a:lnTo>
                    <a:pt x="4800430" y="432912"/>
                  </a:lnTo>
                  <a:lnTo>
                    <a:pt x="4800524" y="432912"/>
                  </a:lnTo>
                  <a:lnTo>
                    <a:pt x="4800618" y="432912"/>
                  </a:lnTo>
                  <a:lnTo>
                    <a:pt x="4800712" y="432912"/>
                  </a:lnTo>
                  <a:lnTo>
                    <a:pt x="4800806" y="432912"/>
                  </a:lnTo>
                  <a:lnTo>
                    <a:pt x="4800900" y="432912"/>
                  </a:lnTo>
                  <a:lnTo>
                    <a:pt x="4800994" y="432912"/>
                  </a:lnTo>
                  <a:lnTo>
                    <a:pt x="4801088" y="432912"/>
                  </a:lnTo>
                  <a:lnTo>
                    <a:pt x="4801182" y="432912"/>
                  </a:lnTo>
                  <a:lnTo>
                    <a:pt x="4801276" y="432912"/>
                  </a:lnTo>
                  <a:lnTo>
                    <a:pt x="4801370" y="432912"/>
                  </a:lnTo>
                  <a:lnTo>
                    <a:pt x="4801464" y="432912"/>
                  </a:lnTo>
                  <a:lnTo>
                    <a:pt x="4801558" y="432912"/>
                  </a:lnTo>
                  <a:lnTo>
                    <a:pt x="4801652" y="432912"/>
                  </a:lnTo>
                  <a:lnTo>
                    <a:pt x="4801746" y="432912"/>
                  </a:lnTo>
                  <a:lnTo>
                    <a:pt x="4801840" y="432912"/>
                  </a:lnTo>
                  <a:lnTo>
                    <a:pt x="4801934" y="432912"/>
                  </a:lnTo>
                  <a:lnTo>
                    <a:pt x="4802028" y="432912"/>
                  </a:lnTo>
                  <a:lnTo>
                    <a:pt x="4802122" y="432912"/>
                  </a:lnTo>
                  <a:lnTo>
                    <a:pt x="4802216" y="432912"/>
                  </a:lnTo>
                  <a:lnTo>
                    <a:pt x="4802310" y="432912"/>
                  </a:lnTo>
                  <a:lnTo>
                    <a:pt x="4802405" y="432912"/>
                  </a:lnTo>
                  <a:lnTo>
                    <a:pt x="4802499" y="432912"/>
                  </a:lnTo>
                  <a:lnTo>
                    <a:pt x="4802593" y="432912"/>
                  </a:lnTo>
                  <a:lnTo>
                    <a:pt x="4802687" y="432912"/>
                  </a:lnTo>
                  <a:lnTo>
                    <a:pt x="4802781" y="432912"/>
                  </a:lnTo>
                  <a:lnTo>
                    <a:pt x="4802875" y="432912"/>
                  </a:lnTo>
                  <a:lnTo>
                    <a:pt x="4802969" y="432912"/>
                  </a:lnTo>
                  <a:lnTo>
                    <a:pt x="4803063" y="432912"/>
                  </a:lnTo>
                  <a:lnTo>
                    <a:pt x="4803157" y="432912"/>
                  </a:lnTo>
                  <a:lnTo>
                    <a:pt x="4803251" y="432912"/>
                  </a:lnTo>
                  <a:lnTo>
                    <a:pt x="4803345" y="432912"/>
                  </a:lnTo>
                  <a:lnTo>
                    <a:pt x="4803439" y="432912"/>
                  </a:lnTo>
                  <a:lnTo>
                    <a:pt x="4803533" y="432912"/>
                  </a:lnTo>
                  <a:lnTo>
                    <a:pt x="4803627" y="432912"/>
                  </a:lnTo>
                  <a:lnTo>
                    <a:pt x="4803721" y="432912"/>
                  </a:lnTo>
                  <a:lnTo>
                    <a:pt x="4803815" y="432912"/>
                  </a:lnTo>
                  <a:lnTo>
                    <a:pt x="4803909" y="432912"/>
                  </a:lnTo>
                  <a:lnTo>
                    <a:pt x="4804003" y="432912"/>
                  </a:lnTo>
                  <a:lnTo>
                    <a:pt x="4804097" y="432912"/>
                  </a:lnTo>
                  <a:lnTo>
                    <a:pt x="4804191" y="432912"/>
                  </a:lnTo>
                  <a:lnTo>
                    <a:pt x="4804285" y="432912"/>
                  </a:lnTo>
                  <a:lnTo>
                    <a:pt x="4804379" y="432912"/>
                  </a:lnTo>
                  <a:lnTo>
                    <a:pt x="4804473" y="432912"/>
                  </a:lnTo>
                  <a:lnTo>
                    <a:pt x="4804567" y="432912"/>
                  </a:lnTo>
                  <a:lnTo>
                    <a:pt x="4804661" y="432912"/>
                  </a:lnTo>
                  <a:lnTo>
                    <a:pt x="4804755" y="432912"/>
                  </a:lnTo>
                  <a:lnTo>
                    <a:pt x="4804849" y="432912"/>
                  </a:lnTo>
                  <a:lnTo>
                    <a:pt x="4804943" y="432912"/>
                  </a:lnTo>
                  <a:lnTo>
                    <a:pt x="4805037" y="432912"/>
                  </a:lnTo>
                  <a:lnTo>
                    <a:pt x="4805131" y="432912"/>
                  </a:lnTo>
                  <a:lnTo>
                    <a:pt x="4805225" y="432912"/>
                  </a:lnTo>
                  <a:lnTo>
                    <a:pt x="4805225" y="427633"/>
                  </a:lnTo>
                  <a:lnTo>
                    <a:pt x="4805319" y="427633"/>
                  </a:lnTo>
                  <a:lnTo>
                    <a:pt x="4805413" y="427633"/>
                  </a:lnTo>
                  <a:lnTo>
                    <a:pt x="4805507" y="427633"/>
                  </a:lnTo>
                  <a:lnTo>
                    <a:pt x="4805601" y="427633"/>
                  </a:lnTo>
                  <a:lnTo>
                    <a:pt x="4805695" y="427633"/>
                  </a:lnTo>
                  <a:lnTo>
                    <a:pt x="4805789" y="427633"/>
                  </a:lnTo>
                  <a:lnTo>
                    <a:pt x="4805883" y="427633"/>
                  </a:lnTo>
                  <a:lnTo>
                    <a:pt x="4805978" y="427633"/>
                  </a:lnTo>
                  <a:lnTo>
                    <a:pt x="4806072" y="427633"/>
                  </a:lnTo>
                  <a:lnTo>
                    <a:pt x="4806166" y="427633"/>
                  </a:lnTo>
                  <a:lnTo>
                    <a:pt x="4806260" y="427633"/>
                  </a:lnTo>
                  <a:lnTo>
                    <a:pt x="4806354" y="427633"/>
                  </a:lnTo>
                  <a:lnTo>
                    <a:pt x="4806448" y="427633"/>
                  </a:lnTo>
                  <a:lnTo>
                    <a:pt x="4806542" y="427633"/>
                  </a:lnTo>
                  <a:lnTo>
                    <a:pt x="4806636" y="427633"/>
                  </a:lnTo>
                  <a:lnTo>
                    <a:pt x="4806730" y="427633"/>
                  </a:lnTo>
                  <a:lnTo>
                    <a:pt x="4806824" y="427633"/>
                  </a:lnTo>
                  <a:lnTo>
                    <a:pt x="4806918" y="427633"/>
                  </a:lnTo>
                  <a:lnTo>
                    <a:pt x="4807012" y="427633"/>
                  </a:lnTo>
                  <a:lnTo>
                    <a:pt x="4807106" y="427633"/>
                  </a:lnTo>
                  <a:lnTo>
                    <a:pt x="4807200" y="427633"/>
                  </a:lnTo>
                  <a:lnTo>
                    <a:pt x="4807294" y="427633"/>
                  </a:lnTo>
                  <a:lnTo>
                    <a:pt x="4807388" y="427633"/>
                  </a:lnTo>
                  <a:lnTo>
                    <a:pt x="4807482" y="427633"/>
                  </a:lnTo>
                  <a:lnTo>
                    <a:pt x="4807576" y="427633"/>
                  </a:lnTo>
                  <a:lnTo>
                    <a:pt x="4807670" y="427633"/>
                  </a:lnTo>
                  <a:lnTo>
                    <a:pt x="4807764" y="427633"/>
                  </a:lnTo>
                  <a:lnTo>
                    <a:pt x="4807858" y="427633"/>
                  </a:lnTo>
                  <a:lnTo>
                    <a:pt x="4807952" y="427633"/>
                  </a:lnTo>
                  <a:lnTo>
                    <a:pt x="4808046" y="427633"/>
                  </a:lnTo>
                  <a:lnTo>
                    <a:pt x="4808140" y="427633"/>
                  </a:lnTo>
                  <a:lnTo>
                    <a:pt x="4808234" y="427633"/>
                  </a:lnTo>
                  <a:lnTo>
                    <a:pt x="4808328" y="427633"/>
                  </a:lnTo>
                  <a:lnTo>
                    <a:pt x="4808422" y="427633"/>
                  </a:lnTo>
                  <a:lnTo>
                    <a:pt x="4808516" y="427633"/>
                  </a:lnTo>
                  <a:lnTo>
                    <a:pt x="4808610" y="427633"/>
                  </a:lnTo>
                  <a:lnTo>
                    <a:pt x="4808704" y="427633"/>
                  </a:lnTo>
                  <a:lnTo>
                    <a:pt x="4808798" y="427633"/>
                  </a:lnTo>
                  <a:lnTo>
                    <a:pt x="4808892" y="427633"/>
                  </a:lnTo>
                  <a:lnTo>
                    <a:pt x="4808986" y="427633"/>
                  </a:lnTo>
                  <a:lnTo>
                    <a:pt x="4809080" y="427633"/>
                  </a:lnTo>
                  <a:lnTo>
                    <a:pt x="4809174" y="427633"/>
                  </a:lnTo>
                  <a:lnTo>
                    <a:pt x="4809268" y="427633"/>
                  </a:lnTo>
                  <a:lnTo>
                    <a:pt x="4809362" y="427633"/>
                  </a:lnTo>
                  <a:lnTo>
                    <a:pt x="4809457" y="427633"/>
                  </a:lnTo>
                  <a:lnTo>
                    <a:pt x="4809551" y="427633"/>
                  </a:lnTo>
                  <a:lnTo>
                    <a:pt x="4809645" y="427633"/>
                  </a:lnTo>
                  <a:lnTo>
                    <a:pt x="4809739" y="427633"/>
                  </a:lnTo>
                  <a:lnTo>
                    <a:pt x="4809833" y="427633"/>
                  </a:lnTo>
                  <a:lnTo>
                    <a:pt x="4809927" y="427633"/>
                  </a:lnTo>
                  <a:lnTo>
                    <a:pt x="4810021" y="427633"/>
                  </a:lnTo>
                  <a:lnTo>
                    <a:pt x="4810115" y="427633"/>
                  </a:lnTo>
                  <a:lnTo>
                    <a:pt x="4810209" y="427633"/>
                  </a:lnTo>
                  <a:lnTo>
                    <a:pt x="4810303" y="427633"/>
                  </a:lnTo>
                  <a:lnTo>
                    <a:pt x="4810397" y="427633"/>
                  </a:lnTo>
                  <a:lnTo>
                    <a:pt x="4810491" y="427633"/>
                  </a:lnTo>
                  <a:lnTo>
                    <a:pt x="4810585" y="427633"/>
                  </a:lnTo>
                  <a:lnTo>
                    <a:pt x="4810679" y="427633"/>
                  </a:lnTo>
                  <a:lnTo>
                    <a:pt x="4810773" y="427633"/>
                  </a:lnTo>
                  <a:lnTo>
                    <a:pt x="4810867" y="427633"/>
                  </a:lnTo>
                  <a:lnTo>
                    <a:pt x="4810961" y="427633"/>
                  </a:lnTo>
                  <a:lnTo>
                    <a:pt x="4811055" y="427633"/>
                  </a:lnTo>
                  <a:lnTo>
                    <a:pt x="4811149" y="427633"/>
                  </a:lnTo>
                  <a:lnTo>
                    <a:pt x="4811243" y="427633"/>
                  </a:lnTo>
                  <a:lnTo>
                    <a:pt x="4811337" y="427633"/>
                  </a:lnTo>
                  <a:lnTo>
                    <a:pt x="4811431" y="427633"/>
                  </a:lnTo>
                  <a:lnTo>
                    <a:pt x="4811525" y="427633"/>
                  </a:lnTo>
                  <a:lnTo>
                    <a:pt x="4811619" y="427633"/>
                  </a:lnTo>
                  <a:lnTo>
                    <a:pt x="4811713" y="427633"/>
                  </a:lnTo>
                  <a:lnTo>
                    <a:pt x="4811807" y="427633"/>
                  </a:lnTo>
                  <a:lnTo>
                    <a:pt x="4811901" y="427633"/>
                  </a:lnTo>
                  <a:lnTo>
                    <a:pt x="4811995" y="427633"/>
                  </a:lnTo>
                  <a:lnTo>
                    <a:pt x="4812089" y="427633"/>
                  </a:lnTo>
                  <a:lnTo>
                    <a:pt x="4812183" y="427633"/>
                  </a:lnTo>
                  <a:lnTo>
                    <a:pt x="4812277" y="427633"/>
                  </a:lnTo>
                  <a:lnTo>
                    <a:pt x="4812371" y="427633"/>
                  </a:lnTo>
                  <a:lnTo>
                    <a:pt x="4812465" y="427633"/>
                  </a:lnTo>
                  <a:lnTo>
                    <a:pt x="4812559" y="427633"/>
                  </a:lnTo>
                  <a:lnTo>
                    <a:pt x="4812653" y="427633"/>
                  </a:lnTo>
                  <a:lnTo>
                    <a:pt x="4812747" y="427633"/>
                  </a:lnTo>
                  <a:lnTo>
                    <a:pt x="4812841" y="427633"/>
                  </a:lnTo>
                  <a:lnTo>
                    <a:pt x="4812935" y="427633"/>
                  </a:lnTo>
                  <a:lnTo>
                    <a:pt x="4813030" y="427633"/>
                  </a:lnTo>
                  <a:lnTo>
                    <a:pt x="4813124" y="427633"/>
                  </a:lnTo>
                  <a:lnTo>
                    <a:pt x="4813218" y="427633"/>
                  </a:lnTo>
                  <a:lnTo>
                    <a:pt x="4813312" y="427633"/>
                  </a:lnTo>
                  <a:lnTo>
                    <a:pt x="4813406" y="427633"/>
                  </a:lnTo>
                  <a:lnTo>
                    <a:pt x="4813500" y="427633"/>
                  </a:lnTo>
                  <a:lnTo>
                    <a:pt x="4813594" y="427633"/>
                  </a:lnTo>
                  <a:lnTo>
                    <a:pt x="4813688" y="427633"/>
                  </a:lnTo>
                  <a:lnTo>
                    <a:pt x="4813782" y="427633"/>
                  </a:lnTo>
                  <a:lnTo>
                    <a:pt x="4813876" y="427633"/>
                  </a:lnTo>
                  <a:lnTo>
                    <a:pt x="4813970" y="427633"/>
                  </a:lnTo>
                  <a:lnTo>
                    <a:pt x="4814064" y="427633"/>
                  </a:lnTo>
                  <a:lnTo>
                    <a:pt x="4814158" y="427633"/>
                  </a:lnTo>
                  <a:lnTo>
                    <a:pt x="4814252" y="427633"/>
                  </a:lnTo>
                  <a:lnTo>
                    <a:pt x="4814346" y="427633"/>
                  </a:lnTo>
                  <a:lnTo>
                    <a:pt x="4814440" y="427633"/>
                  </a:lnTo>
                  <a:lnTo>
                    <a:pt x="4814534" y="427633"/>
                  </a:lnTo>
                  <a:lnTo>
                    <a:pt x="4814628" y="427633"/>
                  </a:lnTo>
                  <a:lnTo>
                    <a:pt x="4814722" y="427633"/>
                  </a:lnTo>
                  <a:lnTo>
                    <a:pt x="4814816" y="427633"/>
                  </a:lnTo>
                  <a:lnTo>
                    <a:pt x="4814910" y="427633"/>
                  </a:lnTo>
                  <a:lnTo>
                    <a:pt x="4815004" y="427633"/>
                  </a:lnTo>
                  <a:lnTo>
                    <a:pt x="4815098" y="427633"/>
                  </a:lnTo>
                  <a:lnTo>
                    <a:pt x="4815192" y="427633"/>
                  </a:lnTo>
                  <a:lnTo>
                    <a:pt x="4815286" y="427633"/>
                  </a:lnTo>
                  <a:lnTo>
                    <a:pt x="4815380" y="427633"/>
                  </a:lnTo>
                  <a:lnTo>
                    <a:pt x="4815474" y="427633"/>
                  </a:lnTo>
                  <a:lnTo>
                    <a:pt x="4815568" y="427633"/>
                  </a:lnTo>
                  <a:lnTo>
                    <a:pt x="4815662" y="427633"/>
                  </a:lnTo>
                  <a:lnTo>
                    <a:pt x="4815756" y="427633"/>
                  </a:lnTo>
                  <a:lnTo>
                    <a:pt x="4815850" y="427633"/>
                  </a:lnTo>
                  <a:lnTo>
                    <a:pt x="4815944" y="427633"/>
                  </a:lnTo>
                  <a:lnTo>
                    <a:pt x="4816038" y="427633"/>
                  </a:lnTo>
                  <a:lnTo>
                    <a:pt x="4816132" y="427633"/>
                  </a:lnTo>
                  <a:lnTo>
                    <a:pt x="4816226" y="427633"/>
                  </a:lnTo>
                  <a:lnTo>
                    <a:pt x="4816226" y="422353"/>
                  </a:lnTo>
                  <a:lnTo>
                    <a:pt x="4816320" y="422353"/>
                  </a:lnTo>
                  <a:lnTo>
                    <a:pt x="4816414" y="422353"/>
                  </a:lnTo>
                  <a:lnTo>
                    <a:pt x="4816508" y="422353"/>
                  </a:lnTo>
                  <a:lnTo>
                    <a:pt x="4816603" y="422353"/>
                  </a:lnTo>
                  <a:lnTo>
                    <a:pt x="4816697" y="422353"/>
                  </a:lnTo>
                  <a:lnTo>
                    <a:pt x="4816791" y="422353"/>
                  </a:lnTo>
                  <a:lnTo>
                    <a:pt x="4816885" y="422353"/>
                  </a:lnTo>
                  <a:lnTo>
                    <a:pt x="4816979" y="422353"/>
                  </a:lnTo>
                  <a:lnTo>
                    <a:pt x="4817073" y="422353"/>
                  </a:lnTo>
                  <a:lnTo>
                    <a:pt x="4817167" y="422353"/>
                  </a:lnTo>
                  <a:lnTo>
                    <a:pt x="4817261" y="422353"/>
                  </a:lnTo>
                  <a:lnTo>
                    <a:pt x="4817355" y="422353"/>
                  </a:lnTo>
                  <a:lnTo>
                    <a:pt x="4817449" y="422353"/>
                  </a:lnTo>
                  <a:lnTo>
                    <a:pt x="4817543" y="422353"/>
                  </a:lnTo>
                  <a:lnTo>
                    <a:pt x="4817637" y="422353"/>
                  </a:lnTo>
                  <a:lnTo>
                    <a:pt x="4817731" y="422353"/>
                  </a:lnTo>
                  <a:lnTo>
                    <a:pt x="4817825" y="422353"/>
                  </a:lnTo>
                  <a:lnTo>
                    <a:pt x="4817825" y="417074"/>
                  </a:lnTo>
                  <a:lnTo>
                    <a:pt x="4817919" y="417074"/>
                  </a:lnTo>
                  <a:lnTo>
                    <a:pt x="4818013" y="417074"/>
                  </a:lnTo>
                  <a:lnTo>
                    <a:pt x="4818107" y="417074"/>
                  </a:lnTo>
                  <a:lnTo>
                    <a:pt x="4818201" y="417074"/>
                  </a:lnTo>
                  <a:lnTo>
                    <a:pt x="4818295" y="417074"/>
                  </a:lnTo>
                  <a:lnTo>
                    <a:pt x="4818389" y="417074"/>
                  </a:lnTo>
                  <a:lnTo>
                    <a:pt x="4818483" y="417074"/>
                  </a:lnTo>
                  <a:lnTo>
                    <a:pt x="4818577" y="417074"/>
                  </a:lnTo>
                  <a:lnTo>
                    <a:pt x="4818671" y="417074"/>
                  </a:lnTo>
                  <a:lnTo>
                    <a:pt x="4818765" y="417074"/>
                  </a:lnTo>
                  <a:lnTo>
                    <a:pt x="4818859" y="417074"/>
                  </a:lnTo>
                  <a:lnTo>
                    <a:pt x="4818953" y="417074"/>
                  </a:lnTo>
                  <a:lnTo>
                    <a:pt x="4819047" y="417074"/>
                  </a:lnTo>
                  <a:lnTo>
                    <a:pt x="4819141" y="417074"/>
                  </a:lnTo>
                  <a:lnTo>
                    <a:pt x="4819235" y="417074"/>
                  </a:lnTo>
                  <a:lnTo>
                    <a:pt x="4819329" y="417074"/>
                  </a:lnTo>
                  <a:lnTo>
                    <a:pt x="4819423" y="417074"/>
                  </a:lnTo>
                  <a:lnTo>
                    <a:pt x="4819517" y="417074"/>
                  </a:lnTo>
                  <a:lnTo>
                    <a:pt x="4819611" y="417074"/>
                  </a:lnTo>
                  <a:lnTo>
                    <a:pt x="4819705" y="417074"/>
                  </a:lnTo>
                  <a:lnTo>
                    <a:pt x="4819799" y="417074"/>
                  </a:lnTo>
                  <a:lnTo>
                    <a:pt x="4819893" y="417074"/>
                  </a:lnTo>
                  <a:lnTo>
                    <a:pt x="4819987" y="417074"/>
                  </a:lnTo>
                  <a:lnTo>
                    <a:pt x="4820082" y="417074"/>
                  </a:lnTo>
                  <a:lnTo>
                    <a:pt x="4820176" y="417074"/>
                  </a:lnTo>
                  <a:lnTo>
                    <a:pt x="4820270" y="417074"/>
                  </a:lnTo>
                  <a:lnTo>
                    <a:pt x="4820364" y="417074"/>
                  </a:lnTo>
                  <a:lnTo>
                    <a:pt x="4820458" y="417074"/>
                  </a:lnTo>
                  <a:lnTo>
                    <a:pt x="4820552" y="417074"/>
                  </a:lnTo>
                  <a:lnTo>
                    <a:pt x="4820646" y="417074"/>
                  </a:lnTo>
                  <a:lnTo>
                    <a:pt x="4820740" y="417074"/>
                  </a:lnTo>
                  <a:lnTo>
                    <a:pt x="4820834" y="417074"/>
                  </a:lnTo>
                  <a:lnTo>
                    <a:pt x="4820928" y="417074"/>
                  </a:lnTo>
                  <a:lnTo>
                    <a:pt x="4821022" y="417074"/>
                  </a:lnTo>
                  <a:lnTo>
                    <a:pt x="4821116" y="417074"/>
                  </a:lnTo>
                  <a:lnTo>
                    <a:pt x="4821210" y="417074"/>
                  </a:lnTo>
                  <a:lnTo>
                    <a:pt x="4821304" y="417074"/>
                  </a:lnTo>
                  <a:lnTo>
                    <a:pt x="4821398" y="417074"/>
                  </a:lnTo>
                  <a:lnTo>
                    <a:pt x="4821492" y="417074"/>
                  </a:lnTo>
                  <a:lnTo>
                    <a:pt x="4821586" y="417074"/>
                  </a:lnTo>
                  <a:lnTo>
                    <a:pt x="4821680" y="417074"/>
                  </a:lnTo>
                  <a:lnTo>
                    <a:pt x="4821774" y="417074"/>
                  </a:lnTo>
                  <a:lnTo>
                    <a:pt x="4821868" y="417074"/>
                  </a:lnTo>
                  <a:lnTo>
                    <a:pt x="4821962" y="417074"/>
                  </a:lnTo>
                  <a:lnTo>
                    <a:pt x="4822056" y="417074"/>
                  </a:lnTo>
                  <a:lnTo>
                    <a:pt x="4822150" y="417074"/>
                  </a:lnTo>
                  <a:lnTo>
                    <a:pt x="4822244" y="417074"/>
                  </a:lnTo>
                  <a:lnTo>
                    <a:pt x="4822338" y="417074"/>
                  </a:lnTo>
                  <a:lnTo>
                    <a:pt x="4822432" y="417074"/>
                  </a:lnTo>
                  <a:lnTo>
                    <a:pt x="4822526" y="417074"/>
                  </a:lnTo>
                  <a:lnTo>
                    <a:pt x="4822620" y="417074"/>
                  </a:lnTo>
                  <a:lnTo>
                    <a:pt x="4822714" y="417074"/>
                  </a:lnTo>
                  <a:lnTo>
                    <a:pt x="4822808" y="417074"/>
                  </a:lnTo>
                  <a:lnTo>
                    <a:pt x="4822902" y="417074"/>
                  </a:lnTo>
                  <a:lnTo>
                    <a:pt x="4822996" y="417074"/>
                  </a:lnTo>
                  <a:lnTo>
                    <a:pt x="4823090" y="417074"/>
                  </a:lnTo>
                  <a:lnTo>
                    <a:pt x="4823184" y="417074"/>
                  </a:lnTo>
                  <a:lnTo>
                    <a:pt x="4823278" y="417074"/>
                  </a:lnTo>
                  <a:lnTo>
                    <a:pt x="4823372" y="417074"/>
                  </a:lnTo>
                  <a:lnTo>
                    <a:pt x="4823466" y="417074"/>
                  </a:lnTo>
                  <a:lnTo>
                    <a:pt x="4823560" y="417074"/>
                  </a:lnTo>
                  <a:lnTo>
                    <a:pt x="4823655" y="417074"/>
                  </a:lnTo>
                  <a:lnTo>
                    <a:pt x="4823749" y="417074"/>
                  </a:lnTo>
                  <a:lnTo>
                    <a:pt x="4823843" y="417074"/>
                  </a:lnTo>
                  <a:lnTo>
                    <a:pt x="4823937" y="417074"/>
                  </a:lnTo>
                  <a:lnTo>
                    <a:pt x="4824031" y="417074"/>
                  </a:lnTo>
                  <a:lnTo>
                    <a:pt x="4824125" y="417074"/>
                  </a:lnTo>
                  <a:lnTo>
                    <a:pt x="4824219" y="417074"/>
                  </a:lnTo>
                  <a:lnTo>
                    <a:pt x="4824313" y="417074"/>
                  </a:lnTo>
                  <a:lnTo>
                    <a:pt x="4824407" y="417074"/>
                  </a:lnTo>
                  <a:lnTo>
                    <a:pt x="4824501" y="417074"/>
                  </a:lnTo>
                  <a:lnTo>
                    <a:pt x="4824595" y="417074"/>
                  </a:lnTo>
                  <a:lnTo>
                    <a:pt x="4824689" y="417074"/>
                  </a:lnTo>
                  <a:lnTo>
                    <a:pt x="4824783" y="417074"/>
                  </a:lnTo>
                  <a:lnTo>
                    <a:pt x="4824877" y="417074"/>
                  </a:lnTo>
                  <a:lnTo>
                    <a:pt x="4824971" y="417074"/>
                  </a:lnTo>
                  <a:lnTo>
                    <a:pt x="4825065" y="417074"/>
                  </a:lnTo>
                  <a:lnTo>
                    <a:pt x="4825159" y="417074"/>
                  </a:lnTo>
                  <a:lnTo>
                    <a:pt x="4825253" y="417074"/>
                  </a:lnTo>
                  <a:lnTo>
                    <a:pt x="4825347" y="417074"/>
                  </a:lnTo>
                  <a:lnTo>
                    <a:pt x="4825441" y="417074"/>
                  </a:lnTo>
                  <a:lnTo>
                    <a:pt x="4825535" y="417074"/>
                  </a:lnTo>
                  <a:lnTo>
                    <a:pt x="4825629" y="417074"/>
                  </a:lnTo>
                  <a:lnTo>
                    <a:pt x="4825723" y="417074"/>
                  </a:lnTo>
                  <a:lnTo>
                    <a:pt x="4825817" y="417074"/>
                  </a:lnTo>
                  <a:lnTo>
                    <a:pt x="4825911" y="417074"/>
                  </a:lnTo>
                  <a:lnTo>
                    <a:pt x="4826005" y="417074"/>
                  </a:lnTo>
                  <a:lnTo>
                    <a:pt x="4826099" y="417074"/>
                  </a:lnTo>
                  <a:lnTo>
                    <a:pt x="4826193" y="417074"/>
                  </a:lnTo>
                  <a:lnTo>
                    <a:pt x="4826287" y="417074"/>
                  </a:lnTo>
                  <a:lnTo>
                    <a:pt x="4826381" y="417074"/>
                  </a:lnTo>
                  <a:lnTo>
                    <a:pt x="4826475" y="417074"/>
                  </a:lnTo>
                  <a:lnTo>
                    <a:pt x="4826569" y="417074"/>
                  </a:lnTo>
                  <a:lnTo>
                    <a:pt x="4826663" y="417074"/>
                  </a:lnTo>
                  <a:lnTo>
                    <a:pt x="4826757" y="417074"/>
                  </a:lnTo>
                  <a:lnTo>
                    <a:pt x="4826851" y="417074"/>
                  </a:lnTo>
                  <a:lnTo>
                    <a:pt x="4826945" y="417074"/>
                  </a:lnTo>
                  <a:lnTo>
                    <a:pt x="4827039" y="417074"/>
                  </a:lnTo>
                  <a:lnTo>
                    <a:pt x="4827133" y="417074"/>
                  </a:lnTo>
                  <a:lnTo>
                    <a:pt x="4827228" y="417074"/>
                  </a:lnTo>
                  <a:lnTo>
                    <a:pt x="4827322" y="417074"/>
                  </a:lnTo>
                  <a:lnTo>
                    <a:pt x="4827416" y="417074"/>
                  </a:lnTo>
                  <a:lnTo>
                    <a:pt x="4827510" y="417074"/>
                  </a:lnTo>
                  <a:lnTo>
                    <a:pt x="4827604" y="417074"/>
                  </a:lnTo>
                  <a:lnTo>
                    <a:pt x="4827698" y="417074"/>
                  </a:lnTo>
                  <a:lnTo>
                    <a:pt x="4827792" y="417074"/>
                  </a:lnTo>
                  <a:lnTo>
                    <a:pt x="4827886" y="417074"/>
                  </a:lnTo>
                  <a:lnTo>
                    <a:pt x="4827980" y="417074"/>
                  </a:lnTo>
                  <a:lnTo>
                    <a:pt x="4828074" y="417074"/>
                  </a:lnTo>
                  <a:lnTo>
                    <a:pt x="4828168" y="417074"/>
                  </a:lnTo>
                  <a:lnTo>
                    <a:pt x="4828262" y="417074"/>
                  </a:lnTo>
                  <a:lnTo>
                    <a:pt x="4828356" y="417074"/>
                  </a:lnTo>
                  <a:lnTo>
                    <a:pt x="4828450" y="417074"/>
                  </a:lnTo>
                  <a:lnTo>
                    <a:pt x="4828544" y="417074"/>
                  </a:lnTo>
                  <a:lnTo>
                    <a:pt x="4828638" y="417074"/>
                  </a:lnTo>
                  <a:lnTo>
                    <a:pt x="4828732" y="417074"/>
                  </a:lnTo>
                  <a:lnTo>
                    <a:pt x="4828826" y="417074"/>
                  </a:lnTo>
                  <a:lnTo>
                    <a:pt x="4828920" y="417074"/>
                  </a:lnTo>
                  <a:lnTo>
                    <a:pt x="4829014" y="417074"/>
                  </a:lnTo>
                  <a:lnTo>
                    <a:pt x="4829108" y="417074"/>
                  </a:lnTo>
                  <a:lnTo>
                    <a:pt x="4829202" y="417074"/>
                  </a:lnTo>
                  <a:lnTo>
                    <a:pt x="4829296" y="417074"/>
                  </a:lnTo>
                  <a:lnTo>
                    <a:pt x="4829390" y="417074"/>
                  </a:lnTo>
                  <a:lnTo>
                    <a:pt x="4829484" y="417074"/>
                  </a:lnTo>
                  <a:lnTo>
                    <a:pt x="4829578" y="417074"/>
                  </a:lnTo>
                  <a:lnTo>
                    <a:pt x="4829672" y="417074"/>
                  </a:lnTo>
                  <a:lnTo>
                    <a:pt x="4829766" y="417074"/>
                  </a:lnTo>
                  <a:lnTo>
                    <a:pt x="4829860" y="417074"/>
                  </a:lnTo>
                  <a:lnTo>
                    <a:pt x="4829954" y="417074"/>
                  </a:lnTo>
                  <a:lnTo>
                    <a:pt x="4830048" y="417074"/>
                  </a:lnTo>
                  <a:lnTo>
                    <a:pt x="4830142" y="417074"/>
                  </a:lnTo>
                  <a:lnTo>
                    <a:pt x="4830236" y="417074"/>
                  </a:lnTo>
                  <a:lnTo>
                    <a:pt x="4830330" y="417074"/>
                  </a:lnTo>
                  <a:lnTo>
                    <a:pt x="4830424" y="417074"/>
                  </a:lnTo>
                  <a:lnTo>
                    <a:pt x="4830518" y="417074"/>
                  </a:lnTo>
                  <a:lnTo>
                    <a:pt x="4830612" y="417074"/>
                  </a:lnTo>
                  <a:lnTo>
                    <a:pt x="4830707" y="417074"/>
                  </a:lnTo>
                  <a:lnTo>
                    <a:pt x="4830801" y="417074"/>
                  </a:lnTo>
                  <a:lnTo>
                    <a:pt x="4830895" y="417074"/>
                  </a:lnTo>
                  <a:lnTo>
                    <a:pt x="4830989" y="417074"/>
                  </a:lnTo>
                  <a:lnTo>
                    <a:pt x="4831083" y="417074"/>
                  </a:lnTo>
                  <a:lnTo>
                    <a:pt x="4831177" y="417074"/>
                  </a:lnTo>
                  <a:lnTo>
                    <a:pt x="4831271" y="417074"/>
                  </a:lnTo>
                  <a:lnTo>
                    <a:pt x="4831365" y="417074"/>
                  </a:lnTo>
                  <a:lnTo>
                    <a:pt x="4831459" y="417074"/>
                  </a:lnTo>
                  <a:lnTo>
                    <a:pt x="4831553" y="417074"/>
                  </a:lnTo>
                  <a:lnTo>
                    <a:pt x="4831647" y="417074"/>
                  </a:lnTo>
                  <a:lnTo>
                    <a:pt x="4831741" y="417074"/>
                  </a:lnTo>
                  <a:lnTo>
                    <a:pt x="4831835" y="417074"/>
                  </a:lnTo>
                  <a:lnTo>
                    <a:pt x="4831929" y="417074"/>
                  </a:lnTo>
                  <a:lnTo>
                    <a:pt x="4832023" y="417074"/>
                  </a:lnTo>
                  <a:lnTo>
                    <a:pt x="4832117" y="417074"/>
                  </a:lnTo>
                  <a:lnTo>
                    <a:pt x="4832211" y="417074"/>
                  </a:lnTo>
                  <a:lnTo>
                    <a:pt x="4832305" y="417074"/>
                  </a:lnTo>
                  <a:lnTo>
                    <a:pt x="4832399" y="417074"/>
                  </a:lnTo>
                  <a:lnTo>
                    <a:pt x="4832493" y="417074"/>
                  </a:lnTo>
                  <a:lnTo>
                    <a:pt x="4832587" y="417074"/>
                  </a:lnTo>
                  <a:lnTo>
                    <a:pt x="4832681" y="417074"/>
                  </a:lnTo>
                  <a:lnTo>
                    <a:pt x="4832775" y="417074"/>
                  </a:lnTo>
                  <a:lnTo>
                    <a:pt x="4832869" y="417074"/>
                  </a:lnTo>
                  <a:lnTo>
                    <a:pt x="4832963" y="417074"/>
                  </a:lnTo>
                  <a:lnTo>
                    <a:pt x="4833057" y="417074"/>
                  </a:lnTo>
                  <a:lnTo>
                    <a:pt x="4833151" y="417074"/>
                  </a:lnTo>
                  <a:lnTo>
                    <a:pt x="4833245" y="417074"/>
                  </a:lnTo>
                  <a:lnTo>
                    <a:pt x="4833339" y="417074"/>
                  </a:lnTo>
                  <a:lnTo>
                    <a:pt x="4833433" y="417074"/>
                  </a:lnTo>
                  <a:lnTo>
                    <a:pt x="4833527" y="417074"/>
                  </a:lnTo>
                  <a:lnTo>
                    <a:pt x="4833621" y="417074"/>
                  </a:lnTo>
                  <a:lnTo>
                    <a:pt x="4833715" y="417074"/>
                  </a:lnTo>
                  <a:lnTo>
                    <a:pt x="4833809" y="417074"/>
                  </a:lnTo>
                  <a:lnTo>
                    <a:pt x="4833809" y="411794"/>
                  </a:lnTo>
                  <a:lnTo>
                    <a:pt x="4833903" y="411794"/>
                  </a:lnTo>
                  <a:lnTo>
                    <a:pt x="4833997" y="411794"/>
                  </a:lnTo>
                  <a:lnTo>
                    <a:pt x="4834091" y="411794"/>
                  </a:lnTo>
                  <a:lnTo>
                    <a:pt x="4834185" y="411794"/>
                  </a:lnTo>
                  <a:lnTo>
                    <a:pt x="4834280" y="411794"/>
                  </a:lnTo>
                  <a:lnTo>
                    <a:pt x="4834374" y="411794"/>
                  </a:lnTo>
                  <a:lnTo>
                    <a:pt x="4834468" y="411794"/>
                  </a:lnTo>
                  <a:lnTo>
                    <a:pt x="4834562" y="411794"/>
                  </a:lnTo>
                  <a:lnTo>
                    <a:pt x="4834656" y="411794"/>
                  </a:lnTo>
                  <a:lnTo>
                    <a:pt x="4834750" y="411794"/>
                  </a:lnTo>
                  <a:lnTo>
                    <a:pt x="4834844" y="411794"/>
                  </a:lnTo>
                  <a:lnTo>
                    <a:pt x="4834938" y="411794"/>
                  </a:lnTo>
                  <a:lnTo>
                    <a:pt x="4835032" y="411794"/>
                  </a:lnTo>
                  <a:lnTo>
                    <a:pt x="4835126" y="411794"/>
                  </a:lnTo>
                  <a:lnTo>
                    <a:pt x="4835220" y="411794"/>
                  </a:lnTo>
                  <a:lnTo>
                    <a:pt x="4835314" y="411794"/>
                  </a:lnTo>
                  <a:lnTo>
                    <a:pt x="4835408" y="411794"/>
                  </a:lnTo>
                  <a:lnTo>
                    <a:pt x="4835502" y="411794"/>
                  </a:lnTo>
                  <a:lnTo>
                    <a:pt x="4835596" y="411794"/>
                  </a:lnTo>
                  <a:lnTo>
                    <a:pt x="4835690" y="411794"/>
                  </a:lnTo>
                  <a:lnTo>
                    <a:pt x="4835784" y="411794"/>
                  </a:lnTo>
                  <a:lnTo>
                    <a:pt x="4835878" y="411794"/>
                  </a:lnTo>
                  <a:lnTo>
                    <a:pt x="4835972" y="411794"/>
                  </a:lnTo>
                  <a:lnTo>
                    <a:pt x="4836066" y="411794"/>
                  </a:lnTo>
                  <a:lnTo>
                    <a:pt x="4836160" y="411794"/>
                  </a:lnTo>
                  <a:lnTo>
                    <a:pt x="4836254" y="411794"/>
                  </a:lnTo>
                  <a:lnTo>
                    <a:pt x="4836348" y="411794"/>
                  </a:lnTo>
                  <a:lnTo>
                    <a:pt x="4836442" y="411794"/>
                  </a:lnTo>
                  <a:lnTo>
                    <a:pt x="4836536" y="411794"/>
                  </a:lnTo>
                  <a:lnTo>
                    <a:pt x="4836630" y="411794"/>
                  </a:lnTo>
                  <a:lnTo>
                    <a:pt x="4836724" y="411794"/>
                  </a:lnTo>
                  <a:lnTo>
                    <a:pt x="4836818" y="411794"/>
                  </a:lnTo>
                  <a:lnTo>
                    <a:pt x="4836912" y="411794"/>
                  </a:lnTo>
                  <a:lnTo>
                    <a:pt x="4837006" y="411794"/>
                  </a:lnTo>
                  <a:lnTo>
                    <a:pt x="4837100" y="411794"/>
                  </a:lnTo>
                  <a:lnTo>
                    <a:pt x="4837194" y="411794"/>
                  </a:lnTo>
                  <a:lnTo>
                    <a:pt x="4837288" y="411794"/>
                  </a:lnTo>
                  <a:lnTo>
                    <a:pt x="4837382" y="411794"/>
                  </a:lnTo>
                  <a:lnTo>
                    <a:pt x="4837476" y="411794"/>
                  </a:lnTo>
                  <a:lnTo>
                    <a:pt x="4837570" y="411794"/>
                  </a:lnTo>
                  <a:lnTo>
                    <a:pt x="4837664" y="411794"/>
                  </a:lnTo>
                  <a:lnTo>
                    <a:pt x="4837758" y="411794"/>
                  </a:lnTo>
                  <a:lnTo>
                    <a:pt x="4837853" y="411794"/>
                  </a:lnTo>
                  <a:lnTo>
                    <a:pt x="4837947" y="411794"/>
                  </a:lnTo>
                  <a:lnTo>
                    <a:pt x="4838041" y="411794"/>
                  </a:lnTo>
                  <a:lnTo>
                    <a:pt x="4838135" y="411794"/>
                  </a:lnTo>
                  <a:lnTo>
                    <a:pt x="4838229" y="411794"/>
                  </a:lnTo>
                  <a:lnTo>
                    <a:pt x="4838323" y="411794"/>
                  </a:lnTo>
                  <a:lnTo>
                    <a:pt x="4838417" y="411794"/>
                  </a:lnTo>
                  <a:lnTo>
                    <a:pt x="4838511" y="411794"/>
                  </a:lnTo>
                  <a:lnTo>
                    <a:pt x="4838605" y="411794"/>
                  </a:lnTo>
                  <a:lnTo>
                    <a:pt x="4838699" y="411794"/>
                  </a:lnTo>
                  <a:lnTo>
                    <a:pt x="4838793" y="411794"/>
                  </a:lnTo>
                  <a:lnTo>
                    <a:pt x="4838887" y="411794"/>
                  </a:lnTo>
                  <a:lnTo>
                    <a:pt x="4838981" y="411794"/>
                  </a:lnTo>
                  <a:lnTo>
                    <a:pt x="4839075" y="411794"/>
                  </a:lnTo>
                  <a:lnTo>
                    <a:pt x="4839169" y="411794"/>
                  </a:lnTo>
                  <a:lnTo>
                    <a:pt x="4839263" y="411794"/>
                  </a:lnTo>
                  <a:lnTo>
                    <a:pt x="4839357" y="411794"/>
                  </a:lnTo>
                  <a:lnTo>
                    <a:pt x="4839451" y="411794"/>
                  </a:lnTo>
                  <a:lnTo>
                    <a:pt x="4839545" y="411794"/>
                  </a:lnTo>
                  <a:lnTo>
                    <a:pt x="4839639" y="411794"/>
                  </a:lnTo>
                  <a:lnTo>
                    <a:pt x="4839733" y="411794"/>
                  </a:lnTo>
                  <a:lnTo>
                    <a:pt x="4839827" y="411794"/>
                  </a:lnTo>
                  <a:lnTo>
                    <a:pt x="4839921" y="411794"/>
                  </a:lnTo>
                  <a:lnTo>
                    <a:pt x="4840015" y="411794"/>
                  </a:lnTo>
                  <a:lnTo>
                    <a:pt x="4840109" y="411794"/>
                  </a:lnTo>
                  <a:lnTo>
                    <a:pt x="4840203" y="411794"/>
                  </a:lnTo>
                  <a:lnTo>
                    <a:pt x="4840297" y="411794"/>
                  </a:lnTo>
                  <a:lnTo>
                    <a:pt x="4840391" y="411794"/>
                  </a:lnTo>
                  <a:lnTo>
                    <a:pt x="4840485" y="411794"/>
                  </a:lnTo>
                  <a:lnTo>
                    <a:pt x="4840579" y="411794"/>
                  </a:lnTo>
                  <a:lnTo>
                    <a:pt x="4840673" y="411794"/>
                  </a:lnTo>
                  <a:lnTo>
                    <a:pt x="4840767" y="411794"/>
                  </a:lnTo>
                  <a:lnTo>
                    <a:pt x="4840861" y="411794"/>
                  </a:lnTo>
                  <a:lnTo>
                    <a:pt x="4840955" y="411794"/>
                  </a:lnTo>
                  <a:lnTo>
                    <a:pt x="4841049" y="411794"/>
                  </a:lnTo>
                  <a:lnTo>
                    <a:pt x="4841143" y="411794"/>
                  </a:lnTo>
                  <a:lnTo>
                    <a:pt x="4841237" y="411794"/>
                  </a:lnTo>
                  <a:lnTo>
                    <a:pt x="4841332" y="411794"/>
                  </a:lnTo>
                  <a:lnTo>
                    <a:pt x="4841426" y="411794"/>
                  </a:lnTo>
                  <a:lnTo>
                    <a:pt x="4841520" y="411794"/>
                  </a:lnTo>
                  <a:lnTo>
                    <a:pt x="4841614" y="411794"/>
                  </a:lnTo>
                  <a:lnTo>
                    <a:pt x="4841708" y="411794"/>
                  </a:lnTo>
                  <a:lnTo>
                    <a:pt x="4841802" y="411794"/>
                  </a:lnTo>
                  <a:lnTo>
                    <a:pt x="4841896" y="411794"/>
                  </a:lnTo>
                  <a:lnTo>
                    <a:pt x="4841990" y="411794"/>
                  </a:lnTo>
                  <a:lnTo>
                    <a:pt x="4842084" y="411794"/>
                  </a:lnTo>
                  <a:lnTo>
                    <a:pt x="4842178" y="411794"/>
                  </a:lnTo>
                  <a:lnTo>
                    <a:pt x="4842272" y="411794"/>
                  </a:lnTo>
                  <a:lnTo>
                    <a:pt x="4842366" y="411794"/>
                  </a:lnTo>
                  <a:lnTo>
                    <a:pt x="4842460" y="411794"/>
                  </a:lnTo>
                  <a:lnTo>
                    <a:pt x="4842554" y="411794"/>
                  </a:lnTo>
                  <a:lnTo>
                    <a:pt x="4842648" y="411794"/>
                  </a:lnTo>
                  <a:lnTo>
                    <a:pt x="4842742" y="411794"/>
                  </a:lnTo>
                  <a:lnTo>
                    <a:pt x="4842836" y="411794"/>
                  </a:lnTo>
                  <a:lnTo>
                    <a:pt x="4842930" y="411794"/>
                  </a:lnTo>
                  <a:lnTo>
                    <a:pt x="4843024" y="411794"/>
                  </a:lnTo>
                  <a:lnTo>
                    <a:pt x="4843118" y="411794"/>
                  </a:lnTo>
                  <a:lnTo>
                    <a:pt x="4843212" y="411794"/>
                  </a:lnTo>
                  <a:lnTo>
                    <a:pt x="4843306" y="411794"/>
                  </a:lnTo>
                  <a:lnTo>
                    <a:pt x="4843400" y="411794"/>
                  </a:lnTo>
                  <a:lnTo>
                    <a:pt x="4843494" y="411794"/>
                  </a:lnTo>
                  <a:lnTo>
                    <a:pt x="4843588" y="411794"/>
                  </a:lnTo>
                  <a:lnTo>
                    <a:pt x="4843682" y="411794"/>
                  </a:lnTo>
                  <a:lnTo>
                    <a:pt x="4843776" y="411794"/>
                  </a:lnTo>
                  <a:lnTo>
                    <a:pt x="4843870" y="411794"/>
                  </a:lnTo>
                  <a:lnTo>
                    <a:pt x="4843964" y="411794"/>
                  </a:lnTo>
                  <a:lnTo>
                    <a:pt x="4844058" y="411794"/>
                  </a:lnTo>
                  <a:lnTo>
                    <a:pt x="4844152" y="411794"/>
                  </a:lnTo>
                  <a:lnTo>
                    <a:pt x="4844246" y="411794"/>
                  </a:lnTo>
                  <a:lnTo>
                    <a:pt x="4844340" y="411794"/>
                  </a:lnTo>
                  <a:lnTo>
                    <a:pt x="4844434" y="411794"/>
                  </a:lnTo>
                  <a:lnTo>
                    <a:pt x="4844528" y="411794"/>
                  </a:lnTo>
                  <a:lnTo>
                    <a:pt x="4844622" y="411794"/>
                  </a:lnTo>
                  <a:lnTo>
                    <a:pt x="4844716" y="411794"/>
                  </a:lnTo>
                  <a:lnTo>
                    <a:pt x="4844810" y="411794"/>
                  </a:lnTo>
                  <a:lnTo>
                    <a:pt x="4844905" y="411794"/>
                  </a:lnTo>
                  <a:lnTo>
                    <a:pt x="4844999" y="411794"/>
                  </a:lnTo>
                  <a:lnTo>
                    <a:pt x="4845093" y="411794"/>
                  </a:lnTo>
                  <a:lnTo>
                    <a:pt x="4845187" y="411794"/>
                  </a:lnTo>
                  <a:lnTo>
                    <a:pt x="4845281" y="411794"/>
                  </a:lnTo>
                  <a:lnTo>
                    <a:pt x="4845375" y="411794"/>
                  </a:lnTo>
                  <a:lnTo>
                    <a:pt x="4845469" y="411794"/>
                  </a:lnTo>
                  <a:lnTo>
                    <a:pt x="4845563" y="411794"/>
                  </a:lnTo>
                  <a:lnTo>
                    <a:pt x="4845657" y="411794"/>
                  </a:lnTo>
                  <a:lnTo>
                    <a:pt x="4845751" y="411794"/>
                  </a:lnTo>
                  <a:lnTo>
                    <a:pt x="4845845" y="411794"/>
                  </a:lnTo>
                  <a:lnTo>
                    <a:pt x="4845939" y="411794"/>
                  </a:lnTo>
                  <a:lnTo>
                    <a:pt x="4846033" y="411794"/>
                  </a:lnTo>
                  <a:lnTo>
                    <a:pt x="4846127" y="411794"/>
                  </a:lnTo>
                  <a:lnTo>
                    <a:pt x="4846221" y="411794"/>
                  </a:lnTo>
                  <a:lnTo>
                    <a:pt x="4846315" y="411794"/>
                  </a:lnTo>
                  <a:lnTo>
                    <a:pt x="4846409" y="411794"/>
                  </a:lnTo>
                  <a:lnTo>
                    <a:pt x="4846503" y="411794"/>
                  </a:lnTo>
                  <a:lnTo>
                    <a:pt x="4846597" y="411794"/>
                  </a:lnTo>
                  <a:lnTo>
                    <a:pt x="4846691" y="411794"/>
                  </a:lnTo>
                  <a:lnTo>
                    <a:pt x="4846785" y="411794"/>
                  </a:lnTo>
                  <a:lnTo>
                    <a:pt x="4846879" y="411794"/>
                  </a:lnTo>
                  <a:lnTo>
                    <a:pt x="4846973" y="411794"/>
                  </a:lnTo>
                  <a:lnTo>
                    <a:pt x="4847067" y="411794"/>
                  </a:lnTo>
                  <a:lnTo>
                    <a:pt x="4847161" y="411794"/>
                  </a:lnTo>
                  <a:lnTo>
                    <a:pt x="4847255" y="411794"/>
                  </a:lnTo>
                  <a:lnTo>
                    <a:pt x="4847349" y="411794"/>
                  </a:lnTo>
                  <a:lnTo>
                    <a:pt x="4847443" y="411794"/>
                  </a:lnTo>
                  <a:lnTo>
                    <a:pt x="4847537" y="411794"/>
                  </a:lnTo>
                  <a:lnTo>
                    <a:pt x="4847631" y="411794"/>
                  </a:lnTo>
                  <a:lnTo>
                    <a:pt x="4847725" y="411794"/>
                  </a:lnTo>
                  <a:lnTo>
                    <a:pt x="4847819" y="411794"/>
                  </a:lnTo>
                  <a:lnTo>
                    <a:pt x="4847913" y="411794"/>
                  </a:lnTo>
                  <a:lnTo>
                    <a:pt x="4848007" y="411794"/>
                  </a:lnTo>
                  <a:lnTo>
                    <a:pt x="4848101" y="411794"/>
                  </a:lnTo>
                  <a:lnTo>
                    <a:pt x="4848195" y="411794"/>
                  </a:lnTo>
                  <a:lnTo>
                    <a:pt x="4848289" y="411794"/>
                  </a:lnTo>
                  <a:lnTo>
                    <a:pt x="4848383" y="411794"/>
                  </a:lnTo>
                  <a:lnTo>
                    <a:pt x="4848478" y="411794"/>
                  </a:lnTo>
                  <a:lnTo>
                    <a:pt x="4848572" y="411794"/>
                  </a:lnTo>
                  <a:lnTo>
                    <a:pt x="4848666" y="411794"/>
                  </a:lnTo>
                  <a:lnTo>
                    <a:pt x="4848760" y="411794"/>
                  </a:lnTo>
                  <a:lnTo>
                    <a:pt x="4848854" y="411794"/>
                  </a:lnTo>
                  <a:lnTo>
                    <a:pt x="4848948" y="411794"/>
                  </a:lnTo>
                  <a:lnTo>
                    <a:pt x="4849042" y="411794"/>
                  </a:lnTo>
                  <a:lnTo>
                    <a:pt x="4849136" y="411794"/>
                  </a:lnTo>
                  <a:lnTo>
                    <a:pt x="4849230" y="411794"/>
                  </a:lnTo>
                  <a:lnTo>
                    <a:pt x="4849324" y="411794"/>
                  </a:lnTo>
                  <a:lnTo>
                    <a:pt x="4849418" y="411794"/>
                  </a:lnTo>
                  <a:lnTo>
                    <a:pt x="4849512" y="411794"/>
                  </a:lnTo>
                  <a:lnTo>
                    <a:pt x="4849606" y="411794"/>
                  </a:lnTo>
                  <a:lnTo>
                    <a:pt x="4849700" y="411794"/>
                  </a:lnTo>
                  <a:lnTo>
                    <a:pt x="4849794" y="411794"/>
                  </a:lnTo>
                  <a:lnTo>
                    <a:pt x="4849888" y="411794"/>
                  </a:lnTo>
                  <a:lnTo>
                    <a:pt x="4849982" y="411794"/>
                  </a:lnTo>
                  <a:lnTo>
                    <a:pt x="4850076" y="411794"/>
                  </a:lnTo>
                  <a:lnTo>
                    <a:pt x="4850170" y="411794"/>
                  </a:lnTo>
                  <a:lnTo>
                    <a:pt x="4850264" y="411794"/>
                  </a:lnTo>
                  <a:lnTo>
                    <a:pt x="4850358" y="411794"/>
                  </a:lnTo>
                  <a:lnTo>
                    <a:pt x="4850452" y="411794"/>
                  </a:lnTo>
                  <a:lnTo>
                    <a:pt x="4850546" y="411794"/>
                  </a:lnTo>
                  <a:lnTo>
                    <a:pt x="4850640" y="411794"/>
                  </a:lnTo>
                  <a:lnTo>
                    <a:pt x="4850640" y="406515"/>
                  </a:lnTo>
                  <a:lnTo>
                    <a:pt x="4850734" y="406515"/>
                  </a:lnTo>
                  <a:lnTo>
                    <a:pt x="4850828" y="406515"/>
                  </a:lnTo>
                  <a:lnTo>
                    <a:pt x="4850922" y="406515"/>
                  </a:lnTo>
                  <a:lnTo>
                    <a:pt x="4851016" y="406515"/>
                  </a:lnTo>
                  <a:lnTo>
                    <a:pt x="4851110" y="406515"/>
                  </a:lnTo>
                  <a:lnTo>
                    <a:pt x="4851204" y="406515"/>
                  </a:lnTo>
                  <a:lnTo>
                    <a:pt x="4851298" y="406515"/>
                  </a:lnTo>
                  <a:lnTo>
                    <a:pt x="4851392" y="406515"/>
                  </a:lnTo>
                  <a:lnTo>
                    <a:pt x="4851486" y="406515"/>
                  </a:lnTo>
                  <a:lnTo>
                    <a:pt x="4851580" y="406515"/>
                  </a:lnTo>
                  <a:lnTo>
                    <a:pt x="4851674" y="406515"/>
                  </a:lnTo>
                  <a:lnTo>
                    <a:pt x="4851768" y="406515"/>
                  </a:lnTo>
                  <a:lnTo>
                    <a:pt x="4851862" y="406515"/>
                  </a:lnTo>
                  <a:lnTo>
                    <a:pt x="4851956" y="406515"/>
                  </a:lnTo>
                  <a:lnTo>
                    <a:pt x="4852051" y="406515"/>
                  </a:lnTo>
                  <a:lnTo>
                    <a:pt x="4852145" y="406515"/>
                  </a:lnTo>
                  <a:lnTo>
                    <a:pt x="4852239" y="406515"/>
                  </a:lnTo>
                  <a:lnTo>
                    <a:pt x="4852333" y="406515"/>
                  </a:lnTo>
                  <a:lnTo>
                    <a:pt x="4852427" y="406515"/>
                  </a:lnTo>
                  <a:lnTo>
                    <a:pt x="4852521" y="406515"/>
                  </a:lnTo>
                  <a:lnTo>
                    <a:pt x="4852615" y="406515"/>
                  </a:lnTo>
                  <a:lnTo>
                    <a:pt x="4852709" y="406515"/>
                  </a:lnTo>
                  <a:lnTo>
                    <a:pt x="4852803" y="406515"/>
                  </a:lnTo>
                  <a:lnTo>
                    <a:pt x="4852897" y="406515"/>
                  </a:lnTo>
                  <a:lnTo>
                    <a:pt x="4852991" y="406515"/>
                  </a:lnTo>
                  <a:lnTo>
                    <a:pt x="4853085" y="406515"/>
                  </a:lnTo>
                  <a:lnTo>
                    <a:pt x="4853179" y="406515"/>
                  </a:lnTo>
                  <a:lnTo>
                    <a:pt x="4853273" y="406515"/>
                  </a:lnTo>
                  <a:lnTo>
                    <a:pt x="4853367" y="406515"/>
                  </a:lnTo>
                  <a:lnTo>
                    <a:pt x="4853461" y="406515"/>
                  </a:lnTo>
                  <a:lnTo>
                    <a:pt x="4853555" y="406515"/>
                  </a:lnTo>
                  <a:lnTo>
                    <a:pt x="4853649" y="406515"/>
                  </a:lnTo>
                  <a:lnTo>
                    <a:pt x="4853743" y="406515"/>
                  </a:lnTo>
                  <a:lnTo>
                    <a:pt x="4853837" y="406515"/>
                  </a:lnTo>
                  <a:lnTo>
                    <a:pt x="4853931" y="406515"/>
                  </a:lnTo>
                  <a:lnTo>
                    <a:pt x="4854025" y="406515"/>
                  </a:lnTo>
                  <a:lnTo>
                    <a:pt x="4854119" y="406515"/>
                  </a:lnTo>
                  <a:lnTo>
                    <a:pt x="4854213" y="406515"/>
                  </a:lnTo>
                  <a:lnTo>
                    <a:pt x="4854307" y="406515"/>
                  </a:lnTo>
                  <a:lnTo>
                    <a:pt x="4854401" y="406515"/>
                  </a:lnTo>
                  <a:lnTo>
                    <a:pt x="4854495" y="406515"/>
                  </a:lnTo>
                  <a:lnTo>
                    <a:pt x="4854589" y="406515"/>
                  </a:lnTo>
                  <a:lnTo>
                    <a:pt x="4854683" y="406515"/>
                  </a:lnTo>
                  <a:lnTo>
                    <a:pt x="4854777" y="406515"/>
                  </a:lnTo>
                  <a:lnTo>
                    <a:pt x="4854871" y="406515"/>
                  </a:lnTo>
                  <a:lnTo>
                    <a:pt x="4854965" y="406515"/>
                  </a:lnTo>
                  <a:lnTo>
                    <a:pt x="4855059" y="406515"/>
                  </a:lnTo>
                  <a:lnTo>
                    <a:pt x="4855153" y="406515"/>
                  </a:lnTo>
                  <a:lnTo>
                    <a:pt x="4855247" y="406515"/>
                  </a:lnTo>
                  <a:lnTo>
                    <a:pt x="4855341" y="406515"/>
                  </a:lnTo>
                  <a:lnTo>
                    <a:pt x="4855435" y="406515"/>
                  </a:lnTo>
                  <a:lnTo>
                    <a:pt x="4855530" y="406515"/>
                  </a:lnTo>
                  <a:lnTo>
                    <a:pt x="4855624" y="406515"/>
                  </a:lnTo>
                  <a:lnTo>
                    <a:pt x="4855718" y="406515"/>
                  </a:lnTo>
                  <a:lnTo>
                    <a:pt x="4855812" y="406515"/>
                  </a:lnTo>
                  <a:lnTo>
                    <a:pt x="4855906" y="406515"/>
                  </a:lnTo>
                  <a:lnTo>
                    <a:pt x="4855906" y="401236"/>
                  </a:lnTo>
                  <a:lnTo>
                    <a:pt x="4856000" y="401236"/>
                  </a:lnTo>
                  <a:lnTo>
                    <a:pt x="4856094" y="401236"/>
                  </a:lnTo>
                  <a:lnTo>
                    <a:pt x="4856188" y="401236"/>
                  </a:lnTo>
                  <a:lnTo>
                    <a:pt x="4856282" y="401236"/>
                  </a:lnTo>
                  <a:lnTo>
                    <a:pt x="4856376" y="401236"/>
                  </a:lnTo>
                  <a:lnTo>
                    <a:pt x="4856470" y="401236"/>
                  </a:lnTo>
                  <a:lnTo>
                    <a:pt x="4856564" y="401236"/>
                  </a:lnTo>
                  <a:lnTo>
                    <a:pt x="4856658" y="401236"/>
                  </a:lnTo>
                  <a:lnTo>
                    <a:pt x="4856752" y="401236"/>
                  </a:lnTo>
                  <a:lnTo>
                    <a:pt x="4856846" y="401236"/>
                  </a:lnTo>
                  <a:lnTo>
                    <a:pt x="4856940" y="401236"/>
                  </a:lnTo>
                  <a:lnTo>
                    <a:pt x="4857034" y="401236"/>
                  </a:lnTo>
                  <a:lnTo>
                    <a:pt x="4857128" y="401236"/>
                  </a:lnTo>
                  <a:lnTo>
                    <a:pt x="4857222" y="401236"/>
                  </a:lnTo>
                  <a:lnTo>
                    <a:pt x="4857316" y="401236"/>
                  </a:lnTo>
                  <a:lnTo>
                    <a:pt x="4857410" y="401236"/>
                  </a:lnTo>
                  <a:lnTo>
                    <a:pt x="4857504" y="401236"/>
                  </a:lnTo>
                  <a:lnTo>
                    <a:pt x="4857598" y="401236"/>
                  </a:lnTo>
                  <a:lnTo>
                    <a:pt x="4857692" y="401236"/>
                  </a:lnTo>
                  <a:lnTo>
                    <a:pt x="4857786" y="401236"/>
                  </a:lnTo>
                  <a:lnTo>
                    <a:pt x="4857880" y="401236"/>
                  </a:lnTo>
                  <a:lnTo>
                    <a:pt x="4857974" y="401236"/>
                  </a:lnTo>
                  <a:lnTo>
                    <a:pt x="4858068" y="401236"/>
                  </a:lnTo>
                  <a:lnTo>
                    <a:pt x="4858162" y="401236"/>
                  </a:lnTo>
                  <a:lnTo>
                    <a:pt x="4858256" y="401236"/>
                  </a:lnTo>
                  <a:lnTo>
                    <a:pt x="4858350" y="401236"/>
                  </a:lnTo>
                  <a:lnTo>
                    <a:pt x="4858444" y="401236"/>
                  </a:lnTo>
                  <a:lnTo>
                    <a:pt x="4858538" y="401236"/>
                  </a:lnTo>
                  <a:lnTo>
                    <a:pt x="4858632" y="401236"/>
                  </a:lnTo>
                  <a:lnTo>
                    <a:pt x="4858726" y="401236"/>
                  </a:lnTo>
                  <a:lnTo>
                    <a:pt x="4858820" y="401236"/>
                  </a:lnTo>
                  <a:lnTo>
                    <a:pt x="4858914" y="401236"/>
                  </a:lnTo>
                  <a:lnTo>
                    <a:pt x="4859008" y="401236"/>
                  </a:lnTo>
                  <a:lnTo>
                    <a:pt x="4859103" y="401236"/>
                  </a:lnTo>
                  <a:lnTo>
                    <a:pt x="4859197" y="401236"/>
                  </a:lnTo>
                  <a:lnTo>
                    <a:pt x="4859291" y="401236"/>
                  </a:lnTo>
                  <a:lnTo>
                    <a:pt x="4859385" y="401236"/>
                  </a:lnTo>
                  <a:lnTo>
                    <a:pt x="4859479" y="401236"/>
                  </a:lnTo>
                  <a:lnTo>
                    <a:pt x="4859573" y="401236"/>
                  </a:lnTo>
                  <a:lnTo>
                    <a:pt x="4859667" y="401236"/>
                  </a:lnTo>
                  <a:lnTo>
                    <a:pt x="4859761" y="401236"/>
                  </a:lnTo>
                  <a:lnTo>
                    <a:pt x="4859855" y="401236"/>
                  </a:lnTo>
                  <a:lnTo>
                    <a:pt x="4859855" y="395956"/>
                  </a:lnTo>
                  <a:lnTo>
                    <a:pt x="4859949" y="395956"/>
                  </a:lnTo>
                  <a:lnTo>
                    <a:pt x="4860043" y="395956"/>
                  </a:lnTo>
                  <a:lnTo>
                    <a:pt x="4860137" y="395956"/>
                  </a:lnTo>
                  <a:lnTo>
                    <a:pt x="4860231" y="395956"/>
                  </a:lnTo>
                  <a:lnTo>
                    <a:pt x="4860325" y="395956"/>
                  </a:lnTo>
                  <a:lnTo>
                    <a:pt x="4860419" y="395956"/>
                  </a:lnTo>
                  <a:lnTo>
                    <a:pt x="4860513" y="395956"/>
                  </a:lnTo>
                  <a:lnTo>
                    <a:pt x="4860607" y="395956"/>
                  </a:lnTo>
                  <a:lnTo>
                    <a:pt x="4860701" y="395956"/>
                  </a:lnTo>
                  <a:lnTo>
                    <a:pt x="4860795" y="395956"/>
                  </a:lnTo>
                  <a:lnTo>
                    <a:pt x="4860889" y="395956"/>
                  </a:lnTo>
                  <a:lnTo>
                    <a:pt x="4860983" y="395956"/>
                  </a:lnTo>
                  <a:lnTo>
                    <a:pt x="4861077" y="395956"/>
                  </a:lnTo>
                  <a:lnTo>
                    <a:pt x="4861171" y="395956"/>
                  </a:lnTo>
                  <a:lnTo>
                    <a:pt x="4861265" y="395956"/>
                  </a:lnTo>
                  <a:lnTo>
                    <a:pt x="4861359" y="395956"/>
                  </a:lnTo>
                  <a:lnTo>
                    <a:pt x="4861453" y="395956"/>
                  </a:lnTo>
                  <a:lnTo>
                    <a:pt x="4861547" y="395956"/>
                  </a:lnTo>
                  <a:lnTo>
                    <a:pt x="4861641" y="395956"/>
                  </a:lnTo>
                  <a:lnTo>
                    <a:pt x="4861735" y="395956"/>
                  </a:lnTo>
                  <a:lnTo>
                    <a:pt x="4861829" y="395956"/>
                  </a:lnTo>
                  <a:lnTo>
                    <a:pt x="4861923" y="395956"/>
                  </a:lnTo>
                  <a:lnTo>
                    <a:pt x="4862017" y="395956"/>
                  </a:lnTo>
                  <a:lnTo>
                    <a:pt x="4862111" y="395956"/>
                  </a:lnTo>
                  <a:lnTo>
                    <a:pt x="4862205" y="395956"/>
                  </a:lnTo>
                  <a:lnTo>
                    <a:pt x="4862299" y="395956"/>
                  </a:lnTo>
                  <a:lnTo>
                    <a:pt x="4862393" y="395956"/>
                  </a:lnTo>
                  <a:lnTo>
                    <a:pt x="4862487" y="395956"/>
                  </a:lnTo>
                  <a:lnTo>
                    <a:pt x="4862581" y="395956"/>
                  </a:lnTo>
                  <a:lnTo>
                    <a:pt x="4862676" y="395956"/>
                  </a:lnTo>
                  <a:lnTo>
                    <a:pt x="4862770" y="395956"/>
                  </a:lnTo>
                  <a:lnTo>
                    <a:pt x="4862864" y="395956"/>
                  </a:lnTo>
                  <a:lnTo>
                    <a:pt x="4862958" y="395956"/>
                  </a:lnTo>
                  <a:lnTo>
                    <a:pt x="4863052" y="395956"/>
                  </a:lnTo>
                  <a:lnTo>
                    <a:pt x="4863146" y="395956"/>
                  </a:lnTo>
                  <a:lnTo>
                    <a:pt x="4863240" y="395956"/>
                  </a:lnTo>
                  <a:lnTo>
                    <a:pt x="4863334" y="395956"/>
                  </a:lnTo>
                  <a:lnTo>
                    <a:pt x="4863428" y="395956"/>
                  </a:lnTo>
                  <a:lnTo>
                    <a:pt x="4863522" y="395956"/>
                  </a:lnTo>
                  <a:lnTo>
                    <a:pt x="4863616" y="395956"/>
                  </a:lnTo>
                  <a:lnTo>
                    <a:pt x="4863710" y="395956"/>
                  </a:lnTo>
                  <a:lnTo>
                    <a:pt x="4863804" y="395956"/>
                  </a:lnTo>
                  <a:lnTo>
                    <a:pt x="4863898" y="395956"/>
                  </a:lnTo>
                  <a:lnTo>
                    <a:pt x="4863992" y="395956"/>
                  </a:lnTo>
                  <a:lnTo>
                    <a:pt x="4864086" y="395956"/>
                  </a:lnTo>
                  <a:lnTo>
                    <a:pt x="4864180" y="395956"/>
                  </a:lnTo>
                  <a:lnTo>
                    <a:pt x="4864274" y="395956"/>
                  </a:lnTo>
                  <a:lnTo>
                    <a:pt x="4864368" y="395956"/>
                  </a:lnTo>
                  <a:lnTo>
                    <a:pt x="4864462" y="395956"/>
                  </a:lnTo>
                  <a:lnTo>
                    <a:pt x="4864556" y="395956"/>
                  </a:lnTo>
                  <a:lnTo>
                    <a:pt x="4864650" y="395956"/>
                  </a:lnTo>
                  <a:lnTo>
                    <a:pt x="4864744" y="395956"/>
                  </a:lnTo>
                  <a:lnTo>
                    <a:pt x="4864838" y="395956"/>
                  </a:lnTo>
                  <a:lnTo>
                    <a:pt x="4864932" y="395956"/>
                  </a:lnTo>
                  <a:lnTo>
                    <a:pt x="4865026" y="395956"/>
                  </a:lnTo>
                  <a:lnTo>
                    <a:pt x="4865120" y="395956"/>
                  </a:lnTo>
                  <a:lnTo>
                    <a:pt x="4865214" y="395956"/>
                  </a:lnTo>
                  <a:lnTo>
                    <a:pt x="4865308" y="395956"/>
                  </a:lnTo>
                  <a:lnTo>
                    <a:pt x="4865402" y="395956"/>
                  </a:lnTo>
                  <a:lnTo>
                    <a:pt x="4865496" y="395956"/>
                  </a:lnTo>
                  <a:lnTo>
                    <a:pt x="4865590" y="395956"/>
                  </a:lnTo>
                  <a:lnTo>
                    <a:pt x="4865684" y="395956"/>
                  </a:lnTo>
                  <a:lnTo>
                    <a:pt x="4865778" y="395956"/>
                  </a:lnTo>
                  <a:lnTo>
                    <a:pt x="4865872" y="395956"/>
                  </a:lnTo>
                  <a:lnTo>
                    <a:pt x="4865966" y="395956"/>
                  </a:lnTo>
                  <a:lnTo>
                    <a:pt x="4866060" y="395956"/>
                  </a:lnTo>
                  <a:lnTo>
                    <a:pt x="4866155" y="395956"/>
                  </a:lnTo>
                  <a:lnTo>
                    <a:pt x="4866249" y="395956"/>
                  </a:lnTo>
                  <a:lnTo>
                    <a:pt x="4866343" y="395956"/>
                  </a:lnTo>
                  <a:lnTo>
                    <a:pt x="4866437" y="395956"/>
                  </a:lnTo>
                  <a:lnTo>
                    <a:pt x="4866531" y="395956"/>
                  </a:lnTo>
                  <a:lnTo>
                    <a:pt x="4866625" y="395956"/>
                  </a:lnTo>
                  <a:lnTo>
                    <a:pt x="4866719" y="395956"/>
                  </a:lnTo>
                  <a:lnTo>
                    <a:pt x="4866813" y="395956"/>
                  </a:lnTo>
                  <a:lnTo>
                    <a:pt x="4866907" y="395956"/>
                  </a:lnTo>
                  <a:lnTo>
                    <a:pt x="4867001" y="395956"/>
                  </a:lnTo>
                  <a:lnTo>
                    <a:pt x="4867095" y="395956"/>
                  </a:lnTo>
                  <a:lnTo>
                    <a:pt x="4867189" y="395956"/>
                  </a:lnTo>
                  <a:lnTo>
                    <a:pt x="4867283" y="395956"/>
                  </a:lnTo>
                  <a:lnTo>
                    <a:pt x="4867377" y="395956"/>
                  </a:lnTo>
                  <a:lnTo>
                    <a:pt x="4867471" y="395956"/>
                  </a:lnTo>
                  <a:lnTo>
                    <a:pt x="4867565" y="395956"/>
                  </a:lnTo>
                  <a:lnTo>
                    <a:pt x="4867659" y="395956"/>
                  </a:lnTo>
                  <a:lnTo>
                    <a:pt x="4867753" y="395956"/>
                  </a:lnTo>
                  <a:lnTo>
                    <a:pt x="4867847" y="395956"/>
                  </a:lnTo>
                  <a:lnTo>
                    <a:pt x="4867941" y="395956"/>
                  </a:lnTo>
                  <a:lnTo>
                    <a:pt x="4868035" y="395956"/>
                  </a:lnTo>
                  <a:lnTo>
                    <a:pt x="4868129" y="395956"/>
                  </a:lnTo>
                  <a:lnTo>
                    <a:pt x="4868223" y="395956"/>
                  </a:lnTo>
                  <a:lnTo>
                    <a:pt x="4868317" y="395956"/>
                  </a:lnTo>
                  <a:lnTo>
                    <a:pt x="4868411" y="395956"/>
                  </a:lnTo>
                  <a:lnTo>
                    <a:pt x="4868505" y="395956"/>
                  </a:lnTo>
                  <a:lnTo>
                    <a:pt x="4868599" y="395956"/>
                  </a:lnTo>
                  <a:lnTo>
                    <a:pt x="4868693" y="395956"/>
                  </a:lnTo>
                  <a:lnTo>
                    <a:pt x="4868787" y="395956"/>
                  </a:lnTo>
                  <a:lnTo>
                    <a:pt x="4868881" y="395956"/>
                  </a:lnTo>
                  <a:lnTo>
                    <a:pt x="4868975" y="395956"/>
                  </a:lnTo>
                  <a:lnTo>
                    <a:pt x="4869069" y="395956"/>
                  </a:lnTo>
                  <a:lnTo>
                    <a:pt x="4869163" y="395956"/>
                  </a:lnTo>
                  <a:lnTo>
                    <a:pt x="4869257" y="395956"/>
                  </a:lnTo>
                  <a:lnTo>
                    <a:pt x="4869351" y="395956"/>
                  </a:lnTo>
                  <a:lnTo>
                    <a:pt x="4869445" y="395956"/>
                  </a:lnTo>
                  <a:lnTo>
                    <a:pt x="4869539" y="395956"/>
                  </a:lnTo>
                  <a:lnTo>
                    <a:pt x="4869633" y="395956"/>
                  </a:lnTo>
                  <a:lnTo>
                    <a:pt x="4869728" y="395956"/>
                  </a:lnTo>
                  <a:lnTo>
                    <a:pt x="4869822" y="395956"/>
                  </a:lnTo>
                  <a:lnTo>
                    <a:pt x="4869916" y="395956"/>
                  </a:lnTo>
                  <a:lnTo>
                    <a:pt x="4870010" y="395956"/>
                  </a:lnTo>
                  <a:lnTo>
                    <a:pt x="4870104" y="395956"/>
                  </a:lnTo>
                  <a:lnTo>
                    <a:pt x="4870198" y="395956"/>
                  </a:lnTo>
                  <a:lnTo>
                    <a:pt x="4870292" y="395956"/>
                  </a:lnTo>
                  <a:lnTo>
                    <a:pt x="4870386" y="395956"/>
                  </a:lnTo>
                  <a:lnTo>
                    <a:pt x="4870480" y="395956"/>
                  </a:lnTo>
                  <a:lnTo>
                    <a:pt x="4870574" y="395956"/>
                  </a:lnTo>
                  <a:lnTo>
                    <a:pt x="4870668" y="395956"/>
                  </a:lnTo>
                  <a:lnTo>
                    <a:pt x="4870762" y="395956"/>
                  </a:lnTo>
                  <a:lnTo>
                    <a:pt x="4870856" y="395956"/>
                  </a:lnTo>
                  <a:lnTo>
                    <a:pt x="4870950" y="395956"/>
                  </a:lnTo>
                  <a:lnTo>
                    <a:pt x="4871044" y="395956"/>
                  </a:lnTo>
                  <a:lnTo>
                    <a:pt x="4871138" y="395956"/>
                  </a:lnTo>
                  <a:lnTo>
                    <a:pt x="4871232" y="395956"/>
                  </a:lnTo>
                  <a:lnTo>
                    <a:pt x="4871326" y="395956"/>
                  </a:lnTo>
                  <a:lnTo>
                    <a:pt x="4871420" y="395956"/>
                  </a:lnTo>
                  <a:lnTo>
                    <a:pt x="4871514" y="395956"/>
                  </a:lnTo>
                  <a:lnTo>
                    <a:pt x="4871608" y="395956"/>
                  </a:lnTo>
                  <a:lnTo>
                    <a:pt x="4871702" y="395956"/>
                  </a:lnTo>
                  <a:lnTo>
                    <a:pt x="4871796" y="395956"/>
                  </a:lnTo>
                  <a:lnTo>
                    <a:pt x="4871890" y="395956"/>
                  </a:lnTo>
                  <a:lnTo>
                    <a:pt x="4871984" y="395956"/>
                  </a:lnTo>
                  <a:lnTo>
                    <a:pt x="4872078" y="395956"/>
                  </a:lnTo>
                  <a:lnTo>
                    <a:pt x="4872172" y="395956"/>
                  </a:lnTo>
                  <a:lnTo>
                    <a:pt x="4872266" y="395956"/>
                  </a:lnTo>
                  <a:lnTo>
                    <a:pt x="4872360" y="395956"/>
                  </a:lnTo>
                  <a:lnTo>
                    <a:pt x="4872454" y="395956"/>
                  </a:lnTo>
                  <a:lnTo>
                    <a:pt x="4872548" y="395956"/>
                  </a:lnTo>
                  <a:lnTo>
                    <a:pt x="4872642" y="395956"/>
                  </a:lnTo>
                  <a:lnTo>
                    <a:pt x="4872736" y="395956"/>
                  </a:lnTo>
                  <a:lnTo>
                    <a:pt x="4872830" y="395956"/>
                  </a:lnTo>
                  <a:lnTo>
                    <a:pt x="4872924" y="395956"/>
                  </a:lnTo>
                  <a:lnTo>
                    <a:pt x="4873018" y="395956"/>
                  </a:lnTo>
                  <a:lnTo>
                    <a:pt x="4873112" y="395956"/>
                  </a:lnTo>
                  <a:lnTo>
                    <a:pt x="4873206" y="395956"/>
                  </a:lnTo>
                  <a:lnTo>
                    <a:pt x="4873301" y="395956"/>
                  </a:lnTo>
                  <a:lnTo>
                    <a:pt x="4873395" y="395956"/>
                  </a:lnTo>
                  <a:lnTo>
                    <a:pt x="4873489" y="395956"/>
                  </a:lnTo>
                  <a:lnTo>
                    <a:pt x="4873583" y="395956"/>
                  </a:lnTo>
                  <a:lnTo>
                    <a:pt x="4873677" y="395956"/>
                  </a:lnTo>
                  <a:lnTo>
                    <a:pt x="4873771" y="395956"/>
                  </a:lnTo>
                  <a:lnTo>
                    <a:pt x="4873865" y="395956"/>
                  </a:lnTo>
                  <a:lnTo>
                    <a:pt x="4873959" y="395956"/>
                  </a:lnTo>
                  <a:lnTo>
                    <a:pt x="4874053" y="395956"/>
                  </a:lnTo>
                  <a:lnTo>
                    <a:pt x="4874147" y="395956"/>
                  </a:lnTo>
                  <a:lnTo>
                    <a:pt x="4874241" y="395956"/>
                  </a:lnTo>
                  <a:lnTo>
                    <a:pt x="4874335" y="395956"/>
                  </a:lnTo>
                  <a:lnTo>
                    <a:pt x="4874429" y="395956"/>
                  </a:lnTo>
                  <a:lnTo>
                    <a:pt x="4874523" y="395956"/>
                  </a:lnTo>
                  <a:lnTo>
                    <a:pt x="4874617" y="395956"/>
                  </a:lnTo>
                  <a:lnTo>
                    <a:pt x="4874711" y="395956"/>
                  </a:lnTo>
                  <a:lnTo>
                    <a:pt x="4874805" y="395956"/>
                  </a:lnTo>
                  <a:lnTo>
                    <a:pt x="4874899" y="395956"/>
                  </a:lnTo>
                  <a:lnTo>
                    <a:pt x="4874993" y="395956"/>
                  </a:lnTo>
                  <a:lnTo>
                    <a:pt x="4875087" y="395956"/>
                  </a:lnTo>
                  <a:lnTo>
                    <a:pt x="4875181" y="395956"/>
                  </a:lnTo>
                  <a:lnTo>
                    <a:pt x="4875275" y="395956"/>
                  </a:lnTo>
                  <a:lnTo>
                    <a:pt x="4875369" y="395956"/>
                  </a:lnTo>
                  <a:lnTo>
                    <a:pt x="4875463" y="395956"/>
                  </a:lnTo>
                  <a:lnTo>
                    <a:pt x="4875557" y="395956"/>
                  </a:lnTo>
                  <a:lnTo>
                    <a:pt x="4875651" y="395956"/>
                  </a:lnTo>
                  <a:lnTo>
                    <a:pt x="4875745" y="395956"/>
                  </a:lnTo>
                  <a:lnTo>
                    <a:pt x="4875839" y="395956"/>
                  </a:lnTo>
                  <a:lnTo>
                    <a:pt x="4875933" y="395956"/>
                  </a:lnTo>
                  <a:lnTo>
                    <a:pt x="4876027" y="395956"/>
                  </a:lnTo>
                  <a:lnTo>
                    <a:pt x="4876121" y="395956"/>
                  </a:lnTo>
                  <a:lnTo>
                    <a:pt x="4876215" y="395956"/>
                  </a:lnTo>
                  <a:lnTo>
                    <a:pt x="4876309" y="395956"/>
                  </a:lnTo>
                  <a:lnTo>
                    <a:pt x="4876403" y="395956"/>
                  </a:lnTo>
                  <a:lnTo>
                    <a:pt x="4876497" y="395956"/>
                  </a:lnTo>
                  <a:lnTo>
                    <a:pt x="4876591" y="395956"/>
                  </a:lnTo>
                  <a:lnTo>
                    <a:pt x="4876685" y="395956"/>
                  </a:lnTo>
                  <a:lnTo>
                    <a:pt x="4876780" y="395956"/>
                  </a:lnTo>
                  <a:lnTo>
                    <a:pt x="4876874" y="395956"/>
                  </a:lnTo>
                  <a:lnTo>
                    <a:pt x="4876968" y="395956"/>
                  </a:lnTo>
                  <a:lnTo>
                    <a:pt x="4877062" y="395956"/>
                  </a:lnTo>
                  <a:lnTo>
                    <a:pt x="4877156" y="395956"/>
                  </a:lnTo>
                  <a:lnTo>
                    <a:pt x="4877250" y="395956"/>
                  </a:lnTo>
                  <a:lnTo>
                    <a:pt x="4877344" y="395956"/>
                  </a:lnTo>
                  <a:lnTo>
                    <a:pt x="4877438" y="395956"/>
                  </a:lnTo>
                  <a:lnTo>
                    <a:pt x="4877532" y="395956"/>
                  </a:lnTo>
                  <a:lnTo>
                    <a:pt x="4877626" y="395956"/>
                  </a:lnTo>
                  <a:lnTo>
                    <a:pt x="4877720" y="395956"/>
                  </a:lnTo>
                  <a:lnTo>
                    <a:pt x="4877814" y="395956"/>
                  </a:lnTo>
                  <a:lnTo>
                    <a:pt x="4877908" y="395956"/>
                  </a:lnTo>
                  <a:lnTo>
                    <a:pt x="4878002" y="395956"/>
                  </a:lnTo>
                  <a:lnTo>
                    <a:pt x="4878096" y="395956"/>
                  </a:lnTo>
                  <a:lnTo>
                    <a:pt x="4878190" y="395956"/>
                  </a:lnTo>
                  <a:lnTo>
                    <a:pt x="4878284" y="395956"/>
                  </a:lnTo>
                  <a:lnTo>
                    <a:pt x="4878378" y="395956"/>
                  </a:lnTo>
                  <a:lnTo>
                    <a:pt x="4878472" y="395956"/>
                  </a:lnTo>
                  <a:lnTo>
                    <a:pt x="4878566" y="395956"/>
                  </a:lnTo>
                  <a:lnTo>
                    <a:pt x="4878660" y="395956"/>
                  </a:lnTo>
                  <a:lnTo>
                    <a:pt x="4878754" y="395956"/>
                  </a:lnTo>
                  <a:lnTo>
                    <a:pt x="4878848" y="395956"/>
                  </a:lnTo>
                  <a:lnTo>
                    <a:pt x="4878942" y="395956"/>
                  </a:lnTo>
                  <a:lnTo>
                    <a:pt x="4879036" y="395956"/>
                  </a:lnTo>
                  <a:lnTo>
                    <a:pt x="4879130" y="395956"/>
                  </a:lnTo>
                  <a:lnTo>
                    <a:pt x="4879224" y="395956"/>
                  </a:lnTo>
                  <a:lnTo>
                    <a:pt x="4879318" y="395956"/>
                  </a:lnTo>
                  <a:lnTo>
                    <a:pt x="4879412" y="395956"/>
                  </a:lnTo>
                  <a:lnTo>
                    <a:pt x="4879506" y="395956"/>
                  </a:lnTo>
                  <a:lnTo>
                    <a:pt x="4879600" y="395956"/>
                  </a:lnTo>
                  <a:lnTo>
                    <a:pt x="4879694" y="395956"/>
                  </a:lnTo>
                  <a:lnTo>
                    <a:pt x="4879788" y="395956"/>
                  </a:lnTo>
                  <a:lnTo>
                    <a:pt x="4879882" y="395956"/>
                  </a:lnTo>
                  <a:lnTo>
                    <a:pt x="4879976" y="395956"/>
                  </a:lnTo>
                  <a:lnTo>
                    <a:pt x="4880070" y="395956"/>
                  </a:lnTo>
                  <a:lnTo>
                    <a:pt x="4880164" y="395956"/>
                  </a:lnTo>
                  <a:lnTo>
                    <a:pt x="4880258" y="395956"/>
                  </a:lnTo>
                  <a:lnTo>
                    <a:pt x="4880353" y="395956"/>
                  </a:lnTo>
                  <a:lnTo>
                    <a:pt x="4880447" y="395956"/>
                  </a:lnTo>
                  <a:lnTo>
                    <a:pt x="4880541" y="395956"/>
                  </a:lnTo>
                  <a:lnTo>
                    <a:pt x="4880635" y="395956"/>
                  </a:lnTo>
                  <a:lnTo>
                    <a:pt x="4880729" y="395956"/>
                  </a:lnTo>
                  <a:lnTo>
                    <a:pt x="4880823" y="395956"/>
                  </a:lnTo>
                  <a:lnTo>
                    <a:pt x="4880917" y="395956"/>
                  </a:lnTo>
                  <a:lnTo>
                    <a:pt x="4881011" y="395956"/>
                  </a:lnTo>
                  <a:lnTo>
                    <a:pt x="4881105" y="395956"/>
                  </a:lnTo>
                  <a:lnTo>
                    <a:pt x="4881199" y="395956"/>
                  </a:lnTo>
                  <a:lnTo>
                    <a:pt x="4881293" y="395956"/>
                  </a:lnTo>
                  <a:lnTo>
                    <a:pt x="4881387" y="395956"/>
                  </a:lnTo>
                  <a:lnTo>
                    <a:pt x="4881481" y="395956"/>
                  </a:lnTo>
                  <a:lnTo>
                    <a:pt x="4881575" y="395956"/>
                  </a:lnTo>
                  <a:lnTo>
                    <a:pt x="4881669" y="395956"/>
                  </a:lnTo>
                  <a:lnTo>
                    <a:pt x="4881763" y="395956"/>
                  </a:lnTo>
                  <a:lnTo>
                    <a:pt x="4881857" y="395956"/>
                  </a:lnTo>
                  <a:lnTo>
                    <a:pt x="4881951" y="395956"/>
                  </a:lnTo>
                  <a:lnTo>
                    <a:pt x="4882045" y="395956"/>
                  </a:lnTo>
                  <a:lnTo>
                    <a:pt x="4882139" y="395956"/>
                  </a:lnTo>
                  <a:lnTo>
                    <a:pt x="4882233" y="395956"/>
                  </a:lnTo>
                  <a:lnTo>
                    <a:pt x="4882327" y="395956"/>
                  </a:lnTo>
                  <a:lnTo>
                    <a:pt x="4882421" y="395956"/>
                  </a:lnTo>
                  <a:lnTo>
                    <a:pt x="4882515" y="395956"/>
                  </a:lnTo>
                  <a:lnTo>
                    <a:pt x="4882609" y="395956"/>
                  </a:lnTo>
                  <a:lnTo>
                    <a:pt x="4882703" y="395956"/>
                  </a:lnTo>
                  <a:lnTo>
                    <a:pt x="4882797" y="395956"/>
                  </a:lnTo>
                  <a:lnTo>
                    <a:pt x="4882891" y="395956"/>
                  </a:lnTo>
                  <a:lnTo>
                    <a:pt x="4882985" y="395956"/>
                  </a:lnTo>
                  <a:lnTo>
                    <a:pt x="4883079" y="395956"/>
                  </a:lnTo>
                  <a:lnTo>
                    <a:pt x="4883173" y="395956"/>
                  </a:lnTo>
                  <a:lnTo>
                    <a:pt x="4883267" y="395956"/>
                  </a:lnTo>
                  <a:lnTo>
                    <a:pt x="4883361" y="395956"/>
                  </a:lnTo>
                  <a:lnTo>
                    <a:pt x="4883455" y="395956"/>
                  </a:lnTo>
                  <a:lnTo>
                    <a:pt x="4883549" y="395956"/>
                  </a:lnTo>
                  <a:lnTo>
                    <a:pt x="4883643" y="395956"/>
                  </a:lnTo>
                  <a:lnTo>
                    <a:pt x="4883737" y="395956"/>
                  </a:lnTo>
                  <a:lnTo>
                    <a:pt x="4883831" y="395956"/>
                  </a:lnTo>
                  <a:lnTo>
                    <a:pt x="4883926" y="395956"/>
                  </a:lnTo>
                  <a:lnTo>
                    <a:pt x="4884020" y="395956"/>
                  </a:lnTo>
                  <a:lnTo>
                    <a:pt x="4884114" y="395956"/>
                  </a:lnTo>
                  <a:lnTo>
                    <a:pt x="4884208" y="395956"/>
                  </a:lnTo>
                  <a:lnTo>
                    <a:pt x="4884302" y="395956"/>
                  </a:lnTo>
                  <a:lnTo>
                    <a:pt x="4884396" y="395956"/>
                  </a:lnTo>
                  <a:lnTo>
                    <a:pt x="4884490" y="395956"/>
                  </a:lnTo>
                  <a:lnTo>
                    <a:pt x="4884584" y="395956"/>
                  </a:lnTo>
                  <a:lnTo>
                    <a:pt x="4884678" y="395956"/>
                  </a:lnTo>
                  <a:lnTo>
                    <a:pt x="4884772" y="395956"/>
                  </a:lnTo>
                  <a:lnTo>
                    <a:pt x="4884866" y="395956"/>
                  </a:lnTo>
                  <a:lnTo>
                    <a:pt x="4884960" y="395956"/>
                  </a:lnTo>
                  <a:lnTo>
                    <a:pt x="4885054" y="395956"/>
                  </a:lnTo>
                  <a:lnTo>
                    <a:pt x="4885148" y="395956"/>
                  </a:lnTo>
                  <a:lnTo>
                    <a:pt x="4885242" y="395956"/>
                  </a:lnTo>
                  <a:lnTo>
                    <a:pt x="4885336" y="395956"/>
                  </a:lnTo>
                  <a:lnTo>
                    <a:pt x="4885430" y="395956"/>
                  </a:lnTo>
                  <a:lnTo>
                    <a:pt x="4885524" y="395956"/>
                  </a:lnTo>
                  <a:lnTo>
                    <a:pt x="4885618" y="395956"/>
                  </a:lnTo>
                  <a:lnTo>
                    <a:pt x="4885712" y="395956"/>
                  </a:lnTo>
                  <a:lnTo>
                    <a:pt x="4885806" y="395956"/>
                  </a:lnTo>
                  <a:lnTo>
                    <a:pt x="4885900" y="395956"/>
                  </a:lnTo>
                  <a:lnTo>
                    <a:pt x="4885994" y="395956"/>
                  </a:lnTo>
                  <a:lnTo>
                    <a:pt x="4886088" y="395956"/>
                  </a:lnTo>
                  <a:lnTo>
                    <a:pt x="4886182" y="395956"/>
                  </a:lnTo>
                  <a:lnTo>
                    <a:pt x="4886276" y="395956"/>
                  </a:lnTo>
                  <a:lnTo>
                    <a:pt x="4886370" y="395956"/>
                  </a:lnTo>
                  <a:lnTo>
                    <a:pt x="4886464" y="395956"/>
                  </a:lnTo>
                  <a:lnTo>
                    <a:pt x="4886558" y="395956"/>
                  </a:lnTo>
                  <a:lnTo>
                    <a:pt x="4886652" y="395956"/>
                  </a:lnTo>
                  <a:lnTo>
                    <a:pt x="4886746" y="395956"/>
                  </a:lnTo>
                  <a:lnTo>
                    <a:pt x="4886840" y="395956"/>
                  </a:lnTo>
                  <a:lnTo>
                    <a:pt x="4886934" y="395956"/>
                  </a:lnTo>
                  <a:lnTo>
                    <a:pt x="4887028" y="395956"/>
                  </a:lnTo>
                  <a:lnTo>
                    <a:pt x="4887122" y="395956"/>
                  </a:lnTo>
                  <a:lnTo>
                    <a:pt x="4887216" y="395956"/>
                  </a:lnTo>
                  <a:lnTo>
                    <a:pt x="4887310" y="395956"/>
                  </a:lnTo>
                  <a:lnTo>
                    <a:pt x="4887404" y="395956"/>
                  </a:lnTo>
                  <a:lnTo>
                    <a:pt x="4887499" y="395956"/>
                  </a:lnTo>
                  <a:lnTo>
                    <a:pt x="4887593" y="395956"/>
                  </a:lnTo>
                  <a:lnTo>
                    <a:pt x="4887687" y="395956"/>
                  </a:lnTo>
                  <a:lnTo>
                    <a:pt x="4887781" y="395956"/>
                  </a:lnTo>
                  <a:lnTo>
                    <a:pt x="4887875" y="395956"/>
                  </a:lnTo>
                  <a:lnTo>
                    <a:pt x="4887969" y="395956"/>
                  </a:lnTo>
                  <a:lnTo>
                    <a:pt x="4888063" y="395956"/>
                  </a:lnTo>
                  <a:lnTo>
                    <a:pt x="4888157" y="395956"/>
                  </a:lnTo>
                  <a:lnTo>
                    <a:pt x="4888251" y="395956"/>
                  </a:lnTo>
                  <a:lnTo>
                    <a:pt x="4888345" y="395956"/>
                  </a:lnTo>
                  <a:lnTo>
                    <a:pt x="4888439" y="395956"/>
                  </a:lnTo>
                  <a:lnTo>
                    <a:pt x="4888533" y="395956"/>
                  </a:lnTo>
                  <a:lnTo>
                    <a:pt x="4888627" y="395956"/>
                  </a:lnTo>
                  <a:lnTo>
                    <a:pt x="4888721" y="395956"/>
                  </a:lnTo>
                  <a:lnTo>
                    <a:pt x="4888815" y="395956"/>
                  </a:lnTo>
                  <a:lnTo>
                    <a:pt x="4888909" y="395956"/>
                  </a:lnTo>
                  <a:lnTo>
                    <a:pt x="4889003" y="395956"/>
                  </a:lnTo>
                  <a:lnTo>
                    <a:pt x="4889097" y="395956"/>
                  </a:lnTo>
                  <a:lnTo>
                    <a:pt x="4889191" y="395956"/>
                  </a:lnTo>
                  <a:lnTo>
                    <a:pt x="4889285" y="395956"/>
                  </a:lnTo>
                  <a:lnTo>
                    <a:pt x="4889379" y="395956"/>
                  </a:lnTo>
                  <a:lnTo>
                    <a:pt x="4889473" y="395956"/>
                  </a:lnTo>
                  <a:lnTo>
                    <a:pt x="4889567" y="395956"/>
                  </a:lnTo>
                  <a:lnTo>
                    <a:pt x="4889661" y="395956"/>
                  </a:lnTo>
                  <a:lnTo>
                    <a:pt x="4889755" y="395956"/>
                  </a:lnTo>
                  <a:lnTo>
                    <a:pt x="4889849" y="395956"/>
                  </a:lnTo>
                  <a:lnTo>
                    <a:pt x="4889943" y="395956"/>
                  </a:lnTo>
                  <a:lnTo>
                    <a:pt x="4890037" y="395956"/>
                  </a:lnTo>
                  <a:lnTo>
                    <a:pt x="4890131" y="395956"/>
                  </a:lnTo>
                  <a:lnTo>
                    <a:pt x="4890225" y="395956"/>
                  </a:lnTo>
                  <a:lnTo>
                    <a:pt x="4890319" y="395956"/>
                  </a:lnTo>
                  <a:lnTo>
                    <a:pt x="4890413" y="395956"/>
                  </a:lnTo>
                  <a:lnTo>
                    <a:pt x="4890507" y="395956"/>
                  </a:lnTo>
                  <a:lnTo>
                    <a:pt x="4890601" y="395956"/>
                  </a:lnTo>
                  <a:lnTo>
                    <a:pt x="4890695" y="395956"/>
                  </a:lnTo>
                  <a:lnTo>
                    <a:pt x="4890789" y="395956"/>
                  </a:lnTo>
                  <a:lnTo>
                    <a:pt x="4890883" y="395956"/>
                  </a:lnTo>
                  <a:lnTo>
                    <a:pt x="4890978" y="395956"/>
                  </a:lnTo>
                  <a:lnTo>
                    <a:pt x="4891072" y="395956"/>
                  </a:lnTo>
                  <a:lnTo>
                    <a:pt x="4891166" y="395956"/>
                  </a:lnTo>
                  <a:lnTo>
                    <a:pt x="4891260" y="395956"/>
                  </a:lnTo>
                  <a:lnTo>
                    <a:pt x="4891354" y="395956"/>
                  </a:lnTo>
                  <a:lnTo>
                    <a:pt x="4891448" y="395956"/>
                  </a:lnTo>
                  <a:lnTo>
                    <a:pt x="4891542" y="395956"/>
                  </a:lnTo>
                  <a:lnTo>
                    <a:pt x="4891636" y="395956"/>
                  </a:lnTo>
                  <a:lnTo>
                    <a:pt x="4891730" y="395956"/>
                  </a:lnTo>
                  <a:lnTo>
                    <a:pt x="4891824" y="395956"/>
                  </a:lnTo>
                  <a:lnTo>
                    <a:pt x="4891918" y="395956"/>
                  </a:lnTo>
                  <a:lnTo>
                    <a:pt x="4892012" y="395956"/>
                  </a:lnTo>
                  <a:lnTo>
                    <a:pt x="4892106" y="395956"/>
                  </a:lnTo>
                  <a:lnTo>
                    <a:pt x="4892200" y="395956"/>
                  </a:lnTo>
                  <a:lnTo>
                    <a:pt x="4892294" y="395956"/>
                  </a:lnTo>
                  <a:lnTo>
                    <a:pt x="4892388" y="395956"/>
                  </a:lnTo>
                  <a:lnTo>
                    <a:pt x="4892482" y="395956"/>
                  </a:lnTo>
                  <a:lnTo>
                    <a:pt x="4892576" y="395956"/>
                  </a:lnTo>
                  <a:lnTo>
                    <a:pt x="4892670" y="395956"/>
                  </a:lnTo>
                  <a:lnTo>
                    <a:pt x="4892764" y="395956"/>
                  </a:lnTo>
                  <a:lnTo>
                    <a:pt x="4892858" y="395956"/>
                  </a:lnTo>
                  <a:lnTo>
                    <a:pt x="4892952" y="395956"/>
                  </a:lnTo>
                  <a:lnTo>
                    <a:pt x="4893046" y="395956"/>
                  </a:lnTo>
                  <a:lnTo>
                    <a:pt x="4893140" y="395956"/>
                  </a:lnTo>
                  <a:lnTo>
                    <a:pt x="4893234" y="395956"/>
                  </a:lnTo>
                  <a:lnTo>
                    <a:pt x="4893328" y="395956"/>
                  </a:lnTo>
                  <a:lnTo>
                    <a:pt x="4893422" y="395956"/>
                  </a:lnTo>
                  <a:lnTo>
                    <a:pt x="4893516" y="395956"/>
                  </a:lnTo>
                  <a:lnTo>
                    <a:pt x="4893610" y="395956"/>
                  </a:lnTo>
                  <a:lnTo>
                    <a:pt x="4893704" y="395956"/>
                  </a:lnTo>
                  <a:lnTo>
                    <a:pt x="4893798" y="395956"/>
                  </a:lnTo>
                  <a:lnTo>
                    <a:pt x="4893892" y="395956"/>
                  </a:lnTo>
                  <a:lnTo>
                    <a:pt x="4893986" y="395956"/>
                  </a:lnTo>
                  <a:lnTo>
                    <a:pt x="4894080" y="395956"/>
                  </a:lnTo>
                  <a:lnTo>
                    <a:pt x="4894174" y="395956"/>
                  </a:lnTo>
                  <a:lnTo>
                    <a:pt x="4894268" y="395956"/>
                  </a:lnTo>
                  <a:lnTo>
                    <a:pt x="4894362" y="395956"/>
                  </a:lnTo>
                  <a:lnTo>
                    <a:pt x="4894456" y="395956"/>
                  </a:lnTo>
                  <a:lnTo>
                    <a:pt x="4894551" y="395956"/>
                  </a:lnTo>
                  <a:lnTo>
                    <a:pt x="4894645" y="395956"/>
                  </a:lnTo>
                  <a:lnTo>
                    <a:pt x="4894739" y="395956"/>
                  </a:lnTo>
                  <a:lnTo>
                    <a:pt x="4894833" y="395956"/>
                  </a:lnTo>
                  <a:lnTo>
                    <a:pt x="4894927" y="395956"/>
                  </a:lnTo>
                  <a:lnTo>
                    <a:pt x="4895021" y="395956"/>
                  </a:lnTo>
                  <a:lnTo>
                    <a:pt x="4895115" y="395956"/>
                  </a:lnTo>
                  <a:lnTo>
                    <a:pt x="4895209" y="395956"/>
                  </a:lnTo>
                  <a:lnTo>
                    <a:pt x="4895303" y="395956"/>
                  </a:lnTo>
                  <a:lnTo>
                    <a:pt x="4895397" y="395956"/>
                  </a:lnTo>
                  <a:lnTo>
                    <a:pt x="4895491" y="395956"/>
                  </a:lnTo>
                  <a:lnTo>
                    <a:pt x="4895585" y="395956"/>
                  </a:lnTo>
                  <a:lnTo>
                    <a:pt x="4895679" y="395956"/>
                  </a:lnTo>
                  <a:lnTo>
                    <a:pt x="4895773" y="395956"/>
                  </a:lnTo>
                  <a:lnTo>
                    <a:pt x="4895867" y="395956"/>
                  </a:lnTo>
                  <a:lnTo>
                    <a:pt x="4895961" y="395956"/>
                  </a:lnTo>
                  <a:lnTo>
                    <a:pt x="4896055" y="395956"/>
                  </a:lnTo>
                  <a:lnTo>
                    <a:pt x="4896149" y="395956"/>
                  </a:lnTo>
                  <a:lnTo>
                    <a:pt x="4896243" y="395956"/>
                  </a:lnTo>
                  <a:lnTo>
                    <a:pt x="4896337" y="395956"/>
                  </a:lnTo>
                  <a:lnTo>
                    <a:pt x="4896431" y="395956"/>
                  </a:lnTo>
                  <a:lnTo>
                    <a:pt x="4896525" y="395956"/>
                  </a:lnTo>
                  <a:lnTo>
                    <a:pt x="4896619" y="395956"/>
                  </a:lnTo>
                  <a:lnTo>
                    <a:pt x="4896713" y="395956"/>
                  </a:lnTo>
                  <a:lnTo>
                    <a:pt x="4896807" y="395956"/>
                  </a:lnTo>
                  <a:lnTo>
                    <a:pt x="4896901" y="395956"/>
                  </a:lnTo>
                  <a:lnTo>
                    <a:pt x="4896995" y="395956"/>
                  </a:lnTo>
                  <a:lnTo>
                    <a:pt x="4897089" y="395956"/>
                  </a:lnTo>
                  <a:lnTo>
                    <a:pt x="4897183" y="395956"/>
                  </a:lnTo>
                  <a:lnTo>
                    <a:pt x="4897277" y="395956"/>
                  </a:lnTo>
                  <a:lnTo>
                    <a:pt x="4897371" y="395956"/>
                  </a:lnTo>
                  <a:lnTo>
                    <a:pt x="4897465" y="395956"/>
                  </a:lnTo>
                  <a:lnTo>
                    <a:pt x="4897559" y="395956"/>
                  </a:lnTo>
                  <a:lnTo>
                    <a:pt x="4897653" y="395956"/>
                  </a:lnTo>
                  <a:lnTo>
                    <a:pt x="4897747" y="395956"/>
                  </a:lnTo>
                  <a:lnTo>
                    <a:pt x="4897841" y="395956"/>
                  </a:lnTo>
                  <a:lnTo>
                    <a:pt x="4897935" y="395956"/>
                  </a:lnTo>
                  <a:lnTo>
                    <a:pt x="4898029" y="395956"/>
                  </a:lnTo>
                  <a:lnTo>
                    <a:pt x="4898124" y="395956"/>
                  </a:lnTo>
                  <a:lnTo>
                    <a:pt x="4898218" y="395956"/>
                  </a:lnTo>
                  <a:lnTo>
                    <a:pt x="4898312" y="395956"/>
                  </a:lnTo>
                  <a:lnTo>
                    <a:pt x="4898406" y="395956"/>
                  </a:lnTo>
                  <a:lnTo>
                    <a:pt x="4898500" y="395956"/>
                  </a:lnTo>
                  <a:lnTo>
                    <a:pt x="4898594" y="395956"/>
                  </a:lnTo>
                  <a:lnTo>
                    <a:pt x="4898688" y="395956"/>
                  </a:lnTo>
                  <a:lnTo>
                    <a:pt x="4898782" y="395956"/>
                  </a:lnTo>
                  <a:lnTo>
                    <a:pt x="4898876" y="395956"/>
                  </a:lnTo>
                  <a:lnTo>
                    <a:pt x="4898970" y="395956"/>
                  </a:lnTo>
                  <a:lnTo>
                    <a:pt x="4899064" y="395956"/>
                  </a:lnTo>
                  <a:lnTo>
                    <a:pt x="4899158" y="395956"/>
                  </a:lnTo>
                  <a:lnTo>
                    <a:pt x="4899252" y="395956"/>
                  </a:lnTo>
                  <a:lnTo>
                    <a:pt x="4899346" y="395956"/>
                  </a:lnTo>
                  <a:lnTo>
                    <a:pt x="4899440" y="395956"/>
                  </a:lnTo>
                  <a:lnTo>
                    <a:pt x="4899534" y="395956"/>
                  </a:lnTo>
                  <a:lnTo>
                    <a:pt x="4899628" y="395956"/>
                  </a:lnTo>
                  <a:lnTo>
                    <a:pt x="4899722" y="395956"/>
                  </a:lnTo>
                  <a:lnTo>
                    <a:pt x="4899816" y="395956"/>
                  </a:lnTo>
                  <a:lnTo>
                    <a:pt x="4899910" y="395956"/>
                  </a:lnTo>
                  <a:lnTo>
                    <a:pt x="4900004" y="395956"/>
                  </a:lnTo>
                  <a:lnTo>
                    <a:pt x="4900098" y="395956"/>
                  </a:lnTo>
                  <a:lnTo>
                    <a:pt x="4900192" y="395956"/>
                  </a:lnTo>
                  <a:lnTo>
                    <a:pt x="4900286" y="395956"/>
                  </a:lnTo>
                  <a:lnTo>
                    <a:pt x="4900380" y="395956"/>
                  </a:lnTo>
                  <a:lnTo>
                    <a:pt x="4900474" y="395956"/>
                  </a:lnTo>
                  <a:lnTo>
                    <a:pt x="4900568" y="395956"/>
                  </a:lnTo>
                  <a:lnTo>
                    <a:pt x="4900662" y="395956"/>
                  </a:lnTo>
                  <a:lnTo>
                    <a:pt x="4900756" y="395956"/>
                  </a:lnTo>
                  <a:lnTo>
                    <a:pt x="4900850" y="395956"/>
                  </a:lnTo>
                  <a:lnTo>
                    <a:pt x="4900944" y="395956"/>
                  </a:lnTo>
                  <a:lnTo>
                    <a:pt x="4901038" y="395956"/>
                  </a:lnTo>
                  <a:lnTo>
                    <a:pt x="4901132" y="395956"/>
                  </a:lnTo>
                  <a:lnTo>
                    <a:pt x="4901226" y="395956"/>
                  </a:lnTo>
                  <a:lnTo>
                    <a:pt x="4901320" y="395956"/>
                  </a:lnTo>
                  <a:lnTo>
                    <a:pt x="4901414" y="395956"/>
                  </a:lnTo>
                  <a:lnTo>
                    <a:pt x="4901508" y="395956"/>
                  </a:lnTo>
                  <a:lnTo>
                    <a:pt x="4901603" y="395956"/>
                  </a:lnTo>
                  <a:lnTo>
                    <a:pt x="4901697" y="395956"/>
                  </a:lnTo>
                  <a:lnTo>
                    <a:pt x="4901791" y="395956"/>
                  </a:lnTo>
                  <a:lnTo>
                    <a:pt x="4901885" y="395956"/>
                  </a:lnTo>
                  <a:lnTo>
                    <a:pt x="4901979" y="395956"/>
                  </a:lnTo>
                  <a:lnTo>
                    <a:pt x="4902073" y="395956"/>
                  </a:lnTo>
                  <a:lnTo>
                    <a:pt x="4902167" y="395956"/>
                  </a:lnTo>
                  <a:lnTo>
                    <a:pt x="4902261" y="395956"/>
                  </a:lnTo>
                  <a:lnTo>
                    <a:pt x="4902355" y="395956"/>
                  </a:lnTo>
                  <a:lnTo>
                    <a:pt x="4902449" y="395956"/>
                  </a:lnTo>
                  <a:lnTo>
                    <a:pt x="4902543" y="395956"/>
                  </a:lnTo>
                  <a:lnTo>
                    <a:pt x="4902637" y="395956"/>
                  </a:lnTo>
                  <a:lnTo>
                    <a:pt x="4902731" y="395956"/>
                  </a:lnTo>
                  <a:lnTo>
                    <a:pt x="4902825" y="395956"/>
                  </a:lnTo>
                  <a:lnTo>
                    <a:pt x="4902919" y="395956"/>
                  </a:lnTo>
                  <a:lnTo>
                    <a:pt x="4903013" y="395956"/>
                  </a:lnTo>
                  <a:lnTo>
                    <a:pt x="4903107" y="395956"/>
                  </a:lnTo>
                  <a:lnTo>
                    <a:pt x="4903201" y="395956"/>
                  </a:lnTo>
                  <a:lnTo>
                    <a:pt x="4903295" y="395956"/>
                  </a:lnTo>
                  <a:lnTo>
                    <a:pt x="4903389" y="395956"/>
                  </a:lnTo>
                  <a:lnTo>
                    <a:pt x="4903483" y="395956"/>
                  </a:lnTo>
                  <a:lnTo>
                    <a:pt x="4903577" y="395956"/>
                  </a:lnTo>
                  <a:lnTo>
                    <a:pt x="4903671" y="395956"/>
                  </a:lnTo>
                  <a:lnTo>
                    <a:pt x="4903765" y="395956"/>
                  </a:lnTo>
                  <a:lnTo>
                    <a:pt x="4903859" y="395956"/>
                  </a:lnTo>
                  <a:lnTo>
                    <a:pt x="4903953" y="395956"/>
                  </a:lnTo>
                  <a:lnTo>
                    <a:pt x="4904047" y="395956"/>
                  </a:lnTo>
                  <a:lnTo>
                    <a:pt x="4904141" y="395956"/>
                  </a:lnTo>
                  <a:lnTo>
                    <a:pt x="4904235" y="395956"/>
                  </a:lnTo>
                  <a:lnTo>
                    <a:pt x="4904329" y="395956"/>
                  </a:lnTo>
                  <a:lnTo>
                    <a:pt x="4904423" y="395956"/>
                  </a:lnTo>
                  <a:lnTo>
                    <a:pt x="4904517" y="395956"/>
                  </a:lnTo>
                  <a:lnTo>
                    <a:pt x="4904611" y="395956"/>
                  </a:lnTo>
                  <a:lnTo>
                    <a:pt x="4904705" y="395956"/>
                  </a:lnTo>
                  <a:lnTo>
                    <a:pt x="4904799" y="395956"/>
                  </a:lnTo>
                  <a:lnTo>
                    <a:pt x="4904893" y="395956"/>
                  </a:lnTo>
                  <a:lnTo>
                    <a:pt x="4904987" y="395956"/>
                  </a:lnTo>
                  <a:lnTo>
                    <a:pt x="4905081" y="395956"/>
                  </a:lnTo>
                  <a:lnTo>
                    <a:pt x="4905176" y="395956"/>
                  </a:lnTo>
                  <a:lnTo>
                    <a:pt x="4905270" y="395956"/>
                  </a:lnTo>
                  <a:lnTo>
                    <a:pt x="4905364" y="395956"/>
                  </a:lnTo>
                  <a:lnTo>
                    <a:pt x="4905458" y="395956"/>
                  </a:lnTo>
                  <a:lnTo>
                    <a:pt x="4905552" y="395956"/>
                  </a:lnTo>
                  <a:lnTo>
                    <a:pt x="4905646" y="395956"/>
                  </a:lnTo>
                  <a:lnTo>
                    <a:pt x="4905740" y="395956"/>
                  </a:lnTo>
                  <a:lnTo>
                    <a:pt x="4905834" y="395956"/>
                  </a:lnTo>
                  <a:lnTo>
                    <a:pt x="4905928" y="395956"/>
                  </a:lnTo>
                  <a:lnTo>
                    <a:pt x="4906022" y="395956"/>
                  </a:lnTo>
                  <a:lnTo>
                    <a:pt x="4906116" y="395956"/>
                  </a:lnTo>
                  <a:lnTo>
                    <a:pt x="4906210" y="395956"/>
                  </a:lnTo>
                  <a:lnTo>
                    <a:pt x="4906304" y="395956"/>
                  </a:lnTo>
                  <a:lnTo>
                    <a:pt x="4906398" y="395956"/>
                  </a:lnTo>
                  <a:lnTo>
                    <a:pt x="4906492" y="395956"/>
                  </a:lnTo>
                  <a:lnTo>
                    <a:pt x="4906586" y="395956"/>
                  </a:lnTo>
                  <a:lnTo>
                    <a:pt x="4906680" y="395956"/>
                  </a:lnTo>
                  <a:lnTo>
                    <a:pt x="4906774" y="395956"/>
                  </a:lnTo>
                  <a:lnTo>
                    <a:pt x="4906868" y="395956"/>
                  </a:lnTo>
                  <a:lnTo>
                    <a:pt x="4906962" y="395956"/>
                  </a:lnTo>
                  <a:lnTo>
                    <a:pt x="4906962" y="390677"/>
                  </a:lnTo>
                  <a:lnTo>
                    <a:pt x="4907056" y="390677"/>
                  </a:lnTo>
                  <a:lnTo>
                    <a:pt x="4907150" y="390677"/>
                  </a:lnTo>
                  <a:lnTo>
                    <a:pt x="4907150" y="385397"/>
                  </a:lnTo>
                  <a:lnTo>
                    <a:pt x="4907244" y="385397"/>
                  </a:lnTo>
                  <a:lnTo>
                    <a:pt x="4907338" y="385397"/>
                  </a:lnTo>
                  <a:lnTo>
                    <a:pt x="4907432" y="385397"/>
                  </a:lnTo>
                  <a:lnTo>
                    <a:pt x="4907432" y="380118"/>
                  </a:lnTo>
                  <a:lnTo>
                    <a:pt x="4907526" y="380118"/>
                  </a:lnTo>
                  <a:lnTo>
                    <a:pt x="4907620" y="380118"/>
                  </a:lnTo>
                  <a:lnTo>
                    <a:pt x="4907714" y="380118"/>
                  </a:lnTo>
                  <a:lnTo>
                    <a:pt x="4907808" y="380118"/>
                  </a:lnTo>
                  <a:lnTo>
                    <a:pt x="4907902" y="380118"/>
                  </a:lnTo>
                  <a:lnTo>
                    <a:pt x="4907996" y="380118"/>
                  </a:lnTo>
                  <a:lnTo>
                    <a:pt x="4908090" y="380118"/>
                  </a:lnTo>
                  <a:lnTo>
                    <a:pt x="4908184" y="380118"/>
                  </a:lnTo>
                  <a:lnTo>
                    <a:pt x="4908278" y="380118"/>
                  </a:lnTo>
                  <a:lnTo>
                    <a:pt x="4908372" y="380118"/>
                  </a:lnTo>
                  <a:lnTo>
                    <a:pt x="4908466" y="380118"/>
                  </a:lnTo>
                  <a:lnTo>
                    <a:pt x="4908560" y="380118"/>
                  </a:lnTo>
                  <a:lnTo>
                    <a:pt x="4908654" y="380118"/>
                  </a:lnTo>
                  <a:lnTo>
                    <a:pt x="4908749" y="380118"/>
                  </a:lnTo>
                  <a:lnTo>
                    <a:pt x="4908843" y="380118"/>
                  </a:lnTo>
                  <a:lnTo>
                    <a:pt x="4908937" y="380118"/>
                  </a:lnTo>
                  <a:lnTo>
                    <a:pt x="4909031" y="380118"/>
                  </a:lnTo>
                  <a:lnTo>
                    <a:pt x="4909125" y="380118"/>
                  </a:lnTo>
                  <a:lnTo>
                    <a:pt x="4909219" y="380118"/>
                  </a:lnTo>
                  <a:lnTo>
                    <a:pt x="4909313" y="380118"/>
                  </a:lnTo>
                  <a:lnTo>
                    <a:pt x="4909407" y="380118"/>
                  </a:lnTo>
                  <a:lnTo>
                    <a:pt x="4909501" y="380118"/>
                  </a:lnTo>
                  <a:lnTo>
                    <a:pt x="4909595" y="380118"/>
                  </a:lnTo>
                  <a:lnTo>
                    <a:pt x="4909689" y="380118"/>
                  </a:lnTo>
                  <a:lnTo>
                    <a:pt x="4909783" y="380118"/>
                  </a:lnTo>
                  <a:lnTo>
                    <a:pt x="4909877" y="380118"/>
                  </a:lnTo>
                  <a:lnTo>
                    <a:pt x="4909971" y="380118"/>
                  </a:lnTo>
                  <a:lnTo>
                    <a:pt x="4910065" y="380118"/>
                  </a:lnTo>
                  <a:lnTo>
                    <a:pt x="4910159" y="380118"/>
                  </a:lnTo>
                  <a:lnTo>
                    <a:pt x="4910253" y="380118"/>
                  </a:lnTo>
                  <a:lnTo>
                    <a:pt x="4910347" y="380118"/>
                  </a:lnTo>
                  <a:lnTo>
                    <a:pt x="4910441" y="380118"/>
                  </a:lnTo>
                  <a:lnTo>
                    <a:pt x="4910535" y="380118"/>
                  </a:lnTo>
                  <a:lnTo>
                    <a:pt x="4910629" y="380118"/>
                  </a:lnTo>
                  <a:lnTo>
                    <a:pt x="4910723" y="380118"/>
                  </a:lnTo>
                  <a:lnTo>
                    <a:pt x="4910817" y="380118"/>
                  </a:lnTo>
                  <a:lnTo>
                    <a:pt x="4910911" y="380118"/>
                  </a:lnTo>
                  <a:lnTo>
                    <a:pt x="4911005" y="380118"/>
                  </a:lnTo>
                  <a:lnTo>
                    <a:pt x="4911099" y="380118"/>
                  </a:lnTo>
                  <a:lnTo>
                    <a:pt x="4911193" y="380118"/>
                  </a:lnTo>
                  <a:lnTo>
                    <a:pt x="4911287" y="380118"/>
                  </a:lnTo>
                  <a:lnTo>
                    <a:pt x="4911381" y="380118"/>
                  </a:lnTo>
                  <a:lnTo>
                    <a:pt x="4911475" y="380118"/>
                  </a:lnTo>
                  <a:lnTo>
                    <a:pt x="4911569" y="380118"/>
                  </a:lnTo>
                  <a:lnTo>
                    <a:pt x="4911663" y="380118"/>
                  </a:lnTo>
                  <a:lnTo>
                    <a:pt x="4911757" y="380118"/>
                  </a:lnTo>
                  <a:lnTo>
                    <a:pt x="4911851" y="380118"/>
                  </a:lnTo>
                  <a:lnTo>
                    <a:pt x="4911945" y="380118"/>
                  </a:lnTo>
                  <a:lnTo>
                    <a:pt x="4912039" y="380118"/>
                  </a:lnTo>
                  <a:lnTo>
                    <a:pt x="4912133" y="380118"/>
                  </a:lnTo>
                  <a:lnTo>
                    <a:pt x="4912228" y="380118"/>
                  </a:lnTo>
                  <a:lnTo>
                    <a:pt x="4912322" y="380118"/>
                  </a:lnTo>
                  <a:lnTo>
                    <a:pt x="4912416" y="380118"/>
                  </a:lnTo>
                  <a:lnTo>
                    <a:pt x="4912510" y="380118"/>
                  </a:lnTo>
                  <a:lnTo>
                    <a:pt x="4912604" y="380118"/>
                  </a:lnTo>
                  <a:lnTo>
                    <a:pt x="4912698" y="380118"/>
                  </a:lnTo>
                  <a:lnTo>
                    <a:pt x="4912792" y="380118"/>
                  </a:lnTo>
                  <a:lnTo>
                    <a:pt x="4912886" y="380118"/>
                  </a:lnTo>
                  <a:lnTo>
                    <a:pt x="4912980" y="380118"/>
                  </a:lnTo>
                  <a:lnTo>
                    <a:pt x="4913074" y="380118"/>
                  </a:lnTo>
                  <a:lnTo>
                    <a:pt x="4913168" y="380118"/>
                  </a:lnTo>
                  <a:lnTo>
                    <a:pt x="4913262" y="380118"/>
                  </a:lnTo>
                  <a:lnTo>
                    <a:pt x="4913356" y="380118"/>
                  </a:lnTo>
                  <a:lnTo>
                    <a:pt x="4913450" y="380118"/>
                  </a:lnTo>
                  <a:lnTo>
                    <a:pt x="4913544" y="380118"/>
                  </a:lnTo>
                  <a:lnTo>
                    <a:pt x="4913638" y="380118"/>
                  </a:lnTo>
                  <a:lnTo>
                    <a:pt x="4913732" y="380118"/>
                  </a:lnTo>
                  <a:lnTo>
                    <a:pt x="4913826" y="380118"/>
                  </a:lnTo>
                  <a:lnTo>
                    <a:pt x="4913920" y="380118"/>
                  </a:lnTo>
                  <a:lnTo>
                    <a:pt x="4914014" y="380118"/>
                  </a:lnTo>
                  <a:lnTo>
                    <a:pt x="4914108" y="380118"/>
                  </a:lnTo>
                  <a:lnTo>
                    <a:pt x="4914202" y="380118"/>
                  </a:lnTo>
                  <a:lnTo>
                    <a:pt x="4914296" y="380118"/>
                  </a:lnTo>
                  <a:lnTo>
                    <a:pt x="4914390" y="380118"/>
                  </a:lnTo>
                  <a:lnTo>
                    <a:pt x="4914390" y="374838"/>
                  </a:lnTo>
                  <a:lnTo>
                    <a:pt x="4914484" y="374838"/>
                  </a:lnTo>
                  <a:lnTo>
                    <a:pt x="4914578" y="374838"/>
                  </a:lnTo>
                  <a:lnTo>
                    <a:pt x="4914672" y="374838"/>
                  </a:lnTo>
                  <a:lnTo>
                    <a:pt x="4914766" y="374838"/>
                  </a:lnTo>
                  <a:lnTo>
                    <a:pt x="4914860" y="374838"/>
                  </a:lnTo>
                  <a:lnTo>
                    <a:pt x="4914954" y="374838"/>
                  </a:lnTo>
                  <a:lnTo>
                    <a:pt x="4915048" y="374838"/>
                  </a:lnTo>
                  <a:lnTo>
                    <a:pt x="4915142" y="374838"/>
                  </a:lnTo>
                  <a:lnTo>
                    <a:pt x="4915236" y="374838"/>
                  </a:lnTo>
                  <a:lnTo>
                    <a:pt x="4915330" y="374838"/>
                  </a:lnTo>
                  <a:lnTo>
                    <a:pt x="4915424" y="374838"/>
                  </a:lnTo>
                  <a:lnTo>
                    <a:pt x="4915518" y="374838"/>
                  </a:lnTo>
                  <a:lnTo>
                    <a:pt x="4915612" y="374838"/>
                  </a:lnTo>
                  <a:lnTo>
                    <a:pt x="4915706" y="374838"/>
                  </a:lnTo>
                  <a:lnTo>
                    <a:pt x="4915801" y="374838"/>
                  </a:lnTo>
                  <a:lnTo>
                    <a:pt x="4915895" y="374838"/>
                  </a:lnTo>
                  <a:lnTo>
                    <a:pt x="4915989" y="374838"/>
                  </a:lnTo>
                  <a:lnTo>
                    <a:pt x="4916083" y="374838"/>
                  </a:lnTo>
                  <a:lnTo>
                    <a:pt x="4916177" y="374838"/>
                  </a:lnTo>
                  <a:lnTo>
                    <a:pt x="4916271" y="374838"/>
                  </a:lnTo>
                  <a:lnTo>
                    <a:pt x="4916365" y="374838"/>
                  </a:lnTo>
                  <a:lnTo>
                    <a:pt x="4916459" y="374838"/>
                  </a:lnTo>
                  <a:lnTo>
                    <a:pt x="4916553" y="374838"/>
                  </a:lnTo>
                  <a:lnTo>
                    <a:pt x="4916647" y="374838"/>
                  </a:lnTo>
                  <a:lnTo>
                    <a:pt x="4916741" y="374838"/>
                  </a:lnTo>
                  <a:lnTo>
                    <a:pt x="4916835" y="374838"/>
                  </a:lnTo>
                  <a:lnTo>
                    <a:pt x="4916929" y="374838"/>
                  </a:lnTo>
                  <a:lnTo>
                    <a:pt x="4917023" y="374838"/>
                  </a:lnTo>
                  <a:lnTo>
                    <a:pt x="4917117" y="374838"/>
                  </a:lnTo>
                  <a:lnTo>
                    <a:pt x="4917211" y="374838"/>
                  </a:lnTo>
                  <a:lnTo>
                    <a:pt x="4917305" y="374838"/>
                  </a:lnTo>
                  <a:lnTo>
                    <a:pt x="4917399" y="374838"/>
                  </a:lnTo>
                  <a:lnTo>
                    <a:pt x="4917493" y="374838"/>
                  </a:lnTo>
                  <a:lnTo>
                    <a:pt x="4917587" y="374838"/>
                  </a:lnTo>
                  <a:lnTo>
                    <a:pt x="4917681" y="374838"/>
                  </a:lnTo>
                  <a:lnTo>
                    <a:pt x="4917775" y="374838"/>
                  </a:lnTo>
                  <a:lnTo>
                    <a:pt x="4917869" y="374838"/>
                  </a:lnTo>
                  <a:lnTo>
                    <a:pt x="4917963" y="374838"/>
                  </a:lnTo>
                  <a:lnTo>
                    <a:pt x="4918057" y="374838"/>
                  </a:lnTo>
                  <a:lnTo>
                    <a:pt x="4918151" y="374838"/>
                  </a:lnTo>
                  <a:lnTo>
                    <a:pt x="4918245" y="374838"/>
                  </a:lnTo>
                  <a:lnTo>
                    <a:pt x="4918339" y="374838"/>
                  </a:lnTo>
                  <a:lnTo>
                    <a:pt x="4918433" y="374838"/>
                  </a:lnTo>
                  <a:lnTo>
                    <a:pt x="4918527" y="374838"/>
                  </a:lnTo>
                  <a:lnTo>
                    <a:pt x="4918621" y="374838"/>
                  </a:lnTo>
                  <a:lnTo>
                    <a:pt x="4918715" y="374838"/>
                  </a:lnTo>
                  <a:lnTo>
                    <a:pt x="4918809" y="374838"/>
                  </a:lnTo>
                  <a:lnTo>
                    <a:pt x="4918903" y="374838"/>
                  </a:lnTo>
                  <a:lnTo>
                    <a:pt x="4918997" y="374838"/>
                  </a:lnTo>
                  <a:lnTo>
                    <a:pt x="4919091" y="374838"/>
                  </a:lnTo>
                  <a:lnTo>
                    <a:pt x="4919185" y="374838"/>
                  </a:lnTo>
                  <a:lnTo>
                    <a:pt x="4919279" y="374838"/>
                  </a:lnTo>
                  <a:lnTo>
                    <a:pt x="4919374" y="374838"/>
                  </a:lnTo>
                  <a:lnTo>
                    <a:pt x="4919468" y="374838"/>
                  </a:lnTo>
                  <a:lnTo>
                    <a:pt x="4919562" y="374838"/>
                  </a:lnTo>
                  <a:lnTo>
                    <a:pt x="4919656" y="374838"/>
                  </a:lnTo>
                  <a:lnTo>
                    <a:pt x="4919750" y="374838"/>
                  </a:lnTo>
                  <a:lnTo>
                    <a:pt x="4919844" y="374838"/>
                  </a:lnTo>
                  <a:lnTo>
                    <a:pt x="4919938" y="374838"/>
                  </a:lnTo>
                  <a:lnTo>
                    <a:pt x="4920032" y="374838"/>
                  </a:lnTo>
                  <a:lnTo>
                    <a:pt x="4920126" y="374838"/>
                  </a:lnTo>
                  <a:lnTo>
                    <a:pt x="4920220" y="374838"/>
                  </a:lnTo>
                  <a:lnTo>
                    <a:pt x="4920314" y="374838"/>
                  </a:lnTo>
                  <a:lnTo>
                    <a:pt x="4920408" y="374838"/>
                  </a:lnTo>
                  <a:lnTo>
                    <a:pt x="4920502" y="374838"/>
                  </a:lnTo>
                  <a:lnTo>
                    <a:pt x="4920596" y="374838"/>
                  </a:lnTo>
                  <a:lnTo>
                    <a:pt x="4920690" y="374838"/>
                  </a:lnTo>
                  <a:lnTo>
                    <a:pt x="4920784" y="374838"/>
                  </a:lnTo>
                  <a:lnTo>
                    <a:pt x="4920878" y="374838"/>
                  </a:lnTo>
                  <a:lnTo>
                    <a:pt x="4920972" y="374838"/>
                  </a:lnTo>
                  <a:lnTo>
                    <a:pt x="4921066" y="374838"/>
                  </a:lnTo>
                  <a:lnTo>
                    <a:pt x="4921160" y="374838"/>
                  </a:lnTo>
                  <a:lnTo>
                    <a:pt x="4921254" y="374838"/>
                  </a:lnTo>
                  <a:lnTo>
                    <a:pt x="4921348" y="374838"/>
                  </a:lnTo>
                  <a:lnTo>
                    <a:pt x="4921442" y="374838"/>
                  </a:lnTo>
                  <a:lnTo>
                    <a:pt x="4921536" y="374838"/>
                  </a:lnTo>
                  <a:lnTo>
                    <a:pt x="4921630" y="374838"/>
                  </a:lnTo>
                  <a:lnTo>
                    <a:pt x="4921724" y="374838"/>
                  </a:lnTo>
                  <a:lnTo>
                    <a:pt x="4921818" y="374838"/>
                  </a:lnTo>
                  <a:lnTo>
                    <a:pt x="4921912" y="374838"/>
                  </a:lnTo>
                  <a:lnTo>
                    <a:pt x="4922006" y="374838"/>
                  </a:lnTo>
                  <a:lnTo>
                    <a:pt x="4922100" y="374838"/>
                  </a:lnTo>
                  <a:lnTo>
                    <a:pt x="4922194" y="374838"/>
                  </a:lnTo>
                  <a:lnTo>
                    <a:pt x="4922288" y="374838"/>
                  </a:lnTo>
                  <a:lnTo>
                    <a:pt x="4922382" y="374838"/>
                  </a:lnTo>
                  <a:lnTo>
                    <a:pt x="4922476" y="374838"/>
                  </a:lnTo>
                  <a:lnTo>
                    <a:pt x="4922570" y="374838"/>
                  </a:lnTo>
                  <a:lnTo>
                    <a:pt x="4922664" y="374838"/>
                  </a:lnTo>
                  <a:lnTo>
                    <a:pt x="4922758" y="374838"/>
                  </a:lnTo>
                  <a:lnTo>
                    <a:pt x="4922853" y="374838"/>
                  </a:lnTo>
                  <a:lnTo>
                    <a:pt x="4922947" y="374838"/>
                  </a:lnTo>
                  <a:lnTo>
                    <a:pt x="4923041" y="374838"/>
                  </a:lnTo>
                  <a:lnTo>
                    <a:pt x="4923135" y="374838"/>
                  </a:lnTo>
                  <a:lnTo>
                    <a:pt x="4923229" y="374838"/>
                  </a:lnTo>
                  <a:lnTo>
                    <a:pt x="4923323" y="374838"/>
                  </a:lnTo>
                  <a:lnTo>
                    <a:pt x="4923417" y="374838"/>
                  </a:lnTo>
                  <a:lnTo>
                    <a:pt x="4923511" y="374838"/>
                  </a:lnTo>
                  <a:lnTo>
                    <a:pt x="4923605" y="374838"/>
                  </a:lnTo>
                  <a:lnTo>
                    <a:pt x="4923699" y="374838"/>
                  </a:lnTo>
                  <a:lnTo>
                    <a:pt x="4923793" y="374838"/>
                  </a:lnTo>
                  <a:lnTo>
                    <a:pt x="4923887" y="374838"/>
                  </a:lnTo>
                  <a:lnTo>
                    <a:pt x="4923981" y="374838"/>
                  </a:lnTo>
                  <a:lnTo>
                    <a:pt x="4924075" y="374838"/>
                  </a:lnTo>
                  <a:lnTo>
                    <a:pt x="4924169" y="374838"/>
                  </a:lnTo>
                  <a:lnTo>
                    <a:pt x="4924263" y="374838"/>
                  </a:lnTo>
                  <a:lnTo>
                    <a:pt x="4924357" y="374838"/>
                  </a:lnTo>
                  <a:lnTo>
                    <a:pt x="4924451" y="374838"/>
                  </a:lnTo>
                  <a:lnTo>
                    <a:pt x="4924545" y="374838"/>
                  </a:lnTo>
                  <a:lnTo>
                    <a:pt x="4924639" y="374838"/>
                  </a:lnTo>
                  <a:lnTo>
                    <a:pt x="4924733" y="374838"/>
                  </a:lnTo>
                  <a:lnTo>
                    <a:pt x="4924827" y="374838"/>
                  </a:lnTo>
                  <a:lnTo>
                    <a:pt x="4924921" y="374838"/>
                  </a:lnTo>
                  <a:lnTo>
                    <a:pt x="4925015" y="374838"/>
                  </a:lnTo>
                  <a:lnTo>
                    <a:pt x="4925109" y="374838"/>
                  </a:lnTo>
                  <a:lnTo>
                    <a:pt x="4925203" y="374838"/>
                  </a:lnTo>
                  <a:lnTo>
                    <a:pt x="4925297" y="374838"/>
                  </a:lnTo>
                  <a:lnTo>
                    <a:pt x="4925391" y="374838"/>
                  </a:lnTo>
                  <a:lnTo>
                    <a:pt x="4925485" y="374838"/>
                  </a:lnTo>
                  <a:lnTo>
                    <a:pt x="4925579" y="374838"/>
                  </a:lnTo>
                  <a:lnTo>
                    <a:pt x="4925673" y="374838"/>
                  </a:lnTo>
                  <a:lnTo>
                    <a:pt x="4925767" y="374838"/>
                  </a:lnTo>
                  <a:lnTo>
                    <a:pt x="4925861" y="374838"/>
                  </a:lnTo>
                  <a:lnTo>
                    <a:pt x="4925955" y="374838"/>
                  </a:lnTo>
                  <a:lnTo>
                    <a:pt x="4926049" y="374838"/>
                  </a:lnTo>
                  <a:lnTo>
                    <a:pt x="4926143" y="374838"/>
                  </a:lnTo>
                  <a:lnTo>
                    <a:pt x="4926237" y="374838"/>
                  </a:lnTo>
                  <a:lnTo>
                    <a:pt x="4926331" y="374838"/>
                  </a:lnTo>
                  <a:lnTo>
                    <a:pt x="4926426" y="374838"/>
                  </a:lnTo>
                  <a:lnTo>
                    <a:pt x="4926520" y="374838"/>
                  </a:lnTo>
                  <a:lnTo>
                    <a:pt x="4926614" y="374838"/>
                  </a:lnTo>
                  <a:lnTo>
                    <a:pt x="4926708" y="374838"/>
                  </a:lnTo>
                  <a:lnTo>
                    <a:pt x="4926802" y="374838"/>
                  </a:lnTo>
                  <a:lnTo>
                    <a:pt x="4926896" y="374838"/>
                  </a:lnTo>
                  <a:lnTo>
                    <a:pt x="4926990" y="374838"/>
                  </a:lnTo>
                  <a:lnTo>
                    <a:pt x="4927084" y="374838"/>
                  </a:lnTo>
                  <a:lnTo>
                    <a:pt x="4927178" y="374838"/>
                  </a:lnTo>
                  <a:lnTo>
                    <a:pt x="4927272" y="374838"/>
                  </a:lnTo>
                  <a:lnTo>
                    <a:pt x="4927366" y="374838"/>
                  </a:lnTo>
                  <a:lnTo>
                    <a:pt x="4927460" y="374838"/>
                  </a:lnTo>
                  <a:lnTo>
                    <a:pt x="4927554" y="374838"/>
                  </a:lnTo>
                  <a:lnTo>
                    <a:pt x="4927648" y="374838"/>
                  </a:lnTo>
                  <a:lnTo>
                    <a:pt x="4927742" y="374838"/>
                  </a:lnTo>
                  <a:lnTo>
                    <a:pt x="4927836" y="374838"/>
                  </a:lnTo>
                  <a:lnTo>
                    <a:pt x="4927930" y="374838"/>
                  </a:lnTo>
                  <a:lnTo>
                    <a:pt x="4928024" y="374838"/>
                  </a:lnTo>
                  <a:lnTo>
                    <a:pt x="4928118" y="374838"/>
                  </a:lnTo>
                  <a:lnTo>
                    <a:pt x="4928212" y="374838"/>
                  </a:lnTo>
                  <a:lnTo>
                    <a:pt x="4928306" y="374838"/>
                  </a:lnTo>
                  <a:lnTo>
                    <a:pt x="4928400" y="374838"/>
                  </a:lnTo>
                  <a:lnTo>
                    <a:pt x="4928494" y="374838"/>
                  </a:lnTo>
                  <a:lnTo>
                    <a:pt x="4928588" y="374838"/>
                  </a:lnTo>
                  <a:lnTo>
                    <a:pt x="4928682" y="374838"/>
                  </a:lnTo>
                  <a:lnTo>
                    <a:pt x="4928776" y="374838"/>
                  </a:lnTo>
                  <a:lnTo>
                    <a:pt x="4928870" y="374838"/>
                  </a:lnTo>
                  <a:lnTo>
                    <a:pt x="4928964" y="374838"/>
                  </a:lnTo>
                  <a:lnTo>
                    <a:pt x="4929058" y="374838"/>
                  </a:lnTo>
                  <a:lnTo>
                    <a:pt x="4929152" y="374838"/>
                  </a:lnTo>
                  <a:lnTo>
                    <a:pt x="4929246" y="374838"/>
                  </a:lnTo>
                  <a:lnTo>
                    <a:pt x="4929340" y="374838"/>
                  </a:lnTo>
                  <a:lnTo>
                    <a:pt x="4929434" y="374838"/>
                  </a:lnTo>
                  <a:lnTo>
                    <a:pt x="4929528" y="374838"/>
                  </a:lnTo>
                  <a:lnTo>
                    <a:pt x="4929622" y="374838"/>
                  </a:lnTo>
                  <a:lnTo>
                    <a:pt x="4929716" y="374838"/>
                  </a:lnTo>
                  <a:lnTo>
                    <a:pt x="4929810" y="374838"/>
                  </a:lnTo>
                  <a:lnTo>
                    <a:pt x="4929904" y="374838"/>
                  </a:lnTo>
                  <a:lnTo>
                    <a:pt x="4929999" y="374838"/>
                  </a:lnTo>
                  <a:lnTo>
                    <a:pt x="4930093" y="374838"/>
                  </a:lnTo>
                  <a:lnTo>
                    <a:pt x="4930187" y="374838"/>
                  </a:lnTo>
                  <a:lnTo>
                    <a:pt x="4930281" y="374838"/>
                  </a:lnTo>
                  <a:lnTo>
                    <a:pt x="4930375" y="374838"/>
                  </a:lnTo>
                  <a:lnTo>
                    <a:pt x="4930469" y="374838"/>
                  </a:lnTo>
                  <a:lnTo>
                    <a:pt x="4930563" y="374838"/>
                  </a:lnTo>
                  <a:lnTo>
                    <a:pt x="4930657" y="374838"/>
                  </a:lnTo>
                  <a:lnTo>
                    <a:pt x="4930751" y="374838"/>
                  </a:lnTo>
                  <a:lnTo>
                    <a:pt x="4930845" y="374838"/>
                  </a:lnTo>
                  <a:lnTo>
                    <a:pt x="4930939" y="374838"/>
                  </a:lnTo>
                  <a:lnTo>
                    <a:pt x="4931033" y="374838"/>
                  </a:lnTo>
                  <a:lnTo>
                    <a:pt x="4931127" y="374838"/>
                  </a:lnTo>
                  <a:lnTo>
                    <a:pt x="4931221" y="374838"/>
                  </a:lnTo>
                  <a:lnTo>
                    <a:pt x="4931315" y="374838"/>
                  </a:lnTo>
                  <a:lnTo>
                    <a:pt x="4931409" y="374838"/>
                  </a:lnTo>
                  <a:lnTo>
                    <a:pt x="4931503" y="374838"/>
                  </a:lnTo>
                  <a:lnTo>
                    <a:pt x="4931597" y="374838"/>
                  </a:lnTo>
                  <a:lnTo>
                    <a:pt x="4931691" y="374838"/>
                  </a:lnTo>
                  <a:lnTo>
                    <a:pt x="4931785" y="374838"/>
                  </a:lnTo>
                  <a:lnTo>
                    <a:pt x="4931879" y="374838"/>
                  </a:lnTo>
                  <a:lnTo>
                    <a:pt x="4931973" y="374838"/>
                  </a:lnTo>
                  <a:lnTo>
                    <a:pt x="4932067" y="374838"/>
                  </a:lnTo>
                  <a:lnTo>
                    <a:pt x="4932161" y="374838"/>
                  </a:lnTo>
                  <a:lnTo>
                    <a:pt x="4932255" y="374838"/>
                  </a:lnTo>
                  <a:lnTo>
                    <a:pt x="4932349" y="374838"/>
                  </a:lnTo>
                  <a:lnTo>
                    <a:pt x="4932443" y="374838"/>
                  </a:lnTo>
                  <a:lnTo>
                    <a:pt x="4932537" y="374838"/>
                  </a:lnTo>
                  <a:lnTo>
                    <a:pt x="4932631" y="374838"/>
                  </a:lnTo>
                  <a:lnTo>
                    <a:pt x="4932725" y="374838"/>
                  </a:lnTo>
                  <a:lnTo>
                    <a:pt x="4932819" y="374838"/>
                  </a:lnTo>
                  <a:lnTo>
                    <a:pt x="4932913" y="374838"/>
                  </a:lnTo>
                  <a:lnTo>
                    <a:pt x="4933007" y="374838"/>
                  </a:lnTo>
                  <a:lnTo>
                    <a:pt x="4933101" y="374838"/>
                  </a:lnTo>
                  <a:lnTo>
                    <a:pt x="4933195" y="374838"/>
                  </a:lnTo>
                  <a:lnTo>
                    <a:pt x="4933289" y="374838"/>
                  </a:lnTo>
                  <a:lnTo>
                    <a:pt x="4933383" y="374838"/>
                  </a:lnTo>
                  <a:lnTo>
                    <a:pt x="4933477" y="374838"/>
                  </a:lnTo>
                  <a:lnTo>
                    <a:pt x="4933572" y="374838"/>
                  </a:lnTo>
                  <a:lnTo>
                    <a:pt x="4933666" y="374838"/>
                  </a:lnTo>
                  <a:lnTo>
                    <a:pt x="4933760" y="374838"/>
                  </a:lnTo>
                  <a:lnTo>
                    <a:pt x="4933854" y="374838"/>
                  </a:lnTo>
                  <a:lnTo>
                    <a:pt x="4933948" y="374838"/>
                  </a:lnTo>
                  <a:lnTo>
                    <a:pt x="4934042" y="374838"/>
                  </a:lnTo>
                  <a:lnTo>
                    <a:pt x="4934136" y="374838"/>
                  </a:lnTo>
                  <a:lnTo>
                    <a:pt x="4934230" y="374838"/>
                  </a:lnTo>
                  <a:lnTo>
                    <a:pt x="4934324" y="374838"/>
                  </a:lnTo>
                  <a:lnTo>
                    <a:pt x="4934418" y="374838"/>
                  </a:lnTo>
                  <a:lnTo>
                    <a:pt x="4934512" y="374838"/>
                  </a:lnTo>
                  <a:lnTo>
                    <a:pt x="4934606" y="374838"/>
                  </a:lnTo>
                  <a:lnTo>
                    <a:pt x="4934700" y="374838"/>
                  </a:lnTo>
                  <a:lnTo>
                    <a:pt x="4934794" y="374838"/>
                  </a:lnTo>
                  <a:lnTo>
                    <a:pt x="4934888" y="374838"/>
                  </a:lnTo>
                  <a:lnTo>
                    <a:pt x="4934982" y="374838"/>
                  </a:lnTo>
                  <a:lnTo>
                    <a:pt x="4935076" y="374838"/>
                  </a:lnTo>
                  <a:lnTo>
                    <a:pt x="4935170" y="374838"/>
                  </a:lnTo>
                  <a:lnTo>
                    <a:pt x="4935264" y="374838"/>
                  </a:lnTo>
                  <a:lnTo>
                    <a:pt x="4935358" y="374838"/>
                  </a:lnTo>
                  <a:lnTo>
                    <a:pt x="4935452" y="374838"/>
                  </a:lnTo>
                  <a:lnTo>
                    <a:pt x="4935546" y="374838"/>
                  </a:lnTo>
                  <a:lnTo>
                    <a:pt x="4935640" y="374838"/>
                  </a:lnTo>
                  <a:lnTo>
                    <a:pt x="4935734" y="374838"/>
                  </a:lnTo>
                  <a:lnTo>
                    <a:pt x="4935828" y="374838"/>
                  </a:lnTo>
                  <a:lnTo>
                    <a:pt x="4935922" y="374838"/>
                  </a:lnTo>
                  <a:lnTo>
                    <a:pt x="4936016" y="374838"/>
                  </a:lnTo>
                  <a:lnTo>
                    <a:pt x="4936110" y="374838"/>
                  </a:lnTo>
                  <a:lnTo>
                    <a:pt x="4936204" y="374838"/>
                  </a:lnTo>
                  <a:lnTo>
                    <a:pt x="4936298" y="374838"/>
                  </a:lnTo>
                  <a:lnTo>
                    <a:pt x="4936392" y="374838"/>
                  </a:lnTo>
                  <a:lnTo>
                    <a:pt x="4936486" y="374838"/>
                  </a:lnTo>
                  <a:lnTo>
                    <a:pt x="4936580" y="374838"/>
                  </a:lnTo>
                  <a:lnTo>
                    <a:pt x="4936674" y="374838"/>
                  </a:lnTo>
                  <a:lnTo>
                    <a:pt x="4936768" y="374838"/>
                  </a:lnTo>
                  <a:lnTo>
                    <a:pt x="4936862" y="374838"/>
                  </a:lnTo>
                  <a:lnTo>
                    <a:pt x="4936956" y="374838"/>
                  </a:lnTo>
                  <a:lnTo>
                    <a:pt x="4937051" y="374838"/>
                  </a:lnTo>
                  <a:lnTo>
                    <a:pt x="4937145" y="374838"/>
                  </a:lnTo>
                  <a:lnTo>
                    <a:pt x="4937239" y="374838"/>
                  </a:lnTo>
                  <a:lnTo>
                    <a:pt x="4937333" y="374838"/>
                  </a:lnTo>
                  <a:lnTo>
                    <a:pt x="4937427" y="374838"/>
                  </a:lnTo>
                  <a:lnTo>
                    <a:pt x="4937521" y="374838"/>
                  </a:lnTo>
                  <a:lnTo>
                    <a:pt x="4937615" y="374838"/>
                  </a:lnTo>
                  <a:lnTo>
                    <a:pt x="4937709" y="374838"/>
                  </a:lnTo>
                  <a:lnTo>
                    <a:pt x="4937803" y="374838"/>
                  </a:lnTo>
                  <a:lnTo>
                    <a:pt x="4937897" y="374838"/>
                  </a:lnTo>
                  <a:lnTo>
                    <a:pt x="4937991" y="374838"/>
                  </a:lnTo>
                  <a:lnTo>
                    <a:pt x="4938085" y="374838"/>
                  </a:lnTo>
                  <a:lnTo>
                    <a:pt x="4938179" y="374838"/>
                  </a:lnTo>
                  <a:lnTo>
                    <a:pt x="4938273" y="374838"/>
                  </a:lnTo>
                  <a:lnTo>
                    <a:pt x="4938367" y="374838"/>
                  </a:lnTo>
                  <a:lnTo>
                    <a:pt x="4938461" y="374838"/>
                  </a:lnTo>
                  <a:lnTo>
                    <a:pt x="4938555" y="374838"/>
                  </a:lnTo>
                  <a:lnTo>
                    <a:pt x="4938649" y="374838"/>
                  </a:lnTo>
                  <a:lnTo>
                    <a:pt x="4938743" y="374838"/>
                  </a:lnTo>
                  <a:lnTo>
                    <a:pt x="4938837" y="374838"/>
                  </a:lnTo>
                  <a:lnTo>
                    <a:pt x="4938931" y="374838"/>
                  </a:lnTo>
                  <a:lnTo>
                    <a:pt x="4939025" y="374838"/>
                  </a:lnTo>
                  <a:lnTo>
                    <a:pt x="4939119" y="374838"/>
                  </a:lnTo>
                  <a:lnTo>
                    <a:pt x="4939213" y="374838"/>
                  </a:lnTo>
                  <a:lnTo>
                    <a:pt x="4939307" y="374838"/>
                  </a:lnTo>
                  <a:lnTo>
                    <a:pt x="4939401" y="374838"/>
                  </a:lnTo>
                  <a:lnTo>
                    <a:pt x="4939495" y="374838"/>
                  </a:lnTo>
                  <a:lnTo>
                    <a:pt x="4939589" y="374838"/>
                  </a:lnTo>
                  <a:lnTo>
                    <a:pt x="4939683" y="374838"/>
                  </a:lnTo>
                  <a:lnTo>
                    <a:pt x="4939777" y="374838"/>
                  </a:lnTo>
                  <a:lnTo>
                    <a:pt x="4939871" y="374838"/>
                  </a:lnTo>
                  <a:lnTo>
                    <a:pt x="4939965" y="374838"/>
                  </a:lnTo>
                  <a:lnTo>
                    <a:pt x="4940059" y="374838"/>
                  </a:lnTo>
                  <a:lnTo>
                    <a:pt x="4940153" y="374838"/>
                  </a:lnTo>
                  <a:lnTo>
                    <a:pt x="4940247" y="374838"/>
                  </a:lnTo>
                  <a:lnTo>
                    <a:pt x="4940341" y="374838"/>
                  </a:lnTo>
                  <a:lnTo>
                    <a:pt x="4940435" y="374838"/>
                  </a:lnTo>
                  <a:lnTo>
                    <a:pt x="4940529" y="374838"/>
                  </a:lnTo>
                  <a:lnTo>
                    <a:pt x="4940624" y="374838"/>
                  </a:lnTo>
                  <a:lnTo>
                    <a:pt x="4940718" y="374838"/>
                  </a:lnTo>
                  <a:lnTo>
                    <a:pt x="4940812" y="374838"/>
                  </a:lnTo>
                  <a:lnTo>
                    <a:pt x="4940906" y="374838"/>
                  </a:lnTo>
                  <a:lnTo>
                    <a:pt x="4941000" y="374838"/>
                  </a:lnTo>
                  <a:lnTo>
                    <a:pt x="4941094" y="374838"/>
                  </a:lnTo>
                  <a:lnTo>
                    <a:pt x="4941188" y="374838"/>
                  </a:lnTo>
                  <a:lnTo>
                    <a:pt x="4941282" y="374838"/>
                  </a:lnTo>
                  <a:lnTo>
                    <a:pt x="4941376" y="374838"/>
                  </a:lnTo>
                  <a:lnTo>
                    <a:pt x="4941470" y="374838"/>
                  </a:lnTo>
                  <a:lnTo>
                    <a:pt x="4941564" y="374838"/>
                  </a:lnTo>
                  <a:lnTo>
                    <a:pt x="4941658" y="374838"/>
                  </a:lnTo>
                  <a:lnTo>
                    <a:pt x="4941752" y="374838"/>
                  </a:lnTo>
                  <a:lnTo>
                    <a:pt x="4941846" y="374838"/>
                  </a:lnTo>
                  <a:lnTo>
                    <a:pt x="4941940" y="374838"/>
                  </a:lnTo>
                  <a:lnTo>
                    <a:pt x="4942034" y="374838"/>
                  </a:lnTo>
                  <a:lnTo>
                    <a:pt x="4942128" y="374838"/>
                  </a:lnTo>
                  <a:lnTo>
                    <a:pt x="4942222" y="374838"/>
                  </a:lnTo>
                  <a:lnTo>
                    <a:pt x="4942316" y="374838"/>
                  </a:lnTo>
                  <a:lnTo>
                    <a:pt x="4942410" y="374838"/>
                  </a:lnTo>
                  <a:lnTo>
                    <a:pt x="4942504" y="374838"/>
                  </a:lnTo>
                  <a:lnTo>
                    <a:pt x="4942598" y="374838"/>
                  </a:lnTo>
                  <a:lnTo>
                    <a:pt x="4942692" y="374838"/>
                  </a:lnTo>
                  <a:lnTo>
                    <a:pt x="4942786" y="374838"/>
                  </a:lnTo>
                  <a:lnTo>
                    <a:pt x="4942880" y="374838"/>
                  </a:lnTo>
                  <a:lnTo>
                    <a:pt x="4942974" y="374838"/>
                  </a:lnTo>
                  <a:lnTo>
                    <a:pt x="4943068" y="374838"/>
                  </a:lnTo>
                  <a:lnTo>
                    <a:pt x="4943162" y="374838"/>
                  </a:lnTo>
                  <a:lnTo>
                    <a:pt x="4943256" y="374838"/>
                  </a:lnTo>
                  <a:lnTo>
                    <a:pt x="4943350" y="374838"/>
                  </a:lnTo>
                  <a:lnTo>
                    <a:pt x="4943444" y="374838"/>
                  </a:lnTo>
                  <a:lnTo>
                    <a:pt x="4943538" y="374838"/>
                  </a:lnTo>
                  <a:lnTo>
                    <a:pt x="4943632" y="374838"/>
                  </a:lnTo>
                  <a:lnTo>
                    <a:pt x="4943726" y="374838"/>
                  </a:lnTo>
                  <a:lnTo>
                    <a:pt x="4943820" y="374838"/>
                  </a:lnTo>
                  <a:lnTo>
                    <a:pt x="4943914" y="374838"/>
                  </a:lnTo>
                  <a:lnTo>
                    <a:pt x="4944008" y="374838"/>
                  </a:lnTo>
                  <a:lnTo>
                    <a:pt x="4944102" y="374838"/>
                  </a:lnTo>
                  <a:lnTo>
                    <a:pt x="4944197" y="374838"/>
                  </a:lnTo>
                  <a:lnTo>
                    <a:pt x="4944291" y="374838"/>
                  </a:lnTo>
                  <a:lnTo>
                    <a:pt x="4944385" y="374838"/>
                  </a:lnTo>
                  <a:lnTo>
                    <a:pt x="4944479" y="374838"/>
                  </a:lnTo>
                  <a:lnTo>
                    <a:pt x="4944573" y="374838"/>
                  </a:lnTo>
                  <a:lnTo>
                    <a:pt x="4944667" y="374838"/>
                  </a:lnTo>
                  <a:lnTo>
                    <a:pt x="4944761" y="374838"/>
                  </a:lnTo>
                  <a:lnTo>
                    <a:pt x="4944855" y="374838"/>
                  </a:lnTo>
                  <a:lnTo>
                    <a:pt x="4944949" y="374838"/>
                  </a:lnTo>
                  <a:lnTo>
                    <a:pt x="4945043" y="374838"/>
                  </a:lnTo>
                  <a:lnTo>
                    <a:pt x="4945137" y="374838"/>
                  </a:lnTo>
                  <a:lnTo>
                    <a:pt x="4945231" y="374838"/>
                  </a:lnTo>
                  <a:lnTo>
                    <a:pt x="4945325" y="374838"/>
                  </a:lnTo>
                  <a:lnTo>
                    <a:pt x="4945419" y="374838"/>
                  </a:lnTo>
                  <a:lnTo>
                    <a:pt x="4945513" y="374838"/>
                  </a:lnTo>
                  <a:lnTo>
                    <a:pt x="4945607" y="374838"/>
                  </a:lnTo>
                  <a:lnTo>
                    <a:pt x="4945701" y="374838"/>
                  </a:lnTo>
                  <a:lnTo>
                    <a:pt x="4945795" y="374838"/>
                  </a:lnTo>
                  <a:lnTo>
                    <a:pt x="4945889" y="374838"/>
                  </a:lnTo>
                  <a:lnTo>
                    <a:pt x="4945983" y="374838"/>
                  </a:lnTo>
                  <a:lnTo>
                    <a:pt x="4946077" y="374838"/>
                  </a:lnTo>
                  <a:lnTo>
                    <a:pt x="4946171" y="374838"/>
                  </a:lnTo>
                  <a:lnTo>
                    <a:pt x="4946265" y="374838"/>
                  </a:lnTo>
                  <a:lnTo>
                    <a:pt x="4946359" y="374838"/>
                  </a:lnTo>
                  <a:lnTo>
                    <a:pt x="4946453" y="374838"/>
                  </a:lnTo>
                  <a:lnTo>
                    <a:pt x="4946547" y="374838"/>
                  </a:lnTo>
                  <a:lnTo>
                    <a:pt x="4946641" y="374838"/>
                  </a:lnTo>
                  <a:lnTo>
                    <a:pt x="4946735" y="374838"/>
                  </a:lnTo>
                  <a:lnTo>
                    <a:pt x="4946829" y="374838"/>
                  </a:lnTo>
                  <a:lnTo>
                    <a:pt x="4946923" y="374838"/>
                  </a:lnTo>
                  <a:lnTo>
                    <a:pt x="4947017" y="374838"/>
                  </a:lnTo>
                  <a:lnTo>
                    <a:pt x="4947111" y="374838"/>
                  </a:lnTo>
                  <a:lnTo>
                    <a:pt x="4947205" y="374838"/>
                  </a:lnTo>
                  <a:lnTo>
                    <a:pt x="4947299" y="374838"/>
                  </a:lnTo>
                  <a:lnTo>
                    <a:pt x="4947393" y="374838"/>
                  </a:lnTo>
                  <a:lnTo>
                    <a:pt x="4947487" y="374838"/>
                  </a:lnTo>
                  <a:lnTo>
                    <a:pt x="4947581" y="374838"/>
                  </a:lnTo>
                  <a:lnTo>
                    <a:pt x="4947676" y="374838"/>
                  </a:lnTo>
                  <a:lnTo>
                    <a:pt x="4947770" y="374838"/>
                  </a:lnTo>
                  <a:lnTo>
                    <a:pt x="4947864" y="374838"/>
                  </a:lnTo>
                  <a:lnTo>
                    <a:pt x="4947958" y="374838"/>
                  </a:lnTo>
                  <a:lnTo>
                    <a:pt x="4948052" y="374838"/>
                  </a:lnTo>
                  <a:lnTo>
                    <a:pt x="4948146" y="374838"/>
                  </a:lnTo>
                  <a:lnTo>
                    <a:pt x="4948240" y="374838"/>
                  </a:lnTo>
                  <a:lnTo>
                    <a:pt x="4948334" y="374838"/>
                  </a:lnTo>
                  <a:lnTo>
                    <a:pt x="4948428" y="374838"/>
                  </a:lnTo>
                  <a:lnTo>
                    <a:pt x="4948522" y="374838"/>
                  </a:lnTo>
                  <a:lnTo>
                    <a:pt x="4948616" y="374838"/>
                  </a:lnTo>
                  <a:lnTo>
                    <a:pt x="4948710" y="374838"/>
                  </a:lnTo>
                  <a:lnTo>
                    <a:pt x="4948804" y="374838"/>
                  </a:lnTo>
                  <a:lnTo>
                    <a:pt x="4948898" y="374838"/>
                  </a:lnTo>
                  <a:lnTo>
                    <a:pt x="4948992" y="374838"/>
                  </a:lnTo>
                  <a:lnTo>
                    <a:pt x="4949086" y="374838"/>
                  </a:lnTo>
                  <a:lnTo>
                    <a:pt x="4949180" y="374838"/>
                  </a:lnTo>
                  <a:lnTo>
                    <a:pt x="4949274" y="374838"/>
                  </a:lnTo>
                  <a:lnTo>
                    <a:pt x="4949368" y="374838"/>
                  </a:lnTo>
                  <a:lnTo>
                    <a:pt x="4949462" y="374838"/>
                  </a:lnTo>
                  <a:lnTo>
                    <a:pt x="4949462" y="369559"/>
                  </a:lnTo>
                  <a:lnTo>
                    <a:pt x="4949556" y="369559"/>
                  </a:lnTo>
                  <a:lnTo>
                    <a:pt x="4949650" y="369559"/>
                  </a:lnTo>
                  <a:lnTo>
                    <a:pt x="4949744" y="369559"/>
                  </a:lnTo>
                  <a:lnTo>
                    <a:pt x="4949838" y="369559"/>
                  </a:lnTo>
                  <a:lnTo>
                    <a:pt x="4949932" y="369559"/>
                  </a:lnTo>
                  <a:lnTo>
                    <a:pt x="4950026" y="369559"/>
                  </a:lnTo>
                  <a:lnTo>
                    <a:pt x="4950120" y="369559"/>
                  </a:lnTo>
                  <a:lnTo>
                    <a:pt x="4950214" y="369559"/>
                  </a:lnTo>
                  <a:lnTo>
                    <a:pt x="4950308" y="369559"/>
                  </a:lnTo>
                  <a:lnTo>
                    <a:pt x="4950402" y="369559"/>
                  </a:lnTo>
                  <a:lnTo>
                    <a:pt x="4950496" y="369559"/>
                  </a:lnTo>
                  <a:lnTo>
                    <a:pt x="4950590" y="369559"/>
                  </a:lnTo>
                  <a:lnTo>
                    <a:pt x="4950684" y="369559"/>
                  </a:lnTo>
                  <a:lnTo>
                    <a:pt x="4950778" y="369559"/>
                  </a:lnTo>
                  <a:lnTo>
                    <a:pt x="4950778" y="364280"/>
                  </a:lnTo>
                  <a:lnTo>
                    <a:pt x="4950778" y="359000"/>
                  </a:lnTo>
                  <a:lnTo>
                    <a:pt x="4950872" y="359000"/>
                  </a:lnTo>
                  <a:lnTo>
                    <a:pt x="4950966" y="359000"/>
                  </a:lnTo>
                  <a:lnTo>
                    <a:pt x="4951060" y="359000"/>
                  </a:lnTo>
                  <a:lnTo>
                    <a:pt x="4951154" y="359000"/>
                  </a:lnTo>
                  <a:lnTo>
                    <a:pt x="4951249" y="359000"/>
                  </a:lnTo>
                  <a:lnTo>
                    <a:pt x="4951343" y="359000"/>
                  </a:lnTo>
                  <a:lnTo>
                    <a:pt x="4951437" y="359000"/>
                  </a:lnTo>
                  <a:lnTo>
                    <a:pt x="4951531" y="359000"/>
                  </a:lnTo>
                  <a:lnTo>
                    <a:pt x="4951625" y="359000"/>
                  </a:lnTo>
                  <a:lnTo>
                    <a:pt x="4951719" y="359000"/>
                  </a:lnTo>
                  <a:lnTo>
                    <a:pt x="4951719" y="353721"/>
                  </a:lnTo>
                  <a:lnTo>
                    <a:pt x="4951813" y="353721"/>
                  </a:lnTo>
                  <a:lnTo>
                    <a:pt x="4951907" y="353721"/>
                  </a:lnTo>
                  <a:lnTo>
                    <a:pt x="4952001" y="353721"/>
                  </a:lnTo>
                  <a:lnTo>
                    <a:pt x="4952095" y="353721"/>
                  </a:lnTo>
                  <a:lnTo>
                    <a:pt x="4952189" y="353721"/>
                  </a:lnTo>
                  <a:lnTo>
                    <a:pt x="4952283" y="353721"/>
                  </a:lnTo>
                  <a:lnTo>
                    <a:pt x="4952377" y="353721"/>
                  </a:lnTo>
                  <a:lnTo>
                    <a:pt x="4952471" y="353721"/>
                  </a:lnTo>
                  <a:lnTo>
                    <a:pt x="4952565" y="353721"/>
                  </a:lnTo>
                  <a:lnTo>
                    <a:pt x="4952659" y="353721"/>
                  </a:lnTo>
                  <a:lnTo>
                    <a:pt x="4952753" y="353721"/>
                  </a:lnTo>
                  <a:lnTo>
                    <a:pt x="4952847" y="353721"/>
                  </a:lnTo>
                  <a:lnTo>
                    <a:pt x="4952941" y="353721"/>
                  </a:lnTo>
                  <a:lnTo>
                    <a:pt x="4953035" y="353721"/>
                  </a:lnTo>
                  <a:lnTo>
                    <a:pt x="4953129" y="353721"/>
                  </a:lnTo>
                  <a:lnTo>
                    <a:pt x="4953223" y="353721"/>
                  </a:lnTo>
                  <a:lnTo>
                    <a:pt x="4953317" y="353721"/>
                  </a:lnTo>
                  <a:lnTo>
                    <a:pt x="4953411" y="353721"/>
                  </a:lnTo>
                  <a:lnTo>
                    <a:pt x="4953505" y="353721"/>
                  </a:lnTo>
                  <a:lnTo>
                    <a:pt x="4953599" y="353721"/>
                  </a:lnTo>
                  <a:lnTo>
                    <a:pt x="4953693" y="353721"/>
                  </a:lnTo>
                  <a:lnTo>
                    <a:pt x="4953787" y="353721"/>
                  </a:lnTo>
                  <a:lnTo>
                    <a:pt x="4953881" y="353721"/>
                  </a:lnTo>
                  <a:lnTo>
                    <a:pt x="4953975" y="353721"/>
                  </a:lnTo>
                  <a:lnTo>
                    <a:pt x="4954069" y="353721"/>
                  </a:lnTo>
                  <a:lnTo>
                    <a:pt x="4954163" y="353721"/>
                  </a:lnTo>
                  <a:lnTo>
                    <a:pt x="4954257" y="353721"/>
                  </a:lnTo>
                  <a:lnTo>
                    <a:pt x="4954351" y="353721"/>
                  </a:lnTo>
                  <a:lnTo>
                    <a:pt x="4954445" y="353721"/>
                  </a:lnTo>
                  <a:lnTo>
                    <a:pt x="4954539" y="353721"/>
                  </a:lnTo>
                  <a:lnTo>
                    <a:pt x="4954633" y="353721"/>
                  </a:lnTo>
                  <a:lnTo>
                    <a:pt x="4954727" y="353721"/>
                  </a:lnTo>
                  <a:lnTo>
                    <a:pt x="4954822" y="353721"/>
                  </a:lnTo>
                  <a:lnTo>
                    <a:pt x="4954916" y="353721"/>
                  </a:lnTo>
                  <a:lnTo>
                    <a:pt x="4955010" y="353721"/>
                  </a:lnTo>
                  <a:lnTo>
                    <a:pt x="4955104" y="353721"/>
                  </a:lnTo>
                  <a:lnTo>
                    <a:pt x="4955198" y="353721"/>
                  </a:lnTo>
                  <a:lnTo>
                    <a:pt x="4955292" y="353721"/>
                  </a:lnTo>
                  <a:lnTo>
                    <a:pt x="4955386" y="353721"/>
                  </a:lnTo>
                  <a:lnTo>
                    <a:pt x="4955480" y="353721"/>
                  </a:lnTo>
                  <a:lnTo>
                    <a:pt x="4955574" y="353721"/>
                  </a:lnTo>
                  <a:lnTo>
                    <a:pt x="4955668" y="353721"/>
                  </a:lnTo>
                  <a:lnTo>
                    <a:pt x="4955762" y="353721"/>
                  </a:lnTo>
                  <a:lnTo>
                    <a:pt x="4955856" y="353721"/>
                  </a:lnTo>
                  <a:lnTo>
                    <a:pt x="4955950" y="353721"/>
                  </a:lnTo>
                  <a:lnTo>
                    <a:pt x="4956044" y="353721"/>
                  </a:lnTo>
                  <a:lnTo>
                    <a:pt x="4956138" y="353721"/>
                  </a:lnTo>
                  <a:lnTo>
                    <a:pt x="4956232" y="353721"/>
                  </a:lnTo>
                  <a:lnTo>
                    <a:pt x="4956326" y="353721"/>
                  </a:lnTo>
                  <a:lnTo>
                    <a:pt x="4956420" y="353721"/>
                  </a:lnTo>
                  <a:lnTo>
                    <a:pt x="4956514" y="353721"/>
                  </a:lnTo>
                  <a:lnTo>
                    <a:pt x="4956608" y="353721"/>
                  </a:lnTo>
                  <a:lnTo>
                    <a:pt x="4956702" y="353721"/>
                  </a:lnTo>
                  <a:lnTo>
                    <a:pt x="4956796" y="353721"/>
                  </a:lnTo>
                  <a:lnTo>
                    <a:pt x="4956890" y="353721"/>
                  </a:lnTo>
                  <a:lnTo>
                    <a:pt x="4956984" y="353721"/>
                  </a:lnTo>
                  <a:lnTo>
                    <a:pt x="4957078" y="353721"/>
                  </a:lnTo>
                  <a:lnTo>
                    <a:pt x="4957172" y="353721"/>
                  </a:lnTo>
                  <a:lnTo>
                    <a:pt x="4957266" y="353721"/>
                  </a:lnTo>
                  <a:lnTo>
                    <a:pt x="4957360" y="353721"/>
                  </a:lnTo>
                  <a:lnTo>
                    <a:pt x="4957454" y="353721"/>
                  </a:lnTo>
                  <a:lnTo>
                    <a:pt x="4957548" y="353721"/>
                  </a:lnTo>
                  <a:lnTo>
                    <a:pt x="4957642" y="353721"/>
                  </a:lnTo>
                  <a:lnTo>
                    <a:pt x="4957736" y="353721"/>
                  </a:lnTo>
                  <a:lnTo>
                    <a:pt x="4957830" y="353721"/>
                  </a:lnTo>
                  <a:lnTo>
                    <a:pt x="4957924" y="353721"/>
                  </a:lnTo>
                  <a:lnTo>
                    <a:pt x="4958018" y="353721"/>
                  </a:lnTo>
                  <a:lnTo>
                    <a:pt x="4958112" y="353721"/>
                  </a:lnTo>
                  <a:lnTo>
                    <a:pt x="4958206" y="353721"/>
                  </a:lnTo>
                  <a:lnTo>
                    <a:pt x="4958301" y="353721"/>
                  </a:lnTo>
                  <a:lnTo>
                    <a:pt x="4958395" y="353721"/>
                  </a:lnTo>
                  <a:lnTo>
                    <a:pt x="4958489" y="353721"/>
                  </a:lnTo>
                  <a:lnTo>
                    <a:pt x="4958583" y="353721"/>
                  </a:lnTo>
                  <a:lnTo>
                    <a:pt x="4958677" y="353721"/>
                  </a:lnTo>
                  <a:lnTo>
                    <a:pt x="4958771" y="353721"/>
                  </a:lnTo>
                  <a:lnTo>
                    <a:pt x="4958865" y="353721"/>
                  </a:lnTo>
                  <a:lnTo>
                    <a:pt x="4958959" y="353721"/>
                  </a:lnTo>
                  <a:lnTo>
                    <a:pt x="4959053" y="353721"/>
                  </a:lnTo>
                  <a:lnTo>
                    <a:pt x="4959147" y="353721"/>
                  </a:lnTo>
                  <a:lnTo>
                    <a:pt x="4959241" y="353721"/>
                  </a:lnTo>
                  <a:lnTo>
                    <a:pt x="4959335" y="353721"/>
                  </a:lnTo>
                  <a:lnTo>
                    <a:pt x="4959429" y="353721"/>
                  </a:lnTo>
                  <a:lnTo>
                    <a:pt x="4959523" y="353721"/>
                  </a:lnTo>
                  <a:lnTo>
                    <a:pt x="4959617" y="353721"/>
                  </a:lnTo>
                  <a:lnTo>
                    <a:pt x="4959711" y="353721"/>
                  </a:lnTo>
                  <a:lnTo>
                    <a:pt x="4959805" y="353721"/>
                  </a:lnTo>
                  <a:lnTo>
                    <a:pt x="4959899" y="353721"/>
                  </a:lnTo>
                  <a:lnTo>
                    <a:pt x="4959993" y="353721"/>
                  </a:lnTo>
                  <a:lnTo>
                    <a:pt x="4960087" y="353721"/>
                  </a:lnTo>
                  <a:lnTo>
                    <a:pt x="4960181" y="353721"/>
                  </a:lnTo>
                  <a:lnTo>
                    <a:pt x="4960275" y="353721"/>
                  </a:lnTo>
                  <a:lnTo>
                    <a:pt x="4960369" y="353721"/>
                  </a:lnTo>
                  <a:lnTo>
                    <a:pt x="4960463" y="353721"/>
                  </a:lnTo>
                  <a:lnTo>
                    <a:pt x="4960557" y="353721"/>
                  </a:lnTo>
                  <a:lnTo>
                    <a:pt x="4960651" y="353721"/>
                  </a:lnTo>
                  <a:lnTo>
                    <a:pt x="4960745" y="353721"/>
                  </a:lnTo>
                  <a:lnTo>
                    <a:pt x="4960839" y="353721"/>
                  </a:lnTo>
                  <a:lnTo>
                    <a:pt x="4960933" y="353721"/>
                  </a:lnTo>
                  <a:lnTo>
                    <a:pt x="4961027" y="353721"/>
                  </a:lnTo>
                  <a:lnTo>
                    <a:pt x="4961121" y="353721"/>
                  </a:lnTo>
                  <a:lnTo>
                    <a:pt x="4961215" y="353721"/>
                  </a:lnTo>
                  <a:lnTo>
                    <a:pt x="4961309" y="353721"/>
                  </a:lnTo>
                  <a:lnTo>
                    <a:pt x="4961403" y="353721"/>
                  </a:lnTo>
                  <a:lnTo>
                    <a:pt x="4961497" y="353721"/>
                  </a:lnTo>
                  <a:lnTo>
                    <a:pt x="4961591" y="353721"/>
                  </a:lnTo>
                  <a:lnTo>
                    <a:pt x="4961685" y="353721"/>
                  </a:lnTo>
                  <a:lnTo>
                    <a:pt x="4961779" y="353721"/>
                  </a:lnTo>
                  <a:lnTo>
                    <a:pt x="4961874" y="353721"/>
                  </a:lnTo>
                  <a:lnTo>
                    <a:pt x="4961968" y="353721"/>
                  </a:lnTo>
                  <a:lnTo>
                    <a:pt x="4962062" y="353721"/>
                  </a:lnTo>
                  <a:lnTo>
                    <a:pt x="4962156" y="353721"/>
                  </a:lnTo>
                  <a:lnTo>
                    <a:pt x="4962250" y="353721"/>
                  </a:lnTo>
                  <a:lnTo>
                    <a:pt x="4962344" y="353721"/>
                  </a:lnTo>
                  <a:lnTo>
                    <a:pt x="4962438" y="353721"/>
                  </a:lnTo>
                  <a:lnTo>
                    <a:pt x="4962532" y="353721"/>
                  </a:lnTo>
                  <a:lnTo>
                    <a:pt x="4962626" y="353721"/>
                  </a:lnTo>
                  <a:lnTo>
                    <a:pt x="4962720" y="353721"/>
                  </a:lnTo>
                  <a:lnTo>
                    <a:pt x="4962814" y="353721"/>
                  </a:lnTo>
                  <a:lnTo>
                    <a:pt x="4962908" y="353721"/>
                  </a:lnTo>
                  <a:lnTo>
                    <a:pt x="4963002" y="353721"/>
                  </a:lnTo>
                  <a:lnTo>
                    <a:pt x="4963096" y="353721"/>
                  </a:lnTo>
                  <a:lnTo>
                    <a:pt x="4963190" y="353721"/>
                  </a:lnTo>
                  <a:lnTo>
                    <a:pt x="4963284" y="353721"/>
                  </a:lnTo>
                  <a:lnTo>
                    <a:pt x="4963378" y="353721"/>
                  </a:lnTo>
                  <a:lnTo>
                    <a:pt x="4963472" y="353721"/>
                  </a:lnTo>
                  <a:lnTo>
                    <a:pt x="4963566" y="353721"/>
                  </a:lnTo>
                  <a:lnTo>
                    <a:pt x="4963660" y="353721"/>
                  </a:lnTo>
                  <a:lnTo>
                    <a:pt x="4963754" y="353721"/>
                  </a:lnTo>
                  <a:lnTo>
                    <a:pt x="4963848" y="353721"/>
                  </a:lnTo>
                  <a:lnTo>
                    <a:pt x="4963942" y="353721"/>
                  </a:lnTo>
                  <a:lnTo>
                    <a:pt x="4964036" y="353721"/>
                  </a:lnTo>
                  <a:lnTo>
                    <a:pt x="4964130" y="353721"/>
                  </a:lnTo>
                  <a:lnTo>
                    <a:pt x="4964224" y="353721"/>
                  </a:lnTo>
                  <a:lnTo>
                    <a:pt x="4964318" y="353721"/>
                  </a:lnTo>
                  <a:lnTo>
                    <a:pt x="4964412" y="353721"/>
                  </a:lnTo>
                  <a:lnTo>
                    <a:pt x="4964506" y="353721"/>
                  </a:lnTo>
                  <a:lnTo>
                    <a:pt x="4964600" y="353721"/>
                  </a:lnTo>
                  <a:lnTo>
                    <a:pt x="4964694" y="353721"/>
                  </a:lnTo>
                  <a:lnTo>
                    <a:pt x="4964788" y="353721"/>
                  </a:lnTo>
                  <a:lnTo>
                    <a:pt x="4964882" y="353721"/>
                  </a:lnTo>
                  <a:lnTo>
                    <a:pt x="4964976" y="353721"/>
                  </a:lnTo>
                  <a:lnTo>
                    <a:pt x="4965070" y="353721"/>
                  </a:lnTo>
                  <a:lnTo>
                    <a:pt x="4965164" y="353721"/>
                  </a:lnTo>
                  <a:lnTo>
                    <a:pt x="4965258" y="353721"/>
                  </a:lnTo>
                  <a:lnTo>
                    <a:pt x="4965352" y="353721"/>
                  </a:lnTo>
                  <a:lnTo>
                    <a:pt x="4965447" y="353721"/>
                  </a:lnTo>
                  <a:lnTo>
                    <a:pt x="4965541" y="353721"/>
                  </a:lnTo>
                  <a:lnTo>
                    <a:pt x="4965635" y="353721"/>
                  </a:lnTo>
                  <a:lnTo>
                    <a:pt x="4965729" y="353721"/>
                  </a:lnTo>
                  <a:lnTo>
                    <a:pt x="4965823" y="353721"/>
                  </a:lnTo>
                  <a:lnTo>
                    <a:pt x="4965917" y="353721"/>
                  </a:lnTo>
                  <a:lnTo>
                    <a:pt x="4966011" y="353721"/>
                  </a:lnTo>
                  <a:lnTo>
                    <a:pt x="4966105" y="353721"/>
                  </a:lnTo>
                  <a:lnTo>
                    <a:pt x="4966199" y="353721"/>
                  </a:lnTo>
                  <a:lnTo>
                    <a:pt x="4966293" y="353721"/>
                  </a:lnTo>
                  <a:lnTo>
                    <a:pt x="4966387" y="353721"/>
                  </a:lnTo>
                  <a:lnTo>
                    <a:pt x="4966481" y="353721"/>
                  </a:lnTo>
                  <a:lnTo>
                    <a:pt x="4966575" y="353721"/>
                  </a:lnTo>
                  <a:lnTo>
                    <a:pt x="4966669" y="353721"/>
                  </a:lnTo>
                  <a:lnTo>
                    <a:pt x="4966763" y="353721"/>
                  </a:lnTo>
                  <a:lnTo>
                    <a:pt x="4966857" y="353721"/>
                  </a:lnTo>
                  <a:lnTo>
                    <a:pt x="4966951" y="353721"/>
                  </a:lnTo>
                  <a:lnTo>
                    <a:pt x="4967045" y="353721"/>
                  </a:lnTo>
                  <a:lnTo>
                    <a:pt x="4967139" y="353721"/>
                  </a:lnTo>
                  <a:lnTo>
                    <a:pt x="4967233" y="353721"/>
                  </a:lnTo>
                  <a:lnTo>
                    <a:pt x="4967327" y="353721"/>
                  </a:lnTo>
                  <a:lnTo>
                    <a:pt x="4967421" y="353721"/>
                  </a:lnTo>
                  <a:lnTo>
                    <a:pt x="4967515" y="353721"/>
                  </a:lnTo>
                  <a:lnTo>
                    <a:pt x="4967609" y="353721"/>
                  </a:lnTo>
                  <a:lnTo>
                    <a:pt x="4967703" y="353721"/>
                  </a:lnTo>
                  <a:lnTo>
                    <a:pt x="4967703" y="348441"/>
                  </a:lnTo>
                  <a:lnTo>
                    <a:pt x="4967797" y="348441"/>
                  </a:lnTo>
                  <a:lnTo>
                    <a:pt x="4967891" y="348441"/>
                  </a:lnTo>
                  <a:lnTo>
                    <a:pt x="4967985" y="348441"/>
                  </a:lnTo>
                  <a:lnTo>
                    <a:pt x="4968079" y="348441"/>
                  </a:lnTo>
                  <a:lnTo>
                    <a:pt x="4968173" y="348441"/>
                  </a:lnTo>
                  <a:lnTo>
                    <a:pt x="4968267" y="348441"/>
                  </a:lnTo>
                  <a:lnTo>
                    <a:pt x="4968361" y="348441"/>
                  </a:lnTo>
                  <a:lnTo>
                    <a:pt x="4968455" y="348441"/>
                  </a:lnTo>
                  <a:lnTo>
                    <a:pt x="4968549" y="348441"/>
                  </a:lnTo>
                  <a:lnTo>
                    <a:pt x="4968643" y="348441"/>
                  </a:lnTo>
                  <a:lnTo>
                    <a:pt x="4968737" y="348441"/>
                  </a:lnTo>
                  <a:lnTo>
                    <a:pt x="4968831" y="348441"/>
                  </a:lnTo>
                  <a:lnTo>
                    <a:pt x="4968926" y="348441"/>
                  </a:lnTo>
                  <a:lnTo>
                    <a:pt x="4969020" y="348441"/>
                  </a:lnTo>
                  <a:lnTo>
                    <a:pt x="4969114" y="348441"/>
                  </a:lnTo>
                  <a:lnTo>
                    <a:pt x="4969208" y="348441"/>
                  </a:lnTo>
                  <a:lnTo>
                    <a:pt x="4969302" y="348441"/>
                  </a:lnTo>
                  <a:lnTo>
                    <a:pt x="4969396" y="348441"/>
                  </a:lnTo>
                  <a:lnTo>
                    <a:pt x="4969490" y="348441"/>
                  </a:lnTo>
                  <a:lnTo>
                    <a:pt x="4969584" y="348441"/>
                  </a:lnTo>
                  <a:lnTo>
                    <a:pt x="4969678" y="348441"/>
                  </a:lnTo>
                  <a:lnTo>
                    <a:pt x="4969772" y="348441"/>
                  </a:lnTo>
                  <a:lnTo>
                    <a:pt x="4969866" y="348441"/>
                  </a:lnTo>
                  <a:lnTo>
                    <a:pt x="4969960" y="348441"/>
                  </a:lnTo>
                  <a:lnTo>
                    <a:pt x="4970054" y="348441"/>
                  </a:lnTo>
                  <a:lnTo>
                    <a:pt x="4970148" y="348441"/>
                  </a:lnTo>
                  <a:lnTo>
                    <a:pt x="4970242" y="348441"/>
                  </a:lnTo>
                  <a:lnTo>
                    <a:pt x="4970336" y="348441"/>
                  </a:lnTo>
                  <a:lnTo>
                    <a:pt x="4970430" y="348441"/>
                  </a:lnTo>
                  <a:lnTo>
                    <a:pt x="4970524" y="348441"/>
                  </a:lnTo>
                  <a:lnTo>
                    <a:pt x="4970618" y="348441"/>
                  </a:lnTo>
                  <a:lnTo>
                    <a:pt x="4970712" y="348441"/>
                  </a:lnTo>
                  <a:lnTo>
                    <a:pt x="4970806" y="348441"/>
                  </a:lnTo>
                  <a:lnTo>
                    <a:pt x="4970900" y="348441"/>
                  </a:lnTo>
                  <a:lnTo>
                    <a:pt x="4970994" y="348441"/>
                  </a:lnTo>
                  <a:lnTo>
                    <a:pt x="4971088" y="348441"/>
                  </a:lnTo>
                  <a:lnTo>
                    <a:pt x="4971182" y="348441"/>
                  </a:lnTo>
                  <a:lnTo>
                    <a:pt x="4971276" y="348441"/>
                  </a:lnTo>
                  <a:lnTo>
                    <a:pt x="4971370" y="348441"/>
                  </a:lnTo>
                  <a:lnTo>
                    <a:pt x="4971464" y="348441"/>
                  </a:lnTo>
                  <a:lnTo>
                    <a:pt x="4971558" y="348441"/>
                  </a:lnTo>
                  <a:lnTo>
                    <a:pt x="4971652" y="348441"/>
                  </a:lnTo>
                  <a:lnTo>
                    <a:pt x="4971746" y="348441"/>
                  </a:lnTo>
                  <a:lnTo>
                    <a:pt x="4971840" y="348441"/>
                  </a:lnTo>
                  <a:lnTo>
                    <a:pt x="4971934" y="348441"/>
                  </a:lnTo>
                  <a:lnTo>
                    <a:pt x="4972028" y="348441"/>
                  </a:lnTo>
                  <a:lnTo>
                    <a:pt x="4972122" y="348441"/>
                  </a:lnTo>
                  <a:lnTo>
                    <a:pt x="4972216" y="348441"/>
                  </a:lnTo>
                  <a:lnTo>
                    <a:pt x="4972310" y="348441"/>
                  </a:lnTo>
                  <a:lnTo>
                    <a:pt x="4972404" y="348441"/>
                  </a:lnTo>
                  <a:lnTo>
                    <a:pt x="4972499" y="348441"/>
                  </a:lnTo>
                  <a:lnTo>
                    <a:pt x="4972593" y="348441"/>
                  </a:lnTo>
                  <a:lnTo>
                    <a:pt x="4972687" y="348441"/>
                  </a:lnTo>
                  <a:lnTo>
                    <a:pt x="4972781" y="348441"/>
                  </a:lnTo>
                  <a:lnTo>
                    <a:pt x="4972875" y="348441"/>
                  </a:lnTo>
                  <a:lnTo>
                    <a:pt x="4972969" y="348441"/>
                  </a:lnTo>
                  <a:lnTo>
                    <a:pt x="4973063" y="348441"/>
                  </a:lnTo>
                  <a:lnTo>
                    <a:pt x="4973157" y="348441"/>
                  </a:lnTo>
                  <a:lnTo>
                    <a:pt x="4973251" y="348441"/>
                  </a:lnTo>
                  <a:lnTo>
                    <a:pt x="4973345" y="348441"/>
                  </a:lnTo>
                  <a:lnTo>
                    <a:pt x="4973439" y="348441"/>
                  </a:lnTo>
                  <a:lnTo>
                    <a:pt x="4973533" y="348441"/>
                  </a:lnTo>
                  <a:lnTo>
                    <a:pt x="4973627" y="348441"/>
                  </a:lnTo>
                  <a:lnTo>
                    <a:pt x="4973721" y="348441"/>
                  </a:lnTo>
                  <a:lnTo>
                    <a:pt x="4973815" y="348441"/>
                  </a:lnTo>
                  <a:lnTo>
                    <a:pt x="4973909" y="348441"/>
                  </a:lnTo>
                  <a:lnTo>
                    <a:pt x="4974003" y="348441"/>
                  </a:lnTo>
                  <a:lnTo>
                    <a:pt x="4974097" y="348441"/>
                  </a:lnTo>
                  <a:lnTo>
                    <a:pt x="4974191" y="348441"/>
                  </a:lnTo>
                  <a:lnTo>
                    <a:pt x="4974285" y="348441"/>
                  </a:lnTo>
                  <a:lnTo>
                    <a:pt x="4974379" y="348441"/>
                  </a:lnTo>
                  <a:lnTo>
                    <a:pt x="4974473" y="348441"/>
                  </a:lnTo>
                  <a:lnTo>
                    <a:pt x="4974567" y="348441"/>
                  </a:lnTo>
                  <a:lnTo>
                    <a:pt x="4974661" y="348441"/>
                  </a:lnTo>
                  <a:lnTo>
                    <a:pt x="4974755" y="348441"/>
                  </a:lnTo>
                  <a:lnTo>
                    <a:pt x="4974849" y="348441"/>
                  </a:lnTo>
                  <a:lnTo>
                    <a:pt x="4974943" y="348441"/>
                  </a:lnTo>
                  <a:lnTo>
                    <a:pt x="4975037" y="348441"/>
                  </a:lnTo>
                  <a:lnTo>
                    <a:pt x="4975131" y="348441"/>
                  </a:lnTo>
                  <a:lnTo>
                    <a:pt x="4975225" y="348441"/>
                  </a:lnTo>
                  <a:lnTo>
                    <a:pt x="4975319" y="348441"/>
                  </a:lnTo>
                  <a:lnTo>
                    <a:pt x="4975413" y="348441"/>
                  </a:lnTo>
                  <a:lnTo>
                    <a:pt x="4975507" y="348441"/>
                  </a:lnTo>
                  <a:lnTo>
                    <a:pt x="4975601" y="348441"/>
                  </a:lnTo>
                  <a:lnTo>
                    <a:pt x="4975695" y="348441"/>
                  </a:lnTo>
                  <a:lnTo>
                    <a:pt x="4975789" y="348441"/>
                  </a:lnTo>
                  <a:lnTo>
                    <a:pt x="4975883" y="348441"/>
                  </a:lnTo>
                  <a:lnTo>
                    <a:pt x="4975977" y="348441"/>
                  </a:lnTo>
                  <a:lnTo>
                    <a:pt x="4976072" y="348441"/>
                  </a:lnTo>
                  <a:lnTo>
                    <a:pt x="4976166" y="348441"/>
                  </a:lnTo>
                  <a:lnTo>
                    <a:pt x="4976260" y="348441"/>
                  </a:lnTo>
                  <a:lnTo>
                    <a:pt x="4976354" y="348441"/>
                  </a:lnTo>
                  <a:lnTo>
                    <a:pt x="4976448" y="348441"/>
                  </a:lnTo>
                  <a:lnTo>
                    <a:pt x="4976542" y="348441"/>
                  </a:lnTo>
                  <a:lnTo>
                    <a:pt x="4976636" y="348441"/>
                  </a:lnTo>
                  <a:lnTo>
                    <a:pt x="4976730" y="348441"/>
                  </a:lnTo>
                  <a:lnTo>
                    <a:pt x="4976824" y="348441"/>
                  </a:lnTo>
                  <a:lnTo>
                    <a:pt x="4976918" y="348441"/>
                  </a:lnTo>
                  <a:lnTo>
                    <a:pt x="4977012" y="348441"/>
                  </a:lnTo>
                  <a:lnTo>
                    <a:pt x="4977106" y="348441"/>
                  </a:lnTo>
                  <a:lnTo>
                    <a:pt x="4977200" y="348441"/>
                  </a:lnTo>
                  <a:lnTo>
                    <a:pt x="4977200" y="343162"/>
                  </a:lnTo>
                  <a:lnTo>
                    <a:pt x="4977294" y="343162"/>
                  </a:lnTo>
                  <a:lnTo>
                    <a:pt x="4977388" y="343162"/>
                  </a:lnTo>
                  <a:lnTo>
                    <a:pt x="4977482" y="343162"/>
                  </a:lnTo>
                  <a:lnTo>
                    <a:pt x="4977576" y="343162"/>
                  </a:lnTo>
                  <a:lnTo>
                    <a:pt x="4977670" y="343162"/>
                  </a:lnTo>
                  <a:lnTo>
                    <a:pt x="4977764" y="343162"/>
                  </a:lnTo>
                  <a:lnTo>
                    <a:pt x="4977858" y="343162"/>
                  </a:lnTo>
                  <a:lnTo>
                    <a:pt x="4977952" y="343162"/>
                  </a:lnTo>
                  <a:lnTo>
                    <a:pt x="4978046" y="343162"/>
                  </a:lnTo>
                  <a:lnTo>
                    <a:pt x="4978140" y="343162"/>
                  </a:lnTo>
                  <a:lnTo>
                    <a:pt x="4978234" y="343162"/>
                  </a:lnTo>
                  <a:lnTo>
                    <a:pt x="4978328" y="343162"/>
                  </a:lnTo>
                  <a:lnTo>
                    <a:pt x="4978422" y="343162"/>
                  </a:lnTo>
                  <a:lnTo>
                    <a:pt x="4978516" y="343162"/>
                  </a:lnTo>
                  <a:lnTo>
                    <a:pt x="4978610" y="343162"/>
                  </a:lnTo>
                  <a:lnTo>
                    <a:pt x="4978704" y="343162"/>
                  </a:lnTo>
                  <a:lnTo>
                    <a:pt x="4978798" y="343162"/>
                  </a:lnTo>
                  <a:lnTo>
                    <a:pt x="4978892" y="343162"/>
                  </a:lnTo>
                  <a:lnTo>
                    <a:pt x="4978986" y="343162"/>
                  </a:lnTo>
                  <a:lnTo>
                    <a:pt x="4979080" y="343162"/>
                  </a:lnTo>
                  <a:lnTo>
                    <a:pt x="4979174" y="343162"/>
                  </a:lnTo>
                  <a:lnTo>
                    <a:pt x="4979268" y="343162"/>
                  </a:lnTo>
                  <a:lnTo>
                    <a:pt x="4979362" y="343162"/>
                  </a:lnTo>
                  <a:lnTo>
                    <a:pt x="4979456" y="343162"/>
                  </a:lnTo>
                  <a:lnTo>
                    <a:pt x="4979550" y="343162"/>
                  </a:lnTo>
                  <a:lnTo>
                    <a:pt x="4979645" y="343162"/>
                  </a:lnTo>
                  <a:lnTo>
                    <a:pt x="4979739" y="343162"/>
                  </a:lnTo>
                  <a:lnTo>
                    <a:pt x="4979833" y="343162"/>
                  </a:lnTo>
                  <a:lnTo>
                    <a:pt x="4979927" y="343162"/>
                  </a:lnTo>
                  <a:lnTo>
                    <a:pt x="4980021" y="343162"/>
                  </a:lnTo>
                  <a:lnTo>
                    <a:pt x="4980115" y="343162"/>
                  </a:lnTo>
                  <a:lnTo>
                    <a:pt x="4980209" y="343162"/>
                  </a:lnTo>
                  <a:lnTo>
                    <a:pt x="4980303" y="343162"/>
                  </a:lnTo>
                  <a:lnTo>
                    <a:pt x="4980397" y="343162"/>
                  </a:lnTo>
                  <a:lnTo>
                    <a:pt x="4980491" y="343162"/>
                  </a:lnTo>
                  <a:lnTo>
                    <a:pt x="4980585" y="343162"/>
                  </a:lnTo>
                  <a:lnTo>
                    <a:pt x="4980679" y="343162"/>
                  </a:lnTo>
                  <a:lnTo>
                    <a:pt x="4980679" y="337882"/>
                  </a:lnTo>
                  <a:lnTo>
                    <a:pt x="4980773" y="337882"/>
                  </a:lnTo>
                  <a:lnTo>
                    <a:pt x="4980867" y="337882"/>
                  </a:lnTo>
                  <a:lnTo>
                    <a:pt x="4980961" y="337882"/>
                  </a:lnTo>
                  <a:lnTo>
                    <a:pt x="4981055" y="337882"/>
                  </a:lnTo>
                  <a:lnTo>
                    <a:pt x="4981149" y="337882"/>
                  </a:lnTo>
                  <a:lnTo>
                    <a:pt x="4981243" y="337882"/>
                  </a:lnTo>
                  <a:lnTo>
                    <a:pt x="4981337" y="337882"/>
                  </a:lnTo>
                  <a:lnTo>
                    <a:pt x="4981431" y="337882"/>
                  </a:lnTo>
                  <a:lnTo>
                    <a:pt x="4981525" y="337882"/>
                  </a:lnTo>
                  <a:lnTo>
                    <a:pt x="4981619" y="337882"/>
                  </a:lnTo>
                  <a:lnTo>
                    <a:pt x="4981713" y="337882"/>
                  </a:lnTo>
                  <a:lnTo>
                    <a:pt x="4981807" y="337882"/>
                  </a:lnTo>
                  <a:lnTo>
                    <a:pt x="4981901" y="337882"/>
                  </a:lnTo>
                  <a:lnTo>
                    <a:pt x="4981995" y="337882"/>
                  </a:lnTo>
                  <a:lnTo>
                    <a:pt x="4982089" y="337882"/>
                  </a:lnTo>
                  <a:lnTo>
                    <a:pt x="4982183" y="337882"/>
                  </a:lnTo>
                  <a:lnTo>
                    <a:pt x="4982277" y="337882"/>
                  </a:lnTo>
                  <a:lnTo>
                    <a:pt x="4982371" y="337882"/>
                  </a:lnTo>
                  <a:lnTo>
                    <a:pt x="4982465" y="337882"/>
                  </a:lnTo>
                  <a:lnTo>
                    <a:pt x="4982559" y="337882"/>
                  </a:lnTo>
                  <a:lnTo>
                    <a:pt x="4982653" y="337882"/>
                  </a:lnTo>
                  <a:lnTo>
                    <a:pt x="4982747" y="337882"/>
                  </a:lnTo>
                  <a:lnTo>
                    <a:pt x="4982841" y="337882"/>
                  </a:lnTo>
                  <a:lnTo>
                    <a:pt x="4982935" y="337882"/>
                  </a:lnTo>
                  <a:lnTo>
                    <a:pt x="4983029" y="337882"/>
                  </a:lnTo>
                  <a:lnTo>
                    <a:pt x="4983124" y="337882"/>
                  </a:lnTo>
                  <a:lnTo>
                    <a:pt x="4983218" y="337882"/>
                  </a:lnTo>
                  <a:lnTo>
                    <a:pt x="4983312" y="337882"/>
                  </a:lnTo>
                  <a:lnTo>
                    <a:pt x="4983406" y="337882"/>
                  </a:lnTo>
                  <a:lnTo>
                    <a:pt x="4983500" y="337882"/>
                  </a:lnTo>
                  <a:lnTo>
                    <a:pt x="4983594" y="337882"/>
                  </a:lnTo>
                  <a:lnTo>
                    <a:pt x="4983688" y="337882"/>
                  </a:lnTo>
                  <a:lnTo>
                    <a:pt x="4983782" y="337882"/>
                  </a:lnTo>
                  <a:lnTo>
                    <a:pt x="4983876" y="337882"/>
                  </a:lnTo>
                  <a:lnTo>
                    <a:pt x="4983970" y="337882"/>
                  </a:lnTo>
                  <a:lnTo>
                    <a:pt x="4984064" y="337882"/>
                  </a:lnTo>
                  <a:lnTo>
                    <a:pt x="4984158" y="337882"/>
                  </a:lnTo>
                  <a:lnTo>
                    <a:pt x="4984252" y="337882"/>
                  </a:lnTo>
                  <a:lnTo>
                    <a:pt x="4984346" y="337882"/>
                  </a:lnTo>
                  <a:lnTo>
                    <a:pt x="4984440" y="337882"/>
                  </a:lnTo>
                  <a:lnTo>
                    <a:pt x="4984534" y="337882"/>
                  </a:lnTo>
                  <a:lnTo>
                    <a:pt x="4984628" y="337882"/>
                  </a:lnTo>
                  <a:lnTo>
                    <a:pt x="4984722" y="337882"/>
                  </a:lnTo>
                  <a:lnTo>
                    <a:pt x="4984816" y="337882"/>
                  </a:lnTo>
                  <a:lnTo>
                    <a:pt x="4984910" y="337882"/>
                  </a:lnTo>
                  <a:lnTo>
                    <a:pt x="4985004" y="337882"/>
                  </a:lnTo>
                  <a:lnTo>
                    <a:pt x="4985098" y="337882"/>
                  </a:lnTo>
                  <a:lnTo>
                    <a:pt x="4985192" y="337882"/>
                  </a:lnTo>
                  <a:lnTo>
                    <a:pt x="4985286" y="337882"/>
                  </a:lnTo>
                  <a:lnTo>
                    <a:pt x="4985380" y="337882"/>
                  </a:lnTo>
                  <a:lnTo>
                    <a:pt x="4985474" y="337882"/>
                  </a:lnTo>
                  <a:lnTo>
                    <a:pt x="4985568" y="337882"/>
                  </a:lnTo>
                  <a:lnTo>
                    <a:pt x="4985662" y="337882"/>
                  </a:lnTo>
                  <a:lnTo>
                    <a:pt x="4985756" y="337882"/>
                  </a:lnTo>
                  <a:lnTo>
                    <a:pt x="4985850" y="337882"/>
                  </a:lnTo>
                  <a:lnTo>
                    <a:pt x="4985944" y="337882"/>
                  </a:lnTo>
                  <a:lnTo>
                    <a:pt x="4986038" y="337882"/>
                  </a:lnTo>
                  <a:lnTo>
                    <a:pt x="4986132" y="337882"/>
                  </a:lnTo>
                  <a:lnTo>
                    <a:pt x="4986226" y="337882"/>
                  </a:lnTo>
                  <a:lnTo>
                    <a:pt x="4986320" y="337882"/>
                  </a:lnTo>
                  <a:lnTo>
                    <a:pt x="4986414" y="337882"/>
                  </a:lnTo>
                  <a:lnTo>
                    <a:pt x="4986508" y="337882"/>
                  </a:lnTo>
                  <a:lnTo>
                    <a:pt x="4986602" y="337882"/>
                  </a:lnTo>
                  <a:lnTo>
                    <a:pt x="4986697" y="337882"/>
                  </a:lnTo>
                  <a:lnTo>
                    <a:pt x="4986791" y="337882"/>
                  </a:lnTo>
                  <a:lnTo>
                    <a:pt x="4986885" y="337882"/>
                  </a:lnTo>
                  <a:lnTo>
                    <a:pt x="4986979" y="337882"/>
                  </a:lnTo>
                  <a:lnTo>
                    <a:pt x="4987073" y="337882"/>
                  </a:lnTo>
                  <a:lnTo>
                    <a:pt x="4987167" y="337882"/>
                  </a:lnTo>
                  <a:lnTo>
                    <a:pt x="4987261" y="337882"/>
                  </a:lnTo>
                  <a:lnTo>
                    <a:pt x="4987355" y="337882"/>
                  </a:lnTo>
                  <a:lnTo>
                    <a:pt x="4987449" y="337882"/>
                  </a:lnTo>
                  <a:lnTo>
                    <a:pt x="4987543" y="337882"/>
                  </a:lnTo>
                  <a:lnTo>
                    <a:pt x="4987637" y="337882"/>
                  </a:lnTo>
                  <a:lnTo>
                    <a:pt x="4987731" y="337882"/>
                  </a:lnTo>
                  <a:lnTo>
                    <a:pt x="4987825" y="337882"/>
                  </a:lnTo>
                  <a:lnTo>
                    <a:pt x="4987919" y="337882"/>
                  </a:lnTo>
                  <a:lnTo>
                    <a:pt x="4988013" y="337882"/>
                  </a:lnTo>
                  <a:lnTo>
                    <a:pt x="4988107" y="337882"/>
                  </a:lnTo>
                  <a:lnTo>
                    <a:pt x="4988201" y="337882"/>
                  </a:lnTo>
                  <a:lnTo>
                    <a:pt x="4988295" y="337882"/>
                  </a:lnTo>
                  <a:lnTo>
                    <a:pt x="4988389" y="337882"/>
                  </a:lnTo>
                  <a:lnTo>
                    <a:pt x="4988483" y="337882"/>
                  </a:lnTo>
                  <a:lnTo>
                    <a:pt x="4988577" y="337882"/>
                  </a:lnTo>
                  <a:lnTo>
                    <a:pt x="4988671" y="337882"/>
                  </a:lnTo>
                  <a:lnTo>
                    <a:pt x="4988765" y="337882"/>
                  </a:lnTo>
                  <a:lnTo>
                    <a:pt x="4988859" y="337882"/>
                  </a:lnTo>
                  <a:lnTo>
                    <a:pt x="4988953" y="337882"/>
                  </a:lnTo>
                  <a:lnTo>
                    <a:pt x="4989047" y="337882"/>
                  </a:lnTo>
                  <a:lnTo>
                    <a:pt x="4989141" y="337882"/>
                  </a:lnTo>
                  <a:lnTo>
                    <a:pt x="4989235" y="337882"/>
                  </a:lnTo>
                  <a:lnTo>
                    <a:pt x="4989329" y="337882"/>
                  </a:lnTo>
                  <a:lnTo>
                    <a:pt x="4989423" y="337882"/>
                  </a:lnTo>
                  <a:lnTo>
                    <a:pt x="4989517" y="337882"/>
                  </a:lnTo>
                  <a:lnTo>
                    <a:pt x="4989611" y="337882"/>
                  </a:lnTo>
                  <a:lnTo>
                    <a:pt x="4989705" y="337882"/>
                  </a:lnTo>
                  <a:lnTo>
                    <a:pt x="4989799" y="337882"/>
                  </a:lnTo>
                  <a:lnTo>
                    <a:pt x="4989893" y="337882"/>
                  </a:lnTo>
                  <a:lnTo>
                    <a:pt x="4989987" y="337882"/>
                  </a:lnTo>
                  <a:lnTo>
                    <a:pt x="4990081" y="337882"/>
                  </a:lnTo>
                  <a:lnTo>
                    <a:pt x="4990175" y="337882"/>
                  </a:lnTo>
                  <a:lnTo>
                    <a:pt x="4990270" y="337882"/>
                  </a:lnTo>
                  <a:lnTo>
                    <a:pt x="4990364" y="337882"/>
                  </a:lnTo>
                  <a:lnTo>
                    <a:pt x="4990458" y="337882"/>
                  </a:lnTo>
                  <a:lnTo>
                    <a:pt x="4990552" y="337882"/>
                  </a:lnTo>
                  <a:lnTo>
                    <a:pt x="4990646" y="337882"/>
                  </a:lnTo>
                  <a:lnTo>
                    <a:pt x="4990740" y="337882"/>
                  </a:lnTo>
                  <a:lnTo>
                    <a:pt x="4990834" y="337882"/>
                  </a:lnTo>
                  <a:lnTo>
                    <a:pt x="4990928" y="337882"/>
                  </a:lnTo>
                  <a:lnTo>
                    <a:pt x="4991022" y="337882"/>
                  </a:lnTo>
                  <a:lnTo>
                    <a:pt x="4991116" y="337882"/>
                  </a:lnTo>
                  <a:lnTo>
                    <a:pt x="4991210" y="337882"/>
                  </a:lnTo>
                  <a:lnTo>
                    <a:pt x="4991304" y="337882"/>
                  </a:lnTo>
                  <a:lnTo>
                    <a:pt x="4991398" y="337882"/>
                  </a:lnTo>
                  <a:lnTo>
                    <a:pt x="4991492" y="337882"/>
                  </a:lnTo>
                  <a:lnTo>
                    <a:pt x="4991586" y="337882"/>
                  </a:lnTo>
                  <a:lnTo>
                    <a:pt x="4991680" y="337882"/>
                  </a:lnTo>
                  <a:lnTo>
                    <a:pt x="4991774" y="337882"/>
                  </a:lnTo>
                  <a:lnTo>
                    <a:pt x="4991868" y="337882"/>
                  </a:lnTo>
                  <a:lnTo>
                    <a:pt x="4991962" y="337882"/>
                  </a:lnTo>
                  <a:lnTo>
                    <a:pt x="4992056" y="337882"/>
                  </a:lnTo>
                  <a:lnTo>
                    <a:pt x="4992150" y="337882"/>
                  </a:lnTo>
                  <a:lnTo>
                    <a:pt x="4992244" y="337882"/>
                  </a:lnTo>
                  <a:lnTo>
                    <a:pt x="4992338" y="337882"/>
                  </a:lnTo>
                  <a:lnTo>
                    <a:pt x="4992432" y="337882"/>
                  </a:lnTo>
                  <a:lnTo>
                    <a:pt x="4992526" y="337882"/>
                  </a:lnTo>
                  <a:lnTo>
                    <a:pt x="4992620" y="337882"/>
                  </a:lnTo>
                  <a:lnTo>
                    <a:pt x="4992714" y="337882"/>
                  </a:lnTo>
                  <a:lnTo>
                    <a:pt x="4992808" y="337882"/>
                  </a:lnTo>
                  <a:lnTo>
                    <a:pt x="4992902" y="337882"/>
                  </a:lnTo>
                  <a:lnTo>
                    <a:pt x="4992996" y="337882"/>
                  </a:lnTo>
                  <a:lnTo>
                    <a:pt x="4993090" y="337882"/>
                  </a:lnTo>
                  <a:lnTo>
                    <a:pt x="4993184" y="337882"/>
                  </a:lnTo>
                  <a:lnTo>
                    <a:pt x="4993278" y="337882"/>
                  </a:lnTo>
                  <a:lnTo>
                    <a:pt x="4993372" y="337882"/>
                  </a:lnTo>
                  <a:lnTo>
                    <a:pt x="4993466" y="337882"/>
                  </a:lnTo>
                  <a:lnTo>
                    <a:pt x="4993560" y="337882"/>
                  </a:lnTo>
                  <a:lnTo>
                    <a:pt x="4993654" y="337882"/>
                  </a:lnTo>
                  <a:lnTo>
                    <a:pt x="4993749" y="337882"/>
                  </a:lnTo>
                  <a:lnTo>
                    <a:pt x="4993843" y="337882"/>
                  </a:lnTo>
                  <a:lnTo>
                    <a:pt x="4993937" y="337882"/>
                  </a:lnTo>
                  <a:lnTo>
                    <a:pt x="4994031" y="337882"/>
                  </a:lnTo>
                  <a:lnTo>
                    <a:pt x="4994125" y="337882"/>
                  </a:lnTo>
                  <a:lnTo>
                    <a:pt x="4994219" y="337882"/>
                  </a:lnTo>
                  <a:lnTo>
                    <a:pt x="4994313" y="337882"/>
                  </a:lnTo>
                  <a:lnTo>
                    <a:pt x="4994407" y="337882"/>
                  </a:lnTo>
                  <a:lnTo>
                    <a:pt x="4994501" y="337882"/>
                  </a:lnTo>
                  <a:lnTo>
                    <a:pt x="4994595" y="337882"/>
                  </a:lnTo>
                  <a:lnTo>
                    <a:pt x="4994689" y="337882"/>
                  </a:lnTo>
                  <a:lnTo>
                    <a:pt x="4994783" y="337882"/>
                  </a:lnTo>
                  <a:lnTo>
                    <a:pt x="4994877" y="337882"/>
                  </a:lnTo>
                  <a:lnTo>
                    <a:pt x="4994971" y="337882"/>
                  </a:lnTo>
                  <a:lnTo>
                    <a:pt x="4995065" y="337882"/>
                  </a:lnTo>
                  <a:lnTo>
                    <a:pt x="4995159" y="337882"/>
                  </a:lnTo>
                  <a:lnTo>
                    <a:pt x="4995253" y="337882"/>
                  </a:lnTo>
                  <a:lnTo>
                    <a:pt x="4995347" y="337882"/>
                  </a:lnTo>
                  <a:lnTo>
                    <a:pt x="4995441" y="337882"/>
                  </a:lnTo>
                  <a:lnTo>
                    <a:pt x="4995535" y="337882"/>
                  </a:lnTo>
                  <a:lnTo>
                    <a:pt x="4995629" y="337882"/>
                  </a:lnTo>
                  <a:lnTo>
                    <a:pt x="4995723" y="337882"/>
                  </a:lnTo>
                  <a:lnTo>
                    <a:pt x="4995817" y="337882"/>
                  </a:lnTo>
                  <a:lnTo>
                    <a:pt x="4995911" y="337882"/>
                  </a:lnTo>
                  <a:lnTo>
                    <a:pt x="4996005" y="337882"/>
                  </a:lnTo>
                  <a:lnTo>
                    <a:pt x="4996099" y="337882"/>
                  </a:lnTo>
                  <a:lnTo>
                    <a:pt x="4996193" y="337882"/>
                  </a:lnTo>
                  <a:lnTo>
                    <a:pt x="4996287" y="337882"/>
                  </a:lnTo>
                  <a:lnTo>
                    <a:pt x="4996381" y="337882"/>
                  </a:lnTo>
                  <a:lnTo>
                    <a:pt x="4996475" y="337882"/>
                  </a:lnTo>
                  <a:lnTo>
                    <a:pt x="4996569" y="337882"/>
                  </a:lnTo>
                  <a:lnTo>
                    <a:pt x="4996663" y="337882"/>
                  </a:lnTo>
                  <a:lnTo>
                    <a:pt x="4996757" y="337882"/>
                  </a:lnTo>
                  <a:lnTo>
                    <a:pt x="4996851" y="337882"/>
                  </a:lnTo>
                  <a:lnTo>
                    <a:pt x="4996945" y="337882"/>
                  </a:lnTo>
                  <a:lnTo>
                    <a:pt x="4997039" y="337882"/>
                  </a:lnTo>
                  <a:lnTo>
                    <a:pt x="4997133" y="337882"/>
                  </a:lnTo>
                  <a:lnTo>
                    <a:pt x="4997227" y="337882"/>
                  </a:lnTo>
                  <a:lnTo>
                    <a:pt x="4997322" y="337882"/>
                  </a:lnTo>
                  <a:lnTo>
                    <a:pt x="4997416" y="337882"/>
                  </a:lnTo>
                  <a:lnTo>
                    <a:pt x="4997510" y="337882"/>
                  </a:lnTo>
                  <a:lnTo>
                    <a:pt x="4997604" y="337882"/>
                  </a:lnTo>
                  <a:lnTo>
                    <a:pt x="4997698" y="337882"/>
                  </a:lnTo>
                  <a:lnTo>
                    <a:pt x="4997792" y="337882"/>
                  </a:lnTo>
                  <a:lnTo>
                    <a:pt x="4997886" y="337882"/>
                  </a:lnTo>
                  <a:lnTo>
                    <a:pt x="4997980" y="337882"/>
                  </a:lnTo>
                  <a:lnTo>
                    <a:pt x="4998074" y="337882"/>
                  </a:lnTo>
                  <a:lnTo>
                    <a:pt x="4998168" y="337882"/>
                  </a:lnTo>
                  <a:lnTo>
                    <a:pt x="4998262" y="337882"/>
                  </a:lnTo>
                  <a:lnTo>
                    <a:pt x="4998356" y="337882"/>
                  </a:lnTo>
                  <a:lnTo>
                    <a:pt x="4998450" y="337882"/>
                  </a:lnTo>
                  <a:lnTo>
                    <a:pt x="4998450" y="332603"/>
                  </a:lnTo>
                  <a:lnTo>
                    <a:pt x="4998544" y="332603"/>
                  </a:lnTo>
                  <a:lnTo>
                    <a:pt x="4998638" y="332603"/>
                  </a:lnTo>
                  <a:lnTo>
                    <a:pt x="4998732" y="332603"/>
                  </a:lnTo>
                  <a:lnTo>
                    <a:pt x="4998826" y="332603"/>
                  </a:lnTo>
                  <a:lnTo>
                    <a:pt x="4998920" y="332603"/>
                  </a:lnTo>
                  <a:lnTo>
                    <a:pt x="4999014" y="332603"/>
                  </a:lnTo>
                  <a:lnTo>
                    <a:pt x="4999108" y="332603"/>
                  </a:lnTo>
                  <a:lnTo>
                    <a:pt x="4999202" y="332603"/>
                  </a:lnTo>
                  <a:lnTo>
                    <a:pt x="4999296" y="332603"/>
                  </a:lnTo>
                  <a:lnTo>
                    <a:pt x="4999390" y="332603"/>
                  </a:lnTo>
                  <a:lnTo>
                    <a:pt x="4999484" y="332603"/>
                  </a:lnTo>
                  <a:lnTo>
                    <a:pt x="4999578" y="332603"/>
                  </a:lnTo>
                  <a:lnTo>
                    <a:pt x="4999672" y="332603"/>
                  </a:lnTo>
                  <a:lnTo>
                    <a:pt x="4999766" y="332603"/>
                  </a:lnTo>
                  <a:lnTo>
                    <a:pt x="4999860" y="332603"/>
                  </a:lnTo>
                  <a:lnTo>
                    <a:pt x="4999954" y="332603"/>
                  </a:lnTo>
                  <a:lnTo>
                    <a:pt x="5000048" y="332603"/>
                  </a:lnTo>
                  <a:lnTo>
                    <a:pt x="5000142" y="332603"/>
                  </a:lnTo>
                  <a:lnTo>
                    <a:pt x="5000236" y="332603"/>
                  </a:lnTo>
                  <a:lnTo>
                    <a:pt x="5000330" y="332603"/>
                  </a:lnTo>
                  <a:lnTo>
                    <a:pt x="5000424" y="332603"/>
                  </a:lnTo>
                  <a:lnTo>
                    <a:pt x="5000518" y="332603"/>
                  </a:lnTo>
                  <a:lnTo>
                    <a:pt x="5000612" y="332603"/>
                  </a:lnTo>
                  <a:lnTo>
                    <a:pt x="5000706" y="332603"/>
                  </a:lnTo>
                  <a:lnTo>
                    <a:pt x="5000800" y="332603"/>
                  </a:lnTo>
                  <a:lnTo>
                    <a:pt x="5000895" y="332603"/>
                  </a:lnTo>
                  <a:lnTo>
                    <a:pt x="5000989" y="332603"/>
                  </a:lnTo>
                  <a:lnTo>
                    <a:pt x="5001083" y="332603"/>
                  </a:lnTo>
                  <a:lnTo>
                    <a:pt x="5001177" y="332603"/>
                  </a:lnTo>
                  <a:lnTo>
                    <a:pt x="5001271" y="332603"/>
                  </a:lnTo>
                  <a:lnTo>
                    <a:pt x="5001365" y="332603"/>
                  </a:lnTo>
                  <a:lnTo>
                    <a:pt x="5001459" y="332603"/>
                  </a:lnTo>
                  <a:lnTo>
                    <a:pt x="5001553" y="332603"/>
                  </a:lnTo>
                  <a:lnTo>
                    <a:pt x="5001647" y="332603"/>
                  </a:lnTo>
                  <a:lnTo>
                    <a:pt x="5001741" y="332603"/>
                  </a:lnTo>
                  <a:lnTo>
                    <a:pt x="5001835" y="332603"/>
                  </a:lnTo>
                  <a:lnTo>
                    <a:pt x="5001929" y="332603"/>
                  </a:lnTo>
                  <a:lnTo>
                    <a:pt x="5002023" y="332603"/>
                  </a:lnTo>
                  <a:lnTo>
                    <a:pt x="5002117" y="332603"/>
                  </a:lnTo>
                  <a:lnTo>
                    <a:pt x="5002211" y="332603"/>
                  </a:lnTo>
                  <a:lnTo>
                    <a:pt x="5002305" y="332603"/>
                  </a:lnTo>
                  <a:lnTo>
                    <a:pt x="5002399" y="332603"/>
                  </a:lnTo>
                  <a:lnTo>
                    <a:pt x="5002493" y="332603"/>
                  </a:lnTo>
                  <a:lnTo>
                    <a:pt x="5002587" y="332603"/>
                  </a:lnTo>
                  <a:lnTo>
                    <a:pt x="5002681" y="332603"/>
                  </a:lnTo>
                  <a:lnTo>
                    <a:pt x="5002775" y="332603"/>
                  </a:lnTo>
                  <a:lnTo>
                    <a:pt x="5002869" y="332603"/>
                  </a:lnTo>
                  <a:lnTo>
                    <a:pt x="5002963" y="332603"/>
                  </a:lnTo>
                  <a:lnTo>
                    <a:pt x="5002963" y="327324"/>
                  </a:lnTo>
                  <a:lnTo>
                    <a:pt x="5003057" y="327324"/>
                  </a:lnTo>
                  <a:lnTo>
                    <a:pt x="5003151" y="327324"/>
                  </a:lnTo>
                  <a:lnTo>
                    <a:pt x="5003245" y="327324"/>
                  </a:lnTo>
                  <a:lnTo>
                    <a:pt x="5003339" y="327324"/>
                  </a:lnTo>
                  <a:lnTo>
                    <a:pt x="5003433" y="327324"/>
                  </a:lnTo>
                  <a:lnTo>
                    <a:pt x="5003527" y="327324"/>
                  </a:lnTo>
                  <a:lnTo>
                    <a:pt x="5003621" y="327324"/>
                  </a:lnTo>
                  <a:lnTo>
                    <a:pt x="5003715" y="327324"/>
                  </a:lnTo>
                  <a:lnTo>
                    <a:pt x="5003809" y="327324"/>
                  </a:lnTo>
                  <a:lnTo>
                    <a:pt x="5003903" y="327324"/>
                  </a:lnTo>
                  <a:lnTo>
                    <a:pt x="5003997" y="327324"/>
                  </a:lnTo>
                  <a:lnTo>
                    <a:pt x="5004091" y="327324"/>
                  </a:lnTo>
                  <a:lnTo>
                    <a:pt x="5004185" y="327324"/>
                  </a:lnTo>
                  <a:lnTo>
                    <a:pt x="5004279" y="327324"/>
                  </a:lnTo>
                  <a:lnTo>
                    <a:pt x="5004374" y="327324"/>
                  </a:lnTo>
                  <a:lnTo>
                    <a:pt x="5004468" y="327324"/>
                  </a:lnTo>
                  <a:lnTo>
                    <a:pt x="5004562" y="327324"/>
                  </a:lnTo>
                  <a:lnTo>
                    <a:pt x="5004656" y="327324"/>
                  </a:lnTo>
                  <a:lnTo>
                    <a:pt x="5004750" y="327324"/>
                  </a:lnTo>
                  <a:lnTo>
                    <a:pt x="5004844" y="327324"/>
                  </a:lnTo>
                  <a:lnTo>
                    <a:pt x="5004938" y="327324"/>
                  </a:lnTo>
                  <a:lnTo>
                    <a:pt x="5005032" y="327324"/>
                  </a:lnTo>
                  <a:lnTo>
                    <a:pt x="5005126" y="327324"/>
                  </a:lnTo>
                  <a:lnTo>
                    <a:pt x="5005220" y="327324"/>
                  </a:lnTo>
                  <a:lnTo>
                    <a:pt x="5005314" y="327324"/>
                  </a:lnTo>
                  <a:lnTo>
                    <a:pt x="5005408" y="327324"/>
                  </a:lnTo>
                  <a:lnTo>
                    <a:pt x="5005502" y="327324"/>
                  </a:lnTo>
                  <a:lnTo>
                    <a:pt x="5005596" y="327324"/>
                  </a:lnTo>
                  <a:lnTo>
                    <a:pt x="5005690" y="327324"/>
                  </a:lnTo>
                  <a:lnTo>
                    <a:pt x="5005784" y="327324"/>
                  </a:lnTo>
                  <a:lnTo>
                    <a:pt x="5005878" y="327324"/>
                  </a:lnTo>
                  <a:lnTo>
                    <a:pt x="5005972" y="327324"/>
                  </a:lnTo>
                  <a:lnTo>
                    <a:pt x="5006066" y="327324"/>
                  </a:lnTo>
                  <a:lnTo>
                    <a:pt x="5006160" y="327324"/>
                  </a:lnTo>
                  <a:lnTo>
                    <a:pt x="5006254" y="327324"/>
                  </a:lnTo>
                  <a:lnTo>
                    <a:pt x="5006348" y="327324"/>
                  </a:lnTo>
                  <a:lnTo>
                    <a:pt x="5006442" y="327324"/>
                  </a:lnTo>
                  <a:lnTo>
                    <a:pt x="5006536" y="327324"/>
                  </a:lnTo>
                  <a:lnTo>
                    <a:pt x="5006630" y="327324"/>
                  </a:lnTo>
                  <a:lnTo>
                    <a:pt x="5006724" y="327324"/>
                  </a:lnTo>
                  <a:lnTo>
                    <a:pt x="5006818" y="327324"/>
                  </a:lnTo>
                  <a:lnTo>
                    <a:pt x="5006912" y="327324"/>
                  </a:lnTo>
                  <a:lnTo>
                    <a:pt x="5007006" y="327324"/>
                  </a:lnTo>
                  <a:lnTo>
                    <a:pt x="5007100" y="327324"/>
                  </a:lnTo>
                  <a:lnTo>
                    <a:pt x="5007194" y="327324"/>
                  </a:lnTo>
                  <a:lnTo>
                    <a:pt x="5007288" y="327324"/>
                  </a:lnTo>
                  <a:lnTo>
                    <a:pt x="5007382" y="327324"/>
                  </a:lnTo>
                  <a:lnTo>
                    <a:pt x="5007476" y="327324"/>
                  </a:lnTo>
                  <a:lnTo>
                    <a:pt x="5007570" y="327324"/>
                  </a:lnTo>
                  <a:lnTo>
                    <a:pt x="5007664" y="327324"/>
                  </a:lnTo>
                  <a:lnTo>
                    <a:pt x="5007758" y="327324"/>
                  </a:lnTo>
                  <a:lnTo>
                    <a:pt x="5007852" y="327324"/>
                  </a:lnTo>
                  <a:lnTo>
                    <a:pt x="5007947" y="327324"/>
                  </a:lnTo>
                  <a:lnTo>
                    <a:pt x="5008041" y="327324"/>
                  </a:lnTo>
                  <a:lnTo>
                    <a:pt x="5008135" y="327324"/>
                  </a:lnTo>
                  <a:lnTo>
                    <a:pt x="5008229" y="327324"/>
                  </a:lnTo>
                  <a:lnTo>
                    <a:pt x="5008323" y="327324"/>
                  </a:lnTo>
                  <a:lnTo>
                    <a:pt x="5008417" y="327324"/>
                  </a:lnTo>
                  <a:lnTo>
                    <a:pt x="5008511" y="327324"/>
                  </a:lnTo>
                  <a:lnTo>
                    <a:pt x="5008605" y="327324"/>
                  </a:lnTo>
                  <a:lnTo>
                    <a:pt x="5008699" y="327324"/>
                  </a:lnTo>
                  <a:lnTo>
                    <a:pt x="5008793" y="327324"/>
                  </a:lnTo>
                  <a:lnTo>
                    <a:pt x="5008887" y="327324"/>
                  </a:lnTo>
                  <a:lnTo>
                    <a:pt x="5008981" y="327324"/>
                  </a:lnTo>
                  <a:lnTo>
                    <a:pt x="5009075" y="327324"/>
                  </a:lnTo>
                  <a:lnTo>
                    <a:pt x="5009169" y="327324"/>
                  </a:lnTo>
                  <a:lnTo>
                    <a:pt x="5009263" y="327324"/>
                  </a:lnTo>
                  <a:lnTo>
                    <a:pt x="5009357" y="327324"/>
                  </a:lnTo>
                  <a:lnTo>
                    <a:pt x="5009451" y="327324"/>
                  </a:lnTo>
                  <a:lnTo>
                    <a:pt x="5009545" y="327324"/>
                  </a:lnTo>
                  <a:lnTo>
                    <a:pt x="5009639" y="327324"/>
                  </a:lnTo>
                  <a:lnTo>
                    <a:pt x="5009733" y="327324"/>
                  </a:lnTo>
                  <a:lnTo>
                    <a:pt x="5009827" y="327324"/>
                  </a:lnTo>
                  <a:lnTo>
                    <a:pt x="5009921" y="327324"/>
                  </a:lnTo>
                  <a:lnTo>
                    <a:pt x="5010015" y="327324"/>
                  </a:lnTo>
                  <a:lnTo>
                    <a:pt x="5010109" y="327324"/>
                  </a:lnTo>
                  <a:lnTo>
                    <a:pt x="5010203" y="327324"/>
                  </a:lnTo>
                  <a:lnTo>
                    <a:pt x="5010297" y="327324"/>
                  </a:lnTo>
                  <a:lnTo>
                    <a:pt x="5010391" y="327324"/>
                  </a:lnTo>
                  <a:lnTo>
                    <a:pt x="5010485" y="327324"/>
                  </a:lnTo>
                  <a:lnTo>
                    <a:pt x="5010579" y="327324"/>
                  </a:lnTo>
                  <a:lnTo>
                    <a:pt x="5010673" y="327324"/>
                  </a:lnTo>
                  <a:lnTo>
                    <a:pt x="5010767" y="327324"/>
                  </a:lnTo>
                  <a:lnTo>
                    <a:pt x="5010861" y="327324"/>
                  </a:lnTo>
                  <a:lnTo>
                    <a:pt x="5010955" y="327324"/>
                  </a:lnTo>
                  <a:lnTo>
                    <a:pt x="5011049" y="327324"/>
                  </a:lnTo>
                  <a:lnTo>
                    <a:pt x="5011143" y="327324"/>
                  </a:lnTo>
                  <a:lnTo>
                    <a:pt x="5011237" y="327324"/>
                  </a:lnTo>
                  <a:lnTo>
                    <a:pt x="5011331" y="327324"/>
                  </a:lnTo>
                  <a:lnTo>
                    <a:pt x="5011425" y="327324"/>
                  </a:lnTo>
                  <a:lnTo>
                    <a:pt x="5011520" y="327324"/>
                  </a:lnTo>
                  <a:lnTo>
                    <a:pt x="5011614" y="327324"/>
                  </a:lnTo>
                  <a:lnTo>
                    <a:pt x="5011708" y="327324"/>
                  </a:lnTo>
                  <a:lnTo>
                    <a:pt x="5011802" y="327324"/>
                  </a:lnTo>
                  <a:lnTo>
                    <a:pt x="5011896" y="327324"/>
                  </a:lnTo>
                  <a:lnTo>
                    <a:pt x="5011990" y="327324"/>
                  </a:lnTo>
                  <a:lnTo>
                    <a:pt x="5012084" y="327324"/>
                  </a:lnTo>
                  <a:lnTo>
                    <a:pt x="5012178" y="327324"/>
                  </a:lnTo>
                  <a:lnTo>
                    <a:pt x="5012272" y="327324"/>
                  </a:lnTo>
                  <a:lnTo>
                    <a:pt x="5012366" y="327324"/>
                  </a:lnTo>
                  <a:lnTo>
                    <a:pt x="5012460" y="327324"/>
                  </a:lnTo>
                  <a:lnTo>
                    <a:pt x="5012554" y="327324"/>
                  </a:lnTo>
                  <a:lnTo>
                    <a:pt x="5012648" y="327324"/>
                  </a:lnTo>
                  <a:lnTo>
                    <a:pt x="5012742" y="327324"/>
                  </a:lnTo>
                  <a:lnTo>
                    <a:pt x="5012836" y="327324"/>
                  </a:lnTo>
                  <a:lnTo>
                    <a:pt x="5012930" y="327324"/>
                  </a:lnTo>
                  <a:lnTo>
                    <a:pt x="5013024" y="327324"/>
                  </a:lnTo>
                  <a:lnTo>
                    <a:pt x="5013118" y="327324"/>
                  </a:lnTo>
                  <a:lnTo>
                    <a:pt x="5013212" y="327324"/>
                  </a:lnTo>
                  <a:lnTo>
                    <a:pt x="5013306" y="327324"/>
                  </a:lnTo>
                  <a:lnTo>
                    <a:pt x="5013400" y="327324"/>
                  </a:lnTo>
                  <a:lnTo>
                    <a:pt x="5013494" y="327324"/>
                  </a:lnTo>
                  <a:lnTo>
                    <a:pt x="5013588" y="327324"/>
                  </a:lnTo>
                  <a:lnTo>
                    <a:pt x="5013682" y="327324"/>
                  </a:lnTo>
                  <a:lnTo>
                    <a:pt x="5013776" y="327324"/>
                  </a:lnTo>
                  <a:lnTo>
                    <a:pt x="5013870" y="327324"/>
                  </a:lnTo>
                  <a:lnTo>
                    <a:pt x="5013964" y="327324"/>
                  </a:lnTo>
                  <a:lnTo>
                    <a:pt x="5014058" y="327324"/>
                  </a:lnTo>
                  <a:lnTo>
                    <a:pt x="5014152" y="327324"/>
                  </a:lnTo>
                  <a:lnTo>
                    <a:pt x="5014246" y="327324"/>
                  </a:lnTo>
                  <a:lnTo>
                    <a:pt x="5014340" y="327324"/>
                  </a:lnTo>
                  <a:lnTo>
                    <a:pt x="5014434" y="327324"/>
                  </a:lnTo>
                  <a:lnTo>
                    <a:pt x="5014528" y="327324"/>
                  </a:lnTo>
                  <a:lnTo>
                    <a:pt x="5014622" y="327324"/>
                  </a:lnTo>
                  <a:lnTo>
                    <a:pt x="5014716" y="327324"/>
                  </a:lnTo>
                  <a:lnTo>
                    <a:pt x="5014810" y="327324"/>
                  </a:lnTo>
                  <a:lnTo>
                    <a:pt x="5014904" y="327324"/>
                  </a:lnTo>
                  <a:lnTo>
                    <a:pt x="5014999" y="327324"/>
                  </a:lnTo>
                  <a:lnTo>
                    <a:pt x="5015093" y="327324"/>
                  </a:lnTo>
                  <a:lnTo>
                    <a:pt x="5015187" y="327324"/>
                  </a:lnTo>
                  <a:lnTo>
                    <a:pt x="5015281" y="327324"/>
                  </a:lnTo>
                  <a:lnTo>
                    <a:pt x="5015375" y="327324"/>
                  </a:lnTo>
                  <a:lnTo>
                    <a:pt x="5015469" y="327324"/>
                  </a:lnTo>
                  <a:lnTo>
                    <a:pt x="5015563" y="327324"/>
                  </a:lnTo>
                  <a:lnTo>
                    <a:pt x="5015657" y="327324"/>
                  </a:lnTo>
                  <a:lnTo>
                    <a:pt x="5015751" y="327324"/>
                  </a:lnTo>
                  <a:lnTo>
                    <a:pt x="5015845" y="327324"/>
                  </a:lnTo>
                  <a:lnTo>
                    <a:pt x="5015939" y="327324"/>
                  </a:lnTo>
                  <a:lnTo>
                    <a:pt x="5016033" y="327324"/>
                  </a:lnTo>
                  <a:lnTo>
                    <a:pt x="5016127" y="327324"/>
                  </a:lnTo>
                  <a:lnTo>
                    <a:pt x="5016221" y="327324"/>
                  </a:lnTo>
                  <a:lnTo>
                    <a:pt x="5016315" y="327324"/>
                  </a:lnTo>
                  <a:lnTo>
                    <a:pt x="5016409" y="327324"/>
                  </a:lnTo>
                  <a:lnTo>
                    <a:pt x="5016503" y="327324"/>
                  </a:lnTo>
                  <a:lnTo>
                    <a:pt x="5016597" y="327324"/>
                  </a:lnTo>
                  <a:lnTo>
                    <a:pt x="5016691" y="327324"/>
                  </a:lnTo>
                  <a:lnTo>
                    <a:pt x="5016785" y="327324"/>
                  </a:lnTo>
                  <a:lnTo>
                    <a:pt x="5016879" y="327324"/>
                  </a:lnTo>
                  <a:lnTo>
                    <a:pt x="5016973" y="327324"/>
                  </a:lnTo>
                  <a:lnTo>
                    <a:pt x="5017067" y="327324"/>
                  </a:lnTo>
                  <a:lnTo>
                    <a:pt x="5017161" y="327324"/>
                  </a:lnTo>
                  <a:lnTo>
                    <a:pt x="5017255" y="327324"/>
                  </a:lnTo>
                  <a:lnTo>
                    <a:pt x="5017349" y="327324"/>
                  </a:lnTo>
                  <a:lnTo>
                    <a:pt x="5017443" y="327324"/>
                  </a:lnTo>
                  <a:lnTo>
                    <a:pt x="5017537" y="327324"/>
                  </a:lnTo>
                  <a:lnTo>
                    <a:pt x="5017631" y="327324"/>
                  </a:lnTo>
                  <a:lnTo>
                    <a:pt x="5017725" y="327324"/>
                  </a:lnTo>
                  <a:lnTo>
                    <a:pt x="5017819" y="327324"/>
                  </a:lnTo>
                  <a:lnTo>
                    <a:pt x="5017913" y="327324"/>
                  </a:lnTo>
                  <a:lnTo>
                    <a:pt x="5018007" y="327324"/>
                  </a:lnTo>
                  <a:lnTo>
                    <a:pt x="5018101" y="327324"/>
                  </a:lnTo>
                  <a:lnTo>
                    <a:pt x="5018195" y="327324"/>
                  </a:lnTo>
                  <a:lnTo>
                    <a:pt x="5018289" y="327324"/>
                  </a:lnTo>
                  <a:lnTo>
                    <a:pt x="5018383" y="327324"/>
                  </a:lnTo>
                  <a:lnTo>
                    <a:pt x="5018477" y="327324"/>
                  </a:lnTo>
                  <a:lnTo>
                    <a:pt x="5018572" y="327324"/>
                  </a:lnTo>
                  <a:lnTo>
                    <a:pt x="5018666" y="327324"/>
                  </a:lnTo>
                  <a:lnTo>
                    <a:pt x="5018760" y="327324"/>
                  </a:lnTo>
                  <a:lnTo>
                    <a:pt x="5018854" y="327324"/>
                  </a:lnTo>
                  <a:lnTo>
                    <a:pt x="5018948" y="327324"/>
                  </a:lnTo>
                  <a:lnTo>
                    <a:pt x="5019042" y="327324"/>
                  </a:lnTo>
                  <a:lnTo>
                    <a:pt x="5019136" y="327324"/>
                  </a:lnTo>
                  <a:lnTo>
                    <a:pt x="5019230" y="327324"/>
                  </a:lnTo>
                  <a:lnTo>
                    <a:pt x="5019324" y="327324"/>
                  </a:lnTo>
                  <a:lnTo>
                    <a:pt x="5019418" y="327324"/>
                  </a:lnTo>
                  <a:lnTo>
                    <a:pt x="5019512" y="327324"/>
                  </a:lnTo>
                  <a:lnTo>
                    <a:pt x="5019606" y="327324"/>
                  </a:lnTo>
                  <a:lnTo>
                    <a:pt x="5019700" y="327324"/>
                  </a:lnTo>
                  <a:lnTo>
                    <a:pt x="5019794" y="327324"/>
                  </a:lnTo>
                  <a:lnTo>
                    <a:pt x="5019888" y="327324"/>
                  </a:lnTo>
                  <a:lnTo>
                    <a:pt x="5019982" y="327324"/>
                  </a:lnTo>
                  <a:lnTo>
                    <a:pt x="5020076" y="327324"/>
                  </a:lnTo>
                  <a:lnTo>
                    <a:pt x="5020170" y="327324"/>
                  </a:lnTo>
                  <a:lnTo>
                    <a:pt x="5020264" y="327324"/>
                  </a:lnTo>
                  <a:lnTo>
                    <a:pt x="5020358" y="327324"/>
                  </a:lnTo>
                  <a:lnTo>
                    <a:pt x="5020452" y="327324"/>
                  </a:lnTo>
                  <a:lnTo>
                    <a:pt x="5020546" y="327324"/>
                  </a:lnTo>
                  <a:lnTo>
                    <a:pt x="5020640" y="327324"/>
                  </a:lnTo>
                  <a:lnTo>
                    <a:pt x="5020734" y="327324"/>
                  </a:lnTo>
                  <a:lnTo>
                    <a:pt x="5020828" y="327324"/>
                  </a:lnTo>
                  <a:lnTo>
                    <a:pt x="5020922" y="327324"/>
                  </a:lnTo>
                  <a:lnTo>
                    <a:pt x="5020922" y="322044"/>
                  </a:lnTo>
                  <a:lnTo>
                    <a:pt x="5021016" y="322044"/>
                  </a:lnTo>
                  <a:lnTo>
                    <a:pt x="5021110" y="322044"/>
                  </a:lnTo>
                  <a:lnTo>
                    <a:pt x="5021204" y="322044"/>
                  </a:lnTo>
                  <a:lnTo>
                    <a:pt x="5021298" y="322044"/>
                  </a:lnTo>
                  <a:lnTo>
                    <a:pt x="5021392" y="322044"/>
                  </a:lnTo>
                  <a:lnTo>
                    <a:pt x="5021486" y="322044"/>
                  </a:lnTo>
                  <a:lnTo>
                    <a:pt x="5021580" y="322044"/>
                  </a:lnTo>
                  <a:lnTo>
                    <a:pt x="5021674" y="322044"/>
                  </a:lnTo>
                  <a:lnTo>
                    <a:pt x="5021768" y="322044"/>
                  </a:lnTo>
                  <a:lnTo>
                    <a:pt x="5021862" y="322044"/>
                  </a:lnTo>
                  <a:lnTo>
                    <a:pt x="5021956" y="322044"/>
                  </a:lnTo>
                  <a:lnTo>
                    <a:pt x="5022050" y="322044"/>
                  </a:lnTo>
                  <a:lnTo>
                    <a:pt x="5022145" y="322044"/>
                  </a:lnTo>
                  <a:lnTo>
                    <a:pt x="5022239" y="322044"/>
                  </a:lnTo>
                  <a:lnTo>
                    <a:pt x="5022333" y="322044"/>
                  </a:lnTo>
                  <a:lnTo>
                    <a:pt x="5022427" y="322044"/>
                  </a:lnTo>
                  <a:lnTo>
                    <a:pt x="5022521" y="322044"/>
                  </a:lnTo>
                  <a:lnTo>
                    <a:pt x="5022615" y="322044"/>
                  </a:lnTo>
                  <a:lnTo>
                    <a:pt x="5022709" y="322044"/>
                  </a:lnTo>
                  <a:lnTo>
                    <a:pt x="5022803" y="322044"/>
                  </a:lnTo>
                  <a:lnTo>
                    <a:pt x="5022897" y="322044"/>
                  </a:lnTo>
                  <a:lnTo>
                    <a:pt x="5022991" y="322044"/>
                  </a:lnTo>
                  <a:lnTo>
                    <a:pt x="5023085" y="322044"/>
                  </a:lnTo>
                  <a:lnTo>
                    <a:pt x="5023179" y="322044"/>
                  </a:lnTo>
                  <a:lnTo>
                    <a:pt x="5023273" y="322044"/>
                  </a:lnTo>
                  <a:lnTo>
                    <a:pt x="5023367" y="322044"/>
                  </a:lnTo>
                  <a:lnTo>
                    <a:pt x="5023461" y="322044"/>
                  </a:lnTo>
                  <a:lnTo>
                    <a:pt x="5023555" y="322044"/>
                  </a:lnTo>
                  <a:lnTo>
                    <a:pt x="5023649" y="322044"/>
                  </a:lnTo>
                  <a:lnTo>
                    <a:pt x="5023743" y="322044"/>
                  </a:lnTo>
                  <a:lnTo>
                    <a:pt x="5023837" y="322044"/>
                  </a:lnTo>
                  <a:lnTo>
                    <a:pt x="5023931" y="322044"/>
                  </a:lnTo>
                  <a:lnTo>
                    <a:pt x="5024025" y="322044"/>
                  </a:lnTo>
                  <a:lnTo>
                    <a:pt x="5024119" y="322044"/>
                  </a:lnTo>
                  <a:lnTo>
                    <a:pt x="5024213" y="322044"/>
                  </a:lnTo>
                  <a:lnTo>
                    <a:pt x="5024307" y="322044"/>
                  </a:lnTo>
                  <a:lnTo>
                    <a:pt x="5024401" y="322044"/>
                  </a:lnTo>
                  <a:lnTo>
                    <a:pt x="5024495" y="322044"/>
                  </a:lnTo>
                  <a:lnTo>
                    <a:pt x="5024589" y="322044"/>
                  </a:lnTo>
                  <a:lnTo>
                    <a:pt x="5024683" y="322044"/>
                  </a:lnTo>
                  <a:lnTo>
                    <a:pt x="5024777" y="322044"/>
                  </a:lnTo>
                  <a:lnTo>
                    <a:pt x="5024871" y="322044"/>
                  </a:lnTo>
                  <a:lnTo>
                    <a:pt x="5024965" y="322044"/>
                  </a:lnTo>
                  <a:lnTo>
                    <a:pt x="5025059" y="322044"/>
                  </a:lnTo>
                  <a:lnTo>
                    <a:pt x="5025153" y="322044"/>
                  </a:lnTo>
                  <a:lnTo>
                    <a:pt x="5025247" y="322044"/>
                  </a:lnTo>
                  <a:lnTo>
                    <a:pt x="5025341" y="322044"/>
                  </a:lnTo>
                  <a:lnTo>
                    <a:pt x="5025435" y="322044"/>
                  </a:lnTo>
                  <a:lnTo>
                    <a:pt x="5025529" y="322044"/>
                  </a:lnTo>
                  <a:lnTo>
                    <a:pt x="5025623" y="322044"/>
                  </a:lnTo>
                  <a:lnTo>
                    <a:pt x="5025718" y="322044"/>
                  </a:lnTo>
                  <a:lnTo>
                    <a:pt x="5025812" y="322044"/>
                  </a:lnTo>
                  <a:lnTo>
                    <a:pt x="5025906" y="322044"/>
                  </a:lnTo>
                  <a:lnTo>
                    <a:pt x="5026000" y="322044"/>
                  </a:lnTo>
                  <a:lnTo>
                    <a:pt x="5026094" y="322044"/>
                  </a:lnTo>
                  <a:lnTo>
                    <a:pt x="5026188" y="322044"/>
                  </a:lnTo>
                  <a:lnTo>
                    <a:pt x="5026282" y="322044"/>
                  </a:lnTo>
                  <a:lnTo>
                    <a:pt x="5026376" y="322044"/>
                  </a:lnTo>
                  <a:lnTo>
                    <a:pt x="5026470" y="322044"/>
                  </a:lnTo>
                  <a:lnTo>
                    <a:pt x="5026564" y="322044"/>
                  </a:lnTo>
                  <a:lnTo>
                    <a:pt x="5026658" y="322044"/>
                  </a:lnTo>
                  <a:lnTo>
                    <a:pt x="5026752" y="322044"/>
                  </a:lnTo>
                  <a:lnTo>
                    <a:pt x="5026846" y="322044"/>
                  </a:lnTo>
                  <a:lnTo>
                    <a:pt x="5026940" y="322044"/>
                  </a:lnTo>
                  <a:lnTo>
                    <a:pt x="5027034" y="322044"/>
                  </a:lnTo>
                  <a:lnTo>
                    <a:pt x="5027128" y="322044"/>
                  </a:lnTo>
                  <a:lnTo>
                    <a:pt x="5027222" y="322044"/>
                  </a:lnTo>
                  <a:lnTo>
                    <a:pt x="5027316" y="322044"/>
                  </a:lnTo>
                  <a:lnTo>
                    <a:pt x="5027410" y="322044"/>
                  </a:lnTo>
                  <a:lnTo>
                    <a:pt x="5027504" y="322044"/>
                  </a:lnTo>
                  <a:lnTo>
                    <a:pt x="5027598" y="322044"/>
                  </a:lnTo>
                  <a:lnTo>
                    <a:pt x="5027692" y="322044"/>
                  </a:lnTo>
                  <a:lnTo>
                    <a:pt x="5027786" y="322044"/>
                  </a:lnTo>
                  <a:lnTo>
                    <a:pt x="5027880" y="322044"/>
                  </a:lnTo>
                  <a:lnTo>
                    <a:pt x="5027974" y="322044"/>
                  </a:lnTo>
                  <a:lnTo>
                    <a:pt x="5028068" y="322044"/>
                  </a:lnTo>
                  <a:lnTo>
                    <a:pt x="5028162" y="322044"/>
                  </a:lnTo>
                  <a:lnTo>
                    <a:pt x="5028256" y="322044"/>
                  </a:lnTo>
                  <a:lnTo>
                    <a:pt x="5028350" y="322044"/>
                  </a:lnTo>
                  <a:lnTo>
                    <a:pt x="5028444" y="322044"/>
                  </a:lnTo>
                  <a:lnTo>
                    <a:pt x="5028538" y="322044"/>
                  </a:lnTo>
                  <a:lnTo>
                    <a:pt x="5028632" y="322044"/>
                  </a:lnTo>
                  <a:lnTo>
                    <a:pt x="5028726" y="322044"/>
                  </a:lnTo>
                  <a:lnTo>
                    <a:pt x="5028820" y="322044"/>
                  </a:lnTo>
                  <a:lnTo>
                    <a:pt x="5028914" y="322044"/>
                  </a:lnTo>
                  <a:lnTo>
                    <a:pt x="5029008" y="322044"/>
                  </a:lnTo>
                  <a:lnTo>
                    <a:pt x="5029102" y="322044"/>
                  </a:lnTo>
                  <a:lnTo>
                    <a:pt x="5029197" y="322044"/>
                  </a:lnTo>
                  <a:lnTo>
                    <a:pt x="5029291" y="322044"/>
                  </a:lnTo>
                  <a:lnTo>
                    <a:pt x="5029385" y="322044"/>
                  </a:lnTo>
                  <a:lnTo>
                    <a:pt x="5029479" y="322044"/>
                  </a:lnTo>
                  <a:lnTo>
                    <a:pt x="5029573" y="322044"/>
                  </a:lnTo>
                  <a:lnTo>
                    <a:pt x="5029667" y="322044"/>
                  </a:lnTo>
                  <a:lnTo>
                    <a:pt x="5029761" y="322044"/>
                  </a:lnTo>
                  <a:lnTo>
                    <a:pt x="5029855" y="322044"/>
                  </a:lnTo>
                  <a:lnTo>
                    <a:pt x="5029949" y="322044"/>
                  </a:lnTo>
                  <a:lnTo>
                    <a:pt x="5030043" y="322044"/>
                  </a:lnTo>
                  <a:lnTo>
                    <a:pt x="5030137" y="322044"/>
                  </a:lnTo>
                  <a:lnTo>
                    <a:pt x="5030231" y="322044"/>
                  </a:lnTo>
                  <a:lnTo>
                    <a:pt x="5030325" y="322044"/>
                  </a:lnTo>
                  <a:lnTo>
                    <a:pt x="5030419" y="322044"/>
                  </a:lnTo>
                  <a:lnTo>
                    <a:pt x="5030513" y="322044"/>
                  </a:lnTo>
                  <a:lnTo>
                    <a:pt x="5030607" y="322044"/>
                  </a:lnTo>
                  <a:lnTo>
                    <a:pt x="5030701" y="322044"/>
                  </a:lnTo>
                  <a:lnTo>
                    <a:pt x="5030795" y="322044"/>
                  </a:lnTo>
                  <a:lnTo>
                    <a:pt x="5030889" y="322044"/>
                  </a:lnTo>
                  <a:lnTo>
                    <a:pt x="5030983" y="322044"/>
                  </a:lnTo>
                  <a:lnTo>
                    <a:pt x="5031077" y="322044"/>
                  </a:lnTo>
                  <a:lnTo>
                    <a:pt x="5031171" y="322044"/>
                  </a:lnTo>
                  <a:lnTo>
                    <a:pt x="5031265" y="322044"/>
                  </a:lnTo>
                  <a:lnTo>
                    <a:pt x="5031359" y="322044"/>
                  </a:lnTo>
                  <a:lnTo>
                    <a:pt x="5031453" y="322044"/>
                  </a:lnTo>
                  <a:lnTo>
                    <a:pt x="5031547" y="322044"/>
                  </a:lnTo>
                  <a:lnTo>
                    <a:pt x="5031641" y="322044"/>
                  </a:lnTo>
                  <a:lnTo>
                    <a:pt x="5031735" y="322044"/>
                  </a:lnTo>
                  <a:lnTo>
                    <a:pt x="5031829" y="322044"/>
                  </a:lnTo>
                  <a:lnTo>
                    <a:pt x="5031923" y="322044"/>
                  </a:lnTo>
                  <a:lnTo>
                    <a:pt x="5032017" y="322044"/>
                  </a:lnTo>
                  <a:lnTo>
                    <a:pt x="5032111" y="322044"/>
                  </a:lnTo>
                  <a:lnTo>
                    <a:pt x="5032205" y="322044"/>
                  </a:lnTo>
                  <a:lnTo>
                    <a:pt x="5032299" y="322044"/>
                  </a:lnTo>
                  <a:lnTo>
                    <a:pt x="5032393" y="322044"/>
                  </a:lnTo>
                  <a:lnTo>
                    <a:pt x="5032487" y="322044"/>
                  </a:lnTo>
                  <a:lnTo>
                    <a:pt x="5032581" y="322044"/>
                  </a:lnTo>
                  <a:lnTo>
                    <a:pt x="5032675" y="322044"/>
                  </a:lnTo>
                  <a:lnTo>
                    <a:pt x="5032770" y="322044"/>
                  </a:lnTo>
                  <a:lnTo>
                    <a:pt x="5032864" y="322044"/>
                  </a:lnTo>
                  <a:lnTo>
                    <a:pt x="5032958" y="322044"/>
                  </a:lnTo>
                  <a:lnTo>
                    <a:pt x="5033052" y="322044"/>
                  </a:lnTo>
                  <a:lnTo>
                    <a:pt x="5033146" y="322044"/>
                  </a:lnTo>
                  <a:lnTo>
                    <a:pt x="5033240" y="322044"/>
                  </a:lnTo>
                  <a:lnTo>
                    <a:pt x="5033334" y="322044"/>
                  </a:lnTo>
                  <a:lnTo>
                    <a:pt x="5033428" y="322044"/>
                  </a:lnTo>
                  <a:lnTo>
                    <a:pt x="5033522" y="322044"/>
                  </a:lnTo>
                  <a:lnTo>
                    <a:pt x="5033616" y="322044"/>
                  </a:lnTo>
                  <a:lnTo>
                    <a:pt x="5033710" y="322044"/>
                  </a:lnTo>
                  <a:lnTo>
                    <a:pt x="5033804" y="322044"/>
                  </a:lnTo>
                  <a:lnTo>
                    <a:pt x="5033898" y="322044"/>
                  </a:lnTo>
                  <a:lnTo>
                    <a:pt x="5033992" y="322044"/>
                  </a:lnTo>
                  <a:lnTo>
                    <a:pt x="5034086" y="322044"/>
                  </a:lnTo>
                  <a:lnTo>
                    <a:pt x="5034180" y="322044"/>
                  </a:lnTo>
                  <a:lnTo>
                    <a:pt x="5034274" y="322044"/>
                  </a:lnTo>
                  <a:lnTo>
                    <a:pt x="5034368" y="322044"/>
                  </a:lnTo>
                  <a:lnTo>
                    <a:pt x="5034462" y="322044"/>
                  </a:lnTo>
                  <a:lnTo>
                    <a:pt x="5034556" y="322044"/>
                  </a:lnTo>
                  <a:lnTo>
                    <a:pt x="5034650" y="322044"/>
                  </a:lnTo>
                  <a:lnTo>
                    <a:pt x="5034744" y="322044"/>
                  </a:lnTo>
                  <a:lnTo>
                    <a:pt x="5034838" y="322044"/>
                  </a:lnTo>
                  <a:lnTo>
                    <a:pt x="5034932" y="322044"/>
                  </a:lnTo>
                  <a:lnTo>
                    <a:pt x="5035026" y="322044"/>
                  </a:lnTo>
                  <a:lnTo>
                    <a:pt x="5035120" y="322044"/>
                  </a:lnTo>
                  <a:lnTo>
                    <a:pt x="5035214" y="322044"/>
                  </a:lnTo>
                  <a:lnTo>
                    <a:pt x="5035308" y="322044"/>
                  </a:lnTo>
                  <a:lnTo>
                    <a:pt x="5035402" y="322044"/>
                  </a:lnTo>
                  <a:lnTo>
                    <a:pt x="5035496" y="322044"/>
                  </a:lnTo>
                  <a:lnTo>
                    <a:pt x="5035590" y="322044"/>
                  </a:lnTo>
                  <a:lnTo>
                    <a:pt x="5035684" y="322044"/>
                  </a:lnTo>
                  <a:lnTo>
                    <a:pt x="5035778" y="322044"/>
                  </a:lnTo>
                  <a:lnTo>
                    <a:pt x="5035872" y="322044"/>
                  </a:lnTo>
                  <a:lnTo>
                    <a:pt x="5035966" y="322044"/>
                  </a:lnTo>
                  <a:lnTo>
                    <a:pt x="5036060" y="322044"/>
                  </a:lnTo>
                  <a:lnTo>
                    <a:pt x="5036154" y="322044"/>
                  </a:lnTo>
                  <a:lnTo>
                    <a:pt x="5036248" y="322044"/>
                  </a:lnTo>
                  <a:lnTo>
                    <a:pt x="5036343" y="322044"/>
                  </a:lnTo>
                  <a:lnTo>
                    <a:pt x="5036437" y="322044"/>
                  </a:lnTo>
                  <a:lnTo>
                    <a:pt x="5036531" y="322044"/>
                  </a:lnTo>
                  <a:lnTo>
                    <a:pt x="5036625" y="322044"/>
                  </a:lnTo>
                  <a:lnTo>
                    <a:pt x="5036719" y="322044"/>
                  </a:lnTo>
                  <a:lnTo>
                    <a:pt x="5036813" y="322044"/>
                  </a:lnTo>
                  <a:lnTo>
                    <a:pt x="5036907" y="322044"/>
                  </a:lnTo>
                  <a:lnTo>
                    <a:pt x="5037001" y="322044"/>
                  </a:lnTo>
                  <a:lnTo>
                    <a:pt x="5037095" y="322044"/>
                  </a:lnTo>
                  <a:lnTo>
                    <a:pt x="5037189" y="322044"/>
                  </a:lnTo>
                  <a:lnTo>
                    <a:pt x="5037283" y="322044"/>
                  </a:lnTo>
                  <a:lnTo>
                    <a:pt x="5037377" y="322044"/>
                  </a:lnTo>
                  <a:lnTo>
                    <a:pt x="5037471" y="322044"/>
                  </a:lnTo>
                  <a:lnTo>
                    <a:pt x="5037565" y="322044"/>
                  </a:lnTo>
                  <a:lnTo>
                    <a:pt x="5037659" y="322044"/>
                  </a:lnTo>
                  <a:lnTo>
                    <a:pt x="5037753" y="322044"/>
                  </a:lnTo>
                  <a:lnTo>
                    <a:pt x="5037847" y="322044"/>
                  </a:lnTo>
                  <a:lnTo>
                    <a:pt x="5037941" y="322044"/>
                  </a:lnTo>
                  <a:lnTo>
                    <a:pt x="5038035" y="322044"/>
                  </a:lnTo>
                  <a:lnTo>
                    <a:pt x="5038129" y="322044"/>
                  </a:lnTo>
                  <a:lnTo>
                    <a:pt x="5038223" y="322044"/>
                  </a:lnTo>
                  <a:lnTo>
                    <a:pt x="5038317" y="322044"/>
                  </a:lnTo>
                  <a:lnTo>
                    <a:pt x="5038411" y="322044"/>
                  </a:lnTo>
                  <a:lnTo>
                    <a:pt x="5038505" y="322044"/>
                  </a:lnTo>
                  <a:lnTo>
                    <a:pt x="5038599" y="322044"/>
                  </a:lnTo>
                  <a:lnTo>
                    <a:pt x="5038693" y="322044"/>
                  </a:lnTo>
                  <a:lnTo>
                    <a:pt x="5038787" y="322044"/>
                  </a:lnTo>
                  <a:lnTo>
                    <a:pt x="5038881" y="322044"/>
                  </a:lnTo>
                  <a:lnTo>
                    <a:pt x="5038975" y="322044"/>
                  </a:lnTo>
                  <a:lnTo>
                    <a:pt x="5039069" y="322044"/>
                  </a:lnTo>
                  <a:lnTo>
                    <a:pt x="5039163" y="322044"/>
                  </a:lnTo>
                  <a:lnTo>
                    <a:pt x="5039257" y="322044"/>
                  </a:lnTo>
                  <a:lnTo>
                    <a:pt x="5039351" y="322044"/>
                  </a:lnTo>
                  <a:lnTo>
                    <a:pt x="5039445" y="322044"/>
                  </a:lnTo>
                  <a:lnTo>
                    <a:pt x="5039539" y="322044"/>
                  </a:lnTo>
                  <a:lnTo>
                    <a:pt x="5039633" y="322044"/>
                  </a:lnTo>
                  <a:lnTo>
                    <a:pt x="5039727" y="322044"/>
                  </a:lnTo>
                  <a:lnTo>
                    <a:pt x="5039822" y="322044"/>
                  </a:lnTo>
                  <a:lnTo>
                    <a:pt x="5039916" y="322044"/>
                  </a:lnTo>
                  <a:lnTo>
                    <a:pt x="5040010" y="322044"/>
                  </a:lnTo>
                  <a:lnTo>
                    <a:pt x="5040104" y="322044"/>
                  </a:lnTo>
                  <a:lnTo>
                    <a:pt x="5040198" y="322044"/>
                  </a:lnTo>
                  <a:lnTo>
                    <a:pt x="5040292" y="322044"/>
                  </a:lnTo>
                  <a:lnTo>
                    <a:pt x="5040386" y="322044"/>
                  </a:lnTo>
                  <a:lnTo>
                    <a:pt x="5040480" y="322044"/>
                  </a:lnTo>
                  <a:lnTo>
                    <a:pt x="5040574" y="322044"/>
                  </a:lnTo>
                  <a:lnTo>
                    <a:pt x="5040668" y="322044"/>
                  </a:lnTo>
                  <a:lnTo>
                    <a:pt x="5040762" y="322044"/>
                  </a:lnTo>
                  <a:lnTo>
                    <a:pt x="5040856" y="322044"/>
                  </a:lnTo>
                  <a:lnTo>
                    <a:pt x="5040950" y="322044"/>
                  </a:lnTo>
                  <a:lnTo>
                    <a:pt x="5041044" y="322044"/>
                  </a:lnTo>
                  <a:lnTo>
                    <a:pt x="5041138" y="322044"/>
                  </a:lnTo>
                  <a:lnTo>
                    <a:pt x="5041232" y="322044"/>
                  </a:lnTo>
                  <a:lnTo>
                    <a:pt x="5041326" y="322044"/>
                  </a:lnTo>
                  <a:lnTo>
                    <a:pt x="5041420" y="322044"/>
                  </a:lnTo>
                  <a:lnTo>
                    <a:pt x="5041514" y="322044"/>
                  </a:lnTo>
                  <a:lnTo>
                    <a:pt x="5041608" y="322044"/>
                  </a:lnTo>
                  <a:lnTo>
                    <a:pt x="5041702" y="322044"/>
                  </a:lnTo>
                  <a:lnTo>
                    <a:pt x="5041796" y="322044"/>
                  </a:lnTo>
                  <a:lnTo>
                    <a:pt x="5041890" y="322044"/>
                  </a:lnTo>
                  <a:lnTo>
                    <a:pt x="5041984" y="322044"/>
                  </a:lnTo>
                  <a:lnTo>
                    <a:pt x="5042078" y="322044"/>
                  </a:lnTo>
                  <a:lnTo>
                    <a:pt x="5042172" y="322044"/>
                  </a:lnTo>
                  <a:lnTo>
                    <a:pt x="5042266" y="322044"/>
                  </a:lnTo>
                  <a:lnTo>
                    <a:pt x="5042360" y="322044"/>
                  </a:lnTo>
                  <a:lnTo>
                    <a:pt x="5042454" y="322044"/>
                  </a:lnTo>
                  <a:lnTo>
                    <a:pt x="5042548" y="322044"/>
                  </a:lnTo>
                  <a:lnTo>
                    <a:pt x="5042642" y="322044"/>
                  </a:lnTo>
                  <a:lnTo>
                    <a:pt x="5042736" y="322044"/>
                  </a:lnTo>
                  <a:lnTo>
                    <a:pt x="5042830" y="322044"/>
                  </a:lnTo>
                  <a:lnTo>
                    <a:pt x="5042924" y="322044"/>
                  </a:lnTo>
                  <a:lnTo>
                    <a:pt x="5043018" y="322044"/>
                  </a:lnTo>
                  <a:lnTo>
                    <a:pt x="5043112" y="322044"/>
                  </a:lnTo>
                  <a:lnTo>
                    <a:pt x="5043206" y="322044"/>
                  </a:lnTo>
                  <a:lnTo>
                    <a:pt x="5043300" y="322044"/>
                  </a:lnTo>
                  <a:lnTo>
                    <a:pt x="5043395" y="322044"/>
                  </a:lnTo>
                  <a:lnTo>
                    <a:pt x="5043489" y="322044"/>
                  </a:lnTo>
                  <a:lnTo>
                    <a:pt x="5043583" y="322044"/>
                  </a:lnTo>
                  <a:lnTo>
                    <a:pt x="5043677" y="322044"/>
                  </a:lnTo>
                  <a:lnTo>
                    <a:pt x="5043771" y="322044"/>
                  </a:lnTo>
                  <a:lnTo>
                    <a:pt x="5043865" y="322044"/>
                  </a:lnTo>
                  <a:lnTo>
                    <a:pt x="5043959" y="322044"/>
                  </a:lnTo>
                  <a:lnTo>
                    <a:pt x="5044053" y="322044"/>
                  </a:lnTo>
                  <a:lnTo>
                    <a:pt x="5044147" y="322044"/>
                  </a:lnTo>
                  <a:lnTo>
                    <a:pt x="5044241" y="322044"/>
                  </a:lnTo>
                  <a:lnTo>
                    <a:pt x="5044335" y="322044"/>
                  </a:lnTo>
                  <a:lnTo>
                    <a:pt x="5044429" y="322044"/>
                  </a:lnTo>
                  <a:lnTo>
                    <a:pt x="5044523" y="322044"/>
                  </a:lnTo>
                  <a:lnTo>
                    <a:pt x="5044617" y="322044"/>
                  </a:lnTo>
                  <a:lnTo>
                    <a:pt x="5044711" y="322044"/>
                  </a:lnTo>
                  <a:lnTo>
                    <a:pt x="5044805" y="322044"/>
                  </a:lnTo>
                  <a:lnTo>
                    <a:pt x="5044899" y="322044"/>
                  </a:lnTo>
                  <a:lnTo>
                    <a:pt x="5044993" y="322044"/>
                  </a:lnTo>
                  <a:lnTo>
                    <a:pt x="5045087" y="322044"/>
                  </a:lnTo>
                  <a:lnTo>
                    <a:pt x="5045181" y="322044"/>
                  </a:lnTo>
                  <a:lnTo>
                    <a:pt x="5045275" y="322044"/>
                  </a:lnTo>
                  <a:lnTo>
                    <a:pt x="5045369" y="322044"/>
                  </a:lnTo>
                  <a:lnTo>
                    <a:pt x="5045463" y="322044"/>
                  </a:lnTo>
                  <a:lnTo>
                    <a:pt x="5045557" y="322044"/>
                  </a:lnTo>
                  <a:lnTo>
                    <a:pt x="5045651" y="322044"/>
                  </a:lnTo>
                  <a:lnTo>
                    <a:pt x="5045745" y="322044"/>
                  </a:lnTo>
                  <a:lnTo>
                    <a:pt x="5045839" y="322044"/>
                  </a:lnTo>
                  <a:lnTo>
                    <a:pt x="5045933" y="322044"/>
                  </a:lnTo>
                  <a:lnTo>
                    <a:pt x="5046027" y="322044"/>
                  </a:lnTo>
                  <a:lnTo>
                    <a:pt x="5046121" y="322044"/>
                  </a:lnTo>
                  <a:lnTo>
                    <a:pt x="5046215" y="322044"/>
                  </a:lnTo>
                  <a:lnTo>
                    <a:pt x="5046309" y="322044"/>
                  </a:lnTo>
                  <a:lnTo>
                    <a:pt x="5046403" y="322044"/>
                  </a:lnTo>
                  <a:lnTo>
                    <a:pt x="5046497" y="322044"/>
                  </a:lnTo>
                  <a:lnTo>
                    <a:pt x="5046591" y="322044"/>
                  </a:lnTo>
                  <a:lnTo>
                    <a:pt x="5046685" y="322044"/>
                  </a:lnTo>
                  <a:lnTo>
                    <a:pt x="5046779" y="322044"/>
                  </a:lnTo>
                  <a:lnTo>
                    <a:pt x="5046873" y="322044"/>
                  </a:lnTo>
                  <a:lnTo>
                    <a:pt x="5046968" y="322044"/>
                  </a:lnTo>
                  <a:lnTo>
                    <a:pt x="5047062" y="322044"/>
                  </a:lnTo>
                  <a:lnTo>
                    <a:pt x="5047156" y="322044"/>
                  </a:lnTo>
                  <a:lnTo>
                    <a:pt x="5047250" y="322044"/>
                  </a:lnTo>
                  <a:lnTo>
                    <a:pt x="5047344" y="322044"/>
                  </a:lnTo>
                  <a:lnTo>
                    <a:pt x="5047438" y="322044"/>
                  </a:lnTo>
                  <a:lnTo>
                    <a:pt x="5047532" y="322044"/>
                  </a:lnTo>
                  <a:lnTo>
                    <a:pt x="5047626" y="322044"/>
                  </a:lnTo>
                  <a:lnTo>
                    <a:pt x="5047720" y="322044"/>
                  </a:lnTo>
                  <a:lnTo>
                    <a:pt x="5047814" y="322044"/>
                  </a:lnTo>
                  <a:lnTo>
                    <a:pt x="5047908" y="322044"/>
                  </a:lnTo>
                  <a:lnTo>
                    <a:pt x="5048002" y="322044"/>
                  </a:lnTo>
                  <a:lnTo>
                    <a:pt x="5048096" y="322044"/>
                  </a:lnTo>
                  <a:lnTo>
                    <a:pt x="5048190" y="322044"/>
                  </a:lnTo>
                  <a:lnTo>
                    <a:pt x="5048284" y="322044"/>
                  </a:lnTo>
                  <a:lnTo>
                    <a:pt x="5048378" y="322044"/>
                  </a:lnTo>
                  <a:lnTo>
                    <a:pt x="5048472" y="322044"/>
                  </a:lnTo>
                  <a:lnTo>
                    <a:pt x="5048566" y="322044"/>
                  </a:lnTo>
                  <a:lnTo>
                    <a:pt x="5048660" y="322044"/>
                  </a:lnTo>
                  <a:lnTo>
                    <a:pt x="5048754" y="322044"/>
                  </a:lnTo>
                  <a:lnTo>
                    <a:pt x="5048848" y="322044"/>
                  </a:lnTo>
                  <a:lnTo>
                    <a:pt x="5048942" y="322044"/>
                  </a:lnTo>
                  <a:lnTo>
                    <a:pt x="5049036" y="322044"/>
                  </a:lnTo>
                  <a:lnTo>
                    <a:pt x="5049130" y="322044"/>
                  </a:lnTo>
                  <a:lnTo>
                    <a:pt x="5049224" y="322044"/>
                  </a:lnTo>
                  <a:lnTo>
                    <a:pt x="5049318" y="322044"/>
                  </a:lnTo>
                  <a:lnTo>
                    <a:pt x="5049412" y="322044"/>
                  </a:lnTo>
                  <a:lnTo>
                    <a:pt x="5049506" y="322044"/>
                  </a:lnTo>
                  <a:lnTo>
                    <a:pt x="5049600" y="322044"/>
                  </a:lnTo>
                  <a:lnTo>
                    <a:pt x="5049694" y="322044"/>
                  </a:lnTo>
                  <a:lnTo>
                    <a:pt x="5049788" y="322044"/>
                  </a:lnTo>
                  <a:lnTo>
                    <a:pt x="5049882" y="322044"/>
                  </a:lnTo>
                  <a:lnTo>
                    <a:pt x="5049976" y="322044"/>
                  </a:lnTo>
                  <a:lnTo>
                    <a:pt x="5050070" y="322044"/>
                  </a:lnTo>
                  <a:lnTo>
                    <a:pt x="5050164" y="322044"/>
                  </a:lnTo>
                  <a:lnTo>
                    <a:pt x="5050258" y="322044"/>
                  </a:lnTo>
                  <a:lnTo>
                    <a:pt x="5050352" y="322044"/>
                  </a:lnTo>
                  <a:lnTo>
                    <a:pt x="5050447" y="322044"/>
                  </a:lnTo>
                  <a:lnTo>
                    <a:pt x="5050541" y="322044"/>
                  </a:lnTo>
                  <a:lnTo>
                    <a:pt x="5050635" y="322044"/>
                  </a:lnTo>
                  <a:lnTo>
                    <a:pt x="5050729" y="322044"/>
                  </a:lnTo>
                  <a:lnTo>
                    <a:pt x="5050823" y="322044"/>
                  </a:lnTo>
                  <a:lnTo>
                    <a:pt x="5050917" y="322044"/>
                  </a:lnTo>
                  <a:lnTo>
                    <a:pt x="5051011" y="322044"/>
                  </a:lnTo>
                  <a:lnTo>
                    <a:pt x="5051105" y="322044"/>
                  </a:lnTo>
                  <a:lnTo>
                    <a:pt x="5051199" y="322044"/>
                  </a:lnTo>
                  <a:lnTo>
                    <a:pt x="5051293" y="322044"/>
                  </a:lnTo>
                  <a:lnTo>
                    <a:pt x="5051387" y="322044"/>
                  </a:lnTo>
                  <a:lnTo>
                    <a:pt x="5051481" y="322044"/>
                  </a:lnTo>
                  <a:lnTo>
                    <a:pt x="5051575" y="322044"/>
                  </a:lnTo>
                  <a:lnTo>
                    <a:pt x="5051669" y="322044"/>
                  </a:lnTo>
                  <a:lnTo>
                    <a:pt x="5051763" y="322044"/>
                  </a:lnTo>
                  <a:lnTo>
                    <a:pt x="5051857" y="322044"/>
                  </a:lnTo>
                  <a:lnTo>
                    <a:pt x="5051951" y="322044"/>
                  </a:lnTo>
                  <a:lnTo>
                    <a:pt x="5052045" y="322044"/>
                  </a:lnTo>
                  <a:lnTo>
                    <a:pt x="5052139" y="322044"/>
                  </a:lnTo>
                  <a:lnTo>
                    <a:pt x="5052233" y="322044"/>
                  </a:lnTo>
                  <a:lnTo>
                    <a:pt x="5052327" y="322044"/>
                  </a:lnTo>
                  <a:lnTo>
                    <a:pt x="5052421" y="322044"/>
                  </a:lnTo>
                  <a:lnTo>
                    <a:pt x="5052515" y="322044"/>
                  </a:lnTo>
                  <a:lnTo>
                    <a:pt x="5052609" y="322044"/>
                  </a:lnTo>
                  <a:lnTo>
                    <a:pt x="5052703" y="322044"/>
                  </a:lnTo>
                  <a:lnTo>
                    <a:pt x="5052797" y="322044"/>
                  </a:lnTo>
                  <a:lnTo>
                    <a:pt x="5052891" y="322044"/>
                  </a:lnTo>
                  <a:lnTo>
                    <a:pt x="5052985" y="322044"/>
                  </a:lnTo>
                  <a:lnTo>
                    <a:pt x="5053079" y="322044"/>
                  </a:lnTo>
                  <a:lnTo>
                    <a:pt x="5053173" y="322044"/>
                  </a:lnTo>
                  <a:lnTo>
                    <a:pt x="5053267" y="322044"/>
                  </a:lnTo>
                  <a:lnTo>
                    <a:pt x="5053361" y="322044"/>
                  </a:lnTo>
                  <a:lnTo>
                    <a:pt x="5053455" y="322044"/>
                  </a:lnTo>
                  <a:lnTo>
                    <a:pt x="5053549" y="322044"/>
                  </a:lnTo>
                  <a:lnTo>
                    <a:pt x="5053643" y="322044"/>
                  </a:lnTo>
                  <a:lnTo>
                    <a:pt x="5053737" y="322044"/>
                  </a:lnTo>
                  <a:lnTo>
                    <a:pt x="5053831" y="322044"/>
                  </a:lnTo>
                  <a:lnTo>
                    <a:pt x="5053925" y="322044"/>
                  </a:lnTo>
                  <a:lnTo>
                    <a:pt x="5054020" y="322044"/>
                  </a:lnTo>
                  <a:lnTo>
                    <a:pt x="5054114" y="322044"/>
                  </a:lnTo>
                  <a:lnTo>
                    <a:pt x="5054208" y="322044"/>
                  </a:lnTo>
                  <a:lnTo>
                    <a:pt x="5054302" y="322044"/>
                  </a:lnTo>
                  <a:lnTo>
                    <a:pt x="5054396" y="322044"/>
                  </a:lnTo>
                  <a:lnTo>
                    <a:pt x="5054490" y="322044"/>
                  </a:lnTo>
                  <a:lnTo>
                    <a:pt x="5054584" y="322044"/>
                  </a:lnTo>
                  <a:lnTo>
                    <a:pt x="5054678" y="322044"/>
                  </a:lnTo>
                  <a:lnTo>
                    <a:pt x="5054772" y="322044"/>
                  </a:lnTo>
                  <a:lnTo>
                    <a:pt x="5054866" y="322044"/>
                  </a:lnTo>
                  <a:lnTo>
                    <a:pt x="5054960" y="322044"/>
                  </a:lnTo>
                  <a:lnTo>
                    <a:pt x="5055054" y="322044"/>
                  </a:lnTo>
                  <a:lnTo>
                    <a:pt x="5055148" y="322044"/>
                  </a:lnTo>
                  <a:lnTo>
                    <a:pt x="5055242" y="322044"/>
                  </a:lnTo>
                  <a:lnTo>
                    <a:pt x="5055336" y="322044"/>
                  </a:lnTo>
                  <a:lnTo>
                    <a:pt x="5055430" y="322044"/>
                  </a:lnTo>
                  <a:lnTo>
                    <a:pt x="5055524" y="322044"/>
                  </a:lnTo>
                  <a:lnTo>
                    <a:pt x="5055618" y="322044"/>
                  </a:lnTo>
                  <a:lnTo>
                    <a:pt x="5055712" y="322044"/>
                  </a:lnTo>
                  <a:lnTo>
                    <a:pt x="5055806" y="322044"/>
                  </a:lnTo>
                  <a:lnTo>
                    <a:pt x="5055900" y="322044"/>
                  </a:lnTo>
                  <a:lnTo>
                    <a:pt x="5055994" y="322044"/>
                  </a:lnTo>
                  <a:lnTo>
                    <a:pt x="5056088" y="322044"/>
                  </a:lnTo>
                  <a:lnTo>
                    <a:pt x="5056182" y="322044"/>
                  </a:lnTo>
                  <a:lnTo>
                    <a:pt x="5056276" y="322044"/>
                  </a:lnTo>
                  <a:lnTo>
                    <a:pt x="5056370" y="322044"/>
                  </a:lnTo>
                  <a:lnTo>
                    <a:pt x="5056464" y="322044"/>
                  </a:lnTo>
                  <a:lnTo>
                    <a:pt x="5056558" y="322044"/>
                  </a:lnTo>
                  <a:lnTo>
                    <a:pt x="5056652" y="322044"/>
                  </a:lnTo>
                  <a:lnTo>
                    <a:pt x="5056746" y="322044"/>
                  </a:lnTo>
                  <a:lnTo>
                    <a:pt x="5056840" y="322044"/>
                  </a:lnTo>
                  <a:lnTo>
                    <a:pt x="5056934" y="322044"/>
                  </a:lnTo>
                  <a:lnTo>
                    <a:pt x="5057028" y="322044"/>
                  </a:lnTo>
                  <a:lnTo>
                    <a:pt x="5057122" y="322044"/>
                  </a:lnTo>
                  <a:lnTo>
                    <a:pt x="5057216" y="322044"/>
                  </a:lnTo>
                  <a:lnTo>
                    <a:pt x="5057310" y="322044"/>
                  </a:lnTo>
                  <a:lnTo>
                    <a:pt x="5057404" y="322044"/>
                  </a:lnTo>
                  <a:lnTo>
                    <a:pt x="5057498" y="322044"/>
                  </a:lnTo>
                  <a:lnTo>
                    <a:pt x="5057593" y="322044"/>
                  </a:lnTo>
                  <a:lnTo>
                    <a:pt x="5057687" y="322044"/>
                  </a:lnTo>
                  <a:lnTo>
                    <a:pt x="5057781" y="322044"/>
                  </a:lnTo>
                  <a:lnTo>
                    <a:pt x="5057875" y="322044"/>
                  </a:lnTo>
                  <a:lnTo>
                    <a:pt x="5057969" y="322044"/>
                  </a:lnTo>
                  <a:lnTo>
                    <a:pt x="5058063" y="322044"/>
                  </a:lnTo>
                  <a:lnTo>
                    <a:pt x="5058157" y="322044"/>
                  </a:lnTo>
                  <a:lnTo>
                    <a:pt x="5058251" y="322044"/>
                  </a:lnTo>
                  <a:lnTo>
                    <a:pt x="5058345" y="322044"/>
                  </a:lnTo>
                  <a:lnTo>
                    <a:pt x="5058439" y="322044"/>
                  </a:lnTo>
                  <a:lnTo>
                    <a:pt x="5058533" y="322044"/>
                  </a:lnTo>
                  <a:lnTo>
                    <a:pt x="5058627" y="322044"/>
                  </a:lnTo>
                  <a:lnTo>
                    <a:pt x="5058721" y="322044"/>
                  </a:lnTo>
                  <a:lnTo>
                    <a:pt x="5058815" y="322044"/>
                  </a:lnTo>
                  <a:lnTo>
                    <a:pt x="5058909" y="322044"/>
                  </a:lnTo>
                  <a:lnTo>
                    <a:pt x="5059003" y="322044"/>
                  </a:lnTo>
                  <a:lnTo>
                    <a:pt x="5059097" y="322044"/>
                  </a:lnTo>
                  <a:lnTo>
                    <a:pt x="5059191" y="322044"/>
                  </a:lnTo>
                  <a:lnTo>
                    <a:pt x="5059285" y="322044"/>
                  </a:lnTo>
                  <a:lnTo>
                    <a:pt x="5059379" y="322044"/>
                  </a:lnTo>
                  <a:lnTo>
                    <a:pt x="5059473" y="322044"/>
                  </a:lnTo>
                  <a:lnTo>
                    <a:pt x="5059567" y="322044"/>
                  </a:lnTo>
                  <a:lnTo>
                    <a:pt x="5059661" y="322044"/>
                  </a:lnTo>
                  <a:lnTo>
                    <a:pt x="5059755" y="322044"/>
                  </a:lnTo>
                  <a:lnTo>
                    <a:pt x="5059849" y="322044"/>
                  </a:lnTo>
                  <a:lnTo>
                    <a:pt x="5059943" y="322044"/>
                  </a:lnTo>
                  <a:lnTo>
                    <a:pt x="5060037" y="322044"/>
                  </a:lnTo>
                  <a:lnTo>
                    <a:pt x="5060131" y="322044"/>
                  </a:lnTo>
                  <a:lnTo>
                    <a:pt x="5060225" y="322044"/>
                  </a:lnTo>
                  <a:lnTo>
                    <a:pt x="5060319" y="322044"/>
                  </a:lnTo>
                  <a:lnTo>
                    <a:pt x="5060413" y="322044"/>
                  </a:lnTo>
                  <a:lnTo>
                    <a:pt x="5060507" y="322044"/>
                  </a:lnTo>
                  <a:lnTo>
                    <a:pt x="5060601" y="322044"/>
                  </a:lnTo>
                  <a:lnTo>
                    <a:pt x="5060695" y="322044"/>
                  </a:lnTo>
                  <a:lnTo>
                    <a:pt x="5060789" y="322044"/>
                  </a:lnTo>
                  <a:lnTo>
                    <a:pt x="5060883" y="322044"/>
                  </a:lnTo>
                  <a:lnTo>
                    <a:pt x="5060977" y="322044"/>
                  </a:lnTo>
                  <a:lnTo>
                    <a:pt x="5061072" y="322044"/>
                  </a:lnTo>
                  <a:lnTo>
                    <a:pt x="5061166" y="322044"/>
                  </a:lnTo>
                  <a:lnTo>
                    <a:pt x="5061260" y="322044"/>
                  </a:lnTo>
                  <a:lnTo>
                    <a:pt x="5061354" y="322044"/>
                  </a:lnTo>
                  <a:lnTo>
                    <a:pt x="5061448" y="322044"/>
                  </a:lnTo>
                  <a:lnTo>
                    <a:pt x="5061542" y="322044"/>
                  </a:lnTo>
                  <a:lnTo>
                    <a:pt x="5061636" y="322044"/>
                  </a:lnTo>
                  <a:lnTo>
                    <a:pt x="5061730" y="322044"/>
                  </a:lnTo>
                  <a:lnTo>
                    <a:pt x="5061824" y="322044"/>
                  </a:lnTo>
                  <a:lnTo>
                    <a:pt x="5061918" y="322044"/>
                  </a:lnTo>
                  <a:lnTo>
                    <a:pt x="5062012" y="322044"/>
                  </a:lnTo>
                  <a:lnTo>
                    <a:pt x="5062106" y="322044"/>
                  </a:lnTo>
                  <a:lnTo>
                    <a:pt x="5062200" y="322044"/>
                  </a:lnTo>
                  <a:lnTo>
                    <a:pt x="5062294" y="322044"/>
                  </a:lnTo>
                  <a:lnTo>
                    <a:pt x="5062388" y="322044"/>
                  </a:lnTo>
                  <a:lnTo>
                    <a:pt x="5062482" y="322044"/>
                  </a:lnTo>
                  <a:lnTo>
                    <a:pt x="5062576" y="322044"/>
                  </a:lnTo>
                  <a:lnTo>
                    <a:pt x="5062670" y="322044"/>
                  </a:lnTo>
                  <a:lnTo>
                    <a:pt x="5062764" y="322044"/>
                  </a:lnTo>
                  <a:lnTo>
                    <a:pt x="5062858" y="322044"/>
                  </a:lnTo>
                  <a:lnTo>
                    <a:pt x="5062952" y="322044"/>
                  </a:lnTo>
                  <a:lnTo>
                    <a:pt x="5063046" y="322044"/>
                  </a:lnTo>
                  <a:lnTo>
                    <a:pt x="5063140" y="322044"/>
                  </a:lnTo>
                  <a:lnTo>
                    <a:pt x="5063234" y="322044"/>
                  </a:lnTo>
                  <a:lnTo>
                    <a:pt x="5063328" y="322044"/>
                  </a:lnTo>
                  <a:lnTo>
                    <a:pt x="5063422" y="322044"/>
                  </a:lnTo>
                  <a:lnTo>
                    <a:pt x="5063516" y="322044"/>
                  </a:lnTo>
                  <a:lnTo>
                    <a:pt x="5063610" y="322044"/>
                  </a:lnTo>
                  <a:lnTo>
                    <a:pt x="5063704" y="322044"/>
                  </a:lnTo>
                  <a:lnTo>
                    <a:pt x="5063798" y="322044"/>
                  </a:lnTo>
                  <a:lnTo>
                    <a:pt x="5063892" y="322044"/>
                  </a:lnTo>
                  <a:lnTo>
                    <a:pt x="5063986" y="322044"/>
                  </a:lnTo>
                  <a:lnTo>
                    <a:pt x="5064080" y="322044"/>
                  </a:lnTo>
                  <a:lnTo>
                    <a:pt x="5064174" y="322044"/>
                  </a:lnTo>
                  <a:lnTo>
                    <a:pt x="5064268" y="322044"/>
                  </a:lnTo>
                  <a:lnTo>
                    <a:pt x="5064362" y="322044"/>
                  </a:lnTo>
                  <a:lnTo>
                    <a:pt x="5064456" y="322044"/>
                  </a:lnTo>
                  <a:lnTo>
                    <a:pt x="5064550" y="322044"/>
                  </a:lnTo>
                  <a:lnTo>
                    <a:pt x="5064645" y="322044"/>
                  </a:lnTo>
                  <a:lnTo>
                    <a:pt x="5064739" y="322044"/>
                  </a:lnTo>
                  <a:lnTo>
                    <a:pt x="5064833" y="322044"/>
                  </a:lnTo>
                  <a:lnTo>
                    <a:pt x="5064927" y="322044"/>
                  </a:lnTo>
                  <a:lnTo>
                    <a:pt x="5065021" y="322044"/>
                  </a:lnTo>
                  <a:lnTo>
                    <a:pt x="5065115" y="322044"/>
                  </a:lnTo>
                  <a:lnTo>
                    <a:pt x="5065209" y="322044"/>
                  </a:lnTo>
                  <a:lnTo>
                    <a:pt x="5065303" y="322044"/>
                  </a:lnTo>
                  <a:lnTo>
                    <a:pt x="5065397" y="322044"/>
                  </a:lnTo>
                  <a:lnTo>
                    <a:pt x="5065491" y="322044"/>
                  </a:lnTo>
                  <a:lnTo>
                    <a:pt x="5065585" y="322044"/>
                  </a:lnTo>
                  <a:lnTo>
                    <a:pt x="5065679" y="322044"/>
                  </a:lnTo>
                  <a:lnTo>
                    <a:pt x="5065773" y="322044"/>
                  </a:lnTo>
                  <a:lnTo>
                    <a:pt x="5065867" y="322044"/>
                  </a:lnTo>
                  <a:lnTo>
                    <a:pt x="5065961" y="322044"/>
                  </a:lnTo>
                  <a:lnTo>
                    <a:pt x="5066055" y="322044"/>
                  </a:lnTo>
                  <a:lnTo>
                    <a:pt x="5066149" y="322044"/>
                  </a:lnTo>
                  <a:lnTo>
                    <a:pt x="5066243" y="322044"/>
                  </a:lnTo>
                  <a:lnTo>
                    <a:pt x="5066337" y="322044"/>
                  </a:lnTo>
                  <a:lnTo>
                    <a:pt x="5066431" y="322044"/>
                  </a:lnTo>
                  <a:lnTo>
                    <a:pt x="5066525" y="322044"/>
                  </a:lnTo>
                  <a:lnTo>
                    <a:pt x="5066619" y="322044"/>
                  </a:lnTo>
                  <a:lnTo>
                    <a:pt x="5066713" y="322044"/>
                  </a:lnTo>
                  <a:lnTo>
                    <a:pt x="5066807" y="322044"/>
                  </a:lnTo>
                  <a:lnTo>
                    <a:pt x="5066901" y="322044"/>
                  </a:lnTo>
                  <a:lnTo>
                    <a:pt x="5066995" y="322044"/>
                  </a:lnTo>
                  <a:lnTo>
                    <a:pt x="5067089" y="322044"/>
                  </a:lnTo>
                  <a:lnTo>
                    <a:pt x="5067183" y="322044"/>
                  </a:lnTo>
                  <a:lnTo>
                    <a:pt x="5067277" y="322044"/>
                  </a:lnTo>
                  <a:lnTo>
                    <a:pt x="5067371" y="322044"/>
                  </a:lnTo>
                  <a:lnTo>
                    <a:pt x="5067465" y="322044"/>
                  </a:lnTo>
                  <a:lnTo>
                    <a:pt x="5067559" y="322044"/>
                  </a:lnTo>
                  <a:lnTo>
                    <a:pt x="5067653" y="322044"/>
                  </a:lnTo>
                  <a:lnTo>
                    <a:pt x="5067747" y="322044"/>
                  </a:lnTo>
                  <a:lnTo>
                    <a:pt x="5067747" y="316765"/>
                  </a:lnTo>
                  <a:lnTo>
                    <a:pt x="5067841" y="316765"/>
                  </a:lnTo>
                  <a:lnTo>
                    <a:pt x="5067935" y="316765"/>
                  </a:lnTo>
                  <a:lnTo>
                    <a:pt x="5068029" y="316765"/>
                  </a:lnTo>
                  <a:lnTo>
                    <a:pt x="5068123" y="316765"/>
                  </a:lnTo>
                  <a:lnTo>
                    <a:pt x="5068218" y="316765"/>
                  </a:lnTo>
                  <a:lnTo>
                    <a:pt x="5068312" y="316765"/>
                  </a:lnTo>
                  <a:lnTo>
                    <a:pt x="5068406" y="316765"/>
                  </a:lnTo>
                  <a:lnTo>
                    <a:pt x="5068500" y="316765"/>
                  </a:lnTo>
                  <a:lnTo>
                    <a:pt x="5068594" y="316765"/>
                  </a:lnTo>
                  <a:lnTo>
                    <a:pt x="5068688" y="316765"/>
                  </a:lnTo>
                  <a:lnTo>
                    <a:pt x="5068782" y="316765"/>
                  </a:lnTo>
                  <a:lnTo>
                    <a:pt x="5068876" y="316765"/>
                  </a:lnTo>
                  <a:lnTo>
                    <a:pt x="5068970" y="316765"/>
                  </a:lnTo>
                  <a:lnTo>
                    <a:pt x="5069064" y="316765"/>
                  </a:lnTo>
                  <a:lnTo>
                    <a:pt x="5069158" y="316765"/>
                  </a:lnTo>
                  <a:lnTo>
                    <a:pt x="5069252" y="316765"/>
                  </a:lnTo>
                  <a:lnTo>
                    <a:pt x="5069346" y="316765"/>
                  </a:lnTo>
                  <a:lnTo>
                    <a:pt x="5069440" y="316765"/>
                  </a:lnTo>
                  <a:lnTo>
                    <a:pt x="5069534" y="316765"/>
                  </a:lnTo>
                  <a:lnTo>
                    <a:pt x="5069628" y="316765"/>
                  </a:lnTo>
                  <a:lnTo>
                    <a:pt x="5069722" y="316765"/>
                  </a:lnTo>
                  <a:lnTo>
                    <a:pt x="5069816" y="316765"/>
                  </a:lnTo>
                  <a:lnTo>
                    <a:pt x="5069910" y="316765"/>
                  </a:lnTo>
                  <a:lnTo>
                    <a:pt x="5070004" y="316765"/>
                  </a:lnTo>
                  <a:lnTo>
                    <a:pt x="5070098" y="316765"/>
                  </a:lnTo>
                  <a:lnTo>
                    <a:pt x="5070192" y="316765"/>
                  </a:lnTo>
                  <a:lnTo>
                    <a:pt x="5070286" y="316765"/>
                  </a:lnTo>
                  <a:lnTo>
                    <a:pt x="5070380" y="316765"/>
                  </a:lnTo>
                  <a:lnTo>
                    <a:pt x="5070474" y="316765"/>
                  </a:lnTo>
                  <a:lnTo>
                    <a:pt x="5070568" y="316765"/>
                  </a:lnTo>
                  <a:lnTo>
                    <a:pt x="5070662" y="316765"/>
                  </a:lnTo>
                  <a:lnTo>
                    <a:pt x="5070756" y="316765"/>
                  </a:lnTo>
                  <a:lnTo>
                    <a:pt x="5070850" y="316765"/>
                  </a:lnTo>
                  <a:lnTo>
                    <a:pt x="5070944" y="316765"/>
                  </a:lnTo>
                  <a:lnTo>
                    <a:pt x="5071038" y="316765"/>
                  </a:lnTo>
                  <a:lnTo>
                    <a:pt x="5071132" y="316765"/>
                  </a:lnTo>
                  <a:lnTo>
                    <a:pt x="5071226" y="316765"/>
                  </a:lnTo>
                  <a:lnTo>
                    <a:pt x="5071320" y="316765"/>
                  </a:lnTo>
                  <a:lnTo>
                    <a:pt x="5071414" y="316765"/>
                  </a:lnTo>
                  <a:lnTo>
                    <a:pt x="5071508" y="316765"/>
                  </a:lnTo>
                  <a:lnTo>
                    <a:pt x="5071602" y="316765"/>
                  </a:lnTo>
                  <a:lnTo>
                    <a:pt x="5071696" y="316765"/>
                  </a:lnTo>
                  <a:lnTo>
                    <a:pt x="5071791" y="316765"/>
                  </a:lnTo>
                  <a:lnTo>
                    <a:pt x="5071885" y="316765"/>
                  </a:lnTo>
                  <a:lnTo>
                    <a:pt x="5071979" y="316765"/>
                  </a:lnTo>
                  <a:lnTo>
                    <a:pt x="5072073" y="316765"/>
                  </a:lnTo>
                  <a:lnTo>
                    <a:pt x="5072167" y="316765"/>
                  </a:lnTo>
                  <a:lnTo>
                    <a:pt x="5072261" y="316765"/>
                  </a:lnTo>
                  <a:lnTo>
                    <a:pt x="5072355" y="316765"/>
                  </a:lnTo>
                  <a:lnTo>
                    <a:pt x="5072449" y="316765"/>
                  </a:lnTo>
                  <a:lnTo>
                    <a:pt x="5072543" y="316765"/>
                  </a:lnTo>
                  <a:lnTo>
                    <a:pt x="5072637" y="316765"/>
                  </a:lnTo>
                  <a:lnTo>
                    <a:pt x="5072731" y="316765"/>
                  </a:lnTo>
                  <a:lnTo>
                    <a:pt x="5072825" y="316765"/>
                  </a:lnTo>
                  <a:lnTo>
                    <a:pt x="5072919" y="316765"/>
                  </a:lnTo>
                  <a:lnTo>
                    <a:pt x="5073013" y="316765"/>
                  </a:lnTo>
                  <a:lnTo>
                    <a:pt x="5073107" y="316765"/>
                  </a:lnTo>
                  <a:lnTo>
                    <a:pt x="5073201" y="316765"/>
                  </a:lnTo>
                  <a:lnTo>
                    <a:pt x="5073295" y="316765"/>
                  </a:lnTo>
                  <a:lnTo>
                    <a:pt x="5073389" y="316765"/>
                  </a:lnTo>
                  <a:lnTo>
                    <a:pt x="5073483" y="316765"/>
                  </a:lnTo>
                  <a:lnTo>
                    <a:pt x="5073577" y="316765"/>
                  </a:lnTo>
                  <a:lnTo>
                    <a:pt x="5073671" y="316765"/>
                  </a:lnTo>
                  <a:lnTo>
                    <a:pt x="5073765" y="316765"/>
                  </a:lnTo>
                  <a:lnTo>
                    <a:pt x="5073859" y="316765"/>
                  </a:lnTo>
                  <a:lnTo>
                    <a:pt x="5073953" y="316765"/>
                  </a:lnTo>
                  <a:lnTo>
                    <a:pt x="5074047" y="316765"/>
                  </a:lnTo>
                  <a:lnTo>
                    <a:pt x="5074141" y="316765"/>
                  </a:lnTo>
                  <a:lnTo>
                    <a:pt x="5074235" y="316765"/>
                  </a:lnTo>
                  <a:lnTo>
                    <a:pt x="5074329" y="316765"/>
                  </a:lnTo>
                  <a:lnTo>
                    <a:pt x="5074423" y="316765"/>
                  </a:lnTo>
                  <a:lnTo>
                    <a:pt x="5074517" y="316765"/>
                  </a:lnTo>
                  <a:lnTo>
                    <a:pt x="5074611" y="316765"/>
                  </a:lnTo>
                  <a:lnTo>
                    <a:pt x="5074705" y="316765"/>
                  </a:lnTo>
                  <a:lnTo>
                    <a:pt x="5074799" y="316765"/>
                  </a:lnTo>
                  <a:lnTo>
                    <a:pt x="5074893" y="316765"/>
                  </a:lnTo>
                  <a:lnTo>
                    <a:pt x="5074987" y="316765"/>
                  </a:lnTo>
                  <a:lnTo>
                    <a:pt x="5075081" y="316765"/>
                  </a:lnTo>
                  <a:lnTo>
                    <a:pt x="5075175" y="316765"/>
                  </a:lnTo>
                  <a:lnTo>
                    <a:pt x="5075270" y="316765"/>
                  </a:lnTo>
                  <a:lnTo>
                    <a:pt x="5075364" y="316765"/>
                  </a:lnTo>
                  <a:lnTo>
                    <a:pt x="5075458" y="316765"/>
                  </a:lnTo>
                  <a:lnTo>
                    <a:pt x="5075552" y="316765"/>
                  </a:lnTo>
                  <a:lnTo>
                    <a:pt x="5075646" y="316765"/>
                  </a:lnTo>
                  <a:lnTo>
                    <a:pt x="5075740" y="316765"/>
                  </a:lnTo>
                  <a:lnTo>
                    <a:pt x="5075834" y="316765"/>
                  </a:lnTo>
                  <a:lnTo>
                    <a:pt x="5075928" y="316765"/>
                  </a:lnTo>
                  <a:lnTo>
                    <a:pt x="5076022" y="316765"/>
                  </a:lnTo>
                  <a:lnTo>
                    <a:pt x="5076116" y="316765"/>
                  </a:lnTo>
                  <a:lnTo>
                    <a:pt x="5076210" y="316765"/>
                  </a:lnTo>
                  <a:lnTo>
                    <a:pt x="5076304" y="316765"/>
                  </a:lnTo>
                  <a:lnTo>
                    <a:pt x="5076398" y="316765"/>
                  </a:lnTo>
                  <a:lnTo>
                    <a:pt x="5076492" y="316765"/>
                  </a:lnTo>
                  <a:lnTo>
                    <a:pt x="5076586" y="316765"/>
                  </a:lnTo>
                  <a:lnTo>
                    <a:pt x="5076680" y="316765"/>
                  </a:lnTo>
                  <a:lnTo>
                    <a:pt x="5076774" y="316765"/>
                  </a:lnTo>
                  <a:lnTo>
                    <a:pt x="5076868" y="316765"/>
                  </a:lnTo>
                  <a:lnTo>
                    <a:pt x="5076962" y="316765"/>
                  </a:lnTo>
                  <a:lnTo>
                    <a:pt x="5077056" y="316765"/>
                  </a:lnTo>
                  <a:lnTo>
                    <a:pt x="5077150" y="316765"/>
                  </a:lnTo>
                  <a:lnTo>
                    <a:pt x="5077244" y="316765"/>
                  </a:lnTo>
                  <a:lnTo>
                    <a:pt x="5077338" y="316765"/>
                  </a:lnTo>
                  <a:lnTo>
                    <a:pt x="5077432" y="316765"/>
                  </a:lnTo>
                  <a:lnTo>
                    <a:pt x="5077526" y="316765"/>
                  </a:lnTo>
                  <a:lnTo>
                    <a:pt x="5077620" y="316765"/>
                  </a:lnTo>
                  <a:lnTo>
                    <a:pt x="5077714" y="316765"/>
                  </a:lnTo>
                  <a:lnTo>
                    <a:pt x="5077808" y="316765"/>
                  </a:lnTo>
                  <a:lnTo>
                    <a:pt x="5077902" y="316765"/>
                  </a:lnTo>
                  <a:lnTo>
                    <a:pt x="5077996" y="316765"/>
                  </a:lnTo>
                  <a:lnTo>
                    <a:pt x="5078090" y="316765"/>
                  </a:lnTo>
                  <a:lnTo>
                    <a:pt x="5078184" y="316765"/>
                  </a:lnTo>
                  <a:lnTo>
                    <a:pt x="5078278" y="316765"/>
                  </a:lnTo>
                  <a:lnTo>
                    <a:pt x="5078372" y="316765"/>
                  </a:lnTo>
                  <a:lnTo>
                    <a:pt x="5078466" y="316765"/>
                  </a:lnTo>
                  <a:lnTo>
                    <a:pt x="5078560" y="316765"/>
                  </a:lnTo>
                  <a:lnTo>
                    <a:pt x="5078654" y="316765"/>
                  </a:lnTo>
                  <a:lnTo>
                    <a:pt x="5078748" y="316765"/>
                  </a:lnTo>
                  <a:lnTo>
                    <a:pt x="5078843" y="316765"/>
                  </a:lnTo>
                  <a:lnTo>
                    <a:pt x="5078937" y="316765"/>
                  </a:lnTo>
                  <a:lnTo>
                    <a:pt x="5079031" y="316765"/>
                  </a:lnTo>
                  <a:lnTo>
                    <a:pt x="5079125" y="316765"/>
                  </a:lnTo>
                  <a:lnTo>
                    <a:pt x="5079219" y="316765"/>
                  </a:lnTo>
                  <a:lnTo>
                    <a:pt x="5079313" y="316765"/>
                  </a:lnTo>
                  <a:lnTo>
                    <a:pt x="5079407" y="316765"/>
                  </a:lnTo>
                  <a:lnTo>
                    <a:pt x="5079501" y="316765"/>
                  </a:lnTo>
                  <a:lnTo>
                    <a:pt x="5079595" y="316765"/>
                  </a:lnTo>
                  <a:lnTo>
                    <a:pt x="5079689" y="316765"/>
                  </a:lnTo>
                  <a:lnTo>
                    <a:pt x="5079783" y="316765"/>
                  </a:lnTo>
                  <a:lnTo>
                    <a:pt x="5079877" y="316765"/>
                  </a:lnTo>
                  <a:lnTo>
                    <a:pt x="5079971" y="316765"/>
                  </a:lnTo>
                  <a:lnTo>
                    <a:pt x="5080065" y="316765"/>
                  </a:lnTo>
                  <a:lnTo>
                    <a:pt x="5080159" y="316765"/>
                  </a:lnTo>
                  <a:lnTo>
                    <a:pt x="5080253" y="316765"/>
                  </a:lnTo>
                  <a:lnTo>
                    <a:pt x="5080347" y="316765"/>
                  </a:lnTo>
                  <a:lnTo>
                    <a:pt x="5080441" y="316765"/>
                  </a:lnTo>
                  <a:lnTo>
                    <a:pt x="5080535" y="316765"/>
                  </a:lnTo>
                  <a:lnTo>
                    <a:pt x="5080629" y="316765"/>
                  </a:lnTo>
                  <a:lnTo>
                    <a:pt x="5080723" y="316765"/>
                  </a:lnTo>
                  <a:lnTo>
                    <a:pt x="5080817" y="316765"/>
                  </a:lnTo>
                  <a:lnTo>
                    <a:pt x="5080911" y="316765"/>
                  </a:lnTo>
                  <a:lnTo>
                    <a:pt x="5081005" y="316765"/>
                  </a:lnTo>
                  <a:lnTo>
                    <a:pt x="5081099" y="316765"/>
                  </a:lnTo>
                  <a:lnTo>
                    <a:pt x="5081193" y="316765"/>
                  </a:lnTo>
                  <a:lnTo>
                    <a:pt x="5081287" y="316765"/>
                  </a:lnTo>
                  <a:lnTo>
                    <a:pt x="5081381" y="316765"/>
                  </a:lnTo>
                  <a:lnTo>
                    <a:pt x="5081475" y="316765"/>
                  </a:lnTo>
                  <a:lnTo>
                    <a:pt x="5081569" y="316765"/>
                  </a:lnTo>
                  <a:lnTo>
                    <a:pt x="5081663" y="316765"/>
                  </a:lnTo>
                  <a:lnTo>
                    <a:pt x="5081757" y="316765"/>
                  </a:lnTo>
                  <a:lnTo>
                    <a:pt x="5081851" y="316765"/>
                  </a:lnTo>
                  <a:lnTo>
                    <a:pt x="5081945" y="316765"/>
                  </a:lnTo>
                  <a:lnTo>
                    <a:pt x="5082039" y="316765"/>
                  </a:lnTo>
                  <a:lnTo>
                    <a:pt x="5082133" y="316765"/>
                  </a:lnTo>
                  <a:lnTo>
                    <a:pt x="5082227" y="316765"/>
                  </a:lnTo>
                  <a:lnTo>
                    <a:pt x="5082321" y="316765"/>
                  </a:lnTo>
                  <a:lnTo>
                    <a:pt x="5082416" y="316765"/>
                  </a:lnTo>
                  <a:lnTo>
                    <a:pt x="5082510" y="316765"/>
                  </a:lnTo>
                  <a:lnTo>
                    <a:pt x="5082604" y="316765"/>
                  </a:lnTo>
                  <a:lnTo>
                    <a:pt x="5082698" y="316765"/>
                  </a:lnTo>
                  <a:lnTo>
                    <a:pt x="5082792" y="316765"/>
                  </a:lnTo>
                  <a:lnTo>
                    <a:pt x="5082886" y="316765"/>
                  </a:lnTo>
                  <a:lnTo>
                    <a:pt x="5082980" y="316765"/>
                  </a:lnTo>
                  <a:lnTo>
                    <a:pt x="5083074" y="316765"/>
                  </a:lnTo>
                  <a:lnTo>
                    <a:pt x="5083168" y="316765"/>
                  </a:lnTo>
                  <a:lnTo>
                    <a:pt x="5083262" y="316765"/>
                  </a:lnTo>
                  <a:lnTo>
                    <a:pt x="5083356" y="316765"/>
                  </a:lnTo>
                  <a:lnTo>
                    <a:pt x="5083450" y="316765"/>
                  </a:lnTo>
                  <a:lnTo>
                    <a:pt x="5083544" y="316765"/>
                  </a:lnTo>
                  <a:lnTo>
                    <a:pt x="5083638" y="316765"/>
                  </a:lnTo>
                  <a:lnTo>
                    <a:pt x="5083732" y="316765"/>
                  </a:lnTo>
                  <a:lnTo>
                    <a:pt x="5083826" y="316765"/>
                  </a:lnTo>
                  <a:lnTo>
                    <a:pt x="5083920" y="316765"/>
                  </a:lnTo>
                  <a:lnTo>
                    <a:pt x="5084014" y="316765"/>
                  </a:lnTo>
                  <a:lnTo>
                    <a:pt x="5084108" y="316765"/>
                  </a:lnTo>
                  <a:lnTo>
                    <a:pt x="5084202" y="316765"/>
                  </a:lnTo>
                  <a:lnTo>
                    <a:pt x="5084296" y="316765"/>
                  </a:lnTo>
                  <a:lnTo>
                    <a:pt x="5084390" y="316765"/>
                  </a:lnTo>
                  <a:lnTo>
                    <a:pt x="5084484" y="316765"/>
                  </a:lnTo>
                  <a:lnTo>
                    <a:pt x="5084578" y="316765"/>
                  </a:lnTo>
                  <a:lnTo>
                    <a:pt x="5084672" y="316765"/>
                  </a:lnTo>
                  <a:lnTo>
                    <a:pt x="5084766" y="316765"/>
                  </a:lnTo>
                  <a:lnTo>
                    <a:pt x="5084860" y="316765"/>
                  </a:lnTo>
                  <a:lnTo>
                    <a:pt x="5084954" y="316765"/>
                  </a:lnTo>
                  <a:lnTo>
                    <a:pt x="5085048" y="316765"/>
                  </a:lnTo>
                  <a:lnTo>
                    <a:pt x="5085142" y="316765"/>
                  </a:lnTo>
                  <a:lnTo>
                    <a:pt x="5085236" y="316765"/>
                  </a:lnTo>
                  <a:lnTo>
                    <a:pt x="5085330" y="316765"/>
                  </a:lnTo>
                  <a:lnTo>
                    <a:pt x="5085424" y="316765"/>
                  </a:lnTo>
                  <a:lnTo>
                    <a:pt x="5085518" y="316765"/>
                  </a:lnTo>
                  <a:lnTo>
                    <a:pt x="5085612" y="316765"/>
                  </a:lnTo>
                  <a:lnTo>
                    <a:pt x="5085706" y="316765"/>
                  </a:lnTo>
                  <a:lnTo>
                    <a:pt x="5085800" y="316765"/>
                  </a:lnTo>
                  <a:lnTo>
                    <a:pt x="5085895" y="316765"/>
                  </a:lnTo>
                  <a:lnTo>
                    <a:pt x="5085989" y="316765"/>
                  </a:lnTo>
                  <a:lnTo>
                    <a:pt x="5086083" y="316765"/>
                  </a:lnTo>
                  <a:lnTo>
                    <a:pt x="5086177" y="316765"/>
                  </a:lnTo>
                  <a:lnTo>
                    <a:pt x="5086271" y="316765"/>
                  </a:lnTo>
                  <a:lnTo>
                    <a:pt x="5086365" y="316765"/>
                  </a:lnTo>
                  <a:lnTo>
                    <a:pt x="5086459" y="316765"/>
                  </a:lnTo>
                  <a:lnTo>
                    <a:pt x="5086553" y="316765"/>
                  </a:lnTo>
                  <a:lnTo>
                    <a:pt x="5086647" y="316765"/>
                  </a:lnTo>
                  <a:lnTo>
                    <a:pt x="5086741" y="316765"/>
                  </a:lnTo>
                  <a:lnTo>
                    <a:pt x="5086835" y="316765"/>
                  </a:lnTo>
                  <a:lnTo>
                    <a:pt x="5086929" y="316765"/>
                  </a:lnTo>
                  <a:lnTo>
                    <a:pt x="5087023" y="316765"/>
                  </a:lnTo>
                  <a:lnTo>
                    <a:pt x="5087117" y="316765"/>
                  </a:lnTo>
                  <a:lnTo>
                    <a:pt x="5087211" y="316765"/>
                  </a:lnTo>
                  <a:lnTo>
                    <a:pt x="5087305" y="316765"/>
                  </a:lnTo>
                  <a:lnTo>
                    <a:pt x="5087399" y="316765"/>
                  </a:lnTo>
                  <a:lnTo>
                    <a:pt x="5087493" y="316765"/>
                  </a:lnTo>
                  <a:lnTo>
                    <a:pt x="5087587" y="316765"/>
                  </a:lnTo>
                  <a:lnTo>
                    <a:pt x="5087681" y="316765"/>
                  </a:lnTo>
                  <a:lnTo>
                    <a:pt x="5087775" y="316765"/>
                  </a:lnTo>
                  <a:lnTo>
                    <a:pt x="5087869" y="316765"/>
                  </a:lnTo>
                  <a:lnTo>
                    <a:pt x="5087963" y="316765"/>
                  </a:lnTo>
                  <a:lnTo>
                    <a:pt x="5088057" y="316765"/>
                  </a:lnTo>
                  <a:lnTo>
                    <a:pt x="5088151" y="316765"/>
                  </a:lnTo>
                  <a:lnTo>
                    <a:pt x="5088245" y="316765"/>
                  </a:lnTo>
                  <a:lnTo>
                    <a:pt x="5088339" y="316765"/>
                  </a:lnTo>
                  <a:lnTo>
                    <a:pt x="5088433" y="316765"/>
                  </a:lnTo>
                  <a:lnTo>
                    <a:pt x="5088527" y="316765"/>
                  </a:lnTo>
                  <a:lnTo>
                    <a:pt x="5088621" y="316765"/>
                  </a:lnTo>
                  <a:lnTo>
                    <a:pt x="5088715" y="316765"/>
                  </a:lnTo>
                  <a:lnTo>
                    <a:pt x="5088809" y="316765"/>
                  </a:lnTo>
                  <a:lnTo>
                    <a:pt x="5088903" y="316765"/>
                  </a:lnTo>
                  <a:lnTo>
                    <a:pt x="5088997" y="316765"/>
                  </a:lnTo>
                  <a:lnTo>
                    <a:pt x="5089091" y="316765"/>
                  </a:lnTo>
                  <a:lnTo>
                    <a:pt x="5089185" y="316765"/>
                  </a:lnTo>
                  <a:lnTo>
                    <a:pt x="5089279" y="316765"/>
                  </a:lnTo>
                  <a:lnTo>
                    <a:pt x="5089373" y="316765"/>
                  </a:lnTo>
                  <a:lnTo>
                    <a:pt x="5089468" y="316765"/>
                  </a:lnTo>
                  <a:lnTo>
                    <a:pt x="5089562" y="316765"/>
                  </a:lnTo>
                  <a:lnTo>
                    <a:pt x="5089656" y="316765"/>
                  </a:lnTo>
                  <a:lnTo>
                    <a:pt x="5089750" y="316765"/>
                  </a:lnTo>
                  <a:lnTo>
                    <a:pt x="5089844" y="316765"/>
                  </a:lnTo>
                  <a:lnTo>
                    <a:pt x="5089938" y="316765"/>
                  </a:lnTo>
                  <a:lnTo>
                    <a:pt x="5090032" y="316765"/>
                  </a:lnTo>
                  <a:lnTo>
                    <a:pt x="5090126" y="316765"/>
                  </a:lnTo>
                  <a:lnTo>
                    <a:pt x="5090220" y="316765"/>
                  </a:lnTo>
                  <a:lnTo>
                    <a:pt x="5090314" y="316765"/>
                  </a:lnTo>
                  <a:lnTo>
                    <a:pt x="5090408" y="316765"/>
                  </a:lnTo>
                  <a:lnTo>
                    <a:pt x="5090502" y="316765"/>
                  </a:lnTo>
                  <a:lnTo>
                    <a:pt x="5090596" y="316765"/>
                  </a:lnTo>
                  <a:lnTo>
                    <a:pt x="5090690" y="316765"/>
                  </a:lnTo>
                  <a:lnTo>
                    <a:pt x="5090784" y="316765"/>
                  </a:lnTo>
                  <a:lnTo>
                    <a:pt x="5090878" y="316765"/>
                  </a:lnTo>
                  <a:lnTo>
                    <a:pt x="5090972" y="316765"/>
                  </a:lnTo>
                  <a:lnTo>
                    <a:pt x="5091066" y="316765"/>
                  </a:lnTo>
                  <a:lnTo>
                    <a:pt x="5091160" y="316765"/>
                  </a:lnTo>
                  <a:lnTo>
                    <a:pt x="5091254" y="316765"/>
                  </a:lnTo>
                  <a:lnTo>
                    <a:pt x="5091348" y="316765"/>
                  </a:lnTo>
                  <a:lnTo>
                    <a:pt x="5091442" y="316765"/>
                  </a:lnTo>
                  <a:lnTo>
                    <a:pt x="5091536" y="316765"/>
                  </a:lnTo>
                  <a:lnTo>
                    <a:pt x="5091630" y="316765"/>
                  </a:lnTo>
                  <a:lnTo>
                    <a:pt x="5091724" y="316765"/>
                  </a:lnTo>
                  <a:lnTo>
                    <a:pt x="5091818" y="316765"/>
                  </a:lnTo>
                  <a:lnTo>
                    <a:pt x="5091912" y="316765"/>
                  </a:lnTo>
                  <a:lnTo>
                    <a:pt x="5092006" y="316765"/>
                  </a:lnTo>
                  <a:lnTo>
                    <a:pt x="5092100" y="316765"/>
                  </a:lnTo>
                  <a:lnTo>
                    <a:pt x="5092194" y="316765"/>
                  </a:lnTo>
                  <a:lnTo>
                    <a:pt x="5092288" y="316765"/>
                  </a:lnTo>
                  <a:lnTo>
                    <a:pt x="5092382" y="316765"/>
                  </a:lnTo>
                  <a:lnTo>
                    <a:pt x="5092476" y="316765"/>
                  </a:lnTo>
                  <a:lnTo>
                    <a:pt x="5092570" y="316765"/>
                  </a:lnTo>
                  <a:lnTo>
                    <a:pt x="5092664" y="316765"/>
                  </a:lnTo>
                  <a:lnTo>
                    <a:pt x="5092758" y="316765"/>
                  </a:lnTo>
                  <a:lnTo>
                    <a:pt x="5092852" y="316765"/>
                  </a:lnTo>
                  <a:lnTo>
                    <a:pt x="5092946" y="316765"/>
                  </a:lnTo>
                  <a:lnTo>
                    <a:pt x="5093041" y="316765"/>
                  </a:lnTo>
                  <a:lnTo>
                    <a:pt x="5093135" y="316765"/>
                  </a:lnTo>
                  <a:lnTo>
                    <a:pt x="5093229" y="316765"/>
                  </a:lnTo>
                  <a:lnTo>
                    <a:pt x="5093323" y="316765"/>
                  </a:lnTo>
                  <a:lnTo>
                    <a:pt x="5093417" y="316765"/>
                  </a:lnTo>
                  <a:lnTo>
                    <a:pt x="5093511" y="316765"/>
                  </a:lnTo>
                  <a:lnTo>
                    <a:pt x="5093605" y="316765"/>
                  </a:lnTo>
                  <a:lnTo>
                    <a:pt x="5093699" y="316765"/>
                  </a:lnTo>
                  <a:lnTo>
                    <a:pt x="5093793" y="316765"/>
                  </a:lnTo>
                  <a:lnTo>
                    <a:pt x="5093887" y="316765"/>
                  </a:lnTo>
                  <a:lnTo>
                    <a:pt x="5093981" y="316765"/>
                  </a:lnTo>
                  <a:lnTo>
                    <a:pt x="5094075" y="316765"/>
                  </a:lnTo>
                  <a:lnTo>
                    <a:pt x="5094169" y="316765"/>
                  </a:lnTo>
                  <a:lnTo>
                    <a:pt x="5094263" y="316765"/>
                  </a:lnTo>
                  <a:lnTo>
                    <a:pt x="5094357" y="316765"/>
                  </a:lnTo>
                  <a:lnTo>
                    <a:pt x="5094451" y="316765"/>
                  </a:lnTo>
                  <a:lnTo>
                    <a:pt x="5094545" y="316765"/>
                  </a:lnTo>
                  <a:lnTo>
                    <a:pt x="5094639" y="316765"/>
                  </a:lnTo>
                  <a:lnTo>
                    <a:pt x="5094733" y="316765"/>
                  </a:lnTo>
                  <a:lnTo>
                    <a:pt x="5094827" y="316765"/>
                  </a:lnTo>
                  <a:lnTo>
                    <a:pt x="5094921" y="316765"/>
                  </a:lnTo>
                  <a:lnTo>
                    <a:pt x="5095015" y="316765"/>
                  </a:lnTo>
                  <a:lnTo>
                    <a:pt x="5095109" y="316765"/>
                  </a:lnTo>
                  <a:lnTo>
                    <a:pt x="5095203" y="316765"/>
                  </a:lnTo>
                  <a:lnTo>
                    <a:pt x="5095297" y="316765"/>
                  </a:lnTo>
                  <a:lnTo>
                    <a:pt x="5095391" y="316765"/>
                  </a:lnTo>
                  <a:lnTo>
                    <a:pt x="5095485" y="316765"/>
                  </a:lnTo>
                  <a:lnTo>
                    <a:pt x="5095579" y="316765"/>
                  </a:lnTo>
                  <a:lnTo>
                    <a:pt x="5095673" y="316765"/>
                  </a:lnTo>
                  <a:lnTo>
                    <a:pt x="5095767" y="316765"/>
                  </a:lnTo>
                  <a:lnTo>
                    <a:pt x="5095861" y="316765"/>
                  </a:lnTo>
                  <a:lnTo>
                    <a:pt x="5095955" y="316765"/>
                  </a:lnTo>
                  <a:lnTo>
                    <a:pt x="5096049" y="316765"/>
                  </a:lnTo>
                  <a:lnTo>
                    <a:pt x="5096143" y="316765"/>
                  </a:lnTo>
                  <a:lnTo>
                    <a:pt x="5096237" y="316765"/>
                  </a:lnTo>
                  <a:lnTo>
                    <a:pt x="5096331" y="316765"/>
                  </a:lnTo>
                  <a:lnTo>
                    <a:pt x="5096425" y="316765"/>
                  </a:lnTo>
                  <a:lnTo>
                    <a:pt x="5096520" y="316765"/>
                  </a:lnTo>
                  <a:lnTo>
                    <a:pt x="5096614" y="316765"/>
                  </a:lnTo>
                  <a:lnTo>
                    <a:pt x="5096708" y="316765"/>
                  </a:lnTo>
                  <a:lnTo>
                    <a:pt x="5096802" y="316765"/>
                  </a:lnTo>
                  <a:lnTo>
                    <a:pt x="5096896" y="316765"/>
                  </a:lnTo>
                  <a:lnTo>
                    <a:pt x="5096990" y="316765"/>
                  </a:lnTo>
                  <a:lnTo>
                    <a:pt x="5097084" y="316765"/>
                  </a:lnTo>
                  <a:lnTo>
                    <a:pt x="5097178" y="316765"/>
                  </a:lnTo>
                  <a:lnTo>
                    <a:pt x="5097272" y="316765"/>
                  </a:lnTo>
                  <a:lnTo>
                    <a:pt x="5097366" y="316765"/>
                  </a:lnTo>
                  <a:lnTo>
                    <a:pt x="5097460" y="316765"/>
                  </a:lnTo>
                  <a:lnTo>
                    <a:pt x="5097554" y="316765"/>
                  </a:lnTo>
                  <a:lnTo>
                    <a:pt x="5097648" y="316765"/>
                  </a:lnTo>
                  <a:lnTo>
                    <a:pt x="5097742" y="316765"/>
                  </a:lnTo>
                  <a:lnTo>
                    <a:pt x="5097836" y="316765"/>
                  </a:lnTo>
                  <a:lnTo>
                    <a:pt x="5097930" y="316765"/>
                  </a:lnTo>
                  <a:lnTo>
                    <a:pt x="5098024" y="316765"/>
                  </a:lnTo>
                  <a:lnTo>
                    <a:pt x="5098118" y="316765"/>
                  </a:lnTo>
                  <a:lnTo>
                    <a:pt x="5098212" y="316765"/>
                  </a:lnTo>
                  <a:lnTo>
                    <a:pt x="5098306" y="316765"/>
                  </a:lnTo>
                  <a:lnTo>
                    <a:pt x="5098400" y="316765"/>
                  </a:lnTo>
                  <a:lnTo>
                    <a:pt x="5098494" y="316765"/>
                  </a:lnTo>
                  <a:lnTo>
                    <a:pt x="5098588" y="316765"/>
                  </a:lnTo>
                  <a:lnTo>
                    <a:pt x="5098682" y="316765"/>
                  </a:lnTo>
                  <a:lnTo>
                    <a:pt x="5098776" y="316765"/>
                  </a:lnTo>
                  <a:lnTo>
                    <a:pt x="5098870" y="316765"/>
                  </a:lnTo>
                  <a:lnTo>
                    <a:pt x="5098964" y="316765"/>
                  </a:lnTo>
                  <a:lnTo>
                    <a:pt x="5099058" y="316765"/>
                  </a:lnTo>
                  <a:lnTo>
                    <a:pt x="5099152" y="316765"/>
                  </a:lnTo>
                  <a:lnTo>
                    <a:pt x="5099246" y="316765"/>
                  </a:lnTo>
                  <a:lnTo>
                    <a:pt x="5099340" y="316765"/>
                  </a:lnTo>
                  <a:lnTo>
                    <a:pt x="5099434" y="316765"/>
                  </a:lnTo>
                  <a:lnTo>
                    <a:pt x="5099528" y="316765"/>
                  </a:lnTo>
                  <a:lnTo>
                    <a:pt x="5099622" y="316765"/>
                  </a:lnTo>
                  <a:lnTo>
                    <a:pt x="5099716" y="316765"/>
                  </a:lnTo>
                  <a:lnTo>
                    <a:pt x="5099810" y="316765"/>
                  </a:lnTo>
                  <a:lnTo>
                    <a:pt x="5099904" y="316765"/>
                  </a:lnTo>
                  <a:lnTo>
                    <a:pt x="5099998" y="316765"/>
                  </a:lnTo>
                  <a:lnTo>
                    <a:pt x="5100093" y="316765"/>
                  </a:lnTo>
                  <a:lnTo>
                    <a:pt x="5100187" y="316765"/>
                  </a:lnTo>
                  <a:lnTo>
                    <a:pt x="5100281" y="316765"/>
                  </a:lnTo>
                  <a:lnTo>
                    <a:pt x="5100375" y="316765"/>
                  </a:lnTo>
                  <a:lnTo>
                    <a:pt x="5100469" y="316765"/>
                  </a:lnTo>
                  <a:lnTo>
                    <a:pt x="5100563" y="316765"/>
                  </a:lnTo>
                  <a:lnTo>
                    <a:pt x="5100657" y="316765"/>
                  </a:lnTo>
                  <a:lnTo>
                    <a:pt x="5100751" y="316765"/>
                  </a:lnTo>
                  <a:lnTo>
                    <a:pt x="5100845" y="316765"/>
                  </a:lnTo>
                  <a:lnTo>
                    <a:pt x="5100939" y="316765"/>
                  </a:lnTo>
                  <a:lnTo>
                    <a:pt x="5101033" y="316765"/>
                  </a:lnTo>
                  <a:lnTo>
                    <a:pt x="5101127" y="316765"/>
                  </a:lnTo>
                  <a:lnTo>
                    <a:pt x="5101221" y="316765"/>
                  </a:lnTo>
                  <a:lnTo>
                    <a:pt x="5101315" y="316765"/>
                  </a:lnTo>
                  <a:lnTo>
                    <a:pt x="5101409" y="316765"/>
                  </a:lnTo>
                  <a:lnTo>
                    <a:pt x="5101503" y="316765"/>
                  </a:lnTo>
                  <a:lnTo>
                    <a:pt x="5101597" y="316765"/>
                  </a:lnTo>
                  <a:lnTo>
                    <a:pt x="5101691" y="316765"/>
                  </a:lnTo>
                  <a:lnTo>
                    <a:pt x="5101785" y="316765"/>
                  </a:lnTo>
                  <a:lnTo>
                    <a:pt x="5101879" y="316765"/>
                  </a:lnTo>
                  <a:lnTo>
                    <a:pt x="5101973" y="316765"/>
                  </a:lnTo>
                  <a:lnTo>
                    <a:pt x="5101973" y="311485"/>
                  </a:lnTo>
                  <a:lnTo>
                    <a:pt x="5102067" y="311485"/>
                  </a:lnTo>
                  <a:lnTo>
                    <a:pt x="5102161" y="311485"/>
                  </a:lnTo>
                  <a:lnTo>
                    <a:pt x="5102255" y="311485"/>
                  </a:lnTo>
                  <a:lnTo>
                    <a:pt x="5102349" y="311485"/>
                  </a:lnTo>
                  <a:lnTo>
                    <a:pt x="5102443" y="311485"/>
                  </a:lnTo>
                  <a:lnTo>
                    <a:pt x="5102537" y="311485"/>
                  </a:lnTo>
                  <a:lnTo>
                    <a:pt x="5102631" y="311485"/>
                  </a:lnTo>
                  <a:lnTo>
                    <a:pt x="5102725" y="311485"/>
                  </a:lnTo>
                  <a:lnTo>
                    <a:pt x="5102819" y="311485"/>
                  </a:lnTo>
                  <a:lnTo>
                    <a:pt x="5102913" y="311485"/>
                  </a:lnTo>
                  <a:lnTo>
                    <a:pt x="5103007" y="311485"/>
                  </a:lnTo>
                  <a:lnTo>
                    <a:pt x="5103101" y="311485"/>
                  </a:lnTo>
                  <a:lnTo>
                    <a:pt x="5103195" y="311485"/>
                  </a:lnTo>
                  <a:lnTo>
                    <a:pt x="5103289" y="311485"/>
                  </a:lnTo>
                  <a:lnTo>
                    <a:pt x="5103383" y="311485"/>
                  </a:lnTo>
                  <a:lnTo>
                    <a:pt x="5103477" y="311485"/>
                  </a:lnTo>
                  <a:lnTo>
                    <a:pt x="5103571" y="311485"/>
                  </a:lnTo>
                  <a:lnTo>
                    <a:pt x="5103666" y="311485"/>
                  </a:lnTo>
                  <a:lnTo>
                    <a:pt x="5103760" y="311485"/>
                  </a:lnTo>
                  <a:lnTo>
                    <a:pt x="5103854" y="311485"/>
                  </a:lnTo>
                  <a:lnTo>
                    <a:pt x="5103948" y="311485"/>
                  </a:lnTo>
                  <a:lnTo>
                    <a:pt x="5104042" y="311485"/>
                  </a:lnTo>
                  <a:lnTo>
                    <a:pt x="5104136" y="311485"/>
                  </a:lnTo>
                  <a:lnTo>
                    <a:pt x="5104230" y="311485"/>
                  </a:lnTo>
                  <a:lnTo>
                    <a:pt x="5104324" y="311485"/>
                  </a:lnTo>
                  <a:lnTo>
                    <a:pt x="5104418" y="311485"/>
                  </a:lnTo>
                  <a:lnTo>
                    <a:pt x="5104512" y="311485"/>
                  </a:lnTo>
                  <a:lnTo>
                    <a:pt x="5104606" y="311485"/>
                  </a:lnTo>
                  <a:lnTo>
                    <a:pt x="5104700" y="311485"/>
                  </a:lnTo>
                  <a:lnTo>
                    <a:pt x="5104794" y="311485"/>
                  </a:lnTo>
                  <a:lnTo>
                    <a:pt x="5104888" y="311485"/>
                  </a:lnTo>
                  <a:lnTo>
                    <a:pt x="5104982" y="311485"/>
                  </a:lnTo>
                  <a:lnTo>
                    <a:pt x="5105076" y="311485"/>
                  </a:lnTo>
                  <a:lnTo>
                    <a:pt x="5105170" y="311485"/>
                  </a:lnTo>
                  <a:lnTo>
                    <a:pt x="5105264" y="311485"/>
                  </a:lnTo>
                  <a:lnTo>
                    <a:pt x="5105358" y="311485"/>
                  </a:lnTo>
                  <a:lnTo>
                    <a:pt x="5105452" y="311485"/>
                  </a:lnTo>
                  <a:lnTo>
                    <a:pt x="5105546" y="311485"/>
                  </a:lnTo>
                  <a:lnTo>
                    <a:pt x="5105640" y="311485"/>
                  </a:lnTo>
                  <a:lnTo>
                    <a:pt x="5105734" y="311485"/>
                  </a:lnTo>
                  <a:lnTo>
                    <a:pt x="5105828" y="311485"/>
                  </a:lnTo>
                  <a:lnTo>
                    <a:pt x="5105922" y="311485"/>
                  </a:lnTo>
                  <a:lnTo>
                    <a:pt x="5106016" y="311485"/>
                  </a:lnTo>
                  <a:lnTo>
                    <a:pt x="5106110" y="311485"/>
                  </a:lnTo>
                  <a:lnTo>
                    <a:pt x="5106204" y="311485"/>
                  </a:lnTo>
                  <a:lnTo>
                    <a:pt x="5106298" y="311485"/>
                  </a:lnTo>
                  <a:lnTo>
                    <a:pt x="5106392" y="311485"/>
                  </a:lnTo>
                  <a:lnTo>
                    <a:pt x="5106486" y="311485"/>
                  </a:lnTo>
                  <a:lnTo>
                    <a:pt x="5106580" y="311485"/>
                  </a:lnTo>
                  <a:lnTo>
                    <a:pt x="5106674" y="311485"/>
                  </a:lnTo>
                  <a:lnTo>
                    <a:pt x="5106768" y="311485"/>
                  </a:lnTo>
                  <a:lnTo>
                    <a:pt x="5106862" y="311485"/>
                  </a:lnTo>
                  <a:lnTo>
                    <a:pt x="5106956" y="311485"/>
                  </a:lnTo>
                  <a:lnTo>
                    <a:pt x="5107050" y="311485"/>
                  </a:lnTo>
                  <a:lnTo>
                    <a:pt x="5107145" y="311485"/>
                  </a:lnTo>
                  <a:lnTo>
                    <a:pt x="5107239" y="311485"/>
                  </a:lnTo>
                  <a:lnTo>
                    <a:pt x="5107333" y="311485"/>
                  </a:lnTo>
                  <a:lnTo>
                    <a:pt x="5107427" y="311485"/>
                  </a:lnTo>
                  <a:lnTo>
                    <a:pt x="5107521" y="311485"/>
                  </a:lnTo>
                  <a:lnTo>
                    <a:pt x="5107615" y="311485"/>
                  </a:lnTo>
                  <a:lnTo>
                    <a:pt x="5107709" y="311485"/>
                  </a:lnTo>
                  <a:lnTo>
                    <a:pt x="5107803" y="311485"/>
                  </a:lnTo>
                  <a:lnTo>
                    <a:pt x="5107897" y="311485"/>
                  </a:lnTo>
                  <a:lnTo>
                    <a:pt x="5107991" y="311485"/>
                  </a:lnTo>
                  <a:lnTo>
                    <a:pt x="5108085" y="311485"/>
                  </a:lnTo>
                  <a:lnTo>
                    <a:pt x="5108179" y="311485"/>
                  </a:lnTo>
                  <a:lnTo>
                    <a:pt x="5108273" y="311485"/>
                  </a:lnTo>
                  <a:lnTo>
                    <a:pt x="5108367" y="311485"/>
                  </a:lnTo>
                  <a:lnTo>
                    <a:pt x="5108461" y="311485"/>
                  </a:lnTo>
                  <a:lnTo>
                    <a:pt x="5108555" y="311485"/>
                  </a:lnTo>
                  <a:lnTo>
                    <a:pt x="5108649" y="311485"/>
                  </a:lnTo>
                  <a:lnTo>
                    <a:pt x="5108743" y="311485"/>
                  </a:lnTo>
                  <a:lnTo>
                    <a:pt x="5108837" y="311485"/>
                  </a:lnTo>
                  <a:lnTo>
                    <a:pt x="5108931" y="311485"/>
                  </a:lnTo>
                  <a:lnTo>
                    <a:pt x="5109025" y="311485"/>
                  </a:lnTo>
                  <a:lnTo>
                    <a:pt x="5109119" y="311485"/>
                  </a:lnTo>
                  <a:lnTo>
                    <a:pt x="5109213" y="311485"/>
                  </a:lnTo>
                  <a:lnTo>
                    <a:pt x="5109307" y="311485"/>
                  </a:lnTo>
                  <a:lnTo>
                    <a:pt x="5109401" y="311485"/>
                  </a:lnTo>
                  <a:lnTo>
                    <a:pt x="5109495" y="311485"/>
                  </a:lnTo>
                  <a:lnTo>
                    <a:pt x="5109589" y="311485"/>
                  </a:lnTo>
                  <a:lnTo>
                    <a:pt x="5109683" y="311485"/>
                  </a:lnTo>
                  <a:lnTo>
                    <a:pt x="5109777" y="311485"/>
                  </a:lnTo>
                  <a:lnTo>
                    <a:pt x="5109871" y="311485"/>
                  </a:lnTo>
                  <a:lnTo>
                    <a:pt x="5109965" y="311485"/>
                  </a:lnTo>
                  <a:lnTo>
                    <a:pt x="5110059" y="311485"/>
                  </a:lnTo>
                  <a:lnTo>
                    <a:pt x="5110153" y="311485"/>
                  </a:lnTo>
                  <a:lnTo>
                    <a:pt x="5110247" y="311485"/>
                  </a:lnTo>
                  <a:lnTo>
                    <a:pt x="5110341" y="311485"/>
                  </a:lnTo>
                  <a:lnTo>
                    <a:pt x="5110435" y="311485"/>
                  </a:lnTo>
                  <a:lnTo>
                    <a:pt x="5110529" y="311485"/>
                  </a:lnTo>
                  <a:lnTo>
                    <a:pt x="5110623" y="311485"/>
                  </a:lnTo>
                  <a:lnTo>
                    <a:pt x="5110718" y="311485"/>
                  </a:lnTo>
                  <a:lnTo>
                    <a:pt x="5110812" y="311485"/>
                  </a:lnTo>
                  <a:lnTo>
                    <a:pt x="5110906" y="311485"/>
                  </a:lnTo>
                  <a:lnTo>
                    <a:pt x="5111000" y="311485"/>
                  </a:lnTo>
                  <a:lnTo>
                    <a:pt x="5111094" y="311485"/>
                  </a:lnTo>
                  <a:lnTo>
                    <a:pt x="5111188" y="311485"/>
                  </a:lnTo>
                  <a:lnTo>
                    <a:pt x="5111282" y="311485"/>
                  </a:lnTo>
                  <a:lnTo>
                    <a:pt x="5111376" y="311485"/>
                  </a:lnTo>
                  <a:lnTo>
                    <a:pt x="5111470" y="311485"/>
                  </a:lnTo>
                  <a:lnTo>
                    <a:pt x="5111564" y="311485"/>
                  </a:lnTo>
                  <a:lnTo>
                    <a:pt x="5111658" y="311485"/>
                  </a:lnTo>
                  <a:lnTo>
                    <a:pt x="5111752" y="311485"/>
                  </a:lnTo>
                  <a:lnTo>
                    <a:pt x="5111846" y="311485"/>
                  </a:lnTo>
                  <a:lnTo>
                    <a:pt x="5111940" y="311485"/>
                  </a:lnTo>
                  <a:lnTo>
                    <a:pt x="5112034" y="311485"/>
                  </a:lnTo>
                  <a:lnTo>
                    <a:pt x="5112128" y="311485"/>
                  </a:lnTo>
                  <a:lnTo>
                    <a:pt x="5112222" y="311485"/>
                  </a:lnTo>
                  <a:lnTo>
                    <a:pt x="5112316" y="311485"/>
                  </a:lnTo>
                  <a:lnTo>
                    <a:pt x="5112410" y="311485"/>
                  </a:lnTo>
                  <a:lnTo>
                    <a:pt x="5112504" y="311485"/>
                  </a:lnTo>
                  <a:lnTo>
                    <a:pt x="5112598" y="311485"/>
                  </a:lnTo>
                  <a:lnTo>
                    <a:pt x="5112692" y="311485"/>
                  </a:lnTo>
                  <a:lnTo>
                    <a:pt x="5112786" y="311485"/>
                  </a:lnTo>
                  <a:lnTo>
                    <a:pt x="5112880" y="311485"/>
                  </a:lnTo>
                  <a:lnTo>
                    <a:pt x="5112974" y="311485"/>
                  </a:lnTo>
                  <a:lnTo>
                    <a:pt x="5113068" y="311485"/>
                  </a:lnTo>
                  <a:lnTo>
                    <a:pt x="5113162" y="311485"/>
                  </a:lnTo>
                  <a:lnTo>
                    <a:pt x="5113256" y="311485"/>
                  </a:lnTo>
                  <a:lnTo>
                    <a:pt x="5113350" y="311485"/>
                  </a:lnTo>
                  <a:lnTo>
                    <a:pt x="5113444" y="311485"/>
                  </a:lnTo>
                  <a:lnTo>
                    <a:pt x="5113538" y="311485"/>
                  </a:lnTo>
                  <a:lnTo>
                    <a:pt x="5113632" y="311485"/>
                  </a:lnTo>
                  <a:lnTo>
                    <a:pt x="5113726" y="311485"/>
                  </a:lnTo>
                  <a:lnTo>
                    <a:pt x="5113820" y="311485"/>
                  </a:lnTo>
                  <a:lnTo>
                    <a:pt x="5113914" y="311485"/>
                  </a:lnTo>
                  <a:lnTo>
                    <a:pt x="5114008" y="311485"/>
                  </a:lnTo>
                  <a:lnTo>
                    <a:pt x="5114102" y="311485"/>
                  </a:lnTo>
                  <a:lnTo>
                    <a:pt x="5114196" y="311485"/>
                  </a:lnTo>
                  <a:lnTo>
                    <a:pt x="5114291" y="311485"/>
                  </a:lnTo>
                  <a:lnTo>
                    <a:pt x="5114385" y="311485"/>
                  </a:lnTo>
                  <a:lnTo>
                    <a:pt x="5114479" y="311485"/>
                  </a:lnTo>
                  <a:lnTo>
                    <a:pt x="5114573" y="311485"/>
                  </a:lnTo>
                  <a:lnTo>
                    <a:pt x="5114667" y="311485"/>
                  </a:lnTo>
                  <a:lnTo>
                    <a:pt x="5114761" y="311485"/>
                  </a:lnTo>
                  <a:lnTo>
                    <a:pt x="5114855" y="311485"/>
                  </a:lnTo>
                  <a:lnTo>
                    <a:pt x="5114949" y="311485"/>
                  </a:lnTo>
                  <a:lnTo>
                    <a:pt x="5115043" y="311485"/>
                  </a:lnTo>
                  <a:lnTo>
                    <a:pt x="5115137" y="311485"/>
                  </a:lnTo>
                  <a:lnTo>
                    <a:pt x="5115231" y="311485"/>
                  </a:lnTo>
                  <a:lnTo>
                    <a:pt x="5115325" y="311485"/>
                  </a:lnTo>
                  <a:lnTo>
                    <a:pt x="5115419" y="311485"/>
                  </a:lnTo>
                  <a:lnTo>
                    <a:pt x="5115513" y="311485"/>
                  </a:lnTo>
                  <a:lnTo>
                    <a:pt x="5115607" y="311485"/>
                  </a:lnTo>
                  <a:lnTo>
                    <a:pt x="5115701" y="311485"/>
                  </a:lnTo>
                  <a:lnTo>
                    <a:pt x="5115795" y="311485"/>
                  </a:lnTo>
                  <a:lnTo>
                    <a:pt x="5115889" y="311485"/>
                  </a:lnTo>
                  <a:lnTo>
                    <a:pt x="5115983" y="311485"/>
                  </a:lnTo>
                  <a:lnTo>
                    <a:pt x="5115983" y="306206"/>
                  </a:lnTo>
                  <a:lnTo>
                    <a:pt x="5116077" y="306206"/>
                  </a:lnTo>
                  <a:lnTo>
                    <a:pt x="5116171" y="306206"/>
                  </a:lnTo>
                  <a:lnTo>
                    <a:pt x="5116265" y="306206"/>
                  </a:lnTo>
                  <a:lnTo>
                    <a:pt x="5116359" y="306206"/>
                  </a:lnTo>
                  <a:lnTo>
                    <a:pt x="5116453" y="306206"/>
                  </a:lnTo>
                  <a:lnTo>
                    <a:pt x="5116547" y="306206"/>
                  </a:lnTo>
                  <a:lnTo>
                    <a:pt x="5116641" y="306206"/>
                  </a:lnTo>
                  <a:lnTo>
                    <a:pt x="5116735" y="306206"/>
                  </a:lnTo>
                  <a:lnTo>
                    <a:pt x="5116829" y="306206"/>
                  </a:lnTo>
                  <a:lnTo>
                    <a:pt x="5116923" y="306206"/>
                  </a:lnTo>
                  <a:lnTo>
                    <a:pt x="5117017" y="306206"/>
                  </a:lnTo>
                  <a:lnTo>
                    <a:pt x="5117111" y="306206"/>
                  </a:lnTo>
                  <a:lnTo>
                    <a:pt x="5117205" y="306206"/>
                  </a:lnTo>
                  <a:lnTo>
                    <a:pt x="5117299" y="306206"/>
                  </a:lnTo>
                  <a:lnTo>
                    <a:pt x="5117393" y="306206"/>
                  </a:lnTo>
                  <a:lnTo>
                    <a:pt x="5117487" y="306206"/>
                  </a:lnTo>
                  <a:lnTo>
                    <a:pt x="5117581" y="306206"/>
                  </a:lnTo>
                  <a:lnTo>
                    <a:pt x="5117675" y="306206"/>
                  </a:lnTo>
                  <a:lnTo>
                    <a:pt x="5117769" y="306206"/>
                  </a:lnTo>
                  <a:lnTo>
                    <a:pt x="5117864" y="306206"/>
                  </a:lnTo>
                  <a:lnTo>
                    <a:pt x="5117958" y="306206"/>
                  </a:lnTo>
                  <a:lnTo>
                    <a:pt x="5118052" y="306206"/>
                  </a:lnTo>
                  <a:lnTo>
                    <a:pt x="5118146" y="306206"/>
                  </a:lnTo>
                  <a:lnTo>
                    <a:pt x="5118240" y="306206"/>
                  </a:lnTo>
                  <a:lnTo>
                    <a:pt x="5118334" y="306206"/>
                  </a:lnTo>
                  <a:lnTo>
                    <a:pt x="5118428" y="306206"/>
                  </a:lnTo>
                  <a:lnTo>
                    <a:pt x="5118522" y="306206"/>
                  </a:lnTo>
                  <a:lnTo>
                    <a:pt x="5118616" y="306206"/>
                  </a:lnTo>
                  <a:lnTo>
                    <a:pt x="5118710" y="306206"/>
                  </a:lnTo>
                  <a:lnTo>
                    <a:pt x="5118804" y="306206"/>
                  </a:lnTo>
                  <a:lnTo>
                    <a:pt x="5118898" y="306206"/>
                  </a:lnTo>
                  <a:lnTo>
                    <a:pt x="5118992" y="306206"/>
                  </a:lnTo>
                  <a:lnTo>
                    <a:pt x="5119086" y="306206"/>
                  </a:lnTo>
                  <a:lnTo>
                    <a:pt x="5119180" y="306206"/>
                  </a:lnTo>
                  <a:lnTo>
                    <a:pt x="5119274" y="306206"/>
                  </a:lnTo>
                  <a:lnTo>
                    <a:pt x="5119368" y="306206"/>
                  </a:lnTo>
                  <a:lnTo>
                    <a:pt x="5119462" y="306206"/>
                  </a:lnTo>
                  <a:lnTo>
                    <a:pt x="5119556" y="306206"/>
                  </a:lnTo>
                  <a:lnTo>
                    <a:pt x="5119650" y="306206"/>
                  </a:lnTo>
                  <a:lnTo>
                    <a:pt x="5119744" y="306206"/>
                  </a:lnTo>
                  <a:lnTo>
                    <a:pt x="5119838" y="306206"/>
                  </a:lnTo>
                  <a:lnTo>
                    <a:pt x="5119932" y="306206"/>
                  </a:lnTo>
                  <a:lnTo>
                    <a:pt x="5120026" y="306206"/>
                  </a:lnTo>
                  <a:lnTo>
                    <a:pt x="5120120" y="306206"/>
                  </a:lnTo>
                  <a:lnTo>
                    <a:pt x="5120214" y="306206"/>
                  </a:lnTo>
                  <a:lnTo>
                    <a:pt x="5120308" y="306206"/>
                  </a:lnTo>
                  <a:lnTo>
                    <a:pt x="5120402" y="306206"/>
                  </a:lnTo>
                  <a:lnTo>
                    <a:pt x="5120496" y="306206"/>
                  </a:lnTo>
                  <a:lnTo>
                    <a:pt x="5120590" y="306206"/>
                  </a:lnTo>
                  <a:lnTo>
                    <a:pt x="5120684" y="306206"/>
                  </a:lnTo>
                  <a:lnTo>
                    <a:pt x="5120778" y="306206"/>
                  </a:lnTo>
                  <a:lnTo>
                    <a:pt x="5120872" y="306206"/>
                  </a:lnTo>
                  <a:lnTo>
                    <a:pt x="5120966" y="306206"/>
                  </a:lnTo>
                  <a:lnTo>
                    <a:pt x="5121060" y="306206"/>
                  </a:lnTo>
                  <a:lnTo>
                    <a:pt x="5121154" y="306206"/>
                  </a:lnTo>
                  <a:lnTo>
                    <a:pt x="5121248" y="306206"/>
                  </a:lnTo>
                  <a:lnTo>
                    <a:pt x="5121343" y="306206"/>
                  </a:lnTo>
                  <a:lnTo>
                    <a:pt x="5121437" y="306206"/>
                  </a:lnTo>
                  <a:lnTo>
                    <a:pt x="5121531" y="306206"/>
                  </a:lnTo>
                  <a:lnTo>
                    <a:pt x="5121625" y="306206"/>
                  </a:lnTo>
                  <a:lnTo>
                    <a:pt x="5121719" y="306206"/>
                  </a:lnTo>
                  <a:lnTo>
                    <a:pt x="5121813" y="306206"/>
                  </a:lnTo>
                  <a:lnTo>
                    <a:pt x="5121907" y="306206"/>
                  </a:lnTo>
                  <a:lnTo>
                    <a:pt x="5122001" y="306206"/>
                  </a:lnTo>
                  <a:lnTo>
                    <a:pt x="5122095" y="306206"/>
                  </a:lnTo>
                  <a:lnTo>
                    <a:pt x="5122189" y="306206"/>
                  </a:lnTo>
                  <a:lnTo>
                    <a:pt x="5122283" y="306206"/>
                  </a:lnTo>
                  <a:lnTo>
                    <a:pt x="5122377" y="306206"/>
                  </a:lnTo>
                  <a:lnTo>
                    <a:pt x="5122471" y="306206"/>
                  </a:lnTo>
                  <a:lnTo>
                    <a:pt x="5122565" y="306206"/>
                  </a:lnTo>
                  <a:lnTo>
                    <a:pt x="5122659" y="306206"/>
                  </a:lnTo>
                  <a:lnTo>
                    <a:pt x="5122753" y="306206"/>
                  </a:lnTo>
                  <a:lnTo>
                    <a:pt x="5122847" y="306206"/>
                  </a:lnTo>
                  <a:lnTo>
                    <a:pt x="5122941" y="306206"/>
                  </a:lnTo>
                  <a:lnTo>
                    <a:pt x="5123035" y="306206"/>
                  </a:lnTo>
                  <a:lnTo>
                    <a:pt x="5123129" y="306206"/>
                  </a:lnTo>
                  <a:lnTo>
                    <a:pt x="5123223" y="306206"/>
                  </a:lnTo>
                  <a:lnTo>
                    <a:pt x="5123317" y="306206"/>
                  </a:lnTo>
                  <a:lnTo>
                    <a:pt x="5123411" y="306206"/>
                  </a:lnTo>
                  <a:lnTo>
                    <a:pt x="5123505" y="306206"/>
                  </a:lnTo>
                  <a:lnTo>
                    <a:pt x="5123599" y="306206"/>
                  </a:lnTo>
                  <a:lnTo>
                    <a:pt x="5123693" y="306206"/>
                  </a:lnTo>
                  <a:lnTo>
                    <a:pt x="5123787" y="306206"/>
                  </a:lnTo>
                  <a:lnTo>
                    <a:pt x="5123881" y="306206"/>
                  </a:lnTo>
                  <a:lnTo>
                    <a:pt x="5123975" y="306206"/>
                  </a:lnTo>
                  <a:lnTo>
                    <a:pt x="5124069" y="306206"/>
                  </a:lnTo>
                  <a:lnTo>
                    <a:pt x="5124163" y="306206"/>
                  </a:lnTo>
                  <a:lnTo>
                    <a:pt x="5124257" y="306206"/>
                  </a:lnTo>
                  <a:lnTo>
                    <a:pt x="5124351" y="306206"/>
                  </a:lnTo>
                  <a:lnTo>
                    <a:pt x="5124445" y="306206"/>
                  </a:lnTo>
                  <a:lnTo>
                    <a:pt x="5124539" y="306206"/>
                  </a:lnTo>
                  <a:lnTo>
                    <a:pt x="5124633" y="306206"/>
                  </a:lnTo>
                  <a:lnTo>
                    <a:pt x="5124727" y="306206"/>
                  </a:lnTo>
                  <a:lnTo>
                    <a:pt x="5124821" y="306206"/>
                  </a:lnTo>
                  <a:lnTo>
                    <a:pt x="5124916" y="306206"/>
                  </a:lnTo>
                  <a:lnTo>
                    <a:pt x="5125010" y="306206"/>
                  </a:lnTo>
                  <a:lnTo>
                    <a:pt x="5125104" y="306206"/>
                  </a:lnTo>
                  <a:lnTo>
                    <a:pt x="5125198" y="306206"/>
                  </a:lnTo>
                  <a:lnTo>
                    <a:pt x="5125292" y="306206"/>
                  </a:lnTo>
                  <a:lnTo>
                    <a:pt x="5125386" y="306206"/>
                  </a:lnTo>
                  <a:lnTo>
                    <a:pt x="5125480" y="306206"/>
                  </a:lnTo>
                  <a:lnTo>
                    <a:pt x="5125574" y="306206"/>
                  </a:lnTo>
                  <a:lnTo>
                    <a:pt x="5125668" y="306206"/>
                  </a:lnTo>
                  <a:lnTo>
                    <a:pt x="5125762" y="306206"/>
                  </a:lnTo>
                  <a:lnTo>
                    <a:pt x="5125856" y="306206"/>
                  </a:lnTo>
                  <a:lnTo>
                    <a:pt x="5125950" y="306206"/>
                  </a:lnTo>
                  <a:lnTo>
                    <a:pt x="5126044" y="306206"/>
                  </a:lnTo>
                  <a:lnTo>
                    <a:pt x="5126138" y="306206"/>
                  </a:lnTo>
                  <a:lnTo>
                    <a:pt x="5126232" y="306206"/>
                  </a:lnTo>
                  <a:lnTo>
                    <a:pt x="5126232" y="300927"/>
                  </a:lnTo>
                  <a:lnTo>
                    <a:pt x="5126326" y="300927"/>
                  </a:lnTo>
                  <a:lnTo>
                    <a:pt x="5126420" y="300927"/>
                  </a:lnTo>
                  <a:lnTo>
                    <a:pt x="5126514" y="300927"/>
                  </a:lnTo>
                  <a:lnTo>
                    <a:pt x="5126608" y="300927"/>
                  </a:lnTo>
                  <a:lnTo>
                    <a:pt x="5126702" y="300927"/>
                  </a:lnTo>
                  <a:lnTo>
                    <a:pt x="5126796" y="300927"/>
                  </a:lnTo>
                  <a:lnTo>
                    <a:pt x="5126890" y="300927"/>
                  </a:lnTo>
                  <a:lnTo>
                    <a:pt x="5126984" y="300927"/>
                  </a:lnTo>
                  <a:lnTo>
                    <a:pt x="5127078" y="300927"/>
                  </a:lnTo>
                  <a:lnTo>
                    <a:pt x="5127172" y="300927"/>
                  </a:lnTo>
                  <a:lnTo>
                    <a:pt x="5127266" y="300927"/>
                  </a:lnTo>
                  <a:lnTo>
                    <a:pt x="5127360" y="300927"/>
                  </a:lnTo>
                  <a:lnTo>
                    <a:pt x="5127454" y="300927"/>
                  </a:lnTo>
                  <a:lnTo>
                    <a:pt x="5127548" y="300927"/>
                  </a:lnTo>
                  <a:lnTo>
                    <a:pt x="5127642" y="300927"/>
                  </a:lnTo>
                  <a:lnTo>
                    <a:pt x="5127736" y="300927"/>
                  </a:lnTo>
                  <a:lnTo>
                    <a:pt x="5127830" y="300927"/>
                  </a:lnTo>
                  <a:lnTo>
                    <a:pt x="5127924" y="300927"/>
                  </a:lnTo>
                  <a:lnTo>
                    <a:pt x="5128018" y="300927"/>
                  </a:lnTo>
                  <a:lnTo>
                    <a:pt x="5128112" y="300927"/>
                  </a:lnTo>
                  <a:lnTo>
                    <a:pt x="5128206" y="300927"/>
                  </a:lnTo>
                  <a:lnTo>
                    <a:pt x="5128300" y="300927"/>
                  </a:lnTo>
                  <a:lnTo>
                    <a:pt x="5128394" y="300927"/>
                  </a:lnTo>
                  <a:lnTo>
                    <a:pt x="5128489" y="300927"/>
                  </a:lnTo>
                  <a:lnTo>
                    <a:pt x="5128583" y="300927"/>
                  </a:lnTo>
                  <a:lnTo>
                    <a:pt x="5128677" y="300927"/>
                  </a:lnTo>
                  <a:lnTo>
                    <a:pt x="5128771" y="300927"/>
                  </a:lnTo>
                  <a:lnTo>
                    <a:pt x="5128865" y="300927"/>
                  </a:lnTo>
                  <a:lnTo>
                    <a:pt x="5128959" y="300927"/>
                  </a:lnTo>
                  <a:lnTo>
                    <a:pt x="5129053" y="300927"/>
                  </a:lnTo>
                  <a:lnTo>
                    <a:pt x="5129147" y="300927"/>
                  </a:lnTo>
                  <a:lnTo>
                    <a:pt x="5129241" y="300927"/>
                  </a:lnTo>
                  <a:lnTo>
                    <a:pt x="5129335" y="300927"/>
                  </a:lnTo>
                  <a:lnTo>
                    <a:pt x="5129429" y="300927"/>
                  </a:lnTo>
                  <a:lnTo>
                    <a:pt x="5129523" y="300927"/>
                  </a:lnTo>
                  <a:lnTo>
                    <a:pt x="5129617" y="300927"/>
                  </a:lnTo>
                  <a:lnTo>
                    <a:pt x="5129711" y="300927"/>
                  </a:lnTo>
                  <a:lnTo>
                    <a:pt x="5129805" y="300927"/>
                  </a:lnTo>
                  <a:lnTo>
                    <a:pt x="5129899" y="300927"/>
                  </a:lnTo>
                  <a:lnTo>
                    <a:pt x="5129993" y="300927"/>
                  </a:lnTo>
                  <a:lnTo>
                    <a:pt x="5130087" y="300927"/>
                  </a:lnTo>
                  <a:lnTo>
                    <a:pt x="5130181" y="300927"/>
                  </a:lnTo>
                  <a:lnTo>
                    <a:pt x="5130275" y="300927"/>
                  </a:lnTo>
                  <a:lnTo>
                    <a:pt x="5130369" y="300927"/>
                  </a:lnTo>
                  <a:lnTo>
                    <a:pt x="5130463" y="300927"/>
                  </a:lnTo>
                  <a:lnTo>
                    <a:pt x="5130557" y="300927"/>
                  </a:lnTo>
                  <a:lnTo>
                    <a:pt x="5130651" y="300927"/>
                  </a:lnTo>
                  <a:lnTo>
                    <a:pt x="5130745" y="300927"/>
                  </a:lnTo>
                  <a:lnTo>
                    <a:pt x="5130839" y="300927"/>
                  </a:lnTo>
                  <a:lnTo>
                    <a:pt x="5130933" y="300927"/>
                  </a:lnTo>
                  <a:lnTo>
                    <a:pt x="5131027" y="300927"/>
                  </a:lnTo>
                  <a:lnTo>
                    <a:pt x="5131121" y="300927"/>
                  </a:lnTo>
                  <a:lnTo>
                    <a:pt x="5131215" y="300927"/>
                  </a:lnTo>
                  <a:lnTo>
                    <a:pt x="5131309" y="300927"/>
                  </a:lnTo>
                  <a:lnTo>
                    <a:pt x="5131403" y="300927"/>
                  </a:lnTo>
                  <a:lnTo>
                    <a:pt x="5131497" y="300927"/>
                  </a:lnTo>
                  <a:lnTo>
                    <a:pt x="5131591" y="300927"/>
                  </a:lnTo>
                  <a:lnTo>
                    <a:pt x="5131685" y="300927"/>
                  </a:lnTo>
                  <a:lnTo>
                    <a:pt x="5131779" y="300927"/>
                  </a:lnTo>
                  <a:lnTo>
                    <a:pt x="5131873" y="300927"/>
                  </a:lnTo>
                  <a:lnTo>
                    <a:pt x="5131968" y="300927"/>
                  </a:lnTo>
                  <a:lnTo>
                    <a:pt x="5132062" y="300927"/>
                  </a:lnTo>
                  <a:lnTo>
                    <a:pt x="5132156" y="300927"/>
                  </a:lnTo>
                  <a:lnTo>
                    <a:pt x="5132250" y="300927"/>
                  </a:lnTo>
                  <a:lnTo>
                    <a:pt x="5132344" y="300927"/>
                  </a:lnTo>
                  <a:lnTo>
                    <a:pt x="5132438" y="300927"/>
                  </a:lnTo>
                  <a:lnTo>
                    <a:pt x="5132532" y="300927"/>
                  </a:lnTo>
                  <a:lnTo>
                    <a:pt x="5132626" y="300927"/>
                  </a:lnTo>
                  <a:lnTo>
                    <a:pt x="5132720" y="300927"/>
                  </a:lnTo>
                  <a:lnTo>
                    <a:pt x="5132814" y="300927"/>
                  </a:lnTo>
                  <a:lnTo>
                    <a:pt x="5132908" y="300927"/>
                  </a:lnTo>
                  <a:lnTo>
                    <a:pt x="5133002" y="300927"/>
                  </a:lnTo>
                  <a:lnTo>
                    <a:pt x="5133096" y="300927"/>
                  </a:lnTo>
                  <a:lnTo>
                    <a:pt x="5133190" y="300927"/>
                  </a:lnTo>
                  <a:lnTo>
                    <a:pt x="5133284" y="300927"/>
                  </a:lnTo>
                  <a:lnTo>
                    <a:pt x="5133378" y="300927"/>
                  </a:lnTo>
                  <a:lnTo>
                    <a:pt x="5133472" y="300927"/>
                  </a:lnTo>
                  <a:lnTo>
                    <a:pt x="5133566" y="300927"/>
                  </a:lnTo>
                  <a:lnTo>
                    <a:pt x="5133660" y="300927"/>
                  </a:lnTo>
                  <a:lnTo>
                    <a:pt x="5133754" y="300927"/>
                  </a:lnTo>
                  <a:lnTo>
                    <a:pt x="5133848" y="300927"/>
                  </a:lnTo>
                  <a:lnTo>
                    <a:pt x="5133942" y="300927"/>
                  </a:lnTo>
                  <a:lnTo>
                    <a:pt x="5134036" y="300927"/>
                  </a:lnTo>
                  <a:lnTo>
                    <a:pt x="5134130" y="300927"/>
                  </a:lnTo>
                  <a:lnTo>
                    <a:pt x="5134224" y="300927"/>
                  </a:lnTo>
                  <a:lnTo>
                    <a:pt x="5134318" y="300927"/>
                  </a:lnTo>
                  <a:lnTo>
                    <a:pt x="5134412" y="300927"/>
                  </a:lnTo>
                  <a:lnTo>
                    <a:pt x="5134506" y="300927"/>
                  </a:lnTo>
                  <a:lnTo>
                    <a:pt x="5134600" y="300927"/>
                  </a:lnTo>
                  <a:lnTo>
                    <a:pt x="5134694" y="300927"/>
                  </a:lnTo>
                  <a:lnTo>
                    <a:pt x="5134788" y="300927"/>
                  </a:lnTo>
                  <a:lnTo>
                    <a:pt x="5134882" y="300927"/>
                  </a:lnTo>
                  <a:lnTo>
                    <a:pt x="5134976" y="300927"/>
                  </a:lnTo>
                  <a:lnTo>
                    <a:pt x="5135070" y="300927"/>
                  </a:lnTo>
                  <a:lnTo>
                    <a:pt x="5135164" y="300927"/>
                  </a:lnTo>
                  <a:lnTo>
                    <a:pt x="5135258" y="300927"/>
                  </a:lnTo>
                  <a:lnTo>
                    <a:pt x="5135352" y="300927"/>
                  </a:lnTo>
                  <a:lnTo>
                    <a:pt x="5135446" y="300927"/>
                  </a:lnTo>
                  <a:lnTo>
                    <a:pt x="5135541" y="300927"/>
                  </a:lnTo>
                  <a:lnTo>
                    <a:pt x="5135635" y="300927"/>
                  </a:lnTo>
                  <a:lnTo>
                    <a:pt x="5135729" y="300927"/>
                  </a:lnTo>
                  <a:lnTo>
                    <a:pt x="5135823" y="300927"/>
                  </a:lnTo>
                  <a:lnTo>
                    <a:pt x="5135917" y="300927"/>
                  </a:lnTo>
                  <a:lnTo>
                    <a:pt x="5136011" y="300927"/>
                  </a:lnTo>
                  <a:lnTo>
                    <a:pt x="5136105" y="300927"/>
                  </a:lnTo>
                  <a:lnTo>
                    <a:pt x="5136199" y="300927"/>
                  </a:lnTo>
                  <a:lnTo>
                    <a:pt x="5136293" y="300927"/>
                  </a:lnTo>
                  <a:lnTo>
                    <a:pt x="5136387" y="300927"/>
                  </a:lnTo>
                  <a:lnTo>
                    <a:pt x="5136481" y="300927"/>
                  </a:lnTo>
                  <a:lnTo>
                    <a:pt x="5136575" y="300927"/>
                  </a:lnTo>
                  <a:lnTo>
                    <a:pt x="5136669" y="300927"/>
                  </a:lnTo>
                  <a:lnTo>
                    <a:pt x="5136763" y="300927"/>
                  </a:lnTo>
                  <a:lnTo>
                    <a:pt x="5136857" y="300927"/>
                  </a:lnTo>
                  <a:lnTo>
                    <a:pt x="5136951" y="300927"/>
                  </a:lnTo>
                  <a:lnTo>
                    <a:pt x="5137045" y="300927"/>
                  </a:lnTo>
                  <a:lnTo>
                    <a:pt x="5137139" y="300927"/>
                  </a:lnTo>
                  <a:lnTo>
                    <a:pt x="5137233" y="300927"/>
                  </a:lnTo>
                  <a:lnTo>
                    <a:pt x="5137327" y="300927"/>
                  </a:lnTo>
                  <a:lnTo>
                    <a:pt x="5137421" y="300927"/>
                  </a:lnTo>
                  <a:lnTo>
                    <a:pt x="5137515" y="300927"/>
                  </a:lnTo>
                  <a:lnTo>
                    <a:pt x="5137609" y="300927"/>
                  </a:lnTo>
                  <a:lnTo>
                    <a:pt x="5137703" y="300927"/>
                  </a:lnTo>
                  <a:lnTo>
                    <a:pt x="5137797" y="300927"/>
                  </a:lnTo>
                  <a:lnTo>
                    <a:pt x="5137891" y="300927"/>
                  </a:lnTo>
                  <a:lnTo>
                    <a:pt x="5137985" y="300927"/>
                  </a:lnTo>
                  <a:lnTo>
                    <a:pt x="5138079" y="300927"/>
                  </a:lnTo>
                  <a:lnTo>
                    <a:pt x="5138173" y="300927"/>
                  </a:lnTo>
                  <a:lnTo>
                    <a:pt x="5138267" y="300927"/>
                  </a:lnTo>
                  <a:lnTo>
                    <a:pt x="5138361" y="300927"/>
                  </a:lnTo>
                  <a:lnTo>
                    <a:pt x="5138455" y="300927"/>
                  </a:lnTo>
                  <a:lnTo>
                    <a:pt x="5138549" y="300927"/>
                  </a:lnTo>
                  <a:lnTo>
                    <a:pt x="5138643" y="300927"/>
                  </a:lnTo>
                  <a:lnTo>
                    <a:pt x="5138737" y="300927"/>
                  </a:lnTo>
                  <a:lnTo>
                    <a:pt x="5138831" y="300927"/>
                  </a:lnTo>
                  <a:lnTo>
                    <a:pt x="5138925" y="300927"/>
                  </a:lnTo>
                  <a:lnTo>
                    <a:pt x="5139019" y="300927"/>
                  </a:lnTo>
                  <a:lnTo>
                    <a:pt x="5139114" y="300927"/>
                  </a:lnTo>
                  <a:lnTo>
                    <a:pt x="5139208" y="300927"/>
                  </a:lnTo>
                  <a:lnTo>
                    <a:pt x="5139302" y="300927"/>
                  </a:lnTo>
                  <a:lnTo>
                    <a:pt x="5139396" y="300927"/>
                  </a:lnTo>
                  <a:lnTo>
                    <a:pt x="5139490" y="300927"/>
                  </a:lnTo>
                  <a:lnTo>
                    <a:pt x="5139584" y="300927"/>
                  </a:lnTo>
                  <a:lnTo>
                    <a:pt x="5139678" y="300927"/>
                  </a:lnTo>
                  <a:lnTo>
                    <a:pt x="5139772" y="300927"/>
                  </a:lnTo>
                  <a:lnTo>
                    <a:pt x="5139866" y="300927"/>
                  </a:lnTo>
                  <a:lnTo>
                    <a:pt x="5139960" y="300927"/>
                  </a:lnTo>
                  <a:lnTo>
                    <a:pt x="5140054" y="300927"/>
                  </a:lnTo>
                  <a:lnTo>
                    <a:pt x="5140148" y="300927"/>
                  </a:lnTo>
                  <a:lnTo>
                    <a:pt x="5140242" y="300927"/>
                  </a:lnTo>
                  <a:lnTo>
                    <a:pt x="5140336" y="300927"/>
                  </a:lnTo>
                  <a:lnTo>
                    <a:pt x="5140430" y="300927"/>
                  </a:lnTo>
                  <a:lnTo>
                    <a:pt x="5140524" y="300927"/>
                  </a:lnTo>
                  <a:lnTo>
                    <a:pt x="5140618" y="300927"/>
                  </a:lnTo>
                  <a:lnTo>
                    <a:pt x="5140712" y="300927"/>
                  </a:lnTo>
                  <a:lnTo>
                    <a:pt x="5140712" y="295647"/>
                  </a:lnTo>
                  <a:lnTo>
                    <a:pt x="5140806" y="295647"/>
                  </a:lnTo>
                  <a:lnTo>
                    <a:pt x="5140900" y="295647"/>
                  </a:lnTo>
                  <a:lnTo>
                    <a:pt x="5140994" y="295647"/>
                  </a:lnTo>
                  <a:lnTo>
                    <a:pt x="5141088" y="295647"/>
                  </a:lnTo>
                  <a:lnTo>
                    <a:pt x="5141182" y="295647"/>
                  </a:lnTo>
                  <a:lnTo>
                    <a:pt x="5141276" y="295647"/>
                  </a:lnTo>
                  <a:lnTo>
                    <a:pt x="5141370" y="295647"/>
                  </a:lnTo>
                  <a:lnTo>
                    <a:pt x="5141464" y="295647"/>
                  </a:lnTo>
                  <a:lnTo>
                    <a:pt x="5141558" y="295647"/>
                  </a:lnTo>
                  <a:lnTo>
                    <a:pt x="5141652" y="295647"/>
                  </a:lnTo>
                  <a:lnTo>
                    <a:pt x="5141746" y="295647"/>
                  </a:lnTo>
                  <a:lnTo>
                    <a:pt x="5141840" y="295647"/>
                  </a:lnTo>
                  <a:lnTo>
                    <a:pt x="5141934" y="295647"/>
                  </a:lnTo>
                  <a:lnTo>
                    <a:pt x="5142028" y="295647"/>
                  </a:lnTo>
                  <a:lnTo>
                    <a:pt x="5142122" y="295647"/>
                  </a:lnTo>
                  <a:lnTo>
                    <a:pt x="5142216" y="295647"/>
                  </a:lnTo>
                  <a:lnTo>
                    <a:pt x="5142310" y="295647"/>
                  </a:lnTo>
                  <a:lnTo>
                    <a:pt x="5142404" y="295647"/>
                  </a:lnTo>
                  <a:lnTo>
                    <a:pt x="5142498" y="295647"/>
                  </a:lnTo>
                  <a:lnTo>
                    <a:pt x="5142593" y="295647"/>
                  </a:lnTo>
                  <a:lnTo>
                    <a:pt x="5142687" y="295647"/>
                  </a:lnTo>
                  <a:lnTo>
                    <a:pt x="5142781" y="295647"/>
                  </a:lnTo>
                  <a:lnTo>
                    <a:pt x="5142875" y="295647"/>
                  </a:lnTo>
                  <a:lnTo>
                    <a:pt x="5142969" y="295647"/>
                  </a:lnTo>
                  <a:lnTo>
                    <a:pt x="5143063" y="295647"/>
                  </a:lnTo>
                  <a:lnTo>
                    <a:pt x="5143157" y="295647"/>
                  </a:lnTo>
                  <a:lnTo>
                    <a:pt x="5143251" y="295647"/>
                  </a:lnTo>
                  <a:lnTo>
                    <a:pt x="5143345" y="295647"/>
                  </a:lnTo>
                  <a:lnTo>
                    <a:pt x="5143439" y="295647"/>
                  </a:lnTo>
                  <a:lnTo>
                    <a:pt x="5143533" y="295647"/>
                  </a:lnTo>
                  <a:lnTo>
                    <a:pt x="5143627" y="295647"/>
                  </a:lnTo>
                  <a:lnTo>
                    <a:pt x="5143721" y="295647"/>
                  </a:lnTo>
                  <a:lnTo>
                    <a:pt x="5143815" y="295647"/>
                  </a:lnTo>
                  <a:lnTo>
                    <a:pt x="5143909" y="295647"/>
                  </a:lnTo>
                  <a:lnTo>
                    <a:pt x="5144003" y="295647"/>
                  </a:lnTo>
                  <a:lnTo>
                    <a:pt x="5144097" y="295647"/>
                  </a:lnTo>
                  <a:lnTo>
                    <a:pt x="5144191" y="295647"/>
                  </a:lnTo>
                  <a:lnTo>
                    <a:pt x="5144285" y="295647"/>
                  </a:lnTo>
                  <a:lnTo>
                    <a:pt x="5144379" y="295647"/>
                  </a:lnTo>
                  <a:lnTo>
                    <a:pt x="5144473" y="295647"/>
                  </a:lnTo>
                  <a:lnTo>
                    <a:pt x="5144567" y="295647"/>
                  </a:lnTo>
                  <a:lnTo>
                    <a:pt x="5144661" y="295647"/>
                  </a:lnTo>
                  <a:lnTo>
                    <a:pt x="5144755" y="295647"/>
                  </a:lnTo>
                  <a:lnTo>
                    <a:pt x="5144849" y="295647"/>
                  </a:lnTo>
                  <a:lnTo>
                    <a:pt x="5144943" y="295647"/>
                  </a:lnTo>
                  <a:lnTo>
                    <a:pt x="5145037" y="295647"/>
                  </a:lnTo>
                  <a:lnTo>
                    <a:pt x="5145131" y="295647"/>
                  </a:lnTo>
                  <a:lnTo>
                    <a:pt x="5145225" y="295647"/>
                  </a:lnTo>
                  <a:lnTo>
                    <a:pt x="5145319" y="295647"/>
                  </a:lnTo>
                  <a:lnTo>
                    <a:pt x="5145413" y="295647"/>
                  </a:lnTo>
                  <a:lnTo>
                    <a:pt x="5145507" y="295647"/>
                  </a:lnTo>
                  <a:lnTo>
                    <a:pt x="5145601" y="295647"/>
                  </a:lnTo>
                  <a:lnTo>
                    <a:pt x="5145695" y="295647"/>
                  </a:lnTo>
                  <a:lnTo>
                    <a:pt x="5145789" y="295647"/>
                  </a:lnTo>
                  <a:lnTo>
                    <a:pt x="5145883" y="295647"/>
                  </a:lnTo>
                  <a:lnTo>
                    <a:pt x="5145977" y="295647"/>
                  </a:lnTo>
                  <a:lnTo>
                    <a:pt x="5146071" y="295647"/>
                  </a:lnTo>
                  <a:lnTo>
                    <a:pt x="5146166" y="295647"/>
                  </a:lnTo>
                  <a:lnTo>
                    <a:pt x="5146260" y="295647"/>
                  </a:lnTo>
                  <a:lnTo>
                    <a:pt x="5146354" y="295647"/>
                  </a:lnTo>
                  <a:lnTo>
                    <a:pt x="5146448" y="295647"/>
                  </a:lnTo>
                  <a:lnTo>
                    <a:pt x="5146542" y="295647"/>
                  </a:lnTo>
                  <a:lnTo>
                    <a:pt x="5146636" y="295647"/>
                  </a:lnTo>
                  <a:lnTo>
                    <a:pt x="5146730" y="295647"/>
                  </a:lnTo>
                  <a:lnTo>
                    <a:pt x="5146824" y="295647"/>
                  </a:lnTo>
                  <a:lnTo>
                    <a:pt x="5146918" y="295647"/>
                  </a:lnTo>
                  <a:lnTo>
                    <a:pt x="5147012" y="295647"/>
                  </a:lnTo>
                  <a:lnTo>
                    <a:pt x="5147106" y="295647"/>
                  </a:lnTo>
                  <a:lnTo>
                    <a:pt x="5147200" y="295647"/>
                  </a:lnTo>
                  <a:lnTo>
                    <a:pt x="5147294" y="295647"/>
                  </a:lnTo>
                  <a:lnTo>
                    <a:pt x="5147388" y="295647"/>
                  </a:lnTo>
                  <a:lnTo>
                    <a:pt x="5147482" y="295647"/>
                  </a:lnTo>
                  <a:lnTo>
                    <a:pt x="5147576" y="295647"/>
                  </a:lnTo>
                  <a:lnTo>
                    <a:pt x="5147670" y="295647"/>
                  </a:lnTo>
                  <a:lnTo>
                    <a:pt x="5147764" y="295647"/>
                  </a:lnTo>
                  <a:lnTo>
                    <a:pt x="5147858" y="295647"/>
                  </a:lnTo>
                  <a:lnTo>
                    <a:pt x="5147952" y="295647"/>
                  </a:lnTo>
                  <a:lnTo>
                    <a:pt x="5148046" y="295647"/>
                  </a:lnTo>
                  <a:lnTo>
                    <a:pt x="5148140" y="295647"/>
                  </a:lnTo>
                  <a:lnTo>
                    <a:pt x="5148234" y="295647"/>
                  </a:lnTo>
                  <a:lnTo>
                    <a:pt x="5148328" y="295647"/>
                  </a:lnTo>
                  <a:lnTo>
                    <a:pt x="5148422" y="295647"/>
                  </a:lnTo>
                  <a:lnTo>
                    <a:pt x="5148516" y="295647"/>
                  </a:lnTo>
                  <a:lnTo>
                    <a:pt x="5148610" y="295647"/>
                  </a:lnTo>
                  <a:lnTo>
                    <a:pt x="5148704" y="295647"/>
                  </a:lnTo>
                  <a:lnTo>
                    <a:pt x="5148798" y="295647"/>
                  </a:lnTo>
                  <a:lnTo>
                    <a:pt x="5148892" y="295647"/>
                  </a:lnTo>
                  <a:lnTo>
                    <a:pt x="5148986" y="295647"/>
                  </a:lnTo>
                  <a:lnTo>
                    <a:pt x="5149080" y="295647"/>
                  </a:lnTo>
                  <a:lnTo>
                    <a:pt x="5149174" y="295647"/>
                  </a:lnTo>
                  <a:lnTo>
                    <a:pt x="5149268" y="295647"/>
                  </a:lnTo>
                  <a:lnTo>
                    <a:pt x="5149362" y="295647"/>
                  </a:lnTo>
                  <a:lnTo>
                    <a:pt x="5149456" y="295647"/>
                  </a:lnTo>
                  <a:lnTo>
                    <a:pt x="5149550" y="295647"/>
                  </a:lnTo>
                  <a:lnTo>
                    <a:pt x="5149644" y="295647"/>
                  </a:lnTo>
                  <a:lnTo>
                    <a:pt x="5149739" y="295647"/>
                  </a:lnTo>
                  <a:lnTo>
                    <a:pt x="5149833" y="295647"/>
                  </a:lnTo>
                  <a:lnTo>
                    <a:pt x="5149927" y="295647"/>
                  </a:lnTo>
                  <a:lnTo>
                    <a:pt x="5150021" y="295647"/>
                  </a:lnTo>
                  <a:lnTo>
                    <a:pt x="5150115" y="295647"/>
                  </a:lnTo>
                  <a:lnTo>
                    <a:pt x="5150209" y="295647"/>
                  </a:lnTo>
                  <a:lnTo>
                    <a:pt x="5150303" y="295647"/>
                  </a:lnTo>
                  <a:lnTo>
                    <a:pt x="5150397" y="295647"/>
                  </a:lnTo>
                  <a:lnTo>
                    <a:pt x="5150491" y="295647"/>
                  </a:lnTo>
                  <a:lnTo>
                    <a:pt x="5150585" y="295647"/>
                  </a:lnTo>
                  <a:lnTo>
                    <a:pt x="5150679" y="295647"/>
                  </a:lnTo>
                  <a:lnTo>
                    <a:pt x="5150773" y="295647"/>
                  </a:lnTo>
                  <a:lnTo>
                    <a:pt x="5150867" y="295647"/>
                  </a:lnTo>
                  <a:lnTo>
                    <a:pt x="5150961" y="295647"/>
                  </a:lnTo>
                  <a:lnTo>
                    <a:pt x="5151055" y="295647"/>
                  </a:lnTo>
                  <a:lnTo>
                    <a:pt x="5151149" y="295647"/>
                  </a:lnTo>
                  <a:lnTo>
                    <a:pt x="5151243" y="295647"/>
                  </a:lnTo>
                  <a:lnTo>
                    <a:pt x="5151337" y="295647"/>
                  </a:lnTo>
                  <a:lnTo>
                    <a:pt x="5151431" y="295647"/>
                  </a:lnTo>
                  <a:lnTo>
                    <a:pt x="5151431" y="290368"/>
                  </a:lnTo>
                  <a:lnTo>
                    <a:pt x="5151525" y="290368"/>
                  </a:lnTo>
                  <a:lnTo>
                    <a:pt x="5151619" y="290368"/>
                  </a:lnTo>
                  <a:lnTo>
                    <a:pt x="5151713" y="290368"/>
                  </a:lnTo>
                  <a:lnTo>
                    <a:pt x="5151807" y="290368"/>
                  </a:lnTo>
                  <a:lnTo>
                    <a:pt x="5151901" y="290368"/>
                  </a:lnTo>
                  <a:lnTo>
                    <a:pt x="5151995" y="290368"/>
                  </a:lnTo>
                  <a:lnTo>
                    <a:pt x="5152089" y="290368"/>
                  </a:lnTo>
                  <a:lnTo>
                    <a:pt x="5152183" y="290368"/>
                  </a:lnTo>
                  <a:lnTo>
                    <a:pt x="5152277" y="290368"/>
                  </a:lnTo>
                  <a:lnTo>
                    <a:pt x="5152371" y="290368"/>
                  </a:lnTo>
                  <a:lnTo>
                    <a:pt x="5152465" y="290368"/>
                  </a:lnTo>
                  <a:lnTo>
                    <a:pt x="5152559" y="290368"/>
                  </a:lnTo>
                  <a:lnTo>
                    <a:pt x="5152653" y="290368"/>
                  </a:lnTo>
                  <a:lnTo>
                    <a:pt x="5152747" y="290368"/>
                  </a:lnTo>
                  <a:lnTo>
                    <a:pt x="5152841" y="290368"/>
                  </a:lnTo>
                  <a:lnTo>
                    <a:pt x="5152935" y="290368"/>
                  </a:lnTo>
                  <a:lnTo>
                    <a:pt x="5153029" y="290368"/>
                  </a:lnTo>
                  <a:lnTo>
                    <a:pt x="5153123" y="290368"/>
                  </a:lnTo>
                  <a:lnTo>
                    <a:pt x="5153218" y="290368"/>
                  </a:lnTo>
                  <a:lnTo>
                    <a:pt x="5153312" y="290368"/>
                  </a:lnTo>
                  <a:lnTo>
                    <a:pt x="5153406" y="290368"/>
                  </a:lnTo>
                  <a:lnTo>
                    <a:pt x="5153500" y="290368"/>
                  </a:lnTo>
                  <a:lnTo>
                    <a:pt x="5153594" y="290368"/>
                  </a:lnTo>
                  <a:lnTo>
                    <a:pt x="5153688" y="290368"/>
                  </a:lnTo>
                  <a:lnTo>
                    <a:pt x="5153782" y="290368"/>
                  </a:lnTo>
                  <a:lnTo>
                    <a:pt x="5153876" y="290368"/>
                  </a:lnTo>
                  <a:lnTo>
                    <a:pt x="5153970" y="290368"/>
                  </a:lnTo>
                  <a:lnTo>
                    <a:pt x="5154064" y="290368"/>
                  </a:lnTo>
                  <a:lnTo>
                    <a:pt x="5154158" y="290368"/>
                  </a:lnTo>
                  <a:lnTo>
                    <a:pt x="5154252" y="290368"/>
                  </a:lnTo>
                  <a:lnTo>
                    <a:pt x="5154346" y="290368"/>
                  </a:lnTo>
                  <a:lnTo>
                    <a:pt x="5154440" y="290368"/>
                  </a:lnTo>
                  <a:lnTo>
                    <a:pt x="5154534" y="290368"/>
                  </a:lnTo>
                  <a:lnTo>
                    <a:pt x="5154628" y="290368"/>
                  </a:lnTo>
                  <a:lnTo>
                    <a:pt x="5154722" y="290368"/>
                  </a:lnTo>
                  <a:lnTo>
                    <a:pt x="5154816" y="290368"/>
                  </a:lnTo>
                  <a:lnTo>
                    <a:pt x="5154910" y="290368"/>
                  </a:lnTo>
                  <a:lnTo>
                    <a:pt x="5155004" y="290368"/>
                  </a:lnTo>
                  <a:lnTo>
                    <a:pt x="5155098" y="290368"/>
                  </a:lnTo>
                  <a:lnTo>
                    <a:pt x="5155192" y="290368"/>
                  </a:lnTo>
                  <a:lnTo>
                    <a:pt x="5155286" y="290368"/>
                  </a:lnTo>
                  <a:lnTo>
                    <a:pt x="5155380" y="290368"/>
                  </a:lnTo>
                  <a:lnTo>
                    <a:pt x="5155474" y="290368"/>
                  </a:lnTo>
                  <a:lnTo>
                    <a:pt x="5155568" y="290368"/>
                  </a:lnTo>
                  <a:lnTo>
                    <a:pt x="5155662" y="290368"/>
                  </a:lnTo>
                  <a:lnTo>
                    <a:pt x="5155756" y="290368"/>
                  </a:lnTo>
                  <a:lnTo>
                    <a:pt x="5155850" y="290368"/>
                  </a:lnTo>
                  <a:lnTo>
                    <a:pt x="5155944" y="290368"/>
                  </a:lnTo>
                  <a:lnTo>
                    <a:pt x="5156038" y="290368"/>
                  </a:lnTo>
                  <a:lnTo>
                    <a:pt x="5156132" y="290368"/>
                  </a:lnTo>
                  <a:lnTo>
                    <a:pt x="5156226" y="290368"/>
                  </a:lnTo>
                  <a:lnTo>
                    <a:pt x="5156320" y="290368"/>
                  </a:lnTo>
                  <a:lnTo>
                    <a:pt x="5156414" y="290368"/>
                  </a:lnTo>
                  <a:lnTo>
                    <a:pt x="5156508" y="290368"/>
                  </a:lnTo>
                  <a:lnTo>
                    <a:pt x="5156602" y="290368"/>
                  </a:lnTo>
                  <a:lnTo>
                    <a:pt x="5156696" y="290368"/>
                  </a:lnTo>
                  <a:lnTo>
                    <a:pt x="5156791" y="290368"/>
                  </a:lnTo>
                  <a:lnTo>
                    <a:pt x="5156885" y="290368"/>
                  </a:lnTo>
                  <a:lnTo>
                    <a:pt x="5156979" y="290368"/>
                  </a:lnTo>
                  <a:lnTo>
                    <a:pt x="5157073" y="290368"/>
                  </a:lnTo>
                  <a:lnTo>
                    <a:pt x="5157167" y="290368"/>
                  </a:lnTo>
                  <a:lnTo>
                    <a:pt x="5157261" y="290368"/>
                  </a:lnTo>
                  <a:lnTo>
                    <a:pt x="5157355" y="290368"/>
                  </a:lnTo>
                  <a:lnTo>
                    <a:pt x="5157449" y="290368"/>
                  </a:lnTo>
                  <a:lnTo>
                    <a:pt x="5157543" y="290368"/>
                  </a:lnTo>
                  <a:lnTo>
                    <a:pt x="5157637" y="290368"/>
                  </a:lnTo>
                  <a:lnTo>
                    <a:pt x="5157731" y="290368"/>
                  </a:lnTo>
                  <a:lnTo>
                    <a:pt x="5157825" y="290368"/>
                  </a:lnTo>
                  <a:lnTo>
                    <a:pt x="5157919" y="290368"/>
                  </a:lnTo>
                  <a:lnTo>
                    <a:pt x="5158013" y="290368"/>
                  </a:lnTo>
                  <a:lnTo>
                    <a:pt x="5158107" y="290368"/>
                  </a:lnTo>
                  <a:lnTo>
                    <a:pt x="5158201" y="290368"/>
                  </a:lnTo>
                  <a:lnTo>
                    <a:pt x="5158295" y="290368"/>
                  </a:lnTo>
                  <a:lnTo>
                    <a:pt x="5158389" y="290368"/>
                  </a:lnTo>
                  <a:lnTo>
                    <a:pt x="5158483" y="290368"/>
                  </a:lnTo>
                  <a:lnTo>
                    <a:pt x="5158577" y="290368"/>
                  </a:lnTo>
                  <a:lnTo>
                    <a:pt x="5158671" y="290368"/>
                  </a:lnTo>
                  <a:lnTo>
                    <a:pt x="5158765" y="290368"/>
                  </a:lnTo>
                  <a:lnTo>
                    <a:pt x="5158859" y="290368"/>
                  </a:lnTo>
                  <a:lnTo>
                    <a:pt x="5158953" y="290368"/>
                  </a:lnTo>
                  <a:lnTo>
                    <a:pt x="5159047" y="290368"/>
                  </a:lnTo>
                  <a:lnTo>
                    <a:pt x="5159141" y="290368"/>
                  </a:lnTo>
                  <a:lnTo>
                    <a:pt x="5159235" y="290368"/>
                  </a:lnTo>
                  <a:lnTo>
                    <a:pt x="5159329" y="290368"/>
                  </a:lnTo>
                  <a:lnTo>
                    <a:pt x="5159423" y="290368"/>
                  </a:lnTo>
                  <a:lnTo>
                    <a:pt x="5159517" y="290368"/>
                  </a:lnTo>
                  <a:lnTo>
                    <a:pt x="5159611" y="290368"/>
                  </a:lnTo>
                  <a:lnTo>
                    <a:pt x="5159705" y="290368"/>
                  </a:lnTo>
                  <a:lnTo>
                    <a:pt x="5159799" y="290368"/>
                  </a:lnTo>
                  <a:lnTo>
                    <a:pt x="5159893" y="290368"/>
                  </a:lnTo>
                  <a:lnTo>
                    <a:pt x="5159987" y="290368"/>
                  </a:lnTo>
                  <a:lnTo>
                    <a:pt x="5160081" y="290368"/>
                  </a:lnTo>
                  <a:lnTo>
                    <a:pt x="5160175" y="290368"/>
                  </a:lnTo>
                  <a:lnTo>
                    <a:pt x="5160269" y="290368"/>
                  </a:lnTo>
                  <a:lnTo>
                    <a:pt x="5160364" y="290368"/>
                  </a:lnTo>
                  <a:lnTo>
                    <a:pt x="5160458" y="290368"/>
                  </a:lnTo>
                  <a:lnTo>
                    <a:pt x="5160552" y="290368"/>
                  </a:lnTo>
                  <a:lnTo>
                    <a:pt x="5160646" y="290368"/>
                  </a:lnTo>
                  <a:lnTo>
                    <a:pt x="5160740" y="290368"/>
                  </a:lnTo>
                  <a:lnTo>
                    <a:pt x="5160834" y="290368"/>
                  </a:lnTo>
                  <a:lnTo>
                    <a:pt x="5160928" y="290368"/>
                  </a:lnTo>
                  <a:lnTo>
                    <a:pt x="5161022" y="290368"/>
                  </a:lnTo>
                  <a:lnTo>
                    <a:pt x="5161116" y="290368"/>
                  </a:lnTo>
                  <a:lnTo>
                    <a:pt x="5161210" y="290368"/>
                  </a:lnTo>
                  <a:lnTo>
                    <a:pt x="5161304" y="290368"/>
                  </a:lnTo>
                  <a:lnTo>
                    <a:pt x="5161398" y="290368"/>
                  </a:lnTo>
                  <a:lnTo>
                    <a:pt x="5161492" y="290368"/>
                  </a:lnTo>
                  <a:lnTo>
                    <a:pt x="5161586" y="290368"/>
                  </a:lnTo>
                  <a:lnTo>
                    <a:pt x="5161680" y="290368"/>
                  </a:lnTo>
                  <a:lnTo>
                    <a:pt x="5161774" y="290368"/>
                  </a:lnTo>
                  <a:lnTo>
                    <a:pt x="5161868" y="290368"/>
                  </a:lnTo>
                  <a:lnTo>
                    <a:pt x="5161962" y="290368"/>
                  </a:lnTo>
                  <a:lnTo>
                    <a:pt x="5162056" y="290368"/>
                  </a:lnTo>
                  <a:lnTo>
                    <a:pt x="5162150" y="290368"/>
                  </a:lnTo>
                  <a:lnTo>
                    <a:pt x="5162244" y="290368"/>
                  </a:lnTo>
                  <a:lnTo>
                    <a:pt x="5162338" y="290368"/>
                  </a:lnTo>
                  <a:lnTo>
                    <a:pt x="5162432" y="290368"/>
                  </a:lnTo>
                  <a:lnTo>
                    <a:pt x="5162526" y="290368"/>
                  </a:lnTo>
                  <a:lnTo>
                    <a:pt x="5162620" y="290368"/>
                  </a:lnTo>
                  <a:lnTo>
                    <a:pt x="5162714" y="290368"/>
                  </a:lnTo>
                  <a:lnTo>
                    <a:pt x="5162808" y="290368"/>
                  </a:lnTo>
                  <a:lnTo>
                    <a:pt x="5162902" y="290368"/>
                  </a:lnTo>
                  <a:lnTo>
                    <a:pt x="5162996" y="290368"/>
                  </a:lnTo>
                  <a:lnTo>
                    <a:pt x="5163090" y="290368"/>
                  </a:lnTo>
                  <a:lnTo>
                    <a:pt x="5163184" y="290368"/>
                  </a:lnTo>
                  <a:lnTo>
                    <a:pt x="5163278" y="290368"/>
                  </a:lnTo>
                  <a:lnTo>
                    <a:pt x="5163372" y="290368"/>
                  </a:lnTo>
                  <a:lnTo>
                    <a:pt x="5163466" y="290368"/>
                  </a:lnTo>
                  <a:lnTo>
                    <a:pt x="5163560" y="290368"/>
                  </a:lnTo>
                  <a:lnTo>
                    <a:pt x="5163654" y="290368"/>
                  </a:lnTo>
                  <a:lnTo>
                    <a:pt x="5163748" y="290368"/>
                  </a:lnTo>
                  <a:lnTo>
                    <a:pt x="5163842" y="290368"/>
                  </a:lnTo>
                  <a:lnTo>
                    <a:pt x="5163937" y="290368"/>
                  </a:lnTo>
                  <a:lnTo>
                    <a:pt x="5164031" y="290368"/>
                  </a:lnTo>
                  <a:lnTo>
                    <a:pt x="5164125" y="290368"/>
                  </a:lnTo>
                  <a:lnTo>
                    <a:pt x="5164219" y="290368"/>
                  </a:lnTo>
                  <a:lnTo>
                    <a:pt x="5164313" y="290368"/>
                  </a:lnTo>
                  <a:lnTo>
                    <a:pt x="5164407" y="290368"/>
                  </a:lnTo>
                  <a:lnTo>
                    <a:pt x="5164501" y="290368"/>
                  </a:lnTo>
                  <a:lnTo>
                    <a:pt x="5164595" y="290368"/>
                  </a:lnTo>
                  <a:lnTo>
                    <a:pt x="5164689" y="290368"/>
                  </a:lnTo>
                  <a:lnTo>
                    <a:pt x="5164783" y="290368"/>
                  </a:lnTo>
                  <a:lnTo>
                    <a:pt x="5164877" y="290368"/>
                  </a:lnTo>
                  <a:lnTo>
                    <a:pt x="5164971" y="290368"/>
                  </a:lnTo>
                  <a:lnTo>
                    <a:pt x="5165065" y="290368"/>
                  </a:lnTo>
                  <a:lnTo>
                    <a:pt x="5165159" y="290368"/>
                  </a:lnTo>
                  <a:lnTo>
                    <a:pt x="5165253" y="290368"/>
                  </a:lnTo>
                  <a:lnTo>
                    <a:pt x="5165347" y="290368"/>
                  </a:lnTo>
                  <a:lnTo>
                    <a:pt x="5165441" y="290368"/>
                  </a:lnTo>
                  <a:lnTo>
                    <a:pt x="5165535" y="290368"/>
                  </a:lnTo>
                  <a:lnTo>
                    <a:pt x="5165629" y="290368"/>
                  </a:lnTo>
                  <a:lnTo>
                    <a:pt x="5165723" y="290368"/>
                  </a:lnTo>
                  <a:lnTo>
                    <a:pt x="5165817" y="290368"/>
                  </a:lnTo>
                  <a:lnTo>
                    <a:pt x="5165911" y="290368"/>
                  </a:lnTo>
                  <a:lnTo>
                    <a:pt x="5165911" y="285088"/>
                  </a:lnTo>
                  <a:lnTo>
                    <a:pt x="5166005" y="285088"/>
                  </a:lnTo>
                  <a:lnTo>
                    <a:pt x="5166099" y="285088"/>
                  </a:lnTo>
                  <a:lnTo>
                    <a:pt x="5166193" y="285088"/>
                  </a:lnTo>
                  <a:lnTo>
                    <a:pt x="5166287" y="285088"/>
                  </a:lnTo>
                  <a:lnTo>
                    <a:pt x="5166381" y="285088"/>
                  </a:lnTo>
                  <a:lnTo>
                    <a:pt x="5166475" y="285088"/>
                  </a:lnTo>
                  <a:lnTo>
                    <a:pt x="5166569" y="285088"/>
                  </a:lnTo>
                  <a:lnTo>
                    <a:pt x="5166663" y="285088"/>
                  </a:lnTo>
                  <a:lnTo>
                    <a:pt x="5166757" y="285088"/>
                  </a:lnTo>
                  <a:lnTo>
                    <a:pt x="5166851" y="285088"/>
                  </a:lnTo>
                  <a:lnTo>
                    <a:pt x="5166945" y="285088"/>
                  </a:lnTo>
                  <a:lnTo>
                    <a:pt x="5167039" y="285088"/>
                  </a:lnTo>
                  <a:lnTo>
                    <a:pt x="5167133" y="285088"/>
                  </a:lnTo>
                  <a:lnTo>
                    <a:pt x="5167227" y="285088"/>
                  </a:lnTo>
                  <a:lnTo>
                    <a:pt x="5167321" y="285088"/>
                  </a:lnTo>
                  <a:lnTo>
                    <a:pt x="5167416" y="285088"/>
                  </a:lnTo>
                  <a:lnTo>
                    <a:pt x="5167510" y="285088"/>
                  </a:lnTo>
                  <a:lnTo>
                    <a:pt x="5167604" y="285088"/>
                  </a:lnTo>
                  <a:lnTo>
                    <a:pt x="5167698" y="285088"/>
                  </a:lnTo>
                  <a:lnTo>
                    <a:pt x="5167792" y="285088"/>
                  </a:lnTo>
                  <a:lnTo>
                    <a:pt x="5167886" y="285088"/>
                  </a:lnTo>
                  <a:lnTo>
                    <a:pt x="5167980" y="285088"/>
                  </a:lnTo>
                  <a:lnTo>
                    <a:pt x="5168074" y="285088"/>
                  </a:lnTo>
                  <a:lnTo>
                    <a:pt x="5168168" y="285088"/>
                  </a:lnTo>
                  <a:lnTo>
                    <a:pt x="5168262" y="285088"/>
                  </a:lnTo>
                  <a:lnTo>
                    <a:pt x="5168356" y="285088"/>
                  </a:lnTo>
                  <a:lnTo>
                    <a:pt x="5168450" y="285088"/>
                  </a:lnTo>
                  <a:lnTo>
                    <a:pt x="5168544" y="285088"/>
                  </a:lnTo>
                  <a:lnTo>
                    <a:pt x="5168638" y="285088"/>
                  </a:lnTo>
                  <a:lnTo>
                    <a:pt x="5168732" y="285088"/>
                  </a:lnTo>
                  <a:lnTo>
                    <a:pt x="5168826" y="285088"/>
                  </a:lnTo>
                  <a:lnTo>
                    <a:pt x="5168920" y="285088"/>
                  </a:lnTo>
                  <a:lnTo>
                    <a:pt x="5169014" y="285088"/>
                  </a:lnTo>
                  <a:lnTo>
                    <a:pt x="5169108" y="285088"/>
                  </a:lnTo>
                  <a:lnTo>
                    <a:pt x="5169202" y="285088"/>
                  </a:lnTo>
                  <a:lnTo>
                    <a:pt x="5169296" y="285088"/>
                  </a:lnTo>
                  <a:lnTo>
                    <a:pt x="5169390" y="285088"/>
                  </a:lnTo>
                  <a:lnTo>
                    <a:pt x="5169484" y="285088"/>
                  </a:lnTo>
                  <a:lnTo>
                    <a:pt x="5169578" y="285088"/>
                  </a:lnTo>
                  <a:lnTo>
                    <a:pt x="5169672" y="285088"/>
                  </a:lnTo>
                  <a:lnTo>
                    <a:pt x="5169766" y="285088"/>
                  </a:lnTo>
                  <a:lnTo>
                    <a:pt x="5169860" y="285088"/>
                  </a:lnTo>
                  <a:lnTo>
                    <a:pt x="5169954" y="285088"/>
                  </a:lnTo>
                  <a:lnTo>
                    <a:pt x="5170048" y="285088"/>
                  </a:lnTo>
                  <a:lnTo>
                    <a:pt x="5170142" y="285088"/>
                  </a:lnTo>
                  <a:lnTo>
                    <a:pt x="5170236" y="285088"/>
                  </a:lnTo>
                  <a:lnTo>
                    <a:pt x="5170330" y="285088"/>
                  </a:lnTo>
                  <a:lnTo>
                    <a:pt x="5170424" y="285088"/>
                  </a:lnTo>
                  <a:lnTo>
                    <a:pt x="5170518" y="285088"/>
                  </a:lnTo>
                  <a:lnTo>
                    <a:pt x="5170612" y="285088"/>
                  </a:lnTo>
                  <a:lnTo>
                    <a:pt x="5170706" y="285088"/>
                  </a:lnTo>
                  <a:lnTo>
                    <a:pt x="5170800" y="285088"/>
                  </a:lnTo>
                  <a:lnTo>
                    <a:pt x="5170894" y="285088"/>
                  </a:lnTo>
                  <a:lnTo>
                    <a:pt x="5170989" y="285088"/>
                  </a:lnTo>
                  <a:lnTo>
                    <a:pt x="5171083" y="285088"/>
                  </a:lnTo>
                  <a:lnTo>
                    <a:pt x="5171177" y="285088"/>
                  </a:lnTo>
                  <a:lnTo>
                    <a:pt x="5171271" y="285088"/>
                  </a:lnTo>
                  <a:lnTo>
                    <a:pt x="5171365" y="285088"/>
                  </a:lnTo>
                  <a:lnTo>
                    <a:pt x="5171459" y="285088"/>
                  </a:lnTo>
                  <a:lnTo>
                    <a:pt x="5171553" y="285088"/>
                  </a:lnTo>
                  <a:lnTo>
                    <a:pt x="5171647" y="285088"/>
                  </a:lnTo>
                  <a:lnTo>
                    <a:pt x="5171741" y="285088"/>
                  </a:lnTo>
                  <a:lnTo>
                    <a:pt x="5171835" y="285088"/>
                  </a:lnTo>
                  <a:lnTo>
                    <a:pt x="5171929" y="285088"/>
                  </a:lnTo>
                  <a:lnTo>
                    <a:pt x="5172023" y="285088"/>
                  </a:lnTo>
                  <a:lnTo>
                    <a:pt x="5172117" y="285088"/>
                  </a:lnTo>
                  <a:lnTo>
                    <a:pt x="5172211" y="285088"/>
                  </a:lnTo>
                  <a:lnTo>
                    <a:pt x="5172305" y="285088"/>
                  </a:lnTo>
                  <a:lnTo>
                    <a:pt x="5172399" y="285088"/>
                  </a:lnTo>
                  <a:lnTo>
                    <a:pt x="5172493" y="285088"/>
                  </a:lnTo>
                  <a:lnTo>
                    <a:pt x="5172587" y="285088"/>
                  </a:lnTo>
                  <a:lnTo>
                    <a:pt x="5172681" y="285088"/>
                  </a:lnTo>
                  <a:lnTo>
                    <a:pt x="5172775" y="285088"/>
                  </a:lnTo>
                  <a:lnTo>
                    <a:pt x="5172869" y="285088"/>
                  </a:lnTo>
                  <a:lnTo>
                    <a:pt x="5172963" y="285088"/>
                  </a:lnTo>
                  <a:lnTo>
                    <a:pt x="5173057" y="285088"/>
                  </a:lnTo>
                  <a:lnTo>
                    <a:pt x="5173151" y="285088"/>
                  </a:lnTo>
                  <a:lnTo>
                    <a:pt x="5173245" y="285088"/>
                  </a:lnTo>
                  <a:lnTo>
                    <a:pt x="5173339" y="285088"/>
                  </a:lnTo>
                  <a:lnTo>
                    <a:pt x="5173433" y="285088"/>
                  </a:lnTo>
                  <a:lnTo>
                    <a:pt x="5173527" y="285088"/>
                  </a:lnTo>
                  <a:lnTo>
                    <a:pt x="5173621" y="285088"/>
                  </a:lnTo>
                  <a:lnTo>
                    <a:pt x="5173715" y="285088"/>
                  </a:lnTo>
                  <a:lnTo>
                    <a:pt x="5173809" y="285088"/>
                  </a:lnTo>
                  <a:lnTo>
                    <a:pt x="5173903" y="285088"/>
                  </a:lnTo>
                  <a:lnTo>
                    <a:pt x="5173997" y="285088"/>
                  </a:lnTo>
                  <a:lnTo>
                    <a:pt x="5174091" y="285088"/>
                  </a:lnTo>
                  <a:lnTo>
                    <a:pt x="5174185" y="285088"/>
                  </a:lnTo>
                  <a:lnTo>
                    <a:pt x="5174279" y="285088"/>
                  </a:lnTo>
                  <a:lnTo>
                    <a:pt x="5174373" y="285088"/>
                  </a:lnTo>
                  <a:lnTo>
                    <a:pt x="5174467" y="285088"/>
                  </a:lnTo>
                  <a:lnTo>
                    <a:pt x="5174562" y="285088"/>
                  </a:lnTo>
                  <a:lnTo>
                    <a:pt x="5174656" y="285088"/>
                  </a:lnTo>
                  <a:lnTo>
                    <a:pt x="5174750" y="285088"/>
                  </a:lnTo>
                  <a:lnTo>
                    <a:pt x="5174844" y="285088"/>
                  </a:lnTo>
                  <a:lnTo>
                    <a:pt x="5174938" y="285088"/>
                  </a:lnTo>
                  <a:lnTo>
                    <a:pt x="5175032" y="285088"/>
                  </a:lnTo>
                  <a:lnTo>
                    <a:pt x="5175032" y="279809"/>
                  </a:lnTo>
                  <a:lnTo>
                    <a:pt x="5175126" y="279809"/>
                  </a:lnTo>
                  <a:lnTo>
                    <a:pt x="5175220" y="279809"/>
                  </a:lnTo>
                  <a:lnTo>
                    <a:pt x="5175314" y="279809"/>
                  </a:lnTo>
                  <a:lnTo>
                    <a:pt x="5175408" y="279809"/>
                  </a:lnTo>
                  <a:lnTo>
                    <a:pt x="5175502" y="279809"/>
                  </a:lnTo>
                  <a:lnTo>
                    <a:pt x="5175596" y="279809"/>
                  </a:lnTo>
                  <a:lnTo>
                    <a:pt x="5175690" y="279809"/>
                  </a:lnTo>
                  <a:lnTo>
                    <a:pt x="5175784" y="279809"/>
                  </a:lnTo>
                  <a:lnTo>
                    <a:pt x="5175878" y="279809"/>
                  </a:lnTo>
                  <a:lnTo>
                    <a:pt x="5175972" y="279809"/>
                  </a:lnTo>
                  <a:lnTo>
                    <a:pt x="5176066" y="279809"/>
                  </a:lnTo>
                  <a:lnTo>
                    <a:pt x="5176160" y="279809"/>
                  </a:lnTo>
                  <a:lnTo>
                    <a:pt x="5176254" y="279809"/>
                  </a:lnTo>
                  <a:lnTo>
                    <a:pt x="5176348" y="279809"/>
                  </a:lnTo>
                  <a:lnTo>
                    <a:pt x="5176442" y="279809"/>
                  </a:lnTo>
                  <a:lnTo>
                    <a:pt x="5176536" y="279809"/>
                  </a:lnTo>
                  <a:lnTo>
                    <a:pt x="5176630" y="279809"/>
                  </a:lnTo>
                  <a:lnTo>
                    <a:pt x="5176724" y="279809"/>
                  </a:lnTo>
                  <a:lnTo>
                    <a:pt x="5176818" y="279809"/>
                  </a:lnTo>
                  <a:lnTo>
                    <a:pt x="5176912" y="279809"/>
                  </a:lnTo>
                  <a:lnTo>
                    <a:pt x="5177006" y="279809"/>
                  </a:lnTo>
                  <a:lnTo>
                    <a:pt x="5177100" y="279809"/>
                  </a:lnTo>
                  <a:lnTo>
                    <a:pt x="5177194" y="279809"/>
                  </a:lnTo>
                  <a:lnTo>
                    <a:pt x="5177288" y="279809"/>
                  </a:lnTo>
                  <a:lnTo>
                    <a:pt x="5177382" y="279809"/>
                  </a:lnTo>
                  <a:lnTo>
                    <a:pt x="5177476" y="279809"/>
                  </a:lnTo>
                  <a:lnTo>
                    <a:pt x="5177570" y="279809"/>
                  </a:lnTo>
                  <a:lnTo>
                    <a:pt x="5177664" y="279809"/>
                  </a:lnTo>
                  <a:lnTo>
                    <a:pt x="5177758" y="279809"/>
                  </a:lnTo>
                  <a:lnTo>
                    <a:pt x="5177852" y="279809"/>
                  </a:lnTo>
                  <a:lnTo>
                    <a:pt x="5177946" y="279809"/>
                  </a:lnTo>
                  <a:lnTo>
                    <a:pt x="5178041" y="279809"/>
                  </a:lnTo>
                  <a:lnTo>
                    <a:pt x="5178135" y="279809"/>
                  </a:lnTo>
                  <a:lnTo>
                    <a:pt x="5178229" y="279809"/>
                  </a:lnTo>
                  <a:lnTo>
                    <a:pt x="5178323" y="279809"/>
                  </a:lnTo>
                  <a:lnTo>
                    <a:pt x="5178417" y="279809"/>
                  </a:lnTo>
                  <a:lnTo>
                    <a:pt x="5178511" y="279809"/>
                  </a:lnTo>
                  <a:lnTo>
                    <a:pt x="5178605" y="279809"/>
                  </a:lnTo>
                  <a:lnTo>
                    <a:pt x="5178699" y="279809"/>
                  </a:lnTo>
                  <a:lnTo>
                    <a:pt x="5178793" y="279809"/>
                  </a:lnTo>
                  <a:lnTo>
                    <a:pt x="5178887" y="279809"/>
                  </a:lnTo>
                  <a:lnTo>
                    <a:pt x="5178981" y="279809"/>
                  </a:lnTo>
                  <a:lnTo>
                    <a:pt x="5179075" y="279809"/>
                  </a:lnTo>
                  <a:lnTo>
                    <a:pt x="5179169" y="279809"/>
                  </a:lnTo>
                  <a:lnTo>
                    <a:pt x="5179263" y="279809"/>
                  </a:lnTo>
                  <a:lnTo>
                    <a:pt x="5179357" y="279809"/>
                  </a:lnTo>
                  <a:lnTo>
                    <a:pt x="5179451" y="279809"/>
                  </a:lnTo>
                  <a:lnTo>
                    <a:pt x="5179545" y="279809"/>
                  </a:lnTo>
                  <a:lnTo>
                    <a:pt x="5179639" y="279809"/>
                  </a:lnTo>
                  <a:lnTo>
                    <a:pt x="5179733" y="279809"/>
                  </a:lnTo>
                  <a:lnTo>
                    <a:pt x="5179827" y="279809"/>
                  </a:lnTo>
                  <a:lnTo>
                    <a:pt x="5179921" y="279809"/>
                  </a:lnTo>
                  <a:lnTo>
                    <a:pt x="5180015" y="279809"/>
                  </a:lnTo>
                  <a:lnTo>
                    <a:pt x="5180109" y="279809"/>
                  </a:lnTo>
                  <a:lnTo>
                    <a:pt x="5180203" y="279809"/>
                  </a:lnTo>
                  <a:lnTo>
                    <a:pt x="5180297" y="279809"/>
                  </a:lnTo>
                  <a:lnTo>
                    <a:pt x="5180391" y="279809"/>
                  </a:lnTo>
                  <a:lnTo>
                    <a:pt x="5180485" y="279809"/>
                  </a:lnTo>
                  <a:lnTo>
                    <a:pt x="5180579" y="279809"/>
                  </a:lnTo>
                  <a:lnTo>
                    <a:pt x="5180673" y="279809"/>
                  </a:lnTo>
                  <a:lnTo>
                    <a:pt x="5180767" y="279809"/>
                  </a:lnTo>
                  <a:lnTo>
                    <a:pt x="5180861" y="279809"/>
                  </a:lnTo>
                  <a:lnTo>
                    <a:pt x="5180955" y="279809"/>
                  </a:lnTo>
                  <a:lnTo>
                    <a:pt x="5181049" y="279809"/>
                  </a:lnTo>
                  <a:lnTo>
                    <a:pt x="5181143" y="279809"/>
                  </a:lnTo>
                  <a:lnTo>
                    <a:pt x="5181237" y="279809"/>
                  </a:lnTo>
                  <a:lnTo>
                    <a:pt x="5181331" y="279809"/>
                  </a:lnTo>
                  <a:lnTo>
                    <a:pt x="5181425" y="279809"/>
                  </a:lnTo>
                  <a:lnTo>
                    <a:pt x="5181519" y="279809"/>
                  </a:lnTo>
                  <a:lnTo>
                    <a:pt x="5181614" y="279809"/>
                  </a:lnTo>
                  <a:lnTo>
                    <a:pt x="5181708" y="279809"/>
                  </a:lnTo>
                  <a:lnTo>
                    <a:pt x="5181802" y="279809"/>
                  </a:lnTo>
                  <a:lnTo>
                    <a:pt x="5181896" y="279809"/>
                  </a:lnTo>
                  <a:lnTo>
                    <a:pt x="5181990" y="279809"/>
                  </a:lnTo>
                  <a:lnTo>
                    <a:pt x="5182084" y="279809"/>
                  </a:lnTo>
                  <a:lnTo>
                    <a:pt x="5182178" y="279809"/>
                  </a:lnTo>
                  <a:lnTo>
                    <a:pt x="5182272" y="279809"/>
                  </a:lnTo>
                  <a:lnTo>
                    <a:pt x="5182366" y="279809"/>
                  </a:lnTo>
                  <a:lnTo>
                    <a:pt x="5182460" y="279809"/>
                  </a:lnTo>
                  <a:lnTo>
                    <a:pt x="5182554" y="279809"/>
                  </a:lnTo>
                  <a:lnTo>
                    <a:pt x="5182648" y="279809"/>
                  </a:lnTo>
                  <a:lnTo>
                    <a:pt x="5182742" y="279809"/>
                  </a:lnTo>
                  <a:lnTo>
                    <a:pt x="5182836" y="279809"/>
                  </a:lnTo>
                  <a:lnTo>
                    <a:pt x="5182930" y="279809"/>
                  </a:lnTo>
                  <a:lnTo>
                    <a:pt x="5183024" y="279809"/>
                  </a:lnTo>
                  <a:lnTo>
                    <a:pt x="5183118" y="279809"/>
                  </a:lnTo>
                  <a:lnTo>
                    <a:pt x="5183212" y="279809"/>
                  </a:lnTo>
                  <a:lnTo>
                    <a:pt x="5183306" y="279809"/>
                  </a:lnTo>
                  <a:lnTo>
                    <a:pt x="5183400" y="279809"/>
                  </a:lnTo>
                  <a:lnTo>
                    <a:pt x="5183494" y="279809"/>
                  </a:lnTo>
                  <a:lnTo>
                    <a:pt x="5183588" y="279809"/>
                  </a:lnTo>
                  <a:lnTo>
                    <a:pt x="5183682" y="279809"/>
                  </a:lnTo>
                  <a:lnTo>
                    <a:pt x="5183776" y="279809"/>
                  </a:lnTo>
                  <a:lnTo>
                    <a:pt x="5183870" y="279809"/>
                  </a:lnTo>
                  <a:lnTo>
                    <a:pt x="5183964" y="279809"/>
                  </a:lnTo>
                  <a:lnTo>
                    <a:pt x="5184058" y="279809"/>
                  </a:lnTo>
                  <a:lnTo>
                    <a:pt x="5184152" y="279809"/>
                  </a:lnTo>
                  <a:lnTo>
                    <a:pt x="5184246" y="279809"/>
                  </a:lnTo>
                  <a:lnTo>
                    <a:pt x="5184340" y="279809"/>
                  </a:lnTo>
                  <a:lnTo>
                    <a:pt x="5184434" y="279809"/>
                  </a:lnTo>
                  <a:lnTo>
                    <a:pt x="5184528" y="279809"/>
                  </a:lnTo>
                  <a:lnTo>
                    <a:pt x="5184622" y="279809"/>
                  </a:lnTo>
                  <a:lnTo>
                    <a:pt x="5184716" y="279809"/>
                  </a:lnTo>
                  <a:lnTo>
                    <a:pt x="5184810" y="279809"/>
                  </a:lnTo>
                  <a:lnTo>
                    <a:pt x="5184904" y="279809"/>
                  </a:lnTo>
                  <a:lnTo>
                    <a:pt x="5184998" y="279809"/>
                  </a:lnTo>
                  <a:lnTo>
                    <a:pt x="5185092" y="279809"/>
                  </a:lnTo>
                  <a:lnTo>
                    <a:pt x="5185187" y="279809"/>
                  </a:lnTo>
                  <a:lnTo>
                    <a:pt x="5185281" y="279809"/>
                  </a:lnTo>
                  <a:lnTo>
                    <a:pt x="5185375" y="279809"/>
                  </a:lnTo>
                  <a:lnTo>
                    <a:pt x="5185469" y="279809"/>
                  </a:lnTo>
                  <a:lnTo>
                    <a:pt x="5185563" y="279809"/>
                  </a:lnTo>
                  <a:lnTo>
                    <a:pt x="5185657" y="279809"/>
                  </a:lnTo>
                  <a:lnTo>
                    <a:pt x="5185751" y="279809"/>
                  </a:lnTo>
                  <a:lnTo>
                    <a:pt x="5185845" y="279809"/>
                  </a:lnTo>
                  <a:lnTo>
                    <a:pt x="5185939" y="279809"/>
                  </a:lnTo>
                  <a:lnTo>
                    <a:pt x="5186033" y="279809"/>
                  </a:lnTo>
                  <a:lnTo>
                    <a:pt x="5186127" y="279809"/>
                  </a:lnTo>
                  <a:lnTo>
                    <a:pt x="5186221" y="279809"/>
                  </a:lnTo>
                  <a:lnTo>
                    <a:pt x="5186315" y="279809"/>
                  </a:lnTo>
                  <a:lnTo>
                    <a:pt x="5186409" y="279809"/>
                  </a:lnTo>
                  <a:lnTo>
                    <a:pt x="5186503" y="279809"/>
                  </a:lnTo>
                  <a:lnTo>
                    <a:pt x="5186597" y="279809"/>
                  </a:lnTo>
                  <a:lnTo>
                    <a:pt x="5186691" y="279809"/>
                  </a:lnTo>
                  <a:lnTo>
                    <a:pt x="5186785" y="279809"/>
                  </a:lnTo>
                  <a:lnTo>
                    <a:pt x="5186879" y="279809"/>
                  </a:lnTo>
                  <a:lnTo>
                    <a:pt x="5186973" y="279809"/>
                  </a:lnTo>
                  <a:lnTo>
                    <a:pt x="5187067" y="279809"/>
                  </a:lnTo>
                  <a:lnTo>
                    <a:pt x="5187161" y="279809"/>
                  </a:lnTo>
                  <a:lnTo>
                    <a:pt x="5187255" y="279809"/>
                  </a:lnTo>
                  <a:lnTo>
                    <a:pt x="5187349" y="279809"/>
                  </a:lnTo>
                  <a:lnTo>
                    <a:pt x="5187443" y="279809"/>
                  </a:lnTo>
                  <a:lnTo>
                    <a:pt x="5187537" y="279809"/>
                  </a:lnTo>
                  <a:lnTo>
                    <a:pt x="5187631" y="279809"/>
                  </a:lnTo>
                  <a:lnTo>
                    <a:pt x="5187725" y="279809"/>
                  </a:lnTo>
                  <a:lnTo>
                    <a:pt x="5187819" y="279809"/>
                  </a:lnTo>
                  <a:lnTo>
                    <a:pt x="5187913" y="279809"/>
                  </a:lnTo>
                  <a:lnTo>
                    <a:pt x="5188007" y="279809"/>
                  </a:lnTo>
                  <a:lnTo>
                    <a:pt x="5188101" y="279809"/>
                  </a:lnTo>
                  <a:lnTo>
                    <a:pt x="5188195" y="279809"/>
                  </a:lnTo>
                  <a:lnTo>
                    <a:pt x="5188289" y="279809"/>
                  </a:lnTo>
                  <a:lnTo>
                    <a:pt x="5188383" y="279809"/>
                  </a:lnTo>
                  <a:lnTo>
                    <a:pt x="5188477" y="279809"/>
                  </a:lnTo>
                  <a:lnTo>
                    <a:pt x="5188571" y="279809"/>
                  </a:lnTo>
                  <a:lnTo>
                    <a:pt x="5188666" y="279809"/>
                  </a:lnTo>
                  <a:lnTo>
                    <a:pt x="5188760" y="279809"/>
                  </a:lnTo>
                  <a:lnTo>
                    <a:pt x="5188854" y="279809"/>
                  </a:lnTo>
                  <a:lnTo>
                    <a:pt x="5188948" y="279809"/>
                  </a:lnTo>
                  <a:lnTo>
                    <a:pt x="5189042" y="279809"/>
                  </a:lnTo>
                  <a:lnTo>
                    <a:pt x="5189136" y="279809"/>
                  </a:lnTo>
                  <a:lnTo>
                    <a:pt x="5189230" y="279809"/>
                  </a:lnTo>
                  <a:lnTo>
                    <a:pt x="5189324" y="279809"/>
                  </a:lnTo>
                  <a:lnTo>
                    <a:pt x="5189418" y="279809"/>
                  </a:lnTo>
                  <a:lnTo>
                    <a:pt x="5189512" y="279809"/>
                  </a:lnTo>
                  <a:lnTo>
                    <a:pt x="5189606" y="279809"/>
                  </a:lnTo>
                  <a:lnTo>
                    <a:pt x="5189700" y="279809"/>
                  </a:lnTo>
                  <a:lnTo>
                    <a:pt x="5189794" y="279809"/>
                  </a:lnTo>
                  <a:lnTo>
                    <a:pt x="5189888" y="279809"/>
                  </a:lnTo>
                  <a:lnTo>
                    <a:pt x="5189982" y="279809"/>
                  </a:lnTo>
                  <a:lnTo>
                    <a:pt x="5190076" y="279809"/>
                  </a:lnTo>
                  <a:lnTo>
                    <a:pt x="5190170" y="279809"/>
                  </a:lnTo>
                  <a:lnTo>
                    <a:pt x="5190264" y="279809"/>
                  </a:lnTo>
                  <a:lnTo>
                    <a:pt x="5190358" y="279809"/>
                  </a:lnTo>
                  <a:lnTo>
                    <a:pt x="5190452" y="279809"/>
                  </a:lnTo>
                  <a:lnTo>
                    <a:pt x="5190546" y="279809"/>
                  </a:lnTo>
                  <a:lnTo>
                    <a:pt x="5190640" y="279809"/>
                  </a:lnTo>
                  <a:lnTo>
                    <a:pt x="5190734" y="279809"/>
                  </a:lnTo>
                  <a:lnTo>
                    <a:pt x="5190828" y="279809"/>
                  </a:lnTo>
                  <a:lnTo>
                    <a:pt x="5190922" y="279809"/>
                  </a:lnTo>
                  <a:lnTo>
                    <a:pt x="5191016" y="279809"/>
                  </a:lnTo>
                  <a:lnTo>
                    <a:pt x="5191110" y="279809"/>
                  </a:lnTo>
                  <a:lnTo>
                    <a:pt x="5191204" y="279809"/>
                  </a:lnTo>
                  <a:lnTo>
                    <a:pt x="5191298" y="279809"/>
                  </a:lnTo>
                  <a:lnTo>
                    <a:pt x="5191298" y="274529"/>
                  </a:lnTo>
                  <a:lnTo>
                    <a:pt x="5191392" y="274529"/>
                  </a:lnTo>
                  <a:lnTo>
                    <a:pt x="5191486" y="274529"/>
                  </a:lnTo>
                  <a:lnTo>
                    <a:pt x="5191580" y="274529"/>
                  </a:lnTo>
                  <a:lnTo>
                    <a:pt x="5191674" y="274529"/>
                  </a:lnTo>
                  <a:lnTo>
                    <a:pt x="5191768" y="274529"/>
                  </a:lnTo>
                  <a:lnTo>
                    <a:pt x="5191862" y="274529"/>
                  </a:lnTo>
                  <a:lnTo>
                    <a:pt x="5191956" y="274529"/>
                  </a:lnTo>
                  <a:lnTo>
                    <a:pt x="5192050" y="274529"/>
                  </a:lnTo>
                  <a:lnTo>
                    <a:pt x="5192144" y="274529"/>
                  </a:lnTo>
                  <a:lnTo>
                    <a:pt x="5192239" y="274529"/>
                  </a:lnTo>
                  <a:lnTo>
                    <a:pt x="5192333" y="274529"/>
                  </a:lnTo>
                  <a:lnTo>
                    <a:pt x="5192427" y="274529"/>
                  </a:lnTo>
                  <a:lnTo>
                    <a:pt x="5192521" y="274529"/>
                  </a:lnTo>
                  <a:lnTo>
                    <a:pt x="5192615" y="274529"/>
                  </a:lnTo>
                  <a:lnTo>
                    <a:pt x="5192709" y="274529"/>
                  </a:lnTo>
                  <a:lnTo>
                    <a:pt x="5192803" y="274529"/>
                  </a:lnTo>
                  <a:lnTo>
                    <a:pt x="5192897" y="274529"/>
                  </a:lnTo>
                  <a:lnTo>
                    <a:pt x="5192991" y="274529"/>
                  </a:lnTo>
                  <a:lnTo>
                    <a:pt x="5193085" y="274529"/>
                  </a:lnTo>
                  <a:lnTo>
                    <a:pt x="5193179" y="274529"/>
                  </a:lnTo>
                  <a:lnTo>
                    <a:pt x="5193273" y="274529"/>
                  </a:lnTo>
                  <a:lnTo>
                    <a:pt x="5193367" y="274529"/>
                  </a:lnTo>
                  <a:lnTo>
                    <a:pt x="5193461" y="274529"/>
                  </a:lnTo>
                  <a:lnTo>
                    <a:pt x="5193555" y="274529"/>
                  </a:lnTo>
                  <a:lnTo>
                    <a:pt x="5193649" y="274529"/>
                  </a:lnTo>
                  <a:lnTo>
                    <a:pt x="5193743" y="274529"/>
                  </a:lnTo>
                  <a:lnTo>
                    <a:pt x="5193837" y="274529"/>
                  </a:lnTo>
                  <a:lnTo>
                    <a:pt x="5193931" y="274529"/>
                  </a:lnTo>
                  <a:lnTo>
                    <a:pt x="5194025" y="274529"/>
                  </a:lnTo>
                  <a:lnTo>
                    <a:pt x="5194119" y="274529"/>
                  </a:lnTo>
                  <a:lnTo>
                    <a:pt x="5194213" y="274529"/>
                  </a:lnTo>
                  <a:lnTo>
                    <a:pt x="5194307" y="274529"/>
                  </a:lnTo>
                  <a:lnTo>
                    <a:pt x="5194401" y="274529"/>
                  </a:lnTo>
                  <a:lnTo>
                    <a:pt x="5194495" y="274529"/>
                  </a:lnTo>
                  <a:lnTo>
                    <a:pt x="5194589" y="274529"/>
                  </a:lnTo>
                  <a:lnTo>
                    <a:pt x="5194683" y="274529"/>
                  </a:lnTo>
                  <a:lnTo>
                    <a:pt x="5194777" y="274529"/>
                  </a:lnTo>
                  <a:lnTo>
                    <a:pt x="5194871" y="274529"/>
                  </a:lnTo>
                  <a:lnTo>
                    <a:pt x="5194965" y="274529"/>
                  </a:lnTo>
                  <a:lnTo>
                    <a:pt x="5195059" y="274529"/>
                  </a:lnTo>
                  <a:lnTo>
                    <a:pt x="5195153" y="274529"/>
                  </a:lnTo>
                  <a:lnTo>
                    <a:pt x="5195247" y="274529"/>
                  </a:lnTo>
                  <a:lnTo>
                    <a:pt x="5195341" y="274529"/>
                  </a:lnTo>
                  <a:lnTo>
                    <a:pt x="5195435" y="274529"/>
                  </a:lnTo>
                  <a:lnTo>
                    <a:pt x="5195529" y="274529"/>
                  </a:lnTo>
                  <a:lnTo>
                    <a:pt x="5195623" y="274529"/>
                  </a:lnTo>
                  <a:lnTo>
                    <a:pt x="5195717" y="274529"/>
                  </a:lnTo>
                  <a:lnTo>
                    <a:pt x="5195812" y="274529"/>
                  </a:lnTo>
                  <a:lnTo>
                    <a:pt x="5195906" y="274529"/>
                  </a:lnTo>
                  <a:lnTo>
                    <a:pt x="5196000" y="274529"/>
                  </a:lnTo>
                  <a:lnTo>
                    <a:pt x="5196094" y="274529"/>
                  </a:lnTo>
                  <a:lnTo>
                    <a:pt x="5196188" y="274529"/>
                  </a:lnTo>
                  <a:lnTo>
                    <a:pt x="5196282" y="274529"/>
                  </a:lnTo>
                  <a:lnTo>
                    <a:pt x="5196376" y="274529"/>
                  </a:lnTo>
                  <a:lnTo>
                    <a:pt x="5196470" y="274529"/>
                  </a:lnTo>
                  <a:lnTo>
                    <a:pt x="5196564" y="274529"/>
                  </a:lnTo>
                  <a:lnTo>
                    <a:pt x="5196658" y="274529"/>
                  </a:lnTo>
                  <a:lnTo>
                    <a:pt x="5196752" y="274529"/>
                  </a:lnTo>
                  <a:lnTo>
                    <a:pt x="5196846" y="274529"/>
                  </a:lnTo>
                  <a:lnTo>
                    <a:pt x="5196940" y="274529"/>
                  </a:lnTo>
                  <a:lnTo>
                    <a:pt x="5197034" y="274529"/>
                  </a:lnTo>
                  <a:lnTo>
                    <a:pt x="5197128" y="274529"/>
                  </a:lnTo>
                  <a:lnTo>
                    <a:pt x="5197222" y="274529"/>
                  </a:lnTo>
                  <a:lnTo>
                    <a:pt x="5197316" y="274529"/>
                  </a:lnTo>
                  <a:lnTo>
                    <a:pt x="5197410" y="274529"/>
                  </a:lnTo>
                  <a:lnTo>
                    <a:pt x="5197504" y="274529"/>
                  </a:lnTo>
                  <a:lnTo>
                    <a:pt x="5197598" y="274529"/>
                  </a:lnTo>
                  <a:lnTo>
                    <a:pt x="5197692" y="274529"/>
                  </a:lnTo>
                  <a:lnTo>
                    <a:pt x="5197786" y="274529"/>
                  </a:lnTo>
                  <a:lnTo>
                    <a:pt x="5197880" y="274529"/>
                  </a:lnTo>
                  <a:lnTo>
                    <a:pt x="5197974" y="274529"/>
                  </a:lnTo>
                  <a:lnTo>
                    <a:pt x="5198068" y="274529"/>
                  </a:lnTo>
                  <a:lnTo>
                    <a:pt x="5198162" y="274529"/>
                  </a:lnTo>
                  <a:lnTo>
                    <a:pt x="5198256" y="274529"/>
                  </a:lnTo>
                  <a:lnTo>
                    <a:pt x="5198350" y="274529"/>
                  </a:lnTo>
                  <a:lnTo>
                    <a:pt x="5198444" y="274529"/>
                  </a:lnTo>
                  <a:lnTo>
                    <a:pt x="5198538" y="274529"/>
                  </a:lnTo>
                  <a:lnTo>
                    <a:pt x="5198632" y="274529"/>
                  </a:lnTo>
                  <a:lnTo>
                    <a:pt x="5198726" y="274529"/>
                  </a:lnTo>
                  <a:lnTo>
                    <a:pt x="5198820" y="274529"/>
                  </a:lnTo>
                  <a:lnTo>
                    <a:pt x="5198914" y="274529"/>
                  </a:lnTo>
                  <a:lnTo>
                    <a:pt x="5199008" y="274529"/>
                  </a:lnTo>
                  <a:lnTo>
                    <a:pt x="5199102" y="274529"/>
                  </a:lnTo>
                  <a:lnTo>
                    <a:pt x="5199196" y="274529"/>
                  </a:lnTo>
                  <a:lnTo>
                    <a:pt x="5199290" y="274529"/>
                  </a:lnTo>
                  <a:lnTo>
                    <a:pt x="5199385" y="274529"/>
                  </a:lnTo>
                  <a:lnTo>
                    <a:pt x="5199479" y="274529"/>
                  </a:lnTo>
                  <a:lnTo>
                    <a:pt x="5199573" y="274529"/>
                  </a:lnTo>
                  <a:lnTo>
                    <a:pt x="5199667" y="274529"/>
                  </a:lnTo>
                  <a:lnTo>
                    <a:pt x="5199761" y="274529"/>
                  </a:lnTo>
                  <a:lnTo>
                    <a:pt x="5199855" y="274529"/>
                  </a:lnTo>
                  <a:lnTo>
                    <a:pt x="5199949" y="274529"/>
                  </a:lnTo>
                  <a:lnTo>
                    <a:pt x="5200043" y="274529"/>
                  </a:lnTo>
                  <a:lnTo>
                    <a:pt x="5200137" y="274529"/>
                  </a:lnTo>
                  <a:lnTo>
                    <a:pt x="5200231" y="274529"/>
                  </a:lnTo>
                  <a:lnTo>
                    <a:pt x="5200325" y="274529"/>
                  </a:lnTo>
                  <a:lnTo>
                    <a:pt x="5200419" y="274529"/>
                  </a:lnTo>
                  <a:lnTo>
                    <a:pt x="5200513" y="274529"/>
                  </a:lnTo>
                  <a:lnTo>
                    <a:pt x="5200607" y="274529"/>
                  </a:lnTo>
                  <a:lnTo>
                    <a:pt x="5200701" y="274529"/>
                  </a:lnTo>
                  <a:lnTo>
                    <a:pt x="5200795" y="274529"/>
                  </a:lnTo>
                  <a:lnTo>
                    <a:pt x="5200889" y="274529"/>
                  </a:lnTo>
                  <a:lnTo>
                    <a:pt x="5200983" y="274529"/>
                  </a:lnTo>
                  <a:lnTo>
                    <a:pt x="5201077" y="274529"/>
                  </a:lnTo>
                  <a:lnTo>
                    <a:pt x="5201171" y="274529"/>
                  </a:lnTo>
                  <a:lnTo>
                    <a:pt x="5201265" y="274529"/>
                  </a:lnTo>
                  <a:lnTo>
                    <a:pt x="5201359" y="274529"/>
                  </a:lnTo>
                  <a:lnTo>
                    <a:pt x="5201453" y="274529"/>
                  </a:lnTo>
                  <a:lnTo>
                    <a:pt x="5201547" y="274529"/>
                  </a:lnTo>
                  <a:lnTo>
                    <a:pt x="5201641" y="274529"/>
                  </a:lnTo>
                  <a:lnTo>
                    <a:pt x="5201735" y="274529"/>
                  </a:lnTo>
                  <a:lnTo>
                    <a:pt x="5201829" y="274529"/>
                  </a:lnTo>
                  <a:lnTo>
                    <a:pt x="5201923" y="274529"/>
                  </a:lnTo>
                  <a:lnTo>
                    <a:pt x="5202017" y="274529"/>
                  </a:lnTo>
                  <a:lnTo>
                    <a:pt x="5202111" y="274529"/>
                  </a:lnTo>
                  <a:lnTo>
                    <a:pt x="5202205" y="274529"/>
                  </a:lnTo>
                  <a:lnTo>
                    <a:pt x="5202299" y="274529"/>
                  </a:lnTo>
                  <a:lnTo>
                    <a:pt x="5202393" y="274529"/>
                  </a:lnTo>
                  <a:lnTo>
                    <a:pt x="5202487" y="274529"/>
                  </a:lnTo>
                  <a:lnTo>
                    <a:pt x="5202581" y="274529"/>
                  </a:lnTo>
                  <a:lnTo>
                    <a:pt x="5202675" y="274529"/>
                  </a:lnTo>
                  <a:lnTo>
                    <a:pt x="5202769" y="274529"/>
                  </a:lnTo>
                  <a:lnTo>
                    <a:pt x="5202864" y="274529"/>
                  </a:lnTo>
                  <a:lnTo>
                    <a:pt x="5202958" y="274529"/>
                  </a:lnTo>
                  <a:lnTo>
                    <a:pt x="5203052" y="274529"/>
                  </a:lnTo>
                  <a:lnTo>
                    <a:pt x="5203146" y="274529"/>
                  </a:lnTo>
                  <a:lnTo>
                    <a:pt x="5203240" y="274529"/>
                  </a:lnTo>
                  <a:lnTo>
                    <a:pt x="5203334" y="274529"/>
                  </a:lnTo>
                  <a:lnTo>
                    <a:pt x="5203428" y="274529"/>
                  </a:lnTo>
                  <a:lnTo>
                    <a:pt x="5203522" y="274529"/>
                  </a:lnTo>
                  <a:lnTo>
                    <a:pt x="5203616" y="274529"/>
                  </a:lnTo>
                  <a:lnTo>
                    <a:pt x="5203710" y="274529"/>
                  </a:lnTo>
                  <a:lnTo>
                    <a:pt x="5203804" y="274529"/>
                  </a:lnTo>
                  <a:lnTo>
                    <a:pt x="5203898" y="274529"/>
                  </a:lnTo>
                  <a:lnTo>
                    <a:pt x="5203992" y="274529"/>
                  </a:lnTo>
                  <a:lnTo>
                    <a:pt x="5204086" y="274529"/>
                  </a:lnTo>
                  <a:lnTo>
                    <a:pt x="5204180" y="274529"/>
                  </a:lnTo>
                  <a:lnTo>
                    <a:pt x="5204274" y="274529"/>
                  </a:lnTo>
                  <a:lnTo>
                    <a:pt x="5204368" y="274529"/>
                  </a:lnTo>
                  <a:lnTo>
                    <a:pt x="5204462" y="274529"/>
                  </a:lnTo>
                  <a:lnTo>
                    <a:pt x="5204556" y="274529"/>
                  </a:lnTo>
                  <a:lnTo>
                    <a:pt x="5204650" y="274529"/>
                  </a:lnTo>
                  <a:lnTo>
                    <a:pt x="5204744" y="274529"/>
                  </a:lnTo>
                  <a:lnTo>
                    <a:pt x="5204838" y="274529"/>
                  </a:lnTo>
                  <a:lnTo>
                    <a:pt x="5204932" y="274529"/>
                  </a:lnTo>
                  <a:lnTo>
                    <a:pt x="5205026" y="274529"/>
                  </a:lnTo>
                  <a:lnTo>
                    <a:pt x="5205120" y="274529"/>
                  </a:lnTo>
                  <a:lnTo>
                    <a:pt x="5205214" y="274529"/>
                  </a:lnTo>
                  <a:lnTo>
                    <a:pt x="5205308" y="274529"/>
                  </a:lnTo>
                  <a:lnTo>
                    <a:pt x="5205402" y="274529"/>
                  </a:lnTo>
                  <a:lnTo>
                    <a:pt x="5205496" y="274529"/>
                  </a:lnTo>
                  <a:lnTo>
                    <a:pt x="5205590" y="274529"/>
                  </a:lnTo>
                  <a:lnTo>
                    <a:pt x="5205684" y="274529"/>
                  </a:lnTo>
                  <a:lnTo>
                    <a:pt x="5205778" y="274529"/>
                  </a:lnTo>
                  <a:lnTo>
                    <a:pt x="5205872" y="274529"/>
                  </a:lnTo>
                  <a:lnTo>
                    <a:pt x="5205966" y="274529"/>
                  </a:lnTo>
                  <a:lnTo>
                    <a:pt x="5206060" y="274529"/>
                  </a:lnTo>
                  <a:lnTo>
                    <a:pt x="5206154" y="274529"/>
                  </a:lnTo>
                  <a:lnTo>
                    <a:pt x="5206248" y="274529"/>
                  </a:lnTo>
                  <a:lnTo>
                    <a:pt x="5206342" y="274529"/>
                  </a:lnTo>
                  <a:lnTo>
                    <a:pt x="5206437" y="274529"/>
                  </a:lnTo>
                  <a:lnTo>
                    <a:pt x="5206531" y="274529"/>
                  </a:lnTo>
                  <a:lnTo>
                    <a:pt x="5206625" y="274529"/>
                  </a:lnTo>
                  <a:lnTo>
                    <a:pt x="5206719" y="274529"/>
                  </a:lnTo>
                  <a:lnTo>
                    <a:pt x="5206813" y="274529"/>
                  </a:lnTo>
                  <a:lnTo>
                    <a:pt x="5206907" y="274529"/>
                  </a:lnTo>
                  <a:lnTo>
                    <a:pt x="5207001" y="274529"/>
                  </a:lnTo>
                  <a:lnTo>
                    <a:pt x="5207095" y="274529"/>
                  </a:lnTo>
                  <a:lnTo>
                    <a:pt x="5207189" y="274529"/>
                  </a:lnTo>
                  <a:lnTo>
                    <a:pt x="5207283" y="274529"/>
                  </a:lnTo>
                  <a:lnTo>
                    <a:pt x="5207377" y="274529"/>
                  </a:lnTo>
                  <a:lnTo>
                    <a:pt x="5207471" y="274529"/>
                  </a:lnTo>
                  <a:lnTo>
                    <a:pt x="5207565" y="274529"/>
                  </a:lnTo>
                  <a:lnTo>
                    <a:pt x="5207659" y="274529"/>
                  </a:lnTo>
                  <a:lnTo>
                    <a:pt x="5207753" y="274529"/>
                  </a:lnTo>
                  <a:lnTo>
                    <a:pt x="5207847" y="274529"/>
                  </a:lnTo>
                  <a:lnTo>
                    <a:pt x="5207941" y="274529"/>
                  </a:lnTo>
                  <a:lnTo>
                    <a:pt x="5208035" y="274529"/>
                  </a:lnTo>
                  <a:lnTo>
                    <a:pt x="5208129" y="274529"/>
                  </a:lnTo>
                  <a:lnTo>
                    <a:pt x="5208223" y="274529"/>
                  </a:lnTo>
                  <a:lnTo>
                    <a:pt x="5208317" y="274529"/>
                  </a:lnTo>
                  <a:lnTo>
                    <a:pt x="5208411" y="274529"/>
                  </a:lnTo>
                  <a:lnTo>
                    <a:pt x="5208505" y="274529"/>
                  </a:lnTo>
                  <a:lnTo>
                    <a:pt x="5208599" y="274529"/>
                  </a:lnTo>
                  <a:lnTo>
                    <a:pt x="5208693" y="274529"/>
                  </a:lnTo>
                  <a:lnTo>
                    <a:pt x="5208787" y="274529"/>
                  </a:lnTo>
                  <a:lnTo>
                    <a:pt x="5208881" y="274529"/>
                  </a:lnTo>
                  <a:lnTo>
                    <a:pt x="5208975" y="274529"/>
                  </a:lnTo>
                  <a:lnTo>
                    <a:pt x="5209069" y="274529"/>
                  </a:lnTo>
                  <a:lnTo>
                    <a:pt x="5209163" y="274529"/>
                  </a:lnTo>
                  <a:lnTo>
                    <a:pt x="5209257" y="274529"/>
                  </a:lnTo>
                  <a:lnTo>
                    <a:pt x="5209351" y="274529"/>
                  </a:lnTo>
                  <a:lnTo>
                    <a:pt x="5209445" y="274529"/>
                  </a:lnTo>
                  <a:lnTo>
                    <a:pt x="5209539" y="274529"/>
                  </a:lnTo>
                  <a:lnTo>
                    <a:pt x="5209633" y="274529"/>
                  </a:lnTo>
                  <a:lnTo>
                    <a:pt x="5209727" y="274529"/>
                  </a:lnTo>
                  <a:lnTo>
                    <a:pt x="5209821" y="274529"/>
                  </a:lnTo>
                  <a:lnTo>
                    <a:pt x="5209915" y="274529"/>
                  </a:lnTo>
                  <a:lnTo>
                    <a:pt x="5210010" y="274529"/>
                  </a:lnTo>
                  <a:lnTo>
                    <a:pt x="5210104" y="274529"/>
                  </a:lnTo>
                  <a:lnTo>
                    <a:pt x="5210198" y="274529"/>
                  </a:lnTo>
                  <a:lnTo>
                    <a:pt x="5210292" y="274529"/>
                  </a:lnTo>
                  <a:lnTo>
                    <a:pt x="5210386" y="274529"/>
                  </a:lnTo>
                  <a:lnTo>
                    <a:pt x="5210480" y="274529"/>
                  </a:lnTo>
                  <a:lnTo>
                    <a:pt x="5210480" y="269250"/>
                  </a:lnTo>
                  <a:lnTo>
                    <a:pt x="5210574" y="269250"/>
                  </a:lnTo>
                  <a:lnTo>
                    <a:pt x="5210668" y="269250"/>
                  </a:lnTo>
                  <a:lnTo>
                    <a:pt x="5210762" y="269250"/>
                  </a:lnTo>
                  <a:lnTo>
                    <a:pt x="5210856" y="269250"/>
                  </a:lnTo>
                  <a:lnTo>
                    <a:pt x="5210950" y="269250"/>
                  </a:lnTo>
                  <a:lnTo>
                    <a:pt x="5211044" y="269250"/>
                  </a:lnTo>
                  <a:lnTo>
                    <a:pt x="5211138" y="269250"/>
                  </a:lnTo>
                  <a:lnTo>
                    <a:pt x="5211232" y="269250"/>
                  </a:lnTo>
                  <a:lnTo>
                    <a:pt x="5211326" y="269250"/>
                  </a:lnTo>
                  <a:lnTo>
                    <a:pt x="5211420" y="269250"/>
                  </a:lnTo>
                  <a:lnTo>
                    <a:pt x="5211514" y="269250"/>
                  </a:lnTo>
                  <a:lnTo>
                    <a:pt x="5211608" y="269250"/>
                  </a:lnTo>
                  <a:lnTo>
                    <a:pt x="5211702" y="269250"/>
                  </a:lnTo>
                  <a:lnTo>
                    <a:pt x="5211796" y="269250"/>
                  </a:lnTo>
                  <a:lnTo>
                    <a:pt x="5211890" y="269250"/>
                  </a:lnTo>
                  <a:lnTo>
                    <a:pt x="5211984" y="269250"/>
                  </a:lnTo>
                  <a:lnTo>
                    <a:pt x="5212078" y="269250"/>
                  </a:lnTo>
                  <a:lnTo>
                    <a:pt x="5212172" y="269250"/>
                  </a:lnTo>
                  <a:lnTo>
                    <a:pt x="5212266" y="269250"/>
                  </a:lnTo>
                  <a:lnTo>
                    <a:pt x="5212360" y="269250"/>
                  </a:lnTo>
                  <a:lnTo>
                    <a:pt x="5212454" y="269250"/>
                  </a:lnTo>
                  <a:lnTo>
                    <a:pt x="5212548" y="269250"/>
                  </a:lnTo>
                  <a:lnTo>
                    <a:pt x="5212642" y="269250"/>
                  </a:lnTo>
                  <a:lnTo>
                    <a:pt x="5212736" y="269250"/>
                  </a:lnTo>
                  <a:lnTo>
                    <a:pt x="5212830" y="269250"/>
                  </a:lnTo>
                  <a:lnTo>
                    <a:pt x="5212924" y="269250"/>
                  </a:lnTo>
                  <a:lnTo>
                    <a:pt x="5213018" y="269250"/>
                  </a:lnTo>
                  <a:lnTo>
                    <a:pt x="5213112" y="269250"/>
                  </a:lnTo>
                  <a:lnTo>
                    <a:pt x="5213206" y="269250"/>
                  </a:lnTo>
                  <a:lnTo>
                    <a:pt x="5213300" y="269250"/>
                  </a:lnTo>
                  <a:lnTo>
                    <a:pt x="5213394" y="269250"/>
                  </a:lnTo>
                  <a:lnTo>
                    <a:pt x="5213489" y="269250"/>
                  </a:lnTo>
                  <a:lnTo>
                    <a:pt x="5213583" y="269250"/>
                  </a:lnTo>
                  <a:lnTo>
                    <a:pt x="5213677" y="269250"/>
                  </a:lnTo>
                  <a:lnTo>
                    <a:pt x="5213771" y="269250"/>
                  </a:lnTo>
                  <a:lnTo>
                    <a:pt x="5213865" y="269250"/>
                  </a:lnTo>
                  <a:lnTo>
                    <a:pt x="5213959" y="269250"/>
                  </a:lnTo>
                  <a:lnTo>
                    <a:pt x="5214053" y="269250"/>
                  </a:lnTo>
                  <a:lnTo>
                    <a:pt x="5214147" y="269250"/>
                  </a:lnTo>
                  <a:lnTo>
                    <a:pt x="5214241" y="269250"/>
                  </a:lnTo>
                  <a:lnTo>
                    <a:pt x="5214335" y="269250"/>
                  </a:lnTo>
                  <a:lnTo>
                    <a:pt x="5214429" y="269250"/>
                  </a:lnTo>
                  <a:lnTo>
                    <a:pt x="5214523" y="269250"/>
                  </a:lnTo>
                  <a:lnTo>
                    <a:pt x="5214617" y="269250"/>
                  </a:lnTo>
                  <a:lnTo>
                    <a:pt x="5214711" y="269250"/>
                  </a:lnTo>
                  <a:lnTo>
                    <a:pt x="5214805" y="269250"/>
                  </a:lnTo>
                  <a:lnTo>
                    <a:pt x="5214899" y="269250"/>
                  </a:lnTo>
                  <a:lnTo>
                    <a:pt x="5214993" y="269250"/>
                  </a:lnTo>
                  <a:lnTo>
                    <a:pt x="5215087" y="269250"/>
                  </a:lnTo>
                  <a:lnTo>
                    <a:pt x="5215181" y="269250"/>
                  </a:lnTo>
                  <a:lnTo>
                    <a:pt x="5215275" y="269250"/>
                  </a:lnTo>
                  <a:lnTo>
                    <a:pt x="5215369" y="269250"/>
                  </a:lnTo>
                  <a:lnTo>
                    <a:pt x="5215463" y="269250"/>
                  </a:lnTo>
                  <a:lnTo>
                    <a:pt x="5215557" y="269250"/>
                  </a:lnTo>
                  <a:lnTo>
                    <a:pt x="5215651" y="269250"/>
                  </a:lnTo>
                  <a:lnTo>
                    <a:pt x="5215745" y="269250"/>
                  </a:lnTo>
                  <a:lnTo>
                    <a:pt x="5215839" y="269250"/>
                  </a:lnTo>
                  <a:lnTo>
                    <a:pt x="5215933" y="269250"/>
                  </a:lnTo>
                  <a:lnTo>
                    <a:pt x="5216027" y="269250"/>
                  </a:lnTo>
                  <a:lnTo>
                    <a:pt x="5216121" y="269250"/>
                  </a:lnTo>
                  <a:lnTo>
                    <a:pt x="5216215" y="269250"/>
                  </a:lnTo>
                  <a:lnTo>
                    <a:pt x="5216309" y="269250"/>
                  </a:lnTo>
                  <a:lnTo>
                    <a:pt x="5216403" y="269250"/>
                  </a:lnTo>
                  <a:lnTo>
                    <a:pt x="5216497" y="269250"/>
                  </a:lnTo>
                  <a:lnTo>
                    <a:pt x="5216591" y="269250"/>
                  </a:lnTo>
                  <a:lnTo>
                    <a:pt x="5216685" y="269250"/>
                  </a:lnTo>
                  <a:lnTo>
                    <a:pt x="5216779" y="269250"/>
                  </a:lnTo>
                  <a:lnTo>
                    <a:pt x="5216873" y="269250"/>
                  </a:lnTo>
                  <a:lnTo>
                    <a:pt x="5216967" y="269250"/>
                  </a:lnTo>
                  <a:lnTo>
                    <a:pt x="5217062" y="269250"/>
                  </a:lnTo>
                  <a:lnTo>
                    <a:pt x="5217156" y="269250"/>
                  </a:lnTo>
                  <a:lnTo>
                    <a:pt x="5217250" y="269250"/>
                  </a:lnTo>
                  <a:lnTo>
                    <a:pt x="5217344" y="269250"/>
                  </a:lnTo>
                  <a:lnTo>
                    <a:pt x="5217438" y="269250"/>
                  </a:lnTo>
                  <a:lnTo>
                    <a:pt x="5217532" y="269250"/>
                  </a:lnTo>
                  <a:lnTo>
                    <a:pt x="5217626" y="269250"/>
                  </a:lnTo>
                  <a:lnTo>
                    <a:pt x="5217720" y="269250"/>
                  </a:lnTo>
                  <a:lnTo>
                    <a:pt x="5217814" y="269250"/>
                  </a:lnTo>
                  <a:lnTo>
                    <a:pt x="5217908" y="269250"/>
                  </a:lnTo>
                  <a:lnTo>
                    <a:pt x="5218002" y="269250"/>
                  </a:lnTo>
                  <a:lnTo>
                    <a:pt x="5218096" y="269250"/>
                  </a:lnTo>
                  <a:lnTo>
                    <a:pt x="5218190" y="269250"/>
                  </a:lnTo>
                  <a:lnTo>
                    <a:pt x="5218284" y="269250"/>
                  </a:lnTo>
                  <a:lnTo>
                    <a:pt x="5218378" y="269250"/>
                  </a:lnTo>
                  <a:lnTo>
                    <a:pt x="5218472" y="269250"/>
                  </a:lnTo>
                  <a:lnTo>
                    <a:pt x="5218566" y="269250"/>
                  </a:lnTo>
                  <a:lnTo>
                    <a:pt x="5218660" y="269250"/>
                  </a:lnTo>
                  <a:lnTo>
                    <a:pt x="5218754" y="269250"/>
                  </a:lnTo>
                  <a:lnTo>
                    <a:pt x="5218848" y="269250"/>
                  </a:lnTo>
                  <a:lnTo>
                    <a:pt x="5218942" y="269250"/>
                  </a:lnTo>
                  <a:lnTo>
                    <a:pt x="5219036" y="269250"/>
                  </a:lnTo>
                  <a:lnTo>
                    <a:pt x="5219130" y="269250"/>
                  </a:lnTo>
                  <a:lnTo>
                    <a:pt x="5219224" y="269250"/>
                  </a:lnTo>
                  <a:lnTo>
                    <a:pt x="5219318" y="269250"/>
                  </a:lnTo>
                  <a:lnTo>
                    <a:pt x="5219412" y="269250"/>
                  </a:lnTo>
                  <a:lnTo>
                    <a:pt x="5219506" y="269250"/>
                  </a:lnTo>
                  <a:lnTo>
                    <a:pt x="5219600" y="269250"/>
                  </a:lnTo>
                  <a:lnTo>
                    <a:pt x="5219694" y="269250"/>
                  </a:lnTo>
                  <a:lnTo>
                    <a:pt x="5219788" y="269250"/>
                  </a:lnTo>
                  <a:lnTo>
                    <a:pt x="5219882" y="269250"/>
                  </a:lnTo>
                  <a:lnTo>
                    <a:pt x="5219976" y="269250"/>
                  </a:lnTo>
                  <a:lnTo>
                    <a:pt x="5220070" y="269250"/>
                  </a:lnTo>
                  <a:lnTo>
                    <a:pt x="5220164" y="269250"/>
                  </a:lnTo>
                  <a:lnTo>
                    <a:pt x="5220258" y="269250"/>
                  </a:lnTo>
                  <a:lnTo>
                    <a:pt x="5220352" y="269250"/>
                  </a:lnTo>
                  <a:lnTo>
                    <a:pt x="5220446" y="269250"/>
                  </a:lnTo>
                  <a:lnTo>
                    <a:pt x="5220540" y="269250"/>
                  </a:lnTo>
                  <a:lnTo>
                    <a:pt x="5220635" y="269250"/>
                  </a:lnTo>
                  <a:lnTo>
                    <a:pt x="5220729" y="269250"/>
                  </a:lnTo>
                  <a:lnTo>
                    <a:pt x="5220823" y="269250"/>
                  </a:lnTo>
                  <a:lnTo>
                    <a:pt x="5220917" y="269250"/>
                  </a:lnTo>
                  <a:lnTo>
                    <a:pt x="5221011" y="269250"/>
                  </a:lnTo>
                  <a:lnTo>
                    <a:pt x="5221105" y="269250"/>
                  </a:lnTo>
                  <a:lnTo>
                    <a:pt x="5221199" y="269250"/>
                  </a:lnTo>
                  <a:lnTo>
                    <a:pt x="5221293" y="269250"/>
                  </a:lnTo>
                  <a:lnTo>
                    <a:pt x="5221387" y="269250"/>
                  </a:lnTo>
                  <a:lnTo>
                    <a:pt x="5221481" y="269250"/>
                  </a:lnTo>
                  <a:lnTo>
                    <a:pt x="5221575" y="269250"/>
                  </a:lnTo>
                  <a:lnTo>
                    <a:pt x="5221669" y="269250"/>
                  </a:lnTo>
                  <a:lnTo>
                    <a:pt x="5221763" y="269250"/>
                  </a:lnTo>
                  <a:lnTo>
                    <a:pt x="5221857" y="269250"/>
                  </a:lnTo>
                  <a:lnTo>
                    <a:pt x="5221951" y="269250"/>
                  </a:lnTo>
                  <a:lnTo>
                    <a:pt x="5222045" y="269250"/>
                  </a:lnTo>
                  <a:lnTo>
                    <a:pt x="5222139" y="269250"/>
                  </a:lnTo>
                  <a:lnTo>
                    <a:pt x="5222233" y="269250"/>
                  </a:lnTo>
                  <a:lnTo>
                    <a:pt x="5222327" y="269250"/>
                  </a:lnTo>
                  <a:lnTo>
                    <a:pt x="5222421" y="269250"/>
                  </a:lnTo>
                  <a:lnTo>
                    <a:pt x="5222515" y="269250"/>
                  </a:lnTo>
                  <a:lnTo>
                    <a:pt x="5222609" y="269250"/>
                  </a:lnTo>
                  <a:lnTo>
                    <a:pt x="5222703" y="269250"/>
                  </a:lnTo>
                  <a:lnTo>
                    <a:pt x="5222797" y="269250"/>
                  </a:lnTo>
                  <a:lnTo>
                    <a:pt x="5222891" y="269250"/>
                  </a:lnTo>
                  <a:lnTo>
                    <a:pt x="5222985" y="269250"/>
                  </a:lnTo>
                  <a:lnTo>
                    <a:pt x="5223079" y="269250"/>
                  </a:lnTo>
                  <a:lnTo>
                    <a:pt x="5223173" y="269250"/>
                  </a:lnTo>
                  <a:lnTo>
                    <a:pt x="5223267" y="269250"/>
                  </a:lnTo>
                  <a:lnTo>
                    <a:pt x="5223361" y="269250"/>
                  </a:lnTo>
                  <a:lnTo>
                    <a:pt x="5223455" y="269250"/>
                  </a:lnTo>
                  <a:lnTo>
                    <a:pt x="5223549" y="269250"/>
                  </a:lnTo>
                  <a:lnTo>
                    <a:pt x="5223643" y="269250"/>
                  </a:lnTo>
                  <a:lnTo>
                    <a:pt x="5223737" y="269250"/>
                  </a:lnTo>
                  <a:lnTo>
                    <a:pt x="5223831" y="269250"/>
                  </a:lnTo>
                  <a:lnTo>
                    <a:pt x="5223925" y="269250"/>
                  </a:lnTo>
                  <a:lnTo>
                    <a:pt x="5224019" y="269250"/>
                  </a:lnTo>
                  <a:lnTo>
                    <a:pt x="5224114" y="269250"/>
                  </a:lnTo>
                  <a:lnTo>
                    <a:pt x="5224208" y="269250"/>
                  </a:lnTo>
                  <a:lnTo>
                    <a:pt x="5224302" y="269250"/>
                  </a:lnTo>
                  <a:lnTo>
                    <a:pt x="5224396" y="269250"/>
                  </a:lnTo>
                  <a:lnTo>
                    <a:pt x="5224490" y="269250"/>
                  </a:lnTo>
                  <a:lnTo>
                    <a:pt x="5224584" y="269250"/>
                  </a:lnTo>
                  <a:lnTo>
                    <a:pt x="5224678" y="269250"/>
                  </a:lnTo>
                  <a:lnTo>
                    <a:pt x="5224772" y="269250"/>
                  </a:lnTo>
                  <a:lnTo>
                    <a:pt x="5224866" y="269250"/>
                  </a:lnTo>
                  <a:lnTo>
                    <a:pt x="5224960" y="269250"/>
                  </a:lnTo>
                  <a:lnTo>
                    <a:pt x="5225054" y="269250"/>
                  </a:lnTo>
                  <a:lnTo>
                    <a:pt x="5225148" y="269250"/>
                  </a:lnTo>
                  <a:lnTo>
                    <a:pt x="5225242" y="269250"/>
                  </a:lnTo>
                  <a:lnTo>
                    <a:pt x="5225336" y="269250"/>
                  </a:lnTo>
                  <a:lnTo>
                    <a:pt x="5225430" y="269250"/>
                  </a:lnTo>
                  <a:lnTo>
                    <a:pt x="5225524" y="269250"/>
                  </a:lnTo>
                  <a:lnTo>
                    <a:pt x="5225618" y="269250"/>
                  </a:lnTo>
                  <a:lnTo>
                    <a:pt x="5225712" y="269250"/>
                  </a:lnTo>
                  <a:lnTo>
                    <a:pt x="5225806" y="269250"/>
                  </a:lnTo>
                  <a:lnTo>
                    <a:pt x="5225900" y="269250"/>
                  </a:lnTo>
                  <a:lnTo>
                    <a:pt x="5225994" y="269250"/>
                  </a:lnTo>
                  <a:lnTo>
                    <a:pt x="5226088" y="269250"/>
                  </a:lnTo>
                  <a:lnTo>
                    <a:pt x="5226182" y="269250"/>
                  </a:lnTo>
                  <a:lnTo>
                    <a:pt x="5226276" y="269250"/>
                  </a:lnTo>
                  <a:lnTo>
                    <a:pt x="5226370" y="269250"/>
                  </a:lnTo>
                  <a:lnTo>
                    <a:pt x="5226464" y="269250"/>
                  </a:lnTo>
                  <a:lnTo>
                    <a:pt x="5226558" y="269250"/>
                  </a:lnTo>
                  <a:lnTo>
                    <a:pt x="5226652" y="269250"/>
                  </a:lnTo>
                  <a:lnTo>
                    <a:pt x="5226746" y="269250"/>
                  </a:lnTo>
                  <a:lnTo>
                    <a:pt x="5226840" y="269250"/>
                  </a:lnTo>
                  <a:lnTo>
                    <a:pt x="5226934" y="269250"/>
                  </a:lnTo>
                  <a:lnTo>
                    <a:pt x="5227028" y="269250"/>
                  </a:lnTo>
                  <a:lnTo>
                    <a:pt x="5227122" y="269250"/>
                  </a:lnTo>
                  <a:lnTo>
                    <a:pt x="5227216" y="269250"/>
                  </a:lnTo>
                  <a:lnTo>
                    <a:pt x="5227310" y="269250"/>
                  </a:lnTo>
                  <a:lnTo>
                    <a:pt x="5227404" y="269250"/>
                  </a:lnTo>
                  <a:lnTo>
                    <a:pt x="5227498" y="269250"/>
                  </a:lnTo>
                  <a:lnTo>
                    <a:pt x="5227592" y="269250"/>
                  </a:lnTo>
                  <a:lnTo>
                    <a:pt x="5227687" y="269250"/>
                  </a:lnTo>
                  <a:lnTo>
                    <a:pt x="5227781" y="269250"/>
                  </a:lnTo>
                  <a:lnTo>
                    <a:pt x="5227875" y="269250"/>
                  </a:lnTo>
                  <a:lnTo>
                    <a:pt x="5227969" y="269250"/>
                  </a:lnTo>
                  <a:lnTo>
                    <a:pt x="5228063" y="269250"/>
                  </a:lnTo>
                  <a:lnTo>
                    <a:pt x="5228157" y="269250"/>
                  </a:lnTo>
                  <a:lnTo>
                    <a:pt x="5228251" y="269250"/>
                  </a:lnTo>
                  <a:lnTo>
                    <a:pt x="5228345" y="269250"/>
                  </a:lnTo>
                  <a:lnTo>
                    <a:pt x="5228439" y="269250"/>
                  </a:lnTo>
                  <a:lnTo>
                    <a:pt x="5228533" y="269250"/>
                  </a:lnTo>
                  <a:lnTo>
                    <a:pt x="5228627" y="269250"/>
                  </a:lnTo>
                  <a:lnTo>
                    <a:pt x="5228721" y="269250"/>
                  </a:lnTo>
                  <a:lnTo>
                    <a:pt x="5228815" y="269250"/>
                  </a:lnTo>
                  <a:lnTo>
                    <a:pt x="5228909" y="269250"/>
                  </a:lnTo>
                  <a:lnTo>
                    <a:pt x="5229003" y="269250"/>
                  </a:lnTo>
                  <a:lnTo>
                    <a:pt x="5229097" y="269250"/>
                  </a:lnTo>
                  <a:lnTo>
                    <a:pt x="5229191" y="269250"/>
                  </a:lnTo>
                  <a:lnTo>
                    <a:pt x="5229285" y="269250"/>
                  </a:lnTo>
                  <a:lnTo>
                    <a:pt x="5229379" y="269250"/>
                  </a:lnTo>
                  <a:lnTo>
                    <a:pt x="5229473" y="269250"/>
                  </a:lnTo>
                  <a:lnTo>
                    <a:pt x="5229567" y="269250"/>
                  </a:lnTo>
                  <a:lnTo>
                    <a:pt x="5229661" y="269250"/>
                  </a:lnTo>
                  <a:lnTo>
                    <a:pt x="5229755" y="269250"/>
                  </a:lnTo>
                  <a:lnTo>
                    <a:pt x="5229849" y="269250"/>
                  </a:lnTo>
                  <a:lnTo>
                    <a:pt x="5229943" y="269250"/>
                  </a:lnTo>
                  <a:lnTo>
                    <a:pt x="5230037" y="269250"/>
                  </a:lnTo>
                  <a:lnTo>
                    <a:pt x="5230131" y="269250"/>
                  </a:lnTo>
                  <a:lnTo>
                    <a:pt x="5230225" y="269250"/>
                  </a:lnTo>
                  <a:lnTo>
                    <a:pt x="5230319" y="269250"/>
                  </a:lnTo>
                  <a:lnTo>
                    <a:pt x="5230413" y="269250"/>
                  </a:lnTo>
                  <a:lnTo>
                    <a:pt x="5230507" y="269250"/>
                  </a:lnTo>
                  <a:lnTo>
                    <a:pt x="5230601" y="269250"/>
                  </a:lnTo>
                  <a:lnTo>
                    <a:pt x="5230695" y="269250"/>
                  </a:lnTo>
                  <a:lnTo>
                    <a:pt x="5230789" y="269250"/>
                  </a:lnTo>
                  <a:lnTo>
                    <a:pt x="5230883" y="269250"/>
                  </a:lnTo>
                  <a:lnTo>
                    <a:pt x="5230977" y="269250"/>
                  </a:lnTo>
                  <a:lnTo>
                    <a:pt x="5231071" y="269250"/>
                  </a:lnTo>
                  <a:lnTo>
                    <a:pt x="5231165" y="269250"/>
                  </a:lnTo>
                  <a:lnTo>
                    <a:pt x="5231260" y="269250"/>
                  </a:lnTo>
                  <a:lnTo>
                    <a:pt x="5231354" y="269250"/>
                  </a:lnTo>
                  <a:lnTo>
                    <a:pt x="5231448" y="269250"/>
                  </a:lnTo>
                  <a:lnTo>
                    <a:pt x="5231542" y="269250"/>
                  </a:lnTo>
                  <a:lnTo>
                    <a:pt x="5231636" y="269250"/>
                  </a:lnTo>
                  <a:lnTo>
                    <a:pt x="5231730" y="269250"/>
                  </a:lnTo>
                  <a:lnTo>
                    <a:pt x="5231824" y="269250"/>
                  </a:lnTo>
                  <a:lnTo>
                    <a:pt x="5231918" y="269250"/>
                  </a:lnTo>
                  <a:lnTo>
                    <a:pt x="5232012" y="269250"/>
                  </a:lnTo>
                  <a:lnTo>
                    <a:pt x="5232106" y="269250"/>
                  </a:lnTo>
                  <a:lnTo>
                    <a:pt x="5232200" y="269250"/>
                  </a:lnTo>
                  <a:lnTo>
                    <a:pt x="5232294" y="269250"/>
                  </a:lnTo>
                  <a:lnTo>
                    <a:pt x="5232388" y="269250"/>
                  </a:lnTo>
                  <a:lnTo>
                    <a:pt x="5232482" y="269250"/>
                  </a:lnTo>
                  <a:lnTo>
                    <a:pt x="5232576" y="269250"/>
                  </a:lnTo>
                  <a:lnTo>
                    <a:pt x="5232670" y="269250"/>
                  </a:lnTo>
                  <a:lnTo>
                    <a:pt x="5232764" y="269250"/>
                  </a:lnTo>
                  <a:lnTo>
                    <a:pt x="5232858" y="269250"/>
                  </a:lnTo>
                  <a:lnTo>
                    <a:pt x="5232952" y="269250"/>
                  </a:lnTo>
                  <a:lnTo>
                    <a:pt x="5233046" y="269250"/>
                  </a:lnTo>
                  <a:lnTo>
                    <a:pt x="5233140" y="269250"/>
                  </a:lnTo>
                  <a:lnTo>
                    <a:pt x="5233234" y="269250"/>
                  </a:lnTo>
                  <a:lnTo>
                    <a:pt x="5233328" y="269250"/>
                  </a:lnTo>
                  <a:lnTo>
                    <a:pt x="5233422" y="269250"/>
                  </a:lnTo>
                  <a:lnTo>
                    <a:pt x="5233516" y="269250"/>
                  </a:lnTo>
                  <a:lnTo>
                    <a:pt x="5233610" y="269250"/>
                  </a:lnTo>
                  <a:lnTo>
                    <a:pt x="5233704" y="269250"/>
                  </a:lnTo>
                  <a:lnTo>
                    <a:pt x="5233798" y="269250"/>
                  </a:lnTo>
                  <a:lnTo>
                    <a:pt x="5233892" y="269250"/>
                  </a:lnTo>
                  <a:lnTo>
                    <a:pt x="5233986" y="269250"/>
                  </a:lnTo>
                  <a:lnTo>
                    <a:pt x="5234080" y="269250"/>
                  </a:lnTo>
                  <a:lnTo>
                    <a:pt x="5234174" y="269250"/>
                  </a:lnTo>
                  <a:lnTo>
                    <a:pt x="5234268" y="269250"/>
                  </a:lnTo>
                  <a:lnTo>
                    <a:pt x="5234362" y="269250"/>
                  </a:lnTo>
                  <a:lnTo>
                    <a:pt x="5234456" y="269250"/>
                  </a:lnTo>
                  <a:lnTo>
                    <a:pt x="5234550" y="269250"/>
                  </a:lnTo>
                  <a:lnTo>
                    <a:pt x="5234644" y="269250"/>
                  </a:lnTo>
                  <a:lnTo>
                    <a:pt x="5234739" y="269250"/>
                  </a:lnTo>
                  <a:lnTo>
                    <a:pt x="5234833" y="269250"/>
                  </a:lnTo>
                  <a:lnTo>
                    <a:pt x="5234927" y="269250"/>
                  </a:lnTo>
                  <a:lnTo>
                    <a:pt x="5235021" y="269250"/>
                  </a:lnTo>
                  <a:lnTo>
                    <a:pt x="5235115" y="269250"/>
                  </a:lnTo>
                  <a:lnTo>
                    <a:pt x="5235209" y="269250"/>
                  </a:lnTo>
                  <a:lnTo>
                    <a:pt x="5235303" y="269250"/>
                  </a:lnTo>
                  <a:lnTo>
                    <a:pt x="5235397" y="269250"/>
                  </a:lnTo>
                  <a:lnTo>
                    <a:pt x="5235491" y="269250"/>
                  </a:lnTo>
                  <a:lnTo>
                    <a:pt x="5235585" y="269250"/>
                  </a:lnTo>
                  <a:lnTo>
                    <a:pt x="5235679" y="269250"/>
                  </a:lnTo>
                  <a:lnTo>
                    <a:pt x="5235773" y="269250"/>
                  </a:lnTo>
                  <a:lnTo>
                    <a:pt x="5235867" y="269250"/>
                  </a:lnTo>
                  <a:lnTo>
                    <a:pt x="5235961" y="269250"/>
                  </a:lnTo>
                  <a:lnTo>
                    <a:pt x="5236055" y="269250"/>
                  </a:lnTo>
                  <a:lnTo>
                    <a:pt x="5236149" y="269250"/>
                  </a:lnTo>
                  <a:lnTo>
                    <a:pt x="5236243" y="269250"/>
                  </a:lnTo>
                  <a:lnTo>
                    <a:pt x="5236337" y="269250"/>
                  </a:lnTo>
                  <a:lnTo>
                    <a:pt x="5236431" y="269250"/>
                  </a:lnTo>
                  <a:lnTo>
                    <a:pt x="5236525" y="269250"/>
                  </a:lnTo>
                  <a:lnTo>
                    <a:pt x="5236619" y="269250"/>
                  </a:lnTo>
                  <a:lnTo>
                    <a:pt x="5236713" y="269250"/>
                  </a:lnTo>
                  <a:lnTo>
                    <a:pt x="5236807" y="269250"/>
                  </a:lnTo>
                  <a:lnTo>
                    <a:pt x="5236901" y="269250"/>
                  </a:lnTo>
                  <a:lnTo>
                    <a:pt x="5236995" y="269250"/>
                  </a:lnTo>
                  <a:lnTo>
                    <a:pt x="5237089" y="269250"/>
                  </a:lnTo>
                  <a:lnTo>
                    <a:pt x="5237183" y="269250"/>
                  </a:lnTo>
                  <a:lnTo>
                    <a:pt x="5237277" y="269250"/>
                  </a:lnTo>
                  <a:lnTo>
                    <a:pt x="5237371" y="269250"/>
                  </a:lnTo>
                  <a:lnTo>
                    <a:pt x="5237465" y="269250"/>
                  </a:lnTo>
                  <a:lnTo>
                    <a:pt x="5237559" y="269250"/>
                  </a:lnTo>
                  <a:lnTo>
                    <a:pt x="5237653" y="269250"/>
                  </a:lnTo>
                  <a:lnTo>
                    <a:pt x="5237653" y="263971"/>
                  </a:lnTo>
                  <a:lnTo>
                    <a:pt x="5237747" y="263971"/>
                  </a:lnTo>
                  <a:lnTo>
                    <a:pt x="5237747" y="258691"/>
                  </a:lnTo>
                  <a:lnTo>
                    <a:pt x="5237841" y="258691"/>
                  </a:lnTo>
                  <a:lnTo>
                    <a:pt x="5237935" y="258691"/>
                  </a:lnTo>
                  <a:lnTo>
                    <a:pt x="5238029" y="258691"/>
                  </a:lnTo>
                  <a:lnTo>
                    <a:pt x="5238123" y="258691"/>
                  </a:lnTo>
                  <a:lnTo>
                    <a:pt x="5238217" y="258691"/>
                  </a:lnTo>
                  <a:lnTo>
                    <a:pt x="5238312" y="258691"/>
                  </a:lnTo>
                  <a:lnTo>
                    <a:pt x="5238406" y="258691"/>
                  </a:lnTo>
                  <a:lnTo>
                    <a:pt x="5238500" y="258691"/>
                  </a:lnTo>
                  <a:lnTo>
                    <a:pt x="5238594" y="258691"/>
                  </a:lnTo>
                  <a:lnTo>
                    <a:pt x="5238688" y="258691"/>
                  </a:lnTo>
                  <a:lnTo>
                    <a:pt x="5238782" y="258691"/>
                  </a:lnTo>
                  <a:lnTo>
                    <a:pt x="5238876" y="258691"/>
                  </a:lnTo>
                  <a:lnTo>
                    <a:pt x="5238970" y="258691"/>
                  </a:lnTo>
                  <a:lnTo>
                    <a:pt x="5239064" y="258691"/>
                  </a:lnTo>
                  <a:lnTo>
                    <a:pt x="5239158" y="258691"/>
                  </a:lnTo>
                  <a:lnTo>
                    <a:pt x="5239252" y="258691"/>
                  </a:lnTo>
                  <a:lnTo>
                    <a:pt x="5239346" y="258691"/>
                  </a:lnTo>
                  <a:lnTo>
                    <a:pt x="5239440" y="258691"/>
                  </a:lnTo>
                  <a:lnTo>
                    <a:pt x="5239534" y="258691"/>
                  </a:lnTo>
                  <a:lnTo>
                    <a:pt x="5239628" y="258691"/>
                  </a:lnTo>
                  <a:lnTo>
                    <a:pt x="5239722" y="258691"/>
                  </a:lnTo>
                  <a:lnTo>
                    <a:pt x="5239816" y="258691"/>
                  </a:lnTo>
                  <a:lnTo>
                    <a:pt x="5239910" y="258691"/>
                  </a:lnTo>
                  <a:lnTo>
                    <a:pt x="5240004" y="258691"/>
                  </a:lnTo>
                  <a:lnTo>
                    <a:pt x="5240098" y="258691"/>
                  </a:lnTo>
                  <a:lnTo>
                    <a:pt x="5240192" y="258691"/>
                  </a:lnTo>
                  <a:lnTo>
                    <a:pt x="5240286" y="258691"/>
                  </a:lnTo>
                  <a:lnTo>
                    <a:pt x="5240380" y="258691"/>
                  </a:lnTo>
                  <a:lnTo>
                    <a:pt x="5240474" y="258691"/>
                  </a:lnTo>
                  <a:lnTo>
                    <a:pt x="5240568" y="258691"/>
                  </a:lnTo>
                  <a:lnTo>
                    <a:pt x="5240662" y="258691"/>
                  </a:lnTo>
                  <a:lnTo>
                    <a:pt x="5240756" y="258691"/>
                  </a:lnTo>
                  <a:lnTo>
                    <a:pt x="5240850" y="258691"/>
                  </a:lnTo>
                  <a:lnTo>
                    <a:pt x="5240944" y="258691"/>
                  </a:lnTo>
                  <a:lnTo>
                    <a:pt x="5241038" y="258691"/>
                  </a:lnTo>
                  <a:lnTo>
                    <a:pt x="5241132" y="258691"/>
                  </a:lnTo>
                  <a:lnTo>
                    <a:pt x="5241226" y="258691"/>
                  </a:lnTo>
                  <a:lnTo>
                    <a:pt x="5241320" y="258691"/>
                  </a:lnTo>
                  <a:lnTo>
                    <a:pt x="5241414" y="258691"/>
                  </a:lnTo>
                  <a:lnTo>
                    <a:pt x="5241508" y="258691"/>
                  </a:lnTo>
                  <a:lnTo>
                    <a:pt x="5241602" y="258691"/>
                  </a:lnTo>
                  <a:lnTo>
                    <a:pt x="5241696" y="258691"/>
                  </a:lnTo>
                  <a:lnTo>
                    <a:pt x="5241790" y="258691"/>
                  </a:lnTo>
                  <a:lnTo>
                    <a:pt x="5241885" y="258691"/>
                  </a:lnTo>
                  <a:lnTo>
                    <a:pt x="5241979" y="258691"/>
                  </a:lnTo>
                  <a:lnTo>
                    <a:pt x="5242073" y="258691"/>
                  </a:lnTo>
                  <a:lnTo>
                    <a:pt x="5242167" y="258691"/>
                  </a:lnTo>
                  <a:lnTo>
                    <a:pt x="5242261" y="258691"/>
                  </a:lnTo>
                  <a:lnTo>
                    <a:pt x="5242355" y="258691"/>
                  </a:lnTo>
                  <a:lnTo>
                    <a:pt x="5242449" y="258691"/>
                  </a:lnTo>
                  <a:lnTo>
                    <a:pt x="5242543" y="258691"/>
                  </a:lnTo>
                  <a:lnTo>
                    <a:pt x="5242637" y="258691"/>
                  </a:lnTo>
                  <a:lnTo>
                    <a:pt x="5242731" y="258691"/>
                  </a:lnTo>
                  <a:lnTo>
                    <a:pt x="5242825" y="258691"/>
                  </a:lnTo>
                  <a:lnTo>
                    <a:pt x="5242919" y="258691"/>
                  </a:lnTo>
                  <a:lnTo>
                    <a:pt x="5243013" y="258691"/>
                  </a:lnTo>
                  <a:lnTo>
                    <a:pt x="5243107" y="258691"/>
                  </a:lnTo>
                  <a:lnTo>
                    <a:pt x="5243201" y="258691"/>
                  </a:lnTo>
                  <a:lnTo>
                    <a:pt x="5243295" y="258691"/>
                  </a:lnTo>
                  <a:lnTo>
                    <a:pt x="5243389" y="258691"/>
                  </a:lnTo>
                  <a:lnTo>
                    <a:pt x="5243483" y="258691"/>
                  </a:lnTo>
                  <a:lnTo>
                    <a:pt x="5243577" y="258691"/>
                  </a:lnTo>
                  <a:lnTo>
                    <a:pt x="5243671" y="258691"/>
                  </a:lnTo>
                  <a:lnTo>
                    <a:pt x="5243765" y="258691"/>
                  </a:lnTo>
                  <a:lnTo>
                    <a:pt x="5243859" y="258691"/>
                  </a:lnTo>
                  <a:lnTo>
                    <a:pt x="5243953" y="258691"/>
                  </a:lnTo>
                  <a:lnTo>
                    <a:pt x="5244047" y="258691"/>
                  </a:lnTo>
                  <a:lnTo>
                    <a:pt x="5244141" y="258691"/>
                  </a:lnTo>
                  <a:lnTo>
                    <a:pt x="5244235" y="258691"/>
                  </a:lnTo>
                  <a:lnTo>
                    <a:pt x="5244329" y="258691"/>
                  </a:lnTo>
                  <a:lnTo>
                    <a:pt x="5244423" y="258691"/>
                  </a:lnTo>
                  <a:lnTo>
                    <a:pt x="5244517" y="258691"/>
                  </a:lnTo>
                  <a:lnTo>
                    <a:pt x="5244611" y="258691"/>
                  </a:lnTo>
                  <a:lnTo>
                    <a:pt x="5244705" y="258691"/>
                  </a:lnTo>
                  <a:lnTo>
                    <a:pt x="5244799" y="258691"/>
                  </a:lnTo>
                  <a:lnTo>
                    <a:pt x="5244893" y="258691"/>
                  </a:lnTo>
                  <a:lnTo>
                    <a:pt x="5244987" y="258691"/>
                  </a:lnTo>
                  <a:lnTo>
                    <a:pt x="5245081" y="258691"/>
                  </a:lnTo>
                  <a:lnTo>
                    <a:pt x="5245175" y="258691"/>
                  </a:lnTo>
                  <a:lnTo>
                    <a:pt x="5245269" y="258691"/>
                  </a:lnTo>
                  <a:lnTo>
                    <a:pt x="5245363" y="258691"/>
                  </a:lnTo>
                  <a:lnTo>
                    <a:pt x="5245458" y="258691"/>
                  </a:lnTo>
                  <a:lnTo>
                    <a:pt x="5245552" y="258691"/>
                  </a:lnTo>
                  <a:lnTo>
                    <a:pt x="5245646" y="258691"/>
                  </a:lnTo>
                  <a:lnTo>
                    <a:pt x="5245740" y="258691"/>
                  </a:lnTo>
                  <a:lnTo>
                    <a:pt x="5245834" y="258691"/>
                  </a:lnTo>
                  <a:lnTo>
                    <a:pt x="5245928" y="258691"/>
                  </a:lnTo>
                  <a:lnTo>
                    <a:pt x="5246022" y="258691"/>
                  </a:lnTo>
                  <a:lnTo>
                    <a:pt x="5246116" y="258691"/>
                  </a:lnTo>
                  <a:lnTo>
                    <a:pt x="5246210" y="258691"/>
                  </a:lnTo>
                  <a:lnTo>
                    <a:pt x="5246304" y="258691"/>
                  </a:lnTo>
                  <a:lnTo>
                    <a:pt x="5246398" y="258691"/>
                  </a:lnTo>
                  <a:lnTo>
                    <a:pt x="5246492" y="258691"/>
                  </a:lnTo>
                  <a:lnTo>
                    <a:pt x="5246586" y="258691"/>
                  </a:lnTo>
                  <a:lnTo>
                    <a:pt x="5246680" y="258691"/>
                  </a:lnTo>
                  <a:lnTo>
                    <a:pt x="5246774" y="258691"/>
                  </a:lnTo>
                  <a:lnTo>
                    <a:pt x="5246868" y="258691"/>
                  </a:lnTo>
                  <a:lnTo>
                    <a:pt x="5246962" y="258691"/>
                  </a:lnTo>
                  <a:lnTo>
                    <a:pt x="5247056" y="258691"/>
                  </a:lnTo>
                  <a:lnTo>
                    <a:pt x="5247150" y="258691"/>
                  </a:lnTo>
                  <a:lnTo>
                    <a:pt x="5247244" y="258691"/>
                  </a:lnTo>
                  <a:lnTo>
                    <a:pt x="5247338" y="258691"/>
                  </a:lnTo>
                  <a:lnTo>
                    <a:pt x="5247432" y="258691"/>
                  </a:lnTo>
                  <a:lnTo>
                    <a:pt x="5247526" y="258691"/>
                  </a:lnTo>
                  <a:lnTo>
                    <a:pt x="5247620" y="258691"/>
                  </a:lnTo>
                  <a:lnTo>
                    <a:pt x="5247714" y="258691"/>
                  </a:lnTo>
                  <a:lnTo>
                    <a:pt x="5247808" y="258691"/>
                  </a:lnTo>
                  <a:lnTo>
                    <a:pt x="5247902" y="258691"/>
                  </a:lnTo>
                  <a:lnTo>
                    <a:pt x="5247996" y="258691"/>
                  </a:lnTo>
                  <a:lnTo>
                    <a:pt x="5248090" y="258691"/>
                  </a:lnTo>
                  <a:lnTo>
                    <a:pt x="5248184" y="258691"/>
                  </a:lnTo>
                  <a:lnTo>
                    <a:pt x="5248278" y="258691"/>
                  </a:lnTo>
                  <a:lnTo>
                    <a:pt x="5248372" y="258691"/>
                  </a:lnTo>
                  <a:lnTo>
                    <a:pt x="5248466" y="258691"/>
                  </a:lnTo>
                  <a:lnTo>
                    <a:pt x="5248560" y="258691"/>
                  </a:lnTo>
                  <a:lnTo>
                    <a:pt x="5248654" y="258691"/>
                  </a:lnTo>
                  <a:lnTo>
                    <a:pt x="5248748" y="258691"/>
                  </a:lnTo>
                  <a:lnTo>
                    <a:pt x="5248842" y="258691"/>
                  </a:lnTo>
                  <a:lnTo>
                    <a:pt x="5248937" y="258691"/>
                  </a:lnTo>
                  <a:lnTo>
                    <a:pt x="5249031" y="258691"/>
                  </a:lnTo>
                  <a:lnTo>
                    <a:pt x="5249125" y="258691"/>
                  </a:lnTo>
                  <a:lnTo>
                    <a:pt x="5249219" y="258691"/>
                  </a:lnTo>
                  <a:lnTo>
                    <a:pt x="5249313" y="258691"/>
                  </a:lnTo>
                  <a:lnTo>
                    <a:pt x="5249407" y="258691"/>
                  </a:lnTo>
                  <a:lnTo>
                    <a:pt x="5249501" y="258691"/>
                  </a:lnTo>
                  <a:lnTo>
                    <a:pt x="5249595" y="258691"/>
                  </a:lnTo>
                  <a:lnTo>
                    <a:pt x="5249689" y="258691"/>
                  </a:lnTo>
                  <a:lnTo>
                    <a:pt x="5249783" y="258691"/>
                  </a:lnTo>
                  <a:lnTo>
                    <a:pt x="5249877" y="258691"/>
                  </a:lnTo>
                  <a:lnTo>
                    <a:pt x="5249971" y="258691"/>
                  </a:lnTo>
                  <a:lnTo>
                    <a:pt x="5250065" y="258691"/>
                  </a:lnTo>
                  <a:lnTo>
                    <a:pt x="5250159" y="258691"/>
                  </a:lnTo>
                  <a:lnTo>
                    <a:pt x="5250253" y="258691"/>
                  </a:lnTo>
                  <a:lnTo>
                    <a:pt x="5250347" y="258691"/>
                  </a:lnTo>
                  <a:lnTo>
                    <a:pt x="5250441" y="258691"/>
                  </a:lnTo>
                  <a:lnTo>
                    <a:pt x="5250535" y="258691"/>
                  </a:lnTo>
                  <a:lnTo>
                    <a:pt x="5250629" y="258691"/>
                  </a:lnTo>
                  <a:lnTo>
                    <a:pt x="5250723" y="258691"/>
                  </a:lnTo>
                  <a:lnTo>
                    <a:pt x="5250817" y="258691"/>
                  </a:lnTo>
                  <a:lnTo>
                    <a:pt x="5250911" y="258691"/>
                  </a:lnTo>
                  <a:lnTo>
                    <a:pt x="5251005" y="258691"/>
                  </a:lnTo>
                  <a:lnTo>
                    <a:pt x="5251099" y="258691"/>
                  </a:lnTo>
                  <a:lnTo>
                    <a:pt x="5251193" y="258691"/>
                  </a:lnTo>
                  <a:lnTo>
                    <a:pt x="5251287" y="258691"/>
                  </a:lnTo>
                  <a:lnTo>
                    <a:pt x="5251381" y="258691"/>
                  </a:lnTo>
                  <a:lnTo>
                    <a:pt x="5251475" y="258691"/>
                  </a:lnTo>
                  <a:lnTo>
                    <a:pt x="5251569" y="258691"/>
                  </a:lnTo>
                  <a:lnTo>
                    <a:pt x="5251663" y="258691"/>
                  </a:lnTo>
                  <a:lnTo>
                    <a:pt x="5251757" y="258691"/>
                  </a:lnTo>
                  <a:lnTo>
                    <a:pt x="5251851" y="258691"/>
                  </a:lnTo>
                  <a:lnTo>
                    <a:pt x="5251945" y="258691"/>
                  </a:lnTo>
                  <a:lnTo>
                    <a:pt x="5252039" y="258691"/>
                  </a:lnTo>
                  <a:lnTo>
                    <a:pt x="5252133" y="258691"/>
                  </a:lnTo>
                  <a:lnTo>
                    <a:pt x="5252227" y="258691"/>
                  </a:lnTo>
                  <a:lnTo>
                    <a:pt x="5252321" y="258691"/>
                  </a:lnTo>
                  <a:lnTo>
                    <a:pt x="5252415" y="258691"/>
                  </a:lnTo>
                  <a:lnTo>
                    <a:pt x="5252510" y="258691"/>
                  </a:lnTo>
                  <a:lnTo>
                    <a:pt x="5252604" y="258691"/>
                  </a:lnTo>
                  <a:lnTo>
                    <a:pt x="5252698" y="258691"/>
                  </a:lnTo>
                  <a:lnTo>
                    <a:pt x="5252792" y="258691"/>
                  </a:lnTo>
                  <a:lnTo>
                    <a:pt x="5252886" y="258691"/>
                  </a:lnTo>
                  <a:lnTo>
                    <a:pt x="5252980" y="258691"/>
                  </a:lnTo>
                  <a:lnTo>
                    <a:pt x="5253074" y="258691"/>
                  </a:lnTo>
                  <a:lnTo>
                    <a:pt x="5253168" y="258691"/>
                  </a:lnTo>
                  <a:lnTo>
                    <a:pt x="5253262" y="258691"/>
                  </a:lnTo>
                  <a:lnTo>
                    <a:pt x="5253356" y="258691"/>
                  </a:lnTo>
                  <a:lnTo>
                    <a:pt x="5253450" y="258691"/>
                  </a:lnTo>
                  <a:lnTo>
                    <a:pt x="5253544" y="258691"/>
                  </a:lnTo>
                  <a:lnTo>
                    <a:pt x="5253638" y="258691"/>
                  </a:lnTo>
                  <a:lnTo>
                    <a:pt x="5253732" y="258691"/>
                  </a:lnTo>
                  <a:lnTo>
                    <a:pt x="5253826" y="258691"/>
                  </a:lnTo>
                  <a:lnTo>
                    <a:pt x="5253920" y="258691"/>
                  </a:lnTo>
                  <a:lnTo>
                    <a:pt x="5254014" y="258691"/>
                  </a:lnTo>
                  <a:lnTo>
                    <a:pt x="5254108" y="258691"/>
                  </a:lnTo>
                  <a:lnTo>
                    <a:pt x="5254202" y="258691"/>
                  </a:lnTo>
                  <a:lnTo>
                    <a:pt x="5254296" y="258691"/>
                  </a:lnTo>
                  <a:lnTo>
                    <a:pt x="5254390" y="258691"/>
                  </a:lnTo>
                  <a:lnTo>
                    <a:pt x="5254484" y="258691"/>
                  </a:lnTo>
                  <a:lnTo>
                    <a:pt x="5254578" y="258691"/>
                  </a:lnTo>
                  <a:lnTo>
                    <a:pt x="5254672" y="258691"/>
                  </a:lnTo>
                  <a:lnTo>
                    <a:pt x="5254766" y="258691"/>
                  </a:lnTo>
                  <a:lnTo>
                    <a:pt x="5254860" y="258691"/>
                  </a:lnTo>
                  <a:lnTo>
                    <a:pt x="5254954" y="258691"/>
                  </a:lnTo>
                  <a:lnTo>
                    <a:pt x="5255048" y="258691"/>
                  </a:lnTo>
                  <a:lnTo>
                    <a:pt x="5255142" y="258691"/>
                  </a:lnTo>
                  <a:lnTo>
                    <a:pt x="5255236" y="258691"/>
                  </a:lnTo>
                  <a:lnTo>
                    <a:pt x="5255330" y="258691"/>
                  </a:lnTo>
                  <a:lnTo>
                    <a:pt x="5255424" y="258691"/>
                  </a:lnTo>
                  <a:lnTo>
                    <a:pt x="5255518" y="258691"/>
                  </a:lnTo>
                  <a:lnTo>
                    <a:pt x="5255612" y="258691"/>
                  </a:lnTo>
                  <a:lnTo>
                    <a:pt x="5255706" y="258691"/>
                  </a:lnTo>
                  <a:lnTo>
                    <a:pt x="5255800" y="258691"/>
                  </a:lnTo>
                  <a:lnTo>
                    <a:pt x="5255894" y="258691"/>
                  </a:lnTo>
                  <a:lnTo>
                    <a:pt x="5255988" y="258691"/>
                  </a:lnTo>
                  <a:lnTo>
                    <a:pt x="5256083" y="258691"/>
                  </a:lnTo>
                  <a:lnTo>
                    <a:pt x="5256177" y="258691"/>
                  </a:lnTo>
                  <a:lnTo>
                    <a:pt x="5256271" y="258691"/>
                  </a:lnTo>
                  <a:lnTo>
                    <a:pt x="5256365" y="258691"/>
                  </a:lnTo>
                  <a:lnTo>
                    <a:pt x="5256459" y="258691"/>
                  </a:lnTo>
                  <a:lnTo>
                    <a:pt x="5256553" y="258691"/>
                  </a:lnTo>
                  <a:lnTo>
                    <a:pt x="5256647" y="258691"/>
                  </a:lnTo>
                  <a:lnTo>
                    <a:pt x="5256741" y="258691"/>
                  </a:lnTo>
                  <a:lnTo>
                    <a:pt x="5256835" y="258691"/>
                  </a:lnTo>
                  <a:lnTo>
                    <a:pt x="5256929" y="258691"/>
                  </a:lnTo>
                  <a:lnTo>
                    <a:pt x="5257023" y="258691"/>
                  </a:lnTo>
                  <a:lnTo>
                    <a:pt x="5257117" y="258691"/>
                  </a:lnTo>
                  <a:lnTo>
                    <a:pt x="5257211" y="258691"/>
                  </a:lnTo>
                  <a:lnTo>
                    <a:pt x="5257305" y="258691"/>
                  </a:lnTo>
                  <a:lnTo>
                    <a:pt x="5257399" y="258691"/>
                  </a:lnTo>
                  <a:lnTo>
                    <a:pt x="5257493" y="258691"/>
                  </a:lnTo>
                  <a:lnTo>
                    <a:pt x="5257587" y="258691"/>
                  </a:lnTo>
                  <a:lnTo>
                    <a:pt x="5257681" y="258691"/>
                  </a:lnTo>
                  <a:lnTo>
                    <a:pt x="5257775" y="258691"/>
                  </a:lnTo>
                  <a:lnTo>
                    <a:pt x="5257869" y="258691"/>
                  </a:lnTo>
                  <a:lnTo>
                    <a:pt x="5257963" y="258691"/>
                  </a:lnTo>
                  <a:lnTo>
                    <a:pt x="5258057" y="258691"/>
                  </a:lnTo>
                  <a:lnTo>
                    <a:pt x="5258151" y="258691"/>
                  </a:lnTo>
                  <a:lnTo>
                    <a:pt x="5258245" y="258691"/>
                  </a:lnTo>
                  <a:lnTo>
                    <a:pt x="5258339" y="258691"/>
                  </a:lnTo>
                  <a:lnTo>
                    <a:pt x="5258433" y="258691"/>
                  </a:lnTo>
                  <a:lnTo>
                    <a:pt x="5258527" y="258691"/>
                  </a:lnTo>
                  <a:lnTo>
                    <a:pt x="5258621" y="258691"/>
                  </a:lnTo>
                  <a:lnTo>
                    <a:pt x="5258715" y="258691"/>
                  </a:lnTo>
                  <a:lnTo>
                    <a:pt x="5258809" y="258691"/>
                  </a:lnTo>
                  <a:lnTo>
                    <a:pt x="5258903" y="258691"/>
                  </a:lnTo>
                  <a:lnTo>
                    <a:pt x="5258997" y="258691"/>
                  </a:lnTo>
                  <a:lnTo>
                    <a:pt x="5259091" y="258691"/>
                  </a:lnTo>
                  <a:lnTo>
                    <a:pt x="5259185" y="258691"/>
                  </a:lnTo>
                  <a:lnTo>
                    <a:pt x="5259279" y="258691"/>
                  </a:lnTo>
                  <a:lnTo>
                    <a:pt x="5259373" y="258691"/>
                  </a:lnTo>
                  <a:lnTo>
                    <a:pt x="5259467" y="258691"/>
                  </a:lnTo>
                  <a:lnTo>
                    <a:pt x="5259562" y="258691"/>
                  </a:lnTo>
                  <a:lnTo>
                    <a:pt x="5259656" y="258691"/>
                  </a:lnTo>
                  <a:lnTo>
                    <a:pt x="5259750" y="258691"/>
                  </a:lnTo>
                  <a:lnTo>
                    <a:pt x="5259844" y="258691"/>
                  </a:lnTo>
                  <a:lnTo>
                    <a:pt x="5259938" y="258691"/>
                  </a:lnTo>
                  <a:lnTo>
                    <a:pt x="5260032" y="258691"/>
                  </a:lnTo>
                  <a:lnTo>
                    <a:pt x="5260126" y="258691"/>
                  </a:lnTo>
                  <a:lnTo>
                    <a:pt x="5260220" y="258691"/>
                  </a:lnTo>
                  <a:lnTo>
                    <a:pt x="5260314" y="258691"/>
                  </a:lnTo>
                  <a:lnTo>
                    <a:pt x="5260408" y="258691"/>
                  </a:lnTo>
                  <a:lnTo>
                    <a:pt x="5260502" y="258691"/>
                  </a:lnTo>
                  <a:lnTo>
                    <a:pt x="5260596" y="258691"/>
                  </a:lnTo>
                  <a:lnTo>
                    <a:pt x="5260690" y="258691"/>
                  </a:lnTo>
                  <a:lnTo>
                    <a:pt x="5260784" y="258691"/>
                  </a:lnTo>
                  <a:lnTo>
                    <a:pt x="5260878" y="258691"/>
                  </a:lnTo>
                  <a:lnTo>
                    <a:pt x="5260972" y="258691"/>
                  </a:lnTo>
                  <a:lnTo>
                    <a:pt x="5261066" y="258691"/>
                  </a:lnTo>
                  <a:lnTo>
                    <a:pt x="5261160" y="258691"/>
                  </a:lnTo>
                  <a:lnTo>
                    <a:pt x="5261254" y="258691"/>
                  </a:lnTo>
                  <a:lnTo>
                    <a:pt x="5261348" y="258691"/>
                  </a:lnTo>
                  <a:lnTo>
                    <a:pt x="5261442" y="258691"/>
                  </a:lnTo>
                  <a:lnTo>
                    <a:pt x="5261536" y="258691"/>
                  </a:lnTo>
                  <a:lnTo>
                    <a:pt x="5261630" y="258691"/>
                  </a:lnTo>
                  <a:lnTo>
                    <a:pt x="5261724" y="258691"/>
                  </a:lnTo>
                  <a:lnTo>
                    <a:pt x="5261818" y="258691"/>
                  </a:lnTo>
                  <a:lnTo>
                    <a:pt x="5261912" y="258691"/>
                  </a:lnTo>
                  <a:lnTo>
                    <a:pt x="5262006" y="258691"/>
                  </a:lnTo>
                  <a:lnTo>
                    <a:pt x="5262100" y="258691"/>
                  </a:lnTo>
                  <a:lnTo>
                    <a:pt x="5262194" y="258691"/>
                  </a:lnTo>
                  <a:lnTo>
                    <a:pt x="5262288" y="258691"/>
                  </a:lnTo>
                  <a:lnTo>
                    <a:pt x="5262382" y="258691"/>
                  </a:lnTo>
                  <a:lnTo>
                    <a:pt x="5262476" y="258691"/>
                  </a:lnTo>
                  <a:lnTo>
                    <a:pt x="5262570" y="258691"/>
                  </a:lnTo>
                  <a:lnTo>
                    <a:pt x="5262664" y="258691"/>
                  </a:lnTo>
                  <a:lnTo>
                    <a:pt x="5262758" y="258691"/>
                  </a:lnTo>
                  <a:lnTo>
                    <a:pt x="5262852" y="258691"/>
                  </a:lnTo>
                  <a:lnTo>
                    <a:pt x="5262946" y="258691"/>
                  </a:lnTo>
                  <a:lnTo>
                    <a:pt x="5263040" y="258691"/>
                  </a:lnTo>
                  <a:lnTo>
                    <a:pt x="5263135" y="258691"/>
                  </a:lnTo>
                  <a:lnTo>
                    <a:pt x="5263229" y="258691"/>
                  </a:lnTo>
                  <a:lnTo>
                    <a:pt x="5263323" y="258691"/>
                  </a:lnTo>
                  <a:lnTo>
                    <a:pt x="5263417" y="258691"/>
                  </a:lnTo>
                  <a:lnTo>
                    <a:pt x="5263511" y="258691"/>
                  </a:lnTo>
                  <a:lnTo>
                    <a:pt x="5263605" y="258691"/>
                  </a:lnTo>
                  <a:lnTo>
                    <a:pt x="5263699" y="258691"/>
                  </a:lnTo>
                  <a:lnTo>
                    <a:pt x="5263793" y="258691"/>
                  </a:lnTo>
                  <a:lnTo>
                    <a:pt x="5263887" y="258691"/>
                  </a:lnTo>
                  <a:lnTo>
                    <a:pt x="5263981" y="258691"/>
                  </a:lnTo>
                  <a:lnTo>
                    <a:pt x="5264075" y="258691"/>
                  </a:lnTo>
                  <a:lnTo>
                    <a:pt x="5264169" y="258691"/>
                  </a:lnTo>
                  <a:lnTo>
                    <a:pt x="5264263" y="258691"/>
                  </a:lnTo>
                  <a:lnTo>
                    <a:pt x="5264357" y="258691"/>
                  </a:lnTo>
                  <a:lnTo>
                    <a:pt x="5264451" y="258691"/>
                  </a:lnTo>
                  <a:lnTo>
                    <a:pt x="5264545" y="258691"/>
                  </a:lnTo>
                  <a:lnTo>
                    <a:pt x="5264639" y="258691"/>
                  </a:lnTo>
                  <a:lnTo>
                    <a:pt x="5264733" y="258691"/>
                  </a:lnTo>
                  <a:lnTo>
                    <a:pt x="5264827" y="258691"/>
                  </a:lnTo>
                  <a:lnTo>
                    <a:pt x="5264921" y="258691"/>
                  </a:lnTo>
                  <a:lnTo>
                    <a:pt x="5265015" y="258691"/>
                  </a:lnTo>
                  <a:lnTo>
                    <a:pt x="5265109" y="258691"/>
                  </a:lnTo>
                  <a:lnTo>
                    <a:pt x="5265203" y="258691"/>
                  </a:lnTo>
                  <a:lnTo>
                    <a:pt x="5265297" y="258691"/>
                  </a:lnTo>
                  <a:lnTo>
                    <a:pt x="5265391" y="258691"/>
                  </a:lnTo>
                  <a:lnTo>
                    <a:pt x="5265485" y="258691"/>
                  </a:lnTo>
                  <a:lnTo>
                    <a:pt x="5265579" y="258691"/>
                  </a:lnTo>
                  <a:lnTo>
                    <a:pt x="5265673" y="258691"/>
                  </a:lnTo>
                  <a:lnTo>
                    <a:pt x="5265767" y="258691"/>
                  </a:lnTo>
                  <a:lnTo>
                    <a:pt x="5265861" y="258691"/>
                  </a:lnTo>
                  <a:lnTo>
                    <a:pt x="5265955" y="258691"/>
                  </a:lnTo>
                  <a:lnTo>
                    <a:pt x="5266049" y="258691"/>
                  </a:lnTo>
                  <a:lnTo>
                    <a:pt x="5266143" y="258691"/>
                  </a:lnTo>
                  <a:lnTo>
                    <a:pt x="5266237" y="258691"/>
                  </a:lnTo>
                  <a:lnTo>
                    <a:pt x="5266331" y="258691"/>
                  </a:lnTo>
                  <a:lnTo>
                    <a:pt x="5266425" y="258691"/>
                  </a:lnTo>
                  <a:lnTo>
                    <a:pt x="5266519" y="258691"/>
                  </a:lnTo>
                  <a:lnTo>
                    <a:pt x="5266613" y="258691"/>
                  </a:lnTo>
                  <a:lnTo>
                    <a:pt x="5266708" y="258691"/>
                  </a:lnTo>
                  <a:lnTo>
                    <a:pt x="5266802" y="258691"/>
                  </a:lnTo>
                  <a:lnTo>
                    <a:pt x="5266896" y="258691"/>
                  </a:lnTo>
                  <a:lnTo>
                    <a:pt x="5266990" y="258691"/>
                  </a:lnTo>
                  <a:lnTo>
                    <a:pt x="5267084" y="258691"/>
                  </a:lnTo>
                  <a:lnTo>
                    <a:pt x="5267178" y="258691"/>
                  </a:lnTo>
                  <a:lnTo>
                    <a:pt x="5267272" y="258691"/>
                  </a:lnTo>
                  <a:lnTo>
                    <a:pt x="5267366" y="258691"/>
                  </a:lnTo>
                  <a:lnTo>
                    <a:pt x="5267460" y="258691"/>
                  </a:lnTo>
                  <a:lnTo>
                    <a:pt x="5267554" y="258691"/>
                  </a:lnTo>
                  <a:lnTo>
                    <a:pt x="5267648" y="258691"/>
                  </a:lnTo>
                  <a:lnTo>
                    <a:pt x="5267742" y="258691"/>
                  </a:lnTo>
                  <a:lnTo>
                    <a:pt x="5267836" y="258691"/>
                  </a:lnTo>
                  <a:lnTo>
                    <a:pt x="5267930" y="258691"/>
                  </a:lnTo>
                  <a:lnTo>
                    <a:pt x="5268024" y="258691"/>
                  </a:lnTo>
                  <a:lnTo>
                    <a:pt x="5268118" y="258691"/>
                  </a:lnTo>
                  <a:lnTo>
                    <a:pt x="5268212" y="258691"/>
                  </a:lnTo>
                  <a:lnTo>
                    <a:pt x="5268306" y="258691"/>
                  </a:lnTo>
                  <a:lnTo>
                    <a:pt x="5268400" y="258691"/>
                  </a:lnTo>
                  <a:lnTo>
                    <a:pt x="5268494" y="258691"/>
                  </a:lnTo>
                  <a:lnTo>
                    <a:pt x="5268588" y="258691"/>
                  </a:lnTo>
                  <a:lnTo>
                    <a:pt x="5268682" y="258691"/>
                  </a:lnTo>
                  <a:lnTo>
                    <a:pt x="5268776" y="258691"/>
                  </a:lnTo>
                  <a:lnTo>
                    <a:pt x="5268870" y="258691"/>
                  </a:lnTo>
                  <a:lnTo>
                    <a:pt x="5268964" y="258691"/>
                  </a:lnTo>
                  <a:lnTo>
                    <a:pt x="5269058" y="258691"/>
                  </a:lnTo>
                  <a:lnTo>
                    <a:pt x="5269152" y="258691"/>
                  </a:lnTo>
                  <a:lnTo>
                    <a:pt x="5269246" y="258691"/>
                  </a:lnTo>
                  <a:lnTo>
                    <a:pt x="5269340" y="258691"/>
                  </a:lnTo>
                  <a:lnTo>
                    <a:pt x="5269434" y="258691"/>
                  </a:lnTo>
                  <a:lnTo>
                    <a:pt x="5269528" y="258691"/>
                  </a:lnTo>
                  <a:lnTo>
                    <a:pt x="5269622" y="258691"/>
                  </a:lnTo>
                  <a:lnTo>
                    <a:pt x="5269716" y="258691"/>
                  </a:lnTo>
                  <a:lnTo>
                    <a:pt x="5269810" y="258691"/>
                  </a:lnTo>
                  <a:lnTo>
                    <a:pt x="5269904" y="258691"/>
                  </a:lnTo>
                  <a:lnTo>
                    <a:pt x="5269998" y="258691"/>
                  </a:lnTo>
                  <a:lnTo>
                    <a:pt x="5270092" y="258691"/>
                  </a:lnTo>
                  <a:lnTo>
                    <a:pt x="5270187" y="258691"/>
                  </a:lnTo>
                  <a:lnTo>
                    <a:pt x="5270281" y="258691"/>
                  </a:lnTo>
                  <a:lnTo>
                    <a:pt x="5270375" y="258691"/>
                  </a:lnTo>
                  <a:lnTo>
                    <a:pt x="5270469" y="258691"/>
                  </a:lnTo>
                  <a:lnTo>
                    <a:pt x="5270563" y="258691"/>
                  </a:lnTo>
                  <a:lnTo>
                    <a:pt x="5270657" y="258691"/>
                  </a:lnTo>
                  <a:lnTo>
                    <a:pt x="5270751" y="258691"/>
                  </a:lnTo>
                  <a:lnTo>
                    <a:pt x="5270845" y="258691"/>
                  </a:lnTo>
                  <a:lnTo>
                    <a:pt x="5270939" y="258691"/>
                  </a:lnTo>
                  <a:lnTo>
                    <a:pt x="5271033" y="258691"/>
                  </a:lnTo>
                  <a:lnTo>
                    <a:pt x="5271127" y="258691"/>
                  </a:lnTo>
                  <a:lnTo>
                    <a:pt x="5271221" y="258691"/>
                  </a:lnTo>
                  <a:lnTo>
                    <a:pt x="5271315" y="258691"/>
                  </a:lnTo>
                  <a:lnTo>
                    <a:pt x="5271315" y="253412"/>
                  </a:lnTo>
                  <a:lnTo>
                    <a:pt x="5271409" y="253412"/>
                  </a:lnTo>
                  <a:lnTo>
                    <a:pt x="5271503" y="253412"/>
                  </a:lnTo>
                  <a:lnTo>
                    <a:pt x="5271597" y="253412"/>
                  </a:lnTo>
                  <a:lnTo>
                    <a:pt x="5271691" y="253412"/>
                  </a:lnTo>
                  <a:lnTo>
                    <a:pt x="5271785" y="253412"/>
                  </a:lnTo>
                  <a:lnTo>
                    <a:pt x="5271879" y="253412"/>
                  </a:lnTo>
                  <a:lnTo>
                    <a:pt x="5271973" y="253412"/>
                  </a:lnTo>
                  <a:lnTo>
                    <a:pt x="5272067" y="253412"/>
                  </a:lnTo>
                  <a:lnTo>
                    <a:pt x="5272161" y="253412"/>
                  </a:lnTo>
                  <a:lnTo>
                    <a:pt x="5272255" y="253412"/>
                  </a:lnTo>
                  <a:lnTo>
                    <a:pt x="5272349" y="253412"/>
                  </a:lnTo>
                  <a:lnTo>
                    <a:pt x="5272443" y="253412"/>
                  </a:lnTo>
                  <a:lnTo>
                    <a:pt x="5272537" y="253412"/>
                  </a:lnTo>
                  <a:lnTo>
                    <a:pt x="5272631" y="253412"/>
                  </a:lnTo>
                  <a:lnTo>
                    <a:pt x="5272725" y="253412"/>
                  </a:lnTo>
                  <a:lnTo>
                    <a:pt x="5272819" y="253412"/>
                  </a:lnTo>
                  <a:lnTo>
                    <a:pt x="5272913" y="253412"/>
                  </a:lnTo>
                  <a:lnTo>
                    <a:pt x="5273007" y="253412"/>
                  </a:lnTo>
                  <a:lnTo>
                    <a:pt x="5273101" y="253412"/>
                  </a:lnTo>
                  <a:lnTo>
                    <a:pt x="5273195" y="253412"/>
                  </a:lnTo>
                  <a:lnTo>
                    <a:pt x="5273289" y="253412"/>
                  </a:lnTo>
                  <a:lnTo>
                    <a:pt x="5273383" y="253412"/>
                  </a:lnTo>
                  <a:lnTo>
                    <a:pt x="5273477" y="253412"/>
                  </a:lnTo>
                  <a:lnTo>
                    <a:pt x="5273571" y="253412"/>
                  </a:lnTo>
                  <a:lnTo>
                    <a:pt x="5273665" y="253412"/>
                  </a:lnTo>
                  <a:lnTo>
                    <a:pt x="5273760" y="253412"/>
                  </a:lnTo>
                  <a:lnTo>
                    <a:pt x="5273854" y="253412"/>
                  </a:lnTo>
                  <a:lnTo>
                    <a:pt x="5273948" y="253412"/>
                  </a:lnTo>
                  <a:lnTo>
                    <a:pt x="5274042" y="253412"/>
                  </a:lnTo>
                  <a:lnTo>
                    <a:pt x="5274136" y="253412"/>
                  </a:lnTo>
                  <a:lnTo>
                    <a:pt x="5274230" y="253412"/>
                  </a:lnTo>
                  <a:lnTo>
                    <a:pt x="5274324" y="253412"/>
                  </a:lnTo>
                  <a:lnTo>
                    <a:pt x="5274418" y="253412"/>
                  </a:lnTo>
                  <a:lnTo>
                    <a:pt x="5274512" y="253412"/>
                  </a:lnTo>
                  <a:lnTo>
                    <a:pt x="5274606" y="253412"/>
                  </a:lnTo>
                  <a:lnTo>
                    <a:pt x="5274700" y="253412"/>
                  </a:lnTo>
                  <a:lnTo>
                    <a:pt x="5274794" y="253412"/>
                  </a:lnTo>
                  <a:lnTo>
                    <a:pt x="5274888" y="253412"/>
                  </a:lnTo>
                  <a:lnTo>
                    <a:pt x="5274982" y="253412"/>
                  </a:lnTo>
                  <a:lnTo>
                    <a:pt x="5275076" y="253412"/>
                  </a:lnTo>
                  <a:lnTo>
                    <a:pt x="5275170" y="253412"/>
                  </a:lnTo>
                  <a:lnTo>
                    <a:pt x="5275264" y="253412"/>
                  </a:lnTo>
                  <a:lnTo>
                    <a:pt x="5275358" y="253412"/>
                  </a:lnTo>
                  <a:lnTo>
                    <a:pt x="5275452" y="253412"/>
                  </a:lnTo>
                  <a:lnTo>
                    <a:pt x="5275546" y="253412"/>
                  </a:lnTo>
                  <a:lnTo>
                    <a:pt x="5275640" y="253412"/>
                  </a:lnTo>
                  <a:lnTo>
                    <a:pt x="5275734" y="253412"/>
                  </a:lnTo>
                  <a:lnTo>
                    <a:pt x="5275828" y="253412"/>
                  </a:lnTo>
                  <a:lnTo>
                    <a:pt x="5275922" y="253412"/>
                  </a:lnTo>
                  <a:lnTo>
                    <a:pt x="5276016" y="253412"/>
                  </a:lnTo>
                  <a:lnTo>
                    <a:pt x="5276110" y="253412"/>
                  </a:lnTo>
                  <a:lnTo>
                    <a:pt x="5276204" y="253412"/>
                  </a:lnTo>
                  <a:lnTo>
                    <a:pt x="5276298" y="253412"/>
                  </a:lnTo>
                  <a:lnTo>
                    <a:pt x="5276392" y="253412"/>
                  </a:lnTo>
                  <a:lnTo>
                    <a:pt x="5276486" y="253412"/>
                  </a:lnTo>
                  <a:lnTo>
                    <a:pt x="5276580" y="253412"/>
                  </a:lnTo>
                  <a:lnTo>
                    <a:pt x="5276674" y="253412"/>
                  </a:lnTo>
                  <a:lnTo>
                    <a:pt x="5276768" y="253412"/>
                  </a:lnTo>
                  <a:lnTo>
                    <a:pt x="5276862" y="253412"/>
                  </a:lnTo>
                  <a:lnTo>
                    <a:pt x="5276956" y="253412"/>
                  </a:lnTo>
                  <a:lnTo>
                    <a:pt x="5277050" y="253412"/>
                  </a:lnTo>
                  <a:lnTo>
                    <a:pt x="5277144" y="253412"/>
                  </a:lnTo>
                  <a:lnTo>
                    <a:pt x="5277238" y="253412"/>
                  </a:lnTo>
                  <a:lnTo>
                    <a:pt x="5277333" y="253412"/>
                  </a:lnTo>
                  <a:lnTo>
                    <a:pt x="5277427" y="253412"/>
                  </a:lnTo>
                  <a:lnTo>
                    <a:pt x="5277521" y="253412"/>
                  </a:lnTo>
                  <a:lnTo>
                    <a:pt x="5277615" y="253412"/>
                  </a:lnTo>
                  <a:lnTo>
                    <a:pt x="5277709" y="253412"/>
                  </a:lnTo>
                  <a:lnTo>
                    <a:pt x="5277803" y="253412"/>
                  </a:lnTo>
                  <a:lnTo>
                    <a:pt x="5277897" y="253412"/>
                  </a:lnTo>
                  <a:lnTo>
                    <a:pt x="5277991" y="253412"/>
                  </a:lnTo>
                  <a:lnTo>
                    <a:pt x="5278085" y="253412"/>
                  </a:lnTo>
                  <a:lnTo>
                    <a:pt x="5278179" y="253412"/>
                  </a:lnTo>
                  <a:lnTo>
                    <a:pt x="5278273" y="253412"/>
                  </a:lnTo>
                  <a:lnTo>
                    <a:pt x="5278367" y="253412"/>
                  </a:lnTo>
                  <a:lnTo>
                    <a:pt x="5278461" y="253412"/>
                  </a:lnTo>
                  <a:lnTo>
                    <a:pt x="5278555" y="253412"/>
                  </a:lnTo>
                  <a:lnTo>
                    <a:pt x="5278649" y="253412"/>
                  </a:lnTo>
                  <a:lnTo>
                    <a:pt x="5278743" y="253412"/>
                  </a:lnTo>
                  <a:lnTo>
                    <a:pt x="5278837" y="253412"/>
                  </a:lnTo>
                  <a:lnTo>
                    <a:pt x="5278931" y="253412"/>
                  </a:lnTo>
                  <a:lnTo>
                    <a:pt x="5279025" y="253412"/>
                  </a:lnTo>
                  <a:lnTo>
                    <a:pt x="5279119" y="253412"/>
                  </a:lnTo>
                  <a:lnTo>
                    <a:pt x="5279213" y="253412"/>
                  </a:lnTo>
                  <a:lnTo>
                    <a:pt x="5279307" y="253412"/>
                  </a:lnTo>
                  <a:lnTo>
                    <a:pt x="5279401" y="253412"/>
                  </a:lnTo>
                  <a:lnTo>
                    <a:pt x="5279495" y="253412"/>
                  </a:lnTo>
                  <a:lnTo>
                    <a:pt x="5279589" y="253412"/>
                  </a:lnTo>
                  <a:lnTo>
                    <a:pt x="5279683" y="253412"/>
                  </a:lnTo>
                  <a:lnTo>
                    <a:pt x="5279777" y="253412"/>
                  </a:lnTo>
                  <a:lnTo>
                    <a:pt x="5279871" y="253412"/>
                  </a:lnTo>
                  <a:lnTo>
                    <a:pt x="5279965" y="253412"/>
                  </a:lnTo>
                  <a:lnTo>
                    <a:pt x="5280059" y="253412"/>
                  </a:lnTo>
                  <a:lnTo>
                    <a:pt x="5280153" y="253412"/>
                  </a:lnTo>
                  <a:lnTo>
                    <a:pt x="5280247" y="253412"/>
                  </a:lnTo>
                  <a:lnTo>
                    <a:pt x="5280341" y="253412"/>
                  </a:lnTo>
                  <a:lnTo>
                    <a:pt x="5280435" y="253412"/>
                  </a:lnTo>
                  <a:lnTo>
                    <a:pt x="5280529" y="253412"/>
                  </a:lnTo>
                  <a:lnTo>
                    <a:pt x="5280623" y="253412"/>
                  </a:lnTo>
                  <a:lnTo>
                    <a:pt x="5280717" y="253412"/>
                  </a:lnTo>
                  <a:lnTo>
                    <a:pt x="5280812" y="253412"/>
                  </a:lnTo>
                  <a:lnTo>
                    <a:pt x="5280906" y="253412"/>
                  </a:lnTo>
                  <a:lnTo>
                    <a:pt x="5281000" y="253412"/>
                  </a:lnTo>
                  <a:lnTo>
                    <a:pt x="5281094" y="253412"/>
                  </a:lnTo>
                  <a:lnTo>
                    <a:pt x="5281188" y="253412"/>
                  </a:lnTo>
                  <a:lnTo>
                    <a:pt x="5281282" y="253412"/>
                  </a:lnTo>
                  <a:lnTo>
                    <a:pt x="5281376" y="253412"/>
                  </a:lnTo>
                  <a:lnTo>
                    <a:pt x="5281470" y="253412"/>
                  </a:lnTo>
                  <a:lnTo>
                    <a:pt x="5281564" y="253412"/>
                  </a:lnTo>
                  <a:lnTo>
                    <a:pt x="5281658" y="253412"/>
                  </a:lnTo>
                  <a:lnTo>
                    <a:pt x="5281752" y="253412"/>
                  </a:lnTo>
                  <a:lnTo>
                    <a:pt x="5281846" y="253412"/>
                  </a:lnTo>
                  <a:lnTo>
                    <a:pt x="5281940" y="253412"/>
                  </a:lnTo>
                  <a:lnTo>
                    <a:pt x="5282034" y="253412"/>
                  </a:lnTo>
                  <a:lnTo>
                    <a:pt x="5282128" y="253412"/>
                  </a:lnTo>
                  <a:lnTo>
                    <a:pt x="5282222" y="253412"/>
                  </a:lnTo>
                  <a:lnTo>
                    <a:pt x="5282316" y="253412"/>
                  </a:lnTo>
                  <a:lnTo>
                    <a:pt x="5282410" y="253412"/>
                  </a:lnTo>
                  <a:lnTo>
                    <a:pt x="5282504" y="253412"/>
                  </a:lnTo>
                  <a:lnTo>
                    <a:pt x="5282598" y="253412"/>
                  </a:lnTo>
                  <a:lnTo>
                    <a:pt x="5282692" y="253412"/>
                  </a:lnTo>
                  <a:lnTo>
                    <a:pt x="5282786" y="253412"/>
                  </a:lnTo>
                  <a:lnTo>
                    <a:pt x="5282880" y="253412"/>
                  </a:lnTo>
                  <a:lnTo>
                    <a:pt x="5282974" y="253412"/>
                  </a:lnTo>
                  <a:lnTo>
                    <a:pt x="5283068" y="253412"/>
                  </a:lnTo>
                  <a:lnTo>
                    <a:pt x="5283162" y="253412"/>
                  </a:lnTo>
                  <a:lnTo>
                    <a:pt x="5283256" y="253412"/>
                  </a:lnTo>
                  <a:lnTo>
                    <a:pt x="5283350" y="253412"/>
                  </a:lnTo>
                  <a:lnTo>
                    <a:pt x="5283444" y="253412"/>
                  </a:lnTo>
                  <a:lnTo>
                    <a:pt x="5283538" y="253412"/>
                  </a:lnTo>
                  <a:lnTo>
                    <a:pt x="5283632" y="253412"/>
                  </a:lnTo>
                  <a:lnTo>
                    <a:pt x="5283726" y="253412"/>
                  </a:lnTo>
                  <a:lnTo>
                    <a:pt x="5283820" y="253412"/>
                  </a:lnTo>
                  <a:lnTo>
                    <a:pt x="5283914" y="253412"/>
                  </a:lnTo>
                  <a:lnTo>
                    <a:pt x="5284008" y="253412"/>
                  </a:lnTo>
                  <a:lnTo>
                    <a:pt x="5284102" y="253412"/>
                  </a:lnTo>
                  <a:lnTo>
                    <a:pt x="5284196" y="253412"/>
                  </a:lnTo>
                  <a:lnTo>
                    <a:pt x="5284290" y="253412"/>
                  </a:lnTo>
                  <a:lnTo>
                    <a:pt x="5284385" y="253412"/>
                  </a:lnTo>
                  <a:lnTo>
                    <a:pt x="5284479" y="253412"/>
                  </a:lnTo>
                  <a:lnTo>
                    <a:pt x="5284573" y="253412"/>
                  </a:lnTo>
                  <a:lnTo>
                    <a:pt x="5284667" y="253412"/>
                  </a:lnTo>
                  <a:lnTo>
                    <a:pt x="5284761" y="253412"/>
                  </a:lnTo>
                  <a:lnTo>
                    <a:pt x="5284855" y="253412"/>
                  </a:lnTo>
                  <a:lnTo>
                    <a:pt x="5284949" y="253412"/>
                  </a:lnTo>
                  <a:lnTo>
                    <a:pt x="5285043" y="253412"/>
                  </a:lnTo>
                  <a:lnTo>
                    <a:pt x="5285137" y="253412"/>
                  </a:lnTo>
                  <a:lnTo>
                    <a:pt x="5285231" y="253412"/>
                  </a:lnTo>
                  <a:lnTo>
                    <a:pt x="5285325" y="253412"/>
                  </a:lnTo>
                  <a:lnTo>
                    <a:pt x="5285419" y="253412"/>
                  </a:lnTo>
                  <a:lnTo>
                    <a:pt x="5285513" y="253412"/>
                  </a:lnTo>
                  <a:lnTo>
                    <a:pt x="5285607" y="253412"/>
                  </a:lnTo>
                  <a:lnTo>
                    <a:pt x="5285701" y="253412"/>
                  </a:lnTo>
                  <a:lnTo>
                    <a:pt x="5285795" y="253412"/>
                  </a:lnTo>
                  <a:lnTo>
                    <a:pt x="5285889" y="253412"/>
                  </a:lnTo>
                  <a:lnTo>
                    <a:pt x="5285983" y="253412"/>
                  </a:lnTo>
                  <a:lnTo>
                    <a:pt x="5286077" y="253412"/>
                  </a:lnTo>
                  <a:lnTo>
                    <a:pt x="5286171" y="253412"/>
                  </a:lnTo>
                  <a:lnTo>
                    <a:pt x="5286265" y="253412"/>
                  </a:lnTo>
                  <a:lnTo>
                    <a:pt x="5286359" y="253412"/>
                  </a:lnTo>
                  <a:lnTo>
                    <a:pt x="5286453" y="253412"/>
                  </a:lnTo>
                  <a:lnTo>
                    <a:pt x="5286547" y="253412"/>
                  </a:lnTo>
                  <a:lnTo>
                    <a:pt x="5286641" y="253412"/>
                  </a:lnTo>
                  <a:lnTo>
                    <a:pt x="5286735" y="253412"/>
                  </a:lnTo>
                  <a:lnTo>
                    <a:pt x="5286829" y="253412"/>
                  </a:lnTo>
                  <a:lnTo>
                    <a:pt x="5286923" y="253412"/>
                  </a:lnTo>
                  <a:lnTo>
                    <a:pt x="5287017" y="253412"/>
                  </a:lnTo>
                  <a:lnTo>
                    <a:pt x="5287111" y="253412"/>
                  </a:lnTo>
                  <a:lnTo>
                    <a:pt x="5287205" y="253412"/>
                  </a:lnTo>
                  <a:lnTo>
                    <a:pt x="5287299" y="253412"/>
                  </a:lnTo>
                  <a:lnTo>
                    <a:pt x="5287393" y="253412"/>
                  </a:lnTo>
                  <a:lnTo>
                    <a:pt x="5287487" y="253412"/>
                  </a:lnTo>
                  <a:lnTo>
                    <a:pt x="5287581" y="253412"/>
                  </a:lnTo>
                  <a:lnTo>
                    <a:pt x="5287675" y="253412"/>
                  </a:lnTo>
                  <a:lnTo>
                    <a:pt x="5287769" y="253412"/>
                  </a:lnTo>
                  <a:lnTo>
                    <a:pt x="5287863" y="253412"/>
                  </a:lnTo>
                  <a:lnTo>
                    <a:pt x="5287958" y="253412"/>
                  </a:lnTo>
                  <a:lnTo>
                    <a:pt x="5287958" y="248132"/>
                  </a:lnTo>
                  <a:lnTo>
                    <a:pt x="5288052" y="248132"/>
                  </a:lnTo>
                  <a:lnTo>
                    <a:pt x="5288146" y="248132"/>
                  </a:lnTo>
                  <a:lnTo>
                    <a:pt x="5288240" y="248132"/>
                  </a:lnTo>
                  <a:lnTo>
                    <a:pt x="5288334" y="248132"/>
                  </a:lnTo>
                  <a:lnTo>
                    <a:pt x="5288428" y="248132"/>
                  </a:lnTo>
                  <a:lnTo>
                    <a:pt x="5288522" y="248132"/>
                  </a:lnTo>
                  <a:lnTo>
                    <a:pt x="5288616" y="248132"/>
                  </a:lnTo>
                  <a:lnTo>
                    <a:pt x="5288710" y="248132"/>
                  </a:lnTo>
                  <a:lnTo>
                    <a:pt x="5288804" y="248132"/>
                  </a:lnTo>
                  <a:lnTo>
                    <a:pt x="5288898" y="248132"/>
                  </a:lnTo>
                  <a:lnTo>
                    <a:pt x="5288992" y="248132"/>
                  </a:lnTo>
                  <a:lnTo>
                    <a:pt x="5289086" y="248132"/>
                  </a:lnTo>
                  <a:lnTo>
                    <a:pt x="5289180" y="248132"/>
                  </a:lnTo>
                  <a:lnTo>
                    <a:pt x="5289274" y="248132"/>
                  </a:lnTo>
                  <a:lnTo>
                    <a:pt x="5289368" y="248132"/>
                  </a:lnTo>
                  <a:lnTo>
                    <a:pt x="5289462" y="248132"/>
                  </a:lnTo>
                  <a:lnTo>
                    <a:pt x="5289556" y="248132"/>
                  </a:lnTo>
                  <a:lnTo>
                    <a:pt x="5289650" y="248132"/>
                  </a:lnTo>
                  <a:lnTo>
                    <a:pt x="5289744" y="248132"/>
                  </a:lnTo>
                  <a:lnTo>
                    <a:pt x="5289838" y="248132"/>
                  </a:lnTo>
                  <a:lnTo>
                    <a:pt x="5289932" y="248132"/>
                  </a:lnTo>
                  <a:lnTo>
                    <a:pt x="5290026" y="248132"/>
                  </a:lnTo>
                  <a:lnTo>
                    <a:pt x="5290120" y="248132"/>
                  </a:lnTo>
                  <a:lnTo>
                    <a:pt x="5290214" y="248132"/>
                  </a:lnTo>
                  <a:lnTo>
                    <a:pt x="5290308" y="248132"/>
                  </a:lnTo>
                  <a:lnTo>
                    <a:pt x="5290402" y="248132"/>
                  </a:lnTo>
                  <a:lnTo>
                    <a:pt x="5290496" y="248132"/>
                  </a:lnTo>
                  <a:lnTo>
                    <a:pt x="5290590" y="248132"/>
                  </a:lnTo>
                  <a:lnTo>
                    <a:pt x="5290684" y="248132"/>
                  </a:lnTo>
                  <a:lnTo>
                    <a:pt x="5290778" y="248132"/>
                  </a:lnTo>
                  <a:lnTo>
                    <a:pt x="5290872" y="248132"/>
                  </a:lnTo>
                  <a:lnTo>
                    <a:pt x="5290966" y="248132"/>
                  </a:lnTo>
                  <a:lnTo>
                    <a:pt x="5291060" y="248132"/>
                  </a:lnTo>
                  <a:lnTo>
                    <a:pt x="5291154" y="248132"/>
                  </a:lnTo>
                  <a:lnTo>
                    <a:pt x="5291248" y="248132"/>
                  </a:lnTo>
                  <a:lnTo>
                    <a:pt x="5291342" y="248132"/>
                  </a:lnTo>
                  <a:lnTo>
                    <a:pt x="5291436" y="248132"/>
                  </a:lnTo>
                  <a:lnTo>
                    <a:pt x="5291531" y="248132"/>
                  </a:lnTo>
                  <a:lnTo>
                    <a:pt x="5291625" y="248132"/>
                  </a:lnTo>
                  <a:lnTo>
                    <a:pt x="5291719" y="248132"/>
                  </a:lnTo>
                  <a:lnTo>
                    <a:pt x="5291813" y="248132"/>
                  </a:lnTo>
                  <a:lnTo>
                    <a:pt x="5291907" y="248132"/>
                  </a:lnTo>
                  <a:lnTo>
                    <a:pt x="5292001" y="248132"/>
                  </a:lnTo>
                  <a:lnTo>
                    <a:pt x="5292095" y="248132"/>
                  </a:lnTo>
                  <a:lnTo>
                    <a:pt x="5292189" y="248132"/>
                  </a:lnTo>
                  <a:lnTo>
                    <a:pt x="5292283" y="248132"/>
                  </a:lnTo>
                  <a:lnTo>
                    <a:pt x="5292377" y="248132"/>
                  </a:lnTo>
                  <a:lnTo>
                    <a:pt x="5292471" y="248132"/>
                  </a:lnTo>
                  <a:lnTo>
                    <a:pt x="5292565" y="248132"/>
                  </a:lnTo>
                  <a:lnTo>
                    <a:pt x="5292659" y="248132"/>
                  </a:lnTo>
                  <a:lnTo>
                    <a:pt x="5292753" y="248132"/>
                  </a:lnTo>
                  <a:lnTo>
                    <a:pt x="5292847" y="248132"/>
                  </a:lnTo>
                  <a:lnTo>
                    <a:pt x="5292941" y="248132"/>
                  </a:lnTo>
                  <a:lnTo>
                    <a:pt x="5293035" y="248132"/>
                  </a:lnTo>
                  <a:lnTo>
                    <a:pt x="5293129" y="248132"/>
                  </a:lnTo>
                  <a:lnTo>
                    <a:pt x="5293223" y="248132"/>
                  </a:lnTo>
                  <a:lnTo>
                    <a:pt x="5293317" y="248132"/>
                  </a:lnTo>
                  <a:lnTo>
                    <a:pt x="5293411" y="248132"/>
                  </a:lnTo>
                  <a:lnTo>
                    <a:pt x="5293505" y="248132"/>
                  </a:lnTo>
                  <a:lnTo>
                    <a:pt x="5293599" y="248132"/>
                  </a:lnTo>
                  <a:lnTo>
                    <a:pt x="5293693" y="248132"/>
                  </a:lnTo>
                  <a:lnTo>
                    <a:pt x="5293787" y="248132"/>
                  </a:lnTo>
                  <a:lnTo>
                    <a:pt x="5293881" y="248132"/>
                  </a:lnTo>
                  <a:lnTo>
                    <a:pt x="5293975" y="248132"/>
                  </a:lnTo>
                  <a:lnTo>
                    <a:pt x="5294069" y="248132"/>
                  </a:lnTo>
                  <a:lnTo>
                    <a:pt x="5294163" y="248132"/>
                  </a:lnTo>
                  <a:lnTo>
                    <a:pt x="5294257" y="248132"/>
                  </a:lnTo>
                  <a:lnTo>
                    <a:pt x="5294351" y="248132"/>
                  </a:lnTo>
                  <a:lnTo>
                    <a:pt x="5294445" y="248132"/>
                  </a:lnTo>
                  <a:lnTo>
                    <a:pt x="5294539" y="248132"/>
                  </a:lnTo>
                  <a:lnTo>
                    <a:pt x="5294633" y="248132"/>
                  </a:lnTo>
                  <a:lnTo>
                    <a:pt x="5294727" y="248132"/>
                  </a:lnTo>
                  <a:lnTo>
                    <a:pt x="5294821" y="248132"/>
                  </a:lnTo>
                  <a:lnTo>
                    <a:pt x="5294915" y="248132"/>
                  </a:lnTo>
                  <a:lnTo>
                    <a:pt x="5295010" y="248132"/>
                  </a:lnTo>
                  <a:lnTo>
                    <a:pt x="5295104" y="248132"/>
                  </a:lnTo>
                  <a:lnTo>
                    <a:pt x="5295198" y="248132"/>
                  </a:lnTo>
                  <a:lnTo>
                    <a:pt x="5295292" y="248132"/>
                  </a:lnTo>
                  <a:lnTo>
                    <a:pt x="5295386" y="248132"/>
                  </a:lnTo>
                  <a:lnTo>
                    <a:pt x="5295480" y="248132"/>
                  </a:lnTo>
                  <a:lnTo>
                    <a:pt x="5295574" y="248132"/>
                  </a:lnTo>
                  <a:lnTo>
                    <a:pt x="5295668" y="248132"/>
                  </a:lnTo>
                  <a:lnTo>
                    <a:pt x="5295762" y="248132"/>
                  </a:lnTo>
                  <a:lnTo>
                    <a:pt x="5295856" y="248132"/>
                  </a:lnTo>
                  <a:lnTo>
                    <a:pt x="5295950" y="248132"/>
                  </a:lnTo>
                  <a:lnTo>
                    <a:pt x="5296044" y="248132"/>
                  </a:lnTo>
                  <a:lnTo>
                    <a:pt x="5296138" y="248132"/>
                  </a:lnTo>
                  <a:lnTo>
                    <a:pt x="5296232" y="248132"/>
                  </a:lnTo>
                  <a:lnTo>
                    <a:pt x="5296326" y="248132"/>
                  </a:lnTo>
                  <a:lnTo>
                    <a:pt x="5296420" y="248132"/>
                  </a:lnTo>
                  <a:lnTo>
                    <a:pt x="5296514" y="248132"/>
                  </a:lnTo>
                  <a:lnTo>
                    <a:pt x="5296608" y="248132"/>
                  </a:lnTo>
                  <a:lnTo>
                    <a:pt x="5296702" y="248132"/>
                  </a:lnTo>
                  <a:lnTo>
                    <a:pt x="5296796" y="248132"/>
                  </a:lnTo>
                  <a:lnTo>
                    <a:pt x="5296890" y="248132"/>
                  </a:lnTo>
                  <a:lnTo>
                    <a:pt x="5296984" y="248132"/>
                  </a:lnTo>
                  <a:lnTo>
                    <a:pt x="5297078" y="248132"/>
                  </a:lnTo>
                  <a:lnTo>
                    <a:pt x="5297078" y="242853"/>
                  </a:lnTo>
                  <a:lnTo>
                    <a:pt x="5297172" y="242853"/>
                  </a:lnTo>
                  <a:lnTo>
                    <a:pt x="5297266" y="242853"/>
                  </a:lnTo>
                  <a:lnTo>
                    <a:pt x="5297360" y="242853"/>
                  </a:lnTo>
                  <a:lnTo>
                    <a:pt x="5297454" y="242853"/>
                  </a:lnTo>
                  <a:lnTo>
                    <a:pt x="5297548" y="242853"/>
                  </a:lnTo>
                  <a:lnTo>
                    <a:pt x="5297642" y="242853"/>
                  </a:lnTo>
                  <a:lnTo>
                    <a:pt x="5297736" y="242853"/>
                  </a:lnTo>
                  <a:lnTo>
                    <a:pt x="5297830" y="242853"/>
                  </a:lnTo>
                  <a:lnTo>
                    <a:pt x="5297924" y="242853"/>
                  </a:lnTo>
                  <a:lnTo>
                    <a:pt x="5298018" y="242853"/>
                  </a:lnTo>
                  <a:lnTo>
                    <a:pt x="5298112" y="242853"/>
                  </a:lnTo>
                  <a:lnTo>
                    <a:pt x="5298206" y="242853"/>
                  </a:lnTo>
                  <a:lnTo>
                    <a:pt x="5298300" y="242853"/>
                  </a:lnTo>
                  <a:lnTo>
                    <a:pt x="5298394" y="242853"/>
                  </a:lnTo>
                  <a:lnTo>
                    <a:pt x="5298488" y="242853"/>
                  </a:lnTo>
                  <a:lnTo>
                    <a:pt x="5298583" y="242853"/>
                  </a:lnTo>
                  <a:lnTo>
                    <a:pt x="5298677" y="242853"/>
                  </a:lnTo>
                  <a:lnTo>
                    <a:pt x="5298771" y="242853"/>
                  </a:lnTo>
                  <a:lnTo>
                    <a:pt x="5298865" y="242853"/>
                  </a:lnTo>
                  <a:lnTo>
                    <a:pt x="5298959" y="242853"/>
                  </a:lnTo>
                  <a:lnTo>
                    <a:pt x="5299053" y="242853"/>
                  </a:lnTo>
                  <a:lnTo>
                    <a:pt x="5299147" y="242853"/>
                  </a:lnTo>
                  <a:lnTo>
                    <a:pt x="5299241" y="242853"/>
                  </a:lnTo>
                  <a:lnTo>
                    <a:pt x="5299335" y="242853"/>
                  </a:lnTo>
                  <a:lnTo>
                    <a:pt x="5299429" y="242853"/>
                  </a:lnTo>
                  <a:lnTo>
                    <a:pt x="5299523" y="242853"/>
                  </a:lnTo>
                  <a:lnTo>
                    <a:pt x="5299617" y="242853"/>
                  </a:lnTo>
                  <a:lnTo>
                    <a:pt x="5299711" y="242853"/>
                  </a:lnTo>
                  <a:lnTo>
                    <a:pt x="5299805" y="242853"/>
                  </a:lnTo>
                  <a:lnTo>
                    <a:pt x="5299899" y="242853"/>
                  </a:lnTo>
                  <a:lnTo>
                    <a:pt x="5299993" y="242853"/>
                  </a:lnTo>
                  <a:lnTo>
                    <a:pt x="5300087" y="242853"/>
                  </a:lnTo>
                  <a:lnTo>
                    <a:pt x="5300181" y="242853"/>
                  </a:lnTo>
                  <a:lnTo>
                    <a:pt x="5300275" y="242853"/>
                  </a:lnTo>
                  <a:lnTo>
                    <a:pt x="5300369" y="242853"/>
                  </a:lnTo>
                  <a:lnTo>
                    <a:pt x="5300463" y="242853"/>
                  </a:lnTo>
                  <a:lnTo>
                    <a:pt x="5300557" y="242853"/>
                  </a:lnTo>
                  <a:lnTo>
                    <a:pt x="5300651" y="242853"/>
                  </a:lnTo>
                  <a:lnTo>
                    <a:pt x="5300745" y="242853"/>
                  </a:lnTo>
                  <a:lnTo>
                    <a:pt x="5300839" y="242853"/>
                  </a:lnTo>
                  <a:lnTo>
                    <a:pt x="5300933" y="242853"/>
                  </a:lnTo>
                  <a:lnTo>
                    <a:pt x="5301027" y="242853"/>
                  </a:lnTo>
                  <a:lnTo>
                    <a:pt x="5301121" y="242853"/>
                  </a:lnTo>
                  <a:lnTo>
                    <a:pt x="5301215" y="242853"/>
                  </a:lnTo>
                  <a:lnTo>
                    <a:pt x="5301309" y="242853"/>
                  </a:lnTo>
                  <a:lnTo>
                    <a:pt x="5301403" y="242853"/>
                  </a:lnTo>
                  <a:lnTo>
                    <a:pt x="5301497" y="242853"/>
                  </a:lnTo>
                  <a:lnTo>
                    <a:pt x="5301591" y="242853"/>
                  </a:lnTo>
                  <a:lnTo>
                    <a:pt x="5301685" y="242853"/>
                  </a:lnTo>
                  <a:lnTo>
                    <a:pt x="5301779" y="242853"/>
                  </a:lnTo>
                  <a:lnTo>
                    <a:pt x="5301873" y="242853"/>
                  </a:lnTo>
                  <a:lnTo>
                    <a:pt x="5301967" y="242853"/>
                  </a:lnTo>
                  <a:lnTo>
                    <a:pt x="5302061" y="242853"/>
                  </a:lnTo>
                  <a:lnTo>
                    <a:pt x="5302156" y="242853"/>
                  </a:lnTo>
                  <a:lnTo>
                    <a:pt x="5302250" y="242853"/>
                  </a:lnTo>
                  <a:lnTo>
                    <a:pt x="5302344" y="242853"/>
                  </a:lnTo>
                  <a:lnTo>
                    <a:pt x="5302438" y="242853"/>
                  </a:lnTo>
                  <a:lnTo>
                    <a:pt x="5302532" y="242853"/>
                  </a:lnTo>
                  <a:lnTo>
                    <a:pt x="5302626" y="242853"/>
                  </a:lnTo>
                  <a:lnTo>
                    <a:pt x="5302720" y="242853"/>
                  </a:lnTo>
                  <a:lnTo>
                    <a:pt x="5302814" y="242853"/>
                  </a:lnTo>
                  <a:lnTo>
                    <a:pt x="5302908" y="242853"/>
                  </a:lnTo>
                  <a:lnTo>
                    <a:pt x="5303002" y="242853"/>
                  </a:lnTo>
                  <a:lnTo>
                    <a:pt x="5303096" y="242853"/>
                  </a:lnTo>
                  <a:lnTo>
                    <a:pt x="5303190" y="242853"/>
                  </a:lnTo>
                  <a:lnTo>
                    <a:pt x="5303284" y="242853"/>
                  </a:lnTo>
                  <a:lnTo>
                    <a:pt x="5303378" y="242853"/>
                  </a:lnTo>
                  <a:lnTo>
                    <a:pt x="5303472" y="242853"/>
                  </a:lnTo>
                  <a:lnTo>
                    <a:pt x="5303566" y="242853"/>
                  </a:lnTo>
                  <a:lnTo>
                    <a:pt x="5303660" y="242853"/>
                  </a:lnTo>
                  <a:lnTo>
                    <a:pt x="5303754" y="242853"/>
                  </a:lnTo>
                  <a:lnTo>
                    <a:pt x="5303848" y="242853"/>
                  </a:lnTo>
                  <a:lnTo>
                    <a:pt x="5303942" y="242853"/>
                  </a:lnTo>
                  <a:lnTo>
                    <a:pt x="5304036" y="242853"/>
                  </a:lnTo>
                  <a:lnTo>
                    <a:pt x="5304130" y="242853"/>
                  </a:lnTo>
                  <a:lnTo>
                    <a:pt x="5304224" y="242853"/>
                  </a:lnTo>
                  <a:lnTo>
                    <a:pt x="5304318" y="242853"/>
                  </a:lnTo>
                  <a:lnTo>
                    <a:pt x="5304412" y="242853"/>
                  </a:lnTo>
                  <a:lnTo>
                    <a:pt x="5304506" y="242853"/>
                  </a:lnTo>
                  <a:lnTo>
                    <a:pt x="5304600" y="242853"/>
                  </a:lnTo>
                  <a:lnTo>
                    <a:pt x="5304694" y="242853"/>
                  </a:lnTo>
                  <a:lnTo>
                    <a:pt x="5304788" y="242853"/>
                  </a:lnTo>
                  <a:lnTo>
                    <a:pt x="5304882" y="242853"/>
                  </a:lnTo>
                  <a:lnTo>
                    <a:pt x="5304976" y="242853"/>
                  </a:lnTo>
                  <a:lnTo>
                    <a:pt x="5305070" y="242853"/>
                  </a:lnTo>
                  <a:lnTo>
                    <a:pt x="5305164" y="242853"/>
                  </a:lnTo>
                  <a:lnTo>
                    <a:pt x="5305258" y="242853"/>
                  </a:lnTo>
                  <a:lnTo>
                    <a:pt x="5305352" y="242853"/>
                  </a:lnTo>
                  <a:lnTo>
                    <a:pt x="5305446" y="242853"/>
                  </a:lnTo>
                  <a:lnTo>
                    <a:pt x="5305540" y="242853"/>
                  </a:lnTo>
                  <a:lnTo>
                    <a:pt x="5305635" y="242853"/>
                  </a:lnTo>
                  <a:lnTo>
                    <a:pt x="5305729" y="242853"/>
                  </a:lnTo>
                  <a:lnTo>
                    <a:pt x="5305823" y="242853"/>
                  </a:lnTo>
                  <a:lnTo>
                    <a:pt x="5305917" y="242853"/>
                  </a:lnTo>
                  <a:lnTo>
                    <a:pt x="5306011" y="242853"/>
                  </a:lnTo>
                  <a:lnTo>
                    <a:pt x="5306105" y="242853"/>
                  </a:lnTo>
                  <a:lnTo>
                    <a:pt x="5306199" y="242853"/>
                  </a:lnTo>
                  <a:lnTo>
                    <a:pt x="5306293" y="242853"/>
                  </a:lnTo>
                  <a:lnTo>
                    <a:pt x="5306387" y="242853"/>
                  </a:lnTo>
                  <a:lnTo>
                    <a:pt x="5306481" y="242853"/>
                  </a:lnTo>
                  <a:lnTo>
                    <a:pt x="5306575" y="242853"/>
                  </a:lnTo>
                  <a:lnTo>
                    <a:pt x="5306669" y="242853"/>
                  </a:lnTo>
                  <a:lnTo>
                    <a:pt x="5306763" y="242853"/>
                  </a:lnTo>
                  <a:lnTo>
                    <a:pt x="5306857" y="242853"/>
                  </a:lnTo>
                  <a:lnTo>
                    <a:pt x="5306951" y="242853"/>
                  </a:lnTo>
                  <a:lnTo>
                    <a:pt x="5307045" y="242853"/>
                  </a:lnTo>
                  <a:lnTo>
                    <a:pt x="5307139" y="242853"/>
                  </a:lnTo>
                  <a:lnTo>
                    <a:pt x="5307233" y="242853"/>
                  </a:lnTo>
                  <a:lnTo>
                    <a:pt x="5307327" y="242853"/>
                  </a:lnTo>
                  <a:lnTo>
                    <a:pt x="5307421" y="242853"/>
                  </a:lnTo>
                  <a:lnTo>
                    <a:pt x="5307515" y="242853"/>
                  </a:lnTo>
                  <a:lnTo>
                    <a:pt x="5307609" y="242853"/>
                  </a:lnTo>
                  <a:lnTo>
                    <a:pt x="5307703" y="242853"/>
                  </a:lnTo>
                  <a:lnTo>
                    <a:pt x="5307797" y="242853"/>
                  </a:lnTo>
                  <a:lnTo>
                    <a:pt x="5307891" y="242853"/>
                  </a:lnTo>
                  <a:lnTo>
                    <a:pt x="5307985" y="242853"/>
                  </a:lnTo>
                  <a:lnTo>
                    <a:pt x="5308079" y="242853"/>
                  </a:lnTo>
                  <a:lnTo>
                    <a:pt x="5308173" y="242853"/>
                  </a:lnTo>
                  <a:lnTo>
                    <a:pt x="5308267" y="242853"/>
                  </a:lnTo>
                  <a:lnTo>
                    <a:pt x="5308361" y="242853"/>
                  </a:lnTo>
                  <a:lnTo>
                    <a:pt x="5308455" y="242853"/>
                  </a:lnTo>
                  <a:lnTo>
                    <a:pt x="5308549" y="242853"/>
                  </a:lnTo>
                  <a:lnTo>
                    <a:pt x="5308643" y="242853"/>
                  </a:lnTo>
                  <a:lnTo>
                    <a:pt x="5308737" y="242853"/>
                  </a:lnTo>
                  <a:lnTo>
                    <a:pt x="5308831" y="242853"/>
                  </a:lnTo>
                  <a:lnTo>
                    <a:pt x="5308925" y="242853"/>
                  </a:lnTo>
                  <a:lnTo>
                    <a:pt x="5309019" y="242853"/>
                  </a:lnTo>
                  <a:lnTo>
                    <a:pt x="5309113" y="242853"/>
                  </a:lnTo>
                  <a:lnTo>
                    <a:pt x="5309208" y="242853"/>
                  </a:lnTo>
                  <a:lnTo>
                    <a:pt x="5309302" y="242853"/>
                  </a:lnTo>
                  <a:lnTo>
                    <a:pt x="5309396" y="242853"/>
                  </a:lnTo>
                  <a:lnTo>
                    <a:pt x="5309490" y="242853"/>
                  </a:lnTo>
                  <a:lnTo>
                    <a:pt x="5309584" y="242853"/>
                  </a:lnTo>
                  <a:lnTo>
                    <a:pt x="5309678" y="242853"/>
                  </a:lnTo>
                  <a:lnTo>
                    <a:pt x="5309772" y="242853"/>
                  </a:lnTo>
                  <a:lnTo>
                    <a:pt x="5309866" y="242853"/>
                  </a:lnTo>
                  <a:lnTo>
                    <a:pt x="5309960" y="242853"/>
                  </a:lnTo>
                  <a:lnTo>
                    <a:pt x="5310054" y="242853"/>
                  </a:lnTo>
                  <a:lnTo>
                    <a:pt x="5310148" y="242853"/>
                  </a:lnTo>
                  <a:lnTo>
                    <a:pt x="5310242" y="242853"/>
                  </a:lnTo>
                  <a:lnTo>
                    <a:pt x="5310336" y="242853"/>
                  </a:lnTo>
                  <a:lnTo>
                    <a:pt x="5310430" y="242853"/>
                  </a:lnTo>
                  <a:lnTo>
                    <a:pt x="5310524" y="242853"/>
                  </a:lnTo>
                  <a:lnTo>
                    <a:pt x="5310618" y="242853"/>
                  </a:lnTo>
                  <a:lnTo>
                    <a:pt x="5310712" y="242853"/>
                  </a:lnTo>
                  <a:lnTo>
                    <a:pt x="5310806" y="242853"/>
                  </a:lnTo>
                  <a:lnTo>
                    <a:pt x="5310900" y="242853"/>
                  </a:lnTo>
                  <a:lnTo>
                    <a:pt x="5310994" y="242853"/>
                  </a:lnTo>
                  <a:lnTo>
                    <a:pt x="5311088" y="242853"/>
                  </a:lnTo>
                  <a:lnTo>
                    <a:pt x="5311182" y="242853"/>
                  </a:lnTo>
                  <a:lnTo>
                    <a:pt x="5311276" y="242853"/>
                  </a:lnTo>
                  <a:lnTo>
                    <a:pt x="5311370" y="242853"/>
                  </a:lnTo>
                  <a:lnTo>
                    <a:pt x="5311464" y="242853"/>
                  </a:lnTo>
                  <a:lnTo>
                    <a:pt x="5311558" y="242853"/>
                  </a:lnTo>
                  <a:lnTo>
                    <a:pt x="5311652" y="242853"/>
                  </a:lnTo>
                  <a:lnTo>
                    <a:pt x="5311746" y="242853"/>
                  </a:lnTo>
                  <a:lnTo>
                    <a:pt x="5311840" y="242853"/>
                  </a:lnTo>
                  <a:lnTo>
                    <a:pt x="5311934" y="242853"/>
                  </a:lnTo>
                  <a:lnTo>
                    <a:pt x="5312028" y="242853"/>
                  </a:lnTo>
                  <a:lnTo>
                    <a:pt x="5312122" y="242853"/>
                  </a:lnTo>
                  <a:lnTo>
                    <a:pt x="5312216" y="242853"/>
                  </a:lnTo>
                  <a:lnTo>
                    <a:pt x="5312310" y="242853"/>
                  </a:lnTo>
                  <a:lnTo>
                    <a:pt x="5312404" y="242853"/>
                  </a:lnTo>
                  <a:lnTo>
                    <a:pt x="5312498" y="242853"/>
                  </a:lnTo>
                  <a:lnTo>
                    <a:pt x="5312592" y="242853"/>
                  </a:lnTo>
                  <a:lnTo>
                    <a:pt x="5312686" y="242853"/>
                  </a:lnTo>
                  <a:lnTo>
                    <a:pt x="5312781" y="242853"/>
                  </a:lnTo>
                  <a:lnTo>
                    <a:pt x="5312875" y="242853"/>
                  </a:lnTo>
                  <a:lnTo>
                    <a:pt x="5312969" y="242853"/>
                  </a:lnTo>
                  <a:lnTo>
                    <a:pt x="5313063" y="242853"/>
                  </a:lnTo>
                  <a:lnTo>
                    <a:pt x="5313157" y="242853"/>
                  </a:lnTo>
                  <a:lnTo>
                    <a:pt x="5313251" y="242853"/>
                  </a:lnTo>
                  <a:lnTo>
                    <a:pt x="5313345" y="242853"/>
                  </a:lnTo>
                  <a:lnTo>
                    <a:pt x="5313439" y="242853"/>
                  </a:lnTo>
                  <a:lnTo>
                    <a:pt x="5313533" y="242853"/>
                  </a:lnTo>
                  <a:lnTo>
                    <a:pt x="5313627" y="242853"/>
                  </a:lnTo>
                  <a:lnTo>
                    <a:pt x="5313721" y="242853"/>
                  </a:lnTo>
                  <a:lnTo>
                    <a:pt x="5313815" y="242853"/>
                  </a:lnTo>
                  <a:lnTo>
                    <a:pt x="5313909" y="242853"/>
                  </a:lnTo>
                  <a:lnTo>
                    <a:pt x="5314003" y="242853"/>
                  </a:lnTo>
                  <a:lnTo>
                    <a:pt x="5314097" y="242853"/>
                  </a:lnTo>
                  <a:lnTo>
                    <a:pt x="5314191" y="242853"/>
                  </a:lnTo>
                  <a:lnTo>
                    <a:pt x="5314285" y="242853"/>
                  </a:lnTo>
                  <a:lnTo>
                    <a:pt x="5314379" y="242853"/>
                  </a:lnTo>
                  <a:lnTo>
                    <a:pt x="5314473" y="242853"/>
                  </a:lnTo>
                  <a:lnTo>
                    <a:pt x="5314567" y="242853"/>
                  </a:lnTo>
                  <a:lnTo>
                    <a:pt x="5314661" y="242853"/>
                  </a:lnTo>
                  <a:lnTo>
                    <a:pt x="5314755" y="242853"/>
                  </a:lnTo>
                  <a:lnTo>
                    <a:pt x="5314849" y="242853"/>
                  </a:lnTo>
                  <a:lnTo>
                    <a:pt x="5314943" y="242853"/>
                  </a:lnTo>
                  <a:lnTo>
                    <a:pt x="5315037" y="242853"/>
                  </a:lnTo>
                  <a:lnTo>
                    <a:pt x="5315131" y="242853"/>
                  </a:lnTo>
                  <a:lnTo>
                    <a:pt x="5315225" y="242853"/>
                  </a:lnTo>
                  <a:lnTo>
                    <a:pt x="5315319" y="242853"/>
                  </a:lnTo>
                  <a:lnTo>
                    <a:pt x="5315413" y="242853"/>
                  </a:lnTo>
                  <a:lnTo>
                    <a:pt x="5315507" y="242853"/>
                  </a:lnTo>
                  <a:lnTo>
                    <a:pt x="5315601" y="242853"/>
                  </a:lnTo>
                  <a:lnTo>
                    <a:pt x="5315695" y="242853"/>
                  </a:lnTo>
                  <a:lnTo>
                    <a:pt x="5315789" y="242853"/>
                  </a:lnTo>
                  <a:lnTo>
                    <a:pt x="5315883" y="242853"/>
                  </a:lnTo>
                  <a:lnTo>
                    <a:pt x="5315977" y="242853"/>
                  </a:lnTo>
                  <a:lnTo>
                    <a:pt x="5316071" y="242853"/>
                  </a:lnTo>
                  <a:lnTo>
                    <a:pt x="5316165" y="242853"/>
                  </a:lnTo>
                  <a:lnTo>
                    <a:pt x="5316260" y="242853"/>
                  </a:lnTo>
                  <a:lnTo>
                    <a:pt x="5316354" y="242853"/>
                  </a:lnTo>
                  <a:lnTo>
                    <a:pt x="5316448" y="242853"/>
                  </a:lnTo>
                  <a:lnTo>
                    <a:pt x="5316542" y="242853"/>
                  </a:lnTo>
                  <a:lnTo>
                    <a:pt x="5316636" y="242853"/>
                  </a:lnTo>
                  <a:lnTo>
                    <a:pt x="5316730" y="242853"/>
                  </a:lnTo>
                  <a:lnTo>
                    <a:pt x="5316824" y="242853"/>
                  </a:lnTo>
                  <a:lnTo>
                    <a:pt x="5316918" y="242853"/>
                  </a:lnTo>
                  <a:lnTo>
                    <a:pt x="5317012" y="242853"/>
                  </a:lnTo>
                  <a:lnTo>
                    <a:pt x="5317106" y="242853"/>
                  </a:lnTo>
                  <a:lnTo>
                    <a:pt x="5317200" y="242853"/>
                  </a:lnTo>
                  <a:lnTo>
                    <a:pt x="5317294" y="242853"/>
                  </a:lnTo>
                  <a:lnTo>
                    <a:pt x="5317388" y="242853"/>
                  </a:lnTo>
                  <a:lnTo>
                    <a:pt x="5317482" y="242853"/>
                  </a:lnTo>
                  <a:lnTo>
                    <a:pt x="5317576" y="242853"/>
                  </a:lnTo>
                  <a:lnTo>
                    <a:pt x="5317670" y="242853"/>
                  </a:lnTo>
                  <a:lnTo>
                    <a:pt x="5317764" y="242853"/>
                  </a:lnTo>
                  <a:lnTo>
                    <a:pt x="5317858" y="242853"/>
                  </a:lnTo>
                  <a:lnTo>
                    <a:pt x="5317952" y="242853"/>
                  </a:lnTo>
                  <a:lnTo>
                    <a:pt x="5318046" y="242853"/>
                  </a:lnTo>
                  <a:lnTo>
                    <a:pt x="5318140" y="242853"/>
                  </a:lnTo>
                  <a:lnTo>
                    <a:pt x="5318234" y="242853"/>
                  </a:lnTo>
                  <a:lnTo>
                    <a:pt x="5318328" y="242853"/>
                  </a:lnTo>
                  <a:lnTo>
                    <a:pt x="5318422" y="242853"/>
                  </a:lnTo>
                  <a:lnTo>
                    <a:pt x="5318516" y="242853"/>
                  </a:lnTo>
                  <a:lnTo>
                    <a:pt x="5318610" y="242853"/>
                  </a:lnTo>
                  <a:lnTo>
                    <a:pt x="5318704" y="242853"/>
                  </a:lnTo>
                  <a:lnTo>
                    <a:pt x="5318798" y="242853"/>
                  </a:lnTo>
                  <a:lnTo>
                    <a:pt x="5318892" y="242853"/>
                  </a:lnTo>
                  <a:lnTo>
                    <a:pt x="5318986" y="242853"/>
                  </a:lnTo>
                  <a:lnTo>
                    <a:pt x="5319080" y="242853"/>
                  </a:lnTo>
                  <a:lnTo>
                    <a:pt x="5319174" y="242853"/>
                  </a:lnTo>
                  <a:lnTo>
                    <a:pt x="5319268" y="242853"/>
                  </a:lnTo>
                  <a:lnTo>
                    <a:pt x="5319362" y="242853"/>
                  </a:lnTo>
                  <a:lnTo>
                    <a:pt x="5319456" y="242853"/>
                  </a:lnTo>
                  <a:lnTo>
                    <a:pt x="5319550" y="242853"/>
                  </a:lnTo>
                  <a:lnTo>
                    <a:pt x="5319644" y="242853"/>
                  </a:lnTo>
                  <a:lnTo>
                    <a:pt x="5319738" y="242853"/>
                  </a:lnTo>
                  <a:lnTo>
                    <a:pt x="5319833" y="242853"/>
                  </a:lnTo>
                  <a:lnTo>
                    <a:pt x="5319927" y="242853"/>
                  </a:lnTo>
                  <a:lnTo>
                    <a:pt x="5320021" y="242853"/>
                  </a:lnTo>
                  <a:lnTo>
                    <a:pt x="5320115" y="242853"/>
                  </a:lnTo>
                  <a:lnTo>
                    <a:pt x="5320209" y="242853"/>
                  </a:lnTo>
                  <a:lnTo>
                    <a:pt x="5320303" y="242853"/>
                  </a:lnTo>
                  <a:lnTo>
                    <a:pt x="5320397" y="242853"/>
                  </a:lnTo>
                  <a:lnTo>
                    <a:pt x="5320491" y="242853"/>
                  </a:lnTo>
                  <a:lnTo>
                    <a:pt x="5320585" y="242853"/>
                  </a:lnTo>
                  <a:lnTo>
                    <a:pt x="5320679" y="242853"/>
                  </a:lnTo>
                  <a:lnTo>
                    <a:pt x="5320773" y="242853"/>
                  </a:lnTo>
                  <a:lnTo>
                    <a:pt x="5320867" y="242853"/>
                  </a:lnTo>
                  <a:lnTo>
                    <a:pt x="5320961" y="242853"/>
                  </a:lnTo>
                  <a:lnTo>
                    <a:pt x="5321055" y="242853"/>
                  </a:lnTo>
                  <a:lnTo>
                    <a:pt x="5321149" y="242853"/>
                  </a:lnTo>
                  <a:lnTo>
                    <a:pt x="5321243" y="242853"/>
                  </a:lnTo>
                  <a:lnTo>
                    <a:pt x="5321337" y="242853"/>
                  </a:lnTo>
                  <a:lnTo>
                    <a:pt x="5321431" y="242853"/>
                  </a:lnTo>
                  <a:lnTo>
                    <a:pt x="5321525" y="242853"/>
                  </a:lnTo>
                  <a:lnTo>
                    <a:pt x="5321619" y="242853"/>
                  </a:lnTo>
                  <a:lnTo>
                    <a:pt x="5321713" y="242853"/>
                  </a:lnTo>
                  <a:lnTo>
                    <a:pt x="5321807" y="242853"/>
                  </a:lnTo>
                  <a:lnTo>
                    <a:pt x="5321901" y="242853"/>
                  </a:lnTo>
                  <a:lnTo>
                    <a:pt x="5321995" y="242853"/>
                  </a:lnTo>
                  <a:lnTo>
                    <a:pt x="5322089" y="242853"/>
                  </a:lnTo>
                  <a:lnTo>
                    <a:pt x="5322183" y="242853"/>
                  </a:lnTo>
                  <a:lnTo>
                    <a:pt x="5322277" y="242853"/>
                  </a:lnTo>
                  <a:lnTo>
                    <a:pt x="5322371" y="242853"/>
                  </a:lnTo>
                  <a:lnTo>
                    <a:pt x="5322465" y="242853"/>
                  </a:lnTo>
                  <a:lnTo>
                    <a:pt x="5322559" y="242853"/>
                  </a:lnTo>
                  <a:lnTo>
                    <a:pt x="5322653" y="242853"/>
                  </a:lnTo>
                  <a:lnTo>
                    <a:pt x="5322747" y="242853"/>
                  </a:lnTo>
                  <a:lnTo>
                    <a:pt x="5322841" y="242853"/>
                  </a:lnTo>
                  <a:lnTo>
                    <a:pt x="5322935" y="242853"/>
                  </a:lnTo>
                  <a:lnTo>
                    <a:pt x="5323029" y="242853"/>
                  </a:lnTo>
                  <a:lnTo>
                    <a:pt x="5323123" y="242853"/>
                  </a:lnTo>
                  <a:lnTo>
                    <a:pt x="5323217" y="242853"/>
                  </a:lnTo>
                  <a:lnTo>
                    <a:pt x="5323311" y="242853"/>
                  </a:lnTo>
                  <a:lnTo>
                    <a:pt x="5323406" y="242853"/>
                  </a:lnTo>
                  <a:lnTo>
                    <a:pt x="5323500" y="242853"/>
                  </a:lnTo>
                  <a:lnTo>
                    <a:pt x="5323594" y="242853"/>
                  </a:lnTo>
                  <a:lnTo>
                    <a:pt x="5323688" y="242853"/>
                  </a:lnTo>
                  <a:lnTo>
                    <a:pt x="5323782" y="242853"/>
                  </a:lnTo>
                  <a:lnTo>
                    <a:pt x="5323876" y="242853"/>
                  </a:lnTo>
                  <a:lnTo>
                    <a:pt x="5323970" y="242853"/>
                  </a:lnTo>
                  <a:lnTo>
                    <a:pt x="5324064" y="242853"/>
                  </a:lnTo>
                  <a:lnTo>
                    <a:pt x="5324158" y="242853"/>
                  </a:lnTo>
                  <a:lnTo>
                    <a:pt x="5324252" y="242853"/>
                  </a:lnTo>
                  <a:lnTo>
                    <a:pt x="5324346" y="242853"/>
                  </a:lnTo>
                  <a:lnTo>
                    <a:pt x="5324440" y="242853"/>
                  </a:lnTo>
                  <a:lnTo>
                    <a:pt x="5324534" y="242853"/>
                  </a:lnTo>
                  <a:lnTo>
                    <a:pt x="5324628" y="242853"/>
                  </a:lnTo>
                  <a:lnTo>
                    <a:pt x="5324722" y="242853"/>
                  </a:lnTo>
                  <a:lnTo>
                    <a:pt x="5324816" y="242853"/>
                  </a:lnTo>
                  <a:lnTo>
                    <a:pt x="5324910" y="242853"/>
                  </a:lnTo>
                  <a:lnTo>
                    <a:pt x="5325004" y="242853"/>
                  </a:lnTo>
                  <a:lnTo>
                    <a:pt x="5325098" y="242853"/>
                  </a:lnTo>
                  <a:lnTo>
                    <a:pt x="5325192" y="242853"/>
                  </a:lnTo>
                  <a:lnTo>
                    <a:pt x="5325286" y="242853"/>
                  </a:lnTo>
                  <a:lnTo>
                    <a:pt x="5325380" y="242853"/>
                  </a:lnTo>
                  <a:lnTo>
                    <a:pt x="5325474" y="242853"/>
                  </a:lnTo>
                  <a:lnTo>
                    <a:pt x="5325568" y="242853"/>
                  </a:lnTo>
                  <a:lnTo>
                    <a:pt x="5325662" y="242853"/>
                  </a:lnTo>
                  <a:lnTo>
                    <a:pt x="5325756" y="242853"/>
                  </a:lnTo>
                  <a:lnTo>
                    <a:pt x="5325850" y="242853"/>
                  </a:lnTo>
                  <a:lnTo>
                    <a:pt x="5325944" y="242853"/>
                  </a:lnTo>
                  <a:lnTo>
                    <a:pt x="5326038" y="242853"/>
                  </a:lnTo>
                  <a:lnTo>
                    <a:pt x="5326132" y="242853"/>
                  </a:lnTo>
                  <a:lnTo>
                    <a:pt x="5326226" y="242853"/>
                  </a:lnTo>
                  <a:lnTo>
                    <a:pt x="5326320" y="242853"/>
                  </a:lnTo>
                  <a:lnTo>
                    <a:pt x="5326414" y="242853"/>
                  </a:lnTo>
                  <a:lnTo>
                    <a:pt x="5326508" y="242853"/>
                  </a:lnTo>
                  <a:lnTo>
                    <a:pt x="5326602" y="242853"/>
                  </a:lnTo>
                  <a:lnTo>
                    <a:pt x="5326696" y="242853"/>
                  </a:lnTo>
                  <a:lnTo>
                    <a:pt x="5326790" y="242853"/>
                  </a:lnTo>
                  <a:lnTo>
                    <a:pt x="5326885" y="242853"/>
                  </a:lnTo>
                  <a:lnTo>
                    <a:pt x="5326979" y="242853"/>
                  </a:lnTo>
                  <a:lnTo>
                    <a:pt x="5327073" y="242853"/>
                  </a:lnTo>
                  <a:lnTo>
                    <a:pt x="5327167" y="242853"/>
                  </a:lnTo>
                  <a:lnTo>
                    <a:pt x="5327261" y="242853"/>
                  </a:lnTo>
                  <a:lnTo>
                    <a:pt x="5327355" y="242853"/>
                  </a:lnTo>
                  <a:lnTo>
                    <a:pt x="5327449" y="242853"/>
                  </a:lnTo>
                  <a:lnTo>
                    <a:pt x="5327543" y="242853"/>
                  </a:lnTo>
                  <a:lnTo>
                    <a:pt x="5327637" y="242853"/>
                  </a:lnTo>
                  <a:lnTo>
                    <a:pt x="5327731" y="242853"/>
                  </a:lnTo>
                  <a:lnTo>
                    <a:pt x="5327825" y="242853"/>
                  </a:lnTo>
                  <a:lnTo>
                    <a:pt x="5327919" y="242853"/>
                  </a:lnTo>
                  <a:lnTo>
                    <a:pt x="5328013" y="242853"/>
                  </a:lnTo>
                  <a:lnTo>
                    <a:pt x="5328107" y="242853"/>
                  </a:lnTo>
                  <a:lnTo>
                    <a:pt x="5328201" y="242853"/>
                  </a:lnTo>
                  <a:lnTo>
                    <a:pt x="5328295" y="242853"/>
                  </a:lnTo>
                  <a:lnTo>
                    <a:pt x="5328389" y="242853"/>
                  </a:lnTo>
                  <a:lnTo>
                    <a:pt x="5328483" y="242853"/>
                  </a:lnTo>
                  <a:lnTo>
                    <a:pt x="5328577" y="242853"/>
                  </a:lnTo>
                  <a:lnTo>
                    <a:pt x="5328671" y="242853"/>
                  </a:lnTo>
                  <a:lnTo>
                    <a:pt x="5328765" y="242853"/>
                  </a:lnTo>
                  <a:lnTo>
                    <a:pt x="5328859" y="242853"/>
                  </a:lnTo>
                  <a:lnTo>
                    <a:pt x="5328953" y="242853"/>
                  </a:lnTo>
                  <a:lnTo>
                    <a:pt x="5329047" y="242853"/>
                  </a:lnTo>
                  <a:lnTo>
                    <a:pt x="5329141" y="242853"/>
                  </a:lnTo>
                  <a:lnTo>
                    <a:pt x="5329235" y="242853"/>
                  </a:lnTo>
                  <a:lnTo>
                    <a:pt x="5329329" y="242853"/>
                  </a:lnTo>
                  <a:lnTo>
                    <a:pt x="5329423" y="242853"/>
                  </a:lnTo>
                  <a:lnTo>
                    <a:pt x="5329517" y="242853"/>
                  </a:lnTo>
                  <a:lnTo>
                    <a:pt x="5329611" y="242853"/>
                  </a:lnTo>
                  <a:lnTo>
                    <a:pt x="5329705" y="242853"/>
                  </a:lnTo>
                  <a:lnTo>
                    <a:pt x="5329799" y="242853"/>
                  </a:lnTo>
                  <a:lnTo>
                    <a:pt x="5329893" y="242853"/>
                  </a:lnTo>
                  <a:lnTo>
                    <a:pt x="5329987" y="242853"/>
                  </a:lnTo>
                  <a:lnTo>
                    <a:pt x="5330081" y="242853"/>
                  </a:lnTo>
                  <a:lnTo>
                    <a:pt x="5330175" y="242853"/>
                  </a:lnTo>
                  <a:lnTo>
                    <a:pt x="5330269" y="242853"/>
                  </a:lnTo>
                  <a:lnTo>
                    <a:pt x="5330363" y="242853"/>
                  </a:lnTo>
                  <a:lnTo>
                    <a:pt x="5330458" y="242853"/>
                  </a:lnTo>
                  <a:lnTo>
                    <a:pt x="5330552" y="242853"/>
                  </a:lnTo>
                  <a:lnTo>
                    <a:pt x="5330646" y="242853"/>
                  </a:lnTo>
                  <a:lnTo>
                    <a:pt x="5330740" y="242853"/>
                  </a:lnTo>
                  <a:lnTo>
                    <a:pt x="5330834" y="242853"/>
                  </a:lnTo>
                  <a:lnTo>
                    <a:pt x="5330928" y="242853"/>
                  </a:lnTo>
                  <a:lnTo>
                    <a:pt x="5331022" y="242853"/>
                  </a:lnTo>
                  <a:lnTo>
                    <a:pt x="5331116" y="242853"/>
                  </a:lnTo>
                  <a:lnTo>
                    <a:pt x="5331210" y="242853"/>
                  </a:lnTo>
                  <a:lnTo>
                    <a:pt x="5331304" y="242853"/>
                  </a:lnTo>
                  <a:lnTo>
                    <a:pt x="5331398" y="242853"/>
                  </a:lnTo>
                  <a:lnTo>
                    <a:pt x="5331492" y="242853"/>
                  </a:lnTo>
                  <a:lnTo>
                    <a:pt x="5331586" y="242853"/>
                  </a:lnTo>
                  <a:lnTo>
                    <a:pt x="5331680" y="242853"/>
                  </a:lnTo>
                  <a:lnTo>
                    <a:pt x="5331774" y="242853"/>
                  </a:lnTo>
                  <a:lnTo>
                    <a:pt x="5331868" y="242853"/>
                  </a:lnTo>
                  <a:lnTo>
                    <a:pt x="5331962" y="242853"/>
                  </a:lnTo>
                  <a:lnTo>
                    <a:pt x="5332056" y="242853"/>
                  </a:lnTo>
                  <a:lnTo>
                    <a:pt x="5332150" y="242853"/>
                  </a:lnTo>
                  <a:lnTo>
                    <a:pt x="5332244" y="242853"/>
                  </a:lnTo>
                  <a:lnTo>
                    <a:pt x="5332338" y="242853"/>
                  </a:lnTo>
                  <a:lnTo>
                    <a:pt x="5332432" y="242853"/>
                  </a:lnTo>
                  <a:lnTo>
                    <a:pt x="5332526" y="242853"/>
                  </a:lnTo>
                  <a:lnTo>
                    <a:pt x="5332620" y="242853"/>
                  </a:lnTo>
                  <a:lnTo>
                    <a:pt x="5332714" y="242853"/>
                  </a:lnTo>
                  <a:lnTo>
                    <a:pt x="5332808" y="242853"/>
                  </a:lnTo>
                  <a:lnTo>
                    <a:pt x="5332902" y="242853"/>
                  </a:lnTo>
                  <a:lnTo>
                    <a:pt x="5332996" y="242853"/>
                  </a:lnTo>
                  <a:lnTo>
                    <a:pt x="5333090" y="242853"/>
                  </a:lnTo>
                  <a:lnTo>
                    <a:pt x="5333184" y="242853"/>
                  </a:lnTo>
                  <a:lnTo>
                    <a:pt x="5333278" y="242853"/>
                  </a:lnTo>
                  <a:lnTo>
                    <a:pt x="5333372" y="242853"/>
                  </a:lnTo>
                  <a:lnTo>
                    <a:pt x="5333466" y="242853"/>
                  </a:lnTo>
                  <a:lnTo>
                    <a:pt x="5333560" y="242853"/>
                  </a:lnTo>
                  <a:lnTo>
                    <a:pt x="5333654" y="242853"/>
                  </a:lnTo>
                  <a:lnTo>
                    <a:pt x="5333748" y="242853"/>
                  </a:lnTo>
                  <a:lnTo>
                    <a:pt x="5333842" y="242853"/>
                  </a:lnTo>
                  <a:lnTo>
                    <a:pt x="5333936" y="242853"/>
                  </a:lnTo>
                  <a:lnTo>
                    <a:pt x="5334031" y="242853"/>
                  </a:lnTo>
                  <a:lnTo>
                    <a:pt x="5334125" y="242853"/>
                  </a:lnTo>
                  <a:lnTo>
                    <a:pt x="5334219" y="242853"/>
                  </a:lnTo>
                  <a:lnTo>
                    <a:pt x="5334313" y="242853"/>
                  </a:lnTo>
                  <a:lnTo>
                    <a:pt x="5334407" y="242853"/>
                  </a:lnTo>
                  <a:lnTo>
                    <a:pt x="5334501" y="242853"/>
                  </a:lnTo>
                  <a:lnTo>
                    <a:pt x="5334595" y="242853"/>
                  </a:lnTo>
                  <a:lnTo>
                    <a:pt x="5334689" y="242853"/>
                  </a:lnTo>
                  <a:lnTo>
                    <a:pt x="5334783" y="242853"/>
                  </a:lnTo>
                  <a:lnTo>
                    <a:pt x="5334877" y="242853"/>
                  </a:lnTo>
                  <a:lnTo>
                    <a:pt x="5334971" y="242853"/>
                  </a:lnTo>
                  <a:lnTo>
                    <a:pt x="5335065" y="242853"/>
                  </a:lnTo>
                  <a:lnTo>
                    <a:pt x="5335159" y="242853"/>
                  </a:lnTo>
                  <a:lnTo>
                    <a:pt x="5335253" y="242853"/>
                  </a:lnTo>
                  <a:lnTo>
                    <a:pt x="5335347" y="242853"/>
                  </a:lnTo>
                  <a:lnTo>
                    <a:pt x="5335441" y="242853"/>
                  </a:lnTo>
                  <a:lnTo>
                    <a:pt x="5335535" y="242853"/>
                  </a:lnTo>
                  <a:lnTo>
                    <a:pt x="5335629" y="242853"/>
                  </a:lnTo>
                  <a:lnTo>
                    <a:pt x="5335723" y="242853"/>
                  </a:lnTo>
                  <a:lnTo>
                    <a:pt x="5335817" y="242853"/>
                  </a:lnTo>
                  <a:lnTo>
                    <a:pt x="5335911" y="242853"/>
                  </a:lnTo>
                  <a:lnTo>
                    <a:pt x="5336005" y="242853"/>
                  </a:lnTo>
                  <a:lnTo>
                    <a:pt x="5336099" y="242853"/>
                  </a:lnTo>
                  <a:lnTo>
                    <a:pt x="5336193" y="242853"/>
                  </a:lnTo>
                  <a:lnTo>
                    <a:pt x="5336287" y="242853"/>
                  </a:lnTo>
                  <a:lnTo>
                    <a:pt x="5336381" y="242853"/>
                  </a:lnTo>
                  <a:lnTo>
                    <a:pt x="5336475" y="242853"/>
                  </a:lnTo>
                  <a:lnTo>
                    <a:pt x="5336569" y="242853"/>
                  </a:lnTo>
                  <a:lnTo>
                    <a:pt x="5336663" y="242853"/>
                  </a:lnTo>
                  <a:lnTo>
                    <a:pt x="5336757" y="242853"/>
                  </a:lnTo>
                  <a:lnTo>
                    <a:pt x="5336851" y="242853"/>
                  </a:lnTo>
                  <a:lnTo>
                    <a:pt x="5336945" y="242853"/>
                  </a:lnTo>
                  <a:lnTo>
                    <a:pt x="5337039" y="242853"/>
                  </a:lnTo>
                  <a:lnTo>
                    <a:pt x="5337133" y="242853"/>
                  </a:lnTo>
                  <a:lnTo>
                    <a:pt x="5337227" y="242853"/>
                  </a:lnTo>
                  <a:lnTo>
                    <a:pt x="5337321" y="242853"/>
                  </a:lnTo>
                  <a:lnTo>
                    <a:pt x="5337415" y="242853"/>
                  </a:lnTo>
                  <a:lnTo>
                    <a:pt x="5337509" y="242853"/>
                  </a:lnTo>
                  <a:lnTo>
                    <a:pt x="5337604" y="242853"/>
                  </a:lnTo>
                  <a:lnTo>
                    <a:pt x="5337698" y="242853"/>
                  </a:lnTo>
                  <a:lnTo>
                    <a:pt x="5337792" y="242853"/>
                  </a:lnTo>
                  <a:lnTo>
                    <a:pt x="5337886" y="242853"/>
                  </a:lnTo>
                  <a:lnTo>
                    <a:pt x="5337980" y="242853"/>
                  </a:lnTo>
                  <a:lnTo>
                    <a:pt x="5338074" y="242853"/>
                  </a:lnTo>
                  <a:lnTo>
                    <a:pt x="5338168" y="242853"/>
                  </a:lnTo>
                  <a:lnTo>
                    <a:pt x="5338262" y="242853"/>
                  </a:lnTo>
                  <a:lnTo>
                    <a:pt x="5338356" y="242853"/>
                  </a:lnTo>
                  <a:lnTo>
                    <a:pt x="5338450" y="242853"/>
                  </a:lnTo>
                  <a:lnTo>
                    <a:pt x="5338544" y="242853"/>
                  </a:lnTo>
                  <a:lnTo>
                    <a:pt x="5338638" y="242853"/>
                  </a:lnTo>
                  <a:lnTo>
                    <a:pt x="5338732" y="242853"/>
                  </a:lnTo>
                  <a:lnTo>
                    <a:pt x="5338826" y="242853"/>
                  </a:lnTo>
                  <a:lnTo>
                    <a:pt x="5338920" y="242853"/>
                  </a:lnTo>
                  <a:lnTo>
                    <a:pt x="5339014" y="242853"/>
                  </a:lnTo>
                  <a:lnTo>
                    <a:pt x="5339108" y="242853"/>
                  </a:lnTo>
                  <a:lnTo>
                    <a:pt x="5339202" y="242853"/>
                  </a:lnTo>
                  <a:lnTo>
                    <a:pt x="5339296" y="242853"/>
                  </a:lnTo>
                  <a:lnTo>
                    <a:pt x="5339390" y="242853"/>
                  </a:lnTo>
                  <a:lnTo>
                    <a:pt x="5339484" y="242853"/>
                  </a:lnTo>
                  <a:lnTo>
                    <a:pt x="5339578" y="242853"/>
                  </a:lnTo>
                  <a:lnTo>
                    <a:pt x="5339672" y="242853"/>
                  </a:lnTo>
                  <a:lnTo>
                    <a:pt x="5339766" y="242853"/>
                  </a:lnTo>
                  <a:lnTo>
                    <a:pt x="5339860" y="242853"/>
                  </a:lnTo>
                  <a:lnTo>
                    <a:pt x="5339954" y="242853"/>
                  </a:lnTo>
                  <a:lnTo>
                    <a:pt x="5340048" y="242853"/>
                  </a:lnTo>
                  <a:lnTo>
                    <a:pt x="5340142" y="242853"/>
                  </a:lnTo>
                  <a:lnTo>
                    <a:pt x="5340236" y="242853"/>
                  </a:lnTo>
                  <a:lnTo>
                    <a:pt x="5340330" y="242853"/>
                  </a:lnTo>
                  <a:lnTo>
                    <a:pt x="5340424" y="242853"/>
                  </a:lnTo>
                  <a:lnTo>
                    <a:pt x="5340518" y="242853"/>
                  </a:lnTo>
                  <a:lnTo>
                    <a:pt x="5340612" y="242853"/>
                  </a:lnTo>
                  <a:lnTo>
                    <a:pt x="5340706" y="242853"/>
                  </a:lnTo>
                  <a:lnTo>
                    <a:pt x="5340800" y="242853"/>
                  </a:lnTo>
                  <a:lnTo>
                    <a:pt x="5340894" y="242853"/>
                  </a:lnTo>
                  <a:lnTo>
                    <a:pt x="5340988" y="242853"/>
                  </a:lnTo>
                  <a:lnTo>
                    <a:pt x="5341083" y="242853"/>
                  </a:lnTo>
                  <a:lnTo>
                    <a:pt x="5341177" y="242853"/>
                  </a:lnTo>
                  <a:lnTo>
                    <a:pt x="5341271" y="242853"/>
                  </a:lnTo>
                  <a:lnTo>
                    <a:pt x="5341365" y="242853"/>
                  </a:lnTo>
                  <a:lnTo>
                    <a:pt x="5341459" y="242853"/>
                  </a:lnTo>
                  <a:lnTo>
                    <a:pt x="5341553" y="242853"/>
                  </a:lnTo>
                  <a:lnTo>
                    <a:pt x="5341647" y="242853"/>
                  </a:lnTo>
                  <a:lnTo>
                    <a:pt x="5341741" y="242853"/>
                  </a:lnTo>
                  <a:lnTo>
                    <a:pt x="5341835" y="242853"/>
                  </a:lnTo>
                  <a:lnTo>
                    <a:pt x="5341929" y="242853"/>
                  </a:lnTo>
                  <a:lnTo>
                    <a:pt x="5342023" y="242853"/>
                  </a:lnTo>
                  <a:lnTo>
                    <a:pt x="5342117" y="242853"/>
                  </a:lnTo>
                  <a:lnTo>
                    <a:pt x="5342211" y="242853"/>
                  </a:lnTo>
                  <a:lnTo>
                    <a:pt x="5342305" y="242853"/>
                  </a:lnTo>
                  <a:lnTo>
                    <a:pt x="5342399" y="242853"/>
                  </a:lnTo>
                  <a:lnTo>
                    <a:pt x="5342493" y="242853"/>
                  </a:lnTo>
                  <a:lnTo>
                    <a:pt x="5342587" y="242853"/>
                  </a:lnTo>
                  <a:lnTo>
                    <a:pt x="5342681" y="242853"/>
                  </a:lnTo>
                  <a:lnTo>
                    <a:pt x="5342775" y="242853"/>
                  </a:lnTo>
                  <a:lnTo>
                    <a:pt x="5342869" y="242853"/>
                  </a:lnTo>
                  <a:lnTo>
                    <a:pt x="5342963" y="242853"/>
                  </a:lnTo>
                  <a:lnTo>
                    <a:pt x="5343057" y="242853"/>
                  </a:lnTo>
                  <a:lnTo>
                    <a:pt x="5343151" y="242853"/>
                  </a:lnTo>
                  <a:lnTo>
                    <a:pt x="5343245" y="242853"/>
                  </a:lnTo>
                  <a:lnTo>
                    <a:pt x="5343245" y="237573"/>
                  </a:lnTo>
                  <a:lnTo>
                    <a:pt x="5343339" y="237573"/>
                  </a:lnTo>
                  <a:lnTo>
                    <a:pt x="5343433" y="237573"/>
                  </a:lnTo>
                  <a:lnTo>
                    <a:pt x="5343527" y="237573"/>
                  </a:lnTo>
                  <a:lnTo>
                    <a:pt x="5343621" y="237573"/>
                  </a:lnTo>
                  <a:lnTo>
                    <a:pt x="5343715" y="237573"/>
                  </a:lnTo>
                  <a:lnTo>
                    <a:pt x="5343809" y="237573"/>
                  </a:lnTo>
                  <a:lnTo>
                    <a:pt x="5343903" y="237573"/>
                  </a:lnTo>
                  <a:lnTo>
                    <a:pt x="5343997" y="237573"/>
                  </a:lnTo>
                  <a:lnTo>
                    <a:pt x="5344091" y="237573"/>
                  </a:lnTo>
                  <a:lnTo>
                    <a:pt x="5344185" y="237573"/>
                  </a:lnTo>
                  <a:lnTo>
                    <a:pt x="5344279" y="237573"/>
                  </a:lnTo>
                  <a:lnTo>
                    <a:pt x="5344373" y="237573"/>
                  </a:lnTo>
                  <a:lnTo>
                    <a:pt x="5344467" y="237573"/>
                  </a:lnTo>
                  <a:lnTo>
                    <a:pt x="5344561" y="237573"/>
                  </a:lnTo>
                  <a:lnTo>
                    <a:pt x="5344656" y="237573"/>
                  </a:lnTo>
                  <a:lnTo>
                    <a:pt x="5344750" y="237573"/>
                  </a:lnTo>
                  <a:lnTo>
                    <a:pt x="5344844" y="237573"/>
                  </a:lnTo>
                  <a:lnTo>
                    <a:pt x="5344938" y="237573"/>
                  </a:lnTo>
                  <a:lnTo>
                    <a:pt x="5345032" y="237573"/>
                  </a:lnTo>
                  <a:lnTo>
                    <a:pt x="5345126" y="237573"/>
                  </a:lnTo>
                  <a:lnTo>
                    <a:pt x="5345220" y="237573"/>
                  </a:lnTo>
                  <a:lnTo>
                    <a:pt x="5345314" y="237573"/>
                  </a:lnTo>
                  <a:lnTo>
                    <a:pt x="5345408" y="237573"/>
                  </a:lnTo>
                  <a:lnTo>
                    <a:pt x="5345502" y="237573"/>
                  </a:lnTo>
                  <a:lnTo>
                    <a:pt x="5345596" y="237573"/>
                  </a:lnTo>
                  <a:lnTo>
                    <a:pt x="5345690" y="237573"/>
                  </a:lnTo>
                  <a:lnTo>
                    <a:pt x="5345784" y="237573"/>
                  </a:lnTo>
                  <a:lnTo>
                    <a:pt x="5345878" y="237573"/>
                  </a:lnTo>
                  <a:lnTo>
                    <a:pt x="5345972" y="237573"/>
                  </a:lnTo>
                  <a:lnTo>
                    <a:pt x="5346066" y="237573"/>
                  </a:lnTo>
                  <a:lnTo>
                    <a:pt x="5346160" y="237573"/>
                  </a:lnTo>
                  <a:lnTo>
                    <a:pt x="5346254" y="237573"/>
                  </a:lnTo>
                  <a:lnTo>
                    <a:pt x="5346348" y="237573"/>
                  </a:lnTo>
                  <a:lnTo>
                    <a:pt x="5346442" y="237573"/>
                  </a:lnTo>
                  <a:lnTo>
                    <a:pt x="5346536" y="237573"/>
                  </a:lnTo>
                  <a:lnTo>
                    <a:pt x="5346630" y="237573"/>
                  </a:lnTo>
                  <a:lnTo>
                    <a:pt x="5346724" y="237573"/>
                  </a:lnTo>
                  <a:lnTo>
                    <a:pt x="5346818" y="237573"/>
                  </a:lnTo>
                  <a:lnTo>
                    <a:pt x="5346912" y="237573"/>
                  </a:lnTo>
                  <a:lnTo>
                    <a:pt x="5347006" y="237573"/>
                  </a:lnTo>
                  <a:lnTo>
                    <a:pt x="5347100" y="237573"/>
                  </a:lnTo>
                  <a:lnTo>
                    <a:pt x="5347194" y="237573"/>
                  </a:lnTo>
                  <a:lnTo>
                    <a:pt x="5347288" y="237573"/>
                  </a:lnTo>
                  <a:lnTo>
                    <a:pt x="5347382" y="237573"/>
                  </a:lnTo>
                  <a:lnTo>
                    <a:pt x="5347476" y="237573"/>
                  </a:lnTo>
                  <a:lnTo>
                    <a:pt x="5347570" y="237573"/>
                  </a:lnTo>
                  <a:lnTo>
                    <a:pt x="5347664" y="237573"/>
                  </a:lnTo>
                  <a:lnTo>
                    <a:pt x="5347758" y="237573"/>
                  </a:lnTo>
                  <a:lnTo>
                    <a:pt x="5347852" y="237573"/>
                  </a:lnTo>
                  <a:lnTo>
                    <a:pt x="5347946" y="237573"/>
                  </a:lnTo>
                  <a:lnTo>
                    <a:pt x="5348040" y="237573"/>
                  </a:lnTo>
                  <a:lnTo>
                    <a:pt x="5348134" y="237573"/>
                  </a:lnTo>
                  <a:lnTo>
                    <a:pt x="5348229" y="237573"/>
                  </a:lnTo>
                  <a:lnTo>
                    <a:pt x="5348323" y="237573"/>
                  </a:lnTo>
                  <a:lnTo>
                    <a:pt x="5348417" y="237573"/>
                  </a:lnTo>
                  <a:lnTo>
                    <a:pt x="5348511" y="237573"/>
                  </a:lnTo>
                  <a:lnTo>
                    <a:pt x="5348605" y="237573"/>
                  </a:lnTo>
                  <a:lnTo>
                    <a:pt x="5348699" y="237573"/>
                  </a:lnTo>
                  <a:lnTo>
                    <a:pt x="5348793" y="237573"/>
                  </a:lnTo>
                  <a:lnTo>
                    <a:pt x="5348887" y="237573"/>
                  </a:lnTo>
                  <a:lnTo>
                    <a:pt x="5348981" y="237573"/>
                  </a:lnTo>
                  <a:lnTo>
                    <a:pt x="5349075" y="237573"/>
                  </a:lnTo>
                  <a:lnTo>
                    <a:pt x="5349169" y="237573"/>
                  </a:lnTo>
                  <a:lnTo>
                    <a:pt x="5349263" y="237573"/>
                  </a:lnTo>
                  <a:lnTo>
                    <a:pt x="5349357" y="237573"/>
                  </a:lnTo>
                  <a:lnTo>
                    <a:pt x="5349451" y="237573"/>
                  </a:lnTo>
                  <a:lnTo>
                    <a:pt x="5349545" y="237573"/>
                  </a:lnTo>
                  <a:lnTo>
                    <a:pt x="5349639" y="237573"/>
                  </a:lnTo>
                  <a:lnTo>
                    <a:pt x="5349733" y="237573"/>
                  </a:lnTo>
                  <a:lnTo>
                    <a:pt x="5349827" y="237573"/>
                  </a:lnTo>
                  <a:lnTo>
                    <a:pt x="5349921" y="237573"/>
                  </a:lnTo>
                  <a:lnTo>
                    <a:pt x="5350015" y="237573"/>
                  </a:lnTo>
                  <a:lnTo>
                    <a:pt x="5350109" y="237573"/>
                  </a:lnTo>
                  <a:lnTo>
                    <a:pt x="5350203" y="237573"/>
                  </a:lnTo>
                  <a:lnTo>
                    <a:pt x="5350297" y="237573"/>
                  </a:lnTo>
                  <a:lnTo>
                    <a:pt x="5350391" y="237573"/>
                  </a:lnTo>
                  <a:lnTo>
                    <a:pt x="5350485" y="237573"/>
                  </a:lnTo>
                  <a:lnTo>
                    <a:pt x="5350579" y="237573"/>
                  </a:lnTo>
                  <a:lnTo>
                    <a:pt x="5350673" y="237573"/>
                  </a:lnTo>
                  <a:lnTo>
                    <a:pt x="5350767" y="237573"/>
                  </a:lnTo>
                  <a:lnTo>
                    <a:pt x="5350861" y="237573"/>
                  </a:lnTo>
                  <a:lnTo>
                    <a:pt x="5350955" y="237573"/>
                  </a:lnTo>
                  <a:lnTo>
                    <a:pt x="5351049" y="237573"/>
                  </a:lnTo>
                  <a:lnTo>
                    <a:pt x="5351049" y="232294"/>
                  </a:lnTo>
                  <a:lnTo>
                    <a:pt x="5351143" y="232294"/>
                  </a:lnTo>
                  <a:lnTo>
                    <a:pt x="5351237" y="232294"/>
                  </a:lnTo>
                  <a:lnTo>
                    <a:pt x="5351331" y="232294"/>
                  </a:lnTo>
                  <a:lnTo>
                    <a:pt x="5351425" y="232294"/>
                  </a:lnTo>
                  <a:lnTo>
                    <a:pt x="5351519" y="232294"/>
                  </a:lnTo>
                  <a:lnTo>
                    <a:pt x="5351613" y="232294"/>
                  </a:lnTo>
                  <a:lnTo>
                    <a:pt x="5351708" y="232294"/>
                  </a:lnTo>
                  <a:lnTo>
                    <a:pt x="5351802" y="232294"/>
                  </a:lnTo>
                  <a:lnTo>
                    <a:pt x="5351896" y="232294"/>
                  </a:lnTo>
                  <a:lnTo>
                    <a:pt x="5351990" y="232294"/>
                  </a:lnTo>
                  <a:lnTo>
                    <a:pt x="5352084" y="232294"/>
                  </a:lnTo>
                  <a:lnTo>
                    <a:pt x="5352178" y="232294"/>
                  </a:lnTo>
                  <a:lnTo>
                    <a:pt x="5352272" y="232294"/>
                  </a:lnTo>
                  <a:lnTo>
                    <a:pt x="5352366" y="232294"/>
                  </a:lnTo>
                  <a:lnTo>
                    <a:pt x="5352460" y="232294"/>
                  </a:lnTo>
                  <a:lnTo>
                    <a:pt x="5352554" y="232294"/>
                  </a:lnTo>
                  <a:lnTo>
                    <a:pt x="5352648" y="232294"/>
                  </a:lnTo>
                  <a:lnTo>
                    <a:pt x="5352742" y="232294"/>
                  </a:lnTo>
                  <a:lnTo>
                    <a:pt x="5352836" y="232294"/>
                  </a:lnTo>
                  <a:lnTo>
                    <a:pt x="5352930" y="232294"/>
                  </a:lnTo>
                  <a:lnTo>
                    <a:pt x="5353024" y="232294"/>
                  </a:lnTo>
                  <a:lnTo>
                    <a:pt x="5353118" y="232294"/>
                  </a:lnTo>
                  <a:lnTo>
                    <a:pt x="5353212" y="232294"/>
                  </a:lnTo>
                  <a:lnTo>
                    <a:pt x="5353306" y="232294"/>
                  </a:lnTo>
                  <a:lnTo>
                    <a:pt x="5353400" y="232294"/>
                  </a:lnTo>
                  <a:lnTo>
                    <a:pt x="5353494" y="232294"/>
                  </a:lnTo>
                  <a:lnTo>
                    <a:pt x="5353588" y="232294"/>
                  </a:lnTo>
                  <a:lnTo>
                    <a:pt x="5353682" y="232294"/>
                  </a:lnTo>
                  <a:lnTo>
                    <a:pt x="5353776" y="232294"/>
                  </a:lnTo>
                  <a:lnTo>
                    <a:pt x="5353870" y="232294"/>
                  </a:lnTo>
                  <a:lnTo>
                    <a:pt x="5353964" y="232294"/>
                  </a:lnTo>
                  <a:lnTo>
                    <a:pt x="5354058" y="232294"/>
                  </a:lnTo>
                  <a:lnTo>
                    <a:pt x="5354152" y="232294"/>
                  </a:lnTo>
                  <a:lnTo>
                    <a:pt x="5354246" y="232294"/>
                  </a:lnTo>
                  <a:lnTo>
                    <a:pt x="5354340" y="232294"/>
                  </a:lnTo>
                  <a:lnTo>
                    <a:pt x="5354434" y="232294"/>
                  </a:lnTo>
                  <a:lnTo>
                    <a:pt x="5354528" y="232294"/>
                  </a:lnTo>
                  <a:lnTo>
                    <a:pt x="5354622" y="232294"/>
                  </a:lnTo>
                  <a:lnTo>
                    <a:pt x="5354716" y="232294"/>
                  </a:lnTo>
                  <a:lnTo>
                    <a:pt x="5354810" y="232294"/>
                  </a:lnTo>
                  <a:lnTo>
                    <a:pt x="5354904" y="232294"/>
                  </a:lnTo>
                  <a:lnTo>
                    <a:pt x="5354998" y="232294"/>
                  </a:lnTo>
                  <a:lnTo>
                    <a:pt x="5355092" y="232294"/>
                  </a:lnTo>
                  <a:lnTo>
                    <a:pt x="5355186" y="232294"/>
                  </a:lnTo>
                  <a:lnTo>
                    <a:pt x="5355281" y="232294"/>
                  </a:lnTo>
                  <a:lnTo>
                    <a:pt x="5355375" y="232294"/>
                  </a:lnTo>
                  <a:lnTo>
                    <a:pt x="5355469" y="232294"/>
                  </a:lnTo>
                  <a:lnTo>
                    <a:pt x="5355563" y="232294"/>
                  </a:lnTo>
                  <a:lnTo>
                    <a:pt x="5355657" y="232294"/>
                  </a:lnTo>
                  <a:lnTo>
                    <a:pt x="5355751" y="232294"/>
                  </a:lnTo>
                  <a:lnTo>
                    <a:pt x="5355845" y="232294"/>
                  </a:lnTo>
                  <a:lnTo>
                    <a:pt x="5355939" y="232294"/>
                  </a:lnTo>
                  <a:lnTo>
                    <a:pt x="5356033" y="232294"/>
                  </a:lnTo>
                  <a:lnTo>
                    <a:pt x="5356127" y="232294"/>
                  </a:lnTo>
                  <a:lnTo>
                    <a:pt x="5356221" y="232294"/>
                  </a:lnTo>
                  <a:lnTo>
                    <a:pt x="5356315" y="232294"/>
                  </a:lnTo>
                  <a:lnTo>
                    <a:pt x="5356409" y="232294"/>
                  </a:lnTo>
                  <a:lnTo>
                    <a:pt x="5356503" y="232294"/>
                  </a:lnTo>
                  <a:lnTo>
                    <a:pt x="5356597" y="232294"/>
                  </a:lnTo>
                  <a:lnTo>
                    <a:pt x="5356691" y="232294"/>
                  </a:lnTo>
                  <a:lnTo>
                    <a:pt x="5356785" y="232294"/>
                  </a:lnTo>
                  <a:lnTo>
                    <a:pt x="5356879" y="232294"/>
                  </a:lnTo>
                  <a:lnTo>
                    <a:pt x="5356973" y="232294"/>
                  </a:lnTo>
                  <a:lnTo>
                    <a:pt x="5357067" y="232294"/>
                  </a:lnTo>
                  <a:lnTo>
                    <a:pt x="5357161" y="232294"/>
                  </a:lnTo>
                  <a:lnTo>
                    <a:pt x="5357255" y="232294"/>
                  </a:lnTo>
                  <a:lnTo>
                    <a:pt x="5357349" y="232294"/>
                  </a:lnTo>
                  <a:lnTo>
                    <a:pt x="5357443" y="232294"/>
                  </a:lnTo>
                  <a:lnTo>
                    <a:pt x="5357537" y="232294"/>
                  </a:lnTo>
                  <a:lnTo>
                    <a:pt x="5357631" y="232294"/>
                  </a:lnTo>
                  <a:lnTo>
                    <a:pt x="5357725" y="232294"/>
                  </a:lnTo>
                  <a:lnTo>
                    <a:pt x="5357819" y="232294"/>
                  </a:lnTo>
                  <a:lnTo>
                    <a:pt x="5357913" y="232294"/>
                  </a:lnTo>
                  <a:lnTo>
                    <a:pt x="5358007" y="232294"/>
                  </a:lnTo>
                  <a:lnTo>
                    <a:pt x="5358101" y="232294"/>
                  </a:lnTo>
                  <a:lnTo>
                    <a:pt x="5358195" y="232294"/>
                  </a:lnTo>
                  <a:lnTo>
                    <a:pt x="5358289" y="232294"/>
                  </a:lnTo>
                  <a:lnTo>
                    <a:pt x="5358383" y="232294"/>
                  </a:lnTo>
                  <a:lnTo>
                    <a:pt x="5358477" y="232294"/>
                  </a:lnTo>
                  <a:lnTo>
                    <a:pt x="5358571" y="232294"/>
                  </a:lnTo>
                  <a:lnTo>
                    <a:pt x="5358665" y="232294"/>
                  </a:lnTo>
                  <a:lnTo>
                    <a:pt x="5358759" y="232294"/>
                  </a:lnTo>
                  <a:lnTo>
                    <a:pt x="5358854" y="232294"/>
                  </a:lnTo>
                  <a:lnTo>
                    <a:pt x="5358948" y="232294"/>
                  </a:lnTo>
                  <a:lnTo>
                    <a:pt x="5359042" y="232294"/>
                  </a:lnTo>
                  <a:lnTo>
                    <a:pt x="5359136" y="232294"/>
                  </a:lnTo>
                  <a:lnTo>
                    <a:pt x="5359230" y="232294"/>
                  </a:lnTo>
                  <a:lnTo>
                    <a:pt x="5359324" y="232294"/>
                  </a:lnTo>
                  <a:lnTo>
                    <a:pt x="5359418" y="232294"/>
                  </a:lnTo>
                  <a:lnTo>
                    <a:pt x="5359512" y="232294"/>
                  </a:lnTo>
                  <a:lnTo>
                    <a:pt x="5359606" y="232294"/>
                  </a:lnTo>
                  <a:lnTo>
                    <a:pt x="5359700" y="232294"/>
                  </a:lnTo>
                  <a:lnTo>
                    <a:pt x="5359794" y="232294"/>
                  </a:lnTo>
                  <a:lnTo>
                    <a:pt x="5359888" y="232294"/>
                  </a:lnTo>
                  <a:lnTo>
                    <a:pt x="5359982" y="232294"/>
                  </a:lnTo>
                  <a:lnTo>
                    <a:pt x="5360076" y="232294"/>
                  </a:lnTo>
                  <a:lnTo>
                    <a:pt x="5360170" y="232294"/>
                  </a:lnTo>
                  <a:lnTo>
                    <a:pt x="5360264" y="232294"/>
                  </a:lnTo>
                  <a:lnTo>
                    <a:pt x="5360358" y="232294"/>
                  </a:lnTo>
                  <a:lnTo>
                    <a:pt x="5360452" y="232294"/>
                  </a:lnTo>
                  <a:lnTo>
                    <a:pt x="5360546" y="232294"/>
                  </a:lnTo>
                  <a:lnTo>
                    <a:pt x="5360640" y="232294"/>
                  </a:lnTo>
                  <a:lnTo>
                    <a:pt x="5360734" y="232294"/>
                  </a:lnTo>
                  <a:lnTo>
                    <a:pt x="5360828" y="232294"/>
                  </a:lnTo>
                  <a:lnTo>
                    <a:pt x="5360922" y="232294"/>
                  </a:lnTo>
                  <a:lnTo>
                    <a:pt x="5361016" y="232294"/>
                  </a:lnTo>
                  <a:lnTo>
                    <a:pt x="5361110" y="232294"/>
                  </a:lnTo>
                  <a:lnTo>
                    <a:pt x="5361204" y="232294"/>
                  </a:lnTo>
                  <a:lnTo>
                    <a:pt x="5361298" y="232294"/>
                  </a:lnTo>
                  <a:lnTo>
                    <a:pt x="5361392" y="232294"/>
                  </a:lnTo>
                  <a:lnTo>
                    <a:pt x="5361486" y="232294"/>
                  </a:lnTo>
                  <a:lnTo>
                    <a:pt x="5361580" y="232294"/>
                  </a:lnTo>
                  <a:lnTo>
                    <a:pt x="5361674" y="232294"/>
                  </a:lnTo>
                  <a:lnTo>
                    <a:pt x="5361768" y="232294"/>
                  </a:lnTo>
                  <a:lnTo>
                    <a:pt x="5361862" y="232294"/>
                  </a:lnTo>
                  <a:lnTo>
                    <a:pt x="5361956" y="232294"/>
                  </a:lnTo>
                  <a:lnTo>
                    <a:pt x="5362050" y="232294"/>
                  </a:lnTo>
                  <a:lnTo>
                    <a:pt x="5362144" y="232294"/>
                  </a:lnTo>
                  <a:lnTo>
                    <a:pt x="5362238" y="232294"/>
                  </a:lnTo>
                  <a:lnTo>
                    <a:pt x="5362333" y="232294"/>
                  </a:lnTo>
                  <a:lnTo>
                    <a:pt x="5362427" y="232294"/>
                  </a:lnTo>
                  <a:lnTo>
                    <a:pt x="5362521" y="232294"/>
                  </a:lnTo>
                  <a:lnTo>
                    <a:pt x="5362615" y="232294"/>
                  </a:lnTo>
                  <a:lnTo>
                    <a:pt x="5362709" y="232294"/>
                  </a:lnTo>
                  <a:lnTo>
                    <a:pt x="5362803" y="232294"/>
                  </a:lnTo>
                  <a:lnTo>
                    <a:pt x="5362897" y="232294"/>
                  </a:lnTo>
                  <a:lnTo>
                    <a:pt x="5362991" y="232294"/>
                  </a:lnTo>
                  <a:lnTo>
                    <a:pt x="5363085" y="232294"/>
                  </a:lnTo>
                  <a:lnTo>
                    <a:pt x="5363179" y="232294"/>
                  </a:lnTo>
                  <a:lnTo>
                    <a:pt x="5363273" y="232294"/>
                  </a:lnTo>
                  <a:lnTo>
                    <a:pt x="5363367" y="232294"/>
                  </a:lnTo>
                  <a:lnTo>
                    <a:pt x="5363461" y="232294"/>
                  </a:lnTo>
                  <a:lnTo>
                    <a:pt x="5363555" y="232294"/>
                  </a:lnTo>
                  <a:lnTo>
                    <a:pt x="5363649" y="232294"/>
                  </a:lnTo>
                  <a:lnTo>
                    <a:pt x="5363743" y="232294"/>
                  </a:lnTo>
                  <a:lnTo>
                    <a:pt x="5363837" y="232294"/>
                  </a:lnTo>
                  <a:lnTo>
                    <a:pt x="5363931" y="232294"/>
                  </a:lnTo>
                  <a:lnTo>
                    <a:pt x="5364025" y="232294"/>
                  </a:lnTo>
                  <a:lnTo>
                    <a:pt x="5364119" y="232294"/>
                  </a:lnTo>
                  <a:lnTo>
                    <a:pt x="5364213" y="232294"/>
                  </a:lnTo>
                  <a:lnTo>
                    <a:pt x="5364307" y="232294"/>
                  </a:lnTo>
                  <a:lnTo>
                    <a:pt x="5364401" y="232294"/>
                  </a:lnTo>
                  <a:lnTo>
                    <a:pt x="5364495" y="232294"/>
                  </a:lnTo>
                  <a:lnTo>
                    <a:pt x="5364589" y="232294"/>
                  </a:lnTo>
                  <a:lnTo>
                    <a:pt x="5364683" y="232294"/>
                  </a:lnTo>
                  <a:lnTo>
                    <a:pt x="5364777" y="232294"/>
                  </a:lnTo>
                  <a:lnTo>
                    <a:pt x="5364871" y="232294"/>
                  </a:lnTo>
                  <a:lnTo>
                    <a:pt x="5364965" y="232294"/>
                  </a:lnTo>
                  <a:lnTo>
                    <a:pt x="5365059" y="232294"/>
                  </a:lnTo>
                  <a:lnTo>
                    <a:pt x="5365153" y="232294"/>
                  </a:lnTo>
                  <a:lnTo>
                    <a:pt x="5365247" y="232294"/>
                  </a:lnTo>
                  <a:lnTo>
                    <a:pt x="5365341" y="232294"/>
                  </a:lnTo>
                  <a:lnTo>
                    <a:pt x="5365435" y="232294"/>
                  </a:lnTo>
                  <a:lnTo>
                    <a:pt x="5365529" y="232294"/>
                  </a:lnTo>
                  <a:lnTo>
                    <a:pt x="5365623" y="232294"/>
                  </a:lnTo>
                  <a:lnTo>
                    <a:pt x="5365717" y="232294"/>
                  </a:lnTo>
                  <a:lnTo>
                    <a:pt x="5365811" y="232294"/>
                  </a:lnTo>
                  <a:lnTo>
                    <a:pt x="5365906" y="232294"/>
                  </a:lnTo>
                  <a:lnTo>
                    <a:pt x="5366000" y="232294"/>
                  </a:lnTo>
                  <a:lnTo>
                    <a:pt x="5366094" y="232294"/>
                  </a:lnTo>
                  <a:lnTo>
                    <a:pt x="5366188" y="232294"/>
                  </a:lnTo>
                  <a:lnTo>
                    <a:pt x="5366282" y="232294"/>
                  </a:lnTo>
                  <a:lnTo>
                    <a:pt x="5366376" y="232294"/>
                  </a:lnTo>
                  <a:lnTo>
                    <a:pt x="5366470" y="232294"/>
                  </a:lnTo>
                  <a:lnTo>
                    <a:pt x="5366564" y="232294"/>
                  </a:lnTo>
                  <a:lnTo>
                    <a:pt x="5366658" y="232294"/>
                  </a:lnTo>
                  <a:lnTo>
                    <a:pt x="5366752" y="232294"/>
                  </a:lnTo>
                  <a:lnTo>
                    <a:pt x="5366846" y="232294"/>
                  </a:lnTo>
                  <a:lnTo>
                    <a:pt x="5366940" y="232294"/>
                  </a:lnTo>
                  <a:lnTo>
                    <a:pt x="5367034" y="232294"/>
                  </a:lnTo>
                  <a:lnTo>
                    <a:pt x="5367128" y="232294"/>
                  </a:lnTo>
                  <a:lnTo>
                    <a:pt x="5367222" y="232294"/>
                  </a:lnTo>
                  <a:lnTo>
                    <a:pt x="5367316" y="232294"/>
                  </a:lnTo>
                  <a:lnTo>
                    <a:pt x="5367410" y="232294"/>
                  </a:lnTo>
                  <a:lnTo>
                    <a:pt x="5367504" y="232294"/>
                  </a:lnTo>
                  <a:lnTo>
                    <a:pt x="5367598" y="232294"/>
                  </a:lnTo>
                  <a:lnTo>
                    <a:pt x="5367692" y="232294"/>
                  </a:lnTo>
                  <a:lnTo>
                    <a:pt x="5367786" y="232294"/>
                  </a:lnTo>
                  <a:lnTo>
                    <a:pt x="5367880" y="232294"/>
                  </a:lnTo>
                  <a:lnTo>
                    <a:pt x="5367974" y="232294"/>
                  </a:lnTo>
                  <a:lnTo>
                    <a:pt x="5368068" y="232294"/>
                  </a:lnTo>
                  <a:lnTo>
                    <a:pt x="5368162" y="232294"/>
                  </a:lnTo>
                  <a:lnTo>
                    <a:pt x="5368256" y="232294"/>
                  </a:lnTo>
                  <a:lnTo>
                    <a:pt x="5368350" y="232294"/>
                  </a:lnTo>
                  <a:lnTo>
                    <a:pt x="5368444" y="232294"/>
                  </a:lnTo>
                  <a:lnTo>
                    <a:pt x="5368538" y="232294"/>
                  </a:lnTo>
                  <a:lnTo>
                    <a:pt x="5368632" y="232294"/>
                  </a:lnTo>
                  <a:lnTo>
                    <a:pt x="5368726" y="232294"/>
                  </a:lnTo>
                  <a:lnTo>
                    <a:pt x="5368820" y="232294"/>
                  </a:lnTo>
                  <a:lnTo>
                    <a:pt x="5368914" y="232294"/>
                  </a:lnTo>
                  <a:lnTo>
                    <a:pt x="5369008" y="232294"/>
                  </a:lnTo>
                  <a:lnTo>
                    <a:pt x="5369102" y="232294"/>
                  </a:lnTo>
                  <a:lnTo>
                    <a:pt x="5369196" y="232294"/>
                  </a:lnTo>
                  <a:lnTo>
                    <a:pt x="5369290" y="232294"/>
                  </a:lnTo>
                  <a:lnTo>
                    <a:pt x="5369384" y="232294"/>
                  </a:lnTo>
                  <a:lnTo>
                    <a:pt x="5369479" y="232294"/>
                  </a:lnTo>
                  <a:lnTo>
                    <a:pt x="5369573" y="232294"/>
                  </a:lnTo>
                  <a:lnTo>
                    <a:pt x="5369667" y="232294"/>
                  </a:lnTo>
                  <a:lnTo>
                    <a:pt x="5369761" y="232294"/>
                  </a:lnTo>
                  <a:lnTo>
                    <a:pt x="5369855" y="232294"/>
                  </a:lnTo>
                  <a:lnTo>
                    <a:pt x="5369949" y="232294"/>
                  </a:lnTo>
                  <a:lnTo>
                    <a:pt x="5370043" y="232294"/>
                  </a:lnTo>
                  <a:lnTo>
                    <a:pt x="5370137" y="232294"/>
                  </a:lnTo>
                  <a:lnTo>
                    <a:pt x="5370231" y="232294"/>
                  </a:lnTo>
                  <a:lnTo>
                    <a:pt x="5370325" y="232294"/>
                  </a:lnTo>
                  <a:lnTo>
                    <a:pt x="5370419" y="232294"/>
                  </a:lnTo>
                  <a:lnTo>
                    <a:pt x="5370513" y="232294"/>
                  </a:lnTo>
                  <a:lnTo>
                    <a:pt x="5370607" y="232294"/>
                  </a:lnTo>
                  <a:lnTo>
                    <a:pt x="5370701" y="232294"/>
                  </a:lnTo>
                  <a:lnTo>
                    <a:pt x="5370795" y="232294"/>
                  </a:lnTo>
                  <a:lnTo>
                    <a:pt x="5370889" y="232294"/>
                  </a:lnTo>
                  <a:lnTo>
                    <a:pt x="5370983" y="232294"/>
                  </a:lnTo>
                  <a:lnTo>
                    <a:pt x="5371077" y="232294"/>
                  </a:lnTo>
                  <a:lnTo>
                    <a:pt x="5371171" y="232294"/>
                  </a:lnTo>
                  <a:lnTo>
                    <a:pt x="5371265" y="232294"/>
                  </a:lnTo>
                  <a:lnTo>
                    <a:pt x="5371359" y="232294"/>
                  </a:lnTo>
                  <a:lnTo>
                    <a:pt x="5371453" y="232294"/>
                  </a:lnTo>
                  <a:lnTo>
                    <a:pt x="5371547" y="232294"/>
                  </a:lnTo>
                  <a:lnTo>
                    <a:pt x="5371641" y="232294"/>
                  </a:lnTo>
                  <a:lnTo>
                    <a:pt x="5371735" y="232294"/>
                  </a:lnTo>
                  <a:lnTo>
                    <a:pt x="5371829" y="232294"/>
                  </a:lnTo>
                  <a:lnTo>
                    <a:pt x="5371923" y="232294"/>
                  </a:lnTo>
                  <a:lnTo>
                    <a:pt x="5372017" y="232294"/>
                  </a:lnTo>
                  <a:lnTo>
                    <a:pt x="5372111" y="232294"/>
                  </a:lnTo>
                  <a:lnTo>
                    <a:pt x="5372205" y="232294"/>
                  </a:lnTo>
                  <a:lnTo>
                    <a:pt x="5372299" y="232294"/>
                  </a:lnTo>
                  <a:lnTo>
                    <a:pt x="5372393" y="232294"/>
                  </a:lnTo>
                  <a:lnTo>
                    <a:pt x="5372487" y="232294"/>
                  </a:lnTo>
                  <a:lnTo>
                    <a:pt x="5372581" y="232294"/>
                  </a:lnTo>
                  <a:lnTo>
                    <a:pt x="5372675" y="232294"/>
                  </a:lnTo>
                  <a:lnTo>
                    <a:pt x="5372769" y="232294"/>
                  </a:lnTo>
                  <a:lnTo>
                    <a:pt x="5372863" y="232294"/>
                  </a:lnTo>
                  <a:lnTo>
                    <a:pt x="5372958" y="232294"/>
                  </a:lnTo>
                  <a:lnTo>
                    <a:pt x="5373052" y="232294"/>
                  </a:lnTo>
                  <a:lnTo>
                    <a:pt x="5373146" y="232294"/>
                  </a:lnTo>
                  <a:lnTo>
                    <a:pt x="5373240" y="232294"/>
                  </a:lnTo>
                  <a:lnTo>
                    <a:pt x="5373334" y="232294"/>
                  </a:lnTo>
                  <a:lnTo>
                    <a:pt x="5373428" y="232294"/>
                  </a:lnTo>
                  <a:lnTo>
                    <a:pt x="5373522" y="232294"/>
                  </a:lnTo>
                  <a:lnTo>
                    <a:pt x="5373616" y="232294"/>
                  </a:lnTo>
                  <a:lnTo>
                    <a:pt x="5373710" y="232294"/>
                  </a:lnTo>
                  <a:lnTo>
                    <a:pt x="5373804" y="232294"/>
                  </a:lnTo>
                  <a:lnTo>
                    <a:pt x="5373898" y="232294"/>
                  </a:lnTo>
                  <a:lnTo>
                    <a:pt x="5373992" y="232294"/>
                  </a:lnTo>
                  <a:lnTo>
                    <a:pt x="5374086" y="232294"/>
                  </a:lnTo>
                  <a:lnTo>
                    <a:pt x="5374180" y="232294"/>
                  </a:lnTo>
                  <a:lnTo>
                    <a:pt x="5374274" y="232294"/>
                  </a:lnTo>
                  <a:lnTo>
                    <a:pt x="5374368" y="232294"/>
                  </a:lnTo>
                  <a:lnTo>
                    <a:pt x="5374462" y="232294"/>
                  </a:lnTo>
                  <a:lnTo>
                    <a:pt x="5374556" y="232294"/>
                  </a:lnTo>
                  <a:lnTo>
                    <a:pt x="5374650" y="232294"/>
                  </a:lnTo>
                  <a:lnTo>
                    <a:pt x="5374744" y="232294"/>
                  </a:lnTo>
                  <a:lnTo>
                    <a:pt x="5374838" y="232294"/>
                  </a:lnTo>
                  <a:lnTo>
                    <a:pt x="5374932" y="232294"/>
                  </a:lnTo>
                  <a:lnTo>
                    <a:pt x="5375026" y="232294"/>
                  </a:lnTo>
                  <a:lnTo>
                    <a:pt x="5375120" y="232294"/>
                  </a:lnTo>
                  <a:lnTo>
                    <a:pt x="5375214" y="232294"/>
                  </a:lnTo>
                  <a:lnTo>
                    <a:pt x="5375308" y="232294"/>
                  </a:lnTo>
                  <a:lnTo>
                    <a:pt x="5375402" y="232294"/>
                  </a:lnTo>
                  <a:lnTo>
                    <a:pt x="5375496" y="232294"/>
                  </a:lnTo>
                  <a:lnTo>
                    <a:pt x="5375590" y="232294"/>
                  </a:lnTo>
                  <a:lnTo>
                    <a:pt x="5375684" y="232294"/>
                  </a:lnTo>
                  <a:lnTo>
                    <a:pt x="5375778" y="232294"/>
                  </a:lnTo>
                  <a:lnTo>
                    <a:pt x="5375872" y="232294"/>
                  </a:lnTo>
                  <a:lnTo>
                    <a:pt x="5375966" y="232294"/>
                  </a:lnTo>
                  <a:lnTo>
                    <a:pt x="5376060" y="232294"/>
                  </a:lnTo>
                  <a:lnTo>
                    <a:pt x="5376154" y="232294"/>
                  </a:lnTo>
                  <a:lnTo>
                    <a:pt x="5376248" y="232294"/>
                  </a:lnTo>
                  <a:lnTo>
                    <a:pt x="5376342" y="232294"/>
                  </a:lnTo>
                  <a:lnTo>
                    <a:pt x="5376436" y="232294"/>
                  </a:lnTo>
                  <a:lnTo>
                    <a:pt x="5376436" y="227015"/>
                  </a:lnTo>
                  <a:lnTo>
                    <a:pt x="5376531" y="227015"/>
                  </a:lnTo>
                  <a:lnTo>
                    <a:pt x="5376625" y="227015"/>
                  </a:lnTo>
                  <a:lnTo>
                    <a:pt x="5376719" y="227015"/>
                  </a:lnTo>
                  <a:lnTo>
                    <a:pt x="5376813" y="227015"/>
                  </a:lnTo>
                  <a:lnTo>
                    <a:pt x="5376907" y="227015"/>
                  </a:lnTo>
                  <a:lnTo>
                    <a:pt x="5377001" y="227015"/>
                  </a:lnTo>
                  <a:lnTo>
                    <a:pt x="5377095" y="227015"/>
                  </a:lnTo>
                  <a:lnTo>
                    <a:pt x="5377189" y="227015"/>
                  </a:lnTo>
                  <a:lnTo>
                    <a:pt x="5377283" y="227015"/>
                  </a:lnTo>
                  <a:lnTo>
                    <a:pt x="5377377" y="227015"/>
                  </a:lnTo>
                  <a:lnTo>
                    <a:pt x="5377471" y="227015"/>
                  </a:lnTo>
                  <a:lnTo>
                    <a:pt x="5377565" y="227015"/>
                  </a:lnTo>
                  <a:lnTo>
                    <a:pt x="5377659" y="227015"/>
                  </a:lnTo>
                  <a:lnTo>
                    <a:pt x="5377753" y="227015"/>
                  </a:lnTo>
                  <a:lnTo>
                    <a:pt x="5377847" y="227015"/>
                  </a:lnTo>
                  <a:lnTo>
                    <a:pt x="5377941" y="227015"/>
                  </a:lnTo>
                  <a:lnTo>
                    <a:pt x="5378035" y="227015"/>
                  </a:lnTo>
                  <a:lnTo>
                    <a:pt x="5378129" y="227015"/>
                  </a:lnTo>
                  <a:lnTo>
                    <a:pt x="5378223" y="227015"/>
                  </a:lnTo>
                  <a:lnTo>
                    <a:pt x="5378317" y="227015"/>
                  </a:lnTo>
                  <a:lnTo>
                    <a:pt x="5378411" y="227015"/>
                  </a:lnTo>
                  <a:lnTo>
                    <a:pt x="5378505" y="227015"/>
                  </a:lnTo>
                  <a:lnTo>
                    <a:pt x="5378599" y="227015"/>
                  </a:lnTo>
                  <a:lnTo>
                    <a:pt x="5378693" y="227015"/>
                  </a:lnTo>
                  <a:lnTo>
                    <a:pt x="5378787" y="227015"/>
                  </a:lnTo>
                  <a:lnTo>
                    <a:pt x="5378881" y="227015"/>
                  </a:lnTo>
                  <a:lnTo>
                    <a:pt x="5378975" y="227015"/>
                  </a:lnTo>
                  <a:lnTo>
                    <a:pt x="5379069" y="227015"/>
                  </a:lnTo>
                  <a:lnTo>
                    <a:pt x="5379163" y="227015"/>
                  </a:lnTo>
                  <a:lnTo>
                    <a:pt x="5379257" y="227015"/>
                  </a:lnTo>
                  <a:lnTo>
                    <a:pt x="5379351" y="227015"/>
                  </a:lnTo>
                  <a:lnTo>
                    <a:pt x="5379445" y="227015"/>
                  </a:lnTo>
                  <a:lnTo>
                    <a:pt x="5379539" y="227015"/>
                  </a:lnTo>
                  <a:lnTo>
                    <a:pt x="5379633" y="227015"/>
                  </a:lnTo>
                  <a:lnTo>
                    <a:pt x="5379727" y="227015"/>
                  </a:lnTo>
                  <a:lnTo>
                    <a:pt x="5379821" y="227015"/>
                  </a:lnTo>
                  <a:lnTo>
                    <a:pt x="5379915" y="227015"/>
                  </a:lnTo>
                  <a:lnTo>
                    <a:pt x="5380009" y="227015"/>
                  </a:lnTo>
                  <a:lnTo>
                    <a:pt x="5380104" y="227015"/>
                  </a:lnTo>
                  <a:lnTo>
                    <a:pt x="5380198" y="227015"/>
                  </a:lnTo>
                  <a:lnTo>
                    <a:pt x="5380292" y="227015"/>
                  </a:lnTo>
                  <a:lnTo>
                    <a:pt x="5380386" y="227015"/>
                  </a:lnTo>
                  <a:lnTo>
                    <a:pt x="5380480" y="227015"/>
                  </a:lnTo>
                  <a:lnTo>
                    <a:pt x="5380574" y="227015"/>
                  </a:lnTo>
                  <a:lnTo>
                    <a:pt x="5380668" y="227015"/>
                  </a:lnTo>
                  <a:lnTo>
                    <a:pt x="5380762" y="227015"/>
                  </a:lnTo>
                  <a:lnTo>
                    <a:pt x="5380856" y="227015"/>
                  </a:lnTo>
                  <a:lnTo>
                    <a:pt x="5380950" y="227015"/>
                  </a:lnTo>
                  <a:lnTo>
                    <a:pt x="5381044" y="227015"/>
                  </a:lnTo>
                  <a:lnTo>
                    <a:pt x="5381138" y="227015"/>
                  </a:lnTo>
                  <a:lnTo>
                    <a:pt x="5381232" y="227015"/>
                  </a:lnTo>
                  <a:lnTo>
                    <a:pt x="5381326" y="227015"/>
                  </a:lnTo>
                  <a:lnTo>
                    <a:pt x="5381420" y="227015"/>
                  </a:lnTo>
                  <a:lnTo>
                    <a:pt x="5381514" y="227015"/>
                  </a:lnTo>
                  <a:lnTo>
                    <a:pt x="5381608" y="227015"/>
                  </a:lnTo>
                  <a:lnTo>
                    <a:pt x="5381702" y="227015"/>
                  </a:lnTo>
                  <a:lnTo>
                    <a:pt x="5381796" y="227015"/>
                  </a:lnTo>
                  <a:lnTo>
                    <a:pt x="5381890" y="227015"/>
                  </a:lnTo>
                  <a:lnTo>
                    <a:pt x="5381984" y="227015"/>
                  </a:lnTo>
                  <a:lnTo>
                    <a:pt x="5382078" y="227015"/>
                  </a:lnTo>
                  <a:lnTo>
                    <a:pt x="5382172" y="227015"/>
                  </a:lnTo>
                  <a:lnTo>
                    <a:pt x="5382266" y="227015"/>
                  </a:lnTo>
                  <a:lnTo>
                    <a:pt x="5382360" y="227015"/>
                  </a:lnTo>
                  <a:lnTo>
                    <a:pt x="5382454" y="227015"/>
                  </a:lnTo>
                  <a:lnTo>
                    <a:pt x="5382548" y="227015"/>
                  </a:lnTo>
                  <a:lnTo>
                    <a:pt x="5382642" y="227015"/>
                  </a:lnTo>
                  <a:lnTo>
                    <a:pt x="5382736" y="227015"/>
                  </a:lnTo>
                  <a:lnTo>
                    <a:pt x="5382830" y="227015"/>
                  </a:lnTo>
                  <a:lnTo>
                    <a:pt x="5382924" y="227015"/>
                  </a:lnTo>
                  <a:lnTo>
                    <a:pt x="5383018" y="227015"/>
                  </a:lnTo>
                  <a:lnTo>
                    <a:pt x="5383112" y="227015"/>
                  </a:lnTo>
                  <a:lnTo>
                    <a:pt x="5383206" y="227015"/>
                  </a:lnTo>
                  <a:lnTo>
                    <a:pt x="5383300" y="227015"/>
                  </a:lnTo>
                  <a:lnTo>
                    <a:pt x="5383394" y="227015"/>
                  </a:lnTo>
                  <a:lnTo>
                    <a:pt x="5383488" y="227015"/>
                  </a:lnTo>
                  <a:lnTo>
                    <a:pt x="5383582" y="227015"/>
                  </a:lnTo>
                  <a:lnTo>
                    <a:pt x="5383677" y="227015"/>
                  </a:lnTo>
                  <a:lnTo>
                    <a:pt x="5383771" y="227015"/>
                  </a:lnTo>
                  <a:lnTo>
                    <a:pt x="5383865" y="227015"/>
                  </a:lnTo>
                  <a:lnTo>
                    <a:pt x="5383959" y="227015"/>
                  </a:lnTo>
                  <a:lnTo>
                    <a:pt x="5384053" y="227015"/>
                  </a:lnTo>
                  <a:lnTo>
                    <a:pt x="5384147" y="227015"/>
                  </a:lnTo>
                  <a:lnTo>
                    <a:pt x="5384241" y="227015"/>
                  </a:lnTo>
                  <a:lnTo>
                    <a:pt x="5384335" y="227015"/>
                  </a:lnTo>
                  <a:lnTo>
                    <a:pt x="5384429" y="227015"/>
                  </a:lnTo>
                  <a:lnTo>
                    <a:pt x="5384523" y="227015"/>
                  </a:lnTo>
                  <a:lnTo>
                    <a:pt x="5384617" y="227015"/>
                  </a:lnTo>
                  <a:lnTo>
                    <a:pt x="5384711" y="227015"/>
                  </a:lnTo>
                  <a:lnTo>
                    <a:pt x="5384805" y="227015"/>
                  </a:lnTo>
                  <a:lnTo>
                    <a:pt x="5384899" y="227015"/>
                  </a:lnTo>
                  <a:lnTo>
                    <a:pt x="5384993" y="227015"/>
                  </a:lnTo>
                  <a:lnTo>
                    <a:pt x="5385087" y="227015"/>
                  </a:lnTo>
                  <a:lnTo>
                    <a:pt x="5385181" y="227015"/>
                  </a:lnTo>
                  <a:lnTo>
                    <a:pt x="5385275" y="227015"/>
                  </a:lnTo>
                  <a:lnTo>
                    <a:pt x="5385369" y="227015"/>
                  </a:lnTo>
                  <a:lnTo>
                    <a:pt x="5385463" y="227015"/>
                  </a:lnTo>
                  <a:lnTo>
                    <a:pt x="5385557" y="227015"/>
                  </a:lnTo>
                  <a:lnTo>
                    <a:pt x="5385651" y="227015"/>
                  </a:lnTo>
                  <a:lnTo>
                    <a:pt x="5385745" y="227015"/>
                  </a:lnTo>
                  <a:lnTo>
                    <a:pt x="5385839" y="227015"/>
                  </a:lnTo>
                  <a:lnTo>
                    <a:pt x="5385933" y="227015"/>
                  </a:lnTo>
                  <a:lnTo>
                    <a:pt x="5386027" y="227015"/>
                  </a:lnTo>
                  <a:lnTo>
                    <a:pt x="5386121" y="227015"/>
                  </a:lnTo>
                  <a:lnTo>
                    <a:pt x="5386215" y="227015"/>
                  </a:lnTo>
                  <a:lnTo>
                    <a:pt x="5386309" y="227015"/>
                  </a:lnTo>
                  <a:lnTo>
                    <a:pt x="5386403" y="227015"/>
                  </a:lnTo>
                  <a:lnTo>
                    <a:pt x="5386497" y="227015"/>
                  </a:lnTo>
                  <a:lnTo>
                    <a:pt x="5386591" y="227015"/>
                  </a:lnTo>
                  <a:lnTo>
                    <a:pt x="5386685" y="227015"/>
                  </a:lnTo>
                  <a:lnTo>
                    <a:pt x="5386779" y="227015"/>
                  </a:lnTo>
                  <a:lnTo>
                    <a:pt x="5386873" y="227015"/>
                  </a:lnTo>
                  <a:lnTo>
                    <a:pt x="5386967" y="227015"/>
                  </a:lnTo>
                  <a:lnTo>
                    <a:pt x="5387061" y="227015"/>
                  </a:lnTo>
                  <a:lnTo>
                    <a:pt x="5387156" y="227015"/>
                  </a:lnTo>
                  <a:lnTo>
                    <a:pt x="5387250" y="227015"/>
                  </a:lnTo>
                  <a:lnTo>
                    <a:pt x="5387344" y="227015"/>
                  </a:lnTo>
                  <a:lnTo>
                    <a:pt x="5387438" y="227015"/>
                  </a:lnTo>
                  <a:lnTo>
                    <a:pt x="5387532" y="227015"/>
                  </a:lnTo>
                  <a:lnTo>
                    <a:pt x="5387626" y="227015"/>
                  </a:lnTo>
                  <a:lnTo>
                    <a:pt x="5387720" y="227015"/>
                  </a:lnTo>
                  <a:lnTo>
                    <a:pt x="5387814" y="227015"/>
                  </a:lnTo>
                  <a:lnTo>
                    <a:pt x="5387908" y="227015"/>
                  </a:lnTo>
                  <a:lnTo>
                    <a:pt x="5388002" y="227015"/>
                  </a:lnTo>
                  <a:lnTo>
                    <a:pt x="5388096" y="227015"/>
                  </a:lnTo>
                  <a:lnTo>
                    <a:pt x="5388190" y="227015"/>
                  </a:lnTo>
                  <a:lnTo>
                    <a:pt x="5388284" y="227015"/>
                  </a:lnTo>
                  <a:lnTo>
                    <a:pt x="5388378" y="227015"/>
                  </a:lnTo>
                  <a:lnTo>
                    <a:pt x="5388472" y="227015"/>
                  </a:lnTo>
                  <a:lnTo>
                    <a:pt x="5388566" y="227015"/>
                  </a:lnTo>
                  <a:lnTo>
                    <a:pt x="5388660" y="227015"/>
                  </a:lnTo>
                  <a:lnTo>
                    <a:pt x="5388754" y="227015"/>
                  </a:lnTo>
                  <a:lnTo>
                    <a:pt x="5388848" y="227015"/>
                  </a:lnTo>
                  <a:lnTo>
                    <a:pt x="5388942" y="227015"/>
                  </a:lnTo>
                  <a:lnTo>
                    <a:pt x="5389036" y="227015"/>
                  </a:lnTo>
                  <a:lnTo>
                    <a:pt x="5389130" y="227015"/>
                  </a:lnTo>
                  <a:lnTo>
                    <a:pt x="5389224" y="227015"/>
                  </a:lnTo>
                  <a:lnTo>
                    <a:pt x="5389318" y="227015"/>
                  </a:lnTo>
                  <a:lnTo>
                    <a:pt x="5389412" y="227015"/>
                  </a:lnTo>
                  <a:lnTo>
                    <a:pt x="5389506" y="227015"/>
                  </a:lnTo>
                  <a:lnTo>
                    <a:pt x="5389600" y="227015"/>
                  </a:lnTo>
                  <a:lnTo>
                    <a:pt x="5389694" y="227015"/>
                  </a:lnTo>
                  <a:lnTo>
                    <a:pt x="5389788" y="227015"/>
                  </a:lnTo>
                  <a:lnTo>
                    <a:pt x="5389882" y="227015"/>
                  </a:lnTo>
                  <a:lnTo>
                    <a:pt x="5389976" y="227015"/>
                  </a:lnTo>
                  <a:lnTo>
                    <a:pt x="5390070" y="227015"/>
                  </a:lnTo>
                  <a:lnTo>
                    <a:pt x="5390164" y="227015"/>
                  </a:lnTo>
                  <a:lnTo>
                    <a:pt x="5390258" y="227015"/>
                  </a:lnTo>
                  <a:lnTo>
                    <a:pt x="5390352" y="227015"/>
                  </a:lnTo>
                  <a:lnTo>
                    <a:pt x="5390446" y="227015"/>
                  </a:lnTo>
                  <a:lnTo>
                    <a:pt x="5390540" y="227015"/>
                  </a:lnTo>
                  <a:lnTo>
                    <a:pt x="5390634" y="227015"/>
                  </a:lnTo>
                  <a:lnTo>
                    <a:pt x="5390729" y="227015"/>
                  </a:lnTo>
                  <a:lnTo>
                    <a:pt x="5390823" y="227015"/>
                  </a:lnTo>
                  <a:lnTo>
                    <a:pt x="5390917" y="227015"/>
                  </a:lnTo>
                  <a:lnTo>
                    <a:pt x="5391011" y="227015"/>
                  </a:lnTo>
                  <a:lnTo>
                    <a:pt x="5391105" y="227015"/>
                  </a:lnTo>
                  <a:lnTo>
                    <a:pt x="5391199" y="227015"/>
                  </a:lnTo>
                  <a:lnTo>
                    <a:pt x="5391293" y="227015"/>
                  </a:lnTo>
                  <a:lnTo>
                    <a:pt x="5391387" y="227015"/>
                  </a:lnTo>
                  <a:lnTo>
                    <a:pt x="5391481" y="227015"/>
                  </a:lnTo>
                  <a:lnTo>
                    <a:pt x="5391575" y="227015"/>
                  </a:lnTo>
                  <a:lnTo>
                    <a:pt x="5391669" y="227015"/>
                  </a:lnTo>
                  <a:lnTo>
                    <a:pt x="5391763" y="227015"/>
                  </a:lnTo>
                  <a:lnTo>
                    <a:pt x="5391857" y="227015"/>
                  </a:lnTo>
                  <a:lnTo>
                    <a:pt x="5391951" y="227015"/>
                  </a:lnTo>
                  <a:lnTo>
                    <a:pt x="5392045" y="227015"/>
                  </a:lnTo>
                  <a:lnTo>
                    <a:pt x="5392139" y="227015"/>
                  </a:lnTo>
                  <a:lnTo>
                    <a:pt x="5392233" y="227015"/>
                  </a:lnTo>
                  <a:lnTo>
                    <a:pt x="5392327" y="227015"/>
                  </a:lnTo>
                  <a:lnTo>
                    <a:pt x="5392421" y="227015"/>
                  </a:lnTo>
                  <a:lnTo>
                    <a:pt x="5392515" y="227015"/>
                  </a:lnTo>
                  <a:lnTo>
                    <a:pt x="5392609" y="227015"/>
                  </a:lnTo>
                  <a:lnTo>
                    <a:pt x="5392703" y="227015"/>
                  </a:lnTo>
                  <a:lnTo>
                    <a:pt x="5392797" y="227015"/>
                  </a:lnTo>
                  <a:lnTo>
                    <a:pt x="5392891" y="227015"/>
                  </a:lnTo>
                  <a:lnTo>
                    <a:pt x="5392985" y="227015"/>
                  </a:lnTo>
                  <a:lnTo>
                    <a:pt x="5393079" y="227015"/>
                  </a:lnTo>
                  <a:lnTo>
                    <a:pt x="5393173" y="227015"/>
                  </a:lnTo>
                  <a:lnTo>
                    <a:pt x="5393267" y="227015"/>
                  </a:lnTo>
                  <a:lnTo>
                    <a:pt x="5393361" y="227015"/>
                  </a:lnTo>
                  <a:lnTo>
                    <a:pt x="5393455" y="227015"/>
                  </a:lnTo>
                  <a:lnTo>
                    <a:pt x="5393549" y="227015"/>
                  </a:lnTo>
                  <a:lnTo>
                    <a:pt x="5393643" y="227015"/>
                  </a:lnTo>
                  <a:lnTo>
                    <a:pt x="5393737" y="227015"/>
                  </a:lnTo>
                  <a:lnTo>
                    <a:pt x="5393831" y="227015"/>
                  </a:lnTo>
                  <a:lnTo>
                    <a:pt x="5393925" y="227015"/>
                  </a:lnTo>
                  <a:lnTo>
                    <a:pt x="5394019" y="227015"/>
                  </a:lnTo>
                  <a:lnTo>
                    <a:pt x="5394113" y="227015"/>
                  </a:lnTo>
                  <a:lnTo>
                    <a:pt x="5394207" y="227015"/>
                  </a:lnTo>
                  <a:lnTo>
                    <a:pt x="5394302" y="227015"/>
                  </a:lnTo>
                  <a:lnTo>
                    <a:pt x="5394396" y="227015"/>
                  </a:lnTo>
                  <a:lnTo>
                    <a:pt x="5394490" y="227015"/>
                  </a:lnTo>
                  <a:lnTo>
                    <a:pt x="5394584" y="227015"/>
                  </a:lnTo>
                  <a:lnTo>
                    <a:pt x="5394678" y="227015"/>
                  </a:lnTo>
                  <a:lnTo>
                    <a:pt x="5394772" y="227015"/>
                  </a:lnTo>
                  <a:lnTo>
                    <a:pt x="5394866" y="227015"/>
                  </a:lnTo>
                  <a:lnTo>
                    <a:pt x="5394960" y="227015"/>
                  </a:lnTo>
                  <a:lnTo>
                    <a:pt x="5395054" y="227015"/>
                  </a:lnTo>
                  <a:lnTo>
                    <a:pt x="5395148" y="227015"/>
                  </a:lnTo>
                  <a:lnTo>
                    <a:pt x="5395242" y="227015"/>
                  </a:lnTo>
                  <a:lnTo>
                    <a:pt x="5395336" y="227015"/>
                  </a:lnTo>
                  <a:lnTo>
                    <a:pt x="5395430" y="227015"/>
                  </a:lnTo>
                  <a:lnTo>
                    <a:pt x="5395524" y="227015"/>
                  </a:lnTo>
                  <a:lnTo>
                    <a:pt x="5395618" y="227015"/>
                  </a:lnTo>
                  <a:lnTo>
                    <a:pt x="5395712" y="227015"/>
                  </a:lnTo>
                  <a:lnTo>
                    <a:pt x="5395806" y="227015"/>
                  </a:lnTo>
                  <a:lnTo>
                    <a:pt x="5395900" y="227015"/>
                  </a:lnTo>
                  <a:lnTo>
                    <a:pt x="5395994" y="227015"/>
                  </a:lnTo>
                  <a:lnTo>
                    <a:pt x="5396088" y="227015"/>
                  </a:lnTo>
                  <a:lnTo>
                    <a:pt x="5396182" y="227015"/>
                  </a:lnTo>
                  <a:lnTo>
                    <a:pt x="5396276" y="227015"/>
                  </a:lnTo>
                  <a:lnTo>
                    <a:pt x="5396370" y="227015"/>
                  </a:lnTo>
                  <a:lnTo>
                    <a:pt x="5396464" y="227015"/>
                  </a:lnTo>
                  <a:lnTo>
                    <a:pt x="5396558" y="227015"/>
                  </a:lnTo>
                  <a:lnTo>
                    <a:pt x="5396652" y="227015"/>
                  </a:lnTo>
                  <a:lnTo>
                    <a:pt x="5396746" y="227015"/>
                  </a:lnTo>
                  <a:lnTo>
                    <a:pt x="5396840" y="227015"/>
                  </a:lnTo>
                  <a:lnTo>
                    <a:pt x="5396934" y="227015"/>
                  </a:lnTo>
                  <a:lnTo>
                    <a:pt x="5397028" y="227015"/>
                  </a:lnTo>
                  <a:lnTo>
                    <a:pt x="5397122" y="227015"/>
                  </a:lnTo>
                  <a:lnTo>
                    <a:pt x="5397216" y="227015"/>
                  </a:lnTo>
                  <a:lnTo>
                    <a:pt x="5397310" y="227015"/>
                  </a:lnTo>
                  <a:lnTo>
                    <a:pt x="5397404" y="227015"/>
                  </a:lnTo>
                  <a:lnTo>
                    <a:pt x="5397498" y="227015"/>
                  </a:lnTo>
                  <a:lnTo>
                    <a:pt x="5397592" y="227015"/>
                  </a:lnTo>
                  <a:lnTo>
                    <a:pt x="5397686" y="227015"/>
                  </a:lnTo>
                  <a:lnTo>
                    <a:pt x="5397781" y="227015"/>
                  </a:lnTo>
                  <a:lnTo>
                    <a:pt x="5397875" y="227015"/>
                  </a:lnTo>
                  <a:lnTo>
                    <a:pt x="5397969" y="227015"/>
                  </a:lnTo>
                  <a:lnTo>
                    <a:pt x="5398063" y="227015"/>
                  </a:lnTo>
                  <a:lnTo>
                    <a:pt x="5398157" y="227015"/>
                  </a:lnTo>
                  <a:lnTo>
                    <a:pt x="5398251" y="227015"/>
                  </a:lnTo>
                  <a:lnTo>
                    <a:pt x="5398345" y="227015"/>
                  </a:lnTo>
                  <a:lnTo>
                    <a:pt x="5398439" y="227015"/>
                  </a:lnTo>
                  <a:lnTo>
                    <a:pt x="5398533" y="227015"/>
                  </a:lnTo>
                  <a:lnTo>
                    <a:pt x="5398627" y="227015"/>
                  </a:lnTo>
                  <a:lnTo>
                    <a:pt x="5398721" y="227015"/>
                  </a:lnTo>
                  <a:lnTo>
                    <a:pt x="5398815" y="227015"/>
                  </a:lnTo>
                  <a:lnTo>
                    <a:pt x="5398909" y="227015"/>
                  </a:lnTo>
                  <a:lnTo>
                    <a:pt x="5399003" y="227015"/>
                  </a:lnTo>
                  <a:lnTo>
                    <a:pt x="5399097" y="227015"/>
                  </a:lnTo>
                  <a:lnTo>
                    <a:pt x="5399191" y="227015"/>
                  </a:lnTo>
                  <a:lnTo>
                    <a:pt x="5399285" y="227015"/>
                  </a:lnTo>
                  <a:lnTo>
                    <a:pt x="5399379" y="227015"/>
                  </a:lnTo>
                  <a:lnTo>
                    <a:pt x="5399473" y="227015"/>
                  </a:lnTo>
                  <a:lnTo>
                    <a:pt x="5399567" y="227015"/>
                  </a:lnTo>
                  <a:lnTo>
                    <a:pt x="5399661" y="227015"/>
                  </a:lnTo>
                  <a:lnTo>
                    <a:pt x="5399755" y="227015"/>
                  </a:lnTo>
                  <a:lnTo>
                    <a:pt x="5399849" y="227015"/>
                  </a:lnTo>
                  <a:lnTo>
                    <a:pt x="5399943" y="227015"/>
                  </a:lnTo>
                  <a:lnTo>
                    <a:pt x="5400037" y="227015"/>
                  </a:lnTo>
                  <a:lnTo>
                    <a:pt x="5400131" y="227015"/>
                  </a:lnTo>
                  <a:lnTo>
                    <a:pt x="5400225" y="227015"/>
                  </a:lnTo>
                  <a:lnTo>
                    <a:pt x="5400319" y="227015"/>
                  </a:lnTo>
                  <a:lnTo>
                    <a:pt x="5400413" y="227015"/>
                  </a:lnTo>
                  <a:lnTo>
                    <a:pt x="5400507" y="227015"/>
                  </a:lnTo>
                  <a:lnTo>
                    <a:pt x="5400601" y="227015"/>
                  </a:lnTo>
                  <a:lnTo>
                    <a:pt x="5400695" y="227015"/>
                  </a:lnTo>
                  <a:lnTo>
                    <a:pt x="5400789" y="227015"/>
                  </a:lnTo>
                  <a:lnTo>
                    <a:pt x="5400883" y="227015"/>
                  </a:lnTo>
                  <a:lnTo>
                    <a:pt x="5400977" y="227015"/>
                  </a:lnTo>
                  <a:lnTo>
                    <a:pt x="5401071" y="227015"/>
                  </a:lnTo>
                  <a:lnTo>
                    <a:pt x="5401071" y="221735"/>
                  </a:lnTo>
                  <a:lnTo>
                    <a:pt x="5401165" y="221735"/>
                  </a:lnTo>
                  <a:lnTo>
                    <a:pt x="5401259" y="221735"/>
                  </a:lnTo>
                  <a:lnTo>
                    <a:pt x="5401354" y="221735"/>
                  </a:lnTo>
                  <a:lnTo>
                    <a:pt x="5401448" y="221735"/>
                  </a:lnTo>
                  <a:lnTo>
                    <a:pt x="5401542" y="221735"/>
                  </a:lnTo>
                  <a:lnTo>
                    <a:pt x="5401636" y="221735"/>
                  </a:lnTo>
                  <a:lnTo>
                    <a:pt x="5401730" y="221735"/>
                  </a:lnTo>
                  <a:lnTo>
                    <a:pt x="5401824" y="221735"/>
                  </a:lnTo>
                  <a:lnTo>
                    <a:pt x="5401918" y="221735"/>
                  </a:lnTo>
                  <a:lnTo>
                    <a:pt x="5402012" y="221735"/>
                  </a:lnTo>
                  <a:lnTo>
                    <a:pt x="5402106" y="221735"/>
                  </a:lnTo>
                  <a:lnTo>
                    <a:pt x="5402200" y="221735"/>
                  </a:lnTo>
                  <a:lnTo>
                    <a:pt x="5402294" y="221735"/>
                  </a:lnTo>
                  <a:lnTo>
                    <a:pt x="5402388" y="221735"/>
                  </a:lnTo>
                  <a:lnTo>
                    <a:pt x="5402482" y="221735"/>
                  </a:lnTo>
                  <a:lnTo>
                    <a:pt x="5402576" y="221735"/>
                  </a:lnTo>
                  <a:lnTo>
                    <a:pt x="5402670" y="221735"/>
                  </a:lnTo>
                  <a:lnTo>
                    <a:pt x="5402764" y="221735"/>
                  </a:lnTo>
                  <a:lnTo>
                    <a:pt x="5402858" y="221735"/>
                  </a:lnTo>
                  <a:lnTo>
                    <a:pt x="5402952" y="221735"/>
                  </a:lnTo>
                  <a:lnTo>
                    <a:pt x="5403046" y="221735"/>
                  </a:lnTo>
                  <a:lnTo>
                    <a:pt x="5403140" y="221735"/>
                  </a:lnTo>
                  <a:lnTo>
                    <a:pt x="5403234" y="221735"/>
                  </a:lnTo>
                  <a:lnTo>
                    <a:pt x="5403328" y="221735"/>
                  </a:lnTo>
                  <a:lnTo>
                    <a:pt x="5403422" y="221735"/>
                  </a:lnTo>
                  <a:lnTo>
                    <a:pt x="5403516" y="221735"/>
                  </a:lnTo>
                  <a:lnTo>
                    <a:pt x="5403610" y="221735"/>
                  </a:lnTo>
                  <a:lnTo>
                    <a:pt x="5403704" y="221735"/>
                  </a:lnTo>
                  <a:lnTo>
                    <a:pt x="5403798" y="221735"/>
                  </a:lnTo>
                  <a:lnTo>
                    <a:pt x="5403892" y="221735"/>
                  </a:lnTo>
                  <a:lnTo>
                    <a:pt x="5403986" y="221735"/>
                  </a:lnTo>
                  <a:lnTo>
                    <a:pt x="5404080" y="221735"/>
                  </a:lnTo>
                  <a:lnTo>
                    <a:pt x="5404174" y="221735"/>
                  </a:lnTo>
                  <a:lnTo>
                    <a:pt x="5404268" y="221735"/>
                  </a:lnTo>
                  <a:lnTo>
                    <a:pt x="5404362" y="221735"/>
                  </a:lnTo>
                  <a:lnTo>
                    <a:pt x="5404456" y="221735"/>
                  </a:lnTo>
                  <a:lnTo>
                    <a:pt x="5404550" y="221735"/>
                  </a:lnTo>
                  <a:lnTo>
                    <a:pt x="5404644" y="221735"/>
                  </a:lnTo>
                  <a:lnTo>
                    <a:pt x="5404738" y="221735"/>
                  </a:lnTo>
                  <a:lnTo>
                    <a:pt x="5404832" y="221735"/>
                  </a:lnTo>
                  <a:lnTo>
                    <a:pt x="5404927" y="221735"/>
                  </a:lnTo>
                  <a:lnTo>
                    <a:pt x="5405021" y="221735"/>
                  </a:lnTo>
                  <a:lnTo>
                    <a:pt x="5405115" y="221735"/>
                  </a:lnTo>
                  <a:lnTo>
                    <a:pt x="5405209" y="221735"/>
                  </a:lnTo>
                  <a:lnTo>
                    <a:pt x="5405303" y="221735"/>
                  </a:lnTo>
                  <a:lnTo>
                    <a:pt x="5405397" y="221735"/>
                  </a:lnTo>
                  <a:lnTo>
                    <a:pt x="5405491" y="221735"/>
                  </a:lnTo>
                  <a:lnTo>
                    <a:pt x="5405585" y="221735"/>
                  </a:lnTo>
                  <a:lnTo>
                    <a:pt x="5405679" y="221735"/>
                  </a:lnTo>
                  <a:lnTo>
                    <a:pt x="5405773" y="221735"/>
                  </a:lnTo>
                  <a:lnTo>
                    <a:pt x="5405867" y="221735"/>
                  </a:lnTo>
                  <a:lnTo>
                    <a:pt x="5405961" y="221735"/>
                  </a:lnTo>
                  <a:lnTo>
                    <a:pt x="5406055" y="221735"/>
                  </a:lnTo>
                  <a:lnTo>
                    <a:pt x="5406149" y="221735"/>
                  </a:lnTo>
                  <a:lnTo>
                    <a:pt x="5406243" y="221735"/>
                  </a:lnTo>
                  <a:lnTo>
                    <a:pt x="5406337" y="221735"/>
                  </a:lnTo>
                  <a:lnTo>
                    <a:pt x="5406431" y="221735"/>
                  </a:lnTo>
                  <a:lnTo>
                    <a:pt x="5406525" y="221735"/>
                  </a:lnTo>
                  <a:lnTo>
                    <a:pt x="5406619" y="221735"/>
                  </a:lnTo>
                  <a:lnTo>
                    <a:pt x="5406713" y="221735"/>
                  </a:lnTo>
                  <a:lnTo>
                    <a:pt x="5406807" y="221735"/>
                  </a:lnTo>
                  <a:lnTo>
                    <a:pt x="5406901" y="221735"/>
                  </a:lnTo>
                  <a:lnTo>
                    <a:pt x="5406995" y="221735"/>
                  </a:lnTo>
                  <a:lnTo>
                    <a:pt x="5407089" y="221735"/>
                  </a:lnTo>
                  <a:lnTo>
                    <a:pt x="5407183" y="221735"/>
                  </a:lnTo>
                  <a:lnTo>
                    <a:pt x="5407277" y="221735"/>
                  </a:lnTo>
                  <a:lnTo>
                    <a:pt x="5407371" y="221735"/>
                  </a:lnTo>
                  <a:lnTo>
                    <a:pt x="5407465" y="221735"/>
                  </a:lnTo>
                  <a:lnTo>
                    <a:pt x="5407559" y="221735"/>
                  </a:lnTo>
                  <a:lnTo>
                    <a:pt x="5407653" y="221735"/>
                  </a:lnTo>
                  <a:lnTo>
                    <a:pt x="5407747" y="221735"/>
                  </a:lnTo>
                  <a:lnTo>
                    <a:pt x="5407841" y="221735"/>
                  </a:lnTo>
                  <a:lnTo>
                    <a:pt x="5407935" y="221735"/>
                  </a:lnTo>
                  <a:lnTo>
                    <a:pt x="5408029" y="221735"/>
                  </a:lnTo>
                  <a:lnTo>
                    <a:pt x="5408123" y="221735"/>
                  </a:lnTo>
                  <a:lnTo>
                    <a:pt x="5408217" y="221735"/>
                  </a:lnTo>
                  <a:lnTo>
                    <a:pt x="5408311" y="221735"/>
                  </a:lnTo>
                  <a:lnTo>
                    <a:pt x="5408406" y="221735"/>
                  </a:lnTo>
                  <a:lnTo>
                    <a:pt x="5408500" y="221735"/>
                  </a:lnTo>
                  <a:lnTo>
                    <a:pt x="5408594" y="221735"/>
                  </a:lnTo>
                  <a:lnTo>
                    <a:pt x="5408688" y="221735"/>
                  </a:lnTo>
                  <a:lnTo>
                    <a:pt x="5408782" y="221735"/>
                  </a:lnTo>
                  <a:lnTo>
                    <a:pt x="5408876" y="221735"/>
                  </a:lnTo>
                  <a:lnTo>
                    <a:pt x="5408970" y="221735"/>
                  </a:lnTo>
                  <a:lnTo>
                    <a:pt x="5409064" y="221735"/>
                  </a:lnTo>
                  <a:lnTo>
                    <a:pt x="5409158" y="221735"/>
                  </a:lnTo>
                  <a:lnTo>
                    <a:pt x="5409252" y="221735"/>
                  </a:lnTo>
                  <a:lnTo>
                    <a:pt x="5409346" y="221735"/>
                  </a:lnTo>
                  <a:lnTo>
                    <a:pt x="5409440" y="221735"/>
                  </a:lnTo>
                  <a:lnTo>
                    <a:pt x="5409534" y="221735"/>
                  </a:lnTo>
                  <a:lnTo>
                    <a:pt x="5409628" y="221735"/>
                  </a:lnTo>
                  <a:lnTo>
                    <a:pt x="5409722" y="221735"/>
                  </a:lnTo>
                  <a:lnTo>
                    <a:pt x="5409816" y="221735"/>
                  </a:lnTo>
                  <a:lnTo>
                    <a:pt x="5409910" y="221735"/>
                  </a:lnTo>
                  <a:lnTo>
                    <a:pt x="5410004" y="221735"/>
                  </a:lnTo>
                  <a:lnTo>
                    <a:pt x="5410098" y="221735"/>
                  </a:lnTo>
                  <a:lnTo>
                    <a:pt x="5410192" y="221735"/>
                  </a:lnTo>
                  <a:lnTo>
                    <a:pt x="5410286" y="221735"/>
                  </a:lnTo>
                  <a:lnTo>
                    <a:pt x="5410380" y="221735"/>
                  </a:lnTo>
                  <a:lnTo>
                    <a:pt x="5410474" y="221735"/>
                  </a:lnTo>
                  <a:lnTo>
                    <a:pt x="5410568" y="221735"/>
                  </a:lnTo>
                  <a:lnTo>
                    <a:pt x="5410662" y="221735"/>
                  </a:lnTo>
                  <a:lnTo>
                    <a:pt x="5410756" y="221735"/>
                  </a:lnTo>
                  <a:lnTo>
                    <a:pt x="5410850" y="221735"/>
                  </a:lnTo>
                  <a:lnTo>
                    <a:pt x="5410944" y="221735"/>
                  </a:lnTo>
                  <a:lnTo>
                    <a:pt x="5411038" y="221735"/>
                  </a:lnTo>
                  <a:lnTo>
                    <a:pt x="5411132" y="221735"/>
                  </a:lnTo>
                  <a:lnTo>
                    <a:pt x="5411226" y="221735"/>
                  </a:lnTo>
                  <a:lnTo>
                    <a:pt x="5411320" y="221735"/>
                  </a:lnTo>
                  <a:lnTo>
                    <a:pt x="5411414" y="221735"/>
                  </a:lnTo>
                  <a:lnTo>
                    <a:pt x="5411508" y="221735"/>
                  </a:lnTo>
                  <a:lnTo>
                    <a:pt x="5411602" y="221735"/>
                  </a:lnTo>
                  <a:lnTo>
                    <a:pt x="5411696" y="221735"/>
                  </a:lnTo>
                  <a:lnTo>
                    <a:pt x="5411790" y="221735"/>
                  </a:lnTo>
                  <a:lnTo>
                    <a:pt x="5411884" y="221735"/>
                  </a:lnTo>
                  <a:lnTo>
                    <a:pt x="5411979" y="221735"/>
                  </a:lnTo>
                  <a:lnTo>
                    <a:pt x="5412073" y="221735"/>
                  </a:lnTo>
                  <a:lnTo>
                    <a:pt x="5412167" y="221735"/>
                  </a:lnTo>
                  <a:lnTo>
                    <a:pt x="5412261" y="221735"/>
                  </a:lnTo>
                  <a:lnTo>
                    <a:pt x="5412355" y="221735"/>
                  </a:lnTo>
                  <a:lnTo>
                    <a:pt x="5412449" y="221735"/>
                  </a:lnTo>
                  <a:lnTo>
                    <a:pt x="5412543" y="221735"/>
                  </a:lnTo>
                  <a:lnTo>
                    <a:pt x="5412637" y="221735"/>
                  </a:lnTo>
                  <a:lnTo>
                    <a:pt x="5412731" y="221735"/>
                  </a:lnTo>
                  <a:lnTo>
                    <a:pt x="5412825" y="221735"/>
                  </a:lnTo>
                  <a:lnTo>
                    <a:pt x="5412919" y="221735"/>
                  </a:lnTo>
                  <a:lnTo>
                    <a:pt x="5413013" y="221735"/>
                  </a:lnTo>
                  <a:lnTo>
                    <a:pt x="5413107" y="221735"/>
                  </a:lnTo>
                  <a:lnTo>
                    <a:pt x="5413201" y="221735"/>
                  </a:lnTo>
                  <a:lnTo>
                    <a:pt x="5413295" y="221735"/>
                  </a:lnTo>
                  <a:lnTo>
                    <a:pt x="5413389" y="221735"/>
                  </a:lnTo>
                  <a:lnTo>
                    <a:pt x="5413483" y="221735"/>
                  </a:lnTo>
                  <a:lnTo>
                    <a:pt x="5413577" y="221735"/>
                  </a:lnTo>
                  <a:lnTo>
                    <a:pt x="5413671" y="221735"/>
                  </a:lnTo>
                  <a:lnTo>
                    <a:pt x="5413765" y="221735"/>
                  </a:lnTo>
                  <a:lnTo>
                    <a:pt x="5413859" y="221735"/>
                  </a:lnTo>
                  <a:lnTo>
                    <a:pt x="5413953" y="221735"/>
                  </a:lnTo>
                  <a:lnTo>
                    <a:pt x="5414047" y="221735"/>
                  </a:lnTo>
                  <a:lnTo>
                    <a:pt x="5414141" y="221735"/>
                  </a:lnTo>
                  <a:lnTo>
                    <a:pt x="5414235" y="221735"/>
                  </a:lnTo>
                  <a:lnTo>
                    <a:pt x="5414329" y="221735"/>
                  </a:lnTo>
                  <a:lnTo>
                    <a:pt x="5414423" y="221735"/>
                  </a:lnTo>
                  <a:lnTo>
                    <a:pt x="5414517" y="221735"/>
                  </a:lnTo>
                  <a:lnTo>
                    <a:pt x="5414611" y="221735"/>
                  </a:lnTo>
                  <a:lnTo>
                    <a:pt x="5414705" y="221735"/>
                  </a:lnTo>
                  <a:lnTo>
                    <a:pt x="5414799" y="221735"/>
                  </a:lnTo>
                  <a:lnTo>
                    <a:pt x="5414893" y="221735"/>
                  </a:lnTo>
                  <a:lnTo>
                    <a:pt x="5414987" y="221735"/>
                  </a:lnTo>
                  <a:lnTo>
                    <a:pt x="5415081" y="221735"/>
                  </a:lnTo>
                  <a:lnTo>
                    <a:pt x="5415175" y="221735"/>
                  </a:lnTo>
                  <a:lnTo>
                    <a:pt x="5415269" y="221735"/>
                  </a:lnTo>
                  <a:lnTo>
                    <a:pt x="5415363" y="221735"/>
                  </a:lnTo>
                  <a:lnTo>
                    <a:pt x="5415363" y="216456"/>
                  </a:lnTo>
                  <a:lnTo>
                    <a:pt x="5415457" y="216456"/>
                  </a:lnTo>
                  <a:lnTo>
                    <a:pt x="5415552" y="216456"/>
                  </a:lnTo>
                  <a:lnTo>
                    <a:pt x="5415646" y="216456"/>
                  </a:lnTo>
                  <a:lnTo>
                    <a:pt x="5415740" y="216456"/>
                  </a:lnTo>
                  <a:lnTo>
                    <a:pt x="5415834" y="216456"/>
                  </a:lnTo>
                  <a:lnTo>
                    <a:pt x="5415928" y="216456"/>
                  </a:lnTo>
                  <a:lnTo>
                    <a:pt x="5416022" y="216456"/>
                  </a:lnTo>
                  <a:lnTo>
                    <a:pt x="5416116" y="216456"/>
                  </a:lnTo>
                  <a:lnTo>
                    <a:pt x="5416210" y="216456"/>
                  </a:lnTo>
                  <a:lnTo>
                    <a:pt x="5416304" y="216456"/>
                  </a:lnTo>
                  <a:lnTo>
                    <a:pt x="5416398" y="216456"/>
                  </a:lnTo>
                  <a:lnTo>
                    <a:pt x="5416492" y="216456"/>
                  </a:lnTo>
                  <a:lnTo>
                    <a:pt x="5416586" y="216456"/>
                  </a:lnTo>
                  <a:lnTo>
                    <a:pt x="5416680" y="216456"/>
                  </a:lnTo>
                  <a:lnTo>
                    <a:pt x="5416774" y="216456"/>
                  </a:lnTo>
                  <a:lnTo>
                    <a:pt x="5416868" y="216456"/>
                  </a:lnTo>
                  <a:lnTo>
                    <a:pt x="5416962" y="216456"/>
                  </a:lnTo>
                  <a:lnTo>
                    <a:pt x="5417056" y="216456"/>
                  </a:lnTo>
                  <a:lnTo>
                    <a:pt x="5417150" y="216456"/>
                  </a:lnTo>
                  <a:lnTo>
                    <a:pt x="5417244" y="216456"/>
                  </a:lnTo>
                  <a:lnTo>
                    <a:pt x="5417338" y="216456"/>
                  </a:lnTo>
                  <a:lnTo>
                    <a:pt x="5417432" y="216456"/>
                  </a:lnTo>
                  <a:lnTo>
                    <a:pt x="5417526" y="216456"/>
                  </a:lnTo>
                  <a:lnTo>
                    <a:pt x="5417620" y="216456"/>
                  </a:lnTo>
                  <a:lnTo>
                    <a:pt x="5417714" y="216456"/>
                  </a:lnTo>
                  <a:lnTo>
                    <a:pt x="5417808" y="216456"/>
                  </a:lnTo>
                  <a:lnTo>
                    <a:pt x="5417902" y="216456"/>
                  </a:lnTo>
                  <a:lnTo>
                    <a:pt x="5417996" y="216456"/>
                  </a:lnTo>
                  <a:lnTo>
                    <a:pt x="5418090" y="216456"/>
                  </a:lnTo>
                  <a:lnTo>
                    <a:pt x="5418184" y="216456"/>
                  </a:lnTo>
                  <a:lnTo>
                    <a:pt x="5418278" y="216456"/>
                  </a:lnTo>
                  <a:lnTo>
                    <a:pt x="5418372" y="216456"/>
                  </a:lnTo>
                  <a:lnTo>
                    <a:pt x="5418466" y="216456"/>
                  </a:lnTo>
                  <a:lnTo>
                    <a:pt x="5418560" y="216456"/>
                  </a:lnTo>
                  <a:lnTo>
                    <a:pt x="5418654" y="216456"/>
                  </a:lnTo>
                  <a:lnTo>
                    <a:pt x="5418748" y="216456"/>
                  </a:lnTo>
                  <a:lnTo>
                    <a:pt x="5418842" y="216456"/>
                  </a:lnTo>
                  <a:lnTo>
                    <a:pt x="5418936" y="216456"/>
                  </a:lnTo>
                  <a:lnTo>
                    <a:pt x="5419031" y="216456"/>
                  </a:lnTo>
                  <a:lnTo>
                    <a:pt x="5419125" y="216456"/>
                  </a:lnTo>
                  <a:lnTo>
                    <a:pt x="5419219" y="216456"/>
                  </a:lnTo>
                  <a:lnTo>
                    <a:pt x="5419313" y="216456"/>
                  </a:lnTo>
                  <a:lnTo>
                    <a:pt x="5419407" y="216456"/>
                  </a:lnTo>
                  <a:lnTo>
                    <a:pt x="5419501" y="216456"/>
                  </a:lnTo>
                  <a:lnTo>
                    <a:pt x="5419595" y="216456"/>
                  </a:lnTo>
                  <a:lnTo>
                    <a:pt x="5419689" y="216456"/>
                  </a:lnTo>
                  <a:lnTo>
                    <a:pt x="5419783" y="216456"/>
                  </a:lnTo>
                  <a:lnTo>
                    <a:pt x="5419877" y="216456"/>
                  </a:lnTo>
                  <a:lnTo>
                    <a:pt x="5419971" y="216456"/>
                  </a:lnTo>
                  <a:lnTo>
                    <a:pt x="5420065" y="216456"/>
                  </a:lnTo>
                  <a:lnTo>
                    <a:pt x="5420159" y="216456"/>
                  </a:lnTo>
                  <a:lnTo>
                    <a:pt x="5420253" y="216456"/>
                  </a:lnTo>
                  <a:lnTo>
                    <a:pt x="5420347" y="216456"/>
                  </a:lnTo>
                  <a:lnTo>
                    <a:pt x="5420441" y="216456"/>
                  </a:lnTo>
                  <a:lnTo>
                    <a:pt x="5420535" y="216456"/>
                  </a:lnTo>
                  <a:lnTo>
                    <a:pt x="5420629" y="216456"/>
                  </a:lnTo>
                  <a:lnTo>
                    <a:pt x="5420723" y="216456"/>
                  </a:lnTo>
                  <a:lnTo>
                    <a:pt x="5420817" y="216456"/>
                  </a:lnTo>
                  <a:lnTo>
                    <a:pt x="5420911" y="216456"/>
                  </a:lnTo>
                  <a:lnTo>
                    <a:pt x="5421005" y="216456"/>
                  </a:lnTo>
                  <a:lnTo>
                    <a:pt x="5421099" y="216456"/>
                  </a:lnTo>
                  <a:lnTo>
                    <a:pt x="5421193" y="216456"/>
                  </a:lnTo>
                  <a:lnTo>
                    <a:pt x="5421287" y="216456"/>
                  </a:lnTo>
                  <a:lnTo>
                    <a:pt x="5421381" y="216456"/>
                  </a:lnTo>
                  <a:lnTo>
                    <a:pt x="5421475" y="216456"/>
                  </a:lnTo>
                  <a:lnTo>
                    <a:pt x="5421569" y="216456"/>
                  </a:lnTo>
                  <a:lnTo>
                    <a:pt x="5421663" y="216456"/>
                  </a:lnTo>
                  <a:lnTo>
                    <a:pt x="5421757" y="216456"/>
                  </a:lnTo>
                  <a:lnTo>
                    <a:pt x="5421851" y="216456"/>
                  </a:lnTo>
                  <a:lnTo>
                    <a:pt x="5421945" y="216456"/>
                  </a:lnTo>
                  <a:lnTo>
                    <a:pt x="5422039" y="216456"/>
                  </a:lnTo>
                  <a:lnTo>
                    <a:pt x="5422133" y="216456"/>
                  </a:lnTo>
                  <a:lnTo>
                    <a:pt x="5422227" y="216456"/>
                  </a:lnTo>
                  <a:lnTo>
                    <a:pt x="5422321" y="216456"/>
                  </a:lnTo>
                  <a:lnTo>
                    <a:pt x="5422415" y="216456"/>
                  </a:lnTo>
                  <a:lnTo>
                    <a:pt x="5422509" y="216456"/>
                  </a:lnTo>
                  <a:lnTo>
                    <a:pt x="5422604" y="216456"/>
                  </a:lnTo>
                  <a:lnTo>
                    <a:pt x="5422698" y="216456"/>
                  </a:lnTo>
                  <a:lnTo>
                    <a:pt x="5422792" y="216456"/>
                  </a:lnTo>
                  <a:lnTo>
                    <a:pt x="5422886" y="216456"/>
                  </a:lnTo>
                  <a:lnTo>
                    <a:pt x="5422980" y="216456"/>
                  </a:lnTo>
                  <a:lnTo>
                    <a:pt x="5423074" y="216456"/>
                  </a:lnTo>
                  <a:lnTo>
                    <a:pt x="5423168" y="216456"/>
                  </a:lnTo>
                  <a:lnTo>
                    <a:pt x="5423262" y="216456"/>
                  </a:lnTo>
                  <a:lnTo>
                    <a:pt x="5423356" y="216456"/>
                  </a:lnTo>
                  <a:lnTo>
                    <a:pt x="5423450" y="216456"/>
                  </a:lnTo>
                  <a:lnTo>
                    <a:pt x="5423544" y="216456"/>
                  </a:lnTo>
                  <a:lnTo>
                    <a:pt x="5423638" y="216456"/>
                  </a:lnTo>
                  <a:lnTo>
                    <a:pt x="5423732" y="216456"/>
                  </a:lnTo>
                  <a:lnTo>
                    <a:pt x="5423826" y="216456"/>
                  </a:lnTo>
                  <a:lnTo>
                    <a:pt x="5423920" y="216456"/>
                  </a:lnTo>
                  <a:lnTo>
                    <a:pt x="5424014" y="216456"/>
                  </a:lnTo>
                  <a:lnTo>
                    <a:pt x="5424108" y="216456"/>
                  </a:lnTo>
                  <a:lnTo>
                    <a:pt x="5424202" y="216456"/>
                  </a:lnTo>
                  <a:lnTo>
                    <a:pt x="5424296" y="216456"/>
                  </a:lnTo>
                  <a:lnTo>
                    <a:pt x="5424390" y="216456"/>
                  </a:lnTo>
                  <a:lnTo>
                    <a:pt x="5424484" y="216456"/>
                  </a:lnTo>
                  <a:lnTo>
                    <a:pt x="5424578" y="216456"/>
                  </a:lnTo>
                  <a:lnTo>
                    <a:pt x="5424672" y="216456"/>
                  </a:lnTo>
                  <a:lnTo>
                    <a:pt x="5424766" y="216456"/>
                  </a:lnTo>
                  <a:lnTo>
                    <a:pt x="5424860" y="216456"/>
                  </a:lnTo>
                  <a:lnTo>
                    <a:pt x="5424954" y="216456"/>
                  </a:lnTo>
                  <a:lnTo>
                    <a:pt x="5425048" y="216456"/>
                  </a:lnTo>
                  <a:lnTo>
                    <a:pt x="5425142" y="216456"/>
                  </a:lnTo>
                  <a:lnTo>
                    <a:pt x="5425236" y="216456"/>
                  </a:lnTo>
                  <a:lnTo>
                    <a:pt x="5425330" y="216456"/>
                  </a:lnTo>
                  <a:lnTo>
                    <a:pt x="5425424" y="216456"/>
                  </a:lnTo>
                  <a:lnTo>
                    <a:pt x="5425518" y="216456"/>
                  </a:lnTo>
                  <a:lnTo>
                    <a:pt x="5425612" y="216456"/>
                  </a:lnTo>
                  <a:lnTo>
                    <a:pt x="5425706" y="216456"/>
                  </a:lnTo>
                  <a:lnTo>
                    <a:pt x="5425800" y="216456"/>
                  </a:lnTo>
                  <a:lnTo>
                    <a:pt x="5425894" y="216456"/>
                  </a:lnTo>
                  <a:lnTo>
                    <a:pt x="5425988" y="216456"/>
                  </a:lnTo>
                  <a:lnTo>
                    <a:pt x="5426082" y="216456"/>
                  </a:lnTo>
                  <a:lnTo>
                    <a:pt x="5426177" y="216456"/>
                  </a:lnTo>
                  <a:lnTo>
                    <a:pt x="5426271" y="216456"/>
                  </a:lnTo>
                  <a:lnTo>
                    <a:pt x="5426365" y="216456"/>
                  </a:lnTo>
                  <a:lnTo>
                    <a:pt x="5426459" y="216456"/>
                  </a:lnTo>
                  <a:lnTo>
                    <a:pt x="5426553" y="216456"/>
                  </a:lnTo>
                  <a:lnTo>
                    <a:pt x="5426647" y="216456"/>
                  </a:lnTo>
                  <a:lnTo>
                    <a:pt x="5426741" y="216456"/>
                  </a:lnTo>
                  <a:lnTo>
                    <a:pt x="5426835" y="216456"/>
                  </a:lnTo>
                  <a:lnTo>
                    <a:pt x="5426929" y="216456"/>
                  </a:lnTo>
                  <a:lnTo>
                    <a:pt x="5427023" y="216456"/>
                  </a:lnTo>
                  <a:lnTo>
                    <a:pt x="5427117" y="216456"/>
                  </a:lnTo>
                  <a:lnTo>
                    <a:pt x="5427211" y="216456"/>
                  </a:lnTo>
                  <a:lnTo>
                    <a:pt x="5427305" y="216456"/>
                  </a:lnTo>
                  <a:lnTo>
                    <a:pt x="5427399" y="216456"/>
                  </a:lnTo>
                  <a:lnTo>
                    <a:pt x="5427493" y="216456"/>
                  </a:lnTo>
                  <a:lnTo>
                    <a:pt x="5427587" y="216456"/>
                  </a:lnTo>
                  <a:lnTo>
                    <a:pt x="5427681" y="216456"/>
                  </a:lnTo>
                  <a:lnTo>
                    <a:pt x="5427775" y="216456"/>
                  </a:lnTo>
                  <a:lnTo>
                    <a:pt x="5427869" y="216456"/>
                  </a:lnTo>
                  <a:lnTo>
                    <a:pt x="5427963" y="216456"/>
                  </a:lnTo>
                  <a:lnTo>
                    <a:pt x="5428057" y="216456"/>
                  </a:lnTo>
                  <a:lnTo>
                    <a:pt x="5428151" y="216456"/>
                  </a:lnTo>
                  <a:lnTo>
                    <a:pt x="5428245" y="216456"/>
                  </a:lnTo>
                  <a:lnTo>
                    <a:pt x="5428339" y="216456"/>
                  </a:lnTo>
                  <a:lnTo>
                    <a:pt x="5428433" y="216456"/>
                  </a:lnTo>
                  <a:lnTo>
                    <a:pt x="5428527" y="216456"/>
                  </a:lnTo>
                  <a:lnTo>
                    <a:pt x="5428621" y="216456"/>
                  </a:lnTo>
                  <a:lnTo>
                    <a:pt x="5428715" y="216456"/>
                  </a:lnTo>
                  <a:lnTo>
                    <a:pt x="5428809" y="216456"/>
                  </a:lnTo>
                  <a:lnTo>
                    <a:pt x="5428903" y="216456"/>
                  </a:lnTo>
                  <a:lnTo>
                    <a:pt x="5428997" y="216456"/>
                  </a:lnTo>
                  <a:lnTo>
                    <a:pt x="5429091" y="216456"/>
                  </a:lnTo>
                  <a:lnTo>
                    <a:pt x="5429185" y="216456"/>
                  </a:lnTo>
                  <a:lnTo>
                    <a:pt x="5429279" y="216456"/>
                  </a:lnTo>
                  <a:lnTo>
                    <a:pt x="5429373" y="216456"/>
                  </a:lnTo>
                  <a:lnTo>
                    <a:pt x="5429467" y="216456"/>
                  </a:lnTo>
                  <a:lnTo>
                    <a:pt x="5429561" y="216456"/>
                  </a:lnTo>
                  <a:lnTo>
                    <a:pt x="5429655" y="216456"/>
                  </a:lnTo>
                  <a:lnTo>
                    <a:pt x="5429750" y="216456"/>
                  </a:lnTo>
                  <a:lnTo>
                    <a:pt x="5429844" y="216456"/>
                  </a:lnTo>
                  <a:lnTo>
                    <a:pt x="5429938" y="216456"/>
                  </a:lnTo>
                  <a:lnTo>
                    <a:pt x="5430032" y="216456"/>
                  </a:lnTo>
                  <a:lnTo>
                    <a:pt x="5430126" y="216456"/>
                  </a:lnTo>
                  <a:lnTo>
                    <a:pt x="5430220" y="216456"/>
                  </a:lnTo>
                  <a:lnTo>
                    <a:pt x="5430314" y="216456"/>
                  </a:lnTo>
                  <a:lnTo>
                    <a:pt x="5430408" y="216456"/>
                  </a:lnTo>
                  <a:lnTo>
                    <a:pt x="5430502" y="216456"/>
                  </a:lnTo>
                  <a:lnTo>
                    <a:pt x="5430596" y="216456"/>
                  </a:lnTo>
                  <a:lnTo>
                    <a:pt x="5430690" y="216456"/>
                  </a:lnTo>
                  <a:lnTo>
                    <a:pt x="5430784" y="216456"/>
                  </a:lnTo>
                  <a:lnTo>
                    <a:pt x="5430878" y="216456"/>
                  </a:lnTo>
                  <a:lnTo>
                    <a:pt x="5430972" y="216456"/>
                  </a:lnTo>
                  <a:lnTo>
                    <a:pt x="5431066" y="216456"/>
                  </a:lnTo>
                  <a:lnTo>
                    <a:pt x="5431160" y="216456"/>
                  </a:lnTo>
                  <a:lnTo>
                    <a:pt x="5431254" y="216456"/>
                  </a:lnTo>
                  <a:lnTo>
                    <a:pt x="5431348" y="216456"/>
                  </a:lnTo>
                  <a:lnTo>
                    <a:pt x="5431442" y="216456"/>
                  </a:lnTo>
                  <a:lnTo>
                    <a:pt x="5431536" y="216456"/>
                  </a:lnTo>
                  <a:lnTo>
                    <a:pt x="5431630" y="216456"/>
                  </a:lnTo>
                  <a:lnTo>
                    <a:pt x="5431724" y="216456"/>
                  </a:lnTo>
                  <a:lnTo>
                    <a:pt x="5431818" y="216456"/>
                  </a:lnTo>
                  <a:lnTo>
                    <a:pt x="5431912" y="216456"/>
                  </a:lnTo>
                  <a:lnTo>
                    <a:pt x="5432006" y="216456"/>
                  </a:lnTo>
                  <a:lnTo>
                    <a:pt x="5432100" y="216456"/>
                  </a:lnTo>
                  <a:lnTo>
                    <a:pt x="5432194" y="216456"/>
                  </a:lnTo>
                  <a:lnTo>
                    <a:pt x="5432288" y="216456"/>
                  </a:lnTo>
                  <a:lnTo>
                    <a:pt x="5432382" y="216456"/>
                  </a:lnTo>
                  <a:lnTo>
                    <a:pt x="5432476" y="216456"/>
                  </a:lnTo>
                  <a:lnTo>
                    <a:pt x="5432570" y="216456"/>
                  </a:lnTo>
                  <a:lnTo>
                    <a:pt x="5432664" y="216456"/>
                  </a:lnTo>
                  <a:lnTo>
                    <a:pt x="5432758" y="216456"/>
                  </a:lnTo>
                  <a:lnTo>
                    <a:pt x="5432852" y="216456"/>
                  </a:lnTo>
                  <a:lnTo>
                    <a:pt x="5432946" y="216456"/>
                  </a:lnTo>
                  <a:lnTo>
                    <a:pt x="5433040" y="216456"/>
                  </a:lnTo>
                  <a:lnTo>
                    <a:pt x="5433134" y="216456"/>
                  </a:lnTo>
                  <a:lnTo>
                    <a:pt x="5433229" y="216456"/>
                  </a:lnTo>
                  <a:lnTo>
                    <a:pt x="5433323" y="216456"/>
                  </a:lnTo>
                  <a:lnTo>
                    <a:pt x="5433417" y="216456"/>
                  </a:lnTo>
                  <a:lnTo>
                    <a:pt x="5433511" y="216456"/>
                  </a:lnTo>
                  <a:lnTo>
                    <a:pt x="5433605" y="216456"/>
                  </a:lnTo>
                  <a:lnTo>
                    <a:pt x="5433699" y="216456"/>
                  </a:lnTo>
                  <a:lnTo>
                    <a:pt x="5433793" y="216456"/>
                  </a:lnTo>
                  <a:lnTo>
                    <a:pt x="5433887" y="216456"/>
                  </a:lnTo>
                  <a:lnTo>
                    <a:pt x="5433981" y="216456"/>
                  </a:lnTo>
                  <a:lnTo>
                    <a:pt x="5434075" y="216456"/>
                  </a:lnTo>
                  <a:lnTo>
                    <a:pt x="5434169" y="216456"/>
                  </a:lnTo>
                  <a:lnTo>
                    <a:pt x="5434263" y="216456"/>
                  </a:lnTo>
                  <a:lnTo>
                    <a:pt x="5434357" y="216456"/>
                  </a:lnTo>
                  <a:lnTo>
                    <a:pt x="5434451" y="216456"/>
                  </a:lnTo>
                  <a:lnTo>
                    <a:pt x="5434545" y="216456"/>
                  </a:lnTo>
                  <a:lnTo>
                    <a:pt x="5434639" y="216456"/>
                  </a:lnTo>
                  <a:lnTo>
                    <a:pt x="5434733" y="216456"/>
                  </a:lnTo>
                  <a:lnTo>
                    <a:pt x="5434827" y="216456"/>
                  </a:lnTo>
                  <a:lnTo>
                    <a:pt x="5434921" y="216456"/>
                  </a:lnTo>
                  <a:lnTo>
                    <a:pt x="5435015" y="216456"/>
                  </a:lnTo>
                  <a:lnTo>
                    <a:pt x="5435109" y="216456"/>
                  </a:lnTo>
                  <a:lnTo>
                    <a:pt x="5435203" y="216456"/>
                  </a:lnTo>
                  <a:lnTo>
                    <a:pt x="5435297" y="216456"/>
                  </a:lnTo>
                  <a:lnTo>
                    <a:pt x="5435391" y="216456"/>
                  </a:lnTo>
                  <a:lnTo>
                    <a:pt x="5435485" y="216456"/>
                  </a:lnTo>
                  <a:lnTo>
                    <a:pt x="5435579" y="216456"/>
                  </a:lnTo>
                  <a:lnTo>
                    <a:pt x="5435673" y="216456"/>
                  </a:lnTo>
                  <a:lnTo>
                    <a:pt x="5435767" y="216456"/>
                  </a:lnTo>
                  <a:lnTo>
                    <a:pt x="5435861" y="216456"/>
                  </a:lnTo>
                  <a:lnTo>
                    <a:pt x="5435955" y="216456"/>
                  </a:lnTo>
                  <a:lnTo>
                    <a:pt x="5436049" y="216456"/>
                  </a:lnTo>
                  <a:lnTo>
                    <a:pt x="5436143" y="216456"/>
                  </a:lnTo>
                  <a:lnTo>
                    <a:pt x="5436237" y="216456"/>
                  </a:lnTo>
                  <a:lnTo>
                    <a:pt x="5436331" y="216456"/>
                  </a:lnTo>
                  <a:lnTo>
                    <a:pt x="5436425" y="216456"/>
                  </a:lnTo>
                  <a:lnTo>
                    <a:pt x="5436519" y="216456"/>
                  </a:lnTo>
                  <a:lnTo>
                    <a:pt x="5436613" y="216456"/>
                  </a:lnTo>
                  <a:lnTo>
                    <a:pt x="5436707" y="216456"/>
                  </a:lnTo>
                  <a:lnTo>
                    <a:pt x="5436802" y="216456"/>
                  </a:lnTo>
                  <a:lnTo>
                    <a:pt x="5436896" y="216456"/>
                  </a:lnTo>
                  <a:lnTo>
                    <a:pt x="5436990" y="216456"/>
                  </a:lnTo>
                  <a:lnTo>
                    <a:pt x="5437084" y="216456"/>
                  </a:lnTo>
                  <a:lnTo>
                    <a:pt x="5437178" y="216456"/>
                  </a:lnTo>
                  <a:lnTo>
                    <a:pt x="5437272" y="216456"/>
                  </a:lnTo>
                  <a:lnTo>
                    <a:pt x="5437366" y="216456"/>
                  </a:lnTo>
                  <a:lnTo>
                    <a:pt x="5437460" y="216456"/>
                  </a:lnTo>
                  <a:lnTo>
                    <a:pt x="5437554" y="216456"/>
                  </a:lnTo>
                  <a:lnTo>
                    <a:pt x="5437648" y="216456"/>
                  </a:lnTo>
                  <a:lnTo>
                    <a:pt x="5437742" y="216456"/>
                  </a:lnTo>
                  <a:lnTo>
                    <a:pt x="5437836" y="216456"/>
                  </a:lnTo>
                  <a:lnTo>
                    <a:pt x="5437930" y="216456"/>
                  </a:lnTo>
                  <a:lnTo>
                    <a:pt x="5438024" y="216456"/>
                  </a:lnTo>
                  <a:lnTo>
                    <a:pt x="5438118" y="216456"/>
                  </a:lnTo>
                  <a:lnTo>
                    <a:pt x="5438212" y="216456"/>
                  </a:lnTo>
                  <a:lnTo>
                    <a:pt x="5438306" y="216456"/>
                  </a:lnTo>
                  <a:lnTo>
                    <a:pt x="5438400" y="216456"/>
                  </a:lnTo>
                  <a:lnTo>
                    <a:pt x="5438494" y="216456"/>
                  </a:lnTo>
                  <a:lnTo>
                    <a:pt x="5438588" y="216456"/>
                  </a:lnTo>
                  <a:lnTo>
                    <a:pt x="5438682" y="216456"/>
                  </a:lnTo>
                  <a:lnTo>
                    <a:pt x="5438776" y="216456"/>
                  </a:lnTo>
                  <a:lnTo>
                    <a:pt x="5438870" y="216456"/>
                  </a:lnTo>
                  <a:lnTo>
                    <a:pt x="5438964" y="216456"/>
                  </a:lnTo>
                  <a:lnTo>
                    <a:pt x="5439058" y="216456"/>
                  </a:lnTo>
                  <a:lnTo>
                    <a:pt x="5439152" y="216456"/>
                  </a:lnTo>
                  <a:lnTo>
                    <a:pt x="5439246" y="216456"/>
                  </a:lnTo>
                  <a:lnTo>
                    <a:pt x="5439340" y="216456"/>
                  </a:lnTo>
                  <a:lnTo>
                    <a:pt x="5439434" y="216456"/>
                  </a:lnTo>
                  <a:lnTo>
                    <a:pt x="5439528" y="216456"/>
                  </a:lnTo>
                  <a:lnTo>
                    <a:pt x="5439622" y="216456"/>
                  </a:lnTo>
                  <a:lnTo>
                    <a:pt x="5439716" y="216456"/>
                  </a:lnTo>
                  <a:lnTo>
                    <a:pt x="5439810" y="216456"/>
                  </a:lnTo>
                  <a:lnTo>
                    <a:pt x="5439904" y="216456"/>
                  </a:lnTo>
                  <a:lnTo>
                    <a:pt x="5439998" y="216456"/>
                  </a:lnTo>
                  <a:lnTo>
                    <a:pt x="5440092" y="216456"/>
                  </a:lnTo>
                  <a:lnTo>
                    <a:pt x="5440186" y="216456"/>
                  </a:lnTo>
                  <a:lnTo>
                    <a:pt x="5440280" y="216456"/>
                  </a:lnTo>
                  <a:lnTo>
                    <a:pt x="5440375" y="216456"/>
                  </a:lnTo>
                  <a:lnTo>
                    <a:pt x="5440469" y="216456"/>
                  </a:lnTo>
                  <a:lnTo>
                    <a:pt x="5440563" y="216456"/>
                  </a:lnTo>
                  <a:lnTo>
                    <a:pt x="5440657" y="216456"/>
                  </a:lnTo>
                  <a:lnTo>
                    <a:pt x="5440751" y="216456"/>
                  </a:lnTo>
                  <a:lnTo>
                    <a:pt x="5440845" y="216456"/>
                  </a:lnTo>
                  <a:lnTo>
                    <a:pt x="5440939" y="216456"/>
                  </a:lnTo>
                  <a:lnTo>
                    <a:pt x="5441033" y="216456"/>
                  </a:lnTo>
                  <a:lnTo>
                    <a:pt x="5441127" y="216456"/>
                  </a:lnTo>
                  <a:lnTo>
                    <a:pt x="5441221" y="216456"/>
                  </a:lnTo>
                  <a:lnTo>
                    <a:pt x="5441315" y="216456"/>
                  </a:lnTo>
                  <a:lnTo>
                    <a:pt x="5441409" y="216456"/>
                  </a:lnTo>
                  <a:lnTo>
                    <a:pt x="5441503" y="216456"/>
                  </a:lnTo>
                  <a:lnTo>
                    <a:pt x="5441597" y="216456"/>
                  </a:lnTo>
                  <a:lnTo>
                    <a:pt x="5441691" y="216456"/>
                  </a:lnTo>
                  <a:lnTo>
                    <a:pt x="5441785" y="216456"/>
                  </a:lnTo>
                  <a:lnTo>
                    <a:pt x="5441879" y="216456"/>
                  </a:lnTo>
                  <a:lnTo>
                    <a:pt x="5441973" y="216456"/>
                  </a:lnTo>
                  <a:lnTo>
                    <a:pt x="5442067" y="216456"/>
                  </a:lnTo>
                  <a:lnTo>
                    <a:pt x="5442161" y="216456"/>
                  </a:lnTo>
                  <a:lnTo>
                    <a:pt x="5442255" y="216456"/>
                  </a:lnTo>
                  <a:lnTo>
                    <a:pt x="5442349" y="216456"/>
                  </a:lnTo>
                  <a:lnTo>
                    <a:pt x="5442443" y="216456"/>
                  </a:lnTo>
                  <a:lnTo>
                    <a:pt x="5442537" y="216456"/>
                  </a:lnTo>
                  <a:lnTo>
                    <a:pt x="5442631" y="216456"/>
                  </a:lnTo>
                  <a:lnTo>
                    <a:pt x="5442725" y="216456"/>
                  </a:lnTo>
                  <a:lnTo>
                    <a:pt x="5442819" y="216456"/>
                  </a:lnTo>
                  <a:lnTo>
                    <a:pt x="5442913" y="216456"/>
                  </a:lnTo>
                  <a:lnTo>
                    <a:pt x="5443007" y="216456"/>
                  </a:lnTo>
                  <a:lnTo>
                    <a:pt x="5443101" y="216456"/>
                  </a:lnTo>
                  <a:lnTo>
                    <a:pt x="5443195" y="216456"/>
                  </a:lnTo>
                  <a:lnTo>
                    <a:pt x="5443289" y="216456"/>
                  </a:lnTo>
                  <a:lnTo>
                    <a:pt x="5443383" y="216456"/>
                  </a:lnTo>
                  <a:lnTo>
                    <a:pt x="5443477" y="216456"/>
                  </a:lnTo>
                  <a:lnTo>
                    <a:pt x="5443571" y="216456"/>
                  </a:lnTo>
                  <a:lnTo>
                    <a:pt x="5443665" y="216456"/>
                  </a:lnTo>
                  <a:lnTo>
                    <a:pt x="5443759" y="216456"/>
                  </a:lnTo>
                  <a:lnTo>
                    <a:pt x="5443854" y="216456"/>
                  </a:lnTo>
                  <a:lnTo>
                    <a:pt x="5443948" y="216456"/>
                  </a:lnTo>
                  <a:lnTo>
                    <a:pt x="5444042" y="216456"/>
                  </a:lnTo>
                  <a:lnTo>
                    <a:pt x="5444136" y="216456"/>
                  </a:lnTo>
                  <a:lnTo>
                    <a:pt x="5444230" y="216456"/>
                  </a:lnTo>
                  <a:lnTo>
                    <a:pt x="5444324" y="216456"/>
                  </a:lnTo>
                  <a:lnTo>
                    <a:pt x="5444418" y="216456"/>
                  </a:lnTo>
                  <a:lnTo>
                    <a:pt x="5444512" y="216456"/>
                  </a:lnTo>
                  <a:lnTo>
                    <a:pt x="5444606" y="216456"/>
                  </a:lnTo>
                  <a:lnTo>
                    <a:pt x="5444700" y="216456"/>
                  </a:lnTo>
                  <a:lnTo>
                    <a:pt x="5444794" y="216456"/>
                  </a:lnTo>
                  <a:lnTo>
                    <a:pt x="5444888" y="216456"/>
                  </a:lnTo>
                  <a:lnTo>
                    <a:pt x="5444982" y="216456"/>
                  </a:lnTo>
                  <a:lnTo>
                    <a:pt x="5445076" y="216456"/>
                  </a:lnTo>
                  <a:lnTo>
                    <a:pt x="5445170" y="216456"/>
                  </a:lnTo>
                  <a:lnTo>
                    <a:pt x="5445264" y="216456"/>
                  </a:lnTo>
                  <a:lnTo>
                    <a:pt x="5445358" y="216456"/>
                  </a:lnTo>
                  <a:lnTo>
                    <a:pt x="5445452" y="216456"/>
                  </a:lnTo>
                  <a:lnTo>
                    <a:pt x="5445546" y="216456"/>
                  </a:lnTo>
                  <a:lnTo>
                    <a:pt x="5445640" y="216456"/>
                  </a:lnTo>
                  <a:lnTo>
                    <a:pt x="5445734" y="216456"/>
                  </a:lnTo>
                  <a:lnTo>
                    <a:pt x="5445828" y="216456"/>
                  </a:lnTo>
                  <a:lnTo>
                    <a:pt x="5445922" y="216456"/>
                  </a:lnTo>
                  <a:lnTo>
                    <a:pt x="5446016" y="216456"/>
                  </a:lnTo>
                  <a:lnTo>
                    <a:pt x="5446110" y="216456"/>
                  </a:lnTo>
                  <a:lnTo>
                    <a:pt x="5446204" y="216456"/>
                  </a:lnTo>
                  <a:lnTo>
                    <a:pt x="5446298" y="216456"/>
                  </a:lnTo>
                  <a:lnTo>
                    <a:pt x="5446392" y="216456"/>
                  </a:lnTo>
                  <a:lnTo>
                    <a:pt x="5446486" y="216456"/>
                  </a:lnTo>
                  <a:lnTo>
                    <a:pt x="5446580" y="216456"/>
                  </a:lnTo>
                  <a:lnTo>
                    <a:pt x="5446674" y="216456"/>
                  </a:lnTo>
                  <a:lnTo>
                    <a:pt x="5446768" y="216456"/>
                  </a:lnTo>
                  <a:lnTo>
                    <a:pt x="5446862" y="216456"/>
                  </a:lnTo>
                  <a:lnTo>
                    <a:pt x="5446956" y="216456"/>
                  </a:lnTo>
                  <a:lnTo>
                    <a:pt x="5447050" y="216456"/>
                  </a:lnTo>
                  <a:lnTo>
                    <a:pt x="5447144" y="216456"/>
                  </a:lnTo>
                  <a:lnTo>
                    <a:pt x="5447238" y="216456"/>
                  </a:lnTo>
                  <a:lnTo>
                    <a:pt x="5447332" y="216456"/>
                  </a:lnTo>
                  <a:lnTo>
                    <a:pt x="5447427" y="216456"/>
                  </a:lnTo>
                  <a:lnTo>
                    <a:pt x="5447521" y="216456"/>
                  </a:lnTo>
                  <a:lnTo>
                    <a:pt x="5447615" y="216456"/>
                  </a:lnTo>
                  <a:lnTo>
                    <a:pt x="5447709" y="216456"/>
                  </a:lnTo>
                  <a:lnTo>
                    <a:pt x="5447803" y="216456"/>
                  </a:lnTo>
                  <a:lnTo>
                    <a:pt x="5447897" y="216456"/>
                  </a:lnTo>
                  <a:lnTo>
                    <a:pt x="5447991" y="216456"/>
                  </a:lnTo>
                  <a:lnTo>
                    <a:pt x="5448085" y="216456"/>
                  </a:lnTo>
                  <a:lnTo>
                    <a:pt x="5448179" y="216456"/>
                  </a:lnTo>
                  <a:lnTo>
                    <a:pt x="5448273" y="216456"/>
                  </a:lnTo>
                  <a:lnTo>
                    <a:pt x="5448367" y="216456"/>
                  </a:lnTo>
                  <a:lnTo>
                    <a:pt x="5448461" y="216456"/>
                  </a:lnTo>
                  <a:lnTo>
                    <a:pt x="5448555" y="216456"/>
                  </a:lnTo>
                  <a:lnTo>
                    <a:pt x="5448649" y="216456"/>
                  </a:lnTo>
                  <a:lnTo>
                    <a:pt x="5448743" y="216456"/>
                  </a:lnTo>
                  <a:lnTo>
                    <a:pt x="5448837" y="216456"/>
                  </a:lnTo>
                  <a:lnTo>
                    <a:pt x="5448931" y="216456"/>
                  </a:lnTo>
                  <a:lnTo>
                    <a:pt x="5449025" y="216456"/>
                  </a:lnTo>
                  <a:lnTo>
                    <a:pt x="5449119" y="216456"/>
                  </a:lnTo>
                  <a:lnTo>
                    <a:pt x="5449213" y="216456"/>
                  </a:lnTo>
                  <a:lnTo>
                    <a:pt x="5449307" y="216456"/>
                  </a:lnTo>
                  <a:lnTo>
                    <a:pt x="5449401" y="216456"/>
                  </a:lnTo>
                  <a:lnTo>
                    <a:pt x="5449495" y="216456"/>
                  </a:lnTo>
                  <a:lnTo>
                    <a:pt x="5449589" y="216456"/>
                  </a:lnTo>
                  <a:lnTo>
                    <a:pt x="5449683" y="216456"/>
                  </a:lnTo>
                  <a:lnTo>
                    <a:pt x="5449777" y="216456"/>
                  </a:lnTo>
                  <a:lnTo>
                    <a:pt x="5449871" y="216456"/>
                  </a:lnTo>
                  <a:lnTo>
                    <a:pt x="5449965" y="216456"/>
                  </a:lnTo>
                  <a:lnTo>
                    <a:pt x="5450059" y="216456"/>
                  </a:lnTo>
                  <a:lnTo>
                    <a:pt x="5450153" y="216456"/>
                  </a:lnTo>
                  <a:lnTo>
                    <a:pt x="5450247" y="216456"/>
                  </a:lnTo>
                  <a:lnTo>
                    <a:pt x="5450341" y="216456"/>
                  </a:lnTo>
                  <a:lnTo>
                    <a:pt x="5450435" y="216456"/>
                  </a:lnTo>
                  <a:lnTo>
                    <a:pt x="5450529" y="216456"/>
                  </a:lnTo>
                  <a:lnTo>
                    <a:pt x="5450623" y="216456"/>
                  </a:lnTo>
                  <a:lnTo>
                    <a:pt x="5450717" y="216456"/>
                  </a:lnTo>
                  <a:lnTo>
                    <a:pt x="5450811" y="216456"/>
                  </a:lnTo>
                  <a:lnTo>
                    <a:pt x="5450905" y="216456"/>
                  </a:lnTo>
                  <a:lnTo>
                    <a:pt x="5451000" y="216456"/>
                  </a:lnTo>
                  <a:lnTo>
                    <a:pt x="5451094" y="216456"/>
                  </a:lnTo>
                  <a:lnTo>
                    <a:pt x="5451188" y="216456"/>
                  </a:lnTo>
                  <a:lnTo>
                    <a:pt x="5451282" y="216456"/>
                  </a:lnTo>
                  <a:lnTo>
                    <a:pt x="5451376" y="216456"/>
                  </a:lnTo>
                  <a:lnTo>
                    <a:pt x="5451470" y="216456"/>
                  </a:lnTo>
                  <a:lnTo>
                    <a:pt x="5451564" y="216456"/>
                  </a:lnTo>
                  <a:lnTo>
                    <a:pt x="5451658" y="216456"/>
                  </a:lnTo>
                  <a:lnTo>
                    <a:pt x="5451752" y="216456"/>
                  </a:lnTo>
                  <a:lnTo>
                    <a:pt x="5451846" y="216456"/>
                  </a:lnTo>
                  <a:lnTo>
                    <a:pt x="5451940" y="216456"/>
                  </a:lnTo>
                  <a:lnTo>
                    <a:pt x="5452034" y="216456"/>
                  </a:lnTo>
                  <a:lnTo>
                    <a:pt x="5452128" y="216456"/>
                  </a:lnTo>
                  <a:lnTo>
                    <a:pt x="5452222" y="216456"/>
                  </a:lnTo>
                  <a:lnTo>
                    <a:pt x="5452316" y="216456"/>
                  </a:lnTo>
                  <a:lnTo>
                    <a:pt x="5452410" y="216456"/>
                  </a:lnTo>
                  <a:lnTo>
                    <a:pt x="5452504" y="216456"/>
                  </a:lnTo>
                  <a:lnTo>
                    <a:pt x="5452598" y="216456"/>
                  </a:lnTo>
                  <a:lnTo>
                    <a:pt x="5452692" y="216456"/>
                  </a:lnTo>
                  <a:lnTo>
                    <a:pt x="5452786" y="216456"/>
                  </a:lnTo>
                  <a:lnTo>
                    <a:pt x="5452880" y="216456"/>
                  </a:lnTo>
                  <a:lnTo>
                    <a:pt x="5452974" y="216456"/>
                  </a:lnTo>
                  <a:lnTo>
                    <a:pt x="5453068" y="216456"/>
                  </a:lnTo>
                  <a:lnTo>
                    <a:pt x="5453162" y="216456"/>
                  </a:lnTo>
                  <a:lnTo>
                    <a:pt x="5453256" y="216456"/>
                  </a:lnTo>
                  <a:lnTo>
                    <a:pt x="5453350" y="216456"/>
                  </a:lnTo>
                  <a:lnTo>
                    <a:pt x="5453444" y="216456"/>
                  </a:lnTo>
                  <a:lnTo>
                    <a:pt x="5453538" y="216456"/>
                  </a:lnTo>
                  <a:lnTo>
                    <a:pt x="5453632" y="216456"/>
                  </a:lnTo>
                  <a:lnTo>
                    <a:pt x="5453726" y="216456"/>
                  </a:lnTo>
                  <a:lnTo>
                    <a:pt x="5453820" y="216456"/>
                  </a:lnTo>
                  <a:lnTo>
                    <a:pt x="5453914" y="216456"/>
                  </a:lnTo>
                  <a:lnTo>
                    <a:pt x="5454008" y="216456"/>
                  </a:lnTo>
                  <a:lnTo>
                    <a:pt x="5454102" y="216456"/>
                  </a:lnTo>
                  <a:lnTo>
                    <a:pt x="5454196" y="216456"/>
                  </a:lnTo>
                  <a:lnTo>
                    <a:pt x="5454290" y="216456"/>
                  </a:lnTo>
                  <a:lnTo>
                    <a:pt x="5454384" y="216456"/>
                  </a:lnTo>
                  <a:lnTo>
                    <a:pt x="5454479" y="216456"/>
                  </a:lnTo>
                  <a:lnTo>
                    <a:pt x="5454573" y="216456"/>
                  </a:lnTo>
                  <a:lnTo>
                    <a:pt x="5454667" y="216456"/>
                  </a:lnTo>
                  <a:lnTo>
                    <a:pt x="5454761" y="216456"/>
                  </a:lnTo>
                  <a:lnTo>
                    <a:pt x="5454855" y="216456"/>
                  </a:lnTo>
                  <a:lnTo>
                    <a:pt x="5454949" y="216456"/>
                  </a:lnTo>
                  <a:lnTo>
                    <a:pt x="5455043" y="216456"/>
                  </a:lnTo>
                  <a:lnTo>
                    <a:pt x="5455137" y="216456"/>
                  </a:lnTo>
                  <a:lnTo>
                    <a:pt x="5455231" y="216456"/>
                  </a:lnTo>
                  <a:lnTo>
                    <a:pt x="5455325" y="216456"/>
                  </a:lnTo>
                  <a:lnTo>
                    <a:pt x="5455419" y="216456"/>
                  </a:lnTo>
                  <a:lnTo>
                    <a:pt x="5455513" y="216456"/>
                  </a:lnTo>
                  <a:lnTo>
                    <a:pt x="5455607" y="216456"/>
                  </a:lnTo>
                  <a:lnTo>
                    <a:pt x="5455701" y="216456"/>
                  </a:lnTo>
                  <a:lnTo>
                    <a:pt x="5455795" y="216456"/>
                  </a:lnTo>
                  <a:lnTo>
                    <a:pt x="5455889" y="216456"/>
                  </a:lnTo>
                  <a:lnTo>
                    <a:pt x="5455983" y="216456"/>
                  </a:lnTo>
                  <a:lnTo>
                    <a:pt x="5456077" y="216456"/>
                  </a:lnTo>
                  <a:lnTo>
                    <a:pt x="5456171" y="216456"/>
                  </a:lnTo>
                  <a:lnTo>
                    <a:pt x="5456265" y="216456"/>
                  </a:lnTo>
                  <a:lnTo>
                    <a:pt x="5456359" y="216456"/>
                  </a:lnTo>
                  <a:lnTo>
                    <a:pt x="5456453" y="216456"/>
                  </a:lnTo>
                  <a:lnTo>
                    <a:pt x="5456547" y="216456"/>
                  </a:lnTo>
                  <a:lnTo>
                    <a:pt x="5456641" y="216456"/>
                  </a:lnTo>
                  <a:lnTo>
                    <a:pt x="5456735" y="216456"/>
                  </a:lnTo>
                  <a:lnTo>
                    <a:pt x="5456829" y="216456"/>
                  </a:lnTo>
                  <a:lnTo>
                    <a:pt x="5456923" y="216456"/>
                  </a:lnTo>
                  <a:lnTo>
                    <a:pt x="5457017" y="216456"/>
                  </a:lnTo>
                  <a:lnTo>
                    <a:pt x="5457111" y="216456"/>
                  </a:lnTo>
                  <a:lnTo>
                    <a:pt x="5457205" y="216456"/>
                  </a:lnTo>
                  <a:lnTo>
                    <a:pt x="5457299" y="216456"/>
                  </a:lnTo>
                  <a:lnTo>
                    <a:pt x="5457393" y="216456"/>
                  </a:lnTo>
                  <a:lnTo>
                    <a:pt x="5457487" y="216456"/>
                  </a:lnTo>
                  <a:lnTo>
                    <a:pt x="5457581" y="216456"/>
                  </a:lnTo>
                  <a:lnTo>
                    <a:pt x="5457675" y="216456"/>
                  </a:lnTo>
                  <a:lnTo>
                    <a:pt x="5457769" y="216456"/>
                  </a:lnTo>
                  <a:lnTo>
                    <a:pt x="5457769" y="211176"/>
                  </a:lnTo>
                  <a:lnTo>
                    <a:pt x="5457863" y="211176"/>
                  </a:lnTo>
                  <a:lnTo>
                    <a:pt x="5457957" y="211176"/>
                  </a:lnTo>
                  <a:lnTo>
                    <a:pt x="5458052" y="211176"/>
                  </a:lnTo>
                  <a:lnTo>
                    <a:pt x="5458146" y="211176"/>
                  </a:lnTo>
                  <a:lnTo>
                    <a:pt x="5458240" y="211176"/>
                  </a:lnTo>
                  <a:lnTo>
                    <a:pt x="5458334" y="211176"/>
                  </a:lnTo>
                  <a:lnTo>
                    <a:pt x="5458428" y="211176"/>
                  </a:lnTo>
                  <a:lnTo>
                    <a:pt x="5458522" y="211176"/>
                  </a:lnTo>
                  <a:lnTo>
                    <a:pt x="5458616" y="211176"/>
                  </a:lnTo>
                  <a:lnTo>
                    <a:pt x="5458710" y="211176"/>
                  </a:lnTo>
                  <a:lnTo>
                    <a:pt x="5458804" y="211176"/>
                  </a:lnTo>
                  <a:lnTo>
                    <a:pt x="5458898" y="211176"/>
                  </a:lnTo>
                  <a:lnTo>
                    <a:pt x="5458992" y="211176"/>
                  </a:lnTo>
                  <a:lnTo>
                    <a:pt x="5459086" y="211176"/>
                  </a:lnTo>
                  <a:lnTo>
                    <a:pt x="5459180" y="211176"/>
                  </a:lnTo>
                  <a:lnTo>
                    <a:pt x="5459274" y="211176"/>
                  </a:lnTo>
                  <a:lnTo>
                    <a:pt x="5459368" y="211176"/>
                  </a:lnTo>
                  <a:lnTo>
                    <a:pt x="5459462" y="211176"/>
                  </a:lnTo>
                  <a:lnTo>
                    <a:pt x="5459556" y="211176"/>
                  </a:lnTo>
                  <a:lnTo>
                    <a:pt x="5459650" y="211176"/>
                  </a:lnTo>
                  <a:lnTo>
                    <a:pt x="5459744" y="211176"/>
                  </a:lnTo>
                  <a:lnTo>
                    <a:pt x="5459838" y="211176"/>
                  </a:lnTo>
                  <a:lnTo>
                    <a:pt x="5459932" y="211176"/>
                  </a:lnTo>
                  <a:lnTo>
                    <a:pt x="5460026" y="211176"/>
                  </a:lnTo>
                  <a:lnTo>
                    <a:pt x="5460120" y="211176"/>
                  </a:lnTo>
                  <a:lnTo>
                    <a:pt x="5460214" y="211176"/>
                  </a:lnTo>
                  <a:lnTo>
                    <a:pt x="5460308" y="211176"/>
                  </a:lnTo>
                  <a:lnTo>
                    <a:pt x="5460402" y="211176"/>
                  </a:lnTo>
                  <a:lnTo>
                    <a:pt x="5460496" y="211176"/>
                  </a:lnTo>
                  <a:lnTo>
                    <a:pt x="5460590" y="211176"/>
                  </a:lnTo>
                  <a:lnTo>
                    <a:pt x="5460684" y="211176"/>
                  </a:lnTo>
                  <a:lnTo>
                    <a:pt x="5460778" y="211176"/>
                  </a:lnTo>
                  <a:lnTo>
                    <a:pt x="5460872" y="211176"/>
                  </a:lnTo>
                  <a:lnTo>
                    <a:pt x="5460966" y="211176"/>
                  </a:lnTo>
                  <a:lnTo>
                    <a:pt x="5461060" y="211176"/>
                  </a:lnTo>
                  <a:lnTo>
                    <a:pt x="5461154" y="211176"/>
                  </a:lnTo>
                  <a:lnTo>
                    <a:pt x="5461248" y="211176"/>
                  </a:lnTo>
                  <a:lnTo>
                    <a:pt x="5461342" y="211176"/>
                  </a:lnTo>
                  <a:lnTo>
                    <a:pt x="5461436" y="211176"/>
                  </a:lnTo>
                  <a:lnTo>
                    <a:pt x="5461530" y="211176"/>
                  </a:lnTo>
                  <a:lnTo>
                    <a:pt x="5461625" y="211176"/>
                  </a:lnTo>
                  <a:lnTo>
                    <a:pt x="5461719" y="211176"/>
                  </a:lnTo>
                  <a:lnTo>
                    <a:pt x="5461813" y="211176"/>
                  </a:lnTo>
                  <a:lnTo>
                    <a:pt x="5461907" y="211176"/>
                  </a:lnTo>
                  <a:lnTo>
                    <a:pt x="5462001" y="211176"/>
                  </a:lnTo>
                  <a:lnTo>
                    <a:pt x="5462095" y="211176"/>
                  </a:lnTo>
                  <a:lnTo>
                    <a:pt x="5462189" y="211176"/>
                  </a:lnTo>
                  <a:lnTo>
                    <a:pt x="5462283" y="211176"/>
                  </a:lnTo>
                  <a:lnTo>
                    <a:pt x="5462377" y="211176"/>
                  </a:lnTo>
                  <a:lnTo>
                    <a:pt x="5462471" y="211176"/>
                  </a:lnTo>
                  <a:lnTo>
                    <a:pt x="5462565" y="211176"/>
                  </a:lnTo>
                  <a:lnTo>
                    <a:pt x="5462659" y="211176"/>
                  </a:lnTo>
                  <a:lnTo>
                    <a:pt x="5462753" y="211176"/>
                  </a:lnTo>
                  <a:lnTo>
                    <a:pt x="5462847" y="211176"/>
                  </a:lnTo>
                  <a:lnTo>
                    <a:pt x="5462941" y="211176"/>
                  </a:lnTo>
                  <a:lnTo>
                    <a:pt x="5463035" y="211176"/>
                  </a:lnTo>
                  <a:lnTo>
                    <a:pt x="5463129" y="211176"/>
                  </a:lnTo>
                  <a:lnTo>
                    <a:pt x="5463223" y="211176"/>
                  </a:lnTo>
                  <a:lnTo>
                    <a:pt x="5463317" y="211176"/>
                  </a:lnTo>
                  <a:lnTo>
                    <a:pt x="5463411" y="211176"/>
                  </a:lnTo>
                  <a:lnTo>
                    <a:pt x="5463505" y="211176"/>
                  </a:lnTo>
                  <a:lnTo>
                    <a:pt x="5463599" y="211176"/>
                  </a:lnTo>
                  <a:lnTo>
                    <a:pt x="5463693" y="211176"/>
                  </a:lnTo>
                  <a:lnTo>
                    <a:pt x="5463787" y="211176"/>
                  </a:lnTo>
                  <a:lnTo>
                    <a:pt x="5463881" y="211176"/>
                  </a:lnTo>
                  <a:lnTo>
                    <a:pt x="5463975" y="211176"/>
                  </a:lnTo>
                  <a:lnTo>
                    <a:pt x="5464069" y="211176"/>
                  </a:lnTo>
                  <a:lnTo>
                    <a:pt x="5464163" y="211176"/>
                  </a:lnTo>
                  <a:lnTo>
                    <a:pt x="5464257" y="211176"/>
                  </a:lnTo>
                  <a:lnTo>
                    <a:pt x="5464351" y="211176"/>
                  </a:lnTo>
                  <a:lnTo>
                    <a:pt x="5464445" y="211176"/>
                  </a:lnTo>
                  <a:lnTo>
                    <a:pt x="5464539" y="211176"/>
                  </a:lnTo>
                  <a:lnTo>
                    <a:pt x="5464633" y="211176"/>
                  </a:lnTo>
                  <a:lnTo>
                    <a:pt x="5464727" y="211176"/>
                  </a:lnTo>
                  <a:lnTo>
                    <a:pt x="5464821" y="211176"/>
                  </a:lnTo>
                  <a:lnTo>
                    <a:pt x="5464915" y="211176"/>
                  </a:lnTo>
                  <a:lnTo>
                    <a:pt x="5465009" y="211176"/>
                  </a:lnTo>
                  <a:lnTo>
                    <a:pt x="5465103" y="211176"/>
                  </a:lnTo>
                  <a:lnTo>
                    <a:pt x="5465198" y="211176"/>
                  </a:lnTo>
                  <a:lnTo>
                    <a:pt x="5465292" y="211176"/>
                  </a:lnTo>
                  <a:lnTo>
                    <a:pt x="5465386" y="211176"/>
                  </a:lnTo>
                  <a:lnTo>
                    <a:pt x="5465480" y="211176"/>
                  </a:lnTo>
                  <a:lnTo>
                    <a:pt x="5465574" y="211176"/>
                  </a:lnTo>
                  <a:lnTo>
                    <a:pt x="5465668" y="211176"/>
                  </a:lnTo>
                  <a:lnTo>
                    <a:pt x="5465762" y="211176"/>
                  </a:lnTo>
                  <a:lnTo>
                    <a:pt x="5465856" y="211176"/>
                  </a:lnTo>
                  <a:lnTo>
                    <a:pt x="5465950" y="211176"/>
                  </a:lnTo>
                  <a:lnTo>
                    <a:pt x="5466044" y="211176"/>
                  </a:lnTo>
                  <a:lnTo>
                    <a:pt x="5466138" y="211176"/>
                  </a:lnTo>
                  <a:lnTo>
                    <a:pt x="5466232" y="211176"/>
                  </a:lnTo>
                  <a:lnTo>
                    <a:pt x="5466326" y="211176"/>
                  </a:lnTo>
                  <a:lnTo>
                    <a:pt x="5466420" y="211176"/>
                  </a:lnTo>
                  <a:lnTo>
                    <a:pt x="5466514" y="211176"/>
                  </a:lnTo>
                  <a:lnTo>
                    <a:pt x="5466608" y="211176"/>
                  </a:lnTo>
                  <a:lnTo>
                    <a:pt x="5466702" y="211176"/>
                  </a:lnTo>
                  <a:lnTo>
                    <a:pt x="5466796" y="211176"/>
                  </a:lnTo>
                  <a:lnTo>
                    <a:pt x="5466890" y="211176"/>
                  </a:lnTo>
                  <a:lnTo>
                    <a:pt x="5466984" y="211176"/>
                  </a:lnTo>
                  <a:lnTo>
                    <a:pt x="5467078" y="211176"/>
                  </a:lnTo>
                  <a:lnTo>
                    <a:pt x="5467172" y="211176"/>
                  </a:lnTo>
                  <a:lnTo>
                    <a:pt x="5467266" y="211176"/>
                  </a:lnTo>
                  <a:lnTo>
                    <a:pt x="5467360" y="211176"/>
                  </a:lnTo>
                  <a:lnTo>
                    <a:pt x="5467454" y="211176"/>
                  </a:lnTo>
                  <a:lnTo>
                    <a:pt x="5467548" y="211176"/>
                  </a:lnTo>
                  <a:lnTo>
                    <a:pt x="5467642" y="211176"/>
                  </a:lnTo>
                  <a:lnTo>
                    <a:pt x="5467736" y="211176"/>
                  </a:lnTo>
                  <a:lnTo>
                    <a:pt x="5467830" y="211176"/>
                  </a:lnTo>
                  <a:lnTo>
                    <a:pt x="5467924" y="211176"/>
                  </a:lnTo>
                  <a:lnTo>
                    <a:pt x="5468018" y="211176"/>
                  </a:lnTo>
                  <a:lnTo>
                    <a:pt x="5468112" y="211176"/>
                  </a:lnTo>
                  <a:lnTo>
                    <a:pt x="5468206" y="211176"/>
                  </a:lnTo>
                  <a:lnTo>
                    <a:pt x="5468300" y="211176"/>
                  </a:lnTo>
                  <a:lnTo>
                    <a:pt x="5468394" y="211176"/>
                  </a:lnTo>
                  <a:lnTo>
                    <a:pt x="5468488" y="211176"/>
                  </a:lnTo>
                  <a:lnTo>
                    <a:pt x="5468582" y="211176"/>
                  </a:lnTo>
                  <a:lnTo>
                    <a:pt x="5468677" y="211176"/>
                  </a:lnTo>
                  <a:lnTo>
                    <a:pt x="5468771" y="211176"/>
                  </a:lnTo>
                  <a:lnTo>
                    <a:pt x="5468865" y="211176"/>
                  </a:lnTo>
                  <a:lnTo>
                    <a:pt x="5468959" y="211176"/>
                  </a:lnTo>
                  <a:lnTo>
                    <a:pt x="5469053" y="211176"/>
                  </a:lnTo>
                  <a:lnTo>
                    <a:pt x="5469147" y="211176"/>
                  </a:lnTo>
                  <a:lnTo>
                    <a:pt x="5469241" y="211176"/>
                  </a:lnTo>
                  <a:lnTo>
                    <a:pt x="5469335" y="211176"/>
                  </a:lnTo>
                  <a:lnTo>
                    <a:pt x="5469429" y="211176"/>
                  </a:lnTo>
                  <a:lnTo>
                    <a:pt x="5469523" y="211176"/>
                  </a:lnTo>
                  <a:lnTo>
                    <a:pt x="5469617" y="211176"/>
                  </a:lnTo>
                  <a:lnTo>
                    <a:pt x="5469711" y="211176"/>
                  </a:lnTo>
                  <a:lnTo>
                    <a:pt x="5469805" y="211176"/>
                  </a:lnTo>
                  <a:lnTo>
                    <a:pt x="5469899" y="211176"/>
                  </a:lnTo>
                  <a:lnTo>
                    <a:pt x="5469993" y="211176"/>
                  </a:lnTo>
                  <a:lnTo>
                    <a:pt x="5470087" y="211176"/>
                  </a:lnTo>
                  <a:lnTo>
                    <a:pt x="5470181" y="211176"/>
                  </a:lnTo>
                  <a:lnTo>
                    <a:pt x="5470275" y="211176"/>
                  </a:lnTo>
                  <a:lnTo>
                    <a:pt x="5470369" y="211176"/>
                  </a:lnTo>
                  <a:lnTo>
                    <a:pt x="5470463" y="211176"/>
                  </a:lnTo>
                  <a:lnTo>
                    <a:pt x="5470557" y="211176"/>
                  </a:lnTo>
                  <a:lnTo>
                    <a:pt x="5470651" y="211176"/>
                  </a:lnTo>
                  <a:lnTo>
                    <a:pt x="5470745" y="211176"/>
                  </a:lnTo>
                  <a:lnTo>
                    <a:pt x="5470839" y="211176"/>
                  </a:lnTo>
                  <a:lnTo>
                    <a:pt x="5470933" y="211176"/>
                  </a:lnTo>
                  <a:lnTo>
                    <a:pt x="5471027" y="211176"/>
                  </a:lnTo>
                  <a:lnTo>
                    <a:pt x="5471121" y="211176"/>
                  </a:lnTo>
                  <a:lnTo>
                    <a:pt x="5471215" y="211176"/>
                  </a:lnTo>
                  <a:lnTo>
                    <a:pt x="5471309" y="211176"/>
                  </a:lnTo>
                  <a:lnTo>
                    <a:pt x="5471403" y="211176"/>
                  </a:lnTo>
                  <a:lnTo>
                    <a:pt x="5471497" y="211176"/>
                  </a:lnTo>
                  <a:lnTo>
                    <a:pt x="5471591" y="211176"/>
                  </a:lnTo>
                  <a:lnTo>
                    <a:pt x="5471685" y="211176"/>
                  </a:lnTo>
                  <a:lnTo>
                    <a:pt x="5471779" y="211176"/>
                  </a:lnTo>
                  <a:lnTo>
                    <a:pt x="5471873" y="211176"/>
                  </a:lnTo>
                  <a:lnTo>
                    <a:pt x="5471967" y="211176"/>
                  </a:lnTo>
                  <a:lnTo>
                    <a:pt x="5472061" y="211176"/>
                  </a:lnTo>
                  <a:lnTo>
                    <a:pt x="5472155" y="211176"/>
                  </a:lnTo>
                  <a:lnTo>
                    <a:pt x="5472250" y="211176"/>
                  </a:lnTo>
                  <a:lnTo>
                    <a:pt x="5472344" y="211176"/>
                  </a:lnTo>
                  <a:lnTo>
                    <a:pt x="5472438" y="211176"/>
                  </a:lnTo>
                  <a:lnTo>
                    <a:pt x="5472532" y="211176"/>
                  </a:lnTo>
                  <a:lnTo>
                    <a:pt x="5472626" y="211176"/>
                  </a:lnTo>
                  <a:lnTo>
                    <a:pt x="5472720" y="211176"/>
                  </a:lnTo>
                  <a:lnTo>
                    <a:pt x="5472720" y="205897"/>
                  </a:lnTo>
                  <a:lnTo>
                    <a:pt x="5472814" y="205897"/>
                  </a:lnTo>
                  <a:lnTo>
                    <a:pt x="5472908" y="205897"/>
                  </a:lnTo>
                  <a:lnTo>
                    <a:pt x="5473002" y="205897"/>
                  </a:lnTo>
                  <a:lnTo>
                    <a:pt x="5473096" y="205897"/>
                  </a:lnTo>
                  <a:lnTo>
                    <a:pt x="5473190" y="205897"/>
                  </a:lnTo>
                  <a:lnTo>
                    <a:pt x="5473284" y="205897"/>
                  </a:lnTo>
                  <a:lnTo>
                    <a:pt x="5473378" y="205897"/>
                  </a:lnTo>
                  <a:lnTo>
                    <a:pt x="5473472" y="205897"/>
                  </a:lnTo>
                  <a:lnTo>
                    <a:pt x="5473566" y="205897"/>
                  </a:lnTo>
                  <a:lnTo>
                    <a:pt x="5473660" y="205897"/>
                  </a:lnTo>
                  <a:lnTo>
                    <a:pt x="5473754" y="205897"/>
                  </a:lnTo>
                  <a:lnTo>
                    <a:pt x="5473848" y="205897"/>
                  </a:lnTo>
                  <a:lnTo>
                    <a:pt x="5473942" y="205897"/>
                  </a:lnTo>
                  <a:lnTo>
                    <a:pt x="5474036" y="205897"/>
                  </a:lnTo>
                  <a:lnTo>
                    <a:pt x="5474130" y="205897"/>
                  </a:lnTo>
                  <a:lnTo>
                    <a:pt x="5474224" y="205897"/>
                  </a:lnTo>
                  <a:lnTo>
                    <a:pt x="5474318" y="205897"/>
                  </a:lnTo>
                  <a:lnTo>
                    <a:pt x="5474412" y="205897"/>
                  </a:lnTo>
                  <a:lnTo>
                    <a:pt x="5474506" y="205897"/>
                  </a:lnTo>
                  <a:lnTo>
                    <a:pt x="5474600" y="205897"/>
                  </a:lnTo>
                  <a:lnTo>
                    <a:pt x="5474694" y="205897"/>
                  </a:lnTo>
                  <a:lnTo>
                    <a:pt x="5474788" y="205897"/>
                  </a:lnTo>
                  <a:lnTo>
                    <a:pt x="5474882" y="205897"/>
                  </a:lnTo>
                  <a:lnTo>
                    <a:pt x="5474976" y="205897"/>
                  </a:lnTo>
                  <a:lnTo>
                    <a:pt x="5475070" y="205897"/>
                  </a:lnTo>
                  <a:lnTo>
                    <a:pt x="5475164" y="205897"/>
                  </a:lnTo>
                  <a:lnTo>
                    <a:pt x="5475258" y="205897"/>
                  </a:lnTo>
                  <a:lnTo>
                    <a:pt x="5475352" y="205897"/>
                  </a:lnTo>
                  <a:lnTo>
                    <a:pt x="5475446" y="205897"/>
                  </a:lnTo>
                  <a:lnTo>
                    <a:pt x="5475540" y="205897"/>
                  </a:lnTo>
                  <a:lnTo>
                    <a:pt x="5475634" y="205897"/>
                  </a:lnTo>
                  <a:lnTo>
                    <a:pt x="5475728" y="205897"/>
                  </a:lnTo>
                  <a:lnTo>
                    <a:pt x="5475823" y="205897"/>
                  </a:lnTo>
                  <a:lnTo>
                    <a:pt x="5475917" y="205897"/>
                  </a:lnTo>
                  <a:lnTo>
                    <a:pt x="5476011" y="205897"/>
                  </a:lnTo>
                  <a:lnTo>
                    <a:pt x="5476105" y="205897"/>
                  </a:lnTo>
                  <a:lnTo>
                    <a:pt x="5476199" y="205897"/>
                  </a:lnTo>
                  <a:lnTo>
                    <a:pt x="5476293" y="205897"/>
                  </a:lnTo>
                  <a:lnTo>
                    <a:pt x="5476387" y="205897"/>
                  </a:lnTo>
                  <a:lnTo>
                    <a:pt x="5476481" y="205897"/>
                  </a:lnTo>
                  <a:lnTo>
                    <a:pt x="5476575" y="205897"/>
                  </a:lnTo>
                  <a:lnTo>
                    <a:pt x="5476669" y="205897"/>
                  </a:lnTo>
                  <a:lnTo>
                    <a:pt x="5476763" y="205897"/>
                  </a:lnTo>
                  <a:lnTo>
                    <a:pt x="5476857" y="205897"/>
                  </a:lnTo>
                  <a:lnTo>
                    <a:pt x="5476951" y="205897"/>
                  </a:lnTo>
                  <a:lnTo>
                    <a:pt x="5477045" y="205897"/>
                  </a:lnTo>
                  <a:lnTo>
                    <a:pt x="5477139" y="205897"/>
                  </a:lnTo>
                  <a:lnTo>
                    <a:pt x="5477233" y="205897"/>
                  </a:lnTo>
                  <a:lnTo>
                    <a:pt x="5477327" y="205897"/>
                  </a:lnTo>
                  <a:lnTo>
                    <a:pt x="5477421" y="205897"/>
                  </a:lnTo>
                  <a:lnTo>
                    <a:pt x="5477515" y="205897"/>
                  </a:lnTo>
                  <a:lnTo>
                    <a:pt x="5477609" y="205897"/>
                  </a:lnTo>
                  <a:lnTo>
                    <a:pt x="5477703" y="205897"/>
                  </a:lnTo>
                  <a:lnTo>
                    <a:pt x="5477797" y="205897"/>
                  </a:lnTo>
                  <a:lnTo>
                    <a:pt x="5477891" y="205897"/>
                  </a:lnTo>
                  <a:lnTo>
                    <a:pt x="5477985" y="205897"/>
                  </a:lnTo>
                  <a:lnTo>
                    <a:pt x="5478079" y="205897"/>
                  </a:lnTo>
                  <a:lnTo>
                    <a:pt x="5478173" y="205897"/>
                  </a:lnTo>
                  <a:lnTo>
                    <a:pt x="5478267" y="205897"/>
                  </a:lnTo>
                  <a:lnTo>
                    <a:pt x="5478361" y="205897"/>
                  </a:lnTo>
                  <a:lnTo>
                    <a:pt x="5478455" y="205897"/>
                  </a:lnTo>
                  <a:lnTo>
                    <a:pt x="5478549" y="205897"/>
                  </a:lnTo>
                  <a:lnTo>
                    <a:pt x="5478643" y="205897"/>
                  </a:lnTo>
                  <a:lnTo>
                    <a:pt x="5478737" y="205897"/>
                  </a:lnTo>
                  <a:lnTo>
                    <a:pt x="5478831" y="205897"/>
                  </a:lnTo>
                  <a:lnTo>
                    <a:pt x="5478925" y="205897"/>
                  </a:lnTo>
                  <a:lnTo>
                    <a:pt x="5479019" y="205897"/>
                  </a:lnTo>
                  <a:lnTo>
                    <a:pt x="5479113" y="205897"/>
                  </a:lnTo>
                  <a:lnTo>
                    <a:pt x="5479207" y="205897"/>
                  </a:lnTo>
                  <a:lnTo>
                    <a:pt x="5479302" y="205897"/>
                  </a:lnTo>
                  <a:lnTo>
                    <a:pt x="5479396" y="205897"/>
                  </a:lnTo>
                  <a:lnTo>
                    <a:pt x="5479490" y="205897"/>
                  </a:lnTo>
                  <a:lnTo>
                    <a:pt x="5479584" y="205897"/>
                  </a:lnTo>
                  <a:lnTo>
                    <a:pt x="5479678" y="205897"/>
                  </a:lnTo>
                  <a:lnTo>
                    <a:pt x="5479772" y="205897"/>
                  </a:lnTo>
                  <a:lnTo>
                    <a:pt x="5479866" y="205897"/>
                  </a:lnTo>
                  <a:lnTo>
                    <a:pt x="5479960" y="205897"/>
                  </a:lnTo>
                  <a:lnTo>
                    <a:pt x="5480054" y="205897"/>
                  </a:lnTo>
                  <a:lnTo>
                    <a:pt x="5480148" y="205897"/>
                  </a:lnTo>
                  <a:lnTo>
                    <a:pt x="5480242" y="205897"/>
                  </a:lnTo>
                  <a:lnTo>
                    <a:pt x="5480336" y="205897"/>
                  </a:lnTo>
                  <a:lnTo>
                    <a:pt x="5480430" y="205897"/>
                  </a:lnTo>
                  <a:lnTo>
                    <a:pt x="5480524" y="205897"/>
                  </a:lnTo>
                  <a:lnTo>
                    <a:pt x="5480618" y="205897"/>
                  </a:lnTo>
                  <a:lnTo>
                    <a:pt x="5480712" y="205897"/>
                  </a:lnTo>
                  <a:lnTo>
                    <a:pt x="5480806" y="205897"/>
                  </a:lnTo>
                  <a:lnTo>
                    <a:pt x="5480900" y="205897"/>
                  </a:lnTo>
                  <a:lnTo>
                    <a:pt x="5480994" y="205897"/>
                  </a:lnTo>
                  <a:lnTo>
                    <a:pt x="5481088" y="205897"/>
                  </a:lnTo>
                  <a:lnTo>
                    <a:pt x="5481182" y="205897"/>
                  </a:lnTo>
                  <a:lnTo>
                    <a:pt x="5481276" y="205897"/>
                  </a:lnTo>
                  <a:lnTo>
                    <a:pt x="5481370" y="205897"/>
                  </a:lnTo>
                  <a:lnTo>
                    <a:pt x="5481464" y="205897"/>
                  </a:lnTo>
                  <a:lnTo>
                    <a:pt x="5481558" y="205897"/>
                  </a:lnTo>
                  <a:lnTo>
                    <a:pt x="5481652" y="205897"/>
                  </a:lnTo>
                  <a:lnTo>
                    <a:pt x="5481746" y="205897"/>
                  </a:lnTo>
                  <a:lnTo>
                    <a:pt x="5481840" y="205897"/>
                  </a:lnTo>
                  <a:lnTo>
                    <a:pt x="5481934" y="205897"/>
                  </a:lnTo>
                  <a:lnTo>
                    <a:pt x="5482028" y="205897"/>
                  </a:lnTo>
                  <a:lnTo>
                    <a:pt x="5482122" y="205897"/>
                  </a:lnTo>
                  <a:lnTo>
                    <a:pt x="5482216" y="205897"/>
                  </a:lnTo>
                  <a:lnTo>
                    <a:pt x="5482310" y="205897"/>
                  </a:lnTo>
                  <a:lnTo>
                    <a:pt x="5482404" y="205897"/>
                  </a:lnTo>
                  <a:lnTo>
                    <a:pt x="5482498" y="205897"/>
                  </a:lnTo>
                  <a:lnTo>
                    <a:pt x="5482592" y="205897"/>
                  </a:lnTo>
                  <a:lnTo>
                    <a:pt x="5482686" y="205897"/>
                  </a:lnTo>
                  <a:lnTo>
                    <a:pt x="5482780" y="205897"/>
                  </a:lnTo>
                  <a:lnTo>
                    <a:pt x="5482875" y="205897"/>
                  </a:lnTo>
                  <a:lnTo>
                    <a:pt x="5482969" y="205897"/>
                  </a:lnTo>
                  <a:lnTo>
                    <a:pt x="5483063" y="205897"/>
                  </a:lnTo>
                  <a:lnTo>
                    <a:pt x="5483157" y="205897"/>
                  </a:lnTo>
                  <a:lnTo>
                    <a:pt x="5483251" y="205897"/>
                  </a:lnTo>
                  <a:lnTo>
                    <a:pt x="5483345" y="205897"/>
                  </a:lnTo>
                  <a:lnTo>
                    <a:pt x="5483439" y="205897"/>
                  </a:lnTo>
                  <a:lnTo>
                    <a:pt x="5483533" y="205897"/>
                  </a:lnTo>
                  <a:lnTo>
                    <a:pt x="5483627" y="205897"/>
                  </a:lnTo>
                  <a:lnTo>
                    <a:pt x="5483721" y="205897"/>
                  </a:lnTo>
                  <a:lnTo>
                    <a:pt x="5483815" y="205897"/>
                  </a:lnTo>
                  <a:lnTo>
                    <a:pt x="5483909" y="205897"/>
                  </a:lnTo>
                  <a:lnTo>
                    <a:pt x="5484003" y="205897"/>
                  </a:lnTo>
                  <a:lnTo>
                    <a:pt x="5484097" y="205897"/>
                  </a:lnTo>
                  <a:lnTo>
                    <a:pt x="5484191" y="205897"/>
                  </a:lnTo>
                  <a:lnTo>
                    <a:pt x="5484285" y="205897"/>
                  </a:lnTo>
                  <a:lnTo>
                    <a:pt x="5484379" y="205897"/>
                  </a:lnTo>
                  <a:lnTo>
                    <a:pt x="5484473" y="205897"/>
                  </a:lnTo>
                  <a:lnTo>
                    <a:pt x="5484567" y="205897"/>
                  </a:lnTo>
                  <a:lnTo>
                    <a:pt x="5484661" y="205897"/>
                  </a:lnTo>
                  <a:lnTo>
                    <a:pt x="5484755" y="205897"/>
                  </a:lnTo>
                  <a:lnTo>
                    <a:pt x="5484849" y="205897"/>
                  </a:lnTo>
                  <a:lnTo>
                    <a:pt x="5484943" y="205897"/>
                  </a:lnTo>
                  <a:lnTo>
                    <a:pt x="5485037" y="205897"/>
                  </a:lnTo>
                  <a:lnTo>
                    <a:pt x="5485131" y="205897"/>
                  </a:lnTo>
                  <a:lnTo>
                    <a:pt x="5485225" y="205897"/>
                  </a:lnTo>
                  <a:lnTo>
                    <a:pt x="5485319" y="205897"/>
                  </a:lnTo>
                  <a:lnTo>
                    <a:pt x="5485413" y="205897"/>
                  </a:lnTo>
                  <a:lnTo>
                    <a:pt x="5485507" y="205897"/>
                  </a:lnTo>
                  <a:lnTo>
                    <a:pt x="5485601" y="205897"/>
                  </a:lnTo>
                  <a:lnTo>
                    <a:pt x="5485695" y="205897"/>
                  </a:lnTo>
                  <a:lnTo>
                    <a:pt x="5485789" y="205897"/>
                  </a:lnTo>
                  <a:lnTo>
                    <a:pt x="5485883" y="205897"/>
                  </a:lnTo>
                  <a:lnTo>
                    <a:pt x="5485977" y="205897"/>
                  </a:lnTo>
                  <a:lnTo>
                    <a:pt x="5486071" y="205897"/>
                  </a:lnTo>
                  <a:lnTo>
                    <a:pt x="5486165" y="205897"/>
                  </a:lnTo>
                  <a:lnTo>
                    <a:pt x="5486259" y="205897"/>
                  </a:lnTo>
                  <a:lnTo>
                    <a:pt x="5486353" y="205897"/>
                  </a:lnTo>
                  <a:lnTo>
                    <a:pt x="5486448" y="205897"/>
                  </a:lnTo>
                  <a:lnTo>
                    <a:pt x="5486542" y="205897"/>
                  </a:lnTo>
                  <a:lnTo>
                    <a:pt x="5486636" y="205897"/>
                  </a:lnTo>
                  <a:lnTo>
                    <a:pt x="5486730" y="205897"/>
                  </a:lnTo>
                  <a:lnTo>
                    <a:pt x="5486824" y="205897"/>
                  </a:lnTo>
                  <a:lnTo>
                    <a:pt x="5486918" y="205897"/>
                  </a:lnTo>
                  <a:lnTo>
                    <a:pt x="5487012" y="205897"/>
                  </a:lnTo>
                  <a:lnTo>
                    <a:pt x="5487106" y="205897"/>
                  </a:lnTo>
                  <a:lnTo>
                    <a:pt x="5487200" y="205897"/>
                  </a:lnTo>
                  <a:lnTo>
                    <a:pt x="5487294" y="205897"/>
                  </a:lnTo>
                  <a:lnTo>
                    <a:pt x="5487388" y="205897"/>
                  </a:lnTo>
                  <a:lnTo>
                    <a:pt x="5487482" y="205897"/>
                  </a:lnTo>
                  <a:lnTo>
                    <a:pt x="5487576" y="205897"/>
                  </a:lnTo>
                  <a:lnTo>
                    <a:pt x="5487670" y="205897"/>
                  </a:lnTo>
                  <a:lnTo>
                    <a:pt x="5487764" y="205897"/>
                  </a:lnTo>
                  <a:lnTo>
                    <a:pt x="5487858" y="205897"/>
                  </a:lnTo>
                  <a:lnTo>
                    <a:pt x="5487952" y="205897"/>
                  </a:lnTo>
                  <a:lnTo>
                    <a:pt x="5488046" y="205897"/>
                  </a:lnTo>
                  <a:lnTo>
                    <a:pt x="5488140" y="205897"/>
                  </a:lnTo>
                  <a:lnTo>
                    <a:pt x="5488234" y="205897"/>
                  </a:lnTo>
                  <a:lnTo>
                    <a:pt x="5488328" y="205897"/>
                  </a:lnTo>
                  <a:lnTo>
                    <a:pt x="5488422" y="205897"/>
                  </a:lnTo>
                  <a:lnTo>
                    <a:pt x="5488516" y="205897"/>
                  </a:lnTo>
                  <a:lnTo>
                    <a:pt x="5488610" y="205897"/>
                  </a:lnTo>
                  <a:lnTo>
                    <a:pt x="5488704" y="205897"/>
                  </a:lnTo>
                  <a:lnTo>
                    <a:pt x="5488798" y="205897"/>
                  </a:lnTo>
                  <a:lnTo>
                    <a:pt x="5488892" y="205897"/>
                  </a:lnTo>
                  <a:lnTo>
                    <a:pt x="5488986" y="205897"/>
                  </a:lnTo>
                  <a:lnTo>
                    <a:pt x="5489080" y="205897"/>
                  </a:lnTo>
                  <a:lnTo>
                    <a:pt x="5489174" y="205897"/>
                  </a:lnTo>
                  <a:lnTo>
                    <a:pt x="5489268" y="205897"/>
                  </a:lnTo>
                  <a:lnTo>
                    <a:pt x="5489362" y="205897"/>
                  </a:lnTo>
                  <a:lnTo>
                    <a:pt x="5489456" y="205897"/>
                  </a:lnTo>
                  <a:lnTo>
                    <a:pt x="5489550" y="205897"/>
                  </a:lnTo>
                  <a:lnTo>
                    <a:pt x="5489644" y="205897"/>
                  </a:lnTo>
                  <a:lnTo>
                    <a:pt x="5489738" y="205897"/>
                  </a:lnTo>
                  <a:lnTo>
                    <a:pt x="5489832" y="205897"/>
                  </a:lnTo>
                  <a:lnTo>
                    <a:pt x="5489927" y="205897"/>
                  </a:lnTo>
                  <a:lnTo>
                    <a:pt x="5490021" y="205897"/>
                  </a:lnTo>
                  <a:lnTo>
                    <a:pt x="5490115" y="205897"/>
                  </a:lnTo>
                  <a:lnTo>
                    <a:pt x="5490209" y="205897"/>
                  </a:lnTo>
                  <a:lnTo>
                    <a:pt x="5490303" y="205897"/>
                  </a:lnTo>
                  <a:lnTo>
                    <a:pt x="5490397" y="205897"/>
                  </a:lnTo>
                  <a:lnTo>
                    <a:pt x="5490491" y="205897"/>
                  </a:lnTo>
                  <a:lnTo>
                    <a:pt x="5490585" y="205897"/>
                  </a:lnTo>
                  <a:lnTo>
                    <a:pt x="5490679" y="205897"/>
                  </a:lnTo>
                  <a:lnTo>
                    <a:pt x="5490773" y="205897"/>
                  </a:lnTo>
                  <a:lnTo>
                    <a:pt x="5490773" y="200618"/>
                  </a:lnTo>
                  <a:lnTo>
                    <a:pt x="5490867" y="200618"/>
                  </a:lnTo>
                  <a:lnTo>
                    <a:pt x="5490961" y="200618"/>
                  </a:lnTo>
                  <a:lnTo>
                    <a:pt x="5491055" y="200618"/>
                  </a:lnTo>
                  <a:lnTo>
                    <a:pt x="5491149" y="200618"/>
                  </a:lnTo>
                  <a:lnTo>
                    <a:pt x="5491243" y="200618"/>
                  </a:lnTo>
                  <a:lnTo>
                    <a:pt x="5491337" y="200618"/>
                  </a:lnTo>
                  <a:lnTo>
                    <a:pt x="5491431" y="200618"/>
                  </a:lnTo>
                  <a:lnTo>
                    <a:pt x="5491525" y="200618"/>
                  </a:lnTo>
                  <a:lnTo>
                    <a:pt x="5491619" y="200618"/>
                  </a:lnTo>
                  <a:lnTo>
                    <a:pt x="5491713" y="200618"/>
                  </a:lnTo>
                  <a:lnTo>
                    <a:pt x="5491807" y="200618"/>
                  </a:lnTo>
                  <a:lnTo>
                    <a:pt x="5491901" y="200618"/>
                  </a:lnTo>
                  <a:lnTo>
                    <a:pt x="5491995" y="200618"/>
                  </a:lnTo>
                  <a:lnTo>
                    <a:pt x="5492089" y="200618"/>
                  </a:lnTo>
                  <a:lnTo>
                    <a:pt x="5492183" y="200618"/>
                  </a:lnTo>
                  <a:lnTo>
                    <a:pt x="5492277" y="200618"/>
                  </a:lnTo>
                  <a:lnTo>
                    <a:pt x="5492371" y="200618"/>
                  </a:lnTo>
                  <a:lnTo>
                    <a:pt x="5492465" y="200618"/>
                  </a:lnTo>
                  <a:lnTo>
                    <a:pt x="5492559" y="200618"/>
                  </a:lnTo>
                  <a:lnTo>
                    <a:pt x="5492653" y="200618"/>
                  </a:lnTo>
                  <a:lnTo>
                    <a:pt x="5492747" y="200618"/>
                  </a:lnTo>
                  <a:lnTo>
                    <a:pt x="5492841" y="200618"/>
                  </a:lnTo>
                  <a:lnTo>
                    <a:pt x="5492935" y="200618"/>
                  </a:lnTo>
                  <a:lnTo>
                    <a:pt x="5493029" y="200618"/>
                  </a:lnTo>
                  <a:lnTo>
                    <a:pt x="5493123" y="200618"/>
                  </a:lnTo>
                  <a:lnTo>
                    <a:pt x="5493217" y="200618"/>
                  </a:lnTo>
                  <a:lnTo>
                    <a:pt x="5493311" y="200618"/>
                  </a:lnTo>
                  <a:lnTo>
                    <a:pt x="5493405" y="200618"/>
                  </a:lnTo>
                  <a:lnTo>
                    <a:pt x="5493500" y="200618"/>
                  </a:lnTo>
                  <a:lnTo>
                    <a:pt x="5493594" y="200618"/>
                  </a:lnTo>
                  <a:lnTo>
                    <a:pt x="5493688" y="200618"/>
                  </a:lnTo>
                  <a:lnTo>
                    <a:pt x="5493782" y="200618"/>
                  </a:lnTo>
                  <a:lnTo>
                    <a:pt x="5493876" y="200618"/>
                  </a:lnTo>
                  <a:lnTo>
                    <a:pt x="5493970" y="200618"/>
                  </a:lnTo>
                  <a:lnTo>
                    <a:pt x="5494064" y="200618"/>
                  </a:lnTo>
                  <a:lnTo>
                    <a:pt x="5494158" y="200618"/>
                  </a:lnTo>
                  <a:lnTo>
                    <a:pt x="5494252" y="200618"/>
                  </a:lnTo>
                  <a:lnTo>
                    <a:pt x="5494346" y="200618"/>
                  </a:lnTo>
                  <a:lnTo>
                    <a:pt x="5494440" y="200618"/>
                  </a:lnTo>
                  <a:lnTo>
                    <a:pt x="5494534" y="200618"/>
                  </a:lnTo>
                  <a:lnTo>
                    <a:pt x="5494628" y="200618"/>
                  </a:lnTo>
                  <a:lnTo>
                    <a:pt x="5494722" y="200618"/>
                  </a:lnTo>
                  <a:lnTo>
                    <a:pt x="5494816" y="200618"/>
                  </a:lnTo>
                  <a:lnTo>
                    <a:pt x="5494910" y="200618"/>
                  </a:lnTo>
                  <a:lnTo>
                    <a:pt x="5495004" y="200618"/>
                  </a:lnTo>
                  <a:lnTo>
                    <a:pt x="5495098" y="200618"/>
                  </a:lnTo>
                  <a:lnTo>
                    <a:pt x="5495192" y="200618"/>
                  </a:lnTo>
                  <a:lnTo>
                    <a:pt x="5495286" y="200618"/>
                  </a:lnTo>
                  <a:lnTo>
                    <a:pt x="5495380" y="200618"/>
                  </a:lnTo>
                  <a:lnTo>
                    <a:pt x="5495474" y="200618"/>
                  </a:lnTo>
                  <a:lnTo>
                    <a:pt x="5495568" y="200618"/>
                  </a:lnTo>
                  <a:lnTo>
                    <a:pt x="5495662" y="200618"/>
                  </a:lnTo>
                  <a:lnTo>
                    <a:pt x="5495756" y="200618"/>
                  </a:lnTo>
                  <a:lnTo>
                    <a:pt x="5495850" y="200618"/>
                  </a:lnTo>
                  <a:lnTo>
                    <a:pt x="5495944" y="200618"/>
                  </a:lnTo>
                  <a:lnTo>
                    <a:pt x="5496038" y="200618"/>
                  </a:lnTo>
                  <a:lnTo>
                    <a:pt x="5496132" y="200618"/>
                  </a:lnTo>
                  <a:lnTo>
                    <a:pt x="5496226" y="200618"/>
                  </a:lnTo>
                  <a:lnTo>
                    <a:pt x="5496320" y="200618"/>
                  </a:lnTo>
                  <a:lnTo>
                    <a:pt x="5496414" y="200618"/>
                  </a:lnTo>
                  <a:lnTo>
                    <a:pt x="5496508" y="200618"/>
                  </a:lnTo>
                  <a:lnTo>
                    <a:pt x="5496602" y="200618"/>
                  </a:lnTo>
                  <a:lnTo>
                    <a:pt x="5496696" y="200618"/>
                  </a:lnTo>
                  <a:lnTo>
                    <a:pt x="5496790" y="200618"/>
                  </a:lnTo>
                  <a:lnTo>
                    <a:pt x="5496884" y="200618"/>
                  </a:lnTo>
                  <a:lnTo>
                    <a:pt x="5496978" y="200618"/>
                  </a:lnTo>
                  <a:lnTo>
                    <a:pt x="5497073" y="200618"/>
                  </a:lnTo>
                  <a:lnTo>
                    <a:pt x="5497167" y="200618"/>
                  </a:lnTo>
                  <a:lnTo>
                    <a:pt x="5497261" y="200618"/>
                  </a:lnTo>
                  <a:lnTo>
                    <a:pt x="5497355" y="200618"/>
                  </a:lnTo>
                  <a:lnTo>
                    <a:pt x="5497449" y="200618"/>
                  </a:lnTo>
                  <a:lnTo>
                    <a:pt x="5497543" y="200618"/>
                  </a:lnTo>
                  <a:lnTo>
                    <a:pt x="5497637" y="200618"/>
                  </a:lnTo>
                  <a:lnTo>
                    <a:pt x="5497731" y="200618"/>
                  </a:lnTo>
                  <a:lnTo>
                    <a:pt x="5497825" y="200618"/>
                  </a:lnTo>
                  <a:lnTo>
                    <a:pt x="5497919" y="200618"/>
                  </a:lnTo>
                  <a:lnTo>
                    <a:pt x="5497919" y="195338"/>
                  </a:lnTo>
                  <a:lnTo>
                    <a:pt x="5498013" y="195338"/>
                  </a:lnTo>
                  <a:lnTo>
                    <a:pt x="5498107" y="195338"/>
                  </a:lnTo>
                  <a:lnTo>
                    <a:pt x="5498201" y="195338"/>
                  </a:lnTo>
                  <a:lnTo>
                    <a:pt x="5498295" y="195338"/>
                  </a:lnTo>
                  <a:lnTo>
                    <a:pt x="5498389" y="195338"/>
                  </a:lnTo>
                  <a:lnTo>
                    <a:pt x="5498483" y="195338"/>
                  </a:lnTo>
                  <a:lnTo>
                    <a:pt x="5498577" y="195338"/>
                  </a:lnTo>
                  <a:lnTo>
                    <a:pt x="5498671" y="195338"/>
                  </a:lnTo>
                  <a:lnTo>
                    <a:pt x="5498765" y="195338"/>
                  </a:lnTo>
                  <a:lnTo>
                    <a:pt x="5498859" y="195338"/>
                  </a:lnTo>
                  <a:lnTo>
                    <a:pt x="5498953" y="195338"/>
                  </a:lnTo>
                  <a:lnTo>
                    <a:pt x="5499047" y="195338"/>
                  </a:lnTo>
                  <a:lnTo>
                    <a:pt x="5499141" y="195338"/>
                  </a:lnTo>
                  <a:lnTo>
                    <a:pt x="5499235" y="195338"/>
                  </a:lnTo>
                  <a:lnTo>
                    <a:pt x="5499329" y="195338"/>
                  </a:lnTo>
                  <a:lnTo>
                    <a:pt x="5499423" y="195338"/>
                  </a:lnTo>
                  <a:lnTo>
                    <a:pt x="5499517" y="195338"/>
                  </a:lnTo>
                  <a:lnTo>
                    <a:pt x="5499611" y="195338"/>
                  </a:lnTo>
                  <a:lnTo>
                    <a:pt x="5499705" y="195338"/>
                  </a:lnTo>
                  <a:lnTo>
                    <a:pt x="5499799" y="195338"/>
                  </a:lnTo>
                  <a:lnTo>
                    <a:pt x="5499893" y="195338"/>
                  </a:lnTo>
                  <a:lnTo>
                    <a:pt x="5499987" y="195338"/>
                  </a:lnTo>
                  <a:lnTo>
                    <a:pt x="5500081" y="195338"/>
                  </a:lnTo>
                  <a:lnTo>
                    <a:pt x="5500175" y="195338"/>
                  </a:lnTo>
                  <a:lnTo>
                    <a:pt x="5500269" y="195338"/>
                  </a:lnTo>
                  <a:lnTo>
                    <a:pt x="5500363" y="195338"/>
                  </a:lnTo>
                  <a:lnTo>
                    <a:pt x="5500457" y="195338"/>
                  </a:lnTo>
                  <a:lnTo>
                    <a:pt x="5500552" y="195338"/>
                  </a:lnTo>
                  <a:lnTo>
                    <a:pt x="5500646" y="195338"/>
                  </a:lnTo>
                  <a:lnTo>
                    <a:pt x="5500740" y="195338"/>
                  </a:lnTo>
                  <a:lnTo>
                    <a:pt x="5500834" y="195338"/>
                  </a:lnTo>
                  <a:lnTo>
                    <a:pt x="5500928" y="195338"/>
                  </a:lnTo>
                  <a:lnTo>
                    <a:pt x="5501022" y="195338"/>
                  </a:lnTo>
                  <a:lnTo>
                    <a:pt x="5501116" y="195338"/>
                  </a:lnTo>
                  <a:lnTo>
                    <a:pt x="5501210" y="195338"/>
                  </a:lnTo>
                  <a:lnTo>
                    <a:pt x="5501304" y="195338"/>
                  </a:lnTo>
                  <a:lnTo>
                    <a:pt x="5501398" y="195338"/>
                  </a:lnTo>
                  <a:lnTo>
                    <a:pt x="5501492" y="195338"/>
                  </a:lnTo>
                  <a:lnTo>
                    <a:pt x="5501586" y="195338"/>
                  </a:lnTo>
                  <a:lnTo>
                    <a:pt x="5501680" y="195338"/>
                  </a:lnTo>
                  <a:lnTo>
                    <a:pt x="5501774" y="195338"/>
                  </a:lnTo>
                  <a:lnTo>
                    <a:pt x="5501868" y="195338"/>
                  </a:lnTo>
                  <a:lnTo>
                    <a:pt x="5501962" y="195338"/>
                  </a:lnTo>
                  <a:lnTo>
                    <a:pt x="5502056" y="195338"/>
                  </a:lnTo>
                  <a:lnTo>
                    <a:pt x="5502150" y="195338"/>
                  </a:lnTo>
                  <a:lnTo>
                    <a:pt x="5502244" y="195338"/>
                  </a:lnTo>
                  <a:lnTo>
                    <a:pt x="5502338" y="195338"/>
                  </a:lnTo>
                  <a:lnTo>
                    <a:pt x="5502432" y="195338"/>
                  </a:lnTo>
                  <a:lnTo>
                    <a:pt x="5502526" y="195338"/>
                  </a:lnTo>
                  <a:lnTo>
                    <a:pt x="5502620" y="195338"/>
                  </a:lnTo>
                  <a:lnTo>
                    <a:pt x="5502714" y="195338"/>
                  </a:lnTo>
                  <a:lnTo>
                    <a:pt x="5502808" y="195338"/>
                  </a:lnTo>
                  <a:lnTo>
                    <a:pt x="5502902" y="195338"/>
                  </a:lnTo>
                  <a:lnTo>
                    <a:pt x="5502996" y="195338"/>
                  </a:lnTo>
                  <a:lnTo>
                    <a:pt x="5503090" y="195338"/>
                  </a:lnTo>
                  <a:lnTo>
                    <a:pt x="5503184" y="195338"/>
                  </a:lnTo>
                  <a:lnTo>
                    <a:pt x="5503278" y="195338"/>
                  </a:lnTo>
                  <a:lnTo>
                    <a:pt x="5503372" y="195338"/>
                  </a:lnTo>
                  <a:lnTo>
                    <a:pt x="5503466" y="195338"/>
                  </a:lnTo>
                  <a:lnTo>
                    <a:pt x="5503560" y="195338"/>
                  </a:lnTo>
                  <a:lnTo>
                    <a:pt x="5503654" y="195338"/>
                  </a:lnTo>
                  <a:lnTo>
                    <a:pt x="5503748" y="195338"/>
                  </a:lnTo>
                  <a:lnTo>
                    <a:pt x="5503842" y="195338"/>
                  </a:lnTo>
                  <a:lnTo>
                    <a:pt x="5503936" y="195338"/>
                  </a:lnTo>
                  <a:lnTo>
                    <a:pt x="5504030" y="195338"/>
                  </a:lnTo>
                  <a:lnTo>
                    <a:pt x="5504125" y="195338"/>
                  </a:lnTo>
                  <a:lnTo>
                    <a:pt x="5504219" y="195338"/>
                  </a:lnTo>
                  <a:lnTo>
                    <a:pt x="5504313" y="195338"/>
                  </a:lnTo>
                  <a:lnTo>
                    <a:pt x="5504407" y="195338"/>
                  </a:lnTo>
                  <a:lnTo>
                    <a:pt x="5504501" y="195338"/>
                  </a:lnTo>
                  <a:lnTo>
                    <a:pt x="5504595" y="195338"/>
                  </a:lnTo>
                  <a:lnTo>
                    <a:pt x="5504689" y="195338"/>
                  </a:lnTo>
                  <a:lnTo>
                    <a:pt x="5504783" y="195338"/>
                  </a:lnTo>
                  <a:lnTo>
                    <a:pt x="5504877" y="195338"/>
                  </a:lnTo>
                  <a:lnTo>
                    <a:pt x="5504971" y="195338"/>
                  </a:lnTo>
                  <a:lnTo>
                    <a:pt x="5505065" y="195338"/>
                  </a:lnTo>
                  <a:lnTo>
                    <a:pt x="5505159" y="195338"/>
                  </a:lnTo>
                  <a:lnTo>
                    <a:pt x="5505253" y="195338"/>
                  </a:lnTo>
                  <a:lnTo>
                    <a:pt x="5505347" y="195338"/>
                  </a:lnTo>
                  <a:lnTo>
                    <a:pt x="5505441" y="195338"/>
                  </a:lnTo>
                  <a:lnTo>
                    <a:pt x="5505535" y="195338"/>
                  </a:lnTo>
                  <a:lnTo>
                    <a:pt x="5505629" y="195338"/>
                  </a:lnTo>
                  <a:lnTo>
                    <a:pt x="5505723" y="195338"/>
                  </a:lnTo>
                  <a:lnTo>
                    <a:pt x="5505817" y="195338"/>
                  </a:lnTo>
                  <a:lnTo>
                    <a:pt x="5505911" y="195338"/>
                  </a:lnTo>
                  <a:lnTo>
                    <a:pt x="5506005" y="195338"/>
                  </a:lnTo>
                  <a:lnTo>
                    <a:pt x="5506099" y="195338"/>
                  </a:lnTo>
                  <a:lnTo>
                    <a:pt x="5506193" y="195338"/>
                  </a:lnTo>
                  <a:lnTo>
                    <a:pt x="5506287" y="195338"/>
                  </a:lnTo>
                  <a:lnTo>
                    <a:pt x="5506381" y="195338"/>
                  </a:lnTo>
                  <a:lnTo>
                    <a:pt x="5506475" y="195338"/>
                  </a:lnTo>
                  <a:lnTo>
                    <a:pt x="5506569" y="195338"/>
                  </a:lnTo>
                  <a:lnTo>
                    <a:pt x="5506663" y="195338"/>
                  </a:lnTo>
                  <a:lnTo>
                    <a:pt x="5506757" y="195338"/>
                  </a:lnTo>
                  <a:lnTo>
                    <a:pt x="5506851" y="195338"/>
                  </a:lnTo>
                  <a:lnTo>
                    <a:pt x="5506945" y="195338"/>
                  </a:lnTo>
                  <a:lnTo>
                    <a:pt x="5507039" y="195338"/>
                  </a:lnTo>
                  <a:lnTo>
                    <a:pt x="5507133" y="195338"/>
                  </a:lnTo>
                  <a:lnTo>
                    <a:pt x="5507227" y="195338"/>
                  </a:lnTo>
                  <a:lnTo>
                    <a:pt x="5507321" y="195338"/>
                  </a:lnTo>
                  <a:lnTo>
                    <a:pt x="5507415" y="195338"/>
                  </a:lnTo>
                  <a:lnTo>
                    <a:pt x="5507509" y="195338"/>
                  </a:lnTo>
                  <a:lnTo>
                    <a:pt x="5507603" y="195338"/>
                  </a:lnTo>
                  <a:lnTo>
                    <a:pt x="5507698" y="195338"/>
                  </a:lnTo>
                  <a:lnTo>
                    <a:pt x="5507698" y="190059"/>
                  </a:lnTo>
                  <a:lnTo>
                    <a:pt x="5507792" y="190059"/>
                  </a:lnTo>
                  <a:lnTo>
                    <a:pt x="5507886" y="190059"/>
                  </a:lnTo>
                  <a:lnTo>
                    <a:pt x="5507980" y="190059"/>
                  </a:lnTo>
                  <a:lnTo>
                    <a:pt x="5508074" y="190059"/>
                  </a:lnTo>
                  <a:lnTo>
                    <a:pt x="5508168" y="190059"/>
                  </a:lnTo>
                  <a:lnTo>
                    <a:pt x="5508262" y="190059"/>
                  </a:lnTo>
                  <a:lnTo>
                    <a:pt x="5508356" y="190059"/>
                  </a:lnTo>
                  <a:lnTo>
                    <a:pt x="5508450" y="190059"/>
                  </a:lnTo>
                  <a:lnTo>
                    <a:pt x="5508544" y="190059"/>
                  </a:lnTo>
                  <a:lnTo>
                    <a:pt x="5508544" y="184779"/>
                  </a:lnTo>
                  <a:lnTo>
                    <a:pt x="5508638" y="184779"/>
                  </a:lnTo>
                  <a:lnTo>
                    <a:pt x="5508732" y="184779"/>
                  </a:lnTo>
                  <a:lnTo>
                    <a:pt x="5508826" y="184779"/>
                  </a:lnTo>
                  <a:lnTo>
                    <a:pt x="5508920" y="184779"/>
                  </a:lnTo>
                  <a:lnTo>
                    <a:pt x="5509014" y="184779"/>
                  </a:lnTo>
                  <a:lnTo>
                    <a:pt x="5509108" y="184779"/>
                  </a:lnTo>
                  <a:lnTo>
                    <a:pt x="5509202" y="184779"/>
                  </a:lnTo>
                  <a:lnTo>
                    <a:pt x="5509296" y="184779"/>
                  </a:lnTo>
                  <a:lnTo>
                    <a:pt x="5509390" y="184779"/>
                  </a:lnTo>
                  <a:lnTo>
                    <a:pt x="5509484" y="184779"/>
                  </a:lnTo>
                  <a:lnTo>
                    <a:pt x="5509578" y="184779"/>
                  </a:lnTo>
                  <a:lnTo>
                    <a:pt x="5509672" y="184779"/>
                  </a:lnTo>
                  <a:lnTo>
                    <a:pt x="5509766" y="184779"/>
                  </a:lnTo>
                  <a:lnTo>
                    <a:pt x="5509860" y="184779"/>
                  </a:lnTo>
                  <a:lnTo>
                    <a:pt x="5509954" y="184779"/>
                  </a:lnTo>
                  <a:lnTo>
                    <a:pt x="5510048" y="184779"/>
                  </a:lnTo>
                  <a:lnTo>
                    <a:pt x="5510142" y="184779"/>
                  </a:lnTo>
                  <a:lnTo>
                    <a:pt x="5510236" y="184779"/>
                  </a:lnTo>
                  <a:lnTo>
                    <a:pt x="5510330" y="184779"/>
                  </a:lnTo>
                  <a:lnTo>
                    <a:pt x="5510424" y="184779"/>
                  </a:lnTo>
                  <a:lnTo>
                    <a:pt x="5510518" y="184779"/>
                  </a:lnTo>
                  <a:lnTo>
                    <a:pt x="5510612" y="184779"/>
                  </a:lnTo>
                  <a:lnTo>
                    <a:pt x="5510706" y="184779"/>
                  </a:lnTo>
                  <a:lnTo>
                    <a:pt x="5510800" y="184779"/>
                  </a:lnTo>
                  <a:lnTo>
                    <a:pt x="5510894" y="184779"/>
                  </a:lnTo>
                  <a:lnTo>
                    <a:pt x="5510988" y="184779"/>
                  </a:lnTo>
                  <a:lnTo>
                    <a:pt x="5511082" y="184779"/>
                  </a:lnTo>
                  <a:lnTo>
                    <a:pt x="5511176" y="184779"/>
                  </a:lnTo>
                  <a:lnTo>
                    <a:pt x="5511271" y="184779"/>
                  </a:lnTo>
                  <a:lnTo>
                    <a:pt x="5511365" y="184779"/>
                  </a:lnTo>
                  <a:lnTo>
                    <a:pt x="5511459" y="184779"/>
                  </a:lnTo>
                  <a:lnTo>
                    <a:pt x="5511553" y="184779"/>
                  </a:lnTo>
                  <a:lnTo>
                    <a:pt x="5511647" y="184779"/>
                  </a:lnTo>
                  <a:lnTo>
                    <a:pt x="5511741" y="184779"/>
                  </a:lnTo>
                  <a:lnTo>
                    <a:pt x="5511835" y="184779"/>
                  </a:lnTo>
                  <a:lnTo>
                    <a:pt x="5511929" y="184779"/>
                  </a:lnTo>
                  <a:lnTo>
                    <a:pt x="5512023" y="184779"/>
                  </a:lnTo>
                  <a:lnTo>
                    <a:pt x="5512117" y="184779"/>
                  </a:lnTo>
                  <a:lnTo>
                    <a:pt x="5512211" y="184779"/>
                  </a:lnTo>
                  <a:lnTo>
                    <a:pt x="5512305" y="184779"/>
                  </a:lnTo>
                  <a:lnTo>
                    <a:pt x="5512399" y="184779"/>
                  </a:lnTo>
                  <a:lnTo>
                    <a:pt x="5512493" y="184779"/>
                  </a:lnTo>
                  <a:lnTo>
                    <a:pt x="5512587" y="184779"/>
                  </a:lnTo>
                  <a:lnTo>
                    <a:pt x="5512681" y="184779"/>
                  </a:lnTo>
                  <a:lnTo>
                    <a:pt x="5512775" y="184779"/>
                  </a:lnTo>
                  <a:lnTo>
                    <a:pt x="5512869" y="184779"/>
                  </a:lnTo>
                  <a:lnTo>
                    <a:pt x="5512963" y="184779"/>
                  </a:lnTo>
                  <a:lnTo>
                    <a:pt x="5513057" y="184779"/>
                  </a:lnTo>
                  <a:lnTo>
                    <a:pt x="5513151" y="184779"/>
                  </a:lnTo>
                  <a:lnTo>
                    <a:pt x="5513245" y="184779"/>
                  </a:lnTo>
                  <a:lnTo>
                    <a:pt x="5513339" y="184779"/>
                  </a:lnTo>
                  <a:lnTo>
                    <a:pt x="5513433" y="184779"/>
                  </a:lnTo>
                  <a:lnTo>
                    <a:pt x="5513527" y="184779"/>
                  </a:lnTo>
                  <a:lnTo>
                    <a:pt x="5513621" y="184779"/>
                  </a:lnTo>
                  <a:lnTo>
                    <a:pt x="5513715" y="184779"/>
                  </a:lnTo>
                  <a:lnTo>
                    <a:pt x="5513809" y="184779"/>
                  </a:lnTo>
                  <a:lnTo>
                    <a:pt x="5513903" y="184779"/>
                  </a:lnTo>
                  <a:lnTo>
                    <a:pt x="5513997" y="184779"/>
                  </a:lnTo>
                  <a:lnTo>
                    <a:pt x="5514091" y="184779"/>
                  </a:lnTo>
                  <a:lnTo>
                    <a:pt x="5514185" y="184779"/>
                  </a:lnTo>
                  <a:lnTo>
                    <a:pt x="5514279" y="184779"/>
                  </a:lnTo>
                  <a:lnTo>
                    <a:pt x="5514373" y="184779"/>
                  </a:lnTo>
                  <a:lnTo>
                    <a:pt x="5514467" y="184779"/>
                  </a:lnTo>
                  <a:lnTo>
                    <a:pt x="5514561" y="184779"/>
                  </a:lnTo>
                  <a:lnTo>
                    <a:pt x="5514655" y="184779"/>
                  </a:lnTo>
                  <a:lnTo>
                    <a:pt x="5514750" y="184779"/>
                  </a:lnTo>
                  <a:lnTo>
                    <a:pt x="5514844" y="184779"/>
                  </a:lnTo>
                  <a:lnTo>
                    <a:pt x="5514938" y="184779"/>
                  </a:lnTo>
                  <a:lnTo>
                    <a:pt x="5515032" y="184779"/>
                  </a:lnTo>
                  <a:lnTo>
                    <a:pt x="5515126" y="184779"/>
                  </a:lnTo>
                  <a:lnTo>
                    <a:pt x="5515220" y="184779"/>
                  </a:lnTo>
                  <a:lnTo>
                    <a:pt x="5515314" y="184779"/>
                  </a:lnTo>
                  <a:lnTo>
                    <a:pt x="5515408" y="184779"/>
                  </a:lnTo>
                  <a:lnTo>
                    <a:pt x="5515502" y="184779"/>
                  </a:lnTo>
                  <a:lnTo>
                    <a:pt x="5515596" y="184779"/>
                  </a:lnTo>
                  <a:lnTo>
                    <a:pt x="5515690" y="184779"/>
                  </a:lnTo>
                  <a:lnTo>
                    <a:pt x="5515784" y="184779"/>
                  </a:lnTo>
                  <a:lnTo>
                    <a:pt x="5515878" y="184779"/>
                  </a:lnTo>
                  <a:lnTo>
                    <a:pt x="5515972" y="184779"/>
                  </a:lnTo>
                  <a:lnTo>
                    <a:pt x="5516066" y="184779"/>
                  </a:lnTo>
                  <a:lnTo>
                    <a:pt x="5516160" y="184779"/>
                  </a:lnTo>
                  <a:lnTo>
                    <a:pt x="5516254" y="184779"/>
                  </a:lnTo>
                  <a:lnTo>
                    <a:pt x="5516348" y="184779"/>
                  </a:lnTo>
                  <a:lnTo>
                    <a:pt x="5516442" y="184779"/>
                  </a:lnTo>
                  <a:lnTo>
                    <a:pt x="5516536" y="184779"/>
                  </a:lnTo>
                  <a:lnTo>
                    <a:pt x="5516630" y="184779"/>
                  </a:lnTo>
                  <a:lnTo>
                    <a:pt x="5516724" y="184779"/>
                  </a:lnTo>
                  <a:lnTo>
                    <a:pt x="5516818" y="184779"/>
                  </a:lnTo>
                  <a:lnTo>
                    <a:pt x="5516912" y="184779"/>
                  </a:lnTo>
                  <a:lnTo>
                    <a:pt x="5517006" y="184779"/>
                  </a:lnTo>
                  <a:lnTo>
                    <a:pt x="5517100" y="184779"/>
                  </a:lnTo>
                  <a:lnTo>
                    <a:pt x="5517194" y="184779"/>
                  </a:lnTo>
                  <a:lnTo>
                    <a:pt x="5517288" y="184779"/>
                  </a:lnTo>
                  <a:lnTo>
                    <a:pt x="5517382" y="184779"/>
                  </a:lnTo>
                  <a:lnTo>
                    <a:pt x="5517476" y="184779"/>
                  </a:lnTo>
                  <a:lnTo>
                    <a:pt x="5517570" y="184779"/>
                  </a:lnTo>
                  <a:lnTo>
                    <a:pt x="5517664" y="184779"/>
                  </a:lnTo>
                  <a:lnTo>
                    <a:pt x="5517758" y="184779"/>
                  </a:lnTo>
                  <a:lnTo>
                    <a:pt x="5517852" y="184779"/>
                  </a:lnTo>
                  <a:lnTo>
                    <a:pt x="5517946" y="184779"/>
                  </a:lnTo>
                  <a:lnTo>
                    <a:pt x="5518040" y="184779"/>
                  </a:lnTo>
                  <a:lnTo>
                    <a:pt x="5518134" y="184779"/>
                  </a:lnTo>
                  <a:lnTo>
                    <a:pt x="5518228" y="184779"/>
                  </a:lnTo>
                  <a:lnTo>
                    <a:pt x="5518323" y="184779"/>
                  </a:lnTo>
                  <a:lnTo>
                    <a:pt x="5518417" y="184779"/>
                  </a:lnTo>
                  <a:lnTo>
                    <a:pt x="5518511" y="184779"/>
                  </a:lnTo>
                  <a:lnTo>
                    <a:pt x="5518605" y="184779"/>
                  </a:lnTo>
                  <a:lnTo>
                    <a:pt x="5518699" y="184779"/>
                  </a:lnTo>
                  <a:lnTo>
                    <a:pt x="5518793" y="184779"/>
                  </a:lnTo>
                  <a:lnTo>
                    <a:pt x="5518887" y="184779"/>
                  </a:lnTo>
                  <a:lnTo>
                    <a:pt x="5518981" y="184779"/>
                  </a:lnTo>
                  <a:lnTo>
                    <a:pt x="5518981" y="179500"/>
                  </a:lnTo>
                  <a:lnTo>
                    <a:pt x="5519075" y="179500"/>
                  </a:lnTo>
                  <a:lnTo>
                    <a:pt x="5519169" y="179500"/>
                  </a:lnTo>
                  <a:lnTo>
                    <a:pt x="5519263" y="179500"/>
                  </a:lnTo>
                  <a:lnTo>
                    <a:pt x="5519357" y="179500"/>
                  </a:lnTo>
                  <a:lnTo>
                    <a:pt x="5519451" y="179500"/>
                  </a:lnTo>
                  <a:lnTo>
                    <a:pt x="5519545" y="179500"/>
                  </a:lnTo>
                  <a:lnTo>
                    <a:pt x="5519639" y="179500"/>
                  </a:lnTo>
                  <a:lnTo>
                    <a:pt x="5519733" y="179500"/>
                  </a:lnTo>
                  <a:lnTo>
                    <a:pt x="5519827" y="179500"/>
                  </a:lnTo>
                  <a:lnTo>
                    <a:pt x="5519921" y="179500"/>
                  </a:lnTo>
                  <a:lnTo>
                    <a:pt x="5520015" y="179500"/>
                  </a:lnTo>
                  <a:lnTo>
                    <a:pt x="5520109" y="179500"/>
                  </a:lnTo>
                  <a:lnTo>
                    <a:pt x="5520109" y="174220"/>
                  </a:lnTo>
                  <a:lnTo>
                    <a:pt x="5520203" y="174220"/>
                  </a:lnTo>
                  <a:lnTo>
                    <a:pt x="5520297" y="174220"/>
                  </a:lnTo>
                  <a:lnTo>
                    <a:pt x="5520391" y="174220"/>
                  </a:lnTo>
                  <a:lnTo>
                    <a:pt x="5520485" y="174220"/>
                  </a:lnTo>
                  <a:lnTo>
                    <a:pt x="5520579" y="174220"/>
                  </a:lnTo>
                  <a:lnTo>
                    <a:pt x="5520673" y="174220"/>
                  </a:lnTo>
                  <a:lnTo>
                    <a:pt x="5520767" y="174220"/>
                  </a:lnTo>
                  <a:lnTo>
                    <a:pt x="5520861" y="174220"/>
                  </a:lnTo>
                  <a:lnTo>
                    <a:pt x="5520955" y="174220"/>
                  </a:lnTo>
                  <a:lnTo>
                    <a:pt x="5521049" y="174220"/>
                  </a:lnTo>
                  <a:lnTo>
                    <a:pt x="5521143" y="174220"/>
                  </a:lnTo>
                  <a:lnTo>
                    <a:pt x="5521237" y="174220"/>
                  </a:lnTo>
                  <a:lnTo>
                    <a:pt x="5521331" y="174220"/>
                  </a:lnTo>
                  <a:lnTo>
                    <a:pt x="5521425" y="174220"/>
                  </a:lnTo>
                  <a:lnTo>
                    <a:pt x="5521519" y="174220"/>
                  </a:lnTo>
                  <a:lnTo>
                    <a:pt x="5521613" y="174220"/>
                  </a:lnTo>
                  <a:lnTo>
                    <a:pt x="5521707" y="174220"/>
                  </a:lnTo>
                  <a:lnTo>
                    <a:pt x="5521801" y="174220"/>
                  </a:lnTo>
                  <a:lnTo>
                    <a:pt x="5521896" y="174220"/>
                  </a:lnTo>
                  <a:lnTo>
                    <a:pt x="5521990" y="174220"/>
                  </a:lnTo>
                  <a:lnTo>
                    <a:pt x="5522084" y="174220"/>
                  </a:lnTo>
                  <a:lnTo>
                    <a:pt x="5522178" y="174220"/>
                  </a:lnTo>
                  <a:lnTo>
                    <a:pt x="5522272" y="174220"/>
                  </a:lnTo>
                  <a:lnTo>
                    <a:pt x="5522366" y="174220"/>
                  </a:lnTo>
                  <a:lnTo>
                    <a:pt x="5522460" y="174220"/>
                  </a:lnTo>
                  <a:lnTo>
                    <a:pt x="5522554" y="174220"/>
                  </a:lnTo>
                  <a:lnTo>
                    <a:pt x="5522648" y="174220"/>
                  </a:lnTo>
                  <a:lnTo>
                    <a:pt x="5522742" y="174220"/>
                  </a:lnTo>
                  <a:lnTo>
                    <a:pt x="5522836" y="174220"/>
                  </a:lnTo>
                  <a:lnTo>
                    <a:pt x="5522930" y="174220"/>
                  </a:lnTo>
                  <a:lnTo>
                    <a:pt x="5523024" y="174220"/>
                  </a:lnTo>
                  <a:lnTo>
                    <a:pt x="5523118" y="174220"/>
                  </a:lnTo>
                  <a:lnTo>
                    <a:pt x="5523212" y="174220"/>
                  </a:lnTo>
                  <a:lnTo>
                    <a:pt x="5523306" y="174220"/>
                  </a:lnTo>
                  <a:lnTo>
                    <a:pt x="5523400" y="174220"/>
                  </a:lnTo>
                  <a:lnTo>
                    <a:pt x="5523494" y="174220"/>
                  </a:lnTo>
                  <a:lnTo>
                    <a:pt x="5523588" y="174220"/>
                  </a:lnTo>
                  <a:lnTo>
                    <a:pt x="5523682" y="174220"/>
                  </a:lnTo>
                  <a:lnTo>
                    <a:pt x="5523776" y="174220"/>
                  </a:lnTo>
                  <a:lnTo>
                    <a:pt x="5523870" y="174220"/>
                  </a:lnTo>
                  <a:lnTo>
                    <a:pt x="5523964" y="174220"/>
                  </a:lnTo>
                  <a:lnTo>
                    <a:pt x="5524058" y="174220"/>
                  </a:lnTo>
                  <a:lnTo>
                    <a:pt x="5524152" y="174220"/>
                  </a:lnTo>
                  <a:lnTo>
                    <a:pt x="5524246" y="174220"/>
                  </a:lnTo>
                  <a:lnTo>
                    <a:pt x="5524340" y="174220"/>
                  </a:lnTo>
                  <a:lnTo>
                    <a:pt x="5524434" y="174220"/>
                  </a:lnTo>
                  <a:lnTo>
                    <a:pt x="5524528" y="174220"/>
                  </a:lnTo>
                  <a:lnTo>
                    <a:pt x="5524622" y="174220"/>
                  </a:lnTo>
                  <a:lnTo>
                    <a:pt x="5524716" y="174220"/>
                  </a:lnTo>
                  <a:lnTo>
                    <a:pt x="5524810" y="174220"/>
                  </a:lnTo>
                  <a:lnTo>
                    <a:pt x="5524904" y="174220"/>
                  </a:lnTo>
                  <a:lnTo>
                    <a:pt x="5524998" y="174220"/>
                  </a:lnTo>
                  <a:lnTo>
                    <a:pt x="5525092" y="174220"/>
                  </a:lnTo>
                  <a:lnTo>
                    <a:pt x="5525186" y="174220"/>
                  </a:lnTo>
                  <a:lnTo>
                    <a:pt x="5525280" y="174220"/>
                  </a:lnTo>
                  <a:lnTo>
                    <a:pt x="5525375" y="174220"/>
                  </a:lnTo>
                  <a:lnTo>
                    <a:pt x="5525469" y="174220"/>
                  </a:lnTo>
                  <a:lnTo>
                    <a:pt x="5525563" y="174220"/>
                  </a:lnTo>
                  <a:lnTo>
                    <a:pt x="5525657" y="174220"/>
                  </a:lnTo>
                  <a:lnTo>
                    <a:pt x="5525751" y="174220"/>
                  </a:lnTo>
                  <a:lnTo>
                    <a:pt x="5525845" y="174220"/>
                  </a:lnTo>
                  <a:lnTo>
                    <a:pt x="5525939" y="174220"/>
                  </a:lnTo>
                  <a:lnTo>
                    <a:pt x="5526033" y="174220"/>
                  </a:lnTo>
                  <a:lnTo>
                    <a:pt x="5526127" y="174220"/>
                  </a:lnTo>
                  <a:lnTo>
                    <a:pt x="5526221" y="174220"/>
                  </a:lnTo>
                  <a:lnTo>
                    <a:pt x="5526315" y="174220"/>
                  </a:lnTo>
                  <a:lnTo>
                    <a:pt x="5526409" y="174220"/>
                  </a:lnTo>
                  <a:lnTo>
                    <a:pt x="5526503" y="174220"/>
                  </a:lnTo>
                  <a:lnTo>
                    <a:pt x="5526597" y="174220"/>
                  </a:lnTo>
                  <a:lnTo>
                    <a:pt x="5526691" y="174220"/>
                  </a:lnTo>
                  <a:lnTo>
                    <a:pt x="5526785" y="174220"/>
                  </a:lnTo>
                  <a:lnTo>
                    <a:pt x="5526879" y="174220"/>
                  </a:lnTo>
                  <a:lnTo>
                    <a:pt x="5526973" y="174220"/>
                  </a:lnTo>
                  <a:lnTo>
                    <a:pt x="5527067" y="174220"/>
                  </a:lnTo>
                  <a:lnTo>
                    <a:pt x="5527161" y="174220"/>
                  </a:lnTo>
                  <a:lnTo>
                    <a:pt x="5527255" y="174220"/>
                  </a:lnTo>
                  <a:lnTo>
                    <a:pt x="5527349" y="174220"/>
                  </a:lnTo>
                  <a:lnTo>
                    <a:pt x="5527443" y="174220"/>
                  </a:lnTo>
                  <a:lnTo>
                    <a:pt x="5527537" y="174220"/>
                  </a:lnTo>
                  <a:lnTo>
                    <a:pt x="5527631" y="174220"/>
                  </a:lnTo>
                  <a:lnTo>
                    <a:pt x="5527725" y="174220"/>
                  </a:lnTo>
                  <a:lnTo>
                    <a:pt x="5527819" y="174220"/>
                  </a:lnTo>
                  <a:lnTo>
                    <a:pt x="5527913" y="174220"/>
                  </a:lnTo>
                  <a:lnTo>
                    <a:pt x="5528007" y="174220"/>
                  </a:lnTo>
                  <a:lnTo>
                    <a:pt x="5528101" y="174220"/>
                  </a:lnTo>
                  <a:lnTo>
                    <a:pt x="5528195" y="174220"/>
                  </a:lnTo>
                  <a:lnTo>
                    <a:pt x="5528289" y="174220"/>
                  </a:lnTo>
                  <a:lnTo>
                    <a:pt x="5528383" y="174220"/>
                  </a:lnTo>
                  <a:lnTo>
                    <a:pt x="5528477" y="174220"/>
                  </a:lnTo>
                  <a:lnTo>
                    <a:pt x="5528571" y="174220"/>
                  </a:lnTo>
                  <a:lnTo>
                    <a:pt x="5528665" y="174220"/>
                  </a:lnTo>
                  <a:lnTo>
                    <a:pt x="5528759" y="174220"/>
                  </a:lnTo>
                  <a:lnTo>
                    <a:pt x="5528853" y="174220"/>
                  </a:lnTo>
                  <a:lnTo>
                    <a:pt x="5528948" y="174220"/>
                  </a:lnTo>
                  <a:lnTo>
                    <a:pt x="5529042" y="174220"/>
                  </a:lnTo>
                  <a:lnTo>
                    <a:pt x="5529136" y="174220"/>
                  </a:lnTo>
                  <a:lnTo>
                    <a:pt x="5529230" y="174220"/>
                  </a:lnTo>
                  <a:lnTo>
                    <a:pt x="5529324" y="174220"/>
                  </a:lnTo>
                  <a:lnTo>
                    <a:pt x="5529418" y="174220"/>
                  </a:lnTo>
                  <a:lnTo>
                    <a:pt x="5529512" y="174220"/>
                  </a:lnTo>
                  <a:lnTo>
                    <a:pt x="5529606" y="174220"/>
                  </a:lnTo>
                  <a:lnTo>
                    <a:pt x="5529700" y="174220"/>
                  </a:lnTo>
                  <a:lnTo>
                    <a:pt x="5529794" y="174220"/>
                  </a:lnTo>
                  <a:lnTo>
                    <a:pt x="5529888" y="174220"/>
                  </a:lnTo>
                  <a:lnTo>
                    <a:pt x="5529982" y="174220"/>
                  </a:lnTo>
                  <a:lnTo>
                    <a:pt x="5530076" y="174220"/>
                  </a:lnTo>
                  <a:lnTo>
                    <a:pt x="5530170" y="174220"/>
                  </a:lnTo>
                  <a:lnTo>
                    <a:pt x="5530264" y="174220"/>
                  </a:lnTo>
                  <a:lnTo>
                    <a:pt x="5530358" y="174220"/>
                  </a:lnTo>
                  <a:lnTo>
                    <a:pt x="5530452" y="174220"/>
                  </a:lnTo>
                  <a:lnTo>
                    <a:pt x="5530546" y="174220"/>
                  </a:lnTo>
                  <a:lnTo>
                    <a:pt x="5530640" y="174220"/>
                  </a:lnTo>
                  <a:lnTo>
                    <a:pt x="5530734" y="174220"/>
                  </a:lnTo>
                  <a:lnTo>
                    <a:pt x="5530828" y="174220"/>
                  </a:lnTo>
                  <a:lnTo>
                    <a:pt x="5530922" y="174220"/>
                  </a:lnTo>
                  <a:lnTo>
                    <a:pt x="5531016" y="174220"/>
                  </a:lnTo>
                  <a:lnTo>
                    <a:pt x="5531110" y="174220"/>
                  </a:lnTo>
                  <a:lnTo>
                    <a:pt x="5531204" y="174220"/>
                  </a:lnTo>
                  <a:lnTo>
                    <a:pt x="5531298" y="174220"/>
                  </a:lnTo>
                  <a:lnTo>
                    <a:pt x="5531392" y="174220"/>
                  </a:lnTo>
                  <a:lnTo>
                    <a:pt x="5531486" y="174220"/>
                  </a:lnTo>
                  <a:lnTo>
                    <a:pt x="5531580" y="174220"/>
                  </a:lnTo>
                  <a:lnTo>
                    <a:pt x="5531674" y="174220"/>
                  </a:lnTo>
                  <a:lnTo>
                    <a:pt x="5531768" y="174220"/>
                  </a:lnTo>
                  <a:lnTo>
                    <a:pt x="5531862" y="174220"/>
                  </a:lnTo>
                  <a:lnTo>
                    <a:pt x="5531956" y="174220"/>
                  </a:lnTo>
                  <a:lnTo>
                    <a:pt x="5532050" y="174220"/>
                  </a:lnTo>
                  <a:lnTo>
                    <a:pt x="5532144" y="174220"/>
                  </a:lnTo>
                  <a:lnTo>
                    <a:pt x="5532238" y="174220"/>
                  </a:lnTo>
                  <a:lnTo>
                    <a:pt x="5532332" y="174220"/>
                  </a:lnTo>
                  <a:lnTo>
                    <a:pt x="5532426" y="174220"/>
                  </a:lnTo>
                  <a:lnTo>
                    <a:pt x="5532521" y="174220"/>
                  </a:lnTo>
                  <a:lnTo>
                    <a:pt x="5532615" y="174220"/>
                  </a:lnTo>
                  <a:lnTo>
                    <a:pt x="5532709" y="174220"/>
                  </a:lnTo>
                  <a:lnTo>
                    <a:pt x="5532803" y="174220"/>
                  </a:lnTo>
                  <a:lnTo>
                    <a:pt x="5532897" y="174220"/>
                  </a:lnTo>
                  <a:lnTo>
                    <a:pt x="5532991" y="174220"/>
                  </a:lnTo>
                  <a:lnTo>
                    <a:pt x="5533085" y="174220"/>
                  </a:lnTo>
                  <a:lnTo>
                    <a:pt x="5533179" y="174220"/>
                  </a:lnTo>
                  <a:lnTo>
                    <a:pt x="5533273" y="174220"/>
                  </a:lnTo>
                  <a:lnTo>
                    <a:pt x="5533367" y="174220"/>
                  </a:lnTo>
                  <a:lnTo>
                    <a:pt x="5533461" y="174220"/>
                  </a:lnTo>
                  <a:lnTo>
                    <a:pt x="5533555" y="174220"/>
                  </a:lnTo>
                  <a:lnTo>
                    <a:pt x="5533649" y="174220"/>
                  </a:lnTo>
                  <a:lnTo>
                    <a:pt x="5533743" y="174220"/>
                  </a:lnTo>
                  <a:lnTo>
                    <a:pt x="5533837" y="174220"/>
                  </a:lnTo>
                  <a:lnTo>
                    <a:pt x="5533931" y="174220"/>
                  </a:lnTo>
                  <a:lnTo>
                    <a:pt x="5534025" y="174220"/>
                  </a:lnTo>
                  <a:lnTo>
                    <a:pt x="5534119" y="174220"/>
                  </a:lnTo>
                  <a:lnTo>
                    <a:pt x="5534213" y="174220"/>
                  </a:lnTo>
                  <a:lnTo>
                    <a:pt x="5534307" y="174220"/>
                  </a:lnTo>
                  <a:lnTo>
                    <a:pt x="5534401" y="174220"/>
                  </a:lnTo>
                  <a:lnTo>
                    <a:pt x="5534495" y="174220"/>
                  </a:lnTo>
                  <a:lnTo>
                    <a:pt x="5534589" y="174220"/>
                  </a:lnTo>
                  <a:lnTo>
                    <a:pt x="5534683" y="174220"/>
                  </a:lnTo>
                  <a:lnTo>
                    <a:pt x="5534777" y="174220"/>
                  </a:lnTo>
                  <a:lnTo>
                    <a:pt x="5534871" y="174220"/>
                  </a:lnTo>
                  <a:lnTo>
                    <a:pt x="5534965" y="174220"/>
                  </a:lnTo>
                  <a:lnTo>
                    <a:pt x="5535059" y="174220"/>
                  </a:lnTo>
                  <a:lnTo>
                    <a:pt x="5535153" y="174220"/>
                  </a:lnTo>
                  <a:lnTo>
                    <a:pt x="5535247" y="174220"/>
                  </a:lnTo>
                  <a:lnTo>
                    <a:pt x="5535341" y="174220"/>
                  </a:lnTo>
                  <a:lnTo>
                    <a:pt x="5535435" y="174220"/>
                  </a:lnTo>
                  <a:lnTo>
                    <a:pt x="5535529" y="174220"/>
                  </a:lnTo>
                  <a:lnTo>
                    <a:pt x="5535623" y="174220"/>
                  </a:lnTo>
                  <a:lnTo>
                    <a:pt x="5535717" y="174220"/>
                  </a:lnTo>
                  <a:lnTo>
                    <a:pt x="5535811" y="174220"/>
                  </a:lnTo>
                  <a:lnTo>
                    <a:pt x="5535905" y="174220"/>
                  </a:lnTo>
                  <a:lnTo>
                    <a:pt x="5536000" y="174220"/>
                  </a:lnTo>
                  <a:lnTo>
                    <a:pt x="5536094" y="174220"/>
                  </a:lnTo>
                  <a:lnTo>
                    <a:pt x="5536188" y="174220"/>
                  </a:lnTo>
                  <a:lnTo>
                    <a:pt x="5536282" y="174220"/>
                  </a:lnTo>
                  <a:lnTo>
                    <a:pt x="5536376" y="174220"/>
                  </a:lnTo>
                  <a:lnTo>
                    <a:pt x="5536470" y="174220"/>
                  </a:lnTo>
                  <a:lnTo>
                    <a:pt x="5536564" y="174220"/>
                  </a:lnTo>
                  <a:lnTo>
                    <a:pt x="5536658" y="174220"/>
                  </a:lnTo>
                  <a:lnTo>
                    <a:pt x="5536752" y="174220"/>
                  </a:lnTo>
                  <a:lnTo>
                    <a:pt x="5536846" y="174220"/>
                  </a:lnTo>
                  <a:lnTo>
                    <a:pt x="5536940" y="174220"/>
                  </a:lnTo>
                  <a:lnTo>
                    <a:pt x="5537034" y="174220"/>
                  </a:lnTo>
                  <a:lnTo>
                    <a:pt x="5537128" y="174220"/>
                  </a:lnTo>
                  <a:lnTo>
                    <a:pt x="5537222" y="174220"/>
                  </a:lnTo>
                  <a:lnTo>
                    <a:pt x="5537316" y="174220"/>
                  </a:lnTo>
                  <a:lnTo>
                    <a:pt x="5537410" y="174220"/>
                  </a:lnTo>
                  <a:lnTo>
                    <a:pt x="5537504" y="174220"/>
                  </a:lnTo>
                  <a:lnTo>
                    <a:pt x="5537598" y="174220"/>
                  </a:lnTo>
                  <a:lnTo>
                    <a:pt x="5537692" y="174220"/>
                  </a:lnTo>
                  <a:lnTo>
                    <a:pt x="5537786" y="174220"/>
                  </a:lnTo>
                  <a:lnTo>
                    <a:pt x="5537880" y="174220"/>
                  </a:lnTo>
                  <a:lnTo>
                    <a:pt x="5537974" y="174220"/>
                  </a:lnTo>
                  <a:lnTo>
                    <a:pt x="5538068" y="174220"/>
                  </a:lnTo>
                  <a:lnTo>
                    <a:pt x="5538162" y="174220"/>
                  </a:lnTo>
                  <a:lnTo>
                    <a:pt x="5538256" y="174220"/>
                  </a:lnTo>
                  <a:lnTo>
                    <a:pt x="5538350" y="174220"/>
                  </a:lnTo>
                  <a:lnTo>
                    <a:pt x="5538444" y="174220"/>
                  </a:lnTo>
                  <a:lnTo>
                    <a:pt x="5538538" y="174220"/>
                  </a:lnTo>
                  <a:lnTo>
                    <a:pt x="5538632" y="174220"/>
                  </a:lnTo>
                  <a:lnTo>
                    <a:pt x="5538726" y="174220"/>
                  </a:lnTo>
                  <a:lnTo>
                    <a:pt x="5538820" y="174220"/>
                  </a:lnTo>
                  <a:lnTo>
                    <a:pt x="5538914" y="174220"/>
                  </a:lnTo>
                  <a:lnTo>
                    <a:pt x="5539008" y="174220"/>
                  </a:lnTo>
                  <a:lnTo>
                    <a:pt x="5539102" y="174220"/>
                  </a:lnTo>
                  <a:lnTo>
                    <a:pt x="5539196" y="174220"/>
                  </a:lnTo>
                  <a:lnTo>
                    <a:pt x="5539290" y="174220"/>
                  </a:lnTo>
                  <a:lnTo>
                    <a:pt x="5539384" y="174220"/>
                  </a:lnTo>
                  <a:lnTo>
                    <a:pt x="5539478" y="174220"/>
                  </a:lnTo>
                  <a:lnTo>
                    <a:pt x="5539573" y="174220"/>
                  </a:lnTo>
                  <a:lnTo>
                    <a:pt x="5539667" y="174220"/>
                  </a:lnTo>
                  <a:lnTo>
                    <a:pt x="5539761" y="174220"/>
                  </a:lnTo>
                  <a:lnTo>
                    <a:pt x="5539855" y="174220"/>
                  </a:lnTo>
                  <a:lnTo>
                    <a:pt x="5539949" y="174220"/>
                  </a:lnTo>
                  <a:lnTo>
                    <a:pt x="5540043" y="174220"/>
                  </a:lnTo>
                  <a:lnTo>
                    <a:pt x="5540137" y="174220"/>
                  </a:lnTo>
                  <a:lnTo>
                    <a:pt x="5540231" y="174220"/>
                  </a:lnTo>
                  <a:lnTo>
                    <a:pt x="5540325" y="174220"/>
                  </a:lnTo>
                  <a:lnTo>
                    <a:pt x="5540419" y="174220"/>
                  </a:lnTo>
                  <a:lnTo>
                    <a:pt x="5540513" y="174220"/>
                  </a:lnTo>
                  <a:lnTo>
                    <a:pt x="5540607" y="174220"/>
                  </a:lnTo>
                  <a:lnTo>
                    <a:pt x="5540701" y="174220"/>
                  </a:lnTo>
                  <a:lnTo>
                    <a:pt x="5540795" y="174220"/>
                  </a:lnTo>
                  <a:lnTo>
                    <a:pt x="5540889" y="174220"/>
                  </a:lnTo>
                  <a:lnTo>
                    <a:pt x="5540983" y="174220"/>
                  </a:lnTo>
                  <a:lnTo>
                    <a:pt x="5541077" y="174220"/>
                  </a:lnTo>
                  <a:lnTo>
                    <a:pt x="5541171" y="174220"/>
                  </a:lnTo>
                  <a:lnTo>
                    <a:pt x="5541265" y="174220"/>
                  </a:lnTo>
                  <a:lnTo>
                    <a:pt x="5541359" y="174220"/>
                  </a:lnTo>
                  <a:lnTo>
                    <a:pt x="5541453" y="174220"/>
                  </a:lnTo>
                  <a:lnTo>
                    <a:pt x="5541547" y="174220"/>
                  </a:lnTo>
                  <a:lnTo>
                    <a:pt x="5541641" y="174220"/>
                  </a:lnTo>
                  <a:lnTo>
                    <a:pt x="5541735" y="174220"/>
                  </a:lnTo>
                  <a:lnTo>
                    <a:pt x="5541829" y="174220"/>
                  </a:lnTo>
                  <a:lnTo>
                    <a:pt x="5541923" y="174220"/>
                  </a:lnTo>
                  <a:lnTo>
                    <a:pt x="5542017" y="174220"/>
                  </a:lnTo>
                  <a:lnTo>
                    <a:pt x="5542111" y="174220"/>
                  </a:lnTo>
                  <a:lnTo>
                    <a:pt x="5542205" y="174220"/>
                  </a:lnTo>
                  <a:lnTo>
                    <a:pt x="5542299" y="174220"/>
                  </a:lnTo>
                  <a:lnTo>
                    <a:pt x="5542393" y="174220"/>
                  </a:lnTo>
                  <a:lnTo>
                    <a:pt x="5542487" y="174220"/>
                  </a:lnTo>
                  <a:lnTo>
                    <a:pt x="5542581" y="174220"/>
                  </a:lnTo>
                  <a:lnTo>
                    <a:pt x="5542675" y="174220"/>
                  </a:lnTo>
                  <a:lnTo>
                    <a:pt x="5542769" y="174220"/>
                  </a:lnTo>
                  <a:lnTo>
                    <a:pt x="5542863" y="174220"/>
                  </a:lnTo>
                  <a:lnTo>
                    <a:pt x="5542957" y="174220"/>
                  </a:lnTo>
                  <a:lnTo>
                    <a:pt x="5543051" y="174220"/>
                  </a:lnTo>
                  <a:lnTo>
                    <a:pt x="5543146" y="174220"/>
                  </a:lnTo>
                  <a:lnTo>
                    <a:pt x="5543240" y="174220"/>
                  </a:lnTo>
                  <a:lnTo>
                    <a:pt x="5543334" y="174220"/>
                  </a:lnTo>
                  <a:lnTo>
                    <a:pt x="5543428" y="174220"/>
                  </a:lnTo>
                  <a:lnTo>
                    <a:pt x="5543522" y="174220"/>
                  </a:lnTo>
                  <a:lnTo>
                    <a:pt x="5543616" y="174220"/>
                  </a:lnTo>
                  <a:lnTo>
                    <a:pt x="5543710" y="174220"/>
                  </a:lnTo>
                  <a:lnTo>
                    <a:pt x="5543804" y="174220"/>
                  </a:lnTo>
                  <a:lnTo>
                    <a:pt x="5543898" y="174220"/>
                  </a:lnTo>
                  <a:lnTo>
                    <a:pt x="5543992" y="174220"/>
                  </a:lnTo>
                  <a:lnTo>
                    <a:pt x="5544086" y="174220"/>
                  </a:lnTo>
                  <a:lnTo>
                    <a:pt x="5544180" y="174220"/>
                  </a:lnTo>
                  <a:lnTo>
                    <a:pt x="5544274" y="174220"/>
                  </a:lnTo>
                  <a:lnTo>
                    <a:pt x="5544368" y="174220"/>
                  </a:lnTo>
                  <a:lnTo>
                    <a:pt x="5544462" y="174220"/>
                  </a:lnTo>
                  <a:lnTo>
                    <a:pt x="5544556" y="174220"/>
                  </a:lnTo>
                  <a:lnTo>
                    <a:pt x="5544650" y="174220"/>
                  </a:lnTo>
                  <a:lnTo>
                    <a:pt x="5544744" y="174220"/>
                  </a:lnTo>
                  <a:lnTo>
                    <a:pt x="5544838" y="174220"/>
                  </a:lnTo>
                  <a:lnTo>
                    <a:pt x="5544932" y="174220"/>
                  </a:lnTo>
                  <a:lnTo>
                    <a:pt x="5545026" y="174220"/>
                  </a:lnTo>
                  <a:lnTo>
                    <a:pt x="5545120" y="174220"/>
                  </a:lnTo>
                  <a:lnTo>
                    <a:pt x="5545214" y="174220"/>
                  </a:lnTo>
                  <a:lnTo>
                    <a:pt x="5545308" y="174220"/>
                  </a:lnTo>
                  <a:lnTo>
                    <a:pt x="5545402" y="174220"/>
                  </a:lnTo>
                  <a:lnTo>
                    <a:pt x="5545496" y="174220"/>
                  </a:lnTo>
                  <a:lnTo>
                    <a:pt x="5545590" y="174220"/>
                  </a:lnTo>
                  <a:lnTo>
                    <a:pt x="5545684" y="174220"/>
                  </a:lnTo>
                  <a:lnTo>
                    <a:pt x="5545778" y="174220"/>
                  </a:lnTo>
                  <a:lnTo>
                    <a:pt x="5545872" y="174220"/>
                  </a:lnTo>
                  <a:lnTo>
                    <a:pt x="5545966" y="174220"/>
                  </a:lnTo>
                  <a:lnTo>
                    <a:pt x="5546060" y="174220"/>
                  </a:lnTo>
                  <a:lnTo>
                    <a:pt x="5546154" y="174220"/>
                  </a:lnTo>
                  <a:lnTo>
                    <a:pt x="5546248" y="174220"/>
                  </a:lnTo>
                  <a:lnTo>
                    <a:pt x="5546342" y="174220"/>
                  </a:lnTo>
                  <a:lnTo>
                    <a:pt x="5546436" y="174220"/>
                  </a:lnTo>
                  <a:lnTo>
                    <a:pt x="5546530" y="174220"/>
                  </a:lnTo>
                  <a:lnTo>
                    <a:pt x="5546625" y="174220"/>
                  </a:lnTo>
                  <a:lnTo>
                    <a:pt x="5546719" y="174220"/>
                  </a:lnTo>
                  <a:lnTo>
                    <a:pt x="5546813" y="174220"/>
                  </a:lnTo>
                  <a:lnTo>
                    <a:pt x="5546907" y="174220"/>
                  </a:lnTo>
                  <a:lnTo>
                    <a:pt x="5547001" y="174220"/>
                  </a:lnTo>
                  <a:lnTo>
                    <a:pt x="5547095" y="174220"/>
                  </a:lnTo>
                  <a:lnTo>
                    <a:pt x="5547189" y="174220"/>
                  </a:lnTo>
                  <a:lnTo>
                    <a:pt x="5547283" y="174220"/>
                  </a:lnTo>
                  <a:lnTo>
                    <a:pt x="5547377" y="174220"/>
                  </a:lnTo>
                  <a:lnTo>
                    <a:pt x="5547471" y="174220"/>
                  </a:lnTo>
                  <a:lnTo>
                    <a:pt x="5547565" y="174220"/>
                  </a:lnTo>
                  <a:lnTo>
                    <a:pt x="5547565" y="168941"/>
                  </a:lnTo>
                  <a:lnTo>
                    <a:pt x="5547659" y="168941"/>
                  </a:lnTo>
                  <a:lnTo>
                    <a:pt x="5547753" y="168941"/>
                  </a:lnTo>
                  <a:lnTo>
                    <a:pt x="5547847" y="168941"/>
                  </a:lnTo>
                  <a:lnTo>
                    <a:pt x="5547941" y="168941"/>
                  </a:lnTo>
                  <a:lnTo>
                    <a:pt x="5548035" y="168941"/>
                  </a:lnTo>
                  <a:lnTo>
                    <a:pt x="5548129" y="168941"/>
                  </a:lnTo>
                  <a:lnTo>
                    <a:pt x="5548223" y="168941"/>
                  </a:lnTo>
                  <a:lnTo>
                    <a:pt x="5548317" y="168941"/>
                  </a:lnTo>
                  <a:lnTo>
                    <a:pt x="5548411" y="168941"/>
                  </a:lnTo>
                  <a:lnTo>
                    <a:pt x="5548505" y="168941"/>
                  </a:lnTo>
                  <a:lnTo>
                    <a:pt x="5548599" y="168941"/>
                  </a:lnTo>
                  <a:lnTo>
                    <a:pt x="5548693" y="168941"/>
                  </a:lnTo>
                  <a:lnTo>
                    <a:pt x="5548787" y="168941"/>
                  </a:lnTo>
                  <a:lnTo>
                    <a:pt x="5548881" y="168941"/>
                  </a:lnTo>
                  <a:lnTo>
                    <a:pt x="5548975" y="168941"/>
                  </a:lnTo>
                  <a:lnTo>
                    <a:pt x="5549069" y="168941"/>
                  </a:lnTo>
                  <a:lnTo>
                    <a:pt x="5549163" y="168941"/>
                  </a:lnTo>
                  <a:lnTo>
                    <a:pt x="5549257" y="168941"/>
                  </a:lnTo>
                  <a:lnTo>
                    <a:pt x="5549351" y="168941"/>
                  </a:lnTo>
                  <a:lnTo>
                    <a:pt x="5549445" y="168941"/>
                  </a:lnTo>
                  <a:lnTo>
                    <a:pt x="5549539" y="168941"/>
                  </a:lnTo>
                  <a:lnTo>
                    <a:pt x="5549633" y="168941"/>
                  </a:lnTo>
                  <a:lnTo>
                    <a:pt x="5549727" y="168941"/>
                  </a:lnTo>
                  <a:lnTo>
                    <a:pt x="5549821" y="168941"/>
                  </a:lnTo>
                  <a:lnTo>
                    <a:pt x="5549915" y="168941"/>
                  </a:lnTo>
                  <a:lnTo>
                    <a:pt x="5550009" y="168941"/>
                  </a:lnTo>
                  <a:lnTo>
                    <a:pt x="5550103" y="168941"/>
                  </a:lnTo>
                  <a:lnTo>
                    <a:pt x="5550198" y="168941"/>
                  </a:lnTo>
                  <a:lnTo>
                    <a:pt x="5550292" y="168941"/>
                  </a:lnTo>
                  <a:lnTo>
                    <a:pt x="5550386" y="168941"/>
                  </a:lnTo>
                  <a:lnTo>
                    <a:pt x="5550480" y="168941"/>
                  </a:lnTo>
                  <a:lnTo>
                    <a:pt x="5550574" y="168941"/>
                  </a:lnTo>
                  <a:lnTo>
                    <a:pt x="5550668" y="168941"/>
                  </a:lnTo>
                  <a:lnTo>
                    <a:pt x="5550762" y="168941"/>
                  </a:lnTo>
                  <a:lnTo>
                    <a:pt x="5550856" y="168941"/>
                  </a:lnTo>
                  <a:lnTo>
                    <a:pt x="5550950" y="168941"/>
                  </a:lnTo>
                  <a:lnTo>
                    <a:pt x="5551044" y="168941"/>
                  </a:lnTo>
                  <a:lnTo>
                    <a:pt x="5551138" y="168941"/>
                  </a:lnTo>
                  <a:lnTo>
                    <a:pt x="5551232" y="168941"/>
                  </a:lnTo>
                  <a:lnTo>
                    <a:pt x="5551326" y="168941"/>
                  </a:lnTo>
                  <a:lnTo>
                    <a:pt x="5551420" y="168941"/>
                  </a:lnTo>
                  <a:lnTo>
                    <a:pt x="5551514" y="168941"/>
                  </a:lnTo>
                  <a:lnTo>
                    <a:pt x="5551608" y="168941"/>
                  </a:lnTo>
                  <a:lnTo>
                    <a:pt x="5551702" y="168941"/>
                  </a:lnTo>
                  <a:lnTo>
                    <a:pt x="5551796" y="168941"/>
                  </a:lnTo>
                  <a:lnTo>
                    <a:pt x="5551890" y="168941"/>
                  </a:lnTo>
                  <a:lnTo>
                    <a:pt x="5551984" y="168941"/>
                  </a:lnTo>
                  <a:lnTo>
                    <a:pt x="5552078" y="168941"/>
                  </a:lnTo>
                  <a:lnTo>
                    <a:pt x="5552172" y="168941"/>
                  </a:lnTo>
                  <a:lnTo>
                    <a:pt x="5552266" y="168941"/>
                  </a:lnTo>
                  <a:lnTo>
                    <a:pt x="5552360" y="168941"/>
                  </a:lnTo>
                  <a:lnTo>
                    <a:pt x="5552454" y="168941"/>
                  </a:lnTo>
                  <a:lnTo>
                    <a:pt x="5552548" y="168941"/>
                  </a:lnTo>
                  <a:lnTo>
                    <a:pt x="5552642" y="168941"/>
                  </a:lnTo>
                  <a:lnTo>
                    <a:pt x="5552736" y="168941"/>
                  </a:lnTo>
                  <a:lnTo>
                    <a:pt x="5552736" y="163662"/>
                  </a:lnTo>
                  <a:lnTo>
                    <a:pt x="5552830" y="163662"/>
                  </a:lnTo>
                  <a:lnTo>
                    <a:pt x="5552924" y="163662"/>
                  </a:lnTo>
                  <a:lnTo>
                    <a:pt x="5553018" y="163662"/>
                  </a:lnTo>
                  <a:lnTo>
                    <a:pt x="5553112" y="163662"/>
                  </a:lnTo>
                  <a:lnTo>
                    <a:pt x="5553206" y="163662"/>
                  </a:lnTo>
                  <a:lnTo>
                    <a:pt x="5553300" y="163662"/>
                  </a:lnTo>
                  <a:lnTo>
                    <a:pt x="5553394" y="163662"/>
                  </a:lnTo>
                  <a:lnTo>
                    <a:pt x="5553488" y="163662"/>
                  </a:lnTo>
                  <a:lnTo>
                    <a:pt x="5553582" y="163662"/>
                  </a:lnTo>
                  <a:lnTo>
                    <a:pt x="5553676" y="163662"/>
                  </a:lnTo>
                  <a:lnTo>
                    <a:pt x="5553771" y="163662"/>
                  </a:lnTo>
                  <a:lnTo>
                    <a:pt x="5553865" y="163662"/>
                  </a:lnTo>
                  <a:lnTo>
                    <a:pt x="5553959" y="163662"/>
                  </a:lnTo>
                  <a:lnTo>
                    <a:pt x="5554053" y="163662"/>
                  </a:lnTo>
                  <a:lnTo>
                    <a:pt x="5554147" y="163662"/>
                  </a:lnTo>
                  <a:lnTo>
                    <a:pt x="5554241" y="163662"/>
                  </a:lnTo>
                  <a:lnTo>
                    <a:pt x="5554335" y="163662"/>
                  </a:lnTo>
                  <a:lnTo>
                    <a:pt x="5554429" y="163662"/>
                  </a:lnTo>
                  <a:lnTo>
                    <a:pt x="5554523" y="163662"/>
                  </a:lnTo>
                  <a:lnTo>
                    <a:pt x="5554617" y="163662"/>
                  </a:lnTo>
                  <a:lnTo>
                    <a:pt x="5554711" y="163662"/>
                  </a:lnTo>
                  <a:lnTo>
                    <a:pt x="5554805" y="163662"/>
                  </a:lnTo>
                  <a:lnTo>
                    <a:pt x="5554899" y="163662"/>
                  </a:lnTo>
                  <a:lnTo>
                    <a:pt x="5554993" y="163662"/>
                  </a:lnTo>
                  <a:lnTo>
                    <a:pt x="5555087" y="163662"/>
                  </a:lnTo>
                  <a:lnTo>
                    <a:pt x="5555181" y="163662"/>
                  </a:lnTo>
                  <a:lnTo>
                    <a:pt x="5555275" y="163662"/>
                  </a:lnTo>
                  <a:lnTo>
                    <a:pt x="5555369" y="163662"/>
                  </a:lnTo>
                  <a:lnTo>
                    <a:pt x="5555463" y="163662"/>
                  </a:lnTo>
                  <a:lnTo>
                    <a:pt x="5555557" y="163662"/>
                  </a:lnTo>
                  <a:lnTo>
                    <a:pt x="5555651" y="163662"/>
                  </a:lnTo>
                  <a:lnTo>
                    <a:pt x="5555745" y="163662"/>
                  </a:lnTo>
                  <a:lnTo>
                    <a:pt x="5555839" y="163662"/>
                  </a:lnTo>
                  <a:lnTo>
                    <a:pt x="5555933" y="163662"/>
                  </a:lnTo>
                  <a:lnTo>
                    <a:pt x="5556027" y="163662"/>
                  </a:lnTo>
                  <a:lnTo>
                    <a:pt x="5556121" y="163662"/>
                  </a:lnTo>
                  <a:lnTo>
                    <a:pt x="5556215" y="163662"/>
                  </a:lnTo>
                  <a:lnTo>
                    <a:pt x="5556309" y="163662"/>
                  </a:lnTo>
                  <a:lnTo>
                    <a:pt x="5556403" y="163662"/>
                  </a:lnTo>
                  <a:lnTo>
                    <a:pt x="5556497" y="163662"/>
                  </a:lnTo>
                  <a:lnTo>
                    <a:pt x="5556591" y="163662"/>
                  </a:lnTo>
                  <a:lnTo>
                    <a:pt x="5556685" y="163662"/>
                  </a:lnTo>
                  <a:lnTo>
                    <a:pt x="5556779" y="163662"/>
                  </a:lnTo>
                  <a:lnTo>
                    <a:pt x="5556873" y="163662"/>
                  </a:lnTo>
                  <a:lnTo>
                    <a:pt x="5556967" y="163662"/>
                  </a:lnTo>
                  <a:lnTo>
                    <a:pt x="5557061" y="163662"/>
                  </a:lnTo>
                  <a:lnTo>
                    <a:pt x="5557155" y="163662"/>
                  </a:lnTo>
                  <a:lnTo>
                    <a:pt x="5557249" y="163662"/>
                  </a:lnTo>
                  <a:lnTo>
                    <a:pt x="5557344" y="163662"/>
                  </a:lnTo>
                  <a:lnTo>
                    <a:pt x="5557438" y="163662"/>
                  </a:lnTo>
                  <a:lnTo>
                    <a:pt x="5557532" y="163662"/>
                  </a:lnTo>
                  <a:lnTo>
                    <a:pt x="5557626" y="163662"/>
                  </a:lnTo>
                  <a:lnTo>
                    <a:pt x="5557720" y="163662"/>
                  </a:lnTo>
                  <a:lnTo>
                    <a:pt x="5557814" y="163662"/>
                  </a:lnTo>
                  <a:lnTo>
                    <a:pt x="5557908" y="163662"/>
                  </a:lnTo>
                  <a:lnTo>
                    <a:pt x="5558002" y="163662"/>
                  </a:lnTo>
                  <a:lnTo>
                    <a:pt x="5558096" y="163662"/>
                  </a:lnTo>
                  <a:lnTo>
                    <a:pt x="5558190" y="163662"/>
                  </a:lnTo>
                  <a:lnTo>
                    <a:pt x="5558284" y="163662"/>
                  </a:lnTo>
                  <a:lnTo>
                    <a:pt x="5558378" y="163662"/>
                  </a:lnTo>
                  <a:lnTo>
                    <a:pt x="5558472" y="163662"/>
                  </a:lnTo>
                  <a:lnTo>
                    <a:pt x="5558566" y="163662"/>
                  </a:lnTo>
                  <a:lnTo>
                    <a:pt x="5558660" y="163662"/>
                  </a:lnTo>
                  <a:lnTo>
                    <a:pt x="5558754" y="163662"/>
                  </a:lnTo>
                  <a:lnTo>
                    <a:pt x="5558848" y="163662"/>
                  </a:lnTo>
                  <a:lnTo>
                    <a:pt x="5558942" y="163662"/>
                  </a:lnTo>
                  <a:lnTo>
                    <a:pt x="5559036" y="163662"/>
                  </a:lnTo>
                  <a:lnTo>
                    <a:pt x="5559130" y="163662"/>
                  </a:lnTo>
                  <a:lnTo>
                    <a:pt x="5559224" y="163662"/>
                  </a:lnTo>
                  <a:lnTo>
                    <a:pt x="5559318" y="163662"/>
                  </a:lnTo>
                  <a:lnTo>
                    <a:pt x="5559412" y="163662"/>
                  </a:lnTo>
                  <a:lnTo>
                    <a:pt x="5559506" y="163662"/>
                  </a:lnTo>
                  <a:lnTo>
                    <a:pt x="5559600" y="163662"/>
                  </a:lnTo>
                  <a:lnTo>
                    <a:pt x="5559694" y="163662"/>
                  </a:lnTo>
                  <a:lnTo>
                    <a:pt x="5559788" y="163662"/>
                  </a:lnTo>
                  <a:lnTo>
                    <a:pt x="5559882" y="163662"/>
                  </a:lnTo>
                  <a:lnTo>
                    <a:pt x="5559976" y="163662"/>
                  </a:lnTo>
                  <a:lnTo>
                    <a:pt x="5560070" y="163662"/>
                  </a:lnTo>
                  <a:lnTo>
                    <a:pt x="5560164" y="163662"/>
                  </a:lnTo>
                  <a:lnTo>
                    <a:pt x="5560258" y="163662"/>
                  </a:lnTo>
                  <a:lnTo>
                    <a:pt x="5560352" y="163662"/>
                  </a:lnTo>
                  <a:lnTo>
                    <a:pt x="5560446" y="163662"/>
                  </a:lnTo>
                  <a:lnTo>
                    <a:pt x="5560540" y="163662"/>
                  </a:lnTo>
                  <a:lnTo>
                    <a:pt x="5560634" y="163662"/>
                  </a:lnTo>
                  <a:lnTo>
                    <a:pt x="5560728" y="163662"/>
                  </a:lnTo>
                  <a:lnTo>
                    <a:pt x="5560823" y="163662"/>
                  </a:lnTo>
                  <a:lnTo>
                    <a:pt x="5560917" y="163662"/>
                  </a:lnTo>
                  <a:lnTo>
                    <a:pt x="5561011" y="163662"/>
                  </a:lnTo>
                  <a:lnTo>
                    <a:pt x="5561105" y="163662"/>
                  </a:lnTo>
                  <a:lnTo>
                    <a:pt x="5561199" y="163662"/>
                  </a:lnTo>
                  <a:lnTo>
                    <a:pt x="5561293" y="163662"/>
                  </a:lnTo>
                  <a:lnTo>
                    <a:pt x="5561387" y="163662"/>
                  </a:lnTo>
                  <a:lnTo>
                    <a:pt x="5561481" y="163662"/>
                  </a:lnTo>
                  <a:lnTo>
                    <a:pt x="5561575" y="163662"/>
                  </a:lnTo>
                  <a:lnTo>
                    <a:pt x="5561669" y="163662"/>
                  </a:lnTo>
                  <a:lnTo>
                    <a:pt x="5561763" y="163662"/>
                  </a:lnTo>
                  <a:lnTo>
                    <a:pt x="5561857" y="163662"/>
                  </a:lnTo>
                  <a:lnTo>
                    <a:pt x="5561951" y="163662"/>
                  </a:lnTo>
                  <a:lnTo>
                    <a:pt x="5562045" y="163662"/>
                  </a:lnTo>
                  <a:lnTo>
                    <a:pt x="5562139" y="163662"/>
                  </a:lnTo>
                  <a:lnTo>
                    <a:pt x="5562233" y="163662"/>
                  </a:lnTo>
                  <a:lnTo>
                    <a:pt x="5562327" y="163662"/>
                  </a:lnTo>
                  <a:lnTo>
                    <a:pt x="5562421" y="163662"/>
                  </a:lnTo>
                  <a:lnTo>
                    <a:pt x="5562515" y="163662"/>
                  </a:lnTo>
                  <a:lnTo>
                    <a:pt x="5562609" y="163662"/>
                  </a:lnTo>
                  <a:lnTo>
                    <a:pt x="5562703" y="163662"/>
                  </a:lnTo>
                  <a:lnTo>
                    <a:pt x="5562797" y="163662"/>
                  </a:lnTo>
                  <a:lnTo>
                    <a:pt x="5562891" y="163662"/>
                  </a:lnTo>
                  <a:lnTo>
                    <a:pt x="5562985" y="163662"/>
                  </a:lnTo>
                  <a:lnTo>
                    <a:pt x="5563079" y="163662"/>
                  </a:lnTo>
                  <a:lnTo>
                    <a:pt x="5563173" y="163662"/>
                  </a:lnTo>
                  <a:lnTo>
                    <a:pt x="5563267" y="163662"/>
                  </a:lnTo>
                  <a:lnTo>
                    <a:pt x="5563361" y="163662"/>
                  </a:lnTo>
                  <a:lnTo>
                    <a:pt x="5563455" y="163662"/>
                  </a:lnTo>
                  <a:lnTo>
                    <a:pt x="5563549" y="163662"/>
                  </a:lnTo>
                  <a:lnTo>
                    <a:pt x="5563643" y="163662"/>
                  </a:lnTo>
                  <a:lnTo>
                    <a:pt x="5563737" y="163662"/>
                  </a:lnTo>
                  <a:lnTo>
                    <a:pt x="5563831" y="163662"/>
                  </a:lnTo>
                  <a:lnTo>
                    <a:pt x="5563925" y="163662"/>
                  </a:lnTo>
                  <a:lnTo>
                    <a:pt x="5564019" y="163662"/>
                  </a:lnTo>
                  <a:lnTo>
                    <a:pt x="5564113" y="163662"/>
                  </a:lnTo>
                  <a:lnTo>
                    <a:pt x="5564207" y="163662"/>
                  </a:lnTo>
                  <a:lnTo>
                    <a:pt x="5564301" y="163662"/>
                  </a:lnTo>
                  <a:lnTo>
                    <a:pt x="5564396" y="163662"/>
                  </a:lnTo>
                  <a:lnTo>
                    <a:pt x="5564490" y="163662"/>
                  </a:lnTo>
                  <a:lnTo>
                    <a:pt x="5564584" y="163662"/>
                  </a:lnTo>
                  <a:lnTo>
                    <a:pt x="5564678" y="163662"/>
                  </a:lnTo>
                  <a:lnTo>
                    <a:pt x="5564772" y="163662"/>
                  </a:lnTo>
                  <a:lnTo>
                    <a:pt x="5564866" y="163662"/>
                  </a:lnTo>
                  <a:lnTo>
                    <a:pt x="5564960" y="163662"/>
                  </a:lnTo>
                  <a:lnTo>
                    <a:pt x="5565054" y="163662"/>
                  </a:lnTo>
                  <a:lnTo>
                    <a:pt x="5565148" y="163662"/>
                  </a:lnTo>
                  <a:lnTo>
                    <a:pt x="5565242" y="163662"/>
                  </a:lnTo>
                  <a:lnTo>
                    <a:pt x="5565336" y="163662"/>
                  </a:lnTo>
                  <a:lnTo>
                    <a:pt x="5565430" y="163662"/>
                  </a:lnTo>
                  <a:lnTo>
                    <a:pt x="5565524" y="163662"/>
                  </a:lnTo>
                  <a:lnTo>
                    <a:pt x="5565618" y="163662"/>
                  </a:lnTo>
                  <a:lnTo>
                    <a:pt x="5565712" y="163662"/>
                  </a:lnTo>
                  <a:lnTo>
                    <a:pt x="5565806" y="163662"/>
                  </a:lnTo>
                  <a:lnTo>
                    <a:pt x="5565900" y="163662"/>
                  </a:lnTo>
                  <a:lnTo>
                    <a:pt x="5565994" y="163662"/>
                  </a:lnTo>
                  <a:lnTo>
                    <a:pt x="5566088" y="163662"/>
                  </a:lnTo>
                  <a:lnTo>
                    <a:pt x="5566182" y="163662"/>
                  </a:lnTo>
                  <a:lnTo>
                    <a:pt x="5566276" y="163662"/>
                  </a:lnTo>
                  <a:lnTo>
                    <a:pt x="5566370" y="163662"/>
                  </a:lnTo>
                  <a:lnTo>
                    <a:pt x="5566464" y="163662"/>
                  </a:lnTo>
                  <a:lnTo>
                    <a:pt x="5566558" y="163662"/>
                  </a:lnTo>
                  <a:lnTo>
                    <a:pt x="5566652" y="163662"/>
                  </a:lnTo>
                  <a:lnTo>
                    <a:pt x="5566746" y="163662"/>
                  </a:lnTo>
                  <a:lnTo>
                    <a:pt x="5566840" y="163662"/>
                  </a:lnTo>
                  <a:lnTo>
                    <a:pt x="5566934" y="163662"/>
                  </a:lnTo>
                  <a:lnTo>
                    <a:pt x="5567028" y="163662"/>
                  </a:lnTo>
                  <a:lnTo>
                    <a:pt x="5567122" y="163662"/>
                  </a:lnTo>
                  <a:lnTo>
                    <a:pt x="5567216" y="163662"/>
                  </a:lnTo>
                  <a:lnTo>
                    <a:pt x="5567310" y="163662"/>
                  </a:lnTo>
                  <a:lnTo>
                    <a:pt x="5567404" y="163662"/>
                  </a:lnTo>
                  <a:lnTo>
                    <a:pt x="5567498" y="163662"/>
                  </a:lnTo>
                  <a:lnTo>
                    <a:pt x="5567592" y="163662"/>
                  </a:lnTo>
                  <a:lnTo>
                    <a:pt x="5567686" y="163662"/>
                  </a:lnTo>
                  <a:lnTo>
                    <a:pt x="5567780" y="163662"/>
                  </a:lnTo>
                  <a:lnTo>
                    <a:pt x="5567874" y="163662"/>
                  </a:lnTo>
                  <a:lnTo>
                    <a:pt x="5567969" y="163662"/>
                  </a:lnTo>
                  <a:lnTo>
                    <a:pt x="5568063" y="163662"/>
                  </a:lnTo>
                  <a:lnTo>
                    <a:pt x="5568157" y="163662"/>
                  </a:lnTo>
                  <a:lnTo>
                    <a:pt x="5568251" y="163662"/>
                  </a:lnTo>
                  <a:lnTo>
                    <a:pt x="5568345" y="163662"/>
                  </a:lnTo>
                  <a:lnTo>
                    <a:pt x="5568439" y="163662"/>
                  </a:lnTo>
                  <a:lnTo>
                    <a:pt x="5568533" y="163662"/>
                  </a:lnTo>
                  <a:lnTo>
                    <a:pt x="5568627" y="163662"/>
                  </a:lnTo>
                  <a:lnTo>
                    <a:pt x="5568721" y="163662"/>
                  </a:lnTo>
                  <a:lnTo>
                    <a:pt x="5568815" y="163662"/>
                  </a:lnTo>
                  <a:lnTo>
                    <a:pt x="5568909" y="163662"/>
                  </a:lnTo>
                  <a:lnTo>
                    <a:pt x="5569003" y="163662"/>
                  </a:lnTo>
                  <a:lnTo>
                    <a:pt x="5569097" y="163662"/>
                  </a:lnTo>
                  <a:lnTo>
                    <a:pt x="5569191" y="163662"/>
                  </a:lnTo>
                  <a:lnTo>
                    <a:pt x="5569285" y="163662"/>
                  </a:lnTo>
                  <a:lnTo>
                    <a:pt x="5569379" y="163662"/>
                  </a:lnTo>
                  <a:lnTo>
                    <a:pt x="5569473" y="163662"/>
                  </a:lnTo>
                  <a:lnTo>
                    <a:pt x="5569567" y="163662"/>
                  </a:lnTo>
                  <a:lnTo>
                    <a:pt x="5569661" y="163662"/>
                  </a:lnTo>
                  <a:lnTo>
                    <a:pt x="5569755" y="163662"/>
                  </a:lnTo>
                  <a:lnTo>
                    <a:pt x="5569849" y="163662"/>
                  </a:lnTo>
                  <a:lnTo>
                    <a:pt x="5569943" y="163662"/>
                  </a:lnTo>
                  <a:lnTo>
                    <a:pt x="5570037" y="163662"/>
                  </a:lnTo>
                  <a:lnTo>
                    <a:pt x="5570131" y="163662"/>
                  </a:lnTo>
                  <a:lnTo>
                    <a:pt x="5570225" y="163662"/>
                  </a:lnTo>
                  <a:lnTo>
                    <a:pt x="5570319" y="163662"/>
                  </a:lnTo>
                  <a:lnTo>
                    <a:pt x="5570413" y="163662"/>
                  </a:lnTo>
                  <a:lnTo>
                    <a:pt x="5570507" y="163662"/>
                  </a:lnTo>
                  <a:lnTo>
                    <a:pt x="5570601" y="163662"/>
                  </a:lnTo>
                  <a:lnTo>
                    <a:pt x="5570695" y="163662"/>
                  </a:lnTo>
                  <a:lnTo>
                    <a:pt x="5570789" y="163662"/>
                  </a:lnTo>
                  <a:lnTo>
                    <a:pt x="5570883" y="163662"/>
                  </a:lnTo>
                  <a:lnTo>
                    <a:pt x="5570977" y="163662"/>
                  </a:lnTo>
                  <a:lnTo>
                    <a:pt x="5571071" y="163662"/>
                  </a:lnTo>
                  <a:lnTo>
                    <a:pt x="5571165" y="163662"/>
                  </a:lnTo>
                  <a:lnTo>
                    <a:pt x="5571259" y="163662"/>
                  </a:lnTo>
                  <a:lnTo>
                    <a:pt x="5571353" y="163662"/>
                  </a:lnTo>
                  <a:lnTo>
                    <a:pt x="5571448" y="163662"/>
                  </a:lnTo>
                  <a:lnTo>
                    <a:pt x="5571542" y="163662"/>
                  </a:lnTo>
                  <a:lnTo>
                    <a:pt x="5571636" y="163662"/>
                  </a:lnTo>
                  <a:lnTo>
                    <a:pt x="5571730" y="163662"/>
                  </a:lnTo>
                  <a:lnTo>
                    <a:pt x="5571824" y="163662"/>
                  </a:lnTo>
                  <a:lnTo>
                    <a:pt x="5571918" y="163662"/>
                  </a:lnTo>
                  <a:lnTo>
                    <a:pt x="5572012" y="163662"/>
                  </a:lnTo>
                  <a:lnTo>
                    <a:pt x="5572106" y="163662"/>
                  </a:lnTo>
                  <a:lnTo>
                    <a:pt x="5572200" y="163662"/>
                  </a:lnTo>
                  <a:lnTo>
                    <a:pt x="5572294" y="163662"/>
                  </a:lnTo>
                  <a:lnTo>
                    <a:pt x="5572388" y="163662"/>
                  </a:lnTo>
                  <a:lnTo>
                    <a:pt x="5572482" y="163662"/>
                  </a:lnTo>
                  <a:lnTo>
                    <a:pt x="5572576" y="163662"/>
                  </a:lnTo>
                  <a:lnTo>
                    <a:pt x="5572670" y="163662"/>
                  </a:lnTo>
                  <a:lnTo>
                    <a:pt x="5572764" y="163662"/>
                  </a:lnTo>
                  <a:lnTo>
                    <a:pt x="5572858" y="163662"/>
                  </a:lnTo>
                  <a:lnTo>
                    <a:pt x="5572952" y="163662"/>
                  </a:lnTo>
                  <a:lnTo>
                    <a:pt x="5573046" y="163662"/>
                  </a:lnTo>
                  <a:lnTo>
                    <a:pt x="5573140" y="163662"/>
                  </a:lnTo>
                  <a:lnTo>
                    <a:pt x="5573234" y="163662"/>
                  </a:lnTo>
                  <a:lnTo>
                    <a:pt x="5573328" y="163662"/>
                  </a:lnTo>
                  <a:lnTo>
                    <a:pt x="5573422" y="163662"/>
                  </a:lnTo>
                  <a:lnTo>
                    <a:pt x="5573516" y="163662"/>
                  </a:lnTo>
                  <a:lnTo>
                    <a:pt x="5573610" y="163662"/>
                  </a:lnTo>
                  <a:lnTo>
                    <a:pt x="5573704" y="163662"/>
                  </a:lnTo>
                  <a:lnTo>
                    <a:pt x="5573798" y="163662"/>
                  </a:lnTo>
                  <a:lnTo>
                    <a:pt x="5573892" y="163662"/>
                  </a:lnTo>
                  <a:lnTo>
                    <a:pt x="5573986" y="163662"/>
                  </a:lnTo>
                  <a:lnTo>
                    <a:pt x="5574080" y="163662"/>
                  </a:lnTo>
                  <a:lnTo>
                    <a:pt x="5574174" y="163662"/>
                  </a:lnTo>
                  <a:lnTo>
                    <a:pt x="5574268" y="163662"/>
                  </a:lnTo>
                  <a:lnTo>
                    <a:pt x="5574362" y="163662"/>
                  </a:lnTo>
                  <a:lnTo>
                    <a:pt x="5574456" y="163662"/>
                  </a:lnTo>
                  <a:lnTo>
                    <a:pt x="5574550" y="163662"/>
                  </a:lnTo>
                  <a:lnTo>
                    <a:pt x="5574644" y="163662"/>
                  </a:lnTo>
                  <a:lnTo>
                    <a:pt x="5574738" y="163662"/>
                  </a:lnTo>
                  <a:lnTo>
                    <a:pt x="5574832" y="163662"/>
                  </a:lnTo>
                  <a:lnTo>
                    <a:pt x="5574926" y="163662"/>
                  </a:lnTo>
                  <a:lnTo>
                    <a:pt x="5575021" y="163662"/>
                  </a:lnTo>
                  <a:lnTo>
                    <a:pt x="5575115" y="163662"/>
                  </a:lnTo>
                  <a:lnTo>
                    <a:pt x="5575209" y="163662"/>
                  </a:lnTo>
                  <a:lnTo>
                    <a:pt x="5575303" y="163662"/>
                  </a:lnTo>
                  <a:lnTo>
                    <a:pt x="5575397" y="163662"/>
                  </a:lnTo>
                  <a:lnTo>
                    <a:pt x="5575491" y="163662"/>
                  </a:lnTo>
                  <a:lnTo>
                    <a:pt x="5575585" y="163662"/>
                  </a:lnTo>
                  <a:lnTo>
                    <a:pt x="5575679" y="163662"/>
                  </a:lnTo>
                  <a:lnTo>
                    <a:pt x="5575773" y="163662"/>
                  </a:lnTo>
                  <a:lnTo>
                    <a:pt x="5575867" y="163662"/>
                  </a:lnTo>
                  <a:lnTo>
                    <a:pt x="5575961" y="163662"/>
                  </a:lnTo>
                  <a:lnTo>
                    <a:pt x="5576055" y="163662"/>
                  </a:lnTo>
                  <a:lnTo>
                    <a:pt x="5576149" y="163662"/>
                  </a:lnTo>
                  <a:lnTo>
                    <a:pt x="5576243" y="163662"/>
                  </a:lnTo>
                  <a:lnTo>
                    <a:pt x="5576337" y="163662"/>
                  </a:lnTo>
                  <a:lnTo>
                    <a:pt x="5576431" y="163662"/>
                  </a:lnTo>
                  <a:lnTo>
                    <a:pt x="5576525" y="163662"/>
                  </a:lnTo>
                  <a:lnTo>
                    <a:pt x="5576619" y="163662"/>
                  </a:lnTo>
                  <a:lnTo>
                    <a:pt x="5576713" y="163662"/>
                  </a:lnTo>
                  <a:lnTo>
                    <a:pt x="5576807" y="163662"/>
                  </a:lnTo>
                  <a:lnTo>
                    <a:pt x="5576901" y="163662"/>
                  </a:lnTo>
                  <a:lnTo>
                    <a:pt x="5576995" y="163662"/>
                  </a:lnTo>
                  <a:lnTo>
                    <a:pt x="5577089" y="163662"/>
                  </a:lnTo>
                  <a:lnTo>
                    <a:pt x="5577183" y="163662"/>
                  </a:lnTo>
                  <a:lnTo>
                    <a:pt x="5577277" y="163662"/>
                  </a:lnTo>
                  <a:lnTo>
                    <a:pt x="5577371" y="163662"/>
                  </a:lnTo>
                  <a:lnTo>
                    <a:pt x="5577465" y="163662"/>
                  </a:lnTo>
                  <a:lnTo>
                    <a:pt x="5577559" y="163662"/>
                  </a:lnTo>
                  <a:lnTo>
                    <a:pt x="5577653" y="163662"/>
                  </a:lnTo>
                  <a:lnTo>
                    <a:pt x="5577747" y="163662"/>
                  </a:lnTo>
                  <a:lnTo>
                    <a:pt x="5577841" y="163662"/>
                  </a:lnTo>
                  <a:lnTo>
                    <a:pt x="5577935" y="163662"/>
                  </a:lnTo>
                  <a:lnTo>
                    <a:pt x="5578029" y="163662"/>
                  </a:lnTo>
                  <a:lnTo>
                    <a:pt x="5578123" y="163662"/>
                  </a:lnTo>
                  <a:lnTo>
                    <a:pt x="5578217" y="163662"/>
                  </a:lnTo>
                  <a:lnTo>
                    <a:pt x="5578311" y="163662"/>
                  </a:lnTo>
                  <a:lnTo>
                    <a:pt x="5578405" y="163662"/>
                  </a:lnTo>
                  <a:lnTo>
                    <a:pt x="5578499" y="163662"/>
                  </a:lnTo>
                  <a:lnTo>
                    <a:pt x="5578594" y="163662"/>
                  </a:lnTo>
                  <a:lnTo>
                    <a:pt x="5578688" y="163662"/>
                  </a:lnTo>
                  <a:lnTo>
                    <a:pt x="5578782" y="163662"/>
                  </a:lnTo>
                  <a:lnTo>
                    <a:pt x="5578876" y="163662"/>
                  </a:lnTo>
                  <a:lnTo>
                    <a:pt x="5578970" y="163662"/>
                  </a:lnTo>
                  <a:lnTo>
                    <a:pt x="5579064" y="163662"/>
                  </a:lnTo>
                  <a:lnTo>
                    <a:pt x="5579158" y="163662"/>
                  </a:lnTo>
                  <a:lnTo>
                    <a:pt x="5579252" y="163662"/>
                  </a:lnTo>
                  <a:lnTo>
                    <a:pt x="5579346" y="163662"/>
                  </a:lnTo>
                  <a:lnTo>
                    <a:pt x="5579440" y="163662"/>
                  </a:lnTo>
                  <a:lnTo>
                    <a:pt x="5579534" y="163662"/>
                  </a:lnTo>
                  <a:lnTo>
                    <a:pt x="5579628" y="163662"/>
                  </a:lnTo>
                  <a:lnTo>
                    <a:pt x="5579722" y="163662"/>
                  </a:lnTo>
                  <a:lnTo>
                    <a:pt x="5579816" y="163662"/>
                  </a:lnTo>
                  <a:lnTo>
                    <a:pt x="5579910" y="163662"/>
                  </a:lnTo>
                  <a:lnTo>
                    <a:pt x="5580004" y="163662"/>
                  </a:lnTo>
                  <a:lnTo>
                    <a:pt x="5580098" y="163662"/>
                  </a:lnTo>
                  <a:lnTo>
                    <a:pt x="5580192" y="163662"/>
                  </a:lnTo>
                  <a:lnTo>
                    <a:pt x="5580286" y="163662"/>
                  </a:lnTo>
                  <a:lnTo>
                    <a:pt x="5580380" y="163662"/>
                  </a:lnTo>
                  <a:lnTo>
                    <a:pt x="5580474" y="163662"/>
                  </a:lnTo>
                  <a:lnTo>
                    <a:pt x="5580568" y="163662"/>
                  </a:lnTo>
                  <a:lnTo>
                    <a:pt x="5580662" y="163662"/>
                  </a:lnTo>
                  <a:lnTo>
                    <a:pt x="5580756" y="163662"/>
                  </a:lnTo>
                  <a:lnTo>
                    <a:pt x="5580850" y="163662"/>
                  </a:lnTo>
                  <a:lnTo>
                    <a:pt x="5580944" y="163662"/>
                  </a:lnTo>
                  <a:lnTo>
                    <a:pt x="5581038" y="163662"/>
                  </a:lnTo>
                  <a:lnTo>
                    <a:pt x="5581132" y="163662"/>
                  </a:lnTo>
                  <a:lnTo>
                    <a:pt x="5581226" y="163662"/>
                  </a:lnTo>
                  <a:lnTo>
                    <a:pt x="5581320" y="163662"/>
                  </a:lnTo>
                  <a:lnTo>
                    <a:pt x="5581414" y="163662"/>
                  </a:lnTo>
                  <a:lnTo>
                    <a:pt x="5581508" y="163662"/>
                  </a:lnTo>
                  <a:lnTo>
                    <a:pt x="5581602" y="163662"/>
                  </a:lnTo>
                  <a:lnTo>
                    <a:pt x="5581696" y="163662"/>
                  </a:lnTo>
                  <a:lnTo>
                    <a:pt x="5581790" y="163662"/>
                  </a:lnTo>
                  <a:lnTo>
                    <a:pt x="5581884" y="163662"/>
                  </a:lnTo>
                  <a:lnTo>
                    <a:pt x="5581978" y="163662"/>
                  </a:lnTo>
                  <a:lnTo>
                    <a:pt x="5582073" y="163662"/>
                  </a:lnTo>
                  <a:lnTo>
                    <a:pt x="5582167" y="163662"/>
                  </a:lnTo>
                  <a:lnTo>
                    <a:pt x="5582261" y="163662"/>
                  </a:lnTo>
                  <a:lnTo>
                    <a:pt x="5582355" y="163662"/>
                  </a:lnTo>
                  <a:lnTo>
                    <a:pt x="5582449" y="163662"/>
                  </a:lnTo>
                  <a:lnTo>
                    <a:pt x="5582543" y="163662"/>
                  </a:lnTo>
                  <a:lnTo>
                    <a:pt x="5582637" y="163662"/>
                  </a:lnTo>
                  <a:lnTo>
                    <a:pt x="5582731" y="163662"/>
                  </a:lnTo>
                  <a:lnTo>
                    <a:pt x="5582825" y="163662"/>
                  </a:lnTo>
                  <a:lnTo>
                    <a:pt x="5582919" y="163662"/>
                  </a:lnTo>
                  <a:lnTo>
                    <a:pt x="5583013" y="163662"/>
                  </a:lnTo>
                  <a:lnTo>
                    <a:pt x="5583107" y="163662"/>
                  </a:lnTo>
                  <a:lnTo>
                    <a:pt x="5583201" y="163662"/>
                  </a:lnTo>
                  <a:lnTo>
                    <a:pt x="5583295" y="163662"/>
                  </a:lnTo>
                  <a:lnTo>
                    <a:pt x="5583389" y="163662"/>
                  </a:lnTo>
                  <a:lnTo>
                    <a:pt x="5583483" y="163662"/>
                  </a:lnTo>
                  <a:lnTo>
                    <a:pt x="5583577" y="163662"/>
                  </a:lnTo>
                  <a:lnTo>
                    <a:pt x="5583671" y="163662"/>
                  </a:lnTo>
                  <a:lnTo>
                    <a:pt x="5583765" y="163662"/>
                  </a:lnTo>
                  <a:lnTo>
                    <a:pt x="5583859" y="163662"/>
                  </a:lnTo>
                  <a:lnTo>
                    <a:pt x="5583953" y="163662"/>
                  </a:lnTo>
                  <a:lnTo>
                    <a:pt x="5584047" y="163662"/>
                  </a:lnTo>
                  <a:lnTo>
                    <a:pt x="5584141" y="163662"/>
                  </a:lnTo>
                  <a:lnTo>
                    <a:pt x="5584235" y="163662"/>
                  </a:lnTo>
                  <a:lnTo>
                    <a:pt x="5584329" y="163662"/>
                  </a:lnTo>
                  <a:lnTo>
                    <a:pt x="5584423" y="163662"/>
                  </a:lnTo>
                  <a:lnTo>
                    <a:pt x="5584517" y="163662"/>
                  </a:lnTo>
                  <a:lnTo>
                    <a:pt x="5584611" y="163662"/>
                  </a:lnTo>
                  <a:lnTo>
                    <a:pt x="5584705" y="163662"/>
                  </a:lnTo>
                  <a:lnTo>
                    <a:pt x="5584799" y="163662"/>
                  </a:lnTo>
                  <a:lnTo>
                    <a:pt x="5584893" y="163662"/>
                  </a:lnTo>
                  <a:lnTo>
                    <a:pt x="5584987" y="163662"/>
                  </a:lnTo>
                  <a:lnTo>
                    <a:pt x="5585081" y="163662"/>
                  </a:lnTo>
                  <a:lnTo>
                    <a:pt x="5585175" y="163662"/>
                  </a:lnTo>
                  <a:lnTo>
                    <a:pt x="5585269" y="163662"/>
                  </a:lnTo>
                  <a:lnTo>
                    <a:pt x="5585363" y="163662"/>
                  </a:lnTo>
                  <a:lnTo>
                    <a:pt x="5585457" y="163662"/>
                  </a:lnTo>
                  <a:lnTo>
                    <a:pt x="5585551" y="163662"/>
                  </a:lnTo>
                  <a:lnTo>
                    <a:pt x="5585646" y="163662"/>
                  </a:lnTo>
                  <a:lnTo>
                    <a:pt x="5585740" y="163662"/>
                  </a:lnTo>
                  <a:lnTo>
                    <a:pt x="5585834" y="163662"/>
                  </a:lnTo>
                  <a:lnTo>
                    <a:pt x="5585928" y="163662"/>
                  </a:lnTo>
                  <a:lnTo>
                    <a:pt x="5586022" y="163662"/>
                  </a:lnTo>
                  <a:lnTo>
                    <a:pt x="5586116" y="163662"/>
                  </a:lnTo>
                  <a:lnTo>
                    <a:pt x="5586210" y="163662"/>
                  </a:lnTo>
                  <a:lnTo>
                    <a:pt x="5586304" y="163662"/>
                  </a:lnTo>
                  <a:lnTo>
                    <a:pt x="5586398" y="163662"/>
                  </a:lnTo>
                  <a:lnTo>
                    <a:pt x="5586492" y="163662"/>
                  </a:lnTo>
                  <a:lnTo>
                    <a:pt x="5586586" y="163662"/>
                  </a:lnTo>
                  <a:lnTo>
                    <a:pt x="5586680" y="163662"/>
                  </a:lnTo>
                  <a:lnTo>
                    <a:pt x="5586774" y="163662"/>
                  </a:lnTo>
                  <a:lnTo>
                    <a:pt x="5586868" y="163662"/>
                  </a:lnTo>
                  <a:lnTo>
                    <a:pt x="5586962" y="163662"/>
                  </a:lnTo>
                  <a:lnTo>
                    <a:pt x="5587056" y="163662"/>
                  </a:lnTo>
                  <a:lnTo>
                    <a:pt x="5587150" y="163662"/>
                  </a:lnTo>
                  <a:lnTo>
                    <a:pt x="5587244" y="163662"/>
                  </a:lnTo>
                  <a:lnTo>
                    <a:pt x="5587338" y="163662"/>
                  </a:lnTo>
                  <a:lnTo>
                    <a:pt x="5587432" y="163662"/>
                  </a:lnTo>
                  <a:lnTo>
                    <a:pt x="5587526" y="163662"/>
                  </a:lnTo>
                  <a:lnTo>
                    <a:pt x="5587620" y="163662"/>
                  </a:lnTo>
                  <a:lnTo>
                    <a:pt x="5587714" y="163662"/>
                  </a:lnTo>
                  <a:lnTo>
                    <a:pt x="5587808" y="163662"/>
                  </a:lnTo>
                  <a:lnTo>
                    <a:pt x="5587902" y="163662"/>
                  </a:lnTo>
                  <a:lnTo>
                    <a:pt x="5587996" y="163662"/>
                  </a:lnTo>
                  <a:lnTo>
                    <a:pt x="5588090" y="163662"/>
                  </a:lnTo>
                  <a:lnTo>
                    <a:pt x="5588184" y="163662"/>
                  </a:lnTo>
                  <a:lnTo>
                    <a:pt x="5588278" y="163662"/>
                  </a:lnTo>
                  <a:lnTo>
                    <a:pt x="5588372" y="163662"/>
                  </a:lnTo>
                  <a:lnTo>
                    <a:pt x="5588466" y="163662"/>
                  </a:lnTo>
                  <a:lnTo>
                    <a:pt x="5588560" y="163662"/>
                  </a:lnTo>
                  <a:lnTo>
                    <a:pt x="5588654" y="163662"/>
                  </a:lnTo>
                  <a:lnTo>
                    <a:pt x="5588748" y="163662"/>
                  </a:lnTo>
                  <a:lnTo>
                    <a:pt x="5588842" y="163662"/>
                  </a:lnTo>
                  <a:lnTo>
                    <a:pt x="5588936" y="163662"/>
                  </a:lnTo>
                  <a:lnTo>
                    <a:pt x="5589030" y="163662"/>
                  </a:lnTo>
                  <a:lnTo>
                    <a:pt x="5589124" y="163662"/>
                  </a:lnTo>
                  <a:lnTo>
                    <a:pt x="5589219" y="163662"/>
                  </a:lnTo>
                  <a:lnTo>
                    <a:pt x="5589313" y="163662"/>
                  </a:lnTo>
                  <a:lnTo>
                    <a:pt x="5589407" y="163662"/>
                  </a:lnTo>
                  <a:lnTo>
                    <a:pt x="5589501" y="163662"/>
                  </a:lnTo>
                  <a:lnTo>
                    <a:pt x="5589595" y="163662"/>
                  </a:lnTo>
                  <a:lnTo>
                    <a:pt x="5589689" y="163662"/>
                  </a:lnTo>
                  <a:lnTo>
                    <a:pt x="5589783" y="163662"/>
                  </a:lnTo>
                  <a:lnTo>
                    <a:pt x="5589877" y="163662"/>
                  </a:lnTo>
                  <a:lnTo>
                    <a:pt x="5589971" y="163662"/>
                  </a:lnTo>
                  <a:lnTo>
                    <a:pt x="5590065" y="163662"/>
                  </a:lnTo>
                  <a:lnTo>
                    <a:pt x="5590159" y="163662"/>
                  </a:lnTo>
                  <a:lnTo>
                    <a:pt x="5590253" y="163662"/>
                  </a:lnTo>
                  <a:lnTo>
                    <a:pt x="5590347" y="163662"/>
                  </a:lnTo>
                  <a:lnTo>
                    <a:pt x="5590441" y="163662"/>
                  </a:lnTo>
                  <a:lnTo>
                    <a:pt x="5590535" y="163662"/>
                  </a:lnTo>
                  <a:lnTo>
                    <a:pt x="5590629" y="163662"/>
                  </a:lnTo>
                  <a:lnTo>
                    <a:pt x="5590723" y="163662"/>
                  </a:lnTo>
                  <a:lnTo>
                    <a:pt x="5590817" y="163662"/>
                  </a:lnTo>
                  <a:lnTo>
                    <a:pt x="5590911" y="163662"/>
                  </a:lnTo>
                  <a:lnTo>
                    <a:pt x="5591005" y="163662"/>
                  </a:lnTo>
                  <a:lnTo>
                    <a:pt x="5591099" y="163662"/>
                  </a:lnTo>
                  <a:lnTo>
                    <a:pt x="5591193" y="163662"/>
                  </a:lnTo>
                  <a:lnTo>
                    <a:pt x="5591287" y="163662"/>
                  </a:lnTo>
                  <a:lnTo>
                    <a:pt x="5591381" y="163662"/>
                  </a:lnTo>
                  <a:lnTo>
                    <a:pt x="5591475" y="163662"/>
                  </a:lnTo>
                  <a:lnTo>
                    <a:pt x="5591569" y="163662"/>
                  </a:lnTo>
                  <a:lnTo>
                    <a:pt x="5591663" y="163662"/>
                  </a:lnTo>
                  <a:lnTo>
                    <a:pt x="5591757" y="163662"/>
                  </a:lnTo>
                  <a:lnTo>
                    <a:pt x="5591851" y="163662"/>
                  </a:lnTo>
                  <a:lnTo>
                    <a:pt x="5591945" y="163662"/>
                  </a:lnTo>
                  <a:lnTo>
                    <a:pt x="5592039" y="163662"/>
                  </a:lnTo>
                  <a:lnTo>
                    <a:pt x="5592133" y="163662"/>
                  </a:lnTo>
                  <a:lnTo>
                    <a:pt x="5592227" y="163662"/>
                  </a:lnTo>
                  <a:lnTo>
                    <a:pt x="5592321" y="163662"/>
                  </a:lnTo>
                  <a:lnTo>
                    <a:pt x="5592415" y="163662"/>
                  </a:lnTo>
                  <a:lnTo>
                    <a:pt x="5592509" y="163662"/>
                  </a:lnTo>
                  <a:lnTo>
                    <a:pt x="5592603" y="163662"/>
                  </a:lnTo>
                  <a:lnTo>
                    <a:pt x="5592698" y="163662"/>
                  </a:lnTo>
                  <a:lnTo>
                    <a:pt x="5592792" y="163662"/>
                  </a:lnTo>
                  <a:lnTo>
                    <a:pt x="5592886" y="163662"/>
                  </a:lnTo>
                  <a:lnTo>
                    <a:pt x="5592980" y="163662"/>
                  </a:lnTo>
                  <a:lnTo>
                    <a:pt x="5593074" y="163662"/>
                  </a:lnTo>
                  <a:lnTo>
                    <a:pt x="5593168" y="163662"/>
                  </a:lnTo>
                  <a:lnTo>
                    <a:pt x="5593262" y="163662"/>
                  </a:lnTo>
                  <a:lnTo>
                    <a:pt x="5593356" y="163662"/>
                  </a:lnTo>
                  <a:lnTo>
                    <a:pt x="5593450" y="163662"/>
                  </a:lnTo>
                  <a:lnTo>
                    <a:pt x="5593544" y="163662"/>
                  </a:lnTo>
                  <a:lnTo>
                    <a:pt x="5593638" y="163662"/>
                  </a:lnTo>
                  <a:lnTo>
                    <a:pt x="5593732" y="163662"/>
                  </a:lnTo>
                  <a:lnTo>
                    <a:pt x="5593826" y="163662"/>
                  </a:lnTo>
                  <a:lnTo>
                    <a:pt x="5593920" y="163662"/>
                  </a:lnTo>
                  <a:lnTo>
                    <a:pt x="5594014" y="163662"/>
                  </a:lnTo>
                  <a:lnTo>
                    <a:pt x="5594108" y="163662"/>
                  </a:lnTo>
                  <a:lnTo>
                    <a:pt x="5594202" y="163662"/>
                  </a:lnTo>
                  <a:lnTo>
                    <a:pt x="5594296" y="163662"/>
                  </a:lnTo>
                  <a:lnTo>
                    <a:pt x="5594390" y="163662"/>
                  </a:lnTo>
                  <a:lnTo>
                    <a:pt x="5594484" y="163662"/>
                  </a:lnTo>
                  <a:lnTo>
                    <a:pt x="5594578" y="163662"/>
                  </a:lnTo>
                  <a:lnTo>
                    <a:pt x="5594672" y="163662"/>
                  </a:lnTo>
                  <a:lnTo>
                    <a:pt x="5594766" y="163662"/>
                  </a:lnTo>
                  <a:lnTo>
                    <a:pt x="5594860" y="163662"/>
                  </a:lnTo>
                  <a:lnTo>
                    <a:pt x="5594954" y="163662"/>
                  </a:lnTo>
                  <a:lnTo>
                    <a:pt x="5594954" y="158382"/>
                  </a:lnTo>
                  <a:lnTo>
                    <a:pt x="5595048" y="158382"/>
                  </a:lnTo>
                  <a:lnTo>
                    <a:pt x="5595142" y="158382"/>
                  </a:lnTo>
                  <a:lnTo>
                    <a:pt x="5595236" y="158382"/>
                  </a:lnTo>
                  <a:lnTo>
                    <a:pt x="5595330" y="158382"/>
                  </a:lnTo>
                  <a:lnTo>
                    <a:pt x="5595424" y="158382"/>
                  </a:lnTo>
                  <a:lnTo>
                    <a:pt x="5595518" y="158382"/>
                  </a:lnTo>
                  <a:lnTo>
                    <a:pt x="5595612" y="158382"/>
                  </a:lnTo>
                  <a:lnTo>
                    <a:pt x="5595706" y="158382"/>
                  </a:lnTo>
                  <a:lnTo>
                    <a:pt x="5595800" y="158382"/>
                  </a:lnTo>
                  <a:lnTo>
                    <a:pt x="5595894" y="158382"/>
                  </a:lnTo>
                  <a:lnTo>
                    <a:pt x="5595988" y="158382"/>
                  </a:lnTo>
                  <a:lnTo>
                    <a:pt x="5596082" y="158382"/>
                  </a:lnTo>
                  <a:lnTo>
                    <a:pt x="5596176" y="158382"/>
                  </a:lnTo>
                  <a:lnTo>
                    <a:pt x="5596271" y="158382"/>
                  </a:lnTo>
                  <a:lnTo>
                    <a:pt x="5596365" y="158382"/>
                  </a:lnTo>
                  <a:lnTo>
                    <a:pt x="5596459" y="158382"/>
                  </a:lnTo>
                  <a:lnTo>
                    <a:pt x="5596553" y="158382"/>
                  </a:lnTo>
                  <a:lnTo>
                    <a:pt x="5596647" y="158382"/>
                  </a:lnTo>
                  <a:lnTo>
                    <a:pt x="5596741" y="158382"/>
                  </a:lnTo>
                  <a:lnTo>
                    <a:pt x="5596835" y="158382"/>
                  </a:lnTo>
                  <a:lnTo>
                    <a:pt x="5596929" y="158382"/>
                  </a:lnTo>
                  <a:lnTo>
                    <a:pt x="5597023" y="158382"/>
                  </a:lnTo>
                  <a:lnTo>
                    <a:pt x="5597117" y="158382"/>
                  </a:lnTo>
                  <a:lnTo>
                    <a:pt x="5597211" y="158382"/>
                  </a:lnTo>
                  <a:lnTo>
                    <a:pt x="5597305" y="158382"/>
                  </a:lnTo>
                  <a:lnTo>
                    <a:pt x="5597399" y="158382"/>
                  </a:lnTo>
                  <a:lnTo>
                    <a:pt x="5597493" y="158382"/>
                  </a:lnTo>
                  <a:lnTo>
                    <a:pt x="5597587" y="158382"/>
                  </a:lnTo>
                  <a:lnTo>
                    <a:pt x="5597681" y="158382"/>
                  </a:lnTo>
                  <a:lnTo>
                    <a:pt x="5597775" y="158382"/>
                  </a:lnTo>
                  <a:lnTo>
                    <a:pt x="5597869" y="158382"/>
                  </a:lnTo>
                  <a:lnTo>
                    <a:pt x="5597963" y="158382"/>
                  </a:lnTo>
                  <a:lnTo>
                    <a:pt x="5598057" y="158382"/>
                  </a:lnTo>
                  <a:lnTo>
                    <a:pt x="5598151" y="158382"/>
                  </a:lnTo>
                  <a:lnTo>
                    <a:pt x="5598245" y="158382"/>
                  </a:lnTo>
                  <a:lnTo>
                    <a:pt x="5598339" y="158382"/>
                  </a:lnTo>
                  <a:lnTo>
                    <a:pt x="5598433" y="158382"/>
                  </a:lnTo>
                  <a:lnTo>
                    <a:pt x="5598527" y="158382"/>
                  </a:lnTo>
                  <a:lnTo>
                    <a:pt x="5598621" y="158382"/>
                  </a:lnTo>
                  <a:lnTo>
                    <a:pt x="5598715" y="158382"/>
                  </a:lnTo>
                  <a:lnTo>
                    <a:pt x="5598809" y="158382"/>
                  </a:lnTo>
                  <a:lnTo>
                    <a:pt x="5598903" y="158382"/>
                  </a:lnTo>
                  <a:lnTo>
                    <a:pt x="5598997" y="158382"/>
                  </a:lnTo>
                  <a:lnTo>
                    <a:pt x="5599091" y="158382"/>
                  </a:lnTo>
                  <a:lnTo>
                    <a:pt x="5599185" y="158382"/>
                  </a:lnTo>
                  <a:lnTo>
                    <a:pt x="5599279" y="158382"/>
                  </a:lnTo>
                  <a:lnTo>
                    <a:pt x="5599373" y="158382"/>
                  </a:lnTo>
                  <a:lnTo>
                    <a:pt x="5599467" y="158382"/>
                  </a:lnTo>
                  <a:lnTo>
                    <a:pt x="5599561" y="158382"/>
                  </a:lnTo>
                  <a:lnTo>
                    <a:pt x="5599655" y="158382"/>
                  </a:lnTo>
                  <a:lnTo>
                    <a:pt x="5599749" y="158382"/>
                  </a:lnTo>
                  <a:lnTo>
                    <a:pt x="5599844" y="158382"/>
                  </a:lnTo>
                  <a:lnTo>
                    <a:pt x="5599938" y="158382"/>
                  </a:lnTo>
                  <a:lnTo>
                    <a:pt x="5600032" y="158382"/>
                  </a:lnTo>
                  <a:lnTo>
                    <a:pt x="5600126" y="158382"/>
                  </a:lnTo>
                  <a:lnTo>
                    <a:pt x="5600220" y="158382"/>
                  </a:lnTo>
                  <a:lnTo>
                    <a:pt x="5600314" y="158382"/>
                  </a:lnTo>
                  <a:lnTo>
                    <a:pt x="5600408" y="158382"/>
                  </a:lnTo>
                  <a:lnTo>
                    <a:pt x="5600502" y="158382"/>
                  </a:lnTo>
                  <a:lnTo>
                    <a:pt x="5600596" y="158382"/>
                  </a:lnTo>
                  <a:lnTo>
                    <a:pt x="5600690" y="158382"/>
                  </a:lnTo>
                  <a:lnTo>
                    <a:pt x="5600784" y="158382"/>
                  </a:lnTo>
                  <a:lnTo>
                    <a:pt x="5600878" y="158382"/>
                  </a:lnTo>
                  <a:lnTo>
                    <a:pt x="5600972" y="158382"/>
                  </a:lnTo>
                  <a:lnTo>
                    <a:pt x="5601066" y="158382"/>
                  </a:lnTo>
                  <a:lnTo>
                    <a:pt x="5601160" y="158382"/>
                  </a:lnTo>
                  <a:lnTo>
                    <a:pt x="5601254" y="158382"/>
                  </a:lnTo>
                  <a:lnTo>
                    <a:pt x="5601348" y="158382"/>
                  </a:lnTo>
                  <a:lnTo>
                    <a:pt x="5601442" y="158382"/>
                  </a:lnTo>
                  <a:lnTo>
                    <a:pt x="5601536" y="158382"/>
                  </a:lnTo>
                  <a:lnTo>
                    <a:pt x="5601630" y="158382"/>
                  </a:lnTo>
                  <a:lnTo>
                    <a:pt x="5601724" y="158382"/>
                  </a:lnTo>
                  <a:lnTo>
                    <a:pt x="5601818" y="158382"/>
                  </a:lnTo>
                  <a:lnTo>
                    <a:pt x="5601912" y="158382"/>
                  </a:lnTo>
                  <a:lnTo>
                    <a:pt x="5602006" y="158382"/>
                  </a:lnTo>
                  <a:lnTo>
                    <a:pt x="5602100" y="158382"/>
                  </a:lnTo>
                  <a:lnTo>
                    <a:pt x="5602194" y="158382"/>
                  </a:lnTo>
                  <a:lnTo>
                    <a:pt x="5602288" y="158382"/>
                  </a:lnTo>
                  <a:lnTo>
                    <a:pt x="5602382" y="158382"/>
                  </a:lnTo>
                  <a:lnTo>
                    <a:pt x="5602476" y="158382"/>
                  </a:lnTo>
                  <a:lnTo>
                    <a:pt x="5602570" y="158382"/>
                  </a:lnTo>
                  <a:lnTo>
                    <a:pt x="5602664" y="158382"/>
                  </a:lnTo>
                  <a:lnTo>
                    <a:pt x="5602758" y="158382"/>
                  </a:lnTo>
                  <a:lnTo>
                    <a:pt x="5602852" y="158382"/>
                  </a:lnTo>
                  <a:lnTo>
                    <a:pt x="5602946" y="158382"/>
                  </a:lnTo>
                  <a:lnTo>
                    <a:pt x="5603040" y="158382"/>
                  </a:lnTo>
                  <a:lnTo>
                    <a:pt x="5603134" y="158382"/>
                  </a:lnTo>
                  <a:lnTo>
                    <a:pt x="5603228" y="158382"/>
                  </a:lnTo>
                  <a:lnTo>
                    <a:pt x="5603322" y="158382"/>
                  </a:lnTo>
                  <a:lnTo>
                    <a:pt x="5603417" y="158382"/>
                  </a:lnTo>
                  <a:lnTo>
                    <a:pt x="5603511" y="158382"/>
                  </a:lnTo>
                  <a:lnTo>
                    <a:pt x="5603605" y="158382"/>
                  </a:lnTo>
                  <a:lnTo>
                    <a:pt x="5603699" y="158382"/>
                  </a:lnTo>
                  <a:lnTo>
                    <a:pt x="5603793" y="158382"/>
                  </a:lnTo>
                  <a:lnTo>
                    <a:pt x="5603887" y="158382"/>
                  </a:lnTo>
                  <a:lnTo>
                    <a:pt x="5603981" y="158382"/>
                  </a:lnTo>
                  <a:lnTo>
                    <a:pt x="5604075" y="158382"/>
                  </a:lnTo>
                  <a:lnTo>
                    <a:pt x="5604169" y="158382"/>
                  </a:lnTo>
                  <a:lnTo>
                    <a:pt x="5604263" y="158382"/>
                  </a:lnTo>
                  <a:lnTo>
                    <a:pt x="5604357" y="158382"/>
                  </a:lnTo>
                  <a:lnTo>
                    <a:pt x="5604451" y="158382"/>
                  </a:lnTo>
                  <a:lnTo>
                    <a:pt x="5604545" y="158382"/>
                  </a:lnTo>
                  <a:lnTo>
                    <a:pt x="5604639" y="158382"/>
                  </a:lnTo>
                  <a:lnTo>
                    <a:pt x="5604733" y="158382"/>
                  </a:lnTo>
                  <a:lnTo>
                    <a:pt x="5604827" y="158382"/>
                  </a:lnTo>
                  <a:lnTo>
                    <a:pt x="5604921" y="158382"/>
                  </a:lnTo>
                  <a:lnTo>
                    <a:pt x="5605015" y="158382"/>
                  </a:lnTo>
                  <a:lnTo>
                    <a:pt x="5605109" y="158382"/>
                  </a:lnTo>
                  <a:lnTo>
                    <a:pt x="5605203" y="158382"/>
                  </a:lnTo>
                  <a:lnTo>
                    <a:pt x="5605297" y="158382"/>
                  </a:lnTo>
                  <a:lnTo>
                    <a:pt x="5605391" y="158382"/>
                  </a:lnTo>
                  <a:lnTo>
                    <a:pt x="5605485" y="158382"/>
                  </a:lnTo>
                  <a:lnTo>
                    <a:pt x="5605579" y="158382"/>
                  </a:lnTo>
                  <a:lnTo>
                    <a:pt x="5605673" y="158382"/>
                  </a:lnTo>
                  <a:lnTo>
                    <a:pt x="5605767" y="158382"/>
                  </a:lnTo>
                  <a:lnTo>
                    <a:pt x="5605861" y="158382"/>
                  </a:lnTo>
                  <a:lnTo>
                    <a:pt x="5605955" y="158382"/>
                  </a:lnTo>
                  <a:lnTo>
                    <a:pt x="5606049" y="158382"/>
                  </a:lnTo>
                  <a:lnTo>
                    <a:pt x="5606143" y="158382"/>
                  </a:lnTo>
                  <a:lnTo>
                    <a:pt x="5606237" y="158382"/>
                  </a:lnTo>
                  <a:lnTo>
                    <a:pt x="5606331" y="158382"/>
                  </a:lnTo>
                  <a:lnTo>
                    <a:pt x="5606425" y="158382"/>
                  </a:lnTo>
                  <a:lnTo>
                    <a:pt x="5606519" y="158382"/>
                  </a:lnTo>
                  <a:lnTo>
                    <a:pt x="5606613" y="158382"/>
                  </a:lnTo>
                  <a:lnTo>
                    <a:pt x="5606707" y="158382"/>
                  </a:lnTo>
                  <a:lnTo>
                    <a:pt x="5606801" y="158382"/>
                  </a:lnTo>
                  <a:lnTo>
                    <a:pt x="5606896" y="158382"/>
                  </a:lnTo>
                  <a:lnTo>
                    <a:pt x="5606990" y="158382"/>
                  </a:lnTo>
                  <a:lnTo>
                    <a:pt x="5607084" y="158382"/>
                  </a:lnTo>
                  <a:lnTo>
                    <a:pt x="5607178" y="158382"/>
                  </a:lnTo>
                  <a:lnTo>
                    <a:pt x="5607272" y="158382"/>
                  </a:lnTo>
                  <a:lnTo>
                    <a:pt x="5607366" y="158382"/>
                  </a:lnTo>
                  <a:lnTo>
                    <a:pt x="5607460" y="158382"/>
                  </a:lnTo>
                  <a:lnTo>
                    <a:pt x="5607554" y="158382"/>
                  </a:lnTo>
                  <a:lnTo>
                    <a:pt x="5607648" y="158382"/>
                  </a:lnTo>
                  <a:lnTo>
                    <a:pt x="5607742" y="158382"/>
                  </a:lnTo>
                  <a:lnTo>
                    <a:pt x="5607836" y="158382"/>
                  </a:lnTo>
                  <a:lnTo>
                    <a:pt x="5607930" y="158382"/>
                  </a:lnTo>
                  <a:lnTo>
                    <a:pt x="5608024" y="158382"/>
                  </a:lnTo>
                  <a:lnTo>
                    <a:pt x="5608118" y="158382"/>
                  </a:lnTo>
                  <a:lnTo>
                    <a:pt x="5608212" y="158382"/>
                  </a:lnTo>
                  <a:lnTo>
                    <a:pt x="5608306" y="158382"/>
                  </a:lnTo>
                  <a:lnTo>
                    <a:pt x="5608400" y="158382"/>
                  </a:lnTo>
                  <a:lnTo>
                    <a:pt x="5608494" y="158382"/>
                  </a:lnTo>
                  <a:lnTo>
                    <a:pt x="5608588" y="158382"/>
                  </a:lnTo>
                  <a:lnTo>
                    <a:pt x="5608682" y="158382"/>
                  </a:lnTo>
                  <a:lnTo>
                    <a:pt x="5608776" y="158382"/>
                  </a:lnTo>
                  <a:lnTo>
                    <a:pt x="5608870" y="158382"/>
                  </a:lnTo>
                  <a:lnTo>
                    <a:pt x="5608964" y="158382"/>
                  </a:lnTo>
                  <a:lnTo>
                    <a:pt x="5609058" y="158382"/>
                  </a:lnTo>
                  <a:lnTo>
                    <a:pt x="5609152" y="158382"/>
                  </a:lnTo>
                  <a:lnTo>
                    <a:pt x="5609246" y="158382"/>
                  </a:lnTo>
                  <a:lnTo>
                    <a:pt x="5609340" y="158382"/>
                  </a:lnTo>
                  <a:lnTo>
                    <a:pt x="5609434" y="158382"/>
                  </a:lnTo>
                  <a:lnTo>
                    <a:pt x="5609528" y="158382"/>
                  </a:lnTo>
                  <a:lnTo>
                    <a:pt x="5609622" y="158382"/>
                  </a:lnTo>
                  <a:lnTo>
                    <a:pt x="5609716" y="158382"/>
                  </a:lnTo>
                  <a:lnTo>
                    <a:pt x="5609810" y="158382"/>
                  </a:lnTo>
                  <a:lnTo>
                    <a:pt x="5609904" y="158382"/>
                  </a:lnTo>
                  <a:lnTo>
                    <a:pt x="5609904" y="153103"/>
                  </a:lnTo>
                  <a:lnTo>
                    <a:pt x="5609998" y="153103"/>
                  </a:lnTo>
                  <a:lnTo>
                    <a:pt x="5610092" y="153103"/>
                  </a:lnTo>
                  <a:lnTo>
                    <a:pt x="5610186" y="153103"/>
                  </a:lnTo>
                  <a:lnTo>
                    <a:pt x="5610280" y="153103"/>
                  </a:lnTo>
                  <a:lnTo>
                    <a:pt x="5610374" y="153103"/>
                  </a:lnTo>
                  <a:lnTo>
                    <a:pt x="5610469" y="153103"/>
                  </a:lnTo>
                  <a:lnTo>
                    <a:pt x="5610563" y="153103"/>
                  </a:lnTo>
                  <a:lnTo>
                    <a:pt x="5610657" y="153103"/>
                  </a:lnTo>
                  <a:lnTo>
                    <a:pt x="5610751" y="153103"/>
                  </a:lnTo>
                  <a:lnTo>
                    <a:pt x="5610845" y="153103"/>
                  </a:lnTo>
                  <a:lnTo>
                    <a:pt x="5610939" y="153103"/>
                  </a:lnTo>
                  <a:lnTo>
                    <a:pt x="5611033" y="153103"/>
                  </a:lnTo>
                  <a:lnTo>
                    <a:pt x="5611127" y="153103"/>
                  </a:lnTo>
                  <a:lnTo>
                    <a:pt x="5611221" y="153103"/>
                  </a:lnTo>
                  <a:lnTo>
                    <a:pt x="5611315" y="153103"/>
                  </a:lnTo>
                  <a:lnTo>
                    <a:pt x="5611409" y="153103"/>
                  </a:lnTo>
                  <a:lnTo>
                    <a:pt x="5611503" y="153103"/>
                  </a:lnTo>
                  <a:lnTo>
                    <a:pt x="5611597" y="153103"/>
                  </a:lnTo>
                  <a:lnTo>
                    <a:pt x="5611691" y="153103"/>
                  </a:lnTo>
                  <a:lnTo>
                    <a:pt x="5611785" y="153103"/>
                  </a:lnTo>
                  <a:lnTo>
                    <a:pt x="5611879" y="153103"/>
                  </a:lnTo>
                  <a:lnTo>
                    <a:pt x="5611973" y="153103"/>
                  </a:lnTo>
                  <a:lnTo>
                    <a:pt x="5612067" y="153103"/>
                  </a:lnTo>
                  <a:lnTo>
                    <a:pt x="5612161" y="153103"/>
                  </a:lnTo>
                  <a:lnTo>
                    <a:pt x="5612255" y="153103"/>
                  </a:lnTo>
                  <a:lnTo>
                    <a:pt x="5612349" y="153103"/>
                  </a:lnTo>
                  <a:lnTo>
                    <a:pt x="5612443" y="153103"/>
                  </a:lnTo>
                  <a:lnTo>
                    <a:pt x="5612537" y="153103"/>
                  </a:lnTo>
                  <a:lnTo>
                    <a:pt x="5612631" y="153103"/>
                  </a:lnTo>
                  <a:lnTo>
                    <a:pt x="5612725" y="153103"/>
                  </a:lnTo>
                  <a:lnTo>
                    <a:pt x="5612819" y="153103"/>
                  </a:lnTo>
                  <a:lnTo>
                    <a:pt x="5612913" y="153103"/>
                  </a:lnTo>
                  <a:lnTo>
                    <a:pt x="5613007" y="153103"/>
                  </a:lnTo>
                  <a:lnTo>
                    <a:pt x="5613101" y="153103"/>
                  </a:lnTo>
                  <a:lnTo>
                    <a:pt x="5613195" y="153103"/>
                  </a:lnTo>
                  <a:lnTo>
                    <a:pt x="5613289" y="153103"/>
                  </a:lnTo>
                  <a:lnTo>
                    <a:pt x="5613383" y="153103"/>
                  </a:lnTo>
                  <a:lnTo>
                    <a:pt x="5613477" y="153103"/>
                  </a:lnTo>
                  <a:lnTo>
                    <a:pt x="5613571" y="153103"/>
                  </a:lnTo>
                  <a:lnTo>
                    <a:pt x="5613665" y="153103"/>
                  </a:lnTo>
                  <a:lnTo>
                    <a:pt x="5613759" y="153103"/>
                  </a:lnTo>
                  <a:lnTo>
                    <a:pt x="5613853" y="153103"/>
                  </a:lnTo>
                  <a:lnTo>
                    <a:pt x="5613947" y="153103"/>
                  </a:lnTo>
                  <a:lnTo>
                    <a:pt x="5614042" y="153103"/>
                  </a:lnTo>
                  <a:lnTo>
                    <a:pt x="5614136" y="153103"/>
                  </a:lnTo>
                  <a:lnTo>
                    <a:pt x="5614230" y="153103"/>
                  </a:lnTo>
                  <a:lnTo>
                    <a:pt x="5614324" y="153103"/>
                  </a:lnTo>
                  <a:lnTo>
                    <a:pt x="5614418" y="153103"/>
                  </a:lnTo>
                  <a:lnTo>
                    <a:pt x="5614512" y="153103"/>
                  </a:lnTo>
                  <a:lnTo>
                    <a:pt x="5614606" y="153103"/>
                  </a:lnTo>
                  <a:lnTo>
                    <a:pt x="5614700" y="153103"/>
                  </a:lnTo>
                  <a:lnTo>
                    <a:pt x="5614794" y="153103"/>
                  </a:lnTo>
                  <a:lnTo>
                    <a:pt x="5614888" y="153103"/>
                  </a:lnTo>
                  <a:lnTo>
                    <a:pt x="5614982" y="153103"/>
                  </a:lnTo>
                  <a:lnTo>
                    <a:pt x="5615076" y="153103"/>
                  </a:lnTo>
                  <a:lnTo>
                    <a:pt x="5615170" y="153103"/>
                  </a:lnTo>
                  <a:lnTo>
                    <a:pt x="5615264" y="153103"/>
                  </a:lnTo>
                  <a:lnTo>
                    <a:pt x="5615358" y="153103"/>
                  </a:lnTo>
                  <a:lnTo>
                    <a:pt x="5615452" y="153103"/>
                  </a:lnTo>
                  <a:lnTo>
                    <a:pt x="5615546" y="153103"/>
                  </a:lnTo>
                  <a:lnTo>
                    <a:pt x="5615640" y="153103"/>
                  </a:lnTo>
                  <a:lnTo>
                    <a:pt x="5615734" y="153103"/>
                  </a:lnTo>
                  <a:lnTo>
                    <a:pt x="5615828" y="153103"/>
                  </a:lnTo>
                  <a:lnTo>
                    <a:pt x="5615922" y="153103"/>
                  </a:lnTo>
                  <a:lnTo>
                    <a:pt x="5616016" y="153103"/>
                  </a:lnTo>
                  <a:lnTo>
                    <a:pt x="5616110" y="153103"/>
                  </a:lnTo>
                  <a:lnTo>
                    <a:pt x="5616204" y="153103"/>
                  </a:lnTo>
                  <a:lnTo>
                    <a:pt x="5616298" y="153103"/>
                  </a:lnTo>
                  <a:lnTo>
                    <a:pt x="5616392" y="153103"/>
                  </a:lnTo>
                  <a:lnTo>
                    <a:pt x="5616486" y="153103"/>
                  </a:lnTo>
                  <a:lnTo>
                    <a:pt x="5616580" y="153103"/>
                  </a:lnTo>
                  <a:lnTo>
                    <a:pt x="5616674" y="153103"/>
                  </a:lnTo>
                  <a:lnTo>
                    <a:pt x="5616768" y="153103"/>
                  </a:lnTo>
                  <a:lnTo>
                    <a:pt x="5616862" y="153103"/>
                  </a:lnTo>
                  <a:lnTo>
                    <a:pt x="5616956" y="153103"/>
                  </a:lnTo>
                  <a:lnTo>
                    <a:pt x="5617050" y="153103"/>
                  </a:lnTo>
                  <a:lnTo>
                    <a:pt x="5617144" y="153103"/>
                  </a:lnTo>
                  <a:lnTo>
                    <a:pt x="5617238" y="153103"/>
                  </a:lnTo>
                  <a:lnTo>
                    <a:pt x="5617332" y="153103"/>
                  </a:lnTo>
                  <a:lnTo>
                    <a:pt x="5617426" y="153103"/>
                  </a:lnTo>
                  <a:lnTo>
                    <a:pt x="5617521" y="153103"/>
                  </a:lnTo>
                  <a:lnTo>
                    <a:pt x="5617615" y="153103"/>
                  </a:lnTo>
                  <a:lnTo>
                    <a:pt x="5617709" y="153103"/>
                  </a:lnTo>
                  <a:lnTo>
                    <a:pt x="5617803" y="153103"/>
                  </a:lnTo>
                  <a:lnTo>
                    <a:pt x="5617897" y="153103"/>
                  </a:lnTo>
                  <a:lnTo>
                    <a:pt x="5617991" y="153103"/>
                  </a:lnTo>
                  <a:lnTo>
                    <a:pt x="5618085" y="153103"/>
                  </a:lnTo>
                  <a:lnTo>
                    <a:pt x="5618179" y="153103"/>
                  </a:lnTo>
                  <a:lnTo>
                    <a:pt x="5618273" y="153103"/>
                  </a:lnTo>
                  <a:lnTo>
                    <a:pt x="5618367" y="153103"/>
                  </a:lnTo>
                  <a:lnTo>
                    <a:pt x="5618461" y="153103"/>
                  </a:lnTo>
                  <a:lnTo>
                    <a:pt x="5618555" y="153103"/>
                  </a:lnTo>
                  <a:lnTo>
                    <a:pt x="5618649" y="153103"/>
                  </a:lnTo>
                  <a:lnTo>
                    <a:pt x="5618743" y="153103"/>
                  </a:lnTo>
                  <a:lnTo>
                    <a:pt x="5618837" y="153103"/>
                  </a:lnTo>
                  <a:lnTo>
                    <a:pt x="5618931" y="153103"/>
                  </a:lnTo>
                  <a:lnTo>
                    <a:pt x="5619025" y="153103"/>
                  </a:lnTo>
                  <a:lnTo>
                    <a:pt x="5619119" y="153103"/>
                  </a:lnTo>
                  <a:lnTo>
                    <a:pt x="5619213" y="153103"/>
                  </a:lnTo>
                  <a:lnTo>
                    <a:pt x="5619307" y="153103"/>
                  </a:lnTo>
                  <a:lnTo>
                    <a:pt x="5619401" y="153103"/>
                  </a:lnTo>
                  <a:lnTo>
                    <a:pt x="5619495" y="153103"/>
                  </a:lnTo>
                  <a:lnTo>
                    <a:pt x="5619589" y="153103"/>
                  </a:lnTo>
                  <a:lnTo>
                    <a:pt x="5619683" y="153103"/>
                  </a:lnTo>
                  <a:lnTo>
                    <a:pt x="5619777" y="153103"/>
                  </a:lnTo>
                  <a:lnTo>
                    <a:pt x="5619871" y="153103"/>
                  </a:lnTo>
                  <a:lnTo>
                    <a:pt x="5619965" y="153103"/>
                  </a:lnTo>
                  <a:lnTo>
                    <a:pt x="5620059" y="153103"/>
                  </a:lnTo>
                  <a:lnTo>
                    <a:pt x="5620153" y="153103"/>
                  </a:lnTo>
                  <a:lnTo>
                    <a:pt x="5620247" y="153103"/>
                  </a:lnTo>
                  <a:lnTo>
                    <a:pt x="5620341" y="153103"/>
                  </a:lnTo>
                  <a:lnTo>
                    <a:pt x="5620435" y="153103"/>
                  </a:lnTo>
                  <a:lnTo>
                    <a:pt x="5620529" y="153103"/>
                  </a:lnTo>
                  <a:lnTo>
                    <a:pt x="5620623" y="153103"/>
                  </a:lnTo>
                  <a:lnTo>
                    <a:pt x="5620717" y="153103"/>
                  </a:lnTo>
                  <a:lnTo>
                    <a:pt x="5620811" y="153103"/>
                  </a:lnTo>
                  <a:lnTo>
                    <a:pt x="5620905" y="153103"/>
                  </a:lnTo>
                  <a:lnTo>
                    <a:pt x="5620999" y="153103"/>
                  </a:lnTo>
                  <a:lnTo>
                    <a:pt x="5621094" y="153103"/>
                  </a:lnTo>
                  <a:lnTo>
                    <a:pt x="5621188" y="153103"/>
                  </a:lnTo>
                  <a:lnTo>
                    <a:pt x="5621282" y="153103"/>
                  </a:lnTo>
                  <a:lnTo>
                    <a:pt x="5621376" y="153103"/>
                  </a:lnTo>
                  <a:lnTo>
                    <a:pt x="5621470" y="153103"/>
                  </a:lnTo>
                  <a:lnTo>
                    <a:pt x="5621564" y="153103"/>
                  </a:lnTo>
                  <a:lnTo>
                    <a:pt x="5621658" y="153103"/>
                  </a:lnTo>
                  <a:lnTo>
                    <a:pt x="5621752" y="153103"/>
                  </a:lnTo>
                  <a:lnTo>
                    <a:pt x="5621846" y="153103"/>
                  </a:lnTo>
                  <a:lnTo>
                    <a:pt x="5621940" y="153103"/>
                  </a:lnTo>
                  <a:lnTo>
                    <a:pt x="5622034" y="153103"/>
                  </a:lnTo>
                  <a:lnTo>
                    <a:pt x="5622128" y="153103"/>
                  </a:lnTo>
                  <a:lnTo>
                    <a:pt x="5622222" y="153103"/>
                  </a:lnTo>
                  <a:lnTo>
                    <a:pt x="5622316" y="153103"/>
                  </a:lnTo>
                  <a:lnTo>
                    <a:pt x="5622410" y="153103"/>
                  </a:lnTo>
                  <a:lnTo>
                    <a:pt x="5622504" y="153103"/>
                  </a:lnTo>
                  <a:lnTo>
                    <a:pt x="5622598" y="153103"/>
                  </a:lnTo>
                  <a:lnTo>
                    <a:pt x="5622692" y="153103"/>
                  </a:lnTo>
                  <a:lnTo>
                    <a:pt x="5622786" y="153103"/>
                  </a:lnTo>
                  <a:lnTo>
                    <a:pt x="5622880" y="153103"/>
                  </a:lnTo>
                  <a:lnTo>
                    <a:pt x="5622974" y="153103"/>
                  </a:lnTo>
                  <a:lnTo>
                    <a:pt x="5623068" y="153103"/>
                  </a:lnTo>
                  <a:lnTo>
                    <a:pt x="5623162" y="153103"/>
                  </a:lnTo>
                  <a:lnTo>
                    <a:pt x="5623256" y="153103"/>
                  </a:lnTo>
                  <a:lnTo>
                    <a:pt x="5623350" y="153103"/>
                  </a:lnTo>
                  <a:lnTo>
                    <a:pt x="5623444" y="153103"/>
                  </a:lnTo>
                  <a:lnTo>
                    <a:pt x="5623538" y="153103"/>
                  </a:lnTo>
                  <a:lnTo>
                    <a:pt x="5623632" y="153103"/>
                  </a:lnTo>
                  <a:lnTo>
                    <a:pt x="5623726" y="153103"/>
                  </a:lnTo>
                  <a:lnTo>
                    <a:pt x="5623820" y="153103"/>
                  </a:lnTo>
                  <a:lnTo>
                    <a:pt x="5623914" y="153103"/>
                  </a:lnTo>
                  <a:lnTo>
                    <a:pt x="5624008" y="153103"/>
                  </a:lnTo>
                  <a:lnTo>
                    <a:pt x="5624102" y="153103"/>
                  </a:lnTo>
                  <a:lnTo>
                    <a:pt x="5624196" y="153103"/>
                  </a:lnTo>
                  <a:lnTo>
                    <a:pt x="5624290" y="153103"/>
                  </a:lnTo>
                  <a:lnTo>
                    <a:pt x="5624384" y="153103"/>
                  </a:lnTo>
                  <a:lnTo>
                    <a:pt x="5624478" y="153103"/>
                  </a:lnTo>
                  <a:lnTo>
                    <a:pt x="5624572" y="153103"/>
                  </a:lnTo>
                  <a:lnTo>
                    <a:pt x="5624667" y="153103"/>
                  </a:lnTo>
                  <a:lnTo>
                    <a:pt x="5624761" y="153103"/>
                  </a:lnTo>
                  <a:lnTo>
                    <a:pt x="5624855" y="153103"/>
                  </a:lnTo>
                  <a:lnTo>
                    <a:pt x="5624949" y="153103"/>
                  </a:lnTo>
                  <a:lnTo>
                    <a:pt x="5625043" y="153103"/>
                  </a:lnTo>
                  <a:lnTo>
                    <a:pt x="5625137" y="153103"/>
                  </a:lnTo>
                  <a:lnTo>
                    <a:pt x="5625231" y="153103"/>
                  </a:lnTo>
                  <a:lnTo>
                    <a:pt x="5625325" y="153103"/>
                  </a:lnTo>
                  <a:lnTo>
                    <a:pt x="5625419" y="153103"/>
                  </a:lnTo>
                  <a:lnTo>
                    <a:pt x="5625513" y="153103"/>
                  </a:lnTo>
                  <a:lnTo>
                    <a:pt x="5625607" y="153103"/>
                  </a:lnTo>
                  <a:lnTo>
                    <a:pt x="5625701" y="153103"/>
                  </a:lnTo>
                  <a:lnTo>
                    <a:pt x="5625795" y="153103"/>
                  </a:lnTo>
                  <a:lnTo>
                    <a:pt x="5625889" y="153103"/>
                  </a:lnTo>
                  <a:lnTo>
                    <a:pt x="5625983" y="153103"/>
                  </a:lnTo>
                  <a:lnTo>
                    <a:pt x="5626077" y="153103"/>
                  </a:lnTo>
                  <a:lnTo>
                    <a:pt x="5626171" y="153103"/>
                  </a:lnTo>
                  <a:lnTo>
                    <a:pt x="5626265" y="153103"/>
                  </a:lnTo>
                  <a:lnTo>
                    <a:pt x="5626359" y="153103"/>
                  </a:lnTo>
                  <a:lnTo>
                    <a:pt x="5626453" y="153103"/>
                  </a:lnTo>
                  <a:lnTo>
                    <a:pt x="5626547" y="153103"/>
                  </a:lnTo>
                  <a:lnTo>
                    <a:pt x="5626641" y="153103"/>
                  </a:lnTo>
                  <a:lnTo>
                    <a:pt x="5626735" y="153103"/>
                  </a:lnTo>
                  <a:lnTo>
                    <a:pt x="5626829" y="153103"/>
                  </a:lnTo>
                  <a:lnTo>
                    <a:pt x="5626923" y="153103"/>
                  </a:lnTo>
                  <a:lnTo>
                    <a:pt x="5627017" y="153103"/>
                  </a:lnTo>
                  <a:lnTo>
                    <a:pt x="5627111" y="153103"/>
                  </a:lnTo>
                  <a:lnTo>
                    <a:pt x="5627205" y="153103"/>
                  </a:lnTo>
                  <a:lnTo>
                    <a:pt x="5627299" y="153103"/>
                  </a:lnTo>
                  <a:lnTo>
                    <a:pt x="5627393" y="153103"/>
                  </a:lnTo>
                  <a:lnTo>
                    <a:pt x="5627487" y="153103"/>
                  </a:lnTo>
                  <a:lnTo>
                    <a:pt x="5627581" y="153103"/>
                  </a:lnTo>
                  <a:lnTo>
                    <a:pt x="5627675" y="153103"/>
                  </a:lnTo>
                  <a:lnTo>
                    <a:pt x="5627769" y="153103"/>
                  </a:lnTo>
                  <a:lnTo>
                    <a:pt x="5627863" y="153103"/>
                  </a:lnTo>
                  <a:lnTo>
                    <a:pt x="5627957" y="153103"/>
                  </a:lnTo>
                  <a:lnTo>
                    <a:pt x="5628051" y="153103"/>
                  </a:lnTo>
                  <a:lnTo>
                    <a:pt x="5628146" y="153103"/>
                  </a:lnTo>
                  <a:lnTo>
                    <a:pt x="5628240" y="153103"/>
                  </a:lnTo>
                  <a:lnTo>
                    <a:pt x="5628334" y="153103"/>
                  </a:lnTo>
                  <a:lnTo>
                    <a:pt x="5628428" y="153103"/>
                  </a:lnTo>
                  <a:lnTo>
                    <a:pt x="5628522" y="153103"/>
                  </a:lnTo>
                  <a:lnTo>
                    <a:pt x="5628616" y="153103"/>
                  </a:lnTo>
                  <a:lnTo>
                    <a:pt x="5628710" y="153103"/>
                  </a:lnTo>
                  <a:lnTo>
                    <a:pt x="5628804" y="153103"/>
                  </a:lnTo>
                  <a:lnTo>
                    <a:pt x="5628898" y="153103"/>
                  </a:lnTo>
                  <a:lnTo>
                    <a:pt x="5628992" y="153103"/>
                  </a:lnTo>
                  <a:lnTo>
                    <a:pt x="5629086" y="153103"/>
                  </a:lnTo>
                  <a:lnTo>
                    <a:pt x="5629180" y="153103"/>
                  </a:lnTo>
                  <a:lnTo>
                    <a:pt x="5629274" y="153103"/>
                  </a:lnTo>
                  <a:lnTo>
                    <a:pt x="5629368" y="153103"/>
                  </a:lnTo>
                  <a:lnTo>
                    <a:pt x="5629462" y="153103"/>
                  </a:lnTo>
                  <a:lnTo>
                    <a:pt x="5629556" y="153103"/>
                  </a:lnTo>
                  <a:lnTo>
                    <a:pt x="5629650" y="153103"/>
                  </a:lnTo>
                  <a:lnTo>
                    <a:pt x="5629744" y="153103"/>
                  </a:lnTo>
                  <a:lnTo>
                    <a:pt x="5629838" y="153103"/>
                  </a:lnTo>
                  <a:lnTo>
                    <a:pt x="5629932" y="153103"/>
                  </a:lnTo>
                  <a:lnTo>
                    <a:pt x="5630026" y="153103"/>
                  </a:lnTo>
                  <a:lnTo>
                    <a:pt x="5630120" y="153103"/>
                  </a:lnTo>
                  <a:lnTo>
                    <a:pt x="5630214" y="153103"/>
                  </a:lnTo>
                  <a:lnTo>
                    <a:pt x="5630308" y="153103"/>
                  </a:lnTo>
                  <a:lnTo>
                    <a:pt x="5630402" y="153103"/>
                  </a:lnTo>
                  <a:lnTo>
                    <a:pt x="5630496" y="153103"/>
                  </a:lnTo>
                  <a:lnTo>
                    <a:pt x="5630590" y="153103"/>
                  </a:lnTo>
                  <a:lnTo>
                    <a:pt x="5630684" y="153103"/>
                  </a:lnTo>
                  <a:lnTo>
                    <a:pt x="5630778" y="153103"/>
                  </a:lnTo>
                  <a:lnTo>
                    <a:pt x="5630872" y="153103"/>
                  </a:lnTo>
                  <a:lnTo>
                    <a:pt x="5630966" y="153103"/>
                  </a:lnTo>
                  <a:lnTo>
                    <a:pt x="5631060" y="153103"/>
                  </a:lnTo>
                  <a:lnTo>
                    <a:pt x="5631154" y="153103"/>
                  </a:lnTo>
                  <a:lnTo>
                    <a:pt x="5631248" y="153103"/>
                  </a:lnTo>
                  <a:lnTo>
                    <a:pt x="5631342" y="153103"/>
                  </a:lnTo>
                  <a:lnTo>
                    <a:pt x="5631436" y="153103"/>
                  </a:lnTo>
                  <a:lnTo>
                    <a:pt x="5631530" y="153103"/>
                  </a:lnTo>
                  <a:lnTo>
                    <a:pt x="5631624" y="153103"/>
                  </a:lnTo>
                  <a:lnTo>
                    <a:pt x="5631719" y="153103"/>
                  </a:lnTo>
                  <a:lnTo>
                    <a:pt x="5631813" y="153103"/>
                  </a:lnTo>
                  <a:lnTo>
                    <a:pt x="5631907" y="153103"/>
                  </a:lnTo>
                  <a:lnTo>
                    <a:pt x="5632001" y="153103"/>
                  </a:lnTo>
                  <a:lnTo>
                    <a:pt x="5632095" y="153103"/>
                  </a:lnTo>
                  <a:lnTo>
                    <a:pt x="5632189" y="153103"/>
                  </a:lnTo>
                  <a:lnTo>
                    <a:pt x="5632283" y="153103"/>
                  </a:lnTo>
                  <a:lnTo>
                    <a:pt x="5632377" y="153103"/>
                  </a:lnTo>
                  <a:lnTo>
                    <a:pt x="5632471" y="153103"/>
                  </a:lnTo>
                  <a:lnTo>
                    <a:pt x="5632565" y="153103"/>
                  </a:lnTo>
                  <a:lnTo>
                    <a:pt x="5632659" y="153103"/>
                  </a:lnTo>
                  <a:lnTo>
                    <a:pt x="5632753" y="153103"/>
                  </a:lnTo>
                  <a:lnTo>
                    <a:pt x="5632847" y="153103"/>
                  </a:lnTo>
                  <a:lnTo>
                    <a:pt x="5632941" y="153103"/>
                  </a:lnTo>
                  <a:lnTo>
                    <a:pt x="5633035" y="153103"/>
                  </a:lnTo>
                  <a:lnTo>
                    <a:pt x="5633129" y="153103"/>
                  </a:lnTo>
                  <a:lnTo>
                    <a:pt x="5633223" y="153103"/>
                  </a:lnTo>
                  <a:lnTo>
                    <a:pt x="5633317" y="153103"/>
                  </a:lnTo>
                  <a:lnTo>
                    <a:pt x="5633411" y="153103"/>
                  </a:lnTo>
                  <a:lnTo>
                    <a:pt x="5633505" y="153103"/>
                  </a:lnTo>
                  <a:lnTo>
                    <a:pt x="5633599" y="153103"/>
                  </a:lnTo>
                  <a:lnTo>
                    <a:pt x="5633693" y="153103"/>
                  </a:lnTo>
                  <a:lnTo>
                    <a:pt x="5633787" y="153103"/>
                  </a:lnTo>
                  <a:lnTo>
                    <a:pt x="5633881" y="153103"/>
                  </a:lnTo>
                  <a:lnTo>
                    <a:pt x="5633975" y="153103"/>
                  </a:lnTo>
                  <a:lnTo>
                    <a:pt x="5634069" y="153103"/>
                  </a:lnTo>
                  <a:lnTo>
                    <a:pt x="5634163" y="153103"/>
                  </a:lnTo>
                  <a:lnTo>
                    <a:pt x="5634257" y="153103"/>
                  </a:lnTo>
                  <a:lnTo>
                    <a:pt x="5634351" y="153103"/>
                  </a:lnTo>
                  <a:lnTo>
                    <a:pt x="5634445" y="153103"/>
                  </a:lnTo>
                  <a:lnTo>
                    <a:pt x="5634539" y="153103"/>
                  </a:lnTo>
                  <a:lnTo>
                    <a:pt x="5634633" y="153103"/>
                  </a:lnTo>
                  <a:lnTo>
                    <a:pt x="5634727" y="153103"/>
                  </a:lnTo>
                  <a:lnTo>
                    <a:pt x="5634821" y="153103"/>
                  </a:lnTo>
                  <a:lnTo>
                    <a:pt x="5634915" y="153103"/>
                  </a:lnTo>
                  <a:lnTo>
                    <a:pt x="5635009" y="153103"/>
                  </a:lnTo>
                  <a:lnTo>
                    <a:pt x="5635103" y="153103"/>
                  </a:lnTo>
                  <a:lnTo>
                    <a:pt x="5635197" y="153103"/>
                  </a:lnTo>
                  <a:lnTo>
                    <a:pt x="5635292" y="153103"/>
                  </a:lnTo>
                  <a:lnTo>
                    <a:pt x="5635386" y="153103"/>
                  </a:lnTo>
                  <a:lnTo>
                    <a:pt x="5635480" y="153103"/>
                  </a:lnTo>
                  <a:lnTo>
                    <a:pt x="5635574" y="153103"/>
                  </a:lnTo>
                  <a:lnTo>
                    <a:pt x="5635668" y="153103"/>
                  </a:lnTo>
                  <a:lnTo>
                    <a:pt x="5635762" y="153103"/>
                  </a:lnTo>
                  <a:lnTo>
                    <a:pt x="5635856" y="153103"/>
                  </a:lnTo>
                  <a:lnTo>
                    <a:pt x="5635950" y="153103"/>
                  </a:lnTo>
                  <a:lnTo>
                    <a:pt x="5636044" y="153103"/>
                  </a:lnTo>
                  <a:lnTo>
                    <a:pt x="5636138" y="153103"/>
                  </a:lnTo>
                  <a:lnTo>
                    <a:pt x="5636232" y="153103"/>
                  </a:lnTo>
                  <a:lnTo>
                    <a:pt x="5636326" y="153103"/>
                  </a:lnTo>
                  <a:lnTo>
                    <a:pt x="5636420" y="153103"/>
                  </a:lnTo>
                  <a:lnTo>
                    <a:pt x="5636514" y="153103"/>
                  </a:lnTo>
                  <a:lnTo>
                    <a:pt x="5636608" y="153103"/>
                  </a:lnTo>
                  <a:lnTo>
                    <a:pt x="5636702" y="153103"/>
                  </a:lnTo>
                  <a:lnTo>
                    <a:pt x="5636796" y="153103"/>
                  </a:lnTo>
                  <a:lnTo>
                    <a:pt x="5636890" y="153103"/>
                  </a:lnTo>
                  <a:lnTo>
                    <a:pt x="5636984" y="153103"/>
                  </a:lnTo>
                  <a:lnTo>
                    <a:pt x="5637078" y="153103"/>
                  </a:lnTo>
                  <a:lnTo>
                    <a:pt x="5637172" y="153103"/>
                  </a:lnTo>
                  <a:lnTo>
                    <a:pt x="5637266" y="153103"/>
                  </a:lnTo>
                  <a:lnTo>
                    <a:pt x="5637360" y="153103"/>
                  </a:lnTo>
                  <a:lnTo>
                    <a:pt x="5637454" y="153103"/>
                  </a:lnTo>
                  <a:lnTo>
                    <a:pt x="5637548" y="153103"/>
                  </a:lnTo>
                  <a:lnTo>
                    <a:pt x="5637642" y="153103"/>
                  </a:lnTo>
                  <a:lnTo>
                    <a:pt x="5637736" y="153103"/>
                  </a:lnTo>
                  <a:lnTo>
                    <a:pt x="5637830" y="153103"/>
                  </a:lnTo>
                  <a:lnTo>
                    <a:pt x="5637924" y="153103"/>
                  </a:lnTo>
                  <a:lnTo>
                    <a:pt x="5638018" y="153103"/>
                  </a:lnTo>
                  <a:lnTo>
                    <a:pt x="5638112" y="153103"/>
                  </a:lnTo>
                  <a:lnTo>
                    <a:pt x="5638206" y="153103"/>
                  </a:lnTo>
                  <a:lnTo>
                    <a:pt x="5638300" y="153103"/>
                  </a:lnTo>
                  <a:lnTo>
                    <a:pt x="5638394" y="153103"/>
                  </a:lnTo>
                  <a:lnTo>
                    <a:pt x="5638488" y="153103"/>
                  </a:lnTo>
                  <a:lnTo>
                    <a:pt x="5638582" y="153103"/>
                  </a:lnTo>
                  <a:lnTo>
                    <a:pt x="5638676" y="153103"/>
                  </a:lnTo>
                  <a:lnTo>
                    <a:pt x="5638771" y="153103"/>
                  </a:lnTo>
                  <a:lnTo>
                    <a:pt x="5638865" y="153103"/>
                  </a:lnTo>
                  <a:lnTo>
                    <a:pt x="5638959" y="153103"/>
                  </a:lnTo>
                  <a:lnTo>
                    <a:pt x="5639053" y="153103"/>
                  </a:lnTo>
                  <a:lnTo>
                    <a:pt x="5639147" y="153103"/>
                  </a:lnTo>
                  <a:lnTo>
                    <a:pt x="5639241" y="153103"/>
                  </a:lnTo>
                  <a:lnTo>
                    <a:pt x="5639335" y="153103"/>
                  </a:lnTo>
                  <a:lnTo>
                    <a:pt x="5639429" y="153103"/>
                  </a:lnTo>
                  <a:lnTo>
                    <a:pt x="5639523" y="153103"/>
                  </a:lnTo>
                  <a:lnTo>
                    <a:pt x="5639617" y="153103"/>
                  </a:lnTo>
                  <a:lnTo>
                    <a:pt x="5639711" y="153103"/>
                  </a:lnTo>
                  <a:lnTo>
                    <a:pt x="5639805" y="153103"/>
                  </a:lnTo>
                  <a:lnTo>
                    <a:pt x="5639899" y="153103"/>
                  </a:lnTo>
                  <a:lnTo>
                    <a:pt x="5639993" y="153103"/>
                  </a:lnTo>
                  <a:lnTo>
                    <a:pt x="5640087" y="153103"/>
                  </a:lnTo>
                  <a:lnTo>
                    <a:pt x="5640181" y="153103"/>
                  </a:lnTo>
                  <a:lnTo>
                    <a:pt x="5640275" y="153103"/>
                  </a:lnTo>
                  <a:lnTo>
                    <a:pt x="5640369" y="153103"/>
                  </a:lnTo>
                  <a:lnTo>
                    <a:pt x="5640463" y="153103"/>
                  </a:lnTo>
                  <a:lnTo>
                    <a:pt x="5640557" y="153103"/>
                  </a:lnTo>
                  <a:lnTo>
                    <a:pt x="5640651" y="153103"/>
                  </a:lnTo>
                  <a:lnTo>
                    <a:pt x="5640745" y="153103"/>
                  </a:lnTo>
                  <a:lnTo>
                    <a:pt x="5640839" y="153103"/>
                  </a:lnTo>
                  <a:lnTo>
                    <a:pt x="5640933" y="153103"/>
                  </a:lnTo>
                  <a:lnTo>
                    <a:pt x="5641027" y="153103"/>
                  </a:lnTo>
                  <a:lnTo>
                    <a:pt x="5641121" y="153103"/>
                  </a:lnTo>
                  <a:lnTo>
                    <a:pt x="5641215" y="153103"/>
                  </a:lnTo>
                  <a:lnTo>
                    <a:pt x="5641309" y="153103"/>
                  </a:lnTo>
                  <a:lnTo>
                    <a:pt x="5641403" y="153103"/>
                  </a:lnTo>
                  <a:lnTo>
                    <a:pt x="5641497" y="153103"/>
                  </a:lnTo>
                  <a:lnTo>
                    <a:pt x="5641591" y="153103"/>
                  </a:lnTo>
                  <a:lnTo>
                    <a:pt x="5641685" y="153103"/>
                  </a:lnTo>
                  <a:lnTo>
                    <a:pt x="5641779" y="153103"/>
                  </a:lnTo>
                  <a:lnTo>
                    <a:pt x="5641873" y="153103"/>
                  </a:lnTo>
                  <a:lnTo>
                    <a:pt x="5641967" y="153103"/>
                  </a:lnTo>
                  <a:lnTo>
                    <a:pt x="5642061" y="153103"/>
                  </a:lnTo>
                  <a:lnTo>
                    <a:pt x="5642155" y="153103"/>
                  </a:lnTo>
                  <a:lnTo>
                    <a:pt x="5642249" y="153103"/>
                  </a:lnTo>
                  <a:lnTo>
                    <a:pt x="5642344" y="153103"/>
                  </a:lnTo>
                  <a:lnTo>
                    <a:pt x="5642438" y="153103"/>
                  </a:lnTo>
                  <a:lnTo>
                    <a:pt x="5642532" y="153103"/>
                  </a:lnTo>
                  <a:lnTo>
                    <a:pt x="5642626" y="153103"/>
                  </a:lnTo>
                  <a:lnTo>
                    <a:pt x="5642720" y="153103"/>
                  </a:lnTo>
                  <a:lnTo>
                    <a:pt x="5642814" y="153103"/>
                  </a:lnTo>
                  <a:lnTo>
                    <a:pt x="5642908" y="153103"/>
                  </a:lnTo>
                  <a:lnTo>
                    <a:pt x="5643002" y="153103"/>
                  </a:lnTo>
                  <a:lnTo>
                    <a:pt x="5643096" y="153103"/>
                  </a:lnTo>
                  <a:lnTo>
                    <a:pt x="5643190" y="153103"/>
                  </a:lnTo>
                  <a:lnTo>
                    <a:pt x="5643284" y="153103"/>
                  </a:lnTo>
                  <a:lnTo>
                    <a:pt x="5643378" y="153103"/>
                  </a:lnTo>
                  <a:lnTo>
                    <a:pt x="5643472" y="153103"/>
                  </a:lnTo>
                  <a:lnTo>
                    <a:pt x="5643566" y="153103"/>
                  </a:lnTo>
                  <a:lnTo>
                    <a:pt x="5643660" y="153103"/>
                  </a:lnTo>
                  <a:lnTo>
                    <a:pt x="5643754" y="153103"/>
                  </a:lnTo>
                  <a:lnTo>
                    <a:pt x="5643848" y="153103"/>
                  </a:lnTo>
                  <a:lnTo>
                    <a:pt x="5643942" y="153103"/>
                  </a:lnTo>
                  <a:lnTo>
                    <a:pt x="5644036" y="153103"/>
                  </a:lnTo>
                  <a:lnTo>
                    <a:pt x="5644130" y="153103"/>
                  </a:lnTo>
                  <a:lnTo>
                    <a:pt x="5644224" y="153103"/>
                  </a:lnTo>
                  <a:lnTo>
                    <a:pt x="5644318" y="153103"/>
                  </a:lnTo>
                  <a:lnTo>
                    <a:pt x="5644412" y="153103"/>
                  </a:lnTo>
                  <a:lnTo>
                    <a:pt x="5644506" y="153103"/>
                  </a:lnTo>
                  <a:lnTo>
                    <a:pt x="5644600" y="153103"/>
                  </a:lnTo>
                  <a:lnTo>
                    <a:pt x="5644694" y="153103"/>
                  </a:lnTo>
                  <a:lnTo>
                    <a:pt x="5644788" y="153103"/>
                  </a:lnTo>
                  <a:lnTo>
                    <a:pt x="5644882" y="153103"/>
                  </a:lnTo>
                  <a:lnTo>
                    <a:pt x="5644976" y="153103"/>
                  </a:lnTo>
                  <a:lnTo>
                    <a:pt x="5645070" y="153103"/>
                  </a:lnTo>
                  <a:lnTo>
                    <a:pt x="5645164" y="153103"/>
                  </a:lnTo>
                  <a:lnTo>
                    <a:pt x="5645258" y="153103"/>
                  </a:lnTo>
                  <a:lnTo>
                    <a:pt x="5645352" y="153103"/>
                  </a:lnTo>
                  <a:lnTo>
                    <a:pt x="5645446" y="153103"/>
                  </a:lnTo>
                  <a:lnTo>
                    <a:pt x="5645540" y="153103"/>
                  </a:lnTo>
                  <a:lnTo>
                    <a:pt x="5645634" y="153103"/>
                  </a:lnTo>
                  <a:lnTo>
                    <a:pt x="5645728" y="153103"/>
                  </a:lnTo>
                  <a:lnTo>
                    <a:pt x="5645822" y="153103"/>
                  </a:lnTo>
                  <a:lnTo>
                    <a:pt x="5645917" y="153103"/>
                  </a:lnTo>
                  <a:lnTo>
                    <a:pt x="5646011" y="153103"/>
                  </a:lnTo>
                  <a:lnTo>
                    <a:pt x="5646105" y="153103"/>
                  </a:lnTo>
                  <a:lnTo>
                    <a:pt x="5646199" y="153103"/>
                  </a:lnTo>
                  <a:lnTo>
                    <a:pt x="5646293" y="153103"/>
                  </a:lnTo>
                  <a:lnTo>
                    <a:pt x="5646387" y="153103"/>
                  </a:lnTo>
                  <a:lnTo>
                    <a:pt x="5646481" y="153103"/>
                  </a:lnTo>
                  <a:lnTo>
                    <a:pt x="5646575" y="153103"/>
                  </a:lnTo>
                  <a:lnTo>
                    <a:pt x="5646669" y="153103"/>
                  </a:lnTo>
                  <a:lnTo>
                    <a:pt x="5646763" y="153103"/>
                  </a:lnTo>
                  <a:lnTo>
                    <a:pt x="5646857" y="153103"/>
                  </a:lnTo>
                  <a:lnTo>
                    <a:pt x="5646951" y="153103"/>
                  </a:lnTo>
                  <a:lnTo>
                    <a:pt x="5647045" y="153103"/>
                  </a:lnTo>
                  <a:lnTo>
                    <a:pt x="5647139" y="153103"/>
                  </a:lnTo>
                  <a:lnTo>
                    <a:pt x="5647233" y="153103"/>
                  </a:lnTo>
                  <a:lnTo>
                    <a:pt x="5647327" y="153103"/>
                  </a:lnTo>
                  <a:lnTo>
                    <a:pt x="5647421" y="153103"/>
                  </a:lnTo>
                  <a:lnTo>
                    <a:pt x="5647515" y="153103"/>
                  </a:lnTo>
                  <a:lnTo>
                    <a:pt x="5647609" y="153103"/>
                  </a:lnTo>
                  <a:lnTo>
                    <a:pt x="5647703" y="153103"/>
                  </a:lnTo>
                  <a:lnTo>
                    <a:pt x="5647797" y="153103"/>
                  </a:lnTo>
                  <a:lnTo>
                    <a:pt x="5647891" y="153103"/>
                  </a:lnTo>
                  <a:lnTo>
                    <a:pt x="5647985" y="153103"/>
                  </a:lnTo>
                  <a:lnTo>
                    <a:pt x="5648079" y="153103"/>
                  </a:lnTo>
                  <a:lnTo>
                    <a:pt x="5648173" y="153103"/>
                  </a:lnTo>
                  <a:lnTo>
                    <a:pt x="5648267" y="153103"/>
                  </a:lnTo>
                  <a:lnTo>
                    <a:pt x="5648361" y="153103"/>
                  </a:lnTo>
                  <a:lnTo>
                    <a:pt x="5648455" y="153103"/>
                  </a:lnTo>
                  <a:lnTo>
                    <a:pt x="5648549" y="153103"/>
                  </a:lnTo>
                  <a:lnTo>
                    <a:pt x="5648643" y="153103"/>
                  </a:lnTo>
                  <a:lnTo>
                    <a:pt x="5648737" y="153103"/>
                  </a:lnTo>
                  <a:lnTo>
                    <a:pt x="5648831" y="153103"/>
                  </a:lnTo>
                  <a:lnTo>
                    <a:pt x="5648925" y="153103"/>
                  </a:lnTo>
                  <a:lnTo>
                    <a:pt x="5649019" y="153103"/>
                  </a:lnTo>
                  <a:lnTo>
                    <a:pt x="5649113" y="153103"/>
                  </a:lnTo>
                  <a:lnTo>
                    <a:pt x="5649207" y="153103"/>
                  </a:lnTo>
                  <a:lnTo>
                    <a:pt x="5649301" y="153103"/>
                  </a:lnTo>
                  <a:lnTo>
                    <a:pt x="5649395" y="153103"/>
                  </a:lnTo>
                  <a:lnTo>
                    <a:pt x="5649490" y="153103"/>
                  </a:lnTo>
                  <a:lnTo>
                    <a:pt x="5649584" y="153103"/>
                  </a:lnTo>
                  <a:lnTo>
                    <a:pt x="5649678" y="153103"/>
                  </a:lnTo>
                  <a:lnTo>
                    <a:pt x="5649772" y="153103"/>
                  </a:lnTo>
                  <a:lnTo>
                    <a:pt x="5649866" y="153103"/>
                  </a:lnTo>
                  <a:lnTo>
                    <a:pt x="5649960" y="153103"/>
                  </a:lnTo>
                  <a:lnTo>
                    <a:pt x="5650054" y="153103"/>
                  </a:lnTo>
                  <a:lnTo>
                    <a:pt x="5650148" y="153103"/>
                  </a:lnTo>
                  <a:lnTo>
                    <a:pt x="5650242" y="153103"/>
                  </a:lnTo>
                  <a:lnTo>
                    <a:pt x="5650336" y="153103"/>
                  </a:lnTo>
                  <a:lnTo>
                    <a:pt x="5650430" y="153103"/>
                  </a:lnTo>
                  <a:lnTo>
                    <a:pt x="5650524" y="153103"/>
                  </a:lnTo>
                  <a:lnTo>
                    <a:pt x="5650618" y="153103"/>
                  </a:lnTo>
                  <a:lnTo>
                    <a:pt x="5650712" y="153103"/>
                  </a:lnTo>
                  <a:lnTo>
                    <a:pt x="5650806" y="153103"/>
                  </a:lnTo>
                  <a:lnTo>
                    <a:pt x="5650900" y="153103"/>
                  </a:lnTo>
                  <a:lnTo>
                    <a:pt x="5650994" y="153103"/>
                  </a:lnTo>
                  <a:lnTo>
                    <a:pt x="5651088" y="153103"/>
                  </a:lnTo>
                  <a:lnTo>
                    <a:pt x="5651182" y="153103"/>
                  </a:lnTo>
                  <a:lnTo>
                    <a:pt x="5651276" y="153103"/>
                  </a:lnTo>
                  <a:lnTo>
                    <a:pt x="5651370" y="153103"/>
                  </a:lnTo>
                  <a:lnTo>
                    <a:pt x="5651464" y="153103"/>
                  </a:lnTo>
                  <a:lnTo>
                    <a:pt x="5651558" y="153103"/>
                  </a:lnTo>
                  <a:lnTo>
                    <a:pt x="5651652" y="153103"/>
                  </a:lnTo>
                  <a:lnTo>
                    <a:pt x="5651746" y="153103"/>
                  </a:lnTo>
                  <a:lnTo>
                    <a:pt x="5651840" y="153103"/>
                  </a:lnTo>
                  <a:lnTo>
                    <a:pt x="5651934" y="153103"/>
                  </a:lnTo>
                  <a:lnTo>
                    <a:pt x="5652028" y="153103"/>
                  </a:lnTo>
                  <a:lnTo>
                    <a:pt x="5652122" y="153103"/>
                  </a:lnTo>
                  <a:lnTo>
                    <a:pt x="5652216" y="153103"/>
                  </a:lnTo>
                  <a:lnTo>
                    <a:pt x="5652310" y="153103"/>
                  </a:lnTo>
                  <a:lnTo>
                    <a:pt x="5652404" y="153103"/>
                  </a:lnTo>
                  <a:lnTo>
                    <a:pt x="5652498" y="153103"/>
                  </a:lnTo>
                  <a:lnTo>
                    <a:pt x="5652592" y="153103"/>
                  </a:lnTo>
                  <a:lnTo>
                    <a:pt x="5652686" y="153103"/>
                  </a:lnTo>
                  <a:lnTo>
                    <a:pt x="5652780" y="153103"/>
                  </a:lnTo>
                  <a:lnTo>
                    <a:pt x="5652874" y="153103"/>
                  </a:lnTo>
                  <a:lnTo>
                    <a:pt x="5652969" y="153103"/>
                  </a:lnTo>
                  <a:lnTo>
                    <a:pt x="5653063" y="153103"/>
                  </a:lnTo>
                  <a:lnTo>
                    <a:pt x="5653157" y="153103"/>
                  </a:lnTo>
                  <a:lnTo>
                    <a:pt x="5653251" y="153103"/>
                  </a:lnTo>
                  <a:lnTo>
                    <a:pt x="5653345" y="153103"/>
                  </a:lnTo>
                  <a:lnTo>
                    <a:pt x="5653439" y="153103"/>
                  </a:lnTo>
                  <a:lnTo>
                    <a:pt x="5653533" y="153103"/>
                  </a:lnTo>
                  <a:lnTo>
                    <a:pt x="5653627" y="153103"/>
                  </a:lnTo>
                  <a:lnTo>
                    <a:pt x="5653721" y="153103"/>
                  </a:lnTo>
                  <a:lnTo>
                    <a:pt x="5653815" y="153103"/>
                  </a:lnTo>
                  <a:lnTo>
                    <a:pt x="5653909" y="153103"/>
                  </a:lnTo>
                  <a:lnTo>
                    <a:pt x="5654003" y="153103"/>
                  </a:lnTo>
                  <a:lnTo>
                    <a:pt x="5654097" y="153103"/>
                  </a:lnTo>
                  <a:lnTo>
                    <a:pt x="5654191" y="153103"/>
                  </a:lnTo>
                  <a:lnTo>
                    <a:pt x="5654285" y="153103"/>
                  </a:lnTo>
                  <a:lnTo>
                    <a:pt x="5654379" y="153103"/>
                  </a:lnTo>
                  <a:lnTo>
                    <a:pt x="5654473" y="153103"/>
                  </a:lnTo>
                  <a:lnTo>
                    <a:pt x="5654567" y="153103"/>
                  </a:lnTo>
                  <a:lnTo>
                    <a:pt x="5654661" y="153103"/>
                  </a:lnTo>
                  <a:lnTo>
                    <a:pt x="5654755" y="153103"/>
                  </a:lnTo>
                  <a:lnTo>
                    <a:pt x="5654849" y="153103"/>
                  </a:lnTo>
                  <a:lnTo>
                    <a:pt x="5654943" y="153103"/>
                  </a:lnTo>
                  <a:lnTo>
                    <a:pt x="5655037" y="153103"/>
                  </a:lnTo>
                  <a:lnTo>
                    <a:pt x="5655131" y="153103"/>
                  </a:lnTo>
                  <a:lnTo>
                    <a:pt x="5655225" y="153103"/>
                  </a:lnTo>
                  <a:lnTo>
                    <a:pt x="5655319" y="153103"/>
                  </a:lnTo>
                  <a:lnTo>
                    <a:pt x="5655413" y="153103"/>
                  </a:lnTo>
                  <a:lnTo>
                    <a:pt x="5655507" y="153103"/>
                  </a:lnTo>
                  <a:lnTo>
                    <a:pt x="5655601" y="153103"/>
                  </a:lnTo>
                  <a:lnTo>
                    <a:pt x="5655695" y="153103"/>
                  </a:lnTo>
                  <a:lnTo>
                    <a:pt x="5655789" y="153103"/>
                  </a:lnTo>
                  <a:lnTo>
                    <a:pt x="5655883" y="153103"/>
                  </a:lnTo>
                  <a:lnTo>
                    <a:pt x="5655977" y="153103"/>
                  </a:lnTo>
                  <a:lnTo>
                    <a:pt x="5656071" y="153103"/>
                  </a:lnTo>
                  <a:lnTo>
                    <a:pt x="5656165" y="153103"/>
                  </a:lnTo>
                  <a:lnTo>
                    <a:pt x="5656259" y="153103"/>
                  </a:lnTo>
                  <a:lnTo>
                    <a:pt x="5656353" y="153103"/>
                  </a:lnTo>
                  <a:lnTo>
                    <a:pt x="5656447" y="153103"/>
                  </a:lnTo>
                  <a:lnTo>
                    <a:pt x="5656542" y="153103"/>
                  </a:lnTo>
                  <a:lnTo>
                    <a:pt x="5656636" y="153103"/>
                  </a:lnTo>
                  <a:lnTo>
                    <a:pt x="5656730" y="153103"/>
                  </a:lnTo>
                  <a:lnTo>
                    <a:pt x="5656824" y="153103"/>
                  </a:lnTo>
                  <a:lnTo>
                    <a:pt x="5656918" y="153103"/>
                  </a:lnTo>
                  <a:lnTo>
                    <a:pt x="5657012" y="153103"/>
                  </a:lnTo>
                  <a:lnTo>
                    <a:pt x="5657106" y="153103"/>
                  </a:lnTo>
                  <a:lnTo>
                    <a:pt x="5657200" y="153103"/>
                  </a:lnTo>
                  <a:lnTo>
                    <a:pt x="5657294" y="153103"/>
                  </a:lnTo>
                  <a:lnTo>
                    <a:pt x="5657388" y="153103"/>
                  </a:lnTo>
                  <a:lnTo>
                    <a:pt x="5657482" y="153103"/>
                  </a:lnTo>
                  <a:lnTo>
                    <a:pt x="5657576" y="153103"/>
                  </a:lnTo>
                  <a:lnTo>
                    <a:pt x="5657670" y="153103"/>
                  </a:lnTo>
                  <a:lnTo>
                    <a:pt x="5657764" y="153103"/>
                  </a:lnTo>
                  <a:lnTo>
                    <a:pt x="5657858" y="153103"/>
                  </a:lnTo>
                  <a:lnTo>
                    <a:pt x="5657952" y="153103"/>
                  </a:lnTo>
                  <a:lnTo>
                    <a:pt x="5658046" y="153103"/>
                  </a:lnTo>
                  <a:lnTo>
                    <a:pt x="5658140" y="153103"/>
                  </a:lnTo>
                  <a:lnTo>
                    <a:pt x="5658234" y="153103"/>
                  </a:lnTo>
                  <a:lnTo>
                    <a:pt x="5658328" y="153103"/>
                  </a:lnTo>
                  <a:lnTo>
                    <a:pt x="5658422" y="153103"/>
                  </a:lnTo>
                  <a:lnTo>
                    <a:pt x="5658516" y="153103"/>
                  </a:lnTo>
                  <a:lnTo>
                    <a:pt x="5658610" y="153103"/>
                  </a:lnTo>
                  <a:lnTo>
                    <a:pt x="5658704" y="153103"/>
                  </a:lnTo>
                  <a:lnTo>
                    <a:pt x="5658798" y="153103"/>
                  </a:lnTo>
                  <a:lnTo>
                    <a:pt x="5658892" y="153103"/>
                  </a:lnTo>
                  <a:lnTo>
                    <a:pt x="5658986" y="153103"/>
                  </a:lnTo>
                  <a:lnTo>
                    <a:pt x="5659080" y="153103"/>
                  </a:lnTo>
                  <a:lnTo>
                    <a:pt x="5659174" y="153103"/>
                  </a:lnTo>
                  <a:lnTo>
                    <a:pt x="5659268" y="153103"/>
                  </a:lnTo>
                  <a:lnTo>
                    <a:pt x="5659362" y="153103"/>
                  </a:lnTo>
                  <a:lnTo>
                    <a:pt x="5659456" y="153103"/>
                  </a:lnTo>
                  <a:lnTo>
                    <a:pt x="5659550" y="153103"/>
                  </a:lnTo>
                  <a:lnTo>
                    <a:pt x="5659644" y="153103"/>
                  </a:lnTo>
                  <a:lnTo>
                    <a:pt x="5659644" y="147823"/>
                  </a:lnTo>
                  <a:lnTo>
                    <a:pt x="5659738" y="147823"/>
                  </a:lnTo>
                  <a:lnTo>
                    <a:pt x="5659832" y="147823"/>
                  </a:lnTo>
                  <a:lnTo>
                    <a:pt x="5659926" y="147823"/>
                  </a:lnTo>
                  <a:lnTo>
                    <a:pt x="5660020" y="147823"/>
                  </a:lnTo>
                  <a:lnTo>
                    <a:pt x="5660115" y="147823"/>
                  </a:lnTo>
                  <a:lnTo>
                    <a:pt x="5660209" y="147823"/>
                  </a:lnTo>
                  <a:lnTo>
                    <a:pt x="5660303" y="147823"/>
                  </a:lnTo>
                  <a:lnTo>
                    <a:pt x="5660397" y="147823"/>
                  </a:lnTo>
                  <a:lnTo>
                    <a:pt x="5660491" y="147823"/>
                  </a:lnTo>
                  <a:lnTo>
                    <a:pt x="5660585" y="147823"/>
                  </a:lnTo>
                  <a:lnTo>
                    <a:pt x="5660679" y="147823"/>
                  </a:lnTo>
                  <a:lnTo>
                    <a:pt x="5660773" y="147823"/>
                  </a:lnTo>
                  <a:lnTo>
                    <a:pt x="5660867" y="147823"/>
                  </a:lnTo>
                  <a:lnTo>
                    <a:pt x="5660961" y="147823"/>
                  </a:lnTo>
                  <a:lnTo>
                    <a:pt x="5661055" y="147823"/>
                  </a:lnTo>
                  <a:lnTo>
                    <a:pt x="5661149" y="147823"/>
                  </a:lnTo>
                  <a:lnTo>
                    <a:pt x="5661243" y="147823"/>
                  </a:lnTo>
                  <a:lnTo>
                    <a:pt x="5661337" y="147823"/>
                  </a:lnTo>
                  <a:lnTo>
                    <a:pt x="5661431" y="147823"/>
                  </a:lnTo>
                  <a:lnTo>
                    <a:pt x="5661525" y="147823"/>
                  </a:lnTo>
                  <a:lnTo>
                    <a:pt x="5661619" y="147823"/>
                  </a:lnTo>
                  <a:lnTo>
                    <a:pt x="5661713" y="147823"/>
                  </a:lnTo>
                  <a:lnTo>
                    <a:pt x="5661807" y="147823"/>
                  </a:lnTo>
                  <a:lnTo>
                    <a:pt x="5661901" y="147823"/>
                  </a:lnTo>
                  <a:lnTo>
                    <a:pt x="5661995" y="147823"/>
                  </a:lnTo>
                  <a:lnTo>
                    <a:pt x="5662089" y="147823"/>
                  </a:lnTo>
                  <a:lnTo>
                    <a:pt x="5662183" y="147823"/>
                  </a:lnTo>
                  <a:lnTo>
                    <a:pt x="5662277" y="147823"/>
                  </a:lnTo>
                  <a:lnTo>
                    <a:pt x="5662371" y="147823"/>
                  </a:lnTo>
                  <a:lnTo>
                    <a:pt x="5662465" y="147823"/>
                  </a:lnTo>
                  <a:lnTo>
                    <a:pt x="5662559" y="147823"/>
                  </a:lnTo>
                  <a:lnTo>
                    <a:pt x="5662653" y="147823"/>
                  </a:lnTo>
                  <a:lnTo>
                    <a:pt x="5662747" y="147823"/>
                  </a:lnTo>
                  <a:lnTo>
                    <a:pt x="5662841" y="147823"/>
                  </a:lnTo>
                  <a:lnTo>
                    <a:pt x="5662935" y="147823"/>
                  </a:lnTo>
                  <a:lnTo>
                    <a:pt x="5663029" y="147823"/>
                  </a:lnTo>
                  <a:lnTo>
                    <a:pt x="5663123" y="147823"/>
                  </a:lnTo>
                  <a:lnTo>
                    <a:pt x="5663217" y="147823"/>
                  </a:lnTo>
                  <a:lnTo>
                    <a:pt x="5663311" y="147823"/>
                  </a:lnTo>
                  <a:lnTo>
                    <a:pt x="5663405" y="147823"/>
                  </a:lnTo>
                  <a:lnTo>
                    <a:pt x="5663499" y="147823"/>
                  </a:lnTo>
                  <a:lnTo>
                    <a:pt x="5663594" y="147823"/>
                  </a:lnTo>
                  <a:lnTo>
                    <a:pt x="5663688" y="147823"/>
                  </a:lnTo>
                  <a:lnTo>
                    <a:pt x="5663688" y="142544"/>
                  </a:lnTo>
                  <a:lnTo>
                    <a:pt x="5663782" y="142544"/>
                  </a:lnTo>
                  <a:lnTo>
                    <a:pt x="5663876" y="142544"/>
                  </a:lnTo>
                  <a:lnTo>
                    <a:pt x="5663970" y="142544"/>
                  </a:lnTo>
                  <a:lnTo>
                    <a:pt x="5664064" y="142544"/>
                  </a:lnTo>
                  <a:lnTo>
                    <a:pt x="5664158" y="142544"/>
                  </a:lnTo>
                  <a:lnTo>
                    <a:pt x="5664252" y="142544"/>
                  </a:lnTo>
                  <a:lnTo>
                    <a:pt x="5664346" y="142544"/>
                  </a:lnTo>
                  <a:lnTo>
                    <a:pt x="5664440" y="142544"/>
                  </a:lnTo>
                  <a:lnTo>
                    <a:pt x="5664534" y="142544"/>
                  </a:lnTo>
                  <a:lnTo>
                    <a:pt x="5664628" y="142544"/>
                  </a:lnTo>
                  <a:lnTo>
                    <a:pt x="5664722" y="142544"/>
                  </a:lnTo>
                  <a:lnTo>
                    <a:pt x="5664816" y="142544"/>
                  </a:lnTo>
                  <a:lnTo>
                    <a:pt x="5664910" y="142544"/>
                  </a:lnTo>
                  <a:lnTo>
                    <a:pt x="5665004" y="142544"/>
                  </a:lnTo>
                  <a:lnTo>
                    <a:pt x="5665098" y="142544"/>
                  </a:lnTo>
                  <a:lnTo>
                    <a:pt x="5665192" y="142544"/>
                  </a:lnTo>
                  <a:lnTo>
                    <a:pt x="5665286" y="142544"/>
                  </a:lnTo>
                  <a:lnTo>
                    <a:pt x="5665380" y="142544"/>
                  </a:lnTo>
                  <a:lnTo>
                    <a:pt x="5665474" y="142544"/>
                  </a:lnTo>
                  <a:lnTo>
                    <a:pt x="5665568" y="142544"/>
                  </a:lnTo>
                  <a:lnTo>
                    <a:pt x="5665662" y="142544"/>
                  </a:lnTo>
                  <a:lnTo>
                    <a:pt x="5665756" y="142544"/>
                  </a:lnTo>
                  <a:lnTo>
                    <a:pt x="5665850" y="142544"/>
                  </a:lnTo>
                  <a:lnTo>
                    <a:pt x="5665944" y="142544"/>
                  </a:lnTo>
                  <a:lnTo>
                    <a:pt x="5666038" y="142544"/>
                  </a:lnTo>
                  <a:lnTo>
                    <a:pt x="5666132" y="142544"/>
                  </a:lnTo>
                  <a:lnTo>
                    <a:pt x="5666226" y="142544"/>
                  </a:lnTo>
                  <a:lnTo>
                    <a:pt x="5666320" y="142544"/>
                  </a:lnTo>
                  <a:lnTo>
                    <a:pt x="5666414" y="142544"/>
                  </a:lnTo>
                  <a:lnTo>
                    <a:pt x="5666508" y="142544"/>
                  </a:lnTo>
                  <a:lnTo>
                    <a:pt x="5666602" y="142544"/>
                  </a:lnTo>
                  <a:lnTo>
                    <a:pt x="5666696" y="142544"/>
                  </a:lnTo>
                  <a:lnTo>
                    <a:pt x="5666790" y="142544"/>
                  </a:lnTo>
                  <a:lnTo>
                    <a:pt x="5666884" y="142544"/>
                  </a:lnTo>
                  <a:lnTo>
                    <a:pt x="5666978" y="142544"/>
                  </a:lnTo>
                  <a:lnTo>
                    <a:pt x="5667072" y="142544"/>
                  </a:lnTo>
                  <a:lnTo>
                    <a:pt x="5667167" y="142544"/>
                  </a:lnTo>
                  <a:lnTo>
                    <a:pt x="5667261" y="142544"/>
                  </a:lnTo>
                  <a:lnTo>
                    <a:pt x="5667355" y="142544"/>
                  </a:lnTo>
                  <a:lnTo>
                    <a:pt x="5667449" y="142544"/>
                  </a:lnTo>
                  <a:lnTo>
                    <a:pt x="5667543" y="142544"/>
                  </a:lnTo>
                  <a:lnTo>
                    <a:pt x="5667637" y="142544"/>
                  </a:lnTo>
                  <a:lnTo>
                    <a:pt x="5667731" y="142544"/>
                  </a:lnTo>
                  <a:lnTo>
                    <a:pt x="5667825" y="142544"/>
                  </a:lnTo>
                  <a:lnTo>
                    <a:pt x="5667919" y="142544"/>
                  </a:lnTo>
                  <a:lnTo>
                    <a:pt x="5668013" y="142544"/>
                  </a:lnTo>
                  <a:lnTo>
                    <a:pt x="5668107" y="142544"/>
                  </a:lnTo>
                  <a:lnTo>
                    <a:pt x="5668201" y="142544"/>
                  </a:lnTo>
                  <a:lnTo>
                    <a:pt x="5668295" y="142544"/>
                  </a:lnTo>
                  <a:lnTo>
                    <a:pt x="5668389" y="142544"/>
                  </a:lnTo>
                  <a:lnTo>
                    <a:pt x="5668389" y="137264"/>
                  </a:lnTo>
                  <a:lnTo>
                    <a:pt x="5668483" y="137264"/>
                  </a:lnTo>
                  <a:lnTo>
                    <a:pt x="5668577" y="137264"/>
                  </a:lnTo>
                  <a:lnTo>
                    <a:pt x="5668671" y="137264"/>
                  </a:lnTo>
                  <a:lnTo>
                    <a:pt x="5668765" y="137264"/>
                  </a:lnTo>
                  <a:lnTo>
                    <a:pt x="5668859" y="137264"/>
                  </a:lnTo>
                  <a:lnTo>
                    <a:pt x="5668953" y="137264"/>
                  </a:lnTo>
                  <a:lnTo>
                    <a:pt x="5669047" y="137264"/>
                  </a:lnTo>
                  <a:lnTo>
                    <a:pt x="5669141" y="137264"/>
                  </a:lnTo>
                  <a:lnTo>
                    <a:pt x="5669235" y="137264"/>
                  </a:lnTo>
                  <a:lnTo>
                    <a:pt x="5669329" y="137264"/>
                  </a:lnTo>
                  <a:lnTo>
                    <a:pt x="5669423" y="137264"/>
                  </a:lnTo>
                  <a:lnTo>
                    <a:pt x="5669517" y="137264"/>
                  </a:lnTo>
                  <a:lnTo>
                    <a:pt x="5669611" y="137264"/>
                  </a:lnTo>
                  <a:lnTo>
                    <a:pt x="5669705" y="137264"/>
                  </a:lnTo>
                  <a:lnTo>
                    <a:pt x="5669799" y="137264"/>
                  </a:lnTo>
                  <a:lnTo>
                    <a:pt x="5669893" y="137264"/>
                  </a:lnTo>
                  <a:lnTo>
                    <a:pt x="5669987" y="137264"/>
                  </a:lnTo>
                  <a:lnTo>
                    <a:pt x="5670081" y="137264"/>
                  </a:lnTo>
                  <a:lnTo>
                    <a:pt x="5670175" y="137264"/>
                  </a:lnTo>
                  <a:lnTo>
                    <a:pt x="5670269" y="137264"/>
                  </a:lnTo>
                  <a:lnTo>
                    <a:pt x="5670363" y="137264"/>
                  </a:lnTo>
                  <a:lnTo>
                    <a:pt x="5670457" y="137264"/>
                  </a:lnTo>
                  <a:lnTo>
                    <a:pt x="5670551" y="137264"/>
                  </a:lnTo>
                  <a:lnTo>
                    <a:pt x="5670645" y="137264"/>
                  </a:lnTo>
                  <a:lnTo>
                    <a:pt x="5670740" y="137264"/>
                  </a:lnTo>
                  <a:lnTo>
                    <a:pt x="5670834" y="137264"/>
                  </a:lnTo>
                  <a:lnTo>
                    <a:pt x="5670928" y="137264"/>
                  </a:lnTo>
                  <a:lnTo>
                    <a:pt x="5671022" y="137264"/>
                  </a:lnTo>
                  <a:lnTo>
                    <a:pt x="5671116" y="137264"/>
                  </a:lnTo>
                  <a:lnTo>
                    <a:pt x="5671210" y="137264"/>
                  </a:lnTo>
                  <a:lnTo>
                    <a:pt x="5671304" y="137264"/>
                  </a:lnTo>
                  <a:lnTo>
                    <a:pt x="5671398" y="137264"/>
                  </a:lnTo>
                  <a:lnTo>
                    <a:pt x="5671492" y="137264"/>
                  </a:lnTo>
                  <a:lnTo>
                    <a:pt x="5671586" y="137264"/>
                  </a:lnTo>
                  <a:lnTo>
                    <a:pt x="5671680" y="137264"/>
                  </a:lnTo>
                  <a:lnTo>
                    <a:pt x="5671774" y="137264"/>
                  </a:lnTo>
                  <a:lnTo>
                    <a:pt x="5671868" y="137264"/>
                  </a:lnTo>
                  <a:lnTo>
                    <a:pt x="5671962" y="137264"/>
                  </a:lnTo>
                  <a:lnTo>
                    <a:pt x="5672056" y="137264"/>
                  </a:lnTo>
                  <a:lnTo>
                    <a:pt x="5672150" y="137264"/>
                  </a:lnTo>
                  <a:lnTo>
                    <a:pt x="5672244" y="137264"/>
                  </a:lnTo>
                  <a:lnTo>
                    <a:pt x="5672338" y="137264"/>
                  </a:lnTo>
                  <a:lnTo>
                    <a:pt x="5672432" y="137264"/>
                  </a:lnTo>
                  <a:lnTo>
                    <a:pt x="5672526" y="137264"/>
                  </a:lnTo>
                  <a:lnTo>
                    <a:pt x="5672620" y="137264"/>
                  </a:lnTo>
                  <a:lnTo>
                    <a:pt x="5672714" y="137264"/>
                  </a:lnTo>
                  <a:lnTo>
                    <a:pt x="5672808" y="137264"/>
                  </a:lnTo>
                  <a:lnTo>
                    <a:pt x="5672902" y="137264"/>
                  </a:lnTo>
                  <a:lnTo>
                    <a:pt x="5672996" y="137264"/>
                  </a:lnTo>
                  <a:lnTo>
                    <a:pt x="5673090" y="137264"/>
                  </a:lnTo>
                  <a:lnTo>
                    <a:pt x="5673184" y="137264"/>
                  </a:lnTo>
                  <a:lnTo>
                    <a:pt x="5673278" y="137264"/>
                  </a:lnTo>
                  <a:lnTo>
                    <a:pt x="5673372" y="137264"/>
                  </a:lnTo>
                  <a:lnTo>
                    <a:pt x="5673466" y="137264"/>
                  </a:lnTo>
                  <a:lnTo>
                    <a:pt x="5673560" y="137264"/>
                  </a:lnTo>
                  <a:lnTo>
                    <a:pt x="5673654" y="137264"/>
                  </a:lnTo>
                  <a:lnTo>
                    <a:pt x="5673748" y="137264"/>
                  </a:lnTo>
                  <a:lnTo>
                    <a:pt x="5673842" y="137264"/>
                  </a:lnTo>
                  <a:lnTo>
                    <a:pt x="5673936" y="137264"/>
                  </a:lnTo>
                  <a:lnTo>
                    <a:pt x="5674030" y="137264"/>
                  </a:lnTo>
                  <a:lnTo>
                    <a:pt x="5674124" y="137264"/>
                  </a:lnTo>
                  <a:lnTo>
                    <a:pt x="5674219" y="137264"/>
                  </a:lnTo>
                  <a:lnTo>
                    <a:pt x="5674313" y="137264"/>
                  </a:lnTo>
                  <a:lnTo>
                    <a:pt x="5674313" y="131985"/>
                  </a:lnTo>
                  <a:lnTo>
                    <a:pt x="5674407" y="131985"/>
                  </a:lnTo>
                  <a:lnTo>
                    <a:pt x="5674501" y="131985"/>
                  </a:lnTo>
                  <a:lnTo>
                    <a:pt x="5674595" y="131985"/>
                  </a:lnTo>
                  <a:lnTo>
                    <a:pt x="5674689" y="131985"/>
                  </a:lnTo>
                  <a:lnTo>
                    <a:pt x="5674783" y="131985"/>
                  </a:lnTo>
                  <a:lnTo>
                    <a:pt x="5674877" y="131985"/>
                  </a:lnTo>
                  <a:lnTo>
                    <a:pt x="5674971" y="131985"/>
                  </a:lnTo>
                  <a:lnTo>
                    <a:pt x="5675065" y="131985"/>
                  </a:lnTo>
                  <a:lnTo>
                    <a:pt x="5675159" y="131985"/>
                  </a:lnTo>
                  <a:lnTo>
                    <a:pt x="5675253" y="131985"/>
                  </a:lnTo>
                  <a:lnTo>
                    <a:pt x="5675347" y="131985"/>
                  </a:lnTo>
                  <a:lnTo>
                    <a:pt x="5675441" y="131985"/>
                  </a:lnTo>
                  <a:lnTo>
                    <a:pt x="5675535" y="131985"/>
                  </a:lnTo>
                  <a:lnTo>
                    <a:pt x="5675629" y="131985"/>
                  </a:lnTo>
                  <a:lnTo>
                    <a:pt x="5675723" y="131985"/>
                  </a:lnTo>
                  <a:lnTo>
                    <a:pt x="5675817" y="131985"/>
                  </a:lnTo>
                  <a:lnTo>
                    <a:pt x="5675911" y="131985"/>
                  </a:lnTo>
                  <a:lnTo>
                    <a:pt x="5676005" y="131985"/>
                  </a:lnTo>
                  <a:lnTo>
                    <a:pt x="5676099" y="131985"/>
                  </a:lnTo>
                  <a:lnTo>
                    <a:pt x="5676193" y="131985"/>
                  </a:lnTo>
                  <a:lnTo>
                    <a:pt x="5676287" y="131985"/>
                  </a:lnTo>
                  <a:lnTo>
                    <a:pt x="5676381" y="131985"/>
                  </a:lnTo>
                  <a:lnTo>
                    <a:pt x="5676475" y="131985"/>
                  </a:lnTo>
                  <a:lnTo>
                    <a:pt x="5676569" y="131985"/>
                  </a:lnTo>
                  <a:lnTo>
                    <a:pt x="5676663" y="131985"/>
                  </a:lnTo>
                  <a:lnTo>
                    <a:pt x="5676757" y="131985"/>
                  </a:lnTo>
                  <a:lnTo>
                    <a:pt x="5676851" y="131985"/>
                  </a:lnTo>
                  <a:lnTo>
                    <a:pt x="5676945" y="131985"/>
                  </a:lnTo>
                  <a:lnTo>
                    <a:pt x="5677039" y="131985"/>
                  </a:lnTo>
                  <a:lnTo>
                    <a:pt x="5677133" y="131985"/>
                  </a:lnTo>
                  <a:lnTo>
                    <a:pt x="5677227" y="131985"/>
                  </a:lnTo>
                  <a:lnTo>
                    <a:pt x="5677321" y="131985"/>
                  </a:lnTo>
                  <a:lnTo>
                    <a:pt x="5677415" y="131985"/>
                  </a:lnTo>
                  <a:lnTo>
                    <a:pt x="5677509" y="131985"/>
                  </a:lnTo>
                  <a:lnTo>
                    <a:pt x="5677603" y="131985"/>
                  </a:lnTo>
                  <a:lnTo>
                    <a:pt x="5677697" y="131985"/>
                  </a:lnTo>
                  <a:lnTo>
                    <a:pt x="5677792" y="131985"/>
                  </a:lnTo>
                  <a:lnTo>
                    <a:pt x="5677886" y="131985"/>
                  </a:lnTo>
                  <a:lnTo>
                    <a:pt x="5677980" y="131985"/>
                  </a:lnTo>
                  <a:lnTo>
                    <a:pt x="5678074" y="131985"/>
                  </a:lnTo>
                  <a:lnTo>
                    <a:pt x="5678168" y="131985"/>
                  </a:lnTo>
                  <a:lnTo>
                    <a:pt x="5678262" y="131985"/>
                  </a:lnTo>
                  <a:lnTo>
                    <a:pt x="5678356" y="131985"/>
                  </a:lnTo>
                  <a:lnTo>
                    <a:pt x="5678450" y="131985"/>
                  </a:lnTo>
                  <a:lnTo>
                    <a:pt x="5678544" y="131985"/>
                  </a:lnTo>
                  <a:lnTo>
                    <a:pt x="5678638" y="131985"/>
                  </a:lnTo>
                  <a:lnTo>
                    <a:pt x="5678732" y="131985"/>
                  </a:lnTo>
                  <a:lnTo>
                    <a:pt x="5678826" y="131985"/>
                  </a:lnTo>
                  <a:lnTo>
                    <a:pt x="5678920" y="131985"/>
                  </a:lnTo>
                  <a:lnTo>
                    <a:pt x="5679014" y="131985"/>
                  </a:lnTo>
                  <a:lnTo>
                    <a:pt x="5679108" y="131985"/>
                  </a:lnTo>
                  <a:lnTo>
                    <a:pt x="5679202" y="131985"/>
                  </a:lnTo>
                  <a:lnTo>
                    <a:pt x="5679296" y="131985"/>
                  </a:lnTo>
                  <a:lnTo>
                    <a:pt x="5679390" y="131985"/>
                  </a:lnTo>
                  <a:lnTo>
                    <a:pt x="5679484" y="131985"/>
                  </a:lnTo>
                  <a:lnTo>
                    <a:pt x="5679578" y="131985"/>
                  </a:lnTo>
                  <a:lnTo>
                    <a:pt x="5679672" y="131985"/>
                  </a:lnTo>
                  <a:lnTo>
                    <a:pt x="5679766" y="131985"/>
                  </a:lnTo>
                  <a:lnTo>
                    <a:pt x="5679860" y="131985"/>
                  </a:lnTo>
                  <a:lnTo>
                    <a:pt x="5679954" y="131985"/>
                  </a:lnTo>
                  <a:lnTo>
                    <a:pt x="5680048" y="131985"/>
                  </a:lnTo>
                  <a:lnTo>
                    <a:pt x="5680142" y="131985"/>
                  </a:lnTo>
                  <a:lnTo>
                    <a:pt x="5680236" y="131985"/>
                  </a:lnTo>
                  <a:lnTo>
                    <a:pt x="5680330" y="131985"/>
                  </a:lnTo>
                  <a:lnTo>
                    <a:pt x="5680424" y="131985"/>
                  </a:lnTo>
                  <a:lnTo>
                    <a:pt x="5680518" y="131985"/>
                  </a:lnTo>
                  <a:lnTo>
                    <a:pt x="5680612" y="131985"/>
                  </a:lnTo>
                  <a:lnTo>
                    <a:pt x="5680706" y="131985"/>
                  </a:lnTo>
                  <a:lnTo>
                    <a:pt x="5680800" y="131985"/>
                  </a:lnTo>
                  <a:lnTo>
                    <a:pt x="5680894" y="131985"/>
                  </a:lnTo>
                  <a:lnTo>
                    <a:pt x="5680988" y="131985"/>
                  </a:lnTo>
                  <a:lnTo>
                    <a:pt x="5681082" y="131985"/>
                  </a:lnTo>
                  <a:lnTo>
                    <a:pt x="5681176" y="131985"/>
                  </a:lnTo>
                  <a:lnTo>
                    <a:pt x="5681270" y="131985"/>
                  </a:lnTo>
                  <a:lnTo>
                    <a:pt x="5681365" y="131985"/>
                  </a:lnTo>
                  <a:lnTo>
                    <a:pt x="5681459" y="131985"/>
                  </a:lnTo>
                  <a:lnTo>
                    <a:pt x="5681553" y="131985"/>
                  </a:lnTo>
                  <a:lnTo>
                    <a:pt x="5681647" y="131985"/>
                  </a:lnTo>
                  <a:lnTo>
                    <a:pt x="5681741" y="131985"/>
                  </a:lnTo>
                  <a:lnTo>
                    <a:pt x="5681835" y="131985"/>
                  </a:lnTo>
                  <a:lnTo>
                    <a:pt x="5681929" y="131985"/>
                  </a:lnTo>
                  <a:lnTo>
                    <a:pt x="5682023" y="131985"/>
                  </a:lnTo>
                  <a:lnTo>
                    <a:pt x="5682117" y="131985"/>
                  </a:lnTo>
                  <a:lnTo>
                    <a:pt x="5682211" y="131985"/>
                  </a:lnTo>
                  <a:lnTo>
                    <a:pt x="5682305" y="131985"/>
                  </a:lnTo>
                  <a:lnTo>
                    <a:pt x="5682399" y="131985"/>
                  </a:lnTo>
                  <a:lnTo>
                    <a:pt x="5682493" y="131985"/>
                  </a:lnTo>
                  <a:lnTo>
                    <a:pt x="5682587" y="131985"/>
                  </a:lnTo>
                  <a:lnTo>
                    <a:pt x="5682681" y="131985"/>
                  </a:lnTo>
                  <a:lnTo>
                    <a:pt x="5682775" y="131985"/>
                  </a:lnTo>
                  <a:lnTo>
                    <a:pt x="5682869" y="131985"/>
                  </a:lnTo>
                  <a:lnTo>
                    <a:pt x="5682963" y="131985"/>
                  </a:lnTo>
                  <a:lnTo>
                    <a:pt x="5683057" y="131985"/>
                  </a:lnTo>
                  <a:lnTo>
                    <a:pt x="5683151" y="131985"/>
                  </a:lnTo>
                  <a:lnTo>
                    <a:pt x="5683245" y="131985"/>
                  </a:lnTo>
                  <a:lnTo>
                    <a:pt x="5683339" y="131985"/>
                  </a:lnTo>
                  <a:lnTo>
                    <a:pt x="5683433" y="131985"/>
                  </a:lnTo>
                  <a:lnTo>
                    <a:pt x="5683527" y="131985"/>
                  </a:lnTo>
                  <a:lnTo>
                    <a:pt x="5683621" y="131985"/>
                  </a:lnTo>
                  <a:lnTo>
                    <a:pt x="5683715" y="131985"/>
                  </a:lnTo>
                  <a:lnTo>
                    <a:pt x="5683809" y="131985"/>
                  </a:lnTo>
                  <a:lnTo>
                    <a:pt x="5683903" y="131985"/>
                  </a:lnTo>
                  <a:lnTo>
                    <a:pt x="5683997" y="131985"/>
                  </a:lnTo>
                  <a:lnTo>
                    <a:pt x="5684091" y="131985"/>
                  </a:lnTo>
                  <a:lnTo>
                    <a:pt x="5684185" y="131985"/>
                  </a:lnTo>
                  <a:lnTo>
                    <a:pt x="5684279" y="131985"/>
                  </a:lnTo>
                  <a:lnTo>
                    <a:pt x="5684373" y="131985"/>
                  </a:lnTo>
                  <a:lnTo>
                    <a:pt x="5684467" y="131985"/>
                  </a:lnTo>
                  <a:lnTo>
                    <a:pt x="5684561" y="131985"/>
                  </a:lnTo>
                  <a:lnTo>
                    <a:pt x="5684561" y="126706"/>
                  </a:lnTo>
                  <a:lnTo>
                    <a:pt x="5684655" y="126706"/>
                  </a:lnTo>
                  <a:lnTo>
                    <a:pt x="5684749" y="126706"/>
                  </a:lnTo>
                  <a:lnTo>
                    <a:pt x="5684844" y="126706"/>
                  </a:lnTo>
                  <a:lnTo>
                    <a:pt x="5684938" y="126706"/>
                  </a:lnTo>
                  <a:lnTo>
                    <a:pt x="5685032" y="126706"/>
                  </a:lnTo>
                  <a:lnTo>
                    <a:pt x="5685126" y="126706"/>
                  </a:lnTo>
                  <a:lnTo>
                    <a:pt x="5685220" y="126706"/>
                  </a:lnTo>
                  <a:lnTo>
                    <a:pt x="5685314" y="126706"/>
                  </a:lnTo>
                  <a:lnTo>
                    <a:pt x="5685408" y="126706"/>
                  </a:lnTo>
                  <a:lnTo>
                    <a:pt x="5685502" y="126706"/>
                  </a:lnTo>
                  <a:lnTo>
                    <a:pt x="5685596" y="126706"/>
                  </a:lnTo>
                  <a:lnTo>
                    <a:pt x="5685690" y="126706"/>
                  </a:lnTo>
                  <a:lnTo>
                    <a:pt x="5685784" y="126706"/>
                  </a:lnTo>
                  <a:lnTo>
                    <a:pt x="5685878" y="126706"/>
                  </a:lnTo>
                  <a:lnTo>
                    <a:pt x="5685972" y="126706"/>
                  </a:lnTo>
                  <a:lnTo>
                    <a:pt x="5686066" y="126706"/>
                  </a:lnTo>
                  <a:lnTo>
                    <a:pt x="5686160" y="126706"/>
                  </a:lnTo>
                  <a:lnTo>
                    <a:pt x="5686254" y="126706"/>
                  </a:lnTo>
                  <a:lnTo>
                    <a:pt x="5686348" y="126706"/>
                  </a:lnTo>
                  <a:lnTo>
                    <a:pt x="5686442" y="126706"/>
                  </a:lnTo>
                  <a:lnTo>
                    <a:pt x="5686536" y="126706"/>
                  </a:lnTo>
                  <a:lnTo>
                    <a:pt x="5686630" y="126706"/>
                  </a:lnTo>
                  <a:lnTo>
                    <a:pt x="5686724" y="126706"/>
                  </a:lnTo>
                  <a:lnTo>
                    <a:pt x="5686818" y="126706"/>
                  </a:lnTo>
                  <a:lnTo>
                    <a:pt x="5686912" y="126706"/>
                  </a:lnTo>
                  <a:lnTo>
                    <a:pt x="5687006" y="126706"/>
                  </a:lnTo>
                  <a:lnTo>
                    <a:pt x="5687100" y="126706"/>
                  </a:lnTo>
                  <a:lnTo>
                    <a:pt x="5687194" y="126706"/>
                  </a:lnTo>
                  <a:lnTo>
                    <a:pt x="5687288" y="126706"/>
                  </a:lnTo>
                  <a:lnTo>
                    <a:pt x="5687382" y="126706"/>
                  </a:lnTo>
                  <a:lnTo>
                    <a:pt x="5687476" y="126706"/>
                  </a:lnTo>
                  <a:lnTo>
                    <a:pt x="5687570" y="126706"/>
                  </a:lnTo>
                  <a:lnTo>
                    <a:pt x="5687664" y="126706"/>
                  </a:lnTo>
                  <a:lnTo>
                    <a:pt x="5687758" y="126706"/>
                  </a:lnTo>
                  <a:lnTo>
                    <a:pt x="5687852" y="126706"/>
                  </a:lnTo>
                  <a:lnTo>
                    <a:pt x="5687946" y="126706"/>
                  </a:lnTo>
                  <a:lnTo>
                    <a:pt x="5688040" y="126706"/>
                  </a:lnTo>
                  <a:lnTo>
                    <a:pt x="5688134" y="126706"/>
                  </a:lnTo>
                  <a:lnTo>
                    <a:pt x="5688228" y="126706"/>
                  </a:lnTo>
                  <a:lnTo>
                    <a:pt x="5688322" y="126706"/>
                  </a:lnTo>
                  <a:lnTo>
                    <a:pt x="5688417" y="126706"/>
                  </a:lnTo>
                  <a:lnTo>
                    <a:pt x="5688511" y="126706"/>
                  </a:lnTo>
                  <a:lnTo>
                    <a:pt x="5688605" y="126706"/>
                  </a:lnTo>
                  <a:lnTo>
                    <a:pt x="5688699" y="126706"/>
                  </a:lnTo>
                  <a:lnTo>
                    <a:pt x="5688793" y="126706"/>
                  </a:lnTo>
                  <a:lnTo>
                    <a:pt x="5688887" y="126706"/>
                  </a:lnTo>
                  <a:lnTo>
                    <a:pt x="5688981" y="126706"/>
                  </a:lnTo>
                  <a:lnTo>
                    <a:pt x="5689075" y="126706"/>
                  </a:lnTo>
                  <a:lnTo>
                    <a:pt x="5689169" y="126706"/>
                  </a:lnTo>
                  <a:lnTo>
                    <a:pt x="5689263" y="126706"/>
                  </a:lnTo>
                  <a:lnTo>
                    <a:pt x="5689357" y="126706"/>
                  </a:lnTo>
                  <a:lnTo>
                    <a:pt x="5689451" y="126706"/>
                  </a:lnTo>
                  <a:lnTo>
                    <a:pt x="5689545" y="126706"/>
                  </a:lnTo>
                  <a:lnTo>
                    <a:pt x="5689639" y="126706"/>
                  </a:lnTo>
                  <a:lnTo>
                    <a:pt x="5689733" y="126706"/>
                  </a:lnTo>
                  <a:lnTo>
                    <a:pt x="5689827" y="126706"/>
                  </a:lnTo>
                  <a:lnTo>
                    <a:pt x="5689921" y="126706"/>
                  </a:lnTo>
                  <a:lnTo>
                    <a:pt x="5690015" y="126706"/>
                  </a:lnTo>
                  <a:lnTo>
                    <a:pt x="5690109" y="126706"/>
                  </a:lnTo>
                  <a:lnTo>
                    <a:pt x="5690203" y="126706"/>
                  </a:lnTo>
                  <a:lnTo>
                    <a:pt x="5690297" y="126706"/>
                  </a:lnTo>
                  <a:lnTo>
                    <a:pt x="5690391" y="126706"/>
                  </a:lnTo>
                  <a:lnTo>
                    <a:pt x="5690485" y="126706"/>
                  </a:lnTo>
                  <a:lnTo>
                    <a:pt x="5690579" y="126706"/>
                  </a:lnTo>
                  <a:lnTo>
                    <a:pt x="5690673" y="126706"/>
                  </a:lnTo>
                  <a:lnTo>
                    <a:pt x="5690767" y="126706"/>
                  </a:lnTo>
                  <a:lnTo>
                    <a:pt x="5690861" y="126706"/>
                  </a:lnTo>
                  <a:lnTo>
                    <a:pt x="5690955" y="126706"/>
                  </a:lnTo>
                  <a:lnTo>
                    <a:pt x="5691049" y="126706"/>
                  </a:lnTo>
                  <a:lnTo>
                    <a:pt x="5691143" y="126706"/>
                  </a:lnTo>
                  <a:lnTo>
                    <a:pt x="5691237" y="126706"/>
                  </a:lnTo>
                  <a:lnTo>
                    <a:pt x="5691331" y="126706"/>
                  </a:lnTo>
                  <a:lnTo>
                    <a:pt x="5691425" y="126706"/>
                  </a:lnTo>
                  <a:lnTo>
                    <a:pt x="5691519" y="126706"/>
                  </a:lnTo>
                  <a:lnTo>
                    <a:pt x="5691613" y="126706"/>
                  </a:lnTo>
                  <a:lnTo>
                    <a:pt x="5691707" y="126706"/>
                  </a:lnTo>
                  <a:lnTo>
                    <a:pt x="5691801" y="126706"/>
                  </a:lnTo>
                  <a:lnTo>
                    <a:pt x="5691895" y="126706"/>
                  </a:lnTo>
                  <a:lnTo>
                    <a:pt x="5691990" y="126706"/>
                  </a:lnTo>
                  <a:lnTo>
                    <a:pt x="5692084" y="126706"/>
                  </a:lnTo>
                  <a:lnTo>
                    <a:pt x="5692178" y="126706"/>
                  </a:lnTo>
                  <a:lnTo>
                    <a:pt x="5692272" y="126706"/>
                  </a:lnTo>
                  <a:lnTo>
                    <a:pt x="5692366" y="126706"/>
                  </a:lnTo>
                  <a:lnTo>
                    <a:pt x="5692460" y="126706"/>
                  </a:lnTo>
                  <a:lnTo>
                    <a:pt x="5692554" y="126706"/>
                  </a:lnTo>
                  <a:lnTo>
                    <a:pt x="5692648" y="126706"/>
                  </a:lnTo>
                  <a:lnTo>
                    <a:pt x="5692742" y="126706"/>
                  </a:lnTo>
                  <a:lnTo>
                    <a:pt x="5692836" y="126706"/>
                  </a:lnTo>
                  <a:lnTo>
                    <a:pt x="5692930" y="126706"/>
                  </a:lnTo>
                  <a:lnTo>
                    <a:pt x="5693024" y="126706"/>
                  </a:lnTo>
                  <a:lnTo>
                    <a:pt x="5693118" y="126706"/>
                  </a:lnTo>
                  <a:lnTo>
                    <a:pt x="5693212" y="126706"/>
                  </a:lnTo>
                  <a:lnTo>
                    <a:pt x="5693306" y="126706"/>
                  </a:lnTo>
                  <a:lnTo>
                    <a:pt x="5693400" y="126706"/>
                  </a:lnTo>
                  <a:lnTo>
                    <a:pt x="5693494" y="126706"/>
                  </a:lnTo>
                  <a:lnTo>
                    <a:pt x="5693588" y="126706"/>
                  </a:lnTo>
                  <a:lnTo>
                    <a:pt x="5693682" y="126706"/>
                  </a:lnTo>
                  <a:lnTo>
                    <a:pt x="5693776" y="126706"/>
                  </a:lnTo>
                  <a:lnTo>
                    <a:pt x="5693870" y="126706"/>
                  </a:lnTo>
                  <a:lnTo>
                    <a:pt x="5693964" y="126706"/>
                  </a:lnTo>
                  <a:lnTo>
                    <a:pt x="5694058" y="126706"/>
                  </a:lnTo>
                  <a:lnTo>
                    <a:pt x="5694152" y="126706"/>
                  </a:lnTo>
                  <a:lnTo>
                    <a:pt x="5694246" y="126706"/>
                  </a:lnTo>
                  <a:lnTo>
                    <a:pt x="5694340" y="126706"/>
                  </a:lnTo>
                  <a:lnTo>
                    <a:pt x="5694434" y="126706"/>
                  </a:lnTo>
                  <a:lnTo>
                    <a:pt x="5694528" y="126706"/>
                  </a:lnTo>
                  <a:lnTo>
                    <a:pt x="5694622" y="126706"/>
                  </a:lnTo>
                  <a:lnTo>
                    <a:pt x="5694716" y="126706"/>
                  </a:lnTo>
                  <a:lnTo>
                    <a:pt x="5694810" y="126706"/>
                  </a:lnTo>
                  <a:lnTo>
                    <a:pt x="5694904" y="126706"/>
                  </a:lnTo>
                  <a:lnTo>
                    <a:pt x="5694998" y="126706"/>
                  </a:lnTo>
                  <a:lnTo>
                    <a:pt x="5695092" y="126706"/>
                  </a:lnTo>
                  <a:lnTo>
                    <a:pt x="5695186" y="126706"/>
                  </a:lnTo>
                  <a:lnTo>
                    <a:pt x="5695280" y="126706"/>
                  </a:lnTo>
                  <a:lnTo>
                    <a:pt x="5695374" y="126706"/>
                  </a:lnTo>
                  <a:lnTo>
                    <a:pt x="5695468" y="126706"/>
                  </a:lnTo>
                  <a:lnTo>
                    <a:pt x="5695563" y="126706"/>
                  </a:lnTo>
                  <a:lnTo>
                    <a:pt x="5695657" y="126706"/>
                  </a:lnTo>
                  <a:lnTo>
                    <a:pt x="5695751" y="126706"/>
                  </a:lnTo>
                  <a:lnTo>
                    <a:pt x="5695845" y="126706"/>
                  </a:lnTo>
                  <a:lnTo>
                    <a:pt x="5695939" y="126706"/>
                  </a:lnTo>
                  <a:lnTo>
                    <a:pt x="5696033" y="126706"/>
                  </a:lnTo>
                  <a:lnTo>
                    <a:pt x="5696127" y="126706"/>
                  </a:lnTo>
                  <a:lnTo>
                    <a:pt x="5696221" y="126706"/>
                  </a:lnTo>
                  <a:lnTo>
                    <a:pt x="5696315" y="126706"/>
                  </a:lnTo>
                  <a:lnTo>
                    <a:pt x="5696409" y="126706"/>
                  </a:lnTo>
                  <a:lnTo>
                    <a:pt x="5696503" y="126706"/>
                  </a:lnTo>
                  <a:lnTo>
                    <a:pt x="5696597" y="126706"/>
                  </a:lnTo>
                  <a:lnTo>
                    <a:pt x="5696691" y="126706"/>
                  </a:lnTo>
                  <a:lnTo>
                    <a:pt x="5696785" y="126706"/>
                  </a:lnTo>
                  <a:lnTo>
                    <a:pt x="5696879" y="126706"/>
                  </a:lnTo>
                  <a:lnTo>
                    <a:pt x="5696973" y="126706"/>
                  </a:lnTo>
                  <a:lnTo>
                    <a:pt x="5697067" y="126706"/>
                  </a:lnTo>
                  <a:lnTo>
                    <a:pt x="5697161" y="126706"/>
                  </a:lnTo>
                  <a:lnTo>
                    <a:pt x="5697255" y="126706"/>
                  </a:lnTo>
                  <a:lnTo>
                    <a:pt x="5697349" y="126706"/>
                  </a:lnTo>
                  <a:lnTo>
                    <a:pt x="5697443" y="126706"/>
                  </a:lnTo>
                  <a:lnTo>
                    <a:pt x="5697537" y="126706"/>
                  </a:lnTo>
                  <a:lnTo>
                    <a:pt x="5697631" y="126706"/>
                  </a:lnTo>
                  <a:lnTo>
                    <a:pt x="5697725" y="126706"/>
                  </a:lnTo>
                  <a:lnTo>
                    <a:pt x="5697819" y="126706"/>
                  </a:lnTo>
                  <a:lnTo>
                    <a:pt x="5697913" y="126706"/>
                  </a:lnTo>
                  <a:lnTo>
                    <a:pt x="5698007" y="126706"/>
                  </a:lnTo>
                  <a:lnTo>
                    <a:pt x="5698101" y="126706"/>
                  </a:lnTo>
                  <a:lnTo>
                    <a:pt x="5698195" y="126706"/>
                  </a:lnTo>
                  <a:lnTo>
                    <a:pt x="5698289" y="126706"/>
                  </a:lnTo>
                  <a:lnTo>
                    <a:pt x="5698383" y="126706"/>
                  </a:lnTo>
                  <a:lnTo>
                    <a:pt x="5698477" y="126706"/>
                  </a:lnTo>
                  <a:lnTo>
                    <a:pt x="5698571" y="126706"/>
                  </a:lnTo>
                  <a:lnTo>
                    <a:pt x="5698665" y="126706"/>
                  </a:lnTo>
                  <a:lnTo>
                    <a:pt x="5698759" y="126706"/>
                  </a:lnTo>
                  <a:lnTo>
                    <a:pt x="5698853" y="126706"/>
                  </a:lnTo>
                  <a:lnTo>
                    <a:pt x="5698947" y="126706"/>
                  </a:lnTo>
                  <a:lnTo>
                    <a:pt x="5699042" y="126706"/>
                  </a:lnTo>
                  <a:lnTo>
                    <a:pt x="5699136" y="126706"/>
                  </a:lnTo>
                  <a:lnTo>
                    <a:pt x="5699230" y="126706"/>
                  </a:lnTo>
                  <a:lnTo>
                    <a:pt x="5699324" y="126706"/>
                  </a:lnTo>
                  <a:lnTo>
                    <a:pt x="5699418" y="126706"/>
                  </a:lnTo>
                  <a:lnTo>
                    <a:pt x="5699512" y="126706"/>
                  </a:lnTo>
                  <a:lnTo>
                    <a:pt x="5699606" y="126706"/>
                  </a:lnTo>
                  <a:lnTo>
                    <a:pt x="5699700" y="126706"/>
                  </a:lnTo>
                  <a:lnTo>
                    <a:pt x="5699794" y="126706"/>
                  </a:lnTo>
                  <a:lnTo>
                    <a:pt x="5699888" y="126706"/>
                  </a:lnTo>
                  <a:lnTo>
                    <a:pt x="5699982" y="126706"/>
                  </a:lnTo>
                  <a:lnTo>
                    <a:pt x="5700076" y="126706"/>
                  </a:lnTo>
                  <a:lnTo>
                    <a:pt x="5700170" y="126706"/>
                  </a:lnTo>
                  <a:lnTo>
                    <a:pt x="5700264" y="126706"/>
                  </a:lnTo>
                  <a:lnTo>
                    <a:pt x="5700358" y="126706"/>
                  </a:lnTo>
                  <a:lnTo>
                    <a:pt x="5700452" y="126706"/>
                  </a:lnTo>
                  <a:lnTo>
                    <a:pt x="5700546" y="126706"/>
                  </a:lnTo>
                  <a:lnTo>
                    <a:pt x="5700640" y="126706"/>
                  </a:lnTo>
                  <a:lnTo>
                    <a:pt x="5700734" y="126706"/>
                  </a:lnTo>
                  <a:lnTo>
                    <a:pt x="5700828" y="126706"/>
                  </a:lnTo>
                  <a:lnTo>
                    <a:pt x="5700922" y="126706"/>
                  </a:lnTo>
                  <a:lnTo>
                    <a:pt x="5701016" y="126706"/>
                  </a:lnTo>
                  <a:lnTo>
                    <a:pt x="5701110" y="126706"/>
                  </a:lnTo>
                  <a:lnTo>
                    <a:pt x="5701204" y="126706"/>
                  </a:lnTo>
                  <a:lnTo>
                    <a:pt x="5701298" y="126706"/>
                  </a:lnTo>
                  <a:lnTo>
                    <a:pt x="5701392" y="126706"/>
                  </a:lnTo>
                  <a:lnTo>
                    <a:pt x="5701486" y="126706"/>
                  </a:lnTo>
                  <a:lnTo>
                    <a:pt x="5701580" y="126706"/>
                  </a:lnTo>
                  <a:lnTo>
                    <a:pt x="5701674" y="126706"/>
                  </a:lnTo>
                  <a:lnTo>
                    <a:pt x="5701768" y="126706"/>
                  </a:lnTo>
                  <a:lnTo>
                    <a:pt x="5701862" y="126706"/>
                  </a:lnTo>
                  <a:lnTo>
                    <a:pt x="5701956" y="126706"/>
                  </a:lnTo>
                  <a:lnTo>
                    <a:pt x="5702050" y="126706"/>
                  </a:lnTo>
                  <a:lnTo>
                    <a:pt x="5702144" y="126706"/>
                  </a:lnTo>
                  <a:lnTo>
                    <a:pt x="5702238" y="126706"/>
                  </a:lnTo>
                  <a:lnTo>
                    <a:pt x="5702332" y="126706"/>
                  </a:lnTo>
                  <a:lnTo>
                    <a:pt x="5702426" y="126706"/>
                  </a:lnTo>
                  <a:lnTo>
                    <a:pt x="5702520" y="126706"/>
                  </a:lnTo>
                  <a:lnTo>
                    <a:pt x="5702615" y="126706"/>
                  </a:lnTo>
                  <a:lnTo>
                    <a:pt x="5702709" y="126706"/>
                  </a:lnTo>
                  <a:lnTo>
                    <a:pt x="5702803" y="126706"/>
                  </a:lnTo>
                  <a:lnTo>
                    <a:pt x="5702897" y="126706"/>
                  </a:lnTo>
                  <a:lnTo>
                    <a:pt x="5702991" y="126706"/>
                  </a:lnTo>
                  <a:lnTo>
                    <a:pt x="5703085" y="126706"/>
                  </a:lnTo>
                  <a:lnTo>
                    <a:pt x="5703179" y="126706"/>
                  </a:lnTo>
                  <a:lnTo>
                    <a:pt x="5703273" y="126706"/>
                  </a:lnTo>
                  <a:lnTo>
                    <a:pt x="5703367" y="126706"/>
                  </a:lnTo>
                  <a:lnTo>
                    <a:pt x="5703461" y="126706"/>
                  </a:lnTo>
                  <a:lnTo>
                    <a:pt x="5703555" y="126706"/>
                  </a:lnTo>
                  <a:lnTo>
                    <a:pt x="5703649" y="126706"/>
                  </a:lnTo>
                  <a:lnTo>
                    <a:pt x="5703743" y="126706"/>
                  </a:lnTo>
                  <a:lnTo>
                    <a:pt x="5703837" y="126706"/>
                  </a:lnTo>
                  <a:lnTo>
                    <a:pt x="5703931" y="126706"/>
                  </a:lnTo>
                  <a:lnTo>
                    <a:pt x="5704025" y="126706"/>
                  </a:lnTo>
                  <a:lnTo>
                    <a:pt x="5704119" y="126706"/>
                  </a:lnTo>
                  <a:lnTo>
                    <a:pt x="5704213" y="126706"/>
                  </a:lnTo>
                  <a:lnTo>
                    <a:pt x="5704307" y="126706"/>
                  </a:lnTo>
                  <a:lnTo>
                    <a:pt x="5704401" y="126706"/>
                  </a:lnTo>
                  <a:lnTo>
                    <a:pt x="5704495" y="126706"/>
                  </a:lnTo>
                  <a:lnTo>
                    <a:pt x="5704589" y="126706"/>
                  </a:lnTo>
                  <a:lnTo>
                    <a:pt x="5704683" y="126706"/>
                  </a:lnTo>
                  <a:lnTo>
                    <a:pt x="5704777" y="126706"/>
                  </a:lnTo>
                  <a:lnTo>
                    <a:pt x="5704871" y="126706"/>
                  </a:lnTo>
                  <a:lnTo>
                    <a:pt x="5704965" y="126706"/>
                  </a:lnTo>
                  <a:lnTo>
                    <a:pt x="5705059" y="126706"/>
                  </a:lnTo>
                  <a:lnTo>
                    <a:pt x="5705153" y="126706"/>
                  </a:lnTo>
                  <a:lnTo>
                    <a:pt x="5705247" y="126706"/>
                  </a:lnTo>
                  <a:lnTo>
                    <a:pt x="5705341" y="126706"/>
                  </a:lnTo>
                  <a:lnTo>
                    <a:pt x="5705435" y="126706"/>
                  </a:lnTo>
                  <a:lnTo>
                    <a:pt x="5705529" y="126706"/>
                  </a:lnTo>
                  <a:lnTo>
                    <a:pt x="5705623" y="126706"/>
                  </a:lnTo>
                  <a:lnTo>
                    <a:pt x="5705717" y="126706"/>
                  </a:lnTo>
                  <a:lnTo>
                    <a:pt x="5705811" y="126706"/>
                  </a:lnTo>
                  <a:lnTo>
                    <a:pt x="5705905" y="126706"/>
                  </a:lnTo>
                  <a:lnTo>
                    <a:pt x="5705999" y="126706"/>
                  </a:lnTo>
                  <a:lnTo>
                    <a:pt x="5706093" y="126706"/>
                  </a:lnTo>
                  <a:lnTo>
                    <a:pt x="5706188" y="126706"/>
                  </a:lnTo>
                  <a:lnTo>
                    <a:pt x="5706282" y="126706"/>
                  </a:lnTo>
                  <a:lnTo>
                    <a:pt x="5706376" y="126706"/>
                  </a:lnTo>
                  <a:lnTo>
                    <a:pt x="5706470" y="126706"/>
                  </a:lnTo>
                  <a:lnTo>
                    <a:pt x="5706564" y="126706"/>
                  </a:lnTo>
                  <a:lnTo>
                    <a:pt x="5706658" y="126706"/>
                  </a:lnTo>
                  <a:lnTo>
                    <a:pt x="5706752" y="126706"/>
                  </a:lnTo>
                  <a:lnTo>
                    <a:pt x="5706846" y="126706"/>
                  </a:lnTo>
                  <a:lnTo>
                    <a:pt x="5706940" y="126706"/>
                  </a:lnTo>
                  <a:lnTo>
                    <a:pt x="5707034" y="126706"/>
                  </a:lnTo>
                  <a:lnTo>
                    <a:pt x="5707128" y="126706"/>
                  </a:lnTo>
                  <a:lnTo>
                    <a:pt x="5707222" y="126706"/>
                  </a:lnTo>
                  <a:lnTo>
                    <a:pt x="5707316" y="126706"/>
                  </a:lnTo>
                  <a:lnTo>
                    <a:pt x="5707410" y="126706"/>
                  </a:lnTo>
                  <a:lnTo>
                    <a:pt x="5707504" y="126706"/>
                  </a:lnTo>
                  <a:lnTo>
                    <a:pt x="5707598" y="126706"/>
                  </a:lnTo>
                  <a:lnTo>
                    <a:pt x="5707692" y="126706"/>
                  </a:lnTo>
                  <a:lnTo>
                    <a:pt x="5707786" y="126706"/>
                  </a:lnTo>
                  <a:lnTo>
                    <a:pt x="5707880" y="126706"/>
                  </a:lnTo>
                  <a:lnTo>
                    <a:pt x="5707974" y="126706"/>
                  </a:lnTo>
                  <a:lnTo>
                    <a:pt x="5708068" y="126706"/>
                  </a:lnTo>
                  <a:lnTo>
                    <a:pt x="5708162" y="126706"/>
                  </a:lnTo>
                  <a:lnTo>
                    <a:pt x="5708256" y="126706"/>
                  </a:lnTo>
                  <a:lnTo>
                    <a:pt x="5708350" y="126706"/>
                  </a:lnTo>
                  <a:lnTo>
                    <a:pt x="5708444" y="126706"/>
                  </a:lnTo>
                  <a:lnTo>
                    <a:pt x="5708538" y="126706"/>
                  </a:lnTo>
                  <a:lnTo>
                    <a:pt x="5708632" y="126706"/>
                  </a:lnTo>
                  <a:lnTo>
                    <a:pt x="5708726" y="126706"/>
                  </a:lnTo>
                  <a:lnTo>
                    <a:pt x="5708820" y="126706"/>
                  </a:lnTo>
                  <a:lnTo>
                    <a:pt x="5708914" y="126706"/>
                  </a:lnTo>
                  <a:lnTo>
                    <a:pt x="5709008" y="126706"/>
                  </a:lnTo>
                  <a:lnTo>
                    <a:pt x="5709102" y="126706"/>
                  </a:lnTo>
                  <a:lnTo>
                    <a:pt x="5709196" y="126706"/>
                  </a:lnTo>
                  <a:lnTo>
                    <a:pt x="5709290" y="126706"/>
                  </a:lnTo>
                  <a:lnTo>
                    <a:pt x="5709384" y="126706"/>
                  </a:lnTo>
                  <a:lnTo>
                    <a:pt x="5709478" y="126706"/>
                  </a:lnTo>
                  <a:lnTo>
                    <a:pt x="5709572" y="126706"/>
                  </a:lnTo>
                  <a:lnTo>
                    <a:pt x="5709667" y="126706"/>
                  </a:lnTo>
                  <a:lnTo>
                    <a:pt x="5709761" y="126706"/>
                  </a:lnTo>
                  <a:lnTo>
                    <a:pt x="5709855" y="126706"/>
                  </a:lnTo>
                  <a:lnTo>
                    <a:pt x="5709949" y="126706"/>
                  </a:lnTo>
                  <a:lnTo>
                    <a:pt x="5710043" y="126706"/>
                  </a:lnTo>
                  <a:lnTo>
                    <a:pt x="5710137" y="126706"/>
                  </a:lnTo>
                  <a:lnTo>
                    <a:pt x="5710231" y="126706"/>
                  </a:lnTo>
                  <a:lnTo>
                    <a:pt x="5710325" y="126706"/>
                  </a:lnTo>
                  <a:lnTo>
                    <a:pt x="5710419" y="126706"/>
                  </a:lnTo>
                  <a:lnTo>
                    <a:pt x="5710513" y="126706"/>
                  </a:lnTo>
                  <a:lnTo>
                    <a:pt x="5710607" y="126706"/>
                  </a:lnTo>
                  <a:lnTo>
                    <a:pt x="5710701" y="126706"/>
                  </a:lnTo>
                  <a:lnTo>
                    <a:pt x="5710795" y="126706"/>
                  </a:lnTo>
                  <a:lnTo>
                    <a:pt x="5710889" y="126706"/>
                  </a:lnTo>
                  <a:lnTo>
                    <a:pt x="5710983" y="126706"/>
                  </a:lnTo>
                  <a:lnTo>
                    <a:pt x="5711077" y="126706"/>
                  </a:lnTo>
                  <a:lnTo>
                    <a:pt x="5711171" y="126706"/>
                  </a:lnTo>
                  <a:lnTo>
                    <a:pt x="5711265" y="126706"/>
                  </a:lnTo>
                  <a:lnTo>
                    <a:pt x="5711359" y="126706"/>
                  </a:lnTo>
                  <a:lnTo>
                    <a:pt x="5711453" y="126706"/>
                  </a:lnTo>
                  <a:lnTo>
                    <a:pt x="5711547" y="126706"/>
                  </a:lnTo>
                  <a:lnTo>
                    <a:pt x="5711641" y="126706"/>
                  </a:lnTo>
                  <a:lnTo>
                    <a:pt x="5711735" y="126706"/>
                  </a:lnTo>
                  <a:lnTo>
                    <a:pt x="5711829" y="126706"/>
                  </a:lnTo>
                  <a:lnTo>
                    <a:pt x="5711923" y="126706"/>
                  </a:lnTo>
                  <a:lnTo>
                    <a:pt x="5712017" y="126706"/>
                  </a:lnTo>
                  <a:lnTo>
                    <a:pt x="5712111" y="126706"/>
                  </a:lnTo>
                  <a:lnTo>
                    <a:pt x="5712205" y="126706"/>
                  </a:lnTo>
                  <a:lnTo>
                    <a:pt x="5712299" y="126706"/>
                  </a:lnTo>
                  <a:lnTo>
                    <a:pt x="5712393" y="126706"/>
                  </a:lnTo>
                  <a:lnTo>
                    <a:pt x="5712487" y="126706"/>
                  </a:lnTo>
                  <a:lnTo>
                    <a:pt x="5712581" y="126706"/>
                  </a:lnTo>
                  <a:lnTo>
                    <a:pt x="5712675" y="126706"/>
                  </a:lnTo>
                  <a:lnTo>
                    <a:pt x="5712769" y="126706"/>
                  </a:lnTo>
                  <a:lnTo>
                    <a:pt x="5712863" y="126706"/>
                  </a:lnTo>
                  <a:lnTo>
                    <a:pt x="5712957" y="126706"/>
                  </a:lnTo>
                  <a:lnTo>
                    <a:pt x="5713051" y="126706"/>
                  </a:lnTo>
                  <a:lnTo>
                    <a:pt x="5713145" y="126706"/>
                  </a:lnTo>
                  <a:lnTo>
                    <a:pt x="5713240" y="126706"/>
                  </a:lnTo>
                  <a:lnTo>
                    <a:pt x="5713334" y="126706"/>
                  </a:lnTo>
                  <a:lnTo>
                    <a:pt x="5713428" y="126706"/>
                  </a:lnTo>
                  <a:lnTo>
                    <a:pt x="5713522" y="126706"/>
                  </a:lnTo>
                  <a:lnTo>
                    <a:pt x="5713616" y="126706"/>
                  </a:lnTo>
                  <a:lnTo>
                    <a:pt x="5713710" y="126706"/>
                  </a:lnTo>
                  <a:lnTo>
                    <a:pt x="5713804" y="126706"/>
                  </a:lnTo>
                  <a:lnTo>
                    <a:pt x="5713898" y="126706"/>
                  </a:lnTo>
                  <a:lnTo>
                    <a:pt x="5713992" y="126706"/>
                  </a:lnTo>
                  <a:lnTo>
                    <a:pt x="5714086" y="126706"/>
                  </a:lnTo>
                  <a:lnTo>
                    <a:pt x="5714180" y="126706"/>
                  </a:lnTo>
                  <a:lnTo>
                    <a:pt x="5714274" y="126706"/>
                  </a:lnTo>
                  <a:lnTo>
                    <a:pt x="5714368" y="126706"/>
                  </a:lnTo>
                  <a:lnTo>
                    <a:pt x="5714462" y="126706"/>
                  </a:lnTo>
                  <a:lnTo>
                    <a:pt x="5714556" y="126706"/>
                  </a:lnTo>
                  <a:lnTo>
                    <a:pt x="5714650" y="126706"/>
                  </a:lnTo>
                  <a:lnTo>
                    <a:pt x="5714744" y="126706"/>
                  </a:lnTo>
                  <a:lnTo>
                    <a:pt x="5714838" y="126706"/>
                  </a:lnTo>
                  <a:lnTo>
                    <a:pt x="5714932" y="126706"/>
                  </a:lnTo>
                  <a:lnTo>
                    <a:pt x="5715026" y="126706"/>
                  </a:lnTo>
                  <a:lnTo>
                    <a:pt x="5715120" y="126706"/>
                  </a:lnTo>
                  <a:lnTo>
                    <a:pt x="5715214" y="126706"/>
                  </a:lnTo>
                  <a:lnTo>
                    <a:pt x="5715308" y="126706"/>
                  </a:lnTo>
                  <a:lnTo>
                    <a:pt x="5715402" y="126706"/>
                  </a:lnTo>
                  <a:lnTo>
                    <a:pt x="5715496" y="126706"/>
                  </a:lnTo>
                  <a:lnTo>
                    <a:pt x="5715590" y="126706"/>
                  </a:lnTo>
                  <a:lnTo>
                    <a:pt x="5715684" y="126706"/>
                  </a:lnTo>
                  <a:lnTo>
                    <a:pt x="5715778" y="126706"/>
                  </a:lnTo>
                  <a:lnTo>
                    <a:pt x="5715872" y="126706"/>
                  </a:lnTo>
                  <a:lnTo>
                    <a:pt x="5715966" y="126706"/>
                  </a:lnTo>
                  <a:lnTo>
                    <a:pt x="5716060" y="126706"/>
                  </a:lnTo>
                  <a:lnTo>
                    <a:pt x="5716154" y="126706"/>
                  </a:lnTo>
                  <a:lnTo>
                    <a:pt x="5716248" y="126706"/>
                  </a:lnTo>
                  <a:lnTo>
                    <a:pt x="5716342" y="126706"/>
                  </a:lnTo>
                  <a:lnTo>
                    <a:pt x="5716436" y="126706"/>
                  </a:lnTo>
                  <a:lnTo>
                    <a:pt x="5716530" y="126706"/>
                  </a:lnTo>
                  <a:lnTo>
                    <a:pt x="5716530" y="121426"/>
                  </a:lnTo>
                  <a:lnTo>
                    <a:pt x="5716624" y="121426"/>
                  </a:lnTo>
                  <a:lnTo>
                    <a:pt x="5716718" y="121426"/>
                  </a:lnTo>
                  <a:lnTo>
                    <a:pt x="5716813" y="121426"/>
                  </a:lnTo>
                  <a:lnTo>
                    <a:pt x="5716907" y="121426"/>
                  </a:lnTo>
                  <a:lnTo>
                    <a:pt x="5717001" y="121426"/>
                  </a:lnTo>
                  <a:lnTo>
                    <a:pt x="5717095" y="121426"/>
                  </a:lnTo>
                  <a:lnTo>
                    <a:pt x="5717189" y="121426"/>
                  </a:lnTo>
                  <a:lnTo>
                    <a:pt x="5717283" y="121426"/>
                  </a:lnTo>
                  <a:lnTo>
                    <a:pt x="5717377" y="121426"/>
                  </a:lnTo>
                  <a:lnTo>
                    <a:pt x="5717471" y="121426"/>
                  </a:lnTo>
                  <a:lnTo>
                    <a:pt x="5717565" y="121426"/>
                  </a:lnTo>
                  <a:lnTo>
                    <a:pt x="5717659" y="121426"/>
                  </a:lnTo>
                  <a:lnTo>
                    <a:pt x="5717753" y="121426"/>
                  </a:lnTo>
                  <a:lnTo>
                    <a:pt x="5717847" y="121426"/>
                  </a:lnTo>
                  <a:lnTo>
                    <a:pt x="5717941" y="121426"/>
                  </a:lnTo>
                  <a:lnTo>
                    <a:pt x="5718035" y="121426"/>
                  </a:lnTo>
                  <a:lnTo>
                    <a:pt x="5718129" y="121426"/>
                  </a:lnTo>
                  <a:lnTo>
                    <a:pt x="5718223" y="121426"/>
                  </a:lnTo>
                  <a:lnTo>
                    <a:pt x="5718317" y="121426"/>
                  </a:lnTo>
                  <a:lnTo>
                    <a:pt x="5718411" y="121426"/>
                  </a:lnTo>
                  <a:lnTo>
                    <a:pt x="5718505" y="121426"/>
                  </a:lnTo>
                  <a:lnTo>
                    <a:pt x="5718599" y="121426"/>
                  </a:lnTo>
                  <a:lnTo>
                    <a:pt x="5718693" y="121426"/>
                  </a:lnTo>
                  <a:lnTo>
                    <a:pt x="5718787" y="121426"/>
                  </a:lnTo>
                  <a:lnTo>
                    <a:pt x="5718881" y="121426"/>
                  </a:lnTo>
                  <a:lnTo>
                    <a:pt x="5718975" y="121426"/>
                  </a:lnTo>
                  <a:lnTo>
                    <a:pt x="5719069" y="121426"/>
                  </a:lnTo>
                  <a:lnTo>
                    <a:pt x="5719163" y="121426"/>
                  </a:lnTo>
                  <a:lnTo>
                    <a:pt x="5719257" y="121426"/>
                  </a:lnTo>
                  <a:lnTo>
                    <a:pt x="5719351" y="121426"/>
                  </a:lnTo>
                  <a:lnTo>
                    <a:pt x="5719445" y="121426"/>
                  </a:lnTo>
                  <a:lnTo>
                    <a:pt x="5719539" y="121426"/>
                  </a:lnTo>
                  <a:lnTo>
                    <a:pt x="5719633" y="121426"/>
                  </a:lnTo>
                  <a:lnTo>
                    <a:pt x="5719727" y="121426"/>
                  </a:lnTo>
                  <a:lnTo>
                    <a:pt x="5719821" y="121426"/>
                  </a:lnTo>
                  <a:lnTo>
                    <a:pt x="5719915" y="121426"/>
                  </a:lnTo>
                  <a:lnTo>
                    <a:pt x="5720009" y="121426"/>
                  </a:lnTo>
                  <a:lnTo>
                    <a:pt x="5720103" y="121426"/>
                  </a:lnTo>
                  <a:lnTo>
                    <a:pt x="5720197" y="121426"/>
                  </a:lnTo>
                  <a:lnTo>
                    <a:pt x="5720292" y="121426"/>
                  </a:lnTo>
                  <a:lnTo>
                    <a:pt x="5720386" y="121426"/>
                  </a:lnTo>
                  <a:lnTo>
                    <a:pt x="5720480" y="121426"/>
                  </a:lnTo>
                  <a:lnTo>
                    <a:pt x="5720574" y="121426"/>
                  </a:lnTo>
                  <a:lnTo>
                    <a:pt x="5720668" y="121426"/>
                  </a:lnTo>
                  <a:lnTo>
                    <a:pt x="5720762" y="121426"/>
                  </a:lnTo>
                  <a:lnTo>
                    <a:pt x="5720856" y="121426"/>
                  </a:lnTo>
                  <a:lnTo>
                    <a:pt x="5720950" y="121426"/>
                  </a:lnTo>
                  <a:lnTo>
                    <a:pt x="5721044" y="121426"/>
                  </a:lnTo>
                  <a:lnTo>
                    <a:pt x="5721138" y="121426"/>
                  </a:lnTo>
                  <a:lnTo>
                    <a:pt x="5721232" y="121426"/>
                  </a:lnTo>
                  <a:lnTo>
                    <a:pt x="5721326" y="121426"/>
                  </a:lnTo>
                  <a:lnTo>
                    <a:pt x="5721420" y="121426"/>
                  </a:lnTo>
                  <a:lnTo>
                    <a:pt x="5721514" y="121426"/>
                  </a:lnTo>
                  <a:lnTo>
                    <a:pt x="5721608" y="121426"/>
                  </a:lnTo>
                  <a:lnTo>
                    <a:pt x="5721702" y="121426"/>
                  </a:lnTo>
                  <a:lnTo>
                    <a:pt x="5721796" y="121426"/>
                  </a:lnTo>
                  <a:lnTo>
                    <a:pt x="5721890" y="121426"/>
                  </a:lnTo>
                  <a:lnTo>
                    <a:pt x="5721984" y="121426"/>
                  </a:lnTo>
                  <a:lnTo>
                    <a:pt x="5722078" y="121426"/>
                  </a:lnTo>
                  <a:lnTo>
                    <a:pt x="5722172" y="121426"/>
                  </a:lnTo>
                  <a:lnTo>
                    <a:pt x="5722266" y="121426"/>
                  </a:lnTo>
                  <a:lnTo>
                    <a:pt x="5722360" y="121426"/>
                  </a:lnTo>
                  <a:lnTo>
                    <a:pt x="5722454" y="121426"/>
                  </a:lnTo>
                  <a:lnTo>
                    <a:pt x="5722548" y="121426"/>
                  </a:lnTo>
                  <a:lnTo>
                    <a:pt x="5722642" y="121426"/>
                  </a:lnTo>
                  <a:lnTo>
                    <a:pt x="5722736" y="121426"/>
                  </a:lnTo>
                  <a:lnTo>
                    <a:pt x="5722830" y="121426"/>
                  </a:lnTo>
                  <a:lnTo>
                    <a:pt x="5722924" y="121426"/>
                  </a:lnTo>
                  <a:lnTo>
                    <a:pt x="5723018" y="121426"/>
                  </a:lnTo>
                  <a:lnTo>
                    <a:pt x="5723112" y="121426"/>
                  </a:lnTo>
                  <a:lnTo>
                    <a:pt x="5723206" y="121426"/>
                  </a:lnTo>
                  <a:lnTo>
                    <a:pt x="5723300" y="121426"/>
                  </a:lnTo>
                  <a:lnTo>
                    <a:pt x="5723394" y="121426"/>
                  </a:lnTo>
                  <a:lnTo>
                    <a:pt x="5723488" y="121426"/>
                  </a:lnTo>
                  <a:lnTo>
                    <a:pt x="5723582" y="121426"/>
                  </a:lnTo>
                  <a:lnTo>
                    <a:pt x="5723676" y="121426"/>
                  </a:lnTo>
                  <a:lnTo>
                    <a:pt x="5723770" y="121426"/>
                  </a:lnTo>
                  <a:lnTo>
                    <a:pt x="5723865" y="121426"/>
                  </a:lnTo>
                  <a:lnTo>
                    <a:pt x="5723959" y="121426"/>
                  </a:lnTo>
                  <a:lnTo>
                    <a:pt x="5724053" y="121426"/>
                  </a:lnTo>
                  <a:lnTo>
                    <a:pt x="5724147" y="121426"/>
                  </a:lnTo>
                  <a:lnTo>
                    <a:pt x="5724241" y="121426"/>
                  </a:lnTo>
                  <a:lnTo>
                    <a:pt x="5724335" y="121426"/>
                  </a:lnTo>
                  <a:lnTo>
                    <a:pt x="5724429" y="121426"/>
                  </a:lnTo>
                  <a:lnTo>
                    <a:pt x="5724523" y="121426"/>
                  </a:lnTo>
                  <a:lnTo>
                    <a:pt x="5724617" y="121426"/>
                  </a:lnTo>
                  <a:lnTo>
                    <a:pt x="5724711" y="121426"/>
                  </a:lnTo>
                  <a:lnTo>
                    <a:pt x="5724805" y="121426"/>
                  </a:lnTo>
                  <a:lnTo>
                    <a:pt x="5724899" y="121426"/>
                  </a:lnTo>
                  <a:lnTo>
                    <a:pt x="5724993" y="121426"/>
                  </a:lnTo>
                  <a:lnTo>
                    <a:pt x="5725087" y="121426"/>
                  </a:lnTo>
                  <a:lnTo>
                    <a:pt x="5725181" y="121426"/>
                  </a:lnTo>
                  <a:lnTo>
                    <a:pt x="5725275" y="121426"/>
                  </a:lnTo>
                  <a:lnTo>
                    <a:pt x="5725369" y="121426"/>
                  </a:lnTo>
                  <a:lnTo>
                    <a:pt x="5725463" y="121426"/>
                  </a:lnTo>
                  <a:lnTo>
                    <a:pt x="5725557" y="121426"/>
                  </a:lnTo>
                  <a:lnTo>
                    <a:pt x="5725651" y="121426"/>
                  </a:lnTo>
                  <a:lnTo>
                    <a:pt x="5725745" y="121426"/>
                  </a:lnTo>
                  <a:lnTo>
                    <a:pt x="5725839" y="121426"/>
                  </a:lnTo>
                  <a:lnTo>
                    <a:pt x="5725933" y="121426"/>
                  </a:lnTo>
                  <a:lnTo>
                    <a:pt x="5726027" y="121426"/>
                  </a:lnTo>
                  <a:lnTo>
                    <a:pt x="5726121" y="121426"/>
                  </a:lnTo>
                  <a:lnTo>
                    <a:pt x="5726215" y="121426"/>
                  </a:lnTo>
                  <a:lnTo>
                    <a:pt x="5726309" y="121426"/>
                  </a:lnTo>
                  <a:lnTo>
                    <a:pt x="5726403" y="121426"/>
                  </a:lnTo>
                  <a:lnTo>
                    <a:pt x="5726497" y="121426"/>
                  </a:lnTo>
                  <a:lnTo>
                    <a:pt x="5726591" y="121426"/>
                  </a:lnTo>
                  <a:lnTo>
                    <a:pt x="5726685" y="121426"/>
                  </a:lnTo>
                  <a:lnTo>
                    <a:pt x="5726779" y="121426"/>
                  </a:lnTo>
                  <a:lnTo>
                    <a:pt x="5726873" y="121426"/>
                  </a:lnTo>
                  <a:lnTo>
                    <a:pt x="5726967" y="121426"/>
                  </a:lnTo>
                  <a:lnTo>
                    <a:pt x="5727061" y="121426"/>
                  </a:lnTo>
                  <a:lnTo>
                    <a:pt x="5727155" y="121426"/>
                  </a:lnTo>
                  <a:lnTo>
                    <a:pt x="5727249" y="121426"/>
                  </a:lnTo>
                  <a:lnTo>
                    <a:pt x="5727343" y="121426"/>
                  </a:lnTo>
                  <a:lnTo>
                    <a:pt x="5727438" y="121426"/>
                  </a:lnTo>
                  <a:lnTo>
                    <a:pt x="5727532" y="121426"/>
                  </a:lnTo>
                  <a:lnTo>
                    <a:pt x="5727626" y="121426"/>
                  </a:lnTo>
                  <a:lnTo>
                    <a:pt x="5727720" y="121426"/>
                  </a:lnTo>
                  <a:lnTo>
                    <a:pt x="5727814" y="121426"/>
                  </a:lnTo>
                  <a:lnTo>
                    <a:pt x="5727908" y="121426"/>
                  </a:lnTo>
                  <a:lnTo>
                    <a:pt x="5728002" y="121426"/>
                  </a:lnTo>
                  <a:lnTo>
                    <a:pt x="5728096" y="121426"/>
                  </a:lnTo>
                  <a:lnTo>
                    <a:pt x="5728190" y="121426"/>
                  </a:lnTo>
                  <a:lnTo>
                    <a:pt x="5728284" y="121426"/>
                  </a:lnTo>
                  <a:lnTo>
                    <a:pt x="5728378" y="121426"/>
                  </a:lnTo>
                  <a:lnTo>
                    <a:pt x="5728472" y="121426"/>
                  </a:lnTo>
                  <a:lnTo>
                    <a:pt x="5728566" y="121426"/>
                  </a:lnTo>
                  <a:lnTo>
                    <a:pt x="5728660" y="121426"/>
                  </a:lnTo>
                  <a:lnTo>
                    <a:pt x="5728754" y="121426"/>
                  </a:lnTo>
                  <a:lnTo>
                    <a:pt x="5728848" y="121426"/>
                  </a:lnTo>
                  <a:lnTo>
                    <a:pt x="5728942" y="121426"/>
                  </a:lnTo>
                  <a:lnTo>
                    <a:pt x="5729036" y="121426"/>
                  </a:lnTo>
                  <a:lnTo>
                    <a:pt x="5729130" y="121426"/>
                  </a:lnTo>
                  <a:lnTo>
                    <a:pt x="5729224" y="121426"/>
                  </a:lnTo>
                  <a:lnTo>
                    <a:pt x="5729318" y="121426"/>
                  </a:lnTo>
                  <a:lnTo>
                    <a:pt x="5729412" y="121426"/>
                  </a:lnTo>
                  <a:lnTo>
                    <a:pt x="5729506" y="121426"/>
                  </a:lnTo>
                  <a:lnTo>
                    <a:pt x="5729600" y="121426"/>
                  </a:lnTo>
                  <a:lnTo>
                    <a:pt x="5729694" y="121426"/>
                  </a:lnTo>
                  <a:lnTo>
                    <a:pt x="5729788" y="121426"/>
                  </a:lnTo>
                  <a:lnTo>
                    <a:pt x="5729882" y="121426"/>
                  </a:lnTo>
                  <a:lnTo>
                    <a:pt x="5729976" y="121426"/>
                  </a:lnTo>
                  <a:lnTo>
                    <a:pt x="5730070" y="121426"/>
                  </a:lnTo>
                  <a:lnTo>
                    <a:pt x="5730164" y="121426"/>
                  </a:lnTo>
                  <a:lnTo>
                    <a:pt x="5730258" y="121426"/>
                  </a:lnTo>
                  <a:lnTo>
                    <a:pt x="5730352" y="121426"/>
                  </a:lnTo>
                  <a:lnTo>
                    <a:pt x="5730446" y="121426"/>
                  </a:lnTo>
                  <a:lnTo>
                    <a:pt x="5730540" y="121426"/>
                  </a:lnTo>
                  <a:lnTo>
                    <a:pt x="5730634" y="121426"/>
                  </a:lnTo>
                  <a:lnTo>
                    <a:pt x="5730728" y="121426"/>
                  </a:lnTo>
                  <a:lnTo>
                    <a:pt x="5730822" y="121426"/>
                  </a:lnTo>
                  <a:lnTo>
                    <a:pt x="5730822" y="116147"/>
                  </a:lnTo>
                  <a:lnTo>
                    <a:pt x="5730917" y="116147"/>
                  </a:lnTo>
                  <a:lnTo>
                    <a:pt x="5731011" y="116147"/>
                  </a:lnTo>
                  <a:lnTo>
                    <a:pt x="5731105" y="116147"/>
                  </a:lnTo>
                  <a:lnTo>
                    <a:pt x="5731199" y="116147"/>
                  </a:lnTo>
                  <a:lnTo>
                    <a:pt x="5731293" y="116147"/>
                  </a:lnTo>
                  <a:lnTo>
                    <a:pt x="5731387" y="116147"/>
                  </a:lnTo>
                  <a:lnTo>
                    <a:pt x="5731481" y="116147"/>
                  </a:lnTo>
                  <a:lnTo>
                    <a:pt x="5731575" y="116147"/>
                  </a:lnTo>
                  <a:lnTo>
                    <a:pt x="5731669" y="116147"/>
                  </a:lnTo>
                  <a:lnTo>
                    <a:pt x="5731763" y="116147"/>
                  </a:lnTo>
                  <a:lnTo>
                    <a:pt x="5731857" y="116147"/>
                  </a:lnTo>
                  <a:lnTo>
                    <a:pt x="5731951" y="116147"/>
                  </a:lnTo>
                  <a:lnTo>
                    <a:pt x="5732045" y="116147"/>
                  </a:lnTo>
                  <a:lnTo>
                    <a:pt x="5732139" y="116147"/>
                  </a:lnTo>
                  <a:lnTo>
                    <a:pt x="5732233" y="116147"/>
                  </a:lnTo>
                  <a:lnTo>
                    <a:pt x="5732327" y="116147"/>
                  </a:lnTo>
                  <a:lnTo>
                    <a:pt x="5732421" y="116147"/>
                  </a:lnTo>
                  <a:lnTo>
                    <a:pt x="5732515" y="116147"/>
                  </a:lnTo>
                  <a:lnTo>
                    <a:pt x="5732609" y="116147"/>
                  </a:lnTo>
                  <a:lnTo>
                    <a:pt x="5732703" y="116147"/>
                  </a:lnTo>
                  <a:lnTo>
                    <a:pt x="5732797" y="116147"/>
                  </a:lnTo>
                  <a:lnTo>
                    <a:pt x="5732891" y="116147"/>
                  </a:lnTo>
                  <a:lnTo>
                    <a:pt x="5732985" y="116147"/>
                  </a:lnTo>
                  <a:lnTo>
                    <a:pt x="5733079" y="116147"/>
                  </a:lnTo>
                  <a:lnTo>
                    <a:pt x="5733173" y="116147"/>
                  </a:lnTo>
                  <a:lnTo>
                    <a:pt x="5733267" y="116147"/>
                  </a:lnTo>
                  <a:lnTo>
                    <a:pt x="5733361" y="116147"/>
                  </a:lnTo>
                  <a:lnTo>
                    <a:pt x="5733455" y="116147"/>
                  </a:lnTo>
                  <a:lnTo>
                    <a:pt x="5733549" y="116147"/>
                  </a:lnTo>
                  <a:lnTo>
                    <a:pt x="5733643" y="116147"/>
                  </a:lnTo>
                  <a:lnTo>
                    <a:pt x="5733737" y="116147"/>
                  </a:lnTo>
                  <a:lnTo>
                    <a:pt x="5733831" y="116147"/>
                  </a:lnTo>
                  <a:lnTo>
                    <a:pt x="5733925" y="116147"/>
                  </a:lnTo>
                  <a:lnTo>
                    <a:pt x="5734019" y="116147"/>
                  </a:lnTo>
                  <a:lnTo>
                    <a:pt x="5734113" y="116147"/>
                  </a:lnTo>
                  <a:lnTo>
                    <a:pt x="5734207" y="116147"/>
                  </a:lnTo>
                  <a:lnTo>
                    <a:pt x="5734301" y="116147"/>
                  </a:lnTo>
                  <a:lnTo>
                    <a:pt x="5734395" y="116147"/>
                  </a:lnTo>
                  <a:lnTo>
                    <a:pt x="5734490" y="116147"/>
                  </a:lnTo>
                  <a:lnTo>
                    <a:pt x="5734584" y="116147"/>
                  </a:lnTo>
                  <a:lnTo>
                    <a:pt x="5734678" y="116147"/>
                  </a:lnTo>
                  <a:lnTo>
                    <a:pt x="5734772" y="116147"/>
                  </a:lnTo>
                  <a:lnTo>
                    <a:pt x="5734866" y="116147"/>
                  </a:lnTo>
                  <a:lnTo>
                    <a:pt x="5734960" y="116147"/>
                  </a:lnTo>
                  <a:lnTo>
                    <a:pt x="5735054" y="116147"/>
                  </a:lnTo>
                  <a:lnTo>
                    <a:pt x="5735148" y="116147"/>
                  </a:lnTo>
                  <a:lnTo>
                    <a:pt x="5735242" y="116147"/>
                  </a:lnTo>
                  <a:lnTo>
                    <a:pt x="5735336" y="116147"/>
                  </a:lnTo>
                  <a:lnTo>
                    <a:pt x="5735430" y="116147"/>
                  </a:lnTo>
                  <a:lnTo>
                    <a:pt x="5735524" y="116147"/>
                  </a:lnTo>
                  <a:lnTo>
                    <a:pt x="5735618" y="116147"/>
                  </a:lnTo>
                  <a:lnTo>
                    <a:pt x="5735712" y="116147"/>
                  </a:lnTo>
                  <a:lnTo>
                    <a:pt x="5735806" y="116147"/>
                  </a:lnTo>
                  <a:lnTo>
                    <a:pt x="5735900" y="116147"/>
                  </a:lnTo>
                  <a:lnTo>
                    <a:pt x="5735994" y="116147"/>
                  </a:lnTo>
                  <a:lnTo>
                    <a:pt x="5736088" y="116147"/>
                  </a:lnTo>
                  <a:lnTo>
                    <a:pt x="5736182" y="116147"/>
                  </a:lnTo>
                  <a:lnTo>
                    <a:pt x="5736276" y="116147"/>
                  </a:lnTo>
                  <a:lnTo>
                    <a:pt x="5736370" y="116147"/>
                  </a:lnTo>
                  <a:lnTo>
                    <a:pt x="5736464" y="116147"/>
                  </a:lnTo>
                  <a:lnTo>
                    <a:pt x="5736558" y="116147"/>
                  </a:lnTo>
                  <a:lnTo>
                    <a:pt x="5736652" y="116147"/>
                  </a:lnTo>
                  <a:lnTo>
                    <a:pt x="5736746" y="116147"/>
                  </a:lnTo>
                  <a:lnTo>
                    <a:pt x="5736840" y="116147"/>
                  </a:lnTo>
                  <a:lnTo>
                    <a:pt x="5736934" y="116147"/>
                  </a:lnTo>
                  <a:lnTo>
                    <a:pt x="5737028" y="116147"/>
                  </a:lnTo>
                  <a:lnTo>
                    <a:pt x="5737122" y="116147"/>
                  </a:lnTo>
                  <a:lnTo>
                    <a:pt x="5737216" y="116147"/>
                  </a:lnTo>
                  <a:lnTo>
                    <a:pt x="5737310" y="116147"/>
                  </a:lnTo>
                  <a:lnTo>
                    <a:pt x="5737404" y="116147"/>
                  </a:lnTo>
                  <a:lnTo>
                    <a:pt x="5737498" y="116147"/>
                  </a:lnTo>
                  <a:lnTo>
                    <a:pt x="5737592" y="116147"/>
                  </a:lnTo>
                  <a:lnTo>
                    <a:pt x="5737686" y="116147"/>
                  </a:lnTo>
                  <a:lnTo>
                    <a:pt x="5737780" y="116147"/>
                  </a:lnTo>
                  <a:lnTo>
                    <a:pt x="5737874" y="116147"/>
                  </a:lnTo>
                  <a:lnTo>
                    <a:pt x="5737968" y="116147"/>
                  </a:lnTo>
                  <a:lnTo>
                    <a:pt x="5738063" y="116147"/>
                  </a:lnTo>
                  <a:lnTo>
                    <a:pt x="5738157" y="116147"/>
                  </a:lnTo>
                  <a:lnTo>
                    <a:pt x="5738251" y="116147"/>
                  </a:lnTo>
                  <a:lnTo>
                    <a:pt x="5738345" y="116147"/>
                  </a:lnTo>
                  <a:lnTo>
                    <a:pt x="5738439" y="116147"/>
                  </a:lnTo>
                  <a:lnTo>
                    <a:pt x="5738533" y="116147"/>
                  </a:lnTo>
                  <a:lnTo>
                    <a:pt x="5738627" y="116147"/>
                  </a:lnTo>
                  <a:lnTo>
                    <a:pt x="5738721" y="116147"/>
                  </a:lnTo>
                  <a:lnTo>
                    <a:pt x="5738815" y="116147"/>
                  </a:lnTo>
                  <a:lnTo>
                    <a:pt x="5738909" y="116147"/>
                  </a:lnTo>
                  <a:lnTo>
                    <a:pt x="5739003" y="116147"/>
                  </a:lnTo>
                  <a:lnTo>
                    <a:pt x="5739097" y="116147"/>
                  </a:lnTo>
                  <a:lnTo>
                    <a:pt x="5739191" y="116147"/>
                  </a:lnTo>
                  <a:lnTo>
                    <a:pt x="5739285" y="116147"/>
                  </a:lnTo>
                  <a:lnTo>
                    <a:pt x="5739379" y="116147"/>
                  </a:lnTo>
                  <a:lnTo>
                    <a:pt x="5739473" y="116147"/>
                  </a:lnTo>
                  <a:lnTo>
                    <a:pt x="5739567" y="116147"/>
                  </a:lnTo>
                  <a:lnTo>
                    <a:pt x="5739661" y="116147"/>
                  </a:lnTo>
                  <a:lnTo>
                    <a:pt x="5739755" y="116147"/>
                  </a:lnTo>
                  <a:lnTo>
                    <a:pt x="5739849" y="116147"/>
                  </a:lnTo>
                  <a:lnTo>
                    <a:pt x="5739943" y="116147"/>
                  </a:lnTo>
                  <a:lnTo>
                    <a:pt x="5740037" y="116147"/>
                  </a:lnTo>
                  <a:lnTo>
                    <a:pt x="5740131" y="116147"/>
                  </a:lnTo>
                  <a:lnTo>
                    <a:pt x="5740225" y="116147"/>
                  </a:lnTo>
                  <a:lnTo>
                    <a:pt x="5740319" y="116147"/>
                  </a:lnTo>
                  <a:lnTo>
                    <a:pt x="5740413" y="116147"/>
                  </a:lnTo>
                  <a:lnTo>
                    <a:pt x="5740507" y="116147"/>
                  </a:lnTo>
                  <a:lnTo>
                    <a:pt x="5740601" y="116147"/>
                  </a:lnTo>
                  <a:lnTo>
                    <a:pt x="5740695" y="116147"/>
                  </a:lnTo>
                  <a:lnTo>
                    <a:pt x="5740789" y="116147"/>
                  </a:lnTo>
                  <a:lnTo>
                    <a:pt x="5740883" y="116147"/>
                  </a:lnTo>
                  <a:lnTo>
                    <a:pt x="5740977" y="116147"/>
                  </a:lnTo>
                  <a:lnTo>
                    <a:pt x="5741071" y="116147"/>
                  </a:lnTo>
                  <a:lnTo>
                    <a:pt x="5741165" y="116147"/>
                  </a:lnTo>
                  <a:lnTo>
                    <a:pt x="5741259" y="116147"/>
                  </a:lnTo>
                  <a:lnTo>
                    <a:pt x="5741353" y="116147"/>
                  </a:lnTo>
                  <a:lnTo>
                    <a:pt x="5741447" y="116147"/>
                  </a:lnTo>
                  <a:lnTo>
                    <a:pt x="5741541" y="116147"/>
                  </a:lnTo>
                  <a:lnTo>
                    <a:pt x="5741636" y="116147"/>
                  </a:lnTo>
                  <a:lnTo>
                    <a:pt x="5741730" y="116147"/>
                  </a:lnTo>
                  <a:lnTo>
                    <a:pt x="5741824" y="116147"/>
                  </a:lnTo>
                  <a:lnTo>
                    <a:pt x="5741918" y="116147"/>
                  </a:lnTo>
                  <a:lnTo>
                    <a:pt x="5742012" y="116147"/>
                  </a:lnTo>
                  <a:lnTo>
                    <a:pt x="5742106" y="116147"/>
                  </a:lnTo>
                  <a:lnTo>
                    <a:pt x="5742200" y="116147"/>
                  </a:lnTo>
                  <a:lnTo>
                    <a:pt x="5742294" y="116147"/>
                  </a:lnTo>
                  <a:lnTo>
                    <a:pt x="5742388" y="116147"/>
                  </a:lnTo>
                  <a:lnTo>
                    <a:pt x="5742482" y="116147"/>
                  </a:lnTo>
                  <a:lnTo>
                    <a:pt x="5742576" y="116147"/>
                  </a:lnTo>
                  <a:lnTo>
                    <a:pt x="5742670" y="116147"/>
                  </a:lnTo>
                  <a:lnTo>
                    <a:pt x="5742764" y="116147"/>
                  </a:lnTo>
                  <a:lnTo>
                    <a:pt x="5742858" y="116147"/>
                  </a:lnTo>
                  <a:lnTo>
                    <a:pt x="5742952" y="116147"/>
                  </a:lnTo>
                  <a:lnTo>
                    <a:pt x="5743046" y="116147"/>
                  </a:lnTo>
                  <a:lnTo>
                    <a:pt x="5743140" y="116147"/>
                  </a:lnTo>
                  <a:lnTo>
                    <a:pt x="5743234" y="116147"/>
                  </a:lnTo>
                  <a:lnTo>
                    <a:pt x="5743328" y="116147"/>
                  </a:lnTo>
                  <a:lnTo>
                    <a:pt x="5743422" y="116147"/>
                  </a:lnTo>
                  <a:lnTo>
                    <a:pt x="5743516" y="116147"/>
                  </a:lnTo>
                  <a:lnTo>
                    <a:pt x="5743610" y="116147"/>
                  </a:lnTo>
                  <a:lnTo>
                    <a:pt x="5743704" y="116147"/>
                  </a:lnTo>
                  <a:lnTo>
                    <a:pt x="5743798" y="116147"/>
                  </a:lnTo>
                  <a:lnTo>
                    <a:pt x="5743892" y="116147"/>
                  </a:lnTo>
                  <a:lnTo>
                    <a:pt x="5743986" y="116147"/>
                  </a:lnTo>
                  <a:lnTo>
                    <a:pt x="5744080" y="116147"/>
                  </a:lnTo>
                  <a:lnTo>
                    <a:pt x="5744174" y="116147"/>
                  </a:lnTo>
                  <a:lnTo>
                    <a:pt x="5744268" y="116147"/>
                  </a:lnTo>
                  <a:lnTo>
                    <a:pt x="5744362" y="116147"/>
                  </a:lnTo>
                  <a:lnTo>
                    <a:pt x="5744456" y="116147"/>
                  </a:lnTo>
                  <a:lnTo>
                    <a:pt x="5744550" y="116147"/>
                  </a:lnTo>
                  <a:lnTo>
                    <a:pt x="5744644" y="116147"/>
                  </a:lnTo>
                  <a:lnTo>
                    <a:pt x="5744738" y="116147"/>
                  </a:lnTo>
                  <a:lnTo>
                    <a:pt x="5744832" y="116147"/>
                  </a:lnTo>
                  <a:lnTo>
                    <a:pt x="5744926" y="116147"/>
                  </a:lnTo>
                  <a:lnTo>
                    <a:pt x="5745020" y="116147"/>
                  </a:lnTo>
                  <a:lnTo>
                    <a:pt x="5745115" y="116147"/>
                  </a:lnTo>
                  <a:lnTo>
                    <a:pt x="5745209" y="116147"/>
                  </a:lnTo>
                  <a:lnTo>
                    <a:pt x="5745303" y="116147"/>
                  </a:lnTo>
                  <a:lnTo>
                    <a:pt x="5745397" y="116147"/>
                  </a:lnTo>
                  <a:lnTo>
                    <a:pt x="5745491" y="116147"/>
                  </a:lnTo>
                  <a:lnTo>
                    <a:pt x="5745585" y="116147"/>
                  </a:lnTo>
                  <a:lnTo>
                    <a:pt x="5745679" y="116147"/>
                  </a:lnTo>
                  <a:lnTo>
                    <a:pt x="5745773" y="116147"/>
                  </a:lnTo>
                  <a:lnTo>
                    <a:pt x="5745867" y="116147"/>
                  </a:lnTo>
                  <a:lnTo>
                    <a:pt x="5745961" y="116147"/>
                  </a:lnTo>
                  <a:lnTo>
                    <a:pt x="5746055" y="116147"/>
                  </a:lnTo>
                  <a:lnTo>
                    <a:pt x="5746149" y="116147"/>
                  </a:lnTo>
                  <a:lnTo>
                    <a:pt x="5746243" y="116147"/>
                  </a:lnTo>
                  <a:lnTo>
                    <a:pt x="5746337" y="116147"/>
                  </a:lnTo>
                  <a:lnTo>
                    <a:pt x="5746431" y="116147"/>
                  </a:lnTo>
                  <a:lnTo>
                    <a:pt x="5746525" y="116147"/>
                  </a:lnTo>
                  <a:lnTo>
                    <a:pt x="5746619" y="116147"/>
                  </a:lnTo>
                  <a:lnTo>
                    <a:pt x="5746713" y="116147"/>
                  </a:lnTo>
                  <a:lnTo>
                    <a:pt x="5746807" y="116147"/>
                  </a:lnTo>
                  <a:lnTo>
                    <a:pt x="5746901" y="116147"/>
                  </a:lnTo>
                  <a:lnTo>
                    <a:pt x="5746995" y="116147"/>
                  </a:lnTo>
                  <a:lnTo>
                    <a:pt x="5747089" y="116147"/>
                  </a:lnTo>
                  <a:lnTo>
                    <a:pt x="5747183" y="116147"/>
                  </a:lnTo>
                  <a:lnTo>
                    <a:pt x="5747277" y="116147"/>
                  </a:lnTo>
                  <a:lnTo>
                    <a:pt x="5747371" y="116147"/>
                  </a:lnTo>
                  <a:lnTo>
                    <a:pt x="5747465" y="116147"/>
                  </a:lnTo>
                  <a:lnTo>
                    <a:pt x="5747559" y="116147"/>
                  </a:lnTo>
                  <a:lnTo>
                    <a:pt x="5747653" y="116147"/>
                  </a:lnTo>
                  <a:lnTo>
                    <a:pt x="5747747" y="116147"/>
                  </a:lnTo>
                  <a:lnTo>
                    <a:pt x="5747841" y="116147"/>
                  </a:lnTo>
                  <a:lnTo>
                    <a:pt x="5747935" y="116147"/>
                  </a:lnTo>
                  <a:lnTo>
                    <a:pt x="5748029" y="116147"/>
                  </a:lnTo>
                  <a:lnTo>
                    <a:pt x="5748123" y="116147"/>
                  </a:lnTo>
                  <a:lnTo>
                    <a:pt x="5748217" y="116147"/>
                  </a:lnTo>
                  <a:lnTo>
                    <a:pt x="5748311" y="116147"/>
                  </a:lnTo>
                  <a:lnTo>
                    <a:pt x="5748405" y="116147"/>
                  </a:lnTo>
                  <a:lnTo>
                    <a:pt x="5748405" y="110867"/>
                  </a:lnTo>
                  <a:lnTo>
                    <a:pt x="5748499" y="110867"/>
                  </a:lnTo>
                  <a:lnTo>
                    <a:pt x="5748593" y="110867"/>
                  </a:lnTo>
                  <a:lnTo>
                    <a:pt x="5748688" y="110867"/>
                  </a:lnTo>
                  <a:lnTo>
                    <a:pt x="5748782" y="110867"/>
                  </a:lnTo>
                  <a:lnTo>
                    <a:pt x="5748876" y="110867"/>
                  </a:lnTo>
                  <a:lnTo>
                    <a:pt x="5748970" y="110867"/>
                  </a:lnTo>
                  <a:lnTo>
                    <a:pt x="5749064" y="110867"/>
                  </a:lnTo>
                  <a:lnTo>
                    <a:pt x="5749158" y="110867"/>
                  </a:lnTo>
                  <a:lnTo>
                    <a:pt x="5749252" y="110867"/>
                  </a:lnTo>
                  <a:lnTo>
                    <a:pt x="5749346" y="110867"/>
                  </a:lnTo>
                  <a:lnTo>
                    <a:pt x="5749440" y="110867"/>
                  </a:lnTo>
                  <a:lnTo>
                    <a:pt x="5749534" y="110867"/>
                  </a:lnTo>
                  <a:lnTo>
                    <a:pt x="5749628" y="110867"/>
                  </a:lnTo>
                  <a:lnTo>
                    <a:pt x="5749722" y="110867"/>
                  </a:lnTo>
                  <a:lnTo>
                    <a:pt x="5749816" y="110867"/>
                  </a:lnTo>
                  <a:lnTo>
                    <a:pt x="5749910" y="110867"/>
                  </a:lnTo>
                  <a:lnTo>
                    <a:pt x="5750004" y="110867"/>
                  </a:lnTo>
                  <a:lnTo>
                    <a:pt x="5750098" y="110867"/>
                  </a:lnTo>
                  <a:lnTo>
                    <a:pt x="5750192" y="110867"/>
                  </a:lnTo>
                  <a:lnTo>
                    <a:pt x="5750286" y="110867"/>
                  </a:lnTo>
                  <a:lnTo>
                    <a:pt x="5750380" y="110867"/>
                  </a:lnTo>
                  <a:lnTo>
                    <a:pt x="5750474" y="110867"/>
                  </a:lnTo>
                  <a:lnTo>
                    <a:pt x="5750568" y="110867"/>
                  </a:lnTo>
                  <a:lnTo>
                    <a:pt x="5750662" y="110867"/>
                  </a:lnTo>
                  <a:lnTo>
                    <a:pt x="5750756" y="110867"/>
                  </a:lnTo>
                  <a:lnTo>
                    <a:pt x="5750850" y="110867"/>
                  </a:lnTo>
                  <a:lnTo>
                    <a:pt x="5750944" y="110867"/>
                  </a:lnTo>
                  <a:lnTo>
                    <a:pt x="5751038" y="110867"/>
                  </a:lnTo>
                  <a:lnTo>
                    <a:pt x="5751132" y="110867"/>
                  </a:lnTo>
                  <a:lnTo>
                    <a:pt x="5751226" y="110867"/>
                  </a:lnTo>
                  <a:lnTo>
                    <a:pt x="5751320" y="110867"/>
                  </a:lnTo>
                  <a:lnTo>
                    <a:pt x="5751414" y="110867"/>
                  </a:lnTo>
                  <a:lnTo>
                    <a:pt x="5751508" y="110867"/>
                  </a:lnTo>
                  <a:lnTo>
                    <a:pt x="5751602" y="110867"/>
                  </a:lnTo>
                  <a:lnTo>
                    <a:pt x="5751696" y="110867"/>
                  </a:lnTo>
                  <a:lnTo>
                    <a:pt x="5751790" y="110867"/>
                  </a:lnTo>
                  <a:lnTo>
                    <a:pt x="5751884" y="110867"/>
                  </a:lnTo>
                  <a:lnTo>
                    <a:pt x="5751978" y="110867"/>
                  </a:lnTo>
                  <a:lnTo>
                    <a:pt x="5752072" y="110867"/>
                  </a:lnTo>
                  <a:lnTo>
                    <a:pt x="5752166" y="110867"/>
                  </a:lnTo>
                  <a:lnTo>
                    <a:pt x="5752261" y="110867"/>
                  </a:lnTo>
                  <a:lnTo>
                    <a:pt x="5752355" y="110867"/>
                  </a:lnTo>
                  <a:lnTo>
                    <a:pt x="5752449" y="110867"/>
                  </a:lnTo>
                  <a:lnTo>
                    <a:pt x="5752543" y="110867"/>
                  </a:lnTo>
                  <a:lnTo>
                    <a:pt x="5752637" y="110867"/>
                  </a:lnTo>
                  <a:lnTo>
                    <a:pt x="5752731" y="110867"/>
                  </a:lnTo>
                  <a:lnTo>
                    <a:pt x="5752825" y="110867"/>
                  </a:lnTo>
                  <a:lnTo>
                    <a:pt x="5752919" y="110867"/>
                  </a:lnTo>
                  <a:lnTo>
                    <a:pt x="5753013" y="110867"/>
                  </a:lnTo>
                  <a:lnTo>
                    <a:pt x="5753107" y="110867"/>
                  </a:lnTo>
                  <a:lnTo>
                    <a:pt x="5753201" y="110867"/>
                  </a:lnTo>
                  <a:lnTo>
                    <a:pt x="5753295" y="110867"/>
                  </a:lnTo>
                  <a:lnTo>
                    <a:pt x="5753389" y="110867"/>
                  </a:lnTo>
                  <a:lnTo>
                    <a:pt x="5753483" y="110867"/>
                  </a:lnTo>
                  <a:lnTo>
                    <a:pt x="5753577" y="110867"/>
                  </a:lnTo>
                  <a:lnTo>
                    <a:pt x="5753671" y="110867"/>
                  </a:lnTo>
                  <a:lnTo>
                    <a:pt x="5753765" y="110867"/>
                  </a:lnTo>
                  <a:lnTo>
                    <a:pt x="5753859" y="110867"/>
                  </a:lnTo>
                  <a:lnTo>
                    <a:pt x="5753953" y="110867"/>
                  </a:lnTo>
                  <a:lnTo>
                    <a:pt x="5754047" y="110867"/>
                  </a:lnTo>
                  <a:lnTo>
                    <a:pt x="5754141" y="110867"/>
                  </a:lnTo>
                  <a:lnTo>
                    <a:pt x="5754235" y="110867"/>
                  </a:lnTo>
                  <a:lnTo>
                    <a:pt x="5754329" y="110867"/>
                  </a:lnTo>
                  <a:lnTo>
                    <a:pt x="5754423" y="110867"/>
                  </a:lnTo>
                  <a:lnTo>
                    <a:pt x="5754517" y="110867"/>
                  </a:lnTo>
                  <a:lnTo>
                    <a:pt x="5754611" y="110867"/>
                  </a:lnTo>
                  <a:lnTo>
                    <a:pt x="5754705" y="110867"/>
                  </a:lnTo>
                  <a:lnTo>
                    <a:pt x="5754799" y="110867"/>
                  </a:lnTo>
                  <a:lnTo>
                    <a:pt x="5754893" y="110867"/>
                  </a:lnTo>
                  <a:lnTo>
                    <a:pt x="5754987" y="110867"/>
                  </a:lnTo>
                  <a:lnTo>
                    <a:pt x="5755081" y="110867"/>
                  </a:lnTo>
                  <a:lnTo>
                    <a:pt x="5755175" y="110867"/>
                  </a:lnTo>
                  <a:lnTo>
                    <a:pt x="5755269" y="110867"/>
                  </a:lnTo>
                  <a:lnTo>
                    <a:pt x="5755363" y="110867"/>
                  </a:lnTo>
                  <a:lnTo>
                    <a:pt x="5755457" y="110867"/>
                  </a:lnTo>
                  <a:lnTo>
                    <a:pt x="5755551" y="110867"/>
                  </a:lnTo>
                  <a:lnTo>
                    <a:pt x="5755645" y="110867"/>
                  </a:lnTo>
                  <a:lnTo>
                    <a:pt x="5755740" y="110867"/>
                  </a:lnTo>
                  <a:lnTo>
                    <a:pt x="5755834" y="110867"/>
                  </a:lnTo>
                  <a:lnTo>
                    <a:pt x="5755928" y="110867"/>
                  </a:lnTo>
                  <a:lnTo>
                    <a:pt x="5756022" y="110867"/>
                  </a:lnTo>
                  <a:lnTo>
                    <a:pt x="5756116" y="110867"/>
                  </a:lnTo>
                  <a:lnTo>
                    <a:pt x="5756210" y="110867"/>
                  </a:lnTo>
                  <a:lnTo>
                    <a:pt x="5756304" y="110867"/>
                  </a:lnTo>
                  <a:lnTo>
                    <a:pt x="5756398" y="110867"/>
                  </a:lnTo>
                  <a:lnTo>
                    <a:pt x="5756492" y="110867"/>
                  </a:lnTo>
                  <a:lnTo>
                    <a:pt x="5756586" y="110867"/>
                  </a:lnTo>
                  <a:lnTo>
                    <a:pt x="5756680" y="110867"/>
                  </a:lnTo>
                  <a:lnTo>
                    <a:pt x="5756774" y="110867"/>
                  </a:lnTo>
                  <a:lnTo>
                    <a:pt x="5756868" y="110867"/>
                  </a:lnTo>
                  <a:lnTo>
                    <a:pt x="5756962" y="110867"/>
                  </a:lnTo>
                  <a:lnTo>
                    <a:pt x="5757056" y="110867"/>
                  </a:lnTo>
                  <a:lnTo>
                    <a:pt x="5757150" y="110867"/>
                  </a:lnTo>
                  <a:lnTo>
                    <a:pt x="5757244" y="110867"/>
                  </a:lnTo>
                  <a:lnTo>
                    <a:pt x="5757338" y="110867"/>
                  </a:lnTo>
                  <a:lnTo>
                    <a:pt x="5757432" y="110867"/>
                  </a:lnTo>
                  <a:lnTo>
                    <a:pt x="5757526" y="110867"/>
                  </a:lnTo>
                  <a:lnTo>
                    <a:pt x="5757620" y="110867"/>
                  </a:lnTo>
                  <a:lnTo>
                    <a:pt x="5757714" y="110867"/>
                  </a:lnTo>
                  <a:lnTo>
                    <a:pt x="5757808" y="110867"/>
                  </a:lnTo>
                  <a:lnTo>
                    <a:pt x="5757902" y="110867"/>
                  </a:lnTo>
                  <a:lnTo>
                    <a:pt x="5757996" y="110867"/>
                  </a:lnTo>
                  <a:lnTo>
                    <a:pt x="5758090" y="110867"/>
                  </a:lnTo>
                  <a:lnTo>
                    <a:pt x="5758184" y="110867"/>
                  </a:lnTo>
                  <a:lnTo>
                    <a:pt x="5758278" y="110867"/>
                  </a:lnTo>
                  <a:lnTo>
                    <a:pt x="5758372" y="110867"/>
                  </a:lnTo>
                  <a:lnTo>
                    <a:pt x="5758466" y="110867"/>
                  </a:lnTo>
                  <a:lnTo>
                    <a:pt x="5758560" y="110867"/>
                  </a:lnTo>
                  <a:lnTo>
                    <a:pt x="5758654" y="110867"/>
                  </a:lnTo>
                  <a:lnTo>
                    <a:pt x="5758748" y="110867"/>
                  </a:lnTo>
                  <a:lnTo>
                    <a:pt x="5758842" y="110867"/>
                  </a:lnTo>
                  <a:lnTo>
                    <a:pt x="5758936" y="110867"/>
                  </a:lnTo>
                  <a:lnTo>
                    <a:pt x="5759030" y="110867"/>
                  </a:lnTo>
                  <a:lnTo>
                    <a:pt x="5759124" y="110867"/>
                  </a:lnTo>
                  <a:lnTo>
                    <a:pt x="5759218" y="110867"/>
                  </a:lnTo>
                  <a:lnTo>
                    <a:pt x="5759313" y="110867"/>
                  </a:lnTo>
                  <a:lnTo>
                    <a:pt x="5759407" y="110867"/>
                  </a:lnTo>
                  <a:lnTo>
                    <a:pt x="5759501" y="110867"/>
                  </a:lnTo>
                  <a:lnTo>
                    <a:pt x="5759595" y="110867"/>
                  </a:lnTo>
                  <a:lnTo>
                    <a:pt x="5759689" y="110867"/>
                  </a:lnTo>
                  <a:lnTo>
                    <a:pt x="5759783" y="110867"/>
                  </a:lnTo>
                  <a:lnTo>
                    <a:pt x="5759877" y="110867"/>
                  </a:lnTo>
                  <a:lnTo>
                    <a:pt x="5759971" y="110867"/>
                  </a:lnTo>
                  <a:lnTo>
                    <a:pt x="5760065" y="110867"/>
                  </a:lnTo>
                  <a:lnTo>
                    <a:pt x="5760159" y="110867"/>
                  </a:lnTo>
                  <a:lnTo>
                    <a:pt x="5760253" y="110867"/>
                  </a:lnTo>
                  <a:lnTo>
                    <a:pt x="5760347" y="110867"/>
                  </a:lnTo>
                  <a:lnTo>
                    <a:pt x="5760441" y="110867"/>
                  </a:lnTo>
                  <a:lnTo>
                    <a:pt x="5760535" y="110867"/>
                  </a:lnTo>
                  <a:lnTo>
                    <a:pt x="5760629" y="110867"/>
                  </a:lnTo>
                  <a:lnTo>
                    <a:pt x="5760723" y="110867"/>
                  </a:lnTo>
                  <a:lnTo>
                    <a:pt x="5760817" y="110867"/>
                  </a:lnTo>
                  <a:lnTo>
                    <a:pt x="5760911" y="110867"/>
                  </a:lnTo>
                  <a:lnTo>
                    <a:pt x="5761005" y="110867"/>
                  </a:lnTo>
                  <a:lnTo>
                    <a:pt x="5761099" y="110867"/>
                  </a:lnTo>
                  <a:lnTo>
                    <a:pt x="5761193" y="110867"/>
                  </a:lnTo>
                  <a:lnTo>
                    <a:pt x="5761287" y="110867"/>
                  </a:lnTo>
                  <a:lnTo>
                    <a:pt x="5761381" y="110867"/>
                  </a:lnTo>
                  <a:lnTo>
                    <a:pt x="5761475" y="110867"/>
                  </a:lnTo>
                  <a:lnTo>
                    <a:pt x="5761569" y="110867"/>
                  </a:lnTo>
                  <a:lnTo>
                    <a:pt x="5761663" y="110867"/>
                  </a:lnTo>
                  <a:lnTo>
                    <a:pt x="5761757" y="110867"/>
                  </a:lnTo>
                  <a:lnTo>
                    <a:pt x="5761851" y="110867"/>
                  </a:lnTo>
                  <a:lnTo>
                    <a:pt x="5761945" y="110867"/>
                  </a:lnTo>
                  <a:lnTo>
                    <a:pt x="5762039" y="110867"/>
                  </a:lnTo>
                  <a:lnTo>
                    <a:pt x="5762133" y="110867"/>
                  </a:lnTo>
                  <a:lnTo>
                    <a:pt x="5762227" y="110867"/>
                  </a:lnTo>
                  <a:lnTo>
                    <a:pt x="5762321" y="110867"/>
                  </a:lnTo>
                  <a:lnTo>
                    <a:pt x="5762415" y="110867"/>
                  </a:lnTo>
                  <a:lnTo>
                    <a:pt x="5762509" y="110867"/>
                  </a:lnTo>
                  <a:lnTo>
                    <a:pt x="5762603" y="110867"/>
                  </a:lnTo>
                  <a:lnTo>
                    <a:pt x="5762697" y="110867"/>
                  </a:lnTo>
                  <a:lnTo>
                    <a:pt x="5762791" y="110867"/>
                  </a:lnTo>
                  <a:lnTo>
                    <a:pt x="5762886" y="110867"/>
                  </a:lnTo>
                  <a:lnTo>
                    <a:pt x="5762980" y="110867"/>
                  </a:lnTo>
                  <a:lnTo>
                    <a:pt x="5763074" y="110867"/>
                  </a:lnTo>
                  <a:lnTo>
                    <a:pt x="5763168" y="110867"/>
                  </a:lnTo>
                  <a:lnTo>
                    <a:pt x="5763262" y="110867"/>
                  </a:lnTo>
                  <a:lnTo>
                    <a:pt x="5763356" y="110867"/>
                  </a:lnTo>
                  <a:lnTo>
                    <a:pt x="5763450" y="110867"/>
                  </a:lnTo>
                  <a:lnTo>
                    <a:pt x="5763544" y="110867"/>
                  </a:lnTo>
                  <a:lnTo>
                    <a:pt x="5763638" y="110867"/>
                  </a:lnTo>
                  <a:lnTo>
                    <a:pt x="5763732" y="110867"/>
                  </a:lnTo>
                  <a:lnTo>
                    <a:pt x="5763826" y="110867"/>
                  </a:lnTo>
                  <a:lnTo>
                    <a:pt x="5763826" y="105588"/>
                  </a:lnTo>
                  <a:lnTo>
                    <a:pt x="5763920" y="105588"/>
                  </a:lnTo>
                  <a:lnTo>
                    <a:pt x="5764014" y="105588"/>
                  </a:lnTo>
                  <a:lnTo>
                    <a:pt x="5764108" y="105588"/>
                  </a:lnTo>
                  <a:lnTo>
                    <a:pt x="5764202" y="105588"/>
                  </a:lnTo>
                  <a:lnTo>
                    <a:pt x="5764296" y="105588"/>
                  </a:lnTo>
                  <a:lnTo>
                    <a:pt x="5764390" y="105588"/>
                  </a:lnTo>
                  <a:lnTo>
                    <a:pt x="5764484" y="105588"/>
                  </a:lnTo>
                  <a:lnTo>
                    <a:pt x="5764578" y="105588"/>
                  </a:lnTo>
                  <a:lnTo>
                    <a:pt x="5764672" y="105588"/>
                  </a:lnTo>
                  <a:lnTo>
                    <a:pt x="5764766" y="105588"/>
                  </a:lnTo>
                  <a:lnTo>
                    <a:pt x="5764860" y="105588"/>
                  </a:lnTo>
                  <a:lnTo>
                    <a:pt x="5764954" y="105588"/>
                  </a:lnTo>
                  <a:lnTo>
                    <a:pt x="5765048" y="105588"/>
                  </a:lnTo>
                  <a:lnTo>
                    <a:pt x="5765142" y="105588"/>
                  </a:lnTo>
                  <a:lnTo>
                    <a:pt x="5765236" y="105588"/>
                  </a:lnTo>
                  <a:lnTo>
                    <a:pt x="5765330" y="105588"/>
                  </a:lnTo>
                  <a:lnTo>
                    <a:pt x="5765424" y="105588"/>
                  </a:lnTo>
                  <a:lnTo>
                    <a:pt x="5765518" y="105588"/>
                  </a:lnTo>
                  <a:lnTo>
                    <a:pt x="5765612" y="105588"/>
                  </a:lnTo>
                  <a:lnTo>
                    <a:pt x="5765706" y="105588"/>
                  </a:lnTo>
                  <a:lnTo>
                    <a:pt x="5765800" y="105588"/>
                  </a:lnTo>
                  <a:lnTo>
                    <a:pt x="5765894" y="105588"/>
                  </a:lnTo>
                  <a:lnTo>
                    <a:pt x="5765988" y="105588"/>
                  </a:lnTo>
                  <a:lnTo>
                    <a:pt x="5766082" y="105588"/>
                  </a:lnTo>
                  <a:lnTo>
                    <a:pt x="5766176" y="105588"/>
                  </a:lnTo>
                  <a:lnTo>
                    <a:pt x="5766270" y="105588"/>
                  </a:lnTo>
                  <a:lnTo>
                    <a:pt x="5766365" y="105588"/>
                  </a:lnTo>
                  <a:lnTo>
                    <a:pt x="5766459" y="105588"/>
                  </a:lnTo>
                  <a:lnTo>
                    <a:pt x="5766553" y="105588"/>
                  </a:lnTo>
                  <a:lnTo>
                    <a:pt x="5766647" y="105588"/>
                  </a:lnTo>
                  <a:lnTo>
                    <a:pt x="5766741" y="105588"/>
                  </a:lnTo>
                  <a:lnTo>
                    <a:pt x="5766835" y="105588"/>
                  </a:lnTo>
                  <a:lnTo>
                    <a:pt x="5766929" y="105588"/>
                  </a:lnTo>
                  <a:lnTo>
                    <a:pt x="5767023" y="105588"/>
                  </a:lnTo>
                  <a:lnTo>
                    <a:pt x="5767117" y="105588"/>
                  </a:lnTo>
                  <a:lnTo>
                    <a:pt x="5767211" y="105588"/>
                  </a:lnTo>
                  <a:lnTo>
                    <a:pt x="5767305" y="105588"/>
                  </a:lnTo>
                  <a:lnTo>
                    <a:pt x="5767399" y="105588"/>
                  </a:lnTo>
                  <a:lnTo>
                    <a:pt x="5767493" y="105588"/>
                  </a:lnTo>
                  <a:lnTo>
                    <a:pt x="5767587" y="105588"/>
                  </a:lnTo>
                  <a:lnTo>
                    <a:pt x="5767681" y="105588"/>
                  </a:lnTo>
                  <a:lnTo>
                    <a:pt x="5767775" y="105588"/>
                  </a:lnTo>
                  <a:lnTo>
                    <a:pt x="5767869" y="105588"/>
                  </a:lnTo>
                  <a:lnTo>
                    <a:pt x="5767963" y="105588"/>
                  </a:lnTo>
                  <a:lnTo>
                    <a:pt x="5768057" y="105588"/>
                  </a:lnTo>
                  <a:lnTo>
                    <a:pt x="5768151" y="105588"/>
                  </a:lnTo>
                  <a:lnTo>
                    <a:pt x="5768245" y="105588"/>
                  </a:lnTo>
                  <a:lnTo>
                    <a:pt x="5768339" y="105588"/>
                  </a:lnTo>
                  <a:lnTo>
                    <a:pt x="5768433" y="105588"/>
                  </a:lnTo>
                  <a:lnTo>
                    <a:pt x="5768527" y="105588"/>
                  </a:lnTo>
                  <a:lnTo>
                    <a:pt x="5768621" y="105588"/>
                  </a:lnTo>
                  <a:lnTo>
                    <a:pt x="5768715" y="105588"/>
                  </a:lnTo>
                  <a:lnTo>
                    <a:pt x="5768809" y="105588"/>
                  </a:lnTo>
                  <a:lnTo>
                    <a:pt x="5768903" y="105588"/>
                  </a:lnTo>
                  <a:lnTo>
                    <a:pt x="5768997" y="105588"/>
                  </a:lnTo>
                  <a:lnTo>
                    <a:pt x="5769091" y="105588"/>
                  </a:lnTo>
                  <a:lnTo>
                    <a:pt x="5769185" y="105588"/>
                  </a:lnTo>
                  <a:lnTo>
                    <a:pt x="5769279" y="105588"/>
                  </a:lnTo>
                  <a:lnTo>
                    <a:pt x="5769373" y="105588"/>
                  </a:lnTo>
                  <a:lnTo>
                    <a:pt x="5769467" y="105588"/>
                  </a:lnTo>
                  <a:lnTo>
                    <a:pt x="5769561" y="105588"/>
                  </a:lnTo>
                  <a:lnTo>
                    <a:pt x="5769655" y="105588"/>
                  </a:lnTo>
                  <a:lnTo>
                    <a:pt x="5769749" y="105588"/>
                  </a:lnTo>
                  <a:lnTo>
                    <a:pt x="5769843" y="105588"/>
                  </a:lnTo>
                  <a:lnTo>
                    <a:pt x="5769938" y="105588"/>
                  </a:lnTo>
                  <a:lnTo>
                    <a:pt x="5770032" y="105588"/>
                  </a:lnTo>
                  <a:lnTo>
                    <a:pt x="5770126" y="105588"/>
                  </a:lnTo>
                  <a:lnTo>
                    <a:pt x="5770220" y="105588"/>
                  </a:lnTo>
                  <a:lnTo>
                    <a:pt x="5770314" y="105588"/>
                  </a:lnTo>
                  <a:lnTo>
                    <a:pt x="5770408" y="105588"/>
                  </a:lnTo>
                  <a:lnTo>
                    <a:pt x="5770502" y="105588"/>
                  </a:lnTo>
                  <a:lnTo>
                    <a:pt x="5770596" y="105588"/>
                  </a:lnTo>
                  <a:lnTo>
                    <a:pt x="5770690" y="105588"/>
                  </a:lnTo>
                  <a:lnTo>
                    <a:pt x="5770784" y="105588"/>
                  </a:lnTo>
                  <a:lnTo>
                    <a:pt x="5770878" y="105588"/>
                  </a:lnTo>
                  <a:lnTo>
                    <a:pt x="5770972" y="105588"/>
                  </a:lnTo>
                  <a:lnTo>
                    <a:pt x="5771066" y="105588"/>
                  </a:lnTo>
                  <a:lnTo>
                    <a:pt x="5771160" y="105588"/>
                  </a:lnTo>
                  <a:lnTo>
                    <a:pt x="5771254" y="105588"/>
                  </a:lnTo>
                  <a:lnTo>
                    <a:pt x="5771348" y="105588"/>
                  </a:lnTo>
                  <a:lnTo>
                    <a:pt x="5771442" y="105588"/>
                  </a:lnTo>
                  <a:lnTo>
                    <a:pt x="5771536" y="105588"/>
                  </a:lnTo>
                  <a:lnTo>
                    <a:pt x="5771630" y="105588"/>
                  </a:lnTo>
                  <a:lnTo>
                    <a:pt x="5771724" y="105588"/>
                  </a:lnTo>
                  <a:lnTo>
                    <a:pt x="5771818" y="105588"/>
                  </a:lnTo>
                  <a:lnTo>
                    <a:pt x="5771912" y="105588"/>
                  </a:lnTo>
                  <a:lnTo>
                    <a:pt x="5772006" y="105588"/>
                  </a:lnTo>
                  <a:lnTo>
                    <a:pt x="5772100" y="105588"/>
                  </a:lnTo>
                  <a:lnTo>
                    <a:pt x="5772194" y="105588"/>
                  </a:lnTo>
                  <a:lnTo>
                    <a:pt x="5772288" y="105588"/>
                  </a:lnTo>
                  <a:lnTo>
                    <a:pt x="5772382" y="105588"/>
                  </a:lnTo>
                  <a:lnTo>
                    <a:pt x="5772476" y="105588"/>
                  </a:lnTo>
                  <a:lnTo>
                    <a:pt x="5772570" y="105588"/>
                  </a:lnTo>
                  <a:lnTo>
                    <a:pt x="5772664" y="105588"/>
                  </a:lnTo>
                  <a:lnTo>
                    <a:pt x="5772758" y="105588"/>
                  </a:lnTo>
                  <a:lnTo>
                    <a:pt x="5772852" y="105588"/>
                  </a:lnTo>
                  <a:lnTo>
                    <a:pt x="5772946" y="105588"/>
                  </a:lnTo>
                  <a:lnTo>
                    <a:pt x="5773040" y="105588"/>
                  </a:lnTo>
                  <a:lnTo>
                    <a:pt x="5773134" y="105588"/>
                  </a:lnTo>
                  <a:lnTo>
                    <a:pt x="5773228" y="105588"/>
                  </a:lnTo>
                  <a:lnTo>
                    <a:pt x="5773322" y="105588"/>
                  </a:lnTo>
                  <a:lnTo>
                    <a:pt x="5773416" y="105588"/>
                  </a:lnTo>
                  <a:lnTo>
                    <a:pt x="5773511" y="105588"/>
                  </a:lnTo>
                  <a:lnTo>
                    <a:pt x="5773605" y="105588"/>
                  </a:lnTo>
                  <a:lnTo>
                    <a:pt x="5773699" y="105588"/>
                  </a:lnTo>
                  <a:lnTo>
                    <a:pt x="5773793" y="105588"/>
                  </a:lnTo>
                  <a:lnTo>
                    <a:pt x="5773887" y="105588"/>
                  </a:lnTo>
                  <a:lnTo>
                    <a:pt x="5773981" y="105588"/>
                  </a:lnTo>
                  <a:lnTo>
                    <a:pt x="5774075" y="105588"/>
                  </a:lnTo>
                  <a:lnTo>
                    <a:pt x="5774169" y="105588"/>
                  </a:lnTo>
                  <a:lnTo>
                    <a:pt x="5774263" y="105588"/>
                  </a:lnTo>
                  <a:lnTo>
                    <a:pt x="5774357" y="105588"/>
                  </a:lnTo>
                  <a:lnTo>
                    <a:pt x="5774451" y="105588"/>
                  </a:lnTo>
                  <a:lnTo>
                    <a:pt x="5774545" y="105588"/>
                  </a:lnTo>
                  <a:lnTo>
                    <a:pt x="5774639" y="105588"/>
                  </a:lnTo>
                  <a:lnTo>
                    <a:pt x="5774733" y="105588"/>
                  </a:lnTo>
                  <a:lnTo>
                    <a:pt x="5774827" y="105588"/>
                  </a:lnTo>
                  <a:lnTo>
                    <a:pt x="5774921" y="105588"/>
                  </a:lnTo>
                  <a:lnTo>
                    <a:pt x="5775015" y="105588"/>
                  </a:lnTo>
                  <a:lnTo>
                    <a:pt x="5775109" y="105588"/>
                  </a:lnTo>
                  <a:lnTo>
                    <a:pt x="5775203" y="105588"/>
                  </a:lnTo>
                  <a:lnTo>
                    <a:pt x="5775297" y="105588"/>
                  </a:lnTo>
                  <a:lnTo>
                    <a:pt x="5775391" y="105588"/>
                  </a:lnTo>
                  <a:lnTo>
                    <a:pt x="5775485" y="105588"/>
                  </a:lnTo>
                  <a:lnTo>
                    <a:pt x="5775579" y="105588"/>
                  </a:lnTo>
                  <a:lnTo>
                    <a:pt x="5775673" y="105588"/>
                  </a:lnTo>
                  <a:lnTo>
                    <a:pt x="5775767" y="105588"/>
                  </a:lnTo>
                  <a:lnTo>
                    <a:pt x="5775861" y="105588"/>
                  </a:lnTo>
                  <a:lnTo>
                    <a:pt x="5775955" y="105588"/>
                  </a:lnTo>
                  <a:lnTo>
                    <a:pt x="5776049" y="105588"/>
                  </a:lnTo>
                  <a:lnTo>
                    <a:pt x="5776143" y="105588"/>
                  </a:lnTo>
                  <a:lnTo>
                    <a:pt x="5776237" y="105588"/>
                  </a:lnTo>
                  <a:lnTo>
                    <a:pt x="5776331" y="105588"/>
                  </a:lnTo>
                  <a:lnTo>
                    <a:pt x="5776425" y="105588"/>
                  </a:lnTo>
                  <a:lnTo>
                    <a:pt x="5776519" y="105588"/>
                  </a:lnTo>
                  <a:lnTo>
                    <a:pt x="5776613" y="105588"/>
                  </a:lnTo>
                  <a:lnTo>
                    <a:pt x="5776707" y="105588"/>
                  </a:lnTo>
                  <a:lnTo>
                    <a:pt x="5776801" y="105588"/>
                  </a:lnTo>
                  <a:lnTo>
                    <a:pt x="5776895" y="105588"/>
                  </a:lnTo>
                  <a:lnTo>
                    <a:pt x="5776989" y="105588"/>
                  </a:lnTo>
                  <a:lnTo>
                    <a:pt x="5777084" y="105588"/>
                  </a:lnTo>
                  <a:lnTo>
                    <a:pt x="5777178" y="105588"/>
                  </a:lnTo>
                  <a:lnTo>
                    <a:pt x="5777272" y="105588"/>
                  </a:lnTo>
                  <a:lnTo>
                    <a:pt x="5777366" y="105588"/>
                  </a:lnTo>
                  <a:lnTo>
                    <a:pt x="5777460" y="105588"/>
                  </a:lnTo>
                  <a:lnTo>
                    <a:pt x="5777554" y="105588"/>
                  </a:lnTo>
                  <a:lnTo>
                    <a:pt x="5777648" y="105588"/>
                  </a:lnTo>
                  <a:lnTo>
                    <a:pt x="5777742" y="105588"/>
                  </a:lnTo>
                  <a:lnTo>
                    <a:pt x="5777836" y="105588"/>
                  </a:lnTo>
                  <a:lnTo>
                    <a:pt x="5777930" y="105588"/>
                  </a:lnTo>
                  <a:lnTo>
                    <a:pt x="5778024" y="105588"/>
                  </a:lnTo>
                  <a:lnTo>
                    <a:pt x="5778118" y="105588"/>
                  </a:lnTo>
                  <a:lnTo>
                    <a:pt x="5778212" y="105588"/>
                  </a:lnTo>
                  <a:lnTo>
                    <a:pt x="5778306" y="105588"/>
                  </a:lnTo>
                  <a:lnTo>
                    <a:pt x="5778400" y="105588"/>
                  </a:lnTo>
                  <a:lnTo>
                    <a:pt x="5778494" y="105588"/>
                  </a:lnTo>
                  <a:lnTo>
                    <a:pt x="5778588" y="105588"/>
                  </a:lnTo>
                  <a:lnTo>
                    <a:pt x="5778682" y="105588"/>
                  </a:lnTo>
                  <a:lnTo>
                    <a:pt x="5778776" y="105588"/>
                  </a:lnTo>
                  <a:lnTo>
                    <a:pt x="5778870" y="105588"/>
                  </a:lnTo>
                  <a:lnTo>
                    <a:pt x="5778964" y="105588"/>
                  </a:lnTo>
                  <a:lnTo>
                    <a:pt x="5779058" y="105588"/>
                  </a:lnTo>
                  <a:lnTo>
                    <a:pt x="5779152" y="105588"/>
                  </a:lnTo>
                  <a:lnTo>
                    <a:pt x="5779246" y="105588"/>
                  </a:lnTo>
                  <a:lnTo>
                    <a:pt x="5779340" y="105588"/>
                  </a:lnTo>
                  <a:lnTo>
                    <a:pt x="5779434" y="105588"/>
                  </a:lnTo>
                  <a:lnTo>
                    <a:pt x="5779528" y="105588"/>
                  </a:lnTo>
                  <a:lnTo>
                    <a:pt x="5779622" y="105588"/>
                  </a:lnTo>
                  <a:lnTo>
                    <a:pt x="5779716" y="105588"/>
                  </a:lnTo>
                  <a:lnTo>
                    <a:pt x="5779810" y="105588"/>
                  </a:lnTo>
                  <a:lnTo>
                    <a:pt x="5779904" y="105588"/>
                  </a:lnTo>
                  <a:lnTo>
                    <a:pt x="5779998" y="105588"/>
                  </a:lnTo>
                  <a:lnTo>
                    <a:pt x="5780092" y="105588"/>
                  </a:lnTo>
                  <a:lnTo>
                    <a:pt x="5780186" y="105588"/>
                  </a:lnTo>
                  <a:lnTo>
                    <a:pt x="5780280" y="105588"/>
                  </a:lnTo>
                  <a:lnTo>
                    <a:pt x="5780374" y="105588"/>
                  </a:lnTo>
                  <a:lnTo>
                    <a:pt x="5780468" y="105588"/>
                  </a:lnTo>
                  <a:lnTo>
                    <a:pt x="5780563" y="105588"/>
                  </a:lnTo>
                  <a:lnTo>
                    <a:pt x="5780657" y="105588"/>
                  </a:lnTo>
                  <a:lnTo>
                    <a:pt x="5780751" y="105588"/>
                  </a:lnTo>
                  <a:lnTo>
                    <a:pt x="5780845" y="105588"/>
                  </a:lnTo>
                  <a:lnTo>
                    <a:pt x="5780939" y="105588"/>
                  </a:lnTo>
                  <a:lnTo>
                    <a:pt x="5781033" y="105588"/>
                  </a:lnTo>
                  <a:lnTo>
                    <a:pt x="5781127" y="105588"/>
                  </a:lnTo>
                  <a:lnTo>
                    <a:pt x="5781221" y="105588"/>
                  </a:lnTo>
                  <a:lnTo>
                    <a:pt x="5781315" y="105588"/>
                  </a:lnTo>
                  <a:lnTo>
                    <a:pt x="5781409" y="105588"/>
                  </a:lnTo>
                  <a:lnTo>
                    <a:pt x="5781503" y="105588"/>
                  </a:lnTo>
                  <a:lnTo>
                    <a:pt x="5781597" y="105588"/>
                  </a:lnTo>
                  <a:lnTo>
                    <a:pt x="5781691" y="105588"/>
                  </a:lnTo>
                  <a:lnTo>
                    <a:pt x="5781785" y="105588"/>
                  </a:lnTo>
                  <a:lnTo>
                    <a:pt x="5781879" y="105588"/>
                  </a:lnTo>
                  <a:lnTo>
                    <a:pt x="5781973" y="105588"/>
                  </a:lnTo>
                  <a:lnTo>
                    <a:pt x="5782067" y="105588"/>
                  </a:lnTo>
                  <a:lnTo>
                    <a:pt x="5782161" y="105588"/>
                  </a:lnTo>
                  <a:lnTo>
                    <a:pt x="5782255" y="105588"/>
                  </a:lnTo>
                  <a:lnTo>
                    <a:pt x="5782349" y="105588"/>
                  </a:lnTo>
                  <a:lnTo>
                    <a:pt x="5782443" y="105588"/>
                  </a:lnTo>
                  <a:lnTo>
                    <a:pt x="5782537" y="105588"/>
                  </a:lnTo>
                  <a:lnTo>
                    <a:pt x="5782631" y="105588"/>
                  </a:lnTo>
                  <a:lnTo>
                    <a:pt x="5782725" y="105588"/>
                  </a:lnTo>
                  <a:lnTo>
                    <a:pt x="5782819" y="105588"/>
                  </a:lnTo>
                  <a:lnTo>
                    <a:pt x="5782913" y="105588"/>
                  </a:lnTo>
                  <a:lnTo>
                    <a:pt x="5783007" y="105588"/>
                  </a:lnTo>
                  <a:lnTo>
                    <a:pt x="5783101" y="105588"/>
                  </a:lnTo>
                  <a:lnTo>
                    <a:pt x="5783195" y="105588"/>
                  </a:lnTo>
                  <a:lnTo>
                    <a:pt x="5783289" y="105588"/>
                  </a:lnTo>
                  <a:lnTo>
                    <a:pt x="5783383" y="105588"/>
                  </a:lnTo>
                  <a:lnTo>
                    <a:pt x="5783477" y="105588"/>
                  </a:lnTo>
                  <a:lnTo>
                    <a:pt x="5783571" y="105588"/>
                  </a:lnTo>
                  <a:lnTo>
                    <a:pt x="5783665" y="105588"/>
                  </a:lnTo>
                  <a:lnTo>
                    <a:pt x="5783759" y="105588"/>
                  </a:lnTo>
                  <a:lnTo>
                    <a:pt x="5783853" y="105588"/>
                  </a:lnTo>
                  <a:lnTo>
                    <a:pt x="5783947" y="105588"/>
                  </a:lnTo>
                  <a:lnTo>
                    <a:pt x="5784041" y="105588"/>
                  </a:lnTo>
                  <a:lnTo>
                    <a:pt x="5784136" y="105588"/>
                  </a:lnTo>
                  <a:lnTo>
                    <a:pt x="5784230" y="105588"/>
                  </a:lnTo>
                  <a:lnTo>
                    <a:pt x="5784324" y="105588"/>
                  </a:lnTo>
                  <a:lnTo>
                    <a:pt x="5784418" y="105588"/>
                  </a:lnTo>
                  <a:lnTo>
                    <a:pt x="5784512" y="105588"/>
                  </a:lnTo>
                  <a:lnTo>
                    <a:pt x="5784606" y="105588"/>
                  </a:lnTo>
                  <a:lnTo>
                    <a:pt x="5784700" y="105588"/>
                  </a:lnTo>
                  <a:lnTo>
                    <a:pt x="5784794" y="105588"/>
                  </a:lnTo>
                  <a:lnTo>
                    <a:pt x="5784888" y="105588"/>
                  </a:lnTo>
                  <a:lnTo>
                    <a:pt x="5784982" y="105588"/>
                  </a:lnTo>
                  <a:lnTo>
                    <a:pt x="5785076" y="105588"/>
                  </a:lnTo>
                  <a:lnTo>
                    <a:pt x="5785170" y="105588"/>
                  </a:lnTo>
                  <a:lnTo>
                    <a:pt x="5785264" y="105588"/>
                  </a:lnTo>
                  <a:lnTo>
                    <a:pt x="5785358" y="105588"/>
                  </a:lnTo>
                  <a:lnTo>
                    <a:pt x="5785452" y="105588"/>
                  </a:lnTo>
                  <a:lnTo>
                    <a:pt x="5785546" y="105588"/>
                  </a:lnTo>
                  <a:lnTo>
                    <a:pt x="5785640" y="105588"/>
                  </a:lnTo>
                  <a:lnTo>
                    <a:pt x="5785734" y="105588"/>
                  </a:lnTo>
                  <a:lnTo>
                    <a:pt x="5785828" y="105588"/>
                  </a:lnTo>
                  <a:lnTo>
                    <a:pt x="5785922" y="105588"/>
                  </a:lnTo>
                  <a:lnTo>
                    <a:pt x="5786016" y="105588"/>
                  </a:lnTo>
                  <a:lnTo>
                    <a:pt x="5786110" y="105588"/>
                  </a:lnTo>
                  <a:lnTo>
                    <a:pt x="5786204" y="105588"/>
                  </a:lnTo>
                  <a:lnTo>
                    <a:pt x="5786298" y="105588"/>
                  </a:lnTo>
                  <a:lnTo>
                    <a:pt x="5786392" y="105588"/>
                  </a:lnTo>
                  <a:lnTo>
                    <a:pt x="5786486" y="105588"/>
                  </a:lnTo>
                  <a:lnTo>
                    <a:pt x="5786580" y="105588"/>
                  </a:lnTo>
                  <a:lnTo>
                    <a:pt x="5786674" y="105588"/>
                  </a:lnTo>
                  <a:lnTo>
                    <a:pt x="5786768" y="105588"/>
                  </a:lnTo>
                  <a:lnTo>
                    <a:pt x="5786862" y="105588"/>
                  </a:lnTo>
                  <a:lnTo>
                    <a:pt x="5786956" y="105588"/>
                  </a:lnTo>
                  <a:lnTo>
                    <a:pt x="5787050" y="105588"/>
                  </a:lnTo>
                  <a:lnTo>
                    <a:pt x="5787144" y="105588"/>
                  </a:lnTo>
                  <a:lnTo>
                    <a:pt x="5787238" y="105588"/>
                  </a:lnTo>
                  <a:lnTo>
                    <a:pt x="5787332" y="105588"/>
                  </a:lnTo>
                  <a:lnTo>
                    <a:pt x="5787426" y="105588"/>
                  </a:lnTo>
                  <a:lnTo>
                    <a:pt x="5787520" y="105588"/>
                  </a:lnTo>
                  <a:lnTo>
                    <a:pt x="5787614" y="105588"/>
                  </a:lnTo>
                  <a:lnTo>
                    <a:pt x="5787709" y="105588"/>
                  </a:lnTo>
                  <a:lnTo>
                    <a:pt x="5787803" y="105588"/>
                  </a:lnTo>
                  <a:lnTo>
                    <a:pt x="5787897" y="105588"/>
                  </a:lnTo>
                  <a:lnTo>
                    <a:pt x="5787991" y="105588"/>
                  </a:lnTo>
                  <a:lnTo>
                    <a:pt x="5788085" y="105588"/>
                  </a:lnTo>
                  <a:lnTo>
                    <a:pt x="5788179" y="105588"/>
                  </a:lnTo>
                  <a:lnTo>
                    <a:pt x="5788273" y="105588"/>
                  </a:lnTo>
                  <a:lnTo>
                    <a:pt x="5788367" y="105588"/>
                  </a:lnTo>
                  <a:lnTo>
                    <a:pt x="5788461" y="105588"/>
                  </a:lnTo>
                  <a:lnTo>
                    <a:pt x="5788555" y="105588"/>
                  </a:lnTo>
                  <a:lnTo>
                    <a:pt x="5788649" y="105588"/>
                  </a:lnTo>
                  <a:lnTo>
                    <a:pt x="5788743" y="105588"/>
                  </a:lnTo>
                  <a:lnTo>
                    <a:pt x="5788837" y="105588"/>
                  </a:lnTo>
                  <a:lnTo>
                    <a:pt x="5788931" y="105588"/>
                  </a:lnTo>
                  <a:lnTo>
                    <a:pt x="5789025" y="105588"/>
                  </a:lnTo>
                  <a:lnTo>
                    <a:pt x="5789119" y="105588"/>
                  </a:lnTo>
                  <a:lnTo>
                    <a:pt x="5789213" y="105588"/>
                  </a:lnTo>
                  <a:lnTo>
                    <a:pt x="5789307" y="105588"/>
                  </a:lnTo>
                  <a:lnTo>
                    <a:pt x="5789401" y="105588"/>
                  </a:lnTo>
                  <a:lnTo>
                    <a:pt x="5789495" y="105588"/>
                  </a:lnTo>
                  <a:lnTo>
                    <a:pt x="5789589" y="105588"/>
                  </a:lnTo>
                  <a:lnTo>
                    <a:pt x="5789683" y="105588"/>
                  </a:lnTo>
                  <a:lnTo>
                    <a:pt x="5789777" y="105588"/>
                  </a:lnTo>
                  <a:lnTo>
                    <a:pt x="5789871" y="105588"/>
                  </a:lnTo>
                  <a:lnTo>
                    <a:pt x="5789965" y="105588"/>
                  </a:lnTo>
                  <a:lnTo>
                    <a:pt x="5790059" y="105588"/>
                  </a:lnTo>
                  <a:lnTo>
                    <a:pt x="5790153" y="105588"/>
                  </a:lnTo>
                  <a:lnTo>
                    <a:pt x="5790247" y="105588"/>
                  </a:lnTo>
                  <a:lnTo>
                    <a:pt x="5790341" y="105588"/>
                  </a:lnTo>
                  <a:lnTo>
                    <a:pt x="5790435" y="105588"/>
                  </a:lnTo>
                  <a:lnTo>
                    <a:pt x="5790529" y="105588"/>
                  </a:lnTo>
                  <a:lnTo>
                    <a:pt x="5790623" y="105588"/>
                  </a:lnTo>
                  <a:lnTo>
                    <a:pt x="5790717" y="105588"/>
                  </a:lnTo>
                  <a:lnTo>
                    <a:pt x="5790811" y="105588"/>
                  </a:lnTo>
                  <a:lnTo>
                    <a:pt x="5790905" y="105588"/>
                  </a:lnTo>
                  <a:lnTo>
                    <a:pt x="5790999" y="105588"/>
                  </a:lnTo>
                  <a:lnTo>
                    <a:pt x="5791093" y="105588"/>
                  </a:lnTo>
                  <a:lnTo>
                    <a:pt x="5791188" y="105588"/>
                  </a:lnTo>
                  <a:lnTo>
                    <a:pt x="5791282" y="105588"/>
                  </a:lnTo>
                  <a:lnTo>
                    <a:pt x="5791376" y="105588"/>
                  </a:lnTo>
                  <a:lnTo>
                    <a:pt x="5791470" y="105588"/>
                  </a:lnTo>
                  <a:lnTo>
                    <a:pt x="5791564" y="105588"/>
                  </a:lnTo>
                  <a:lnTo>
                    <a:pt x="5791658" y="105588"/>
                  </a:lnTo>
                  <a:lnTo>
                    <a:pt x="5791752" y="105588"/>
                  </a:lnTo>
                  <a:lnTo>
                    <a:pt x="5791846" y="105588"/>
                  </a:lnTo>
                  <a:lnTo>
                    <a:pt x="5791940" y="105588"/>
                  </a:lnTo>
                  <a:lnTo>
                    <a:pt x="5792034" y="105588"/>
                  </a:lnTo>
                  <a:lnTo>
                    <a:pt x="5792128" y="105588"/>
                  </a:lnTo>
                  <a:lnTo>
                    <a:pt x="5792222" y="105588"/>
                  </a:lnTo>
                  <a:lnTo>
                    <a:pt x="5792316" y="105588"/>
                  </a:lnTo>
                  <a:lnTo>
                    <a:pt x="5792410" y="105588"/>
                  </a:lnTo>
                  <a:lnTo>
                    <a:pt x="5792504" y="105588"/>
                  </a:lnTo>
                  <a:lnTo>
                    <a:pt x="5792598" y="105588"/>
                  </a:lnTo>
                  <a:lnTo>
                    <a:pt x="5792692" y="105588"/>
                  </a:lnTo>
                  <a:lnTo>
                    <a:pt x="5792786" y="105588"/>
                  </a:lnTo>
                  <a:lnTo>
                    <a:pt x="5792880" y="105588"/>
                  </a:lnTo>
                  <a:lnTo>
                    <a:pt x="5792974" y="105588"/>
                  </a:lnTo>
                  <a:lnTo>
                    <a:pt x="5793068" y="105588"/>
                  </a:lnTo>
                  <a:lnTo>
                    <a:pt x="5793162" y="105588"/>
                  </a:lnTo>
                  <a:lnTo>
                    <a:pt x="5793256" y="105588"/>
                  </a:lnTo>
                  <a:lnTo>
                    <a:pt x="5793256" y="100309"/>
                  </a:lnTo>
                  <a:lnTo>
                    <a:pt x="5793350" y="100309"/>
                  </a:lnTo>
                  <a:lnTo>
                    <a:pt x="5793444" y="100309"/>
                  </a:lnTo>
                  <a:lnTo>
                    <a:pt x="5793538" y="100309"/>
                  </a:lnTo>
                  <a:lnTo>
                    <a:pt x="5793632" y="100309"/>
                  </a:lnTo>
                  <a:lnTo>
                    <a:pt x="5793726" y="100309"/>
                  </a:lnTo>
                  <a:lnTo>
                    <a:pt x="5793820" y="100309"/>
                  </a:lnTo>
                  <a:lnTo>
                    <a:pt x="5793914" y="100309"/>
                  </a:lnTo>
                  <a:lnTo>
                    <a:pt x="5794008" y="100309"/>
                  </a:lnTo>
                  <a:lnTo>
                    <a:pt x="5794102" y="100309"/>
                  </a:lnTo>
                  <a:lnTo>
                    <a:pt x="5794196" y="100309"/>
                  </a:lnTo>
                  <a:lnTo>
                    <a:pt x="5794290" y="100309"/>
                  </a:lnTo>
                  <a:lnTo>
                    <a:pt x="5794384" y="100309"/>
                  </a:lnTo>
                  <a:lnTo>
                    <a:pt x="5794478" y="100309"/>
                  </a:lnTo>
                  <a:lnTo>
                    <a:pt x="5794572" y="100309"/>
                  </a:lnTo>
                  <a:lnTo>
                    <a:pt x="5794666" y="100309"/>
                  </a:lnTo>
                  <a:lnTo>
                    <a:pt x="5794761" y="100309"/>
                  </a:lnTo>
                  <a:lnTo>
                    <a:pt x="5794855" y="100309"/>
                  </a:lnTo>
                  <a:lnTo>
                    <a:pt x="5794949" y="100309"/>
                  </a:lnTo>
                  <a:lnTo>
                    <a:pt x="5795043" y="100309"/>
                  </a:lnTo>
                  <a:lnTo>
                    <a:pt x="5795137" y="100309"/>
                  </a:lnTo>
                  <a:lnTo>
                    <a:pt x="5795231" y="100309"/>
                  </a:lnTo>
                  <a:lnTo>
                    <a:pt x="5795325" y="100309"/>
                  </a:lnTo>
                  <a:lnTo>
                    <a:pt x="5795419" y="100309"/>
                  </a:lnTo>
                  <a:lnTo>
                    <a:pt x="5795513" y="100309"/>
                  </a:lnTo>
                  <a:lnTo>
                    <a:pt x="5795607" y="100309"/>
                  </a:lnTo>
                  <a:lnTo>
                    <a:pt x="5795701" y="100309"/>
                  </a:lnTo>
                  <a:lnTo>
                    <a:pt x="5795795" y="100309"/>
                  </a:lnTo>
                  <a:lnTo>
                    <a:pt x="5795889" y="100309"/>
                  </a:lnTo>
                  <a:lnTo>
                    <a:pt x="5795983" y="100309"/>
                  </a:lnTo>
                  <a:lnTo>
                    <a:pt x="5796077" y="100309"/>
                  </a:lnTo>
                  <a:lnTo>
                    <a:pt x="5796171" y="100309"/>
                  </a:lnTo>
                  <a:lnTo>
                    <a:pt x="5796265" y="100309"/>
                  </a:lnTo>
                  <a:lnTo>
                    <a:pt x="5796359" y="100309"/>
                  </a:lnTo>
                  <a:lnTo>
                    <a:pt x="5796453" y="100309"/>
                  </a:lnTo>
                  <a:lnTo>
                    <a:pt x="5796547" y="100309"/>
                  </a:lnTo>
                  <a:lnTo>
                    <a:pt x="5796641" y="100309"/>
                  </a:lnTo>
                  <a:lnTo>
                    <a:pt x="5796735" y="100309"/>
                  </a:lnTo>
                  <a:lnTo>
                    <a:pt x="5796829" y="100309"/>
                  </a:lnTo>
                  <a:lnTo>
                    <a:pt x="5796923" y="100309"/>
                  </a:lnTo>
                  <a:lnTo>
                    <a:pt x="5797017" y="100309"/>
                  </a:lnTo>
                  <a:lnTo>
                    <a:pt x="5797111" y="100309"/>
                  </a:lnTo>
                  <a:lnTo>
                    <a:pt x="5797205" y="100309"/>
                  </a:lnTo>
                  <a:lnTo>
                    <a:pt x="5797299" y="100309"/>
                  </a:lnTo>
                  <a:lnTo>
                    <a:pt x="5797393" y="100309"/>
                  </a:lnTo>
                  <a:lnTo>
                    <a:pt x="5797487" y="100309"/>
                  </a:lnTo>
                  <a:lnTo>
                    <a:pt x="5797581" y="100309"/>
                  </a:lnTo>
                  <a:lnTo>
                    <a:pt x="5797675" y="100309"/>
                  </a:lnTo>
                  <a:lnTo>
                    <a:pt x="5797769" y="100309"/>
                  </a:lnTo>
                  <a:lnTo>
                    <a:pt x="5797863" y="100309"/>
                  </a:lnTo>
                  <a:lnTo>
                    <a:pt x="5797863" y="95029"/>
                  </a:lnTo>
                  <a:lnTo>
                    <a:pt x="5797957" y="95029"/>
                  </a:lnTo>
                  <a:lnTo>
                    <a:pt x="5798051" y="95029"/>
                  </a:lnTo>
                  <a:lnTo>
                    <a:pt x="5798145" y="95029"/>
                  </a:lnTo>
                  <a:lnTo>
                    <a:pt x="5798239" y="95029"/>
                  </a:lnTo>
                  <a:lnTo>
                    <a:pt x="5798334" y="95029"/>
                  </a:lnTo>
                  <a:lnTo>
                    <a:pt x="5798428" y="95029"/>
                  </a:lnTo>
                  <a:lnTo>
                    <a:pt x="5798522" y="95029"/>
                  </a:lnTo>
                  <a:lnTo>
                    <a:pt x="5798616" y="95029"/>
                  </a:lnTo>
                  <a:lnTo>
                    <a:pt x="5798710" y="95029"/>
                  </a:lnTo>
                  <a:lnTo>
                    <a:pt x="5798804" y="95029"/>
                  </a:lnTo>
                  <a:lnTo>
                    <a:pt x="5798898" y="95029"/>
                  </a:lnTo>
                  <a:lnTo>
                    <a:pt x="5798992" y="95029"/>
                  </a:lnTo>
                  <a:lnTo>
                    <a:pt x="5799086" y="95029"/>
                  </a:lnTo>
                  <a:lnTo>
                    <a:pt x="5799180" y="95029"/>
                  </a:lnTo>
                  <a:lnTo>
                    <a:pt x="5799274" y="95029"/>
                  </a:lnTo>
                  <a:lnTo>
                    <a:pt x="5799368" y="95029"/>
                  </a:lnTo>
                  <a:lnTo>
                    <a:pt x="5799462" y="95029"/>
                  </a:lnTo>
                  <a:lnTo>
                    <a:pt x="5799556" y="95029"/>
                  </a:lnTo>
                  <a:lnTo>
                    <a:pt x="5799650" y="95029"/>
                  </a:lnTo>
                  <a:lnTo>
                    <a:pt x="5799744" y="95029"/>
                  </a:lnTo>
                  <a:lnTo>
                    <a:pt x="5799838" y="95029"/>
                  </a:lnTo>
                  <a:lnTo>
                    <a:pt x="5799932" y="95029"/>
                  </a:lnTo>
                  <a:lnTo>
                    <a:pt x="5800026" y="95029"/>
                  </a:lnTo>
                  <a:lnTo>
                    <a:pt x="5800120" y="95029"/>
                  </a:lnTo>
                  <a:lnTo>
                    <a:pt x="5800214" y="95029"/>
                  </a:lnTo>
                  <a:lnTo>
                    <a:pt x="5800308" y="95029"/>
                  </a:lnTo>
                  <a:lnTo>
                    <a:pt x="5800402" y="95029"/>
                  </a:lnTo>
                  <a:lnTo>
                    <a:pt x="5800496" y="95029"/>
                  </a:lnTo>
                  <a:lnTo>
                    <a:pt x="5800590" y="95029"/>
                  </a:lnTo>
                  <a:lnTo>
                    <a:pt x="5800684" y="95029"/>
                  </a:lnTo>
                  <a:lnTo>
                    <a:pt x="5800778" y="95029"/>
                  </a:lnTo>
                  <a:lnTo>
                    <a:pt x="5800872" y="95029"/>
                  </a:lnTo>
                  <a:lnTo>
                    <a:pt x="5800966" y="95029"/>
                  </a:lnTo>
                  <a:lnTo>
                    <a:pt x="5801060" y="95029"/>
                  </a:lnTo>
                  <a:lnTo>
                    <a:pt x="5801154" y="95029"/>
                  </a:lnTo>
                  <a:lnTo>
                    <a:pt x="5801248" y="95029"/>
                  </a:lnTo>
                  <a:lnTo>
                    <a:pt x="5801342" y="95029"/>
                  </a:lnTo>
                  <a:lnTo>
                    <a:pt x="5801436" y="95029"/>
                  </a:lnTo>
                  <a:lnTo>
                    <a:pt x="5801530" y="95029"/>
                  </a:lnTo>
                  <a:lnTo>
                    <a:pt x="5801624" y="95029"/>
                  </a:lnTo>
                  <a:lnTo>
                    <a:pt x="5801718" y="95029"/>
                  </a:lnTo>
                  <a:lnTo>
                    <a:pt x="5801813" y="95029"/>
                  </a:lnTo>
                  <a:lnTo>
                    <a:pt x="5801907" y="95029"/>
                  </a:lnTo>
                  <a:lnTo>
                    <a:pt x="5802001" y="95029"/>
                  </a:lnTo>
                  <a:lnTo>
                    <a:pt x="5802095" y="95029"/>
                  </a:lnTo>
                  <a:lnTo>
                    <a:pt x="5802189" y="95029"/>
                  </a:lnTo>
                  <a:lnTo>
                    <a:pt x="5802283" y="95029"/>
                  </a:lnTo>
                  <a:lnTo>
                    <a:pt x="5802377" y="95029"/>
                  </a:lnTo>
                  <a:lnTo>
                    <a:pt x="5802471" y="95029"/>
                  </a:lnTo>
                  <a:lnTo>
                    <a:pt x="5802565" y="95029"/>
                  </a:lnTo>
                  <a:lnTo>
                    <a:pt x="5802659" y="95029"/>
                  </a:lnTo>
                  <a:lnTo>
                    <a:pt x="5802753" y="95029"/>
                  </a:lnTo>
                  <a:lnTo>
                    <a:pt x="5802847" y="95029"/>
                  </a:lnTo>
                  <a:lnTo>
                    <a:pt x="5802941" y="95029"/>
                  </a:lnTo>
                  <a:lnTo>
                    <a:pt x="5803035" y="95029"/>
                  </a:lnTo>
                  <a:lnTo>
                    <a:pt x="5803129" y="95029"/>
                  </a:lnTo>
                  <a:lnTo>
                    <a:pt x="5803223" y="95029"/>
                  </a:lnTo>
                  <a:lnTo>
                    <a:pt x="5803317" y="95029"/>
                  </a:lnTo>
                  <a:lnTo>
                    <a:pt x="5803411" y="95029"/>
                  </a:lnTo>
                  <a:lnTo>
                    <a:pt x="5803505" y="95029"/>
                  </a:lnTo>
                  <a:lnTo>
                    <a:pt x="5803599" y="95029"/>
                  </a:lnTo>
                  <a:lnTo>
                    <a:pt x="5803693" y="95029"/>
                  </a:lnTo>
                  <a:lnTo>
                    <a:pt x="5803787" y="95029"/>
                  </a:lnTo>
                  <a:lnTo>
                    <a:pt x="5803881" y="95029"/>
                  </a:lnTo>
                  <a:lnTo>
                    <a:pt x="5803975" y="95029"/>
                  </a:lnTo>
                  <a:lnTo>
                    <a:pt x="5804069" y="95029"/>
                  </a:lnTo>
                  <a:lnTo>
                    <a:pt x="5804163" y="95029"/>
                  </a:lnTo>
                  <a:lnTo>
                    <a:pt x="5804257" y="95029"/>
                  </a:lnTo>
                  <a:lnTo>
                    <a:pt x="5804351" y="95029"/>
                  </a:lnTo>
                  <a:lnTo>
                    <a:pt x="5804445" y="95029"/>
                  </a:lnTo>
                  <a:lnTo>
                    <a:pt x="5804539" y="95029"/>
                  </a:lnTo>
                  <a:lnTo>
                    <a:pt x="5804633" y="95029"/>
                  </a:lnTo>
                  <a:lnTo>
                    <a:pt x="5804727" y="95029"/>
                  </a:lnTo>
                  <a:lnTo>
                    <a:pt x="5804821" y="95029"/>
                  </a:lnTo>
                  <a:lnTo>
                    <a:pt x="5804915" y="95029"/>
                  </a:lnTo>
                  <a:lnTo>
                    <a:pt x="5805009" y="95029"/>
                  </a:lnTo>
                  <a:lnTo>
                    <a:pt x="5805103" y="95029"/>
                  </a:lnTo>
                  <a:lnTo>
                    <a:pt x="5805197" y="95029"/>
                  </a:lnTo>
                  <a:lnTo>
                    <a:pt x="5805291" y="95029"/>
                  </a:lnTo>
                  <a:lnTo>
                    <a:pt x="5805386" y="95029"/>
                  </a:lnTo>
                  <a:lnTo>
                    <a:pt x="5805480" y="95029"/>
                  </a:lnTo>
                  <a:lnTo>
                    <a:pt x="5805574" y="95029"/>
                  </a:lnTo>
                  <a:lnTo>
                    <a:pt x="5805668" y="95029"/>
                  </a:lnTo>
                  <a:lnTo>
                    <a:pt x="5805762" y="95029"/>
                  </a:lnTo>
                  <a:lnTo>
                    <a:pt x="5805856" y="95029"/>
                  </a:lnTo>
                  <a:lnTo>
                    <a:pt x="5805950" y="95029"/>
                  </a:lnTo>
                  <a:lnTo>
                    <a:pt x="5806044" y="95029"/>
                  </a:lnTo>
                  <a:lnTo>
                    <a:pt x="5806138" y="95029"/>
                  </a:lnTo>
                  <a:lnTo>
                    <a:pt x="5806232" y="95029"/>
                  </a:lnTo>
                  <a:lnTo>
                    <a:pt x="5806326" y="95029"/>
                  </a:lnTo>
                  <a:lnTo>
                    <a:pt x="5806420" y="95029"/>
                  </a:lnTo>
                  <a:lnTo>
                    <a:pt x="5806514" y="95029"/>
                  </a:lnTo>
                  <a:lnTo>
                    <a:pt x="5806608" y="95029"/>
                  </a:lnTo>
                  <a:lnTo>
                    <a:pt x="5806702" y="95029"/>
                  </a:lnTo>
                  <a:lnTo>
                    <a:pt x="5806796" y="95029"/>
                  </a:lnTo>
                  <a:lnTo>
                    <a:pt x="5806890" y="95029"/>
                  </a:lnTo>
                  <a:lnTo>
                    <a:pt x="5806984" y="95029"/>
                  </a:lnTo>
                  <a:lnTo>
                    <a:pt x="5807078" y="95029"/>
                  </a:lnTo>
                  <a:lnTo>
                    <a:pt x="5807172" y="95029"/>
                  </a:lnTo>
                  <a:lnTo>
                    <a:pt x="5807266" y="95029"/>
                  </a:lnTo>
                  <a:lnTo>
                    <a:pt x="5807360" y="95029"/>
                  </a:lnTo>
                  <a:lnTo>
                    <a:pt x="5807454" y="95029"/>
                  </a:lnTo>
                  <a:lnTo>
                    <a:pt x="5807548" y="95029"/>
                  </a:lnTo>
                  <a:lnTo>
                    <a:pt x="5807642" y="95029"/>
                  </a:lnTo>
                  <a:lnTo>
                    <a:pt x="5807736" y="95029"/>
                  </a:lnTo>
                  <a:lnTo>
                    <a:pt x="5807830" y="95029"/>
                  </a:lnTo>
                  <a:lnTo>
                    <a:pt x="5807924" y="95029"/>
                  </a:lnTo>
                  <a:lnTo>
                    <a:pt x="5808018" y="95029"/>
                  </a:lnTo>
                  <a:lnTo>
                    <a:pt x="5808112" y="95029"/>
                  </a:lnTo>
                  <a:lnTo>
                    <a:pt x="5808206" y="95029"/>
                  </a:lnTo>
                  <a:lnTo>
                    <a:pt x="5808300" y="95029"/>
                  </a:lnTo>
                  <a:lnTo>
                    <a:pt x="5808394" y="95029"/>
                  </a:lnTo>
                  <a:lnTo>
                    <a:pt x="5808488" y="95029"/>
                  </a:lnTo>
                  <a:lnTo>
                    <a:pt x="5808582" y="95029"/>
                  </a:lnTo>
                  <a:lnTo>
                    <a:pt x="5808676" y="95029"/>
                  </a:lnTo>
                  <a:lnTo>
                    <a:pt x="5808770" y="95029"/>
                  </a:lnTo>
                  <a:lnTo>
                    <a:pt x="5808864" y="95029"/>
                  </a:lnTo>
                  <a:lnTo>
                    <a:pt x="5808959" y="95029"/>
                  </a:lnTo>
                  <a:lnTo>
                    <a:pt x="5809053" y="95029"/>
                  </a:lnTo>
                  <a:lnTo>
                    <a:pt x="5809147" y="95029"/>
                  </a:lnTo>
                  <a:lnTo>
                    <a:pt x="5809241" y="95029"/>
                  </a:lnTo>
                  <a:lnTo>
                    <a:pt x="5809335" y="95029"/>
                  </a:lnTo>
                  <a:lnTo>
                    <a:pt x="5809429" y="95029"/>
                  </a:lnTo>
                  <a:lnTo>
                    <a:pt x="5809523" y="95029"/>
                  </a:lnTo>
                  <a:lnTo>
                    <a:pt x="5809617" y="95029"/>
                  </a:lnTo>
                  <a:lnTo>
                    <a:pt x="5809711" y="95029"/>
                  </a:lnTo>
                  <a:lnTo>
                    <a:pt x="5809805" y="95029"/>
                  </a:lnTo>
                  <a:lnTo>
                    <a:pt x="5809899" y="95029"/>
                  </a:lnTo>
                  <a:lnTo>
                    <a:pt x="5809993" y="95029"/>
                  </a:lnTo>
                  <a:lnTo>
                    <a:pt x="5810087" y="95029"/>
                  </a:lnTo>
                  <a:lnTo>
                    <a:pt x="5810181" y="95029"/>
                  </a:lnTo>
                  <a:lnTo>
                    <a:pt x="5810275" y="95029"/>
                  </a:lnTo>
                  <a:lnTo>
                    <a:pt x="5810369" y="95029"/>
                  </a:lnTo>
                  <a:lnTo>
                    <a:pt x="5810463" y="95029"/>
                  </a:lnTo>
                  <a:lnTo>
                    <a:pt x="5810557" y="95029"/>
                  </a:lnTo>
                  <a:lnTo>
                    <a:pt x="5810651" y="95029"/>
                  </a:lnTo>
                  <a:lnTo>
                    <a:pt x="5810745" y="95029"/>
                  </a:lnTo>
                  <a:lnTo>
                    <a:pt x="5810839" y="95029"/>
                  </a:lnTo>
                  <a:lnTo>
                    <a:pt x="5810933" y="95029"/>
                  </a:lnTo>
                  <a:lnTo>
                    <a:pt x="5811027" y="95029"/>
                  </a:lnTo>
                  <a:lnTo>
                    <a:pt x="5811121" y="95029"/>
                  </a:lnTo>
                  <a:lnTo>
                    <a:pt x="5811215" y="95029"/>
                  </a:lnTo>
                  <a:lnTo>
                    <a:pt x="5811309" y="95029"/>
                  </a:lnTo>
                  <a:lnTo>
                    <a:pt x="5811403" y="95029"/>
                  </a:lnTo>
                  <a:lnTo>
                    <a:pt x="5811497" y="95029"/>
                  </a:lnTo>
                  <a:lnTo>
                    <a:pt x="5811591" y="95029"/>
                  </a:lnTo>
                  <a:lnTo>
                    <a:pt x="5811685" y="95029"/>
                  </a:lnTo>
                  <a:lnTo>
                    <a:pt x="5811779" y="95029"/>
                  </a:lnTo>
                  <a:lnTo>
                    <a:pt x="5811873" y="95029"/>
                  </a:lnTo>
                  <a:lnTo>
                    <a:pt x="5811967" y="95029"/>
                  </a:lnTo>
                  <a:lnTo>
                    <a:pt x="5812061" y="95029"/>
                  </a:lnTo>
                  <a:lnTo>
                    <a:pt x="5812155" y="95029"/>
                  </a:lnTo>
                  <a:lnTo>
                    <a:pt x="5812249" y="95029"/>
                  </a:lnTo>
                  <a:lnTo>
                    <a:pt x="5812343" y="95029"/>
                  </a:lnTo>
                  <a:lnTo>
                    <a:pt x="5812438" y="95029"/>
                  </a:lnTo>
                  <a:lnTo>
                    <a:pt x="5812532" y="95029"/>
                  </a:lnTo>
                  <a:lnTo>
                    <a:pt x="5812626" y="95029"/>
                  </a:lnTo>
                  <a:lnTo>
                    <a:pt x="5812720" y="95029"/>
                  </a:lnTo>
                  <a:lnTo>
                    <a:pt x="5812814" y="95029"/>
                  </a:lnTo>
                  <a:lnTo>
                    <a:pt x="5812908" y="95029"/>
                  </a:lnTo>
                  <a:lnTo>
                    <a:pt x="5813002" y="95029"/>
                  </a:lnTo>
                  <a:lnTo>
                    <a:pt x="5813096" y="95029"/>
                  </a:lnTo>
                  <a:lnTo>
                    <a:pt x="5813190" y="95029"/>
                  </a:lnTo>
                  <a:lnTo>
                    <a:pt x="5813284" y="95029"/>
                  </a:lnTo>
                  <a:lnTo>
                    <a:pt x="5813378" y="95029"/>
                  </a:lnTo>
                  <a:lnTo>
                    <a:pt x="5813472" y="95029"/>
                  </a:lnTo>
                  <a:lnTo>
                    <a:pt x="5813566" y="95029"/>
                  </a:lnTo>
                  <a:lnTo>
                    <a:pt x="5813660" y="95029"/>
                  </a:lnTo>
                  <a:lnTo>
                    <a:pt x="5813754" y="95029"/>
                  </a:lnTo>
                  <a:lnTo>
                    <a:pt x="5813848" y="95029"/>
                  </a:lnTo>
                  <a:lnTo>
                    <a:pt x="5813942" y="95029"/>
                  </a:lnTo>
                  <a:lnTo>
                    <a:pt x="5814036" y="95029"/>
                  </a:lnTo>
                  <a:lnTo>
                    <a:pt x="5814130" y="95029"/>
                  </a:lnTo>
                  <a:lnTo>
                    <a:pt x="5814224" y="95029"/>
                  </a:lnTo>
                  <a:lnTo>
                    <a:pt x="5814318" y="95029"/>
                  </a:lnTo>
                  <a:lnTo>
                    <a:pt x="5814412" y="95029"/>
                  </a:lnTo>
                  <a:lnTo>
                    <a:pt x="5814506" y="95029"/>
                  </a:lnTo>
                  <a:lnTo>
                    <a:pt x="5814600" y="95029"/>
                  </a:lnTo>
                  <a:lnTo>
                    <a:pt x="5814694" y="95029"/>
                  </a:lnTo>
                  <a:lnTo>
                    <a:pt x="5814788" y="95029"/>
                  </a:lnTo>
                  <a:lnTo>
                    <a:pt x="5814882" y="95029"/>
                  </a:lnTo>
                  <a:lnTo>
                    <a:pt x="5814976" y="95029"/>
                  </a:lnTo>
                  <a:lnTo>
                    <a:pt x="5815070" y="95029"/>
                  </a:lnTo>
                  <a:lnTo>
                    <a:pt x="5815164" y="95029"/>
                  </a:lnTo>
                  <a:lnTo>
                    <a:pt x="5815258" y="95029"/>
                  </a:lnTo>
                  <a:lnTo>
                    <a:pt x="5815352" y="95029"/>
                  </a:lnTo>
                  <a:lnTo>
                    <a:pt x="5815446" y="95029"/>
                  </a:lnTo>
                  <a:lnTo>
                    <a:pt x="5815540" y="95029"/>
                  </a:lnTo>
                  <a:lnTo>
                    <a:pt x="5815634" y="95029"/>
                  </a:lnTo>
                  <a:lnTo>
                    <a:pt x="5815728" y="95029"/>
                  </a:lnTo>
                  <a:lnTo>
                    <a:pt x="5815822" y="95029"/>
                  </a:lnTo>
                  <a:lnTo>
                    <a:pt x="5815916" y="95029"/>
                  </a:lnTo>
                  <a:lnTo>
                    <a:pt x="5816011" y="95029"/>
                  </a:lnTo>
                  <a:lnTo>
                    <a:pt x="5816105" y="95029"/>
                  </a:lnTo>
                  <a:lnTo>
                    <a:pt x="5816199" y="95029"/>
                  </a:lnTo>
                  <a:lnTo>
                    <a:pt x="5816293" y="95029"/>
                  </a:lnTo>
                  <a:lnTo>
                    <a:pt x="5816387" y="95029"/>
                  </a:lnTo>
                  <a:lnTo>
                    <a:pt x="5816481" y="95029"/>
                  </a:lnTo>
                  <a:lnTo>
                    <a:pt x="5816575" y="95029"/>
                  </a:lnTo>
                  <a:lnTo>
                    <a:pt x="5816669" y="95029"/>
                  </a:lnTo>
                  <a:lnTo>
                    <a:pt x="5816763" y="95029"/>
                  </a:lnTo>
                  <a:lnTo>
                    <a:pt x="5816857" y="95029"/>
                  </a:lnTo>
                  <a:lnTo>
                    <a:pt x="5816951" y="95029"/>
                  </a:lnTo>
                  <a:lnTo>
                    <a:pt x="5817045" y="95029"/>
                  </a:lnTo>
                  <a:lnTo>
                    <a:pt x="5817139" y="95029"/>
                  </a:lnTo>
                  <a:lnTo>
                    <a:pt x="5817233" y="95029"/>
                  </a:lnTo>
                  <a:lnTo>
                    <a:pt x="5817327" y="95029"/>
                  </a:lnTo>
                  <a:lnTo>
                    <a:pt x="5817421" y="95029"/>
                  </a:lnTo>
                  <a:lnTo>
                    <a:pt x="5817515" y="95029"/>
                  </a:lnTo>
                  <a:lnTo>
                    <a:pt x="5817609" y="95029"/>
                  </a:lnTo>
                  <a:lnTo>
                    <a:pt x="5817703" y="95029"/>
                  </a:lnTo>
                  <a:lnTo>
                    <a:pt x="5817797" y="95029"/>
                  </a:lnTo>
                  <a:lnTo>
                    <a:pt x="5817891" y="95029"/>
                  </a:lnTo>
                  <a:lnTo>
                    <a:pt x="5817985" y="95029"/>
                  </a:lnTo>
                  <a:lnTo>
                    <a:pt x="5818079" y="95029"/>
                  </a:lnTo>
                  <a:lnTo>
                    <a:pt x="5818173" y="95029"/>
                  </a:lnTo>
                  <a:lnTo>
                    <a:pt x="5818267" y="95029"/>
                  </a:lnTo>
                  <a:lnTo>
                    <a:pt x="5818361" y="95029"/>
                  </a:lnTo>
                  <a:lnTo>
                    <a:pt x="5818455" y="95029"/>
                  </a:lnTo>
                  <a:lnTo>
                    <a:pt x="5818549" y="95029"/>
                  </a:lnTo>
                  <a:lnTo>
                    <a:pt x="5818643" y="95029"/>
                  </a:lnTo>
                  <a:lnTo>
                    <a:pt x="5818737" y="95029"/>
                  </a:lnTo>
                  <a:lnTo>
                    <a:pt x="5818831" y="95029"/>
                  </a:lnTo>
                  <a:lnTo>
                    <a:pt x="5818925" y="95029"/>
                  </a:lnTo>
                  <a:lnTo>
                    <a:pt x="5819019" y="95029"/>
                  </a:lnTo>
                  <a:lnTo>
                    <a:pt x="5819113" y="95029"/>
                  </a:lnTo>
                  <a:lnTo>
                    <a:pt x="5819207" y="95029"/>
                  </a:lnTo>
                  <a:lnTo>
                    <a:pt x="5819301" y="95029"/>
                  </a:lnTo>
                  <a:lnTo>
                    <a:pt x="5819395" y="95029"/>
                  </a:lnTo>
                  <a:lnTo>
                    <a:pt x="5819489" y="95029"/>
                  </a:lnTo>
                  <a:lnTo>
                    <a:pt x="5819584" y="95029"/>
                  </a:lnTo>
                  <a:lnTo>
                    <a:pt x="5819678" y="95029"/>
                  </a:lnTo>
                  <a:lnTo>
                    <a:pt x="5819772" y="95029"/>
                  </a:lnTo>
                  <a:lnTo>
                    <a:pt x="5819866" y="95029"/>
                  </a:lnTo>
                  <a:lnTo>
                    <a:pt x="5819960" y="95029"/>
                  </a:lnTo>
                  <a:lnTo>
                    <a:pt x="5820054" y="95029"/>
                  </a:lnTo>
                  <a:lnTo>
                    <a:pt x="5820148" y="95029"/>
                  </a:lnTo>
                  <a:lnTo>
                    <a:pt x="5820242" y="95029"/>
                  </a:lnTo>
                  <a:lnTo>
                    <a:pt x="5820336" y="95029"/>
                  </a:lnTo>
                  <a:lnTo>
                    <a:pt x="5820430" y="95029"/>
                  </a:lnTo>
                  <a:lnTo>
                    <a:pt x="5820524" y="95029"/>
                  </a:lnTo>
                  <a:lnTo>
                    <a:pt x="5820618" y="95029"/>
                  </a:lnTo>
                  <a:lnTo>
                    <a:pt x="5820712" y="95029"/>
                  </a:lnTo>
                  <a:lnTo>
                    <a:pt x="5820806" y="95029"/>
                  </a:lnTo>
                  <a:lnTo>
                    <a:pt x="5820900" y="95029"/>
                  </a:lnTo>
                  <a:lnTo>
                    <a:pt x="5820994" y="95029"/>
                  </a:lnTo>
                  <a:lnTo>
                    <a:pt x="5821088" y="95029"/>
                  </a:lnTo>
                  <a:lnTo>
                    <a:pt x="5821182" y="95029"/>
                  </a:lnTo>
                  <a:lnTo>
                    <a:pt x="5821276" y="95029"/>
                  </a:lnTo>
                  <a:lnTo>
                    <a:pt x="5821370" y="95029"/>
                  </a:lnTo>
                  <a:lnTo>
                    <a:pt x="5821464" y="95029"/>
                  </a:lnTo>
                  <a:lnTo>
                    <a:pt x="5821558" y="95029"/>
                  </a:lnTo>
                  <a:lnTo>
                    <a:pt x="5821652" y="95029"/>
                  </a:lnTo>
                  <a:lnTo>
                    <a:pt x="5821746" y="95029"/>
                  </a:lnTo>
                  <a:lnTo>
                    <a:pt x="5821840" y="95029"/>
                  </a:lnTo>
                  <a:lnTo>
                    <a:pt x="5821934" y="95029"/>
                  </a:lnTo>
                  <a:lnTo>
                    <a:pt x="5822028" y="95029"/>
                  </a:lnTo>
                  <a:lnTo>
                    <a:pt x="5822122" y="95029"/>
                  </a:lnTo>
                  <a:lnTo>
                    <a:pt x="5822216" y="95029"/>
                  </a:lnTo>
                  <a:lnTo>
                    <a:pt x="5822310" y="95029"/>
                  </a:lnTo>
                  <a:lnTo>
                    <a:pt x="5822404" y="95029"/>
                  </a:lnTo>
                  <a:lnTo>
                    <a:pt x="5822498" y="95029"/>
                  </a:lnTo>
                  <a:lnTo>
                    <a:pt x="5822592" y="95029"/>
                  </a:lnTo>
                  <a:lnTo>
                    <a:pt x="5822686" y="95029"/>
                  </a:lnTo>
                  <a:lnTo>
                    <a:pt x="5822780" y="95029"/>
                  </a:lnTo>
                  <a:lnTo>
                    <a:pt x="5822874" y="95029"/>
                  </a:lnTo>
                  <a:lnTo>
                    <a:pt x="5822968" y="95029"/>
                  </a:lnTo>
                  <a:lnTo>
                    <a:pt x="5823062" y="95029"/>
                  </a:lnTo>
                  <a:lnTo>
                    <a:pt x="5823157" y="95029"/>
                  </a:lnTo>
                  <a:lnTo>
                    <a:pt x="5823251" y="95029"/>
                  </a:lnTo>
                  <a:lnTo>
                    <a:pt x="5823345" y="95029"/>
                  </a:lnTo>
                  <a:lnTo>
                    <a:pt x="5823439" y="95029"/>
                  </a:lnTo>
                  <a:lnTo>
                    <a:pt x="5823533" y="95029"/>
                  </a:lnTo>
                  <a:lnTo>
                    <a:pt x="5823627" y="95029"/>
                  </a:lnTo>
                  <a:lnTo>
                    <a:pt x="5823721" y="95029"/>
                  </a:lnTo>
                  <a:lnTo>
                    <a:pt x="5823815" y="95029"/>
                  </a:lnTo>
                  <a:lnTo>
                    <a:pt x="5823909" y="95029"/>
                  </a:lnTo>
                  <a:lnTo>
                    <a:pt x="5824003" y="95029"/>
                  </a:lnTo>
                  <a:lnTo>
                    <a:pt x="5824097" y="95029"/>
                  </a:lnTo>
                  <a:lnTo>
                    <a:pt x="5824191" y="95029"/>
                  </a:lnTo>
                  <a:lnTo>
                    <a:pt x="5824285" y="95029"/>
                  </a:lnTo>
                  <a:lnTo>
                    <a:pt x="5824379" y="95029"/>
                  </a:lnTo>
                  <a:lnTo>
                    <a:pt x="5824473" y="95029"/>
                  </a:lnTo>
                  <a:lnTo>
                    <a:pt x="5824567" y="95029"/>
                  </a:lnTo>
                  <a:lnTo>
                    <a:pt x="5824661" y="95029"/>
                  </a:lnTo>
                  <a:lnTo>
                    <a:pt x="5824755" y="95029"/>
                  </a:lnTo>
                  <a:lnTo>
                    <a:pt x="5824849" y="95029"/>
                  </a:lnTo>
                  <a:lnTo>
                    <a:pt x="5824943" y="95029"/>
                  </a:lnTo>
                  <a:lnTo>
                    <a:pt x="5825037" y="95029"/>
                  </a:lnTo>
                  <a:lnTo>
                    <a:pt x="5825131" y="95029"/>
                  </a:lnTo>
                  <a:lnTo>
                    <a:pt x="5825225" y="95029"/>
                  </a:lnTo>
                  <a:lnTo>
                    <a:pt x="5825319" y="95029"/>
                  </a:lnTo>
                  <a:lnTo>
                    <a:pt x="5825413" y="95029"/>
                  </a:lnTo>
                  <a:lnTo>
                    <a:pt x="5825507" y="95029"/>
                  </a:lnTo>
                  <a:lnTo>
                    <a:pt x="5825601" y="95029"/>
                  </a:lnTo>
                  <a:lnTo>
                    <a:pt x="5825695" y="95029"/>
                  </a:lnTo>
                  <a:lnTo>
                    <a:pt x="5825789" y="95029"/>
                  </a:lnTo>
                  <a:lnTo>
                    <a:pt x="5825883" y="95029"/>
                  </a:lnTo>
                  <a:lnTo>
                    <a:pt x="5825977" y="95029"/>
                  </a:lnTo>
                  <a:lnTo>
                    <a:pt x="5826071" y="95029"/>
                  </a:lnTo>
                  <a:lnTo>
                    <a:pt x="5826165" y="95029"/>
                  </a:lnTo>
                  <a:lnTo>
                    <a:pt x="5826259" y="95029"/>
                  </a:lnTo>
                  <a:lnTo>
                    <a:pt x="5826353" y="95029"/>
                  </a:lnTo>
                  <a:lnTo>
                    <a:pt x="5826447" y="95029"/>
                  </a:lnTo>
                  <a:lnTo>
                    <a:pt x="5826541" y="95029"/>
                  </a:lnTo>
                  <a:lnTo>
                    <a:pt x="5826636" y="95029"/>
                  </a:lnTo>
                  <a:lnTo>
                    <a:pt x="5826730" y="95029"/>
                  </a:lnTo>
                  <a:lnTo>
                    <a:pt x="5826824" y="95029"/>
                  </a:lnTo>
                  <a:lnTo>
                    <a:pt x="5826918" y="95029"/>
                  </a:lnTo>
                  <a:lnTo>
                    <a:pt x="5827012" y="95029"/>
                  </a:lnTo>
                  <a:lnTo>
                    <a:pt x="5827106" y="95029"/>
                  </a:lnTo>
                  <a:lnTo>
                    <a:pt x="5827200" y="95029"/>
                  </a:lnTo>
                  <a:lnTo>
                    <a:pt x="5827294" y="95029"/>
                  </a:lnTo>
                  <a:lnTo>
                    <a:pt x="5827388" y="95029"/>
                  </a:lnTo>
                  <a:lnTo>
                    <a:pt x="5827482" y="95029"/>
                  </a:lnTo>
                  <a:lnTo>
                    <a:pt x="5827576" y="95029"/>
                  </a:lnTo>
                  <a:lnTo>
                    <a:pt x="5827670" y="95029"/>
                  </a:lnTo>
                  <a:lnTo>
                    <a:pt x="5827764" y="95029"/>
                  </a:lnTo>
                  <a:lnTo>
                    <a:pt x="5827858" y="95029"/>
                  </a:lnTo>
                  <a:lnTo>
                    <a:pt x="5827952" y="95029"/>
                  </a:lnTo>
                  <a:lnTo>
                    <a:pt x="5828046" y="95029"/>
                  </a:lnTo>
                  <a:lnTo>
                    <a:pt x="5828140" y="95029"/>
                  </a:lnTo>
                  <a:lnTo>
                    <a:pt x="5828234" y="95029"/>
                  </a:lnTo>
                  <a:lnTo>
                    <a:pt x="5828328" y="95029"/>
                  </a:lnTo>
                  <a:lnTo>
                    <a:pt x="5828422" y="95029"/>
                  </a:lnTo>
                  <a:lnTo>
                    <a:pt x="5828516" y="95029"/>
                  </a:lnTo>
                  <a:lnTo>
                    <a:pt x="5828610" y="95029"/>
                  </a:lnTo>
                  <a:lnTo>
                    <a:pt x="5828704" y="95029"/>
                  </a:lnTo>
                  <a:lnTo>
                    <a:pt x="5828798" y="95029"/>
                  </a:lnTo>
                  <a:lnTo>
                    <a:pt x="5828892" y="95029"/>
                  </a:lnTo>
                  <a:lnTo>
                    <a:pt x="5828986" y="95029"/>
                  </a:lnTo>
                  <a:lnTo>
                    <a:pt x="5829080" y="95029"/>
                  </a:lnTo>
                  <a:lnTo>
                    <a:pt x="5829174" y="95029"/>
                  </a:lnTo>
                  <a:lnTo>
                    <a:pt x="5829268" y="95029"/>
                  </a:lnTo>
                  <a:lnTo>
                    <a:pt x="5829362" y="95029"/>
                  </a:lnTo>
                  <a:lnTo>
                    <a:pt x="5829456" y="95029"/>
                  </a:lnTo>
                  <a:lnTo>
                    <a:pt x="5829550" y="95029"/>
                  </a:lnTo>
                  <a:lnTo>
                    <a:pt x="5829644" y="95029"/>
                  </a:lnTo>
                  <a:lnTo>
                    <a:pt x="5829738" y="95029"/>
                  </a:lnTo>
                  <a:lnTo>
                    <a:pt x="5829832" y="95029"/>
                  </a:lnTo>
                  <a:lnTo>
                    <a:pt x="5829926" y="95029"/>
                  </a:lnTo>
                  <a:lnTo>
                    <a:pt x="5830020" y="95029"/>
                  </a:lnTo>
                  <a:lnTo>
                    <a:pt x="5830114" y="95029"/>
                  </a:lnTo>
                  <a:lnTo>
                    <a:pt x="5830209" y="95029"/>
                  </a:lnTo>
                  <a:lnTo>
                    <a:pt x="5830303" y="95029"/>
                  </a:lnTo>
                  <a:lnTo>
                    <a:pt x="5830397" y="95029"/>
                  </a:lnTo>
                  <a:lnTo>
                    <a:pt x="5830491" y="95029"/>
                  </a:lnTo>
                  <a:lnTo>
                    <a:pt x="5830585" y="95029"/>
                  </a:lnTo>
                  <a:lnTo>
                    <a:pt x="5830679" y="95029"/>
                  </a:lnTo>
                  <a:lnTo>
                    <a:pt x="5830773" y="95029"/>
                  </a:lnTo>
                  <a:lnTo>
                    <a:pt x="5830867" y="95029"/>
                  </a:lnTo>
                  <a:lnTo>
                    <a:pt x="5830961" y="95029"/>
                  </a:lnTo>
                  <a:lnTo>
                    <a:pt x="5831055" y="95029"/>
                  </a:lnTo>
                  <a:lnTo>
                    <a:pt x="5831149" y="95029"/>
                  </a:lnTo>
                  <a:lnTo>
                    <a:pt x="5831243" y="95029"/>
                  </a:lnTo>
                  <a:lnTo>
                    <a:pt x="5831337" y="95029"/>
                  </a:lnTo>
                  <a:lnTo>
                    <a:pt x="5831431" y="95029"/>
                  </a:lnTo>
                  <a:lnTo>
                    <a:pt x="5831525" y="95029"/>
                  </a:lnTo>
                  <a:lnTo>
                    <a:pt x="5831619" y="95029"/>
                  </a:lnTo>
                  <a:lnTo>
                    <a:pt x="5831713" y="95029"/>
                  </a:lnTo>
                  <a:lnTo>
                    <a:pt x="5831807" y="95029"/>
                  </a:lnTo>
                  <a:lnTo>
                    <a:pt x="5831901" y="95029"/>
                  </a:lnTo>
                  <a:lnTo>
                    <a:pt x="5831995" y="95029"/>
                  </a:lnTo>
                  <a:lnTo>
                    <a:pt x="5832089" y="95029"/>
                  </a:lnTo>
                  <a:lnTo>
                    <a:pt x="5832183" y="95029"/>
                  </a:lnTo>
                  <a:lnTo>
                    <a:pt x="5832277" y="95029"/>
                  </a:lnTo>
                  <a:lnTo>
                    <a:pt x="5832371" y="95029"/>
                  </a:lnTo>
                  <a:lnTo>
                    <a:pt x="5832465" y="95029"/>
                  </a:lnTo>
                  <a:lnTo>
                    <a:pt x="5832559" y="95029"/>
                  </a:lnTo>
                  <a:lnTo>
                    <a:pt x="5832653" y="95029"/>
                  </a:lnTo>
                  <a:lnTo>
                    <a:pt x="5832747" y="95029"/>
                  </a:lnTo>
                  <a:lnTo>
                    <a:pt x="5832841" y="95029"/>
                  </a:lnTo>
                  <a:lnTo>
                    <a:pt x="5832935" y="95029"/>
                  </a:lnTo>
                  <a:lnTo>
                    <a:pt x="5833029" y="95029"/>
                  </a:lnTo>
                  <a:lnTo>
                    <a:pt x="5833123" y="95029"/>
                  </a:lnTo>
                  <a:lnTo>
                    <a:pt x="5833217" y="95029"/>
                  </a:lnTo>
                  <a:lnTo>
                    <a:pt x="5833311" y="95029"/>
                  </a:lnTo>
                  <a:lnTo>
                    <a:pt x="5833405" y="95029"/>
                  </a:lnTo>
                  <a:lnTo>
                    <a:pt x="5833499" y="95029"/>
                  </a:lnTo>
                  <a:lnTo>
                    <a:pt x="5833593" y="95029"/>
                  </a:lnTo>
                  <a:lnTo>
                    <a:pt x="5833687" y="95029"/>
                  </a:lnTo>
                  <a:lnTo>
                    <a:pt x="5833782" y="95029"/>
                  </a:lnTo>
                  <a:lnTo>
                    <a:pt x="5833876" y="95029"/>
                  </a:lnTo>
                  <a:lnTo>
                    <a:pt x="5833970" y="95029"/>
                  </a:lnTo>
                  <a:lnTo>
                    <a:pt x="5834064" y="95029"/>
                  </a:lnTo>
                  <a:lnTo>
                    <a:pt x="5834158" y="95029"/>
                  </a:lnTo>
                  <a:lnTo>
                    <a:pt x="5834252" y="95029"/>
                  </a:lnTo>
                  <a:lnTo>
                    <a:pt x="5834346" y="95029"/>
                  </a:lnTo>
                  <a:lnTo>
                    <a:pt x="5834440" y="95029"/>
                  </a:lnTo>
                  <a:lnTo>
                    <a:pt x="5834534" y="95029"/>
                  </a:lnTo>
                  <a:lnTo>
                    <a:pt x="5834628" y="95029"/>
                  </a:lnTo>
                  <a:lnTo>
                    <a:pt x="5834722" y="95029"/>
                  </a:lnTo>
                  <a:lnTo>
                    <a:pt x="5834816" y="95029"/>
                  </a:lnTo>
                  <a:lnTo>
                    <a:pt x="5834910" y="95029"/>
                  </a:lnTo>
                  <a:lnTo>
                    <a:pt x="5835004" y="95029"/>
                  </a:lnTo>
                  <a:lnTo>
                    <a:pt x="5835098" y="95029"/>
                  </a:lnTo>
                  <a:lnTo>
                    <a:pt x="5835192" y="95029"/>
                  </a:lnTo>
                  <a:lnTo>
                    <a:pt x="5835286" y="95029"/>
                  </a:lnTo>
                  <a:lnTo>
                    <a:pt x="5835380" y="95029"/>
                  </a:lnTo>
                  <a:lnTo>
                    <a:pt x="5835474" y="95029"/>
                  </a:lnTo>
                  <a:lnTo>
                    <a:pt x="5835568" y="95029"/>
                  </a:lnTo>
                  <a:lnTo>
                    <a:pt x="5835662" y="95029"/>
                  </a:lnTo>
                  <a:lnTo>
                    <a:pt x="5835756" y="95029"/>
                  </a:lnTo>
                  <a:lnTo>
                    <a:pt x="5835850" y="95029"/>
                  </a:lnTo>
                  <a:lnTo>
                    <a:pt x="5835944" y="95029"/>
                  </a:lnTo>
                  <a:lnTo>
                    <a:pt x="5836038" y="95029"/>
                  </a:lnTo>
                  <a:lnTo>
                    <a:pt x="5836132" y="95029"/>
                  </a:lnTo>
                  <a:lnTo>
                    <a:pt x="5836226" y="95029"/>
                  </a:lnTo>
                  <a:lnTo>
                    <a:pt x="5836320" y="95029"/>
                  </a:lnTo>
                  <a:lnTo>
                    <a:pt x="5836414" y="95029"/>
                  </a:lnTo>
                  <a:lnTo>
                    <a:pt x="5836508" y="95029"/>
                  </a:lnTo>
                  <a:lnTo>
                    <a:pt x="5836602" y="95029"/>
                  </a:lnTo>
                  <a:lnTo>
                    <a:pt x="5836696" y="95029"/>
                  </a:lnTo>
                  <a:lnTo>
                    <a:pt x="5836790" y="95029"/>
                  </a:lnTo>
                  <a:lnTo>
                    <a:pt x="5836884" y="95029"/>
                  </a:lnTo>
                  <a:lnTo>
                    <a:pt x="5836978" y="95029"/>
                  </a:lnTo>
                  <a:lnTo>
                    <a:pt x="5837072" y="95029"/>
                  </a:lnTo>
                  <a:lnTo>
                    <a:pt x="5837166" y="95029"/>
                  </a:lnTo>
                  <a:lnTo>
                    <a:pt x="5837261" y="95029"/>
                  </a:lnTo>
                  <a:lnTo>
                    <a:pt x="5837355" y="95029"/>
                  </a:lnTo>
                  <a:lnTo>
                    <a:pt x="5837449" y="95029"/>
                  </a:lnTo>
                  <a:lnTo>
                    <a:pt x="5837543" y="95029"/>
                  </a:lnTo>
                  <a:lnTo>
                    <a:pt x="5837637" y="95029"/>
                  </a:lnTo>
                  <a:lnTo>
                    <a:pt x="5837731" y="95029"/>
                  </a:lnTo>
                  <a:lnTo>
                    <a:pt x="5837825" y="95029"/>
                  </a:lnTo>
                  <a:lnTo>
                    <a:pt x="5837919" y="95029"/>
                  </a:lnTo>
                  <a:lnTo>
                    <a:pt x="5838013" y="95029"/>
                  </a:lnTo>
                  <a:lnTo>
                    <a:pt x="5838107" y="95029"/>
                  </a:lnTo>
                  <a:lnTo>
                    <a:pt x="5838201" y="95029"/>
                  </a:lnTo>
                  <a:lnTo>
                    <a:pt x="5838295" y="95029"/>
                  </a:lnTo>
                  <a:lnTo>
                    <a:pt x="5838389" y="95029"/>
                  </a:lnTo>
                  <a:lnTo>
                    <a:pt x="5838483" y="95029"/>
                  </a:lnTo>
                  <a:lnTo>
                    <a:pt x="5838577" y="95029"/>
                  </a:lnTo>
                  <a:lnTo>
                    <a:pt x="5838671" y="95029"/>
                  </a:lnTo>
                  <a:lnTo>
                    <a:pt x="5838765" y="95029"/>
                  </a:lnTo>
                  <a:lnTo>
                    <a:pt x="5838859" y="95029"/>
                  </a:lnTo>
                  <a:lnTo>
                    <a:pt x="5838953" y="95029"/>
                  </a:lnTo>
                  <a:lnTo>
                    <a:pt x="5839047" y="95029"/>
                  </a:lnTo>
                  <a:lnTo>
                    <a:pt x="5839141" y="95029"/>
                  </a:lnTo>
                  <a:lnTo>
                    <a:pt x="5839235" y="95029"/>
                  </a:lnTo>
                  <a:lnTo>
                    <a:pt x="5839329" y="95029"/>
                  </a:lnTo>
                  <a:lnTo>
                    <a:pt x="5839423" y="95029"/>
                  </a:lnTo>
                  <a:lnTo>
                    <a:pt x="5839517" y="95029"/>
                  </a:lnTo>
                  <a:lnTo>
                    <a:pt x="5839611" y="95029"/>
                  </a:lnTo>
                  <a:lnTo>
                    <a:pt x="5839705" y="95029"/>
                  </a:lnTo>
                  <a:lnTo>
                    <a:pt x="5839799" y="95029"/>
                  </a:lnTo>
                  <a:lnTo>
                    <a:pt x="5839893" y="95029"/>
                  </a:lnTo>
                  <a:lnTo>
                    <a:pt x="5839987" y="95029"/>
                  </a:lnTo>
                  <a:lnTo>
                    <a:pt x="5840081" y="95029"/>
                  </a:lnTo>
                  <a:lnTo>
                    <a:pt x="5840175" y="95029"/>
                  </a:lnTo>
                  <a:lnTo>
                    <a:pt x="5840269" y="95029"/>
                  </a:lnTo>
                  <a:lnTo>
                    <a:pt x="5840363" y="95029"/>
                  </a:lnTo>
                  <a:lnTo>
                    <a:pt x="5840457" y="95029"/>
                  </a:lnTo>
                  <a:lnTo>
                    <a:pt x="5840551" y="95029"/>
                  </a:lnTo>
                  <a:lnTo>
                    <a:pt x="5840645" y="95029"/>
                  </a:lnTo>
                  <a:lnTo>
                    <a:pt x="5840739" y="95029"/>
                  </a:lnTo>
                  <a:lnTo>
                    <a:pt x="5840834" y="95029"/>
                  </a:lnTo>
                  <a:lnTo>
                    <a:pt x="5840928" y="95029"/>
                  </a:lnTo>
                  <a:lnTo>
                    <a:pt x="5841022" y="95029"/>
                  </a:lnTo>
                  <a:lnTo>
                    <a:pt x="5841116" y="95029"/>
                  </a:lnTo>
                  <a:lnTo>
                    <a:pt x="5841210" y="95029"/>
                  </a:lnTo>
                  <a:lnTo>
                    <a:pt x="5841304" y="95029"/>
                  </a:lnTo>
                  <a:lnTo>
                    <a:pt x="5841398" y="95029"/>
                  </a:lnTo>
                  <a:lnTo>
                    <a:pt x="5841492" y="95029"/>
                  </a:lnTo>
                  <a:lnTo>
                    <a:pt x="5841586" y="95029"/>
                  </a:lnTo>
                  <a:lnTo>
                    <a:pt x="5841680" y="95029"/>
                  </a:lnTo>
                  <a:lnTo>
                    <a:pt x="5841774" y="95029"/>
                  </a:lnTo>
                  <a:lnTo>
                    <a:pt x="5841868" y="95029"/>
                  </a:lnTo>
                  <a:lnTo>
                    <a:pt x="5841962" y="95029"/>
                  </a:lnTo>
                  <a:lnTo>
                    <a:pt x="5842056" y="95029"/>
                  </a:lnTo>
                  <a:lnTo>
                    <a:pt x="5842150" y="95029"/>
                  </a:lnTo>
                  <a:lnTo>
                    <a:pt x="5842244" y="95029"/>
                  </a:lnTo>
                  <a:lnTo>
                    <a:pt x="5842338" y="95029"/>
                  </a:lnTo>
                  <a:lnTo>
                    <a:pt x="5842432" y="95029"/>
                  </a:lnTo>
                  <a:lnTo>
                    <a:pt x="5842526" y="95029"/>
                  </a:lnTo>
                  <a:lnTo>
                    <a:pt x="5842620" y="95029"/>
                  </a:lnTo>
                  <a:lnTo>
                    <a:pt x="5842714" y="95029"/>
                  </a:lnTo>
                  <a:lnTo>
                    <a:pt x="5842808" y="95029"/>
                  </a:lnTo>
                  <a:lnTo>
                    <a:pt x="5842902" y="95029"/>
                  </a:lnTo>
                  <a:lnTo>
                    <a:pt x="5842996" y="95029"/>
                  </a:lnTo>
                  <a:lnTo>
                    <a:pt x="5843090" y="95029"/>
                  </a:lnTo>
                  <a:lnTo>
                    <a:pt x="5843184" y="95029"/>
                  </a:lnTo>
                  <a:lnTo>
                    <a:pt x="5843278" y="95029"/>
                  </a:lnTo>
                  <a:lnTo>
                    <a:pt x="5843372" y="95029"/>
                  </a:lnTo>
                  <a:lnTo>
                    <a:pt x="5843466" y="95029"/>
                  </a:lnTo>
                  <a:lnTo>
                    <a:pt x="5843560" y="95029"/>
                  </a:lnTo>
                  <a:lnTo>
                    <a:pt x="5843654" y="95029"/>
                  </a:lnTo>
                  <a:lnTo>
                    <a:pt x="5843748" y="95029"/>
                  </a:lnTo>
                  <a:lnTo>
                    <a:pt x="5843842" y="95029"/>
                  </a:lnTo>
                  <a:lnTo>
                    <a:pt x="5843936" y="95029"/>
                  </a:lnTo>
                  <a:lnTo>
                    <a:pt x="5844030" y="95029"/>
                  </a:lnTo>
                  <a:lnTo>
                    <a:pt x="5844124" y="95029"/>
                  </a:lnTo>
                  <a:lnTo>
                    <a:pt x="5844218" y="95029"/>
                  </a:lnTo>
                  <a:lnTo>
                    <a:pt x="5844312" y="95029"/>
                  </a:lnTo>
                  <a:lnTo>
                    <a:pt x="5844407" y="95029"/>
                  </a:lnTo>
                  <a:lnTo>
                    <a:pt x="5844501" y="95029"/>
                  </a:lnTo>
                  <a:lnTo>
                    <a:pt x="5844595" y="95029"/>
                  </a:lnTo>
                  <a:lnTo>
                    <a:pt x="5844689" y="95029"/>
                  </a:lnTo>
                  <a:lnTo>
                    <a:pt x="5844783" y="95029"/>
                  </a:lnTo>
                  <a:lnTo>
                    <a:pt x="5844877" y="95029"/>
                  </a:lnTo>
                  <a:lnTo>
                    <a:pt x="5844971" y="95029"/>
                  </a:lnTo>
                  <a:lnTo>
                    <a:pt x="5845065" y="95029"/>
                  </a:lnTo>
                  <a:lnTo>
                    <a:pt x="5845159" y="95029"/>
                  </a:lnTo>
                  <a:lnTo>
                    <a:pt x="5845253" y="95029"/>
                  </a:lnTo>
                  <a:lnTo>
                    <a:pt x="5845347" y="95029"/>
                  </a:lnTo>
                  <a:lnTo>
                    <a:pt x="5845441" y="95029"/>
                  </a:lnTo>
                  <a:lnTo>
                    <a:pt x="5845535" y="95029"/>
                  </a:lnTo>
                  <a:lnTo>
                    <a:pt x="5845629" y="95029"/>
                  </a:lnTo>
                  <a:lnTo>
                    <a:pt x="5845723" y="95029"/>
                  </a:lnTo>
                  <a:lnTo>
                    <a:pt x="5845817" y="95029"/>
                  </a:lnTo>
                  <a:lnTo>
                    <a:pt x="5845911" y="95029"/>
                  </a:lnTo>
                  <a:lnTo>
                    <a:pt x="5846005" y="95029"/>
                  </a:lnTo>
                  <a:lnTo>
                    <a:pt x="5846099" y="95029"/>
                  </a:lnTo>
                  <a:lnTo>
                    <a:pt x="5846193" y="95029"/>
                  </a:lnTo>
                  <a:lnTo>
                    <a:pt x="5846287" y="95029"/>
                  </a:lnTo>
                  <a:lnTo>
                    <a:pt x="5846381" y="95029"/>
                  </a:lnTo>
                  <a:lnTo>
                    <a:pt x="5846475" y="95029"/>
                  </a:lnTo>
                  <a:lnTo>
                    <a:pt x="5846569" y="95029"/>
                  </a:lnTo>
                  <a:lnTo>
                    <a:pt x="5846663" y="95029"/>
                  </a:lnTo>
                  <a:lnTo>
                    <a:pt x="5846757" y="95029"/>
                  </a:lnTo>
                  <a:lnTo>
                    <a:pt x="5846851" y="95029"/>
                  </a:lnTo>
                  <a:lnTo>
                    <a:pt x="5846945" y="95029"/>
                  </a:lnTo>
                  <a:lnTo>
                    <a:pt x="5847039" y="95029"/>
                  </a:lnTo>
                  <a:lnTo>
                    <a:pt x="5847133" y="95029"/>
                  </a:lnTo>
                  <a:lnTo>
                    <a:pt x="5847227" y="95029"/>
                  </a:lnTo>
                  <a:lnTo>
                    <a:pt x="5847321" y="95029"/>
                  </a:lnTo>
                  <a:lnTo>
                    <a:pt x="5847415" y="95029"/>
                  </a:lnTo>
                  <a:lnTo>
                    <a:pt x="5847509" y="95029"/>
                  </a:lnTo>
                  <a:lnTo>
                    <a:pt x="5847603" y="95029"/>
                  </a:lnTo>
                  <a:lnTo>
                    <a:pt x="5847697" y="95029"/>
                  </a:lnTo>
                  <a:lnTo>
                    <a:pt x="5847791" y="95029"/>
                  </a:lnTo>
                  <a:lnTo>
                    <a:pt x="5847886" y="95029"/>
                  </a:lnTo>
                  <a:lnTo>
                    <a:pt x="5847980" y="95029"/>
                  </a:lnTo>
                  <a:lnTo>
                    <a:pt x="5848074" y="95029"/>
                  </a:lnTo>
                  <a:lnTo>
                    <a:pt x="5848168" y="95029"/>
                  </a:lnTo>
                  <a:lnTo>
                    <a:pt x="5848262" y="95029"/>
                  </a:lnTo>
                  <a:lnTo>
                    <a:pt x="5848356" y="95029"/>
                  </a:lnTo>
                  <a:lnTo>
                    <a:pt x="5848450" y="95029"/>
                  </a:lnTo>
                  <a:lnTo>
                    <a:pt x="5848544" y="95029"/>
                  </a:lnTo>
                  <a:lnTo>
                    <a:pt x="5848638" y="95029"/>
                  </a:lnTo>
                  <a:lnTo>
                    <a:pt x="5848732" y="95029"/>
                  </a:lnTo>
                  <a:lnTo>
                    <a:pt x="5848826" y="95029"/>
                  </a:lnTo>
                  <a:lnTo>
                    <a:pt x="5848920" y="95029"/>
                  </a:lnTo>
                  <a:lnTo>
                    <a:pt x="5849014" y="95029"/>
                  </a:lnTo>
                  <a:lnTo>
                    <a:pt x="5849108" y="95029"/>
                  </a:lnTo>
                  <a:lnTo>
                    <a:pt x="5849202" y="95029"/>
                  </a:lnTo>
                  <a:lnTo>
                    <a:pt x="5849296" y="95029"/>
                  </a:lnTo>
                  <a:lnTo>
                    <a:pt x="5849390" y="95029"/>
                  </a:lnTo>
                  <a:lnTo>
                    <a:pt x="5849484" y="95029"/>
                  </a:lnTo>
                  <a:lnTo>
                    <a:pt x="5849578" y="95029"/>
                  </a:lnTo>
                  <a:lnTo>
                    <a:pt x="5849672" y="95029"/>
                  </a:lnTo>
                  <a:lnTo>
                    <a:pt x="5849766" y="95029"/>
                  </a:lnTo>
                  <a:lnTo>
                    <a:pt x="5849860" y="95029"/>
                  </a:lnTo>
                  <a:lnTo>
                    <a:pt x="5849954" y="95029"/>
                  </a:lnTo>
                  <a:lnTo>
                    <a:pt x="5850048" y="95029"/>
                  </a:lnTo>
                  <a:lnTo>
                    <a:pt x="5850142" y="95029"/>
                  </a:lnTo>
                  <a:lnTo>
                    <a:pt x="5850236" y="95029"/>
                  </a:lnTo>
                  <a:lnTo>
                    <a:pt x="5850330" y="95029"/>
                  </a:lnTo>
                  <a:lnTo>
                    <a:pt x="5850424" y="95029"/>
                  </a:lnTo>
                  <a:lnTo>
                    <a:pt x="5850518" y="95029"/>
                  </a:lnTo>
                  <a:lnTo>
                    <a:pt x="5850612" y="95029"/>
                  </a:lnTo>
                  <a:lnTo>
                    <a:pt x="5850706" y="95029"/>
                  </a:lnTo>
                  <a:lnTo>
                    <a:pt x="5850800" y="95029"/>
                  </a:lnTo>
                  <a:lnTo>
                    <a:pt x="5850894" y="95029"/>
                  </a:lnTo>
                  <a:lnTo>
                    <a:pt x="5850988" y="95029"/>
                  </a:lnTo>
                  <a:lnTo>
                    <a:pt x="5851082" y="95029"/>
                  </a:lnTo>
                  <a:lnTo>
                    <a:pt x="5851176" y="95029"/>
                  </a:lnTo>
                  <a:lnTo>
                    <a:pt x="5851270" y="95029"/>
                  </a:lnTo>
                  <a:lnTo>
                    <a:pt x="5851364" y="95029"/>
                  </a:lnTo>
                  <a:lnTo>
                    <a:pt x="5851459" y="95029"/>
                  </a:lnTo>
                  <a:lnTo>
                    <a:pt x="5851553" y="95029"/>
                  </a:lnTo>
                  <a:lnTo>
                    <a:pt x="5851647" y="95029"/>
                  </a:lnTo>
                  <a:lnTo>
                    <a:pt x="5851741" y="95029"/>
                  </a:lnTo>
                  <a:lnTo>
                    <a:pt x="5851835" y="95029"/>
                  </a:lnTo>
                  <a:lnTo>
                    <a:pt x="5851929" y="95029"/>
                  </a:lnTo>
                  <a:lnTo>
                    <a:pt x="5852023" y="95029"/>
                  </a:lnTo>
                  <a:lnTo>
                    <a:pt x="5852117" y="95029"/>
                  </a:lnTo>
                  <a:lnTo>
                    <a:pt x="5852211" y="95029"/>
                  </a:lnTo>
                  <a:lnTo>
                    <a:pt x="5852305" y="95029"/>
                  </a:lnTo>
                  <a:lnTo>
                    <a:pt x="5852399" y="95029"/>
                  </a:lnTo>
                  <a:lnTo>
                    <a:pt x="5852493" y="95029"/>
                  </a:lnTo>
                  <a:lnTo>
                    <a:pt x="5852587" y="95029"/>
                  </a:lnTo>
                  <a:lnTo>
                    <a:pt x="5852681" y="95029"/>
                  </a:lnTo>
                  <a:lnTo>
                    <a:pt x="5852775" y="95029"/>
                  </a:lnTo>
                  <a:lnTo>
                    <a:pt x="5852869" y="95029"/>
                  </a:lnTo>
                  <a:lnTo>
                    <a:pt x="5852963" y="95029"/>
                  </a:lnTo>
                  <a:lnTo>
                    <a:pt x="5853057" y="95029"/>
                  </a:lnTo>
                  <a:lnTo>
                    <a:pt x="5853151" y="95029"/>
                  </a:lnTo>
                  <a:lnTo>
                    <a:pt x="5853245" y="95029"/>
                  </a:lnTo>
                  <a:lnTo>
                    <a:pt x="5853339" y="95029"/>
                  </a:lnTo>
                  <a:lnTo>
                    <a:pt x="5853433" y="95029"/>
                  </a:lnTo>
                  <a:lnTo>
                    <a:pt x="5853527" y="95029"/>
                  </a:lnTo>
                  <a:lnTo>
                    <a:pt x="5853621" y="95029"/>
                  </a:lnTo>
                  <a:lnTo>
                    <a:pt x="5853715" y="95029"/>
                  </a:lnTo>
                  <a:lnTo>
                    <a:pt x="5853809" y="95029"/>
                  </a:lnTo>
                  <a:lnTo>
                    <a:pt x="5853903" y="95029"/>
                  </a:lnTo>
                  <a:lnTo>
                    <a:pt x="5853997" y="95029"/>
                  </a:lnTo>
                  <a:lnTo>
                    <a:pt x="5854091" y="95029"/>
                  </a:lnTo>
                  <a:lnTo>
                    <a:pt x="5854185" y="95029"/>
                  </a:lnTo>
                  <a:lnTo>
                    <a:pt x="5854279" y="95029"/>
                  </a:lnTo>
                  <a:lnTo>
                    <a:pt x="5854373" y="95029"/>
                  </a:lnTo>
                  <a:lnTo>
                    <a:pt x="5854467" y="95029"/>
                  </a:lnTo>
                  <a:lnTo>
                    <a:pt x="5854561" y="95029"/>
                  </a:lnTo>
                  <a:lnTo>
                    <a:pt x="5854655" y="95029"/>
                  </a:lnTo>
                  <a:lnTo>
                    <a:pt x="5854749" y="95029"/>
                  </a:lnTo>
                  <a:lnTo>
                    <a:pt x="5854843" y="95029"/>
                  </a:lnTo>
                  <a:lnTo>
                    <a:pt x="5854937" y="95029"/>
                  </a:lnTo>
                  <a:lnTo>
                    <a:pt x="5855032" y="95029"/>
                  </a:lnTo>
                  <a:lnTo>
                    <a:pt x="5855126" y="95029"/>
                  </a:lnTo>
                  <a:lnTo>
                    <a:pt x="5855220" y="95029"/>
                  </a:lnTo>
                  <a:lnTo>
                    <a:pt x="5855314" y="95029"/>
                  </a:lnTo>
                  <a:lnTo>
                    <a:pt x="5855408" y="95029"/>
                  </a:lnTo>
                  <a:lnTo>
                    <a:pt x="5855502" y="95029"/>
                  </a:lnTo>
                  <a:lnTo>
                    <a:pt x="5855596" y="95029"/>
                  </a:lnTo>
                  <a:lnTo>
                    <a:pt x="5855690" y="95029"/>
                  </a:lnTo>
                  <a:lnTo>
                    <a:pt x="5855784" y="95029"/>
                  </a:lnTo>
                  <a:lnTo>
                    <a:pt x="5855878" y="95029"/>
                  </a:lnTo>
                  <a:lnTo>
                    <a:pt x="5855972" y="95029"/>
                  </a:lnTo>
                  <a:lnTo>
                    <a:pt x="5856066" y="95029"/>
                  </a:lnTo>
                  <a:lnTo>
                    <a:pt x="5856160" y="95029"/>
                  </a:lnTo>
                  <a:lnTo>
                    <a:pt x="5856254" y="95029"/>
                  </a:lnTo>
                  <a:lnTo>
                    <a:pt x="5856348" y="95029"/>
                  </a:lnTo>
                  <a:lnTo>
                    <a:pt x="5856442" y="95029"/>
                  </a:lnTo>
                  <a:lnTo>
                    <a:pt x="5856536" y="95029"/>
                  </a:lnTo>
                  <a:lnTo>
                    <a:pt x="5856630" y="95029"/>
                  </a:lnTo>
                  <a:lnTo>
                    <a:pt x="5856724" y="95029"/>
                  </a:lnTo>
                  <a:lnTo>
                    <a:pt x="5856818" y="95029"/>
                  </a:lnTo>
                  <a:lnTo>
                    <a:pt x="5856912" y="95029"/>
                  </a:lnTo>
                  <a:lnTo>
                    <a:pt x="5857006" y="95029"/>
                  </a:lnTo>
                  <a:lnTo>
                    <a:pt x="5857100" y="95029"/>
                  </a:lnTo>
                  <a:lnTo>
                    <a:pt x="5857194" y="95029"/>
                  </a:lnTo>
                  <a:lnTo>
                    <a:pt x="5857288" y="95029"/>
                  </a:lnTo>
                  <a:lnTo>
                    <a:pt x="5857382" y="95029"/>
                  </a:lnTo>
                  <a:lnTo>
                    <a:pt x="5857476" y="95029"/>
                  </a:lnTo>
                  <a:lnTo>
                    <a:pt x="5857570" y="95029"/>
                  </a:lnTo>
                  <a:lnTo>
                    <a:pt x="5857664" y="95029"/>
                  </a:lnTo>
                  <a:lnTo>
                    <a:pt x="5857758" y="95029"/>
                  </a:lnTo>
                  <a:lnTo>
                    <a:pt x="5857852" y="95029"/>
                  </a:lnTo>
                  <a:lnTo>
                    <a:pt x="5857946" y="95029"/>
                  </a:lnTo>
                  <a:lnTo>
                    <a:pt x="5858040" y="95029"/>
                  </a:lnTo>
                  <a:lnTo>
                    <a:pt x="5858134" y="95029"/>
                  </a:lnTo>
                  <a:lnTo>
                    <a:pt x="5858228" y="95029"/>
                  </a:lnTo>
                  <a:lnTo>
                    <a:pt x="5858322" y="95029"/>
                  </a:lnTo>
                  <a:lnTo>
                    <a:pt x="5858416" y="95029"/>
                  </a:lnTo>
                  <a:lnTo>
                    <a:pt x="5858511" y="95029"/>
                  </a:lnTo>
                  <a:lnTo>
                    <a:pt x="5858605" y="95029"/>
                  </a:lnTo>
                  <a:lnTo>
                    <a:pt x="5858699" y="95029"/>
                  </a:lnTo>
                  <a:lnTo>
                    <a:pt x="5858793" y="95029"/>
                  </a:lnTo>
                  <a:lnTo>
                    <a:pt x="5858887" y="95029"/>
                  </a:lnTo>
                  <a:lnTo>
                    <a:pt x="5858981" y="95029"/>
                  </a:lnTo>
                  <a:lnTo>
                    <a:pt x="5859075" y="95029"/>
                  </a:lnTo>
                  <a:lnTo>
                    <a:pt x="5859169" y="95029"/>
                  </a:lnTo>
                  <a:lnTo>
                    <a:pt x="5859263" y="95029"/>
                  </a:lnTo>
                  <a:lnTo>
                    <a:pt x="5859357" y="95029"/>
                  </a:lnTo>
                  <a:lnTo>
                    <a:pt x="5859451" y="95029"/>
                  </a:lnTo>
                  <a:lnTo>
                    <a:pt x="5859545" y="95029"/>
                  </a:lnTo>
                  <a:lnTo>
                    <a:pt x="5859639" y="95029"/>
                  </a:lnTo>
                  <a:lnTo>
                    <a:pt x="5859733" y="95029"/>
                  </a:lnTo>
                  <a:lnTo>
                    <a:pt x="5859827" y="95029"/>
                  </a:lnTo>
                  <a:lnTo>
                    <a:pt x="5859921" y="95029"/>
                  </a:lnTo>
                  <a:lnTo>
                    <a:pt x="5860015" y="95029"/>
                  </a:lnTo>
                  <a:lnTo>
                    <a:pt x="5860109" y="95029"/>
                  </a:lnTo>
                  <a:lnTo>
                    <a:pt x="5860203" y="95029"/>
                  </a:lnTo>
                  <a:lnTo>
                    <a:pt x="5860297" y="95029"/>
                  </a:lnTo>
                  <a:lnTo>
                    <a:pt x="5860391" y="95029"/>
                  </a:lnTo>
                  <a:lnTo>
                    <a:pt x="5860485" y="95029"/>
                  </a:lnTo>
                  <a:lnTo>
                    <a:pt x="5860579" y="95029"/>
                  </a:lnTo>
                  <a:lnTo>
                    <a:pt x="5860673" y="95029"/>
                  </a:lnTo>
                  <a:lnTo>
                    <a:pt x="5860767" y="95029"/>
                  </a:lnTo>
                  <a:lnTo>
                    <a:pt x="5860861" y="95029"/>
                  </a:lnTo>
                  <a:lnTo>
                    <a:pt x="5860955" y="95029"/>
                  </a:lnTo>
                  <a:lnTo>
                    <a:pt x="5861049" y="95029"/>
                  </a:lnTo>
                  <a:lnTo>
                    <a:pt x="5861143" y="95029"/>
                  </a:lnTo>
                  <a:lnTo>
                    <a:pt x="5861237" y="95029"/>
                  </a:lnTo>
                  <a:lnTo>
                    <a:pt x="5861331" y="95029"/>
                  </a:lnTo>
                  <a:lnTo>
                    <a:pt x="5861425" y="95029"/>
                  </a:lnTo>
                  <a:lnTo>
                    <a:pt x="5861519" y="95029"/>
                  </a:lnTo>
                  <a:lnTo>
                    <a:pt x="5861613" y="95029"/>
                  </a:lnTo>
                  <a:lnTo>
                    <a:pt x="5861707" y="95029"/>
                  </a:lnTo>
                  <a:lnTo>
                    <a:pt x="5861801" y="95029"/>
                  </a:lnTo>
                  <a:lnTo>
                    <a:pt x="5861895" y="95029"/>
                  </a:lnTo>
                  <a:lnTo>
                    <a:pt x="5861989" y="95029"/>
                  </a:lnTo>
                  <a:lnTo>
                    <a:pt x="5862084" y="95029"/>
                  </a:lnTo>
                  <a:lnTo>
                    <a:pt x="5862178" y="95029"/>
                  </a:lnTo>
                  <a:lnTo>
                    <a:pt x="5862272" y="95029"/>
                  </a:lnTo>
                  <a:lnTo>
                    <a:pt x="5862366" y="95029"/>
                  </a:lnTo>
                  <a:lnTo>
                    <a:pt x="5862460" y="95029"/>
                  </a:lnTo>
                  <a:lnTo>
                    <a:pt x="5862554" y="95029"/>
                  </a:lnTo>
                  <a:lnTo>
                    <a:pt x="5862648" y="95029"/>
                  </a:lnTo>
                  <a:lnTo>
                    <a:pt x="5862742" y="95029"/>
                  </a:lnTo>
                  <a:lnTo>
                    <a:pt x="5862836" y="95029"/>
                  </a:lnTo>
                  <a:lnTo>
                    <a:pt x="5862930" y="95029"/>
                  </a:lnTo>
                  <a:lnTo>
                    <a:pt x="5863024" y="95029"/>
                  </a:lnTo>
                  <a:lnTo>
                    <a:pt x="5863118" y="95029"/>
                  </a:lnTo>
                  <a:lnTo>
                    <a:pt x="5863212" y="95029"/>
                  </a:lnTo>
                  <a:lnTo>
                    <a:pt x="5863306" y="95029"/>
                  </a:lnTo>
                  <a:lnTo>
                    <a:pt x="5863400" y="95029"/>
                  </a:lnTo>
                  <a:lnTo>
                    <a:pt x="5863494" y="95029"/>
                  </a:lnTo>
                  <a:lnTo>
                    <a:pt x="5863588" y="95029"/>
                  </a:lnTo>
                  <a:lnTo>
                    <a:pt x="5863682" y="95029"/>
                  </a:lnTo>
                  <a:lnTo>
                    <a:pt x="5863776" y="95029"/>
                  </a:lnTo>
                  <a:lnTo>
                    <a:pt x="5863870" y="95029"/>
                  </a:lnTo>
                  <a:lnTo>
                    <a:pt x="5863964" y="95029"/>
                  </a:lnTo>
                  <a:lnTo>
                    <a:pt x="5864058" y="95029"/>
                  </a:lnTo>
                  <a:lnTo>
                    <a:pt x="5864152" y="95029"/>
                  </a:lnTo>
                  <a:lnTo>
                    <a:pt x="5864246" y="95029"/>
                  </a:lnTo>
                  <a:lnTo>
                    <a:pt x="5864340" y="95029"/>
                  </a:lnTo>
                  <a:lnTo>
                    <a:pt x="5864434" y="95029"/>
                  </a:lnTo>
                  <a:lnTo>
                    <a:pt x="5864528" y="95029"/>
                  </a:lnTo>
                  <a:lnTo>
                    <a:pt x="5864622" y="95029"/>
                  </a:lnTo>
                  <a:lnTo>
                    <a:pt x="5864716" y="95029"/>
                  </a:lnTo>
                  <a:lnTo>
                    <a:pt x="5864810" y="95029"/>
                  </a:lnTo>
                  <a:lnTo>
                    <a:pt x="5864904" y="95029"/>
                  </a:lnTo>
                  <a:lnTo>
                    <a:pt x="5864998" y="95029"/>
                  </a:lnTo>
                  <a:lnTo>
                    <a:pt x="5865092" y="95029"/>
                  </a:lnTo>
                  <a:lnTo>
                    <a:pt x="5865186" y="95029"/>
                  </a:lnTo>
                  <a:lnTo>
                    <a:pt x="5865280" y="95029"/>
                  </a:lnTo>
                  <a:lnTo>
                    <a:pt x="5865374" y="95029"/>
                  </a:lnTo>
                  <a:lnTo>
                    <a:pt x="5865468" y="95029"/>
                  </a:lnTo>
                  <a:lnTo>
                    <a:pt x="5865562" y="95029"/>
                  </a:lnTo>
                  <a:lnTo>
                    <a:pt x="5865657" y="95029"/>
                  </a:lnTo>
                  <a:lnTo>
                    <a:pt x="5865751" y="95029"/>
                  </a:lnTo>
                  <a:lnTo>
                    <a:pt x="5865845" y="95029"/>
                  </a:lnTo>
                  <a:lnTo>
                    <a:pt x="5865939" y="95029"/>
                  </a:lnTo>
                  <a:lnTo>
                    <a:pt x="5866033" y="95029"/>
                  </a:lnTo>
                  <a:lnTo>
                    <a:pt x="5866127" y="95029"/>
                  </a:lnTo>
                  <a:lnTo>
                    <a:pt x="5866221" y="95029"/>
                  </a:lnTo>
                  <a:lnTo>
                    <a:pt x="5866315" y="95029"/>
                  </a:lnTo>
                  <a:lnTo>
                    <a:pt x="5866409" y="95029"/>
                  </a:lnTo>
                  <a:lnTo>
                    <a:pt x="5866503" y="95029"/>
                  </a:lnTo>
                  <a:lnTo>
                    <a:pt x="5866597" y="95029"/>
                  </a:lnTo>
                  <a:lnTo>
                    <a:pt x="5866691" y="95029"/>
                  </a:lnTo>
                  <a:lnTo>
                    <a:pt x="5866785" y="95029"/>
                  </a:lnTo>
                  <a:lnTo>
                    <a:pt x="5866879" y="95029"/>
                  </a:lnTo>
                  <a:lnTo>
                    <a:pt x="5866973" y="95029"/>
                  </a:lnTo>
                  <a:lnTo>
                    <a:pt x="5867067" y="95029"/>
                  </a:lnTo>
                  <a:lnTo>
                    <a:pt x="5867161" y="95029"/>
                  </a:lnTo>
                  <a:lnTo>
                    <a:pt x="5867255" y="95029"/>
                  </a:lnTo>
                  <a:lnTo>
                    <a:pt x="5867349" y="95029"/>
                  </a:lnTo>
                  <a:lnTo>
                    <a:pt x="5867443" y="95029"/>
                  </a:lnTo>
                  <a:lnTo>
                    <a:pt x="5867537" y="95029"/>
                  </a:lnTo>
                  <a:lnTo>
                    <a:pt x="5867631" y="95029"/>
                  </a:lnTo>
                  <a:lnTo>
                    <a:pt x="5867725" y="95029"/>
                  </a:lnTo>
                  <a:lnTo>
                    <a:pt x="5867819" y="95029"/>
                  </a:lnTo>
                  <a:lnTo>
                    <a:pt x="5867913" y="95029"/>
                  </a:lnTo>
                  <a:lnTo>
                    <a:pt x="5868007" y="95029"/>
                  </a:lnTo>
                  <a:lnTo>
                    <a:pt x="5868101" y="95029"/>
                  </a:lnTo>
                  <a:lnTo>
                    <a:pt x="5868195" y="95029"/>
                  </a:lnTo>
                  <a:lnTo>
                    <a:pt x="5868289" y="95029"/>
                  </a:lnTo>
                  <a:lnTo>
                    <a:pt x="5868383" y="95029"/>
                  </a:lnTo>
                  <a:lnTo>
                    <a:pt x="5868477" y="95029"/>
                  </a:lnTo>
                  <a:lnTo>
                    <a:pt x="5868571" y="95029"/>
                  </a:lnTo>
                  <a:lnTo>
                    <a:pt x="5868665" y="95029"/>
                  </a:lnTo>
                  <a:lnTo>
                    <a:pt x="5868759" y="95029"/>
                  </a:lnTo>
                  <a:lnTo>
                    <a:pt x="5868853" y="95029"/>
                  </a:lnTo>
                  <a:lnTo>
                    <a:pt x="5868947" y="95029"/>
                  </a:lnTo>
                  <a:lnTo>
                    <a:pt x="5869041" y="95029"/>
                  </a:lnTo>
                  <a:lnTo>
                    <a:pt x="5869135" y="95029"/>
                  </a:lnTo>
                  <a:lnTo>
                    <a:pt x="5869230" y="95029"/>
                  </a:lnTo>
                  <a:lnTo>
                    <a:pt x="5869324" y="95029"/>
                  </a:lnTo>
                  <a:lnTo>
                    <a:pt x="5869418" y="95029"/>
                  </a:lnTo>
                  <a:lnTo>
                    <a:pt x="5869512" y="95029"/>
                  </a:lnTo>
                  <a:lnTo>
                    <a:pt x="5869606" y="95029"/>
                  </a:lnTo>
                  <a:lnTo>
                    <a:pt x="5869700" y="95029"/>
                  </a:lnTo>
                  <a:lnTo>
                    <a:pt x="5869794" y="95029"/>
                  </a:lnTo>
                  <a:lnTo>
                    <a:pt x="5869888" y="95029"/>
                  </a:lnTo>
                  <a:lnTo>
                    <a:pt x="5869888" y="89750"/>
                  </a:lnTo>
                  <a:lnTo>
                    <a:pt x="5869982" y="89750"/>
                  </a:lnTo>
                  <a:lnTo>
                    <a:pt x="5870076" y="89750"/>
                  </a:lnTo>
                  <a:lnTo>
                    <a:pt x="5870170" y="89750"/>
                  </a:lnTo>
                  <a:lnTo>
                    <a:pt x="5870264" y="89750"/>
                  </a:lnTo>
                  <a:lnTo>
                    <a:pt x="5870358" y="89750"/>
                  </a:lnTo>
                  <a:lnTo>
                    <a:pt x="5870452" y="89750"/>
                  </a:lnTo>
                  <a:lnTo>
                    <a:pt x="5870546" y="89750"/>
                  </a:lnTo>
                  <a:lnTo>
                    <a:pt x="5870640" y="89750"/>
                  </a:lnTo>
                  <a:lnTo>
                    <a:pt x="5870734" y="89750"/>
                  </a:lnTo>
                  <a:lnTo>
                    <a:pt x="5870828" y="89750"/>
                  </a:lnTo>
                  <a:lnTo>
                    <a:pt x="5870922" y="89750"/>
                  </a:lnTo>
                  <a:lnTo>
                    <a:pt x="5871016" y="89750"/>
                  </a:lnTo>
                  <a:lnTo>
                    <a:pt x="5871110" y="89750"/>
                  </a:lnTo>
                  <a:lnTo>
                    <a:pt x="5871204" y="89750"/>
                  </a:lnTo>
                  <a:lnTo>
                    <a:pt x="5871298" y="89750"/>
                  </a:lnTo>
                  <a:lnTo>
                    <a:pt x="5871392" y="89750"/>
                  </a:lnTo>
                  <a:lnTo>
                    <a:pt x="5871486" y="89750"/>
                  </a:lnTo>
                  <a:lnTo>
                    <a:pt x="5871580" y="89750"/>
                  </a:lnTo>
                  <a:lnTo>
                    <a:pt x="5871674" y="89750"/>
                  </a:lnTo>
                  <a:lnTo>
                    <a:pt x="5871768" y="89750"/>
                  </a:lnTo>
                  <a:lnTo>
                    <a:pt x="5871862" y="89750"/>
                  </a:lnTo>
                  <a:lnTo>
                    <a:pt x="5871956" y="89750"/>
                  </a:lnTo>
                  <a:lnTo>
                    <a:pt x="5872050" y="89750"/>
                  </a:lnTo>
                  <a:lnTo>
                    <a:pt x="5872144" y="89750"/>
                  </a:lnTo>
                  <a:lnTo>
                    <a:pt x="5872238" y="89750"/>
                  </a:lnTo>
                  <a:lnTo>
                    <a:pt x="5872332" y="89750"/>
                  </a:lnTo>
                  <a:lnTo>
                    <a:pt x="5872426" y="89750"/>
                  </a:lnTo>
                  <a:lnTo>
                    <a:pt x="5872520" y="89750"/>
                  </a:lnTo>
                  <a:lnTo>
                    <a:pt x="5872614" y="89750"/>
                  </a:lnTo>
                  <a:lnTo>
                    <a:pt x="5872709" y="89750"/>
                  </a:lnTo>
                  <a:lnTo>
                    <a:pt x="5872803" y="89750"/>
                  </a:lnTo>
                  <a:lnTo>
                    <a:pt x="5872897" y="89750"/>
                  </a:lnTo>
                  <a:lnTo>
                    <a:pt x="5872991" y="89750"/>
                  </a:lnTo>
                  <a:lnTo>
                    <a:pt x="5873085" y="89750"/>
                  </a:lnTo>
                  <a:lnTo>
                    <a:pt x="5873179" y="89750"/>
                  </a:lnTo>
                  <a:lnTo>
                    <a:pt x="5873273" y="89750"/>
                  </a:lnTo>
                  <a:lnTo>
                    <a:pt x="5873367" y="89750"/>
                  </a:lnTo>
                  <a:lnTo>
                    <a:pt x="5873461" y="89750"/>
                  </a:lnTo>
                  <a:lnTo>
                    <a:pt x="5873555" y="89750"/>
                  </a:lnTo>
                  <a:lnTo>
                    <a:pt x="5873649" y="89750"/>
                  </a:lnTo>
                  <a:lnTo>
                    <a:pt x="5873743" y="89750"/>
                  </a:lnTo>
                  <a:lnTo>
                    <a:pt x="5873837" y="89750"/>
                  </a:lnTo>
                  <a:lnTo>
                    <a:pt x="5873931" y="89750"/>
                  </a:lnTo>
                  <a:lnTo>
                    <a:pt x="5874025" y="89750"/>
                  </a:lnTo>
                  <a:lnTo>
                    <a:pt x="5874119" y="89750"/>
                  </a:lnTo>
                  <a:lnTo>
                    <a:pt x="5874213" y="89750"/>
                  </a:lnTo>
                  <a:lnTo>
                    <a:pt x="5874307" y="89750"/>
                  </a:lnTo>
                  <a:lnTo>
                    <a:pt x="5874401" y="89750"/>
                  </a:lnTo>
                  <a:lnTo>
                    <a:pt x="5874495" y="89750"/>
                  </a:lnTo>
                  <a:lnTo>
                    <a:pt x="5874589" y="89750"/>
                  </a:lnTo>
                  <a:lnTo>
                    <a:pt x="5874683" y="89750"/>
                  </a:lnTo>
                  <a:lnTo>
                    <a:pt x="5874777" y="89750"/>
                  </a:lnTo>
                  <a:lnTo>
                    <a:pt x="5874871" y="89750"/>
                  </a:lnTo>
                  <a:lnTo>
                    <a:pt x="5874965" y="89750"/>
                  </a:lnTo>
                  <a:lnTo>
                    <a:pt x="5875059" y="89750"/>
                  </a:lnTo>
                  <a:lnTo>
                    <a:pt x="5875153" y="89750"/>
                  </a:lnTo>
                  <a:lnTo>
                    <a:pt x="5875247" y="89750"/>
                  </a:lnTo>
                  <a:lnTo>
                    <a:pt x="5875341" y="89750"/>
                  </a:lnTo>
                  <a:lnTo>
                    <a:pt x="5875435" y="89750"/>
                  </a:lnTo>
                  <a:lnTo>
                    <a:pt x="5875529" y="89750"/>
                  </a:lnTo>
                  <a:lnTo>
                    <a:pt x="5875623" y="89750"/>
                  </a:lnTo>
                  <a:lnTo>
                    <a:pt x="5875717" y="89750"/>
                  </a:lnTo>
                  <a:lnTo>
                    <a:pt x="5875811" y="89750"/>
                  </a:lnTo>
                  <a:lnTo>
                    <a:pt x="5875905" y="89750"/>
                  </a:lnTo>
                  <a:lnTo>
                    <a:pt x="5875999" y="89750"/>
                  </a:lnTo>
                  <a:lnTo>
                    <a:pt x="5875999" y="84470"/>
                  </a:lnTo>
                  <a:lnTo>
                    <a:pt x="5876093" y="84470"/>
                  </a:lnTo>
                  <a:lnTo>
                    <a:pt x="5876187" y="84470"/>
                  </a:lnTo>
                  <a:lnTo>
                    <a:pt x="5876282" y="84470"/>
                  </a:lnTo>
                  <a:lnTo>
                    <a:pt x="5876376" y="84470"/>
                  </a:lnTo>
                  <a:lnTo>
                    <a:pt x="5876470" y="84470"/>
                  </a:lnTo>
                  <a:lnTo>
                    <a:pt x="5876564" y="84470"/>
                  </a:lnTo>
                  <a:lnTo>
                    <a:pt x="5876658" y="84470"/>
                  </a:lnTo>
                  <a:lnTo>
                    <a:pt x="5876752" y="84470"/>
                  </a:lnTo>
                  <a:lnTo>
                    <a:pt x="5876846" y="84470"/>
                  </a:lnTo>
                  <a:lnTo>
                    <a:pt x="5876940" y="84470"/>
                  </a:lnTo>
                  <a:lnTo>
                    <a:pt x="5877034" y="84470"/>
                  </a:lnTo>
                  <a:lnTo>
                    <a:pt x="5877128" y="84470"/>
                  </a:lnTo>
                  <a:lnTo>
                    <a:pt x="5877222" y="84470"/>
                  </a:lnTo>
                  <a:lnTo>
                    <a:pt x="5877316" y="84470"/>
                  </a:lnTo>
                  <a:lnTo>
                    <a:pt x="5877410" y="84470"/>
                  </a:lnTo>
                  <a:lnTo>
                    <a:pt x="5877504" y="84470"/>
                  </a:lnTo>
                  <a:lnTo>
                    <a:pt x="5877598" y="84470"/>
                  </a:lnTo>
                  <a:lnTo>
                    <a:pt x="5877692" y="84470"/>
                  </a:lnTo>
                  <a:lnTo>
                    <a:pt x="5877786" y="84470"/>
                  </a:lnTo>
                  <a:lnTo>
                    <a:pt x="5877880" y="84470"/>
                  </a:lnTo>
                  <a:lnTo>
                    <a:pt x="5877974" y="84470"/>
                  </a:lnTo>
                  <a:lnTo>
                    <a:pt x="5878068" y="84470"/>
                  </a:lnTo>
                  <a:lnTo>
                    <a:pt x="5878162" y="84470"/>
                  </a:lnTo>
                  <a:lnTo>
                    <a:pt x="5878256" y="84470"/>
                  </a:lnTo>
                  <a:lnTo>
                    <a:pt x="5878350" y="84470"/>
                  </a:lnTo>
                  <a:lnTo>
                    <a:pt x="5878444" y="84470"/>
                  </a:lnTo>
                  <a:lnTo>
                    <a:pt x="5878538" y="84470"/>
                  </a:lnTo>
                  <a:lnTo>
                    <a:pt x="5878632" y="84470"/>
                  </a:lnTo>
                  <a:lnTo>
                    <a:pt x="5878726" y="84470"/>
                  </a:lnTo>
                  <a:lnTo>
                    <a:pt x="5878820" y="84470"/>
                  </a:lnTo>
                  <a:lnTo>
                    <a:pt x="5878914" y="84470"/>
                  </a:lnTo>
                  <a:lnTo>
                    <a:pt x="5879008" y="84470"/>
                  </a:lnTo>
                  <a:lnTo>
                    <a:pt x="5879102" y="84470"/>
                  </a:lnTo>
                  <a:lnTo>
                    <a:pt x="5879196" y="84470"/>
                  </a:lnTo>
                  <a:lnTo>
                    <a:pt x="5879290" y="84470"/>
                  </a:lnTo>
                  <a:lnTo>
                    <a:pt x="5879384" y="84470"/>
                  </a:lnTo>
                  <a:lnTo>
                    <a:pt x="5879478" y="84470"/>
                  </a:lnTo>
                  <a:lnTo>
                    <a:pt x="5879572" y="84470"/>
                  </a:lnTo>
                  <a:lnTo>
                    <a:pt x="5879666" y="84470"/>
                  </a:lnTo>
                  <a:lnTo>
                    <a:pt x="5879760" y="84470"/>
                  </a:lnTo>
                  <a:lnTo>
                    <a:pt x="5879855" y="84470"/>
                  </a:lnTo>
                  <a:lnTo>
                    <a:pt x="5879949" y="84470"/>
                  </a:lnTo>
                  <a:lnTo>
                    <a:pt x="5880043" y="84470"/>
                  </a:lnTo>
                  <a:lnTo>
                    <a:pt x="5880137" y="84470"/>
                  </a:lnTo>
                  <a:lnTo>
                    <a:pt x="5880231" y="84470"/>
                  </a:lnTo>
                  <a:lnTo>
                    <a:pt x="5880325" y="84470"/>
                  </a:lnTo>
                  <a:lnTo>
                    <a:pt x="5880419" y="84470"/>
                  </a:lnTo>
                  <a:lnTo>
                    <a:pt x="5880513" y="84470"/>
                  </a:lnTo>
                  <a:lnTo>
                    <a:pt x="5880607" y="84470"/>
                  </a:lnTo>
                  <a:lnTo>
                    <a:pt x="5880701" y="84470"/>
                  </a:lnTo>
                  <a:lnTo>
                    <a:pt x="5880795" y="84470"/>
                  </a:lnTo>
                  <a:lnTo>
                    <a:pt x="5880889" y="84470"/>
                  </a:lnTo>
                  <a:lnTo>
                    <a:pt x="5880983" y="84470"/>
                  </a:lnTo>
                  <a:lnTo>
                    <a:pt x="5881077" y="84470"/>
                  </a:lnTo>
                  <a:lnTo>
                    <a:pt x="5881171" y="84470"/>
                  </a:lnTo>
                  <a:lnTo>
                    <a:pt x="5881265" y="84470"/>
                  </a:lnTo>
                  <a:lnTo>
                    <a:pt x="5881359" y="84470"/>
                  </a:lnTo>
                  <a:lnTo>
                    <a:pt x="5881453" y="84470"/>
                  </a:lnTo>
                  <a:lnTo>
                    <a:pt x="5881547" y="84470"/>
                  </a:lnTo>
                  <a:lnTo>
                    <a:pt x="5881641" y="84470"/>
                  </a:lnTo>
                  <a:lnTo>
                    <a:pt x="5881735" y="84470"/>
                  </a:lnTo>
                  <a:lnTo>
                    <a:pt x="5881829" y="84470"/>
                  </a:lnTo>
                  <a:lnTo>
                    <a:pt x="5881923" y="84470"/>
                  </a:lnTo>
                  <a:lnTo>
                    <a:pt x="5882017" y="84470"/>
                  </a:lnTo>
                  <a:lnTo>
                    <a:pt x="5882111" y="84470"/>
                  </a:lnTo>
                  <a:lnTo>
                    <a:pt x="5882205" y="84470"/>
                  </a:lnTo>
                  <a:lnTo>
                    <a:pt x="5882299" y="84470"/>
                  </a:lnTo>
                  <a:lnTo>
                    <a:pt x="5882393" y="84470"/>
                  </a:lnTo>
                  <a:lnTo>
                    <a:pt x="5882487" y="84470"/>
                  </a:lnTo>
                  <a:lnTo>
                    <a:pt x="5882581" y="84470"/>
                  </a:lnTo>
                  <a:lnTo>
                    <a:pt x="5882675" y="84470"/>
                  </a:lnTo>
                  <a:lnTo>
                    <a:pt x="5882769" y="84470"/>
                  </a:lnTo>
                  <a:lnTo>
                    <a:pt x="5882863" y="84470"/>
                  </a:lnTo>
                  <a:lnTo>
                    <a:pt x="5882957" y="84470"/>
                  </a:lnTo>
                  <a:lnTo>
                    <a:pt x="5883051" y="84470"/>
                  </a:lnTo>
                  <a:lnTo>
                    <a:pt x="5883145" y="84470"/>
                  </a:lnTo>
                  <a:lnTo>
                    <a:pt x="5883239" y="84470"/>
                  </a:lnTo>
                  <a:lnTo>
                    <a:pt x="5883334" y="84470"/>
                  </a:lnTo>
                  <a:lnTo>
                    <a:pt x="5883428" y="84470"/>
                  </a:lnTo>
                  <a:lnTo>
                    <a:pt x="5883522" y="84470"/>
                  </a:lnTo>
                  <a:lnTo>
                    <a:pt x="5883616" y="84470"/>
                  </a:lnTo>
                  <a:lnTo>
                    <a:pt x="5883710" y="84470"/>
                  </a:lnTo>
                  <a:lnTo>
                    <a:pt x="5883804" y="84470"/>
                  </a:lnTo>
                  <a:lnTo>
                    <a:pt x="5883898" y="84470"/>
                  </a:lnTo>
                  <a:lnTo>
                    <a:pt x="5883992" y="84470"/>
                  </a:lnTo>
                  <a:lnTo>
                    <a:pt x="5884086" y="84470"/>
                  </a:lnTo>
                  <a:lnTo>
                    <a:pt x="5884180" y="84470"/>
                  </a:lnTo>
                  <a:lnTo>
                    <a:pt x="5884274" y="84470"/>
                  </a:lnTo>
                  <a:lnTo>
                    <a:pt x="5884368" y="84470"/>
                  </a:lnTo>
                  <a:lnTo>
                    <a:pt x="5884462" y="84470"/>
                  </a:lnTo>
                  <a:lnTo>
                    <a:pt x="5884556" y="84470"/>
                  </a:lnTo>
                  <a:lnTo>
                    <a:pt x="5884650" y="84470"/>
                  </a:lnTo>
                  <a:lnTo>
                    <a:pt x="5884744" y="84470"/>
                  </a:lnTo>
                  <a:lnTo>
                    <a:pt x="5884838" y="84470"/>
                  </a:lnTo>
                  <a:lnTo>
                    <a:pt x="5884932" y="84470"/>
                  </a:lnTo>
                  <a:lnTo>
                    <a:pt x="5885026" y="84470"/>
                  </a:lnTo>
                  <a:lnTo>
                    <a:pt x="5885120" y="84470"/>
                  </a:lnTo>
                  <a:lnTo>
                    <a:pt x="5885214" y="84470"/>
                  </a:lnTo>
                  <a:lnTo>
                    <a:pt x="5885308" y="84470"/>
                  </a:lnTo>
                  <a:lnTo>
                    <a:pt x="5885402" y="84470"/>
                  </a:lnTo>
                  <a:lnTo>
                    <a:pt x="5885496" y="84470"/>
                  </a:lnTo>
                  <a:lnTo>
                    <a:pt x="5885590" y="84470"/>
                  </a:lnTo>
                  <a:lnTo>
                    <a:pt x="5885684" y="84470"/>
                  </a:lnTo>
                  <a:lnTo>
                    <a:pt x="5885778" y="84470"/>
                  </a:lnTo>
                  <a:lnTo>
                    <a:pt x="5885872" y="84470"/>
                  </a:lnTo>
                  <a:lnTo>
                    <a:pt x="5885966" y="84470"/>
                  </a:lnTo>
                  <a:lnTo>
                    <a:pt x="5886060" y="84470"/>
                  </a:lnTo>
                  <a:lnTo>
                    <a:pt x="5886154" y="84470"/>
                  </a:lnTo>
                  <a:lnTo>
                    <a:pt x="5886248" y="84470"/>
                  </a:lnTo>
                  <a:lnTo>
                    <a:pt x="5886342" y="84470"/>
                  </a:lnTo>
                  <a:lnTo>
                    <a:pt x="5886436" y="84470"/>
                  </a:lnTo>
                  <a:lnTo>
                    <a:pt x="5886530" y="84470"/>
                  </a:lnTo>
                  <a:lnTo>
                    <a:pt x="5886624" y="84470"/>
                  </a:lnTo>
                  <a:lnTo>
                    <a:pt x="5886718" y="84470"/>
                  </a:lnTo>
                  <a:lnTo>
                    <a:pt x="5886812" y="84470"/>
                  </a:lnTo>
                  <a:lnTo>
                    <a:pt x="5886907" y="84470"/>
                  </a:lnTo>
                  <a:lnTo>
                    <a:pt x="5887001" y="84470"/>
                  </a:lnTo>
                  <a:lnTo>
                    <a:pt x="5887095" y="84470"/>
                  </a:lnTo>
                  <a:lnTo>
                    <a:pt x="5887189" y="84470"/>
                  </a:lnTo>
                  <a:lnTo>
                    <a:pt x="5887283" y="84470"/>
                  </a:lnTo>
                  <a:lnTo>
                    <a:pt x="5887377" y="84470"/>
                  </a:lnTo>
                  <a:lnTo>
                    <a:pt x="5887471" y="84470"/>
                  </a:lnTo>
                  <a:lnTo>
                    <a:pt x="5887565" y="84470"/>
                  </a:lnTo>
                  <a:lnTo>
                    <a:pt x="5887659" y="84470"/>
                  </a:lnTo>
                  <a:lnTo>
                    <a:pt x="5887753" y="84470"/>
                  </a:lnTo>
                  <a:lnTo>
                    <a:pt x="5887847" y="84470"/>
                  </a:lnTo>
                  <a:lnTo>
                    <a:pt x="5887941" y="84470"/>
                  </a:lnTo>
                  <a:lnTo>
                    <a:pt x="5888035" y="84470"/>
                  </a:lnTo>
                  <a:lnTo>
                    <a:pt x="5888129" y="84470"/>
                  </a:lnTo>
                  <a:lnTo>
                    <a:pt x="5888223" y="84470"/>
                  </a:lnTo>
                  <a:lnTo>
                    <a:pt x="5888317" y="84470"/>
                  </a:lnTo>
                  <a:lnTo>
                    <a:pt x="5888411" y="84470"/>
                  </a:lnTo>
                  <a:lnTo>
                    <a:pt x="5888505" y="84470"/>
                  </a:lnTo>
                  <a:lnTo>
                    <a:pt x="5888599" y="84470"/>
                  </a:lnTo>
                  <a:lnTo>
                    <a:pt x="5888693" y="84470"/>
                  </a:lnTo>
                  <a:lnTo>
                    <a:pt x="5888787" y="84470"/>
                  </a:lnTo>
                  <a:lnTo>
                    <a:pt x="5888881" y="84470"/>
                  </a:lnTo>
                  <a:lnTo>
                    <a:pt x="5888975" y="84470"/>
                  </a:lnTo>
                  <a:lnTo>
                    <a:pt x="5889069" y="84470"/>
                  </a:lnTo>
                  <a:lnTo>
                    <a:pt x="5889163" y="84470"/>
                  </a:lnTo>
                  <a:lnTo>
                    <a:pt x="5889257" y="84470"/>
                  </a:lnTo>
                  <a:lnTo>
                    <a:pt x="5889351" y="84470"/>
                  </a:lnTo>
                  <a:lnTo>
                    <a:pt x="5889445" y="84470"/>
                  </a:lnTo>
                  <a:lnTo>
                    <a:pt x="5889539" y="84470"/>
                  </a:lnTo>
                  <a:lnTo>
                    <a:pt x="5889633" y="84470"/>
                  </a:lnTo>
                  <a:lnTo>
                    <a:pt x="5889727" y="84470"/>
                  </a:lnTo>
                  <a:lnTo>
                    <a:pt x="5889821" y="84470"/>
                  </a:lnTo>
                  <a:lnTo>
                    <a:pt x="5889915" y="84470"/>
                  </a:lnTo>
                  <a:lnTo>
                    <a:pt x="5890009" y="84470"/>
                  </a:lnTo>
                  <a:lnTo>
                    <a:pt x="5890103" y="84470"/>
                  </a:lnTo>
                  <a:lnTo>
                    <a:pt x="5890197" y="84470"/>
                  </a:lnTo>
                  <a:lnTo>
                    <a:pt x="5890291" y="84470"/>
                  </a:lnTo>
                  <a:lnTo>
                    <a:pt x="5890385" y="84470"/>
                  </a:lnTo>
                  <a:lnTo>
                    <a:pt x="5890480" y="84470"/>
                  </a:lnTo>
                  <a:lnTo>
                    <a:pt x="5890574" y="84470"/>
                  </a:lnTo>
                  <a:lnTo>
                    <a:pt x="5890668" y="84470"/>
                  </a:lnTo>
                  <a:lnTo>
                    <a:pt x="5890762" y="84470"/>
                  </a:lnTo>
                  <a:lnTo>
                    <a:pt x="5890856" y="84470"/>
                  </a:lnTo>
                  <a:lnTo>
                    <a:pt x="5890950" y="84470"/>
                  </a:lnTo>
                  <a:lnTo>
                    <a:pt x="5891044" y="84470"/>
                  </a:lnTo>
                  <a:lnTo>
                    <a:pt x="5891138" y="84470"/>
                  </a:lnTo>
                  <a:lnTo>
                    <a:pt x="5891232" y="84470"/>
                  </a:lnTo>
                  <a:lnTo>
                    <a:pt x="5891326" y="84470"/>
                  </a:lnTo>
                  <a:lnTo>
                    <a:pt x="5891420" y="84470"/>
                  </a:lnTo>
                  <a:lnTo>
                    <a:pt x="5891514" y="84470"/>
                  </a:lnTo>
                  <a:lnTo>
                    <a:pt x="5891608" y="84470"/>
                  </a:lnTo>
                  <a:lnTo>
                    <a:pt x="5891702" y="84470"/>
                  </a:lnTo>
                  <a:lnTo>
                    <a:pt x="5891796" y="84470"/>
                  </a:lnTo>
                  <a:lnTo>
                    <a:pt x="5891890" y="84470"/>
                  </a:lnTo>
                  <a:lnTo>
                    <a:pt x="5891984" y="84470"/>
                  </a:lnTo>
                  <a:lnTo>
                    <a:pt x="5892078" y="84470"/>
                  </a:lnTo>
                  <a:lnTo>
                    <a:pt x="5892172" y="84470"/>
                  </a:lnTo>
                  <a:lnTo>
                    <a:pt x="5892266" y="84470"/>
                  </a:lnTo>
                  <a:lnTo>
                    <a:pt x="5892360" y="84470"/>
                  </a:lnTo>
                  <a:lnTo>
                    <a:pt x="5892454" y="84470"/>
                  </a:lnTo>
                  <a:lnTo>
                    <a:pt x="5892548" y="84470"/>
                  </a:lnTo>
                  <a:lnTo>
                    <a:pt x="5892642" y="84470"/>
                  </a:lnTo>
                  <a:lnTo>
                    <a:pt x="5892736" y="84470"/>
                  </a:lnTo>
                  <a:lnTo>
                    <a:pt x="5892830" y="84470"/>
                  </a:lnTo>
                  <a:lnTo>
                    <a:pt x="5892924" y="84470"/>
                  </a:lnTo>
                  <a:lnTo>
                    <a:pt x="5893018" y="84470"/>
                  </a:lnTo>
                  <a:lnTo>
                    <a:pt x="5893112" y="84470"/>
                  </a:lnTo>
                  <a:lnTo>
                    <a:pt x="5893206" y="84470"/>
                  </a:lnTo>
                  <a:lnTo>
                    <a:pt x="5893300" y="84470"/>
                  </a:lnTo>
                  <a:lnTo>
                    <a:pt x="5893394" y="84470"/>
                  </a:lnTo>
                  <a:lnTo>
                    <a:pt x="5893488" y="84470"/>
                  </a:lnTo>
                  <a:lnTo>
                    <a:pt x="5893582" y="84470"/>
                  </a:lnTo>
                  <a:lnTo>
                    <a:pt x="5893676" y="84470"/>
                  </a:lnTo>
                  <a:lnTo>
                    <a:pt x="5893770" y="84470"/>
                  </a:lnTo>
                  <a:lnTo>
                    <a:pt x="5893864" y="84470"/>
                  </a:lnTo>
                  <a:lnTo>
                    <a:pt x="5893959" y="84470"/>
                  </a:lnTo>
                  <a:lnTo>
                    <a:pt x="5894053" y="84470"/>
                  </a:lnTo>
                  <a:lnTo>
                    <a:pt x="5894147" y="84470"/>
                  </a:lnTo>
                  <a:lnTo>
                    <a:pt x="5894241" y="84470"/>
                  </a:lnTo>
                  <a:lnTo>
                    <a:pt x="5894335" y="84470"/>
                  </a:lnTo>
                  <a:lnTo>
                    <a:pt x="5894429" y="84470"/>
                  </a:lnTo>
                  <a:lnTo>
                    <a:pt x="5894523" y="84470"/>
                  </a:lnTo>
                  <a:lnTo>
                    <a:pt x="5894617" y="84470"/>
                  </a:lnTo>
                  <a:lnTo>
                    <a:pt x="5894711" y="84470"/>
                  </a:lnTo>
                  <a:lnTo>
                    <a:pt x="5894805" y="84470"/>
                  </a:lnTo>
                  <a:lnTo>
                    <a:pt x="5894899" y="84470"/>
                  </a:lnTo>
                  <a:lnTo>
                    <a:pt x="5894993" y="84470"/>
                  </a:lnTo>
                  <a:lnTo>
                    <a:pt x="5895087" y="84470"/>
                  </a:lnTo>
                  <a:lnTo>
                    <a:pt x="5895181" y="84470"/>
                  </a:lnTo>
                  <a:lnTo>
                    <a:pt x="5895275" y="84470"/>
                  </a:lnTo>
                  <a:lnTo>
                    <a:pt x="5895369" y="84470"/>
                  </a:lnTo>
                  <a:lnTo>
                    <a:pt x="5895463" y="84470"/>
                  </a:lnTo>
                  <a:lnTo>
                    <a:pt x="5895557" y="84470"/>
                  </a:lnTo>
                  <a:lnTo>
                    <a:pt x="5895651" y="84470"/>
                  </a:lnTo>
                  <a:lnTo>
                    <a:pt x="5895745" y="84470"/>
                  </a:lnTo>
                  <a:lnTo>
                    <a:pt x="5895839" y="84470"/>
                  </a:lnTo>
                  <a:lnTo>
                    <a:pt x="5895933" y="84470"/>
                  </a:lnTo>
                  <a:lnTo>
                    <a:pt x="5896027" y="84470"/>
                  </a:lnTo>
                  <a:lnTo>
                    <a:pt x="5896121" y="84470"/>
                  </a:lnTo>
                  <a:lnTo>
                    <a:pt x="5896215" y="84470"/>
                  </a:lnTo>
                  <a:lnTo>
                    <a:pt x="5896309" y="84470"/>
                  </a:lnTo>
                  <a:lnTo>
                    <a:pt x="5896403" y="84470"/>
                  </a:lnTo>
                  <a:lnTo>
                    <a:pt x="5896403" y="79191"/>
                  </a:lnTo>
                  <a:lnTo>
                    <a:pt x="5896497" y="79191"/>
                  </a:lnTo>
                  <a:lnTo>
                    <a:pt x="5896591" y="79191"/>
                  </a:lnTo>
                  <a:lnTo>
                    <a:pt x="5896685" y="79191"/>
                  </a:lnTo>
                  <a:lnTo>
                    <a:pt x="5896779" y="79191"/>
                  </a:lnTo>
                  <a:lnTo>
                    <a:pt x="5896873" y="79191"/>
                  </a:lnTo>
                  <a:lnTo>
                    <a:pt x="5896967" y="79191"/>
                  </a:lnTo>
                  <a:lnTo>
                    <a:pt x="5897061" y="79191"/>
                  </a:lnTo>
                  <a:lnTo>
                    <a:pt x="5897155" y="79191"/>
                  </a:lnTo>
                  <a:lnTo>
                    <a:pt x="5897249" y="79191"/>
                  </a:lnTo>
                  <a:lnTo>
                    <a:pt x="5897343" y="79191"/>
                  </a:lnTo>
                  <a:lnTo>
                    <a:pt x="5897437" y="79191"/>
                  </a:lnTo>
                  <a:lnTo>
                    <a:pt x="5897532" y="79191"/>
                  </a:lnTo>
                  <a:lnTo>
                    <a:pt x="5897626" y="79191"/>
                  </a:lnTo>
                  <a:lnTo>
                    <a:pt x="5897720" y="79191"/>
                  </a:lnTo>
                  <a:lnTo>
                    <a:pt x="5897814" y="79191"/>
                  </a:lnTo>
                  <a:lnTo>
                    <a:pt x="5897908" y="79191"/>
                  </a:lnTo>
                  <a:lnTo>
                    <a:pt x="5898002" y="79191"/>
                  </a:lnTo>
                  <a:lnTo>
                    <a:pt x="5898096" y="79191"/>
                  </a:lnTo>
                  <a:lnTo>
                    <a:pt x="5898190" y="79191"/>
                  </a:lnTo>
                  <a:lnTo>
                    <a:pt x="5898284" y="79191"/>
                  </a:lnTo>
                  <a:lnTo>
                    <a:pt x="5898378" y="79191"/>
                  </a:lnTo>
                  <a:lnTo>
                    <a:pt x="5898472" y="79191"/>
                  </a:lnTo>
                  <a:lnTo>
                    <a:pt x="5898566" y="79191"/>
                  </a:lnTo>
                  <a:lnTo>
                    <a:pt x="5898660" y="79191"/>
                  </a:lnTo>
                  <a:lnTo>
                    <a:pt x="5898754" y="79191"/>
                  </a:lnTo>
                  <a:lnTo>
                    <a:pt x="5898848" y="79191"/>
                  </a:lnTo>
                  <a:lnTo>
                    <a:pt x="5898942" y="79191"/>
                  </a:lnTo>
                  <a:lnTo>
                    <a:pt x="5899036" y="79191"/>
                  </a:lnTo>
                  <a:lnTo>
                    <a:pt x="5899130" y="79191"/>
                  </a:lnTo>
                  <a:lnTo>
                    <a:pt x="5899224" y="79191"/>
                  </a:lnTo>
                  <a:lnTo>
                    <a:pt x="5899318" y="79191"/>
                  </a:lnTo>
                  <a:lnTo>
                    <a:pt x="5899412" y="79191"/>
                  </a:lnTo>
                  <a:lnTo>
                    <a:pt x="5899506" y="79191"/>
                  </a:lnTo>
                  <a:lnTo>
                    <a:pt x="5899600" y="79191"/>
                  </a:lnTo>
                  <a:lnTo>
                    <a:pt x="5899694" y="79191"/>
                  </a:lnTo>
                  <a:lnTo>
                    <a:pt x="5899788" y="79191"/>
                  </a:lnTo>
                  <a:lnTo>
                    <a:pt x="5899882" y="79191"/>
                  </a:lnTo>
                  <a:lnTo>
                    <a:pt x="5899976" y="79191"/>
                  </a:lnTo>
                  <a:lnTo>
                    <a:pt x="5900070" y="79191"/>
                  </a:lnTo>
                  <a:lnTo>
                    <a:pt x="5900164" y="79191"/>
                  </a:lnTo>
                  <a:lnTo>
                    <a:pt x="5900258" y="79191"/>
                  </a:lnTo>
                  <a:lnTo>
                    <a:pt x="5900352" y="79191"/>
                  </a:lnTo>
                  <a:lnTo>
                    <a:pt x="5900446" y="79191"/>
                  </a:lnTo>
                  <a:lnTo>
                    <a:pt x="5900540" y="79191"/>
                  </a:lnTo>
                  <a:lnTo>
                    <a:pt x="5900634" y="79191"/>
                  </a:lnTo>
                  <a:lnTo>
                    <a:pt x="5900728" y="79191"/>
                  </a:lnTo>
                  <a:lnTo>
                    <a:pt x="5900822" y="79191"/>
                  </a:lnTo>
                  <a:lnTo>
                    <a:pt x="5900916" y="79191"/>
                  </a:lnTo>
                  <a:lnTo>
                    <a:pt x="5901010" y="79191"/>
                  </a:lnTo>
                  <a:lnTo>
                    <a:pt x="5901105" y="79191"/>
                  </a:lnTo>
                  <a:lnTo>
                    <a:pt x="5901199" y="79191"/>
                  </a:lnTo>
                  <a:lnTo>
                    <a:pt x="5901293" y="79191"/>
                  </a:lnTo>
                  <a:lnTo>
                    <a:pt x="5901387" y="79191"/>
                  </a:lnTo>
                  <a:lnTo>
                    <a:pt x="5901481" y="79191"/>
                  </a:lnTo>
                  <a:lnTo>
                    <a:pt x="5901575" y="79191"/>
                  </a:lnTo>
                  <a:lnTo>
                    <a:pt x="5901669" y="79191"/>
                  </a:lnTo>
                  <a:lnTo>
                    <a:pt x="5901763" y="79191"/>
                  </a:lnTo>
                  <a:lnTo>
                    <a:pt x="5901857" y="79191"/>
                  </a:lnTo>
                  <a:lnTo>
                    <a:pt x="5901951" y="79191"/>
                  </a:lnTo>
                  <a:lnTo>
                    <a:pt x="5902045" y="79191"/>
                  </a:lnTo>
                  <a:lnTo>
                    <a:pt x="5902139" y="79191"/>
                  </a:lnTo>
                  <a:lnTo>
                    <a:pt x="5902233" y="79191"/>
                  </a:lnTo>
                  <a:lnTo>
                    <a:pt x="5902327" y="79191"/>
                  </a:lnTo>
                  <a:lnTo>
                    <a:pt x="5902421" y="79191"/>
                  </a:lnTo>
                  <a:lnTo>
                    <a:pt x="5902515" y="79191"/>
                  </a:lnTo>
                  <a:lnTo>
                    <a:pt x="5902609" y="79191"/>
                  </a:lnTo>
                  <a:lnTo>
                    <a:pt x="5902703" y="79191"/>
                  </a:lnTo>
                  <a:lnTo>
                    <a:pt x="5902797" y="79191"/>
                  </a:lnTo>
                  <a:lnTo>
                    <a:pt x="5902891" y="79191"/>
                  </a:lnTo>
                  <a:lnTo>
                    <a:pt x="5902985" y="79191"/>
                  </a:lnTo>
                  <a:lnTo>
                    <a:pt x="5903079" y="79191"/>
                  </a:lnTo>
                  <a:lnTo>
                    <a:pt x="5903173" y="79191"/>
                  </a:lnTo>
                  <a:lnTo>
                    <a:pt x="5903267" y="79191"/>
                  </a:lnTo>
                  <a:lnTo>
                    <a:pt x="5903361" y="79191"/>
                  </a:lnTo>
                  <a:lnTo>
                    <a:pt x="5903455" y="79191"/>
                  </a:lnTo>
                  <a:lnTo>
                    <a:pt x="5903549" y="79191"/>
                  </a:lnTo>
                  <a:lnTo>
                    <a:pt x="5903643" y="79191"/>
                  </a:lnTo>
                  <a:lnTo>
                    <a:pt x="5903737" y="79191"/>
                  </a:lnTo>
                  <a:lnTo>
                    <a:pt x="5903831" y="79191"/>
                  </a:lnTo>
                  <a:lnTo>
                    <a:pt x="5903925" y="79191"/>
                  </a:lnTo>
                  <a:lnTo>
                    <a:pt x="5904019" y="79191"/>
                  </a:lnTo>
                  <a:lnTo>
                    <a:pt x="5904113" y="79191"/>
                  </a:lnTo>
                  <a:lnTo>
                    <a:pt x="5904207" y="79191"/>
                  </a:lnTo>
                  <a:lnTo>
                    <a:pt x="5904301" y="79191"/>
                  </a:lnTo>
                  <a:lnTo>
                    <a:pt x="5904395" y="79191"/>
                  </a:lnTo>
                  <a:lnTo>
                    <a:pt x="5904489" y="79191"/>
                  </a:lnTo>
                  <a:lnTo>
                    <a:pt x="5904584" y="79191"/>
                  </a:lnTo>
                  <a:lnTo>
                    <a:pt x="5904678" y="79191"/>
                  </a:lnTo>
                  <a:lnTo>
                    <a:pt x="5904772" y="79191"/>
                  </a:lnTo>
                  <a:lnTo>
                    <a:pt x="5904866" y="79191"/>
                  </a:lnTo>
                  <a:lnTo>
                    <a:pt x="5904960" y="79191"/>
                  </a:lnTo>
                  <a:lnTo>
                    <a:pt x="5905054" y="79191"/>
                  </a:lnTo>
                  <a:lnTo>
                    <a:pt x="5905148" y="79191"/>
                  </a:lnTo>
                  <a:lnTo>
                    <a:pt x="5905242" y="79191"/>
                  </a:lnTo>
                  <a:lnTo>
                    <a:pt x="5905336" y="79191"/>
                  </a:lnTo>
                  <a:lnTo>
                    <a:pt x="5905430" y="79191"/>
                  </a:lnTo>
                  <a:lnTo>
                    <a:pt x="5905524" y="79191"/>
                  </a:lnTo>
                  <a:lnTo>
                    <a:pt x="5905618" y="79191"/>
                  </a:lnTo>
                  <a:lnTo>
                    <a:pt x="5905712" y="79191"/>
                  </a:lnTo>
                  <a:lnTo>
                    <a:pt x="5905806" y="79191"/>
                  </a:lnTo>
                  <a:lnTo>
                    <a:pt x="5905900" y="79191"/>
                  </a:lnTo>
                  <a:lnTo>
                    <a:pt x="5905994" y="79191"/>
                  </a:lnTo>
                  <a:lnTo>
                    <a:pt x="5906088" y="79191"/>
                  </a:lnTo>
                  <a:lnTo>
                    <a:pt x="5906182" y="79191"/>
                  </a:lnTo>
                  <a:lnTo>
                    <a:pt x="5906276" y="79191"/>
                  </a:lnTo>
                  <a:lnTo>
                    <a:pt x="5906370" y="79191"/>
                  </a:lnTo>
                  <a:lnTo>
                    <a:pt x="5906464" y="79191"/>
                  </a:lnTo>
                  <a:lnTo>
                    <a:pt x="5906558" y="79191"/>
                  </a:lnTo>
                  <a:lnTo>
                    <a:pt x="5906652" y="79191"/>
                  </a:lnTo>
                  <a:lnTo>
                    <a:pt x="5906746" y="79191"/>
                  </a:lnTo>
                  <a:lnTo>
                    <a:pt x="5906840" y="79191"/>
                  </a:lnTo>
                  <a:lnTo>
                    <a:pt x="5906934" y="79191"/>
                  </a:lnTo>
                  <a:lnTo>
                    <a:pt x="5907028" y="79191"/>
                  </a:lnTo>
                  <a:lnTo>
                    <a:pt x="5907122" y="79191"/>
                  </a:lnTo>
                  <a:lnTo>
                    <a:pt x="5907216" y="79191"/>
                  </a:lnTo>
                  <a:lnTo>
                    <a:pt x="5907310" y="79191"/>
                  </a:lnTo>
                  <a:lnTo>
                    <a:pt x="5907404" y="79191"/>
                  </a:lnTo>
                  <a:lnTo>
                    <a:pt x="5907498" y="79191"/>
                  </a:lnTo>
                  <a:lnTo>
                    <a:pt x="5907592" y="79191"/>
                  </a:lnTo>
                  <a:lnTo>
                    <a:pt x="5907686" y="79191"/>
                  </a:lnTo>
                  <a:lnTo>
                    <a:pt x="5907780" y="79191"/>
                  </a:lnTo>
                  <a:lnTo>
                    <a:pt x="5907874" y="79191"/>
                  </a:lnTo>
                  <a:lnTo>
                    <a:pt x="5907968" y="79191"/>
                  </a:lnTo>
                  <a:lnTo>
                    <a:pt x="5908062" y="79191"/>
                  </a:lnTo>
                  <a:lnTo>
                    <a:pt x="5908157" y="79191"/>
                  </a:lnTo>
                  <a:lnTo>
                    <a:pt x="5908251" y="79191"/>
                  </a:lnTo>
                  <a:lnTo>
                    <a:pt x="5908345" y="79191"/>
                  </a:lnTo>
                  <a:lnTo>
                    <a:pt x="5908439" y="79191"/>
                  </a:lnTo>
                  <a:lnTo>
                    <a:pt x="5908533" y="79191"/>
                  </a:lnTo>
                  <a:lnTo>
                    <a:pt x="5908627" y="79191"/>
                  </a:lnTo>
                  <a:lnTo>
                    <a:pt x="5908721" y="79191"/>
                  </a:lnTo>
                  <a:lnTo>
                    <a:pt x="5908815" y="79191"/>
                  </a:lnTo>
                  <a:lnTo>
                    <a:pt x="5908909" y="79191"/>
                  </a:lnTo>
                  <a:lnTo>
                    <a:pt x="5909003" y="79191"/>
                  </a:lnTo>
                  <a:lnTo>
                    <a:pt x="5909097" y="79191"/>
                  </a:lnTo>
                  <a:lnTo>
                    <a:pt x="5909191" y="79191"/>
                  </a:lnTo>
                  <a:lnTo>
                    <a:pt x="5909285" y="79191"/>
                  </a:lnTo>
                  <a:lnTo>
                    <a:pt x="5909379" y="79191"/>
                  </a:lnTo>
                  <a:lnTo>
                    <a:pt x="5909473" y="79191"/>
                  </a:lnTo>
                  <a:lnTo>
                    <a:pt x="5909567" y="79191"/>
                  </a:lnTo>
                  <a:lnTo>
                    <a:pt x="5909661" y="79191"/>
                  </a:lnTo>
                  <a:lnTo>
                    <a:pt x="5909755" y="79191"/>
                  </a:lnTo>
                  <a:lnTo>
                    <a:pt x="5909849" y="79191"/>
                  </a:lnTo>
                  <a:lnTo>
                    <a:pt x="5909943" y="79191"/>
                  </a:lnTo>
                  <a:lnTo>
                    <a:pt x="5910037" y="79191"/>
                  </a:lnTo>
                  <a:lnTo>
                    <a:pt x="5910131" y="79191"/>
                  </a:lnTo>
                  <a:lnTo>
                    <a:pt x="5910225" y="79191"/>
                  </a:lnTo>
                  <a:lnTo>
                    <a:pt x="5910319" y="79191"/>
                  </a:lnTo>
                  <a:lnTo>
                    <a:pt x="5910413" y="79191"/>
                  </a:lnTo>
                  <a:lnTo>
                    <a:pt x="5910507" y="79191"/>
                  </a:lnTo>
                  <a:lnTo>
                    <a:pt x="5910601" y="79191"/>
                  </a:lnTo>
                  <a:lnTo>
                    <a:pt x="5910695" y="79191"/>
                  </a:lnTo>
                  <a:lnTo>
                    <a:pt x="5910789" y="79191"/>
                  </a:lnTo>
                  <a:lnTo>
                    <a:pt x="5910883" y="79191"/>
                  </a:lnTo>
                  <a:lnTo>
                    <a:pt x="5910977" y="79191"/>
                  </a:lnTo>
                  <a:lnTo>
                    <a:pt x="5911071" y="79191"/>
                  </a:lnTo>
                  <a:lnTo>
                    <a:pt x="5911165" y="79191"/>
                  </a:lnTo>
                  <a:lnTo>
                    <a:pt x="5911259" y="79191"/>
                  </a:lnTo>
                  <a:lnTo>
                    <a:pt x="5911353" y="79191"/>
                  </a:lnTo>
                  <a:lnTo>
                    <a:pt x="5911447" y="79191"/>
                  </a:lnTo>
                  <a:lnTo>
                    <a:pt x="5911541" y="79191"/>
                  </a:lnTo>
                  <a:lnTo>
                    <a:pt x="5911635" y="79191"/>
                  </a:lnTo>
                  <a:lnTo>
                    <a:pt x="5911730" y="79191"/>
                  </a:lnTo>
                  <a:lnTo>
                    <a:pt x="5911824" y="79191"/>
                  </a:lnTo>
                  <a:lnTo>
                    <a:pt x="5911918" y="79191"/>
                  </a:lnTo>
                  <a:lnTo>
                    <a:pt x="5912012" y="79191"/>
                  </a:lnTo>
                  <a:lnTo>
                    <a:pt x="5912106" y="79191"/>
                  </a:lnTo>
                  <a:lnTo>
                    <a:pt x="5912200" y="79191"/>
                  </a:lnTo>
                  <a:lnTo>
                    <a:pt x="5912294" y="79191"/>
                  </a:lnTo>
                  <a:lnTo>
                    <a:pt x="5912388" y="79191"/>
                  </a:lnTo>
                  <a:lnTo>
                    <a:pt x="5912482" y="79191"/>
                  </a:lnTo>
                  <a:lnTo>
                    <a:pt x="5912576" y="79191"/>
                  </a:lnTo>
                  <a:lnTo>
                    <a:pt x="5912670" y="79191"/>
                  </a:lnTo>
                  <a:lnTo>
                    <a:pt x="5912764" y="79191"/>
                  </a:lnTo>
                  <a:lnTo>
                    <a:pt x="5912858" y="79191"/>
                  </a:lnTo>
                  <a:lnTo>
                    <a:pt x="5912952" y="79191"/>
                  </a:lnTo>
                  <a:lnTo>
                    <a:pt x="5913046" y="79191"/>
                  </a:lnTo>
                  <a:lnTo>
                    <a:pt x="5913140" y="79191"/>
                  </a:lnTo>
                  <a:lnTo>
                    <a:pt x="5913234" y="79191"/>
                  </a:lnTo>
                  <a:lnTo>
                    <a:pt x="5913328" y="79191"/>
                  </a:lnTo>
                  <a:lnTo>
                    <a:pt x="5913422" y="79191"/>
                  </a:lnTo>
                  <a:lnTo>
                    <a:pt x="5913516" y="79191"/>
                  </a:lnTo>
                  <a:lnTo>
                    <a:pt x="5913610" y="79191"/>
                  </a:lnTo>
                  <a:lnTo>
                    <a:pt x="5913704" y="79191"/>
                  </a:lnTo>
                  <a:lnTo>
                    <a:pt x="5913798" y="79191"/>
                  </a:lnTo>
                  <a:lnTo>
                    <a:pt x="5913892" y="79191"/>
                  </a:lnTo>
                  <a:lnTo>
                    <a:pt x="5913986" y="79191"/>
                  </a:lnTo>
                  <a:lnTo>
                    <a:pt x="5914080" y="79191"/>
                  </a:lnTo>
                  <a:lnTo>
                    <a:pt x="5914174" y="79191"/>
                  </a:lnTo>
                  <a:lnTo>
                    <a:pt x="5914268" y="79191"/>
                  </a:lnTo>
                  <a:lnTo>
                    <a:pt x="5914362" y="79191"/>
                  </a:lnTo>
                  <a:lnTo>
                    <a:pt x="5914456" y="79191"/>
                  </a:lnTo>
                  <a:lnTo>
                    <a:pt x="5914550" y="79191"/>
                  </a:lnTo>
                  <a:lnTo>
                    <a:pt x="5914644" y="79191"/>
                  </a:lnTo>
                  <a:lnTo>
                    <a:pt x="5914738" y="79191"/>
                  </a:lnTo>
                  <a:lnTo>
                    <a:pt x="5914832" y="79191"/>
                  </a:lnTo>
                  <a:lnTo>
                    <a:pt x="5914926" y="79191"/>
                  </a:lnTo>
                  <a:lnTo>
                    <a:pt x="5915020" y="79191"/>
                  </a:lnTo>
                  <a:lnTo>
                    <a:pt x="5915114" y="79191"/>
                  </a:lnTo>
                  <a:lnTo>
                    <a:pt x="5915208" y="79191"/>
                  </a:lnTo>
                  <a:lnTo>
                    <a:pt x="5915303" y="79191"/>
                  </a:lnTo>
                  <a:lnTo>
                    <a:pt x="5915397" y="79191"/>
                  </a:lnTo>
                  <a:lnTo>
                    <a:pt x="5915491" y="79191"/>
                  </a:lnTo>
                  <a:lnTo>
                    <a:pt x="5915585" y="79191"/>
                  </a:lnTo>
                  <a:lnTo>
                    <a:pt x="5915679" y="79191"/>
                  </a:lnTo>
                  <a:lnTo>
                    <a:pt x="5915773" y="79191"/>
                  </a:lnTo>
                  <a:lnTo>
                    <a:pt x="5915867" y="79191"/>
                  </a:lnTo>
                  <a:lnTo>
                    <a:pt x="5915961" y="79191"/>
                  </a:lnTo>
                  <a:lnTo>
                    <a:pt x="5916055" y="79191"/>
                  </a:lnTo>
                  <a:lnTo>
                    <a:pt x="5916149" y="79191"/>
                  </a:lnTo>
                  <a:lnTo>
                    <a:pt x="5916243" y="79191"/>
                  </a:lnTo>
                  <a:lnTo>
                    <a:pt x="5916337" y="79191"/>
                  </a:lnTo>
                  <a:lnTo>
                    <a:pt x="5916431" y="79191"/>
                  </a:lnTo>
                  <a:lnTo>
                    <a:pt x="5916525" y="79191"/>
                  </a:lnTo>
                  <a:lnTo>
                    <a:pt x="5916619" y="79191"/>
                  </a:lnTo>
                  <a:lnTo>
                    <a:pt x="5916713" y="79191"/>
                  </a:lnTo>
                  <a:lnTo>
                    <a:pt x="5916807" y="79191"/>
                  </a:lnTo>
                  <a:lnTo>
                    <a:pt x="5916901" y="79191"/>
                  </a:lnTo>
                  <a:lnTo>
                    <a:pt x="5916995" y="79191"/>
                  </a:lnTo>
                  <a:lnTo>
                    <a:pt x="5917089" y="79191"/>
                  </a:lnTo>
                  <a:lnTo>
                    <a:pt x="5917183" y="79191"/>
                  </a:lnTo>
                  <a:lnTo>
                    <a:pt x="5917277" y="79191"/>
                  </a:lnTo>
                  <a:lnTo>
                    <a:pt x="5917371" y="79191"/>
                  </a:lnTo>
                  <a:lnTo>
                    <a:pt x="5917465" y="79191"/>
                  </a:lnTo>
                  <a:lnTo>
                    <a:pt x="5917559" y="79191"/>
                  </a:lnTo>
                  <a:lnTo>
                    <a:pt x="5917653" y="79191"/>
                  </a:lnTo>
                  <a:lnTo>
                    <a:pt x="5917747" y="79191"/>
                  </a:lnTo>
                  <a:lnTo>
                    <a:pt x="5917841" y="79191"/>
                  </a:lnTo>
                  <a:lnTo>
                    <a:pt x="5917935" y="79191"/>
                  </a:lnTo>
                  <a:lnTo>
                    <a:pt x="5918029" y="79191"/>
                  </a:lnTo>
                  <a:lnTo>
                    <a:pt x="5918123" y="79191"/>
                  </a:lnTo>
                  <a:lnTo>
                    <a:pt x="5918217" y="79191"/>
                  </a:lnTo>
                  <a:lnTo>
                    <a:pt x="5918311" y="79191"/>
                  </a:lnTo>
                  <a:lnTo>
                    <a:pt x="5918405" y="79191"/>
                  </a:lnTo>
                  <a:lnTo>
                    <a:pt x="5918499" y="79191"/>
                  </a:lnTo>
                  <a:lnTo>
                    <a:pt x="5918593" y="79191"/>
                  </a:lnTo>
                  <a:lnTo>
                    <a:pt x="5918687" y="79191"/>
                  </a:lnTo>
                  <a:lnTo>
                    <a:pt x="5918782" y="79191"/>
                  </a:lnTo>
                  <a:lnTo>
                    <a:pt x="5918876" y="79191"/>
                  </a:lnTo>
                  <a:lnTo>
                    <a:pt x="5918970" y="79191"/>
                  </a:lnTo>
                  <a:lnTo>
                    <a:pt x="5919064" y="79191"/>
                  </a:lnTo>
                  <a:lnTo>
                    <a:pt x="5919158" y="79191"/>
                  </a:lnTo>
                  <a:lnTo>
                    <a:pt x="5919252" y="79191"/>
                  </a:lnTo>
                  <a:lnTo>
                    <a:pt x="5919346" y="79191"/>
                  </a:lnTo>
                  <a:lnTo>
                    <a:pt x="5919440" y="79191"/>
                  </a:lnTo>
                  <a:lnTo>
                    <a:pt x="5919534" y="79191"/>
                  </a:lnTo>
                  <a:lnTo>
                    <a:pt x="5919628" y="79191"/>
                  </a:lnTo>
                  <a:lnTo>
                    <a:pt x="5919722" y="79191"/>
                  </a:lnTo>
                  <a:lnTo>
                    <a:pt x="5919816" y="79191"/>
                  </a:lnTo>
                  <a:lnTo>
                    <a:pt x="5919910" y="79191"/>
                  </a:lnTo>
                  <a:lnTo>
                    <a:pt x="5920004" y="79191"/>
                  </a:lnTo>
                  <a:lnTo>
                    <a:pt x="5920098" y="79191"/>
                  </a:lnTo>
                  <a:lnTo>
                    <a:pt x="5920192" y="79191"/>
                  </a:lnTo>
                  <a:lnTo>
                    <a:pt x="5920286" y="79191"/>
                  </a:lnTo>
                  <a:lnTo>
                    <a:pt x="5920380" y="79191"/>
                  </a:lnTo>
                  <a:lnTo>
                    <a:pt x="5920474" y="79191"/>
                  </a:lnTo>
                  <a:lnTo>
                    <a:pt x="5920568" y="79191"/>
                  </a:lnTo>
                  <a:lnTo>
                    <a:pt x="5920662" y="79191"/>
                  </a:lnTo>
                  <a:lnTo>
                    <a:pt x="5920756" y="79191"/>
                  </a:lnTo>
                  <a:lnTo>
                    <a:pt x="5920850" y="79191"/>
                  </a:lnTo>
                  <a:lnTo>
                    <a:pt x="5920944" y="79191"/>
                  </a:lnTo>
                  <a:lnTo>
                    <a:pt x="5921038" y="79191"/>
                  </a:lnTo>
                  <a:lnTo>
                    <a:pt x="5921132" y="79191"/>
                  </a:lnTo>
                  <a:lnTo>
                    <a:pt x="5921226" y="79191"/>
                  </a:lnTo>
                  <a:lnTo>
                    <a:pt x="5921320" y="79191"/>
                  </a:lnTo>
                  <a:lnTo>
                    <a:pt x="5921414" y="79191"/>
                  </a:lnTo>
                  <a:lnTo>
                    <a:pt x="5921508" y="79191"/>
                  </a:lnTo>
                  <a:lnTo>
                    <a:pt x="5921602" y="79191"/>
                  </a:lnTo>
                  <a:lnTo>
                    <a:pt x="5921696" y="79191"/>
                  </a:lnTo>
                  <a:lnTo>
                    <a:pt x="5921790" y="79191"/>
                  </a:lnTo>
                  <a:lnTo>
                    <a:pt x="5921884" y="79191"/>
                  </a:lnTo>
                  <a:lnTo>
                    <a:pt x="5921978" y="79191"/>
                  </a:lnTo>
                  <a:lnTo>
                    <a:pt x="5922072" y="79191"/>
                  </a:lnTo>
                  <a:lnTo>
                    <a:pt x="5922166" y="79191"/>
                  </a:lnTo>
                  <a:lnTo>
                    <a:pt x="5922260" y="79191"/>
                  </a:lnTo>
                  <a:lnTo>
                    <a:pt x="5922355" y="79191"/>
                  </a:lnTo>
                  <a:lnTo>
                    <a:pt x="5922449" y="79191"/>
                  </a:lnTo>
                  <a:lnTo>
                    <a:pt x="5922543" y="79191"/>
                  </a:lnTo>
                  <a:lnTo>
                    <a:pt x="5922637" y="79191"/>
                  </a:lnTo>
                  <a:lnTo>
                    <a:pt x="5922731" y="79191"/>
                  </a:lnTo>
                  <a:lnTo>
                    <a:pt x="5922825" y="79191"/>
                  </a:lnTo>
                  <a:lnTo>
                    <a:pt x="5922919" y="79191"/>
                  </a:lnTo>
                  <a:lnTo>
                    <a:pt x="5923013" y="79191"/>
                  </a:lnTo>
                  <a:lnTo>
                    <a:pt x="5923107" y="79191"/>
                  </a:lnTo>
                  <a:lnTo>
                    <a:pt x="5923201" y="79191"/>
                  </a:lnTo>
                  <a:lnTo>
                    <a:pt x="5923295" y="79191"/>
                  </a:lnTo>
                  <a:lnTo>
                    <a:pt x="5923389" y="79191"/>
                  </a:lnTo>
                  <a:lnTo>
                    <a:pt x="5923483" y="79191"/>
                  </a:lnTo>
                  <a:lnTo>
                    <a:pt x="5923577" y="79191"/>
                  </a:lnTo>
                  <a:lnTo>
                    <a:pt x="5923671" y="79191"/>
                  </a:lnTo>
                  <a:lnTo>
                    <a:pt x="5923765" y="79191"/>
                  </a:lnTo>
                  <a:lnTo>
                    <a:pt x="5923859" y="79191"/>
                  </a:lnTo>
                  <a:lnTo>
                    <a:pt x="5923953" y="79191"/>
                  </a:lnTo>
                  <a:lnTo>
                    <a:pt x="5924047" y="79191"/>
                  </a:lnTo>
                  <a:lnTo>
                    <a:pt x="5924141" y="79191"/>
                  </a:lnTo>
                  <a:lnTo>
                    <a:pt x="5924235" y="79191"/>
                  </a:lnTo>
                  <a:lnTo>
                    <a:pt x="5924329" y="79191"/>
                  </a:lnTo>
                  <a:lnTo>
                    <a:pt x="5924423" y="79191"/>
                  </a:lnTo>
                  <a:lnTo>
                    <a:pt x="5924517" y="79191"/>
                  </a:lnTo>
                  <a:lnTo>
                    <a:pt x="5924611" y="79191"/>
                  </a:lnTo>
                  <a:lnTo>
                    <a:pt x="5924705" y="79191"/>
                  </a:lnTo>
                  <a:lnTo>
                    <a:pt x="5924799" y="79191"/>
                  </a:lnTo>
                  <a:lnTo>
                    <a:pt x="5924893" y="79191"/>
                  </a:lnTo>
                  <a:lnTo>
                    <a:pt x="5924987" y="79191"/>
                  </a:lnTo>
                  <a:lnTo>
                    <a:pt x="5925081" y="79191"/>
                  </a:lnTo>
                  <a:lnTo>
                    <a:pt x="5925175" y="79191"/>
                  </a:lnTo>
                  <a:lnTo>
                    <a:pt x="5925269" y="79191"/>
                  </a:lnTo>
                  <a:lnTo>
                    <a:pt x="5925363" y="79191"/>
                  </a:lnTo>
                  <a:lnTo>
                    <a:pt x="5925457" y="79191"/>
                  </a:lnTo>
                  <a:lnTo>
                    <a:pt x="5925551" y="79191"/>
                  </a:lnTo>
                  <a:lnTo>
                    <a:pt x="5925645" y="79191"/>
                  </a:lnTo>
                  <a:lnTo>
                    <a:pt x="5925739" y="79191"/>
                  </a:lnTo>
                  <a:lnTo>
                    <a:pt x="5925833" y="79191"/>
                  </a:lnTo>
                  <a:lnTo>
                    <a:pt x="5925928" y="79191"/>
                  </a:lnTo>
                  <a:lnTo>
                    <a:pt x="5926022" y="79191"/>
                  </a:lnTo>
                  <a:lnTo>
                    <a:pt x="5926116" y="79191"/>
                  </a:lnTo>
                  <a:lnTo>
                    <a:pt x="5926210" y="79191"/>
                  </a:lnTo>
                  <a:lnTo>
                    <a:pt x="5926304" y="79191"/>
                  </a:lnTo>
                  <a:lnTo>
                    <a:pt x="5926398" y="79191"/>
                  </a:lnTo>
                  <a:lnTo>
                    <a:pt x="5926492" y="79191"/>
                  </a:lnTo>
                  <a:lnTo>
                    <a:pt x="5926586" y="79191"/>
                  </a:lnTo>
                  <a:lnTo>
                    <a:pt x="5926680" y="79191"/>
                  </a:lnTo>
                  <a:lnTo>
                    <a:pt x="5926774" y="79191"/>
                  </a:lnTo>
                  <a:lnTo>
                    <a:pt x="5926868" y="79191"/>
                  </a:lnTo>
                  <a:lnTo>
                    <a:pt x="5926962" y="79191"/>
                  </a:lnTo>
                  <a:lnTo>
                    <a:pt x="5927056" y="79191"/>
                  </a:lnTo>
                  <a:lnTo>
                    <a:pt x="5927150" y="79191"/>
                  </a:lnTo>
                  <a:lnTo>
                    <a:pt x="5927244" y="79191"/>
                  </a:lnTo>
                  <a:lnTo>
                    <a:pt x="5927338" y="79191"/>
                  </a:lnTo>
                  <a:lnTo>
                    <a:pt x="5927432" y="79191"/>
                  </a:lnTo>
                  <a:lnTo>
                    <a:pt x="5927526" y="79191"/>
                  </a:lnTo>
                  <a:lnTo>
                    <a:pt x="5927620" y="79191"/>
                  </a:lnTo>
                  <a:lnTo>
                    <a:pt x="5927714" y="79191"/>
                  </a:lnTo>
                  <a:lnTo>
                    <a:pt x="5927808" y="79191"/>
                  </a:lnTo>
                  <a:lnTo>
                    <a:pt x="5927902" y="79191"/>
                  </a:lnTo>
                  <a:lnTo>
                    <a:pt x="5927996" y="79191"/>
                  </a:lnTo>
                  <a:lnTo>
                    <a:pt x="5928090" y="79191"/>
                  </a:lnTo>
                  <a:lnTo>
                    <a:pt x="5928184" y="79191"/>
                  </a:lnTo>
                  <a:lnTo>
                    <a:pt x="5928278" y="79191"/>
                  </a:lnTo>
                  <a:lnTo>
                    <a:pt x="5928372" y="79191"/>
                  </a:lnTo>
                  <a:lnTo>
                    <a:pt x="5928466" y="79191"/>
                  </a:lnTo>
                  <a:lnTo>
                    <a:pt x="5928560" y="79191"/>
                  </a:lnTo>
                  <a:lnTo>
                    <a:pt x="5928654" y="79191"/>
                  </a:lnTo>
                  <a:lnTo>
                    <a:pt x="5928748" y="79191"/>
                  </a:lnTo>
                  <a:lnTo>
                    <a:pt x="5928842" y="79191"/>
                  </a:lnTo>
                  <a:lnTo>
                    <a:pt x="5928936" y="79191"/>
                  </a:lnTo>
                  <a:lnTo>
                    <a:pt x="5929030" y="79191"/>
                  </a:lnTo>
                  <a:lnTo>
                    <a:pt x="5929124" y="79191"/>
                  </a:lnTo>
                  <a:lnTo>
                    <a:pt x="5929218" y="79191"/>
                  </a:lnTo>
                  <a:lnTo>
                    <a:pt x="5929312" y="79191"/>
                  </a:lnTo>
                  <a:lnTo>
                    <a:pt x="5929407" y="79191"/>
                  </a:lnTo>
                  <a:lnTo>
                    <a:pt x="5929501" y="79191"/>
                  </a:lnTo>
                  <a:lnTo>
                    <a:pt x="5929595" y="79191"/>
                  </a:lnTo>
                  <a:lnTo>
                    <a:pt x="5929689" y="79191"/>
                  </a:lnTo>
                  <a:lnTo>
                    <a:pt x="5929783" y="79191"/>
                  </a:lnTo>
                  <a:lnTo>
                    <a:pt x="5929877" y="79191"/>
                  </a:lnTo>
                  <a:lnTo>
                    <a:pt x="5929971" y="79191"/>
                  </a:lnTo>
                  <a:lnTo>
                    <a:pt x="5930065" y="79191"/>
                  </a:lnTo>
                  <a:lnTo>
                    <a:pt x="5930159" y="79191"/>
                  </a:lnTo>
                  <a:lnTo>
                    <a:pt x="5930253" y="79191"/>
                  </a:lnTo>
                  <a:lnTo>
                    <a:pt x="5930347" y="79191"/>
                  </a:lnTo>
                  <a:lnTo>
                    <a:pt x="5930441" y="79191"/>
                  </a:lnTo>
                  <a:lnTo>
                    <a:pt x="5930535" y="79191"/>
                  </a:lnTo>
                  <a:lnTo>
                    <a:pt x="5930629" y="79191"/>
                  </a:lnTo>
                  <a:lnTo>
                    <a:pt x="5930723" y="79191"/>
                  </a:lnTo>
                  <a:lnTo>
                    <a:pt x="5930817" y="79191"/>
                  </a:lnTo>
                  <a:lnTo>
                    <a:pt x="5930911" y="79191"/>
                  </a:lnTo>
                  <a:lnTo>
                    <a:pt x="5931005" y="79191"/>
                  </a:lnTo>
                  <a:lnTo>
                    <a:pt x="5931099" y="79191"/>
                  </a:lnTo>
                  <a:lnTo>
                    <a:pt x="5931193" y="79191"/>
                  </a:lnTo>
                  <a:lnTo>
                    <a:pt x="5931287" y="79191"/>
                  </a:lnTo>
                  <a:lnTo>
                    <a:pt x="5931381" y="79191"/>
                  </a:lnTo>
                  <a:lnTo>
                    <a:pt x="5931475" y="79191"/>
                  </a:lnTo>
                  <a:lnTo>
                    <a:pt x="5931569" y="79191"/>
                  </a:lnTo>
                  <a:lnTo>
                    <a:pt x="5931663" y="79191"/>
                  </a:lnTo>
                  <a:lnTo>
                    <a:pt x="5931757" y="79191"/>
                  </a:lnTo>
                  <a:lnTo>
                    <a:pt x="5931851" y="79191"/>
                  </a:lnTo>
                  <a:lnTo>
                    <a:pt x="5931945" y="79191"/>
                  </a:lnTo>
                  <a:lnTo>
                    <a:pt x="5932039" y="79191"/>
                  </a:lnTo>
                  <a:lnTo>
                    <a:pt x="5932133" y="79191"/>
                  </a:lnTo>
                  <a:lnTo>
                    <a:pt x="5932227" y="79191"/>
                  </a:lnTo>
                  <a:lnTo>
                    <a:pt x="5932321" y="79191"/>
                  </a:lnTo>
                  <a:lnTo>
                    <a:pt x="5932415" y="79191"/>
                  </a:lnTo>
                  <a:lnTo>
                    <a:pt x="5932509" y="79191"/>
                  </a:lnTo>
                  <a:lnTo>
                    <a:pt x="5932603" y="79191"/>
                  </a:lnTo>
                  <a:lnTo>
                    <a:pt x="5932697" y="79191"/>
                  </a:lnTo>
                  <a:lnTo>
                    <a:pt x="5932791" y="79191"/>
                  </a:lnTo>
                  <a:lnTo>
                    <a:pt x="5932885" y="79191"/>
                  </a:lnTo>
                  <a:lnTo>
                    <a:pt x="5932980" y="79191"/>
                  </a:lnTo>
                  <a:lnTo>
                    <a:pt x="5933074" y="79191"/>
                  </a:lnTo>
                  <a:lnTo>
                    <a:pt x="5933168" y="79191"/>
                  </a:lnTo>
                  <a:lnTo>
                    <a:pt x="5933262" y="79191"/>
                  </a:lnTo>
                  <a:lnTo>
                    <a:pt x="5933356" y="79191"/>
                  </a:lnTo>
                  <a:lnTo>
                    <a:pt x="5933450" y="79191"/>
                  </a:lnTo>
                  <a:lnTo>
                    <a:pt x="5933544" y="79191"/>
                  </a:lnTo>
                  <a:lnTo>
                    <a:pt x="5933638" y="79191"/>
                  </a:lnTo>
                  <a:lnTo>
                    <a:pt x="5933732" y="79191"/>
                  </a:lnTo>
                  <a:lnTo>
                    <a:pt x="5933826" y="79191"/>
                  </a:lnTo>
                  <a:lnTo>
                    <a:pt x="5933920" y="79191"/>
                  </a:lnTo>
                  <a:lnTo>
                    <a:pt x="5934014" y="79191"/>
                  </a:lnTo>
                  <a:lnTo>
                    <a:pt x="5934014" y="73911"/>
                  </a:lnTo>
                  <a:lnTo>
                    <a:pt x="5934108" y="73911"/>
                  </a:lnTo>
                  <a:lnTo>
                    <a:pt x="5934202" y="73911"/>
                  </a:lnTo>
                  <a:lnTo>
                    <a:pt x="5934296" y="73911"/>
                  </a:lnTo>
                  <a:lnTo>
                    <a:pt x="5934390" y="73911"/>
                  </a:lnTo>
                  <a:lnTo>
                    <a:pt x="5934484" y="73911"/>
                  </a:lnTo>
                  <a:lnTo>
                    <a:pt x="5934578" y="73911"/>
                  </a:lnTo>
                  <a:lnTo>
                    <a:pt x="5934672" y="73911"/>
                  </a:lnTo>
                  <a:lnTo>
                    <a:pt x="5934766" y="73911"/>
                  </a:lnTo>
                  <a:lnTo>
                    <a:pt x="5934860" y="73911"/>
                  </a:lnTo>
                  <a:lnTo>
                    <a:pt x="5934954" y="73911"/>
                  </a:lnTo>
                  <a:lnTo>
                    <a:pt x="5935048" y="73911"/>
                  </a:lnTo>
                  <a:lnTo>
                    <a:pt x="5935142" y="73911"/>
                  </a:lnTo>
                  <a:lnTo>
                    <a:pt x="5935236" y="73911"/>
                  </a:lnTo>
                  <a:lnTo>
                    <a:pt x="5935330" y="73911"/>
                  </a:lnTo>
                  <a:lnTo>
                    <a:pt x="5935424" y="73911"/>
                  </a:lnTo>
                  <a:lnTo>
                    <a:pt x="5935518" y="73911"/>
                  </a:lnTo>
                  <a:lnTo>
                    <a:pt x="5935612" y="73911"/>
                  </a:lnTo>
                  <a:lnTo>
                    <a:pt x="5935706" y="73911"/>
                  </a:lnTo>
                  <a:lnTo>
                    <a:pt x="5935800" y="73911"/>
                  </a:lnTo>
                  <a:lnTo>
                    <a:pt x="5935894" y="73911"/>
                  </a:lnTo>
                  <a:lnTo>
                    <a:pt x="5935988" y="73911"/>
                  </a:lnTo>
                  <a:lnTo>
                    <a:pt x="5936082" y="73911"/>
                  </a:lnTo>
                  <a:lnTo>
                    <a:pt x="5936176" y="73911"/>
                  </a:lnTo>
                  <a:lnTo>
                    <a:pt x="5936270" y="73911"/>
                  </a:lnTo>
                  <a:lnTo>
                    <a:pt x="5936364" y="73911"/>
                  </a:lnTo>
                  <a:lnTo>
                    <a:pt x="5936458" y="73911"/>
                  </a:lnTo>
                  <a:lnTo>
                    <a:pt x="5936553" y="73911"/>
                  </a:lnTo>
                  <a:lnTo>
                    <a:pt x="5936647" y="73911"/>
                  </a:lnTo>
                  <a:lnTo>
                    <a:pt x="5936741" y="73911"/>
                  </a:lnTo>
                  <a:lnTo>
                    <a:pt x="5936835" y="73911"/>
                  </a:lnTo>
                  <a:lnTo>
                    <a:pt x="5936929" y="73911"/>
                  </a:lnTo>
                  <a:lnTo>
                    <a:pt x="5937023" y="73911"/>
                  </a:lnTo>
                  <a:lnTo>
                    <a:pt x="5937117" y="73911"/>
                  </a:lnTo>
                  <a:lnTo>
                    <a:pt x="5937211" y="73911"/>
                  </a:lnTo>
                  <a:lnTo>
                    <a:pt x="5937305" y="73911"/>
                  </a:lnTo>
                  <a:lnTo>
                    <a:pt x="5937399" y="73911"/>
                  </a:lnTo>
                  <a:lnTo>
                    <a:pt x="5937493" y="73911"/>
                  </a:lnTo>
                  <a:lnTo>
                    <a:pt x="5937587" y="73911"/>
                  </a:lnTo>
                  <a:lnTo>
                    <a:pt x="5937681" y="73911"/>
                  </a:lnTo>
                  <a:lnTo>
                    <a:pt x="5937775" y="73911"/>
                  </a:lnTo>
                  <a:lnTo>
                    <a:pt x="5937869" y="73911"/>
                  </a:lnTo>
                  <a:lnTo>
                    <a:pt x="5937963" y="73911"/>
                  </a:lnTo>
                  <a:lnTo>
                    <a:pt x="5938057" y="73911"/>
                  </a:lnTo>
                  <a:lnTo>
                    <a:pt x="5938151" y="73911"/>
                  </a:lnTo>
                  <a:lnTo>
                    <a:pt x="5938245" y="73911"/>
                  </a:lnTo>
                  <a:lnTo>
                    <a:pt x="5938339" y="73911"/>
                  </a:lnTo>
                  <a:lnTo>
                    <a:pt x="5938433" y="73911"/>
                  </a:lnTo>
                  <a:lnTo>
                    <a:pt x="5938527" y="73911"/>
                  </a:lnTo>
                  <a:lnTo>
                    <a:pt x="5938621" y="73911"/>
                  </a:lnTo>
                  <a:lnTo>
                    <a:pt x="5938715" y="73911"/>
                  </a:lnTo>
                  <a:lnTo>
                    <a:pt x="5938809" y="73911"/>
                  </a:lnTo>
                  <a:lnTo>
                    <a:pt x="5938903" y="73911"/>
                  </a:lnTo>
                  <a:lnTo>
                    <a:pt x="5938997" y="73911"/>
                  </a:lnTo>
                  <a:lnTo>
                    <a:pt x="5939091" y="73911"/>
                  </a:lnTo>
                  <a:lnTo>
                    <a:pt x="5939185" y="73911"/>
                  </a:lnTo>
                  <a:lnTo>
                    <a:pt x="5939279" y="73911"/>
                  </a:lnTo>
                  <a:lnTo>
                    <a:pt x="5939373" y="73911"/>
                  </a:lnTo>
                  <a:lnTo>
                    <a:pt x="5939467" y="73911"/>
                  </a:lnTo>
                  <a:lnTo>
                    <a:pt x="5939561" y="73911"/>
                  </a:lnTo>
                  <a:lnTo>
                    <a:pt x="5939655" y="73911"/>
                  </a:lnTo>
                  <a:lnTo>
                    <a:pt x="5939749" y="73911"/>
                  </a:lnTo>
                  <a:lnTo>
                    <a:pt x="5939843" y="73911"/>
                  </a:lnTo>
                  <a:lnTo>
                    <a:pt x="5939937" y="73911"/>
                  </a:lnTo>
                  <a:lnTo>
                    <a:pt x="5940032" y="73911"/>
                  </a:lnTo>
                  <a:lnTo>
                    <a:pt x="5940126" y="73911"/>
                  </a:lnTo>
                  <a:lnTo>
                    <a:pt x="5940220" y="73911"/>
                  </a:lnTo>
                  <a:lnTo>
                    <a:pt x="5940314" y="73911"/>
                  </a:lnTo>
                  <a:lnTo>
                    <a:pt x="5940408" y="73911"/>
                  </a:lnTo>
                  <a:lnTo>
                    <a:pt x="5940502" y="73911"/>
                  </a:lnTo>
                  <a:lnTo>
                    <a:pt x="5940596" y="73911"/>
                  </a:lnTo>
                  <a:lnTo>
                    <a:pt x="5940690" y="73911"/>
                  </a:lnTo>
                  <a:lnTo>
                    <a:pt x="5940784" y="73911"/>
                  </a:lnTo>
                  <a:lnTo>
                    <a:pt x="5940878" y="73911"/>
                  </a:lnTo>
                  <a:lnTo>
                    <a:pt x="5940972" y="73911"/>
                  </a:lnTo>
                  <a:lnTo>
                    <a:pt x="5941066" y="73911"/>
                  </a:lnTo>
                  <a:lnTo>
                    <a:pt x="5941160" y="73911"/>
                  </a:lnTo>
                  <a:lnTo>
                    <a:pt x="5941254" y="73911"/>
                  </a:lnTo>
                  <a:lnTo>
                    <a:pt x="5941348" y="73911"/>
                  </a:lnTo>
                  <a:lnTo>
                    <a:pt x="5941442" y="73911"/>
                  </a:lnTo>
                  <a:lnTo>
                    <a:pt x="5941536" y="73911"/>
                  </a:lnTo>
                  <a:lnTo>
                    <a:pt x="5941630" y="73911"/>
                  </a:lnTo>
                  <a:lnTo>
                    <a:pt x="5941724" y="73911"/>
                  </a:lnTo>
                  <a:lnTo>
                    <a:pt x="5941818" y="73911"/>
                  </a:lnTo>
                  <a:lnTo>
                    <a:pt x="5941912" y="73911"/>
                  </a:lnTo>
                  <a:lnTo>
                    <a:pt x="5942006" y="73911"/>
                  </a:lnTo>
                  <a:lnTo>
                    <a:pt x="5942100" y="73911"/>
                  </a:lnTo>
                  <a:lnTo>
                    <a:pt x="5942194" y="73911"/>
                  </a:lnTo>
                  <a:lnTo>
                    <a:pt x="5942288" y="73911"/>
                  </a:lnTo>
                  <a:lnTo>
                    <a:pt x="5942382" y="73911"/>
                  </a:lnTo>
                  <a:lnTo>
                    <a:pt x="5942476" y="73911"/>
                  </a:lnTo>
                  <a:lnTo>
                    <a:pt x="5942570" y="73911"/>
                  </a:lnTo>
                  <a:lnTo>
                    <a:pt x="5942664" y="73911"/>
                  </a:lnTo>
                  <a:lnTo>
                    <a:pt x="5942758" y="73911"/>
                  </a:lnTo>
                  <a:lnTo>
                    <a:pt x="5942852" y="73911"/>
                  </a:lnTo>
                  <a:lnTo>
                    <a:pt x="5942946" y="73911"/>
                  </a:lnTo>
                  <a:lnTo>
                    <a:pt x="5943040" y="73911"/>
                  </a:lnTo>
                  <a:lnTo>
                    <a:pt x="5943134" y="73911"/>
                  </a:lnTo>
                  <a:lnTo>
                    <a:pt x="5943228" y="73911"/>
                  </a:lnTo>
                  <a:lnTo>
                    <a:pt x="5943322" y="73911"/>
                  </a:lnTo>
                  <a:lnTo>
                    <a:pt x="5943416" y="73911"/>
                  </a:lnTo>
                  <a:lnTo>
                    <a:pt x="5943510" y="73911"/>
                  </a:lnTo>
                  <a:lnTo>
                    <a:pt x="5943605" y="73911"/>
                  </a:lnTo>
                  <a:lnTo>
                    <a:pt x="5943699" y="73911"/>
                  </a:lnTo>
                  <a:lnTo>
                    <a:pt x="5943793" y="73911"/>
                  </a:lnTo>
                  <a:lnTo>
                    <a:pt x="5943887" y="73911"/>
                  </a:lnTo>
                  <a:lnTo>
                    <a:pt x="5943981" y="73911"/>
                  </a:lnTo>
                  <a:lnTo>
                    <a:pt x="5944075" y="73911"/>
                  </a:lnTo>
                  <a:lnTo>
                    <a:pt x="5944169" y="73911"/>
                  </a:lnTo>
                  <a:lnTo>
                    <a:pt x="5944263" y="73911"/>
                  </a:lnTo>
                  <a:lnTo>
                    <a:pt x="5944357" y="73911"/>
                  </a:lnTo>
                  <a:lnTo>
                    <a:pt x="5944451" y="73911"/>
                  </a:lnTo>
                  <a:lnTo>
                    <a:pt x="5944545" y="73911"/>
                  </a:lnTo>
                  <a:lnTo>
                    <a:pt x="5944639" y="73911"/>
                  </a:lnTo>
                  <a:lnTo>
                    <a:pt x="5944733" y="73911"/>
                  </a:lnTo>
                  <a:lnTo>
                    <a:pt x="5944827" y="73911"/>
                  </a:lnTo>
                  <a:lnTo>
                    <a:pt x="5944921" y="73911"/>
                  </a:lnTo>
                  <a:lnTo>
                    <a:pt x="5945015" y="73911"/>
                  </a:lnTo>
                  <a:lnTo>
                    <a:pt x="5945109" y="73911"/>
                  </a:lnTo>
                  <a:lnTo>
                    <a:pt x="5945203" y="73911"/>
                  </a:lnTo>
                  <a:lnTo>
                    <a:pt x="5945297" y="73911"/>
                  </a:lnTo>
                  <a:lnTo>
                    <a:pt x="5945391" y="73911"/>
                  </a:lnTo>
                  <a:lnTo>
                    <a:pt x="5945485" y="73911"/>
                  </a:lnTo>
                  <a:lnTo>
                    <a:pt x="5945579" y="73911"/>
                  </a:lnTo>
                  <a:lnTo>
                    <a:pt x="5945673" y="73911"/>
                  </a:lnTo>
                  <a:lnTo>
                    <a:pt x="5945767" y="73911"/>
                  </a:lnTo>
                  <a:lnTo>
                    <a:pt x="5945861" y="73911"/>
                  </a:lnTo>
                  <a:lnTo>
                    <a:pt x="5945955" y="73911"/>
                  </a:lnTo>
                  <a:lnTo>
                    <a:pt x="5946049" y="73911"/>
                  </a:lnTo>
                  <a:lnTo>
                    <a:pt x="5946143" y="73911"/>
                  </a:lnTo>
                  <a:lnTo>
                    <a:pt x="5946237" y="73911"/>
                  </a:lnTo>
                  <a:lnTo>
                    <a:pt x="5946331" y="73911"/>
                  </a:lnTo>
                  <a:lnTo>
                    <a:pt x="5946425" y="73911"/>
                  </a:lnTo>
                  <a:lnTo>
                    <a:pt x="5946519" y="73911"/>
                  </a:lnTo>
                  <a:lnTo>
                    <a:pt x="5946613" y="73911"/>
                  </a:lnTo>
                  <a:lnTo>
                    <a:pt x="5946707" y="73911"/>
                  </a:lnTo>
                  <a:lnTo>
                    <a:pt x="5946801" y="73911"/>
                  </a:lnTo>
                  <a:lnTo>
                    <a:pt x="5946895" y="73911"/>
                  </a:lnTo>
                  <a:lnTo>
                    <a:pt x="5946989" y="73911"/>
                  </a:lnTo>
                  <a:lnTo>
                    <a:pt x="5947083" y="73911"/>
                  </a:lnTo>
                  <a:lnTo>
                    <a:pt x="5947083" y="68632"/>
                  </a:lnTo>
                  <a:lnTo>
                    <a:pt x="5947178" y="68632"/>
                  </a:lnTo>
                  <a:lnTo>
                    <a:pt x="5947272" y="68632"/>
                  </a:lnTo>
                  <a:lnTo>
                    <a:pt x="5947366" y="68632"/>
                  </a:lnTo>
                  <a:lnTo>
                    <a:pt x="5947460" y="68632"/>
                  </a:lnTo>
                  <a:lnTo>
                    <a:pt x="5947554" y="68632"/>
                  </a:lnTo>
                  <a:lnTo>
                    <a:pt x="5947648" y="68632"/>
                  </a:lnTo>
                  <a:lnTo>
                    <a:pt x="5947742" y="68632"/>
                  </a:lnTo>
                  <a:lnTo>
                    <a:pt x="5947836" y="68632"/>
                  </a:lnTo>
                  <a:lnTo>
                    <a:pt x="5947930" y="68632"/>
                  </a:lnTo>
                  <a:lnTo>
                    <a:pt x="5948024" y="68632"/>
                  </a:lnTo>
                  <a:lnTo>
                    <a:pt x="5948118" y="68632"/>
                  </a:lnTo>
                  <a:lnTo>
                    <a:pt x="5948212" y="68632"/>
                  </a:lnTo>
                  <a:lnTo>
                    <a:pt x="5948306" y="68632"/>
                  </a:lnTo>
                  <a:lnTo>
                    <a:pt x="5948400" y="68632"/>
                  </a:lnTo>
                  <a:lnTo>
                    <a:pt x="5948494" y="68632"/>
                  </a:lnTo>
                  <a:lnTo>
                    <a:pt x="5948588" y="68632"/>
                  </a:lnTo>
                  <a:lnTo>
                    <a:pt x="5948682" y="68632"/>
                  </a:lnTo>
                  <a:lnTo>
                    <a:pt x="5948776" y="68632"/>
                  </a:lnTo>
                  <a:lnTo>
                    <a:pt x="5948870" y="68632"/>
                  </a:lnTo>
                  <a:lnTo>
                    <a:pt x="5948964" y="68632"/>
                  </a:lnTo>
                  <a:lnTo>
                    <a:pt x="5949058" y="68632"/>
                  </a:lnTo>
                  <a:lnTo>
                    <a:pt x="5949152" y="68632"/>
                  </a:lnTo>
                  <a:lnTo>
                    <a:pt x="5949246" y="68632"/>
                  </a:lnTo>
                  <a:lnTo>
                    <a:pt x="5949340" y="68632"/>
                  </a:lnTo>
                  <a:lnTo>
                    <a:pt x="5949434" y="68632"/>
                  </a:lnTo>
                  <a:lnTo>
                    <a:pt x="5949528" y="68632"/>
                  </a:lnTo>
                  <a:lnTo>
                    <a:pt x="5949622" y="68632"/>
                  </a:lnTo>
                  <a:lnTo>
                    <a:pt x="5949716" y="68632"/>
                  </a:lnTo>
                  <a:lnTo>
                    <a:pt x="5949810" y="68632"/>
                  </a:lnTo>
                  <a:lnTo>
                    <a:pt x="5949904" y="68632"/>
                  </a:lnTo>
                  <a:lnTo>
                    <a:pt x="5949998" y="68632"/>
                  </a:lnTo>
                  <a:lnTo>
                    <a:pt x="5950092" y="68632"/>
                  </a:lnTo>
                  <a:lnTo>
                    <a:pt x="5950186" y="68632"/>
                  </a:lnTo>
                  <a:lnTo>
                    <a:pt x="5950280" y="68632"/>
                  </a:lnTo>
                  <a:lnTo>
                    <a:pt x="5950374" y="68632"/>
                  </a:lnTo>
                  <a:lnTo>
                    <a:pt x="5950468" y="68632"/>
                  </a:lnTo>
                  <a:lnTo>
                    <a:pt x="5950562" y="68632"/>
                  </a:lnTo>
                  <a:lnTo>
                    <a:pt x="5950657" y="68632"/>
                  </a:lnTo>
                  <a:lnTo>
                    <a:pt x="5950751" y="68632"/>
                  </a:lnTo>
                  <a:lnTo>
                    <a:pt x="5950845" y="68632"/>
                  </a:lnTo>
                  <a:lnTo>
                    <a:pt x="5950939" y="68632"/>
                  </a:lnTo>
                  <a:lnTo>
                    <a:pt x="5951033" y="68632"/>
                  </a:lnTo>
                  <a:lnTo>
                    <a:pt x="5951127" y="68632"/>
                  </a:lnTo>
                  <a:lnTo>
                    <a:pt x="5951221" y="68632"/>
                  </a:lnTo>
                  <a:lnTo>
                    <a:pt x="5951315" y="68632"/>
                  </a:lnTo>
                  <a:lnTo>
                    <a:pt x="5951409" y="68632"/>
                  </a:lnTo>
                  <a:lnTo>
                    <a:pt x="5951503" y="68632"/>
                  </a:lnTo>
                  <a:lnTo>
                    <a:pt x="5951597" y="68632"/>
                  </a:lnTo>
                  <a:lnTo>
                    <a:pt x="5951691" y="68632"/>
                  </a:lnTo>
                  <a:lnTo>
                    <a:pt x="5951785" y="68632"/>
                  </a:lnTo>
                  <a:lnTo>
                    <a:pt x="5951879" y="68632"/>
                  </a:lnTo>
                  <a:lnTo>
                    <a:pt x="5951973" y="68632"/>
                  </a:lnTo>
                  <a:lnTo>
                    <a:pt x="5952067" y="68632"/>
                  </a:lnTo>
                  <a:lnTo>
                    <a:pt x="5952161" y="68632"/>
                  </a:lnTo>
                  <a:lnTo>
                    <a:pt x="5952255" y="68632"/>
                  </a:lnTo>
                  <a:lnTo>
                    <a:pt x="5952349" y="68632"/>
                  </a:lnTo>
                  <a:lnTo>
                    <a:pt x="5952443" y="68632"/>
                  </a:lnTo>
                  <a:lnTo>
                    <a:pt x="5952537" y="68632"/>
                  </a:lnTo>
                  <a:lnTo>
                    <a:pt x="5952631" y="68632"/>
                  </a:lnTo>
                  <a:lnTo>
                    <a:pt x="5952725" y="68632"/>
                  </a:lnTo>
                  <a:lnTo>
                    <a:pt x="5952819" y="68632"/>
                  </a:lnTo>
                  <a:lnTo>
                    <a:pt x="5952913" y="68632"/>
                  </a:lnTo>
                  <a:lnTo>
                    <a:pt x="5953007" y="68632"/>
                  </a:lnTo>
                  <a:lnTo>
                    <a:pt x="5953101" y="68632"/>
                  </a:lnTo>
                  <a:lnTo>
                    <a:pt x="5953195" y="68632"/>
                  </a:lnTo>
                  <a:lnTo>
                    <a:pt x="5953289" y="68632"/>
                  </a:lnTo>
                  <a:lnTo>
                    <a:pt x="5953383" y="68632"/>
                  </a:lnTo>
                  <a:lnTo>
                    <a:pt x="5953477" y="68632"/>
                  </a:lnTo>
                  <a:lnTo>
                    <a:pt x="5953571" y="68632"/>
                  </a:lnTo>
                  <a:lnTo>
                    <a:pt x="5953665" y="68632"/>
                  </a:lnTo>
                  <a:lnTo>
                    <a:pt x="5953759" y="68632"/>
                  </a:lnTo>
                  <a:lnTo>
                    <a:pt x="5953853" y="68632"/>
                  </a:lnTo>
                  <a:lnTo>
                    <a:pt x="5953947" y="68632"/>
                  </a:lnTo>
                  <a:lnTo>
                    <a:pt x="5954041" y="68632"/>
                  </a:lnTo>
                  <a:lnTo>
                    <a:pt x="5954135" y="68632"/>
                  </a:lnTo>
                  <a:lnTo>
                    <a:pt x="5954230" y="68632"/>
                  </a:lnTo>
                  <a:lnTo>
                    <a:pt x="5954324" y="68632"/>
                  </a:lnTo>
                  <a:lnTo>
                    <a:pt x="5954418" y="68632"/>
                  </a:lnTo>
                  <a:lnTo>
                    <a:pt x="5954512" y="68632"/>
                  </a:lnTo>
                  <a:lnTo>
                    <a:pt x="5954606" y="68632"/>
                  </a:lnTo>
                  <a:lnTo>
                    <a:pt x="5954700" y="68632"/>
                  </a:lnTo>
                  <a:lnTo>
                    <a:pt x="5954794" y="68632"/>
                  </a:lnTo>
                  <a:lnTo>
                    <a:pt x="5954888" y="68632"/>
                  </a:lnTo>
                  <a:lnTo>
                    <a:pt x="5954982" y="68632"/>
                  </a:lnTo>
                  <a:lnTo>
                    <a:pt x="5955076" y="68632"/>
                  </a:lnTo>
                  <a:lnTo>
                    <a:pt x="5955170" y="68632"/>
                  </a:lnTo>
                  <a:lnTo>
                    <a:pt x="5955264" y="68632"/>
                  </a:lnTo>
                  <a:lnTo>
                    <a:pt x="5955358" y="68632"/>
                  </a:lnTo>
                  <a:lnTo>
                    <a:pt x="5955452" y="68632"/>
                  </a:lnTo>
                  <a:lnTo>
                    <a:pt x="5955546" y="68632"/>
                  </a:lnTo>
                  <a:lnTo>
                    <a:pt x="5955640" y="68632"/>
                  </a:lnTo>
                  <a:lnTo>
                    <a:pt x="5955734" y="68632"/>
                  </a:lnTo>
                  <a:lnTo>
                    <a:pt x="5955828" y="68632"/>
                  </a:lnTo>
                  <a:lnTo>
                    <a:pt x="5955922" y="68632"/>
                  </a:lnTo>
                  <a:lnTo>
                    <a:pt x="5956016" y="68632"/>
                  </a:lnTo>
                  <a:lnTo>
                    <a:pt x="5956110" y="68632"/>
                  </a:lnTo>
                  <a:lnTo>
                    <a:pt x="5956204" y="68632"/>
                  </a:lnTo>
                  <a:lnTo>
                    <a:pt x="5956298" y="68632"/>
                  </a:lnTo>
                  <a:lnTo>
                    <a:pt x="5956392" y="68632"/>
                  </a:lnTo>
                  <a:lnTo>
                    <a:pt x="5956486" y="68632"/>
                  </a:lnTo>
                  <a:lnTo>
                    <a:pt x="5956580" y="68632"/>
                  </a:lnTo>
                  <a:lnTo>
                    <a:pt x="5956674" y="68632"/>
                  </a:lnTo>
                  <a:lnTo>
                    <a:pt x="5956768" y="68632"/>
                  </a:lnTo>
                  <a:lnTo>
                    <a:pt x="5956862" y="68632"/>
                  </a:lnTo>
                  <a:lnTo>
                    <a:pt x="5956956" y="68632"/>
                  </a:lnTo>
                  <a:lnTo>
                    <a:pt x="5957050" y="68632"/>
                  </a:lnTo>
                  <a:lnTo>
                    <a:pt x="5957144" y="68632"/>
                  </a:lnTo>
                  <a:lnTo>
                    <a:pt x="5957238" y="68632"/>
                  </a:lnTo>
                  <a:lnTo>
                    <a:pt x="5957332" y="68632"/>
                  </a:lnTo>
                  <a:lnTo>
                    <a:pt x="5957426" y="68632"/>
                  </a:lnTo>
                  <a:lnTo>
                    <a:pt x="5957520" y="68632"/>
                  </a:lnTo>
                  <a:lnTo>
                    <a:pt x="5957614" y="68632"/>
                  </a:lnTo>
                  <a:lnTo>
                    <a:pt x="5957708" y="68632"/>
                  </a:lnTo>
                  <a:lnTo>
                    <a:pt x="5957803" y="68632"/>
                  </a:lnTo>
                  <a:lnTo>
                    <a:pt x="5957897" y="68632"/>
                  </a:lnTo>
                  <a:lnTo>
                    <a:pt x="5957991" y="68632"/>
                  </a:lnTo>
                  <a:lnTo>
                    <a:pt x="5958085" y="68632"/>
                  </a:lnTo>
                  <a:lnTo>
                    <a:pt x="5958179" y="68632"/>
                  </a:lnTo>
                  <a:lnTo>
                    <a:pt x="5958273" y="68632"/>
                  </a:lnTo>
                  <a:lnTo>
                    <a:pt x="5958367" y="68632"/>
                  </a:lnTo>
                  <a:lnTo>
                    <a:pt x="5958461" y="68632"/>
                  </a:lnTo>
                  <a:lnTo>
                    <a:pt x="5958555" y="68632"/>
                  </a:lnTo>
                  <a:lnTo>
                    <a:pt x="5958649" y="68632"/>
                  </a:lnTo>
                  <a:lnTo>
                    <a:pt x="5958743" y="68632"/>
                  </a:lnTo>
                  <a:lnTo>
                    <a:pt x="5958837" y="68632"/>
                  </a:lnTo>
                  <a:lnTo>
                    <a:pt x="5958931" y="68632"/>
                  </a:lnTo>
                  <a:lnTo>
                    <a:pt x="5959025" y="68632"/>
                  </a:lnTo>
                  <a:lnTo>
                    <a:pt x="5959119" y="68632"/>
                  </a:lnTo>
                  <a:lnTo>
                    <a:pt x="5959213" y="68632"/>
                  </a:lnTo>
                  <a:lnTo>
                    <a:pt x="5959307" y="68632"/>
                  </a:lnTo>
                  <a:lnTo>
                    <a:pt x="5959401" y="68632"/>
                  </a:lnTo>
                  <a:lnTo>
                    <a:pt x="5959495" y="68632"/>
                  </a:lnTo>
                  <a:lnTo>
                    <a:pt x="5959589" y="68632"/>
                  </a:lnTo>
                  <a:lnTo>
                    <a:pt x="5959683" y="68632"/>
                  </a:lnTo>
                  <a:lnTo>
                    <a:pt x="5959777" y="68632"/>
                  </a:lnTo>
                  <a:lnTo>
                    <a:pt x="5959871" y="68632"/>
                  </a:lnTo>
                  <a:lnTo>
                    <a:pt x="5959965" y="68632"/>
                  </a:lnTo>
                  <a:lnTo>
                    <a:pt x="5960059" y="68632"/>
                  </a:lnTo>
                  <a:lnTo>
                    <a:pt x="5960153" y="68632"/>
                  </a:lnTo>
                  <a:lnTo>
                    <a:pt x="5960247" y="68632"/>
                  </a:lnTo>
                  <a:lnTo>
                    <a:pt x="5960341" y="68632"/>
                  </a:lnTo>
                  <a:lnTo>
                    <a:pt x="5960435" y="68632"/>
                  </a:lnTo>
                  <a:lnTo>
                    <a:pt x="5960529" y="68632"/>
                  </a:lnTo>
                  <a:lnTo>
                    <a:pt x="5960623" y="68632"/>
                  </a:lnTo>
                  <a:lnTo>
                    <a:pt x="5960717" y="68632"/>
                  </a:lnTo>
                  <a:lnTo>
                    <a:pt x="5960811" y="68632"/>
                  </a:lnTo>
                  <a:lnTo>
                    <a:pt x="5960905" y="68632"/>
                  </a:lnTo>
                  <a:lnTo>
                    <a:pt x="5960999" y="68632"/>
                  </a:lnTo>
                  <a:lnTo>
                    <a:pt x="5961093" y="68632"/>
                  </a:lnTo>
                  <a:lnTo>
                    <a:pt x="5961187" y="68632"/>
                  </a:lnTo>
                  <a:lnTo>
                    <a:pt x="5961281" y="68632"/>
                  </a:lnTo>
                  <a:lnTo>
                    <a:pt x="5961376" y="68632"/>
                  </a:lnTo>
                  <a:lnTo>
                    <a:pt x="5961470" y="68632"/>
                  </a:lnTo>
                  <a:lnTo>
                    <a:pt x="5961564" y="68632"/>
                  </a:lnTo>
                  <a:lnTo>
                    <a:pt x="5961658" y="68632"/>
                  </a:lnTo>
                  <a:lnTo>
                    <a:pt x="5961752" y="68632"/>
                  </a:lnTo>
                  <a:lnTo>
                    <a:pt x="5961846" y="68632"/>
                  </a:lnTo>
                  <a:lnTo>
                    <a:pt x="5961940" y="68632"/>
                  </a:lnTo>
                  <a:lnTo>
                    <a:pt x="5962034" y="68632"/>
                  </a:lnTo>
                  <a:lnTo>
                    <a:pt x="5962128" y="68632"/>
                  </a:lnTo>
                  <a:lnTo>
                    <a:pt x="5962222" y="68632"/>
                  </a:lnTo>
                  <a:lnTo>
                    <a:pt x="5962316" y="68632"/>
                  </a:lnTo>
                  <a:lnTo>
                    <a:pt x="5962410" y="68632"/>
                  </a:lnTo>
                  <a:lnTo>
                    <a:pt x="5962504" y="68632"/>
                  </a:lnTo>
                  <a:lnTo>
                    <a:pt x="5962598" y="68632"/>
                  </a:lnTo>
                  <a:lnTo>
                    <a:pt x="5962692" y="68632"/>
                  </a:lnTo>
                  <a:lnTo>
                    <a:pt x="5962786" y="68632"/>
                  </a:lnTo>
                  <a:lnTo>
                    <a:pt x="5962880" y="68632"/>
                  </a:lnTo>
                  <a:lnTo>
                    <a:pt x="5962974" y="68632"/>
                  </a:lnTo>
                  <a:lnTo>
                    <a:pt x="5963068" y="68632"/>
                  </a:lnTo>
                  <a:lnTo>
                    <a:pt x="5963162" y="68632"/>
                  </a:lnTo>
                  <a:lnTo>
                    <a:pt x="5963256" y="68632"/>
                  </a:lnTo>
                  <a:lnTo>
                    <a:pt x="5963350" y="68632"/>
                  </a:lnTo>
                  <a:lnTo>
                    <a:pt x="5963444" y="68632"/>
                  </a:lnTo>
                  <a:lnTo>
                    <a:pt x="5963538" y="68632"/>
                  </a:lnTo>
                  <a:lnTo>
                    <a:pt x="5963632" y="68632"/>
                  </a:lnTo>
                  <a:lnTo>
                    <a:pt x="5963726" y="68632"/>
                  </a:lnTo>
                  <a:lnTo>
                    <a:pt x="5963820" y="68632"/>
                  </a:lnTo>
                  <a:lnTo>
                    <a:pt x="5963914" y="68632"/>
                  </a:lnTo>
                  <a:lnTo>
                    <a:pt x="5964008" y="68632"/>
                  </a:lnTo>
                  <a:lnTo>
                    <a:pt x="5964102" y="68632"/>
                  </a:lnTo>
                  <a:lnTo>
                    <a:pt x="5964196" y="68632"/>
                  </a:lnTo>
                  <a:lnTo>
                    <a:pt x="5964290" y="68632"/>
                  </a:lnTo>
                  <a:lnTo>
                    <a:pt x="5964384" y="68632"/>
                  </a:lnTo>
                  <a:lnTo>
                    <a:pt x="5964478" y="68632"/>
                  </a:lnTo>
                  <a:lnTo>
                    <a:pt x="5964572" y="68632"/>
                  </a:lnTo>
                  <a:lnTo>
                    <a:pt x="5964666" y="68632"/>
                  </a:lnTo>
                  <a:lnTo>
                    <a:pt x="5964760" y="68632"/>
                  </a:lnTo>
                  <a:lnTo>
                    <a:pt x="5964855" y="68632"/>
                  </a:lnTo>
                  <a:lnTo>
                    <a:pt x="5964949" y="68632"/>
                  </a:lnTo>
                  <a:lnTo>
                    <a:pt x="5965043" y="68632"/>
                  </a:lnTo>
                  <a:lnTo>
                    <a:pt x="5965137" y="68632"/>
                  </a:lnTo>
                  <a:lnTo>
                    <a:pt x="5965231" y="68632"/>
                  </a:lnTo>
                  <a:lnTo>
                    <a:pt x="5965325" y="68632"/>
                  </a:lnTo>
                  <a:lnTo>
                    <a:pt x="5965419" y="68632"/>
                  </a:lnTo>
                  <a:lnTo>
                    <a:pt x="5965513" y="68632"/>
                  </a:lnTo>
                  <a:lnTo>
                    <a:pt x="5965607" y="68632"/>
                  </a:lnTo>
                  <a:lnTo>
                    <a:pt x="5965701" y="68632"/>
                  </a:lnTo>
                  <a:lnTo>
                    <a:pt x="5965795" y="68632"/>
                  </a:lnTo>
                  <a:lnTo>
                    <a:pt x="5965889" y="68632"/>
                  </a:lnTo>
                  <a:lnTo>
                    <a:pt x="5965983" y="68632"/>
                  </a:lnTo>
                  <a:lnTo>
                    <a:pt x="5966077" y="68632"/>
                  </a:lnTo>
                  <a:lnTo>
                    <a:pt x="5966171" y="68632"/>
                  </a:lnTo>
                  <a:lnTo>
                    <a:pt x="5966265" y="68632"/>
                  </a:lnTo>
                  <a:lnTo>
                    <a:pt x="5966359" y="68632"/>
                  </a:lnTo>
                  <a:lnTo>
                    <a:pt x="5966453" y="68632"/>
                  </a:lnTo>
                  <a:lnTo>
                    <a:pt x="5966547" y="68632"/>
                  </a:lnTo>
                  <a:lnTo>
                    <a:pt x="5966641" y="68632"/>
                  </a:lnTo>
                  <a:lnTo>
                    <a:pt x="5966735" y="68632"/>
                  </a:lnTo>
                  <a:lnTo>
                    <a:pt x="5966829" y="68632"/>
                  </a:lnTo>
                  <a:lnTo>
                    <a:pt x="5966923" y="68632"/>
                  </a:lnTo>
                  <a:lnTo>
                    <a:pt x="5967017" y="68632"/>
                  </a:lnTo>
                  <a:lnTo>
                    <a:pt x="5967111" y="68632"/>
                  </a:lnTo>
                  <a:lnTo>
                    <a:pt x="5967205" y="68632"/>
                  </a:lnTo>
                  <a:lnTo>
                    <a:pt x="5967299" y="68632"/>
                  </a:lnTo>
                  <a:lnTo>
                    <a:pt x="5967393" y="68632"/>
                  </a:lnTo>
                  <a:lnTo>
                    <a:pt x="5967487" y="68632"/>
                  </a:lnTo>
                  <a:lnTo>
                    <a:pt x="5967581" y="68632"/>
                  </a:lnTo>
                  <a:lnTo>
                    <a:pt x="5967675" y="68632"/>
                  </a:lnTo>
                  <a:lnTo>
                    <a:pt x="5967769" y="68632"/>
                  </a:lnTo>
                  <a:lnTo>
                    <a:pt x="5967863" y="68632"/>
                  </a:lnTo>
                  <a:lnTo>
                    <a:pt x="5967957" y="68632"/>
                  </a:lnTo>
                  <a:lnTo>
                    <a:pt x="5968051" y="68632"/>
                  </a:lnTo>
                  <a:lnTo>
                    <a:pt x="5968145" y="68632"/>
                  </a:lnTo>
                  <a:lnTo>
                    <a:pt x="5968239" y="68632"/>
                  </a:lnTo>
                  <a:lnTo>
                    <a:pt x="5968333" y="68632"/>
                  </a:lnTo>
                  <a:lnTo>
                    <a:pt x="5968428" y="68632"/>
                  </a:lnTo>
                  <a:lnTo>
                    <a:pt x="5968522" y="68632"/>
                  </a:lnTo>
                  <a:lnTo>
                    <a:pt x="5968616" y="68632"/>
                  </a:lnTo>
                  <a:lnTo>
                    <a:pt x="5968710" y="68632"/>
                  </a:lnTo>
                  <a:lnTo>
                    <a:pt x="5968804" y="68632"/>
                  </a:lnTo>
                  <a:lnTo>
                    <a:pt x="5968898" y="68632"/>
                  </a:lnTo>
                  <a:lnTo>
                    <a:pt x="5968992" y="68632"/>
                  </a:lnTo>
                  <a:lnTo>
                    <a:pt x="5969086" y="68632"/>
                  </a:lnTo>
                  <a:lnTo>
                    <a:pt x="5969180" y="68632"/>
                  </a:lnTo>
                  <a:lnTo>
                    <a:pt x="5969274" y="68632"/>
                  </a:lnTo>
                  <a:lnTo>
                    <a:pt x="5969368" y="68632"/>
                  </a:lnTo>
                  <a:lnTo>
                    <a:pt x="5969462" y="68632"/>
                  </a:lnTo>
                  <a:lnTo>
                    <a:pt x="5969556" y="68632"/>
                  </a:lnTo>
                  <a:lnTo>
                    <a:pt x="5969650" y="68632"/>
                  </a:lnTo>
                  <a:lnTo>
                    <a:pt x="5969744" y="68632"/>
                  </a:lnTo>
                  <a:lnTo>
                    <a:pt x="5969838" y="68632"/>
                  </a:lnTo>
                  <a:lnTo>
                    <a:pt x="5969932" y="68632"/>
                  </a:lnTo>
                  <a:lnTo>
                    <a:pt x="5970026" y="68632"/>
                  </a:lnTo>
                  <a:lnTo>
                    <a:pt x="5970120" y="68632"/>
                  </a:lnTo>
                  <a:lnTo>
                    <a:pt x="5970214" y="68632"/>
                  </a:lnTo>
                  <a:lnTo>
                    <a:pt x="5970308" y="68632"/>
                  </a:lnTo>
                  <a:lnTo>
                    <a:pt x="5970402" y="68632"/>
                  </a:lnTo>
                  <a:lnTo>
                    <a:pt x="5970496" y="68632"/>
                  </a:lnTo>
                  <a:lnTo>
                    <a:pt x="5970590" y="68632"/>
                  </a:lnTo>
                  <a:lnTo>
                    <a:pt x="5970684" y="68632"/>
                  </a:lnTo>
                  <a:lnTo>
                    <a:pt x="5970778" y="68632"/>
                  </a:lnTo>
                  <a:lnTo>
                    <a:pt x="5970872" y="68632"/>
                  </a:lnTo>
                  <a:lnTo>
                    <a:pt x="5970966" y="68632"/>
                  </a:lnTo>
                  <a:lnTo>
                    <a:pt x="5971060" y="68632"/>
                  </a:lnTo>
                  <a:lnTo>
                    <a:pt x="5971154" y="68632"/>
                  </a:lnTo>
                  <a:lnTo>
                    <a:pt x="5971248" y="68632"/>
                  </a:lnTo>
                  <a:lnTo>
                    <a:pt x="5971342" y="68632"/>
                  </a:lnTo>
                  <a:lnTo>
                    <a:pt x="5971436" y="68632"/>
                  </a:lnTo>
                  <a:lnTo>
                    <a:pt x="5971530" y="68632"/>
                  </a:lnTo>
                  <a:lnTo>
                    <a:pt x="5971624" y="68632"/>
                  </a:lnTo>
                  <a:lnTo>
                    <a:pt x="5971718" y="68632"/>
                  </a:lnTo>
                  <a:lnTo>
                    <a:pt x="5971812" y="68632"/>
                  </a:lnTo>
                  <a:lnTo>
                    <a:pt x="5971906" y="68632"/>
                  </a:lnTo>
                  <a:lnTo>
                    <a:pt x="5972001" y="68632"/>
                  </a:lnTo>
                  <a:lnTo>
                    <a:pt x="5972095" y="68632"/>
                  </a:lnTo>
                  <a:lnTo>
                    <a:pt x="5972189" y="68632"/>
                  </a:lnTo>
                  <a:lnTo>
                    <a:pt x="5972283" y="68632"/>
                  </a:lnTo>
                  <a:lnTo>
                    <a:pt x="5972377" y="68632"/>
                  </a:lnTo>
                  <a:lnTo>
                    <a:pt x="5972471" y="68632"/>
                  </a:lnTo>
                  <a:lnTo>
                    <a:pt x="5972565" y="68632"/>
                  </a:lnTo>
                  <a:lnTo>
                    <a:pt x="5972659" y="68632"/>
                  </a:lnTo>
                  <a:lnTo>
                    <a:pt x="5972753" y="68632"/>
                  </a:lnTo>
                  <a:lnTo>
                    <a:pt x="5972847" y="68632"/>
                  </a:lnTo>
                  <a:lnTo>
                    <a:pt x="5972941" y="68632"/>
                  </a:lnTo>
                  <a:lnTo>
                    <a:pt x="5973035" y="68632"/>
                  </a:lnTo>
                  <a:lnTo>
                    <a:pt x="5973129" y="68632"/>
                  </a:lnTo>
                  <a:lnTo>
                    <a:pt x="5973223" y="68632"/>
                  </a:lnTo>
                  <a:lnTo>
                    <a:pt x="5973317" y="68632"/>
                  </a:lnTo>
                  <a:lnTo>
                    <a:pt x="5973411" y="68632"/>
                  </a:lnTo>
                  <a:lnTo>
                    <a:pt x="5973505" y="68632"/>
                  </a:lnTo>
                  <a:lnTo>
                    <a:pt x="5973599" y="68632"/>
                  </a:lnTo>
                  <a:lnTo>
                    <a:pt x="5973693" y="68632"/>
                  </a:lnTo>
                  <a:lnTo>
                    <a:pt x="5973787" y="68632"/>
                  </a:lnTo>
                  <a:lnTo>
                    <a:pt x="5973881" y="68632"/>
                  </a:lnTo>
                  <a:lnTo>
                    <a:pt x="5973975" y="68632"/>
                  </a:lnTo>
                  <a:lnTo>
                    <a:pt x="5974069" y="68632"/>
                  </a:lnTo>
                  <a:lnTo>
                    <a:pt x="5974163" y="68632"/>
                  </a:lnTo>
                  <a:lnTo>
                    <a:pt x="5974257" y="68632"/>
                  </a:lnTo>
                  <a:lnTo>
                    <a:pt x="5974351" y="68632"/>
                  </a:lnTo>
                  <a:lnTo>
                    <a:pt x="5974445" y="68632"/>
                  </a:lnTo>
                  <a:lnTo>
                    <a:pt x="5974539" y="68632"/>
                  </a:lnTo>
                  <a:lnTo>
                    <a:pt x="5974633" y="68632"/>
                  </a:lnTo>
                  <a:lnTo>
                    <a:pt x="5974727" y="68632"/>
                  </a:lnTo>
                  <a:lnTo>
                    <a:pt x="5974821" y="68632"/>
                  </a:lnTo>
                  <a:lnTo>
                    <a:pt x="5974915" y="68632"/>
                  </a:lnTo>
                  <a:lnTo>
                    <a:pt x="5975009" y="68632"/>
                  </a:lnTo>
                  <a:lnTo>
                    <a:pt x="5975103" y="68632"/>
                  </a:lnTo>
                  <a:lnTo>
                    <a:pt x="5975197" y="68632"/>
                  </a:lnTo>
                  <a:lnTo>
                    <a:pt x="5975291" y="68632"/>
                  </a:lnTo>
                  <a:lnTo>
                    <a:pt x="5975385" y="68632"/>
                  </a:lnTo>
                  <a:lnTo>
                    <a:pt x="5975480" y="68632"/>
                  </a:lnTo>
                  <a:lnTo>
                    <a:pt x="5975574" y="68632"/>
                  </a:lnTo>
                  <a:lnTo>
                    <a:pt x="5975668" y="68632"/>
                  </a:lnTo>
                  <a:lnTo>
                    <a:pt x="5975762" y="68632"/>
                  </a:lnTo>
                  <a:lnTo>
                    <a:pt x="5975856" y="68632"/>
                  </a:lnTo>
                  <a:lnTo>
                    <a:pt x="5975950" y="68632"/>
                  </a:lnTo>
                  <a:lnTo>
                    <a:pt x="5976044" y="68632"/>
                  </a:lnTo>
                  <a:lnTo>
                    <a:pt x="5976138" y="68632"/>
                  </a:lnTo>
                  <a:lnTo>
                    <a:pt x="5976232" y="68632"/>
                  </a:lnTo>
                  <a:lnTo>
                    <a:pt x="5976326" y="68632"/>
                  </a:lnTo>
                  <a:lnTo>
                    <a:pt x="5976420" y="68632"/>
                  </a:lnTo>
                  <a:lnTo>
                    <a:pt x="5976514" y="68632"/>
                  </a:lnTo>
                  <a:lnTo>
                    <a:pt x="5976608" y="68632"/>
                  </a:lnTo>
                  <a:lnTo>
                    <a:pt x="5976702" y="68632"/>
                  </a:lnTo>
                  <a:lnTo>
                    <a:pt x="5976796" y="68632"/>
                  </a:lnTo>
                  <a:lnTo>
                    <a:pt x="5976890" y="68632"/>
                  </a:lnTo>
                  <a:lnTo>
                    <a:pt x="5976984" y="68632"/>
                  </a:lnTo>
                  <a:lnTo>
                    <a:pt x="5977078" y="68632"/>
                  </a:lnTo>
                  <a:lnTo>
                    <a:pt x="5977172" y="68632"/>
                  </a:lnTo>
                  <a:lnTo>
                    <a:pt x="5977266" y="68632"/>
                  </a:lnTo>
                  <a:lnTo>
                    <a:pt x="5977360" y="68632"/>
                  </a:lnTo>
                  <a:lnTo>
                    <a:pt x="5977454" y="68632"/>
                  </a:lnTo>
                  <a:lnTo>
                    <a:pt x="5977548" y="68632"/>
                  </a:lnTo>
                  <a:lnTo>
                    <a:pt x="5977642" y="68632"/>
                  </a:lnTo>
                  <a:lnTo>
                    <a:pt x="5977736" y="68632"/>
                  </a:lnTo>
                  <a:lnTo>
                    <a:pt x="5977830" y="68632"/>
                  </a:lnTo>
                  <a:lnTo>
                    <a:pt x="5977924" y="68632"/>
                  </a:lnTo>
                  <a:lnTo>
                    <a:pt x="5978018" y="68632"/>
                  </a:lnTo>
                  <a:lnTo>
                    <a:pt x="5978112" y="68632"/>
                  </a:lnTo>
                  <a:lnTo>
                    <a:pt x="5978206" y="68632"/>
                  </a:lnTo>
                  <a:lnTo>
                    <a:pt x="5978300" y="68632"/>
                  </a:lnTo>
                  <a:lnTo>
                    <a:pt x="5978394" y="68632"/>
                  </a:lnTo>
                  <a:lnTo>
                    <a:pt x="5978488" y="68632"/>
                  </a:lnTo>
                  <a:lnTo>
                    <a:pt x="5978582" y="68632"/>
                  </a:lnTo>
                  <a:lnTo>
                    <a:pt x="5978676" y="68632"/>
                  </a:lnTo>
                  <a:lnTo>
                    <a:pt x="5978770" y="68632"/>
                  </a:lnTo>
                  <a:lnTo>
                    <a:pt x="5978864" y="68632"/>
                  </a:lnTo>
                  <a:lnTo>
                    <a:pt x="5978958" y="68632"/>
                  </a:lnTo>
                  <a:lnTo>
                    <a:pt x="5979053" y="68632"/>
                  </a:lnTo>
                  <a:lnTo>
                    <a:pt x="5979147" y="68632"/>
                  </a:lnTo>
                  <a:lnTo>
                    <a:pt x="5979241" y="68632"/>
                  </a:lnTo>
                  <a:lnTo>
                    <a:pt x="5979335" y="68632"/>
                  </a:lnTo>
                  <a:lnTo>
                    <a:pt x="5979429" y="68632"/>
                  </a:lnTo>
                  <a:lnTo>
                    <a:pt x="5979523" y="68632"/>
                  </a:lnTo>
                  <a:lnTo>
                    <a:pt x="5979617" y="68632"/>
                  </a:lnTo>
                  <a:lnTo>
                    <a:pt x="5979711" y="68632"/>
                  </a:lnTo>
                  <a:lnTo>
                    <a:pt x="5979805" y="68632"/>
                  </a:lnTo>
                  <a:lnTo>
                    <a:pt x="5979899" y="68632"/>
                  </a:lnTo>
                  <a:lnTo>
                    <a:pt x="5979993" y="68632"/>
                  </a:lnTo>
                  <a:lnTo>
                    <a:pt x="5980087" y="68632"/>
                  </a:lnTo>
                  <a:lnTo>
                    <a:pt x="5980181" y="68632"/>
                  </a:lnTo>
                  <a:lnTo>
                    <a:pt x="5980275" y="68632"/>
                  </a:lnTo>
                  <a:lnTo>
                    <a:pt x="5980369" y="68632"/>
                  </a:lnTo>
                  <a:lnTo>
                    <a:pt x="5980463" y="68632"/>
                  </a:lnTo>
                  <a:lnTo>
                    <a:pt x="5980557" y="68632"/>
                  </a:lnTo>
                  <a:lnTo>
                    <a:pt x="5980651" y="68632"/>
                  </a:lnTo>
                  <a:lnTo>
                    <a:pt x="5980745" y="68632"/>
                  </a:lnTo>
                  <a:lnTo>
                    <a:pt x="5980839" y="68632"/>
                  </a:lnTo>
                  <a:lnTo>
                    <a:pt x="5980933" y="68632"/>
                  </a:lnTo>
                  <a:lnTo>
                    <a:pt x="5981027" y="68632"/>
                  </a:lnTo>
                  <a:lnTo>
                    <a:pt x="5981121" y="68632"/>
                  </a:lnTo>
                  <a:lnTo>
                    <a:pt x="5981215" y="68632"/>
                  </a:lnTo>
                  <a:lnTo>
                    <a:pt x="5981309" y="68632"/>
                  </a:lnTo>
                  <a:lnTo>
                    <a:pt x="5981403" y="68632"/>
                  </a:lnTo>
                  <a:lnTo>
                    <a:pt x="5981497" y="68632"/>
                  </a:lnTo>
                  <a:lnTo>
                    <a:pt x="5981591" y="68632"/>
                  </a:lnTo>
                  <a:lnTo>
                    <a:pt x="5981685" y="68632"/>
                  </a:lnTo>
                  <a:lnTo>
                    <a:pt x="5981779" y="68632"/>
                  </a:lnTo>
                  <a:lnTo>
                    <a:pt x="5981873" y="68632"/>
                  </a:lnTo>
                  <a:lnTo>
                    <a:pt x="5981967" y="68632"/>
                  </a:lnTo>
                  <a:lnTo>
                    <a:pt x="5982061" y="68632"/>
                  </a:lnTo>
                  <a:lnTo>
                    <a:pt x="5982155" y="68632"/>
                  </a:lnTo>
                  <a:lnTo>
                    <a:pt x="5982249" y="68632"/>
                  </a:lnTo>
                  <a:lnTo>
                    <a:pt x="5982343" y="68632"/>
                  </a:lnTo>
                  <a:lnTo>
                    <a:pt x="5982437" y="68632"/>
                  </a:lnTo>
                  <a:lnTo>
                    <a:pt x="5982531" y="68632"/>
                  </a:lnTo>
                  <a:lnTo>
                    <a:pt x="5982626" y="68632"/>
                  </a:lnTo>
                  <a:lnTo>
                    <a:pt x="5982720" y="68632"/>
                  </a:lnTo>
                  <a:lnTo>
                    <a:pt x="5982814" y="68632"/>
                  </a:lnTo>
                  <a:lnTo>
                    <a:pt x="5982908" y="68632"/>
                  </a:lnTo>
                  <a:lnTo>
                    <a:pt x="5983002" y="68632"/>
                  </a:lnTo>
                  <a:lnTo>
                    <a:pt x="5983096" y="68632"/>
                  </a:lnTo>
                  <a:lnTo>
                    <a:pt x="5983190" y="68632"/>
                  </a:lnTo>
                  <a:lnTo>
                    <a:pt x="5983284" y="68632"/>
                  </a:lnTo>
                  <a:lnTo>
                    <a:pt x="5983378" y="68632"/>
                  </a:lnTo>
                  <a:lnTo>
                    <a:pt x="5983472" y="68632"/>
                  </a:lnTo>
                  <a:lnTo>
                    <a:pt x="5983566" y="68632"/>
                  </a:lnTo>
                  <a:lnTo>
                    <a:pt x="5983660" y="68632"/>
                  </a:lnTo>
                  <a:lnTo>
                    <a:pt x="5983754" y="68632"/>
                  </a:lnTo>
                  <a:lnTo>
                    <a:pt x="5983848" y="68632"/>
                  </a:lnTo>
                  <a:lnTo>
                    <a:pt x="5983942" y="68632"/>
                  </a:lnTo>
                  <a:lnTo>
                    <a:pt x="5984036" y="68632"/>
                  </a:lnTo>
                  <a:lnTo>
                    <a:pt x="5984130" y="68632"/>
                  </a:lnTo>
                  <a:lnTo>
                    <a:pt x="5984224" y="68632"/>
                  </a:lnTo>
                  <a:lnTo>
                    <a:pt x="5984318" y="68632"/>
                  </a:lnTo>
                  <a:lnTo>
                    <a:pt x="5984412" y="68632"/>
                  </a:lnTo>
                  <a:lnTo>
                    <a:pt x="5984506" y="68632"/>
                  </a:lnTo>
                  <a:lnTo>
                    <a:pt x="5984600" y="68632"/>
                  </a:lnTo>
                  <a:lnTo>
                    <a:pt x="5984694" y="68632"/>
                  </a:lnTo>
                  <a:lnTo>
                    <a:pt x="5984788" y="68632"/>
                  </a:lnTo>
                  <a:lnTo>
                    <a:pt x="5984882" y="68632"/>
                  </a:lnTo>
                  <a:lnTo>
                    <a:pt x="5984976" y="68632"/>
                  </a:lnTo>
                  <a:lnTo>
                    <a:pt x="5985070" y="68632"/>
                  </a:lnTo>
                  <a:lnTo>
                    <a:pt x="5985164" y="68632"/>
                  </a:lnTo>
                  <a:lnTo>
                    <a:pt x="5985258" y="68632"/>
                  </a:lnTo>
                  <a:lnTo>
                    <a:pt x="5985352" y="68632"/>
                  </a:lnTo>
                  <a:lnTo>
                    <a:pt x="5985446" y="68632"/>
                  </a:lnTo>
                  <a:lnTo>
                    <a:pt x="5985540" y="68632"/>
                  </a:lnTo>
                  <a:lnTo>
                    <a:pt x="5985634" y="68632"/>
                  </a:lnTo>
                  <a:lnTo>
                    <a:pt x="5985728" y="68632"/>
                  </a:lnTo>
                  <a:lnTo>
                    <a:pt x="5985822" y="68632"/>
                  </a:lnTo>
                  <a:lnTo>
                    <a:pt x="5985916" y="68632"/>
                  </a:lnTo>
                  <a:lnTo>
                    <a:pt x="5986010" y="68632"/>
                  </a:lnTo>
                  <a:lnTo>
                    <a:pt x="5986105" y="68632"/>
                  </a:lnTo>
                  <a:lnTo>
                    <a:pt x="5986199" y="68632"/>
                  </a:lnTo>
                  <a:lnTo>
                    <a:pt x="5986293" y="68632"/>
                  </a:lnTo>
                  <a:lnTo>
                    <a:pt x="5986387" y="68632"/>
                  </a:lnTo>
                  <a:lnTo>
                    <a:pt x="5986481" y="68632"/>
                  </a:lnTo>
                  <a:lnTo>
                    <a:pt x="5986575" y="68632"/>
                  </a:lnTo>
                  <a:lnTo>
                    <a:pt x="5986669" y="68632"/>
                  </a:lnTo>
                  <a:lnTo>
                    <a:pt x="5986763" y="68632"/>
                  </a:lnTo>
                  <a:lnTo>
                    <a:pt x="5986857" y="68632"/>
                  </a:lnTo>
                  <a:lnTo>
                    <a:pt x="5986951" y="68632"/>
                  </a:lnTo>
                  <a:lnTo>
                    <a:pt x="5987045" y="68632"/>
                  </a:lnTo>
                  <a:lnTo>
                    <a:pt x="5987139" y="68632"/>
                  </a:lnTo>
                  <a:lnTo>
                    <a:pt x="5987233" y="68632"/>
                  </a:lnTo>
                  <a:lnTo>
                    <a:pt x="5987327" y="68632"/>
                  </a:lnTo>
                  <a:lnTo>
                    <a:pt x="5987421" y="68632"/>
                  </a:lnTo>
                  <a:lnTo>
                    <a:pt x="5987515" y="68632"/>
                  </a:lnTo>
                  <a:lnTo>
                    <a:pt x="5987609" y="68632"/>
                  </a:lnTo>
                  <a:lnTo>
                    <a:pt x="5987703" y="68632"/>
                  </a:lnTo>
                  <a:lnTo>
                    <a:pt x="5987797" y="68632"/>
                  </a:lnTo>
                  <a:lnTo>
                    <a:pt x="5987891" y="68632"/>
                  </a:lnTo>
                  <a:lnTo>
                    <a:pt x="5987985" y="68632"/>
                  </a:lnTo>
                  <a:lnTo>
                    <a:pt x="5988079" y="68632"/>
                  </a:lnTo>
                  <a:lnTo>
                    <a:pt x="5988173" y="68632"/>
                  </a:lnTo>
                  <a:lnTo>
                    <a:pt x="5988173" y="63353"/>
                  </a:lnTo>
                  <a:lnTo>
                    <a:pt x="5988267" y="63353"/>
                  </a:lnTo>
                  <a:lnTo>
                    <a:pt x="5988361" y="63353"/>
                  </a:lnTo>
                  <a:lnTo>
                    <a:pt x="5988455" y="63353"/>
                  </a:lnTo>
                  <a:lnTo>
                    <a:pt x="5988549" y="63353"/>
                  </a:lnTo>
                  <a:lnTo>
                    <a:pt x="5988643" y="63353"/>
                  </a:lnTo>
                  <a:lnTo>
                    <a:pt x="5988737" y="63353"/>
                  </a:lnTo>
                  <a:lnTo>
                    <a:pt x="5988831" y="63353"/>
                  </a:lnTo>
                  <a:lnTo>
                    <a:pt x="5988925" y="63353"/>
                  </a:lnTo>
                  <a:lnTo>
                    <a:pt x="5989019" y="63353"/>
                  </a:lnTo>
                  <a:lnTo>
                    <a:pt x="5989113" y="63353"/>
                  </a:lnTo>
                  <a:lnTo>
                    <a:pt x="5989207" y="63353"/>
                  </a:lnTo>
                  <a:lnTo>
                    <a:pt x="5989301" y="63353"/>
                  </a:lnTo>
                  <a:lnTo>
                    <a:pt x="5989395" y="63353"/>
                  </a:lnTo>
                  <a:lnTo>
                    <a:pt x="5989489" y="63353"/>
                  </a:lnTo>
                  <a:lnTo>
                    <a:pt x="5989583" y="63353"/>
                  </a:lnTo>
                  <a:lnTo>
                    <a:pt x="5989678" y="63353"/>
                  </a:lnTo>
                  <a:lnTo>
                    <a:pt x="5989772" y="63353"/>
                  </a:lnTo>
                  <a:lnTo>
                    <a:pt x="5989866" y="63353"/>
                  </a:lnTo>
                  <a:lnTo>
                    <a:pt x="5989960" y="63353"/>
                  </a:lnTo>
                  <a:lnTo>
                    <a:pt x="5990054" y="63353"/>
                  </a:lnTo>
                  <a:lnTo>
                    <a:pt x="5990148" y="63353"/>
                  </a:lnTo>
                  <a:lnTo>
                    <a:pt x="5990242" y="63353"/>
                  </a:lnTo>
                  <a:lnTo>
                    <a:pt x="5990336" y="63353"/>
                  </a:lnTo>
                  <a:lnTo>
                    <a:pt x="5990430" y="63353"/>
                  </a:lnTo>
                  <a:lnTo>
                    <a:pt x="5990524" y="63353"/>
                  </a:lnTo>
                  <a:lnTo>
                    <a:pt x="5990618" y="63353"/>
                  </a:lnTo>
                  <a:lnTo>
                    <a:pt x="5990712" y="63353"/>
                  </a:lnTo>
                  <a:lnTo>
                    <a:pt x="5990806" y="63353"/>
                  </a:lnTo>
                  <a:lnTo>
                    <a:pt x="5990900" y="63353"/>
                  </a:lnTo>
                  <a:lnTo>
                    <a:pt x="5990994" y="63353"/>
                  </a:lnTo>
                  <a:lnTo>
                    <a:pt x="5991088" y="63353"/>
                  </a:lnTo>
                  <a:lnTo>
                    <a:pt x="5991182" y="63353"/>
                  </a:lnTo>
                  <a:lnTo>
                    <a:pt x="5991276" y="63353"/>
                  </a:lnTo>
                  <a:lnTo>
                    <a:pt x="5991370" y="63353"/>
                  </a:lnTo>
                  <a:lnTo>
                    <a:pt x="5991464" y="63353"/>
                  </a:lnTo>
                  <a:lnTo>
                    <a:pt x="5991558" y="63353"/>
                  </a:lnTo>
                  <a:lnTo>
                    <a:pt x="5991652" y="63353"/>
                  </a:lnTo>
                  <a:lnTo>
                    <a:pt x="5991746" y="63353"/>
                  </a:lnTo>
                  <a:lnTo>
                    <a:pt x="5991840" y="63353"/>
                  </a:lnTo>
                  <a:lnTo>
                    <a:pt x="5991934" y="63353"/>
                  </a:lnTo>
                  <a:lnTo>
                    <a:pt x="5992028" y="63353"/>
                  </a:lnTo>
                  <a:lnTo>
                    <a:pt x="5992122" y="63353"/>
                  </a:lnTo>
                  <a:lnTo>
                    <a:pt x="5992216" y="63353"/>
                  </a:lnTo>
                  <a:lnTo>
                    <a:pt x="5992310" y="63353"/>
                  </a:lnTo>
                  <a:lnTo>
                    <a:pt x="5992404" y="63353"/>
                  </a:lnTo>
                  <a:lnTo>
                    <a:pt x="5992498" y="63353"/>
                  </a:lnTo>
                  <a:lnTo>
                    <a:pt x="5992592" y="63353"/>
                  </a:lnTo>
                  <a:lnTo>
                    <a:pt x="5992686" y="63353"/>
                  </a:lnTo>
                  <a:lnTo>
                    <a:pt x="5992780" y="63353"/>
                  </a:lnTo>
                  <a:lnTo>
                    <a:pt x="5992874" y="63353"/>
                  </a:lnTo>
                  <a:lnTo>
                    <a:pt x="5992968" y="63353"/>
                  </a:lnTo>
                  <a:lnTo>
                    <a:pt x="5993062" y="63353"/>
                  </a:lnTo>
                  <a:lnTo>
                    <a:pt x="5993156" y="63353"/>
                  </a:lnTo>
                  <a:lnTo>
                    <a:pt x="5993251" y="63353"/>
                  </a:lnTo>
                  <a:lnTo>
                    <a:pt x="5993345" y="63353"/>
                  </a:lnTo>
                  <a:lnTo>
                    <a:pt x="5993439" y="63353"/>
                  </a:lnTo>
                  <a:lnTo>
                    <a:pt x="5993533" y="63353"/>
                  </a:lnTo>
                  <a:lnTo>
                    <a:pt x="5993627" y="63353"/>
                  </a:lnTo>
                  <a:lnTo>
                    <a:pt x="5993721" y="63353"/>
                  </a:lnTo>
                  <a:lnTo>
                    <a:pt x="5993815" y="63353"/>
                  </a:lnTo>
                  <a:lnTo>
                    <a:pt x="5993909" y="63353"/>
                  </a:lnTo>
                  <a:lnTo>
                    <a:pt x="5994003" y="63353"/>
                  </a:lnTo>
                  <a:lnTo>
                    <a:pt x="5994097" y="63353"/>
                  </a:lnTo>
                  <a:lnTo>
                    <a:pt x="5994191" y="63353"/>
                  </a:lnTo>
                  <a:lnTo>
                    <a:pt x="5994285" y="63353"/>
                  </a:lnTo>
                  <a:lnTo>
                    <a:pt x="5994379" y="63353"/>
                  </a:lnTo>
                  <a:lnTo>
                    <a:pt x="5994473" y="63353"/>
                  </a:lnTo>
                  <a:lnTo>
                    <a:pt x="5994567" y="63353"/>
                  </a:lnTo>
                  <a:lnTo>
                    <a:pt x="5994661" y="63353"/>
                  </a:lnTo>
                  <a:lnTo>
                    <a:pt x="5994755" y="63353"/>
                  </a:lnTo>
                  <a:lnTo>
                    <a:pt x="5994849" y="63353"/>
                  </a:lnTo>
                  <a:lnTo>
                    <a:pt x="5994943" y="63353"/>
                  </a:lnTo>
                  <a:lnTo>
                    <a:pt x="5995037" y="63353"/>
                  </a:lnTo>
                  <a:lnTo>
                    <a:pt x="5995131" y="63353"/>
                  </a:lnTo>
                  <a:lnTo>
                    <a:pt x="5995225" y="63353"/>
                  </a:lnTo>
                  <a:lnTo>
                    <a:pt x="5995319" y="63353"/>
                  </a:lnTo>
                  <a:lnTo>
                    <a:pt x="5995413" y="63353"/>
                  </a:lnTo>
                  <a:lnTo>
                    <a:pt x="5995507" y="63353"/>
                  </a:lnTo>
                  <a:lnTo>
                    <a:pt x="5995601" y="63353"/>
                  </a:lnTo>
                  <a:lnTo>
                    <a:pt x="5995695" y="63353"/>
                  </a:lnTo>
                  <a:lnTo>
                    <a:pt x="5995789" y="63353"/>
                  </a:lnTo>
                  <a:lnTo>
                    <a:pt x="5995883" y="63353"/>
                  </a:lnTo>
                  <a:lnTo>
                    <a:pt x="5995977" y="63353"/>
                  </a:lnTo>
                  <a:lnTo>
                    <a:pt x="5996071" y="63353"/>
                  </a:lnTo>
                  <a:lnTo>
                    <a:pt x="5996165" y="63353"/>
                  </a:lnTo>
                  <a:lnTo>
                    <a:pt x="5996259" y="63353"/>
                  </a:lnTo>
                  <a:lnTo>
                    <a:pt x="5996353" y="63353"/>
                  </a:lnTo>
                  <a:lnTo>
                    <a:pt x="5996447" y="63353"/>
                  </a:lnTo>
                  <a:lnTo>
                    <a:pt x="5996541" y="63353"/>
                  </a:lnTo>
                  <a:lnTo>
                    <a:pt x="5996635" y="63353"/>
                  </a:lnTo>
                  <a:lnTo>
                    <a:pt x="5996730" y="63353"/>
                  </a:lnTo>
                  <a:lnTo>
                    <a:pt x="5996824" y="63353"/>
                  </a:lnTo>
                  <a:lnTo>
                    <a:pt x="5996918" y="63353"/>
                  </a:lnTo>
                  <a:lnTo>
                    <a:pt x="5997012" y="63353"/>
                  </a:lnTo>
                  <a:lnTo>
                    <a:pt x="5997106" y="63353"/>
                  </a:lnTo>
                  <a:lnTo>
                    <a:pt x="5997200" y="63353"/>
                  </a:lnTo>
                  <a:lnTo>
                    <a:pt x="5997294" y="63353"/>
                  </a:lnTo>
                  <a:lnTo>
                    <a:pt x="5997388" y="63353"/>
                  </a:lnTo>
                  <a:lnTo>
                    <a:pt x="5997482" y="63353"/>
                  </a:lnTo>
                  <a:lnTo>
                    <a:pt x="5997576" y="63353"/>
                  </a:lnTo>
                  <a:lnTo>
                    <a:pt x="5997670" y="63353"/>
                  </a:lnTo>
                  <a:lnTo>
                    <a:pt x="5997764" y="63353"/>
                  </a:lnTo>
                  <a:lnTo>
                    <a:pt x="5997858" y="63353"/>
                  </a:lnTo>
                  <a:lnTo>
                    <a:pt x="5997952" y="63353"/>
                  </a:lnTo>
                  <a:lnTo>
                    <a:pt x="5998046" y="63353"/>
                  </a:lnTo>
                  <a:lnTo>
                    <a:pt x="5998140" y="63353"/>
                  </a:lnTo>
                  <a:lnTo>
                    <a:pt x="5998234" y="63353"/>
                  </a:lnTo>
                  <a:lnTo>
                    <a:pt x="5998328" y="63353"/>
                  </a:lnTo>
                  <a:lnTo>
                    <a:pt x="5998422" y="63353"/>
                  </a:lnTo>
                  <a:lnTo>
                    <a:pt x="5998516" y="63353"/>
                  </a:lnTo>
                  <a:lnTo>
                    <a:pt x="5998610" y="63353"/>
                  </a:lnTo>
                  <a:lnTo>
                    <a:pt x="5998704" y="63353"/>
                  </a:lnTo>
                  <a:lnTo>
                    <a:pt x="5998798" y="63353"/>
                  </a:lnTo>
                  <a:lnTo>
                    <a:pt x="5998892" y="63353"/>
                  </a:lnTo>
                  <a:lnTo>
                    <a:pt x="5998986" y="63353"/>
                  </a:lnTo>
                  <a:lnTo>
                    <a:pt x="5999080" y="63353"/>
                  </a:lnTo>
                  <a:lnTo>
                    <a:pt x="5999174" y="63353"/>
                  </a:lnTo>
                  <a:lnTo>
                    <a:pt x="5999268" y="63353"/>
                  </a:lnTo>
                  <a:lnTo>
                    <a:pt x="5999362" y="63353"/>
                  </a:lnTo>
                  <a:lnTo>
                    <a:pt x="5999456" y="63353"/>
                  </a:lnTo>
                  <a:lnTo>
                    <a:pt x="5999550" y="63353"/>
                  </a:lnTo>
                  <a:lnTo>
                    <a:pt x="5999644" y="63353"/>
                  </a:lnTo>
                  <a:lnTo>
                    <a:pt x="5999738" y="63353"/>
                  </a:lnTo>
                  <a:lnTo>
                    <a:pt x="5999832" y="63353"/>
                  </a:lnTo>
                  <a:lnTo>
                    <a:pt x="5999926" y="63353"/>
                  </a:lnTo>
                  <a:lnTo>
                    <a:pt x="6000020" y="63353"/>
                  </a:lnTo>
                  <a:lnTo>
                    <a:pt x="6000114" y="63353"/>
                  </a:lnTo>
                  <a:lnTo>
                    <a:pt x="6000208" y="63353"/>
                  </a:lnTo>
                  <a:lnTo>
                    <a:pt x="6000303" y="63353"/>
                  </a:lnTo>
                  <a:lnTo>
                    <a:pt x="6000397" y="63353"/>
                  </a:lnTo>
                  <a:lnTo>
                    <a:pt x="6000491" y="63353"/>
                  </a:lnTo>
                  <a:lnTo>
                    <a:pt x="6000585" y="63353"/>
                  </a:lnTo>
                  <a:lnTo>
                    <a:pt x="6000679" y="63353"/>
                  </a:lnTo>
                  <a:lnTo>
                    <a:pt x="6000773" y="63353"/>
                  </a:lnTo>
                  <a:lnTo>
                    <a:pt x="6000867" y="63353"/>
                  </a:lnTo>
                  <a:lnTo>
                    <a:pt x="6000961" y="63353"/>
                  </a:lnTo>
                  <a:lnTo>
                    <a:pt x="6001055" y="63353"/>
                  </a:lnTo>
                  <a:lnTo>
                    <a:pt x="6001149" y="63353"/>
                  </a:lnTo>
                  <a:lnTo>
                    <a:pt x="6001243" y="63353"/>
                  </a:lnTo>
                  <a:lnTo>
                    <a:pt x="6001337" y="63353"/>
                  </a:lnTo>
                  <a:lnTo>
                    <a:pt x="6001431" y="63353"/>
                  </a:lnTo>
                  <a:lnTo>
                    <a:pt x="6001525" y="63353"/>
                  </a:lnTo>
                  <a:lnTo>
                    <a:pt x="6001619" y="63353"/>
                  </a:lnTo>
                  <a:lnTo>
                    <a:pt x="6001713" y="63353"/>
                  </a:lnTo>
                  <a:lnTo>
                    <a:pt x="6001807" y="63353"/>
                  </a:lnTo>
                  <a:lnTo>
                    <a:pt x="6001901" y="63353"/>
                  </a:lnTo>
                  <a:lnTo>
                    <a:pt x="6001995" y="63353"/>
                  </a:lnTo>
                  <a:lnTo>
                    <a:pt x="6002089" y="63353"/>
                  </a:lnTo>
                  <a:lnTo>
                    <a:pt x="6002183" y="63353"/>
                  </a:lnTo>
                  <a:lnTo>
                    <a:pt x="6002277" y="63353"/>
                  </a:lnTo>
                  <a:lnTo>
                    <a:pt x="6002371" y="63353"/>
                  </a:lnTo>
                  <a:lnTo>
                    <a:pt x="6002465" y="63353"/>
                  </a:lnTo>
                  <a:lnTo>
                    <a:pt x="6002559" y="63353"/>
                  </a:lnTo>
                  <a:lnTo>
                    <a:pt x="6002653" y="63353"/>
                  </a:lnTo>
                  <a:lnTo>
                    <a:pt x="6002747" y="63353"/>
                  </a:lnTo>
                  <a:lnTo>
                    <a:pt x="6002841" y="63353"/>
                  </a:lnTo>
                  <a:lnTo>
                    <a:pt x="6002935" y="63353"/>
                  </a:lnTo>
                  <a:lnTo>
                    <a:pt x="6003029" y="63353"/>
                  </a:lnTo>
                  <a:lnTo>
                    <a:pt x="6003123" y="63353"/>
                  </a:lnTo>
                  <a:lnTo>
                    <a:pt x="6003217" y="63353"/>
                  </a:lnTo>
                  <a:lnTo>
                    <a:pt x="6003311" y="63353"/>
                  </a:lnTo>
                  <a:lnTo>
                    <a:pt x="6003405" y="63353"/>
                  </a:lnTo>
                  <a:lnTo>
                    <a:pt x="6003499" y="63353"/>
                  </a:lnTo>
                  <a:lnTo>
                    <a:pt x="6003593" y="63353"/>
                  </a:lnTo>
                  <a:lnTo>
                    <a:pt x="6003687" y="63353"/>
                  </a:lnTo>
                  <a:lnTo>
                    <a:pt x="6003781" y="63353"/>
                  </a:lnTo>
                  <a:lnTo>
                    <a:pt x="6003876" y="63353"/>
                  </a:lnTo>
                  <a:lnTo>
                    <a:pt x="6003970" y="63353"/>
                  </a:lnTo>
                  <a:lnTo>
                    <a:pt x="6004064" y="63353"/>
                  </a:lnTo>
                  <a:lnTo>
                    <a:pt x="6004158" y="63353"/>
                  </a:lnTo>
                  <a:lnTo>
                    <a:pt x="6004252" y="63353"/>
                  </a:lnTo>
                  <a:lnTo>
                    <a:pt x="6004346" y="63353"/>
                  </a:lnTo>
                  <a:lnTo>
                    <a:pt x="6004440" y="63353"/>
                  </a:lnTo>
                  <a:lnTo>
                    <a:pt x="6004534" y="63353"/>
                  </a:lnTo>
                  <a:lnTo>
                    <a:pt x="6004628" y="63353"/>
                  </a:lnTo>
                  <a:lnTo>
                    <a:pt x="6004722" y="63353"/>
                  </a:lnTo>
                  <a:lnTo>
                    <a:pt x="6004816" y="63353"/>
                  </a:lnTo>
                  <a:lnTo>
                    <a:pt x="6004910" y="63353"/>
                  </a:lnTo>
                  <a:lnTo>
                    <a:pt x="6005004" y="63353"/>
                  </a:lnTo>
                  <a:lnTo>
                    <a:pt x="6005098" y="63353"/>
                  </a:lnTo>
                  <a:lnTo>
                    <a:pt x="6005192" y="63353"/>
                  </a:lnTo>
                  <a:lnTo>
                    <a:pt x="6005286" y="63353"/>
                  </a:lnTo>
                  <a:lnTo>
                    <a:pt x="6005380" y="63353"/>
                  </a:lnTo>
                  <a:lnTo>
                    <a:pt x="6005474" y="63353"/>
                  </a:lnTo>
                  <a:lnTo>
                    <a:pt x="6005568" y="63353"/>
                  </a:lnTo>
                  <a:lnTo>
                    <a:pt x="6005662" y="63353"/>
                  </a:lnTo>
                  <a:lnTo>
                    <a:pt x="6005756" y="63353"/>
                  </a:lnTo>
                  <a:lnTo>
                    <a:pt x="6005850" y="63353"/>
                  </a:lnTo>
                  <a:lnTo>
                    <a:pt x="6005944" y="63353"/>
                  </a:lnTo>
                  <a:lnTo>
                    <a:pt x="6006038" y="63353"/>
                  </a:lnTo>
                  <a:lnTo>
                    <a:pt x="6006132" y="63353"/>
                  </a:lnTo>
                  <a:lnTo>
                    <a:pt x="6006226" y="63353"/>
                  </a:lnTo>
                  <a:lnTo>
                    <a:pt x="6006320" y="63353"/>
                  </a:lnTo>
                  <a:lnTo>
                    <a:pt x="6006414" y="63353"/>
                  </a:lnTo>
                  <a:lnTo>
                    <a:pt x="6006508" y="63353"/>
                  </a:lnTo>
                  <a:lnTo>
                    <a:pt x="6006602" y="63353"/>
                  </a:lnTo>
                  <a:lnTo>
                    <a:pt x="6006696" y="63353"/>
                  </a:lnTo>
                  <a:lnTo>
                    <a:pt x="6006790" y="63353"/>
                  </a:lnTo>
                  <a:lnTo>
                    <a:pt x="6006884" y="63353"/>
                  </a:lnTo>
                  <a:lnTo>
                    <a:pt x="6006978" y="63353"/>
                  </a:lnTo>
                  <a:lnTo>
                    <a:pt x="6007072" y="63353"/>
                  </a:lnTo>
                  <a:lnTo>
                    <a:pt x="6007166" y="63353"/>
                  </a:lnTo>
                  <a:lnTo>
                    <a:pt x="6007260" y="63353"/>
                  </a:lnTo>
                  <a:lnTo>
                    <a:pt x="6007354" y="63353"/>
                  </a:lnTo>
                  <a:lnTo>
                    <a:pt x="6007449" y="63353"/>
                  </a:lnTo>
                  <a:lnTo>
                    <a:pt x="6007543" y="63353"/>
                  </a:lnTo>
                  <a:lnTo>
                    <a:pt x="6007637" y="63353"/>
                  </a:lnTo>
                  <a:lnTo>
                    <a:pt x="6007731" y="63353"/>
                  </a:lnTo>
                  <a:lnTo>
                    <a:pt x="6007825" y="63353"/>
                  </a:lnTo>
                  <a:lnTo>
                    <a:pt x="6007919" y="63353"/>
                  </a:lnTo>
                  <a:lnTo>
                    <a:pt x="6008013" y="63353"/>
                  </a:lnTo>
                  <a:lnTo>
                    <a:pt x="6008107" y="63353"/>
                  </a:lnTo>
                  <a:lnTo>
                    <a:pt x="6008201" y="63353"/>
                  </a:lnTo>
                  <a:lnTo>
                    <a:pt x="6008295" y="63353"/>
                  </a:lnTo>
                  <a:lnTo>
                    <a:pt x="6008389" y="63353"/>
                  </a:lnTo>
                  <a:lnTo>
                    <a:pt x="6008483" y="63353"/>
                  </a:lnTo>
                  <a:lnTo>
                    <a:pt x="6008577" y="63353"/>
                  </a:lnTo>
                  <a:lnTo>
                    <a:pt x="6008671" y="63353"/>
                  </a:lnTo>
                  <a:lnTo>
                    <a:pt x="6008765" y="63353"/>
                  </a:lnTo>
                  <a:lnTo>
                    <a:pt x="6008859" y="63353"/>
                  </a:lnTo>
                  <a:lnTo>
                    <a:pt x="6008953" y="63353"/>
                  </a:lnTo>
                  <a:lnTo>
                    <a:pt x="6009047" y="63353"/>
                  </a:lnTo>
                  <a:lnTo>
                    <a:pt x="6009141" y="63353"/>
                  </a:lnTo>
                  <a:lnTo>
                    <a:pt x="6009235" y="63353"/>
                  </a:lnTo>
                  <a:lnTo>
                    <a:pt x="6009329" y="63353"/>
                  </a:lnTo>
                  <a:lnTo>
                    <a:pt x="6009423" y="63353"/>
                  </a:lnTo>
                  <a:lnTo>
                    <a:pt x="6009517" y="63353"/>
                  </a:lnTo>
                  <a:lnTo>
                    <a:pt x="6009611" y="63353"/>
                  </a:lnTo>
                  <a:lnTo>
                    <a:pt x="6009705" y="63353"/>
                  </a:lnTo>
                  <a:lnTo>
                    <a:pt x="6009799" y="63353"/>
                  </a:lnTo>
                  <a:lnTo>
                    <a:pt x="6009893" y="63353"/>
                  </a:lnTo>
                  <a:lnTo>
                    <a:pt x="6009987" y="63353"/>
                  </a:lnTo>
                  <a:lnTo>
                    <a:pt x="6010081" y="63353"/>
                  </a:lnTo>
                  <a:lnTo>
                    <a:pt x="6010175" y="63353"/>
                  </a:lnTo>
                  <a:lnTo>
                    <a:pt x="6010269" y="63353"/>
                  </a:lnTo>
                  <a:lnTo>
                    <a:pt x="6010363" y="63353"/>
                  </a:lnTo>
                  <a:lnTo>
                    <a:pt x="6010457" y="63353"/>
                  </a:lnTo>
                  <a:lnTo>
                    <a:pt x="6010551" y="63353"/>
                  </a:lnTo>
                  <a:lnTo>
                    <a:pt x="6010645" y="63353"/>
                  </a:lnTo>
                  <a:lnTo>
                    <a:pt x="6010739" y="63353"/>
                  </a:lnTo>
                  <a:lnTo>
                    <a:pt x="6010833" y="63353"/>
                  </a:lnTo>
                  <a:lnTo>
                    <a:pt x="6010928" y="63353"/>
                  </a:lnTo>
                  <a:lnTo>
                    <a:pt x="6011022" y="63353"/>
                  </a:lnTo>
                  <a:lnTo>
                    <a:pt x="6011116" y="63353"/>
                  </a:lnTo>
                  <a:lnTo>
                    <a:pt x="6011210" y="63353"/>
                  </a:lnTo>
                  <a:lnTo>
                    <a:pt x="6011304" y="63353"/>
                  </a:lnTo>
                  <a:lnTo>
                    <a:pt x="6011398" y="63353"/>
                  </a:lnTo>
                  <a:lnTo>
                    <a:pt x="6011492" y="63353"/>
                  </a:lnTo>
                  <a:lnTo>
                    <a:pt x="6011586" y="63353"/>
                  </a:lnTo>
                  <a:lnTo>
                    <a:pt x="6011680" y="63353"/>
                  </a:lnTo>
                  <a:lnTo>
                    <a:pt x="6011774" y="63353"/>
                  </a:lnTo>
                  <a:lnTo>
                    <a:pt x="6011868" y="63353"/>
                  </a:lnTo>
                  <a:lnTo>
                    <a:pt x="6011962" y="63353"/>
                  </a:lnTo>
                  <a:lnTo>
                    <a:pt x="6012056" y="63353"/>
                  </a:lnTo>
                  <a:lnTo>
                    <a:pt x="6012150" y="63353"/>
                  </a:lnTo>
                  <a:lnTo>
                    <a:pt x="6012244" y="63353"/>
                  </a:lnTo>
                  <a:lnTo>
                    <a:pt x="6012338" y="63353"/>
                  </a:lnTo>
                  <a:lnTo>
                    <a:pt x="6012432" y="63353"/>
                  </a:lnTo>
                  <a:lnTo>
                    <a:pt x="6012526" y="63353"/>
                  </a:lnTo>
                  <a:lnTo>
                    <a:pt x="6012620" y="63353"/>
                  </a:lnTo>
                  <a:lnTo>
                    <a:pt x="6012714" y="63353"/>
                  </a:lnTo>
                  <a:lnTo>
                    <a:pt x="6012808" y="63353"/>
                  </a:lnTo>
                  <a:lnTo>
                    <a:pt x="6012902" y="63353"/>
                  </a:lnTo>
                  <a:lnTo>
                    <a:pt x="6012996" y="63353"/>
                  </a:lnTo>
                  <a:lnTo>
                    <a:pt x="6013090" y="63353"/>
                  </a:lnTo>
                  <a:lnTo>
                    <a:pt x="6013184" y="63353"/>
                  </a:lnTo>
                  <a:lnTo>
                    <a:pt x="6013278" y="63353"/>
                  </a:lnTo>
                  <a:lnTo>
                    <a:pt x="6013372" y="63353"/>
                  </a:lnTo>
                  <a:lnTo>
                    <a:pt x="6013466" y="63353"/>
                  </a:lnTo>
                  <a:lnTo>
                    <a:pt x="6013560" y="63353"/>
                  </a:lnTo>
                  <a:lnTo>
                    <a:pt x="6013654" y="63353"/>
                  </a:lnTo>
                  <a:lnTo>
                    <a:pt x="6013748" y="63353"/>
                  </a:lnTo>
                  <a:lnTo>
                    <a:pt x="6013842" y="63353"/>
                  </a:lnTo>
                  <a:lnTo>
                    <a:pt x="6013936" y="63353"/>
                  </a:lnTo>
                  <a:lnTo>
                    <a:pt x="6014030" y="63353"/>
                  </a:lnTo>
                  <a:lnTo>
                    <a:pt x="6014124" y="63353"/>
                  </a:lnTo>
                  <a:lnTo>
                    <a:pt x="6014218" y="63353"/>
                  </a:lnTo>
                  <a:lnTo>
                    <a:pt x="6014312" y="63353"/>
                  </a:lnTo>
                  <a:lnTo>
                    <a:pt x="6014406" y="63353"/>
                  </a:lnTo>
                  <a:lnTo>
                    <a:pt x="6014501" y="63353"/>
                  </a:lnTo>
                  <a:lnTo>
                    <a:pt x="6014595" y="63353"/>
                  </a:lnTo>
                  <a:lnTo>
                    <a:pt x="6014689" y="63353"/>
                  </a:lnTo>
                  <a:lnTo>
                    <a:pt x="6014783" y="63353"/>
                  </a:lnTo>
                  <a:lnTo>
                    <a:pt x="6014877" y="63353"/>
                  </a:lnTo>
                  <a:lnTo>
                    <a:pt x="6014971" y="63353"/>
                  </a:lnTo>
                  <a:lnTo>
                    <a:pt x="6015065" y="63353"/>
                  </a:lnTo>
                  <a:lnTo>
                    <a:pt x="6015159" y="63353"/>
                  </a:lnTo>
                  <a:lnTo>
                    <a:pt x="6015253" y="63353"/>
                  </a:lnTo>
                  <a:lnTo>
                    <a:pt x="6015347" y="63353"/>
                  </a:lnTo>
                  <a:lnTo>
                    <a:pt x="6015441" y="63353"/>
                  </a:lnTo>
                  <a:lnTo>
                    <a:pt x="6015535" y="63353"/>
                  </a:lnTo>
                  <a:lnTo>
                    <a:pt x="6015629" y="63353"/>
                  </a:lnTo>
                  <a:lnTo>
                    <a:pt x="6015723" y="63353"/>
                  </a:lnTo>
                  <a:lnTo>
                    <a:pt x="6015817" y="63353"/>
                  </a:lnTo>
                  <a:lnTo>
                    <a:pt x="6015911" y="63353"/>
                  </a:lnTo>
                  <a:lnTo>
                    <a:pt x="6016005" y="63353"/>
                  </a:lnTo>
                  <a:lnTo>
                    <a:pt x="6016099" y="63353"/>
                  </a:lnTo>
                  <a:lnTo>
                    <a:pt x="6016193" y="63353"/>
                  </a:lnTo>
                  <a:lnTo>
                    <a:pt x="6016287" y="63353"/>
                  </a:lnTo>
                  <a:lnTo>
                    <a:pt x="6016381" y="63353"/>
                  </a:lnTo>
                  <a:lnTo>
                    <a:pt x="6016475" y="63353"/>
                  </a:lnTo>
                  <a:lnTo>
                    <a:pt x="6016569" y="63353"/>
                  </a:lnTo>
                  <a:lnTo>
                    <a:pt x="6016663" y="63353"/>
                  </a:lnTo>
                  <a:lnTo>
                    <a:pt x="6016757" y="63353"/>
                  </a:lnTo>
                  <a:lnTo>
                    <a:pt x="6016851" y="63353"/>
                  </a:lnTo>
                  <a:lnTo>
                    <a:pt x="6016945" y="63353"/>
                  </a:lnTo>
                  <a:lnTo>
                    <a:pt x="6017039" y="63353"/>
                  </a:lnTo>
                  <a:lnTo>
                    <a:pt x="6017133" y="63353"/>
                  </a:lnTo>
                  <a:lnTo>
                    <a:pt x="6017227" y="63353"/>
                  </a:lnTo>
                  <a:lnTo>
                    <a:pt x="6017321" y="63353"/>
                  </a:lnTo>
                  <a:lnTo>
                    <a:pt x="6017415" y="63353"/>
                  </a:lnTo>
                  <a:lnTo>
                    <a:pt x="6017509" y="63353"/>
                  </a:lnTo>
                  <a:lnTo>
                    <a:pt x="6017603" y="63353"/>
                  </a:lnTo>
                  <a:lnTo>
                    <a:pt x="6017697" y="63353"/>
                  </a:lnTo>
                  <a:lnTo>
                    <a:pt x="6017791" y="63353"/>
                  </a:lnTo>
                  <a:lnTo>
                    <a:pt x="6017885" y="63353"/>
                  </a:lnTo>
                  <a:lnTo>
                    <a:pt x="6017979" y="63353"/>
                  </a:lnTo>
                  <a:lnTo>
                    <a:pt x="6018074" y="63353"/>
                  </a:lnTo>
                  <a:lnTo>
                    <a:pt x="6018168" y="63353"/>
                  </a:lnTo>
                  <a:lnTo>
                    <a:pt x="6018262" y="63353"/>
                  </a:lnTo>
                  <a:lnTo>
                    <a:pt x="6018356" y="63353"/>
                  </a:lnTo>
                  <a:lnTo>
                    <a:pt x="6018450" y="63353"/>
                  </a:lnTo>
                  <a:lnTo>
                    <a:pt x="6018544" y="63353"/>
                  </a:lnTo>
                  <a:lnTo>
                    <a:pt x="6018638" y="63353"/>
                  </a:lnTo>
                  <a:lnTo>
                    <a:pt x="6018732" y="63353"/>
                  </a:lnTo>
                  <a:lnTo>
                    <a:pt x="6018826" y="63353"/>
                  </a:lnTo>
                  <a:lnTo>
                    <a:pt x="6018920" y="63353"/>
                  </a:lnTo>
                  <a:lnTo>
                    <a:pt x="6019014" y="63353"/>
                  </a:lnTo>
                  <a:lnTo>
                    <a:pt x="6019108" y="63353"/>
                  </a:lnTo>
                  <a:lnTo>
                    <a:pt x="6019202" y="63353"/>
                  </a:lnTo>
                  <a:lnTo>
                    <a:pt x="6019296" y="63353"/>
                  </a:lnTo>
                  <a:lnTo>
                    <a:pt x="6019390" y="63353"/>
                  </a:lnTo>
                  <a:lnTo>
                    <a:pt x="6019484" y="63353"/>
                  </a:lnTo>
                  <a:lnTo>
                    <a:pt x="6019578" y="63353"/>
                  </a:lnTo>
                  <a:lnTo>
                    <a:pt x="6019672" y="63353"/>
                  </a:lnTo>
                  <a:lnTo>
                    <a:pt x="6019766" y="63353"/>
                  </a:lnTo>
                  <a:lnTo>
                    <a:pt x="6019860" y="63353"/>
                  </a:lnTo>
                  <a:lnTo>
                    <a:pt x="6019954" y="63353"/>
                  </a:lnTo>
                  <a:lnTo>
                    <a:pt x="6020048" y="63353"/>
                  </a:lnTo>
                  <a:lnTo>
                    <a:pt x="6020142" y="63353"/>
                  </a:lnTo>
                  <a:lnTo>
                    <a:pt x="6020236" y="63353"/>
                  </a:lnTo>
                  <a:lnTo>
                    <a:pt x="6020330" y="63353"/>
                  </a:lnTo>
                  <a:lnTo>
                    <a:pt x="6020424" y="63353"/>
                  </a:lnTo>
                  <a:lnTo>
                    <a:pt x="6020518" y="63353"/>
                  </a:lnTo>
                  <a:lnTo>
                    <a:pt x="6020612" y="63353"/>
                  </a:lnTo>
                  <a:lnTo>
                    <a:pt x="6020706" y="63353"/>
                  </a:lnTo>
                  <a:lnTo>
                    <a:pt x="6020800" y="63353"/>
                  </a:lnTo>
                  <a:lnTo>
                    <a:pt x="6020894" y="63353"/>
                  </a:lnTo>
                  <a:lnTo>
                    <a:pt x="6020988" y="63353"/>
                  </a:lnTo>
                  <a:lnTo>
                    <a:pt x="6021082" y="63353"/>
                  </a:lnTo>
                  <a:lnTo>
                    <a:pt x="6021176" y="63353"/>
                  </a:lnTo>
                  <a:lnTo>
                    <a:pt x="6021270" y="63353"/>
                  </a:lnTo>
                  <a:lnTo>
                    <a:pt x="6021364" y="63353"/>
                  </a:lnTo>
                  <a:lnTo>
                    <a:pt x="6021458" y="63353"/>
                  </a:lnTo>
                  <a:lnTo>
                    <a:pt x="6021553" y="63353"/>
                  </a:lnTo>
                  <a:lnTo>
                    <a:pt x="6021647" y="63353"/>
                  </a:lnTo>
                  <a:lnTo>
                    <a:pt x="6021741" y="63353"/>
                  </a:lnTo>
                  <a:lnTo>
                    <a:pt x="6021835" y="63353"/>
                  </a:lnTo>
                  <a:lnTo>
                    <a:pt x="6021929" y="63353"/>
                  </a:lnTo>
                  <a:lnTo>
                    <a:pt x="6022023" y="63353"/>
                  </a:lnTo>
                  <a:lnTo>
                    <a:pt x="6022117" y="63353"/>
                  </a:lnTo>
                  <a:lnTo>
                    <a:pt x="6022211" y="63353"/>
                  </a:lnTo>
                  <a:lnTo>
                    <a:pt x="6022305" y="63353"/>
                  </a:lnTo>
                  <a:lnTo>
                    <a:pt x="6022399" y="63353"/>
                  </a:lnTo>
                  <a:lnTo>
                    <a:pt x="6022399" y="58073"/>
                  </a:lnTo>
                  <a:lnTo>
                    <a:pt x="6022493" y="58073"/>
                  </a:lnTo>
                  <a:lnTo>
                    <a:pt x="6022587" y="58073"/>
                  </a:lnTo>
                  <a:lnTo>
                    <a:pt x="6022681" y="58073"/>
                  </a:lnTo>
                  <a:lnTo>
                    <a:pt x="6022775" y="58073"/>
                  </a:lnTo>
                  <a:lnTo>
                    <a:pt x="6022869" y="58073"/>
                  </a:lnTo>
                  <a:lnTo>
                    <a:pt x="6022963" y="58073"/>
                  </a:lnTo>
                  <a:lnTo>
                    <a:pt x="6023057" y="58073"/>
                  </a:lnTo>
                  <a:lnTo>
                    <a:pt x="6023151" y="58073"/>
                  </a:lnTo>
                  <a:lnTo>
                    <a:pt x="6023245" y="58073"/>
                  </a:lnTo>
                  <a:lnTo>
                    <a:pt x="6023339" y="58073"/>
                  </a:lnTo>
                  <a:lnTo>
                    <a:pt x="6023433" y="58073"/>
                  </a:lnTo>
                  <a:lnTo>
                    <a:pt x="6023527" y="58073"/>
                  </a:lnTo>
                  <a:lnTo>
                    <a:pt x="6023621" y="58073"/>
                  </a:lnTo>
                  <a:lnTo>
                    <a:pt x="6023715" y="58073"/>
                  </a:lnTo>
                  <a:lnTo>
                    <a:pt x="6023809" y="58073"/>
                  </a:lnTo>
                  <a:lnTo>
                    <a:pt x="6023903" y="58073"/>
                  </a:lnTo>
                  <a:lnTo>
                    <a:pt x="6023997" y="58073"/>
                  </a:lnTo>
                  <a:lnTo>
                    <a:pt x="6024091" y="58073"/>
                  </a:lnTo>
                  <a:lnTo>
                    <a:pt x="6024185" y="58073"/>
                  </a:lnTo>
                  <a:lnTo>
                    <a:pt x="6024279" y="58073"/>
                  </a:lnTo>
                  <a:lnTo>
                    <a:pt x="6024373" y="58073"/>
                  </a:lnTo>
                  <a:lnTo>
                    <a:pt x="6024467" y="58073"/>
                  </a:lnTo>
                  <a:lnTo>
                    <a:pt x="6024561" y="58073"/>
                  </a:lnTo>
                  <a:lnTo>
                    <a:pt x="6024655" y="58073"/>
                  </a:lnTo>
                  <a:lnTo>
                    <a:pt x="6024749" y="58073"/>
                  </a:lnTo>
                  <a:lnTo>
                    <a:pt x="6024843" y="58073"/>
                  </a:lnTo>
                  <a:lnTo>
                    <a:pt x="6024937" y="58073"/>
                  </a:lnTo>
                  <a:lnTo>
                    <a:pt x="6025031" y="58073"/>
                  </a:lnTo>
                  <a:lnTo>
                    <a:pt x="6025126" y="58073"/>
                  </a:lnTo>
                  <a:lnTo>
                    <a:pt x="6025220" y="58073"/>
                  </a:lnTo>
                  <a:lnTo>
                    <a:pt x="6025314" y="58073"/>
                  </a:lnTo>
                  <a:lnTo>
                    <a:pt x="6025408" y="58073"/>
                  </a:lnTo>
                  <a:lnTo>
                    <a:pt x="6025502" y="58073"/>
                  </a:lnTo>
                  <a:lnTo>
                    <a:pt x="6025596" y="58073"/>
                  </a:lnTo>
                  <a:lnTo>
                    <a:pt x="6025690" y="58073"/>
                  </a:lnTo>
                  <a:lnTo>
                    <a:pt x="6025784" y="58073"/>
                  </a:lnTo>
                  <a:lnTo>
                    <a:pt x="6025878" y="58073"/>
                  </a:lnTo>
                  <a:lnTo>
                    <a:pt x="6025972" y="58073"/>
                  </a:lnTo>
                  <a:lnTo>
                    <a:pt x="6026066" y="58073"/>
                  </a:lnTo>
                  <a:lnTo>
                    <a:pt x="6026160" y="58073"/>
                  </a:lnTo>
                  <a:lnTo>
                    <a:pt x="6026254" y="58073"/>
                  </a:lnTo>
                  <a:lnTo>
                    <a:pt x="6026348" y="58073"/>
                  </a:lnTo>
                  <a:lnTo>
                    <a:pt x="6026442" y="58073"/>
                  </a:lnTo>
                  <a:lnTo>
                    <a:pt x="6026536" y="58073"/>
                  </a:lnTo>
                  <a:lnTo>
                    <a:pt x="6026630" y="58073"/>
                  </a:lnTo>
                  <a:lnTo>
                    <a:pt x="6026724" y="58073"/>
                  </a:lnTo>
                  <a:lnTo>
                    <a:pt x="6026818" y="58073"/>
                  </a:lnTo>
                  <a:lnTo>
                    <a:pt x="6026912" y="58073"/>
                  </a:lnTo>
                  <a:lnTo>
                    <a:pt x="6027006" y="58073"/>
                  </a:lnTo>
                  <a:lnTo>
                    <a:pt x="6027100" y="58073"/>
                  </a:lnTo>
                  <a:lnTo>
                    <a:pt x="6027194" y="58073"/>
                  </a:lnTo>
                  <a:lnTo>
                    <a:pt x="6027288" y="58073"/>
                  </a:lnTo>
                  <a:lnTo>
                    <a:pt x="6027382" y="58073"/>
                  </a:lnTo>
                  <a:lnTo>
                    <a:pt x="6027476" y="58073"/>
                  </a:lnTo>
                  <a:lnTo>
                    <a:pt x="6027570" y="58073"/>
                  </a:lnTo>
                  <a:lnTo>
                    <a:pt x="6027664" y="58073"/>
                  </a:lnTo>
                  <a:lnTo>
                    <a:pt x="6027758" y="58073"/>
                  </a:lnTo>
                  <a:lnTo>
                    <a:pt x="6027852" y="58073"/>
                  </a:lnTo>
                  <a:lnTo>
                    <a:pt x="6027946" y="58073"/>
                  </a:lnTo>
                  <a:lnTo>
                    <a:pt x="6028040" y="58073"/>
                  </a:lnTo>
                  <a:lnTo>
                    <a:pt x="6028134" y="58073"/>
                  </a:lnTo>
                  <a:lnTo>
                    <a:pt x="6028228" y="58073"/>
                  </a:lnTo>
                  <a:lnTo>
                    <a:pt x="6028322" y="58073"/>
                  </a:lnTo>
                  <a:lnTo>
                    <a:pt x="6028416" y="58073"/>
                  </a:lnTo>
                  <a:lnTo>
                    <a:pt x="6028510" y="58073"/>
                  </a:lnTo>
                  <a:lnTo>
                    <a:pt x="6028604" y="58073"/>
                  </a:lnTo>
                  <a:lnTo>
                    <a:pt x="6028699" y="58073"/>
                  </a:lnTo>
                  <a:lnTo>
                    <a:pt x="6028793" y="58073"/>
                  </a:lnTo>
                  <a:lnTo>
                    <a:pt x="6028887" y="58073"/>
                  </a:lnTo>
                  <a:lnTo>
                    <a:pt x="6028981" y="58073"/>
                  </a:lnTo>
                  <a:lnTo>
                    <a:pt x="6029075" y="58073"/>
                  </a:lnTo>
                  <a:lnTo>
                    <a:pt x="6029169" y="58073"/>
                  </a:lnTo>
                  <a:lnTo>
                    <a:pt x="6029263" y="58073"/>
                  </a:lnTo>
                  <a:lnTo>
                    <a:pt x="6029357" y="58073"/>
                  </a:lnTo>
                  <a:lnTo>
                    <a:pt x="6029451" y="58073"/>
                  </a:lnTo>
                  <a:lnTo>
                    <a:pt x="6029545" y="58073"/>
                  </a:lnTo>
                  <a:lnTo>
                    <a:pt x="6029639" y="58073"/>
                  </a:lnTo>
                  <a:lnTo>
                    <a:pt x="6029733" y="58073"/>
                  </a:lnTo>
                  <a:lnTo>
                    <a:pt x="6029827" y="58073"/>
                  </a:lnTo>
                  <a:lnTo>
                    <a:pt x="6029921" y="58073"/>
                  </a:lnTo>
                  <a:lnTo>
                    <a:pt x="6030015" y="58073"/>
                  </a:lnTo>
                  <a:lnTo>
                    <a:pt x="6030109" y="58073"/>
                  </a:lnTo>
                  <a:lnTo>
                    <a:pt x="6030203" y="58073"/>
                  </a:lnTo>
                  <a:lnTo>
                    <a:pt x="6030297" y="58073"/>
                  </a:lnTo>
                  <a:lnTo>
                    <a:pt x="6030391" y="58073"/>
                  </a:lnTo>
                  <a:lnTo>
                    <a:pt x="6030485" y="58073"/>
                  </a:lnTo>
                  <a:lnTo>
                    <a:pt x="6030579" y="58073"/>
                  </a:lnTo>
                  <a:lnTo>
                    <a:pt x="6030673" y="58073"/>
                  </a:lnTo>
                  <a:lnTo>
                    <a:pt x="6030767" y="58073"/>
                  </a:lnTo>
                  <a:lnTo>
                    <a:pt x="6030861" y="58073"/>
                  </a:lnTo>
                  <a:lnTo>
                    <a:pt x="6030955" y="58073"/>
                  </a:lnTo>
                  <a:lnTo>
                    <a:pt x="6031049" y="58073"/>
                  </a:lnTo>
                  <a:lnTo>
                    <a:pt x="6031143" y="58073"/>
                  </a:lnTo>
                  <a:lnTo>
                    <a:pt x="6031237" y="58073"/>
                  </a:lnTo>
                  <a:lnTo>
                    <a:pt x="6031331" y="58073"/>
                  </a:lnTo>
                  <a:lnTo>
                    <a:pt x="6031425" y="58073"/>
                  </a:lnTo>
                  <a:lnTo>
                    <a:pt x="6031519" y="58073"/>
                  </a:lnTo>
                  <a:lnTo>
                    <a:pt x="6031613" y="58073"/>
                  </a:lnTo>
                  <a:lnTo>
                    <a:pt x="6031707" y="58073"/>
                  </a:lnTo>
                  <a:lnTo>
                    <a:pt x="6031801" y="58073"/>
                  </a:lnTo>
                  <a:lnTo>
                    <a:pt x="6031895" y="58073"/>
                  </a:lnTo>
                  <a:lnTo>
                    <a:pt x="6031989" y="58073"/>
                  </a:lnTo>
                  <a:lnTo>
                    <a:pt x="6032083" y="58073"/>
                  </a:lnTo>
                  <a:lnTo>
                    <a:pt x="6032178" y="58073"/>
                  </a:lnTo>
                  <a:lnTo>
                    <a:pt x="6032272" y="58073"/>
                  </a:lnTo>
                  <a:lnTo>
                    <a:pt x="6032366" y="58073"/>
                  </a:lnTo>
                  <a:lnTo>
                    <a:pt x="6032460" y="58073"/>
                  </a:lnTo>
                  <a:lnTo>
                    <a:pt x="6032554" y="58073"/>
                  </a:lnTo>
                  <a:lnTo>
                    <a:pt x="6032648" y="58073"/>
                  </a:lnTo>
                  <a:lnTo>
                    <a:pt x="6032742" y="58073"/>
                  </a:lnTo>
                  <a:lnTo>
                    <a:pt x="6032836" y="58073"/>
                  </a:lnTo>
                  <a:lnTo>
                    <a:pt x="6032930" y="58073"/>
                  </a:lnTo>
                  <a:lnTo>
                    <a:pt x="6033024" y="58073"/>
                  </a:lnTo>
                  <a:lnTo>
                    <a:pt x="6033118" y="58073"/>
                  </a:lnTo>
                  <a:lnTo>
                    <a:pt x="6033212" y="58073"/>
                  </a:lnTo>
                  <a:lnTo>
                    <a:pt x="6033306" y="58073"/>
                  </a:lnTo>
                  <a:lnTo>
                    <a:pt x="6033400" y="58073"/>
                  </a:lnTo>
                  <a:lnTo>
                    <a:pt x="6033494" y="58073"/>
                  </a:lnTo>
                  <a:lnTo>
                    <a:pt x="6033588" y="58073"/>
                  </a:lnTo>
                  <a:lnTo>
                    <a:pt x="6033682" y="58073"/>
                  </a:lnTo>
                  <a:lnTo>
                    <a:pt x="6033776" y="58073"/>
                  </a:lnTo>
                  <a:lnTo>
                    <a:pt x="6033870" y="58073"/>
                  </a:lnTo>
                  <a:lnTo>
                    <a:pt x="6033964" y="58073"/>
                  </a:lnTo>
                  <a:lnTo>
                    <a:pt x="6034058" y="58073"/>
                  </a:lnTo>
                  <a:lnTo>
                    <a:pt x="6034152" y="58073"/>
                  </a:lnTo>
                  <a:lnTo>
                    <a:pt x="6034246" y="58073"/>
                  </a:lnTo>
                  <a:lnTo>
                    <a:pt x="6034340" y="58073"/>
                  </a:lnTo>
                  <a:lnTo>
                    <a:pt x="6034434" y="58073"/>
                  </a:lnTo>
                  <a:lnTo>
                    <a:pt x="6034528" y="58073"/>
                  </a:lnTo>
                  <a:lnTo>
                    <a:pt x="6034622" y="58073"/>
                  </a:lnTo>
                  <a:lnTo>
                    <a:pt x="6034716" y="58073"/>
                  </a:lnTo>
                  <a:lnTo>
                    <a:pt x="6034810" y="58073"/>
                  </a:lnTo>
                  <a:lnTo>
                    <a:pt x="6034904" y="58073"/>
                  </a:lnTo>
                  <a:lnTo>
                    <a:pt x="6034998" y="58073"/>
                  </a:lnTo>
                  <a:lnTo>
                    <a:pt x="6035092" y="58073"/>
                  </a:lnTo>
                  <a:lnTo>
                    <a:pt x="6035186" y="58073"/>
                  </a:lnTo>
                  <a:lnTo>
                    <a:pt x="6035280" y="58073"/>
                  </a:lnTo>
                  <a:lnTo>
                    <a:pt x="6035374" y="58073"/>
                  </a:lnTo>
                  <a:lnTo>
                    <a:pt x="6035468" y="58073"/>
                  </a:lnTo>
                  <a:lnTo>
                    <a:pt x="6035562" y="58073"/>
                  </a:lnTo>
                  <a:lnTo>
                    <a:pt x="6035656" y="58073"/>
                  </a:lnTo>
                  <a:lnTo>
                    <a:pt x="6035751" y="58073"/>
                  </a:lnTo>
                  <a:lnTo>
                    <a:pt x="6035845" y="58073"/>
                  </a:lnTo>
                  <a:lnTo>
                    <a:pt x="6035939" y="58073"/>
                  </a:lnTo>
                  <a:lnTo>
                    <a:pt x="6036033" y="58073"/>
                  </a:lnTo>
                  <a:lnTo>
                    <a:pt x="6036127" y="58073"/>
                  </a:lnTo>
                  <a:lnTo>
                    <a:pt x="6036221" y="58073"/>
                  </a:lnTo>
                  <a:lnTo>
                    <a:pt x="6036315" y="58073"/>
                  </a:lnTo>
                  <a:lnTo>
                    <a:pt x="6036409" y="58073"/>
                  </a:lnTo>
                  <a:lnTo>
                    <a:pt x="6036503" y="58073"/>
                  </a:lnTo>
                  <a:lnTo>
                    <a:pt x="6036597" y="58073"/>
                  </a:lnTo>
                  <a:lnTo>
                    <a:pt x="6036691" y="58073"/>
                  </a:lnTo>
                  <a:lnTo>
                    <a:pt x="6036785" y="58073"/>
                  </a:lnTo>
                  <a:lnTo>
                    <a:pt x="6036879" y="58073"/>
                  </a:lnTo>
                  <a:lnTo>
                    <a:pt x="6036973" y="58073"/>
                  </a:lnTo>
                  <a:lnTo>
                    <a:pt x="6037067" y="58073"/>
                  </a:lnTo>
                  <a:lnTo>
                    <a:pt x="6037161" y="58073"/>
                  </a:lnTo>
                  <a:lnTo>
                    <a:pt x="6037255" y="58073"/>
                  </a:lnTo>
                  <a:lnTo>
                    <a:pt x="6037349" y="58073"/>
                  </a:lnTo>
                  <a:lnTo>
                    <a:pt x="6037443" y="58073"/>
                  </a:lnTo>
                  <a:lnTo>
                    <a:pt x="6037537" y="58073"/>
                  </a:lnTo>
                  <a:lnTo>
                    <a:pt x="6037631" y="58073"/>
                  </a:lnTo>
                  <a:lnTo>
                    <a:pt x="6037725" y="58073"/>
                  </a:lnTo>
                  <a:lnTo>
                    <a:pt x="6037819" y="58073"/>
                  </a:lnTo>
                  <a:lnTo>
                    <a:pt x="6037913" y="58073"/>
                  </a:lnTo>
                  <a:lnTo>
                    <a:pt x="6038007" y="58073"/>
                  </a:lnTo>
                  <a:lnTo>
                    <a:pt x="6038101" y="58073"/>
                  </a:lnTo>
                  <a:lnTo>
                    <a:pt x="6038195" y="58073"/>
                  </a:lnTo>
                  <a:lnTo>
                    <a:pt x="6038289" y="58073"/>
                  </a:lnTo>
                  <a:lnTo>
                    <a:pt x="6038383" y="58073"/>
                  </a:lnTo>
                  <a:lnTo>
                    <a:pt x="6038477" y="58073"/>
                  </a:lnTo>
                  <a:lnTo>
                    <a:pt x="6038571" y="58073"/>
                  </a:lnTo>
                  <a:lnTo>
                    <a:pt x="6038665" y="58073"/>
                  </a:lnTo>
                  <a:lnTo>
                    <a:pt x="6038759" y="58073"/>
                  </a:lnTo>
                  <a:lnTo>
                    <a:pt x="6038853" y="58073"/>
                  </a:lnTo>
                  <a:lnTo>
                    <a:pt x="6038947" y="58073"/>
                  </a:lnTo>
                  <a:lnTo>
                    <a:pt x="6039041" y="58073"/>
                  </a:lnTo>
                  <a:lnTo>
                    <a:pt x="6039135" y="58073"/>
                  </a:lnTo>
                  <a:lnTo>
                    <a:pt x="6039229" y="58073"/>
                  </a:lnTo>
                  <a:lnTo>
                    <a:pt x="6039324" y="58073"/>
                  </a:lnTo>
                  <a:lnTo>
                    <a:pt x="6039418" y="58073"/>
                  </a:lnTo>
                  <a:lnTo>
                    <a:pt x="6039512" y="58073"/>
                  </a:lnTo>
                  <a:lnTo>
                    <a:pt x="6039606" y="58073"/>
                  </a:lnTo>
                  <a:lnTo>
                    <a:pt x="6039700" y="58073"/>
                  </a:lnTo>
                  <a:lnTo>
                    <a:pt x="6039794" y="58073"/>
                  </a:lnTo>
                  <a:lnTo>
                    <a:pt x="6039888" y="58073"/>
                  </a:lnTo>
                  <a:lnTo>
                    <a:pt x="6039982" y="58073"/>
                  </a:lnTo>
                  <a:lnTo>
                    <a:pt x="6040076" y="58073"/>
                  </a:lnTo>
                  <a:lnTo>
                    <a:pt x="6040170" y="58073"/>
                  </a:lnTo>
                  <a:lnTo>
                    <a:pt x="6040264" y="58073"/>
                  </a:lnTo>
                  <a:lnTo>
                    <a:pt x="6040358" y="58073"/>
                  </a:lnTo>
                  <a:lnTo>
                    <a:pt x="6040452" y="58073"/>
                  </a:lnTo>
                  <a:lnTo>
                    <a:pt x="6040546" y="58073"/>
                  </a:lnTo>
                  <a:lnTo>
                    <a:pt x="6040640" y="58073"/>
                  </a:lnTo>
                  <a:lnTo>
                    <a:pt x="6040734" y="58073"/>
                  </a:lnTo>
                  <a:lnTo>
                    <a:pt x="6040828" y="58073"/>
                  </a:lnTo>
                  <a:lnTo>
                    <a:pt x="6040922" y="58073"/>
                  </a:lnTo>
                  <a:lnTo>
                    <a:pt x="6041016" y="58073"/>
                  </a:lnTo>
                  <a:lnTo>
                    <a:pt x="6041110" y="58073"/>
                  </a:lnTo>
                  <a:lnTo>
                    <a:pt x="6041204" y="58073"/>
                  </a:lnTo>
                  <a:lnTo>
                    <a:pt x="6041298" y="58073"/>
                  </a:lnTo>
                  <a:lnTo>
                    <a:pt x="6041392" y="58073"/>
                  </a:lnTo>
                  <a:lnTo>
                    <a:pt x="6041486" y="58073"/>
                  </a:lnTo>
                  <a:lnTo>
                    <a:pt x="6041580" y="58073"/>
                  </a:lnTo>
                  <a:lnTo>
                    <a:pt x="6041674" y="58073"/>
                  </a:lnTo>
                  <a:lnTo>
                    <a:pt x="6041768" y="58073"/>
                  </a:lnTo>
                  <a:lnTo>
                    <a:pt x="6041862" y="58073"/>
                  </a:lnTo>
                  <a:lnTo>
                    <a:pt x="6041956" y="58073"/>
                  </a:lnTo>
                  <a:lnTo>
                    <a:pt x="6042050" y="58073"/>
                  </a:lnTo>
                  <a:lnTo>
                    <a:pt x="6042144" y="58073"/>
                  </a:lnTo>
                  <a:lnTo>
                    <a:pt x="6042238" y="58073"/>
                  </a:lnTo>
                  <a:lnTo>
                    <a:pt x="6042332" y="58073"/>
                  </a:lnTo>
                  <a:lnTo>
                    <a:pt x="6042426" y="58073"/>
                  </a:lnTo>
                  <a:lnTo>
                    <a:pt x="6042520" y="58073"/>
                  </a:lnTo>
                  <a:lnTo>
                    <a:pt x="6042614" y="58073"/>
                  </a:lnTo>
                  <a:lnTo>
                    <a:pt x="6042708" y="58073"/>
                  </a:lnTo>
                  <a:lnTo>
                    <a:pt x="6042802" y="58073"/>
                  </a:lnTo>
                  <a:lnTo>
                    <a:pt x="6042897" y="58073"/>
                  </a:lnTo>
                  <a:lnTo>
                    <a:pt x="6042991" y="58073"/>
                  </a:lnTo>
                  <a:lnTo>
                    <a:pt x="6043085" y="58073"/>
                  </a:lnTo>
                  <a:lnTo>
                    <a:pt x="6043179" y="58073"/>
                  </a:lnTo>
                  <a:lnTo>
                    <a:pt x="6043273" y="58073"/>
                  </a:lnTo>
                  <a:lnTo>
                    <a:pt x="6043367" y="58073"/>
                  </a:lnTo>
                  <a:lnTo>
                    <a:pt x="6043461" y="58073"/>
                  </a:lnTo>
                  <a:lnTo>
                    <a:pt x="6043555" y="58073"/>
                  </a:lnTo>
                  <a:lnTo>
                    <a:pt x="6043649" y="58073"/>
                  </a:lnTo>
                  <a:lnTo>
                    <a:pt x="6043743" y="58073"/>
                  </a:lnTo>
                  <a:lnTo>
                    <a:pt x="6043837" y="58073"/>
                  </a:lnTo>
                  <a:lnTo>
                    <a:pt x="6043931" y="58073"/>
                  </a:lnTo>
                  <a:lnTo>
                    <a:pt x="6044025" y="58073"/>
                  </a:lnTo>
                  <a:lnTo>
                    <a:pt x="6044119" y="58073"/>
                  </a:lnTo>
                  <a:lnTo>
                    <a:pt x="6044213" y="58073"/>
                  </a:lnTo>
                  <a:lnTo>
                    <a:pt x="6044307" y="58073"/>
                  </a:lnTo>
                  <a:lnTo>
                    <a:pt x="6044401" y="58073"/>
                  </a:lnTo>
                  <a:lnTo>
                    <a:pt x="6044495" y="58073"/>
                  </a:lnTo>
                  <a:lnTo>
                    <a:pt x="6044589" y="58073"/>
                  </a:lnTo>
                  <a:lnTo>
                    <a:pt x="6044683" y="58073"/>
                  </a:lnTo>
                  <a:lnTo>
                    <a:pt x="6044777" y="58073"/>
                  </a:lnTo>
                  <a:lnTo>
                    <a:pt x="6044871" y="58073"/>
                  </a:lnTo>
                  <a:lnTo>
                    <a:pt x="6044965" y="58073"/>
                  </a:lnTo>
                  <a:lnTo>
                    <a:pt x="6045059" y="58073"/>
                  </a:lnTo>
                  <a:lnTo>
                    <a:pt x="6045153" y="58073"/>
                  </a:lnTo>
                  <a:lnTo>
                    <a:pt x="6045247" y="58073"/>
                  </a:lnTo>
                  <a:lnTo>
                    <a:pt x="6045341" y="58073"/>
                  </a:lnTo>
                  <a:lnTo>
                    <a:pt x="6045435" y="58073"/>
                  </a:lnTo>
                  <a:lnTo>
                    <a:pt x="6045529" y="58073"/>
                  </a:lnTo>
                  <a:lnTo>
                    <a:pt x="6045623" y="58073"/>
                  </a:lnTo>
                  <a:lnTo>
                    <a:pt x="6045717" y="58073"/>
                  </a:lnTo>
                  <a:lnTo>
                    <a:pt x="6045811" y="58073"/>
                  </a:lnTo>
                  <a:lnTo>
                    <a:pt x="6045905" y="58073"/>
                  </a:lnTo>
                  <a:lnTo>
                    <a:pt x="6045999" y="58073"/>
                  </a:lnTo>
                  <a:lnTo>
                    <a:pt x="6046093" y="58073"/>
                  </a:lnTo>
                  <a:lnTo>
                    <a:pt x="6046187" y="58073"/>
                  </a:lnTo>
                  <a:lnTo>
                    <a:pt x="6046281" y="58073"/>
                  </a:lnTo>
                  <a:lnTo>
                    <a:pt x="6046376" y="58073"/>
                  </a:lnTo>
                  <a:lnTo>
                    <a:pt x="6046470" y="58073"/>
                  </a:lnTo>
                  <a:lnTo>
                    <a:pt x="6046564" y="58073"/>
                  </a:lnTo>
                  <a:lnTo>
                    <a:pt x="6046658" y="58073"/>
                  </a:lnTo>
                  <a:lnTo>
                    <a:pt x="6046752" y="58073"/>
                  </a:lnTo>
                  <a:lnTo>
                    <a:pt x="6046846" y="58073"/>
                  </a:lnTo>
                  <a:lnTo>
                    <a:pt x="6046940" y="58073"/>
                  </a:lnTo>
                  <a:lnTo>
                    <a:pt x="6047034" y="58073"/>
                  </a:lnTo>
                  <a:lnTo>
                    <a:pt x="6047128" y="58073"/>
                  </a:lnTo>
                  <a:lnTo>
                    <a:pt x="6047222" y="58073"/>
                  </a:lnTo>
                  <a:lnTo>
                    <a:pt x="6047316" y="58073"/>
                  </a:lnTo>
                  <a:lnTo>
                    <a:pt x="6047410" y="58073"/>
                  </a:lnTo>
                  <a:lnTo>
                    <a:pt x="6047504" y="58073"/>
                  </a:lnTo>
                  <a:lnTo>
                    <a:pt x="6047598" y="58073"/>
                  </a:lnTo>
                  <a:lnTo>
                    <a:pt x="6047692" y="58073"/>
                  </a:lnTo>
                  <a:lnTo>
                    <a:pt x="6047786" y="58073"/>
                  </a:lnTo>
                  <a:lnTo>
                    <a:pt x="6047880" y="58073"/>
                  </a:lnTo>
                  <a:lnTo>
                    <a:pt x="6047974" y="58073"/>
                  </a:lnTo>
                  <a:lnTo>
                    <a:pt x="6048068" y="58073"/>
                  </a:lnTo>
                  <a:lnTo>
                    <a:pt x="6048162" y="58073"/>
                  </a:lnTo>
                  <a:lnTo>
                    <a:pt x="6048256" y="58073"/>
                  </a:lnTo>
                  <a:lnTo>
                    <a:pt x="6048350" y="58073"/>
                  </a:lnTo>
                  <a:lnTo>
                    <a:pt x="6048444" y="58073"/>
                  </a:lnTo>
                  <a:lnTo>
                    <a:pt x="6048538" y="58073"/>
                  </a:lnTo>
                  <a:lnTo>
                    <a:pt x="6048632" y="58073"/>
                  </a:lnTo>
                  <a:lnTo>
                    <a:pt x="6048726" y="58073"/>
                  </a:lnTo>
                  <a:lnTo>
                    <a:pt x="6048820" y="58073"/>
                  </a:lnTo>
                  <a:lnTo>
                    <a:pt x="6048914" y="58073"/>
                  </a:lnTo>
                  <a:lnTo>
                    <a:pt x="6049008" y="58073"/>
                  </a:lnTo>
                  <a:lnTo>
                    <a:pt x="6049102" y="58073"/>
                  </a:lnTo>
                  <a:lnTo>
                    <a:pt x="6049196" y="58073"/>
                  </a:lnTo>
                  <a:lnTo>
                    <a:pt x="6049290" y="58073"/>
                  </a:lnTo>
                  <a:lnTo>
                    <a:pt x="6049384" y="58073"/>
                  </a:lnTo>
                  <a:lnTo>
                    <a:pt x="6049478" y="58073"/>
                  </a:lnTo>
                  <a:lnTo>
                    <a:pt x="6049572" y="58073"/>
                  </a:lnTo>
                  <a:lnTo>
                    <a:pt x="6049666" y="58073"/>
                  </a:lnTo>
                  <a:lnTo>
                    <a:pt x="6049760" y="58073"/>
                  </a:lnTo>
                  <a:lnTo>
                    <a:pt x="6049854" y="58073"/>
                  </a:lnTo>
                  <a:lnTo>
                    <a:pt x="6049949" y="58073"/>
                  </a:lnTo>
                  <a:lnTo>
                    <a:pt x="6050043" y="58073"/>
                  </a:lnTo>
                  <a:lnTo>
                    <a:pt x="6050137" y="58073"/>
                  </a:lnTo>
                  <a:lnTo>
                    <a:pt x="6050231" y="58073"/>
                  </a:lnTo>
                  <a:lnTo>
                    <a:pt x="6050325" y="58073"/>
                  </a:lnTo>
                  <a:lnTo>
                    <a:pt x="6050419" y="58073"/>
                  </a:lnTo>
                  <a:lnTo>
                    <a:pt x="6050513" y="58073"/>
                  </a:lnTo>
                  <a:lnTo>
                    <a:pt x="6050607" y="58073"/>
                  </a:lnTo>
                  <a:lnTo>
                    <a:pt x="6050701" y="58073"/>
                  </a:lnTo>
                  <a:lnTo>
                    <a:pt x="6050795" y="58073"/>
                  </a:lnTo>
                  <a:lnTo>
                    <a:pt x="6050889" y="58073"/>
                  </a:lnTo>
                  <a:lnTo>
                    <a:pt x="6050983" y="58073"/>
                  </a:lnTo>
                  <a:lnTo>
                    <a:pt x="6051077" y="58073"/>
                  </a:lnTo>
                  <a:lnTo>
                    <a:pt x="6051171" y="58073"/>
                  </a:lnTo>
                  <a:lnTo>
                    <a:pt x="6051265" y="58073"/>
                  </a:lnTo>
                  <a:lnTo>
                    <a:pt x="6051359" y="58073"/>
                  </a:lnTo>
                  <a:lnTo>
                    <a:pt x="6051453" y="58073"/>
                  </a:lnTo>
                  <a:lnTo>
                    <a:pt x="6051547" y="58073"/>
                  </a:lnTo>
                  <a:lnTo>
                    <a:pt x="6051641" y="58073"/>
                  </a:lnTo>
                  <a:lnTo>
                    <a:pt x="6051735" y="58073"/>
                  </a:lnTo>
                  <a:lnTo>
                    <a:pt x="6051829" y="58073"/>
                  </a:lnTo>
                  <a:lnTo>
                    <a:pt x="6051923" y="58073"/>
                  </a:lnTo>
                  <a:lnTo>
                    <a:pt x="6052017" y="58073"/>
                  </a:lnTo>
                  <a:lnTo>
                    <a:pt x="6052111" y="58073"/>
                  </a:lnTo>
                  <a:lnTo>
                    <a:pt x="6052205" y="58073"/>
                  </a:lnTo>
                  <a:lnTo>
                    <a:pt x="6052299" y="58073"/>
                  </a:lnTo>
                  <a:lnTo>
                    <a:pt x="6052393" y="58073"/>
                  </a:lnTo>
                  <a:lnTo>
                    <a:pt x="6052487" y="58073"/>
                  </a:lnTo>
                  <a:lnTo>
                    <a:pt x="6052581" y="58073"/>
                  </a:lnTo>
                  <a:lnTo>
                    <a:pt x="6052675" y="58073"/>
                  </a:lnTo>
                  <a:lnTo>
                    <a:pt x="6052769" y="58073"/>
                  </a:lnTo>
                  <a:lnTo>
                    <a:pt x="6052863" y="58073"/>
                  </a:lnTo>
                  <a:lnTo>
                    <a:pt x="6052957" y="58073"/>
                  </a:lnTo>
                  <a:lnTo>
                    <a:pt x="6053051" y="58073"/>
                  </a:lnTo>
                  <a:lnTo>
                    <a:pt x="6053145" y="58073"/>
                  </a:lnTo>
                  <a:lnTo>
                    <a:pt x="6053239" y="58073"/>
                  </a:lnTo>
                  <a:lnTo>
                    <a:pt x="6053333" y="58073"/>
                  </a:lnTo>
                  <a:lnTo>
                    <a:pt x="6053427" y="58073"/>
                  </a:lnTo>
                  <a:lnTo>
                    <a:pt x="6053522" y="58073"/>
                  </a:lnTo>
                  <a:lnTo>
                    <a:pt x="6053616" y="58073"/>
                  </a:lnTo>
                  <a:lnTo>
                    <a:pt x="6053710" y="58073"/>
                  </a:lnTo>
                  <a:lnTo>
                    <a:pt x="6053804" y="58073"/>
                  </a:lnTo>
                  <a:lnTo>
                    <a:pt x="6053898" y="58073"/>
                  </a:lnTo>
                  <a:lnTo>
                    <a:pt x="6053992" y="58073"/>
                  </a:lnTo>
                  <a:lnTo>
                    <a:pt x="6054086" y="58073"/>
                  </a:lnTo>
                  <a:lnTo>
                    <a:pt x="6054180" y="58073"/>
                  </a:lnTo>
                  <a:lnTo>
                    <a:pt x="6054274" y="58073"/>
                  </a:lnTo>
                  <a:lnTo>
                    <a:pt x="6054368" y="58073"/>
                  </a:lnTo>
                  <a:lnTo>
                    <a:pt x="6054462" y="58073"/>
                  </a:lnTo>
                  <a:lnTo>
                    <a:pt x="6054556" y="58073"/>
                  </a:lnTo>
                  <a:lnTo>
                    <a:pt x="6054650" y="58073"/>
                  </a:lnTo>
                  <a:lnTo>
                    <a:pt x="6054744" y="58073"/>
                  </a:lnTo>
                  <a:lnTo>
                    <a:pt x="6054838" y="58073"/>
                  </a:lnTo>
                  <a:lnTo>
                    <a:pt x="6054932" y="58073"/>
                  </a:lnTo>
                  <a:lnTo>
                    <a:pt x="6055026" y="58073"/>
                  </a:lnTo>
                  <a:lnTo>
                    <a:pt x="6055120" y="58073"/>
                  </a:lnTo>
                  <a:lnTo>
                    <a:pt x="6055214" y="58073"/>
                  </a:lnTo>
                  <a:lnTo>
                    <a:pt x="6055308" y="58073"/>
                  </a:lnTo>
                  <a:lnTo>
                    <a:pt x="6055402" y="58073"/>
                  </a:lnTo>
                  <a:lnTo>
                    <a:pt x="6055496" y="58073"/>
                  </a:lnTo>
                  <a:lnTo>
                    <a:pt x="6055590" y="58073"/>
                  </a:lnTo>
                  <a:lnTo>
                    <a:pt x="6055684" y="58073"/>
                  </a:lnTo>
                  <a:lnTo>
                    <a:pt x="6055778" y="58073"/>
                  </a:lnTo>
                  <a:lnTo>
                    <a:pt x="6055872" y="58073"/>
                  </a:lnTo>
                  <a:lnTo>
                    <a:pt x="6055966" y="58073"/>
                  </a:lnTo>
                  <a:lnTo>
                    <a:pt x="6056060" y="58073"/>
                  </a:lnTo>
                  <a:lnTo>
                    <a:pt x="6056154" y="58073"/>
                  </a:lnTo>
                  <a:lnTo>
                    <a:pt x="6056248" y="58073"/>
                  </a:lnTo>
                  <a:lnTo>
                    <a:pt x="6056342" y="58073"/>
                  </a:lnTo>
                  <a:lnTo>
                    <a:pt x="6056436" y="58073"/>
                  </a:lnTo>
                  <a:lnTo>
                    <a:pt x="6056530" y="58073"/>
                  </a:lnTo>
                  <a:lnTo>
                    <a:pt x="6056624" y="58073"/>
                  </a:lnTo>
                  <a:lnTo>
                    <a:pt x="6056718" y="58073"/>
                  </a:lnTo>
                  <a:lnTo>
                    <a:pt x="6056812" y="58073"/>
                  </a:lnTo>
                  <a:lnTo>
                    <a:pt x="6056906" y="58073"/>
                  </a:lnTo>
                  <a:lnTo>
                    <a:pt x="6057001" y="58073"/>
                  </a:lnTo>
                  <a:lnTo>
                    <a:pt x="6057095" y="58073"/>
                  </a:lnTo>
                  <a:lnTo>
                    <a:pt x="6057189" y="58073"/>
                  </a:lnTo>
                  <a:lnTo>
                    <a:pt x="6057283" y="58073"/>
                  </a:lnTo>
                  <a:lnTo>
                    <a:pt x="6057377" y="58073"/>
                  </a:lnTo>
                  <a:lnTo>
                    <a:pt x="6057471" y="58073"/>
                  </a:lnTo>
                  <a:lnTo>
                    <a:pt x="6057565" y="58073"/>
                  </a:lnTo>
                  <a:lnTo>
                    <a:pt x="6057659" y="58073"/>
                  </a:lnTo>
                  <a:lnTo>
                    <a:pt x="6057753" y="58073"/>
                  </a:lnTo>
                  <a:lnTo>
                    <a:pt x="6057847" y="58073"/>
                  </a:lnTo>
                  <a:lnTo>
                    <a:pt x="6057941" y="58073"/>
                  </a:lnTo>
                  <a:lnTo>
                    <a:pt x="6058035" y="58073"/>
                  </a:lnTo>
                  <a:lnTo>
                    <a:pt x="6058129" y="58073"/>
                  </a:lnTo>
                  <a:lnTo>
                    <a:pt x="6058223" y="58073"/>
                  </a:lnTo>
                  <a:lnTo>
                    <a:pt x="6058317" y="58073"/>
                  </a:lnTo>
                  <a:lnTo>
                    <a:pt x="6058411" y="58073"/>
                  </a:lnTo>
                  <a:lnTo>
                    <a:pt x="6058505" y="58073"/>
                  </a:lnTo>
                  <a:lnTo>
                    <a:pt x="6058599" y="58073"/>
                  </a:lnTo>
                  <a:lnTo>
                    <a:pt x="6058693" y="58073"/>
                  </a:lnTo>
                  <a:lnTo>
                    <a:pt x="6058787" y="58073"/>
                  </a:lnTo>
                  <a:lnTo>
                    <a:pt x="6058881" y="58073"/>
                  </a:lnTo>
                  <a:lnTo>
                    <a:pt x="6058975" y="58073"/>
                  </a:lnTo>
                  <a:lnTo>
                    <a:pt x="6059069" y="58073"/>
                  </a:lnTo>
                  <a:lnTo>
                    <a:pt x="6059163" y="58073"/>
                  </a:lnTo>
                  <a:lnTo>
                    <a:pt x="6059257" y="58073"/>
                  </a:lnTo>
                  <a:lnTo>
                    <a:pt x="6059351" y="58073"/>
                  </a:lnTo>
                  <a:lnTo>
                    <a:pt x="6059445" y="58073"/>
                  </a:lnTo>
                  <a:lnTo>
                    <a:pt x="6059539" y="58073"/>
                  </a:lnTo>
                  <a:lnTo>
                    <a:pt x="6059633" y="58073"/>
                  </a:lnTo>
                  <a:lnTo>
                    <a:pt x="6059727" y="58073"/>
                  </a:lnTo>
                  <a:lnTo>
                    <a:pt x="6059821" y="58073"/>
                  </a:lnTo>
                  <a:lnTo>
                    <a:pt x="6059915" y="58073"/>
                  </a:lnTo>
                  <a:lnTo>
                    <a:pt x="6060009" y="58073"/>
                  </a:lnTo>
                  <a:lnTo>
                    <a:pt x="6060103" y="58073"/>
                  </a:lnTo>
                  <a:lnTo>
                    <a:pt x="6060197" y="58073"/>
                  </a:lnTo>
                  <a:lnTo>
                    <a:pt x="6060291" y="58073"/>
                  </a:lnTo>
                  <a:lnTo>
                    <a:pt x="6060385" y="58073"/>
                  </a:lnTo>
                  <a:lnTo>
                    <a:pt x="6060479" y="58073"/>
                  </a:lnTo>
                  <a:lnTo>
                    <a:pt x="6060479" y="52794"/>
                  </a:lnTo>
                  <a:lnTo>
                    <a:pt x="6060574" y="52794"/>
                  </a:lnTo>
                  <a:lnTo>
                    <a:pt x="6060668" y="52794"/>
                  </a:lnTo>
                  <a:lnTo>
                    <a:pt x="6060762" y="52794"/>
                  </a:lnTo>
                  <a:lnTo>
                    <a:pt x="6060856" y="52794"/>
                  </a:lnTo>
                  <a:lnTo>
                    <a:pt x="6060950" y="52794"/>
                  </a:lnTo>
                  <a:lnTo>
                    <a:pt x="6061044" y="52794"/>
                  </a:lnTo>
                  <a:lnTo>
                    <a:pt x="6061138" y="52794"/>
                  </a:lnTo>
                  <a:lnTo>
                    <a:pt x="6061232" y="52794"/>
                  </a:lnTo>
                  <a:lnTo>
                    <a:pt x="6061326" y="52794"/>
                  </a:lnTo>
                  <a:lnTo>
                    <a:pt x="6061420" y="52794"/>
                  </a:lnTo>
                  <a:lnTo>
                    <a:pt x="6061514" y="52794"/>
                  </a:lnTo>
                  <a:lnTo>
                    <a:pt x="6061608" y="52794"/>
                  </a:lnTo>
                  <a:lnTo>
                    <a:pt x="6061702" y="52794"/>
                  </a:lnTo>
                  <a:lnTo>
                    <a:pt x="6061796" y="52794"/>
                  </a:lnTo>
                  <a:lnTo>
                    <a:pt x="6061890" y="52794"/>
                  </a:lnTo>
                  <a:lnTo>
                    <a:pt x="6061984" y="52794"/>
                  </a:lnTo>
                  <a:lnTo>
                    <a:pt x="6062078" y="52794"/>
                  </a:lnTo>
                  <a:lnTo>
                    <a:pt x="6062172" y="52794"/>
                  </a:lnTo>
                  <a:lnTo>
                    <a:pt x="6062266" y="52794"/>
                  </a:lnTo>
                  <a:lnTo>
                    <a:pt x="6062360" y="52794"/>
                  </a:lnTo>
                  <a:lnTo>
                    <a:pt x="6062454" y="52794"/>
                  </a:lnTo>
                  <a:lnTo>
                    <a:pt x="6062548" y="52794"/>
                  </a:lnTo>
                  <a:lnTo>
                    <a:pt x="6062642" y="52794"/>
                  </a:lnTo>
                  <a:lnTo>
                    <a:pt x="6062736" y="52794"/>
                  </a:lnTo>
                  <a:lnTo>
                    <a:pt x="6062830" y="52794"/>
                  </a:lnTo>
                  <a:lnTo>
                    <a:pt x="6062924" y="52794"/>
                  </a:lnTo>
                  <a:lnTo>
                    <a:pt x="6063018" y="52794"/>
                  </a:lnTo>
                  <a:lnTo>
                    <a:pt x="6063112" y="52794"/>
                  </a:lnTo>
                  <a:lnTo>
                    <a:pt x="6063206" y="52794"/>
                  </a:lnTo>
                  <a:lnTo>
                    <a:pt x="6063300" y="52794"/>
                  </a:lnTo>
                  <a:lnTo>
                    <a:pt x="6063394" y="52794"/>
                  </a:lnTo>
                  <a:lnTo>
                    <a:pt x="6063488" y="52794"/>
                  </a:lnTo>
                  <a:lnTo>
                    <a:pt x="6063582" y="52794"/>
                  </a:lnTo>
                  <a:lnTo>
                    <a:pt x="6063676" y="52794"/>
                  </a:lnTo>
                  <a:lnTo>
                    <a:pt x="6063770" y="52794"/>
                  </a:lnTo>
                  <a:lnTo>
                    <a:pt x="6063864" y="52794"/>
                  </a:lnTo>
                  <a:lnTo>
                    <a:pt x="6063958" y="52794"/>
                  </a:lnTo>
                  <a:lnTo>
                    <a:pt x="6064052" y="52794"/>
                  </a:lnTo>
                  <a:lnTo>
                    <a:pt x="6064147" y="52794"/>
                  </a:lnTo>
                  <a:lnTo>
                    <a:pt x="6064241" y="52794"/>
                  </a:lnTo>
                  <a:lnTo>
                    <a:pt x="6064335" y="52794"/>
                  </a:lnTo>
                  <a:lnTo>
                    <a:pt x="6064429" y="52794"/>
                  </a:lnTo>
                  <a:lnTo>
                    <a:pt x="6064523" y="52794"/>
                  </a:lnTo>
                  <a:lnTo>
                    <a:pt x="6064617" y="52794"/>
                  </a:lnTo>
                  <a:lnTo>
                    <a:pt x="6064711" y="52794"/>
                  </a:lnTo>
                  <a:lnTo>
                    <a:pt x="6064805" y="52794"/>
                  </a:lnTo>
                  <a:lnTo>
                    <a:pt x="6064899" y="52794"/>
                  </a:lnTo>
                  <a:lnTo>
                    <a:pt x="6064993" y="52794"/>
                  </a:lnTo>
                  <a:lnTo>
                    <a:pt x="6065087" y="52794"/>
                  </a:lnTo>
                  <a:lnTo>
                    <a:pt x="6065181" y="52794"/>
                  </a:lnTo>
                  <a:lnTo>
                    <a:pt x="6065275" y="52794"/>
                  </a:lnTo>
                  <a:lnTo>
                    <a:pt x="6065369" y="52794"/>
                  </a:lnTo>
                  <a:lnTo>
                    <a:pt x="6065463" y="52794"/>
                  </a:lnTo>
                  <a:lnTo>
                    <a:pt x="6065557" y="52794"/>
                  </a:lnTo>
                  <a:lnTo>
                    <a:pt x="6065651" y="52794"/>
                  </a:lnTo>
                  <a:lnTo>
                    <a:pt x="6065745" y="52794"/>
                  </a:lnTo>
                  <a:lnTo>
                    <a:pt x="6065839" y="52794"/>
                  </a:lnTo>
                  <a:lnTo>
                    <a:pt x="6065933" y="52794"/>
                  </a:lnTo>
                  <a:lnTo>
                    <a:pt x="6066027" y="52794"/>
                  </a:lnTo>
                  <a:lnTo>
                    <a:pt x="6066121" y="52794"/>
                  </a:lnTo>
                  <a:lnTo>
                    <a:pt x="6066215" y="52794"/>
                  </a:lnTo>
                  <a:lnTo>
                    <a:pt x="6066309" y="52794"/>
                  </a:lnTo>
                  <a:lnTo>
                    <a:pt x="6066403" y="52794"/>
                  </a:lnTo>
                  <a:lnTo>
                    <a:pt x="6066497" y="52794"/>
                  </a:lnTo>
                  <a:lnTo>
                    <a:pt x="6066591" y="52794"/>
                  </a:lnTo>
                  <a:lnTo>
                    <a:pt x="6066685" y="52794"/>
                  </a:lnTo>
                  <a:lnTo>
                    <a:pt x="6066779" y="52794"/>
                  </a:lnTo>
                  <a:lnTo>
                    <a:pt x="6066873" y="52794"/>
                  </a:lnTo>
                  <a:lnTo>
                    <a:pt x="6066967" y="52794"/>
                  </a:lnTo>
                  <a:lnTo>
                    <a:pt x="6067061" y="52794"/>
                  </a:lnTo>
                  <a:lnTo>
                    <a:pt x="6067155" y="52794"/>
                  </a:lnTo>
                  <a:lnTo>
                    <a:pt x="6067249" y="52794"/>
                  </a:lnTo>
                  <a:lnTo>
                    <a:pt x="6067343" y="52794"/>
                  </a:lnTo>
                  <a:lnTo>
                    <a:pt x="6067437" y="52794"/>
                  </a:lnTo>
                  <a:lnTo>
                    <a:pt x="6067531" y="52794"/>
                  </a:lnTo>
                  <a:lnTo>
                    <a:pt x="6067626" y="52794"/>
                  </a:lnTo>
                  <a:lnTo>
                    <a:pt x="6067720" y="52794"/>
                  </a:lnTo>
                  <a:lnTo>
                    <a:pt x="6067814" y="52794"/>
                  </a:lnTo>
                  <a:lnTo>
                    <a:pt x="6067908" y="52794"/>
                  </a:lnTo>
                  <a:lnTo>
                    <a:pt x="6068002" y="52794"/>
                  </a:lnTo>
                  <a:lnTo>
                    <a:pt x="6068096" y="52794"/>
                  </a:lnTo>
                  <a:lnTo>
                    <a:pt x="6068190" y="52794"/>
                  </a:lnTo>
                  <a:lnTo>
                    <a:pt x="6068284" y="52794"/>
                  </a:lnTo>
                  <a:lnTo>
                    <a:pt x="6068378" y="52794"/>
                  </a:lnTo>
                  <a:lnTo>
                    <a:pt x="6068472" y="52794"/>
                  </a:lnTo>
                  <a:lnTo>
                    <a:pt x="6068566" y="52794"/>
                  </a:lnTo>
                  <a:lnTo>
                    <a:pt x="6068660" y="52794"/>
                  </a:lnTo>
                  <a:lnTo>
                    <a:pt x="6068754" y="52794"/>
                  </a:lnTo>
                  <a:lnTo>
                    <a:pt x="6068848" y="52794"/>
                  </a:lnTo>
                  <a:lnTo>
                    <a:pt x="6068942" y="52794"/>
                  </a:lnTo>
                  <a:lnTo>
                    <a:pt x="6069036" y="52794"/>
                  </a:lnTo>
                  <a:lnTo>
                    <a:pt x="6069130" y="52794"/>
                  </a:lnTo>
                  <a:lnTo>
                    <a:pt x="6069224" y="52794"/>
                  </a:lnTo>
                  <a:lnTo>
                    <a:pt x="6069318" y="52794"/>
                  </a:lnTo>
                  <a:lnTo>
                    <a:pt x="6069412" y="52794"/>
                  </a:lnTo>
                  <a:lnTo>
                    <a:pt x="6069506" y="52794"/>
                  </a:lnTo>
                  <a:lnTo>
                    <a:pt x="6069600" y="52794"/>
                  </a:lnTo>
                  <a:lnTo>
                    <a:pt x="6069694" y="52794"/>
                  </a:lnTo>
                  <a:lnTo>
                    <a:pt x="6069788" y="52794"/>
                  </a:lnTo>
                  <a:lnTo>
                    <a:pt x="6069882" y="52794"/>
                  </a:lnTo>
                  <a:lnTo>
                    <a:pt x="6069976" y="52794"/>
                  </a:lnTo>
                  <a:lnTo>
                    <a:pt x="6070070" y="52794"/>
                  </a:lnTo>
                  <a:lnTo>
                    <a:pt x="6070164" y="52794"/>
                  </a:lnTo>
                  <a:lnTo>
                    <a:pt x="6070258" y="52794"/>
                  </a:lnTo>
                  <a:lnTo>
                    <a:pt x="6070352" y="52794"/>
                  </a:lnTo>
                  <a:lnTo>
                    <a:pt x="6070446" y="52794"/>
                  </a:lnTo>
                  <a:lnTo>
                    <a:pt x="6070540" y="52794"/>
                  </a:lnTo>
                  <a:lnTo>
                    <a:pt x="6070634" y="52794"/>
                  </a:lnTo>
                  <a:lnTo>
                    <a:pt x="6070728" y="52794"/>
                  </a:lnTo>
                  <a:lnTo>
                    <a:pt x="6070822" y="52794"/>
                  </a:lnTo>
                  <a:lnTo>
                    <a:pt x="6070916" y="52794"/>
                  </a:lnTo>
                  <a:lnTo>
                    <a:pt x="6071010" y="52794"/>
                  </a:lnTo>
                  <a:lnTo>
                    <a:pt x="6071104" y="52794"/>
                  </a:lnTo>
                  <a:lnTo>
                    <a:pt x="6071199" y="52794"/>
                  </a:lnTo>
                  <a:lnTo>
                    <a:pt x="6071293" y="52794"/>
                  </a:lnTo>
                  <a:lnTo>
                    <a:pt x="6071387" y="52794"/>
                  </a:lnTo>
                  <a:lnTo>
                    <a:pt x="6071481" y="52794"/>
                  </a:lnTo>
                  <a:lnTo>
                    <a:pt x="6071575" y="52794"/>
                  </a:lnTo>
                  <a:lnTo>
                    <a:pt x="6071669" y="52794"/>
                  </a:lnTo>
                  <a:lnTo>
                    <a:pt x="6071763" y="52794"/>
                  </a:lnTo>
                  <a:lnTo>
                    <a:pt x="6071857" y="52794"/>
                  </a:lnTo>
                  <a:lnTo>
                    <a:pt x="6071951" y="52794"/>
                  </a:lnTo>
                  <a:lnTo>
                    <a:pt x="6072045" y="52794"/>
                  </a:lnTo>
                  <a:lnTo>
                    <a:pt x="6072139" y="52794"/>
                  </a:lnTo>
                  <a:lnTo>
                    <a:pt x="6072233" y="52794"/>
                  </a:lnTo>
                  <a:lnTo>
                    <a:pt x="6072327" y="52794"/>
                  </a:lnTo>
                  <a:lnTo>
                    <a:pt x="6072421" y="52794"/>
                  </a:lnTo>
                  <a:lnTo>
                    <a:pt x="6072515" y="52794"/>
                  </a:lnTo>
                  <a:lnTo>
                    <a:pt x="6072609" y="52794"/>
                  </a:lnTo>
                  <a:lnTo>
                    <a:pt x="6072703" y="52794"/>
                  </a:lnTo>
                  <a:lnTo>
                    <a:pt x="6072797" y="52794"/>
                  </a:lnTo>
                  <a:lnTo>
                    <a:pt x="6072891" y="52794"/>
                  </a:lnTo>
                  <a:lnTo>
                    <a:pt x="6072985" y="52794"/>
                  </a:lnTo>
                  <a:lnTo>
                    <a:pt x="6073079" y="52794"/>
                  </a:lnTo>
                  <a:lnTo>
                    <a:pt x="6073173" y="52794"/>
                  </a:lnTo>
                  <a:lnTo>
                    <a:pt x="6073267" y="52794"/>
                  </a:lnTo>
                  <a:lnTo>
                    <a:pt x="6073361" y="52794"/>
                  </a:lnTo>
                  <a:lnTo>
                    <a:pt x="6073455" y="52794"/>
                  </a:lnTo>
                  <a:lnTo>
                    <a:pt x="6073549" y="52794"/>
                  </a:lnTo>
                  <a:lnTo>
                    <a:pt x="6073643" y="52794"/>
                  </a:lnTo>
                  <a:lnTo>
                    <a:pt x="6073737" y="52794"/>
                  </a:lnTo>
                  <a:lnTo>
                    <a:pt x="6073831" y="52794"/>
                  </a:lnTo>
                  <a:lnTo>
                    <a:pt x="6073925" y="52794"/>
                  </a:lnTo>
                  <a:lnTo>
                    <a:pt x="6074019" y="52794"/>
                  </a:lnTo>
                  <a:lnTo>
                    <a:pt x="6074113" y="52794"/>
                  </a:lnTo>
                  <a:lnTo>
                    <a:pt x="6074207" y="52794"/>
                  </a:lnTo>
                  <a:lnTo>
                    <a:pt x="6074301" y="52794"/>
                  </a:lnTo>
                  <a:lnTo>
                    <a:pt x="6074395" y="52794"/>
                  </a:lnTo>
                  <a:lnTo>
                    <a:pt x="6074489" y="52794"/>
                  </a:lnTo>
                  <a:lnTo>
                    <a:pt x="6074583" y="52794"/>
                  </a:lnTo>
                  <a:lnTo>
                    <a:pt x="6074677" y="52794"/>
                  </a:lnTo>
                  <a:lnTo>
                    <a:pt x="6074772" y="52794"/>
                  </a:lnTo>
                  <a:lnTo>
                    <a:pt x="6074866" y="52794"/>
                  </a:lnTo>
                  <a:lnTo>
                    <a:pt x="6074960" y="52794"/>
                  </a:lnTo>
                  <a:lnTo>
                    <a:pt x="6075054" y="52794"/>
                  </a:lnTo>
                  <a:lnTo>
                    <a:pt x="6075148" y="52794"/>
                  </a:lnTo>
                  <a:lnTo>
                    <a:pt x="6075242" y="52794"/>
                  </a:lnTo>
                  <a:lnTo>
                    <a:pt x="6075336" y="52794"/>
                  </a:lnTo>
                  <a:lnTo>
                    <a:pt x="6075430" y="52794"/>
                  </a:lnTo>
                  <a:lnTo>
                    <a:pt x="6075524" y="52794"/>
                  </a:lnTo>
                  <a:lnTo>
                    <a:pt x="6075618" y="52794"/>
                  </a:lnTo>
                  <a:lnTo>
                    <a:pt x="6075712" y="52794"/>
                  </a:lnTo>
                  <a:lnTo>
                    <a:pt x="6075806" y="52794"/>
                  </a:lnTo>
                  <a:lnTo>
                    <a:pt x="6075900" y="52794"/>
                  </a:lnTo>
                  <a:lnTo>
                    <a:pt x="6075994" y="52794"/>
                  </a:lnTo>
                  <a:lnTo>
                    <a:pt x="6076088" y="52794"/>
                  </a:lnTo>
                  <a:lnTo>
                    <a:pt x="6076182" y="52794"/>
                  </a:lnTo>
                  <a:lnTo>
                    <a:pt x="6076276" y="52794"/>
                  </a:lnTo>
                  <a:lnTo>
                    <a:pt x="6076370" y="52794"/>
                  </a:lnTo>
                  <a:lnTo>
                    <a:pt x="6076464" y="52794"/>
                  </a:lnTo>
                  <a:lnTo>
                    <a:pt x="6076558" y="52794"/>
                  </a:lnTo>
                  <a:lnTo>
                    <a:pt x="6076652" y="52794"/>
                  </a:lnTo>
                  <a:lnTo>
                    <a:pt x="6076746" y="52794"/>
                  </a:lnTo>
                  <a:lnTo>
                    <a:pt x="6076840" y="52794"/>
                  </a:lnTo>
                  <a:lnTo>
                    <a:pt x="6076934" y="52794"/>
                  </a:lnTo>
                  <a:lnTo>
                    <a:pt x="6077028" y="52794"/>
                  </a:lnTo>
                  <a:lnTo>
                    <a:pt x="6077122" y="52794"/>
                  </a:lnTo>
                  <a:lnTo>
                    <a:pt x="6077216" y="52794"/>
                  </a:lnTo>
                  <a:lnTo>
                    <a:pt x="6077310" y="52794"/>
                  </a:lnTo>
                  <a:lnTo>
                    <a:pt x="6077404" y="52794"/>
                  </a:lnTo>
                  <a:lnTo>
                    <a:pt x="6077498" y="52794"/>
                  </a:lnTo>
                  <a:lnTo>
                    <a:pt x="6077592" y="52794"/>
                  </a:lnTo>
                  <a:lnTo>
                    <a:pt x="6077686" y="52794"/>
                  </a:lnTo>
                  <a:lnTo>
                    <a:pt x="6077780" y="52794"/>
                  </a:lnTo>
                  <a:lnTo>
                    <a:pt x="6077874" y="52794"/>
                  </a:lnTo>
                  <a:lnTo>
                    <a:pt x="6077968" y="52794"/>
                  </a:lnTo>
                  <a:lnTo>
                    <a:pt x="6078062" y="52794"/>
                  </a:lnTo>
                  <a:lnTo>
                    <a:pt x="6078156" y="52794"/>
                  </a:lnTo>
                  <a:lnTo>
                    <a:pt x="6078251" y="52794"/>
                  </a:lnTo>
                  <a:lnTo>
                    <a:pt x="6078251" y="47514"/>
                  </a:lnTo>
                  <a:lnTo>
                    <a:pt x="6078345" y="47514"/>
                  </a:lnTo>
                  <a:lnTo>
                    <a:pt x="6078439" y="47514"/>
                  </a:lnTo>
                  <a:lnTo>
                    <a:pt x="6078533" y="47514"/>
                  </a:lnTo>
                  <a:lnTo>
                    <a:pt x="6078627" y="47514"/>
                  </a:lnTo>
                  <a:lnTo>
                    <a:pt x="6078721" y="47514"/>
                  </a:lnTo>
                  <a:lnTo>
                    <a:pt x="6078815" y="47514"/>
                  </a:lnTo>
                  <a:lnTo>
                    <a:pt x="6078909" y="47514"/>
                  </a:lnTo>
                  <a:lnTo>
                    <a:pt x="6079003" y="47514"/>
                  </a:lnTo>
                  <a:lnTo>
                    <a:pt x="6079097" y="47514"/>
                  </a:lnTo>
                  <a:lnTo>
                    <a:pt x="6079191" y="47514"/>
                  </a:lnTo>
                  <a:lnTo>
                    <a:pt x="6079285" y="47514"/>
                  </a:lnTo>
                  <a:lnTo>
                    <a:pt x="6079379" y="47514"/>
                  </a:lnTo>
                  <a:lnTo>
                    <a:pt x="6079473" y="47514"/>
                  </a:lnTo>
                  <a:lnTo>
                    <a:pt x="6079567" y="47514"/>
                  </a:lnTo>
                  <a:lnTo>
                    <a:pt x="6079661" y="47514"/>
                  </a:lnTo>
                  <a:lnTo>
                    <a:pt x="6079755" y="47514"/>
                  </a:lnTo>
                  <a:lnTo>
                    <a:pt x="6079849" y="47514"/>
                  </a:lnTo>
                  <a:lnTo>
                    <a:pt x="6079943" y="47514"/>
                  </a:lnTo>
                  <a:lnTo>
                    <a:pt x="6080037" y="47514"/>
                  </a:lnTo>
                  <a:lnTo>
                    <a:pt x="6080131" y="47514"/>
                  </a:lnTo>
                  <a:lnTo>
                    <a:pt x="6080225" y="47514"/>
                  </a:lnTo>
                  <a:lnTo>
                    <a:pt x="6080319" y="47514"/>
                  </a:lnTo>
                  <a:lnTo>
                    <a:pt x="6080413" y="47514"/>
                  </a:lnTo>
                  <a:lnTo>
                    <a:pt x="6080507" y="47514"/>
                  </a:lnTo>
                  <a:lnTo>
                    <a:pt x="6080601" y="47514"/>
                  </a:lnTo>
                  <a:lnTo>
                    <a:pt x="6080601" y="42235"/>
                  </a:lnTo>
                  <a:lnTo>
                    <a:pt x="6080695" y="42235"/>
                  </a:lnTo>
                  <a:lnTo>
                    <a:pt x="6080789" y="42235"/>
                  </a:lnTo>
                  <a:lnTo>
                    <a:pt x="6080883" y="42235"/>
                  </a:lnTo>
                  <a:lnTo>
                    <a:pt x="6080977" y="42235"/>
                  </a:lnTo>
                  <a:lnTo>
                    <a:pt x="6081071" y="42235"/>
                  </a:lnTo>
                  <a:lnTo>
                    <a:pt x="6081165" y="42235"/>
                  </a:lnTo>
                  <a:lnTo>
                    <a:pt x="6081259" y="42235"/>
                  </a:lnTo>
                  <a:lnTo>
                    <a:pt x="6081353" y="42235"/>
                  </a:lnTo>
                  <a:lnTo>
                    <a:pt x="6081447" y="42235"/>
                  </a:lnTo>
                  <a:lnTo>
                    <a:pt x="6081541" y="42235"/>
                  </a:lnTo>
                  <a:lnTo>
                    <a:pt x="6081635" y="42235"/>
                  </a:lnTo>
                  <a:lnTo>
                    <a:pt x="6081729" y="42235"/>
                  </a:lnTo>
                  <a:lnTo>
                    <a:pt x="6081824" y="42235"/>
                  </a:lnTo>
                  <a:lnTo>
                    <a:pt x="6081918" y="42235"/>
                  </a:lnTo>
                  <a:lnTo>
                    <a:pt x="6082012" y="42235"/>
                  </a:lnTo>
                  <a:lnTo>
                    <a:pt x="6082106" y="42235"/>
                  </a:lnTo>
                  <a:lnTo>
                    <a:pt x="6082200" y="42235"/>
                  </a:lnTo>
                  <a:lnTo>
                    <a:pt x="6082294" y="42235"/>
                  </a:lnTo>
                  <a:lnTo>
                    <a:pt x="6082388" y="42235"/>
                  </a:lnTo>
                  <a:lnTo>
                    <a:pt x="6082482" y="42235"/>
                  </a:lnTo>
                  <a:lnTo>
                    <a:pt x="6082576" y="42235"/>
                  </a:lnTo>
                  <a:lnTo>
                    <a:pt x="6082670" y="42235"/>
                  </a:lnTo>
                  <a:lnTo>
                    <a:pt x="6082764" y="42235"/>
                  </a:lnTo>
                  <a:lnTo>
                    <a:pt x="6082858" y="42235"/>
                  </a:lnTo>
                  <a:lnTo>
                    <a:pt x="6082952" y="42235"/>
                  </a:lnTo>
                  <a:lnTo>
                    <a:pt x="6083046" y="42235"/>
                  </a:lnTo>
                  <a:lnTo>
                    <a:pt x="6083140" y="42235"/>
                  </a:lnTo>
                  <a:lnTo>
                    <a:pt x="6083234" y="42235"/>
                  </a:lnTo>
                  <a:lnTo>
                    <a:pt x="6083328" y="42235"/>
                  </a:lnTo>
                  <a:lnTo>
                    <a:pt x="6083422" y="42235"/>
                  </a:lnTo>
                  <a:lnTo>
                    <a:pt x="6083516" y="42235"/>
                  </a:lnTo>
                  <a:lnTo>
                    <a:pt x="6083610" y="42235"/>
                  </a:lnTo>
                  <a:lnTo>
                    <a:pt x="6083704" y="42235"/>
                  </a:lnTo>
                  <a:lnTo>
                    <a:pt x="6083798" y="42235"/>
                  </a:lnTo>
                  <a:lnTo>
                    <a:pt x="6083892" y="42235"/>
                  </a:lnTo>
                  <a:lnTo>
                    <a:pt x="6083986" y="42235"/>
                  </a:lnTo>
                  <a:lnTo>
                    <a:pt x="6084080" y="42235"/>
                  </a:lnTo>
                  <a:lnTo>
                    <a:pt x="6084174" y="42235"/>
                  </a:lnTo>
                  <a:lnTo>
                    <a:pt x="6084268" y="42235"/>
                  </a:lnTo>
                  <a:lnTo>
                    <a:pt x="6084362" y="42235"/>
                  </a:lnTo>
                  <a:lnTo>
                    <a:pt x="6084456" y="42235"/>
                  </a:lnTo>
                  <a:lnTo>
                    <a:pt x="6084550" y="42235"/>
                  </a:lnTo>
                  <a:lnTo>
                    <a:pt x="6084644" y="42235"/>
                  </a:lnTo>
                  <a:lnTo>
                    <a:pt x="6084738" y="42235"/>
                  </a:lnTo>
                  <a:lnTo>
                    <a:pt x="6084832" y="42235"/>
                  </a:lnTo>
                  <a:lnTo>
                    <a:pt x="6084926" y="42235"/>
                  </a:lnTo>
                  <a:lnTo>
                    <a:pt x="6085020" y="42235"/>
                  </a:lnTo>
                  <a:lnTo>
                    <a:pt x="6085114" y="42235"/>
                  </a:lnTo>
                  <a:lnTo>
                    <a:pt x="6085208" y="42235"/>
                  </a:lnTo>
                  <a:lnTo>
                    <a:pt x="6085302" y="42235"/>
                  </a:lnTo>
                  <a:lnTo>
                    <a:pt x="6085397" y="42235"/>
                  </a:lnTo>
                  <a:lnTo>
                    <a:pt x="6085491" y="42235"/>
                  </a:lnTo>
                  <a:lnTo>
                    <a:pt x="6085585" y="42235"/>
                  </a:lnTo>
                  <a:lnTo>
                    <a:pt x="6085679" y="42235"/>
                  </a:lnTo>
                  <a:lnTo>
                    <a:pt x="6085773" y="42235"/>
                  </a:lnTo>
                  <a:lnTo>
                    <a:pt x="6085867" y="42235"/>
                  </a:lnTo>
                  <a:lnTo>
                    <a:pt x="6085961" y="42235"/>
                  </a:lnTo>
                  <a:lnTo>
                    <a:pt x="6086055" y="42235"/>
                  </a:lnTo>
                  <a:lnTo>
                    <a:pt x="6086149" y="42235"/>
                  </a:lnTo>
                  <a:lnTo>
                    <a:pt x="6086243" y="42235"/>
                  </a:lnTo>
                  <a:lnTo>
                    <a:pt x="6086337" y="42235"/>
                  </a:lnTo>
                  <a:lnTo>
                    <a:pt x="6086431" y="42235"/>
                  </a:lnTo>
                  <a:lnTo>
                    <a:pt x="6086525" y="42235"/>
                  </a:lnTo>
                  <a:lnTo>
                    <a:pt x="6086619" y="42235"/>
                  </a:lnTo>
                  <a:lnTo>
                    <a:pt x="6086713" y="42235"/>
                  </a:lnTo>
                  <a:lnTo>
                    <a:pt x="6086807" y="42235"/>
                  </a:lnTo>
                  <a:lnTo>
                    <a:pt x="6086901" y="42235"/>
                  </a:lnTo>
                  <a:lnTo>
                    <a:pt x="6086995" y="42235"/>
                  </a:lnTo>
                  <a:lnTo>
                    <a:pt x="6087089" y="42235"/>
                  </a:lnTo>
                  <a:lnTo>
                    <a:pt x="6087183" y="42235"/>
                  </a:lnTo>
                  <a:lnTo>
                    <a:pt x="6087277" y="42235"/>
                  </a:lnTo>
                  <a:lnTo>
                    <a:pt x="6087371" y="42235"/>
                  </a:lnTo>
                  <a:lnTo>
                    <a:pt x="6087465" y="42235"/>
                  </a:lnTo>
                  <a:lnTo>
                    <a:pt x="6087559" y="42235"/>
                  </a:lnTo>
                  <a:lnTo>
                    <a:pt x="6087653" y="42235"/>
                  </a:lnTo>
                  <a:lnTo>
                    <a:pt x="6087747" y="42235"/>
                  </a:lnTo>
                  <a:lnTo>
                    <a:pt x="6087841" y="42235"/>
                  </a:lnTo>
                  <a:lnTo>
                    <a:pt x="6087935" y="42235"/>
                  </a:lnTo>
                  <a:lnTo>
                    <a:pt x="6088029" y="42235"/>
                  </a:lnTo>
                  <a:lnTo>
                    <a:pt x="6088123" y="42235"/>
                  </a:lnTo>
                  <a:lnTo>
                    <a:pt x="6088217" y="42235"/>
                  </a:lnTo>
                  <a:lnTo>
                    <a:pt x="6088311" y="42235"/>
                  </a:lnTo>
                  <a:lnTo>
                    <a:pt x="6088405" y="42235"/>
                  </a:lnTo>
                  <a:lnTo>
                    <a:pt x="6088499" y="42235"/>
                  </a:lnTo>
                  <a:lnTo>
                    <a:pt x="6088593" y="42235"/>
                  </a:lnTo>
                  <a:lnTo>
                    <a:pt x="6088687" y="42235"/>
                  </a:lnTo>
                  <a:lnTo>
                    <a:pt x="6088781" y="42235"/>
                  </a:lnTo>
                  <a:lnTo>
                    <a:pt x="6088875" y="42235"/>
                  </a:lnTo>
                  <a:lnTo>
                    <a:pt x="6088970" y="42235"/>
                  </a:lnTo>
                  <a:lnTo>
                    <a:pt x="6089064" y="42235"/>
                  </a:lnTo>
                  <a:lnTo>
                    <a:pt x="6089158" y="42235"/>
                  </a:lnTo>
                  <a:lnTo>
                    <a:pt x="6089252" y="42235"/>
                  </a:lnTo>
                  <a:lnTo>
                    <a:pt x="6089346" y="42235"/>
                  </a:lnTo>
                  <a:lnTo>
                    <a:pt x="6089440" y="42235"/>
                  </a:lnTo>
                  <a:lnTo>
                    <a:pt x="6089534" y="42235"/>
                  </a:lnTo>
                  <a:lnTo>
                    <a:pt x="6089628" y="42235"/>
                  </a:lnTo>
                  <a:lnTo>
                    <a:pt x="6089722" y="42235"/>
                  </a:lnTo>
                  <a:lnTo>
                    <a:pt x="6089816" y="42235"/>
                  </a:lnTo>
                  <a:lnTo>
                    <a:pt x="6089910" y="42235"/>
                  </a:lnTo>
                  <a:lnTo>
                    <a:pt x="6090004" y="42235"/>
                  </a:lnTo>
                  <a:lnTo>
                    <a:pt x="6090098" y="42235"/>
                  </a:lnTo>
                  <a:lnTo>
                    <a:pt x="6090192" y="42235"/>
                  </a:lnTo>
                  <a:lnTo>
                    <a:pt x="6090286" y="42235"/>
                  </a:lnTo>
                  <a:lnTo>
                    <a:pt x="6090380" y="42235"/>
                  </a:lnTo>
                  <a:lnTo>
                    <a:pt x="6090474" y="42235"/>
                  </a:lnTo>
                  <a:lnTo>
                    <a:pt x="6090568" y="42235"/>
                  </a:lnTo>
                  <a:lnTo>
                    <a:pt x="6090662" y="42235"/>
                  </a:lnTo>
                  <a:lnTo>
                    <a:pt x="6090756" y="42235"/>
                  </a:lnTo>
                  <a:lnTo>
                    <a:pt x="6090850" y="42235"/>
                  </a:lnTo>
                  <a:lnTo>
                    <a:pt x="6090944" y="42235"/>
                  </a:lnTo>
                  <a:lnTo>
                    <a:pt x="6091038" y="42235"/>
                  </a:lnTo>
                  <a:lnTo>
                    <a:pt x="6091132" y="42235"/>
                  </a:lnTo>
                  <a:lnTo>
                    <a:pt x="6091226" y="42235"/>
                  </a:lnTo>
                  <a:lnTo>
                    <a:pt x="6091320" y="42235"/>
                  </a:lnTo>
                  <a:lnTo>
                    <a:pt x="6091414" y="42235"/>
                  </a:lnTo>
                  <a:lnTo>
                    <a:pt x="6091508" y="42235"/>
                  </a:lnTo>
                  <a:lnTo>
                    <a:pt x="6091602" y="42235"/>
                  </a:lnTo>
                  <a:lnTo>
                    <a:pt x="6091696" y="42235"/>
                  </a:lnTo>
                  <a:lnTo>
                    <a:pt x="6091790" y="42235"/>
                  </a:lnTo>
                  <a:lnTo>
                    <a:pt x="6091884" y="42235"/>
                  </a:lnTo>
                  <a:lnTo>
                    <a:pt x="6091978" y="42235"/>
                  </a:lnTo>
                  <a:lnTo>
                    <a:pt x="6092072" y="42235"/>
                  </a:lnTo>
                  <a:lnTo>
                    <a:pt x="6092166" y="42235"/>
                  </a:lnTo>
                  <a:lnTo>
                    <a:pt x="6092260" y="42235"/>
                  </a:lnTo>
                  <a:lnTo>
                    <a:pt x="6092354" y="42235"/>
                  </a:lnTo>
                  <a:lnTo>
                    <a:pt x="6092449" y="42235"/>
                  </a:lnTo>
                  <a:lnTo>
                    <a:pt x="6092543" y="42235"/>
                  </a:lnTo>
                  <a:lnTo>
                    <a:pt x="6092637" y="42235"/>
                  </a:lnTo>
                  <a:lnTo>
                    <a:pt x="6092731" y="42235"/>
                  </a:lnTo>
                  <a:lnTo>
                    <a:pt x="6092825" y="42235"/>
                  </a:lnTo>
                  <a:lnTo>
                    <a:pt x="6092919" y="42235"/>
                  </a:lnTo>
                  <a:lnTo>
                    <a:pt x="6093013" y="42235"/>
                  </a:lnTo>
                  <a:lnTo>
                    <a:pt x="6093107" y="42235"/>
                  </a:lnTo>
                  <a:lnTo>
                    <a:pt x="6093201" y="42235"/>
                  </a:lnTo>
                  <a:lnTo>
                    <a:pt x="6093295" y="42235"/>
                  </a:lnTo>
                  <a:lnTo>
                    <a:pt x="6093389" y="42235"/>
                  </a:lnTo>
                  <a:lnTo>
                    <a:pt x="6093483" y="42235"/>
                  </a:lnTo>
                  <a:lnTo>
                    <a:pt x="6093577" y="42235"/>
                  </a:lnTo>
                  <a:lnTo>
                    <a:pt x="6093671" y="42235"/>
                  </a:lnTo>
                  <a:lnTo>
                    <a:pt x="6093765" y="42235"/>
                  </a:lnTo>
                  <a:lnTo>
                    <a:pt x="6093859" y="42235"/>
                  </a:lnTo>
                  <a:lnTo>
                    <a:pt x="6093953" y="42235"/>
                  </a:lnTo>
                  <a:lnTo>
                    <a:pt x="6094047" y="42235"/>
                  </a:lnTo>
                  <a:lnTo>
                    <a:pt x="6094141" y="42235"/>
                  </a:lnTo>
                  <a:lnTo>
                    <a:pt x="6094235" y="42235"/>
                  </a:lnTo>
                  <a:lnTo>
                    <a:pt x="6094329" y="42235"/>
                  </a:lnTo>
                  <a:lnTo>
                    <a:pt x="6094423" y="42235"/>
                  </a:lnTo>
                  <a:lnTo>
                    <a:pt x="6094517" y="42235"/>
                  </a:lnTo>
                  <a:lnTo>
                    <a:pt x="6094611" y="42235"/>
                  </a:lnTo>
                  <a:lnTo>
                    <a:pt x="6094705" y="42235"/>
                  </a:lnTo>
                  <a:lnTo>
                    <a:pt x="6094799" y="42235"/>
                  </a:lnTo>
                  <a:lnTo>
                    <a:pt x="6094893" y="42235"/>
                  </a:lnTo>
                  <a:lnTo>
                    <a:pt x="6094987" y="42235"/>
                  </a:lnTo>
                  <a:lnTo>
                    <a:pt x="6095081" y="42235"/>
                  </a:lnTo>
                  <a:lnTo>
                    <a:pt x="6095175" y="42235"/>
                  </a:lnTo>
                  <a:lnTo>
                    <a:pt x="6095269" y="42235"/>
                  </a:lnTo>
                  <a:lnTo>
                    <a:pt x="6095363" y="42235"/>
                  </a:lnTo>
                  <a:lnTo>
                    <a:pt x="6095457" y="42235"/>
                  </a:lnTo>
                  <a:lnTo>
                    <a:pt x="6095551" y="42235"/>
                  </a:lnTo>
                  <a:lnTo>
                    <a:pt x="6095645" y="42235"/>
                  </a:lnTo>
                  <a:lnTo>
                    <a:pt x="6095739" y="42235"/>
                  </a:lnTo>
                  <a:lnTo>
                    <a:pt x="6095833" y="42235"/>
                  </a:lnTo>
                  <a:lnTo>
                    <a:pt x="6095927" y="42235"/>
                  </a:lnTo>
                  <a:lnTo>
                    <a:pt x="6096022" y="42235"/>
                  </a:lnTo>
                  <a:lnTo>
                    <a:pt x="6096116" y="42235"/>
                  </a:lnTo>
                  <a:lnTo>
                    <a:pt x="6096210" y="42235"/>
                  </a:lnTo>
                  <a:lnTo>
                    <a:pt x="6096304" y="42235"/>
                  </a:lnTo>
                  <a:lnTo>
                    <a:pt x="6096398" y="42235"/>
                  </a:lnTo>
                  <a:lnTo>
                    <a:pt x="6096492" y="42235"/>
                  </a:lnTo>
                  <a:lnTo>
                    <a:pt x="6096586" y="42235"/>
                  </a:lnTo>
                  <a:lnTo>
                    <a:pt x="6096680" y="42235"/>
                  </a:lnTo>
                  <a:lnTo>
                    <a:pt x="6096774" y="42235"/>
                  </a:lnTo>
                  <a:lnTo>
                    <a:pt x="6096868" y="42235"/>
                  </a:lnTo>
                  <a:lnTo>
                    <a:pt x="6096962" y="42235"/>
                  </a:lnTo>
                  <a:lnTo>
                    <a:pt x="6097056" y="42235"/>
                  </a:lnTo>
                  <a:lnTo>
                    <a:pt x="6097150" y="42235"/>
                  </a:lnTo>
                  <a:lnTo>
                    <a:pt x="6097244" y="42235"/>
                  </a:lnTo>
                  <a:lnTo>
                    <a:pt x="6097338" y="42235"/>
                  </a:lnTo>
                  <a:lnTo>
                    <a:pt x="6097432" y="42235"/>
                  </a:lnTo>
                  <a:lnTo>
                    <a:pt x="6097526" y="42235"/>
                  </a:lnTo>
                  <a:lnTo>
                    <a:pt x="6097620" y="42235"/>
                  </a:lnTo>
                  <a:lnTo>
                    <a:pt x="6097714" y="42235"/>
                  </a:lnTo>
                  <a:lnTo>
                    <a:pt x="6097808" y="42235"/>
                  </a:lnTo>
                  <a:lnTo>
                    <a:pt x="6097902" y="42235"/>
                  </a:lnTo>
                  <a:lnTo>
                    <a:pt x="6097996" y="42235"/>
                  </a:lnTo>
                  <a:lnTo>
                    <a:pt x="6098090" y="42235"/>
                  </a:lnTo>
                  <a:lnTo>
                    <a:pt x="6098184" y="42235"/>
                  </a:lnTo>
                  <a:lnTo>
                    <a:pt x="6098278" y="42235"/>
                  </a:lnTo>
                  <a:lnTo>
                    <a:pt x="6098372" y="42235"/>
                  </a:lnTo>
                  <a:lnTo>
                    <a:pt x="6098466" y="42235"/>
                  </a:lnTo>
                  <a:lnTo>
                    <a:pt x="6098560" y="42235"/>
                  </a:lnTo>
                  <a:lnTo>
                    <a:pt x="6098654" y="42235"/>
                  </a:lnTo>
                  <a:lnTo>
                    <a:pt x="6098748" y="42235"/>
                  </a:lnTo>
                  <a:lnTo>
                    <a:pt x="6098842" y="42235"/>
                  </a:lnTo>
                  <a:lnTo>
                    <a:pt x="6098936" y="42235"/>
                  </a:lnTo>
                  <a:lnTo>
                    <a:pt x="6099030" y="42235"/>
                  </a:lnTo>
                  <a:lnTo>
                    <a:pt x="6099124" y="42235"/>
                  </a:lnTo>
                  <a:lnTo>
                    <a:pt x="6099218" y="42235"/>
                  </a:lnTo>
                  <a:lnTo>
                    <a:pt x="6099312" y="42235"/>
                  </a:lnTo>
                  <a:lnTo>
                    <a:pt x="6099406" y="42235"/>
                  </a:lnTo>
                  <a:lnTo>
                    <a:pt x="6099500" y="42235"/>
                  </a:lnTo>
                  <a:lnTo>
                    <a:pt x="6099595" y="42235"/>
                  </a:lnTo>
                  <a:lnTo>
                    <a:pt x="6099689" y="42235"/>
                  </a:lnTo>
                  <a:lnTo>
                    <a:pt x="6099783" y="42235"/>
                  </a:lnTo>
                  <a:lnTo>
                    <a:pt x="6099877" y="42235"/>
                  </a:lnTo>
                  <a:lnTo>
                    <a:pt x="6099971" y="42235"/>
                  </a:lnTo>
                  <a:lnTo>
                    <a:pt x="6100065" y="42235"/>
                  </a:lnTo>
                  <a:lnTo>
                    <a:pt x="6100159" y="42235"/>
                  </a:lnTo>
                  <a:lnTo>
                    <a:pt x="6100253" y="42235"/>
                  </a:lnTo>
                  <a:lnTo>
                    <a:pt x="6100347" y="42235"/>
                  </a:lnTo>
                  <a:lnTo>
                    <a:pt x="6100441" y="42235"/>
                  </a:lnTo>
                  <a:lnTo>
                    <a:pt x="6100535" y="42235"/>
                  </a:lnTo>
                  <a:lnTo>
                    <a:pt x="6100629" y="42235"/>
                  </a:lnTo>
                  <a:lnTo>
                    <a:pt x="6100723" y="42235"/>
                  </a:lnTo>
                  <a:lnTo>
                    <a:pt x="6100817" y="42235"/>
                  </a:lnTo>
                  <a:lnTo>
                    <a:pt x="6100911" y="42235"/>
                  </a:lnTo>
                  <a:lnTo>
                    <a:pt x="6101005" y="42235"/>
                  </a:lnTo>
                  <a:lnTo>
                    <a:pt x="6101099" y="42235"/>
                  </a:lnTo>
                  <a:lnTo>
                    <a:pt x="6101193" y="42235"/>
                  </a:lnTo>
                  <a:lnTo>
                    <a:pt x="6101287" y="42235"/>
                  </a:lnTo>
                  <a:lnTo>
                    <a:pt x="6101381" y="42235"/>
                  </a:lnTo>
                  <a:lnTo>
                    <a:pt x="6101475" y="42235"/>
                  </a:lnTo>
                  <a:lnTo>
                    <a:pt x="6101569" y="42235"/>
                  </a:lnTo>
                  <a:lnTo>
                    <a:pt x="6101663" y="42235"/>
                  </a:lnTo>
                  <a:lnTo>
                    <a:pt x="6101757" y="42235"/>
                  </a:lnTo>
                  <a:lnTo>
                    <a:pt x="6101851" y="42235"/>
                  </a:lnTo>
                  <a:lnTo>
                    <a:pt x="6101851" y="36955"/>
                  </a:lnTo>
                  <a:lnTo>
                    <a:pt x="6101945" y="36955"/>
                  </a:lnTo>
                  <a:lnTo>
                    <a:pt x="6101945" y="31676"/>
                  </a:lnTo>
                  <a:lnTo>
                    <a:pt x="6102039" y="31676"/>
                  </a:lnTo>
                  <a:lnTo>
                    <a:pt x="6102133" y="31676"/>
                  </a:lnTo>
                  <a:lnTo>
                    <a:pt x="6102227" y="31676"/>
                  </a:lnTo>
                  <a:lnTo>
                    <a:pt x="6102321" y="31676"/>
                  </a:lnTo>
                  <a:lnTo>
                    <a:pt x="6102415" y="31676"/>
                  </a:lnTo>
                  <a:lnTo>
                    <a:pt x="6102509" y="31676"/>
                  </a:lnTo>
                  <a:lnTo>
                    <a:pt x="6102603" y="31676"/>
                  </a:lnTo>
                  <a:lnTo>
                    <a:pt x="6102697" y="31676"/>
                  </a:lnTo>
                  <a:lnTo>
                    <a:pt x="6102791" y="31676"/>
                  </a:lnTo>
                  <a:lnTo>
                    <a:pt x="6102885" y="31676"/>
                  </a:lnTo>
                  <a:lnTo>
                    <a:pt x="6102979" y="31676"/>
                  </a:lnTo>
                  <a:lnTo>
                    <a:pt x="6103074" y="31676"/>
                  </a:lnTo>
                  <a:lnTo>
                    <a:pt x="6103168" y="31676"/>
                  </a:lnTo>
                  <a:lnTo>
                    <a:pt x="6103262" y="31676"/>
                  </a:lnTo>
                  <a:lnTo>
                    <a:pt x="6103356" y="31676"/>
                  </a:lnTo>
                  <a:lnTo>
                    <a:pt x="6103450" y="31676"/>
                  </a:lnTo>
                  <a:lnTo>
                    <a:pt x="6103544" y="31676"/>
                  </a:lnTo>
                  <a:lnTo>
                    <a:pt x="6103638" y="31676"/>
                  </a:lnTo>
                  <a:lnTo>
                    <a:pt x="6103732" y="31676"/>
                  </a:lnTo>
                  <a:lnTo>
                    <a:pt x="6103826" y="31676"/>
                  </a:lnTo>
                  <a:lnTo>
                    <a:pt x="6103920" y="31676"/>
                  </a:lnTo>
                  <a:lnTo>
                    <a:pt x="6104014" y="31676"/>
                  </a:lnTo>
                  <a:lnTo>
                    <a:pt x="6104108" y="31676"/>
                  </a:lnTo>
                  <a:lnTo>
                    <a:pt x="6104202" y="31676"/>
                  </a:lnTo>
                  <a:lnTo>
                    <a:pt x="6104296" y="31676"/>
                  </a:lnTo>
                  <a:lnTo>
                    <a:pt x="6104390" y="31676"/>
                  </a:lnTo>
                  <a:lnTo>
                    <a:pt x="6104484" y="31676"/>
                  </a:lnTo>
                  <a:lnTo>
                    <a:pt x="6104578" y="31676"/>
                  </a:lnTo>
                  <a:lnTo>
                    <a:pt x="6104672" y="31676"/>
                  </a:lnTo>
                  <a:lnTo>
                    <a:pt x="6104766" y="31676"/>
                  </a:lnTo>
                  <a:lnTo>
                    <a:pt x="6104860" y="31676"/>
                  </a:lnTo>
                  <a:lnTo>
                    <a:pt x="6104954" y="31676"/>
                  </a:lnTo>
                  <a:lnTo>
                    <a:pt x="6105048" y="31676"/>
                  </a:lnTo>
                  <a:lnTo>
                    <a:pt x="6105142" y="31676"/>
                  </a:lnTo>
                  <a:lnTo>
                    <a:pt x="6105236" y="31676"/>
                  </a:lnTo>
                  <a:lnTo>
                    <a:pt x="6105330" y="31676"/>
                  </a:lnTo>
                  <a:lnTo>
                    <a:pt x="6105424" y="31676"/>
                  </a:lnTo>
                  <a:lnTo>
                    <a:pt x="6105518" y="31676"/>
                  </a:lnTo>
                  <a:lnTo>
                    <a:pt x="6105612" y="31676"/>
                  </a:lnTo>
                  <a:lnTo>
                    <a:pt x="6105706" y="31676"/>
                  </a:lnTo>
                  <a:lnTo>
                    <a:pt x="6105800" y="31676"/>
                  </a:lnTo>
                  <a:lnTo>
                    <a:pt x="6105894" y="31676"/>
                  </a:lnTo>
                  <a:lnTo>
                    <a:pt x="6105988" y="31676"/>
                  </a:lnTo>
                  <a:lnTo>
                    <a:pt x="6106082" y="31676"/>
                  </a:lnTo>
                  <a:lnTo>
                    <a:pt x="6106176" y="31676"/>
                  </a:lnTo>
                  <a:lnTo>
                    <a:pt x="6106270" y="31676"/>
                  </a:lnTo>
                  <a:lnTo>
                    <a:pt x="6106364" y="31676"/>
                  </a:lnTo>
                  <a:lnTo>
                    <a:pt x="6106458" y="31676"/>
                  </a:lnTo>
                  <a:lnTo>
                    <a:pt x="6106552" y="31676"/>
                  </a:lnTo>
                  <a:lnTo>
                    <a:pt x="6106647" y="31676"/>
                  </a:lnTo>
                  <a:lnTo>
                    <a:pt x="6106741" y="31676"/>
                  </a:lnTo>
                  <a:lnTo>
                    <a:pt x="6106835" y="31676"/>
                  </a:lnTo>
                  <a:lnTo>
                    <a:pt x="6106835" y="26397"/>
                  </a:lnTo>
                  <a:lnTo>
                    <a:pt x="6106929" y="26397"/>
                  </a:lnTo>
                  <a:lnTo>
                    <a:pt x="6107023" y="26397"/>
                  </a:lnTo>
                  <a:lnTo>
                    <a:pt x="6107117" y="26397"/>
                  </a:lnTo>
                  <a:lnTo>
                    <a:pt x="6107211" y="26397"/>
                  </a:lnTo>
                  <a:lnTo>
                    <a:pt x="6107305" y="26397"/>
                  </a:lnTo>
                  <a:lnTo>
                    <a:pt x="6107399" y="26397"/>
                  </a:lnTo>
                  <a:lnTo>
                    <a:pt x="6107493" y="26397"/>
                  </a:lnTo>
                  <a:lnTo>
                    <a:pt x="6107587" y="26397"/>
                  </a:lnTo>
                  <a:lnTo>
                    <a:pt x="6107681" y="26397"/>
                  </a:lnTo>
                  <a:lnTo>
                    <a:pt x="6107775" y="26397"/>
                  </a:lnTo>
                  <a:lnTo>
                    <a:pt x="6107869" y="26397"/>
                  </a:lnTo>
                  <a:lnTo>
                    <a:pt x="6107963" y="26397"/>
                  </a:lnTo>
                  <a:lnTo>
                    <a:pt x="6108057" y="26397"/>
                  </a:lnTo>
                  <a:lnTo>
                    <a:pt x="6108151" y="26397"/>
                  </a:lnTo>
                  <a:lnTo>
                    <a:pt x="6108245" y="26397"/>
                  </a:lnTo>
                  <a:lnTo>
                    <a:pt x="6108339" y="26397"/>
                  </a:lnTo>
                  <a:lnTo>
                    <a:pt x="6108433" y="26397"/>
                  </a:lnTo>
                  <a:lnTo>
                    <a:pt x="6108527" y="26397"/>
                  </a:lnTo>
                  <a:lnTo>
                    <a:pt x="6108621" y="26397"/>
                  </a:lnTo>
                  <a:lnTo>
                    <a:pt x="6108715" y="26397"/>
                  </a:lnTo>
                  <a:lnTo>
                    <a:pt x="6108809" y="26397"/>
                  </a:lnTo>
                  <a:lnTo>
                    <a:pt x="6108903" y="26397"/>
                  </a:lnTo>
                  <a:lnTo>
                    <a:pt x="6108997" y="26397"/>
                  </a:lnTo>
                  <a:lnTo>
                    <a:pt x="6109091" y="26397"/>
                  </a:lnTo>
                  <a:lnTo>
                    <a:pt x="6109185" y="26397"/>
                  </a:lnTo>
                  <a:lnTo>
                    <a:pt x="6109279" y="26397"/>
                  </a:lnTo>
                  <a:lnTo>
                    <a:pt x="6109373" y="26397"/>
                  </a:lnTo>
                  <a:lnTo>
                    <a:pt x="6109467" y="26397"/>
                  </a:lnTo>
                  <a:lnTo>
                    <a:pt x="6109561" y="26397"/>
                  </a:lnTo>
                  <a:lnTo>
                    <a:pt x="6109655" y="26397"/>
                  </a:lnTo>
                  <a:lnTo>
                    <a:pt x="6109749" y="26397"/>
                  </a:lnTo>
                  <a:lnTo>
                    <a:pt x="6109843" y="26397"/>
                  </a:lnTo>
                  <a:lnTo>
                    <a:pt x="6109937" y="26397"/>
                  </a:lnTo>
                  <a:lnTo>
                    <a:pt x="6110031" y="26397"/>
                  </a:lnTo>
                  <a:lnTo>
                    <a:pt x="6110125" y="26397"/>
                  </a:lnTo>
                  <a:lnTo>
                    <a:pt x="6110220" y="26397"/>
                  </a:lnTo>
                  <a:lnTo>
                    <a:pt x="6110314" y="26397"/>
                  </a:lnTo>
                  <a:lnTo>
                    <a:pt x="6110408" y="26397"/>
                  </a:lnTo>
                  <a:lnTo>
                    <a:pt x="6110502" y="26397"/>
                  </a:lnTo>
                  <a:lnTo>
                    <a:pt x="6110596" y="26397"/>
                  </a:lnTo>
                  <a:lnTo>
                    <a:pt x="6110690" y="26397"/>
                  </a:lnTo>
                  <a:lnTo>
                    <a:pt x="6110784" y="26397"/>
                  </a:lnTo>
                  <a:lnTo>
                    <a:pt x="6110878" y="26397"/>
                  </a:lnTo>
                  <a:lnTo>
                    <a:pt x="6110972" y="26397"/>
                  </a:lnTo>
                  <a:lnTo>
                    <a:pt x="6111066" y="26397"/>
                  </a:lnTo>
                  <a:lnTo>
                    <a:pt x="6111160" y="26397"/>
                  </a:lnTo>
                  <a:lnTo>
                    <a:pt x="6111254" y="26397"/>
                  </a:lnTo>
                  <a:lnTo>
                    <a:pt x="6111348" y="26397"/>
                  </a:lnTo>
                  <a:lnTo>
                    <a:pt x="6111442" y="26397"/>
                  </a:lnTo>
                  <a:lnTo>
                    <a:pt x="6111536" y="26397"/>
                  </a:lnTo>
                  <a:lnTo>
                    <a:pt x="6111630" y="26397"/>
                  </a:lnTo>
                  <a:lnTo>
                    <a:pt x="6111724" y="26397"/>
                  </a:lnTo>
                  <a:lnTo>
                    <a:pt x="6111818" y="26397"/>
                  </a:lnTo>
                  <a:lnTo>
                    <a:pt x="6111912" y="26397"/>
                  </a:lnTo>
                  <a:lnTo>
                    <a:pt x="6112006" y="26397"/>
                  </a:lnTo>
                  <a:lnTo>
                    <a:pt x="6112100" y="26397"/>
                  </a:lnTo>
                  <a:lnTo>
                    <a:pt x="6112194" y="26397"/>
                  </a:lnTo>
                  <a:lnTo>
                    <a:pt x="6112288" y="26397"/>
                  </a:lnTo>
                  <a:lnTo>
                    <a:pt x="6112382" y="26397"/>
                  </a:lnTo>
                  <a:lnTo>
                    <a:pt x="6112476" y="26397"/>
                  </a:lnTo>
                  <a:lnTo>
                    <a:pt x="6112570" y="26397"/>
                  </a:lnTo>
                  <a:lnTo>
                    <a:pt x="6112664" y="26397"/>
                  </a:lnTo>
                  <a:lnTo>
                    <a:pt x="6112758" y="26397"/>
                  </a:lnTo>
                  <a:lnTo>
                    <a:pt x="6112852" y="26397"/>
                  </a:lnTo>
                  <a:lnTo>
                    <a:pt x="6112946" y="26397"/>
                  </a:lnTo>
                  <a:lnTo>
                    <a:pt x="6113040" y="26397"/>
                  </a:lnTo>
                  <a:lnTo>
                    <a:pt x="6113134" y="26397"/>
                  </a:lnTo>
                  <a:lnTo>
                    <a:pt x="6113228" y="26397"/>
                  </a:lnTo>
                  <a:lnTo>
                    <a:pt x="6113322" y="26397"/>
                  </a:lnTo>
                  <a:lnTo>
                    <a:pt x="6113416" y="26397"/>
                  </a:lnTo>
                  <a:lnTo>
                    <a:pt x="6113510" y="26397"/>
                  </a:lnTo>
                  <a:lnTo>
                    <a:pt x="6113604" y="26397"/>
                  </a:lnTo>
                  <a:lnTo>
                    <a:pt x="6113699" y="26397"/>
                  </a:lnTo>
                  <a:lnTo>
                    <a:pt x="6113793" y="26397"/>
                  </a:lnTo>
                  <a:lnTo>
                    <a:pt x="6113887" y="26397"/>
                  </a:lnTo>
                  <a:lnTo>
                    <a:pt x="6113981" y="26397"/>
                  </a:lnTo>
                  <a:lnTo>
                    <a:pt x="6114075" y="26397"/>
                  </a:lnTo>
                  <a:lnTo>
                    <a:pt x="6114169" y="26397"/>
                  </a:lnTo>
                  <a:lnTo>
                    <a:pt x="6114263" y="26397"/>
                  </a:lnTo>
                  <a:lnTo>
                    <a:pt x="6114357" y="26397"/>
                  </a:lnTo>
                  <a:lnTo>
                    <a:pt x="6114357" y="21117"/>
                  </a:lnTo>
                  <a:lnTo>
                    <a:pt x="6114451" y="21117"/>
                  </a:lnTo>
                  <a:lnTo>
                    <a:pt x="6114545" y="21117"/>
                  </a:lnTo>
                  <a:lnTo>
                    <a:pt x="6114639" y="21117"/>
                  </a:lnTo>
                  <a:lnTo>
                    <a:pt x="6114733" y="21117"/>
                  </a:lnTo>
                  <a:lnTo>
                    <a:pt x="6114827" y="21117"/>
                  </a:lnTo>
                  <a:lnTo>
                    <a:pt x="6114921" y="21117"/>
                  </a:lnTo>
                  <a:lnTo>
                    <a:pt x="6115015" y="21117"/>
                  </a:lnTo>
                  <a:lnTo>
                    <a:pt x="6115109" y="21117"/>
                  </a:lnTo>
                  <a:lnTo>
                    <a:pt x="6115203" y="21117"/>
                  </a:lnTo>
                  <a:lnTo>
                    <a:pt x="6115297" y="21117"/>
                  </a:lnTo>
                  <a:lnTo>
                    <a:pt x="6115391" y="21117"/>
                  </a:lnTo>
                  <a:lnTo>
                    <a:pt x="6115485" y="21117"/>
                  </a:lnTo>
                  <a:lnTo>
                    <a:pt x="6115579" y="21117"/>
                  </a:lnTo>
                  <a:lnTo>
                    <a:pt x="6115673" y="21117"/>
                  </a:lnTo>
                  <a:lnTo>
                    <a:pt x="6115767" y="21117"/>
                  </a:lnTo>
                  <a:lnTo>
                    <a:pt x="6115861" y="21117"/>
                  </a:lnTo>
                  <a:lnTo>
                    <a:pt x="6115955" y="21117"/>
                  </a:lnTo>
                  <a:lnTo>
                    <a:pt x="6116049" y="21117"/>
                  </a:lnTo>
                  <a:lnTo>
                    <a:pt x="6116143" y="21117"/>
                  </a:lnTo>
                  <a:lnTo>
                    <a:pt x="6116237" y="21117"/>
                  </a:lnTo>
                  <a:lnTo>
                    <a:pt x="6116331" y="21117"/>
                  </a:lnTo>
                  <a:lnTo>
                    <a:pt x="6116425" y="21117"/>
                  </a:lnTo>
                  <a:lnTo>
                    <a:pt x="6116519" y="21117"/>
                  </a:lnTo>
                  <a:lnTo>
                    <a:pt x="6116613" y="21117"/>
                  </a:lnTo>
                  <a:lnTo>
                    <a:pt x="6116707" y="21117"/>
                  </a:lnTo>
                  <a:lnTo>
                    <a:pt x="6116801" y="21117"/>
                  </a:lnTo>
                  <a:lnTo>
                    <a:pt x="6116895" y="21117"/>
                  </a:lnTo>
                  <a:lnTo>
                    <a:pt x="6116989" y="21117"/>
                  </a:lnTo>
                  <a:lnTo>
                    <a:pt x="6117083" y="21117"/>
                  </a:lnTo>
                  <a:lnTo>
                    <a:pt x="6117177" y="21117"/>
                  </a:lnTo>
                  <a:lnTo>
                    <a:pt x="6117272" y="21117"/>
                  </a:lnTo>
                  <a:lnTo>
                    <a:pt x="6117366" y="21117"/>
                  </a:lnTo>
                  <a:lnTo>
                    <a:pt x="6117460" y="21117"/>
                  </a:lnTo>
                  <a:lnTo>
                    <a:pt x="6117554" y="21117"/>
                  </a:lnTo>
                  <a:lnTo>
                    <a:pt x="6117648" y="21117"/>
                  </a:lnTo>
                  <a:lnTo>
                    <a:pt x="6117742" y="21117"/>
                  </a:lnTo>
                  <a:lnTo>
                    <a:pt x="6117836" y="21117"/>
                  </a:lnTo>
                  <a:lnTo>
                    <a:pt x="6117930" y="21117"/>
                  </a:lnTo>
                  <a:lnTo>
                    <a:pt x="6118024" y="21117"/>
                  </a:lnTo>
                  <a:lnTo>
                    <a:pt x="6118118" y="21117"/>
                  </a:lnTo>
                  <a:lnTo>
                    <a:pt x="6118212" y="21117"/>
                  </a:lnTo>
                  <a:lnTo>
                    <a:pt x="6118306" y="21117"/>
                  </a:lnTo>
                  <a:lnTo>
                    <a:pt x="6118400" y="21117"/>
                  </a:lnTo>
                  <a:lnTo>
                    <a:pt x="6118494" y="21117"/>
                  </a:lnTo>
                  <a:lnTo>
                    <a:pt x="6118588" y="21117"/>
                  </a:lnTo>
                  <a:lnTo>
                    <a:pt x="6118682" y="21117"/>
                  </a:lnTo>
                  <a:lnTo>
                    <a:pt x="6118776" y="21117"/>
                  </a:lnTo>
                  <a:lnTo>
                    <a:pt x="6118870" y="21117"/>
                  </a:lnTo>
                  <a:lnTo>
                    <a:pt x="6118964" y="21117"/>
                  </a:lnTo>
                  <a:lnTo>
                    <a:pt x="6119058" y="21117"/>
                  </a:lnTo>
                  <a:lnTo>
                    <a:pt x="6119152" y="21117"/>
                  </a:lnTo>
                  <a:lnTo>
                    <a:pt x="6119246" y="21117"/>
                  </a:lnTo>
                  <a:lnTo>
                    <a:pt x="6119340" y="21117"/>
                  </a:lnTo>
                  <a:lnTo>
                    <a:pt x="6119434" y="21117"/>
                  </a:lnTo>
                  <a:lnTo>
                    <a:pt x="6119528" y="21117"/>
                  </a:lnTo>
                  <a:lnTo>
                    <a:pt x="6119622" y="21117"/>
                  </a:lnTo>
                  <a:lnTo>
                    <a:pt x="6119716" y="21117"/>
                  </a:lnTo>
                  <a:lnTo>
                    <a:pt x="6119810" y="21117"/>
                  </a:lnTo>
                  <a:lnTo>
                    <a:pt x="6119904" y="21117"/>
                  </a:lnTo>
                  <a:lnTo>
                    <a:pt x="6119998" y="21117"/>
                  </a:lnTo>
                  <a:lnTo>
                    <a:pt x="6120092" y="21117"/>
                  </a:lnTo>
                  <a:lnTo>
                    <a:pt x="6120186" y="21117"/>
                  </a:lnTo>
                  <a:lnTo>
                    <a:pt x="6120280" y="21117"/>
                  </a:lnTo>
                  <a:lnTo>
                    <a:pt x="6120374" y="21117"/>
                  </a:lnTo>
                  <a:lnTo>
                    <a:pt x="6120468" y="21117"/>
                  </a:lnTo>
                  <a:lnTo>
                    <a:pt x="6120562" y="21117"/>
                  </a:lnTo>
                  <a:lnTo>
                    <a:pt x="6120656" y="21117"/>
                  </a:lnTo>
                  <a:lnTo>
                    <a:pt x="6120750" y="21117"/>
                  </a:lnTo>
                  <a:lnTo>
                    <a:pt x="6120845" y="21117"/>
                  </a:lnTo>
                  <a:lnTo>
                    <a:pt x="6120939" y="21117"/>
                  </a:lnTo>
                  <a:lnTo>
                    <a:pt x="6121033" y="21117"/>
                  </a:lnTo>
                  <a:lnTo>
                    <a:pt x="6121127" y="21117"/>
                  </a:lnTo>
                  <a:lnTo>
                    <a:pt x="6121221" y="21117"/>
                  </a:lnTo>
                  <a:lnTo>
                    <a:pt x="6121315" y="21117"/>
                  </a:lnTo>
                  <a:lnTo>
                    <a:pt x="6121409" y="21117"/>
                  </a:lnTo>
                  <a:lnTo>
                    <a:pt x="6121503" y="21117"/>
                  </a:lnTo>
                  <a:lnTo>
                    <a:pt x="6121597" y="21117"/>
                  </a:lnTo>
                  <a:lnTo>
                    <a:pt x="6121691" y="21117"/>
                  </a:lnTo>
                  <a:lnTo>
                    <a:pt x="6121785" y="21117"/>
                  </a:lnTo>
                  <a:lnTo>
                    <a:pt x="6121879" y="21117"/>
                  </a:lnTo>
                  <a:lnTo>
                    <a:pt x="6121973" y="21117"/>
                  </a:lnTo>
                  <a:lnTo>
                    <a:pt x="6122067" y="21117"/>
                  </a:lnTo>
                  <a:lnTo>
                    <a:pt x="6122161" y="21117"/>
                  </a:lnTo>
                  <a:lnTo>
                    <a:pt x="6122255" y="21117"/>
                  </a:lnTo>
                  <a:lnTo>
                    <a:pt x="6122349" y="21117"/>
                  </a:lnTo>
                  <a:lnTo>
                    <a:pt x="6122443" y="21117"/>
                  </a:lnTo>
                  <a:lnTo>
                    <a:pt x="6122537" y="21117"/>
                  </a:lnTo>
                  <a:lnTo>
                    <a:pt x="6122631" y="21117"/>
                  </a:lnTo>
                  <a:lnTo>
                    <a:pt x="6122725" y="21117"/>
                  </a:lnTo>
                  <a:lnTo>
                    <a:pt x="6122819" y="21117"/>
                  </a:lnTo>
                  <a:lnTo>
                    <a:pt x="6122913" y="21117"/>
                  </a:lnTo>
                  <a:lnTo>
                    <a:pt x="6123007" y="21117"/>
                  </a:lnTo>
                  <a:lnTo>
                    <a:pt x="6123101" y="21117"/>
                  </a:lnTo>
                  <a:lnTo>
                    <a:pt x="6123195" y="21117"/>
                  </a:lnTo>
                  <a:lnTo>
                    <a:pt x="6123289" y="21117"/>
                  </a:lnTo>
                  <a:lnTo>
                    <a:pt x="6123383" y="21117"/>
                  </a:lnTo>
                  <a:lnTo>
                    <a:pt x="6123477" y="21117"/>
                  </a:lnTo>
                  <a:lnTo>
                    <a:pt x="6123571" y="21117"/>
                  </a:lnTo>
                  <a:lnTo>
                    <a:pt x="6123665" y="21117"/>
                  </a:lnTo>
                  <a:lnTo>
                    <a:pt x="6123759" y="21117"/>
                  </a:lnTo>
                  <a:lnTo>
                    <a:pt x="6123853" y="21117"/>
                  </a:lnTo>
                  <a:lnTo>
                    <a:pt x="6123947" y="21117"/>
                  </a:lnTo>
                  <a:lnTo>
                    <a:pt x="6124041" y="21117"/>
                  </a:lnTo>
                  <a:lnTo>
                    <a:pt x="6124135" y="21117"/>
                  </a:lnTo>
                  <a:lnTo>
                    <a:pt x="6124229" y="21117"/>
                  </a:lnTo>
                  <a:lnTo>
                    <a:pt x="6124324" y="21117"/>
                  </a:lnTo>
                  <a:lnTo>
                    <a:pt x="6124418" y="21117"/>
                  </a:lnTo>
                  <a:lnTo>
                    <a:pt x="6124512" y="21117"/>
                  </a:lnTo>
                  <a:lnTo>
                    <a:pt x="6124606" y="21117"/>
                  </a:lnTo>
                  <a:lnTo>
                    <a:pt x="6124700" y="21117"/>
                  </a:lnTo>
                  <a:lnTo>
                    <a:pt x="6124794" y="21117"/>
                  </a:lnTo>
                  <a:lnTo>
                    <a:pt x="6124888" y="21117"/>
                  </a:lnTo>
                  <a:lnTo>
                    <a:pt x="6124982" y="21117"/>
                  </a:lnTo>
                  <a:lnTo>
                    <a:pt x="6125076" y="21117"/>
                  </a:lnTo>
                  <a:lnTo>
                    <a:pt x="6125170" y="21117"/>
                  </a:lnTo>
                  <a:lnTo>
                    <a:pt x="6125264" y="21117"/>
                  </a:lnTo>
                  <a:lnTo>
                    <a:pt x="6125358" y="21117"/>
                  </a:lnTo>
                  <a:lnTo>
                    <a:pt x="6125452" y="21117"/>
                  </a:lnTo>
                  <a:lnTo>
                    <a:pt x="6125546" y="21117"/>
                  </a:lnTo>
                  <a:lnTo>
                    <a:pt x="6125640" y="21117"/>
                  </a:lnTo>
                  <a:lnTo>
                    <a:pt x="6125734" y="21117"/>
                  </a:lnTo>
                  <a:lnTo>
                    <a:pt x="6125828" y="21117"/>
                  </a:lnTo>
                  <a:lnTo>
                    <a:pt x="6125922" y="21117"/>
                  </a:lnTo>
                  <a:lnTo>
                    <a:pt x="6126016" y="21117"/>
                  </a:lnTo>
                  <a:lnTo>
                    <a:pt x="6126110" y="21117"/>
                  </a:lnTo>
                  <a:lnTo>
                    <a:pt x="6126204" y="21117"/>
                  </a:lnTo>
                  <a:lnTo>
                    <a:pt x="6126298" y="21117"/>
                  </a:lnTo>
                  <a:lnTo>
                    <a:pt x="6126392" y="21117"/>
                  </a:lnTo>
                  <a:lnTo>
                    <a:pt x="6126486" y="21117"/>
                  </a:lnTo>
                  <a:lnTo>
                    <a:pt x="6126580" y="21117"/>
                  </a:lnTo>
                  <a:lnTo>
                    <a:pt x="6126674" y="21117"/>
                  </a:lnTo>
                  <a:lnTo>
                    <a:pt x="6126768" y="21117"/>
                  </a:lnTo>
                  <a:lnTo>
                    <a:pt x="6126862" y="21117"/>
                  </a:lnTo>
                  <a:lnTo>
                    <a:pt x="6126956" y="21117"/>
                  </a:lnTo>
                  <a:lnTo>
                    <a:pt x="6127050" y="21117"/>
                  </a:lnTo>
                  <a:lnTo>
                    <a:pt x="6127144" y="21117"/>
                  </a:lnTo>
                  <a:lnTo>
                    <a:pt x="6127238" y="21117"/>
                  </a:lnTo>
                  <a:lnTo>
                    <a:pt x="6127332" y="21117"/>
                  </a:lnTo>
                  <a:lnTo>
                    <a:pt x="6127426" y="21117"/>
                  </a:lnTo>
                  <a:lnTo>
                    <a:pt x="6127520" y="21117"/>
                  </a:lnTo>
                  <a:lnTo>
                    <a:pt x="6127614" y="21117"/>
                  </a:lnTo>
                  <a:lnTo>
                    <a:pt x="6127708" y="21117"/>
                  </a:lnTo>
                  <a:lnTo>
                    <a:pt x="6127802" y="21117"/>
                  </a:lnTo>
                  <a:lnTo>
                    <a:pt x="6127897" y="21117"/>
                  </a:lnTo>
                  <a:lnTo>
                    <a:pt x="6127991" y="21117"/>
                  </a:lnTo>
                  <a:lnTo>
                    <a:pt x="6128085" y="21117"/>
                  </a:lnTo>
                  <a:lnTo>
                    <a:pt x="6128179" y="21117"/>
                  </a:lnTo>
                  <a:lnTo>
                    <a:pt x="6128273" y="21117"/>
                  </a:lnTo>
                  <a:lnTo>
                    <a:pt x="6128367" y="21117"/>
                  </a:lnTo>
                  <a:lnTo>
                    <a:pt x="6128461" y="21117"/>
                  </a:lnTo>
                  <a:lnTo>
                    <a:pt x="6128555" y="21117"/>
                  </a:lnTo>
                  <a:lnTo>
                    <a:pt x="6128649" y="21117"/>
                  </a:lnTo>
                  <a:lnTo>
                    <a:pt x="6128743" y="21117"/>
                  </a:lnTo>
                  <a:lnTo>
                    <a:pt x="6128837" y="21117"/>
                  </a:lnTo>
                  <a:lnTo>
                    <a:pt x="6128931" y="21117"/>
                  </a:lnTo>
                  <a:lnTo>
                    <a:pt x="6129025" y="21117"/>
                  </a:lnTo>
                  <a:lnTo>
                    <a:pt x="6129119" y="21117"/>
                  </a:lnTo>
                  <a:lnTo>
                    <a:pt x="6129213" y="21117"/>
                  </a:lnTo>
                  <a:lnTo>
                    <a:pt x="6129307" y="21117"/>
                  </a:lnTo>
                  <a:lnTo>
                    <a:pt x="6129401" y="21117"/>
                  </a:lnTo>
                  <a:lnTo>
                    <a:pt x="6129495" y="21117"/>
                  </a:lnTo>
                  <a:lnTo>
                    <a:pt x="6129589" y="21117"/>
                  </a:lnTo>
                  <a:lnTo>
                    <a:pt x="6129683" y="21117"/>
                  </a:lnTo>
                  <a:lnTo>
                    <a:pt x="6129777" y="21117"/>
                  </a:lnTo>
                  <a:lnTo>
                    <a:pt x="6129871" y="21117"/>
                  </a:lnTo>
                  <a:lnTo>
                    <a:pt x="6129965" y="21117"/>
                  </a:lnTo>
                  <a:lnTo>
                    <a:pt x="6130059" y="21117"/>
                  </a:lnTo>
                  <a:lnTo>
                    <a:pt x="6130153" y="21117"/>
                  </a:lnTo>
                  <a:lnTo>
                    <a:pt x="6130247" y="21117"/>
                  </a:lnTo>
                  <a:lnTo>
                    <a:pt x="6130341" y="21117"/>
                  </a:lnTo>
                  <a:lnTo>
                    <a:pt x="6130435" y="21117"/>
                  </a:lnTo>
                  <a:lnTo>
                    <a:pt x="6130529" y="21117"/>
                  </a:lnTo>
                  <a:lnTo>
                    <a:pt x="6130623" y="21117"/>
                  </a:lnTo>
                  <a:lnTo>
                    <a:pt x="6130717" y="21117"/>
                  </a:lnTo>
                  <a:lnTo>
                    <a:pt x="6130811" y="21117"/>
                  </a:lnTo>
                  <a:lnTo>
                    <a:pt x="6130905" y="21117"/>
                  </a:lnTo>
                  <a:lnTo>
                    <a:pt x="6130999" y="21117"/>
                  </a:lnTo>
                  <a:lnTo>
                    <a:pt x="6131093" y="21117"/>
                  </a:lnTo>
                  <a:lnTo>
                    <a:pt x="6131187" y="21117"/>
                  </a:lnTo>
                  <a:lnTo>
                    <a:pt x="6131281" y="21117"/>
                  </a:lnTo>
                  <a:lnTo>
                    <a:pt x="6131375" y="21117"/>
                  </a:lnTo>
                  <a:lnTo>
                    <a:pt x="6131470" y="21117"/>
                  </a:lnTo>
                  <a:lnTo>
                    <a:pt x="6131564" y="21117"/>
                  </a:lnTo>
                  <a:lnTo>
                    <a:pt x="6131658" y="21117"/>
                  </a:lnTo>
                  <a:lnTo>
                    <a:pt x="6131752" y="21117"/>
                  </a:lnTo>
                  <a:lnTo>
                    <a:pt x="6131846" y="21117"/>
                  </a:lnTo>
                  <a:lnTo>
                    <a:pt x="6131940" y="21117"/>
                  </a:lnTo>
                  <a:lnTo>
                    <a:pt x="6132034" y="21117"/>
                  </a:lnTo>
                  <a:lnTo>
                    <a:pt x="6132128" y="21117"/>
                  </a:lnTo>
                  <a:lnTo>
                    <a:pt x="6132222" y="21117"/>
                  </a:lnTo>
                  <a:lnTo>
                    <a:pt x="6132316" y="21117"/>
                  </a:lnTo>
                  <a:lnTo>
                    <a:pt x="6132410" y="21117"/>
                  </a:lnTo>
                  <a:lnTo>
                    <a:pt x="6132504" y="21117"/>
                  </a:lnTo>
                  <a:lnTo>
                    <a:pt x="6132598" y="21117"/>
                  </a:lnTo>
                  <a:lnTo>
                    <a:pt x="6132692" y="21117"/>
                  </a:lnTo>
                  <a:lnTo>
                    <a:pt x="6132786" y="21117"/>
                  </a:lnTo>
                  <a:lnTo>
                    <a:pt x="6132880" y="21117"/>
                  </a:lnTo>
                  <a:lnTo>
                    <a:pt x="6132974" y="21117"/>
                  </a:lnTo>
                  <a:lnTo>
                    <a:pt x="6133068" y="21117"/>
                  </a:lnTo>
                  <a:lnTo>
                    <a:pt x="6133162" y="21117"/>
                  </a:lnTo>
                  <a:lnTo>
                    <a:pt x="6133256" y="21117"/>
                  </a:lnTo>
                  <a:lnTo>
                    <a:pt x="6133350" y="21117"/>
                  </a:lnTo>
                  <a:lnTo>
                    <a:pt x="6133444" y="21117"/>
                  </a:lnTo>
                  <a:lnTo>
                    <a:pt x="6133538" y="21117"/>
                  </a:lnTo>
                  <a:lnTo>
                    <a:pt x="6133632" y="21117"/>
                  </a:lnTo>
                  <a:lnTo>
                    <a:pt x="6133726" y="21117"/>
                  </a:lnTo>
                  <a:lnTo>
                    <a:pt x="6133820" y="21117"/>
                  </a:lnTo>
                  <a:lnTo>
                    <a:pt x="6133914" y="21117"/>
                  </a:lnTo>
                  <a:lnTo>
                    <a:pt x="6134008" y="21117"/>
                  </a:lnTo>
                  <a:lnTo>
                    <a:pt x="6134102" y="21117"/>
                  </a:lnTo>
                  <a:lnTo>
                    <a:pt x="6134196" y="21117"/>
                  </a:lnTo>
                  <a:lnTo>
                    <a:pt x="6134290" y="21117"/>
                  </a:lnTo>
                  <a:lnTo>
                    <a:pt x="6134384" y="21117"/>
                  </a:lnTo>
                  <a:lnTo>
                    <a:pt x="6134478" y="21117"/>
                  </a:lnTo>
                  <a:lnTo>
                    <a:pt x="6134572" y="21117"/>
                  </a:lnTo>
                  <a:lnTo>
                    <a:pt x="6134666" y="21117"/>
                  </a:lnTo>
                  <a:lnTo>
                    <a:pt x="6134760" y="21117"/>
                  </a:lnTo>
                  <a:lnTo>
                    <a:pt x="6134854" y="21117"/>
                  </a:lnTo>
                  <a:lnTo>
                    <a:pt x="6134948" y="21117"/>
                  </a:lnTo>
                  <a:lnTo>
                    <a:pt x="6135043" y="21117"/>
                  </a:lnTo>
                  <a:lnTo>
                    <a:pt x="6135137" y="21117"/>
                  </a:lnTo>
                  <a:lnTo>
                    <a:pt x="6135231" y="21117"/>
                  </a:lnTo>
                  <a:lnTo>
                    <a:pt x="6135325" y="21117"/>
                  </a:lnTo>
                  <a:lnTo>
                    <a:pt x="6135419" y="21117"/>
                  </a:lnTo>
                  <a:lnTo>
                    <a:pt x="6135513" y="21117"/>
                  </a:lnTo>
                  <a:lnTo>
                    <a:pt x="6135607" y="21117"/>
                  </a:lnTo>
                  <a:lnTo>
                    <a:pt x="6135701" y="21117"/>
                  </a:lnTo>
                  <a:lnTo>
                    <a:pt x="6135795" y="21117"/>
                  </a:lnTo>
                  <a:lnTo>
                    <a:pt x="6135889" y="21117"/>
                  </a:lnTo>
                  <a:lnTo>
                    <a:pt x="6135983" y="21117"/>
                  </a:lnTo>
                  <a:lnTo>
                    <a:pt x="6136077" y="21117"/>
                  </a:lnTo>
                  <a:lnTo>
                    <a:pt x="6136171" y="21117"/>
                  </a:lnTo>
                  <a:lnTo>
                    <a:pt x="6136265" y="21117"/>
                  </a:lnTo>
                  <a:lnTo>
                    <a:pt x="6136359" y="21117"/>
                  </a:lnTo>
                  <a:lnTo>
                    <a:pt x="6136453" y="21117"/>
                  </a:lnTo>
                  <a:lnTo>
                    <a:pt x="6136547" y="21117"/>
                  </a:lnTo>
                  <a:lnTo>
                    <a:pt x="6136641" y="21117"/>
                  </a:lnTo>
                  <a:lnTo>
                    <a:pt x="6136735" y="21117"/>
                  </a:lnTo>
                  <a:lnTo>
                    <a:pt x="6136829" y="21117"/>
                  </a:lnTo>
                  <a:lnTo>
                    <a:pt x="6136923" y="21117"/>
                  </a:lnTo>
                  <a:lnTo>
                    <a:pt x="6137017" y="21117"/>
                  </a:lnTo>
                  <a:lnTo>
                    <a:pt x="6137111" y="21117"/>
                  </a:lnTo>
                  <a:lnTo>
                    <a:pt x="6137205" y="21117"/>
                  </a:lnTo>
                  <a:lnTo>
                    <a:pt x="6137299" y="21117"/>
                  </a:lnTo>
                  <a:lnTo>
                    <a:pt x="6137393" y="21117"/>
                  </a:lnTo>
                  <a:lnTo>
                    <a:pt x="6137487" y="21117"/>
                  </a:lnTo>
                  <a:lnTo>
                    <a:pt x="6137581" y="21117"/>
                  </a:lnTo>
                  <a:lnTo>
                    <a:pt x="6137675" y="21117"/>
                  </a:lnTo>
                  <a:lnTo>
                    <a:pt x="6137769" y="21117"/>
                  </a:lnTo>
                  <a:lnTo>
                    <a:pt x="6137863" y="21117"/>
                  </a:lnTo>
                  <a:lnTo>
                    <a:pt x="6137957" y="21117"/>
                  </a:lnTo>
                  <a:lnTo>
                    <a:pt x="6138051" y="21117"/>
                  </a:lnTo>
                  <a:lnTo>
                    <a:pt x="6138145" y="21117"/>
                  </a:lnTo>
                  <a:lnTo>
                    <a:pt x="6138239" y="21117"/>
                  </a:lnTo>
                  <a:lnTo>
                    <a:pt x="6138333" y="21117"/>
                  </a:lnTo>
                  <a:lnTo>
                    <a:pt x="6138427" y="21117"/>
                  </a:lnTo>
                  <a:lnTo>
                    <a:pt x="6138522" y="21117"/>
                  </a:lnTo>
                  <a:lnTo>
                    <a:pt x="6138616" y="21117"/>
                  </a:lnTo>
                  <a:lnTo>
                    <a:pt x="6138710" y="21117"/>
                  </a:lnTo>
                  <a:lnTo>
                    <a:pt x="6138804" y="21117"/>
                  </a:lnTo>
                  <a:lnTo>
                    <a:pt x="6138898" y="21117"/>
                  </a:lnTo>
                  <a:lnTo>
                    <a:pt x="6138992" y="21117"/>
                  </a:lnTo>
                  <a:lnTo>
                    <a:pt x="6139086" y="21117"/>
                  </a:lnTo>
                  <a:lnTo>
                    <a:pt x="6139180" y="21117"/>
                  </a:lnTo>
                  <a:lnTo>
                    <a:pt x="6139274" y="21117"/>
                  </a:lnTo>
                  <a:lnTo>
                    <a:pt x="6139368" y="21117"/>
                  </a:lnTo>
                  <a:lnTo>
                    <a:pt x="6139462" y="21117"/>
                  </a:lnTo>
                  <a:lnTo>
                    <a:pt x="6139556" y="21117"/>
                  </a:lnTo>
                  <a:lnTo>
                    <a:pt x="6139650" y="21117"/>
                  </a:lnTo>
                  <a:lnTo>
                    <a:pt x="6139744" y="21117"/>
                  </a:lnTo>
                  <a:lnTo>
                    <a:pt x="6139838" y="21117"/>
                  </a:lnTo>
                  <a:lnTo>
                    <a:pt x="6139932" y="21117"/>
                  </a:lnTo>
                  <a:lnTo>
                    <a:pt x="6140026" y="21117"/>
                  </a:lnTo>
                  <a:lnTo>
                    <a:pt x="6140120" y="21117"/>
                  </a:lnTo>
                  <a:lnTo>
                    <a:pt x="6140214" y="21117"/>
                  </a:lnTo>
                  <a:lnTo>
                    <a:pt x="6140308" y="21117"/>
                  </a:lnTo>
                  <a:lnTo>
                    <a:pt x="6140402" y="21117"/>
                  </a:lnTo>
                  <a:lnTo>
                    <a:pt x="6140496" y="21117"/>
                  </a:lnTo>
                  <a:lnTo>
                    <a:pt x="6140590" y="21117"/>
                  </a:lnTo>
                  <a:lnTo>
                    <a:pt x="6140684" y="21117"/>
                  </a:lnTo>
                  <a:lnTo>
                    <a:pt x="6140778" y="21117"/>
                  </a:lnTo>
                  <a:lnTo>
                    <a:pt x="6140872" y="21117"/>
                  </a:lnTo>
                  <a:lnTo>
                    <a:pt x="6140966" y="21117"/>
                  </a:lnTo>
                  <a:lnTo>
                    <a:pt x="6141060" y="21117"/>
                  </a:lnTo>
                  <a:lnTo>
                    <a:pt x="6141154" y="21117"/>
                  </a:lnTo>
                  <a:lnTo>
                    <a:pt x="6141248" y="21117"/>
                  </a:lnTo>
                  <a:lnTo>
                    <a:pt x="6141342" y="21117"/>
                  </a:lnTo>
                  <a:lnTo>
                    <a:pt x="6141436" y="21117"/>
                  </a:lnTo>
                  <a:lnTo>
                    <a:pt x="6141530" y="21117"/>
                  </a:lnTo>
                  <a:lnTo>
                    <a:pt x="6141624" y="21117"/>
                  </a:lnTo>
                  <a:lnTo>
                    <a:pt x="6141718" y="21117"/>
                  </a:lnTo>
                  <a:lnTo>
                    <a:pt x="6141812" y="21117"/>
                  </a:lnTo>
                  <a:lnTo>
                    <a:pt x="6141906" y="21117"/>
                  </a:lnTo>
                  <a:lnTo>
                    <a:pt x="6142000" y="21117"/>
                  </a:lnTo>
                  <a:lnTo>
                    <a:pt x="6142095" y="21117"/>
                  </a:lnTo>
                  <a:lnTo>
                    <a:pt x="6142189" y="21117"/>
                  </a:lnTo>
                  <a:lnTo>
                    <a:pt x="6142283" y="21117"/>
                  </a:lnTo>
                  <a:lnTo>
                    <a:pt x="6142377" y="21117"/>
                  </a:lnTo>
                  <a:lnTo>
                    <a:pt x="6142471" y="21117"/>
                  </a:lnTo>
                  <a:lnTo>
                    <a:pt x="6142565" y="21117"/>
                  </a:lnTo>
                  <a:lnTo>
                    <a:pt x="6142659" y="21117"/>
                  </a:lnTo>
                  <a:lnTo>
                    <a:pt x="6142753" y="21117"/>
                  </a:lnTo>
                  <a:lnTo>
                    <a:pt x="6142847" y="21117"/>
                  </a:lnTo>
                  <a:lnTo>
                    <a:pt x="6142941" y="21117"/>
                  </a:lnTo>
                  <a:lnTo>
                    <a:pt x="6143035" y="21117"/>
                  </a:lnTo>
                  <a:lnTo>
                    <a:pt x="6143129" y="21117"/>
                  </a:lnTo>
                  <a:lnTo>
                    <a:pt x="6143223" y="21117"/>
                  </a:lnTo>
                  <a:lnTo>
                    <a:pt x="6143317" y="21117"/>
                  </a:lnTo>
                  <a:lnTo>
                    <a:pt x="6143411" y="21117"/>
                  </a:lnTo>
                  <a:lnTo>
                    <a:pt x="6143505" y="21117"/>
                  </a:lnTo>
                  <a:lnTo>
                    <a:pt x="6143599" y="21117"/>
                  </a:lnTo>
                  <a:lnTo>
                    <a:pt x="6143693" y="21117"/>
                  </a:lnTo>
                  <a:lnTo>
                    <a:pt x="6143787" y="21117"/>
                  </a:lnTo>
                  <a:lnTo>
                    <a:pt x="6143881" y="21117"/>
                  </a:lnTo>
                  <a:lnTo>
                    <a:pt x="6143975" y="21117"/>
                  </a:lnTo>
                  <a:lnTo>
                    <a:pt x="6144069" y="21117"/>
                  </a:lnTo>
                  <a:lnTo>
                    <a:pt x="6144163" y="21117"/>
                  </a:lnTo>
                  <a:lnTo>
                    <a:pt x="6144257" y="21117"/>
                  </a:lnTo>
                  <a:lnTo>
                    <a:pt x="6144351" y="21117"/>
                  </a:lnTo>
                  <a:lnTo>
                    <a:pt x="6144445" y="21117"/>
                  </a:lnTo>
                  <a:lnTo>
                    <a:pt x="6144539" y="21117"/>
                  </a:lnTo>
                  <a:lnTo>
                    <a:pt x="6144633" y="21117"/>
                  </a:lnTo>
                  <a:lnTo>
                    <a:pt x="6144727" y="21117"/>
                  </a:lnTo>
                  <a:lnTo>
                    <a:pt x="6144821" y="21117"/>
                  </a:lnTo>
                  <a:lnTo>
                    <a:pt x="6144915" y="21117"/>
                  </a:lnTo>
                  <a:lnTo>
                    <a:pt x="6145009" y="21117"/>
                  </a:lnTo>
                  <a:lnTo>
                    <a:pt x="6145103" y="21117"/>
                  </a:lnTo>
                  <a:lnTo>
                    <a:pt x="6145197" y="21117"/>
                  </a:lnTo>
                  <a:lnTo>
                    <a:pt x="6145291" y="21117"/>
                  </a:lnTo>
                  <a:lnTo>
                    <a:pt x="6145385" y="21117"/>
                  </a:lnTo>
                  <a:lnTo>
                    <a:pt x="6145479" y="21117"/>
                  </a:lnTo>
                  <a:lnTo>
                    <a:pt x="6145573" y="21117"/>
                  </a:lnTo>
                  <a:lnTo>
                    <a:pt x="6145668" y="21117"/>
                  </a:lnTo>
                  <a:lnTo>
                    <a:pt x="6145762" y="21117"/>
                  </a:lnTo>
                  <a:lnTo>
                    <a:pt x="6145856" y="21117"/>
                  </a:lnTo>
                  <a:lnTo>
                    <a:pt x="6145950" y="21117"/>
                  </a:lnTo>
                  <a:lnTo>
                    <a:pt x="6146044" y="21117"/>
                  </a:lnTo>
                  <a:lnTo>
                    <a:pt x="6146138" y="21117"/>
                  </a:lnTo>
                  <a:lnTo>
                    <a:pt x="6146232" y="21117"/>
                  </a:lnTo>
                  <a:lnTo>
                    <a:pt x="6146326" y="21117"/>
                  </a:lnTo>
                  <a:lnTo>
                    <a:pt x="6146420" y="21117"/>
                  </a:lnTo>
                  <a:lnTo>
                    <a:pt x="6146514" y="21117"/>
                  </a:lnTo>
                  <a:lnTo>
                    <a:pt x="6146608" y="21117"/>
                  </a:lnTo>
                  <a:lnTo>
                    <a:pt x="6146702" y="21117"/>
                  </a:lnTo>
                  <a:lnTo>
                    <a:pt x="6146796" y="21117"/>
                  </a:lnTo>
                  <a:lnTo>
                    <a:pt x="6146890" y="21117"/>
                  </a:lnTo>
                  <a:lnTo>
                    <a:pt x="6146984" y="21117"/>
                  </a:lnTo>
                  <a:lnTo>
                    <a:pt x="6147078" y="21117"/>
                  </a:lnTo>
                  <a:lnTo>
                    <a:pt x="6147172" y="21117"/>
                  </a:lnTo>
                  <a:lnTo>
                    <a:pt x="6147266" y="21117"/>
                  </a:lnTo>
                  <a:lnTo>
                    <a:pt x="6147360" y="21117"/>
                  </a:lnTo>
                  <a:lnTo>
                    <a:pt x="6147454" y="21117"/>
                  </a:lnTo>
                  <a:lnTo>
                    <a:pt x="6147548" y="21117"/>
                  </a:lnTo>
                  <a:lnTo>
                    <a:pt x="6147642" y="21117"/>
                  </a:lnTo>
                  <a:lnTo>
                    <a:pt x="6147736" y="21117"/>
                  </a:lnTo>
                  <a:lnTo>
                    <a:pt x="6147830" y="21117"/>
                  </a:lnTo>
                  <a:lnTo>
                    <a:pt x="6147924" y="21117"/>
                  </a:lnTo>
                  <a:lnTo>
                    <a:pt x="6148018" y="21117"/>
                  </a:lnTo>
                  <a:lnTo>
                    <a:pt x="6148112" y="21117"/>
                  </a:lnTo>
                  <a:lnTo>
                    <a:pt x="6148206" y="21117"/>
                  </a:lnTo>
                  <a:lnTo>
                    <a:pt x="6148300" y="21117"/>
                  </a:lnTo>
                  <a:lnTo>
                    <a:pt x="6148394" y="21117"/>
                  </a:lnTo>
                  <a:lnTo>
                    <a:pt x="6148488" y="21117"/>
                  </a:lnTo>
                  <a:lnTo>
                    <a:pt x="6148582" y="21117"/>
                  </a:lnTo>
                  <a:lnTo>
                    <a:pt x="6148676" y="21117"/>
                  </a:lnTo>
                  <a:lnTo>
                    <a:pt x="6148770" y="21117"/>
                  </a:lnTo>
                  <a:lnTo>
                    <a:pt x="6148864" y="21117"/>
                  </a:lnTo>
                  <a:lnTo>
                    <a:pt x="6148958" y="21117"/>
                  </a:lnTo>
                  <a:lnTo>
                    <a:pt x="6149052" y="21117"/>
                  </a:lnTo>
                  <a:lnTo>
                    <a:pt x="6149147" y="21117"/>
                  </a:lnTo>
                  <a:lnTo>
                    <a:pt x="6149241" y="21117"/>
                  </a:lnTo>
                  <a:lnTo>
                    <a:pt x="6149335" y="21117"/>
                  </a:lnTo>
                  <a:lnTo>
                    <a:pt x="6149429" y="21117"/>
                  </a:lnTo>
                  <a:lnTo>
                    <a:pt x="6149523" y="21117"/>
                  </a:lnTo>
                  <a:lnTo>
                    <a:pt x="6149617" y="21117"/>
                  </a:lnTo>
                  <a:lnTo>
                    <a:pt x="6149711" y="21117"/>
                  </a:lnTo>
                  <a:lnTo>
                    <a:pt x="6149805" y="21117"/>
                  </a:lnTo>
                  <a:lnTo>
                    <a:pt x="6149899" y="21117"/>
                  </a:lnTo>
                  <a:lnTo>
                    <a:pt x="6149993" y="21117"/>
                  </a:lnTo>
                  <a:lnTo>
                    <a:pt x="6150087" y="21117"/>
                  </a:lnTo>
                  <a:lnTo>
                    <a:pt x="6150181" y="21117"/>
                  </a:lnTo>
                  <a:lnTo>
                    <a:pt x="6150275" y="21117"/>
                  </a:lnTo>
                  <a:lnTo>
                    <a:pt x="6150369" y="21117"/>
                  </a:lnTo>
                  <a:lnTo>
                    <a:pt x="6150463" y="21117"/>
                  </a:lnTo>
                  <a:lnTo>
                    <a:pt x="6150557" y="21117"/>
                  </a:lnTo>
                  <a:lnTo>
                    <a:pt x="6150651" y="21117"/>
                  </a:lnTo>
                  <a:lnTo>
                    <a:pt x="6150745" y="21117"/>
                  </a:lnTo>
                  <a:lnTo>
                    <a:pt x="6150839" y="21117"/>
                  </a:lnTo>
                  <a:lnTo>
                    <a:pt x="6150933" y="21117"/>
                  </a:lnTo>
                  <a:lnTo>
                    <a:pt x="6151027" y="21117"/>
                  </a:lnTo>
                  <a:lnTo>
                    <a:pt x="6151121" y="21117"/>
                  </a:lnTo>
                  <a:lnTo>
                    <a:pt x="6151215" y="21117"/>
                  </a:lnTo>
                  <a:lnTo>
                    <a:pt x="6151309" y="21117"/>
                  </a:lnTo>
                  <a:lnTo>
                    <a:pt x="6151403" y="21117"/>
                  </a:lnTo>
                  <a:lnTo>
                    <a:pt x="6151497" y="21117"/>
                  </a:lnTo>
                  <a:lnTo>
                    <a:pt x="6151591" y="21117"/>
                  </a:lnTo>
                  <a:lnTo>
                    <a:pt x="6151685" y="21117"/>
                  </a:lnTo>
                  <a:lnTo>
                    <a:pt x="6151779" y="21117"/>
                  </a:lnTo>
                  <a:lnTo>
                    <a:pt x="6151873" y="21117"/>
                  </a:lnTo>
                  <a:lnTo>
                    <a:pt x="6151967" y="21117"/>
                  </a:lnTo>
                  <a:lnTo>
                    <a:pt x="6152061" y="21117"/>
                  </a:lnTo>
                  <a:lnTo>
                    <a:pt x="6152155" y="21117"/>
                  </a:lnTo>
                  <a:lnTo>
                    <a:pt x="6152249" y="21117"/>
                  </a:lnTo>
                  <a:lnTo>
                    <a:pt x="6152343" y="21117"/>
                  </a:lnTo>
                  <a:lnTo>
                    <a:pt x="6152437" y="21117"/>
                  </a:lnTo>
                  <a:lnTo>
                    <a:pt x="6152531" y="21117"/>
                  </a:lnTo>
                  <a:lnTo>
                    <a:pt x="6152625" y="21117"/>
                  </a:lnTo>
                  <a:lnTo>
                    <a:pt x="6152720" y="21117"/>
                  </a:lnTo>
                  <a:lnTo>
                    <a:pt x="6152814" y="21117"/>
                  </a:lnTo>
                  <a:lnTo>
                    <a:pt x="6152908" y="21117"/>
                  </a:lnTo>
                  <a:lnTo>
                    <a:pt x="6153002" y="21117"/>
                  </a:lnTo>
                  <a:lnTo>
                    <a:pt x="6153096" y="21117"/>
                  </a:lnTo>
                  <a:lnTo>
                    <a:pt x="6153190" y="21117"/>
                  </a:lnTo>
                  <a:lnTo>
                    <a:pt x="6153284" y="21117"/>
                  </a:lnTo>
                  <a:lnTo>
                    <a:pt x="6153378" y="21117"/>
                  </a:lnTo>
                  <a:lnTo>
                    <a:pt x="6153472" y="21117"/>
                  </a:lnTo>
                  <a:lnTo>
                    <a:pt x="6153566" y="21117"/>
                  </a:lnTo>
                  <a:lnTo>
                    <a:pt x="6153660" y="21117"/>
                  </a:lnTo>
                  <a:lnTo>
                    <a:pt x="6153754" y="21117"/>
                  </a:lnTo>
                  <a:lnTo>
                    <a:pt x="6153848" y="21117"/>
                  </a:lnTo>
                  <a:lnTo>
                    <a:pt x="6153942" y="21117"/>
                  </a:lnTo>
                  <a:lnTo>
                    <a:pt x="6154036" y="21117"/>
                  </a:lnTo>
                  <a:lnTo>
                    <a:pt x="6154130" y="21117"/>
                  </a:lnTo>
                  <a:lnTo>
                    <a:pt x="6154224" y="21117"/>
                  </a:lnTo>
                  <a:lnTo>
                    <a:pt x="6154318" y="21117"/>
                  </a:lnTo>
                  <a:lnTo>
                    <a:pt x="6154412" y="21117"/>
                  </a:lnTo>
                  <a:lnTo>
                    <a:pt x="6154506" y="21117"/>
                  </a:lnTo>
                  <a:lnTo>
                    <a:pt x="6154600" y="21117"/>
                  </a:lnTo>
                  <a:lnTo>
                    <a:pt x="6154694" y="21117"/>
                  </a:lnTo>
                  <a:lnTo>
                    <a:pt x="6154788" y="21117"/>
                  </a:lnTo>
                  <a:lnTo>
                    <a:pt x="6154882" y="21117"/>
                  </a:lnTo>
                  <a:lnTo>
                    <a:pt x="6154976" y="21117"/>
                  </a:lnTo>
                  <a:lnTo>
                    <a:pt x="6155070" y="21117"/>
                  </a:lnTo>
                  <a:lnTo>
                    <a:pt x="6155164" y="21117"/>
                  </a:lnTo>
                  <a:lnTo>
                    <a:pt x="6155258" y="21117"/>
                  </a:lnTo>
                  <a:lnTo>
                    <a:pt x="6155352" y="21117"/>
                  </a:lnTo>
                  <a:lnTo>
                    <a:pt x="6155446" y="21117"/>
                  </a:lnTo>
                  <a:lnTo>
                    <a:pt x="6155540" y="21117"/>
                  </a:lnTo>
                  <a:lnTo>
                    <a:pt x="6155634" y="21117"/>
                  </a:lnTo>
                  <a:lnTo>
                    <a:pt x="6155728" y="21117"/>
                  </a:lnTo>
                  <a:lnTo>
                    <a:pt x="6155822" y="21117"/>
                  </a:lnTo>
                  <a:lnTo>
                    <a:pt x="6155916" y="21117"/>
                  </a:lnTo>
                  <a:lnTo>
                    <a:pt x="6156010" y="21117"/>
                  </a:lnTo>
                  <a:lnTo>
                    <a:pt x="6156104" y="21117"/>
                  </a:lnTo>
                  <a:lnTo>
                    <a:pt x="6156198" y="21117"/>
                  </a:lnTo>
                  <a:lnTo>
                    <a:pt x="6156293" y="21117"/>
                  </a:lnTo>
                  <a:lnTo>
                    <a:pt x="6156387" y="21117"/>
                  </a:lnTo>
                  <a:lnTo>
                    <a:pt x="6156481" y="21117"/>
                  </a:lnTo>
                  <a:lnTo>
                    <a:pt x="6156575" y="21117"/>
                  </a:lnTo>
                  <a:lnTo>
                    <a:pt x="6156669" y="21117"/>
                  </a:lnTo>
                  <a:lnTo>
                    <a:pt x="6156763" y="21117"/>
                  </a:lnTo>
                  <a:lnTo>
                    <a:pt x="6156857" y="21117"/>
                  </a:lnTo>
                  <a:lnTo>
                    <a:pt x="6156951" y="21117"/>
                  </a:lnTo>
                  <a:lnTo>
                    <a:pt x="6157045" y="21117"/>
                  </a:lnTo>
                  <a:lnTo>
                    <a:pt x="6157139" y="21117"/>
                  </a:lnTo>
                  <a:lnTo>
                    <a:pt x="6157233" y="21117"/>
                  </a:lnTo>
                  <a:lnTo>
                    <a:pt x="6157327" y="21117"/>
                  </a:lnTo>
                  <a:lnTo>
                    <a:pt x="6157421" y="21117"/>
                  </a:lnTo>
                  <a:lnTo>
                    <a:pt x="6157515" y="21117"/>
                  </a:lnTo>
                  <a:lnTo>
                    <a:pt x="6157609" y="21117"/>
                  </a:lnTo>
                  <a:lnTo>
                    <a:pt x="6157703" y="21117"/>
                  </a:lnTo>
                  <a:lnTo>
                    <a:pt x="6157797" y="21117"/>
                  </a:lnTo>
                  <a:lnTo>
                    <a:pt x="6157891" y="21117"/>
                  </a:lnTo>
                  <a:lnTo>
                    <a:pt x="6157985" y="21117"/>
                  </a:lnTo>
                  <a:lnTo>
                    <a:pt x="6158079" y="21117"/>
                  </a:lnTo>
                  <a:lnTo>
                    <a:pt x="6158173" y="21117"/>
                  </a:lnTo>
                  <a:lnTo>
                    <a:pt x="6158267" y="21117"/>
                  </a:lnTo>
                  <a:lnTo>
                    <a:pt x="6158361" y="21117"/>
                  </a:lnTo>
                  <a:lnTo>
                    <a:pt x="6158455" y="21117"/>
                  </a:lnTo>
                  <a:lnTo>
                    <a:pt x="6158549" y="21117"/>
                  </a:lnTo>
                  <a:lnTo>
                    <a:pt x="6158643" y="21117"/>
                  </a:lnTo>
                  <a:lnTo>
                    <a:pt x="6158737" y="21117"/>
                  </a:lnTo>
                  <a:lnTo>
                    <a:pt x="6158831" y="21117"/>
                  </a:lnTo>
                  <a:lnTo>
                    <a:pt x="6158925" y="21117"/>
                  </a:lnTo>
                  <a:lnTo>
                    <a:pt x="6159019" y="21117"/>
                  </a:lnTo>
                  <a:lnTo>
                    <a:pt x="6159113" y="21117"/>
                  </a:lnTo>
                  <a:lnTo>
                    <a:pt x="6159207" y="21117"/>
                  </a:lnTo>
                  <a:lnTo>
                    <a:pt x="6159301" y="21117"/>
                  </a:lnTo>
                  <a:lnTo>
                    <a:pt x="6159395" y="21117"/>
                  </a:lnTo>
                  <a:lnTo>
                    <a:pt x="6159489" y="21117"/>
                  </a:lnTo>
                  <a:lnTo>
                    <a:pt x="6159583" y="21117"/>
                  </a:lnTo>
                  <a:lnTo>
                    <a:pt x="6159677" y="21117"/>
                  </a:lnTo>
                  <a:lnTo>
                    <a:pt x="6159772" y="21117"/>
                  </a:lnTo>
                  <a:lnTo>
                    <a:pt x="6159866" y="21117"/>
                  </a:lnTo>
                  <a:lnTo>
                    <a:pt x="6159960" y="21117"/>
                  </a:lnTo>
                  <a:lnTo>
                    <a:pt x="6160054" y="21117"/>
                  </a:lnTo>
                  <a:lnTo>
                    <a:pt x="6160148" y="21117"/>
                  </a:lnTo>
                  <a:lnTo>
                    <a:pt x="6160242" y="21117"/>
                  </a:lnTo>
                  <a:lnTo>
                    <a:pt x="6160336" y="21117"/>
                  </a:lnTo>
                  <a:lnTo>
                    <a:pt x="6160430" y="21117"/>
                  </a:lnTo>
                  <a:lnTo>
                    <a:pt x="6160524" y="21117"/>
                  </a:lnTo>
                  <a:lnTo>
                    <a:pt x="6160618" y="21117"/>
                  </a:lnTo>
                  <a:lnTo>
                    <a:pt x="6160712" y="21117"/>
                  </a:lnTo>
                  <a:lnTo>
                    <a:pt x="6160806" y="21117"/>
                  </a:lnTo>
                  <a:lnTo>
                    <a:pt x="6160900" y="21117"/>
                  </a:lnTo>
                  <a:lnTo>
                    <a:pt x="6160994" y="21117"/>
                  </a:lnTo>
                  <a:lnTo>
                    <a:pt x="6161088" y="21117"/>
                  </a:lnTo>
                  <a:lnTo>
                    <a:pt x="6161182" y="21117"/>
                  </a:lnTo>
                  <a:lnTo>
                    <a:pt x="6161276" y="21117"/>
                  </a:lnTo>
                  <a:lnTo>
                    <a:pt x="6161370" y="21117"/>
                  </a:lnTo>
                  <a:lnTo>
                    <a:pt x="6161464" y="21117"/>
                  </a:lnTo>
                  <a:lnTo>
                    <a:pt x="6161558" y="21117"/>
                  </a:lnTo>
                  <a:lnTo>
                    <a:pt x="6161652" y="21117"/>
                  </a:lnTo>
                  <a:lnTo>
                    <a:pt x="6161746" y="21117"/>
                  </a:lnTo>
                  <a:lnTo>
                    <a:pt x="6161840" y="21117"/>
                  </a:lnTo>
                  <a:lnTo>
                    <a:pt x="6161934" y="21117"/>
                  </a:lnTo>
                  <a:lnTo>
                    <a:pt x="6162028" y="21117"/>
                  </a:lnTo>
                  <a:lnTo>
                    <a:pt x="6162122" y="21117"/>
                  </a:lnTo>
                  <a:lnTo>
                    <a:pt x="6162216" y="21117"/>
                  </a:lnTo>
                  <a:lnTo>
                    <a:pt x="6162310" y="21117"/>
                  </a:lnTo>
                  <a:lnTo>
                    <a:pt x="6162404" y="21117"/>
                  </a:lnTo>
                  <a:lnTo>
                    <a:pt x="6162498" y="21117"/>
                  </a:lnTo>
                  <a:lnTo>
                    <a:pt x="6162592" y="21117"/>
                  </a:lnTo>
                  <a:lnTo>
                    <a:pt x="6162686" y="21117"/>
                  </a:lnTo>
                  <a:lnTo>
                    <a:pt x="6162780" y="21117"/>
                  </a:lnTo>
                  <a:lnTo>
                    <a:pt x="6162874" y="21117"/>
                  </a:lnTo>
                  <a:lnTo>
                    <a:pt x="6162968" y="21117"/>
                  </a:lnTo>
                  <a:lnTo>
                    <a:pt x="6163062" y="21117"/>
                  </a:lnTo>
                  <a:lnTo>
                    <a:pt x="6163156" y="21117"/>
                  </a:lnTo>
                  <a:lnTo>
                    <a:pt x="6163250" y="21117"/>
                  </a:lnTo>
                  <a:lnTo>
                    <a:pt x="6163345" y="21117"/>
                  </a:lnTo>
                  <a:lnTo>
                    <a:pt x="6163439" y="21117"/>
                  </a:lnTo>
                  <a:lnTo>
                    <a:pt x="6163533" y="21117"/>
                  </a:lnTo>
                  <a:lnTo>
                    <a:pt x="6163627" y="21117"/>
                  </a:lnTo>
                  <a:lnTo>
                    <a:pt x="6163721" y="21117"/>
                  </a:lnTo>
                  <a:lnTo>
                    <a:pt x="6163815" y="21117"/>
                  </a:lnTo>
                  <a:lnTo>
                    <a:pt x="6163909" y="21117"/>
                  </a:lnTo>
                  <a:lnTo>
                    <a:pt x="6164003" y="21117"/>
                  </a:lnTo>
                  <a:lnTo>
                    <a:pt x="6164097" y="21117"/>
                  </a:lnTo>
                  <a:lnTo>
                    <a:pt x="6164191" y="21117"/>
                  </a:lnTo>
                  <a:lnTo>
                    <a:pt x="6164285" y="21117"/>
                  </a:lnTo>
                  <a:lnTo>
                    <a:pt x="6164379" y="21117"/>
                  </a:lnTo>
                  <a:lnTo>
                    <a:pt x="6164473" y="21117"/>
                  </a:lnTo>
                  <a:lnTo>
                    <a:pt x="6164567" y="21117"/>
                  </a:lnTo>
                  <a:lnTo>
                    <a:pt x="6164661" y="21117"/>
                  </a:lnTo>
                  <a:lnTo>
                    <a:pt x="6164755" y="21117"/>
                  </a:lnTo>
                  <a:lnTo>
                    <a:pt x="6164849" y="21117"/>
                  </a:lnTo>
                  <a:lnTo>
                    <a:pt x="6164943" y="21117"/>
                  </a:lnTo>
                  <a:lnTo>
                    <a:pt x="6165037" y="21117"/>
                  </a:lnTo>
                  <a:lnTo>
                    <a:pt x="6165131" y="21117"/>
                  </a:lnTo>
                  <a:lnTo>
                    <a:pt x="6165225" y="21117"/>
                  </a:lnTo>
                  <a:lnTo>
                    <a:pt x="6165319" y="21117"/>
                  </a:lnTo>
                  <a:lnTo>
                    <a:pt x="6165413" y="21117"/>
                  </a:lnTo>
                  <a:lnTo>
                    <a:pt x="6165507" y="21117"/>
                  </a:lnTo>
                  <a:lnTo>
                    <a:pt x="6165601" y="21117"/>
                  </a:lnTo>
                  <a:lnTo>
                    <a:pt x="6165695" y="21117"/>
                  </a:lnTo>
                  <a:lnTo>
                    <a:pt x="6165789" y="21117"/>
                  </a:lnTo>
                  <a:lnTo>
                    <a:pt x="6165883" y="21117"/>
                  </a:lnTo>
                  <a:lnTo>
                    <a:pt x="6165977" y="21117"/>
                  </a:lnTo>
                  <a:lnTo>
                    <a:pt x="6166071" y="21117"/>
                  </a:lnTo>
                  <a:lnTo>
                    <a:pt x="6166165" y="21117"/>
                  </a:lnTo>
                  <a:lnTo>
                    <a:pt x="6166259" y="21117"/>
                  </a:lnTo>
                  <a:lnTo>
                    <a:pt x="6166353" y="21117"/>
                  </a:lnTo>
                  <a:lnTo>
                    <a:pt x="6166447" y="21117"/>
                  </a:lnTo>
                  <a:lnTo>
                    <a:pt x="6166541" y="21117"/>
                  </a:lnTo>
                  <a:lnTo>
                    <a:pt x="6166635" y="21117"/>
                  </a:lnTo>
                  <a:lnTo>
                    <a:pt x="6166729" y="21117"/>
                  </a:lnTo>
                  <a:lnTo>
                    <a:pt x="6166823" y="21117"/>
                  </a:lnTo>
                  <a:lnTo>
                    <a:pt x="6166918" y="21117"/>
                  </a:lnTo>
                  <a:lnTo>
                    <a:pt x="6167012" y="21117"/>
                  </a:lnTo>
                  <a:lnTo>
                    <a:pt x="6167106" y="21117"/>
                  </a:lnTo>
                  <a:lnTo>
                    <a:pt x="6167200" y="21117"/>
                  </a:lnTo>
                  <a:lnTo>
                    <a:pt x="6167294" y="21117"/>
                  </a:lnTo>
                  <a:lnTo>
                    <a:pt x="6167388" y="21117"/>
                  </a:lnTo>
                  <a:lnTo>
                    <a:pt x="6167482" y="21117"/>
                  </a:lnTo>
                  <a:lnTo>
                    <a:pt x="6167576" y="21117"/>
                  </a:lnTo>
                  <a:lnTo>
                    <a:pt x="6167670" y="21117"/>
                  </a:lnTo>
                  <a:lnTo>
                    <a:pt x="6167764" y="21117"/>
                  </a:lnTo>
                  <a:lnTo>
                    <a:pt x="6167858" y="21117"/>
                  </a:lnTo>
                  <a:lnTo>
                    <a:pt x="6167952" y="21117"/>
                  </a:lnTo>
                  <a:lnTo>
                    <a:pt x="6168046" y="21117"/>
                  </a:lnTo>
                  <a:lnTo>
                    <a:pt x="6168140" y="21117"/>
                  </a:lnTo>
                  <a:lnTo>
                    <a:pt x="6168234" y="21117"/>
                  </a:lnTo>
                  <a:lnTo>
                    <a:pt x="6168328" y="21117"/>
                  </a:lnTo>
                  <a:lnTo>
                    <a:pt x="6168422" y="21117"/>
                  </a:lnTo>
                  <a:lnTo>
                    <a:pt x="6168516" y="21117"/>
                  </a:lnTo>
                  <a:lnTo>
                    <a:pt x="6168610" y="21117"/>
                  </a:lnTo>
                  <a:lnTo>
                    <a:pt x="6168704" y="21117"/>
                  </a:lnTo>
                  <a:lnTo>
                    <a:pt x="6168798" y="21117"/>
                  </a:lnTo>
                  <a:lnTo>
                    <a:pt x="6168892" y="21117"/>
                  </a:lnTo>
                  <a:lnTo>
                    <a:pt x="6168986" y="21117"/>
                  </a:lnTo>
                  <a:lnTo>
                    <a:pt x="6169080" y="21117"/>
                  </a:lnTo>
                  <a:lnTo>
                    <a:pt x="6169174" y="21117"/>
                  </a:lnTo>
                  <a:lnTo>
                    <a:pt x="6169268" y="21117"/>
                  </a:lnTo>
                  <a:lnTo>
                    <a:pt x="6169362" y="21117"/>
                  </a:lnTo>
                  <a:lnTo>
                    <a:pt x="6169456" y="21117"/>
                  </a:lnTo>
                  <a:lnTo>
                    <a:pt x="6169550" y="21117"/>
                  </a:lnTo>
                  <a:lnTo>
                    <a:pt x="6169644" y="21117"/>
                  </a:lnTo>
                  <a:lnTo>
                    <a:pt x="6169738" y="21117"/>
                  </a:lnTo>
                  <a:lnTo>
                    <a:pt x="6169832" y="21117"/>
                  </a:lnTo>
                  <a:lnTo>
                    <a:pt x="6169926" y="21117"/>
                  </a:lnTo>
                  <a:lnTo>
                    <a:pt x="6170020" y="21117"/>
                  </a:lnTo>
                  <a:lnTo>
                    <a:pt x="6170114" y="21117"/>
                  </a:lnTo>
                  <a:lnTo>
                    <a:pt x="6170208" y="21117"/>
                  </a:lnTo>
                  <a:lnTo>
                    <a:pt x="6170302" y="21117"/>
                  </a:lnTo>
                  <a:lnTo>
                    <a:pt x="6170397" y="21117"/>
                  </a:lnTo>
                  <a:lnTo>
                    <a:pt x="6170491" y="21117"/>
                  </a:lnTo>
                  <a:lnTo>
                    <a:pt x="6170585" y="21117"/>
                  </a:lnTo>
                  <a:lnTo>
                    <a:pt x="6170679" y="21117"/>
                  </a:lnTo>
                  <a:lnTo>
                    <a:pt x="6170773" y="21117"/>
                  </a:lnTo>
                  <a:lnTo>
                    <a:pt x="6170867" y="21117"/>
                  </a:lnTo>
                  <a:lnTo>
                    <a:pt x="6170961" y="21117"/>
                  </a:lnTo>
                  <a:lnTo>
                    <a:pt x="6171055" y="21117"/>
                  </a:lnTo>
                  <a:lnTo>
                    <a:pt x="6171149" y="21117"/>
                  </a:lnTo>
                  <a:lnTo>
                    <a:pt x="6171243" y="21117"/>
                  </a:lnTo>
                  <a:lnTo>
                    <a:pt x="6171337" y="21117"/>
                  </a:lnTo>
                  <a:lnTo>
                    <a:pt x="6171431" y="21117"/>
                  </a:lnTo>
                  <a:lnTo>
                    <a:pt x="6171525" y="21117"/>
                  </a:lnTo>
                  <a:lnTo>
                    <a:pt x="6171619" y="21117"/>
                  </a:lnTo>
                  <a:lnTo>
                    <a:pt x="6171713" y="21117"/>
                  </a:lnTo>
                  <a:lnTo>
                    <a:pt x="6171807" y="21117"/>
                  </a:lnTo>
                  <a:lnTo>
                    <a:pt x="6171901" y="21117"/>
                  </a:lnTo>
                  <a:lnTo>
                    <a:pt x="6171995" y="21117"/>
                  </a:lnTo>
                  <a:lnTo>
                    <a:pt x="6172089" y="21117"/>
                  </a:lnTo>
                  <a:lnTo>
                    <a:pt x="6172183" y="21117"/>
                  </a:lnTo>
                  <a:lnTo>
                    <a:pt x="6172277" y="21117"/>
                  </a:lnTo>
                  <a:lnTo>
                    <a:pt x="6172371" y="21117"/>
                  </a:lnTo>
                  <a:lnTo>
                    <a:pt x="6172465" y="21117"/>
                  </a:lnTo>
                  <a:lnTo>
                    <a:pt x="6172559" y="21117"/>
                  </a:lnTo>
                  <a:lnTo>
                    <a:pt x="6172653" y="21117"/>
                  </a:lnTo>
                  <a:lnTo>
                    <a:pt x="6172747" y="21117"/>
                  </a:lnTo>
                  <a:lnTo>
                    <a:pt x="6172841" y="21117"/>
                  </a:lnTo>
                  <a:lnTo>
                    <a:pt x="6172935" y="21117"/>
                  </a:lnTo>
                  <a:lnTo>
                    <a:pt x="6173029" y="21117"/>
                  </a:lnTo>
                  <a:lnTo>
                    <a:pt x="6173123" y="21117"/>
                  </a:lnTo>
                  <a:lnTo>
                    <a:pt x="6173217" y="21117"/>
                  </a:lnTo>
                  <a:lnTo>
                    <a:pt x="6173311" y="21117"/>
                  </a:lnTo>
                  <a:lnTo>
                    <a:pt x="6173405" y="21117"/>
                  </a:lnTo>
                  <a:lnTo>
                    <a:pt x="6173499" y="21117"/>
                  </a:lnTo>
                  <a:lnTo>
                    <a:pt x="6173593" y="21117"/>
                  </a:lnTo>
                  <a:lnTo>
                    <a:pt x="6173687" y="21117"/>
                  </a:lnTo>
                  <a:lnTo>
                    <a:pt x="6173781" y="21117"/>
                  </a:lnTo>
                  <a:lnTo>
                    <a:pt x="6173875" y="21117"/>
                  </a:lnTo>
                  <a:lnTo>
                    <a:pt x="6173970" y="21117"/>
                  </a:lnTo>
                  <a:lnTo>
                    <a:pt x="6174064" y="21117"/>
                  </a:lnTo>
                  <a:lnTo>
                    <a:pt x="6174158" y="21117"/>
                  </a:lnTo>
                  <a:lnTo>
                    <a:pt x="6174252" y="21117"/>
                  </a:lnTo>
                  <a:lnTo>
                    <a:pt x="6174346" y="21117"/>
                  </a:lnTo>
                  <a:lnTo>
                    <a:pt x="6174440" y="21117"/>
                  </a:lnTo>
                  <a:lnTo>
                    <a:pt x="6174534" y="21117"/>
                  </a:lnTo>
                  <a:lnTo>
                    <a:pt x="6174628" y="21117"/>
                  </a:lnTo>
                  <a:lnTo>
                    <a:pt x="6174722" y="21117"/>
                  </a:lnTo>
                  <a:lnTo>
                    <a:pt x="6174816" y="21117"/>
                  </a:lnTo>
                  <a:lnTo>
                    <a:pt x="6174910" y="21117"/>
                  </a:lnTo>
                  <a:lnTo>
                    <a:pt x="6175004" y="21117"/>
                  </a:lnTo>
                  <a:lnTo>
                    <a:pt x="6175098" y="21117"/>
                  </a:lnTo>
                  <a:lnTo>
                    <a:pt x="6175192" y="21117"/>
                  </a:lnTo>
                  <a:lnTo>
                    <a:pt x="6175286" y="21117"/>
                  </a:lnTo>
                  <a:lnTo>
                    <a:pt x="6175380" y="21117"/>
                  </a:lnTo>
                  <a:lnTo>
                    <a:pt x="6175474" y="21117"/>
                  </a:lnTo>
                  <a:lnTo>
                    <a:pt x="6175568" y="21117"/>
                  </a:lnTo>
                  <a:lnTo>
                    <a:pt x="6175662" y="21117"/>
                  </a:lnTo>
                  <a:lnTo>
                    <a:pt x="6175756" y="21117"/>
                  </a:lnTo>
                  <a:lnTo>
                    <a:pt x="6175850" y="21117"/>
                  </a:lnTo>
                  <a:lnTo>
                    <a:pt x="6175944" y="21117"/>
                  </a:lnTo>
                  <a:lnTo>
                    <a:pt x="6176038" y="21117"/>
                  </a:lnTo>
                  <a:lnTo>
                    <a:pt x="6176132" y="21117"/>
                  </a:lnTo>
                  <a:lnTo>
                    <a:pt x="6176226" y="21117"/>
                  </a:lnTo>
                  <a:lnTo>
                    <a:pt x="6176320" y="21117"/>
                  </a:lnTo>
                  <a:lnTo>
                    <a:pt x="6176414" y="21117"/>
                  </a:lnTo>
                  <a:lnTo>
                    <a:pt x="6176508" y="21117"/>
                  </a:lnTo>
                  <a:lnTo>
                    <a:pt x="6176602" y="21117"/>
                  </a:lnTo>
                  <a:lnTo>
                    <a:pt x="6176696" y="21117"/>
                  </a:lnTo>
                  <a:lnTo>
                    <a:pt x="6176790" y="21117"/>
                  </a:lnTo>
                  <a:lnTo>
                    <a:pt x="6176884" y="21117"/>
                  </a:lnTo>
                  <a:lnTo>
                    <a:pt x="6176978" y="21117"/>
                  </a:lnTo>
                  <a:lnTo>
                    <a:pt x="6177072" y="21117"/>
                  </a:lnTo>
                  <a:lnTo>
                    <a:pt x="6177166" y="21117"/>
                  </a:lnTo>
                  <a:lnTo>
                    <a:pt x="6177260" y="21117"/>
                  </a:lnTo>
                  <a:lnTo>
                    <a:pt x="6177354" y="21117"/>
                  </a:lnTo>
                  <a:lnTo>
                    <a:pt x="6177354" y="15838"/>
                  </a:lnTo>
                  <a:lnTo>
                    <a:pt x="6177448" y="15838"/>
                  </a:lnTo>
                  <a:lnTo>
                    <a:pt x="6177543" y="15838"/>
                  </a:lnTo>
                  <a:lnTo>
                    <a:pt x="6177637" y="15838"/>
                  </a:lnTo>
                  <a:lnTo>
                    <a:pt x="6177731" y="15838"/>
                  </a:lnTo>
                  <a:lnTo>
                    <a:pt x="6177825" y="15838"/>
                  </a:lnTo>
                  <a:lnTo>
                    <a:pt x="6177919" y="15838"/>
                  </a:lnTo>
                  <a:lnTo>
                    <a:pt x="6178013" y="15838"/>
                  </a:lnTo>
                  <a:lnTo>
                    <a:pt x="6178107" y="15838"/>
                  </a:lnTo>
                  <a:lnTo>
                    <a:pt x="6178201" y="15838"/>
                  </a:lnTo>
                  <a:lnTo>
                    <a:pt x="6178295" y="15838"/>
                  </a:lnTo>
                  <a:lnTo>
                    <a:pt x="6178389" y="15838"/>
                  </a:lnTo>
                  <a:lnTo>
                    <a:pt x="6178483" y="15838"/>
                  </a:lnTo>
                  <a:lnTo>
                    <a:pt x="6178577" y="15838"/>
                  </a:lnTo>
                  <a:lnTo>
                    <a:pt x="6178671" y="15838"/>
                  </a:lnTo>
                  <a:lnTo>
                    <a:pt x="6178765" y="15838"/>
                  </a:lnTo>
                  <a:lnTo>
                    <a:pt x="6178859" y="15838"/>
                  </a:lnTo>
                  <a:lnTo>
                    <a:pt x="6178953" y="15838"/>
                  </a:lnTo>
                  <a:lnTo>
                    <a:pt x="6179047" y="15838"/>
                  </a:lnTo>
                  <a:lnTo>
                    <a:pt x="6179141" y="15838"/>
                  </a:lnTo>
                  <a:lnTo>
                    <a:pt x="6179235" y="15838"/>
                  </a:lnTo>
                  <a:lnTo>
                    <a:pt x="6179329" y="15838"/>
                  </a:lnTo>
                  <a:lnTo>
                    <a:pt x="6179423" y="15838"/>
                  </a:lnTo>
                  <a:lnTo>
                    <a:pt x="6179517" y="15838"/>
                  </a:lnTo>
                  <a:lnTo>
                    <a:pt x="6179611" y="15838"/>
                  </a:lnTo>
                  <a:lnTo>
                    <a:pt x="6179705" y="15838"/>
                  </a:lnTo>
                  <a:lnTo>
                    <a:pt x="6179799" y="15838"/>
                  </a:lnTo>
                  <a:lnTo>
                    <a:pt x="6179893" y="15838"/>
                  </a:lnTo>
                  <a:lnTo>
                    <a:pt x="6179987" y="15838"/>
                  </a:lnTo>
                  <a:lnTo>
                    <a:pt x="6180081" y="15838"/>
                  </a:lnTo>
                  <a:lnTo>
                    <a:pt x="6180175" y="15838"/>
                  </a:lnTo>
                  <a:lnTo>
                    <a:pt x="6180269" y="15838"/>
                  </a:lnTo>
                  <a:lnTo>
                    <a:pt x="6180363" y="15838"/>
                  </a:lnTo>
                  <a:lnTo>
                    <a:pt x="6180457" y="15838"/>
                  </a:lnTo>
                  <a:lnTo>
                    <a:pt x="6180551" y="15838"/>
                  </a:lnTo>
                  <a:lnTo>
                    <a:pt x="6180645" y="15838"/>
                  </a:lnTo>
                  <a:lnTo>
                    <a:pt x="6180739" y="15838"/>
                  </a:lnTo>
                  <a:lnTo>
                    <a:pt x="6180833" y="15838"/>
                  </a:lnTo>
                  <a:lnTo>
                    <a:pt x="6180927" y="15838"/>
                  </a:lnTo>
                  <a:lnTo>
                    <a:pt x="6181021" y="15838"/>
                  </a:lnTo>
                  <a:lnTo>
                    <a:pt x="6181116" y="15838"/>
                  </a:lnTo>
                  <a:lnTo>
                    <a:pt x="6181210" y="15838"/>
                  </a:lnTo>
                  <a:lnTo>
                    <a:pt x="6181304" y="15838"/>
                  </a:lnTo>
                  <a:lnTo>
                    <a:pt x="6181398" y="15838"/>
                  </a:lnTo>
                  <a:lnTo>
                    <a:pt x="6181492" y="15838"/>
                  </a:lnTo>
                  <a:lnTo>
                    <a:pt x="6181586" y="15838"/>
                  </a:lnTo>
                  <a:lnTo>
                    <a:pt x="6181680" y="15838"/>
                  </a:lnTo>
                  <a:lnTo>
                    <a:pt x="6181774" y="15838"/>
                  </a:lnTo>
                  <a:lnTo>
                    <a:pt x="6181868" y="15838"/>
                  </a:lnTo>
                  <a:lnTo>
                    <a:pt x="6181962" y="15838"/>
                  </a:lnTo>
                  <a:lnTo>
                    <a:pt x="6182056" y="15838"/>
                  </a:lnTo>
                  <a:lnTo>
                    <a:pt x="6182150" y="15838"/>
                  </a:lnTo>
                  <a:lnTo>
                    <a:pt x="6182244" y="15838"/>
                  </a:lnTo>
                  <a:lnTo>
                    <a:pt x="6182338" y="15838"/>
                  </a:lnTo>
                  <a:lnTo>
                    <a:pt x="6182432" y="15838"/>
                  </a:lnTo>
                  <a:lnTo>
                    <a:pt x="6182526" y="15838"/>
                  </a:lnTo>
                  <a:lnTo>
                    <a:pt x="6182620" y="15838"/>
                  </a:lnTo>
                  <a:lnTo>
                    <a:pt x="6182714" y="15838"/>
                  </a:lnTo>
                  <a:lnTo>
                    <a:pt x="6182808" y="15838"/>
                  </a:lnTo>
                  <a:lnTo>
                    <a:pt x="6182902" y="15838"/>
                  </a:lnTo>
                  <a:lnTo>
                    <a:pt x="6182996" y="15838"/>
                  </a:lnTo>
                  <a:lnTo>
                    <a:pt x="6183090" y="15838"/>
                  </a:lnTo>
                  <a:lnTo>
                    <a:pt x="6183184" y="15838"/>
                  </a:lnTo>
                  <a:lnTo>
                    <a:pt x="6183278" y="15838"/>
                  </a:lnTo>
                  <a:lnTo>
                    <a:pt x="6183372" y="15838"/>
                  </a:lnTo>
                  <a:lnTo>
                    <a:pt x="6183466" y="15838"/>
                  </a:lnTo>
                  <a:lnTo>
                    <a:pt x="6183560" y="15838"/>
                  </a:lnTo>
                  <a:lnTo>
                    <a:pt x="6183654" y="15838"/>
                  </a:lnTo>
                  <a:lnTo>
                    <a:pt x="6183748" y="15838"/>
                  </a:lnTo>
                  <a:lnTo>
                    <a:pt x="6183842" y="15838"/>
                  </a:lnTo>
                  <a:lnTo>
                    <a:pt x="6183936" y="15838"/>
                  </a:lnTo>
                  <a:lnTo>
                    <a:pt x="6184030" y="15838"/>
                  </a:lnTo>
                  <a:lnTo>
                    <a:pt x="6184124" y="15838"/>
                  </a:lnTo>
                  <a:lnTo>
                    <a:pt x="6184218" y="15838"/>
                  </a:lnTo>
                  <a:lnTo>
                    <a:pt x="6184312" y="15838"/>
                  </a:lnTo>
                  <a:lnTo>
                    <a:pt x="6184406" y="15838"/>
                  </a:lnTo>
                  <a:lnTo>
                    <a:pt x="6184500" y="15838"/>
                  </a:lnTo>
                  <a:lnTo>
                    <a:pt x="6184595" y="15838"/>
                  </a:lnTo>
                  <a:lnTo>
                    <a:pt x="6184689" y="15838"/>
                  </a:lnTo>
                  <a:lnTo>
                    <a:pt x="6184783" y="15838"/>
                  </a:lnTo>
                  <a:lnTo>
                    <a:pt x="6184877" y="15838"/>
                  </a:lnTo>
                  <a:lnTo>
                    <a:pt x="6184971" y="15838"/>
                  </a:lnTo>
                  <a:lnTo>
                    <a:pt x="6185065" y="15838"/>
                  </a:lnTo>
                  <a:lnTo>
                    <a:pt x="6185159" y="15838"/>
                  </a:lnTo>
                  <a:lnTo>
                    <a:pt x="6185253" y="15838"/>
                  </a:lnTo>
                  <a:lnTo>
                    <a:pt x="6185347" y="15838"/>
                  </a:lnTo>
                  <a:lnTo>
                    <a:pt x="6185441" y="15838"/>
                  </a:lnTo>
                  <a:lnTo>
                    <a:pt x="6185535" y="15838"/>
                  </a:lnTo>
                  <a:lnTo>
                    <a:pt x="6185629" y="15838"/>
                  </a:lnTo>
                  <a:lnTo>
                    <a:pt x="6185723" y="15838"/>
                  </a:lnTo>
                  <a:lnTo>
                    <a:pt x="6185817" y="15838"/>
                  </a:lnTo>
                  <a:lnTo>
                    <a:pt x="6185911" y="15838"/>
                  </a:lnTo>
                  <a:lnTo>
                    <a:pt x="6186005" y="15838"/>
                  </a:lnTo>
                  <a:lnTo>
                    <a:pt x="6186099" y="15838"/>
                  </a:lnTo>
                  <a:lnTo>
                    <a:pt x="6186193" y="15838"/>
                  </a:lnTo>
                  <a:lnTo>
                    <a:pt x="6186287" y="15838"/>
                  </a:lnTo>
                  <a:lnTo>
                    <a:pt x="6186381" y="15838"/>
                  </a:lnTo>
                  <a:lnTo>
                    <a:pt x="6186475" y="15838"/>
                  </a:lnTo>
                  <a:lnTo>
                    <a:pt x="6186569" y="15838"/>
                  </a:lnTo>
                  <a:lnTo>
                    <a:pt x="6186663" y="15838"/>
                  </a:lnTo>
                  <a:lnTo>
                    <a:pt x="6186757" y="15838"/>
                  </a:lnTo>
                  <a:lnTo>
                    <a:pt x="6186851" y="15838"/>
                  </a:lnTo>
                  <a:lnTo>
                    <a:pt x="6186945" y="15838"/>
                  </a:lnTo>
                  <a:lnTo>
                    <a:pt x="6187039" y="15838"/>
                  </a:lnTo>
                  <a:lnTo>
                    <a:pt x="6187133" y="15838"/>
                  </a:lnTo>
                  <a:lnTo>
                    <a:pt x="6187227" y="15838"/>
                  </a:lnTo>
                  <a:lnTo>
                    <a:pt x="6187321" y="15838"/>
                  </a:lnTo>
                  <a:lnTo>
                    <a:pt x="6187415" y="15838"/>
                  </a:lnTo>
                  <a:lnTo>
                    <a:pt x="6187509" y="15838"/>
                  </a:lnTo>
                  <a:lnTo>
                    <a:pt x="6187603" y="15838"/>
                  </a:lnTo>
                  <a:lnTo>
                    <a:pt x="6187697" y="15838"/>
                  </a:lnTo>
                  <a:lnTo>
                    <a:pt x="6187791" y="15838"/>
                  </a:lnTo>
                  <a:lnTo>
                    <a:pt x="6187885" y="15838"/>
                  </a:lnTo>
                  <a:lnTo>
                    <a:pt x="6187979" y="15838"/>
                  </a:lnTo>
                  <a:lnTo>
                    <a:pt x="6188073" y="15838"/>
                  </a:lnTo>
                  <a:lnTo>
                    <a:pt x="6188168" y="15838"/>
                  </a:lnTo>
                  <a:lnTo>
                    <a:pt x="6188262" y="15838"/>
                  </a:lnTo>
                  <a:lnTo>
                    <a:pt x="6188356" y="15838"/>
                  </a:lnTo>
                  <a:lnTo>
                    <a:pt x="6188450" y="15838"/>
                  </a:lnTo>
                  <a:lnTo>
                    <a:pt x="6188544" y="15838"/>
                  </a:lnTo>
                  <a:lnTo>
                    <a:pt x="6188638" y="15838"/>
                  </a:lnTo>
                  <a:lnTo>
                    <a:pt x="6188732" y="15838"/>
                  </a:lnTo>
                  <a:lnTo>
                    <a:pt x="6188826" y="15838"/>
                  </a:lnTo>
                  <a:lnTo>
                    <a:pt x="6188920" y="15838"/>
                  </a:lnTo>
                  <a:lnTo>
                    <a:pt x="6189014" y="15838"/>
                  </a:lnTo>
                  <a:lnTo>
                    <a:pt x="6189108" y="15838"/>
                  </a:lnTo>
                  <a:lnTo>
                    <a:pt x="6189202" y="15838"/>
                  </a:lnTo>
                  <a:lnTo>
                    <a:pt x="6189296" y="15838"/>
                  </a:lnTo>
                  <a:lnTo>
                    <a:pt x="6189390" y="15838"/>
                  </a:lnTo>
                  <a:lnTo>
                    <a:pt x="6189484" y="15838"/>
                  </a:lnTo>
                  <a:lnTo>
                    <a:pt x="6189578" y="15838"/>
                  </a:lnTo>
                  <a:lnTo>
                    <a:pt x="6189672" y="15838"/>
                  </a:lnTo>
                  <a:lnTo>
                    <a:pt x="6189766" y="15838"/>
                  </a:lnTo>
                  <a:lnTo>
                    <a:pt x="6189860" y="15838"/>
                  </a:lnTo>
                  <a:lnTo>
                    <a:pt x="6189954" y="15838"/>
                  </a:lnTo>
                  <a:lnTo>
                    <a:pt x="6190048" y="15838"/>
                  </a:lnTo>
                  <a:lnTo>
                    <a:pt x="6190142" y="15838"/>
                  </a:lnTo>
                  <a:lnTo>
                    <a:pt x="6190236" y="15838"/>
                  </a:lnTo>
                  <a:lnTo>
                    <a:pt x="6190330" y="15838"/>
                  </a:lnTo>
                  <a:lnTo>
                    <a:pt x="6190424" y="15838"/>
                  </a:lnTo>
                  <a:lnTo>
                    <a:pt x="6190518" y="15838"/>
                  </a:lnTo>
                  <a:lnTo>
                    <a:pt x="6190612" y="15838"/>
                  </a:lnTo>
                  <a:lnTo>
                    <a:pt x="6190706" y="15838"/>
                  </a:lnTo>
                  <a:lnTo>
                    <a:pt x="6190800" y="15838"/>
                  </a:lnTo>
                  <a:lnTo>
                    <a:pt x="6190894" y="15838"/>
                  </a:lnTo>
                  <a:lnTo>
                    <a:pt x="6190988" y="15838"/>
                  </a:lnTo>
                  <a:lnTo>
                    <a:pt x="6191082" y="15838"/>
                  </a:lnTo>
                  <a:lnTo>
                    <a:pt x="6191176" y="15838"/>
                  </a:lnTo>
                  <a:lnTo>
                    <a:pt x="6191270" y="15838"/>
                  </a:lnTo>
                  <a:lnTo>
                    <a:pt x="6191364" y="15838"/>
                  </a:lnTo>
                  <a:lnTo>
                    <a:pt x="6191458" y="15838"/>
                  </a:lnTo>
                  <a:lnTo>
                    <a:pt x="6191552" y="15838"/>
                  </a:lnTo>
                  <a:lnTo>
                    <a:pt x="6191646" y="15838"/>
                  </a:lnTo>
                  <a:lnTo>
                    <a:pt x="6191741" y="15838"/>
                  </a:lnTo>
                  <a:lnTo>
                    <a:pt x="6191835" y="15838"/>
                  </a:lnTo>
                  <a:lnTo>
                    <a:pt x="6191929" y="15838"/>
                  </a:lnTo>
                  <a:lnTo>
                    <a:pt x="6192023" y="15838"/>
                  </a:lnTo>
                  <a:lnTo>
                    <a:pt x="6192117" y="15838"/>
                  </a:lnTo>
                  <a:lnTo>
                    <a:pt x="6192211" y="15838"/>
                  </a:lnTo>
                  <a:lnTo>
                    <a:pt x="6192305" y="15838"/>
                  </a:lnTo>
                  <a:lnTo>
                    <a:pt x="6192399" y="15838"/>
                  </a:lnTo>
                  <a:lnTo>
                    <a:pt x="6192493" y="15838"/>
                  </a:lnTo>
                  <a:lnTo>
                    <a:pt x="6192587" y="15838"/>
                  </a:lnTo>
                  <a:lnTo>
                    <a:pt x="6192681" y="15838"/>
                  </a:lnTo>
                  <a:lnTo>
                    <a:pt x="6192775" y="15838"/>
                  </a:lnTo>
                  <a:lnTo>
                    <a:pt x="6192869" y="15838"/>
                  </a:lnTo>
                  <a:lnTo>
                    <a:pt x="6192963" y="15838"/>
                  </a:lnTo>
                  <a:lnTo>
                    <a:pt x="6193057" y="15838"/>
                  </a:lnTo>
                  <a:lnTo>
                    <a:pt x="6193151" y="15838"/>
                  </a:lnTo>
                  <a:lnTo>
                    <a:pt x="6193245" y="15838"/>
                  </a:lnTo>
                  <a:lnTo>
                    <a:pt x="6193339" y="15838"/>
                  </a:lnTo>
                  <a:lnTo>
                    <a:pt x="6193433" y="15838"/>
                  </a:lnTo>
                  <a:lnTo>
                    <a:pt x="6193527" y="15838"/>
                  </a:lnTo>
                  <a:lnTo>
                    <a:pt x="6193621" y="15838"/>
                  </a:lnTo>
                  <a:lnTo>
                    <a:pt x="6193715" y="15838"/>
                  </a:lnTo>
                  <a:lnTo>
                    <a:pt x="6193809" y="15838"/>
                  </a:lnTo>
                  <a:lnTo>
                    <a:pt x="6193903" y="15838"/>
                  </a:lnTo>
                  <a:lnTo>
                    <a:pt x="6193997" y="15838"/>
                  </a:lnTo>
                  <a:lnTo>
                    <a:pt x="6194091" y="15838"/>
                  </a:lnTo>
                  <a:lnTo>
                    <a:pt x="6194185" y="15838"/>
                  </a:lnTo>
                  <a:lnTo>
                    <a:pt x="6194279" y="15838"/>
                  </a:lnTo>
                  <a:lnTo>
                    <a:pt x="6194373" y="15838"/>
                  </a:lnTo>
                  <a:lnTo>
                    <a:pt x="6194467" y="15838"/>
                  </a:lnTo>
                  <a:lnTo>
                    <a:pt x="6194561" y="15838"/>
                  </a:lnTo>
                  <a:lnTo>
                    <a:pt x="6194655" y="15838"/>
                  </a:lnTo>
                  <a:lnTo>
                    <a:pt x="6194749" y="15838"/>
                  </a:lnTo>
                  <a:lnTo>
                    <a:pt x="6194843" y="15838"/>
                  </a:lnTo>
                  <a:lnTo>
                    <a:pt x="6194937" y="15838"/>
                  </a:lnTo>
                  <a:lnTo>
                    <a:pt x="6195031" y="15838"/>
                  </a:lnTo>
                  <a:lnTo>
                    <a:pt x="6195125" y="15838"/>
                  </a:lnTo>
                  <a:lnTo>
                    <a:pt x="6195220" y="15838"/>
                  </a:lnTo>
                  <a:lnTo>
                    <a:pt x="6195314" y="15838"/>
                  </a:lnTo>
                  <a:lnTo>
                    <a:pt x="6195408" y="15838"/>
                  </a:lnTo>
                  <a:lnTo>
                    <a:pt x="6195502" y="15838"/>
                  </a:lnTo>
                  <a:lnTo>
                    <a:pt x="6195596" y="15838"/>
                  </a:lnTo>
                  <a:lnTo>
                    <a:pt x="6195690" y="15838"/>
                  </a:lnTo>
                  <a:lnTo>
                    <a:pt x="6195784" y="15838"/>
                  </a:lnTo>
                  <a:lnTo>
                    <a:pt x="6195878" y="15838"/>
                  </a:lnTo>
                  <a:lnTo>
                    <a:pt x="6195972" y="15838"/>
                  </a:lnTo>
                  <a:lnTo>
                    <a:pt x="6196066" y="15838"/>
                  </a:lnTo>
                  <a:lnTo>
                    <a:pt x="6196160" y="15838"/>
                  </a:lnTo>
                  <a:lnTo>
                    <a:pt x="6196254" y="15838"/>
                  </a:lnTo>
                  <a:lnTo>
                    <a:pt x="6196348" y="15838"/>
                  </a:lnTo>
                  <a:lnTo>
                    <a:pt x="6196442" y="15838"/>
                  </a:lnTo>
                  <a:lnTo>
                    <a:pt x="6196536" y="15838"/>
                  </a:lnTo>
                  <a:lnTo>
                    <a:pt x="6196630" y="15838"/>
                  </a:lnTo>
                  <a:lnTo>
                    <a:pt x="6196724" y="15838"/>
                  </a:lnTo>
                  <a:lnTo>
                    <a:pt x="6196818" y="15838"/>
                  </a:lnTo>
                  <a:lnTo>
                    <a:pt x="6196912" y="15838"/>
                  </a:lnTo>
                  <a:lnTo>
                    <a:pt x="6197006" y="15838"/>
                  </a:lnTo>
                  <a:lnTo>
                    <a:pt x="6197100" y="15838"/>
                  </a:lnTo>
                  <a:lnTo>
                    <a:pt x="6197194" y="15838"/>
                  </a:lnTo>
                  <a:lnTo>
                    <a:pt x="6197288" y="15838"/>
                  </a:lnTo>
                  <a:lnTo>
                    <a:pt x="6197382" y="15838"/>
                  </a:lnTo>
                  <a:lnTo>
                    <a:pt x="6197476" y="15838"/>
                  </a:lnTo>
                  <a:lnTo>
                    <a:pt x="6197570" y="15838"/>
                  </a:lnTo>
                  <a:lnTo>
                    <a:pt x="6197664" y="15838"/>
                  </a:lnTo>
                  <a:lnTo>
                    <a:pt x="6197758" y="15838"/>
                  </a:lnTo>
                  <a:lnTo>
                    <a:pt x="6197852" y="15838"/>
                  </a:lnTo>
                  <a:lnTo>
                    <a:pt x="6197946" y="15838"/>
                  </a:lnTo>
                  <a:lnTo>
                    <a:pt x="6198040" y="15838"/>
                  </a:lnTo>
                  <a:lnTo>
                    <a:pt x="6198134" y="15838"/>
                  </a:lnTo>
                  <a:lnTo>
                    <a:pt x="6198228" y="15838"/>
                  </a:lnTo>
                  <a:lnTo>
                    <a:pt x="6198322" y="15838"/>
                  </a:lnTo>
                  <a:lnTo>
                    <a:pt x="6198416" y="15838"/>
                  </a:lnTo>
                  <a:lnTo>
                    <a:pt x="6198510" y="15838"/>
                  </a:lnTo>
                  <a:lnTo>
                    <a:pt x="6198604" y="15838"/>
                  </a:lnTo>
                  <a:lnTo>
                    <a:pt x="6198698" y="15838"/>
                  </a:lnTo>
                  <a:lnTo>
                    <a:pt x="6198793" y="15838"/>
                  </a:lnTo>
                  <a:lnTo>
                    <a:pt x="6198887" y="15838"/>
                  </a:lnTo>
                  <a:lnTo>
                    <a:pt x="6198981" y="15838"/>
                  </a:lnTo>
                  <a:lnTo>
                    <a:pt x="6199075" y="15838"/>
                  </a:lnTo>
                  <a:lnTo>
                    <a:pt x="6199169" y="15838"/>
                  </a:lnTo>
                  <a:lnTo>
                    <a:pt x="6199263" y="15838"/>
                  </a:lnTo>
                  <a:lnTo>
                    <a:pt x="6199357" y="15838"/>
                  </a:lnTo>
                  <a:lnTo>
                    <a:pt x="6199451" y="15838"/>
                  </a:lnTo>
                  <a:lnTo>
                    <a:pt x="6199545" y="15838"/>
                  </a:lnTo>
                  <a:lnTo>
                    <a:pt x="6199639" y="15838"/>
                  </a:lnTo>
                  <a:lnTo>
                    <a:pt x="6199733" y="15838"/>
                  </a:lnTo>
                  <a:lnTo>
                    <a:pt x="6199827" y="15838"/>
                  </a:lnTo>
                  <a:lnTo>
                    <a:pt x="6199921" y="15838"/>
                  </a:lnTo>
                  <a:lnTo>
                    <a:pt x="6200015" y="15838"/>
                  </a:lnTo>
                  <a:lnTo>
                    <a:pt x="6200109" y="15838"/>
                  </a:lnTo>
                  <a:lnTo>
                    <a:pt x="6200203" y="15838"/>
                  </a:lnTo>
                  <a:lnTo>
                    <a:pt x="6200297" y="15838"/>
                  </a:lnTo>
                  <a:lnTo>
                    <a:pt x="6200391" y="15838"/>
                  </a:lnTo>
                  <a:lnTo>
                    <a:pt x="6200485" y="15838"/>
                  </a:lnTo>
                  <a:lnTo>
                    <a:pt x="6200579" y="15838"/>
                  </a:lnTo>
                  <a:lnTo>
                    <a:pt x="6200673" y="15838"/>
                  </a:lnTo>
                  <a:lnTo>
                    <a:pt x="6200767" y="15838"/>
                  </a:lnTo>
                  <a:lnTo>
                    <a:pt x="6200861" y="15838"/>
                  </a:lnTo>
                  <a:lnTo>
                    <a:pt x="6200955" y="15838"/>
                  </a:lnTo>
                  <a:lnTo>
                    <a:pt x="6201049" y="15838"/>
                  </a:lnTo>
                  <a:lnTo>
                    <a:pt x="6201143" y="15838"/>
                  </a:lnTo>
                  <a:lnTo>
                    <a:pt x="6201237" y="15838"/>
                  </a:lnTo>
                  <a:lnTo>
                    <a:pt x="6201331" y="15838"/>
                  </a:lnTo>
                  <a:lnTo>
                    <a:pt x="6201425" y="15838"/>
                  </a:lnTo>
                  <a:lnTo>
                    <a:pt x="6201519" y="15838"/>
                  </a:lnTo>
                  <a:lnTo>
                    <a:pt x="6201613" y="15838"/>
                  </a:lnTo>
                  <a:lnTo>
                    <a:pt x="6201707" y="15838"/>
                  </a:lnTo>
                  <a:lnTo>
                    <a:pt x="6201801" y="15838"/>
                  </a:lnTo>
                  <a:lnTo>
                    <a:pt x="6201895" y="15838"/>
                  </a:lnTo>
                  <a:lnTo>
                    <a:pt x="6201989" y="15838"/>
                  </a:lnTo>
                  <a:lnTo>
                    <a:pt x="6202083" y="15838"/>
                  </a:lnTo>
                  <a:lnTo>
                    <a:pt x="6202177" y="15838"/>
                  </a:lnTo>
                  <a:lnTo>
                    <a:pt x="6202271" y="15838"/>
                  </a:lnTo>
                  <a:lnTo>
                    <a:pt x="6202366" y="15838"/>
                  </a:lnTo>
                  <a:lnTo>
                    <a:pt x="6202460" y="15838"/>
                  </a:lnTo>
                  <a:lnTo>
                    <a:pt x="6202554" y="15838"/>
                  </a:lnTo>
                  <a:lnTo>
                    <a:pt x="6202648" y="15838"/>
                  </a:lnTo>
                  <a:lnTo>
                    <a:pt x="6202742" y="15838"/>
                  </a:lnTo>
                  <a:lnTo>
                    <a:pt x="6202836" y="15838"/>
                  </a:lnTo>
                  <a:lnTo>
                    <a:pt x="6202930" y="15838"/>
                  </a:lnTo>
                  <a:lnTo>
                    <a:pt x="6203024" y="15838"/>
                  </a:lnTo>
                  <a:lnTo>
                    <a:pt x="6203118" y="15838"/>
                  </a:lnTo>
                  <a:lnTo>
                    <a:pt x="6203212" y="15838"/>
                  </a:lnTo>
                  <a:lnTo>
                    <a:pt x="6203306" y="15838"/>
                  </a:lnTo>
                  <a:lnTo>
                    <a:pt x="6203400" y="15838"/>
                  </a:lnTo>
                  <a:lnTo>
                    <a:pt x="6203494" y="15838"/>
                  </a:lnTo>
                  <a:lnTo>
                    <a:pt x="6203588" y="15838"/>
                  </a:lnTo>
                  <a:lnTo>
                    <a:pt x="6203682" y="15838"/>
                  </a:lnTo>
                  <a:lnTo>
                    <a:pt x="6203776" y="15838"/>
                  </a:lnTo>
                  <a:lnTo>
                    <a:pt x="6203870" y="15838"/>
                  </a:lnTo>
                  <a:lnTo>
                    <a:pt x="6203964" y="15838"/>
                  </a:lnTo>
                  <a:lnTo>
                    <a:pt x="6204058" y="15838"/>
                  </a:lnTo>
                  <a:lnTo>
                    <a:pt x="6204152" y="15838"/>
                  </a:lnTo>
                  <a:lnTo>
                    <a:pt x="6204246" y="15838"/>
                  </a:lnTo>
                  <a:lnTo>
                    <a:pt x="6204340" y="15838"/>
                  </a:lnTo>
                  <a:lnTo>
                    <a:pt x="6204434" y="15838"/>
                  </a:lnTo>
                  <a:lnTo>
                    <a:pt x="6204528" y="15838"/>
                  </a:lnTo>
                  <a:lnTo>
                    <a:pt x="6204622" y="15838"/>
                  </a:lnTo>
                  <a:lnTo>
                    <a:pt x="6204716" y="15838"/>
                  </a:lnTo>
                  <a:lnTo>
                    <a:pt x="6204810" y="15838"/>
                  </a:lnTo>
                  <a:lnTo>
                    <a:pt x="6204904" y="15838"/>
                  </a:lnTo>
                  <a:lnTo>
                    <a:pt x="6204998" y="15838"/>
                  </a:lnTo>
                  <a:lnTo>
                    <a:pt x="6205092" y="15838"/>
                  </a:lnTo>
                  <a:lnTo>
                    <a:pt x="6205186" y="15838"/>
                  </a:lnTo>
                  <a:lnTo>
                    <a:pt x="6205280" y="15838"/>
                  </a:lnTo>
                  <a:lnTo>
                    <a:pt x="6205374" y="15838"/>
                  </a:lnTo>
                  <a:lnTo>
                    <a:pt x="6205468" y="15838"/>
                  </a:lnTo>
                  <a:lnTo>
                    <a:pt x="6205562" y="15838"/>
                  </a:lnTo>
                  <a:lnTo>
                    <a:pt x="6205656" y="15838"/>
                  </a:lnTo>
                  <a:lnTo>
                    <a:pt x="6205750" y="15838"/>
                  </a:lnTo>
                  <a:lnTo>
                    <a:pt x="6205845" y="15838"/>
                  </a:lnTo>
                  <a:lnTo>
                    <a:pt x="6205939" y="15838"/>
                  </a:lnTo>
                  <a:lnTo>
                    <a:pt x="6206033" y="15838"/>
                  </a:lnTo>
                  <a:lnTo>
                    <a:pt x="6206127" y="15838"/>
                  </a:lnTo>
                  <a:lnTo>
                    <a:pt x="6206221" y="15838"/>
                  </a:lnTo>
                  <a:lnTo>
                    <a:pt x="6206315" y="15838"/>
                  </a:lnTo>
                  <a:lnTo>
                    <a:pt x="6206409" y="15838"/>
                  </a:lnTo>
                  <a:lnTo>
                    <a:pt x="6206503" y="15838"/>
                  </a:lnTo>
                  <a:lnTo>
                    <a:pt x="6206597" y="15838"/>
                  </a:lnTo>
                  <a:lnTo>
                    <a:pt x="6206691" y="15838"/>
                  </a:lnTo>
                  <a:lnTo>
                    <a:pt x="6206785" y="15838"/>
                  </a:lnTo>
                  <a:lnTo>
                    <a:pt x="6206879" y="15838"/>
                  </a:lnTo>
                  <a:lnTo>
                    <a:pt x="6206973" y="15838"/>
                  </a:lnTo>
                  <a:lnTo>
                    <a:pt x="6207067" y="15838"/>
                  </a:lnTo>
                  <a:lnTo>
                    <a:pt x="6207161" y="15838"/>
                  </a:lnTo>
                  <a:lnTo>
                    <a:pt x="6207255" y="15838"/>
                  </a:lnTo>
                  <a:lnTo>
                    <a:pt x="6207349" y="15838"/>
                  </a:lnTo>
                  <a:lnTo>
                    <a:pt x="6207443" y="15838"/>
                  </a:lnTo>
                  <a:lnTo>
                    <a:pt x="6207443" y="10558"/>
                  </a:lnTo>
                  <a:lnTo>
                    <a:pt x="6207537" y="10558"/>
                  </a:lnTo>
                  <a:lnTo>
                    <a:pt x="6207631" y="10558"/>
                  </a:lnTo>
                  <a:lnTo>
                    <a:pt x="6207725" y="10558"/>
                  </a:lnTo>
                  <a:lnTo>
                    <a:pt x="6207819" y="10558"/>
                  </a:lnTo>
                  <a:lnTo>
                    <a:pt x="6207913" y="10558"/>
                  </a:lnTo>
                  <a:lnTo>
                    <a:pt x="6208007" y="10558"/>
                  </a:lnTo>
                  <a:lnTo>
                    <a:pt x="6208101" y="10558"/>
                  </a:lnTo>
                  <a:lnTo>
                    <a:pt x="6208195" y="10558"/>
                  </a:lnTo>
                  <a:lnTo>
                    <a:pt x="6208289" y="10558"/>
                  </a:lnTo>
                  <a:lnTo>
                    <a:pt x="6208383" y="10558"/>
                  </a:lnTo>
                  <a:lnTo>
                    <a:pt x="6208477" y="10558"/>
                  </a:lnTo>
                  <a:lnTo>
                    <a:pt x="6208571" y="10558"/>
                  </a:lnTo>
                  <a:lnTo>
                    <a:pt x="6208665" y="10558"/>
                  </a:lnTo>
                  <a:lnTo>
                    <a:pt x="6208759" y="10558"/>
                  </a:lnTo>
                  <a:lnTo>
                    <a:pt x="6208853" y="10558"/>
                  </a:lnTo>
                  <a:lnTo>
                    <a:pt x="6208947" y="10558"/>
                  </a:lnTo>
                  <a:lnTo>
                    <a:pt x="6209041" y="10558"/>
                  </a:lnTo>
                  <a:lnTo>
                    <a:pt x="6209135" y="10558"/>
                  </a:lnTo>
                  <a:lnTo>
                    <a:pt x="6209229" y="10558"/>
                  </a:lnTo>
                  <a:lnTo>
                    <a:pt x="6209323" y="10558"/>
                  </a:lnTo>
                  <a:lnTo>
                    <a:pt x="6209418" y="10558"/>
                  </a:lnTo>
                  <a:lnTo>
                    <a:pt x="6209512" y="10558"/>
                  </a:lnTo>
                  <a:lnTo>
                    <a:pt x="6209606" y="10558"/>
                  </a:lnTo>
                  <a:lnTo>
                    <a:pt x="6209700" y="10558"/>
                  </a:lnTo>
                  <a:lnTo>
                    <a:pt x="6209794" y="10558"/>
                  </a:lnTo>
                  <a:lnTo>
                    <a:pt x="6209888" y="10558"/>
                  </a:lnTo>
                  <a:lnTo>
                    <a:pt x="6209982" y="10558"/>
                  </a:lnTo>
                  <a:lnTo>
                    <a:pt x="6210076" y="10558"/>
                  </a:lnTo>
                  <a:lnTo>
                    <a:pt x="6210170" y="10558"/>
                  </a:lnTo>
                  <a:lnTo>
                    <a:pt x="6210170" y="5279"/>
                  </a:lnTo>
                  <a:lnTo>
                    <a:pt x="6210264" y="5279"/>
                  </a:lnTo>
                  <a:lnTo>
                    <a:pt x="6210358" y="5279"/>
                  </a:lnTo>
                  <a:lnTo>
                    <a:pt x="6210452" y="5279"/>
                  </a:lnTo>
                  <a:lnTo>
                    <a:pt x="6210546" y="5279"/>
                  </a:lnTo>
                  <a:lnTo>
                    <a:pt x="6210640" y="5279"/>
                  </a:lnTo>
                  <a:lnTo>
                    <a:pt x="6210734" y="5279"/>
                  </a:lnTo>
                  <a:lnTo>
                    <a:pt x="6210828" y="5279"/>
                  </a:lnTo>
                  <a:lnTo>
                    <a:pt x="6210922" y="5279"/>
                  </a:lnTo>
                  <a:lnTo>
                    <a:pt x="6211016" y="5279"/>
                  </a:lnTo>
                  <a:lnTo>
                    <a:pt x="6211110" y="5279"/>
                  </a:lnTo>
                  <a:lnTo>
                    <a:pt x="6211204" y="5279"/>
                  </a:lnTo>
                  <a:lnTo>
                    <a:pt x="6211298" y="5279"/>
                  </a:lnTo>
                  <a:lnTo>
                    <a:pt x="6211392" y="5279"/>
                  </a:lnTo>
                  <a:lnTo>
                    <a:pt x="6211486" y="5279"/>
                  </a:lnTo>
                  <a:lnTo>
                    <a:pt x="6211580" y="5279"/>
                  </a:lnTo>
                  <a:lnTo>
                    <a:pt x="6211674" y="5279"/>
                  </a:lnTo>
                  <a:lnTo>
                    <a:pt x="6211768" y="5279"/>
                  </a:lnTo>
                  <a:lnTo>
                    <a:pt x="6211862" y="5279"/>
                  </a:lnTo>
                  <a:lnTo>
                    <a:pt x="6211956" y="5279"/>
                  </a:lnTo>
                  <a:lnTo>
                    <a:pt x="6212050" y="5279"/>
                  </a:lnTo>
                  <a:lnTo>
                    <a:pt x="6212144" y="5279"/>
                  </a:lnTo>
                  <a:lnTo>
                    <a:pt x="6212238" y="5279"/>
                  </a:lnTo>
                  <a:lnTo>
                    <a:pt x="6212332" y="5279"/>
                  </a:lnTo>
                  <a:lnTo>
                    <a:pt x="6212426" y="5279"/>
                  </a:lnTo>
                  <a:lnTo>
                    <a:pt x="6212520" y="5279"/>
                  </a:lnTo>
                  <a:lnTo>
                    <a:pt x="6212614" y="5279"/>
                  </a:lnTo>
                  <a:lnTo>
                    <a:pt x="6212708" y="5279"/>
                  </a:lnTo>
                  <a:lnTo>
                    <a:pt x="6212802" y="5279"/>
                  </a:lnTo>
                  <a:lnTo>
                    <a:pt x="6212896" y="5279"/>
                  </a:lnTo>
                  <a:lnTo>
                    <a:pt x="6212991" y="5279"/>
                  </a:lnTo>
                  <a:lnTo>
                    <a:pt x="6213085" y="5279"/>
                  </a:lnTo>
                  <a:lnTo>
                    <a:pt x="6213179" y="5279"/>
                  </a:lnTo>
                  <a:lnTo>
                    <a:pt x="6213273" y="5279"/>
                  </a:lnTo>
                  <a:lnTo>
                    <a:pt x="6213367" y="5279"/>
                  </a:lnTo>
                  <a:lnTo>
                    <a:pt x="6213461" y="5279"/>
                  </a:lnTo>
                  <a:lnTo>
                    <a:pt x="6213555" y="5279"/>
                  </a:lnTo>
                  <a:lnTo>
                    <a:pt x="6213649" y="5279"/>
                  </a:lnTo>
                  <a:lnTo>
                    <a:pt x="6213743" y="5279"/>
                  </a:lnTo>
                  <a:lnTo>
                    <a:pt x="6213837" y="5279"/>
                  </a:lnTo>
                  <a:lnTo>
                    <a:pt x="6213931" y="5279"/>
                  </a:lnTo>
                  <a:lnTo>
                    <a:pt x="6214025" y="5279"/>
                  </a:lnTo>
                  <a:lnTo>
                    <a:pt x="6214119" y="5279"/>
                  </a:lnTo>
                  <a:lnTo>
                    <a:pt x="6214213" y="5279"/>
                  </a:lnTo>
                  <a:lnTo>
                    <a:pt x="6214307" y="5279"/>
                  </a:lnTo>
                  <a:lnTo>
                    <a:pt x="6214401" y="5279"/>
                  </a:lnTo>
                  <a:lnTo>
                    <a:pt x="6214495" y="5279"/>
                  </a:lnTo>
                  <a:lnTo>
                    <a:pt x="6214589" y="5279"/>
                  </a:lnTo>
                  <a:lnTo>
                    <a:pt x="6214683" y="5279"/>
                  </a:lnTo>
                  <a:lnTo>
                    <a:pt x="6214777" y="5279"/>
                  </a:lnTo>
                  <a:lnTo>
                    <a:pt x="6214871" y="5279"/>
                  </a:lnTo>
                  <a:lnTo>
                    <a:pt x="6214965" y="5279"/>
                  </a:lnTo>
                  <a:lnTo>
                    <a:pt x="6215059" y="5279"/>
                  </a:lnTo>
                  <a:lnTo>
                    <a:pt x="6215153" y="5279"/>
                  </a:lnTo>
                  <a:lnTo>
                    <a:pt x="6215247" y="5279"/>
                  </a:lnTo>
                  <a:lnTo>
                    <a:pt x="6215341" y="5279"/>
                  </a:lnTo>
                  <a:lnTo>
                    <a:pt x="6215435" y="5279"/>
                  </a:lnTo>
                  <a:lnTo>
                    <a:pt x="6215529" y="5279"/>
                  </a:lnTo>
                  <a:lnTo>
                    <a:pt x="6215623" y="5279"/>
                  </a:lnTo>
                  <a:lnTo>
                    <a:pt x="6215717" y="5279"/>
                  </a:lnTo>
                  <a:lnTo>
                    <a:pt x="6215811" y="5279"/>
                  </a:lnTo>
                  <a:lnTo>
                    <a:pt x="6215905" y="5279"/>
                  </a:lnTo>
                  <a:lnTo>
                    <a:pt x="6215999" y="5279"/>
                  </a:lnTo>
                  <a:lnTo>
                    <a:pt x="6216093" y="5279"/>
                  </a:lnTo>
                  <a:lnTo>
                    <a:pt x="6216187" y="5279"/>
                  </a:lnTo>
                  <a:lnTo>
                    <a:pt x="6216281" y="5279"/>
                  </a:lnTo>
                  <a:lnTo>
                    <a:pt x="6216375" y="5279"/>
                  </a:lnTo>
                  <a:lnTo>
                    <a:pt x="6216470" y="5279"/>
                  </a:lnTo>
                  <a:lnTo>
                    <a:pt x="6216564" y="5279"/>
                  </a:lnTo>
                  <a:lnTo>
                    <a:pt x="6216658" y="5279"/>
                  </a:lnTo>
                  <a:lnTo>
                    <a:pt x="6216752" y="5279"/>
                  </a:lnTo>
                  <a:lnTo>
                    <a:pt x="6216846" y="5279"/>
                  </a:lnTo>
                  <a:lnTo>
                    <a:pt x="6216940" y="5279"/>
                  </a:lnTo>
                  <a:lnTo>
                    <a:pt x="6217034" y="5279"/>
                  </a:lnTo>
                  <a:lnTo>
                    <a:pt x="6217128" y="5279"/>
                  </a:lnTo>
                  <a:lnTo>
                    <a:pt x="6217222" y="5279"/>
                  </a:lnTo>
                  <a:lnTo>
                    <a:pt x="6217316" y="5279"/>
                  </a:lnTo>
                  <a:lnTo>
                    <a:pt x="6217410" y="5279"/>
                  </a:lnTo>
                  <a:lnTo>
                    <a:pt x="6217504" y="5279"/>
                  </a:lnTo>
                  <a:lnTo>
                    <a:pt x="6217598" y="5279"/>
                  </a:lnTo>
                  <a:lnTo>
                    <a:pt x="6217692" y="5279"/>
                  </a:lnTo>
                  <a:lnTo>
                    <a:pt x="6217786" y="5279"/>
                  </a:lnTo>
                  <a:lnTo>
                    <a:pt x="6217880" y="5279"/>
                  </a:lnTo>
                  <a:lnTo>
                    <a:pt x="6217974" y="5279"/>
                  </a:lnTo>
                  <a:lnTo>
                    <a:pt x="6218068" y="5279"/>
                  </a:lnTo>
                  <a:lnTo>
                    <a:pt x="6218162" y="5279"/>
                  </a:lnTo>
                  <a:lnTo>
                    <a:pt x="6218256" y="5279"/>
                  </a:lnTo>
                  <a:lnTo>
                    <a:pt x="6218350" y="5279"/>
                  </a:lnTo>
                  <a:lnTo>
                    <a:pt x="6218444" y="5279"/>
                  </a:lnTo>
                  <a:lnTo>
                    <a:pt x="6218538" y="5279"/>
                  </a:lnTo>
                  <a:lnTo>
                    <a:pt x="6218632" y="5279"/>
                  </a:lnTo>
                  <a:lnTo>
                    <a:pt x="6218726" y="5279"/>
                  </a:lnTo>
                  <a:lnTo>
                    <a:pt x="6218820" y="5279"/>
                  </a:lnTo>
                  <a:lnTo>
                    <a:pt x="6218914" y="5279"/>
                  </a:lnTo>
                  <a:lnTo>
                    <a:pt x="6219008" y="5279"/>
                  </a:lnTo>
                  <a:lnTo>
                    <a:pt x="6219102" y="5279"/>
                  </a:lnTo>
                  <a:lnTo>
                    <a:pt x="6219196" y="5279"/>
                  </a:lnTo>
                  <a:lnTo>
                    <a:pt x="6219290" y="5279"/>
                  </a:lnTo>
                  <a:lnTo>
                    <a:pt x="6219384" y="5279"/>
                  </a:lnTo>
                  <a:lnTo>
                    <a:pt x="6219478" y="5279"/>
                  </a:lnTo>
                  <a:lnTo>
                    <a:pt x="6219572" y="5279"/>
                  </a:lnTo>
                  <a:lnTo>
                    <a:pt x="6219666" y="5279"/>
                  </a:lnTo>
                  <a:lnTo>
                    <a:pt x="6219760" y="5279"/>
                  </a:lnTo>
                  <a:lnTo>
                    <a:pt x="6219854" y="5279"/>
                  </a:lnTo>
                  <a:lnTo>
                    <a:pt x="6219948" y="5279"/>
                  </a:lnTo>
                  <a:lnTo>
                    <a:pt x="6220043" y="5279"/>
                  </a:lnTo>
                  <a:lnTo>
                    <a:pt x="6220137" y="5279"/>
                  </a:lnTo>
                  <a:lnTo>
                    <a:pt x="6220231" y="5279"/>
                  </a:lnTo>
                  <a:lnTo>
                    <a:pt x="6220325" y="5279"/>
                  </a:lnTo>
                  <a:lnTo>
                    <a:pt x="6220419" y="5279"/>
                  </a:lnTo>
                  <a:lnTo>
                    <a:pt x="6220513" y="5279"/>
                  </a:lnTo>
                  <a:lnTo>
                    <a:pt x="6220607" y="5279"/>
                  </a:lnTo>
                  <a:lnTo>
                    <a:pt x="6220701" y="5279"/>
                  </a:lnTo>
                  <a:lnTo>
                    <a:pt x="6220795" y="5279"/>
                  </a:lnTo>
                  <a:lnTo>
                    <a:pt x="6220889" y="5279"/>
                  </a:lnTo>
                  <a:lnTo>
                    <a:pt x="6220983" y="5279"/>
                  </a:lnTo>
                  <a:lnTo>
                    <a:pt x="6221077" y="5279"/>
                  </a:lnTo>
                  <a:lnTo>
                    <a:pt x="6221171" y="5279"/>
                  </a:lnTo>
                  <a:lnTo>
                    <a:pt x="6221265" y="5279"/>
                  </a:lnTo>
                  <a:lnTo>
                    <a:pt x="6221359" y="5279"/>
                  </a:lnTo>
                  <a:lnTo>
                    <a:pt x="6221453" y="5279"/>
                  </a:lnTo>
                  <a:lnTo>
                    <a:pt x="6221547" y="5279"/>
                  </a:lnTo>
                  <a:lnTo>
                    <a:pt x="6221641" y="5279"/>
                  </a:lnTo>
                  <a:lnTo>
                    <a:pt x="6221735" y="5279"/>
                  </a:lnTo>
                  <a:lnTo>
                    <a:pt x="6221829" y="5279"/>
                  </a:lnTo>
                  <a:lnTo>
                    <a:pt x="6221923" y="5279"/>
                  </a:lnTo>
                  <a:lnTo>
                    <a:pt x="6222017" y="5279"/>
                  </a:lnTo>
                  <a:lnTo>
                    <a:pt x="6222111" y="5279"/>
                  </a:lnTo>
                  <a:lnTo>
                    <a:pt x="6222205" y="5279"/>
                  </a:lnTo>
                  <a:lnTo>
                    <a:pt x="6222299" y="5279"/>
                  </a:lnTo>
                  <a:lnTo>
                    <a:pt x="6222393" y="5279"/>
                  </a:lnTo>
                  <a:lnTo>
                    <a:pt x="6222487" y="5279"/>
                  </a:lnTo>
                  <a:lnTo>
                    <a:pt x="6222581" y="5279"/>
                  </a:lnTo>
                  <a:lnTo>
                    <a:pt x="6222675" y="5279"/>
                  </a:lnTo>
                  <a:lnTo>
                    <a:pt x="6222769" y="5279"/>
                  </a:lnTo>
                  <a:lnTo>
                    <a:pt x="6222863" y="5279"/>
                  </a:lnTo>
                  <a:lnTo>
                    <a:pt x="6222957" y="5279"/>
                  </a:lnTo>
                  <a:lnTo>
                    <a:pt x="6223051" y="5279"/>
                  </a:lnTo>
                  <a:lnTo>
                    <a:pt x="6223145" y="5279"/>
                  </a:lnTo>
                  <a:lnTo>
                    <a:pt x="6223239" y="5279"/>
                  </a:lnTo>
                  <a:lnTo>
                    <a:pt x="6223333" y="5279"/>
                  </a:lnTo>
                  <a:lnTo>
                    <a:pt x="6223427" y="5279"/>
                  </a:lnTo>
                  <a:lnTo>
                    <a:pt x="6223521" y="5279"/>
                  </a:lnTo>
                  <a:lnTo>
                    <a:pt x="6223616" y="5279"/>
                  </a:lnTo>
                  <a:lnTo>
                    <a:pt x="6223710" y="5279"/>
                  </a:lnTo>
                  <a:lnTo>
                    <a:pt x="6223804" y="5279"/>
                  </a:lnTo>
                  <a:lnTo>
                    <a:pt x="6223898" y="5279"/>
                  </a:lnTo>
                  <a:lnTo>
                    <a:pt x="6223992" y="5279"/>
                  </a:lnTo>
                  <a:lnTo>
                    <a:pt x="6224086" y="5279"/>
                  </a:lnTo>
                  <a:lnTo>
                    <a:pt x="6224180" y="5279"/>
                  </a:lnTo>
                  <a:lnTo>
                    <a:pt x="6224274" y="5279"/>
                  </a:lnTo>
                  <a:lnTo>
                    <a:pt x="6224368" y="5279"/>
                  </a:lnTo>
                  <a:lnTo>
                    <a:pt x="6224462" y="5279"/>
                  </a:lnTo>
                  <a:lnTo>
                    <a:pt x="6224556" y="5279"/>
                  </a:lnTo>
                  <a:lnTo>
                    <a:pt x="6224650" y="5279"/>
                  </a:lnTo>
                  <a:lnTo>
                    <a:pt x="6224744" y="5279"/>
                  </a:lnTo>
                  <a:lnTo>
                    <a:pt x="6224838" y="5279"/>
                  </a:lnTo>
                  <a:lnTo>
                    <a:pt x="6224932" y="5279"/>
                  </a:lnTo>
                  <a:lnTo>
                    <a:pt x="6225026" y="5279"/>
                  </a:lnTo>
                  <a:lnTo>
                    <a:pt x="6225120" y="5279"/>
                  </a:lnTo>
                  <a:lnTo>
                    <a:pt x="6225214" y="5279"/>
                  </a:lnTo>
                  <a:lnTo>
                    <a:pt x="6225308" y="5279"/>
                  </a:lnTo>
                  <a:lnTo>
                    <a:pt x="6225402" y="5279"/>
                  </a:lnTo>
                  <a:lnTo>
                    <a:pt x="6225496" y="5279"/>
                  </a:lnTo>
                  <a:lnTo>
                    <a:pt x="6225590" y="5279"/>
                  </a:lnTo>
                  <a:lnTo>
                    <a:pt x="6225684" y="5279"/>
                  </a:lnTo>
                  <a:lnTo>
                    <a:pt x="6225778" y="5279"/>
                  </a:lnTo>
                  <a:lnTo>
                    <a:pt x="6225872" y="5279"/>
                  </a:lnTo>
                  <a:lnTo>
                    <a:pt x="6225966" y="5279"/>
                  </a:lnTo>
                  <a:lnTo>
                    <a:pt x="6226060" y="5279"/>
                  </a:lnTo>
                  <a:lnTo>
                    <a:pt x="6226154" y="5279"/>
                  </a:lnTo>
                  <a:lnTo>
                    <a:pt x="6226248" y="5279"/>
                  </a:lnTo>
                  <a:lnTo>
                    <a:pt x="6226342" y="5279"/>
                  </a:lnTo>
                  <a:lnTo>
                    <a:pt x="6226436" y="5279"/>
                  </a:lnTo>
                  <a:lnTo>
                    <a:pt x="6226530" y="5279"/>
                  </a:lnTo>
                  <a:lnTo>
                    <a:pt x="6226624" y="5279"/>
                  </a:lnTo>
                  <a:lnTo>
                    <a:pt x="6226718" y="5279"/>
                  </a:lnTo>
                  <a:lnTo>
                    <a:pt x="6226812" y="5279"/>
                  </a:lnTo>
                  <a:lnTo>
                    <a:pt x="6226906" y="5279"/>
                  </a:lnTo>
                  <a:lnTo>
                    <a:pt x="6227000" y="5279"/>
                  </a:lnTo>
                  <a:lnTo>
                    <a:pt x="6227094" y="5279"/>
                  </a:lnTo>
                  <a:lnTo>
                    <a:pt x="6227189" y="5279"/>
                  </a:lnTo>
                  <a:lnTo>
                    <a:pt x="6227283" y="5279"/>
                  </a:lnTo>
                  <a:lnTo>
                    <a:pt x="6227377" y="5279"/>
                  </a:lnTo>
                  <a:lnTo>
                    <a:pt x="6227471" y="5279"/>
                  </a:lnTo>
                  <a:lnTo>
                    <a:pt x="6227565" y="5279"/>
                  </a:lnTo>
                  <a:lnTo>
                    <a:pt x="6227659" y="5279"/>
                  </a:lnTo>
                  <a:lnTo>
                    <a:pt x="6227753" y="5279"/>
                  </a:lnTo>
                  <a:lnTo>
                    <a:pt x="6227847" y="5279"/>
                  </a:lnTo>
                  <a:lnTo>
                    <a:pt x="6227941" y="5279"/>
                  </a:lnTo>
                  <a:lnTo>
                    <a:pt x="6228035" y="5279"/>
                  </a:lnTo>
                  <a:lnTo>
                    <a:pt x="6228129" y="5279"/>
                  </a:lnTo>
                  <a:lnTo>
                    <a:pt x="6228223" y="5279"/>
                  </a:lnTo>
                  <a:lnTo>
                    <a:pt x="6228317" y="5279"/>
                  </a:lnTo>
                  <a:lnTo>
                    <a:pt x="6228411" y="5279"/>
                  </a:lnTo>
                  <a:lnTo>
                    <a:pt x="6228505" y="5279"/>
                  </a:lnTo>
                  <a:lnTo>
                    <a:pt x="6228599" y="5279"/>
                  </a:lnTo>
                  <a:lnTo>
                    <a:pt x="6228693" y="5279"/>
                  </a:lnTo>
                  <a:lnTo>
                    <a:pt x="6228787" y="5279"/>
                  </a:lnTo>
                  <a:lnTo>
                    <a:pt x="6228881" y="5279"/>
                  </a:lnTo>
                  <a:lnTo>
                    <a:pt x="6228975" y="5279"/>
                  </a:lnTo>
                  <a:lnTo>
                    <a:pt x="6229069" y="5279"/>
                  </a:lnTo>
                  <a:lnTo>
                    <a:pt x="6229163" y="5279"/>
                  </a:lnTo>
                  <a:lnTo>
                    <a:pt x="6229257" y="5279"/>
                  </a:lnTo>
                  <a:lnTo>
                    <a:pt x="6229351" y="5279"/>
                  </a:lnTo>
                  <a:lnTo>
                    <a:pt x="6229445" y="5279"/>
                  </a:lnTo>
                  <a:lnTo>
                    <a:pt x="6229539" y="5279"/>
                  </a:lnTo>
                  <a:lnTo>
                    <a:pt x="6229633" y="5279"/>
                  </a:lnTo>
                  <a:lnTo>
                    <a:pt x="6229727" y="5279"/>
                  </a:lnTo>
                  <a:lnTo>
                    <a:pt x="6229821" y="5279"/>
                  </a:lnTo>
                  <a:lnTo>
                    <a:pt x="6229915" y="5279"/>
                  </a:lnTo>
                  <a:lnTo>
                    <a:pt x="6230009" y="5279"/>
                  </a:lnTo>
                  <a:lnTo>
                    <a:pt x="6230103" y="5279"/>
                  </a:lnTo>
                  <a:lnTo>
                    <a:pt x="6230197" y="5279"/>
                  </a:lnTo>
                  <a:lnTo>
                    <a:pt x="6230291" y="5279"/>
                  </a:lnTo>
                  <a:lnTo>
                    <a:pt x="6230385" y="5279"/>
                  </a:lnTo>
                  <a:lnTo>
                    <a:pt x="6230479" y="5279"/>
                  </a:lnTo>
                  <a:lnTo>
                    <a:pt x="6230573" y="5279"/>
                  </a:lnTo>
                  <a:lnTo>
                    <a:pt x="6230668" y="5279"/>
                  </a:lnTo>
                  <a:lnTo>
                    <a:pt x="6230762" y="5279"/>
                  </a:lnTo>
                  <a:lnTo>
                    <a:pt x="6230856" y="5279"/>
                  </a:lnTo>
                  <a:lnTo>
                    <a:pt x="6230950" y="5279"/>
                  </a:lnTo>
                  <a:lnTo>
                    <a:pt x="6231044" y="5279"/>
                  </a:lnTo>
                  <a:lnTo>
                    <a:pt x="6231138" y="5279"/>
                  </a:lnTo>
                  <a:lnTo>
                    <a:pt x="6231232" y="5279"/>
                  </a:lnTo>
                  <a:lnTo>
                    <a:pt x="6231326" y="5279"/>
                  </a:lnTo>
                  <a:lnTo>
                    <a:pt x="6231420" y="5279"/>
                  </a:lnTo>
                  <a:lnTo>
                    <a:pt x="6231514" y="5279"/>
                  </a:lnTo>
                  <a:lnTo>
                    <a:pt x="6231608" y="5279"/>
                  </a:lnTo>
                  <a:lnTo>
                    <a:pt x="6231702" y="5279"/>
                  </a:lnTo>
                  <a:lnTo>
                    <a:pt x="6231796" y="5279"/>
                  </a:lnTo>
                  <a:lnTo>
                    <a:pt x="6231890" y="5279"/>
                  </a:lnTo>
                  <a:lnTo>
                    <a:pt x="6231984" y="5279"/>
                  </a:lnTo>
                  <a:lnTo>
                    <a:pt x="6232078" y="5279"/>
                  </a:lnTo>
                  <a:lnTo>
                    <a:pt x="6232172" y="5279"/>
                  </a:lnTo>
                  <a:lnTo>
                    <a:pt x="6232266" y="5279"/>
                  </a:lnTo>
                  <a:lnTo>
                    <a:pt x="6232360" y="5279"/>
                  </a:lnTo>
                  <a:lnTo>
                    <a:pt x="6232454" y="5279"/>
                  </a:lnTo>
                  <a:lnTo>
                    <a:pt x="6232548" y="5279"/>
                  </a:lnTo>
                  <a:lnTo>
                    <a:pt x="6232642" y="5279"/>
                  </a:lnTo>
                  <a:lnTo>
                    <a:pt x="6232736" y="5279"/>
                  </a:lnTo>
                  <a:lnTo>
                    <a:pt x="6232830" y="5279"/>
                  </a:lnTo>
                  <a:lnTo>
                    <a:pt x="6232924" y="5279"/>
                  </a:lnTo>
                  <a:lnTo>
                    <a:pt x="6233018" y="5279"/>
                  </a:lnTo>
                  <a:lnTo>
                    <a:pt x="6233112" y="5279"/>
                  </a:lnTo>
                  <a:lnTo>
                    <a:pt x="6233206" y="5279"/>
                  </a:lnTo>
                  <a:lnTo>
                    <a:pt x="6233300" y="5279"/>
                  </a:lnTo>
                  <a:lnTo>
                    <a:pt x="6233394" y="5279"/>
                  </a:lnTo>
                  <a:lnTo>
                    <a:pt x="6233488" y="5279"/>
                  </a:lnTo>
                  <a:lnTo>
                    <a:pt x="6233582" y="5279"/>
                  </a:lnTo>
                  <a:lnTo>
                    <a:pt x="6233676" y="5279"/>
                  </a:lnTo>
                  <a:lnTo>
                    <a:pt x="6233770" y="5279"/>
                  </a:lnTo>
                  <a:lnTo>
                    <a:pt x="6233864" y="5279"/>
                  </a:lnTo>
                  <a:lnTo>
                    <a:pt x="6233958" y="5279"/>
                  </a:lnTo>
                  <a:lnTo>
                    <a:pt x="6234052" y="5279"/>
                  </a:lnTo>
                  <a:lnTo>
                    <a:pt x="6234146" y="5279"/>
                  </a:lnTo>
                  <a:lnTo>
                    <a:pt x="6234241" y="5279"/>
                  </a:lnTo>
                  <a:lnTo>
                    <a:pt x="6234335" y="5279"/>
                  </a:lnTo>
                  <a:lnTo>
                    <a:pt x="6234429" y="5279"/>
                  </a:lnTo>
                  <a:lnTo>
                    <a:pt x="6234523" y="5279"/>
                  </a:lnTo>
                  <a:lnTo>
                    <a:pt x="6234617" y="5279"/>
                  </a:lnTo>
                  <a:lnTo>
                    <a:pt x="6234711" y="5279"/>
                  </a:lnTo>
                  <a:lnTo>
                    <a:pt x="6234805" y="5279"/>
                  </a:lnTo>
                  <a:lnTo>
                    <a:pt x="6234899" y="5279"/>
                  </a:lnTo>
                  <a:lnTo>
                    <a:pt x="6234993" y="5279"/>
                  </a:lnTo>
                  <a:lnTo>
                    <a:pt x="6235087" y="5279"/>
                  </a:lnTo>
                  <a:lnTo>
                    <a:pt x="6235181" y="5279"/>
                  </a:lnTo>
                  <a:lnTo>
                    <a:pt x="6235275" y="5279"/>
                  </a:lnTo>
                  <a:lnTo>
                    <a:pt x="6235369" y="5279"/>
                  </a:lnTo>
                  <a:lnTo>
                    <a:pt x="6235463" y="5279"/>
                  </a:lnTo>
                  <a:lnTo>
                    <a:pt x="6235557" y="5279"/>
                  </a:lnTo>
                  <a:lnTo>
                    <a:pt x="6235651" y="5279"/>
                  </a:lnTo>
                  <a:lnTo>
                    <a:pt x="6235745" y="5279"/>
                  </a:lnTo>
                  <a:lnTo>
                    <a:pt x="6235839" y="5279"/>
                  </a:lnTo>
                  <a:lnTo>
                    <a:pt x="6235933" y="5279"/>
                  </a:lnTo>
                  <a:lnTo>
                    <a:pt x="6236027" y="5279"/>
                  </a:lnTo>
                  <a:lnTo>
                    <a:pt x="6236121" y="5279"/>
                  </a:lnTo>
                  <a:lnTo>
                    <a:pt x="6236215" y="5279"/>
                  </a:lnTo>
                  <a:lnTo>
                    <a:pt x="6236309" y="5279"/>
                  </a:lnTo>
                  <a:lnTo>
                    <a:pt x="6236403" y="5279"/>
                  </a:lnTo>
                  <a:lnTo>
                    <a:pt x="6236497" y="5279"/>
                  </a:lnTo>
                  <a:lnTo>
                    <a:pt x="6236591" y="5279"/>
                  </a:lnTo>
                  <a:lnTo>
                    <a:pt x="6236685" y="5279"/>
                  </a:lnTo>
                  <a:lnTo>
                    <a:pt x="6236779" y="5279"/>
                  </a:lnTo>
                  <a:lnTo>
                    <a:pt x="6236873" y="5279"/>
                  </a:lnTo>
                  <a:lnTo>
                    <a:pt x="6236967" y="5279"/>
                  </a:lnTo>
                  <a:lnTo>
                    <a:pt x="6237061" y="5279"/>
                  </a:lnTo>
                  <a:lnTo>
                    <a:pt x="6237155" y="5279"/>
                  </a:lnTo>
                  <a:lnTo>
                    <a:pt x="6237249" y="5279"/>
                  </a:lnTo>
                  <a:lnTo>
                    <a:pt x="6237343" y="5279"/>
                  </a:lnTo>
                  <a:lnTo>
                    <a:pt x="6237437" y="5279"/>
                  </a:lnTo>
                  <a:lnTo>
                    <a:pt x="6237531" y="5279"/>
                  </a:lnTo>
                  <a:lnTo>
                    <a:pt x="6237625" y="5279"/>
                  </a:lnTo>
                  <a:lnTo>
                    <a:pt x="6237719" y="5279"/>
                  </a:lnTo>
                  <a:lnTo>
                    <a:pt x="6237814" y="5279"/>
                  </a:lnTo>
                  <a:lnTo>
                    <a:pt x="6237908" y="5279"/>
                  </a:lnTo>
                  <a:lnTo>
                    <a:pt x="6238002" y="5279"/>
                  </a:lnTo>
                  <a:lnTo>
                    <a:pt x="6238096" y="5279"/>
                  </a:lnTo>
                  <a:lnTo>
                    <a:pt x="6238190" y="5279"/>
                  </a:lnTo>
                  <a:lnTo>
                    <a:pt x="6238284" y="5279"/>
                  </a:lnTo>
                  <a:lnTo>
                    <a:pt x="6238378" y="5279"/>
                  </a:lnTo>
                  <a:lnTo>
                    <a:pt x="6238472" y="5279"/>
                  </a:lnTo>
                  <a:lnTo>
                    <a:pt x="6238566" y="5279"/>
                  </a:lnTo>
                  <a:lnTo>
                    <a:pt x="6238660" y="5279"/>
                  </a:lnTo>
                  <a:lnTo>
                    <a:pt x="6238754" y="5279"/>
                  </a:lnTo>
                  <a:lnTo>
                    <a:pt x="6238848" y="5279"/>
                  </a:lnTo>
                  <a:lnTo>
                    <a:pt x="6238942" y="5279"/>
                  </a:lnTo>
                  <a:lnTo>
                    <a:pt x="6239036" y="5279"/>
                  </a:lnTo>
                  <a:lnTo>
                    <a:pt x="6239130" y="5279"/>
                  </a:lnTo>
                  <a:lnTo>
                    <a:pt x="6239224" y="5279"/>
                  </a:lnTo>
                  <a:lnTo>
                    <a:pt x="6239318" y="5279"/>
                  </a:lnTo>
                  <a:lnTo>
                    <a:pt x="6239412" y="5279"/>
                  </a:lnTo>
                  <a:lnTo>
                    <a:pt x="6239506" y="5279"/>
                  </a:lnTo>
                  <a:lnTo>
                    <a:pt x="6239600" y="5279"/>
                  </a:lnTo>
                  <a:lnTo>
                    <a:pt x="6239694" y="5279"/>
                  </a:lnTo>
                  <a:lnTo>
                    <a:pt x="6239788" y="5279"/>
                  </a:lnTo>
                  <a:lnTo>
                    <a:pt x="6239882" y="5279"/>
                  </a:lnTo>
                  <a:lnTo>
                    <a:pt x="6239976" y="5279"/>
                  </a:lnTo>
                  <a:lnTo>
                    <a:pt x="6240070" y="5279"/>
                  </a:lnTo>
                  <a:lnTo>
                    <a:pt x="6240164" y="5279"/>
                  </a:lnTo>
                  <a:lnTo>
                    <a:pt x="6240258" y="5279"/>
                  </a:lnTo>
                  <a:lnTo>
                    <a:pt x="6240352" y="5279"/>
                  </a:lnTo>
                  <a:lnTo>
                    <a:pt x="6240446" y="5279"/>
                  </a:lnTo>
                  <a:lnTo>
                    <a:pt x="6240540" y="5279"/>
                  </a:lnTo>
                  <a:lnTo>
                    <a:pt x="6240634" y="5279"/>
                  </a:lnTo>
                  <a:lnTo>
                    <a:pt x="6240728" y="5279"/>
                  </a:lnTo>
                  <a:lnTo>
                    <a:pt x="6240822" y="5279"/>
                  </a:lnTo>
                  <a:lnTo>
                    <a:pt x="6240916" y="5279"/>
                  </a:lnTo>
                  <a:lnTo>
                    <a:pt x="6241010" y="5279"/>
                  </a:lnTo>
                  <a:lnTo>
                    <a:pt x="6241104" y="5279"/>
                  </a:lnTo>
                  <a:lnTo>
                    <a:pt x="6241198" y="5279"/>
                  </a:lnTo>
                  <a:lnTo>
                    <a:pt x="6241293" y="5279"/>
                  </a:lnTo>
                  <a:lnTo>
                    <a:pt x="6241387" y="5279"/>
                  </a:lnTo>
                  <a:lnTo>
                    <a:pt x="6241481" y="5279"/>
                  </a:lnTo>
                  <a:lnTo>
                    <a:pt x="6241575" y="5279"/>
                  </a:lnTo>
                  <a:lnTo>
                    <a:pt x="6241669" y="5279"/>
                  </a:lnTo>
                  <a:lnTo>
                    <a:pt x="6241763" y="5279"/>
                  </a:lnTo>
                  <a:lnTo>
                    <a:pt x="6241857" y="5279"/>
                  </a:lnTo>
                  <a:lnTo>
                    <a:pt x="6241951" y="5279"/>
                  </a:lnTo>
                  <a:lnTo>
                    <a:pt x="6242045" y="5279"/>
                  </a:lnTo>
                  <a:lnTo>
                    <a:pt x="6242139" y="5279"/>
                  </a:lnTo>
                  <a:lnTo>
                    <a:pt x="6242233" y="5279"/>
                  </a:lnTo>
                  <a:lnTo>
                    <a:pt x="6242327" y="5279"/>
                  </a:lnTo>
                  <a:lnTo>
                    <a:pt x="6242421" y="5279"/>
                  </a:lnTo>
                  <a:lnTo>
                    <a:pt x="6242515" y="5279"/>
                  </a:lnTo>
                  <a:lnTo>
                    <a:pt x="6242609" y="5279"/>
                  </a:lnTo>
                  <a:lnTo>
                    <a:pt x="6242703" y="5279"/>
                  </a:lnTo>
                  <a:lnTo>
                    <a:pt x="6242797" y="5279"/>
                  </a:lnTo>
                  <a:lnTo>
                    <a:pt x="6242891" y="5279"/>
                  </a:lnTo>
                  <a:lnTo>
                    <a:pt x="6242985" y="5279"/>
                  </a:lnTo>
                  <a:lnTo>
                    <a:pt x="6243079" y="5279"/>
                  </a:lnTo>
                  <a:lnTo>
                    <a:pt x="6243173" y="5279"/>
                  </a:lnTo>
                  <a:lnTo>
                    <a:pt x="6243267" y="5279"/>
                  </a:lnTo>
                  <a:lnTo>
                    <a:pt x="6243361" y="5279"/>
                  </a:lnTo>
                  <a:lnTo>
                    <a:pt x="6243455" y="5279"/>
                  </a:lnTo>
                  <a:lnTo>
                    <a:pt x="6243549" y="5279"/>
                  </a:lnTo>
                  <a:lnTo>
                    <a:pt x="6243643" y="5279"/>
                  </a:lnTo>
                  <a:lnTo>
                    <a:pt x="6243737" y="5279"/>
                  </a:lnTo>
                  <a:lnTo>
                    <a:pt x="6243831" y="5279"/>
                  </a:lnTo>
                  <a:lnTo>
                    <a:pt x="6243925" y="5279"/>
                  </a:lnTo>
                  <a:lnTo>
                    <a:pt x="6244019" y="5279"/>
                  </a:lnTo>
                  <a:lnTo>
                    <a:pt x="6244113" y="5279"/>
                  </a:lnTo>
                  <a:lnTo>
                    <a:pt x="6244207" y="5279"/>
                  </a:lnTo>
                  <a:lnTo>
                    <a:pt x="6244301" y="5279"/>
                  </a:lnTo>
                  <a:lnTo>
                    <a:pt x="6244395" y="5279"/>
                  </a:lnTo>
                  <a:lnTo>
                    <a:pt x="6244489" y="5279"/>
                  </a:lnTo>
                  <a:lnTo>
                    <a:pt x="6244583" y="5279"/>
                  </a:lnTo>
                  <a:lnTo>
                    <a:pt x="6244677" y="5279"/>
                  </a:lnTo>
                  <a:lnTo>
                    <a:pt x="6244771" y="5279"/>
                  </a:lnTo>
                  <a:lnTo>
                    <a:pt x="6244866" y="5279"/>
                  </a:lnTo>
                  <a:lnTo>
                    <a:pt x="6244960" y="5279"/>
                  </a:lnTo>
                  <a:lnTo>
                    <a:pt x="6245054" y="5279"/>
                  </a:lnTo>
                  <a:lnTo>
                    <a:pt x="6245148" y="5279"/>
                  </a:lnTo>
                  <a:lnTo>
                    <a:pt x="6245242" y="5279"/>
                  </a:lnTo>
                  <a:lnTo>
                    <a:pt x="6245336" y="5279"/>
                  </a:lnTo>
                  <a:lnTo>
                    <a:pt x="6245430" y="5279"/>
                  </a:lnTo>
                  <a:lnTo>
                    <a:pt x="6245524" y="5279"/>
                  </a:lnTo>
                  <a:lnTo>
                    <a:pt x="6245618" y="5279"/>
                  </a:lnTo>
                  <a:lnTo>
                    <a:pt x="6245712" y="5279"/>
                  </a:lnTo>
                  <a:lnTo>
                    <a:pt x="6245806" y="5279"/>
                  </a:lnTo>
                  <a:lnTo>
                    <a:pt x="6245900" y="5279"/>
                  </a:lnTo>
                  <a:lnTo>
                    <a:pt x="6245994" y="5279"/>
                  </a:lnTo>
                  <a:lnTo>
                    <a:pt x="6246088" y="5279"/>
                  </a:lnTo>
                  <a:lnTo>
                    <a:pt x="6246182" y="5279"/>
                  </a:lnTo>
                  <a:lnTo>
                    <a:pt x="6246276" y="5279"/>
                  </a:lnTo>
                  <a:lnTo>
                    <a:pt x="6246370" y="5279"/>
                  </a:lnTo>
                  <a:lnTo>
                    <a:pt x="6246464" y="5279"/>
                  </a:lnTo>
                  <a:lnTo>
                    <a:pt x="6246558" y="5279"/>
                  </a:lnTo>
                  <a:lnTo>
                    <a:pt x="6246652" y="5279"/>
                  </a:lnTo>
                  <a:lnTo>
                    <a:pt x="6246746" y="5279"/>
                  </a:lnTo>
                  <a:lnTo>
                    <a:pt x="6246840" y="5279"/>
                  </a:lnTo>
                  <a:lnTo>
                    <a:pt x="6246934" y="5279"/>
                  </a:lnTo>
                  <a:lnTo>
                    <a:pt x="6247028" y="5279"/>
                  </a:lnTo>
                  <a:lnTo>
                    <a:pt x="6247122" y="5279"/>
                  </a:lnTo>
                  <a:lnTo>
                    <a:pt x="6247216" y="5279"/>
                  </a:lnTo>
                  <a:lnTo>
                    <a:pt x="6247310" y="5279"/>
                  </a:lnTo>
                  <a:lnTo>
                    <a:pt x="6247404" y="5279"/>
                  </a:lnTo>
                  <a:lnTo>
                    <a:pt x="6247498" y="5279"/>
                  </a:lnTo>
                  <a:lnTo>
                    <a:pt x="6247592" y="5279"/>
                  </a:lnTo>
                  <a:lnTo>
                    <a:pt x="6247686" y="5279"/>
                  </a:lnTo>
                  <a:lnTo>
                    <a:pt x="6247780" y="5279"/>
                  </a:lnTo>
                  <a:lnTo>
                    <a:pt x="6247874" y="5279"/>
                  </a:lnTo>
                  <a:lnTo>
                    <a:pt x="6247968" y="5279"/>
                  </a:lnTo>
                  <a:lnTo>
                    <a:pt x="6248062" y="5279"/>
                  </a:lnTo>
                  <a:lnTo>
                    <a:pt x="6248156" y="5279"/>
                  </a:lnTo>
                  <a:lnTo>
                    <a:pt x="6248250" y="5279"/>
                  </a:lnTo>
                  <a:lnTo>
                    <a:pt x="6248344" y="5279"/>
                  </a:lnTo>
                  <a:lnTo>
                    <a:pt x="6248439" y="5279"/>
                  </a:lnTo>
                  <a:lnTo>
                    <a:pt x="6248533" y="5279"/>
                  </a:lnTo>
                  <a:lnTo>
                    <a:pt x="6248627" y="5279"/>
                  </a:lnTo>
                  <a:lnTo>
                    <a:pt x="6248721" y="5279"/>
                  </a:lnTo>
                  <a:lnTo>
                    <a:pt x="6248815" y="5279"/>
                  </a:lnTo>
                  <a:lnTo>
                    <a:pt x="6248909" y="5279"/>
                  </a:lnTo>
                  <a:lnTo>
                    <a:pt x="6249003" y="5279"/>
                  </a:lnTo>
                  <a:lnTo>
                    <a:pt x="6249097" y="5279"/>
                  </a:lnTo>
                  <a:lnTo>
                    <a:pt x="6249191" y="5279"/>
                  </a:lnTo>
                  <a:lnTo>
                    <a:pt x="6249285" y="5279"/>
                  </a:lnTo>
                  <a:lnTo>
                    <a:pt x="6249379" y="5279"/>
                  </a:lnTo>
                  <a:lnTo>
                    <a:pt x="6249473" y="5279"/>
                  </a:lnTo>
                  <a:lnTo>
                    <a:pt x="6249567" y="5279"/>
                  </a:lnTo>
                  <a:lnTo>
                    <a:pt x="6249661" y="5279"/>
                  </a:lnTo>
                  <a:lnTo>
                    <a:pt x="6249755" y="5279"/>
                  </a:lnTo>
                  <a:lnTo>
                    <a:pt x="6249849" y="5279"/>
                  </a:lnTo>
                  <a:lnTo>
                    <a:pt x="6249943" y="5279"/>
                  </a:lnTo>
                  <a:lnTo>
                    <a:pt x="6250037" y="5279"/>
                  </a:lnTo>
                  <a:lnTo>
                    <a:pt x="6250131" y="5279"/>
                  </a:lnTo>
                  <a:lnTo>
                    <a:pt x="6250225" y="5279"/>
                  </a:lnTo>
                  <a:lnTo>
                    <a:pt x="6250319" y="5279"/>
                  </a:lnTo>
                  <a:lnTo>
                    <a:pt x="6250413" y="5279"/>
                  </a:lnTo>
                  <a:lnTo>
                    <a:pt x="6250507" y="5279"/>
                  </a:lnTo>
                  <a:lnTo>
                    <a:pt x="6250601" y="5279"/>
                  </a:lnTo>
                  <a:lnTo>
                    <a:pt x="6250695" y="5279"/>
                  </a:lnTo>
                  <a:lnTo>
                    <a:pt x="6250789" y="5279"/>
                  </a:lnTo>
                  <a:lnTo>
                    <a:pt x="6250883" y="5279"/>
                  </a:lnTo>
                  <a:lnTo>
                    <a:pt x="6250977" y="5279"/>
                  </a:lnTo>
                  <a:lnTo>
                    <a:pt x="6251071" y="5279"/>
                  </a:lnTo>
                  <a:lnTo>
                    <a:pt x="6251165" y="5279"/>
                  </a:lnTo>
                  <a:lnTo>
                    <a:pt x="6251259" y="5279"/>
                  </a:lnTo>
                  <a:lnTo>
                    <a:pt x="6251353" y="5279"/>
                  </a:lnTo>
                  <a:lnTo>
                    <a:pt x="6251447" y="5279"/>
                  </a:lnTo>
                  <a:lnTo>
                    <a:pt x="6251541" y="5279"/>
                  </a:lnTo>
                  <a:lnTo>
                    <a:pt x="6251635" y="5279"/>
                  </a:lnTo>
                  <a:lnTo>
                    <a:pt x="6251729" y="5279"/>
                  </a:lnTo>
                  <a:lnTo>
                    <a:pt x="6251823" y="5279"/>
                  </a:lnTo>
                  <a:lnTo>
                    <a:pt x="6251918" y="5279"/>
                  </a:lnTo>
                  <a:lnTo>
                    <a:pt x="6252012" y="5279"/>
                  </a:lnTo>
                  <a:lnTo>
                    <a:pt x="6252106" y="5279"/>
                  </a:lnTo>
                  <a:lnTo>
                    <a:pt x="6252200" y="5279"/>
                  </a:lnTo>
                  <a:lnTo>
                    <a:pt x="6252294" y="5279"/>
                  </a:lnTo>
                  <a:lnTo>
                    <a:pt x="6252388" y="5279"/>
                  </a:lnTo>
                  <a:lnTo>
                    <a:pt x="6252482" y="5279"/>
                  </a:lnTo>
                  <a:lnTo>
                    <a:pt x="6252576" y="5279"/>
                  </a:lnTo>
                  <a:lnTo>
                    <a:pt x="6252670" y="5279"/>
                  </a:lnTo>
                  <a:lnTo>
                    <a:pt x="6252764" y="5279"/>
                  </a:lnTo>
                  <a:lnTo>
                    <a:pt x="6252858" y="5279"/>
                  </a:lnTo>
                  <a:lnTo>
                    <a:pt x="6252952" y="5279"/>
                  </a:lnTo>
                  <a:lnTo>
                    <a:pt x="6253046" y="5279"/>
                  </a:lnTo>
                  <a:lnTo>
                    <a:pt x="6253140" y="5279"/>
                  </a:lnTo>
                  <a:lnTo>
                    <a:pt x="6253234" y="5279"/>
                  </a:lnTo>
                  <a:lnTo>
                    <a:pt x="6253328" y="5279"/>
                  </a:lnTo>
                  <a:lnTo>
                    <a:pt x="6253422" y="5279"/>
                  </a:lnTo>
                  <a:lnTo>
                    <a:pt x="6253516" y="5279"/>
                  </a:lnTo>
                  <a:lnTo>
                    <a:pt x="6253610" y="5279"/>
                  </a:lnTo>
                  <a:lnTo>
                    <a:pt x="6253704" y="5279"/>
                  </a:lnTo>
                  <a:lnTo>
                    <a:pt x="6253798" y="5279"/>
                  </a:lnTo>
                  <a:lnTo>
                    <a:pt x="6253892" y="5279"/>
                  </a:lnTo>
                  <a:lnTo>
                    <a:pt x="6253986" y="5279"/>
                  </a:lnTo>
                  <a:lnTo>
                    <a:pt x="6254080" y="5279"/>
                  </a:lnTo>
                  <a:lnTo>
                    <a:pt x="6254174" y="5279"/>
                  </a:lnTo>
                  <a:lnTo>
                    <a:pt x="6254268" y="5279"/>
                  </a:lnTo>
                  <a:lnTo>
                    <a:pt x="6254362" y="5279"/>
                  </a:lnTo>
                  <a:lnTo>
                    <a:pt x="6254456" y="5279"/>
                  </a:lnTo>
                  <a:lnTo>
                    <a:pt x="6254550" y="5279"/>
                  </a:lnTo>
                  <a:lnTo>
                    <a:pt x="6254644" y="5279"/>
                  </a:lnTo>
                  <a:lnTo>
                    <a:pt x="6254738" y="5279"/>
                  </a:lnTo>
                  <a:lnTo>
                    <a:pt x="6254832" y="5279"/>
                  </a:lnTo>
                  <a:lnTo>
                    <a:pt x="6254926" y="5279"/>
                  </a:lnTo>
                  <a:lnTo>
                    <a:pt x="6255020" y="5279"/>
                  </a:lnTo>
                  <a:lnTo>
                    <a:pt x="6255114" y="5279"/>
                  </a:lnTo>
                  <a:lnTo>
                    <a:pt x="6255208" y="5279"/>
                  </a:lnTo>
                  <a:lnTo>
                    <a:pt x="6255302" y="5279"/>
                  </a:lnTo>
                  <a:lnTo>
                    <a:pt x="6255396" y="5279"/>
                  </a:lnTo>
                  <a:lnTo>
                    <a:pt x="6255491" y="5279"/>
                  </a:lnTo>
                  <a:lnTo>
                    <a:pt x="6255585" y="5279"/>
                  </a:lnTo>
                  <a:lnTo>
                    <a:pt x="6255679" y="5279"/>
                  </a:lnTo>
                  <a:lnTo>
                    <a:pt x="6255773" y="5279"/>
                  </a:lnTo>
                  <a:lnTo>
                    <a:pt x="6255867" y="5279"/>
                  </a:lnTo>
                  <a:lnTo>
                    <a:pt x="6255961" y="5279"/>
                  </a:lnTo>
                  <a:lnTo>
                    <a:pt x="6256055" y="5279"/>
                  </a:lnTo>
                  <a:lnTo>
                    <a:pt x="6256149" y="5279"/>
                  </a:lnTo>
                  <a:lnTo>
                    <a:pt x="6256243" y="5279"/>
                  </a:lnTo>
                  <a:lnTo>
                    <a:pt x="6256337" y="5279"/>
                  </a:lnTo>
                  <a:lnTo>
                    <a:pt x="6256431" y="5279"/>
                  </a:lnTo>
                  <a:lnTo>
                    <a:pt x="6256525" y="5279"/>
                  </a:lnTo>
                  <a:lnTo>
                    <a:pt x="6256619" y="5279"/>
                  </a:lnTo>
                  <a:lnTo>
                    <a:pt x="6256713" y="5279"/>
                  </a:lnTo>
                  <a:lnTo>
                    <a:pt x="6256807" y="5279"/>
                  </a:lnTo>
                  <a:lnTo>
                    <a:pt x="6256901" y="5279"/>
                  </a:lnTo>
                  <a:lnTo>
                    <a:pt x="6256995" y="5279"/>
                  </a:lnTo>
                  <a:lnTo>
                    <a:pt x="6257089" y="5279"/>
                  </a:lnTo>
                  <a:lnTo>
                    <a:pt x="6257183" y="5279"/>
                  </a:lnTo>
                  <a:lnTo>
                    <a:pt x="6257277" y="5279"/>
                  </a:lnTo>
                  <a:lnTo>
                    <a:pt x="6257371" y="5279"/>
                  </a:lnTo>
                  <a:lnTo>
                    <a:pt x="6257465" y="5279"/>
                  </a:lnTo>
                  <a:lnTo>
                    <a:pt x="6257559" y="5279"/>
                  </a:lnTo>
                  <a:lnTo>
                    <a:pt x="6257653" y="5279"/>
                  </a:lnTo>
                  <a:lnTo>
                    <a:pt x="6257747" y="5279"/>
                  </a:lnTo>
                  <a:lnTo>
                    <a:pt x="6257841" y="5279"/>
                  </a:lnTo>
                  <a:lnTo>
                    <a:pt x="6257935" y="5279"/>
                  </a:lnTo>
                  <a:lnTo>
                    <a:pt x="6258029" y="5279"/>
                  </a:lnTo>
                  <a:lnTo>
                    <a:pt x="6258123" y="5279"/>
                  </a:lnTo>
                  <a:lnTo>
                    <a:pt x="6258217" y="5279"/>
                  </a:lnTo>
                  <a:lnTo>
                    <a:pt x="6258311" y="5279"/>
                  </a:lnTo>
                  <a:lnTo>
                    <a:pt x="6258405" y="5279"/>
                  </a:lnTo>
                  <a:lnTo>
                    <a:pt x="6258499" y="5279"/>
                  </a:lnTo>
                  <a:lnTo>
                    <a:pt x="6258593" y="5279"/>
                  </a:lnTo>
                  <a:lnTo>
                    <a:pt x="6258687" y="5279"/>
                  </a:lnTo>
                  <a:lnTo>
                    <a:pt x="6258781" y="5279"/>
                  </a:lnTo>
                  <a:lnTo>
                    <a:pt x="6258875" y="5279"/>
                  </a:lnTo>
                  <a:lnTo>
                    <a:pt x="6258969" y="5279"/>
                  </a:lnTo>
                  <a:lnTo>
                    <a:pt x="6259064" y="5279"/>
                  </a:lnTo>
                  <a:lnTo>
                    <a:pt x="6259158" y="5279"/>
                  </a:lnTo>
                  <a:lnTo>
                    <a:pt x="6259252" y="5279"/>
                  </a:lnTo>
                  <a:lnTo>
                    <a:pt x="6259346" y="5279"/>
                  </a:lnTo>
                  <a:lnTo>
                    <a:pt x="6259440" y="5279"/>
                  </a:lnTo>
                  <a:lnTo>
                    <a:pt x="6259534" y="5279"/>
                  </a:lnTo>
                  <a:lnTo>
                    <a:pt x="6259628" y="5279"/>
                  </a:lnTo>
                  <a:lnTo>
                    <a:pt x="6259722" y="5279"/>
                  </a:lnTo>
                  <a:lnTo>
                    <a:pt x="6259816" y="5279"/>
                  </a:lnTo>
                  <a:lnTo>
                    <a:pt x="6259910" y="5279"/>
                  </a:lnTo>
                  <a:lnTo>
                    <a:pt x="6260004" y="5279"/>
                  </a:lnTo>
                  <a:lnTo>
                    <a:pt x="6260098" y="5279"/>
                  </a:lnTo>
                  <a:lnTo>
                    <a:pt x="6260192" y="5279"/>
                  </a:lnTo>
                  <a:lnTo>
                    <a:pt x="6260286" y="5279"/>
                  </a:lnTo>
                  <a:lnTo>
                    <a:pt x="6260380" y="5279"/>
                  </a:lnTo>
                  <a:lnTo>
                    <a:pt x="6260474" y="5279"/>
                  </a:lnTo>
                  <a:lnTo>
                    <a:pt x="6260568" y="5279"/>
                  </a:lnTo>
                  <a:lnTo>
                    <a:pt x="6260662" y="5279"/>
                  </a:lnTo>
                  <a:lnTo>
                    <a:pt x="6260756" y="5279"/>
                  </a:lnTo>
                  <a:lnTo>
                    <a:pt x="6260850" y="5279"/>
                  </a:lnTo>
                  <a:lnTo>
                    <a:pt x="6260944" y="5279"/>
                  </a:lnTo>
                  <a:lnTo>
                    <a:pt x="6261038" y="5279"/>
                  </a:lnTo>
                  <a:lnTo>
                    <a:pt x="6261132" y="5279"/>
                  </a:lnTo>
                  <a:lnTo>
                    <a:pt x="6261226" y="5279"/>
                  </a:lnTo>
                  <a:lnTo>
                    <a:pt x="6261320" y="5279"/>
                  </a:lnTo>
                  <a:lnTo>
                    <a:pt x="6261414" y="5279"/>
                  </a:lnTo>
                  <a:lnTo>
                    <a:pt x="6261508" y="5279"/>
                  </a:lnTo>
                  <a:lnTo>
                    <a:pt x="6261602" y="5279"/>
                  </a:lnTo>
                  <a:lnTo>
                    <a:pt x="6261696" y="5279"/>
                  </a:lnTo>
                  <a:lnTo>
                    <a:pt x="6261790" y="5279"/>
                  </a:lnTo>
                  <a:lnTo>
                    <a:pt x="6261884" y="5279"/>
                  </a:lnTo>
                  <a:lnTo>
                    <a:pt x="6261978" y="5279"/>
                  </a:lnTo>
                  <a:lnTo>
                    <a:pt x="6262072" y="5279"/>
                  </a:lnTo>
                  <a:lnTo>
                    <a:pt x="6262166" y="5279"/>
                  </a:lnTo>
                  <a:lnTo>
                    <a:pt x="6262260" y="5279"/>
                  </a:lnTo>
                  <a:lnTo>
                    <a:pt x="6262354" y="5279"/>
                  </a:lnTo>
                  <a:lnTo>
                    <a:pt x="6262448" y="5279"/>
                  </a:lnTo>
                  <a:lnTo>
                    <a:pt x="6262543" y="5279"/>
                  </a:lnTo>
                  <a:lnTo>
                    <a:pt x="6262637" y="5279"/>
                  </a:lnTo>
                  <a:lnTo>
                    <a:pt x="6262731" y="5279"/>
                  </a:lnTo>
                  <a:lnTo>
                    <a:pt x="6262825" y="5279"/>
                  </a:lnTo>
                  <a:lnTo>
                    <a:pt x="6262919" y="5279"/>
                  </a:lnTo>
                  <a:lnTo>
                    <a:pt x="6263013" y="5279"/>
                  </a:lnTo>
                  <a:lnTo>
                    <a:pt x="6263107" y="5279"/>
                  </a:lnTo>
                  <a:lnTo>
                    <a:pt x="6263201" y="5279"/>
                  </a:lnTo>
                  <a:lnTo>
                    <a:pt x="6263295" y="5279"/>
                  </a:lnTo>
                  <a:lnTo>
                    <a:pt x="6263389" y="5279"/>
                  </a:lnTo>
                  <a:lnTo>
                    <a:pt x="6263483" y="5279"/>
                  </a:lnTo>
                  <a:lnTo>
                    <a:pt x="6263577" y="5279"/>
                  </a:lnTo>
                  <a:lnTo>
                    <a:pt x="6263671" y="5279"/>
                  </a:lnTo>
                  <a:lnTo>
                    <a:pt x="6263765" y="5279"/>
                  </a:lnTo>
                  <a:lnTo>
                    <a:pt x="6263859" y="5279"/>
                  </a:lnTo>
                  <a:lnTo>
                    <a:pt x="6263953" y="5279"/>
                  </a:lnTo>
                  <a:lnTo>
                    <a:pt x="6264047" y="5279"/>
                  </a:lnTo>
                  <a:lnTo>
                    <a:pt x="6264141" y="5279"/>
                  </a:lnTo>
                  <a:lnTo>
                    <a:pt x="6264235" y="5279"/>
                  </a:lnTo>
                  <a:lnTo>
                    <a:pt x="6264329" y="5279"/>
                  </a:lnTo>
                  <a:lnTo>
                    <a:pt x="6264423" y="5279"/>
                  </a:lnTo>
                  <a:lnTo>
                    <a:pt x="6264517" y="5279"/>
                  </a:lnTo>
                  <a:lnTo>
                    <a:pt x="6264611" y="5279"/>
                  </a:lnTo>
                  <a:lnTo>
                    <a:pt x="6264705" y="5279"/>
                  </a:lnTo>
                  <a:lnTo>
                    <a:pt x="6264799" y="5279"/>
                  </a:lnTo>
                  <a:lnTo>
                    <a:pt x="6264893" y="5279"/>
                  </a:lnTo>
                  <a:lnTo>
                    <a:pt x="6264987" y="5279"/>
                  </a:lnTo>
                  <a:lnTo>
                    <a:pt x="6265081" y="5279"/>
                  </a:lnTo>
                  <a:lnTo>
                    <a:pt x="6265175" y="5279"/>
                  </a:lnTo>
                  <a:lnTo>
                    <a:pt x="6265269" y="5279"/>
                  </a:lnTo>
                  <a:lnTo>
                    <a:pt x="6265363" y="5279"/>
                  </a:lnTo>
                  <a:lnTo>
                    <a:pt x="6265457" y="5279"/>
                  </a:lnTo>
                  <a:lnTo>
                    <a:pt x="6265551" y="5279"/>
                  </a:lnTo>
                  <a:lnTo>
                    <a:pt x="6265645" y="5279"/>
                  </a:lnTo>
                  <a:lnTo>
                    <a:pt x="6265739" y="5279"/>
                  </a:lnTo>
                  <a:lnTo>
                    <a:pt x="6265833" y="5279"/>
                  </a:lnTo>
                  <a:lnTo>
                    <a:pt x="6265927" y="5279"/>
                  </a:lnTo>
                  <a:lnTo>
                    <a:pt x="6266021" y="5279"/>
                  </a:lnTo>
                  <a:lnTo>
                    <a:pt x="6266116" y="5279"/>
                  </a:lnTo>
                  <a:lnTo>
                    <a:pt x="6266210" y="5279"/>
                  </a:lnTo>
                  <a:lnTo>
                    <a:pt x="6266304" y="5279"/>
                  </a:lnTo>
                  <a:lnTo>
                    <a:pt x="6266398" y="5279"/>
                  </a:lnTo>
                  <a:lnTo>
                    <a:pt x="6266492" y="5279"/>
                  </a:lnTo>
                  <a:lnTo>
                    <a:pt x="6266586" y="5279"/>
                  </a:lnTo>
                  <a:lnTo>
                    <a:pt x="6266680" y="5279"/>
                  </a:lnTo>
                  <a:lnTo>
                    <a:pt x="6266774" y="5279"/>
                  </a:lnTo>
                  <a:lnTo>
                    <a:pt x="6266868" y="5279"/>
                  </a:lnTo>
                  <a:lnTo>
                    <a:pt x="6266962" y="5279"/>
                  </a:lnTo>
                  <a:lnTo>
                    <a:pt x="6267056" y="5279"/>
                  </a:lnTo>
                  <a:lnTo>
                    <a:pt x="6267150" y="5279"/>
                  </a:lnTo>
                  <a:lnTo>
                    <a:pt x="6267244" y="5279"/>
                  </a:lnTo>
                  <a:lnTo>
                    <a:pt x="6267338" y="5279"/>
                  </a:lnTo>
                  <a:lnTo>
                    <a:pt x="6267432" y="5279"/>
                  </a:lnTo>
                  <a:lnTo>
                    <a:pt x="6267526" y="5279"/>
                  </a:lnTo>
                  <a:lnTo>
                    <a:pt x="6267620" y="5279"/>
                  </a:lnTo>
                  <a:lnTo>
                    <a:pt x="6267714" y="5279"/>
                  </a:lnTo>
                  <a:lnTo>
                    <a:pt x="6267808" y="5279"/>
                  </a:lnTo>
                  <a:lnTo>
                    <a:pt x="6267902" y="5279"/>
                  </a:lnTo>
                  <a:lnTo>
                    <a:pt x="6267996" y="5279"/>
                  </a:lnTo>
                  <a:lnTo>
                    <a:pt x="6268090" y="5279"/>
                  </a:lnTo>
                  <a:lnTo>
                    <a:pt x="6268184" y="5279"/>
                  </a:lnTo>
                  <a:lnTo>
                    <a:pt x="6268278" y="5279"/>
                  </a:lnTo>
                  <a:lnTo>
                    <a:pt x="6268372" y="5279"/>
                  </a:lnTo>
                  <a:lnTo>
                    <a:pt x="6268466" y="5279"/>
                  </a:lnTo>
                  <a:lnTo>
                    <a:pt x="6268560" y="5279"/>
                  </a:lnTo>
                  <a:lnTo>
                    <a:pt x="6268654" y="5279"/>
                  </a:lnTo>
                  <a:lnTo>
                    <a:pt x="6268748" y="5279"/>
                  </a:lnTo>
                  <a:lnTo>
                    <a:pt x="6268842" y="5279"/>
                  </a:lnTo>
                  <a:lnTo>
                    <a:pt x="6268936" y="5279"/>
                  </a:lnTo>
                  <a:lnTo>
                    <a:pt x="6269030" y="5279"/>
                  </a:lnTo>
                  <a:lnTo>
                    <a:pt x="6269124" y="5279"/>
                  </a:lnTo>
                  <a:lnTo>
                    <a:pt x="6269218" y="5279"/>
                  </a:lnTo>
                  <a:lnTo>
                    <a:pt x="6269312" y="5279"/>
                  </a:lnTo>
                  <a:lnTo>
                    <a:pt x="6269406" y="5279"/>
                  </a:lnTo>
                  <a:lnTo>
                    <a:pt x="6269500" y="5279"/>
                  </a:lnTo>
                  <a:lnTo>
                    <a:pt x="6269594" y="5279"/>
                  </a:lnTo>
                  <a:lnTo>
                    <a:pt x="6269689" y="5279"/>
                  </a:lnTo>
                  <a:lnTo>
                    <a:pt x="6269783" y="5279"/>
                  </a:lnTo>
                  <a:lnTo>
                    <a:pt x="6269877" y="5279"/>
                  </a:lnTo>
                  <a:lnTo>
                    <a:pt x="6269971" y="5279"/>
                  </a:lnTo>
                  <a:lnTo>
                    <a:pt x="6270065" y="5279"/>
                  </a:lnTo>
                  <a:lnTo>
                    <a:pt x="6270159" y="5279"/>
                  </a:lnTo>
                  <a:lnTo>
                    <a:pt x="6270253" y="5279"/>
                  </a:lnTo>
                  <a:lnTo>
                    <a:pt x="6270347" y="5279"/>
                  </a:lnTo>
                  <a:lnTo>
                    <a:pt x="6270441" y="5279"/>
                  </a:lnTo>
                  <a:lnTo>
                    <a:pt x="6270535" y="5279"/>
                  </a:lnTo>
                  <a:lnTo>
                    <a:pt x="6270629" y="5279"/>
                  </a:lnTo>
                  <a:lnTo>
                    <a:pt x="6270723" y="5279"/>
                  </a:lnTo>
                  <a:lnTo>
                    <a:pt x="6270817" y="5279"/>
                  </a:lnTo>
                  <a:lnTo>
                    <a:pt x="6270911" y="5279"/>
                  </a:lnTo>
                  <a:lnTo>
                    <a:pt x="6271005" y="5279"/>
                  </a:lnTo>
                  <a:lnTo>
                    <a:pt x="6271099" y="5279"/>
                  </a:lnTo>
                  <a:lnTo>
                    <a:pt x="6271193" y="5279"/>
                  </a:lnTo>
                  <a:lnTo>
                    <a:pt x="6271287" y="5279"/>
                  </a:lnTo>
                  <a:lnTo>
                    <a:pt x="6271381" y="5279"/>
                  </a:lnTo>
                  <a:lnTo>
                    <a:pt x="6271475" y="5279"/>
                  </a:lnTo>
                  <a:lnTo>
                    <a:pt x="6271569" y="5279"/>
                  </a:lnTo>
                  <a:lnTo>
                    <a:pt x="6271663" y="5279"/>
                  </a:lnTo>
                  <a:lnTo>
                    <a:pt x="6271757" y="5279"/>
                  </a:lnTo>
                  <a:lnTo>
                    <a:pt x="6271851" y="5279"/>
                  </a:lnTo>
                  <a:lnTo>
                    <a:pt x="6271945" y="5279"/>
                  </a:lnTo>
                  <a:lnTo>
                    <a:pt x="6272039" y="5279"/>
                  </a:lnTo>
                  <a:lnTo>
                    <a:pt x="6272133" y="5279"/>
                  </a:lnTo>
                  <a:lnTo>
                    <a:pt x="6272227" y="5279"/>
                  </a:lnTo>
                  <a:lnTo>
                    <a:pt x="6272321" y="5279"/>
                  </a:lnTo>
                  <a:lnTo>
                    <a:pt x="6272415" y="5279"/>
                  </a:lnTo>
                  <a:lnTo>
                    <a:pt x="6272509" y="5279"/>
                  </a:lnTo>
                  <a:lnTo>
                    <a:pt x="6272603" y="5279"/>
                  </a:lnTo>
                  <a:lnTo>
                    <a:pt x="6272697" y="5279"/>
                  </a:lnTo>
                  <a:lnTo>
                    <a:pt x="6272791" y="5279"/>
                  </a:lnTo>
                  <a:lnTo>
                    <a:pt x="6272885" y="5279"/>
                  </a:lnTo>
                  <a:lnTo>
                    <a:pt x="6272979" y="5279"/>
                  </a:lnTo>
                  <a:lnTo>
                    <a:pt x="6273073" y="5279"/>
                  </a:lnTo>
                  <a:lnTo>
                    <a:pt x="6273167" y="5279"/>
                  </a:lnTo>
                  <a:lnTo>
                    <a:pt x="6273262" y="5279"/>
                  </a:lnTo>
                  <a:lnTo>
                    <a:pt x="6273356" y="5279"/>
                  </a:lnTo>
                  <a:lnTo>
                    <a:pt x="6273450" y="5279"/>
                  </a:lnTo>
                  <a:lnTo>
                    <a:pt x="6273544" y="5279"/>
                  </a:lnTo>
                  <a:lnTo>
                    <a:pt x="6273638" y="5279"/>
                  </a:lnTo>
                  <a:lnTo>
                    <a:pt x="6273732" y="5279"/>
                  </a:lnTo>
                  <a:lnTo>
                    <a:pt x="6273826" y="5279"/>
                  </a:lnTo>
                  <a:lnTo>
                    <a:pt x="6273920" y="5279"/>
                  </a:lnTo>
                  <a:lnTo>
                    <a:pt x="6274014" y="5279"/>
                  </a:lnTo>
                  <a:lnTo>
                    <a:pt x="6274108" y="5279"/>
                  </a:lnTo>
                  <a:lnTo>
                    <a:pt x="6274202" y="5279"/>
                  </a:lnTo>
                  <a:lnTo>
                    <a:pt x="6274296" y="5279"/>
                  </a:lnTo>
                  <a:lnTo>
                    <a:pt x="6274390" y="5279"/>
                  </a:lnTo>
                  <a:lnTo>
                    <a:pt x="6274484" y="5279"/>
                  </a:lnTo>
                  <a:lnTo>
                    <a:pt x="6274578" y="5279"/>
                  </a:lnTo>
                  <a:lnTo>
                    <a:pt x="6274672" y="5279"/>
                  </a:lnTo>
                  <a:lnTo>
                    <a:pt x="6274766" y="5279"/>
                  </a:lnTo>
                  <a:lnTo>
                    <a:pt x="6274860" y="5279"/>
                  </a:lnTo>
                  <a:lnTo>
                    <a:pt x="6274954" y="5279"/>
                  </a:lnTo>
                  <a:lnTo>
                    <a:pt x="6275048" y="5279"/>
                  </a:lnTo>
                  <a:lnTo>
                    <a:pt x="6275142" y="5279"/>
                  </a:lnTo>
                  <a:lnTo>
                    <a:pt x="6275236" y="5279"/>
                  </a:lnTo>
                  <a:lnTo>
                    <a:pt x="6275330" y="5279"/>
                  </a:lnTo>
                  <a:lnTo>
                    <a:pt x="6275424" y="5279"/>
                  </a:lnTo>
                  <a:lnTo>
                    <a:pt x="6275518" y="5279"/>
                  </a:lnTo>
                  <a:lnTo>
                    <a:pt x="6275612" y="5279"/>
                  </a:lnTo>
                  <a:lnTo>
                    <a:pt x="6275706" y="5279"/>
                  </a:lnTo>
                  <a:lnTo>
                    <a:pt x="6275800" y="5279"/>
                  </a:lnTo>
                  <a:lnTo>
                    <a:pt x="6275894" y="5279"/>
                  </a:lnTo>
                  <a:lnTo>
                    <a:pt x="6275988" y="5279"/>
                  </a:lnTo>
                  <a:lnTo>
                    <a:pt x="6276082" y="5279"/>
                  </a:lnTo>
                  <a:lnTo>
                    <a:pt x="6276176" y="5279"/>
                  </a:lnTo>
                  <a:lnTo>
                    <a:pt x="6276270" y="5279"/>
                  </a:lnTo>
                  <a:lnTo>
                    <a:pt x="6276364" y="5279"/>
                  </a:lnTo>
                  <a:lnTo>
                    <a:pt x="6276458" y="5279"/>
                  </a:lnTo>
                  <a:lnTo>
                    <a:pt x="6276552" y="5279"/>
                  </a:lnTo>
                  <a:lnTo>
                    <a:pt x="6276646" y="5279"/>
                  </a:lnTo>
                  <a:lnTo>
                    <a:pt x="6276741" y="5279"/>
                  </a:lnTo>
                  <a:lnTo>
                    <a:pt x="6276835" y="5279"/>
                  </a:lnTo>
                  <a:lnTo>
                    <a:pt x="6276929" y="5279"/>
                  </a:lnTo>
                  <a:lnTo>
                    <a:pt x="6277023" y="5279"/>
                  </a:lnTo>
                  <a:lnTo>
                    <a:pt x="6277117" y="5279"/>
                  </a:lnTo>
                  <a:lnTo>
                    <a:pt x="6277211" y="5279"/>
                  </a:lnTo>
                  <a:lnTo>
                    <a:pt x="6277305" y="5279"/>
                  </a:lnTo>
                  <a:lnTo>
                    <a:pt x="6277399" y="5279"/>
                  </a:lnTo>
                  <a:lnTo>
                    <a:pt x="6277493" y="5279"/>
                  </a:lnTo>
                  <a:lnTo>
                    <a:pt x="6277587" y="5279"/>
                  </a:lnTo>
                  <a:lnTo>
                    <a:pt x="6277681" y="5279"/>
                  </a:lnTo>
                  <a:lnTo>
                    <a:pt x="6277775" y="5279"/>
                  </a:lnTo>
                  <a:lnTo>
                    <a:pt x="6277869" y="5279"/>
                  </a:lnTo>
                  <a:lnTo>
                    <a:pt x="6277963" y="5279"/>
                  </a:lnTo>
                  <a:lnTo>
                    <a:pt x="6278057" y="5279"/>
                  </a:lnTo>
                  <a:lnTo>
                    <a:pt x="6278151" y="5279"/>
                  </a:lnTo>
                  <a:lnTo>
                    <a:pt x="6278245" y="5279"/>
                  </a:lnTo>
                  <a:lnTo>
                    <a:pt x="6278339" y="5279"/>
                  </a:lnTo>
                  <a:lnTo>
                    <a:pt x="6278433" y="5279"/>
                  </a:lnTo>
                  <a:lnTo>
                    <a:pt x="6278527" y="5279"/>
                  </a:lnTo>
                  <a:lnTo>
                    <a:pt x="6278621" y="5279"/>
                  </a:lnTo>
                  <a:lnTo>
                    <a:pt x="6278715" y="5279"/>
                  </a:lnTo>
                  <a:lnTo>
                    <a:pt x="6278809" y="5279"/>
                  </a:lnTo>
                  <a:lnTo>
                    <a:pt x="6278903" y="5279"/>
                  </a:lnTo>
                  <a:lnTo>
                    <a:pt x="6278997" y="5279"/>
                  </a:lnTo>
                  <a:lnTo>
                    <a:pt x="6279091" y="5279"/>
                  </a:lnTo>
                  <a:lnTo>
                    <a:pt x="6279185" y="5279"/>
                  </a:lnTo>
                  <a:lnTo>
                    <a:pt x="6279279" y="5279"/>
                  </a:lnTo>
                  <a:lnTo>
                    <a:pt x="6279373" y="5279"/>
                  </a:lnTo>
                  <a:lnTo>
                    <a:pt x="6279467" y="5279"/>
                  </a:lnTo>
                  <a:lnTo>
                    <a:pt x="6279561" y="5279"/>
                  </a:lnTo>
                  <a:lnTo>
                    <a:pt x="6279655" y="5279"/>
                  </a:lnTo>
                  <a:lnTo>
                    <a:pt x="6279749" y="5279"/>
                  </a:lnTo>
                  <a:lnTo>
                    <a:pt x="6279843" y="5279"/>
                  </a:lnTo>
                  <a:lnTo>
                    <a:pt x="6279937" y="5279"/>
                  </a:lnTo>
                  <a:lnTo>
                    <a:pt x="6280031" y="5279"/>
                  </a:lnTo>
                  <a:lnTo>
                    <a:pt x="6280125" y="5279"/>
                  </a:lnTo>
                  <a:lnTo>
                    <a:pt x="6280219" y="5279"/>
                  </a:lnTo>
                  <a:lnTo>
                    <a:pt x="6280314" y="5279"/>
                  </a:lnTo>
                  <a:lnTo>
                    <a:pt x="6280408" y="5279"/>
                  </a:lnTo>
                  <a:lnTo>
                    <a:pt x="6280502" y="5279"/>
                  </a:lnTo>
                  <a:lnTo>
                    <a:pt x="6280596" y="5279"/>
                  </a:lnTo>
                  <a:lnTo>
                    <a:pt x="6280690" y="5279"/>
                  </a:lnTo>
                  <a:lnTo>
                    <a:pt x="6280784" y="5279"/>
                  </a:lnTo>
                  <a:lnTo>
                    <a:pt x="6280878" y="5279"/>
                  </a:lnTo>
                  <a:lnTo>
                    <a:pt x="6280972" y="5279"/>
                  </a:lnTo>
                  <a:lnTo>
                    <a:pt x="6281066" y="5279"/>
                  </a:lnTo>
                  <a:lnTo>
                    <a:pt x="6281160" y="5279"/>
                  </a:lnTo>
                  <a:lnTo>
                    <a:pt x="6281254" y="5279"/>
                  </a:lnTo>
                  <a:lnTo>
                    <a:pt x="6281348" y="5279"/>
                  </a:lnTo>
                  <a:lnTo>
                    <a:pt x="6281442" y="5279"/>
                  </a:lnTo>
                  <a:lnTo>
                    <a:pt x="6281536" y="5279"/>
                  </a:lnTo>
                  <a:lnTo>
                    <a:pt x="6281630" y="5279"/>
                  </a:lnTo>
                  <a:lnTo>
                    <a:pt x="6281724" y="5279"/>
                  </a:lnTo>
                  <a:lnTo>
                    <a:pt x="6281818" y="5279"/>
                  </a:lnTo>
                  <a:lnTo>
                    <a:pt x="6281912" y="5279"/>
                  </a:lnTo>
                  <a:lnTo>
                    <a:pt x="6282006" y="5279"/>
                  </a:lnTo>
                  <a:lnTo>
                    <a:pt x="6282100" y="5279"/>
                  </a:lnTo>
                  <a:lnTo>
                    <a:pt x="6282194" y="5279"/>
                  </a:lnTo>
                  <a:lnTo>
                    <a:pt x="6282288" y="5279"/>
                  </a:lnTo>
                  <a:lnTo>
                    <a:pt x="6282382" y="5279"/>
                  </a:lnTo>
                  <a:lnTo>
                    <a:pt x="6282476" y="5279"/>
                  </a:lnTo>
                  <a:lnTo>
                    <a:pt x="6282570" y="5279"/>
                  </a:lnTo>
                  <a:lnTo>
                    <a:pt x="6282664" y="5279"/>
                  </a:lnTo>
                  <a:lnTo>
                    <a:pt x="6282758" y="5279"/>
                  </a:lnTo>
                  <a:lnTo>
                    <a:pt x="6282852" y="5279"/>
                  </a:lnTo>
                  <a:lnTo>
                    <a:pt x="6282946" y="5279"/>
                  </a:lnTo>
                  <a:lnTo>
                    <a:pt x="6283040" y="5279"/>
                  </a:lnTo>
                  <a:lnTo>
                    <a:pt x="6283134" y="5279"/>
                  </a:lnTo>
                  <a:lnTo>
                    <a:pt x="6283228" y="5279"/>
                  </a:lnTo>
                  <a:lnTo>
                    <a:pt x="6283322" y="5279"/>
                  </a:lnTo>
                  <a:lnTo>
                    <a:pt x="6283416" y="5279"/>
                  </a:lnTo>
                  <a:lnTo>
                    <a:pt x="6283510" y="5279"/>
                  </a:lnTo>
                  <a:lnTo>
                    <a:pt x="6283604" y="5279"/>
                  </a:lnTo>
                  <a:lnTo>
                    <a:pt x="6283698" y="5279"/>
                  </a:lnTo>
                  <a:lnTo>
                    <a:pt x="6283792" y="5279"/>
                  </a:lnTo>
                  <a:lnTo>
                    <a:pt x="6283887" y="5279"/>
                  </a:lnTo>
                  <a:lnTo>
                    <a:pt x="6283981" y="5279"/>
                  </a:lnTo>
                  <a:lnTo>
                    <a:pt x="6284075" y="5279"/>
                  </a:lnTo>
                  <a:lnTo>
                    <a:pt x="6284169" y="5279"/>
                  </a:lnTo>
                  <a:lnTo>
                    <a:pt x="6284263" y="5279"/>
                  </a:lnTo>
                  <a:lnTo>
                    <a:pt x="6284357" y="5279"/>
                  </a:lnTo>
                  <a:lnTo>
                    <a:pt x="6284451" y="5279"/>
                  </a:lnTo>
                  <a:lnTo>
                    <a:pt x="6284545" y="5279"/>
                  </a:lnTo>
                  <a:lnTo>
                    <a:pt x="6284639" y="5279"/>
                  </a:lnTo>
                  <a:lnTo>
                    <a:pt x="6284733" y="5279"/>
                  </a:lnTo>
                  <a:lnTo>
                    <a:pt x="6284827" y="5279"/>
                  </a:lnTo>
                  <a:lnTo>
                    <a:pt x="6284921" y="5279"/>
                  </a:lnTo>
                  <a:lnTo>
                    <a:pt x="6285015" y="5279"/>
                  </a:lnTo>
                  <a:lnTo>
                    <a:pt x="6285109" y="5279"/>
                  </a:lnTo>
                  <a:lnTo>
                    <a:pt x="6285203" y="5279"/>
                  </a:lnTo>
                  <a:lnTo>
                    <a:pt x="6285297" y="5279"/>
                  </a:lnTo>
                  <a:lnTo>
                    <a:pt x="6285391" y="5279"/>
                  </a:lnTo>
                  <a:lnTo>
                    <a:pt x="6285485" y="5279"/>
                  </a:lnTo>
                  <a:lnTo>
                    <a:pt x="6285579" y="5279"/>
                  </a:lnTo>
                  <a:lnTo>
                    <a:pt x="6285673" y="5279"/>
                  </a:lnTo>
                  <a:lnTo>
                    <a:pt x="6285767" y="5279"/>
                  </a:lnTo>
                  <a:lnTo>
                    <a:pt x="6285861" y="5279"/>
                  </a:lnTo>
                  <a:lnTo>
                    <a:pt x="6285955" y="5279"/>
                  </a:lnTo>
                  <a:lnTo>
                    <a:pt x="6286049" y="5279"/>
                  </a:lnTo>
                  <a:lnTo>
                    <a:pt x="6286143" y="5279"/>
                  </a:lnTo>
                  <a:lnTo>
                    <a:pt x="6286237" y="5279"/>
                  </a:lnTo>
                  <a:lnTo>
                    <a:pt x="6286331" y="5279"/>
                  </a:lnTo>
                  <a:lnTo>
                    <a:pt x="6286425" y="5279"/>
                  </a:lnTo>
                  <a:lnTo>
                    <a:pt x="6286519" y="5279"/>
                  </a:lnTo>
                  <a:lnTo>
                    <a:pt x="6286613" y="5279"/>
                  </a:lnTo>
                  <a:lnTo>
                    <a:pt x="6286707" y="5279"/>
                  </a:lnTo>
                  <a:lnTo>
                    <a:pt x="6286801" y="5279"/>
                  </a:lnTo>
                  <a:lnTo>
                    <a:pt x="6286895" y="5279"/>
                  </a:lnTo>
                  <a:lnTo>
                    <a:pt x="6286989" y="5279"/>
                  </a:lnTo>
                  <a:lnTo>
                    <a:pt x="6287083" y="5279"/>
                  </a:lnTo>
                  <a:lnTo>
                    <a:pt x="6287177" y="5279"/>
                  </a:lnTo>
                  <a:lnTo>
                    <a:pt x="6287271" y="5279"/>
                  </a:lnTo>
                  <a:lnTo>
                    <a:pt x="6287366" y="5279"/>
                  </a:lnTo>
                  <a:lnTo>
                    <a:pt x="6287460" y="5279"/>
                  </a:lnTo>
                  <a:lnTo>
                    <a:pt x="6287554" y="5279"/>
                  </a:lnTo>
                  <a:lnTo>
                    <a:pt x="6287648" y="5279"/>
                  </a:lnTo>
                  <a:lnTo>
                    <a:pt x="6287742" y="5279"/>
                  </a:lnTo>
                  <a:lnTo>
                    <a:pt x="6287836" y="5279"/>
                  </a:lnTo>
                  <a:lnTo>
                    <a:pt x="6287930" y="5279"/>
                  </a:lnTo>
                  <a:lnTo>
                    <a:pt x="6288024" y="5279"/>
                  </a:lnTo>
                  <a:lnTo>
                    <a:pt x="6288118" y="5279"/>
                  </a:lnTo>
                  <a:lnTo>
                    <a:pt x="6288212" y="5279"/>
                  </a:lnTo>
                  <a:lnTo>
                    <a:pt x="6288306" y="5279"/>
                  </a:lnTo>
                  <a:lnTo>
                    <a:pt x="6288400" y="5279"/>
                  </a:lnTo>
                  <a:lnTo>
                    <a:pt x="6288494" y="5279"/>
                  </a:lnTo>
                  <a:lnTo>
                    <a:pt x="6288588" y="5279"/>
                  </a:lnTo>
                  <a:lnTo>
                    <a:pt x="6288682" y="5279"/>
                  </a:lnTo>
                  <a:lnTo>
                    <a:pt x="6288776" y="5279"/>
                  </a:lnTo>
                  <a:lnTo>
                    <a:pt x="6288870" y="5279"/>
                  </a:lnTo>
                  <a:lnTo>
                    <a:pt x="6288964" y="5279"/>
                  </a:lnTo>
                  <a:lnTo>
                    <a:pt x="6289058" y="5279"/>
                  </a:lnTo>
                  <a:lnTo>
                    <a:pt x="6289152" y="5279"/>
                  </a:lnTo>
                  <a:lnTo>
                    <a:pt x="6289246" y="5279"/>
                  </a:lnTo>
                  <a:lnTo>
                    <a:pt x="6289340" y="5279"/>
                  </a:lnTo>
                  <a:lnTo>
                    <a:pt x="6289434" y="5279"/>
                  </a:lnTo>
                  <a:lnTo>
                    <a:pt x="6289528" y="5279"/>
                  </a:lnTo>
                  <a:lnTo>
                    <a:pt x="6289622" y="5279"/>
                  </a:lnTo>
                  <a:lnTo>
                    <a:pt x="6289716" y="5279"/>
                  </a:lnTo>
                  <a:lnTo>
                    <a:pt x="6289810" y="5279"/>
                  </a:lnTo>
                  <a:lnTo>
                    <a:pt x="6289904" y="5279"/>
                  </a:lnTo>
                  <a:lnTo>
                    <a:pt x="6289998" y="5279"/>
                  </a:lnTo>
                  <a:lnTo>
                    <a:pt x="6290092" y="5279"/>
                  </a:lnTo>
                  <a:lnTo>
                    <a:pt x="6290186" y="5279"/>
                  </a:lnTo>
                  <a:lnTo>
                    <a:pt x="6290280" y="5279"/>
                  </a:lnTo>
                  <a:lnTo>
                    <a:pt x="6290374" y="5279"/>
                  </a:lnTo>
                  <a:lnTo>
                    <a:pt x="6290468" y="5279"/>
                  </a:lnTo>
                  <a:lnTo>
                    <a:pt x="6290562" y="5279"/>
                  </a:lnTo>
                  <a:lnTo>
                    <a:pt x="6290656" y="5279"/>
                  </a:lnTo>
                  <a:lnTo>
                    <a:pt x="6290750" y="5279"/>
                  </a:lnTo>
                  <a:lnTo>
                    <a:pt x="6290844" y="5279"/>
                  </a:lnTo>
                  <a:lnTo>
                    <a:pt x="6290939" y="5279"/>
                  </a:lnTo>
                  <a:lnTo>
                    <a:pt x="6291033" y="5279"/>
                  </a:lnTo>
                  <a:lnTo>
                    <a:pt x="6291127" y="5279"/>
                  </a:lnTo>
                  <a:lnTo>
                    <a:pt x="6291221" y="5279"/>
                  </a:lnTo>
                  <a:lnTo>
                    <a:pt x="6291315" y="5279"/>
                  </a:lnTo>
                  <a:lnTo>
                    <a:pt x="6291409" y="5279"/>
                  </a:lnTo>
                  <a:lnTo>
                    <a:pt x="6291503" y="5279"/>
                  </a:lnTo>
                  <a:lnTo>
                    <a:pt x="6291597" y="5279"/>
                  </a:lnTo>
                  <a:lnTo>
                    <a:pt x="6291691" y="5279"/>
                  </a:lnTo>
                  <a:lnTo>
                    <a:pt x="6291785" y="5279"/>
                  </a:lnTo>
                  <a:lnTo>
                    <a:pt x="6291879" y="5279"/>
                  </a:lnTo>
                  <a:lnTo>
                    <a:pt x="6291973" y="5279"/>
                  </a:lnTo>
                  <a:lnTo>
                    <a:pt x="6292067" y="5279"/>
                  </a:lnTo>
                  <a:lnTo>
                    <a:pt x="6292161" y="5279"/>
                  </a:lnTo>
                  <a:lnTo>
                    <a:pt x="6292255" y="5279"/>
                  </a:lnTo>
                  <a:lnTo>
                    <a:pt x="6292349" y="5279"/>
                  </a:lnTo>
                  <a:lnTo>
                    <a:pt x="6292443" y="5279"/>
                  </a:lnTo>
                  <a:lnTo>
                    <a:pt x="6292537" y="5279"/>
                  </a:lnTo>
                  <a:lnTo>
                    <a:pt x="6292631" y="5279"/>
                  </a:lnTo>
                  <a:lnTo>
                    <a:pt x="6292725" y="5279"/>
                  </a:lnTo>
                  <a:lnTo>
                    <a:pt x="6292819" y="5279"/>
                  </a:lnTo>
                  <a:lnTo>
                    <a:pt x="6292913" y="5279"/>
                  </a:lnTo>
                  <a:lnTo>
                    <a:pt x="6293007" y="5279"/>
                  </a:lnTo>
                  <a:lnTo>
                    <a:pt x="6293101" y="5279"/>
                  </a:lnTo>
                  <a:lnTo>
                    <a:pt x="6293195" y="5279"/>
                  </a:lnTo>
                  <a:lnTo>
                    <a:pt x="6293289" y="5279"/>
                  </a:lnTo>
                  <a:lnTo>
                    <a:pt x="6293383" y="5279"/>
                  </a:lnTo>
                  <a:lnTo>
                    <a:pt x="6293477" y="5279"/>
                  </a:lnTo>
                  <a:lnTo>
                    <a:pt x="6293571" y="5279"/>
                  </a:lnTo>
                  <a:lnTo>
                    <a:pt x="6293665" y="5279"/>
                  </a:lnTo>
                  <a:lnTo>
                    <a:pt x="6293759" y="5279"/>
                  </a:lnTo>
                  <a:lnTo>
                    <a:pt x="6293853" y="5279"/>
                  </a:lnTo>
                  <a:lnTo>
                    <a:pt x="6293947" y="5279"/>
                  </a:lnTo>
                  <a:lnTo>
                    <a:pt x="6294041" y="5279"/>
                  </a:lnTo>
                  <a:lnTo>
                    <a:pt x="6294135" y="5279"/>
                  </a:lnTo>
                  <a:lnTo>
                    <a:pt x="6294229" y="5279"/>
                  </a:lnTo>
                  <a:lnTo>
                    <a:pt x="6294323" y="5279"/>
                  </a:lnTo>
                  <a:lnTo>
                    <a:pt x="6294417" y="5279"/>
                  </a:lnTo>
                  <a:lnTo>
                    <a:pt x="6294512" y="5279"/>
                  </a:lnTo>
                  <a:lnTo>
                    <a:pt x="6294606" y="5279"/>
                  </a:lnTo>
                  <a:lnTo>
                    <a:pt x="6294700" y="5279"/>
                  </a:lnTo>
                  <a:lnTo>
                    <a:pt x="6294794" y="5279"/>
                  </a:lnTo>
                  <a:lnTo>
                    <a:pt x="6294888" y="5279"/>
                  </a:lnTo>
                  <a:lnTo>
                    <a:pt x="6294982" y="5279"/>
                  </a:lnTo>
                  <a:lnTo>
                    <a:pt x="6295076" y="5279"/>
                  </a:lnTo>
                  <a:lnTo>
                    <a:pt x="6295170" y="5279"/>
                  </a:lnTo>
                  <a:lnTo>
                    <a:pt x="6295264" y="5279"/>
                  </a:lnTo>
                  <a:lnTo>
                    <a:pt x="6295358" y="5279"/>
                  </a:lnTo>
                  <a:lnTo>
                    <a:pt x="6295452" y="5279"/>
                  </a:lnTo>
                  <a:lnTo>
                    <a:pt x="6295546" y="5279"/>
                  </a:lnTo>
                  <a:lnTo>
                    <a:pt x="6295640" y="5279"/>
                  </a:lnTo>
                  <a:lnTo>
                    <a:pt x="6295734" y="5279"/>
                  </a:lnTo>
                  <a:lnTo>
                    <a:pt x="6295828" y="5279"/>
                  </a:lnTo>
                  <a:lnTo>
                    <a:pt x="6295922" y="5279"/>
                  </a:lnTo>
                  <a:lnTo>
                    <a:pt x="6296016" y="5279"/>
                  </a:lnTo>
                  <a:lnTo>
                    <a:pt x="6296110" y="5279"/>
                  </a:lnTo>
                  <a:lnTo>
                    <a:pt x="6296204" y="5279"/>
                  </a:lnTo>
                  <a:lnTo>
                    <a:pt x="6296298" y="5279"/>
                  </a:lnTo>
                  <a:lnTo>
                    <a:pt x="6296392" y="5279"/>
                  </a:lnTo>
                  <a:lnTo>
                    <a:pt x="6296486" y="5279"/>
                  </a:lnTo>
                  <a:lnTo>
                    <a:pt x="6296580" y="5279"/>
                  </a:lnTo>
                  <a:lnTo>
                    <a:pt x="6296674" y="5279"/>
                  </a:lnTo>
                  <a:lnTo>
                    <a:pt x="6296768" y="5279"/>
                  </a:lnTo>
                  <a:lnTo>
                    <a:pt x="6296862" y="5279"/>
                  </a:lnTo>
                  <a:lnTo>
                    <a:pt x="6296956" y="5279"/>
                  </a:lnTo>
                  <a:lnTo>
                    <a:pt x="6297050" y="5279"/>
                  </a:lnTo>
                  <a:lnTo>
                    <a:pt x="6297144" y="5279"/>
                  </a:lnTo>
                  <a:lnTo>
                    <a:pt x="6297238" y="5279"/>
                  </a:lnTo>
                  <a:lnTo>
                    <a:pt x="6297332" y="5279"/>
                  </a:lnTo>
                  <a:lnTo>
                    <a:pt x="6297426" y="5279"/>
                  </a:lnTo>
                  <a:lnTo>
                    <a:pt x="6297520" y="5279"/>
                  </a:lnTo>
                  <a:lnTo>
                    <a:pt x="6297614" y="5279"/>
                  </a:lnTo>
                  <a:lnTo>
                    <a:pt x="6297708" y="5279"/>
                  </a:lnTo>
                  <a:lnTo>
                    <a:pt x="6297802" y="5279"/>
                  </a:lnTo>
                  <a:lnTo>
                    <a:pt x="6297896" y="5279"/>
                  </a:lnTo>
                  <a:lnTo>
                    <a:pt x="6297991" y="5279"/>
                  </a:lnTo>
                  <a:lnTo>
                    <a:pt x="6298085" y="5279"/>
                  </a:lnTo>
                  <a:lnTo>
                    <a:pt x="6298179" y="5279"/>
                  </a:lnTo>
                  <a:lnTo>
                    <a:pt x="6298273" y="5279"/>
                  </a:lnTo>
                  <a:lnTo>
                    <a:pt x="6298367" y="5279"/>
                  </a:lnTo>
                  <a:lnTo>
                    <a:pt x="6298461" y="5279"/>
                  </a:lnTo>
                  <a:lnTo>
                    <a:pt x="6298555" y="5279"/>
                  </a:lnTo>
                  <a:lnTo>
                    <a:pt x="6298649" y="5279"/>
                  </a:lnTo>
                  <a:lnTo>
                    <a:pt x="6298743" y="5279"/>
                  </a:lnTo>
                  <a:lnTo>
                    <a:pt x="6298837" y="5279"/>
                  </a:lnTo>
                  <a:lnTo>
                    <a:pt x="6298931" y="5279"/>
                  </a:lnTo>
                  <a:lnTo>
                    <a:pt x="6299025" y="5279"/>
                  </a:lnTo>
                  <a:lnTo>
                    <a:pt x="6299119" y="5279"/>
                  </a:lnTo>
                  <a:lnTo>
                    <a:pt x="6299213" y="5279"/>
                  </a:lnTo>
                  <a:lnTo>
                    <a:pt x="6299307" y="5279"/>
                  </a:lnTo>
                  <a:lnTo>
                    <a:pt x="6299401" y="5279"/>
                  </a:lnTo>
                  <a:lnTo>
                    <a:pt x="6299495" y="5279"/>
                  </a:lnTo>
                  <a:lnTo>
                    <a:pt x="6299589" y="5279"/>
                  </a:lnTo>
                  <a:lnTo>
                    <a:pt x="6299683" y="5279"/>
                  </a:lnTo>
                  <a:lnTo>
                    <a:pt x="6299777" y="5279"/>
                  </a:lnTo>
                  <a:lnTo>
                    <a:pt x="6299871" y="5279"/>
                  </a:lnTo>
                  <a:lnTo>
                    <a:pt x="6299965" y="5279"/>
                  </a:lnTo>
                  <a:lnTo>
                    <a:pt x="6300059" y="5279"/>
                  </a:lnTo>
                  <a:lnTo>
                    <a:pt x="6300153" y="5279"/>
                  </a:lnTo>
                  <a:lnTo>
                    <a:pt x="6300247" y="5279"/>
                  </a:lnTo>
                  <a:lnTo>
                    <a:pt x="6300341" y="5279"/>
                  </a:lnTo>
                  <a:lnTo>
                    <a:pt x="6300435" y="5279"/>
                  </a:lnTo>
                  <a:lnTo>
                    <a:pt x="6300529" y="5279"/>
                  </a:lnTo>
                  <a:lnTo>
                    <a:pt x="6300623" y="5279"/>
                  </a:lnTo>
                  <a:lnTo>
                    <a:pt x="6300717" y="5279"/>
                  </a:lnTo>
                  <a:lnTo>
                    <a:pt x="6300811" y="5279"/>
                  </a:lnTo>
                  <a:lnTo>
                    <a:pt x="6300905" y="5279"/>
                  </a:lnTo>
                  <a:lnTo>
                    <a:pt x="6300999" y="5279"/>
                  </a:lnTo>
                  <a:lnTo>
                    <a:pt x="6301093" y="5279"/>
                  </a:lnTo>
                  <a:lnTo>
                    <a:pt x="6301187" y="5279"/>
                  </a:lnTo>
                  <a:lnTo>
                    <a:pt x="6301281" y="5279"/>
                  </a:lnTo>
                  <a:lnTo>
                    <a:pt x="6301375" y="5279"/>
                  </a:lnTo>
                  <a:lnTo>
                    <a:pt x="6301469" y="5279"/>
                  </a:lnTo>
                  <a:lnTo>
                    <a:pt x="6301564" y="5279"/>
                  </a:lnTo>
                  <a:lnTo>
                    <a:pt x="6301658" y="5279"/>
                  </a:lnTo>
                  <a:lnTo>
                    <a:pt x="6301752" y="5279"/>
                  </a:lnTo>
                  <a:lnTo>
                    <a:pt x="6301846" y="5279"/>
                  </a:lnTo>
                  <a:lnTo>
                    <a:pt x="6301940" y="5279"/>
                  </a:lnTo>
                  <a:lnTo>
                    <a:pt x="6302034" y="5279"/>
                  </a:lnTo>
                  <a:lnTo>
                    <a:pt x="6302128" y="5279"/>
                  </a:lnTo>
                  <a:lnTo>
                    <a:pt x="6302222" y="5279"/>
                  </a:lnTo>
                  <a:lnTo>
                    <a:pt x="6302316" y="5279"/>
                  </a:lnTo>
                  <a:lnTo>
                    <a:pt x="6302410" y="5279"/>
                  </a:lnTo>
                  <a:lnTo>
                    <a:pt x="6302504" y="5279"/>
                  </a:lnTo>
                  <a:lnTo>
                    <a:pt x="6302598" y="5279"/>
                  </a:lnTo>
                  <a:lnTo>
                    <a:pt x="6302692" y="5279"/>
                  </a:lnTo>
                  <a:lnTo>
                    <a:pt x="6302786" y="5279"/>
                  </a:lnTo>
                  <a:lnTo>
                    <a:pt x="6302880" y="5279"/>
                  </a:lnTo>
                  <a:lnTo>
                    <a:pt x="6302974" y="5279"/>
                  </a:lnTo>
                  <a:lnTo>
                    <a:pt x="6303068" y="5279"/>
                  </a:lnTo>
                  <a:lnTo>
                    <a:pt x="6303162" y="5279"/>
                  </a:lnTo>
                  <a:lnTo>
                    <a:pt x="6303256" y="5279"/>
                  </a:lnTo>
                  <a:lnTo>
                    <a:pt x="6303350" y="5279"/>
                  </a:lnTo>
                  <a:lnTo>
                    <a:pt x="6303444" y="5279"/>
                  </a:lnTo>
                  <a:lnTo>
                    <a:pt x="6303538" y="5279"/>
                  </a:lnTo>
                  <a:lnTo>
                    <a:pt x="6303632" y="5279"/>
                  </a:lnTo>
                  <a:lnTo>
                    <a:pt x="6303726" y="5279"/>
                  </a:lnTo>
                  <a:lnTo>
                    <a:pt x="6303820" y="5279"/>
                  </a:lnTo>
                  <a:lnTo>
                    <a:pt x="6303914" y="5279"/>
                  </a:lnTo>
                  <a:lnTo>
                    <a:pt x="6304008" y="5279"/>
                  </a:lnTo>
                  <a:lnTo>
                    <a:pt x="6304102" y="5279"/>
                  </a:lnTo>
                  <a:lnTo>
                    <a:pt x="6304196" y="5279"/>
                  </a:lnTo>
                  <a:lnTo>
                    <a:pt x="6304290" y="5279"/>
                  </a:lnTo>
                  <a:lnTo>
                    <a:pt x="6304384" y="5279"/>
                  </a:lnTo>
                  <a:lnTo>
                    <a:pt x="6304478" y="5279"/>
                  </a:lnTo>
                  <a:lnTo>
                    <a:pt x="6304572" y="5279"/>
                  </a:lnTo>
                  <a:lnTo>
                    <a:pt x="6304666" y="5279"/>
                  </a:lnTo>
                  <a:lnTo>
                    <a:pt x="6304760" y="5279"/>
                  </a:lnTo>
                  <a:lnTo>
                    <a:pt x="6304854" y="5279"/>
                  </a:lnTo>
                  <a:lnTo>
                    <a:pt x="6304948" y="5279"/>
                  </a:lnTo>
                  <a:lnTo>
                    <a:pt x="6305042" y="5279"/>
                  </a:lnTo>
                  <a:lnTo>
                    <a:pt x="6305137" y="5279"/>
                  </a:lnTo>
                  <a:lnTo>
                    <a:pt x="6305231" y="5279"/>
                  </a:lnTo>
                  <a:lnTo>
                    <a:pt x="6305325" y="5279"/>
                  </a:lnTo>
                  <a:lnTo>
                    <a:pt x="6305419" y="5279"/>
                  </a:lnTo>
                  <a:lnTo>
                    <a:pt x="6305513" y="5279"/>
                  </a:lnTo>
                  <a:lnTo>
                    <a:pt x="6305607" y="5279"/>
                  </a:lnTo>
                  <a:lnTo>
                    <a:pt x="6305701" y="5279"/>
                  </a:lnTo>
                  <a:lnTo>
                    <a:pt x="6305795" y="5279"/>
                  </a:lnTo>
                  <a:lnTo>
                    <a:pt x="6305889" y="5279"/>
                  </a:lnTo>
                  <a:lnTo>
                    <a:pt x="6305983" y="5279"/>
                  </a:lnTo>
                  <a:lnTo>
                    <a:pt x="6306077" y="5279"/>
                  </a:lnTo>
                  <a:lnTo>
                    <a:pt x="6306171" y="5279"/>
                  </a:lnTo>
                  <a:lnTo>
                    <a:pt x="6306265" y="5279"/>
                  </a:lnTo>
                  <a:lnTo>
                    <a:pt x="6306359" y="5279"/>
                  </a:lnTo>
                  <a:lnTo>
                    <a:pt x="6306453" y="5279"/>
                  </a:lnTo>
                  <a:lnTo>
                    <a:pt x="6306547" y="5279"/>
                  </a:lnTo>
                  <a:lnTo>
                    <a:pt x="6306641" y="5279"/>
                  </a:lnTo>
                  <a:lnTo>
                    <a:pt x="6306735" y="5279"/>
                  </a:lnTo>
                  <a:lnTo>
                    <a:pt x="6306829" y="5279"/>
                  </a:lnTo>
                  <a:lnTo>
                    <a:pt x="6306923" y="5279"/>
                  </a:lnTo>
                  <a:lnTo>
                    <a:pt x="6307017" y="5279"/>
                  </a:lnTo>
                  <a:lnTo>
                    <a:pt x="6307111" y="5279"/>
                  </a:lnTo>
                  <a:lnTo>
                    <a:pt x="6307205" y="5279"/>
                  </a:lnTo>
                  <a:lnTo>
                    <a:pt x="6307299" y="5279"/>
                  </a:lnTo>
                  <a:lnTo>
                    <a:pt x="6307393" y="5279"/>
                  </a:lnTo>
                  <a:lnTo>
                    <a:pt x="6307487" y="5279"/>
                  </a:lnTo>
                  <a:lnTo>
                    <a:pt x="6307581" y="5279"/>
                  </a:lnTo>
                  <a:lnTo>
                    <a:pt x="6307675" y="5279"/>
                  </a:lnTo>
                  <a:lnTo>
                    <a:pt x="6307769" y="5279"/>
                  </a:lnTo>
                  <a:lnTo>
                    <a:pt x="6307863" y="5279"/>
                  </a:lnTo>
                  <a:lnTo>
                    <a:pt x="6307957" y="5279"/>
                  </a:lnTo>
                  <a:lnTo>
                    <a:pt x="6308051" y="5279"/>
                  </a:lnTo>
                  <a:lnTo>
                    <a:pt x="6308145" y="5279"/>
                  </a:lnTo>
                  <a:lnTo>
                    <a:pt x="6308239" y="5279"/>
                  </a:lnTo>
                  <a:lnTo>
                    <a:pt x="6308333" y="5279"/>
                  </a:lnTo>
                  <a:lnTo>
                    <a:pt x="6308427" y="5279"/>
                  </a:lnTo>
                  <a:lnTo>
                    <a:pt x="6308521" y="5279"/>
                  </a:lnTo>
                  <a:lnTo>
                    <a:pt x="6308616" y="5279"/>
                  </a:lnTo>
                  <a:lnTo>
                    <a:pt x="6308710" y="5279"/>
                  </a:lnTo>
                  <a:lnTo>
                    <a:pt x="6308804" y="5279"/>
                  </a:lnTo>
                  <a:lnTo>
                    <a:pt x="6308898" y="5279"/>
                  </a:lnTo>
                  <a:lnTo>
                    <a:pt x="6308992" y="5279"/>
                  </a:lnTo>
                  <a:lnTo>
                    <a:pt x="6309086" y="5279"/>
                  </a:lnTo>
                  <a:lnTo>
                    <a:pt x="6309180" y="5279"/>
                  </a:lnTo>
                  <a:lnTo>
                    <a:pt x="6309274" y="5279"/>
                  </a:lnTo>
                  <a:lnTo>
                    <a:pt x="6309368" y="5279"/>
                  </a:lnTo>
                  <a:lnTo>
                    <a:pt x="6309462" y="5279"/>
                  </a:lnTo>
                  <a:lnTo>
                    <a:pt x="6309556" y="5279"/>
                  </a:lnTo>
                  <a:lnTo>
                    <a:pt x="6309650" y="5279"/>
                  </a:lnTo>
                  <a:lnTo>
                    <a:pt x="6309744" y="5279"/>
                  </a:lnTo>
                  <a:lnTo>
                    <a:pt x="6309838" y="5279"/>
                  </a:lnTo>
                  <a:lnTo>
                    <a:pt x="6309932" y="5279"/>
                  </a:lnTo>
                  <a:lnTo>
                    <a:pt x="6310026" y="5279"/>
                  </a:lnTo>
                  <a:lnTo>
                    <a:pt x="6310120" y="5279"/>
                  </a:lnTo>
                  <a:lnTo>
                    <a:pt x="6310214" y="5279"/>
                  </a:lnTo>
                  <a:lnTo>
                    <a:pt x="6310308" y="5279"/>
                  </a:lnTo>
                  <a:lnTo>
                    <a:pt x="6310402" y="5279"/>
                  </a:lnTo>
                  <a:lnTo>
                    <a:pt x="6310496" y="5279"/>
                  </a:lnTo>
                  <a:lnTo>
                    <a:pt x="6310590" y="5279"/>
                  </a:lnTo>
                  <a:lnTo>
                    <a:pt x="6310684" y="5279"/>
                  </a:lnTo>
                  <a:lnTo>
                    <a:pt x="6310778" y="5279"/>
                  </a:lnTo>
                  <a:lnTo>
                    <a:pt x="6310872" y="5279"/>
                  </a:lnTo>
                  <a:lnTo>
                    <a:pt x="6310966" y="5279"/>
                  </a:lnTo>
                  <a:lnTo>
                    <a:pt x="6311060" y="5279"/>
                  </a:lnTo>
                  <a:lnTo>
                    <a:pt x="6311154" y="5279"/>
                  </a:lnTo>
                  <a:lnTo>
                    <a:pt x="6311248" y="5279"/>
                  </a:lnTo>
                  <a:lnTo>
                    <a:pt x="6311342" y="5279"/>
                  </a:lnTo>
                  <a:lnTo>
                    <a:pt x="6311436" y="5279"/>
                  </a:lnTo>
                  <a:lnTo>
                    <a:pt x="6311530" y="5279"/>
                  </a:lnTo>
                  <a:lnTo>
                    <a:pt x="6311624" y="5279"/>
                  </a:lnTo>
                  <a:lnTo>
                    <a:pt x="6311718" y="5279"/>
                  </a:lnTo>
                  <a:lnTo>
                    <a:pt x="6311812" y="5279"/>
                  </a:lnTo>
                  <a:lnTo>
                    <a:pt x="6311906" y="5279"/>
                  </a:lnTo>
                  <a:lnTo>
                    <a:pt x="6312000" y="5279"/>
                  </a:lnTo>
                  <a:lnTo>
                    <a:pt x="6312094" y="5279"/>
                  </a:lnTo>
                  <a:lnTo>
                    <a:pt x="6312189" y="5279"/>
                  </a:lnTo>
                  <a:lnTo>
                    <a:pt x="6312283" y="5279"/>
                  </a:lnTo>
                  <a:lnTo>
                    <a:pt x="6312377" y="5279"/>
                  </a:lnTo>
                  <a:lnTo>
                    <a:pt x="6312471" y="5279"/>
                  </a:lnTo>
                  <a:lnTo>
                    <a:pt x="6312565" y="5279"/>
                  </a:lnTo>
                  <a:lnTo>
                    <a:pt x="6312659" y="5279"/>
                  </a:lnTo>
                  <a:lnTo>
                    <a:pt x="6312753" y="5279"/>
                  </a:lnTo>
                  <a:lnTo>
                    <a:pt x="6312847" y="5279"/>
                  </a:lnTo>
                  <a:lnTo>
                    <a:pt x="6312941" y="5279"/>
                  </a:lnTo>
                  <a:lnTo>
                    <a:pt x="6313035" y="5279"/>
                  </a:lnTo>
                  <a:lnTo>
                    <a:pt x="6313129" y="5279"/>
                  </a:lnTo>
                  <a:lnTo>
                    <a:pt x="6313223" y="5279"/>
                  </a:lnTo>
                  <a:lnTo>
                    <a:pt x="6313317" y="5279"/>
                  </a:lnTo>
                  <a:lnTo>
                    <a:pt x="6313411" y="5279"/>
                  </a:lnTo>
                  <a:lnTo>
                    <a:pt x="6313505" y="5279"/>
                  </a:lnTo>
                  <a:lnTo>
                    <a:pt x="6313599" y="5279"/>
                  </a:lnTo>
                  <a:lnTo>
                    <a:pt x="6313693" y="5279"/>
                  </a:lnTo>
                  <a:lnTo>
                    <a:pt x="6313787" y="5279"/>
                  </a:lnTo>
                  <a:lnTo>
                    <a:pt x="6313881" y="5279"/>
                  </a:lnTo>
                  <a:lnTo>
                    <a:pt x="6313975" y="5279"/>
                  </a:lnTo>
                  <a:lnTo>
                    <a:pt x="6314069" y="5279"/>
                  </a:lnTo>
                  <a:lnTo>
                    <a:pt x="6314163" y="5279"/>
                  </a:lnTo>
                  <a:lnTo>
                    <a:pt x="6314257" y="5279"/>
                  </a:lnTo>
                  <a:lnTo>
                    <a:pt x="6314351" y="5279"/>
                  </a:lnTo>
                  <a:lnTo>
                    <a:pt x="6314445" y="5279"/>
                  </a:lnTo>
                  <a:lnTo>
                    <a:pt x="6314539" y="5279"/>
                  </a:lnTo>
                  <a:lnTo>
                    <a:pt x="6314633" y="5279"/>
                  </a:lnTo>
                  <a:lnTo>
                    <a:pt x="6314727" y="5279"/>
                  </a:lnTo>
                  <a:lnTo>
                    <a:pt x="6314821" y="5279"/>
                  </a:lnTo>
                  <a:lnTo>
                    <a:pt x="6314915" y="5279"/>
                  </a:lnTo>
                  <a:lnTo>
                    <a:pt x="6315009" y="5279"/>
                  </a:lnTo>
                  <a:lnTo>
                    <a:pt x="6315103" y="5279"/>
                  </a:lnTo>
                  <a:lnTo>
                    <a:pt x="6315197" y="5279"/>
                  </a:lnTo>
                  <a:lnTo>
                    <a:pt x="6315291" y="5279"/>
                  </a:lnTo>
                  <a:lnTo>
                    <a:pt x="6315385" y="5279"/>
                  </a:lnTo>
                  <a:lnTo>
                    <a:pt x="6315479" y="5279"/>
                  </a:lnTo>
                  <a:lnTo>
                    <a:pt x="6315573" y="5279"/>
                  </a:lnTo>
                  <a:lnTo>
                    <a:pt x="6315667" y="5279"/>
                  </a:lnTo>
                  <a:lnTo>
                    <a:pt x="6315762" y="5279"/>
                  </a:lnTo>
                  <a:lnTo>
                    <a:pt x="6315856" y="5279"/>
                  </a:lnTo>
                  <a:lnTo>
                    <a:pt x="6315950" y="5279"/>
                  </a:lnTo>
                  <a:lnTo>
                    <a:pt x="6316044" y="5279"/>
                  </a:lnTo>
                  <a:lnTo>
                    <a:pt x="6316138" y="5279"/>
                  </a:lnTo>
                  <a:lnTo>
                    <a:pt x="6316232" y="5279"/>
                  </a:lnTo>
                  <a:lnTo>
                    <a:pt x="6316326" y="5279"/>
                  </a:lnTo>
                  <a:lnTo>
                    <a:pt x="6316420" y="5279"/>
                  </a:lnTo>
                  <a:lnTo>
                    <a:pt x="6316514" y="5279"/>
                  </a:lnTo>
                  <a:lnTo>
                    <a:pt x="6316608" y="5279"/>
                  </a:lnTo>
                  <a:lnTo>
                    <a:pt x="6316702" y="5279"/>
                  </a:lnTo>
                  <a:lnTo>
                    <a:pt x="6316796" y="5279"/>
                  </a:lnTo>
                  <a:lnTo>
                    <a:pt x="6316890" y="5279"/>
                  </a:lnTo>
                  <a:lnTo>
                    <a:pt x="6316984" y="5279"/>
                  </a:lnTo>
                  <a:lnTo>
                    <a:pt x="6317078" y="5279"/>
                  </a:lnTo>
                  <a:lnTo>
                    <a:pt x="6317172" y="5279"/>
                  </a:lnTo>
                  <a:lnTo>
                    <a:pt x="6317266" y="5279"/>
                  </a:lnTo>
                  <a:lnTo>
                    <a:pt x="6317360" y="5279"/>
                  </a:lnTo>
                  <a:lnTo>
                    <a:pt x="6317454" y="5279"/>
                  </a:lnTo>
                  <a:lnTo>
                    <a:pt x="6317548" y="5279"/>
                  </a:lnTo>
                  <a:lnTo>
                    <a:pt x="6317642" y="5279"/>
                  </a:lnTo>
                  <a:lnTo>
                    <a:pt x="6317736" y="5279"/>
                  </a:lnTo>
                  <a:lnTo>
                    <a:pt x="6317830" y="5279"/>
                  </a:lnTo>
                  <a:lnTo>
                    <a:pt x="6317924" y="5279"/>
                  </a:lnTo>
                  <a:lnTo>
                    <a:pt x="6318018" y="5279"/>
                  </a:lnTo>
                  <a:lnTo>
                    <a:pt x="6318112" y="5279"/>
                  </a:lnTo>
                  <a:lnTo>
                    <a:pt x="6318206" y="5279"/>
                  </a:lnTo>
                  <a:lnTo>
                    <a:pt x="6318300" y="5279"/>
                  </a:lnTo>
                  <a:lnTo>
                    <a:pt x="6318394" y="5279"/>
                  </a:lnTo>
                  <a:lnTo>
                    <a:pt x="6318488" y="5279"/>
                  </a:lnTo>
                  <a:lnTo>
                    <a:pt x="6318582" y="5279"/>
                  </a:lnTo>
                  <a:lnTo>
                    <a:pt x="6318676" y="5279"/>
                  </a:lnTo>
                  <a:lnTo>
                    <a:pt x="6318770" y="5279"/>
                  </a:lnTo>
                  <a:lnTo>
                    <a:pt x="6318864" y="5279"/>
                  </a:lnTo>
                  <a:lnTo>
                    <a:pt x="6318958" y="5279"/>
                  </a:lnTo>
                  <a:lnTo>
                    <a:pt x="6319052" y="5279"/>
                  </a:lnTo>
                  <a:lnTo>
                    <a:pt x="6319146" y="5279"/>
                  </a:lnTo>
                  <a:lnTo>
                    <a:pt x="6319240" y="5279"/>
                  </a:lnTo>
                  <a:lnTo>
                    <a:pt x="6319335" y="5279"/>
                  </a:lnTo>
                  <a:lnTo>
                    <a:pt x="6319429" y="5279"/>
                  </a:lnTo>
                  <a:lnTo>
                    <a:pt x="6319523" y="5279"/>
                  </a:lnTo>
                  <a:lnTo>
                    <a:pt x="6319617" y="5279"/>
                  </a:lnTo>
                  <a:lnTo>
                    <a:pt x="6319711" y="5279"/>
                  </a:lnTo>
                  <a:lnTo>
                    <a:pt x="6319805" y="5279"/>
                  </a:lnTo>
                  <a:lnTo>
                    <a:pt x="6319899" y="5279"/>
                  </a:lnTo>
                  <a:lnTo>
                    <a:pt x="6319993" y="5279"/>
                  </a:lnTo>
                  <a:lnTo>
                    <a:pt x="6320087" y="5279"/>
                  </a:lnTo>
                  <a:lnTo>
                    <a:pt x="6320181" y="5279"/>
                  </a:lnTo>
                  <a:lnTo>
                    <a:pt x="6320275" y="5279"/>
                  </a:lnTo>
                  <a:lnTo>
                    <a:pt x="6320369" y="5279"/>
                  </a:lnTo>
                  <a:lnTo>
                    <a:pt x="6320463" y="5279"/>
                  </a:lnTo>
                  <a:lnTo>
                    <a:pt x="6320557" y="5279"/>
                  </a:lnTo>
                  <a:lnTo>
                    <a:pt x="6320651" y="5279"/>
                  </a:lnTo>
                  <a:lnTo>
                    <a:pt x="6320745" y="5279"/>
                  </a:lnTo>
                  <a:lnTo>
                    <a:pt x="6320839" y="5279"/>
                  </a:lnTo>
                  <a:lnTo>
                    <a:pt x="6320933" y="5279"/>
                  </a:lnTo>
                  <a:lnTo>
                    <a:pt x="6321027" y="5279"/>
                  </a:lnTo>
                  <a:lnTo>
                    <a:pt x="6321121" y="5279"/>
                  </a:lnTo>
                  <a:lnTo>
                    <a:pt x="6321215" y="5279"/>
                  </a:lnTo>
                  <a:lnTo>
                    <a:pt x="6321309" y="5279"/>
                  </a:lnTo>
                  <a:lnTo>
                    <a:pt x="6321403" y="5279"/>
                  </a:lnTo>
                  <a:lnTo>
                    <a:pt x="6321497" y="5279"/>
                  </a:lnTo>
                  <a:lnTo>
                    <a:pt x="6321591" y="5279"/>
                  </a:lnTo>
                  <a:lnTo>
                    <a:pt x="6321685" y="5279"/>
                  </a:lnTo>
                  <a:lnTo>
                    <a:pt x="6321779" y="5279"/>
                  </a:lnTo>
                  <a:lnTo>
                    <a:pt x="6321873" y="5279"/>
                  </a:lnTo>
                  <a:lnTo>
                    <a:pt x="6321967" y="5279"/>
                  </a:lnTo>
                  <a:lnTo>
                    <a:pt x="6322061" y="5279"/>
                  </a:lnTo>
                  <a:lnTo>
                    <a:pt x="6322155" y="5279"/>
                  </a:lnTo>
                  <a:lnTo>
                    <a:pt x="6322249" y="5279"/>
                  </a:lnTo>
                  <a:lnTo>
                    <a:pt x="6322343" y="5279"/>
                  </a:lnTo>
                  <a:lnTo>
                    <a:pt x="6322437" y="5279"/>
                  </a:lnTo>
                  <a:lnTo>
                    <a:pt x="6322531" y="5279"/>
                  </a:lnTo>
                  <a:lnTo>
                    <a:pt x="6322625" y="5279"/>
                  </a:lnTo>
                  <a:lnTo>
                    <a:pt x="6322719" y="5279"/>
                  </a:lnTo>
                  <a:lnTo>
                    <a:pt x="6322814" y="5279"/>
                  </a:lnTo>
                  <a:lnTo>
                    <a:pt x="6322908" y="5279"/>
                  </a:lnTo>
                  <a:lnTo>
                    <a:pt x="6323002" y="5279"/>
                  </a:lnTo>
                  <a:lnTo>
                    <a:pt x="6323096" y="5279"/>
                  </a:lnTo>
                  <a:lnTo>
                    <a:pt x="6323190" y="5279"/>
                  </a:lnTo>
                  <a:lnTo>
                    <a:pt x="6323284" y="5279"/>
                  </a:lnTo>
                  <a:lnTo>
                    <a:pt x="6323378" y="5279"/>
                  </a:lnTo>
                  <a:lnTo>
                    <a:pt x="6323472" y="5279"/>
                  </a:lnTo>
                  <a:lnTo>
                    <a:pt x="6323566" y="5279"/>
                  </a:lnTo>
                  <a:lnTo>
                    <a:pt x="6323660" y="5279"/>
                  </a:lnTo>
                  <a:lnTo>
                    <a:pt x="6323754" y="5279"/>
                  </a:lnTo>
                  <a:lnTo>
                    <a:pt x="6323848" y="5279"/>
                  </a:lnTo>
                  <a:lnTo>
                    <a:pt x="6323942" y="5279"/>
                  </a:lnTo>
                  <a:lnTo>
                    <a:pt x="6324036" y="5279"/>
                  </a:lnTo>
                  <a:lnTo>
                    <a:pt x="6324130" y="5279"/>
                  </a:lnTo>
                  <a:lnTo>
                    <a:pt x="6324224" y="5279"/>
                  </a:lnTo>
                  <a:lnTo>
                    <a:pt x="6324318" y="5279"/>
                  </a:lnTo>
                  <a:lnTo>
                    <a:pt x="6324412" y="5279"/>
                  </a:lnTo>
                  <a:lnTo>
                    <a:pt x="6324506" y="5279"/>
                  </a:lnTo>
                  <a:lnTo>
                    <a:pt x="6324600" y="5279"/>
                  </a:lnTo>
                  <a:lnTo>
                    <a:pt x="6324694" y="5279"/>
                  </a:lnTo>
                  <a:lnTo>
                    <a:pt x="6324788" y="5279"/>
                  </a:lnTo>
                  <a:lnTo>
                    <a:pt x="6324882" y="5279"/>
                  </a:lnTo>
                  <a:lnTo>
                    <a:pt x="6324976" y="5279"/>
                  </a:lnTo>
                  <a:lnTo>
                    <a:pt x="6325070" y="5279"/>
                  </a:lnTo>
                  <a:lnTo>
                    <a:pt x="6325164" y="5279"/>
                  </a:lnTo>
                  <a:lnTo>
                    <a:pt x="6325258" y="5279"/>
                  </a:lnTo>
                  <a:lnTo>
                    <a:pt x="6325352" y="5279"/>
                  </a:lnTo>
                  <a:lnTo>
                    <a:pt x="6325446" y="5279"/>
                  </a:lnTo>
                  <a:lnTo>
                    <a:pt x="6325540" y="5279"/>
                  </a:lnTo>
                  <a:lnTo>
                    <a:pt x="6325634" y="5279"/>
                  </a:lnTo>
                  <a:lnTo>
                    <a:pt x="6325728" y="5279"/>
                  </a:lnTo>
                  <a:lnTo>
                    <a:pt x="6325822" y="5279"/>
                  </a:lnTo>
                  <a:lnTo>
                    <a:pt x="6325916" y="5279"/>
                  </a:lnTo>
                  <a:lnTo>
                    <a:pt x="6326010" y="5279"/>
                  </a:lnTo>
                  <a:lnTo>
                    <a:pt x="6326104" y="5279"/>
                  </a:lnTo>
                  <a:lnTo>
                    <a:pt x="6326198" y="5279"/>
                  </a:lnTo>
                  <a:lnTo>
                    <a:pt x="6326292" y="5279"/>
                  </a:lnTo>
                  <a:lnTo>
                    <a:pt x="6326387" y="5279"/>
                  </a:lnTo>
                  <a:lnTo>
                    <a:pt x="6326481" y="5279"/>
                  </a:lnTo>
                  <a:lnTo>
                    <a:pt x="6326575" y="5279"/>
                  </a:lnTo>
                  <a:lnTo>
                    <a:pt x="6326669" y="5279"/>
                  </a:lnTo>
                  <a:lnTo>
                    <a:pt x="6326763" y="5279"/>
                  </a:lnTo>
                  <a:lnTo>
                    <a:pt x="6326857" y="5279"/>
                  </a:lnTo>
                  <a:lnTo>
                    <a:pt x="6326951" y="5279"/>
                  </a:lnTo>
                  <a:lnTo>
                    <a:pt x="6327045" y="5279"/>
                  </a:lnTo>
                  <a:lnTo>
                    <a:pt x="6327139" y="5279"/>
                  </a:lnTo>
                  <a:lnTo>
                    <a:pt x="6327233" y="5279"/>
                  </a:lnTo>
                  <a:lnTo>
                    <a:pt x="6327327" y="5279"/>
                  </a:lnTo>
                  <a:lnTo>
                    <a:pt x="6327421" y="5279"/>
                  </a:lnTo>
                  <a:lnTo>
                    <a:pt x="6327515" y="5279"/>
                  </a:lnTo>
                  <a:lnTo>
                    <a:pt x="6327609" y="5279"/>
                  </a:lnTo>
                  <a:lnTo>
                    <a:pt x="6327703" y="5279"/>
                  </a:lnTo>
                  <a:lnTo>
                    <a:pt x="6327797" y="5279"/>
                  </a:lnTo>
                  <a:lnTo>
                    <a:pt x="6327891" y="5279"/>
                  </a:lnTo>
                  <a:lnTo>
                    <a:pt x="6327985" y="5279"/>
                  </a:lnTo>
                  <a:lnTo>
                    <a:pt x="6328079" y="5279"/>
                  </a:lnTo>
                  <a:lnTo>
                    <a:pt x="6328173" y="5279"/>
                  </a:lnTo>
                  <a:lnTo>
                    <a:pt x="6328267" y="5279"/>
                  </a:lnTo>
                  <a:lnTo>
                    <a:pt x="6328361" y="5279"/>
                  </a:lnTo>
                  <a:lnTo>
                    <a:pt x="6328455" y="5279"/>
                  </a:lnTo>
                  <a:lnTo>
                    <a:pt x="6328549" y="5279"/>
                  </a:lnTo>
                  <a:lnTo>
                    <a:pt x="6328643" y="5279"/>
                  </a:lnTo>
                  <a:lnTo>
                    <a:pt x="6328737" y="5279"/>
                  </a:lnTo>
                  <a:lnTo>
                    <a:pt x="6328831" y="5279"/>
                  </a:lnTo>
                  <a:lnTo>
                    <a:pt x="6328925" y="5279"/>
                  </a:lnTo>
                  <a:lnTo>
                    <a:pt x="6329019" y="5279"/>
                  </a:lnTo>
                  <a:lnTo>
                    <a:pt x="6329113" y="5279"/>
                  </a:lnTo>
                  <a:lnTo>
                    <a:pt x="6329207" y="5279"/>
                  </a:lnTo>
                  <a:lnTo>
                    <a:pt x="6329301" y="5279"/>
                  </a:lnTo>
                  <a:lnTo>
                    <a:pt x="6329395" y="5279"/>
                  </a:lnTo>
                  <a:lnTo>
                    <a:pt x="6329489" y="5279"/>
                  </a:lnTo>
                  <a:lnTo>
                    <a:pt x="6329583" y="5279"/>
                  </a:lnTo>
                  <a:lnTo>
                    <a:pt x="6329677" y="5279"/>
                  </a:lnTo>
                  <a:lnTo>
                    <a:pt x="6329771" y="5279"/>
                  </a:lnTo>
                  <a:lnTo>
                    <a:pt x="6329865" y="5279"/>
                  </a:lnTo>
                  <a:lnTo>
                    <a:pt x="6329960" y="5279"/>
                  </a:lnTo>
                  <a:lnTo>
                    <a:pt x="6330054" y="5279"/>
                  </a:lnTo>
                  <a:lnTo>
                    <a:pt x="6330148" y="5279"/>
                  </a:lnTo>
                  <a:lnTo>
                    <a:pt x="6330242" y="5279"/>
                  </a:lnTo>
                  <a:lnTo>
                    <a:pt x="6330336" y="5279"/>
                  </a:lnTo>
                  <a:lnTo>
                    <a:pt x="6330430" y="5279"/>
                  </a:lnTo>
                  <a:lnTo>
                    <a:pt x="6330524" y="5279"/>
                  </a:lnTo>
                  <a:lnTo>
                    <a:pt x="6330618" y="5279"/>
                  </a:lnTo>
                  <a:lnTo>
                    <a:pt x="6330712" y="5279"/>
                  </a:lnTo>
                  <a:lnTo>
                    <a:pt x="6330712" y="0"/>
                  </a:lnTo>
                  <a:lnTo>
                    <a:pt x="6330712" y="0"/>
                  </a:lnTo>
                  <a:lnTo>
                    <a:pt x="6330806" y="0"/>
                  </a:lnTo>
                  <a:lnTo>
                    <a:pt x="6330900" y="0"/>
                  </a:lnTo>
                  <a:lnTo>
                    <a:pt x="6330994" y="0"/>
                  </a:lnTo>
                  <a:lnTo>
                    <a:pt x="6331088" y="0"/>
                  </a:lnTo>
                  <a:lnTo>
                    <a:pt x="6331182" y="0"/>
                  </a:lnTo>
                  <a:lnTo>
                    <a:pt x="6331276" y="0"/>
                  </a:lnTo>
                  <a:lnTo>
                    <a:pt x="6331370" y="0"/>
                  </a:lnTo>
                  <a:lnTo>
                    <a:pt x="6331464" y="0"/>
                  </a:lnTo>
                  <a:lnTo>
                    <a:pt x="6331558" y="0"/>
                  </a:lnTo>
                  <a:lnTo>
                    <a:pt x="6331652" y="0"/>
                  </a:lnTo>
                  <a:lnTo>
                    <a:pt x="6331746" y="0"/>
                  </a:lnTo>
                  <a:lnTo>
                    <a:pt x="6331840" y="0"/>
                  </a:lnTo>
                  <a:lnTo>
                    <a:pt x="6331934" y="0"/>
                  </a:lnTo>
                  <a:lnTo>
                    <a:pt x="6332028" y="0"/>
                  </a:lnTo>
                  <a:lnTo>
                    <a:pt x="6332122" y="0"/>
                  </a:lnTo>
                  <a:lnTo>
                    <a:pt x="6332216" y="0"/>
                  </a:lnTo>
                  <a:lnTo>
                    <a:pt x="6332310" y="0"/>
                  </a:lnTo>
                  <a:lnTo>
                    <a:pt x="6332404" y="0"/>
                  </a:lnTo>
                  <a:lnTo>
                    <a:pt x="6332498" y="0"/>
                  </a:lnTo>
                  <a:lnTo>
                    <a:pt x="6332592" y="0"/>
                  </a:lnTo>
                  <a:lnTo>
                    <a:pt x="6332686" y="0"/>
                  </a:lnTo>
                  <a:lnTo>
                    <a:pt x="6332780" y="0"/>
                  </a:lnTo>
                  <a:lnTo>
                    <a:pt x="6332874" y="0"/>
                  </a:lnTo>
                  <a:lnTo>
                    <a:pt x="6332968" y="0"/>
                  </a:lnTo>
                  <a:lnTo>
                    <a:pt x="6333062" y="0"/>
                  </a:lnTo>
                  <a:lnTo>
                    <a:pt x="6333156" y="0"/>
                  </a:lnTo>
                  <a:lnTo>
                    <a:pt x="6333250" y="0"/>
                  </a:lnTo>
                  <a:lnTo>
                    <a:pt x="6333344" y="0"/>
                  </a:lnTo>
                  <a:lnTo>
                    <a:pt x="6333439" y="0"/>
                  </a:lnTo>
                  <a:lnTo>
                    <a:pt x="6333533" y="0"/>
                  </a:lnTo>
                  <a:lnTo>
                    <a:pt x="6333627" y="0"/>
                  </a:lnTo>
                  <a:lnTo>
                    <a:pt x="6333721" y="0"/>
                  </a:lnTo>
                  <a:lnTo>
                    <a:pt x="6333815" y="0"/>
                  </a:lnTo>
                  <a:lnTo>
                    <a:pt x="6333909" y="0"/>
                  </a:lnTo>
                  <a:lnTo>
                    <a:pt x="6334003" y="0"/>
                  </a:lnTo>
                  <a:lnTo>
                    <a:pt x="6334097" y="0"/>
                  </a:lnTo>
                  <a:lnTo>
                    <a:pt x="6334191" y="0"/>
                  </a:lnTo>
                  <a:lnTo>
                    <a:pt x="6334285" y="0"/>
                  </a:lnTo>
                  <a:lnTo>
                    <a:pt x="6334379" y="0"/>
                  </a:lnTo>
                  <a:lnTo>
                    <a:pt x="6334473" y="0"/>
                  </a:lnTo>
                  <a:lnTo>
                    <a:pt x="6334567" y="0"/>
                  </a:lnTo>
                  <a:lnTo>
                    <a:pt x="6334661" y="0"/>
                  </a:lnTo>
                  <a:lnTo>
                    <a:pt x="6334755" y="0"/>
                  </a:lnTo>
                  <a:lnTo>
                    <a:pt x="6334849" y="0"/>
                  </a:lnTo>
                  <a:lnTo>
                    <a:pt x="6334943" y="0"/>
                  </a:lnTo>
                  <a:lnTo>
                    <a:pt x="6335037" y="0"/>
                  </a:lnTo>
                  <a:lnTo>
                    <a:pt x="6335131" y="0"/>
                  </a:lnTo>
                  <a:lnTo>
                    <a:pt x="6335225" y="0"/>
                  </a:lnTo>
                  <a:lnTo>
                    <a:pt x="6335319" y="0"/>
                  </a:lnTo>
                  <a:lnTo>
                    <a:pt x="6335413" y="0"/>
                  </a:lnTo>
                  <a:lnTo>
                    <a:pt x="6335507" y="0"/>
                  </a:lnTo>
                  <a:lnTo>
                    <a:pt x="6335601" y="0"/>
                  </a:lnTo>
                  <a:lnTo>
                    <a:pt x="6335695" y="0"/>
                  </a:lnTo>
                  <a:lnTo>
                    <a:pt x="6335789" y="0"/>
                  </a:lnTo>
                  <a:lnTo>
                    <a:pt x="6335883" y="0"/>
                  </a:lnTo>
                  <a:lnTo>
                    <a:pt x="6335977" y="0"/>
                  </a:lnTo>
                  <a:lnTo>
                    <a:pt x="6336071" y="0"/>
                  </a:lnTo>
                  <a:lnTo>
                    <a:pt x="6336165" y="0"/>
                  </a:lnTo>
                  <a:lnTo>
                    <a:pt x="6336259" y="0"/>
                  </a:lnTo>
                  <a:lnTo>
                    <a:pt x="6336353" y="0"/>
                  </a:lnTo>
                  <a:lnTo>
                    <a:pt x="6336447" y="0"/>
                  </a:lnTo>
                  <a:lnTo>
                    <a:pt x="6336541" y="0"/>
                  </a:lnTo>
                  <a:lnTo>
                    <a:pt x="6336635" y="0"/>
                  </a:lnTo>
                  <a:lnTo>
                    <a:pt x="6336729" y="0"/>
                  </a:lnTo>
                  <a:lnTo>
                    <a:pt x="6336823" y="0"/>
                  </a:lnTo>
                  <a:lnTo>
                    <a:pt x="6336917" y="0"/>
                  </a:lnTo>
                  <a:lnTo>
                    <a:pt x="6337012" y="0"/>
                  </a:lnTo>
                  <a:lnTo>
                    <a:pt x="6337106" y="0"/>
                  </a:lnTo>
                  <a:lnTo>
                    <a:pt x="6337200" y="0"/>
                  </a:lnTo>
                  <a:lnTo>
                    <a:pt x="6337294" y="0"/>
                  </a:lnTo>
                  <a:lnTo>
                    <a:pt x="6337388" y="0"/>
                  </a:lnTo>
                  <a:lnTo>
                    <a:pt x="6337482" y="0"/>
                  </a:lnTo>
                  <a:lnTo>
                    <a:pt x="6337576" y="0"/>
                  </a:lnTo>
                  <a:lnTo>
                    <a:pt x="6337670" y="0"/>
                  </a:lnTo>
                  <a:lnTo>
                    <a:pt x="6337764" y="0"/>
                  </a:lnTo>
                  <a:lnTo>
                    <a:pt x="6337858" y="0"/>
                  </a:lnTo>
                  <a:lnTo>
                    <a:pt x="6337952" y="0"/>
                  </a:lnTo>
                  <a:lnTo>
                    <a:pt x="6338046" y="0"/>
                  </a:lnTo>
                  <a:lnTo>
                    <a:pt x="6338140" y="0"/>
                  </a:lnTo>
                  <a:lnTo>
                    <a:pt x="6338234" y="0"/>
                  </a:lnTo>
                  <a:lnTo>
                    <a:pt x="6338328" y="0"/>
                  </a:lnTo>
                  <a:lnTo>
                    <a:pt x="6338422" y="0"/>
                  </a:lnTo>
                  <a:lnTo>
                    <a:pt x="6338516" y="0"/>
                  </a:lnTo>
                  <a:lnTo>
                    <a:pt x="6338610" y="0"/>
                  </a:lnTo>
                  <a:lnTo>
                    <a:pt x="6338704" y="0"/>
                  </a:lnTo>
                  <a:lnTo>
                    <a:pt x="6338798" y="0"/>
                  </a:lnTo>
                  <a:lnTo>
                    <a:pt x="6338892" y="0"/>
                  </a:lnTo>
                  <a:lnTo>
                    <a:pt x="6338986" y="0"/>
                  </a:lnTo>
                  <a:lnTo>
                    <a:pt x="6339080" y="0"/>
                  </a:lnTo>
                  <a:lnTo>
                    <a:pt x="6339174" y="0"/>
                  </a:lnTo>
                  <a:lnTo>
                    <a:pt x="6339268" y="0"/>
                  </a:lnTo>
                  <a:lnTo>
                    <a:pt x="6339362" y="0"/>
                  </a:lnTo>
                  <a:lnTo>
                    <a:pt x="6339456" y="0"/>
                  </a:lnTo>
                  <a:lnTo>
                    <a:pt x="6339550" y="0"/>
                  </a:lnTo>
                  <a:lnTo>
                    <a:pt x="6339644" y="0"/>
                  </a:lnTo>
                  <a:lnTo>
                    <a:pt x="6339738" y="0"/>
                  </a:lnTo>
                  <a:lnTo>
                    <a:pt x="6339832" y="0"/>
                  </a:lnTo>
                  <a:lnTo>
                    <a:pt x="6339926" y="0"/>
                  </a:lnTo>
                  <a:lnTo>
                    <a:pt x="6340020" y="0"/>
                  </a:lnTo>
                  <a:lnTo>
                    <a:pt x="6340114" y="0"/>
                  </a:lnTo>
                  <a:lnTo>
                    <a:pt x="6340208" y="0"/>
                  </a:lnTo>
                  <a:lnTo>
                    <a:pt x="6340302" y="0"/>
                  </a:lnTo>
                  <a:lnTo>
                    <a:pt x="6340396" y="0"/>
                  </a:lnTo>
                  <a:lnTo>
                    <a:pt x="6340490" y="0"/>
                  </a:lnTo>
                  <a:lnTo>
                    <a:pt x="6340585" y="0"/>
                  </a:lnTo>
                  <a:lnTo>
                    <a:pt x="6340585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652822" y="69589"/>
              <a:ext cx="6340585" cy="6340585"/>
            </a:xfrm>
            <a:custGeom>
              <a:avLst/>
              <a:pathLst>
                <a:path w="6340585" h="6340585">
                  <a:moveTo>
                    <a:pt x="0" y="6340585"/>
                  </a:moveTo>
                  <a:lnTo>
                    <a:pt x="94" y="6340585"/>
                  </a:lnTo>
                  <a:lnTo>
                    <a:pt x="94" y="6335305"/>
                  </a:lnTo>
                  <a:lnTo>
                    <a:pt x="188" y="6335305"/>
                  </a:lnTo>
                  <a:lnTo>
                    <a:pt x="282" y="6335305"/>
                  </a:lnTo>
                  <a:lnTo>
                    <a:pt x="376" y="6335305"/>
                  </a:lnTo>
                  <a:lnTo>
                    <a:pt x="470" y="6335305"/>
                  </a:lnTo>
                  <a:lnTo>
                    <a:pt x="564" y="6335305"/>
                  </a:lnTo>
                  <a:lnTo>
                    <a:pt x="658" y="6335305"/>
                  </a:lnTo>
                  <a:lnTo>
                    <a:pt x="752" y="6335305"/>
                  </a:lnTo>
                  <a:lnTo>
                    <a:pt x="846" y="6335305"/>
                  </a:lnTo>
                  <a:lnTo>
                    <a:pt x="940" y="6335305"/>
                  </a:lnTo>
                  <a:lnTo>
                    <a:pt x="1034" y="6335305"/>
                  </a:lnTo>
                  <a:lnTo>
                    <a:pt x="1128" y="6335305"/>
                  </a:lnTo>
                  <a:lnTo>
                    <a:pt x="1222" y="6335305"/>
                  </a:lnTo>
                  <a:lnTo>
                    <a:pt x="1316" y="6335305"/>
                  </a:lnTo>
                  <a:lnTo>
                    <a:pt x="1410" y="6335305"/>
                  </a:lnTo>
                  <a:lnTo>
                    <a:pt x="1504" y="6335305"/>
                  </a:lnTo>
                  <a:lnTo>
                    <a:pt x="1598" y="6335305"/>
                  </a:lnTo>
                  <a:lnTo>
                    <a:pt x="1692" y="6335305"/>
                  </a:lnTo>
                  <a:lnTo>
                    <a:pt x="1786" y="6335305"/>
                  </a:lnTo>
                  <a:lnTo>
                    <a:pt x="1880" y="6335305"/>
                  </a:lnTo>
                  <a:lnTo>
                    <a:pt x="1974" y="6335305"/>
                  </a:lnTo>
                  <a:lnTo>
                    <a:pt x="2068" y="6335305"/>
                  </a:lnTo>
                  <a:lnTo>
                    <a:pt x="2162" y="6335305"/>
                  </a:lnTo>
                  <a:lnTo>
                    <a:pt x="2256" y="6335305"/>
                  </a:lnTo>
                  <a:lnTo>
                    <a:pt x="2350" y="6335305"/>
                  </a:lnTo>
                  <a:lnTo>
                    <a:pt x="2444" y="6335305"/>
                  </a:lnTo>
                  <a:lnTo>
                    <a:pt x="2538" y="6335305"/>
                  </a:lnTo>
                  <a:lnTo>
                    <a:pt x="2632" y="6335305"/>
                  </a:lnTo>
                  <a:lnTo>
                    <a:pt x="2726" y="6335305"/>
                  </a:lnTo>
                  <a:lnTo>
                    <a:pt x="2820" y="6335305"/>
                  </a:lnTo>
                  <a:lnTo>
                    <a:pt x="2914" y="6335305"/>
                  </a:lnTo>
                  <a:lnTo>
                    <a:pt x="3008" y="6335305"/>
                  </a:lnTo>
                  <a:lnTo>
                    <a:pt x="3102" y="6335305"/>
                  </a:lnTo>
                  <a:lnTo>
                    <a:pt x="3196" y="6335305"/>
                  </a:lnTo>
                  <a:lnTo>
                    <a:pt x="3290" y="6335305"/>
                  </a:lnTo>
                  <a:lnTo>
                    <a:pt x="3384" y="6335305"/>
                  </a:lnTo>
                  <a:lnTo>
                    <a:pt x="3478" y="6335305"/>
                  </a:lnTo>
                  <a:lnTo>
                    <a:pt x="3573" y="6335305"/>
                  </a:lnTo>
                  <a:lnTo>
                    <a:pt x="3667" y="6335305"/>
                  </a:lnTo>
                  <a:lnTo>
                    <a:pt x="3761" y="6335305"/>
                  </a:lnTo>
                  <a:lnTo>
                    <a:pt x="3855" y="6335305"/>
                  </a:lnTo>
                  <a:lnTo>
                    <a:pt x="3949" y="6335305"/>
                  </a:lnTo>
                  <a:lnTo>
                    <a:pt x="4043" y="6335305"/>
                  </a:lnTo>
                  <a:lnTo>
                    <a:pt x="4137" y="6335305"/>
                  </a:lnTo>
                  <a:lnTo>
                    <a:pt x="4231" y="6335305"/>
                  </a:lnTo>
                  <a:lnTo>
                    <a:pt x="4325" y="6335305"/>
                  </a:lnTo>
                  <a:lnTo>
                    <a:pt x="4419" y="6335305"/>
                  </a:lnTo>
                  <a:lnTo>
                    <a:pt x="4513" y="6335305"/>
                  </a:lnTo>
                  <a:lnTo>
                    <a:pt x="4607" y="6335305"/>
                  </a:lnTo>
                  <a:lnTo>
                    <a:pt x="4701" y="6335305"/>
                  </a:lnTo>
                  <a:lnTo>
                    <a:pt x="4795" y="6335305"/>
                  </a:lnTo>
                  <a:lnTo>
                    <a:pt x="4889" y="6335305"/>
                  </a:lnTo>
                  <a:lnTo>
                    <a:pt x="4983" y="6335305"/>
                  </a:lnTo>
                  <a:lnTo>
                    <a:pt x="5077" y="6335305"/>
                  </a:lnTo>
                  <a:lnTo>
                    <a:pt x="5171" y="6335305"/>
                  </a:lnTo>
                  <a:lnTo>
                    <a:pt x="5265" y="6335305"/>
                  </a:lnTo>
                  <a:lnTo>
                    <a:pt x="5359" y="6335305"/>
                  </a:lnTo>
                  <a:lnTo>
                    <a:pt x="5453" y="6335305"/>
                  </a:lnTo>
                  <a:lnTo>
                    <a:pt x="5547" y="6335305"/>
                  </a:lnTo>
                  <a:lnTo>
                    <a:pt x="5641" y="6335305"/>
                  </a:lnTo>
                  <a:lnTo>
                    <a:pt x="5735" y="6335305"/>
                  </a:lnTo>
                  <a:lnTo>
                    <a:pt x="5829" y="6335305"/>
                  </a:lnTo>
                  <a:lnTo>
                    <a:pt x="5923" y="6335305"/>
                  </a:lnTo>
                  <a:lnTo>
                    <a:pt x="6017" y="6335305"/>
                  </a:lnTo>
                  <a:lnTo>
                    <a:pt x="6111" y="6335305"/>
                  </a:lnTo>
                  <a:lnTo>
                    <a:pt x="6205" y="6335305"/>
                  </a:lnTo>
                  <a:lnTo>
                    <a:pt x="6299" y="6335305"/>
                  </a:lnTo>
                  <a:lnTo>
                    <a:pt x="6393" y="6335305"/>
                  </a:lnTo>
                  <a:lnTo>
                    <a:pt x="6487" y="6335305"/>
                  </a:lnTo>
                  <a:lnTo>
                    <a:pt x="6581" y="6335305"/>
                  </a:lnTo>
                  <a:lnTo>
                    <a:pt x="6675" y="6335305"/>
                  </a:lnTo>
                  <a:lnTo>
                    <a:pt x="6769" y="6335305"/>
                  </a:lnTo>
                  <a:lnTo>
                    <a:pt x="6863" y="6335305"/>
                  </a:lnTo>
                  <a:lnTo>
                    <a:pt x="6957" y="6335305"/>
                  </a:lnTo>
                  <a:lnTo>
                    <a:pt x="7051" y="6335305"/>
                  </a:lnTo>
                  <a:lnTo>
                    <a:pt x="7146" y="6335305"/>
                  </a:lnTo>
                  <a:lnTo>
                    <a:pt x="7240" y="6335305"/>
                  </a:lnTo>
                  <a:lnTo>
                    <a:pt x="7240" y="6330026"/>
                  </a:lnTo>
                  <a:lnTo>
                    <a:pt x="7334" y="6330026"/>
                  </a:lnTo>
                  <a:lnTo>
                    <a:pt x="7428" y="6330026"/>
                  </a:lnTo>
                  <a:lnTo>
                    <a:pt x="7522" y="6330026"/>
                  </a:lnTo>
                  <a:lnTo>
                    <a:pt x="7616" y="6330026"/>
                  </a:lnTo>
                  <a:lnTo>
                    <a:pt x="7710" y="6330026"/>
                  </a:lnTo>
                  <a:lnTo>
                    <a:pt x="7804" y="6330026"/>
                  </a:lnTo>
                  <a:lnTo>
                    <a:pt x="7898" y="6330026"/>
                  </a:lnTo>
                  <a:lnTo>
                    <a:pt x="7992" y="6330026"/>
                  </a:lnTo>
                  <a:lnTo>
                    <a:pt x="8086" y="6330026"/>
                  </a:lnTo>
                  <a:lnTo>
                    <a:pt x="8180" y="6330026"/>
                  </a:lnTo>
                  <a:lnTo>
                    <a:pt x="8274" y="6330026"/>
                  </a:lnTo>
                  <a:lnTo>
                    <a:pt x="8368" y="6330026"/>
                  </a:lnTo>
                  <a:lnTo>
                    <a:pt x="8462" y="6330026"/>
                  </a:lnTo>
                  <a:lnTo>
                    <a:pt x="8556" y="6330026"/>
                  </a:lnTo>
                  <a:lnTo>
                    <a:pt x="8650" y="6330026"/>
                  </a:lnTo>
                  <a:lnTo>
                    <a:pt x="8744" y="6330026"/>
                  </a:lnTo>
                  <a:lnTo>
                    <a:pt x="8838" y="6330026"/>
                  </a:lnTo>
                  <a:lnTo>
                    <a:pt x="8932" y="6330026"/>
                  </a:lnTo>
                  <a:lnTo>
                    <a:pt x="9026" y="6330026"/>
                  </a:lnTo>
                  <a:lnTo>
                    <a:pt x="9120" y="6330026"/>
                  </a:lnTo>
                  <a:lnTo>
                    <a:pt x="9214" y="6330026"/>
                  </a:lnTo>
                  <a:lnTo>
                    <a:pt x="9308" y="6330026"/>
                  </a:lnTo>
                  <a:lnTo>
                    <a:pt x="9402" y="6330026"/>
                  </a:lnTo>
                  <a:lnTo>
                    <a:pt x="9496" y="6330026"/>
                  </a:lnTo>
                  <a:lnTo>
                    <a:pt x="9590" y="6330026"/>
                  </a:lnTo>
                  <a:lnTo>
                    <a:pt x="9684" y="6330026"/>
                  </a:lnTo>
                  <a:lnTo>
                    <a:pt x="9778" y="6330026"/>
                  </a:lnTo>
                  <a:lnTo>
                    <a:pt x="9872" y="6330026"/>
                  </a:lnTo>
                  <a:lnTo>
                    <a:pt x="9966" y="6330026"/>
                  </a:lnTo>
                  <a:lnTo>
                    <a:pt x="10060" y="6330026"/>
                  </a:lnTo>
                  <a:lnTo>
                    <a:pt x="10154" y="6330026"/>
                  </a:lnTo>
                  <a:lnTo>
                    <a:pt x="10248" y="6330026"/>
                  </a:lnTo>
                  <a:lnTo>
                    <a:pt x="10342" y="6330026"/>
                  </a:lnTo>
                  <a:lnTo>
                    <a:pt x="10436" y="6330026"/>
                  </a:lnTo>
                  <a:lnTo>
                    <a:pt x="10530" y="6330026"/>
                  </a:lnTo>
                  <a:lnTo>
                    <a:pt x="10624" y="6330026"/>
                  </a:lnTo>
                  <a:lnTo>
                    <a:pt x="10719" y="6330026"/>
                  </a:lnTo>
                  <a:lnTo>
                    <a:pt x="10813" y="6330026"/>
                  </a:lnTo>
                  <a:lnTo>
                    <a:pt x="10907" y="6330026"/>
                  </a:lnTo>
                  <a:lnTo>
                    <a:pt x="11001" y="6330026"/>
                  </a:lnTo>
                  <a:lnTo>
                    <a:pt x="11095" y="6330026"/>
                  </a:lnTo>
                  <a:lnTo>
                    <a:pt x="11189" y="6330026"/>
                  </a:lnTo>
                  <a:lnTo>
                    <a:pt x="11283" y="6330026"/>
                  </a:lnTo>
                  <a:lnTo>
                    <a:pt x="11377" y="6330026"/>
                  </a:lnTo>
                  <a:lnTo>
                    <a:pt x="11565" y="6330026"/>
                  </a:lnTo>
                  <a:lnTo>
                    <a:pt x="11659" y="6330026"/>
                  </a:lnTo>
                  <a:lnTo>
                    <a:pt x="11753" y="6330026"/>
                  </a:lnTo>
                  <a:lnTo>
                    <a:pt x="11847" y="6330026"/>
                  </a:lnTo>
                  <a:lnTo>
                    <a:pt x="11941" y="6330026"/>
                  </a:lnTo>
                  <a:lnTo>
                    <a:pt x="12035" y="6330026"/>
                  </a:lnTo>
                  <a:lnTo>
                    <a:pt x="12129" y="6330026"/>
                  </a:lnTo>
                  <a:lnTo>
                    <a:pt x="12223" y="6330026"/>
                  </a:lnTo>
                  <a:lnTo>
                    <a:pt x="12317" y="6330026"/>
                  </a:lnTo>
                  <a:lnTo>
                    <a:pt x="12411" y="6330026"/>
                  </a:lnTo>
                  <a:lnTo>
                    <a:pt x="12505" y="6330026"/>
                  </a:lnTo>
                  <a:lnTo>
                    <a:pt x="12599" y="6330026"/>
                  </a:lnTo>
                  <a:lnTo>
                    <a:pt x="12693" y="6330026"/>
                  </a:lnTo>
                  <a:lnTo>
                    <a:pt x="12787" y="6330026"/>
                  </a:lnTo>
                  <a:lnTo>
                    <a:pt x="12881" y="6330026"/>
                  </a:lnTo>
                  <a:lnTo>
                    <a:pt x="12975" y="6330026"/>
                  </a:lnTo>
                  <a:lnTo>
                    <a:pt x="13069" y="6330026"/>
                  </a:lnTo>
                  <a:lnTo>
                    <a:pt x="13163" y="6330026"/>
                  </a:lnTo>
                  <a:lnTo>
                    <a:pt x="13257" y="6330026"/>
                  </a:lnTo>
                  <a:lnTo>
                    <a:pt x="13351" y="6330026"/>
                  </a:lnTo>
                  <a:lnTo>
                    <a:pt x="13445" y="6330026"/>
                  </a:lnTo>
                  <a:lnTo>
                    <a:pt x="13539" y="6330026"/>
                  </a:lnTo>
                  <a:lnTo>
                    <a:pt x="13633" y="6330026"/>
                  </a:lnTo>
                  <a:lnTo>
                    <a:pt x="13727" y="6330026"/>
                  </a:lnTo>
                  <a:lnTo>
                    <a:pt x="13821" y="6330026"/>
                  </a:lnTo>
                  <a:lnTo>
                    <a:pt x="13915" y="6330026"/>
                  </a:lnTo>
                  <a:lnTo>
                    <a:pt x="14009" y="6330026"/>
                  </a:lnTo>
                  <a:lnTo>
                    <a:pt x="14103" y="6330026"/>
                  </a:lnTo>
                  <a:lnTo>
                    <a:pt x="14198" y="6330026"/>
                  </a:lnTo>
                  <a:lnTo>
                    <a:pt x="14292" y="6330026"/>
                  </a:lnTo>
                  <a:lnTo>
                    <a:pt x="14386" y="6330026"/>
                  </a:lnTo>
                  <a:lnTo>
                    <a:pt x="14480" y="6330026"/>
                  </a:lnTo>
                  <a:lnTo>
                    <a:pt x="14574" y="6330026"/>
                  </a:lnTo>
                  <a:lnTo>
                    <a:pt x="14668" y="6330026"/>
                  </a:lnTo>
                  <a:lnTo>
                    <a:pt x="14762" y="6330026"/>
                  </a:lnTo>
                  <a:lnTo>
                    <a:pt x="14856" y="6330026"/>
                  </a:lnTo>
                  <a:lnTo>
                    <a:pt x="14950" y="6330026"/>
                  </a:lnTo>
                  <a:lnTo>
                    <a:pt x="15044" y="6330026"/>
                  </a:lnTo>
                  <a:lnTo>
                    <a:pt x="15138" y="6330026"/>
                  </a:lnTo>
                  <a:lnTo>
                    <a:pt x="15232" y="6330026"/>
                  </a:lnTo>
                  <a:lnTo>
                    <a:pt x="15326" y="6330026"/>
                  </a:lnTo>
                  <a:lnTo>
                    <a:pt x="15420" y="6330026"/>
                  </a:lnTo>
                  <a:lnTo>
                    <a:pt x="15514" y="6330026"/>
                  </a:lnTo>
                  <a:lnTo>
                    <a:pt x="15608" y="6330026"/>
                  </a:lnTo>
                  <a:lnTo>
                    <a:pt x="15702" y="6330026"/>
                  </a:lnTo>
                  <a:lnTo>
                    <a:pt x="15796" y="6330026"/>
                  </a:lnTo>
                  <a:lnTo>
                    <a:pt x="15890" y="6330026"/>
                  </a:lnTo>
                  <a:lnTo>
                    <a:pt x="15984" y="6330026"/>
                  </a:lnTo>
                  <a:lnTo>
                    <a:pt x="16078" y="6330026"/>
                  </a:lnTo>
                  <a:lnTo>
                    <a:pt x="16172" y="6330026"/>
                  </a:lnTo>
                  <a:lnTo>
                    <a:pt x="16266" y="6330026"/>
                  </a:lnTo>
                  <a:lnTo>
                    <a:pt x="16360" y="6330026"/>
                  </a:lnTo>
                  <a:lnTo>
                    <a:pt x="16454" y="6330026"/>
                  </a:lnTo>
                  <a:lnTo>
                    <a:pt x="16548" y="6330026"/>
                  </a:lnTo>
                  <a:lnTo>
                    <a:pt x="16642" y="6330026"/>
                  </a:lnTo>
                  <a:lnTo>
                    <a:pt x="16736" y="6330026"/>
                  </a:lnTo>
                  <a:lnTo>
                    <a:pt x="16830" y="6330026"/>
                  </a:lnTo>
                  <a:lnTo>
                    <a:pt x="16924" y="6330026"/>
                  </a:lnTo>
                  <a:lnTo>
                    <a:pt x="17018" y="6330026"/>
                  </a:lnTo>
                  <a:lnTo>
                    <a:pt x="17112" y="6330026"/>
                  </a:lnTo>
                  <a:lnTo>
                    <a:pt x="17206" y="6330026"/>
                  </a:lnTo>
                  <a:lnTo>
                    <a:pt x="17300" y="6330026"/>
                  </a:lnTo>
                  <a:lnTo>
                    <a:pt x="17394" y="6330026"/>
                  </a:lnTo>
                  <a:lnTo>
                    <a:pt x="17488" y="6330026"/>
                  </a:lnTo>
                  <a:lnTo>
                    <a:pt x="17582" y="6330026"/>
                  </a:lnTo>
                  <a:lnTo>
                    <a:pt x="17676" y="6330026"/>
                  </a:lnTo>
                  <a:lnTo>
                    <a:pt x="17771" y="6330026"/>
                  </a:lnTo>
                  <a:lnTo>
                    <a:pt x="17865" y="6330026"/>
                  </a:lnTo>
                  <a:lnTo>
                    <a:pt x="17959" y="6330026"/>
                  </a:lnTo>
                  <a:lnTo>
                    <a:pt x="18053" y="6330026"/>
                  </a:lnTo>
                  <a:lnTo>
                    <a:pt x="18147" y="6330026"/>
                  </a:lnTo>
                  <a:lnTo>
                    <a:pt x="18241" y="6330026"/>
                  </a:lnTo>
                  <a:lnTo>
                    <a:pt x="18335" y="6330026"/>
                  </a:lnTo>
                  <a:lnTo>
                    <a:pt x="18429" y="6330026"/>
                  </a:lnTo>
                  <a:lnTo>
                    <a:pt x="18523" y="6330026"/>
                  </a:lnTo>
                  <a:lnTo>
                    <a:pt x="18617" y="6330026"/>
                  </a:lnTo>
                  <a:lnTo>
                    <a:pt x="18711" y="6330026"/>
                  </a:lnTo>
                  <a:lnTo>
                    <a:pt x="18805" y="6330026"/>
                  </a:lnTo>
                  <a:lnTo>
                    <a:pt x="18899" y="6330026"/>
                  </a:lnTo>
                  <a:lnTo>
                    <a:pt x="18993" y="6330026"/>
                  </a:lnTo>
                  <a:lnTo>
                    <a:pt x="19087" y="6330026"/>
                  </a:lnTo>
                  <a:lnTo>
                    <a:pt x="19181" y="6330026"/>
                  </a:lnTo>
                  <a:lnTo>
                    <a:pt x="19181" y="6324746"/>
                  </a:lnTo>
                  <a:lnTo>
                    <a:pt x="19275" y="6324746"/>
                  </a:lnTo>
                  <a:lnTo>
                    <a:pt x="19369" y="6324746"/>
                  </a:lnTo>
                  <a:lnTo>
                    <a:pt x="19463" y="6324746"/>
                  </a:lnTo>
                  <a:lnTo>
                    <a:pt x="19557" y="6324746"/>
                  </a:lnTo>
                  <a:lnTo>
                    <a:pt x="19651" y="6324746"/>
                  </a:lnTo>
                  <a:lnTo>
                    <a:pt x="19745" y="6324746"/>
                  </a:lnTo>
                  <a:lnTo>
                    <a:pt x="19839" y="6324746"/>
                  </a:lnTo>
                  <a:lnTo>
                    <a:pt x="20027" y="6324746"/>
                  </a:lnTo>
                  <a:lnTo>
                    <a:pt x="20121" y="6324746"/>
                  </a:lnTo>
                  <a:lnTo>
                    <a:pt x="20215" y="6324746"/>
                  </a:lnTo>
                  <a:lnTo>
                    <a:pt x="20309" y="6324746"/>
                  </a:lnTo>
                  <a:lnTo>
                    <a:pt x="20403" y="6324746"/>
                  </a:lnTo>
                  <a:lnTo>
                    <a:pt x="20497" y="6324746"/>
                  </a:lnTo>
                  <a:lnTo>
                    <a:pt x="20591" y="6324746"/>
                  </a:lnTo>
                  <a:lnTo>
                    <a:pt x="20685" y="6324746"/>
                  </a:lnTo>
                  <a:lnTo>
                    <a:pt x="20779" y="6324746"/>
                  </a:lnTo>
                  <a:lnTo>
                    <a:pt x="20873" y="6324746"/>
                  </a:lnTo>
                  <a:lnTo>
                    <a:pt x="20967" y="6324746"/>
                  </a:lnTo>
                  <a:lnTo>
                    <a:pt x="21061" y="6324746"/>
                  </a:lnTo>
                  <a:lnTo>
                    <a:pt x="21155" y="6324746"/>
                  </a:lnTo>
                  <a:lnTo>
                    <a:pt x="21249" y="6324746"/>
                  </a:lnTo>
                  <a:lnTo>
                    <a:pt x="21344" y="6324746"/>
                  </a:lnTo>
                  <a:lnTo>
                    <a:pt x="21438" y="6324746"/>
                  </a:lnTo>
                  <a:lnTo>
                    <a:pt x="21532" y="6324746"/>
                  </a:lnTo>
                  <a:lnTo>
                    <a:pt x="21626" y="6324746"/>
                  </a:lnTo>
                  <a:lnTo>
                    <a:pt x="21720" y="6324746"/>
                  </a:lnTo>
                  <a:lnTo>
                    <a:pt x="21814" y="6324746"/>
                  </a:lnTo>
                  <a:lnTo>
                    <a:pt x="21908" y="6324746"/>
                  </a:lnTo>
                  <a:lnTo>
                    <a:pt x="22002" y="6324746"/>
                  </a:lnTo>
                  <a:lnTo>
                    <a:pt x="22096" y="6324746"/>
                  </a:lnTo>
                  <a:lnTo>
                    <a:pt x="22190" y="6324746"/>
                  </a:lnTo>
                  <a:lnTo>
                    <a:pt x="22284" y="6324746"/>
                  </a:lnTo>
                  <a:lnTo>
                    <a:pt x="22378" y="6324746"/>
                  </a:lnTo>
                  <a:lnTo>
                    <a:pt x="22472" y="6324746"/>
                  </a:lnTo>
                  <a:lnTo>
                    <a:pt x="22566" y="6324746"/>
                  </a:lnTo>
                  <a:lnTo>
                    <a:pt x="22660" y="6324746"/>
                  </a:lnTo>
                  <a:lnTo>
                    <a:pt x="22754" y="6324746"/>
                  </a:lnTo>
                  <a:lnTo>
                    <a:pt x="22848" y="6324746"/>
                  </a:lnTo>
                  <a:lnTo>
                    <a:pt x="22942" y="6324746"/>
                  </a:lnTo>
                  <a:lnTo>
                    <a:pt x="23036" y="6324746"/>
                  </a:lnTo>
                  <a:lnTo>
                    <a:pt x="23130" y="6324746"/>
                  </a:lnTo>
                  <a:lnTo>
                    <a:pt x="23224" y="6324746"/>
                  </a:lnTo>
                  <a:lnTo>
                    <a:pt x="23318" y="6324746"/>
                  </a:lnTo>
                  <a:lnTo>
                    <a:pt x="23412" y="6324746"/>
                  </a:lnTo>
                  <a:lnTo>
                    <a:pt x="23506" y="6324746"/>
                  </a:lnTo>
                  <a:lnTo>
                    <a:pt x="23600" y="6324746"/>
                  </a:lnTo>
                  <a:lnTo>
                    <a:pt x="23694" y="6324746"/>
                  </a:lnTo>
                  <a:lnTo>
                    <a:pt x="23788" y="6324746"/>
                  </a:lnTo>
                  <a:lnTo>
                    <a:pt x="23882" y="6324746"/>
                  </a:lnTo>
                  <a:lnTo>
                    <a:pt x="23976" y="6324746"/>
                  </a:lnTo>
                  <a:lnTo>
                    <a:pt x="24070" y="6324746"/>
                  </a:lnTo>
                  <a:lnTo>
                    <a:pt x="24164" y="6324746"/>
                  </a:lnTo>
                  <a:lnTo>
                    <a:pt x="24258" y="6324746"/>
                  </a:lnTo>
                  <a:lnTo>
                    <a:pt x="24352" y="6324746"/>
                  </a:lnTo>
                  <a:lnTo>
                    <a:pt x="24446" y="6324746"/>
                  </a:lnTo>
                  <a:lnTo>
                    <a:pt x="24540" y="6324746"/>
                  </a:lnTo>
                  <a:lnTo>
                    <a:pt x="24634" y="6324746"/>
                  </a:lnTo>
                  <a:lnTo>
                    <a:pt x="24728" y="6324746"/>
                  </a:lnTo>
                  <a:lnTo>
                    <a:pt x="24823" y="6324746"/>
                  </a:lnTo>
                  <a:lnTo>
                    <a:pt x="24917" y="6324746"/>
                  </a:lnTo>
                  <a:lnTo>
                    <a:pt x="25011" y="6324746"/>
                  </a:lnTo>
                  <a:lnTo>
                    <a:pt x="25105" y="6324746"/>
                  </a:lnTo>
                  <a:lnTo>
                    <a:pt x="25199" y="6324746"/>
                  </a:lnTo>
                  <a:lnTo>
                    <a:pt x="25293" y="6324746"/>
                  </a:lnTo>
                  <a:lnTo>
                    <a:pt x="25387" y="6324746"/>
                  </a:lnTo>
                  <a:lnTo>
                    <a:pt x="25481" y="6324746"/>
                  </a:lnTo>
                  <a:lnTo>
                    <a:pt x="25575" y="6324746"/>
                  </a:lnTo>
                  <a:lnTo>
                    <a:pt x="25669" y="6324746"/>
                  </a:lnTo>
                  <a:lnTo>
                    <a:pt x="25763" y="6324746"/>
                  </a:lnTo>
                  <a:lnTo>
                    <a:pt x="25857" y="6324746"/>
                  </a:lnTo>
                  <a:lnTo>
                    <a:pt x="25951" y="6324746"/>
                  </a:lnTo>
                  <a:lnTo>
                    <a:pt x="26045" y="6324746"/>
                  </a:lnTo>
                  <a:lnTo>
                    <a:pt x="26139" y="6324746"/>
                  </a:lnTo>
                  <a:lnTo>
                    <a:pt x="26233" y="6324746"/>
                  </a:lnTo>
                  <a:lnTo>
                    <a:pt x="26327" y="6324746"/>
                  </a:lnTo>
                  <a:lnTo>
                    <a:pt x="26421" y="6324746"/>
                  </a:lnTo>
                  <a:lnTo>
                    <a:pt x="26515" y="6324746"/>
                  </a:lnTo>
                  <a:lnTo>
                    <a:pt x="26609" y="6324746"/>
                  </a:lnTo>
                  <a:lnTo>
                    <a:pt x="26703" y="6324746"/>
                  </a:lnTo>
                  <a:lnTo>
                    <a:pt x="26797" y="6324746"/>
                  </a:lnTo>
                  <a:lnTo>
                    <a:pt x="26891" y="6324746"/>
                  </a:lnTo>
                  <a:lnTo>
                    <a:pt x="26985" y="6324746"/>
                  </a:lnTo>
                  <a:lnTo>
                    <a:pt x="27079" y="6324746"/>
                  </a:lnTo>
                  <a:lnTo>
                    <a:pt x="27173" y="6324746"/>
                  </a:lnTo>
                  <a:lnTo>
                    <a:pt x="27267" y="6324746"/>
                  </a:lnTo>
                  <a:lnTo>
                    <a:pt x="27361" y="6324746"/>
                  </a:lnTo>
                  <a:lnTo>
                    <a:pt x="27455" y="6324746"/>
                  </a:lnTo>
                  <a:lnTo>
                    <a:pt x="27549" y="6324746"/>
                  </a:lnTo>
                  <a:lnTo>
                    <a:pt x="27643" y="6324746"/>
                  </a:lnTo>
                  <a:lnTo>
                    <a:pt x="27737" y="6324746"/>
                  </a:lnTo>
                  <a:lnTo>
                    <a:pt x="27831" y="6324746"/>
                  </a:lnTo>
                  <a:lnTo>
                    <a:pt x="27925" y="6324746"/>
                  </a:lnTo>
                  <a:lnTo>
                    <a:pt x="28019" y="6324746"/>
                  </a:lnTo>
                  <a:lnTo>
                    <a:pt x="28113" y="6324746"/>
                  </a:lnTo>
                  <a:lnTo>
                    <a:pt x="28207" y="6324746"/>
                  </a:lnTo>
                  <a:lnTo>
                    <a:pt x="28301" y="6324746"/>
                  </a:lnTo>
                  <a:lnTo>
                    <a:pt x="28396" y="6324746"/>
                  </a:lnTo>
                  <a:lnTo>
                    <a:pt x="28490" y="6324746"/>
                  </a:lnTo>
                  <a:lnTo>
                    <a:pt x="28584" y="6324746"/>
                  </a:lnTo>
                  <a:lnTo>
                    <a:pt x="28678" y="6324746"/>
                  </a:lnTo>
                  <a:lnTo>
                    <a:pt x="28772" y="6324746"/>
                  </a:lnTo>
                  <a:lnTo>
                    <a:pt x="28866" y="6324746"/>
                  </a:lnTo>
                  <a:lnTo>
                    <a:pt x="28960" y="6324746"/>
                  </a:lnTo>
                  <a:lnTo>
                    <a:pt x="29054" y="6324746"/>
                  </a:lnTo>
                  <a:lnTo>
                    <a:pt x="29148" y="6324746"/>
                  </a:lnTo>
                  <a:lnTo>
                    <a:pt x="29242" y="6324746"/>
                  </a:lnTo>
                  <a:lnTo>
                    <a:pt x="29336" y="6324746"/>
                  </a:lnTo>
                  <a:lnTo>
                    <a:pt x="29430" y="6324746"/>
                  </a:lnTo>
                  <a:lnTo>
                    <a:pt x="29524" y="6324746"/>
                  </a:lnTo>
                  <a:lnTo>
                    <a:pt x="29618" y="6324746"/>
                  </a:lnTo>
                  <a:lnTo>
                    <a:pt x="29712" y="6324746"/>
                  </a:lnTo>
                  <a:lnTo>
                    <a:pt x="29806" y="6324746"/>
                  </a:lnTo>
                  <a:lnTo>
                    <a:pt x="29900" y="6324746"/>
                  </a:lnTo>
                  <a:lnTo>
                    <a:pt x="29994" y="6324746"/>
                  </a:lnTo>
                  <a:lnTo>
                    <a:pt x="30088" y="6324746"/>
                  </a:lnTo>
                  <a:lnTo>
                    <a:pt x="30182" y="6324746"/>
                  </a:lnTo>
                  <a:lnTo>
                    <a:pt x="30276" y="6324746"/>
                  </a:lnTo>
                  <a:lnTo>
                    <a:pt x="30276" y="6319467"/>
                  </a:lnTo>
                  <a:lnTo>
                    <a:pt x="30370" y="6319467"/>
                  </a:lnTo>
                  <a:lnTo>
                    <a:pt x="30464" y="6319467"/>
                  </a:lnTo>
                  <a:lnTo>
                    <a:pt x="30558" y="6319467"/>
                  </a:lnTo>
                  <a:lnTo>
                    <a:pt x="30652" y="6319467"/>
                  </a:lnTo>
                  <a:lnTo>
                    <a:pt x="30746" y="6319467"/>
                  </a:lnTo>
                  <a:lnTo>
                    <a:pt x="30840" y="6319467"/>
                  </a:lnTo>
                  <a:lnTo>
                    <a:pt x="30934" y="6319467"/>
                  </a:lnTo>
                  <a:lnTo>
                    <a:pt x="31028" y="6319467"/>
                  </a:lnTo>
                  <a:lnTo>
                    <a:pt x="31122" y="6319467"/>
                  </a:lnTo>
                  <a:lnTo>
                    <a:pt x="31216" y="6319467"/>
                  </a:lnTo>
                  <a:lnTo>
                    <a:pt x="31310" y="6319467"/>
                  </a:lnTo>
                  <a:lnTo>
                    <a:pt x="31404" y="6319467"/>
                  </a:lnTo>
                  <a:lnTo>
                    <a:pt x="31498" y="6319467"/>
                  </a:lnTo>
                  <a:lnTo>
                    <a:pt x="31780" y="6319467"/>
                  </a:lnTo>
                  <a:lnTo>
                    <a:pt x="31874" y="6319467"/>
                  </a:lnTo>
                  <a:lnTo>
                    <a:pt x="31969" y="6319467"/>
                  </a:lnTo>
                  <a:lnTo>
                    <a:pt x="32063" y="6319467"/>
                  </a:lnTo>
                  <a:lnTo>
                    <a:pt x="32157" y="6319467"/>
                  </a:lnTo>
                  <a:lnTo>
                    <a:pt x="32251" y="6319467"/>
                  </a:lnTo>
                  <a:lnTo>
                    <a:pt x="32345" y="6319467"/>
                  </a:lnTo>
                  <a:lnTo>
                    <a:pt x="32439" y="6319467"/>
                  </a:lnTo>
                  <a:lnTo>
                    <a:pt x="32533" y="6319467"/>
                  </a:lnTo>
                  <a:lnTo>
                    <a:pt x="32627" y="6319467"/>
                  </a:lnTo>
                  <a:lnTo>
                    <a:pt x="32721" y="6319467"/>
                  </a:lnTo>
                  <a:lnTo>
                    <a:pt x="32815" y="6319467"/>
                  </a:lnTo>
                  <a:lnTo>
                    <a:pt x="32909" y="6319467"/>
                  </a:lnTo>
                  <a:lnTo>
                    <a:pt x="33003" y="6319467"/>
                  </a:lnTo>
                  <a:lnTo>
                    <a:pt x="33097" y="6319467"/>
                  </a:lnTo>
                  <a:lnTo>
                    <a:pt x="33191" y="6319467"/>
                  </a:lnTo>
                  <a:lnTo>
                    <a:pt x="33285" y="6319467"/>
                  </a:lnTo>
                  <a:lnTo>
                    <a:pt x="33379" y="6319467"/>
                  </a:lnTo>
                  <a:lnTo>
                    <a:pt x="33473" y="6319467"/>
                  </a:lnTo>
                  <a:lnTo>
                    <a:pt x="33567" y="6319467"/>
                  </a:lnTo>
                  <a:lnTo>
                    <a:pt x="33661" y="6319467"/>
                  </a:lnTo>
                  <a:lnTo>
                    <a:pt x="33755" y="6319467"/>
                  </a:lnTo>
                  <a:lnTo>
                    <a:pt x="33849" y="6319467"/>
                  </a:lnTo>
                  <a:lnTo>
                    <a:pt x="33943" y="6319467"/>
                  </a:lnTo>
                  <a:lnTo>
                    <a:pt x="34037" y="6319467"/>
                  </a:lnTo>
                  <a:lnTo>
                    <a:pt x="34131" y="6319467"/>
                  </a:lnTo>
                  <a:lnTo>
                    <a:pt x="34225" y="6319467"/>
                  </a:lnTo>
                  <a:lnTo>
                    <a:pt x="34319" y="6319467"/>
                  </a:lnTo>
                  <a:lnTo>
                    <a:pt x="34413" y="6319467"/>
                  </a:lnTo>
                  <a:lnTo>
                    <a:pt x="34507" y="6319467"/>
                  </a:lnTo>
                  <a:lnTo>
                    <a:pt x="34601" y="6319467"/>
                  </a:lnTo>
                  <a:lnTo>
                    <a:pt x="34695" y="6319467"/>
                  </a:lnTo>
                  <a:lnTo>
                    <a:pt x="34789" y="6319467"/>
                  </a:lnTo>
                  <a:lnTo>
                    <a:pt x="34883" y="6319467"/>
                  </a:lnTo>
                  <a:lnTo>
                    <a:pt x="34977" y="6319467"/>
                  </a:lnTo>
                  <a:lnTo>
                    <a:pt x="35071" y="6319467"/>
                  </a:lnTo>
                  <a:lnTo>
                    <a:pt x="35165" y="6319467"/>
                  </a:lnTo>
                  <a:lnTo>
                    <a:pt x="35259" y="6319467"/>
                  </a:lnTo>
                  <a:lnTo>
                    <a:pt x="35353" y="6319467"/>
                  </a:lnTo>
                  <a:lnTo>
                    <a:pt x="35448" y="6319467"/>
                  </a:lnTo>
                  <a:lnTo>
                    <a:pt x="35542" y="6319467"/>
                  </a:lnTo>
                  <a:lnTo>
                    <a:pt x="35636" y="6319467"/>
                  </a:lnTo>
                  <a:lnTo>
                    <a:pt x="35730" y="6319467"/>
                  </a:lnTo>
                  <a:lnTo>
                    <a:pt x="35824" y="6319467"/>
                  </a:lnTo>
                  <a:lnTo>
                    <a:pt x="35918" y="6319467"/>
                  </a:lnTo>
                  <a:lnTo>
                    <a:pt x="36012" y="6319467"/>
                  </a:lnTo>
                  <a:lnTo>
                    <a:pt x="36106" y="6319467"/>
                  </a:lnTo>
                  <a:lnTo>
                    <a:pt x="36200" y="6319467"/>
                  </a:lnTo>
                  <a:lnTo>
                    <a:pt x="36294" y="6319467"/>
                  </a:lnTo>
                  <a:lnTo>
                    <a:pt x="36388" y="6319467"/>
                  </a:lnTo>
                  <a:lnTo>
                    <a:pt x="36482" y="6319467"/>
                  </a:lnTo>
                  <a:lnTo>
                    <a:pt x="36576" y="6319467"/>
                  </a:lnTo>
                  <a:lnTo>
                    <a:pt x="36670" y="6319467"/>
                  </a:lnTo>
                  <a:lnTo>
                    <a:pt x="36764" y="6319467"/>
                  </a:lnTo>
                  <a:lnTo>
                    <a:pt x="36858" y="6319467"/>
                  </a:lnTo>
                  <a:lnTo>
                    <a:pt x="36952" y="6319467"/>
                  </a:lnTo>
                  <a:lnTo>
                    <a:pt x="37046" y="6319467"/>
                  </a:lnTo>
                  <a:lnTo>
                    <a:pt x="37140" y="6319467"/>
                  </a:lnTo>
                  <a:lnTo>
                    <a:pt x="37234" y="6319467"/>
                  </a:lnTo>
                  <a:lnTo>
                    <a:pt x="37328" y="6319467"/>
                  </a:lnTo>
                  <a:lnTo>
                    <a:pt x="37422" y="6319467"/>
                  </a:lnTo>
                  <a:lnTo>
                    <a:pt x="37516" y="6319467"/>
                  </a:lnTo>
                  <a:lnTo>
                    <a:pt x="37610" y="6319467"/>
                  </a:lnTo>
                  <a:lnTo>
                    <a:pt x="37704" y="6319467"/>
                  </a:lnTo>
                  <a:lnTo>
                    <a:pt x="37798" y="6319467"/>
                  </a:lnTo>
                  <a:lnTo>
                    <a:pt x="37798" y="6314187"/>
                  </a:lnTo>
                  <a:lnTo>
                    <a:pt x="37892" y="6314187"/>
                  </a:lnTo>
                  <a:lnTo>
                    <a:pt x="37986" y="6314187"/>
                  </a:lnTo>
                  <a:lnTo>
                    <a:pt x="38080" y="6314187"/>
                  </a:lnTo>
                  <a:lnTo>
                    <a:pt x="38174" y="6314187"/>
                  </a:lnTo>
                  <a:lnTo>
                    <a:pt x="38268" y="6314187"/>
                  </a:lnTo>
                  <a:lnTo>
                    <a:pt x="38362" y="6314187"/>
                  </a:lnTo>
                  <a:lnTo>
                    <a:pt x="38456" y="6314187"/>
                  </a:lnTo>
                  <a:lnTo>
                    <a:pt x="38550" y="6314187"/>
                  </a:lnTo>
                  <a:lnTo>
                    <a:pt x="38644" y="6314187"/>
                  </a:lnTo>
                  <a:lnTo>
                    <a:pt x="38738" y="6314187"/>
                  </a:lnTo>
                  <a:lnTo>
                    <a:pt x="38832" y="6314187"/>
                  </a:lnTo>
                  <a:lnTo>
                    <a:pt x="38926" y="6314187"/>
                  </a:lnTo>
                  <a:lnTo>
                    <a:pt x="39021" y="6314187"/>
                  </a:lnTo>
                  <a:lnTo>
                    <a:pt x="39115" y="6314187"/>
                  </a:lnTo>
                  <a:lnTo>
                    <a:pt x="39209" y="6314187"/>
                  </a:lnTo>
                  <a:lnTo>
                    <a:pt x="39303" y="6314187"/>
                  </a:lnTo>
                  <a:lnTo>
                    <a:pt x="39397" y="6314187"/>
                  </a:lnTo>
                  <a:lnTo>
                    <a:pt x="39491" y="6314187"/>
                  </a:lnTo>
                  <a:lnTo>
                    <a:pt x="39679" y="6314187"/>
                  </a:lnTo>
                  <a:lnTo>
                    <a:pt x="39773" y="6314187"/>
                  </a:lnTo>
                  <a:lnTo>
                    <a:pt x="39867" y="6314187"/>
                  </a:lnTo>
                  <a:lnTo>
                    <a:pt x="39961" y="6314187"/>
                  </a:lnTo>
                  <a:lnTo>
                    <a:pt x="40055" y="6314187"/>
                  </a:lnTo>
                  <a:lnTo>
                    <a:pt x="40149" y="6314187"/>
                  </a:lnTo>
                  <a:lnTo>
                    <a:pt x="40149" y="6308908"/>
                  </a:lnTo>
                  <a:lnTo>
                    <a:pt x="40243" y="6308908"/>
                  </a:lnTo>
                  <a:lnTo>
                    <a:pt x="40337" y="6308908"/>
                  </a:lnTo>
                  <a:lnTo>
                    <a:pt x="40431" y="6308908"/>
                  </a:lnTo>
                  <a:lnTo>
                    <a:pt x="40525" y="6308908"/>
                  </a:lnTo>
                  <a:lnTo>
                    <a:pt x="40619" y="6308908"/>
                  </a:lnTo>
                  <a:lnTo>
                    <a:pt x="40713" y="6308908"/>
                  </a:lnTo>
                  <a:lnTo>
                    <a:pt x="40807" y="6308908"/>
                  </a:lnTo>
                  <a:lnTo>
                    <a:pt x="40901" y="6308908"/>
                  </a:lnTo>
                  <a:lnTo>
                    <a:pt x="40995" y="6308908"/>
                  </a:lnTo>
                  <a:lnTo>
                    <a:pt x="41089" y="6308908"/>
                  </a:lnTo>
                  <a:lnTo>
                    <a:pt x="41183" y="6308908"/>
                  </a:lnTo>
                  <a:lnTo>
                    <a:pt x="41277" y="6308908"/>
                  </a:lnTo>
                  <a:lnTo>
                    <a:pt x="41371" y="6308908"/>
                  </a:lnTo>
                  <a:lnTo>
                    <a:pt x="41465" y="6308908"/>
                  </a:lnTo>
                  <a:lnTo>
                    <a:pt x="41559" y="6308908"/>
                  </a:lnTo>
                  <a:lnTo>
                    <a:pt x="41653" y="6308908"/>
                  </a:lnTo>
                  <a:lnTo>
                    <a:pt x="41747" y="6308908"/>
                  </a:lnTo>
                  <a:lnTo>
                    <a:pt x="41841" y="6308908"/>
                  </a:lnTo>
                  <a:lnTo>
                    <a:pt x="41935" y="6308908"/>
                  </a:lnTo>
                  <a:lnTo>
                    <a:pt x="42029" y="6308908"/>
                  </a:lnTo>
                  <a:lnTo>
                    <a:pt x="42123" y="6308908"/>
                  </a:lnTo>
                  <a:lnTo>
                    <a:pt x="42217" y="6308908"/>
                  </a:lnTo>
                  <a:lnTo>
                    <a:pt x="42311" y="6308908"/>
                  </a:lnTo>
                  <a:lnTo>
                    <a:pt x="42405" y="6308908"/>
                  </a:lnTo>
                  <a:lnTo>
                    <a:pt x="42405" y="6303629"/>
                  </a:lnTo>
                  <a:lnTo>
                    <a:pt x="42499" y="6303629"/>
                  </a:lnTo>
                  <a:lnTo>
                    <a:pt x="42594" y="6303629"/>
                  </a:lnTo>
                  <a:lnTo>
                    <a:pt x="42688" y="6303629"/>
                  </a:lnTo>
                  <a:lnTo>
                    <a:pt x="42782" y="6303629"/>
                  </a:lnTo>
                  <a:lnTo>
                    <a:pt x="42876" y="6303629"/>
                  </a:lnTo>
                  <a:lnTo>
                    <a:pt x="42970" y="6303629"/>
                  </a:lnTo>
                  <a:lnTo>
                    <a:pt x="43064" y="6303629"/>
                  </a:lnTo>
                  <a:lnTo>
                    <a:pt x="43158" y="6303629"/>
                  </a:lnTo>
                  <a:lnTo>
                    <a:pt x="43252" y="6303629"/>
                  </a:lnTo>
                  <a:lnTo>
                    <a:pt x="43346" y="6303629"/>
                  </a:lnTo>
                  <a:lnTo>
                    <a:pt x="43440" y="6303629"/>
                  </a:lnTo>
                  <a:lnTo>
                    <a:pt x="43534" y="6303629"/>
                  </a:lnTo>
                  <a:lnTo>
                    <a:pt x="43628" y="6303629"/>
                  </a:lnTo>
                  <a:lnTo>
                    <a:pt x="43722" y="6303629"/>
                  </a:lnTo>
                  <a:lnTo>
                    <a:pt x="43816" y="6303629"/>
                  </a:lnTo>
                  <a:lnTo>
                    <a:pt x="43910" y="6303629"/>
                  </a:lnTo>
                  <a:lnTo>
                    <a:pt x="44004" y="6303629"/>
                  </a:lnTo>
                  <a:lnTo>
                    <a:pt x="44098" y="6303629"/>
                  </a:lnTo>
                  <a:lnTo>
                    <a:pt x="44192" y="6303629"/>
                  </a:lnTo>
                  <a:lnTo>
                    <a:pt x="44286" y="6303629"/>
                  </a:lnTo>
                  <a:lnTo>
                    <a:pt x="44380" y="6303629"/>
                  </a:lnTo>
                  <a:lnTo>
                    <a:pt x="44474" y="6303629"/>
                  </a:lnTo>
                  <a:lnTo>
                    <a:pt x="44568" y="6303629"/>
                  </a:lnTo>
                  <a:lnTo>
                    <a:pt x="44662" y="6303629"/>
                  </a:lnTo>
                  <a:lnTo>
                    <a:pt x="44756" y="6303629"/>
                  </a:lnTo>
                  <a:lnTo>
                    <a:pt x="44850" y="6303629"/>
                  </a:lnTo>
                  <a:lnTo>
                    <a:pt x="44944" y="6303629"/>
                  </a:lnTo>
                  <a:lnTo>
                    <a:pt x="45038" y="6303629"/>
                  </a:lnTo>
                  <a:lnTo>
                    <a:pt x="45132" y="6303629"/>
                  </a:lnTo>
                  <a:lnTo>
                    <a:pt x="45226" y="6303629"/>
                  </a:lnTo>
                  <a:lnTo>
                    <a:pt x="45320" y="6303629"/>
                  </a:lnTo>
                  <a:lnTo>
                    <a:pt x="45414" y="6303629"/>
                  </a:lnTo>
                  <a:lnTo>
                    <a:pt x="45508" y="6303629"/>
                  </a:lnTo>
                  <a:lnTo>
                    <a:pt x="45602" y="6303629"/>
                  </a:lnTo>
                  <a:lnTo>
                    <a:pt x="45696" y="6303629"/>
                  </a:lnTo>
                  <a:lnTo>
                    <a:pt x="45790" y="6303629"/>
                  </a:lnTo>
                  <a:lnTo>
                    <a:pt x="45884" y="6303629"/>
                  </a:lnTo>
                  <a:lnTo>
                    <a:pt x="45978" y="6303629"/>
                  </a:lnTo>
                  <a:lnTo>
                    <a:pt x="46072" y="6303629"/>
                  </a:lnTo>
                  <a:lnTo>
                    <a:pt x="46167" y="6303629"/>
                  </a:lnTo>
                  <a:lnTo>
                    <a:pt x="46261" y="6303629"/>
                  </a:lnTo>
                  <a:lnTo>
                    <a:pt x="46355" y="6303629"/>
                  </a:lnTo>
                  <a:lnTo>
                    <a:pt x="46449" y="6303629"/>
                  </a:lnTo>
                  <a:lnTo>
                    <a:pt x="46543" y="6303629"/>
                  </a:lnTo>
                  <a:lnTo>
                    <a:pt x="46637" y="6303629"/>
                  </a:lnTo>
                  <a:lnTo>
                    <a:pt x="46731" y="6303629"/>
                  </a:lnTo>
                  <a:lnTo>
                    <a:pt x="46825" y="6303629"/>
                  </a:lnTo>
                  <a:lnTo>
                    <a:pt x="46919" y="6303629"/>
                  </a:lnTo>
                  <a:lnTo>
                    <a:pt x="47013" y="6303629"/>
                  </a:lnTo>
                  <a:lnTo>
                    <a:pt x="47107" y="6303629"/>
                  </a:lnTo>
                  <a:lnTo>
                    <a:pt x="47201" y="6303629"/>
                  </a:lnTo>
                  <a:lnTo>
                    <a:pt x="47295" y="6303629"/>
                  </a:lnTo>
                  <a:lnTo>
                    <a:pt x="47389" y="6303629"/>
                  </a:lnTo>
                  <a:lnTo>
                    <a:pt x="47483" y="6303629"/>
                  </a:lnTo>
                  <a:lnTo>
                    <a:pt x="47577" y="6303629"/>
                  </a:lnTo>
                  <a:lnTo>
                    <a:pt x="47671" y="6303629"/>
                  </a:lnTo>
                  <a:lnTo>
                    <a:pt x="47765" y="6303629"/>
                  </a:lnTo>
                  <a:lnTo>
                    <a:pt x="47859" y="6303629"/>
                  </a:lnTo>
                  <a:lnTo>
                    <a:pt x="47953" y="6303629"/>
                  </a:lnTo>
                  <a:lnTo>
                    <a:pt x="48047" y="6303629"/>
                  </a:lnTo>
                  <a:lnTo>
                    <a:pt x="48141" y="6303629"/>
                  </a:lnTo>
                  <a:lnTo>
                    <a:pt x="48235" y="6303629"/>
                  </a:lnTo>
                  <a:lnTo>
                    <a:pt x="48329" y="6303629"/>
                  </a:lnTo>
                  <a:lnTo>
                    <a:pt x="48423" y="6303629"/>
                  </a:lnTo>
                  <a:lnTo>
                    <a:pt x="48517" y="6303629"/>
                  </a:lnTo>
                  <a:lnTo>
                    <a:pt x="48611" y="6303629"/>
                  </a:lnTo>
                  <a:lnTo>
                    <a:pt x="48705" y="6303629"/>
                  </a:lnTo>
                  <a:lnTo>
                    <a:pt x="48799" y="6303629"/>
                  </a:lnTo>
                  <a:lnTo>
                    <a:pt x="48893" y="6303629"/>
                  </a:lnTo>
                  <a:lnTo>
                    <a:pt x="48987" y="6303629"/>
                  </a:lnTo>
                  <a:lnTo>
                    <a:pt x="49081" y="6303629"/>
                  </a:lnTo>
                  <a:lnTo>
                    <a:pt x="49175" y="6303629"/>
                  </a:lnTo>
                  <a:lnTo>
                    <a:pt x="49269" y="6303629"/>
                  </a:lnTo>
                  <a:lnTo>
                    <a:pt x="49363" y="6303629"/>
                  </a:lnTo>
                  <a:lnTo>
                    <a:pt x="49457" y="6303629"/>
                  </a:lnTo>
                  <a:lnTo>
                    <a:pt x="49551" y="6303629"/>
                  </a:lnTo>
                  <a:lnTo>
                    <a:pt x="49646" y="6303629"/>
                  </a:lnTo>
                  <a:lnTo>
                    <a:pt x="49740" y="6303629"/>
                  </a:lnTo>
                  <a:lnTo>
                    <a:pt x="49834" y="6303629"/>
                  </a:lnTo>
                  <a:lnTo>
                    <a:pt x="49928" y="6303629"/>
                  </a:lnTo>
                  <a:lnTo>
                    <a:pt x="50022" y="6303629"/>
                  </a:lnTo>
                  <a:lnTo>
                    <a:pt x="50116" y="6303629"/>
                  </a:lnTo>
                  <a:lnTo>
                    <a:pt x="50210" y="6303629"/>
                  </a:lnTo>
                  <a:lnTo>
                    <a:pt x="50304" y="6303629"/>
                  </a:lnTo>
                  <a:lnTo>
                    <a:pt x="50398" y="6303629"/>
                  </a:lnTo>
                  <a:lnTo>
                    <a:pt x="50492" y="6303629"/>
                  </a:lnTo>
                  <a:lnTo>
                    <a:pt x="50586" y="6303629"/>
                  </a:lnTo>
                  <a:lnTo>
                    <a:pt x="50680" y="6303629"/>
                  </a:lnTo>
                  <a:lnTo>
                    <a:pt x="50774" y="6303629"/>
                  </a:lnTo>
                  <a:lnTo>
                    <a:pt x="50868" y="6303629"/>
                  </a:lnTo>
                  <a:lnTo>
                    <a:pt x="50962" y="6303629"/>
                  </a:lnTo>
                  <a:lnTo>
                    <a:pt x="51056" y="6303629"/>
                  </a:lnTo>
                  <a:lnTo>
                    <a:pt x="51150" y="6303629"/>
                  </a:lnTo>
                  <a:lnTo>
                    <a:pt x="51244" y="6303629"/>
                  </a:lnTo>
                  <a:lnTo>
                    <a:pt x="51338" y="6303629"/>
                  </a:lnTo>
                  <a:lnTo>
                    <a:pt x="51432" y="6303629"/>
                  </a:lnTo>
                  <a:lnTo>
                    <a:pt x="51526" y="6303629"/>
                  </a:lnTo>
                  <a:lnTo>
                    <a:pt x="51620" y="6303629"/>
                  </a:lnTo>
                  <a:lnTo>
                    <a:pt x="51714" y="6303629"/>
                  </a:lnTo>
                  <a:lnTo>
                    <a:pt x="51808" y="6303629"/>
                  </a:lnTo>
                  <a:lnTo>
                    <a:pt x="51902" y="6303629"/>
                  </a:lnTo>
                  <a:lnTo>
                    <a:pt x="51996" y="6303629"/>
                  </a:lnTo>
                  <a:lnTo>
                    <a:pt x="52090" y="6303629"/>
                  </a:lnTo>
                  <a:lnTo>
                    <a:pt x="52278" y="6303629"/>
                  </a:lnTo>
                  <a:lnTo>
                    <a:pt x="52372" y="6303629"/>
                  </a:lnTo>
                  <a:lnTo>
                    <a:pt x="52466" y="6303629"/>
                  </a:lnTo>
                  <a:lnTo>
                    <a:pt x="52560" y="6303629"/>
                  </a:lnTo>
                  <a:lnTo>
                    <a:pt x="52654" y="6303629"/>
                  </a:lnTo>
                  <a:lnTo>
                    <a:pt x="52748" y="6303629"/>
                  </a:lnTo>
                  <a:lnTo>
                    <a:pt x="52842" y="6303629"/>
                  </a:lnTo>
                  <a:lnTo>
                    <a:pt x="52936" y="6303629"/>
                  </a:lnTo>
                  <a:lnTo>
                    <a:pt x="53030" y="6303629"/>
                  </a:lnTo>
                  <a:lnTo>
                    <a:pt x="53124" y="6303629"/>
                  </a:lnTo>
                  <a:lnTo>
                    <a:pt x="53219" y="6303629"/>
                  </a:lnTo>
                  <a:lnTo>
                    <a:pt x="53313" y="6303629"/>
                  </a:lnTo>
                  <a:lnTo>
                    <a:pt x="53407" y="6303629"/>
                  </a:lnTo>
                  <a:lnTo>
                    <a:pt x="53501" y="6303629"/>
                  </a:lnTo>
                  <a:lnTo>
                    <a:pt x="53595" y="6303629"/>
                  </a:lnTo>
                  <a:lnTo>
                    <a:pt x="53689" y="6303629"/>
                  </a:lnTo>
                  <a:lnTo>
                    <a:pt x="53783" y="6303629"/>
                  </a:lnTo>
                  <a:lnTo>
                    <a:pt x="53877" y="6303629"/>
                  </a:lnTo>
                  <a:lnTo>
                    <a:pt x="53971" y="6303629"/>
                  </a:lnTo>
                  <a:lnTo>
                    <a:pt x="54065" y="6303629"/>
                  </a:lnTo>
                  <a:lnTo>
                    <a:pt x="54159" y="6303629"/>
                  </a:lnTo>
                  <a:lnTo>
                    <a:pt x="54253" y="6303629"/>
                  </a:lnTo>
                  <a:lnTo>
                    <a:pt x="54347" y="6303629"/>
                  </a:lnTo>
                  <a:lnTo>
                    <a:pt x="54441" y="6303629"/>
                  </a:lnTo>
                  <a:lnTo>
                    <a:pt x="54535" y="6303629"/>
                  </a:lnTo>
                  <a:lnTo>
                    <a:pt x="54629" y="6303629"/>
                  </a:lnTo>
                  <a:lnTo>
                    <a:pt x="54723" y="6303629"/>
                  </a:lnTo>
                  <a:lnTo>
                    <a:pt x="54817" y="6303629"/>
                  </a:lnTo>
                  <a:lnTo>
                    <a:pt x="54911" y="6303629"/>
                  </a:lnTo>
                  <a:lnTo>
                    <a:pt x="55005" y="6303629"/>
                  </a:lnTo>
                  <a:lnTo>
                    <a:pt x="55099" y="6303629"/>
                  </a:lnTo>
                  <a:lnTo>
                    <a:pt x="55193" y="6303629"/>
                  </a:lnTo>
                  <a:lnTo>
                    <a:pt x="55287" y="6303629"/>
                  </a:lnTo>
                  <a:lnTo>
                    <a:pt x="55381" y="6303629"/>
                  </a:lnTo>
                  <a:lnTo>
                    <a:pt x="55475" y="6303629"/>
                  </a:lnTo>
                  <a:lnTo>
                    <a:pt x="55569" y="6303629"/>
                  </a:lnTo>
                  <a:lnTo>
                    <a:pt x="55663" y="6303629"/>
                  </a:lnTo>
                  <a:lnTo>
                    <a:pt x="55757" y="6303629"/>
                  </a:lnTo>
                  <a:lnTo>
                    <a:pt x="55851" y="6303629"/>
                  </a:lnTo>
                  <a:lnTo>
                    <a:pt x="56039" y="6303629"/>
                  </a:lnTo>
                  <a:lnTo>
                    <a:pt x="56133" y="6303629"/>
                  </a:lnTo>
                  <a:lnTo>
                    <a:pt x="56227" y="6303629"/>
                  </a:lnTo>
                  <a:lnTo>
                    <a:pt x="56321" y="6303629"/>
                  </a:lnTo>
                  <a:lnTo>
                    <a:pt x="56415" y="6303629"/>
                  </a:lnTo>
                  <a:lnTo>
                    <a:pt x="56509" y="6303629"/>
                  </a:lnTo>
                  <a:lnTo>
                    <a:pt x="56603" y="6303629"/>
                  </a:lnTo>
                  <a:lnTo>
                    <a:pt x="56792" y="6303629"/>
                  </a:lnTo>
                  <a:lnTo>
                    <a:pt x="56886" y="6303629"/>
                  </a:lnTo>
                  <a:lnTo>
                    <a:pt x="56980" y="6303629"/>
                  </a:lnTo>
                  <a:lnTo>
                    <a:pt x="57074" y="6303629"/>
                  </a:lnTo>
                  <a:lnTo>
                    <a:pt x="57168" y="6303629"/>
                  </a:lnTo>
                  <a:lnTo>
                    <a:pt x="57262" y="6303629"/>
                  </a:lnTo>
                  <a:lnTo>
                    <a:pt x="57356" y="6303629"/>
                  </a:lnTo>
                  <a:lnTo>
                    <a:pt x="57450" y="6303629"/>
                  </a:lnTo>
                  <a:lnTo>
                    <a:pt x="57544" y="6303629"/>
                  </a:lnTo>
                  <a:lnTo>
                    <a:pt x="57638" y="6303629"/>
                  </a:lnTo>
                  <a:lnTo>
                    <a:pt x="57732" y="6303629"/>
                  </a:lnTo>
                  <a:lnTo>
                    <a:pt x="57826" y="6303629"/>
                  </a:lnTo>
                  <a:lnTo>
                    <a:pt x="57920" y="6303629"/>
                  </a:lnTo>
                  <a:lnTo>
                    <a:pt x="58014" y="6303629"/>
                  </a:lnTo>
                  <a:lnTo>
                    <a:pt x="58108" y="6303629"/>
                  </a:lnTo>
                  <a:lnTo>
                    <a:pt x="58202" y="6303629"/>
                  </a:lnTo>
                  <a:lnTo>
                    <a:pt x="58296" y="6303629"/>
                  </a:lnTo>
                  <a:lnTo>
                    <a:pt x="58390" y="6303629"/>
                  </a:lnTo>
                  <a:lnTo>
                    <a:pt x="58484" y="6303629"/>
                  </a:lnTo>
                  <a:lnTo>
                    <a:pt x="58578" y="6303629"/>
                  </a:lnTo>
                  <a:lnTo>
                    <a:pt x="58672" y="6303629"/>
                  </a:lnTo>
                  <a:lnTo>
                    <a:pt x="58766" y="6303629"/>
                  </a:lnTo>
                  <a:lnTo>
                    <a:pt x="58860" y="6303629"/>
                  </a:lnTo>
                  <a:lnTo>
                    <a:pt x="58954" y="6303629"/>
                  </a:lnTo>
                  <a:lnTo>
                    <a:pt x="59048" y="6303629"/>
                  </a:lnTo>
                  <a:lnTo>
                    <a:pt x="59142" y="6303629"/>
                  </a:lnTo>
                  <a:lnTo>
                    <a:pt x="59236" y="6303629"/>
                  </a:lnTo>
                  <a:lnTo>
                    <a:pt x="59330" y="6303629"/>
                  </a:lnTo>
                  <a:lnTo>
                    <a:pt x="59518" y="6303629"/>
                  </a:lnTo>
                  <a:lnTo>
                    <a:pt x="59518" y="6298349"/>
                  </a:lnTo>
                  <a:lnTo>
                    <a:pt x="59612" y="6298349"/>
                  </a:lnTo>
                  <a:lnTo>
                    <a:pt x="59706" y="6298349"/>
                  </a:lnTo>
                  <a:lnTo>
                    <a:pt x="59800" y="6298349"/>
                  </a:lnTo>
                  <a:lnTo>
                    <a:pt x="59894" y="6298349"/>
                  </a:lnTo>
                  <a:lnTo>
                    <a:pt x="59988" y="6298349"/>
                  </a:lnTo>
                  <a:lnTo>
                    <a:pt x="60082" y="6298349"/>
                  </a:lnTo>
                  <a:lnTo>
                    <a:pt x="60176" y="6298349"/>
                  </a:lnTo>
                  <a:lnTo>
                    <a:pt x="60271" y="6298349"/>
                  </a:lnTo>
                  <a:lnTo>
                    <a:pt x="60365" y="6298349"/>
                  </a:lnTo>
                  <a:lnTo>
                    <a:pt x="60459" y="6298349"/>
                  </a:lnTo>
                  <a:lnTo>
                    <a:pt x="60553" y="6298349"/>
                  </a:lnTo>
                  <a:lnTo>
                    <a:pt x="60647" y="6298349"/>
                  </a:lnTo>
                  <a:lnTo>
                    <a:pt x="60647" y="6293070"/>
                  </a:lnTo>
                  <a:lnTo>
                    <a:pt x="60741" y="6293070"/>
                  </a:lnTo>
                  <a:lnTo>
                    <a:pt x="60835" y="6293070"/>
                  </a:lnTo>
                  <a:lnTo>
                    <a:pt x="60929" y="6293070"/>
                  </a:lnTo>
                  <a:lnTo>
                    <a:pt x="61023" y="6293070"/>
                  </a:lnTo>
                  <a:lnTo>
                    <a:pt x="61117" y="6293070"/>
                  </a:lnTo>
                  <a:lnTo>
                    <a:pt x="61211" y="6293070"/>
                  </a:lnTo>
                  <a:lnTo>
                    <a:pt x="61305" y="6293070"/>
                  </a:lnTo>
                  <a:lnTo>
                    <a:pt x="61399" y="6293070"/>
                  </a:lnTo>
                  <a:lnTo>
                    <a:pt x="61493" y="6293070"/>
                  </a:lnTo>
                  <a:lnTo>
                    <a:pt x="61587" y="6293070"/>
                  </a:lnTo>
                  <a:lnTo>
                    <a:pt x="61681" y="6293070"/>
                  </a:lnTo>
                  <a:lnTo>
                    <a:pt x="61775" y="6293070"/>
                  </a:lnTo>
                  <a:lnTo>
                    <a:pt x="61869" y="6293070"/>
                  </a:lnTo>
                  <a:lnTo>
                    <a:pt x="61963" y="6293070"/>
                  </a:lnTo>
                  <a:lnTo>
                    <a:pt x="62057" y="6293070"/>
                  </a:lnTo>
                  <a:lnTo>
                    <a:pt x="62151" y="6293070"/>
                  </a:lnTo>
                  <a:lnTo>
                    <a:pt x="62245" y="6293070"/>
                  </a:lnTo>
                  <a:lnTo>
                    <a:pt x="62339" y="6293070"/>
                  </a:lnTo>
                  <a:lnTo>
                    <a:pt x="62433" y="6293070"/>
                  </a:lnTo>
                  <a:lnTo>
                    <a:pt x="62527" y="6293070"/>
                  </a:lnTo>
                  <a:lnTo>
                    <a:pt x="62621" y="6293070"/>
                  </a:lnTo>
                  <a:lnTo>
                    <a:pt x="62715" y="6293070"/>
                  </a:lnTo>
                  <a:lnTo>
                    <a:pt x="62809" y="6293070"/>
                  </a:lnTo>
                  <a:lnTo>
                    <a:pt x="62903" y="6293070"/>
                  </a:lnTo>
                  <a:lnTo>
                    <a:pt x="62997" y="6293070"/>
                  </a:lnTo>
                  <a:lnTo>
                    <a:pt x="63091" y="6293070"/>
                  </a:lnTo>
                  <a:lnTo>
                    <a:pt x="63185" y="6293070"/>
                  </a:lnTo>
                  <a:lnTo>
                    <a:pt x="63279" y="6293070"/>
                  </a:lnTo>
                  <a:lnTo>
                    <a:pt x="63373" y="6293070"/>
                  </a:lnTo>
                  <a:lnTo>
                    <a:pt x="63467" y="6293070"/>
                  </a:lnTo>
                  <a:lnTo>
                    <a:pt x="63561" y="6293070"/>
                  </a:lnTo>
                  <a:lnTo>
                    <a:pt x="63655" y="6293070"/>
                  </a:lnTo>
                  <a:lnTo>
                    <a:pt x="63749" y="6293070"/>
                  </a:lnTo>
                  <a:lnTo>
                    <a:pt x="63844" y="6293070"/>
                  </a:lnTo>
                  <a:lnTo>
                    <a:pt x="63938" y="6293070"/>
                  </a:lnTo>
                  <a:lnTo>
                    <a:pt x="64032" y="6293070"/>
                  </a:lnTo>
                  <a:lnTo>
                    <a:pt x="64126" y="6293070"/>
                  </a:lnTo>
                  <a:lnTo>
                    <a:pt x="64220" y="6293070"/>
                  </a:lnTo>
                  <a:lnTo>
                    <a:pt x="64314" y="6293070"/>
                  </a:lnTo>
                  <a:lnTo>
                    <a:pt x="64408" y="6293070"/>
                  </a:lnTo>
                  <a:lnTo>
                    <a:pt x="64502" y="6293070"/>
                  </a:lnTo>
                  <a:lnTo>
                    <a:pt x="64596" y="6293070"/>
                  </a:lnTo>
                  <a:lnTo>
                    <a:pt x="64690" y="6287790"/>
                  </a:lnTo>
                  <a:lnTo>
                    <a:pt x="64784" y="6287790"/>
                  </a:lnTo>
                  <a:lnTo>
                    <a:pt x="64878" y="6287790"/>
                  </a:lnTo>
                  <a:lnTo>
                    <a:pt x="64972" y="6287790"/>
                  </a:lnTo>
                  <a:lnTo>
                    <a:pt x="65066" y="6287790"/>
                  </a:lnTo>
                  <a:lnTo>
                    <a:pt x="65160" y="6287790"/>
                  </a:lnTo>
                  <a:lnTo>
                    <a:pt x="65254" y="6287790"/>
                  </a:lnTo>
                  <a:lnTo>
                    <a:pt x="65348" y="6287790"/>
                  </a:lnTo>
                  <a:lnTo>
                    <a:pt x="65442" y="6287790"/>
                  </a:lnTo>
                  <a:lnTo>
                    <a:pt x="65536" y="6287790"/>
                  </a:lnTo>
                  <a:lnTo>
                    <a:pt x="65630" y="6287790"/>
                  </a:lnTo>
                  <a:lnTo>
                    <a:pt x="65724" y="6287790"/>
                  </a:lnTo>
                  <a:lnTo>
                    <a:pt x="65818" y="6287790"/>
                  </a:lnTo>
                  <a:lnTo>
                    <a:pt x="65912" y="6287790"/>
                  </a:lnTo>
                  <a:lnTo>
                    <a:pt x="65912" y="6282511"/>
                  </a:lnTo>
                  <a:lnTo>
                    <a:pt x="66006" y="6282511"/>
                  </a:lnTo>
                  <a:lnTo>
                    <a:pt x="66100" y="6282511"/>
                  </a:lnTo>
                  <a:lnTo>
                    <a:pt x="66194" y="6282511"/>
                  </a:lnTo>
                  <a:lnTo>
                    <a:pt x="66288" y="6282511"/>
                  </a:lnTo>
                  <a:lnTo>
                    <a:pt x="66382" y="6282511"/>
                  </a:lnTo>
                  <a:lnTo>
                    <a:pt x="66476" y="6282511"/>
                  </a:lnTo>
                  <a:lnTo>
                    <a:pt x="66570" y="6282511"/>
                  </a:lnTo>
                  <a:lnTo>
                    <a:pt x="66664" y="6282511"/>
                  </a:lnTo>
                  <a:lnTo>
                    <a:pt x="66758" y="6282511"/>
                  </a:lnTo>
                  <a:lnTo>
                    <a:pt x="66852" y="6282511"/>
                  </a:lnTo>
                  <a:lnTo>
                    <a:pt x="66946" y="6282511"/>
                  </a:lnTo>
                  <a:lnTo>
                    <a:pt x="67040" y="6282511"/>
                  </a:lnTo>
                  <a:lnTo>
                    <a:pt x="67134" y="6282511"/>
                  </a:lnTo>
                  <a:lnTo>
                    <a:pt x="67228" y="6282511"/>
                  </a:lnTo>
                  <a:lnTo>
                    <a:pt x="67322" y="6282511"/>
                  </a:lnTo>
                  <a:lnTo>
                    <a:pt x="67417" y="6282511"/>
                  </a:lnTo>
                  <a:lnTo>
                    <a:pt x="67511" y="6282511"/>
                  </a:lnTo>
                  <a:lnTo>
                    <a:pt x="67605" y="6282511"/>
                  </a:lnTo>
                  <a:lnTo>
                    <a:pt x="67699" y="6282511"/>
                  </a:lnTo>
                  <a:lnTo>
                    <a:pt x="67793" y="6282511"/>
                  </a:lnTo>
                  <a:lnTo>
                    <a:pt x="67887" y="6282511"/>
                  </a:lnTo>
                  <a:lnTo>
                    <a:pt x="67981" y="6282511"/>
                  </a:lnTo>
                  <a:lnTo>
                    <a:pt x="68075" y="6282511"/>
                  </a:lnTo>
                  <a:lnTo>
                    <a:pt x="68169" y="6282511"/>
                  </a:lnTo>
                  <a:lnTo>
                    <a:pt x="68357" y="6282511"/>
                  </a:lnTo>
                  <a:lnTo>
                    <a:pt x="68451" y="6282511"/>
                  </a:lnTo>
                  <a:lnTo>
                    <a:pt x="68545" y="6282511"/>
                  </a:lnTo>
                  <a:lnTo>
                    <a:pt x="68639" y="6282511"/>
                  </a:lnTo>
                  <a:lnTo>
                    <a:pt x="68733" y="6282511"/>
                  </a:lnTo>
                  <a:lnTo>
                    <a:pt x="68827" y="6282511"/>
                  </a:lnTo>
                  <a:lnTo>
                    <a:pt x="68921" y="6282511"/>
                  </a:lnTo>
                  <a:lnTo>
                    <a:pt x="69015" y="6282511"/>
                  </a:lnTo>
                  <a:lnTo>
                    <a:pt x="69109" y="6282511"/>
                  </a:lnTo>
                  <a:lnTo>
                    <a:pt x="69203" y="6282511"/>
                  </a:lnTo>
                  <a:lnTo>
                    <a:pt x="69297" y="6282511"/>
                  </a:lnTo>
                  <a:lnTo>
                    <a:pt x="69391" y="6282511"/>
                  </a:lnTo>
                  <a:lnTo>
                    <a:pt x="69485" y="6282511"/>
                  </a:lnTo>
                  <a:lnTo>
                    <a:pt x="69579" y="6282511"/>
                  </a:lnTo>
                  <a:lnTo>
                    <a:pt x="69673" y="6282511"/>
                  </a:lnTo>
                  <a:lnTo>
                    <a:pt x="69767" y="6282511"/>
                  </a:lnTo>
                  <a:lnTo>
                    <a:pt x="69861" y="6282511"/>
                  </a:lnTo>
                  <a:lnTo>
                    <a:pt x="69955" y="6282511"/>
                  </a:lnTo>
                  <a:lnTo>
                    <a:pt x="70049" y="6282511"/>
                  </a:lnTo>
                  <a:lnTo>
                    <a:pt x="70143" y="6282511"/>
                  </a:lnTo>
                  <a:lnTo>
                    <a:pt x="70237" y="6282511"/>
                  </a:lnTo>
                  <a:lnTo>
                    <a:pt x="70331" y="6282511"/>
                  </a:lnTo>
                  <a:lnTo>
                    <a:pt x="70425" y="6282511"/>
                  </a:lnTo>
                  <a:lnTo>
                    <a:pt x="70519" y="6282511"/>
                  </a:lnTo>
                  <a:lnTo>
                    <a:pt x="70519" y="6277231"/>
                  </a:lnTo>
                  <a:lnTo>
                    <a:pt x="70613" y="6277231"/>
                  </a:lnTo>
                  <a:lnTo>
                    <a:pt x="70707" y="6277231"/>
                  </a:lnTo>
                  <a:lnTo>
                    <a:pt x="70801" y="6277231"/>
                  </a:lnTo>
                  <a:lnTo>
                    <a:pt x="70896" y="6277231"/>
                  </a:lnTo>
                  <a:lnTo>
                    <a:pt x="70990" y="6277231"/>
                  </a:lnTo>
                  <a:lnTo>
                    <a:pt x="71084" y="6277231"/>
                  </a:lnTo>
                  <a:lnTo>
                    <a:pt x="71178" y="6277231"/>
                  </a:lnTo>
                  <a:lnTo>
                    <a:pt x="71272" y="6277231"/>
                  </a:lnTo>
                  <a:lnTo>
                    <a:pt x="71366" y="6277231"/>
                  </a:lnTo>
                  <a:lnTo>
                    <a:pt x="71460" y="6277231"/>
                  </a:lnTo>
                  <a:lnTo>
                    <a:pt x="71554" y="6277231"/>
                  </a:lnTo>
                  <a:lnTo>
                    <a:pt x="71648" y="6277231"/>
                  </a:lnTo>
                  <a:lnTo>
                    <a:pt x="71742" y="6277231"/>
                  </a:lnTo>
                  <a:lnTo>
                    <a:pt x="71836" y="6277231"/>
                  </a:lnTo>
                  <a:lnTo>
                    <a:pt x="71930" y="6277231"/>
                  </a:lnTo>
                  <a:lnTo>
                    <a:pt x="72024" y="6277231"/>
                  </a:lnTo>
                  <a:lnTo>
                    <a:pt x="72118" y="6277231"/>
                  </a:lnTo>
                  <a:lnTo>
                    <a:pt x="72212" y="6277231"/>
                  </a:lnTo>
                  <a:lnTo>
                    <a:pt x="72306" y="6277231"/>
                  </a:lnTo>
                  <a:lnTo>
                    <a:pt x="72400" y="6277231"/>
                  </a:lnTo>
                  <a:lnTo>
                    <a:pt x="72494" y="6277231"/>
                  </a:lnTo>
                  <a:lnTo>
                    <a:pt x="72588" y="6277231"/>
                  </a:lnTo>
                  <a:lnTo>
                    <a:pt x="72682" y="6277231"/>
                  </a:lnTo>
                  <a:lnTo>
                    <a:pt x="72682" y="6271952"/>
                  </a:lnTo>
                  <a:lnTo>
                    <a:pt x="72776" y="6271952"/>
                  </a:lnTo>
                  <a:lnTo>
                    <a:pt x="72870" y="6271952"/>
                  </a:lnTo>
                  <a:lnTo>
                    <a:pt x="72964" y="6271952"/>
                  </a:lnTo>
                  <a:lnTo>
                    <a:pt x="73058" y="6271952"/>
                  </a:lnTo>
                  <a:lnTo>
                    <a:pt x="73152" y="6271952"/>
                  </a:lnTo>
                  <a:lnTo>
                    <a:pt x="73246" y="6271952"/>
                  </a:lnTo>
                  <a:lnTo>
                    <a:pt x="73340" y="6271952"/>
                  </a:lnTo>
                  <a:lnTo>
                    <a:pt x="73434" y="6271952"/>
                  </a:lnTo>
                  <a:lnTo>
                    <a:pt x="73528" y="6271952"/>
                  </a:lnTo>
                  <a:lnTo>
                    <a:pt x="73622" y="6271952"/>
                  </a:lnTo>
                  <a:lnTo>
                    <a:pt x="73716" y="6271952"/>
                  </a:lnTo>
                  <a:lnTo>
                    <a:pt x="73810" y="6271952"/>
                  </a:lnTo>
                  <a:lnTo>
                    <a:pt x="73904" y="6271952"/>
                  </a:lnTo>
                  <a:lnTo>
                    <a:pt x="73998" y="6271952"/>
                  </a:lnTo>
                  <a:lnTo>
                    <a:pt x="74092" y="6271952"/>
                  </a:lnTo>
                  <a:lnTo>
                    <a:pt x="74186" y="6271952"/>
                  </a:lnTo>
                  <a:lnTo>
                    <a:pt x="74280" y="6271952"/>
                  </a:lnTo>
                  <a:lnTo>
                    <a:pt x="74374" y="6271952"/>
                  </a:lnTo>
                  <a:lnTo>
                    <a:pt x="74469" y="6271952"/>
                  </a:lnTo>
                  <a:lnTo>
                    <a:pt x="74563" y="6271952"/>
                  </a:lnTo>
                  <a:lnTo>
                    <a:pt x="74657" y="6271952"/>
                  </a:lnTo>
                  <a:lnTo>
                    <a:pt x="74751" y="6271952"/>
                  </a:lnTo>
                  <a:lnTo>
                    <a:pt x="74845" y="6271952"/>
                  </a:lnTo>
                  <a:lnTo>
                    <a:pt x="74939" y="6271952"/>
                  </a:lnTo>
                  <a:lnTo>
                    <a:pt x="75033" y="6271952"/>
                  </a:lnTo>
                  <a:lnTo>
                    <a:pt x="75221" y="6271952"/>
                  </a:lnTo>
                  <a:lnTo>
                    <a:pt x="75315" y="6271952"/>
                  </a:lnTo>
                  <a:lnTo>
                    <a:pt x="75409" y="6271952"/>
                  </a:lnTo>
                  <a:lnTo>
                    <a:pt x="75503" y="6271952"/>
                  </a:lnTo>
                  <a:lnTo>
                    <a:pt x="75597" y="6271952"/>
                  </a:lnTo>
                  <a:lnTo>
                    <a:pt x="75691" y="6271952"/>
                  </a:lnTo>
                  <a:lnTo>
                    <a:pt x="75785" y="6271952"/>
                  </a:lnTo>
                  <a:lnTo>
                    <a:pt x="75879" y="6271952"/>
                  </a:lnTo>
                  <a:lnTo>
                    <a:pt x="75973" y="6271952"/>
                  </a:lnTo>
                  <a:lnTo>
                    <a:pt x="76067" y="6271952"/>
                  </a:lnTo>
                  <a:lnTo>
                    <a:pt x="76161" y="6271952"/>
                  </a:lnTo>
                  <a:lnTo>
                    <a:pt x="76255" y="6271952"/>
                  </a:lnTo>
                  <a:lnTo>
                    <a:pt x="76349" y="6271952"/>
                  </a:lnTo>
                  <a:lnTo>
                    <a:pt x="76443" y="6271952"/>
                  </a:lnTo>
                  <a:lnTo>
                    <a:pt x="76537" y="6271952"/>
                  </a:lnTo>
                  <a:lnTo>
                    <a:pt x="76631" y="6271952"/>
                  </a:lnTo>
                  <a:lnTo>
                    <a:pt x="76725" y="6271952"/>
                  </a:lnTo>
                  <a:lnTo>
                    <a:pt x="76819" y="6271952"/>
                  </a:lnTo>
                  <a:lnTo>
                    <a:pt x="76913" y="6271952"/>
                  </a:lnTo>
                  <a:lnTo>
                    <a:pt x="77007" y="6271952"/>
                  </a:lnTo>
                  <a:lnTo>
                    <a:pt x="77101" y="6271952"/>
                  </a:lnTo>
                  <a:lnTo>
                    <a:pt x="77195" y="6271952"/>
                  </a:lnTo>
                  <a:lnTo>
                    <a:pt x="77195" y="6266673"/>
                  </a:lnTo>
                  <a:lnTo>
                    <a:pt x="77289" y="6266673"/>
                  </a:lnTo>
                  <a:lnTo>
                    <a:pt x="77383" y="6266673"/>
                  </a:lnTo>
                  <a:lnTo>
                    <a:pt x="77477" y="6266673"/>
                  </a:lnTo>
                  <a:lnTo>
                    <a:pt x="77571" y="6266673"/>
                  </a:lnTo>
                  <a:lnTo>
                    <a:pt x="77665" y="6266673"/>
                  </a:lnTo>
                  <a:lnTo>
                    <a:pt x="77759" y="6266673"/>
                  </a:lnTo>
                  <a:lnTo>
                    <a:pt x="77853" y="6266673"/>
                  </a:lnTo>
                  <a:lnTo>
                    <a:pt x="77947" y="6266673"/>
                  </a:lnTo>
                  <a:lnTo>
                    <a:pt x="78042" y="6266673"/>
                  </a:lnTo>
                  <a:lnTo>
                    <a:pt x="78136" y="6266673"/>
                  </a:lnTo>
                  <a:lnTo>
                    <a:pt x="78230" y="6266673"/>
                  </a:lnTo>
                  <a:lnTo>
                    <a:pt x="78324" y="6266673"/>
                  </a:lnTo>
                  <a:lnTo>
                    <a:pt x="78418" y="6266673"/>
                  </a:lnTo>
                  <a:lnTo>
                    <a:pt x="78512" y="6266673"/>
                  </a:lnTo>
                  <a:lnTo>
                    <a:pt x="78606" y="6266673"/>
                  </a:lnTo>
                  <a:lnTo>
                    <a:pt x="78700" y="6266673"/>
                  </a:lnTo>
                  <a:lnTo>
                    <a:pt x="78794" y="6266673"/>
                  </a:lnTo>
                  <a:lnTo>
                    <a:pt x="78888" y="6266673"/>
                  </a:lnTo>
                  <a:lnTo>
                    <a:pt x="78982" y="6266673"/>
                  </a:lnTo>
                  <a:lnTo>
                    <a:pt x="78982" y="6261393"/>
                  </a:lnTo>
                  <a:lnTo>
                    <a:pt x="79076" y="6261393"/>
                  </a:lnTo>
                  <a:lnTo>
                    <a:pt x="79170" y="6261393"/>
                  </a:lnTo>
                  <a:lnTo>
                    <a:pt x="79264" y="6261393"/>
                  </a:lnTo>
                  <a:lnTo>
                    <a:pt x="79358" y="6261393"/>
                  </a:lnTo>
                  <a:lnTo>
                    <a:pt x="79452" y="6261393"/>
                  </a:lnTo>
                  <a:lnTo>
                    <a:pt x="79546" y="6261393"/>
                  </a:lnTo>
                  <a:lnTo>
                    <a:pt x="79640" y="6261393"/>
                  </a:lnTo>
                  <a:lnTo>
                    <a:pt x="79734" y="6261393"/>
                  </a:lnTo>
                  <a:lnTo>
                    <a:pt x="79828" y="6261393"/>
                  </a:lnTo>
                  <a:lnTo>
                    <a:pt x="79922" y="6261393"/>
                  </a:lnTo>
                  <a:lnTo>
                    <a:pt x="80016" y="6261393"/>
                  </a:lnTo>
                  <a:lnTo>
                    <a:pt x="80110" y="6261393"/>
                  </a:lnTo>
                  <a:lnTo>
                    <a:pt x="80204" y="6261393"/>
                  </a:lnTo>
                  <a:lnTo>
                    <a:pt x="80298" y="6261393"/>
                  </a:lnTo>
                  <a:lnTo>
                    <a:pt x="80392" y="6261393"/>
                  </a:lnTo>
                  <a:lnTo>
                    <a:pt x="80486" y="6261393"/>
                  </a:lnTo>
                  <a:lnTo>
                    <a:pt x="80674" y="6261393"/>
                  </a:lnTo>
                  <a:lnTo>
                    <a:pt x="80768" y="6261393"/>
                  </a:lnTo>
                  <a:lnTo>
                    <a:pt x="80862" y="6261393"/>
                  </a:lnTo>
                  <a:lnTo>
                    <a:pt x="80956" y="6261393"/>
                  </a:lnTo>
                  <a:lnTo>
                    <a:pt x="81050" y="6261393"/>
                  </a:lnTo>
                  <a:lnTo>
                    <a:pt x="81144" y="6261393"/>
                  </a:lnTo>
                  <a:lnTo>
                    <a:pt x="81238" y="6261393"/>
                  </a:lnTo>
                  <a:lnTo>
                    <a:pt x="81332" y="6261393"/>
                  </a:lnTo>
                  <a:lnTo>
                    <a:pt x="81426" y="6261393"/>
                  </a:lnTo>
                  <a:lnTo>
                    <a:pt x="81521" y="6261393"/>
                  </a:lnTo>
                  <a:lnTo>
                    <a:pt x="81615" y="6261393"/>
                  </a:lnTo>
                  <a:lnTo>
                    <a:pt x="81709" y="6261393"/>
                  </a:lnTo>
                  <a:lnTo>
                    <a:pt x="81803" y="6261393"/>
                  </a:lnTo>
                  <a:lnTo>
                    <a:pt x="81897" y="6261393"/>
                  </a:lnTo>
                  <a:lnTo>
                    <a:pt x="81991" y="6261393"/>
                  </a:lnTo>
                  <a:lnTo>
                    <a:pt x="82085" y="6261393"/>
                  </a:lnTo>
                  <a:lnTo>
                    <a:pt x="82179" y="6261393"/>
                  </a:lnTo>
                  <a:lnTo>
                    <a:pt x="82273" y="6261393"/>
                  </a:lnTo>
                  <a:lnTo>
                    <a:pt x="82367" y="6261393"/>
                  </a:lnTo>
                  <a:lnTo>
                    <a:pt x="82461" y="6261393"/>
                  </a:lnTo>
                  <a:lnTo>
                    <a:pt x="82555" y="6261393"/>
                  </a:lnTo>
                  <a:lnTo>
                    <a:pt x="82649" y="6261393"/>
                  </a:lnTo>
                  <a:lnTo>
                    <a:pt x="82743" y="6261393"/>
                  </a:lnTo>
                  <a:lnTo>
                    <a:pt x="82837" y="6261393"/>
                  </a:lnTo>
                  <a:lnTo>
                    <a:pt x="82931" y="6261393"/>
                  </a:lnTo>
                  <a:lnTo>
                    <a:pt x="83025" y="6261393"/>
                  </a:lnTo>
                  <a:lnTo>
                    <a:pt x="83119" y="6261393"/>
                  </a:lnTo>
                  <a:lnTo>
                    <a:pt x="83213" y="6261393"/>
                  </a:lnTo>
                  <a:lnTo>
                    <a:pt x="83307" y="6261393"/>
                  </a:lnTo>
                  <a:lnTo>
                    <a:pt x="83401" y="6261393"/>
                  </a:lnTo>
                  <a:lnTo>
                    <a:pt x="83495" y="6261393"/>
                  </a:lnTo>
                  <a:lnTo>
                    <a:pt x="83589" y="6261393"/>
                  </a:lnTo>
                  <a:lnTo>
                    <a:pt x="83683" y="6261393"/>
                  </a:lnTo>
                  <a:lnTo>
                    <a:pt x="83777" y="6261393"/>
                  </a:lnTo>
                  <a:lnTo>
                    <a:pt x="83871" y="6261393"/>
                  </a:lnTo>
                  <a:lnTo>
                    <a:pt x="83965" y="6261393"/>
                  </a:lnTo>
                  <a:lnTo>
                    <a:pt x="84059" y="6261393"/>
                  </a:lnTo>
                  <a:lnTo>
                    <a:pt x="84153" y="6261393"/>
                  </a:lnTo>
                  <a:lnTo>
                    <a:pt x="84247" y="6261393"/>
                  </a:lnTo>
                  <a:lnTo>
                    <a:pt x="84341" y="6261393"/>
                  </a:lnTo>
                  <a:lnTo>
                    <a:pt x="84435" y="6261393"/>
                  </a:lnTo>
                  <a:lnTo>
                    <a:pt x="84529" y="6261393"/>
                  </a:lnTo>
                  <a:lnTo>
                    <a:pt x="84623" y="6261393"/>
                  </a:lnTo>
                  <a:lnTo>
                    <a:pt x="84717" y="6261393"/>
                  </a:lnTo>
                  <a:lnTo>
                    <a:pt x="84811" y="6261393"/>
                  </a:lnTo>
                  <a:lnTo>
                    <a:pt x="84905" y="6261393"/>
                  </a:lnTo>
                  <a:lnTo>
                    <a:pt x="84999" y="6261393"/>
                  </a:lnTo>
                  <a:lnTo>
                    <a:pt x="85094" y="6261393"/>
                  </a:lnTo>
                  <a:lnTo>
                    <a:pt x="85188" y="6261393"/>
                  </a:lnTo>
                  <a:lnTo>
                    <a:pt x="85282" y="6261393"/>
                  </a:lnTo>
                  <a:lnTo>
                    <a:pt x="85376" y="6261393"/>
                  </a:lnTo>
                  <a:lnTo>
                    <a:pt x="85376" y="6256114"/>
                  </a:lnTo>
                  <a:lnTo>
                    <a:pt x="85470" y="6256114"/>
                  </a:lnTo>
                  <a:lnTo>
                    <a:pt x="85564" y="6256114"/>
                  </a:lnTo>
                  <a:lnTo>
                    <a:pt x="85658" y="6256114"/>
                  </a:lnTo>
                  <a:lnTo>
                    <a:pt x="85752" y="6256114"/>
                  </a:lnTo>
                  <a:lnTo>
                    <a:pt x="85846" y="6256114"/>
                  </a:lnTo>
                  <a:lnTo>
                    <a:pt x="85940" y="6256114"/>
                  </a:lnTo>
                  <a:lnTo>
                    <a:pt x="86034" y="6256114"/>
                  </a:lnTo>
                  <a:lnTo>
                    <a:pt x="86128" y="6256114"/>
                  </a:lnTo>
                  <a:lnTo>
                    <a:pt x="86316" y="6256114"/>
                  </a:lnTo>
                  <a:lnTo>
                    <a:pt x="86410" y="6256114"/>
                  </a:lnTo>
                  <a:lnTo>
                    <a:pt x="86504" y="6256114"/>
                  </a:lnTo>
                  <a:lnTo>
                    <a:pt x="86598" y="6256114"/>
                  </a:lnTo>
                  <a:lnTo>
                    <a:pt x="86598" y="6250834"/>
                  </a:lnTo>
                  <a:lnTo>
                    <a:pt x="86692" y="6250834"/>
                  </a:lnTo>
                  <a:lnTo>
                    <a:pt x="86786" y="6250834"/>
                  </a:lnTo>
                  <a:lnTo>
                    <a:pt x="86880" y="6250834"/>
                  </a:lnTo>
                  <a:lnTo>
                    <a:pt x="86974" y="6250834"/>
                  </a:lnTo>
                  <a:lnTo>
                    <a:pt x="87068" y="6250834"/>
                  </a:lnTo>
                  <a:lnTo>
                    <a:pt x="87068" y="6245555"/>
                  </a:lnTo>
                  <a:lnTo>
                    <a:pt x="87068" y="6240276"/>
                  </a:lnTo>
                  <a:lnTo>
                    <a:pt x="87162" y="6240276"/>
                  </a:lnTo>
                  <a:lnTo>
                    <a:pt x="87256" y="6240276"/>
                  </a:lnTo>
                  <a:lnTo>
                    <a:pt x="87350" y="6240276"/>
                  </a:lnTo>
                  <a:lnTo>
                    <a:pt x="87444" y="6240276"/>
                  </a:lnTo>
                  <a:lnTo>
                    <a:pt x="87538" y="6240276"/>
                  </a:lnTo>
                  <a:lnTo>
                    <a:pt x="87632" y="6240276"/>
                  </a:lnTo>
                  <a:lnTo>
                    <a:pt x="87726" y="6240276"/>
                  </a:lnTo>
                  <a:lnTo>
                    <a:pt x="87820" y="6240276"/>
                  </a:lnTo>
                  <a:lnTo>
                    <a:pt x="87914" y="6240276"/>
                  </a:lnTo>
                  <a:lnTo>
                    <a:pt x="88008" y="6240276"/>
                  </a:lnTo>
                  <a:lnTo>
                    <a:pt x="88102" y="6240276"/>
                  </a:lnTo>
                  <a:lnTo>
                    <a:pt x="88290" y="6240276"/>
                  </a:lnTo>
                  <a:lnTo>
                    <a:pt x="88384" y="6240276"/>
                  </a:lnTo>
                  <a:lnTo>
                    <a:pt x="88478" y="6240276"/>
                  </a:lnTo>
                  <a:lnTo>
                    <a:pt x="88572" y="6240276"/>
                  </a:lnTo>
                  <a:lnTo>
                    <a:pt x="88667" y="6240276"/>
                  </a:lnTo>
                  <a:lnTo>
                    <a:pt x="88761" y="6240276"/>
                  </a:lnTo>
                  <a:lnTo>
                    <a:pt x="88855" y="6240276"/>
                  </a:lnTo>
                  <a:lnTo>
                    <a:pt x="88949" y="6240276"/>
                  </a:lnTo>
                  <a:lnTo>
                    <a:pt x="89043" y="6240276"/>
                  </a:lnTo>
                  <a:lnTo>
                    <a:pt x="89137" y="6240276"/>
                  </a:lnTo>
                  <a:lnTo>
                    <a:pt x="89231" y="6240276"/>
                  </a:lnTo>
                  <a:lnTo>
                    <a:pt x="89325" y="6240276"/>
                  </a:lnTo>
                  <a:lnTo>
                    <a:pt x="89419" y="6240276"/>
                  </a:lnTo>
                  <a:lnTo>
                    <a:pt x="89513" y="6240276"/>
                  </a:lnTo>
                  <a:lnTo>
                    <a:pt x="89513" y="6234996"/>
                  </a:lnTo>
                  <a:lnTo>
                    <a:pt x="89607" y="6234996"/>
                  </a:lnTo>
                  <a:lnTo>
                    <a:pt x="89701" y="6234996"/>
                  </a:lnTo>
                  <a:lnTo>
                    <a:pt x="89795" y="6234996"/>
                  </a:lnTo>
                  <a:lnTo>
                    <a:pt x="89889" y="6234996"/>
                  </a:lnTo>
                  <a:lnTo>
                    <a:pt x="89983" y="6234996"/>
                  </a:lnTo>
                  <a:lnTo>
                    <a:pt x="90077" y="6234996"/>
                  </a:lnTo>
                  <a:lnTo>
                    <a:pt x="90171" y="6234996"/>
                  </a:lnTo>
                  <a:lnTo>
                    <a:pt x="90265" y="6234996"/>
                  </a:lnTo>
                  <a:lnTo>
                    <a:pt x="90359" y="6234996"/>
                  </a:lnTo>
                  <a:lnTo>
                    <a:pt x="90453" y="6234996"/>
                  </a:lnTo>
                  <a:lnTo>
                    <a:pt x="90547" y="6234996"/>
                  </a:lnTo>
                  <a:lnTo>
                    <a:pt x="90641" y="6234996"/>
                  </a:lnTo>
                  <a:lnTo>
                    <a:pt x="90735" y="6234996"/>
                  </a:lnTo>
                  <a:lnTo>
                    <a:pt x="90829" y="6234996"/>
                  </a:lnTo>
                  <a:lnTo>
                    <a:pt x="90923" y="6234996"/>
                  </a:lnTo>
                  <a:lnTo>
                    <a:pt x="91017" y="6234996"/>
                  </a:lnTo>
                  <a:lnTo>
                    <a:pt x="91111" y="6234996"/>
                  </a:lnTo>
                  <a:lnTo>
                    <a:pt x="91205" y="6234996"/>
                  </a:lnTo>
                  <a:lnTo>
                    <a:pt x="91299" y="6234996"/>
                  </a:lnTo>
                  <a:lnTo>
                    <a:pt x="91393" y="6234996"/>
                  </a:lnTo>
                  <a:lnTo>
                    <a:pt x="91487" y="6234996"/>
                  </a:lnTo>
                  <a:lnTo>
                    <a:pt x="91581" y="6234996"/>
                  </a:lnTo>
                  <a:lnTo>
                    <a:pt x="91675" y="6234996"/>
                  </a:lnTo>
                  <a:lnTo>
                    <a:pt x="91769" y="6234996"/>
                  </a:lnTo>
                  <a:lnTo>
                    <a:pt x="91863" y="6234996"/>
                  </a:lnTo>
                  <a:lnTo>
                    <a:pt x="91957" y="6234996"/>
                  </a:lnTo>
                  <a:lnTo>
                    <a:pt x="92051" y="6234996"/>
                  </a:lnTo>
                  <a:lnTo>
                    <a:pt x="92145" y="6234996"/>
                  </a:lnTo>
                  <a:lnTo>
                    <a:pt x="92240" y="6234996"/>
                  </a:lnTo>
                  <a:lnTo>
                    <a:pt x="92334" y="6234996"/>
                  </a:lnTo>
                  <a:lnTo>
                    <a:pt x="92428" y="6234996"/>
                  </a:lnTo>
                  <a:lnTo>
                    <a:pt x="92522" y="6234996"/>
                  </a:lnTo>
                  <a:lnTo>
                    <a:pt x="92616" y="6234996"/>
                  </a:lnTo>
                  <a:lnTo>
                    <a:pt x="92710" y="6234996"/>
                  </a:lnTo>
                  <a:lnTo>
                    <a:pt x="92898" y="6234996"/>
                  </a:lnTo>
                  <a:lnTo>
                    <a:pt x="92992" y="6234996"/>
                  </a:lnTo>
                  <a:lnTo>
                    <a:pt x="93086" y="6234996"/>
                  </a:lnTo>
                  <a:lnTo>
                    <a:pt x="93180" y="6234996"/>
                  </a:lnTo>
                  <a:lnTo>
                    <a:pt x="93274" y="6234996"/>
                  </a:lnTo>
                  <a:lnTo>
                    <a:pt x="93368" y="6234996"/>
                  </a:lnTo>
                  <a:lnTo>
                    <a:pt x="93462" y="6234996"/>
                  </a:lnTo>
                  <a:lnTo>
                    <a:pt x="93556" y="6234996"/>
                  </a:lnTo>
                  <a:lnTo>
                    <a:pt x="93650" y="6234996"/>
                  </a:lnTo>
                  <a:lnTo>
                    <a:pt x="93650" y="6229717"/>
                  </a:lnTo>
                  <a:lnTo>
                    <a:pt x="93744" y="6229717"/>
                  </a:lnTo>
                  <a:lnTo>
                    <a:pt x="93838" y="6229717"/>
                  </a:lnTo>
                  <a:lnTo>
                    <a:pt x="93932" y="6229717"/>
                  </a:lnTo>
                  <a:lnTo>
                    <a:pt x="94026" y="6229717"/>
                  </a:lnTo>
                  <a:lnTo>
                    <a:pt x="94120" y="6229717"/>
                  </a:lnTo>
                  <a:lnTo>
                    <a:pt x="94214" y="6229717"/>
                  </a:lnTo>
                  <a:lnTo>
                    <a:pt x="94308" y="6229717"/>
                  </a:lnTo>
                  <a:lnTo>
                    <a:pt x="94402" y="6229717"/>
                  </a:lnTo>
                  <a:lnTo>
                    <a:pt x="94496" y="6229717"/>
                  </a:lnTo>
                  <a:lnTo>
                    <a:pt x="94590" y="6229717"/>
                  </a:lnTo>
                  <a:lnTo>
                    <a:pt x="94684" y="6229717"/>
                  </a:lnTo>
                  <a:lnTo>
                    <a:pt x="94778" y="6229717"/>
                  </a:lnTo>
                  <a:lnTo>
                    <a:pt x="94872" y="6229717"/>
                  </a:lnTo>
                  <a:lnTo>
                    <a:pt x="94966" y="6229717"/>
                  </a:lnTo>
                  <a:lnTo>
                    <a:pt x="95060" y="6229717"/>
                  </a:lnTo>
                  <a:lnTo>
                    <a:pt x="95154" y="6229717"/>
                  </a:lnTo>
                  <a:lnTo>
                    <a:pt x="95248" y="6229717"/>
                  </a:lnTo>
                  <a:lnTo>
                    <a:pt x="95342" y="6229717"/>
                  </a:lnTo>
                  <a:lnTo>
                    <a:pt x="95436" y="6229717"/>
                  </a:lnTo>
                  <a:lnTo>
                    <a:pt x="95530" y="6229717"/>
                  </a:lnTo>
                  <a:lnTo>
                    <a:pt x="95719" y="6229717"/>
                  </a:lnTo>
                  <a:lnTo>
                    <a:pt x="95813" y="6229717"/>
                  </a:lnTo>
                  <a:lnTo>
                    <a:pt x="95907" y="6229717"/>
                  </a:lnTo>
                  <a:lnTo>
                    <a:pt x="96001" y="6229717"/>
                  </a:lnTo>
                  <a:lnTo>
                    <a:pt x="96095" y="6229717"/>
                  </a:lnTo>
                  <a:lnTo>
                    <a:pt x="96189" y="6229717"/>
                  </a:lnTo>
                  <a:lnTo>
                    <a:pt x="96283" y="6229717"/>
                  </a:lnTo>
                  <a:lnTo>
                    <a:pt x="96471" y="6229717"/>
                  </a:lnTo>
                  <a:lnTo>
                    <a:pt x="96565" y="6229717"/>
                  </a:lnTo>
                  <a:lnTo>
                    <a:pt x="96659" y="6229717"/>
                  </a:lnTo>
                  <a:lnTo>
                    <a:pt x="96753" y="6229717"/>
                  </a:lnTo>
                  <a:lnTo>
                    <a:pt x="96847" y="6229717"/>
                  </a:lnTo>
                  <a:lnTo>
                    <a:pt x="96941" y="6229717"/>
                  </a:lnTo>
                  <a:lnTo>
                    <a:pt x="97035" y="6229717"/>
                  </a:lnTo>
                  <a:lnTo>
                    <a:pt x="97129" y="6229717"/>
                  </a:lnTo>
                  <a:lnTo>
                    <a:pt x="97223" y="6229717"/>
                  </a:lnTo>
                  <a:lnTo>
                    <a:pt x="97317" y="6229717"/>
                  </a:lnTo>
                  <a:lnTo>
                    <a:pt x="97411" y="6229717"/>
                  </a:lnTo>
                  <a:lnTo>
                    <a:pt x="97505" y="6229717"/>
                  </a:lnTo>
                  <a:lnTo>
                    <a:pt x="97599" y="6229717"/>
                  </a:lnTo>
                  <a:lnTo>
                    <a:pt x="97693" y="6229717"/>
                  </a:lnTo>
                  <a:lnTo>
                    <a:pt x="97787" y="6229717"/>
                  </a:lnTo>
                  <a:lnTo>
                    <a:pt x="97881" y="6229717"/>
                  </a:lnTo>
                  <a:lnTo>
                    <a:pt x="97975" y="6229717"/>
                  </a:lnTo>
                  <a:lnTo>
                    <a:pt x="98069" y="6229717"/>
                  </a:lnTo>
                  <a:lnTo>
                    <a:pt x="98163" y="6229717"/>
                  </a:lnTo>
                  <a:lnTo>
                    <a:pt x="98257" y="6229717"/>
                  </a:lnTo>
                  <a:lnTo>
                    <a:pt x="98351" y="6229717"/>
                  </a:lnTo>
                  <a:lnTo>
                    <a:pt x="98445" y="6229717"/>
                  </a:lnTo>
                  <a:lnTo>
                    <a:pt x="98539" y="6229717"/>
                  </a:lnTo>
                  <a:lnTo>
                    <a:pt x="98633" y="6229717"/>
                  </a:lnTo>
                  <a:lnTo>
                    <a:pt x="98727" y="6229717"/>
                  </a:lnTo>
                  <a:lnTo>
                    <a:pt x="98821" y="6229717"/>
                  </a:lnTo>
                  <a:lnTo>
                    <a:pt x="98915" y="6229717"/>
                  </a:lnTo>
                  <a:lnTo>
                    <a:pt x="99009" y="6229717"/>
                  </a:lnTo>
                  <a:lnTo>
                    <a:pt x="99103" y="6229717"/>
                  </a:lnTo>
                  <a:lnTo>
                    <a:pt x="99197" y="6229717"/>
                  </a:lnTo>
                  <a:lnTo>
                    <a:pt x="99292" y="6229717"/>
                  </a:lnTo>
                  <a:lnTo>
                    <a:pt x="99386" y="6229717"/>
                  </a:lnTo>
                  <a:lnTo>
                    <a:pt x="99480" y="6229717"/>
                  </a:lnTo>
                  <a:lnTo>
                    <a:pt x="99574" y="6229717"/>
                  </a:lnTo>
                  <a:lnTo>
                    <a:pt x="99668" y="6229717"/>
                  </a:lnTo>
                  <a:lnTo>
                    <a:pt x="99762" y="6229717"/>
                  </a:lnTo>
                  <a:lnTo>
                    <a:pt x="99856" y="6229717"/>
                  </a:lnTo>
                  <a:lnTo>
                    <a:pt x="99856" y="6224437"/>
                  </a:lnTo>
                  <a:lnTo>
                    <a:pt x="99950" y="6224437"/>
                  </a:lnTo>
                  <a:lnTo>
                    <a:pt x="100044" y="6224437"/>
                  </a:lnTo>
                  <a:lnTo>
                    <a:pt x="100138" y="6224437"/>
                  </a:lnTo>
                  <a:lnTo>
                    <a:pt x="100232" y="6224437"/>
                  </a:lnTo>
                  <a:lnTo>
                    <a:pt x="100326" y="6224437"/>
                  </a:lnTo>
                  <a:lnTo>
                    <a:pt x="100420" y="6224437"/>
                  </a:lnTo>
                  <a:lnTo>
                    <a:pt x="100514" y="6224437"/>
                  </a:lnTo>
                  <a:lnTo>
                    <a:pt x="100608" y="6224437"/>
                  </a:lnTo>
                  <a:lnTo>
                    <a:pt x="100702" y="6224437"/>
                  </a:lnTo>
                  <a:lnTo>
                    <a:pt x="100890" y="6224437"/>
                  </a:lnTo>
                  <a:lnTo>
                    <a:pt x="100984" y="6224437"/>
                  </a:lnTo>
                  <a:lnTo>
                    <a:pt x="101078" y="6224437"/>
                  </a:lnTo>
                  <a:lnTo>
                    <a:pt x="101172" y="6224437"/>
                  </a:lnTo>
                  <a:lnTo>
                    <a:pt x="101266" y="6224437"/>
                  </a:lnTo>
                  <a:lnTo>
                    <a:pt x="101360" y="6224437"/>
                  </a:lnTo>
                  <a:lnTo>
                    <a:pt x="101454" y="6224437"/>
                  </a:lnTo>
                  <a:lnTo>
                    <a:pt x="101548" y="6224437"/>
                  </a:lnTo>
                  <a:lnTo>
                    <a:pt x="101642" y="6224437"/>
                  </a:lnTo>
                  <a:lnTo>
                    <a:pt x="101736" y="6224437"/>
                  </a:lnTo>
                  <a:lnTo>
                    <a:pt x="101830" y="6224437"/>
                  </a:lnTo>
                  <a:lnTo>
                    <a:pt x="101924" y="6224437"/>
                  </a:lnTo>
                  <a:lnTo>
                    <a:pt x="102018" y="6224437"/>
                  </a:lnTo>
                  <a:lnTo>
                    <a:pt x="102112" y="6224437"/>
                  </a:lnTo>
                  <a:lnTo>
                    <a:pt x="102206" y="6224437"/>
                  </a:lnTo>
                  <a:lnTo>
                    <a:pt x="102300" y="6224437"/>
                  </a:lnTo>
                  <a:lnTo>
                    <a:pt x="102394" y="6224437"/>
                  </a:lnTo>
                  <a:lnTo>
                    <a:pt x="102488" y="6224437"/>
                  </a:lnTo>
                  <a:lnTo>
                    <a:pt x="102582" y="6224437"/>
                  </a:lnTo>
                  <a:lnTo>
                    <a:pt x="102676" y="6224437"/>
                  </a:lnTo>
                  <a:lnTo>
                    <a:pt x="102770" y="6224437"/>
                  </a:lnTo>
                  <a:lnTo>
                    <a:pt x="102865" y="6224437"/>
                  </a:lnTo>
                  <a:lnTo>
                    <a:pt x="102959" y="6224437"/>
                  </a:lnTo>
                  <a:lnTo>
                    <a:pt x="103147" y="6224437"/>
                  </a:lnTo>
                  <a:lnTo>
                    <a:pt x="103241" y="6224437"/>
                  </a:lnTo>
                  <a:lnTo>
                    <a:pt x="103335" y="6224437"/>
                  </a:lnTo>
                  <a:lnTo>
                    <a:pt x="103429" y="6224437"/>
                  </a:lnTo>
                  <a:lnTo>
                    <a:pt x="103523" y="6224437"/>
                  </a:lnTo>
                  <a:lnTo>
                    <a:pt x="103617" y="6224437"/>
                  </a:lnTo>
                  <a:lnTo>
                    <a:pt x="103711" y="6224437"/>
                  </a:lnTo>
                  <a:lnTo>
                    <a:pt x="103805" y="6224437"/>
                  </a:lnTo>
                  <a:lnTo>
                    <a:pt x="103899" y="6224437"/>
                  </a:lnTo>
                  <a:lnTo>
                    <a:pt x="103993" y="6224437"/>
                  </a:lnTo>
                  <a:lnTo>
                    <a:pt x="104087" y="6224437"/>
                  </a:lnTo>
                  <a:lnTo>
                    <a:pt x="104181" y="6224437"/>
                  </a:lnTo>
                  <a:lnTo>
                    <a:pt x="104275" y="6224437"/>
                  </a:lnTo>
                  <a:lnTo>
                    <a:pt x="104369" y="6224437"/>
                  </a:lnTo>
                  <a:lnTo>
                    <a:pt x="104463" y="6224437"/>
                  </a:lnTo>
                  <a:lnTo>
                    <a:pt x="104557" y="6224437"/>
                  </a:lnTo>
                  <a:lnTo>
                    <a:pt x="104651" y="6224437"/>
                  </a:lnTo>
                  <a:lnTo>
                    <a:pt x="104839" y="6224437"/>
                  </a:lnTo>
                  <a:lnTo>
                    <a:pt x="104933" y="6224437"/>
                  </a:lnTo>
                  <a:lnTo>
                    <a:pt x="105027" y="6224437"/>
                  </a:lnTo>
                  <a:lnTo>
                    <a:pt x="105121" y="6224437"/>
                  </a:lnTo>
                  <a:lnTo>
                    <a:pt x="105215" y="6224437"/>
                  </a:lnTo>
                  <a:lnTo>
                    <a:pt x="105309" y="6224437"/>
                  </a:lnTo>
                  <a:lnTo>
                    <a:pt x="105403" y="6224437"/>
                  </a:lnTo>
                  <a:lnTo>
                    <a:pt x="105497" y="6224437"/>
                  </a:lnTo>
                  <a:lnTo>
                    <a:pt x="105591" y="6224437"/>
                  </a:lnTo>
                  <a:lnTo>
                    <a:pt x="105685" y="6224437"/>
                  </a:lnTo>
                  <a:lnTo>
                    <a:pt x="105779" y="6224437"/>
                  </a:lnTo>
                  <a:lnTo>
                    <a:pt x="105873" y="6224437"/>
                  </a:lnTo>
                  <a:lnTo>
                    <a:pt x="105967" y="6224437"/>
                  </a:lnTo>
                  <a:lnTo>
                    <a:pt x="106061" y="6224437"/>
                  </a:lnTo>
                  <a:lnTo>
                    <a:pt x="106155" y="6224437"/>
                  </a:lnTo>
                  <a:lnTo>
                    <a:pt x="106249" y="6224437"/>
                  </a:lnTo>
                  <a:lnTo>
                    <a:pt x="106344" y="6224437"/>
                  </a:lnTo>
                  <a:lnTo>
                    <a:pt x="106438" y="6224437"/>
                  </a:lnTo>
                  <a:lnTo>
                    <a:pt x="106532" y="6224437"/>
                  </a:lnTo>
                  <a:lnTo>
                    <a:pt x="106626" y="6224437"/>
                  </a:lnTo>
                  <a:lnTo>
                    <a:pt x="106720" y="6224437"/>
                  </a:lnTo>
                  <a:lnTo>
                    <a:pt x="106814" y="6224437"/>
                  </a:lnTo>
                  <a:lnTo>
                    <a:pt x="106908" y="6224437"/>
                  </a:lnTo>
                  <a:lnTo>
                    <a:pt x="107002" y="6224437"/>
                  </a:lnTo>
                  <a:lnTo>
                    <a:pt x="107096" y="6224437"/>
                  </a:lnTo>
                  <a:lnTo>
                    <a:pt x="107190" y="6224437"/>
                  </a:lnTo>
                  <a:lnTo>
                    <a:pt x="107284" y="6224437"/>
                  </a:lnTo>
                  <a:lnTo>
                    <a:pt x="107378" y="6224437"/>
                  </a:lnTo>
                  <a:lnTo>
                    <a:pt x="107472" y="6224437"/>
                  </a:lnTo>
                  <a:lnTo>
                    <a:pt x="107566" y="6224437"/>
                  </a:lnTo>
                  <a:lnTo>
                    <a:pt x="107660" y="6224437"/>
                  </a:lnTo>
                  <a:lnTo>
                    <a:pt x="107754" y="6219158"/>
                  </a:lnTo>
                  <a:lnTo>
                    <a:pt x="107848" y="6219158"/>
                  </a:lnTo>
                  <a:lnTo>
                    <a:pt x="107942" y="6219158"/>
                  </a:lnTo>
                  <a:lnTo>
                    <a:pt x="108036" y="6219158"/>
                  </a:lnTo>
                  <a:lnTo>
                    <a:pt x="108130" y="6219158"/>
                  </a:lnTo>
                  <a:lnTo>
                    <a:pt x="108224" y="6219158"/>
                  </a:lnTo>
                  <a:lnTo>
                    <a:pt x="108318" y="6219158"/>
                  </a:lnTo>
                  <a:lnTo>
                    <a:pt x="108412" y="6219158"/>
                  </a:lnTo>
                  <a:lnTo>
                    <a:pt x="108506" y="6219158"/>
                  </a:lnTo>
                  <a:lnTo>
                    <a:pt x="108600" y="6219158"/>
                  </a:lnTo>
                  <a:lnTo>
                    <a:pt x="108882" y="6213878"/>
                  </a:lnTo>
                  <a:lnTo>
                    <a:pt x="108976" y="6213878"/>
                  </a:lnTo>
                  <a:lnTo>
                    <a:pt x="109070" y="6213878"/>
                  </a:lnTo>
                  <a:lnTo>
                    <a:pt x="109164" y="6213878"/>
                  </a:lnTo>
                  <a:lnTo>
                    <a:pt x="109352" y="6213878"/>
                  </a:lnTo>
                  <a:lnTo>
                    <a:pt x="109446" y="6213878"/>
                  </a:lnTo>
                  <a:lnTo>
                    <a:pt x="109540" y="6213878"/>
                  </a:lnTo>
                  <a:lnTo>
                    <a:pt x="109634" y="6213878"/>
                  </a:lnTo>
                  <a:lnTo>
                    <a:pt x="109728" y="6213878"/>
                  </a:lnTo>
                  <a:lnTo>
                    <a:pt x="109822" y="6213878"/>
                  </a:lnTo>
                  <a:lnTo>
                    <a:pt x="109917" y="6213878"/>
                  </a:lnTo>
                  <a:lnTo>
                    <a:pt x="109917" y="6208599"/>
                  </a:lnTo>
                  <a:lnTo>
                    <a:pt x="110011" y="6208599"/>
                  </a:lnTo>
                  <a:lnTo>
                    <a:pt x="110105" y="6208599"/>
                  </a:lnTo>
                  <a:lnTo>
                    <a:pt x="110199" y="6208599"/>
                  </a:lnTo>
                  <a:lnTo>
                    <a:pt x="110293" y="6208599"/>
                  </a:lnTo>
                  <a:lnTo>
                    <a:pt x="110387" y="6208599"/>
                  </a:lnTo>
                  <a:lnTo>
                    <a:pt x="110481" y="6208599"/>
                  </a:lnTo>
                  <a:lnTo>
                    <a:pt x="110575" y="6208599"/>
                  </a:lnTo>
                  <a:lnTo>
                    <a:pt x="110669" y="6208599"/>
                  </a:lnTo>
                  <a:lnTo>
                    <a:pt x="110763" y="6208599"/>
                  </a:lnTo>
                  <a:lnTo>
                    <a:pt x="110857" y="6208599"/>
                  </a:lnTo>
                  <a:lnTo>
                    <a:pt x="110951" y="6208599"/>
                  </a:lnTo>
                  <a:lnTo>
                    <a:pt x="111045" y="6208599"/>
                  </a:lnTo>
                  <a:lnTo>
                    <a:pt x="111139" y="6208599"/>
                  </a:lnTo>
                  <a:lnTo>
                    <a:pt x="111233" y="6208599"/>
                  </a:lnTo>
                  <a:lnTo>
                    <a:pt x="111327" y="6208599"/>
                  </a:lnTo>
                  <a:lnTo>
                    <a:pt x="111421" y="6208599"/>
                  </a:lnTo>
                  <a:lnTo>
                    <a:pt x="111515" y="6208599"/>
                  </a:lnTo>
                  <a:lnTo>
                    <a:pt x="111609" y="6208599"/>
                  </a:lnTo>
                  <a:lnTo>
                    <a:pt x="111703" y="6208599"/>
                  </a:lnTo>
                  <a:lnTo>
                    <a:pt x="111797" y="6208599"/>
                  </a:lnTo>
                  <a:lnTo>
                    <a:pt x="111891" y="6208599"/>
                  </a:lnTo>
                  <a:lnTo>
                    <a:pt x="111985" y="6208599"/>
                  </a:lnTo>
                  <a:lnTo>
                    <a:pt x="112079" y="6208599"/>
                  </a:lnTo>
                  <a:lnTo>
                    <a:pt x="112173" y="6208599"/>
                  </a:lnTo>
                  <a:lnTo>
                    <a:pt x="112361" y="6208599"/>
                  </a:lnTo>
                  <a:lnTo>
                    <a:pt x="112455" y="6208599"/>
                  </a:lnTo>
                  <a:lnTo>
                    <a:pt x="112549" y="6208599"/>
                  </a:lnTo>
                  <a:lnTo>
                    <a:pt x="112643" y="6208599"/>
                  </a:lnTo>
                  <a:lnTo>
                    <a:pt x="112737" y="6208599"/>
                  </a:lnTo>
                  <a:lnTo>
                    <a:pt x="112831" y="6208599"/>
                  </a:lnTo>
                  <a:lnTo>
                    <a:pt x="112925" y="6208599"/>
                  </a:lnTo>
                  <a:lnTo>
                    <a:pt x="112925" y="6203320"/>
                  </a:lnTo>
                  <a:lnTo>
                    <a:pt x="113019" y="6203320"/>
                  </a:lnTo>
                  <a:lnTo>
                    <a:pt x="113113" y="6203320"/>
                  </a:lnTo>
                  <a:lnTo>
                    <a:pt x="113207" y="6203320"/>
                  </a:lnTo>
                  <a:lnTo>
                    <a:pt x="113301" y="6203320"/>
                  </a:lnTo>
                  <a:lnTo>
                    <a:pt x="113395" y="6203320"/>
                  </a:lnTo>
                  <a:lnTo>
                    <a:pt x="113490" y="6203320"/>
                  </a:lnTo>
                  <a:lnTo>
                    <a:pt x="113584" y="6203320"/>
                  </a:lnTo>
                  <a:lnTo>
                    <a:pt x="113678" y="6203320"/>
                  </a:lnTo>
                  <a:lnTo>
                    <a:pt x="113772" y="6203320"/>
                  </a:lnTo>
                  <a:lnTo>
                    <a:pt x="113866" y="6203320"/>
                  </a:lnTo>
                  <a:lnTo>
                    <a:pt x="113960" y="6203320"/>
                  </a:lnTo>
                  <a:lnTo>
                    <a:pt x="114054" y="6203320"/>
                  </a:lnTo>
                  <a:lnTo>
                    <a:pt x="114148" y="6203320"/>
                  </a:lnTo>
                  <a:lnTo>
                    <a:pt x="114242" y="6203320"/>
                  </a:lnTo>
                  <a:lnTo>
                    <a:pt x="114336" y="6203320"/>
                  </a:lnTo>
                  <a:lnTo>
                    <a:pt x="114430" y="6203320"/>
                  </a:lnTo>
                  <a:lnTo>
                    <a:pt x="114524" y="6203320"/>
                  </a:lnTo>
                  <a:lnTo>
                    <a:pt x="114618" y="6203320"/>
                  </a:lnTo>
                  <a:lnTo>
                    <a:pt x="114806" y="6203320"/>
                  </a:lnTo>
                  <a:lnTo>
                    <a:pt x="114900" y="6203320"/>
                  </a:lnTo>
                  <a:lnTo>
                    <a:pt x="114994" y="6203320"/>
                  </a:lnTo>
                  <a:lnTo>
                    <a:pt x="115088" y="6203320"/>
                  </a:lnTo>
                  <a:lnTo>
                    <a:pt x="115182" y="6203320"/>
                  </a:lnTo>
                  <a:lnTo>
                    <a:pt x="115276" y="6203320"/>
                  </a:lnTo>
                  <a:lnTo>
                    <a:pt x="115370" y="6203320"/>
                  </a:lnTo>
                  <a:lnTo>
                    <a:pt x="115464" y="6203320"/>
                  </a:lnTo>
                  <a:lnTo>
                    <a:pt x="115558" y="6203320"/>
                  </a:lnTo>
                  <a:lnTo>
                    <a:pt x="115652" y="6203320"/>
                  </a:lnTo>
                  <a:lnTo>
                    <a:pt x="115746" y="6203320"/>
                  </a:lnTo>
                  <a:lnTo>
                    <a:pt x="115840" y="6203320"/>
                  </a:lnTo>
                  <a:lnTo>
                    <a:pt x="115934" y="6203320"/>
                  </a:lnTo>
                  <a:lnTo>
                    <a:pt x="116028" y="6203320"/>
                  </a:lnTo>
                  <a:lnTo>
                    <a:pt x="116122" y="6203320"/>
                  </a:lnTo>
                  <a:lnTo>
                    <a:pt x="116216" y="6203320"/>
                  </a:lnTo>
                  <a:lnTo>
                    <a:pt x="116310" y="6203320"/>
                  </a:lnTo>
                  <a:lnTo>
                    <a:pt x="116404" y="6203320"/>
                  </a:lnTo>
                  <a:lnTo>
                    <a:pt x="116498" y="6203320"/>
                  </a:lnTo>
                  <a:lnTo>
                    <a:pt x="116592" y="6203320"/>
                  </a:lnTo>
                  <a:lnTo>
                    <a:pt x="116686" y="6203320"/>
                  </a:lnTo>
                  <a:lnTo>
                    <a:pt x="116780" y="6203320"/>
                  </a:lnTo>
                  <a:lnTo>
                    <a:pt x="116874" y="6203320"/>
                  </a:lnTo>
                  <a:lnTo>
                    <a:pt x="116969" y="6203320"/>
                  </a:lnTo>
                  <a:lnTo>
                    <a:pt x="117063" y="6203320"/>
                  </a:lnTo>
                  <a:lnTo>
                    <a:pt x="117157" y="6203320"/>
                  </a:lnTo>
                  <a:lnTo>
                    <a:pt x="117251" y="6203320"/>
                  </a:lnTo>
                  <a:lnTo>
                    <a:pt x="117345" y="6203320"/>
                  </a:lnTo>
                  <a:lnTo>
                    <a:pt x="117439" y="6203320"/>
                  </a:lnTo>
                  <a:lnTo>
                    <a:pt x="117533" y="6203320"/>
                  </a:lnTo>
                  <a:lnTo>
                    <a:pt x="117627" y="6203320"/>
                  </a:lnTo>
                  <a:lnTo>
                    <a:pt x="117721" y="6203320"/>
                  </a:lnTo>
                  <a:lnTo>
                    <a:pt x="117815" y="6203320"/>
                  </a:lnTo>
                  <a:lnTo>
                    <a:pt x="117909" y="6203320"/>
                  </a:lnTo>
                  <a:lnTo>
                    <a:pt x="118003" y="6203320"/>
                  </a:lnTo>
                  <a:lnTo>
                    <a:pt x="118097" y="6203320"/>
                  </a:lnTo>
                  <a:lnTo>
                    <a:pt x="118191" y="6203320"/>
                  </a:lnTo>
                  <a:lnTo>
                    <a:pt x="118285" y="6203320"/>
                  </a:lnTo>
                  <a:lnTo>
                    <a:pt x="118379" y="6203320"/>
                  </a:lnTo>
                  <a:lnTo>
                    <a:pt x="118473" y="6203320"/>
                  </a:lnTo>
                  <a:lnTo>
                    <a:pt x="118567" y="6203320"/>
                  </a:lnTo>
                  <a:lnTo>
                    <a:pt x="118661" y="6203320"/>
                  </a:lnTo>
                  <a:lnTo>
                    <a:pt x="118755" y="6203320"/>
                  </a:lnTo>
                  <a:lnTo>
                    <a:pt x="118849" y="6203320"/>
                  </a:lnTo>
                  <a:lnTo>
                    <a:pt x="119037" y="6203320"/>
                  </a:lnTo>
                  <a:lnTo>
                    <a:pt x="119131" y="6203320"/>
                  </a:lnTo>
                  <a:lnTo>
                    <a:pt x="119225" y="6203320"/>
                  </a:lnTo>
                  <a:lnTo>
                    <a:pt x="119413" y="6203320"/>
                  </a:lnTo>
                  <a:lnTo>
                    <a:pt x="119507" y="6203320"/>
                  </a:lnTo>
                  <a:lnTo>
                    <a:pt x="119601" y="6203320"/>
                  </a:lnTo>
                  <a:lnTo>
                    <a:pt x="119695" y="6203320"/>
                  </a:lnTo>
                  <a:lnTo>
                    <a:pt x="119789" y="6203320"/>
                  </a:lnTo>
                  <a:lnTo>
                    <a:pt x="119883" y="6203320"/>
                  </a:lnTo>
                  <a:lnTo>
                    <a:pt x="119977" y="6203320"/>
                  </a:lnTo>
                  <a:lnTo>
                    <a:pt x="120071" y="6203320"/>
                  </a:lnTo>
                  <a:lnTo>
                    <a:pt x="120165" y="6203320"/>
                  </a:lnTo>
                  <a:lnTo>
                    <a:pt x="120353" y="6203320"/>
                  </a:lnTo>
                  <a:lnTo>
                    <a:pt x="120447" y="6203320"/>
                  </a:lnTo>
                  <a:lnTo>
                    <a:pt x="120542" y="6203320"/>
                  </a:lnTo>
                  <a:lnTo>
                    <a:pt x="120636" y="6203320"/>
                  </a:lnTo>
                  <a:lnTo>
                    <a:pt x="120730" y="6203320"/>
                  </a:lnTo>
                  <a:lnTo>
                    <a:pt x="120824" y="6203320"/>
                  </a:lnTo>
                  <a:lnTo>
                    <a:pt x="120918" y="6203320"/>
                  </a:lnTo>
                  <a:lnTo>
                    <a:pt x="121012" y="6203320"/>
                  </a:lnTo>
                  <a:lnTo>
                    <a:pt x="121106" y="6203320"/>
                  </a:lnTo>
                  <a:lnTo>
                    <a:pt x="121200" y="6203320"/>
                  </a:lnTo>
                  <a:lnTo>
                    <a:pt x="121294" y="6203320"/>
                  </a:lnTo>
                  <a:lnTo>
                    <a:pt x="121388" y="6203320"/>
                  </a:lnTo>
                  <a:lnTo>
                    <a:pt x="121482" y="6203320"/>
                  </a:lnTo>
                  <a:lnTo>
                    <a:pt x="121576" y="6203320"/>
                  </a:lnTo>
                  <a:lnTo>
                    <a:pt x="121670" y="6203320"/>
                  </a:lnTo>
                  <a:lnTo>
                    <a:pt x="121764" y="6203320"/>
                  </a:lnTo>
                  <a:lnTo>
                    <a:pt x="121858" y="6203320"/>
                  </a:lnTo>
                  <a:lnTo>
                    <a:pt x="121952" y="6203320"/>
                  </a:lnTo>
                  <a:lnTo>
                    <a:pt x="122046" y="6203320"/>
                  </a:lnTo>
                  <a:lnTo>
                    <a:pt x="122140" y="6203320"/>
                  </a:lnTo>
                  <a:lnTo>
                    <a:pt x="122234" y="6203320"/>
                  </a:lnTo>
                  <a:lnTo>
                    <a:pt x="122234" y="6198040"/>
                  </a:lnTo>
                  <a:lnTo>
                    <a:pt x="122328" y="6198040"/>
                  </a:lnTo>
                  <a:lnTo>
                    <a:pt x="122422" y="6198040"/>
                  </a:lnTo>
                  <a:lnTo>
                    <a:pt x="122516" y="6198040"/>
                  </a:lnTo>
                  <a:lnTo>
                    <a:pt x="122798" y="6198040"/>
                  </a:lnTo>
                  <a:lnTo>
                    <a:pt x="122892" y="6198040"/>
                  </a:lnTo>
                  <a:lnTo>
                    <a:pt x="122986" y="6198040"/>
                  </a:lnTo>
                  <a:lnTo>
                    <a:pt x="123080" y="6198040"/>
                  </a:lnTo>
                  <a:lnTo>
                    <a:pt x="123174" y="6198040"/>
                  </a:lnTo>
                  <a:lnTo>
                    <a:pt x="123268" y="6198040"/>
                  </a:lnTo>
                  <a:lnTo>
                    <a:pt x="123362" y="6198040"/>
                  </a:lnTo>
                  <a:lnTo>
                    <a:pt x="123456" y="6198040"/>
                  </a:lnTo>
                  <a:lnTo>
                    <a:pt x="123550" y="6198040"/>
                  </a:lnTo>
                  <a:lnTo>
                    <a:pt x="123644" y="6198040"/>
                  </a:lnTo>
                  <a:lnTo>
                    <a:pt x="123832" y="6198040"/>
                  </a:lnTo>
                  <a:lnTo>
                    <a:pt x="123926" y="6198040"/>
                  </a:lnTo>
                  <a:lnTo>
                    <a:pt x="124020" y="6198040"/>
                  </a:lnTo>
                  <a:lnTo>
                    <a:pt x="124115" y="6198040"/>
                  </a:lnTo>
                  <a:lnTo>
                    <a:pt x="124209" y="6198040"/>
                  </a:lnTo>
                  <a:lnTo>
                    <a:pt x="124397" y="6198040"/>
                  </a:lnTo>
                  <a:lnTo>
                    <a:pt x="124491" y="6198040"/>
                  </a:lnTo>
                  <a:lnTo>
                    <a:pt x="124585" y="6198040"/>
                  </a:lnTo>
                  <a:lnTo>
                    <a:pt x="124679" y="6198040"/>
                  </a:lnTo>
                  <a:lnTo>
                    <a:pt x="124773" y="6198040"/>
                  </a:lnTo>
                  <a:lnTo>
                    <a:pt x="124867" y="6198040"/>
                  </a:lnTo>
                  <a:lnTo>
                    <a:pt x="124961" y="6198040"/>
                  </a:lnTo>
                  <a:lnTo>
                    <a:pt x="125055" y="6198040"/>
                  </a:lnTo>
                  <a:lnTo>
                    <a:pt x="125149" y="6198040"/>
                  </a:lnTo>
                  <a:lnTo>
                    <a:pt x="125243" y="6198040"/>
                  </a:lnTo>
                  <a:lnTo>
                    <a:pt x="125337" y="6198040"/>
                  </a:lnTo>
                  <a:lnTo>
                    <a:pt x="125431" y="6198040"/>
                  </a:lnTo>
                  <a:lnTo>
                    <a:pt x="125525" y="6198040"/>
                  </a:lnTo>
                  <a:lnTo>
                    <a:pt x="125619" y="6198040"/>
                  </a:lnTo>
                  <a:lnTo>
                    <a:pt x="125713" y="6198040"/>
                  </a:lnTo>
                  <a:lnTo>
                    <a:pt x="125807" y="6198040"/>
                  </a:lnTo>
                  <a:lnTo>
                    <a:pt x="125901" y="6198040"/>
                  </a:lnTo>
                  <a:lnTo>
                    <a:pt x="126089" y="6198040"/>
                  </a:lnTo>
                  <a:lnTo>
                    <a:pt x="126183" y="6198040"/>
                  </a:lnTo>
                  <a:lnTo>
                    <a:pt x="126277" y="6198040"/>
                  </a:lnTo>
                  <a:lnTo>
                    <a:pt x="126371" y="6198040"/>
                  </a:lnTo>
                  <a:lnTo>
                    <a:pt x="126371" y="6192761"/>
                  </a:lnTo>
                  <a:lnTo>
                    <a:pt x="126465" y="6192761"/>
                  </a:lnTo>
                  <a:lnTo>
                    <a:pt x="126559" y="6192761"/>
                  </a:lnTo>
                  <a:lnTo>
                    <a:pt x="126653" y="6192761"/>
                  </a:lnTo>
                  <a:lnTo>
                    <a:pt x="126747" y="6192761"/>
                  </a:lnTo>
                  <a:lnTo>
                    <a:pt x="126841" y="6192761"/>
                  </a:lnTo>
                  <a:lnTo>
                    <a:pt x="126935" y="6192761"/>
                  </a:lnTo>
                  <a:lnTo>
                    <a:pt x="127029" y="6192761"/>
                  </a:lnTo>
                  <a:lnTo>
                    <a:pt x="127123" y="6192761"/>
                  </a:lnTo>
                  <a:lnTo>
                    <a:pt x="127217" y="6192761"/>
                  </a:lnTo>
                  <a:lnTo>
                    <a:pt x="127311" y="6192761"/>
                  </a:lnTo>
                  <a:lnTo>
                    <a:pt x="127405" y="6192761"/>
                  </a:lnTo>
                  <a:lnTo>
                    <a:pt x="127499" y="6192761"/>
                  </a:lnTo>
                  <a:lnTo>
                    <a:pt x="127594" y="6192761"/>
                  </a:lnTo>
                  <a:lnTo>
                    <a:pt x="127688" y="6192761"/>
                  </a:lnTo>
                  <a:lnTo>
                    <a:pt x="127782" y="6192761"/>
                  </a:lnTo>
                  <a:lnTo>
                    <a:pt x="127876" y="6192761"/>
                  </a:lnTo>
                  <a:lnTo>
                    <a:pt x="127970" y="6192761"/>
                  </a:lnTo>
                  <a:lnTo>
                    <a:pt x="128064" y="6192761"/>
                  </a:lnTo>
                  <a:lnTo>
                    <a:pt x="128158" y="6192761"/>
                  </a:lnTo>
                  <a:lnTo>
                    <a:pt x="128252" y="6192761"/>
                  </a:lnTo>
                  <a:lnTo>
                    <a:pt x="128346" y="6192761"/>
                  </a:lnTo>
                  <a:lnTo>
                    <a:pt x="128440" y="6192761"/>
                  </a:lnTo>
                  <a:lnTo>
                    <a:pt x="128534" y="6192761"/>
                  </a:lnTo>
                  <a:lnTo>
                    <a:pt x="128628" y="6192761"/>
                  </a:lnTo>
                  <a:lnTo>
                    <a:pt x="128722" y="6192761"/>
                  </a:lnTo>
                  <a:lnTo>
                    <a:pt x="128816" y="6192761"/>
                  </a:lnTo>
                  <a:lnTo>
                    <a:pt x="128910" y="6192761"/>
                  </a:lnTo>
                  <a:lnTo>
                    <a:pt x="129004" y="6192761"/>
                  </a:lnTo>
                  <a:lnTo>
                    <a:pt x="129098" y="6192761"/>
                  </a:lnTo>
                  <a:lnTo>
                    <a:pt x="129192" y="6192761"/>
                  </a:lnTo>
                  <a:lnTo>
                    <a:pt x="129286" y="6192761"/>
                  </a:lnTo>
                  <a:lnTo>
                    <a:pt x="129380" y="6192761"/>
                  </a:lnTo>
                  <a:lnTo>
                    <a:pt x="129474" y="6192761"/>
                  </a:lnTo>
                  <a:lnTo>
                    <a:pt x="129568" y="6192761"/>
                  </a:lnTo>
                  <a:lnTo>
                    <a:pt x="129662" y="6192761"/>
                  </a:lnTo>
                  <a:lnTo>
                    <a:pt x="129756" y="6192761"/>
                  </a:lnTo>
                  <a:lnTo>
                    <a:pt x="129850" y="6192761"/>
                  </a:lnTo>
                  <a:lnTo>
                    <a:pt x="129944" y="6192761"/>
                  </a:lnTo>
                  <a:lnTo>
                    <a:pt x="130038" y="6192761"/>
                  </a:lnTo>
                  <a:lnTo>
                    <a:pt x="130132" y="6192761"/>
                  </a:lnTo>
                  <a:lnTo>
                    <a:pt x="130226" y="6192761"/>
                  </a:lnTo>
                  <a:lnTo>
                    <a:pt x="130320" y="6192761"/>
                  </a:lnTo>
                  <a:lnTo>
                    <a:pt x="130508" y="6192761"/>
                  </a:lnTo>
                  <a:lnTo>
                    <a:pt x="130602" y="6192761"/>
                  </a:lnTo>
                  <a:lnTo>
                    <a:pt x="130696" y="6192761"/>
                  </a:lnTo>
                  <a:lnTo>
                    <a:pt x="130790" y="6192761"/>
                  </a:lnTo>
                  <a:lnTo>
                    <a:pt x="130884" y="6192761"/>
                  </a:lnTo>
                  <a:lnTo>
                    <a:pt x="130978" y="6192761"/>
                  </a:lnTo>
                  <a:lnTo>
                    <a:pt x="131072" y="6192761"/>
                  </a:lnTo>
                  <a:lnTo>
                    <a:pt x="131167" y="6192761"/>
                  </a:lnTo>
                  <a:lnTo>
                    <a:pt x="131261" y="6192761"/>
                  </a:lnTo>
                  <a:lnTo>
                    <a:pt x="131355" y="6192761"/>
                  </a:lnTo>
                  <a:lnTo>
                    <a:pt x="131449" y="6192761"/>
                  </a:lnTo>
                  <a:lnTo>
                    <a:pt x="131543" y="6192761"/>
                  </a:lnTo>
                  <a:lnTo>
                    <a:pt x="131637" y="6192761"/>
                  </a:lnTo>
                  <a:lnTo>
                    <a:pt x="131731" y="6192761"/>
                  </a:lnTo>
                  <a:lnTo>
                    <a:pt x="131825" y="6192761"/>
                  </a:lnTo>
                  <a:lnTo>
                    <a:pt x="131919" y="6192761"/>
                  </a:lnTo>
                  <a:lnTo>
                    <a:pt x="132013" y="6192761"/>
                  </a:lnTo>
                  <a:lnTo>
                    <a:pt x="132107" y="6192761"/>
                  </a:lnTo>
                  <a:lnTo>
                    <a:pt x="132107" y="6187481"/>
                  </a:lnTo>
                  <a:lnTo>
                    <a:pt x="132201" y="6187481"/>
                  </a:lnTo>
                  <a:lnTo>
                    <a:pt x="132295" y="6187481"/>
                  </a:lnTo>
                  <a:lnTo>
                    <a:pt x="132389" y="6187481"/>
                  </a:lnTo>
                  <a:lnTo>
                    <a:pt x="132483" y="6187481"/>
                  </a:lnTo>
                  <a:lnTo>
                    <a:pt x="132577" y="6187481"/>
                  </a:lnTo>
                  <a:lnTo>
                    <a:pt x="132671" y="6187481"/>
                  </a:lnTo>
                  <a:lnTo>
                    <a:pt x="132765" y="6187481"/>
                  </a:lnTo>
                  <a:lnTo>
                    <a:pt x="132859" y="6187481"/>
                  </a:lnTo>
                  <a:lnTo>
                    <a:pt x="132953" y="6187481"/>
                  </a:lnTo>
                  <a:lnTo>
                    <a:pt x="133047" y="6187481"/>
                  </a:lnTo>
                  <a:lnTo>
                    <a:pt x="133141" y="6187481"/>
                  </a:lnTo>
                  <a:lnTo>
                    <a:pt x="133235" y="6187481"/>
                  </a:lnTo>
                  <a:lnTo>
                    <a:pt x="133329" y="6187481"/>
                  </a:lnTo>
                  <a:lnTo>
                    <a:pt x="133423" y="6187481"/>
                  </a:lnTo>
                  <a:lnTo>
                    <a:pt x="133517" y="6187481"/>
                  </a:lnTo>
                  <a:lnTo>
                    <a:pt x="133611" y="6187481"/>
                  </a:lnTo>
                  <a:lnTo>
                    <a:pt x="133799" y="6187481"/>
                  </a:lnTo>
                  <a:lnTo>
                    <a:pt x="133893" y="6187481"/>
                  </a:lnTo>
                  <a:lnTo>
                    <a:pt x="133987" y="6187481"/>
                  </a:lnTo>
                  <a:lnTo>
                    <a:pt x="134081" y="6187481"/>
                  </a:lnTo>
                  <a:lnTo>
                    <a:pt x="134175" y="6187481"/>
                  </a:lnTo>
                  <a:lnTo>
                    <a:pt x="134269" y="6187481"/>
                  </a:lnTo>
                  <a:lnTo>
                    <a:pt x="134363" y="6187481"/>
                  </a:lnTo>
                  <a:lnTo>
                    <a:pt x="134457" y="6187481"/>
                  </a:lnTo>
                  <a:lnTo>
                    <a:pt x="134551" y="6187481"/>
                  </a:lnTo>
                  <a:lnTo>
                    <a:pt x="134645" y="6187481"/>
                  </a:lnTo>
                  <a:lnTo>
                    <a:pt x="134740" y="6187481"/>
                  </a:lnTo>
                  <a:lnTo>
                    <a:pt x="134834" y="6187481"/>
                  </a:lnTo>
                  <a:lnTo>
                    <a:pt x="134928" y="6187481"/>
                  </a:lnTo>
                  <a:lnTo>
                    <a:pt x="135022" y="6187481"/>
                  </a:lnTo>
                  <a:lnTo>
                    <a:pt x="135116" y="6187481"/>
                  </a:lnTo>
                  <a:lnTo>
                    <a:pt x="135210" y="6187481"/>
                  </a:lnTo>
                  <a:lnTo>
                    <a:pt x="135304" y="6187481"/>
                  </a:lnTo>
                  <a:lnTo>
                    <a:pt x="135492" y="6187481"/>
                  </a:lnTo>
                  <a:lnTo>
                    <a:pt x="135586" y="6187481"/>
                  </a:lnTo>
                  <a:lnTo>
                    <a:pt x="135680" y="6187481"/>
                  </a:lnTo>
                  <a:lnTo>
                    <a:pt x="135774" y="6187481"/>
                  </a:lnTo>
                  <a:lnTo>
                    <a:pt x="135868" y="6187481"/>
                  </a:lnTo>
                  <a:lnTo>
                    <a:pt x="135962" y="6187481"/>
                  </a:lnTo>
                  <a:lnTo>
                    <a:pt x="136056" y="6187481"/>
                  </a:lnTo>
                  <a:lnTo>
                    <a:pt x="136150" y="6187481"/>
                  </a:lnTo>
                  <a:lnTo>
                    <a:pt x="136244" y="6187481"/>
                  </a:lnTo>
                  <a:lnTo>
                    <a:pt x="136338" y="6187481"/>
                  </a:lnTo>
                  <a:lnTo>
                    <a:pt x="136432" y="6187481"/>
                  </a:lnTo>
                  <a:lnTo>
                    <a:pt x="136902" y="6187481"/>
                  </a:lnTo>
                  <a:lnTo>
                    <a:pt x="136996" y="6187481"/>
                  </a:lnTo>
                  <a:lnTo>
                    <a:pt x="137090" y="6187481"/>
                  </a:lnTo>
                  <a:lnTo>
                    <a:pt x="137184" y="6187481"/>
                  </a:lnTo>
                  <a:lnTo>
                    <a:pt x="137278" y="6187481"/>
                  </a:lnTo>
                  <a:lnTo>
                    <a:pt x="137372" y="6187481"/>
                  </a:lnTo>
                  <a:lnTo>
                    <a:pt x="137466" y="6187481"/>
                  </a:lnTo>
                  <a:lnTo>
                    <a:pt x="137654" y="6187481"/>
                  </a:lnTo>
                  <a:lnTo>
                    <a:pt x="137748" y="6187481"/>
                  </a:lnTo>
                  <a:lnTo>
                    <a:pt x="137842" y="6187481"/>
                  </a:lnTo>
                  <a:lnTo>
                    <a:pt x="138030" y="6187481"/>
                  </a:lnTo>
                  <a:lnTo>
                    <a:pt x="138124" y="6187481"/>
                  </a:lnTo>
                  <a:lnTo>
                    <a:pt x="138124" y="6182202"/>
                  </a:lnTo>
                  <a:lnTo>
                    <a:pt x="138218" y="6182202"/>
                  </a:lnTo>
                  <a:lnTo>
                    <a:pt x="138313" y="6182202"/>
                  </a:lnTo>
                  <a:lnTo>
                    <a:pt x="138407" y="6182202"/>
                  </a:lnTo>
                  <a:lnTo>
                    <a:pt x="138501" y="6182202"/>
                  </a:lnTo>
                  <a:lnTo>
                    <a:pt x="138689" y="6182202"/>
                  </a:lnTo>
                  <a:lnTo>
                    <a:pt x="138783" y="6182202"/>
                  </a:lnTo>
                  <a:lnTo>
                    <a:pt x="138877" y="6182202"/>
                  </a:lnTo>
                  <a:lnTo>
                    <a:pt x="138971" y="6182202"/>
                  </a:lnTo>
                  <a:lnTo>
                    <a:pt x="139065" y="6182202"/>
                  </a:lnTo>
                  <a:lnTo>
                    <a:pt x="139159" y="6182202"/>
                  </a:lnTo>
                  <a:lnTo>
                    <a:pt x="139253" y="6182202"/>
                  </a:lnTo>
                  <a:lnTo>
                    <a:pt x="139253" y="6176922"/>
                  </a:lnTo>
                  <a:lnTo>
                    <a:pt x="139347" y="6176922"/>
                  </a:lnTo>
                  <a:lnTo>
                    <a:pt x="139441" y="6176922"/>
                  </a:lnTo>
                  <a:lnTo>
                    <a:pt x="139535" y="6176922"/>
                  </a:lnTo>
                  <a:lnTo>
                    <a:pt x="139629" y="6176922"/>
                  </a:lnTo>
                  <a:lnTo>
                    <a:pt x="139723" y="6176922"/>
                  </a:lnTo>
                  <a:lnTo>
                    <a:pt x="139817" y="6176922"/>
                  </a:lnTo>
                  <a:lnTo>
                    <a:pt x="139911" y="6176922"/>
                  </a:lnTo>
                  <a:lnTo>
                    <a:pt x="140005" y="6176922"/>
                  </a:lnTo>
                  <a:lnTo>
                    <a:pt x="140099" y="6176922"/>
                  </a:lnTo>
                  <a:lnTo>
                    <a:pt x="140193" y="6176922"/>
                  </a:lnTo>
                  <a:lnTo>
                    <a:pt x="140287" y="6176922"/>
                  </a:lnTo>
                  <a:lnTo>
                    <a:pt x="140381" y="6176922"/>
                  </a:lnTo>
                  <a:lnTo>
                    <a:pt x="140475" y="6176922"/>
                  </a:lnTo>
                  <a:lnTo>
                    <a:pt x="140569" y="6176922"/>
                  </a:lnTo>
                  <a:lnTo>
                    <a:pt x="140663" y="6176922"/>
                  </a:lnTo>
                  <a:lnTo>
                    <a:pt x="140757" y="6176922"/>
                  </a:lnTo>
                  <a:lnTo>
                    <a:pt x="140851" y="6176922"/>
                  </a:lnTo>
                  <a:lnTo>
                    <a:pt x="140945" y="6176922"/>
                  </a:lnTo>
                  <a:lnTo>
                    <a:pt x="141039" y="6176922"/>
                  </a:lnTo>
                  <a:lnTo>
                    <a:pt x="141133" y="6176922"/>
                  </a:lnTo>
                  <a:lnTo>
                    <a:pt x="141321" y="6176922"/>
                  </a:lnTo>
                  <a:lnTo>
                    <a:pt x="141415" y="6176922"/>
                  </a:lnTo>
                  <a:lnTo>
                    <a:pt x="141603" y="6176922"/>
                  </a:lnTo>
                  <a:lnTo>
                    <a:pt x="141697" y="6176922"/>
                  </a:lnTo>
                  <a:lnTo>
                    <a:pt x="141792" y="6176922"/>
                  </a:lnTo>
                  <a:lnTo>
                    <a:pt x="141886" y="6176922"/>
                  </a:lnTo>
                  <a:lnTo>
                    <a:pt x="141980" y="6176922"/>
                  </a:lnTo>
                  <a:lnTo>
                    <a:pt x="142074" y="6176922"/>
                  </a:lnTo>
                  <a:lnTo>
                    <a:pt x="142168" y="6176922"/>
                  </a:lnTo>
                  <a:lnTo>
                    <a:pt x="142262" y="6176922"/>
                  </a:lnTo>
                  <a:lnTo>
                    <a:pt x="142356" y="6176922"/>
                  </a:lnTo>
                  <a:lnTo>
                    <a:pt x="142544" y="6176922"/>
                  </a:lnTo>
                  <a:lnTo>
                    <a:pt x="142638" y="6176922"/>
                  </a:lnTo>
                  <a:lnTo>
                    <a:pt x="142732" y="6176922"/>
                  </a:lnTo>
                  <a:lnTo>
                    <a:pt x="142826" y="6176922"/>
                  </a:lnTo>
                  <a:lnTo>
                    <a:pt x="142920" y="6176922"/>
                  </a:lnTo>
                  <a:lnTo>
                    <a:pt x="143014" y="6176922"/>
                  </a:lnTo>
                  <a:lnTo>
                    <a:pt x="143108" y="6176922"/>
                  </a:lnTo>
                  <a:lnTo>
                    <a:pt x="143202" y="6176922"/>
                  </a:lnTo>
                  <a:lnTo>
                    <a:pt x="143296" y="6176922"/>
                  </a:lnTo>
                  <a:lnTo>
                    <a:pt x="143390" y="6176922"/>
                  </a:lnTo>
                  <a:lnTo>
                    <a:pt x="143484" y="6176922"/>
                  </a:lnTo>
                  <a:lnTo>
                    <a:pt x="143578" y="6176922"/>
                  </a:lnTo>
                  <a:lnTo>
                    <a:pt x="143672" y="6176922"/>
                  </a:lnTo>
                  <a:lnTo>
                    <a:pt x="143766" y="6176922"/>
                  </a:lnTo>
                  <a:lnTo>
                    <a:pt x="143860" y="6176922"/>
                  </a:lnTo>
                  <a:lnTo>
                    <a:pt x="143954" y="6176922"/>
                  </a:lnTo>
                  <a:lnTo>
                    <a:pt x="144048" y="6176922"/>
                  </a:lnTo>
                  <a:lnTo>
                    <a:pt x="144142" y="6176922"/>
                  </a:lnTo>
                  <a:lnTo>
                    <a:pt x="144236" y="6176922"/>
                  </a:lnTo>
                  <a:lnTo>
                    <a:pt x="144330" y="6176922"/>
                  </a:lnTo>
                  <a:lnTo>
                    <a:pt x="144424" y="6176922"/>
                  </a:lnTo>
                  <a:lnTo>
                    <a:pt x="144518" y="6176922"/>
                  </a:lnTo>
                  <a:lnTo>
                    <a:pt x="144612" y="6176922"/>
                  </a:lnTo>
                  <a:lnTo>
                    <a:pt x="144706" y="6176922"/>
                  </a:lnTo>
                  <a:lnTo>
                    <a:pt x="144894" y="6176922"/>
                  </a:lnTo>
                  <a:lnTo>
                    <a:pt x="144988" y="6176922"/>
                  </a:lnTo>
                  <a:lnTo>
                    <a:pt x="145082" y="6176922"/>
                  </a:lnTo>
                  <a:lnTo>
                    <a:pt x="145176" y="6176922"/>
                  </a:lnTo>
                  <a:lnTo>
                    <a:pt x="145270" y="6176922"/>
                  </a:lnTo>
                  <a:lnTo>
                    <a:pt x="145365" y="6176922"/>
                  </a:lnTo>
                  <a:lnTo>
                    <a:pt x="145459" y="6176922"/>
                  </a:lnTo>
                  <a:lnTo>
                    <a:pt x="145553" y="6176922"/>
                  </a:lnTo>
                  <a:lnTo>
                    <a:pt x="145647" y="6176922"/>
                  </a:lnTo>
                  <a:lnTo>
                    <a:pt x="145835" y="6176922"/>
                  </a:lnTo>
                  <a:lnTo>
                    <a:pt x="145929" y="6176922"/>
                  </a:lnTo>
                  <a:lnTo>
                    <a:pt x="146023" y="6176922"/>
                  </a:lnTo>
                  <a:lnTo>
                    <a:pt x="146117" y="6176922"/>
                  </a:lnTo>
                  <a:lnTo>
                    <a:pt x="146211" y="6176922"/>
                  </a:lnTo>
                  <a:lnTo>
                    <a:pt x="146305" y="6176922"/>
                  </a:lnTo>
                  <a:lnTo>
                    <a:pt x="146399" y="6176922"/>
                  </a:lnTo>
                  <a:lnTo>
                    <a:pt x="146493" y="6171643"/>
                  </a:lnTo>
                  <a:lnTo>
                    <a:pt x="146587" y="6171643"/>
                  </a:lnTo>
                  <a:lnTo>
                    <a:pt x="146681" y="6171643"/>
                  </a:lnTo>
                  <a:lnTo>
                    <a:pt x="146775" y="6171643"/>
                  </a:lnTo>
                  <a:lnTo>
                    <a:pt x="146869" y="6171643"/>
                  </a:lnTo>
                  <a:lnTo>
                    <a:pt x="146963" y="6171643"/>
                  </a:lnTo>
                  <a:lnTo>
                    <a:pt x="147057" y="6171643"/>
                  </a:lnTo>
                  <a:lnTo>
                    <a:pt x="147151" y="6171643"/>
                  </a:lnTo>
                  <a:lnTo>
                    <a:pt x="147245" y="6171643"/>
                  </a:lnTo>
                  <a:lnTo>
                    <a:pt x="147339" y="6171643"/>
                  </a:lnTo>
                  <a:lnTo>
                    <a:pt x="147433" y="6171643"/>
                  </a:lnTo>
                  <a:lnTo>
                    <a:pt x="147527" y="6171643"/>
                  </a:lnTo>
                  <a:lnTo>
                    <a:pt x="147621" y="6171643"/>
                  </a:lnTo>
                  <a:lnTo>
                    <a:pt x="147715" y="6171643"/>
                  </a:lnTo>
                  <a:lnTo>
                    <a:pt x="147809" y="6171643"/>
                  </a:lnTo>
                  <a:lnTo>
                    <a:pt x="147903" y="6171643"/>
                  </a:lnTo>
                  <a:lnTo>
                    <a:pt x="147997" y="6171643"/>
                  </a:lnTo>
                  <a:lnTo>
                    <a:pt x="148091" y="6171643"/>
                  </a:lnTo>
                  <a:lnTo>
                    <a:pt x="148185" y="6171643"/>
                  </a:lnTo>
                  <a:lnTo>
                    <a:pt x="148279" y="6171643"/>
                  </a:lnTo>
                  <a:lnTo>
                    <a:pt x="148373" y="6171643"/>
                  </a:lnTo>
                  <a:lnTo>
                    <a:pt x="148467" y="6171643"/>
                  </a:lnTo>
                  <a:lnTo>
                    <a:pt x="148561" y="6171643"/>
                  </a:lnTo>
                  <a:lnTo>
                    <a:pt x="148655" y="6171643"/>
                  </a:lnTo>
                  <a:lnTo>
                    <a:pt x="148843" y="6171643"/>
                  </a:lnTo>
                  <a:lnTo>
                    <a:pt x="148938" y="6171643"/>
                  </a:lnTo>
                  <a:lnTo>
                    <a:pt x="149032" y="6171643"/>
                  </a:lnTo>
                  <a:lnTo>
                    <a:pt x="149126" y="6171643"/>
                  </a:lnTo>
                  <a:lnTo>
                    <a:pt x="149314" y="6171643"/>
                  </a:lnTo>
                  <a:lnTo>
                    <a:pt x="149408" y="6171643"/>
                  </a:lnTo>
                  <a:lnTo>
                    <a:pt x="149502" y="6171643"/>
                  </a:lnTo>
                  <a:lnTo>
                    <a:pt x="149596" y="6171643"/>
                  </a:lnTo>
                  <a:lnTo>
                    <a:pt x="149690" y="6171643"/>
                  </a:lnTo>
                  <a:lnTo>
                    <a:pt x="149784" y="6171643"/>
                  </a:lnTo>
                  <a:lnTo>
                    <a:pt x="149878" y="6171643"/>
                  </a:lnTo>
                  <a:lnTo>
                    <a:pt x="149972" y="6171643"/>
                  </a:lnTo>
                  <a:lnTo>
                    <a:pt x="150066" y="6171643"/>
                  </a:lnTo>
                  <a:lnTo>
                    <a:pt x="150160" y="6171643"/>
                  </a:lnTo>
                  <a:lnTo>
                    <a:pt x="150254" y="6171643"/>
                  </a:lnTo>
                  <a:lnTo>
                    <a:pt x="150348" y="6171643"/>
                  </a:lnTo>
                  <a:lnTo>
                    <a:pt x="150442" y="6171643"/>
                  </a:lnTo>
                  <a:lnTo>
                    <a:pt x="150536" y="6171643"/>
                  </a:lnTo>
                  <a:lnTo>
                    <a:pt x="150724" y="6171643"/>
                  </a:lnTo>
                  <a:lnTo>
                    <a:pt x="150818" y="6171643"/>
                  </a:lnTo>
                  <a:lnTo>
                    <a:pt x="150912" y="6171643"/>
                  </a:lnTo>
                  <a:lnTo>
                    <a:pt x="151006" y="6171643"/>
                  </a:lnTo>
                  <a:lnTo>
                    <a:pt x="151100" y="6171643"/>
                  </a:lnTo>
                  <a:lnTo>
                    <a:pt x="151194" y="6171643"/>
                  </a:lnTo>
                  <a:lnTo>
                    <a:pt x="151288" y="6171643"/>
                  </a:lnTo>
                  <a:lnTo>
                    <a:pt x="151382" y="6171643"/>
                  </a:lnTo>
                  <a:lnTo>
                    <a:pt x="151476" y="6171643"/>
                  </a:lnTo>
                  <a:lnTo>
                    <a:pt x="151570" y="6171643"/>
                  </a:lnTo>
                  <a:lnTo>
                    <a:pt x="151664" y="6171643"/>
                  </a:lnTo>
                  <a:lnTo>
                    <a:pt x="151758" y="6171643"/>
                  </a:lnTo>
                  <a:lnTo>
                    <a:pt x="151852" y="6171643"/>
                  </a:lnTo>
                  <a:lnTo>
                    <a:pt x="151946" y="6171643"/>
                  </a:lnTo>
                  <a:lnTo>
                    <a:pt x="152040" y="6171643"/>
                  </a:lnTo>
                  <a:lnTo>
                    <a:pt x="152134" y="6171643"/>
                  </a:lnTo>
                  <a:lnTo>
                    <a:pt x="152228" y="6171643"/>
                  </a:lnTo>
                  <a:lnTo>
                    <a:pt x="152322" y="6171643"/>
                  </a:lnTo>
                  <a:lnTo>
                    <a:pt x="152417" y="6171643"/>
                  </a:lnTo>
                  <a:lnTo>
                    <a:pt x="152511" y="6171643"/>
                  </a:lnTo>
                  <a:lnTo>
                    <a:pt x="152605" y="6171643"/>
                  </a:lnTo>
                  <a:lnTo>
                    <a:pt x="152699" y="6171643"/>
                  </a:lnTo>
                  <a:lnTo>
                    <a:pt x="152793" y="6171643"/>
                  </a:lnTo>
                  <a:lnTo>
                    <a:pt x="152981" y="6171643"/>
                  </a:lnTo>
                  <a:lnTo>
                    <a:pt x="153075" y="6171643"/>
                  </a:lnTo>
                  <a:lnTo>
                    <a:pt x="153169" y="6171643"/>
                  </a:lnTo>
                  <a:lnTo>
                    <a:pt x="153263" y="6171643"/>
                  </a:lnTo>
                  <a:lnTo>
                    <a:pt x="153451" y="6171643"/>
                  </a:lnTo>
                  <a:lnTo>
                    <a:pt x="153545" y="6171643"/>
                  </a:lnTo>
                  <a:lnTo>
                    <a:pt x="153639" y="6171643"/>
                  </a:lnTo>
                  <a:lnTo>
                    <a:pt x="153733" y="6171643"/>
                  </a:lnTo>
                  <a:lnTo>
                    <a:pt x="153827" y="6171643"/>
                  </a:lnTo>
                  <a:lnTo>
                    <a:pt x="153921" y="6171643"/>
                  </a:lnTo>
                  <a:lnTo>
                    <a:pt x="154015" y="6171643"/>
                  </a:lnTo>
                  <a:lnTo>
                    <a:pt x="154109" y="6171643"/>
                  </a:lnTo>
                  <a:lnTo>
                    <a:pt x="154203" y="6171643"/>
                  </a:lnTo>
                  <a:lnTo>
                    <a:pt x="154297" y="6171643"/>
                  </a:lnTo>
                  <a:lnTo>
                    <a:pt x="154391" y="6171643"/>
                  </a:lnTo>
                  <a:lnTo>
                    <a:pt x="154485" y="6171643"/>
                  </a:lnTo>
                  <a:lnTo>
                    <a:pt x="154579" y="6171643"/>
                  </a:lnTo>
                  <a:lnTo>
                    <a:pt x="154673" y="6171643"/>
                  </a:lnTo>
                  <a:lnTo>
                    <a:pt x="154767" y="6171643"/>
                  </a:lnTo>
                  <a:lnTo>
                    <a:pt x="154861" y="6171643"/>
                  </a:lnTo>
                  <a:lnTo>
                    <a:pt x="154861" y="6166364"/>
                  </a:lnTo>
                  <a:lnTo>
                    <a:pt x="154955" y="6166364"/>
                  </a:lnTo>
                  <a:lnTo>
                    <a:pt x="155049" y="6166364"/>
                  </a:lnTo>
                  <a:lnTo>
                    <a:pt x="155143" y="6166364"/>
                  </a:lnTo>
                  <a:lnTo>
                    <a:pt x="155237" y="6166364"/>
                  </a:lnTo>
                  <a:lnTo>
                    <a:pt x="155331" y="6166364"/>
                  </a:lnTo>
                  <a:lnTo>
                    <a:pt x="155425" y="6166364"/>
                  </a:lnTo>
                  <a:lnTo>
                    <a:pt x="155519" y="6166364"/>
                  </a:lnTo>
                  <a:lnTo>
                    <a:pt x="155613" y="6166364"/>
                  </a:lnTo>
                  <a:lnTo>
                    <a:pt x="155707" y="6166364"/>
                  </a:lnTo>
                  <a:lnTo>
                    <a:pt x="155801" y="6166364"/>
                  </a:lnTo>
                  <a:lnTo>
                    <a:pt x="155895" y="6166364"/>
                  </a:lnTo>
                  <a:lnTo>
                    <a:pt x="155990" y="6166364"/>
                  </a:lnTo>
                  <a:lnTo>
                    <a:pt x="156084" y="6166364"/>
                  </a:lnTo>
                  <a:lnTo>
                    <a:pt x="156178" y="6166364"/>
                  </a:lnTo>
                  <a:lnTo>
                    <a:pt x="156272" y="6166364"/>
                  </a:lnTo>
                  <a:lnTo>
                    <a:pt x="156366" y="6166364"/>
                  </a:lnTo>
                  <a:lnTo>
                    <a:pt x="156460" y="6166364"/>
                  </a:lnTo>
                  <a:lnTo>
                    <a:pt x="156554" y="6166364"/>
                  </a:lnTo>
                  <a:lnTo>
                    <a:pt x="156648" y="6166364"/>
                  </a:lnTo>
                  <a:lnTo>
                    <a:pt x="156742" y="6166364"/>
                  </a:lnTo>
                  <a:lnTo>
                    <a:pt x="156836" y="6166364"/>
                  </a:lnTo>
                  <a:lnTo>
                    <a:pt x="156930" y="6166364"/>
                  </a:lnTo>
                  <a:lnTo>
                    <a:pt x="157024" y="6166364"/>
                  </a:lnTo>
                  <a:lnTo>
                    <a:pt x="157118" y="6166364"/>
                  </a:lnTo>
                  <a:lnTo>
                    <a:pt x="157212" y="6166364"/>
                  </a:lnTo>
                  <a:lnTo>
                    <a:pt x="157306" y="6166364"/>
                  </a:lnTo>
                  <a:lnTo>
                    <a:pt x="157400" y="6166364"/>
                  </a:lnTo>
                  <a:lnTo>
                    <a:pt x="157494" y="6166364"/>
                  </a:lnTo>
                  <a:lnTo>
                    <a:pt x="157588" y="6166364"/>
                  </a:lnTo>
                  <a:lnTo>
                    <a:pt x="157682" y="6166364"/>
                  </a:lnTo>
                  <a:lnTo>
                    <a:pt x="157776" y="6166364"/>
                  </a:lnTo>
                  <a:lnTo>
                    <a:pt x="157870" y="6166364"/>
                  </a:lnTo>
                  <a:lnTo>
                    <a:pt x="157964" y="6166364"/>
                  </a:lnTo>
                  <a:lnTo>
                    <a:pt x="158058" y="6166364"/>
                  </a:lnTo>
                  <a:lnTo>
                    <a:pt x="158152" y="6166364"/>
                  </a:lnTo>
                  <a:lnTo>
                    <a:pt x="158246" y="6166364"/>
                  </a:lnTo>
                  <a:lnTo>
                    <a:pt x="158340" y="6166364"/>
                  </a:lnTo>
                  <a:lnTo>
                    <a:pt x="158434" y="6166364"/>
                  </a:lnTo>
                  <a:lnTo>
                    <a:pt x="158528" y="6166364"/>
                  </a:lnTo>
                  <a:lnTo>
                    <a:pt x="158622" y="6166364"/>
                  </a:lnTo>
                  <a:lnTo>
                    <a:pt x="158716" y="6166364"/>
                  </a:lnTo>
                  <a:lnTo>
                    <a:pt x="158810" y="6166364"/>
                  </a:lnTo>
                  <a:lnTo>
                    <a:pt x="158904" y="6166364"/>
                  </a:lnTo>
                  <a:lnTo>
                    <a:pt x="158998" y="6166364"/>
                  </a:lnTo>
                  <a:lnTo>
                    <a:pt x="159092" y="6166364"/>
                  </a:lnTo>
                  <a:lnTo>
                    <a:pt x="159186" y="6166364"/>
                  </a:lnTo>
                  <a:lnTo>
                    <a:pt x="159280" y="6166364"/>
                  </a:lnTo>
                  <a:lnTo>
                    <a:pt x="159374" y="6166364"/>
                  </a:lnTo>
                  <a:lnTo>
                    <a:pt x="159468" y="6166364"/>
                  </a:lnTo>
                  <a:lnTo>
                    <a:pt x="159563" y="6166364"/>
                  </a:lnTo>
                  <a:lnTo>
                    <a:pt x="159657" y="6166364"/>
                  </a:lnTo>
                  <a:lnTo>
                    <a:pt x="159751" y="6166364"/>
                  </a:lnTo>
                  <a:lnTo>
                    <a:pt x="159845" y="6166364"/>
                  </a:lnTo>
                  <a:lnTo>
                    <a:pt x="159939" y="6166364"/>
                  </a:lnTo>
                  <a:lnTo>
                    <a:pt x="160033" y="6166364"/>
                  </a:lnTo>
                  <a:lnTo>
                    <a:pt x="160127" y="6166364"/>
                  </a:lnTo>
                  <a:lnTo>
                    <a:pt x="160221" y="6166364"/>
                  </a:lnTo>
                  <a:lnTo>
                    <a:pt x="160315" y="6166364"/>
                  </a:lnTo>
                  <a:lnTo>
                    <a:pt x="160409" y="6166364"/>
                  </a:lnTo>
                  <a:lnTo>
                    <a:pt x="160503" y="6166364"/>
                  </a:lnTo>
                  <a:lnTo>
                    <a:pt x="160503" y="6161084"/>
                  </a:lnTo>
                  <a:lnTo>
                    <a:pt x="160597" y="6161084"/>
                  </a:lnTo>
                  <a:lnTo>
                    <a:pt x="160691" y="6161084"/>
                  </a:lnTo>
                  <a:lnTo>
                    <a:pt x="160785" y="6161084"/>
                  </a:lnTo>
                  <a:lnTo>
                    <a:pt x="160879" y="6161084"/>
                  </a:lnTo>
                  <a:lnTo>
                    <a:pt x="160973" y="6161084"/>
                  </a:lnTo>
                  <a:lnTo>
                    <a:pt x="161161" y="6161084"/>
                  </a:lnTo>
                  <a:lnTo>
                    <a:pt x="161255" y="6161084"/>
                  </a:lnTo>
                  <a:lnTo>
                    <a:pt x="161349" y="6161084"/>
                  </a:lnTo>
                  <a:lnTo>
                    <a:pt x="161443" y="6161084"/>
                  </a:lnTo>
                  <a:lnTo>
                    <a:pt x="161537" y="6161084"/>
                  </a:lnTo>
                  <a:lnTo>
                    <a:pt x="161631" y="6161084"/>
                  </a:lnTo>
                  <a:lnTo>
                    <a:pt x="161725" y="6161084"/>
                  </a:lnTo>
                  <a:lnTo>
                    <a:pt x="161819" y="6161084"/>
                  </a:lnTo>
                  <a:lnTo>
                    <a:pt x="161913" y="6161084"/>
                  </a:lnTo>
                  <a:lnTo>
                    <a:pt x="162007" y="6161084"/>
                  </a:lnTo>
                  <a:lnTo>
                    <a:pt x="162101" y="6161084"/>
                  </a:lnTo>
                  <a:lnTo>
                    <a:pt x="162195" y="6161084"/>
                  </a:lnTo>
                  <a:lnTo>
                    <a:pt x="162289" y="6161084"/>
                  </a:lnTo>
                  <a:lnTo>
                    <a:pt x="162383" y="6161084"/>
                  </a:lnTo>
                  <a:lnTo>
                    <a:pt x="162477" y="6161084"/>
                  </a:lnTo>
                  <a:lnTo>
                    <a:pt x="162571" y="6161084"/>
                  </a:lnTo>
                  <a:lnTo>
                    <a:pt x="162665" y="6161084"/>
                  </a:lnTo>
                  <a:lnTo>
                    <a:pt x="162759" y="6161084"/>
                  </a:lnTo>
                  <a:lnTo>
                    <a:pt x="162853" y="6161084"/>
                  </a:lnTo>
                  <a:lnTo>
                    <a:pt x="162947" y="6161084"/>
                  </a:lnTo>
                  <a:lnTo>
                    <a:pt x="163042" y="6161084"/>
                  </a:lnTo>
                  <a:lnTo>
                    <a:pt x="163136" y="6161084"/>
                  </a:lnTo>
                  <a:lnTo>
                    <a:pt x="163230" y="6161084"/>
                  </a:lnTo>
                  <a:lnTo>
                    <a:pt x="163324" y="6161084"/>
                  </a:lnTo>
                  <a:lnTo>
                    <a:pt x="163418" y="6161084"/>
                  </a:lnTo>
                  <a:lnTo>
                    <a:pt x="163512" y="6161084"/>
                  </a:lnTo>
                  <a:lnTo>
                    <a:pt x="163606" y="6161084"/>
                  </a:lnTo>
                  <a:lnTo>
                    <a:pt x="163700" y="6161084"/>
                  </a:lnTo>
                  <a:lnTo>
                    <a:pt x="163794" y="6161084"/>
                  </a:lnTo>
                  <a:lnTo>
                    <a:pt x="163888" y="6161084"/>
                  </a:lnTo>
                  <a:lnTo>
                    <a:pt x="163982" y="6161084"/>
                  </a:lnTo>
                  <a:lnTo>
                    <a:pt x="164076" y="6161084"/>
                  </a:lnTo>
                  <a:lnTo>
                    <a:pt x="164170" y="6161084"/>
                  </a:lnTo>
                  <a:lnTo>
                    <a:pt x="164264" y="6161084"/>
                  </a:lnTo>
                  <a:lnTo>
                    <a:pt x="164358" y="6161084"/>
                  </a:lnTo>
                  <a:lnTo>
                    <a:pt x="164452" y="6161084"/>
                  </a:lnTo>
                  <a:lnTo>
                    <a:pt x="164546" y="6161084"/>
                  </a:lnTo>
                  <a:lnTo>
                    <a:pt x="164640" y="6161084"/>
                  </a:lnTo>
                  <a:lnTo>
                    <a:pt x="164734" y="6161084"/>
                  </a:lnTo>
                  <a:lnTo>
                    <a:pt x="164828" y="6161084"/>
                  </a:lnTo>
                  <a:lnTo>
                    <a:pt x="164922" y="6161084"/>
                  </a:lnTo>
                  <a:lnTo>
                    <a:pt x="165016" y="6161084"/>
                  </a:lnTo>
                  <a:lnTo>
                    <a:pt x="165110" y="6161084"/>
                  </a:lnTo>
                  <a:lnTo>
                    <a:pt x="165204" y="6161084"/>
                  </a:lnTo>
                  <a:lnTo>
                    <a:pt x="165298" y="6161084"/>
                  </a:lnTo>
                  <a:lnTo>
                    <a:pt x="165392" y="6161084"/>
                  </a:lnTo>
                  <a:lnTo>
                    <a:pt x="165486" y="6161084"/>
                  </a:lnTo>
                  <a:lnTo>
                    <a:pt x="165580" y="6161084"/>
                  </a:lnTo>
                  <a:lnTo>
                    <a:pt x="165674" y="6161084"/>
                  </a:lnTo>
                  <a:lnTo>
                    <a:pt x="165768" y="6161084"/>
                  </a:lnTo>
                  <a:lnTo>
                    <a:pt x="165862" y="6161084"/>
                  </a:lnTo>
                  <a:lnTo>
                    <a:pt x="165956" y="6161084"/>
                  </a:lnTo>
                  <a:lnTo>
                    <a:pt x="166050" y="6161084"/>
                  </a:lnTo>
                  <a:lnTo>
                    <a:pt x="166144" y="6161084"/>
                  </a:lnTo>
                  <a:lnTo>
                    <a:pt x="166238" y="6161084"/>
                  </a:lnTo>
                  <a:lnTo>
                    <a:pt x="166332" y="6161084"/>
                  </a:lnTo>
                  <a:lnTo>
                    <a:pt x="166426" y="6161084"/>
                  </a:lnTo>
                  <a:lnTo>
                    <a:pt x="166520" y="6161084"/>
                  </a:lnTo>
                  <a:lnTo>
                    <a:pt x="166615" y="6161084"/>
                  </a:lnTo>
                  <a:lnTo>
                    <a:pt x="166803" y="6161084"/>
                  </a:lnTo>
                  <a:lnTo>
                    <a:pt x="166897" y="6155805"/>
                  </a:lnTo>
                  <a:lnTo>
                    <a:pt x="166991" y="6155805"/>
                  </a:lnTo>
                  <a:lnTo>
                    <a:pt x="167085" y="6155805"/>
                  </a:lnTo>
                  <a:lnTo>
                    <a:pt x="167179" y="6155805"/>
                  </a:lnTo>
                  <a:lnTo>
                    <a:pt x="167273" y="6155805"/>
                  </a:lnTo>
                  <a:lnTo>
                    <a:pt x="167367" y="6155805"/>
                  </a:lnTo>
                  <a:lnTo>
                    <a:pt x="167461" y="6155805"/>
                  </a:lnTo>
                  <a:lnTo>
                    <a:pt x="167555" y="6155805"/>
                  </a:lnTo>
                  <a:lnTo>
                    <a:pt x="167743" y="6155805"/>
                  </a:lnTo>
                  <a:lnTo>
                    <a:pt x="167837" y="6155805"/>
                  </a:lnTo>
                  <a:lnTo>
                    <a:pt x="167931" y="6155805"/>
                  </a:lnTo>
                  <a:lnTo>
                    <a:pt x="168025" y="6155805"/>
                  </a:lnTo>
                  <a:lnTo>
                    <a:pt x="168119" y="6155805"/>
                  </a:lnTo>
                  <a:lnTo>
                    <a:pt x="168213" y="6155805"/>
                  </a:lnTo>
                  <a:lnTo>
                    <a:pt x="168401" y="6150525"/>
                  </a:lnTo>
                  <a:lnTo>
                    <a:pt x="168495" y="6150525"/>
                  </a:lnTo>
                  <a:lnTo>
                    <a:pt x="168589" y="6150525"/>
                  </a:lnTo>
                  <a:lnTo>
                    <a:pt x="168683" y="6150525"/>
                  </a:lnTo>
                  <a:lnTo>
                    <a:pt x="168777" y="6150525"/>
                  </a:lnTo>
                  <a:lnTo>
                    <a:pt x="168871" y="6150525"/>
                  </a:lnTo>
                  <a:lnTo>
                    <a:pt x="168965" y="6150525"/>
                  </a:lnTo>
                  <a:lnTo>
                    <a:pt x="169059" y="6150525"/>
                  </a:lnTo>
                  <a:lnTo>
                    <a:pt x="169153" y="6150525"/>
                  </a:lnTo>
                  <a:lnTo>
                    <a:pt x="169247" y="6150525"/>
                  </a:lnTo>
                  <a:lnTo>
                    <a:pt x="169341" y="6150525"/>
                  </a:lnTo>
                  <a:lnTo>
                    <a:pt x="169435" y="6150525"/>
                  </a:lnTo>
                  <a:lnTo>
                    <a:pt x="169529" y="6150525"/>
                  </a:lnTo>
                  <a:lnTo>
                    <a:pt x="169717" y="6150525"/>
                  </a:lnTo>
                  <a:lnTo>
                    <a:pt x="169811" y="6150525"/>
                  </a:lnTo>
                  <a:lnTo>
                    <a:pt x="169905" y="6150525"/>
                  </a:lnTo>
                  <a:lnTo>
                    <a:pt x="169999" y="6150525"/>
                  </a:lnTo>
                  <a:lnTo>
                    <a:pt x="169999" y="6145246"/>
                  </a:lnTo>
                  <a:lnTo>
                    <a:pt x="170093" y="6145246"/>
                  </a:lnTo>
                  <a:lnTo>
                    <a:pt x="170188" y="6145246"/>
                  </a:lnTo>
                  <a:lnTo>
                    <a:pt x="170282" y="6145246"/>
                  </a:lnTo>
                  <a:lnTo>
                    <a:pt x="170376" y="6145246"/>
                  </a:lnTo>
                  <a:lnTo>
                    <a:pt x="170470" y="6145246"/>
                  </a:lnTo>
                  <a:lnTo>
                    <a:pt x="170564" y="6145246"/>
                  </a:lnTo>
                  <a:lnTo>
                    <a:pt x="170658" y="6145246"/>
                  </a:lnTo>
                  <a:lnTo>
                    <a:pt x="170752" y="6145246"/>
                  </a:lnTo>
                  <a:lnTo>
                    <a:pt x="170846" y="6145246"/>
                  </a:lnTo>
                  <a:lnTo>
                    <a:pt x="170940" y="6145246"/>
                  </a:lnTo>
                  <a:lnTo>
                    <a:pt x="171034" y="6145246"/>
                  </a:lnTo>
                  <a:lnTo>
                    <a:pt x="171128" y="6145246"/>
                  </a:lnTo>
                  <a:lnTo>
                    <a:pt x="171222" y="6145246"/>
                  </a:lnTo>
                  <a:lnTo>
                    <a:pt x="171316" y="6145246"/>
                  </a:lnTo>
                  <a:lnTo>
                    <a:pt x="171410" y="6145246"/>
                  </a:lnTo>
                  <a:lnTo>
                    <a:pt x="171504" y="6145246"/>
                  </a:lnTo>
                  <a:lnTo>
                    <a:pt x="171598" y="6145246"/>
                  </a:lnTo>
                  <a:lnTo>
                    <a:pt x="171692" y="6145246"/>
                  </a:lnTo>
                  <a:lnTo>
                    <a:pt x="171786" y="6145246"/>
                  </a:lnTo>
                  <a:lnTo>
                    <a:pt x="171880" y="6145246"/>
                  </a:lnTo>
                  <a:lnTo>
                    <a:pt x="171974" y="6145246"/>
                  </a:lnTo>
                  <a:lnTo>
                    <a:pt x="172068" y="6145246"/>
                  </a:lnTo>
                  <a:lnTo>
                    <a:pt x="172162" y="6145246"/>
                  </a:lnTo>
                  <a:lnTo>
                    <a:pt x="172256" y="6145246"/>
                  </a:lnTo>
                  <a:lnTo>
                    <a:pt x="172350" y="6145246"/>
                  </a:lnTo>
                  <a:lnTo>
                    <a:pt x="172444" y="6145246"/>
                  </a:lnTo>
                  <a:lnTo>
                    <a:pt x="172538" y="6145246"/>
                  </a:lnTo>
                  <a:lnTo>
                    <a:pt x="172632" y="6145246"/>
                  </a:lnTo>
                  <a:lnTo>
                    <a:pt x="172726" y="6145246"/>
                  </a:lnTo>
                  <a:lnTo>
                    <a:pt x="172820" y="6145246"/>
                  </a:lnTo>
                  <a:lnTo>
                    <a:pt x="172914" y="6145246"/>
                  </a:lnTo>
                  <a:lnTo>
                    <a:pt x="173008" y="6145246"/>
                  </a:lnTo>
                  <a:lnTo>
                    <a:pt x="173102" y="6145246"/>
                  </a:lnTo>
                  <a:lnTo>
                    <a:pt x="173196" y="6145246"/>
                  </a:lnTo>
                  <a:lnTo>
                    <a:pt x="173384" y="6145246"/>
                  </a:lnTo>
                  <a:lnTo>
                    <a:pt x="173478" y="6145246"/>
                  </a:lnTo>
                  <a:lnTo>
                    <a:pt x="173572" y="6145246"/>
                  </a:lnTo>
                  <a:lnTo>
                    <a:pt x="173667" y="6145246"/>
                  </a:lnTo>
                  <a:lnTo>
                    <a:pt x="173761" y="6145246"/>
                  </a:lnTo>
                  <a:lnTo>
                    <a:pt x="173855" y="6145246"/>
                  </a:lnTo>
                  <a:lnTo>
                    <a:pt x="173949" y="6145246"/>
                  </a:lnTo>
                  <a:lnTo>
                    <a:pt x="174043" y="6145246"/>
                  </a:lnTo>
                  <a:lnTo>
                    <a:pt x="174137" y="6145246"/>
                  </a:lnTo>
                  <a:lnTo>
                    <a:pt x="174231" y="6145246"/>
                  </a:lnTo>
                  <a:lnTo>
                    <a:pt x="174325" y="6145246"/>
                  </a:lnTo>
                  <a:lnTo>
                    <a:pt x="174513" y="6145246"/>
                  </a:lnTo>
                  <a:lnTo>
                    <a:pt x="174607" y="6145246"/>
                  </a:lnTo>
                  <a:lnTo>
                    <a:pt x="174701" y="6145246"/>
                  </a:lnTo>
                  <a:lnTo>
                    <a:pt x="174795" y="6145246"/>
                  </a:lnTo>
                  <a:lnTo>
                    <a:pt x="174889" y="6145246"/>
                  </a:lnTo>
                  <a:lnTo>
                    <a:pt x="174983" y="6145246"/>
                  </a:lnTo>
                  <a:lnTo>
                    <a:pt x="175077" y="6145246"/>
                  </a:lnTo>
                  <a:lnTo>
                    <a:pt x="175171" y="6145246"/>
                  </a:lnTo>
                  <a:lnTo>
                    <a:pt x="175265" y="6145246"/>
                  </a:lnTo>
                  <a:lnTo>
                    <a:pt x="175359" y="6145246"/>
                  </a:lnTo>
                  <a:lnTo>
                    <a:pt x="175453" y="6145246"/>
                  </a:lnTo>
                  <a:lnTo>
                    <a:pt x="175547" y="6145246"/>
                  </a:lnTo>
                  <a:lnTo>
                    <a:pt x="175641" y="6145246"/>
                  </a:lnTo>
                  <a:lnTo>
                    <a:pt x="175735" y="6145246"/>
                  </a:lnTo>
                  <a:lnTo>
                    <a:pt x="175829" y="6145246"/>
                  </a:lnTo>
                  <a:lnTo>
                    <a:pt x="175923" y="6145246"/>
                  </a:lnTo>
                  <a:lnTo>
                    <a:pt x="176017" y="6145246"/>
                  </a:lnTo>
                  <a:lnTo>
                    <a:pt x="176111" y="6145246"/>
                  </a:lnTo>
                  <a:lnTo>
                    <a:pt x="176205" y="6145246"/>
                  </a:lnTo>
                  <a:lnTo>
                    <a:pt x="176299" y="6145246"/>
                  </a:lnTo>
                  <a:lnTo>
                    <a:pt x="176393" y="6145246"/>
                  </a:lnTo>
                  <a:lnTo>
                    <a:pt x="176487" y="6145246"/>
                  </a:lnTo>
                  <a:lnTo>
                    <a:pt x="176581" y="6145246"/>
                  </a:lnTo>
                  <a:lnTo>
                    <a:pt x="176675" y="6145246"/>
                  </a:lnTo>
                  <a:lnTo>
                    <a:pt x="176769" y="6145246"/>
                  </a:lnTo>
                  <a:lnTo>
                    <a:pt x="176863" y="6145246"/>
                  </a:lnTo>
                  <a:lnTo>
                    <a:pt x="176957" y="6145246"/>
                  </a:lnTo>
                  <a:lnTo>
                    <a:pt x="177051" y="6145246"/>
                  </a:lnTo>
                  <a:lnTo>
                    <a:pt x="177145" y="6145246"/>
                  </a:lnTo>
                  <a:lnTo>
                    <a:pt x="177240" y="6145246"/>
                  </a:lnTo>
                  <a:lnTo>
                    <a:pt x="177334" y="6145246"/>
                  </a:lnTo>
                  <a:lnTo>
                    <a:pt x="177428" y="6145246"/>
                  </a:lnTo>
                  <a:lnTo>
                    <a:pt x="177522" y="6145246"/>
                  </a:lnTo>
                  <a:lnTo>
                    <a:pt x="177616" y="6145246"/>
                  </a:lnTo>
                  <a:lnTo>
                    <a:pt x="177710" y="6145246"/>
                  </a:lnTo>
                  <a:lnTo>
                    <a:pt x="177804" y="6145246"/>
                  </a:lnTo>
                  <a:lnTo>
                    <a:pt x="177898" y="6145246"/>
                  </a:lnTo>
                  <a:lnTo>
                    <a:pt x="177992" y="6145246"/>
                  </a:lnTo>
                  <a:lnTo>
                    <a:pt x="178086" y="6145246"/>
                  </a:lnTo>
                  <a:lnTo>
                    <a:pt x="178180" y="6145246"/>
                  </a:lnTo>
                  <a:lnTo>
                    <a:pt x="178274" y="6145246"/>
                  </a:lnTo>
                  <a:lnTo>
                    <a:pt x="178368" y="6145246"/>
                  </a:lnTo>
                  <a:lnTo>
                    <a:pt x="178462" y="6145246"/>
                  </a:lnTo>
                  <a:lnTo>
                    <a:pt x="178556" y="6145246"/>
                  </a:lnTo>
                  <a:lnTo>
                    <a:pt x="178650" y="6145246"/>
                  </a:lnTo>
                  <a:lnTo>
                    <a:pt x="178744" y="6145246"/>
                  </a:lnTo>
                  <a:lnTo>
                    <a:pt x="178932" y="6145246"/>
                  </a:lnTo>
                  <a:lnTo>
                    <a:pt x="179026" y="6145246"/>
                  </a:lnTo>
                  <a:lnTo>
                    <a:pt x="179120" y="6145246"/>
                  </a:lnTo>
                  <a:lnTo>
                    <a:pt x="179214" y="6145246"/>
                  </a:lnTo>
                  <a:lnTo>
                    <a:pt x="179308" y="6145246"/>
                  </a:lnTo>
                  <a:lnTo>
                    <a:pt x="179496" y="6145246"/>
                  </a:lnTo>
                  <a:lnTo>
                    <a:pt x="179590" y="6145246"/>
                  </a:lnTo>
                  <a:lnTo>
                    <a:pt x="179684" y="6145246"/>
                  </a:lnTo>
                  <a:lnTo>
                    <a:pt x="179778" y="6145246"/>
                  </a:lnTo>
                  <a:lnTo>
                    <a:pt x="179872" y="6145246"/>
                  </a:lnTo>
                  <a:lnTo>
                    <a:pt x="179966" y="6145246"/>
                  </a:lnTo>
                  <a:lnTo>
                    <a:pt x="180060" y="6145246"/>
                  </a:lnTo>
                  <a:lnTo>
                    <a:pt x="180154" y="6145246"/>
                  </a:lnTo>
                  <a:lnTo>
                    <a:pt x="180248" y="6145246"/>
                  </a:lnTo>
                  <a:lnTo>
                    <a:pt x="180436" y="6145246"/>
                  </a:lnTo>
                  <a:lnTo>
                    <a:pt x="180530" y="6145246"/>
                  </a:lnTo>
                  <a:lnTo>
                    <a:pt x="180624" y="6145246"/>
                  </a:lnTo>
                  <a:lnTo>
                    <a:pt x="180718" y="6145246"/>
                  </a:lnTo>
                  <a:lnTo>
                    <a:pt x="180813" y="6145246"/>
                  </a:lnTo>
                  <a:lnTo>
                    <a:pt x="180907" y="6145246"/>
                  </a:lnTo>
                  <a:lnTo>
                    <a:pt x="181001" y="6145246"/>
                  </a:lnTo>
                  <a:lnTo>
                    <a:pt x="181095" y="6145246"/>
                  </a:lnTo>
                  <a:lnTo>
                    <a:pt x="181189" y="6145246"/>
                  </a:lnTo>
                  <a:lnTo>
                    <a:pt x="181283" y="6145246"/>
                  </a:lnTo>
                  <a:lnTo>
                    <a:pt x="181377" y="6145246"/>
                  </a:lnTo>
                  <a:lnTo>
                    <a:pt x="181471" y="6145246"/>
                  </a:lnTo>
                  <a:lnTo>
                    <a:pt x="181565" y="6145246"/>
                  </a:lnTo>
                  <a:lnTo>
                    <a:pt x="181659" y="6145246"/>
                  </a:lnTo>
                  <a:lnTo>
                    <a:pt x="181753" y="6145246"/>
                  </a:lnTo>
                  <a:lnTo>
                    <a:pt x="181847" y="6145246"/>
                  </a:lnTo>
                  <a:lnTo>
                    <a:pt x="181941" y="6145246"/>
                  </a:lnTo>
                  <a:lnTo>
                    <a:pt x="182035" y="6145246"/>
                  </a:lnTo>
                  <a:lnTo>
                    <a:pt x="182129" y="6145246"/>
                  </a:lnTo>
                  <a:lnTo>
                    <a:pt x="182223" y="6145246"/>
                  </a:lnTo>
                  <a:lnTo>
                    <a:pt x="182317" y="6145246"/>
                  </a:lnTo>
                  <a:lnTo>
                    <a:pt x="182411" y="6145246"/>
                  </a:lnTo>
                  <a:lnTo>
                    <a:pt x="182505" y="6145246"/>
                  </a:lnTo>
                  <a:lnTo>
                    <a:pt x="182599" y="6145246"/>
                  </a:lnTo>
                  <a:lnTo>
                    <a:pt x="182693" y="6145246"/>
                  </a:lnTo>
                  <a:lnTo>
                    <a:pt x="182787" y="6145246"/>
                  </a:lnTo>
                  <a:lnTo>
                    <a:pt x="182881" y="6145246"/>
                  </a:lnTo>
                  <a:lnTo>
                    <a:pt x="182975" y="6145246"/>
                  </a:lnTo>
                  <a:lnTo>
                    <a:pt x="183069" y="6145246"/>
                  </a:lnTo>
                  <a:lnTo>
                    <a:pt x="183163" y="6145246"/>
                  </a:lnTo>
                  <a:lnTo>
                    <a:pt x="183163" y="6139967"/>
                  </a:lnTo>
                  <a:lnTo>
                    <a:pt x="183257" y="6139967"/>
                  </a:lnTo>
                  <a:lnTo>
                    <a:pt x="183351" y="6139967"/>
                  </a:lnTo>
                  <a:lnTo>
                    <a:pt x="183445" y="6139967"/>
                  </a:lnTo>
                  <a:lnTo>
                    <a:pt x="183539" y="6139967"/>
                  </a:lnTo>
                  <a:lnTo>
                    <a:pt x="183633" y="6139967"/>
                  </a:lnTo>
                  <a:lnTo>
                    <a:pt x="183727" y="6139967"/>
                  </a:lnTo>
                  <a:lnTo>
                    <a:pt x="183821" y="6139967"/>
                  </a:lnTo>
                  <a:lnTo>
                    <a:pt x="183915" y="6139967"/>
                  </a:lnTo>
                  <a:lnTo>
                    <a:pt x="184009" y="6139967"/>
                  </a:lnTo>
                  <a:lnTo>
                    <a:pt x="184103" y="6139967"/>
                  </a:lnTo>
                  <a:lnTo>
                    <a:pt x="184197" y="6134687"/>
                  </a:lnTo>
                  <a:lnTo>
                    <a:pt x="184291" y="6134687"/>
                  </a:lnTo>
                  <a:lnTo>
                    <a:pt x="184386" y="6134687"/>
                  </a:lnTo>
                  <a:lnTo>
                    <a:pt x="184480" y="6134687"/>
                  </a:lnTo>
                  <a:lnTo>
                    <a:pt x="184574" y="6134687"/>
                  </a:lnTo>
                  <a:lnTo>
                    <a:pt x="184668" y="6134687"/>
                  </a:lnTo>
                  <a:lnTo>
                    <a:pt x="184762" y="6134687"/>
                  </a:lnTo>
                  <a:lnTo>
                    <a:pt x="184856" y="6134687"/>
                  </a:lnTo>
                  <a:lnTo>
                    <a:pt x="184950" y="6134687"/>
                  </a:lnTo>
                  <a:lnTo>
                    <a:pt x="185044" y="6134687"/>
                  </a:lnTo>
                  <a:lnTo>
                    <a:pt x="185138" y="6134687"/>
                  </a:lnTo>
                  <a:lnTo>
                    <a:pt x="185232" y="6134687"/>
                  </a:lnTo>
                  <a:lnTo>
                    <a:pt x="185420" y="6134687"/>
                  </a:lnTo>
                  <a:lnTo>
                    <a:pt x="185514" y="6134687"/>
                  </a:lnTo>
                  <a:lnTo>
                    <a:pt x="185608" y="6134687"/>
                  </a:lnTo>
                  <a:lnTo>
                    <a:pt x="185702" y="6134687"/>
                  </a:lnTo>
                  <a:lnTo>
                    <a:pt x="185796" y="6134687"/>
                  </a:lnTo>
                  <a:lnTo>
                    <a:pt x="185890" y="6134687"/>
                  </a:lnTo>
                  <a:lnTo>
                    <a:pt x="185984" y="6134687"/>
                  </a:lnTo>
                  <a:lnTo>
                    <a:pt x="186078" y="6134687"/>
                  </a:lnTo>
                  <a:lnTo>
                    <a:pt x="186360" y="6134687"/>
                  </a:lnTo>
                  <a:lnTo>
                    <a:pt x="186454" y="6134687"/>
                  </a:lnTo>
                  <a:lnTo>
                    <a:pt x="186548" y="6134687"/>
                  </a:lnTo>
                  <a:lnTo>
                    <a:pt x="186642" y="6134687"/>
                  </a:lnTo>
                  <a:lnTo>
                    <a:pt x="186924" y="6134687"/>
                  </a:lnTo>
                  <a:lnTo>
                    <a:pt x="187018" y="6134687"/>
                  </a:lnTo>
                  <a:lnTo>
                    <a:pt x="187112" y="6134687"/>
                  </a:lnTo>
                  <a:lnTo>
                    <a:pt x="187206" y="6134687"/>
                  </a:lnTo>
                  <a:lnTo>
                    <a:pt x="187300" y="6134687"/>
                  </a:lnTo>
                  <a:lnTo>
                    <a:pt x="187394" y="6134687"/>
                  </a:lnTo>
                  <a:lnTo>
                    <a:pt x="187488" y="6134687"/>
                  </a:lnTo>
                  <a:lnTo>
                    <a:pt x="187582" y="6134687"/>
                  </a:lnTo>
                  <a:lnTo>
                    <a:pt x="187770" y="6134687"/>
                  </a:lnTo>
                  <a:lnTo>
                    <a:pt x="187865" y="6134687"/>
                  </a:lnTo>
                  <a:lnTo>
                    <a:pt x="187959" y="6134687"/>
                  </a:lnTo>
                  <a:lnTo>
                    <a:pt x="187959" y="6129408"/>
                  </a:lnTo>
                  <a:lnTo>
                    <a:pt x="188053" y="6129408"/>
                  </a:lnTo>
                  <a:lnTo>
                    <a:pt x="188241" y="6129408"/>
                  </a:lnTo>
                  <a:lnTo>
                    <a:pt x="188335" y="6129408"/>
                  </a:lnTo>
                  <a:lnTo>
                    <a:pt x="188429" y="6129408"/>
                  </a:lnTo>
                  <a:lnTo>
                    <a:pt x="188523" y="6129408"/>
                  </a:lnTo>
                  <a:lnTo>
                    <a:pt x="188617" y="6129408"/>
                  </a:lnTo>
                  <a:lnTo>
                    <a:pt x="188711" y="6129408"/>
                  </a:lnTo>
                  <a:lnTo>
                    <a:pt x="188805" y="6124128"/>
                  </a:lnTo>
                  <a:lnTo>
                    <a:pt x="188899" y="6124128"/>
                  </a:lnTo>
                  <a:lnTo>
                    <a:pt x="188993" y="6124128"/>
                  </a:lnTo>
                  <a:lnTo>
                    <a:pt x="189087" y="6124128"/>
                  </a:lnTo>
                  <a:lnTo>
                    <a:pt x="189181" y="6124128"/>
                  </a:lnTo>
                  <a:lnTo>
                    <a:pt x="189275" y="6124128"/>
                  </a:lnTo>
                  <a:lnTo>
                    <a:pt x="189463" y="6124128"/>
                  </a:lnTo>
                  <a:lnTo>
                    <a:pt x="189557" y="6124128"/>
                  </a:lnTo>
                  <a:lnTo>
                    <a:pt x="189651" y="6124128"/>
                  </a:lnTo>
                  <a:lnTo>
                    <a:pt x="189745" y="6124128"/>
                  </a:lnTo>
                  <a:lnTo>
                    <a:pt x="189933" y="6124128"/>
                  </a:lnTo>
                  <a:lnTo>
                    <a:pt x="190027" y="6124128"/>
                  </a:lnTo>
                  <a:lnTo>
                    <a:pt x="190121" y="6124128"/>
                  </a:lnTo>
                  <a:lnTo>
                    <a:pt x="190215" y="6124128"/>
                  </a:lnTo>
                  <a:lnTo>
                    <a:pt x="190309" y="6124128"/>
                  </a:lnTo>
                  <a:lnTo>
                    <a:pt x="190403" y="6124128"/>
                  </a:lnTo>
                  <a:lnTo>
                    <a:pt x="190497" y="6124128"/>
                  </a:lnTo>
                  <a:lnTo>
                    <a:pt x="190591" y="6124128"/>
                  </a:lnTo>
                  <a:lnTo>
                    <a:pt x="190685" y="6124128"/>
                  </a:lnTo>
                  <a:lnTo>
                    <a:pt x="190779" y="6124128"/>
                  </a:lnTo>
                  <a:lnTo>
                    <a:pt x="190967" y="6124128"/>
                  </a:lnTo>
                  <a:lnTo>
                    <a:pt x="191061" y="6124128"/>
                  </a:lnTo>
                  <a:lnTo>
                    <a:pt x="191155" y="6124128"/>
                  </a:lnTo>
                  <a:lnTo>
                    <a:pt x="191249" y="6124128"/>
                  </a:lnTo>
                  <a:lnTo>
                    <a:pt x="191343" y="6124128"/>
                  </a:lnTo>
                  <a:lnTo>
                    <a:pt x="191438" y="6124128"/>
                  </a:lnTo>
                  <a:lnTo>
                    <a:pt x="191532" y="6124128"/>
                  </a:lnTo>
                  <a:lnTo>
                    <a:pt x="191626" y="6124128"/>
                  </a:lnTo>
                  <a:lnTo>
                    <a:pt x="191720" y="6124128"/>
                  </a:lnTo>
                  <a:lnTo>
                    <a:pt x="191814" y="6124128"/>
                  </a:lnTo>
                  <a:lnTo>
                    <a:pt x="191908" y="6124128"/>
                  </a:lnTo>
                  <a:lnTo>
                    <a:pt x="192002" y="6124128"/>
                  </a:lnTo>
                  <a:lnTo>
                    <a:pt x="192096" y="6124128"/>
                  </a:lnTo>
                  <a:lnTo>
                    <a:pt x="192284" y="6124128"/>
                  </a:lnTo>
                  <a:lnTo>
                    <a:pt x="192472" y="6124128"/>
                  </a:lnTo>
                  <a:lnTo>
                    <a:pt x="192566" y="6124128"/>
                  </a:lnTo>
                  <a:lnTo>
                    <a:pt x="192660" y="6124128"/>
                  </a:lnTo>
                  <a:lnTo>
                    <a:pt x="192754" y="6124128"/>
                  </a:lnTo>
                  <a:lnTo>
                    <a:pt x="192848" y="6124128"/>
                  </a:lnTo>
                  <a:lnTo>
                    <a:pt x="192942" y="6124128"/>
                  </a:lnTo>
                  <a:lnTo>
                    <a:pt x="193036" y="6124128"/>
                  </a:lnTo>
                  <a:lnTo>
                    <a:pt x="193130" y="6124128"/>
                  </a:lnTo>
                  <a:lnTo>
                    <a:pt x="193224" y="6124128"/>
                  </a:lnTo>
                  <a:lnTo>
                    <a:pt x="193318" y="6124128"/>
                  </a:lnTo>
                  <a:lnTo>
                    <a:pt x="193412" y="6124128"/>
                  </a:lnTo>
                  <a:lnTo>
                    <a:pt x="193506" y="6124128"/>
                  </a:lnTo>
                  <a:lnTo>
                    <a:pt x="193600" y="6124128"/>
                  </a:lnTo>
                  <a:lnTo>
                    <a:pt x="193694" y="6124128"/>
                  </a:lnTo>
                  <a:lnTo>
                    <a:pt x="193788" y="6124128"/>
                  </a:lnTo>
                  <a:lnTo>
                    <a:pt x="193976" y="6124128"/>
                  </a:lnTo>
                  <a:lnTo>
                    <a:pt x="194070" y="6124128"/>
                  </a:lnTo>
                  <a:lnTo>
                    <a:pt x="194164" y="6124128"/>
                  </a:lnTo>
                  <a:lnTo>
                    <a:pt x="194446" y="6124128"/>
                  </a:lnTo>
                  <a:lnTo>
                    <a:pt x="194540" y="6124128"/>
                  </a:lnTo>
                  <a:lnTo>
                    <a:pt x="194634" y="6124128"/>
                  </a:lnTo>
                  <a:lnTo>
                    <a:pt x="194728" y="6124128"/>
                  </a:lnTo>
                  <a:lnTo>
                    <a:pt x="194822" y="6124128"/>
                  </a:lnTo>
                  <a:lnTo>
                    <a:pt x="194916" y="6124128"/>
                  </a:lnTo>
                  <a:lnTo>
                    <a:pt x="195011" y="6124128"/>
                  </a:lnTo>
                  <a:lnTo>
                    <a:pt x="195105" y="6124128"/>
                  </a:lnTo>
                  <a:lnTo>
                    <a:pt x="195199" y="6124128"/>
                  </a:lnTo>
                  <a:lnTo>
                    <a:pt x="195293" y="6124128"/>
                  </a:lnTo>
                  <a:lnTo>
                    <a:pt x="195481" y="6124128"/>
                  </a:lnTo>
                  <a:lnTo>
                    <a:pt x="195575" y="6124128"/>
                  </a:lnTo>
                  <a:lnTo>
                    <a:pt x="195669" y="6124128"/>
                  </a:lnTo>
                  <a:lnTo>
                    <a:pt x="195763" y="6124128"/>
                  </a:lnTo>
                  <a:lnTo>
                    <a:pt x="195857" y="6124128"/>
                  </a:lnTo>
                  <a:lnTo>
                    <a:pt x="195951" y="6124128"/>
                  </a:lnTo>
                  <a:lnTo>
                    <a:pt x="196045" y="6124128"/>
                  </a:lnTo>
                  <a:lnTo>
                    <a:pt x="196139" y="6124128"/>
                  </a:lnTo>
                  <a:lnTo>
                    <a:pt x="196233" y="6124128"/>
                  </a:lnTo>
                  <a:lnTo>
                    <a:pt x="196327" y="6124128"/>
                  </a:lnTo>
                  <a:lnTo>
                    <a:pt x="196421" y="6124128"/>
                  </a:lnTo>
                  <a:lnTo>
                    <a:pt x="196515" y="6124128"/>
                  </a:lnTo>
                  <a:lnTo>
                    <a:pt x="196609" y="6124128"/>
                  </a:lnTo>
                  <a:lnTo>
                    <a:pt x="196703" y="6124128"/>
                  </a:lnTo>
                  <a:lnTo>
                    <a:pt x="196797" y="6124128"/>
                  </a:lnTo>
                  <a:lnTo>
                    <a:pt x="196891" y="6124128"/>
                  </a:lnTo>
                  <a:lnTo>
                    <a:pt x="196985" y="6124128"/>
                  </a:lnTo>
                  <a:lnTo>
                    <a:pt x="197079" y="6124128"/>
                  </a:lnTo>
                  <a:lnTo>
                    <a:pt x="197267" y="6124128"/>
                  </a:lnTo>
                  <a:lnTo>
                    <a:pt x="197361" y="6124128"/>
                  </a:lnTo>
                  <a:lnTo>
                    <a:pt x="197455" y="6124128"/>
                  </a:lnTo>
                  <a:lnTo>
                    <a:pt x="197549" y="6124128"/>
                  </a:lnTo>
                  <a:lnTo>
                    <a:pt x="197643" y="6124128"/>
                  </a:lnTo>
                  <a:lnTo>
                    <a:pt x="197737" y="6124128"/>
                  </a:lnTo>
                  <a:lnTo>
                    <a:pt x="197831" y="6124128"/>
                  </a:lnTo>
                  <a:lnTo>
                    <a:pt x="197925" y="6124128"/>
                  </a:lnTo>
                  <a:lnTo>
                    <a:pt x="198019" y="6124128"/>
                  </a:lnTo>
                  <a:lnTo>
                    <a:pt x="198113" y="6124128"/>
                  </a:lnTo>
                  <a:lnTo>
                    <a:pt x="198207" y="6124128"/>
                  </a:lnTo>
                  <a:lnTo>
                    <a:pt x="198301" y="6124128"/>
                  </a:lnTo>
                  <a:lnTo>
                    <a:pt x="198395" y="6124128"/>
                  </a:lnTo>
                  <a:lnTo>
                    <a:pt x="198490" y="6124128"/>
                  </a:lnTo>
                  <a:lnTo>
                    <a:pt x="198584" y="6124128"/>
                  </a:lnTo>
                  <a:lnTo>
                    <a:pt x="198678" y="6124128"/>
                  </a:lnTo>
                  <a:lnTo>
                    <a:pt x="198772" y="6124128"/>
                  </a:lnTo>
                  <a:lnTo>
                    <a:pt x="198866" y="6124128"/>
                  </a:lnTo>
                  <a:lnTo>
                    <a:pt x="198960" y="6124128"/>
                  </a:lnTo>
                  <a:lnTo>
                    <a:pt x="199054" y="6124128"/>
                  </a:lnTo>
                  <a:lnTo>
                    <a:pt x="199148" y="6124128"/>
                  </a:lnTo>
                  <a:lnTo>
                    <a:pt x="199242" y="6124128"/>
                  </a:lnTo>
                  <a:lnTo>
                    <a:pt x="199336" y="6124128"/>
                  </a:lnTo>
                  <a:lnTo>
                    <a:pt x="199430" y="6124128"/>
                  </a:lnTo>
                  <a:lnTo>
                    <a:pt x="199618" y="6124128"/>
                  </a:lnTo>
                  <a:lnTo>
                    <a:pt x="199712" y="6124128"/>
                  </a:lnTo>
                  <a:lnTo>
                    <a:pt x="199806" y="6124128"/>
                  </a:lnTo>
                  <a:lnTo>
                    <a:pt x="199900" y="6124128"/>
                  </a:lnTo>
                  <a:lnTo>
                    <a:pt x="199994" y="6124128"/>
                  </a:lnTo>
                  <a:lnTo>
                    <a:pt x="200088" y="6124128"/>
                  </a:lnTo>
                  <a:lnTo>
                    <a:pt x="200182" y="6124128"/>
                  </a:lnTo>
                  <a:lnTo>
                    <a:pt x="200276" y="6124128"/>
                  </a:lnTo>
                  <a:lnTo>
                    <a:pt x="200370" y="6124128"/>
                  </a:lnTo>
                  <a:lnTo>
                    <a:pt x="200464" y="6124128"/>
                  </a:lnTo>
                  <a:lnTo>
                    <a:pt x="200558" y="6124128"/>
                  </a:lnTo>
                  <a:lnTo>
                    <a:pt x="200652" y="6124128"/>
                  </a:lnTo>
                  <a:lnTo>
                    <a:pt x="200746" y="6124128"/>
                  </a:lnTo>
                  <a:lnTo>
                    <a:pt x="200934" y="6124128"/>
                  </a:lnTo>
                  <a:lnTo>
                    <a:pt x="201028" y="6124128"/>
                  </a:lnTo>
                  <a:lnTo>
                    <a:pt x="201122" y="6124128"/>
                  </a:lnTo>
                  <a:lnTo>
                    <a:pt x="201216" y="6124128"/>
                  </a:lnTo>
                  <a:lnTo>
                    <a:pt x="201310" y="6124128"/>
                  </a:lnTo>
                  <a:lnTo>
                    <a:pt x="201404" y="6124128"/>
                  </a:lnTo>
                  <a:lnTo>
                    <a:pt x="201498" y="6124128"/>
                  </a:lnTo>
                  <a:lnTo>
                    <a:pt x="201592" y="6124128"/>
                  </a:lnTo>
                  <a:lnTo>
                    <a:pt x="201686" y="6124128"/>
                  </a:lnTo>
                  <a:lnTo>
                    <a:pt x="201780" y="6124128"/>
                  </a:lnTo>
                  <a:lnTo>
                    <a:pt x="201874" y="6124128"/>
                  </a:lnTo>
                  <a:lnTo>
                    <a:pt x="201968" y="6124128"/>
                  </a:lnTo>
                  <a:lnTo>
                    <a:pt x="202063" y="6124128"/>
                  </a:lnTo>
                  <a:lnTo>
                    <a:pt x="202157" y="6124128"/>
                  </a:lnTo>
                  <a:lnTo>
                    <a:pt x="202345" y="6124128"/>
                  </a:lnTo>
                  <a:lnTo>
                    <a:pt x="202533" y="6124128"/>
                  </a:lnTo>
                  <a:lnTo>
                    <a:pt x="202627" y="6124128"/>
                  </a:lnTo>
                  <a:lnTo>
                    <a:pt x="202721" y="6124128"/>
                  </a:lnTo>
                  <a:lnTo>
                    <a:pt x="202909" y="6124128"/>
                  </a:lnTo>
                  <a:lnTo>
                    <a:pt x="203003" y="6124128"/>
                  </a:lnTo>
                  <a:lnTo>
                    <a:pt x="203097" y="6124128"/>
                  </a:lnTo>
                  <a:lnTo>
                    <a:pt x="203191" y="6124128"/>
                  </a:lnTo>
                  <a:lnTo>
                    <a:pt x="203285" y="6124128"/>
                  </a:lnTo>
                  <a:lnTo>
                    <a:pt x="203379" y="6124128"/>
                  </a:lnTo>
                  <a:lnTo>
                    <a:pt x="203473" y="6124128"/>
                  </a:lnTo>
                  <a:lnTo>
                    <a:pt x="203567" y="6124128"/>
                  </a:lnTo>
                  <a:lnTo>
                    <a:pt x="203849" y="6124128"/>
                  </a:lnTo>
                  <a:lnTo>
                    <a:pt x="204037" y="6124128"/>
                  </a:lnTo>
                  <a:lnTo>
                    <a:pt x="204131" y="6124128"/>
                  </a:lnTo>
                  <a:lnTo>
                    <a:pt x="204225" y="6124128"/>
                  </a:lnTo>
                  <a:lnTo>
                    <a:pt x="204319" y="6124128"/>
                  </a:lnTo>
                  <a:lnTo>
                    <a:pt x="204413" y="6124128"/>
                  </a:lnTo>
                  <a:lnTo>
                    <a:pt x="204507" y="6124128"/>
                  </a:lnTo>
                  <a:lnTo>
                    <a:pt x="204695" y="6124128"/>
                  </a:lnTo>
                  <a:lnTo>
                    <a:pt x="204789" y="6124128"/>
                  </a:lnTo>
                  <a:lnTo>
                    <a:pt x="204883" y="6124128"/>
                  </a:lnTo>
                  <a:lnTo>
                    <a:pt x="204977" y="6124128"/>
                  </a:lnTo>
                  <a:lnTo>
                    <a:pt x="205071" y="6124128"/>
                  </a:lnTo>
                  <a:lnTo>
                    <a:pt x="205165" y="6124128"/>
                  </a:lnTo>
                  <a:lnTo>
                    <a:pt x="205259" y="6124128"/>
                  </a:lnTo>
                  <a:lnTo>
                    <a:pt x="205353" y="6124128"/>
                  </a:lnTo>
                  <a:lnTo>
                    <a:pt x="205447" y="6124128"/>
                  </a:lnTo>
                  <a:lnTo>
                    <a:pt x="205541" y="6124128"/>
                  </a:lnTo>
                  <a:lnTo>
                    <a:pt x="205636" y="6124128"/>
                  </a:lnTo>
                  <a:lnTo>
                    <a:pt x="205824" y="6124128"/>
                  </a:lnTo>
                  <a:lnTo>
                    <a:pt x="205918" y="6124128"/>
                  </a:lnTo>
                  <a:lnTo>
                    <a:pt x="206012" y="6124128"/>
                  </a:lnTo>
                  <a:lnTo>
                    <a:pt x="206106" y="6124128"/>
                  </a:lnTo>
                  <a:lnTo>
                    <a:pt x="206200" y="6124128"/>
                  </a:lnTo>
                  <a:lnTo>
                    <a:pt x="206294" y="6124128"/>
                  </a:lnTo>
                  <a:lnTo>
                    <a:pt x="206388" y="6124128"/>
                  </a:lnTo>
                  <a:lnTo>
                    <a:pt x="206482" y="6124128"/>
                  </a:lnTo>
                  <a:lnTo>
                    <a:pt x="206576" y="6124128"/>
                  </a:lnTo>
                  <a:lnTo>
                    <a:pt x="206670" y="6124128"/>
                  </a:lnTo>
                  <a:lnTo>
                    <a:pt x="206764" y="6124128"/>
                  </a:lnTo>
                  <a:lnTo>
                    <a:pt x="206858" y="6124128"/>
                  </a:lnTo>
                  <a:lnTo>
                    <a:pt x="206952" y="6124128"/>
                  </a:lnTo>
                  <a:lnTo>
                    <a:pt x="207046" y="6124128"/>
                  </a:lnTo>
                  <a:lnTo>
                    <a:pt x="207234" y="6124128"/>
                  </a:lnTo>
                  <a:lnTo>
                    <a:pt x="207328" y="6124128"/>
                  </a:lnTo>
                  <a:lnTo>
                    <a:pt x="207422" y="6124128"/>
                  </a:lnTo>
                  <a:lnTo>
                    <a:pt x="207516" y="6124128"/>
                  </a:lnTo>
                  <a:lnTo>
                    <a:pt x="207610" y="6124128"/>
                  </a:lnTo>
                  <a:lnTo>
                    <a:pt x="207704" y="6124128"/>
                  </a:lnTo>
                  <a:lnTo>
                    <a:pt x="207892" y="6124128"/>
                  </a:lnTo>
                  <a:lnTo>
                    <a:pt x="207986" y="6124128"/>
                  </a:lnTo>
                  <a:lnTo>
                    <a:pt x="208080" y="6124128"/>
                  </a:lnTo>
                  <a:lnTo>
                    <a:pt x="208174" y="6124128"/>
                  </a:lnTo>
                  <a:lnTo>
                    <a:pt x="208268" y="6124128"/>
                  </a:lnTo>
                  <a:lnTo>
                    <a:pt x="208362" y="6124128"/>
                  </a:lnTo>
                  <a:lnTo>
                    <a:pt x="208550" y="6124128"/>
                  </a:lnTo>
                  <a:lnTo>
                    <a:pt x="208644" y="6124128"/>
                  </a:lnTo>
                  <a:lnTo>
                    <a:pt x="208738" y="6124128"/>
                  </a:lnTo>
                  <a:lnTo>
                    <a:pt x="208832" y="6124128"/>
                  </a:lnTo>
                  <a:lnTo>
                    <a:pt x="208926" y="6124128"/>
                  </a:lnTo>
                  <a:lnTo>
                    <a:pt x="209020" y="6124128"/>
                  </a:lnTo>
                  <a:lnTo>
                    <a:pt x="209115" y="6124128"/>
                  </a:lnTo>
                  <a:lnTo>
                    <a:pt x="209209" y="6124128"/>
                  </a:lnTo>
                  <a:lnTo>
                    <a:pt x="209303" y="6124128"/>
                  </a:lnTo>
                  <a:lnTo>
                    <a:pt x="209397" y="6124128"/>
                  </a:lnTo>
                  <a:lnTo>
                    <a:pt x="209491" y="6124128"/>
                  </a:lnTo>
                  <a:lnTo>
                    <a:pt x="209585" y="6124128"/>
                  </a:lnTo>
                  <a:lnTo>
                    <a:pt x="209679" y="6124128"/>
                  </a:lnTo>
                  <a:lnTo>
                    <a:pt x="209773" y="6124128"/>
                  </a:lnTo>
                  <a:lnTo>
                    <a:pt x="209867" y="6124128"/>
                  </a:lnTo>
                  <a:lnTo>
                    <a:pt x="209961" y="6124128"/>
                  </a:lnTo>
                  <a:lnTo>
                    <a:pt x="210055" y="6124128"/>
                  </a:lnTo>
                  <a:lnTo>
                    <a:pt x="210149" y="6124128"/>
                  </a:lnTo>
                  <a:lnTo>
                    <a:pt x="210337" y="6124128"/>
                  </a:lnTo>
                  <a:lnTo>
                    <a:pt x="210525" y="6124128"/>
                  </a:lnTo>
                  <a:lnTo>
                    <a:pt x="210619" y="6124128"/>
                  </a:lnTo>
                  <a:lnTo>
                    <a:pt x="210713" y="6124128"/>
                  </a:lnTo>
                  <a:lnTo>
                    <a:pt x="210807" y="6124128"/>
                  </a:lnTo>
                  <a:lnTo>
                    <a:pt x="210901" y="6124128"/>
                  </a:lnTo>
                  <a:lnTo>
                    <a:pt x="210995" y="6124128"/>
                  </a:lnTo>
                  <a:lnTo>
                    <a:pt x="211089" y="6124128"/>
                  </a:lnTo>
                  <a:lnTo>
                    <a:pt x="211183" y="6124128"/>
                  </a:lnTo>
                  <a:lnTo>
                    <a:pt x="211277" y="6124128"/>
                  </a:lnTo>
                  <a:lnTo>
                    <a:pt x="211371" y="6124128"/>
                  </a:lnTo>
                  <a:lnTo>
                    <a:pt x="211465" y="6124128"/>
                  </a:lnTo>
                  <a:lnTo>
                    <a:pt x="211465" y="6118849"/>
                  </a:lnTo>
                  <a:lnTo>
                    <a:pt x="211559" y="6118849"/>
                  </a:lnTo>
                  <a:lnTo>
                    <a:pt x="211653" y="6118849"/>
                  </a:lnTo>
                  <a:lnTo>
                    <a:pt x="211747" y="6118849"/>
                  </a:lnTo>
                  <a:lnTo>
                    <a:pt x="211841" y="6118849"/>
                  </a:lnTo>
                  <a:lnTo>
                    <a:pt x="211935" y="6118849"/>
                  </a:lnTo>
                  <a:lnTo>
                    <a:pt x="212029" y="6118849"/>
                  </a:lnTo>
                  <a:lnTo>
                    <a:pt x="212123" y="6118849"/>
                  </a:lnTo>
                  <a:lnTo>
                    <a:pt x="212311" y="6118849"/>
                  </a:lnTo>
                  <a:lnTo>
                    <a:pt x="212405" y="6118849"/>
                  </a:lnTo>
                  <a:lnTo>
                    <a:pt x="212499" y="6118849"/>
                  </a:lnTo>
                  <a:lnTo>
                    <a:pt x="212593" y="6118849"/>
                  </a:lnTo>
                  <a:lnTo>
                    <a:pt x="212782" y="6118849"/>
                  </a:lnTo>
                  <a:lnTo>
                    <a:pt x="212876" y="6118849"/>
                  </a:lnTo>
                  <a:lnTo>
                    <a:pt x="212970" y="6118849"/>
                  </a:lnTo>
                  <a:lnTo>
                    <a:pt x="213064" y="6118849"/>
                  </a:lnTo>
                  <a:lnTo>
                    <a:pt x="213158" y="6118849"/>
                  </a:lnTo>
                  <a:lnTo>
                    <a:pt x="213158" y="6113569"/>
                  </a:lnTo>
                  <a:lnTo>
                    <a:pt x="213252" y="6113569"/>
                  </a:lnTo>
                  <a:lnTo>
                    <a:pt x="213346" y="6113569"/>
                  </a:lnTo>
                  <a:lnTo>
                    <a:pt x="213534" y="6113569"/>
                  </a:lnTo>
                  <a:lnTo>
                    <a:pt x="213628" y="6113569"/>
                  </a:lnTo>
                  <a:lnTo>
                    <a:pt x="213722" y="6113569"/>
                  </a:lnTo>
                  <a:lnTo>
                    <a:pt x="214004" y="6113569"/>
                  </a:lnTo>
                  <a:lnTo>
                    <a:pt x="214098" y="6113569"/>
                  </a:lnTo>
                  <a:lnTo>
                    <a:pt x="214192" y="6113569"/>
                  </a:lnTo>
                  <a:lnTo>
                    <a:pt x="214286" y="6113569"/>
                  </a:lnTo>
                  <a:lnTo>
                    <a:pt x="214380" y="6113569"/>
                  </a:lnTo>
                  <a:lnTo>
                    <a:pt x="214474" y="6113569"/>
                  </a:lnTo>
                  <a:lnTo>
                    <a:pt x="214568" y="6113569"/>
                  </a:lnTo>
                  <a:lnTo>
                    <a:pt x="214662" y="6113569"/>
                  </a:lnTo>
                  <a:lnTo>
                    <a:pt x="214944" y="6113569"/>
                  </a:lnTo>
                  <a:lnTo>
                    <a:pt x="215038" y="6113569"/>
                  </a:lnTo>
                  <a:lnTo>
                    <a:pt x="215132" y="6113569"/>
                  </a:lnTo>
                  <a:lnTo>
                    <a:pt x="215226" y="6113569"/>
                  </a:lnTo>
                  <a:lnTo>
                    <a:pt x="215320" y="6113569"/>
                  </a:lnTo>
                  <a:lnTo>
                    <a:pt x="215414" y="6113569"/>
                  </a:lnTo>
                  <a:lnTo>
                    <a:pt x="215508" y="6113569"/>
                  </a:lnTo>
                  <a:lnTo>
                    <a:pt x="215602" y="6113569"/>
                  </a:lnTo>
                  <a:lnTo>
                    <a:pt x="215696" y="6113569"/>
                  </a:lnTo>
                  <a:lnTo>
                    <a:pt x="215884" y="6113569"/>
                  </a:lnTo>
                  <a:lnTo>
                    <a:pt x="215978" y="6113569"/>
                  </a:lnTo>
                  <a:lnTo>
                    <a:pt x="216072" y="6113569"/>
                  </a:lnTo>
                  <a:lnTo>
                    <a:pt x="216166" y="6113569"/>
                  </a:lnTo>
                  <a:lnTo>
                    <a:pt x="216261" y="6113569"/>
                  </a:lnTo>
                  <a:lnTo>
                    <a:pt x="216449" y="6113569"/>
                  </a:lnTo>
                  <a:lnTo>
                    <a:pt x="216543" y="6113569"/>
                  </a:lnTo>
                  <a:lnTo>
                    <a:pt x="216637" y="6113569"/>
                  </a:lnTo>
                  <a:lnTo>
                    <a:pt x="216731" y="6113569"/>
                  </a:lnTo>
                  <a:lnTo>
                    <a:pt x="216825" y="6113569"/>
                  </a:lnTo>
                  <a:lnTo>
                    <a:pt x="216919" y="6113569"/>
                  </a:lnTo>
                  <a:lnTo>
                    <a:pt x="217013" y="6113569"/>
                  </a:lnTo>
                  <a:lnTo>
                    <a:pt x="217107" y="6113569"/>
                  </a:lnTo>
                  <a:lnTo>
                    <a:pt x="217201" y="6113569"/>
                  </a:lnTo>
                  <a:lnTo>
                    <a:pt x="217295" y="6113569"/>
                  </a:lnTo>
                  <a:lnTo>
                    <a:pt x="217389" y="6113569"/>
                  </a:lnTo>
                  <a:lnTo>
                    <a:pt x="217483" y="6113569"/>
                  </a:lnTo>
                  <a:lnTo>
                    <a:pt x="217577" y="6113569"/>
                  </a:lnTo>
                  <a:lnTo>
                    <a:pt x="217671" y="6113569"/>
                  </a:lnTo>
                  <a:lnTo>
                    <a:pt x="217765" y="6113569"/>
                  </a:lnTo>
                  <a:lnTo>
                    <a:pt x="218047" y="6113569"/>
                  </a:lnTo>
                  <a:lnTo>
                    <a:pt x="218235" y="6113569"/>
                  </a:lnTo>
                  <a:lnTo>
                    <a:pt x="218329" y="6113569"/>
                  </a:lnTo>
                  <a:lnTo>
                    <a:pt x="218423" y="6113569"/>
                  </a:lnTo>
                  <a:lnTo>
                    <a:pt x="218611" y="6113569"/>
                  </a:lnTo>
                  <a:lnTo>
                    <a:pt x="218705" y="6113569"/>
                  </a:lnTo>
                  <a:lnTo>
                    <a:pt x="218799" y="6113569"/>
                  </a:lnTo>
                  <a:lnTo>
                    <a:pt x="218893" y="6113569"/>
                  </a:lnTo>
                  <a:lnTo>
                    <a:pt x="218987" y="6113569"/>
                  </a:lnTo>
                  <a:lnTo>
                    <a:pt x="219081" y="6113569"/>
                  </a:lnTo>
                  <a:lnTo>
                    <a:pt x="219175" y="6113569"/>
                  </a:lnTo>
                  <a:lnTo>
                    <a:pt x="219269" y="6113569"/>
                  </a:lnTo>
                  <a:lnTo>
                    <a:pt x="219457" y="6113569"/>
                  </a:lnTo>
                  <a:lnTo>
                    <a:pt x="219551" y="6113569"/>
                  </a:lnTo>
                  <a:lnTo>
                    <a:pt x="219645" y="6113569"/>
                  </a:lnTo>
                  <a:lnTo>
                    <a:pt x="219740" y="6113569"/>
                  </a:lnTo>
                  <a:lnTo>
                    <a:pt x="219834" y="6113569"/>
                  </a:lnTo>
                  <a:lnTo>
                    <a:pt x="219928" y="6113569"/>
                  </a:lnTo>
                  <a:lnTo>
                    <a:pt x="220022" y="6113569"/>
                  </a:lnTo>
                  <a:lnTo>
                    <a:pt x="220210" y="6113569"/>
                  </a:lnTo>
                  <a:lnTo>
                    <a:pt x="220304" y="6113569"/>
                  </a:lnTo>
                  <a:lnTo>
                    <a:pt x="220492" y="6113569"/>
                  </a:lnTo>
                  <a:lnTo>
                    <a:pt x="220586" y="6113569"/>
                  </a:lnTo>
                  <a:lnTo>
                    <a:pt x="220680" y="6113569"/>
                  </a:lnTo>
                  <a:lnTo>
                    <a:pt x="220868" y="6113569"/>
                  </a:lnTo>
                  <a:lnTo>
                    <a:pt x="220962" y="6113569"/>
                  </a:lnTo>
                  <a:lnTo>
                    <a:pt x="221056" y="6113569"/>
                  </a:lnTo>
                  <a:lnTo>
                    <a:pt x="221150" y="6113569"/>
                  </a:lnTo>
                  <a:lnTo>
                    <a:pt x="221244" y="6113569"/>
                  </a:lnTo>
                  <a:lnTo>
                    <a:pt x="221338" y="6113569"/>
                  </a:lnTo>
                  <a:lnTo>
                    <a:pt x="221432" y="6113569"/>
                  </a:lnTo>
                  <a:lnTo>
                    <a:pt x="221526" y="6113569"/>
                  </a:lnTo>
                  <a:lnTo>
                    <a:pt x="221526" y="6108290"/>
                  </a:lnTo>
                  <a:lnTo>
                    <a:pt x="221714" y="6108290"/>
                  </a:lnTo>
                  <a:lnTo>
                    <a:pt x="221808" y="6108290"/>
                  </a:lnTo>
                  <a:lnTo>
                    <a:pt x="221902" y="6108290"/>
                  </a:lnTo>
                  <a:lnTo>
                    <a:pt x="221996" y="6108290"/>
                  </a:lnTo>
                  <a:lnTo>
                    <a:pt x="222090" y="6108290"/>
                  </a:lnTo>
                  <a:lnTo>
                    <a:pt x="222184" y="6108290"/>
                  </a:lnTo>
                  <a:lnTo>
                    <a:pt x="222278" y="6108290"/>
                  </a:lnTo>
                  <a:lnTo>
                    <a:pt x="222278" y="6103011"/>
                  </a:lnTo>
                  <a:lnTo>
                    <a:pt x="222372" y="6103011"/>
                  </a:lnTo>
                  <a:lnTo>
                    <a:pt x="222466" y="6103011"/>
                  </a:lnTo>
                  <a:lnTo>
                    <a:pt x="222560" y="6103011"/>
                  </a:lnTo>
                  <a:lnTo>
                    <a:pt x="222654" y="6103011"/>
                  </a:lnTo>
                  <a:lnTo>
                    <a:pt x="222748" y="6103011"/>
                  </a:lnTo>
                  <a:lnTo>
                    <a:pt x="222842" y="6103011"/>
                  </a:lnTo>
                  <a:lnTo>
                    <a:pt x="222936" y="6103011"/>
                  </a:lnTo>
                  <a:lnTo>
                    <a:pt x="223030" y="6103011"/>
                  </a:lnTo>
                  <a:lnTo>
                    <a:pt x="223124" y="6103011"/>
                  </a:lnTo>
                  <a:lnTo>
                    <a:pt x="223313" y="6103011"/>
                  </a:lnTo>
                  <a:lnTo>
                    <a:pt x="223407" y="6103011"/>
                  </a:lnTo>
                  <a:lnTo>
                    <a:pt x="223501" y="6103011"/>
                  </a:lnTo>
                  <a:lnTo>
                    <a:pt x="223595" y="6103011"/>
                  </a:lnTo>
                  <a:lnTo>
                    <a:pt x="223783" y="6103011"/>
                  </a:lnTo>
                  <a:lnTo>
                    <a:pt x="223877" y="6103011"/>
                  </a:lnTo>
                  <a:lnTo>
                    <a:pt x="223971" y="6103011"/>
                  </a:lnTo>
                  <a:lnTo>
                    <a:pt x="224629" y="6097731"/>
                  </a:lnTo>
                  <a:lnTo>
                    <a:pt x="224723" y="6092452"/>
                  </a:lnTo>
                  <a:lnTo>
                    <a:pt x="224817" y="6092452"/>
                  </a:lnTo>
                  <a:lnTo>
                    <a:pt x="224911" y="6092452"/>
                  </a:lnTo>
                  <a:lnTo>
                    <a:pt x="225005" y="6092452"/>
                  </a:lnTo>
                  <a:lnTo>
                    <a:pt x="225099" y="6092452"/>
                  </a:lnTo>
                  <a:lnTo>
                    <a:pt x="225193" y="6092452"/>
                  </a:lnTo>
                  <a:lnTo>
                    <a:pt x="225287" y="6092452"/>
                  </a:lnTo>
                  <a:lnTo>
                    <a:pt x="225381" y="6092452"/>
                  </a:lnTo>
                  <a:lnTo>
                    <a:pt x="225475" y="6092452"/>
                  </a:lnTo>
                  <a:lnTo>
                    <a:pt x="225569" y="6092452"/>
                  </a:lnTo>
                  <a:lnTo>
                    <a:pt x="225663" y="6092452"/>
                  </a:lnTo>
                  <a:lnTo>
                    <a:pt x="225757" y="6092452"/>
                  </a:lnTo>
                  <a:lnTo>
                    <a:pt x="225851" y="6092452"/>
                  </a:lnTo>
                  <a:lnTo>
                    <a:pt x="225945" y="6092452"/>
                  </a:lnTo>
                  <a:lnTo>
                    <a:pt x="226039" y="6092452"/>
                  </a:lnTo>
                  <a:lnTo>
                    <a:pt x="226133" y="6092452"/>
                  </a:lnTo>
                  <a:lnTo>
                    <a:pt x="226227" y="6092452"/>
                  </a:lnTo>
                  <a:lnTo>
                    <a:pt x="226415" y="6092452"/>
                  </a:lnTo>
                  <a:lnTo>
                    <a:pt x="226509" y="6092452"/>
                  </a:lnTo>
                  <a:lnTo>
                    <a:pt x="226603" y="6092452"/>
                  </a:lnTo>
                  <a:lnTo>
                    <a:pt x="226697" y="6092452"/>
                  </a:lnTo>
                  <a:lnTo>
                    <a:pt x="226791" y="6092452"/>
                  </a:lnTo>
                  <a:lnTo>
                    <a:pt x="226886" y="6092452"/>
                  </a:lnTo>
                  <a:lnTo>
                    <a:pt x="226980" y="6092452"/>
                  </a:lnTo>
                  <a:lnTo>
                    <a:pt x="227074" y="6092452"/>
                  </a:lnTo>
                  <a:lnTo>
                    <a:pt x="227168" y="6092452"/>
                  </a:lnTo>
                  <a:lnTo>
                    <a:pt x="227262" y="6092452"/>
                  </a:lnTo>
                  <a:lnTo>
                    <a:pt x="227356" y="6092452"/>
                  </a:lnTo>
                  <a:lnTo>
                    <a:pt x="227450" y="6092452"/>
                  </a:lnTo>
                  <a:lnTo>
                    <a:pt x="227638" y="6092452"/>
                  </a:lnTo>
                  <a:lnTo>
                    <a:pt x="227732" y="6092452"/>
                  </a:lnTo>
                  <a:lnTo>
                    <a:pt x="227826" y="6092452"/>
                  </a:lnTo>
                  <a:lnTo>
                    <a:pt x="227920" y="6092452"/>
                  </a:lnTo>
                  <a:lnTo>
                    <a:pt x="228014" y="6092452"/>
                  </a:lnTo>
                  <a:lnTo>
                    <a:pt x="228108" y="6092452"/>
                  </a:lnTo>
                  <a:lnTo>
                    <a:pt x="228202" y="6092452"/>
                  </a:lnTo>
                  <a:lnTo>
                    <a:pt x="228296" y="6092452"/>
                  </a:lnTo>
                  <a:lnTo>
                    <a:pt x="228390" y="6092452"/>
                  </a:lnTo>
                  <a:lnTo>
                    <a:pt x="228484" y="6092452"/>
                  </a:lnTo>
                  <a:lnTo>
                    <a:pt x="228578" y="6092452"/>
                  </a:lnTo>
                  <a:lnTo>
                    <a:pt x="228672" y="6092452"/>
                  </a:lnTo>
                  <a:lnTo>
                    <a:pt x="228766" y="6092452"/>
                  </a:lnTo>
                  <a:lnTo>
                    <a:pt x="228860" y="6092452"/>
                  </a:lnTo>
                  <a:lnTo>
                    <a:pt x="228954" y="6092452"/>
                  </a:lnTo>
                  <a:lnTo>
                    <a:pt x="229048" y="6092452"/>
                  </a:lnTo>
                  <a:lnTo>
                    <a:pt x="229142" y="6092452"/>
                  </a:lnTo>
                  <a:lnTo>
                    <a:pt x="229236" y="6092452"/>
                  </a:lnTo>
                  <a:lnTo>
                    <a:pt x="229330" y="6092452"/>
                  </a:lnTo>
                  <a:lnTo>
                    <a:pt x="229518" y="6092452"/>
                  </a:lnTo>
                  <a:lnTo>
                    <a:pt x="229612" y="6092452"/>
                  </a:lnTo>
                  <a:lnTo>
                    <a:pt x="229706" y="6092452"/>
                  </a:lnTo>
                  <a:lnTo>
                    <a:pt x="229800" y="6092452"/>
                  </a:lnTo>
                  <a:lnTo>
                    <a:pt x="229894" y="6092452"/>
                  </a:lnTo>
                  <a:lnTo>
                    <a:pt x="230082" y="6092452"/>
                  </a:lnTo>
                  <a:lnTo>
                    <a:pt x="230270" y="6092452"/>
                  </a:lnTo>
                  <a:lnTo>
                    <a:pt x="230364" y="6092452"/>
                  </a:lnTo>
                  <a:lnTo>
                    <a:pt x="230459" y="6092452"/>
                  </a:lnTo>
                  <a:lnTo>
                    <a:pt x="230553" y="6092452"/>
                  </a:lnTo>
                  <a:lnTo>
                    <a:pt x="230647" y="6092452"/>
                  </a:lnTo>
                  <a:lnTo>
                    <a:pt x="230741" y="6092452"/>
                  </a:lnTo>
                  <a:lnTo>
                    <a:pt x="230835" y="6092452"/>
                  </a:lnTo>
                  <a:lnTo>
                    <a:pt x="230929" y="6092452"/>
                  </a:lnTo>
                  <a:lnTo>
                    <a:pt x="231117" y="6092452"/>
                  </a:lnTo>
                  <a:lnTo>
                    <a:pt x="231211" y="6092452"/>
                  </a:lnTo>
                  <a:lnTo>
                    <a:pt x="231305" y="6092452"/>
                  </a:lnTo>
                  <a:lnTo>
                    <a:pt x="231399" y="6092452"/>
                  </a:lnTo>
                  <a:lnTo>
                    <a:pt x="231493" y="6092452"/>
                  </a:lnTo>
                  <a:lnTo>
                    <a:pt x="231587" y="6092452"/>
                  </a:lnTo>
                  <a:lnTo>
                    <a:pt x="231681" y="6092452"/>
                  </a:lnTo>
                  <a:lnTo>
                    <a:pt x="231775" y="6092452"/>
                  </a:lnTo>
                  <a:lnTo>
                    <a:pt x="231869" y="6092452"/>
                  </a:lnTo>
                  <a:lnTo>
                    <a:pt x="231963" y="6092452"/>
                  </a:lnTo>
                  <a:lnTo>
                    <a:pt x="232057" y="6092452"/>
                  </a:lnTo>
                  <a:lnTo>
                    <a:pt x="232151" y="6092452"/>
                  </a:lnTo>
                  <a:lnTo>
                    <a:pt x="232245" y="6092452"/>
                  </a:lnTo>
                  <a:lnTo>
                    <a:pt x="232339" y="6092452"/>
                  </a:lnTo>
                  <a:lnTo>
                    <a:pt x="232433" y="6092452"/>
                  </a:lnTo>
                  <a:lnTo>
                    <a:pt x="232527" y="6092452"/>
                  </a:lnTo>
                  <a:lnTo>
                    <a:pt x="232715" y="6092452"/>
                  </a:lnTo>
                  <a:lnTo>
                    <a:pt x="232809" y="6092452"/>
                  </a:lnTo>
                  <a:lnTo>
                    <a:pt x="232903" y="6092452"/>
                  </a:lnTo>
                  <a:lnTo>
                    <a:pt x="232997" y="6092452"/>
                  </a:lnTo>
                  <a:lnTo>
                    <a:pt x="233091" y="6092452"/>
                  </a:lnTo>
                  <a:lnTo>
                    <a:pt x="233185" y="6092452"/>
                  </a:lnTo>
                  <a:lnTo>
                    <a:pt x="233279" y="6092452"/>
                  </a:lnTo>
                  <a:lnTo>
                    <a:pt x="233373" y="6092452"/>
                  </a:lnTo>
                  <a:lnTo>
                    <a:pt x="233467" y="6092452"/>
                  </a:lnTo>
                  <a:lnTo>
                    <a:pt x="233561" y="6092452"/>
                  </a:lnTo>
                  <a:lnTo>
                    <a:pt x="233749" y="6092452"/>
                  </a:lnTo>
                  <a:lnTo>
                    <a:pt x="233938" y="6092452"/>
                  </a:lnTo>
                  <a:lnTo>
                    <a:pt x="234032" y="6092452"/>
                  </a:lnTo>
                  <a:lnTo>
                    <a:pt x="234126" y="6092452"/>
                  </a:lnTo>
                  <a:lnTo>
                    <a:pt x="234220" y="6092452"/>
                  </a:lnTo>
                  <a:lnTo>
                    <a:pt x="234314" y="6092452"/>
                  </a:lnTo>
                  <a:lnTo>
                    <a:pt x="234408" y="6092452"/>
                  </a:lnTo>
                  <a:lnTo>
                    <a:pt x="234502" y="6092452"/>
                  </a:lnTo>
                  <a:lnTo>
                    <a:pt x="234596" y="6092452"/>
                  </a:lnTo>
                  <a:lnTo>
                    <a:pt x="234690" y="6092452"/>
                  </a:lnTo>
                  <a:lnTo>
                    <a:pt x="234878" y="6092452"/>
                  </a:lnTo>
                  <a:lnTo>
                    <a:pt x="234972" y="6092452"/>
                  </a:lnTo>
                  <a:lnTo>
                    <a:pt x="235066" y="6092452"/>
                  </a:lnTo>
                  <a:lnTo>
                    <a:pt x="235160" y="6092452"/>
                  </a:lnTo>
                  <a:lnTo>
                    <a:pt x="235348" y="6092452"/>
                  </a:lnTo>
                  <a:lnTo>
                    <a:pt x="235442" y="6092452"/>
                  </a:lnTo>
                  <a:lnTo>
                    <a:pt x="235536" y="6092452"/>
                  </a:lnTo>
                  <a:lnTo>
                    <a:pt x="235630" y="6092452"/>
                  </a:lnTo>
                  <a:lnTo>
                    <a:pt x="235724" y="6092452"/>
                  </a:lnTo>
                  <a:lnTo>
                    <a:pt x="235818" y="6092452"/>
                  </a:lnTo>
                  <a:lnTo>
                    <a:pt x="235912" y="6092452"/>
                  </a:lnTo>
                  <a:lnTo>
                    <a:pt x="236006" y="6092452"/>
                  </a:lnTo>
                  <a:lnTo>
                    <a:pt x="236194" y="6092452"/>
                  </a:lnTo>
                  <a:lnTo>
                    <a:pt x="236288" y="6092452"/>
                  </a:lnTo>
                  <a:lnTo>
                    <a:pt x="236382" y="6092452"/>
                  </a:lnTo>
                  <a:lnTo>
                    <a:pt x="236476" y="6092452"/>
                  </a:lnTo>
                  <a:lnTo>
                    <a:pt x="236570" y="6092452"/>
                  </a:lnTo>
                  <a:lnTo>
                    <a:pt x="236852" y="6092452"/>
                  </a:lnTo>
                  <a:lnTo>
                    <a:pt x="236946" y="6092452"/>
                  </a:lnTo>
                  <a:lnTo>
                    <a:pt x="237040" y="6092452"/>
                  </a:lnTo>
                  <a:lnTo>
                    <a:pt x="237134" y="6092452"/>
                  </a:lnTo>
                  <a:lnTo>
                    <a:pt x="237228" y="6092452"/>
                  </a:lnTo>
                  <a:lnTo>
                    <a:pt x="237322" y="6092452"/>
                  </a:lnTo>
                  <a:lnTo>
                    <a:pt x="237416" y="6092452"/>
                  </a:lnTo>
                  <a:lnTo>
                    <a:pt x="237511" y="6092452"/>
                  </a:lnTo>
                  <a:lnTo>
                    <a:pt x="237605" y="6092452"/>
                  </a:lnTo>
                  <a:lnTo>
                    <a:pt x="237699" y="6092452"/>
                  </a:lnTo>
                  <a:lnTo>
                    <a:pt x="237793" y="6092452"/>
                  </a:lnTo>
                  <a:lnTo>
                    <a:pt x="237887" y="6092452"/>
                  </a:lnTo>
                  <a:lnTo>
                    <a:pt x="237981" y="6092452"/>
                  </a:lnTo>
                  <a:lnTo>
                    <a:pt x="238075" y="6092452"/>
                  </a:lnTo>
                  <a:lnTo>
                    <a:pt x="238169" y="6092452"/>
                  </a:lnTo>
                  <a:lnTo>
                    <a:pt x="238263" y="6092452"/>
                  </a:lnTo>
                  <a:lnTo>
                    <a:pt x="238357" y="6087172"/>
                  </a:lnTo>
                  <a:lnTo>
                    <a:pt x="238451" y="6087172"/>
                  </a:lnTo>
                  <a:lnTo>
                    <a:pt x="238545" y="6087172"/>
                  </a:lnTo>
                  <a:lnTo>
                    <a:pt x="238639" y="6087172"/>
                  </a:lnTo>
                  <a:lnTo>
                    <a:pt x="238733" y="6087172"/>
                  </a:lnTo>
                  <a:lnTo>
                    <a:pt x="238827" y="6087172"/>
                  </a:lnTo>
                  <a:lnTo>
                    <a:pt x="238921" y="6087172"/>
                  </a:lnTo>
                  <a:lnTo>
                    <a:pt x="239015" y="6087172"/>
                  </a:lnTo>
                  <a:lnTo>
                    <a:pt x="239109" y="6087172"/>
                  </a:lnTo>
                  <a:lnTo>
                    <a:pt x="239203" y="6087172"/>
                  </a:lnTo>
                  <a:lnTo>
                    <a:pt x="239485" y="6087172"/>
                  </a:lnTo>
                  <a:lnTo>
                    <a:pt x="239673" y="6087172"/>
                  </a:lnTo>
                  <a:lnTo>
                    <a:pt x="239767" y="6087172"/>
                  </a:lnTo>
                  <a:lnTo>
                    <a:pt x="239861" y="6087172"/>
                  </a:lnTo>
                  <a:lnTo>
                    <a:pt x="239955" y="6087172"/>
                  </a:lnTo>
                  <a:lnTo>
                    <a:pt x="240049" y="6087172"/>
                  </a:lnTo>
                  <a:lnTo>
                    <a:pt x="240143" y="6087172"/>
                  </a:lnTo>
                  <a:lnTo>
                    <a:pt x="240237" y="6087172"/>
                  </a:lnTo>
                  <a:lnTo>
                    <a:pt x="240331" y="6087172"/>
                  </a:lnTo>
                  <a:lnTo>
                    <a:pt x="240425" y="6087172"/>
                  </a:lnTo>
                  <a:lnTo>
                    <a:pt x="240519" y="6087172"/>
                  </a:lnTo>
                  <a:lnTo>
                    <a:pt x="240895" y="6087172"/>
                  </a:lnTo>
                  <a:lnTo>
                    <a:pt x="240989" y="6087172"/>
                  </a:lnTo>
                  <a:lnTo>
                    <a:pt x="241084" y="6087172"/>
                  </a:lnTo>
                  <a:lnTo>
                    <a:pt x="241178" y="6087172"/>
                  </a:lnTo>
                  <a:lnTo>
                    <a:pt x="241272" y="6087172"/>
                  </a:lnTo>
                  <a:lnTo>
                    <a:pt x="241366" y="6087172"/>
                  </a:lnTo>
                  <a:lnTo>
                    <a:pt x="241554" y="6087172"/>
                  </a:lnTo>
                  <a:lnTo>
                    <a:pt x="241554" y="6081893"/>
                  </a:lnTo>
                  <a:lnTo>
                    <a:pt x="241648" y="6081893"/>
                  </a:lnTo>
                  <a:lnTo>
                    <a:pt x="241648" y="6076613"/>
                  </a:lnTo>
                  <a:lnTo>
                    <a:pt x="241742" y="6076613"/>
                  </a:lnTo>
                  <a:lnTo>
                    <a:pt x="241836" y="6076613"/>
                  </a:lnTo>
                  <a:lnTo>
                    <a:pt x="242024" y="6076613"/>
                  </a:lnTo>
                  <a:lnTo>
                    <a:pt x="242118" y="6076613"/>
                  </a:lnTo>
                  <a:lnTo>
                    <a:pt x="242212" y="6076613"/>
                  </a:lnTo>
                  <a:lnTo>
                    <a:pt x="242306" y="6076613"/>
                  </a:lnTo>
                  <a:lnTo>
                    <a:pt x="242400" y="6076613"/>
                  </a:lnTo>
                  <a:lnTo>
                    <a:pt x="242494" y="6076613"/>
                  </a:lnTo>
                  <a:lnTo>
                    <a:pt x="242588" y="6076613"/>
                  </a:lnTo>
                  <a:lnTo>
                    <a:pt x="242682" y="6076613"/>
                  </a:lnTo>
                  <a:lnTo>
                    <a:pt x="242776" y="6076613"/>
                  </a:lnTo>
                  <a:lnTo>
                    <a:pt x="242870" y="6076613"/>
                  </a:lnTo>
                  <a:lnTo>
                    <a:pt x="242964" y="6076613"/>
                  </a:lnTo>
                  <a:lnTo>
                    <a:pt x="243058" y="6076613"/>
                  </a:lnTo>
                  <a:lnTo>
                    <a:pt x="243152" y="6076613"/>
                  </a:lnTo>
                  <a:lnTo>
                    <a:pt x="243246" y="6076613"/>
                  </a:lnTo>
                  <a:lnTo>
                    <a:pt x="243340" y="6076613"/>
                  </a:lnTo>
                  <a:lnTo>
                    <a:pt x="243434" y="6076613"/>
                  </a:lnTo>
                  <a:lnTo>
                    <a:pt x="243622" y="6076613"/>
                  </a:lnTo>
                  <a:lnTo>
                    <a:pt x="243716" y="6076613"/>
                  </a:lnTo>
                  <a:lnTo>
                    <a:pt x="243810" y="6076613"/>
                  </a:lnTo>
                  <a:lnTo>
                    <a:pt x="243904" y="6076613"/>
                  </a:lnTo>
                  <a:lnTo>
                    <a:pt x="243998" y="6076613"/>
                  </a:lnTo>
                  <a:lnTo>
                    <a:pt x="244092" y="6076613"/>
                  </a:lnTo>
                  <a:lnTo>
                    <a:pt x="244186" y="6076613"/>
                  </a:lnTo>
                  <a:lnTo>
                    <a:pt x="244280" y="6076613"/>
                  </a:lnTo>
                  <a:lnTo>
                    <a:pt x="244374" y="6076613"/>
                  </a:lnTo>
                  <a:lnTo>
                    <a:pt x="244468" y="6076613"/>
                  </a:lnTo>
                  <a:lnTo>
                    <a:pt x="244563" y="6076613"/>
                  </a:lnTo>
                  <a:lnTo>
                    <a:pt x="244657" y="6076613"/>
                  </a:lnTo>
                  <a:lnTo>
                    <a:pt x="244751" y="6076613"/>
                  </a:lnTo>
                  <a:lnTo>
                    <a:pt x="244939" y="6076613"/>
                  </a:lnTo>
                  <a:lnTo>
                    <a:pt x="245127" y="6076613"/>
                  </a:lnTo>
                  <a:lnTo>
                    <a:pt x="245221" y="6076613"/>
                  </a:lnTo>
                  <a:lnTo>
                    <a:pt x="245315" y="6076613"/>
                  </a:lnTo>
                  <a:lnTo>
                    <a:pt x="245409" y="6076613"/>
                  </a:lnTo>
                  <a:lnTo>
                    <a:pt x="245503" y="6076613"/>
                  </a:lnTo>
                  <a:lnTo>
                    <a:pt x="245597" y="6076613"/>
                  </a:lnTo>
                  <a:lnTo>
                    <a:pt x="245691" y="6076613"/>
                  </a:lnTo>
                  <a:lnTo>
                    <a:pt x="245785" y="6076613"/>
                  </a:lnTo>
                  <a:lnTo>
                    <a:pt x="245879" y="6076613"/>
                  </a:lnTo>
                  <a:lnTo>
                    <a:pt x="245973" y="6076613"/>
                  </a:lnTo>
                  <a:lnTo>
                    <a:pt x="246067" y="6076613"/>
                  </a:lnTo>
                  <a:lnTo>
                    <a:pt x="246161" y="6076613"/>
                  </a:lnTo>
                  <a:lnTo>
                    <a:pt x="246255" y="6076613"/>
                  </a:lnTo>
                  <a:lnTo>
                    <a:pt x="246349" y="6076613"/>
                  </a:lnTo>
                  <a:lnTo>
                    <a:pt x="246443" y="6076613"/>
                  </a:lnTo>
                  <a:lnTo>
                    <a:pt x="246537" y="6076613"/>
                  </a:lnTo>
                  <a:lnTo>
                    <a:pt x="246631" y="6076613"/>
                  </a:lnTo>
                  <a:lnTo>
                    <a:pt x="246819" y="6076613"/>
                  </a:lnTo>
                  <a:lnTo>
                    <a:pt x="246913" y="6076613"/>
                  </a:lnTo>
                  <a:lnTo>
                    <a:pt x="247007" y="6076613"/>
                  </a:lnTo>
                  <a:lnTo>
                    <a:pt x="247101" y="6076613"/>
                  </a:lnTo>
                  <a:lnTo>
                    <a:pt x="247195" y="6076613"/>
                  </a:lnTo>
                  <a:lnTo>
                    <a:pt x="247289" y="6076613"/>
                  </a:lnTo>
                  <a:lnTo>
                    <a:pt x="247383" y="6076613"/>
                  </a:lnTo>
                  <a:lnTo>
                    <a:pt x="247477" y="6076613"/>
                  </a:lnTo>
                  <a:lnTo>
                    <a:pt x="247571" y="6076613"/>
                  </a:lnTo>
                  <a:lnTo>
                    <a:pt x="247665" y="6076613"/>
                  </a:lnTo>
                  <a:lnTo>
                    <a:pt x="247759" y="6076613"/>
                  </a:lnTo>
                  <a:lnTo>
                    <a:pt x="247853" y="6076613"/>
                  </a:lnTo>
                  <a:lnTo>
                    <a:pt x="247947" y="6076613"/>
                  </a:lnTo>
                  <a:lnTo>
                    <a:pt x="248041" y="6076613"/>
                  </a:lnTo>
                  <a:lnTo>
                    <a:pt x="248136" y="6076613"/>
                  </a:lnTo>
                  <a:lnTo>
                    <a:pt x="248230" y="6076613"/>
                  </a:lnTo>
                  <a:lnTo>
                    <a:pt x="248324" y="6076613"/>
                  </a:lnTo>
                  <a:lnTo>
                    <a:pt x="248606" y="6076613"/>
                  </a:lnTo>
                  <a:lnTo>
                    <a:pt x="248700" y="6076613"/>
                  </a:lnTo>
                  <a:lnTo>
                    <a:pt x="248794" y="6076613"/>
                  </a:lnTo>
                  <a:lnTo>
                    <a:pt x="248888" y="6076613"/>
                  </a:lnTo>
                  <a:lnTo>
                    <a:pt x="248982" y="6076613"/>
                  </a:lnTo>
                  <a:lnTo>
                    <a:pt x="249170" y="6076613"/>
                  </a:lnTo>
                  <a:lnTo>
                    <a:pt x="249264" y="6076613"/>
                  </a:lnTo>
                  <a:lnTo>
                    <a:pt x="249358" y="6076613"/>
                  </a:lnTo>
                  <a:lnTo>
                    <a:pt x="249546" y="6076613"/>
                  </a:lnTo>
                  <a:lnTo>
                    <a:pt x="249640" y="6076613"/>
                  </a:lnTo>
                  <a:lnTo>
                    <a:pt x="249734" y="6076613"/>
                  </a:lnTo>
                  <a:lnTo>
                    <a:pt x="249828" y="6076613"/>
                  </a:lnTo>
                  <a:lnTo>
                    <a:pt x="249922" y="6076613"/>
                  </a:lnTo>
                  <a:lnTo>
                    <a:pt x="250204" y="6076613"/>
                  </a:lnTo>
                  <a:lnTo>
                    <a:pt x="250298" y="6076613"/>
                  </a:lnTo>
                  <a:lnTo>
                    <a:pt x="250392" y="6076613"/>
                  </a:lnTo>
                  <a:lnTo>
                    <a:pt x="250580" y="6076613"/>
                  </a:lnTo>
                  <a:lnTo>
                    <a:pt x="250674" y="6076613"/>
                  </a:lnTo>
                  <a:lnTo>
                    <a:pt x="250768" y="6076613"/>
                  </a:lnTo>
                  <a:lnTo>
                    <a:pt x="250862" y="6076613"/>
                  </a:lnTo>
                  <a:lnTo>
                    <a:pt x="250956" y="6076613"/>
                  </a:lnTo>
                  <a:lnTo>
                    <a:pt x="250956" y="6071334"/>
                  </a:lnTo>
                  <a:lnTo>
                    <a:pt x="251050" y="6071334"/>
                  </a:lnTo>
                  <a:lnTo>
                    <a:pt x="251144" y="6071334"/>
                  </a:lnTo>
                  <a:lnTo>
                    <a:pt x="251238" y="6071334"/>
                  </a:lnTo>
                  <a:lnTo>
                    <a:pt x="251332" y="6071334"/>
                  </a:lnTo>
                  <a:lnTo>
                    <a:pt x="251426" y="6071334"/>
                  </a:lnTo>
                  <a:lnTo>
                    <a:pt x="251520" y="6071334"/>
                  </a:lnTo>
                  <a:lnTo>
                    <a:pt x="251614" y="6071334"/>
                  </a:lnTo>
                  <a:lnTo>
                    <a:pt x="251709" y="6071334"/>
                  </a:lnTo>
                  <a:lnTo>
                    <a:pt x="251803" y="6071334"/>
                  </a:lnTo>
                  <a:lnTo>
                    <a:pt x="251897" y="6071334"/>
                  </a:lnTo>
                  <a:lnTo>
                    <a:pt x="252179" y="6071334"/>
                  </a:lnTo>
                  <a:lnTo>
                    <a:pt x="252273" y="6071334"/>
                  </a:lnTo>
                  <a:lnTo>
                    <a:pt x="252367" y="6071334"/>
                  </a:lnTo>
                  <a:lnTo>
                    <a:pt x="252461" y="6071334"/>
                  </a:lnTo>
                  <a:lnTo>
                    <a:pt x="252555" y="6071334"/>
                  </a:lnTo>
                  <a:lnTo>
                    <a:pt x="252649" y="6071334"/>
                  </a:lnTo>
                  <a:lnTo>
                    <a:pt x="252649" y="6066055"/>
                  </a:lnTo>
                  <a:lnTo>
                    <a:pt x="252743" y="6066055"/>
                  </a:lnTo>
                  <a:lnTo>
                    <a:pt x="252837" y="6066055"/>
                  </a:lnTo>
                  <a:lnTo>
                    <a:pt x="253025" y="6066055"/>
                  </a:lnTo>
                  <a:lnTo>
                    <a:pt x="253119" y="6066055"/>
                  </a:lnTo>
                  <a:lnTo>
                    <a:pt x="253213" y="6066055"/>
                  </a:lnTo>
                  <a:lnTo>
                    <a:pt x="253307" y="6066055"/>
                  </a:lnTo>
                  <a:lnTo>
                    <a:pt x="253401" y="6066055"/>
                  </a:lnTo>
                  <a:lnTo>
                    <a:pt x="253495" y="6066055"/>
                  </a:lnTo>
                  <a:lnTo>
                    <a:pt x="253589" y="6066055"/>
                  </a:lnTo>
                  <a:lnTo>
                    <a:pt x="253683" y="6066055"/>
                  </a:lnTo>
                  <a:lnTo>
                    <a:pt x="253777" y="6066055"/>
                  </a:lnTo>
                  <a:lnTo>
                    <a:pt x="253965" y="6066055"/>
                  </a:lnTo>
                  <a:lnTo>
                    <a:pt x="254059" y="6066055"/>
                  </a:lnTo>
                  <a:lnTo>
                    <a:pt x="254153" y="6066055"/>
                  </a:lnTo>
                  <a:lnTo>
                    <a:pt x="254247" y="6066055"/>
                  </a:lnTo>
                  <a:lnTo>
                    <a:pt x="254341" y="6066055"/>
                  </a:lnTo>
                  <a:lnTo>
                    <a:pt x="254529" y="6066055"/>
                  </a:lnTo>
                  <a:lnTo>
                    <a:pt x="254623" y="6066055"/>
                  </a:lnTo>
                  <a:lnTo>
                    <a:pt x="254717" y="6066055"/>
                  </a:lnTo>
                  <a:lnTo>
                    <a:pt x="254811" y="6066055"/>
                  </a:lnTo>
                  <a:lnTo>
                    <a:pt x="254905" y="6066055"/>
                  </a:lnTo>
                  <a:lnTo>
                    <a:pt x="254999" y="6066055"/>
                  </a:lnTo>
                  <a:lnTo>
                    <a:pt x="255093" y="6066055"/>
                  </a:lnTo>
                  <a:lnTo>
                    <a:pt x="255188" y="6066055"/>
                  </a:lnTo>
                  <a:lnTo>
                    <a:pt x="255376" y="6066055"/>
                  </a:lnTo>
                  <a:lnTo>
                    <a:pt x="255470" y="6066055"/>
                  </a:lnTo>
                  <a:lnTo>
                    <a:pt x="255564" y="6066055"/>
                  </a:lnTo>
                  <a:lnTo>
                    <a:pt x="255658" y="6066055"/>
                  </a:lnTo>
                  <a:lnTo>
                    <a:pt x="255752" y="6066055"/>
                  </a:lnTo>
                  <a:lnTo>
                    <a:pt x="255846" y="6066055"/>
                  </a:lnTo>
                  <a:lnTo>
                    <a:pt x="255940" y="6066055"/>
                  </a:lnTo>
                  <a:lnTo>
                    <a:pt x="256034" y="6066055"/>
                  </a:lnTo>
                  <a:lnTo>
                    <a:pt x="256128" y="6066055"/>
                  </a:lnTo>
                  <a:lnTo>
                    <a:pt x="256128" y="6060775"/>
                  </a:lnTo>
                  <a:lnTo>
                    <a:pt x="256222" y="6060775"/>
                  </a:lnTo>
                  <a:lnTo>
                    <a:pt x="256410" y="6060775"/>
                  </a:lnTo>
                  <a:lnTo>
                    <a:pt x="256410" y="6055496"/>
                  </a:lnTo>
                  <a:lnTo>
                    <a:pt x="256504" y="6055496"/>
                  </a:lnTo>
                  <a:lnTo>
                    <a:pt x="256598" y="6055496"/>
                  </a:lnTo>
                  <a:lnTo>
                    <a:pt x="256692" y="6055496"/>
                  </a:lnTo>
                  <a:lnTo>
                    <a:pt x="256786" y="6055496"/>
                  </a:lnTo>
                  <a:lnTo>
                    <a:pt x="256880" y="6055496"/>
                  </a:lnTo>
                  <a:lnTo>
                    <a:pt x="256974" y="6055496"/>
                  </a:lnTo>
                  <a:lnTo>
                    <a:pt x="257068" y="6055496"/>
                  </a:lnTo>
                  <a:lnTo>
                    <a:pt x="257162" y="6055496"/>
                  </a:lnTo>
                  <a:lnTo>
                    <a:pt x="257256" y="6055496"/>
                  </a:lnTo>
                  <a:lnTo>
                    <a:pt x="257350" y="6055496"/>
                  </a:lnTo>
                  <a:lnTo>
                    <a:pt x="257444" y="6055496"/>
                  </a:lnTo>
                  <a:lnTo>
                    <a:pt x="257538" y="6055496"/>
                  </a:lnTo>
                  <a:lnTo>
                    <a:pt x="257726" y="6055496"/>
                  </a:lnTo>
                  <a:lnTo>
                    <a:pt x="257820" y="6055496"/>
                  </a:lnTo>
                  <a:lnTo>
                    <a:pt x="258008" y="6055496"/>
                  </a:lnTo>
                  <a:lnTo>
                    <a:pt x="258102" y="6055496"/>
                  </a:lnTo>
                  <a:lnTo>
                    <a:pt x="258196" y="6055496"/>
                  </a:lnTo>
                  <a:lnTo>
                    <a:pt x="258384" y="6055496"/>
                  </a:lnTo>
                  <a:lnTo>
                    <a:pt x="258478" y="6055496"/>
                  </a:lnTo>
                  <a:lnTo>
                    <a:pt x="258478" y="6050216"/>
                  </a:lnTo>
                  <a:lnTo>
                    <a:pt x="258572" y="6050216"/>
                  </a:lnTo>
                  <a:lnTo>
                    <a:pt x="258855" y="6050216"/>
                  </a:lnTo>
                  <a:lnTo>
                    <a:pt x="258949" y="6044937"/>
                  </a:lnTo>
                  <a:lnTo>
                    <a:pt x="259137" y="6044937"/>
                  </a:lnTo>
                  <a:lnTo>
                    <a:pt x="259231" y="6044937"/>
                  </a:lnTo>
                  <a:lnTo>
                    <a:pt x="259325" y="6044937"/>
                  </a:lnTo>
                  <a:lnTo>
                    <a:pt x="259419" y="6044937"/>
                  </a:lnTo>
                  <a:lnTo>
                    <a:pt x="259513" y="6044937"/>
                  </a:lnTo>
                  <a:lnTo>
                    <a:pt x="259607" y="6044937"/>
                  </a:lnTo>
                  <a:lnTo>
                    <a:pt x="259701" y="6044937"/>
                  </a:lnTo>
                  <a:lnTo>
                    <a:pt x="259795" y="6044937"/>
                  </a:lnTo>
                  <a:lnTo>
                    <a:pt x="259889" y="6044937"/>
                  </a:lnTo>
                  <a:lnTo>
                    <a:pt x="259983" y="6044937"/>
                  </a:lnTo>
                  <a:lnTo>
                    <a:pt x="260077" y="6044937"/>
                  </a:lnTo>
                  <a:lnTo>
                    <a:pt x="260171" y="6044937"/>
                  </a:lnTo>
                  <a:lnTo>
                    <a:pt x="260265" y="6044937"/>
                  </a:lnTo>
                  <a:lnTo>
                    <a:pt x="260359" y="6044937"/>
                  </a:lnTo>
                  <a:lnTo>
                    <a:pt x="260453" y="6044937"/>
                  </a:lnTo>
                  <a:lnTo>
                    <a:pt x="260547" y="6044937"/>
                  </a:lnTo>
                  <a:lnTo>
                    <a:pt x="260641" y="6044937"/>
                  </a:lnTo>
                  <a:lnTo>
                    <a:pt x="260735" y="6044937"/>
                  </a:lnTo>
                  <a:lnTo>
                    <a:pt x="260829" y="6044937"/>
                  </a:lnTo>
                  <a:lnTo>
                    <a:pt x="260923" y="6044937"/>
                  </a:lnTo>
                  <a:lnTo>
                    <a:pt x="261017" y="6044937"/>
                  </a:lnTo>
                  <a:lnTo>
                    <a:pt x="261111" y="6044937"/>
                  </a:lnTo>
                  <a:lnTo>
                    <a:pt x="261205" y="6044937"/>
                  </a:lnTo>
                  <a:lnTo>
                    <a:pt x="261299" y="6044937"/>
                  </a:lnTo>
                  <a:lnTo>
                    <a:pt x="261393" y="6044937"/>
                  </a:lnTo>
                  <a:lnTo>
                    <a:pt x="261487" y="6044937"/>
                  </a:lnTo>
                  <a:lnTo>
                    <a:pt x="261581" y="6044937"/>
                  </a:lnTo>
                  <a:lnTo>
                    <a:pt x="261675" y="6044937"/>
                  </a:lnTo>
                  <a:lnTo>
                    <a:pt x="261769" y="6044937"/>
                  </a:lnTo>
                  <a:lnTo>
                    <a:pt x="261863" y="6044937"/>
                  </a:lnTo>
                  <a:lnTo>
                    <a:pt x="261957" y="6044937"/>
                  </a:lnTo>
                  <a:lnTo>
                    <a:pt x="262051" y="6044937"/>
                  </a:lnTo>
                  <a:lnTo>
                    <a:pt x="262145" y="6039658"/>
                  </a:lnTo>
                  <a:lnTo>
                    <a:pt x="262145" y="6034378"/>
                  </a:lnTo>
                  <a:lnTo>
                    <a:pt x="262239" y="6034378"/>
                  </a:lnTo>
                  <a:lnTo>
                    <a:pt x="262334" y="6034378"/>
                  </a:lnTo>
                  <a:lnTo>
                    <a:pt x="262428" y="6034378"/>
                  </a:lnTo>
                  <a:lnTo>
                    <a:pt x="262522" y="6034378"/>
                  </a:lnTo>
                  <a:lnTo>
                    <a:pt x="262710" y="6034378"/>
                  </a:lnTo>
                  <a:lnTo>
                    <a:pt x="262804" y="6034378"/>
                  </a:lnTo>
                  <a:lnTo>
                    <a:pt x="263086" y="6034378"/>
                  </a:lnTo>
                  <a:lnTo>
                    <a:pt x="263274" y="6034378"/>
                  </a:lnTo>
                  <a:lnTo>
                    <a:pt x="263368" y="6034378"/>
                  </a:lnTo>
                  <a:lnTo>
                    <a:pt x="263462" y="6034378"/>
                  </a:lnTo>
                  <a:lnTo>
                    <a:pt x="263556" y="6034378"/>
                  </a:lnTo>
                  <a:lnTo>
                    <a:pt x="263650" y="6034378"/>
                  </a:lnTo>
                  <a:lnTo>
                    <a:pt x="263838" y="6034378"/>
                  </a:lnTo>
                  <a:lnTo>
                    <a:pt x="263932" y="6034378"/>
                  </a:lnTo>
                  <a:lnTo>
                    <a:pt x="264026" y="6034378"/>
                  </a:lnTo>
                  <a:lnTo>
                    <a:pt x="264214" y="6034378"/>
                  </a:lnTo>
                  <a:lnTo>
                    <a:pt x="264402" y="6034378"/>
                  </a:lnTo>
                  <a:lnTo>
                    <a:pt x="264496" y="6034378"/>
                  </a:lnTo>
                  <a:lnTo>
                    <a:pt x="264684" y="6034378"/>
                  </a:lnTo>
                  <a:lnTo>
                    <a:pt x="264778" y="6034378"/>
                  </a:lnTo>
                  <a:lnTo>
                    <a:pt x="264872" y="6034378"/>
                  </a:lnTo>
                  <a:lnTo>
                    <a:pt x="265060" y="6034378"/>
                  </a:lnTo>
                  <a:lnTo>
                    <a:pt x="265154" y="6034378"/>
                  </a:lnTo>
                  <a:lnTo>
                    <a:pt x="265248" y="6034378"/>
                  </a:lnTo>
                  <a:lnTo>
                    <a:pt x="265342" y="6034378"/>
                  </a:lnTo>
                  <a:lnTo>
                    <a:pt x="265436" y="6034378"/>
                  </a:lnTo>
                  <a:lnTo>
                    <a:pt x="265624" y="6034378"/>
                  </a:lnTo>
                  <a:lnTo>
                    <a:pt x="265718" y="6034378"/>
                  </a:lnTo>
                  <a:lnTo>
                    <a:pt x="265813" y="6034378"/>
                  </a:lnTo>
                  <a:lnTo>
                    <a:pt x="265907" y="6034378"/>
                  </a:lnTo>
                  <a:lnTo>
                    <a:pt x="266001" y="6034378"/>
                  </a:lnTo>
                  <a:lnTo>
                    <a:pt x="266095" y="6034378"/>
                  </a:lnTo>
                  <a:lnTo>
                    <a:pt x="266189" y="6034378"/>
                  </a:lnTo>
                  <a:lnTo>
                    <a:pt x="266283" y="6034378"/>
                  </a:lnTo>
                  <a:lnTo>
                    <a:pt x="266377" y="6034378"/>
                  </a:lnTo>
                  <a:lnTo>
                    <a:pt x="266471" y="6034378"/>
                  </a:lnTo>
                  <a:lnTo>
                    <a:pt x="266565" y="6034378"/>
                  </a:lnTo>
                  <a:lnTo>
                    <a:pt x="266659" y="6034378"/>
                  </a:lnTo>
                  <a:lnTo>
                    <a:pt x="266753" y="6034378"/>
                  </a:lnTo>
                  <a:lnTo>
                    <a:pt x="266847" y="6034378"/>
                  </a:lnTo>
                  <a:lnTo>
                    <a:pt x="266941" y="6034378"/>
                  </a:lnTo>
                  <a:lnTo>
                    <a:pt x="267035" y="6034378"/>
                  </a:lnTo>
                  <a:lnTo>
                    <a:pt x="267129" y="6034378"/>
                  </a:lnTo>
                  <a:lnTo>
                    <a:pt x="267223" y="6034378"/>
                  </a:lnTo>
                  <a:lnTo>
                    <a:pt x="267317" y="6034378"/>
                  </a:lnTo>
                  <a:lnTo>
                    <a:pt x="267411" y="6034378"/>
                  </a:lnTo>
                  <a:lnTo>
                    <a:pt x="267505" y="6034378"/>
                  </a:lnTo>
                  <a:lnTo>
                    <a:pt x="267693" y="6034378"/>
                  </a:lnTo>
                  <a:lnTo>
                    <a:pt x="267975" y="6034378"/>
                  </a:lnTo>
                  <a:lnTo>
                    <a:pt x="268069" y="6034378"/>
                  </a:lnTo>
                  <a:lnTo>
                    <a:pt x="268163" y="6034378"/>
                  </a:lnTo>
                  <a:lnTo>
                    <a:pt x="268257" y="6034378"/>
                  </a:lnTo>
                  <a:lnTo>
                    <a:pt x="268445" y="6034378"/>
                  </a:lnTo>
                  <a:lnTo>
                    <a:pt x="268539" y="6034378"/>
                  </a:lnTo>
                  <a:lnTo>
                    <a:pt x="268633" y="6034378"/>
                  </a:lnTo>
                  <a:lnTo>
                    <a:pt x="268727" y="6034378"/>
                  </a:lnTo>
                  <a:lnTo>
                    <a:pt x="268915" y="6034378"/>
                  </a:lnTo>
                  <a:lnTo>
                    <a:pt x="269009" y="6034378"/>
                  </a:lnTo>
                  <a:lnTo>
                    <a:pt x="269103" y="6034378"/>
                  </a:lnTo>
                  <a:lnTo>
                    <a:pt x="269197" y="6034378"/>
                  </a:lnTo>
                  <a:lnTo>
                    <a:pt x="269386" y="6034378"/>
                  </a:lnTo>
                  <a:lnTo>
                    <a:pt x="269480" y="6034378"/>
                  </a:lnTo>
                  <a:lnTo>
                    <a:pt x="269668" y="6034378"/>
                  </a:lnTo>
                  <a:lnTo>
                    <a:pt x="269762" y="6034378"/>
                  </a:lnTo>
                  <a:lnTo>
                    <a:pt x="269950" y="6034378"/>
                  </a:lnTo>
                  <a:lnTo>
                    <a:pt x="270044" y="6034378"/>
                  </a:lnTo>
                  <a:lnTo>
                    <a:pt x="270138" y="6034378"/>
                  </a:lnTo>
                  <a:lnTo>
                    <a:pt x="270232" y="6034378"/>
                  </a:lnTo>
                  <a:lnTo>
                    <a:pt x="270326" y="6034378"/>
                  </a:lnTo>
                  <a:lnTo>
                    <a:pt x="270420" y="6034378"/>
                  </a:lnTo>
                  <a:lnTo>
                    <a:pt x="270984" y="6034378"/>
                  </a:lnTo>
                  <a:lnTo>
                    <a:pt x="271266" y="6034378"/>
                  </a:lnTo>
                  <a:lnTo>
                    <a:pt x="271360" y="6034378"/>
                  </a:lnTo>
                  <a:lnTo>
                    <a:pt x="271454" y="6034378"/>
                  </a:lnTo>
                  <a:lnTo>
                    <a:pt x="271548" y="6034378"/>
                  </a:lnTo>
                  <a:lnTo>
                    <a:pt x="271642" y="6034378"/>
                  </a:lnTo>
                  <a:lnTo>
                    <a:pt x="271736" y="6034378"/>
                  </a:lnTo>
                  <a:lnTo>
                    <a:pt x="271830" y="6034378"/>
                  </a:lnTo>
                  <a:lnTo>
                    <a:pt x="271924" y="6034378"/>
                  </a:lnTo>
                  <a:lnTo>
                    <a:pt x="272018" y="6034378"/>
                  </a:lnTo>
                  <a:lnTo>
                    <a:pt x="272112" y="6034378"/>
                  </a:lnTo>
                  <a:lnTo>
                    <a:pt x="272206" y="6034378"/>
                  </a:lnTo>
                  <a:lnTo>
                    <a:pt x="272300" y="6034378"/>
                  </a:lnTo>
                  <a:lnTo>
                    <a:pt x="272394" y="6034378"/>
                  </a:lnTo>
                  <a:lnTo>
                    <a:pt x="272488" y="6034378"/>
                  </a:lnTo>
                  <a:lnTo>
                    <a:pt x="272582" y="6034378"/>
                  </a:lnTo>
                  <a:lnTo>
                    <a:pt x="272676" y="6034378"/>
                  </a:lnTo>
                  <a:lnTo>
                    <a:pt x="272770" y="6034378"/>
                  </a:lnTo>
                  <a:lnTo>
                    <a:pt x="272864" y="6034378"/>
                  </a:lnTo>
                  <a:lnTo>
                    <a:pt x="272959" y="6034378"/>
                  </a:lnTo>
                  <a:lnTo>
                    <a:pt x="273053" y="6034378"/>
                  </a:lnTo>
                  <a:lnTo>
                    <a:pt x="273147" y="6034378"/>
                  </a:lnTo>
                  <a:lnTo>
                    <a:pt x="273241" y="6034378"/>
                  </a:lnTo>
                  <a:lnTo>
                    <a:pt x="273429" y="6034378"/>
                  </a:lnTo>
                  <a:lnTo>
                    <a:pt x="273523" y="6034378"/>
                  </a:lnTo>
                  <a:lnTo>
                    <a:pt x="273617" y="6034378"/>
                  </a:lnTo>
                  <a:lnTo>
                    <a:pt x="273805" y="6034378"/>
                  </a:lnTo>
                  <a:lnTo>
                    <a:pt x="273899" y="6034378"/>
                  </a:lnTo>
                  <a:lnTo>
                    <a:pt x="273993" y="6034378"/>
                  </a:lnTo>
                  <a:lnTo>
                    <a:pt x="274087" y="6034378"/>
                  </a:lnTo>
                  <a:lnTo>
                    <a:pt x="274181" y="6034378"/>
                  </a:lnTo>
                  <a:lnTo>
                    <a:pt x="274369" y="6034378"/>
                  </a:lnTo>
                  <a:lnTo>
                    <a:pt x="274557" y="6034378"/>
                  </a:lnTo>
                  <a:lnTo>
                    <a:pt x="274651" y="6034378"/>
                  </a:lnTo>
                  <a:lnTo>
                    <a:pt x="274745" y="6034378"/>
                  </a:lnTo>
                  <a:lnTo>
                    <a:pt x="274839" y="6034378"/>
                  </a:lnTo>
                  <a:lnTo>
                    <a:pt x="274933" y="6029099"/>
                  </a:lnTo>
                  <a:lnTo>
                    <a:pt x="275027" y="6029099"/>
                  </a:lnTo>
                  <a:lnTo>
                    <a:pt x="275121" y="6029099"/>
                  </a:lnTo>
                  <a:lnTo>
                    <a:pt x="275309" y="6029099"/>
                  </a:lnTo>
                  <a:lnTo>
                    <a:pt x="275403" y="6029099"/>
                  </a:lnTo>
                  <a:lnTo>
                    <a:pt x="275497" y="6029099"/>
                  </a:lnTo>
                  <a:lnTo>
                    <a:pt x="275591" y="6029099"/>
                  </a:lnTo>
                  <a:lnTo>
                    <a:pt x="275685" y="6029099"/>
                  </a:lnTo>
                  <a:lnTo>
                    <a:pt x="275779" y="6029099"/>
                  </a:lnTo>
                  <a:lnTo>
                    <a:pt x="275967" y="6029099"/>
                  </a:lnTo>
                  <a:lnTo>
                    <a:pt x="276061" y="6029099"/>
                  </a:lnTo>
                  <a:lnTo>
                    <a:pt x="276155" y="6029099"/>
                  </a:lnTo>
                  <a:lnTo>
                    <a:pt x="276249" y="6029099"/>
                  </a:lnTo>
                  <a:lnTo>
                    <a:pt x="276343" y="6029099"/>
                  </a:lnTo>
                  <a:lnTo>
                    <a:pt x="276437" y="6029099"/>
                  </a:lnTo>
                  <a:lnTo>
                    <a:pt x="276532" y="6029099"/>
                  </a:lnTo>
                  <a:lnTo>
                    <a:pt x="276720" y="6029099"/>
                  </a:lnTo>
                  <a:lnTo>
                    <a:pt x="276814" y="6029099"/>
                  </a:lnTo>
                  <a:lnTo>
                    <a:pt x="277002" y="6029099"/>
                  </a:lnTo>
                  <a:lnTo>
                    <a:pt x="277096" y="6029099"/>
                  </a:lnTo>
                  <a:lnTo>
                    <a:pt x="277190" y="6029099"/>
                  </a:lnTo>
                  <a:lnTo>
                    <a:pt x="277284" y="6029099"/>
                  </a:lnTo>
                  <a:lnTo>
                    <a:pt x="277472" y="6029099"/>
                  </a:lnTo>
                  <a:lnTo>
                    <a:pt x="277660" y="6029099"/>
                  </a:lnTo>
                  <a:lnTo>
                    <a:pt x="277848" y="6029099"/>
                  </a:lnTo>
                  <a:lnTo>
                    <a:pt x="277942" y="6029099"/>
                  </a:lnTo>
                  <a:lnTo>
                    <a:pt x="278036" y="6029099"/>
                  </a:lnTo>
                  <a:lnTo>
                    <a:pt x="278130" y="6029099"/>
                  </a:lnTo>
                  <a:lnTo>
                    <a:pt x="278130" y="6023819"/>
                  </a:lnTo>
                  <a:lnTo>
                    <a:pt x="278224" y="6023819"/>
                  </a:lnTo>
                  <a:lnTo>
                    <a:pt x="278318" y="6023819"/>
                  </a:lnTo>
                  <a:lnTo>
                    <a:pt x="278412" y="6023819"/>
                  </a:lnTo>
                  <a:lnTo>
                    <a:pt x="278506" y="6023819"/>
                  </a:lnTo>
                  <a:lnTo>
                    <a:pt x="278600" y="6023819"/>
                  </a:lnTo>
                  <a:lnTo>
                    <a:pt x="278694" y="6023819"/>
                  </a:lnTo>
                  <a:lnTo>
                    <a:pt x="278788" y="6023819"/>
                  </a:lnTo>
                  <a:lnTo>
                    <a:pt x="278882" y="6023819"/>
                  </a:lnTo>
                  <a:lnTo>
                    <a:pt x="279070" y="6023819"/>
                  </a:lnTo>
                  <a:lnTo>
                    <a:pt x="279164" y="6023819"/>
                  </a:lnTo>
                  <a:lnTo>
                    <a:pt x="279258" y="6023819"/>
                  </a:lnTo>
                  <a:lnTo>
                    <a:pt x="279352" y="6023819"/>
                  </a:lnTo>
                  <a:lnTo>
                    <a:pt x="279446" y="6023819"/>
                  </a:lnTo>
                  <a:lnTo>
                    <a:pt x="279540" y="6023819"/>
                  </a:lnTo>
                  <a:lnTo>
                    <a:pt x="279634" y="6023819"/>
                  </a:lnTo>
                  <a:lnTo>
                    <a:pt x="279728" y="6023819"/>
                  </a:lnTo>
                  <a:lnTo>
                    <a:pt x="279822" y="6023819"/>
                  </a:lnTo>
                  <a:lnTo>
                    <a:pt x="279916" y="6023819"/>
                  </a:lnTo>
                  <a:lnTo>
                    <a:pt x="280011" y="6023819"/>
                  </a:lnTo>
                  <a:lnTo>
                    <a:pt x="280105" y="6023819"/>
                  </a:lnTo>
                  <a:lnTo>
                    <a:pt x="280199" y="6023819"/>
                  </a:lnTo>
                  <a:lnTo>
                    <a:pt x="280293" y="6023819"/>
                  </a:lnTo>
                  <a:lnTo>
                    <a:pt x="280387" y="6023819"/>
                  </a:lnTo>
                  <a:lnTo>
                    <a:pt x="280481" y="6023819"/>
                  </a:lnTo>
                  <a:lnTo>
                    <a:pt x="280575" y="6023819"/>
                  </a:lnTo>
                  <a:lnTo>
                    <a:pt x="280669" y="6023819"/>
                  </a:lnTo>
                  <a:lnTo>
                    <a:pt x="280763" y="6023819"/>
                  </a:lnTo>
                  <a:lnTo>
                    <a:pt x="280857" y="6023819"/>
                  </a:lnTo>
                  <a:lnTo>
                    <a:pt x="280951" y="6023819"/>
                  </a:lnTo>
                  <a:lnTo>
                    <a:pt x="281045" y="6023819"/>
                  </a:lnTo>
                  <a:lnTo>
                    <a:pt x="281139" y="6023819"/>
                  </a:lnTo>
                  <a:lnTo>
                    <a:pt x="281233" y="6023819"/>
                  </a:lnTo>
                  <a:lnTo>
                    <a:pt x="281327" y="6023819"/>
                  </a:lnTo>
                  <a:lnTo>
                    <a:pt x="281421" y="6023819"/>
                  </a:lnTo>
                  <a:lnTo>
                    <a:pt x="281421" y="6018540"/>
                  </a:lnTo>
                  <a:lnTo>
                    <a:pt x="281609" y="6018540"/>
                  </a:lnTo>
                  <a:lnTo>
                    <a:pt x="281703" y="6018540"/>
                  </a:lnTo>
                  <a:lnTo>
                    <a:pt x="281797" y="6018540"/>
                  </a:lnTo>
                  <a:lnTo>
                    <a:pt x="281985" y="6018540"/>
                  </a:lnTo>
                  <a:lnTo>
                    <a:pt x="282079" y="6018540"/>
                  </a:lnTo>
                  <a:lnTo>
                    <a:pt x="282361" y="6018540"/>
                  </a:lnTo>
                  <a:lnTo>
                    <a:pt x="282455" y="6018540"/>
                  </a:lnTo>
                  <a:lnTo>
                    <a:pt x="282549" y="6018540"/>
                  </a:lnTo>
                  <a:lnTo>
                    <a:pt x="282737" y="6018540"/>
                  </a:lnTo>
                  <a:lnTo>
                    <a:pt x="282831" y="6018540"/>
                  </a:lnTo>
                  <a:lnTo>
                    <a:pt x="282925" y="6018540"/>
                  </a:lnTo>
                  <a:lnTo>
                    <a:pt x="283019" y="6018540"/>
                  </a:lnTo>
                  <a:lnTo>
                    <a:pt x="283207" y="6018540"/>
                  </a:lnTo>
                  <a:lnTo>
                    <a:pt x="283301" y="6018540"/>
                  </a:lnTo>
                  <a:lnTo>
                    <a:pt x="283395" y="6018540"/>
                  </a:lnTo>
                  <a:lnTo>
                    <a:pt x="283489" y="6018540"/>
                  </a:lnTo>
                  <a:lnTo>
                    <a:pt x="283584" y="6018540"/>
                  </a:lnTo>
                  <a:lnTo>
                    <a:pt x="283678" y="6018540"/>
                  </a:lnTo>
                  <a:lnTo>
                    <a:pt x="283772" y="6018540"/>
                  </a:lnTo>
                  <a:lnTo>
                    <a:pt x="283866" y="6018540"/>
                  </a:lnTo>
                  <a:lnTo>
                    <a:pt x="283960" y="6018540"/>
                  </a:lnTo>
                  <a:lnTo>
                    <a:pt x="284054" y="6018540"/>
                  </a:lnTo>
                  <a:lnTo>
                    <a:pt x="284148" y="6018540"/>
                  </a:lnTo>
                  <a:lnTo>
                    <a:pt x="284242" y="6018540"/>
                  </a:lnTo>
                  <a:lnTo>
                    <a:pt x="284336" y="6018540"/>
                  </a:lnTo>
                  <a:lnTo>
                    <a:pt x="284430" y="6018540"/>
                  </a:lnTo>
                  <a:lnTo>
                    <a:pt x="284524" y="6018540"/>
                  </a:lnTo>
                  <a:lnTo>
                    <a:pt x="284618" y="6018540"/>
                  </a:lnTo>
                  <a:lnTo>
                    <a:pt x="284712" y="6018540"/>
                  </a:lnTo>
                  <a:lnTo>
                    <a:pt x="284806" y="6018540"/>
                  </a:lnTo>
                  <a:lnTo>
                    <a:pt x="284900" y="6018540"/>
                  </a:lnTo>
                  <a:lnTo>
                    <a:pt x="285088" y="6018540"/>
                  </a:lnTo>
                  <a:lnTo>
                    <a:pt x="285182" y="6018540"/>
                  </a:lnTo>
                  <a:lnTo>
                    <a:pt x="285276" y="6018540"/>
                  </a:lnTo>
                  <a:lnTo>
                    <a:pt x="285464" y="6018540"/>
                  </a:lnTo>
                  <a:lnTo>
                    <a:pt x="285558" y="6018540"/>
                  </a:lnTo>
                  <a:lnTo>
                    <a:pt x="285652" y="6018540"/>
                  </a:lnTo>
                  <a:lnTo>
                    <a:pt x="285746" y="6018540"/>
                  </a:lnTo>
                  <a:lnTo>
                    <a:pt x="285840" y="6018540"/>
                  </a:lnTo>
                  <a:lnTo>
                    <a:pt x="285934" y="6018540"/>
                  </a:lnTo>
                  <a:lnTo>
                    <a:pt x="286122" y="6018540"/>
                  </a:lnTo>
                  <a:lnTo>
                    <a:pt x="286216" y="6018540"/>
                  </a:lnTo>
                  <a:lnTo>
                    <a:pt x="286310" y="6018540"/>
                  </a:lnTo>
                  <a:lnTo>
                    <a:pt x="286404" y="6018540"/>
                  </a:lnTo>
                  <a:lnTo>
                    <a:pt x="286592" y="6018540"/>
                  </a:lnTo>
                  <a:lnTo>
                    <a:pt x="286686" y="6018540"/>
                  </a:lnTo>
                  <a:lnTo>
                    <a:pt x="286968" y="6018540"/>
                  </a:lnTo>
                  <a:lnTo>
                    <a:pt x="287062" y="6018540"/>
                  </a:lnTo>
                  <a:lnTo>
                    <a:pt x="287157" y="6018540"/>
                  </a:lnTo>
                  <a:lnTo>
                    <a:pt x="287251" y="6018540"/>
                  </a:lnTo>
                  <a:lnTo>
                    <a:pt x="287345" y="6018540"/>
                  </a:lnTo>
                  <a:lnTo>
                    <a:pt x="287439" y="6018540"/>
                  </a:lnTo>
                  <a:lnTo>
                    <a:pt x="287533" y="6018540"/>
                  </a:lnTo>
                  <a:lnTo>
                    <a:pt x="287627" y="6018540"/>
                  </a:lnTo>
                  <a:lnTo>
                    <a:pt x="287721" y="6018540"/>
                  </a:lnTo>
                  <a:lnTo>
                    <a:pt x="287815" y="6018540"/>
                  </a:lnTo>
                  <a:lnTo>
                    <a:pt x="287909" y="6018540"/>
                  </a:lnTo>
                  <a:lnTo>
                    <a:pt x="288003" y="6018540"/>
                  </a:lnTo>
                  <a:lnTo>
                    <a:pt x="288097" y="6018540"/>
                  </a:lnTo>
                  <a:lnTo>
                    <a:pt x="288191" y="6018540"/>
                  </a:lnTo>
                  <a:lnTo>
                    <a:pt x="288191" y="6013260"/>
                  </a:lnTo>
                  <a:lnTo>
                    <a:pt x="288285" y="6013260"/>
                  </a:lnTo>
                  <a:lnTo>
                    <a:pt x="288473" y="6013260"/>
                  </a:lnTo>
                  <a:lnTo>
                    <a:pt x="288567" y="6013260"/>
                  </a:lnTo>
                  <a:lnTo>
                    <a:pt x="288661" y="6013260"/>
                  </a:lnTo>
                  <a:lnTo>
                    <a:pt x="288849" y="6013260"/>
                  </a:lnTo>
                  <a:lnTo>
                    <a:pt x="289037" y="6013260"/>
                  </a:lnTo>
                  <a:lnTo>
                    <a:pt x="289131" y="6013260"/>
                  </a:lnTo>
                  <a:lnTo>
                    <a:pt x="289225" y="6013260"/>
                  </a:lnTo>
                  <a:lnTo>
                    <a:pt x="289507" y="6013260"/>
                  </a:lnTo>
                  <a:lnTo>
                    <a:pt x="289601" y="6013260"/>
                  </a:lnTo>
                  <a:lnTo>
                    <a:pt x="289695" y="6013260"/>
                  </a:lnTo>
                  <a:lnTo>
                    <a:pt x="289789" y="6013260"/>
                  </a:lnTo>
                  <a:lnTo>
                    <a:pt x="289883" y="6013260"/>
                  </a:lnTo>
                  <a:lnTo>
                    <a:pt x="289977" y="6013260"/>
                  </a:lnTo>
                  <a:lnTo>
                    <a:pt x="290071" y="6013260"/>
                  </a:lnTo>
                  <a:lnTo>
                    <a:pt x="290165" y="6013260"/>
                  </a:lnTo>
                  <a:lnTo>
                    <a:pt x="290353" y="6013260"/>
                  </a:lnTo>
                  <a:lnTo>
                    <a:pt x="290447" y="6013260"/>
                  </a:lnTo>
                  <a:lnTo>
                    <a:pt x="290541" y="6013260"/>
                  </a:lnTo>
                  <a:lnTo>
                    <a:pt x="290636" y="6013260"/>
                  </a:lnTo>
                  <a:lnTo>
                    <a:pt x="290730" y="6013260"/>
                  </a:lnTo>
                  <a:lnTo>
                    <a:pt x="290824" y="6013260"/>
                  </a:lnTo>
                  <a:lnTo>
                    <a:pt x="290918" y="6013260"/>
                  </a:lnTo>
                  <a:lnTo>
                    <a:pt x="291012" y="6013260"/>
                  </a:lnTo>
                  <a:lnTo>
                    <a:pt x="291200" y="6013260"/>
                  </a:lnTo>
                  <a:lnTo>
                    <a:pt x="291294" y="6013260"/>
                  </a:lnTo>
                  <a:lnTo>
                    <a:pt x="291388" y="6013260"/>
                  </a:lnTo>
                  <a:lnTo>
                    <a:pt x="291482" y="6013260"/>
                  </a:lnTo>
                  <a:lnTo>
                    <a:pt x="291576" y="6013260"/>
                  </a:lnTo>
                  <a:lnTo>
                    <a:pt x="291764" y="6013260"/>
                  </a:lnTo>
                  <a:lnTo>
                    <a:pt x="291858" y="6013260"/>
                  </a:lnTo>
                  <a:lnTo>
                    <a:pt x="291952" y="6013260"/>
                  </a:lnTo>
                  <a:lnTo>
                    <a:pt x="292140" y="6013260"/>
                  </a:lnTo>
                  <a:lnTo>
                    <a:pt x="292234" y="6013260"/>
                  </a:lnTo>
                  <a:lnTo>
                    <a:pt x="292328" y="6013260"/>
                  </a:lnTo>
                  <a:lnTo>
                    <a:pt x="292516" y="6013260"/>
                  </a:lnTo>
                  <a:lnTo>
                    <a:pt x="292610" y="6013260"/>
                  </a:lnTo>
                  <a:lnTo>
                    <a:pt x="292704" y="6013260"/>
                  </a:lnTo>
                  <a:lnTo>
                    <a:pt x="292798" y="6013260"/>
                  </a:lnTo>
                  <a:lnTo>
                    <a:pt x="292892" y="6013260"/>
                  </a:lnTo>
                  <a:lnTo>
                    <a:pt x="292986" y="6013260"/>
                  </a:lnTo>
                  <a:lnTo>
                    <a:pt x="293080" y="6013260"/>
                  </a:lnTo>
                  <a:lnTo>
                    <a:pt x="293174" y="6013260"/>
                  </a:lnTo>
                  <a:lnTo>
                    <a:pt x="293268" y="6013260"/>
                  </a:lnTo>
                  <a:lnTo>
                    <a:pt x="293362" y="6013260"/>
                  </a:lnTo>
                  <a:lnTo>
                    <a:pt x="293456" y="6013260"/>
                  </a:lnTo>
                  <a:lnTo>
                    <a:pt x="293550" y="6013260"/>
                  </a:lnTo>
                  <a:lnTo>
                    <a:pt x="293738" y="6013260"/>
                  </a:lnTo>
                  <a:lnTo>
                    <a:pt x="293832" y="6013260"/>
                  </a:lnTo>
                  <a:lnTo>
                    <a:pt x="293926" y="6013260"/>
                  </a:lnTo>
                  <a:lnTo>
                    <a:pt x="294020" y="6013260"/>
                  </a:lnTo>
                  <a:lnTo>
                    <a:pt x="294114" y="6013260"/>
                  </a:lnTo>
                  <a:lnTo>
                    <a:pt x="294209" y="6013260"/>
                  </a:lnTo>
                  <a:lnTo>
                    <a:pt x="294303" y="6013260"/>
                  </a:lnTo>
                  <a:lnTo>
                    <a:pt x="294397" y="6013260"/>
                  </a:lnTo>
                  <a:lnTo>
                    <a:pt x="294397" y="6007981"/>
                  </a:lnTo>
                  <a:lnTo>
                    <a:pt x="294491" y="6007981"/>
                  </a:lnTo>
                  <a:lnTo>
                    <a:pt x="294585" y="6007981"/>
                  </a:lnTo>
                  <a:lnTo>
                    <a:pt x="294679" y="6007981"/>
                  </a:lnTo>
                  <a:lnTo>
                    <a:pt x="294867" y="6007981"/>
                  </a:lnTo>
                  <a:lnTo>
                    <a:pt x="294961" y="6007981"/>
                  </a:lnTo>
                  <a:lnTo>
                    <a:pt x="295055" y="6007981"/>
                  </a:lnTo>
                  <a:lnTo>
                    <a:pt x="295149" y="6007981"/>
                  </a:lnTo>
                  <a:lnTo>
                    <a:pt x="295243" y="6007981"/>
                  </a:lnTo>
                  <a:lnTo>
                    <a:pt x="295337" y="6007981"/>
                  </a:lnTo>
                  <a:lnTo>
                    <a:pt x="295431" y="6007981"/>
                  </a:lnTo>
                  <a:lnTo>
                    <a:pt x="295619" y="6007981"/>
                  </a:lnTo>
                  <a:lnTo>
                    <a:pt x="295713" y="6007981"/>
                  </a:lnTo>
                  <a:lnTo>
                    <a:pt x="295807" y="6007981"/>
                  </a:lnTo>
                  <a:lnTo>
                    <a:pt x="295901" y="6007981"/>
                  </a:lnTo>
                  <a:lnTo>
                    <a:pt x="295995" y="6007981"/>
                  </a:lnTo>
                  <a:lnTo>
                    <a:pt x="296183" y="6007981"/>
                  </a:lnTo>
                  <a:lnTo>
                    <a:pt x="296277" y="6007981"/>
                  </a:lnTo>
                  <a:lnTo>
                    <a:pt x="296371" y="6007981"/>
                  </a:lnTo>
                  <a:lnTo>
                    <a:pt x="296465" y="6007981"/>
                  </a:lnTo>
                  <a:lnTo>
                    <a:pt x="296559" y="6007981"/>
                  </a:lnTo>
                  <a:lnTo>
                    <a:pt x="296653" y="6007981"/>
                  </a:lnTo>
                  <a:lnTo>
                    <a:pt x="296935" y="6007981"/>
                  </a:lnTo>
                  <a:lnTo>
                    <a:pt x="297029" y="6007981"/>
                  </a:lnTo>
                  <a:lnTo>
                    <a:pt x="297123" y="6007981"/>
                  </a:lnTo>
                  <a:lnTo>
                    <a:pt x="297217" y="6007981"/>
                  </a:lnTo>
                  <a:lnTo>
                    <a:pt x="297311" y="6007981"/>
                  </a:lnTo>
                  <a:lnTo>
                    <a:pt x="297405" y="6007981"/>
                  </a:lnTo>
                  <a:lnTo>
                    <a:pt x="297499" y="6007981"/>
                  </a:lnTo>
                  <a:lnTo>
                    <a:pt x="297593" y="6007981"/>
                  </a:lnTo>
                  <a:lnTo>
                    <a:pt x="297782" y="6007981"/>
                  </a:lnTo>
                  <a:lnTo>
                    <a:pt x="297876" y="6007981"/>
                  </a:lnTo>
                  <a:lnTo>
                    <a:pt x="297970" y="6007981"/>
                  </a:lnTo>
                  <a:lnTo>
                    <a:pt x="298064" y="6007981"/>
                  </a:lnTo>
                  <a:lnTo>
                    <a:pt x="298252" y="6007981"/>
                  </a:lnTo>
                  <a:lnTo>
                    <a:pt x="298346" y="6007981"/>
                  </a:lnTo>
                  <a:lnTo>
                    <a:pt x="298440" y="6007981"/>
                  </a:lnTo>
                  <a:lnTo>
                    <a:pt x="298534" y="6007981"/>
                  </a:lnTo>
                  <a:lnTo>
                    <a:pt x="298628" y="6007981"/>
                  </a:lnTo>
                  <a:lnTo>
                    <a:pt x="298722" y="6007981"/>
                  </a:lnTo>
                  <a:lnTo>
                    <a:pt x="298816" y="6002702"/>
                  </a:lnTo>
                  <a:lnTo>
                    <a:pt x="298910" y="6002702"/>
                  </a:lnTo>
                  <a:lnTo>
                    <a:pt x="299004" y="6002702"/>
                  </a:lnTo>
                  <a:lnTo>
                    <a:pt x="299098" y="6002702"/>
                  </a:lnTo>
                  <a:lnTo>
                    <a:pt x="299192" y="6002702"/>
                  </a:lnTo>
                  <a:lnTo>
                    <a:pt x="299286" y="6002702"/>
                  </a:lnTo>
                  <a:lnTo>
                    <a:pt x="299380" y="6002702"/>
                  </a:lnTo>
                  <a:lnTo>
                    <a:pt x="300038" y="6002702"/>
                  </a:lnTo>
                  <a:lnTo>
                    <a:pt x="300132" y="6002702"/>
                  </a:lnTo>
                  <a:lnTo>
                    <a:pt x="300226" y="6002702"/>
                  </a:lnTo>
                  <a:lnTo>
                    <a:pt x="300320" y="6002702"/>
                  </a:lnTo>
                  <a:lnTo>
                    <a:pt x="300508" y="6002702"/>
                  </a:lnTo>
                  <a:lnTo>
                    <a:pt x="300602" y="6002702"/>
                  </a:lnTo>
                  <a:lnTo>
                    <a:pt x="300696" y="6002702"/>
                  </a:lnTo>
                  <a:lnTo>
                    <a:pt x="300790" y="6002702"/>
                  </a:lnTo>
                  <a:lnTo>
                    <a:pt x="300884" y="6002702"/>
                  </a:lnTo>
                  <a:lnTo>
                    <a:pt x="300978" y="6002702"/>
                  </a:lnTo>
                  <a:lnTo>
                    <a:pt x="301072" y="6002702"/>
                  </a:lnTo>
                  <a:lnTo>
                    <a:pt x="301166" y="6002702"/>
                  </a:lnTo>
                  <a:lnTo>
                    <a:pt x="301261" y="6002702"/>
                  </a:lnTo>
                  <a:lnTo>
                    <a:pt x="301355" y="6002702"/>
                  </a:lnTo>
                  <a:lnTo>
                    <a:pt x="301449" y="6002702"/>
                  </a:lnTo>
                  <a:lnTo>
                    <a:pt x="301543" y="6002702"/>
                  </a:lnTo>
                  <a:lnTo>
                    <a:pt x="301637" y="6002702"/>
                  </a:lnTo>
                  <a:lnTo>
                    <a:pt x="301731" y="6002702"/>
                  </a:lnTo>
                  <a:lnTo>
                    <a:pt x="301825" y="6002702"/>
                  </a:lnTo>
                  <a:lnTo>
                    <a:pt x="301919" y="6002702"/>
                  </a:lnTo>
                  <a:lnTo>
                    <a:pt x="302107" y="6002702"/>
                  </a:lnTo>
                  <a:lnTo>
                    <a:pt x="302201" y="6002702"/>
                  </a:lnTo>
                  <a:lnTo>
                    <a:pt x="302295" y="6002702"/>
                  </a:lnTo>
                  <a:lnTo>
                    <a:pt x="302389" y="6002702"/>
                  </a:lnTo>
                  <a:lnTo>
                    <a:pt x="302483" y="6002702"/>
                  </a:lnTo>
                  <a:lnTo>
                    <a:pt x="302577" y="6002702"/>
                  </a:lnTo>
                  <a:lnTo>
                    <a:pt x="302765" y="6002702"/>
                  </a:lnTo>
                  <a:lnTo>
                    <a:pt x="302859" y="6002702"/>
                  </a:lnTo>
                  <a:lnTo>
                    <a:pt x="303047" y="6002702"/>
                  </a:lnTo>
                  <a:lnTo>
                    <a:pt x="303141" y="6002702"/>
                  </a:lnTo>
                  <a:lnTo>
                    <a:pt x="303235" y="6002702"/>
                  </a:lnTo>
                  <a:lnTo>
                    <a:pt x="303329" y="6002702"/>
                  </a:lnTo>
                  <a:lnTo>
                    <a:pt x="303517" y="6002702"/>
                  </a:lnTo>
                  <a:lnTo>
                    <a:pt x="303611" y="6002702"/>
                  </a:lnTo>
                  <a:lnTo>
                    <a:pt x="303705" y="6002702"/>
                  </a:lnTo>
                  <a:lnTo>
                    <a:pt x="303799" y="6002702"/>
                  </a:lnTo>
                  <a:lnTo>
                    <a:pt x="303893" y="6002702"/>
                  </a:lnTo>
                  <a:lnTo>
                    <a:pt x="303893" y="5997422"/>
                  </a:lnTo>
                  <a:lnTo>
                    <a:pt x="303987" y="5997422"/>
                  </a:lnTo>
                  <a:lnTo>
                    <a:pt x="304081" y="5997422"/>
                  </a:lnTo>
                  <a:lnTo>
                    <a:pt x="304175" y="5997422"/>
                  </a:lnTo>
                  <a:lnTo>
                    <a:pt x="304269" y="5997422"/>
                  </a:lnTo>
                  <a:lnTo>
                    <a:pt x="304363" y="5997422"/>
                  </a:lnTo>
                  <a:lnTo>
                    <a:pt x="304457" y="5997422"/>
                  </a:lnTo>
                  <a:lnTo>
                    <a:pt x="304551" y="5997422"/>
                  </a:lnTo>
                  <a:lnTo>
                    <a:pt x="304645" y="5997422"/>
                  </a:lnTo>
                  <a:lnTo>
                    <a:pt x="304739" y="5997422"/>
                  </a:lnTo>
                  <a:lnTo>
                    <a:pt x="304834" y="5997422"/>
                  </a:lnTo>
                  <a:lnTo>
                    <a:pt x="304928" y="5997422"/>
                  </a:lnTo>
                  <a:lnTo>
                    <a:pt x="305022" y="5997422"/>
                  </a:lnTo>
                  <a:lnTo>
                    <a:pt x="305116" y="5997422"/>
                  </a:lnTo>
                  <a:lnTo>
                    <a:pt x="305210" y="5997422"/>
                  </a:lnTo>
                  <a:lnTo>
                    <a:pt x="305304" y="5997422"/>
                  </a:lnTo>
                  <a:lnTo>
                    <a:pt x="305398" y="5997422"/>
                  </a:lnTo>
                  <a:lnTo>
                    <a:pt x="305492" y="5997422"/>
                  </a:lnTo>
                  <a:lnTo>
                    <a:pt x="305680" y="5997422"/>
                  </a:lnTo>
                  <a:lnTo>
                    <a:pt x="305774" y="5997422"/>
                  </a:lnTo>
                  <a:lnTo>
                    <a:pt x="305868" y="5997422"/>
                  </a:lnTo>
                  <a:lnTo>
                    <a:pt x="305962" y="5997422"/>
                  </a:lnTo>
                  <a:lnTo>
                    <a:pt x="306150" y="5997422"/>
                  </a:lnTo>
                  <a:lnTo>
                    <a:pt x="306244" y="5997422"/>
                  </a:lnTo>
                  <a:lnTo>
                    <a:pt x="306432" y="5997422"/>
                  </a:lnTo>
                  <a:lnTo>
                    <a:pt x="306526" y="5997422"/>
                  </a:lnTo>
                  <a:lnTo>
                    <a:pt x="306620" y="5997422"/>
                  </a:lnTo>
                  <a:lnTo>
                    <a:pt x="306808" y="5997422"/>
                  </a:lnTo>
                  <a:lnTo>
                    <a:pt x="306996" y="5997422"/>
                  </a:lnTo>
                  <a:lnTo>
                    <a:pt x="307090" y="5997422"/>
                  </a:lnTo>
                  <a:lnTo>
                    <a:pt x="307184" y="5997422"/>
                  </a:lnTo>
                  <a:lnTo>
                    <a:pt x="307278" y="5997422"/>
                  </a:lnTo>
                  <a:lnTo>
                    <a:pt x="307372" y="5997422"/>
                  </a:lnTo>
                  <a:lnTo>
                    <a:pt x="307466" y="5997422"/>
                  </a:lnTo>
                  <a:lnTo>
                    <a:pt x="307560" y="5997422"/>
                  </a:lnTo>
                  <a:lnTo>
                    <a:pt x="307654" y="5997422"/>
                  </a:lnTo>
                  <a:lnTo>
                    <a:pt x="307748" y="5997422"/>
                  </a:lnTo>
                  <a:lnTo>
                    <a:pt x="307842" y="5997422"/>
                  </a:lnTo>
                  <a:lnTo>
                    <a:pt x="307936" y="5997422"/>
                  </a:lnTo>
                  <a:lnTo>
                    <a:pt x="307936" y="5992143"/>
                  </a:lnTo>
                  <a:lnTo>
                    <a:pt x="308030" y="5992143"/>
                  </a:lnTo>
                  <a:lnTo>
                    <a:pt x="308124" y="5992143"/>
                  </a:lnTo>
                  <a:lnTo>
                    <a:pt x="308218" y="5992143"/>
                  </a:lnTo>
                  <a:lnTo>
                    <a:pt x="308312" y="5992143"/>
                  </a:lnTo>
                  <a:lnTo>
                    <a:pt x="308407" y="5992143"/>
                  </a:lnTo>
                  <a:lnTo>
                    <a:pt x="308407" y="5986863"/>
                  </a:lnTo>
                  <a:lnTo>
                    <a:pt x="308501" y="5986863"/>
                  </a:lnTo>
                  <a:lnTo>
                    <a:pt x="308689" y="5986863"/>
                  </a:lnTo>
                  <a:lnTo>
                    <a:pt x="308783" y="5986863"/>
                  </a:lnTo>
                  <a:lnTo>
                    <a:pt x="308877" y="5986863"/>
                  </a:lnTo>
                  <a:lnTo>
                    <a:pt x="308971" y="5986863"/>
                  </a:lnTo>
                  <a:lnTo>
                    <a:pt x="309065" y="5986863"/>
                  </a:lnTo>
                  <a:lnTo>
                    <a:pt x="309159" y="5986863"/>
                  </a:lnTo>
                  <a:lnTo>
                    <a:pt x="309253" y="5986863"/>
                  </a:lnTo>
                  <a:lnTo>
                    <a:pt x="309347" y="5986863"/>
                  </a:lnTo>
                  <a:lnTo>
                    <a:pt x="309629" y="5986863"/>
                  </a:lnTo>
                  <a:lnTo>
                    <a:pt x="309723" y="5986863"/>
                  </a:lnTo>
                  <a:lnTo>
                    <a:pt x="309817" y="5986863"/>
                  </a:lnTo>
                  <a:lnTo>
                    <a:pt x="309911" y="5986863"/>
                  </a:lnTo>
                  <a:lnTo>
                    <a:pt x="310005" y="5986863"/>
                  </a:lnTo>
                  <a:lnTo>
                    <a:pt x="310287" y="5986863"/>
                  </a:lnTo>
                  <a:lnTo>
                    <a:pt x="310381" y="5986863"/>
                  </a:lnTo>
                  <a:lnTo>
                    <a:pt x="310475" y="5986863"/>
                  </a:lnTo>
                  <a:lnTo>
                    <a:pt x="310569" y="5986863"/>
                  </a:lnTo>
                  <a:lnTo>
                    <a:pt x="310663" y="5986863"/>
                  </a:lnTo>
                  <a:lnTo>
                    <a:pt x="310757" y="5986863"/>
                  </a:lnTo>
                  <a:lnTo>
                    <a:pt x="310851" y="5986863"/>
                  </a:lnTo>
                  <a:lnTo>
                    <a:pt x="310945" y="5986863"/>
                  </a:lnTo>
                  <a:lnTo>
                    <a:pt x="311039" y="5986863"/>
                  </a:lnTo>
                  <a:lnTo>
                    <a:pt x="311133" y="5986863"/>
                  </a:lnTo>
                  <a:lnTo>
                    <a:pt x="311227" y="5986863"/>
                  </a:lnTo>
                  <a:lnTo>
                    <a:pt x="311321" y="5986863"/>
                  </a:lnTo>
                  <a:lnTo>
                    <a:pt x="311603" y="5986863"/>
                  </a:lnTo>
                  <a:lnTo>
                    <a:pt x="311697" y="5986863"/>
                  </a:lnTo>
                  <a:lnTo>
                    <a:pt x="311791" y="5986863"/>
                  </a:lnTo>
                  <a:lnTo>
                    <a:pt x="311885" y="5986863"/>
                  </a:lnTo>
                  <a:lnTo>
                    <a:pt x="311980" y="5986863"/>
                  </a:lnTo>
                  <a:lnTo>
                    <a:pt x="312074" y="5986863"/>
                  </a:lnTo>
                  <a:lnTo>
                    <a:pt x="312168" y="5986863"/>
                  </a:lnTo>
                  <a:lnTo>
                    <a:pt x="312356" y="5986863"/>
                  </a:lnTo>
                  <a:lnTo>
                    <a:pt x="312732" y="5986863"/>
                  </a:lnTo>
                  <a:lnTo>
                    <a:pt x="312732" y="5981584"/>
                  </a:lnTo>
                  <a:lnTo>
                    <a:pt x="312732" y="5976304"/>
                  </a:lnTo>
                  <a:lnTo>
                    <a:pt x="312826" y="5976304"/>
                  </a:lnTo>
                  <a:lnTo>
                    <a:pt x="313014" y="5976304"/>
                  </a:lnTo>
                  <a:lnTo>
                    <a:pt x="313108" y="5976304"/>
                  </a:lnTo>
                  <a:lnTo>
                    <a:pt x="313202" y="5976304"/>
                  </a:lnTo>
                  <a:lnTo>
                    <a:pt x="313296" y="5976304"/>
                  </a:lnTo>
                  <a:lnTo>
                    <a:pt x="313390" y="5976304"/>
                  </a:lnTo>
                  <a:lnTo>
                    <a:pt x="313484" y="5976304"/>
                  </a:lnTo>
                  <a:lnTo>
                    <a:pt x="313578" y="5976304"/>
                  </a:lnTo>
                  <a:lnTo>
                    <a:pt x="313672" y="5976304"/>
                  </a:lnTo>
                  <a:lnTo>
                    <a:pt x="313766" y="5976304"/>
                  </a:lnTo>
                  <a:lnTo>
                    <a:pt x="313860" y="5976304"/>
                  </a:lnTo>
                  <a:lnTo>
                    <a:pt x="314048" y="5976304"/>
                  </a:lnTo>
                  <a:lnTo>
                    <a:pt x="314142" y="5976304"/>
                  </a:lnTo>
                  <a:lnTo>
                    <a:pt x="314236" y="5976304"/>
                  </a:lnTo>
                  <a:lnTo>
                    <a:pt x="314330" y="5976304"/>
                  </a:lnTo>
                  <a:lnTo>
                    <a:pt x="314424" y="5976304"/>
                  </a:lnTo>
                  <a:lnTo>
                    <a:pt x="314518" y="5976304"/>
                  </a:lnTo>
                  <a:lnTo>
                    <a:pt x="314612" y="5976304"/>
                  </a:lnTo>
                  <a:lnTo>
                    <a:pt x="314706" y="5976304"/>
                  </a:lnTo>
                  <a:lnTo>
                    <a:pt x="314894" y="5976304"/>
                  </a:lnTo>
                  <a:lnTo>
                    <a:pt x="314988" y="5976304"/>
                  </a:lnTo>
                  <a:lnTo>
                    <a:pt x="315082" y="5976304"/>
                  </a:lnTo>
                  <a:lnTo>
                    <a:pt x="315176" y="5976304"/>
                  </a:lnTo>
                  <a:lnTo>
                    <a:pt x="315364" y="5976304"/>
                  </a:lnTo>
                  <a:lnTo>
                    <a:pt x="315647" y="5976304"/>
                  </a:lnTo>
                  <a:lnTo>
                    <a:pt x="315741" y="5976304"/>
                  </a:lnTo>
                  <a:lnTo>
                    <a:pt x="315835" y="5976304"/>
                  </a:lnTo>
                  <a:lnTo>
                    <a:pt x="315929" y="5976304"/>
                  </a:lnTo>
                  <a:lnTo>
                    <a:pt x="316023" y="5976304"/>
                  </a:lnTo>
                  <a:lnTo>
                    <a:pt x="316117" y="5976304"/>
                  </a:lnTo>
                  <a:lnTo>
                    <a:pt x="316211" y="5976304"/>
                  </a:lnTo>
                  <a:lnTo>
                    <a:pt x="316305" y="5976304"/>
                  </a:lnTo>
                  <a:lnTo>
                    <a:pt x="316399" y="5976304"/>
                  </a:lnTo>
                  <a:lnTo>
                    <a:pt x="316493" y="5976304"/>
                  </a:lnTo>
                  <a:lnTo>
                    <a:pt x="316587" y="5976304"/>
                  </a:lnTo>
                  <a:lnTo>
                    <a:pt x="316681" y="5976304"/>
                  </a:lnTo>
                  <a:lnTo>
                    <a:pt x="316869" y="5976304"/>
                  </a:lnTo>
                  <a:lnTo>
                    <a:pt x="317057" y="5976304"/>
                  </a:lnTo>
                  <a:lnTo>
                    <a:pt x="317245" y="5976304"/>
                  </a:lnTo>
                  <a:lnTo>
                    <a:pt x="317339" y="5976304"/>
                  </a:lnTo>
                  <a:lnTo>
                    <a:pt x="317433" y="5976304"/>
                  </a:lnTo>
                  <a:lnTo>
                    <a:pt x="317527" y="5976304"/>
                  </a:lnTo>
                  <a:lnTo>
                    <a:pt x="317621" y="5976304"/>
                  </a:lnTo>
                  <a:lnTo>
                    <a:pt x="317715" y="5976304"/>
                  </a:lnTo>
                  <a:lnTo>
                    <a:pt x="317809" y="5976304"/>
                  </a:lnTo>
                  <a:lnTo>
                    <a:pt x="317903" y="5976304"/>
                  </a:lnTo>
                  <a:lnTo>
                    <a:pt x="317997" y="5976304"/>
                  </a:lnTo>
                  <a:lnTo>
                    <a:pt x="318091" y="5976304"/>
                  </a:lnTo>
                  <a:lnTo>
                    <a:pt x="318185" y="5976304"/>
                  </a:lnTo>
                  <a:lnTo>
                    <a:pt x="318279" y="5976304"/>
                  </a:lnTo>
                  <a:lnTo>
                    <a:pt x="318373" y="5976304"/>
                  </a:lnTo>
                  <a:lnTo>
                    <a:pt x="318467" y="5976304"/>
                  </a:lnTo>
                  <a:lnTo>
                    <a:pt x="318561" y="5976304"/>
                  </a:lnTo>
                  <a:lnTo>
                    <a:pt x="318655" y="5976304"/>
                  </a:lnTo>
                  <a:lnTo>
                    <a:pt x="318749" y="5976304"/>
                  </a:lnTo>
                  <a:lnTo>
                    <a:pt x="318843" y="5976304"/>
                  </a:lnTo>
                  <a:lnTo>
                    <a:pt x="318937" y="5976304"/>
                  </a:lnTo>
                  <a:lnTo>
                    <a:pt x="319032" y="5976304"/>
                  </a:lnTo>
                  <a:lnTo>
                    <a:pt x="319126" y="5976304"/>
                  </a:lnTo>
                  <a:lnTo>
                    <a:pt x="319220" y="5976304"/>
                  </a:lnTo>
                  <a:lnTo>
                    <a:pt x="319220" y="5971025"/>
                  </a:lnTo>
                  <a:lnTo>
                    <a:pt x="319314" y="5971025"/>
                  </a:lnTo>
                  <a:lnTo>
                    <a:pt x="319314" y="5965746"/>
                  </a:lnTo>
                  <a:lnTo>
                    <a:pt x="319408" y="5965746"/>
                  </a:lnTo>
                  <a:lnTo>
                    <a:pt x="319502" y="5965746"/>
                  </a:lnTo>
                  <a:lnTo>
                    <a:pt x="319596" y="5965746"/>
                  </a:lnTo>
                  <a:lnTo>
                    <a:pt x="319784" y="5965746"/>
                  </a:lnTo>
                  <a:lnTo>
                    <a:pt x="319878" y="5965746"/>
                  </a:lnTo>
                  <a:lnTo>
                    <a:pt x="319972" y="5965746"/>
                  </a:lnTo>
                  <a:lnTo>
                    <a:pt x="320066" y="5965746"/>
                  </a:lnTo>
                  <a:lnTo>
                    <a:pt x="320254" y="5965746"/>
                  </a:lnTo>
                  <a:lnTo>
                    <a:pt x="320348" y="5965746"/>
                  </a:lnTo>
                  <a:lnTo>
                    <a:pt x="320442" y="5965746"/>
                  </a:lnTo>
                  <a:lnTo>
                    <a:pt x="320536" y="5965746"/>
                  </a:lnTo>
                  <a:lnTo>
                    <a:pt x="320630" y="5965746"/>
                  </a:lnTo>
                  <a:lnTo>
                    <a:pt x="320724" y="5965746"/>
                  </a:lnTo>
                  <a:lnTo>
                    <a:pt x="320818" y="5965746"/>
                  </a:lnTo>
                  <a:lnTo>
                    <a:pt x="320912" y="5965746"/>
                  </a:lnTo>
                  <a:lnTo>
                    <a:pt x="321006" y="5965746"/>
                  </a:lnTo>
                  <a:lnTo>
                    <a:pt x="321194" y="5965746"/>
                  </a:lnTo>
                  <a:lnTo>
                    <a:pt x="321382" y="5965746"/>
                  </a:lnTo>
                  <a:lnTo>
                    <a:pt x="321476" y="5965746"/>
                  </a:lnTo>
                  <a:lnTo>
                    <a:pt x="321664" y="5965746"/>
                  </a:lnTo>
                  <a:lnTo>
                    <a:pt x="321852" y="5965746"/>
                  </a:lnTo>
                  <a:lnTo>
                    <a:pt x="321946" y="5965746"/>
                  </a:lnTo>
                  <a:lnTo>
                    <a:pt x="322040" y="5965746"/>
                  </a:lnTo>
                  <a:lnTo>
                    <a:pt x="322134" y="5965746"/>
                  </a:lnTo>
                  <a:lnTo>
                    <a:pt x="322228" y="5965746"/>
                  </a:lnTo>
                  <a:lnTo>
                    <a:pt x="322322" y="5965746"/>
                  </a:lnTo>
                  <a:lnTo>
                    <a:pt x="322416" y="5965746"/>
                  </a:lnTo>
                  <a:lnTo>
                    <a:pt x="322510" y="5965746"/>
                  </a:lnTo>
                  <a:lnTo>
                    <a:pt x="322605" y="5965746"/>
                  </a:lnTo>
                  <a:lnTo>
                    <a:pt x="322699" y="5965746"/>
                  </a:lnTo>
                  <a:lnTo>
                    <a:pt x="322793" y="5965746"/>
                  </a:lnTo>
                  <a:lnTo>
                    <a:pt x="322887" y="5965746"/>
                  </a:lnTo>
                  <a:lnTo>
                    <a:pt x="323075" y="5965746"/>
                  </a:lnTo>
                  <a:lnTo>
                    <a:pt x="323169" y="5965746"/>
                  </a:lnTo>
                  <a:lnTo>
                    <a:pt x="323263" y="5965746"/>
                  </a:lnTo>
                  <a:lnTo>
                    <a:pt x="323451" y="5965746"/>
                  </a:lnTo>
                  <a:lnTo>
                    <a:pt x="323545" y="5965746"/>
                  </a:lnTo>
                  <a:lnTo>
                    <a:pt x="323639" y="5965746"/>
                  </a:lnTo>
                  <a:lnTo>
                    <a:pt x="323921" y="5960466"/>
                  </a:lnTo>
                  <a:lnTo>
                    <a:pt x="324015" y="5960466"/>
                  </a:lnTo>
                  <a:lnTo>
                    <a:pt x="324109" y="5960466"/>
                  </a:lnTo>
                  <a:lnTo>
                    <a:pt x="324203" y="5960466"/>
                  </a:lnTo>
                  <a:lnTo>
                    <a:pt x="324297" y="5960466"/>
                  </a:lnTo>
                  <a:lnTo>
                    <a:pt x="324391" y="5960466"/>
                  </a:lnTo>
                  <a:lnTo>
                    <a:pt x="324485" y="5960466"/>
                  </a:lnTo>
                  <a:lnTo>
                    <a:pt x="324579" y="5960466"/>
                  </a:lnTo>
                  <a:lnTo>
                    <a:pt x="324579" y="5955187"/>
                  </a:lnTo>
                  <a:lnTo>
                    <a:pt x="324673" y="5955187"/>
                  </a:lnTo>
                  <a:lnTo>
                    <a:pt x="324767" y="5955187"/>
                  </a:lnTo>
                  <a:lnTo>
                    <a:pt x="324861" y="5955187"/>
                  </a:lnTo>
                  <a:lnTo>
                    <a:pt x="324955" y="5955187"/>
                  </a:lnTo>
                  <a:lnTo>
                    <a:pt x="325049" y="5955187"/>
                  </a:lnTo>
                  <a:lnTo>
                    <a:pt x="325237" y="5955187"/>
                  </a:lnTo>
                  <a:lnTo>
                    <a:pt x="325331" y="5955187"/>
                  </a:lnTo>
                  <a:lnTo>
                    <a:pt x="325425" y="5955187"/>
                  </a:lnTo>
                  <a:lnTo>
                    <a:pt x="325519" y="5955187"/>
                  </a:lnTo>
                  <a:lnTo>
                    <a:pt x="325613" y="5955187"/>
                  </a:lnTo>
                  <a:lnTo>
                    <a:pt x="325801" y="5955187"/>
                  </a:lnTo>
                  <a:lnTo>
                    <a:pt x="325895" y="5955187"/>
                  </a:lnTo>
                  <a:lnTo>
                    <a:pt x="325989" y="5955187"/>
                  </a:lnTo>
                  <a:lnTo>
                    <a:pt x="326084" y="5955187"/>
                  </a:lnTo>
                  <a:lnTo>
                    <a:pt x="326178" y="5955187"/>
                  </a:lnTo>
                  <a:lnTo>
                    <a:pt x="326272" y="5955187"/>
                  </a:lnTo>
                  <a:lnTo>
                    <a:pt x="326366" y="5955187"/>
                  </a:lnTo>
                  <a:lnTo>
                    <a:pt x="326460" y="5955187"/>
                  </a:lnTo>
                  <a:lnTo>
                    <a:pt x="326554" y="5955187"/>
                  </a:lnTo>
                  <a:lnTo>
                    <a:pt x="326648" y="5955187"/>
                  </a:lnTo>
                  <a:lnTo>
                    <a:pt x="326836" y="5955187"/>
                  </a:lnTo>
                  <a:lnTo>
                    <a:pt x="326930" y="5955187"/>
                  </a:lnTo>
                  <a:lnTo>
                    <a:pt x="327024" y="5955187"/>
                  </a:lnTo>
                  <a:lnTo>
                    <a:pt x="327118" y="5955187"/>
                  </a:lnTo>
                  <a:lnTo>
                    <a:pt x="327212" y="5955187"/>
                  </a:lnTo>
                  <a:lnTo>
                    <a:pt x="327306" y="5955187"/>
                  </a:lnTo>
                  <a:lnTo>
                    <a:pt x="327400" y="5955187"/>
                  </a:lnTo>
                  <a:lnTo>
                    <a:pt x="327494" y="5955187"/>
                  </a:lnTo>
                  <a:lnTo>
                    <a:pt x="327682" y="5955187"/>
                  </a:lnTo>
                  <a:lnTo>
                    <a:pt x="327870" y="5955187"/>
                  </a:lnTo>
                  <a:lnTo>
                    <a:pt x="327964" y="5955187"/>
                  </a:lnTo>
                  <a:lnTo>
                    <a:pt x="328058" y="5955187"/>
                  </a:lnTo>
                  <a:lnTo>
                    <a:pt x="328152" y="5955187"/>
                  </a:lnTo>
                  <a:lnTo>
                    <a:pt x="328246" y="5955187"/>
                  </a:lnTo>
                  <a:lnTo>
                    <a:pt x="328340" y="5955187"/>
                  </a:lnTo>
                  <a:lnTo>
                    <a:pt x="328434" y="5955187"/>
                  </a:lnTo>
                  <a:lnTo>
                    <a:pt x="328528" y="5955187"/>
                  </a:lnTo>
                  <a:lnTo>
                    <a:pt x="328622" y="5955187"/>
                  </a:lnTo>
                  <a:lnTo>
                    <a:pt x="328716" y="5955187"/>
                  </a:lnTo>
                  <a:lnTo>
                    <a:pt x="328810" y="5955187"/>
                  </a:lnTo>
                  <a:lnTo>
                    <a:pt x="328904" y="5955187"/>
                  </a:lnTo>
                  <a:lnTo>
                    <a:pt x="329092" y="5955187"/>
                  </a:lnTo>
                  <a:lnTo>
                    <a:pt x="329186" y="5955187"/>
                  </a:lnTo>
                  <a:lnTo>
                    <a:pt x="329374" y="5955187"/>
                  </a:lnTo>
                  <a:lnTo>
                    <a:pt x="329468" y="5955187"/>
                  </a:lnTo>
                  <a:lnTo>
                    <a:pt x="329562" y="5955187"/>
                  </a:lnTo>
                  <a:lnTo>
                    <a:pt x="329657" y="5955187"/>
                  </a:lnTo>
                  <a:lnTo>
                    <a:pt x="329751" y="5955187"/>
                  </a:lnTo>
                  <a:lnTo>
                    <a:pt x="329845" y="5955187"/>
                  </a:lnTo>
                  <a:lnTo>
                    <a:pt x="329939" y="5955187"/>
                  </a:lnTo>
                  <a:lnTo>
                    <a:pt x="330033" y="5955187"/>
                  </a:lnTo>
                  <a:lnTo>
                    <a:pt x="330221" y="5955187"/>
                  </a:lnTo>
                  <a:lnTo>
                    <a:pt x="330315" y="5955187"/>
                  </a:lnTo>
                  <a:lnTo>
                    <a:pt x="330409" y="5955187"/>
                  </a:lnTo>
                  <a:lnTo>
                    <a:pt x="330503" y="5955187"/>
                  </a:lnTo>
                  <a:lnTo>
                    <a:pt x="330597" y="5955187"/>
                  </a:lnTo>
                  <a:lnTo>
                    <a:pt x="330691" y="5955187"/>
                  </a:lnTo>
                  <a:lnTo>
                    <a:pt x="330785" y="5955187"/>
                  </a:lnTo>
                  <a:lnTo>
                    <a:pt x="330879" y="5955187"/>
                  </a:lnTo>
                  <a:lnTo>
                    <a:pt x="330973" y="5955187"/>
                  </a:lnTo>
                  <a:lnTo>
                    <a:pt x="331161" y="5955187"/>
                  </a:lnTo>
                  <a:lnTo>
                    <a:pt x="331255" y="5955187"/>
                  </a:lnTo>
                  <a:lnTo>
                    <a:pt x="331349" y="5955187"/>
                  </a:lnTo>
                  <a:lnTo>
                    <a:pt x="331443" y="5955187"/>
                  </a:lnTo>
                  <a:lnTo>
                    <a:pt x="331537" y="5955187"/>
                  </a:lnTo>
                  <a:lnTo>
                    <a:pt x="331631" y="5955187"/>
                  </a:lnTo>
                  <a:lnTo>
                    <a:pt x="331725" y="5955187"/>
                  </a:lnTo>
                  <a:lnTo>
                    <a:pt x="331819" y="5955187"/>
                  </a:lnTo>
                  <a:lnTo>
                    <a:pt x="332007" y="5955187"/>
                  </a:lnTo>
                  <a:lnTo>
                    <a:pt x="332101" y="5955187"/>
                  </a:lnTo>
                  <a:lnTo>
                    <a:pt x="332195" y="5955187"/>
                  </a:lnTo>
                  <a:lnTo>
                    <a:pt x="332289" y="5955187"/>
                  </a:lnTo>
                  <a:lnTo>
                    <a:pt x="332383" y="5955187"/>
                  </a:lnTo>
                  <a:lnTo>
                    <a:pt x="332477" y="5955187"/>
                  </a:lnTo>
                  <a:lnTo>
                    <a:pt x="332571" y="5955187"/>
                  </a:lnTo>
                  <a:lnTo>
                    <a:pt x="332665" y="5949907"/>
                  </a:lnTo>
                  <a:lnTo>
                    <a:pt x="332759" y="5949907"/>
                  </a:lnTo>
                  <a:lnTo>
                    <a:pt x="332853" y="5949907"/>
                  </a:lnTo>
                  <a:lnTo>
                    <a:pt x="332947" y="5949907"/>
                  </a:lnTo>
                  <a:lnTo>
                    <a:pt x="332947" y="5944628"/>
                  </a:lnTo>
                  <a:lnTo>
                    <a:pt x="333135" y="5944628"/>
                  </a:lnTo>
                  <a:lnTo>
                    <a:pt x="333230" y="5944628"/>
                  </a:lnTo>
                  <a:lnTo>
                    <a:pt x="333324" y="5944628"/>
                  </a:lnTo>
                  <a:lnTo>
                    <a:pt x="333418" y="5944628"/>
                  </a:lnTo>
                  <a:lnTo>
                    <a:pt x="333512" y="5944628"/>
                  </a:lnTo>
                  <a:lnTo>
                    <a:pt x="333606" y="5944628"/>
                  </a:lnTo>
                  <a:lnTo>
                    <a:pt x="333700" y="5944628"/>
                  </a:lnTo>
                  <a:lnTo>
                    <a:pt x="333794" y="5944628"/>
                  </a:lnTo>
                  <a:lnTo>
                    <a:pt x="333888" y="5944628"/>
                  </a:lnTo>
                  <a:lnTo>
                    <a:pt x="333982" y="5944628"/>
                  </a:lnTo>
                  <a:lnTo>
                    <a:pt x="334076" y="5944628"/>
                  </a:lnTo>
                  <a:lnTo>
                    <a:pt x="334358" y="5944628"/>
                  </a:lnTo>
                  <a:lnTo>
                    <a:pt x="334546" y="5944628"/>
                  </a:lnTo>
                  <a:lnTo>
                    <a:pt x="334640" y="5944628"/>
                  </a:lnTo>
                  <a:lnTo>
                    <a:pt x="334828" y="5944628"/>
                  </a:lnTo>
                  <a:lnTo>
                    <a:pt x="334922" y="5944628"/>
                  </a:lnTo>
                  <a:lnTo>
                    <a:pt x="335016" y="5944628"/>
                  </a:lnTo>
                  <a:lnTo>
                    <a:pt x="335110" y="5944628"/>
                  </a:lnTo>
                  <a:lnTo>
                    <a:pt x="335204" y="5944628"/>
                  </a:lnTo>
                  <a:lnTo>
                    <a:pt x="335298" y="5944628"/>
                  </a:lnTo>
                  <a:lnTo>
                    <a:pt x="335392" y="5944628"/>
                  </a:lnTo>
                  <a:lnTo>
                    <a:pt x="335486" y="5944628"/>
                  </a:lnTo>
                  <a:lnTo>
                    <a:pt x="335674" y="5944628"/>
                  </a:lnTo>
                  <a:lnTo>
                    <a:pt x="335768" y="5944628"/>
                  </a:lnTo>
                  <a:lnTo>
                    <a:pt x="335862" y="5944628"/>
                  </a:lnTo>
                  <a:lnTo>
                    <a:pt x="335956" y="5944628"/>
                  </a:lnTo>
                  <a:lnTo>
                    <a:pt x="336050" y="5944628"/>
                  </a:lnTo>
                  <a:lnTo>
                    <a:pt x="336238" y="5944628"/>
                  </a:lnTo>
                  <a:lnTo>
                    <a:pt x="336426" y="5944628"/>
                  </a:lnTo>
                  <a:lnTo>
                    <a:pt x="336520" y="5944628"/>
                  </a:lnTo>
                  <a:lnTo>
                    <a:pt x="336614" y="5944628"/>
                  </a:lnTo>
                  <a:lnTo>
                    <a:pt x="336709" y="5944628"/>
                  </a:lnTo>
                  <a:lnTo>
                    <a:pt x="336803" y="5944628"/>
                  </a:lnTo>
                  <a:lnTo>
                    <a:pt x="336897" y="5944628"/>
                  </a:lnTo>
                  <a:lnTo>
                    <a:pt x="336991" y="5944628"/>
                  </a:lnTo>
                  <a:lnTo>
                    <a:pt x="337085" y="5944628"/>
                  </a:lnTo>
                  <a:lnTo>
                    <a:pt x="337179" y="5944628"/>
                  </a:lnTo>
                  <a:lnTo>
                    <a:pt x="337367" y="5944628"/>
                  </a:lnTo>
                  <a:lnTo>
                    <a:pt x="337461" y="5944628"/>
                  </a:lnTo>
                  <a:lnTo>
                    <a:pt x="337555" y="5944628"/>
                  </a:lnTo>
                  <a:lnTo>
                    <a:pt x="337649" y="5944628"/>
                  </a:lnTo>
                  <a:lnTo>
                    <a:pt x="337837" y="5944628"/>
                  </a:lnTo>
                  <a:lnTo>
                    <a:pt x="337931" y="5944628"/>
                  </a:lnTo>
                  <a:lnTo>
                    <a:pt x="338025" y="5944628"/>
                  </a:lnTo>
                  <a:lnTo>
                    <a:pt x="338213" y="5944628"/>
                  </a:lnTo>
                  <a:lnTo>
                    <a:pt x="338401" y="5944628"/>
                  </a:lnTo>
                  <a:lnTo>
                    <a:pt x="338495" y="5944628"/>
                  </a:lnTo>
                  <a:lnTo>
                    <a:pt x="338683" y="5944628"/>
                  </a:lnTo>
                  <a:lnTo>
                    <a:pt x="338965" y="5944628"/>
                  </a:lnTo>
                  <a:lnTo>
                    <a:pt x="339059" y="5944628"/>
                  </a:lnTo>
                  <a:lnTo>
                    <a:pt x="339153" y="5944628"/>
                  </a:lnTo>
                  <a:lnTo>
                    <a:pt x="339247" y="5944628"/>
                  </a:lnTo>
                  <a:lnTo>
                    <a:pt x="339341" y="5944628"/>
                  </a:lnTo>
                  <a:lnTo>
                    <a:pt x="339435" y="5944628"/>
                  </a:lnTo>
                  <a:lnTo>
                    <a:pt x="339529" y="5944628"/>
                  </a:lnTo>
                  <a:lnTo>
                    <a:pt x="339623" y="5944628"/>
                  </a:lnTo>
                  <a:lnTo>
                    <a:pt x="339717" y="5944628"/>
                  </a:lnTo>
                  <a:lnTo>
                    <a:pt x="339811" y="5944628"/>
                  </a:lnTo>
                  <a:lnTo>
                    <a:pt x="339905" y="5944628"/>
                  </a:lnTo>
                  <a:lnTo>
                    <a:pt x="339999" y="5944628"/>
                  </a:lnTo>
                  <a:lnTo>
                    <a:pt x="340187" y="5944628"/>
                  </a:lnTo>
                  <a:lnTo>
                    <a:pt x="340282" y="5944628"/>
                  </a:lnTo>
                  <a:lnTo>
                    <a:pt x="340376" y="5944628"/>
                  </a:lnTo>
                  <a:lnTo>
                    <a:pt x="340470" y="5944628"/>
                  </a:lnTo>
                  <a:lnTo>
                    <a:pt x="340658" y="5944628"/>
                  </a:lnTo>
                  <a:lnTo>
                    <a:pt x="340752" y="5944628"/>
                  </a:lnTo>
                  <a:lnTo>
                    <a:pt x="340846" y="5944628"/>
                  </a:lnTo>
                  <a:lnTo>
                    <a:pt x="340940" y="5944628"/>
                  </a:lnTo>
                  <a:lnTo>
                    <a:pt x="341222" y="5944628"/>
                  </a:lnTo>
                  <a:lnTo>
                    <a:pt x="341316" y="5944628"/>
                  </a:lnTo>
                  <a:lnTo>
                    <a:pt x="341410" y="5944628"/>
                  </a:lnTo>
                  <a:lnTo>
                    <a:pt x="341504" y="5944628"/>
                  </a:lnTo>
                  <a:lnTo>
                    <a:pt x="341598" y="5944628"/>
                  </a:lnTo>
                  <a:lnTo>
                    <a:pt x="341692" y="5944628"/>
                  </a:lnTo>
                  <a:lnTo>
                    <a:pt x="341880" y="5944628"/>
                  </a:lnTo>
                  <a:lnTo>
                    <a:pt x="342068" y="5944628"/>
                  </a:lnTo>
                  <a:lnTo>
                    <a:pt x="342162" y="5944628"/>
                  </a:lnTo>
                  <a:lnTo>
                    <a:pt x="342256" y="5944628"/>
                  </a:lnTo>
                  <a:lnTo>
                    <a:pt x="342444" y="5944628"/>
                  </a:lnTo>
                  <a:lnTo>
                    <a:pt x="342538" y="5944628"/>
                  </a:lnTo>
                  <a:lnTo>
                    <a:pt x="342632" y="5944628"/>
                  </a:lnTo>
                  <a:lnTo>
                    <a:pt x="342726" y="5944628"/>
                  </a:lnTo>
                  <a:lnTo>
                    <a:pt x="342820" y="5944628"/>
                  </a:lnTo>
                  <a:lnTo>
                    <a:pt x="342914" y="5944628"/>
                  </a:lnTo>
                  <a:lnTo>
                    <a:pt x="343008" y="5944628"/>
                  </a:lnTo>
                  <a:lnTo>
                    <a:pt x="343102" y="5944628"/>
                  </a:lnTo>
                  <a:lnTo>
                    <a:pt x="343196" y="5944628"/>
                  </a:lnTo>
                  <a:lnTo>
                    <a:pt x="343290" y="5944628"/>
                  </a:lnTo>
                  <a:lnTo>
                    <a:pt x="343384" y="5944628"/>
                  </a:lnTo>
                  <a:lnTo>
                    <a:pt x="343384" y="5939348"/>
                  </a:lnTo>
                  <a:lnTo>
                    <a:pt x="343572" y="5939348"/>
                  </a:lnTo>
                  <a:lnTo>
                    <a:pt x="343760" y="5939348"/>
                  </a:lnTo>
                  <a:lnTo>
                    <a:pt x="343855" y="5934069"/>
                  </a:lnTo>
                  <a:lnTo>
                    <a:pt x="343949" y="5934069"/>
                  </a:lnTo>
                  <a:lnTo>
                    <a:pt x="344043" y="5934069"/>
                  </a:lnTo>
                  <a:lnTo>
                    <a:pt x="344137" y="5934069"/>
                  </a:lnTo>
                  <a:lnTo>
                    <a:pt x="344231" y="5934069"/>
                  </a:lnTo>
                  <a:lnTo>
                    <a:pt x="344325" y="5934069"/>
                  </a:lnTo>
                  <a:lnTo>
                    <a:pt x="344513" y="5934069"/>
                  </a:lnTo>
                  <a:lnTo>
                    <a:pt x="344607" y="5934069"/>
                  </a:lnTo>
                  <a:lnTo>
                    <a:pt x="344795" y="5934069"/>
                  </a:lnTo>
                  <a:lnTo>
                    <a:pt x="344889" y="5934069"/>
                  </a:lnTo>
                  <a:lnTo>
                    <a:pt x="344983" y="5934069"/>
                  </a:lnTo>
                  <a:lnTo>
                    <a:pt x="345077" y="5934069"/>
                  </a:lnTo>
                  <a:lnTo>
                    <a:pt x="345171" y="5934069"/>
                  </a:lnTo>
                  <a:lnTo>
                    <a:pt x="345359" y="5934069"/>
                  </a:lnTo>
                  <a:lnTo>
                    <a:pt x="345547" y="5934069"/>
                  </a:lnTo>
                  <a:lnTo>
                    <a:pt x="345641" y="5934069"/>
                  </a:lnTo>
                  <a:lnTo>
                    <a:pt x="345735" y="5934069"/>
                  </a:lnTo>
                  <a:lnTo>
                    <a:pt x="345829" y="5934069"/>
                  </a:lnTo>
                  <a:lnTo>
                    <a:pt x="345923" y="5934069"/>
                  </a:lnTo>
                  <a:lnTo>
                    <a:pt x="346017" y="5934069"/>
                  </a:lnTo>
                  <a:lnTo>
                    <a:pt x="346111" y="5934069"/>
                  </a:lnTo>
                  <a:lnTo>
                    <a:pt x="346205" y="5934069"/>
                  </a:lnTo>
                  <a:lnTo>
                    <a:pt x="346299" y="5934069"/>
                  </a:lnTo>
                  <a:lnTo>
                    <a:pt x="346393" y="5934069"/>
                  </a:lnTo>
                  <a:lnTo>
                    <a:pt x="346487" y="5934069"/>
                  </a:lnTo>
                  <a:lnTo>
                    <a:pt x="346581" y="5934069"/>
                  </a:lnTo>
                  <a:lnTo>
                    <a:pt x="346675" y="5934069"/>
                  </a:lnTo>
                  <a:lnTo>
                    <a:pt x="346769" y="5934069"/>
                  </a:lnTo>
                  <a:lnTo>
                    <a:pt x="346863" y="5934069"/>
                  </a:lnTo>
                  <a:lnTo>
                    <a:pt x="346957" y="5934069"/>
                  </a:lnTo>
                  <a:lnTo>
                    <a:pt x="347051" y="5934069"/>
                  </a:lnTo>
                  <a:lnTo>
                    <a:pt x="347145" y="5934069"/>
                  </a:lnTo>
                  <a:lnTo>
                    <a:pt x="347239" y="5934069"/>
                  </a:lnTo>
                  <a:lnTo>
                    <a:pt x="347334" y="5934069"/>
                  </a:lnTo>
                  <a:lnTo>
                    <a:pt x="347522" y="5934069"/>
                  </a:lnTo>
                  <a:lnTo>
                    <a:pt x="347616" y="5934069"/>
                  </a:lnTo>
                  <a:lnTo>
                    <a:pt x="347710" y="5934069"/>
                  </a:lnTo>
                  <a:lnTo>
                    <a:pt x="347804" y="5934069"/>
                  </a:lnTo>
                  <a:lnTo>
                    <a:pt x="347898" y="5934069"/>
                  </a:lnTo>
                  <a:lnTo>
                    <a:pt x="348086" y="5934069"/>
                  </a:lnTo>
                  <a:lnTo>
                    <a:pt x="348180" y="5934069"/>
                  </a:lnTo>
                  <a:lnTo>
                    <a:pt x="348274" y="5934069"/>
                  </a:lnTo>
                  <a:lnTo>
                    <a:pt x="348368" y="5934069"/>
                  </a:lnTo>
                  <a:lnTo>
                    <a:pt x="348462" y="5934069"/>
                  </a:lnTo>
                  <a:lnTo>
                    <a:pt x="348556" y="5934069"/>
                  </a:lnTo>
                  <a:lnTo>
                    <a:pt x="348650" y="5934069"/>
                  </a:lnTo>
                  <a:lnTo>
                    <a:pt x="348744" y="5934069"/>
                  </a:lnTo>
                  <a:lnTo>
                    <a:pt x="348838" y="5934069"/>
                  </a:lnTo>
                  <a:lnTo>
                    <a:pt x="348932" y="5934069"/>
                  </a:lnTo>
                  <a:lnTo>
                    <a:pt x="349026" y="5934069"/>
                  </a:lnTo>
                  <a:lnTo>
                    <a:pt x="349120" y="5934069"/>
                  </a:lnTo>
                  <a:lnTo>
                    <a:pt x="349308" y="5934069"/>
                  </a:lnTo>
                  <a:lnTo>
                    <a:pt x="349402" y="5934069"/>
                  </a:lnTo>
                  <a:lnTo>
                    <a:pt x="349496" y="5934069"/>
                  </a:lnTo>
                  <a:lnTo>
                    <a:pt x="349590" y="5934069"/>
                  </a:lnTo>
                  <a:lnTo>
                    <a:pt x="349684" y="5934069"/>
                  </a:lnTo>
                  <a:lnTo>
                    <a:pt x="349778" y="5934069"/>
                  </a:lnTo>
                  <a:lnTo>
                    <a:pt x="349872" y="5934069"/>
                  </a:lnTo>
                  <a:lnTo>
                    <a:pt x="349966" y="5934069"/>
                  </a:lnTo>
                  <a:lnTo>
                    <a:pt x="350060" y="5934069"/>
                  </a:lnTo>
                  <a:lnTo>
                    <a:pt x="350154" y="5934069"/>
                  </a:lnTo>
                  <a:lnTo>
                    <a:pt x="350248" y="5934069"/>
                  </a:lnTo>
                  <a:lnTo>
                    <a:pt x="350342" y="5934069"/>
                  </a:lnTo>
                  <a:lnTo>
                    <a:pt x="350436" y="5934069"/>
                  </a:lnTo>
                  <a:lnTo>
                    <a:pt x="350530" y="5934069"/>
                  </a:lnTo>
                  <a:lnTo>
                    <a:pt x="350718" y="5934069"/>
                  </a:lnTo>
                  <a:lnTo>
                    <a:pt x="350812" y="5934069"/>
                  </a:lnTo>
                  <a:lnTo>
                    <a:pt x="350907" y="5934069"/>
                  </a:lnTo>
                  <a:lnTo>
                    <a:pt x="351001" y="5934069"/>
                  </a:lnTo>
                  <a:lnTo>
                    <a:pt x="351095" y="5934069"/>
                  </a:lnTo>
                  <a:lnTo>
                    <a:pt x="351189" y="5934069"/>
                  </a:lnTo>
                  <a:lnTo>
                    <a:pt x="351283" y="5934069"/>
                  </a:lnTo>
                  <a:lnTo>
                    <a:pt x="351377" y="5934069"/>
                  </a:lnTo>
                  <a:lnTo>
                    <a:pt x="351471" y="5934069"/>
                  </a:lnTo>
                  <a:lnTo>
                    <a:pt x="351565" y="5934069"/>
                  </a:lnTo>
                  <a:lnTo>
                    <a:pt x="351659" y="5934069"/>
                  </a:lnTo>
                  <a:lnTo>
                    <a:pt x="351753" y="5934069"/>
                  </a:lnTo>
                  <a:lnTo>
                    <a:pt x="351847" y="5934069"/>
                  </a:lnTo>
                  <a:lnTo>
                    <a:pt x="351941" y="5934069"/>
                  </a:lnTo>
                  <a:lnTo>
                    <a:pt x="352035" y="5934069"/>
                  </a:lnTo>
                  <a:lnTo>
                    <a:pt x="352129" y="5934069"/>
                  </a:lnTo>
                  <a:lnTo>
                    <a:pt x="352223" y="5934069"/>
                  </a:lnTo>
                  <a:lnTo>
                    <a:pt x="352317" y="5934069"/>
                  </a:lnTo>
                  <a:lnTo>
                    <a:pt x="352411" y="5934069"/>
                  </a:lnTo>
                  <a:lnTo>
                    <a:pt x="352505" y="5934069"/>
                  </a:lnTo>
                  <a:lnTo>
                    <a:pt x="352599" y="5934069"/>
                  </a:lnTo>
                  <a:lnTo>
                    <a:pt x="352693" y="5934069"/>
                  </a:lnTo>
                  <a:lnTo>
                    <a:pt x="352787" y="5934069"/>
                  </a:lnTo>
                  <a:lnTo>
                    <a:pt x="352881" y="5934069"/>
                  </a:lnTo>
                  <a:lnTo>
                    <a:pt x="353069" y="5934069"/>
                  </a:lnTo>
                  <a:lnTo>
                    <a:pt x="353163" y="5934069"/>
                  </a:lnTo>
                  <a:lnTo>
                    <a:pt x="353257" y="5934069"/>
                  </a:lnTo>
                  <a:lnTo>
                    <a:pt x="353351" y="5934069"/>
                  </a:lnTo>
                  <a:lnTo>
                    <a:pt x="353445" y="5934069"/>
                  </a:lnTo>
                  <a:lnTo>
                    <a:pt x="353539" y="5934069"/>
                  </a:lnTo>
                  <a:lnTo>
                    <a:pt x="353633" y="5934069"/>
                  </a:lnTo>
                  <a:lnTo>
                    <a:pt x="353727" y="5934069"/>
                  </a:lnTo>
                  <a:lnTo>
                    <a:pt x="353821" y="5934069"/>
                  </a:lnTo>
                  <a:lnTo>
                    <a:pt x="353915" y="5934069"/>
                  </a:lnTo>
                  <a:lnTo>
                    <a:pt x="354009" y="5934069"/>
                  </a:lnTo>
                  <a:lnTo>
                    <a:pt x="354103" y="5934069"/>
                  </a:lnTo>
                  <a:lnTo>
                    <a:pt x="354197" y="5934069"/>
                  </a:lnTo>
                  <a:lnTo>
                    <a:pt x="354291" y="5934069"/>
                  </a:lnTo>
                  <a:lnTo>
                    <a:pt x="354385" y="5934069"/>
                  </a:lnTo>
                  <a:lnTo>
                    <a:pt x="354480" y="5934069"/>
                  </a:lnTo>
                  <a:lnTo>
                    <a:pt x="354574" y="5934069"/>
                  </a:lnTo>
                  <a:lnTo>
                    <a:pt x="354668" y="5934069"/>
                  </a:lnTo>
                  <a:lnTo>
                    <a:pt x="354762" y="5934069"/>
                  </a:lnTo>
                  <a:lnTo>
                    <a:pt x="354856" y="5934069"/>
                  </a:lnTo>
                  <a:lnTo>
                    <a:pt x="354950" y="5934069"/>
                  </a:lnTo>
                  <a:lnTo>
                    <a:pt x="355044" y="5934069"/>
                  </a:lnTo>
                  <a:lnTo>
                    <a:pt x="355138" y="5934069"/>
                  </a:lnTo>
                  <a:lnTo>
                    <a:pt x="355232" y="5934069"/>
                  </a:lnTo>
                  <a:lnTo>
                    <a:pt x="355326" y="5934069"/>
                  </a:lnTo>
                  <a:lnTo>
                    <a:pt x="355608" y="5934069"/>
                  </a:lnTo>
                  <a:lnTo>
                    <a:pt x="355702" y="5934069"/>
                  </a:lnTo>
                  <a:lnTo>
                    <a:pt x="355796" y="5934069"/>
                  </a:lnTo>
                  <a:lnTo>
                    <a:pt x="355890" y="5934069"/>
                  </a:lnTo>
                  <a:lnTo>
                    <a:pt x="355984" y="5934069"/>
                  </a:lnTo>
                  <a:lnTo>
                    <a:pt x="356078" y="5934069"/>
                  </a:lnTo>
                  <a:lnTo>
                    <a:pt x="356172" y="5934069"/>
                  </a:lnTo>
                  <a:lnTo>
                    <a:pt x="356642" y="5934069"/>
                  </a:lnTo>
                  <a:lnTo>
                    <a:pt x="356736" y="5934069"/>
                  </a:lnTo>
                  <a:lnTo>
                    <a:pt x="356830" y="5934069"/>
                  </a:lnTo>
                  <a:lnTo>
                    <a:pt x="356924" y="5934069"/>
                  </a:lnTo>
                  <a:lnTo>
                    <a:pt x="357018" y="5934069"/>
                  </a:lnTo>
                  <a:lnTo>
                    <a:pt x="357112" y="5934069"/>
                  </a:lnTo>
                  <a:lnTo>
                    <a:pt x="357206" y="5934069"/>
                  </a:lnTo>
                  <a:lnTo>
                    <a:pt x="357300" y="5934069"/>
                  </a:lnTo>
                  <a:lnTo>
                    <a:pt x="357394" y="5934069"/>
                  </a:lnTo>
                  <a:lnTo>
                    <a:pt x="357488" y="5934069"/>
                  </a:lnTo>
                  <a:lnTo>
                    <a:pt x="357582" y="5934069"/>
                  </a:lnTo>
                  <a:lnTo>
                    <a:pt x="357676" y="5934069"/>
                  </a:lnTo>
                  <a:lnTo>
                    <a:pt x="357770" y="5934069"/>
                  </a:lnTo>
                  <a:lnTo>
                    <a:pt x="357864" y="5934069"/>
                  </a:lnTo>
                  <a:lnTo>
                    <a:pt x="357958" y="5934069"/>
                  </a:lnTo>
                  <a:lnTo>
                    <a:pt x="358053" y="5934069"/>
                  </a:lnTo>
                  <a:lnTo>
                    <a:pt x="358147" y="5934069"/>
                  </a:lnTo>
                  <a:lnTo>
                    <a:pt x="358241" y="5934069"/>
                  </a:lnTo>
                  <a:lnTo>
                    <a:pt x="358429" y="5934069"/>
                  </a:lnTo>
                  <a:lnTo>
                    <a:pt x="358523" y="5934069"/>
                  </a:lnTo>
                  <a:lnTo>
                    <a:pt x="358617" y="5934069"/>
                  </a:lnTo>
                  <a:lnTo>
                    <a:pt x="358805" y="5934069"/>
                  </a:lnTo>
                  <a:lnTo>
                    <a:pt x="358993" y="5934069"/>
                  </a:lnTo>
                  <a:lnTo>
                    <a:pt x="359087" y="5934069"/>
                  </a:lnTo>
                  <a:lnTo>
                    <a:pt x="359181" y="5934069"/>
                  </a:lnTo>
                  <a:lnTo>
                    <a:pt x="359651" y="5934069"/>
                  </a:lnTo>
                  <a:lnTo>
                    <a:pt x="359933" y="5934069"/>
                  </a:lnTo>
                  <a:lnTo>
                    <a:pt x="360027" y="5934069"/>
                  </a:lnTo>
                  <a:lnTo>
                    <a:pt x="360121" y="5934069"/>
                  </a:lnTo>
                  <a:lnTo>
                    <a:pt x="360215" y="5934069"/>
                  </a:lnTo>
                  <a:lnTo>
                    <a:pt x="360309" y="5934069"/>
                  </a:lnTo>
                  <a:lnTo>
                    <a:pt x="360403" y="5934069"/>
                  </a:lnTo>
                  <a:lnTo>
                    <a:pt x="360591" y="5934069"/>
                  </a:lnTo>
                  <a:lnTo>
                    <a:pt x="360685" y="5934069"/>
                  </a:lnTo>
                  <a:lnTo>
                    <a:pt x="360779" y="5934069"/>
                  </a:lnTo>
                  <a:lnTo>
                    <a:pt x="360873" y="5934069"/>
                  </a:lnTo>
                  <a:lnTo>
                    <a:pt x="360967" y="5934069"/>
                  </a:lnTo>
                  <a:lnTo>
                    <a:pt x="361061" y="5934069"/>
                  </a:lnTo>
                  <a:lnTo>
                    <a:pt x="361155" y="5934069"/>
                  </a:lnTo>
                  <a:lnTo>
                    <a:pt x="361249" y="5934069"/>
                  </a:lnTo>
                  <a:lnTo>
                    <a:pt x="361343" y="5934069"/>
                  </a:lnTo>
                  <a:lnTo>
                    <a:pt x="361437" y="5934069"/>
                  </a:lnTo>
                  <a:lnTo>
                    <a:pt x="361626" y="5934069"/>
                  </a:lnTo>
                  <a:lnTo>
                    <a:pt x="361720" y="5934069"/>
                  </a:lnTo>
                  <a:lnTo>
                    <a:pt x="361814" y="5934069"/>
                  </a:lnTo>
                  <a:lnTo>
                    <a:pt x="361908" y="5934069"/>
                  </a:lnTo>
                  <a:lnTo>
                    <a:pt x="362096" y="5934069"/>
                  </a:lnTo>
                  <a:lnTo>
                    <a:pt x="362284" y="5934069"/>
                  </a:lnTo>
                  <a:lnTo>
                    <a:pt x="362378" y="5934069"/>
                  </a:lnTo>
                  <a:lnTo>
                    <a:pt x="362472" y="5934069"/>
                  </a:lnTo>
                  <a:lnTo>
                    <a:pt x="362566" y="5934069"/>
                  </a:lnTo>
                  <a:lnTo>
                    <a:pt x="362660" y="5934069"/>
                  </a:lnTo>
                  <a:lnTo>
                    <a:pt x="362754" y="5934069"/>
                  </a:lnTo>
                  <a:lnTo>
                    <a:pt x="362942" y="5928790"/>
                  </a:lnTo>
                  <a:lnTo>
                    <a:pt x="363036" y="5928790"/>
                  </a:lnTo>
                  <a:lnTo>
                    <a:pt x="363130" y="5928790"/>
                  </a:lnTo>
                  <a:lnTo>
                    <a:pt x="363224" y="5928790"/>
                  </a:lnTo>
                  <a:lnTo>
                    <a:pt x="363318" y="5928790"/>
                  </a:lnTo>
                  <a:lnTo>
                    <a:pt x="363318" y="5923510"/>
                  </a:lnTo>
                  <a:lnTo>
                    <a:pt x="363412" y="5923510"/>
                  </a:lnTo>
                  <a:lnTo>
                    <a:pt x="363506" y="5923510"/>
                  </a:lnTo>
                  <a:lnTo>
                    <a:pt x="363600" y="5923510"/>
                  </a:lnTo>
                  <a:lnTo>
                    <a:pt x="363788" y="5923510"/>
                  </a:lnTo>
                  <a:lnTo>
                    <a:pt x="363882" y="5923510"/>
                  </a:lnTo>
                  <a:lnTo>
                    <a:pt x="363976" y="5923510"/>
                  </a:lnTo>
                  <a:lnTo>
                    <a:pt x="364070" y="5923510"/>
                  </a:lnTo>
                  <a:lnTo>
                    <a:pt x="364258" y="5923510"/>
                  </a:lnTo>
                  <a:lnTo>
                    <a:pt x="364352" y="5923510"/>
                  </a:lnTo>
                  <a:lnTo>
                    <a:pt x="364446" y="5923510"/>
                  </a:lnTo>
                  <a:lnTo>
                    <a:pt x="364540" y="5923510"/>
                  </a:lnTo>
                  <a:lnTo>
                    <a:pt x="364634" y="5923510"/>
                  </a:lnTo>
                  <a:lnTo>
                    <a:pt x="364728" y="5923510"/>
                  </a:lnTo>
                  <a:lnTo>
                    <a:pt x="364822" y="5923510"/>
                  </a:lnTo>
                  <a:lnTo>
                    <a:pt x="364916" y="5923510"/>
                  </a:lnTo>
                  <a:lnTo>
                    <a:pt x="365010" y="5923510"/>
                  </a:lnTo>
                  <a:lnTo>
                    <a:pt x="365105" y="5923510"/>
                  </a:lnTo>
                  <a:lnTo>
                    <a:pt x="365199" y="5923510"/>
                  </a:lnTo>
                  <a:lnTo>
                    <a:pt x="365293" y="5923510"/>
                  </a:lnTo>
                  <a:lnTo>
                    <a:pt x="365387" y="5923510"/>
                  </a:lnTo>
                  <a:lnTo>
                    <a:pt x="365481" y="5923510"/>
                  </a:lnTo>
                  <a:lnTo>
                    <a:pt x="365575" y="5923510"/>
                  </a:lnTo>
                  <a:lnTo>
                    <a:pt x="365857" y="5923510"/>
                  </a:lnTo>
                  <a:lnTo>
                    <a:pt x="365951" y="5923510"/>
                  </a:lnTo>
                  <a:lnTo>
                    <a:pt x="366139" y="5923510"/>
                  </a:lnTo>
                  <a:lnTo>
                    <a:pt x="366233" y="5923510"/>
                  </a:lnTo>
                  <a:lnTo>
                    <a:pt x="366327" y="5923510"/>
                  </a:lnTo>
                  <a:lnTo>
                    <a:pt x="366421" y="5923510"/>
                  </a:lnTo>
                  <a:lnTo>
                    <a:pt x="366515" y="5923510"/>
                  </a:lnTo>
                  <a:lnTo>
                    <a:pt x="366609" y="5923510"/>
                  </a:lnTo>
                  <a:lnTo>
                    <a:pt x="366703" y="5923510"/>
                  </a:lnTo>
                  <a:lnTo>
                    <a:pt x="366797" y="5923510"/>
                  </a:lnTo>
                  <a:lnTo>
                    <a:pt x="366891" y="5923510"/>
                  </a:lnTo>
                  <a:lnTo>
                    <a:pt x="366985" y="5923510"/>
                  </a:lnTo>
                  <a:lnTo>
                    <a:pt x="367079" y="5923510"/>
                  </a:lnTo>
                  <a:lnTo>
                    <a:pt x="367173" y="5923510"/>
                  </a:lnTo>
                  <a:lnTo>
                    <a:pt x="367267" y="5923510"/>
                  </a:lnTo>
                  <a:lnTo>
                    <a:pt x="367361" y="5923510"/>
                  </a:lnTo>
                  <a:lnTo>
                    <a:pt x="367455" y="5923510"/>
                  </a:lnTo>
                  <a:lnTo>
                    <a:pt x="367549" y="5923510"/>
                  </a:lnTo>
                  <a:lnTo>
                    <a:pt x="367643" y="5923510"/>
                  </a:lnTo>
                  <a:lnTo>
                    <a:pt x="367737" y="5923510"/>
                  </a:lnTo>
                  <a:lnTo>
                    <a:pt x="367831" y="5923510"/>
                  </a:lnTo>
                  <a:lnTo>
                    <a:pt x="368207" y="5923510"/>
                  </a:lnTo>
                  <a:lnTo>
                    <a:pt x="368301" y="5923510"/>
                  </a:lnTo>
                  <a:lnTo>
                    <a:pt x="368395" y="5923510"/>
                  </a:lnTo>
                  <a:lnTo>
                    <a:pt x="368489" y="5923510"/>
                  </a:lnTo>
                  <a:lnTo>
                    <a:pt x="368583" y="5923510"/>
                  </a:lnTo>
                  <a:lnTo>
                    <a:pt x="368772" y="5923510"/>
                  </a:lnTo>
                  <a:lnTo>
                    <a:pt x="368866" y="5923510"/>
                  </a:lnTo>
                  <a:lnTo>
                    <a:pt x="368960" y="5923510"/>
                  </a:lnTo>
                  <a:lnTo>
                    <a:pt x="369054" y="5923510"/>
                  </a:lnTo>
                  <a:lnTo>
                    <a:pt x="369148" y="5923510"/>
                  </a:lnTo>
                  <a:lnTo>
                    <a:pt x="369242" y="5923510"/>
                  </a:lnTo>
                  <a:lnTo>
                    <a:pt x="369336" y="5923510"/>
                  </a:lnTo>
                  <a:lnTo>
                    <a:pt x="369430" y="5923510"/>
                  </a:lnTo>
                  <a:lnTo>
                    <a:pt x="369524" y="5923510"/>
                  </a:lnTo>
                  <a:lnTo>
                    <a:pt x="369618" y="5923510"/>
                  </a:lnTo>
                  <a:lnTo>
                    <a:pt x="369712" y="5923510"/>
                  </a:lnTo>
                  <a:lnTo>
                    <a:pt x="369806" y="5923510"/>
                  </a:lnTo>
                  <a:lnTo>
                    <a:pt x="369900" y="5923510"/>
                  </a:lnTo>
                  <a:lnTo>
                    <a:pt x="370182" y="5923510"/>
                  </a:lnTo>
                  <a:lnTo>
                    <a:pt x="370276" y="5923510"/>
                  </a:lnTo>
                  <a:lnTo>
                    <a:pt x="370370" y="5923510"/>
                  </a:lnTo>
                  <a:lnTo>
                    <a:pt x="370464" y="5923510"/>
                  </a:lnTo>
                  <a:lnTo>
                    <a:pt x="370558" y="5923510"/>
                  </a:lnTo>
                  <a:lnTo>
                    <a:pt x="370652" y="5923510"/>
                  </a:lnTo>
                  <a:lnTo>
                    <a:pt x="370840" y="5923510"/>
                  </a:lnTo>
                  <a:lnTo>
                    <a:pt x="371028" y="5923510"/>
                  </a:lnTo>
                  <a:lnTo>
                    <a:pt x="371216" y="5923510"/>
                  </a:lnTo>
                  <a:lnTo>
                    <a:pt x="371310" y="5923510"/>
                  </a:lnTo>
                  <a:lnTo>
                    <a:pt x="371404" y="5923510"/>
                  </a:lnTo>
                  <a:lnTo>
                    <a:pt x="371498" y="5923510"/>
                  </a:lnTo>
                  <a:lnTo>
                    <a:pt x="371592" y="5923510"/>
                  </a:lnTo>
                  <a:lnTo>
                    <a:pt x="371686" y="5923510"/>
                  </a:lnTo>
                  <a:lnTo>
                    <a:pt x="371780" y="5923510"/>
                  </a:lnTo>
                  <a:lnTo>
                    <a:pt x="371874" y="5923510"/>
                  </a:lnTo>
                  <a:lnTo>
                    <a:pt x="371968" y="5923510"/>
                  </a:lnTo>
                  <a:lnTo>
                    <a:pt x="372062" y="5923510"/>
                  </a:lnTo>
                  <a:lnTo>
                    <a:pt x="372157" y="5923510"/>
                  </a:lnTo>
                  <a:lnTo>
                    <a:pt x="372345" y="5923510"/>
                  </a:lnTo>
                  <a:lnTo>
                    <a:pt x="372439" y="5923510"/>
                  </a:lnTo>
                  <a:lnTo>
                    <a:pt x="372439" y="5918231"/>
                  </a:lnTo>
                  <a:lnTo>
                    <a:pt x="372533" y="5918231"/>
                  </a:lnTo>
                  <a:lnTo>
                    <a:pt x="372627" y="5918231"/>
                  </a:lnTo>
                  <a:lnTo>
                    <a:pt x="372721" y="5918231"/>
                  </a:lnTo>
                  <a:lnTo>
                    <a:pt x="372815" y="5918231"/>
                  </a:lnTo>
                  <a:lnTo>
                    <a:pt x="372909" y="5918231"/>
                  </a:lnTo>
                  <a:lnTo>
                    <a:pt x="373003" y="5918231"/>
                  </a:lnTo>
                  <a:lnTo>
                    <a:pt x="373097" y="5918231"/>
                  </a:lnTo>
                  <a:lnTo>
                    <a:pt x="373191" y="5918231"/>
                  </a:lnTo>
                  <a:lnTo>
                    <a:pt x="373285" y="5918231"/>
                  </a:lnTo>
                  <a:lnTo>
                    <a:pt x="373379" y="5918231"/>
                  </a:lnTo>
                  <a:lnTo>
                    <a:pt x="373473" y="5918231"/>
                  </a:lnTo>
                  <a:lnTo>
                    <a:pt x="373567" y="5918231"/>
                  </a:lnTo>
                  <a:lnTo>
                    <a:pt x="373755" y="5918231"/>
                  </a:lnTo>
                  <a:lnTo>
                    <a:pt x="373849" y="5918231"/>
                  </a:lnTo>
                  <a:lnTo>
                    <a:pt x="373943" y="5918231"/>
                  </a:lnTo>
                  <a:lnTo>
                    <a:pt x="374037" y="5918231"/>
                  </a:lnTo>
                  <a:lnTo>
                    <a:pt x="374131" y="5918231"/>
                  </a:lnTo>
                  <a:lnTo>
                    <a:pt x="374225" y="5918231"/>
                  </a:lnTo>
                  <a:lnTo>
                    <a:pt x="374319" y="5918231"/>
                  </a:lnTo>
                  <a:lnTo>
                    <a:pt x="374413" y="5918231"/>
                  </a:lnTo>
                  <a:lnTo>
                    <a:pt x="374507" y="5918231"/>
                  </a:lnTo>
                  <a:lnTo>
                    <a:pt x="374601" y="5918231"/>
                  </a:lnTo>
                  <a:lnTo>
                    <a:pt x="374695" y="5918231"/>
                  </a:lnTo>
                  <a:lnTo>
                    <a:pt x="374789" y="5918231"/>
                  </a:lnTo>
                  <a:lnTo>
                    <a:pt x="374883" y="5918231"/>
                  </a:lnTo>
                  <a:lnTo>
                    <a:pt x="374977" y="5918231"/>
                  </a:lnTo>
                  <a:lnTo>
                    <a:pt x="375071" y="5918231"/>
                  </a:lnTo>
                  <a:lnTo>
                    <a:pt x="375165" y="5918231"/>
                  </a:lnTo>
                  <a:lnTo>
                    <a:pt x="375259" y="5918231"/>
                  </a:lnTo>
                  <a:lnTo>
                    <a:pt x="375541" y="5918231"/>
                  </a:lnTo>
                  <a:lnTo>
                    <a:pt x="375635" y="5918231"/>
                  </a:lnTo>
                  <a:lnTo>
                    <a:pt x="375730" y="5918231"/>
                  </a:lnTo>
                  <a:lnTo>
                    <a:pt x="375824" y="5918231"/>
                  </a:lnTo>
                  <a:lnTo>
                    <a:pt x="375918" y="5918231"/>
                  </a:lnTo>
                  <a:lnTo>
                    <a:pt x="376012" y="5918231"/>
                  </a:lnTo>
                  <a:lnTo>
                    <a:pt x="376106" y="5918231"/>
                  </a:lnTo>
                  <a:lnTo>
                    <a:pt x="376294" y="5918231"/>
                  </a:lnTo>
                  <a:lnTo>
                    <a:pt x="376388" y="5918231"/>
                  </a:lnTo>
                  <a:lnTo>
                    <a:pt x="376482" y="5918231"/>
                  </a:lnTo>
                  <a:lnTo>
                    <a:pt x="376858" y="5918231"/>
                  </a:lnTo>
                  <a:lnTo>
                    <a:pt x="376952" y="5918231"/>
                  </a:lnTo>
                  <a:lnTo>
                    <a:pt x="377046" y="5918231"/>
                  </a:lnTo>
                  <a:lnTo>
                    <a:pt x="377140" y="5918231"/>
                  </a:lnTo>
                  <a:lnTo>
                    <a:pt x="377234" y="5918231"/>
                  </a:lnTo>
                  <a:lnTo>
                    <a:pt x="377328" y="5918231"/>
                  </a:lnTo>
                  <a:lnTo>
                    <a:pt x="377516" y="5918231"/>
                  </a:lnTo>
                  <a:lnTo>
                    <a:pt x="377610" y="5918231"/>
                  </a:lnTo>
                  <a:lnTo>
                    <a:pt x="377704" y="5918231"/>
                  </a:lnTo>
                  <a:lnTo>
                    <a:pt x="377798" y="5918231"/>
                  </a:lnTo>
                  <a:lnTo>
                    <a:pt x="377892" y="5918231"/>
                  </a:lnTo>
                  <a:lnTo>
                    <a:pt x="377986" y="5918231"/>
                  </a:lnTo>
                  <a:lnTo>
                    <a:pt x="378080" y="5918231"/>
                  </a:lnTo>
                  <a:lnTo>
                    <a:pt x="378174" y="5918231"/>
                  </a:lnTo>
                  <a:lnTo>
                    <a:pt x="378268" y="5918231"/>
                  </a:lnTo>
                  <a:lnTo>
                    <a:pt x="378456" y="5918231"/>
                  </a:lnTo>
                  <a:lnTo>
                    <a:pt x="378832" y="5918231"/>
                  </a:lnTo>
                  <a:lnTo>
                    <a:pt x="378926" y="5918231"/>
                  </a:lnTo>
                  <a:lnTo>
                    <a:pt x="379020" y="5918231"/>
                  </a:lnTo>
                  <a:lnTo>
                    <a:pt x="379114" y="5918231"/>
                  </a:lnTo>
                  <a:lnTo>
                    <a:pt x="379303" y="5918231"/>
                  </a:lnTo>
                  <a:lnTo>
                    <a:pt x="379397" y="5918231"/>
                  </a:lnTo>
                  <a:lnTo>
                    <a:pt x="379491" y="5918231"/>
                  </a:lnTo>
                  <a:lnTo>
                    <a:pt x="379585" y="5918231"/>
                  </a:lnTo>
                  <a:lnTo>
                    <a:pt x="379679" y="5918231"/>
                  </a:lnTo>
                  <a:lnTo>
                    <a:pt x="379773" y="5918231"/>
                  </a:lnTo>
                  <a:lnTo>
                    <a:pt x="379867" y="5918231"/>
                  </a:lnTo>
                  <a:lnTo>
                    <a:pt x="379961" y="5918231"/>
                  </a:lnTo>
                  <a:lnTo>
                    <a:pt x="380055" y="5918231"/>
                  </a:lnTo>
                  <a:lnTo>
                    <a:pt x="380149" y="5918231"/>
                  </a:lnTo>
                  <a:lnTo>
                    <a:pt x="380243" y="5918231"/>
                  </a:lnTo>
                  <a:lnTo>
                    <a:pt x="380337" y="5918231"/>
                  </a:lnTo>
                  <a:lnTo>
                    <a:pt x="380525" y="5918231"/>
                  </a:lnTo>
                  <a:lnTo>
                    <a:pt x="380619" y="5918231"/>
                  </a:lnTo>
                  <a:lnTo>
                    <a:pt x="380807" y="5918231"/>
                  </a:lnTo>
                  <a:lnTo>
                    <a:pt x="380901" y="5918231"/>
                  </a:lnTo>
                  <a:lnTo>
                    <a:pt x="380995" y="5918231"/>
                  </a:lnTo>
                  <a:lnTo>
                    <a:pt x="381089" y="5918231"/>
                  </a:lnTo>
                  <a:lnTo>
                    <a:pt x="381183" y="5918231"/>
                  </a:lnTo>
                  <a:lnTo>
                    <a:pt x="381277" y="5918231"/>
                  </a:lnTo>
                  <a:lnTo>
                    <a:pt x="381371" y="5918231"/>
                  </a:lnTo>
                  <a:lnTo>
                    <a:pt x="381465" y="5918231"/>
                  </a:lnTo>
                  <a:lnTo>
                    <a:pt x="381653" y="5918231"/>
                  </a:lnTo>
                  <a:lnTo>
                    <a:pt x="382029" y="5912951"/>
                  </a:lnTo>
                  <a:lnTo>
                    <a:pt x="382123" y="5912951"/>
                  </a:lnTo>
                  <a:lnTo>
                    <a:pt x="382217" y="5912951"/>
                  </a:lnTo>
                  <a:lnTo>
                    <a:pt x="382311" y="5912951"/>
                  </a:lnTo>
                  <a:lnTo>
                    <a:pt x="382405" y="5912951"/>
                  </a:lnTo>
                  <a:lnTo>
                    <a:pt x="382499" y="5912951"/>
                  </a:lnTo>
                  <a:lnTo>
                    <a:pt x="382593" y="5912951"/>
                  </a:lnTo>
                  <a:lnTo>
                    <a:pt x="382687" y="5912951"/>
                  </a:lnTo>
                  <a:lnTo>
                    <a:pt x="382782" y="5912951"/>
                  </a:lnTo>
                  <a:lnTo>
                    <a:pt x="382876" y="5912951"/>
                  </a:lnTo>
                  <a:lnTo>
                    <a:pt x="382970" y="5912951"/>
                  </a:lnTo>
                  <a:lnTo>
                    <a:pt x="383064" y="5912951"/>
                  </a:lnTo>
                  <a:lnTo>
                    <a:pt x="383158" y="5912951"/>
                  </a:lnTo>
                  <a:lnTo>
                    <a:pt x="383252" y="5912951"/>
                  </a:lnTo>
                  <a:lnTo>
                    <a:pt x="383346" y="5912951"/>
                  </a:lnTo>
                  <a:lnTo>
                    <a:pt x="383440" y="5912951"/>
                  </a:lnTo>
                  <a:lnTo>
                    <a:pt x="383534" y="5912951"/>
                  </a:lnTo>
                  <a:lnTo>
                    <a:pt x="383722" y="5912951"/>
                  </a:lnTo>
                  <a:lnTo>
                    <a:pt x="383816" y="5912951"/>
                  </a:lnTo>
                  <a:lnTo>
                    <a:pt x="383910" y="5912951"/>
                  </a:lnTo>
                  <a:lnTo>
                    <a:pt x="384004" y="5912951"/>
                  </a:lnTo>
                  <a:lnTo>
                    <a:pt x="384098" y="5912951"/>
                  </a:lnTo>
                  <a:lnTo>
                    <a:pt x="384192" y="5912951"/>
                  </a:lnTo>
                  <a:lnTo>
                    <a:pt x="384286" y="5912951"/>
                  </a:lnTo>
                  <a:lnTo>
                    <a:pt x="384474" y="5912951"/>
                  </a:lnTo>
                  <a:lnTo>
                    <a:pt x="384568" y="5912951"/>
                  </a:lnTo>
                  <a:lnTo>
                    <a:pt x="384662" y="5912951"/>
                  </a:lnTo>
                  <a:lnTo>
                    <a:pt x="384756" y="5912951"/>
                  </a:lnTo>
                  <a:lnTo>
                    <a:pt x="384850" y="5912951"/>
                  </a:lnTo>
                  <a:lnTo>
                    <a:pt x="384944" y="5912951"/>
                  </a:lnTo>
                  <a:lnTo>
                    <a:pt x="385038" y="5912951"/>
                  </a:lnTo>
                  <a:lnTo>
                    <a:pt x="385132" y="5912951"/>
                  </a:lnTo>
                  <a:lnTo>
                    <a:pt x="385226" y="5912951"/>
                  </a:lnTo>
                  <a:lnTo>
                    <a:pt x="385320" y="5912951"/>
                  </a:lnTo>
                  <a:lnTo>
                    <a:pt x="385696" y="5912951"/>
                  </a:lnTo>
                  <a:lnTo>
                    <a:pt x="385790" y="5912951"/>
                  </a:lnTo>
                  <a:lnTo>
                    <a:pt x="385884" y="5912951"/>
                  </a:lnTo>
                  <a:lnTo>
                    <a:pt x="385978" y="5912951"/>
                  </a:lnTo>
                  <a:lnTo>
                    <a:pt x="386072" y="5912951"/>
                  </a:lnTo>
                  <a:lnTo>
                    <a:pt x="386166" y="5912951"/>
                  </a:lnTo>
                  <a:lnTo>
                    <a:pt x="386260" y="5912951"/>
                  </a:lnTo>
                  <a:lnTo>
                    <a:pt x="386355" y="5912951"/>
                  </a:lnTo>
                  <a:lnTo>
                    <a:pt x="386449" y="5912951"/>
                  </a:lnTo>
                  <a:lnTo>
                    <a:pt x="386543" y="5912951"/>
                  </a:lnTo>
                  <a:lnTo>
                    <a:pt x="386731" y="5912951"/>
                  </a:lnTo>
                  <a:lnTo>
                    <a:pt x="386825" y="5912951"/>
                  </a:lnTo>
                  <a:lnTo>
                    <a:pt x="386919" y="5912951"/>
                  </a:lnTo>
                  <a:lnTo>
                    <a:pt x="387013" y="5912951"/>
                  </a:lnTo>
                  <a:lnTo>
                    <a:pt x="387107" y="5912951"/>
                  </a:lnTo>
                  <a:lnTo>
                    <a:pt x="387483" y="5912951"/>
                  </a:lnTo>
                  <a:lnTo>
                    <a:pt x="387577" y="5912951"/>
                  </a:lnTo>
                  <a:lnTo>
                    <a:pt x="387671" y="5912951"/>
                  </a:lnTo>
                  <a:lnTo>
                    <a:pt x="387765" y="5912951"/>
                  </a:lnTo>
                  <a:lnTo>
                    <a:pt x="387859" y="5912951"/>
                  </a:lnTo>
                  <a:lnTo>
                    <a:pt x="388047" y="5912951"/>
                  </a:lnTo>
                  <a:lnTo>
                    <a:pt x="388141" y="5912951"/>
                  </a:lnTo>
                  <a:lnTo>
                    <a:pt x="388235" y="5912951"/>
                  </a:lnTo>
                  <a:lnTo>
                    <a:pt x="388329" y="5912951"/>
                  </a:lnTo>
                  <a:lnTo>
                    <a:pt x="388423" y="5912951"/>
                  </a:lnTo>
                  <a:lnTo>
                    <a:pt x="388611" y="5912951"/>
                  </a:lnTo>
                  <a:lnTo>
                    <a:pt x="388705" y="5912951"/>
                  </a:lnTo>
                  <a:lnTo>
                    <a:pt x="388799" y="5912951"/>
                  </a:lnTo>
                  <a:lnTo>
                    <a:pt x="388893" y="5912951"/>
                  </a:lnTo>
                  <a:lnTo>
                    <a:pt x="388987" y="5912951"/>
                  </a:lnTo>
                  <a:lnTo>
                    <a:pt x="389081" y="5912951"/>
                  </a:lnTo>
                  <a:lnTo>
                    <a:pt x="389175" y="5907672"/>
                  </a:lnTo>
                  <a:lnTo>
                    <a:pt x="389269" y="5907672"/>
                  </a:lnTo>
                  <a:lnTo>
                    <a:pt x="389363" y="5907672"/>
                  </a:lnTo>
                  <a:lnTo>
                    <a:pt x="389645" y="5907672"/>
                  </a:lnTo>
                  <a:lnTo>
                    <a:pt x="389739" y="5907672"/>
                  </a:lnTo>
                  <a:lnTo>
                    <a:pt x="389928" y="5907672"/>
                  </a:lnTo>
                  <a:lnTo>
                    <a:pt x="390022" y="5907672"/>
                  </a:lnTo>
                  <a:lnTo>
                    <a:pt x="390116" y="5907672"/>
                  </a:lnTo>
                  <a:lnTo>
                    <a:pt x="390210" y="5907672"/>
                  </a:lnTo>
                  <a:lnTo>
                    <a:pt x="390304" y="5907672"/>
                  </a:lnTo>
                  <a:lnTo>
                    <a:pt x="390492" y="5907672"/>
                  </a:lnTo>
                  <a:lnTo>
                    <a:pt x="390586" y="5907672"/>
                  </a:lnTo>
                  <a:lnTo>
                    <a:pt x="390774" y="5907672"/>
                  </a:lnTo>
                  <a:lnTo>
                    <a:pt x="390868" y="5907672"/>
                  </a:lnTo>
                  <a:lnTo>
                    <a:pt x="390962" y="5907672"/>
                  </a:lnTo>
                  <a:lnTo>
                    <a:pt x="391056" y="5907672"/>
                  </a:lnTo>
                  <a:lnTo>
                    <a:pt x="391150" y="5907672"/>
                  </a:lnTo>
                  <a:lnTo>
                    <a:pt x="391244" y="5907672"/>
                  </a:lnTo>
                  <a:lnTo>
                    <a:pt x="391432" y="5907672"/>
                  </a:lnTo>
                  <a:lnTo>
                    <a:pt x="391620" y="5907672"/>
                  </a:lnTo>
                  <a:lnTo>
                    <a:pt x="391714" y="5907672"/>
                  </a:lnTo>
                  <a:lnTo>
                    <a:pt x="391808" y="5907672"/>
                  </a:lnTo>
                  <a:lnTo>
                    <a:pt x="391902" y="5907672"/>
                  </a:lnTo>
                  <a:lnTo>
                    <a:pt x="391996" y="5907672"/>
                  </a:lnTo>
                  <a:lnTo>
                    <a:pt x="392090" y="5907672"/>
                  </a:lnTo>
                  <a:lnTo>
                    <a:pt x="392278" y="5907672"/>
                  </a:lnTo>
                  <a:lnTo>
                    <a:pt x="392372" y="5907672"/>
                  </a:lnTo>
                  <a:lnTo>
                    <a:pt x="392466" y="5907672"/>
                  </a:lnTo>
                  <a:lnTo>
                    <a:pt x="392560" y="5907672"/>
                  </a:lnTo>
                  <a:lnTo>
                    <a:pt x="392748" y="5907672"/>
                  </a:lnTo>
                  <a:lnTo>
                    <a:pt x="393030" y="5907672"/>
                  </a:lnTo>
                  <a:lnTo>
                    <a:pt x="393124" y="5907672"/>
                  </a:lnTo>
                  <a:lnTo>
                    <a:pt x="393218" y="5907672"/>
                  </a:lnTo>
                  <a:lnTo>
                    <a:pt x="393312" y="5907672"/>
                  </a:lnTo>
                  <a:lnTo>
                    <a:pt x="393407" y="5907672"/>
                  </a:lnTo>
                  <a:lnTo>
                    <a:pt x="393689" y="5907672"/>
                  </a:lnTo>
                  <a:lnTo>
                    <a:pt x="393783" y="5907672"/>
                  </a:lnTo>
                  <a:lnTo>
                    <a:pt x="393877" y="5907672"/>
                  </a:lnTo>
                  <a:lnTo>
                    <a:pt x="393971" y="5907672"/>
                  </a:lnTo>
                  <a:lnTo>
                    <a:pt x="394065" y="5907672"/>
                  </a:lnTo>
                  <a:lnTo>
                    <a:pt x="394159" y="5907672"/>
                  </a:lnTo>
                  <a:lnTo>
                    <a:pt x="394253" y="5907672"/>
                  </a:lnTo>
                  <a:lnTo>
                    <a:pt x="394347" y="5907672"/>
                  </a:lnTo>
                  <a:lnTo>
                    <a:pt x="394441" y="5907672"/>
                  </a:lnTo>
                  <a:lnTo>
                    <a:pt x="394535" y="5907672"/>
                  </a:lnTo>
                  <a:lnTo>
                    <a:pt x="394629" y="5907672"/>
                  </a:lnTo>
                  <a:lnTo>
                    <a:pt x="394723" y="5907672"/>
                  </a:lnTo>
                  <a:lnTo>
                    <a:pt x="394911" y="5907672"/>
                  </a:lnTo>
                  <a:lnTo>
                    <a:pt x="395005" y="5907672"/>
                  </a:lnTo>
                  <a:lnTo>
                    <a:pt x="395099" y="5907672"/>
                  </a:lnTo>
                  <a:lnTo>
                    <a:pt x="395287" y="5907672"/>
                  </a:lnTo>
                  <a:lnTo>
                    <a:pt x="395381" y="5907672"/>
                  </a:lnTo>
                  <a:lnTo>
                    <a:pt x="395663" y="5907672"/>
                  </a:lnTo>
                  <a:lnTo>
                    <a:pt x="395757" y="5907672"/>
                  </a:lnTo>
                  <a:lnTo>
                    <a:pt x="395851" y="5907672"/>
                  </a:lnTo>
                  <a:lnTo>
                    <a:pt x="395945" y="5907672"/>
                  </a:lnTo>
                  <a:lnTo>
                    <a:pt x="396039" y="5907672"/>
                  </a:lnTo>
                  <a:lnTo>
                    <a:pt x="396133" y="5907672"/>
                  </a:lnTo>
                  <a:lnTo>
                    <a:pt x="396227" y="5907672"/>
                  </a:lnTo>
                  <a:lnTo>
                    <a:pt x="396321" y="5907672"/>
                  </a:lnTo>
                  <a:lnTo>
                    <a:pt x="396415" y="5907672"/>
                  </a:lnTo>
                  <a:lnTo>
                    <a:pt x="396509" y="5907672"/>
                  </a:lnTo>
                  <a:lnTo>
                    <a:pt x="396603" y="5907672"/>
                  </a:lnTo>
                  <a:lnTo>
                    <a:pt x="396697" y="5907672"/>
                  </a:lnTo>
                  <a:lnTo>
                    <a:pt x="396885" y="5907672"/>
                  </a:lnTo>
                  <a:lnTo>
                    <a:pt x="396980" y="5907672"/>
                  </a:lnTo>
                  <a:lnTo>
                    <a:pt x="397074" y="5907672"/>
                  </a:lnTo>
                  <a:lnTo>
                    <a:pt x="397168" y="5907672"/>
                  </a:lnTo>
                  <a:lnTo>
                    <a:pt x="397262" y="5907672"/>
                  </a:lnTo>
                  <a:lnTo>
                    <a:pt x="397356" y="5907672"/>
                  </a:lnTo>
                  <a:lnTo>
                    <a:pt x="397450" y="5907672"/>
                  </a:lnTo>
                  <a:lnTo>
                    <a:pt x="397544" y="5907672"/>
                  </a:lnTo>
                  <a:lnTo>
                    <a:pt x="397638" y="5907672"/>
                  </a:lnTo>
                  <a:lnTo>
                    <a:pt x="397732" y="5907672"/>
                  </a:lnTo>
                  <a:lnTo>
                    <a:pt x="397826" y="5907672"/>
                  </a:lnTo>
                  <a:lnTo>
                    <a:pt x="397920" y="5907672"/>
                  </a:lnTo>
                  <a:lnTo>
                    <a:pt x="398014" y="5907672"/>
                  </a:lnTo>
                  <a:lnTo>
                    <a:pt x="398108" y="5907672"/>
                  </a:lnTo>
                  <a:lnTo>
                    <a:pt x="398202" y="5907672"/>
                  </a:lnTo>
                  <a:lnTo>
                    <a:pt x="398296" y="5907672"/>
                  </a:lnTo>
                  <a:lnTo>
                    <a:pt x="398390" y="5907672"/>
                  </a:lnTo>
                  <a:lnTo>
                    <a:pt x="398484" y="5907672"/>
                  </a:lnTo>
                  <a:lnTo>
                    <a:pt x="398578" y="5907672"/>
                  </a:lnTo>
                  <a:lnTo>
                    <a:pt x="398672" y="5907672"/>
                  </a:lnTo>
                  <a:lnTo>
                    <a:pt x="398766" y="5907672"/>
                  </a:lnTo>
                  <a:lnTo>
                    <a:pt x="398954" y="5907672"/>
                  </a:lnTo>
                  <a:lnTo>
                    <a:pt x="399048" y="5907672"/>
                  </a:lnTo>
                  <a:lnTo>
                    <a:pt x="399142" y="5907672"/>
                  </a:lnTo>
                  <a:lnTo>
                    <a:pt x="399330" y="5907672"/>
                  </a:lnTo>
                  <a:lnTo>
                    <a:pt x="399424" y="5907672"/>
                  </a:lnTo>
                  <a:lnTo>
                    <a:pt x="399518" y="5907672"/>
                  </a:lnTo>
                  <a:lnTo>
                    <a:pt x="399612" y="5907672"/>
                  </a:lnTo>
                  <a:lnTo>
                    <a:pt x="399706" y="5907672"/>
                  </a:lnTo>
                  <a:lnTo>
                    <a:pt x="399894" y="5907672"/>
                  </a:lnTo>
                  <a:lnTo>
                    <a:pt x="399988" y="5907672"/>
                  </a:lnTo>
                  <a:lnTo>
                    <a:pt x="400176" y="5907672"/>
                  </a:lnTo>
                  <a:lnTo>
                    <a:pt x="400270" y="5907672"/>
                  </a:lnTo>
                  <a:lnTo>
                    <a:pt x="400364" y="5907672"/>
                  </a:lnTo>
                  <a:lnTo>
                    <a:pt x="400458" y="5907672"/>
                  </a:lnTo>
                  <a:lnTo>
                    <a:pt x="400553" y="5907672"/>
                  </a:lnTo>
                  <a:lnTo>
                    <a:pt x="400647" y="5907672"/>
                  </a:lnTo>
                  <a:lnTo>
                    <a:pt x="400741" y="5907672"/>
                  </a:lnTo>
                  <a:lnTo>
                    <a:pt x="400835" y="5907672"/>
                  </a:lnTo>
                  <a:lnTo>
                    <a:pt x="400929" y="5907672"/>
                  </a:lnTo>
                  <a:lnTo>
                    <a:pt x="401023" y="5907672"/>
                  </a:lnTo>
                  <a:lnTo>
                    <a:pt x="401117" y="5907672"/>
                  </a:lnTo>
                  <a:lnTo>
                    <a:pt x="401211" y="5907672"/>
                  </a:lnTo>
                  <a:lnTo>
                    <a:pt x="401305" y="5907672"/>
                  </a:lnTo>
                  <a:lnTo>
                    <a:pt x="401399" y="5907672"/>
                  </a:lnTo>
                  <a:lnTo>
                    <a:pt x="401493" y="5907672"/>
                  </a:lnTo>
                  <a:lnTo>
                    <a:pt x="401587" y="5907672"/>
                  </a:lnTo>
                  <a:lnTo>
                    <a:pt x="401681" y="5907672"/>
                  </a:lnTo>
                  <a:lnTo>
                    <a:pt x="401775" y="5907672"/>
                  </a:lnTo>
                  <a:lnTo>
                    <a:pt x="401869" y="5907672"/>
                  </a:lnTo>
                  <a:lnTo>
                    <a:pt x="401963" y="5907672"/>
                  </a:lnTo>
                  <a:lnTo>
                    <a:pt x="402057" y="5907672"/>
                  </a:lnTo>
                  <a:lnTo>
                    <a:pt x="402151" y="5907672"/>
                  </a:lnTo>
                  <a:lnTo>
                    <a:pt x="402245" y="5907672"/>
                  </a:lnTo>
                  <a:lnTo>
                    <a:pt x="402339" y="5907672"/>
                  </a:lnTo>
                  <a:lnTo>
                    <a:pt x="402527" y="5907672"/>
                  </a:lnTo>
                  <a:lnTo>
                    <a:pt x="402621" y="5907672"/>
                  </a:lnTo>
                  <a:lnTo>
                    <a:pt x="402715" y="5907672"/>
                  </a:lnTo>
                  <a:lnTo>
                    <a:pt x="402809" y="5907672"/>
                  </a:lnTo>
                  <a:lnTo>
                    <a:pt x="402903" y="5907672"/>
                  </a:lnTo>
                  <a:lnTo>
                    <a:pt x="403091" y="5907672"/>
                  </a:lnTo>
                  <a:lnTo>
                    <a:pt x="403185" y="5907672"/>
                  </a:lnTo>
                  <a:lnTo>
                    <a:pt x="403279" y="5907672"/>
                  </a:lnTo>
                  <a:lnTo>
                    <a:pt x="403373" y="5907672"/>
                  </a:lnTo>
                  <a:lnTo>
                    <a:pt x="403467" y="5907672"/>
                  </a:lnTo>
                  <a:lnTo>
                    <a:pt x="403561" y="5907672"/>
                  </a:lnTo>
                  <a:lnTo>
                    <a:pt x="403655" y="5907672"/>
                  </a:lnTo>
                  <a:lnTo>
                    <a:pt x="403843" y="5907672"/>
                  </a:lnTo>
                  <a:lnTo>
                    <a:pt x="403937" y="5907672"/>
                  </a:lnTo>
                  <a:lnTo>
                    <a:pt x="404031" y="5907672"/>
                  </a:lnTo>
                  <a:lnTo>
                    <a:pt x="404126" y="5907672"/>
                  </a:lnTo>
                  <a:lnTo>
                    <a:pt x="404220" y="5907672"/>
                  </a:lnTo>
                  <a:lnTo>
                    <a:pt x="404314" y="5907672"/>
                  </a:lnTo>
                  <a:lnTo>
                    <a:pt x="404408" y="5907672"/>
                  </a:lnTo>
                  <a:lnTo>
                    <a:pt x="404596" y="5907672"/>
                  </a:lnTo>
                  <a:lnTo>
                    <a:pt x="404690" y="5907672"/>
                  </a:lnTo>
                  <a:lnTo>
                    <a:pt x="404784" y="5907672"/>
                  </a:lnTo>
                  <a:lnTo>
                    <a:pt x="404878" y="5907672"/>
                  </a:lnTo>
                  <a:lnTo>
                    <a:pt x="404972" y="5907672"/>
                  </a:lnTo>
                  <a:lnTo>
                    <a:pt x="405066" y="5907672"/>
                  </a:lnTo>
                  <a:lnTo>
                    <a:pt x="405160" y="5907672"/>
                  </a:lnTo>
                  <a:lnTo>
                    <a:pt x="405254" y="5907672"/>
                  </a:lnTo>
                  <a:lnTo>
                    <a:pt x="405348" y="5907672"/>
                  </a:lnTo>
                  <a:lnTo>
                    <a:pt x="405348" y="5902393"/>
                  </a:lnTo>
                  <a:lnTo>
                    <a:pt x="405442" y="5902393"/>
                  </a:lnTo>
                  <a:lnTo>
                    <a:pt x="405442" y="5897113"/>
                  </a:lnTo>
                  <a:lnTo>
                    <a:pt x="405724" y="5897113"/>
                  </a:lnTo>
                  <a:lnTo>
                    <a:pt x="405818" y="5897113"/>
                  </a:lnTo>
                  <a:lnTo>
                    <a:pt x="405912" y="5897113"/>
                  </a:lnTo>
                  <a:lnTo>
                    <a:pt x="406100" y="5897113"/>
                  </a:lnTo>
                  <a:lnTo>
                    <a:pt x="406288" y="5897113"/>
                  </a:lnTo>
                  <a:lnTo>
                    <a:pt x="406382" y="5897113"/>
                  </a:lnTo>
                  <a:lnTo>
                    <a:pt x="406476" y="5897113"/>
                  </a:lnTo>
                  <a:lnTo>
                    <a:pt x="406570" y="5897113"/>
                  </a:lnTo>
                  <a:lnTo>
                    <a:pt x="406664" y="5897113"/>
                  </a:lnTo>
                  <a:lnTo>
                    <a:pt x="406758" y="5897113"/>
                  </a:lnTo>
                  <a:lnTo>
                    <a:pt x="406852" y="5897113"/>
                  </a:lnTo>
                  <a:lnTo>
                    <a:pt x="406946" y="5897113"/>
                  </a:lnTo>
                  <a:lnTo>
                    <a:pt x="407699" y="5897113"/>
                  </a:lnTo>
                  <a:lnTo>
                    <a:pt x="407793" y="5897113"/>
                  </a:lnTo>
                  <a:lnTo>
                    <a:pt x="407887" y="5897113"/>
                  </a:lnTo>
                  <a:lnTo>
                    <a:pt x="407981" y="5897113"/>
                  </a:lnTo>
                  <a:lnTo>
                    <a:pt x="408075" y="5897113"/>
                  </a:lnTo>
                  <a:lnTo>
                    <a:pt x="408169" y="5897113"/>
                  </a:lnTo>
                  <a:lnTo>
                    <a:pt x="408263" y="5897113"/>
                  </a:lnTo>
                  <a:lnTo>
                    <a:pt x="408357" y="5897113"/>
                  </a:lnTo>
                  <a:lnTo>
                    <a:pt x="408451" y="5897113"/>
                  </a:lnTo>
                  <a:lnTo>
                    <a:pt x="408545" y="5897113"/>
                  </a:lnTo>
                  <a:lnTo>
                    <a:pt x="408639" y="5897113"/>
                  </a:lnTo>
                  <a:lnTo>
                    <a:pt x="408733" y="5891834"/>
                  </a:lnTo>
                  <a:lnTo>
                    <a:pt x="408827" y="5891834"/>
                  </a:lnTo>
                  <a:lnTo>
                    <a:pt x="408921" y="5891834"/>
                  </a:lnTo>
                  <a:lnTo>
                    <a:pt x="409203" y="5891834"/>
                  </a:lnTo>
                  <a:lnTo>
                    <a:pt x="409297" y="5891834"/>
                  </a:lnTo>
                  <a:lnTo>
                    <a:pt x="409391" y="5891834"/>
                  </a:lnTo>
                  <a:lnTo>
                    <a:pt x="409579" y="5891834"/>
                  </a:lnTo>
                  <a:lnTo>
                    <a:pt x="409861" y="5886554"/>
                  </a:lnTo>
                  <a:lnTo>
                    <a:pt x="409955" y="5886554"/>
                  </a:lnTo>
                  <a:lnTo>
                    <a:pt x="410143" y="5886554"/>
                  </a:lnTo>
                  <a:lnTo>
                    <a:pt x="410425" y="5886554"/>
                  </a:lnTo>
                  <a:lnTo>
                    <a:pt x="410519" y="5886554"/>
                  </a:lnTo>
                  <a:lnTo>
                    <a:pt x="410613" y="5886554"/>
                  </a:lnTo>
                  <a:lnTo>
                    <a:pt x="410707" y="5886554"/>
                  </a:lnTo>
                  <a:lnTo>
                    <a:pt x="410895" y="5886554"/>
                  </a:lnTo>
                  <a:lnTo>
                    <a:pt x="410989" y="5886554"/>
                  </a:lnTo>
                  <a:lnTo>
                    <a:pt x="411083" y="5886554"/>
                  </a:lnTo>
                  <a:lnTo>
                    <a:pt x="411178" y="5886554"/>
                  </a:lnTo>
                  <a:lnTo>
                    <a:pt x="411272" y="5886554"/>
                  </a:lnTo>
                  <a:lnTo>
                    <a:pt x="411366" y="5886554"/>
                  </a:lnTo>
                  <a:lnTo>
                    <a:pt x="411460" y="5886554"/>
                  </a:lnTo>
                  <a:lnTo>
                    <a:pt x="411648" y="5886554"/>
                  </a:lnTo>
                  <a:lnTo>
                    <a:pt x="411742" y="5886554"/>
                  </a:lnTo>
                  <a:lnTo>
                    <a:pt x="411836" y="5886554"/>
                  </a:lnTo>
                  <a:lnTo>
                    <a:pt x="411930" y="5886554"/>
                  </a:lnTo>
                  <a:lnTo>
                    <a:pt x="412118" y="5886554"/>
                  </a:lnTo>
                  <a:lnTo>
                    <a:pt x="412306" y="5886554"/>
                  </a:lnTo>
                  <a:lnTo>
                    <a:pt x="412400" y="5886554"/>
                  </a:lnTo>
                  <a:lnTo>
                    <a:pt x="412494" y="5886554"/>
                  </a:lnTo>
                  <a:lnTo>
                    <a:pt x="412588" y="5886554"/>
                  </a:lnTo>
                  <a:lnTo>
                    <a:pt x="412682" y="5886554"/>
                  </a:lnTo>
                  <a:lnTo>
                    <a:pt x="412776" y="5886554"/>
                  </a:lnTo>
                  <a:lnTo>
                    <a:pt x="412870" y="5886554"/>
                  </a:lnTo>
                  <a:lnTo>
                    <a:pt x="412964" y="5886554"/>
                  </a:lnTo>
                  <a:lnTo>
                    <a:pt x="413058" y="5886554"/>
                  </a:lnTo>
                  <a:lnTo>
                    <a:pt x="413152" y="5886554"/>
                  </a:lnTo>
                  <a:lnTo>
                    <a:pt x="413340" y="5886554"/>
                  </a:lnTo>
                  <a:lnTo>
                    <a:pt x="413434" y="5886554"/>
                  </a:lnTo>
                  <a:lnTo>
                    <a:pt x="413528" y="5886554"/>
                  </a:lnTo>
                  <a:lnTo>
                    <a:pt x="413716" y="5886554"/>
                  </a:lnTo>
                  <a:lnTo>
                    <a:pt x="413810" y="5886554"/>
                  </a:lnTo>
                  <a:lnTo>
                    <a:pt x="413904" y="5886554"/>
                  </a:lnTo>
                  <a:lnTo>
                    <a:pt x="413998" y="5886554"/>
                  </a:lnTo>
                  <a:lnTo>
                    <a:pt x="414092" y="5886554"/>
                  </a:lnTo>
                  <a:lnTo>
                    <a:pt x="414280" y="5886554"/>
                  </a:lnTo>
                  <a:lnTo>
                    <a:pt x="414374" y="5886554"/>
                  </a:lnTo>
                  <a:lnTo>
                    <a:pt x="414468" y="5886554"/>
                  </a:lnTo>
                  <a:lnTo>
                    <a:pt x="414562" y="5886554"/>
                  </a:lnTo>
                  <a:lnTo>
                    <a:pt x="414751" y="5886554"/>
                  </a:lnTo>
                  <a:lnTo>
                    <a:pt x="414845" y="5886554"/>
                  </a:lnTo>
                  <a:lnTo>
                    <a:pt x="415033" y="5886554"/>
                  </a:lnTo>
                  <a:lnTo>
                    <a:pt x="415127" y="5886554"/>
                  </a:lnTo>
                  <a:lnTo>
                    <a:pt x="415221" y="5886554"/>
                  </a:lnTo>
                  <a:lnTo>
                    <a:pt x="415221" y="5881275"/>
                  </a:lnTo>
                  <a:lnTo>
                    <a:pt x="415315" y="5881275"/>
                  </a:lnTo>
                  <a:lnTo>
                    <a:pt x="415409" y="5881275"/>
                  </a:lnTo>
                  <a:lnTo>
                    <a:pt x="415503" y="5881275"/>
                  </a:lnTo>
                  <a:lnTo>
                    <a:pt x="415597" y="5881275"/>
                  </a:lnTo>
                  <a:lnTo>
                    <a:pt x="415691" y="5881275"/>
                  </a:lnTo>
                  <a:lnTo>
                    <a:pt x="415785" y="5881275"/>
                  </a:lnTo>
                  <a:lnTo>
                    <a:pt x="415879" y="5881275"/>
                  </a:lnTo>
                  <a:lnTo>
                    <a:pt x="415973" y="5881275"/>
                  </a:lnTo>
                  <a:lnTo>
                    <a:pt x="416067" y="5881275"/>
                  </a:lnTo>
                  <a:lnTo>
                    <a:pt x="416161" y="5881275"/>
                  </a:lnTo>
                  <a:lnTo>
                    <a:pt x="416255" y="5881275"/>
                  </a:lnTo>
                  <a:lnTo>
                    <a:pt x="416349" y="5881275"/>
                  </a:lnTo>
                  <a:lnTo>
                    <a:pt x="416443" y="5881275"/>
                  </a:lnTo>
                  <a:lnTo>
                    <a:pt x="416537" y="5881275"/>
                  </a:lnTo>
                  <a:lnTo>
                    <a:pt x="416631" y="5881275"/>
                  </a:lnTo>
                  <a:lnTo>
                    <a:pt x="416725" y="5881275"/>
                  </a:lnTo>
                  <a:lnTo>
                    <a:pt x="416819" y="5881275"/>
                  </a:lnTo>
                  <a:lnTo>
                    <a:pt x="417007" y="5881275"/>
                  </a:lnTo>
                  <a:lnTo>
                    <a:pt x="417101" y="5881275"/>
                  </a:lnTo>
                  <a:lnTo>
                    <a:pt x="417195" y="5881275"/>
                  </a:lnTo>
                  <a:lnTo>
                    <a:pt x="417289" y="5881275"/>
                  </a:lnTo>
                  <a:lnTo>
                    <a:pt x="417383" y="5881275"/>
                  </a:lnTo>
                  <a:lnTo>
                    <a:pt x="417477" y="5881275"/>
                  </a:lnTo>
                  <a:lnTo>
                    <a:pt x="417571" y="5881275"/>
                  </a:lnTo>
                  <a:lnTo>
                    <a:pt x="417665" y="5881275"/>
                  </a:lnTo>
                  <a:lnTo>
                    <a:pt x="417759" y="5881275"/>
                  </a:lnTo>
                  <a:lnTo>
                    <a:pt x="417853" y="5881275"/>
                  </a:lnTo>
                  <a:lnTo>
                    <a:pt x="417947" y="5881275"/>
                  </a:lnTo>
                  <a:lnTo>
                    <a:pt x="418041" y="5881275"/>
                  </a:lnTo>
                  <a:lnTo>
                    <a:pt x="418135" y="5881275"/>
                  </a:lnTo>
                  <a:lnTo>
                    <a:pt x="418324" y="5881275"/>
                  </a:lnTo>
                  <a:lnTo>
                    <a:pt x="418418" y="5881275"/>
                  </a:lnTo>
                  <a:lnTo>
                    <a:pt x="418606" y="5881275"/>
                  </a:lnTo>
                  <a:lnTo>
                    <a:pt x="418700" y="5881275"/>
                  </a:lnTo>
                  <a:lnTo>
                    <a:pt x="418794" y="5881275"/>
                  </a:lnTo>
                  <a:lnTo>
                    <a:pt x="418888" y="5881275"/>
                  </a:lnTo>
                  <a:lnTo>
                    <a:pt x="418982" y="5881275"/>
                  </a:lnTo>
                  <a:lnTo>
                    <a:pt x="419076" y="5875995"/>
                  </a:lnTo>
                  <a:lnTo>
                    <a:pt x="419170" y="5875995"/>
                  </a:lnTo>
                  <a:lnTo>
                    <a:pt x="419264" y="5875995"/>
                  </a:lnTo>
                  <a:lnTo>
                    <a:pt x="419546" y="5875995"/>
                  </a:lnTo>
                  <a:lnTo>
                    <a:pt x="419640" y="5875995"/>
                  </a:lnTo>
                  <a:lnTo>
                    <a:pt x="419734" y="5875995"/>
                  </a:lnTo>
                  <a:lnTo>
                    <a:pt x="419828" y="5875995"/>
                  </a:lnTo>
                  <a:lnTo>
                    <a:pt x="419922" y="5875995"/>
                  </a:lnTo>
                  <a:lnTo>
                    <a:pt x="420016" y="5875995"/>
                  </a:lnTo>
                  <a:lnTo>
                    <a:pt x="420110" y="5875995"/>
                  </a:lnTo>
                  <a:lnTo>
                    <a:pt x="420204" y="5875995"/>
                  </a:lnTo>
                  <a:lnTo>
                    <a:pt x="420298" y="5875995"/>
                  </a:lnTo>
                  <a:lnTo>
                    <a:pt x="420392" y="5875995"/>
                  </a:lnTo>
                  <a:lnTo>
                    <a:pt x="420486" y="5875995"/>
                  </a:lnTo>
                  <a:lnTo>
                    <a:pt x="420580" y="5875995"/>
                  </a:lnTo>
                  <a:lnTo>
                    <a:pt x="420674" y="5875995"/>
                  </a:lnTo>
                  <a:lnTo>
                    <a:pt x="420768" y="5875995"/>
                  </a:lnTo>
                  <a:lnTo>
                    <a:pt x="420956" y="5875995"/>
                  </a:lnTo>
                  <a:lnTo>
                    <a:pt x="421050" y="5875995"/>
                  </a:lnTo>
                  <a:lnTo>
                    <a:pt x="421238" y="5875995"/>
                  </a:lnTo>
                  <a:lnTo>
                    <a:pt x="421426" y="5875995"/>
                  </a:lnTo>
                  <a:lnTo>
                    <a:pt x="421520" y="5870716"/>
                  </a:lnTo>
                  <a:lnTo>
                    <a:pt x="421614" y="5870716"/>
                  </a:lnTo>
                  <a:lnTo>
                    <a:pt x="421803" y="5870716"/>
                  </a:lnTo>
                  <a:lnTo>
                    <a:pt x="421897" y="5870716"/>
                  </a:lnTo>
                  <a:lnTo>
                    <a:pt x="421991" y="5870716"/>
                  </a:lnTo>
                  <a:lnTo>
                    <a:pt x="422085" y="5870716"/>
                  </a:lnTo>
                  <a:lnTo>
                    <a:pt x="422179" y="5870716"/>
                  </a:lnTo>
                  <a:lnTo>
                    <a:pt x="422367" y="5870716"/>
                  </a:lnTo>
                  <a:lnTo>
                    <a:pt x="422461" y="5870716"/>
                  </a:lnTo>
                  <a:lnTo>
                    <a:pt x="422555" y="5870716"/>
                  </a:lnTo>
                  <a:lnTo>
                    <a:pt x="422837" y="5870716"/>
                  </a:lnTo>
                  <a:lnTo>
                    <a:pt x="423025" y="5870716"/>
                  </a:lnTo>
                  <a:lnTo>
                    <a:pt x="423119" y="5870716"/>
                  </a:lnTo>
                  <a:lnTo>
                    <a:pt x="423213" y="5870716"/>
                  </a:lnTo>
                  <a:lnTo>
                    <a:pt x="423307" y="5870716"/>
                  </a:lnTo>
                  <a:lnTo>
                    <a:pt x="423401" y="5870716"/>
                  </a:lnTo>
                  <a:lnTo>
                    <a:pt x="423401" y="5865437"/>
                  </a:lnTo>
                  <a:lnTo>
                    <a:pt x="423495" y="5865437"/>
                  </a:lnTo>
                  <a:lnTo>
                    <a:pt x="423589" y="5865437"/>
                  </a:lnTo>
                  <a:lnTo>
                    <a:pt x="423683" y="5865437"/>
                  </a:lnTo>
                  <a:lnTo>
                    <a:pt x="423777" y="5865437"/>
                  </a:lnTo>
                  <a:lnTo>
                    <a:pt x="423871" y="5865437"/>
                  </a:lnTo>
                  <a:lnTo>
                    <a:pt x="423965" y="5865437"/>
                  </a:lnTo>
                  <a:lnTo>
                    <a:pt x="424059" y="5865437"/>
                  </a:lnTo>
                  <a:lnTo>
                    <a:pt x="424153" y="5865437"/>
                  </a:lnTo>
                  <a:lnTo>
                    <a:pt x="424247" y="5865437"/>
                  </a:lnTo>
                  <a:lnTo>
                    <a:pt x="424341" y="5865437"/>
                  </a:lnTo>
                  <a:lnTo>
                    <a:pt x="424435" y="5865437"/>
                  </a:lnTo>
                  <a:lnTo>
                    <a:pt x="424623" y="5865437"/>
                  </a:lnTo>
                  <a:lnTo>
                    <a:pt x="424717" y="5865437"/>
                  </a:lnTo>
                  <a:lnTo>
                    <a:pt x="424811" y="5865437"/>
                  </a:lnTo>
                  <a:lnTo>
                    <a:pt x="424999" y="5865437"/>
                  </a:lnTo>
                  <a:lnTo>
                    <a:pt x="425093" y="5865437"/>
                  </a:lnTo>
                  <a:lnTo>
                    <a:pt x="425187" y="5865437"/>
                  </a:lnTo>
                  <a:lnTo>
                    <a:pt x="425281" y="5865437"/>
                  </a:lnTo>
                  <a:lnTo>
                    <a:pt x="425376" y="5865437"/>
                  </a:lnTo>
                  <a:lnTo>
                    <a:pt x="425470" y="5865437"/>
                  </a:lnTo>
                  <a:lnTo>
                    <a:pt x="425564" y="5865437"/>
                  </a:lnTo>
                  <a:lnTo>
                    <a:pt x="425658" y="5865437"/>
                  </a:lnTo>
                  <a:lnTo>
                    <a:pt x="425752" y="5865437"/>
                  </a:lnTo>
                  <a:lnTo>
                    <a:pt x="425846" y="5865437"/>
                  </a:lnTo>
                  <a:lnTo>
                    <a:pt x="425940" y="5865437"/>
                  </a:lnTo>
                  <a:lnTo>
                    <a:pt x="426034" y="5865437"/>
                  </a:lnTo>
                  <a:lnTo>
                    <a:pt x="426128" y="5865437"/>
                  </a:lnTo>
                  <a:lnTo>
                    <a:pt x="426222" y="5865437"/>
                  </a:lnTo>
                  <a:lnTo>
                    <a:pt x="426316" y="5865437"/>
                  </a:lnTo>
                  <a:lnTo>
                    <a:pt x="426410" y="5865437"/>
                  </a:lnTo>
                  <a:lnTo>
                    <a:pt x="426504" y="5865437"/>
                  </a:lnTo>
                  <a:lnTo>
                    <a:pt x="426598" y="5865437"/>
                  </a:lnTo>
                  <a:lnTo>
                    <a:pt x="426974" y="5865437"/>
                  </a:lnTo>
                  <a:lnTo>
                    <a:pt x="427068" y="5865437"/>
                  </a:lnTo>
                  <a:lnTo>
                    <a:pt x="427162" y="5865437"/>
                  </a:lnTo>
                  <a:lnTo>
                    <a:pt x="427256" y="5865437"/>
                  </a:lnTo>
                  <a:lnTo>
                    <a:pt x="427350" y="5865437"/>
                  </a:lnTo>
                  <a:lnTo>
                    <a:pt x="427444" y="5865437"/>
                  </a:lnTo>
                  <a:lnTo>
                    <a:pt x="427632" y="5865437"/>
                  </a:lnTo>
                  <a:lnTo>
                    <a:pt x="427726" y="5865437"/>
                  </a:lnTo>
                  <a:lnTo>
                    <a:pt x="427726" y="5860157"/>
                  </a:lnTo>
                  <a:lnTo>
                    <a:pt x="427820" y="5860157"/>
                  </a:lnTo>
                  <a:lnTo>
                    <a:pt x="428008" y="5860157"/>
                  </a:lnTo>
                  <a:lnTo>
                    <a:pt x="428102" y="5860157"/>
                  </a:lnTo>
                  <a:lnTo>
                    <a:pt x="428196" y="5860157"/>
                  </a:lnTo>
                  <a:lnTo>
                    <a:pt x="428384" y="5860157"/>
                  </a:lnTo>
                  <a:lnTo>
                    <a:pt x="428478" y="5860157"/>
                  </a:lnTo>
                  <a:lnTo>
                    <a:pt x="428572" y="5860157"/>
                  </a:lnTo>
                  <a:lnTo>
                    <a:pt x="428855" y="5860157"/>
                  </a:lnTo>
                  <a:lnTo>
                    <a:pt x="428949" y="5860157"/>
                  </a:lnTo>
                  <a:lnTo>
                    <a:pt x="429043" y="5860157"/>
                  </a:lnTo>
                  <a:lnTo>
                    <a:pt x="429137" y="5860157"/>
                  </a:lnTo>
                  <a:lnTo>
                    <a:pt x="429231" y="5860157"/>
                  </a:lnTo>
                  <a:lnTo>
                    <a:pt x="429325" y="5860157"/>
                  </a:lnTo>
                  <a:lnTo>
                    <a:pt x="429607" y="5860157"/>
                  </a:lnTo>
                  <a:lnTo>
                    <a:pt x="429889" y="5860157"/>
                  </a:lnTo>
                  <a:lnTo>
                    <a:pt x="429983" y="5860157"/>
                  </a:lnTo>
                  <a:lnTo>
                    <a:pt x="430077" y="5860157"/>
                  </a:lnTo>
                  <a:lnTo>
                    <a:pt x="430265" y="5860157"/>
                  </a:lnTo>
                  <a:lnTo>
                    <a:pt x="430359" y="5860157"/>
                  </a:lnTo>
                  <a:lnTo>
                    <a:pt x="430453" y="5860157"/>
                  </a:lnTo>
                  <a:lnTo>
                    <a:pt x="430547" y="5860157"/>
                  </a:lnTo>
                  <a:lnTo>
                    <a:pt x="430735" y="5860157"/>
                  </a:lnTo>
                  <a:lnTo>
                    <a:pt x="430829" y="5860157"/>
                  </a:lnTo>
                  <a:lnTo>
                    <a:pt x="430923" y="5860157"/>
                  </a:lnTo>
                  <a:lnTo>
                    <a:pt x="431017" y="5860157"/>
                  </a:lnTo>
                  <a:lnTo>
                    <a:pt x="431299" y="5860157"/>
                  </a:lnTo>
                  <a:lnTo>
                    <a:pt x="431393" y="5860157"/>
                  </a:lnTo>
                  <a:lnTo>
                    <a:pt x="431487" y="5860157"/>
                  </a:lnTo>
                  <a:lnTo>
                    <a:pt x="431581" y="5860157"/>
                  </a:lnTo>
                  <a:lnTo>
                    <a:pt x="431769" y="5860157"/>
                  </a:lnTo>
                  <a:lnTo>
                    <a:pt x="431863" y="5860157"/>
                  </a:lnTo>
                  <a:lnTo>
                    <a:pt x="432051" y="5860157"/>
                  </a:lnTo>
                  <a:lnTo>
                    <a:pt x="432145" y="5860157"/>
                  </a:lnTo>
                  <a:lnTo>
                    <a:pt x="432239" y="5860157"/>
                  </a:lnTo>
                  <a:lnTo>
                    <a:pt x="432333" y="5860157"/>
                  </a:lnTo>
                  <a:lnTo>
                    <a:pt x="432333" y="5854878"/>
                  </a:lnTo>
                  <a:lnTo>
                    <a:pt x="432428" y="5854878"/>
                  </a:lnTo>
                  <a:lnTo>
                    <a:pt x="432616" y="5854878"/>
                  </a:lnTo>
                  <a:lnTo>
                    <a:pt x="432710" y="5854878"/>
                  </a:lnTo>
                  <a:lnTo>
                    <a:pt x="432804" y="5854878"/>
                  </a:lnTo>
                  <a:lnTo>
                    <a:pt x="432898" y="5854878"/>
                  </a:lnTo>
                  <a:lnTo>
                    <a:pt x="432992" y="5854878"/>
                  </a:lnTo>
                  <a:lnTo>
                    <a:pt x="433086" y="5854878"/>
                  </a:lnTo>
                  <a:lnTo>
                    <a:pt x="433274" y="5854878"/>
                  </a:lnTo>
                  <a:lnTo>
                    <a:pt x="433368" y="5854878"/>
                  </a:lnTo>
                  <a:lnTo>
                    <a:pt x="433462" y="5854878"/>
                  </a:lnTo>
                  <a:lnTo>
                    <a:pt x="433744" y="5854878"/>
                  </a:lnTo>
                  <a:lnTo>
                    <a:pt x="433932" y="5854878"/>
                  </a:lnTo>
                  <a:lnTo>
                    <a:pt x="434214" y="5854878"/>
                  </a:lnTo>
                  <a:lnTo>
                    <a:pt x="434402" y="5854878"/>
                  </a:lnTo>
                  <a:lnTo>
                    <a:pt x="434496" y="5854878"/>
                  </a:lnTo>
                  <a:lnTo>
                    <a:pt x="434684" y="5854878"/>
                  </a:lnTo>
                  <a:lnTo>
                    <a:pt x="434778" y="5854878"/>
                  </a:lnTo>
                  <a:lnTo>
                    <a:pt x="434872" y="5854878"/>
                  </a:lnTo>
                  <a:lnTo>
                    <a:pt x="435060" y="5854878"/>
                  </a:lnTo>
                  <a:lnTo>
                    <a:pt x="435154" y="5854878"/>
                  </a:lnTo>
                  <a:lnTo>
                    <a:pt x="435248" y="5854878"/>
                  </a:lnTo>
                  <a:lnTo>
                    <a:pt x="435342" y="5854878"/>
                  </a:lnTo>
                  <a:lnTo>
                    <a:pt x="435436" y="5849598"/>
                  </a:lnTo>
                  <a:lnTo>
                    <a:pt x="435530" y="5849598"/>
                  </a:lnTo>
                  <a:lnTo>
                    <a:pt x="435624" y="5849598"/>
                  </a:lnTo>
                  <a:lnTo>
                    <a:pt x="435718" y="5849598"/>
                  </a:lnTo>
                  <a:lnTo>
                    <a:pt x="435812" y="5849598"/>
                  </a:lnTo>
                  <a:lnTo>
                    <a:pt x="435906" y="5849598"/>
                  </a:lnTo>
                  <a:lnTo>
                    <a:pt x="436001" y="5849598"/>
                  </a:lnTo>
                  <a:lnTo>
                    <a:pt x="436189" y="5849598"/>
                  </a:lnTo>
                  <a:lnTo>
                    <a:pt x="436283" y="5849598"/>
                  </a:lnTo>
                  <a:lnTo>
                    <a:pt x="436377" y="5849598"/>
                  </a:lnTo>
                  <a:lnTo>
                    <a:pt x="436471" y="5849598"/>
                  </a:lnTo>
                  <a:lnTo>
                    <a:pt x="436565" y="5849598"/>
                  </a:lnTo>
                  <a:lnTo>
                    <a:pt x="436659" y="5849598"/>
                  </a:lnTo>
                  <a:lnTo>
                    <a:pt x="436941" y="5849598"/>
                  </a:lnTo>
                  <a:lnTo>
                    <a:pt x="437129" y="5849598"/>
                  </a:lnTo>
                  <a:lnTo>
                    <a:pt x="437223" y="5849598"/>
                  </a:lnTo>
                  <a:lnTo>
                    <a:pt x="437317" y="5849598"/>
                  </a:lnTo>
                  <a:lnTo>
                    <a:pt x="437411" y="5849598"/>
                  </a:lnTo>
                  <a:lnTo>
                    <a:pt x="437505" y="5849598"/>
                  </a:lnTo>
                  <a:lnTo>
                    <a:pt x="437599" y="5849598"/>
                  </a:lnTo>
                  <a:lnTo>
                    <a:pt x="437975" y="5849598"/>
                  </a:lnTo>
                  <a:lnTo>
                    <a:pt x="438163" y="5849598"/>
                  </a:lnTo>
                  <a:lnTo>
                    <a:pt x="438257" y="5849598"/>
                  </a:lnTo>
                  <a:lnTo>
                    <a:pt x="438351" y="5849598"/>
                  </a:lnTo>
                  <a:lnTo>
                    <a:pt x="438445" y="5849598"/>
                  </a:lnTo>
                  <a:lnTo>
                    <a:pt x="438539" y="5849598"/>
                  </a:lnTo>
                  <a:lnTo>
                    <a:pt x="438633" y="5849598"/>
                  </a:lnTo>
                  <a:lnTo>
                    <a:pt x="438821" y="5849598"/>
                  </a:lnTo>
                  <a:lnTo>
                    <a:pt x="438915" y="5849598"/>
                  </a:lnTo>
                  <a:lnTo>
                    <a:pt x="439009" y="5849598"/>
                  </a:lnTo>
                  <a:lnTo>
                    <a:pt x="439103" y="5849598"/>
                  </a:lnTo>
                  <a:lnTo>
                    <a:pt x="439197" y="5849598"/>
                  </a:lnTo>
                  <a:lnTo>
                    <a:pt x="439291" y="5849598"/>
                  </a:lnTo>
                  <a:lnTo>
                    <a:pt x="439385" y="5849598"/>
                  </a:lnTo>
                  <a:lnTo>
                    <a:pt x="439574" y="5849598"/>
                  </a:lnTo>
                  <a:lnTo>
                    <a:pt x="439668" y="5849598"/>
                  </a:lnTo>
                  <a:lnTo>
                    <a:pt x="439762" y="5849598"/>
                  </a:lnTo>
                  <a:lnTo>
                    <a:pt x="439856" y="5849598"/>
                  </a:lnTo>
                  <a:lnTo>
                    <a:pt x="439950" y="5849598"/>
                  </a:lnTo>
                  <a:lnTo>
                    <a:pt x="440044" y="5849598"/>
                  </a:lnTo>
                  <a:lnTo>
                    <a:pt x="440138" y="5849598"/>
                  </a:lnTo>
                  <a:lnTo>
                    <a:pt x="440232" y="5849598"/>
                  </a:lnTo>
                  <a:lnTo>
                    <a:pt x="440326" y="5849598"/>
                  </a:lnTo>
                  <a:lnTo>
                    <a:pt x="440420" y="5849598"/>
                  </a:lnTo>
                  <a:lnTo>
                    <a:pt x="440514" y="5849598"/>
                  </a:lnTo>
                  <a:lnTo>
                    <a:pt x="440608" y="5849598"/>
                  </a:lnTo>
                  <a:lnTo>
                    <a:pt x="440796" y="5849598"/>
                  </a:lnTo>
                  <a:lnTo>
                    <a:pt x="440890" y="5849598"/>
                  </a:lnTo>
                  <a:lnTo>
                    <a:pt x="440984" y="5849598"/>
                  </a:lnTo>
                  <a:lnTo>
                    <a:pt x="441078" y="5849598"/>
                  </a:lnTo>
                  <a:lnTo>
                    <a:pt x="441172" y="5849598"/>
                  </a:lnTo>
                  <a:lnTo>
                    <a:pt x="441266" y="5849598"/>
                  </a:lnTo>
                  <a:lnTo>
                    <a:pt x="441360" y="5849598"/>
                  </a:lnTo>
                  <a:lnTo>
                    <a:pt x="441454" y="5849598"/>
                  </a:lnTo>
                  <a:lnTo>
                    <a:pt x="441548" y="5849598"/>
                  </a:lnTo>
                  <a:lnTo>
                    <a:pt x="441642" y="5849598"/>
                  </a:lnTo>
                  <a:lnTo>
                    <a:pt x="441736" y="5849598"/>
                  </a:lnTo>
                  <a:lnTo>
                    <a:pt x="441830" y="5849598"/>
                  </a:lnTo>
                  <a:lnTo>
                    <a:pt x="441924" y="5849598"/>
                  </a:lnTo>
                  <a:lnTo>
                    <a:pt x="442018" y="5849598"/>
                  </a:lnTo>
                  <a:lnTo>
                    <a:pt x="442112" y="5849598"/>
                  </a:lnTo>
                  <a:lnTo>
                    <a:pt x="442206" y="5849598"/>
                  </a:lnTo>
                  <a:lnTo>
                    <a:pt x="442300" y="5849598"/>
                  </a:lnTo>
                  <a:lnTo>
                    <a:pt x="442394" y="5849598"/>
                  </a:lnTo>
                  <a:lnTo>
                    <a:pt x="442488" y="5849598"/>
                  </a:lnTo>
                  <a:lnTo>
                    <a:pt x="442676" y="5849598"/>
                  </a:lnTo>
                  <a:lnTo>
                    <a:pt x="442770" y="5849598"/>
                  </a:lnTo>
                  <a:lnTo>
                    <a:pt x="442864" y="5849598"/>
                  </a:lnTo>
                  <a:lnTo>
                    <a:pt x="442958" y="5849598"/>
                  </a:lnTo>
                  <a:lnTo>
                    <a:pt x="443053" y="5849598"/>
                  </a:lnTo>
                  <a:lnTo>
                    <a:pt x="443147" y="5849598"/>
                  </a:lnTo>
                  <a:lnTo>
                    <a:pt x="443335" y="5849598"/>
                  </a:lnTo>
                  <a:lnTo>
                    <a:pt x="443523" y="5849598"/>
                  </a:lnTo>
                  <a:lnTo>
                    <a:pt x="443711" y="5849598"/>
                  </a:lnTo>
                  <a:lnTo>
                    <a:pt x="443805" y="5849598"/>
                  </a:lnTo>
                  <a:lnTo>
                    <a:pt x="443899" y="5849598"/>
                  </a:lnTo>
                  <a:lnTo>
                    <a:pt x="444181" y="5849598"/>
                  </a:lnTo>
                  <a:lnTo>
                    <a:pt x="444275" y="5849598"/>
                  </a:lnTo>
                  <a:lnTo>
                    <a:pt x="444369" y="5849598"/>
                  </a:lnTo>
                  <a:lnTo>
                    <a:pt x="444557" y="5849598"/>
                  </a:lnTo>
                  <a:lnTo>
                    <a:pt x="444745" y="5849598"/>
                  </a:lnTo>
                  <a:lnTo>
                    <a:pt x="445121" y="5849598"/>
                  </a:lnTo>
                  <a:lnTo>
                    <a:pt x="445215" y="5849598"/>
                  </a:lnTo>
                  <a:lnTo>
                    <a:pt x="445309" y="5849598"/>
                  </a:lnTo>
                  <a:lnTo>
                    <a:pt x="445403" y="5849598"/>
                  </a:lnTo>
                  <a:lnTo>
                    <a:pt x="445497" y="5849598"/>
                  </a:lnTo>
                  <a:lnTo>
                    <a:pt x="445591" y="5849598"/>
                  </a:lnTo>
                  <a:lnTo>
                    <a:pt x="445779" y="5844319"/>
                  </a:lnTo>
                  <a:lnTo>
                    <a:pt x="445967" y="5844319"/>
                  </a:lnTo>
                  <a:lnTo>
                    <a:pt x="446061" y="5844319"/>
                  </a:lnTo>
                  <a:lnTo>
                    <a:pt x="446437" y="5839039"/>
                  </a:lnTo>
                  <a:lnTo>
                    <a:pt x="446531" y="5833760"/>
                  </a:lnTo>
                  <a:lnTo>
                    <a:pt x="446626" y="5833760"/>
                  </a:lnTo>
                  <a:lnTo>
                    <a:pt x="446720" y="5833760"/>
                  </a:lnTo>
                  <a:lnTo>
                    <a:pt x="446814" y="5833760"/>
                  </a:lnTo>
                  <a:lnTo>
                    <a:pt x="446908" y="5833760"/>
                  </a:lnTo>
                  <a:lnTo>
                    <a:pt x="447002" y="5833760"/>
                  </a:lnTo>
                  <a:lnTo>
                    <a:pt x="447096" y="5833760"/>
                  </a:lnTo>
                  <a:lnTo>
                    <a:pt x="447284" y="5833760"/>
                  </a:lnTo>
                  <a:lnTo>
                    <a:pt x="447566" y="5833760"/>
                  </a:lnTo>
                  <a:lnTo>
                    <a:pt x="447660" y="5833760"/>
                  </a:lnTo>
                  <a:lnTo>
                    <a:pt x="447754" y="5833760"/>
                  </a:lnTo>
                  <a:lnTo>
                    <a:pt x="447848" y="5833760"/>
                  </a:lnTo>
                  <a:lnTo>
                    <a:pt x="447942" y="5833760"/>
                  </a:lnTo>
                  <a:lnTo>
                    <a:pt x="448036" y="5833760"/>
                  </a:lnTo>
                  <a:lnTo>
                    <a:pt x="448130" y="5833760"/>
                  </a:lnTo>
                  <a:lnTo>
                    <a:pt x="448224" y="5833760"/>
                  </a:lnTo>
                  <a:lnTo>
                    <a:pt x="448318" y="5833760"/>
                  </a:lnTo>
                  <a:lnTo>
                    <a:pt x="448412" y="5833760"/>
                  </a:lnTo>
                  <a:lnTo>
                    <a:pt x="448506" y="5833760"/>
                  </a:lnTo>
                  <a:lnTo>
                    <a:pt x="448600" y="5833760"/>
                  </a:lnTo>
                  <a:lnTo>
                    <a:pt x="448694" y="5833760"/>
                  </a:lnTo>
                  <a:lnTo>
                    <a:pt x="448882" y="5833760"/>
                  </a:lnTo>
                  <a:lnTo>
                    <a:pt x="449070" y="5833760"/>
                  </a:lnTo>
                  <a:lnTo>
                    <a:pt x="449258" y="5833760"/>
                  </a:lnTo>
                  <a:lnTo>
                    <a:pt x="449352" y="5833760"/>
                  </a:lnTo>
                  <a:lnTo>
                    <a:pt x="449446" y="5833760"/>
                  </a:lnTo>
                  <a:lnTo>
                    <a:pt x="449634" y="5833760"/>
                  </a:lnTo>
                  <a:lnTo>
                    <a:pt x="449728" y="5833760"/>
                  </a:lnTo>
                  <a:lnTo>
                    <a:pt x="449916" y="5833760"/>
                  </a:lnTo>
                  <a:lnTo>
                    <a:pt x="450010" y="5833760"/>
                  </a:lnTo>
                  <a:lnTo>
                    <a:pt x="450104" y="5833760"/>
                  </a:lnTo>
                  <a:lnTo>
                    <a:pt x="450199" y="5833760"/>
                  </a:lnTo>
                  <a:lnTo>
                    <a:pt x="450293" y="5833760"/>
                  </a:lnTo>
                  <a:lnTo>
                    <a:pt x="450387" y="5833760"/>
                  </a:lnTo>
                  <a:lnTo>
                    <a:pt x="450481" y="5833760"/>
                  </a:lnTo>
                  <a:lnTo>
                    <a:pt x="450669" y="5833760"/>
                  </a:lnTo>
                  <a:lnTo>
                    <a:pt x="450763" y="5833760"/>
                  </a:lnTo>
                  <a:lnTo>
                    <a:pt x="450857" y="5833760"/>
                  </a:lnTo>
                  <a:lnTo>
                    <a:pt x="450951" y="5833760"/>
                  </a:lnTo>
                  <a:lnTo>
                    <a:pt x="451045" y="5833760"/>
                  </a:lnTo>
                  <a:lnTo>
                    <a:pt x="451139" y="5833760"/>
                  </a:lnTo>
                  <a:lnTo>
                    <a:pt x="451233" y="5833760"/>
                  </a:lnTo>
                  <a:lnTo>
                    <a:pt x="451421" y="5833760"/>
                  </a:lnTo>
                  <a:lnTo>
                    <a:pt x="451515" y="5833760"/>
                  </a:lnTo>
                  <a:lnTo>
                    <a:pt x="451609" y="5833760"/>
                  </a:lnTo>
                  <a:lnTo>
                    <a:pt x="451797" y="5833760"/>
                  </a:lnTo>
                  <a:lnTo>
                    <a:pt x="451891" y="5833760"/>
                  </a:lnTo>
                  <a:lnTo>
                    <a:pt x="451985" y="5833760"/>
                  </a:lnTo>
                  <a:lnTo>
                    <a:pt x="452267" y="5833760"/>
                  </a:lnTo>
                  <a:lnTo>
                    <a:pt x="452361" y="5828481"/>
                  </a:lnTo>
                  <a:lnTo>
                    <a:pt x="452549" y="5828481"/>
                  </a:lnTo>
                  <a:lnTo>
                    <a:pt x="452643" y="5828481"/>
                  </a:lnTo>
                  <a:lnTo>
                    <a:pt x="452831" y="5828481"/>
                  </a:lnTo>
                  <a:lnTo>
                    <a:pt x="452925" y="5828481"/>
                  </a:lnTo>
                  <a:lnTo>
                    <a:pt x="453207" y="5828481"/>
                  </a:lnTo>
                  <a:lnTo>
                    <a:pt x="453395" y="5828481"/>
                  </a:lnTo>
                  <a:lnTo>
                    <a:pt x="453489" y="5828481"/>
                  </a:lnTo>
                  <a:lnTo>
                    <a:pt x="453583" y="5828481"/>
                  </a:lnTo>
                  <a:lnTo>
                    <a:pt x="453678" y="5828481"/>
                  </a:lnTo>
                  <a:lnTo>
                    <a:pt x="453772" y="5828481"/>
                  </a:lnTo>
                  <a:lnTo>
                    <a:pt x="453866" y="5828481"/>
                  </a:lnTo>
                  <a:lnTo>
                    <a:pt x="453960" y="5828481"/>
                  </a:lnTo>
                  <a:lnTo>
                    <a:pt x="454054" y="5828481"/>
                  </a:lnTo>
                  <a:lnTo>
                    <a:pt x="454148" y="5828481"/>
                  </a:lnTo>
                  <a:lnTo>
                    <a:pt x="454242" y="5828481"/>
                  </a:lnTo>
                  <a:lnTo>
                    <a:pt x="454430" y="5828481"/>
                  </a:lnTo>
                  <a:lnTo>
                    <a:pt x="454524" y="5828481"/>
                  </a:lnTo>
                  <a:lnTo>
                    <a:pt x="454618" y="5828481"/>
                  </a:lnTo>
                  <a:lnTo>
                    <a:pt x="454618" y="5823201"/>
                  </a:lnTo>
                  <a:lnTo>
                    <a:pt x="454712" y="5823201"/>
                  </a:lnTo>
                  <a:lnTo>
                    <a:pt x="454806" y="5823201"/>
                  </a:lnTo>
                  <a:lnTo>
                    <a:pt x="454900" y="5823201"/>
                  </a:lnTo>
                  <a:lnTo>
                    <a:pt x="454994" y="5823201"/>
                  </a:lnTo>
                  <a:lnTo>
                    <a:pt x="455088" y="5823201"/>
                  </a:lnTo>
                  <a:lnTo>
                    <a:pt x="455370" y="5823201"/>
                  </a:lnTo>
                  <a:lnTo>
                    <a:pt x="455464" y="5823201"/>
                  </a:lnTo>
                  <a:lnTo>
                    <a:pt x="455558" y="5823201"/>
                  </a:lnTo>
                  <a:lnTo>
                    <a:pt x="455652" y="5823201"/>
                  </a:lnTo>
                  <a:lnTo>
                    <a:pt x="455746" y="5823201"/>
                  </a:lnTo>
                  <a:lnTo>
                    <a:pt x="455840" y="5823201"/>
                  </a:lnTo>
                  <a:lnTo>
                    <a:pt x="455934" y="5823201"/>
                  </a:lnTo>
                  <a:lnTo>
                    <a:pt x="456028" y="5823201"/>
                  </a:lnTo>
                  <a:lnTo>
                    <a:pt x="456122" y="5823201"/>
                  </a:lnTo>
                  <a:lnTo>
                    <a:pt x="456122" y="5817922"/>
                  </a:lnTo>
                  <a:lnTo>
                    <a:pt x="456216" y="5817922"/>
                  </a:lnTo>
                  <a:lnTo>
                    <a:pt x="456310" y="5817922"/>
                  </a:lnTo>
                  <a:lnTo>
                    <a:pt x="456404" y="5817922"/>
                  </a:lnTo>
                  <a:lnTo>
                    <a:pt x="456498" y="5817922"/>
                  </a:lnTo>
                  <a:lnTo>
                    <a:pt x="456498" y="5812642"/>
                  </a:lnTo>
                  <a:lnTo>
                    <a:pt x="456592" y="5812642"/>
                  </a:lnTo>
                  <a:lnTo>
                    <a:pt x="456780" y="5812642"/>
                  </a:lnTo>
                  <a:lnTo>
                    <a:pt x="456968" y="5812642"/>
                  </a:lnTo>
                  <a:lnTo>
                    <a:pt x="457156" y="5812642"/>
                  </a:lnTo>
                  <a:lnTo>
                    <a:pt x="457251" y="5812642"/>
                  </a:lnTo>
                  <a:lnTo>
                    <a:pt x="457533" y="5812642"/>
                  </a:lnTo>
                  <a:lnTo>
                    <a:pt x="457627" y="5812642"/>
                  </a:lnTo>
                  <a:lnTo>
                    <a:pt x="457721" y="5812642"/>
                  </a:lnTo>
                  <a:lnTo>
                    <a:pt x="457815" y="5812642"/>
                  </a:lnTo>
                  <a:lnTo>
                    <a:pt x="457909" y="5812642"/>
                  </a:lnTo>
                  <a:lnTo>
                    <a:pt x="458003" y="5812642"/>
                  </a:lnTo>
                  <a:lnTo>
                    <a:pt x="458191" y="5812642"/>
                  </a:lnTo>
                  <a:lnTo>
                    <a:pt x="458379" y="5812642"/>
                  </a:lnTo>
                  <a:lnTo>
                    <a:pt x="458473" y="5812642"/>
                  </a:lnTo>
                  <a:lnTo>
                    <a:pt x="458755" y="5812642"/>
                  </a:lnTo>
                  <a:lnTo>
                    <a:pt x="458849" y="5812642"/>
                  </a:lnTo>
                  <a:lnTo>
                    <a:pt x="458943" y="5812642"/>
                  </a:lnTo>
                  <a:lnTo>
                    <a:pt x="459037" y="5812642"/>
                  </a:lnTo>
                  <a:lnTo>
                    <a:pt x="459131" y="5812642"/>
                  </a:lnTo>
                  <a:lnTo>
                    <a:pt x="459225" y="5812642"/>
                  </a:lnTo>
                  <a:lnTo>
                    <a:pt x="459319" y="5812642"/>
                  </a:lnTo>
                  <a:lnTo>
                    <a:pt x="459413" y="5812642"/>
                  </a:lnTo>
                  <a:lnTo>
                    <a:pt x="459507" y="5812642"/>
                  </a:lnTo>
                  <a:lnTo>
                    <a:pt x="459601" y="5812642"/>
                  </a:lnTo>
                  <a:lnTo>
                    <a:pt x="459695" y="5812642"/>
                  </a:lnTo>
                  <a:lnTo>
                    <a:pt x="459789" y="5812642"/>
                  </a:lnTo>
                  <a:lnTo>
                    <a:pt x="459883" y="5812642"/>
                  </a:lnTo>
                  <a:lnTo>
                    <a:pt x="459977" y="5812642"/>
                  </a:lnTo>
                  <a:lnTo>
                    <a:pt x="460071" y="5812642"/>
                  </a:lnTo>
                  <a:lnTo>
                    <a:pt x="460165" y="5812642"/>
                  </a:lnTo>
                  <a:lnTo>
                    <a:pt x="460259" y="5812642"/>
                  </a:lnTo>
                  <a:lnTo>
                    <a:pt x="460353" y="5812642"/>
                  </a:lnTo>
                  <a:lnTo>
                    <a:pt x="460447" y="5812642"/>
                  </a:lnTo>
                  <a:lnTo>
                    <a:pt x="460541" y="5812642"/>
                  </a:lnTo>
                  <a:lnTo>
                    <a:pt x="460635" y="5812642"/>
                  </a:lnTo>
                  <a:lnTo>
                    <a:pt x="460729" y="5812642"/>
                  </a:lnTo>
                  <a:lnTo>
                    <a:pt x="460918" y="5812642"/>
                  </a:lnTo>
                  <a:lnTo>
                    <a:pt x="461576" y="5812642"/>
                  </a:lnTo>
                  <a:lnTo>
                    <a:pt x="461670" y="5812642"/>
                  </a:lnTo>
                  <a:lnTo>
                    <a:pt x="461764" y="5812642"/>
                  </a:lnTo>
                  <a:lnTo>
                    <a:pt x="461858" y="5812642"/>
                  </a:lnTo>
                  <a:lnTo>
                    <a:pt x="462046" y="5812642"/>
                  </a:lnTo>
                  <a:lnTo>
                    <a:pt x="462234" y="5812642"/>
                  </a:lnTo>
                  <a:lnTo>
                    <a:pt x="462328" y="5812642"/>
                  </a:lnTo>
                  <a:lnTo>
                    <a:pt x="462422" y="5812642"/>
                  </a:lnTo>
                  <a:lnTo>
                    <a:pt x="462516" y="5812642"/>
                  </a:lnTo>
                  <a:lnTo>
                    <a:pt x="462704" y="5812642"/>
                  </a:lnTo>
                  <a:lnTo>
                    <a:pt x="462892" y="5812642"/>
                  </a:lnTo>
                  <a:lnTo>
                    <a:pt x="462986" y="5812642"/>
                  </a:lnTo>
                  <a:lnTo>
                    <a:pt x="463080" y="5812642"/>
                  </a:lnTo>
                  <a:lnTo>
                    <a:pt x="463174" y="5812642"/>
                  </a:lnTo>
                  <a:lnTo>
                    <a:pt x="463268" y="5812642"/>
                  </a:lnTo>
                  <a:lnTo>
                    <a:pt x="463362" y="5812642"/>
                  </a:lnTo>
                  <a:lnTo>
                    <a:pt x="463456" y="5812642"/>
                  </a:lnTo>
                  <a:lnTo>
                    <a:pt x="463550" y="5812642"/>
                  </a:lnTo>
                  <a:lnTo>
                    <a:pt x="463644" y="5812642"/>
                  </a:lnTo>
                  <a:lnTo>
                    <a:pt x="463738" y="5812642"/>
                  </a:lnTo>
                  <a:lnTo>
                    <a:pt x="463832" y="5812642"/>
                  </a:lnTo>
                  <a:lnTo>
                    <a:pt x="463926" y="5812642"/>
                  </a:lnTo>
                  <a:lnTo>
                    <a:pt x="464020" y="5812642"/>
                  </a:lnTo>
                  <a:lnTo>
                    <a:pt x="464114" y="5812642"/>
                  </a:lnTo>
                  <a:lnTo>
                    <a:pt x="464208" y="5812642"/>
                  </a:lnTo>
                  <a:lnTo>
                    <a:pt x="464303" y="5812642"/>
                  </a:lnTo>
                  <a:lnTo>
                    <a:pt x="464397" y="5812642"/>
                  </a:lnTo>
                  <a:lnTo>
                    <a:pt x="464491" y="5812642"/>
                  </a:lnTo>
                  <a:lnTo>
                    <a:pt x="464585" y="5812642"/>
                  </a:lnTo>
                  <a:lnTo>
                    <a:pt x="464773" y="5812642"/>
                  </a:lnTo>
                  <a:lnTo>
                    <a:pt x="464867" y="5812642"/>
                  </a:lnTo>
                  <a:lnTo>
                    <a:pt x="464961" y="5812642"/>
                  </a:lnTo>
                  <a:lnTo>
                    <a:pt x="465055" y="5812642"/>
                  </a:lnTo>
                  <a:lnTo>
                    <a:pt x="465149" y="5812642"/>
                  </a:lnTo>
                  <a:lnTo>
                    <a:pt x="465431" y="5812642"/>
                  </a:lnTo>
                  <a:lnTo>
                    <a:pt x="465525" y="5812642"/>
                  </a:lnTo>
                  <a:lnTo>
                    <a:pt x="465525" y="5807363"/>
                  </a:lnTo>
                  <a:lnTo>
                    <a:pt x="465619" y="5807363"/>
                  </a:lnTo>
                  <a:lnTo>
                    <a:pt x="465713" y="5807363"/>
                  </a:lnTo>
                  <a:lnTo>
                    <a:pt x="465807" y="5807363"/>
                  </a:lnTo>
                  <a:lnTo>
                    <a:pt x="465901" y="5807363"/>
                  </a:lnTo>
                  <a:lnTo>
                    <a:pt x="465995" y="5802084"/>
                  </a:lnTo>
                  <a:lnTo>
                    <a:pt x="466089" y="5802084"/>
                  </a:lnTo>
                  <a:lnTo>
                    <a:pt x="466183" y="5802084"/>
                  </a:lnTo>
                  <a:lnTo>
                    <a:pt x="466277" y="5802084"/>
                  </a:lnTo>
                  <a:lnTo>
                    <a:pt x="466371" y="5802084"/>
                  </a:lnTo>
                  <a:lnTo>
                    <a:pt x="466465" y="5802084"/>
                  </a:lnTo>
                  <a:lnTo>
                    <a:pt x="466559" y="5802084"/>
                  </a:lnTo>
                  <a:lnTo>
                    <a:pt x="466653" y="5802084"/>
                  </a:lnTo>
                  <a:lnTo>
                    <a:pt x="466747" y="5802084"/>
                  </a:lnTo>
                  <a:lnTo>
                    <a:pt x="466935" y="5802084"/>
                  </a:lnTo>
                  <a:lnTo>
                    <a:pt x="467029" y="5802084"/>
                  </a:lnTo>
                  <a:lnTo>
                    <a:pt x="467217" y="5802084"/>
                  </a:lnTo>
                  <a:lnTo>
                    <a:pt x="467593" y="5802084"/>
                  </a:lnTo>
                  <a:lnTo>
                    <a:pt x="467687" y="5802084"/>
                  </a:lnTo>
                  <a:lnTo>
                    <a:pt x="467781" y="5802084"/>
                  </a:lnTo>
                  <a:lnTo>
                    <a:pt x="468064" y="5802084"/>
                  </a:lnTo>
                  <a:lnTo>
                    <a:pt x="468158" y="5802084"/>
                  </a:lnTo>
                  <a:lnTo>
                    <a:pt x="468252" y="5802084"/>
                  </a:lnTo>
                  <a:lnTo>
                    <a:pt x="468346" y="5802084"/>
                  </a:lnTo>
                  <a:lnTo>
                    <a:pt x="468440" y="5802084"/>
                  </a:lnTo>
                  <a:lnTo>
                    <a:pt x="468722" y="5802084"/>
                  </a:lnTo>
                  <a:lnTo>
                    <a:pt x="469004" y="5802084"/>
                  </a:lnTo>
                  <a:lnTo>
                    <a:pt x="469192" y="5802084"/>
                  </a:lnTo>
                  <a:lnTo>
                    <a:pt x="469286" y="5802084"/>
                  </a:lnTo>
                  <a:lnTo>
                    <a:pt x="469380" y="5802084"/>
                  </a:lnTo>
                  <a:lnTo>
                    <a:pt x="469474" y="5802084"/>
                  </a:lnTo>
                  <a:lnTo>
                    <a:pt x="469568" y="5802084"/>
                  </a:lnTo>
                  <a:lnTo>
                    <a:pt x="469662" y="5802084"/>
                  </a:lnTo>
                  <a:lnTo>
                    <a:pt x="469756" y="5802084"/>
                  </a:lnTo>
                  <a:lnTo>
                    <a:pt x="469850" y="5802084"/>
                  </a:lnTo>
                  <a:lnTo>
                    <a:pt x="469944" y="5802084"/>
                  </a:lnTo>
                  <a:lnTo>
                    <a:pt x="470038" y="5802084"/>
                  </a:lnTo>
                  <a:lnTo>
                    <a:pt x="470132" y="5802084"/>
                  </a:lnTo>
                  <a:lnTo>
                    <a:pt x="470226" y="5802084"/>
                  </a:lnTo>
                  <a:lnTo>
                    <a:pt x="470320" y="5802084"/>
                  </a:lnTo>
                  <a:lnTo>
                    <a:pt x="470414" y="5802084"/>
                  </a:lnTo>
                  <a:lnTo>
                    <a:pt x="470508" y="5802084"/>
                  </a:lnTo>
                  <a:lnTo>
                    <a:pt x="470602" y="5802084"/>
                  </a:lnTo>
                  <a:lnTo>
                    <a:pt x="470696" y="5802084"/>
                  </a:lnTo>
                  <a:lnTo>
                    <a:pt x="470790" y="5802084"/>
                  </a:lnTo>
                  <a:lnTo>
                    <a:pt x="470884" y="5802084"/>
                  </a:lnTo>
                  <a:lnTo>
                    <a:pt x="470978" y="5802084"/>
                  </a:lnTo>
                  <a:lnTo>
                    <a:pt x="471072" y="5802084"/>
                  </a:lnTo>
                  <a:lnTo>
                    <a:pt x="471166" y="5802084"/>
                  </a:lnTo>
                  <a:lnTo>
                    <a:pt x="471260" y="5802084"/>
                  </a:lnTo>
                  <a:lnTo>
                    <a:pt x="471354" y="5802084"/>
                  </a:lnTo>
                  <a:lnTo>
                    <a:pt x="471449" y="5802084"/>
                  </a:lnTo>
                  <a:lnTo>
                    <a:pt x="471637" y="5802084"/>
                  </a:lnTo>
                  <a:lnTo>
                    <a:pt x="471731" y="5802084"/>
                  </a:lnTo>
                  <a:lnTo>
                    <a:pt x="471825" y="5802084"/>
                  </a:lnTo>
                  <a:lnTo>
                    <a:pt x="471919" y="5802084"/>
                  </a:lnTo>
                  <a:lnTo>
                    <a:pt x="472013" y="5802084"/>
                  </a:lnTo>
                  <a:lnTo>
                    <a:pt x="472107" y="5802084"/>
                  </a:lnTo>
                  <a:lnTo>
                    <a:pt x="472201" y="5802084"/>
                  </a:lnTo>
                  <a:lnTo>
                    <a:pt x="472295" y="5802084"/>
                  </a:lnTo>
                  <a:lnTo>
                    <a:pt x="472483" y="5802084"/>
                  </a:lnTo>
                  <a:lnTo>
                    <a:pt x="472577" y="5802084"/>
                  </a:lnTo>
                  <a:lnTo>
                    <a:pt x="472671" y="5802084"/>
                  </a:lnTo>
                  <a:lnTo>
                    <a:pt x="472765" y="5802084"/>
                  </a:lnTo>
                  <a:lnTo>
                    <a:pt x="472859" y="5802084"/>
                  </a:lnTo>
                  <a:lnTo>
                    <a:pt x="472953" y="5802084"/>
                  </a:lnTo>
                  <a:lnTo>
                    <a:pt x="473047" y="5802084"/>
                  </a:lnTo>
                  <a:lnTo>
                    <a:pt x="473141" y="5802084"/>
                  </a:lnTo>
                  <a:lnTo>
                    <a:pt x="473329" y="5802084"/>
                  </a:lnTo>
                  <a:lnTo>
                    <a:pt x="473423" y="5802084"/>
                  </a:lnTo>
                  <a:lnTo>
                    <a:pt x="473517" y="5802084"/>
                  </a:lnTo>
                  <a:lnTo>
                    <a:pt x="473611" y="5802084"/>
                  </a:lnTo>
                  <a:lnTo>
                    <a:pt x="473705" y="5802084"/>
                  </a:lnTo>
                  <a:lnTo>
                    <a:pt x="473799" y="5802084"/>
                  </a:lnTo>
                  <a:lnTo>
                    <a:pt x="473799" y="5796804"/>
                  </a:lnTo>
                  <a:lnTo>
                    <a:pt x="473893" y="5796804"/>
                  </a:lnTo>
                  <a:lnTo>
                    <a:pt x="473987" y="5796804"/>
                  </a:lnTo>
                  <a:lnTo>
                    <a:pt x="474081" y="5796804"/>
                  </a:lnTo>
                  <a:lnTo>
                    <a:pt x="474269" y="5796804"/>
                  </a:lnTo>
                  <a:lnTo>
                    <a:pt x="474363" y="5796804"/>
                  </a:lnTo>
                  <a:lnTo>
                    <a:pt x="474457" y="5796804"/>
                  </a:lnTo>
                  <a:lnTo>
                    <a:pt x="474645" y="5796804"/>
                  </a:lnTo>
                  <a:lnTo>
                    <a:pt x="474833" y="5796804"/>
                  </a:lnTo>
                  <a:lnTo>
                    <a:pt x="474928" y="5796804"/>
                  </a:lnTo>
                  <a:lnTo>
                    <a:pt x="475022" y="5796804"/>
                  </a:lnTo>
                  <a:lnTo>
                    <a:pt x="475116" y="5796804"/>
                  </a:lnTo>
                  <a:lnTo>
                    <a:pt x="475210" y="5796804"/>
                  </a:lnTo>
                  <a:lnTo>
                    <a:pt x="475304" y="5796804"/>
                  </a:lnTo>
                  <a:lnTo>
                    <a:pt x="475398" y="5796804"/>
                  </a:lnTo>
                  <a:lnTo>
                    <a:pt x="475492" y="5796804"/>
                  </a:lnTo>
                  <a:lnTo>
                    <a:pt x="475868" y="5796804"/>
                  </a:lnTo>
                  <a:lnTo>
                    <a:pt x="475962" y="5796804"/>
                  </a:lnTo>
                  <a:lnTo>
                    <a:pt x="476056" y="5796804"/>
                  </a:lnTo>
                  <a:lnTo>
                    <a:pt x="476150" y="5796804"/>
                  </a:lnTo>
                  <a:lnTo>
                    <a:pt x="476244" y="5796804"/>
                  </a:lnTo>
                  <a:lnTo>
                    <a:pt x="476338" y="5796804"/>
                  </a:lnTo>
                  <a:lnTo>
                    <a:pt x="476526" y="5796804"/>
                  </a:lnTo>
                  <a:lnTo>
                    <a:pt x="476620" y="5796804"/>
                  </a:lnTo>
                  <a:lnTo>
                    <a:pt x="476714" y="5796804"/>
                  </a:lnTo>
                  <a:lnTo>
                    <a:pt x="476808" y="5796804"/>
                  </a:lnTo>
                  <a:lnTo>
                    <a:pt x="476902" y="5796804"/>
                  </a:lnTo>
                  <a:lnTo>
                    <a:pt x="476996" y="5796804"/>
                  </a:lnTo>
                  <a:lnTo>
                    <a:pt x="477090" y="5796804"/>
                  </a:lnTo>
                  <a:lnTo>
                    <a:pt x="477184" y="5796804"/>
                  </a:lnTo>
                  <a:lnTo>
                    <a:pt x="477278" y="5796804"/>
                  </a:lnTo>
                  <a:lnTo>
                    <a:pt x="477372" y="5796804"/>
                  </a:lnTo>
                  <a:lnTo>
                    <a:pt x="477466" y="5796804"/>
                  </a:lnTo>
                  <a:lnTo>
                    <a:pt x="477654" y="5796804"/>
                  </a:lnTo>
                  <a:lnTo>
                    <a:pt x="477842" y="5796804"/>
                  </a:lnTo>
                  <a:lnTo>
                    <a:pt x="477936" y="5796804"/>
                  </a:lnTo>
                  <a:lnTo>
                    <a:pt x="478030" y="5796804"/>
                  </a:lnTo>
                  <a:lnTo>
                    <a:pt x="478124" y="5796804"/>
                  </a:lnTo>
                  <a:lnTo>
                    <a:pt x="478218" y="5796804"/>
                  </a:lnTo>
                  <a:lnTo>
                    <a:pt x="478312" y="5796804"/>
                  </a:lnTo>
                  <a:lnTo>
                    <a:pt x="478406" y="5796804"/>
                  </a:lnTo>
                  <a:lnTo>
                    <a:pt x="478501" y="5796804"/>
                  </a:lnTo>
                  <a:lnTo>
                    <a:pt x="478689" y="5796804"/>
                  </a:lnTo>
                  <a:lnTo>
                    <a:pt x="478783" y="5796804"/>
                  </a:lnTo>
                  <a:lnTo>
                    <a:pt x="478877" y="5796804"/>
                  </a:lnTo>
                  <a:lnTo>
                    <a:pt x="479065" y="5796804"/>
                  </a:lnTo>
                  <a:lnTo>
                    <a:pt x="479253" y="5796804"/>
                  </a:lnTo>
                  <a:lnTo>
                    <a:pt x="479347" y="5796804"/>
                  </a:lnTo>
                  <a:lnTo>
                    <a:pt x="479441" y="5796804"/>
                  </a:lnTo>
                  <a:lnTo>
                    <a:pt x="479535" y="5796804"/>
                  </a:lnTo>
                  <a:lnTo>
                    <a:pt x="479911" y="5791525"/>
                  </a:lnTo>
                  <a:lnTo>
                    <a:pt x="480005" y="5791525"/>
                  </a:lnTo>
                  <a:lnTo>
                    <a:pt x="480193" y="5791525"/>
                  </a:lnTo>
                  <a:lnTo>
                    <a:pt x="480287" y="5791525"/>
                  </a:lnTo>
                  <a:lnTo>
                    <a:pt x="480381" y="5791525"/>
                  </a:lnTo>
                  <a:lnTo>
                    <a:pt x="480475" y="5791525"/>
                  </a:lnTo>
                  <a:lnTo>
                    <a:pt x="480757" y="5791525"/>
                  </a:lnTo>
                  <a:lnTo>
                    <a:pt x="480851" y="5791525"/>
                  </a:lnTo>
                  <a:lnTo>
                    <a:pt x="480945" y="5791525"/>
                  </a:lnTo>
                  <a:lnTo>
                    <a:pt x="481039" y="5791525"/>
                  </a:lnTo>
                  <a:lnTo>
                    <a:pt x="481227" y="5791525"/>
                  </a:lnTo>
                  <a:lnTo>
                    <a:pt x="481321" y="5791525"/>
                  </a:lnTo>
                  <a:lnTo>
                    <a:pt x="481415" y="5791525"/>
                  </a:lnTo>
                  <a:lnTo>
                    <a:pt x="481603" y="5791525"/>
                  </a:lnTo>
                  <a:lnTo>
                    <a:pt x="481697" y="5791525"/>
                  </a:lnTo>
                  <a:lnTo>
                    <a:pt x="481791" y="5791525"/>
                  </a:lnTo>
                  <a:lnTo>
                    <a:pt x="481885" y="5791525"/>
                  </a:lnTo>
                  <a:lnTo>
                    <a:pt x="481979" y="5791525"/>
                  </a:lnTo>
                  <a:lnTo>
                    <a:pt x="482074" y="5791525"/>
                  </a:lnTo>
                  <a:lnTo>
                    <a:pt x="482168" y="5791525"/>
                  </a:lnTo>
                  <a:lnTo>
                    <a:pt x="482262" y="5791525"/>
                  </a:lnTo>
                  <a:lnTo>
                    <a:pt x="482356" y="5791525"/>
                  </a:lnTo>
                  <a:lnTo>
                    <a:pt x="482450" y="5791525"/>
                  </a:lnTo>
                  <a:lnTo>
                    <a:pt x="482544" y="5791525"/>
                  </a:lnTo>
                  <a:lnTo>
                    <a:pt x="482638" y="5791525"/>
                  </a:lnTo>
                  <a:lnTo>
                    <a:pt x="483014" y="5791525"/>
                  </a:lnTo>
                  <a:lnTo>
                    <a:pt x="483108" y="5791525"/>
                  </a:lnTo>
                  <a:lnTo>
                    <a:pt x="483390" y="5791525"/>
                  </a:lnTo>
                  <a:lnTo>
                    <a:pt x="483390" y="5786245"/>
                  </a:lnTo>
                  <a:lnTo>
                    <a:pt x="483578" y="5786245"/>
                  </a:lnTo>
                  <a:lnTo>
                    <a:pt x="483672" y="5786245"/>
                  </a:lnTo>
                  <a:lnTo>
                    <a:pt x="483766" y="5786245"/>
                  </a:lnTo>
                  <a:lnTo>
                    <a:pt x="483860" y="5786245"/>
                  </a:lnTo>
                  <a:lnTo>
                    <a:pt x="483954" y="5786245"/>
                  </a:lnTo>
                  <a:lnTo>
                    <a:pt x="484048" y="5786245"/>
                  </a:lnTo>
                  <a:lnTo>
                    <a:pt x="484142" y="5786245"/>
                  </a:lnTo>
                  <a:lnTo>
                    <a:pt x="484236" y="5786245"/>
                  </a:lnTo>
                  <a:lnTo>
                    <a:pt x="484424" y="5786245"/>
                  </a:lnTo>
                  <a:lnTo>
                    <a:pt x="484518" y="5786245"/>
                  </a:lnTo>
                  <a:lnTo>
                    <a:pt x="484612" y="5786245"/>
                  </a:lnTo>
                  <a:lnTo>
                    <a:pt x="484706" y="5786245"/>
                  </a:lnTo>
                  <a:lnTo>
                    <a:pt x="484800" y="5786245"/>
                  </a:lnTo>
                  <a:lnTo>
                    <a:pt x="484894" y="5786245"/>
                  </a:lnTo>
                  <a:lnTo>
                    <a:pt x="484988" y="5786245"/>
                  </a:lnTo>
                  <a:lnTo>
                    <a:pt x="485082" y="5786245"/>
                  </a:lnTo>
                  <a:lnTo>
                    <a:pt x="485270" y="5786245"/>
                  </a:lnTo>
                  <a:lnTo>
                    <a:pt x="485364" y="5786245"/>
                  </a:lnTo>
                  <a:lnTo>
                    <a:pt x="485458" y="5786245"/>
                  </a:lnTo>
                  <a:lnTo>
                    <a:pt x="485458" y="5780966"/>
                  </a:lnTo>
                  <a:lnTo>
                    <a:pt x="485553" y="5780966"/>
                  </a:lnTo>
                  <a:lnTo>
                    <a:pt x="485647" y="5780966"/>
                  </a:lnTo>
                  <a:lnTo>
                    <a:pt x="485647" y="5775686"/>
                  </a:lnTo>
                  <a:lnTo>
                    <a:pt x="485835" y="5775686"/>
                  </a:lnTo>
                  <a:lnTo>
                    <a:pt x="485929" y="5775686"/>
                  </a:lnTo>
                  <a:lnTo>
                    <a:pt x="486023" y="5775686"/>
                  </a:lnTo>
                  <a:lnTo>
                    <a:pt x="486117" y="5775686"/>
                  </a:lnTo>
                  <a:lnTo>
                    <a:pt x="486211" y="5775686"/>
                  </a:lnTo>
                  <a:lnTo>
                    <a:pt x="486305" y="5775686"/>
                  </a:lnTo>
                  <a:lnTo>
                    <a:pt x="486399" y="5775686"/>
                  </a:lnTo>
                  <a:lnTo>
                    <a:pt x="486493" y="5775686"/>
                  </a:lnTo>
                  <a:lnTo>
                    <a:pt x="486587" y="5775686"/>
                  </a:lnTo>
                  <a:lnTo>
                    <a:pt x="486681" y="5775686"/>
                  </a:lnTo>
                  <a:lnTo>
                    <a:pt x="486775" y="5775686"/>
                  </a:lnTo>
                  <a:lnTo>
                    <a:pt x="486869" y="5775686"/>
                  </a:lnTo>
                  <a:lnTo>
                    <a:pt x="486963" y="5775686"/>
                  </a:lnTo>
                  <a:lnTo>
                    <a:pt x="487151" y="5775686"/>
                  </a:lnTo>
                  <a:lnTo>
                    <a:pt x="487245" y="5775686"/>
                  </a:lnTo>
                  <a:lnTo>
                    <a:pt x="487339" y="5775686"/>
                  </a:lnTo>
                  <a:lnTo>
                    <a:pt x="487433" y="5775686"/>
                  </a:lnTo>
                  <a:lnTo>
                    <a:pt x="487621" y="5775686"/>
                  </a:lnTo>
                  <a:lnTo>
                    <a:pt x="487715" y="5775686"/>
                  </a:lnTo>
                  <a:lnTo>
                    <a:pt x="487809" y="5775686"/>
                  </a:lnTo>
                  <a:lnTo>
                    <a:pt x="487903" y="5775686"/>
                  </a:lnTo>
                  <a:lnTo>
                    <a:pt x="487997" y="5775686"/>
                  </a:lnTo>
                  <a:lnTo>
                    <a:pt x="488091" y="5775686"/>
                  </a:lnTo>
                  <a:lnTo>
                    <a:pt x="488279" y="5770407"/>
                  </a:lnTo>
                  <a:lnTo>
                    <a:pt x="488467" y="5770407"/>
                  </a:lnTo>
                  <a:lnTo>
                    <a:pt x="488561" y="5770407"/>
                  </a:lnTo>
                  <a:lnTo>
                    <a:pt x="488655" y="5770407"/>
                  </a:lnTo>
                  <a:lnTo>
                    <a:pt x="488749" y="5770407"/>
                  </a:lnTo>
                  <a:lnTo>
                    <a:pt x="488843" y="5770407"/>
                  </a:lnTo>
                  <a:lnTo>
                    <a:pt x="488937" y="5770407"/>
                  </a:lnTo>
                  <a:lnTo>
                    <a:pt x="489031" y="5770407"/>
                  </a:lnTo>
                  <a:lnTo>
                    <a:pt x="489126" y="5770407"/>
                  </a:lnTo>
                  <a:lnTo>
                    <a:pt x="489314" y="5770407"/>
                  </a:lnTo>
                  <a:lnTo>
                    <a:pt x="489408" y="5770407"/>
                  </a:lnTo>
                  <a:lnTo>
                    <a:pt x="489502" y="5770407"/>
                  </a:lnTo>
                  <a:lnTo>
                    <a:pt x="489596" y="5770407"/>
                  </a:lnTo>
                  <a:lnTo>
                    <a:pt x="489690" y="5770407"/>
                  </a:lnTo>
                  <a:lnTo>
                    <a:pt x="489784" y="5770407"/>
                  </a:lnTo>
                  <a:lnTo>
                    <a:pt x="489878" y="5770407"/>
                  </a:lnTo>
                  <a:lnTo>
                    <a:pt x="489972" y="5770407"/>
                  </a:lnTo>
                  <a:lnTo>
                    <a:pt x="490066" y="5770407"/>
                  </a:lnTo>
                  <a:lnTo>
                    <a:pt x="490160" y="5770407"/>
                  </a:lnTo>
                  <a:lnTo>
                    <a:pt x="490254" y="5770407"/>
                  </a:lnTo>
                  <a:lnTo>
                    <a:pt x="490348" y="5770407"/>
                  </a:lnTo>
                  <a:lnTo>
                    <a:pt x="490536" y="5770407"/>
                  </a:lnTo>
                  <a:lnTo>
                    <a:pt x="490630" y="5770407"/>
                  </a:lnTo>
                  <a:lnTo>
                    <a:pt x="490724" y="5770407"/>
                  </a:lnTo>
                  <a:lnTo>
                    <a:pt x="490818" y="5770407"/>
                  </a:lnTo>
                  <a:lnTo>
                    <a:pt x="490912" y="5770407"/>
                  </a:lnTo>
                  <a:lnTo>
                    <a:pt x="491006" y="5770407"/>
                  </a:lnTo>
                  <a:lnTo>
                    <a:pt x="491006" y="5765128"/>
                  </a:lnTo>
                  <a:lnTo>
                    <a:pt x="491100" y="5765128"/>
                  </a:lnTo>
                  <a:lnTo>
                    <a:pt x="491382" y="5765128"/>
                  </a:lnTo>
                  <a:lnTo>
                    <a:pt x="491476" y="5765128"/>
                  </a:lnTo>
                  <a:lnTo>
                    <a:pt x="491570" y="5765128"/>
                  </a:lnTo>
                  <a:lnTo>
                    <a:pt x="491758" y="5765128"/>
                  </a:lnTo>
                  <a:lnTo>
                    <a:pt x="491852" y="5765128"/>
                  </a:lnTo>
                  <a:lnTo>
                    <a:pt x="492040" y="5765128"/>
                  </a:lnTo>
                  <a:lnTo>
                    <a:pt x="492134" y="5765128"/>
                  </a:lnTo>
                  <a:lnTo>
                    <a:pt x="492228" y="5765128"/>
                  </a:lnTo>
                  <a:lnTo>
                    <a:pt x="492322" y="5765128"/>
                  </a:lnTo>
                  <a:lnTo>
                    <a:pt x="492416" y="5765128"/>
                  </a:lnTo>
                  <a:lnTo>
                    <a:pt x="492604" y="5765128"/>
                  </a:lnTo>
                  <a:lnTo>
                    <a:pt x="492699" y="5765128"/>
                  </a:lnTo>
                  <a:lnTo>
                    <a:pt x="492793" y="5765128"/>
                  </a:lnTo>
                  <a:lnTo>
                    <a:pt x="492793" y="5759848"/>
                  </a:lnTo>
                  <a:lnTo>
                    <a:pt x="492887" y="5759848"/>
                  </a:lnTo>
                  <a:lnTo>
                    <a:pt x="492981" y="5759848"/>
                  </a:lnTo>
                  <a:lnTo>
                    <a:pt x="493075" y="5759848"/>
                  </a:lnTo>
                  <a:lnTo>
                    <a:pt x="493169" y="5759848"/>
                  </a:lnTo>
                  <a:lnTo>
                    <a:pt x="493263" y="5759848"/>
                  </a:lnTo>
                  <a:lnTo>
                    <a:pt x="493357" y="5759848"/>
                  </a:lnTo>
                  <a:lnTo>
                    <a:pt x="493451" y="5759848"/>
                  </a:lnTo>
                  <a:lnTo>
                    <a:pt x="493545" y="5759848"/>
                  </a:lnTo>
                  <a:lnTo>
                    <a:pt x="493639" y="5759848"/>
                  </a:lnTo>
                  <a:lnTo>
                    <a:pt x="493733" y="5759848"/>
                  </a:lnTo>
                  <a:lnTo>
                    <a:pt x="493827" y="5759848"/>
                  </a:lnTo>
                  <a:lnTo>
                    <a:pt x="493921" y="5759848"/>
                  </a:lnTo>
                  <a:lnTo>
                    <a:pt x="494015" y="5759848"/>
                  </a:lnTo>
                  <a:lnTo>
                    <a:pt x="494203" y="5759848"/>
                  </a:lnTo>
                  <a:lnTo>
                    <a:pt x="494297" y="5759848"/>
                  </a:lnTo>
                  <a:lnTo>
                    <a:pt x="494391" y="5759848"/>
                  </a:lnTo>
                  <a:lnTo>
                    <a:pt x="494579" y="5759848"/>
                  </a:lnTo>
                  <a:lnTo>
                    <a:pt x="494767" y="5759848"/>
                  </a:lnTo>
                  <a:lnTo>
                    <a:pt x="494861" y="5759848"/>
                  </a:lnTo>
                  <a:lnTo>
                    <a:pt x="494955" y="5759848"/>
                  </a:lnTo>
                  <a:lnTo>
                    <a:pt x="495143" y="5759848"/>
                  </a:lnTo>
                  <a:lnTo>
                    <a:pt x="495237" y="5759848"/>
                  </a:lnTo>
                  <a:lnTo>
                    <a:pt x="495331" y="5759848"/>
                  </a:lnTo>
                  <a:lnTo>
                    <a:pt x="495425" y="5759848"/>
                  </a:lnTo>
                  <a:lnTo>
                    <a:pt x="495519" y="5759848"/>
                  </a:lnTo>
                  <a:lnTo>
                    <a:pt x="495613" y="5759848"/>
                  </a:lnTo>
                  <a:lnTo>
                    <a:pt x="495801" y="5759848"/>
                  </a:lnTo>
                  <a:lnTo>
                    <a:pt x="495895" y="5759848"/>
                  </a:lnTo>
                  <a:lnTo>
                    <a:pt x="495989" y="5759848"/>
                  </a:lnTo>
                  <a:lnTo>
                    <a:pt x="496083" y="5759848"/>
                  </a:lnTo>
                  <a:lnTo>
                    <a:pt x="496177" y="5759848"/>
                  </a:lnTo>
                  <a:lnTo>
                    <a:pt x="496272" y="5759848"/>
                  </a:lnTo>
                  <a:lnTo>
                    <a:pt x="496366" y="5759848"/>
                  </a:lnTo>
                  <a:lnTo>
                    <a:pt x="496460" y="5759848"/>
                  </a:lnTo>
                  <a:lnTo>
                    <a:pt x="496742" y="5759848"/>
                  </a:lnTo>
                  <a:lnTo>
                    <a:pt x="496836" y="5759848"/>
                  </a:lnTo>
                  <a:lnTo>
                    <a:pt x="496836" y="5754569"/>
                  </a:lnTo>
                  <a:lnTo>
                    <a:pt x="496930" y="5754569"/>
                  </a:lnTo>
                  <a:lnTo>
                    <a:pt x="497024" y="5754569"/>
                  </a:lnTo>
                  <a:lnTo>
                    <a:pt x="497118" y="5754569"/>
                  </a:lnTo>
                  <a:lnTo>
                    <a:pt x="497212" y="5754569"/>
                  </a:lnTo>
                  <a:lnTo>
                    <a:pt x="497306" y="5754569"/>
                  </a:lnTo>
                  <a:lnTo>
                    <a:pt x="497400" y="5754569"/>
                  </a:lnTo>
                  <a:lnTo>
                    <a:pt x="497494" y="5754569"/>
                  </a:lnTo>
                  <a:lnTo>
                    <a:pt x="497588" y="5754569"/>
                  </a:lnTo>
                  <a:lnTo>
                    <a:pt x="497682" y="5754569"/>
                  </a:lnTo>
                  <a:lnTo>
                    <a:pt x="497776" y="5754569"/>
                  </a:lnTo>
                  <a:lnTo>
                    <a:pt x="497964" y="5754569"/>
                  </a:lnTo>
                  <a:lnTo>
                    <a:pt x="498246" y="5749289"/>
                  </a:lnTo>
                  <a:lnTo>
                    <a:pt x="498340" y="5749289"/>
                  </a:lnTo>
                  <a:lnTo>
                    <a:pt x="498434" y="5749289"/>
                  </a:lnTo>
                  <a:lnTo>
                    <a:pt x="498622" y="5749289"/>
                  </a:lnTo>
                  <a:lnTo>
                    <a:pt x="498716" y="5749289"/>
                  </a:lnTo>
                  <a:lnTo>
                    <a:pt x="498904" y="5749289"/>
                  </a:lnTo>
                  <a:lnTo>
                    <a:pt x="498998" y="5749289"/>
                  </a:lnTo>
                  <a:lnTo>
                    <a:pt x="499092" y="5749289"/>
                  </a:lnTo>
                  <a:lnTo>
                    <a:pt x="499280" y="5749289"/>
                  </a:lnTo>
                  <a:lnTo>
                    <a:pt x="499468" y="5749289"/>
                  </a:lnTo>
                  <a:lnTo>
                    <a:pt x="499562" y="5749289"/>
                  </a:lnTo>
                  <a:lnTo>
                    <a:pt x="499656" y="5749289"/>
                  </a:lnTo>
                  <a:lnTo>
                    <a:pt x="499751" y="5749289"/>
                  </a:lnTo>
                  <a:lnTo>
                    <a:pt x="499845" y="5749289"/>
                  </a:lnTo>
                  <a:lnTo>
                    <a:pt x="500033" y="5749289"/>
                  </a:lnTo>
                  <a:lnTo>
                    <a:pt x="500127" y="5749289"/>
                  </a:lnTo>
                  <a:lnTo>
                    <a:pt x="500221" y="5749289"/>
                  </a:lnTo>
                  <a:lnTo>
                    <a:pt x="500315" y="5749289"/>
                  </a:lnTo>
                  <a:lnTo>
                    <a:pt x="500597" y="5749289"/>
                  </a:lnTo>
                  <a:lnTo>
                    <a:pt x="500785" y="5749289"/>
                  </a:lnTo>
                  <a:lnTo>
                    <a:pt x="500973" y="5749289"/>
                  </a:lnTo>
                  <a:lnTo>
                    <a:pt x="501161" y="5749289"/>
                  </a:lnTo>
                  <a:lnTo>
                    <a:pt x="501255" y="5749289"/>
                  </a:lnTo>
                  <a:lnTo>
                    <a:pt x="501349" y="5749289"/>
                  </a:lnTo>
                  <a:lnTo>
                    <a:pt x="501537" y="5749289"/>
                  </a:lnTo>
                  <a:lnTo>
                    <a:pt x="501631" y="5749289"/>
                  </a:lnTo>
                  <a:lnTo>
                    <a:pt x="501725" y="5749289"/>
                  </a:lnTo>
                  <a:lnTo>
                    <a:pt x="501819" y="5749289"/>
                  </a:lnTo>
                  <a:lnTo>
                    <a:pt x="501913" y="5749289"/>
                  </a:lnTo>
                  <a:lnTo>
                    <a:pt x="502007" y="5749289"/>
                  </a:lnTo>
                  <a:lnTo>
                    <a:pt x="502101" y="5749289"/>
                  </a:lnTo>
                  <a:lnTo>
                    <a:pt x="502195" y="5749289"/>
                  </a:lnTo>
                  <a:lnTo>
                    <a:pt x="502383" y="5749289"/>
                  </a:lnTo>
                  <a:lnTo>
                    <a:pt x="502477" y="5749289"/>
                  </a:lnTo>
                  <a:lnTo>
                    <a:pt x="502571" y="5749289"/>
                  </a:lnTo>
                  <a:lnTo>
                    <a:pt x="502665" y="5749289"/>
                  </a:lnTo>
                  <a:lnTo>
                    <a:pt x="502759" y="5749289"/>
                  </a:lnTo>
                  <a:lnTo>
                    <a:pt x="502947" y="5749289"/>
                  </a:lnTo>
                  <a:lnTo>
                    <a:pt x="503135" y="5749289"/>
                  </a:lnTo>
                  <a:lnTo>
                    <a:pt x="503229" y="5749289"/>
                  </a:lnTo>
                  <a:lnTo>
                    <a:pt x="503418" y="5749289"/>
                  </a:lnTo>
                  <a:lnTo>
                    <a:pt x="503512" y="5749289"/>
                  </a:lnTo>
                  <a:lnTo>
                    <a:pt x="503606" y="5749289"/>
                  </a:lnTo>
                  <a:lnTo>
                    <a:pt x="503794" y="5749289"/>
                  </a:lnTo>
                  <a:lnTo>
                    <a:pt x="503888" y="5749289"/>
                  </a:lnTo>
                  <a:lnTo>
                    <a:pt x="503982" y="5749289"/>
                  </a:lnTo>
                  <a:lnTo>
                    <a:pt x="504076" y="5749289"/>
                  </a:lnTo>
                  <a:lnTo>
                    <a:pt x="504170" y="5749289"/>
                  </a:lnTo>
                  <a:lnTo>
                    <a:pt x="504264" y="5749289"/>
                  </a:lnTo>
                  <a:lnTo>
                    <a:pt x="504358" y="5749289"/>
                  </a:lnTo>
                  <a:lnTo>
                    <a:pt x="504546" y="5749289"/>
                  </a:lnTo>
                  <a:lnTo>
                    <a:pt x="504640" y="5749289"/>
                  </a:lnTo>
                  <a:lnTo>
                    <a:pt x="504734" y="5749289"/>
                  </a:lnTo>
                  <a:lnTo>
                    <a:pt x="504922" y="5749289"/>
                  </a:lnTo>
                  <a:lnTo>
                    <a:pt x="505016" y="5749289"/>
                  </a:lnTo>
                  <a:lnTo>
                    <a:pt x="505110" y="5749289"/>
                  </a:lnTo>
                  <a:lnTo>
                    <a:pt x="505204" y="5749289"/>
                  </a:lnTo>
                  <a:lnTo>
                    <a:pt x="505768" y="5749289"/>
                  </a:lnTo>
                  <a:lnTo>
                    <a:pt x="505862" y="5749289"/>
                  </a:lnTo>
                  <a:lnTo>
                    <a:pt x="505956" y="5749289"/>
                  </a:lnTo>
                  <a:lnTo>
                    <a:pt x="506050" y="5749289"/>
                  </a:lnTo>
                  <a:lnTo>
                    <a:pt x="506332" y="5749289"/>
                  </a:lnTo>
                  <a:lnTo>
                    <a:pt x="506426" y="5749289"/>
                  </a:lnTo>
                  <a:lnTo>
                    <a:pt x="506520" y="5749289"/>
                  </a:lnTo>
                  <a:lnTo>
                    <a:pt x="506708" y="5749289"/>
                  </a:lnTo>
                  <a:lnTo>
                    <a:pt x="506802" y="5749289"/>
                  </a:lnTo>
                  <a:lnTo>
                    <a:pt x="506897" y="5749289"/>
                  </a:lnTo>
                  <a:lnTo>
                    <a:pt x="507179" y="5749289"/>
                  </a:lnTo>
                  <a:lnTo>
                    <a:pt x="507273" y="5749289"/>
                  </a:lnTo>
                  <a:lnTo>
                    <a:pt x="507367" y="5749289"/>
                  </a:lnTo>
                  <a:lnTo>
                    <a:pt x="507461" y="5749289"/>
                  </a:lnTo>
                  <a:lnTo>
                    <a:pt x="507555" y="5749289"/>
                  </a:lnTo>
                  <a:lnTo>
                    <a:pt x="507649" y="5749289"/>
                  </a:lnTo>
                  <a:lnTo>
                    <a:pt x="507743" y="5749289"/>
                  </a:lnTo>
                  <a:lnTo>
                    <a:pt x="507931" y="5749289"/>
                  </a:lnTo>
                  <a:lnTo>
                    <a:pt x="508401" y="5749289"/>
                  </a:lnTo>
                  <a:lnTo>
                    <a:pt x="508495" y="5749289"/>
                  </a:lnTo>
                  <a:lnTo>
                    <a:pt x="508589" y="5749289"/>
                  </a:lnTo>
                  <a:lnTo>
                    <a:pt x="508683" y="5749289"/>
                  </a:lnTo>
                  <a:lnTo>
                    <a:pt x="508777" y="5749289"/>
                  </a:lnTo>
                  <a:lnTo>
                    <a:pt x="508965" y="5749289"/>
                  </a:lnTo>
                  <a:lnTo>
                    <a:pt x="509153" y="5749289"/>
                  </a:lnTo>
                  <a:lnTo>
                    <a:pt x="509247" y="5749289"/>
                  </a:lnTo>
                  <a:lnTo>
                    <a:pt x="509435" y="5749289"/>
                  </a:lnTo>
                  <a:lnTo>
                    <a:pt x="509529" y="5749289"/>
                  </a:lnTo>
                  <a:lnTo>
                    <a:pt x="509623" y="5749289"/>
                  </a:lnTo>
                  <a:lnTo>
                    <a:pt x="509717" y="5749289"/>
                  </a:lnTo>
                  <a:lnTo>
                    <a:pt x="509811" y="5749289"/>
                  </a:lnTo>
                  <a:lnTo>
                    <a:pt x="509905" y="5749289"/>
                  </a:lnTo>
                  <a:lnTo>
                    <a:pt x="509905" y="5744010"/>
                  </a:lnTo>
                  <a:lnTo>
                    <a:pt x="509999" y="5744010"/>
                  </a:lnTo>
                  <a:lnTo>
                    <a:pt x="510093" y="5744010"/>
                  </a:lnTo>
                  <a:lnTo>
                    <a:pt x="510187" y="5744010"/>
                  </a:lnTo>
                  <a:lnTo>
                    <a:pt x="510281" y="5744010"/>
                  </a:lnTo>
                  <a:lnTo>
                    <a:pt x="510470" y="5744010"/>
                  </a:lnTo>
                  <a:lnTo>
                    <a:pt x="510564" y="5744010"/>
                  </a:lnTo>
                  <a:lnTo>
                    <a:pt x="510658" y="5744010"/>
                  </a:lnTo>
                  <a:lnTo>
                    <a:pt x="510846" y="5744010"/>
                  </a:lnTo>
                  <a:lnTo>
                    <a:pt x="510940" y="5744010"/>
                  </a:lnTo>
                  <a:lnTo>
                    <a:pt x="511034" y="5744010"/>
                  </a:lnTo>
                  <a:lnTo>
                    <a:pt x="511128" y="5744010"/>
                  </a:lnTo>
                  <a:lnTo>
                    <a:pt x="511222" y="5744010"/>
                  </a:lnTo>
                  <a:lnTo>
                    <a:pt x="511316" y="5744010"/>
                  </a:lnTo>
                  <a:lnTo>
                    <a:pt x="511410" y="5744010"/>
                  </a:lnTo>
                  <a:lnTo>
                    <a:pt x="511504" y="5744010"/>
                  </a:lnTo>
                  <a:lnTo>
                    <a:pt x="511598" y="5744010"/>
                  </a:lnTo>
                  <a:lnTo>
                    <a:pt x="511692" y="5744010"/>
                  </a:lnTo>
                  <a:lnTo>
                    <a:pt x="511880" y="5744010"/>
                  </a:lnTo>
                  <a:lnTo>
                    <a:pt x="511974" y="5744010"/>
                  </a:lnTo>
                  <a:lnTo>
                    <a:pt x="512256" y="5744010"/>
                  </a:lnTo>
                  <a:lnTo>
                    <a:pt x="512350" y="5744010"/>
                  </a:lnTo>
                  <a:lnTo>
                    <a:pt x="512350" y="5738730"/>
                  </a:lnTo>
                  <a:lnTo>
                    <a:pt x="512538" y="5738730"/>
                  </a:lnTo>
                  <a:lnTo>
                    <a:pt x="512820" y="5738730"/>
                  </a:lnTo>
                  <a:lnTo>
                    <a:pt x="512914" y="5738730"/>
                  </a:lnTo>
                  <a:lnTo>
                    <a:pt x="513008" y="5738730"/>
                  </a:lnTo>
                  <a:lnTo>
                    <a:pt x="513102" y="5738730"/>
                  </a:lnTo>
                  <a:lnTo>
                    <a:pt x="513196" y="5738730"/>
                  </a:lnTo>
                  <a:lnTo>
                    <a:pt x="513384" y="5738730"/>
                  </a:lnTo>
                  <a:lnTo>
                    <a:pt x="513572" y="5738730"/>
                  </a:lnTo>
                  <a:lnTo>
                    <a:pt x="513666" y="5738730"/>
                  </a:lnTo>
                  <a:lnTo>
                    <a:pt x="513760" y="5738730"/>
                  </a:lnTo>
                  <a:lnTo>
                    <a:pt x="513949" y="5738730"/>
                  </a:lnTo>
                  <a:lnTo>
                    <a:pt x="514043" y="5738730"/>
                  </a:lnTo>
                  <a:lnTo>
                    <a:pt x="514137" y="5738730"/>
                  </a:lnTo>
                  <a:lnTo>
                    <a:pt x="514325" y="5738730"/>
                  </a:lnTo>
                  <a:lnTo>
                    <a:pt x="514419" y="5738730"/>
                  </a:lnTo>
                  <a:lnTo>
                    <a:pt x="514513" y="5738730"/>
                  </a:lnTo>
                  <a:lnTo>
                    <a:pt x="514889" y="5738730"/>
                  </a:lnTo>
                  <a:lnTo>
                    <a:pt x="514983" y="5738730"/>
                  </a:lnTo>
                  <a:lnTo>
                    <a:pt x="515171" y="5738730"/>
                  </a:lnTo>
                  <a:lnTo>
                    <a:pt x="515359" y="5738730"/>
                  </a:lnTo>
                  <a:lnTo>
                    <a:pt x="515453" y="5738730"/>
                  </a:lnTo>
                  <a:lnTo>
                    <a:pt x="515547" y="5738730"/>
                  </a:lnTo>
                  <a:lnTo>
                    <a:pt x="515829" y="5738730"/>
                  </a:lnTo>
                  <a:lnTo>
                    <a:pt x="515923" y="5738730"/>
                  </a:lnTo>
                  <a:lnTo>
                    <a:pt x="516017" y="5738730"/>
                  </a:lnTo>
                  <a:lnTo>
                    <a:pt x="516111" y="5738730"/>
                  </a:lnTo>
                  <a:lnTo>
                    <a:pt x="516205" y="5738730"/>
                  </a:lnTo>
                  <a:lnTo>
                    <a:pt x="516299" y="5738730"/>
                  </a:lnTo>
                  <a:lnTo>
                    <a:pt x="516393" y="5738730"/>
                  </a:lnTo>
                  <a:lnTo>
                    <a:pt x="516487" y="5738730"/>
                  </a:lnTo>
                  <a:lnTo>
                    <a:pt x="516581" y="5738730"/>
                  </a:lnTo>
                  <a:lnTo>
                    <a:pt x="516675" y="5738730"/>
                  </a:lnTo>
                  <a:lnTo>
                    <a:pt x="516769" y="5738730"/>
                  </a:lnTo>
                  <a:lnTo>
                    <a:pt x="516863" y="5738730"/>
                  </a:lnTo>
                  <a:lnTo>
                    <a:pt x="516957" y="5738730"/>
                  </a:lnTo>
                  <a:lnTo>
                    <a:pt x="517051" y="5738730"/>
                  </a:lnTo>
                  <a:lnTo>
                    <a:pt x="517145" y="5738730"/>
                  </a:lnTo>
                  <a:lnTo>
                    <a:pt x="517239" y="5738730"/>
                  </a:lnTo>
                  <a:lnTo>
                    <a:pt x="517333" y="5738730"/>
                  </a:lnTo>
                  <a:lnTo>
                    <a:pt x="517427" y="5738730"/>
                  </a:lnTo>
                  <a:lnTo>
                    <a:pt x="517522" y="5738730"/>
                  </a:lnTo>
                  <a:lnTo>
                    <a:pt x="517992" y="5738730"/>
                  </a:lnTo>
                  <a:lnTo>
                    <a:pt x="518086" y="5738730"/>
                  </a:lnTo>
                  <a:lnTo>
                    <a:pt x="518180" y="5738730"/>
                  </a:lnTo>
                  <a:lnTo>
                    <a:pt x="518274" y="5738730"/>
                  </a:lnTo>
                  <a:lnTo>
                    <a:pt x="518368" y="5738730"/>
                  </a:lnTo>
                  <a:lnTo>
                    <a:pt x="518462" y="5738730"/>
                  </a:lnTo>
                  <a:lnTo>
                    <a:pt x="518650" y="5738730"/>
                  </a:lnTo>
                  <a:lnTo>
                    <a:pt x="518838" y="5738730"/>
                  </a:lnTo>
                  <a:lnTo>
                    <a:pt x="519120" y="5733451"/>
                  </a:lnTo>
                  <a:lnTo>
                    <a:pt x="519214" y="5733451"/>
                  </a:lnTo>
                  <a:lnTo>
                    <a:pt x="519308" y="5733451"/>
                  </a:lnTo>
                  <a:lnTo>
                    <a:pt x="519402" y="5733451"/>
                  </a:lnTo>
                  <a:lnTo>
                    <a:pt x="519496" y="5733451"/>
                  </a:lnTo>
                  <a:lnTo>
                    <a:pt x="519590" y="5733451"/>
                  </a:lnTo>
                  <a:lnTo>
                    <a:pt x="519778" y="5733451"/>
                  </a:lnTo>
                  <a:lnTo>
                    <a:pt x="520060" y="5733451"/>
                  </a:lnTo>
                  <a:lnTo>
                    <a:pt x="520154" y="5733451"/>
                  </a:lnTo>
                  <a:lnTo>
                    <a:pt x="520248" y="5733451"/>
                  </a:lnTo>
                  <a:lnTo>
                    <a:pt x="520342" y="5733451"/>
                  </a:lnTo>
                  <a:lnTo>
                    <a:pt x="520436" y="5733451"/>
                  </a:lnTo>
                  <a:lnTo>
                    <a:pt x="520530" y="5733451"/>
                  </a:lnTo>
                  <a:lnTo>
                    <a:pt x="520624" y="5733451"/>
                  </a:lnTo>
                  <a:lnTo>
                    <a:pt x="520718" y="5733451"/>
                  </a:lnTo>
                  <a:lnTo>
                    <a:pt x="520906" y="5733451"/>
                  </a:lnTo>
                  <a:lnTo>
                    <a:pt x="521001" y="5733451"/>
                  </a:lnTo>
                  <a:lnTo>
                    <a:pt x="521095" y="5733451"/>
                  </a:lnTo>
                  <a:lnTo>
                    <a:pt x="521189" y="5733451"/>
                  </a:lnTo>
                  <a:lnTo>
                    <a:pt x="521283" y="5733451"/>
                  </a:lnTo>
                  <a:lnTo>
                    <a:pt x="521377" y="5733451"/>
                  </a:lnTo>
                  <a:lnTo>
                    <a:pt x="521471" y="5733451"/>
                  </a:lnTo>
                  <a:lnTo>
                    <a:pt x="521659" y="5733451"/>
                  </a:lnTo>
                  <a:lnTo>
                    <a:pt x="521847" y="5733451"/>
                  </a:lnTo>
                  <a:lnTo>
                    <a:pt x="521941" y="5733451"/>
                  </a:lnTo>
                  <a:lnTo>
                    <a:pt x="522035" y="5733451"/>
                  </a:lnTo>
                  <a:lnTo>
                    <a:pt x="522129" y="5733451"/>
                  </a:lnTo>
                  <a:lnTo>
                    <a:pt x="522223" y="5733451"/>
                  </a:lnTo>
                  <a:lnTo>
                    <a:pt x="522317" y="5733451"/>
                  </a:lnTo>
                  <a:lnTo>
                    <a:pt x="522411" y="5733451"/>
                  </a:lnTo>
                  <a:lnTo>
                    <a:pt x="522599" y="5733451"/>
                  </a:lnTo>
                  <a:lnTo>
                    <a:pt x="522787" y="5733451"/>
                  </a:lnTo>
                  <a:lnTo>
                    <a:pt x="522881" y="5733451"/>
                  </a:lnTo>
                  <a:lnTo>
                    <a:pt x="522975" y="5733451"/>
                  </a:lnTo>
                  <a:lnTo>
                    <a:pt x="523069" y="5733451"/>
                  </a:lnTo>
                  <a:lnTo>
                    <a:pt x="523351" y="5733451"/>
                  </a:lnTo>
                  <a:lnTo>
                    <a:pt x="523445" y="5733451"/>
                  </a:lnTo>
                  <a:lnTo>
                    <a:pt x="523539" y="5733451"/>
                  </a:lnTo>
                  <a:lnTo>
                    <a:pt x="523821" y="5733451"/>
                  </a:lnTo>
                  <a:lnTo>
                    <a:pt x="523915" y="5733451"/>
                  </a:lnTo>
                  <a:lnTo>
                    <a:pt x="524009" y="5733451"/>
                  </a:lnTo>
                  <a:lnTo>
                    <a:pt x="524103" y="5733451"/>
                  </a:lnTo>
                  <a:lnTo>
                    <a:pt x="524197" y="5733451"/>
                  </a:lnTo>
                  <a:lnTo>
                    <a:pt x="524291" y="5733451"/>
                  </a:lnTo>
                  <a:lnTo>
                    <a:pt x="524385" y="5733451"/>
                  </a:lnTo>
                  <a:lnTo>
                    <a:pt x="524479" y="5733451"/>
                  </a:lnTo>
                  <a:lnTo>
                    <a:pt x="524574" y="5733451"/>
                  </a:lnTo>
                  <a:lnTo>
                    <a:pt x="524762" y="5733451"/>
                  </a:lnTo>
                  <a:lnTo>
                    <a:pt x="524856" y="5733451"/>
                  </a:lnTo>
                  <a:lnTo>
                    <a:pt x="524950" y="5733451"/>
                  </a:lnTo>
                  <a:lnTo>
                    <a:pt x="525044" y="5733451"/>
                  </a:lnTo>
                  <a:lnTo>
                    <a:pt x="525232" y="5733451"/>
                  </a:lnTo>
                  <a:lnTo>
                    <a:pt x="525326" y="5733451"/>
                  </a:lnTo>
                  <a:lnTo>
                    <a:pt x="525420" y="5733451"/>
                  </a:lnTo>
                  <a:lnTo>
                    <a:pt x="525890" y="5733451"/>
                  </a:lnTo>
                  <a:lnTo>
                    <a:pt x="525984" y="5733451"/>
                  </a:lnTo>
                  <a:lnTo>
                    <a:pt x="526078" y="5733451"/>
                  </a:lnTo>
                  <a:lnTo>
                    <a:pt x="526078" y="5728172"/>
                  </a:lnTo>
                  <a:lnTo>
                    <a:pt x="526172" y="5728172"/>
                  </a:lnTo>
                  <a:lnTo>
                    <a:pt x="526266" y="5728172"/>
                  </a:lnTo>
                  <a:lnTo>
                    <a:pt x="526360" y="5728172"/>
                  </a:lnTo>
                  <a:lnTo>
                    <a:pt x="526454" y="5728172"/>
                  </a:lnTo>
                  <a:lnTo>
                    <a:pt x="526642" y="5728172"/>
                  </a:lnTo>
                  <a:lnTo>
                    <a:pt x="526924" y="5728172"/>
                  </a:lnTo>
                  <a:lnTo>
                    <a:pt x="527018" y="5728172"/>
                  </a:lnTo>
                  <a:lnTo>
                    <a:pt x="527206" y="5728172"/>
                  </a:lnTo>
                  <a:lnTo>
                    <a:pt x="527394" y="5728172"/>
                  </a:lnTo>
                  <a:lnTo>
                    <a:pt x="527488" y="5728172"/>
                  </a:lnTo>
                  <a:lnTo>
                    <a:pt x="527770" y="5728172"/>
                  </a:lnTo>
                  <a:lnTo>
                    <a:pt x="527864" y="5728172"/>
                  </a:lnTo>
                  <a:lnTo>
                    <a:pt x="527958" y="5728172"/>
                  </a:lnTo>
                  <a:lnTo>
                    <a:pt x="528052" y="5728172"/>
                  </a:lnTo>
                  <a:lnTo>
                    <a:pt x="528241" y="5728172"/>
                  </a:lnTo>
                  <a:lnTo>
                    <a:pt x="528335" y="5728172"/>
                  </a:lnTo>
                  <a:lnTo>
                    <a:pt x="528429" y="5728172"/>
                  </a:lnTo>
                  <a:lnTo>
                    <a:pt x="528523" y="5728172"/>
                  </a:lnTo>
                  <a:lnTo>
                    <a:pt x="528617" y="5728172"/>
                  </a:lnTo>
                  <a:lnTo>
                    <a:pt x="528899" y="5728172"/>
                  </a:lnTo>
                  <a:lnTo>
                    <a:pt x="529181" y="5728172"/>
                  </a:lnTo>
                  <a:lnTo>
                    <a:pt x="529369" y="5728172"/>
                  </a:lnTo>
                  <a:lnTo>
                    <a:pt x="529463" y="5728172"/>
                  </a:lnTo>
                  <a:lnTo>
                    <a:pt x="529557" y="5728172"/>
                  </a:lnTo>
                  <a:lnTo>
                    <a:pt x="529651" y="5728172"/>
                  </a:lnTo>
                  <a:lnTo>
                    <a:pt x="529839" y="5728172"/>
                  </a:lnTo>
                  <a:lnTo>
                    <a:pt x="530027" y="5728172"/>
                  </a:lnTo>
                  <a:lnTo>
                    <a:pt x="530309" y="5728172"/>
                  </a:lnTo>
                  <a:lnTo>
                    <a:pt x="530497" y="5728172"/>
                  </a:lnTo>
                  <a:lnTo>
                    <a:pt x="530591" y="5728172"/>
                  </a:lnTo>
                  <a:lnTo>
                    <a:pt x="530685" y="5728172"/>
                  </a:lnTo>
                  <a:lnTo>
                    <a:pt x="530779" y="5728172"/>
                  </a:lnTo>
                  <a:lnTo>
                    <a:pt x="530873" y="5728172"/>
                  </a:lnTo>
                  <a:lnTo>
                    <a:pt x="530967" y="5728172"/>
                  </a:lnTo>
                  <a:lnTo>
                    <a:pt x="531061" y="5728172"/>
                  </a:lnTo>
                  <a:lnTo>
                    <a:pt x="531155" y="5728172"/>
                  </a:lnTo>
                  <a:lnTo>
                    <a:pt x="531249" y="5728172"/>
                  </a:lnTo>
                  <a:lnTo>
                    <a:pt x="531343" y="5728172"/>
                  </a:lnTo>
                  <a:lnTo>
                    <a:pt x="531437" y="5728172"/>
                  </a:lnTo>
                  <a:lnTo>
                    <a:pt x="531531" y="5728172"/>
                  </a:lnTo>
                  <a:lnTo>
                    <a:pt x="531626" y="5728172"/>
                  </a:lnTo>
                  <a:lnTo>
                    <a:pt x="531720" y="5728172"/>
                  </a:lnTo>
                  <a:lnTo>
                    <a:pt x="531814" y="5728172"/>
                  </a:lnTo>
                  <a:lnTo>
                    <a:pt x="531908" y="5728172"/>
                  </a:lnTo>
                  <a:lnTo>
                    <a:pt x="532002" y="5728172"/>
                  </a:lnTo>
                  <a:lnTo>
                    <a:pt x="532096" y="5728172"/>
                  </a:lnTo>
                  <a:lnTo>
                    <a:pt x="532190" y="5728172"/>
                  </a:lnTo>
                  <a:lnTo>
                    <a:pt x="532378" y="5728172"/>
                  </a:lnTo>
                  <a:lnTo>
                    <a:pt x="532472" y="5728172"/>
                  </a:lnTo>
                  <a:lnTo>
                    <a:pt x="532566" y="5728172"/>
                  </a:lnTo>
                  <a:lnTo>
                    <a:pt x="532660" y="5728172"/>
                  </a:lnTo>
                  <a:lnTo>
                    <a:pt x="532754" y="5728172"/>
                  </a:lnTo>
                  <a:lnTo>
                    <a:pt x="533036" y="5722892"/>
                  </a:lnTo>
                  <a:lnTo>
                    <a:pt x="533130" y="5722892"/>
                  </a:lnTo>
                  <a:lnTo>
                    <a:pt x="533318" y="5722892"/>
                  </a:lnTo>
                  <a:lnTo>
                    <a:pt x="533412" y="5722892"/>
                  </a:lnTo>
                  <a:lnTo>
                    <a:pt x="533506" y="5722892"/>
                  </a:lnTo>
                  <a:lnTo>
                    <a:pt x="533694" y="5722892"/>
                  </a:lnTo>
                  <a:lnTo>
                    <a:pt x="533788" y="5722892"/>
                  </a:lnTo>
                  <a:lnTo>
                    <a:pt x="533882" y="5722892"/>
                  </a:lnTo>
                  <a:lnTo>
                    <a:pt x="533976" y="5722892"/>
                  </a:lnTo>
                  <a:lnTo>
                    <a:pt x="534070" y="5722892"/>
                  </a:lnTo>
                  <a:lnTo>
                    <a:pt x="534164" y="5722892"/>
                  </a:lnTo>
                  <a:lnTo>
                    <a:pt x="534258" y="5722892"/>
                  </a:lnTo>
                  <a:lnTo>
                    <a:pt x="534258" y="5717613"/>
                  </a:lnTo>
                  <a:lnTo>
                    <a:pt x="534540" y="5717613"/>
                  </a:lnTo>
                  <a:lnTo>
                    <a:pt x="534634" y="5717613"/>
                  </a:lnTo>
                  <a:lnTo>
                    <a:pt x="534728" y="5717613"/>
                  </a:lnTo>
                  <a:lnTo>
                    <a:pt x="534822" y="5717613"/>
                  </a:lnTo>
                  <a:lnTo>
                    <a:pt x="534916" y="5717613"/>
                  </a:lnTo>
                  <a:lnTo>
                    <a:pt x="535104" y="5717613"/>
                  </a:lnTo>
                  <a:lnTo>
                    <a:pt x="535199" y="5717613"/>
                  </a:lnTo>
                  <a:lnTo>
                    <a:pt x="535293" y="5717613"/>
                  </a:lnTo>
                  <a:lnTo>
                    <a:pt x="535387" y="5717613"/>
                  </a:lnTo>
                  <a:lnTo>
                    <a:pt x="535575" y="5717613"/>
                  </a:lnTo>
                  <a:lnTo>
                    <a:pt x="535763" y="5717613"/>
                  </a:lnTo>
                  <a:lnTo>
                    <a:pt x="535951" y="5717613"/>
                  </a:lnTo>
                  <a:lnTo>
                    <a:pt x="536045" y="5717613"/>
                  </a:lnTo>
                  <a:lnTo>
                    <a:pt x="536139" y="5717613"/>
                  </a:lnTo>
                  <a:lnTo>
                    <a:pt x="536233" y="5717613"/>
                  </a:lnTo>
                  <a:lnTo>
                    <a:pt x="536421" y="5717613"/>
                  </a:lnTo>
                  <a:lnTo>
                    <a:pt x="536515" y="5717613"/>
                  </a:lnTo>
                  <a:lnTo>
                    <a:pt x="536609" y="5717613"/>
                  </a:lnTo>
                  <a:lnTo>
                    <a:pt x="536797" y="5717613"/>
                  </a:lnTo>
                  <a:lnTo>
                    <a:pt x="536891" y="5717613"/>
                  </a:lnTo>
                  <a:lnTo>
                    <a:pt x="536985" y="5717613"/>
                  </a:lnTo>
                  <a:lnTo>
                    <a:pt x="537079" y="5717613"/>
                  </a:lnTo>
                  <a:lnTo>
                    <a:pt x="537173" y="5717613"/>
                  </a:lnTo>
                  <a:lnTo>
                    <a:pt x="537267" y="5717613"/>
                  </a:lnTo>
                  <a:lnTo>
                    <a:pt x="537455" y="5717613"/>
                  </a:lnTo>
                  <a:lnTo>
                    <a:pt x="537549" y="5717613"/>
                  </a:lnTo>
                  <a:lnTo>
                    <a:pt x="537643" y="5717613"/>
                  </a:lnTo>
                  <a:lnTo>
                    <a:pt x="537925" y="5717613"/>
                  </a:lnTo>
                  <a:lnTo>
                    <a:pt x="538019" y="5717613"/>
                  </a:lnTo>
                  <a:lnTo>
                    <a:pt x="538113" y="5717613"/>
                  </a:lnTo>
                  <a:lnTo>
                    <a:pt x="538207" y="5717613"/>
                  </a:lnTo>
                  <a:lnTo>
                    <a:pt x="538677" y="5717613"/>
                  </a:lnTo>
                  <a:lnTo>
                    <a:pt x="538866" y="5717613"/>
                  </a:lnTo>
                  <a:lnTo>
                    <a:pt x="539148" y="5717613"/>
                  </a:lnTo>
                  <a:lnTo>
                    <a:pt x="539242" y="5717613"/>
                  </a:lnTo>
                  <a:lnTo>
                    <a:pt x="539524" y="5717613"/>
                  </a:lnTo>
                  <a:lnTo>
                    <a:pt x="539712" y="5717613"/>
                  </a:lnTo>
                  <a:lnTo>
                    <a:pt x="539806" y="5717613"/>
                  </a:lnTo>
                  <a:lnTo>
                    <a:pt x="539900" y="5717613"/>
                  </a:lnTo>
                  <a:lnTo>
                    <a:pt x="540182" y="5717613"/>
                  </a:lnTo>
                  <a:lnTo>
                    <a:pt x="540464" y="5717613"/>
                  </a:lnTo>
                  <a:lnTo>
                    <a:pt x="540652" y="5717613"/>
                  </a:lnTo>
                  <a:lnTo>
                    <a:pt x="540840" y="5717613"/>
                  </a:lnTo>
                  <a:lnTo>
                    <a:pt x="540934" y="5717613"/>
                  </a:lnTo>
                  <a:lnTo>
                    <a:pt x="541028" y="5717613"/>
                  </a:lnTo>
                  <a:lnTo>
                    <a:pt x="541122" y="5717613"/>
                  </a:lnTo>
                  <a:lnTo>
                    <a:pt x="541310" y="5717613"/>
                  </a:lnTo>
                  <a:lnTo>
                    <a:pt x="541404" y="5717613"/>
                  </a:lnTo>
                  <a:lnTo>
                    <a:pt x="541592" y="5717613"/>
                  </a:lnTo>
                  <a:lnTo>
                    <a:pt x="541686" y="5717613"/>
                  </a:lnTo>
                  <a:lnTo>
                    <a:pt x="541780" y="5717613"/>
                  </a:lnTo>
                  <a:lnTo>
                    <a:pt x="541874" y="5717613"/>
                  </a:lnTo>
                  <a:lnTo>
                    <a:pt x="541968" y="5717613"/>
                  </a:lnTo>
                  <a:lnTo>
                    <a:pt x="542062" y="5717613"/>
                  </a:lnTo>
                  <a:lnTo>
                    <a:pt x="542156" y="5717613"/>
                  </a:lnTo>
                  <a:lnTo>
                    <a:pt x="542250" y="5717613"/>
                  </a:lnTo>
                  <a:lnTo>
                    <a:pt x="542345" y="5717613"/>
                  </a:lnTo>
                  <a:lnTo>
                    <a:pt x="542439" y="5717613"/>
                  </a:lnTo>
                  <a:lnTo>
                    <a:pt x="542533" y="5717613"/>
                  </a:lnTo>
                  <a:lnTo>
                    <a:pt x="542627" y="5717613"/>
                  </a:lnTo>
                  <a:lnTo>
                    <a:pt x="542721" y="5717613"/>
                  </a:lnTo>
                  <a:lnTo>
                    <a:pt x="542815" y="5717613"/>
                  </a:lnTo>
                  <a:lnTo>
                    <a:pt x="542909" y="5717613"/>
                  </a:lnTo>
                  <a:lnTo>
                    <a:pt x="543003" y="5717613"/>
                  </a:lnTo>
                  <a:lnTo>
                    <a:pt x="543097" y="5717613"/>
                  </a:lnTo>
                  <a:lnTo>
                    <a:pt x="543285" y="5717613"/>
                  </a:lnTo>
                  <a:lnTo>
                    <a:pt x="543379" y="5717613"/>
                  </a:lnTo>
                  <a:lnTo>
                    <a:pt x="543567" y="5717613"/>
                  </a:lnTo>
                  <a:lnTo>
                    <a:pt x="543661" y="5717613"/>
                  </a:lnTo>
                  <a:lnTo>
                    <a:pt x="543755" y="5717613"/>
                  </a:lnTo>
                  <a:lnTo>
                    <a:pt x="543849" y="5717613"/>
                  </a:lnTo>
                  <a:lnTo>
                    <a:pt x="543943" y="5717613"/>
                  </a:lnTo>
                  <a:lnTo>
                    <a:pt x="544037" y="5717613"/>
                  </a:lnTo>
                  <a:lnTo>
                    <a:pt x="544131" y="5717613"/>
                  </a:lnTo>
                  <a:lnTo>
                    <a:pt x="544413" y="5717613"/>
                  </a:lnTo>
                  <a:lnTo>
                    <a:pt x="544507" y="5717613"/>
                  </a:lnTo>
                  <a:lnTo>
                    <a:pt x="544601" y="5717613"/>
                  </a:lnTo>
                  <a:lnTo>
                    <a:pt x="544695" y="5717613"/>
                  </a:lnTo>
                  <a:lnTo>
                    <a:pt x="544789" y="5717613"/>
                  </a:lnTo>
                  <a:lnTo>
                    <a:pt x="544977" y="5717613"/>
                  </a:lnTo>
                  <a:lnTo>
                    <a:pt x="545071" y="5717613"/>
                  </a:lnTo>
                  <a:lnTo>
                    <a:pt x="545259" y="5717613"/>
                  </a:lnTo>
                  <a:lnTo>
                    <a:pt x="545353" y="5717613"/>
                  </a:lnTo>
                  <a:lnTo>
                    <a:pt x="545447" y="5717613"/>
                  </a:lnTo>
                  <a:lnTo>
                    <a:pt x="545729" y="5717613"/>
                  </a:lnTo>
                  <a:lnTo>
                    <a:pt x="545824" y="5717613"/>
                  </a:lnTo>
                  <a:lnTo>
                    <a:pt x="546106" y="5717613"/>
                  </a:lnTo>
                  <a:lnTo>
                    <a:pt x="546200" y="5717613"/>
                  </a:lnTo>
                  <a:lnTo>
                    <a:pt x="546294" y="5717613"/>
                  </a:lnTo>
                  <a:lnTo>
                    <a:pt x="546576" y="5717613"/>
                  </a:lnTo>
                  <a:lnTo>
                    <a:pt x="546670" y="5717613"/>
                  </a:lnTo>
                  <a:lnTo>
                    <a:pt x="546764" y="5717613"/>
                  </a:lnTo>
                  <a:lnTo>
                    <a:pt x="546858" y="5717613"/>
                  </a:lnTo>
                  <a:lnTo>
                    <a:pt x="547140" y="5717613"/>
                  </a:lnTo>
                  <a:lnTo>
                    <a:pt x="547234" y="5717613"/>
                  </a:lnTo>
                  <a:lnTo>
                    <a:pt x="547328" y="5717613"/>
                  </a:lnTo>
                  <a:lnTo>
                    <a:pt x="547516" y="5717613"/>
                  </a:lnTo>
                  <a:lnTo>
                    <a:pt x="547610" y="5717613"/>
                  </a:lnTo>
                  <a:lnTo>
                    <a:pt x="547798" y="5717613"/>
                  </a:lnTo>
                  <a:lnTo>
                    <a:pt x="547892" y="5717613"/>
                  </a:lnTo>
                  <a:lnTo>
                    <a:pt x="547986" y="5717613"/>
                  </a:lnTo>
                  <a:lnTo>
                    <a:pt x="548268" y="5717613"/>
                  </a:lnTo>
                  <a:lnTo>
                    <a:pt x="548362" y="5717613"/>
                  </a:lnTo>
                  <a:lnTo>
                    <a:pt x="548456" y="5717613"/>
                  </a:lnTo>
                  <a:lnTo>
                    <a:pt x="548550" y="5717613"/>
                  </a:lnTo>
                  <a:lnTo>
                    <a:pt x="548644" y="5717613"/>
                  </a:lnTo>
                  <a:lnTo>
                    <a:pt x="548926" y="5717613"/>
                  </a:lnTo>
                  <a:lnTo>
                    <a:pt x="549114" y="5717613"/>
                  </a:lnTo>
                  <a:lnTo>
                    <a:pt x="549208" y="5717613"/>
                  </a:lnTo>
                  <a:lnTo>
                    <a:pt x="549302" y="5717613"/>
                  </a:lnTo>
                  <a:lnTo>
                    <a:pt x="549302" y="5712333"/>
                  </a:lnTo>
                  <a:lnTo>
                    <a:pt x="549397" y="5712333"/>
                  </a:lnTo>
                  <a:lnTo>
                    <a:pt x="549491" y="5712333"/>
                  </a:lnTo>
                  <a:lnTo>
                    <a:pt x="549585" y="5712333"/>
                  </a:lnTo>
                  <a:lnTo>
                    <a:pt x="549773" y="5712333"/>
                  </a:lnTo>
                  <a:lnTo>
                    <a:pt x="549867" y="5712333"/>
                  </a:lnTo>
                  <a:lnTo>
                    <a:pt x="549961" y="5712333"/>
                  </a:lnTo>
                  <a:lnTo>
                    <a:pt x="550055" y="5712333"/>
                  </a:lnTo>
                  <a:lnTo>
                    <a:pt x="550149" y="5712333"/>
                  </a:lnTo>
                  <a:lnTo>
                    <a:pt x="550243" y="5712333"/>
                  </a:lnTo>
                  <a:lnTo>
                    <a:pt x="550337" y="5712333"/>
                  </a:lnTo>
                  <a:lnTo>
                    <a:pt x="550431" y="5712333"/>
                  </a:lnTo>
                  <a:lnTo>
                    <a:pt x="550619" y="5712333"/>
                  </a:lnTo>
                  <a:lnTo>
                    <a:pt x="550807" y="5712333"/>
                  </a:lnTo>
                  <a:lnTo>
                    <a:pt x="550901" y="5712333"/>
                  </a:lnTo>
                  <a:lnTo>
                    <a:pt x="550995" y="5712333"/>
                  </a:lnTo>
                  <a:lnTo>
                    <a:pt x="550995" y="5707054"/>
                  </a:lnTo>
                  <a:lnTo>
                    <a:pt x="551089" y="5707054"/>
                  </a:lnTo>
                  <a:lnTo>
                    <a:pt x="551183" y="5707054"/>
                  </a:lnTo>
                  <a:lnTo>
                    <a:pt x="551183" y="5701775"/>
                  </a:lnTo>
                  <a:lnTo>
                    <a:pt x="551277" y="5701775"/>
                  </a:lnTo>
                  <a:lnTo>
                    <a:pt x="551371" y="5701775"/>
                  </a:lnTo>
                  <a:lnTo>
                    <a:pt x="551559" y="5701775"/>
                  </a:lnTo>
                  <a:lnTo>
                    <a:pt x="551747" y="5701775"/>
                  </a:lnTo>
                  <a:lnTo>
                    <a:pt x="551841" y="5701775"/>
                  </a:lnTo>
                  <a:lnTo>
                    <a:pt x="551935" y="5701775"/>
                  </a:lnTo>
                  <a:lnTo>
                    <a:pt x="552029" y="5701775"/>
                  </a:lnTo>
                  <a:lnTo>
                    <a:pt x="552123" y="5701775"/>
                  </a:lnTo>
                  <a:lnTo>
                    <a:pt x="552499" y="5701775"/>
                  </a:lnTo>
                  <a:lnTo>
                    <a:pt x="552593" y="5701775"/>
                  </a:lnTo>
                  <a:lnTo>
                    <a:pt x="552687" y="5701775"/>
                  </a:lnTo>
                  <a:lnTo>
                    <a:pt x="552781" y="5701775"/>
                  </a:lnTo>
                  <a:lnTo>
                    <a:pt x="552875" y="5701775"/>
                  </a:lnTo>
                  <a:lnTo>
                    <a:pt x="552970" y="5701775"/>
                  </a:lnTo>
                  <a:lnTo>
                    <a:pt x="553064" y="5701775"/>
                  </a:lnTo>
                  <a:lnTo>
                    <a:pt x="553158" y="5701775"/>
                  </a:lnTo>
                  <a:lnTo>
                    <a:pt x="553252" y="5701775"/>
                  </a:lnTo>
                  <a:lnTo>
                    <a:pt x="553346" y="5701775"/>
                  </a:lnTo>
                  <a:lnTo>
                    <a:pt x="553440" y="5701775"/>
                  </a:lnTo>
                  <a:lnTo>
                    <a:pt x="553534" y="5701775"/>
                  </a:lnTo>
                  <a:lnTo>
                    <a:pt x="553628" y="5701775"/>
                  </a:lnTo>
                  <a:lnTo>
                    <a:pt x="553722" y="5701775"/>
                  </a:lnTo>
                  <a:lnTo>
                    <a:pt x="553910" y="5701775"/>
                  </a:lnTo>
                  <a:lnTo>
                    <a:pt x="554004" y="5701775"/>
                  </a:lnTo>
                  <a:lnTo>
                    <a:pt x="554098" y="5701775"/>
                  </a:lnTo>
                  <a:lnTo>
                    <a:pt x="554474" y="5701775"/>
                  </a:lnTo>
                  <a:lnTo>
                    <a:pt x="554568" y="5701775"/>
                  </a:lnTo>
                  <a:lnTo>
                    <a:pt x="554662" y="5701775"/>
                  </a:lnTo>
                  <a:lnTo>
                    <a:pt x="554756" y="5701775"/>
                  </a:lnTo>
                  <a:lnTo>
                    <a:pt x="554850" y="5701775"/>
                  </a:lnTo>
                  <a:lnTo>
                    <a:pt x="554944" y="5701775"/>
                  </a:lnTo>
                  <a:lnTo>
                    <a:pt x="555132" y="5701775"/>
                  </a:lnTo>
                  <a:lnTo>
                    <a:pt x="555226" y="5701775"/>
                  </a:lnTo>
                  <a:lnTo>
                    <a:pt x="555320" y="5701775"/>
                  </a:lnTo>
                  <a:lnTo>
                    <a:pt x="555414" y="5701775"/>
                  </a:lnTo>
                  <a:lnTo>
                    <a:pt x="555508" y="5701775"/>
                  </a:lnTo>
                  <a:lnTo>
                    <a:pt x="555602" y="5701775"/>
                  </a:lnTo>
                  <a:lnTo>
                    <a:pt x="555696" y="5701775"/>
                  </a:lnTo>
                  <a:lnTo>
                    <a:pt x="555790" y="5701775"/>
                  </a:lnTo>
                  <a:lnTo>
                    <a:pt x="555884" y="5701775"/>
                  </a:lnTo>
                  <a:lnTo>
                    <a:pt x="555978" y="5701775"/>
                  </a:lnTo>
                  <a:lnTo>
                    <a:pt x="556072" y="5701775"/>
                  </a:lnTo>
                  <a:lnTo>
                    <a:pt x="556166" y="5701775"/>
                  </a:lnTo>
                  <a:lnTo>
                    <a:pt x="556260" y="5701775"/>
                  </a:lnTo>
                  <a:lnTo>
                    <a:pt x="556354" y="5701775"/>
                  </a:lnTo>
                  <a:lnTo>
                    <a:pt x="556449" y="5701775"/>
                  </a:lnTo>
                  <a:lnTo>
                    <a:pt x="556543" y="5701775"/>
                  </a:lnTo>
                  <a:lnTo>
                    <a:pt x="556637" y="5701775"/>
                  </a:lnTo>
                  <a:lnTo>
                    <a:pt x="556731" y="5701775"/>
                  </a:lnTo>
                  <a:lnTo>
                    <a:pt x="556825" y="5701775"/>
                  </a:lnTo>
                  <a:lnTo>
                    <a:pt x="556919" y="5701775"/>
                  </a:lnTo>
                  <a:lnTo>
                    <a:pt x="557013" y="5701775"/>
                  </a:lnTo>
                  <a:lnTo>
                    <a:pt x="557107" y="5701775"/>
                  </a:lnTo>
                  <a:lnTo>
                    <a:pt x="557201" y="5701775"/>
                  </a:lnTo>
                  <a:lnTo>
                    <a:pt x="557483" y="5701775"/>
                  </a:lnTo>
                  <a:lnTo>
                    <a:pt x="557671" y="5701775"/>
                  </a:lnTo>
                  <a:lnTo>
                    <a:pt x="557859" y="5701775"/>
                  </a:lnTo>
                  <a:lnTo>
                    <a:pt x="557953" y="5701775"/>
                  </a:lnTo>
                  <a:lnTo>
                    <a:pt x="558141" y="5701775"/>
                  </a:lnTo>
                  <a:lnTo>
                    <a:pt x="558235" y="5701775"/>
                  </a:lnTo>
                  <a:lnTo>
                    <a:pt x="558329" y="5701775"/>
                  </a:lnTo>
                  <a:lnTo>
                    <a:pt x="558423" y="5701775"/>
                  </a:lnTo>
                  <a:lnTo>
                    <a:pt x="558611" y="5701775"/>
                  </a:lnTo>
                  <a:lnTo>
                    <a:pt x="558799" y="5701775"/>
                  </a:lnTo>
                  <a:lnTo>
                    <a:pt x="558987" y="5701775"/>
                  </a:lnTo>
                  <a:lnTo>
                    <a:pt x="559081" y="5701775"/>
                  </a:lnTo>
                  <a:lnTo>
                    <a:pt x="559175" y="5701775"/>
                  </a:lnTo>
                  <a:lnTo>
                    <a:pt x="559269" y="5701775"/>
                  </a:lnTo>
                  <a:lnTo>
                    <a:pt x="559457" y="5701775"/>
                  </a:lnTo>
                  <a:lnTo>
                    <a:pt x="559645" y="5701775"/>
                  </a:lnTo>
                  <a:lnTo>
                    <a:pt x="559833" y="5701775"/>
                  </a:lnTo>
                  <a:lnTo>
                    <a:pt x="559927" y="5701775"/>
                  </a:lnTo>
                  <a:lnTo>
                    <a:pt x="560022" y="5701775"/>
                  </a:lnTo>
                  <a:lnTo>
                    <a:pt x="560116" y="5701775"/>
                  </a:lnTo>
                  <a:lnTo>
                    <a:pt x="560210" y="5701775"/>
                  </a:lnTo>
                  <a:lnTo>
                    <a:pt x="560492" y="5701775"/>
                  </a:lnTo>
                  <a:lnTo>
                    <a:pt x="560586" y="5701775"/>
                  </a:lnTo>
                  <a:lnTo>
                    <a:pt x="560680" y="5701775"/>
                  </a:lnTo>
                  <a:lnTo>
                    <a:pt x="560774" y="5701775"/>
                  </a:lnTo>
                  <a:lnTo>
                    <a:pt x="560868" y="5701775"/>
                  </a:lnTo>
                  <a:lnTo>
                    <a:pt x="561056" y="5701775"/>
                  </a:lnTo>
                  <a:lnTo>
                    <a:pt x="561150" y="5696495"/>
                  </a:lnTo>
                  <a:lnTo>
                    <a:pt x="561244" y="5696495"/>
                  </a:lnTo>
                  <a:lnTo>
                    <a:pt x="561338" y="5696495"/>
                  </a:lnTo>
                  <a:lnTo>
                    <a:pt x="561432" y="5696495"/>
                  </a:lnTo>
                  <a:lnTo>
                    <a:pt x="561526" y="5696495"/>
                  </a:lnTo>
                  <a:lnTo>
                    <a:pt x="561620" y="5696495"/>
                  </a:lnTo>
                  <a:lnTo>
                    <a:pt x="561714" y="5696495"/>
                  </a:lnTo>
                  <a:lnTo>
                    <a:pt x="561902" y="5696495"/>
                  </a:lnTo>
                  <a:lnTo>
                    <a:pt x="562090" y="5696495"/>
                  </a:lnTo>
                  <a:lnTo>
                    <a:pt x="562184" y="5696495"/>
                  </a:lnTo>
                  <a:lnTo>
                    <a:pt x="562278" y="5696495"/>
                  </a:lnTo>
                  <a:lnTo>
                    <a:pt x="562372" y="5696495"/>
                  </a:lnTo>
                  <a:lnTo>
                    <a:pt x="562466" y="5696495"/>
                  </a:lnTo>
                  <a:lnTo>
                    <a:pt x="563030" y="5696495"/>
                  </a:lnTo>
                  <a:lnTo>
                    <a:pt x="563124" y="5696495"/>
                  </a:lnTo>
                  <a:lnTo>
                    <a:pt x="563218" y="5696495"/>
                  </a:lnTo>
                  <a:lnTo>
                    <a:pt x="563312" y="5696495"/>
                  </a:lnTo>
                  <a:lnTo>
                    <a:pt x="563406" y="5696495"/>
                  </a:lnTo>
                  <a:lnTo>
                    <a:pt x="563689" y="5696495"/>
                  </a:lnTo>
                  <a:lnTo>
                    <a:pt x="563877" y="5696495"/>
                  </a:lnTo>
                  <a:lnTo>
                    <a:pt x="563971" y="5696495"/>
                  </a:lnTo>
                  <a:lnTo>
                    <a:pt x="564253" y="5696495"/>
                  </a:lnTo>
                  <a:lnTo>
                    <a:pt x="564535" y="5696495"/>
                  </a:lnTo>
                  <a:lnTo>
                    <a:pt x="564629" y="5696495"/>
                  </a:lnTo>
                  <a:lnTo>
                    <a:pt x="564723" y="5696495"/>
                  </a:lnTo>
                  <a:lnTo>
                    <a:pt x="564817" y="5696495"/>
                  </a:lnTo>
                  <a:lnTo>
                    <a:pt x="565005" y="5696495"/>
                  </a:lnTo>
                  <a:lnTo>
                    <a:pt x="565193" y="5696495"/>
                  </a:lnTo>
                  <a:lnTo>
                    <a:pt x="565287" y="5696495"/>
                  </a:lnTo>
                  <a:lnTo>
                    <a:pt x="565381" y="5696495"/>
                  </a:lnTo>
                  <a:lnTo>
                    <a:pt x="565475" y="5696495"/>
                  </a:lnTo>
                  <a:lnTo>
                    <a:pt x="565569" y="5696495"/>
                  </a:lnTo>
                  <a:lnTo>
                    <a:pt x="565663" y="5696495"/>
                  </a:lnTo>
                  <a:lnTo>
                    <a:pt x="565757" y="5696495"/>
                  </a:lnTo>
                  <a:lnTo>
                    <a:pt x="565851" y="5696495"/>
                  </a:lnTo>
                  <a:lnTo>
                    <a:pt x="565945" y="5696495"/>
                  </a:lnTo>
                  <a:lnTo>
                    <a:pt x="566039" y="5696495"/>
                  </a:lnTo>
                  <a:lnTo>
                    <a:pt x="566133" y="5696495"/>
                  </a:lnTo>
                  <a:lnTo>
                    <a:pt x="566227" y="5696495"/>
                  </a:lnTo>
                  <a:lnTo>
                    <a:pt x="566509" y="5696495"/>
                  </a:lnTo>
                  <a:lnTo>
                    <a:pt x="566603" y="5696495"/>
                  </a:lnTo>
                  <a:lnTo>
                    <a:pt x="566697" y="5696495"/>
                  </a:lnTo>
                  <a:lnTo>
                    <a:pt x="566885" y="5696495"/>
                  </a:lnTo>
                  <a:lnTo>
                    <a:pt x="566979" y="5696495"/>
                  </a:lnTo>
                  <a:lnTo>
                    <a:pt x="567074" y="5696495"/>
                  </a:lnTo>
                  <a:lnTo>
                    <a:pt x="567168" y="5696495"/>
                  </a:lnTo>
                  <a:lnTo>
                    <a:pt x="567262" y="5696495"/>
                  </a:lnTo>
                  <a:lnTo>
                    <a:pt x="567450" y="5696495"/>
                  </a:lnTo>
                  <a:lnTo>
                    <a:pt x="567544" y="5696495"/>
                  </a:lnTo>
                  <a:lnTo>
                    <a:pt x="567732" y="5696495"/>
                  </a:lnTo>
                  <a:lnTo>
                    <a:pt x="567826" y="5696495"/>
                  </a:lnTo>
                  <a:lnTo>
                    <a:pt x="568014" y="5696495"/>
                  </a:lnTo>
                  <a:lnTo>
                    <a:pt x="568202" y="5696495"/>
                  </a:lnTo>
                  <a:lnTo>
                    <a:pt x="568296" y="5696495"/>
                  </a:lnTo>
                  <a:lnTo>
                    <a:pt x="568390" y="5696495"/>
                  </a:lnTo>
                  <a:lnTo>
                    <a:pt x="568484" y="5696495"/>
                  </a:lnTo>
                  <a:lnTo>
                    <a:pt x="568578" y="5696495"/>
                  </a:lnTo>
                  <a:lnTo>
                    <a:pt x="568766" y="5696495"/>
                  </a:lnTo>
                  <a:lnTo>
                    <a:pt x="568954" y="5696495"/>
                  </a:lnTo>
                  <a:lnTo>
                    <a:pt x="569048" y="5696495"/>
                  </a:lnTo>
                  <a:lnTo>
                    <a:pt x="569142" y="5696495"/>
                  </a:lnTo>
                  <a:lnTo>
                    <a:pt x="569236" y="5696495"/>
                  </a:lnTo>
                  <a:lnTo>
                    <a:pt x="569330" y="5696495"/>
                  </a:lnTo>
                  <a:lnTo>
                    <a:pt x="569424" y="5696495"/>
                  </a:lnTo>
                  <a:lnTo>
                    <a:pt x="569518" y="5696495"/>
                  </a:lnTo>
                  <a:lnTo>
                    <a:pt x="569612" y="5696495"/>
                  </a:lnTo>
                  <a:lnTo>
                    <a:pt x="569706" y="5696495"/>
                  </a:lnTo>
                  <a:lnTo>
                    <a:pt x="569894" y="5696495"/>
                  </a:lnTo>
                  <a:lnTo>
                    <a:pt x="569988" y="5691216"/>
                  </a:lnTo>
                  <a:lnTo>
                    <a:pt x="570270" y="5691216"/>
                  </a:lnTo>
                  <a:lnTo>
                    <a:pt x="570364" y="5691216"/>
                  </a:lnTo>
                  <a:lnTo>
                    <a:pt x="570458" y="5691216"/>
                  </a:lnTo>
                  <a:lnTo>
                    <a:pt x="570552" y="5691216"/>
                  </a:lnTo>
                  <a:lnTo>
                    <a:pt x="570647" y="5691216"/>
                  </a:lnTo>
                  <a:lnTo>
                    <a:pt x="570741" y="5691216"/>
                  </a:lnTo>
                  <a:lnTo>
                    <a:pt x="570929" y="5685936"/>
                  </a:lnTo>
                  <a:lnTo>
                    <a:pt x="571023" y="5685936"/>
                  </a:lnTo>
                  <a:lnTo>
                    <a:pt x="571117" y="5685936"/>
                  </a:lnTo>
                  <a:lnTo>
                    <a:pt x="571117" y="5680657"/>
                  </a:lnTo>
                  <a:lnTo>
                    <a:pt x="571211" y="5680657"/>
                  </a:lnTo>
                  <a:lnTo>
                    <a:pt x="571305" y="5680657"/>
                  </a:lnTo>
                  <a:lnTo>
                    <a:pt x="571399" y="5680657"/>
                  </a:lnTo>
                  <a:lnTo>
                    <a:pt x="571493" y="5680657"/>
                  </a:lnTo>
                  <a:lnTo>
                    <a:pt x="571587" y="5680657"/>
                  </a:lnTo>
                  <a:lnTo>
                    <a:pt x="571681" y="5680657"/>
                  </a:lnTo>
                  <a:lnTo>
                    <a:pt x="571775" y="5680657"/>
                  </a:lnTo>
                  <a:lnTo>
                    <a:pt x="571869" y="5680657"/>
                  </a:lnTo>
                  <a:lnTo>
                    <a:pt x="572151" y="5680657"/>
                  </a:lnTo>
                  <a:lnTo>
                    <a:pt x="572245" y="5680657"/>
                  </a:lnTo>
                  <a:lnTo>
                    <a:pt x="572339" y="5680657"/>
                  </a:lnTo>
                  <a:lnTo>
                    <a:pt x="572433" y="5680657"/>
                  </a:lnTo>
                  <a:lnTo>
                    <a:pt x="572527" y="5680657"/>
                  </a:lnTo>
                  <a:lnTo>
                    <a:pt x="572621" y="5680657"/>
                  </a:lnTo>
                  <a:lnTo>
                    <a:pt x="572715" y="5680657"/>
                  </a:lnTo>
                  <a:lnTo>
                    <a:pt x="572903" y="5680657"/>
                  </a:lnTo>
                  <a:lnTo>
                    <a:pt x="572997" y="5680657"/>
                  </a:lnTo>
                  <a:lnTo>
                    <a:pt x="573091" y="5680657"/>
                  </a:lnTo>
                  <a:lnTo>
                    <a:pt x="573373" y="5680657"/>
                  </a:lnTo>
                  <a:lnTo>
                    <a:pt x="573655" y="5680657"/>
                  </a:lnTo>
                  <a:lnTo>
                    <a:pt x="573749" y="5680657"/>
                  </a:lnTo>
                  <a:lnTo>
                    <a:pt x="573843" y="5680657"/>
                  </a:lnTo>
                  <a:lnTo>
                    <a:pt x="573937" y="5680657"/>
                  </a:lnTo>
                  <a:lnTo>
                    <a:pt x="574031" y="5680657"/>
                  </a:lnTo>
                  <a:lnTo>
                    <a:pt x="574125" y="5680657"/>
                  </a:lnTo>
                  <a:lnTo>
                    <a:pt x="574220" y="5675377"/>
                  </a:lnTo>
                  <a:lnTo>
                    <a:pt x="574408" y="5675377"/>
                  </a:lnTo>
                  <a:lnTo>
                    <a:pt x="574502" y="5675377"/>
                  </a:lnTo>
                  <a:lnTo>
                    <a:pt x="574596" y="5675377"/>
                  </a:lnTo>
                  <a:lnTo>
                    <a:pt x="574784" y="5675377"/>
                  </a:lnTo>
                  <a:lnTo>
                    <a:pt x="574878" y="5675377"/>
                  </a:lnTo>
                  <a:lnTo>
                    <a:pt x="574972" y="5675377"/>
                  </a:lnTo>
                  <a:lnTo>
                    <a:pt x="575066" y="5675377"/>
                  </a:lnTo>
                  <a:lnTo>
                    <a:pt x="575254" y="5675377"/>
                  </a:lnTo>
                  <a:lnTo>
                    <a:pt x="575348" y="5675377"/>
                  </a:lnTo>
                  <a:lnTo>
                    <a:pt x="575442" y="5675377"/>
                  </a:lnTo>
                  <a:lnTo>
                    <a:pt x="575536" y="5675377"/>
                  </a:lnTo>
                  <a:lnTo>
                    <a:pt x="575630" y="5675377"/>
                  </a:lnTo>
                  <a:lnTo>
                    <a:pt x="575724" y="5675377"/>
                  </a:lnTo>
                  <a:lnTo>
                    <a:pt x="575818" y="5675377"/>
                  </a:lnTo>
                  <a:lnTo>
                    <a:pt x="575912" y="5675377"/>
                  </a:lnTo>
                  <a:lnTo>
                    <a:pt x="576006" y="5675377"/>
                  </a:lnTo>
                  <a:lnTo>
                    <a:pt x="576100" y="5675377"/>
                  </a:lnTo>
                  <a:lnTo>
                    <a:pt x="576194" y="5675377"/>
                  </a:lnTo>
                  <a:lnTo>
                    <a:pt x="576288" y="5675377"/>
                  </a:lnTo>
                  <a:lnTo>
                    <a:pt x="576382" y="5675377"/>
                  </a:lnTo>
                  <a:lnTo>
                    <a:pt x="576476" y="5675377"/>
                  </a:lnTo>
                  <a:lnTo>
                    <a:pt x="576570" y="5675377"/>
                  </a:lnTo>
                  <a:lnTo>
                    <a:pt x="576664" y="5675377"/>
                  </a:lnTo>
                  <a:lnTo>
                    <a:pt x="576852" y="5675377"/>
                  </a:lnTo>
                  <a:lnTo>
                    <a:pt x="576946" y="5675377"/>
                  </a:lnTo>
                  <a:lnTo>
                    <a:pt x="577040" y="5675377"/>
                  </a:lnTo>
                  <a:lnTo>
                    <a:pt x="577134" y="5675377"/>
                  </a:lnTo>
                  <a:lnTo>
                    <a:pt x="577228" y="5675377"/>
                  </a:lnTo>
                  <a:lnTo>
                    <a:pt x="577322" y="5675377"/>
                  </a:lnTo>
                  <a:lnTo>
                    <a:pt x="577416" y="5670098"/>
                  </a:lnTo>
                  <a:lnTo>
                    <a:pt x="577510" y="5670098"/>
                  </a:lnTo>
                  <a:lnTo>
                    <a:pt x="577604" y="5670098"/>
                  </a:lnTo>
                  <a:lnTo>
                    <a:pt x="577793" y="5670098"/>
                  </a:lnTo>
                  <a:lnTo>
                    <a:pt x="577887" y="5670098"/>
                  </a:lnTo>
                  <a:lnTo>
                    <a:pt x="577981" y="5670098"/>
                  </a:lnTo>
                  <a:lnTo>
                    <a:pt x="578075" y="5670098"/>
                  </a:lnTo>
                  <a:lnTo>
                    <a:pt x="578263" y="5670098"/>
                  </a:lnTo>
                  <a:lnTo>
                    <a:pt x="578357" y="5670098"/>
                  </a:lnTo>
                  <a:lnTo>
                    <a:pt x="578451" y="5670098"/>
                  </a:lnTo>
                  <a:lnTo>
                    <a:pt x="578639" y="5670098"/>
                  </a:lnTo>
                  <a:lnTo>
                    <a:pt x="578639" y="5664819"/>
                  </a:lnTo>
                  <a:lnTo>
                    <a:pt x="578733" y="5664819"/>
                  </a:lnTo>
                  <a:lnTo>
                    <a:pt x="579015" y="5664819"/>
                  </a:lnTo>
                  <a:lnTo>
                    <a:pt x="579109" y="5664819"/>
                  </a:lnTo>
                  <a:lnTo>
                    <a:pt x="579203" y="5664819"/>
                  </a:lnTo>
                  <a:lnTo>
                    <a:pt x="579297" y="5664819"/>
                  </a:lnTo>
                  <a:lnTo>
                    <a:pt x="579391" y="5664819"/>
                  </a:lnTo>
                  <a:lnTo>
                    <a:pt x="579485" y="5664819"/>
                  </a:lnTo>
                  <a:lnTo>
                    <a:pt x="579579" y="5664819"/>
                  </a:lnTo>
                  <a:lnTo>
                    <a:pt x="579673" y="5664819"/>
                  </a:lnTo>
                  <a:lnTo>
                    <a:pt x="579767" y="5664819"/>
                  </a:lnTo>
                  <a:lnTo>
                    <a:pt x="579955" y="5664819"/>
                  </a:lnTo>
                  <a:lnTo>
                    <a:pt x="580049" y="5664819"/>
                  </a:lnTo>
                  <a:lnTo>
                    <a:pt x="580143" y="5664819"/>
                  </a:lnTo>
                  <a:lnTo>
                    <a:pt x="580237" y="5664819"/>
                  </a:lnTo>
                  <a:lnTo>
                    <a:pt x="580331" y="5664819"/>
                  </a:lnTo>
                  <a:lnTo>
                    <a:pt x="580519" y="5664819"/>
                  </a:lnTo>
                  <a:lnTo>
                    <a:pt x="580613" y="5664819"/>
                  </a:lnTo>
                  <a:lnTo>
                    <a:pt x="580707" y="5664819"/>
                  </a:lnTo>
                  <a:lnTo>
                    <a:pt x="580895" y="5664819"/>
                  </a:lnTo>
                  <a:lnTo>
                    <a:pt x="580989" y="5664819"/>
                  </a:lnTo>
                  <a:lnTo>
                    <a:pt x="581083" y="5664819"/>
                  </a:lnTo>
                  <a:lnTo>
                    <a:pt x="581177" y="5664819"/>
                  </a:lnTo>
                  <a:lnTo>
                    <a:pt x="581272" y="5664819"/>
                  </a:lnTo>
                  <a:lnTo>
                    <a:pt x="581366" y="5664819"/>
                  </a:lnTo>
                  <a:lnTo>
                    <a:pt x="581554" y="5664819"/>
                  </a:lnTo>
                  <a:lnTo>
                    <a:pt x="581648" y="5664819"/>
                  </a:lnTo>
                  <a:lnTo>
                    <a:pt x="581742" y="5664819"/>
                  </a:lnTo>
                  <a:lnTo>
                    <a:pt x="581836" y="5664819"/>
                  </a:lnTo>
                  <a:lnTo>
                    <a:pt x="581930" y="5664819"/>
                  </a:lnTo>
                  <a:lnTo>
                    <a:pt x="582024" y="5664819"/>
                  </a:lnTo>
                  <a:lnTo>
                    <a:pt x="582118" y="5664819"/>
                  </a:lnTo>
                  <a:lnTo>
                    <a:pt x="584186" y="5664819"/>
                  </a:lnTo>
                  <a:lnTo>
                    <a:pt x="584280" y="5664819"/>
                  </a:lnTo>
                  <a:lnTo>
                    <a:pt x="584374" y="5664819"/>
                  </a:lnTo>
                  <a:lnTo>
                    <a:pt x="584468" y="5664819"/>
                  </a:lnTo>
                  <a:lnTo>
                    <a:pt x="584562" y="5664819"/>
                  </a:lnTo>
                  <a:lnTo>
                    <a:pt x="584656" y="5659539"/>
                  </a:lnTo>
                  <a:lnTo>
                    <a:pt x="584750" y="5659539"/>
                  </a:lnTo>
                  <a:lnTo>
                    <a:pt x="584845" y="5659539"/>
                  </a:lnTo>
                  <a:lnTo>
                    <a:pt x="584939" y="5659539"/>
                  </a:lnTo>
                  <a:lnTo>
                    <a:pt x="585033" y="5659539"/>
                  </a:lnTo>
                  <a:lnTo>
                    <a:pt x="585315" y="5659539"/>
                  </a:lnTo>
                  <a:lnTo>
                    <a:pt x="585409" y="5659539"/>
                  </a:lnTo>
                  <a:lnTo>
                    <a:pt x="585503" y="5659539"/>
                  </a:lnTo>
                  <a:lnTo>
                    <a:pt x="585691" y="5659539"/>
                  </a:lnTo>
                  <a:lnTo>
                    <a:pt x="585879" y="5659539"/>
                  </a:lnTo>
                  <a:lnTo>
                    <a:pt x="585973" y="5659539"/>
                  </a:lnTo>
                  <a:lnTo>
                    <a:pt x="586067" y="5659539"/>
                  </a:lnTo>
                  <a:lnTo>
                    <a:pt x="586161" y="5659539"/>
                  </a:lnTo>
                  <a:lnTo>
                    <a:pt x="586255" y="5659539"/>
                  </a:lnTo>
                  <a:lnTo>
                    <a:pt x="586349" y="5659539"/>
                  </a:lnTo>
                  <a:lnTo>
                    <a:pt x="586349" y="5654260"/>
                  </a:lnTo>
                  <a:lnTo>
                    <a:pt x="586443" y="5654260"/>
                  </a:lnTo>
                  <a:lnTo>
                    <a:pt x="586631" y="5654260"/>
                  </a:lnTo>
                  <a:lnTo>
                    <a:pt x="586725" y="5654260"/>
                  </a:lnTo>
                  <a:lnTo>
                    <a:pt x="586819" y="5654260"/>
                  </a:lnTo>
                  <a:lnTo>
                    <a:pt x="586913" y="5654260"/>
                  </a:lnTo>
                  <a:lnTo>
                    <a:pt x="587007" y="5654260"/>
                  </a:lnTo>
                  <a:lnTo>
                    <a:pt x="587101" y="5654260"/>
                  </a:lnTo>
                  <a:lnTo>
                    <a:pt x="587101" y="5648980"/>
                  </a:lnTo>
                  <a:lnTo>
                    <a:pt x="587195" y="5648980"/>
                  </a:lnTo>
                  <a:lnTo>
                    <a:pt x="587289" y="5648980"/>
                  </a:lnTo>
                  <a:lnTo>
                    <a:pt x="587383" y="5648980"/>
                  </a:lnTo>
                  <a:lnTo>
                    <a:pt x="587477" y="5648980"/>
                  </a:lnTo>
                  <a:lnTo>
                    <a:pt x="587571" y="5648980"/>
                  </a:lnTo>
                  <a:lnTo>
                    <a:pt x="587853" y="5648980"/>
                  </a:lnTo>
                  <a:lnTo>
                    <a:pt x="587947" y="5648980"/>
                  </a:lnTo>
                  <a:lnTo>
                    <a:pt x="588041" y="5648980"/>
                  </a:lnTo>
                  <a:lnTo>
                    <a:pt x="588135" y="5648980"/>
                  </a:lnTo>
                  <a:lnTo>
                    <a:pt x="588418" y="5648980"/>
                  </a:lnTo>
                  <a:lnTo>
                    <a:pt x="588700" y="5648980"/>
                  </a:lnTo>
                  <a:lnTo>
                    <a:pt x="588794" y="5648980"/>
                  </a:lnTo>
                  <a:lnTo>
                    <a:pt x="588888" y="5648980"/>
                  </a:lnTo>
                  <a:lnTo>
                    <a:pt x="589076" y="5648980"/>
                  </a:lnTo>
                  <a:lnTo>
                    <a:pt x="589170" y="5648980"/>
                  </a:lnTo>
                  <a:lnTo>
                    <a:pt x="589264" y="5648980"/>
                  </a:lnTo>
                  <a:lnTo>
                    <a:pt x="589546" y="5648980"/>
                  </a:lnTo>
                  <a:lnTo>
                    <a:pt x="589640" y="5648980"/>
                  </a:lnTo>
                  <a:lnTo>
                    <a:pt x="589734" y="5648980"/>
                  </a:lnTo>
                  <a:lnTo>
                    <a:pt x="589828" y="5648980"/>
                  </a:lnTo>
                  <a:lnTo>
                    <a:pt x="590016" y="5648980"/>
                  </a:lnTo>
                  <a:lnTo>
                    <a:pt x="590204" y="5643701"/>
                  </a:lnTo>
                  <a:lnTo>
                    <a:pt x="590298" y="5643701"/>
                  </a:lnTo>
                  <a:lnTo>
                    <a:pt x="590392" y="5643701"/>
                  </a:lnTo>
                  <a:lnTo>
                    <a:pt x="590486" y="5643701"/>
                  </a:lnTo>
                  <a:lnTo>
                    <a:pt x="590580" y="5643701"/>
                  </a:lnTo>
                  <a:lnTo>
                    <a:pt x="590768" y="5643701"/>
                  </a:lnTo>
                  <a:lnTo>
                    <a:pt x="590862" y="5643701"/>
                  </a:lnTo>
                  <a:lnTo>
                    <a:pt x="590956" y="5643701"/>
                  </a:lnTo>
                  <a:lnTo>
                    <a:pt x="591050" y="5643701"/>
                  </a:lnTo>
                  <a:lnTo>
                    <a:pt x="591144" y="5643701"/>
                  </a:lnTo>
                  <a:lnTo>
                    <a:pt x="591238" y="5643701"/>
                  </a:lnTo>
                  <a:lnTo>
                    <a:pt x="591332" y="5643701"/>
                  </a:lnTo>
                  <a:lnTo>
                    <a:pt x="591426" y="5643701"/>
                  </a:lnTo>
                  <a:lnTo>
                    <a:pt x="591520" y="5643701"/>
                  </a:lnTo>
                  <a:lnTo>
                    <a:pt x="591708" y="5643701"/>
                  </a:lnTo>
                  <a:lnTo>
                    <a:pt x="591802" y="5643701"/>
                  </a:lnTo>
                  <a:lnTo>
                    <a:pt x="591897" y="5643701"/>
                  </a:lnTo>
                  <a:lnTo>
                    <a:pt x="591991" y="5643701"/>
                  </a:lnTo>
                  <a:lnTo>
                    <a:pt x="592179" y="5643701"/>
                  </a:lnTo>
                  <a:lnTo>
                    <a:pt x="592273" y="5643701"/>
                  </a:lnTo>
                  <a:lnTo>
                    <a:pt x="592367" y="5643701"/>
                  </a:lnTo>
                  <a:lnTo>
                    <a:pt x="592367" y="5638421"/>
                  </a:lnTo>
                  <a:lnTo>
                    <a:pt x="592461" y="5638421"/>
                  </a:lnTo>
                  <a:lnTo>
                    <a:pt x="592555" y="5638421"/>
                  </a:lnTo>
                  <a:lnTo>
                    <a:pt x="592743" y="5638421"/>
                  </a:lnTo>
                  <a:lnTo>
                    <a:pt x="592931" y="5638421"/>
                  </a:lnTo>
                  <a:lnTo>
                    <a:pt x="593025" y="5638421"/>
                  </a:lnTo>
                  <a:lnTo>
                    <a:pt x="593213" y="5638421"/>
                  </a:lnTo>
                  <a:lnTo>
                    <a:pt x="593307" y="5638421"/>
                  </a:lnTo>
                  <a:lnTo>
                    <a:pt x="593401" y="5638421"/>
                  </a:lnTo>
                  <a:lnTo>
                    <a:pt x="593683" y="5638421"/>
                  </a:lnTo>
                  <a:lnTo>
                    <a:pt x="593777" y="5638421"/>
                  </a:lnTo>
                  <a:lnTo>
                    <a:pt x="593965" y="5638421"/>
                  </a:lnTo>
                  <a:lnTo>
                    <a:pt x="594153" y="5638421"/>
                  </a:lnTo>
                  <a:lnTo>
                    <a:pt x="594247" y="5638421"/>
                  </a:lnTo>
                  <a:lnTo>
                    <a:pt x="594341" y="5638421"/>
                  </a:lnTo>
                  <a:lnTo>
                    <a:pt x="594435" y="5638421"/>
                  </a:lnTo>
                  <a:lnTo>
                    <a:pt x="594623" y="5638421"/>
                  </a:lnTo>
                  <a:lnTo>
                    <a:pt x="594717" y="5638421"/>
                  </a:lnTo>
                  <a:lnTo>
                    <a:pt x="594811" y="5638421"/>
                  </a:lnTo>
                  <a:lnTo>
                    <a:pt x="594905" y="5638421"/>
                  </a:lnTo>
                  <a:lnTo>
                    <a:pt x="594999" y="5638421"/>
                  </a:lnTo>
                  <a:lnTo>
                    <a:pt x="595093" y="5638421"/>
                  </a:lnTo>
                  <a:lnTo>
                    <a:pt x="595187" y="5638421"/>
                  </a:lnTo>
                  <a:lnTo>
                    <a:pt x="595281" y="5638421"/>
                  </a:lnTo>
                  <a:lnTo>
                    <a:pt x="595470" y="5638421"/>
                  </a:lnTo>
                  <a:lnTo>
                    <a:pt x="595564" y="5638421"/>
                  </a:lnTo>
                  <a:lnTo>
                    <a:pt x="595658" y="5638421"/>
                  </a:lnTo>
                  <a:lnTo>
                    <a:pt x="595846" y="5638421"/>
                  </a:lnTo>
                  <a:lnTo>
                    <a:pt x="595940" y="5638421"/>
                  </a:lnTo>
                  <a:lnTo>
                    <a:pt x="596034" y="5638421"/>
                  </a:lnTo>
                  <a:lnTo>
                    <a:pt x="596128" y="5638421"/>
                  </a:lnTo>
                  <a:lnTo>
                    <a:pt x="596128" y="5633142"/>
                  </a:lnTo>
                  <a:lnTo>
                    <a:pt x="596316" y="5633142"/>
                  </a:lnTo>
                  <a:lnTo>
                    <a:pt x="596410" y="5627863"/>
                  </a:lnTo>
                  <a:lnTo>
                    <a:pt x="596504" y="5627863"/>
                  </a:lnTo>
                  <a:lnTo>
                    <a:pt x="596598" y="5627863"/>
                  </a:lnTo>
                  <a:lnTo>
                    <a:pt x="596786" y="5627863"/>
                  </a:lnTo>
                  <a:lnTo>
                    <a:pt x="597256" y="5627863"/>
                  </a:lnTo>
                  <a:lnTo>
                    <a:pt x="597350" y="5627863"/>
                  </a:lnTo>
                  <a:lnTo>
                    <a:pt x="597538" y="5627863"/>
                  </a:lnTo>
                  <a:lnTo>
                    <a:pt x="597632" y="5627863"/>
                  </a:lnTo>
                  <a:lnTo>
                    <a:pt x="597726" y="5627863"/>
                  </a:lnTo>
                  <a:lnTo>
                    <a:pt x="597820" y="5627863"/>
                  </a:lnTo>
                  <a:lnTo>
                    <a:pt x="597914" y="5627863"/>
                  </a:lnTo>
                  <a:lnTo>
                    <a:pt x="598008" y="5627863"/>
                  </a:lnTo>
                  <a:lnTo>
                    <a:pt x="598196" y="5627863"/>
                  </a:lnTo>
                  <a:lnTo>
                    <a:pt x="598290" y="5627863"/>
                  </a:lnTo>
                  <a:lnTo>
                    <a:pt x="598478" y="5627863"/>
                  </a:lnTo>
                  <a:lnTo>
                    <a:pt x="598572" y="5627863"/>
                  </a:lnTo>
                  <a:lnTo>
                    <a:pt x="598854" y="5627863"/>
                  </a:lnTo>
                  <a:lnTo>
                    <a:pt x="599043" y="5622583"/>
                  </a:lnTo>
                  <a:lnTo>
                    <a:pt x="599137" y="5622583"/>
                  </a:lnTo>
                  <a:lnTo>
                    <a:pt x="599231" y="5622583"/>
                  </a:lnTo>
                  <a:lnTo>
                    <a:pt x="599325" y="5622583"/>
                  </a:lnTo>
                  <a:lnTo>
                    <a:pt x="599419" y="5622583"/>
                  </a:lnTo>
                  <a:lnTo>
                    <a:pt x="599513" y="5622583"/>
                  </a:lnTo>
                  <a:lnTo>
                    <a:pt x="599795" y="5622583"/>
                  </a:lnTo>
                  <a:lnTo>
                    <a:pt x="599983" y="5622583"/>
                  </a:lnTo>
                  <a:lnTo>
                    <a:pt x="600265" y="5622583"/>
                  </a:lnTo>
                  <a:lnTo>
                    <a:pt x="600359" y="5622583"/>
                  </a:lnTo>
                  <a:lnTo>
                    <a:pt x="600453" y="5622583"/>
                  </a:lnTo>
                  <a:lnTo>
                    <a:pt x="600547" y="5622583"/>
                  </a:lnTo>
                  <a:lnTo>
                    <a:pt x="600641" y="5622583"/>
                  </a:lnTo>
                  <a:lnTo>
                    <a:pt x="600735" y="5622583"/>
                  </a:lnTo>
                  <a:lnTo>
                    <a:pt x="600829" y="5622583"/>
                  </a:lnTo>
                  <a:lnTo>
                    <a:pt x="600923" y="5622583"/>
                  </a:lnTo>
                  <a:lnTo>
                    <a:pt x="601205" y="5622583"/>
                  </a:lnTo>
                  <a:lnTo>
                    <a:pt x="601299" y="5622583"/>
                  </a:lnTo>
                  <a:lnTo>
                    <a:pt x="601393" y="5622583"/>
                  </a:lnTo>
                  <a:lnTo>
                    <a:pt x="601393" y="5617304"/>
                  </a:lnTo>
                  <a:lnTo>
                    <a:pt x="601487" y="5617304"/>
                  </a:lnTo>
                  <a:lnTo>
                    <a:pt x="601581" y="5617304"/>
                  </a:lnTo>
                  <a:lnTo>
                    <a:pt x="601863" y="5617304"/>
                  </a:lnTo>
                  <a:lnTo>
                    <a:pt x="601957" y="5617304"/>
                  </a:lnTo>
                  <a:lnTo>
                    <a:pt x="602051" y="5617304"/>
                  </a:lnTo>
                  <a:lnTo>
                    <a:pt x="602145" y="5617304"/>
                  </a:lnTo>
                  <a:lnTo>
                    <a:pt x="602333" y="5617304"/>
                  </a:lnTo>
                  <a:lnTo>
                    <a:pt x="602427" y="5617304"/>
                  </a:lnTo>
                  <a:lnTo>
                    <a:pt x="602616" y="5617304"/>
                  </a:lnTo>
                  <a:lnTo>
                    <a:pt x="602710" y="5617304"/>
                  </a:lnTo>
                  <a:lnTo>
                    <a:pt x="602804" y="5617304"/>
                  </a:lnTo>
                  <a:lnTo>
                    <a:pt x="602898" y="5617304"/>
                  </a:lnTo>
                  <a:lnTo>
                    <a:pt x="602992" y="5617304"/>
                  </a:lnTo>
                  <a:lnTo>
                    <a:pt x="603180" y="5617304"/>
                  </a:lnTo>
                  <a:lnTo>
                    <a:pt x="603368" y="5617304"/>
                  </a:lnTo>
                  <a:lnTo>
                    <a:pt x="603556" y="5617304"/>
                  </a:lnTo>
                  <a:lnTo>
                    <a:pt x="603650" y="5617304"/>
                  </a:lnTo>
                  <a:lnTo>
                    <a:pt x="603838" y="5617304"/>
                  </a:lnTo>
                  <a:lnTo>
                    <a:pt x="603932" y="5617304"/>
                  </a:lnTo>
                  <a:lnTo>
                    <a:pt x="604120" y="5617304"/>
                  </a:lnTo>
                  <a:lnTo>
                    <a:pt x="604214" y="5617304"/>
                  </a:lnTo>
                  <a:lnTo>
                    <a:pt x="604308" y="5617304"/>
                  </a:lnTo>
                  <a:lnTo>
                    <a:pt x="604402" y="5617304"/>
                  </a:lnTo>
                  <a:lnTo>
                    <a:pt x="604684" y="5617304"/>
                  </a:lnTo>
                  <a:lnTo>
                    <a:pt x="604966" y="5617304"/>
                  </a:lnTo>
                  <a:lnTo>
                    <a:pt x="605154" y="5617304"/>
                  </a:lnTo>
                  <a:lnTo>
                    <a:pt x="605248" y="5617304"/>
                  </a:lnTo>
                  <a:lnTo>
                    <a:pt x="605342" y="5617304"/>
                  </a:lnTo>
                  <a:lnTo>
                    <a:pt x="605436" y="5617304"/>
                  </a:lnTo>
                  <a:lnTo>
                    <a:pt x="605530" y="5617304"/>
                  </a:lnTo>
                  <a:lnTo>
                    <a:pt x="605624" y="5617304"/>
                  </a:lnTo>
                  <a:lnTo>
                    <a:pt x="605718" y="5617304"/>
                  </a:lnTo>
                  <a:lnTo>
                    <a:pt x="605906" y="5617304"/>
                  </a:lnTo>
                  <a:lnTo>
                    <a:pt x="606000" y="5617304"/>
                  </a:lnTo>
                  <a:lnTo>
                    <a:pt x="606189" y="5617304"/>
                  </a:lnTo>
                  <a:lnTo>
                    <a:pt x="606283" y="5617304"/>
                  </a:lnTo>
                  <a:lnTo>
                    <a:pt x="606377" y="5617304"/>
                  </a:lnTo>
                  <a:lnTo>
                    <a:pt x="606565" y="5617304"/>
                  </a:lnTo>
                  <a:lnTo>
                    <a:pt x="606659" y="5617304"/>
                  </a:lnTo>
                  <a:lnTo>
                    <a:pt x="606847" y="5617304"/>
                  </a:lnTo>
                  <a:lnTo>
                    <a:pt x="606941" y="5617304"/>
                  </a:lnTo>
                  <a:lnTo>
                    <a:pt x="607035" y="5617304"/>
                  </a:lnTo>
                  <a:lnTo>
                    <a:pt x="607223" y="5617304"/>
                  </a:lnTo>
                  <a:lnTo>
                    <a:pt x="607317" y="5617304"/>
                  </a:lnTo>
                  <a:lnTo>
                    <a:pt x="607411" y="5617304"/>
                  </a:lnTo>
                  <a:lnTo>
                    <a:pt x="607599" y="5617304"/>
                  </a:lnTo>
                  <a:lnTo>
                    <a:pt x="607787" y="5617304"/>
                  </a:lnTo>
                  <a:lnTo>
                    <a:pt x="607881" y="5617304"/>
                  </a:lnTo>
                  <a:lnTo>
                    <a:pt x="607975" y="5617304"/>
                  </a:lnTo>
                  <a:lnTo>
                    <a:pt x="608163" y="5617304"/>
                  </a:lnTo>
                  <a:lnTo>
                    <a:pt x="608257" y="5617304"/>
                  </a:lnTo>
                  <a:lnTo>
                    <a:pt x="608351" y="5617304"/>
                  </a:lnTo>
                  <a:lnTo>
                    <a:pt x="608539" y="5617304"/>
                  </a:lnTo>
                  <a:lnTo>
                    <a:pt x="608633" y="5617304"/>
                  </a:lnTo>
                  <a:lnTo>
                    <a:pt x="609103" y="5617304"/>
                  </a:lnTo>
                  <a:lnTo>
                    <a:pt x="609197" y="5617304"/>
                  </a:lnTo>
                  <a:lnTo>
                    <a:pt x="609291" y="5617304"/>
                  </a:lnTo>
                  <a:lnTo>
                    <a:pt x="609479" y="5617304"/>
                  </a:lnTo>
                  <a:lnTo>
                    <a:pt x="609573" y="5617304"/>
                  </a:lnTo>
                  <a:lnTo>
                    <a:pt x="609668" y="5617304"/>
                  </a:lnTo>
                  <a:lnTo>
                    <a:pt x="609856" y="5617304"/>
                  </a:lnTo>
                  <a:lnTo>
                    <a:pt x="610044" y="5617304"/>
                  </a:lnTo>
                  <a:lnTo>
                    <a:pt x="610232" y="5617304"/>
                  </a:lnTo>
                  <a:lnTo>
                    <a:pt x="610326" y="5617304"/>
                  </a:lnTo>
                  <a:lnTo>
                    <a:pt x="610702" y="5617304"/>
                  </a:lnTo>
                  <a:lnTo>
                    <a:pt x="610796" y="5617304"/>
                  </a:lnTo>
                  <a:lnTo>
                    <a:pt x="610984" y="5617304"/>
                  </a:lnTo>
                  <a:lnTo>
                    <a:pt x="611360" y="5617304"/>
                  </a:lnTo>
                  <a:lnTo>
                    <a:pt x="611454" y="5617304"/>
                  </a:lnTo>
                  <a:lnTo>
                    <a:pt x="611548" y="5617304"/>
                  </a:lnTo>
                  <a:lnTo>
                    <a:pt x="611642" y="5617304"/>
                  </a:lnTo>
                  <a:lnTo>
                    <a:pt x="611736" y="5617304"/>
                  </a:lnTo>
                  <a:lnTo>
                    <a:pt x="611830" y="5617304"/>
                  </a:lnTo>
                  <a:lnTo>
                    <a:pt x="612018" y="5617304"/>
                  </a:lnTo>
                  <a:lnTo>
                    <a:pt x="612206" y="5617304"/>
                  </a:lnTo>
                  <a:lnTo>
                    <a:pt x="612488" y="5617304"/>
                  </a:lnTo>
                  <a:lnTo>
                    <a:pt x="612582" y="5617304"/>
                  </a:lnTo>
                  <a:lnTo>
                    <a:pt x="612676" y="5617304"/>
                  </a:lnTo>
                  <a:lnTo>
                    <a:pt x="612770" y="5617304"/>
                  </a:lnTo>
                  <a:lnTo>
                    <a:pt x="612864" y="5617304"/>
                  </a:lnTo>
                  <a:lnTo>
                    <a:pt x="612958" y="5617304"/>
                  </a:lnTo>
                  <a:lnTo>
                    <a:pt x="613052" y="5617304"/>
                  </a:lnTo>
                  <a:lnTo>
                    <a:pt x="613147" y="5617304"/>
                  </a:lnTo>
                  <a:lnTo>
                    <a:pt x="613241" y="5617304"/>
                  </a:lnTo>
                  <a:lnTo>
                    <a:pt x="613335" y="5617304"/>
                  </a:lnTo>
                  <a:lnTo>
                    <a:pt x="613429" y="5617304"/>
                  </a:lnTo>
                  <a:lnTo>
                    <a:pt x="613523" y="5617304"/>
                  </a:lnTo>
                  <a:lnTo>
                    <a:pt x="613617" y="5617304"/>
                  </a:lnTo>
                  <a:lnTo>
                    <a:pt x="613711" y="5617304"/>
                  </a:lnTo>
                  <a:lnTo>
                    <a:pt x="613805" y="5617304"/>
                  </a:lnTo>
                  <a:lnTo>
                    <a:pt x="613993" y="5617304"/>
                  </a:lnTo>
                  <a:lnTo>
                    <a:pt x="614087" y="5617304"/>
                  </a:lnTo>
                  <a:lnTo>
                    <a:pt x="614181" y="5617304"/>
                  </a:lnTo>
                  <a:lnTo>
                    <a:pt x="614275" y="5617304"/>
                  </a:lnTo>
                  <a:lnTo>
                    <a:pt x="614369" y="5617304"/>
                  </a:lnTo>
                  <a:lnTo>
                    <a:pt x="614463" y="5617304"/>
                  </a:lnTo>
                  <a:lnTo>
                    <a:pt x="614557" y="5617304"/>
                  </a:lnTo>
                  <a:lnTo>
                    <a:pt x="614839" y="5617304"/>
                  </a:lnTo>
                  <a:lnTo>
                    <a:pt x="614933" y="5617304"/>
                  </a:lnTo>
                  <a:lnTo>
                    <a:pt x="615121" y="5617304"/>
                  </a:lnTo>
                  <a:lnTo>
                    <a:pt x="615215" y="5617304"/>
                  </a:lnTo>
                  <a:lnTo>
                    <a:pt x="615309" y="5617304"/>
                  </a:lnTo>
                  <a:lnTo>
                    <a:pt x="615403" y="5617304"/>
                  </a:lnTo>
                  <a:lnTo>
                    <a:pt x="615497" y="5617304"/>
                  </a:lnTo>
                  <a:lnTo>
                    <a:pt x="615591" y="5617304"/>
                  </a:lnTo>
                  <a:lnTo>
                    <a:pt x="615967" y="5617304"/>
                  </a:lnTo>
                  <a:lnTo>
                    <a:pt x="616061" y="5617304"/>
                  </a:lnTo>
                  <a:lnTo>
                    <a:pt x="616155" y="5617304"/>
                  </a:lnTo>
                  <a:lnTo>
                    <a:pt x="616437" y="5617304"/>
                  </a:lnTo>
                  <a:lnTo>
                    <a:pt x="616625" y="5617304"/>
                  </a:lnTo>
                  <a:lnTo>
                    <a:pt x="616720" y="5617304"/>
                  </a:lnTo>
                  <a:lnTo>
                    <a:pt x="617284" y="5617304"/>
                  </a:lnTo>
                  <a:lnTo>
                    <a:pt x="617378" y="5617304"/>
                  </a:lnTo>
                  <a:lnTo>
                    <a:pt x="617472" y="5617304"/>
                  </a:lnTo>
                  <a:lnTo>
                    <a:pt x="617566" y="5617304"/>
                  </a:lnTo>
                  <a:lnTo>
                    <a:pt x="617660" y="5617304"/>
                  </a:lnTo>
                  <a:lnTo>
                    <a:pt x="617754" y="5617304"/>
                  </a:lnTo>
                  <a:lnTo>
                    <a:pt x="617848" y="5617304"/>
                  </a:lnTo>
                  <a:lnTo>
                    <a:pt x="617942" y="5617304"/>
                  </a:lnTo>
                  <a:lnTo>
                    <a:pt x="618130" y="5617304"/>
                  </a:lnTo>
                  <a:lnTo>
                    <a:pt x="618224" y="5617304"/>
                  </a:lnTo>
                  <a:lnTo>
                    <a:pt x="618318" y="5617304"/>
                  </a:lnTo>
                  <a:lnTo>
                    <a:pt x="618600" y="5617304"/>
                  </a:lnTo>
                  <a:lnTo>
                    <a:pt x="618788" y="5617304"/>
                  </a:lnTo>
                  <a:lnTo>
                    <a:pt x="619070" y="5617304"/>
                  </a:lnTo>
                  <a:lnTo>
                    <a:pt x="619164" y="5617304"/>
                  </a:lnTo>
                  <a:lnTo>
                    <a:pt x="619258" y="5617304"/>
                  </a:lnTo>
                  <a:lnTo>
                    <a:pt x="619446" y="5617304"/>
                  </a:lnTo>
                  <a:lnTo>
                    <a:pt x="619634" y="5617304"/>
                  </a:lnTo>
                  <a:lnTo>
                    <a:pt x="619728" y="5617304"/>
                  </a:lnTo>
                  <a:lnTo>
                    <a:pt x="619822" y="5617304"/>
                  </a:lnTo>
                  <a:lnTo>
                    <a:pt x="620010" y="5617304"/>
                  </a:lnTo>
                  <a:lnTo>
                    <a:pt x="620104" y="5617304"/>
                  </a:lnTo>
                  <a:lnTo>
                    <a:pt x="620198" y="5617304"/>
                  </a:lnTo>
                  <a:lnTo>
                    <a:pt x="620387" y="5617304"/>
                  </a:lnTo>
                  <a:lnTo>
                    <a:pt x="620481" y="5617304"/>
                  </a:lnTo>
                  <a:lnTo>
                    <a:pt x="620575" y="5617304"/>
                  </a:lnTo>
                  <a:lnTo>
                    <a:pt x="620763" y="5617304"/>
                  </a:lnTo>
                  <a:lnTo>
                    <a:pt x="620857" y="5617304"/>
                  </a:lnTo>
                  <a:lnTo>
                    <a:pt x="620951" y="5617304"/>
                  </a:lnTo>
                  <a:lnTo>
                    <a:pt x="621045" y="5617304"/>
                  </a:lnTo>
                  <a:lnTo>
                    <a:pt x="621327" y="5617304"/>
                  </a:lnTo>
                  <a:lnTo>
                    <a:pt x="621515" y="5617304"/>
                  </a:lnTo>
                  <a:lnTo>
                    <a:pt x="621609" y="5617304"/>
                  </a:lnTo>
                  <a:lnTo>
                    <a:pt x="621891" y="5617304"/>
                  </a:lnTo>
                  <a:lnTo>
                    <a:pt x="621985" y="5617304"/>
                  </a:lnTo>
                  <a:lnTo>
                    <a:pt x="622173" y="5617304"/>
                  </a:lnTo>
                  <a:lnTo>
                    <a:pt x="622267" y="5617304"/>
                  </a:lnTo>
                  <a:lnTo>
                    <a:pt x="622361" y="5617304"/>
                  </a:lnTo>
                  <a:lnTo>
                    <a:pt x="622455" y="5617304"/>
                  </a:lnTo>
                  <a:lnTo>
                    <a:pt x="622549" y="5617304"/>
                  </a:lnTo>
                  <a:lnTo>
                    <a:pt x="622643" y="5617304"/>
                  </a:lnTo>
                  <a:lnTo>
                    <a:pt x="622737" y="5617304"/>
                  </a:lnTo>
                  <a:lnTo>
                    <a:pt x="622925" y="5617304"/>
                  </a:lnTo>
                  <a:lnTo>
                    <a:pt x="623019" y="5612024"/>
                  </a:lnTo>
                  <a:lnTo>
                    <a:pt x="623113" y="5612024"/>
                  </a:lnTo>
                  <a:lnTo>
                    <a:pt x="623207" y="5612024"/>
                  </a:lnTo>
                  <a:lnTo>
                    <a:pt x="623489" y="5612024"/>
                  </a:lnTo>
                  <a:lnTo>
                    <a:pt x="623583" y="5612024"/>
                  </a:lnTo>
                  <a:lnTo>
                    <a:pt x="623677" y="5612024"/>
                  </a:lnTo>
                  <a:lnTo>
                    <a:pt x="623771" y="5612024"/>
                  </a:lnTo>
                  <a:lnTo>
                    <a:pt x="623866" y="5612024"/>
                  </a:lnTo>
                  <a:lnTo>
                    <a:pt x="623960" y="5612024"/>
                  </a:lnTo>
                  <a:lnTo>
                    <a:pt x="624148" y="5612024"/>
                  </a:lnTo>
                  <a:lnTo>
                    <a:pt x="624242" y="5612024"/>
                  </a:lnTo>
                  <a:lnTo>
                    <a:pt x="624336" y="5612024"/>
                  </a:lnTo>
                  <a:lnTo>
                    <a:pt x="624430" y="5612024"/>
                  </a:lnTo>
                  <a:lnTo>
                    <a:pt x="624524" y="5612024"/>
                  </a:lnTo>
                  <a:lnTo>
                    <a:pt x="624806" y="5612024"/>
                  </a:lnTo>
                  <a:lnTo>
                    <a:pt x="625182" y="5612024"/>
                  </a:lnTo>
                  <a:lnTo>
                    <a:pt x="625464" y="5612024"/>
                  </a:lnTo>
                  <a:lnTo>
                    <a:pt x="625652" y="5612024"/>
                  </a:lnTo>
                  <a:lnTo>
                    <a:pt x="625746" y="5612024"/>
                  </a:lnTo>
                  <a:lnTo>
                    <a:pt x="625840" y="5612024"/>
                  </a:lnTo>
                  <a:lnTo>
                    <a:pt x="625934" y="5612024"/>
                  </a:lnTo>
                  <a:lnTo>
                    <a:pt x="626122" y="5612024"/>
                  </a:lnTo>
                  <a:lnTo>
                    <a:pt x="626216" y="5612024"/>
                  </a:lnTo>
                  <a:lnTo>
                    <a:pt x="626404" y="5612024"/>
                  </a:lnTo>
                  <a:lnTo>
                    <a:pt x="626592" y="5612024"/>
                  </a:lnTo>
                  <a:lnTo>
                    <a:pt x="626780" y="5612024"/>
                  </a:lnTo>
                  <a:lnTo>
                    <a:pt x="626874" y="5612024"/>
                  </a:lnTo>
                  <a:lnTo>
                    <a:pt x="627156" y="5612024"/>
                  </a:lnTo>
                  <a:lnTo>
                    <a:pt x="627345" y="5612024"/>
                  </a:lnTo>
                  <a:lnTo>
                    <a:pt x="627439" y="5612024"/>
                  </a:lnTo>
                  <a:lnTo>
                    <a:pt x="627533" y="5612024"/>
                  </a:lnTo>
                  <a:lnTo>
                    <a:pt x="627627" y="5612024"/>
                  </a:lnTo>
                  <a:lnTo>
                    <a:pt x="628003" y="5612024"/>
                  </a:lnTo>
                  <a:lnTo>
                    <a:pt x="628097" y="5612024"/>
                  </a:lnTo>
                  <a:lnTo>
                    <a:pt x="628191" y="5612024"/>
                  </a:lnTo>
                  <a:lnTo>
                    <a:pt x="628285" y="5612024"/>
                  </a:lnTo>
                  <a:lnTo>
                    <a:pt x="628379" y="5612024"/>
                  </a:lnTo>
                  <a:lnTo>
                    <a:pt x="628567" y="5612024"/>
                  </a:lnTo>
                  <a:lnTo>
                    <a:pt x="628661" y="5612024"/>
                  </a:lnTo>
                  <a:lnTo>
                    <a:pt x="628849" y="5612024"/>
                  </a:lnTo>
                  <a:lnTo>
                    <a:pt x="628943" y="5612024"/>
                  </a:lnTo>
                  <a:lnTo>
                    <a:pt x="629037" y="5612024"/>
                  </a:lnTo>
                  <a:lnTo>
                    <a:pt x="629225" y="5612024"/>
                  </a:lnTo>
                  <a:lnTo>
                    <a:pt x="629319" y="5612024"/>
                  </a:lnTo>
                  <a:lnTo>
                    <a:pt x="629413" y="5612024"/>
                  </a:lnTo>
                  <a:lnTo>
                    <a:pt x="629507" y="5612024"/>
                  </a:lnTo>
                  <a:lnTo>
                    <a:pt x="629695" y="5612024"/>
                  </a:lnTo>
                  <a:lnTo>
                    <a:pt x="629789" y="5612024"/>
                  </a:lnTo>
                  <a:lnTo>
                    <a:pt x="629977" y="5612024"/>
                  </a:lnTo>
                  <a:lnTo>
                    <a:pt x="630071" y="5612024"/>
                  </a:lnTo>
                  <a:lnTo>
                    <a:pt x="630353" y="5612024"/>
                  </a:lnTo>
                  <a:lnTo>
                    <a:pt x="630447" y="5612024"/>
                  </a:lnTo>
                  <a:lnTo>
                    <a:pt x="630635" y="5612024"/>
                  </a:lnTo>
                  <a:lnTo>
                    <a:pt x="630729" y="5612024"/>
                  </a:lnTo>
                  <a:lnTo>
                    <a:pt x="630823" y="5612024"/>
                  </a:lnTo>
                  <a:lnTo>
                    <a:pt x="631012" y="5612024"/>
                  </a:lnTo>
                  <a:lnTo>
                    <a:pt x="631106" y="5612024"/>
                  </a:lnTo>
                  <a:lnTo>
                    <a:pt x="631200" y="5612024"/>
                  </a:lnTo>
                  <a:lnTo>
                    <a:pt x="631294" y="5612024"/>
                  </a:lnTo>
                  <a:lnTo>
                    <a:pt x="631388" y="5612024"/>
                  </a:lnTo>
                  <a:lnTo>
                    <a:pt x="631576" y="5612024"/>
                  </a:lnTo>
                  <a:lnTo>
                    <a:pt x="631670" y="5612024"/>
                  </a:lnTo>
                  <a:lnTo>
                    <a:pt x="631764" y="5612024"/>
                  </a:lnTo>
                  <a:lnTo>
                    <a:pt x="631858" y="5612024"/>
                  </a:lnTo>
                  <a:lnTo>
                    <a:pt x="632046" y="5612024"/>
                  </a:lnTo>
                  <a:lnTo>
                    <a:pt x="632140" y="5612024"/>
                  </a:lnTo>
                  <a:lnTo>
                    <a:pt x="632234" y="5612024"/>
                  </a:lnTo>
                  <a:lnTo>
                    <a:pt x="632328" y="5612024"/>
                  </a:lnTo>
                  <a:lnTo>
                    <a:pt x="632516" y="5612024"/>
                  </a:lnTo>
                  <a:lnTo>
                    <a:pt x="632704" y="5606745"/>
                  </a:lnTo>
                  <a:lnTo>
                    <a:pt x="632892" y="5606745"/>
                  </a:lnTo>
                  <a:lnTo>
                    <a:pt x="632986" y="5606745"/>
                  </a:lnTo>
                  <a:lnTo>
                    <a:pt x="633080" y="5606745"/>
                  </a:lnTo>
                  <a:lnTo>
                    <a:pt x="633174" y="5606745"/>
                  </a:lnTo>
                  <a:lnTo>
                    <a:pt x="633268" y="5606745"/>
                  </a:lnTo>
                  <a:lnTo>
                    <a:pt x="633362" y="5606745"/>
                  </a:lnTo>
                  <a:lnTo>
                    <a:pt x="633456" y="5606745"/>
                  </a:lnTo>
                  <a:lnTo>
                    <a:pt x="633550" y="5606745"/>
                  </a:lnTo>
                  <a:lnTo>
                    <a:pt x="633644" y="5606745"/>
                  </a:lnTo>
                  <a:lnTo>
                    <a:pt x="633832" y="5606745"/>
                  </a:lnTo>
                  <a:lnTo>
                    <a:pt x="633926" y="5606745"/>
                  </a:lnTo>
                  <a:lnTo>
                    <a:pt x="634114" y="5606745"/>
                  </a:lnTo>
                  <a:lnTo>
                    <a:pt x="634208" y="5606745"/>
                  </a:lnTo>
                  <a:lnTo>
                    <a:pt x="634302" y="5606745"/>
                  </a:lnTo>
                  <a:lnTo>
                    <a:pt x="634396" y="5606745"/>
                  </a:lnTo>
                  <a:lnTo>
                    <a:pt x="634585" y="5606745"/>
                  </a:lnTo>
                  <a:lnTo>
                    <a:pt x="634679" y="5606745"/>
                  </a:lnTo>
                  <a:lnTo>
                    <a:pt x="634773" y="5601466"/>
                  </a:lnTo>
                  <a:lnTo>
                    <a:pt x="634867" y="5601466"/>
                  </a:lnTo>
                  <a:lnTo>
                    <a:pt x="634961" y="5601466"/>
                  </a:lnTo>
                  <a:lnTo>
                    <a:pt x="635055" y="5601466"/>
                  </a:lnTo>
                  <a:lnTo>
                    <a:pt x="635149" y="5601466"/>
                  </a:lnTo>
                  <a:lnTo>
                    <a:pt x="635337" y="5601466"/>
                  </a:lnTo>
                  <a:lnTo>
                    <a:pt x="635431" y="5601466"/>
                  </a:lnTo>
                  <a:lnTo>
                    <a:pt x="635619" y="5601466"/>
                  </a:lnTo>
                  <a:lnTo>
                    <a:pt x="635713" y="5601466"/>
                  </a:lnTo>
                  <a:lnTo>
                    <a:pt x="635807" y="5601466"/>
                  </a:lnTo>
                  <a:lnTo>
                    <a:pt x="635901" y="5601466"/>
                  </a:lnTo>
                  <a:lnTo>
                    <a:pt x="635995" y="5601466"/>
                  </a:lnTo>
                  <a:lnTo>
                    <a:pt x="636089" y="5601466"/>
                  </a:lnTo>
                  <a:lnTo>
                    <a:pt x="636465" y="5601466"/>
                  </a:lnTo>
                  <a:lnTo>
                    <a:pt x="636653" y="5601466"/>
                  </a:lnTo>
                  <a:lnTo>
                    <a:pt x="636747" y="5601466"/>
                  </a:lnTo>
                  <a:lnTo>
                    <a:pt x="636935" y="5601466"/>
                  </a:lnTo>
                  <a:lnTo>
                    <a:pt x="637029" y="5601466"/>
                  </a:lnTo>
                  <a:lnTo>
                    <a:pt x="637123" y="5601466"/>
                  </a:lnTo>
                  <a:lnTo>
                    <a:pt x="637217" y="5601466"/>
                  </a:lnTo>
                  <a:lnTo>
                    <a:pt x="637311" y="5601466"/>
                  </a:lnTo>
                  <a:lnTo>
                    <a:pt x="637405" y="5601466"/>
                  </a:lnTo>
                  <a:lnTo>
                    <a:pt x="637499" y="5601466"/>
                  </a:lnTo>
                  <a:lnTo>
                    <a:pt x="637781" y="5601466"/>
                  </a:lnTo>
                  <a:lnTo>
                    <a:pt x="637970" y="5601466"/>
                  </a:lnTo>
                  <a:lnTo>
                    <a:pt x="638064" y="5601466"/>
                  </a:lnTo>
                  <a:lnTo>
                    <a:pt x="638158" y="5601466"/>
                  </a:lnTo>
                  <a:lnTo>
                    <a:pt x="638252" y="5601466"/>
                  </a:lnTo>
                  <a:lnTo>
                    <a:pt x="638440" y="5601466"/>
                  </a:lnTo>
                  <a:lnTo>
                    <a:pt x="639098" y="5601466"/>
                  </a:lnTo>
                  <a:lnTo>
                    <a:pt x="639192" y="5601466"/>
                  </a:lnTo>
                  <a:lnTo>
                    <a:pt x="639286" y="5596186"/>
                  </a:lnTo>
                  <a:lnTo>
                    <a:pt x="639380" y="5596186"/>
                  </a:lnTo>
                  <a:lnTo>
                    <a:pt x="639474" y="5596186"/>
                  </a:lnTo>
                  <a:lnTo>
                    <a:pt x="639662" y="5596186"/>
                  </a:lnTo>
                  <a:lnTo>
                    <a:pt x="639850" y="5596186"/>
                  </a:lnTo>
                  <a:lnTo>
                    <a:pt x="639944" y="5596186"/>
                  </a:lnTo>
                  <a:lnTo>
                    <a:pt x="640132" y="5596186"/>
                  </a:lnTo>
                  <a:lnTo>
                    <a:pt x="640226" y="5596186"/>
                  </a:lnTo>
                  <a:lnTo>
                    <a:pt x="640320" y="5596186"/>
                  </a:lnTo>
                  <a:lnTo>
                    <a:pt x="640414" y="5596186"/>
                  </a:lnTo>
                  <a:lnTo>
                    <a:pt x="640508" y="5596186"/>
                  </a:lnTo>
                  <a:lnTo>
                    <a:pt x="640602" y="5596186"/>
                  </a:lnTo>
                  <a:lnTo>
                    <a:pt x="640696" y="5596186"/>
                  </a:lnTo>
                  <a:lnTo>
                    <a:pt x="640790" y="5596186"/>
                  </a:lnTo>
                  <a:lnTo>
                    <a:pt x="640884" y="5596186"/>
                  </a:lnTo>
                  <a:lnTo>
                    <a:pt x="640978" y="5596186"/>
                  </a:lnTo>
                  <a:lnTo>
                    <a:pt x="641166" y="5596186"/>
                  </a:lnTo>
                  <a:lnTo>
                    <a:pt x="641260" y="5596186"/>
                  </a:lnTo>
                  <a:lnTo>
                    <a:pt x="641354" y="5596186"/>
                  </a:lnTo>
                  <a:lnTo>
                    <a:pt x="641448" y="5596186"/>
                  </a:lnTo>
                  <a:lnTo>
                    <a:pt x="641543" y="5596186"/>
                  </a:lnTo>
                  <a:lnTo>
                    <a:pt x="641637" y="5596186"/>
                  </a:lnTo>
                  <a:lnTo>
                    <a:pt x="641731" y="5596186"/>
                  </a:lnTo>
                  <a:lnTo>
                    <a:pt x="641825" y="5596186"/>
                  </a:lnTo>
                  <a:lnTo>
                    <a:pt x="642013" y="5596186"/>
                  </a:lnTo>
                  <a:lnTo>
                    <a:pt x="642107" y="5596186"/>
                  </a:lnTo>
                  <a:lnTo>
                    <a:pt x="642389" y="5596186"/>
                  </a:lnTo>
                  <a:lnTo>
                    <a:pt x="642577" y="5596186"/>
                  </a:lnTo>
                  <a:lnTo>
                    <a:pt x="642765" y="5596186"/>
                  </a:lnTo>
                  <a:lnTo>
                    <a:pt x="642953" y="5596186"/>
                  </a:lnTo>
                  <a:lnTo>
                    <a:pt x="643047" y="5596186"/>
                  </a:lnTo>
                  <a:lnTo>
                    <a:pt x="643141" y="5596186"/>
                  </a:lnTo>
                  <a:lnTo>
                    <a:pt x="643235" y="5596186"/>
                  </a:lnTo>
                  <a:lnTo>
                    <a:pt x="643329" y="5596186"/>
                  </a:lnTo>
                  <a:lnTo>
                    <a:pt x="643423" y="5596186"/>
                  </a:lnTo>
                  <a:lnTo>
                    <a:pt x="643517" y="5596186"/>
                  </a:lnTo>
                  <a:lnTo>
                    <a:pt x="643611" y="5596186"/>
                  </a:lnTo>
                  <a:lnTo>
                    <a:pt x="644551" y="5596186"/>
                  </a:lnTo>
                  <a:lnTo>
                    <a:pt x="644645" y="5596186"/>
                  </a:lnTo>
                  <a:lnTo>
                    <a:pt x="644739" y="5596186"/>
                  </a:lnTo>
                  <a:lnTo>
                    <a:pt x="644739" y="5590907"/>
                  </a:lnTo>
                  <a:lnTo>
                    <a:pt x="644833" y="5590907"/>
                  </a:lnTo>
                  <a:lnTo>
                    <a:pt x="644927" y="5590907"/>
                  </a:lnTo>
                  <a:lnTo>
                    <a:pt x="645021" y="5590907"/>
                  </a:lnTo>
                  <a:lnTo>
                    <a:pt x="645116" y="5590907"/>
                  </a:lnTo>
                  <a:lnTo>
                    <a:pt x="645210" y="5590907"/>
                  </a:lnTo>
                  <a:lnTo>
                    <a:pt x="645398" y="5590907"/>
                  </a:lnTo>
                  <a:lnTo>
                    <a:pt x="645492" y="5590907"/>
                  </a:lnTo>
                  <a:lnTo>
                    <a:pt x="645586" y="5590907"/>
                  </a:lnTo>
                  <a:lnTo>
                    <a:pt x="645680" y="5590907"/>
                  </a:lnTo>
                  <a:lnTo>
                    <a:pt x="645774" y="5590907"/>
                  </a:lnTo>
                  <a:lnTo>
                    <a:pt x="646056" y="5590907"/>
                  </a:lnTo>
                  <a:lnTo>
                    <a:pt x="646150" y="5590907"/>
                  </a:lnTo>
                  <a:lnTo>
                    <a:pt x="646244" y="5590907"/>
                  </a:lnTo>
                  <a:lnTo>
                    <a:pt x="646338" y="5590907"/>
                  </a:lnTo>
                  <a:lnTo>
                    <a:pt x="646620" y="5590907"/>
                  </a:lnTo>
                  <a:lnTo>
                    <a:pt x="646714" y="5590907"/>
                  </a:lnTo>
                  <a:lnTo>
                    <a:pt x="646808" y="5590907"/>
                  </a:lnTo>
                  <a:lnTo>
                    <a:pt x="646902" y="5590907"/>
                  </a:lnTo>
                  <a:lnTo>
                    <a:pt x="646996" y="5590907"/>
                  </a:lnTo>
                  <a:lnTo>
                    <a:pt x="647090" y="5590907"/>
                  </a:lnTo>
                  <a:lnTo>
                    <a:pt x="647372" y="5590907"/>
                  </a:lnTo>
                  <a:lnTo>
                    <a:pt x="647466" y="5590907"/>
                  </a:lnTo>
                  <a:lnTo>
                    <a:pt x="647560" y="5590907"/>
                  </a:lnTo>
                  <a:lnTo>
                    <a:pt x="647748" y="5590907"/>
                  </a:lnTo>
                  <a:lnTo>
                    <a:pt x="647842" y="5590907"/>
                  </a:lnTo>
                  <a:lnTo>
                    <a:pt x="648030" y="5590907"/>
                  </a:lnTo>
                  <a:lnTo>
                    <a:pt x="648124" y="5590907"/>
                  </a:lnTo>
                  <a:lnTo>
                    <a:pt x="648218" y="5590907"/>
                  </a:lnTo>
                  <a:lnTo>
                    <a:pt x="648406" y="5590907"/>
                  </a:lnTo>
                  <a:lnTo>
                    <a:pt x="648595" y="5590907"/>
                  </a:lnTo>
                  <a:lnTo>
                    <a:pt x="648689" y="5590907"/>
                  </a:lnTo>
                  <a:lnTo>
                    <a:pt x="648783" y="5590907"/>
                  </a:lnTo>
                  <a:lnTo>
                    <a:pt x="648877" y="5590907"/>
                  </a:lnTo>
                  <a:lnTo>
                    <a:pt x="649065" y="5585627"/>
                  </a:lnTo>
                  <a:lnTo>
                    <a:pt x="649253" y="5585627"/>
                  </a:lnTo>
                  <a:lnTo>
                    <a:pt x="649347" y="5585627"/>
                  </a:lnTo>
                  <a:lnTo>
                    <a:pt x="649441" y="5585627"/>
                  </a:lnTo>
                  <a:lnTo>
                    <a:pt x="649535" y="5585627"/>
                  </a:lnTo>
                  <a:lnTo>
                    <a:pt x="649629" y="5585627"/>
                  </a:lnTo>
                  <a:lnTo>
                    <a:pt x="649817" y="5585627"/>
                  </a:lnTo>
                  <a:lnTo>
                    <a:pt x="649911" y="5585627"/>
                  </a:lnTo>
                  <a:lnTo>
                    <a:pt x="650099" y="5585627"/>
                  </a:lnTo>
                  <a:lnTo>
                    <a:pt x="650193" y="5585627"/>
                  </a:lnTo>
                  <a:lnTo>
                    <a:pt x="650287" y="5585627"/>
                  </a:lnTo>
                  <a:lnTo>
                    <a:pt x="650381" y="5585627"/>
                  </a:lnTo>
                  <a:lnTo>
                    <a:pt x="650663" y="5585627"/>
                  </a:lnTo>
                  <a:lnTo>
                    <a:pt x="650757" y="5585627"/>
                  </a:lnTo>
                  <a:lnTo>
                    <a:pt x="650945" y="5585627"/>
                  </a:lnTo>
                  <a:lnTo>
                    <a:pt x="651039" y="5585627"/>
                  </a:lnTo>
                  <a:lnTo>
                    <a:pt x="651133" y="5585627"/>
                  </a:lnTo>
                  <a:lnTo>
                    <a:pt x="651321" y="5585627"/>
                  </a:lnTo>
                  <a:lnTo>
                    <a:pt x="651415" y="5585627"/>
                  </a:lnTo>
                  <a:lnTo>
                    <a:pt x="651509" y="5585627"/>
                  </a:lnTo>
                  <a:lnTo>
                    <a:pt x="651885" y="5585627"/>
                  </a:lnTo>
                  <a:lnTo>
                    <a:pt x="651979" y="5585627"/>
                  </a:lnTo>
                  <a:lnTo>
                    <a:pt x="652073" y="5585627"/>
                  </a:lnTo>
                  <a:lnTo>
                    <a:pt x="652262" y="5585627"/>
                  </a:lnTo>
                  <a:lnTo>
                    <a:pt x="652356" y="5585627"/>
                  </a:lnTo>
                  <a:lnTo>
                    <a:pt x="652450" y="5585627"/>
                  </a:lnTo>
                  <a:lnTo>
                    <a:pt x="652544" y="5585627"/>
                  </a:lnTo>
                  <a:lnTo>
                    <a:pt x="652732" y="5585627"/>
                  </a:lnTo>
                  <a:lnTo>
                    <a:pt x="652826" y="5585627"/>
                  </a:lnTo>
                  <a:lnTo>
                    <a:pt x="652920" y="5585627"/>
                  </a:lnTo>
                  <a:lnTo>
                    <a:pt x="653108" y="5585627"/>
                  </a:lnTo>
                  <a:lnTo>
                    <a:pt x="653202" y="5585627"/>
                  </a:lnTo>
                  <a:lnTo>
                    <a:pt x="653390" y="5585627"/>
                  </a:lnTo>
                  <a:lnTo>
                    <a:pt x="653484" y="5585627"/>
                  </a:lnTo>
                  <a:lnTo>
                    <a:pt x="653578" y="5585627"/>
                  </a:lnTo>
                  <a:lnTo>
                    <a:pt x="653672" y="5585627"/>
                  </a:lnTo>
                  <a:lnTo>
                    <a:pt x="653860" y="5585627"/>
                  </a:lnTo>
                  <a:lnTo>
                    <a:pt x="653954" y="5585627"/>
                  </a:lnTo>
                  <a:lnTo>
                    <a:pt x="654048" y="5585627"/>
                  </a:lnTo>
                  <a:lnTo>
                    <a:pt x="654236" y="5585627"/>
                  </a:lnTo>
                  <a:lnTo>
                    <a:pt x="654330" y="5585627"/>
                  </a:lnTo>
                  <a:lnTo>
                    <a:pt x="654424" y="5580348"/>
                  </a:lnTo>
                  <a:lnTo>
                    <a:pt x="654518" y="5580348"/>
                  </a:lnTo>
                  <a:lnTo>
                    <a:pt x="654612" y="5580348"/>
                  </a:lnTo>
                  <a:lnTo>
                    <a:pt x="654706" y="5580348"/>
                  </a:lnTo>
                  <a:lnTo>
                    <a:pt x="654800" y="5580348"/>
                  </a:lnTo>
                  <a:lnTo>
                    <a:pt x="654894" y="5580348"/>
                  </a:lnTo>
                  <a:lnTo>
                    <a:pt x="655082" y="5580348"/>
                  </a:lnTo>
                  <a:lnTo>
                    <a:pt x="655176" y="5580348"/>
                  </a:lnTo>
                  <a:lnTo>
                    <a:pt x="655270" y="5580348"/>
                  </a:lnTo>
                  <a:lnTo>
                    <a:pt x="655364" y="5580348"/>
                  </a:lnTo>
                  <a:lnTo>
                    <a:pt x="655458" y="5580348"/>
                  </a:lnTo>
                  <a:lnTo>
                    <a:pt x="655552" y="5580348"/>
                  </a:lnTo>
                  <a:lnTo>
                    <a:pt x="655646" y="5580348"/>
                  </a:lnTo>
                  <a:lnTo>
                    <a:pt x="655835" y="5580348"/>
                  </a:lnTo>
                  <a:lnTo>
                    <a:pt x="655929" y="5580348"/>
                  </a:lnTo>
                  <a:lnTo>
                    <a:pt x="656211" y="5580348"/>
                  </a:lnTo>
                  <a:lnTo>
                    <a:pt x="656305" y="5580348"/>
                  </a:lnTo>
                  <a:lnTo>
                    <a:pt x="656399" y="5580348"/>
                  </a:lnTo>
                  <a:lnTo>
                    <a:pt x="656493" y="5580348"/>
                  </a:lnTo>
                  <a:lnTo>
                    <a:pt x="656681" y="5580348"/>
                  </a:lnTo>
                  <a:lnTo>
                    <a:pt x="656775" y="5580348"/>
                  </a:lnTo>
                  <a:lnTo>
                    <a:pt x="656963" y="5580348"/>
                  </a:lnTo>
                  <a:lnTo>
                    <a:pt x="657057" y="5580348"/>
                  </a:lnTo>
                  <a:lnTo>
                    <a:pt x="657245" y="5580348"/>
                  </a:lnTo>
                  <a:lnTo>
                    <a:pt x="657339" y="5580348"/>
                  </a:lnTo>
                  <a:lnTo>
                    <a:pt x="657433" y="5580348"/>
                  </a:lnTo>
                  <a:lnTo>
                    <a:pt x="657621" y="5580348"/>
                  </a:lnTo>
                  <a:lnTo>
                    <a:pt x="657715" y="5580348"/>
                  </a:lnTo>
                  <a:lnTo>
                    <a:pt x="657809" y="5580348"/>
                  </a:lnTo>
                  <a:lnTo>
                    <a:pt x="658091" y="5580348"/>
                  </a:lnTo>
                  <a:lnTo>
                    <a:pt x="658185" y="5580348"/>
                  </a:lnTo>
                  <a:lnTo>
                    <a:pt x="658279" y="5580348"/>
                  </a:lnTo>
                  <a:lnTo>
                    <a:pt x="658467" y="5580348"/>
                  </a:lnTo>
                  <a:lnTo>
                    <a:pt x="658561" y="5580348"/>
                  </a:lnTo>
                  <a:lnTo>
                    <a:pt x="658655" y="5580348"/>
                  </a:lnTo>
                  <a:lnTo>
                    <a:pt x="658843" y="5580348"/>
                  </a:lnTo>
                  <a:lnTo>
                    <a:pt x="658937" y="5580348"/>
                  </a:lnTo>
                  <a:lnTo>
                    <a:pt x="659031" y="5580348"/>
                  </a:lnTo>
                  <a:lnTo>
                    <a:pt x="659125" y="5580348"/>
                  </a:lnTo>
                  <a:lnTo>
                    <a:pt x="659314" y="5580348"/>
                  </a:lnTo>
                  <a:lnTo>
                    <a:pt x="659408" y="5580348"/>
                  </a:lnTo>
                  <a:lnTo>
                    <a:pt x="659502" y="5580348"/>
                  </a:lnTo>
                  <a:lnTo>
                    <a:pt x="659596" y="5580348"/>
                  </a:lnTo>
                  <a:lnTo>
                    <a:pt x="659690" y="5580348"/>
                  </a:lnTo>
                  <a:lnTo>
                    <a:pt x="659878" y="5580348"/>
                  </a:lnTo>
                  <a:lnTo>
                    <a:pt x="659972" y="5580348"/>
                  </a:lnTo>
                  <a:lnTo>
                    <a:pt x="660066" y="5580348"/>
                  </a:lnTo>
                  <a:lnTo>
                    <a:pt x="660160" y="5580348"/>
                  </a:lnTo>
                  <a:lnTo>
                    <a:pt x="660254" y="5580348"/>
                  </a:lnTo>
                  <a:lnTo>
                    <a:pt x="660348" y="5580348"/>
                  </a:lnTo>
                  <a:lnTo>
                    <a:pt x="660442" y="5580348"/>
                  </a:lnTo>
                  <a:lnTo>
                    <a:pt x="660536" y="5580348"/>
                  </a:lnTo>
                  <a:lnTo>
                    <a:pt x="660630" y="5580348"/>
                  </a:lnTo>
                  <a:lnTo>
                    <a:pt x="660724" y="5580348"/>
                  </a:lnTo>
                  <a:lnTo>
                    <a:pt x="660818" y="5580348"/>
                  </a:lnTo>
                  <a:lnTo>
                    <a:pt x="660912" y="5575068"/>
                  </a:lnTo>
                  <a:lnTo>
                    <a:pt x="661006" y="5575068"/>
                  </a:lnTo>
                  <a:lnTo>
                    <a:pt x="661194" y="5575068"/>
                  </a:lnTo>
                  <a:lnTo>
                    <a:pt x="661382" y="5575068"/>
                  </a:lnTo>
                  <a:lnTo>
                    <a:pt x="661476" y="5575068"/>
                  </a:lnTo>
                  <a:lnTo>
                    <a:pt x="661664" y="5575068"/>
                  </a:lnTo>
                  <a:lnTo>
                    <a:pt x="661758" y="5575068"/>
                  </a:lnTo>
                  <a:lnTo>
                    <a:pt x="661852" y="5575068"/>
                  </a:lnTo>
                  <a:lnTo>
                    <a:pt x="661946" y="5575068"/>
                  </a:lnTo>
                  <a:lnTo>
                    <a:pt x="662604" y="5575068"/>
                  </a:lnTo>
                  <a:lnTo>
                    <a:pt x="662698" y="5575068"/>
                  </a:lnTo>
                  <a:lnTo>
                    <a:pt x="662793" y="5575068"/>
                  </a:lnTo>
                  <a:lnTo>
                    <a:pt x="662887" y="5575068"/>
                  </a:lnTo>
                  <a:lnTo>
                    <a:pt x="662981" y="5575068"/>
                  </a:lnTo>
                  <a:lnTo>
                    <a:pt x="663075" y="5575068"/>
                  </a:lnTo>
                  <a:lnTo>
                    <a:pt x="663263" y="5575068"/>
                  </a:lnTo>
                  <a:lnTo>
                    <a:pt x="663357" y="5575068"/>
                  </a:lnTo>
                  <a:lnTo>
                    <a:pt x="663451" y="5575068"/>
                  </a:lnTo>
                  <a:lnTo>
                    <a:pt x="663639" y="5575068"/>
                  </a:lnTo>
                  <a:lnTo>
                    <a:pt x="663733" y="5575068"/>
                  </a:lnTo>
                  <a:lnTo>
                    <a:pt x="663827" y="5575068"/>
                  </a:lnTo>
                  <a:lnTo>
                    <a:pt x="663921" y="5575068"/>
                  </a:lnTo>
                  <a:lnTo>
                    <a:pt x="664109" y="5575068"/>
                  </a:lnTo>
                  <a:lnTo>
                    <a:pt x="664203" y="5575068"/>
                  </a:lnTo>
                  <a:lnTo>
                    <a:pt x="664297" y="5575068"/>
                  </a:lnTo>
                  <a:lnTo>
                    <a:pt x="664391" y="5575068"/>
                  </a:lnTo>
                  <a:lnTo>
                    <a:pt x="664485" y="5575068"/>
                  </a:lnTo>
                  <a:lnTo>
                    <a:pt x="664579" y="5575068"/>
                  </a:lnTo>
                  <a:lnTo>
                    <a:pt x="664673" y="5575068"/>
                  </a:lnTo>
                  <a:lnTo>
                    <a:pt x="664767" y="5575068"/>
                  </a:lnTo>
                  <a:lnTo>
                    <a:pt x="664861" y="5575068"/>
                  </a:lnTo>
                  <a:lnTo>
                    <a:pt x="664955" y="5575068"/>
                  </a:lnTo>
                  <a:lnTo>
                    <a:pt x="665049" y="5575068"/>
                  </a:lnTo>
                  <a:lnTo>
                    <a:pt x="665143" y="5575068"/>
                  </a:lnTo>
                  <a:lnTo>
                    <a:pt x="665801" y="5575068"/>
                  </a:lnTo>
                  <a:lnTo>
                    <a:pt x="665895" y="5575068"/>
                  </a:lnTo>
                  <a:lnTo>
                    <a:pt x="665989" y="5575068"/>
                  </a:lnTo>
                  <a:lnTo>
                    <a:pt x="666083" y="5575068"/>
                  </a:lnTo>
                  <a:lnTo>
                    <a:pt x="666177" y="5575068"/>
                  </a:lnTo>
                  <a:lnTo>
                    <a:pt x="666271" y="5575068"/>
                  </a:lnTo>
                  <a:lnTo>
                    <a:pt x="666366" y="5575068"/>
                  </a:lnTo>
                  <a:lnTo>
                    <a:pt x="666460" y="5575068"/>
                  </a:lnTo>
                  <a:lnTo>
                    <a:pt x="666554" y="5575068"/>
                  </a:lnTo>
                  <a:lnTo>
                    <a:pt x="666648" y="5575068"/>
                  </a:lnTo>
                  <a:lnTo>
                    <a:pt x="666742" y="5575068"/>
                  </a:lnTo>
                  <a:lnTo>
                    <a:pt x="666836" y="5575068"/>
                  </a:lnTo>
                  <a:lnTo>
                    <a:pt x="666930" y="5575068"/>
                  </a:lnTo>
                  <a:lnTo>
                    <a:pt x="667024" y="5575068"/>
                  </a:lnTo>
                  <a:lnTo>
                    <a:pt x="667118" y="5575068"/>
                  </a:lnTo>
                  <a:lnTo>
                    <a:pt x="667306" y="5575068"/>
                  </a:lnTo>
                  <a:lnTo>
                    <a:pt x="667494" y="5575068"/>
                  </a:lnTo>
                  <a:lnTo>
                    <a:pt x="667776" y="5575068"/>
                  </a:lnTo>
                  <a:lnTo>
                    <a:pt x="667870" y="5575068"/>
                  </a:lnTo>
                  <a:lnTo>
                    <a:pt x="667964" y="5575068"/>
                  </a:lnTo>
                  <a:lnTo>
                    <a:pt x="668058" y="5575068"/>
                  </a:lnTo>
                  <a:lnTo>
                    <a:pt x="668246" y="5575068"/>
                  </a:lnTo>
                  <a:lnTo>
                    <a:pt x="668340" y="5575068"/>
                  </a:lnTo>
                  <a:lnTo>
                    <a:pt x="668434" y="5575068"/>
                  </a:lnTo>
                  <a:lnTo>
                    <a:pt x="668528" y="5575068"/>
                  </a:lnTo>
                  <a:lnTo>
                    <a:pt x="668622" y="5575068"/>
                  </a:lnTo>
                  <a:lnTo>
                    <a:pt x="668716" y="5575068"/>
                  </a:lnTo>
                  <a:lnTo>
                    <a:pt x="668810" y="5575068"/>
                  </a:lnTo>
                  <a:lnTo>
                    <a:pt x="669186" y="5575068"/>
                  </a:lnTo>
                  <a:lnTo>
                    <a:pt x="669468" y="5575068"/>
                  </a:lnTo>
                  <a:lnTo>
                    <a:pt x="669562" y="5575068"/>
                  </a:lnTo>
                  <a:lnTo>
                    <a:pt x="669656" y="5575068"/>
                  </a:lnTo>
                  <a:lnTo>
                    <a:pt x="669750" y="5575068"/>
                  </a:lnTo>
                  <a:lnTo>
                    <a:pt x="670033" y="5575068"/>
                  </a:lnTo>
                  <a:lnTo>
                    <a:pt x="670127" y="5575068"/>
                  </a:lnTo>
                  <a:lnTo>
                    <a:pt x="670221" y="5575068"/>
                  </a:lnTo>
                  <a:lnTo>
                    <a:pt x="670315" y="5575068"/>
                  </a:lnTo>
                  <a:lnTo>
                    <a:pt x="670409" y="5575068"/>
                  </a:lnTo>
                  <a:lnTo>
                    <a:pt x="670503" y="5575068"/>
                  </a:lnTo>
                  <a:lnTo>
                    <a:pt x="670597" y="5575068"/>
                  </a:lnTo>
                  <a:lnTo>
                    <a:pt x="670691" y="5575068"/>
                  </a:lnTo>
                  <a:lnTo>
                    <a:pt x="670973" y="5575068"/>
                  </a:lnTo>
                  <a:lnTo>
                    <a:pt x="671067" y="5575068"/>
                  </a:lnTo>
                  <a:lnTo>
                    <a:pt x="671255" y="5575068"/>
                  </a:lnTo>
                  <a:lnTo>
                    <a:pt x="671349" y="5575068"/>
                  </a:lnTo>
                  <a:lnTo>
                    <a:pt x="671537" y="5575068"/>
                  </a:lnTo>
                  <a:lnTo>
                    <a:pt x="671725" y="5575068"/>
                  </a:lnTo>
                  <a:lnTo>
                    <a:pt x="671819" y="5575068"/>
                  </a:lnTo>
                  <a:lnTo>
                    <a:pt x="671913" y="5575068"/>
                  </a:lnTo>
                  <a:lnTo>
                    <a:pt x="672101" y="5575068"/>
                  </a:lnTo>
                  <a:lnTo>
                    <a:pt x="672195" y="5575068"/>
                  </a:lnTo>
                  <a:lnTo>
                    <a:pt x="672289" y="5575068"/>
                  </a:lnTo>
                  <a:lnTo>
                    <a:pt x="672383" y="5575068"/>
                  </a:lnTo>
                  <a:lnTo>
                    <a:pt x="672571" y="5575068"/>
                  </a:lnTo>
                  <a:lnTo>
                    <a:pt x="672853" y="5575068"/>
                  </a:lnTo>
                  <a:lnTo>
                    <a:pt x="673041" y="5575068"/>
                  </a:lnTo>
                  <a:lnTo>
                    <a:pt x="673135" y="5575068"/>
                  </a:lnTo>
                  <a:lnTo>
                    <a:pt x="673323" y="5575068"/>
                  </a:lnTo>
                  <a:lnTo>
                    <a:pt x="673418" y="5575068"/>
                  </a:lnTo>
                  <a:lnTo>
                    <a:pt x="673700" y="5575068"/>
                  </a:lnTo>
                  <a:lnTo>
                    <a:pt x="673794" y="5575068"/>
                  </a:lnTo>
                  <a:lnTo>
                    <a:pt x="673794" y="5569789"/>
                  </a:lnTo>
                  <a:lnTo>
                    <a:pt x="674076" y="5569789"/>
                  </a:lnTo>
                  <a:lnTo>
                    <a:pt x="674170" y="5569789"/>
                  </a:lnTo>
                  <a:lnTo>
                    <a:pt x="674264" y="5569789"/>
                  </a:lnTo>
                  <a:lnTo>
                    <a:pt x="674358" y="5564510"/>
                  </a:lnTo>
                  <a:lnTo>
                    <a:pt x="674452" y="5564510"/>
                  </a:lnTo>
                  <a:lnTo>
                    <a:pt x="674640" y="5564510"/>
                  </a:lnTo>
                  <a:lnTo>
                    <a:pt x="674828" y="5564510"/>
                  </a:lnTo>
                  <a:lnTo>
                    <a:pt x="675110" y="5564510"/>
                  </a:lnTo>
                  <a:lnTo>
                    <a:pt x="675298" y="5564510"/>
                  </a:lnTo>
                  <a:lnTo>
                    <a:pt x="675392" y="5564510"/>
                  </a:lnTo>
                  <a:lnTo>
                    <a:pt x="675580" y="5564510"/>
                  </a:lnTo>
                  <a:lnTo>
                    <a:pt x="675674" y="5564510"/>
                  </a:lnTo>
                  <a:lnTo>
                    <a:pt x="675862" y="5564510"/>
                  </a:lnTo>
                  <a:lnTo>
                    <a:pt x="675956" y="5564510"/>
                  </a:lnTo>
                  <a:lnTo>
                    <a:pt x="676050" y="5564510"/>
                  </a:lnTo>
                  <a:lnTo>
                    <a:pt x="676144" y="5564510"/>
                  </a:lnTo>
                  <a:lnTo>
                    <a:pt x="676332" y="5564510"/>
                  </a:lnTo>
                  <a:lnTo>
                    <a:pt x="676614" y="5564510"/>
                  </a:lnTo>
                  <a:lnTo>
                    <a:pt x="676614" y="5559230"/>
                  </a:lnTo>
                  <a:lnTo>
                    <a:pt x="676708" y="5559230"/>
                  </a:lnTo>
                  <a:lnTo>
                    <a:pt x="676802" y="5559230"/>
                  </a:lnTo>
                  <a:lnTo>
                    <a:pt x="676896" y="5559230"/>
                  </a:lnTo>
                  <a:lnTo>
                    <a:pt x="676991" y="5559230"/>
                  </a:lnTo>
                  <a:lnTo>
                    <a:pt x="677085" y="5559230"/>
                  </a:lnTo>
                  <a:lnTo>
                    <a:pt x="677179" y="5559230"/>
                  </a:lnTo>
                  <a:lnTo>
                    <a:pt x="677367" y="5559230"/>
                  </a:lnTo>
                  <a:lnTo>
                    <a:pt x="677461" y="5559230"/>
                  </a:lnTo>
                  <a:lnTo>
                    <a:pt x="677555" y="5559230"/>
                  </a:lnTo>
                  <a:lnTo>
                    <a:pt x="677649" y="5559230"/>
                  </a:lnTo>
                  <a:lnTo>
                    <a:pt x="677837" y="5559230"/>
                  </a:lnTo>
                  <a:lnTo>
                    <a:pt x="678025" y="5553951"/>
                  </a:lnTo>
                  <a:lnTo>
                    <a:pt x="678119" y="5553951"/>
                  </a:lnTo>
                  <a:lnTo>
                    <a:pt x="678213" y="5553951"/>
                  </a:lnTo>
                  <a:lnTo>
                    <a:pt x="678307" y="5553951"/>
                  </a:lnTo>
                  <a:lnTo>
                    <a:pt x="678401" y="5553951"/>
                  </a:lnTo>
                  <a:lnTo>
                    <a:pt x="678401" y="5548671"/>
                  </a:lnTo>
                  <a:lnTo>
                    <a:pt x="678495" y="5548671"/>
                  </a:lnTo>
                  <a:lnTo>
                    <a:pt x="678589" y="5548671"/>
                  </a:lnTo>
                  <a:lnTo>
                    <a:pt x="678683" y="5548671"/>
                  </a:lnTo>
                  <a:lnTo>
                    <a:pt x="678683" y="5543392"/>
                  </a:lnTo>
                  <a:lnTo>
                    <a:pt x="678777" y="5543392"/>
                  </a:lnTo>
                  <a:lnTo>
                    <a:pt x="679059" y="5543392"/>
                  </a:lnTo>
                  <a:lnTo>
                    <a:pt x="679153" y="5543392"/>
                  </a:lnTo>
                  <a:lnTo>
                    <a:pt x="679247" y="5543392"/>
                  </a:lnTo>
                  <a:lnTo>
                    <a:pt x="679341" y="5543392"/>
                  </a:lnTo>
                  <a:lnTo>
                    <a:pt x="679529" y="5543392"/>
                  </a:lnTo>
                  <a:lnTo>
                    <a:pt x="679717" y="5543392"/>
                  </a:lnTo>
                  <a:lnTo>
                    <a:pt x="679811" y="5543392"/>
                  </a:lnTo>
                  <a:lnTo>
                    <a:pt x="679905" y="5543392"/>
                  </a:lnTo>
                  <a:lnTo>
                    <a:pt x="679999" y="5543392"/>
                  </a:lnTo>
                  <a:lnTo>
                    <a:pt x="680093" y="5543392"/>
                  </a:lnTo>
                  <a:lnTo>
                    <a:pt x="680187" y="5543392"/>
                  </a:lnTo>
                  <a:lnTo>
                    <a:pt x="680281" y="5543392"/>
                  </a:lnTo>
                  <a:lnTo>
                    <a:pt x="680469" y="5543392"/>
                  </a:lnTo>
                  <a:lnTo>
                    <a:pt x="680564" y="5543392"/>
                  </a:lnTo>
                  <a:lnTo>
                    <a:pt x="680658" y="5543392"/>
                  </a:lnTo>
                  <a:lnTo>
                    <a:pt x="680752" y="5543392"/>
                  </a:lnTo>
                  <a:lnTo>
                    <a:pt x="680846" y="5543392"/>
                  </a:lnTo>
                  <a:lnTo>
                    <a:pt x="680940" y="5543392"/>
                  </a:lnTo>
                  <a:lnTo>
                    <a:pt x="681316" y="5543392"/>
                  </a:lnTo>
                  <a:lnTo>
                    <a:pt x="681410" y="5543392"/>
                  </a:lnTo>
                  <a:lnTo>
                    <a:pt x="681504" y="5543392"/>
                  </a:lnTo>
                  <a:lnTo>
                    <a:pt x="681598" y="5543392"/>
                  </a:lnTo>
                  <a:lnTo>
                    <a:pt x="681692" y="5543392"/>
                  </a:lnTo>
                  <a:lnTo>
                    <a:pt x="681786" y="5543392"/>
                  </a:lnTo>
                  <a:lnTo>
                    <a:pt x="681880" y="5543392"/>
                  </a:lnTo>
                  <a:lnTo>
                    <a:pt x="682256" y="5543392"/>
                  </a:lnTo>
                  <a:lnTo>
                    <a:pt x="682538" y="5543392"/>
                  </a:lnTo>
                  <a:lnTo>
                    <a:pt x="682632" y="5543392"/>
                  </a:lnTo>
                  <a:lnTo>
                    <a:pt x="682726" y="5543392"/>
                  </a:lnTo>
                  <a:lnTo>
                    <a:pt x="682820" y="5543392"/>
                  </a:lnTo>
                  <a:lnTo>
                    <a:pt x="682914" y="5543392"/>
                  </a:lnTo>
                  <a:lnTo>
                    <a:pt x="683008" y="5543392"/>
                  </a:lnTo>
                  <a:lnTo>
                    <a:pt x="683102" y="5543392"/>
                  </a:lnTo>
                  <a:lnTo>
                    <a:pt x="683196" y="5543392"/>
                  </a:lnTo>
                  <a:lnTo>
                    <a:pt x="683384" y="5543392"/>
                  </a:lnTo>
                  <a:lnTo>
                    <a:pt x="683478" y="5543392"/>
                  </a:lnTo>
                  <a:lnTo>
                    <a:pt x="683666" y="5543392"/>
                  </a:lnTo>
                  <a:lnTo>
                    <a:pt x="683760" y="5543392"/>
                  </a:lnTo>
                  <a:lnTo>
                    <a:pt x="683854" y="5543392"/>
                  </a:lnTo>
                  <a:lnTo>
                    <a:pt x="683948" y="5543392"/>
                  </a:lnTo>
                  <a:lnTo>
                    <a:pt x="684137" y="5543392"/>
                  </a:lnTo>
                  <a:lnTo>
                    <a:pt x="684325" y="5543392"/>
                  </a:lnTo>
                  <a:lnTo>
                    <a:pt x="684419" y="5543392"/>
                  </a:lnTo>
                  <a:lnTo>
                    <a:pt x="684607" y="5543392"/>
                  </a:lnTo>
                  <a:lnTo>
                    <a:pt x="684701" y="5543392"/>
                  </a:lnTo>
                  <a:lnTo>
                    <a:pt x="684795" y="5538112"/>
                  </a:lnTo>
                  <a:lnTo>
                    <a:pt x="684889" y="5538112"/>
                  </a:lnTo>
                  <a:lnTo>
                    <a:pt x="685077" y="5538112"/>
                  </a:lnTo>
                  <a:lnTo>
                    <a:pt x="685171" y="5538112"/>
                  </a:lnTo>
                  <a:lnTo>
                    <a:pt x="685359" y="5538112"/>
                  </a:lnTo>
                  <a:lnTo>
                    <a:pt x="685453" y="5538112"/>
                  </a:lnTo>
                  <a:lnTo>
                    <a:pt x="685547" y="5538112"/>
                  </a:lnTo>
                  <a:lnTo>
                    <a:pt x="685641" y="5538112"/>
                  </a:lnTo>
                  <a:lnTo>
                    <a:pt x="685829" y="5538112"/>
                  </a:lnTo>
                  <a:lnTo>
                    <a:pt x="685923" y="5538112"/>
                  </a:lnTo>
                  <a:lnTo>
                    <a:pt x="686111" y="5538112"/>
                  </a:lnTo>
                  <a:lnTo>
                    <a:pt x="686205" y="5538112"/>
                  </a:lnTo>
                  <a:lnTo>
                    <a:pt x="686299" y="5538112"/>
                  </a:lnTo>
                  <a:lnTo>
                    <a:pt x="686393" y="5538112"/>
                  </a:lnTo>
                  <a:lnTo>
                    <a:pt x="686487" y="5538112"/>
                  </a:lnTo>
                  <a:lnTo>
                    <a:pt x="686769" y="5532833"/>
                  </a:lnTo>
                  <a:lnTo>
                    <a:pt x="686863" y="5532833"/>
                  </a:lnTo>
                  <a:lnTo>
                    <a:pt x="687051" y="5532833"/>
                  </a:lnTo>
                  <a:lnTo>
                    <a:pt x="687145" y="5532833"/>
                  </a:lnTo>
                  <a:lnTo>
                    <a:pt x="687333" y="5532833"/>
                  </a:lnTo>
                  <a:lnTo>
                    <a:pt x="687427" y="5532833"/>
                  </a:lnTo>
                  <a:lnTo>
                    <a:pt x="687521" y="5532833"/>
                  </a:lnTo>
                  <a:lnTo>
                    <a:pt x="687616" y="5532833"/>
                  </a:lnTo>
                  <a:lnTo>
                    <a:pt x="687710" y="5532833"/>
                  </a:lnTo>
                  <a:lnTo>
                    <a:pt x="687804" y="5532833"/>
                  </a:lnTo>
                  <a:lnTo>
                    <a:pt x="688274" y="5527554"/>
                  </a:lnTo>
                  <a:lnTo>
                    <a:pt x="688368" y="5527554"/>
                  </a:lnTo>
                  <a:lnTo>
                    <a:pt x="688462" y="5527554"/>
                  </a:lnTo>
                  <a:lnTo>
                    <a:pt x="688556" y="5527554"/>
                  </a:lnTo>
                  <a:lnTo>
                    <a:pt x="688744" y="5527554"/>
                  </a:lnTo>
                  <a:lnTo>
                    <a:pt x="688838" y="5527554"/>
                  </a:lnTo>
                  <a:lnTo>
                    <a:pt x="688932" y="5527554"/>
                  </a:lnTo>
                  <a:lnTo>
                    <a:pt x="689026" y="5527554"/>
                  </a:lnTo>
                  <a:lnTo>
                    <a:pt x="689120" y="5527554"/>
                  </a:lnTo>
                  <a:lnTo>
                    <a:pt x="689308" y="5527554"/>
                  </a:lnTo>
                  <a:lnTo>
                    <a:pt x="689402" y="5527554"/>
                  </a:lnTo>
                  <a:lnTo>
                    <a:pt x="689590" y="5527554"/>
                  </a:lnTo>
                  <a:lnTo>
                    <a:pt x="689778" y="5527554"/>
                  </a:lnTo>
                  <a:lnTo>
                    <a:pt x="689872" y="5527554"/>
                  </a:lnTo>
                  <a:lnTo>
                    <a:pt x="690248" y="5527554"/>
                  </a:lnTo>
                  <a:lnTo>
                    <a:pt x="690624" y="5527554"/>
                  </a:lnTo>
                  <a:lnTo>
                    <a:pt x="690718" y="5527554"/>
                  </a:lnTo>
                  <a:lnTo>
                    <a:pt x="690906" y="5527554"/>
                  </a:lnTo>
                  <a:lnTo>
                    <a:pt x="691000" y="5527554"/>
                  </a:lnTo>
                  <a:lnTo>
                    <a:pt x="691094" y="5527554"/>
                  </a:lnTo>
                  <a:lnTo>
                    <a:pt x="691189" y="5527554"/>
                  </a:lnTo>
                  <a:lnTo>
                    <a:pt x="691283" y="5527554"/>
                  </a:lnTo>
                  <a:lnTo>
                    <a:pt x="691377" y="5527554"/>
                  </a:lnTo>
                  <a:lnTo>
                    <a:pt x="691471" y="5527554"/>
                  </a:lnTo>
                  <a:lnTo>
                    <a:pt x="691659" y="5527554"/>
                  </a:lnTo>
                  <a:lnTo>
                    <a:pt x="691753" y="5527554"/>
                  </a:lnTo>
                  <a:lnTo>
                    <a:pt x="691847" y="5527554"/>
                  </a:lnTo>
                  <a:lnTo>
                    <a:pt x="691941" y="5527554"/>
                  </a:lnTo>
                  <a:lnTo>
                    <a:pt x="692223" y="5527554"/>
                  </a:lnTo>
                  <a:lnTo>
                    <a:pt x="692317" y="5527554"/>
                  </a:lnTo>
                  <a:lnTo>
                    <a:pt x="692411" y="5527554"/>
                  </a:lnTo>
                  <a:lnTo>
                    <a:pt x="692505" y="5527554"/>
                  </a:lnTo>
                  <a:lnTo>
                    <a:pt x="692599" y="5527554"/>
                  </a:lnTo>
                  <a:lnTo>
                    <a:pt x="692693" y="5527554"/>
                  </a:lnTo>
                  <a:lnTo>
                    <a:pt x="692787" y="5527554"/>
                  </a:lnTo>
                  <a:lnTo>
                    <a:pt x="693163" y="5527554"/>
                  </a:lnTo>
                  <a:lnTo>
                    <a:pt x="693351" y="5527554"/>
                  </a:lnTo>
                  <a:lnTo>
                    <a:pt x="693445" y="5527554"/>
                  </a:lnTo>
                  <a:lnTo>
                    <a:pt x="693727" y="5527554"/>
                  </a:lnTo>
                  <a:lnTo>
                    <a:pt x="693821" y="5527554"/>
                  </a:lnTo>
                  <a:lnTo>
                    <a:pt x="694009" y="5527554"/>
                  </a:lnTo>
                  <a:lnTo>
                    <a:pt x="694197" y="5527554"/>
                  </a:lnTo>
                  <a:lnTo>
                    <a:pt x="694291" y="5527554"/>
                  </a:lnTo>
                  <a:lnTo>
                    <a:pt x="694385" y="5527554"/>
                  </a:lnTo>
                  <a:lnTo>
                    <a:pt x="694479" y="5527554"/>
                  </a:lnTo>
                  <a:lnTo>
                    <a:pt x="694668" y="5527554"/>
                  </a:lnTo>
                  <a:lnTo>
                    <a:pt x="694762" y="5527554"/>
                  </a:lnTo>
                  <a:lnTo>
                    <a:pt x="694856" y="5527554"/>
                  </a:lnTo>
                  <a:lnTo>
                    <a:pt x="694950" y="5527554"/>
                  </a:lnTo>
                  <a:lnTo>
                    <a:pt x="695138" y="5527554"/>
                  </a:lnTo>
                  <a:lnTo>
                    <a:pt x="695232" y="5527554"/>
                  </a:lnTo>
                  <a:lnTo>
                    <a:pt x="695326" y="5527554"/>
                  </a:lnTo>
                  <a:lnTo>
                    <a:pt x="695420" y="5527554"/>
                  </a:lnTo>
                  <a:lnTo>
                    <a:pt x="695514" y="5527554"/>
                  </a:lnTo>
                  <a:lnTo>
                    <a:pt x="695608" y="5527554"/>
                  </a:lnTo>
                  <a:lnTo>
                    <a:pt x="695702" y="5527554"/>
                  </a:lnTo>
                  <a:lnTo>
                    <a:pt x="695796" y="5527554"/>
                  </a:lnTo>
                  <a:lnTo>
                    <a:pt x="695890" y="5527554"/>
                  </a:lnTo>
                  <a:lnTo>
                    <a:pt x="695984" y="5527554"/>
                  </a:lnTo>
                  <a:lnTo>
                    <a:pt x="696078" y="5527554"/>
                  </a:lnTo>
                  <a:lnTo>
                    <a:pt x="696172" y="5527554"/>
                  </a:lnTo>
                  <a:lnTo>
                    <a:pt x="696360" y="5522274"/>
                  </a:lnTo>
                  <a:lnTo>
                    <a:pt x="696736" y="5522274"/>
                  </a:lnTo>
                  <a:lnTo>
                    <a:pt x="696830" y="5522274"/>
                  </a:lnTo>
                  <a:lnTo>
                    <a:pt x="696924" y="5522274"/>
                  </a:lnTo>
                  <a:lnTo>
                    <a:pt x="697112" y="5522274"/>
                  </a:lnTo>
                  <a:lnTo>
                    <a:pt x="697206" y="5522274"/>
                  </a:lnTo>
                  <a:lnTo>
                    <a:pt x="697300" y="5522274"/>
                  </a:lnTo>
                  <a:lnTo>
                    <a:pt x="697394" y="5522274"/>
                  </a:lnTo>
                  <a:lnTo>
                    <a:pt x="697582" y="5522274"/>
                  </a:lnTo>
                  <a:lnTo>
                    <a:pt x="697676" y="5522274"/>
                  </a:lnTo>
                  <a:lnTo>
                    <a:pt x="697770" y="5522274"/>
                  </a:lnTo>
                  <a:lnTo>
                    <a:pt x="697770" y="5516995"/>
                  </a:lnTo>
                  <a:lnTo>
                    <a:pt x="697864" y="5516995"/>
                  </a:lnTo>
                  <a:lnTo>
                    <a:pt x="697958" y="5516995"/>
                  </a:lnTo>
                  <a:lnTo>
                    <a:pt x="698052" y="5516995"/>
                  </a:lnTo>
                  <a:lnTo>
                    <a:pt x="698146" y="5516995"/>
                  </a:lnTo>
                  <a:lnTo>
                    <a:pt x="698241" y="5516995"/>
                  </a:lnTo>
                  <a:lnTo>
                    <a:pt x="698335" y="5516995"/>
                  </a:lnTo>
                  <a:lnTo>
                    <a:pt x="698523" y="5516995"/>
                  </a:lnTo>
                  <a:lnTo>
                    <a:pt x="698617" y="5516995"/>
                  </a:lnTo>
                  <a:lnTo>
                    <a:pt x="698993" y="5511715"/>
                  </a:lnTo>
                  <a:lnTo>
                    <a:pt x="699087" y="5511715"/>
                  </a:lnTo>
                  <a:lnTo>
                    <a:pt x="699181" y="5511715"/>
                  </a:lnTo>
                  <a:lnTo>
                    <a:pt x="699275" y="5511715"/>
                  </a:lnTo>
                  <a:lnTo>
                    <a:pt x="699369" y="5511715"/>
                  </a:lnTo>
                  <a:lnTo>
                    <a:pt x="699557" y="5511715"/>
                  </a:lnTo>
                  <a:lnTo>
                    <a:pt x="699651" y="5511715"/>
                  </a:lnTo>
                  <a:lnTo>
                    <a:pt x="699745" y="5511715"/>
                  </a:lnTo>
                  <a:lnTo>
                    <a:pt x="699933" y="5511715"/>
                  </a:lnTo>
                  <a:lnTo>
                    <a:pt x="700027" y="5511715"/>
                  </a:lnTo>
                  <a:lnTo>
                    <a:pt x="700403" y="5511715"/>
                  </a:lnTo>
                  <a:lnTo>
                    <a:pt x="700497" y="5511715"/>
                  </a:lnTo>
                  <a:lnTo>
                    <a:pt x="700591" y="5511715"/>
                  </a:lnTo>
                  <a:lnTo>
                    <a:pt x="700779" y="5511715"/>
                  </a:lnTo>
                  <a:lnTo>
                    <a:pt x="700873" y="5506436"/>
                  </a:lnTo>
                  <a:lnTo>
                    <a:pt x="701155" y="5506436"/>
                  </a:lnTo>
                  <a:lnTo>
                    <a:pt x="701155" y="5501157"/>
                  </a:lnTo>
                  <a:lnTo>
                    <a:pt x="701249" y="5501157"/>
                  </a:lnTo>
                  <a:lnTo>
                    <a:pt x="701343" y="5501157"/>
                  </a:lnTo>
                  <a:lnTo>
                    <a:pt x="701437" y="5501157"/>
                  </a:lnTo>
                  <a:lnTo>
                    <a:pt x="701531" y="5501157"/>
                  </a:lnTo>
                  <a:lnTo>
                    <a:pt x="701625" y="5501157"/>
                  </a:lnTo>
                  <a:lnTo>
                    <a:pt x="701908" y="5501157"/>
                  </a:lnTo>
                  <a:lnTo>
                    <a:pt x="702002" y="5501157"/>
                  </a:lnTo>
                  <a:lnTo>
                    <a:pt x="702096" y="5501157"/>
                  </a:lnTo>
                  <a:lnTo>
                    <a:pt x="702190" y="5501157"/>
                  </a:lnTo>
                  <a:lnTo>
                    <a:pt x="702660" y="5501157"/>
                  </a:lnTo>
                  <a:lnTo>
                    <a:pt x="702754" y="5501157"/>
                  </a:lnTo>
                  <a:lnTo>
                    <a:pt x="702848" y="5501157"/>
                  </a:lnTo>
                  <a:lnTo>
                    <a:pt x="703036" y="5501157"/>
                  </a:lnTo>
                  <a:lnTo>
                    <a:pt x="703130" y="5501157"/>
                  </a:lnTo>
                  <a:lnTo>
                    <a:pt x="703224" y="5501157"/>
                  </a:lnTo>
                  <a:lnTo>
                    <a:pt x="703318" y="5501157"/>
                  </a:lnTo>
                  <a:lnTo>
                    <a:pt x="703412" y="5501157"/>
                  </a:lnTo>
                  <a:lnTo>
                    <a:pt x="703506" y="5501157"/>
                  </a:lnTo>
                  <a:lnTo>
                    <a:pt x="703600" y="5501157"/>
                  </a:lnTo>
                  <a:lnTo>
                    <a:pt x="703694" y="5501157"/>
                  </a:lnTo>
                  <a:lnTo>
                    <a:pt x="703788" y="5501157"/>
                  </a:lnTo>
                  <a:lnTo>
                    <a:pt x="703882" y="5495877"/>
                  </a:lnTo>
                  <a:lnTo>
                    <a:pt x="704070" y="5495877"/>
                  </a:lnTo>
                  <a:lnTo>
                    <a:pt x="704164" y="5495877"/>
                  </a:lnTo>
                  <a:lnTo>
                    <a:pt x="704258" y="5495877"/>
                  </a:lnTo>
                  <a:lnTo>
                    <a:pt x="704634" y="5495877"/>
                  </a:lnTo>
                  <a:lnTo>
                    <a:pt x="704728" y="5495877"/>
                  </a:lnTo>
                  <a:lnTo>
                    <a:pt x="704916" y="5495877"/>
                  </a:lnTo>
                  <a:lnTo>
                    <a:pt x="705010" y="5495877"/>
                  </a:lnTo>
                  <a:lnTo>
                    <a:pt x="705104" y="5495877"/>
                  </a:lnTo>
                  <a:lnTo>
                    <a:pt x="705293" y="5495877"/>
                  </a:lnTo>
                  <a:lnTo>
                    <a:pt x="705387" y="5495877"/>
                  </a:lnTo>
                  <a:lnTo>
                    <a:pt x="705481" y="5495877"/>
                  </a:lnTo>
                  <a:lnTo>
                    <a:pt x="705575" y="5495877"/>
                  </a:lnTo>
                  <a:lnTo>
                    <a:pt x="705669" y="5495877"/>
                  </a:lnTo>
                  <a:lnTo>
                    <a:pt x="705763" y="5495877"/>
                  </a:lnTo>
                  <a:lnTo>
                    <a:pt x="705857" y="5495877"/>
                  </a:lnTo>
                  <a:lnTo>
                    <a:pt x="705951" y="5495877"/>
                  </a:lnTo>
                  <a:lnTo>
                    <a:pt x="706045" y="5495877"/>
                  </a:lnTo>
                  <a:lnTo>
                    <a:pt x="706139" y="5495877"/>
                  </a:lnTo>
                  <a:lnTo>
                    <a:pt x="707267" y="5495877"/>
                  </a:lnTo>
                  <a:lnTo>
                    <a:pt x="707361" y="5495877"/>
                  </a:lnTo>
                  <a:lnTo>
                    <a:pt x="707455" y="5495877"/>
                  </a:lnTo>
                  <a:lnTo>
                    <a:pt x="707549" y="5495877"/>
                  </a:lnTo>
                  <a:lnTo>
                    <a:pt x="707643" y="5495877"/>
                  </a:lnTo>
                  <a:lnTo>
                    <a:pt x="707737" y="5495877"/>
                  </a:lnTo>
                  <a:lnTo>
                    <a:pt x="707831" y="5495877"/>
                  </a:lnTo>
                  <a:lnTo>
                    <a:pt x="707925" y="5495877"/>
                  </a:lnTo>
                  <a:lnTo>
                    <a:pt x="708019" y="5495877"/>
                  </a:lnTo>
                  <a:lnTo>
                    <a:pt x="708113" y="5495877"/>
                  </a:lnTo>
                  <a:lnTo>
                    <a:pt x="708207" y="5495877"/>
                  </a:lnTo>
                  <a:lnTo>
                    <a:pt x="708301" y="5495877"/>
                  </a:lnTo>
                  <a:lnTo>
                    <a:pt x="708395" y="5495877"/>
                  </a:lnTo>
                  <a:lnTo>
                    <a:pt x="708583" y="5495877"/>
                  </a:lnTo>
                  <a:lnTo>
                    <a:pt x="708677" y="5495877"/>
                  </a:lnTo>
                  <a:lnTo>
                    <a:pt x="708771" y="5495877"/>
                  </a:lnTo>
                  <a:lnTo>
                    <a:pt x="708866" y="5495877"/>
                  </a:lnTo>
                  <a:lnTo>
                    <a:pt x="708960" y="5495877"/>
                  </a:lnTo>
                  <a:lnTo>
                    <a:pt x="709054" y="5495877"/>
                  </a:lnTo>
                  <a:lnTo>
                    <a:pt x="709242" y="5495877"/>
                  </a:lnTo>
                  <a:lnTo>
                    <a:pt x="709806" y="5495877"/>
                  </a:lnTo>
                  <a:lnTo>
                    <a:pt x="709994" y="5495877"/>
                  </a:lnTo>
                  <a:lnTo>
                    <a:pt x="710088" y="5490598"/>
                  </a:lnTo>
                  <a:lnTo>
                    <a:pt x="710182" y="5490598"/>
                  </a:lnTo>
                  <a:lnTo>
                    <a:pt x="710370" y="5490598"/>
                  </a:lnTo>
                  <a:lnTo>
                    <a:pt x="710558" y="5490598"/>
                  </a:lnTo>
                  <a:lnTo>
                    <a:pt x="710652" y="5490598"/>
                  </a:lnTo>
                  <a:lnTo>
                    <a:pt x="710840" y="5490598"/>
                  </a:lnTo>
                  <a:lnTo>
                    <a:pt x="711028" y="5490598"/>
                  </a:lnTo>
                  <a:lnTo>
                    <a:pt x="711310" y="5490598"/>
                  </a:lnTo>
                  <a:lnTo>
                    <a:pt x="711404" y="5490598"/>
                  </a:lnTo>
                  <a:lnTo>
                    <a:pt x="711592" y="5490598"/>
                  </a:lnTo>
                  <a:lnTo>
                    <a:pt x="711686" y="5490598"/>
                  </a:lnTo>
                  <a:lnTo>
                    <a:pt x="711780" y="5490598"/>
                  </a:lnTo>
                  <a:lnTo>
                    <a:pt x="711780" y="5485318"/>
                  </a:lnTo>
                  <a:lnTo>
                    <a:pt x="711874" y="5485318"/>
                  </a:lnTo>
                  <a:lnTo>
                    <a:pt x="712062" y="5485318"/>
                  </a:lnTo>
                  <a:lnTo>
                    <a:pt x="712156" y="5485318"/>
                  </a:lnTo>
                  <a:lnTo>
                    <a:pt x="712250" y="5485318"/>
                  </a:lnTo>
                  <a:lnTo>
                    <a:pt x="712344" y="5485318"/>
                  </a:lnTo>
                  <a:lnTo>
                    <a:pt x="712533" y="5485318"/>
                  </a:lnTo>
                  <a:lnTo>
                    <a:pt x="712627" y="5485318"/>
                  </a:lnTo>
                  <a:lnTo>
                    <a:pt x="712721" y="5485318"/>
                  </a:lnTo>
                  <a:lnTo>
                    <a:pt x="712815" y="5485318"/>
                  </a:lnTo>
                  <a:lnTo>
                    <a:pt x="712909" y="5485318"/>
                  </a:lnTo>
                  <a:lnTo>
                    <a:pt x="713003" y="5485318"/>
                  </a:lnTo>
                  <a:lnTo>
                    <a:pt x="713191" y="5485318"/>
                  </a:lnTo>
                  <a:lnTo>
                    <a:pt x="713473" y="5485318"/>
                  </a:lnTo>
                  <a:lnTo>
                    <a:pt x="713567" y="5485318"/>
                  </a:lnTo>
                  <a:lnTo>
                    <a:pt x="713661" y="5485318"/>
                  </a:lnTo>
                  <a:lnTo>
                    <a:pt x="713849" y="5485318"/>
                  </a:lnTo>
                  <a:lnTo>
                    <a:pt x="713943" y="5485318"/>
                  </a:lnTo>
                  <a:lnTo>
                    <a:pt x="714131" y="5485318"/>
                  </a:lnTo>
                  <a:lnTo>
                    <a:pt x="714319" y="5485318"/>
                  </a:lnTo>
                  <a:lnTo>
                    <a:pt x="714601" y="5485318"/>
                  </a:lnTo>
                  <a:lnTo>
                    <a:pt x="714695" y="5485318"/>
                  </a:lnTo>
                  <a:lnTo>
                    <a:pt x="714789" y="5485318"/>
                  </a:lnTo>
                  <a:lnTo>
                    <a:pt x="714883" y="5485318"/>
                  </a:lnTo>
                  <a:lnTo>
                    <a:pt x="714977" y="5485318"/>
                  </a:lnTo>
                  <a:lnTo>
                    <a:pt x="715071" y="5485318"/>
                  </a:lnTo>
                  <a:lnTo>
                    <a:pt x="715259" y="5485318"/>
                  </a:lnTo>
                  <a:lnTo>
                    <a:pt x="715353" y="5485318"/>
                  </a:lnTo>
                  <a:lnTo>
                    <a:pt x="715353" y="5480039"/>
                  </a:lnTo>
                  <a:lnTo>
                    <a:pt x="715447" y="5480039"/>
                  </a:lnTo>
                  <a:lnTo>
                    <a:pt x="715729" y="5480039"/>
                  </a:lnTo>
                  <a:lnTo>
                    <a:pt x="715823" y="5480039"/>
                  </a:lnTo>
                  <a:lnTo>
                    <a:pt x="715917" y="5480039"/>
                  </a:lnTo>
                  <a:lnTo>
                    <a:pt x="716012" y="5480039"/>
                  </a:lnTo>
                  <a:lnTo>
                    <a:pt x="716106" y="5480039"/>
                  </a:lnTo>
                  <a:lnTo>
                    <a:pt x="716200" y="5480039"/>
                  </a:lnTo>
                  <a:lnTo>
                    <a:pt x="716294" y="5480039"/>
                  </a:lnTo>
                  <a:lnTo>
                    <a:pt x="716482" y="5480039"/>
                  </a:lnTo>
                  <a:lnTo>
                    <a:pt x="716576" y="5480039"/>
                  </a:lnTo>
                  <a:lnTo>
                    <a:pt x="716858" y="5480039"/>
                  </a:lnTo>
                  <a:lnTo>
                    <a:pt x="717140" y="5480039"/>
                  </a:lnTo>
                  <a:lnTo>
                    <a:pt x="717234" y="5480039"/>
                  </a:lnTo>
                  <a:lnTo>
                    <a:pt x="717328" y="5480039"/>
                  </a:lnTo>
                  <a:lnTo>
                    <a:pt x="717516" y="5480039"/>
                  </a:lnTo>
                  <a:lnTo>
                    <a:pt x="717610" y="5480039"/>
                  </a:lnTo>
                  <a:lnTo>
                    <a:pt x="717704" y="5480039"/>
                  </a:lnTo>
                  <a:lnTo>
                    <a:pt x="718080" y="5474759"/>
                  </a:lnTo>
                  <a:lnTo>
                    <a:pt x="718174" y="5474759"/>
                  </a:lnTo>
                  <a:lnTo>
                    <a:pt x="718362" y="5474759"/>
                  </a:lnTo>
                  <a:lnTo>
                    <a:pt x="718456" y="5474759"/>
                  </a:lnTo>
                  <a:lnTo>
                    <a:pt x="718550" y="5474759"/>
                  </a:lnTo>
                  <a:lnTo>
                    <a:pt x="718644" y="5474759"/>
                  </a:lnTo>
                  <a:lnTo>
                    <a:pt x="719020" y="5474759"/>
                  </a:lnTo>
                  <a:lnTo>
                    <a:pt x="719114" y="5474759"/>
                  </a:lnTo>
                  <a:lnTo>
                    <a:pt x="719302" y="5474759"/>
                  </a:lnTo>
                  <a:lnTo>
                    <a:pt x="719396" y="5474759"/>
                  </a:lnTo>
                  <a:lnTo>
                    <a:pt x="719491" y="5474759"/>
                  </a:lnTo>
                  <a:lnTo>
                    <a:pt x="719679" y="5474759"/>
                  </a:lnTo>
                  <a:lnTo>
                    <a:pt x="719961" y="5474759"/>
                  </a:lnTo>
                  <a:lnTo>
                    <a:pt x="720149" y="5474759"/>
                  </a:lnTo>
                  <a:lnTo>
                    <a:pt x="720243" y="5474759"/>
                  </a:lnTo>
                  <a:lnTo>
                    <a:pt x="720431" y="5474759"/>
                  </a:lnTo>
                  <a:lnTo>
                    <a:pt x="720525" y="5474759"/>
                  </a:lnTo>
                  <a:lnTo>
                    <a:pt x="720619" y="5474759"/>
                  </a:lnTo>
                  <a:lnTo>
                    <a:pt x="720807" y="5474759"/>
                  </a:lnTo>
                  <a:lnTo>
                    <a:pt x="720901" y="5474759"/>
                  </a:lnTo>
                  <a:lnTo>
                    <a:pt x="720995" y="5474759"/>
                  </a:lnTo>
                  <a:lnTo>
                    <a:pt x="721089" y="5474759"/>
                  </a:lnTo>
                  <a:lnTo>
                    <a:pt x="721183" y="5474759"/>
                  </a:lnTo>
                  <a:lnTo>
                    <a:pt x="721277" y="5474759"/>
                  </a:lnTo>
                  <a:lnTo>
                    <a:pt x="721371" y="5474759"/>
                  </a:lnTo>
                  <a:lnTo>
                    <a:pt x="721559" y="5474759"/>
                  </a:lnTo>
                  <a:lnTo>
                    <a:pt x="721653" y="5474759"/>
                  </a:lnTo>
                  <a:lnTo>
                    <a:pt x="721747" y="5474759"/>
                  </a:lnTo>
                  <a:lnTo>
                    <a:pt x="721841" y="5474759"/>
                  </a:lnTo>
                  <a:lnTo>
                    <a:pt x="721935" y="5474759"/>
                  </a:lnTo>
                  <a:lnTo>
                    <a:pt x="722311" y="5474759"/>
                  </a:lnTo>
                  <a:lnTo>
                    <a:pt x="722405" y="5474759"/>
                  </a:lnTo>
                  <a:lnTo>
                    <a:pt x="722687" y="5474759"/>
                  </a:lnTo>
                  <a:lnTo>
                    <a:pt x="722781" y="5474759"/>
                  </a:lnTo>
                  <a:lnTo>
                    <a:pt x="722875" y="5474759"/>
                  </a:lnTo>
                  <a:lnTo>
                    <a:pt x="722969" y="5474759"/>
                  </a:lnTo>
                  <a:lnTo>
                    <a:pt x="723064" y="5474759"/>
                  </a:lnTo>
                  <a:lnTo>
                    <a:pt x="723158" y="5474759"/>
                  </a:lnTo>
                  <a:lnTo>
                    <a:pt x="723252" y="5474759"/>
                  </a:lnTo>
                  <a:lnTo>
                    <a:pt x="723346" y="5474759"/>
                  </a:lnTo>
                  <a:lnTo>
                    <a:pt x="723440" y="5469480"/>
                  </a:lnTo>
                  <a:lnTo>
                    <a:pt x="723534" y="5469480"/>
                  </a:lnTo>
                  <a:lnTo>
                    <a:pt x="723722" y="5469480"/>
                  </a:lnTo>
                  <a:lnTo>
                    <a:pt x="723816" y="5469480"/>
                  </a:lnTo>
                  <a:lnTo>
                    <a:pt x="723910" y="5469480"/>
                  </a:lnTo>
                  <a:lnTo>
                    <a:pt x="724004" y="5469480"/>
                  </a:lnTo>
                  <a:lnTo>
                    <a:pt x="724098" y="5469480"/>
                  </a:lnTo>
                  <a:lnTo>
                    <a:pt x="724192" y="5469480"/>
                  </a:lnTo>
                  <a:lnTo>
                    <a:pt x="724286" y="5469480"/>
                  </a:lnTo>
                  <a:lnTo>
                    <a:pt x="724474" y="5469480"/>
                  </a:lnTo>
                  <a:lnTo>
                    <a:pt x="724568" y="5469480"/>
                  </a:lnTo>
                  <a:lnTo>
                    <a:pt x="724756" y="5469480"/>
                  </a:lnTo>
                  <a:lnTo>
                    <a:pt x="724944" y="5469480"/>
                  </a:lnTo>
                  <a:lnTo>
                    <a:pt x="725132" y="5464201"/>
                  </a:lnTo>
                  <a:lnTo>
                    <a:pt x="725226" y="5464201"/>
                  </a:lnTo>
                  <a:lnTo>
                    <a:pt x="725414" y="5464201"/>
                  </a:lnTo>
                  <a:lnTo>
                    <a:pt x="725414" y="5458921"/>
                  </a:lnTo>
                  <a:lnTo>
                    <a:pt x="725508" y="5458921"/>
                  </a:lnTo>
                  <a:lnTo>
                    <a:pt x="725602" y="5458921"/>
                  </a:lnTo>
                  <a:lnTo>
                    <a:pt x="725696" y="5458921"/>
                  </a:lnTo>
                  <a:lnTo>
                    <a:pt x="725884" y="5458921"/>
                  </a:lnTo>
                  <a:lnTo>
                    <a:pt x="725978" y="5458921"/>
                  </a:lnTo>
                  <a:lnTo>
                    <a:pt x="726072" y="5458921"/>
                  </a:lnTo>
                  <a:lnTo>
                    <a:pt x="726166" y="5458921"/>
                  </a:lnTo>
                  <a:lnTo>
                    <a:pt x="726260" y="5458921"/>
                  </a:lnTo>
                  <a:lnTo>
                    <a:pt x="726354" y="5458921"/>
                  </a:lnTo>
                  <a:lnTo>
                    <a:pt x="726448" y="5458921"/>
                  </a:lnTo>
                  <a:lnTo>
                    <a:pt x="726542" y="5458921"/>
                  </a:lnTo>
                  <a:lnTo>
                    <a:pt x="727013" y="5458921"/>
                  </a:lnTo>
                  <a:lnTo>
                    <a:pt x="727107" y="5458921"/>
                  </a:lnTo>
                  <a:lnTo>
                    <a:pt x="727295" y="5458921"/>
                  </a:lnTo>
                  <a:lnTo>
                    <a:pt x="727389" y="5458921"/>
                  </a:lnTo>
                  <a:lnTo>
                    <a:pt x="727483" y="5458921"/>
                  </a:lnTo>
                  <a:lnTo>
                    <a:pt x="727671" y="5458921"/>
                  </a:lnTo>
                  <a:lnTo>
                    <a:pt x="727859" y="5458921"/>
                  </a:lnTo>
                  <a:lnTo>
                    <a:pt x="727953" y="5458921"/>
                  </a:lnTo>
                  <a:lnTo>
                    <a:pt x="728047" y="5458921"/>
                  </a:lnTo>
                  <a:lnTo>
                    <a:pt x="728141" y="5458921"/>
                  </a:lnTo>
                  <a:lnTo>
                    <a:pt x="728329" y="5458921"/>
                  </a:lnTo>
                  <a:lnTo>
                    <a:pt x="728423" y="5458921"/>
                  </a:lnTo>
                  <a:lnTo>
                    <a:pt x="728611" y="5458921"/>
                  </a:lnTo>
                  <a:lnTo>
                    <a:pt x="728705" y="5458921"/>
                  </a:lnTo>
                  <a:lnTo>
                    <a:pt x="728799" y="5458921"/>
                  </a:lnTo>
                  <a:lnTo>
                    <a:pt x="728987" y="5458921"/>
                  </a:lnTo>
                  <a:lnTo>
                    <a:pt x="729175" y="5458921"/>
                  </a:lnTo>
                  <a:lnTo>
                    <a:pt x="729269" y="5458921"/>
                  </a:lnTo>
                  <a:lnTo>
                    <a:pt x="729833" y="5458921"/>
                  </a:lnTo>
                  <a:lnTo>
                    <a:pt x="730210" y="5458921"/>
                  </a:lnTo>
                  <a:lnTo>
                    <a:pt x="730398" y="5458921"/>
                  </a:lnTo>
                  <a:lnTo>
                    <a:pt x="730492" y="5458921"/>
                  </a:lnTo>
                  <a:lnTo>
                    <a:pt x="730586" y="5458921"/>
                  </a:lnTo>
                  <a:lnTo>
                    <a:pt x="730680" y="5458921"/>
                  </a:lnTo>
                  <a:lnTo>
                    <a:pt x="730962" y="5458921"/>
                  </a:lnTo>
                  <a:lnTo>
                    <a:pt x="731056" y="5458921"/>
                  </a:lnTo>
                  <a:lnTo>
                    <a:pt x="731150" y="5458921"/>
                  </a:lnTo>
                  <a:lnTo>
                    <a:pt x="731244" y="5458921"/>
                  </a:lnTo>
                  <a:lnTo>
                    <a:pt x="731432" y="5458921"/>
                  </a:lnTo>
                  <a:lnTo>
                    <a:pt x="731526" y="5458921"/>
                  </a:lnTo>
                  <a:lnTo>
                    <a:pt x="731620" y="5458921"/>
                  </a:lnTo>
                  <a:lnTo>
                    <a:pt x="732372" y="5458921"/>
                  </a:lnTo>
                  <a:lnTo>
                    <a:pt x="732466" y="5458921"/>
                  </a:lnTo>
                  <a:lnTo>
                    <a:pt x="732560" y="5458921"/>
                  </a:lnTo>
                  <a:lnTo>
                    <a:pt x="732748" y="5458921"/>
                  </a:lnTo>
                  <a:lnTo>
                    <a:pt x="732936" y="5458921"/>
                  </a:lnTo>
                  <a:lnTo>
                    <a:pt x="733218" y="5458921"/>
                  </a:lnTo>
                  <a:lnTo>
                    <a:pt x="733406" y="5458921"/>
                  </a:lnTo>
                  <a:lnTo>
                    <a:pt x="733594" y="5458921"/>
                  </a:lnTo>
                  <a:lnTo>
                    <a:pt x="733689" y="5458921"/>
                  </a:lnTo>
                  <a:lnTo>
                    <a:pt x="733783" y="5458921"/>
                  </a:lnTo>
                  <a:lnTo>
                    <a:pt x="733877" y="5458921"/>
                  </a:lnTo>
                  <a:lnTo>
                    <a:pt x="734065" y="5458921"/>
                  </a:lnTo>
                  <a:lnTo>
                    <a:pt x="734347" y="5458921"/>
                  </a:lnTo>
                  <a:lnTo>
                    <a:pt x="734441" y="5458921"/>
                  </a:lnTo>
                  <a:lnTo>
                    <a:pt x="734535" y="5458921"/>
                  </a:lnTo>
                  <a:lnTo>
                    <a:pt x="734629" y="5458921"/>
                  </a:lnTo>
                  <a:lnTo>
                    <a:pt x="735099" y="5458921"/>
                  </a:lnTo>
                  <a:lnTo>
                    <a:pt x="735193" y="5458921"/>
                  </a:lnTo>
                  <a:lnTo>
                    <a:pt x="735287" y="5458921"/>
                  </a:lnTo>
                  <a:lnTo>
                    <a:pt x="735851" y="5458921"/>
                  </a:lnTo>
                  <a:lnTo>
                    <a:pt x="735945" y="5458921"/>
                  </a:lnTo>
                  <a:lnTo>
                    <a:pt x="736321" y="5458921"/>
                  </a:lnTo>
                  <a:lnTo>
                    <a:pt x="736415" y="5458921"/>
                  </a:lnTo>
                  <a:lnTo>
                    <a:pt x="736509" y="5458921"/>
                  </a:lnTo>
                  <a:lnTo>
                    <a:pt x="736603" y="5458921"/>
                  </a:lnTo>
                  <a:lnTo>
                    <a:pt x="736697" y="5458921"/>
                  </a:lnTo>
                  <a:lnTo>
                    <a:pt x="736885" y="5458921"/>
                  </a:lnTo>
                  <a:lnTo>
                    <a:pt x="736979" y="5458921"/>
                  </a:lnTo>
                  <a:lnTo>
                    <a:pt x="737073" y="5458921"/>
                  </a:lnTo>
                  <a:lnTo>
                    <a:pt x="737167" y="5458921"/>
                  </a:lnTo>
                  <a:lnTo>
                    <a:pt x="737262" y="5458921"/>
                  </a:lnTo>
                  <a:lnTo>
                    <a:pt x="737356" y="5458921"/>
                  </a:lnTo>
                  <a:lnTo>
                    <a:pt x="737450" y="5458921"/>
                  </a:lnTo>
                  <a:lnTo>
                    <a:pt x="737544" y="5458921"/>
                  </a:lnTo>
                  <a:lnTo>
                    <a:pt x="737638" y="5458921"/>
                  </a:lnTo>
                  <a:lnTo>
                    <a:pt x="737732" y="5458921"/>
                  </a:lnTo>
                  <a:lnTo>
                    <a:pt x="738014" y="5458921"/>
                  </a:lnTo>
                  <a:lnTo>
                    <a:pt x="738108" y="5458921"/>
                  </a:lnTo>
                  <a:lnTo>
                    <a:pt x="738202" y="5458921"/>
                  </a:lnTo>
                  <a:lnTo>
                    <a:pt x="738296" y="5458921"/>
                  </a:lnTo>
                  <a:lnTo>
                    <a:pt x="738390" y="5458921"/>
                  </a:lnTo>
                  <a:lnTo>
                    <a:pt x="738860" y="5458921"/>
                  </a:lnTo>
                  <a:lnTo>
                    <a:pt x="738954" y="5458921"/>
                  </a:lnTo>
                  <a:lnTo>
                    <a:pt x="739048" y="5458921"/>
                  </a:lnTo>
                  <a:lnTo>
                    <a:pt x="739142" y="5458921"/>
                  </a:lnTo>
                  <a:lnTo>
                    <a:pt x="739236" y="5458921"/>
                  </a:lnTo>
                  <a:lnTo>
                    <a:pt x="739330" y="5458921"/>
                  </a:lnTo>
                  <a:lnTo>
                    <a:pt x="739612" y="5458921"/>
                  </a:lnTo>
                  <a:lnTo>
                    <a:pt x="739706" y="5458921"/>
                  </a:lnTo>
                  <a:lnTo>
                    <a:pt x="739800" y="5458921"/>
                  </a:lnTo>
                  <a:lnTo>
                    <a:pt x="740270" y="5458921"/>
                  </a:lnTo>
                  <a:lnTo>
                    <a:pt x="740458" y="5458921"/>
                  </a:lnTo>
                  <a:lnTo>
                    <a:pt x="740552" y="5458921"/>
                  </a:lnTo>
                  <a:lnTo>
                    <a:pt x="740929" y="5458921"/>
                  </a:lnTo>
                  <a:lnTo>
                    <a:pt x="741023" y="5458921"/>
                  </a:lnTo>
                  <a:lnTo>
                    <a:pt x="741117" y="5458921"/>
                  </a:lnTo>
                  <a:lnTo>
                    <a:pt x="741211" y="5458921"/>
                  </a:lnTo>
                  <a:lnTo>
                    <a:pt x="741493" y="5458921"/>
                  </a:lnTo>
                  <a:lnTo>
                    <a:pt x="741587" y="5458921"/>
                  </a:lnTo>
                  <a:lnTo>
                    <a:pt x="741681" y="5458921"/>
                  </a:lnTo>
                  <a:lnTo>
                    <a:pt x="741963" y="5458921"/>
                  </a:lnTo>
                  <a:lnTo>
                    <a:pt x="742057" y="5458921"/>
                  </a:lnTo>
                  <a:lnTo>
                    <a:pt x="742151" y="5458921"/>
                  </a:lnTo>
                  <a:lnTo>
                    <a:pt x="742245" y="5458921"/>
                  </a:lnTo>
                  <a:lnTo>
                    <a:pt x="742339" y="5458921"/>
                  </a:lnTo>
                  <a:lnTo>
                    <a:pt x="742433" y="5458921"/>
                  </a:lnTo>
                  <a:lnTo>
                    <a:pt x="742621" y="5458921"/>
                  </a:lnTo>
                  <a:lnTo>
                    <a:pt x="742715" y="5458921"/>
                  </a:lnTo>
                  <a:lnTo>
                    <a:pt x="742997" y="5458921"/>
                  </a:lnTo>
                  <a:lnTo>
                    <a:pt x="743091" y="5458921"/>
                  </a:lnTo>
                  <a:lnTo>
                    <a:pt x="743185" y="5458921"/>
                  </a:lnTo>
                  <a:lnTo>
                    <a:pt x="743655" y="5458921"/>
                  </a:lnTo>
                  <a:lnTo>
                    <a:pt x="743749" y="5458921"/>
                  </a:lnTo>
                  <a:lnTo>
                    <a:pt x="743843" y="5458921"/>
                  </a:lnTo>
                  <a:lnTo>
                    <a:pt x="743937" y="5458921"/>
                  </a:lnTo>
                  <a:lnTo>
                    <a:pt x="744031" y="5458921"/>
                  </a:lnTo>
                  <a:lnTo>
                    <a:pt x="744125" y="5458921"/>
                  </a:lnTo>
                  <a:lnTo>
                    <a:pt x="744502" y="5458921"/>
                  </a:lnTo>
                  <a:lnTo>
                    <a:pt x="744690" y="5458921"/>
                  </a:lnTo>
                  <a:lnTo>
                    <a:pt x="744784" y="5458921"/>
                  </a:lnTo>
                  <a:lnTo>
                    <a:pt x="744878" y="5458921"/>
                  </a:lnTo>
                  <a:lnTo>
                    <a:pt x="744972" y="5458921"/>
                  </a:lnTo>
                  <a:lnTo>
                    <a:pt x="745066" y="5458921"/>
                  </a:lnTo>
                  <a:lnTo>
                    <a:pt x="745160" y="5458921"/>
                  </a:lnTo>
                  <a:lnTo>
                    <a:pt x="745254" y="5453642"/>
                  </a:lnTo>
                  <a:lnTo>
                    <a:pt x="745818" y="5453642"/>
                  </a:lnTo>
                  <a:lnTo>
                    <a:pt x="746006" y="5453642"/>
                  </a:lnTo>
                  <a:lnTo>
                    <a:pt x="746194" y="5453642"/>
                  </a:lnTo>
                  <a:lnTo>
                    <a:pt x="746382" y="5453642"/>
                  </a:lnTo>
                  <a:lnTo>
                    <a:pt x="746570" y="5453642"/>
                  </a:lnTo>
                  <a:lnTo>
                    <a:pt x="746664" y="5453642"/>
                  </a:lnTo>
                  <a:lnTo>
                    <a:pt x="746758" y="5453642"/>
                  </a:lnTo>
                  <a:lnTo>
                    <a:pt x="746852" y="5453642"/>
                  </a:lnTo>
                  <a:lnTo>
                    <a:pt x="746852" y="5448362"/>
                  </a:lnTo>
                  <a:lnTo>
                    <a:pt x="746946" y="5448362"/>
                  </a:lnTo>
                  <a:lnTo>
                    <a:pt x="747040" y="5448362"/>
                  </a:lnTo>
                  <a:lnTo>
                    <a:pt x="747228" y="5448362"/>
                  </a:lnTo>
                  <a:lnTo>
                    <a:pt x="747322" y="5448362"/>
                  </a:lnTo>
                  <a:lnTo>
                    <a:pt x="747416" y="5448362"/>
                  </a:lnTo>
                  <a:lnTo>
                    <a:pt x="747510" y="5448362"/>
                  </a:lnTo>
                  <a:lnTo>
                    <a:pt x="747698" y="5448362"/>
                  </a:lnTo>
                  <a:lnTo>
                    <a:pt x="747792" y="5448362"/>
                  </a:lnTo>
                  <a:lnTo>
                    <a:pt x="747887" y="5448362"/>
                  </a:lnTo>
                  <a:lnTo>
                    <a:pt x="748075" y="5448362"/>
                  </a:lnTo>
                  <a:lnTo>
                    <a:pt x="748263" y="5448362"/>
                  </a:lnTo>
                  <a:lnTo>
                    <a:pt x="748357" y="5448362"/>
                  </a:lnTo>
                  <a:lnTo>
                    <a:pt x="748545" y="5448362"/>
                  </a:lnTo>
                  <a:lnTo>
                    <a:pt x="748639" y="5448362"/>
                  </a:lnTo>
                  <a:lnTo>
                    <a:pt x="748733" y="5448362"/>
                  </a:lnTo>
                  <a:lnTo>
                    <a:pt x="748827" y="5448362"/>
                  </a:lnTo>
                  <a:lnTo>
                    <a:pt x="749015" y="5448362"/>
                  </a:lnTo>
                  <a:lnTo>
                    <a:pt x="749109" y="5448362"/>
                  </a:lnTo>
                  <a:lnTo>
                    <a:pt x="749391" y="5448362"/>
                  </a:lnTo>
                  <a:lnTo>
                    <a:pt x="749485" y="5448362"/>
                  </a:lnTo>
                  <a:lnTo>
                    <a:pt x="749579" y="5448362"/>
                  </a:lnTo>
                  <a:lnTo>
                    <a:pt x="749673" y="5448362"/>
                  </a:lnTo>
                  <a:lnTo>
                    <a:pt x="749767" y="5448362"/>
                  </a:lnTo>
                  <a:lnTo>
                    <a:pt x="749861" y="5448362"/>
                  </a:lnTo>
                  <a:lnTo>
                    <a:pt x="749955" y="5448362"/>
                  </a:lnTo>
                  <a:lnTo>
                    <a:pt x="750143" y="5448362"/>
                  </a:lnTo>
                  <a:lnTo>
                    <a:pt x="750237" y="5448362"/>
                  </a:lnTo>
                  <a:lnTo>
                    <a:pt x="750331" y="5448362"/>
                  </a:lnTo>
                  <a:lnTo>
                    <a:pt x="750425" y="5448362"/>
                  </a:lnTo>
                  <a:lnTo>
                    <a:pt x="750613" y="5448362"/>
                  </a:lnTo>
                  <a:lnTo>
                    <a:pt x="750707" y="5448362"/>
                  </a:lnTo>
                  <a:lnTo>
                    <a:pt x="750895" y="5448362"/>
                  </a:lnTo>
                  <a:lnTo>
                    <a:pt x="750989" y="5448362"/>
                  </a:lnTo>
                  <a:lnTo>
                    <a:pt x="751083" y="5448362"/>
                  </a:lnTo>
                  <a:lnTo>
                    <a:pt x="751177" y="5448362"/>
                  </a:lnTo>
                  <a:lnTo>
                    <a:pt x="751271" y="5448362"/>
                  </a:lnTo>
                  <a:lnTo>
                    <a:pt x="751648" y="5448362"/>
                  </a:lnTo>
                  <a:lnTo>
                    <a:pt x="751836" y="5448362"/>
                  </a:lnTo>
                  <a:lnTo>
                    <a:pt x="751930" y="5448362"/>
                  </a:lnTo>
                  <a:lnTo>
                    <a:pt x="752024" y="5448362"/>
                  </a:lnTo>
                  <a:lnTo>
                    <a:pt x="752118" y="5448362"/>
                  </a:lnTo>
                  <a:lnTo>
                    <a:pt x="752212" y="5448362"/>
                  </a:lnTo>
                  <a:lnTo>
                    <a:pt x="752306" y="5448362"/>
                  </a:lnTo>
                  <a:lnTo>
                    <a:pt x="752400" y="5448362"/>
                  </a:lnTo>
                  <a:lnTo>
                    <a:pt x="752494" y="5448362"/>
                  </a:lnTo>
                  <a:lnTo>
                    <a:pt x="752682" y="5448362"/>
                  </a:lnTo>
                  <a:lnTo>
                    <a:pt x="752776" y="5448362"/>
                  </a:lnTo>
                  <a:lnTo>
                    <a:pt x="752870" y="5448362"/>
                  </a:lnTo>
                  <a:lnTo>
                    <a:pt x="753058" y="5448362"/>
                  </a:lnTo>
                  <a:lnTo>
                    <a:pt x="753152" y="5448362"/>
                  </a:lnTo>
                  <a:lnTo>
                    <a:pt x="753246" y="5448362"/>
                  </a:lnTo>
                  <a:lnTo>
                    <a:pt x="753340" y="5448362"/>
                  </a:lnTo>
                  <a:lnTo>
                    <a:pt x="753622" y="5448362"/>
                  </a:lnTo>
                  <a:lnTo>
                    <a:pt x="753716" y="5448362"/>
                  </a:lnTo>
                  <a:lnTo>
                    <a:pt x="753810" y="5448362"/>
                  </a:lnTo>
                  <a:lnTo>
                    <a:pt x="753998" y="5448362"/>
                  </a:lnTo>
                  <a:lnTo>
                    <a:pt x="754092" y="5448362"/>
                  </a:lnTo>
                  <a:lnTo>
                    <a:pt x="754186" y="5448362"/>
                  </a:lnTo>
                  <a:lnTo>
                    <a:pt x="754374" y="5448362"/>
                  </a:lnTo>
                  <a:lnTo>
                    <a:pt x="754468" y="5448362"/>
                  </a:lnTo>
                  <a:lnTo>
                    <a:pt x="754562" y="5448362"/>
                  </a:lnTo>
                  <a:lnTo>
                    <a:pt x="754656" y="5448362"/>
                  </a:lnTo>
                  <a:lnTo>
                    <a:pt x="754750" y="5448362"/>
                  </a:lnTo>
                  <a:lnTo>
                    <a:pt x="754939" y="5448362"/>
                  </a:lnTo>
                  <a:lnTo>
                    <a:pt x="755033" y="5448362"/>
                  </a:lnTo>
                  <a:lnTo>
                    <a:pt x="755221" y="5448362"/>
                  </a:lnTo>
                  <a:lnTo>
                    <a:pt x="755315" y="5448362"/>
                  </a:lnTo>
                  <a:lnTo>
                    <a:pt x="755691" y="5448362"/>
                  </a:lnTo>
                  <a:lnTo>
                    <a:pt x="755785" y="5448362"/>
                  </a:lnTo>
                  <a:lnTo>
                    <a:pt x="755973" y="5448362"/>
                  </a:lnTo>
                  <a:lnTo>
                    <a:pt x="756067" y="5448362"/>
                  </a:lnTo>
                  <a:lnTo>
                    <a:pt x="756161" y="5448362"/>
                  </a:lnTo>
                  <a:lnTo>
                    <a:pt x="756255" y="5448362"/>
                  </a:lnTo>
                  <a:lnTo>
                    <a:pt x="756349" y="5448362"/>
                  </a:lnTo>
                  <a:lnTo>
                    <a:pt x="756537" y="5448362"/>
                  </a:lnTo>
                  <a:lnTo>
                    <a:pt x="756819" y="5448362"/>
                  </a:lnTo>
                  <a:lnTo>
                    <a:pt x="757007" y="5448362"/>
                  </a:lnTo>
                  <a:lnTo>
                    <a:pt x="757101" y="5448362"/>
                  </a:lnTo>
                  <a:lnTo>
                    <a:pt x="757383" y="5448362"/>
                  </a:lnTo>
                  <a:lnTo>
                    <a:pt x="757665" y="5448362"/>
                  </a:lnTo>
                  <a:lnTo>
                    <a:pt x="757759" y="5448362"/>
                  </a:lnTo>
                  <a:lnTo>
                    <a:pt x="757947" y="5448362"/>
                  </a:lnTo>
                  <a:lnTo>
                    <a:pt x="758135" y="5448362"/>
                  </a:lnTo>
                  <a:lnTo>
                    <a:pt x="758229" y="5448362"/>
                  </a:lnTo>
                  <a:lnTo>
                    <a:pt x="758323" y="5448362"/>
                  </a:lnTo>
                  <a:lnTo>
                    <a:pt x="758417" y="5448362"/>
                  </a:lnTo>
                  <a:lnTo>
                    <a:pt x="758700" y="5448362"/>
                  </a:lnTo>
                  <a:lnTo>
                    <a:pt x="758794" y="5448362"/>
                  </a:lnTo>
                  <a:lnTo>
                    <a:pt x="758888" y="5448362"/>
                  </a:lnTo>
                  <a:lnTo>
                    <a:pt x="759076" y="5448362"/>
                  </a:lnTo>
                  <a:lnTo>
                    <a:pt x="759170" y="5448362"/>
                  </a:lnTo>
                  <a:lnTo>
                    <a:pt x="759358" y="5448362"/>
                  </a:lnTo>
                  <a:lnTo>
                    <a:pt x="759640" y="5443083"/>
                  </a:lnTo>
                  <a:lnTo>
                    <a:pt x="759734" y="5443083"/>
                  </a:lnTo>
                  <a:lnTo>
                    <a:pt x="759828" y="5443083"/>
                  </a:lnTo>
                  <a:lnTo>
                    <a:pt x="759922" y="5443083"/>
                  </a:lnTo>
                  <a:lnTo>
                    <a:pt x="760016" y="5443083"/>
                  </a:lnTo>
                  <a:lnTo>
                    <a:pt x="760204" y="5443083"/>
                  </a:lnTo>
                  <a:lnTo>
                    <a:pt x="760298" y="5443083"/>
                  </a:lnTo>
                  <a:lnTo>
                    <a:pt x="760298" y="5437803"/>
                  </a:lnTo>
                  <a:lnTo>
                    <a:pt x="760486" y="5437803"/>
                  </a:lnTo>
                  <a:lnTo>
                    <a:pt x="760580" y="5437803"/>
                  </a:lnTo>
                  <a:lnTo>
                    <a:pt x="760674" y="5437803"/>
                  </a:lnTo>
                  <a:lnTo>
                    <a:pt x="760862" y="5437803"/>
                  </a:lnTo>
                  <a:lnTo>
                    <a:pt x="760956" y="5437803"/>
                  </a:lnTo>
                  <a:lnTo>
                    <a:pt x="761050" y="5437803"/>
                  </a:lnTo>
                  <a:lnTo>
                    <a:pt x="761144" y="5437803"/>
                  </a:lnTo>
                  <a:lnTo>
                    <a:pt x="761238" y="5437803"/>
                  </a:lnTo>
                  <a:lnTo>
                    <a:pt x="761332" y="5437803"/>
                  </a:lnTo>
                  <a:lnTo>
                    <a:pt x="761520" y="5437803"/>
                  </a:lnTo>
                  <a:lnTo>
                    <a:pt x="761802" y="5437803"/>
                  </a:lnTo>
                  <a:lnTo>
                    <a:pt x="761896" y="5437803"/>
                  </a:lnTo>
                  <a:lnTo>
                    <a:pt x="761990" y="5437803"/>
                  </a:lnTo>
                  <a:lnTo>
                    <a:pt x="762179" y="5437803"/>
                  </a:lnTo>
                  <a:lnTo>
                    <a:pt x="762367" y="5437803"/>
                  </a:lnTo>
                  <a:lnTo>
                    <a:pt x="762461" y="5437803"/>
                  </a:lnTo>
                  <a:lnTo>
                    <a:pt x="762931" y="5437803"/>
                  </a:lnTo>
                  <a:lnTo>
                    <a:pt x="763025" y="5437803"/>
                  </a:lnTo>
                  <a:lnTo>
                    <a:pt x="763119" y="5437803"/>
                  </a:lnTo>
                  <a:lnTo>
                    <a:pt x="763307" y="5437803"/>
                  </a:lnTo>
                  <a:lnTo>
                    <a:pt x="763401" y="5437803"/>
                  </a:lnTo>
                  <a:lnTo>
                    <a:pt x="763495" y="5437803"/>
                  </a:lnTo>
                  <a:lnTo>
                    <a:pt x="763871" y="5432524"/>
                  </a:lnTo>
                  <a:lnTo>
                    <a:pt x="763965" y="5432524"/>
                  </a:lnTo>
                  <a:lnTo>
                    <a:pt x="764059" y="5432524"/>
                  </a:lnTo>
                  <a:lnTo>
                    <a:pt x="764153" y="5432524"/>
                  </a:lnTo>
                  <a:lnTo>
                    <a:pt x="764247" y="5432524"/>
                  </a:lnTo>
                  <a:lnTo>
                    <a:pt x="764341" y="5432524"/>
                  </a:lnTo>
                  <a:lnTo>
                    <a:pt x="764435" y="5432524"/>
                  </a:lnTo>
                  <a:lnTo>
                    <a:pt x="764529" y="5432524"/>
                  </a:lnTo>
                  <a:lnTo>
                    <a:pt x="764623" y="5432524"/>
                  </a:lnTo>
                  <a:lnTo>
                    <a:pt x="764717" y="5432524"/>
                  </a:lnTo>
                  <a:lnTo>
                    <a:pt x="764811" y="5432524"/>
                  </a:lnTo>
                  <a:lnTo>
                    <a:pt x="764905" y="5432524"/>
                  </a:lnTo>
                  <a:lnTo>
                    <a:pt x="765093" y="5432524"/>
                  </a:lnTo>
                  <a:lnTo>
                    <a:pt x="765187" y="5432524"/>
                  </a:lnTo>
                  <a:lnTo>
                    <a:pt x="765281" y="5432524"/>
                  </a:lnTo>
                  <a:lnTo>
                    <a:pt x="765375" y="5432524"/>
                  </a:lnTo>
                  <a:lnTo>
                    <a:pt x="765846" y="5432524"/>
                  </a:lnTo>
                  <a:lnTo>
                    <a:pt x="765940" y="5432524"/>
                  </a:lnTo>
                  <a:lnTo>
                    <a:pt x="766034" y="5432524"/>
                  </a:lnTo>
                  <a:lnTo>
                    <a:pt x="766128" y="5432524"/>
                  </a:lnTo>
                  <a:lnTo>
                    <a:pt x="766316" y="5432524"/>
                  </a:lnTo>
                  <a:lnTo>
                    <a:pt x="766410" y="5432524"/>
                  </a:lnTo>
                  <a:lnTo>
                    <a:pt x="766598" y="5432524"/>
                  </a:lnTo>
                  <a:lnTo>
                    <a:pt x="766786" y="5432524"/>
                  </a:lnTo>
                  <a:lnTo>
                    <a:pt x="766880" y="5432524"/>
                  </a:lnTo>
                  <a:lnTo>
                    <a:pt x="766974" y="5432524"/>
                  </a:lnTo>
                  <a:lnTo>
                    <a:pt x="767068" y="5432524"/>
                  </a:lnTo>
                  <a:lnTo>
                    <a:pt x="767162" y="5432524"/>
                  </a:lnTo>
                  <a:lnTo>
                    <a:pt x="767256" y="5432524"/>
                  </a:lnTo>
                  <a:lnTo>
                    <a:pt x="767256" y="5427245"/>
                  </a:lnTo>
                  <a:lnTo>
                    <a:pt x="767350" y="5427245"/>
                  </a:lnTo>
                  <a:lnTo>
                    <a:pt x="767538" y="5427245"/>
                  </a:lnTo>
                  <a:lnTo>
                    <a:pt x="767632" y="5427245"/>
                  </a:lnTo>
                  <a:lnTo>
                    <a:pt x="767726" y="5427245"/>
                  </a:lnTo>
                  <a:lnTo>
                    <a:pt x="767820" y="5427245"/>
                  </a:lnTo>
                  <a:lnTo>
                    <a:pt x="767914" y="5427245"/>
                  </a:lnTo>
                  <a:lnTo>
                    <a:pt x="768008" y="5427245"/>
                  </a:lnTo>
                  <a:lnTo>
                    <a:pt x="768478" y="5421965"/>
                  </a:lnTo>
                  <a:lnTo>
                    <a:pt x="768572" y="5421965"/>
                  </a:lnTo>
                  <a:lnTo>
                    <a:pt x="768666" y="5421965"/>
                  </a:lnTo>
                  <a:lnTo>
                    <a:pt x="768760" y="5421965"/>
                  </a:lnTo>
                  <a:lnTo>
                    <a:pt x="768854" y="5421965"/>
                  </a:lnTo>
                  <a:lnTo>
                    <a:pt x="769042" y="5421965"/>
                  </a:lnTo>
                  <a:lnTo>
                    <a:pt x="769137" y="5421965"/>
                  </a:lnTo>
                  <a:lnTo>
                    <a:pt x="769231" y="5421965"/>
                  </a:lnTo>
                  <a:lnTo>
                    <a:pt x="769325" y="5421965"/>
                  </a:lnTo>
                  <a:lnTo>
                    <a:pt x="769513" y="5421965"/>
                  </a:lnTo>
                  <a:lnTo>
                    <a:pt x="769513" y="5416686"/>
                  </a:lnTo>
                  <a:lnTo>
                    <a:pt x="769607" y="5416686"/>
                  </a:lnTo>
                  <a:lnTo>
                    <a:pt x="769795" y="5416686"/>
                  </a:lnTo>
                  <a:lnTo>
                    <a:pt x="769889" y="5416686"/>
                  </a:lnTo>
                  <a:lnTo>
                    <a:pt x="769983" y="5416686"/>
                  </a:lnTo>
                  <a:lnTo>
                    <a:pt x="770077" y="5416686"/>
                  </a:lnTo>
                  <a:lnTo>
                    <a:pt x="770171" y="5416686"/>
                  </a:lnTo>
                  <a:lnTo>
                    <a:pt x="770171" y="5411406"/>
                  </a:lnTo>
                  <a:lnTo>
                    <a:pt x="770265" y="5406127"/>
                  </a:lnTo>
                  <a:lnTo>
                    <a:pt x="770359" y="5406127"/>
                  </a:lnTo>
                  <a:lnTo>
                    <a:pt x="770453" y="5406127"/>
                  </a:lnTo>
                  <a:lnTo>
                    <a:pt x="770547" y="5406127"/>
                  </a:lnTo>
                  <a:lnTo>
                    <a:pt x="771299" y="5406127"/>
                  </a:lnTo>
                  <a:lnTo>
                    <a:pt x="771299" y="5400848"/>
                  </a:lnTo>
                  <a:lnTo>
                    <a:pt x="771393" y="5400848"/>
                  </a:lnTo>
                  <a:lnTo>
                    <a:pt x="771487" y="5400848"/>
                  </a:lnTo>
                  <a:lnTo>
                    <a:pt x="771581" y="5400848"/>
                  </a:lnTo>
                  <a:lnTo>
                    <a:pt x="771675" y="5400848"/>
                  </a:lnTo>
                  <a:lnTo>
                    <a:pt x="771769" y="5400848"/>
                  </a:lnTo>
                  <a:lnTo>
                    <a:pt x="771863" y="5400848"/>
                  </a:lnTo>
                  <a:lnTo>
                    <a:pt x="772051" y="5400848"/>
                  </a:lnTo>
                  <a:lnTo>
                    <a:pt x="772145" y="5400848"/>
                  </a:lnTo>
                  <a:lnTo>
                    <a:pt x="772521" y="5400848"/>
                  </a:lnTo>
                  <a:lnTo>
                    <a:pt x="772615" y="5400848"/>
                  </a:lnTo>
                  <a:lnTo>
                    <a:pt x="772710" y="5400848"/>
                  </a:lnTo>
                  <a:lnTo>
                    <a:pt x="772804" y="5400848"/>
                  </a:lnTo>
                  <a:lnTo>
                    <a:pt x="772898" y="5400848"/>
                  </a:lnTo>
                  <a:lnTo>
                    <a:pt x="772992" y="5400848"/>
                  </a:lnTo>
                  <a:lnTo>
                    <a:pt x="773180" y="5400848"/>
                  </a:lnTo>
                  <a:lnTo>
                    <a:pt x="773274" y="5400848"/>
                  </a:lnTo>
                  <a:lnTo>
                    <a:pt x="773462" y="5400848"/>
                  </a:lnTo>
                  <a:lnTo>
                    <a:pt x="773556" y="5400848"/>
                  </a:lnTo>
                  <a:lnTo>
                    <a:pt x="773650" y="5400848"/>
                  </a:lnTo>
                  <a:lnTo>
                    <a:pt x="773744" y="5400848"/>
                  </a:lnTo>
                  <a:lnTo>
                    <a:pt x="773838" y="5400848"/>
                  </a:lnTo>
                  <a:lnTo>
                    <a:pt x="773932" y="5395568"/>
                  </a:lnTo>
                  <a:lnTo>
                    <a:pt x="774026" y="5395568"/>
                  </a:lnTo>
                  <a:lnTo>
                    <a:pt x="774120" y="5395568"/>
                  </a:lnTo>
                  <a:lnTo>
                    <a:pt x="774402" y="5395568"/>
                  </a:lnTo>
                  <a:lnTo>
                    <a:pt x="774496" y="5395568"/>
                  </a:lnTo>
                  <a:lnTo>
                    <a:pt x="774590" y="5395568"/>
                  </a:lnTo>
                  <a:lnTo>
                    <a:pt x="774778" y="5395568"/>
                  </a:lnTo>
                  <a:lnTo>
                    <a:pt x="774966" y="5395568"/>
                  </a:lnTo>
                  <a:lnTo>
                    <a:pt x="775060" y="5395568"/>
                  </a:lnTo>
                  <a:lnTo>
                    <a:pt x="775154" y="5395568"/>
                  </a:lnTo>
                  <a:lnTo>
                    <a:pt x="775248" y="5395568"/>
                  </a:lnTo>
                  <a:lnTo>
                    <a:pt x="775342" y="5395568"/>
                  </a:lnTo>
                  <a:lnTo>
                    <a:pt x="775436" y="5395568"/>
                  </a:lnTo>
                  <a:lnTo>
                    <a:pt x="775624" y="5395568"/>
                  </a:lnTo>
                  <a:lnTo>
                    <a:pt x="775812" y="5395568"/>
                  </a:lnTo>
                  <a:lnTo>
                    <a:pt x="776094" y="5390289"/>
                  </a:lnTo>
                  <a:lnTo>
                    <a:pt x="776189" y="5390289"/>
                  </a:lnTo>
                  <a:lnTo>
                    <a:pt x="776283" y="5390289"/>
                  </a:lnTo>
                  <a:lnTo>
                    <a:pt x="776565" y="5390289"/>
                  </a:lnTo>
                  <a:lnTo>
                    <a:pt x="776753" y="5390289"/>
                  </a:lnTo>
                  <a:lnTo>
                    <a:pt x="776847" y="5390289"/>
                  </a:lnTo>
                  <a:lnTo>
                    <a:pt x="776941" y="5390289"/>
                  </a:lnTo>
                  <a:lnTo>
                    <a:pt x="777035" y="5390289"/>
                  </a:lnTo>
                  <a:lnTo>
                    <a:pt x="777129" y="5390289"/>
                  </a:lnTo>
                  <a:lnTo>
                    <a:pt x="777693" y="5390289"/>
                  </a:lnTo>
                  <a:lnTo>
                    <a:pt x="777787" y="5390289"/>
                  </a:lnTo>
                  <a:lnTo>
                    <a:pt x="777881" y="5390289"/>
                  </a:lnTo>
                  <a:lnTo>
                    <a:pt x="778069" y="5390289"/>
                  </a:lnTo>
                  <a:lnTo>
                    <a:pt x="778257" y="5390289"/>
                  </a:lnTo>
                  <a:lnTo>
                    <a:pt x="778351" y="5390289"/>
                  </a:lnTo>
                  <a:lnTo>
                    <a:pt x="778445" y="5390289"/>
                  </a:lnTo>
                  <a:lnTo>
                    <a:pt x="778539" y="5390289"/>
                  </a:lnTo>
                  <a:lnTo>
                    <a:pt x="778633" y="5390289"/>
                  </a:lnTo>
                  <a:lnTo>
                    <a:pt x="778727" y="5390289"/>
                  </a:lnTo>
                  <a:lnTo>
                    <a:pt x="778821" y="5390289"/>
                  </a:lnTo>
                  <a:lnTo>
                    <a:pt x="778915" y="5390289"/>
                  </a:lnTo>
                  <a:lnTo>
                    <a:pt x="779009" y="5390289"/>
                  </a:lnTo>
                  <a:lnTo>
                    <a:pt x="779103" y="5390289"/>
                  </a:lnTo>
                  <a:lnTo>
                    <a:pt x="779291" y="5390289"/>
                  </a:lnTo>
                  <a:lnTo>
                    <a:pt x="779385" y="5390289"/>
                  </a:lnTo>
                  <a:lnTo>
                    <a:pt x="779479" y="5390289"/>
                  </a:lnTo>
                  <a:lnTo>
                    <a:pt x="779762" y="5390289"/>
                  </a:lnTo>
                  <a:lnTo>
                    <a:pt x="779856" y="5390289"/>
                  </a:lnTo>
                  <a:lnTo>
                    <a:pt x="779950" y="5390289"/>
                  </a:lnTo>
                  <a:lnTo>
                    <a:pt x="780138" y="5390289"/>
                  </a:lnTo>
                  <a:lnTo>
                    <a:pt x="780232" y="5390289"/>
                  </a:lnTo>
                  <a:lnTo>
                    <a:pt x="780326" y="5390289"/>
                  </a:lnTo>
                  <a:lnTo>
                    <a:pt x="780420" y="5390289"/>
                  </a:lnTo>
                  <a:lnTo>
                    <a:pt x="780514" y="5390289"/>
                  </a:lnTo>
                  <a:lnTo>
                    <a:pt x="780796" y="5390289"/>
                  </a:lnTo>
                  <a:lnTo>
                    <a:pt x="780890" y="5390289"/>
                  </a:lnTo>
                  <a:lnTo>
                    <a:pt x="780984" y="5390289"/>
                  </a:lnTo>
                  <a:lnTo>
                    <a:pt x="781172" y="5390289"/>
                  </a:lnTo>
                  <a:lnTo>
                    <a:pt x="781266" y="5390289"/>
                  </a:lnTo>
                  <a:lnTo>
                    <a:pt x="781360" y="5390289"/>
                  </a:lnTo>
                  <a:lnTo>
                    <a:pt x="781454" y="5390289"/>
                  </a:lnTo>
                  <a:lnTo>
                    <a:pt x="781548" y="5390289"/>
                  </a:lnTo>
                  <a:lnTo>
                    <a:pt x="781642" y="5390289"/>
                  </a:lnTo>
                  <a:lnTo>
                    <a:pt x="781830" y="5390289"/>
                  </a:lnTo>
                  <a:lnTo>
                    <a:pt x="782018" y="5390289"/>
                  </a:lnTo>
                  <a:lnTo>
                    <a:pt x="782112" y="5390289"/>
                  </a:lnTo>
                  <a:lnTo>
                    <a:pt x="782300" y="5390289"/>
                  </a:lnTo>
                  <a:lnTo>
                    <a:pt x="782394" y="5390289"/>
                  </a:lnTo>
                  <a:lnTo>
                    <a:pt x="782394" y="5385009"/>
                  </a:lnTo>
                  <a:lnTo>
                    <a:pt x="782488" y="5385009"/>
                  </a:lnTo>
                  <a:lnTo>
                    <a:pt x="782676" y="5385009"/>
                  </a:lnTo>
                  <a:lnTo>
                    <a:pt x="782958" y="5385009"/>
                  </a:lnTo>
                  <a:lnTo>
                    <a:pt x="783052" y="5385009"/>
                  </a:lnTo>
                  <a:lnTo>
                    <a:pt x="783146" y="5385009"/>
                  </a:lnTo>
                  <a:lnTo>
                    <a:pt x="783429" y="5385009"/>
                  </a:lnTo>
                  <a:lnTo>
                    <a:pt x="783523" y="5385009"/>
                  </a:lnTo>
                  <a:lnTo>
                    <a:pt x="783711" y="5385009"/>
                  </a:lnTo>
                  <a:lnTo>
                    <a:pt x="783899" y="5385009"/>
                  </a:lnTo>
                  <a:lnTo>
                    <a:pt x="783993" y="5385009"/>
                  </a:lnTo>
                  <a:lnTo>
                    <a:pt x="784087" y="5385009"/>
                  </a:lnTo>
                  <a:lnTo>
                    <a:pt x="784369" y="5385009"/>
                  </a:lnTo>
                  <a:lnTo>
                    <a:pt x="784651" y="5385009"/>
                  </a:lnTo>
                  <a:lnTo>
                    <a:pt x="784745" y="5385009"/>
                  </a:lnTo>
                  <a:lnTo>
                    <a:pt x="784839" y="5385009"/>
                  </a:lnTo>
                  <a:lnTo>
                    <a:pt x="784933" y="5385009"/>
                  </a:lnTo>
                  <a:lnTo>
                    <a:pt x="785027" y="5385009"/>
                  </a:lnTo>
                  <a:lnTo>
                    <a:pt x="785121" y="5385009"/>
                  </a:lnTo>
                  <a:lnTo>
                    <a:pt x="785215" y="5385009"/>
                  </a:lnTo>
                  <a:lnTo>
                    <a:pt x="785309" y="5379730"/>
                  </a:lnTo>
                  <a:lnTo>
                    <a:pt x="785403" y="5379730"/>
                  </a:lnTo>
                  <a:lnTo>
                    <a:pt x="785497" y="5379730"/>
                  </a:lnTo>
                  <a:lnTo>
                    <a:pt x="785591" y="5379730"/>
                  </a:lnTo>
                  <a:lnTo>
                    <a:pt x="785591" y="5374450"/>
                  </a:lnTo>
                  <a:lnTo>
                    <a:pt x="786155" y="5374450"/>
                  </a:lnTo>
                  <a:lnTo>
                    <a:pt x="786249" y="5374450"/>
                  </a:lnTo>
                  <a:lnTo>
                    <a:pt x="786343" y="5374450"/>
                  </a:lnTo>
                  <a:lnTo>
                    <a:pt x="786531" y="5374450"/>
                  </a:lnTo>
                  <a:lnTo>
                    <a:pt x="786625" y="5374450"/>
                  </a:lnTo>
                  <a:lnTo>
                    <a:pt x="786719" y="5374450"/>
                  </a:lnTo>
                  <a:lnTo>
                    <a:pt x="786908" y="5374450"/>
                  </a:lnTo>
                  <a:lnTo>
                    <a:pt x="787002" y="5374450"/>
                  </a:lnTo>
                  <a:lnTo>
                    <a:pt x="787472" y="5374450"/>
                  </a:lnTo>
                  <a:lnTo>
                    <a:pt x="787566" y="5374450"/>
                  </a:lnTo>
                  <a:lnTo>
                    <a:pt x="787660" y="5374450"/>
                  </a:lnTo>
                  <a:lnTo>
                    <a:pt x="787754" y="5374450"/>
                  </a:lnTo>
                  <a:lnTo>
                    <a:pt x="787848" y="5374450"/>
                  </a:lnTo>
                  <a:lnTo>
                    <a:pt x="788036" y="5374450"/>
                  </a:lnTo>
                  <a:lnTo>
                    <a:pt x="788130" y="5374450"/>
                  </a:lnTo>
                  <a:lnTo>
                    <a:pt x="788318" y="5374450"/>
                  </a:lnTo>
                  <a:lnTo>
                    <a:pt x="788412" y="5374450"/>
                  </a:lnTo>
                  <a:lnTo>
                    <a:pt x="788506" y="5374450"/>
                  </a:lnTo>
                  <a:lnTo>
                    <a:pt x="788600" y="5374450"/>
                  </a:lnTo>
                  <a:lnTo>
                    <a:pt x="788694" y="5374450"/>
                  </a:lnTo>
                  <a:lnTo>
                    <a:pt x="788788" y="5374450"/>
                  </a:lnTo>
                  <a:lnTo>
                    <a:pt x="789164" y="5374450"/>
                  </a:lnTo>
                  <a:lnTo>
                    <a:pt x="789352" y="5374450"/>
                  </a:lnTo>
                  <a:lnTo>
                    <a:pt x="789728" y="5374450"/>
                  </a:lnTo>
                  <a:lnTo>
                    <a:pt x="789822" y="5374450"/>
                  </a:lnTo>
                  <a:lnTo>
                    <a:pt x="789822" y="5363892"/>
                  </a:lnTo>
                  <a:lnTo>
                    <a:pt x="790010" y="5363892"/>
                  </a:lnTo>
                  <a:lnTo>
                    <a:pt x="790198" y="5363892"/>
                  </a:lnTo>
                  <a:lnTo>
                    <a:pt x="790292" y="5363892"/>
                  </a:lnTo>
                  <a:lnTo>
                    <a:pt x="790387" y="5363892"/>
                  </a:lnTo>
                  <a:lnTo>
                    <a:pt x="790481" y="5363892"/>
                  </a:lnTo>
                  <a:lnTo>
                    <a:pt x="790575" y="5363892"/>
                  </a:lnTo>
                  <a:lnTo>
                    <a:pt x="790763" y="5363892"/>
                  </a:lnTo>
                  <a:lnTo>
                    <a:pt x="790951" y="5363892"/>
                  </a:lnTo>
                  <a:lnTo>
                    <a:pt x="791139" y="5358612"/>
                  </a:lnTo>
                  <a:lnTo>
                    <a:pt x="791233" y="5358612"/>
                  </a:lnTo>
                  <a:lnTo>
                    <a:pt x="791421" y="5358612"/>
                  </a:lnTo>
                  <a:lnTo>
                    <a:pt x="791515" y="5358612"/>
                  </a:lnTo>
                  <a:lnTo>
                    <a:pt x="791609" y="5358612"/>
                  </a:lnTo>
                  <a:lnTo>
                    <a:pt x="791703" y="5358612"/>
                  </a:lnTo>
                  <a:lnTo>
                    <a:pt x="791891" y="5358612"/>
                  </a:lnTo>
                  <a:lnTo>
                    <a:pt x="791985" y="5353333"/>
                  </a:lnTo>
                  <a:lnTo>
                    <a:pt x="792267" y="5353333"/>
                  </a:lnTo>
                  <a:lnTo>
                    <a:pt x="792455" y="5353333"/>
                  </a:lnTo>
                  <a:lnTo>
                    <a:pt x="792455" y="5348053"/>
                  </a:lnTo>
                  <a:lnTo>
                    <a:pt x="792643" y="5348053"/>
                  </a:lnTo>
                  <a:lnTo>
                    <a:pt x="792831" y="5348053"/>
                  </a:lnTo>
                  <a:lnTo>
                    <a:pt x="792925" y="5348053"/>
                  </a:lnTo>
                  <a:lnTo>
                    <a:pt x="793019" y="5348053"/>
                  </a:lnTo>
                  <a:lnTo>
                    <a:pt x="793113" y="5348053"/>
                  </a:lnTo>
                  <a:lnTo>
                    <a:pt x="793207" y="5348053"/>
                  </a:lnTo>
                  <a:lnTo>
                    <a:pt x="793489" y="5348053"/>
                  </a:lnTo>
                  <a:lnTo>
                    <a:pt x="793583" y="5348053"/>
                  </a:lnTo>
                  <a:lnTo>
                    <a:pt x="793865" y="5348053"/>
                  </a:lnTo>
                  <a:lnTo>
                    <a:pt x="794054" y="5348053"/>
                  </a:lnTo>
                  <a:lnTo>
                    <a:pt x="794148" y="5348053"/>
                  </a:lnTo>
                  <a:lnTo>
                    <a:pt x="794336" y="5348053"/>
                  </a:lnTo>
                  <a:lnTo>
                    <a:pt x="794430" y="5348053"/>
                  </a:lnTo>
                  <a:lnTo>
                    <a:pt x="794618" y="5348053"/>
                  </a:lnTo>
                  <a:lnTo>
                    <a:pt x="794712" y="5348053"/>
                  </a:lnTo>
                  <a:lnTo>
                    <a:pt x="794806" y="5348053"/>
                  </a:lnTo>
                  <a:lnTo>
                    <a:pt x="794900" y="5348053"/>
                  </a:lnTo>
                  <a:lnTo>
                    <a:pt x="794994" y="5348053"/>
                  </a:lnTo>
                  <a:lnTo>
                    <a:pt x="795088" y="5348053"/>
                  </a:lnTo>
                  <a:lnTo>
                    <a:pt x="795276" y="5348053"/>
                  </a:lnTo>
                  <a:lnTo>
                    <a:pt x="795464" y="5348053"/>
                  </a:lnTo>
                  <a:lnTo>
                    <a:pt x="795652" y="5348053"/>
                  </a:lnTo>
                  <a:lnTo>
                    <a:pt x="795746" y="5348053"/>
                  </a:lnTo>
                  <a:lnTo>
                    <a:pt x="795934" y="5348053"/>
                  </a:lnTo>
                  <a:lnTo>
                    <a:pt x="796028" y="5348053"/>
                  </a:lnTo>
                  <a:lnTo>
                    <a:pt x="796216" y="5348053"/>
                  </a:lnTo>
                  <a:lnTo>
                    <a:pt x="796310" y="5348053"/>
                  </a:lnTo>
                  <a:lnTo>
                    <a:pt x="796404" y="5348053"/>
                  </a:lnTo>
                  <a:lnTo>
                    <a:pt x="796498" y="5348053"/>
                  </a:lnTo>
                  <a:lnTo>
                    <a:pt x="796592" y="5348053"/>
                  </a:lnTo>
                  <a:lnTo>
                    <a:pt x="796686" y="5348053"/>
                  </a:lnTo>
                  <a:lnTo>
                    <a:pt x="796780" y="5348053"/>
                  </a:lnTo>
                  <a:lnTo>
                    <a:pt x="796874" y="5348053"/>
                  </a:lnTo>
                  <a:lnTo>
                    <a:pt x="796968" y="5348053"/>
                  </a:lnTo>
                  <a:lnTo>
                    <a:pt x="797062" y="5348053"/>
                  </a:lnTo>
                  <a:lnTo>
                    <a:pt x="797156" y="5348053"/>
                  </a:lnTo>
                  <a:lnTo>
                    <a:pt x="797344" y="5348053"/>
                  </a:lnTo>
                  <a:lnTo>
                    <a:pt x="797439" y="5348053"/>
                  </a:lnTo>
                  <a:lnTo>
                    <a:pt x="797533" y="5348053"/>
                  </a:lnTo>
                  <a:lnTo>
                    <a:pt x="797627" y="5348053"/>
                  </a:lnTo>
                  <a:lnTo>
                    <a:pt x="797909" y="5348053"/>
                  </a:lnTo>
                  <a:lnTo>
                    <a:pt x="798003" y="5348053"/>
                  </a:lnTo>
                  <a:lnTo>
                    <a:pt x="798285" y="5348053"/>
                  </a:lnTo>
                  <a:lnTo>
                    <a:pt x="798379" y="5348053"/>
                  </a:lnTo>
                  <a:lnTo>
                    <a:pt x="798473" y="5348053"/>
                  </a:lnTo>
                  <a:lnTo>
                    <a:pt x="798567" y="5348053"/>
                  </a:lnTo>
                  <a:lnTo>
                    <a:pt x="798661" y="5348053"/>
                  </a:lnTo>
                  <a:lnTo>
                    <a:pt x="798849" y="5348053"/>
                  </a:lnTo>
                  <a:lnTo>
                    <a:pt x="798943" y="5348053"/>
                  </a:lnTo>
                  <a:lnTo>
                    <a:pt x="799037" y="5348053"/>
                  </a:lnTo>
                  <a:lnTo>
                    <a:pt x="799131" y="5348053"/>
                  </a:lnTo>
                  <a:lnTo>
                    <a:pt x="799225" y="5348053"/>
                  </a:lnTo>
                  <a:lnTo>
                    <a:pt x="799319" y="5348053"/>
                  </a:lnTo>
                  <a:lnTo>
                    <a:pt x="799507" y="5348053"/>
                  </a:lnTo>
                  <a:lnTo>
                    <a:pt x="799601" y="5348053"/>
                  </a:lnTo>
                  <a:lnTo>
                    <a:pt x="799695" y="5348053"/>
                  </a:lnTo>
                  <a:lnTo>
                    <a:pt x="799789" y="5348053"/>
                  </a:lnTo>
                  <a:lnTo>
                    <a:pt x="799883" y="5348053"/>
                  </a:lnTo>
                  <a:lnTo>
                    <a:pt x="799977" y="5348053"/>
                  </a:lnTo>
                  <a:lnTo>
                    <a:pt x="800165" y="5348053"/>
                  </a:lnTo>
                  <a:lnTo>
                    <a:pt x="800259" y="5348053"/>
                  </a:lnTo>
                  <a:lnTo>
                    <a:pt x="800541" y="5348053"/>
                  </a:lnTo>
                  <a:lnTo>
                    <a:pt x="800729" y="5348053"/>
                  </a:lnTo>
                  <a:lnTo>
                    <a:pt x="800823" y="5348053"/>
                  </a:lnTo>
                  <a:lnTo>
                    <a:pt x="801012" y="5348053"/>
                  </a:lnTo>
                  <a:lnTo>
                    <a:pt x="801200" y="5348053"/>
                  </a:lnTo>
                  <a:lnTo>
                    <a:pt x="801294" y="5348053"/>
                  </a:lnTo>
                  <a:lnTo>
                    <a:pt x="801388" y="5348053"/>
                  </a:lnTo>
                  <a:lnTo>
                    <a:pt x="801576" y="5348053"/>
                  </a:lnTo>
                  <a:lnTo>
                    <a:pt x="801764" y="5342774"/>
                  </a:lnTo>
                  <a:lnTo>
                    <a:pt x="801858" y="5342774"/>
                  </a:lnTo>
                  <a:lnTo>
                    <a:pt x="801952" y="5342774"/>
                  </a:lnTo>
                  <a:lnTo>
                    <a:pt x="802140" y="5342774"/>
                  </a:lnTo>
                  <a:lnTo>
                    <a:pt x="802234" y="5342774"/>
                  </a:lnTo>
                  <a:lnTo>
                    <a:pt x="802422" y="5342774"/>
                  </a:lnTo>
                  <a:lnTo>
                    <a:pt x="802516" y="5342774"/>
                  </a:lnTo>
                  <a:lnTo>
                    <a:pt x="802610" y="5342774"/>
                  </a:lnTo>
                  <a:lnTo>
                    <a:pt x="802986" y="5342774"/>
                  </a:lnTo>
                  <a:lnTo>
                    <a:pt x="803080" y="5342774"/>
                  </a:lnTo>
                  <a:lnTo>
                    <a:pt x="803268" y="5342774"/>
                  </a:lnTo>
                  <a:lnTo>
                    <a:pt x="803456" y="5342774"/>
                  </a:lnTo>
                  <a:lnTo>
                    <a:pt x="803644" y="5342774"/>
                  </a:lnTo>
                  <a:lnTo>
                    <a:pt x="803738" y="5342774"/>
                  </a:lnTo>
                  <a:lnTo>
                    <a:pt x="803832" y="5342774"/>
                  </a:lnTo>
                  <a:lnTo>
                    <a:pt x="803926" y="5342774"/>
                  </a:lnTo>
                  <a:lnTo>
                    <a:pt x="804020" y="5342774"/>
                  </a:lnTo>
                  <a:lnTo>
                    <a:pt x="804302" y="5342774"/>
                  </a:lnTo>
                  <a:lnTo>
                    <a:pt x="804585" y="5342774"/>
                  </a:lnTo>
                  <a:lnTo>
                    <a:pt x="804679" y="5342774"/>
                  </a:lnTo>
                  <a:lnTo>
                    <a:pt x="804773" y="5342774"/>
                  </a:lnTo>
                  <a:lnTo>
                    <a:pt x="804867" y="5342774"/>
                  </a:lnTo>
                  <a:lnTo>
                    <a:pt x="805055" y="5342774"/>
                  </a:lnTo>
                  <a:lnTo>
                    <a:pt x="805149" y="5342774"/>
                  </a:lnTo>
                  <a:lnTo>
                    <a:pt x="805337" y="5342774"/>
                  </a:lnTo>
                  <a:lnTo>
                    <a:pt x="805525" y="5342774"/>
                  </a:lnTo>
                  <a:lnTo>
                    <a:pt x="805807" y="5342774"/>
                  </a:lnTo>
                  <a:lnTo>
                    <a:pt x="805901" y="5342774"/>
                  </a:lnTo>
                  <a:lnTo>
                    <a:pt x="805995" y="5342774"/>
                  </a:lnTo>
                  <a:lnTo>
                    <a:pt x="806089" y="5342774"/>
                  </a:lnTo>
                  <a:lnTo>
                    <a:pt x="806183" y="5342774"/>
                  </a:lnTo>
                  <a:lnTo>
                    <a:pt x="806371" y="5342774"/>
                  </a:lnTo>
                  <a:lnTo>
                    <a:pt x="806653" y="5342774"/>
                  </a:lnTo>
                  <a:lnTo>
                    <a:pt x="806841" y="5342774"/>
                  </a:lnTo>
                  <a:lnTo>
                    <a:pt x="806935" y="5342774"/>
                  </a:lnTo>
                  <a:lnTo>
                    <a:pt x="807123" y="5342774"/>
                  </a:lnTo>
                  <a:lnTo>
                    <a:pt x="807217" y="5342774"/>
                  </a:lnTo>
                  <a:lnTo>
                    <a:pt x="807311" y="5342774"/>
                  </a:lnTo>
                  <a:lnTo>
                    <a:pt x="807405" y="5342774"/>
                  </a:lnTo>
                  <a:lnTo>
                    <a:pt x="807593" y="5342774"/>
                  </a:lnTo>
                  <a:lnTo>
                    <a:pt x="807687" y="5342774"/>
                  </a:lnTo>
                  <a:lnTo>
                    <a:pt x="807875" y="5342774"/>
                  </a:lnTo>
                  <a:lnTo>
                    <a:pt x="807969" y="5342774"/>
                  </a:lnTo>
                  <a:lnTo>
                    <a:pt x="808063" y="5342774"/>
                  </a:lnTo>
                  <a:lnTo>
                    <a:pt x="808252" y="5342774"/>
                  </a:lnTo>
                  <a:lnTo>
                    <a:pt x="808346" y="5342774"/>
                  </a:lnTo>
                  <a:lnTo>
                    <a:pt x="808440" y="5342774"/>
                  </a:lnTo>
                  <a:lnTo>
                    <a:pt x="808816" y="5342774"/>
                  </a:lnTo>
                  <a:lnTo>
                    <a:pt x="808910" y="5342774"/>
                  </a:lnTo>
                  <a:lnTo>
                    <a:pt x="809098" y="5342774"/>
                  </a:lnTo>
                  <a:lnTo>
                    <a:pt x="809286" y="5342774"/>
                  </a:lnTo>
                  <a:lnTo>
                    <a:pt x="809380" y="5342774"/>
                  </a:lnTo>
                  <a:lnTo>
                    <a:pt x="809474" y="5342774"/>
                  </a:lnTo>
                  <a:lnTo>
                    <a:pt x="809568" y="5342774"/>
                  </a:lnTo>
                  <a:lnTo>
                    <a:pt x="809662" y="5342774"/>
                  </a:lnTo>
                  <a:lnTo>
                    <a:pt x="809850" y="5342774"/>
                  </a:lnTo>
                  <a:lnTo>
                    <a:pt x="809944" y="5342774"/>
                  </a:lnTo>
                  <a:lnTo>
                    <a:pt x="810132" y="5342774"/>
                  </a:lnTo>
                  <a:lnTo>
                    <a:pt x="810226" y="5342774"/>
                  </a:lnTo>
                  <a:lnTo>
                    <a:pt x="810320" y="5342774"/>
                  </a:lnTo>
                  <a:lnTo>
                    <a:pt x="810508" y="5342774"/>
                  </a:lnTo>
                  <a:lnTo>
                    <a:pt x="810602" y="5342774"/>
                  </a:lnTo>
                  <a:lnTo>
                    <a:pt x="810696" y="5342774"/>
                  </a:lnTo>
                  <a:lnTo>
                    <a:pt x="811072" y="5342774"/>
                  </a:lnTo>
                  <a:lnTo>
                    <a:pt x="811166" y="5342774"/>
                  </a:lnTo>
                  <a:lnTo>
                    <a:pt x="811260" y="5342774"/>
                  </a:lnTo>
                  <a:lnTo>
                    <a:pt x="811354" y="5342774"/>
                  </a:lnTo>
                  <a:lnTo>
                    <a:pt x="811448" y="5342774"/>
                  </a:lnTo>
                  <a:lnTo>
                    <a:pt x="811542" y="5342774"/>
                  </a:lnTo>
                  <a:lnTo>
                    <a:pt x="811637" y="5342774"/>
                  </a:lnTo>
                  <a:lnTo>
                    <a:pt x="811731" y="5342774"/>
                  </a:lnTo>
                  <a:lnTo>
                    <a:pt x="811825" y="5342774"/>
                  </a:lnTo>
                  <a:lnTo>
                    <a:pt x="811919" y="5342774"/>
                  </a:lnTo>
                  <a:lnTo>
                    <a:pt x="812013" y="5342774"/>
                  </a:lnTo>
                  <a:lnTo>
                    <a:pt x="812107" y="5342774"/>
                  </a:lnTo>
                  <a:lnTo>
                    <a:pt x="812295" y="5342774"/>
                  </a:lnTo>
                  <a:lnTo>
                    <a:pt x="812483" y="5342774"/>
                  </a:lnTo>
                  <a:lnTo>
                    <a:pt x="812577" y="5342774"/>
                  </a:lnTo>
                  <a:lnTo>
                    <a:pt x="812671" y="5342774"/>
                  </a:lnTo>
                  <a:lnTo>
                    <a:pt x="812765" y="5342774"/>
                  </a:lnTo>
                  <a:lnTo>
                    <a:pt x="812859" y="5342774"/>
                  </a:lnTo>
                  <a:lnTo>
                    <a:pt x="812953" y="5342774"/>
                  </a:lnTo>
                  <a:lnTo>
                    <a:pt x="813047" y="5342774"/>
                  </a:lnTo>
                  <a:lnTo>
                    <a:pt x="813141" y="5342774"/>
                  </a:lnTo>
                  <a:lnTo>
                    <a:pt x="813235" y="5342774"/>
                  </a:lnTo>
                  <a:lnTo>
                    <a:pt x="813329" y="5342774"/>
                  </a:lnTo>
                  <a:lnTo>
                    <a:pt x="813517" y="5342774"/>
                  </a:lnTo>
                  <a:lnTo>
                    <a:pt x="813611" y="5342774"/>
                  </a:lnTo>
                  <a:lnTo>
                    <a:pt x="813705" y="5342774"/>
                  </a:lnTo>
                  <a:lnTo>
                    <a:pt x="813799" y="5342774"/>
                  </a:lnTo>
                  <a:lnTo>
                    <a:pt x="814175" y="5342774"/>
                  </a:lnTo>
                  <a:lnTo>
                    <a:pt x="814175" y="5337494"/>
                  </a:lnTo>
                  <a:lnTo>
                    <a:pt x="814363" y="5337494"/>
                  </a:lnTo>
                  <a:lnTo>
                    <a:pt x="814457" y="5337494"/>
                  </a:lnTo>
                  <a:lnTo>
                    <a:pt x="814551" y="5337494"/>
                  </a:lnTo>
                  <a:lnTo>
                    <a:pt x="814645" y="5337494"/>
                  </a:lnTo>
                  <a:lnTo>
                    <a:pt x="814739" y="5337494"/>
                  </a:lnTo>
                  <a:lnTo>
                    <a:pt x="814833" y="5337494"/>
                  </a:lnTo>
                  <a:lnTo>
                    <a:pt x="814927" y="5337494"/>
                  </a:lnTo>
                  <a:lnTo>
                    <a:pt x="815021" y="5337494"/>
                  </a:lnTo>
                  <a:lnTo>
                    <a:pt x="815115" y="5337494"/>
                  </a:lnTo>
                  <a:lnTo>
                    <a:pt x="815210" y="5337494"/>
                  </a:lnTo>
                  <a:lnTo>
                    <a:pt x="815304" y="5337494"/>
                  </a:lnTo>
                  <a:lnTo>
                    <a:pt x="815492" y="5337494"/>
                  </a:lnTo>
                  <a:lnTo>
                    <a:pt x="815586" y="5337494"/>
                  </a:lnTo>
                  <a:lnTo>
                    <a:pt x="816150" y="5337494"/>
                  </a:lnTo>
                  <a:lnTo>
                    <a:pt x="816338" y="5337494"/>
                  </a:lnTo>
                  <a:lnTo>
                    <a:pt x="816432" y="5337494"/>
                  </a:lnTo>
                  <a:lnTo>
                    <a:pt x="816526" y="5337494"/>
                  </a:lnTo>
                  <a:lnTo>
                    <a:pt x="816620" y="5337494"/>
                  </a:lnTo>
                  <a:lnTo>
                    <a:pt x="816808" y="5337494"/>
                  </a:lnTo>
                  <a:lnTo>
                    <a:pt x="816902" y="5337494"/>
                  </a:lnTo>
                  <a:lnTo>
                    <a:pt x="816996" y="5337494"/>
                  </a:lnTo>
                  <a:lnTo>
                    <a:pt x="817090" y="5337494"/>
                  </a:lnTo>
                  <a:lnTo>
                    <a:pt x="817184" y="5337494"/>
                  </a:lnTo>
                  <a:lnTo>
                    <a:pt x="817278" y="5337494"/>
                  </a:lnTo>
                  <a:lnTo>
                    <a:pt x="817372" y="5332215"/>
                  </a:lnTo>
                  <a:lnTo>
                    <a:pt x="817466" y="5332215"/>
                  </a:lnTo>
                  <a:lnTo>
                    <a:pt x="817560" y="5332215"/>
                  </a:lnTo>
                  <a:lnTo>
                    <a:pt x="817748" y="5332215"/>
                  </a:lnTo>
                  <a:lnTo>
                    <a:pt x="818030" y="5332215"/>
                  </a:lnTo>
                  <a:lnTo>
                    <a:pt x="818124" y="5332215"/>
                  </a:lnTo>
                  <a:lnTo>
                    <a:pt x="818218" y="5332215"/>
                  </a:lnTo>
                  <a:lnTo>
                    <a:pt x="818312" y="5332215"/>
                  </a:lnTo>
                  <a:lnTo>
                    <a:pt x="818406" y="5332215"/>
                  </a:lnTo>
                  <a:lnTo>
                    <a:pt x="818500" y="5332215"/>
                  </a:lnTo>
                  <a:lnTo>
                    <a:pt x="818594" y="5332215"/>
                  </a:lnTo>
                  <a:lnTo>
                    <a:pt x="818783" y="5332215"/>
                  </a:lnTo>
                  <a:lnTo>
                    <a:pt x="818877" y="5332215"/>
                  </a:lnTo>
                  <a:lnTo>
                    <a:pt x="818971" y="5332215"/>
                  </a:lnTo>
                  <a:lnTo>
                    <a:pt x="819065" y="5332215"/>
                  </a:lnTo>
                  <a:lnTo>
                    <a:pt x="819253" y="5332215"/>
                  </a:lnTo>
                  <a:lnTo>
                    <a:pt x="819347" y="5332215"/>
                  </a:lnTo>
                  <a:lnTo>
                    <a:pt x="819535" y="5332215"/>
                  </a:lnTo>
                  <a:lnTo>
                    <a:pt x="819629" y="5332215"/>
                  </a:lnTo>
                  <a:lnTo>
                    <a:pt x="819723" y="5332215"/>
                  </a:lnTo>
                  <a:lnTo>
                    <a:pt x="819911" y="5332215"/>
                  </a:lnTo>
                  <a:lnTo>
                    <a:pt x="820005" y="5332215"/>
                  </a:lnTo>
                  <a:lnTo>
                    <a:pt x="820099" y="5332215"/>
                  </a:lnTo>
                  <a:lnTo>
                    <a:pt x="820193" y="5332215"/>
                  </a:lnTo>
                  <a:lnTo>
                    <a:pt x="820287" y="5332215"/>
                  </a:lnTo>
                  <a:lnTo>
                    <a:pt x="820381" y="5332215"/>
                  </a:lnTo>
                  <a:lnTo>
                    <a:pt x="820475" y="5332215"/>
                  </a:lnTo>
                  <a:lnTo>
                    <a:pt x="820569" y="5332215"/>
                  </a:lnTo>
                  <a:lnTo>
                    <a:pt x="820663" y="5332215"/>
                  </a:lnTo>
                  <a:lnTo>
                    <a:pt x="820757" y="5332215"/>
                  </a:lnTo>
                  <a:lnTo>
                    <a:pt x="820945" y="5332215"/>
                  </a:lnTo>
                  <a:lnTo>
                    <a:pt x="821039" y="5332215"/>
                  </a:lnTo>
                  <a:lnTo>
                    <a:pt x="821133" y="5332215"/>
                  </a:lnTo>
                  <a:lnTo>
                    <a:pt x="821227" y="5332215"/>
                  </a:lnTo>
                  <a:lnTo>
                    <a:pt x="821415" y="5332215"/>
                  </a:lnTo>
                  <a:lnTo>
                    <a:pt x="821509" y="5332215"/>
                  </a:lnTo>
                  <a:lnTo>
                    <a:pt x="821603" y="5332215"/>
                  </a:lnTo>
                  <a:lnTo>
                    <a:pt x="821697" y="5332215"/>
                  </a:lnTo>
                  <a:lnTo>
                    <a:pt x="821885" y="5332215"/>
                  </a:lnTo>
                  <a:lnTo>
                    <a:pt x="821979" y="5332215"/>
                  </a:lnTo>
                  <a:lnTo>
                    <a:pt x="822073" y="5332215"/>
                  </a:lnTo>
                  <a:lnTo>
                    <a:pt x="822167" y="5332215"/>
                  </a:lnTo>
                  <a:lnTo>
                    <a:pt x="822262" y="5332215"/>
                  </a:lnTo>
                  <a:lnTo>
                    <a:pt x="822356" y="5332215"/>
                  </a:lnTo>
                  <a:lnTo>
                    <a:pt x="822544" y="5332215"/>
                  </a:lnTo>
                  <a:lnTo>
                    <a:pt x="822826" y="5332215"/>
                  </a:lnTo>
                  <a:lnTo>
                    <a:pt x="823014" y="5332215"/>
                  </a:lnTo>
                  <a:lnTo>
                    <a:pt x="823484" y="5332215"/>
                  </a:lnTo>
                  <a:lnTo>
                    <a:pt x="823578" y="5332215"/>
                  </a:lnTo>
                  <a:lnTo>
                    <a:pt x="823672" y="5332215"/>
                  </a:lnTo>
                  <a:lnTo>
                    <a:pt x="823766" y="5332215"/>
                  </a:lnTo>
                  <a:lnTo>
                    <a:pt x="823860" y="5332215"/>
                  </a:lnTo>
                  <a:lnTo>
                    <a:pt x="823954" y="5332215"/>
                  </a:lnTo>
                  <a:lnTo>
                    <a:pt x="824048" y="5332215"/>
                  </a:lnTo>
                  <a:lnTo>
                    <a:pt x="824142" y="5332215"/>
                  </a:lnTo>
                  <a:lnTo>
                    <a:pt x="824236" y="5332215"/>
                  </a:lnTo>
                  <a:lnTo>
                    <a:pt x="824330" y="5332215"/>
                  </a:lnTo>
                  <a:lnTo>
                    <a:pt x="824424" y="5332215"/>
                  </a:lnTo>
                  <a:lnTo>
                    <a:pt x="824518" y="5332215"/>
                  </a:lnTo>
                  <a:lnTo>
                    <a:pt x="824612" y="5332215"/>
                  </a:lnTo>
                  <a:lnTo>
                    <a:pt x="824706" y="5332215"/>
                  </a:lnTo>
                  <a:lnTo>
                    <a:pt x="824800" y="5332215"/>
                  </a:lnTo>
                  <a:lnTo>
                    <a:pt x="824894" y="5332215"/>
                  </a:lnTo>
                  <a:lnTo>
                    <a:pt x="824988" y="5332215"/>
                  </a:lnTo>
                  <a:lnTo>
                    <a:pt x="825176" y="5332215"/>
                  </a:lnTo>
                  <a:lnTo>
                    <a:pt x="825270" y="5332215"/>
                  </a:lnTo>
                  <a:lnTo>
                    <a:pt x="825646" y="5332215"/>
                  </a:lnTo>
                  <a:lnTo>
                    <a:pt x="825740" y="5332215"/>
                  </a:lnTo>
                  <a:lnTo>
                    <a:pt x="825929" y="5326936"/>
                  </a:lnTo>
                  <a:lnTo>
                    <a:pt x="826023" y="5326936"/>
                  </a:lnTo>
                  <a:lnTo>
                    <a:pt x="826117" y="5326936"/>
                  </a:lnTo>
                  <a:lnTo>
                    <a:pt x="826211" y="5326936"/>
                  </a:lnTo>
                  <a:lnTo>
                    <a:pt x="826305" y="5326936"/>
                  </a:lnTo>
                  <a:lnTo>
                    <a:pt x="826681" y="5326936"/>
                  </a:lnTo>
                  <a:lnTo>
                    <a:pt x="826775" y="5326936"/>
                  </a:lnTo>
                  <a:lnTo>
                    <a:pt x="826869" y="5326936"/>
                  </a:lnTo>
                  <a:lnTo>
                    <a:pt x="827057" y="5326936"/>
                  </a:lnTo>
                  <a:lnTo>
                    <a:pt x="827245" y="5326936"/>
                  </a:lnTo>
                  <a:lnTo>
                    <a:pt x="827339" y="5326936"/>
                  </a:lnTo>
                  <a:lnTo>
                    <a:pt x="827339" y="5321656"/>
                  </a:lnTo>
                  <a:lnTo>
                    <a:pt x="827433" y="5321656"/>
                  </a:lnTo>
                  <a:lnTo>
                    <a:pt x="827527" y="5321656"/>
                  </a:lnTo>
                  <a:lnTo>
                    <a:pt x="827621" y="5321656"/>
                  </a:lnTo>
                  <a:lnTo>
                    <a:pt x="827715" y="5321656"/>
                  </a:lnTo>
                  <a:lnTo>
                    <a:pt x="827809" y="5321656"/>
                  </a:lnTo>
                  <a:lnTo>
                    <a:pt x="828091" y="5321656"/>
                  </a:lnTo>
                  <a:lnTo>
                    <a:pt x="828185" y="5321656"/>
                  </a:lnTo>
                  <a:lnTo>
                    <a:pt x="828279" y="5321656"/>
                  </a:lnTo>
                  <a:lnTo>
                    <a:pt x="828373" y="5321656"/>
                  </a:lnTo>
                  <a:lnTo>
                    <a:pt x="828467" y="5321656"/>
                  </a:lnTo>
                  <a:lnTo>
                    <a:pt x="828561" y="5321656"/>
                  </a:lnTo>
                  <a:lnTo>
                    <a:pt x="828749" y="5321656"/>
                  </a:lnTo>
                  <a:lnTo>
                    <a:pt x="828937" y="5321656"/>
                  </a:lnTo>
                  <a:lnTo>
                    <a:pt x="829031" y="5321656"/>
                  </a:lnTo>
                  <a:lnTo>
                    <a:pt x="829125" y="5321656"/>
                  </a:lnTo>
                  <a:lnTo>
                    <a:pt x="829219" y="5321656"/>
                  </a:lnTo>
                  <a:lnTo>
                    <a:pt x="829596" y="5321656"/>
                  </a:lnTo>
                  <a:lnTo>
                    <a:pt x="829690" y="5321656"/>
                  </a:lnTo>
                  <a:lnTo>
                    <a:pt x="829878" y="5321656"/>
                  </a:lnTo>
                  <a:lnTo>
                    <a:pt x="829972" y="5321656"/>
                  </a:lnTo>
                  <a:lnTo>
                    <a:pt x="830066" y="5321656"/>
                  </a:lnTo>
                  <a:lnTo>
                    <a:pt x="830160" y="5321656"/>
                  </a:lnTo>
                  <a:lnTo>
                    <a:pt x="830254" y="5321656"/>
                  </a:lnTo>
                  <a:lnTo>
                    <a:pt x="830348" y="5321656"/>
                  </a:lnTo>
                  <a:lnTo>
                    <a:pt x="830442" y="5321656"/>
                  </a:lnTo>
                  <a:lnTo>
                    <a:pt x="830536" y="5321656"/>
                  </a:lnTo>
                  <a:lnTo>
                    <a:pt x="830630" y="5321656"/>
                  </a:lnTo>
                  <a:lnTo>
                    <a:pt x="830724" y="5321656"/>
                  </a:lnTo>
                  <a:lnTo>
                    <a:pt x="830818" y="5321656"/>
                  </a:lnTo>
                  <a:lnTo>
                    <a:pt x="830912" y="5321656"/>
                  </a:lnTo>
                  <a:lnTo>
                    <a:pt x="831006" y="5321656"/>
                  </a:lnTo>
                  <a:lnTo>
                    <a:pt x="831194" y="5321656"/>
                  </a:lnTo>
                  <a:lnTo>
                    <a:pt x="831288" y="5321656"/>
                  </a:lnTo>
                  <a:lnTo>
                    <a:pt x="831382" y="5321656"/>
                  </a:lnTo>
                  <a:lnTo>
                    <a:pt x="831570" y="5321656"/>
                  </a:lnTo>
                  <a:lnTo>
                    <a:pt x="831664" y="5321656"/>
                  </a:lnTo>
                  <a:lnTo>
                    <a:pt x="831664" y="5316377"/>
                  </a:lnTo>
                  <a:lnTo>
                    <a:pt x="831758" y="5316377"/>
                  </a:lnTo>
                  <a:lnTo>
                    <a:pt x="831852" y="5316377"/>
                  </a:lnTo>
                  <a:lnTo>
                    <a:pt x="831946" y="5316377"/>
                  </a:lnTo>
                  <a:lnTo>
                    <a:pt x="832040" y="5316377"/>
                  </a:lnTo>
                  <a:lnTo>
                    <a:pt x="832228" y="5316377"/>
                  </a:lnTo>
                  <a:lnTo>
                    <a:pt x="832228" y="5311097"/>
                  </a:lnTo>
                  <a:lnTo>
                    <a:pt x="832322" y="5311097"/>
                  </a:lnTo>
                  <a:lnTo>
                    <a:pt x="832416" y="5311097"/>
                  </a:lnTo>
                  <a:lnTo>
                    <a:pt x="832510" y="5311097"/>
                  </a:lnTo>
                  <a:lnTo>
                    <a:pt x="832604" y="5311097"/>
                  </a:lnTo>
                  <a:lnTo>
                    <a:pt x="832698" y="5311097"/>
                  </a:lnTo>
                  <a:lnTo>
                    <a:pt x="832792" y="5311097"/>
                  </a:lnTo>
                  <a:lnTo>
                    <a:pt x="832981" y="5311097"/>
                  </a:lnTo>
                  <a:lnTo>
                    <a:pt x="833075" y="5311097"/>
                  </a:lnTo>
                  <a:lnTo>
                    <a:pt x="833169" y="5311097"/>
                  </a:lnTo>
                  <a:lnTo>
                    <a:pt x="833263" y="5311097"/>
                  </a:lnTo>
                  <a:lnTo>
                    <a:pt x="833451" y="5311097"/>
                  </a:lnTo>
                  <a:lnTo>
                    <a:pt x="833545" y="5311097"/>
                  </a:lnTo>
                  <a:lnTo>
                    <a:pt x="833733" y="5311097"/>
                  </a:lnTo>
                  <a:lnTo>
                    <a:pt x="833921" y="5311097"/>
                  </a:lnTo>
                  <a:lnTo>
                    <a:pt x="834109" y="5311097"/>
                  </a:lnTo>
                  <a:lnTo>
                    <a:pt x="834203" y="5311097"/>
                  </a:lnTo>
                  <a:lnTo>
                    <a:pt x="834297" y="5311097"/>
                  </a:lnTo>
                  <a:lnTo>
                    <a:pt x="834391" y="5311097"/>
                  </a:lnTo>
                  <a:lnTo>
                    <a:pt x="834673" y="5311097"/>
                  </a:lnTo>
                  <a:lnTo>
                    <a:pt x="834767" y="5311097"/>
                  </a:lnTo>
                  <a:lnTo>
                    <a:pt x="834955" y="5311097"/>
                  </a:lnTo>
                  <a:lnTo>
                    <a:pt x="835049" y="5311097"/>
                  </a:lnTo>
                  <a:lnTo>
                    <a:pt x="835143" y="5311097"/>
                  </a:lnTo>
                  <a:lnTo>
                    <a:pt x="835425" y="5311097"/>
                  </a:lnTo>
                  <a:lnTo>
                    <a:pt x="835519" y="5311097"/>
                  </a:lnTo>
                  <a:lnTo>
                    <a:pt x="835707" y="5311097"/>
                  </a:lnTo>
                  <a:lnTo>
                    <a:pt x="835801" y="5311097"/>
                  </a:lnTo>
                  <a:lnTo>
                    <a:pt x="836083" y="5311097"/>
                  </a:lnTo>
                  <a:lnTo>
                    <a:pt x="836271" y="5311097"/>
                  </a:lnTo>
                  <a:lnTo>
                    <a:pt x="836460" y="5311097"/>
                  </a:lnTo>
                  <a:lnTo>
                    <a:pt x="836554" y="5311097"/>
                  </a:lnTo>
                  <a:lnTo>
                    <a:pt x="836648" y="5311097"/>
                  </a:lnTo>
                  <a:lnTo>
                    <a:pt x="836836" y="5311097"/>
                  </a:lnTo>
                  <a:lnTo>
                    <a:pt x="836930" y="5311097"/>
                  </a:lnTo>
                  <a:lnTo>
                    <a:pt x="837024" y="5311097"/>
                  </a:lnTo>
                  <a:lnTo>
                    <a:pt x="837118" y="5311097"/>
                  </a:lnTo>
                  <a:lnTo>
                    <a:pt x="837212" y="5311097"/>
                  </a:lnTo>
                  <a:lnTo>
                    <a:pt x="837306" y="5311097"/>
                  </a:lnTo>
                  <a:lnTo>
                    <a:pt x="837400" y="5311097"/>
                  </a:lnTo>
                  <a:lnTo>
                    <a:pt x="837682" y="5311097"/>
                  </a:lnTo>
                  <a:lnTo>
                    <a:pt x="837964" y="5311097"/>
                  </a:lnTo>
                  <a:lnTo>
                    <a:pt x="838058" y="5311097"/>
                  </a:lnTo>
                  <a:lnTo>
                    <a:pt x="838246" y="5311097"/>
                  </a:lnTo>
                  <a:lnTo>
                    <a:pt x="838340" y="5311097"/>
                  </a:lnTo>
                  <a:lnTo>
                    <a:pt x="838622" y="5311097"/>
                  </a:lnTo>
                  <a:lnTo>
                    <a:pt x="838716" y="5311097"/>
                  </a:lnTo>
                  <a:lnTo>
                    <a:pt x="838810" y="5311097"/>
                  </a:lnTo>
                  <a:lnTo>
                    <a:pt x="838904" y="5311097"/>
                  </a:lnTo>
                  <a:lnTo>
                    <a:pt x="839092" y="5311097"/>
                  </a:lnTo>
                  <a:lnTo>
                    <a:pt x="839280" y="5311097"/>
                  </a:lnTo>
                  <a:lnTo>
                    <a:pt x="839374" y="5311097"/>
                  </a:lnTo>
                  <a:lnTo>
                    <a:pt x="839468" y="5311097"/>
                  </a:lnTo>
                  <a:lnTo>
                    <a:pt x="839656" y="5311097"/>
                  </a:lnTo>
                  <a:lnTo>
                    <a:pt x="839844" y="5311097"/>
                  </a:lnTo>
                  <a:lnTo>
                    <a:pt x="839938" y="5311097"/>
                  </a:lnTo>
                  <a:lnTo>
                    <a:pt x="840221" y="5311097"/>
                  </a:lnTo>
                  <a:lnTo>
                    <a:pt x="840315" y="5311097"/>
                  </a:lnTo>
                  <a:lnTo>
                    <a:pt x="840409" y="5311097"/>
                  </a:lnTo>
                  <a:lnTo>
                    <a:pt x="840503" y="5311097"/>
                  </a:lnTo>
                  <a:lnTo>
                    <a:pt x="840785" y="5311097"/>
                  </a:lnTo>
                  <a:lnTo>
                    <a:pt x="840879" y="5311097"/>
                  </a:lnTo>
                  <a:lnTo>
                    <a:pt x="840973" y="5311097"/>
                  </a:lnTo>
                  <a:lnTo>
                    <a:pt x="841067" y="5311097"/>
                  </a:lnTo>
                  <a:lnTo>
                    <a:pt x="841161" y="5311097"/>
                  </a:lnTo>
                  <a:lnTo>
                    <a:pt x="841255" y="5311097"/>
                  </a:lnTo>
                  <a:lnTo>
                    <a:pt x="841349" y="5311097"/>
                  </a:lnTo>
                  <a:lnTo>
                    <a:pt x="841443" y="5311097"/>
                  </a:lnTo>
                  <a:lnTo>
                    <a:pt x="841537" y="5311097"/>
                  </a:lnTo>
                  <a:lnTo>
                    <a:pt x="841631" y="5311097"/>
                  </a:lnTo>
                  <a:lnTo>
                    <a:pt x="841725" y="5311097"/>
                  </a:lnTo>
                  <a:lnTo>
                    <a:pt x="841819" y="5311097"/>
                  </a:lnTo>
                  <a:lnTo>
                    <a:pt x="841913" y="5311097"/>
                  </a:lnTo>
                  <a:lnTo>
                    <a:pt x="842007" y="5311097"/>
                  </a:lnTo>
                  <a:lnTo>
                    <a:pt x="842383" y="5311097"/>
                  </a:lnTo>
                  <a:lnTo>
                    <a:pt x="842477" y="5311097"/>
                  </a:lnTo>
                  <a:lnTo>
                    <a:pt x="842571" y="5311097"/>
                  </a:lnTo>
                  <a:lnTo>
                    <a:pt x="842665" y="5311097"/>
                  </a:lnTo>
                  <a:lnTo>
                    <a:pt x="842759" y="5311097"/>
                  </a:lnTo>
                  <a:lnTo>
                    <a:pt x="842853" y="5311097"/>
                  </a:lnTo>
                  <a:lnTo>
                    <a:pt x="842947" y="5311097"/>
                  </a:lnTo>
                  <a:lnTo>
                    <a:pt x="843041" y="5311097"/>
                  </a:lnTo>
                  <a:lnTo>
                    <a:pt x="843135" y="5311097"/>
                  </a:lnTo>
                  <a:lnTo>
                    <a:pt x="843323" y="5311097"/>
                  </a:lnTo>
                  <a:lnTo>
                    <a:pt x="843417" y="5311097"/>
                  </a:lnTo>
                  <a:lnTo>
                    <a:pt x="843512" y="5311097"/>
                  </a:lnTo>
                  <a:lnTo>
                    <a:pt x="843606" y="5311097"/>
                  </a:lnTo>
                  <a:lnTo>
                    <a:pt x="843700" y="5311097"/>
                  </a:lnTo>
                  <a:lnTo>
                    <a:pt x="843794" y="5311097"/>
                  </a:lnTo>
                  <a:lnTo>
                    <a:pt x="843888" y="5311097"/>
                  </a:lnTo>
                  <a:lnTo>
                    <a:pt x="843982" y="5311097"/>
                  </a:lnTo>
                  <a:lnTo>
                    <a:pt x="844076" y="5311097"/>
                  </a:lnTo>
                  <a:lnTo>
                    <a:pt x="844170" y="5311097"/>
                  </a:lnTo>
                  <a:lnTo>
                    <a:pt x="844264" y="5311097"/>
                  </a:lnTo>
                  <a:lnTo>
                    <a:pt x="844358" y="5311097"/>
                  </a:lnTo>
                  <a:lnTo>
                    <a:pt x="844452" y="5311097"/>
                  </a:lnTo>
                  <a:lnTo>
                    <a:pt x="844546" y="5311097"/>
                  </a:lnTo>
                  <a:lnTo>
                    <a:pt x="844640" y="5311097"/>
                  </a:lnTo>
                  <a:lnTo>
                    <a:pt x="844828" y="5311097"/>
                  </a:lnTo>
                  <a:lnTo>
                    <a:pt x="844828" y="5305818"/>
                  </a:lnTo>
                  <a:lnTo>
                    <a:pt x="844922" y="5305818"/>
                  </a:lnTo>
                  <a:lnTo>
                    <a:pt x="845016" y="5305818"/>
                  </a:lnTo>
                  <a:lnTo>
                    <a:pt x="845110" y="5305818"/>
                  </a:lnTo>
                  <a:lnTo>
                    <a:pt x="845298" y="5305818"/>
                  </a:lnTo>
                  <a:lnTo>
                    <a:pt x="845486" y="5305818"/>
                  </a:lnTo>
                  <a:lnTo>
                    <a:pt x="845580" y="5305818"/>
                  </a:lnTo>
                  <a:lnTo>
                    <a:pt x="845674" y="5305818"/>
                  </a:lnTo>
                  <a:lnTo>
                    <a:pt x="845768" y="5305818"/>
                  </a:lnTo>
                  <a:lnTo>
                    <a:pt x="845862" y="5305818"/>
                  </a:lnTo>
                  <a:lnTo>
                    <a:pt x="846144" y="5305818"/>
                  </a:lnTo>
                  <a:lnTo>
                    <a:pt x="846426" y="5305818"/>
                  </a:lnTo>
                  <a:lnTo>
                    <a:pt x="846708" y="5305818"/>
                  </a:lnTo>
                  <a:lnTo>
                    <a:pt x="846802" y="5305818"/>
                  </a:lnTo>
                  <a:lnTo>
                    <a:pt x="846896" y="5305818"/>
                  </a:lnTo>
                  <a:lnTo>
                    <a:pt x="847461" y="5305818"/>
                  </a:lnTo>
                  <a:lnTo>
                    <a:pt x="847555" y="5305818"/>
                  </a:lnTo>
                  <a:lnTo>
                    <a:pt x="847743" y="5305818"/>
                  </a:lnTo>
                  <a:lnTo>
                    <a:pt x="848025" y="5305818"/>
                  </a:lnTo>
                  <a:lnTo>
                    <a:pt x="848213" y="5305818"/>
                  </a:lnTo>
                  <a:lnTo>
                    <a:pt x="848589" y="5305818"/>
                  </a:lnTo>
                  <a:lnTo>
                    <a:pt x="848683" y="5305818"/>
                  </a:lnTo>
                  <a:lnTo>
                    <a:pt x="848965" y="5305818"/>
                  </a:lnTo>
                  <a:lnTo>
                    <a:pt x="849059" y="5305818"/>
                  </a:lnTo>
                  <a:lnTo>
                    <a:pt x="849247" y="5305818"/>
                  </a:lnTo>
                  <a:lnTo>
                    <a:pt x="849435" y="5305818"/>
                  </a:lnTo>
                  <a:lnTo>
                    <a:pt x="849905" y="5305818"/>
                  </a:lnTo>
                  <a:lnTo>
                    <a:pt x="850281" y="5305818"/>
                  </a:lnTo>
                  <a:lnTo>
                    <a:pt x="850375" y="5305818"/>
                  </a:lnTo>
                  <a:lnTo>
                    <a:pt x="850563" y="5305818"/>
                  </a:lnTo>
                  <a:lnTo>
                    <a:pt x="850658" y="5305818"/>
                  </a:lnTo>
                  <a:lnTo>
                    <a:pt x="850752" y="5305818"/>
                  </a:lnTo>
                  <a:lnTo>
                    <a:pt x="850846" y="5305818"/>
                  </a:lnTo>
                  <a:lnTo>
                    <a:pt x="850940" y="5305818"/>
                  </a:lnTo>
                  <a:lnTo>
                    <a:pt x="851128" y="5305818"/>
                  </a:lnTo>
                  <a:lnTo>
                    <a:pt x="851222" y="5305818"/>
                  </a:lnTo>
                  <a:lnTo>
                    <a:pt x="851410" y="5305818"/>
                  </a:lnTo>
                  <a:lnTo>
                    <a:pt x="851504" y="5305818"/>
                  </a:lnTo>
                  <a:lnTo>
                    <a:pt x="851692" y="5305818"/>
                  </a:lnTo>
                  <a:lnTo>
                    <a:pt x="851786" y="5305818"/>
                  </a:lnTo>
                  <a:lnTo>
                    <a:pt x="851880" y="5305818"/>
                  </a:lnTo>
                  <a:lnTo>
                    <a:pt x="851974" y="5305818"/>
                  </a:lnTo>
                  <a:lnTo>
                    <a:pt x="852162" y="5305818"/>
                  </a:lnTo>
                  <a:lnTo>
                    <a:pt x="852256" y="5305818"/>
                  </a:lnTo>
                  <a:lnTo>
                    <a:pt x="852350" y="5305818"/>
                  </a:lnTo>
                  <a:lnTo>
                    <a:pt x="852538" y="5305818"/>
                  </a:lnTo>
                  <a:lnTo>
                    <a:pt x="852632" y="5305818"/>
                  </a:lnTo>
                  <a:lnTo>
                    <a:pt x="852820" y="5305818"/>
                  </a:lnTo>
                  <a:lnTo>
                    <a:pt x="852914" y="5305818"/>
                  </a:lnTo>
                  <a:lnTo>
                    <a:pt x="853008" y="5305818"/>
                  </a:lnTo>
                  <a:lnTo>
                    <a:pt x="853290" y="5305818"/>
                  </a:lnTo>
                  <a:lnTo>
                    <a:pt x="853384" y="5305818"/>
                  </a:lnTo>
                  <a:lnTo>
                    <a:pt x="853478" y="5305818"/>
                  </a:lnTo>
                  <a:lnTo>
                    <a:pt x="853478" y="5300539"/>
                  </a:lnTo>
                  <a:lnTo>
                    <a:pt x="853572" y="5300539"/>
                  </a:lnTo>
                  <a:lnTo>
                    <a:pt x="853666" y="5300539"/>
                  </a:lnTo>
                  <a:lnTo>
                    <a:pt x="853760" y="5300539"/>
                  </a:lnTo>
                  <a:lnTo>
                    <a:pt x="853948" y="5300539"/>
                  </a:lnTo>
                  <a:lnTo>
                    <a:pt x="854042" y="5300539"/>
                  </a:lnTo>
                  <a:lnTo>
                    <a:pt x="854136" y="5300539"/>
                  </a:lnTo>
                  <a:lnTo>
                    <a:pt x="854231" y="5300539"/>
                  </a:lnTo>
                  <a:lnTo>
                    <a:pt x="854325" y="5300539"/>
                  </a:lnTo>
                  <a:lnTo>
                    <a:pt x="854419" y="5300539"/>
                  </a:lnTo>
                  <a:lnTo>
                    <a:pt x="854513" y="5300539"/>
                  </a:lnTo>
                  <a:lnTo>
                    <a:pt x="854607" y="5300539"/>
                  </a:lnTo>
                  <a:lnTo>
                    <a:pt x="854701" y="5300539"/>
                  </a:lnTo>
                  <a:lnTo>
                    <a:pt x="854889" y="5300539"/>
                  </a:lnTo>
                  <a:lnTo>
                    <a:pt x="854983" y="5300539"/>
                  </a:lnTo>
                  <a:lnTo>
                    <a:pt x="855077" y="5300539"/>
                  </a:lnTo>
                  <a:lnTo>
                    <a:pt x="855171" y="5300539"/>
                  </a:lnTo>
                  <a:lnTo>
                    <a:pt x="855359" y="5300539"/>
                  </a:lnTo>
                  <a:lnTo>
                    <a:pt x="855641" y="5300539"/>
                  </a:lnTo>
                  <a:lnTo>
                    <a:pt x="855735" y="5300539"/>
                  </a:lnTo>
                  <a:lnTo>
                    <a:pt x="855829" y="5300539"/>
                  </a:lnTo>
                  <a:lnTo>
                    <a:pt x="855923" y="5300539"/>
                  </a:lnTo>
                  <a:lnTo>
                    <a:pt x="856017" y="5300539"/>
                  </a:lnTo>
                  <a:lnTo>
                    <a:pt x="856111" y="5300539"/>
                  </a:lnTo>
                  <a:lnTo>
                    <a:pt x="859214" y="5289980"/>
                  </a:lnTo>
                  <a:lnTo>
                    <a:pt x="859308" y="5289980"/>
                  </a:lnTo>
                  <a:lnTo>
                    <a:pt x="859402" y="5289980"/>
                  </a:lnTo>
                  <a:lnTo>
                    <a:pt x="859496" y="5289980"/>
                  </a:lnTo>
                  <a:lnTo>
                    <a:pt x="859590" y="5289980"/>
                  </a:lnTo>
                  <a:lnTo>
                    <a:pt x="859684" y="5289980"/>
                  </a:lnTo>
                  <a:lnTo>
                    <a:pt x="859872" y="5289980"/>
                  </a:lnTo>
                  <a:lnTo>
                    <a:pt x="859966" y="5289980"/>
                  </a:lnTo>
                  <a:lnTo>
                    <a:pt x="860060" y="5289980"/>
                  </a:lnTo>
                  <a:lnTo>
                    <a:pt x="860342" y="5289980"/>
                  </a:lnTo>
                  <a:lnTo>
                    <a:pt x="860436" y="5289980"/>
                  </a:lnTo>
                  <a:lnTo>
                    <a:pt x="860624" y="5289980"/>
                  </a:lnTo>
                  <a:lnTo>
                    <a:pt x="860718" y="5289980"/>
                  </a:lnTo>
                  <a:lnTo>
                    <a:pt x="860812" y="5289980"/>
                  </a:lnTo>
                  <a:lnTo>
                    <a:pt x="860906" y="5289980"/>
                  </a:lnTo>
                  <a:lnTo>
                    <a:pt x="861000" y="5289980"/>
                  </a:lnTo>
                  <a:lnTo>
                    <a:pt x="861094" y="5289980"/>
                  </a:lnTo>
                  <a:lnTo>
                    <a:pt x="861471" y="5289980"/>
                  </a:lnTo>
                  <a:lnTo>
                    <a:pt x="861565" y="5289980"/>
                  </a:lnTo>
                  <a:lnTo>
                    <a:pt x="861659" y="5289980"/>
                  </a:lnTo>
                  <a:lnTo>
                    <a:pt x="861753" y="5289980"/>
                  </a:lnTo>
                  <a:lnTo>
                    <a:pt x="861847" y="5289980"/>
                  </a:lnTo>
                  <a:lnTo>
                    <a:pt x="861941" y="5289980"/>
                  </a:lnTo>
                  <a:lnTo>
                    <a:pt x="862129" y="5289980"/>
                  </a:lnTo>
                  <a:lnTo>
                    <a:pt x="862223" y="5289980"/>
                  </a:lnTo>
                  <a:lnTo>
                    <a:pt x="862317" y="5289980"/>
                  </a:lnTo>
                  <a:lnTo>
                    <a:pt x="862411" y="5289980"/>
                  </a:lnTo>
                  <a:lnTo>
                    <a:pt x="862599" y="5289980"/>
                  </a:lnTo>
                  <a:lnTo>
                    <a:pt x="862693" y="5289980"/>
                  </a:lnTo>
                  <a:lnTo>
                    <a:pt x="862787" y="5289980"/>
                  </a:lnTo>
                  <a:lnTo>
                    <a:pt x="862881" y="5289980"/>
                  </a:lnTo>
                  <a:lnTo>
                    <a:pt x="862975" y="5289980"/>
                  </a:lnTo>
                  <a:lnTo>
                    <a:pt x="863069" y="5289980"/>
                  </a:lnTo>
                  <a:lnTo>
                    <a:pt x="863257" y="5289980"/>
                  </a:lnTo>
                  <a:lnTo>
                    <a:pt x="863351" y="5289980"/>
                  </a:lnTo>
                  <a:lnTo>
                    <a:pt x="863539" y="5289980"/>
                  </a:lnTo>
                  <a:lnTo>
                    <a:pt x="863633" y="5289980"/>
                  </a:lnTo>
                  <a:lnTo>
                    <a:pt x="863727" y="5289980"/>
                  </a:lnTo>
                  <a:lnTo>
                    <a:pt x="863821" y="5289980"/>
                  </a:lnTo>
                  <a:lnTo>
                    <a:pt x="864103" y="5289980"/>
                  </a:lnTo>
                  <a:lnTo>
                    <a:pt x="864197" y="5289980"/>
                  </a:lnTo>
                  <a:lnTo>
                    <a:pt x="864291" y="5289980"/>
                  </a:lnTo>
                  <a:lnTo>
                    <a:pt x="864385" y="5289980"/>
                  </a:lnTo>
                  <a:lnTo>
                    <a:pt x="864479" y="5289980"/>
                  </a:lnTo>
                  <a:lnTo>
                    <a:pt x="864573" y="5289980"/>
                  </a:lnTo>
                  <a:lnTo>
                    <a:pt x="864761" y="5289980"/>
                  </a:lnTo>
                  <a:lnTo>
                    <a:pt x="864856" y="5289980"/>
                  </a:lnTo>
                  <a:lnTo>
                    <a:pt x="865044" y="5289980"/>
                  </a:lnTo>
                  <a:lnTo>
                    <a:pt x="865138" y="5289980"/>
                  </a:lnTo>
                  <a:lnTo>
                    <a:pt x="865232" y="5289980"/>
                  </a:lnTo>
                  <a:lnTo>
                    <a:pt x="865326" y="5289980"/>
                  </a:lnTo>
                  <a:lnTo>
                    <a:pt x="865420" y="5289980"/>
                  </a:lnTo>
                  <a:lnTo>
                    <a:pt x="865702" y="5289980"/>
                  </a:lnTo>
                  <a:lnTo>
                    <a:pt x="865890" y="5284700"/>
                  </a:lnTo>
                  <a:lnTo>
                    <a:pt x="865984" y="5284700"/>
                  </a:lnTo>
                  <a:lnTo>
                    <a:pt x="866078" y="5284700"/>
                  </a:lnTo>
                  <a:lnTo>
                    <a:pt x="866266" y="5284700"/>
                  </a:lnTo>
                  <a:lnTo>
                    <a:pt x="866360" y="5284700"/>
                  </a:lnTo>
                  <a:lnTo>
                    <a:pt x="866454" y="5284700"/>
                  </a:lnTo>
                  <a:lnTo>
                    <a:pt x="866548" y="5284700"/>
                  </a:lnTo>
                  <a:lnTo>
                    <a:pt x="866736" y="5284700"/>
                  </a:lnTo>
                  <a:lnTo>
                    <a:pt x="866830" y="5284700"/>
                  </a:lnTo>
                  <a:lnTo>
                    <a:pt x="867018" y="5284700"/>
                  </a:lnTo>
                  <a:lnTo>
                    <a:pt x="867112" y="5284700"/>
                  </a:lnTo>
                  <a:lnTo>
                    <a:pt x="867300" y="5284700"/>
                  </a:lnTo>
                  <a:lnTo>
                    <a:pt x="867394" y="5284700"/>
                  </a:lnTo>
                  <a:lnTo>
                    <a:pt x="867582" y="5284700"/>
                  </a:lnTo>
                  <a:lnTo>
                    <a:pt x="867676" y="5284700"/>
                  </a:lnTo>
                  <a:lnTo>
                    <a:pt x="867770" y="5284700"/>
                  </a:lnTo>
                  <a:lnTo>
                    <a:pt x="867958" y="5284700"/>
                  </a:lnTo>
                  <a:lnTo>
                    <a:pt x="868146" y="5284700"/>
                  </a:lnTo>
                  <a:lnTo>
                    <a:pt x="868335" y="5284700"/>
                  </a:lnTo>
                  <a:lnTo>
                    <a:pt x="868429" y="5284700"/>
                  </a:lnTo>
                  <a:lnTo>
                    <a:pt x="868523" y="5284700"/>
                  </a:lnTo>
                  <a:lnTo>
                    <a:pt x="868617" y="5284700"/>
                  </a:lnTo>
                  <a:lnTo>
                    <a:pt x="868805" y="5284700"/>
                  </a:lnTo>
                  <a:lnTo>
                    <a:pt x="868993" y="5284700"/>
                  </a:lnTo>
                  <a:lnTo>
                    <a:pt x="869181" y="5284700"/>
                  </a:lnTo>
                  <a:lnTo>
                    <a:pt x="869369" y="5284700"/>
                  </a:lnTo>
                  <a:lnTo>
                    <a:pt x="869463" y="5284700"/>
                  </a:lnTo>
                  <a:lnTo>
                    <a:pt x="869557" y="5284700"/>
                  </a:lnTo>
                  <a:lnTo>
                    <a:pt x="869651" y="5284700"/>
                  </a:lnTo>
                  <a:lnTo>
                    <a:pt x="869745" y="5284700"/>
                  </a:lnTo>
                  <a:lnTo>
                    <a:pt x="869839" y="5284700"/>
                  </a:lnTo>
                  <a:lnTo>
                    <a:pt x="869933" y="5284700"/>
                  </a:lnTo>
                  <a:lnTo>
                    <a:pt x="870215" y="5284700"/>
                  </a:lnTo>
                  <a:lnTo>
                    <a:pt x="870309" y="5284700"/>
                  </a:lnTo>
                  <a:lnTo>
                    <a:pt x="870403" y="5284700"/>
                  </a:lnTo>
                  <a:lnTo>
                    <a:pt x="870497" y="5284700"/>
                  </a:lnTo>
                  <a:lnTo>
                    <a:pt x="870591" y="5284700"/>
                  </a:lnTo>
                  <a:lnTo>
                    <a:pt x="870685" y="5284700"/>
                  </a:lnTo>
                  <a:lnTo>
                    <a:pt x="870779" y="5284700"/>
                  </a:lnTo>
                  <a:lnTo>
                    <a:pt x="870873" y="5284700"/>
                  </a:lnTo>
                  <a:lnTo>
                    <a:pt x="870967" y="5284700"/>
                  </a:lnTo>
                  <a:lnTo>
                    <a:pt x="871061" y="5284700"/>
                  </a:lnTo>
                  <a:lnTo>
                    <a:pt x="871155" y="5284700"/>
                  </a:lnTo>
                  <a:lnTo>
                    <a:pt x="871531" y="5284700"/>
                  </a:lnTo>
                  <a:lnTo>
                    <a:pt x="871625" y="5284700"/>
                  </a:lnTo>
                  <a:lnTo>
                    <a:pt x="871719" y="5284700"/>
                  </a:lnTo>
                  <a:lnTo>
                    <a:pt x="872002" y="5284700"/>
                  </a:lnTo>
                  <a:lnTo>
                    <a:pt x="872190" y="5284700"/>
                  </a:lnTo>
                  <a:lnTo>
                    <a:pt x="872284" y="5284700"/>
                  </a:lnTo>
                  <a:lnTo>
                    <a:pt x="872566" y="5284700"/>
                  </a:lnTo>
                  <a:lnTo>
                    <a:pt x="872942" y="5279421"/>
                  </a:lnTo>
                  <a:lnTo>
                    <a:pt x="873036" y="5279421"/>
                  </a:lnTo>
                  <a:lnTo>
                    <a:pt x="873224" y="5279421"/>
                  </a:lnTo>
                  <a:lnTo>
                    <a:pt x="873318" y="5279421"/>
                  </a:lnTo>
                  <a:lnTo>
                    <a:pt x="873412" y="5279421"/>
                  </a:lnTo>
                  <a:lnTo>
                    <a:pt x="873506" y="5279421"/>
                  </a:lnTo>
                  <a:lnTo>
                    <a:pt x="873694" y="5279421"/>
                  </a:lnTo>
                  <a:lnTo>
                    <a:pt x="873694" y="5274141"/>
                  </a:lnTo>
                  <a:lnTo>
                    <a:pt x="873976" y="5274141"/>
                  </a:lnTo>
                  <a:lnTo>
                    <a:pt x="874070" y="5274141"/>
                  </a:lnTo>
                  <a:lnTo>
                    <a:pt x="874164" y="5274141"/>
                  </a:lnTo>
                  <a:lnTo>
                    <a:pt x="874258" y="5274141"/>
                  </a:lnTo>
                  <a:lnTo>
                    <a:pt x="874446" y="5274141"/>
                  </a:lnTo>
                  <a:lnTo>
                    <a:pt x="874634" y="5274141"/>
                  </a:lnTo>
                  <a:lnTo>
                    <a:pt x="874916" y="5274141"/>
                  </a:lnTo>
                  <a:lnTo>
                    <a:pt x="875104" y="5274141"/>
                  </a:lnTo>
                  <a:lnTo>
                    <a:pt x="875386" y="5274141"/>
                  </a:lnTo>
                  <a:lnTo>
                    <a:pt x="875669" y="5274141"/>
                  </a:lnTo>
                  <a:lnTo>
                    <a:pt x="875857" y="5274141"/>
                  </a:lnTo>
                  <a:lnTo>
                    <a:pt x="875951" y="5274141"/>
                  </a:lnTo>
                  <a:lnTo>
                    <a:pt x="876045" y="5274141"/>
                  </a:lnTo>
                  <a:lnTo>
                    <a:pt x="876139" y="5274141"/>
                  </a:lnTo>
                  <a:lnTo>
                    <a:pt x="876327" y="5274141"/>
                  </a:lnTo>
                  <a:lnTo>
                    <a:pt x="876515" y="5274141"/>
                  </a:lnTo>
                  <a:lnTo>
                    <a:pt x="876797" y="5274141"/>
                  </a:lnTo>
                  <a:lnTo>
                    <a:pt x="876891" y="5274141"/>
                  </a:lnTo>
                  <a:lnTo>
                    <a:pt x="877079" y="5274141"/>
                  </a:lnTo>
                  <a:lnTo>
                    <a:pt x="877173" y="5274141"/>
                  </a:lnTo>
                  <a:lnTo>
                    <a:pt x="877549" y="5274141"/>
                  </a:lnTo>
                  <a:lnTo>
                    <a:pt x="877831" y="5274141"/>
                  </a:lnTo>
                  <a:lnTo>
                    <a:pt x="877925" y="5274141"/>
                  </a:lnTo>
                  <a:lnTo>
                    <a:pt x="878019" y="5274141"/>
                  </a:lnTo>
                  <a:lnTo>
                    <a:pt x="878113" y="5274141"/>
                  </a:lnTo>
                  <a:lnTo>
                    <a:pt x="878207" y="5274141"/>
                  </a:lnTo>
                  <a:lnTo>
                    <a:pt x="878301" y="5274141"/>
                  </a:lnTo>
                  <a:lnTo>
                    <a:pt x="878395" y="5274141"/>
                  </a:lnTo>
                  <a:lnTo>
                    <a:pt x="878489" y="5274141"/>
                  </a:lnTo>
                  <a:lnTo>
                    <a:pt x="878677" y="5274141"/>
                  </a:lnTo>
                  <a:lnTo>
                    <a:pt x="878771" y="5274141"/>
                  </a:lnTo>
                  <a:lnTo>
                    <a:pt x="878865" y="5274141"/>
                  </a:lnTo>
                  <a:lnTo>
                    <a:pt x="878960" y="5274141"/>
                  </a:lnTo>
                  <a:lnTo>
                    <a:pt x="879054" y="5274141"/>
                  </a:lnTo>
                  <a:lnTo>
                    <a:pt x="879242" y="5274141"/>
                  </a:lnTo>
                  <a:lnTo>
                    <a:pt x="879430" y="5274141"/>
                  </a:lnTo>
                  <a:lnTo>
                    <a:pt x="879618" y="5274141"/>
                  </a:lnTo>
                  <a:lnTo>
                    <a:pt x="879712" y="5274141"/>
                  </a:lnTo>
                  <a:lnTo>
                    <a:pt x="879806" y="5274141"/>
                  </a:lnTo>
                  <a:lnTo>
                    <a:pt x="879900" y="5274141"/>
                  </a:lnTo>
                  <a:lnTo>
                    <a:pt x="880088" y="5274141"/>
                  </a:lnTo>
                  <a:lnTo>
                    <a:pt x="880276" y="5274141"/>
                  </a:lnTo>
                  <a:lnTo>
                    <a:pt x="880464" y="5274141"/>
                  </a:lnTo>
                  <a:lnTo>
                    <a:pt x="880558" y="5274141"/>
                  </a:lnTo>
                  <a:lnTo>
                    <a:pt x="880746" y="5274141"/>
                  </a:lnTo>
                  <a:lnTo>
                    <a:pt x="880840" y="5274141"/>
                  </a:lnTo>
                  <a:lnTo>
                    <a:pt x="880934" y="5274141"/>
                  </a:lnTo>
                  <a:lnTo>
                    <a:pt x="881122" y="5274141"/>
                  </a:lnTo>
                  <a:lnTo>
                    <a:pt x="881216" y="5274141"/>
                  </a:lnTo>
                  <a:lnTo>
                    <a:pt x="881310" y="5274141"/>
                  </a:lnTo>
                  <a:lnTo>
                    <a:pt x="881498" y="5274141"/>
                  </a:lnTo>
                  <a:lnTo>
                    <a:pt x="881686" y="5274141"/>
                  </a:lnTo>
                  <a:lnTo>
                    <a:pt x="881780" y="5274141"/>
                  </a:lnTo>
                  <a:lnTo>
                    <a:pt x="881874" y="5274141"/>
                  </a:lnTo>
                  <a:lnTo>
                    <a:pt x="882250" y="5274141"/>
                  </a:lnTo>
                  <a:lnTo>
                    <a:pt x="882344" y="5274141"/>
                  </a:lnTo>
                  <a:lnTo>
                    <a:pt x="882438" y="5274141"/>
                  </a:lnTo>
                  <a:lnTo>
                    <a:pt x="882533" y="5274141"/>
                  </a:lnTo>
                  <a:lnTo>
                    <a:pt x="882627" y="5274141"/>
                  </a:lnTo>
                  <a:lnTo>
                    <a:pt x="882721" y="5274141"/>
                  </a:lnTo>
                  <a:lnTo>
                    <a:pt x="882815" y="5274141"/>
                  </a:lnTo>
                  <a:lnTo>
                    <a:pt x="882909" y="5274141"/>
                  </a:lnTo>
                  <a:lnTo>
                    <a:pt x="883097" y="5274141"/>
                  </a:lnTo>
                  <a:lnTo>
                    <a:pt x="883191" y="5274141"/>
                  </a:lnTo>
                  <a:lnTo>
                    <a:pt x="883285" y="5274141"/>
                  </a:lnTo>
                  <a:lnTo>
                    <a:pt x="883473" y="5274141"/>
                  </a:lnTo>
                  <a:lnTo>
                    <a:pt x="883661" y="5274141"/>
                  </a:lnTo>
                  <a:lnTo>
                    <a:pt x="883849" y="5274141"/>
                  </a:lnTo>
                  <a:lnTo>
                    <a:pt x="883943" y="5274141"/>
                  </a:lnTo>
                  <a:lnTo>
                    <a:pt x="884131" y="5274141"/>
                  </a:lnTo>
                  <a:lnTo>
                    <a:pt x="884413" y="5268862"/>
                  </a:lnTo>
                  <a:lnTo>
                    <a:pt x="884601" y="5268862"/>
                  </a:lnTo>
                  <a:lnTo>
                    <a:pt x="884695" y="5268862"/>
                  </a:lnTo>
                  <a:lnTo>
                    <a:pt x="884789" y="5268862"/>
                  </a:lnTo>
                  <a:lnTo>
                    <a:pt x="884977" y="5268862"/>
                  </a:lnTo>
                  <a:lnTo>
                    <a:pt x="885165" y="5268862"/>
                  </a:lnTo>
                  <a:lnTo>
                    <a:pt x="885259" y="5268862"/>
                  </a:lnTo>
                  <a:lnTo>
                    <a:pt x="885353" y="5268862"/>
                  </a:lnTo>
                  <a:lnTo>
                    <a:pt x="885447" y="5268862"/>
                  </a:lnTo>
                  <a:lnTo>
                    <a:pt x="885541" y="5268862"/>
                  </a:lnTo>
                  <a:lnTo>
                    <a:pt x="885635" y="5268862"/>
                  </a:lnTo>
                  <a:lnTo>
                    <a:pt x="885729" y="5268862"/>
                  </a:lnTo>
                  <a:lnTo>
                    <a:pt x="886011" y="5268862"/>
                  </a:lnTo>
                  <a:lnTo>
                    <a:pt x="886106" y="5268862"/>
                  </a:lnTo>
                  <a:lnTo>
                    <a:pt x="886294" y="5268862"/>
                  </a:lnTo>
                  <a:lnTo>
                    <a:pt x="886576" y="5268862"/>
                  </a:lnTo>
                  <a:lnTo>
                    <a:pt x="886670" y="5268862"/>
                  </a:lnTo>
                  <a:lnTo>
                    <a:pt x="886764" y="5268862"/>
                  </a:lnTo>
                  <a:lnTo>
                    <a:pt x="886858" y="5268862"/>
                  </a:lnTo>
                  <a:lnTo>
                    <a:pt x="886952" y="5268862"/>
                  </a:lnTo>
                  <a:lnTo>
                    <a:pt x="887046" y="5268862"/>
                  </a:lnTo>
                  <a:lnTo>
                    <a:pt x="887140" y="5268862"/>
                  </a:lnTo>
                  <a:lnTo>
                    <a:pt x="887234" y="5268862"/>
                  </a:lnTo>
                  <a:lnTo>
                    <a:pt x="887516" y="5268862"/>
                  </a:lnTo>
                  <a:lnTo>
                    <a:pt x="887610" y="5268862"/>
                  </a:lnTo>
                  <a:lnTo>
                    <a:pt x="887892" y="5268862"/>
                  </a:lnTo>
                  <a:lnTo>
                    <a:pt x="887986" y="5268862"/>
                  </a:lnTo>
                  <a:lnTo>
                    <a:pt x="888080" y="5268862"/>
                  </a:lnTo>
                  <a:lnTo>
                    <a:pt x="888174" y="5268862"/>
                  </a:lnTo>
                  <a:lnTo>
                    <a:pt x="888268" y="5268862"/>
                  </a:lnTo>
                  <a:lnTo>
                    <a:pt x="888456" y="5268862"/>
                  </a:lnTo>
                  <a:lnTo>
                    <a:pt x="888550" y="5268862"/>
                  </a:lnTo>
                  <a:lnTo>
                    <a:pt x="888644" y="5268862"/>
                  </a:lnTo>
                  <a:lnTo>
                    <a:pt x="889208" y="5268862"/>
                  </a:lnTo>
                  <a:lnTo>
                    <a:pt x="889302" y="5268862"/>
                  </a:lnTo>
                  <a:lnTo>
                    <a:pt x="889396" y="5268862"/>
                  </a:lnTo>
                  <a:lnTo>
                    <a:pt x="889584" y="5268862"/>
                  </a:lnTo>
                  <a:lnTo>
                    <a:pt x="889679" y="5268862"/>
                  </a:lnTo>
                  <a:lnTo>
                    <a:pt x="889773" y="5268862"/>
                  </a:lnTo>
                  <a:lnTo>
                    <a:pt x="889867" y="5268862"/>
                  </a:lnTo>
                  <a:lnTo>
                    <a:pt x="889961" y="5268862"/>
                  </a:lnTo>
                  <a:lnTo>
                    <a:pt x="890055" y="5268862"/>
                  </a:lnTo>
                  <a:lnTo>
                    <a:pt x="890149" y="5268862"/>
                  </a:lnTo>
                  <a:lnTo>
                    <a:pt x="890243" y="5268862"/>
                  </a:lnTo>
                  <a:lnTo>
                    <a:pt x="890337" y="5268862"/>
                  </a:lnTo>
                  <a:lnTo>
                    <a:pt x="890431" y="5268862"/>
                  </a:lnTo>
                  <a:lnTo>
                    <a:pt x="890619" y="5268862"/>
                  </a:lnTo>
                  <a:lnTo>
                    <a:pt x="890901" y="5268862"/>
                  </a:lnTo>
                  <a:lnTo>
                    <a:pt x="890995" y="5268862"/>
                  </a:lnTo>
                  <a:lnTo>
                    <a:pt x="891089" y="5268862"/>
                  </a:lnTo>
                  <a:lnTo>
                    <a:pt x="891183" y="5268862"/>
                  </a:lnTo>
                  <a:lnTo>
                    <a:pt x="891277" y="5268862"/>
                  </a:lnTo>
                  <a:lnTo>
                    <a:pt x="891465" y="5268862"/>
                  </a:lnTo>
                  <a:lnTo>
                    <a:pt x="891559" y="5268862"/>
                  </a:lnTo>
                  <a:lnTo>
                    <a:pt x="891653" y="5268862"/>
                  </a:lnTo>
                  <a:lnTo>
                    <a:pt x="891747" y="5268862"/>
                  </a:lnTo>
                  <a:lnTo>
                    <a:pt x="891841" y="5268862"/>
                  </a:lnTo>
                  <a:lnTo>
                    <a:pt x="891935" y="5268862"/>
                  </a:lnTo>
                  <a:lnTo>
                    <a:pt x="892029" y="5268862"/>
                  </a:lnTo>
                  <a:lnTo>
                    <a:pt x="892123" y="5268862"/>
                  </a:lnTo>
                  <a:lnTo>
                    <a:pt x="892499" y="5268862"/>
                  </a:lnTo>
                  <a:lnTo>
                    <a:pt x="892593" y="5268862"/>
                  </a:lnTo>
                  <a:lnTo>
                    <a:pt x="892687" y="5268862"/>
                  </a:lnTo>
                  <a:lnTo>
                    <a:pt x="892969" y="5268862"/>
                  </a:lnTo>
                  <a:lnTo>
                    <a:pt x="893346" y="5268862"/>
                  </a:lnTo>
                  <a:lnTo>
                    <a:pt x="893440" y="5268862"/>
                  </a:lnTo>
                  <a:lnTo>
                    <a:pt x="893534" y="5268862"/>
                  </a:lnTo>
                  <a:lnTo>
                    <a:pt x="893628" y="5268862"/>
                  </a:lnTo>
                  <a:lnTo>
                    <a:pt x="893816" y="5268862"/>
                  </a:lnTo>
                  <a:lnTo>
                    <a:pt x="894004" y="5268862"/>
                  </a:lnTo>
                  <a:lnTo>
                    <a:pt x="894192" y="5268862"/>
                  </a:lnTo>
                  <a:lnTo>
                    <a:pt x="894286" y="5268862"/>
                  </a:lnTo>
                  <a:lnTo>
                    <a:pt x="894380" y="5268862"/>
                  </a:lnTo>
                  <a:lnTo>
                    <a:pt x="894662" y="5268862"/>
                  </a:lnTo>
                  <a:lnTo>
                    <a:pt x="894850" y="5268862"/>
                  </a:lnTo>
                  <a:lnTo>
                    <a:pt x="894944" y="5268862"/>
                  </a:lnTo>
                  <a:lnTo>
                    <a:pt x="895038" y="5268862"/>
                  </a:lnTo>
                  <a:lnTo>
                    <a:pt x="895132" y="5268862"/>
                  </a:lnTo>
                  <a:lnTo>
                    <a:pt x="895226" y="5268862"/>
                  </a:lnTo>
                  <a:lnTo>
                    <a:pt x="895320" y="5268862"/>
                  </a:lnTo>
                  <a:lnTo>
                    <a:pt x="895790" y="5268862"/>
                  </a:lnTo>
                  <a:lnTo>
                    <a:pt x="895978" y="5268862"/>
                  </a:lnTo>
                  <a:lnTo>
                    <a:pt x="896072" y="5268862"/>
                  </a:lnTo>
                  <a:lnTo>
                    <a:pt x="896166" y="5268862"/>
                  </a:lnTo>
                  <a:lnTo>
                    <a:pt x="896260" y="5268862"/>
                  </a:lnTo>
                  <a:lnTo>
                    <a:pt x="896448" y="5268862"/>
                  </a:lnTo>
                  <a:lnTo>
                    <a:pt x="896636" y="5268862"/>
                  </a:lnTo>
                  <a:lnTo>
                    <a:pt x="896636" y="5263583"/>
                  </a:lnTo>
                  <a:lnTo>
                    <a:pt x="896731" y="5263583"/>
                  </a:lnTo>
                  <a:lnTo>
                    <a:pt x="896919" y="5263583"/>
                  </a:lnTo>
                  <a:lnTo>
                    <a:pt x="897483" y="5263583"/>
                  </a:lnTo>
                  <a:lnTo>
                    <a:pt x="897671" y="5263583"/>
                  </a:lnTo>
                  <a:lnTo>
                    <a:pt x="897765" y="5263583"/>
                  </a:lnTo>
                  <a:lnTo>
                    <a:pt x="897859" y="5263583"/>
                  </a:lnTo>
                  <a:lnTo>
                    <a:pt x="898141" y="5263583"/>
                  </a:lnTo>
                  <a:lnTo>
                    <a:pt x="898235" y="5263583"/>
                  </a:lnTo>
                  <a:lnTo>
                    <a:pt x="898423" y="5263583"/>
                  </a:lnTo>
                  <a:lnTo>
                    <a:pt x="898517" y="5263583"/>
                  </a:lnTo>
                  <a:lnTo>
                    <a:pt x="898611" y="5263583"/>
                  </a:lnTo>
                  <a:lnTo>
                    <a:pt x="898705" y="5263583"/>
                  </a:lnTo>
                  <a:lnTo>
                    <a:pt x="898799" y="5258303"/>
                  </a:lnTo>
                  <a:lnTo>
                    <a:pt x="898987" y="5258303"/>
                  </a:lnTo>
                  <a:lnTo>
                    <a:pt x="899175" y="5258303"/>
                  </a:lnTo>
                  <a:lnTo>
                    <a:pt x="899269" y="5258303"/>
                  </a:lnTo>
                  <a:lnTo>
                    <a:pt x="899363" y="5258303"/>
                  </a:lnTo>
                  <a:lnTo>
                    <a:pt x="899551" y="5258303"/>
                  </a:lnTo>
                  <a:lnTo>
                    <a:pt x="899739" y="5258303"/>
                  </a:lnTo>
                  <a:lnTo>
                    <a:pt x="899833" y="5258303"/>
                  </a:lnTo>
                  <a:lnTo>
                    <a:pt x="899927" y="5258303"/>
                  </a:lnTo>
                  <a:lnTo>
                    <a:pt x="900115" y="5258303"/>
                  </a:lnTo>
                  <a:lnTo>
                    <a:pt x="900209" y="5258303"/>
                  </a:lnTo>
                  <a:lnTo>
                    <a:pt x="900304" y="5258303"/>
                  </a:lnTo>
                  <a:lnTo>
                    <a:pt x="900398" y="5258303"/>
                  </a:lnTo>
                  <a:lnTo>
                    <a:pt x="900492" y="5258303"/>
                  </a:lnTo>
                  <a:lnTo>
                    <a:pt x="900774" y="5258303"/>
                  </a:lnTo>
                  <a:lnTo>
                    <a:pt x="900962" y="5258303"/>
                  </a:lnTo>
                  <a:lnTo>
                    <a:pt x="901150" y="5258303"/>
                  </a:lnTo>
                  <a:lnTo>
                    <a:pt x="901244" y="5258303"/>
                  </a:lnTo>
                  <a:lnTo>
                    <a:pt x="901338" y="5258303"/>
                  </a:lnTo>
                  <a:lnTo>
                    <a:pt x="901432" y="5258303"/>
                  </a:lnTo>
                  <a:lnTo>
                    <a:pt x="901526" y="5258303"/>
                  </a:lnTo>
                  <a:lnTo>
                    <a:pt x="901714" y="5258303"/>
                  </a:lnTo>
                  <a:lnTo>
                    <a:pt x="901808" y="5258303"/>
                  </a:lnTo>
                  <a:lnTo>
                    <a:pt x="901996" y="5258303"/>
                  </a:lnTo>
                  <a:lnTo>
                    <a:pt x="902090" y="5258303"/>
                  </a:lnTo>
                  <a:lnTo>
                    <a:pt x="902184" y="5258303"/>
                  </a:lnTo>
                  <a:lnTo>
                    <a:pt x="902278" y="5258303"/>
                  </a:lnTo>
                  <a:lnTo>
                    <a:pt x="902372" y="5253024"/>
                  </a:lnTo>
                  <a:lnTo>
                    <a:pt x="902466" y="5253024"/>
                  </a:lnTo>
                  <a:lnTo>
                    <a:pt x="902654" y="5253024"/>
                  </a:lnTo>
                  <a:lnTo>
                    <a:pt x="902748" y="5253024"/>
                  </a:lnTo>
                  <a:lnTo>
                    <a:pt x="902842" y="5253024"/>
                  </a:lnTo>
                  <a:lnTo>
                    <a:pt x="903030" y="5253024"/>
                  </a:lnTo>
                  <a:lnTo>
                    <a:pt x="903124" y="5253024"/>
                  </a:lnTo>
                  <a:lnTo>
                    <a:pt x="903218" y="5253024"/>
                  </a:lnTo>
                  <a:lnTo>
                    <a:pt x="903312" y="5253024"/>
                  </a:lnTo>
                  <a:lnTo>
                    <a:pt x="903500" y="5253024"/>
                  </a:lnTo>
                  <a:lnTo>
                    <a:pt x="903594" y="5253024"/>
                  </a:lnTo>
                  <a:lnTo>
                    <a:pt x="903688" y="5253024"/>
                  </a:lnTo>
                  <a:lnTo>
                    <a:pt x="903783" y="5253024"/>
                  </a:lnTo>
                  <a:lnTo>
                    <a:pt x="903877" y="5253024"/>
                  </a:lnTo>
                  <a:lnTo>
                    <a:pt x="904065" y="5253024"/>
                  </a:lnTo>
                  <a:lnTo>
                    <a:pt x="904159" y="5253024"/>
                  </a:lnTo>
                  <a:lnTo>
                    <a:pt x="904253" y="5253024"/>
                  </a:lnTo>
                  <a:lnTo>
                    <a:pt x="904441" y="5253024"/>
                  </a:lnTo>
                  <a:lnTo>
                    <a:pt x="905005" y="5253024"/>
                  </a:lnTo>
                  <a:lnTo>
                    <a:pt x="905099" y="5253024"/>
                  </a:lnTo>
                  <a:lnTo>
                    <a:pt x="905193" y="5247744"/>
                  </a:lnTo>
                  <a:lnTo>
                    <a:pt x="905287" y="5247744"/>
                  </a:lnTo>
                  <a:lnTo>
                    <a:pt x="905475" y="5247744"/>
                  </a:lnTo>
                  <a:lnTo>
                    <a:pt x="905569" y="5247744"/>
                  </a:lnTo>
                  <a:lnTo>
                    <a:pt x="905663" y="5247744"/>
                  </a:lnTo>
                  <a:lnTo>
                    <a:pt x="905757" y="5247744"/>
                  </a:lnTo>
                  <a:lnTo>
                    <a:pt x="905851" y="5247744"/>
                  </a:lnTo>
                  <a:lnTo>
                    <a:pt x="906039" y="5247744"/>
                  </a:lnTo>
                  <a:lnTo>
                    <a:pt x="906321" y="5247744"/>
                  </a:lnTo>
                  <a:lnTo>
                    <a:pt x="906415" y="5247744"/>
                  </a:lnTo>
                  <a:lnTo>
                    <a:pt x="906509" y="5247744"/>
                  </a:lnTo>
                  <a:lnTo>
                    <a:pt x="906697" y="5247744"/>
                  </a:lnTo>
                  <a:lnTo>
                    <a:pt x="906791" y="5247744"/>
                  </a:lnTo>
                  <a:lnTo>
                    <a:pt x="906979" y="5247744"/>
                  </a:lnTo>
                  <a:lnTo>
                    <a:pt x="907073" y="5247744"/>
                  </a:lnTo>
                  <a:lnTo>
                    <a:pt x="907167" y="5247744"/>
                  </a:lnTo>
                  <a:lnTo>
                    <a:pt x="907638" y="5242465"/>
                  </a:lnTo>
                  <a:lnTo>
                    <a:pt x="907732" y="5242465"/>
                  </a:lnTo>
                  <a:lnTo>
                    <a:pt x="907826" y="5242465"/>
                  </a:lnTo>
                  <a:lnTo>
                    <a:pt x="908014" y="5242465"/>
                  </a:lnTo>
                  <a:lnTo>
                    <a:pt x="908108" y="5242465"/>
                  </a:lnTo>
                  <a:lnTo>
                    <a:pt x="908296" y="5242465"/>
                  </a:lnTo>
                  <a:lnTo>
                    <a:pt x="908484" y="5242465"/>
                  </a:lnTo>
                  <a:lnTo>
                    <a:pt x="908672" y="5242465"/>
                  </a:lnTo>
                  <a:lnTo>
                    <a:pt x="908766" y="5242465"/>
                  </a:lnTo>
                  <a:lnTo>
                    <a:pt x="909048" y="5242465"/>
                  </a:lnTo>
                  <a:lnTo>
                    <a:pt x="909142" y="5242465"/>
                  </a:lnTo>
                  <a:lnTo>
                    <a:pt x="909236" y="5242465"/>
                  </a:lnTo>
                  <a:lnTo>
                    <a:pt x="909330" y="5242465"/>
                  </a:lnTo>
                  <a:lnTo>
                    <a:pt x="909424" y="5242465"/>
                  </a:lnTo>
                  <a:lnTo>
                    <a:pt x="909518" y="5242465"/>
                  </a:lnTo>
                  <a:lnTo>
                    <a:pt x="909612" y="5242465"/>
                  </a:lnTo>
                  <a:lnTo>
                    <a:pt x="909800" y="5242465"/>
                  </a:lnTo>
                  <a:lnTo>
                    <a:pt x="909988" y="5242465"/>
                  </a:lnTo>
                  <a:lnTo>
                    <a:pt x="910082" y="5242465"/>
                  </a:lnTo>
                  <a:lnTo>
                    <a:pt x="910270" y="5242465"/>
                  </a:lnTo>
                  <a:lnTo>
                    <a:pt x="910458" y="5242465"/>
                  </a:lnTo>
                  <a:lnTo>
                    <a:pt x="910646" y="5242465"/>
                  </a:lnTo>
                  <a:lnTo>
                    <a:pt x="910834" y="5242465"/>
                  </a:lnTo>
                  <a:lnTo>
                    <a:pt x="910929" y="5242465"/>
                  </a:lnTo>
                  <a:lnTo>
                    <a:pt x="911023" y="5242465"/>
                  </a:lnTo>
                  <a:lnTo>
                    <a:pt x="911211" y="5242465"/>
                  </a:lnTo>
                  <a:lnTo>
                    <a:pt x="911305" y="5242465"/>
                  </a:lnTo>
                  <a:lnTo>
                    <a:pt x="911399" y="5242465"/>
                  </a:lnTo>
                  <a:lnTo>
                    <a:pt x="911775" y="5242465"/>
                  </a:lnTo>
                  <a:lnTo>
                    <a:pt x="911869" y="5242465"/>
                  </a:lnTo>
                  <a:lnTo>
                    <a:pt x="912339" y="5242465"/>
                  </a:lnTo>
                  <a:lnTo>
                    <a:pt x="912433" y="5242465"/>
                  </a:lnTo>
                  <a:lnTo>
                    <a:pt x="912527" y="5242465"/>
                  </a:lnTo>
                  <a:lnTo>
                    <a:pt x="912621" y="5242465"/>
                  </a:lnTo>
                  <a:lnTo>
                    <a:pt x="912715" y="5242465"/>
                  </a:lnTo>
                  <a:lnTo>
                    <a:pt x="912903" y="5242465"/>
                  </a:lnTo>
                  <a:lnTo>
                    <a:pt x="913091" y="5242465"/>
                  </a:lnTo>
                  <a:lnTo>
                    <a:pt x="913279" y="5242465"/>
                  </a:lnTo>
                  <a:lnTo>
                    <a:pt x="913467" y="5242465"/>
                  </a:lnTo>
                  <a:lnTo>
                    <a:pt x="913561" y="5242465"/>
                  </a:lnTo>
                  <a:lnTo>
                    <a:pt x="913655" y="5237185"/>
                  </a:lnTo>
                  <a:lnTo>
                    <a:pt x="913749" y="5237185"/>
                  </a:lnTo>
                  <a:lnTo>
                    <a:pt x="913843" y="5237185"/>
                  </a:lnTo>
                  <a:lnTo>
                    <a:pt x="913937" y="5237185"/>
                  </a:lnTo>
                  <a:lnTo>
                    <a:pt x="914219" y="5237185"/>
                  </a:lnTo>
                  <a:lnTo>
                    <a:pt x="914408" y="5237185"/>
                  </a:lnTo>
                  <a:lnTo>
                    <a:pt x="914502" y="5237185"/>
                  </a:lnTo>
                  <a:lnTo>
                    <a:pt x="914596" y="5237185"/>
                  </a:lnTo>
                  <a:lnTo>
                    <a:pt x="914690" y="5237185"/>
                  </a:lnTo>
                  <a:lnTo>
                    <a:pt x="914784" y="5231906"/>
                  </a:lnTo>
                  <a:lnTo>
                    <a:pt x="914878" y="5231906"/>
                  </a:lnTo>
                  <a:lnTo>
                    <a:pt x="914972" y="5231906"/>
                  </a:lnTo>
                  <a:lnTo>
                    <a:pt x="915066" y="5231906"/>
                  </a:lnTo>
                  <a:lnTo>
                    <a:pt x="915160" y="5231906"/>
                  </a:lnTo>
                  <a:lnTo>
                    <a:pt x="915160" y="5226627"/>
                  </a:lnTo>
                  <a:lnTo>
                    <a:pt x="915348" y="5226627"/>
                  </a:lnTo>
                  <a:lnTo>
                    <a:pt x="915442" y="5226627"/>
                  </a:lnTo>
                  <a:lnTo>
                    <a:pt x="915536" y="5226627"/>
                  </a:lnTo>
                  <a:lnTo>
                    <a:pt x="915630" y="5226627"/>
                  </a:lnTo>
                  <a:lnTo>
                    <a:pt x="915724" y="5226627"/>
                  </a:lnTo>
                  <a:lnTo>
                    <a:pt x="915818" y="5226627"/>
                  </a:lnTo>
                  <a:lnTo>
                    <a:pt x="915912" y="5226627"/>
                  </a:lnTo>
                  <a:lnTo>
                    <a:pt x="916006" y="5226627"/>
                  </a:lnTo>
                  <a:lnTo>
                    <a:pt x="916100" y="5226627"/>
                  </a:lnTo>
                  <a:lnTo>
                    <a:pt x="916194" y="5226627"/>
                  </a:lnTo>
                  <a:lnTo>
                    <a:pt x="916570" y="5226627"/>
                  </a:lnTo>
                  <a:lnTo>
                    <a:pt x="916664" y="5226627"/>
                  </a:lnTo>
                  <a:lnTo>
                    <a:pt x="916946" y="5226627"/>
                  </a:lnTo>
                  <a:lnTo>
                    <a:pt x="917134" y="5226627"/>
                  </a:lnTo>
                  <a:lnTo>
                    <a:pt x="917228" y="5226627"/>
                  </a:lnTo>
                  <a:lnTo>
                    <a:pt x="917322" y="5226627"/>
                  </a:lnTo>
                  <a:lnTo>
                    <a:pt x="917416" y="5226627"/>
                  </a:lnTo>
                  <a:lnTo>
                    <a:pt x="917510" y="5226627"/>
                  </a:lnTo>
                  <a:lnTo>
                    <a:pt x="917604" y="5226627"/>
                  </a:lnTo>
                  <a:lnTo>
                    <a:pt x="917886" y="5226627"/>
                  </a:lnTo>
                  <a:lnTo>
                    <a:pt x="918169" y="5226627"/>
                  </a:lnTo>
                  <a:lnTo>
                    <a:pt x="918263" y="5226627"/>
                  </a:lnTo>
                  <a:lnTo>
                    <a:pt x="918357" y="5226627"/>
                  </a:lnTo>
                  <a:lnTo>
                    <a:pt x="918451" y="5226627"/>
                  </a:lnTo>
                  <a:lnTo>
                    <a:pt x="918545" y="5226627"/>
                  </a:lnTo>
                  <a:lnTo>
                    <a:pt x="918639" y="5226627"/>
                  </a:lnTo>
                  <a:lnTo>
                    <a:pt x="918827" y="5226627"/>
                  </a:lnTo>
                  <a:lnTo>
                    <a:pt x="918921" y="5226627"/>
                  </a:lnTo>
                  <a:lnTo>
                    <a:pt x="919015" y="5226627"/>
                  </a:lnTo>
                  <a:lnTo>
                    <a:pt x="919109" y="5226627"/>
                  </a:lnTo>
                  <a:lnTo>
                    <a:pt x="919203" y="5226627"/>
                  </a:lnTo>
                  <a:lnTo>
                    <a:pt x="919485" y="5226627"/>
                  </a:lnTo>
                  <a:lnTo>
                    <a:pt x="919673" y="5226627"/>
                  </a:lnTo>
                  <a:lnTo>
                    <a:pt x="919861" y="5226627"/>
                  </a:lnTo>
                  <a:lnTo>
                    <a:pt x="919955" y="5226627"/>
                  </a:lnTo>
                  <a:lnTo>
                    <a:pt x="920143" y="5226627"/>
                  </a:lnTo>
                  <a:lnTo>
                    <a:pt x="920237" y="5226627"/>
                  </a:lnTo>
                  <a:lnTo>
                    <a:pt x="920331" y="5226627"/>
                  </a:lnTo>
                  <a:lnTo>
                    <a:pt x="920425" y="5226627"/>
                  </a:lnTo>
                  <a:lnTo>
                    <a:pt x="920519" y="5226627"/>
                  </a:lnTo>
                  <a:lnTo>
                    <a:pt x="920895" y="5226627"/>
                  </a:lnTo>
                  <a:lnTo>
                    <a:pt x="920989" y="5226627"/>
                  </a:lnTo>
                  <a:lnTo>
                    <a:pt x="921083" y="5226627"/>
                  </a:lnTo>
                  <a:lnTo>
                    <a:pt x="921177" y="5226627"/>
                  </a:lnTo>
                  <a:lnTo>
                    <a:pt x="921365" y="5226627"/>
                  </a:lnTo>
                  <a:lnTo>
                    <a:pt x="921459" y="5226627"/>
                  </a:lnTo>
                  <a:lnTo>
                    <a:pt x="921554" y="5226627"/>
                  </a:lnTo>
                  <a:lnTo>
                    <a:pt x="921742" y="5226627"/>
                  </a:lnTo>
                  <a:lnTo>
                    <a:pt x="921836" y="5226627"/>
                  </a:lnTo>
                  <a:lnTo>
                    <a:pt x="922024" y="5226627"/>
                  </a:lnTo>
                  <a:lnTo>
                    <a:pt x="922118" y="5226627"/>
                  </a:lnTo>
                  <a:lnTo>
                    <a:pt x="922212" y="5226627"/>
                  </a:lnTo>
                  <a:lnTo>
                    <a:pt x="922870" y="5226627"/>
                  </a:lnTo>
                  <a:lnTo>
                    <a:pt x="922964" y="5226627"/>
                  </a:lnTo>
                  <a:lnTo>
                    <a:pt x="923058" y="5226627"/>
                  </a:lnTo>
                  <a:lnTo>
                    <a:pt x="923152" y="5226627"/>
                  </a:lnTo>
                  <a:lnTo>
                    <a:pt x="923246" y="5226627"/>
                  </a:lnTo>
                  <a:lnTo>
                    <a:pt x="923340" y="5226627"/>
                  </a:lnTo>
                  <a:lnTo>
                    <a:pt x="923528" y="5226627"/>
                  </a:lnTo>
                  <a:lnTo>
                    <a:pt x="923716" y="5226627"/>
                  </a:lnTo>
                  <a:lnTo>
                    <a:pt x="923810" y="5226627"/>
                  </a:lnTo>
                  <a:lnTo>
                    <a:pt x="923904" y="5226627"/>
                  </a:lnTo>
                  <a:lnTo>
                    <a:pt x="923998" y="5226627"/>
                  </a:lnTo>
                  <a:lnTo>
                    <a:pt x="924092" y="5226627"/>
                  </a:lnTo>
                  <a:lnTo>
                    <a:pt x="924186" y="5226627"/>
                  </a:lnTo>
                  <a:lnTo>
                    <a:pt x="924468" y="5226627"/>
                  </a:lnTo>
                  <a:lnTo>
                    <a:pt x="924750" y="5226627"/>
                  </a:lnTo>
                  <a:lnTo>
                    <a:pt x="924844" y="5226627"/>
                  </a:lnTo>
                  <a:lnTo>
                    <a:pt x="924938" y="5226627"/>
                  </a:lnTo>
                  <a:lnTo>
                    <a:pt x="925033" y="5226627"/>
                  </a:lnTo>
                  <a:lnTo>
                    <a:pt x="925315" y="5226627"/>
                  </a:lnTo>
                  <a:lnTo>
                    <a:pt x="925597" y="5226627"/>
                  </a:lnTo>
                  <a:lnTo>
                    <a:pt x="925691" y="5226627"/>
                  </a:lnTo>
                  <a:lnTo>
                    <a:pt x="925973" y="5226627"/>
                  </a:lnTo>
                  <a:lnTo>
                    <a:pt x="926161" y="5226627"/>
                  </a:lnTo>
                  <a:lnTo>
                    <a:pt x="926255" y="5226627"/>
                  </a:lnTo>
                  <a:lnTo>
                    <a:pt x="926349" y="5226627"/>
                  </a:lnTo>
                  <a:lnTo>
                    <a:pt x="926443" y="5226627"/>
                  </a:lnTo>
                  <a:lnTo>
                    <a:pt x="926537" y="5226627"/>
                  </a:lnTo>
                  <a:lnTo>
                    <a:pt x="926631" y="5226627"/>
                  </a:lnTo>
                  <a:lnTo>
                    <a:pt x="926725" y="5226627"/>
                  </a:lnTo>
                  <a:lnTo>
                    <a:pt x="926819" y="5226627"/>
                  </a:lnTo>
                  <a:lnTo>
                    <a:pt x="927101" y="5226627"/>
                  </a:lnTo>
                  <a:lnTo>
                    <a:pt x="927195" y="5226627"/>
                  </a:lnTo>
                  <a:lnTo>
                    <a:pt x="927383" y="5226627"/>
                  </a:lnTo>
                  <a:lnTo>
                    <a:pt x="927665" y="5226627"/>
                  </a:lnTo>
                  <a:lnTo>
                    <a:pt x="927759" y="5226627"/>
                  </a:lnTo>
                  <a:lnTo>
                    <a:pt x="927853" y="5226627"/>
                  </a:lnTo>
                  <a:lnTo>
                    <a:pt x="928417" y="5226627"/>
                  </a:lnTo>
                  <a:lnTo>
                    <a:pt x="928606" y="5226627"/>
                  </a:lnTo>
                  <a:lnTo>
                    <a:pt x="928982" y="5226627"/>
                  </a:lnTo>
                  <a:lnTo>
                    <a:pt x="929076" y="5226627"/>
                  </a:lnTo>
                  <a:lnTo>
                    <a:pt x="929170" y="5226627"/>
                  </a:lnTo>
                  <a:lnTo>
                    <a:pt x="929264" y="5226627"/>
                  </a:lnTo>
                  <a:lnTo>
                    <a:pt x="929452" y="5226627"/>
                  </a:lnTo>
                  <a:lnTo>
                    <a:pt x="929640" y="5226627"/>
                  </a:lnTo>
                  <a:lnTo>
                    <a:pt x="929828" y="5226627"/>
                  </a:lnTo>
                  <a:lnTo>
                    <a:pt x="930016" y="5226627"/>
                  </a:lnTo>
                  <a:lnTo>
                    <a:pt x="930110" y="5226627"/>
                  </a:lnTo>
                  <a:lnTo>
                    <a:pt x="930392" y="5226627"/>
                  </a:lnTo>
                  <a:lnTo>
                    <a:pt x="930580" y="5226627"/>
                  </a:lnTo>
                  <a:lnTo>
                    <a:pt x="930674" y="5226627"/>
                  </a:lnTo>
                  <a:lnTo>
                    <a:pt x="930768" y="5226627"/>
                  </a:lnTo>
                  <a:lnTo>
                    <a:pt x="931238" y="5226627"/>
                  </a:lnTo>
                  <a:lnTo>
                    <a:pt x="931332" y="5226627"/>
                  </a:lnTo>
                  <a:lnTo>
                    <a:pt x="931426" y="5226627"/>
                  </a:lnTo>
                  <a:lnTo>
                    <a:pt x="931520" y="5226627"/>
                  </a:lnTo>
                  <a:lnTo>
                    <a:pt x="931708" y="5226627"/>
                  </a:lnTo>
                  <a:lnTo>
                    <a:pt x="931802" y="5226627"/>
                  </a:lnTo>
                  <a:lnTo>
                    <a:pt x="931896" y="5226627"/>
                  </a:lnTo>
                  <a:lnTo>
                    <a:pt x="931990" y="5226627"/>
                  </a:lnTo>
                  <a:lnTo>
                    <a:pt x="932084" y="5226627"/>
                  </a:lnTo>
                  <a:lnTo>
                    <a:pt x="932179" y="5226627"/>
                  </a:lnTo>
                  <a:lnTo>
                    <a:pt x="932273" y="5226627"/>
                  </a:lnTo>
                  <a:lnTo>
                    <a:pt x="932555" y="5226627"/>
                  </a:lnTo>
                  <a:lnTo>
                    <a:pt x="932649" y="5226627"/>
                  </a:lnTo>
                  <a:lnTo>
                    <a:pt x="932743" y="5226627"/>
                  </a:lnTo>
                  <a:lnTo>
                    <a:pt x="933025" y="5226627"/>
                  </a:lnTo>
                  <a:lnTo>
                    <a:pt x="933777" y="5221347"/>
                  </a:lnTo>
                  <a:lnTo>
                    <a:pt x="933871" y="5221347"/>
                  </a:lnTo>
                  <a:lnTo>
                    <a:pt x="933965" y="5221347"/>
                  </a:lnTo>
                  <a:lnTo>
                    <a:pt x="934247" y="5221347"/>
                  </a:lnTo>
                  <a:lnTo>
                    <a:pt x="934435" y="5221347"/>
                  </a:lnTo>
                  <a:lnTo>
                    <a:pt x="934529" y="5221347"/>
                  </a:lnTo>
                  <a:lnTo>
                    <a:pt x="934717" y="5221347"/>
                  </a:lnTo>
                  <a:lnTo>
                    <a:pt x="934905" y="5221347"/>
                  </a:lnTo>
                  <a:lnTo>
                    <a:pt x="934999" y="5221347"/>
                  </a:lnTo>
                  <a:lnTo>
                    <a:pt x="935093" y="5221347"/>
                  </a:lnTo>
                  <a:lnTo>
                    <a:pt x="935187" y="5221347"/>
                  </a:lnTo>
                  <a:lnTo>
                    <a:pt x="935281" y="5221347"/>
                  </a:lnTo>
                  <a:lnTo>
                    <a:pt x="935375" y="5221347"/>
                  </a:lnTo>
                  <a:lnTo>
                    <a:pt x="935752" y="5221347"/>
                  </a:lnTo>
                  <a:lnTo>
                    <a:pt x="935846" y="5221347"/>
                  </a:lnTo>
                  <a:lnTo>
                    <a:pt x="935940" y="5221347"/>
                  </a:lnTo>
                  <a:lnTo>
                    <a:pt x="936034" y="5221347"/>
                  </a:lnTo>
                  <a:lnTo>
                    <a:pt x="936316" y="5221347"/>
                  </a:lnTo>
                  <a:lnTo>
                    <a:pt x="936410" y="5221347"/>
                  </a:lnTo>
                  <a:lnTo>
                    <a:pt x="936504" y="5221347"/>
                  </a:lnTo>
                  <a:lnTo>
                    <a:pt x="936692" y="5221347"/>
                  </a:lnTo>
                  <a:lnTo>
                    <a:pt x="936880" y="5221347"/>
                  </a:lnTo>
                  <a:lnTo>
                    <a:pt x="936974" y="5221347"/>
                  </a:lnTo>
                  <a:lnTo>
                    <a:pt x="937162" y="5221347"/>
                  </a:lnTo>
                  <a:lnTo>
                    <a:pt x="937256" y="5221347"/>
                  </a:lnTo>
                  <a:lnTo>
                    <a:pt x="937350" y="5221347"/>
                  </a:lnTo>
                  <a:lnTo>
                    <a:pt x="937538" y="5221347"/>
                  </a:lnTo>
                  <a:lnTo>
                    <a:pt x="937726" y="5221347"/>
                  </a:lnTo>
                  <a:lnTo>
                    <a:pt x="937914" y="5221347"/>
                  </a:lnTo>
                  <a:lnTo>
                    <a:pt x="938196" y="5221347"/>
                  </a:lnTo>
                  <a:lnTo>
                    <a:pt x="938384" y="5221347"/>
                  </a:lnTo>
                  <a:lnTo>
                    <a:pt x="938666" y="5221347"/>
                  </a:lnTo>
                  <a:lnTo>
                    <a:pt x="938760" y="5221347"/>
                  </a:lnTo>
                  <a:lnTo>
                    <a:pt x="939136" y="5221347"/>
                  </a:lnTo>
                  <a:lnTo>
                    <a:pt x="939325" y="5221347"/>
                  </a:lnTo>
                  <a:lnTo>
                    <a:pt x="939513" y="5221347"/>
                  </a:lnTo>
                  <a:lnTo>
                    <a:pt x="939701" y="5221347"/>
                  </a:lnTo>
                  <a:lnTo>
                    <a:pt x="939795" y="5221347"/>
                  </a:lnTo>
                  <a:lnTo>
                    <a:pt x="939889" y="5221347"/>
                  </a:lnTo>
                  <a:lnTo>
                    <a:pt x="939983" y="5221347"/>
                  </a:lnTo>
                  <a:lnTo>
                    <a:pt x="940265" y="5221347"/>
                  </a:lnTo>
                  <a:lnTo>
                    <a:pt x="940359" y="5221347"/>
                  </a:lnTo>
                  <a:lnTo>
                    <a:pt x="940547" y="5221347"/>
                  </a:lnTo>
                  <a:lnTo>
                    <a:pt x="940641" y="5221347"/>
                  </a:lnTo>
                  <a:lnTo>
                    <a:pt x="940829" y="5221347"/>
                  </a:lnTo>
                  <a:lnTo>
                    <a:pt x="940923" y="5221347"/>
                  </a:lnTo>
                  <a:lnTo>
                    <a:pt x="941017" y="5221347"/>
                  </a:lnTo>
                  <a:lnTo>
                    <a:pt x="941111" y="5221347"/>
                  </a:lnTo>
                  <a:lnTo>
                    <a:pt x="941205" y="5221347"/>
                  </a:lnTo>
                  <a:lnTo>
                    <a:pt x="941299" y="5221347"/>
                  </a:lnTo>
                  <a:lnTo>
                    <a:pt x="941393" y="5221347"/>
                  </a:lnTo>
                  <a:lnTo>
                    <a:pt x="941487" y="5221347"/>
                  </a:lnTo>
                  <a:lnTo>
                    <a:pt x="941581" y="5221347"/>
                  </a:lnTo>
                  <a:lnTo>
                    <a:pt x="941675" y="5221347"/>
                  </a:lnTo>
                  <a:lnTo>
                    <a:pt x="941769" y="5221347"/>
                  </a:lnTo>
                  <a:lnTo>
                    <a:pt x="941957" y="5221347"/>
                  </a:lnTo>
                  <a:lnTo>
                    <a:pt x="942051" y="5221347"/>
                  </a:lnTo>
                  <a:lnTo>
                    <a:pt x="942145" y="5221347"/>
                  </a:lnTo>
                  <a:lnTo>
                    <a:pt x="942521" y="5221347"/>
                  </a:lnTo>
                  <a:lnTo>
                    <a:pt x="942615" y="5221347"/>
                  </a:lnTo>
                  <a:lnTo>
                    <a:pt x="942709" y="5221347"/>
                  </a:lnTo>
                  <a:lnTo>
                    <a:pt x="942804" y="5221347"/>
                  </a:lnTo>
                  <a:lnTo>
                    <a:pt x="942992" y="5221347"/>
                  </a:lnTo>
                  <a:lnTo>
                    <a:pt x="943086" y="5221347"/>
                  </a:lnTo>
                  <a:lnTo>
                    <a:pt x="943180" y="5221347"/>
                  </a:lnTo>
                  <a:lnTo>
                    <a:pt x="943274" y="5221347"/>
                  </a:lnTo>
                  <a:lnTo>
                    <a:pt x="943462" y="5221347"/>
                  </a:lnTo>
                  <a:lnTo>
                    <a:pt x="943650" y="5221347"/>
                  </a:lnTo>
                  <a:lnTo>
                    <a:pt x="943744" y="5221347"/>
                  </a:lnTo>
                  <a:lnTo>
                    <a:pt x="943838" y="5221347"/>
                  </a:lnTo>
                  <a:lnTo>
                    <a:pt x="944026" y="5221347"/>
                  </a:lnTo>
                  <a:lnTo>
                    <a:pt x="944308" y="5221347"/>
                  </a:lnTo>
                  <a:lnTo>
                    <a:pt x="944496" y="5221347"/>
                  </a:lnTo>
                  <a:lnTo>
                    <a:pt x="944590" y="5221347"/>
                  </a:lnTo>
                  <a:lnTo>
                    <a:pt x="944778" y="5221347"/>
                  </a:lnTo>
                  <a:lnTo>
                    <a:pt x="944966" y="5221347"/>
                  </a:lnTo>
                  <a:lnTo>
                    <a:pt x="945060" y="5221347"/>
                  </a:lnTo>
                  <a:lnTo>
                    <a:pt x="945154" y="5221347"/>
                  </a:lnTo>
                  <a:lnTo>
                    <a:pt x="945248" y="5221347"/>
                  </a:lnTo>
                  <a:lnTo>
                    <a:pt x="945342" y="5221347"/>
                  </a:lnTo>
                  <a:lnTo>
                    <a:pt x="945530" y="5221347"/>
                  </a:lnTo>
                  <a:lnTo>
                    <a:pt x="945624" y="5221347"/>
                  </a:lnTo>
                  <a:lnTo>
                    <a:pt x="945718" y="5221347"/>
                  </a:lnTo>
                  <a:lnTo>
                    <a:pt x="945812" y="5221347"/>
                  </a:lnTo>
                  <a:lnTo>
                    <a:pt x="945906" y="5221347"/>
                  </a:lnTo>
                  <a:lnTo>
                    <a:pt x="946000" y="5221347"/>
                  </a:lnTo>
                  <a:lnTo>
                    <a:pt x="946094" y="5221347"/>
                  </a:lnTo>
                  <a:lnTo>
                    <a:pt x="946188" y="5221347"/>
                  </a:lnTo>
                  <a:lnTo>
                    <a:pt x="946282" y="5221347"/>
                  </a:lnTo>
                  <a:lnTo>
                    <a:pt x="946377" y="5221347"/>
                  </a:lnTo>
                  <a:lnTo>
                    <a:pt x="946471" y="5221347"/>
                  </a:lnTo>
                  <a:lnTo>
                    <a:pt x="946659" y="5221347"/>
                  </a:lnTo>
                  <a:lnTo>
                    <a:pt x="946753" y="5221347"/>
                  </a:lnTo>
                  <a:lnTo>
                    <a:pt x="946847" y="5221347"/>
                  </a:lnTo>
                  <a:lnTo>
                    <a:pt x="946941" y="5221347"/>
                  </a:lnTo>
                  <a:lnTo>
                    <a:pt x="947035" y="5221347"/>
                  </a:lnTo>
                  <a:lnTo>
                    <a:pt x="947129" y="5221347"/>
                  </a:lnTo>
                  <a:lnTo>
                    <a:pt x="947223" y="5221347"/>
                  </a:lnTo>
                  <a:lnTo>
                    <a:pt x="947317" y="5221347"/>
                  </a:lnTo>
                  <a:lnTo>
                    <a:pt x="947505" y="5221347"/>
                  </a:lnTo>
                  <a:lnTo>
                    <a:pt x="947881" y="5221347"/>
                  </a:lnTo>
                  <a:lnTo>
                    <a:pt x="947975" y="5221347"/>
                  </a:lnTo>
                  <a:lnTo>
                    <a:pt x="948257" y="5221347"/>
                  </a:lnTo>
                  <a:lnTo>
                    <a:pt x="948351" y="5221347"/>
                  </a:lnTo>
                  <a:lnTo>
                    <a:pt x="948445" y="5221347"/>
                  </a:lnTo>
                  <a:lnTo>
                    <a:pt x="948633" y="5221347"/>
                  </a:lnTo>
                  <a:lnTo>
                    <a:pt x="948727" y="5221347"/>
                  </a:lnTo>
                  <a:lnTo>
                    <a:pt x="948821" y="5221347"/>
                  </a:lnTo>
                  <a:lnTo>
                    <a:pt x="949009" y="5221347"/>
                  </a:lnTo>
                  <a:lnTo>
                    <a:pt x="949103" y="5221347"/>
                  </a:lnTo>
                  <a:lnTo>
                    <a:pt x="949197" y="5221347"/>
                  </a:lnTo>
                  <a:lnTo>
                    <a:pt x="949291" y="5221347"/>
                  </a:lnTo>
                  <a:lnTo>
                    <a:pt x="949385" y="5221347"/>
                  </a:lnTo>
                  <a:lnTo>
                    <a:pt x="949479" y="5221347"/>
                  </a:lnTo>
                  <a:lnTo>
                    <a:pt x="949573" y="5221347"/>
                  </a:lnTo>
                  <a:lnTo>
                    <a:pt x="949667" y="5221347"/>
                  </a:lnTo>
                  <a:lnTo>
                    <a:pt x="949761" y="5221347"/>
                  </a:lnTo>
                  <a:lnTo>
                    <a:pt x="949856" y="5221347"/>
                  </a:lnTo>
                  <a:lnTo>
                    <a:pt x="949950" y="5221347"/>
                  </a:lnTo>
                  <a:lnTo>
                    <a:pt x="950138" y="5221347"/>
                  </a:lnTo>
                  <a:lnTo>
                    <a:pt x="950232" y="5221347"/>
                  </a:lnTo>
                  <a:lnTo>
                    <a:pt x="950326" y="5221347"/>
                  </a:lnTo>
                  <a:lnTo>
                    <a:pt x="951454" y="5216068"/>
                  </a:lnTo>
                  <a:lnTo>
                    <a:pt x="951548" y="5216068"/>
                  </a:lnTo>
                  <a:lnTo>
                    <a:pt x="951642" y="5216068"/>
                  </a:lnTo>
                  <a:lnTo>
                    <a:pt x="951830" y="5216068"/>
                  </a:lnTo>
                  <a:lnTo>
                    <a:pt x="951924" y="5216068"/>
                  </a:lnTo>
                  <a:lnTo>
                    <a:pt x="952018" y="5216068"/>
                  </a:lnTo>
                  <a:lnTo>
                    <a:pt x="952112" y="5216068"/>
                  </a:lnTo>
                  <a:lnTo>
                    <a:pt x="952206" y="5216068"/>
                  </a:lnTo>
                  <a:lnTo>
                    <a:pt x="952300" y="5216068"/>
                  </a:lnTo>
                  <a:lnTo>
                    <a:pt x="952488" y="5216068"/>
                  </a:lnTo>
                  <a:lnTo>
                    <a:pt x="952676" y="5216068"/>
                  </a:lnTo>
                  <a:lnTo>
                    <a:pt x="952770" y="5216068"/>
                  </a:lnTo>
                  <a:lnTo>
                    <a:pt x="952864" y="5216068"/>
                  </a:lnTo>
                  <a:lnTo>
                    <a:pt x="952958" y="5216068"/>
                  </a:lnTo>
                  <a:lnTo>
                    <a:pt x="953146" y="5216068"/>
                  </a:lnTo>
                  <a:lnTo>
                    <a:pt x="953240" y="5216068"/>
                  </a:lnTo>
                  <a:lnTo>
                    <a:pt x="953334" y="5216068"/>
                  </a:lnTo>
                  <a:lnTo>
                    <a:pt x="953523" y="5216068"/>
                  </a:lnTo>
                  <a:lnTo>
                    <a:pt x="953617" y="5216068"/>
                  </a:lnTo>
                  <a:lnTo>
                    <a:pt x="953711" y="5216068"/>
                  </a:lnTo>
                  <a:lnTo>
                    <a:pt x="953805" y="5216068"/>
                  </a:lnTo>
                  <a:lnTo>
                    <a:pt x="953899" y="5216068"/>
                  </a:lnTo>
                  <a:lnTo>
                    <a:pt x="954087" y="5216068"/>
                  </a:lnTo>
                  <a:lnTo>
                    <a:pt x="954181" y="5216068"/>
                  </a:lnTo>
                  <a:lnTo>
                    <a:pt x="954463" y="5216068"/>
                  </a:lnTo>
                  <a:lnTo>
                    <a:pt x="954745" y="5216068"/>
                  </a:lnTo>
                  <a:lnTo>
                    <a:pt x="954839" y="5216068"/>
                  </a:lnTo>
                  <a:lnTo>
                    <a:pt x="955027" y="5216068"/>
                  </a:lnTo>
                  <a:lnTo>
                    <a:pt x="955215" y="5216068"/>
                  </a:lnTo>
                  <a:lnTo>
                    <a:pt x="955309" y="5216068"/>
                  </a:lnTo>
                  <a:lnTo>
                    <a:pt x="955403" y="5216068"/>
                  </a:lnTo>
                  <a:lnTo>
                    <a:pt x="955497" y="5216068"/>
                  </a:lnTo>
                  <a:lnTo>
                    <a:pt x="955591" y="5216068"/>
                  </a:lnTo>
                  <a:lnTo>
                    <a:pt x="955779" y="5216068"/>
                  </a:lnTo>
                  <a:lnTo>
                    <a:pt x="955873" y="5216068"/>
                  </a:lnTo>
                  <a:lnTo>
                    <a:pt x="956155" y="5216068"/>
                  </a:lnTo>
                  <a:lnTo>
                    <a:pt x="956249" y="5210788"/>
                  </a:lnTo>
                  <a:lnTo>
                    <a:pt x="956343" y="5210788"/>
                  </a:lnTo>
                  <a:lnTo>
                    <a:pt x="956437" y="5210788"/>
                  </a:lnTo>
                  <a:lnTo>
                    <a:pt x="956625" y="5210788"/>
                  </a:lnTo>
                  <a:lnTo>
                    <a:pt x="956907" y="5210788"/>
                  </a:lnTo>
                  <a:lnTo>
                    <a:pt x="957002" y="5210788"/>
                  </a:lnTo>
                  <a:lnTo>
                    <a:pt x="957096" y="5210788"/>
                  </a:lnTo>
                  <a:lnTo>
                    <a:pt x="957190" y="5210788"/>
                  </a:lnTo>
                  <a:lnTo>
                    <a:pt x="957378" y="5210788"/>
                  </a:lnTo>
                  <a:lnTo>
                    <a:pt x="957566" y="5210788"/>
                  </a:lnTo>
                  <a:lnTo>
                    <a:pt x="957754" y="5210788"/>
                  </a:lnTo>
                  <a:lnTo>
                    <a:pt x="957848" y="5210788"/>
                  </a:lnTo>
                  <a:lnTo>
                    <a:pt x="957942" y="5210788"/>
                  </a:lnTo>
                  <a:lnTo>
                    <a:pt x="958224" y="5210788"/>
                  </a:lnTo>
                  <a:lnTo>
                    <a:pt x="958412" y="5210788"/>
                  </a:lnTo>
                  <a:lnTo>
                    <a:pt x="958694" y="5210788"/>
                  </a:lnTo>
                  <a:lnTo>
                    <a:pt x="958788" y="5210788"/>
                  </a:lnTo>
                  <a:lnTo>
                    <a:pt x="958882" y="5210788"/>
                  </a:lnTo>
                  <a:lnTo>
                    <a:pt x="959070" y="5210788"/>
                  </a:lnTo>
                  <a:lnTo>
                    <a:pt x="959164" y="5210788"/>
                  </a:lnTo>
                  <a:lnTo>
                    <a:pt x="959352" y="5210788"/>
                  </a:lnTo>
                  <a:lnTo>
                    <a:pt x="959446" y="5210788"/>
                  </a:lnTo>
                  <a:lnTo>
                    <a:pt x="959728" y="5205509"/>
                  </a:lnTo>
                  <a:lnTo>
                    <a:pt x="959822" y="5205509"/>
                  </a:lnTo>
                  <a:lnTo>
                    <a:pt x="959916" y="5205509"/>
                  </a:lnTo>
                  <a:lnTo>
                    <a:pt x="960010" y="5205509"/>
                  </a:lnTo>
                  <a:lnTo>
                    <a:pt x="960104" y="5205509"/>
                  </a:lnTo>
                  <a:lnTo>
                    <a:pt x="960292" y="5205509"/>
                  </a:lnTo>
                  <a:lnTo>
                    <a:pt x="960386" y="5205509"/>
                  </a:lnTo>
                  <a:lnTo>
                    <a:pt x="960481" y="5205509"/>
                  </a:lnTo>
                  <a:lnTo>
                    <a:pt x="960575" y="5205509"/>
                  </a:lnTo>
                  <a:lnTo>
                    <a:pt x="960669" y="5205509"/>
                  </a:lnTo>
                  <a:lnTo>
                    <a:pt x="960857" y="5205509"/>
                  </a:lnTo>
                  <a:lnTo>
                    <a:pt x="961139" y="5205509"/>
                  </a:lnTo>
                  <a:lnTo>
                    <a:pt x="961233" y="5205509"/>
                  </a:lnTo>
                  <a:lnTo>
                    <a:pt x="961515" y="5205509"/>
                  </a:lnTo>
                  <a:lnTo>
                    <a:pt x="961703" y="5205509"/>
                  </a:lnTo>
                  <a:lnTo>
                    <a:pt x="961891" y="5205509"/>
                  </a:lnTo>
                  <a:lnTo>
                    <a:pt x="961985" y="5205509"/>
                  </a:lnTo>
                  <a:lnTo>
                    <a:pt x="962173" y="5205509"/>
                  </a:lnTo>
                  <a:lnTo>
                    <a:pt x="962361" y="5205509"/>
                  </a:lnTo>
                  <a:lnTo>
                    <a:pt x="962455" y="5205509"/>
                  </a:lnTo>
                  <a:lnTo>
                    <a:pt x="962549" y="5205509"/>
                  </a:lnTo>
                  <a:lnTo>
                    <a:pt x="962643" y="5205509"/>
                  </a:lnTo>
                  <a:lnTo>
                    <a:pt x="962831" y="5205509"/>
                  </a:lnTo>
                  <a:lnTo>
                    <a:pt x="963207" y="5205509"/>
                  </a:lnTo>
                  <a:lnTo>
                    <a:pt x="963395" y="5205509"/>
                  </a:lnTo>
                  <a:lnTo>
                    <a:pt x="963489" y="5205509"/>
                  </a:lnTo>
                  <a:lnTo>
                    <a:pt x="963583" y="5205509"/>
                  </a:lnTo>
                  <a:lnTo>
                    <a:pt x="963771" y="5205509"/>
                  </a:lnTo>
                  <a:lnTo>
                    <a:pt x="963959" y="5205509"/>
                  </a:lnTo>
                  <a:lnTo>
                    <a:pt x="964054" y="5205509"/>
                  </a:lnTo>
                  <a:lnTo>
                    <a:pt x="964242" y="5205509"/>
                  </a:lnTo>
                  <a:lnTo>
                    <a:pt x="964336" y="5205509"/>
                  </a:lnTo>
                  <a:lnTo>
                    <a:pt x="964524" y="5205509"/>
                  </a:lnTo>
                  <a:lnTo>
                    <a:pt x="964712" y="5205509"/>
                  </a:lnTo>
                  <a:lnTo>
                    <a:pt x="964994" y="5205509"/>
                  </a:lnTo>
                  <a:lnTo>
                    <a:pt x="965088" y="5205509"/>
                  </a:lnTo>
                  <a:lnTo>
                    <a:pt x="965370" y="5205509"/>
                  </a:lnTo>
                  <a:lnTo>
                    <a:pt x="965464" y="5205509"/>
                  </a:lnTo>
                  <a:lnTo>
                    <a:pt x="965558" y="5205509"/>
                  </a:lnTo>
                  <a:lnTo>
                    <a:pt x="965652" y="5205509"/>
                  </a:lnTo>
                  <a:lnTo>
                    <a:pt x="965840" y="5200230"/>
                  </a:lnTo>
                  <a:lnTo>
                    <a:pt x="965934" y="5200230"/>
                  </a:lnTo>
                  <a:lnTo>
                    <a:pt x="966028" y="5200230"/>
                  </a:lnTo>
                  <a:lnTo>
                    <a:pt x="966216" y="5200230"/>
                  </a:lnTo>
                  <a:lnTo>
                    <a:pt x="966310" y="5200230"/>
                  </a:lnTo>
                  <a:lnTo>
                    <a:pt x="966404" y="5200230"/>
                  </a:lnTo>
                  <a:lnTo>
                    <a:pt x="966498" y="5200230"/>
                  </a:lnTo>
                  <a:lnTo>
                    <a:pt x="966686" y="5200230"/>
                  </a:lnTo>
                  <a:lnTo>
                    <a:pt x="966780" y="5200230"/>
                  </a:lnTo>
                  <a:lnTo>
                    <a:pt x="966968" y="5200230"/>
                  </a:lnTo>
                  <a:lnTo>
                    <a:pt x="967156" y="5200230"/>
                  </a:lnTo>
                  <a:lnTo>
                    <a:pt x="967250" y="5200230"/>
                  </a:lnTo>
                  <a:lnTo>
                    <a:pt x="967344" y="5200230"/>
                  </a:lnTo>
                  <a:lnTo>
                    <a:pt x="967438" y="5200230"/>
                  </a:lnTo>
                  <a:lnTo>
                    <a:pt x="967532" y="5200230"/>
                  </a:lnTo>
                  <a:lnTo>
                    <a:pt x="967627" y="5200230"/>
                  </a:lnTo>
                  <a:lnTo>
                    <a:pt x="968191" y="5200230"/>
                  </a:lnTo>
                  <a:lnTo>
                    <a:pt x="968285" y="5194950"/>
                  </a:lnTo>
                  <a:lnTo>
                    <a:pt x="968379" y="5189671"/>
                  </a:lnTo>
                  <a:lnTo>
                    <a:pt x="968379" y="5184391"/>
                  </a:lnTo>
                  <a:lnTo>
                    <a:pt x="968567" y="5184391"/>
                  </a:lnTo>
                  <a:lnTo>
                    <a:pt x="968661" y="5184391"/>
                  </a:lnTo>
                  <a:lnTo>
                    <a:pt x="968849" y="5184391"/>
                  </a:lnTo>
                  <a:lnTo>
                    <a:pt x="969037" y="5184391"/>
                  </a:lnTo>
                  <a:lnTo>
                    <a:pt x="969131" y="5184391"/>
                  </a:lnTo>
                  <a:lnTo>
                    <a:pt x="969319" y="5179112"/>
                  </a:lnTo>
                  <a:lnTo>
                    <a:pt x="969413" y="5179112"/>
                  </a:lnTo>
                  <a:lnTo>
                    <a:pt x="969695" y="5179112"/>
                  </a:lnTo>
                  <a:lnTo>
                    <a:pt x="969789" y="5179112"/>
                  </a:lnTo>
                  <a:lnTo>
                    <a:pt x="969977" y="5179112"/>
                  </a:lnTo>
                  <a:lnTo>
                    <a:pt x="970165" y="5179112"/>
                  </a:lnTo>
                  <a:lnTo>
                    <a:pt x="970165" y="5173832"/>
                  </a:lnTo>
                  <a:lnTo>
                    <a:pt x="970259" y="5173832"/>
                  </a:lnTo>
                  <a:lnTo>
                    <a:pt x="970353" y="5173832"/>
                  </a:lnTo>
                  <a:lnTo>
                    <a:pt x="970447" y="5173832"/>
                  </a:lnTo>
                  <a:lnTo>
                    <a:pt x="970635" y="5173832"/>
                  </a:lnTo>
                  <a:lnTo>
                    <a:pt x="970729" y="5173832"/>
                  </a:lnTo>
                  <a:lnTo>
                    <a:pt x="970823" y="5173832"/>
                  </a:lnTo>
                  <a:lnTo>
                    <a:pt x="970917" y="5173832"/>
                  </a:lnTo>
                  <a:lnTo>
                    <a:pt x="971294" y="5173832"/>
                  </a:lnTo>
                  <a:lnTo>
                    <a:pt x="971388" y="5173832"/>
                  </a:lnTo>
                  <a:lnTo>
                    <a:pt x="971764" y="5173832"/>
                  </a:lnTo>
                  <a:lnTo>
                    <a:pt x="972046" y="5173832"/>
                  </a:lnTo>
                  <a:lnTo>
                    <a:pt x="972140" y="5173832"/>
                  </a:lnTo>
                  <a:lnTo>
                    <a:pt x="972328" y="5173832"/>
                  </a:lnTo>
                  <a:lnTo>
                    <a:pt x="972422" y="5173832"/>
                  </a:lnTo>
                  <a:lnTo>
                    <a:pt x="972516" y="5173832"/>
                  </a:lnTo>
                  <a:lnTo>
                    <a:pt x="972610" y="5173832"/>
                  </a:lnTo>
                  <a:lnTo>
                    <a:pt x="972798" y="5173832"/>
                  </a:lnTo>
                  <a:lnTo>
                    <a:pt x="972986" y="5173832"/>
                  </a:lnTo>
                  <a:lnTo>
                    <a:pt x="973080" y="5173832"/>
                  </a:lnTo>
                  <a:lnTo>
                    <a:pt x="973174" y="5173832"/>
                  </a:lnTo>
                  <a:lnTo>
                    <a:pt x="973644" y="5173832"/>
                  </a:lnTo>
                  <a:lnTo>
                    <a:pt x="973832" y="5173832"/>
                  </a:lnTo>
                  <a:lnTo>
                    <a:pt x="973926" y="5173832"/>
                  </a:lnTo>
                  <a:lnTo>
                    <a:pt x="974020" y="5173832"/>
                  </a:lnTo>
                  <a:lnTo>
                    <a:pt x="974114" y="5173832"/>
                  </a:lnTo>
                  <a:lnTo>
                    <a:pt x="974208" y="5173832"/>
                  </a:lnTo>
                  <a:lnTo>
                    <a:pt x="974490" y="5173832"/>
                  </a:lnTo>
                  <a:lnTo>
                    <a:pt x="974679" y="5173832"/>
                  </a:lnTo>
                  <a:lnTo>
                    <a:pt x="975055" y="5173832"/>
                  </a:lnTo>
                  <a:lnTo>
                    <a:pt x="975149" y="5173832"/>
                  </a:lnTo>
                  <a:lnTo>
                    <a:pt x="975243" y="5173832"/>
                  </a:lnTo>
                  <a:lnTo>
                    <a:pt x="975337" y="5173832"/>
                  </a:lnTo>
                  <a:lnTo>
                    <a:pt x="975431" y="5173832"/>
                  </a:lnTo>
                  <a:lnTo>
                    <a:pt x="975619" y="5173832"/>
                  </a:lnTo>
                  <a:lnTo>
                    <a:pt x="975807" y="5173832"/>
                  </a:lnTo>
                  <a:lnTo>
                    <a:pt x="975901" y="5173832"/>
                  </a:lnTo>
                  <a:lnTo>
                    <a:pt x="975995" y="5173832"/>
                  </a:lnTo>
                  <a:lnTo>
                    <a:pt x="976277" y="5173832"/>
                  </a:lnTo>
                  <a:lnTo>
                    <a:pt x="976371" y="5173832"/>
                  </a:lnTo>
                  <a:lnTo>
                    <a:pt x="976465" y="5173832"/>
                  </a:lnTo>
                  <a:lnTo>
                    <a:pt x="976653" y="5173832"/>
                  </a:lnTo>
                  <a:lnTo>
                    <a:pt x="976747" y="5173832"/>
                  </a:lnTo>
                  <a:lnTo>
                    <a:pt x="976841" y="5173832"/>
                  </a:lnTo>
                  <a:lnTo>
                    <a:pt x="976935" y="5173832"/>
                  </a:lnTo>
                  <a:lnTo>
                    <a:pt x="977123" y="5173832"/>
                  </a:lnTo>
                  <a:lnTo>
                    <a:pt x="977217" y="5173832"/>
                  </a:lnTo>
                  <a:lnTo>
                    <a:pt x="977499" y="5173832"/>
                  </a:lnTo>
                  <a:lnTo>
                    <a:pt x="977593" y="5173832"/>
                  </a:lnTo>
                  <a:lnTo>
                    <a:pt x="977781" y="5173832"/>
                  </a:lnTo>
                  <a:lnTo>
                    <a:pt x="977969" y="5173832"/>
                  </a:lnTo>
                  <a:lnTo>
                    <a:pt x="978157" y="5173832"/>
                  </a:lnTo>
                  <a:lnTo>
                    <a:pt x="978440" y="5173832"/>
                  </a:lnTo>
                  <a:lnTo>
                    <a:pt x="978534" y="5173832"/>
                  </a:lnTo>
                  <a:lnTo>
                    <a:pt x="978722" y="5168553"/>
                  </a:lnTo>
                  <a:lnTo>
                    <a:pt x="978816" y="5168553"/>
                  </a:lnTo>
                  <a:lnTo>
                    <a:pt x="978910" y="5168553"/>
                  </a:lnTo>
                  <a:lnTo>
                    <a:pt x="979004" y="5168553"/>
                  </a:lnTo>
                  <a:lnTo>
                    <a:pt x="979098" y="5168553"/>
                  </a:lnTo>
                  <a:lnTo>
                    <a:pt x="979568" y="5168553"/>
                  </a:lnTo>
                  <a:lnTo>
                    <a:pt x="979662" y="5168553"/>
                  </a:lnTo>
                  <a:lnTo>
                    <a:pt x="979850" y="5168553"/>
                  </a:lnTo>
                  <a:lnTo>
                    <a:pt x="979944" y="5168553"/>
                  </a:lnTo>
                  <a:lnTo>
                    <a:pt x="980038" y="5168553"/>
                  </a:lnTo>
                  <a:lnTo>
                    <a:pt x="980132" y="5168553"/>
                  </a:lnTo>
                  <a:lnTo>
                    <a:pt x="980320" y="5168553"/>
                  </a:lnTo>
                  <a:lnTo>
                    <a:pt x="980508" y="5168553"/>
                  </a:lnTo>
                  <a:lnTo>
                    <a:pt x="980602" y="5168553"/>
                  </a:lnTo>
                  <a:lnTo>
                    <a:pt x="980696" y="5168553"/>
                  </a:lnTo>
                  <a:lnTo>
                    <a:pt x="980884" y="5168553"/>
                  </a:lnTo>
                  <a:lnTo>
                    <a:pt x="980978" y="5168553"/>
                  </a:lnTo>
                  <a:lnTo>
                    <a:pt x="981072" y="5168553"/>
                  </a:lnTo>
                  <a:lnTo>
                    <a:pt x="981166" y="5168553"/>
                  </a:lnTo>
                  <a:lnTo>
                    <a:pt x="981354" y="5168553"/>
                  </a:lnTo>
                  <a:lnTo>
                    <a:pt x="981636" y="5168553"/>
                  </a:lnTo>
                  <a:lnTo>
                    <a:pt x="981730" y="5168553"/>
                  </a:lnTo>
                  <a:lnTo>
                    <a:pt x="981825" y="5168553"/>
                  </a:lnTo>
                  <a:lnTo>
                    <a:pt x="981919" y="5168553"/>
                  </a:lnTo>
                  <a:lnTo>
                    <a:pt x="982013" y="5168553"/>
                  </a:lnTo>
                  <a:lnTo>
                    <a:pt x="982107" y="5168553"/>
                  </a:lnTo>
                  <a:lnTo>
                    <a:pt x="982295" y="5168553"/>
                  </a:lnTo>
                  <a:lnTo>
                    <a:pt x="982389" y="5168553"/>
                  </a:lnTo>
                  <a:lnTo>
                    <a:pt x="982483" y="5168553"/>
                  </a:lnTo>
                  <a:lnTo>
                    <a:pt x="982577" y="5168553"/>
                  </a:lnTo>
                  <a:lnTo>
                    <a:pt x="982671" y="5168553"/>
                  </a:lnTo>
                  <a:lnTo>
                    <a:pt x="982765" y="5163274"/>
                  </a:lnTo>
                  <a:lnTo>
                    <a:pt x="982859" y="5163274"/>
                  </a:lnTo>
                  <a:lnTo>
                    <a:pt x="983047" y="5163274"/>
                  </a:lnTo>
                  <a:lnTo>
                    <a:pt x="983235" y="5163274"/>
                  </a:lnTo>
                  <a:lnTo>
                    <a:pt x="983329" y="5163274"/>
                  </a:lnTo>
                  <a:lnTo>
                    <a:pt x="983423" y="5163274"/>
                  </a:lnTo>
                  <a:lnTo>
                    <a:pt x="983517" y="5163274"/>
                  </a:lnTo>
                  <a:lnTo>
                    <a:pt x="983611" y="5163274"/>
                  </a:lnTo>
                  <a:lnTo>
                    <a:pt x="983705" y="5163274"/>
                  </a:lnTo>
                  <a:lnTo>
                    <a:pt x="983893" y="5163274"/>
                  </a:lnTo>
                  <a:lnTo>
                    <a:pt x="983987" y="5163274"/>
                  </a:lnTo>
                  <a:lnTo>
                    <a:pt x="984081" y="5163274"/>
                  </a:lnTo>
                  <a:lnTo>
                    <a:pt x="984175" y="5163274"/>
                  </a:lnTo>
                  <a:lnTo>
                    <a:pt x="984269" y="5163274"/>
                  </a:lnTo>
                  <a:lnTo>
                    <a:pt x="984363" y="5163274"/>
                  </a:lnTo>
                  <a:lnTo>
                    <a:pt x="984457" y="5163274"/>
                  </a:lnTo>
                  <a:lnTo>
                    <a:pt x="984457" y="5157994"/>
                  </a:lnTo>
                  <a:lnTo>
                    <a:pt x="985868" y="5157994"/>
                  </a:lnTo>
                  <a:lnTo>
                    <a:pt x="985962" y="5157994"/>
                  </a:lnTo>
                  <a:lnTo>
                    <a:pt x="986056" y="5157994"/>
                  </a:lnTo>
                  <a:lnTo>
                    <a:pt x="986150" y="5157994"/>
                  </a:lnTo>
                  <a:lnTo>
                    <a:pt x="986244" y="5157994"/>
                  </a:lnTo>
                  <a:lnTo>
                    <a:pt x="986432" y="5157994"/>
                  </a:lnTo>
                  <a:lnTo>
                    <a:pt x="986526" y="5157994"/>
                  </a:lnTo>
                  <a:lnTo>
                    <a:pt x="986714" y="5157994"/>
                  </a:lnTo>
                  <a:lnTo>
                    <a:pt x="986808" y="5157994"/>
                  </a:lnTo>
                  <a:lnTo>
                    <a:pt x="986902" y="5157994"/>
                  </a:lnTo>
                  <a:lnTo>
                    <a:pt x="987090" y="5157994"/>
                  </a:lnTo>
                  <a:lnTo>
                    <a:pt x="987184" y="5157994"/>
                  </a:lnTo>
                  <a:lnTo>
                    <a:pt x="987278" y="5157994"/>
                  </a:lnTo>
                  <a:lnTo>
                    <a:pt x="987372" y="5157994"/>
                  </a:lnTo>
                  <a:lnTo>
                    <a:pt x="987560" y="5157994"/>
                  </a:lnTo>
                  <a:lnTo>
                    <a:pt x="987654" y="5157994"/>
                  </a:lnTo>
                  <a:lnTo>
                    <a:pt x="987748" y="5157994"/>
                  </a:lnTo>
                  <a:lnTo>
                    <a:pt x="987842" y="5157994"/>
                  </a:lnTo>
                  <a:lnTo>
                    <a:pt x="988030" y="5157994"/>
                  </a:lnTo>
                  <a:lnTo>
                    <a:pt x="988218" y="5152715"/>
                  </a:lnTo>
                  <a:lnTo>
                    <a:pt x="988312" y="5152715"/>
                  </a:lnTo>
                  <a:lnTo>
                    <a:pt x="988406" y="5152715"/>
                  </a:lnTo>
                  <a:lnTo>
                    <a:pt x="988782" y="5152715"/>
                  </a:lnTo>
                  <a:lnTo>
                    <a:pt x="988877" y="5152715"/>
                  </a:lnTo>
                  <a:lnTo>
                    <a:pt x="988971" y="5152715"/>
                  </a:lnTo>
                  <a:lnTo>
                    <a:pt x="989065" y="5152715"/>
                  </a:lnTo>
                  <a:lnTo>
                    <a:pt x="989159" y="5152715"/>
                  </a:lnTo>
                  <a:lnTo>
                    <a:pt x="989253" y="5152715"/>
                  </a:lnTo>
                  <a:lnTo>
                    <a:pt x="989347" y="5152715"/>
                  </a:lnTo>
                  <a:lnTo>
                    <a:pt x="989535" y="5152715"/>
                  </a:lnTo>
                  <a:lnTo>
                    <a:pt x="989629" y="5152715"/>
                  </a:lnTo>
                  <a:lnTo>
                    <a:pt x="989817" y="5152715"/>
                  </a:lnTo>
                  <a:lnTo>
                    <a:pt x="989911" y="5152715"/>
                  </a:lnTo>
                  <a:lnTo>
                    <a:pt x="990193" y="5152715"/>
                  </a:lnTo>
                  <a:lnTo>
                    <a:pt x="990287" y="5152715"/>
                  </a:lnTo>
                  <a:lnTo>
                    <a:pt x="990381" y="5152715"/>
                  </a:lnTo>
                  <a:lnTo>
                    <a:pt x="990475" y="5152715"/>
                  </a:lnTo>
                  <a:lnTo>
                    <a:pt x="990569" y="5152715"/>
                  </a:lnTo>
                  <a:lnTo>
                    <a:pt x="990757" y="5152715"/>
                  </a:lnTo>
                  <a:lnTo>
                    <a:pt x="990851" y="5152715"/>
                  </a:lnTo>
                  <a:lnTo>
                    <a:pt x="990945" y="5152715"/>
                  </a:lnTo>
                  <a:lnTo>
                    <a:pt x="991039" y="5152715"/>
                  </a:lnTo>
                  <a:lnTo>
                    <a:pt x="991133" y="5152715"/>
                  </a:lnTo>
                  <a:lnTo>
                    <a:pt x="991415" y="5152715"/>
                  </a:lnTo>
                  <a:lnTo>
                    <a:pt x="991509" y="5152715"/>
                  </a:lnTo>
                  <a:lnTo>
                    <a:pt x="991603" y="5152715"/>
                  </a:lnTo>
                  <a:lnTo>
                    <a:pt x="991791" y="5152715"/>
                  </a:lnTo>
                  <a:lnTo>
                    <a:pt x="991885" y="5152715"/>
                  </a:lnTo>
                  <a:lnTo>
                    <a:pt x="992073" y="5147435"/>
                  </a:lnTo>
                  <a:lnTo>
                    <a:pt x="992167" y="5147435"/>
                  </a:lnTo>
                  <a:lnTo>
                    <a:pt x="992450" y="5147435"/>
                  </a:lnTo>
                  <a:lnTo>
                    <a:pt x="992638" y="5147435"/>
                  </a:lnTo>
                  <a:lnTo>
                    <a:pt x="992732" y="5147435"/>
                  </a:lnTo>
                  <a:lnTo>
                    <a:pt x="992826" y="5147435"/>
                  </a:lnTo>
                  <a:lnTo>
                    <a:pt x="992920" y="5147435"/>
                  </a:lnTo>
                  <a:lnTo>
                    <a:pt x="993014" y="5147435"/>
                  </a:lnTo>
                  <a:lnTo>
                    <a:pt x="993202" y="5147435"/>
                  </a:lnTo>
                  <a:lnTo>
                    <a:pt x="993296" y="5147435"/>
                  </a:lnTo>
                  <a:lnTo>
                    <a:pt x="993390" y="5147435"/>
                  </a:lnTo>
                  <a:lnTo>
                    <a:pt x="993484" y="5147435"/>
                  </a:lnTo>
                  <a:lnTo>
                    <a:pt x="993578" y="5147435"/>
                  </a:lnTo>
                  <a:lnTo>
                    <a:pt x="993672" y="5142156"/>
                  </a:lnTo>
                  <a:lnTo>
                    <a:pt x="993860" y="5142156"/>
                  </a:lnTo>
                  <a:lnTo>
                    <a:pt x="993954" y="5142156"/>
                  </a:lnTo>
                  <a:lnTo>
                    <a:pt x="994048" y="5142156"/>
                  </a:lnTo>
                  <a:lnTo>
                    <a:pt x="994142" y="5142156"/>
                  </a:lnTo>
                  <a:lnTo>
                    <a:pt x="994424" y="5142156"/>
                  </a:lnTo>
                  <a:lnTo>
                    <a:pt x="994518" y="5142156"/>
                  </a:lnTo>
                  <a:lnTo>
                    <a:pt x="994612" y="5142156"/>
                  </a:lnTo>
                  <a:lnTo>
                    <a:pt x="994800" y="5142156"/>
                  </a:lnTo>
                  <a:lnTo>
                    <a:pt x="994988" y="5142156"/>
                  </a:lnTo>
                  <a:lnTo>
                    <a:pt x="995082" y="5142156"/>
                  </a:lnTo>
                  <a:lnTo>
                    <a:pt x="995176" y="5142156"/>
                  </a:lnTo>
                  <a:lnTo>
                    <a:pt x="995270" y="5142156"/>
                  </a:lnTo>
                  <a:lnTo>
                    <a:pt x="995364" y="5142156"/>
                  </a:lnTo>
                  <a:lnTo>
                    <a:pt x="995458" y="5142156"/>
                  </a:lnTo>
                  <a:lnTo>
                    <a:pt x="995552" y="5142156"/>
                  </a:lnTo>
                  <a:lnTo>
                    <a:pt x="996023" y="5142156"/>
                  </a:lnTo>
                  <a:lnTo>
                    <a:pt x="996117" y="5142156"/>
                  </a:lnTo>
                  <a:lnTo>
                    <a:pt x="996211" y="5142156"/>
                  </a:lnTo>
                  <a:lnTo>
                    <a:pt x="996305" y="5136876"/>
                  </a:lnTo>
                  <a:lnTo>
                    <a:pt x="996399" y="5136876"/>
                  </a:lnTo>
                  <a:lnTo>
                    <a:pt x="996493" y="5136876"/>
                  </a:lnTo>
                  <a:lnTo>
                    <a:pt x="996587" y="5136876"/>
                  </a:lnTo>
                  <a:lnTo>
                    <a:pt x="996775" y="5136876"/>
                  </a:lnTo>
                  <a:lnTo>
                    <a:pt x="997245" y="5136876"/>
                  </a:lnTo>
                  <a:lnTo>
                    <a:pt x="997339" y="5136876"/>
                  </a:lnTo>
                  <a:lnTo>
                    <a:pt x="997433" y="5136876"/>
                  </a:lnTo>
                  <a:lnTo>
                    <a:pt x="997621" y="5136876"/>
                  </a:lnTo>
                  <a:lnTo>
                    <a:pt x="997809" y="5136876"/>
                  </a:lnTo>
                  <a:lnTo>
                    <a:pt x="997903" y="5136876"/>
                  </a:lnTo>
                  <a:lnTo>
                    <a:pt x="998091" y="5136876"/>
                  </a:lnTo>
                  <a:lnTo>
                    <a:pt x="998279" y="5136876"/>
                  </a:lnTo>
                  <a:lnTo>
                    <a:pt x="998467" y="5136876"/>
                  </a:lnTo>
                  <a:lnTo>
                    <a:pt x="998749" y="5136876"/>
                  </a:lnTo>
                  <a:lnTo>
                    <a:pt x="998843" y="5136876"/>
                  </a:lnTo>
                  <a:lnTo>
                    <a:pt x="998937" y="5136876"/>
                  </a:lnTo>
                  <a:lnTo>
                    <a:pt x="999125" y="5136876"/>
                  </a:lnTo>
                  <a:lnTo>
                    <a:pt x="999502" y="5136876"/>
                  </a:lnTo>
                  <a:lnTo>
                    <a:pt x="999784" y="5136876"/>
                  </a:lnTo>
                  <a:lnTo>
                    <a:pt x="999878" y="5136876"/>
                  </a:lnTo>
                  <a:lnTo>
                    <a:pt x="1000160" y="5136876"/>
                  </a:lnTo>
                  <a:lnTo>
                    <a:pt x="1000254" y="5136876"/>
                  </a:lnTo>
                  <a:lnTo>
                    <a:pt x="1000442" y="5136876"/>
                  </a:lnTo>
                  <a:lnTo>
                    <a:pt x="1000536" y="5136876"/>
                  </a:lnTo>
                  <a:lnTo>
                    <a:pt x="1000630" y="5136876"/>
                  </a:lnTo>
                  <a:lnTo>
                    <a:pt x="1000818" y="5136876"/>
                  </a:lnTo>
                  <a:lnTo>
                    <a:pt x="1000912" y="5136876"/>
                  </a:lnTo>
                  <a:lnTo>
                    <a:pt x="1001100" y="5136876"/>
                  </a:lnTo>
                  <a:lnTo>
                    <a:pt x="1001194" y="5136876"/>
                  </a:lnTo>
                  <a:lnTo>
                    <a:pt x="1001288" y="5131597"/>
                  </a:lnTo>
                  <a:lnTo>
                    <a:pt x="1001476" y="5131597"/>
                  </a:lnTo>
                  <a:lnTo>
                    <a:pt x="1001570" y="5131597"/>
                  </a:lnTo>
                  <a:lnTo>
                    <a:pt x="1001664" y="5131597"/>
                  </a:lnTo>
                  <a:lnTo>
                    <a:pt x="1001758" y="5131597"/>
                  </a:lnTo>
                  <a:lnTo>
                    <a:pt x="1001852" y="5131597"/>
                  </a:lnTo>
                  <a:lnTo>
                    <a:pt x="1001946" y="5131597"/>
                  </a:lnTo>
                  <a:lnTo>
                    <a:pt x="1002228" y="5131597"/>
                  </a:lnTo>
                  <a:lnTo>
                    <a:pt x="1002322" y="5131597"/>
                  </a:lnTo>
                  <a:lnTo>
                    <a:pt x="1002510" y="5131597"/>
                  </a:lnTo>
                  <a:lnTo>
                    <a:pt x="1003169" y="5131597"/>
                  </a:lnTo>
                  <a:lnTo>
                    <a:pt x="1003169" y="5126318"/>
                  </a:lnTo>
                  <a:lnTo>
                    <a:pt x="1003263" y="5126318"/>
                  </a:lnTo>
                  <a:lnTo>
                    <a:pt x="1003357" y="5126318"/>
                  </a:lnTo>
                  <a:lnTo>
                    <a:pt x="1003639" y="5126318"/>
                  </a:lnTo>
                  <a:lnTo>
                    <a:pt x="1003827" y="5126318"/>
                  </a:lnTo>
                  <a:lnTo>
                    <a:pt x="1003921" y="5126318"/>
                  </a:lnTo>
                  <a:lnTo>
                    <a:pt x="1004109" y="5126318"/>
                  </a:lnTo>
                  <a:lnTo>
                    <a:pt x="1004203" y="5121038"/>
                  </a:lnTo>
                  <a:lnTo>
                    <a:pt x="1004297" y="5121038"/>
                  </a:lnTo>
                  <a:lnTo>
                    <a:pt x="1004391" y="5121038"/>
                  </a:lnTo>
                  <a:lnTo>
                    <a:pt x="1004485" y="5121038"/>
                  </a:lnTo>
                  <a:lnTo>
                    <a:pt x="1004579" y="5121038"/>
                  </a:lnTo>
                  <a:lnTo>
                    <a:pt x="1004767" y="5121038"/>
                  </a:lnTo>
                  <a:lnTo>
                    <a:pt x="1004861" y="5121038"/>
                  </a:lnTo>
                  <a:lnTo>
                    <a:pt x="1004955" y="5121038"/>
                  </a:lnTo>
                  <a:lnTo>
                    <a:pt x="1005049" y="5121038"/>
                  </a:lnTo>
                  <a:lnTo>
                    <a:pt x="1005143" y="5121038"/>
                  </a:lnTo>
                  <a:lnTo>
                    <a:pt x="1005331" y="5121038"/>
                  </a:lnTo>
                  <a:lnTo>
                    <a:pt x="1005425" y="5121038"/>
                  </a:lnTo>
                  <a:lnTo>
                    <a:pt x="1005519" y="5121038"/>
                  </a:lnTo>
                  <a:lnTo>
                    <a:pt x="1005895" y="5121038"/>
                  </a:lnTo>
                  <a:lnTo>
                    <a:pt x="1005989" y="5121038"/>
                  </a:lnTo>
                  <a:lnTo>
                    <a:pt x="1006083" y="5121038"/>
                  </a:lnTo>
                  <a:lnTo>
                    <a:pt x="1006177" y="5121038"/>
                  </a:lnTo>
                  <a:lnTo>
                    <a:pt x="1006271" y="5121038"/>
                  </a:lnTo>
                  <a:lnTo>
                    <a:pt x="1006554" y="5121038"/>
                  </a:lnTo>
                  <a:lnTo>
                    <a:pt x="1006648" y="5121038"/>
                  </a:lnTo>
                  <a:lnTo>
                    <a:pt x="1006742" y="5121038"/>
                  </a:lnTo>
                  <a:lnTo>
                    <a:pt x="1006836" y="5121038"/>
                  </a:lnTo>
                  <a:lnTo>
                    <a:pt x="1006930" y="5121038"/>
                  </a:lnTo>
                  <a:lnTo>
                    <a:pt x="1007024" y="5121038"/>
                  </a:lnTo>
                  <a:lnTo>
                    <a:pt x="1007118" y="5121038"/>
                  </a:lnTo>
                  <a:lnTo>
                    <a:pt x="1007306" y="5121038"/>
                  </a:lnTo>
                  <a:lnTo>
                    <a:pt x="1007400" y="5121038"/>
                  </a:lnTo>
                  <a:lnTo>
                    <a:pt x="1007400" y="5115759"/>
                  </a:lnTo>
                  <a:lnTo>
                    <a:pt x="1007588" y="5115759"/>
                  </a:lnTo>
                  <a:lnTo>
                    <a:pt x="1007682" y="5115759"/>
                  </a:lnTo>
                  <a:lnTo>
                    <a:pt x="1007776" y="5115759"/>
                  </a:lnTo>
                  <a:lnTo>
                    <a:pt x="1008058" y="5115759"/>
                  </a:lnTo>
                  <a:lnTo>
                    <a:pt x="1008246" y="5115759"/>
                  </a:lnTo>
                  <a:lnTo>
                    <a:pt x="1008340" y="5115759"/>
                  </a:lnTo>
                  <a:lnTo>
                    <a:pt x="1008434" y="5110479"/>
                  </a:lnTo>
                  <a:lnTo>
                    <a:pt x="1008528" y="5110479"/>
                  </a:lnTo>
                  <a:lnTo>
                    <a:pt x="1008716" y="5110479"/>
                  </a:lnTo>
                  <a:lnTo>
                    <a:pt x="1008810" y="5110479"/>
                  </a:lnTo>
                  <a:lnTo>
                    <a:pt x="1008998" y="5110479"/>
                  </a:lnTo>
                  <a:lnTo>
                    <a:pt x="1009186" y="5110479"/>
                  </a:lnTo>
                  <a:lnTo>
                    <a:pt x="1009280" y="5110479"/>
                  </a:lnTo>
                  <a:lnTo>
                    <a:pt x="1009468" y="5110479"/>
                  </a:lnTo>
                  <a:lnTo>
                    <a:pt x="1009750" y="5110479"/>
                  </a:lnTo>
                  <a:lnTo>
                    <a:pt x="1010032" y="5110479"/>
                  </a:lnTo>
                  <a:lnTo>
                    <a:pt x="1010127" y="5110479"/>
                  </a:lnTo>
                  <a:lnTo>
                    <a:pt x="1010409" y="5110479"/>
                  </a:lnTo>
                  <a:lnTo>
                    <a:pt x="1010597" y="5110479"/>
                  </a:lnTo>
                  <a:lnTo>
                    <a:pt x="1010785" y="5110479"/>
                  </a:lnTo>
                  <a:lnTo>
                    <a:pt x="1011067" y="5110479"/>
                  </a:lnTo>
                  <a:lnTo>
                    <a:pt x="1011161" y="5110479"/>
                  </a:lnTo>
                  <a:lnTo>
                    <a:pt x="1011255" y="5105200"/>
                  </a:lnTo>
                  <a:lnTo>
                    <a:pt x="1011631" y="5105200"/>
                  </a:lnTo>
                  <a:lnTo>
                    <a:pt x="1011819" y="5105200"/>
                  </a:lnTo>
                  <a:lnTo>
                    <a:pt x="1011913" y="5105200"/>
                  </a:lnTo>
                  <a:lnTo>
                    <a:pt x="1012195" y="5105200"/>
                  </a:lnTo>
                  <a:lnTo>
                    <a:pt x="1012383" y="5105200"/>
                  </a:lnTo>
                  <a:lnTo>
                    <a:pt x="1012477" y="5105200"/>
                  </a:lnTo>
                  <a:lnTo>
                    <a:pt x="1012665" y="5105200"/>
                  </a:lnTo>
                  <a:lnTo>
                    <a:pt x="1012759" y="5105200"/>
                  </a:lnTo>
                  <a:lnTo>
                    <a:pt x="1012853" y="5105200"/>
                  </a:lnTo>
                  <a:lnTo>
                    <a:pt x="1012947" y="5105200"/>
                  </a:lnTo>
                  <a:lnTo>
                    <a:pt x="1013041" y="5105200"/>
                  </a:lnTo>
                  <a:lnTo>
                    <a:pt x="1013135" y="5105200"/>
                  </a:lnTo>
                  <a:lnTo>
                    <a:pt x="1013323" y="5105200"/>
                  </a:lnTo>
                  <a:lnTo>
                    <a:pt x="1013511" y="5105200"/>
                  </a:lnTo>
                  <a:lnTo>
                    <a:pt x="1013605" y="5105200"/>
                  </a:lnTo>
                  <a:lnTo>
                    <a:pt x="1013888" y="5099921"/>
                  </a:lnTo>
                  <a:lnTo>
                    <a:pt x="1013982" y="5099921"/>
                  </a:lnTo>
                  <a:lnTo>
                    <a:pt x="1014076" y="5099921"/>
                  </a:lnTo>
                  <a:lnTo>
                    <a:pt x="1014170" y="5099921"/>
                  </a:lnTo>
                  <a:lnTo>
                    <a:pt x="1014264" y="5099921"/>
                  </a:lnTo>
                  <a:lnTo>
                    <a:pt x="1014358" y="5099921"/>
                  </a:lnTo>
                  <a:lnTo>
                    <a:pt x="1014452" y="5099921"/>
                  </a:lnTo>
                  <a:lnTo>
                    <a:pt x="1014546" y="5099921"/>
                  </a:lnTo>
                  <a:lnTo>
                    <a:pt x="1014640" y="5099921"/>
                  </a:lnTo>
                  <a:lnTo>
                    <a:pt x="1014734" y="5099921"/>
                  </a:lnTo>
                  <a:lnTo>
                    <a:pt x="1014828" y="5099921"/>
                  </a:lnTo>
                  <a:lnTo>
                    <a:pt x="1014922" y="5099921"/>
                  </a:lnTo>
                  <a:lnTo>
                    <a:pt x="1015016" y="5099921"/>
                  </a:lnTo>
                  <a:lnTo>
                    <a:pt x="1015110" y="5099921"/>
                  </a:lnTo>
                  <a:lnTo>
                    <a:pt x="1015298" y="5099921"/>
                  </a:lnTo>
                  <a:lnTo>
                    <a:pt x="1015674" y="5099921"/>
                  </a:lnTo>
                  <a:lnTo>
                    <a:pt x="1015768" y="5099921"/>
                  </a:lnTo>
                  <a:lnTo>
                    <a:pt x="1015862" y="5099921"/>
                  </a:lnTo>
                  <a:lnTo>
                    <a:pt x="1015956" y="5099921"/>
                  </a:lnTo>
                  <a:lnTo>
                    <a:pt x="1016050" y="5099921"/>
                  </a:lnTo>
                  <a:lnTo>
                    <a:pt x="1016144" y="5099921"/>
                  </a:lnTo>
                  <a:lnTo>
                    <a:pt x="1016238" y="5099921"/>
                  </a:lnTo>
                  <a:lnTo>
                    <a:pt x="1016614" y="5099921"/>
                  </a:lnTo>
                  <a:lnTo>
                    <a:pt x="1016896" y="5099921"/>
                  </a:lnTo>
                  <a:lnTo>
                    <a:pt x="1016990" y="5099921"/>
                  </a:lnTo>
                  <a:lnTo>
                    <a:pt x="1017084" y="5099921"/>
                  </a:lnTo>
                  <a:lnTo>
                    <a:pt x="1017179" y="5099921"/>
                  </a:lnTo>
                  <a:lnTo>
                    <a:pt x="1017273" y="5099921"/>
                  </a:lnTo>
                  <a:lnTo>
                    <a:pt x="1017461" y="5099921"/>
                  </a:lnTo>
                  <a:lnTo>
                    <a:pt x="1018025" y="5094641"/>
                  </a:lnTo>
                  <a:lnTo>
                    <a:pt x="1018119" y="5094641"/>
                  </a:lnTo>
                  <a:lnTo>
                    <a:pt x="1018213" y="5094641"/>
                  </a:lnTo>
                  <a:lnTo>
                    <a:pt x="1018307" y="5094641"/>
                  </a:lnTo>
                  <a:lnTo>
                    <a:pt x="1018401" y="5094641"/>
                  </a:lnTo>
                  <a:lnTo>
                    <a:pt x="1018683" y="5094641"/>
                  </a:lnTo>
                  <a:lnTo>
                    <a:pt x="1018777" y="5094641"/>
                  </a:lnTo>
                  <a:lnTo>
                    <a:pt x="1019059" y="5094641"/>
                  </a:lnTo>
                  <a:lnTo>
                    <a:pt x="1019247" y="5094641"/>
                  </a:lnTo>
                  <a:lnTo>
                    <a:pt x="1019341" y="5094641"/>
                  </a:lnTo>
                  <a:lnTo>
                    <a:pt x="1019529" y="5094641"/>
                  </a:lnTo>
                  <a:lnTo>
                    <a:pt x="1019623" y="5094641"/>
                  </a:lnTo>
                  <a:lnTo>
                    <a:pt x="1019717" y="5094641"/>
                  </a:lnTo>
                  <a:lnTo>
                    <a:pt x="1019811" y="5094641"/>
                  </a:lnTo>
                  <a:lnTo>
                    <a:pt x="1019905" y="5094641"/>
                  </a:lnTo>
                  <a:lnTo>
                    <a:pt x="1019999" y="5094641"/>
                  </a:lnTo>
                  <a:lnTo>
                    <a:pt x="1020187" y="5094641"/>
                  </a:lnTo>
                  <a:lnTo>
                    <a:pt x="1020469" y="5094641"/>
                  </a:lnTo>
                  <a:lnTo>
                    <a:pt x="1020563" y="5094641"/>
                  </a:lnTo>
                  <a:lnTo>
                    <a:pt x="1020752" y="5094641"/>
                  </a:lnTo>
                  <a:lnTo>
                    <a:pt x="1020940" y="5094641"/>
                  </a:lnTo>
                  <a:lnTo>
                    <a:pt x="1021034" y="5094641"/>
                  </a:lnTo>
                  <a:lnTo>
                    <a:pt x="1021222" y="5094641"/>
                  </a:lnTo>
                  <a:lnTo>
                    <a:pt x="1021410" y="5094641"/>
                  </a:lnTo>
                  <a:lnTo>
                    <a:pt x="1021504" y="5094641"/>
                  </a:lnTo>
                  <a:lnTo>
                    <a:pt x="1021880" y="5094641"/>
                  </a:lnTo>
                  <a:lnTo>
                    <a:pt x="1021974" y="5094641"/>
                  </a:lnTo>
                  <a:lnTo>
                    <a:pt x="1022162" y="5094641"/>
                  </a:lnTo>
                  <a:lnTo>
                    <a:pt x="1022256" y="5094641"/>
                  </a:lnTo>
                  <a:lnTo>
                    <a:pt x="1022538" y="5094641"/>
                  </a:lnTo>
                  <a:lnTo>
                    <a:pt x="1022632" y="5089362"/>
                  </a:lnTo>
                  <a:lnTo>
                    <a:pt x="1022914" y="5089362"/>
                  </a:lnTo>
                  <a:lnTo>
                    <a:pt x="1023008" y="5089362"/>
                  </a:lnTo>
                  <a:lnTo>
                    <a:pt x="1023290" y="5089362"/>
                  </a:lnTo>
                  <a:lnTo>
                    <a:pt x="1023478" y="5089362"/>
                  </a:lnTo>
                  <a:lnTo>
                    <a:pt x="1023572" y="5089362"/>
                  </a:lnTo>
                  <a:lnTo>
                    <a:pt x="1023760" y="5089362"/>
                  </a:lnTo>
                  <a:lnTo>
                    <a:pt x="1023948" y="5089362"/>
                  </a:lnTo>
                  <a:lnTo>
                    <a:pt x="1024042" y="5089362"/>
                  </a:lnTo>
                  <a:lnTo>
                    <a:pt x="1024325" y="5089362"/>
                  </a:lnTo>
                  <a:lnTo>
                    <a:pt x="1024419" y="5089362"/>
                  </a:lnTo>
                  <a:lnTo>
                    <a:pt x="1024513" y="5089362"/>
                  </a:lnTo>
                  <a:lnTo>
                    <a:pt x="1024607" y="5089362"/>
                  </a:lnTo>
                  <a:lnTo>
                    <a:pt x="1024701" y="5089362"/>
                  </a:lnTo>
                  <a:lnTo>
                    <a:pt x="1024701" y="5084082"/>
                  </a:lnTo>
                  <a:lnTo>
                    <a:pt x="1025171" y="5084082"/>
                  </a:lnTo>
                  <a:lnTo>
                    <a:pt x="1025265" y="5084082"/>
                  </a:lnTo>
                  <a:lnTo>
                    <a:pt x="1025453" y="5084082"/>
                  </a:lnTo>
                  <a:lnTo>
                    <a:pt x="1025547" y="5084082"/>
                  </a:lnTo>
                  <a:lnTo>
                    <a:pt x="1025735" y="5084082"/>
                  </a:lnTo>
                  <a:lnTo>
                    <a:pt x="1025923" y="5084082"/>
                  </a:lnTo>
                  <a:lnTo>
                    <a:pt x="1026111" y="5084082"/>
                  </a:lnTo>
                  <a:lnTo>
                    <a:pt x="1026205" y="5084082"/>
                  </a:lnTo>
                  <a:lnTo>
                    <a:pt x="1026393" y="5078803"/>
                  </a:lnTo>
                  <a:lnTo>
                    <a:pt x="1026487" y="5078803"/>
                  </a:lnTo>
                  <a:lnTo>
                    <a:pt x="1026581" y="5078803"/>
                  </a:lnTo>
                  <a:lnTo>
                    <a:pt x="1026675" y="5078803"/>
                  </a:lnTo>
                  <a:lnTo>
                    <a:pt x="1026769" y="5078803"/>
                  </a:lnTo>
                  <a:lnTo>
                    <a:pt x="1026863" y="5078803"/>
                  </a:lnTo>
                  <a:lnTo>
                    <a:pt x="1026957" y="5078803"/>
                  </a:lnTo>
                  <a:lnTo>
                    <a:pt x="1027051" y="5078803"/>
                  </a:lnTo>
                  <a:lnTo>
                    <a:pt x="1027239" y="5078803"/>
                  </a:lnTo>
                  <a:lnTo>
                    <a:pt x="1027333" y="5078803"/>
                  </a:lnTo>
                  <a:lnTo>
                    <a:pt x="1027521" y="5078803"/>
                  </a:lnTo>
                  <a:lnTo>
                    <a:pt x="1027709" y="5078803"/>
                  </a:lnTo>
                  <a:lnTo>
                    <a:pt x="1027803" y="5078803"/>
                  </a:lnTo>
                  <a:lnTo>
                    <a:pt x="1027898" y="5078803"/>
                  </a:lnTo>
                  <a:lnTo>
                    <a:pt x="1027992" y="5078803"/>
                  </a:lnTo>
                  <a:lnTo>
                    <a:pt x="1028180" y="5078803"/>
                  </a:lnTo>
                  <a:lnTo>
                    <a:pt x="1028274" y="5078803"/>
                  </a:lnTo>
                  <a:lnTo>
                    <a:pt x="1028650" y="5078803"/>
                  </a:lnTo>
                  <a:lnTo>
                    <a:pt x="1028744" y="5078803"/>
                  </a:lnTo>
                  <a:lnTo>
                    <a:pt x="1029120" y="5078803"/>
                  </a:lnTo>
                  <a:lnTo>
                    <a:pt x="1029214" y="5078803"/>
                  </a:lnTo>
                  <a:lnTo>
                    <a:pt x="1029308" y="5078803"/>
                  </a:lnTo>
                  <a:lnTo>
                    <a:pt x="1029496" y="5078803"/>
                  </a:lnTo>
                  <a:lnTo>
                    <a:pt x="1029590" y="5078803"/>
                  </a:lnTo>
                  <a:lnTo>
                    <a:pt x="1029684" y="5078803"/>
                  </a:lnTo>
                  <a:lnTo>
                    <a:pt x="1029778" y="5078803"/>
                  </a:lnTo>
                  <a:lnTo>
                    <a:pt x="1029872" y="5078803"/>
                  </a:lnTo>
                  <a:lnTo>
                    <a:pt x="1030060" y="5078803"/>
                  </a:lnTo>
                  <a:lnTo>
                    <a:pt x="1030154" y="5078803"/>
                  </a:lnTo>
                  <a:lnTo>
                    <a:pt x="1030248" y="5078803"/>
                  </a:lnTo>
                  <a:lnTo>
                    <a:pt x="1030342" y="5078803"/>
                  </a:lnTo>
                  <a:lnTo>
                    <a:pt x="1030530" y="5078803"/>
                  </a:lnTo>
                  <a:lnTo>
                    <a:pt x="1030624" y="5078803"/>
                  </a:lnTo>
                  <a:lnTo>
                    <a:pt x="1030718" y="5078803"/>
                  </a:lnTo>
                  <a:lnTo>
                    <a:pt x="1030812" y="5078803"/>
                  </a:lnTo>
                  <a:lnTo>
                    <a:pt x="1030906" y="5078803"/>
                  </a:lnTo>
                  <a:lnTo>
                    <a:pt x="1031000" y="5078803"/>
                  </a:lnTo>
                  <a:lnTo>
                    <a:pt x="1031094" y="5078803"/>
                  </a:lnTo>
                  <a:lnTo>
                    <a:pt x="1031282" y="5078803"/>
                  </a:lnTo>
                  <a:lnTo>
                    <a:pt x="1031377" y="5078803"/>
                  </a:lnTo>
                  <a:lnTo>
                    <a:pt x="1031753" y="5078803"/>
                  </a:lnTo>
                  <a:lnTo>
                    <a:pt x="1031847" y="5078803"/>
                  </a:lnTo>
                  <a:lnTo>
                    <a:pt x="1031941" y="5078803"/>
                  </a:lnTo>
                  <a:lnTo>
                    <a:pt x="1032129" y="5078803"/>
                  </a:lnTo>
                  <a:lnTo>
                    <a:pt x="1032223" y="5078803"/>
                  </a:lnTo>
                  <a:lnTo>
                    <a:pt x="1032317" y="5073523"/>
                  </a:lnTo>
                  <a:lnTo>
                    <a:pt x="1032411" y="5073523"/>
                  </a:lnTo>
                  <a:lnTo>
                    <a:pt x="1032599" y="5073523"/>
                  </a:lnTo>
                  <a:lnTo>
                    <a:pt x="1032693" y="5073523"/>
                  </a:lnTo>
                  <a:lnTo>
                    <a:pt x="1032787" y="5073523"/>
                  </a:lnTo>
                  <a:lnTo>
                    <a:pt x="1032975" y="5073523"/>
                  </a:lnTo>
                  <a:lnTo>
                    <a:pt x="1033069" y="5073523"/>
                  </a:lnTo>
                  <a:lnTo>
                    <a:pt x="1033163" y="5073523"/>
                  </a:lnTo>
                  <a:lnTo>
                    <a:pt x="1033445" y="5073523"/>
                  </a:lnTo>
                  <a:lnTo>
                    <a:pt x="1033539" y="5073523"/>
                  </a:lnTo>
                  <a:lnTo>
                    <a:pt x="1033633" y="5073523"/>
                  </a:lnTo>
                  <a:lnTo>
                    <a:pt x="1033727" y="5073523"/>
                  </a:lnTo>
                  <a:lnTo>
                    <a:pt x="1033915" y="5073523"/>
                  </a:lnTo>
                  <a:lnTo>
                    <a:pt x="1034009" y="5073523"/>
                  </a:lnTo>
                  <a:lnTo>
                    <a:pt x="1034197" y="5073523"/>
                  </a:lnTo>
                  <a:lnTo>
                    <a:pt x="1034291" y="5073523"/>
                  </a:lnTo>
                  <a:lnTo>
                    <a:pt x="1034385" y="5073523"/>
                  </a:lnTo>
                  <a:lnTo>
                    <a:pt x="1034479" y="5073523"/>
                  </a:lnTo>
                  <a:lnTo>
                    <a:pt x="1034573" y="5073523"/>
                  </a:lnTo>
                  <a:lnTo>
                    <a:pt x="1034855" y="5073523"/>
                  </a:lnTo>
                  <a:lnTo>
                    <a:pt x="1034950" y="5073523"/>
                  </a:lnTo>
                  <a:lnTo>
                    <a:pt x="1035232" y="5073523"/>
                  </a:lnTo>
                  <a:lnTo>
                    <a:pt x="1035326" y="5073523"/>
                  </a:lnTo>
                  <a:lnTo>
                    <a:pt x="1035702" y="5073523"/>
                  </a:lnTo>
                  <a:lnTo>
                    <a:pt x="1035890" y="5073523"/>
                  </a:lnTo>
                  <a:lnTo>
                    <a:pt x="1035984" y="5073523"/>
                  </a:lnTo>
                  <a:lnTo>
                    <a:pt x="1036078" y="5073523"/>
                  </a:lnTo>
                  <a:lnTo>
                    <a:pt x="1036548" y="5073523"/>
                  </a:lnTo>
                  <a:lnTo>
                    <a:pt x="1036736" y="5073523"/>
                  </a:lnTo>
                  <a:lnTo>
                    <a:pt x="1036830" y="5073523"/>
                  </a:lnTo>
                  <a:lnTo>
                    <a:pt x="1036924" y="5068244"/>
                  </a:lnTo>
                  <a:lnTo>
                    <a:pt x="1037300" y="5068244"/>
                  </a:lnTo>
                  <a:lnTo>
                    <a:pt x="1037488" y="5068244"/>
                  </a:lnTo>
                  <a:lnTo>
                    <a:pt x="1037676" y="5068244"/>
                  </a:lnTo>
                  <a:lnTo>
                    <a:pt x="1037770" y="5068244"/>
                  </a:lnTo>
                  <a:lnTo>
                    <a:pt x="1038052" y="5068244"/>
                  </a:lnTo>
                  <a:lnTo>
                    <a:pt x="1038240" y="5068244"/>
                  </a:lnTo>
                  <a:lnTo>
                    <a:pt x="1038334" y="5068244"/>
                  </a:lnTo>
                  <a:lnTo>
                    <a:pt x="1038428" y="5062965"/>
                  </a:lnTo>
                  <a:lnTo>
                    <a:pt x="1038617" y="5062965"/>
                  </a:lnTo>
                  <a:lnTo>
                    <a:pt x="1038805" y="5062965"/>
                  </a:lnTo>
                  <a:lnTo>
                    <a:pt x="1038899" y="5062965"/>
                  </a:lnTo>
                  <a:lnTo>
                    <a:pt x="1039087" y="5062965"/>
                  </a:lnTo>
                  <a:lnTo>
                    <a:pt x="1039181" y="5062965"/>
                  </a:lnTo>
                  <a:lnTo>
                    <a:pt x="1039369" y="5062965"/>
                  </a:lnTo>
                  <a:lnTo>
                    <a:pt x="1039463" y="5062965"/>
                  </a:lnTo>
                  <a:lnTo>
                    <a:pt x="1039557" y="5062965"/>
                  </a:lnTo>
                  <a:lnTo>
                    <a:pt x="1039651" y="5062965"/>
                  </a:lnTo>
                  <a:lnTo>
                    <a:pt x="1039745" y="5062965"/>
                  </a:lnTo>
                  <a:lnTo>
                    <a:pt x="1039933" y="5062965"/>
                  </a:lnTo>
                  <a:lnTo>
                    <a:pt x="1040121" y="5062965"/>
                  </a:lnTo>
                  <a:lnTo>
                    <a:pt x="1040403" y="5062965"/>
                  </a:lnTo>
                  <a:lnTo>
                    <a:pt x="1040779" y="5062965"/>
                  </a:lnTo>
                  <a:lnTo>
                    <a:pt x="1041061" y="5062965"/>
                  </a:lnTo>
                  <a:lnTo>
                    <a:pt x="1041155" y="5062965"/>
                  </a:lnTo>
                  <a:lnTo>
                    <a:pt x="1041343" y="5062965"/>
                  </a:lnTo>
                  <a:lnTo>
                    <a:pt x="1041437" y="5062965"/>
                  </a:lnTo>
                  <a:lnTo>
                    <a:pt x="1041531" y="5062965"/>
                  </a:lnTo>
                  <a:lnTo>
                    <a:pt x="1041719" y="5062965"/>
                  </a:lnTo>
                  <a:lnTo>
                    <a:pt x="1041813" y="5062965"/>
                  </a:lnTo>
                  <a:lnTo>
                    <a:pt x="1041907" y="5062965"/>
                  </a:lnTo>
                  <a:lnTo>
                    <a:pt x="1042002" y="5062965"/>
                  </a:lnTo>
                  <a:lnTo>
                    <a:pt x="1042190" y="5062965"/>
                  </a:lnTo>
                  <a:lnTo>
                    <a:pt x="1042566" y="5062965"/>
                  </a:lnTo>
                  <a:lnTo>
                    <a:pt x="1042754" y="5062965"/>
                  </a:lnTo>
                  <a:lnTo>
                    <a:pt x="1042848" y="5062965"/>
                  </a:lnTo>
                  <a:lnTo>
                    <a:pt x="1043036" y="5062965"/>
                  </a:lnTo>
                  <a:lnTo>
                    <a:pt x="1043130" y="5062965"/>
                  </a:lnTo>
                  <a:lnTo>
                    <a:pt x="1043130" y="5057685"/>
                  </a:lnTo>
                  <a:lnTo>
                    <a:pt x="1043318" y="5057685"/>
                  </a:lnTo>
                  <a:lnTo>
                    <a:pt x="1043412" y="5057685"/>
                  </a:lnTo>
                  <a:lnTo>
                    <a:pt x="1043694" y="5057685"/>
                  </a:lnTo>
                  <a:lnTo>
                    <a:pt x="1043788" y="5057685"/>
                  </a:lnTo>
                  <a:lnTo>
                    <a:pt x="1043882" y="5057685"/>
                  </a:lnTo>
                  <a:lnTo>
                    <a:pt x="1043976" y="5057685"/>
                  </a:lnTo>
                  <a:lnTo>
                    <a:pt x="1044446" y="5057685"/>
                  </a:lnTo>
                  <a:lnTo>
                    <a:pt x="1044540" y="5057685"/>
                  </a:lnTo>
                  <a:lnTo>
                    <a:pt x="1044822" y="5057685"/>
                  </a:lnTo>
                  <a:lnTo>
                    <a:pt x="1045104" y="5057685"/>
                  </a:lnTo>
                  <a:lnTo>
                    <a:pt x="1045198" y="5057685"/>
                  </a:lnTo>
                  <a:lnTo>
                    <a:pt x="1045292" y="5057685"/>
                  </a:lnTo>
                  <a:lnTo>
                    <a:pt x="1045386" y="5057685"/>
                  </a:lnTo>
                  <a:lnTo>
                    <a:pt x="1045480" y="5057685"/>
                  </a:lnTo>
                  <a:lnTo>
                    <a:pt x="1045575" y="5057685"/>
                  </a:lnTo>
                  <a:lnTo>
                    <a:pt x="1046045" y="5057685"/>
                  </a:lnTo>
                  <a:lnTo>
                    <a:pt x="1046421" y="5057685"/>
                  </a:lnTo>
                  <a:lnTo>
                    <a:pt x="1046515" y="5057685"/>
                  </a:lnTo>
                  <a:lnTo>
                    <a:pt x="1046609" y="5057685"/>
                  </a:lnTo>
                  <a:lnTo>
                    <a:pt x="1046703" y="5057685"/>
                  </a:lnTo>
                  <a:lnTo>
                    <a:pt x="1046797" y="5057685"/>
                  </a:lnTo>
                  <a:lnTo>
                    <a:pt x="1047079" y="5057685"/>
                  </a:lnTo>
                  <a:lnTo>
                    <a:pt x="1047173" y="5057685"/>
                  </a:lnTo>
                  <a:lnTo>
                    <a:pt x="1047361" y="5057685"/>
                  </a:lnTo>
                  <a:lnTo>
                    <a:pt x="1047455" y="5057685"/>
                  </a:lnTo>
                  <a:lnTo>
                    <a:pt x="1047549" y="5057685"/>
                  </a:lnTo>
                  <a:lnTo>
                    <a:pt x="1047643" y="5057685"/>
                  </a:lnTo>
                  <a:lnTo>
                    <a:pt x="1047737" y="5057685"/>
                  </a:lnTo>
                  <a:lnTo>
                    <a:pt x="1048019" y="5057685"/>
                  </a:lnTo>
                  <a:lnTo>
                    <a:pt x="1048113" y="5057685"/>
                  </a:lnTo>
                  <a:lnTo>
                    <a:pt x="1048207" y="5057685"/>
                  </a:lnTo>
                  <a:lnTo>
                    <a:pt x="1048489" y="5057685"/>
                  </a:lnTo>
                  <a:lnTo>
                    <a:pt x="1048583" y="5057685"/>
                  </a:lnTo>
                  <a:lnTo>
                    <a:pt x="1048677" y="5057685"/>
                  </a:lnTo>
                  <a:lnTo>
                    <a:pt x="1048771" y="5057685"/>
                  </a:lnTo>
                  <a:lnTo>
                    <a:pt x="1049053" y="5057685"/>
                  </a:lnTo>
                  <a:lnTo>
                    <a:pt x="1049242" y="5057685"/>
                  </a:lnTo>
                  <a:lnTo>
                    <a:pt x="1049336" y="5057685"/>
                  </a:lnTo>
                  <a:lnTo>
                    <a:pt x="1049430" y="5057685"/>
                  </a:lnTo>
                  <a:lnTo>
                    <a:pt x="1049618" y="5057685"/>
                  </a:lnTo>
                  <a:lnTo>
                    <a:pt x="1049712" y="5057685"/>
                  </a:lnTo>
                  <a:lnTo>
                    <a:pt x="1049806" y="5057685"/>
                  </a:lnTo>
                  <a:lnTo>
                    <a:pt x="1049900" y="5057685"/>
                  </a:lnTo>
                  <a:lnTo>
                    <a:pt x="1050088" y="5057685"/>
                  </a:lnTo>
                  <a:lnTo>
                    <a:pt x="1050182" y="5057685"/>
                  </a:lnTo>
                  <a:lnTo>
                    <a:pt x="1050276" y="5057685"/>
                  </a:lnTo>
                  <a:lnTo>
                    <a:pt x="1050370" y="5057685"/>
                  </a:lnTo>
                  <a:lnTo>
                    <a:pt x="1050464" y="5057685"/>
                  </a:lnTo>
                  <a:lnTo>
                    <a:pt x="1050652" y="5057685"/>
                  </a:lnTo>
                  <a:lnTo>
                    <a:pt x="1050746" y="5057685"/>
                  </a:lnTo>
                  <a:lnTo>
                    <a:pt x="1051028" y="5057685"/>
                  </a:lnTo>
                  <a:lnTo>
                    <a:pt x="1051216" y="5057685"/>
                  </a:lnTo>
                  <a:lnTo>
                    <a:pt x="1051310" y="5057685"/>
                  </a:lnTo>
                  <a:lnTo>
                    <a:pt x="1051404" y="5052406"/>
                  </a:lnTo>
                  <a:lnTo>
                    <a:pt x="1051498" y="5052406"/>
                  </a:lnTo>
                  <a:lnTo>
                    <a:pt x="1051592" y="5052406"/>
                  </a:lnTo>
                  <a:lnTo>
                    <a:pt x="1051874" y="5052406"/>
                  </a:lnTo>
                  <a:lnTo>
                    <a:pt x="1051968" y="5052406"/>
                  </a:lnTo>
                  <a:lnTo>
                    <a:pt x="1052062" y="5052406"/>
                  </a:lnTo>
                  <a:lnTo>
                    <a:pt x="1052250" y="5052406"/>
                  </a:lnTo>
                  <a:lnTo>
                    <a:pt x="1052438" y="5052406"/>
                  </a:lnTo>
                  <a:lnTo>
                    <a:pt x="1052532" y="5052406"/>
                  </a:lnTo>
                  <a:lnTo>
                    <a:pt x="1052627" y="5052406"/>
                  </a:lnTo>
                  <a:lnTo>
                    <a:pt x="1052815" y="5052406"/>
                  </a:lnTo>
                  <a:lnTo>
                    <a:pt x="1052909" y="5052406"/>
                  </a:lnTo>
                  <a:lnTo>
                    <a:pt x="1053003" y="5052406"/>
                  </a:lnTo>
                  <a:lnTo>
                    <a:pt x="1053097" y="5052406"/>
                  </a:lnTo>
                  <a:lnTo>
                    <a:pt x="1053567" y="5052406"/>
                  </a:lnTo>
                  <a:lnTo>
                    <a:pt x="1053755" y="5052406"/>
                  </a:lnTo>
                  <a:lnTo>
                    <a:pt x="1053849" y="5052406"/>
                  </a:lnTo>
                  <a:lnTo>
                    <a:pt x="1053943" y="5052406"/>
                  </a:lnTo>
                  <a:lnTo>
                    <a:pt x="1054037" y="5052406"/>
                  </a:lnTo>
                  <a:lnTo>
                    <a:pt x="1054131" y="5052406"/>
                  </a:lnTo>
                  <a:lnTo>
                    <a:pt x="1054225" y="5052406"/>
                  </a:lnTo>
                  <a:lnTo>
                    <a:pt x="1054319" y="5052406"/>
                  </a:lnTo>
                  <a:lnTo>
                    <a:pt x="1054413" y="5052406"/>
                  </a:lnTo>
                  <a:lnTo>
                    <a:pt x="1054507" y="5052406"/>
                  </a:lnTo>
                  <a:lnTo>
                    <a:pt x="1054601" y="5052406"/>
                  </a:lnTo>
                  <a:lnTo>
                    <a:pt x="1054789" y="5052406"/>
                  </a:lnTo>
                  <a:lnTo>
                    <a:pt x="1054883" y="5052406"/>
                  </a:lnTo>
                  <a:lnTo>
                    <a:pt x="1054977" y="5052406"/>
                  </a:lnTo>
                  <a:lnTo>
                    <a:pt x="1055071" y="5052406"/>
                  </a:lnTo>
                  <a:lnTo>
                    <a:pt x="1055259" y="5052406"/>
                  </a:lnTo>
                  <a:lnTo>
                    <a:pt x="1055353" y="5052406"/>
                  </a:lnTo>
                  <a:lnTo>
                    <a:pt x="1055541" y="5052406"/>
                  </a:lnTo>
                  <a:lnTo>
                    <a:pt x="1055729" y="5052406"/>
                  </a:lnTo>
                  <a:lnTo>
                    <a:pt x="1055917" y="5052406"/>
                  </a:lnTo>
                  <a:lnTo>
                    <a:pt x="1056105" y="5052406"/>
                  </a:lnTo>
                  <a:lnTo>
                    <a:pt x="1056294" y="5052406"/>
                  </a:lnTo>
                  <a:lnTo>
                    <a:pt x="1056670" y="5052406"/>
                  </a:lnTo>
                  <a:lnTo>
                    <a:pt x="1056764" y="5052406"/>
                  </a:lnTo>
                  <a:lnTo>
                    <a:pt x="1056858" y="5052406"/>
                  </a:lnTo>
                  <a:lnTo>
                    <a:pt x="1056952" y="5052406"/>
                  </a:lnTo>
                  <a:lnTo>
                    <a:pt x="1057234" y="5052406"/>
                  </a:lnTo>
                  <a:lnTo>
                    <a:pt x="1057328" y="5052406"/>
                  </a:lnTo>
                  <a:lnTo>
                    <a:pt x="1057422" y="5052406"/>
                  </a:lnTo>
                  <a:lnTo>
                    <a:pt x="1057516" y="5052406"/>
                  </a:lnTo>
                  <a:lnTo>
                    <a:pt x="1057610" y="5052406"/>
                  </a:lnTo>
                  <a:lnTo>
                    <a:pt x="1057704" y="5047126"/>
                  </a:lnTo>
                  <a:lnTo>
                    <a:pt x="1057798" y="5047126"/>
                  </a:lnTo>
                  <a:lnTo>
                    <a:pt x="1059208" y="5041847"/>
                  </a:lnTo>
                  <a:lnTo>
                    <a:pt x="1059584" y="5041847"/>
                  </a:lnTo>
                  <a:lnTo>
                    <a:pt x="1059678" y="5041847"/>
                  </a:lnTo>
                  <a:lnTo>
                    <a:pt x="1059867" y="5041847"/>
                  </a:lnTo>
                  <a:lnTo>
                    <a:pt x="1059961" y="5041847"/>
                  </a:lnTo>
                  <a:lnTo>
                    <a:pt x="1060055" y="5041847"/>
                  </a:lnTo>
                  <a:lnTo>
                    <a:pt x="1060149" y="5041847"/>
                  </a:lnTo>
                  <a:lnTo>
                    <a:pt x="1060337" y="5041847"/>
                  </a:lnTo>
                  <a:lnTo>
                    <a:pt x="1060431" y="5041847"/>
                  </a:lnTo>
                  <a:lnTo>
                    <a:pt x="1060619" y="5041847"/>
                  </a:lnTo>
                  <a:lnTo>
                    <a:pt x="1060713" y="5041847"/>
                  </a:lnTo>
                  <a:lnTo>
                    <a:pt x="1060807" y="5041847"/>
                  </a:lnTo>
                  <a:lnTo>
                    <a:pt x="1060901" y="5041847"/>
                  </a:lnTo>
                  <a:lnTo>
                    <a:pt x="1061089" y="5041847"/>
                  </a:lnTo>
                  <a:lnTo>
                    <a:pt x="1061183" y="5041847"/>
                  </a:lnTo>
                  <a:lnTo>
                    <a:pt x="1061371" y="5041847"/>
                  </a:lnTo>
                  <a:lnTo>
                    <a:pt x="1061371" y="5036567"/>
                  </a:lnTo>
                  <a:lnTo>
                    <a:pt x="1061465" y="5036567"/>
                  </a:lnTo>
                  <a:lnTo>
                    <a:pt x="1061559" y="5036567"/>
                  </a:lnTo>
                  <a:lnTo>
                    <a:pt x="1061747" y="5036567"/>
                  </a:lnTo>
                  <a:lnTo>
                    <a:pt x="1061935" y="5036567"/>
                  </a:lnTo>
                  <a:lnTo>
                    <a:pt x="1062029" y="5036567"/>
                  </a:lnTo>
                  <a:lnTo>
                    <a:pt x="1062217" y="5036567"/>
                  </a:lnTo>
                  <a:lnTo>
                    <a:pt x="1062311" y="5036567"/>
                  </a:lnTo>
                  <a:lnTo>
                    <a:pt x="1062405" y="5036567"/>
                  </a:lnTo>
                  <a:lnTo>
                    <a:pt x="1062499" y="5036567"/>
                  </a:lnTo>
                  <a:lnTo>
                    <a:pt x="1062687" y="5036567"/>
                  </a:lnTo>
                  <a:lnTo>
                    <a:pt x="1062781" y="5036567"/>
                  </a:lnTo>
                  <a:lnTo>
                    <a:pt x="1062969" y="5036567"/>
                  </a:lnTo>
                  <a:lnTo>
                    <a:pt x="1063157" y="5036567"/>
                  </a:lnTo>
                  <a:lnTo>
                    <a:pt x="1063252" y="5031288"/>
                  </a:lnTo>
                  <a:lnTo>
                    <a:pt x="1063346" y="5031288"/>
                  </a:lnTo>
                  <a:lnTo>
                    <a:pt x="1063440" y="5031288"/>
                  </a:lnTo>
                  <a:lnTo>
                    <a:pt x="1063722" y="5031288"/>
                  </a:lnTo>
                  <a:lnTo>
                    <a:pt x="1064004" y="5031288"/>
                  </a:lnTo>
                  <a:lnTo>
                    <a:pt x="1064098" y="5031288"/>
                  </a:lnTo>
                  <a:lnTo>
                    <a:pt x="1064192" y="5031288"/>
                  </a:lnTo>
                  <a:lnTo>
                    <a:pt x="1064286" y="5031288"/>
                  </a:lnTo>
                  <a:lnTo>
                    <a:pt x="1064756" y="5031288"/>
                  </a:lnTo>
                  <a:lnTo>
                    <a:pt x="1064850" y="5031288"/>
                  </a:lnTo>
                  <a:lnTo>
                    <a:pt x="1064944" y="5031288"/>
                  </a:lnTo>
                  <a:lnTo>
                    <a:pt x="1065226" y="5031288"/>
                  </a:lnTo>
                  <a:lnTo>
                    <a:pt x="1065320" y="5031288"/>
                  </a:lnTo>
                  <a:lnTo>
                    <a:pt x="1065508" y="5031288"/>
                  </a:lnTo>
                  <a:lnTo>
                    <a:pt x="1065696" y="5031288"/>
                  </a:lnTo>
                  <a:lnTo>
                    <a:pt x="1065790" y="5031288"/>
                  </a:lnTo>
                  <a:lnTo>
                    <a:pt x="1065978" y="5031288"/>
                  </a:lnTo>
                  <a:lnTo>
                    <a:pt x="1066166" y="5031288"/>
                  </a:lnTo>
                  <a:lnTo>
                    <a:pt x="1066354" y="5031288"/>
                  </a:lnTo>
                  <a:lnTo>
                    <a:pt x="1066448" y="5031288"/>
                  </a:lnTo>
                  <a:lnTo>
                    <a:pt x="1066542" y="5031288"/>
                  </a:lnTo>
                  <a:lnTo>
                    <a:pt x="1066636" y="5031288"/>
                  </a:lnTo>
                  <a:lnTo>
                    <a:pt x="1066825" y="5031288"/>
                  </a:lnTo>
                  <a:lnTo>
                    <a:pt x="1066919" y="5031288"/>
                  </a:lnTo>
                  <a:lnTo>
                    <a:pt x="1067013" y="5031288"/>
                  </a:lnTo>
                  <a:lnTo>
                    <a:pt x="1067107" y="5031288"/>
                  </a:lnTo>
                  <a:lnTo>
                    <a:pt x="1067201" y="5031288"/>
                  </a:lnTo>
                  <a:lnTo>
                    <a:pt x="1067295" y="5031288"/>
                  </a:lnTo>
                  <a:lnTo>
                    <a:pt x="1067483" y="5031288"/>
                  </a:lnTo>
                  <a:lnTo>
                    <a:pt x="1067577" y="5031288"/>
                  </a:lnTo>
                  <a:lnTo>
                    <a:pt x="1067859" y="5031288"/>
                  </a:lnTo>
                  <a:lnTo>
                    <a:pt x="1067953" y="5031288"/>
                  </a:lnTo>
                  <a:lnTo>
                    <a:pt x="1068047" y="5031288"/>
                  </a:lnTo>
                  <a:lnTo>
                    <a:pt x="1068141" y="5031288"/>
                  </a:lnTo>
                  <a:lnTo>
                    <a:pt x="1068235" y="5031288"/>
                  </a:lnTo>
                  <a:lnTo>
                    <a:pt x="1068329" y="5031288"/>
                  </a:lnTo>
                  <a:lnTo>
                    <a:pt x="1068423" y="5031288"/>
                  </a:lnTo>
                  <a:lnTo>
                    <a:pt x="1068517" y="5031288"/>
                  </a:lnTo>
                  <a:lnTo>
                    <a:pt x="1068705" y="5031288"/>
                  </a:lnTo>
                  <a:lnTo>
                    <a:pt x="1068799" y="5031288"/>
                  </a:lnTo>
                  <a:lnTo>
                    <a:pt x="1069269" y="5031288"/>
                  </a:lnTo>
                  <a:lnTo>
                    <a:pt x="1069363" y="5031288"/>
                  </a:lnTo>
                  <a:lnTo>
                    <a:pt x="1069457" y="5031288"/>
                  </a:lnTo>
                  <a:lnTo>
                    <a:pt x="1069833" y="5026009"/>
                  </a:lnTo>
                  <a:lnTo>
                    <a:pt x="1069927" y="5026009"/>
                  </a:lnTo>
                  <a:lnTo>
                    <a:pt x="1070021" y="5026009"/>
                  </a:lnTo>
                  <a:lnTo>
                    <a:pt x="1070303" y="5026009"/>
                  </a:lnTo>
                  <a:lnTo>
                    <a:pt x="1070398" y="5026009"/>
                  </a:lnTo>
                  <a:lnTo>
                    <a:pt x="1070492" y="5026009"/>
                  </a:lnTo>
                  <a:lnTo>
                    <a:pt x="1070586" y="5026009"/>
                  </a:lnTo>
                  <a:lnTo>
                    <a:pt x="1070680" y="5026009"/>
                  </a:lnTo>
                  <a:lnTo>
                    <a:pt x="1070774" y="5026009"/>
                  </a:lnTo>
                  <a:lnTo>
                    <a:pt x="1070962" y="5026009"/>
                  </a:lnTo>
                  <a:lnTo>
                    <a:pt x="1071432" y="5026009"/>
                  </a:lnTo>
                  <a:lnTo>
                    <a:pt x="1071526" y="5026009"/>
                  </a:lnTo>
                  <a:lnTo>
                    <a:pt x="1071714" y="5026009"/>
                  </a:lnTo>
                  <a:lnTo>
                    <a:pt x="1071996" y="5026009"/>
                  </a:lnTo>
                  <a:lnTo>
                    <a:pt x="1071996" y="5020729"/>
                  </a:lnTo>
                  <a:lnTo>
                    <a:pt x="1072090" y="5020729"/>
                  </a:lnTo>
                  <a:lnTo>
                    <a:pt x="1072372" y="5020729"/>
                  </a:lnTo>
                  <a:lnTo>
                    <a:pt x="1072466" y="5020729"/>
                  </a:lnTo>
                  <a:lnTo>
                    <a:pt x="1072560" y="5020729"/>
                  </a:lnTo>
                  <a:lnTo>
                    <a:pt x="1072748" y="5020729"/>
                  </a:lnTo>
                  <a:lnTo>
                    <a:pt x="1072936" y="5020729"/>
                  </a:lnTo>
                  <a:lnTo>
                    <a:pt x="1073500" y="5020729"/>
                  </a:lnTo>
                  <a:lnTo>
                    <a:pt x="1073688" y="5020729"/>
                  </a:lnTo>
                  <a:lnTo>
                    <a:pt x="1073782" y="5020729"/>
                  </a:lnTo>
                  <a:lnTo>
                    <a:pt x="1073971" y="5020729"/>
                  </a:lnTo>
                  <a:lnTo>
                    <a:pt x="1074065" y="5020729"/>
                  </a:lnTo>
                  <a:lnTo>
                    <a:pt x="1074159" y="5020729"/>
                  </a:lnTo>
                  <a:lnTo>
                    <a:pt x="1074347" y="5020729"/>
                  </a:lnTo>
                  <a:lnTo>
                    <a:pt x="1074441" y="5020729"/>
                  </a:lnTo>
                  <a:lnTo>
                    <a:pt x="1074535" y="5020729"/>
                  </a:lnTo>
                  <a:lnTo>
                    <a:pt x="1074629" y="5020729"/>
                  </a:lnTo>
                  <a:lnTo>
                    <a:pt x="1074723" y="5020729"/>
                  </a:lnTo>
                  <a:lnTo>
                    <a:pt x="1074817" y="5020729"/>
                  </a:lnTo>
                  <a:lnTo>
                    <a:pt x="1074911" y="5020729"/>
                  </a:lnTo>
                  <a:lnTo>
                    <a:pt x="1075099" y="5020729"/>
                  </a:lnTo>
                  <a:lnTo>
                    <a:pt x="1075193" y="5020729"/>
                  </a:lnTo>
                  <a:lnTo>
                    <a:pt x="1075381" y="5020729"/>
                  </a:lnTo>
                  <a:lnTo>
                    <a:pt x="1075475" y="5020729"/>
                  </a:lnTo>
                  <a:lnTo>
                    <a:pt x="1075851" y="5020729"/>
                  </a:lnTo>
                  <a:lnTo>
                    <a:pt x="1075945" y="5020729"/>
                  </a:lnTo>
                  <a:lnTo>
                    <a:pt x="1076039" y="5020729"/>
                  </a:lnTo>
                  <a:lnTo>
                    <a:pt x="1076133" y="5020729"/>
                  </a:lnTo>
                  <a:lnTo>
                    <a:pt x="1076321" y="5020729"/>
                  </a:lnTo>
                  <a:lnTo>
                    <a:pt x="1076509" y="5020729"/>
                  </a:lnTo>
                  <a:lnTo>
                    <a:pt x="1076885" y="5020729"/>
                  </a:lnTo>
                  <a:lnTo>
                    <a:pt x="1076979" y="5020729"/>
                  </a:lnTo>
                  <a:lnTo>
                    <a:pt x="1077450" y="5020729"/>
                  </a:lnTo>
                  <a:lnTo>
                    <a:pt x="1077544" y="5020729"/>
                  </a:lnTo>
                  <a:lnTo>
                    <a:pt x="1077638" y="5020729"/>
                  </a:lnTo>
                  <a:lnTo>
                    <a:pt x="1077732" y="5020729"/>
                  </a:lnTo>
                  <a:lnTo>
                    <a:pt x="1077826" y="5020729"/>
                  </a:lnTo>
                  <a:lnTo>
                    <a:pt x="1078108" y="5020729"/>
                  </a:lnTo>
                  <a:lnTo>
                    <a:pt x="1078202" y="5020729"/>
                  </a:lnTo>
                  <a:lnTo>
                    <a:pt x="1078390" y="5020729"/>
                  </a:lnTo>
                  <a:lnTo>
                    <a:pt x="1078766" y="5020729"/>
                  </a:lnTo>
                  <a:lnTo>
                    <a:pt x="1078954" y="5020729"/>
                  </a:lnTo>
                  <a:lnTo>
                    <a:pt x="1079048" y="5020729"/>
                  </a:lnTo>
                  <a:lnTo>
                    <a:pt x="1079142" y="5020729"/>
                  </a:lnTo>
                  <a:lnTo>
                    <a:pt x="1079236" y="5020729"/>
                  </a:lnTo>
                  <a:lnTo>
                    <a:pt x="1079330" y="5020729"/>
                  </a:lnTo>
                  <a:lnTo>
                    <a:pt x="1079424" y="5020729"/>
                  </a:lnTo>
                  <a:lnTo>
                    <a:pt x="1079518" y="5020729"/>
                  </a:lnTo>
                  <a:lnTo>
                    <a:pt x="1079800" y="5020729"/>
                  </a:lnTo>
                  <a:lnTo>
                    <a:pt x="1079894" y="5020729"/>
                  </a:lnTo>
                  <a:lnTo>
                    <a:pt x="1079988" y="5020729"/>
                  </a:lnTo>
                  <a:lnTo>
                    <a:pt x="1080082" y="5020729"/>
                  </a:lnTo>
                  <a:lnTo>
                    <a:pt x="1080364" y="5020729"/>
                  </a:lnTo>
                  <a:lnTo>
                    <a:pt x="1080458" y="5020729"/>
                  </a:lnTo>
                  <a:lnTo>
                    <a:pt x="1080646" y="5020729"/>
                  </a:lnTo>
                  <a:lnTo>
                    <a:pt x="1080834" y="5020729"/>
                  </a:lnTo>
                  <a:lnTo>
                    <a:pt x="1081117" y="5020729"/>
                  </a:lnTo>
                  <a:lnTo>
                    <a:pt x="1081211" y="5020729"/>
                  </a:lnTo>
                  <a:lnTo>
                    <a:pt x="1081305" y="5020729"/>
                  </a:lnTo>
                  <a:lnTo>
                    <a:pt x="1081399" y="5020729"/>
                  </a:lnTo>
                  <a:lnTo>
                    <a:pt x="1081869" y="5020729"/>
                  </a:lnTo>
                  <a:lnTo>
                    <a:pt x="1081963" y="5020729"/>
                  </a:lnTo>
                  <a:lnTo>
                    <a:pt x="1082057" y="5020729"/>
                  </a:lnTo>
                  <a:lnTo>
                    <a:pt x="1082151" y="5020729"/>
                  </a:lnTo>
                  <a:lnTo>
                    <a:pt x="1082339" y="5020729"/>
                  </a:lnTo>
                  <a:lnTo>
                    <a:pt x="1082433" y="5020729"/>
                  </a:lnTo>
                  <a:lnTo>
                    <a:pt x="1082621" y="5020729"/>
                  </a:lnTo>
                  <a:lnTo>
                    <a:pt x="1082809" y="5020729"/>
                  </a:lnTo>
                  <a:lnTo>
                    <a:pt x="1082903" y="5020729"/>
                  </a:lnTo>
                  <a:lnTo>
                    <a:pt x="1082997" y="5020729"/>
                  </a:lnTo>
                  <a:lnTo>
                    <a:pt x="1083091" y="5020729"/>
                  </a:lnTo>
                  <a:lnTo>
                    <a:pt x="1083185" y="5020729"/>
                  </a:lnTo>
                  <a:lnTo>
                    <a:pt x="1083561" y="5020729"/>
                  </a:lnTo>
                  <a:lnTo>
                    <a:pt x="1083749" y="5020729"/>
                  </a:lnTo>
                  <a:lnTo>
                    <a:pt x="1083843" y="5020729"/>
                  </a:lnTo>
                  <a:lnTo>
                    <a:pt x="1084031" y="5020729"/>
                  </a:lnTo>
                  <a:lnTo>
                    <a:pt x="1084313" y="5020729"/>
                  </a:lnTo>
                  <a:lnTo>
                    <a:pt x="1084407" y="5020729"/>
                  </a:lnTo>
                  <a:lnTo>
                    <a:pt x="1084501" y="5020729"/>
                  </a:lnTo>
                  <a:lnTo>
                    <a:pt x="1084690" y="5020729"/>
                  </a:lnTo>
                  <a:lnTo>
                    <a:pt x="1084784" y="5020729"/>
                  </a:lnTo>
                  <a:lnTo>
                    <a:pt x="1084972" y="5020729"/>
                  </a:lnTo>
                  <a:lnTo>
                    <a:pt x="1085066" y="5020729"/>
                  </a:lnTo>
                  <a:lnTo>
                    <a:pt x="1085160" y="5020729"/>
                  </a:lnTo>
                  <a:lnTo>
                    <a:pt x="1085254" y="5020729"/>
                  </a:lnTo>
                  <a:lnTo>
                    <a:pt x="1085536" y="5020729"/>
                  </a:lnTo>
                  <a:lnTo>
                    <a:pt x="1085630" y="5020729"/>
                  </a:lnTo>
                  <a:lnTo>
                    <a:pt x="1085724" y="5020729"/>
                  </a:lnTo>
                  <a:lnTo>
                    <a:pt x="1085818" y="5020729"/>
                  </a:lnTo>
                  <a:lnTo>
                    <a:pt x="1086100" y="5020729"/>
                  </a:lnTo>
                  <a:lnTo>
                    <a:pt x="1086194" y="5020729"/>
                  </a:lnTo>
                  <a:lnTo>
                    <a:pt x="1086382" y="5020729"/>
                  </a:lnTo>
                  <a:lnTo>
                    <a:pt x="1086476" y="5020729"/>
                  </a:lnTo>
                  <a:lnTo>
                    <a:pt x="1086852" y="5020729"/>
                  </a:lnTo>
                  <a:lnTo>
                    <a:pt x="1086852" y="5015450"/>
                  </a:lnTo>
                  <a:lnTo>
                    <a:pt x="1086946" y="5015450"/>
                  </a:lnTo>
                  <a:lnTo>
                    <a:pt x="1087040" y="5015450"/>
                  </a:lnTo>
                  <a:lnTo>
                    <a:pt x="1087134" y="5015450"/>
                  </a:lnTo>
                  <a:lnTo>
                    <a:pt x="1087322" y="5015450"/>
                  </a:lnTo>
                  <a:lnTo>
                    <a:pt x="1087698" y="5015450"/>
                  </a:lnTo>
                  <a:lnTo>
                    <a:pt x="1087886" y="5015450"/>
                  </a:lnTo>
                  <a:lnTo>
                    <a:pt x="1088075" y="5015450"/>
                  </a:lnTo>
                  <a:lnTo>
                    <a:pt x="1088169" y="5015450"/>
                  </a:lnTo>
                  <a:lnTo>
                    <a:pt x="1088263" y="5015450"/>
                  </a:lnTo>
                  <a:lnTo>
                    <a:pt x="1088451" y="5010170"/>
                  </a:lnTo>
                  <a:lnTo>
                    <a:pt x="1088639" y="5010170"/>
                  </a:lnTo>
                  <a:lnTo>
                    <a:pt x="1088921" y="5010170"/>
                  </a:lnTo>
                  <a:lnTo>
                    <a:pt x="1089109" y="5010170"/>
                  </a:lnTo>
                  <a:lnTo>
                    <a:pt x="1089203" y="5010170"/>
                  </a:lnTo>
                  <a:lnTo>
                    <a:pt x="1089297" y="5010170"/>
                  </a:lnTo>
                  <a:lnTo>
                    <a:pt x="1089391" y="5010170"/>
                  </a:lnTo>
                  <a:lnTo>
                    <a:pt x="1089485" y="5010170"/>
                  </a:lnTo>
                  <a:lnTo>
                    <a:pt x="1089579" y="5010170"/>
                  </a:lnTo>
                  <a:lnTo>
                    <a:pt x="1089767" y="5010170"/>
                  </a:lnTo>
                  <a:lnTo>
                    <a:pt x="1089861" y="5010170"/>
                  </a:lnTo>
                  <a:lnTo>
                    <a:pt x="1090143" y="5010170"/>
                  </a:lnTo>
                  <a:lnTo>
                    <a:pt x="1090237" y="5010170"/>
                  </a:lnTo>
                  <a:lnTo>
                    <a:pt x="1090331" y="5010170"/>
                  </a:lnTo>
                  <a:lnTo>
                    <a:pt x="1090519" y="5010170"/>
                  </a:lnTo>
                  <a:lnTo>
                    <a:pt x="1090707" y="5010170"/>
                  </a:lnTo>
                  <a:lnTo>
                    <a:pt x="1090801" y="5010170"/>
                  </a:lnTo>
                  <a:lnTo>
                    <a:pt x="1090895" y="5010170"/>
                  </a:lnTo>
                  <a:lnTo>
                    <a:pt x="1091083" y="5010170"/>
                  </a:lnTo>
                  <a:lnTo>
                    <a:pt x="1091177" y="5010170"/>
                  </a:lnTo>
                  <a:lnTo>
                    <a:pt x="1091553" y="5004891"/>
                  </a:lnTo>
                  <a:lnTo>
                    <a:pt x="1091742" y="5004891"/>
                  </a:lnTo>
                  <a:lnTo>
                    <a:pt x="1091836" y="5004891"/>
                  </a:lnTo>
                  <a:lnTo>
                    <a:pt x="1092212" y="5004891"/>
                  </a:lnTo>
                  <a:lnTo>
                    <a:pt x="1092588" y="4999612"/>
                  </a:lnTo>
                  <a:lnTo>
                    <a:pt x="1092682" y="4999612"/>
                  </a:lnTo>
                  <a:lnTo>
                    <a:pt x="1092776" y="4999612"/>
                  </a:lnTo>
                  <a:lnTo>
                    <a:pt x="1092870" y="4999612"/>
                  </a:lnTo>
                  <a:lnTo>
                    <a:pt x="1092964" y="4999612"/>
                  </a:lnTo>
                  <a:lnTo>
                    <a:pt x="1093152" y="4999612"/>
                  </a:lnTo>
                  <a:lnTo>
                    <a:pt x="1093246" y="4999612"/>
                  </a:lnTo>
                  <a:lnTo>
                    <a:pt x="1093998" y="4999612"/>
                  </a:lnTo>
                  <a:lnTo>
                    <a:pt x="1094092" y="4999612"/>
                  </a:lnTo>
                  <a:lnTo>
                    <a:pt x="1094186" y="4999612"/>
                  </a:lnTo>
                  <a:lnTo>
                    <a:pt x="1094280" y="4999612"/>
                  </a:lnTo>
                  <a:lnTo>
                    <a:pt x="1094374" y="4999612"/>
                  </a:lnTo>
                  <a:lnTo>
                    <a:pt x="1094562" y="4999612"/>
                  </a:lnTo>
                  <a:lnTo>
                    <a:pt x="1094750" y="4999612"/>
                  </a:lnTo>
                  <a:lnTo>
                    <a:pt x="1094844" y="4999612"/>
                  </a:lnTo>
                  <a:lnTo>
                    <a:pt x="1095032" y="4999612"/>
                  </a:lnTo>
                  <a:lnTo>
                    <a:pt x="1095126" y="4999612"/>
                  </a:lnTo>
                  <a:lnTo>
                    <a:pt x="1095221" y="4999612"/>
                  </a:lnTo>
                  <a:lnTo>
                    <a:pt x="1095597" y="4999612"/>
                  </a:lnTo>
                  <a:lnTo>
                    <a:pt x="1095691" y="4999612"/>
                  </a:lnTo>
                  <a:lnTo>
                    <a:pt x="1095785" y="4999612"/>
                  </a:lnTo>
                  <a:lnTo>
                    <a:pt x="1095879" y="4999612"/>
                  </a:lnTo>
                  <a:lnTo>
                    <a:pt x="1096067" y="4999612"/>
                  </a:lnTo>
                  <a:lnTo>
                    <a:pt x="1096255" y="4999612"/>
                  </a:lnTo>
                  <a:lnTo>
                    <a:pt x="1096349" y="4999612"/>
                  </a:lnTo>
                  <a:lnTo>
                    <a:pt x="1096537" y="4999612"/>
                  </a:lnTo>
                  <a:lnTo>
                    <a:pt x="1096725" y="4999612"/>
                  </a:lnTo>
                  <a:lnTo>
                    <a:pt x="1096819" y="4999612"/>
                  </a:lnTo>
                  <a:lnTo>
                    <a:pt x="1096913" y="4999612"/>
                  </a:lnTo>
                  <a:lnTo>
                    <a:pt x="1097195" y="4999612"/>
                  </a:lnTo>
                  <a:lnTo>
                    <a:pt x="1097289" y="4999612"/>
                  </a:lnTo>
                  <a:lnTo>
                    <a:pt x="1097383" y="4999612"/>
                  </a:lnTo>
                  <a:lnTo>
                    <a:pt x="1097571" y="4999612"/>
                  </a:lnTo>
                  <a:lnTo>
                    <a:pt x="1098041" y="4999612"/>
                  </a:lnTo>
                  <a:lnTo>
                    <a:pt x="1098135" y="4999612"/>
                  </a:lnTo>
                  <a:lnTo>
                    <a:pt x="1098229" y="4999612"/>
                  </a:lnTo>
                  <a:lnTo>
                    <a:pt x="1098605" y="4999612"/>
                  </a:lnTo>
                  <a:lnTo>
                    <a:pt x="1098794" y="4999612"/>
                  </a:lnTo>
                  <a:lnTo>
                    <a:pt x="1099170" y="4999612"/>
                  </a:lnTo>
                  <a:lnTo>
                    <a:pt x="1099358" y="4999612"/>
                  </a:lnTo>
                  <a:lnTo>
                    <a:pt x="1099452" y="4999612"/>
                  </a:lnTo>
                  <a:lnTo>
                    <a:pt x="1099734" y="4999612"/>
                  </a:lnTo>
                  <a:lnTo>
                    <a:pt x="1099828" y="4999612"/>
                  </a:lnTo>
                  <a:lnTo>
                    <a:pt x="1099922" y="4999612"/>
                  </a:lnTo>
                  <a:lnTo>
                    <a:pt x="1100016" y="4999612"/>
                  </a:lnTo>
                  <a:lnTo>
                    <a:pt x="1100204" y="4999612"/>
                  </a:lnTo>
                  <a:lnTo>
                    <a:pt x="1100298" y="4999612"/>
                  </a:lnTo>
                  <a:lnTo>
                    <a:pt x="1100392" y="4999612"/>
                  </a:lnTo>
                  <a:lnTo>
                    <a:pt x="1100486" y="4999612"/>
                  </a:lnTo>
                  <a:lnTo>
                    <a:pt x="1100580" y="4999612"/>
                  </a:lnTo>
                  <a:lnTo>
                    <a:pt x="1100674" y="4999612"/>
                  </a:lnTo>
                  <a:lnTo>
                    <a:pt x="1100956" y="4999612"/>
                  </a:lnTo>
                  <a:lnTo>
                    <a:pt x="1101050" y="4999612"/>
                  </a:lnTo>
                  <a:lnTo>
                    <a:pt x="1101426" y="4999612"/>
                  </a:lnTo>
                  <a:lnTo>
                    <a:pt x="1101614" y="4999612"/>
                  </a:lnTo>
                  <a:lnTo>
                    <a:pt x="1101802" y="4999612"/>
                  </a:lnTo>
                  <a:lnTo>
                    <a:pt x="1101896" y="4999612"/>
                  </a:lnTo>
                  <a:lnTo>
                    <a:pt x="1101990" y="4999612"/>
                  </a:lnTo>
                  <a:lnTo>
                    <a:pt x="1102178" y="4999612"/>
                  </a:lnTo>
                  <a:lnTo>
                    <a:pt x="1102273" y="4999612"/>
                  </a:lnTo>
                  <a:lnTo>
                    <a:pt x="1102367" y="4999612"/>
                  </a:lnTo>
                  <a:lnTo>
                    <a:pt x="1102461" y="4999612"/>
                  </a:lnTo>
                  <a:lnTo>
                    <a:pt x="1102555" y="4999612"/>
                  </a:lnTo>
                  <a:lnTo>
                    <a:pt x="1102743" y="4999612"/>
                  </a:lnTo>
                  <a:lnTo>
                    <a:pt x="1102931" y="4999612"/>
                  </a:lnTo>
                  <a:lnTo>
                    <a:pt x="1103025" y="4999612"/>
                  </a:lnTo>
                  <a:lnTo>
                    <a:pt x="1103119" y="4999612"/>
                  </a:lnTo>
                  <a:lnTo>
                    <a:pt x="1103213" y="4999612"/>
                  </a:lnTo>
                  <a:lnTo>
                    <a:pt x="1103401" y="4999612"/>
                  </a:lnTo>
                  <a:lnTo>
                    <a:pt x="1103589" y="4999612"/>
                  </a:lnTo>
                  <a:lnTo>
                    <a:pt x="1103777" y="4999612"/>
                  </a:lnTo>
                  <a:lnTo>
                    <a:pt x="1103871" y="4999612"/>
                  </a:lnTo>
                  <a:lnTo>
                    <a:pt x="1104059" y="4999612"/>
                  </a:lnTo>
                  <a:lnTo>
                    <a:pt x="1104153" y="4999612"/>
                  </a:lnTo>
                  <a:lnTo>
                    <a:pt x="1104247" y="4999612"/>
                  </a:lnTo>
                  <a:lnTo>
                    <a:pt x="1104341" y="4999612"/>
                  </a:lnTo>
                  <a:lnTo>
                    <a:pt x="1104529" y="4999612"/>
                  </a:lnTo>
                  <a:lnTo>
                    <a:pt x="1104717" y="4999612"/>
                  </a:lnTo>
                  <a:lnTo>
                    <a:pt x="1104811" y="4999612"/>
                  </a:lnTo>
                  <a:lnTo>
                    <a:pt x="1104905" y="4999612"/>
                  </a:lnTo>
                  <a:lnTo>
                    <a:pt x="1105187" y="4999612"/>
                  </a:lnTo>
                  <a:lnTo>
                    <a:pt x="1105281" y="4999612"/>
                  </a:lnTo>
                  <a:lnTo>
                    <a:pt x="1105375" y="4999612"/>
                  </a:lnTo>
                  <a:lnTo>
                    <a:pt x="1105469" y="4999612"/>
                  </a:lnTo>
                  <a:lnTo>
                    <a:pt x="1105563" y="4999612"/>
                  </a:lnTo>
                  <a:lnTo>
                    <a:pt x="1105751" y="4999612"/>
                  </a:lnTo>
                  <a:lnTo>
                    <a:pt x="1106128" y="4999612"/>
                  </a:lnTo>
                  <a:lnTo>
                    <a:pt x="1106222" y="4999612"/>
                  </a:lnTo>
                  <a:lnTo>
                    <a:pt x="1106316" y="4999612"/>
                  </a:lnTo>
                  <a:lnTo>
                    <a:pt x="1106410" y="4999612"/>
                  </a:lnTo>
                  <a:lnTo>
                    <a:pt x="1106504" y="4999612"/>
                  </a:lnTo>
                  <a:lnTo>
                    <a:pt x="1106598" y="4999612"/>
                  </a:lnTo>
                  <a:lnTo>
                    <a:pt x="1106786" y="4999612"/>
                  </a:lnTo>
                  <a:lnTo>
                    <a:pt x="1106880" y="4999612"/>
                  </a:lnTo>
                  <a:lnTo>
                    <a:pt x="1107350" y="4999612"/>
                  </a:lnTo>
                  <a:lnTo>
                    <a:pt x="1107444" y="4999612"/>
                  </a:lnTo>
                  <a:lnTo>
                    <a:pt x="1107726" y="4999612"/>
                  </a:lnTo>
                  <a:lnTo>
                    <a:pt x="1107820" y="4999612"/>
                  </a:lnTo>
                  <a:lnTo>
                    <a:pt x="1108196" y="4999612"/>
                  </a:lnTo>
                  <a:lnTo>
                    <a:pt x="1108290" y="4999612"/>
                  </a:lnTo>
                  <a:lnTo>
                    <a:pt x="1108384" y="4999612"/>
                  </a:lnTo>
                  <a:lnTo>
                    <a:pt x="1108572" y="4999612"/>
                  </a:lnTo>
                  <a:lnTo>
                    <a:pt x="1108666" y="4999612"/>
                  </a:lnTo>
                  <a:lnTo>
                    <a:pt x="1108760" y="4999612"/>
                  </a:lnTo>
                  <a:lnTo>
                    <a:pt x="1108854" y="4999612"/>
                  </a:lnTo>
                  <a:lnTo>
                    <a:pt x="1109701" y="4999612"/>
                  </a:lnTo>
                  <a:lnTo>
                    <a:pt x="1109795" y="4999612"/>
                  </a:lnTo>
                  <a:lnTo>
                    <a:pt x="1109889" y="4999612"/>
                  </a:lnTo>
                  <a:lnTo>
                    <a:pt x="1109983" y="4999612"/>
                  </a:lnTo>
                  <a:lnTo>
                    <a:pt x="1110077" y="4999612"/>
                  </a:lnTo>
                  <a:lnTo>
                    <a:pt x="1110171" y="4999612"/>
                  </a:lnTo>
                  <a:lnTo>
                    <a:pt x="1110265" y="4999612"/>
                  </a:lnTo>
                  <a:lnTo>
                    <a:pt x="1110359" y="4999612"/>
                  </a:lnTo>
                  <a:lnTo>
                    <a:pt x="1110547" y="4999612"/>
                  </a:lnTo>
                  <a:lnTo>
                    <a:pt x="1110641" y="4999612"/>
                  </a:lnTo>
                  <a:lnTo>
                    <a:pt x="1110735" y="4999612"/>
                  </a:lnTo>
                  <a:lnTo>
                    <a:pt x="1110829" y="4999612"/>
                  </a:lnTo>
                  <a:lnTo>
                    <a:pt x="1111017" y="4999612"/>
                  </a:lnTo>
                  <a:lnTo>
                    <a:pt x="1111111" y="4999612"/>
                  </a:lnTo>
                  <a:lnTo>
                    <a:pt x="1111205" y="4999612"/>
                  </a:lnTo>
                  <a:lnTo>
                    <a:pt x="1111299" y="4999612"/>
                  </a:lnTo>
                  <a:lnTo>
                    <a:pt x="1111393" y="4994332"/>
                  </a:lnTo>
                  <a:lnTo>
                    <a:pt x="1111487" y="4994332"/>
                  </a:lnTo>
                  <a:lnTo>
                    <a:pt x="1111581" y="4994332"/>
                  </a:lnTo>
                  <a:lnTo>
                    <a:pt x="1111675" y="4994332"/>
                  </a:lnTo>
                  <a:lnTo>
                    <a:pt x="1111769" y="4994332"/>
                  </a:lnTo>
                  <a:lnTo>
                    <a:pt x="1112051" y="4994332"/>
                  </a:lnTo>
                  <a:lnTo>
                    <a:pt x="1112333" y="4994332"/>
                  </a:lnTo>
                  <a:lnTo>
                    <a:pt x="1112521" y="4994332"/>
                  </a:lnTo>
                  <a:lnTo>
                    <a:pt x="1112615" y="4994332"/>
                  </a:lnTo>
                  <a:lnTo>
                    <a:pt x="1112709" y="4994332"/>
                  </a:lnTo>
                  <a:lnTo>
                    <a:pt x="1112898" y="4994332"/>
                  </a:lnTo>
                  <a:lnTo>
                    <a:pt x="1112992" y="4994332"/>
                  </a:lnTo>
                  <a:lnTo>
                    <a:pt x="1113180" y="4994332"/>
                  </a:lnTo>
                  <a:lnTo>
                    <a:pt x="1113274" y="4994332"/>
                  </a:lnTo>
                  <a:lnTo>
                    <a:pt x="1113556" y="4994332"/>
                  </a:lnTo>
                  <a:lnTo>
                    <a:pt x="1113650" y="4994332"/>
                  </a:lnTo>
                  <a:lnTo>
                    <a:pt x="1113744" y="4994332"/>
                  </a:lnTo>
                  <a:lnTo>
                    <a:pt x="1114120" y="4994332"/>
                  </a:lnTo>
                  <a:lnTo>
                    <a:pt x="1114214" y="4994332"/>
                  </a:lnTo>
                  <a:lnTo>
                    <a:pt x="1114308" y="4994332"/>
                  </a:lnTo>
                  <a:lnTo>
                    <a:pt x="1114402" y="4994332"/>
                  </a:lnTo>
                  <a:lnTo>
                    <a:pt x="1114496" y="4994332"/>
                  </a:lnTo>
                  <a:lnTo>
                    <a:pt x="1114590" y="4994332"/>
                  </a:lnTo>
                  <a:lnTo>
                    <a:pt x="1114778" y="4994332"/>
                  </a:lnTo>
                  <a:lnTo>
                    <a:pt x="1115060" y="4989053"/>
                  </a:lnTo>
                  <a:lnTo>
                    <a:pt x="1115154" y="4989053"/>
                  </a:lnTo>
                  <a:lnTo>
                    <a:pt x="1115342" y="4989053"/>
                  </a:lnTo>
                  <a:lnTo>
                    <a:pt x="1115718" y="4989053"/>
                  </a:lnTo>
                  <a:lnTo>
                    <a:pt x="1115812" y="4989053"/>
                  </a:lnTo>
                  <a:lnTo>
                    <a:pt x="1116000" y="4989053"/>
                  </a:lnTo>
                  <a:lnTo>
                    <a:pt x="1116282" y="4989053"/>
                  </a:lnTo>
                  <a:lnTo>
                    <a:pt x="1116659" y="4989053"/>
                  </a:lnTo>
                  <a:lnTo>
                    <a:pt x="1116753" y="4989053"/>
                  </a:lnTo>
                  <a:lnTo>
                    <a:pt x="1116941" y="4989053"/>
                  </a:lnTo>
                  <a:lnTo>
                    <a:pt x="1117035" y="4989053"/>
                  </a:lnTo>
                  <a:lnTo>
                    <a:pt x="1117317" y="4989053"/>
                  </a:lnTo>
                  <a:lnTo>
                    <a:pt x="1117411" y="4989053"/>
                  </a:lnTo>
                  <a:lnTo>
                    <a:pt x="1117693" y="4989053"/>
                  </a:lnTo>
                  <a:lnTo>
                    <a:pt x="1117787" y="4989053"/>
                  </a:lnTo>
                  <a:lnTo>
                    <a:pt x="1117881" y="4989053"/>
                  </a:lnTo>
                  <a:lnTo>
                    <a:pt x="1118069" y="4989053"/>
                  </a:lnTo>
                  <a:lnTo>
                    <a:pt x="1118351" y="4989053"/>
                  </a:lnTo>
                  <a:lnTo>
                    <a:pt x="1118445" y="4989053"/>
                  </a:lnTo>
                  <a:lnTo>
                    <a:pt x="1118727" y="4983773"/>
                  </a:lnTo>
                  <a:lnTo>
                    <a:pt x="1118821" y="4983773"/>
                  </a:lnTo>
                  <a:lnTo>
                    <a:pt x="1118915" y="4983773"/>
                  </a:lnTo>
                  <a:lnTo>
                    <a:pt x="1119385" y="4983773"/>
                  </a:lnTo>
                  <a:lnTo>
                    <a:pt x="1119573" y="4983773"/>
                  </a:lnTo>
                  <a:lnTo>
                    <a:pt x="1119667" y="4983773"/>
                  </a:lnTo>
                  <a:lnTo>
                    <a:pt x="1119761" y="4983773"/>
                  </a:lnTo>
                  <a:lnTo>
                    <a:pt x="1119949" y="4983773"/>
                  </a:lnTo>
                  <a:lnTo>
                    <a:pt x="1120044" y="4983773"/>
                  </a:lnTo>
                  <a:lnTo>
                    <a:pt x="1120138" y="4978494"/>
                  </a:lnTo>
                  <a:lnTo>
                    <a:pt x="1120420" y="4978494"/>
                  </a:lnTo>
                  <a:lnTo>
                    <a:pt x="1121266" y="4978494"/>
                  </a:lnTo>
                  <a:lnTo>
                    <a:pt x="1121360" y="4978494"/>
                  </a:lnTo>
                  <a:lnTo>
                    <a:pt x="1121454" y="4978494"/>
                  </a:lnTo>
                  <a:lnTo>
                    <a:pt x="1121642" y="4978494"/>
                  </a:lnTo>
                  <a:lnTo>
                    <a:pt x="1121736" y="4978494"/>
                  </a:lnTo>
                  <a:lnTo>
                    <a:pt x="1121830" y="4978494"/>
                  </a:lnTo>
                  <a:lnTo>
                    <a:pt x="1121924" y="4978494"/>
                  </a:lnTo>
                  <a:lnTo>
                    <a:pt x="1122018" y="4978494"/>
                  </a:lnTo>
                  <a:lnTo>
                    <a:pt x="1122206" y="4978494"/>
                  </a:lnTo>
                  <a:lnTo>
                    <a:pt x="1122300" y="4978494"/>
                  </a:lnTo>
                  <a:lnTo>
                    <a:pt x="1122394" y="4978494"/>
                  </a:lnTo>
                  <a:lnTo>
                    <a:pt x="1122676" y="4978494"/>
                  </a:lnTo>
                  <a:lnTo>
                    <a:pt x="1122770" y="4978494"/>
                  </a:lnTo>
                  <a:lnTo>
                    <a:pt x="1122864" y="4978494"/>
                  </a:lnTo>
                  <a:lnTo>
                    <a:pt x="1122958" y="4978494"/>
                  </a:lnTo>
                  <a:lnTo>
                    <a:pt x="1123146" y="4978494"/>
                  </a:lnTo>
                  <a:lnTo>
                    <a:pt x="1123240" y="4978494"/>
                  </a:lnTo>
                  <a:lnTo>
                    <a:pt x="1123428" y="4978494"/>
                  </a:lnTo>
                  <a:lnTo>
                    <a:pt x="1123617" y="4978494"/>
                  </a:lnTo>
                  <a:lnTo>
                    <a:pt x="1123805" y="4978494"/>
                  </a:lnTo>
                  <a:lnTo>
                    <a:pt x="1123899" y="4978494"/>
                  </a:lnTo>
                  <a:lnTo>
                    <a:pt x="1123899" y="4973214"/>
                  </a:lnTo>
                  <a:lnTo>
                    <a:pt x="1123993" y="4973214"/>
                  </a:lnTo>
                  <a:lnTo>
                    <a:pt x="1124181" y="4973214"/>
                  </a:lnTo>
                  <a:lnTo>
                    <a:pt x="1124275" y="4973214"/>
                  </a:lnTo>
                  <a:lnTo>
                    <a:pt x="1124369" y="4973214"/>
                  </a:lnTo>
                  <a:lnTo>
                    <a:pt x="1124463" y="4973214"/>
                  </a:lnTo>
                  <a:lnTo>
                    <a:pt x="1124557" y="4973214"/>
                  </a:lnTo>
                  <a:lnTo>
                    <a:pt x="1124839" y="4973214"/>
                  </a:lnTo>
                  <a:lnTo>
                    <a:pt x="1124933" y="4973214"/>
                  </a:lnTo>
                  <a:lnTo>
                    <a:pt x="1125027" y="4973214"/>
                  </a:lnTo>
                  <a:lnTo>
                    <a:pt x="1125403" y="4973214"/>
                  </a:lnTo>
                  <a:lnTo>
                    <a:pt x="1125591" y="4973214"/>
                  </a:lnTo>
                  <a:lnTo>
                    <a:pt x="1125779" y="4973214"/>
                  </a:lnTo>
                  <a:lnTo>
                    <a:pt x="1125873" y="4973214"/>
                  </a:lnTo>
                  <a:lnTo>
                    <a:pt x="1125967" y="4973214"/>
                  </a:lnTo>
                  <a:lnTo>
                    <a:pt x="1126155" y="4973214"/>
                  </a:lnTo>
                  <a:lnTo>
                    <a:pt x="1126249" y="4973214"/>
                  </a:lnTo>
                  <a:lnTo>
                    <a:pt x="1126343" y="4973214"/>
                  </a:lnTo>
                  <a:lnTo>
                    <a:pt x="1126531" y="4973214"/>
                  </a:lnTo>
                  <a:lnTo>
                    <a:pt x="1126813" y="4973214"/>
                  </a:lnTo>
                  <a:lnTo>
                    <a:pt x="1127096" y="4973214"/>
                  </a:lnTo>
                  <a:lnTo>
                    <a:pt x="1127284" y="4973214"/>
                  </a:lnTo>
                  <a:lnTo>
                    <a:pt x="1127848" y="4973214"/>
                  </a:lnTo>
                  <a:lnTo>
                    <a:pt x="1128036" y="4973214"/>
                  </a:lnTo>
                  <a:lnTo>
                    <a:pt x="1128130" y="4973214"/>
                  </a:lnTo>
                  <a:lnTo>
                    <a:pt x="1128318" y="4973214"/>
                  </a:lnTo>
                  <a:lnTo>
                    <a:pt x="1128694" y="4973214"/>
                  </a:lnTo>
                  <a:lnTo>
                    <a:pt x="1128882" y="4973214"/>
                  </a:lnTo>
                  <a:lnTo>
                    <a:pt x="1129164" y="4973214"/>
                  </a:lnTo>
                  <a:lnTo>
                    <a:pt x="1129258" y="4973214"/>
                  </a:lnTo>
                  <a:lnTo>
                    <a:pt x="1129540" y="4973214"/>
                  </a:lnTo>
                  <a:lnTo>
                    <a:pt x="1129634" y="4973214"/>
                  </a:lnTo>
                  <a:lnTo>
                    <a:pt x="1129728" y="4973214"/>
                  </a:lnTo>
                  <a:lnTo>
                    <a:pt x="1129916" y="4973214"/>
                  </a:lnTo>
                  <a:lnTo>
                    <a:pt x="1130010" y="4973214"/>
                  </a:lnTo>
                  <a:lnTo>
                    <a:pt x="1130198" y="4973214"/>
                  </a:lnTo>
                  <a:lnTo>
                    <a:pt x="1130292" y="4973214"/>
                  </a:lnTo>
                  <a:lnTo>
                    <a:pt x="1130480" y="4973214"/>
                  </a:lnTo>
                  <a:lnTo>
                    <a:pt x="1130574" y="4973214"/>
                  </a:lnTo>
                  <a:lnTo>
                    <a:pt x="1130669" y="4973214"/>
                  </a:lnTo>
                  <a:lnTo>
                    <a:pt x="1130857" y="4973214"/>
                  </a:lnTo>
                  <a:lnTo>
                    <a:pt x="1130951" y="4973214"/>
                  </a:lnTo>
                  <a:lnTo>
                    <a:pt x="1131045" y="4973214"/>
                  </a:lnTo>
                  <a:lnTo>
                    <a:pt x="1131327" y="4973214"/>
                  </a:lnTo>
                  <a:lnTo>
                    <a:pt x="1131421" y="4973214"/>
                  </a:lnTo>
                  <a:lnTo>
                    <a:pt x="1131515" y="4973214"/>
                  </a:lnTo>
                  <a:lnTo>
                    <a:pt x="1131515" y="4967935"/>
                  </a:lnTo>
                  <a:lnTo>
                    <a:pt x="1131609" y="4967935"/>
                  </a:lnTo>
                  <a:lnTo>
                    <a:pt x="1131797" y="4967935"/>
                  </a:lnTo>
                  <a:lnTo>
                    <a:pt x="1131985" y="4967935"/>
                  </a:lnTo>
                  <a:lnTo>
                    <a:pt x="1132361" y="4967935"/>
                  </a:lnTo>
                  <a:lnTo>
                    <a:pt x="1132643" y="4967935"/>
                  </a:lnTo>
                  <a:lnTo>
                    <a:pt x="1132737" y="4967935"/>
                  </a:lnTo>
                  <a:lnTo>
                    <a:pt x="1132831" y="4967935"/>
                  </a:lnTo>
                  <a:lnTo>
                    <a:pt x="1132925" y="4967935"/>
                  </a:lnTo>
                  <a:lnTo>
                    <a:pt x="1133019" y="4967935"/>
                  </a:lnTo>
                  <a:lnTo>
                    <a:pt x="1133113" y="4962656"/>
                  </a:lnTo>
                  <a:lnTo>
                    <a:pt x="1133207" y="4962656"/>
                  </a:lnTo>
                  <a:lnTo>
                    <a:pt x="1133395" y="4962656"/>
                  </a:lnTo>
                  <a:lnTo>
                    <a:pt x="1133583" y="4962656"/>
                  </a:lnTo>
                  <a:lnTo>
                    <a:pt x="1133677" y="4962656"/>
                  </a:lnTo>
                  <a:lnTo>
                    <a:pt x="1133771" y="4962656"/>
                  </a:lnTo>
                  <a:lnTo>
                    <a:pt x="1133865" y="4962656"/>
                  </a:lnTo>
                  <a:lnTo>
                    <a:pt x="1133959" y="4962656"/>
                  </a:lnTo>
                  <a:lnTo>
                    <a:pt x="1134148" y="4962656"/>
                  </a:lnTo>
                  <a:lnTo>
                    <a:pt x="1134242" y="4962656"/>
                  </a:lnTo>
                  <a:lnTo>
                    <a:pt x="1134430" y="4962656"/>
                  </a:lnTo>
                  <a:lnTo>
                    <a:pt x="1134524" y="4962656"/>
                  </a:lnTo>
                  <a:lnTo>
                    <a:pt x="1134994" y="4962656"/>
                  </a:lnTo>
                  <a:lnTo>
                    <a:pt x="1135088" y="4962656"/>
                  </a:lnTo>
                  <a:lnTo>
                    <a:pt x="1135276" y="4962656"/>
                  </a:lnTo>
                  <a:lnTo>
                    <a:pt x="1135370" y="4962656"/>
                  </a:lnTo>
                  <a:lnTo>
                    <a:pt x="1135464" y="4962656"/>
                  </a:lnTo>
                  <a:lnTo>
                    <a:pt x="1135558" y="4962656"/>
                  </a:lnTo>
                  <a:lnTo>
                    <a:pt x="1135746" y="4962656"/>
                  </a:lnTo>
                  <a:lnTo>
                    <a:pt x="1135840" y="4962656"/>
                  </a:lnTo>
                  <a:lnTo>
                    <a:pt x="1136122" y="4962656"/>
                  </a:lnTo>
                  <a:lnTo>
                    <a:pt x="1136216" y="4962656"/>
                  </a:lnTo>
                  <a:lnTo>
                    <a:pt x="1136310" y="4962656"/>
                  </a:lnTo>
                  <a:lnTo>
                    <a:pt x="1136404" y="4962656"/>
                  </a:lnTo>
                  <a:lnTo>
                    <a:pt x="1136686" y="4962656"/>
                  </a:lnTo>
                  <a:lnTo>
                    <a:pt x="1136780" y="4962656"/>
                  </a:lnTo>
                  <a:lnTo>
                    <a:pt x="1136874" y="4962656"/>
                  </a:lnTo>
                  <a:lnTo>
                    <a:pt x="1137062" y="4962656"/>
                  </a:lnTo>
                  <a:lnTo>
                    <a:pt x="1137250" y="4962656"/>
                  </a:lnTo>
                  <a:lnTo>
                    <a:pt x="1137438" y="4962656"/>
                  </a:lnTo>
                  <a:lnTo>
                    <a:pt x="1137532" y="4962656"/>
                  </a:lnTo>
                  <a:lnTo>
                    <a:pt x="1137626" y="4962656"/>
                  </a:lnTo>
                  <a:lnTo>
                    <a:pt x="1137721" y="4962656"/>
                  </a:lnTo>
                  <a:lnTo>
                    <a:pt x="1137909" y="4962656"/>
                  </a:lnTo>
                  <a:lnTo>
                    <a:pt x="1138097" y="4962656"/>
                  </a:lnTo>
                  <a:lnTo>
                    <a:pt x="1138473" y="4962656"/>
                  </a:lnTo>
                  <a:lnTo>
                    <a:pt x="1138755" y="4962656"/>
                  </a:lnTo>
                  <a:lnTo>
                    <a:pt x="1138849" y="4962656"/>
                  </a:lnTo>
                  <a:lnTo>
                    <a:pt x="1138943" y="4962656"/>
                  </a:lnTo>
                  <a:lnTo>
                    <a:pt x="1139037" y="4962656"/>
                  </a:lnTo>
                  <a:lnTo>
                    <a:pt x="1139225" y="4962656"/>
                  </a:lnTo>
                  <a:lnTo>
                    <a:pt x="1139319" y="4962656"/>
                  </a:lnTo>
                  <a:lnTo>
                    <a:pt x="1139413" y="4962656"/>
                  </a:lnTo>
                  <a:lnTo>
                    <a:pt x="1139601" y="4962656"/>
                  </a:lnTo>
                  <a:lnTo>
                    <a:pt x="1139695" y="4962656"/>
                  </a:lnTo>
                  <a:lnTo>
                    <a:pt x="1139789" y="4962656"/>
                  </a:lnTo>
                  <a:lnTo>
                    <a:pt x="1139883" y="4962656"/>
                  </a:lnTo>
                  <a:lnTo>
                    <a:pt x="1139977" y="4962656"/>
                  </a:lnTo>
                  <a:lnTo>
                    <a:pt x="1140071" y="4962656"/>
                  </a:lnTo>
                  <a:lnTo>
                    <a:pt x="1140165" y="4962656"/>
                  </a:lnTo>
                  <a:lnTo>
                    <a:pt x="1140259" y="4962656"/>
                  </a:lnTo>
                  <a:lnTo>
                    <a:pt x="1140635" y="4962656"/>
                  </a:lnTo>
                  <a:lnTo>
                    <a:pt x="1140729" y="4962656"/>
                  </a:lnTo>
                  <a:lnTo>
                    <a:pt x="1140823" y="4962656"/>
                  </a:lnTo>
                  <a:lnTo>
                    <a:pt x="1142798" y="4962656"/>
                  </a:lnTo>
                  <a:lnTo>
                    <a:pt x="1143174" y="4962656"/>
                  </a:lnTo>
                  <a:lnTo>
                    <a:pt x="1143362" y="4962656"/>
                  </a:lnTo>
                  <a:lnTo>
                    <a:pt x="1143456" y="4962656"/>
                  </a:lnTo>
                  <a:lnTo>
                    <a:pt x="1143550" y="4962656"/>
                  </a:lnTo>
                  <a:lnTo>
                    <a:pt x="1143644" y="4962656"/>
                  </a:lnTo>
                  <a:lnTo>
                    <a:pt x="1143738" y="4962656"/>
                  </a:lnTo>
                  <a:lnTo>
                    <a:pt x="1143832" y="4962656"/>
                  </a:lnTo>
                  <a:lnTo>
                    <a:pt x="1143926" y="4962656"/>
                  </a:lnTo>
                  <a:lnTo>
                    <a:pt x="1144020" y="4962656"/>
                  </a:lnTo>
                  <a:lnTo>
                    <a:pt x="1144114" y="4962656"/>
                  </a:lnTo>
                  <a:lnTo>
                    <a:pt x="1144208" y="4962656"/>
                  </a:lnTo>
                  <a:lnTo>
                    <a:pt x="1144302" y="4962656"/>
                  </a:lnTo>
                  <a:lnTo>
                    <a:pt x="1144396" y="4962656"/>
                  </a:lnTo>
                  <a:lnTo>
                    <a:pt x="1144490" y="4962656"/>
                  </a:lnTo>
                  <a:lnTo>
                    <a:pt x="1144867" y="4962656"/>
                  </a:lnTo>
                  <a:lnTo>
                    <a:pt x="1145055" y="4962656"/>
                  </a:lnTo>
                  <a:lnTo>
                    <a:pt x="1145149" y="4962656"/>
                  </a:lnTo>
                  <a:lnTo>
                    <a:pt x="1145243" y="4962656"/>
                  </a:lnTo>
                  <a:lnTo>
                    <a:pt x="1145337" y="4962656"/>
                  </a:lnTo>
                  <a:lnTo>
                    <a:pt x="1145525" y="4962656"/>
                  </a:lnTo>
                  <a:lnTo>
                    <a:pt x="1145807" y="4962656"/>
                  </a:lnTo>
                  <a:lnTo>
                    <a:pt x="1145995" y="4962656"/>
                  </a:lnTo>
                  <a:lnTo>
                    <a:pt x="1146089" y="4962656"/>
                  </a:lnTo>
                  <a:lnTo>
                    <a:pt x="1146183" y="4962656"/>
                  </a:lnTo>
                  <a:lnTo>
                    <a:pt x="1146371" y="4962656"/>
                  </a:lnTo>
                  <a:lnTo>
                    <a:pt x="1146465" y="4962656"/>
                  </a:lnTo>
                  <a:lnTo>
                    <a:pt x="1146559" y="4962656"/>
                  </a:lnTo>
                  <a:lnTo>
                    <a:pt x="1146653" y="4962656"/>
                  </a:lnTo>
                  <a:lnTo>
                    <a:pt x="1146841" y="4962656"/>
                  </a:lnTo>
                  <a:lnTo>
                    <a:pt x="1146935" y="4962656"/>
                  </a:lnTo>
                  <a:lnTo>
                    <a:pt x="1147029" y="4962656"/>
                  </a:lnTo>
                  <a:lnTo>
                    <a:pt x="1147123" y="4962656"/>
                  </a:lnTo>
                  <a:lnTo>
                    <a:pt x="1147311" y="4962656"/>
                  </a:lnTo>
                  <a:lnTo>
                    <a:pt x="1147405" y="4962656"/>
                  </a:lnTo>
                  <a:lnTo>
                    <a:pt x="1147593" y="4962656"/>
                  </a:lnTo>
                  <a:lnTo>
                    <a:pt x="1147781" y="4962656"/>
                  </a:lnTo>
                  <a:lnTo>
                    <a:pt x="1147875" y="4962656"/>
                  </a:lnTo>
                  <a:lnTo>
                    <a:pt x="1147969" y="4962656"/>
                  </a:lnTo>
                  <a:lnTo>
                    <a:pt x="1148157" y="4962656"/>
                  </a:lnTo>
                  <a:lnTo>
                    <a:pt x="1148251" y="4962656"/>
                  </a:lnTo>
                  <a:lnTo>
                    <a:pt x="1148346" y="4962656"/>
                  </a:lnTo>
                  <a:lnTo>
                    <a:pt x="1148440" y="4962656"/>
                  </a:lnTo>
                  <a:lnTo>
                    <a:pt x="1148534" y="4962656"/>
                  </a:lnTo>
                  <a:lnTo>
                    <a:pt x="1148628" y="4962656"/>
                  </a:lnTo>
                  <a:lnTo>
                    <a:pt x="1148722" y="4962656"/>
                  </a:lnTo>
                  <a:lnTo>
                    <a:pt x="1148910" y="4957376"/>
                  </a:lnTo>
                  <a:lnTo>
                    <a:pt x="1149004" y="4957376"/>
                  </a:lnTo>
                  <a:lnTo>
                    <a:pt x="1149098" y="4957376"/>
                  </a:lnTo>
                  <a:lnTo>
                    <a:pt x="1149568" y="4952097"/>
                  </a:lnTo>
                  <a:lnTo>
                    <a:pt x="1149756" y="4952097"/>
                  </a:lnTo>
                  <a:lnTo>
                    <a:pt x="1150038" y="4952097"/>
                  </a:lnTo>
                  <a:lnTo>
                    <a:pt x="1150132" y="4952097"/>
                  </a:lnTo>
                  <a:lnTo>
                    <a:pt x="1150508" y="4946817"/>
                  </a:lnTo>
                  <a:lnTo>
                    <a:pt x="1150602" y="4946817"/>
                  </a:lnTo>
                  <a:lnTo>
                    <a:pt x="1150790" y="4946817"/>
                  </a:lnTo>
                  <a:lnTo>
                    <a:pt x="1150978" y="4946817"/>
                  </a:lnTo>
                  <a:lnTo>
                    <a:pt x="1151072" y="4946817"/>
                  </a:lnTo>
                  <a:lnTo>
                    <a:pt x="1151166" y="4946817"/>
                  </a:lnTo>
                  <a:lnTo>
                    <a:pt x="1151260" y="4946817"/>
                  </a:lnTo>
                  <a:lnTo>
                    <a:pt x="1151354" y="4946817"/>
                  </a:lnTo>
                  <a:lnTo>
                    <a:pt x="1151448" y="4946817"/>
                  </a:lnTo>
                  <a:lnTo>
                    <a:pt x="1151542" y="4946817"/>
                  </a:lnTo>
                  <a:lnTo>
                    <a:pt x="1151636" y="4946817"/>
                  </a:lnTo>
                  <a:lnTo>
                    <a:pt x="1151919" y="4946817"/>
                  </a:lnTo>
                  <a:lnTo>
                    <a:pt x="1152013" y="4946817"/>
                  </a:lnTo>
                  <a:lnTo>
                    <a:pt x="1152107" y="4946817"/>
                  </a:lnTo>
                  <a:lnTo>
                    <a:pt x="1152201" y="4946817"/>
                  </a:lnTo>
                  <a:lnTo>
                    <a:pt x="1152483" y="4946817"/>
                  </a:lnTo>
                  <a:lnTo>
                    <a:pt x="1152577" y="4946817"/>
                  </a:lnTo>
                  <a:lnTo>
                    <a:pt x="1152671" y="4946817"/>
                  </a:lnTo>
                  <a:lnTo>
                    <a:pt x="1152765" y="4946817"/>
                  </a:lnTo>
                  <a:lnTo>
                    <a:pt x="1152859" y="4946817"/>
                  </a:lnTo>
                  <a:lnTo>
                    <a:pt x="1153141" y="4946817"/>
                  </a:lnTo>
                  <a:lnTo>
                    <a:pt x="1153141" y="4941538"/>
                  </a:lnTo>
                  <a:lnTo>
                    <a:pt x="1153235" y="4941538"/>
                  </a:lnTo>
                  <a:lnTo>
                    <a:pt x="1153329" y="4941538"/>
                  </a:lnTo>
                  <a:lnTo>
                    <a:pt x="1153423" y="4941538"/>
                  </a:lnTo>
                  <a:lnTo>
                    <a:pt x="1153423" y="4936258"/>
                  </a:lnTo>
                  <a:lnTo>
                    <a:pt x="1153517" y="4936258"/>
                  </a:lnTo>
                  <a:lnTo>
                    <a:pt x="1153799" y="4936258"/>
                  </a:lnTo>
                  <a:lnTo>
                    <a:pt x="1154081" y="4936258"/>
                  </a:lnTo>
                  <a:lnTo>
                    <a:pt x="1154175" y="4936258"/>
                  </a:lnTo>
                  <a:lnTo>
                    <a:pt x="1154363" y="4936258"/>
                  </a:lnTo>
                  <a:lnTo>
                    <a:pt x="1154551" y="4936258"/>
                  </a:lnTo>
                  <a:lnTo>
                    <a:pt x="1154833" y="4936258"/>
                  </a:lnTo>
                  <a:lnTo>
                    <a:pt x="1154927" y="4936258"/>
                  </a:lnTo>
                  <a:lnTo>
                    <a:pt x="1155209" y="4936258"/>
                  </a:lnTo>
                  <a:lnTo>
                    <a:pt x="1155303" y="4936258"/>
                  </a:lnTo>
                  <a:lnTo>
                    <a:pt x="1155397" y="4936258"/>
                  </a:lnTo>
                  <a:lnTo>
                    <a:pt x="1155680" y="4936258"/>
                  </a:lnTo>
                  <a:lnTo>
                    <a:pt x="1155868" y="4936258"/>
                  </a:lnTo>
                  <a:lnTo>
                    <a:pt x="1156244" y="4936258"/>
                  </a:lnTo>
                  <a:lnTo>
                    <a:pt x="1156432" y="4936258"/>
                  </a:lnTo>
                  <a:lnTo>
                    <a:pt x="1156526" y="4936258"/>
                  </a:lnTo>
                  <a:lnTo>
                    <a:pt x="1156620" y="4936258"/>
                  </a:lnTo>
                  <a:lnTo>
                    <a:pt x="1156714" y="4936258"/>
                  </a:lnTo>
                  <a:lnTo>
                    <a:pt x="1156902" y="4930979"/>
                  </a:lnTo>
                  <a:lnTo>
                    <a:pt x="1156996" y="4930979"/>
                  </a:lnTo>
                  <a:lnTo>
                    <a:pt x="1157090" y="4930979"/>
                  </a:lnTo>
                  <a:lnTo>
                    <a:pt x="1157748" y="4930979"/>
                  </a:lnTo>
                  <a:lnTo>
                    <a:pt x="1157842" y="4930979"/>
                  </a:lnTo>
                  <a:lnTo>
                    <a:pt x="1157936" y="4930979"/>
                  </a:lnTo>
                  <a:lnTo>
                    <a:pt x="1158030" y="4930979"/>
                  </a:lnTo>
                  <a:lnTo>
                    <a:pt x="1158218" y="4930979"/>
                  </a:lnTo>
                  <a:lnTo>
                    <a:pt x="1158312" y="4930979"/>
                  </a:lnTo>
                  <a:lnTo>
                    <a:pt x="1158406" y="4930979"/>
                  </a:lnTo>
                  <a:lnTo>
                    <a:pt x="1158688" y="4930979"/>
                  </a:lnTo>
                  <a:lnTo>
                    <a:pt x="1158876" y="4930979"/>
                  </a:lnTo>
                  <a:lnTo>
                    <a:pt x="1158971" y="4930979"/>
                  </a:lnTo>
                  <a:lnTo>
                    <a:pt x="1159065" y="4930979"/>
                  </a:lnTo>
                  <a:lnTo>
                    <a:pt x="1159159" y="4930979"/>
                  </a:lnTo>
                  <a:lnTo>
                    <a:pt x="1159253" y="4930979"/>
                  </a:lnTo>
                  <a:lnTo>
                    <a:pt x="1159723" y="4930979"/>
                  </a:lnTo>
                  <a:lnTo>
                    <a:pt x="1159817" y="4930979"/>
                  </a:lnTo>
                  <a:lnTo>
                    <a:pt x="1159911" y="4930979"/>
                  </a:lnTo>
                  <a:lnTo>
                    <a:pt x="1160005" y="4930979"/>
                  </a:lnTo>
                  <a:lnTo>
                    <a:pt x="1160099" y="4930979"/>
                  </a:lnTo>
                  <a:lnTo>
                    <a:pt x="1160193" y="4930979"/>
                  </a:lnTo>
                  <a:lnTo>
                    <a:pt x="1160287" y="4930979"/>
                  </a:lnTo>
                  <a:lnTo>
                    <a:pt x="1160381" y="4925700"/>
                  </a:lnTo>
                  <a:lnTo>
                    <a:pt x="1160475" y="4925700"/>
                  </a:lnTo>
                  <a:lnTo>
                    <a:pt x="1160569" y="4925700"/>
                  </a:lnTo>
                  <a:lnTo>
                    <a:pt x="1160757" y="4925700"/>
                  </a:lnTo>
                  <a:lnTo>
                    <a:pt x="1160851" y="4925700"/>
                  </a:lnTo>
                  <a:lnTo>
                    <a:pt x="1160945" y="4925700"/>
                  </a:lnTo>
                  <a:lnTo>
                    <a:pt x="1161039" y="4925700"/>
                  </a:lnTo>
                  <a:lnTo>
                    <a:pt x="1161133" y="4925700"/>
                  </a:lnTo>
                  <a:lnTo>
                    <a:pt x="1161415" y="4925700"/>
                  </a:lnTo>
                  <a:lnTo>
                    <a:pt x="1161509" y="4925700"/>
                  </a:lnTo>
                  <a:lnTo>
                    <a:pt x="1161697" y="4925700"/>
                  </a:lnTo>
                  <a:lnTo>
                    <a:pt x="1161885" y="4925700"/>
                  </a:lnTo>
                  <a:lnTo>
                    <a:pt x="1162261" y="4925700"/>
                  </a:lnTo>
                  <a:lnTo>
                    <a:pt x="1162449" y="4925700"/>
                  </a:lnTo>
                  <a:lnTo>
                    <a:pt x="1162638" y="4925700"/>
                  </a:lnTo>
                  <a:lnTo>
                    <a:pt x="1162732" y="4925700"/>
                  </a:lnTo>
                  <a:lnTo>
                    <a:pt x="1162826" y="4925700"/>
                  </a:lnTo>
                  <a:lnTo>
                    <a:pt x="1163014" y="4925700"/>
                  </a:lnTo>
                  <a:lnTo>
                    <a:pt x="1163108" y="4925700"/>
                  </a:lnTo>
                  <a:lnTo>
                    <a:pt x="1163296" y="4925700"/>
                  </a:lnTo>
                  <a:lnTo>
                    <a:pt x="1163484" y="4920420"/>
                  </a:lnTo>
                  <a:lnTo>
                    <a:pt x="1163672" y="4920420"/>
                  </a:lnTo>
                  <a:lnTo>
                    <a:pt x="1163766" y="4920420"/>
                  </a:lnTo>
                  <a:lnTo>
                    <a:pt x="1163860" y="4920420"/>
                  </a:lnTo>
                  <a:lnTo>
                    <a:pt x="1163954" y="4920420"/>
                  </a:lnTo>
                  <a:lnTo>
                    <a:pt x="1164048" y="4920420"/>
                  </a:lnTo>
                  <a:lnTo>
                    <a:pt x="1164236" y="4920420"/>
                  </a:lnTo>
                  <a:lnTo>
                    <a:pt x="1164330" y="4920420"/>
                  </a:lnTo>
                  <a:lnTo>
                    <a:pt x="1164424" y="4920420"/>
                  </a:lnTo>
                  <a:lnTo>
                    <a:pt x="1164518" y="4920420"/>
                  </a:lnTo>
                  <a:lnTo>
                    <a:pt x="1164706" y="4915141"/>
                  </a:lnTo>
                  <a:lnTo>
                    <a:pt x="1164800" y="4915141"/>
                  </a:lnTo>
                  <a:lnTo>
                    <a:pt x="1165364" y="4909861"/>
                  </a:lnTo>
                  <a:lnTo>
                    <a:pt x="1165458" y="4909861"/>
                  </a:lnTo>
                  <a:lnTo>
                    <a:pt x="1165646" y="4909861"/>
                  </a:lnTo>
                  <a:lnTo>
                    <a:pt x="1165740" y="4909861"/>
                  </a:lnTo>
                  <a:lnTo>
                    <a:pt x="1165834" y="4909861"/>
                  </a:lnTo>
                  <a:lnTo>
                    <a:pt x="1165928" y="4909861"/>
                  </a:lnTo>
                  <a:lnTo>
                    <a:pt x="1166022" y="4909861"/>
                  </a:lnTo>
                  <a:lnTo>
                    <a:pt x="1166117" y="4909861"/>
                  </a:lnTo>
                  <a:lnTo>
                    <a:pt x="1166211" y="4909861"/>
                  </a:lnTo>
                  <a:lnTo>
                    <a:pt x="1166493" y="4909861"/>
                  </a:lnTo>
                  <a:lnTo>
                    <a:pt x="1166775" y="4909861"/>
                  </a:lnTo>
                  <a:lnTo>
                    <a:pt x="1166963" y="4909861"/>
                  </a:lnTo>
                  <a:lnTo>
                    <a:pt x="1167245" y="4909861"/>
                  </a:lnTo>
                  <a:lnTo>
                    <a:pt x="1167433" y="4904582"/>
                  </a:lnTo>
                  <a:lnTo>
                    <a:pt x="1167527" y="4904582"/>
                  </a:lnTo>
                  <a:lnTo>
                    <a:pt x="1167621" y="4904582"/>
                  </a:lnTo>
                  <a:lnTo>
                    <a:pt x="1167715" y="4904582"/>
                  </a:lnTo>
                  <a:lnTo>
                    <a:pt x="1167809" y="4904582"/>
                  </a:lnTo>
                  <a:lnTo>
                    <a:pt x="1167997" y="4904582"/>
                  </a:lnTo>
                  <a:lnTo>
                    <a:pt x="1168279" y="4904582"/>
                  </a:lnTo>
                  <a:lnTo>
                    <a:pt x="1168467" y="4904582"/>
                  </a:lnTo>
                  <a:lnTo>
                    <a:pt x="1168561" y="4904582"/>
                  </a:lnTo>
                  <a:lnTo>
                    <a:pt x="1168655" y="4904582"/>
                  </a:lnTo>
                  <a:lnTo>
                    <a:pt x="1168749" y="4904582"/>
                  </a:lnTo>
                  <a:lnTo>
                    <a:pt x="1169031" y="4904582"/>
                  </a:lnTo>
                  <a:lnTo>
                    <a:pt x="1169313" y="4904582"/>
                  </a:lnTo>
                  <a:lnTo>
                    <a:pt x="1169407" y="4904582"/>
                  </a:lnTo>
                  <a:lnTo>
                    <a:pt x="1169501" y="4904582"/>
                  </a:lnTo>
                  <a:lnTo>
                    <a:pt x="1169784" y="4904582"/>
                  </a:lnTo>
                  <a:lnTo>
                    <a:pt x="1169878" y="4904582"/>
                  </a:lnTo>
                  <a:lnTo>
                    <a:pt x="1170160" y="4904582"/>
                  </a:lnTo>
                  <a:lnTo>
                    <a:pt x="1170254" y="4904582"/>
                  </a:lnTo>
                  <a:lnTo>
                    <a:pt x="1170442" y="4904582"/>
                  </a:lnTo>
                  <a:lnTo>
                    <a:pt x="1171006" y="4904582"/>
                  </a:lnTo>
                  <a:lnTo>
                    <a:pt x="1171288" y="4904582"/>
                  </a:lnTo>
                  <a:lnTo>
                    <a:pt x="1171382" y="4904582"/>
                  </a:lnTo>
                  <a:lnTo>
                    <a:pt x="1171476" y="4904582"/>
                  </a:lnTo>
                  <a:lnTo>
                    <a:pt x="1171570" y="4904582"/>
                  </a:lnTo>
                  <a:lnTo>
                    <a:pt x="1172134" y="4904582"/>
                  </a:lnTo>
                  <a:lnTo>
                    <a:pt x="1172228" y="4904582"/>
                  </a:lnTo>
                  <a:lnTo>
                    <a:pt x="1172322" y="4904582"/>
                  </a:lnTo>
                  <a:lnTo>
                    <a:pt x="1172510" y="4904582"/>
                  </a:lnTo>
                  <a:lnTo>
                    <a:pt x="1172604" y="4904582"/>
                  </a:lnTo>
                  <a:lnTo>
                    <a:pt x="1172698" y="4904582"/>
                  </a:lnTo>
                  <a:lnTo>
                    <a:pt x="1172886" y="4904582"/>
                  </a:lnTo>
                  <a:lnTo>
                    <a:pt x="1173169" y="4904582"/>
                  </a:lnTo>
                  <a:lnTo>
                    <a:pt x="1173451" y="4904582"/>
                  </a:lnTo>
                  <a:lnTo>
                    <a:pt x="1173639" y="4904582"/>
                  </a:lnTo>
                  <a:lnTo>
                    <a:pt x="1173733" y="4904582"/>
                  </a:lnTo>
                  <a:lnTo>
                    <a:pt x="1173827" y="4904582"/>
                  </a:lnTo>
                  <a:lnTo>
                    <a:pt x="1173921" y="4904582"/>
                  </a:lnTo>
                  <a:lnTo>
                    <a:pt x="1174109" y="4904582"/>
                  </a:lnTo>
                  <a:lnTo>
                    <a:pt x="1174297" y="4904582"/>
                  </a:lnTo>
                  <a:lnTo>
                    <a:pt x="1174673" y="4904582"/>
                  </a:lnTo>
                  <a:lnTo>
                    <a:pt x="1174767" y="4904582"/>
                  </a:lnTo>
                  <a:lnTo>
                    <a:pt x="1174861" y="4904582"/>
                  </a:lnTo>
                  <a:lnTo>
                    <a:pt x="1175049" y="4904582"/>
                  </a:lnTo>
                  <a:lnTo>
                    <a:pt x="1175613" y="4904582"/>
                  </a:lnTo>
                  <a:lnTo>
                    <a:pt x="1175801" y="4904582"/>
                  </a:lnTo>
                  <a:lnTo>
                    <a:pt x="1175895" y="4904582"/>
                  </a:lnTo>
                  <a:lnTo>
                    <a:pt x="1175989" y="4904582"/>
                  </a:lnTo>
                  <a:lnTo>
                    <a:pt x="1176083" y="4904582"/>
                  </a:lnTo>
                  <a:lnTo>
                    <a:pt x="1176271" y="4904582"/>
                  </a:lnTo>
                  <a:lnTo>
                    <a:pt x="1176553" y="4904582"/>
                  </a:lnTo>
                  <a:lnTo>
                    <a:pt x="1176930" y="4904582"/>
                  </a:lnTo>
                  <a:lnTo>
                    <a:pt x="1177024" y="4904582"/>
                  </a:lnTo>
                  <a:lnTo>
                    <a:pt x="1177118" y="4904582"/>
                  </a:lnTo>
                  <a:lnTo>
                    <a:pt x="1177212" y="4904582"/>
                  </a:lnTo>
                  <a:lnTo>
                    <a:pt x="1177400" y="4904582"/>
                  </a:lnTo>
                  <a:lnTo>
                    <a:pt x="1177494" y="4904582"/>
                  </a:lnTo>
                  <a:lnTo>
                    <a:pt x="1177588" y="4899302"/>
                  </a:lnTo>
                  <a:lnTo>
                    <a:pt x="1177776" y="4899302"/>
                  </a:lnTo>
                  <a:lnTo>
                    <a:pt x="1177964" y="4899302"/>
                  </a:lnTo>
                  <a:lnTo>
                    <a:pt x="1178058" y="4899302"/>
                  </a:lnTo>
                  <a:lnTo>
                    <a:pt x="1178152" y="4899302"/>
                  </a:lnTo>
                  <a:lnTo>
                    <a:pt x="1178246" y="4899302"/>
                  </a:lnTo>
                  <a:lnTo>
                    <a:pt x="1178340" y="4899302"/>
                  </a:lnTo>
                  <a:lnTo>
                    <a:pt x="1178434" y="4899302"/>
                  </a:lnTo>
                  <a:lnTo>
                    <a:pt x="1178528" y="4899302"/>
                  </a:lnTo>
                  <a:lnTo>
                    <a:pt x="1178716" y="4899302"/>
                  </a:lnTo>
                  <a:lnTo>
                    <a:pt x="1178998" y="4894023"/>
                  </a:lnTo>
                  <a:lnTo>
                    <a:pt x="1179186" y="4894023"/>
                  </a:lnTo>
                  <a:lnTo>
                    <a:pt x="1179374" y="4894023"/>
                  </a:lnTo>
                  <a:lnTo>
                    <a:pt x="1179468" y="4894023"/>
                  </a:lnTo>
                  <a:lnTo>
                    <a:pt x="1179562" y="4894023"/>
                  </a:lnTo>
                  <a:lnTo>
                    <a:pt x="1179750" y="4894023"/>
                  </a:lnTo>
                  <a:lnTo>
                    <a:pt x="1179844" y="4894023"/>
                  </a:lnTo>
                  <a:lnTo>
                    <a:pt x="1179938" y="4894023"/>
                  </a:lnTo>
                  <a:lnTo>
                    <a:pt x="1180409" y="4894023"/>
                  </a:lnTo>
                  <a:lnTo>
                    <a:pt x="1180503" y="4894023"/>
                  </a:lnTo>
                  <a:lnTo>
                    <a:pt x="1180597" y="4894023"/>
                  </a:lnTo>
                  <a:lnTo>
                    <a:pt x="1180691" y="4894023"/>
                  </a:lnTo>
                  <a:lnTo>
                    <a:pt x="1180879" y="4894023"/>
                  </a:lnTo>
                  <a:lnTo>
                    <a:pt x="1180973" y="4894023"/>
                  </a:lnTo>
                  <a:lnTo>
                    <a:pt x="1181067" y="4894023"/>
                  </a:lnTo>
                  <a:lnTo>
                    <a:pt x="1181349" y="4894023"/>
                  </a:lnTo>
                  <a:lnTo>
                    <a:pt x="1181443" y="4894023"/>
                  </a:lnTo>
                  <a:lnTo>
                    <a:pt x="1181537" y="4894023"/>
                  </a:lnTo>
                  <a:lnTo>
                    <a:pt x="1181631" y="4894023"/>
                  </a:lnTo>
                  <a:lnTo>
                    <a:pt x="1181725" y="4894023"/>
                  </a:lnTo>
                  <a:lnTo>
                    <a:pt x="1181913" y="4894023"/>
                  </a:lnTo>
                  <a:lnTo>
                    <a:pt x="1182007" y="4894023"/>
                  </a:lnTo>
                  <a:lnTo>
                    <a:pt x="1182101" y="4894023"/>
                  </a:lnTo>
                  <a:lnTo>
                    <a:pt x="1182195" y="4894023"/>
                  </a:lnTo>
                  <a:lnTo>
                    <a:pt x="1182289" y="4894023"/>
                  </a:lnTo>
                  <a:lnTo>
                    <a:pt x="1182477" y="4894023"/>
                  </a:lnTo>
                  <a:lnTo>
                    <a:pt x="1182665" y="4894023"/>
                  </a:lnTo>
                  <a:lnTo>
                    <a:pt x="1183135" y="4894023"/>
                  </a:lnTo>
                  <a:lnTo>
                    <a:pt x="1183323" y="4894023"/>
                  </a:lnTo>
                  <a:lnTo>
                    <a:pt x="1183511" y="4894023"/>
                  </a:lnTo>
                  <a:lnTo>
                    <a:pt x="1183605" y="4894023"/>
                  </a:lnTo>
                  <a:lnTo>
                    <a:pt x="1183699" y="4894023"/>
                  </a:lnTo>
                  <a:lnTo>
                    <a:pt x="1183888" y="4894023"/>
                  </a:lnTo>
                  <a:lnTo>
                    <a:pt x="1183982" y="4894023"/>
                  </a:lnTo>
                  <a:lnTo>
                    <a:pt x="1184076" y="4894023"/>
                  </a:lnTo>
                  <a:lnTo>
                    <a:pt x="1184170" y="4894023"/>
                  </a:lnTo>
                  <a:lnTo>
                    <a:pt x="1184264" y="4894023"/>
                  </a:lnTo>
                  <a:lnTo>
                    <a:pt x="1184358" y="4894023"/>
                  </a:lnTo>
                  <a:lnTo>
                    <a:pt x="1184640" y="4894023"/>
                  </a:lnTo>
                  <a:lnTo>
                    <a:pt x="1184734" y="4894023"/>
                  </a:lnTo>
                  <a:lnTo>
                    <a:pt x="1184828" y="4894023"/>
                  </a:lnTo>
                  <a:lnTo>
                    <a:pt x="1184922" y="4894023"/>
                  </a:lnTo>
                  <a:lnTo>
                    <a:pt x="1185486" y="4894023"/>
                  </a:lnTo>
                  <a:lnTo>
                    <a:pt x="1185580" y="4894023"/>
                  </a:lnTo>
                  <a:lnTo>
                    <a:pt x="1185674" y="4894023"/>
                  </a:lnTo>
                  <a:lnTo>
                    <a:pt x="1185768" y="4894023"/>
                  </a:lnTo>
                  <a:lnTo>
                    <a:pt x="1185862" y="4894023"/>
                  </a:lnTo>
                  <a:lnTo>
                    <a:pt x="1185956" y="4894023"/>
                  </a:lnTo>
                  <a:lnTo>
                    <a:pt x="1186050" y="4894023"/>
                  </a:lnTo>
                  <a:lnTo>
                    <a:pt x="1186332" y="4894023"/>
                  </a:lnTo>
                  <a:lnTo>
                    <a:pt x="1186426" y="4894023"/>
                  </a:lnTo>
                  <a:lnTo>
                    <a:pt x="1186520" y="4894023"/>
                  </a:lnTo>
                  <a:lnTo>
                    <a:pt x="1186614" y="4894023"/>
                  </a:lnTo>
                  <a:lnTo>
                    <a:pt x="1186708" y="4894023"/>
                  </a:lnTo>
                  <a:lnTo>
                    <a:pt x="1186802" y="4894023"/>
                  </a:lnTo>
                  <a:lnTo>
                    <a:pt x="1186896" y="4894023"/>
                  </a:lnTo>
                  <a:lnTo>
                    <a:pt x="1186990" y="4894023"/>
                  </a:lnTo>
                  <a:lnTo>
                    <a:pt x="1187272" y="4894023"/>
                  </a:lnTo>
                  <a:lnTo>
                    <a:pt x="1187555" y="4894023"/>
                  </a:lnTo>
                  <a:lnTo>
                    <a:pt x="1187649" y="4894023"/>
                  </a:lnTo>
                  <a:lnTo>
                    <a:pt x="1187743" y="4894023"/>
                  </a:lnTo>
                  <a:lnTo>
                    <a:pt x="1187931" y="4894023"/>
                  </a:lnTo>
                  <a:lnTo>
                    <a:pt x="1188307" y="4894023"/>
                  </a:lnTo>
                  <a:lnTo>
                    <a:pt x="1188683" y="4894023"/>
                  </a:lnTo>
                  <a:lnTo>
                    <a:pt x="1188777" y="4894023"/>
                  </a:lnTo>
                  <a:lnTo>
                    <a:pt x="1188965" y="4894023"/>
                  </a:lnTo>
                  <a:lnTo>
                    <a:pt x="1189059" y="4894023"/>
                  </a:lnTo>
                  <a:lnTo>
                    <a:pt x="1189153" y="4894023"/>
                  </a:lnTo>
                  <a:lnTo>
                    <a:pt x="1189247" y="4894023"/>
                  </a:lnTo>
                  <a:lnTo>
                    <a:pt x="1189529" y="4894023"/>
                  </a:lnTo>
                  <a:lnTo>
                    <a:pt x="1189623" y="4894023"/>
                  </a:lnTo>
                  <a:lnTo>
                    <a:pt x="1189905" y="4894023"/>
                  </a:lnTo>
                  <a:lnTo>
                    <a:pt x="1189999" y="4894023"/>
                  </a:lnTo>
                  <a:lnTo>
                    <a:pt x="1190281" y="4894023"/>
                  </a:lnTo>
                  <a:lnTo>
                    <a:pt x="1190375" y="4894023"/>
                  </a:lnTo>
                  <a:lnTo>
                    <a:pt x="1190563" y="4894023"/>
                  </a:lnTo>
                  <a:lnTo>
                    <a:pt x="1190751" y="4894023"/>
                  </a:lnTo>
                  <a:lnTo>
                    <a:pt x="1190940" y="4894023"/>
                  </a:lnTo>
                  <a:lnTo>
                    <a:pt x="1191034" y="4894023"/>
                  </a:lnTo>
                  <a:lnTo>
                    <a:pt x="1191128" y="4894023"/>
                  </a:lnTo>
                  <a:lnTo>
                    <a:pt x="1191598" y="4894023"/>
                  </a:lnTo>
                  <a:lnTo>
                    <a:pt x="1191692" y="4894023"/>
                  </a:lnTo>
                  <a:lnTo>
                    <a:pt x="1192068" y="4894023"/>
                  </a:lnTo>
                  <a:lnTo>
                    <a:pt x="1192162" y="4894023"/>
                  </a:lnTo>
                  <a:lnTo>
                    <a:pt x="1192256" y="4894023"/>
                  </a:lnTo>
                  <a:lnTo>
                    <a:pt x="1192350" y="4894023"/>
                  </a:lnTo>
                  <a:lnTo>
                    <a:pt x="1192444" y="4894023"/>
                  </a:lnTo>
                  <a:lnTo>
                    <a:pt x="1192726" y="4894023"/>
                  </a:lnTo>
                  <a:lnTo>
                    <a:pt x="1192914" y="4894023"/>
                  </a:lnTo>
                  <a:lnTo>
                    <a:pt x="1193008" y="4894023"/>
                  </a:lnTo>
                  <a:lnTo>
                    <a:pt x="1193196" y="4894023"/>
                  </a:lnTo>
                  <a:lnTo>
                    <a:pt x="1193666" y="4894023"/>
                  </a:lnTo>
                  <a:lnTo>
                    <a:pt x="1193760" y="4894023"/>
                  </a:lnTo>
                  <a:lnTo>
                    <a:pt x="1193854" y="4894023"/>
                  </a:lnTo>
                  <a:lnTo>
                    <a:pt x="1193948" y="4894023"/>
                  </a:lnTo>
                  <a:lnTo>
                    <a:pt x="1194230" y="4894023"/>
                  </a:lnTo>
                  <a:lnTo>
                    <a:pt x="1194419" y="4894023"/>
                  </a:lnTo>
                  <a:lnTo>
                    <a:pt x="1194607" y="4894023"/>
                  </a:lnTo>
                  <a:lnTo>
                    <a:pt x="1194795" y="4894023"/>
                  </a:lnTo>
                  <a:lnTo>
                    <a:pt x="1194889" y="4894023"/>
                  </a:lnTo>
                  <a:lnTo>
                    <a:pt x="1194983" y="4894023"/>
                  </a:lnTo>
                  <a:lnTo>
                    <a:pt x="1195265" y="4894023"/>
                  </a:lnTo>
                  <a:lnTo>
                    <a:pt x="1195359" y="4894023"/>
                  </a:lnTo>
                  <a:lnTo>
                    <a:pt x="1195547" y="4894023"/>
                  </a:lnTo>
                  <a:lnTo>
                    <a:pt x="1195735" y="4894023"/>
                  </a:lnTo>
                  <a:lnTo>
                    <a:pt x="1195829" y="4894023"/>
                  </a:lnTo>
                  <a:lnTo>
                    <a:pt x="1195923" y="4894023"/>
                  </a:lnTo>
                  <a:lnTo>
                    <a:pt x="1196111" y="4894023"/>
                  </a:lnTo>
                  <a:lnTo>
                    <a:pt x="1196675" y="4894023"/>
                  </a:lnTo>
                  <a:lnTo>
                    <a:pt x="1196769" y="4894023"/>
                  </a:lnTo>
                  <a:lnTo>
                    <a:pt x="1197051" y="4894023"/>
                  </a:lnTo>
                  <a:lnTo>
                    <a:pt x="1197145" y="4894023"/>
                  </a:lnTo>
                  <a:lnTo>
                    <a:pt x="1197239" y="4888744"/>
                  </a:lnTo>
                  <a:lnTo>
                    <a:pt x="1197333" y="4888744"/>
                  </a:lnTo>
                  <a:lnTo>
                    <a:pt x="1197427" y="4888744"/>
                  </a:lnTo>
                  <a:lnTo>
                    <a:pt x="1197521" y="4888744"/>
                  </a:lnTo>
                  <a:lnTo>
                    <a:pt x="1197615" y="4888744"/>
                  </a:lnTo>
                  <a:lnTo>
                    <a:pt x="1197803" y="4888744"/>
                  </a:lnTo>
                  <a:lnTo>
                    <a:pt x="1197897" y="4888744"/>
                  </a:lnTo>
                  <a:lnTo>
                    <a:pt x="1197992" y="4888744"/>
                  </a:lnTo>
                  <a:lnTo>
                    <a:pt x="1198086" y="4888744"/>
                  </a:lnTo>
                  <a:lnTo>
                    <a:pt x="1198180" y="4888744"/>
                  </a:lnTo>
                  <a:lnTo>
                    <a:pt x="1198368" y="4888744"/>
                  </a:lnTo>
                  <a:lnTo>
                    <a:pt x="1198462" y="4888744"/>
                  </a:lnTo>
                  <a:lnTo>
                    <a:pt x="1198556" y="4888744"/>
                  </a:lnTo>
                  <a:lnTo>
                    <a:pt x="1198650" y="4888744"/>
                  </a:lnTo>
                  <a:lnTo>
                    <a:pt x="1198838" y="4888744"/>
                  </a:lnTo>
                  <a:lnTo>
                    <a:pt x="1199026" y="4888744"/>
                  </a:lnTo>
                  <a:lnTo>
                    <a:pt x="1199214" y="4883464"/>
                  </a:lnTo>
                  <a:lnTo>
                    <a:pt x="1199308" y="4883464"/>
                  </a:lnTo>
                  <a:lnTo>
                    <a:pt x="1199496" y="4883464"/>
                  </a:lnTo>
                  <a:lnTo>
                    <a:pt x="1199684" y="4883464"/>
                  </a:lnTo>
                  <a:lnTo>
                    <a:pt x="1199778" y="4883464"/>
                  </a:lnTo>
                  <a:lnTo>
                    <a:pt x="1200060" y="4883464"/>
                  </a:lnTo>
                  <a:lnTo>
                    <a:pt x="1200154" y="4883464"/>
                  </a:lnTo>
                  <a:lnTo>
                    <a:pt x="1200342" y="4883464"/>
                  </a:lnTo>
                  <a:lnTo>
                    <a:pt x="1200436" y="4883464"/>
                  </a:lnTo>
                  <a:lnTo>
                    <a:pt x="1200530" y="4883464"/>
                  </a:lnTo>
                  <a:lnTo>
                    <a:pt x="1200624" y="4883464"/>
                  </a:lnTo>
                  <a:lnTo>
                    <a:pt x="1200718" y="4883464"/>
                  </a:lnTo>
                  <a:lnTo>
                    <a:pt x="1200812" y="4883464"/>
                  </a:lnTo>
                  <a:lnTo>
                    <a:pt x="1201000" y="4883464"/>
                  </a:lnTo>
                  <a:lnTo>
                    <a:pt x="1201094" y="4883464"/>
                  </a:lnTo>
                  <a:lnTo>
                    <a:pt x="1201188" y="4883464"/>
                  </a:lnTo>
                  <a:lnTo>
                    <a:pt x="1201470" y="4883464"/>
                  </a:lnTo>
                  <a:lnTo>
                    <a:pt x="1201659" y="4883464"/>
                  </a:lnTo>
                  <a:lnTo>
                    <a:pt x="1201847" y="4883464"/>
                  </a:lnTo>
                  <a:lnTo>
                    <a:pt x="1201941" y="4883464"/>
                  </a:lnTo>
                  <a:lnTo>
                    <a:pt x="1202035" y="4883464"/>
                  </a:lnTo>
                  <a:lnTo>
                    <a:pt x="1202129" y="4883464"/>
                  </a:lnTo>
                  <a:lnTo>
                    <a:pt x="1202411" y="4883464"/>
                  </a:lnTo>
                  <a:lnTo>
                    <a:pt x="1202505" y="4883464"/>
                  </a:lnTo>
                  <a:lnTo>
                    <a:pt x="1203069" y="4883464"/>
                  </a:lnTo>
                  <a:lnTo>
                    <a:pt x="1203351" y="4883464"/>
                  </a:lnTo>
                  <a:lnTo>
                    <a:pt x="1203539" y="4883464"/>
                  </a:lnTo>
                  <a:lnTo>
                    <a:pt x="1203633" y="4883464"/>
                  </a:lnTo>
                  <a:lnTo>
                    <a:pt x="1203821" y="4883464"/>
                  </a:lnTo>
                  <a:lnTo>
                    <a:pt x="1203915" y="4883464"/>
                  </a:lnTo>
                  <a:lnTo>
                    <a:pt x="1204009" y="4883464"/>
                  </a:lnTo>
                  <a:lnTo>
                    <a:pt x="1204103" y="4883464"/>
                  </a:lnTo>
                  <a:lnTo>
                    <a:pt x="1204197" y="4883464"/>
                  </a:lnTo>
                  <a:lnTo>
                    <a:pt x="1204291" y="4883464"/>
                  </a:lnTo>
                  <a:lnTo>
                    <a:pt x="1204385" y="4883464"/>
                  </a:lnTo>
                  <a:lnTo>
                    <a:pt x="1204479" y="4883464"/>
                  </a:lnTo>
                  <a:lnTo>
                    <a:pt x="1204573" y="4883464"/>
                  </a:lnTo>
                  <a:lnTo>
                    <a:pt x="1204667" y="4883464"/>
                  </a:lnTo>
                  <a:lnTo>
                    <a:pt x="1204761" y="4883464"/>
                  </a:lnTo>
                  <a:lnTo>
                    <a:pt x="1204855" y="4883464"/>
                  </a:lnTo>
                  <a:lnTo>
                    <a:pt x="1205044" y="4883464"/>
                  </a:lnTo>
                  <a:lnTo>
                    <a:pt x="1205326" y="4883464"/>
                  </a:lnTo>
                  <a:lnTo>
                    <a:pt x="1205420" y="4883464"/>
                  </a:lnTo>
                  <a:lnTo>
                    <a:pt x="1205514" y="4883464"/>
                  </a:lnTo>
                  <a:lnTo>
                    <a:pt x="1205608" y="4883464"/>
                  </a:lnTo>
                  <a:lnTo>
                    <a:pt x="1205702" y="4883464"/>
                  </a:lnTo>
                  <a:lnTo>
                    <a:pt x="1205796" y="4883464"/>
                  </a:lnTo>
                  <a:lnTo>
                    <a:pt x="1205890" y="4883464"/>
                  </a:lnTo>
                  <a:lnTo>
                    <a:pt x="1206266" y="4883464"/>
                  </a:lnTo>
                  <a:lnTo>
                    <a:pt x="1206360" y="4883464"/>
                  </a:lnTo>
                  <a:lnTo>
                    <a:pt x="1206642" y="4883464"/>
                  </a:lnTo>
                  <a:lnTo>
                    <a:pt x="1206736" y="4883464"/>
                  </a:lnTo>
                  <a:lnTo>
                    <a:pt x="1206924" y="4883464"/>
                  </a:lnTo>
                  <a:lnTo>
                    <a:pt x="1207018" y="4883464"/>
                  </a:lnTo>
                  <a:lnTo>
                    <a:pt x="1207112" y="4883464"/>
                  </a:lnTo>
                  <a:lnTo>
                    <a:pt x="1207300" y="4883464"/>
                  </a:lnTo>
                  <a:lnTo>
                    <a:pt x="1207394" y="4883464"/>
                  </a:lnTo>
                  <a:lnTo>
                    <a:pt x="1208805" y="4878185"/>
                  </a:lnTo>
                  <a:lnTo>
                    <a:pt x="1208899" y="4878185"/>
                  </a:lnTo>
                  <a:lnTo>
                    <a:pt x="1208993" y="4878185"/>
                  </a:lnTo>
                  <a:lnTo>
                    <a:pt x="1209087" y="4878185"/>
                  </a:lnTo>
                  <a:lnTo>
                    <a:pt x="1209275" y="4878185"/>
                  </a:lnTo>
                  <a:lnTo>
                    <a:pt x="1209369" y="4878185"/>
                  </a:lnTo>
                  <a:lnTo>
                    <a:pt x="1209463" y="4878185"/>
                  </a:lnTo>
                  <a:lnTo>
                    <a:pt x="1209651" y="4878185"/>
                  </a:lnTo>
                  <a:lnTo>
                    <a:pt x="1209839" y="4872905"/>
                  </a:lnTo>
                  <a:lnTo>
                    <a:pt x="1209933" y="4872905"/>
                  </a:lnTo>
                  <a:lnTo>
                    <a:pt x="1210403" y="4872905"/>
                  </a:lnTo>
                  <a:lnTo>
                    <a:pt x="1210591" y="4872905"/>
                  </a:lnTo>
                  <a:lnTo>
                    <a:pt x="1210873" y="4872905"/>
                  </a:lnTo>
                  <a:lnTo>
                    <a:pt x="1210967" y="4872905"/>
                  </a:lnTo>
                  <a:lnTo>
                    <a:pt x="1211061" y="4872905"/>
                  </a:lnTo>
                  <a:lnTo>
                    <a:pt x="1211343" y="4872905"/>
                  </a:lnTo>
                  <a:lnTo>
                    <a:pt x="1211437" y="4872905"/>
                  </a:lnTo>
                  <a:lnTo>
                    <a:pt x="1211531" y="4872905"/>
                  </a:lnTo>
                  <a:lnTo>
                    <a:pt x="1211625" y="4872905"/>
                  </a:lnTo>
                  <a:lnTo>
                    <a:pt x="1211719" y="4872905"/>
                  </a:lnTo>
                  <a:lnTo>
                    <a:pt x="1211813" y="4872905"/>
                  </a:lnTo>
                  <a:lnTo>
                    <a:pt x="1211907" y="4872905"/>
                  </a:lnTo>
                  <a:lnTo>
                    <a:pt x="1212001" y="4872905"/>
                  </a:lnTo>
                  <a:lnTo>
                    <a:pt x="1212095" y="4872905"/>
                  </a:lnTo>
                  <a:lnTo>
                    <a:pt x="1212378" y="4872905"/>
                  </a:lnTo>
                  <a:lnTo>
                    <a:pt x="1212472" y="4872905"/>
                  </a:lnTo>
                  <a:lnTo>
                    <a:pt x="1212566" y="4872905"/>
                  </a:lnTo>
                  <a:lnTo>
                    <a:pt x="1212660" y="4872905"/>
                  </a:lnTo>
                  <a:lnTo>
                    <a:pt x="1212754" y="4872905"/>
                  </a:lnTo>
                  <a:lnTo>
                    <a:pt x="1212942" y="4872905"/>
                  </a:lnTo>
                  <a:lnTo>
                    <a:pt x="1213036" y="4872905"/>
                  </a:lnTo>
                  <a:lnTo>
                    <a:pt x="1213130" y="4867626"/>
                  </a:lnTo>
                  <a:lnTo>
                    <a:pt x="1213318" y="4867626"/>
                  </a:lnTo>
                  <a:lnTo>
                    <a:pt x="1213412" y="4867626"/>
                  </a:lnTo>
                  <a:lnTo>
                    <a:pt x="1213506" y="4867626"/>
                  </a:lnTo>
                  <a:lnTo>
                    <a:pt x="1213600" y="4867626"/>
                  </a:lnTo>
                  <a:lnTo>
                    <a:pt x="1213694" y="4867626"/>
                  </a:lnTo>
                  <a:lnTo>
                    <a:pt x="1213882" y="4867626"/>
                  </a:lnTo>
                  <a:lnTo>
                    <a:pt x="1213976" y="4867626"/>
                  </a:lnTo>
                  <a:lnTo>
                    <a:pt x="1214352" y="4867626"/>
                  </a:lnTo>
                  <a:lnTo>
                    <a:pt x="1214540" y="4867626"/>
                  </a:lnTo>
                  <a:lnTo>
                    <a:pt x="1214634" y="4867626"/>
                  </a:lnTo>
                  <a:lnTo>
                    <a:pt x="1214916" y="4867626"/>
                  </a:lnTo>
                  <a:lnTo>
                    <a:pt x="1215292" y="4867626"/>
                  </a:lnTo>
                  <a:lnTo>
                    <a:pt x="1215480" y="4867626"/>
                  </a:lnTo>
                  <a:lnTo>
                    <a:pt x="1215669" y="4867626"/>
                  </a:lnTo>
                  <a:lnTo>
                    <a:pt x="1215857" y="4867626"/>
                  </a:lnTo>
                  <a:lnTo>
                    <a:pt x="1215951" y="4867626"/>
                  </a:lnTo>
                  <a:lnTo>
                    <a:pt x="1216045" y="4867626"/>
                  </a:lnTo>
                  <a:lnTo>
                    <a:pt x="1216139" y="4867626"/>
                  </a:lnTo>
                  <a:lnTo>
                    <a:pt x="1216327" y="4867626"/>
                  </a:lnTo>
                  <a:lnTo>
                    <a:pt x="1216609" y="4867626"/>
                  </a:lnTo>
                  <a:lnTo>
                    <a:pt x="1216797" y="4867626"/>
                  </a:lnTo>
                  <a:lnTo>
                    <a:pt x="1216891" y="4867626"/>
                  </a:lnTo>
                  <a:lnTo>
                    <a:pt x="1216985" y="4867626"/>
                  </a:lnTo>
                  <a:lnTo>
                    <a:pt x="1217079" y="4867626"/>
                  </a:lnTo>
                  <a:lnTo>
                    <a:pt x="1217455" y="4867626"/>
                  </a:lnTo>
                  <a:lnTo>
                    <a:pt x="1217549" y="4867626"/>
                  </a:lnTo>
                  <a:lnTo>
                    <a:pt x="1217737" y="4867626"/>
                  </a:lnTo>
                  <a:lnTo>
                    <a:pt x="1217831" y="4867626"/>
                  </a:lnTo>
                  <a:lnTo>
                    <a:pt x="1217925" y="4867626"/>
                  </a:lnTo>
                  <a:lnTo>
                    <a:pt x="1218019" y="4867626"/>
                  </a:lnTo>
                  <a:lnTo>
                    <a:pt x="1218301" y="4867626"/>
                  </a:lnTo>
                  <a:lnTo>
                    <a:pt x="1218771" y="4867626"/>
                  </a:lnTo>
                  <a:lnTo>
                    <a:pt x="1218865" y="4867626"/>
                  </a:lnTo>
                  <a:lnTo>
                    <a:pt x="1218959" y="4867626"/>
                  </a:lnTo>
                  <a:lnTo>
                    <a:pt x="1219053" y="4867626"/>
                  </a:lnTo>
                  <a:lnTo>
                    <a:pt x="1219147" y="4867626"/>
                  </a:lnTo>
                  <a:lnTo>
                    <a:pt x="1219336" y="4867626"/>
                  </a:lnTo>
                  <a:lnTo>
                    <a:pt x="1219806" y="4867626"/>
                  </a:lnTo>
                  <a:lnTo>
                    <a:pt x="1219900" y="4867626"/>
                  </a:lnTo>
                  <a:lnTo>
                    <a:pt x="1220088" y="4867626"/>
                  </a:lnTo>
                  <a:lnTo>
                    <a:pt x="1220182" y="4867626"/>
                  </a:lnTo>
                  <a:lnTo>
                    <a:pt x="1220370" y="4867626"/>
                  </a:lnTo>
                  <a:lnTo>
                    <a:pt x="1220464" y="4867626"/>
                  </a:lnTo>
                  <a:lnTo>
                    <a:pt x="1220652" y="4867626"/>
                  </a:lnTo>
                  <a:lnTo>
                    <a:pt x="1220746" y="4867626"/>
                  </a:lnTo>
                  <a:lnTo>
                    <a:pt x="1220840" y="4867626"/>
                  </a:lnTo>
                  <a:lnTo>
                    <a:pt x="1220840" y="4862347"/>
                  </a:lnTo>
                  <a:lnTo>
                    <a:pt x="1221498" y="4862347"/>
                  </a:lnTo>
                  <a:lnTo>
                    <a:pt x="1221592" y="4862347"/>
                  </a:lnTo>
                  <a:lnTo>
                    <a:pt x="1221686" y="4862347"/>
                  </a:lnTo>
                  <a:lnTo>
                    <a:pt x="1222062" y="4862347"/>
                  </a:lnTo>
                  <a:lnTo>
                    <a:pt x="1222344" y="4862347"/>
                  </a:lnTo>
                  <a:lnTo>
                    <a:pt x="1222438" y="4862347"/>
                  </a:lnTo>
                  <a:lnTo>
                    <a:pt x="1222626" y="4862347"/>
                  </a:lnTo>
                  <a:lnTo>
                    <a:pt x="1222815" y="4862347"/>
                  </a:lnTo>
                  <a:lnTo>
                    <a:pt x="1222909" y="4862347"/>
                  </a:lnTo>
                  <a:lnTo>
                    <a:pt x="1223191" y="4862347"/>
                  </a:lnTo>
                  <a:lnTo>
                    <a:pt x="1223379" y="4862347"/>
                  </a:lnTo>
                  <a:lnTo>
                    <a:pt x="1223567" y="4862347"/>
                  </a:lnTo>
                  <a:lnTo>
                    <a:pt x="1223661" y="4862347"/>
                  </a:lnTo>
                  <a:lnTo>
                    <a:pt x="1223755" y="4862347"/>
                  </a:lnTo>
                  <a:lnTo>
                    <a:pt x="1224131" y="4862347"/>
                  </a:lnTo>
                  <a:lnTo>
                    <a:pt x="1224225" y="4862347"/>
                  </a:lnTo>
                  <a:lnTo>
                    <a:pt x="1224319" y="4862347"/>
                  </a:lnTo>
                  <a:lnTo>
                    <a:pt x="1224413" y="4862347"/>
                  </a:lnTo>
                  <a:lnTo>
                    <a:pt x="1224789" y="4862347"/>
                  </a:lnTo>
                  <a:lnTo>
                    <a:pt x="1224883" y="4862347"/>
                  </a:lnTo>
                  <a:lnTo>
                    <a:pt x="1225071" y="4862347"/>
                  </a:lnTo>
                  <a:lnTo>
                    <a:pt x="1225165" y="4862347"/>
                  </a:lnTo>
                  <a:lnTo>
                    <a:pt x="1225259" y="4862347"/>
                  </a:lnTo>
                  <a:lnTo>
                    <a:pt x="1225353" y="4862347"/>
                  </a:lnTo>
                  <a:lnTo>
                    <a:pt x="1225447" y="4862347"/>
                  </a:lnTo>
                  <a:lnTo>
                    <a:pt x="1225541" y="4862347"/>
                  </a:lnTo>
                  <a:lnTo>
                    <a:pt x="1225729" y="4862347"/>
                  </a:lnTo>
                  <a:lnTo>
                    <a:pt x="1225917" y="4862347"/>
                  </a:lnTo>
                  <a:lnTo>
                    <a:pt x="1226764" y="4862347"/>
                  </a:lnTo>
                  <a:lnTo>
                    <a:pt x="1226952" y="4862347"/>
                  </a:lnTo>
                  <a:lnTo>
                    <a:pt x="1227046" y="4862347"/>
                  </a:lnTo>
                  <a:lnTo>
                    <a:pt x="1227234" y="4862347"/>
                  </a:lnTo>
                  <a:lnTo>
                    <a:pt x="1227328" y="4862347"/>
                  </a:lnTo>
                  <a:lnTo>
                    <a:pt x="1227516" y="4862347"/>
                  </a:lnTo>
                  <a:lnTo>
                    <a:pt x="1227798" y="4862347"/>
                  </a:lnTo>
                  <a:lnTo>
                    <a:pt x="1227892" y="4862347"/>
                  </a:lnTo>
                  <a:lnTo>
                    <a:pt x="1228174" y="4862347"/>
                  </a:lnTo>
                  <a:lnTo>
                    <a:pt x="1228362" y="4862347"/>
                  </a:lnTo>
                  <a:lnTo>
                    <a:pt x="1228738" y="4862347"/>
                  </a:lnTo>
                  <a:lnTo>
                    <a:pt x="1228832" y="4862347"/>
                  </a:lnTo>
                  <a:lnTo>
                    <a:pt x="1229020" y="4862347"/>
                  </a:lnTo>
                  <a:lnTo>
                    <a:pt x="1229302" y="4862347"/>
                  </a:lnTo>
                  <a:lnTo>
                    <a:pt x="1229396" y="4862347"/>
                  </a:lnTo>
                  <a:lnTo>
                    <a:pt x="1229490" y="4862347"/>
                  </a:lnTo>
                  <a:lnTo>
                    <a:pt x="1229678" y="4862347"/>
                  </a:lnTo>
                  <a:lnTo>
                    <a:pt x="1229772" y="4862347"/>
                  </a:lnTo>
                  <a:lnTo>
                    <a:pt x="1229867" y="4862347"/>
                  </a:lnTo>
                  <a:lnTo>
                    <a:pt x="1230055" y="4862347"/>
                  </a:lnTo>
                  <a:lnTo>
                    <a:pt x="1230243" y="4862347"/>
                  </a:lnTo>
                  <a:lnTo>
                    <a:pt x="1230337" y="4862347"/>
                  </a:lnTo>
                  <a:lnTo>
                    <a:pt x="1230431" y="4862347"/>
                  </a:lnTo>
                  <a:lnTo>
                    <a:pt x="1230619" y="4862347"/>
                  </a:lnTo>
                  <a:lnTo>
                    <a:pt x="1230713" y="4862347"/>
                  </a:lnTo>
                  <a:lnTo>
                    <a:pt x="1230807" y="4862347"/>
                  </a:lnTo>
                  <a:lnTo>
                    <a:pt x="1230901" y="4862347"/>
                  </a:lnTo>
                  <a:lnTo>
                    <a:pt x="1230995" y="4862347"/>
                  </a:lnTo>
                  <a:lnTo>
                    <a:pt x="1231089" y="4862347"/>
                  </a:lnTo>
                  <a:lnTo>
                    <a:pt x="1231277" y="4857067"/>
                  </a:lnTo>
                  <a:lnTo>
                    <a:pt x="1231559" y="4857067"/>
                  </a:lnTo>
                  <a:lnTo>
                    <a:pt x="1231653" y="4857067"/>
                  </a:lnTo>
                  <a:lnTo>
                    <a:pt x="1232029" y="4857067"/>
                  </a:lnTo>
                  <a:lnTo>
                    <a:pt x="1232123" y="4857067"/>
                  </a:lnTo>
                  <a:lnTo>
                    <a:pt x="1232217" y="4857067"/>
                  </a:lnTo>
                  <a:lnTo>
                    <a:pt x="1232311" y="4857067"/>
                  </a:lnTo>
                  <a:lnTo>
                    <a:pt x="1232405" y="4857067"/>
                  </a:lnTo>
                  <a:lnTo>
                    <a:pt x="1232499" y="4857067"/>
                  </a:lnTo>
                  <a:lnTo>
                    <a:pt x="1232593" y="4857067"/>
                  </a:lnTo>
                  <a:lnTo>
                    <a:pt x="1232969" y="4857067"/>
                  </a:lnTo>
                  <a:lnTo>
                    <a:pt x="1233063" y="4857067"/>
                  </a:lnTo>
                  <a:lnTo>
                    <a:pt x="1233440" y="4857067"/>
                  </a:lnTo>
                  <a:lnTo>
                    <a:pt x="1233534" y="4857067"/>
                  </a:lnTo>
                  <a:lnTo>
                    <a:pt x="1233628" y="4857067"/>
                  </a:lnTo>
                  <a:lnTo>
                    <a:pt x="1233722" y="4857067"/>
                  </a:lnTo>
                  <a:lnTo>
                    <a:pt x="1233816" y="4857067"/>
                  </a:lnTo>
                  <a:lnTo>
                    <a:pt x="1233910" y="4857067"/>
                  </a:lnTo>
                  <a:lnTo>
                    <a:pt x="1234380" y="4857067"/>
                  </a:lnTo>
                  <a:lnTo>
                    <a:pt x="1234568" y="4857067"/>
                  </a:lnTo>
                  <a:lnTo>
                    <a:pt x="1234662" y="4857067"/>
                  </a:lnTo>
                  <a:lnTo>
                    <a:pt x="1235132" y="4857067"/>
                  </a:lnTo>
                  <a:lnTo>
                    <a:pt x="1235226" y="4857067"/>
                  </a:lnTo>
                  <a:lnTo>
                    <a:pt x="1235602" y="4857067"/>
                  </a:lnTo>
                  <a:lnTo>
                    <a:pt x="1235790" y="4857067"/>
                  </a:lnTo>
                  <a:lnTo>
                    <a:pt x="1235884" y="4857067"/>
                  </a:lnTo>
                  <a:lnTo>
                    <a:pt x="1235978" y="4857067"/>
                  </a:lnTo>
                  <a:lnTo>
                    <a:pt x="1236166" y="4857067"/>
                  </a:lnTo>
                  <a:lnTo>
                    <a:pt x="1236260" y="4857067"/>
                  </a:lnTo>
                  <a:lnTo>
                    <a:pt x="1236354" y="4857067"/>
                  </a:lnTo>
                  <a:lnTo>
                    <a:pt x="1236448" y="4857067"/>
                  </a:lnTo>
                  <a:lnTo>
                    <a:pt x="1236542" y="4857067"/>
                  </a:lnTo>
                  <a:lnTo>
                    <a:pt x="1236636" y="4857067"/>
                  </a:lnTo>
                  <a:lnTo>
                    <a:pt x="1236730" y="4857067"/>
                  </a:lnTo>
                  <a:lnTo>
                    <a:pt x="1236824" y="4857067"/>
                  </a:lnTo>
                  <a:lnTo>
                    <a:pt x="1237107" y="4857067"/>
                  </a:lnTo>
                  <a:lnTo>
                    <a:pt x="1237201" y="4857067"/>
                  </a:lnTo>
                  <a:lnTo>
                    <a:pt x="1237295" y="4857067"/>
                  </a:lnTo>
                  <a:lnTo>
                    <a:pt x="1237483" y="4857067"/>
                  </a:lnTo>
                  <a:lnTo>
                    <a:pt x="1237577" y="4857067"/>
                  </a:lnTo>
                  <a:lnTo>
                    <a:pt x="1237671" y="4851788"/>
                  </a:lnTo>
                  <a:lnTo>
                    <a:pt x="1237765" y="4851788"/>
                  </a:lnTo>
                  <a:lnTo>
                    <a:pt x="1237859" y="4851788"/>
                  </a:lnTo>
                  <a:lnTo>
                    <a:pt x="1237953" y="4851788"/>
                  </a:lnTo>
                  <a:lnTo>
                    <a:pt x="1238047" y="4851788"/>
                  </a:lnTo>
                  <a:lnTo>
                    <a:pt x="1238141" y="4851788"/>
                  </a:lnTo>
                  <a:lnTo>
                    <a:pt x="1238235" y="4851788"/>
                  </a:lnTo>
                  <a:lnTo>
                    <a:pt x="1239081" y="4851788"/>
                  </a:lnTo>
                  <a:lnTo>
                    <a:pt x="1239175" y="4851788"/>
                  </a:lnTo>
                  <a:lnTo>
                    <a:pt x="1239457" y="4851788"/>
                  </a:lnTo>
                  <a:lnTo>
                    <a:pt x="1239551" y="4851788"/>
                  </a:lnTo>
                  <a:lnTo>
                    <a:pt x="1239645" y="4851788"/>
                  </a:lnTo>
                  <a:lnTo>
                    <a:pt x="1239739" y="4851788"/>
                  </a:lnTo>
                  <a:lnTo>
                    <a:pt x="1239833" y="4851788"/>
                  </a:lnTo>
                  <a:lnTo>
                    <a:pt x="1239927" y="4851788"/>
                  </a:lnTo>
                  <a:lnTo>
                    <a:pt x="1240586" y="4851788"/>
                  </a:lnTo>
                  <a:lnTo>
                    <a:pt x="1240774" y="4851788"/>
                  </a:lnTo>
                  <a:lnTo>
                    <a:pt x="1240868" y="4851788"/>
                  </a:lnTo>
                  <a:lnTo>
                    <a:pt x="1240962" y="4846508"/>
                  </a:lnTo>
                  <a:lnTo>
                    <a:pt x="1241056" y="4846508"/>
                  </a:lnTo>
                  <a:lnTo>
                    <a:pt x="1241150" y="4846508"/>
                  </a:lnTo>
                  <a:lnTo>
                    <a:pt x="1241620" y="4846508"/>
                  </a:lnTo>
                  <a:lnTo>
                    <a:pt x="1241714" y="4846508"/>
                  </a:lnTo>
                  <a:lnTo>
                    <a:pt x="1241902" y="4846508"/>
                  </a:lnTo>
                  <a:lnTo>
                    <a:pt x="1242278" y="4846508"/>
                  </a:lnTo>
                  <a:lnTo>
                    <a:pt x="1242560" y="4846508"/>
                  </a:lnTo>
                  <a:lnTo>
                    <a:pt x="1242748" y="4846508"/>
                  </a:lnTo>
                  <a:lnTo>
                    <a:pt x="1242842" y="4846508"/>
                  </a:lnTo>
                  <a:lnTo>
                    <a:pt x="1243124" y="4846508"/>
                  </a:lnTo>
                  <a:lnTo>
                    <a:pt x="1243218" y="4846508"/>
                  </a:lnTo>
                  <a:lnTo>
                    <a:pt x="1243312" y="4846508"/>
                  </a:lnTo>
                  <a:lnTo>
                    <a:pt x="1243406" y="4846508"/>
                  </a:lnTo>
                  <a:lnTo>
                    <a:pt x="1243500" y="4846508"/>
                  </a:lnTo>
                  <a:lnTo>
                    <a:pt x="1243500" y="4841229"/>
                  </a:lnTo>
                  <a:lnTo>
                    <a:pt x="1243594" y="4841229"/>
                  </a:lnTo>
                  <a:lnTo>
                    <a:pt x="1243876" y="4841229"/>
                  </a:lnTo>
                  <a:lnTo>
                    <a:pt x="1243970" y="4841229"/>
                  </a:lnTo>
                  <a:lnTo>
                    <a:pt x="1244065" y="4841229"/>
                  </a:lnTo>
                  <a:lnTo>
                    <a:pt x="1244253" y="4841229"/>
                  </a:lnTo>
                  <a:lnTo>
                    <a:pt x="1244535" y="4841229"/>
                  </a:lnTo>
                  <a:lnTo>
                    <a:pt x="1244723" y="4841229"/>
                  </a:lnTo>
                  <a:lnTo>
                    <a:pt x="1244911" y="4841229"/>
                  </a:lnTo>
                  <a:lnTo>
                    <a:pt x="1245005" y="4841229"/>
                  </a:lnTo>
                  <a:lnTo>
                    <a:pt x="1245287" y="4841229"/>
                  </a:lnTo>
                  <a:lnTo>
                    <a:pt x="1245381" y="4841229"/>
                  </a:lnTo>
                  <a:lnTo>
                    <a:pt x="1245475" y="4841229"/>
                  </a:lnTo>
                  <a:lnTo>
                    <a:pt x="1245757" y="4841229"/>
                  </a:lnTo>
                  <a:lnTo>
                    <a:pt x="1245945" y="4835949"/>
                  </a:lnTo>
                  <a:lnTo>
                    <a:pt x="1246039" y="4835949"/>
                  </a:lnTo>
                  <a:lnTo>
                    <a:pt x="1246133" y="4835949"/>
                  </a:lnTo>
                  <a:lnTo>
                    <a:pt x="1246227" y="4835949"/>
                  </a:lnTo>
                  <a:lnTo>
                    <a:pt x="1246415" y="4830670"/>
                  </a:lnTo>
                  <a:lnTo>
                    <a:pt x="1246509" y="4830670"/>
                  </a:lnTo>
                  <a:lnTo>
                    <a:pt x="1246791" y="4830670"/>
                  </a:lnTo>
                  <a:lnTo>
                    <a:pt x="1246979" y="4830670"/>
                  </a:lnTo>
                  <a:lnTo>
                    <a:pt x="1247073" y="4830670"/>
                  </a:lnTo>
                  <a:lnTo>
                    <a:pt x="1247167" y="4830670"/>
                  </a:lnTo>
                  <a:lnTo>
                    <a:pt x="1247543" y="4830670"/>
                  </a:lnTo>
                  <a:lnTo>
                    <a:pt x="1247638" y="4830670"/>
                  </a:lnTo>
                  <a:lnTo>
                    <a:pt x="1247732" y="4830670"/>
                  </a:lnTo>
                  <a:lnTo>
                    <a:pt x="1247920" y="4830670"/>
                  </a:lnTo>
                  <a:lnTo>
                    <a:pt x="1248014" y="4830670"/>
                  </a:lnTo>
                  <a:lnTo>
                    <a:pt x="1248672" y="4830670"/>
                  </a:lnTo>
                  <a:lnTo>
                    <a:pt x="1248766" y="4830670"/>
                  </a:lnTo>
                  <a:lnTo>
                    <a:pt x="1248860" y="4830670"/>
                  </a:lnTo>
                  <a:lnTo>
                    <a:pt x="1248954" y="4830670"/>
                  </a:lnTo>
                  <a:lnTo>
                    <a:pt x="1249142" y="4830670"/>
                  </a:lnTo>
                  <a:lnTo>
                    <a:pt x="1249236" y="4830670"/>
                  </a:lnTo>
                  <a:lnTo>
                    <a:pt x="1249518" y="4830670"/>
                  </a:lnTo>
                  <a:lnTo>
                    <a:pt x="1249612" y="4830670"/>
                  </a:lnTo>
                  <a:lnTo>
                    <a:pt x="1249706" y="4830670"/>
                  </a:lnTo>
                  <a:lnTo>
                    <a:pt x="1249800" y="4830670"/>
                  </a:lnTo>
                  <a:lnTo>
                    <a:pt x="1249988" y="4830670"/>
                  </a:lnTo>
                  <a:lnTo>
                    <a:pt x="1250082" y="4830670"/>
                  </a:lnTo>
                  <a:lnTo>
                    <a:pt x="1250270" y="4830670"/>
                  </a:lnTo>
                  <a:lnTo>
                    <a:pt x="1250364" y="4830670"/>
                  </a:lnTo>
                  <a:lnTo>
                    <a:pt x="1250646" y="4830670"/>
                  </a:lnTo>
                  <a:lnTo>
                    <a:pt x="1250740" y="4830670"/>
                  </a:lnTo>
                  <a:lnTo>
                    <a:pt x="1250834" y="4830670"/>
                  </a:lnTo>
                  <a:lnTo>
                    <a:pt x="1250928" y="4830670"/>
                  </a:lnTo>
                  <a:lnTo>
                    <a:pt x="1251022" y="4830670"/>
                  </a:lnTo>
                  <a:lnTo>
                    <a:pt x="1251117" y="4830670"/>
                  </a:lnTo>
                  <a:lnTo>
                    <a:pt x="1251399" y="4830670"/>
                  </a:lnTo>
                  <a:lnTo>
                    <a:pt x="1251493" y="4830670"/>
                  </a:lnTo>
                  <a:lnTo>
                    <a:pt x="1251587" y="4830670"/>
                  </a:lnTo>
                  <a:lnTo>
                    <a:pt x="1251869" y="4830670"/>
                  </a:lnTo>
                  <a:lnTo>
                    <a:pt x="1251963" y="4830670"/>
                  </a:lnTo>
                  <a:lnTo>
                    <a:pt x="1252057" y="4830670"/>
                  </a:lnTo>
                  <a:lnTo>
                    <a:pt x="1252151" y="4830670"/>
                  </a:lnTo>
                  <a:lnTo>
                    <a:pt x="1252245" y="4830670"/>
                  </a:lnTo>
                  <a:lnTo>
                    <a:pt x="1252621" y="4830670"/>
                  </a:lnTo>
                  <a:lnTo>
                    <a:pt x="1252809" y="4830670"/>
                  </a:lnTo>
                  <a:lnTo>
                    <a:pt x="1252903" y="4830670"/>
                  </a:lnTo>
                  <a:lnTo>
                    <a:pt x="1253185" y="4830670"/>
                  </a:lnTo>
                  <a:lnTo>
                    <a:pt x="1253279" y="4830670"/>
                  </a:lnTo>
                  <a:lnTo>
                    <a:pt x="1253467" y="4830670"/>
                  </a:lnTo>
                  <a:lnTo>
                    <a:pt x="1253749" y="4830670"/>
                  </a:lnTo>
                  <a:lnTo>
                    <a:pt x="1253937" y="4830670"/>
                  </a:lnTo>
                  <a:lnTo>
                    <a:pt x="1254031" y="4830670"/>
                  </a:lnTo>
                  <a:lnTo>
                    <a:pt x="1254219" y="4830670"/>
                  </a:lnTo>
                  <a:lnTo>
                    <a:pt x="1254501" y="4830670"/>
                  </a:lnTo>
                  <a:lnTo>
                    <a:pt x="1254690" y="4830670"/>
                  </a:lnTo>
                  <a:lnTo>
                    <a:pt x="1254784" y="4830670"/>
                  </a:lnTo>
                  <a:lnTo>
                    <a:pt x="1254878" y="4830670"/>
                  </a:lnTo>
                  <a:lnTo>
                    <a:pt x="1255160" y="4830670"/>
                  </a:lnTo>
                  <a:lnTo>
                    <a:pt x="1255254" y="4830670"/>
                  </a:lnTo>
                  <a:lnTo>
                    <a:pt x="1255630" y="4830670"/>
                  </a:lnTo>
                  <a:lnTo>
                    <a:pt x="1255818" y="4830670"/>
                  </a:lnTo>
                  <a:lnTo>
                    <a:pt x="1255912" y="4830670"/>
                  </a:lnTo>
                  <a:lnTo>
                    <a:pt x="1256006" y="4830670"/>
                  </a:lnTo>
                  <a:lnTo>
                    <a:pt x="1256100" y="4830670"/>
                  </a:lnTo>
                  <a:lnTo>
                    <a:pt x="1256382" y="4825391"/>
                  </a:lnTo>
                  <a:lnTo>
                    <a:pt x="1256758" y="4825391"/>
                  </a:lnTo>
                  <a:lnTo>
                    <a:pt x="1256852" y="4825391"/>
                  </a:lnTo>
                  <a:lnTo>
                    <a:pt x="1257040" y="4825391"/>
                  </a:lnTo>
                  <a:lnTo>
                    <a:pt x="1257322" y="4825391"/>
                  </a:lnTo>
                  <a:lnTo>
                    <a:pt x="1257416" y="4825391"/>
                  </a:lnTo>
                  <a:lnTo>
                    <a:pt x="1257792" y="4825391"/>
                  </a:lnTo>
                  <a:lnTo>
                    <a:pt x="1257886" y="4825391"/>
                  </a:lnTo>
                  <a:lnTo>
                    <a:pt x="1257980" y="4825391"/>
                  </a:lnTo>
                  <a:lnTo>
                    <a:pt x="1258074" y="4825391"/>
                  </a:lnTo>
                  <a:lnTo>
                    <a:pt x="1258168" y="4825391"/>
                  </a:lnTo>
                  <a:lnTo>
                    <a:pt x="1258357" y="4825391"/>
                  </a:lnTo>
                  <a:lnTo>
                    <a:pt x="1258639" y="4825391"/>
                  </a:lnTo>
                  <a:lnTo>
                    <a:pt x="1258733" y="4825391"/>
                  </a:lnTo>
                  <a:lnTo>
                    <a:pt x="1258827" y="4825391"/>
                  </a:lnTo>
                  <a:lnTo>
                    <a:pt x="1258827" y="4820111"/>
                  </a:lnTo>
                  <a:lnTo>
                    <a:pt x="1258921" y="4820111"/>
                  </a:lnTo>
                  <a:lnTo>
                    <a:pt x="1259109" y="4820111"/>
                  </a:lnTo>
                  <a:lnTo>
                    <a:pt x="1259203" y="4820111"/>
                  </a:lnTo>
                  <a:lnTo>
                    <a:pt x="1259579" y="4820111"/>
                  </a:lnTo>
                  <a:lnTo>
                    <a:pt x="1259767" y="4820111"/>
                  </a:lnTo>
                  <a:lnTo>
                    <a:pt x="1260049" y="4820111"/>
                  </a:lnTo>
                  <a:lnTo>
                    <a:pt x="1260143" y="4820111"/>
                  </a:lnTo>
                  <a:lnTo>
                    <a:pt x="1260331" y="4820111"/>
                  </a:lnTo>
                  <a:lnTo>
                    <a:pt x="1260519" y="4820111"/>
                  </a:lnTo>
                  <a:lnTo>
                    <a:pt x="1260613" y="4820111"/>
                  </a:lnTo>
                  <a:lnTo>
                    <a:pt x="1260801" y="4820111"/>
                  </a:lnTo>
                  <a:lnTo>
                    <a:pt x="1260989" y="4820111"/>
                  </a:lnTo>
                  <a:lnTo>
                    <a:pt x="1261083" y="4820111"/>
                  </a:lnTo>
                  <a:lnTo>
                    <a:pt x="1261271" y="4820111"/>
                  </a:lnTo>
                  <a:lnTo>
                    <a:pt x="1261459" y="4820111"/>
                  </a:lnTo>
                  <a:lnTo>
                    <a:pt x="1261553" y="4820111"/>
                  </a:lnTo>
                  <a:lnTo>
                    <a:pt x="1261647" y="4820111"/>
                  </a:lnTo>
                  <a:lnTo>
                    <a:pt x="1261742" y="4820111"/>
                  </a:lnTo>
                  <a:lnTo>
                    <a:pt x="1261836" y="4820111"/>
                  </a:lnTo>
                  <a:lnTo>
                    <a:pt x="1261930" y="4820111"/>
                  </a:lnTo>
                  <a:lnTo>
                    <a:pt x="1262400" y="4814832"/>
                  </a:lnTo>
                  <a:lnTo>
                    <a:pt x="1262494" y="4814832"/>
                  </a:lnTo>
                  <a:lnTo>
                    <a:pt x="1262588" y="4814832"/>
                  </a:lnTo>
                  <a:lnTo>
                    <a:pt x="1262682" y="4814832"/>
                  </a:lnTo>
                  <a:lnTo>
                    <a:pt x="1262776" y="4814832"/>
                  </a:lnTo>
                  <a:lnTo>
                    <a:pt x="1262870" y="4814832"/>
                  </a:lnTo>
                  <a:lnTo>
                    <a:pt x="1262964" y="4814832"/>
                  </a:lnTo>
                  <a:lnTo>
                    <a:pt x="1263058" y="4814832"/>
                  </a:lnTo>
                  <a:lnTo>
                    <a:pt x="1263152" y="4814832"/>
                  </a:lnTo>
                  <a:lnTo>
                    <a:pt x="1263246" y="4814832"/>
                  </a:lnTo>
                  <a:lnTo>
                    <a:pt x="1263434" y="4814832"/>
                  </a:lnTo>
                  <a:lnTo>
                    <a:pt x="1263622" y="4814832"/>
                  </a:lnTo>
                  <a:lnTo>
                    <a:pt x="1263716" y="4814832"/>
                  </a:lnTo>
                  <a:lnTo>
                    <a:pt x="1263810" y="4814832"/>
                  </a:lnTo>
                  <a:lnTo>
                    <a:pt x="1263904" y="4814832"/>
                  </a:lnTo>
                  <a:lnTo>
                    <a:pt x="1264374" y="4814832"/>
                  </a:lnTo>
                  <a:lnTo>
                    <a:pt x="1264656" y="4814832"/>
                  </a:lnTo>
                  <a:lnTo>
                    <a:pt x="1264938" y="4814832"/>
                  </a:lnTo>
                  <a:lnTo>
                    <a:pt x="1265220" y="4814832"/>
                  </a:lnTo>
                  <a:lnTo>
                    <a:pt x="1265315" y="4814832"/>
                  </a:lnTo>
                  <a:lnTo>
                    <a:pt x="1265409" y="4814832"/>
                  </a:lnTo>
                  <a:lnTo>
                    <a:pt x="1265597" y="4814832"/>
                  </a:lnTo>
                  <a:lnTo>
                    <a:pt x="1265691" y="4814832"/>
                  </a:lnTo>
                  <a:lnTo>
                    <a:pt x="1265785" y="4814832"/>
                  </a:lnTo>
                  <a:lnTo>
                    <a:pt x="1265879" y="4814832"/>
                  </a:lnTo>
                  <a:lnTo>
                    <a:pt x="1266161" y="4814832"/>
                  </a:lnTo>
                  <a:lnTo>
                    <a:pt x="1266255" y="4814832"/>
                  </a:lnTo>
                  <a:lnTo>
                    <a:pt x="1266631" y="4814832"/>
                  </a:lnTo>
                  <a:lnTo>
                    <a:pt x="1266819" y="4809552"/>
                  </a:lnTo>
                  <a:lnTo>
                    <a:pt x="1266913" y="4809552"/>
                  </a:lnTo>
                  <a:lnTo>
                    <a:pt x="1267101" y="4809552"/>
                  </a:lnTo>
                  <a:lnTo>
                    <a:pt x="1267195" y="4809552"/>
                  </a:lnTo>
                  <a:lnTo>
                    <a:pt x="1267383" y="4809552"/>
                  </a:lnTo>
                  <a:lnTo>
                    <a:pt x="1267571" y="4809552"/>
                  </a:lnTo>
                  <a:lnTo>
                    <a:pt x="1267665" y="4809552"/>
                  </a:lnTo>
                  <a:lnTo>
                    <a:pt x="1267853" y="4809552"/>
                  </a:lnTo>
                  <a:lnTo>
                    <a:pt x="1268229" y="4809552"/>
                  </a:lnTo>
                  <a:lnTo>
                    <a:pt x="1268323" y="4809552"/>
                  </a:lnTo>
                  <a:lnTo>
                    <a:pt x="1268511" y="4809552"/>
                  </a:lnTo>
                  <a:lnTo>
                    <a:pt x="1268605" y="4809552"/>
                  </a:lnTo>
                  <a:lnTo>
                    <a:pt x="1268793" y="4809552"/>
                  </a:lnTo>
                  <a:lnTo>
                    <a:pt x="1268888" y="4809552"/>
                  </a:lnTo>
                  <a:lnTo>
                    <a:pt x="1268982" y="4809552"/>
                  </a:lnTo>
                  <a:lnTo>
                    <a:pt x="1269264" y="4809552"/>
                  </a:lnTo>
                  <a:lnTo>
                    <a:pt x="1269358" y="4809552"/>
                  </a:lnTo>
                  <a:lnTo>
                    <a:pt x="1269452" y="4809552"/>
                  </a:lnTo>
                  <a:lnTo>
                    <a:pt x="1269734" y="4809552"/>
                  </a:lnTo>
                  <a:lnTo>
                    <a:pt x="1269828" y="4809552"/>
                  </a:lnTo>
                  <a:lnTo>
                    <a:pt x="1269922" y="4809552"/>
                  </a:lnTo>
                  <a:lnTo>
                    <a:pt x="1270016" y="4809552"/>
                  </a:lnTo>
                  <a:lnTo>
                    <a:pt x="1270110" y="4809552"/>
                  </a:lnTo>
                  <a:lnTo>
                    <a:pt x="1270298" y="4809552"/>
                  </a:lnTo>
                  <a:lnTo>
                    <a:pt x="1270392" y="4809552"/>
                  </a:lnTo>
                  <a:lnTo>
                    <a:pt x="1270486" y="4809552"/>
                  </a:lnTo>
                  <a:lnTo>
                    <a:pt x="1270580" y="4809552"/>
                  </a:lnTo>
                  <a:lnTo>
                    <a:pt x="1270862" y="4809552"/>
                  </a:lnTo>
                  <a:lnTo>
                    <a:pt x="1270956" y="4809552"/>
                  </a:lnTo>
                  <a:lnTo>
                    <a:pt x="1271050" y="4809552"/>
                  </a:lnTo>
                  <a:lnTo>
                    <a:pt x="1271144" y="4809552"/>
                  </a:lnTo>
                  <a:lnTo>
                    <a:pt x="1271238" y="4809552"/>
                  </a:lnTo>
                  <a:lnTo>
                    <a:pt x="1271332" y="4809552"/>
                  </a:lnTo>
                  <a:lnTo>
                    <a:pt x="1271426" y="4809552"/>
                  </a:lnTo>
                  <a:lnTo>
                    <a:pt x="1271708" y="4809552"/>
                  </a:lnTo>
                  <a:lnTo>
                    <a:pt x="1271802" y="4809552"/>
                  </a:lnTo>
                  <a:lnTo>
                    <a:pt x="1271896" y="4809552"/>
                  </a:lnTo>
                  <a:lnTo>
                    <a:pt x="1271990" y="4809552"/>
                  </a:lnTo>
                  <a:lnTo>
                    <a:pt x="1272178" y="4809552"/>
                  </a:lnTo>
                  <a:lnTo>
                    <a:pt x="1272367" y="4809552"/>
                  </a:lnTo>
                  <a:lnTo>
                    <a:pt x="1272555" y="4809552"/>
                  </a:lnTo>
                  <a:lnTo>
                    <a:pt x="1272649" y="4809552"/>
                  </a:lnTo>
                  <a:lnTo>
                    <a:pt x="1272837" y="4809552"/>
                  </a:lnTo>
                  <a:lnTo>
                    <a:pt x="1273119" y="4809552"/>
                  </a:lnTo>
                  <a:lnTo>
                    <a:pt x="1273589" y="4809552"/>
                  </a:lnTo>
                  <a:lnTo>
                    <a:pt x="1273777" y="4809552"/>
                  </a:lnTo>
                  <a:lnTo>
                    <a:pt x="1273871" y="4809552"/>
                  </a:lnTo>
                  <a:lnTo>
                    <a:pt x="1274059" y="4809552"/>
                  </a:lnTo>
                  <a:lnTo>
                    <a:pt x="1274153" y="4809552"/>
                  </a:lnTo>
                  <a:lnTo>
                    <a:pt x="1274529" y="4809552"/>
                  </a:lnTo>
                  <a:lnTo>
                    <a:pt x="1274623" y="4809552"/>
                  </a:lnTo>
                  <a:lnTo>
                    <a:pt x="1274717" y="4809552"/>
                  </a:lnTo>
                  <a:lnTo>
                    <a:pt x="1274811" y="4809552"/>
                  </a:lnTo>
                  <a:lnTo>
                    <a:pt x="1274999" y="4809552"/>
                  </a:lnTo>
                  <a:lnTo>
                    <a:pt x="1275187" y="4809552"/>
                  </a:lnTo>
                  <a:lnTo>
                    <a:pt x="1275281" y="4809552"/>
                  </a:lnTo>
                  <a:lnTo>
                    <a:pt x="1275375" y="4809552"/>
                  </a:lnTo>
                  <a:lnTo>
                    <a:pt x="1275469" y="4809552"/>
                  </a:lnTo>
                  <a:lnTo>
                    <a:pt x="1275657" y="4809552"/>
                  </a:lnTo>
                  <a:lnTo>
                    <a:pt x="1275751" y="4809552"/>
                  </a:lnTo>
                  <a:lnTo>
                    <a:pt x="1275845" y="4809552"/>
                  </a:lnTo>
                  <a:lnTo>
                    <a:pt x="1275940" y="4809552"/>
                  </a:lnTo>
                  <a:lnTo>
                    <a:pt x="1276222" y="4809552"/>
                  </a:lnTo>
                  <a:lnTo>
                    <a:pt x="1276316" y="4809552"/>
                  </a:lnTo>
                  <a:lnTo>
                    <a:pt x="1276410" y="4809552"/>
                  </a:lnTo>
                  <a:lnTo>
                    <a:pt x="1276598" y="4809552"/>
                  </a:lnTo>
                  <a:lnTo>
                    <a:pt x="1276786" y="4809552"/>
                  </a:lnTo>
                  <a:lnTo>
                    <a:pt x="1276880" y="4809552"/>
                  </a:lnTo>
                  <a:lnTo>
                    <a:pt x="1276974" y="4809552"/>
                  </a:lnTo>
                  <a:lnTo>
                    <a:pt x="1277068" y="4809552"/>
                  </a:lnTo>
                  <a:lnTo>
                    <a:pt x="1277162" y="4804273"/>
                  </a:lnTo>
                  <a:lnTo>
                    <a:pt x="1277256" y="4804273"/>
                  </a:lnTo>
                  <a:lnTo>
                    <a:pt x="1277444" y="4804273"/>
                  </a:lnTo>
                  <a:lnTo>
                    <a:pt x="1277632" y="4804273"/>
                  </a:lnTo>
                  <a:lnTo>
                    <a:pt x="1277726" y="4804273"/>
                  </a:lnTo>
                  <a:lnTo>
                    <a:pt x="1277914" y="4804273"/>
                  </a:lnTo>
                  <a:lnTo>
                    <a:pt x="1278384" y="4804273"/>
                  </a:lnTo>
                  <a:lnTo>
                    <a:pt x="1278478" y="4804273"/>
                  </a:lnTo>
                  <a:lnTo>
                    <a:pt x="1278572" y="4804273"/>
                  </a:lnTo>
                  <a:lnTo>
                    <a:pt x="1278666" y="4804273"/>
                  </a:lnTo>
                  <a:lnTo>
                    <a:pt x="1278854" y="4804273"/>
                  </a:lnTo>
                  <a:lnTo>
                    <a:pt x="1278948" y="4804273"/>
                  </a:lnTo>
                  <a:lnTo>
                    <a:pt x="1278948" y="4798993"/>
                  </a:lnTo>
                  <a:lnTo>
                    <a:pt x="1279042" y="4798993"/>
                  </a:lnTo>
                  <a:lnTo>
                    <a:pt x="1279136" y="4798993"/>
                  </a:lnTo>
                  <a:lnTo>
                    <a:pt x="1279513" y="4798993"/>
                  </a:lnTo>
                  <a:lnTo>
                    <a:pt x="1279607" y="4798993"/>
                  </a:lnTo>
                  <a:lnTo>
                    <a:pt x="1279701" y="4798993"/>
                  </a:lnTo>
                  <a:lnTo>
                    <a:pt x="1279889" y="4798993"/>
                  </a:lnTo>
                  <a:lnTo>
                    <a:pt x="1280077" y="4798993"/>
                  </a:lnTo>
                  <a:lnTo>
                    <a:pt x="1280171" y="4798993"/>
                  </a:lnTo>
                  <a:lnTo>
                    <a:pt x="1280265" y="4798993"/>
                  </a:lnTo>
                  <a:lnTo>
                    <a:pt x="1280547" y="4798993"/>
                  </a:lnTo>
                  <a:lnTo>
                    <a:pt x="1280641" y="4798993"/>
                  </a:lnTo>
                  <a:lnTo>
                    <a:pt x="1280735" y="4798993"/>
                  </a:lnTo>
                  <a:lnTo>
                    <a:pt x="1280829" y="4798993"/>
                  </a:lnTo>
                  <a:lnTo>
                    <a:pt x="1280923" y="4798993"/>
                  </a:lnTo>
                  <a:lnTo>
                    <a:pt x="1281111" y="4798993"/>
                  </a:lnTo>
                  <a:lnTo>
                    <a:pt x="1281487" y="4798993"/>
                  </a:lnTo>
                  <a:lnTo>
                    <a:pt x="1281581" y="4798993"/>
                  </a:lnTo>
                  <a:lnTo>
                    <a:pt x="1281675" y="4798993"/>
                  </a:lnTo>
                  <a:lnTo>
                    <a:pt x="1282051" y="4798993"/>
                  </a:lnTo>
                  <a:lnTo>
                    <a:pt x="1282145" y="4798993"/>
                  </a:lnTo>
                  <a:lnTo>
                    <a:pt x="1282239" y="4798993"/>
                  </a:lnTo>
                  <a:lnTo>
                    <a:pt x="1282427" y="4798993"/>
                  </a:lnTo>
                  <a:lnTo>
                    <a:pt x="1282521" y="4798993"/>
                  </a:lnTo>
                  <a:lnTo>
                    <a:pt x="1282615" y="4798993"/>
                  </a:lnTo>
                  <a:lnTo>
                    <a:pt x="1282709" y="4798993"/>
                  </a:lnTo>
                  <a:lnTo>
                    <a:pt x="1282803" y="4798993"/>
                  </a:lnTo>
                  <a:lnTo>
                    <a:pt x="1282897" y="4798993"/>
                  </a:lnTo>
                  <a:lnTo>
                    <a:pt x="1282992" y="4798993"/>
                  </a:lnTo>
                  <a:lnTo>
                    <a:pt x="1283274" y="4798993"/>
                  </a:lnTo>
                  <a:lnTo>
                    <a:pt x="1283368" y="4798993"/>
                  </a:lnTo>
                  <a:lnTo>
                    <a:pt x="1283462" y="4798993"/>
                  </a:lnTo>
                  <a:lnTo>
                    <a:pt x="1283556" y="4798993"/>
                  </a:lnTo>
                  <a:lnTo>
                    <a:pt x="1283650" y="4798993"/>
                  </a:lnTo>
                  <a:lnTo>
                    <a:pt x="1283838" y="4798993"/>
                  </a:lnTo>
                  <a:lnTo>
                    <a:pt x="1283932" y="4798993"/>
                  </a:lnTo>
                  <a:lnTo>
                    <a:pt x="1284026" y="4793714"/>
                  </a:lnTo>
                  <a:lnTo>
                    <a:pt x="1284026" y="4788435"/>
                  </a:lnTo>
                  <a:lnTo>
                    <a:pt x="1284120" y="4788435"/>
                  </a:lnTo>
                  <a:lnTo>
                    <a:pt x="1284308" y="4788435"/>
                  </a:lnTo>
                  <a:lnTo>
                    <a:pt x="1284496" y="4783155"/>
                  </a:lnTo>
                  <a:lnTo>
                    <a:pt x="1284590" y="4783155"/>
                  </a:lnTo>
                  <a:lnTo>
                    <a:pt x="1284684" y="4783155"/>
                  </a:lnTo>
                  <a:lnTo>
                    <a:pt x="1284778" y="4783155"/>
                  </a:lnTo>
                  <a:lnTo>
                    <a:pt x="1285060" y="4783155"/>
                  </a:lnTo>
                  <a:lnTo>
                    <a:pt x="1285154" y="4783155"/>
                  </a:lnTo>
                  <a:lnTo>
                    <a:pt x="1285248" y="4783155"/>
                  </a:lnTo>
                  <a:lnTo>
                    <a:pt x="1285342" y="4783155"/>
                  </a:lnTo>
                  <a:lnTo>
                    <a:pt x="1285436" y="4783155"/>
                  </a:lnTo>
                  <a:lnTo>
                    <a:pt x="1285530" y="4783155"/>
                  </a:lnTo>
                  <a:lnTo>
                    <a:pt x="1285624" y="4783155"/>
                  </a:lnTo>
                  <a:lnTo>
                    <a:pt x="1286000" y="4783155"/>
                  </a:lnTo>
                  <a:lnTo>
                    <a:pt x="1286094" y="4783155"/>
                  </a:lnTo>
                  <a:lnTo>
                    <a:pt x="1286188" y="4783155"/>
                  </a:lnTo>
                  <a:lnTo>
                    <a:pt x="1286282" y="4783155"/>
                  </a:lnTo>
                  <a:lnTo>
                    <a:pt x="1286470" y="4783155"/>
                  </a:lnTo>
                  <a:lnTo>
                    <a:pt x="1286565" y="4783155"/>
                  </a:lnTo>
                  <a:lnTo>
                    <a:pt x="1286753" y="4783155"/>
                  </a:lnTo>
                  <a:lnTo>
                    <a:pt x="1286847" y="4783155"/>
                  </a:lnTo>
                  <a:lnTo>
                    <a:pt x="1287129" y="4783155"/>
                  </a:lnTo>
                  <a:lnTo>
                    <a:pt x="1287317" y="4783155"/>
                  </a:lnTo>
                  <a:lnTo>
                    <a:pt x="1287693" y="4783155"/>
                  </a:lnTo>
                  <a:lnTo>
                    <a:pt x="1288069" y="4783155"/>
                  </a:lnTo>
                  <a:lnTo>
                    <a:pt x="1288257" y="4783155"/>
                  </a:lnTo>
                  <a:lnTo>
                    <a:pt x="1288445" y="4783155"/>
                  </a:lnTo>
                  <a:lnTo>
                    <a:pt x="1288821" y="4783155"/>
                  </a:lnTo>
                  <a:lnTo>
                    <a:pt x="1288915" y="4783155"/>
                  </a:lnTo>
                  <a:lnTo>
                    <a:pt x="1289103" y="4783155"/>
                  </a:lnTo>
                  <a:lnTo>
                    <a:pt x="1289197" y="4783155"/>
                  </a:lnTo>
                  <a:lnTo>
                    <a:pt x="1289573" y="4783155"/>
                  </a:lnTo>
                  <a:lnTo>
                    <a:pt x="1289761" y="4783155"/>
                  </a:lnTo>
                  <a:lnTo>
                    <a:pt x="1290043" y="4783155"/>
                  </a:lnTo>
                  <a:lnTo>
                    <a:pt x="1290232" y="4783155"/>
                  </a:lnTo>
                  <a:lnTo>
                    <a:pt x="1290326" y="4783155"/>
                  </a:lnTo>
                  <a:lnTo>
                    <a:pt x="1290420" y="4783155"/>
                  </a:lnTo>
                  <a:lnTo>
                    <a:pt x="1290608" y="4783155"/>
                  </a:lnTo>
                  <a:lnTo>
                    <a:pt x="1290796" y="4783155"/>
                  </a:lnTo>
                  <a:lnTo>
                    <a:pt x="1290984" y="4783155"/>
                  </a:lnTo>
                  <a:lnTo>
                    <a:pt x="1291642" y="4783155"/>
                  </a:lnTo>
                  <a:lnTo>
                    <a:pt x="1291736" y="4783155"/>
                  </a:lnTo>
                  <a:lnTo>
                    <a:pt x="1292018" y="4783155"/>
                  </a:lnTo>
                  <a:lnTo>
                    <a:pt x="1292112" y="4783155"/>
                  </a:lnTo>
                  <a:lnTo>
                    <a:pt x="1292206" y="4783155"/>
                  </a:lnTo>
                  <a:lnTo>
                    <a:pt x="1292300" y="4783155"/>
                  </a:lnTo>
                  <a:lnTo>
                    <a:pt x="1292394" y="4783155"/>
                  </a:lnTo>
                  <a:lnTo>
                    <a:pt x="1292488" y="4783155"/>
                  </a:lnTo>
                  <a:lnTo>
                    <a:pt x="1292582" y="4783155"/>
                  </a:lnTo>
                  <a:lnTo>
                    <a:pt x="1292770" y="4783155"/>
                  </a:lnTo>
                  <a:lnTo>
                    <a:pt x="1293052" y="4783155"/>
                  </a:lnTo>
                  <a:lnTo>
                    <a:pt x="1293240" y="4783155"/>
                  </a:lnTo>
                  <a:lnTo>
                    <a:pt x="1293334" y="4783155"/>
                  </a:lnTo>
                  <a:lnTo>
                    <a:pt x="1293522" y="4783155"/>
                  </a:lnTo>
                  <a:lnTo>
                    <a:pt x="1293616" y="4783155"/>
                  </a:lnTo>
                  <a:lnTo>
                    <a:pt x="1293899" y="4783155"/>
                  </a:lnTo>
                  <a:lnTo>
                    <a:pt x="1293993" y="4783155"/>
                  </a:lnTo>
                  <a:lnTo>
                    <a:pt x="1294087" y="4783155"/>
                  </a:lnTo>
                  <a:lnTo>
                    <a:pt x="1294275" y="4783155"/>
                  </a:lnTo>
                  <a:lnTo>
                    <a:pt x="1294369" y="4783155"/>
                  </a:lnTo>
                  <a:lnTo>
                    <a:pt x="1294745" y="4783155"/>
                  </a:lnTo>
                  <a:lnTo>
                    <a:pt x="1294839" y="4783155"/>
                  </a:lnTo>
                  <a:lnTo>
                    <a:pt x="1294933" y="4783155"/>
                  </a:lnTo>
                  <a:lnTo>
                    <a:pt x="1295027" y="4783155"/>
                  </a:lnTo>
                  <a:lnTo>
                    <a:pt x="1295121" y="4783155"/>
                  </a:lnTo>
                  <a:lnTo>
                    <a:pt x="1295309" y="4783155"/>
                  </a:lnTo>
                  <a:lnTo>
                    <a:pt x="1295403" y="4783155"/>
                  </a:lnTo>
                  <a:lnTo>
                    <a:pt x="1295497" y="4783155"/>
                  </a:lnTo>
                  <a:lnTo>
                    <a:pt x="1295591" y="4783155"/>
                  </a:lnTo>
                  <a:lnTo>
                    <a:pt x="1295685" y="4783155"/>
                  </a:lnTo>
                  <a:lnTo>
                    <a:pt x="1295873" y="4777876"/>
                  </a:lnTo>
                  <a:lnTo>
                    <a:pt x="1295967" y="4777876"/>
                  </a:lnTo>
                  <a:lnTo>
                    <a:pt x="1296155" y="4777876"/>
                  </a:lnTo>
                  <a:lnTo>
                    <a:pt x="1296249" y="4777876"/>
                  </a:lnTo>
                  <a:lnTo>
                    <a:pt x="1296343" y="4777876"/>
                  </a:lnTo>
                  <a:lnTo>
                    <a:pt x="1296437" y="4777876"/>
                  </a:lnTo>
                  <a:lnTo>
                    <a:pt x="1296531" y="4777876"/>
                  </a:lnTo>
                  <a:lnTo>
                    <a:pt x="1296719" y="4777876"/>
                  </a:lnTo>
                  <a:lnTo>
                    <a:pt x="1297190" y="4777876"/>
                  </a:lnTo>
                  <a:lnTo>
                    <a:pt x="1297472" y="4777876"/>
                  </a:lnTo>
                  <a:lnTo>
                    <a:pt x="1297660" y="4777876"/>
                  </a:lnTo>
                  <a:lnTo>
                    <a:pt x="1297754" y="4777876"/>
                  </a:lnTo>
                  <a:lnTo>
                    <a:pt x="1298036" y="4777876"/>
                  </a:lnTo>
                  <a:lnTo>
                    <a:pt x="1298130" y="4777876"/>
                  </a:lnTo>
                  <a:lnTo>
                    <a:pt x="1298224" y="4777876"/>
                  </a:lnTo>
                  <a:lnTo>
                    <a:pt x="1298506" y="4777876"/>
                  </a:lnTo>
                  <a:lnTo>
                    <a:pt x="1298600" y="4777876"/>
                  </a:lnTo>
                  <a:lnTo>
                    <a:pt x="1298788" y="4777876"/>
                  </a:lnTo>
                  <a:lnTo>
                    <a:pt x="1299070" y="4777876"/>
                  </a:lnTo>
                  <a:lnTo>
                    <a:pt x="1299258" y="4777876"/>
                  </a:lnTo>
                  <a:lnTo>
                    <a:pt x="1299446" y="4777876"/>
                  </a:lnTo>
                  <a:lnTo>
                    <a:pt x="1299540" y="4777876"/>
                  </a:lnTo>
                  <a:lnTo>
                    <a:pt x="1299634" y="4777876"/>
                  </a:lnTo>
                  <a:lnTo>
                    <a:pt x="1299728" y="4777876"/>
                  </a:lnTo>
                  <a:lnTo>
                    <a:pt x="1300010" y="4777876"/>
                  </a:lnTo>
                  <a:lnTo>
                    <a:pt x="1300480" y="4777876"/>
                  </a:lnTo>
                  <a:lnTo>
                    <a:pt x="1300574" y="4777876"/>
                  </a:lnTo>
                  <a:lnTo>
                    <a:pt x="1300763" y="4777876"/>
                  </a:lnTo>
                  <a:lnTo>
                    <a:pt x="1300857" y="4777876"/>
                  </a:lnTo>
                  <a:lnTo>
                    <a:pt x="1301045" y="4777876"/>
                  </a:lnTo>
                  <a:lnTo>
                    <a:pt x="1301139" y="4777876"/>
                  </a:lnTo>
                  <a:lnTo>
                    <a:pt x="1301797" y="4777876"/>
                  </a:lnTo>
                  <a:lnTo>
                    <a:pt x="1301985" y="4777876"/>
                  </a:lnTo>
                  <a:lnTo>
                    <a:pt x="1302079" y="4777876"/>
                  </a:lnTo>
                  <a:lnTo>
                    <a:pt x="1302173" y="4777876"/>
                  </a:lnTo>
                  <a:lnTo>
                    <a:pt x="1302643" y="4777876"/>
                  </a:lnTo>
                  <a:lnTo>
                    <a:pt x="1302737" y="4777876"/>
                  </a:lnTo>
                  <a:lnTo>
                    <a:pt x="1303019" y="4777876"/>
                  </a:lnTo>
                  <a:lnTo>
                    <a:pt x="1303301" y="4777876"/>
                  </a:lnTo>
                  <a:lnTo>
                    <a:pt x="1303395" y="4777876"/>
                  </a:lnTo>
                  <a:lnTo>
                    <a:pt x="1303489" y="4777876"/>
                  </a:lnTo>
                  <a:lnTo>
                    <a:pt x="1303865" y="4777876"/>
                  </a:lnTo>
                  <a:lnTo>
                    <a:pt x="1304053" y="4777876"/>
                  </a:lnTo>
                  <a:lnTo>
                    <a:pt x="1304241" y="4777876"/>
                  </a:lnTo>
                  <a:lnTo>
                    <a:pt x="1304336" y="4777876"/>
                  </a:lnTo>
                  <a:lnTo>
                    <a:pt x="1304712" y="4777876"/>
                  </a:lnTo>
                  <a:lnTo>
                    <a:pt x="1304806" y="4777876"/>
                  </a:lnTo>
                  <a:lnTo>
                    <a:pt x="1304994" y="4777876"/>
                  </a:lnTo>
                  <a:lnTo>
                    <a:pt x="1305182" y="4777876"/>
                  </a:lnTo>
                  <a:lnTo>
                    <a:pt x="1305558" y="4777876"/>
                  </a:lnTo>
                  <a:lnTo>
                    <a:pt x="1305652" y="4777876"/>
                  </a:lnTo>
                  <a:lnTo>
                    <a:pt x="1305652" y="4772596"/>
                  </a:lnTo>
                  <a:lnTo>
                    <a:pt x="1305840" y="4772596"/>
                  </a:lnTo>
                  <a:lnTo>
                    <a:pt x="1305934" y="4772596"/>
                  </a:lnTo>
                  <a:lnTo>
                    <a:pt x="1306028" y="4772596"/>
                  </a:lnTo>
                  <a:lnTo>
                    <a:pt x="1306216" y="4772596"/>
                  </a:lnTo>
                  <a:lnTo>
                    <a:pt x="1306310" y="4772596"/>
                  </a:lnTo>
                  <a:lnTo>
                    <a:pt x="1306404" y="4772596"/>
                  </a:lnTo>
                  <a:lnTo>
                    <a:pt x="1306498" y="4772596"/>
                  </a:lnTo>
                  <a:lnTo>
                    <a:pt x="1306592" y="4772596"/>
                  </a:lnTo>
                  <a:lnTo>
                    <a:pt x="1306686" y="4772596"/>
                  </a:lnTo>
                  <a:lnTo>
                    <a:pt x="1306780" y="4772596"/>
                  </a:lnTo>
                  <a:lnTo>
                    <a:pt x="1306874" y="4772596"/>
                  </a:lnTo>
                  <a:lnTo>
                    <a:pt x="1306968" y="4772596"/>
                  </a:lnTo>
                  <a:lnTo>
                    <a:pt x="1307062" y="4772596"/>
                  </a:lnTo>
                  <a:lnTo>
                    <a:pt x="1307156" y="4772596"/>
                  </a:lnTo>
                  <a:lnTo>
                    <a:pt x="1307250" y="4772596"/>
                  </a:lnTo>
                  <a:lnTo>
                    <a:pt x="1307438" y="4772596"/>
                  </a:lnTo>
                  <a:lnTo>
                    <a:pt x="1307626" y="4772596"/>
                  </a:lnTo>
                  <a:lnTo>
                    <a:pt x="1307720" y="4772596"/>
                  </a:lnTo>
                  <a:lnTo>
                    <a:pt x="1307815" y="4772596"/>
                  </a:lnTo>
                  <a:lnTo>
                    <a:pt x="1308003" y="4772596"/>
                  </a:lnTo>
                  <a:lnTo>
                    <a:pt x="1308191" y="4772596"/>
                  </a:lnTo>
                  <a:lnTo>
                    <a:pt x="1308473" y="4772596"/>
                  </a:lnTo>
                  <a:lnTo>
                    <a:pt x="1308567" y="4772596"/>
                  </a:lnTo>
                  <a:lnTo>
                    <a:pt x="1308849" y="4772596"/>
                  </a:lnTo>
                  <a:lnTo>
                    <a:pt x="1308943" y="4772596"/>
                  </a:lnTo>
                  <a:lnTo>
                    <a:pt x="1309037" y="4772596"/>
                  </a:lnTo>
                  <a:lnTo>
                    <a:pt x="1309131" y="4772596"/>
                  </a:lnTo>
                  <a:lnTo>
                    <a:pt x="1309225" y="4772596"/>
                  </a:lnTo>
                  <a:lnTo>
                    <a:pt x="1309413" y="4772596"/>
                  </a:lnTo>
                  <a:lnTo>
                    <a:pt x="1309507" y="4772596"/>
                  </a:lnTo>
                  <a:lnTo>
                    <a:pt x="1309695" y="4772596"/>
                  </a:lnTo>
                  <a:lnTo>
                    <a:pt x="1309789" y="4772596"/>
                  </a:lnTo>
                  <a:lnTo>
                    <a:pt x="1309977" y="4772596"/>
                  </a:lnTo>
                  <a:lnTo>
                    <a:pt x="1310165" y="4772596"/>
                  </a:lnTo>
                  <a:lnTo>
                    <a:pt x="1310353" y="4772596"/>
                  </a:lnTo>
                  <a:lnTo>
                    <a:pt x="1310447" y="4772596"/>
                  </a:lnTo>
                  <a:lnTo>
                    <a:pt x="1310541" y="4772596"/>
                  </a:lnTo>
                  <a:lnTo>
                    <a:pt x="1310635" y="4772596"/>
                  </a:lnTo>
                  <a:lnTo>
                    <a:pt x="1310729" y="4772596"/>
                  </a:lnTo>
                  <a:lnTo>
                    <a:pt x="1310823" y="4772596"/>
                  </a:lnTo>
                  <a:lnTo>
                    <a:pt x="1311011" y="4772596"/>
                  </a:lnTo>
                  <a:lnTo>
                    <a:pt x="1311105" y="4772596"/>
                  </a:lnTo>
                  <a:lnTo>
                    <a:pt x="1311293" y="4772596"/>
                  </a:lnTo>
                  <a:lnTo>
                    <a:pt x="1311388" y="4772596"/>
                  </a:lnTo>
                  <a:lnTo>
                    <a:pt x="1311764" y="4772596"/>
                  </a:lnTo>
                  <a:lnTo>
                    <a:pt x="1311952" y="4772596"/>
                  </a:lnTo>
                  <a:lnTo>
                    <a:pt x="1312046" y="4772596"/>
                  </a:lnTo>
                  <a:lnTo>
                    <a:pt x="1312234" y="4772596"/>
                  </a:lnTo>
                  <a:lnTo>
                    <a:pt x="1312422" y="4772596"/>
                  </a:lnTo>
                  <a:lnTo>
                    <a:pt x="1312516" y="4772596"/>
                  </a:lnTo>
                  <a:lnTo>
                    <a:pt x="1312610" y="4772596"/>
                  </a:lnTo>
                  <a:lnTo>
                    <a:pt x="1312798" y="4772596"/>
                  </a:lnTo>
                  <a:lnTo>
                    <a:pt x="1312892" y="4772596"/>
                  </a:lnTo>
                  <a:lnTo>
                    <a:pt x="1312986" y="4772596"/>
                  </a:lnTo>
                  <a:lnTo>
                    <a:pt x="1313080" y="4772596"/>
                  </a:lnTo>
                  <a:lnTo>
                    <a:pt x="1318722" y="4772596"/>
                  </a:lnTo>
                  <a:lnTo>
                    <a:pt x="1319004" y="4772596"/>
                  </a:lnTo>
                  <a:lnTo>
                    <a:pt x="1319098" y="4772596"/>
                  </a:lnTo>
                  <a:lnTo>
                    <a:pt x="1319380" y="4772596"/>
                  </a:lnTo>
                  <a:lnTo>
                    <a:pt x="1319474" y="4772596"/>
                  </a:lnTo>
                  <a:lnTo>
                    <a:pt x="1319756" y="4772596"/>
                  </a:lnTo>
                  <a:lnTo>
                    <a:pt x="1319850" y="4772596"/>
                  </a:lnTo>
                  <a:lnTo>
                    <a:pt x="1319944" y="4772596"/>
                  </a:lnTo>
                  <a:lnTo>
                    <a:pt x="1320038" y="4772596"/>
                  </a:lnTo>
                  <a:lnTo>
                    <a:pt x="1320132" y="4772596"/>
                  </a:lnTo>
                  <a:lnTo>
                    <a:pt x="1320226" y="4772596"/>
                  </a:lnTo>
                  <a:lnTo>
                    <a:pt x="1320320" y="4772596"/>
                  </a:lnTo>
                  <a:lnTo>
                    <a:pt x="1320508" y="4772596"/>
                  </a:lnTo>
                  <a:lnTo>
                    <a:pt x="1320602" y="4772596"/>
                  </a:lnTo>
                  <a:lnTo>
                    <a:pt x="1320696" y="4772596"/>
                  </a:lnTo>
                  <a:lnTo>
                    <a:pt x="1320790" y="4772596"/>
                  </a:lnTo>
                  <a:lnTo>
                    <a:pt x="1320978" y="4772596"/>
                  </a:lnTo>
                  <a:lnTo>
                    <a:pt x="1321072" y="4772596"/>
                  </a:lnTo>
                  <a:lnTo>
                    <a:pt x="1321166" y="4772596"/>
                  </a:lnTo>
                  <a:lnTo>
                    <a:pt x="1321260" y="4772596"/>
                  </a:lnTo>
                  <a:lnTo>
                    <a:pt x="1321636" y="4772596"/>
                  </a:lnTo>
                  <a:lnTo>
                    <a:pt x="1321824" y="4772596"/>
                  </a:lnTo>
                  <a:lnTo>
                    <a:pt x="1322201" y="4772596"/>
                  </a:lnTo>
                  <a:lnTo>
                    <a:pt x="1322295" y="4772596"/>
                  </a:lnTo>
                  <a:lnTo>
                    <a:pt x="1322389" y="4772596"/>
                  </a:lnTo>
                  <a:lnTo>
                    <a:pt x="1322577" y="4772596"/>
                  </a:lnTo>
                  <a:lnTo>
                    <a:pt x="1322671" y="4772596"/>
                  </a:lnTo>
                  <a:lnTo>
                    <a:pt x="1322859" y="4772596"/>
                  </a:lnTo>
                  <a:lnTo>
                    <a:pt x="1322953" y="4772596"/>
                  </a:lnTo>
                  <a:lnTo>
                    <a:pt x="1323047" y="4772596"/>
                  </a:lnTo>
                  <a:lnTo>
                    <a:pt x="1323235" y="4772596"/>
                  </a:lnTo>
                  <a:lnTo>
                    <a:pt x="1323329" y="4772596"/>
                  </a:lnTo>
                  <a:lnTo>
                    <a:pt x="1323423" y="4772596"/>
                  </a:lnTo>
                  <a:lnTo>
                    <a:pt x="1323611" y="4772596"/>
                  </a:lnTo>
                  <a:lnTo>
                    <a:pt x="1323799" y="4772596"/>
                  </a:lnTo>
                  <a:lnTo>
                    <a:pt x="1323987" y="4772596"/>
                  </a:lnTo>
                  <a:lnTo>
                    <a:pt x="1324081" y="4772596"/>
                  </a:lnTo>
                  <a:lnTo>
                    <a:pt x="1324175" y="4772596"/>
                  </a:lnTo>
                  <a:lnTo>
                    <a:pt x="1324269" y="4772596"/>
                  </a:lnTo>
                  <a:lnTo>
                    <a:pt x="1324363" y="4772596"/>
                  </a:lnTo>
                  <a:lnTo>
                    <a:pt x="1324457" y="4772596"/>
                  </a:lnTo>
                  <a:lnTo>
                    <a:pt x="1324457" y="4767317"/>
                  </a:lnTo>
                  <a:lnTo>
                    <a:pt x="1324551" y="4767317"/>
                  </a:lnTo>
                  <a:lnTo>
                    <a:pt x="1324739" y="4767317"/>
                  </a:lnTo>
                  <a:lnTo>
                    <a:pt x="1324833" y="4767317"/>
                  </a:lnTo>
                  <a:lnTo>
                    <a:pt x="1325021" y="4767317"/>
                  </a:lnTo>
                  <a:lnTo>
                    <a:pt x="1325209" y="4767317"/>
                  </a:lnTo>
                  <a:lnTo>
                    <a:pt x="1325491" y="4767317"/>
                  </a:lnTo>
                  <a:lnTo>
                    <a:pt x="1325586" y="4767317"/>
                  </a:lnTo>
                  <a:lnTo>
                    <a:pt x="1325680" y="4767317"/>
                  </a:lnTo>
                  <a:lnTo>
                    <a:pt x="1325868" y="4767317"/>
                  </a:lnTo>
                  <a:lnTo>
                    <a:pt x="1326056" y="4767317"/>
                  </a:lnTo>
                  <a:lnTo>
                    <a:pt x="1326244" y="4767317"/>
                  </a:lnTo>
                  <a:lnTo>
                    <a:pt x="1326338" y="4767317"/>
                  </a:lnTo>
                  <a:lnTo>
                    <a:pt x="1326526" y="4767317"/>
                  </a:lnTo>
                  <a:lnTo>
                    <a:pt x="1326620" y="4767317"/>
                  </a:lnTo>
                  <a:lnTo>
                    <a:pt x="1326808" y="4767317"/>
                  </a:lnTo>
                  <a:lnTo>
                    <a:pt x="1326996" y="4767317"/>
                  </a:lnTo>
                  <a:lnTo>
                    <a:pt x="1327278" y="4767317"/>
                  </a:lnTo>
                  <a:lnTo>
                    <a:pt x="1327466" y="4767317"/>
                  </a:lnTo>
                  <a:lnTo>
                    <a:pt x="1327748" y="4767317"/>
                  </a:lnTo>
                  <a:lnTo>
                    <a:pt x="1327842" y="4767317"/>
                  </a:lnTo>
                  <a:lnTo>
                    <a:pt x="1328218" y="4767317"/>
                  </a:lnTo>
                  <a:lnTo>
                    <a:pt x="1328312" y="4767317"/>
                  </a:lnTo>
                  <a:lnTo>
                    <a:pt x="1328406" y="4767317"/>
                  </a:lnTo>
                  <a:lnTo>
                    <a:pt x="1328500" y="4767317"/>
                  </a:lnTo>
                  <a:lnTo>
                    <a:pt x="1328688" y="4767317"/>
                  </a:lnTo>
                  <a:lnTo>
                    <a:pt x="1329065" y="4767317"/>
                  </a:lnTo>
                  <a:lnTo>
                    <a:pt x="1329159" y="4767317"/>
                  </a:lnTo>
                  <a:lnTo>
                    <a:pt x="1329347" y="4767317"/>
                  </a:lnTo>
                  <a:lnTo>
                    <a:pt x="1329535" y="4767317"/>
                  </a:lnTo>
                  <a:lnTo>
                    <a:pt x="1329629" y="4767317"/>
                  </a:lnTo>
                  <a:lnTo>
                    <a:pt x="1329723" y="4767317"/>
                  </a:lnTo>
                  <a:lnTo>
                    <a:pt x="1329911" y="4767317"/>
                  </a:lnTo>
                  <a:lnTo>
                    <a:pt x="1330099" y="4767317"/>
                  </a:lnTo>
                  <a:lnTo>
                    <a:pt x="1330193" y="4767317"/>
                  </a:lnTo>
                  <a:lnTo>
                    <a:pt x="1330381" y="4767317"/>
                  </a:lnTo>
                  <a:lnTo>
                    <a:pt x="1330851" y="4767317"/>
                  </a:lnTo>
                  <a:lnTo>
                    <a:pt x="1331227" y="4767317"/>
                  </a:lnTo>
                  <a:lnTo>
                    <a:pt x="1331321" y="4767317"/>
                  </a:lnTo>
                  <a:lnTo>
                    <a:pt x="1331509" y="4767317"/>
                  </a:lnTo>
                  <a:lnTo>
                    <a:pt x="1331603" y="4767317"/>
                  </a:lnTo>
                  <a:lnTo>
                    <a:pt x="1331791" y="4767317"/>
                  </a:lnTo>
                  <a:lnTo>
                    <a:pt x="1332073" y="4762038"/>
                  </a:lnTo>
                  <a:lnTo>
                    <a:pt x="1332355" y="4762038"/>
                  </a:lnTo>
                  <a:lnTo>
                    <a:pt x="1332638" y="4762038"/>
                  </a:lnTo>
                  <a:lnTo>
                    <a:pt x="1333108" y="4762038"/>
                  </a:lnTo>
                  <a:lnTo>
                    <a:pt x="1333202" y="4762038"/>
                  </a:lnTo>
                  <a:lnTo>
                    <a:pt x="1333578" y="4762038"/>
                  </a:lnTo>
                  <a:lnTo>
                    <a:pt x="1333766" y="4762038"/>
                  </a:lnTo>
                  <a:lnTo>
                    <a:pt x="1333860" y="4762038"/>
                  </a:lnTo>
                  <a:lnTo>
                    <a:pt x="1333954" y="4762038"/>
                  </a:lnTo>
                  <a:lnTo>
                    <a:pt x="1334142" y="4762038"/>
                  </a:lnTo>
                  <a:lnTo>
                    <a:pt x="1334236" y="4762038"/>
                  </a:lnTo>
                  <a:lnTo>
                    <a:pt x="1334424" y="4762038"/>
                  </a:lnTo>
                  <a:lnTo>
                    <a:pt x="1334800" y="4762038"/>
                  </a:lnTo>
                  <a:lnTo>
                    <a:pt x="1334894" y="4762038"/>
                  </a:lnTo>
                  <a:lnTo>
                    <a:pt x="1334988" y="4762038"/>
                  </a:lnTo>
                  <a:lnTo>
                    <a:pt x="1335176" y="4762038"/>
                  </a:lnTo>
                  <a:lnTo>
                    <a:pt x="1335270" y="4762038"/>
                  </a:lnTo>
                  <a:lnTo>
                    <a:pt x="1335364" y="4762038"/>
                  </a:lnTo>
                  <a:lnTo>
                    <a:pt x="1335552" y="4762038"/>
                  </a:lnTo>
                  <a:lnTo>
                    <a:pt x="1335740" y="4762038"/>
                  </a:lnTo>
                  <a:lnTo>
                    <a:pt x="1335834" y="4762038"/>
                  </a:lnTo>
                  <a:lnTo>
                    <a:pt x="1335928" y="4762038"/>
                  </a:lnTo>
                  <a:lnTo>
                    <a:pt x="1336022" y="4762038"/>
                  </a:lnTo>
                  <a:lnTo>
                    <a:pt x="1336116" y="4762038"/>
                  </a:lnTo>
                  <a:lnTo>
                    <a:pt x="1336305" y="4762038"/>
                  </a:lnTo>
                  <a:lnTo>
                    <a:pt x="1336399" y="4762038"/>
                  </a:lnTo>
                  <a:lnTo>
                    <a:pt x="1336493" y="4762038"/>
                  </a:lnTo>
                  <a:lnTo>
                    <a:pt x="1336587" y="4762038"/>
                  </a:lnTo>
                  <a:lnTo>
                    <a:pt x="1336681" y="4762038"/>
                  </a:lnTo>
                  <a:lnTo>
                    <a:pt x="1336963" y="4762038"/>
                  </a:lnTo>
                  <a:lnTo>
                    <a:pt x="1337151" y="4762038"/>
                  </a:lnTo>
                  <a:lnTo>
                    <a:pt x="1337245" y="4762038"/>
                  </a:lnTo>
                  <a:lnTo>
                    <a:pt x="1337339" y="4762038"/>
                  </a:lnTo>
                  <a:lnTo>
                    <a:pt x="1337527" y="4762038"/>
                  </a:lnTo>
                  <a:lnTo>
                    <a:pt x="1338185" y="4762038"/>
                  </a:lnTo>
                  <a:lnTo>
                    <a:pt x="1338279" y="4762038"/>
                  </a:lnTo>
                  <a:lnTo>
                    <a:pt x="1338373" y="4762038"/>
                  </a:lnTo>
                  <a:lnTo>
                    <a:pt x="1338373" y="4756758"/>
                  </a:lnTo>
                  <a:lnTo>
                    <a:pt x="1338467" y="4756758"/>
                  </a:lnTo>
                  <a:lnTo>
                    <a:pt x="1338561" y="4756758"/>
                  </a:lnTo>
                  <a:lnTo>
                    <a:pt x="1338749" y="4751479"/>
                  </a:lnTo>
                  <a:lnTo>
                    <a:pt x="1338843" y="4751479"/>
                  </a:lnTo>
                  <a:lnTo>
                    <a:pt x="1339031" y="4751479"/>
                  </a:lnTo>
                  <a:lnTo>
                    <a:pt x="1339125" y="4751479"/>
                  </a:lnTo>
                  <a:lnTo>
                    <a:pt x="1339219" y="4751479"/>
                  </a:lnTo>
                  <a:lnTo>
                    <a:pt x="1339313" y="4751479"/>
                  </a:lnTo>
                  <a:lnTo>
                    <a:pt x="1339689" y="4751479"/>
                  </a:lnTo>
                  <a:lnTo>
                    <a:pt x="1339784" y="4751479"/>
                  </a:lnTo>
                  <a:lnTo>
                    <a:pt x="1340066" y="4751479"/>
                  </a:lnTo>
                  <a:lnTo>
                    <a:pt x="1340254" y="4751479"/>
                  </a:lnTo>
                  <a:lnTo>
                    <a:pt x="1340348" y="4751479"/>
                  </a:lnTo>
                  <a:lnTo>
                    <a:pt x="1340536" y="4751479"/>
                  </a:lnTo>
                  <a:lnTo>
                    <a:pt x="1340818" y="4751479"/>
                  </a:lnTo>
                  <a:lnTo>
                    <a:pt x="1341006" y="4751479"/>
                  </a:lnTo>
                  <a:lnTo>
                    <a:pt x="1341100" y="4751479"/>
                  </a:lnTo>
                  <a:lnTo>
                    <a:pt x="1341476" y="4751479"/>
                  </a:lnTo>
                  <a:lnTo>
                    <a:pt x="1341570" y="4751479"/>
                  </a:lnTo>
                  <a:lnTo>
                    <a:pt x="1341664" y="4751479"/>
                  </a:lnTo>
                  <a:lnTo>
                    <a:pt x="1342040" y="4751479"/>
                  </a:lnTo>
                  <a:lnTo>
                    <a:pt x="1342134" y="4751479"/>
                  </a:lnTo>
                  <a:lnTo>
                    <a:pt x="1342228" y="4751479"/>
                  </a:lnTo>
                  <a:lnTo>
                    <a:pt x="1342416" y="4751479"/>
                  </a:lnTo>
                  <a:lnTo>
                    <a:pt x="1342886" y="4751479"/>
                  </a:lnTo>
                  <a:lnTo>
                    <a:pt x="1342980" y="4751479"/>
                  </a:lnTo>
                  <a:lnTo>
                    <a:pt x="1343263" y="4746199"/>
                  </a:lnTo>
                  <a:lnTo>
                    <a:pt x="1343357" y="4746199"/>
                  </a:lnTo>
                  <a:lnTo>
                    <a:pt x="1343545" y="4746199"/>
                  </a:lnTo>
                  <a:lnTo>
                    <a:pt x="1343921" y="4746199"/>
                  </a:lnTo>
                  <a:lnTo>
                    <a:pt x="1344109" y="4746199"/>
                  </a:lnTo>
                  <a:lnTo>
                    <a:pt x="1344203" y="4746199"/>
                  </a:lnTo>
                  <a:lnTo>
                    <a:pt x="1344297" y="4746199"/>
                  </a:lnTo>
                  <a:lnTo>
                    <a:pt x="1344673" y="4746199"/>
                  </a:lnTo>
                  <a:lnTo>
                    <a:pt x="1344767" y="4746199"/>
                  </a:lnTo>
                  <a:lnTo>
                    <a:pt x="1344861" y="4746199"/>
                  </a:lnTo>
                  <a:lnTo>
                    <a:pt x="1345237" y="4746199"/>
                  </a:lnTo>
                  <a:lnTo>
                    <a:pt x="1345425" y="4746199"/>
                  </a:lnTo>
                  <a:lnTo>
                    <a:pt x="1345519" y="4746199"/>
                  </a:lnTo>
                  <a:lnTo>
                    <a:pt x="1345895" y="4746199"/>
                  </a:lnTo>
                  <a:lnTo>
                    <a:pt x="1345989" y="4746199"/>
                  </a:lnTo>
                  <a:lnTo>
                    <a:pt x="1346083" y="4746199"/>
                  </a:lnTo>
                  <a:lnTo>
                    <a:pt x="1346271" y="4746199"/>
                  </a:lnTo>
                  <a:lnTo>
                    <a:pt x="1346836" y="4746199"/>
                  </a:lnTo>
                  <a:lnTo>
                    <a:pt x="1347024" y="4746199"/>
                  </a:lnTo>
                  <a:lnTo>
                    <a:pt x="1347118" y="4746199"/>
                  </a:lnTo>
                  <a:lnTo>
                    <a:pt x="1347212" y="4746199"/>
                  </a:lnTo>
                  <a:lnTo>
                    <a:pt x="1347306" y="4746199"/>
                  </a:lnTo>
                  <a:lnTo>
                    <a:pt x="1347400" y="4746199"/>
                  </a:lnTo>
                  <a:lnTo>
                    <a:pt x="1347494" y="4746199"/>
                  </a:lnTo>
                  <a:lnTo>
                    <a:pt x="1348058" y="4746199"/>
                  </a:lnTo>
                  <a:lnTo>
                    <a:pt x="1348246" y="4746199"/>
                  </a:lnTo>
                  <a:lnTo>
                    <a:pt x="1348340" y="4746199"/>
                  </a:lnTo>
                  <a:lnTo>
                    <a:pt x="1348434" y="4746199"/>
                  </a:lnTo>
                  <a:lnTo>
                    <a:pt x="1348716" y="4746199"/>
                  </a:lnTo>
                  <a:lnTo>
                    <a:pt x="1348810" y="4746199"/>
                  </a:lnTo>
                  <a:lnTo>
                    <a:pt x="1348904" y="4746199"/>
                  </a:lnTo>
                  <a:lnTo>
                    <a:pt x="1349186" y="4746199"/>
                  </a:lnTo>
                  <a:lnTo>
                    <a:pt x="1349468" y="4746199"/>
                  </a:lnTo>
                  <a:lnTo>
                    <a:pt x="1349562" y="4746199"/>
                  </a:lnTo>
                  <a:lnTo>
                    <a:pt x="1349750" y="4746199"/>
                  </a:lnTo>
                  <a:lnTo>
                    <a:pt x="1349938" y="4746199"/>
                  </a:lnTo>
                  <a:lnTo>
                    <a:pt x="1350032" y="4746199"/>
                  </a:lnTo>
                  <a:lnTo>
                    <a:pt x="1350126" y="4746199"/>
                  </a:lnTo>
                  <a:lnTo>
                    <a:pt x="1350220" y="4746199"/>
                  </a:lnTo>
                  <a:lnTo>
                    <a:pt x="1350409" y="4740920"/>
                  </a:lnTo>
                  <a:lnTo>
                    <a:pt x="1350597" y="4740920"/>
                  </a:lnTo>
                  <a:lnTo>
                    <a:pt x="1350691" y="4740920"/>
                  </a:lnTo>
                  <a:lnTo>
                    <a:pt x="1350785" y="4740920"/>
                  </a:lnTo>
                  <a:lnTo>
                    <a:pt x="1350973" y="4740920"/>
                  </a:lnTo>
                  <a:lnTo>
                    <a:pt x="1351067" y="4740920"/>
                  </a:lnTo>
                  <a:lnTo>
                    <a:pt x="1351255" y="4740920"/>
                  </a:lnTo>
                  <a:lnTo>
                    <a:pt x="1351349" y="4740920"/>
                  </a:lnTo>
                  <a:lnTo>
                    <a:pt x="1351443" y="4740920"/>
                  </a:lnTo>
                  <a:lnTo>
                    <a:pt x="1351537" y="4740920"/>
                  </a:lnTo>
                  <a:lnTo>
                    <a:pt x="1351913" y="4740920"/>
                  </a:lnTo>
                  <a:lnTo>
                    <a:pt x="1352101" y="4740920"/>
                  </a:lnTo>
                  <a:lnTo>
                    <a:pt x="1352383" y="4740920"/>
                  </a:lnTo>
                  <a:lnTo>
                    <a:pt x="1352477" y="4740920"/>
                  </a:lnTo>
                  <a:lnTo>
                    <a:pt x="1352665" y="4740920"/>
                  </a:lnTo>
                  <a:lnTo>
                    <a:pt x="1352759" y="4740920"/>
                  </a:lnTo>
                  <a:lnTo>
                    <a:pt x="1352947" y="4740920"/>
                  </a:lnTo>
                  <a:lnTo>
                    <a:pt x="1353041" y="4740920"/>
                  </a:lnTo>
                  <a:lnTo>
                    <a:pt x="1353323" y="4740920"/>
                  </a:lnTo>
                  <a:lnTo>
                    <a:pt x="1353417" y="4740920"/>
                  </a:lnTo>
                  <a:lnTo>
                    <a:pt x="1353605" y="4740920"/>
                  </a:lnTo>
                  <a:lnTo>
                    <a:pt x="1353699" y="4740920"/>
                  </a:lnTo>
                  <a:lnTo>
                    <a:pt x="1353793" y="4740920"/>
                  </a:lnTo>
                  <a:lnTo>
                    <a:pt x="1353888" y="4740920"/>
                  </a:lnTo>
                  <a:lnTo>
                    <a:pt x="1354076" y="4740920"/>
                  </a:lnTo>
                  <a:lnTo>
                    <a:pt x="1354640" y="4740920"/>
                  </a:lnTo>
                  <a:lnTo>
                    <a:pt x="1354734" y="4740920"/>
                  </a:lnTo>
                  <a:lnTo>
                    <a:pt x="1354922" y="4740920"/>
                  </a:lnTo>
                  <a:lnTo>
                    <a:pt x="1355016" y="4740920"/>
                  </a:lnTo>
                  <a:lnTo>
                    <a:pt x="1355110" y="4740920"/>
                  </a:lnTo>
                  <a:lnTo>
                    <a:pt x="1355204" y="4740920"/>
                  </a:lnTo>
                  <a:lnTo>
                    <a:pt x="1355392" y="4740920"/>
                  </a:lnTo>
                  <a:lnTo>
                    <a:pt x="1355486" y="4740920"/>
                  </a:lnTo>
                  <a:lnTo>
                    <a:pt x="1355580" y="4740920"/>
                  </a:lnTo>
                  <a:lnTo>
                    <a:pt x="1355768" y="4740920"/>
                  </a:lnTo>
                  <a:lnTo>
                    <a:pt x="1355956" y="4740920"/>
                  </a:lnTo>
                  <a:lnTo>
                    <a:pt x="1356050" y="4740920"/>
                  </a:lnTo>
                  <a:lnTo>
                    <a:pt x="1356238" y="4740920"/>
                  </a:lnTo>
                  <a:lnTo>
                    <a:pt x="1356426" y="4740920"/>
                  </a:lnTo>
                  <a:lnTo>
                    <a:pt x="1356520" y="4740920"/>
                  </a:lnTo>
                  <a:lnTo>
                    <a:pt x="1356614" y="4740920"/>
                  </a:lnTo>
                  <a:lnTo>
                    <a:pt x="1356708" y="4740920"/>
                  </a:lnTo>
                  <a:lnTo>
                    <a:pt x="1356802" y="4740920"/>
                  </a:lnTo>
                  <a:lnTo>
                    <a:pt x="1357272" y="4740920"/>
                  </a:lnTo>
                  <a:lnTo>
                    <a:pt x="1357649" y="4740920"/>
                  </a:lnTo>
                  <a:lnTo>
                    <a:pt x="1357743" y="4740920"/>
                  </a:lnTo>
                  <a:lnTo>
                    <a:pt x="1357837" y="4740920"/>
                  </a:lnTo>
                  <a:lnTo>
                    <a:pt x="1357931" y="4740920"/>
                  </a:lnTo>
                  <a:lnTo>
                    <a:pt x="1358307" y="4740920"/>
                  </a:lnTo>
                  <a:lnTo>
                    <a:pt x="1358401" y="4740920"/>
                  </a:lnTo>
                  <a:lnTo>
                    <a:pt x="1358495" y="4740920"/>
                  </a:lnTo>
                  <a:lnTo>
                    <a:pt x="1358589" y="4740920"/>
                  </a:lnTo>
                  <a:lnTo>
                    <a:pt x="1358683" y="4740920"/>
                  </a:lnTo>
                  <a:lnTo>
                    <a:pt x="1358871" y="4740920"/>
                  </a:lnTo>
                  <a:lnTo>
                    <a:pt x="1359247" y="4740920"/>
                  </a:lnTo>
                  <a:lnTo>
                    <a:pt x="1359341" y="4740920"/>
                  </a:lnTo>
                  <a:lnTo>
                    <a:pt x="1359623" y="4740920"/>
                  </a:lnTo>
                  <a:lnTo>
                    <a:pt x="1359717" y="4740920"/>
                  </a:lnTo>
                  <a:lnTo>
                    <a:pt x="1359811" y="4740920"/>
                  </a:lnTo>
                  <a:lnTo>
                    <a:pt x="1360281" y="4740920"/>
                  </a:lnTo>
                  <a:lnTo>
                    <a:pt x="1360563" y="4740920"/>
                  </a:lnTo>
                  <a:lnTo>
                    <a:pt x="1360657" y="4740920"/>
                  </a:lnTo>
                  <a:lnTo>
                    <a:pt x="1360751" y="4740920"/>
                  </a:lnTo>
                  <a:lnTo>
                    <a:pt x="1360939" y="4740920"/>
                  </a:lnTo>
                  <a:lnTo>
                    <a:pt x="1361034" y="4740920"/>
                  </a:lnTo>
                  <a:lnTo>
                    <a:pt x="1361128" y="4740920"/>
                  </a:lnTo>
                  <a:lnTo>
                    <a:pt x="1361316" y="4740920"/>
                  </a:lnTo>
                  <a:lnTo>
                    <a:pt x="1361410" y="4740920"/>
                  </a:lnTo>
                  <a:lnTo>
                    <a:pt x="1361692" y="4740920"/>
                  </a:lnTo>
                  <a:lnTo>
                    <a:pt x="1361786" y="4740920"/>
                  </a:lnTo>
                  <a:lnTo>
                    <a:pt x="1361974" y="4740920"/>
                  </a:lnTo>
                  <a:lnTo>
                    <a:pt x="1362162" y="4740920"/>
                  </a:lnTo>
                  <a:lnTo>
                    <a:pt x="1362256" y="4740920"/>
                  </a:lnTo>
                  <a:lnTo>
                    <a:pt x="1362350" y="4740920"/>
                  </a:lnTo>
                  <a:lnTo>
                    <a:pt x="1362444" y="4740920"/>
                  </a:lnTo>
                  <a:lnTo>
                    <a:pt x="1362632" y="4740920"/>
                  </a:lnTo>
                  <a:lnTo>
                    <a:pt x="1363008" y="4740920"/>
                  </a:lnTo>
                  <a:lnTo>
                    <a:pt x="1363290" y="4740920"/>
                  </a:lnTo>
                  <a:lnTo>
                    <a:pt x="1363478" y="4740920"/>
                  </a:lnTo>
                  <a:lnTo>
                    <a:pt x="1363572" y="4740920"/>
                  </a:lnTo>
                  <a:lnTo>
                    <a:pt x="1363666" y="4740920"/>
                  </a:lnTo>
                  <a:lnTo>
                    <a:pt x="1363948" y="4740920"/>
                  </a:lnTo>
                  <a:lnTo>
                    <a:pt x="1364042" y="4740920"/>
                  </a:lnTo>
                  <a:lnTo>
                    <a:pt x="1364136" y="4740920"/>
                  </a:lnTo>
                  <a:lnTo>
                    <a:pt x="1364324" y="4740920"/>
                  </a:lnTo>
                  <a:lnTo>
                    <a:pt x="1364418" y="4740920"/>
                  </a:lnTo>
                  <a:lnTo>
                    <a:pt x="1364889" y="4740920"/>
                  </a:lnTo>
                  <a:lnTo>
                    <a:pt x="1365359" y="4740920"/>
                  </a:lnTo>
                  <a:lnTo>
                    <a:pt x="1365547" y="4740920"/>
                  </a:lnTo>
                  <a:lnTo>
                    <a:pt x="1365735" y="4740920"/>
                  </a:lnTo>
                  <a:lnTo>
                    <a:pt x="1365829" y="4740920"/>
                  </a:lnTo>
                  <a:lnTo>
                    <a:pt x="1365923" y="4740920"/>
                  </a:lnTo>
                  <a:lnTo>
                    <a:pt x="1366111" y="4740920"/>
                  </a:lnTo>
                  <a:lnTo>
                    <a:pt x="1366393" y="4740920"/>
                  </a:lnTo>
                  <a:lnTo>
                    <a:pt x="1366487" y="4740920"/>
                  </a:lnTo>
                  <a:lnTo>
                    <a:pt x="1366957" y="4740920"/>
                  </a:lnTo>
                  <a:lnTo>
                    <a:pt x="1367145" y="4740920"/>
                  </a:lnTo>
                  <a:lnTo>
                    <a:pt x="1367239" y="4740920"/>
                  </a:lnTo>
                  <a:lnTo>
                    <a:pt x="1367709" y="4740920"/>
                  </a:lnTo>
                  <a:lnTo>
                    <a:pt x="1367897" y="4740920"/>
                  </a:lnTo>
                  <a:lnTo>
                    <a:pt x="1367991" y="4740920"/>
                  </a:lnTo>
                  <a:lnTo>
                    <a:pt x="1368180" y="4740920"/>
                  </a:lnTo>
                  <a:lnTo>
                    <a:pt x="1368274" y="4740920"/>
                  </a:lnTo>
                  <a:lnTo>
                    <a:pt x="1368274" y="4735640"/>
                  </a:lnTo>
                  <a:lnTo>
                    <a:pt x="1368368" y="4735640"/>
                  </a:lnTo>
                  <a:lnTo>
                    <a:pt x="1368650" y="4735640"/>
                  </a:lnTo>
                  <a:lnTo>
                    <a:pt x="1368744" y="4735640"/>
                  </a:lnTo>
                  <a:lnTo>
                    <a:pt x="1368932" y="4735640"/>
                  </a:lnTo>
                  <a:lnTo>
                    <a:pt x="1369026" y="4735640"/>
                  </a:lnTo>
                  <a:lnTo>
                    <a:pt x="1369120" y="4735640"/>
                  </a:lnTo>
                  <a:lnTo>
                    <a:pt x="1369402" y="4735640"/>
                  </a:lnTo>
                  <a:lnTo>
                    <a:pt x="1369402" y="4730361"/>
                  </a:lnTo>
                  <a:lnTo>
                    <a:pt x="1369496" y="4730361"/>
                  </a:lnTo>
                  <a:lnTo>
                    <a:pt x="1369590" y="4730361"/>
                  </a:lnTo>
                  <a:lnTo>
                    <a:pt x="1369684" y="4730361"/>
                  </a:lnTo>
                  <a:lnTo>
                    <a:pt x="1369684" y="4725082"/>
                  </a:lnTo>
                  <a:lnTo>
                    <a:pt x="1369778" y="4719802"/>
                  </a:lnTo>
                  <a:lnTo>
                    <a:pt x="1369872" y="4719802"/>
                  </a:lnTo>
                  <a:lnTo>
                    <a:pt x="1369966" y="4719802"/>
                  </a:lnTo>
                  <a:lnTo>
                    <a:pt x="1370624" y="4719802"/>
                  </a:lnTo>
                  <a:lnTo>
                    <a:pt x="1370812" y="4719802"/>
                  </a:lnTo>
                  <a:lnTo>
                    <a:pt x="1370906" y="4719802"/>
                  </a:lnTo>
                  <a:lnTo>
                    <a:pt x="1371000" y="4719802"/>
                  </a:lnTo>
                  <a:lnTo>
                    <a:pt x="1371376" y="4719802"/>
                  </a:lnTo>
                  <a:lnTo>
                    <a:pt x="1371470" y="4719802"/>
                  </a:lnTo>
                  <a:lnTo>
                    <a:pt x="1371659" y="4719802"/>
                  </a:lnTo>
                  <a:lnTo>
                    <a:pt x="1371753" y="4719802"/>
                  </a:lnTo>
                  <a:lnTo>
                    <a:pt x="1371847" y="4719802"/>
                  </a:lnTo>
                  <a:lnTo>
                    <a:pt x="1371941" y="4719802"/>
                  </a:lnTo>
                  <a:lnTo>
                    <a:pt x="1372223" y="4719802"/>
                  </a:lnTo>
                  <a:lnTo>
                    <a:pt x="1372317" y="4719802"/>
                  </a:lnTo>
                  <a:lnTo>
                    <a:pt x="1372693" y="4719802"/>
                  </a:lnTo>
                  <a:lnTo>
                    <a:pt x="1372787" y="4719802"/>
                  </a:lnTo>
                  <a:lnTo>
                    <a:pt x="1372975" y="4719802"/>
                  </a:lnTo>
                  <a:lnTo>
                    <a:pt x="1373163" y="4719802"/>
                  </a:lnTo>
                  <a:lnTo>
                    <a:pt x="1373257" y="4719802"/>
                  </a:lnTo>
                  <a:lnTo>
                    <a:pt x="1373351" y="4719802"/>
                  </a:lnTo>
                  <a:lnTo>
                    <a:pt x="1373445" y="4719802"/>
                  </a:lnTo>
                  <a:lnTo>
                    <a:pt x="1373727" y="4719802"/>
                  </a:lnTo>
                  <a:lnTo>
                    <a:pt x="1373915" y="4719802"/>
                  </a:lnTo>
                  <a:lnTo>
                    <a:pt x="1374197" y="4719802"/>
                  </a:lnTo>
                  <a:lnTo>
                    <a:pt x="1374291" y="4719802"/>
                  </a:lnTo>
                  <a:lnTo>
                    <a:pt x="1374385" y="4719802"/>
                  </a:lnTo>
                  <a:lnTo>
                    <a:pt x="1374479" y="4719802"/>
                  </a:lnTo>
                  <a:lnTo>
                    <a:pt x="1374573" y="4719802"/>
                  </a:lnTo>
                  <a:lnTo>
                    <a:pt x="1374573" y="4714523"/>
                  </a:lnTo>
                  <a:lnTo>
                    <a:pt x="1374667" y="4714523"/>
                  </a:lnTo>
                  <a:lnTo>
                    <a:pt x="1375043" y="4714523"/>
                  </a:lnTo>
                  <a:lnTo>
                    <a:pt x="1375326" y="4714523"/>
                  </a:lnTo>
                  <a:lnTo>
                    <a:pt x="1375420" y="4714523"/>
                  </a:lnTo>
                  <a:lnTo>
                    <a:pt x="1375514" y="4714523"/>
                  </a:lnTo>
                  <a:lnTo>
                    <a:pt x="1375890" y="4714523"/>
                  </a:lnTo>
                  <a:lnTo>
                    <a:pt x="1375984" y="4714523"/>
                  </a:lnTo>
                  <a:lnTo>
                    <a:pt x="1376078" y="4714523"/>
                  </a:lnTo>
                  <a:lnTo>
                    <a:pt x="1376172" y="4714523"/>
                  </a:lnTo>
                  <a:lnTo>
                    <a:pt x="1376266" y="4714523"/>
                  </a:lnTo>
                  <a:lnTo>
                    <a:pt x="1376360" y="4714523"/>
                  </a:lnTo>
                  <a:lnTo>
                    <a:pt x="1376548" y="4714523"/>
                  </a:lnTo>
                  <a:lnTo>
                    <a:pt x="1376642" y="4714523"/>
                  </a:lnTo>
                  <a:lnTo>
                    <a:pt x="1376830" y="4714523"/>
                  </a:lnTo>
                  <a:lnTo>
                    <a:pt x="1377112" y="4714523"/>
                  </a:lnTo>
                  <a:lnTo>
                    <a:pt x="1377394" y="4714523"/>
                  </a:lnTo>
                  <a:lnTo>
                    <a:pt x="1377488" y="4714523"/>
                  </a:lnTo>
                  <a:lnTo>
                    <a:pt x="1377582" y="4714523"/>
                  </a:lnTo>
                  <a:lnTo>
                    <a:pt x="1377676" y="4714523"/>
                  </a:lnTo>
                  <a:lnTo>
                    <a:pt x="1377770" y="4714523"/>
                  </a:lnTo>
                  <a:lnTo>
                    <a:pt x="1377864" y="4714523"/>
                  </a:lnTo>
                  <a:lnTo>
                    <a:pt x="1378052" y="4714523"/>
                  </a:lnTo>
                  <a:lnTo>
                    <a:pt x="1378240" y="4714523"/>
                  </a:lnTo>
                  <a:lnTo>
                    <a:pt x="1378522" y="4714523"/>
                  </a:lnTo>
                  <a:lnTo>
                    <a:pt x="1378616" y="4714523"/>
                  </a:lnTo>
                  <a:lnTo>
                    <a:pt x="1378711" y="4714523"/>
                  </a:lnTo>
                  <a:lnTo>
                    <a:pt x="1378805" y="4714523"/>
                  </a:lnTo>
                  <a:lnTo>
                    <a:pt x="1379275" y="4714523"/>
                  </a:lnTo>
                  <a:lnTo>
                    <a:pt x="1379651" y="4709243"/>
                  </a:lnTo>
                  <a:lnTo>
                    <a:pt x="1379745" y="4709243"/>
                  </a:lnTo>
                  <a:lnTo>
                    <a:pt x="1379839" y="4709243"/>
                  </a:lnTo>
                  <a:lnTo>
                    <a:pt x="1379933" y="4709243"/>
                  </a:lnTo>
                  <a:lnTo>
                    <a:pt x="1380121" y="4709243"/>
                  </a:lnTo>
                  <a:lnTo>
                    <a:pt x="1380215" y="4709243"/>
                  </a:lnTo>
                  <a:lnTo>
                    <a:pt x="1380309" y="4709243"/>
                  </a:lnTo>
                  <a:lnTo>
                    <a:pt x="1380497" y="4709243"/>
                  </a:lnTo>
                  <a:lnTo>
                    <a:pt x="1380591" y="4709243"/>
                  </a:lnTo>
                  <a:lnTo>
                    <a:pt x="1380779" y="4709243"/>
                  </a:lnTo>
                  <a:lnTo>
                    <a:pt x="1380873" y="4709243"/>
                  </a:lnTo>
                  <a:lnTo>
                    <a:pt x="1381061" y="4709243"/>
                  </a:lnTo>
                  <a:lnTo>
                    <a:pt x="1381155" y="4709243"/>
                  </a:lnTo>
                  <a:lnTo>
                    <a:pt x="1381437" y="4709243"/>
                  </a:lnTo>
                  <a:lnTo>
                    <a:pt x="1381531" y="4709243"/>
                  </a:lnTo>
                  <a:lnTo>
                    <a:pt x="1381625" y="4709243"/>
                  </a:lnTo>
                  <a:lnTo>
                    <a:pt x="1381813" y="4709243"/>
                  </a:lnTo>
                  <a:lnTo>
                    <a:pt x="1381907" y="4709243"/>
                  </a:lnTo>
                  <a:lnTo>
                    <a:pt x="1382095" y="4709243"/>
                  </a:lnTo>
                  <a:lnTo>
                    <a:pt x="1382284" y="4709243"/>
                  </a:lnTo>
                  <a:lnTo>
                    <a:pt x="1382660" y="4709243"/>
                  </a:lnTo>
                  <a:lnTo>
                    <a:pt x="1382754" y="4709243"/>
                  </a:lnTo>
                  <a:lnTo>
                    <a:pt x="1382754" y="4703964"/>
                  </a:lnTo>
                  <a:lnTo>
                    <a:pt x="1382942" y="4703964"/>
                  </a:lnTo>
                  <a:lnTo>
                    <a:pt x="1383036" y="4703964"/>
                  </a:lnTo>
                  <a:lnTo>
                    <a:pt x="1383130" y="4703964"/>
                  </a:lnTo>
                  <a:lnTo>
                    <a:pt x="1383224" y="4703964"/>
                  </a:lnTo>
                  <a:lnTo>
                    <a:pt x="1383318" y="4703964"/>
                  </a:lnTo>
                  <a:lnTo>
                    <a:pt x="1383506" y="4703964"/>
                  </a:lnTo>
                  <a:lnTo>
                    <a:pt x="1383600" y="4703964"/>
                  </a:lnTo>
                  <a:lnTo>
                    <a:pt x="1383694" y="4703964"/>
                  </a:lnTo>
                  <a:lnTo>
                    <a:pt x="1384258" y="4703964"/>
                  </a:lnTo>
                  <a:lnTo>
                    <a:pt x="1384540" y="4703964"/>
                  </a:lnTo>
                  <a:lnTo>
                    <a:pt x="1384822" y="4703964"/>
                  </a:lnTo>
                  <a:lnTo>
                    <a:pt x="1385010" y="4703964"/>
                  </a:lnTo>
                  <a:lnTo>
                    <a:pt x="1385104" y="4703964"/>
                  </a:lnTo>
                  <a:lnTo>
                    <a:pt x="1385480" y="4703964"/>
                  </a:lnTo>
                  <a:lnTo>
                    <a:pt x="1385574" y="4703964"/>
                  </a:lnTo>
                  <a:lnTo>
                    <a:pt x="1385668" y="4703964"/>
                  </a:lnTo>
                  <a:lnTo>
                    <a:pt x="1385762" y="4703964"/>
                  </a:lnTo>
                  <a:lnTo>
                    <a:pt x="1385857" y="4703964"/>
                  </a:lnTo>
                  <a:lnTo>
                    <a:pt x="1385951" y="4703964"/>
                  </a:lnTo>
                  <a:lnTo>
                    <a:pt x="1386045" y="4703964"/>
                  </a:lnTo>
                  <a:lnTo>
                    <a:pt x="1386327" y="4703964"/>
                  </a:lnTo>
                  <a:lnTo>
                    <a:pt x="1386703" y="4703964"/>
                  </a:lnTo>
                  <a:lnTo>
                    <a:pt x="1386797" y="4703964"/>
                  </a:lnTo>
                  <a:lnTo>
                    <a:pt x="1386891" y="4703964"/>
                  </a:lnTo>
                  <a:lnTo>
                    <a:pt x="1387079" y="4703964"/>
                  </a:lnTo>
                  <a:lnTo>
                    <a:pt x="1387267" y="4703964"/>
                  </a:lnTo>
                  <a:lnTo>
                    <a:pt x="1387361" y="4703964"/>
                  </a:lnTo>
                  <a:lnTo>
                    <a:pt x="1387455" y="4693405"/>
                  </a:lnTo>
                  <a:lnTo>
                    <a:pt x="1387549" y="4693405"/>
                  </a:lnTo>
                  <a:lnTo>
                    <a:pt x="1387643" y="4693405"/>
                  </a:lnTo>
                  <a:lnTo>
                    <a:pt x="1387643" y="4688126"/>
                  </a:lnTo>
                  <a:lnTo>
                    <a:pt x="1387737" y="4688126"/>
                  </a:lnTo>
                  <a:lnTo>
                    <a:pt x="1387925" y="4688126"/>
                  </a:lnTo>
                  <a:lnTo>
                    <a:pt x="1388207" y="4688126"/>
                  </a:lnTo>
                  <a:lnTo>
                    <a:pt x="1388301" y="4688126"/>
                  </a:lnTo>
                  <a:lnTo>
                    <a:pt x="1388301" y="4682846"/>
                  </a:lnTo>
                  <a:lnTo>
                    <a:pt x="1388395" y="4682846"/>
                  </a:lnTo>
                  <a:lnTo>
                    <a:pt x="1388489" y="4682846"/>
                  </a:lnTo>
                  <a:lnTo>
                    <a:pt x="1388959" y="4682846"/>
                  </a:lnTo>
                  <a:lnTo>
                    <a:pt x="1389241" y="4682846"/>
                  </a:lnTo>
                  <a:lnTo>
                    <a:pt x="1389336" y="4682846"/>
                  </a:lnTo>
                  <a:lnTo>
                    <a:pt x="1389430" y="4682846"/>
                  </a:lnTo>
                  <a:lnTo>
                    <a:pt x="1389618" y="4682846"/>
                  </a:lnTo>
                  <a:lnTo>
                    <a:pt x="1389712" y="4682846"/>
                  </a:lnTo>
                  <a:lnTo>
                    <a:pt x="1389806" y="4682846"/>
                  </a:lnTo>
                  <a:lnTo>
                    <a:pt x="1389900" y="4682846"/>
                  </a:lnTo>
                  <a:lnTo>
                    <a:pt x="1389994" y="4682846"/>
                  </a:lnTo>
                  <a:lnTo>
                    <a:pt x="1390182" y="4682846"/>
                  </a:lnTo>
                  <a:lnTo>
                    <a:pt x="1390746" y="4682846"/>
                  </a:lnTo>
                  <a:lnTo>
                    <a:pt x="1390840" y="4682846"/>
                  </a:lnTo>
                  <a:lnTo>
                    <a:pt x="1390934" y="4682846"/>
                  </a:lnTo>
                  <a:lnTo>
                    <a:pt x="1391028" y="4682846"/>
                  </a:lnTo>
                  <a:lnTo>
                    <a:pt x="1391122" y="4682846"/>
                  </a:lnTo>
                  <a:lnTo>
                    <a:pt x="1391216" y="4682846"/>
                  </a:lnTo>
                  <a:lnTo>
                    <a:pt x="1391310" y="4682846"/>
                  </a:lnTo>
                  <a:lnTo>
                    <a:pt x="1391404" y="4682846"/>
                  </a:lnTo>
                  <a:lnTo>
                    <a:pt x="1391498" y="4682846"/>
                  </a:lnTo>
                  <a:lnTo>
                    <a:pt x="1391780" y="4682846"/>
                  </a:lnTo>
                  <a:lnTo>
                    <a:pt x="1391968" y="4682846"/>
                  </a:lnTo>
                  <a:lnTo>
                    <a:pt x="1392062" y="4682846"/>
                  </a:lnTo>
                  <a:lnTo>
                    <a:pt x="1392156" y="4682846"/>
                  </a:lnTo>
                  <a:lnTo>
                    <a:pt x="1392250" y="4682846"/>
                  </a:lnTo>
                  <a:lnTo>
                    <a:pt x="1392344" y="4682846"/>
                  </a:lnTo>
                  <a:lnTo>
                    <a:pt x="1392532" y="4682846"/>
                  </a:lnTo>
                  <a:lnTo>
                    <a:pt x="1392626" y="4682846"/>
                  </a:lnTo>
                  <a:lnTo>
                    <a:pt x="1392720" y="4682846"/>
                  </a:lnTo>
                  <a:lnTo>
                    <a:pt x="1392909" y="4682846"/>
                  </a:lnTo>
                  <a:lnTo>
                    <a:pt x="1393097" y="4682846"/>
                  </a:lnTo>
                  <a:lnTo>
                    <a:pt x="1393379" y="4682846"/>
                  </a:lnTo>
                  <a:lnTo>
                    <a:pt x="1393473" y="4682846"/>
                  </a:lnTo>
                  <a:lnTo>
                    <a:pt x="1393661" y="4682846"/>
                  </a:lnTo>
                  <a:lnTo>
                    <a:pt x="1393849" y="4682846"/>
                  </a:lnTo>
                  <a:lnTo>
                    <a:pt x="1394037" y="4682846"/>
                  </a:lnTo>
                  <a:lnTo>
                    <a:pt x="1394131" y="4682846"/>
                  </a:lnTo>
                  <a:lnTo>
                    <a:pt x="1394225" y="4682846"/>
                  </a:lnTo>
                  <a:lnTo>
                    <a:pt x="1394319" y="4682846"/>
                  </a:lnTo>
                  <a:lnTo>
                    <a:pt x="1394601" y="4682846"/>
                  </a:lnTo>
                  <a:lnTo>
                    <a:pt x="1394977" y="4682846"/>
                  </a:lnTo>
                  <a:lnTo>
                    <a:pt x="1395071" y="4682846"/>
                  </a:lnTo>
                  <a:lnTo>
                    <a:pt x="1395259" y="4682846"/>
                  </a:lnTo>
                  <a:lnTo>
                    <a:pt x="1395353" y="4682846"/>
                  </a:lnTo>
                  <a:lnTo>
                    <a:pt x="1395541" y="4682846"/>
                  </a:lnTo>
                  <a:lnTo>
                    <a:pt x="1395635" y="4682846"/>
                  </a:lnTo>
                  <a:lnTo>
                    <a:pt x="1395729" y="4682846"/>
                  </a:lnTo>
                  <a:lnTo>
                    <a:pt x="1395823" y="4682846"/>
                  </a:lnTo>
                  <a:lnTo>
                    <a:pt x="1396199" y="4682846"/>
                  </a:lnTo>
                  <a:lnTo>
                    <a:pt x="1396387" y="4682846"/>
                  </a:lnTo>
                  <a:lnTo>
                    <a:pt x="1396576" y="4682846"/>
                  </a:lnTo>
                  <a:lnTo>
                    <a:pt x="1396670" y="4682846"/>
                  </a:lnTo>
                  <a:lnTo>
                    <a:pt x="1396952" y="4677567"/>
                  </a:lnTo>
                  <a:lnTo>
                    <a:pt x="1397046" y="4677567"/>
                  </a:lnTo>
                  <a:lnTo>
                    <a:pt x="1397140" y="4677567"/>
                  </a:lnTo>
                  <a:lnTo>
                    <a:pt x="1397234" y="4677567"/>
                  </a:lnTo>
                  <a:lnTo>
                    <a:pt x="1397328" y="4677567"/>
                  </a:lnTo>
                  <a:lnTo>
                    <a:pt x="1397516" y="4677567"/>
                  </a:lnTo>
                  <a:lnTo>
                    <a:pt x="1397704" y="4677567"/>
                  </a:lnTo>
                  <a:lnTo>
                    <a:pt x="1397892" y="4677567"/>
                  </a:lnTo>
                  <a:lnTo>
                    <a:pt x="1397986" y="4677567"/>
                  </a:lnTo>
                  <a:lnTo>
                    <a:pt x="1398080" y="4677567"/>
                  </a:lnTo>
                  <a:lnTo>
                    <a:pt x="1398174" y="4677567"/>
                  </a:lnTo>
                  <a:lnTo>
                    <a:pt x="1398362" y="4672287"/>
                  </a:lnTo>
                  <a:lnTo>
                    <a:pt x="1398456" y="4672287"/>
                  </a:lnTo>
                  <a:lnTo>
                    <a:pt x="1398550" y="4672287"/>
                  </a:lnTo>
                  <a:lnTo>
                    <a:pt x="1398738" y="4672287"/>
                  </a:lnTo>
                  <a:lnTo>
                    <a:pt x="1398832" y="4672287"/>
                  </a:lnTo>
                  <a:lnTo>
                    <a:pt x="1398926" y="4672287"/>
                  </a:lnTo>
                  <a:lnTo>
                    <a:pt x="1399020" y="4672287"/>
                  </a:lnTo>
                  <a:lnTo>
                    <a:pt x="1399490" y="4672287"/>
                  </a:lnTo>
                  <a:lnTo>
                    <a:pt x="1399584" y="4672287"/>
                  </a:lnTo>
                  <a:lnTo>
                    <a:pt x="1400431" y="4672287"/>
                  </a:lnTo>
                  <a:lnTo>
                    <a:pt x="1400713" y="4672287"/>
                  </a:lnTo>
                  <a:lnTo>
                    <a:pt x="1400995" y="4672287"/>
                  </a:lnTo>
                  <a:lnTo>
                    <a:pt x="1401089" y="4672287"/>
                  </a:lnTo>
                  <a:lnTo>
                    <a:pt x="1401183" y="4672287"/>
                  </a:lnTo>
                  <a:lnTo>
                    <a:pt x="1401277" y="4672287"/>
                  </a:lnTo>
                  <a:lnTo>
                    <a:pt x="1401465" y="4672287"/>
                  </a:lnTo>
                  <a:lnTo>
                    <a:pt x="1401841" y="4672287"/>
                  </a:lnTo>
                  <a:lnTo>
                    <a:pt x="1401935" y="4672287"/>
                  </a:lnTo>
                  <a:lnTo>
                    <a:pt x="1402217" y="4672287"/>
                  </a:lnTo>
                  <a:lnTo>
                    <a:pt x="1402311" y="4672287"/>
                  </a:lnTo>
                  <a:lnTo>
                    <a:pt x="1402405" y="4672287"/>
                  </a:lnTo>
                  <a:lnTo>
                    <a:pt x="1402687" y="4672287"/>
                  </a:lnTo>
                  <a:lnTo>
                    <a:pt x="1402781" y="4672287"/>
                  </a:lnTo>
                  <a:lnTo>
                    <a:pt x="1402875" y="4672287"/>
                  </a:lnTo>
                  <a:lnTo>
                    <a:pt x="1402969" y="4672287"/>
                  </a:lnTo>
                  <a:lnTo>
                    <a:pt x="1403063" y="4672287"/>
                  </a:lnTo>
                  <a:lnTo>
                    <a:pt x="1403251" y="4672287"/>
                  </a:lnTo>
                  <a:lnTo>
                    <a:pt x="1403345" y="4672287"/>
                  </a:lnTo>
                  <a:lnTo>
                    <a:pt x="1403628" y="4672287"/>
                  </a:lnTo>
                  <a:lnTo>
                    <a:pt x="1403722" y="4672287"/>
                  </a:lnTo>
                  <a:lnTo>
                    <a:pt x="1403910" y="4672287"/>
                  </a:lnTo>
                  <a:lnTo>
                    <a:pt x="1404004" y="4672287"/>
                  </a:lnTo>
                  <a:lnTo>
                    <a:pt x="1404098" y="4672287"/>
                  </a:lnTo>
                  <a:lnTo>
                    <a:pt x="1404380" y="4672287"/>
                  </a:lnTo>
                  <a:lnTo>
                    <a:pt x="1404474" y="4672287"/>
                  </a:lnTo>
                  <a:lnTo>
                    <a:pt x="1404474" y="4667008"/>
                  </a:lnTo>
                  <a:lnTo>
                    <a:pt x="1404662" y="4667008"/>
                  </a:lnTo>
                  <a:lnTo>
                    <a:pt x="1404850" y="4667008"/>
                  </a:lnTo>
                  <a:lnTo>
                    <a:pt x="1405132" y="4667008"/>
                  </a:lnTo>
                  <a:lnTo>
                    <a:pt x="1405226" y="4667008"/>
                  </a:lnTo>
                  <a:lnTo>
                    <a:pt x="1405414" y="4667008"/>
                  </a:lnTo>
                  <a:lnTo>
                    <a:pt x="1405602" y="4667008"/>
                  </a:lnTo>
                  <a:lnTo>
                    <a:pt x="1405884" y="4667008"/>
                  </a:lnTo>
                  <a:lnTo>
                    <a:pt x="1405978" y="4667008"/>
                  </a:lnTo>
                  <a:lnTo>
                    <a:pt x="1406072" y="4667008"/>
                  </a:lnTo>
                  <a:lnTo>
                    <a:pt x="1406260" y="4667008"/>
                  </a:lnTo>
                  <a:lnTo>
                    <a:pt x="1406354" y="4667008"/>
                  </a:lnTo>
                  <a:lnTo>
                    <a:pt x="1406448" y="4667008"/>
                  </a:lnTo>
                  <a:lnTo>
                    <a:pt x="1406542" y="4667008"/>
                  </a:lnTo>
                  <a:lnTo>
                    <a:pt x="1407201" y="4667008"/>
                  </a:lnTo>
                  <a:lnTo>
                    <a:pt x="1407295" y="4667008"/>
                  </a:lnTo>
                  <a:lnTo>
                    <a:pt x="1407483" y="4667008"/>
                  </a:lnTo>
                  <a:lnTo>
                    <a:pt x="1407671" y="4667008"/>
                  </a:lnTo>
                  <a:lnTo>
                    <a:pt x="1407765" y="4667008"/>
                  </a:lnTo>
                  <a:lnTo>
                    <a:pt x="1407859" y="4667008"/>
                  </a:lnTo>
                  <a:lnTo>
                    <a:pt x="1407953" y="4667008"/>
                  </a:lnTo>
                  <a:lnTo>
                    <a:pt x="1408047" y="4667008"/>
                  </a:lnTo>
                  <a:lnTo>
                    <a:pt x="1408141" y="4667008"/>
                  </a:lnTo>
                  <a:lnTo>
                    <a:pt x="1408235" y="4667008"/>
                  </a:lnTo>
                  <a:lnTo>
                    <a:pt x="1408329" y="4667008"/>
                  </a:lnTo>
                  <a:lnTo>
                    <a:pt x="1408423" y="4667008"/>
                  </a:lnTo>
                  <a:lnTo>
                    <a:pt x="1408611" y="4667008"/>
                  </a:lnTo>
                  <a:lnTo>
                    <a:pt x="1408705" y="4667008"/>
                  </a:lnTo>
                  <a:lnTo>
                    <a:pt x="1408799" y="4667008"/>
                  </a:lnTo>
                  <a:lnTo>
                    <a:pt x="1409081" y="4667008"/>
                  </a:lnTo>
                  <a:lnTo>
                    <a:pt x="1409175" y="4667008"/>
                  </a:lnTo>
                  <a:lnTo>
                    <a:pt x="1409363" y="4667008"/>
                  </a:lnTo>
                  <a:lnTo>
                    <a:pt x="1409457" y="4667008"/>
                  </a:lnTo>
                  <a:lnTo>
                    <a:pt x="1409645" y="4667008"/>
                  </a:lnTo>
                  <a:lnTo>
                    <a:pt x="1410115" y="4667008"/>
                  </a:lnTo>
                  <a:lnTo>
                    <a:pt x="1410303" y="4667008"/>
                  </a:lnTo>
                  <a:lnTo>
                    <a:pt x="1410397" y="4667008"/>
                  </a:lnTo>
                  <a:lnTo>
                    <a:pt x="1410680" y="4667008"/>
                  </a:lnTo>
                  <a:lnTo>
                    <a:pt x="1410774" y="4667008"/>
                  </a:lnTo>
                  <a:lnTo>
                    <a:pt x="1410868" y="4667008"/>
                  </a:lnTo>
                  <a:lnTo>
                    <a:pt x="1411056" y="4667008"/>
                  </a:lnTo>
                  <a:lnTo>
                    <a:pt x="1411150" y="4667008"/>
                  </a:lnTo>
                  <a:lnTo>
                    <a:pt x="1411244" y="4667008"/>
                  </a:lnTo>
                  <a:lnTo>
                    <a:pt x="1411526" y="4667008"/>
                  </a:lnTo>
                  <a:lnTo>
                    <a:pt x="1411714" y="4667008"/>
                  </a:lnTo>
                  <a:lnTo>
                    <a:pt x="1411996" y="4667008"/>
                  </a:lnTo>
                  <a:lnTo>
                    <a:pt x="1412372" y="4667008"/>
                  </a:lnTo>
                  <a:lnTo>
                    <a:pt x="1412560" y="4667008"/>
                  </a:lnTo>
                  <a:lnTo>
                    <a:pt x="1412654" y="4667008"/>
                  </a:lnTo>
                  <a:lnTo>
                    <a:pt x="1412748" y="4667008"/>
                  </a:lnTo>
                  <a:lnTo>
                    <a:pt x="1412842" y="4661729"/>
                  </a:lnTo>
                  <a:lnTo>
                    <a:pt x="1412936" y="4661729"/>
                  </a:lnTo>
                  <a:lnTo>
                    <a:pt x="1413030" y="4661729"/>
                  </a:lnTo>
                  <a:lnTo>
                    <a:pt x="1413124" y="4661729"/>
                  </a:lnTo>
                  <a:lnTo>
                    <a:pt x="1413312" y="4661729"/>
                  </a:lnTo>
                  <a:lnTo>
                    <a:pt x="1414064" y="4661729"/>
                  </a:lnTo>
                  <a:lnTo>
                    <a:pt x="1414347" y="4661729"/>
                  </a:lnTo>
                  <a:lnTo>
                    <a:pt x="1414441" y="4661729"/>
                  </a:lnTo>
                  <a:lnTo>
                    <a:pt x="1414629" y="4661729"/>
                  </a:lnTo>
                  <a:lnTo>
                    <a:pt x="1414723" y="4661729"/>
                  </a:lnTo>
                  <a:lnTo>
                    <a:pt x="1415005" y="4661729"/>
                  </a:lnTo>
                  <a:lnTo>
                    <a:pt x="1415099" y="4661729"/>
                  </a:lnTo>
                  <a:lnTo>
                    <a:pt x="1415287" y="4661729"/>
                  </a:lnTo>
                  <a:lnTo>
                    <a:pt x="1415381" y="4661729"/>
                  </a:lnTo>
                  <a:lnTo>
                    <a:pt x="1415757" y="4661729"/>
                  </a:lnTo>
                  <a:lnTo>
                    <a:pt x="1416039" y="4661729"/>
                  </a:lnTo>
                  <a:lnTo>
                    <a:pt x="1416415" y="4656449"/>
                  </a:lnTo>
                  <a:lnTo>
                    <a:pt x="1416697" y="4656449"/>
                  </a:lnTo>
                  <a:lnTo>
                    <a:pt x="1416791" y="4656449"/>
                  </a:lnTo>
                  <a:lnTo>
                    <a:pt x="1416885" y="4656449"/>
                  </a:lnTo>
                  <a:lnTo>
                    <a:pt x="1417073" y="4656449"/>
                  </a:lnTo>
                  <a:lnTo>
                    <a:pt x="1417167" y="4656449"/>
                  </a:lnTo>
                  <a:lnTo>
                    <a:pt x="1417261" y="4656449"/>
                  </a:lnTo>
                  <a:lnTo>
                    <a:pt x="1417637" y="4656449"/>
                  </a:lnTo>
                  <a:lnTo>
                    <a:pt x="1417732" y="4656449"/>
                  </a:lnTo>
                  <a:lnTo>
                    <a:pt x="1417920" y="4656449"/>
                  </a:lnTo>
                  <a:lnTo>
                    <a:pt x="1418014" y="4656449"/>
                  </a:lnTo>
                  <a:lnTo>
                    <a:pt x="1418202" y="4656449"/>
                  </a:lnTo>
                  <a:lnTo>
                    <a:pt x="1418296" y="4656449"/>
                  </a:lnTo>
                  <a:lnTo>
                    <a:pt x="1418578" y="4656449"/>
                  </a:lnTo>
                  <a:lnTo>
                    <a:pt x="1418672" y="4656449"/>
                  </a:lnTo>
                  <a:lnTo>
                    <a:pt x="1418766" y="4656449"/>
                  </a:lnTo>
                  <a:lnTo>
                    <a:pt x="1418766" y="4651170"/>
                  </a:lnTo>
                  <a:lnTo>
                    <a:pt x="1418954" y="4651170"/>
                  </a:lnTo>
                  <a:lnTo>
                    <a:pt x="1419518" y="4651170"/>
                  </a:lnTo>
                  <a:lnTo>
                    <a:pt x="1419612" y="4651170"/>
                  </a:lnTo>
                  <a:lnTo>
                    <a:pt x="1419800" y="4651170"/>
                  </a:lnTo>
                  <a:lnTo>
                    <a:pt x="1420082" y="4651170"/>
                  </a:lnTo>
                  <a:lnTo>
                    <a:pt x="1420270" y="4651170"/>
                  </a:lnTo>
                  <a:lnTo>
                    <a:pt x="1420364" y="4651170"/>
                  </a:lnTo>
                  <a:lnTo>
                    <a:pt x="1420646" y="4651170"/>
                  </a:lnTo>
                  <a:lnTo>
                    <a:pt x="1420740" y="4651170"/>
                  </a:lnTo>
                  <a:lnTo>
                    <a:pt x="1420928" y="4651170"/>
                  </a:lnTo>
                  <a:lnTo>
                    <a:pt x="1421116" y="4651170"/>
                  </a:lnTo>
                  <a:lnTo>
                    <a:pt x="1421399" y="4651170"/>
                  </a:lnTo>
                  <a:lnTo>
                    <a:pt x="1421493" y="4651170"/>
                  </a:lnTo>
                  <a:lnTo>
                    <a:pt x="1421587" y="4651170"/>
                  </a:lnTo>
                  <a:lnTo>
                    <a:pt x="1421681" y="4651170"/>
                  </a:lnTo>
                  <a:lnTo>
                    <a:pt x="1421869" y="4651170"/>
                  </a:lnTo>
                  <a:lnTo>
                    <a:pt x="1422151" y="4651170"/>
                  </a:lnTo>
                  <a:lnTo>
                    <a:pt x="1422245" y="4645890"/>
                  </a:lnTo>
                  <a:lnTo>
                    <a:pt x="1422433" y="4645890"/>
                  </a:lnTo>
                  <a:lnTo>
                    <a:pt x="1422621" y="4645890"/>
                  </a:lnTo>
                  <a:lnTo>
                    <a:pt x="1422809" y="4645890"/>
                  </a:lnTo>
                  <a:lnTo>
                    <a:pt x="1423091" y="4645890"/>
                  </a:lnTo>
                  <a:lnTo>
                    <a:pt x="1423279" y="4645890"/>
                  </a:lnTo>
                  <a:lnTo>
                    <a:pt x="1423373" y="4645890"/>
                  </a:lnTo>
                  <a:lnTo>
                    <a:pt x="1423467" y="4645890"/>
                  </a:lnTo>
                  <a:lnTo>
                    <a:pt x="1423561" y="4645890"/>
                  </a:lnTo>
                  <a:lnTo>
                    <a:pt x="1423655" y="4645890"/>
                  </a:lnTo>
                  <a:lnTo>
                    <a:pt x="1423749" y="4645890"/>
                  </a:lnTo>
                  <a:lnTo>
                    <a:pt x="1424407" y="4645890"/>
                  </a:lnTo>
                  <a:lnTo>
                    <a:pt x="1424501" y="4645890"/>
                  </a:lnTo>
                  <a:lnTo>
                    <a:pt x="1424595" y="4645890"/>
                  </a:lnTo>
                  <a:lnTo>
                    <a:pt x="1424689" y="4645890"/>
                  </a:lnTo>
                  <a:lnTo>
                    <a:pt x="1424784" y="4645890"/>
                  </a:lnTo>
                  <a:lnTo>
                    <a:pt x="1424878" y="4645890"/>
                  </a:lnTo>
                  <a:lnTo>
                    <a:pt x="1424972" y="4645890"/>
                  </a:lnTo>
                  <a:lnTo>
                    <a:pt x="1425160" y="4645890"/>
                  </a:lnTo>
                  <a:lnTo>
                    <a:pt x="1425348" y="4645890"/>
                  </a:lnTo>
                  <a:lnTo>
                    <a:pt x="1425536" y="4645890"/>
                  </a:lnTo>
                  <a:lnTo>
                    <a:pt x="1425630" y="4645890"/>
                  </a:lnTo>
                  <a:lnTo>
                    <a:pt x="1425724" y="4645890"/>
                  </a:lnTo>
                  <a:lnTo>
                    <a:pt x="1425818" y="4645890"/>
                  </a:lnTo>
                  <a:lnTo>
                    <a:pt x="1426100" y="4645890"/>
                  </a:lnTo>
                  <a:lnTo>
                    <a:pt x="1426288" y="4645890"/>
                  </a:lnTo>
                  <a:lnTo>
                    <a:pt x="1426382" y="4645890"/>
                  </a:lnTo>
                  <a:lnTo>
                    <a:pt x="1426476" y="4645890"/>
                  </a:lnTo>
                  <a:lnTo>
                    <a:pt x="1426664" y="4645890"/>
                  </a:lnTo>
                  <a:lnTo>
                    <a:pt x="1426758" y="4645890"/>
                  </a:lnTo>
                  <a:lnTo>
                    <a:pt x="1427134" y="4645890"/>
                  </a:lnTo>
                  <a:lnTo>
                    <a:pt x="1427322" y="4645890"/>
                  </a:lnTo>
                  <a:lnTo>
                    <a:pt x="1427416" y="4645890"/>
                  </a:lnTo>
                  <a:lnTo>
                    <a:pt x="1427510" y="4645890"/>
                  </a:lnTo>
                  <a:lnTo>
                    <a:pt x="1427792" y="4645890"/>
                  </a:lnTo>
                  <a:lnTo>
                    <a:pt x="1427886" y="4645890"/>
                  </a:lnTo>
                  <a:lnTo>
                    <a:pt x="1427980" y="4645890"/>
                  </a:lnTo>
                  <a:lnTo>
                    <a:pt x="1428074" y="4645890"/>
                  </a:lnTo>
                  <a:lnTo>
                    <a:pt x="1428168" y="4645890"/>
                  </a:lnTo>
                  <a:lnTo>
                    <a:pt x="1428262" y="4645890"/>
                  </a:lnTo>
                  <a:lnTo>
                    <a:pt x="1428357" y="4645890"/>
                  </a:lnTo>
                  <a:lnTo>
                    <a:pt x="1428639" y="4645890"/>
                  </a:lnTo>
                  <a:lnTo>
                    <a:pt x="1428827" y="4645890"/>
                  </a:lnTo>
                  <a:lnTo>
                    <a:pt x="1429109" y="4645890"/>
                  </a:lnTo>
                  <a:lnTo>
                    <a:pt x="1429203" y="4645890"/>
                  </a:lnTo>
                  <a:lnTo>
                    <a:pt x="1429297" y="4645890"/>
                  </a:lnTo>
                  <a:lnTo>
                    <a:pt x="1429391" y="4645890"/>
                  </a:lnTo>
                  <a:lnTo>
                    <a:pt x="1429673" y="4645890"/>
                  </a:lnTo>
                  <a:lnTo>
                    <a:pt x="1429861" y="4645890"/>
                  </a:lnTo>
                  <a:lnTo>
                    <a:pt x="1430049" y="4645890"/>
                  </a:lnTo>
                  <a:lnTo>
                    <a:pt x="1430143" y="4645890"/>
                  </a:lnTo>
                  <a:lnTo>
                    <a:pt x="1430237" y="4645890"/>
                  </a:lnTo>
                  <a:lnTo>
                    <a:pt x="1430707" y="4645890"/>
                  </a:lnTo>
                  <a:lnTo>
                    <a:pt x="1430801" y="4645890"/>
                  </a:lnTo>
                  <a:lnTo>
                    <a:pt x="1430895" y="4645890"/>
                  </a:lnTo>
                  <a:lnTo>
                    <a:pt x="1431177" y="4645890"/>
                  </a:lnTo>
                  <a:lnTo>
                    <a:pt x="1431271" y="4645890"/>
                  </a:lnTo>
                  <a:lnTo>
                    <a:pt x="1431459" y="4645890"/>
                  </a:lnTo>
                  <a:lnTo>
                    <a:pt x="1431647" y="4645890"/>
                  </a:lnTo>
                  <a:lnTo>
                    <a:pt x="1431741" y="4645890"/>
                  </a:lnTo>
                  <a:lnTo>
                    <a:pt x="1431835" y="4645890"/>
                  </a:lnTo>
                  <a:lnTo>
                    <a:pt x="1432306" y="4640611"/>
                  </a:lnTo>
                  <a:lnTo>
                    <a:pt x="1432682" y="4640611"/>
                  </a:lnTo>
                  <a:lnTo>
                    <a:pt x="1432776" y="4640611"/>
                  </a:lnTo>
                  <a:lnTo>
                    <a:pt x="1432870" y="4640611"/>
                  </a:lnTo>
                  <a:lnTo>
                    <a:pt x="1433152" y="4640611"/>
                  </a:lnTo>
                  <a:lnTo>
                    <a:pt x="1433246" y="4640611"/>
                  </a:lnTo>
                  <a:lnTo>
                    <a:pt x="1433434" y="4640611"/>
                  </a:lnTo>
                  <a:lnTo>
                    <a:pt x="1433528" y="4640611"/>
                  </a:lnTo>
                  <a:lnTo>
                    <a:pt x="1433622" y="4640611"/>
                  </a:lnTo>
                  <a:lnTo>
                    <a:pt x="1433716" y="4640611"/>
                  </a:lnTo>
                  <a:lnTo>
                    <a:pt x="1434092" y="4640611"/>
                  </a:lnTo>
                  <a:lnTo>
                    <a:pt x="1434280" y="4640611"/>
                  </a:lnTo>
                  <a:lnTo>
                    <a:pt x="1434562" y="4640611"/>
                  </a:lnTo>
                  <a:lnTo>
                    <a:pt x="1435879" y="4640611"/>
                  </a:lnTo>
                  <a:lnTo>
                    <a:pt x="1435973" y="4640611"/>
                  </a:lnTo>
                  <a:lnTo>
                    <a:pt x="1436161" y="4640611"/>
                  </a:lnTo>
                  <a:lnTo>
                    <a:pt x="1436255" y="4640611"/>
                  </a:lnTo>
                  <a:lnTo>
                    <a:pt x="1436349" y="4640611"/>
                  </a:lnTo>
                  <a:lnTo>
                    <a:pt x="1436537" y="4640611"/>
                  </a:lnTo>
                  <a:lnTo>
                    <a:pt x="1436631" y="4640611"/>
                  </a:lnTo>
                  <a:lnTo>
                    <a:pt x="1436819" y="4640611"/>
                  </a:lnTo>
                  <a:lnTo>
                    <a:pt x="1436913" y="4640611"/>
                  </a:lnTo>
                  <a:lnTo>
                    <a:pt x="1437007" y="4640611"/>
                  </a:lnTo>
                  <a:lnTo>
                    <a:pt x="1437289" y="4640611"/>
                  </a:lnTo>
                  <a:lnTo>
                    <a:pt x="1437477" y="4640611"/>
                  </a:lnTo>
                  <a:lnTo>
                    <a:pt x="1437571" y="4640611"/>
                  </a:lnTo>
                  <a:lnTo>
                    <a:pt x="1437665" y="4640611"/>
                  </a:lnTo>
                  <a:lnTo>
                    <a:pt x="1437759" y="4635331"/>
                  </a:lnTo>
                  <a:lnTo>
                    <a:pt x="1437853" y="4630052"/>
                  </a:lnTo>
                  <a:lnTo>
                    <a:pt x="1438041" y="4630052"/>
                  </a:lnTo>
                  <a:lnTo>
                    <a:pt x="1438229" y="4630052"/>
                  </a:lnTo>
                  <a:lnTo>
                    <a:pt x="1438699" y="4630052"/>
                  </a:lnTo>
                  <a:lnTo>
                    <a:pt x="1438793" y="4630052"/>
                  </a:lnTo>
                  <a:lnTo>
                    <a:pt x="1438887" y="4630052"/>
                  </a:lnTo>
                  <a:lnTo>
                    <a:pt x="1439170" y="4630052"/>
                  </a:lnTo>
                  <a:lnTo>
                    <a:pt x="1439264" y="4630052"/>
                  </a:lnTo>
                  <a:lnTo>
                    <a:pt x="1439358" y="4630052"/>
                  </a:lnTo>
                  <a:lnTo>
                    <a:pt x="1439452" y="4630052"/>
                  </a:lnTo>
                  <a:lnTo>
                    <a:pt x="1439640" y="4630052"/>
                  </a:lnTo>
                  <a:lnTo>
                    <a:pt x="1439734" y="4630052"/>
                  </a:lnTo>
                  <a:lnTo>
                    <a:pt x="1439828" y="4630052"/>
                  </a:lnTo>
                  <a:lnTo>
                    <a:pt x="1440110" y="4630052"/>
                  </a:lnTo>
                  <a:lnTo>
                    <a:pt x="1440204" y="4630052"/>
                  </a:lnTo>
                  <a:lnTo>
                    <a:pt x="1440298" y="4630052"/>
                  </a:lnTo>
                  <a:lnTo>
                    <a:pt x="1440486" y="4630052"/>
                  </a:lnTo>
                  <a:lnTo>
                    <a:pt x="1440580" y="4630052"/>
                  </a:lnTo>
                  <a:lnTo>
                    <a:pt x="1441050" y="4630052"/>
                  </a:lnTo>
                  <a:lnTo>
                    <a:pt x="1441144" y="4630052"/>
                  </a:lnTo>
                  <a:lnTo>
                    <a:pt x="1441520" y="4630052"/>
                  </a:lnTo>
                  <a:lnTo>
                    <a:pt x="1441614" y="4630052"/>
                  </a:lnTo>
                  <a:lnTo>
                    <a:pt x="1441708" y="4630052"/>
                  </a:lnTo>
                  <a:lnTo>
                    <a:pt x="1441802" y="4630052"/>
                  </a:lnTo>
                  <a:lnTo>
                    <a:pt x="1442366" y="4630052"/>
                  </a:lnTo>
                  <a:lnTo>
                    <a:pt x="1442460" y="4630052"/>
                  </a:lnTo>
                  <a:lnTo>
                    <a:pt x="1442649" y="4630052"/>
                  </a:lnTo>
                  <a:lnTo>
                    <a:pt x="1442743" y="4630052"/>
                  </a:lnTo>
                  <a:lnTo>
                    <a:pt x="1442837" y="4630052"/>
                  </a:lnTo>
                  <a:lnTo>
                    <a:pt x="1442931" y="4630052"/>
                  </a:lnTo>
                  <a:lnTo>
                    <a:pt x="1443401" y="4630052"/>
                  </a:lnTo>
                  <a:lnTo>
                    <a:pt x="1443495" y="4630052"/>
                  </a:lnTo>
                  <a:lnTo>
                    <a:pt x="1443589" y="4630052"/>
                  </a:lnTo>
                  <a:lnTo>
                    <a:pt x="1443777" y="4630052"/>
                  </a:lnTo>
                  <a:lnTo>
                    <a:pt x="1443965" y="4630052"/>
                  </a:lnTo>
                  <a:lnTo>
                    <a:pt x="1444153" y="4630052"/>
                  </a:lnTo>
                  <a:lnTo>
                    <a:pt x="1444247" y="4630052"/>
                  </a:lnTo>
                  <a:lnTo>
                    <a:pt x="1444341" y="4630052"/>
                  </a:lnTo>
                  <a:lnTo>
                    <a:pt x="1444623" y="4630052"/>
                  </a:lnTo>
                  <a:lnTo>
                    <a:pt x="1444811" y="4630052"/>
                  </a:lnTo>
                  <a:lnTo>
                    <a:pt x="1444905" y="4630052"/>
                  </a:lnTo>
                  <a:lnTo>
                    <a:pt x="1445093" y="4630052"/>
                  </a:lnTo>
                  <a:lnTo>
                    <a:pt x="1445281" y="4630052"/>
                  </a:lnTo>
                  <a:lnTo>
                    <a:pt x="1445375" y="4630052"/>
                  </a:lnTo>
                  <a:lnTo>
                    <a:pt x="1445939" y="4630052"/>
                  </a:lnTo>
                  <a:lnTo>
                    <a:pt x="1446034" y="4630052"/>
                  </a:lnTo>
                  <a:lnTo>
                    <a:pt x="1446316" y="4630052"/>
                  </a:lnTo>
                  <a:lnTo>
                    <a:pt x="1446410" y="4630052"/>
                  </a:lnTo>
                  <a:lnTo>
                    <a:pt x="1446692" y="4630052"/>
                  </a:lnTo>
                  <a:lnTo>
                    <a:pt x="1446880" y="4630052"/>
                  </a:lnTo>
                  <a:lnTo>
                    <a:pt x="1447162" y="4630052"/>
                  </a:lnTo>
                  <a:lnTo>
                    <a:pt x="1447350" y="4630052"/>
                  </a:lnTo>
                  <a:lnTo>
                    <a:pt x="1447632" y="4630052"/>
                  </a:lnTo>
                  <a:lnTo>
                    <a:pt x="1447726" y="4630052"/>
                  </a:lnTo>
                  <a:lnTo>
                    <a:pt x="1447820" y="4630052"/>
                  </a:lnTo>
                  <a:lnTo>
                    <a:pt x="1447914" y="4630052"/>
                  </a:lnTo>
                  <a:lnTo>
                    <a:pt x="1448008" y="4630052"/>
                  </a:lnTo>
                  <a:lnTo>
                    <a:pt x="1448102" y="4630052"/>
                  </a:lnTo>
                  <a:lnTo>
                    <a:pt x="1448196" y="4630052"/>
                  </a:lnTo>
                  <a:lnTo>
                    <a:pt x="1448290" y="4630052"/>
                  </a:lnTo>
                  <a:lnTo>
                    <a:pt x="1448384" y="4630052"/>
                  </a:lnTo>
                  <a:lnTo>
                    <a:pt x="1448572" y="4630052"/>
                  </a:lnTo>
                  <a:lnTo>
                    <a:pt x="1448666" y="4630052"/>
                  </a:lnTo>
                  <a:lnTo>
                    <a:pt x="1448760" y="4630052"/>
                  </a:lnTo>
                  <a:lnTo>
                    <a:pt x="1448854" y="4630052"/>
                  </a:lnTo>
                  <a:lnTo>
                    <a:pt x="1449042" y="4630052"/>
                  </a:lnTo>
                  <a:lnTo>
                    <a:pt x="1449136" y="4630052"/>
                  </a:lnTo>
                  <a:lnTo>
                    <a:pt x="1449418" y="4630052"/>
                  </a:lnTo>
                  <a:lnTo>
                    <a:pt x="1449512" y="4630052"/>
                  </a:lnTo>
                  <a:lnTo>
                    <a:pt x="1449607" y="4630052"/>
                  </a:lnTo>
                  <a:lnTo>
                    <a:pt x="1449701" y="4630052"/>
                  </a:lnTo>
                  <a:lnTo>
                    <a:pt x="1449795" y="4630052"/>
                  </a:lnTo>
                  <a:lnTo>
                    <a:pt x="1449889" y="4630052"/>
                  </a:lnTo>
                  <a:lnTo>
                    <a:pt x="1449983" y="4630052"/>
                  </a:lnTo>
                  <a:lnTo>
                    <a:pt x="1450077" y="4630052"/>
                  </a:lnTo>
                  <a:lnTo>
                    <a:pt x="1450359" y="4630052"/>
                  </a:lnTo>
                  <a:lnTo>
                    <a:pt x="1450453" y="4630052"/>
                  </a:lnTo>
                  <a:lnTo>
                    <a:pt x="1450641" y="4630052"/>
                  </a:lnTo>
                  <a:lnTo>
                    <a:pt x="1451111" y="4630052"/>
                  </a:lnTo>
                  <a:lnTo>
                    <a:pt x="1451205" y="4630052"/>
                  </a:lnTo>
                  <a:lnTo>
                    <a:pt x="1451393" y="4630052"/>
                  </a:lnTo>
                  <a:lnTo>
                    <a:pt x="1451581" y="4630052"/>
                  </a:lnTo>
                  <a:lnTo>
                    <a:pt x="1451675" y="4630052"/>
                  </a:lnTo>
                  <a:lnTo>
                    <a:pt x="1451769" y="4630052"/>
                  </a:lnTo>
                  <a:lnTo>
                    <a:pt x="1451957" y="4630052"/>
                  </a:lnTo>
                  <a:lnTo>
                    <a:pt x="1452239" y="4630052"/>
                  </a:lnTo>
                  <a:lnTo>
                    <a:pt x="1452427" y="4630052"/>
                  </a:lnTo>
                  <a:lnTo>
                    <a:pt x="1452615" y="4630052"/>
                  </a:lnTo>
                  <a:lnTo>
                    <a:pt x="1452709" y="4630052"/>
                  </a:lnTo>
                  <a:lnTo>
                    <a:pt x="1452897" y="4630052"/>
                  </a:lnTo>
                  <a:lnTo>
                    <a:pt x="1452991" y="4630052"/>
                  </a:lnTo>
                  <a:lnTo>
                    <a:pt x="1453180" y="4630052"/>
                  </a:lnTo>
                  <a:lnTo>
                    <a:pt x="1453274" y="4630052"/>
                  </a:lnTo>
                  <a:lnTo>
                    <a:pt x="1453556" y="4630052"/>
                  </a:lnTo>
                  <a:lnTo>
                    <a:pt x="1453744" y="4630052"/>
                  </a:lnTo>
                  <a:lnTo>
                    <a:pt x="1453932" y="4630052"/>
                  </a:lnTo>
                  <a:lnTo>
                    <a:pt x="1454026" y="4630052"/>
                  </a:lnTo>
                  <a:lnTo>
                    <a:pt x="1454402" y="4630052"/>
                  </a:lnTo>
                  <a:lnTo>
                    <a:pt x="1454778" y="4630052"/>
                  </a:lnTo>
                  <a:lnTo>
                    <a:pt x="1454872" y="4630052"/>
                  </a:lnTo>
                  <a:lnTo>
                    <a:pt x="1455060" y="4630052"/>
                  </a:lnTo>
                  <a:lnTo>
                    <a:pt x="1455342" y="4630052"/>
                  </a:lnTo>
                  <a:lnTo>
                    <a:pt x="1455436" y="4630052"/>
                  </a:lnTo>
                  <a:lnTo>
                    <a:pt x="1455530" y="4630052"/>
                  </a:lnTo>
                  <a:lnTo>
                    <a:pt x="1455624" y="4630052"/>
                  </a:lnTo>
                  <a:lnTo>
                    <a:pt x="1455812" y="4630052"/>
                  </a:lnTo>
                  <a:lnTo>
                    <a:pt x="1456470" y="4630052"/>
                  </a:lnTo>
                  <a:lnTo>
                    <a:pt x="1456564" y="4630052"/>
                  </a:lnTo>
                  <a:lnTo>
                    <a:pt x="1456753" y="4630052"/>
                  </a:lnTo>
                  <a:lnTo>
                    <a:pt x="1457035" y="4630052"/>
                  </a:lnTo>
                  <a:lnTo>
                    <a:pt x="1457129" y="4630052"/>
                  </a:lnTo>
                  <a:lnTo>
                    <a:pt x="1457317" y="4630052"/>
                  </a:lnTo>
                  <a:lnTo>
                    <a:pt x="1457411" y="4630052"/>
                  </a:lnTo>
                  <a:lnTo>
                    <a:pt x="1457693" y="4630052"/>
                  </a:lnTo>
                  <a:lnTo>
                    <a:pt x="1457881" y="4630052"/>
                  </a:lnTo>
                  <a:lnTo>
                    <a:pt x="1457975" y="4630052"/>
                  </a:lnTo>
                  <a:lnTo>
                    <a:pt x="1458351" y="4630052"/>
                  </a:lnTo>
                  <a:lnTo>
                    <a:pt x="1458445" y="4630052"/>
                  </a:lnTo>
                  <a:lnTo>
                    <a:pt x="1458539" y="4630052"/>
                  </a:lnTo>
                  <a:lnTo>
                    <a:pt x="1458633" y="4630052"/>
                  </a:lnTo>
                  <a:lnTo>
                    <a:pt x="1458727" y="4630052"/>
                  </a:lnTo>
                  <a:lnTo>
                    <a:pt x="1458821" y="4630052"/>
                  </a:lnTo>
                  <a:lnTo>
                    <a:pt x="1459009" y="4630052"/>
                  </a:lnTo>
                  <a:lnTo>
                    <a:pt x="1459103" y="4630052"/>
                  </a:lnTo>
                  <a:lnTo>
                    <a:pt x="1459479" y="4630052"/>
                  </a:lnTo>
                  <a:lnTo>
                    <a:pt x="1459573" y="4630052"/>
                  </a:lnTo>
                  <a:lnTo>
                    <a:pt x="1459667" y="4630052"/>
                  </a:lnTo>
                  <a:lnTo>
                    <a:pt x="1459667" y="4624773"/>
                  </a:lnTo>
                  <a:lnTo>
                    <a:pt x="1459667" y="4619493"/>
                  </a:lnTo>
                  <a:lnTo>
                    <a:pt x="1459761" y="4619493"/>
                  </a:lnTo>
                  <a:lnTo>
                    <a:pt x="1459855" y="4619493"/>
                  </a:lnTo>
                  <a:lnTo>
                    <a:pt x="1460232" y="4619493"/>
                  </a:lnTo>
                  <a:lnTo>
                    <a:pt x="1460608" y="4619493"/>
                  </a:lnTo>
                  <a:lnTo>
                    <a:pt x="1460796" y="4619493"/>
                  </a:lnTo>
                  <a:lnTo>
                    <a:pt x="1460890" y="4619493"/>
                  </a:lnTo>
                  <a:lnTo>
                    <a:pt x="1461172" y="4619493"/>
                  </a:lnTo>
                  <a:lnTo>
                    <a:pt x="1461454" y="4619493"/>
                  </a:lnTo>
                  <a:lnTo>
                    <a:pt x="1461548" y="4619493"/>
                  </a:lnTo>
                  <a:lnTo>
                    <a:pt x="1461736" y="4619493"/>
                  </a:lnTo>
                  <a:lnTo>
                    <a:pt x="1462206" y="4619493"/>
                  </a:lnTo>
                  <a:lnTo>
                    <a:pt x="1462300" y="4619493"/>
                  </a:lnTo>
                  <a:lnTo>
                    <a:pt x="1462394" y="4619493"/>
                  </a:lnTo>
                  <a:lnTo>
                    <a:pt x="1462488" y="4619493"/>
                  </a:lnTo>
                  <a:lnTo>
                    <a:pt x="1462582" y="4619493"/>
                  </a:lnTo>
                  <a:lnTo>
                    <a:pt x="1462676" y="4619493"/>
                  </a:lnTo>
                  <a:lnTo>
                    <a:pt x="1462770" y="4619493"/>
                  </a:lnTo>
                  <a:lnTo>
                    <a:pt x="1462864" y="4619493"/>
                  </a:lnTo>
                  <a:lnTo>
                    <a:pt x="1462958" y="4619493"/>
                  </a:lnTo>
                  <a:lnTo>
                    <a:pt x="1463052" y="4619493"/>
                  </a:lnTo>
                  <a:lnTo>
                    <a:pt x="1463334" y="4619493"/>
                  </a:lnTo>
                  <a:lnTo>
                    <a:pt x="1463428" y="4619493"/>
                  </a:lnTo>
                  <a:lnTo>
                    <a:pt x="1463522" y="4619493"/>
                  </a:lnTo>
                  <a:lnTo>
                    <a:pt x="1463616" y="4619493"/>
                  </a:lnTo>
                  <a:lnTo>
                    <a:pt x="1463805" y="4619493"/>
                  </a:lnTo>
                  <a:lnTo>
                    <a:pt x="1463899" y="4619493"/>
                  </a:lnTo>
                  <a:lnTo>
                    <a:pt x="1464087" y="4619493"/>
                  </a:lnTo>
                  <a:lnTo>
                    <a:pt x="1464275" y="4619493"/>
                  </a:lnTo>
                  <a:lnTo>
                    <a:pt x="1464369" y="4619493"/>
                  </a:lnTo>
                  <a:lnTo>
                    <a:pt x="1464839" y="4619493"/>
                  </a:lnTo>
                  <a:lnTo>
                    <a:pt x="1465027" y="4619493"/>
                  </a:lnTo>
                  <a:lnTo>
                    <a:pt x="1465121" y="4619493"/>
                  </a:lnTo>
                  <a:lnTo>
                    <a:pt x="1465215" y="4619493"/>
                  </a:lnTo>
                  <a:lnTo>
                    <a:pt x="1465403" y="4619493"/>
                  </a:lnTo>
                  <a:lnTo>
                    <a:pt x="1465591" y="4619493"/>
                  </a:lnTo>
                  <a:lnTo>
                    <a:pt x="1465967" y="4619493"/>
                  </a:lnTo>
                  <a:lnTo>
                    <a:pt x="1466155" y="4619493"/>
                  </a:lnTo>
                  <a:lnTo>
                    <a:pt x="1466343" y="4619493"/>
                  </a:lnTo>
                  <a:lnTo>
                    <a:pt x="1466437" y="4619493"/>
                  </a:lnTo>
                  <a:lnTo>
                    <a:pt x="1466531" y="4619493"/>
                  </a:lnTo>
                  <a:lnTo>
                    <a:pt x="1466719" y="4619493"/>
                  </a:lnTo>
                  <a:lnTo>
                    <a:pt x="1466813" y="4619493"/>
                  </a:lnTo>
                  <a:lnTo>
                    <a:pt x="1467095" y="4619493"/>
                  </a:lnTo>
                  <a:lnTo>
                    <a:pt x="1467472" y="4619493"/>
                  </a:lnTo>
                  <a:lnTo>
                    <a:pt x="1467566" y="4619493"/>
                  </a:lnTo>
                  <a:lnTo>
                    <a:pt x="1467754" y="4619493"/>
                  </a:lnTo>
                  <a:lnTo>
                    <a:pt x="1468036" y="4619493"/>
                  </a:lnTo>
                  <a:lnTo>
                    <a:pt x="1468130" y="4619493"/>
                  </a:lnTo>
                  <a:lnTo>
                    <a:pt x="1468224" y="4619493"/>
                  </a:lnTo>
                  <a:lnTo>
                    <a:pt x="1468318" y="4619493"/>
                  </a:lnTo>
                  <a:lnTo>
                    <a:pt x="1468412" y="4614214"/>
                  </a:lnTo>
                  <a:lnTo>
                    <a:pt x="1469634" y="4614214"/>
                  </a:lnTo>
                  <a:lnTo>
                    <a:pt x="1469728" y="4614214"/>
                  </a:lnTo>
                  <a:lnTo>
                    <a:pt x="1469728" y="4608934"/>
                  </a:lnTo>
                  <a:lnTo>
                    <a:pt x="1469822" y="4608934"/>
                  </a:lnTo>
                  <a:lnTo>
                    <a:pt x="1469916" y="4608934"/>
                  </a:lnTo>
                  <a:lnTo>
                    <a:pt x="1470010" y="4608934"/>
                  </a:lnTo>
                  <a:lnTo>
                    <a:pt x="1470104" y="4608934"/>
                  </a:lnTo>
                  <a:lnTo>
                    <a:pt x="1470198" y="4608934"/>
                  </a:lnTo>
                  <a:lnTo>
                    <a:pt x="1470292" y="4608934"/>
                  </a:lnTo>
                  <a:lnTo>
                    <a:pt x="1470480" y="4608934"/>
                  </a:lnTo>
                  <a:lnTo>
                    <a:pt x="1470574" y="4608934"/>
                  </a:lnTo>
                  <a:lnTo>
                    <a:pt x="1470668" y="4608934"/>
                  </a:lnTo>
                  <a:lnTo>
                    <a:pt x="1470762" y="4608934"/>
                  </a:lnTo>
                  <a:lnTo>
                    <a:pt x="1470857" y="4608934"/>
                  </a:lnTo>
                  <a:lnTo>
                    <a:pt x="1470951" y="4608934"/>
                  </a:lnTo>
                  <a:lnTo>
                    <a:pt x="1471139" y="4608934"/>
                  </a:lnTo>
                  <a:lnTo>
                    <a:pt x="1471327" y="4608934"/>
                  </a:lnTo>
                  <a:lnTo>
                    <a:pt x="1471421" y="4608934"/>
                  </a:lnTo>
                  <a:lnTo>
                    <a:pt x="1471515" y="4608934"/>
                  </a:lnTo>
                  <a:lnTo>
                    <a:pt x="1471609" y="4608934"/>
                  </a:lnTo>
                  <a:lnTo>
                    <a:pt x="1471703" y="4608934"/>
                  </a:lnTo>
                  <a:lnTo>
                    <a:pt x="1471797" y="4608934"/>
                  </a:lnTo>
                  <a:lnTo>
                    <a:pt x="1471891" y="4608934"/>
                  </a:lnTo>
                  <a:lnTo>
                    <a:pt x="1471985" y="4608934"/>
                  </a:lnTo>
                  <a:lnTo>
                    <a:pt x="1472173" y="4608934"/>
                  </a:lnTo>
                  <a:lnTo>
                    <a:pt x="1472267" y="4608934"/>
                  </a:lnTo>
                  <a:lnTo>
                    <a:pt x="1472455" y="4608934"/>
                  </a:lnTo>
                  <a:lnTo>
                    <a:pt x="1472549" y="4608934"/>
                  </a:lnTo>
                  <a:lnTo>
                    <a:pt x="1472831" y="4608934"/>
                  </a:lnTo>
                  <a:lnTo>
                    <a:pt x="1473301" y="4608934"/>
                  </a:lnTo>
                  <a:lnTo>
                    <a:pt x="1473489" y="4608934"/>
                  </a:lnTo>
                  <a:lnTo>
                    <a:pt x="1473583" y="4608934"/>
                  </a:lnTo>
                  <a:lnTo>
                    <a:pt x="1473677" y="4608934"/>
                  </a:lnTo>
                  <a:lnTo>
                    <a:pt x="1473959" y="4608934"/>
                  </a:lnTo>
                  <a:lnTo>
                    <a:pt x="1474053" y="4608934"/>
                  </a:lnTo>
                  <a:lnTo>
                    <a:pt x="1474147" y="4608934"/>
                  </a:lnTo>
                  <a:lnTo>
                    <a:pt x="1474241" y="4608934"/>
                  </a:lnTo>
                  <a:lnTo>
                    <a:pt x="1474335" y="4608934"/>
                  </a:lnTo>
                  <a:lnTo>
                    <a:pt x="1474430" y="4608934"/>
                  </a:lnTo>
                  <a:lnTo>
                    <a:pt x="1474524" y="4608934"/>
                  </a:lnTo>
                  <a:lnTo>
                    <a:pt x="1474806" y="4608934"/>
                  </a:lnTo>
                  <a:lnTo>
                    <a:pt x="1474900" y="4608934"/>
                  </a:lnTo>
                  <a:lnTo>
                    <a:pt x="1474994" y="4608934"/>
                  </a:lnTo>
                  <a:lnTo>
                    <a:pt x="1475088" y="4608934"/>
                  </a:lnTo>
                  <a:lnTo>
                    <a:pt x="1475182" y="4608934"/>
                  </a:lnTo>
                  <a:lnTo>
                    <a:pt x="1475276" y="4608934"/>
                  </a:lnTo>
                  <a:lnTo>
                    <a:pt x="1475464" y="4608934"/>
                  </a:lnTo>
                  <a:lnTo>
                    <a:pt x="1475558" y="4608934"/>
                  </a:lnTo>
                  <a:lnTo>
                    <a:pt x="1475652" y="4608934"/>
                  </a:lnTo>
                  <a:lnTo>
                    <a:pt x="1476028" y="4608934"/>
                  </a:lnTo>
                  <a:lnTo>
                    <a:pt x="1476122" y="4608934"/>
                  </a:lnTo>
                  <a:lnTo>
                    <a:pt x="1476216" y="4608934"/>
                  </a:lnTo>
                  <a:lnTo>
                    <a:pt x="1476686" y="4608934"/>
                  </a:lnTo>
                  <a:lnTo>
                    <a:pt x="1476780" y="4608934"/>
                  </a:lnTo>
                  <a:lnTo>
                    <a:pt x="1476968" y="4608934"/>
                  </a:lnTo>
                  <a:lnTo>
                    <a:pt x="1477250" y="4608934"/>
                  </a:lnTo>
                  <a:lnTo>
                    <a:pt x="1477626" y="4608934"/>
                  </a:lnTo>
                  <a:lnTo>
                    <a:pt x="1477720" y="4608934"/>
                  </a:lnTo>
                  <a:lnTo>
                    <a:pt x="1477814" y="4608934"/>
                  </a:lnTo>
                  <a:lnTo>
                    <a:pt x="1477908" y="4608934"/>
                  </a:lnTo>
                  <a:lnTo>
                    <a:pt x="1478003" y="4608934"/>
                  </a:lnTo>
                  <a:lnTo>
                    <a:pt x="1478285" y="4603655"/>
                  </a:lnTo>
                  <a:lnTo>
                    <a:pt x="1478379" y="4603655"/>
                  </a:lnTo>
                  <a:lnTo>
                    <a:pt x="1478473" y="4603655"/>
                  </a:lnTo>
                  <a:lnTo>
                    <a:pt x="1478567" y="4603655"/>
                  </a:lnTo>
                  <a:lnTo>
                    <a:pt x="1478755" y="4603655"/>
                  </a:lnTo>
                  <a:lnTo>
                    <a:pt x="1479037" y="4603655"/>
                  </a:lnTo>
                  <a:lnTo>
                    <a:pt x="1479225" y="4603655"/>
                  </a:lnTo>
                  <a:lnTo>
                    <a:pt x="1479413" y="4603655"/>
                  </a:lnTo>
                  <a:lnTo>
                    <a:pt x="1479507" y="4603655"/>
                  </a:lnTo>
                  <a:lnTo>
                    <a:pt x="1479601" y="4603655"/>
                  </a:lnTo>
                  <a:lnTo>
                    <a:pt x="1479695" y="4603655"/>
                  </a:lnTo>
                  <a:lnTo>
                    <a:pt x="1480165" y="4603655"/>
                  </a:lnTo>
                  <a:lnTo>
                    <a:pt x="1480353" y="4603655"/>
                  </a:lnTo>
                  <a:lnTo>
                    <a:pt x="1480541" y="4603655"/>
                  </a:lnTo>
                  <a:lnTo>
                    <a:pt x="1480635" y="4603655"/>
                  </a:lnTo>
                  <a:lnTo>
                    <a:pt x="1480823" y="4603655"/>
                  </a:lnTo>
                  <a:lnTo>
                    <a:pt x="1480917" y="4603655"/>
                  </a:lnTo>
                  <a:lnTo>
                    <a:pt x="1481199" y="4603655"/>
                  </a:lnTo>
                  <a:lnTo>
                    <a:pt x="1481293" y="4603655"/>
                  </a:lnTo>
                  <a:lnTo>
                    <a:pt x="1481576" y="4603655"/>
                  </a:lnTo>
                  <a:lnTo>
                    <a:pt x="1481670" y="4603655"/>
                  </a:lnTo>
                  <a:lnTo>
                    <a:pt x="1481764" y="4603655"/>
                  </a:lnTo>
                  <a:lnTo>
                    <a:pt x="1482140" y="4603655"/>
                  </a:lnTo>
                  <a:lnTo>
                    <a:pt x="1482422" y="4603655"/>
                  </a:lnTo>
                  <a:lnTo>
                    <a:pt x="1482516" y="4603655"/>
                  </a:lnTo>
                  <a:lnTo>
                    <a:pt x="1482610" y="4603655"/>
                  </a:lnTo>
                  <a:lnTo>
                    <a:pt x="1482704" y="4603655"/>
                  </a:lnTo>
                  <a:lnTo>
                    <a:pt x="1482892" y="4603655"/>
                  </a:lnTo>
                  <a:lnTo>
                    <a:pt x="1482986" y="4603655"/>
                  </a:lnTo>
                  <a:lnTo>
                    <a:pt x="1483080" y="4603655"/>
                  </a:lnTo>
                  <a:lnTo>
                    <a:pt x="1483174" y="4603655"/>
                  </a:lnTo>
                  <a:lnTo>
                    <a:pt x="1483268" y="4603655"/>
                  </a:lnTo>
                  <a:lnTo>
                    <a:pt x="1483644" y="4598375"/>
                  </a:lnTo>
                  <a:lnTo>
                    <a:pt x="1483738" y="4598375"/>
                  </a:lnTo>
                  <a:lnTo>
                    <a:pt x="1483832" y="4598375"/>
                  </a:lnTo>
                  <a:lnTo>
                    <a:pt x="1484020" y="4598375"/>
                  </a:lnTo>
                  <a:lnTo>
                    <a:pt x="1484114" y="4598375"/>
                  </a:lnTo>
                  <a:lnTo>
                    <a:pt x="1484302" y="4598375"/>
                  </a:lnTo>
                  <a:lnTo>
                    <a:pt x="1484396" y="4598375"/>
                  </a:lnTo>
                  <a:lnTo>
                    <a:pt x="1484584" y="4598375"/>
                  </a:lnTo>
                  <a:lnTo>
                    <a:pt x="1484678" y="4598375"/>
                  </a:lnTo>
                  <a:lnTo>
                    <a:pt x="1484772" y="4598375"/>
                  </a:lnTo>
                  <a:lnTo>
                    <a:pt x="1484772" y="4593096"/>
                  </a:lnTo>
                  <a:lnTo>
                    <a:pt x="1485243" y="4593096"/>
                  </a:lnTo>
                  <a:lnTo>
                    <a:pt x="1485337" y="4593096"/>
                  </a:lnTo>
                  <a:lnTo>
                    <a:pt x="1485525" y="4593096"/>
                  </a:lnTo>
                  <a:lnTo>
                    <a:pt x="1485619" y="4593096"/>
                  </a:lnTo>
                  <a:lnTo>
                    <a:pt x="1485807" y="4593096"/>
                  </a:lnTo>
                  <a:lnTo>
                    <a:pt x="1485995" y="4593096"/>
                  </a:lnTo>
                  <a:lnTo>
                    <a:pt x="1486089" y="4593096"/>
                  </a:lnTo>
                  <a:lnTo>
                    <a:pt x="1486277" y="4593096"/>
                  </a:lnTo>
                  <a:lnTo>
                    <a:pt x="1486371" y="4593096"/>
                  </a:lnTo>
                  <a:lnTo>
                    <a:pt x="1486465" y="4593096"/>
                  </a:lnTo>
                  <a:lnTo>
                    <a:pt x="1486559" y="4593096"/>
                  </a:lnTo>
                  <a:lnTo>
                    <a:pt x="1486747" y="4593096"/>
                  </a:lnTo>
                  <a:lnTo>
                    <a:pt x="1487029" y="4593096"/>
                  </a:lnTo>
                  <a:lnTo>
                    <a:pt x="1487123" y="4593096"/>
                  </a:lnTo>
                  <a:lnTo>
                    <a:pt x="1487499" y="4593096"/>
                  </a:lnTo>
                  <a:lnTo>
                    <a:pt x="1487781" y="4593096"/>
                  </a:lnTo>
                  <a:lnTo>
                    <a:pt x="1487875" y="4593096"/>
                  </a:lnTo>
                  <a:lnTo>
                    <a:pt x="1487969" y="4593096"/>
                  </a:lnTo>
                  <a:lnTo>
                    <a:pt x="1488063" y="4593096"/>
                  </a:lnTo>
                  <a:lnTo>
                    <a:pt x="1488157" y="4593096"/>
                  </a:lnTo>
                  <a:lnTo>
                    <a:pt x="1488251" y="4593096"/>
                  </a:lnTo>
                  <a:lnTo>
                    <a:pt x="1488439" y="4593096"/>
                  </a:lnTo>
                  <a:lnTo>
                    <a:pt x="1488533" y="4593096"/>
                  </a:lnTo>
                  <a:lnTo>
                    <a:pt x="1488628" y="4593096"/>
                  </a:lnTo>
                  <a:lnTo>
                    <a:pt x="1488722" y="4593096"/>
                  </a:lnTo>
                  <a:lnTo>
                    <a:pt x="1488910" y="4593096"/>
                  </a:lnTo>
                  <a:lnTo>
                    <a:pt x="1489004" y="4593096"/>
                  </a:lnTo>
                  <a:lnTo>
                    <a:pt x="1489286" y="4593096"/>
                  </a:lnTo>
                  <a:lnTo>
                    <a:pt x="1490038" y="4593096"/>
                  </a:lnTo>
                  <a:lnTo>
                    <a:pt x="1490132" y="4593096"/>
                  </a:lnTo>
                  <a:lnTo>
                    <a:pt x="1490320" y="4593096"/>
                  </a:lnTo>
                  <a:lnTo>
                    <a:pt x="1490414" y="4593096"/>
                  </a:lnTo>
                  <a:lnTo>
                    <a:pt x="1490508" y="4593096"/>
                  </a:lnTo>
                  <a:lnTo>
                    <a:pt x="1490602" y="4593096"/>
                  </a:lnTo>
                  <a:lnTo>
                    <a:pt x="1490696" y="4593096"/>
                  </a:lnTo>
                  <a:lnTo>
                    <a:pt x="1490790" y="4593096"/>
                  </a:lnTo>
                  <a:lnTo>
                    <a:pt x="1491072" y="4593096"/>
                  </a:lnTo>
                  <a:lnTo>
                    <a:pt x="1492012" y="4587817"/>
                  </a:lnTo>
                  <a:lnTo>
                    <a:pt x="1492107" y="4587817"/>
                  </a:lnTo>
                  <a:lnTo>
                    <a:pt x="1492201" y="4587817"/>
                  </a:lnTo>
                  <a:lnTo>
                    <a:pt x="1492295" y="4587817"/>
                  </a:lnTo>
                  <a:lnTo>
                    <a:pt x="1492483" y="4587817"/>
                  </a:lnTo>
                  <a:lnTo>
                    <a:pt x="1492577" y="4587817"/>
                  </a:lnTo>
                  <a:lnTo>
                    <a:pt x="1492671" y="4587817"/>
                  </a:lnTo>
                  <a:lnTo>
                    <a:pt x="1492765" y="4582537"/>
                  </a:lnTo>
                  <a:lnTo>
                    <a:pt x="1492859" y="4582537"/>
                  </a:lnTo>
                  <a:lnTo>
                    <a:pt x="1492953" y="4582537"/>
                  </a:lnTo>
                  <a:lnTo>
                    <a:pt x="1493047" y="4582537"/>
                  </a:lnTo>
                  <a:lnTo>
                    <a:pt x="1493141" y="4582537"/>
                  </a:lnTo>
                  <a:lnTo>
                    <a:pt x="1493235" y="4582537"/>
                  </a:lnTo>
                  <a:lnTo>
                    <a:pt x="1493517" y="4582537"/>
                  </a:lnTo>
                  <a:lnTo>
                    <a:pt x="1493705" y="4577258"/>
                  </a:lnTo>
                  <a:lnTo>
                    <a:pt x="1493987" y="4577258"/>
                  </a:lnTo>
                  <a:lnTo>
                    <a:pt x="1494175" y="4577258"/>
                  </a:lnTo>
                  <a:lnTo>
                    <a:pt x="1494269" y="4577258"/>
                  </a:lnTo>
                  <a:lnTo>
                    <a:pt x="1494363" y="4577258"/>
                  </a:lnTo>
                  <a:lnTo>
                    <a:pt x="1494457" y="4577258"/>
                  </a:lnTo>
                  <a:lnTo>
                    <a:pt x="1494645" y="4577258"/>
                  </a:lnTo>
                  <a:lnTo>
                    <a:pt x="1494739" y="4577258"/>
                  </a:lnTo>
                  <a:lnTo>
                    <a:pt x="1495021" y="4577258"/>
                  </a:lnTo>
                  <a:lnTo>
                    <a:pt x="1495115" y="4577258"/>
                  </a:lnTo>
                  <a:lnTo>
                    <a:pt x="1495303" y="4577258"/>
                  </a:lnTo>
                  <a:lnTo>
                    <a:pt x="1495397" y="4577258"/>
                  </a:lnTo>
                  <a:lnTo>
                    <a:pt x="1495774" y="4577258"/>
                  </a:lnTo>
                  <a:lnTo>
                    <a:pt x="1495868" y="4577258"/>
                  </a:lnTo>
                  <a:lnTo>
                    <a:pt x="1496056" y="4577258"/>
                  </a:lnTo>
                  <a:lnTo>
                    <a:pt x="1496150" y="4577258"/>
                  </a:lnTo>
                  <a:lnTo>
                    <a:pt x="1496338" y="4577258"/>
                  </a:lnTo>
                  <a:lnTo>
                    <a:pt x="1496432" y="4577258"/>
                  </a:lnTo>
                  <a:lnTo>
                    <a:pt x="1496526" y="4577258"/>
                  </a:lnTo>
                  <a:lnTo>
                    <a:pt x="1496808" y="4577258"/>
                  </a:lnTo>
                  <a:lnTo>
                    <a:pt x="1496902" y="4577258"/>
                  </a:lnTo>
                  <a:lnTo>
                    <a:pt x="1496996" y="4577258"/>
                  </a:lnTo>
                  <a:lnTo>
                    <a:pt x="1497090" y="4577258"/>
                  </a:lnTo>
                  <a:lnTo>
                    <a:pt x="1497184" y="4577258"/>
                  </a:lnTo>
                  <a:lnTo>
                    <a:pt x="1497372" y="4577258"/>
                  </a:lnTo>
                  <a:lnTo>
                    <a:pt x="1497466" y="4577258"/>
                  </a:lnTo>
                  <a:lnTo>
                    <a:pt x="1497654" y="4577258"/>
                  </a:lnTo>
                  <a:lnTo>
                    <a:pt x="1497748" y="4577258"/>
                  </a:lnTo>
                  <a:lnTo>
                    <a:pt x="1497842" y="4577258"/>
                  </a:lnTo>
                  <a:lnTo>
                    <a:pt x="1498030" y="4577258"/>
                  </a:lnTo>
                  <a:lnTo>
                    <a:pt x="1498218" y="4577258"/>
                  </a:lnTo>
                  <a:lnTo>
                    <a:pt x="1498312" y="4577258"/>
                  </a:lnTo>
                  <a:lnTo>
                    <a:pt x="1498406" y="4577258"/>
                  </a:lnTo>
                  <a:lnTo>
                    <a:pt x="1498500" y="4577258"/>
                  </a:lnTo>
                  <a:lnTo>
                    <a:pt x="1498594" y="4577258"/>
                  </a:lnTo>
                  <a:lnTo>
                    <a:pt x="1498688" y="4577258"/>
                  </a:lnTo>
                  <a:lnTo>
                    <a:pt x="1498782" y="4577258"/>
                  </a:lnTo>
                  <a:lnTo>
                    <a:pt x="1498970" y="4577258"/>
                  </a:lnTo>
                  <a:lnTo>
                    <a:pt x="1499064" y="4577258"/>
                  </a:lnTo>
                  <a:lnTo>
                    <a:pt x="1499158" y="4577258"/>
                  </a:lnTo>
                  <a:lnTo>
                    <a:pt x="1499535" y="4577258"/>
                  </a:lnTo>
                  <a:lnTo>
                    <a:pt x="1499629" y="4577258"/>
                  </a:lnTo>
                  <a:lnTo>
                    <a:pt x="1500099" y="4577258"/>
                  </a:lnTo>
                  <a:lnTo>
                    <a:pt x="1500193" y="4577258"/>
                  </a:lnTo>
                  <a:lnTo>
                    <a:pt x="1500381" y="4577258"/>
                  </a:lnTo>
                  <a:lnTo>
                    <a:pt x="1500757" y="4577258"/>
                  </a:lnTo>
                  <a:lnTo>
                    <a:pt x="1501039" y="4577258"/>
                  </a:lnTo>
                  <a:lnTo>
                    <a:pt x="1501133" y="4577258"/>
                  </a:lnTo>
                  <a:lnTo>
                    <a:pt x="1501415" y="4577258"/>
                  </a:lnTo>
                  <a:lnTo>
                    <a:pt x="1501509" y="4577258"/>
                  </a:lnTo>
                  <a:lnTo>
                    <a:pt x="1501697" y="4577258"/>
                  </a:lnTo>
                  <a:lnTo>
                    <a:pt x="1501885" y="4577258"/>
                  </a:lnTo>
                  <a:lnTo>
                    <a:pt x="1502073" y="4577258"/>
                  </a:lnTo>
                  <a:lnTo>
                    <a:pt x="1502261" y="4577258"/>
                  </a:lnTo>
                  <a:lnTo>
                    <a:pt x="1502449" y="4577258"/>
                  </a:lnTo>
                  <a:lnTo>
                    <a:pt x="1502543" y="4577258"/>
                  </a:lnTo>
                  <a:lnTo>
                    <a:pt x="1502637" y="4577258"/>
                  </a:lnTo>
                  <a:lnTo>
                    <a:pt x="1502732" y="4577258"/>
                  </a:lnTo>
                  <a:lnTo>
                    <a:pt x="1503014" y="4577258"/>
                  </a:lnTo>
                  <a:lnTo>
                    <a:pt x="1503390" y="4577258"/>
                  </a:lnTo>
                  <a:lnTo>
                    <a:pt x="1503578" y="4577258"/>
                  </a:lnTo>
                  <a:lnTo>
                    <a:pt x="1503672" y="4577258"/>
                  </a:lnTo>
                  <a:lnTo>
                    <a:pt x="1503766" y="4577258"/>
                  </a:lnTo>
                  <a:lnTo>
                    <a:pt x="1503860" y="4577258"/>
                  </a:lnTo>
                  <a:lnTo>
                    <a:pt x="1503954" y="4577258"/>
                  </a:lnTo>
                  <a:lnTo>
                    <a:pt x="1504048" y="4577258"/>
                  </a:lnTo>
                  <a:lnTo>
                    <a:pt x="1504142" y="4577258"/>
                  </a:lnTo>
                  <a:lnTo>
                    <a:pt x="1504236" y="4577258"/>
                  </a:lnTo>
                  <a:lnTo>
                    <a:pt x="1504330" y="4577258"/>
                  </a:lnTo>
                  <a:lnTo>
                    <a:pt x="1504424" y="4577258"/>
                  </a:lnTo>
                  <a:lnTo>
                    <a:pt x="1504706" y="4577258"/>
                  </a:lnTo>
                  <a:lnTo>
                    <a:pt x="1505082" y="4577258"/>
                  </a:lnTo>
                  <a:lnTo>
                    <a:pt x="1505176" y="4577258"/>
                  </a:lnTo>
                  <a:lnTo>
                    <a:pt x="1505270" y="4577258"/>
                  </a:lnTo>
                  <a:lnTo>
                    <a:pt x="1505646" y="4577258"/>
                  </a:lnTo>
                  <a:lnTo>
                    <a:pt x="1506022" y="4577258"/>
                  </a:lnTo>
                  <a:lnTo>
                    <a:pt x="1506116" y="4577258"/>
                  </a:lnTo>
                  <a:lnTo>
                    <a:pt x="1506399" y="4577258"/>
                  </a:lnTo>
                  <a:lnTo>
                    <a:pt x="1506587" y="4577258"/>
                  </a:lnTo>
                  <a:lnTo>
                    <a:pt x="1506681" y="4577258"/>
                  </a:lnTo>
                  <a:lnTo>
                    <a:pt x="1506775" y="4577258"/>
                  </a:lnTo>
                  <a:lnTo>
                    <a:pt x="1506869" y="4577258"/>
                  </a:lnTo>
                  <a:lnTo>
                    <a:pt x="1507057" y="4577258"/>
                  </a:lnTo>
                  <a:lnTo>
                    <a:pt x="1507245" y="4577258"/>
                  </a:lnTo>
                  <a:lnTo>
                    <a:pt x="1507339" y="4577258"/>
                  </a:lnTo>
                  <a:lnTo>
                    <a:pt x="1507433" y="4577258"/>
                  </a:lnTo>
                  <a:lnTo>
                    <a:pt x="1508185" y="4577258"/>
                  </a:lnTo>
                  <a:lnTo>
                    <a:pt x="1508279" y="4577258"/>
                  </a:lnTo>
                  <a:lnTo>
                    <a:pt x="1508373" y="4577258"/>
                  </a:lnTo>
                  <a:lnTo>
                    <a:pt x="1508467" y="4577258"/>
                  </a:lnTo>
                  <a:lnTo>
                    <a:pt x="1508561" y="4577258"/>
                  </a:lnTo>
                  <a:lnTo>
                    <a:pt x="1508843" y="4577258"/>
                  </a:lnTo>
                  <a:lnTo>
                    <a:pt x="1508937" y="4577258"/>
                  </a:lnTo>
                  <a:lnTo>
                    <a:pt x="1509125" y="4577258"/>
                  </a:lnTo>
                  <a:lnTo>
                    <a:pt x="1509313" y="4577258"/>
                  </a:lnTo>
                  <a:lnTo>
                    <a:pt x="1509407" y="4577258"/>
                  </a:lnTo>
                  <a:lnTo>
                    <a:pt x="1509501" y="4577258"/>
                  </a:lnTo>
                  <a:lnTo>
                    <a:pt x="1509783" y="4577258"/>
                  </a:lnTo>
                  <a:lnTo>
                    <a:pt x="1510536" y="4577258"/>
                  </a:lnTo>
                  <a:lnTo>
                    <a:pt x="1510630" y="4577258"/>
                  </a:lnTo>
                  <a:lnTo>
                    <a:pt x="1510818" y="4577258"/>
                  </a:lnTo>
                  <a:lnTo>
                    <a:pt x="1510912" y="4577258"/>
                  </a:lnTo>
                  <a:lnTo>
                    <a:pt x="1511006" y="4577258"/>
                  </a:lnTo>
                  <a:lnTo>
                    <a:pt x="1511100" y="4577258"/>
                  </a:lnTo>
                  <a:lnTo>
                    <a:pt x="1511758" y="4577258"/>
                  </a:lnTo>
                  <a:lnTo>
                    <a:pt x="1511852" y="4577258"/>
                  </a:lnTo>
                  <a:lnTo>
                    <a:pt x="1512228" y="4577258"/>
                  </a:lnTo>
                  <a:lnTo>
                    <a:pt x="1512416" y="4577258"/>
                  </a:lnTo>
                  <a:lnTo>
                    <a:pt x="1512510" y="4577258"/>
                  </a:lnTo>
                  <a:lnTo>
                    <a:pt x="1512604" y="4577258"/>
                  </a:lnTo>
                  <a:lnTo>
                    <a:pt x="1512792" y="4577258"/>
                  </a:lnTo>
                  <a:lnTo>
                    <a:pt x="1512980" y="4577258"/>
                  </a:lnTo>
                  <a:lnTo>
                    <a:pt x="1513074" y="4577258"/>
                  </a:lnTo>
                  <a:lnTo>
                    <a:pt x="1513356" y="4577258"/>
                  </a:lnTo>
                  <a:lnTo>
                    <a:pt x="1513545" y="4577258"/>
                  </a:lnTo>
                  <a:lnTo>
                    <a:pt x="1513639" y="4571978"/>
                  </a:lnTo>
                  <a:lnTo>
                    <a:pt x="1513733" y="4571978"/>
                  </a:lnTo>
                  <a:lnTo>
                    <a:pt x="1513827" y="4571978"/>
                  </a:lnTo>
                  <a:lnTo>
                    <a:pt x="1513921" y="4571978"/>
                  </a:lnTo>
                  <a:lnTo>
                    <a:pt x="1514109" y="4571978"/>
                  </a:lnTo>
                  <a:lnTo>
                    <a:pt x="1514297" y="4571978"/>
                  </a:lnTo>
                  <a:lnTo>
                    <a:pt x="1514391" y="4571978"/>
                  </a:lnTo>
                  <a:lnTo>
                    <a:pt x="1514579" y="4571978"/>
                  </a:lnTo>
                  <a:lnTo>
                    <a:pt x="1514673" y="4571978"/>
                  </a:lnTo>
                  <a:lnTo>
                    <a:pt x="1514861" y="4571978"/>
                  </a:lnTo>
                  <a:lnTo>
                    <a:pt x="1514955" y="4571978"/>
                  </a:lnTo>
                  <a:lnTo>
                    <a:pt x="1515143" y="4566699"/>
                  </a:lnTo>
                  <a:lnTo>
                    <a:pt x="1515331" y="4566699"/>
                  </a:lnTo>
                  <a:lnTo>
                    <a:pt x="1515425" y="4566699"/>
                  </a:lnTo>
                  <a:lnTo>
                    <a:pt x="1515707" y="4566699"/>
                  </a:lnTo>
                  <a:lnTo>
                    <a:pt x="1515801" y="4566699"/>
                  </a:lnTo>
                  <a:lnTo>
                    <a:pt x="1515989" y="4566699"/>
                  </a:lnTo>
                  <a:lnTo>
                    <a:pt x="1516083" y="4566699"/>
                  </a:lnTo>
                  <a:lnTo>
                    <a:pt x="1516365" y="4566699"/>
                  </a:lnTo>
                  <a:lnTo>
                    <a:pt x="1516647" y="4566699"/>
                  </a:lnTo>
                  <a:lnTo>
                    <a:pt x="1516835" y="4566699"/>
                  </a:lnTo>
                  <a:lnTo>
                    <a:pt x="1517024" y="4566699"/>
                  </a:lnTo>
                  <a:lnTo>
                    <a:pt x="1517776" y="4566699"/>
                  </a:lnTo>
                  <a:lnTo>
                    <a:pt x="1517964" y="4561420"/>
                  </a:lnTo>
                  <a:lnTo>
                    <a:pt x="1518152" y="4561420"/>
                  </a:lnTo>
                  <a:lnTo>
                    <a:pt x="1518246" y="4561420"/>
                  </a:lnTo>
                  <a:lnTo>
                    <a:pt x="1518340" y="4561420"/>
                  </a:lnTo>
                  <a:lnTo>
                    <a:pt x="1518434" y="4561420"/>
                  </a:lnTo>
                  <a:lnTo>
                    <a:pt x="1518528" y="4561420"/>
                  </a:lnTo>
                  <a:lnTo>
                    <a:pt x="1518716" y="4561420"/>
                  </a:lnTo>
                  <a:lnTo>
                    <a:pt x="1518998" y="4561420"/>
                  </a:lnTo>
                  <a:lnTo>
                    <a:pt x="1519092" y="4561420"/>
                  </a:lnTo>
                  <a:lnTo>
                    <a:pt x="1519092" y="4556140"/>
                  </a:lnTo>
                  <a:lnTo>
                    <a:pt x="1519186" y="4556140"/>
                  </a:lnTo>
                  <a:lnTo>
                    <a:pt x="1519280" y="4556140"/>
                  </a:lnTo>
                  <a:lnTo>
                    <a:pt x="1519374" y="4556140"/>
                  </a:lnTo>
                  <a:lnTo>
                    <a:pt x="1519468" y="4556140"/>
                  </a:lnTo>
                  <a:lnTo>
                    <a:pt x="1519562" y="4556140"/>
                  </a:lnTo>
                  <a:lnTo>
                    <a:pt x="1519656" y="4556140"/>
                  </a:lnTo>
                  <a:lnTo>
                    <a:pt x="1519844" y="4556140"/>
                  </a:lnTo>
                  <a:lnTo>
                    <a:pt x="1519938" y="4556140"/>
                  </a:lnTo>
                  <a:lnTo>
                    <a:pt x="1520032" y="4556140"/>
                  </a:lnTo>
                  <a:lnTo>
                    <a:pt x="1520126" y="4556140"/>
                  </a:lnTo>
                  <a:lnTo>
                    <a:pt x="1520314" y="4556140"/>
                  </a:lnTo>
                  <a:lnTo>
                    <a:pt x="1520503" y="4556140"/>
                  </a:lnTo>
                  <a:lnTo>
                    <a:pt x="1520597" y="4556140"/>
                  </a:lnTo>
                  <a:lnTo>
                    <a:pt x="1520785" y="4556140"/>
                  </a:lnTo>
                  <a:lnTo>
                    <a:pt x="1520879" y="4556140"/>
                  </a:lnTo>
                  <a:lnTo>
                    <a:pt x="1521067" y="4556140"/>
                  </a:lnTo>
                  <a:lnTo>
                    <a:pt x="1523229" y="4556140"/>
                  </a:lnTo>
                  <a:lnTo>
                    <a:pt x="1523323" y="4556140"/>
                  </a:lnTo>
                  <a:lnTo>
                    <a:pt x="1523511" y="4556140"/>
                  </a:lnTo>
                  <a:lnTo>
                    <a:pt x="1523981" y="4556140"/>
                  </a:lnTo>
                  <a:lnTo>
                    <a:pt x="1524546" y="4556140"/>
                  </a:lnTo>
                  <a:lnTo>
                    <a:pt x="1524828" y="4556140"/>
                  </a:lnTo>
                  <a:lnTo>
                    <a:pt x="1525110" y="4556140"/>
                  </a:lnTo>
                  <a:lnTo>
                    <a:pt x="1525204" y="4556140"/>
                  </a:lnTo>
                  <a:lnTo>
                    <a:pt x="1525298" y="4556140"/>
                  </a:lnTo>
                  <a:lnTo>
                    <a:pt x="1525392" y="4556140"/>
                  </a:lnTo>
                  <a:lnTo>
                    <a:pt x="1525674" y="4556140"/>
                  </a:lnTo>
                  <a:lnTo>
                    <a:pt x="1525768" y="4556140"/>
                  </a:lnTo>
                  <a:lnTo>
                    <a:pt x="1525862" y="4556140"/>
                  </a:lnTo>
                  <a:lnTo>
                    <a:pt x="1525956" y="4556140"/>
                  </a:lnTo>
                  <a:lnTo>
                    <a:pt x="1526050" y="4556140"/>
                  </a:lnTo>
                  <a:lnTo>
                    <a:pt x="1526144" y="4556140"/>
                  </a:lnTo>
                  <a:lnTo>
                    <a:pt x="1526238" y="4556140"/>
                  </a:lnTo>
                  <a:lnTo>
                    <a:pt x="1526332" y="4556140"/>
                  </a:lnTo>
                  <a:lnTo>
                    <a:pt x="1526520" y="4556140"/>
                  </a:lnTo>
                  <a:lnTo>
                    <a:pt x="1526614" y="4556140"/>
                  </a:lnTo>
                  <a:lnTo>
                    <a:pt x="1527178" y="4556140"/>
                  </a:lnTo>
                  <a:lnTo>
                    <a:pt x="1527178" y="4550861"/>
                  </a:lnTo>
                  <a:lnTo>
                    <a:pt x="1527272" y="4550861"/>
                  </a:lnTo>
                  <a:lnTo>
                    <a:pt x="1527460" y="4550861"/>
                  </a:lnTo>
                  <a:lnTo>
                    <a:pt x="1527743" y="4550861"/>
                  </a:lnTo>
                  <a:lnTo>
                    <a:pt x="1527837" y="4550861"/>
                  </a:lnTo>
                  <a:lnTo>
                    <a:pt x="1527931" y="4550861"/>
                  </a:lnTo>
                  <a:lnTo>
                    <a:pt x="1528025" y="4550861"/>
                  </a:lnTo>
                  <a:lnTo>
                    <a:pt x="1528025" y="4545581"/>
                  </a:lnTo>
                  <a:lnTo>
                    <a:pt x="1528307" y="4545581"/>
                  </a:lnTo>
                  <a:lnTo>
                    <a:pt x="1528401" y="4545581"/>
                  </a:lnTo>
                  <a:lnTo>
                    <a:pt x="1528495" y="4545581"/>
                  </a:lnTo>
                  <a:lnTo>
                    <a:pt x="1528589" y="4545581"/>
                  </a:lnTo>
                  <a:lnTo>
                    <a:pt x="1528683" y="4545581"/>
                  </a:lnTo>
                  <a:lnTo>
                    <a:pt x="1528777" y="4545581"/>
                  </a:lnTo>
                  <a:lnTo>
                    <a:pt x="1528871" y="4545581"/>
                  </a:lnTo>
                  <a:lnTo>
                    <a:pt x="1528965" y="4545581"/>
                  </a:lnTo>
                  <a:lnTo>
                    <a:pt x="1529059" y="4545581"/>
                  </a:lnTo>
                  <a:lnTo>
                    <a:pt x="1529153" y="4545581"/>
                  </a:lnTo>
                  <a:lnTo>
                    <a:pt x="1529247" y="4545581"/>
                  </a:lnTo>
                  <a:lnTo>
                    <a:pt x="1529435" y="4545581"/>
                  </a:lnTo>
                  <a:lnTo>
                    <a:pt x="1529529" y="4545581"/>
                  </a:lnTo>
                  <a:lnTo>
                    <a:pt x="1529623" y="4545581"/>
                  </a:lnTo>
                  <a:lnTo>
                    <a:pt x="1529717" y="4545581"/>
                  </a:lnTo>
                  <a:lnTo>
                    <a:pt x="1530093" y="4545581"/>
                  </a:lnTo>
                  <a:lnTo>
                    <a:pt x="1530187" y="4545581"/>
                  </a:lnTo>
                  <a:lnTo>
                    <a:pt x="1530281" y="4545581"/>
                  </a:lnTo>
                  <a:lnTo>
                    <a:pt x="1530469" y="4545581"/>
                  </a:lnTo>
                  <a:lnTo>
                    <a:pt x="1530563" y="4545581"/>
                  </a:lnTo>
                  <a:lnTo>
                    <a:pt x="1530657" y="4545581"/>
                  </a:lnTo>
                  <a:lnTo>
                    <a:pt x="1530845" y="4545581"/>
                  </a:lnTo>
                  <a:lnTo>
                    <a:pt x="1531222" y="4545581"/>
                  </a:lnTo>
                  <a:lnTo>
                    <a:pt x="1531504" y="4545581"/>
                  </a:lnTo>
                  <a:lnTo>
                    <a:pt x="1531786" y="4545581"/>
                  </a:lnTo>
                  <a:lnTo>
                    <a:pt x="1531974" y="4545581"/>
                  </a:lnTo>
                  <a:lnTo>
                    <a:pt x="1532068" y="4545581"/>
                  </a:lnTo>
                  <a:lnTo>
                    <a:pt x="1532444" y="4545581"/>
                  </a:lnTo>
                  <a:lnTo>
                    <a:pt x="1532632" y="4545581"/>
                  </a:lnTo>
                  <a:lnTo>
                    <a:pt x="1532726" y="4545581"/>
                  </a:lnTo>
                  <a:lnTo>
                    <a:pt x="1532820" y="4545581"/>
                  </a:lnTo>
                  <a:lnTo>
                    <a:pt x="1532914" y="4545581"/>
                  </a:lnTo>
                  <a:lnTo>
                    <a:pt x="1533102" y="4545581"/>
                  </a:lnTo>
                  <a:lnTo>
                    <a:pt x="1533196" y="4545581"/>
                  </a:lnTo>
                  <a:lnTo>
                    <a:pt x="1533290" y="4545581"/>
                  </a:lnTo>
                  <a:lnTo>
                    <a:pt x="1533478" y="4545581"/>
                  </a:lnTo>
                  <a:lnTo>
                    <a:pt x="1533854" y="4545581"/>
                  </a:lnTo>
                  <a:lnTo>
                    <a:pt x="1534042" y="4545581"/>
                  </a:lnTo>
                  <a:lnTo>
                    <a:pt x="1534136" y="4545581"/>
                  </a:lnTo>
                  <a:lnTo>
                    <a:pt x="1534230" y="4545581"/>
                  </a:lnTo>
                  <a:lnTo>
                    <a:pt x="1534324" y="4545581"/>
                  </a:lnTo>
                  <a:lnTo>
                    <a:pt x="1534512" y="4545581"/>
                  </a:lnTo>
                  <a:lnTo>
                    <a:pt x="1534701" y="4540302"/>
                  </a:lnTo>
                  <a:lnTo>
                    <a:pt x="1534889" y="4535022"/>
                  </a:lnTo>
                  <a:lnTo>
                    <a:pt x="1535077" y="4535022"/>
                  </a:lnTo>
                  <a:lnTo>
                    <a:pt x="1535265" y="4535022"/>
                  </a:lnTo>
                  <a:lnTo>
                    <a:pt x="1535641" y="4535022"/>
                  </a:lnTo>
                  <a:lnTo>
                    <a:pt x="1535735" y="4535022"/>
                  </a:lnTo>
                  <a:lnTo>
                    <a:pt x="1535829" y="4535022"/>
                  </a:lnTo>
                  <a:lnTo>
                    <a:pt x="1536205" y="4535022"/>
                  </a:lnTo>
                  <a:lnTo>
                    <a:pt x="1536393" y="4535022"/>
                  </a:lnTo>
                  <a:lnTo>
                    <a:pt x="1536487" y="4535022"/>
                  </a:lnTo>
                  <a:lnTo>
                    <a:pt x="1536675" y="4535022"/>
                  </a:lnTo>
                  <a:lnTo>
                    <a:pt x="1536675" y="4529743"/>
                  </a:lnTo>
                  <a:lnTo>
                    <a:pt x="1536957" y="4529743"/>
                  </a:lnTo>
                  <a:lnTo>
                    <a:pt x="1537239" y="4529743"/>
                  </a:lnTo>
                  <a:lnTo>
                    <a:pt x="1537333" y="4529743"/>
                  </a:lnTo>
                  <a:lnTo>
                    <a:pt x="1537427" y="4529743"/>
                  </a:lnTo>
                  <a:lnTo>
                    <a:pt x="1537521" y="4529743"/>
                  </a:lnTo>
                  <a:lnTo>
                    <a:pt x="1537709" y="4529743"/>
                  </a:lnTo>
                  <a:lnTo>
                    <a:pt x="1537897" y="4529743"/>
                  </a:lnTo>
                  <a:lnTo>
                    <a:pt x="1537991" y="4529743"/>
                  </a:lnTo>
                  <a:lnTo>
                    <a:pt x="1538085" y="4529743"/>
                  </a:lnTo>
                  <a:lnTo>
                    <a:pt x="1538180" y="4529743"/>
                  </a:lnTo>
                  <a:lnTo>
                    <a:pt x="1538368" y="4529743"/>
                  </a:lnTo>
                  <a:lnTo>
                    <a:pt x="1538650" y="4529743"/>
                  </a:lnTo>
                  <a:lnTo>
                    <a:pt x="1538932" y="4529743"/>
                  </a:lnTo>
                  <a:lnTo>
                    <a:pt x="1539026" y="4529743"/>
                  </a:lnTo>
                  <a:lnTo>
                    <a:pt x="1539214" y="4529743"/>
                  </a:lnTo>
                  <a:lnTo>
                    <a:pt x="1539496" y="4529743"/>
                  </a:lnTo>
                  <a:lnTo>
                    <a:pt x="1539590" y="4529743"/>
                  </a:lnTo>
                  <a:lnTo>
                    <a:pt x="1539872" y="4529743"/>
                  </a:lnTo>
                  <a:lnTo>
                    <a:pt x="1539966" y="4529743"/>
                  </a:lnTo>
                  <a:lnTo>
                    <a:pt x="1540154" y="4529743"/>
                  </a:lnTo>
                  <a:lnTo>
                    <a:pt x="1540342" y="4524464"/>
                  </a:lnTo>
                  <a:lnTo>
                    <a:pt x="1541658" y="4524464"/>
                  </a:lnTo>
                  <a:lnTo>
                    <a:pt x="1541753" y="4524464"/>
                  </a:lnTo>
                  <a:lnTo>
                    <a:pt x="1541941" y="4524464"/>
                  </a:lnTo>
                  <a:lnTo>
                    <a:pt x="1542035" y="4524464"/>
                  </a:lnTo>
                  <a:lnTo>
                    <a:pt x="1542129" y="4524464"/>
                  </a:lnTo>
                  <a:lnTo>
                    <a:pt x="1542223" y="4524464"/>
                  </a:lnTo>
                  <a:lnTo>
                    <a:pt x="1542411" y="4524464"/>
                  </a:lnTo>
                  <a:lnTo>
                    <a:pt x="1542693" y="4524464"/>
                  </a:lnTo>
                  <a:lnTo>
                    <a:pt x="1542787" y="4524464"/>
                  </a:lnTo>
                  <a:lnTo>
                    <a:pt x="1542881" y="4524464"/>
                  </a:lnTo>
                  <a:lnTo>
                    <a:pt x="1543069" y="4524464"/>
                  </a:lnTo>
                  <a:lnTo>
                    <a:pt x="1543163" y="4524464"/>
                  </a:lnTo>
                  <a:lnTo>
                    <a:pt x="1543257" y="4524464"/>
                  </a:lnTo>
                  <a:lnTo>
                    <a:pt x="1543633" y="4524464"/>
                  </a:lnTo>
                  <a:lnTo>
                    <a:pt x="1543821" y="4524464"/>
                  </a:lnTo>
                  <a:lnTo>
                    <a:pt x="1543915" y="4524464"/>
                  </a:lnTo>
                  <a:lnTo>
                    <a:pt x="1544009" y="4524464"/>
                  </a:lnTo>
                  <a:lnTo>
                    <a:pt x="1544103" y="4524464"/>
                  </a:lnTo>
                  <a:lnTo>
                    <a:pt x="1544479" y="4524464"/>
                  </a:lnTo>
                  <a:lnTo>
                    <a:pt x="1544573" y="4524464"/>
                  </a:lnTo>
                  <a:lnTo>
                    <a:pt x="1544667" y="4524464"/>
                  </a:lnTo>
                  <a:lnTo>
                    <a:pt x="1545514" y="4524464"/>
                  </a:lnTo>
                  <a:lnTo>
                    <a:pt x="1545608" y="4524464"/>
                  </a:lnTo>
                  <a:lnTo>
                    <a:pt x="1545702" y="4524464"/>
                  </a:lnTo>
                  <a:lnTo>
                    <a:pt x="1545796" y="4524464"/>
                  </a:lnTo>
                  <a:lnTo>
                    <a:pt x="1546172" y="4524464"/>
                  </a:lnTo>
                  <a:lnTo>
                    <a:pt x="1546360" y="4524464"/>
                  </a:lnTo>
                  <a:lnTo>
                    <a:pt x="1546454" y="4524464"/>
                  </a:lnTo>
                  <a:lnTo>
                    <a:pt x="1546642" y="4524464"/>
                  </a:lnTo>
                  <a:lnTo>
                    <a:pt x="1546736" y="4524464"/>
                  </a:lnTo>
                  <a:lnTo>
                    <a:pt x="1547018" y="4524464"/>
                  </a:lnTo>
                  <a:lnTo>
                    <a:pt x="1547206" y="4524464"/>
                  </a:lnTo>
                  <a:lnTo>
                    <a:pt x="1547206" y="4519184"/>
                  </a:lnTo>
                  <a:lnTo>
                    <a:pt x="1547394" y="4519184"/>
                  </a:lnTo>
                  <a:lnTo>
                    <a:pt x="1547488" y="4519184"/>
                  </a:lnTo>
                  <a:lnTo>
                    <a:pt x="1547770" y="4519184"/>
                  </a:lnTo>
                  <a:lnTo>
                    <a:pt x="1547864" y="4519184"/>
                  </a:lnTo>
                  <a:lnTo>
                    <a:pt x="1547958" y="4519184"/>
                  </a:lnTo>
                  <a:lnTo>
                    <a:pt x="1548146" y="4519184"/>
                  </a:lnTo>
                  <a:lnTo>
                    <a:pt x="1548240" y="4519184"/>
                  </a:lnTo>
                  <a:lnTo>
                    <a:pt x="1548334" y="4519184"/>
                  </a:lnTo>
                  <a:lnTo>
                    <a:pt x="1548428" y="4519184"/>
                  </a:lnTo>
                  <a:lnTo>
                    <a:pt x="1548616" y="4519184"/>
                  </a:lnTo>
                  <a:lnTo>
                    <a:pt x="1548899" y="4519184"/>
                  </a:lnTo>
                  <a:lnTo>
                    <a:pt x="1548993" y="4519184"/>
                  </a:lnTo>
                  <a:lnTo>
                    <a:pt x="1549181" y="4519184"/>
                  </a:lnTo>
                  <a:lnTo>
                    <a:pt x="1549275" y="4519184"/>
                  </a:lnTo>
                  <a:lnTo>
                    <a:pt x="1549463" y="4519184"/>
                  </a:lnTo>
                  <a:lnTo>
                    <a:pt x="1549839" y="4519184"/>
                  </a:lnTo>
                  <a:lnTo>
                    <a:pt x="1549933" y="4519184"/>
                  </a:lnTo>
                  <a:lnTo>
                    <a:pt x="1550027" y="4519184"/>
                  </a:lnTo>
                  <a:lnTo>
                    <a:pt x="1550121" y="4519184"/>
                  </a:lnTo>
                  <a:lnTo>
                    <a:pt x="1550403" y="4519184"/>
                  </a:lnTo>
                  <a:lnTo>
                    <a:pt x="1550497" y="4519184"/>
                  </a:lnTo>
                  <a:lnTo>
                    <a:pt x="1550591" y="4519184"/>
                  </a:lnTo>
                  <a:lnTo>
                    <a:pt x="1550685" y="4519184"/>
                  </a:lnTo>
                  <a:lnTo>
                    <a:pt x="1550967" y="4519184"/>
                  </a:lnTo>
                  <a:lnTo>
                    <a:pt x="1551155" y="4519184"/>
                  </a:lnTo>
                  <a:lnTo>
                    <a:pt x="1551531" y="4519184"/>
                  </a:lnTo>
                  <a:lnTo>
                    <a:pt x="1551625" y="4519184"/>
                  </a:lnTo>
                  <a:lnTo>
                    <a:pt x="1551813" y="4519184"/>
                  </a:lnTo>
                  <a:lnTo>
                    <a:pt x="1552095" y="4519184"/>
                  </a:lnTo>
                  <a:lnTo>
                    <a:pt x="1552189" y="4519184"/>
                  </a:lnTo>
                  <a:lnTo>
                    <a:pt x="1552566" y="4519184"/>
                  </a:lnTo>
                  <a:lnTo>
                    <a:pt x="1552848" y="4519184"/>
                  </a:lnTo>
                  <a:lnTo>
                    <a:pt x="1553036" y="4519184"/>
                  </a:lnTo>
                  <a:lnTo>
                    <a:pt x="1553318" y="4519184"/>
                  </a:lnTo>
                  <a:lnTo>
                    <a:pt x="1553600" y="4519184"/>
                  </a:lnTo>
                  <a:lnTo>
                    <a:pt x="1553788" y="4519184"/>
                  </a:lnTo>
                  <a:lnTo>
                    <a:pt x="1554070" y="4519184"/>
                  </a:lnTo>
                  <a:lnTo>
                    <a:pt x="1554164" y="4519184"/>
                  </a:lnTo>
                  <a:lnTo>
                    <a:pt x="1554258" y="4519184"/>
                  </a:lnTo>
                  <a:lnTo>
                    <a:pt x="1554446" y="4519184"/>
                  </a:lnTo>
                  <a:lnTo>
                    <a:pt x="1554634" y="4519184"/>
                  </a:lnTo>
                  <a:lnTo>
                    <a:pt x="1554728" y="4519184"/>
                  </a:lnTo>
                  <a:lnTo>
                    <a:pt x="1554822" y="4519184"/>
                  </a:lnTo>
                  <a:lnTo>
                    <a:pt x="1554916" y="4519184"/>
                  </a:lnTo>
                  <a:lnTo>
                    <a:pt x="1555010" y="4519184"/>
                  </a:lnTo>
                  <a:lnTo>
                    <a:pt x="1555292" y="4519184"/>
                  </a:lnTo>
                  <a:lnTo>
                    <a:pt x="1555668" y="4519184"/>
                  </a:lnTo>
                  <a:lnTo>
                    <a:pt x="1555762" y="4519184"/>
                  </a:lnTo>
                  <a:lnTo>
                    <a:pt x="1556045" y="4519184"/>
                  </a:lnTo>
                  <a:lnTo>
                    <a:pt x="1556139" y="4519184"/>
                  </a:lnTo>
                  <a:lnTo>
                    <a:pt x="1556327" y="4519184"/>
                  </a:lnTo>
                  <a:lnTo>
                    <a:pt x="1556609" y="4519184"/>
                  </a:lnTo>
                  <a:lnTo>
                    <a:pt x="1556985" y="4508625"/>
                  </a:lnTo>
                  <a:lnTo>
                    <a:pt x="1557361" y="4508625"/>
                  </a:lnTo>
                  <a:lnTo>
                    <a:pt x="1557455" y="4503346"/>
                  </a:lnTo>
                  <a:lnTo>
                    <a:pt x="1557549" y="4503346"/>
                  </a:lnTo>
                  <a:lnTo>
                    <a:pt x="1557831" y="4498066"/>
                  </a:lnTo>
                  <a:lnTo>
                    <a:pt x="1557925" y="4498066"/>
                  </a:lnTo>
                  <a:lnTo>
                    <a:pt x="1558019" y="4498066"/>
                  </a:lnTo>
                  <a:lnTo>
                    <a:pt x="1558113" y="4498066"/>
                  </a:lnTo>
                  <a:lnTo>
                    <a:pt x="1558583" y="4498066"/>
                  </a:lnTo>
                  <a:lnTo>
                    <a:pt x="1558677" y="4498066"/>
                  </a:lnTo>
                  <a:lnTo>
                    <a:pt x="1558865" y="4498066"/>
                  </a:lnTo>
                  <a:lnTo>
                    <a:pt x="1559053" y="4498066"/>
                  </a:lnTo>
                  <a:lnTo>
                    <a:pt x="1559241" y="4498066"/>
                  </a:lnTo>
                  <a:lnTo>
                    <a:pt x="1559524" y="4498066"/>
                  </a:lnTo>
                  <a:lnTo>
                    <a:pt x="1559618" y="4498066"/>
                  </a:lnTo>
                  <a:lnTo>
                    <a:pt x="1559712" y="4498066"/>
                  </a:lnTo>
                  <a:lnTo>
                    <a:pt x="1559900" y="4498066"/>
                  </a:lnTo>
                  <a:lnTo>
                    <a:pt x="1559994" y="4498066"/>
                  </a:lnTo>
                  <a:lnTo>
                    <a:pt x="1560088" y="4498066"/>
                  </a:lnTo>
                  <a:lnTo>
                    <a:pt x="1560276" y="4498066"/>
                  </a:lnTo>
                  <a:lnTo>
                    <a:pt x="1560370" y="4498066"/>
                  </a:lnTo>
                  <a:lnTo>
                    <a:pt x="1560464" y="4498066"/>
                  </a:lnTo>
                  <a:lnTo>
                    <a:pt x="1560558" y="4498066"/>
                  </a:lnTo>
                  <a:lnTo>
                    <a:pt x="1560746" y="4498066"/>
                  </a:lnTo>
                  <a:lnTo>
                    <a:pt x="1561122" y="4498066"/>
                  </a:lnTo>
                  <a:lnTo>
                    <a:pt x="1561310" y="4498066"/>
                  </a:lnTo>
                  <a:lnTo>
                    <a:pt x="1561404" y="4498066"/>
                  </a:lnTo>
                  <a:lnTo>
                    <a:pt x="1561498" y="4498066"/>
                  </a:lnTo>
                  <a:lnTo>
                    <a:pt x="1561686" y="4498066"/>
                  </a:lnTo>
                  <a:lnTo>
                    <a:pt x="1561874" y="4498066"/>
                  </a:lnTo>
                  <a:lnTo>
                    <a:pt x="1562156" y="4498066"/>
                  </a:lnTo>
                  <a:lnTo>
                    <a:pt x="1562250" y="4498066"/>
                  </a:lnTo>
                  <a:lnTo>
                    <a:pt x="1562344" y="4498066"/>
                  </a:lnTo>
                  <a:lnTo>
                    <a:pt x="1562438" y="4498066"/>
                  </a:lnTo>
                  <a:lnTo>
                    <a:pt x="1562720" y="4498066"/>
                  </a:lnTo>
                  <a:lnTo>
                    <a:pt x="1563379" y="4498066"/>
                  </a:lnTo>
                  <a:lnTo>
                    <a:pt x="1563661" y="4498066"/>
                  </a:lnTo>
                  <a:lnTo>
                    <a:pt x="1563755" y="4498066"/>
                  </a:lnTo>
                  <a:lnTo>
                    <a:pt x="1563849" y="4498066"/>
                  </a:lnTo>
                  <a:lnTo>
                    <a:pt x="1564131" y="4498066"/>
                  </a:lnTo>
                  <a:lnTo>
                    <a:pt x="1564225" y="4498066"/>
                  </a:lnTo>
                  <a:lnTo>
                    <a:pt x="1564319" y="4498066"/>
                  </a:lnTo>
                  <a:lnTo>
                    <a:pt x="1564413" y="4498066"/>
                  </a:lnTo>
                  <a:lnTo>
                    <a:pt x="1564507" y="4498066"/>
                  </a:lnTo>
                  <a:lnTo>
                    <a:pt x="1564601" y="4498066"/>
                  </a:lnTo>
                  <a:lnTo>
                    <a:pt x="1564883" y="4498066"/>
                  </a:lnTo>
                  <a:lnTo>
                    <a:pt x="1565353" y="4492787"/>
                  </a:lnTo>
                  <a:lnTo>
                    <a:pt x="1565447" y="4492787"/>
                  </a:lnTo>
                  <a:lnTo>
                    <a:pt x="1565541" y="4492787"/>
                  </a:lnTo>
                  <a:lnTo>
                    <a:pt x="1565635" y="4492787"/>
                  </a:lnTo>
                  <a:lnTo>
                    <a:pt x="1566293" y="4492787"/>
                  </a:lnTo>
                  <a:lnTo>
                    <a:pt x="1566481" y="4492787"/>
                  </a:lnTo>
                  <a:lnTo>
                    <a:pt x="1566670" y="4492787"/>
                  </a:lnTo>
                  <a:lnTo>
                    <a:pt x="1566858" y="4487508"/>
                  </a:lnTo>
                  <a:lnTo>
                    <a:pt x="1567140" y="4487508"/>
                  </a:lnTo>
                  <a:lnTo>
                    <a:pt x="1567422" y="4487508"/>
                  </a:lnTo>
                  <a:lnTo>
                    <a:pt x="1567516" y="4487508"/>
                  </a:lnTo>
                  <a:lnTo>
                    <a:pt x="1567798" y="4487508"/>
                  </a:lnTo>
                  <a:lnTo>
                    <a:pt x="1567892" y="4487508"/>
                  </a:lnTo>
                  <a:lnTo>
                    <a:pt x="1567986" y="4487508"/>
                  </a:lnTo>
                  <a:lnTo>
                    <a:pt x="1567986" y="4482228"/>
                  </a:lnTo>
                  <a:lnTo>
                    <a:pt x="1568080" y="4482228"/>
                  </a:lnTo>
                  <a:lnTo>
                    <a:pt x="1568362" y="4482228"/>
                  </a:lnTo>
                  <a:lnTo>
                    <a:pt x="1568550" y="4476949"/>
                  </a:lnTo>
                  <a:lnTo>
                    <a:pt x="1568738" y="4476949"/>
                  </a:lnTo>
                  <a:lnTo>
                    <a:pt x="1568832" y="4476949"/>
                  </a:lnTo>
                  <a:lnTo>
                    <a:pt x="1568926" y="4476949"/>
                  </a:lnTo>
                  <a:lnTo>
                    <a:pt x="1569020" y="4476949"/>
                  </a:lnTo>
                  <a:lnTo>
                    <a:pt x="1569114" y="4476949"/>
                  </a:lnTo>
                  <a:lnTo>
                    <a:pt x="1569584" y="4476949"/>
                  </a:lnTo>
                  <a:lnTo>
                    <a:pt x="1569866" y="4476949"/>
                  </a:lnTo>
                  <a:lnTo>
                    <a:pt x="1570243" y="4476949"/>
                  </a:lnTo>
                  <a:lnTo>
                    <a:pt x="1570337" y="4476949"/>
                  </a:lnTo>
                  <a:lnTo>
                    <a:pt x="1570525" y="4476949"/>
                  </a:lnTo>
                  <a:lnTo>
                    <a:pt x="1570713" y="4476949"/>
                  </a:lnTo>
                  <a:lnTo>
                    <a:pt x="1570901" y="4476949"/>
                  </a:lnTo>
                  <a:lnTo>
                    <a:pt x="1570995" y="4476949"/>
                  </a:lnTo>
                  <a:lnTo>
                    <a:pt x="1571089" y="4476949"/>
                  </a:lnTo>
                  <a:lnTo>
                    <a:pt x="1571183" y="4476949"/>
                  </a:lnTo>
                  <a:lnTo>
                    <a:pt x="1571371" y="4476949"/>
                  </a:lnTo>
                  <a:lnTo>
                    <a:pt x="1571465" y="4476949"/>
                  </a:lnTo>
                  <a:lnTo>
                    <a:pt x="1571653" y="4476949"/>
                  </a:lnTo>
                  <a:lnTo>
                    <a:pt x="1571747" y="4476949"/>
                  </a:lnTo>
                  <a:lnTo>
                    <a:pt x="1571841" y="4476949"/>
                  </a:lnTo>
                  <a:lnTo>
                    <a:pt x="1572311" y="4476949"/>
                  </a:lnTo>
                  <a:lnTo>
                    <a:pt x="1572405" y="4476949"/>
                  </a:lnTo>
                  <a:lnTo>
                    <a:pt x="1572781" y="4476949"/>
                  </a:lnTo>
                  <a:lnTo>
                    <a:pt x="1572969" y="4476949"/>
                  </a:lnTo>
                  <a:lnTo>
                    <a:pt x="1573628" y="4476949"/>
                  </a:lnTo>
                  <a:lnTo>
                    <a:pt x="1574004" y="4476949"/>
                  </a:lnTo>
                  <a:lnTo>
                    <a:pt x="1574192" y="4476949"/>
                  </a:lnTo>
                  <a:lnTo>
                    <a:pt x="1574286" y="4476949"/>
                  </a:lnTo>
                  <a:lnTo>
                    <a:pt x="1574380" y="4476949"/>
                  </a:lnTo>
                  <a:lnTo>
                    <a:pt x="1574474" y="4476949"/>
                  </a:lnTo>
                  <a:lnTo>
                    <a:pt x="1574568" y="4476949"/>
                  </a:lnTo>
                  <a:lnTo>
                    <a:pt x="1574850" y="4476949"/>
                  </a:lnTo>
                  <a:lnTo>
                    <a:pt x="1574944" y="4476949"/>
                  </a:lnTo>
                  <a:lnTo>
                    <a:pt x="1575226" y="4476949"/>
                  </a:lnTo>
                  <a:lnTo>
                    <a:pt x="1575414" y="4476949"/>
                  </a:lnTo>
                  <a:lnTo>
                    <a:pt x="1575508" y="4476949"/>
                  </a:lnTo>
                  <a:lnTo>
                    <a:pt x="1575884" y="4476949"/>
                  </a:lnTo>
                  <a:lnTo>
                    <a:pt x="1575978" y="4476949"/>
                  </a:lnTo>
                  <a:lnTo>
                    <a:pt x="1576072" y="4476949"/>
                  </a:lnTo>
                  <a:lnTo>
                    <a:pt x="1576260" y="4476949"/>
                  </a:lnTo>
                  <a:lnTo>
                    <a:pt x="1576636" y="4476949"/>
                  </a:lnTo>
                  <a:lnTo>
                    <a:pt x="1576824" y="4476949"/>
                  </a:lnTo>
                  <a:lnTo>
                    <a:pt x="1577106" y="4476949"/>
                  </a:lnTo>
                  <a:lnTo>
                    <a:pt x="1577295" y="4476949"/>
                  </a:lnTo>
                  <a:lnTo>
                    <a:pt x="1577483" y="4476949"/>
                  </a:lnTo>
                  <a:lnTo>
                    <a:pt x="1577671" y="4476949"/>
                  </a:lnTo>
                  <a:lnTo>
                    <a:pt x="1577765" y="4476949"/>
                  </a:lnTo>
                  <a:lnTo>
                    <a:pt x="1577859" y="4476949"/>
                  </a:lnTo>
                  <a:lnTo>
                    <a:pt x="1578141" y="4476949"/>
                  </a:lnTo>
                  <a:lnTo>
                    <a:pt x="1578329" y="4476949"/>
                  </a:lnTo>
                  <a:lnTo>
                    <a:pt x="1578611" y="4476949"/>
                  </a:lnTo>
                  <a:lnTo>
                    <a:pt x="1578705" y="4476949"/>
                  </a:lnTo>
                  <a:lnTo>
                    <a:pt x="1578893" y="4476949"/>
                  </a:lnTo>
                  <a:lnTo>
                    <a:pt x="1578987" y="4476949"/>
                  </a:lnTo>
                  <a:lnTo>
                    <a:pt x="1579081" y="4476949"/>
                  </a:lnTo>
                  <a:lnTo>
                    <a:pt x="1579175" y="4476949"/>
                  </a:lnTo>
                  <a:lnTo>
                    <a:pt x="1579269" y="4476949"/>
                  </a:lnTo>
                  <a:lnTo>
                    <a:pt x="1579551" y="4476949"/>
                  </a:lnTo>
                  <a:lnTo>
                    <a:pt x="1579833" y="4476949"/>
                  </a:lnTo>
                  <a:lnTo>
                    <a:pt x="1579927" y="4476949"/>
                  </a:lnTo>
                  <a:lnTo>
                    <a:pt x="1580209" y="4476949"/>
                  </a:lnTo>
                  <a:lnTo>
                    <a:pt x="1580679" y="4476949"/>
                  </a:lnTo>
                  <a:lnTo>
                    <a:pt x="1580962" y="4476949"/>
                  </a:lnTo>
                  <a:lnTo>
                    <a:pt x="1581244" y="4476949"/>
                  </a:lnTo>
                  <a:lnTo>
                    <a:pt x="1581338" y="4476949"/>
                  </a:lnTo>
                  <a:lnTo>
                    <a:pt x="1581714" y="4476949"/>
                  </a:lnTo>
                  <a:lnTo>
                    <a:pt x="1581808" y="4476949"/>
                  </a:lnTo>
                  <a:lnTo>
                    <a:pt x="1581996" y="4476949"/>
                  </a:lnTo>
                  <a:lnTo>
                    <a:pt x="1582278" y="4476949"/>
                  </a:lnTo>
                  <a:lnTo>
                    <a:pt x="1582372" y="4476949"/>
                  </a:lnTo>
                  <a:lnTo>
                    <a:pt x="1582560" y="4476949"/>
                  </a:lnTo>
                  <a:lnTo>
                    <a:pt x="1582654" y="4476949"/>
                  </a:lnTo>
                  <a:lnTo>
                    <a:pt x="1582842" y="4476949"/>
                  </a:lnTo>
                  <a:lnTo>
                    <a:pt x="1582936" y="4476949"/>
                  </a:lnTo>
                  <a:lnTo>
                    <a:pt x="1583124" y="4476949"/>
                  </a:lnTo>
                  <a:lnTo>
                    <a:pt x="1583406" y="4476949"/>
                  </a:lnTo>
                  <a:lnTo>
                    <a:pt x="1583688" y="4476949"/>
                  </a:lnTo>
                  <a:lnTo>
                    <a:pt x="1583782" y="4476949"/>
                  </a:lnTo>
                  <a:lnTo>
                    <a:pt x="1583970" y="4476949"/>
                  </a:lnTo>
                  <a:lnTo>
                    <a:pt x="1584158" y="4476949"/>
                  </a:lnTo>
                  <a:lnTo>
                    <a:pt x="1584441" y="4476949"/>
                  </a:lnTo>
                  <a:lnTo>
                    <a:pt x="1584535" y="4476949"/>
                  </a:lnTo>
                  <a:lnTo>
                    <a:pt x="1584629" y="4476949"/>
                  </a:lnTo>
                  <a:lnTo>
                    <a:pt x="1584723" y="4476949"/>
                  </a:lnTo>
                  <a:lnTo>
                    <a:pt x="1584817" y="4476949"/>
                  </a:lnTo>
                  <a:lnTo>
                    <a:pt x="1584817" y="4471669"/>
                  </a:lnTo>
                  <a:lnTo>
                    <a:pt x="1584911" y="4471669"/>
                  </a:lnTo>
                  <a:lnTo>
                    <a:pt x="1585099" y="4471669"/>
                  </a:lnTo>
                  <a:lnTo>
                    <a:pt x="1585381" y="4471669"/>
                  </a:lnTo>
                  <a:lnTo>
                    <a:pt x="1585569" y="4471669"/>
                  </a:lnTo>
                  <a:lnTo>
                    <a:pt x="1585663" y="4471669"/>
                  </a:lnTo>
                  <a:lnTo>
                    <a:pt x="1585757" y="4471669"/>
                  </a:lnTo>
                  <a:lnTo>
                    <a:pt x="1585851" y="4466390"/>
                  </a:lnTo>
                  <a:lnTo>
                    <a:pt x="1585945" y="4466390"/>
                  </a:lnTo>
                  <a:lnTo>
                    <a:pt x="1586039" y="4466390"/>
                  </a:lnTo>
                  <a:lnTo>
                    <a:pt x="1586227" y="4466390"/>
                  </a:lnTo>
                  <a:lnTo>
                    <a:pt x="1586321" y="4466390"/>
                  </a:lnTo>
                  <a:lnTo>
                    <a:pt x="1586415" y="4466390"/>
                  </a:lnTo>
                  <a:lnTo>
                    <a:pt x="1586509" y="4466390"/>
                  </a:lnTo>
                  <a:lnTo>
                    <a:pt x="1586603" y="4466390"/>
                  </a:lnTo>
                  <a:lnTo>
                    <a:pt x="1586697" y="4466390"/>
                  </a:lnTo>
                  <a:lnTo>
                    <a:pt x="1586885" y="4466390"/>
                  </a:lnTo>
                  <a:lnTo>
                    <a:pt x="1586979" y="4466390"/>
                  </a:lnTo>
                  <a:lnTo>
                    <a:pt x="1587355" y="4466390"/>
                  </a:lnTo>
                  <a:lnTo>
                    <a:pt x="1587449" y="4466390"/>
                  </a:lnTo>
                  <a:lnTo>
                    <a:pt x="1588860" y="4466390"/>
                  </a:lnTo>
                  <a:lnTo>
                    <a:pt x="1589048" y="4466390"/>
                  </a:lnTo>
                  <a:lnTo>
                    <a:pt x="1589142" y="4466390"/>
                  </a:lnTo>
                  <a:lnTo>
                    <a:pt x="1589236" y="4466390"/>
                  </a:lnTo>
                  <a:lnTo>
                    <a:pt x="1589518" y="4466390"/>
                  </a:lnTo>
                  <a:lnTo>
                    <a:pt x="1589800" y="4466390"/>
                  </a:lnTo>
                  <a:lnTo>
                    <a:pt x="1589988" y="4466390"/>
                  </a:lnTo>
                  <a:lnTo>
                    <a:pt x="1590176" y="4466390"/>
                  </a:lnTo>
                  <a:lnTo>
                    <a:pt x="1590552" y="4466390"/>
                  </a:lnTo>
                  <a:lnTo>
                    <a:pt x="1590740" y="4466390"/>
                  </a:lnTo>
                  <a:lnTo>
                    <a:pt x="1590834" y="4466390"/>
                  </a:lnTo>
                  <a:lnTo>
                    <a:pt x="1591022" y="4466390"/>
                  </a:lnTo>
                  <a:lnTo>
                    <a:pt x="1591116" y="4466390"/>
                  </a:lnTo>
                  <a:lnTo>
                    <a:pt x="1591304" y="4466390"/>
                  </a:lnTo>
                  <a:lnTo>
                    <a:pt x="1591775" y="4466390"/>
                  </a:lnTo>
                  <a:lnTo>
                    <a:pt x="1591963" y="4466390"/>
                  </a:lnTo>
                  <a:lnTo>
                    <a:pt x="1592245" y="4466390"/>
                  </a:lnTo>
                  <a:lnTo>
                    <a:pt x="1592339" y="4466390"/>
                  </a:lnTo>
                  <a:lnTo>
                    <a:pt x="1592433" y="4466390"/>
                  </a:lnTo>
                  <a:lnTo>
                    <a:pt x="1592621" y="4466390"/>
                  </a:lnTo>
                  <a:lnTo>
                    <a:pt x="1592809" y="4466390"/>
                  </a:lnTo>
                  <a:lnTo>
                    <a:pt x="1592903" y="4466390"/>
                  </a:lnTo>
                  <a:lnTo>
                    <a:pt x="1593185" y="4466390"/>
                  </a:lnTo>
                  <a:lnTo>
                    <a:pt x="1593467" y="4461111"/>
                  </a:lnTo>
                  <a:lnTo>
                    <a:pt x="1593561" y="4461111"/>
                  </a:lnTo>
                  <a:lnTo>
                    <a:pt x="1593655" y="4461111"/>
                  </a:lnTo>
                  <a:lnTo>
                    <a:pt x="1593749" y="4461111"/>
                  </a:lnTo>
                  <a:lnTo>
                    <a:pt x="1594125" y="4461111"/>
                  </a:lnTo>
                  <a:lnTo>
                    <a:pt x="1594219" y="4461111"/>
                  </a:lnTo>
                  <a:lnTo>
                    <a:pt x="1594313" y="4461111"/>
                  </a:lnTo>
                  <a:lnTo>
                    <a:pt x="1594501" y="4461111"/>
                  </a:lnTo>
                  <a:lnTo>
                    <a:pt x="1594595" y="4461111"/>
                  </a:lnTo>
                  <a:lnTo>
                    <a:pt x="1594783" y="4461111"/>
                  </a:lnTo>
                  <a:lnTo>
                    <a:pt x="1594972" y="4461111"/>
                  </a:lnTo>
                  <a:lnTo>
                    <a:pt x="1595066" y="4461111"/>
                  </a:lnTo>
                  <a:lnTo>
                    <a:pt x="1595254" y="4461111"/>
                  </a:lnTo>
                  <a:lnTo>
                    <a:pt x="1595630" y="4461111"/>
                  </a:lnTo>
                  <a:lnTo>
                    <a:pt x="1595724" y="4461111"/>
                  </a:lnTo>
                  <a:lnTo>
                    <a:pt x="1596006" y="4461111"/>
                  </a:lnTo>
                  <a:lnTo>
                    <a:pt x="1596100" y="4461111"/>
                  </a:lnTo>
                  <a:lnTo>
                    <a:pt x="1596194" y="4461111"/>
                  </a:lnTo>
                  <a:lnTo>
                    <a:pt x="1596382" y="4461111"/>
                  </a:lnTo>
                  <a:lnTo>
                    <a:pt x="1596476" y="4461111"/>
                  </a:lnTo>
                  <a:lnTo>
                    <a:pt x="1596570" y="4461111"/>
                  </a:lnTo>
                  <a:lnTo>
                    <a:pt x="1596664" y="4461111"/>
                  </a:lnTo>
                  <a:lnTo>
                    <a:pt x="1596758" y="4461111"/>
                  </a:lnTo>
                  <a:lnTo>
                    <a:pt x="1596946" y="4461111"/>
                  </a:lnTo>
                  <a:lnTo>
                    <a:pt x="1597228" y="4455831"/>
                  </a:lnTo>
                  <a:lnTo>
                    <a:pt x="1597322" y="4455831"/>
                  </a:lnTo>
                  <a:lnTo>
                    <a:pt x="1597510" y="4455831"/>
                  </a:lnTo>
                  <a:lnTo>
                    <a:pt x="1597604" y="4455831"/>
                  </a:lnTo>
                  <a:lnTo>
                    <a:pt x="1597792" y="4455831"/>
                  </a:lnTo>
                  <a:lnTo>
                    <a:pt x="1598451" y="4455831"/>
                  </a:lnTo>
                  <a:lnTo>
                    <a:pt x="1598639" y="4455831"/>
                  </a:lnTo>
                  <a:lnTo>
                    <a:pt x="1598733" y="4455831"/>
                  </a:lnTo>
                  <a:lnTo>
                    <a:pt x="1598827" y="4455831"/>
                  </a:lnTo>
                  <a:lnTo>
                    <a:pt x="1598921" y="4455831"/>
                  </a:lnTo>
                  <a:lnTo>
                    <a:pt x="1599109" y="4455831"/>
                  </a:lnTo>
                  <a:lnTo>
                    <a:pt x="1599297" y="4455831"/>
                  </a:lnTo>
                  <a:lnTo>
                    <a:pt x="1599485" y="4455831"/>
                  </a:lnTo>
                  <a:lnTo>
                    <a:pt x="1599673" y="4455831"/>
                  </a:lnTo>
                  <a:lnTo>
                    <a:pt x="1600049" y="4455831"/>
                  </a:lnTo>
                  <a:lnTo>
                    <a:pt x="1600143" y="4455831"/>
                  </a:lnTo>
                  <a:lnTo>
                    <a:pt x="1600707" y="4455831"/>
                  </a:lnTo>
                  <a:lnTo>
                    <a:pt x="1600801" y="4455831"/>
                  </a:lnTo>
                  <a:lnTo>
                    <a:pt x="1600895" y="4455831"/>
                  </a:lnTo>
                  <a:lnTo>
                    <a:pt x="1601177" y="4455831"/>
                  </a:lnTo>
                  <a:lnTo>
                    <a:pt x="1601271" y="4455831"/>
                  </a:lnTo>
                  <a:lnTo>
                    <a:pt x="1601365" y="4455831"/>
                  </a:lnTo>
                  <a:lnTo>
                    <a:pt x="1601459" y="4455831"/>
                  </a:lnTo>
                  <a:lnTo>
                    <a:pt x="1601553" y="4455831"/>
                  </a:lnTo>
                  <a:lnTo>
                    <a:pt x="1601835" y="4455831"/>
                  </a:lnTo>
                  <a:lnTo>
                    <a:pt x="1602118" y="4455831"/>
                  </a:lnTo>
                  <a:lnTo>
                    <a:pt x="1602494" y="4455831"/>
                  </a:lnTo>
                  <a:lnTo>
                    <a:pt x="1602588" y="4455831"/>
                  </a:lnTo>
                  <a:lnTo>
                    <a:pt x="1602870" y="4455831"/>
                  </a:lnTo>
                  <a:lnTo>
                    <a:pt x="1602964" y="4455831"/>
                  </a:lnTo>
                  <a:lnTo>
                    <a:pt x="1603058" y="4455831"/>
                  </a:lnTo>
                  <a:lnTo>
                    <a:pt x="1603246" y="4455831"/>
                  </a:lnTo>
                  <a:lnTo>
                    <a:pt x="1603434" y="4455831"/>
                  </a:lnTo>
                  <a:lnTo>
                    <a:pt x="1603622" y="4455831"/>
                  </a:lnTo>
                  <a:lnTo>
                    <a:pt x="1603810" y="4455831"/>
                  </a:lnTo>
                  <a:lnTo>
                    <a:pt x="1603904" y="4455831"/>
                  </a:lnTo>
                  <a:lnTo>
                    <a:pt x="1604186" y="4455831"/>
                  </a:lnTo>
                  <a:lnTo>
                    <a:pt x="1604374" y="4455831"/>
                  </a:lnTo>
                  <a:lnTo>
                    <a:pt x="1604562" y="4455831"/>
                  </a:lnTo>
                  <a:lnTo>
                    <a:pt x="1604656" y="4455831"/>
                  </a:lnTo>
                  <a:lnTo>
                    <a:pt x="1604750" y="4455831"/>
                  </a:lnTo>
                  <a:lnTo>
                    <a:pt x="1604844" y="4455831"/>
                  </a:lnTo>
                  <a:lnTo>
                    <a:pt x="1605032" y="4455831"/>
                  </a:lnTo>
                  <a:lnTo>
                    <a:pt x="1605408" y="4455831"/>
                  </a:lnTo>
                  <a:lnTo>
                    <a:pt x="1606349" y="4455831"/>
                  </a:lnTo>
                  <a:lnTo>
                    <a:pt x="1606443" y="4455831"/>
                  </a:lnTo>
                  <a:lnTo>
                    <a:pt x="1606537" y="4450552"/>
                  </a:lnTo>
                  <a:lnTo>
                    <a:pt x="1606725" y="4450552"/>
                  </a:lnTo>
                  <a:lnTo>
                    <a:pt x="1607007" y="4450552"/>
                  </a:lnTo>
                  <a:lnTo>
                    <a:pt x="1607195" y="4450552"/>
                  </a:lnTo>
                  <a:lnTo>
                    <a:pt x="1607289" y="4450552"/>
                  </a:lnTo>
                  <a:lnTo>
                    <a:pt x="1607571" y="4450552"/>
                  </a:lnTo>
                  <a:lnTo>
                    <a:pt x="1607759" y="4450552"/>
                  </a:lnTo>
                  <a:lnTo>
                    <a:pt x="1607947" y="4450552"/>
                  </a:lnTo>
                  <a:lnTo>
                    <a:pt x="1608041" y="4450552"/>
                  </a:lnTo>
                  <a:lnTo>
                    <a:pt x="1608323" y="4450552"/>
                  </a:lnTo>
                  <a:lnTo>
                    <a:pt x="1608699" y="4450552"/>
                  </a:lnTo>
                  <a:lnTo>
                    <a:pt x="1608981" y="4450552"/>
                  </a:lnTo>
                  <a:lnTo>
                    <a:pt x="1609076" y="4450552"/>
                  </a:lnTo>
                  <a:lnTo>
                    <a:pt x="1609170" y="4450552"/>
                  </a:lnTo>
                  <a:lnTo>
                    <a:pt x="1609452" y="4450552"/>
                  </a:lnTo>
                  <a:lnTo>
                    <a:pt x="1609546" y="4450552"/>
                  </a:lnTo>
                  <a:lnTo>
                    <a:pt x="1609640" y="4450552"/>
                  </a:lnTo>
                  <a:lnTo>
                    <a:pt x="1609734" y="4450552"/>
                  </a:lnTo>
                  <a:lnTo>
                    <a:pt x="1609922" y="4450552"/>
                  </a:lnTo>
                  <a:lnTo>
                    <a:pt x="1610016" y="4445272"/>
                  </a:lnTo>
                  <a:lnTo>
                    <a:pt x="1610110" y="4445272"/>
                  </a:lnTo>
                  <a:lnTo>
                    <a:pt x="1610204" y="4445272"/>
                  </a:lnTo>
                  <a:lnTo>
                    <a:pt x="1610392" y="4445272"/>
                  </a:lnTo>
                  <a:lnTo>
                    <a:pt x="1610486" y="4445272"/>
                  </a:lnTo>
                  <a:lnTo>
                    <a:pt x="1610580" y="4445272"/>
                  </a:lnTo>
                  <a:lnTo>
                    <a:pt x="1610674" y="4445272"/>
                  </a:lnTo>
                  <a:lnTo>
                    <a:pt x="1610768" y="4445272"/>
                  </a:lnTo>
                  <a:lnTo>
                    <a:pt x="1610862" y="4445272"/>
                  </a:lnTo>
                  <a:lnTo>
                    <a:pt x="1610956" y="4445272"/>
                  </a:lnTo>
                  <a:lnTo>
                    <a:pt x="1611238" y="4445272"/>
                  </a:lnTo>
                  <a:lnTo>
                    <a:pt x="1611708" y="4445272"/>
                  </a:lnTo>
                  <a:lnTo>
                    <a:pt x="1611802" y="4445272"/>
                  </a:lnTo>
                  <a:lnTo>
                    <a:pt x="1611896" y="4445272"/>
                  </a:lnTo>
                  <a:lnTo>
                    <a:pt x="1611990" y="4445272"/>
                  </a:lnTo>
                  <a:lnTo>
                    <a:pt x="1612272" y="4445272"/>
                  </a:lnTo>
                  <a:lnTo>
                    <a:pt x="1612366" y="4445272"/>
                  </a:lnTo>
                  <a:lnTo>
                    <a:pt x="1612460" y="4445272"/>
                  </a:lnTo>
                  <a:lnTo>
                    <a:pt x="1612649" y="4445272"/>
                  </a:lnTo>
                  <a:lnTo>
                    <a:pt x="1612931" y="4445272"/>
                  </a:lnTo>
                  <a:lnTo>
                    <a:pt x="1613213" y="4439993"/>
                  </a:lnTo>
                  <a:lnTo>
                    <a:pt x="1613307" y="4439993"/>
                  </a:lnTo>
                  <a:lnTo>
                    <a:pt x="1613401" y="4439993"/>
                  </a:lnTo>
                  <a:lnTo>
                    <a:pt x="1613589" y="4439993"/>
                  </a:lnTo>
                  <a:lnTo>
                    <a:pt x="1613777" y="4439993"/>
                  </a:lnTo>
                  <a:lnTo>
                    <a:pt x="1614153" y="4439993"/>
                  </a:lnTo>
                  <a:lnTo>
                    <a:pt x="1614247" y="4439993"/>
                  </a:lnTo>
                  <a:lnTo>
                    <a:pt x="1614341" y="4439993"/>
                  </a:lnTo>
                  <a:lnTo>
                    <a:pt x="1614435" y="4439993"/>
                  </a:lnTo>
                  <a:lnTo>
                    <a:pt x="1614529" y="4439993"/>
                  </a:lnTo>
                  <a:lnTo>
                    <a:pt x="1614717" y="4439993"/>
                  </a:lnTo>
                  <a:lnTo>
                    <a:pt x="1614905" y="4439993"/>
                  </a:lnTo>
                  <a:lnTo>
                    <a:pt x="1615093" y="4439993"/>
                  </a:lnTo>
                  <a:lnTo>
                    <a:pt x="1615187" y="4439993"/>
                  </a:lnTo>
                  <a:lnTo>
                    <a:pt x="1615281" y="4439993"/>
                  </a:lnTo>
                  <a:lnTo>
                    <a:pt x="1615375" y="4439993"/>
                  </a:lnTo>
                  <a:lnTo>
                    <a:pt x="1615563" y="4439993"/>
                  </a:lnTo>
                  <a:lnTo>
                    <a:pt x="1615939" y="4439993"/>
                  </a:lnTo>
                  <a:lnTo>
                    <a:pt x="1616033" y="4439993"/>
                  </a:lnTo>
                  <a:lnTo>
                    <a:pt x="1616127" y="4439993"/>
                  </a:lnTo>
                  <a:lnTo>
                    <a:pt x="1616222" y="4439993"/>
                  </a:lnTo>
                  <a:lnTo>
                    <a:pt x="1616410" y="4439993"/>
                  </a:lnTo>
                  <a:lnTo>
                    <a:pt x="1616504" y="4439993"/>
                  </a:lnTo>
                  <a:lnTo>
                    <a:pt x="1616692" y="4439993"/>
                  </a:lnTo>
                  <a:lnTo>
                    <a:pt x="1616786" y="4439993"/>
                  </a:lnTo>
                  <a:lnTo>
                    <a:pt x="1616786" y="4434713"/>
                  </a:lnTo>
                  <a:lnTo>
                    <a:pt x="1616880" y="4434713"/>
                  </a:lnTo>
                  <a:lnTo>
                    <a:pt x="1617068" y="4434713"/>
                  </a:lnTo>
                  <a:lnTo>
                    <a:pt x="1617162" y="4434713"/>
                  </a:lnTo>
                  <a:lnTo>
                    <a:pt x="1617256" y="4434713"/>
                  </a:lnTo>
                  <a:lnTo>
                    <a:pt x="1617350" y="4434713"/>
                  </a:lnTo>
                  <a:lnTo>
                    <a:pt x="1617538" y="4434713"/>
                  </a:lnTo>
                  <a:lnTo>
                    <a:pt x="1617726" y="4434713"/>
                  </a:lnTo>
                  <a:lnTo>
                    <a:pt x="1617820" y="4434713"/>
                  </a:lnTo>
                  <a:lnTo>
                    <a:pt x="1617914" y="4434713"/>
                  </a:lnTo>
                  <a:lnTo>
                    <a:pt x="1618102" y="4434713"/>
                  </a:lnTo>
                  <a:lnTo>
                    <a:pt x="1618384" y="4434713"/>
                  </a:lnTo>
                  <a:lnTo>
                    <a:pt x="1618478" y="4434713"/>
                  </a:lnTo>
                  <a:lnTo>
                    <a:pt x="1618572" y="4434713"/>
                  </a:lnTo>
                  <a:lnTo>
                    <a:pt x="1618948" y="4434713"/>
                  </a:lnTo>
                  <a:lnTo>
                    <a:pt x="1619324" y="4434713"/>
                  </a:lnTo>
                  <a:lnTo>
                    <a:pt x="1619418" y="4434713"/>
                  </a:lnTo>
                  <a:lnTo>
                    <a:pt x="1619512" y="4434713"/>
                  </a:lnTo>
                  <a:lnTo>
                    <a:pt x="1619606" y="4434713"/>
                  </a:lnTo>
                  <a:lnTo>
                    <a:pt x="1620265" y="4434713"/>
                  </a:lnTo>
                  <a:lnTo>
                    <a:pt x="1620359" y="4434713"/>
                  </a:lnTo>
                  <a:lnTo>
                    <a:pt x="1620641" y="4434713"/>
                  </a:lnTo>
                  <a:lnTo>
                    <a:pt x="1621205" y="4434713"/>
                  </a:lnTo>
                  <a:lnTo>
                    <a:pt x="1621393" y="4434713"/>
                  </a:lnTo>
                  <a:lnTo>
                    <a:pt x="1621487" y="4434713"/>
                  </a:lnTo>
                  <a:lnTo>
                    <a:pt x="1621675" y="4434713"/>
                  </a:lnTo>
                  <a:lnTo>
                    <a:pt x="1622333" y="4429434"/>
                  </a:lnTo>
                  <a:lnTo>
                    <a:pt x="1622521" y="4429434"/>
                  </a:lnTo>
                  <a:lnTo>
                    <a:pt x="1622615" y="4429434"/>
                  </a:lnTo>
                  <a:lnTo>
                    <a:pt x="1622897" y="4429434"/>
                  </a:lnTo>
                  <a:lnTo>
                    <a:pt x="1622991" y="4429434"/>
                  </a:lnTo>
                  <a:lnTo>
                    <a:pt x="1623085" y="4429434"/>
                  </a:lnTo>
                  <a:lnTo>
                    <a:pt x="1623179" y="4429434"/>
                  </a:lnTo>
                  <a:lnTo>
                    <a:pt x="1623274" y="4429434"/>
                  </a:lnTo>
                  <a:lnTo>
                    <a:pt x="1623368" y="4429434"/>
                  </a:lnTo>
                  <a:lnTo>
                    <a:pt x="1623462" y="4429434"/>
                  </a:lnTo>
                  <a:lnTo>
                    <a:pt x="1623556" y="4429434"/>
                  </a:lnTo>
                  <a:lnTo>
                    <a:pt x="1623838" y="4424155"/>
                  </a:lnTo>
                  <a:lnTo>
                    <a:pt x="1624026" y="4424155"/>
                  </a:lnTo>
                  <a:lnTo>
                    <a:pt x="1624120" y="4424155"/>
                  </a:lnTo>
                  <a:lnTo>
                    <a:pt x="1624308" y="4424155"/>
                  </a:lnTo>
                  <a:lnTo>
                    <a:pt x="1624496" y="4424155"/>
                  </a:lnTo>
                  <a:lnTo>
                    <a:pt x="1624778" y="4418875"/>
                  </a:lnTo>
                  <a:lnTo>
                    <a:pt x="1624966" y="4418875"/>
                  </a:lnTo>
                  <a:lnTo>
                    <a:pt x="1625342" y="4418875"/>
                  </a:lnTo>
                  <a:lnTo>
                    <a:pt x="1625436" y="4418875"/>
                  </a:lnTo>
                  <a:lnTo>
                    <a:pt x="1625530" y="4418875"/>
                  </a:lnTo>
                  <a:lnTo>
                    <a:pt x="1625624" y="4418875"/>
                  </a:lnTo>
                  <a:lnTo>
                    <a:pt x="1625812" y="4418875"/>
                  </a:lnTo>
                  <a:lnTo>
                    <a:pt x="1625906" y="4418875"/>
                  </a:lnTo>
                  <a:lnTo>
                    <a:pt x="1626094" y="4418875"/>
                  </a:lnTo>
                  <a:lnTo>
                    <a:pt x="1626470" y="4418875"/>
                  </a:lnTo>
                  <a:lnTo>
                    <a:pt x="1626564" y="4418875"/>
                  </a:lnTo>
                  <a:lnTo>
                    <a:pt x="1626658" y="4418875"/>
                  </a:lnTo>
                  <a:lnTo>
                    <a:pt x="1626847" y="4418875"/>
                  </a:lnTo>
                  <a:lnTo>
                    <a:pt x="1626941" y="4418875"/>
                  </a:lnTo>
                  <a:lnTo>
                    <a:pt x="1627129" y="4418875"/>
                  </a:lnTo>
                  <a:lnTo>
                    <a:pt x="1627223" y="4418875"/>
                  </a:lnTo>
                  <a:lnTo>
                    <a:pt x="1627317" y="4418875"/>
                  </a:lnTo>
                  <a:lnTo>
                    <a:pt x="1627505" y="4418875"/>
                  </a:lnTo>
                  <a:lnTo>
                    <a:pt x="1627599" y="4418875"/>
                  </a:lnTo>
                  <a:lnTo>
                    <a:pt x="1627693" y="4418875"/>
                  </a:lnTo>
                  <a:lnTo>
                    <a:pt x="1627787" y="4418875"/>
                  </a:lnTo>
                  <a:lnTo>
                    <a:pt x="1627881" y="4418875"/>
                  </a:lnTo>
                  <a:lnTo>
                    <a:pt x="1628069" y="4418875"/>
                  </a:lnTo>
                  <a:lnTo>
                    <a:pt x="1628445" y="4418875"/>
                  </a:lnTo>
                  <a:lnTo>
                    <a:pt x="1629009" y="4418875"/>
                  </a:lnTo>
                  <a:lnTo>
                    <a:pt x="1629103" y="4418875"/>
                  </a:lnTo>
                  <a:lnTo>
                    <a:pt x="1629291" y="4418875"/>
                  </a:lnTo>
                  <a:lnTo>
                    <a:pt x="1629479" y="4418875"/>
                  </a:lnTo>
                  <a:lnTo>
                    <a:pt x="1629667" y="4418875"/>
                  </a:lnTo>
                  <a:lnTo>
                    <a:pt x="1629949" y="4418875"/>
                  </a:lnTo>
                  <a:lnTo>
                    <a:pt x="1630231" y="4413596"/>
                  </a:lnTo>
                  <a:lnTo>
                    <a:pt x="1630326" y="4413596"/>
                  </a:lnTo>
                  <a:lnTo>
                    <a:pt x="1630608" y="4408316"/>
                  </a:lnTo>
                  <a:lnTo>
                    <a:pt x="1630702" y="4408316"/>
                  </a:lnTo>
                  <a:lnTo>
                    <a:pt x="1631172" y="4408316"/>
                  </a:lnTo>
                  <a:lnTo>
                    <a:pt x="1631360" y="4408316"/>
                  </a:lnTo>
                  <a:lnTo>
                    <a:pt x="1631642" y="4403037"/>
                  </a:lnTo>
                  <a:lnTo>
                    <a:pt x="1631736" y="4403037"/>
                  </a:lnTo>
                  <a:lnTo>
                    <a:pt x="1631830" y="4403037"/>
                  </a:lnTo>
                  <a:lnTo>
                    <a:pt x="1632018" y="4403037"/>
                  </a:lnTo>
                  <a:lnTo>
                    <a:pt x="1632112" y="4403037"/>
                  </a:lnTo>
                  <a:lnTo>
                    <a:pt x="1632300" y="4403037"/>
                  </a:lnTo>
                  <a:lnTo>
                    <a:pt x="1632394" y="4403037"/>
                  </a:lnTo>
                  <a:lnTo>
                    <a:pt x="1632770" y="4403037"/>
                  </a:lnTo>
                  <a:lnTo>
                    <a:pt x="1632864" y="4403037"/>
                  </a:lnTo>
                  <a:lnTo>
                    <a:pt x="1633240" y="4403037"/>
                  </a:lnTo>
                  <a:lnTo>
                    <a:pt x="1633522" y="4403037"/>
                  </a:lnTo>
                  <a:lnTo>
                    <a:pt x="1633616" y="4403037"/>
                  </a:lnTo>
                  <a:lnTo>
                    <a:pt x="1633804" y="4403037"/>
                  </a:lnTo>
                  <a:lnTo>
                    <a:pt x="1633899" y="4403037"/>
                  </a:lnTo>
                  <a:lnTo>
                    <a:pt x="1633993" y="4403037"/>
                  </a:lnTo>
                  <a:lnTo>
                    <a:pt x="1634369" y="4403037"/>
                  </a:lnTo>
                  <a:lnTo>
                    <a:pt x="1634463" y="4403037"/>
                  </a:lnTo>
                  <a:lnTo>
                    <a:pt x="1634557" y="4403037"/>
                  </a:lnTo>
                  <a:lnTo>
                    <a:pt x="1634651" y="4403037"/>
                  </a:lnTo>
                  <a:lnTo>
                    <a:pt x="1634933" y="4403037"/>
                  </a:lnTo>
                  <a:lnTo>
                    <a:pt x="1635027" y="4403037"/>
                  </a:lnTo>
                  <a:lnTo>
                    <a:pt x="1635121" y="4403037"/>
                  </a:lnTo>
                  <a:lnTo>
                    <a:pt x="1635215" y="4403037"/>
                  </a:lnTo>
                  <a:lnTo>
                    <a:pt x="1635309" y="4403037"/>
                  </a:lnTo>
                  <a:lnTo>
                    <a:pt x="1635497" y="4403037"/>
                  </a:lnTo>
                  <a:lnTo>
                    <a:pt x="1635779" y="4403037"/>
                  </a:lnTo>
                  <a:lnTo>
                    <a:pt x="1635873" y="4403037"/>
                  </a:lnTo>
                  <a:lnTo>
                    <a:pt x="1636155" y="4403037"/>
                  </a:lnTo>
                  <a:lnTo>
                    <a:pt x="1636343" y="4403037"/>
                  </a:lnTo>
                  <a:lnTo>
                    <a:pt x="1636437" y="4403037"/>
                  </a:lnTo>
                  <a:lnTo>
                    <a:pt x="1636907" y="4403037"/>
                  </a:lnTo>
                  <a:lnTo>
                    <a:pt x="1637283" y="4397757"/>
                  </a:lnTo>
                  <a:lnTo>
                    <a:pt x="1637377" y="4397757"/>
                  </a:lnTo>
                  <a:lnTo>
                    <a:pt x="1637566" y="4397757"/>
                  </a:lnTo>
                  <a:lnTo>
                    <a:pt x="1637754" y="4397757"/>
                  </a:lnTo>
                  <a:lnTo>
                    <a:pt x="1640010" y="4392478"/>
                  </a:lnTo>
                  <a:lnTo>
                    <a:pt x="1640292" y="4392478"/>
                  </a:lnTo>
                  <a:lnTo>
                    <a:pt x="1640386" y="4392478"/>
                  </a:lnTo>
                  <a:lnTo>
                    <a:pt x="1640574" y="4392478"/>
                  </a:lnTo>
                  <a:lnTo>
                    <a:pt x="1640668" y="4392478"/>
                  </a:lnTo>
                  <a:lnTo>
                    <a:pt x="1640856" y="4392478"/>
                  </a:lnTo>
                  <a:lnTo>
                    <a:pt x="1641045" y="4392478"/>
                  </a:lnTo>
                  <a:lnTo>
                    <a:pt x="1641139" y="4392478"/>
                  </a:lnTo>
                  <a:lnTo>
                    <a:pt x="1641515" y="4392478"/>
                  </a:lnTo>
                  <a:lnTo>
                    <a:pt x="1641891" y="4392478"/>
                  </a:lnTo>
                  <a:lnTo>
                    <a:pt x="1642079" y="4392478"/>
                  </a:lnTo>
                  <a:lnTo>
                    <a:pt x="1642455" y="4392478"/>
                  </a:lnTo>
                  <a:lnTo>
                    <a:pt x="1642549" y="4392478"/>
                  </a:lnTo>
                  <a:lnTo>
                    <a:pt x="1642643" y="4392478"/>
                  </a:lnTo>
                  <a:lnTo>
                    <a:pt x="1642925" y="4392478"/>
                  </a:lnTo>
                  <a:lnTo>
                    <a:pt x="1643019" y="4392478"/>
                  </a:lnTo>
                  <a:lnTo>
                    <a:pt x="1643113" y="4392478"/>
                  </a:lnTo>
                  <a:lnTo>
                    <a:pt x="1643301" y="4392478"/>
                  </a:lnTo>
                  <a:lnTo>
                    <a:pt x="1643489" y="4392478"/>
                  </a:lnTo>
                  <a:lnTo>
                    <a:pt x="1643583" y="4392478"/>
                  </a:lnTo>
                  <a:lnTo>
                    <a:pt x="1643865" y="4392478"/>
                  </a:lnTo>
                  <a:lnTo>
                    <a:pt x="1643959" y="4392478"/>
                  </a:lnTo>
                  <a:lnTo>
                    <a:pt x="1644053" y="4392478"/>
                  </a:lnTo>
                  <a:lnTo>
                    <a:pt x="1644147" y="4392478"/>
                  </a:lnTo>
                  <a:lnTo>
                    <a:pt x="1644241" y="4392478"/>
                  </a:lnTo>
                  <a:lnTo>
                    <a:pt x="1644335" y="4392478"/>
                  </a:lnTo>
                  <a:lnTo>
                    <a:pt x="1644524" y="4392478"/>
                  </a:lnTo>
                  <a:lnTo>
                    <a:pt x="1644618" y="4392478"/>
                  </a:lnTo>
                  <a:lnTo>
                    <a:pt x="1644712" y="4392478"/>
                  </a:lnTo>
                  <a:lnTo>
                    <a:pt x="1644806" y="4392478"/>
                  </a:lnTo>
                  <a:lnTo>
                    <a:pt x="1644994" y="4392478"/>
                  </a:lnTo>
                  <a:lnTo>
                    <a:pt x="1645182" y="4392478"/>
                  </a:lnTo>
                  <a:lnTo>
                    <a:pt x="1645276" y="4392478"/>
                  </a:lnTo>
                  <a:lnTo>
                    <a:pt x="1645370" y="4392478"/>
                  </a:lnTo>
                  <a:lnTo>
                    <a:pt x="1645464" y="4392478"/>
                  </a:lnTo>
                  <a:lnTo>
                    <a:pt x="1645558" y="4392478"/>
                  </a:lnTo>
                  <a:lnTo>
                    <a:pt x="1645652" y="4392478"/>
                  </a:lnTo>
                  <a:lnTo>
                    <a:pt x="1645840" y="4392478"/>
                  </a:lnTo>
                  <a:lnTo>
                    <a:pt x="1646122" y="4392478"/>
                  </a:lnTo>
                  <a:lnTo>
                    <a:pt x="1646216" y="4392478"/>
                  </a:lnTo>
                  <a:lnTo>
                    <a:pt x="1646310" y="4392478"/>
                  </a:lnTo>
                  <a:lnTo>
                    <a:pt x="1646404" y="4392478"/>
                  </a:lnTo>
                  <a:lnTo>
                    <a:pt x="1646404" y="4387199"/>
                  </a:lnTo>
                  <a:lnTo>
                    <a:pt x="1646686" y="4387199"/>
                  </a:lnTo>
                  <a:lnTo>
                    <a:pt x="1646780" y="4387199"/>
                  </a:lnTo>
                  <a:lnTo>
                    <a:pt x="1646968" y="4387199"/>
                  </a:lnTo>
                  <a:lnTo>
                    <a:pt x="1647062" y="4387199"/>
                  </a:lnTo>
                  <a:lnTo>
                    <a:pt x="1647626" y="4387199"/>
                  </a:lnTo>
                  <a:lnTo>
                    <a:pt x="1647814" y="4387199"/>
                  </a:lnTo>
                  <a:lnTo>
                    <a:pt x="1648285" y="4387199"/>
                  </a:lnTo>
                  <a:lnTo>
                    <a:pt x="1648473" y="4387199"/>
                  </a:lnTo>
                  <a:lnTo>
                    <a:pt x="1648849" y="4387199"/>
                  </a:lnTo>
                  <a:lnTo>
                    <a:pt x="1649037" y="4387199"/>
                  </a:lnTo>
                  <a:lnTo>
                    <a:pt x="1649131" y="4387199"/>
                  </a:lnTo>
                  <a:lnTo>
                    <a:pt x="1649413" y="4381919"/>
                  </a:lnTo>
                  <a:lnTo>
                    <a:pt x="1649601" y="4381919"/>
                  </a:lnTo>
                  <a:lnTo>
                    <a:pt x="1649695" y="4381919"/>
                  </a:lnTo>
                  <a:lnTo>
                    <a:pt x="1649977" y="4381919"/>
                  </a:lnTo>
                  <a:lnTo>
                    <a:pt x="1650071" y="4381919"/>
                  </a:lnTo>
                  <a:lnTo>
                    <a:pt x="1650165" y="4381919"/>
                  </a:lnTo>
                  <a:lnTo>
                    <a:pt x="1650353" y="4381919"/>
                  </a:lnTo>
                  <a:lnTo>
                    <a:pt x="1650541" y="4381919"/>
                  </a:lnTo>
                  <a:lnTo>
                    <a:pt x="1650729" y="4381919"/>
                  </a:lnTo>
                  <a:lnTo>
                    <a:pt x="1650823" y="4381919"/>
                  </a:lnTo>
                  <a:lnTo>
                    <a:pt x="1651011" y="4381919"/>
                  </a:lnTo>
                  <a:lnTo>
                    <a:pt x="1651293" y="4381919"/>
                  </a:lnTo>
                  <a:lnTo>
                    <a:pt x="1651387" y="4381919"/>
                  </a:lnTo>
                  <a:lnTo>
                    <a:pt x="1651481" y="4381919"/>
                  </a:lnTo>
                  <a:lnTo>
                    <a:pt x="1651575" y="4381919"/>
                  </a:lnTo>
                  <a:lnTo>
                    <a:pt x="1651670" y="4381919"/>
                  </a:lnTo>
                  <a:lnTo>
                    <a:pt x="1651764" y="4381919"/>
                  </a:lnTo>
                  <a:lnTo>
                    <a:pt x="1651858" y="4381919"/>
                  </a:lnTo>
                  <a:lnTo>
                    <a:pt x="1651952" y="4381919"/>
                  </a:lnTo>
                  <a:lnTo>
                    <a:pt x="1652046" y="4381919"/>
                  </a:lnTo>
                  <a:lnTo>
                    <a:pt x="1652140" y="4381919"/>
                  </a:lnTo>
                  <a:lnTo>
                    <a:pt x="1652234" y="4381919"/>
                  </a:lnTo>
                  <a:lnTo>
                    <a:pt x="1652328" y="4381919"/>
                  </a:lnTo>
                  <a:lnTo>
                    <a:pt x="1652516" y="4381919"/>
                  </a:lnTo>
                  <a:lnTo>
                    <a:pt x="1652704" y="4381919"/>
                  </a:lnTo>
                  <a:lnTo>
                    <a:pt x="1652798" y="4381919"/>
                  </a:lnTo>
                  <a:lnTo>
                    <a:pt x="1652798" y="4376640"/>
                  </a:lnTo>
                  <a:lnTo>
                    <a:pt x="1652986" y="4376640"/>
                  </a:lnTo>
                  <a:lnTo>
                    <a:pt x="1653080" y="4376640"/>
                  </a:lnTo>
                  <a:lnTo>
                    <a:pt x="1653174" y="4376640"/>
                  </a:lnTo>
                  <a:lnTo>
                    <a:pt x="1653268" y="4376640"/>
                  </a:lnTo>
                  <a:lnTo>
                    <a:pt x="1653362" y="4376640"/>
                  </a:lnTo>
                  <a:lnTo>
                    <a:pt x="1653456" y="4376640"/>
                  </a:lnTo>
                  <a:lnTo>
                    <a:pt x="1653550" y="4376640"/>
                  </a:lnTo>
                  <a:lnTo>
                    <a:pt x="1654020" y="4376640"/>
                  </a:lnTo>
                  <a:lnTo>
                    <a:pt x="1654396" y="4376640"/>
                  </a:lnTo>
                  <a:lnTo>
                    <a:pt x="1654490" y="4376640"/>
                  </a:lnTo>
                  <a:lnTo>
                    <a:pt x="1654584" y="4376640"/>
                  </a:lnTo>
                  <a:lnTo>
                    <a:pt x="1654678" y="4376640"/>
                  </a:lnTo>
                  <a:lnTo>
                    <a:pt x="1654772" y="4376640"/>
                  </a:lnTo>
                  <a:lnTo>
                    <a:pt x="1654960" y="4376640"/>
                  </a:lnTo>
                  <a:lnTo>
                    <a:pt x="1655054" y="4376640"/>
                  </a:lnTo>
                  <a:lnTo>
                    <a:pt x="1655149" y="4376640"/>
                  </a:lnTo>
                  <a:lnTo>
                    <a:pt x="1655431" y="4376640"/>
                  </a:lnTo>
                  <a:lnTo>
                    <a:pt x="1656371" y="4376640"/>
                  </a:lnTo>
                  <a:lnTo>
                    <a:pt x="1656653" y="4376640"/>
                  </a:lnTo>
                  <a:lnTo>
                    <a:pt x="1656935" y="4376640"/>
                  </a:lnTo>
                  <a:lnTo>
                    <a:pt x="1657217" y="4376640"/>
                  </a:lnTo>
                  <a:lnTo>
                    <a:pt x="1657311" y="4376640"/>
                  </a:lnTo>
                  <a:lnTo>
                    <a:pt x="1657405" y="4376640"/>
                  </a:lnTo>
                  <a:lnTo>
                    <a:pt x="1657687" y="4376640"/>
                  </a:lnTo>
                  <a:lnTo>
                    <a:pt x="1657781" y="4376640"/>
                  </a:lnTo>
                  <a:lnTo>
                    <a:pt x="1658157" y="4376640"/>
                  </a:lnTo>
                  <a:lnTo>
                    <a:pt x="1658439" y="4376640"/>
                  </a:lnTo>
                  <a:lnTo>
                    <a:pt x="1658627" y="4371360"/>
                  </a:lnTo>
                  <a:lnTo>
                    <a:pt x="1658722" y="4371360"/>
                  </a:lnTo>
                  <a:lnTo>
                    <a:pt x="1658816" y="4366081"/>
                  </a:lnTo>
                  <a:lnTo>
                    <a:pt x="1658910" y="4366081"/>
                  </a:lnTo>
                  <a:lnTo>
                    <a:pt x="1659192" y="4366081"/>
                  </a:lnTo>
                  <a:lnTo>
                    <a:pt x="1659474" y="4366081"/>
                  </a:lnTo>
                  <a:lnTo>
                    <a:pt x="1659662" y="4366081"/>
                  </a:lnTo>
                  <a:lnTo>
                    <a:pt x="1659756" y="4366081"/>
                  </a:lnTo>
                  <a:lnTo>
                    <a:pt x="1660038" y="4360802"/>
                  </a:lnTo>
                  <a:lnTo>
                    <a:pt x="1660132" y="4360802"/>
                  </a:lnTo>
                  <a:lnTo>
                    <a:pt x="1660226" y="4360802"/>
                  </a:lnTo>
                  <a:lnTo>
                    <a:pt x="1660790" y="4360802"/>
                  </a:lnTo>
                  <a:lnTo>
                    <a:pt x="1661166" y="4360802"/>
                  </a:lnTo>
                  <a:lnTo>
                    <a:pt x="1661260" y="4360802"/>
                  </a:lnTo>
                  <a:lnTo>
                    <a:pt x="1661542" y="4360802"/>
                  </a:lnTo>
                  <a:lnTo>
                    <a:pt x="1661636" y="4360802"/>
                  </a:lnTo>
                  <a:lnTo>
                    <a:pt x="1661730" y="4360802"/>
                  </a:lnTo>
                  <a:lnTo>
                    <a:pt x="1661824" y="4360802"/>
                  </a:lnTo>
                  <a:lnTo>
                    <a:pt x="1662200" y="4360802"/>
                  </a:lnTo>
                  <a:lnTo>
                    <a:pt x="1662295" y="4360802"/>
                  </a:lnTo>
                  <a:lnTo>
                    <a:pt x="1662389" y="4360802"/>
                  </a:lnTo>
                  <a:lnTo>
                    <a:pt x="1662765" y="4360802"/>
                  </a:lnTo>
                  <a:lnTo>
                    <a:pt x="1662859" y="4360802"/>
                  </a:lnTo>
                  <a:lnTo>
                    <a:pt x="1663329" y="4360802"/>
                  </a:lnTo>
                  <a:lnTo>
                    <a:pt x="1663423" y="4360802"/>
                  </a:lnTo>
                  <a:lnTo>
                    <a:pt x="1663799" y="4360802"/>
                  </a:lnTo>
                  <a:lnTo>
                    <a:pt x="1663893" y="4360802"/>
                  </a:lnTo>
                  <a:lnTo>
                    <a:pt x="1663987" y="4360802"/>
                  </a:lnTo>
                  <a:lnTo>
                    <a:pt x="1664363" y="4355522"/>
                  </a:lnTo>
                  <a:lnTo>
                    <a:pt x="1664551" y="4355522"/>
                  </a:lnTo>
                  <a:lnTo>
                    <a:pt x="1664739" y="4355522"/>
                  </a:lnTo>
                  <a:lnTo>
                    <a:pt x="1664833" y="4355522"/>
                  </a:lnTo>
                  <a:lnTo>
                    <a:pt x="1664927" y="4355522"/>
                  </a:lnTo>
                  <a:lnTo>
                    <a:pt x="1665021" y="4355522"/>
                  </a:lnTo>
                  <a:lnTo>
                    <a:pt x="1665209" y="4350243"/>
                  </a:lnTo>
                  <a:lnTo>
                    <a:pt x="1665397" y="4350243"/>
                  </a:lnTo>
                  <a:lnTo>
                    <a:pt x="1665585" y="4350243"/>
                  </a:lnTo>
                  <a:lnTo>
                    <a:pt x="1665679" y="4350243"/>
                  </a:lnTo>
                  <a:lnTo>
                    <a:pt x="1665868" y="4350243"/>
                  </a:lnTo>
                  <a:lnTo>
                    <a:pt x="1665962" y="4350243"/>
                  </a:lnTo>
                  <a:lnTo>
                    <a:pt x="1666150" y="4350243"/>
                  </a:lnTo>
                  <a:lnTo>
                    <a:pt x="1666244" y="4350243"/>
                  </a:lnTo>
                  <a:lnTo>
                    <a:pt x="1666526" y="4350243"/>
                  </a:lnTo>
                  <a:lnTo>
                    <a:pt x="1666620" y="4350243"/>
                  </a:lnTo>
                  <a:lnTo>
                    <a:pt x="1666996" y="4350243"/>
                  </a:lnTo>
                  <a:lnTo>
                    <a:pt x="1667184" y="4350243"/>
                  </a:lnTo>
                  <a:lnTo>
                    <a:pt x="1667278" y="4350243"/>
                  </a:lnTo>
                  <a:lnTo>
                    <a:pt x="1668030" y="4350243"/>
                  </a:lnTo>
                  <a:lnTo>
                    <a:pt x="1668124" y="4350243"/>
                  </a:lnTo>
                  <a:lnTo>
                    <a:pt x="1668218" y="4350243"/>
                  </a:lnTo>
                  <a:lnTo>
                    <a:pt x="1668312" y="4350243"/>
                  </a:lnTo>
                  <a:lnTo>
                    <a:pt x="1668688" y="4350243"/>
                  </a:lnTo>
                  <a:lnTo>
                    <a:pt x="1669064" y="4350243"/>
                  </a:lnTo>
                  <a:lnTo>
                    <a:pt x="1669347" y="4350243"/>
                  </a:lnTo>
                  <a:lnTo>
                    <a:pt x="1669441" y="4350243"/>
                  </a:lnTo>
                  <a:lnTo>
                    <a:pt x="1669629" y="4350243"/>
                  </a:lnTo>
                  <a:lnTo>
                    <a:pt x="1669723" y="4350243"/>
                  </a:lnTo>
                  <a:lnTo>
                    <a:pt x="1669817" y="4350243"/>
                  </a:lnTo>
                  <a:lnTo>
                    <a:pt x="1669911" y="4350243"/>
                  </a:lnTo>
                  <a:lnTo>
                    <a:pt x="1670005" y="4350243"/>
                  </a:lnTo>
                  <a:lnTo>
                    <a:pt x="1670193" y="4350243"/>
                  </a:lnTo>
                  <a:lnTo>
                    <a:pt x="1670287" y="4350243"/>
                  </a:lnTo>
                  <a:lnTo>
                    <a:pt x="1670381" y="4350243"/>
                  </a:lnTo>
                  <a:lnTo>
                    <a:pt x="1670663" y="4350243"/>
                  </a:lnTo>
                  <a:lnTo>
                    <a:pt x="1670757" y="4350243"/>
                  </a:lnTo>
                  <a:lnTo>
                    <a:pt x="1670851" y="4350243"/>
                  </a:lnTo>
                  <a:lnTo>
                    <a:pt x="1670945" y="4350243"/>
                  </a:lnTo>
                  <a:lnTo>
                    <a:pt x="1671039" y="4350243"/>
                  </a:lnTo>
                  <a:lnTo>
                    <a:pt x="1671133" y="4350243"/>
                  </a:lnTo>
                  <a:lnTo>
                    <a:pt x="1671227" y="4350243"/>
                  </a:lnTo>
                  <a:lnTo>
                    <a:pt x="1671321" y="4350243"/>
                  </a:lnTo>
                  <a:lnTo>
                    <a:pt x="1671509" y="4350243"/>
                  </a:lnTo>
                  <a:lnTo>
                    <a:pt x="1671697" y="4350243"/>
                  </a:lnTo>
                  <a:lnTo>
                    <a:pt x="1671885" y="4350243"/>
                  </a:lnTo>
                  <a:lnTo>
                    <a:pt x="1671979" y="4350243"/>
                  </a:lnTo>
                  <a:lnTo>
                    <a:pt x="1672073" y="4350243"/>
                  </a:lnTo>
                  <a:lnTo>
                    <a:pt x="1673014" y="4344963"/>
                  </a:lnTo>
                  <a:lnTo>
                    <a:pt x="1673202" y="4344963"/>
                  </a:lnTo>
                  <a:lnTo>
                    <a:pt x="1673296" y="4344963"/>
                  </a:lnTo>
                  <a:lnTo>
                    <a:pt x="1673484" y="4344963"/>
                  </a:lnTo>
                  <a:lnTo>
                    <a:pt x="1673578" y="4344963"/>
                  </a:lnTo>
                  <a:lnTo>
                    <a:pt x="1673860" y="4344963"/>
                  </a:lnTo>
                  <a:lnTo>
                    <a:pt x="1673954" y="4344963"/>
                  </a:lnTo>
                  <a:lnTo>
                    <a:pt x="1674048" y="4344963"/>
                  </a:lnTo>
                  <a:lnTo>
                    <a:pt x="1674142" y="4344963"/>
                  </a:lnTo>
                  <a:lnTo>
                    <a:pt x="1674330" y="4344963"/>
                  </a:lnTo>
                  <a:lnTo>
                    <a:pt x="1674424" y="4344963"/>
                  </a:lnTo>
                  <a:lnTo>
                    <a:pt x="1674706" y="4344963"/>
                  </a:lnTo>
                  <a:lnTo>
                    <a:pt x="1674800" y="4344963"/>
                  </a:lnTo>
                  <a:lnTo>
                    <a:pt x="1674988" y="4344963"/>
                  </a:lnTo>
                  <a:lnTo>
                    <a:pt x="1675082" y="4344963"/>
                  </a:lnTo>
                  <a:lnTo>
                    <a:pt x="1675270" y="4344963"/>
                  </a:lnTo>
                  <a:lnTo>
                    <a:pt x="1675552" y="4344963"/>
                  </a:lnTo>
                  <a:lnTo>
                    <a:pt x="1675646" y="4344963"/>
                  </a:lnTo>
                  <a:lnTo>
                    <a:pt x="1675740" y="4344963"/>
                  </a:lnTo>
                  <a:lnTo>
                    <a:pt x="1675928" y="4344963"/>
                  </a:lnTo>
                  <a:lnTo>
                    <a:pt x="1676022" y="4344963"/>
                  </a:lnTo>
                  <a:lnTo>
                    <a:pt x="1676399" y="4344963"/>
                  </a:lnTo>
                  <a:lnTo>
                    <a:pt x="1676493" y="4344963"/>
                  </a:lnTo>
                  <a:lnTo>
                    <a:pt x="1676587" y="4344963"/>
                  </a:lnTo>
                  <a:lnTo>
                    <a:pt x="1676775" y="4344963"/>
                  </a:lnTo>
                  <a:lnTo>
                    <a:pt x="1676963" y="4344963"/>
                  </a:lnTo>
                  <a:lnTo>
                    <a:pt x="1677057" y="4344963"/>
                  </a:lnTo>
                  <a:lnTo>
                    <a:pt x="1677151" y="4344963"/>
                  </a:lnTo>
                  <a:lnTo>
                    <a:pt x="1677245" y="4344963"/>
                  </a:lnTo>
                  <a:lnTo>
                    <a:pt x="1677809" y="4344963"/>
                  </a:lnTo>
                  <a:lnTo>
                    <a:pt x="1677903" y="4344963"/>
                  </a:lnTo>
                  <a:lnTo>
                    <a:pt x="1677997" y="4344963"/>
                  </a:lnTo>
                  <a:lnTo>
                    <a:pt x="1678091" y="4344963"/>
                  </a:lnTo>
                  <a:lnTo>
                    <a:pt x="1678185" y="4344963"/>
                  </a:lnTo>
                  <a:lnTo>
                    <a:pt x="1678279" y="4344963"/>
                  </a:lnTo>
                  <a:lnTo>
                    <a:pt x="1678655" y="4344963"/>
                  </a:lnTo>
                  <a:lnTo>
                    <a:pt x="1678749" y="4344963"/>
                  </a:lnTo>
                  <a:lnTo>
                    <a:pt x="1678843" y="4344963"/>
                  </a:lnTo>
                  <a:lnTo>
                    <a:pt x="1679313" y="4344963"/>
                  </a:lnTo>
                  <a:lnTo>
                    <a:pt x="1679407" y="4344963"/>
                  </a:lnTo>
                  <a:lnTo>
                    <a:pt x="1679595" y="4344963"/>
                  </a:lnTo>
                  <a:lnTo>
                    <a:pt x="1679689" y="4344963"/>
                  </a:lnTo>
                  <a:lnTo>
                    <a:pt x="1679783" y="4344963"/>
                  </a:lnTo>
                  <a:lnTo>
                    <a:pt x="1679877" y="4344963"/>
                  </a:lnTo>
                  <a:lnTo>
                    <a:pt x="1679972" y="4344963"/>
                  </a:lnTo>
                  <a:lnTo>
                    <a:pt x="1680066" y="4344963"/>
                  </a:lnTo>
                  <a:lnTo>
                    <a:pt x="1680630" y="4344963"/>
                  </a:lnTo>
                  <a:lnTo>
                    <a:pt x="1680724" y="4344963"/>
                  </a:lnTo>
                  <a:lnTo>
                    <a:pt x="1680818" y="4344963"/>
                  </a:lnTo>
                  <a:lnTo>
                    <a:pt x="1681382" y="4344963"/>
                  </a:lnTo>
                  <a:lnTo>
                    <a:pt x="1681758" y="4339684"/>
                  </a:lnTo>
                  <a:lnTo>
                    <a:pt x="1681852" y="4339684"/>
                  </a:lnTo>
                  <a:lnTo>
                    <a:pt x="1682040" y="4339684"/>
                  </a:lnTo>
                  <a:lnTo>
                    <a:pt x="1682228" y="4339684"/>
                  </a:lnTo>
                  <a:lnTo>
                    <a:pt x="1682416" y="4339684"/>
                  </a:lnTo>
                  <a:lnTo>
                    <a:pt x="1682604" y="4339684"/>
                  </a:lnTo>
                  <a:lnTo>
                    <a:pt x="1683074" y="4339684"/>
                  </a:lnTo>
                  <a:lnTo>
                    <a:pt x="1683168" y="4339684"/>
                  </a:lnTo>
                  <a:lnTo>
                    <a:pt x="1683356" y="4339684"/>
                  </a:lnTo>
                  <a:lnTo>
                    <a:pt x="1683545" y="4339684"/>
                  </a:lnTo>
                  <a:lnTo>
                    <a:pt x="1683733" y="4339684"/>
                  </a:lnTo>
                  <a:lnTo>
                    <a:pt x="1683827" y="4334404"/>
                  </a:lnTo>
                  <a:lnTo>
                    <a:pt x="1683921" y="4334404"/>
                  </a:lnTo>
                  <a:lnTo>
                    <a:pt x="1684015" y="4334404"/>
                  </a:lnTo>
                  <a:lnTo>
                    <a:pt x="1684109" y="4334404"/>
                  </a:lnTo>
                  <a:lnTo>
                    <a:pt x="1684203" y="4334404"/>
                  </a:lnTo>
                  <a:lnTo>
                    <a:pt x="1684297" y="4334404"/>
                  </a:lnTo>
                  <a:lnTo>
                    <a:pt x="1684391" y="4334404"/>
                  </a:lnTo>
                  <a:lnTo>
                    <a:pt x="1684485" y="4334404"/>
                  </a:lnTo>
                  <a:lnTo>
                    <a:pt x="1684579" y="4334404"/>
                  </a:lnTo>
                  <a:lnTo>
                    <a:pt x="1684673" y="4334404"/>
                  </a:lnTo>
                  <a:lnTo>
                    <a:pt x="1684767" y="4334404"/>
                  </a:lnTo>
                  <a:lnTo>
                    <a:pt x="1684861" y="4334404"/>
                  </a:lnTo>
                  <a:lnTo>
                    <a:pt x="1684955" y="4334404"/>
                  </a:lnTo>
                  <a:lnTo>
                    <a:pt x="1685049" y="4334404"/>
                  </a:lnTo>
                  <a:lnTo>
                    <a:pt x="1685143" y="4334404"/>
                  </a:lnTo>
                  <a:lnTo>
                    <a:pt x="1685237" y="4334404"/>
                  </a:lnTo>
                  <a:lnTo>
                    <a:pt x="1685331" y="4334404"/>
                  </a:lnTo>
                  <a:lnTo>
                    <a:pt x="1685707" y="4334404"/>
                  </a:lnTo>
                  <a:lnTo>
                    <a:pt x="1685895" y="4334404"/>
                  </a:lnTo>
                  <a:lnTo>
                    <a:pt x="1685989" y="4334404"/>
                  </a:lnTo>
                  <a:lnTo>
                    <a:pt x="1686271" y="4334404"/>
                  </a:lnTo>
                  <a:lnTo>
                    <a:pt x="1686459" y="4334404"/>
                  </a:lnTo>
                  <a:lnTo>
                    <a:pt x="1686741" y="4334404"/>
                  </a:lnTo>
                  <a:lnTo>
                    <a:pt x="1686835" y="4334404"/>
                  </a:lnTo>
                  <a:lnTo>
                    <a:pt x="1686929" y="4334404"/>
                  </a:lnTo>
                  <a:lnTo>
                    <a:pt x="1687212" y="4334404"/>
                  </a:lnTo>
                  <a:lnTo>
                    <a:pt x="1687306" y="4334404"/>
                  </a:lnTo>
                  <a:lnTo>
                    <a:pt x="1687400" y="4334404"/>
                  </a:lnTo>
                  <a:lnTo>
                    <a:pt x="1687588" y="4334404"/>
                  </a:lnTo>
                  <a:lnTo>
                    <a:pt x="1687682" y="4334404"/>
                  </a:lnTo>
                  <a:lnTo>
                    <a:pt x="1687964" y="4329125"/>
                  </a:lnTo>
                  <a:lnTo>
                    <a:pt x="1688058" y="4329125"/>
                  </a:lnTo>
                  <a:lnTo>
                    <a:pt x="1688152" y="4329125"/>
                  </a:lnTo>
                  <a:lnTo>
                    <a:pt x="1688340" y="4329125"/>
                  </a:lnTo>
                  <a:lnTo>
                    <a:pt x="1688434" y="4329125"/>
                  </a:lnTo>
                  <a:lnTo>
                    <a:pt x="1688528" y="4329125"/>
                  </a:lnTo>
                  <a:lnTo>
                    <a:pt x="1688622" y="4329125"/>
                  </a:lnTo>
                  <a:lnTo>
                    <a:pt x="1688810" y="4329125"/>
                  </a:lnTo>
                  <a:lnTo>
                    <a:pt x="1688904" y="4329125"/>
                  </a:lnTo>
                  <a:lnTo>
                    <a:pt x="1688998" y="4329125"/>
                  </a:lnTo>
                  <a:lnTo>
                    <a:pt x="1689186" y="4329125"/>
                  </a:lnTo>
                  <a:lnTo>
                    <a:pt x="1689562" y="4329125"/>
                  </a:lnTo>
                  <a:lnTo>
                    <a:pt x="1689844" y="4329125"/>
                  </a:lnTo>
                  <a:lnTo>
                    <a:pt x="1690032" y="4329125"/>
                  </a:lnTo>
                  <a:lnTo>
                    <a:pt x="1690126" y="4329125"/>
                  </a:lnTo>
                  <a:lnTo>
                    <a:pt x="1690220" y="4329125"/>
                  </a:lnTo>
                  <a:lnTo>
                    <a:pt x="1690408" y="4329125"/>
                  </a:lnTo>
                  <a:lnTo>
                    <a:pt x="1690502" y="4329125"/>
                  </a:lnTo>
                  <a:lnTo>
                    <a:pt x="1690597" y="4329125"/>
                  </a:lnTo>
                  <a:lnTo>
                    <a:pt x="1691067" y="4329125"/>
                  </a:lnTo>
                  <a:lnTo>
                    <a:pt x="1691161" y="4329125"/>
                  </a:lnTo>
                  <a:lnTo>
                    <a:pt x="1691255" y="4329125"/>
                  </a:lnTo>
                  <a:lnTo>
                    <a:pt x="1691349" y="4329125"/>
                  </a:lnTo>
                  <a:lnTo>
                    <a:pt x="1691537" y="4329125"/>
                  </a:lnTo>
                  <a:lnTo>
                    <a:pt x="1691819" y="4329125"/>
                  </a:lnTo>
                  <a:lnTo>
                    <a:pt x="1692665" y="4329125"/>
                  </a:lnTo>
                  <a:lnTo>
                    <a:pt x="1692853" y="4329125"/>
                  </a:lnTo>
                  <a:lnTo>
                    <a:pt x="1693041" y="4329125"/>
                  </a:lnTo>
                  <a:lnTo>
                    <a:pt x="1693229" y="4329125"/>
                  </a:lnTo>
                  <a:lnTo>
                    <a:pt x="1693417" y="4329125"/>
                  </a:lnTo>
                  <a:lnTo>
                    <a:pt x="1693511" y="4329125"/>
                  </a:lnTo>
                  <a:lnTo>
                    <a:pt x="1693605" y="4329125"/>
                  </a:lnTo>
                  <a:lnTo>
                    <a:pt x="1693793" y="4329125"/>
                  </a:lnTo>
                  <a:lnTo>
                    <a:pt x="1693981" y="4329125"/>
                  </a:lnTo>
                  <a:lnTo>
                    <a:pt x="1694170" y="4329125"/>
                  </a:lnTo>
                  <a:lnTo>
                    <a:pt x="1694264" y="4329125"/>
                  </a:lnTo>
                  <a:lnTo>
                    <a:pt x="1694452" y="4329125"/>
                  </a:lnTo>
                  <a:lnTo>
                    <a:pt x="1694640" y="4329125"/>
                  </a:lnTo>
                  <a:lnTo>
                    <a:pt x="1695298" y="4329125"/>
                  </a:lnTo>
                  <a:lnTo>
                    <a:pt x="1695580" y="4329125"/>
                  </a:lnTo>
                  <a:lnTo>
                    <a:pt x="1695674" y="4329125"/>
                  </a:lnTo>
                  <a:lnTo>
                    <a:pt x="1695862" y="4323846"/>
                  </a:lnTo>
                  <a:lnTo>
                    <a:pt x="1695956" y="4323846"/>
                  </a:lnTo>
                  <a:lnTo>
                    <a:pt x="1696050" y="4323846"/>
                  </a:lnTo>
                  <a:lnTo>
                    <a:pt x="1696426" y="4323846"/>
                  </a:lnTo>
                  <a:lnTo>
                    <a:pt x="1696708" y="4323846"/>
                  </a:lnTo>
                  <a:lnTo>
                    <a:pt x="1696802" y="4318566"/>
                  </a:lnTo>
                  <a:lnTo>
                    <a:pt x="1697272" y="4318566"/>
                  </a:lnTo>
                  <a:lnTo>
                    <a:pt x="1697554" y="4318566"/>
                  </a:lnTo>
                  <a:lnTo>
                    <a:pt x="1697648" y="4318566"/>
                  </a:lnTo>
                  <a:lnTo>
                    <a:pt x="1697743" y="4318566"/>
                  </a:lnTo>
                  <a:lnTo>
                    <a:pt x="1698025" y="4318566"/>
                  </a:lnTo>
                  <a:lnTo>
                    <a:pt x="1698119" y="4318566"/>
                  </a:lnTo>
                  <a:lnTo>
                    <a:pt x="1698213" y="4318566"/>
                  </a:lnTo>
                  <a:lnTo>
                    <a:pt x="1698307" y="4318566"/>
                  </a:lnTo>
                  <a:lnTo>
                    <a:pt x="1698401" y="4318566"/>
                  </a:lnTo>
                  <a:lnTo>
                    <a:pt x="1698495" y="4318566"/>
                  </a:lnTo>
                  <a:lnTo>
                    <a:pt x="1698589" y="4318566"/>
                  </a:lnTo>
                  <a:lnTo>
                    <a:pt x="1699059" y="4318566"/>
                  </a:lnTo>
                  <a:lnTo>
                    <a:pt x="1699341" y="4313287"/>
                  </a:lnTo>
                  <a:lnTo>
                    <a:pt x="1699529" y="4313287"/>
                  </a:lnTo>
                  <a:lnTo>
                    <a:pt x="1699717" y="4313287"/>
                  </a:lnTo>
                  <a:lnTo>
                    <a:pt x="1700093" y="4313287"/>
                  </a:lnTo>
                  <a:lnTo>
                    <a:pt x="1700187" y="4313287"/>
                  </a:lnTo>
                  <a:lnTo>
                    <a:pt x="1700281" y="4313287"/>
                  </a:lnTo>
                  <a:lnTo>
                    <a:pt x="1700375" y="4313287"/>
                  </a:lnTo>
                  <a:lnTo>
                    <a:pt x="1700751" y="4313287"/>
                  </a:lnTo>
                  <a:lnTo>
                    <a:pt x="1700845" y="4313287"/>
                  </a:lnTo>
                  <a:lnTo>
                    <a:pt x="1700939" y="4313287"/>
                  </a:lnTo>
                  <a:lnTo>
                    <a:pt x="1701222" y="4313287"/>
                  </a:lnTo>
                  <a:lnTo>
                    <a:pt x="1701692" y="4313287"/>
                  </a:lnTo>
                  <a:lnTo>
                    <a:pt x="1701786" y="4313287"/>
                  </a:lnTo>
                  <a:lnTo>
                    <a:pt x="1701880" y="4313287"/>
                  </a:lnTo>
                  <a:lnTo>
                    <a:pt x="1701974" y="4313287"/>
                  </a:lnTo>
                  <a:lnTo>
                    <a:pt x="1702162" y="4313287"/>
                  </a:lnTo>
                  <a:lnTo>
                    <a:pt x="1702538" y="4313287"/>
                  </a:lnTo>
                  <a:lnTo>
                    <a:pt x="1702632" y="4313287"/>
                  </a:lnTo>
                  <a:lnTo>
                    <a:pt x="1702820" y="4313287"/>
                  </a:lnTo>
                  <a:lnTo>
                    <a:pt x="1703102" y="4313287"/>
                  </a:lnTo>
                  <a:lnTo>
                    <a:pt x="1703196" y="4313287"/>
                  </a:lnTo>
                  <a:lnTo>
                    <a:pt x="1703290" y="4313287"/>
                  </a:lnTo>
                  <a:lnTo>
                    <a:pt x="1703384" y="4313287"/>
                  </a:lnTo>
                  <a:lnTo>
                    <a:pt x="1703666" y="4313287"/>
                  </a:lnTo>
                  <a:lnTo>
                    <a:pt x="1703854" y="4313287"/>
                  </a:lnTo>
                  <a:lnTo>
                    <a:pt x="1703948" y="4313287"/>
                  </a:lnTo>
                  <a:lnTo>
                    <a:pt x="1704042" y="4313287"/>
                  </a:lnTo>
                  <a:lnTo>
                    <a:pt x="1704324" y="4313287"/>
                  </a:lnTo>
                  <a:lnTo>
                    <a:pt x="1704418" y="4313287"/>
                  </a:lnTo>
                  <a:lnTo>
                    <a:pt x="1704512" y="4313287"/>
                  </a:lnTo>
                  <a:lnTo>
                    <a:pt x="1704606" y="4313287"/>
                  </a:lnTo>
                  <a:lnTo>
                    <a:pt x="1705077" y="4313287"/>
                  </a:lnTo>
                  <a:lnTo>
                    <a:pt x="1705171" y="4313287"/>
                  </a:lnTo>
                  <a:lnTo>
                    <a:pt x="1705359" y="4313287"/>
                  </a:lnTo>
                  <a:lnTo>
                    <a:pt x="1705547" y="4313287"/>
                  </a:lnTo>
                  <a:lnTo>
                    <a:pt x="1705735" y="4313287"/>
                  </a:lnTo>
                  <a:lnTo>
                    <a:pt x="1705923" y="4313287"/>
                  </a:lnTo>
                  <a:lnTo>
                    <a:pt x="1706299" y="4308007"/>
                  </a:lnTo>
                  <a:lnTo>
                    <a:pt x="1706393" y="4308007"/>
                  </a:lnTo>
                  <a:lnTo>
                    <a:pt x="1706487" y="4308007"/>
                  </a:lnTo>
                  <a:lnTo>
                    <a:pt x="1707239" y="4302728"/>
                  </a:lnTo>
                  <a:lnTo>
                    <a:pt x="1707333" y="4302728"/>
                  </a:lnTo>
                  <a:lnTo>
                    <a:pt x="1707427" y="4302728"/>
                  </a:lnTo>
                  <a:lnTo>
                    <a:pt x="1707615" y="4302728"/>
                  </a:lnTo>
                  <a:lnTo>
                    <a:pt x="1707709" y="4302728"/>
                  </a:lnTo>
                  <a:lnTo>
                    <a:pt x="1707803" y="4302728"/>
                  </a:lnTo>
                  <a:lnTo>
                    <a:pt x="1707991" y="4302728"/>
                  </a:lnTo>
                  <a:lnTo>
                    <a:pt x="1708179" y="4302728"/>
                  </a:lnTo>
                  <a:lnTo>
                    <a:pt x="1708368" y="4302728"/>
                  </a:lnTo>
                  <a:lnTo>
                    <a:pt x="1708838" y="4302728"/>
                  </a:lnTo>
                  <a:lnTo>
                    <a:pt x="1709214" y="4302728"/>
                  </a:lnTo>
                  <a:lnTo>
                    <a:pt x="1709402" y="4302728"/>
                  </a:lnTo>
                  <a:lnTo>
                    <a:pt x="1709496" y="4302728"/>
                  </a:lnTo>
                  <a:lnTo>
                    <a:pt x="1709684" y="4302728"/>
                  </a:lnTo>
                  <a:lnTo>
                    <a:pt x="1709872" y="4302728"/>
                  </a:lnTo>
                  <a:lnTo>
                    <a:pt x="1710060" y="4302728"/>
                  </a:lnTo>
                  <a:lnTo>
                    <a:pt x="1710154" y="4302728"/>
                  </a:lnTo>
                  <a:lnTo>
                    <a:pt x="1710530" y="4302728"/>
                  </a:lnTo>
                  <a:lnTo>
                    <a:pt x="1711094" y="4302728"/>
                  </a:lnTo>
                  <a:lnTo>
                    <a:pt x="1711188" y="4302728"/>
                  </a:lnTo>
                  <a:lnTo>
                    <a:pt x="1711282" y="4302728"/>
                  </a:lnTo>
                  <a:lnTo>
                    <a:pt x="1711376" y="4302728"/>
                  </a:lnTo>
                  <a:lnTo>
                    <a:pt x="1711564" y="4302728"/>
                  </a:lnTo>
                  <a:lnTo>
                    <a:pt x="1711752" y="4302728"/>
                  </a:lnTo>
                  <a:lnTo>
                    <a:pt x="1711941" y="4302728"/>
                  </a:lnTo>
                  <a:lnTo>
                    <a:pt x="1712035" y="4302728"/>
                  </a:lnTo>
                  <a:lnTo>
                    <a:pt x="1712411" y="4302728"/>
                  </a:lnTo>
                  <a:lnTo>
                    <a:pt x="1712693" y="4302728"/>
                  </a:lnTo>
                  <a:lnTo>
                    <a:pt x="1712975" y="4302728"/>
                  </a:lnTo>
                  <a:lnTo>
                    <a:pt x="1713069" y="4302728"/>
                  </a:lnTo>
                  <a:lnTo>
                    <a:pt x="1713351" y="4302728"/>
                  </a:lnTo>
                  <a:lnTo>
                    <a:pt x="1713633" y="4302728"/>
                  </a:lnTo>
                  <a:lnTo>
                    <a:pt x="1713727" y="4302728"/>
                  </a:lnTo>
                  <a:lnTo>
                    <a:pt x="1714103" y="4302728"/>
                  </a:lnTo>
                  <a:lnTo>
                    <a:pt x="1714197" y="4302728"/>
                  </a:lnTo>
                  <a:lnTo>
                    <a:pt x="1714291" y="4302728"/>
                  </a:lnTo>
                  <a:lnTo>
                    <a:pt x="1714385" y="4302728"/>
                  </a:lnTo>
                  <a:lnTo>
                    <a:pt x="1714479" y="4302728"/>
                  </a:lnTo>
                  <a:lnTo>
                    <a:pt x="1714573" y="4302728"/>
                  </a:lnTo>
                  <a:lnTo>
                    <a:pt x="1714761" y="4302728"/>
                  </a:lnTo>
                  <a:lnTo>
                    <a:pt x="1714855" y="4302728"/>
                  </a:lnTo>
                  <a:lnTo>
                    <a:pt x="1715231" y="4302728"/>
                  </a:lnTo>
                  <a:lnTo>
                    <a:pt x="1715325" y="4302728"/>
                  </a:lnTo>
                  <a:lnTo>
                    <a:pt x="1716360" y="4297448"/>
                  </a:lnTo>
                  <a:lnTo>
                    <a:pt x="1716454" y="4297448"/>
                  </a:lnTo>
                  <a:lnTo>
                    <a:pt x="1716548" y="4297448"/>
                  </a:lnTo>
                  <a:lnTo>
                    <a:pt x="1716642" y="4297448"/>
                  </a:lnTo>
                  <a:lnTo>
                    <a:pt x="1716736" y="4297448"/>
                  </a:lnTo>
                  <a:lnTo>
                    <a:pt x="1717018" y="4297448"/>
                  </a:lnTo>
                  <a:lnTo>
                    <a:pt x="1717206" y="4297448"/>
                  </a:lnTo>
                  <a:lnTo>
                    <a:pt x="1717488" y="4297448"/>
                  </a:lnTo>
                  <a:lnTo>
                    <a:pt x="1717582" y="4297448"/>
                  </a:lnTo>
                  <a:lnTo>
                    <a:pt x="1717676" y="4297448"/>
                  </a:lnTo>
                  <a:lnTo>
                    <a:pt x="1717770" y="4297448"/>
                  </a:lnTo>
                  <a:lnTo>
                    <a:pt x="1717958" y="4297448"/>
                  </a:lnTo>
                  <a:lnTo>
                    <a:pt x="1718146" y="4297448"/>
                  </a:lnTo>
                  <a:lnTo>
                    <a:pt x="1718240" y="4297448"/>
                  </a:lnTo>
                  <a:lnTo>
                    <a:pt x="1718428" y="4297448"/>
                  </a:lnTo>
                  <a:lnTo>
                    <a:pt x="1718522" y="4297448"/>
                  </a:lnTo>
                  <a:lnTo>
                    <a:pt x="1718522" y="4292169"/>
                  </a:lnTo>
                  <a:lnTo>
                    <a:pt x="1718616" y="4292169"/>
                  </a:lnTo>
                  <a:lnTo>
                    <a:pt x="1718804" y="4292169"/>
                  </a:lnTo>
                  <a:lnTo>
                    <a:pt x="1718898" y="4292169"/>
                  </a:lnTo>
                  <a:lnTo>
                    <a:pt x="1718993" y="4292169"/>
                  </a:lnTo>
                  <a:lnTo>
                    <a:pt x="1719087" y="4292169"/>
                  </a:lnTo>
                  <a:lnTo>
                    <a:pt x="1719181" y="4292169"/>
                  </a:lnTo>
                  <a:lnTo>
                    <a:pt x="1719275" y="4292169"/>
                  </a:lnTo>
                  <a:lnTo>
                    <a:pt x="1719651" y="4292169"/>
                  </a:lnTo>
                  <a:lnTo>
                    <a:pt x="1719745" y="4292169"/>
                  </a:lnTo>
                  <a:lnTo>
                    <a:pt x="1719933" y="4286890"/>
                  </a:lnTo>
                  <a:lnTo>
                    <a:pt x="1720027" y="4286890"/>
                  </a:lnTo>
                  <a:lnTo>
                    <a:pt x="1720121" y="4286890"/>
                  </a:lnTo>
                  <a:lnTo>
                    <a:pt x="1720403" y="4286890"/>
                  </a:lnTo>
                  <a:lnTo>
                    <a:pt x="1720497" y="4286890"/>
                  </a:lnTo>
                  <a:lnTo>
                    <a:pt x="1720591" y="4286890"/>
                  </a:lnTo>
                  <a:lnTo>
                    <a:pt x="1720685" y="4286890"/>
                  </a:lnTo>
                  <a:lnTo>
                    <a:pt x="1720779" y="4286890"/>
                  </a:lnTo>
                  <a:lnTo>
                    <a:pt x="1720873" y="4281610"/>
                  </a:lnTo>
                  <a:lnTo>
                    <a:pt x="1721155" y="4281610"/>
                  </a:lnTo>
                  <a:lnTo>
                    <a:pt x="1721437" y="4281610"/>
                  </a:lnTo>
                  <a:lnTo>
                    <a:pt x="1721813" y="4281610"/>
                  </a:lnTo>
                  <a:lnTo>
                    <a:pt x="1722001" y="4281610"/>
                  </a:lnTo>
                  <a:lnTo>
                    <a:pt x="1722095" y="4281610"/>
                  </a:lnTo>
                  <a:lnTo>
                    <a:pt x="1722377" y="4276331"/>
                  </a:lnTo>
                  <a:lnTo>
                    <a:pt x="1722566" y="4276331"/>
                  </a:lnTo>
                  <a:lnTo>
                    <a:pt x="1722942" y="4276331"/>
                  </a:lnTo>
                  <a:lnTo>
                    <a:pt x="1723036" y="4276331"/>
                  </a:lnTo>
                  <a:lnTo>
                    <a:pt x="1723600" y="4276331"/>
                  </a:lnTo>
                  <a:lnTo>
                    <a:pt x="1723976" y="4276331"/>
                  </a:lnTo>
                  <a:lnTo>
                    <a:pt x="1724164" y="4276331"/>
                  </a:lnTo>
                  <a:lnTo>
                    <a:pt x="1724352" y="4276331"/>
                  </a:lnTo>
                  <a:lnTo>
                    <a:pt x="1724634" y="4276331"/>
                  </a:lnTo>
                  <a:lnTo>
                    <a:pt x="1724728" y="4276331"/>
                  </a:lnTo>
                  <a:lnTo>
                    <a:pt x="1724822" y="4276331"/>
                  </a:lnTo>
                  <a:lnTo>
                    <a:pt x="1725010" y="4276331"/>
                  </a:lnTo>
                  <a:lnTo>
                    <a:pt x="1725104" y="4276331"/>
                  </a:lnTo>
                  <a:lnTo>
                    <a:pt x="1725386" y="4276331"/>
                  </a:lnTo>
                  <a:lnTo>
                    <a:pt x="1725856" y="4276331"/>
                  </a:lnTo>
                  <a:lnTo>
                    <a:pt x="1726045" y="4271051"/>
                  </a:lnTo>
                  <a:lnTo>
                    <a:pt x="1726233" y="4271051"/>
                  </a:lnTo>
                  <a:lnTo>
                    <a:pt x="1726421" y="4271051"/>
                  </a:lnTo>
                  <a:lnTo>
                    <a:pt x="1726515" y="4271051"/>
                  </a:lnTo>
                  <a:lnTo>
                    <a:pt x="1726609" y="4271051"/>
                  </a:lnTo>
                  <a:lnTo>
                    <a:pt x="1726797" y="4271051"/>
                  </a:lnTo>
                  <a:lnTo>
                    <a:pt x="1727267" y="4271051"/>
                  </a:lnTo>
                  <a:lnTo>
                    <a:pt x="1727361" y="4271051"/>
                  </a:lnTo>
                  <a:lnTo>
                    <a:pt x="1727549" y="4271051"/>
                  </a:lnTo>
                  <a:lnTo>
                    <a:pt x="1727831" y="4271051"/>
                  </a:lnTo>
                  <a:lnTo>
                    <a:pt x="1728019" y="4271051"/>
                  </a:lnTo>
                  <a:lnTo>
                    <a:pt x="1728019" y="4265772"/>
                  </a:lnTo>
                  <a:lnTo>
                    <a:pt x="1728301" y="4265772"/>
                  </a:lnTo>
                  <a:lnTo>
                    <a:pt x="1728395" y="4265772"/>
                  </a:lnTo>
                  <a:lnTo>
                    <a:pt x="1728489" y="4265772"/>
                  </a:lnTo>
                  <a:lnTo>
                    <a:pt x="1728583" y="4260493"/>
                  </a:lnTo>
                  <a:lnTo>
                    <a:pt x="1728865" y="4260493"/>
                  </a:lnTo>
                  <a:lnTo>
                    <a:pt x="1728959" y="4260493"/>
                  </a:lnTo>
                  <a:lnTo>
                    <a:pt x="1729053" y="4260493"/>
                  </a:lnTo>
                  <a:lnTo>
                    <a:pt x="1729147" y="4260493"/>
                  </a:lnTo>
                  <a:lnTo>
                    <a:pt x="1729806" y="4255213"/>
                  </a:lnTo>
                  <a:lnTo>
                    <a:pt x="1730088" y="4255213"/>
                  </a:lnTo>
                  <a:lnTo>
                    <a:pt x="1730182" y="4255213"/>
                  </a:lnTo>
                  <a:lnTo>
                    <a:pt x="1730370" y="4255213"/>
                  </a:lnTo>
                  <a:lnTo>
                    <a:pt x="1730464" y="4255213"/>
                  </a:lnTo>
                  <a:lnTo>
                    <a:pt x="1730558" y="4255213"/>
                  </a:lnTo>
                  <a:lnTo>
                    <a:pt x="1730652" y="4255213"/>
                  </a:lnTo>
                  <a:lnTo>
                    <a:pt x="1731122" y="4255213"/>
                  </a:lnTo>
                  <a:lnTo>
                    <a:pt x="1731216" y="4255213"/>
                  </a:lnTo>
                  <a:lnTo>
                    <a:pt x="1731592" y="4255213"/>
                  </a:lnTo>
                  <a:lnTo>
                    <a:pt x="1731874" y="4255213"/>
                  </a:lnTo>
                  <a:lnTo>
                    <a:pt x="1731968" y="4255213"/>
                  </a:lnTo>
                  <a:lnTo>
                    <a:pt x="1732062" y="4255213"/>
                  </a:lnTo>
                  <a:lnTo>
                    <a:pt x="1732156" y="4255213"/>
                  </a:lnTo>
                  <a:lnTo>
                    <a:pt x="1732250" y="4255213"/>
                  </a:lnTo>
                  <a:lnTo>
                    <a:pt x="1732720" y="4255213"/>
                  </a:lnTo>
                  <a:lnTo>
                    <a:pt x="1732814" y="4255213"/>
                  </a:lnTo>
                  <a:lnTo>
                    <a:pt x="1732908" y="4255213"/>
                  </a:lnTo>
                  <a:lnTo>
                    <a:pt x="1733002" y="4255213"/>
                  </a:lnTo>
                  <a:lnTo>
                    <a:pt x="1733567" y="4255213"/>
                  </a:lnTo>
                  <a:lnTo>
                    <a:pt x="1733661" y="4255213"/>
                  </a:lnTo>
                  <a:lnTo>
                    <a:pt x="1734037" y="4255213"/>
                  </a:lnTo>
                  <a:lnTo>
                    <a:pt x="1734131" y="4255213"/>
                  </a:lnTo>
                  <a:lnTo>
                    <a:pt x="1734225" y="4255213"/>
                  </a:lnTo>
                  <a:lnTo>
                    <a:pt x="1734319" y="4255213"/>
                  </a:lnTo>
                  <a:lnTo>
                    <a:pt x="1734413" y="4255213"/>
                  </a:lnTo>
                  <a:lnTo>
                    <a:pt x="1734507" y="4255213"/>
                  </a:lnTo>
                  <a:lnTo>
                    <a:pt x="1734883" y="4255213"/>
                  </a:lnTo>
                  <a:lnTo>
                    <a:pt x="1735259" y="4255213"/>
                  </a:lnTo>
                  <a:lnTo>
                    <a:pt x="1735353" y="4255213"/>
                  </a:lnTo>
                  <a:lnTo>
                    <a:pt x="1735635" y="4255213"/>
                  </a:lnTo>
                  <a:lnTo>
                    <a:pt x="1735729" y="4255213"/>
                  </a:lnTo>
                  <a:lnTo>
                    <a:pt x="1735823" y="4255213"/>
                  </a:lnTo>
                  <a:lnTo>
                    <a:pt x="1736105" y="4255213"/>
                  </a:lnTo>
                  <a:lnTo>
                    <a:pt x="1736293" y="4255213"/>
                  </a:lnTo>
                  <a:lnTo>
                    <a:pt x="1736764" y="4255213"/>
                  </a:lnTo>
                  <a:lnTo>
                    <a:pt x="1736952" y="4255213"/>
                  </a:lnTo>
                  <a:lnTo>
                    <a:pt x="1737234" y="4255213"/>
                  </a:lnTo>
                  <a:lnTo>
                    <a:pt x="1737422" y="4255213"/>
                  </a:lnTo>
                  <a:lnTo>
                    <a:pt x="1737704" y="4255213"/>
                  </a:lnTo>
                  <a:lnTo>
                    <a:pt x="1737798" y="4255213"/>
                  </a:lnTo>
                  <a:lnTo>
                    <a:pt x="1737892" y="4255213"/>
                  </a:lnTo>
                  <a:lnTo>
                    <a:pt x="1738080" y="4255213"/>
                  </a:lnTo>
                  <a:lnTo>
                    <a:pt x="1738268" y="4255213"/>
                  </a:lnTo>
                  <a:lnTo>
                    <a:pt x="1738362" y="4255213"/>
                  </a:lnTo>
                  <a:lnTo>
                    <a:pt x="1738738" y="4255213"/>
                  </a:lnTo>
                  <a:lnTo>
                    <a:pt x="1738926" y="4255213"/>
                  </a:lnTo>
                  <a:lnTo>
                    <a:pt x="1739020" y="4255213"/>
                  </a:lnTo>
                  <a:lnTo>
                    <a:pt x="1739302" y="4255213"/>
                  </a:lnTo>
                  <a:lnTo>
                    <a:pt x="1739396" y="4255213"/>
                  </a:lnTo>
                  <a:lnTo>
                    <a:pt x="1739772" y="4255213"/>
                  </a:lnTo>
                  <a:lnTo>
                    <a:pt x="1740054" y="4255213"/>
                  </a:lnTo>
                  <a:lnTo>
                    <a:pt x="1740148" y="4255213"/>
                  </a:lnTo>
                  <a:lnTo>
                    <a:pt x="1740337" y="4255213"/>
                  </a:lnTo>
                  <a:lnTo>
                    <a:pt x="1740525" y="4255213"/>
                  </a:lnTo>
                  <a:lnTo>
                    <a:pt x="1740713" y="4255213"/>
                  </a:lnTo>
                  <a:lnTo>
                    <a:pt x="1740901" y="4255213"/>
                  </a:lnTo>
                  <a:lnTo>
                    <a:pt x="1740995" y="4255213"/>
                  </a:lnTo>
                  <a:lnTo>
                    <a:pt x="1741089" y="4255213"/>
                  </a:lnTo>
                  <a:lnTo>
                    <a:pt x="1741183" y="4255213"/>
                  </a:lnTo>
                  <a:lnTo>
                    <a:pt x="1741559" y="4255213"/>
                  </a:lnTo>
                  <a:lnTo>
                    <a:pt x="1742029" y="4255213"/>
                  </a:lnTo>
                  <a:lnTo>
                    <a:pt x="1742217" y="4255213"/>
                  </a:lnTo>
                  <a:lnTo>
                    <a:pt x="1742311" y="4255213"/>
                  </a:lnTo>
                  <a:lnTo>
                    <a:pt x="1742405" y="4255213"/>
                  </a:lnTo>
                  <a:lnTo>
                    <a:pt x="1742499" y="4255213"/>
                  </a:lnTo>
                  <a:lnTo>
                    <a:pt x="1742687" y="4255213"/>
                  </a:lnTo>
                  <a:lnTo>
                    <a:pt x="1742781" y="4255213"/>
                  </a:lnTo>
                  <a:lnTo>
                    <a:pt x="1743063" y="4255213"/>
                  </a:lnTo>
                  <a:lnTo>
                    <a:pt x="1743157" y="4255213"/>
                  </a:lnTo>
                  <a:lnTo>
                    <a:pt x="1743345" y="4255213"/>
                  </a:lnTo>
                  <a:lnTo>
                    <a:pt x="1743816" y="4255213"/>
                  </a:lnTo>
                  <a:lnTo>
                    <a:pt x="1743910" y="4255213"/>
                  </a:lnTo>
                  <a:lnTo>
                    <a:pt x="1744004" y="4255213"/>
                  </a:lnTo>
                  <a:lnTo>
                    <a:pt x="1744098" y="4255213"/>
                  </a:lnTo>
                  <a:lnTo>
                    <a:pt x="1744286" y="4255213"/>
                  </a:lnTo>
                  <a:lnTo>
                    <a:pt x="1744380" y="4255213"/>
                  </a:lnTo>
                  <a:lnTo>
                    <a:pt x="1744474" y="4255213"/>
                  </a:lnTo>
                  <a:lnTo>
                    <a:pt x="1744662" y="4255213"/>
                  </a:lnTo>
                  <a:lnTo>
                    <a:pt x="1744756" y="4255213"/>
                  </a:lnTo>
                  <a:lnTo>
                    <a:pt x="1744850" y="4255213"/>
                  </a:lnTo>
                  <a:lnTo>
                    <a:pt x="1745038" y="4255213"/>
                  </a:lnTo>
                  <a:lnTo>
                    <a:pt x="1745132" y="4255213"/>
                  </a:lnTo>
                  <a:lnTo>
                    <a:pt x="1745320" y="4255213"/>
                  </a:lnTo>
                  <a:lnTo>
                    <a:pt x="1745414" y="4255213"/>
                  </a:lnTo>
                  <a:lnTo>
                    <a:pt x="1745602" y="4255213"/>
                  </a:lnTo>
                  <a:lnTo>
                    <a:pt x="1745696" y="4255213"/>
                  </a:lnTo>
                  <a:lnTo>
                    <a:pt x="1745884" y="4255213"/>
                  </a:lnTo>
                  <a:lnTo>
                    <a:pt x="1745978" y="4255213"/>
                  </a:lnTo>
                  <a:lnTo>
                    <a:pt x="1746072" y="4255213"/>
                  </a:lnTo>
                  <a:lnTo>
                    <a:pt x="1746166" y="4255213"/>
                  </a:lnTo>
                  <a:lnTo>
                    <a:pt x="1746354" y="4255213"/>
                  </a:lnTo>
                  <a:lnTo>
                    <a:pt x="1746730" y="4255213"/>
                  </a:lnTo>
                  <a:lnTo>
                    <a:pt x="1746824" y="4255213"/>
                  </a:lnTo>
                  <a:lnTo>
                    <a:pt x="1747012" y="4255213"/>
                  </a:lnTo>
                  <a:lnTo>
                    <a:pt x="1747577" y="4255213"/>
                  </a:lnTo>
                  <a:lnTo>
                    <a:pt x="1747953" y="4255213"/>
                  </a:lnTo>
                  <a:lnTo>
                    <a:pt x="1748235" y="4255213"/>
                  </a:lnTo>
                  <a:lnTo>
                    <a:pt x="1748329" y="4255213"/>
                  </a:lnTo>
                  <a:lnTo>
                    <a:pt x="1748517" y="4255213"/>
                  </a:lnTo>
                  <a:lnTo>
                    <a:pt x="1748611" y="4255213"/>
                  </a:lnTo>
                  <a:lnTo>
                    <a:pt x="1748705" y="4255213"/>
                  </a:lnTo>
                  <a:lnTo>
                    <a:pt x="1748799" y="4255213"/>
                  </a:lnTo>
                  <a:lnTo>
                    <a:pt x="1749269" y="4255213"/>
                  </a:lnTo>
                  <a:lnTo>
                    <a:pt x="1749363" y="4255213"/>
                  </a:lnTo>
                  <a:lnTo>
                    <a:pt x="1749457" y="4255213"/>
                  </a:lnTo>
                  <a:lnTo>
                    <a:pt x="1749551" y="4255213"/>
                  </a:lnTo>
                  <a:lnTo>
                    <a:pt x="1749645" y="4255213"/>
                  </a:lnTo>
                  <a:lnTo>
                    <a:pt x="1749739" y="4255213"/>
                  </a:lnTo>
                  <a:lnTo>
                    <a:pt x="1749833" y="4255213"/>
                  </a:lnTo>
                  <a:lnTo>
                    <a:pt x="1749927" y="4255213"/>
                  </a:lnTo>
                  <a:lnTo>
                    <a:pt x="1750115" y="4255213"/>
                  </a:lnTo>
                  <a:lnTo>
                    <a:pt x="1750303" y="4255213"/>
                  </a:lnTo>
                  <a:lnTo>
                    <a:pt x="1750397" y="4255213"/>
                  </a:lnTo>
                  <a:lnTo>
                    <a:pt x="1750491" y="4255213"/>
                  </a:lnTo>
                  <a:lnTo>
                    <a:pt x="1750868" y="4255213"/>
                  </a:lnTo>
                  <a:lnTo>
                    <a:pt x="1750962" y="4255213"/>
                  </a:lnTo>
                  <a:lnTo>
                    <a:pt x="1751056" y="4255213"/>
                  </a:lnTo>
                  <a:lnTo>
                    <a:pt x="1751338" y="4249934"/>
                  </a:lnTo>
                  <a:lnTo>
                    <a:pt x="1751714" y="4249934"/>
                  </a:lnTo>
                  <a:lnTo>
                    <a:pt x="1751902" y="4249934"/>
                  </a:lnTo>
                  <a:lnTo>
                    <a:pt x="1751996" y="4249934"/>
                  </a:lnTo>
                  <a:lnTo>
                    <a:pt x="1752090" y="4249934"/>
                  </a:lnTo>
                  <a:lnTo>
                    <a:pt x="1752184" y="4249934"/>
                  </a:lnTo>
                  <a:lnTo>
                    <a:pt x="1752278" y="4249934"/>
                  </a:lnTo>
                  <a:lnTo>
                    <a:pt x="1752372" y="4249934"/>
                  </a:lnTo>
                  <a:lnTo>
                    <a:pt x="1752466" y="4249934"/>
                  </a:lnTo>
                  <a:lnTo>
                    <a:pt x="1752560" y="4249934"/>
                  </a:lnTo>
                  <a:lnTo>
                    <a:pt x="1752654" y="4249934"/>
                  </a:lnTo>
                  <a:lnTo>
                    <a:pt x="1752842" y="4249934"/>
                  </a:lnTo>
                  <a:lnTo>
                    <a:pt x="1753218" y="4249934"/>
                  </a:lnTo>
                  <a:lnTo>
                    <a:pt x="1753312" y="4249934"/>
                  </a:lnTo>
                  <a:lnTo>
                    <a:pt x="1753500" y="4249934"/>
                  </a:lnTo>
                  <a:lnTo>
                    <a:pt x="1753688" y="4249934"/>
                  </a:lnTo>
                  <a:lnTo>
                    <a:pt x="1753782" y="4249934"/>
                  </a:lnTo>
                  <a:lnTo>
                    <a:pt x="1754064" y="4249934"/>
                  </a:lnTo>
                  <a:lnTo>
                    <a:pt x="1754252" y="4249934"/>
                  </a:lnTo>
                  <a:lnTo>
                    <a:pt x="1754346" y="4249934"/>
                  </a:lnTo>
                  <a:lnTo>
                    <a:pt x="1754441" y="4249934"/>
                  </a:lnTo>
                  <a:lnTo>
                    <a:pt x="1754535" y="4249934"/>
                  </a:lnTo>
                  <a:lnTo>
                    <a:pt x="1754911" y="4249934"/>
                  </a:lnTo>
                  <a:lnTo>
                    <a:pt x="1755475" y="4249934"/>
                  </a:lnTo>
                  <a:lnTo>
                    <a:pt x="1755569" y="4249934"/>
                  </a:lnTo>
                  <a:lnTo>
                    <a:pt x="1755757" y="4249934"/>
                  </a:lnTo>
                  <a:lnTo>
                    <a:pt x="1755851" y="4249934"/>
                  </a:lnTo>
                  <a:lnTo>
                    <a:pt x="1756039" y="4249934"/>
                  </a:lnTo>
                  <a:lnTo>
                    <a:pt x="1756227" y="4249934"/>
                  </a:lnTo>
                  <a:lnTo>
                    <a:pt x="1756321" y="4249934"/>
                  </a:lnTo>
                  <a:lnTo>
                    <a:pt x="1756415" y="4249934"/>
                  </a:lnTo>
                  <a:lnTo>
                    <a:pt x="1756791" y="4249934"/>
                  </a:lnTo>
                  <a:lnTo>
                    <a:pt x="1756885" y="4249934"/>
                  </a:lnTo>
                  <a:lnTo>
                    <a:pt x="1757073" y="4249934"/>
                  </a:lnTo>
                  <a:lnTo>
                    <a:pt x="1757543" y="4249934"/>
                  </a:lnTo>
                  <a:lnTo>
                    <a:pt x="1757637" y="4249934"/>
                  </a:lnTo>
                  <a:lnTo>
                    <a:pt x="1758014" y="4249934"/>
                  </a:lnTo>
                  <a:lnTo>
                    <a:pt x="1758108" y="4249934"/>
                  </a:lnTo>
                  <a:lnTo>
                    <a:pt x="1758296" y="4244654"/>
                  </a:lnTo>
                  <a:lnTo>
                    <a:pt x="1758390" y="4244654"/>
                  </a:lnTo>
                  <a:lnTo>
                    <a:pt x="1758484" y="4244654"/>
                  </a:lnTo>
                  <a:lnTo>
                    <a:pt x="1758954" y="4244654"/>
                  </a:lnTo>
                  <a:lnTo>
                    <a:pt x="1759048" y="4244654"/>
                  </a:lnTo>
                  <a:lnTo>
                    <a:pt x="1759142" y="4244654"/>
                  </a:lnTo>
                  <a:lnTo>
                    <a:pt x="1759236" y="4244654"/>
                  </a:lnTo>
                  <a:lnTo>
                    <a:pt x="1759424" y="4244654"/>
                  </a:lnTo>
                  <a:lnTo>
                    <a:pt x="1759706" y="4244654"/>
                  </a:lnTo>
                  <a:lnTo>
                    <a:pt x="1759800" y="4244654"/>
                  </a:lnTo>
                  <a:lnTo>
                    <a:pt x="1759988" y="4244654"/>
                  </a:lnTo>
                  <a:lnTo>
                    <a:pt x="1760082" y="4244654"/>
                  </a:lnTo>
                  <a:lnTo>
                    <a:pt x="1760176" y="4244654"/>
                  </a:lnTo>
                  <a:lnTo>
                    <a:pt x="1760270" y="4244654"/>
                  </a:lnTo>
                  <a:lnTo>
                    <a:pt x="1760270" y="4239375"/>
                  </a:lnTo>
                  <a:lnTo>
                    <a:pt x="1760364" y="4239375"/>
                  </a:lnTo>
                  <a:lnTo>
                    <a:pt x="1760458" y="4239375"/>
                  </a:lnTo>
                  <a:lnTo>
                    <a:pt x="1760928" y="4239375"/>
                  </a:lnTo>
                  <a:lnTo>
                    <a:pt x="1761022" y="4239375"/>
                  </a:lnTo>
                  <a:lnTo>
                    <a:pt x="1761116" y="4239375"/>
                  </a:lnTo>
                  <a:lnTo>
                    <a:pt x="1761398" y="4239375"/>
                  </a:lnTo>
                  <a:lnTo>
                    <a:pt x="1761493" y="4239375"/>
                  </a:lnTo>
                  <a:lnTo>
                    <a:pt x="1761587" y="4239375"/>
                  </a:lnTo>
                  <a:lnTo>
                    <a:pt x="1761681" y="4239375"/>
                  </a:lnTo>
                  <a:lnTo>
                    <a:pt x="1761963" y="4239375"/>
                  </a:lnTo>
                  <a:lnTo>
                    <a:pt x="1762245" y="4239375"/>
                  </a:lnTo>
                  <a:lnTo>
                    <a:pt x="1762433" y="4239375"/>
                  </a:lnTo>
                  <a:lnTo>
                    <a:pt x="1762527" y="4239375"/>
                  </a:lnTo>
                  <a:lnTo>
                    <a:pt x="1762527" y="4234095"/>
                  </a:lnTo>
                  <a:lnTo>
                    <a:pt x="1762621" y="4234095"/>
                  </a:lnTo>
                  <a:lnTo>
                    <a:pt x="1762809" y="4234095"/>
                  </a:lnTo>
                  <a:lnTo>
                    <a:pt x="1762997" y="4234095"/>
                  </a:lnTo>
                  <a:lnTo>
                    <a:pt x="1763373" y="4234095"/>
                  </a:lnTo>
                  <a:lnTo>
                    <a:pt x="1763561" y="4234095"/>
                  </a:lnTo>
                  <a:lnTo>
                    <a:pt x="1763655" y="4234095"/>
                  </a:lnTo>
                  <a:lnTo>
                    <a:pt x="1763749" y="4234095"/>
                  </a:lnTo>
                  <a:lnTo>
                    <a:pt x="1763843" y="4234095"/>
                  </a:lnTo>
                  <a:lnTo>
                    <a:pt x="1763937" y="4234095"/>
                  </a:lnTo>
                  <a:lnTo>
                    <a:pt x="1764031" y="4234095"/>
                  </a:lnTo>
                  <a:lnTo>
                    <a:pt x="1764125" y="4234095"/>
                  </a:lnTo>
                  <a:lnTo>
                    <a:pt x="1764219" y="4234095"/>
                  </a:lnTo>
                  <a:lnTo>
                    <a:pt x="1764595" y="4234095"/>
                  </a:lnTo>
                  <a:lnTo>
                    <a:pt x="1764877" y="4234095"/>
                  </a:lnTo>
                  <a:lnTo>
                    <a:pt x="1764971" y="4234095"/>
                  </a:lnTo>
                  <a:lnTo>
                    <a:pt x="1765160" y="4234095"/>
                  </a:lnTo>
                  <a:lnTo>
                    <a:pt x="1765630" y="4234095"/>
                  </a:lnTo>
                  <a:lnTo>
                    <a:pt x="1765724" y="4234095"/>
                  </a:lnTo>
                  <a:lnTo>
                    <a:pt x="1765818" y="4234095"/>
                  </a:lnTo>
                  <a:lnTo>
                    <a:pt x="1766100" y="4234095"/>
                  </a:lnTo>
                  <a:lnTo>
                    <a:pt x="1766382" y="4234095"/>
                  </a:lnTo>
                  <a:lnTo>
                    <a:pt x="1766476" y="4234095"/>
                  </a:lnTo>
                  <a:lnTo>
                    <a:pt x="1766570" y="4234095"/>
                  </a:lnTo>
                  <a:lnTo>
                    <a:pt x="1766758" y="4234095"/>
                  </a:lnTo>
                  <a:lnTo>
                    <a:pt x="1766852" y="4234095"/>
                  </a:lnTo>
                  <a:lnTo>
                    <a:pt x="1766946" y="4234095"/>
                  </a:lnTo>
                  <a:lnTo>
                    <a:pt x="1768921" y="4228816"/>
                  </a:lnTo>
                  <a:lnTo>
                    <a:pt x="1769015" y="4228816"/>
                  </a:lnTo>
                  <a:lnTo>
                    <a:pt x="1769109" y="4228816"/>
                  </a:lnTo>
                  <a:lnTo>
                    <a:pt x="1769297" y="4228816"/>
                  </a:lnTo>
                  <a:lnTo>
                    <a:pt x="1769485" y="4228816"/>
                  </a:lnTo>
                  <a:lnTo>
                    <a:pt x="1769673" y="4228816"/>
                  </a:lnTo>
                  <a:lnTo>
                    <a:pt x="1769767" y="4228816"/>
                  </a:lnTo>
                  <a:lnTo>
                    <a:pt x="1769861" y="4228816"/>
                  </a:lnTo>
                  <a:lnTo>
                    <a:pt x="1769955" y="4228816"/>
                  </a:lnTo>
                  <a:lnTo>
                    <a:pt x="1770049" y="4223537"/>
                  </a:lnTo>
                  <a:lnTo>
                    <a:pt x="1770237" y="4223537"/>
                  </a:lnTo>
                  <a:lnTo>
                    <a:pt x="1770331" y="4223537"/>
                  </a:lnTo>
                  <a:lnTo>
                    <a:pt x="1770519" y="4223537"/>
                  </a:lnTo>
                  <a:lnTo>
                    <a:pt x="1770613" y="4223537"/>
                  </a:lnTo>
                  <a:lnTo>
                    <a:pt x="1770707" y="4223537"/>
                  </a:lnTo>
                  <a:lnTo>
                    <a:pt x="1770801" y="4223537"/>
                  </a:lnTo>
                  <a:lnTo>
                    <a:pt x="1770895" y="4223537"/>
                  </a:lnTo>
                  <a:lnTo>
                    <a:pt x="1771083" y="4223537"/>
                  </a:lnTo>
                  <a:lnTo>
                    <a:pt x="1771271" y="4223537"/>
                  </a:lnTo>
                  <a:lnTo>
                    <a:pt x="1771271" y="4218257"/>
                  </a:lnTo>
                  <a:lnTo>
                    <a:pt x="1771459" y="4218257"/>
                  </a:lnTo>
                  <a:lnTo>
                    <a:pt x="1771553" y="4218257"/>
                  </a:lnTo>
                  <a:lnTo>
                    <a:pt x="1771741" y="4218257"/>
                  </a:lnTo>
                  <a:lnTo>
                    <a:pt x="1771929" y="4218257"/>
                  </a:lnTo>
                  <a:lnTo>
                    <a:pt x="1772023" y="4218257"/>
                  </a:lnTo>
                  <a:lnTo>
                    <a:pt x="1772400" y="4218257"/>
                  </a:lnTo>
                  <a:lnTo>
                    <a:pt x="1772776" y="4218257"/>
                  </a:lnTo>
                  <a:lnTo>
                    <a:pt x="1772870" y="4218257"/>
                  </a:lnTo>
                  <a:lnTo>
                    <a:pt x="1773246" y="4218257"/>
                  </a:lnTo>
                  <a:lnTo>
                    <a:pt x="1773434" y="4218257"/>
                  </a:lnTo>
                  <a:lnTo>
                    <a:pt x="1773528" y="4218257"/>
                  </a:lnTo>
                  <a:lnTo>
                    <a:pt x="1773904" y="4218257"/>
                  </a:lnTo>
                  <a:lnTo>
                    <a:pt x="1774280" y="4218257"/>
                  </a:lnTo>
                  <a:lnTo>
                    <a:pt x="1774562" y="4218257"/>
                  </a:lnTo>
                  <a:lnTo>
                    <a:pt x="1775126" y="4218257"/>
                  </a:lnTo>
                  <a:lnTo>
                    <a:pt x="1775314" y="4218257"/>
                  </a:lnTo>
                  <a:lnTo>
                    <a:pt x="1775502" y="4218257"/>
                  </a:lnTo>
                  <a:lnTo>
                    <a:pt x="1775691" y="4218257"/>
                  </a:lnTo>
                  <a:lnTo>
                    <a:pt x="1775973" y="4218257"/>
                  </a:lnTo>
                  <a:lnTo>
                    <a:pt x="1776067" y="4218257"/>
                  </a:lnTo>
                  <a:lnTo>
                    <a:pt x="1776161" y="4218257"/>
                  </a:lnTo>
                  <a:lnTo>
                    <a:pt x="1776349" y="4218257"/>
                  </a:lnTo>
                  <a:lnTo>
                    <a:pt x="1776443" y="4218257"/>
                  </a:lnTo>
                  <a:lnTo>
                    <a:pt x="1776537" y="4218257"/>
                  </a:lnTo>
                  <a:lnTo>
                    <a:pt x="1776725" y="4218257"/>
                  </a:lnTo>
                  <a:lnTo>
                    <a:pt x="1776819" y="4218257"/>
                  </a:lnTo>
                  <a:lnTo>
                    <a:pt x="1777101" y="4218257"/>
                  </a:lnTo>
                  <a:lnTo>
                    <a:pt x="1777289" y="4218257"/>
                  </a:lnTo>
                  <a:lnTo>
                    <a:pt x="1777477" y="4212978"/>
                  </a:lnTo>
                  <a:lnTo>
                    <a:pt x="1777665" y="4212978"/>
                  </a:lnTo>
                  <a:lnTo>
                    <a:pt x="1777759" y="4212978"/>
                  </a:lnTo>
                  <a:lnTo>
                    <a:pt x="1777947" y="4212978"/>
                  </a:lnTo>
                  <a:lnTo>
                    <a:pt x="1778323" y="4212978"/>
                  </a:lnTo>
                  <a:lnTo>
                    <a:pt x="1778417" y="4212978"/>
                  </a:lnTo>
                  <a:lnTo>
                    <a:pt x="1778605" y="4212978"/>
                  </a:lnTo>
                  <a:lnTo>
                    <a:pt x="1778699" y="4212978"/>
                  </a:lnTo>
                  <a:lnTo>
                    <a:pt x="1778793" y="4212978"/>
                  </a:lnTo>
                  <a:lnTo>
                    <a:pt x="1779075" y="4212978"/>
                  </a:lnTo>
                  <a:lnTo>
                    <a:pt x="1779169" y="4212978"/>
                  </a:lnTo>
                  <a:lnTo>
                    <a:pt x="1779734" y="4212978"/>
                  </a:lnTo>
                  <a:lnTo>
                    <a:pt x="1779922" y="4212978"/>
                  </a:lnTo>
                  <a:lnTo>
                    <a:pt x="1780204" y="4212978"/>
                  </a:lnTo>
                  <a:lnTo>
                    <a:pt x="1780392" y="4212978"/>
                  </a:lnTo>
                  <a:lnTo>
                    <a:pt x="1780674" y="4212978"/>
                  </a:lnTo>
                  <a:lnTo>
                    <a:pt x="1780862" y="4212978"/>
                  </a:lnTo>
                  <a:lnTo>
                    <a:pt x="1781144" y="4212978"/>
                  </a:lnTo>
                  <a:lnTo>
                    <a:pt x="1781238" y="4212978"/>
                  </a:lnTo>
                  <a:lnTo>
                    <a:pt x="1781426" y="4212978"/>
                  </a:lnTo>
                  <a:lnTo>
                    <a:pt x="1781520" y="4212978"/>
                  </a:lnTo>
                  <a:lnTo>
                    <a:pt x="1781708" y="4212978"/>
                  </a:lnTo>
                  <a:lnTo>
                    <a:pt x="1781802" y="4212978"/>
                  </a:lnTo>
                  <a:lnTo>
                    <a:pt x="1781802" y="4207698"/>
                  </a:lnTo>
                  <a:lnTo>
                    <a:pt x="1781896" y="4207698"/>
                  </a:lnTo>
                  <a:lnTo>
                    <a:pt x="1782178" y="4207698"/>
                  </a:lnTo>
                  <a:lnTo>
                    <a:pt x="1782460" y="4207698"/>
                  </a:lnTo>
                  <a:lnTo>
                    <a:pt x="1782648" y="4207698"/>
                  </a:lnTo>
                  <a:lnTo>
                    <a:pt x="1782743" y="4207698"/>
                  </a:lnTo>
                  <a:lnTo>
                    <a:pt x="1782837" y="4207698"/>
                  </a:lnTo>
                  <a:lnTo>
                    <a:pt x="1783119" y="4207698"/>
                  </a:lnTo>
                  <a:lnTo>
                    <a:pt x="1783307" y="4207698"/>
                  </a:lnTo>
                  <a:lnTo>
                    <a:pt x="1783495" y="4207698"/>
                  </a:lnTo>
                  <a:lnTo>
                    <a:pt x="1783589" y="4207698"/>
                  </a:lnTo>
                  <a:lnTo>
                    <a:pt x="1783589" y="4202419"/>
                  </a:lnTo>
                  <a:lnTo>
                    <a:pt x="1783965" y="4202419"/>
                  </a:lnTo>
                  <a:lnTo>
                    <a:pt x="1784059" y="4202419"/>
                  </a:lnTo>
                  <a:lnTo>
                    <a:pt x="1784153" y="4202419"/>
                  </a:lnTo>
                  <a:lnTo>
                    <a:pt x="1784247" y="4202419"/>
                  </a:lnTo>
                  <a:lnTo>
                    <a:pt x="1784341" y="4202419"/>
                  </a:lnTo>
                  <a:lnTo>
                    <a:pt x="1784435" y="4202419"/>
                  </a:lnTo>
                  <a:lnTo>
                    <a:pt x="1784623" y="4202419"/>
                  </a:lnTo>
                  <a:lnTo>
                    <a:pt x="1784811" y="4202419"/>
                  </a:lnTo>
                  <a:lnTo>
                    <a:pt x="1785093" y="4202419"/>
                  </a:lnTo>
                  <a:lnTo>
                    <a:pt x="1785375" y="4202419"/>
                  </a:lnTo>
                  <a:lnTo>
                    <a:pt x="1785469" y="4202419"/>
                  </a:lnTo>
                  <a:lnTo>
                    <a:pt x="1785563" y="4202419"/>
                  </a:lnTo>
                  <a:lnTo>
                    <a:pt x="1785657" y="4202419"/>
                  </a:lnTo>
                  <a:lnTo>
                    <a:pt x="1786033" y="4202419"/>
                  </a:lnTo>
                  <a:lnTo>
                    <a:pt x="1786504" y="4202419"/>
                  </a:lnTo>
                  <a:lnTo>
                    <a:pt x="1786786" y="4202419"/>
                  </a:lnTo>
                  <a:lnTo>
                    <a:pt x="1786880" y="4202419"/>
                  </a:lnTo>
                  <a:lnTo>
                    <a:pt x="1787256" y="4202419"/>
                  </a:lnTo>
                  <a:lnTo>
                    <a:pt x="1787350" y="4202419"/>
                  </a:lnTo>
                  <a:lnTo>
                    <a:pt x="1787444" y="4202419"/>
                  </a:lnTo>
                  <a:lnTo>
                    <a:pt x="1787538" y="4202419"/>
                  </a:lnTo>
                  <a:lnTo>
                    <a:pt x="1787726" y="4202419"/>
                  </a:lnTo>
                  <a:lnTo>
                    <a:pt x="1787820" y="4202419"/>
                  </a:lnTo>
                  <a:lnTo>
                    <a:pt x="1788102" y="4197139"/>
                  </a:lnTo>
                  <a:lnTo>
                    <a:pt x="1788196" y="4197139"/>
                  </a:lnTo>
                  <a:lnTo>
                    <a:pt x="1788666" y="4197139"/>
                  </a:lnTo>
                  <a:lnTo>
                    <a:pt x="1789042" y="4197139"/>
                  </a:lnTo>
                  <a:lnTo>
                    <a:pt x="1789136" y="4197139"/>
                  </a:lnTo>
                  <a:lnTo>
                    <a:pt x="1789324" y="4197139"/>
                  </a:lnTo>
                  <a:lnTo>
                    <a:pt x="1789794" y="4191860"/>
                  </a:lnTo>
                  <a:lnTo>
                    <a:pt x="1789889" y="4191860"/>
                  </a:lnTo>
                  <a:lnTo>
                    <a:pt x="1789983" y="4191860"/>
                  </a:lnTo>
                  <a:lnTo>
                    <a:pt x="1790171" y="4191860"/>
                  </a:lnTo>
                  <a:lnTo>
                    <a:pt x="1790265" y="4191860"/>
                  </a:lnTo>
                  <a:lnTo>
                    <a:pt x="1790359" y="4191860"/>
                  </a:lnTo>
                  <a:lnTo>
                    <a:pt x="1790641" y="4191860"/>
                  </a:lnTo>
                  <a:lnTo>
                    <a:pt x="1790735" y="4191860"/>
                  </a:lnTo>
                  <a:lnTo>
                    <a:pt x="1790829" y="4191860"/>
                  </a:lnTo>
                  <a:lnTo>
                    <a:pt x="1790923" y="4191860"/>
                  </a:lnTo>
                  <a:lnTo>
                    <a:pt x="1791205" y="4191860"/>
                  </a:lnTo>
                  <a:lnTo>
                    <a:pt x="1791299" y="4191860"/>
                  </a:lnTo>
                  <a:lnTo>
                    <a:pt x="1791487" y="4191860"/>
                  </a:lnTo>
                  <a:lnTo>
                    <a:pt x="1791675" y="4191860"/>
                  </a:lnTo>
                  <a:lnTo>
                    <a:pt x="1791769" y="4191860"/>
                  </a:lnTo>
                  <a:lnTo>
                    <a:pt x="1791863" y="4191860"/>
                  </a:lnTo>
                  <a:lnTo>
                    <a:pt x="1792051" y="4191860"/>
                  </a:lnTo>
                  <a:lnTo>
                    <a:pt x="1792145" y="4191860"/>
                  </a:lnTo>
                  <a:lnTo>
                    <a:pt x="1792239" y="4191860"/>
                  </a:lnTo>
                  <a:lnTo>
                    <a:pt x="1792615" y="4191860"/>
                  </a:lnTo>
                  <a:lnTo>
                    <a:pt x="1792709" y="4191860"/>
                  </a:lnTo>
                  <a:lnTo>
                    <a:pt x="1792803" y="4191860"/>
                  </a:lnTo>
                  <a:lnTo>
                    <a:pt x="1792897" y="4191860"/>
                  </a:lnTo>
                  <a:lnTo>
                    <a:pt x="1793085" y="4191860"/>
                  </a:lnTo>
                  <a:lnTo>
                    <a:pt x="1793462" y="4191860"/>
                  </a:lnTo>
                  <a:lnTo>
                    <a:pt x="1793556" y="4191860"/>
                  </a:lnTo>
                  <a:lnTo>
                    <a:pt x="1793650" y="4191860"/>
                  </a:lnTo>
                  <a:lnTo>
                    <a:pt x="1793744" y="4191860"/>
                  </a:lnTo>
                  <a:lnTo>
                    <a:pt x="1793932" y="4191860"/>
                  </a:lnTo>
                  <a:lnTo>
                    <a:pt x="1794684" y="4191860"/>
                  </a:lnTo>
                  <a:lnTo>
                    <a:pt x="1794778" y="4191860"/>
                  </a:lnTo>
                  <a:lnTo>
                    <a:pt x="1794872" y="4191860"/>
                  </a:lnTo>
                  <a:lnTo>
                    <a:pt x="1794966" y="4191860"/>
                  </a:lnTo>
                  <a:lnTo>
                    <a:pt x="1795154" y="4191860"/>
                  </a:lnTo>
                  <a:lnTo>
                    <a:pt x="1795342" y="4191860"/>
                  </a:lnTo>
                  <a:lnTo>
                    <a:pt x="1795718" y="4191860"/>
                  </a:lnTo>
                  <a:lnTo>
                    <a:pt x="1795812" y="4191860"/>
                  </a:lnTo>
                  <a:lnTo>
                    <a:pt x="1796188" y="4191860"/>
                  </a:lnTo>
                  <a:lnTo>
                    <a:pt x="1796658" y="4191860"/>
                  </a:lnTo>
                  <a:lnTo>
                    <a:pt x="1796752" y="4191860"/>
                  </a:lnTo>
                  <a:lnTo>
                    <a:pt x="1796941" y="4191860"/>
                  </a:lnTo>
                  <a:lnTo>
                    <a:pt x="1797035" y="4191860"/>
                  </a:lnTo>
                  <a:lnTo>
                    <a:pt x="1797129" y="4191860"/>
                  </a:lnTo>
                  <a:lnTo>
                    <a:pt x="1797223" y="4191860"/>
                  </a:lnTo>
                  <a:lnTo>
                    <a:pt x="1797411" y="4191860"/>
                  </a:lnTo>
                  <a:lnTo>
                    <a:pt x="1797505" y="4191860"/>
                  </a:lnTo>
                  <a:lnTo>
                    <a:pt x="1797599" y="4191860"/>
                  </a:lnTo>
                  <a:lnTo>
                    <a:pt x="1797881" y="4191860"/>
                  </a:lnTo>
                  <a:lnTo>
                    <a:pt x="1798257" y="4191860"/>
                  </a:lnTo>
                  <a:lnTo>
                    <a:pt x="1798539" y="4191860"/>
                  </a:lnTo>
                  <a:lnTo>
                    <a:pt x="1798915" y="4191860"/>
                  </a:lnTo>
                  <a:lnTo>
                    <a:pt x="1799009" y="4191860"/>
                  </a:lnTo>
                  <a:lnTo>
                    <a:pt x="1799103" y="4191860"/>
                  </a:lnTo>
                  <a:lnTo>
                    <a:pt x="1799197" y="4191860"/>
                  </a:lnTo>
                  <a:lnTo>
                    <a:pt x="1799385" y="4191860"/>
                  </a:lnTo>
                  <a:lnTo>
                    <a:pt x="1799667" y="4191860"/>
                  </a:lnTo>
                  <a:lnTo>
                    <a:pt x="1799667" y="4186581"/>
                  </a:lnTo>
                  <a:lnTo>
                    <a:pt x="1799761" y="4186581"/>
                  </a:lnTo>
                  <a:lnTo>
                    <a:pt x="1800043" y="4186581"/>
                  </a:lnTo>
                  <a:lnTo>
                    <a:pt x="1800231" y="4186581"/>
                  </a:lnTo>
                  <a:lnTo>
                    <a:pt x="1800796" y="4181301"/>
                  </a:lnTo>
                  <a:lnTo>
                    <a:pt x="1801078" y="4181301"/>
                  </a:lnTo>
                  <a:lnTo>
                    <a:pt x="1801360" y="4181301"/>
                  </a:lnTo>
                  <a:lnTo>
                    <a:pt x="1801454" y="4181301"/>
                  </a:lnTo>
                  <a:lnTo>
                    <a:pt x="1801548" y="4181301"/>
                  </a:lnTo>
                  <a:lnTo>
                    <a:pt x="1802206" y="4181301"/>
                  </a:lnTo>
                  <a:lnTo>
                    <a:pt x="1802300" y="4181301"/>
                  </a:lnTo>
                  <a:lnTo>
                    <a:pt x="1802582" y="4176022"/>
                  </a:lnTo>
                  <a:lnTo>
                    <a:pt x="1802958" y="4176022"/>
                  </a:lnTo>
                  <a:lnTo>
                    <a:pt x="1803240" y="4176022"/>
                  </a:lnTo>
                  <a:lnTo>
                    <a:pt x="1803334" y="4176022"/>
                  </a:lnTo>
                  <a:lnTo>
                    <a:pt x="1803616" y="4176022"/>
                  </a:lnTo>
                  <a:lnTo>
                    <a:pt x="1803804" y="4176022"/>
                  </a:lnTo>
                  <a:lnTo>
                    <a:pt x="1803898" y="4176022"/>
                  </a:lnTo>
                  <a:lnTo>
                    <a:pt x="1803993" y="4176022"/>
                  </a:lnTo>
                  <a:lnTo>
                    <a:pt x="1804087" y="4176022"/>
                  </a:lnTo>
                  <a:lnTo>
                    <a:pt x="1804369" y="4176022"/>
                  </a:lnTo>
                  <a:lnTo>
                    <a:pt x="1804369" y="4170742"/>
                  </a:lnTo>
                  <a:lnTo>
                    <a:pt x="1804839" y="4170742"/>
                  </a:lnTo>
                  <a:lnTo>
                    <a:pt x="1805027" y="4170742"/>
                  </a:lnTo>
                  <a:lnTo>
                    <a:pt x="1805121" y="4170742"/>
                  </a:lnTo>
                  <a:lnTo>
                    <a:pt x="1805591" y="4170742"/>
                  </a:lnTo>
                  <a:lnTo>
                    <a:pt x="1805779" y="4170742"/>
                  </a:lnTo>
                  <a:lnTo>
                    <a:pt x="1806061" y="4170742"/>
                  </a:lnTo>
                  <a:lnTo>
                    <a:pt x="1806249" y="4170742"/>
                  </a:lnTo>
                  <a:lnTo>
                    <a:pt x="1806343" y="4170742"/>
                  </a:lnTo>
                  <a:lnTo>
                    <a:pt x="1806437" y="4170742"/>
                  </a:lnTo>
                  <a:lnTo>
                    <a:pt x="1806531" y="4170742"/>
                  </a:lnTo>
                  <a:lnTo>
                    <a:pt x="1806625" y="4170742"/>
                  </a:lnTo>
                  <a:lnTo>
                    <a:pt x="1806813" y="4170742"/>
                  </a:lnTo>
                  <a:lnTo>
                    <a:pt x="1806907" y="4170742"/>
                  </a:lnTo>
                  <a:lnTo>
                    <a:pt x="1807001" y="4170742"/>
                  </a:lnTo>
                  <a:lnTo>
                    <a:pt x="1807283" y="4170742"/>
                  </a:lnTo>
                  <a:lnTo>
                    <a:pt x="1807377" y="4170742"/>
                  </a:lnTo>
                  <a:lnTo>
                    <a:pt x="1807471" y="4170742"/>
                  </a:lnTo>
                  <a:lnTo>
                    <a:pt x="1807566" y="4170742"/>
                  </a:lnTo>
                  <a:lnTo>
                    <a:pt x="1807754" y="4170742"/>
                  </a:lnTo>
                  <a:lnTo>
                    <a:pt x="1809164" y="4170742"/>
                  </a:lnTo>
                  <a:lnTo>
                    <a:pt x="1809258" y="4170742"/>
                  </a:lnTo>
                  <a:lnTo>
                    <a:pt x="1809540" y="4170742"/>
                  </a:lnTo>
                  <a:lnTo>
                    <a:pt x="1809822" y="4170742"/>
                  </a:lnTo>
                  <a:lnTo>
                    <a:pt x="1809916" y="4170742"/>
                  </a:lnTo>
                  <a:lnTo>
                    <a:pt x="1810010" y="4170742"/>
                  </a:lnTo>
                  <a:lnTo>
                    <a:pt x="1810198" y="4170742"/>
                  </a:lnTo>
                  <a:lnTo>
                    <a:pt x="1810292" y="4170742"/>
                  </a:lnTo>
                  <a:lnTo>
                    <a:pt x="1810480" y="4170742"/>
                  </a:lnTo>
                  <a:lnTo>
                    <a:pt x="1810574" y="4170742"/>
                  </a:lnTo>
                  <a:lnTo>
                    <a:pt x="1810762" y="4170742"/>
                  </a:lnTo>
                  <a:lnTo>
                    <a:pt x="1810856" y="4170742"/>
                  </a:lnTo>
                  <a:lnTo>
                    <a:pt x="1810950" y="4170742"/>
                  </a:lnTo>
                  <a:lnTo>
                    <a:pt x="1811327" y="4170742"/>
                  </a:lnTo>
                  <a:lnTo>
                    <a:pt x="1811797" y="4170742"/>
                  </a:lnTo>
                  <a:lnTo>
                    <a:pt x="1811891" y="4170742"/>
                  </a:lnTo>
                  <a:lnTo>
                    <a:pt x="1812079" y="4170742"/>
                  </a:lnTo>
                  <a:lnTo>
                    <a:pt x="1812549" y="4170742"/>
                  </a:lnTo>
                  <a:lnTo>
                    <a:pt x="1812643" y="4170742"/>
                  </a:lnTo>
                  <a:lnTo>
                    <a:pt x="1812737" y="4170742"/>
                  </a:lnTo>
                  <a:lnTo>
                    <a:pt x="1812831" y="4170742"/>
                  </a:lnTo>
                  <a:lnTo>
                    <a:pt x="1812925" y="4170742"/>
                  </a:lnTo>
                  <a:lnTo>
                    <a:pt x="1813113" y="4170742"/>
                  </a:lnTo>
                  <a:lnTo>
                    <a:pt x="1813207" y="4170742"/>
                  </a:lnTo>
                  <a:lnTo>
                    <a:pt x="1813489" y="4170742"/>
                  </a:lnTo>
                  <a:lnTo>
                    <a:pt x="1813677" y="4170742"/>
                  </a:lnTo>
                  <a:lnTo>
                    <a:pt x="1814147" y="4170742"/>
                  </a:lnTo>
                  <a:lnTo>
                    <a:pt x="1814241" y="4170742"/>
                  </a:lnTo>
                  <a:lnTo>
                    <a:pt x="1814335" y="4170742"/>
                  </a:lnTo>
                  <a:lnTo>
                    <a:pt x="1814618" y="4170742"/>
                  </a:lnTo>
                  <a:lnTo>
                    <a:pt x="1814806" y="4170742"/>
                  </a:lnTo>
                  <a:lnTo>
                    <a:pt x="1814900" y="4170742"/>
                  </a:lnTo>
                  <a:lnTo>
                    <a:pt x="1814994" y="4170742"/>
                  </a:lnTo>
                  <a:lnTo>
                    <a:pt x="1815088" y="4170742"/>
                  </a:lnTo>
                  <a:lnTo>
                    <a:pt x="1815182" y="4170742"/>
                  </a:lnTo>
                  <a:lnTo>
                    <a:pt x="1815558" y="4170742"/>
                  </a:lnTo>
                  <a:lnTo>
                    <a:pt x="1815652" y="4170742"/>
                  </a:lnTo>
                  <a:lnTo>
                    <a:pt x="1815746" y="4170742"/>
                  </a:lnTo>
                  <a:lnTo>
                    <a:pt x="1816216" y="4170742"/>
                  </a:lnTo>
                  <a:lnTo>
                    <a:pt x="1816310" y="4170742"/>
                  </a:lnTo>
                  <a:lnTo>
                    <a:pt x="1816404" y="4170742"/>
                  </a:lnTo>
                  <a:lnTo>
                    <a:pt x="1816592" y="4170742"/>
                  </a:lnTo>
                  <a:lnTo>
                    <a:pt x="1816686" y="4170742"/>
                  </a:lnTo>
                  <a:lnTo>
                    <a:pt x="1816780" y="4170742"/>
                  </a:lnTo>
                  <a:lnTo>
                    <a:pt x="1816874" y="4170742"/>
                  </a:lnTo>
                  <a:lnTo>
                    <a:pt x="1816968" y="4170742"/>
                  </a:lnTo>
                  <a:lnTo>
                    <a:pt x="1817156" y="4170742"/>
                  </a:lnTo>
                  <a:lnTo>
                    <a:pt x="1817438" y="4170742"/>
                  </a:lnTo>
                  <a:lnTo>
                    <a:pt x="1817532" y="4170742"/>
                  </a:lnTo>
                  <a:lnTo>
                    <a:pt x="1817720" y="4170742"/>
                  </a:lnTo>
                  <a:lnTo>
                    <a:pt x="1817814" y="4170742"/>
                  </a:lnTo>
                  <a:lnTo>
                    <a:pt x="1817908" y="4170742"/>
                  </a:lnTo>
                  <a:lnTo>
                    <a:pt x="1818096" y="4170742"/>
                  </a:lnTo>
                  <a:lnTo>
                    <a:pt x="1818191" y="4170742"/>
                  </a:lnTo>
                  <a:lnTo>
                    <a:pt x="1818285" y="4170742"/>
                  </a:lnTo>
                  <a:lnTo>
                    <a:pt x="1818379" y="4170742"/>
                  </a:lnTo>
                  <a:lnTo>
                    <a:pt x="1818849" y="4170742"/>
                  </a:lnTo>
                  <a:lnTo>
                    <a:pt x="1818943" y="4170742"/>
                  </a:lnTo>
                  <a:lnTo>
                    <a:pt x="1819037" y="4170742"/>
                  </a:lnTo>
                  <a:lnTo>
                    <a:pt x="1819131" y="4170742"/>
                  </a:lnTo>
                  <a:lnTo>
                    <a:pt x="1819319" y="4170742"/>
                  </a:lnTo>
                  <a:lnTo>
                    <a:pt x="1819413" y="4170742"/>
                  </a:lnTo>
                  <a:lnTo>
                    <a:pt x="1819507" y="4170742"/>
                  </a:lnTo>
                  <a:lnTo>
                    <a:pt x="1819601" y="4170742"/>
                  </a:lnTo>
                  <a:lnTo>
                    <a:pt x="1819977" y="4170742"/>
                  </a:lnTo>
                  <a:lnTo>
                    <a:pt x="1820165" y="4170742"/>
                  </a:lnTo>
                  <a:lnTo>
                    <a:pt x="1820165" y="4165463"/>
                  </a:lnTo>
                  <a:lnTo>
                    <a:pt x="1820729" y="4165463"/>
                  </a:lnTo>
                  <a:lnTo>
                    <a:pt x="1820823" y="4165463"/>
                  </a:lnTo>
                  <a:lnTo>
                    <a:pt x="1821011" y="4160184"/>
                  </a:lnTo>
                  <a:lnTo>
                    <a:pt x="1821199" y="4154904"/>
                  </a:lnTo>
                  <a:lnTo>
                    <a:pt x="1821293" y="4154904"/>
                  </a:lnTo>
                  <a:lnTo>
                    <a:pt x="1821387" y="4154904"/>
                  </a:lnTo>
                  <a:lnTo>
                    <a:pt x="1821481" y="4154904"/>
                  </a:lnTo>
                  <a:lnTo>
                    <a:pt x="1821669" y="4154904"/>
                  </a:lnTo>
                  <a:lnTo>
                    <a:pt x="1821764" y="4154904"/>
                  </a:lnTo>
                  <a:lnTo>
                    <a:pt x="1821952" y="4154904"/>
                  </a:lnTo>
                  <a:lnTo>
                    <a:pt x="1822046" y="4154904"/>
                  </a:lnTo>
                  <a:lnTo>
                    <a:pt x="1822704" y="4154904"/>
                  </a:lnTo>
                  <a:lnTo>
                    <a:pt x="1822798" y="4154904"/>
                  </a:lnTo>
                  <a:lnTo>
                    <a:pt x="1822986" y="4154904"/>
                  </a:lnTo>
                  <a:lnTo>
                    <a:pt x="1823080" y="4154904"/>
                  </a:lnTo>
                  <a:lnTo>
                    <a:pt x="1823174" y="4154904"/>
                  </a:lnTo>
                  <a:lnTo>
                    <a:pt x="1823362" y="4154904"/>
                  </a:lnTo>
                  <a:lnTo>
                    <a:pt x="1823550" y="4154904"/>
                  </a:lnTo>
                  <a:lnTo>
                    <a:pt x="1823550" y="4149625"/>
                  </a:lnTo>
                  <a:lnTo>
                    <a:pt x="1823644" y="4149625"/>
                  </a:lnTo>
                  <a:lnTo>
                    <a:pt x="1823832" y="4149625"/>
                  </a:lnTo>
                  <a:lnTo>
                    <a:pt x="1823926" y="4149625"/>
                  </a:lnTo>
                  <a:lnTo>
                    <a:pt x="1824020" y="4149625"/>
                  </a:lnTo>
                  <a:lnTo>
                    <a:pt x="1824396" y="4149625"/>
                  </a:lnTo>
                  <a:lnTo>
                    <a:pt x="1824678" y="4149625"/>
                  </a:lnTo>
                  <a:lnTo>
                    <a:pt x="1824772" y="4149625"/>
                  </a:lnTo>
                  <a:lnTo>
                    <a:pt x="1824960" y="4149625"/>
                  </a:lnTo>
                  <a:lnTo>
                    <a:pt x="1825054" y="4149625"/>
                  </a:lnTo>
                  <a:lnTo>
                    <a:pt x="1825148" y="4149625"/>
                  </a:lnTo>
                  <a:lnTo>
                    <a:pt x="1825431" y="4149625"/>
                  </a:lnTo>
                  <a:lnTo>
                    <a:pt x="1825713" y="4149625"/>
                  </a:lnTo>
                  <a:lnTo>
                    <a:pt x="1825807" y="4149625"/>
                  </a:lnTo>
                  <a:lnTo>
                    <a:pt x="1825901" y="4149625"/>
                  </a:lnTo>
                  <a:lnTo>
                    <a:pt x="1825995" y="4149625"/>
                  </a:lnTo>
                  <a:lnTo>
                    <a:pt x="1826183" y="4144345"/>
                  </a:lnTo>
                  <a:lnTo>
                    <a:pt x="1826747" y="4144345"/>
                  </a:lnTo>
                  <a:lnTo>
                    <a:pt x="1826841" y="4139066"/>
                  </a:lnTo>
                  <a:lnTo>
                    <a:pt x="1826935" y="4139066"/>
                  </a:lnTo>
                  <a:lnTo>
                    <a:pt x="1827029" y="4139066"/>
                  </a:lnTo>
                  <a:lnTo>
                    <a:pt x="1827405" y="4139066"/>
                  </a:lnTo>
                  <a:lnTo>
                    <a:pt x="1827499" y="4139066"/>
                  </a:lnTo>
                  <a:lnTo>
                    <a:pt x="1827593" y="4139066"/>
                  </a:lnTo>
                  <a:lnTo>
                    <a:pt x="1827687" y="4139066"/>
                  </a:lnTo>
                  <a:lnTo>
                    <a:pt x="1828533" y="4139066"/>
                  </a:lnTo>
                  <a:lnTo>
                    <a:pt x="1828627" y="4139066"/>
                  </a:lnTo>
                  <a:lnTo>
                    <a:pt x="1828721" y="4139066"/>
                  </a:lnTo>
                  <a:lnTo>
                    <a:pt x="1829004" y="4139066"/>
                  </a:lnTo>
                  <a:lnTo>
                    <a:pt x="1829192" y="4139066"/>
                  </a:lnTo>
                  <a:lnTo>
                    <a:pt x="1829286" y="4139066"/>
                  </a:lnTo>
                  <a:lnTo>
                    <a:pt x="1829944" y="4139066"/>
                  </a:lnTo>
                  <a:lnTo>
                    <a:pt x="1830038" y="4139066"/>
                  </a:lnTo>
                  <a:lnTo>
                    <a:pt x="1830132" y="4139066"/>
                  </a:lnTo>
                  <a:lnTo>
                    <a:pt x="1830226" y="4139066"/>
                  </a:lnTo>
                  <a:lnTo>
                    <a:pt x="1830320" y="4139066"/>
                  </a:lnTo>
                  <a:lnTo>
                    <a:pt x="1830602" y="4133786"/>
                  </a:lnTo>
                  <a:lnTo>
                    <a:pt x="1830978" y="4133786"/>
                  </a:lnTo>
                  <a:lnTo>
                    <a:pt x="1831166" y="4133786"/>
                  </a:lnTo>
                  <a:lnTo>
                    <a:pt x="1831260" y="4133786"/>
                  </a:lnTo>
                  <a:lnTo>
                    <a:pt x="1831354" y="4133786"/>
                  </a:lnTo>
                  <a:lnTo>
                    <a:pt x="1831448" y="4133786"/>
                  </a:lnTo>
                  <a:lnTo>
                    <a:pt x="1831824" y="4133786"/>
                  </a:lnTo>
                  <a:lnTo>
                    <a:pt x="1831918" y="4133786"/>
                  </a:lnTo>
                  <a:lnTo>
                    <a:pt x="1832012" y="4133786"/>
                  </a:lnTo>
                  <a:lnTo>
                    <a:pt x="1832200" y="4133786"/>
                  </a:lnTo>
                  <a:lnTo>
                    <a:pt x="1832294" y="4133786"/>
                  </a:lnTo>
                  <a:lnTo>
                    <a:pt x="1832389" y="4133786"/>
                  </a:lnTo>
                  <a:lnTo>
                    <a:pt x="1832483" y="4133786"/>
                  </a:lnTo>
                  <a:lnTo>
                    <a:pt x="1832577" y="4133786"/>
                  </a:lnTo>
                  <a:lnTo>
                    <a:pt x="1832765" y="4133786"/>
                  </a:lnTo>
                  <a:lnTo>
                    <a:pt x="1832953" y="4128507"/>
                  </a:lnTo>
                  <a:lnTo>
                    <a:pt x="1833047" y="4128507"/>
                  </a:lnTo>
                  <a:lnTo>
                    <a:pt x="1833235" y="4128507"/>
                  </a:lnTo>
                  <a:lnTo>
                    <a:pt x="1833611" y="4128507"/>
                  </a:lnTo>
                  <a:lnTo>
                    <a:pt x="1833705" y="4128507"/>
                  </a:lnTo>
                  <a:lnTo>
                    <a:pt x="1833893" y="4128507"/>
                  </a:lnTo>
                  <a:lnTo>
                    <a:pt x="1834457" y="4128507"/>
                  </a:lnTo>
                  <a:lnTo>
                    <a:pt x="1834551" y="4128507"/>
                  </a:lnTo>
                  <a:lnTo>
                    <a:pt x="1834645" y="4128507"/>
                  </a:lnTo>
                  <a:lnTo>
                    <a:pt x="1834739" y="4128507"/>
                  </a:lnTo>
                  <a:lnTo>
                    <a:pt x="1834927" y="4128507"/>
                  </a:lnTo>
                  <a:lnTo>
                    <a:pt x="1835303" y="4128507"/>
                  </a:lnTo>
                  <a:lnTo>
                    <a:pt x="1835397" y="4128507"/>
                  </a:lnTo>
                  <a:lnTo>
                    <a:pt x="1835491" y="4128507"/>
                  </a:lnTo>
                  <a:lnTo>
                    <a:pt x="1835585" y="4128507"/>
                  </a:lnTo>
                  <a:lnTo>
                    <a:pt x="1835679" y="4128507"/>
                  </a:lnTo>
                  <a:lnTo>
                    <a:pt x="1835867" y="4128507"/>
                  </a:lnTo>
                  <a:lnTo>
                    <a:pt x="1836338" y="4128507"/>
                  </a:lnTo>
                  <a:lnTo>
                    <a:pt x="1836714" y="4128507"/>
                  </a:lnTo>
                  <a:lnTo>
                    <a:pt x="1836902" y="4128507"/>
                  </a:lnTo>
                  <a:lnTo>
                    <a:pt x="1837184" y="4128507"/>
                  </a:lnTo>
                  <a:lnTo>
                    <a:pt x="1837278" y="4128507"/>
                  </a:lnTo>
                  <a:lnTo>
                    <a:pt x="1837372" y="4128507"/>
                  </a:lnTo>
                  <a:lnTo>
                    <a:pt x="1837560" y="4128507"/>
                  </a:lnTo>
                  <a:lnTo>
                    <a:pt x="1837748" y="4128507"/>
                  </a:lnTo>
                  <a:lnTo>
                    <a:pt x="1838124" y="4128507"/>
                  </a:lnTo>
                  <a:lnTo>
                    <a:pt x="1838406" y="4128507"/>
                  </a:lnTo>
                  <a:lnTo>
                    <a:pt x="1838594" y="4128507"/>
                  </a:lnTo>
                  <a:lnTo>
                    <a:pt x="1841039" y="4128507"/>
                  </a:lnTo>
                  <a:lnTo>
                    <a:pt x="1841227" y="4128507"/>
                  </a:lnTo>
                  <a:lnTo>
                    <a:pt x="1841321" y="4128507"/>
                  </a:lnTo>
                  <a:lnTo>
                    <a:pt x="1841415" y="4128507"/>
                  </a:lnTo>
                  <a:lnTo>
                    <a:pt x="1841603" y="4128507"/>
                  </a:lnTo>
                  <a:lnTo>
                    <a:pt x="1841885" y="4128507"/>
                  </a:lnTo>
                  <a:lnTo>
                    <a:pt x="1842073" y="4128507"/>
                  </a:lnTo>
                  <a:lnTo>
                    <a:pt x="1842167" y="4128507"/>
                  </a:lnTo>
                  <a:lnTo>
                    <a:pt x="1842261" y="4128507"/>
                  </a:lnTo>
                  <a:lnTo>
                    <a:pt x="1842355" y="4128507"/>
                  </a:lnTo>
                  <a:lnTo>
                    <a:pt x="1842637" y="4128507"/>
                  </a:lnTo>
                  <a:lnTo>
                    <a:pt x="1842731" y="4128507"/>
                  </a:lnTo>
                  <a:lnTo>
                    <a:pt x="1842825" y="4128507"/>
                  </a:lnTo>
                  <a:lnTo>
                    <a:pt x="1843014" y="4128507"/>
                  </a:lnTo>
                  <a:lnTo>
                    <a:pt x="1843108" y="4128507"/>
                  </a:lnTo>
                  <a:lnTo>
                    <a:pt x="1843296" y="4128507"/>
                  </a:lnTo>
                  <a:lnTo>
                    <a:pt x="1843390" y="4128507"/>
                  </a:lnTo>
                  <a:lnTo>
                    <a:pt x="1843484" y="4128507"/>
                  </a:lnTo>
                  <a:lnTo>
                    <a:pt x="1843766" y="4128507"/>
                  </a:lnTo>
                  <a:lnTo>
                    <a:pt x="1843860" y="4128507"/>
                  </a:lnTo>
                  <a:lnTo>
                    <a:pt x="1844048" y="4128507"/>
                  </a:lnTo>
                  <a:lnTo>
                    <a:pt x="1844142" y="4128507"/>
                  </a:lnTo>
                  <a:lnTo>
                    <a:pt x="1844236" y="4128507"/>
                  </a:lnTo>
                  <a:lnTo>
                    <a:pt x="1844706" y="4128507"/>
                  </a:lnTo>
                  <a:lnTo>
                    <a:pt x="1845458" y="4128507"/>
                  </a:lnTo>
                  <a:lnTo>
                    <a:pt x="1845740" y="4128507"/>
                  </a:lnTo>
                  <a:lnTo>
                    <a:pt x="1846116" y="4128507"/>
                  </a:lnTo>
                  <a:lnTo>
                    <a:pt x="1846398" y="4128507"/>
                  </a:lnTo>
                  <a:lnTo>
                    <a:pt x="1846492" y="4128507"/>
                  </a:lnTo>
                  <a:lnTo>
                    <a:pt x="1846587" y="4128507"/>
                  </a:lnTo>
                  <a:lnTo>
                    <a:pt x="1847057" y="4123228"/>
                  </a:lnTo>
                  <a:lnTo>
                    <a:pt x="1847151" y="4123228"/>
                  </a:lnTo>
                  <a:lnTo>
                    <a:pt x="1847245" y="4123228"/>
                  </a:lnTo>
                  <a:lnTo>
                    <a:pt x="1847339" y="4123228"/>
                  </a:lnTo>
                  <a:lnTo>
                    <a:pt x="1847621" y="4123228"/>
                  </a:lnTo>
                  <a:lnTo>
                    <a:pt x="1847715" y="4123228"/>
                  </a:lnTo>
                  <a:lnTo>
                    <a:pt x="1847903" y="4123228"/>
                  </a:lnTo>
                  <a:lnTo>
                    <a:pt x="1848185" y="4123228"/>
                  </a:lnTo>
                  <a:lnTo>
                    <a:pt x="1848279" y="4123228"/>
                  </a:lnTo>
                  <a:lnTo>
                    <a:pt x="1848373" y="4123228"/>
                  </a:lnTo>
                  <a:lnTo>
                    <a:pt x="1848749" y="4123228"/>
                  </a:lnTo>
                  <a:lnTo>
                    <a:pt x="1848937" y="4123228"/>
                  </a:lnTo>
                  <a:lnTo>
                    <a:pt x="1849219" y="4123228"/>
                  </a:lnTo>
                  <a:lnTo>
                    <a:pt x="1849313" y="4123228"/>
                  </a:lnTo>
                  <a:lnTo>
                    <a:pt x="1849407" y="4123228"/>
                  </a:lnTo>
                  <a:lnTo>
                    <a:pt x="1849783" y="4123228"/>
                  </a:lnTo>
                  <a:lnTo>
                    <a:pt x="1850066" y="4123228"/>
                  </a:lnTo>
                  <a:lnTo>
                    <a:pt x="1850160" y="4123228"/>
                  </a:lnTo>
                  <a:lnTo>
                    <a:pt x="1850442" y="4123228"/>
                  </a:lnTo>
                  <a:lnTo>
                    <a:pt x="1850536" y="4123228"/>
                  </a:lnTo>
                  <a:lnTo>
                    <a:pt x="1850818" y="4123228"/>
                  </a:lnTo>
                  <a:lnTo>
                    <a:pt x="1850912" y="4123228"/>
                  </a:lnTo>
                  <a:lnTo>
                    <a:pt x="1851194" y="4123228"/>
                  </a:lnTo>
                  <a:lnTo>
                    <a:pt x="1851288" y="4123228"/>
                  </a:lnTo>
                  <a:lnTo>
                    <a:pt x="1851476" y="4123228"/>
                  </a:lnTo>
                  <a:lnTo>
                    <a:pt x="1851758" y="4123228"/>
                  </a:lnTo>
                  <a:lnTo>
                    <a:pt x="1851946" y="4117948"/>
                  </a:lnTo>
                  <a:lnTo>
                    <a:pt x="1852228" y="4117948"/>
                  </a:lnTo>
                  <a:lnTo>
                    <a:pt x="1852322" y="4117948"/>
                  </a:lnTo>
                  <a:lnTo>
                    <a:pt x="1852510" y="4117948"/>
                  </a:lnTo>
                  <a:lnTo>
                    <a:pt x="1852604" y="4117948"/>
                  </a:lnTo>
                  <a:lnTo>
                    <a:pt x="1852698" y="4117948"/>
                  </a:lnTo>
                  <a:lnTo>
                    <a:pt x="1853544" y="4117948"/>
                  </a:lnTo>
                  <a:lnTo>
                    <a:pt x="1853827" y="4117948"/>
                  </a:lnTo>
                  <a:lnTo>
                    <a:pt x="1853921" y="4117948"/>
                  </a:lnTo>
                  <a:lnTo>
                    <a:pt x="1854015" y="4117948"/>
                  </a:lnTo>
                  <a:lnTo>
                    <a:pt x="1854109" y="4117948"/>
                  </a:lnTo>
                  <a:lnTo>
                    <a:pt x="1854391" y="4117948"/>
                  </a:lnTo>
                  <a:lnTo>
                    <a:pt x="1854955" y="4117948"/>
                  </a:lnTo>
                  <a:lnTo>
                    <a:pt x="1855331" y="4117948"/>
                  </a:lnTo>
                  <a:lnTo>
                    <a:pt x="1855425" y="4117948"/>
                  </a:lnTo>
                  <a:lnTo>
                    <a:pt x="1855613" y="4117948"/>
                  </a:lnTo>
                  <a:lnTo>
                    <a:pt x="1856083" y="4117948"/>
                  </a:lnTo>
                  <a:lnTo>
                    <a:pt x="1856365" y="4117948"/>
                  </a:lnTo>
                  <a:lnTo>
                    <a:pt x="1856459" y="4117948"/>
                  </a:lnTo>
                  <a:lnTo>
                    <a:pt x="1856553" y="4117948"/>
                  </a:lnTo>
                  <a:lnTo>
                    <a:pt x="1856647" y="4117948"/>
                  </a:lnTo>
                  <a:lnTo>
                    <a:pt x="1857023" y="4117948"/>
                  </a:lnTo>
                  <a:lnTo>
                    <a:pt x="1857117" y="4117948"/>
                  </a:lnTo>
                  <a:lnTo>
                    <a:pt x="1857400" y="4117948"/>
                  </a:lnTo>
                  <a:lnTo>
                    <a:pt x="1857494" y="4117948"/>
                  </a:lnTo>
                  <a:lnTo>
                    <a:pt x="1857964" y="4117948"/>
                  </a:lnTo>
                  <a:lnTo>
                    <a:pt x="1858058" y="4117948"/>
                  </a:lnTo>
                  <a:lnTo>
                    <a:pt x="1858152" y="4117948"/>
                  </a:lnTo>
                  <a:lnTo>
                    <a:pt x="1858434" y="4117948"/>
                  </a:lnTo>
                  <a:lnTo>
                    <a:pt x="1858528" y="4117948"/>
                  </a:lnTo>
                  <a:lnTo>
                    <a:pt x="1858528" y="4112669"/>
                  </a:lnTo>
                  <a:lnTo>
                    <a:pt x="1858622" y="4112669"/>
                  </a:lnTo>
                  <a:lnTo>
                    <a:pt x="1858810" y="4112669"/>
                  </a:lnTo>
                  <a:lnTo>
                    <a:pt x="1859656" y="4112669"/>
                  </a:lnTo>
                  <a:lnTo>
                    <a:pt x="1859750" y="4112669"/>
                  </a:lnTo>
                  <a:lnTo>
                    <a:pt x="1859938" y="4112669"/>
                  </a:lnTo>
                  <a:lnTo>
                    <a:pt x="1860032" y="4112669"/>
                  </a:lnTo>
                  <a:lnTo>
                    <a:pt x="1860220" y="4112669"/>
                  </a:lnTo>
                  <a:lnTo>
                    <a:pt x="1860314" y="4112669"/>
                  </a:lnTo>
                  <a:lnTo>
                    <a:pt x="1860596" y="4112669"/>
                  </a:lnTo>
                  <a:lnTo>
                    <a:pt x="1860973" y="4112669"/>
                  </a:lnTo>
                  <a:lnTo>
                    <a:pt x="1861819" y="4112669"/>
                  </a:lnTo>
                  <a:lnTo>
                    <a:pt x="1862007" y="4112669"/>
                  </a:lnTo>
                  <a:lnTo>
                    <a:pt x="1862195" y="4112669"/>
                  </a:lnTo>
                  <a:lnTo>
                    <a:pt x="1862383" y="4112669"/>
                  </a:lnTo>
                  <a:lnTo>
                    <a:pt x="1862477" y="4112669"/>
                  </a:lnTo>
                  <a:lnTo>
                    <a:pt x="1862571" y="4112669"/>
                  </a:lnTo>
                  <a:lnTo>
                    <a:pt x="1862665" y="4112669"/>
                  </a:lnTo>
                  <a:lnTo>
                    <a:pt x="1862759" y="4112669"/>
                  </a:lnTo>
                  <a:lnTo>
                    <a:pt x="1863041" y="4112669"/>
                  </a:lnTo>
                  <a:lnTo>
                    <a:pt x="1863511" y="4112669"/>
                  </a:lnTo>
                  <a:lnTo>
                    <a:pt x="1863699" y="4112669"/>
                  </a:lnTo>
                  <a:lnTo>
                    <a:pt x="1864169" y="4107389"/>
                  </a:lnTo>
                  <a:lnTo>
                    <a:pt x="1864264" y="4107389"/>
                  </a:lnTo>
                  <a:lnTo>
                    <a:pt x="1864358" y="4107389"/>
                  </a:lnTo>
                  <a:lnTo>
                    <a:pt x="1864640" y="4107389"/>
                  </a:lnTo>
                  <a:lnTo>
                    <a:pt x="1864734" y="4107389"/>
                  </a:lnTo>
                  <a:lnTo>
                    <a:pt x="1864828" y="4107389"/>
                  </a:lnTo>
                  <a:lnTo>
                    <a:pt x="1865016" y="4107389"/>
                  </a:lnTo>
                  <a:lnTo>
                    <a:pt x="1865110" y="4107389"/>
                  </a:lnTo>
                  <a:lnTo>
                    <a:pt x="1865204" y="4107389"/>
                  </a:lnTo>
                  <a:lnTo>
                    <a:pt x="1865580" y="4107389"/>
                  </a:lnTo>
                  <a:lnTo>
                    <a:pt x="1865674" y="4107389"/>
                  </a:lnTo>
                  <a:lnTo>
                    <a:pt x="1866050" y="4107389"/>
                  </a:lnTo>
                  <a:lnTo>
                    <a:pt x="1866144" y="4107389"/>
                  </a:lnTo>
                  <a:lnTo>
                    <a:pt x="1866238" y="4107389"/>
                  </a:lnTo>
                  <a:lnTo>
                    <a:pt x="1866332" y="4107389"/>
                  </a:lnTo>
                  <a:lnTo>
                    <a:pt x="1866426" y="4107389"/>
                  </a:lnTo>
                  <a:lnTo>
                    <a:pt x="1866520" y="4107389"/>
                  </a:lnTo>
                  <a:lnTo>
                    <a:pt x="1866708" y="4107389"/>
                  </a:lnTo>
                  <a:lnTo>
                    <a:pt x="1866802" y="4107389"/>
                  </a:lnTo>
                  <a:lnTo>
                    <a:pt x="1866896" y="4107389"/>
                  </a:lnTo>
                  <a:lnTo>
                    <a:pt x="1866990" y="4107389"/>
                  </a:lnTo>
                  <a:lnTo>
                    <a:pt x="1867178" y="4107389"/>
                  </a:lnTo>
                  <a:lnTo>
                    <a:pt x="1867460" y="4107389"/>
                  </a:lnTo>
                  <a:lnTo>
                    <a:pt x="1867554" y="4107389"/>
                  </a:lnTo>
                  <a:lnTo>
                    <a:pt x="1867837" y="4107389"/>
                  </a:lnTo>
                  <a:lnTo>
                    <a:pt x="1868025" y="4107389"/>
                  </a:lnTo>
                  <a:lnTo>
                    <a:pt x="1868777" y="4102110"/>
                  </a:lnTo>
                  <a:lnTo>
                    <a:pt x="1869059" y="4102110"/>
                  </a:lnTo>
                  <a:lnTo>
                    <a:pt x="1869247" y="4102110"/>
                  </a:lnTo>
                  <a:lnTo>
                    <a:pt x="1869247" y="4096830"/>
                  </a:lnTo>
                  <a:lnTo>
                    <a:pt x="1869341" y="4096830"/>
                  </a:lnTo>
                  <a:lnTo>
                    <a:pt x="1869623" y="4096830"/>
                  </a:lnTo>
                  <a:lnTo>
                    <a:pt x="1869811" y="4096830"/>
                  </a:lnTo>
                  <a:lnTo>
                    <a:pt x="1869905" y="4096830"/>
                  </a:lnTo>
                  <a:lnTo>
                    <a:pt x="1870187" y="4096830"/>
                  </a:lnTo>
                  <a:lnTo>
                    <a:pt x="1870281" y="4096830"/>
                  </a:lnTo>
                  <a:lnTo>
                    <a:pt x="1870375" y="4096830"/>
                  </a:lnTo>
                  <a:lnTo>
                    <a:pt x="1870469" y="4096830"/>
                  </a:lnTo>
                  <a:lnTo>
                    <a:pt x="1870563" y="4096830"/>
                  </a:lnTo>
                  <a:lnTo>
                    <a:pt x="1870751" y="4096830"/>
                  </a:lnTo>
                  <a:lnTo>
                    <a:pt x="1870845" y="4096830"/>
                  </a:lnTo>
                  <a:lnTo>
                    <a:pt x="1870939" y="4096830"/>
                  </a:lnTo>
                  <a:lnTo>
                    <a:pt x="1871033" y="4096830"/>
                  </a:lnTo>
                  <a:lnTo>
                    <a:pt x="1871315" y="4096830"/>
                  </a:lnTo>
                  <a:lnTo>
                    <a:pt x="1871410" y="4096830"/>
                  </a:lnTo>
                  <a:lnTo>
                    <a:pt x="1871692" y="4096830"/>
                  </a:lnTo>
                  <a:lnTo>
                    <a:pt x="1871974" y="4096830"/>
                  </a:lnTo>
                  <a:lnTo>
                    <a:pt x="1872162" y="4096830"/>
                  </a:lnTo>
                  <a:lnTo>
                    <a:pt x="1872350" y="4091551"/>
                  </a:lnTo>
                  <a:lnTo>
                    <a:pt x="1872538" y="4091551"/>
                  </a:lnTo>
                  <a:lnTo>
                    <a:pt x="1872632" y="4091551"/>
                  </a:lnTo>
                  <a:lnTo>
                    <a:pt x="1872726" y="4091551"/>
                  </a:lnTo>
                  <a:lnTo>
                    <a:pt x="1872914" y="4091551"/>
                  </a:lnTo>
                  <a:lnTo>
                    <a:pt x="1873008" y="4091551"/>
                  </a:lnTo>
                  <a:lnTo>
                    <a:pt x="1873384" y="4091551"/>
                  </a:lnTo>
                  <a:lnTo>
                    <a:pt x="1873478" y="4091551"/>
                  </a:lnTo>
                  <a:lnTo>
                    <a:pt x="1873572" y="4091551"/>
                  </a:lnTo>
                  <a:lnTo>
                    <a:pt x="1874042" y="4086272"/>
                  </a:lnTo>
                  <a:lnTo>
                    <a:pt x="1874136" y="4086272"/>
                  </a:lnTo>
                  <a:lnTo>
                    <a:pt x="1874512" y="4086272"/>
                  </a:lnTo>
                  <a:lnTo>
                    <a:pt x="1874606" y="4086272"/>
                  </a:lnTo>
                  <a:lnTo>
                    <a:pt x="1874889" y="4086272"/>
                  </a:lnTo>
                  <a:lnTo>
                    <a:pt x="1874983" y="4086272"/>
                  </a:lnTo>
                  <a:lnTo>
                    <a:pt x="1875171" y="4086272"/>
                  </a:lnTo>
                  <a:lnTo>
                    <a:pt x="1875453" y="4086272"/>
                  </a:lnTo>
                  <a:lnTo>
                    <a:pt x="1875641" y="4086272"/>
                  </a:lnTo>
                  <a:lnTo>
                    <a:pt x="1875735" y="4086272"/>
                  </a:lnTo>
                  <a:lnTo>
                    <a:pt x="1876111" y="4086272"/>
                  </a:lnTo>
                  <a:lnTo>
                    <a:pt x="1876205" y="4086272"/>
                  </a:lnTo>
                  <a:lnTo>
                    <a:pt x="1876393" y="4086272"/>
                  </a:lnTo>
                  <a:lnTo>
                    <a:pt x="1876581" y="4086272"/>
                  </a:lnTo>
                  <a:lnTo>
                    <a:pt x="1876675" y="4086272"/>
                  </a:lnTo>
                  <a:lnTo>
                    <a:pt x="1876769" y="4086272"/>
                  </a:lnTo>
                  <a:lnTo>
                    <a:pt x="1876863" y="4086272"/>
                  </a:lnTo>
                  <a:lnTo>
                    <a:pt x="1877145" y="4086272"/>
                  </a:lnTo>
                  <a:lnTo>
                    <a:pt x="1877333" y="4086272"/>
                  </a:lnTo>
                  <a:lnTo>
                    <a:pt x="1877427" y="4086272"/>
                  </a:lnTo>
                  <a:lnTo>
                    <a:pt x="1877709" y="4086272"/>
                  </a:lnTo>
                  <a:lnTo>
                    <a:pt x="1877897" y="4086272"/>
                  </a:lnTo>
                  <a:lnTo>
                    <a:pt x="1877991" y="4080992"/>
                  </a:lnTo>
                  <a:lnTo>
                    <a:pt x="1878179" y="4080992"/>
                  </a:lnTo>
                  <a:lnTo>
                    <a:pt x="1878556" y="4080992"/>
                  </a:lnTo>
                  <a:lnTo>
                    <a:pt x="1878650" y="4080992"/>
                  </a:lnTo>
                  <a:lnTo>
                    <a:pt x="1878744" y="4080992"/>
                  </a:lnTo>
                  <a:lnTo>
                    <a:pt x="1879120" y="4080992"/>
                  </a:lnTo>
                  <a:lnTo>
                    <a:pt x="1879496" y="4080992"/>
                  </a:lnTo>
                  <a:lnTo>
                    <a:pt x="1880530" y="4080992"/>
                  </a:lnTo>
                  <a:lnTo>
                    <a:pt x="1880718" y="4080992"/>
                  </a:lnTo>
                  <a:lnTo>
                    <a:pt x="1880812" y="4080992"/>
                  </a:lnTo>
                  <a:lnTo>
                    <a:pt x="1880906" y="4080992"/>
                  </a:lnTo>
                  <a:lnTo>
                    <a:pt x="1881000" y="4080992"/>
                  </a:lnTo>
                  <a:lnTo>
                    <a:pt x="1881094" y="4080992"/>
                  </a:lnTo>
                  <a:lnTo>
                    <a:pt x="1881376" y="4080992"/>
                  </a:lnTo>
                  <a:lnTo>
                    <a:pt x="1881658" y="4080992"/>
                  </a:lnTo>
                  <a:lnTo>
                    <a:pt x="1881846" y="4080992"/>
                  </a:lnTo>
                  <a:lnTo>
                    <a:pt x="1881940" y="4080992"/>
                  </a:lnTo>
                  <a:lnTo>
                    <a:pt x="1882035" y="4080992"/>
                  </a:lnTo>
                  <a:lnTo>
                    <a:pt x="1882129" y="4080992"/>
                  </a:lnTo>
                  <a:lnTo>
                    <a:pt x="1882411" y="4080992"/>
                  </a:lnTo>
                  <a:lnTo>
                    <a:pt x="1882505" y="4080992"/>
                  </a:lnTo>
                  <a:lnTo>
                    <a:pt x="1882881" y="4080992"/>
                  </a:lnTo>
                  <a:lnTo>
                    <a:pt x="1883257" y="4080992"/>
                  </a:lnTo>
                  <a:lnTo>
                    <a:pt x="1883915" y="4080992"/>
                  </a:lnTo>
                  <a:lnTo>
                    <a:pt x="1884103" y="4080992"/>
                  </a:lnTo>
                  <a:lnTo>
                    <a:pt x="1884385" y="4080992"/>
                  </a:lnTo>
                  <a:lnTo>
                    <a:pt x="1884573" y="4080992"/>
                  </a:lnTo>
                  <a:lnTo>
                    <a:pt x="1884761" y="4080992"/>
                  </a:lnTo>
                  <a:lnTo>
                    <a:pt x="1884949" y="4080992"/>
                  </a:lnTo>
                  <a:lnTo>
                    <a:pt x="1885231" y="4080992"/>
                  </a:lnTo>
                  <a:lnTo>
                    <a:pt x="1885419" y="4080992"/>
                  </a:lnTo>
                  <a:lnTo>
                    <a:pt x="1885608" y="4080992"/>
                  </a:lnTo>
                  <a:lnTo>
                    <a:pt x="1885702" y="4080992"/>
                  </a:lnTo>
                  <a:lnTo>
                    <a:pt x="1885890" y="4075713"/>
                  </a:lnTo>
                  <a:lnTo>
                    <a:pt x="1886360" y="4075713"/>
                  </a:lnTo>
                  <a:lnTo>
                    <a:pt x="1886454" y="4075713"/>
                  </a:lnTo>
                  <a:lnTo>
                    <a:pt x="1886548" y="4075713"/>
                  </a:lnTo>
                  <a:lnTo>
                    <a:pt x="1888428" y="4075713"/>
                  </a:lnTo>
                  <a:lnTo>
                    <a:pt x="1888522" y="4075713"/>
                  </a:lnTo>
                  <a:lnTo>
                    <a:pt x="1888616" y="4075713"/>
                  </a:lnTo>
                  <a:lnTo>
                    <a:pt x="1888898" y="4075713"/>
                  </a:lnTo>
                  <a:lnTo>
                    <a:pt x="1888992" y="4075713"/>
                  </a:lnTo>
                  <a:lnTo>
                    <a:pt x="1889087" y="4075713"/>
                  </a:lnTo>
                  <a:lnTo>
                    <a:pt x="1889369" y="4075713"/>
                  </a:lnTo>
                  <a:lnTo>
                    <a:pt x="1889463" y="4075713"/>
                  </a:lnTo>
                  <a:lnTo>
                    <a:pt x="1889557" y="4075713"/>
                  </a:lnTo>
                  <a:lnTo>
                    <a:pt x="1889651" y="4075713"/>
                  </a:lnTo>
                  <a:lnTo>
                    <a:pt x="1889745" y="4075713"/>
                  </a:lnTo>
                  <a:lnTo>
                    <a:pt x="1889839" y="4075713"/>
                  </a:lnTo>
                  <a:lnTo>
                    <a:pt x="1889933" y="4075713"/>
                  </a:lnTo>
                  <a:lnTo>
                    <a:pt x="1890027" y="4075713"/>
                  </a:lnTo>
                  <a:lnTo>
                    <a:pt x="1890121" y="4075713"/>
                  </a:lnTo>
                  <a:lnTo>
                    <a:pt x="1890215" y="4075713"/>
                  </a:lnTo>
                  <a:lnTo>
                    <a:pt x="1890403" y="4075713"/>
                  </a:lnTo>
                  <a:lnTo>
                    <a:pt x="1890685" y="4075713"/>
                  </a:lnTo>
                  <a:lnTo>
                    <a:pt x="1891061" y="4075713"/>
                  </a:lnTo>
                  <a:lnTo>
                    <a:pt x="1891155" y="4075713"/>
                  </a:lnTo>
                  <a:lnTo>
                    <a:pt x="1891249" y="4075713"/>
                  </a:lnTo>
                  <a:lnTo>
                    <a:pt x="1891625" y="4075713"/>
                  </a:lnTo>
                  <a:lnTo>
                    <a:pt x="1891719" y="4075713"/>
                  </a:lnTo>
                  <a:lnTo>
                    <a:pt x="1891813" y="4075713"/>
                  </a:lnTo>
                  <a:lnTo>
                    <a:pt x="1891907" y="4075713"/>
                  </a:lnTo>
                  <a:lnTo>
                    <a:pt x="1892189" y="4075713"/>
                  </a:lnTo>
                  <a:lnTo>
                    <a:pt x="1892471" y="4075713"/>
                  </a:lnTo>
                  <a:lnTo>
                    <a:pt x="1892565" y="4075713"/>
                  </a:lnTo>
                  <a:lnTo>
                    <a:pt x="1892660" y="4075713"/>
                  </a:lnTo>
                  <a:lnTo>
                    <a:pt x="1892754" y="4075713"/>
                  </a:lnTo>
                  <a:lnTo>
                    <a:pt x="1892848" y="4075713"/>
                  </a:lnTo>
                  <a:lnTo>
                    <a:pt x="1892942" y="4075713"/>
                  </a:lnTo>
                  <a:lnTo>
                    <a:pt x="1893036" y="4075713"/>
                  </a:lnTo>
                  <a:lnTo>
                    <a:pt x="1893130" y="4075713"/>
                  </a:lnTo>
                  <a:lnTo>
                    <a:pt x="1893224" y="4075713"/>
                  </a:lnTo>
                  <a:lnTo>
                    <a:pt x="1893318" y="4075713"/>
                  </a:lnTo>
                  <a:lnTo>
                    <a:pt x="1893694" y="4075713"/>
                  </a:lnTo>
                  <a:lnTo>
                    <a:pt x="1893788" y="4075713"/>
                  </a:lnTo>
                  <a:lnTo>
                    <a:pt x="1894070" y="4075713"/>
                  </a:lnTo>
                  <a:lnTo>
                    <a:pt x="1894258" y="4075713"/>
                  </a:lnTo>
                  <a:lnTo>
                    <a:pt x="1894446" y="4075713"/>
                  </a:lnTo>
                  <a:lnTo>
                    <a:pt x="1894540" y="4075713"/>
                  </a:lnTo>
                  <a:lnTo>
                    <a:pt x="1894634" y="4075713"/>
                  </a:lnTo>
                  <a:lnTo>
                    <a:pt x="1894916" y="4075713"/>
                  </a:lnTo>
                  <a:lnTo>
                    <a:pt x="1895104" y="4075713"/>
                  </a:lnTo>
                  <a:lnTo>
                    <a:pt x="1895198" y="4075713"/>
                  </a:lnTo>
                  <a:lnTo>
                    <a:pt x="1895480" y="4075713"/>
                  </a:lnTo>
                  <a:lnTo>
                    <a:pt x="1896139" y="4075713"/>
                  </a:lnTo>
                  <a:lnTo>
                    <a:pt x="1896327" y="4075713"/>
                  </a:lnTo>
                  <a:lnTo>
                    <a:pt x="1896327" y="4070433"/>
                  </a:lnTo>
                  <a:lnTo>
                    <a:pt x="1896421" y="4070433"/>
                  </a:lnTo>
                  <a:lnTo>
                    <a:pt x="1896891" y="4070433"/>
                  </a:lnTo>
                  <a:lnTo>
                    <a:pt x="1897079" y="4070433"/>
                  </a:lnTo>
                  <a:lnTo>
                    <a:pt x="1897737" y="4070433"/>
                  </a:lnTo>
                  <a:lnTo>
                    <a:pt x="1897925" y="4070433"/>
                  </a:lnTo>
                  <a:lnTo>
                    <a:pt x="1898019" y="4070433"/>
                  </a:lnTo>
                  <a:lnTo>
                    <a:pt x="1898395" y="4070433"/>
                  </a:lnTo>
                  <a:lnTo>
                    <a:pt x="1898677" y="4070433"/>
                  </a:lnTo>
                  <a:lnTo>
                    <a:pt x="1898771" y="4070433"/>
                  </a:lnTo>
                  <a:lnTo>
                    <a:pt x="1898865" y="4070433"/>
                  </a:lnTo>
                  <a:lnTo>
                    <a:pt x="1898959" y="4070433"/>
                  </a:lnTo>
                  <a:lnTo>
                    <a:pt x="1899053" y="4070433"/>
                  </a:lnTo>
                  <a:lnTo>
                    <a:pt x="1899429" y="4070433"/>
                  </a:lnTo>
                  <a:lnTo>
                    <a:pt x="1899523" y="4070433"/>
                  </a:lnTo>
                  <a:lnTo>
                    <a:pt x="1899617" y="4070433"/>
                  </a:lnTo>
                  <a:lnTo>
                    <a:pt x="1899712" y="4070433"/>
                  </a:lnTo>
                  <a:lnTo>
                    <a:pt x="1899806" y="4070433"/>
                  </a:lnTo>
                  <a:lnTo>
                    <a:pt x="1899900" y="4070433"/>
                  </a:lnTo>
                  <a:lnTo>
                    <a:pt x="1899994" y="4070433"/>
                  </a:lnTo>
                  <a:lnTo>
                    <a:pt x="1900182" y="4070433"/>
                  </a:lnTo>
                  <a:lnTo>
                    <a:pt x="1900370" y="4070433"/>
                  </a:lnTo>
                  <a:lnTo>
                    <a:pt x="1900558" y="4070433"/>
                  </a:lnTo>
                  <a:lnTo>
                    <a:pt x="1900840" y="4070433"/>
                  </a:lnTo>
                  <a:lnTo>
                    <a:pt x="1901028" y="4070433"/>
                  </a:lnTo>
                  <a:lnTo>
                    <a:pt x="1901028" y="4065154"/>
                  </a:lnTo>
                  <a:lnTo>
                    <a:pt x="1901216" y="4065154"/>
                  </a:lnTo>
                  <a:lnTo>
                    <a:pt x="1901404" y="4065154"/>
                  </a:lnTo>
                  <a:lnTo>
                    <a:pt x="1901592" y="4059875"/>
                  </a:lnTo>
                  <a:lnTo>
                    <a:pt x="1901968" y="4059875"/>
                  </a:lnTo>
                  <a:lnTo>
                    <a:pt x="1902062" y="4059875"/>
                  </a:lnTo>
                  <a:lnTo>
                    <a:pt x="1902156" y="4059875"/>
                  </a:lnTo>
                  <a:lnTo>
                    <a:pt x="1902250" y="4059875"/>
                  </a:lnTo>
                  <a:lnTo>
                    <a:pt x="1902720" y="4059875"/>
                  </a:lnTo>
                  <a:lnTo>
                    <a:pt x="1903002" y="4059875"/>
                  </a:lnTo>
                  <a:lnTo>
                    <a:pt x="1903096" y="4059875"/>
                  </a:lnTo>
                  <a:lnTo>
                    <a:pt x="1903190" y="4059875"/>
                  </a:lnTo>
                  <a:lnTo>
                    <a:pt x="1903285" y="4059875"/>
                  </a:lnTo>
                  <a:lnTo>
                    <a:pt x="1903473" y="4059875"/>
                  </a:lnTo>
                  <a:lnTo>
                    <a:pt x="1903567" y="4059875"/>
                  </a:lnTo>
                  <a:lnTo>
                    <a:pt x="1903661" y="4059875"/>
                  </a:lnTo>
                  <a:lnTo>
                    <a:pt x="1904789" y="4059875"/>
                  </a:lnTo>
                  <a:lnTo>
                    <a:pt x="1905071" y="4059875"/>
                  </a:lnTo>
                  <a:lnTo>
                    <a:pt x="1905165" y="4059875"/>
                  </a:lnTo>
                  <a:lnTo>
                    <a:pt x="1905259" y="4059875"/>
                  </a:lnTo>
                  <a:lnTo>
                    <a:pt x="1905353" y="4059875"/>
                  </a:lnTo>
                  <a:lnTo>
                    <a:pt x="1905447" y="4059875"/>
                  </a:lnTo>
                  <a:lnTo>
                    <a:pt x="1905823" y="4059875"/>
                  </a:lnTo>
                  <a:lnTo>
                    <a:pt x="1906011" y="4059875"/>
                  </a:lnTo>
                  <a:lnTo>
                    <a:pt x="1906481" y="4059875"/>
                  </a:lnTo>
                  <a:lnTo>
                    <a:pt x="1906575" y="4059875"/>
                  </a:lnTo>
                  <a:lnTo>
                    <a:pt x="1906669" y="4059875"/>
                  </a:lnTo>
                  <a:lnTo>
                    <a:pt x="1906764" y="4059875"/>
                  </a:lnTo>
                  <a:lnTo>
                    <a:pt x="1906858" y="4059875"/>
                  </a:lnTo>
                  <a:lnTo>
                    <a:pt x="1906952" y="4059875"/>
                  </a:lnTo>
                  <a:lnTo>
                    <a:pt x="1907234" y="4059875"/>
                  </a:lnTo>
                  <a:lnTo>
                    <a:pt x="1907798" y="4059875"/>
                  </a:lnTo>
                  <a:lnTo>
                    <a:pt x="1907892" y="4059875"/>
                  </a:lnTo>
                  <a:lnTo>
                    <a:pt x="1908174" y="4059875"/>
                  </a:lnTo>
                  <a:lnTo>
                    <a:pt x="1908362" y="4059875"/>
                  </a:lnTo>
                  <a:lnTo>
                    <a:pt x="1908926" y="4059875"/>
                  </a:lnTo>
                  <a:lnTo>
                    <a:pt x="1909114" y="4059875"/>
                  </a:lnTo>
                  <a:lnTo>
                    <a:pt x="1909302" y="4059875"/>
                  </a:lnTo>
                  <a:lnTo>
                    <a:pt x="1909396" y="4059875"/>
                  </a:lnTo>
                  <a:lnTo>
                    <a:pt x="1909584" y="4059875"/>
                  </a:lnTo>
                  <a:lnTo>
                    <a:pt x="1909678" y="4059875"/>
                  </a:lnTo>
                  <a:lnTo>
                    <a:pt x="1910054" y="4054595"/>
                  </a:lnTo>
                  <a:lnTo>
                    <a:pt x="1910337" y="4054595"/>
                  </a:lnTo>
                  <a:lnTo>
                    <a:pt x="1910525" y="4054595"/>
                  </a:lnTo>
                  <a:lnTo>
                    <a:pt x="1910619" y="4054595"/>
                  </a:lnTo>
                  <a:lnTo>
                    <a:pt x="1910713" y="4054595"/>
                  </a:lnTo>
                  <a:lnTo>
                    <a:pt x="1910807" y="4054595"/>
                  </a:lnTo>
                  <a:lnTo>
                    <a:pt x="1910995" y="4049316"/>
                  </a:lnTo>
                  <a:lnTo>
                    <a:pt x="1911465" y="4044036"/>
                  </a:lnTo>
                  <a:lnTo>
                    <a:pt x="1911559" y="4044036"/>
                  </a:lnTo>
                  <a:lnTo>
                    <a:pt x="1911747" y="4044036"/>
                  </a:lnTo>
                  <a:lnTo>
                    <a:pt x="1912029" y="4044036"/>
                  </a:lnTo>
                  <a:lnTo>
                    <a:pt x="1912311" y="4044036"/>
                  </a:lnTo>
                  <a:lnTo>
                    <a:pt x="1912499" y="4044036"/>
                  </a:lnTo>
                  <a:lnTo>
                    <a:pt x="1912687" y="4044036"/>
                  </a:lnTo>
                  <a:lnTo>
                    <a:pt x="1912875" y="4044036"/>
                  </a:lnTo>
                  <a:lnTo>
                    <a:pt x="1913063" y="4044036"/>
                  </a:lnTo>
                  <a:lnTo>
                    <a:pt x="1913157" y="4044036"/>
                  </a:lnTo>
                  <a:lnTo>
                    <a:pt x="1913439" y="4044036"/>
                  </a:lnTo>
                  <a:lnTo>
                    <a:pt x="1913627" y="4044036"/>
                  </a:lnTo>
                  <a:lnTo>
                    <a:pt x="1913721" y="4044036"/>
                  </a:lnTo>
                  <a:lnTo>
                    <a:pt x="1913815" y="4044036"/>
                  </a:lnTo>
                  <a:lnTo>
                    <a:pt x="1913910" y="4044036"/>
                  </a:lnTo>
                  <a:lnTo>
                    <a:pt x="1914004" y="4044036"/>
                  </a:lnTo>
                  <a:lnTo>
                    <a:pt x="1914662" y="4044036"/>
                  </a:lnTo>
                  <a:lnTo>
                    <a:pt x="1914850" y="4044036"/>
                  </a:lnTo>
                  <a:lnTo>
                    <a:pt x="1915226" y="4044036"/>
                  </a:lnTo>
                  <a:lnTo>
                    <a:pt x="1915320" y="4044036"/>
                  </a:lnTo>
                  <a:lnTo>
                    <a:pt x="1915602" y="4044036"/>
                  </a:lnTo>
                  <a:lnTo>
                    <a:pt x="1915602" y="4038757"/>
                  </a:lnTo>
                  <a:lnTo>
                    <a:pt x="1915884" y="4038757"/>
                  </a:lnTo>
                  <a:lnTo>
                    <a:pt x="1915978" y="4038757"/>
                  </a:lnTo>
                  <a:lnTo>
                    <a:pt x="1916166" y="4038757"/>
                  </a:lnTo>
                  <a:lnTo>
                    <a:pt x="1916260" y="4038757"/>
                  </a:lnTo>
                  <a:lnTo>
                    <a:pt x="1916542" y="4038757"/>
                  </a:lnTo>
                  <a:lnTo>
                    <a:pt x="1916730" y="4038757"/>
                  </a:lnTo>
                  <a:lnTo>
                    <a:pt x="1916824" y="4038757"/>
                  </a:lnTo>
                  <a:lnTo>
                    <a:pt x="1916918" y="4038757"/>
                  </a:lnTo>
                  <a:lnTo>
                    <a:pt x="1917106" y="4038757"/>
                  </a:lnTo>
                  <a:lnTo>
                    <a:pt x="1917200" y="4038757"/>
                  </a:lnTo>
                  <a:lnTo>
                    <a:pt x="1918047" y="4038757"/>
                  </a:lnTo>
                  <a:lnTo>
                    <a:pt x="1918235" y="4038757"/>
                  </a:lnTo>
                  <a:lnTo>
                    <a:pt x="1918329" y="4038757"/>
                  </a:lnTo>
                  <a:lnTo>
                    <a:pt x="1918423" y="4038757"/>
                  </a:lnTo>
                  <a:lnTo>
                    <a:pt x="1918517" y="4038757"/>
                  </a:lnTo>
                  <a:lnTo>
                    <a:pt x="1918705" y="4038757"/>
                  </a:lnTo>
                  <a:lnTo>
                    <a:pt x="1919081" y="4038757"/>
                  </a:lnTo>
                  <a:lnTo>
                    <a:pt x="1919551" y="4038757"/>
                  </a:lnTo>
                  <a:lnTo>
                    <a:pt x="1919645" y="4038757"/>
                  </a:lnTo>
                  <a:lnTo>
                    <a:pt x="1919833" y="4038757"/>
                  </a:lnTo>
                  <a:lnTo>
                    <a:pt x="1919927" y="4033477"/>
                  </a:lnTo>
                  <a:lnTo>
                    <a:pt x="1920209" y="4033477"/>
                  </a:lnTo>
                  <a:lnTo>
                    <a:pt x="1920303" y="4033477"/>
                  </a:lnTo>
                  <a:lnTo>
                    <a:pt x="1920397" y="4033477"/>
                  </a:lnTo>
                  <a:lnTo>
                    <a:pt x="1920491" y="4033477"/>
                  </a:lnTo>
                  <a:lnTo>
                    <a:pt x="1920585" y="4033477"/>
                  </a:lnTo>
                  <a:lnTo>
                    <a:pt x="1920773" y="4033477"/>
                  </a:lnTo>
                  <a:lnTo>
                    <a:pt x="1920962" y="4033477"/>
                  </a:lnTo>
                  <a:lnTo>
                    <a:pt x="1921244" y="4033477"/>
                  </a:lnTo>
                  <a:lnTo>
                    <a:pt x="1921526" y="4033477"/>
                  </a:lnTo>
                  <a:lnTo>
                    <a:pt x="1921714" y="4033477"/>
                  </a:lnTo>
                  <a:lnTo>
                    <a:pt x="1921902" y="4033477"/>
                  </a:lnTo>
                  <a:lnTo>
                    <a:pt x="1921996" y="4033477"/>
                  </a:lnTo>
                  <a:lnTo>
                    <a:pt x="1922372" y="4033477"/>
                  </a:lnTo>
                  <a:lnTo>
                    <a:pt x="1922466" y="4033477"/>
                  </a:lnTo>
                  <a:lnTo>
                    <a:pt x="1922842" y="4033477"/>
                  </a:lnTo>
                  <a:lnTo>
                    <a:pt x="1922936" y="4033477"/>
                  </a:lnTo>
                  <a:lnTo>
                    <a:pt x="1923030" y="4033477"/>
                  </a:lnTo>
                  <a:lnTo>
                    <a:pt x="1923124" y="4033477"/>
                  </a:lnTo>
                  <a:lnTo>
                    <a:pt x="1923312" y="4033477"/>
                  </a:lnTo>
                  <a:lnTo>
                    <a:pt x="1923406" y="4033477"/>
                  </a:lnTo>
                  <a:lnTo>
                    <a:pt x="1923500" y="4033477"/>
                  </a:lnTo>
                  <a:lnTo>
                    <a:pt x="1923594" y="4033477"/>
                  </a:lnTo>
                  <a:lnTo>
                    <a:pt x="1923782" y="4033477"/>
                  </a:lnTo>
                  <a:lnTo>
                    <a:pt x="1923970" y="4033477"/>
                  </a:lnTo>
                  <a:lnTo>
                    <a:pt x="1924158" y="4033477"/>
                  </a:lnTo>
                  <a:lnTo>
                    <a:pt x="1924252" y="4033477"/>
                  </a:lnTo>
                  <a:lnTo>
                    <a:pt x="1924440" y="4033477"/>
                  </a:lnTo>
                  <a:lnTo>
                    <a:pt x="1924629" y="4033477"/>
                  </a:lnTo>
                  <a:lnTo>
                    <a:pt x="1924723" y="4033477"/>
                  </a:lnTo>
                  <a:lnTo>
                    <a:pt x="1924817" y="4033477"/>
                  </a:lnTo>
                  <a:lnTo>
                    <a:pt x="1925005" y="4033477"/>
                  </a:lnTo>
                  <a:lnTo>
                    <a:pt x="1925099" y="4033477"/>
                  </a:lnTo>
                  <a:lnTo>
                    <a:pt x="1925381" y="4033477"/>
                  </a:lnTo>
                  <a:lnTo>
                    <a:pt x="1925663" y="4033477"/>
                  </a:lnTo>
                  <a:lnTo>
                    <a:pt x="1925757" y="4033477"/>
                  </a:lnTo>
                  <a:lnTo>
                    <a:pt x="1925945" y="4033477"/>
                  </a:lnTo>
                  <a:lnTo>
                    <a:pt x="1926133" y="4033477"/>
                  </a:lnTo>
                  <a:lnTo>
                    <a:pt x="1926321" y="4033477"/>
                  </a:lnTo>
                  <a:lnTo>
                    <a:pt x="1926415" y="4033477"/>
                  </a:lnTo>
                  <a:lnTo>
                    <a:pt x="1926603" y="4033477"/>
                  </a:lnTo>
                  <a:lnTo>
                    <a:pt x="1926697" y="4033477"/>
                  </a:lnTo>
                  <a:lnTo>
                    <a:pt x="1926885" y="4033477"/>
                  </a:lnTo>
                  <a:lnTo>
                    <a:pt x="1927073" y="4033477"/>
                  </a:lnTo>
                  <a:lnTo>
                    <a:pt x="1927637" y="4033477"/>
                  </a:lnTo>
                  <a:lnTo>
                    <a:pt x="1928013" y="4033477"/>
                  </a:lnTo>
                  <a:lnTo>
                    <a:pt x="1928108" y="4033477"/>
                  </a:lnTo>
                  <a:lnTo>
                    <a:pt x="1928296" y="4033477"/>
                  </a:lnTo>
                  <a:lnTo>
                    <a:pt x="1928860" y="4033477"/>
                  </a:lnTo>
                  <a:lnTo>
                    <a:pt x="1929424" y="4033477"/>
                  </a:lnTo>
                  <a:lnTo>
                    <a:pt x="1929518" y="4033477"/>
                  </a:lnTo>
                  <a:lnTo>
                    <a:pt x="1929612" y="4033477"/>
                  </a:lnTo>
                  <a:lnTo>
                    <a:pt x="1930176" y="4033477"/>
                  </a:lnTo>
                  <a:lnTo>
                    <a:pt x="1931022" y="4033477"/>
                  </a:lnTo>
                  <a:lnTo>
                    <a:pt x="1931116" y="4033477"/>
                  </a:lnTo>
                  <a:lnTo>
                    <a:pt x="1931210" y="4033477"/>
                  </a:lnTo>
                  <a:lnTo>
                    <a:pt x="1931304" y="4033477"/>
                  </a:lnTo>
                  <a:lnTo>
                    <a:pt x="1931398" y="4033477"/>
                  </a:lnTo>
                  <a:lnTo>
                    <a:pt x="1931681" y="4033477"/>
                  </a:lnTo>
                  <a:lnTo>
                    <a:pt x="1931869" y="4033477"/>
                  </a:lnTo>
                  <a:lnTo>
                    <a:pt x="1931963" y="4033477"/>
                  </a:lnTo>
                  <a:lnTo>
                    <a:pt x="1932527" y="4033477"/>
                  </a:lnTo>
                  <a:lnTo>
                    <a:pt x="1932715" y="4033477"/>
                  </a:lnTo>
                  <a:lnTo>
                    <a:pt x="1932809" y="4033477"/>
                  </a:lnTo>
                  <a:lnTo>
                    <a:pt x="1932997" y="4033477"/>
                  </a:lnTo>
                  <a:lnTo>
                    <a:pt x="1933185" y="4033477"/>
                  </a:lnTo>
                  <a:lnTo>
                    <a:pt x="1933561" y="4033477"/>
                  </a:lnTo>
                  <a:lnTo>
                    <a:pt x="1933655" y="4033477"/>
                  </a:lnTo>
                  <a:lnTo>
                    <a:pt x="1934125" y="4033477"/>
                  </a:lnTo>
                  <a:lnTo>
                    <a:pt x="1934219" y="4033477"/>
                  </a:lnTo>
                  <a:lnTo>
                    <a:pt x="1934595" y="4028198"/>
                  </a:lnTo>
                  <a:lnTo>
                    <a:pt x="1934689" y="4028198"/>
                  </a:lnTo>
                  <a:lnTo>
                    <a:pt x="1934877" y="4022919"/>
                  </a:lnTo>
                  <a:lnTo>
                    <a:pt x="1934971" y="4022919"/>
                  </a:lnTo>
                  <a:lnTo>
                    <a:pt x="1935160" y="4022919"/>
                  </a:lnTo>
                  <a:lnTo>
                    <a:pt x="1935254" y="4022919"/>
                  </a:lnTo>
                  <a:lnTo>
                    <a:pt x="1935630" y="4022919"/>
                  </a:lnTo>
                  <a:lnTo>
                    <a:pt x="1936100" y="4022919"/>
                  </a:lnTo>
                  <a:lnTo>
                    <a:pt x="1936476" y="4022919"/>
                  </a:lnTo>
                  <a:lnTo>
                    <a:pt x="1936570" y="4022919"/>
                  </a:lnTo>
                  <a:lnTo>
                    <a:pt x="1936664" y="4022919"/>
                  </a:lnTo>
                  <a:lnTo>
                    <a:pt x="1936758" y="4022919"/>
                  </a:lnTo>
                  <a:lnTo>
                    <a:pt x="1937510" y="4022919"/>
                  </a:lnTo>
                  <a:lnTo>
                    <a:pt x="1937604" y="4022919"/>
                  </a:lnTo>
                  <a:lnTo>
                    <a:pt x="1937792" y="4022919"/>
                  </a:lnTo>
                  <a:lnTo>
                    <a:pt x="1937886" y="4022919"/>
                  </a:lnTo>
                  <a:lnTo>
                    <a:pt x="1937980" y="4022919"/>
                  </a:lnTo>
                  <a:lnTo>
                    <a:pt x="1938733" y="4022919"/>
                  </a:lnTo>
                  <a:lnTo>
                    <a:pt x="1938921" y="4022919"/>
                  </a:lnTo>
                  <a:lnTo>
                    <a:pt x="1939015" y="4022919"/>
                  </a:lnTo>
                  <a:lnTo>
                    <a:pt x="1939109" y="4022919"/>
                  </a:lnTo>
                  <a:lnTo>
                    <a:pt x="1939297" y="4022919"/>
                  </a:lnTo>
                  <a:lnTo>
                    <a:pt x="1939391" y="4017639"/>
                  </a:lnTo>
                  <a:lnTo>
                    <a:pt x="1939579" y="4017639"/>
                  </a:lnTo>
                  <a:lnTo>
                    <a:pt x="1939673" y="4017639"/>
                  </a:lnTo>
                  <a:lnTo>
                    <a:pt x="1939673" y="4012360"/>
                  </a:lnTo>
                  <a:lnTo>
                    <a:pt x="1939767" y="4012360"/>
                  </a:lnTo>
                  <a:lnTo>
                    <a:pt x="1940519" y="4012360"/>
                  </a:lnTo>
                  <a:lnTo>
                    <a:pt x="1940707" y="4012360"/>
                  </a:lnTo>
                  <a:lnTo>
                    <a:pt x="1940801" y="4012360"/>
                  </a:lnTo>
                  <a:lnTo>
                    <a:pt x="1940989" y="4012360"/>
                  </a:lnTo>
                  <a:lnTo>
                    <a:pt x="1941365" y="4012360"/>
                  </a:lnTo>
                  <a:lnTo>
                    <a:pt x="1941459" y="4012360"/>
                  </a:lnTo>
                  <a:lnTo>
                    <a:pt x="1941647" y="4012360"/>
                  </a:lnTo>
                  <a:lnTo>
                    <a:pt x="1941835" y="4012360"/>
                  </a:lnTo>
                  <a:lnTo>
                    <a:pt x="1942117" y="4012360"/>
                  </a:lnTo>
                  <a:lnTo>
                    <a:pt x="1942494" y="4012360"/>
                  </a:lnTo>
                  <a:lnTo>
                    <a:pt x="1942870" y="4012360"/>
                  </a:lnTo>
                  <a:lnTo>
                    <a:pt x="1943058" y="4012360"/>
                  </a:lnTo>
                  <a:lnTo>
                    <a:pt x="1943152" y="4012360"/>
                  </a:lnTo>
                  <a:lnTo>
                    <a:pt x="1943246" y="4012360"/>
                  </a:lnTo>
                  <a:lnTo>
                    <a:pt x="1943340" y="4012360"/>
                  </a:lnTo>
                  <a:lnTo>
                    <a:pt x="1943528" y="4012360"/>
                  </a:lnTo>
                  <a:lnTo>
                    <a:pt x="1943622" y="4012360"/>
                  </a:lnTo>
                  <a:lnTo>
                    <a:pt x="1943716" y="4012360"/>
                  </a:lnTo>
                  <a:lnTo>
                    <a:pt x="1943998" y="4012360"/>
                  </a:lnTo>
                  <a:lnTo>
                    <a:pt x="1944374" y="4012360"/>
                  </a:lnTo>
                  <a:lnTo>
                    <a:pt x="1944562" y="4012360"/>
                  </a:lnTo>
                  <a:lnTo>
                    <a:pt x="1944656" y="4012360"/>
                  </a:lnTo>
                  <a:lnTo>
                    <a:pt x="1944938" y="4012360"/>
                  </a:lnTo>
                  <a:lnTo>
                    <a:pt x="1945502" y="4012360"/>
                  </a:lnTo>
                  <a:lnTo>
                    <a:pt x="1945690" y="4012360"/>
                  </a:lnTo>
                  <a:lnTo>
                    <a:pt x="1945785" y="4012360"/>
                  </a:lnTo>
                  <a:lnTo>
                    <a:pt x="1945879" y="4012360"/>
                  </a:lnTo>
                  <a:lnTo>
                    <a:pt x="1946161" y="4012360"/>
                  </a:lnTo>
                  <a:lnTo>
                    <a:pt x="1946255" y="4012360"/>
                  </a:lnTo>
                  <a:lnTo>
                    <a:pt x="1946349" y="4012360"/>
                  </a:lnTo>
                  <a:lnTo>
                    <a:pt x="1946537" y="4012360"/>
                  </a:lnTo>
                  <a:lnTo>
                    <a:pt x="1946631" y="4012360"/>
                  </a:lnTo>
                  <a:lnTo>
                    <a:pt x="1946725" y="4012360"/>
                  </a:lnTo>
                  <a:lnTo>
                    <a:pt x="1946819" y="4012360"/>
                  </a:lnTo>
                  <a:lnTo>
                    <a:pt x="1946913" y="4012360"/>
                  </a:lnTo>
                  <a:lnTo>
                    <a:pt x="1947007" y="4012360"/>
                  </a:lnTo>
                  <a:lnTo>
                    <a:pt x="1947289" y="4012360"/>
                  </a:lnTo>
                  <a:lnTo>
                    <a:pt x="1947477" y="4012360"/>
                  </a:lnTo>
                  <a:lnTo>
                    <a:pt x="1947759" y="4012360"/>
                  </a:lnTo>
                  <a:lnTo>
                    <a:pt x="1947853" y="4012360"/>
                  </a:lnTo>
                  <a:lnTo>
                    <a:pt x="1948041" y="4012360"/>
                  </a:lnTo>
                  <a:lnTo>
                    <a:pt x="1948229" y="4012360"/>
                  </a:lnTo>
                  <a:lnTo>
                    <a:pt x="1948323" y="4012360"/>
                  </a:lnTo>
                  <a:lnTo>
                    <a:pt x="1948605" y="4012360"/>
                  </a:lnTo>
                  <a:lnTo>
                    <a:pt x="1948699" y="4012360"/>
                  </a:lnTo>
                  <a:lnTo>
                    <a:pt x="1948793" y="4012360"/>
                  </a:lnTo>
                  <a:lnTo>
                    <a:pt x="1948981" y="4012360"/>
                  </a:lnTo>
                  <a:lnTo>
                    <a:pt x="1949546" y="4012360"/>
                  </a:lnTo>
                  <a:lnTo>
                    <a:pt x="1949640" y="4012360"/>
                  </a:lnTo>
                  <a:lnTo>
                    <a:pt x="1949828" y="4012360"/>
                  </a:lnTo>
                  <a:lnTo>
                    <a:pt x="1949922" y="4012360"/>
                  </a:lnTo>
                  <a:lnTo>
                    <a:pt x="1950016" y="4012360"/>
                  </a:lnTo>
                  <a:lnTo>
                    <a:pt x="1950110" y="4012360"/>
                  </a:lnTo>
                  <a:lnTo>
                    <a:pt x="1950204" y="4012360"/>
                  </a:lnTo>
                  <a:lnTo>
                    <a:pt x="1950298" y="4012360"/>
                  </a:lnTo>
                  <a:lnTo>
                    <a:pt x="1950580" y="4012360"/>
                  </a:lnTo>
                  <a:lnTo>
                    <a:pt x="1950862" y="4012360"/>
                  </a:lnTo>
                  <a:lnTo>
                    <a:pt x="1951050" y="4012360"/>
                  </a:lnTo>
                  <a:lnTo>
                    <a:pt x="1951144" y="4012360"/>
                  </a:lnTo>
                  <a:lnTo>
                    <a:pt x="1951426" y="4012360"/>
                  </a:lnTo>
                  <a:lnTo>
                    <a:pt x="1951896" y="4012360"/>
                  </a:lnTo>
                  <a:lnTo>
                    <a:pt x="1951990" y="4012360"/>
                  </a:lnTo>
                  <a:lnTo>
                    <a:pt x="1952460" y="4007080"/>
                  </a:lnTo>
                  <a:lnTo>
                    <a:pt x="1952554" y="4007080"/>
                  </a:lnTo>
                  <a:lnTo>
                    <a:pt x="1952837" y="4007080"/>
                  </a:lnTo>
                  <a:lnTo>
                    <a:pt x="1952931" y="4007080"/>
                  </a:lnTo>
                  <a:lnTo>
                    <a:pt x="1953213" y="4007080"/>
                  </a:lnTo>
                  <a:lnTo>
                    <a:pt x="1953495" y="4007080"/>
                  </a:lnTo>
                  <a:lnTo>
                    <a:pt x="1953589" y="4007080"/>
                  </a:lnTo>
                  <a:lnTo>
                    <a:pt x="1953777" y="4007080"/>
                  </a:lnTo>
                  <a:lnTo>
                    <a:pt x="1953871" y="4007080"/>
                  </a:lnTo>
                  <a:lnTo>
                    <a:pt x="1953965" y="4007080"/>
                  </a:lnTo>
                  <a:lnTo>
                    <a:pt x="1954247" y="4007080"/>
                  </a:lnTo>
                  <a:lnTo>
                    <a:pt x="1954623" y="4007080"/>
                  </a:lnTo>
                  <a:lnTo>
                    <a:pt x="1954717" y="4007080"/>
                  </a:lnTo>
                  <a:lnTo>
                    <a:pt x="1954999" y="4007080"/>
                  </a:lnTo>
                  <a:lnTo>
                    <a:pt x="1955093" y="4007080"/>
                  </a:lnTo>
                  <a:lnTo>
                    <a:pt x="1955187" y="4007080"/>
                  </a:lnTo>
                  <a:lnTo>
                    <a:pt x="1955281" y="4007080"/>
                  </a:lnTo>
                  <a:lnTo>
                    <a:pt x="1955563" y="4007080"/>
                  </a:lnTo>
                  <a:lnTo>
                    <a:pt x="1955845" y="4007080"/>
                  </a:lnTo>
                  <a:lnTo>
                    <a:pt x="1955939" y="4007080"/>
                  </a:lnTo>
                  <a:lnTo>
                    <a:pt x="1956315" y="4007080"/>
                  </a:lnTo>
                  <a:lnTo>
                    <a:pt x="1956410" y="4007080"/>
                  </a:lnTo>
                  <a:lnTo>
                    <a:pt x="1956504" y="4007080"/>
                  </a:lnTo>
                  <a:lnTo>
                    <a:pt x="1956598" y="4007080"/>
                  </a:lnTo>
                  <a:lnTo>
                    <a:pt x="1956786" y="4007080"/>
                  </a:lnTo>
                  <a:lnTo>
                    <a:pt x="1956880" y="4007080"/>
                  </a:lnTo>
                  <a:lnTo>
                    <a:pt x="1958008" y="4007080"/>
                  </a:lnTo>
                  <a:lnTo>
                    <a:pt x="1958102" y="4007080"/>
                  </a:lnTo>
                  <a:lnTo>
                    <a:pt x="1958196" y="4007080"/>
                  </a:lnTo>
                  <a:lnTo>
                    <a:pt x="1958290" y="4007080"/>
                  </a:lnTo>
                  <a:lnTo>
                    <a:pt x="1958384" y="4007080"/>
                  </a:lnTo>
                  <a:lnTo>
                    <a:pt x="1958478" y="4007080"/>
                  </a:lnTo>
                  <a:lnTo>
                    <a:pt x="1958572" y="4007080"/>
                  </a:lnTo>
                  <a:lnTo>
                    <a:pt x="1958760" y="4007080"/>
                  </a:lnTo>
                  <a:lnTo>
                    <a:pt x="1958854" y="4007080"/>
                  </a:lnTo>
                  <a:lnTo>
                    <a:pt x="1958948" y="4007080"/>
                  </a:lnTo>
                  <a:lnTo>
                    <a:pt x="1959042" y="4007080"/>
                  </a:lnTo>
                  <a:lnTo>
                    <a:pt x="1959230" y="4007080"/>
                  </a:lnTo>
                  <a:lnTo>
                    <a:pt x="1959606" y="4007080"/>
                  </a:lnTo>
                  <a:lnTo>
                    <a:pt x="1959700" y="4007080"/>
                  </a:lnTo>
                  <a:lnTo>
                    <a:pt x="1960265" y="4007080"/>
                  </a:lnTo>
                  <a:lnTo>
                    <a:pt x="1960547" y="4007080"/>
                  </a:lnTo>
                  <a:lnTo>
                    <a:pt x="1960547" y="4001801"/>
                  </a:lnTo>
                  <a:lnTo>
                    <a:pt x="1960735" y="4001801"/>
                  </a:lnTo>
                  <a:lnTo>
                    <a:pt x="1960829" y="4001801"/>
                  </a:lnTo>
                  <a:lnTo>
                    <a:pt x="1961111" y="4001801"/>
                  </a:lnTo>
                  <a:lnTo>
                    <a:pt x="1961205" y="4001801"/>
                  </a:lnTo>
                  <a:lnTo>
                    <a:pt x="1961299" y="4001801"/>
                  </a:lnTo>
                  <a:lnTo>
                    <a:pt x="1961393" y="4001801"/>
                  </a:lnTo>
                  <a:lnTo>
                    <a:pt x="1961487" y="4001801"/>
                  </a:lnTo>
                  <a:lnTo>
                    <a:pt x="1961675" y="4001801"/>
                  </a:lnTo>
                  <a:lnTo>
                    <a:pt x="1961957" y="4001801"/>
                  </a:lnTo>
                  <a:lnTo>
                    <a:pt x="1962051" y="4001801"/>
                  </a:lnTo>
                  <a:lnTo>
                    <a:pt x="1962145" y="4001801"/>
                  </a:lnTo>
                  <a:lnTo>
                    <a:pt x="1962239" y="4001801"/>
                  </a:lnTo>
                  <a:lnTo>
                    <a:pt x="1962333" y="4001801"/>
                  </a:lnTo>
                  <a:lnTo>
                    <a:pt x="1962615" y="4001801"/>
                  </a:lnTo>
                  <a:lnTo>
                    <a:pt x="1962709" y="4001801"/>
                  </a:lnTo>
                  <a:lnTo>
                    <a:pt x="1963085" y="3996521"/>
                  </a:lnTo>
                  <a:lnTo>
                    <a:pt x="1963273" y="3996521"/>
                  </a:lnTo>
                  <a:lnTo>
                    <a:pt x="1963367" y="3996521"/>
                  </a:lnTo>
                  <a:lnTo>
                    <a:pt x="1963461" y="3996521"/>
                  </a:lnTo>
                  <a:lnTo>
                    <a:pt x="1963650" y="3996521"/>
                  </a:lnTo>
                  <a:lnTo>
                    <a:pt x="1963932" y="3996521"/>
                  </a:lnTo>
                  <a:lnTo>
                    <a:pt x="1964308" y="3996521"/>
                  </a:lnTo>
                  <a:lnTo>
                    <a:pt x="1964496" y="3996521"/>
                  </a:lnTo>
                  <a:lnTo>
                    <a:pt x="1964590" y="3996521"/>
                  </a:lnTo>
                  <a:lnTo>
                    <a:pt x="1964778" y="3996521"/>
                  </a:lnTo>
                  <a:lnTo>
                    <a:pt x="1964966" y="3996521"/>
                  </a:lnTo>
                  <a:lnTo>
                    <a:pt x="1965248" y="3996521"/>
                  </a:lnTo>
                  <a:lnTo>
                    <a:pt x="1965436" y="3996521"/>
                  </a:lnTo>
                  <a:lnTo>
                    <a:pt x="1965530" y="3996521"/>
                  </a:lnTo>
                  <a:lnTo>
                    <a:pt x="1965624" y="3996521"/>
                  </a:lnTo>
                  <a:lnTo>
                    <a:pt x="1965812" y="3996521"/>
                  </a:lnTo>
                  <a:lnTo>
                    <a:pt x="1966282" y="3996521"/>
                  </a:lnTo>
                  <a:lnTo>
                    <a:pt x="1966282" y="3991242"/>
                  </a:lnTo>
                  <a:lnTo>
                    <a:pt x="1966470" y="3991242"/>
                  </a:lnTo>
                  <a:lnTo>
                    <a:pt x="1966564" y="3991242"/>
                  </a:lnTo>
                  <a:lnTo>
                    <a:pt x="1966658" y="3991242"/>
                  </a:lnTo>
                  <a:lnTo>
                    <a:pt x="1966752" y="3991242"/>
                  </a:lnTo>
                  <a:lnTo>
                    <a:pt x="1967035" y="3991242"/>
                  </a:lnTo>
                  <a:lnTo>
                    <a:pt x="1967411" y="3991242"/>
                  </a:lnTo>
                  <a:lnTo>
                    <a:pt x="1967599" y="3991242"/>
                  </a:lnTo>
                  <a:lnTo>
                    <a:pt x="1967881" y="3991242"/>
                  </a:lnTo>
                  <a:lnTo>
                    <a:pt x="1967975" y="3991242"/>
                  </a:lnTo>
                  <a:lnTo>
                    <a:pt x="1968069" y="3991242"/>
                  </a:lnTo>
                  <a:lnTo>
                    <a:pt x="1968445" y="3991242"/>
                  </a:lnTo>
                  <a:lnTo>
                    <a:pt x="1968539" y="3991242"/>
                  </a:lnTo>
                  <a:lnTo>
                    <a:pt x="1968633" y="3985963"/>
                  </a:lnTo>
                  <a:lnTo>
                    <a:pt x="1968727" y="3985963"/>
                  </a:lnTo>
                  <a:lnTo>
                    <a:pt x="1968821" y="3985963"/>
                  </a:lnTo>
                  <a:lnTo>
                    <a:pt x="1969009" y="3985963"/>
                  </a:lnTo>
                  <a:lnTo>
                    <a:pt x="1969103" y="3985963"/>
                  </a:lnTo>
                  <a:lnTo>
                    <a:pt x="1969291" y="3985963"/>
                  </a:lnTo>
                  <a:lnTo>
                    <a:pt x="1969385" y="3985963"/>
                  </a:lnTo>
                  <a:lnTo>
                    <a:pt x="1969479" y="3985963"/>
                  </a:lnTo>
                  <a:lnTo>
                    <a:pt x="1970513" y="3985963"/>
                  </a:lnTo>
                  <a:lnTo>
                    <a:pt x="1970608" y="3985963"/>
                  </a:lnTo>
                  <a:lnTo>
                    <a:pt x="1970702" y="3985963"/>
                  </a:lnTo>
                  <a:lnTo>
                    <a:pt x="1970890" y="3985963"/>
                  </a:lnTo>
                  <a:lnTo>
                    <a:pt x="1970984" y="3985963"/>
                  </a:lnTo>
                  <a:lnTo>
                    <a:pt x="1971172" y="3985963"/>
                  </a:lnTo>
                  <a:lnTo>
                    <a:pt x="1971266" y="3985963"/>
                  </a:lnTo>
                  <a:lnTo>
                    <a:pt x="1971360" y="3985963"/>
                  </a:lnTo>
                  <a:lnTo>
                    <a:pt x="1971454" y="3985963"/>
                  </a:lnTo>
                  <a:lnTo>
                    <a:pt x="1971736" y="3985963"/>
                  </a:lnTo>
                  <a:lnTo>
                    <a:pt x="1971924" y="3985963"/>
                  </a:lnTo>
                  <a:lnTo>
                    <a:pt x="1972018" y="3985963"/>
                  </a:lnTo>
                  <a:lnTo>
                    <a:pt x="1972488" y="3985963"/>
                  </a:lnTo>
                  <a:lnTo>
                    <a:pt x="1972770" y="3985963"/>
                  </a:lnTo>
                  <a:lnTo>
                    <a:pt x="1973052" y="3985963"/>
                  </a:lnTo>
                  <a:lnTo>
                    <a:pt x="1973428" y="3985963"/>
                  </a:lnTo>
                  <a:lnTo>
                    <a:pt x="1973616" y="3985963"/>
                  </a:lnTo>
                  <a:lnTo>
                    <a:pt x="1973804" y="3985963"/>
                  </a:lnTo>
                  <a:lnTo>
                    <a:pt x="1973898" y="3985963"/>
                  </a:lnTo>
                  <a:lnTo>
                    <a:pt x="1973992" y="3985963"/>
                  </a:lnTo>
                  <a:lnTo>
                    <a:pt x="1974181" y="3985963"/>
                  </a:lnTo>
                  <a:lnTo>
                    <a:pt x="1974275" y="3985963"/>
                  </a:lnTo>
                  <a:lnTo>
                    <a:pt x="1974369" y="3985963"/>
                  </a:lnTo>
                  <a:lnTo>
                    <a:pt x="1974463" y="3985963"/>
                  </a:lnTo>
                  <a:lnTo>
                    <a:pt x="1974557" y="3985963"/>
                  </a:lnTo>
                  <a:lnTo>
                    <a:pt x="1974839" y="3985963"/>
                  </a:lnTo>
                  <a:lnTo>
                    <a:pt x="1975121" y="3985963"/>
                  </a:lnTo>
                  <a:lnTo>
                    <a:pt x="1975215" y="3985963"/>
                  </a:lnTo>
                  <a:lnTo>
                    <a:pt x="1975309" y="3985963"/>
                  </a:lnTo>
                  <a:lnTo>
                    <a:pt x="1976061" y="3985963"/>
                  </a:lnTo>
                  <a:lnTo>
                    <a:pt x="1976155" y="3985963"/>
                  </a:lnTo>
                  <a:lnTo>
                    <a:pt x="1976437" y="3985963"/>
                  </a:lnTo>
                  <a:lnTo>
                    <a:pt x="1976531" y="3985963"/>
                  </a:lnTo>
                  <a:lnTo>
                    <a:pt x="1976907" y="3980683"/>
                  </a:lnTo>
                  <a:lnTo>
                    <a:pt x="1977001" y="3980683"/>
                  </a:lnTo>
                  <a:lnTo>
                    <a:pt x="1977095" y="3980683"/>
                  </a:lnTo>
                  <a:lnTo>
                    <a:pt x="1977189" y="3980683"/>
                  </a:lnTo>
                  <a:lnTo>
                    <a:pt x="1977283" y="3980683"/>
                  </a:lnTo>
                  <a:lnTo>
                    <a:pt x="1977377" y="3980683"/>
                  </a:lnTo>
                  <a:lnTo>
                    <a:pt x="1977471" y="3980683"/>
                  </a:lnTo>
                  <a:lnTo>
                    <a:pt x="1977848" y="3980683"/>
                  </a:lnTo>
                  <a:lnTo>
                    <a:pt x="1977942" y="3980683"/>
                  </a:lnTo>
                  <a:lnTo>
                    <a:pt x="1978224" y="3980683"/>
                  </a:lnTo>
                  <a:lnTo>
                    <a:pt x="1978412" y="3980683"/>
                  </a:lnTo>
                  <a:lnTo>
                    <a:pt x="1978600" y="3980683"/>
                  </a:lnTo>
                  <a:lnTo>
                    <a:pt x="1978694" y="3980683"/>
                  </a:lnTo>
                  <a:lnTo>
                    <a:pt x="1978788" y="3980683"/>
                  </a:lnTo>
                  <a:lnTo>
                    <a:pt x="1978788" y="3975404"/>
                  </a:lnTo>
                  <a:lnTo>
                    <a:pt x="1978882" y="3975404"/>
                  </a:lnTo>
                  <a:lnTo>
                    <a:pt x="1978976" y="3975404"/>
                  </a:lnTo>
                  <a:lnTo>
                    <a:pt x="1979258" y="3975404"/>
                  </a:lnTo>
                  <a:lnTo>
                    <a:pt x="1979446" y="3975404"/>
                  </a:lnTo>
                  <a:lnTo>
                    <a:pt x="1979540" y="3975404"/>
                  </a:lnTo>
                  <a:lnTo>
                    <a:pt x="1980856" y="3975404"/>
                  </a:lnTo>
                  <a:lnTo>
                    <a:pt x="1981233" y="3975404"/>
                  </a:lnTo>
                  <a:lnTo>
                    <a:pt x="1981327" y="3975404"/>
                  </a:lnTo>
                  <a:lnTo>
                    <a:pt x="1981421" y="3975404"/>
                  </a:lnTo>
                  <a:lnTo>
                    <a:pt x="1981515" y="3975404"/>
                  </a:lnTo>
                  <a:lnTo>
                    <a:pt x="1981703" y="3975404"/>
                  </a:lnTo>
                  <a:lnTo>
                    <a:pt x="1981891" y="3975404"/>
                  </a:lnTo>
                  <a:lnTo>
                    <a:pt x="1981985" y="3975404"/>
                  </a:lnTo>
                  <a:lnTo>
                    <a:pt x="1982079" y="3975404"/>
                  </a:lnTo>
                  <a:lnTo>
                    <a:pt x="1982267" y="3975404"/>
                  </a:lnTo>
                  <a:lnTo>
                    <a:pt x="1982361" y="3975404"/>
                  </a:lnTo>
                  <a:lnTo>
                    <a:pt x="1982549" y="3975404"/>
                  </a:lnTo>
                  <a:lnTo>
                    <a:pt x="1982831" y="3975404"/>
                  </a:lnTo>
                  <a:lnTo>
                    <a:pt x="1982925" y="3975404"/>
                  </a:lnTo>
                  <a:lnTo>
                    <a:pt x="1983301" y="3975404"/>
                  </a:lnTo>
                  <a:lnTo>
                    <a:pt x="1983395" y="3975404"/>
                  </a:lnTo>
                  <a:lnTo>
                    <a:pt x="1983489" y="3975404"/>
                  </a:lnTo>
                  <a:lnTo>
                    <a:pt x="1983583" y="3975404"/>
                  </a:lnTo>
                  <a:lnTo>
                    <a:pt x="1983677" y="3975404"/>
                  </a:lnTo>
                  <a:lnTo>
                    <a:pt x="1983771" y="3975404"/>
                  </a:lnTo>
                  <a:lnTo>
                    <a:pt x="1984053" y="3975404"/>
                  </a:lnTo>
                  <a:lnTo>
                    <a:pt x="1984241" y="3975404"/>
                  </a:lnTo>
                  <a:lnTo>
                    <a:pt x="1984429" y="3975404"/>
                  </a:lnTo>
                  <a:lnTo>
                    <a:pt x="1984900" y="3975404"/>
                  </a:lnTo>
                  <a:lnTo>
                    <a:pt x="1985558" y="3970124"/>
                  </a:lnTo>
                  <a:lnTo>
                    <a:pt x="1985652" y="3970124"/>
                  </a:lnTo>
                  <a:lnTo>
                    <a:pt x="1985746" y="3970124"/>
                  </a:lnTo>
                  <a:lnTo>
                    <a:pt x="1986122" y="3970124"/>
                  </a:lnTo>
                  <a:lnTo>
                    <a:pt x="1986404" y="3970124"/>
                  </a:lnTo>
                  <a:lnTo>
                    <a:pt x="1986780" y="3970124"/>
                  </a:lnTo>
                  <a:lnTo>
                    <a:pt x="1987250" y="3970124"/>
                  </a:lnTo>
                  <a:lnTo>
                    <a:pt x="1987344" y="3970124"/>
                  </a:lnTo>
                  <a:lnTo>
                    <a:pt x="1987438" y="3970124"/>
                  </a:lnTo>
                  <a:lnTo>
                    <a:pt x="1987814" y="3970124"/>
                  </a:lnTo>
                  <a:lnTo>
                    <a:pt x="1988002" y="3970124"/>
                  </a:lnTo>
                  <a:lnTo>
                    <a:pt x="1988096" y="3970124"/>
                  </a:lnTo>
                  <a:lnTo>
                    <a:pt x="1988190" y="3970124"/>
                  </a:lnTo>
                  <a:lnTo>
                    <a:pt x="1988285" y="3970124"/>
                  </a:lnTo>
                  <a:lnTo>
                    <a:pt x="1988379" y="3970124"/>
                  </a:lnTo>
                  <a:lnTo>
                    <a:pt x="1988473" y="3970124"/>
                  </a:lnTo>
                  <a:lnTo>
                    <a:pt x="1989319" y="3970124"/>
                  </a:lnTo>
                  <a:lnTo>
                    <a:pt x="1989413" y="3970124"/>
                  </a:lnTo>
                  <a:lnTo>
                    <a:pt x="1989789" y="3970124"/>
                  </a:lnTo>
                  <a:lnTo>
                    <a:pt x="1989883" y="3970124"/>
                  </a:lnTo>
                  <a:lnTo>
                    <a:pt x="1989977" y="3970124"/>
                  </a:lnTo>
                  <a:lnTo>
                    <a:pt x="1990071" y="3970124"/>
                  </a:lnTo>
                  <a:lnTo>
                    <a:pt x="1990635" y="3970124"/>
                  </a:lnTo>
                  <a:lnTo>
                    <a:pt x="1991011" y="3970124"/>
                  </a:lnTo>
                  <a:lnTo>
                    <a:pt x="1991105" y="3970124"/>
                  </a:lnTo>
                  <a:lnTo>
                    <a:pt x="1991199" y="3970124"/>
                  </a:lnTo>
                  <a:lnTo>
                    <a:pt x="1991293" y="3970124"/>
                  </a:lnTo>
                  <a:lnTo>
                    <a:pt x="1991669" y="3970124"/>
                  </a:lnTo>
                  <a:lnTo>
                    <a:pt x="1991952" y="3970124"/>
                  </a:lnTo>
                  <a:lnTo>
                    <a:pt x="1992046" y="3970124"/>
                  </a:lnTo>
                  <a:lnTo>
                    <a:pt x="1992140" y="3970124"/>
                  </a:lnTo>
                  <a:lnTo>
                    <a:pt x="1992328" y="3970124"/>
                  </a:lnTo>
                  <a:lnTo>
                    <a:pt x="1992516" y="3970124"/>
                  </a:lnTo>
                  <a:lnTo>
                    <a:pt x="1992892" y="3970124"/>
                  </a:lnTo>
                  <a:lnTo>
                    <a:pt x="1992986" y="3970124"/>
                  </a:lnTo>
                  <a:lnTo>
                    <a:pt x="1993268" y="3970124"/>
                  </a:lnTo>
                  <a:lnTo>
                    <a:pt x="1993362" y="3970124"/>
                  </a:lnTo>
                  <a:lnTo>
                    <a:pt x="1993550" y="3970124"/>
                  </a:lnTo>
                  <a:lnTo>
                    <a:pt x="1993832" y="3970124"/>
                  </a:lnTo>
                  <a:lnTo>
                    <a:pt x="1994114" y="3970124"/>
                  </a:lnTo>
                  <a:lnTo>
                    <a:pt x="1994208" y="3970124"/>
                  </a:lnTo>
                  <a:lnTo>
                    <a:pt x="1994302" y="3970124"/>
                  </a:lnTo>
                  <a:lnTo>
                    <a:pt x="1994396" y="3970124"/>
                  </a:lnTo>
                  <a:lnTo>
                    <a:pt x="1994490" y="3970124"/>
                  </a:lnTo>
                  <a:lnTo>
                    <a:pt x="1994678" y="3970124"/>
                  </a:lnTo>
                  <a:lnTo>
                    <a:pt x="1995054" y="3970124"/>
                  </a:lnTo>
                  <a:lnTo>
                    <a:pt x="1995619" y="3970124"/>
                  </a:lnTo>
                  <a:lnTo>
                    <a:pt x="1995901" y="3970124"/>
                  </a:lnTo>
                  <a:lnTo>
                    <a:pt x="1996089" y="3970124"/>
                  </a:lnTo>
                  <a:lnTo>
                    <a:pt x="1996371" y="3970124"/>
                  </a:lnTo>
                  <a:lnTo>
                    <a:pt x="1996465" y="3970124"/>
                  </a:lnTo>
                  <a:lnTo>
                    <a:pt x="1996653" y="3970124"/>
                  </a:lnTo>
                  <a:lnTo>
                    <a:pt x="1996747" y="3970124"/>
                  </a:lnTo>
                  <a:lnTo>
                    <a:pt x="1996841" y="3970124"/>
                  </a:lnTo>
                  <a:lnTo>
                    <a:pt x="1997029" y="3970124"/>
                  </a:lnTo>
                  <a:lnTo>
                    <a:pt x="1997217" y="3970124"/>
                  </a:lnTo>
                  <a:lnTo>
                    <a:pt x="1997311" y="3970124"/>
                  </a:lnTo>
                  <a:lnTo>
                    <a:pt x="1997405" y="3970124"/>
                  </a:lnTo>
                  <a:lnTo>
                    <a:pt x="1997499" y="3970124"/>
                  </a:lnTo>
                  <a:lnTo>
                    <a:pt x="1997593" y="3970124"/>
                  </a:lnTo>
                  <a:lnTo>
                    <a:pt x="1997875" y="3970124"/>
                  </a:lnTo>
                  <a:lnTo>
                    <a:pt x="1998063" y="3970124"/>
                  </a:lnTo>
                  <a:lnTo>
                    <a:pt x="1998157" y="3970124"/>
                  </a:lnTo>
                  <a:lnTo>
                    <a:pt x="1998251" y="3970124"/>
                  </a:lnTo>
                  <a:lnTo>
                    <a:pt x="1998345" y="3970124"/>
                  </a:lnTo>
                  <a:lnTo>
                    <a:pt x="1998721" y="3970124"/>
                  </a:lnTo>
                  <a:lnTo>
                    <a:pt x="1998815" y="3970124"/>
                  </a:lnTo>
                  <a:lnTo>
                    <a:pt x="1998910" y="3970124"/>
                  </a:lnTo>
                  <a:lnTo>
                    <a:pt x="1999098" y="3970124"/>
                  </a:lnTo>
                  <a:lnTo>
                    <a:pt x="1999286" y="3970124"/>
                  </a:lnTo>
                  <a:lnTo>
                    <a:pt x="1999380" y="3970124"/>
                  </a:lnTo>
                  <a:lnTo>
                    <a:pt x="1999474" y="3970124"/>
                  </a:lnTo>
                  <a:lnTo>
                    <a:pt x="1999662" y="3970124"/>
                  </a:lnTo>
                  <a:lnTo>
                    <a:pt x="1999756" y="3970124"/>
                  </a:lnTo>
                  <a:lnTo>
                    <a:pt x="1999944" y="3970124"/>
                  </a:lnTo>
                  <a:lnTo>
                    <a:pt x="2000226" y="3970124"/>
                  </a:lnTo>
                  <a:lnTo>
                    <a:pt x="2000602" y="3970124"/>
                  </a:lnTo>
                  <a:lnTo>
                    <a:pt x="2000696" y="3970124"/>
                  </a:lnTo>
                  <a:lnTo>
                    <a:pt x="2000790" y="3970124"/>
                  </a:lnTo>
                  <a:lnTo>
                    <a:pt x="2001166" y="3970124"/>
                  </a:lnTo>
                  <a:lnTo>
                    <a:pt x="2001260" y="3970124"/>
                  </a:lnTo>
                  <a:lnTo>
                    <a:pt x="2001730" y="3970124"/>
                  </a:lnTo>
                  <a:lnTo>
                    <a:pt x="2001824" y="3970124"/>
                  </a:lnTo>
                  <a:lnTo>
                    <a:pt x="2002106" y="3970124"/>
                  </a:lnTo>
                  <a:lnTo>
                    <a:pt x="2002765" y="3970124"/>
                  </a:lnTo>
                  <a:lnTo>
                    <a:pt x="2003047" y="3970124"/>
                  </a:lnTo>
                  <a:lnTo>
                    <a:pt x="2003141" y="3970124"/>
                  </a:lnTo>
                  <a:lnTo>
                    <a:pt x="2003235" y="3970124"/>
                  </a:lnTo>
                  <a:lnTo>
                    <a:pt x="2003329" y="3970124"/>
                  </a:lnTo>
                  <a:lnTo>
                    <a:pt x="2003423" y="3970124"/>
                  </a:lnTo>
                  <a:lnTo>
                    <a:pt x="2003611" y="3970124"/>
                  </a:lnTo>
                  <a:lnTo>
                    <a:pt x="2003705" y="3970124"/>
                  </a:lnTo>
                  <a:lnTo>
                    <a:pt x="2003799" y="3970124"/>
                  </a:lnTo>
                  <a:lnTo>
                    <a:pt x="2004081" y="3970124"/>
                  </a:lnTo>
                  <a:lnTo>
                    <a:pt x="2004363" y="3970124"/>
                  </a:lnTo>
                  <a:lnTo>
                    <a:pt x="2004833" y="3970124"/>
                  </a:lnTo>
                  <a:lnTo>
                    <a:pt x="2004927" y="3970124"/>
                  </a:lnTo>
                  <a:lnTo>
                    <a:pt x="2005021" y="3970124"/>
                  </a:lnTo>
                  <a:lnTo>
                    <a:pt x="2005209" y="3970124"/>
                  </a:lnTo>
                  <a:lnTo>
                    <a:pt x="2005303" y="3970124"/>
                  </a:lnTo>
                  <a:lnTo>
                    <a:pt x="2005397" y="3970124"/>
                  </a:lnTo>
                  <a:lnTo>
                    <a:pt x="2005491" y="3970124"/>
                  </a:lnTo>
                  <a:lnTo>
                    <a:pt x="2005773" y="3970124"/>
                  </a:lnTo>
                  <a:lnTo>
                    <a:pt x="2005867" y="3970124"/>
                  </a:lnTo>
                  <a:lnTo>
                    <a:pt x="2005867" y="3964845"/>
                  </a:lnTo>
                  <a:lnTo>
                    <a:pt x="2006056" y="3964845"/>
                  </a:lnTo>
                  <a:lnTo>
                    <a:pt x="2006150" y="3964845"/>
                  </a:lnTo>
                  <a:lnTo>
                    <a:pt x="2006526" y="3964845"/>
                  </a:lnTo>
                  <a:lnTo>
                    <a:pt x="2006714" y="3964845"/>
                  </a:lnTo>
                  <a:lnTo>
                    <a:pt x="2006902" y="3964845"/>
                  </a:lnTo>
                  <a:lnTo>
                    <a:pt x="2006996" y="3964845"/>
                  </a:lnTo>
                  <a:lnTo>
                    <a:pt x="2007842" y="3964845"/>
                  </a:lnTo>
                  <a:lnTo>
                    <a:pt x="2008218" y="3964845"/>
                  </a:lnTo>
                  <a:lnTo>
                    <a:pt x="2008312" y="3964845"/>
                  </a:lnTo>
                  <a:lnTo>
                    <a:pt x="2008500" y="3964845"/>
                  </a:lnTo>
                  <a:lnTo>
                    <a:pt x="2008688" y="3964845"/>
                  </a:lnTo>
                  <a:lnTo>
                    <a:pt x="2008970" y="3964845"/>
                  </a:lnTo>
                  <a:lnTo>
                    <a:pt x="2009064" y="3964845"/>
                  </a:lnTo>
                  <a:lnTo>
                    <a:pt x="2009158" y="3964845"/>
                  </a:lnTo>
                  <a:lnTo>
                    <a:pt x="2009723" y="3964845"/>
                  </a:lnTo>
                  <a:lnTo>
                    <a:pt x="2009817" y="3964845"/>
                  </a:lnTo>
                  <a:lnTo>
                    <a:pt x="2009911" y="3964845"/>
                  </a:lnTo>
                  <a:lnTo>
                    <a:pt x="2010005" y="3964845"/>
                  </a:lnTo>
                  <a:lnTo>
                    <a:pt x="2010381" y="3964845"/>
                  </a:lnTo>
                  <a:lnTo>
                    <a:pt x="2010475" y="3964845"/>
                  </a:lnTo>
                  <a:lnTo>
                    <a:pt x="2010569" y="3964845"/>
                  </a:lnTo>
                  <a:lnTo>
                    <a:pt x="2010663" y="3964845"/>
                  </a:lnTo>
                  <a:lnTo>
                    <a:pt x="2010757" y="3964845"/>
                  </a:lnTo>
                  <a:lnTo>
                    <a:pt x="2011415" y="3964845"/>
                  </a:lnTo>
                  <a:lnTo>
                    <a:pt x="2011509" y="3964845"/>
                  </a:lnTo>
                  <a:lnTo>
                    <a:pt x="2011791" y="3964845"/>
                  </a:lnTo>
                  <a:lnTo>
                    <a:pt x="2011885" y="3964845"/>
                  </a:lnTo>
                  <a:lnTo>
                    <a:pt x="2012073" y="3964845"/>
                  </a:lnTo>
                  <a:lnTo>
                    <a:pt x="2012167" y="3964845"/>
                  </a:lnTo>
                  <a:lnTo>
                    <a:pt x="2012449" y="3964845"/>
                  </a:lnTo>
                  <a:lnTo>
                    <a:pt x="2012543" y="3964845"/>
                  </a:lnTo>
                  <a:lnTo>
                    <a:pt x="2012825" y="3964845"/>
                  </a:lnTo>
                  <a:lnTo>
                    <a:pt x="2012919" y="3964845"/>
                  </a:lnTo>
                  <a:lnTo>
                    <a:pt x="2013202" y="3964845"/>
                  </a:lnTo>
                  <a:lnTo>
                    <a:pt x="2013296" y="3964845"/>
                  </a:lnTo>
                  <a:lnTo>
                    <a:pt x="2013390" y="3964845"/>
                  </a:lnTo>
                  <a:lnTo>
                    <a:pt x="2013484" y="3964845"/>
                  </a:lnTo>
                  <a:lnTo>
                    <a:pt x="2013672" y="3964845"/>
                  </a:lnTo>
                  <a:lnTo>
                    <a:pt x="2013860" y="3964845"/>
                  </a:lnTo>
                  <a:lnTo>
                    <a:pt x="2013954" y="3964845"/>
                  </a:lnTo>
                  <a:lnTo>
                    <a:pt x="2014706" y="3954286"/>
                  </a:lnTo>
                  <a:lnTo>
                    <a:pt x="2014988" y="3954286"/>
                  </a:lnTo>
                  <a:lnTo>
                    <a:pt x="2015176" y="3954286"/>
                  </a:lnTo>
                  <a:lnTo>
                    <a:pt x="2015458" y="3954286"/>
                  </a:lnTo>
                  <a:lnTo>
                    <a:pt x="2015646" y="3954286"/>
                  </a:lnTo>
                  <a:lnTo>
                    <a:pt x="2015834" y="3954286"/>
                  </a:lnTo>
                  <a:lnTo>
                    <a:pt x="2015928" y="3954286"/>
                  </a:lnTo>
                  <a:lnTo>
                    <a:pt x="2016022" y="3954286"/>
                  </a:lnTo>
                  <a:lnTo>
                    <a:pt x="2016210" y="3954286"/>
                  </a:lnTo>
                  <a:lnTo>
                    <a:pt x="2016398" y="3954286"/>
                  </a:lnTo>
                  <a:lnTo>
                    <a:pt x="2016492" y="3954286"/>
                  </a:lnTo>
                  <a:lnTo>
                    <a:pt x="2016681" y="3954286"/>
                  </a:lnTo>
                  <a:lnTo>
                    <a:pt x="2016775" y="3954286"/>
                  </a:lnTo>
                  <a:lnTo>
                    <a:pt x="2016869" y="3954286"/>
                  </a:lnTo>
                  <a:lnTo>
                    <a:pt x="2016963" y="3954286"/>
                  </a:lnTo>
                  <a:lnTo>
                    <a:pt x="2017057" y="3954286"/>
                  </a:lnTo>
                  <a:lnTo>
                    <a:pt x="2017151" y="3954286"/>
                  </a:lnTo>
                  <a:lnTo>
                    <a:pt x="2017245" y="3954286"/>
                  </a:lnTo>
                  <a:lnTo>
                    <a:pt x="2017433" y="3954286"/>
                  </a:lnTo>
                  <a:lnTo>
                    <a:pt x="2017621" y="3954286"/>
                  </a:lnTo>
                  <a:lnTo>
                    <a:pt x="2017715" y="3954286"/>
                  </a:lnTo>
                  <a:lnTo>
                    <a:pt x="2017809" y="3954286"/>
                  </a:lnTo>
                  <a:lnTo>
                    <a:pt x="2018373" y="3954286"/>
                  </a:lnTo>
                  <a:lnTo>
                    <a:pt x="2018467" y="3954286"/>
                  </a:lnTo>
                  <a:lnTo>
                    <a:pt x="2018843" y="3954286"/>
                  </a:lnTo>
                  <a:lnTo>
                    <a:pt x="2018937" y="3954286"/>
                  </a:lnTo>
                  <a:lnTo>
                    <a:pt x="2019031" y="3954286"/>
                  </a:lnTo>
                  <a:lnTo>
                    <a:pt x="2019125" y="3954286"/>
                  </a:lnTo>
                  <a:lnTo>
                    <a:pt x="2019313" y="3954286"/>
                  </a:lnTo>
                  <a:lnTo>
                    <a:pt x="2019407" y="3954286"/>
                  </a:lnTo>
                  <a:lnTo>
                    <a:pt x="2019783" y="3954286"/>
                  </a:lnTo>
                  <a:lnTo>
                    <a:pt x="2020065" y="3954286"/>
                  </a:lnTo>
                  <a:lnTo>
                    <a:pt x="2020159" y="3954286"/>
                  </a:lnTo>
                  <a:lnTo>
                    <a:pt x="2020254" y="3954286"/>
                  </a:lnTo>
                  <a:lnTo>
                    <a:pt x="2020348" y="3954286"/>
                  </a:lnTo>
                  <a:lnTo>
                    <a:pt x="2020630" y="3954286"/>
                  </a:lnTo>
                  <a:lnTo>
                    <a:pt x="2020818" y="3954286"/>
                  </a:lnTo>
                  <a:lnTo>
                    <a:pt x="2020912" y="3954286"/>
                  </a:lnTo>
                  <a:lnTo>
                    <a:pt x="2021100" y="3954286"/>
                  </a:lnTo>
                  <a:lnTo>
                    <a:pt x="2021194" y="3954286"/>
                  </a:lnTo>
                  <a:lnTo>
                    <a:pt x="2021476" y="3954286"/>
                  </a:lnTo>
                  <a:lnTo>
                    <a:pt x="2021570" y="3954286"/>
                  </a:lnTo>
                  <a:lnTo>
                    <a:pt x="2021758" y="3954286"/>
                  </a:lnTo>
                  <a:lnTo>
                    <a:pt x="2021852" y="3954286"/>
                  </a:lnTo>
                  <a:lnTo>
                    <a:pt x="2022040" y="3954286"/>
                  </a:lnTo>
                  <a:lnTo>
                    <a:pt x="2022228" y="3954286"/>
                  </a:lnTo>
                  <a:lnTo>
                    <a:pt x="2022604" y="3954286"/>
                  </a:lnTo>
                  <a:lnTo>
                    <a:pt x="2022698" y="3954286"/>
                  </a:lnTo>
                  <a:lnTo>
                    <a:pt x="2022792" y="3954286"/>
                  </a:lnTo>
                  <a:lnTo>
                    <a:pt x="2022886" y="3954286"/>
                  </a:lnTo>
                  <a:lnTo>
                    <a:pt x="2022980" y="3954286"/>
                  </a:lnTo>
                  <a:lnTo>
                    <a:pt x="2023262" y="3954286"/>
                  </a:lnTo>
                  <a:lnTo>
                    <a:pt x="2023450" y="3954286"/>
                  </a:lnTo>
                  <a:lnTo>
                    <a:pt x="2023544" y="3954286"/>
                  </a:lnTo>
                  <a:lnTo>
                    <a:pt x="2023638" y="3954286"/>
                  </a:lnTo>
                  <a:lnTo>
                    <a:pt x="2023827" y="3954286"/>
                  </a:lnTo>
                  <a:lnTo>
                    <a:pt x="2024109" y="3954286"/>
                  </a:lnTo>
                  <a:lnTo>
                    <a:pt x="2024297" y="3954286"/>
                  </a:lnTo>
                  <a:lnTo>
                    <a:pt x="2024391" y="3954286"/>
                  </a:lnTo>
                  <a:lnTo>
                    <a:pt x="2024579" y="3954286"/>
                  </a:lnTo>
                  <a:lnTo>
                    <a:pt x="2024955" y="3954286"/>
                  </a:lnTo>
                  <a:lnTo>
                    <a:pt x="2025143" y="3954286"/>
                  </a:lnTo>
                  <a:lnTo>
                    <a:pt x="2025237" y="3954286"/>
                  </a:lnTo>
                  <a:lnTo>
                    <a:pt x="2025331" y="3954286"/>
                  </a:lnTo>
                  <a:lnTo>
                    <a:pt x="2025613" y="3954286"/>
                  </a:lnTo>
                  <a:lnTo>
                    <a:pt x="2026177" y="3954286"/>
                  </a:lnTo>
                  <a:lnTo>
                    <a:pt x="2026365" y="3954286"/>
                  </a:lnTo>
                  <a:lnTo>
                    <a:pt x="2026459" y="3954286"/>
                  </a:lnTo>
                  <a:lnTo>
                    <a:pt x="2026553" y="3954286"/>
                  </a:lnTo>
                  <a:lnTo>
                    <a:pt x="2026647" y="3954286"/>
                  </a:lnTo>
                  <a:lnTo>
                    <a:pt x="2027023" y="3954286"/>
                  </a:lnTo>
                  <a:lnTo>
                    <a:pt x="2027211" y="3954286"/>
                  </a:lnTo>
                  <a:lnTo>
                    <a:pt x="2027400" y="3954286"/>
                  </a:lnTo>
                  <a:lnTo>
                    <a:pt x="2027494" y="3954286"/>
                  </a:lnTo>
                  <a:lnTo>
                    <a:pt x="2027588" y="3954286"/>
                  </a:lnTo>
                  <a:lnTo>
                    <a:pt x="2028058" y="3954286"/>
                  </a:lnTo>
                  <a:lnTo>
                    <a:pt x="2028434" y="3954286"/>
                  </a:lnTo>
                  <a:lnTo>
                    <a:pt x="2028528" y="3954286"/>
                  </a:lnTo>
                  <a:lnTo>
                    <a:pt x="2028810" y="3954286"/>
                  </a:lnTo>
                  <a:lnTo>
                    <a:pt x="2029374" y="3954286"/>
                  </a:lnTo>
                  <a:lnTo>
                    <a:pt x="2029562" y="3949007"/>
                  </a:lnTo>
                  <a:lnTo>
                    <a:pt x="2029656" y="3949007"/>
                  </a:lnTo>
                  <a:lnTo>
                    <a:pt x="2029844" y="3949007"/>
                  </a:lnTo>
                  <a:lnTo>
                    <a:pt x="2029938" y="3949007"/>
                  </a:lnTo>
                  <a:lnTo>
                    <a:pt x="2030126" y="3949007"/>
                  </a:lnTo>
                  <a:lnTo>
                    <a:pt x="2030220" y="3949007"/>
                  </a:lnTo>
                  <a:lnTo>
                    <a:pt x="2030596" y="3949007"/>
                  </a:lnTo>
                  <a:lnTo>
                    <a:pt x="2030879" y="3949007"/>
                  </a:lnTo>
                  <a:lnTo>
                    <a:pt x="2031161" y="3949007"/>
                  </a:lnTo>
                  <a:lnTo>
                    <a:pt x="2031255" y="3949007"/>
                  </a:lnTo>
                  <a:lnTo>
                    <a:pt x="2031631" y="3949007"/>
                  </a:lnTo>
                  <a:lnTo>
                    <a:pt x="2031819" y="3949007"/>
                  </a:lnTo>
                  <a:lnTo>
                    <a:pt x="2031913" y="3949007"/>
                  </a:lnTo>
                  <a:lnTo>
                    <a:pt x="2032007" y="3949007"/>
                  </a:lnTo>
                  <a:lnTo>
                    <a:pt x="2032853" y="3949007"/>
                  </a:lnTo>
                  <a:lnTo>
                    <a:pt x="2032947" y="3949007"/>
                  </a:lnTo>
                  <a:lnTo>
                    <a:pt x="2033041" y="3949007"/>
                  </a:lnTo>
                  <a:lnTo>
                    <a:pt x="2033229" y="3949007"/>
                  </a:lnTo>
                  <a:lnTo>
                    <a:pt x="2033323" y="3949007"/>
                  </a:lnTo>
                  <a:lnTo>
                    <a:pt x="2033417" y="3949007"/>
                  </a:lnTo>
                  <a:lnTo>
                    <a:pt x="2033511" y="3949007"/>
                  </a:lnTo>
                  <a:lnTo>
                    <a:pt x="2033605" y="3949007"/>
                  </a:lnTo>
                  <a:lnTo>
                    <a:pt x="2033887" y="3949007"/>
                  </a:lnTo>
                  <a:lnTo>
                    <a:pt x="2033981" y="3949007"/>
                  </a:lnTo>
                  <a:lnTo>
                    <a:pt x="2034075" y="3949007"/>
                  </a:lnTo>
                  <a:lnTo>
                    <a:pt x="2034169" y="3938448"/>
                  </a:lnTo>
                  <a:lnTo>
                    <a:pt x="2034358" y="3938448"/>
                  </a:lnTo>
                  <a:lnTo>
                    <a:pt x="2034640" y="3938448"/>
                  </a:lnTo>
                  <a:lnTo>
                    <a:pt x="2034828" y="3938448"/>
                  </a:lnTo>
                  <a:lnTo>
                    <a:pt x="2035016" y="3938448"/>
                  </a:lnTo>
                  <a:lnTo>
                    <a:pt x="2035110" y="3938448"/>
                  </a:lnTo>
                  <a:lnTo>
                    <a:pt x="2035392" y="3938448"/>
                  </a:lnTo>
                  <a:lnTo>
                    <a:pt x="2035956" y="3938448"/>
                  </a:lnTo>
                  <a:lnTo>
                    <a:pt x="2036050" y="3938448"/>
                  </a:lnTo>
                  <a:lnTo>
                    <a:pt x="2036332" y="3938448"/>
                  </a:lnTo>
                  <a:lnTo>
                    <a:pt x="2036426" y="3938448"/>
                  </a:lnTo>
                  <a:lnTo>
                    <a:pt x="2036802" y="3938448"/>
                  </a:lnTo>
                  <a:lnTo>
                    <a:pt x="2036990" y="3938448"/>
                  </a:lnTo>
                  <a:lnTo>
                    <a:pt x="2037084" y="3938448"/>
                  </a:lnTo>
                  <a:lnTo>
                    <a:pt x="2037178" y="3938448"/>
                  </a:lnTo>
                  <a:lnTo>
                    <a:pt x="2037178" y="3933168"/>
                  </a:lnTo>
                  <a:lnTo>
                    <a:pt x="2037460" y="3933168"/>
                  </a:lnTo>
                  <a:lnTo>
                    <a:pt x="2037554" y="3933168"/>
                  </a:lnTo>
                  <a:lnTo>
                    <a:pt x="2037836" y="3933168"/>
                  </a:lnTo>
                  <a:lnTo>
                    <a:pt x="2038213" y="3933168"/>
                  </a:lnTo>
                  <a:lnTo>
                    <a:pt x="2038401" y="3933168"/>
                  </a:lnTo>
                  <a:lnTo>
                    <a:pt x="2038495" y="3933168"/>
                  </a:lnTo>
                  <a:lnTo>
                    <a:pt x="2038589" y="3933168"/>
                  </a:lnTo>
                  <a:lnTo>
                    <a:pt x="2038683" y="3933168"/>
                  </a:lnTo>
                  <a:lnTo>
                    <a:pt x="2038777" y="3933168"/>
                  </a:lnTo>
                  <a:lnTo>
                    <a:pt x="2039153" y="3933168"/>
                  </a:lnTo>
                  <a:lnTo>
                    <a:pt x="2039435" y="3933168"/>
                  </a:lnTo>
                  <a:lnTo>
                    <a:pt x="2039529" y="3927889"/>
                  </a:lnTo>
                  <a:lnTo>
                    <a:pt x="2039811" y="3927889"/>
                  </a:lnTo>
                  <a:lnTo>
                    <a:pt x="2039999" y="3927889"/>
                  </a:lnTo>
                  <a:lnTo>
                    <a:pt x="2040093" y="3927889"/>
                  </a:lnTo>
                  <a:lnTo>
                    <a:pt x="2040187" y="3927889"/>
                  </a:lnTo>
                  <a:lnTo>
                    <a:pt x="2040469" y="3927889"/>
                  </a:lnTo>
                  <a:lnTo>
                    <a:pt x="2040657" y="3927889"/>
                  </a:lnTo>
                  <a:lnTo>
                    <a:pt x="2040939" y="3927889"/>
                  </a:lnTo>
                  <a:lnTo>
                    <a:pt x="2041127" y="3927889"/>
                  </a:lnTo>
                  <a:lnTo>
                    <a:pt x="2041221" y="3927889"/>
                  </a:lnTo>
                  <a:lnTo>
                    <a:pt x="2041315" y="3927889"/>
                  </a:lnTo>
                  <a:lnTo>
                    <a:pt x="2041409" y="3927889"/>
                  </a:lnTo>
                  <a:lnTo>
                    <a:pt x="2041880" y="3927889"/>
                  </a:lnTo>
                  <a:lnTo>
                    <a:pt x="2041974" y="3922610"/>
                  </a:lnTo>
                  <a:lnTo>
                    <a:pt x="2042350" y="3922610"/>
                  </a:lnTo>
                  <a:lnTo>
                    <a:pt x="2042538" y="3922610"/>
                  </a:lnTo>
                  <a:lnTo>
                    <a:pt x="2042632" y="3922610"/>
                  </a:lnTo>
                  <a:lnTo>
                    <a:pt x="2042820" y="3922610"/>
                  </a:lnTo>
                  <a:lnTo>
                    <a:pt x="2043008" y="3922610"/>
                  </a:lnTo>
                  <a:lnTo>
                    <a:pt x="2043102" y="3922610"/>
                  </a:lnTo>
                  <a:lnTo>
                    <a:pt x="2043196" y="3922610"/>
                  </a:lnTo>
                  <a:lnTo>
                    <a:pt x="2043478" y="3922610"/>
                  </a:lnTo>
                  <a:lnTo>
                    <a:pt x="2043572" y="3922610"/>
                  </a:lnTo>
                  <a:lnTo>
                    <a:pt x="2043760" y="3922610"/>
                  </a:lnTo>
                  <a:lnTo>
                    <a:pt x="2043854" y="3922610"/>
                  </a:lnTo>
                  <a:lnTo>
                    <a:pt x="2043948" y="3922610"/>
                  </a:lnTo>
                  <a:lnTo>
                    <a:pt x="2044042" y="3922610"/>
                  </a:lnTo>
                  <a:lnTo>
                    <a:pt x="2044324" y="3922610"/>
                  </a:lnTo>
                  <a:lnTo>
                    <a:pt x="2044606" y="3922610"/>
                  </a:lnTo>
                  <a:lnTo>
                    <a:pt x="2044794" y="3922610"/>
                  </a:lnTo>
                  <a:lnTo>
                    <a:pt x="2044982" y="3922610"/>
                  </a:lnTo>
                  <a:lnTo>
                    <a:pt x="2045077" y="3922610"/>
                  </a:lnTo>
                  <a:lnTo>
                    <a:pt x="2045171" y="3922610"/>
                  </a:lnTo>
                  <a:lnTo>
                    <a:pt x="2045359" y="3922610"/>
                  </a:lnTo>
                  <a:lnTo>
                    <a:pt x="2045547" y="3922610"/>
                  </a:lnTo>
                  <a:lnTo>
                    <a:pt x="2045641" y="3922610"/>
                  </a:lnTo>
                  <a:lnTo>
                    <a:pt x="2045735" y="3922610"/>
                  </a:lnTo>
                  <a:lnTo>
                    <a:pt x="2045829" y="3922610"/>
                  </a:lnTo>
                  <a:lnTo>
                    <a:pt x="2046111" y="3922610"/>
                  </a:lnTo>
                  <a:lnTo>
                    <a:pt x="2046205" y="3922610"/>
                  </a:lnTo>
                  <a:lnTo>
                    <a:pt x="2046299" y="3922610"/>
                  </a:lnTo>
                  <a:lnTo>
                    <a:pt x="2046393" y="3922610"/>
                  </a:lnTo>
                  <a:lnTo>
                    <a:pt x="2046863" y="3922610"/>
                  </a:lnTo>
                  <a:lnTo>
                    <a:pt x="2046957" y="3922610"/>
                  </a:lnTo>
                  <a:lnTo>
                    <a:pt x="2047051" y="3922610"/>
                  </a:lnTo>
                  <a:lnTo>
                    <a:pt x="2047239" y="3922610"/>
                  </a:lnTo>
                  <a:lnTo>
                    <a:pt x="2047521" y="3922610"/>
                  </a:lnTo>
                  <a:lnTo>
                    <a:pt x="2047709" y="3922610"/>
                  </a:lnTo>
                  <a:lnTo>
                    <a:pt x="2047803" y="3922610"/>
                  </a:lnTo>
                  <a:lnTo>
                    <a:pt x="2048179" y="3922610"/>
                  </a:lnTo>
                  <a:lnTo>
                    <a:pt x="2048367" y="3917330"/>
                  </a:lnTo>
                  <a:lnTo>
                    <a:pt x="2048461" y="3917330"/>
                  </a:lnTo>
                  <a:lnTo>
                    <a:pt x="2048556" y="3917330"/>
                  </a:lnTo>
                  <a:lnTo>
                    <a:pt x="2049120" y="3917330"/>
                  </a:lnTo>
                  <a:lnTo>
                    <a:pt x="2049308" y="3917330"/>
                  </a:lnTo>
                  <a:lnTo>
                    <a:pt x="2049496" y="3917330"/>
                  </a:lnTo>
                  <a:lnTo>
                    <a:pt x="2049778" y="3917330"/>
                  </a:lnTo>
                  <a:lnTo>
                    <a:pt x="2050342" y="3912051"/>
                  </a:lnTo>
                  <a:lnTo>
                    <a:pt x="2050530" y="3912051"/>
                  </a:lnTo>
                  <a:lnTo>
                    <a:pt x="2050530" y="3906771"/>
                  </a:lnTo>
                  <a:lnTo>
                    <a:pt x="2051094" y="3906771"/>
                  </a:lnTo>
                  <a:lnTo>
                    <a:pt x="2051376" y="3906771"/>
                  </a:lnTo>
                  <a:lnTo>
                    <a:pt x="2051470" y="3906771"/>
                  </a:lnTo>
                  <a:lnTo>
                    <a:pt x="2051564" y="3906771"/>
                  </a:lnTo>
                  <a:lnTo>
                    <a:pt x="2051658" y="3906771"/>
                  </a:lnTo>
                  <a:lnTo>
                    <a:pt x="2052034" y="3906771"/>
                  </a:lnTo>
                  <a:lnTo>
                    <a:pt x="2052505" y="3906771"/>
                  </a:lnTo>
                  <a:lnTo>
                    <a:pt x="2052599" y="3906771"/>
                  </a:lnTo>
                  <a:lnTo>
                    <a:pt x="2052975" y="3906771"/>
                  </a:lnTo>
                  <a:lnTo>
                    <a:pt x="2053163" y="3906771"/>
                  </a:lnTo>
                  <a:lnTo>
                    <a:pt x="2053257" y="3906771"/>
                  </a:lnTo>
                  <a:lnTo>
                    <a:pt x="2053351" y="3906771"/>
                  </a:lnTo>
                  <a:lnTo>
                    <a:pt x="2053633" y="3906771"/>
                  </a:lnTo>
                  <a:lnTo>
                    <a:pt x="2053821" y="3906771"/>
                  </a:lnTo>
                  <a:lnTo>
                    <a:pt x="2054009" y="3901492"/>
                  </a:lnTo>
                  <a:lnTo>
                    <a:pt x="2054197" y="3901492"/>
                  </a:lnTo>
                  <a:lnTo>
                    <a:pt x="2054573" y="3901492"/>
                  </a:lnTo>
                  <a:lnTo>
                    <a:pt x="2054667" y="3896212"/>
                  </a:lnTo>
                  <a:lnTo>
                    <a:pt x="2054761" y="3896212"/>
                  </a:lnTo>
                  <a:lnTo>
                    <a:pt x="2055325" y="3890933"/>
                  </a:lnTo>
                  <a:lnTo>
                    <a:pt x="2055607" y="3890933"/>
                  </a:lnTo>
                  <a:lnTo>
                    <a:pt x="2055796" y="3890933"/>
                  </a:lnTo>
                  <a:lnTo>
                    <a:pt x="2055890" y="3890933"/>
                  </a:lnTo>
                  <a:lnTo>
                    <a:pt x="2056078" y="3890933"/>
                  </a:lnTo>
                  <a:lnTo>
                    <a:pt x="2056454" y="3890933"/>
                  </a:lnTo>
                  <a:lnTo>
                    <a:pt x="2056736" y="3890933"/>
                  </a:lnTo>
                  <a:lnTo>
                    <a:pt x="2057018" y="3890933"/>
                  </a:lnTo>
                  <a:lnTo>
                    <a:pt x="2057206" y="3890933"/>
                  </a:lnTo>
                  <a:lnTo>
                    <a:pt x="2057582" y="3890933"/>
                  </a:lnTo>
                  <a:lnTo>
                    <a:pt x="2057676" y="3890933"/>
                  </a:lnTo>
                  <a:lnTo>
                    <a:pt x="2057864" y="3890933"/>
                  </a:lnTo>
                  <a:lnTo>
                    <a:pt x="2058052" y="3890933"/>
                  </a:lnTo>
                  <a:lnTo>
                    <a:pt x="2058428" y="3890933"/>
                  </a:lnTo>
                  <a:lnTo>
                    <a:pt x="2058522" y="3890933"/>
                  </a:lnTo>
                  <a:lnTo>
                    <a:pt x="2058616" y="3890933"/>
                  </a:lnTo>
                  <a:lnTo>
                    <a:pt x="2058898" y="3890933"/>
                  </a:lnTo>
                  <a:lnTo>
                    <a:pt x="2059086" y="3890933"/>
                  </a:lnTo>
                  <a:lnTo>
                    <a:pt x="2059369" y="3890933"/>
                  </a:lnTo>
                  <a:lnTo>
                    <a:pt x="2059463" y="3890933"/>
                  </a:lnTo>
                  <a:lnTo>
                    <a:pt x="2059651" y="3890933"/>
                  </a:lnTo>
                  <a:lnTo>
                    <a:pt x="2059745" y="3890933"/>
                  </a:lnTo>
                  <a:lnTo>
                    <a:pt x="2060027" y="3890933"/>
                  </a:lnTo>
                  <a:lnTo>
                    <a:pt x="2060121" y="3890933"/>
                  </a:lnTo>
                  <a:lnTo>
                    <a:pt x="2060215" y="3890933"/>
                  </a:lnTo>
                  <a:lnTo>
                    <a:pt x="2060309" y="3890933"/>
                  </a:lnTo>
                  <a:lnTo>
                    <a:pt x="2060497" y="3890933"/>
                  </a:lnTo>
                  <a:lnTo>
                    <a:pt x="2060591" y="3890933"/>
                  </a:lnTo>
                  <a:lnTo>
                    <a:pt x="2060685" y="3890933"/>
                  </a:lnTo>
                  <a:lnTo>
                    <a:pt x="2060779" y="3890933"/>
                  </a:lnTo>
                  <a:lnTo>
                    <a:pt x="2060873" y="3890933"/>
                  </a:lnTo>
                  <a:lnTo>
                    <a:pt x="2060967" y="3890933"/>
                  </a:lnTo>
                  <a:lnTo>
                    <a:pt x="2061155" y="3890933"/>
                  </a:lnTo>
                  <a:lnTo>
                    <a:pt x="2061343" y="3890933"/>
                  </a:lnTo>
                  <a:lnTo>
                    <a:pt x="2061437" y="3890933"/>
                  </a:lnTo>
                  <a:lnTo>
                    <a:pt x="2061625" y="3890933"/>
                  </a:lnTo>
                  <a:lnTo>
                    <a:pt x="2061719" y="3890933"/>
                  </a:lnTo>
                  <a:lnTo>
                    <a:pt x="2061813" y="3890933"/>
                  </a:lnTo>
                  <a:lnTo>
                    <a:pt x="2062001" y="3890933"/>
                  </a:lnTo>
                  <a:lnTo>
                    <a:pt x="2062095" y="3890933"/>
                  </a:lnTo>
                  <a:lnTo>
                    <a:pt x="2062189" y="3890933"/>
                  </a:lnTo>
                  <a:lnTo>
                    <a:pt x="2062283" y="3890933"/>
                  </a:lnTo>
                  <a:lnTo>
                    <a:pt x="2062377" y="3890933"/>
                  </a:lnTo>
                  <a:lnTo>
                    <a:pt x="2062754" y="3890933"/>
                  </a:lnTo>
                  <a:lnTo>
                    <a:pt x="2062942" y="3890933"/>
                  </a:lnTo>
                  <a:lnTo>
                    <a:pt x="2063318" y="3890933"/>
                  </a:lnTo>
                  <a:lnTo>
                    <a:pt x="2063506" y="3890933"/>
                  </a:lnTo>
                  <a:lnTo>
                    <a:pt x="2063600" y="3890933"/>
                  </a:lnTo>
                  <a:lnTo>
                    <a:pt x="2063788" y="3890933"/>
                  </a:lnTo>
                  <a:lnTo>
                    <a:pt x="2063976" y="3885654"/>
                  </a:lnTo>
                  <a:lnTo>
                    <a:pt x="2064070" y="3885654"/>
                  </a:lnTo>
                  <a:lnTo>
                    <a:pt x="2064164" y="3885654"/>
                  </a:lnTo>
                  <a:lnTo>
                    <a:pt x="2064446" y="3880374"/>
                  </a:lnTo>
                  <a:lnTo>
                    <a:pt x="2064540" y="3880374"/>
                  </a:lnTo>
                  <a:lnTo>
                    <a:pt x="2064634" y="3880374"/>
                  </a:lnTo>
                  <a:lnTo>
                    <a:pt x="2064728" y="3880374"/>
                  </a:lnTo>
                  <a:lnTo>
                    <a:pt x="2064822" y="3880374"/>
                  </a:lnTo>
                  <a:lnTo>
                    <a:pt x="2064916" y="3880374"/>
                  </a:lnTo>
                  <a:lnTo>
                    <a:pt x="2065104" y="3880374"/>
                  </a:lnTo>
                  <a:lnTo>
                    <a:pt x="2065198" y="3880374"/>
                  </a:lnTo>
                  <a:lnTo>
                    <a:pt x="2065762" y="3880374"/>
                  </a:lnTo>
                  <a:lnTo>
                    <a:pt x="2066044" y="3880374"/>
                  </a:lnTo>
                  <a:lnTo>
                    <a:pt x="2066232" y="3880374"/>
                  </a:lnTo>
                  <a:lnTo>
                    <a:pt x="2066327" y="3880374"/>
                  </a:lnTo>
                  <a:lnTo>
                    <a:pt x="2066609" y="3880374"/>
                  </a:lnTo>
                  <a:lnTo>
                    <a:pt x="2066703" y="3880374"/>
                  </a:lnTo>
                  <a:lnTo>
                    <a:pt x="2066797" y="3880374"/>
                  </a:lnTo>
                  <a:lnTo>
                    <a:pt x="2066985" y="3875095"/>
                  </a:lnTo>
                  <a:lnTo>
                    <a:pt x="2067079" y="3875095"/>
                  </a:lnTo>
                  <a:lnTo>
                    <a:pt x="2067267" y="3875095"/>
                  </a:lnTo>
                  <a:lnTo>
                    <a:pt x="2067361" y="3875095"/>
                  </a:lnTo>
                  <a:lnTo>
                    <a:pt x="2067643" y="3875095"/>
                  </a:lnTo>
                  <a:lnTo>
                    <a:pt x="2067831" y="3875095"/>
                  </a:lnTo>
                  <a:lnTo>
                    <a:pt x="2068019" y="3875095"/>
                  </a:lnTo>
                  <a:lnTo>
                    <a:pt x="2068395" y="3875095"/>
                  </a:lnTo>
                  <a:lnTo>
                    <a:pt x="2068583" y="3875095"/>
                  </a:lnTo>
                  <a:lnTo>
                    <a:pt x="2068677" y="3875095"/>
                  </a:lnTo>
                  <a:lnTo>
                    <a:pt x="2068771" y="3875095"/>
                  </a:lnTo>
                  <a:lnTo>
                    <a:pt x="2068865" y="3875095"/>
                  </a:lnTo>
                  <a:lnTo>
                    <a:pt x="2069241" y="3875095"/>
                  </a:lnTo>
                  <a:lnTo>
                    <a:pt x="2069335" y="3875095"/>
                  </a:lnTo>
                  <a:lnTo>
                    <a:pt x="2069523" y="3875095"/>
                  </a:lnTo>
                  <a:lnTo>
                    <a:pt x="2069617" y="3875095"/>
                  </a:lnTo>
                  <a:lnTo>
                    <a:pt x="2069806" y="3875095"/>
                  </a:lnTo>
                  <a:lnTo>
                    <a:pt x="2069900" y="3875095"/>
                  </a:lnTo>
                  <a:lnTo>
                    <a:pt x="2069994" y="3875095"/>
                  </a:lnTo>
                  <a:lnTo>
                    <a:pt x="2070276" y="3875095"/>
                  </a:lnTo>
                  <a:lnTo>
                    <a:pt x="2070370" y="3875095"/>
                  </a:lnTo>
                  <a:lnTo>
                    <a:pt x="2070652" y="3875095"/>
                  </a:lnTo>
                  <a:lnTo>
                    <a:pt x="2070840" y="3875095"/>
                  </a:lnTo>
                  <a:lnTo>
                    <a:pt x="2071404" y="3875095"/>
                  </a:lnTo>
                  <a:lnTo>
                    <a:pt x="2079302" y="3859256"/>
                  </a:lnTo>
                  <a:lnTo>
                    <a:pt x="2079396" y="3859256"/>
                  </a:lnTo>
                  <a:lnTo>
                    <a:pt x="2079490" y="3859256"/>
                  </a:lnTo>
                  <a:lnTo>
                    <a:pt x="2079584" y="3859256"/>
                  </a:lnTo>
                  <a:lnTo>
                    <a:pt x="2079678" y="3859256"/>
                  </a:lnTo>
                  <a:lnTo>
                    <a:pt x="2080054" y="3859256"/>
                  </a:lnTo>
                  <a:lnTo>
                    <a:pt x="2080242" y="3859256"/>
                  </a:lnTo>
                  <a:lnTo>
                    <a:pt x="2080619" y="3859256"/>
                  </a:lnTo>
                  <a:lnTo>
                    <a:pt x="2080807" y="3859256"/>
                  </a:lnTo>
                  <a:lnTo>
                    <a:pt x="2080901" y="3859256"/>
                  </a:lnTo>
                  <a:lnTo>
                    <a:pt x="2081183" y="3859256"/>
                  </a:lnTo>
                  <a:lnTo>
                    <a:pt x="2081277" y="3859256"/>
                  </a:lnTo>
                  <a:lnTo>
                    <a:pt x="2081371" y="3859256"/>
                  </a:lnTo>
                  <a:lnTo>
                    <a:pt x="2081465" y="3859256"/>
                  </a:lnTo>
                  <a:lnTo>
                    <a:pt x="2081559" y="3859256"/>
                  </a:lnTo>
                  <a:lnTo>
                    <a:pt x="2081653" y="3859256"/>
                  </a:lnTo>
                  <a:lnTo>
                    <a:pt x="2081747" y="3859256"/>
                  </a:lnTo>
                  <a:lnTo>
                    <a:pt x="2081935" y="3859256"/>
                  </a:lnTo>
                  <a:lnTo>
                    <a:pt x="2082029" y="3859256"/>
                  </a:lnTo>
                  <a:lnTo>
                    <a:pt x="2082311" y="3859256"/>
                  </a:lnTo>
                  <a:lnTo>
                    <a:pt x="2082405" y="3859256"/>
                  </a:lnTo>
                  <a:lnTo>
                    <a:pt x="2082499" y="3859256"/>
                  </a:lnTo>
                  <a:lnTo>
                    <a:pt x="2082687" y="3859256"/>
                  </a:lnTo>
                  <a:lnTo>
                    <a:pt x="2082781" y="3859256"/>
                  </a:lnTo>
                  <a:lnTo>
                    <a:pt x="2082875" y="3859256"/>
                  </a:lnTo>
                  <a:lnTo>
                    <a:pt x="2083157" y="3859256"/>
                  </a:lnTo>
                  <a:lnTo>
                    <a:pt x="2083251" y="3859256"/>
                  </a:lnTo>
                  <a:lnTo>
                    <a:pt x="2083345" y="3859256"/>
                  </a:lnTo>
                  <a:lnTo>
                    <a:pt x="2083439" y="3859256"/>
                  </a:lnTo>
                  <a:lnTo>
                    <a:pt x="2084004" y="3859256"/>
                  </a:lnTo>
                  <a:lnTo>
                    <a:pt x="2084380" y="3859256"/>
                  </a:lnTo>
                  <a:lnTo>
                    <a:pt x="2084474" y="3859256"/>
                  </a:lnTo>
                  <a:lnTo>
                    <a:pt x="2084662" y="3859256"/>
                  </a:lnTo>
                  <a:lnTo>
                    <a:pt x="2084756" y="3859256"/>
                  </a:lnTo>
                  <a:lnTo>
                    <a:pt x="2084850" y="3859256"/>
                  </a:lnTo>
                  <a:lnTo>
                    <a:pt x="2084944" y="3859256"/>
                  </a:lnTo>
                  <a:lnTo>
                    <a:pt x="2085226" y="3859256"/>
                  </a:lnTo>
                  <a:lnTo>
                    <a:pt x="2085320" y="3859256"/>
                  </a:lnTo>
                  <a:lnTo>
                    <a:pt x="2085320" y="3853977"/>
                  </a:lnTo>
                  <a:lnTo>
                    <a:pt x="2085508" y="3853977"/>
                  </a:lnTo>
                  <a:lnTo>
                    <a:pt x="2085602" y="3853977"/>
                  </a:lnTo>
                  <a:lnTo>
                    <a:pt x="2085696" y="3853977"/>
                  </a:lnTo>
                  <a:lnTo>
                    <a:pt x="2085696" y="3848698"/>
                  </a:lnTo>
                  <a:lnTo>
                    <a:pt x="2085884" y="3848698"/>
                  </a:lnTo>
                  <a:lnTo>
                    <a:pt x="2086072" y="3848698"/>
                  </a:lnTo>
                  <a:lnTo>
                    <a:pt x="2086166" y="3848698"/>
                  </a:lnTo>
                  <a:lnTo>
                    <a:pt x="2086260" y="3843418"/>
                  </a:lnTo>
                  <a:lnTo>
                    <a:pt x="2086542" y="3843418"/>
                  </a:lnTo>
                  <a:lnTo>
                    <a:pt x="2086636" y="3843418"/>
                  </a:lnTo>
                  <a:lnTo>
                    <a:pt x="2086730" y="3843418"/>
                  </a:lnTo>
                  <a:lnTo>
                    <a:pt x="2086824" y="3843418"/>
                  </a:lnTo>
                  <a:lnTo>
                    <a:pt x="2086918" y="3843418"/>
                  </a:lnTo>
                  <a:lnTo>
                    <a:pt x="2087012" y="3843418"/>
                  </a:lnTo>
                  <a:lnTo>
                    <a:pt x="2087106" y="3843418"/>
                  </a:lnTo>
                  <a:lnTo>
                    <a:pt x="2087200" y="3838139"/>
                  </a:lnTo>
                  <a:lnTo>
                    <a:pt x="2087294" y="3838139"/>
                  </a:lnTo>
                  <a:lnTo>
                    <a:pt x="2087388" y="3838139"/>
                  </a:lnTo>
                  <a:lnTo>
                    <a:pt x="2087482" y="3838139"/>
                  </a:lnTo>
                  <a:lnTo>
                    <a:pt x="2087671" y="3838139"/>
                  </a:lnTo>
                  <a:lnTo>
                    <a:pt x="2087953" y="3838139"/>
                  </a:lnTo>
                  <a:lnTo>
                    <a:pt x="2088141" y="3838139"/>
                  </a:lnTo>
                  <a:lnTo>
                    <a:pt x="2088235" y="3838139"/>
                  </a:lnTo>
                  <a:lnTo>
                    <a:pt x="2088329" y="3838139"/>
                  </a:lnTo>
                  <a:lnTo>
                    <a:pt x="2088517" y="3832859"/>
                  </a:lnTo>
                  <a:lnTo>
                    <a:pt x="2088799" y="3827580"/>
                  </a:lnTo>
                  <a:lnTo>
                    <a:pt x="2088987" y="3822301"/>
                  </a:lnTo>
                  <a:lnTo>
                    <a:pt x="2089363" y="3822301"/>
                  </a:lnTo>
                  <a:lnTo>
                    <a:pt x="2089551" y="3822301"/>
                  </a:lnTo>
                  <a:lnTo>
                    <a:pt x="2089645" y="3822301"/>
                  </a:lnTo>
                  <a:lnTo>
                    <a:pt x="2089833" y="3822301"/>
                  </a:lnTo>
                  <a:lnTo>
                    <a:pt x="2090209" y="3822301"/>
                  </a:lnTo>
                  <a:lnTo>
                    <a:pt x="2090303" y="3822301"/>
                  </a:lnTo>
                  <a:lnTo>
                    <a:pt x="2090491" y="3822301"/>
                  </a:lnTo>
                  <a:lnTo>
                    <a:pt x="2090679" y="3822301"/>
                  </a:lnTo>
                  <a:lnTo>
                    <a:pt x="2090867" y="3822301"/>
                  </a:lnTo>
                  <a:lnTo>
                    <a:pt x="2091244" y="3822301"/>
                  </a:lnTo>
                  <a:lnTo>
                    <a:pt x="2091338" y="3822301"/>
                  </a:lnTo>
                  <a:lnTo>
                    <a:pt x="2091432" y="3822301"/>
                  </a:lnTo>
                  <a:lnTo>
                    <a:pt x="2091620" y="3822301"/>
                  </a:lnTo>
                  <a:lnTo>
                    <a:pt x="2091714" y="3822301"/>
                  </a:lnTo>
                  <a:lnTo>
                    <a:pt x="2091808" y="3822301"/>
                  </a:lnTo>
                  <a:lnTo>
                    <a:pt x="2091996" y="3822301"/>
                  </a:lnTo>
                  <a:lnTo>
                    <a:pt x="2092278" y="3822301"/>
                  </a:lnTo>
                  <a:lnTo>
                    <a:pt x="2092560" y="3822301"/>
                  </a:lnTo>
                  <a:lnTo>
                    <a:pt x="2092748" y="3822301"/>
                  </a:lnTo>
                  <a:lnTo>
                    <a:pt x="2092936" y="3822301"/>
                  </a:lnTo>
                  <a:lnTo>
                    <a:pt x="2093124" y="3822301"/>
                  </a:lnTo>
                  <a:lnTo>
                    <a:pt x="2093218" y="3822301"/>
                  </a:lnTo>
                  <a:lnTo>
                    <a:pt x="2093594" y="3822301"/>
                  </a:lnTo>
                  <a:lnTo>
                    <a:pt x="2094252" y="3822301"/>
                  </a:lnTo>
                  <a:lnTo>
                    <a:pt x="2094346" y="3822301"/>
                  </a:lnTo>
                  <a:lnTo>
                    <a:pt x="2095005" y="3822301"/>
                  </a:lnTo>
                  <a:lnTo>
                    <a:pt x="2095099" y="3822301"/>
                  </a:lnTo>
                  <a:lnTo>
                    <a:pt x="2095193" y="3822301"/>
                  </a:lnTo>
                  <a:lnTo>
                    <a:pt x="2095475" y="3822301"/>
                  </a:lnTo>
                  <a:lnTo>
                    <a:pt x="2095569" y="3822301"/>
                  </a:lnTo>
                  <a:lnTo>
                    <a:pt x="2095851" y="3822301"/>
                  </a:lnTo>
                  <a:lnTo>
                    <a:pt x="2095945" y="3822301"/>
                  </a:lnTo>
                  <a:lnTo>
                    <a:pt x="2096133" y="3822301"/>
                  </a:lnTo>
                  <a:lnTo>
                    <a:pt x="2096697" y="3822301"/>
                  </a:lnTo>
                  <a:lnTo>
                    <a:pt x="2097167" y="3822301"/>
                  </a:lnTo>
                  <a:lnTo>
                    <a:pt x="2097637" y="3822301"/>
                  </a:lnTo>
                  <a:lnTo>
                    <a:pt x="2097919" y="3822301"/>
                  </a:lnTo>
                  <a:lnTo>
                    <a:pt x="2098013" y="3822301"/>
                  </a:lnTo>
                  <a:lnTo>
                    <a:pt x="2098578" y="3822301"/>
                  </a:lnTo>
                  <a:lnTo>
                    <a:pt x="2098578" y="3817021"/>
                  </a:lnTo>
                  <a:lnTo>
                    <a:pt x="2098672" y="3817021"/>
                  </a:lnTo>
                  <a:lnTo>
                    <a:pt x="2098860" y="3817021"/>
                  </a:lnTo>
                  <a:lnTo>
                    <a:pt x="2098954" y="3811742"/>
                  </a:lnTo>
                  <a:lnTo>
                    <a:pt x="2099142" y="3811742"/>
                  </a:lnTo>
                  <a:lnTo>
                    <a:pt x="2099518" y="3811742"/>
                  </a:lnTo>
                  <a:lnTo>
                    <a:pt x="2099706" y="3811742"/>
                  </a:lnTo>
                  <a:lnTo>
                    <a:pt x="2099800" y="3811742"/>
                  </a:lnTo>
                  <a:lnTo>
                    <a:pt x="2099894" y="3811742"/>
                  </a:lnTo>
                  <a:lnTo>
                    <a:pt x="2099988" y="3811742"/>
                  </a:lnTo>
                  <a:lnTo>
                    <a:pt x="2100082" y="3811742"/>
                  </a:lnTo>
                  <a:lnTo>
                    <a:pt x="2100552" y="3811742"/>
                  </a:lnTo>
                  <a:lnTo>
                    <a:pt x="2100646" y="3811742"/>
                  </a:lnTo>
                  <a:lnTo>
                    <a:pt x="2101210" y="3811742"/>
                  </a:lnTo>
                  <a:lnTo>
                    <a:pt x="2101304" y="3811742"/>
                  </a:lnTo>
                  <a:lnTo>
                    <a:pt x="2101398" y="3811742"/>
                  </a:lnTo>
                  <a:lnTo>
                    <a:pt x="2101586" y="3811742"/>
                  </a:lnTo>
                  <a:lnTo>
                    <a:pt x="2101680" y="3811742"/>
                  </a:lnTo>
                  <a:lnTo>
                    <a:pt x="2101775" y="3811742"/>
                  </a:lnTo>
                  <a:lnTo>
                    <a:pt x="2102339" y="3811742"/>
                  </a:lnTo>
                  <a:lnTo>
                    <a:pt x="2102527" y="3811742"/>
                  </a:lnTo>
                  <a:lnTo>
                    <a:pt x="2102621" y="3811742"/>
                  </a:lnTo>
                  <a:lnTo>
                    <a:pt x="2102715" y="3811742"/>
                  </a:lnTo>
                  <a:lnTo>
                    <a:pt x="2102809" y="3811742"/>
                  </a:lnTo>
                  <a:lnTo>
                    <a:pt x="2102903" y="3811742"/>
                  </a:lnTo>
                  <a:lnTo>
                    <a:pt x="2102997" y="3811742"/>
                  </a:lnTo>
                  <a:lnTo>
                    <a:pt x="2103373" y="3811742"/>
                  </a:lnTo>
                  <a:lnTo>
                    <a:pt x="2103467" y="3811742"/>
                  </a:lnTo>
                  <a:lnTo>
                    <a:pt x="2103749" y="3811742"/>
                  </a:lnTo>
                  <a:lnTo>
                    <a:pt x="2104219" y="3811742"/>
                  </a:lnTo>
                  <a:lnTo>
                    <a:pt x="2104501" y="3811742"/>
                  </a:lnTo>
                  <a:lnTo>
                    <a:pt x="2104595" y="3811742"/>
                  </a:lnTo>
                  <a:lnTo>
                    <a:pt x="2104689" y="3811742"/>
                  </a:lnTo>
                  <a:lnTo>
                    <a:pt x="2104783" y="3811742"/>
                  </a:lnTo>
                  <a:lnTo>
                    <a:pt x="2104971" y="3811742"/>
                  </a:lnTo>
                  <a:lnTo>
                    <a:pt x="2105065" y="3811742"/>
                  </a:lnTo>
                  <a:lnTo>
                    <a:pt x="2105159" y="3811742"/>
                  </a:lnTo>
                  <a:lnTo>
                    <a:pt x="2105254" y="3811742"/>
                  </a:lnTo>
                  <a:lnTo>
                    <a:pt x="2105348" y="3811742"/>
                  </a:lnTo>
                  <a:lnTo>
                    <a:pt x="2105442" y="3811742"/>
                  </a:lnTo>
                  <a:lnTo>
                    <a:pt x="2105630" y="3811742"/>
                  </a:lnTo>
                  <a:lnTo>
                    <a:pt x="2106100" y="3811742"/>
                  </a:lnTo>
                  <a:lnTo>
                    <a:pt x="2106288" y="3811742"/>
                  </a:lnTo>
                  <a:lnTo>
                    <a:pt x="2106382" y="3811742"/>
                  </a:lnTo>
                  <a:lnTo>
                    <a:pt x="2106570" y="3811742"/>
                  </a:lnTo>
                  <a:lnTo>
                    <a:pt x="2106758" y="3806462"/>
                  </a:lnTo>
                  <a:lnTo>
                    <a:pt x="2106852" y="3806462"/>
                  </a:lnTo>
                  <a:lnTo>
                    <a:pt x="2106852" y="3801183"/>
                  </a:lnTo>
                  <a:lnTo>
                    <a:pt x="2106946" y="3801183"/>
                  </a:lnTo>
                  <a:lnTo>
                    <a:pt x="2107040" y="3801183"/>
                  </a:lnTo>
                  <a:lnTo>
                    <a:pt x="2107134" y="3801183"/>
                  </a:lnTo>
                  <a:lnTo>
                    <a:pt x="2107228" y="3801183"/>
                  </a:lnTo>
                  <a:lnTo>
                    <a:pt x="2107416" y="3801183"/>
                  </a:lnTo>
                  <a:lnTo>
                    <a:pt x="2107510" y="3801183"/>
                  </a:lnTo>
                  <a:lnTo>
                    <a:pt x="2107604" y="3801183"/>
                  </a:lnTo>
                  <a:lnTo>
                    <a:pt x="2107698" y="3801183"/>
                  </a:lnTo>
                  <a:lnTo>
                    <a:pt x="2107886" y="3801183"/>
                  </a:lnTo>
                  <a:lnTo>
                    <a:pt x="2107980" y="3801183"/>
                  </a:lnTo>
                  <a:lnTo>
                    <a:pt x="2108074" y="3801183"/>
                  </a:lnTo>
                  <a:lnTo>
                    <a:pt x="2108168" y="3801183"/>
                  </a:lnTo>
                  <a:lnTo>
                    <a:pt x="2108262" y="3801183"/>
                  </a:lnTo>
                  <a:lnTo>
                    <a:pt x="2108544" y="3801183"/>
                  </a:lnTo>
                  <a:lnTo>
                    <a:pt x="2108638" y="3801183"/>
                  </a:lnTo>
                  <a:lnTo>
                    <a:pt x="2108921" y="3801183"/>
                  </a:lnTo>
                  <a:lnTo>
                    <a:pt x="2109109" y="3801183"/>
                  </a:lnTo>
                  <a:lnTo>
                    <a:pt x="2109485" y="3801183"/>
                  </a:lnTo>
                  <a:lnTo>
                    <a:pt x="2109673" y="3801183"/>
                  </a:lnTo>
                  <a:lnTo>
                    <a:pt x="2109955" y="3801183"/>
                  </a:lnTo>
                  <a:lnTo>
                    <a:pt x="2110143" y="3801183"/>
                  </a:lnTo>
                  <a:lnTo>
                    <a:pt x="2110237" y="3801183"/>
                  </a:lnTo>
                  <a:lnTo>
                    <a:pt x="2110425" y="3801183"/>
                  </a:lnTo>
                  <a:lnTo>
                    <a:pt x="2110707" y="3801183"/>
                  </a:lnTo>
                  <a:lnTo>
                    <a:pt x="2110801" y="3801183"/>
                  </a:lnTo>
                  <a:lnTo>
                    <a:pt x="2110895" y="3801183"/>
                  </a:lnTo>
                  <a:lnTo>
                    <a:pt x="2111083" y="3801183"/>
                  </a:lnTo>
                  <a:lnTo>
                    <a:pt x="2111459" y="3801183"/>
                  </a:lnTo>
                  <a:lnTo>
                    <a:pt x="2111553" y="3801183"/>
                  </a:lnTo>
                  <a:lnTo>
                    <a:pt x="2111647" y="3801183"/>
                  </a:lnTo>
                  <a:lnTo>
                    <a:pt x="2111741" y="3801183"/>
                  </a:lnTo>
                  <a:lnTo>
                    <a:pt x="2111835" y="3801183"/>
                  </a:lnTo>
                  <a:lnTo>
                    <a:pt x="2112400" y="3801183"/>
                  </a:lnTo>
                  <a:lnTo>
                    <a:pt x="2112588" y="3801183"/>
                  </a:lnTo>
                  <a:lnTo>
                    <a:pt x="2112682" y="3801183"/>
                  </a:lnTo>
                  <a:lnTo>
                    <a:pt x="2112776" y="3801183"/>
                  </a:lnTo>
                  <a:lnTo>
                    <a:pt x="2112870" y="3801183"/>
                  </a:lnTo>
                  <a:lnTo>
                    <a:pt x="2112964" y="3801183"/>
                  </a:lnTo>
                  <a:lnTo>
                    <a:pt x="2113340" y="3801183"/>
                  </a:lnTo>
                  <a:lnTo>
                    <a:pt x="2113434" y="3801183"/>
                  </a:lnTo>
                  <a:lnTo>
                    <a:pt x="2113622" y="3801183"/>
                  </a:lnTo>
                  <a:lnTo>
                    <a:pt x="2114186" y="3801183"/>
                  </a:lnTo>
                  <a:lnTo>
                    <a:pt x="2114562" y="3801183"/>
                  </a:lnTo>
                  <a:lnTo>
                    <a:pt x="2114656" y="3801183"/>
                  </a:lnTo>
                  <a:lnTo>
                    <a:pt x="2114750" y="3801183"/>
                  </a:lnTo>
                  <a:lnTo>
                    <a:pt x="2115126" y="3801183"/>
                  </a:lnTo>
                  <a:lnTo>
                    <a:pt x="2115314" y="3801183"/>
                  </a:lnTo>
                  <a:lnTo>
                    <a:pt x="2115502" y="3801183"/>
                  </a:lnTo>
                  <a:lnTo>
                    <a:pt x="2115784" y="3801183"/>
                  </a:lnTo>
                  <a:lnTo>
                    <a:pt x="2115973" y="3801183"/>
                  </a:lnTo>
                  <a:lnTo>
                    <a:pt x="2116067" y="3801183"/>
                  </a:lnTo>
                  <a:lnTo>
                    <a:pt x="2116255" y="3801183"/>
                  </a:lnTo>
                  <a:lnTo>
                    <a:pt x="2116443" y="3801183"/>
                  </a:lnTo>
                  <a:lnTo>
                    <a:pt x="2116537" y="3801183"/>
                  </a:lnTo>
                  <a:lnTo>
                    <a:pt x="2116913" y="3795903"/>
                  </a:lnTo>
                  <a:lnTo>
                    <a:pt x="2117007" y="3790624"/>
                  </a:lnTo>
                  <a:lnTo>
                    <a:pt x="2117101" y="3790624"/>
                  </a:lnTo>
                  <a:lnTo>
                    <a:pt x="2117289" y="3790624"/>
                  </a:lnTo>
                  <a:lnTo>
                    <a:pt x="2117383" y="3790624"/>
                  </a:lnTo>
                  <a:lnTo>
                    <a:pt x="2117853" y="3790624"/>
                  </a:lnTo>
                  <a:lnTo>
                    <a:pt x="2117947" y="3790624"/>
                  </a:lnTo>
                  <a:lnTo>
                    <a:pt x="2118041" y="3790624"/>
                  </a:lnTo>
                  <a:lnTo>
                    <a:pt x="2118135" y="3790624"/>
                  </a:lnTo>
                  <a:lnTo>
                    <a:pt x="2118229" y="3790624"/>
                  </a:lnTo>
                  <a:lnTo>
                    <a:pt x="2118323" y="3790624"/>
                  </a:lnTo>
                  <a:lnTo>
                    <a:pt x="2118793" y="3790624"/>
                  </a:lnTo>
                  <a:lnTo>
                    <a:pt x="2118981" y="3785345"/>
                  </a:lnTo>
                  <a:lnTo>
                    <a:pt x="2119357" y="3785345"/>
                  </a:lnTo>
                  <a:lnTo>
                    <a:pt x="2119828" y="3785345"/>
                  </a:lnTo>
                  <a:lnTo>
                    <a:pt x="2119922" y="3785345"/>
                  </a:lnTo>
                  <a:lnTo>
                    <a:pt x="2120204" y="3785345"/>
                  </a:lnTo>
                  <a:lnTo>
                    <a:pt x="2120298" y="3785345"/>
                  </a:lnTo>
                  <a:lnTo>
                    <a:pt x="2120486" y="3785345"/>
                  </a:lnTo>
                  <a:lnTo>
                    <a:pt x="2120768" y="3785345"/>
                  </a:lnTo>
                  <a:lnTo>
                    <a:pt x="2121332" y="3780065"/>
                  </a:lnTo>
                  <a:lnTo>
                    <a:pt x="2121426" y="3780065"/>
                  </a:lnTo>
                  <a:lnTo>
                    <a:pt x="2121614" y="3780065"/>
                  </a:lnTo>
                  <a:lnTo>
                    <a:pt x="2121802" y="3780065"/>
                  </a:lnTo>
                  <a:lnTo>
                    <a:pt x="2122178" y="3780065"/>
                  </a:lnTo>
                  <a:lnTo>
                    <a:pt x="2122554" y="3780065"/>
                  </a:lnTo>
                  <a:lnTo>
                    <a:pt x="2123307" y="3780065"/>
                  </a:lnTo>
                  <a:lnTo>
                    <a:pt x="2123401" y="3780065"/>
                  </a:lnTo>
                  <a:lnTo>
                    <a:pt x="2123495" y="3780065"/>
                  </a:lnTo>
                  <a:lnTo>
                    <a:pt x="2123589" y="3780065"/>
                  </a:lnTo>
                  <a:lnTo>
                    <a:pt x="2123777" y="3780065"/>
                  </a:lnTo>
                  <a:lnTo>
                    <a:pt x="2124059" y="3780065"/>
                  </a:lnTo>
                  <a:lnTo>
                    <a:pt x="2124435" y="3780065"/>
                  </a:lnTo>
                  <a:lnTo>
                    <a:pt x="2124529" y="3780065"/>
                  </a:lnTo>
                  <a:lnTo>
                    <a:pt x="2124623" y="3780065"/>
                  </a:lnTo>
                  <a:lnTo>
                    <a:pt x="2124717" y="3780065"/>
                  </a:lnTo>
                  <a:lnTo>
                    <a:pt x="2124905" y="3780065"/>
                  </a:lnTo>
                  <a:lnTo>
                    <a:pt x="2124999" y="3780065"/>
                  </a:lnTo>
                  <a:lnTo>
                    <a:pt x="2125281" y="3780065"/>
                  </a:lnTo>
                  <a:lnTo>
                    <a:pt x="2125845" y="3774786"/>
                  </a:lnTo>
                  <a:lnTo>
                    <a:pt x="2125939" y="3774786"/>
                  </a:lnTo>
                  <a:lnTo>
                    <a:pt x="2126315" y="3769506"/>
                  </a:lnTo>
                  <a:lnTo>
                    <a:pt x="2126409" y="3769506"/>
                  </a:lnTo>
                  <a:lnTo>
                    <a:pt x="2126598" y="3769506"/>
                  </a:lnTo>
                  <a:lnTo>
                    <a:pt x="2126692" y="3769506"/>
                  </a:lnTo>
                  <a:lnTo>
                    <a:pt x="2126786" y="3769506"/>
                  </a:lnTo>
                  <a:lnTo>
                    <a:pt x="2126880" y="3769506"/>
                  </a:lnTo>
                  <a:lnTo>
                    <a:pt x="2127256" y="3764227"/>
                  </a:lnTo>
                  <a:lnTo>
                    <a:pt x="2127350" y="3764227"/>
                  </a:lnTo>
                  <a:lnTo>
                    <a:pt x="2127444" y="3764227"/>
                  </a:lnTo>
                  <a:lnTo>
                    <a:pt x="2127726" y="3764227"/>
                  </a:lnTo>
                  <a:lnTo>
                    <a:pt x="2127820" y="3764227"/>
                  </a:lnTo>
                  <a:lnTo>
                    <a:pt x="2128102" y="3764227"/>
                  </a:lnTo>
                  <a:lnTo>
                    <a:pt x="2128196" y="3764227"/>
                  </a:lnTo>
                  <a:lnTo>
                    <a:pt x="2128290" y="3764227"/>
                  </a:lnTo>
                  <a:lnTo>
                    <a:pt x="2128572" y="3764227"/>
                  </a:lnTo>
                  <a:lnTo>
                    <a:pt x="2129042" y="3764227"/>
                  </a:lnTo>
                  <a:lnTo>
                    <a:pt x="2129230" y="3764227"/>
                  </a:lnTo>
                  <a:lnTo>
                    <a:pt x="2129324" y="3764227"/>
                  </a:lnTo>
                  <a:lnTo>
                    <a:pt x="2129512" y="3764227"/>
                  </a:lnTo>
                  <a:lnTo>
                    <a:pt x="2129606" y="3764227"/>
                  </a:lnTo>
                  <a:lnTo>
                    <a:pt x="2129794" y="3764227"/>
                  </a:lnTo>
                  <a:lnTo>
                    <a:pt x="2130265" y="3758947"/>
                  </a:lnTo>
                  <a:lnTo>
                    <a:pt x="2130453" y="3758947"/>
                  </a:lnTo>
                  <a:lnTo>
                    <a:pt x="2130547" y="3758947"/>
                  </a:lnTo>
                  <a:lnTo>
                    <a:pt x="2130829" y="3758947"/>
                  </a:lnTo>
                  <a:lnTo>
                    <a:pt x="2130923" y="3758947"/>
                  </a:lnTo>
                  <a:lnTo>
                    <a:pt x="2131017" y="3758947"/>
                  </a:lnTo>
                  <a:lnTo>
                    <a:pt x="2131111" y="3758947"/>
                  </a:lnTo>
                  <a:lnTo>
                    <a:pt x="2131299" y="3758947"/>
                  </a:lnTo>
                  <a:lnTo>
                    <a:pt x="2131581" y="3758947"/>
                  </a:lnTo>
                  <a:lnTo>
                    <a:pt x="2131675" y="3758947"/>
                  </a:lnTo>
                  <a:lnTo>
                    <a:pt x="2131863" y="3758947"/>
                  </a:lnTo>
                  <a:lnTo>
                    <a:pt x="2131957" y="3758947"/>
                  </a:lnTo>
                  <a:lnTo>
                    <a:pt x="2132333" y="3758947"/>
                  </a:lnTo>
                  <a:lnTo>
                    <a:pt x="2132521" y="3758947"/>
                  </a:lnTo>
                  <a:lnTo>
                    <a:pt x="2132803" y="3758947"/>
                  </a:lnTo>
                  <a:lnTo>
                    <a:pt x="2132991" y="3758947"/>
                  </a:lnTo>
                  <a:lnTo>
                    <a:pt x="2133273" y="3758947"/>
                  </a:lnTo>
                  <a:lnTo>
                    <a:pt x="2133367" y="3758947"/>
                  </a:lnTo>
                  <a:lnTo>
                    <a:pt x="2133461" y="3758947"/>
                  </a:lnTo>
                  <a:lnTo>
                    <a:pt x="2133650" y="3758947"/>
                  </a:lnTo>
                  <a:lnTo>
                    <a:pt x="2134026" y="3758947"/>
                  </a:lnTo>
                  <a:lnTo>
                    <a:pt x="2134120" y="3758947"/>
                  </a:lnTo>
                  <a:lnTo>
                    <a:pt x="2134496" y="3758947"/>
                  </a:lnTo>
                  <a:lnTo>
                    <a:pt x="2134684" y="3758947"/>
                  </a:lnTo>
                  <a:lnTo>
                    <a:pt x="2134872" y="3758947"/>
                  </a:lnTo>
                  <a:lnTo>
                    <a:pt x="2134966" y="3758947"/>
                  </a:lnTo>
                  <a:lnTo>
                    <a:pt x="2135060" y="3758947"/>
                  </a:lnTo>
                  <a:lnTo>
                    <a:pt x="2135436" y="3758947"/>
                  </a:lnTo>
                  <a:lnTo>
                    <a:pt x="2135624" y="3753668"/>
                  </a:lnTo>
                  <a:lnTo>
                    <a:pt x="2136000" y="3753668"/>
                  </a:lnTo>
                  <a:lnTo>
                    <a:pt x="2136188" y="3753668"/>
                  </a:lnTo>
                  <a:lnTo>
                    <a:pt x="2136282" y="3753668"/>
                  </a:lnTo>
                  <a:lnTo>
                    <a:pt x="2136376" y="3753668"/>
                  </a:lnTo>
                  <a:lnTo>
                    <a:pt x="2136564" y="3753668"/>
                  </a:lnTo>
                  <a:lnTo>
                    <a:pt x="2136658" y="3753668"/>
                  </a:lnTo>
                  <a:lnTo>
                    <a:pt x="2136846" y="3753668"/>
                  </a:lnTo>
                  <a:lnTo>
                    <a:pt x="2137128" y="3753668"/>
                  </a:lnTo>
                  <a:lnTo>
                    <a:pt x="2137975" y="3753668"/>
                  </a:lnTo>
                  <a:lnTo>
                    <a:pt x="2138069" y="3753668"/>
                  </a:lnTo>
                  <a:lnTo>
                    <a:pt x="2138163" y="3753668"/>
                  </a:lnTo>
                  <a:lnTo>
                    <a:pt x="2138633" y="3753668"/>
                  </a:lnTo>
                  <a:lnTo>
                    <a:pt x="2139197" y="3753668"/>
                  </a:lnTo>
                  <a:lnTo>
                    <a:pt x="2139573" y="3748389"/>
                  </a:lnTo>
                  <a:lnTo>
                    <a:pt x="2139573" y="3743109"/>
                  </a:lnTo>
                  <a:lnTo>
                    <a:pt x="2139855" y="3743109"/>
                  </a:lnTo>
                  <a:lnTo>
                    <a:pt x="2139949" y="3743109"/>
                  </a:lnTo>
                  <a:lnTo>
                    <a:pt x="2140043" y="3743109"/>
                  </a:lnTo>
                  <a:lnTo>
                    <a:pt x="2140419" y="3743109"/>
                  </a:lnTo>
                  <a:lnTo>
                    <a:pt x="2140796" y="3743109"/>
                  </a:lnTo>
                  <a:lnTo>
                    <a:pt x="2140984" y="3743109"/>
                  </a:lnTo>
                  <a:lnTo>
                    <a:pt x="2141172" y="3743109"/>
                  </a:lnTo>
                  <a:lnTo>
                    <a:pt x="2142018" y="3743109"/>
                  </a:lnTo>
                  <a:lnTo>
                    <a:pt x="2142112" y="3743109"/>
                  </a:lnTo>
                  <a:lnTo>
                    <a:pt x="2142300" y="3743109"/>
                  </a:lnTo>
                  <a:lnTo>
                    <a:pt x="2142488" y="3743109"/>
                  </a:lnTo>
                  <a:lnTo>
                    <a:pt x="2142958" y="3743109"/>
                  </a:lnTo>
                  <a:lnTo>
                    <a:pt x="2143052" y="3743109"/>
                  </a:lnTo>
                  <a:lnTo>
                    <a:pt x="2143240" y="3743109"/>
                  </a:lnTo>
                  <a:lnTo>
                    <a:pt x="2143898" y="3743109"/>
                  </a:lnTo>
                  <a:lnTo>
                    <a:pt x="2143992" y="3743109"/>
                  </a:lnTo>
                  <a:lnTo>
                    <a:pt x="2144369" y="3743109"/>
                  </a:lnTo>
                  <a:lnTo>
                    <a:pt x="2144463" y="3743109"/>
                  </a:lnTo>
                  <a:lnTo>
                    <a:pt x="2144933" y="3743109"/>
                  </a:lnTo>
                  <a:lnTo>
                    <a:pt x="2145215" y="3743109"/>
                  </a:lnTo>
                  <a:lnTo>
                    <a:pt x="2145309" y="3743109"/>
                  </a:lnTo>
                  <a:lnTo>
                    <a:pt x="2146343" y="3743109"/>
                  </a:lnTo>
                  <a:lnTo>
                    <a:pt x="2146437" y="3743109"/>
                  </a:lnTo>
                  <a:lnTo>
                    <a:pt x="2146625" y="3743109"/>
                  </a:lnTo>
                  <a:lnTo>
                    <a:pt x="2146719" y="3743109"/>
                  </a:lnTo>
                  <a:lnTo>
                    <a:pt x="2146907" y="3743109"/>
                  </a:lnTo>
                  <a:lnTo>
                    <a:pt x="2147095" y="3743109"/>
                  </a:lnTo>
                  <a:lnTo>
                    <a:pt x="2147377" y="3743109"/>
                  </a:lnTo>
                  <a:lnTo>
                    <a:pt x="2147471" y="3743109"/>
                  </a:lnTo>
                  <a:lnTo>
                    <a:pt x="2147565" y="3743109"/>
                  </a:lnTo>
                  <a:lnTo>
                    <a:pt x="2148036" y="3743109"/>
                  </a:lnTo>
                  <a:lnTo>
                    <a:pt x="2148694" y="3743109"/>
                  </a:lnTo>
                  <a:lnTo>
                    <a:pt x="2148882" y="3737830"/>
                  </a:lnTo>
                  <a:lnTo>
                    <a:pt x="2149258" y="3737830"/>
                  </a:lnTo>
                  <a:lnTo>
                    <a:pt x="2149446" y="3737830"/>
                  </a:lnTo>
                  <a:lnTo>
                    <a:pt x="2149540" y="3737830"/>
                  </a:lnTo>
                  <a:lnTo>
                    <a:pt x="2149634" y="3737830"/>
                  </a:lnTo>
                  <a:lnTo>
                    <a:pt x="2150010" y="3732550"/>
                  </a:lnTo>
                  <a:lnTo>
                    <a:pt x="2150198" y="3732550"/>
                  </a:lnTo>
                  <a:lnTo>
                    <a:pt x="2150292" y="3732550"/>
                  </a:lnTo>
                  <a:lnTo>
                    <a:pt x="2150386" y="3732550"/>
                  </a:lnTo>
                  <a:lnTo>
                    <a:pt x="2150668" y="3732550"/>
                  </a:lnTo>
                  <a:lnTo>
                    <a:pt x="2150950" y="3732550"/>
                  </a:lnTo>
                  <a:lnTo>
                    <a:pt x="2151044" y="3732550"/>
                  </a:lnTo>
                  <a:lnTo>
                    <a:pt x="2151138" y="3732550"/>
                  </a:lnTo>
                  <a:lnTo>
                    <a:pt x="2151609" y="3732550"/>
                  </a:lnTo>
                  <a:lnTo>
                    <a:pt x="2151797" y="3732550"/>
                  </a:lnTo>
                  <a:lnTo>
                    <a:pt x="2152079" y="3732550"/>
                  </a:lnTo>
                  <a:lnTo>
                    <a:pt x="2152173" y="3732550"/>
                  </a:lnTo>
                  <a:lnTo>
                    <a:pt x="2152267" y="3732550"/>
                  </a:lnTo>
                  <a:lnTo>
                    <a:pt x="2152549" y="3732550"/>
                  </a:lnTo>
                  <a:lnTo>
                    <a:pt x="2152643" y="3732550"/>
                  </a:lnTo>
                  <a:lnTo>
                    <a:pt x="2152737" y="3732550"/>
                  </a:lnTo>
                  <a:lnTo>
                    <a:pt x="2152925" y="3732550"/>
                  </a:lnTo>
                  <a:lnTo>
                    <a:pt x="2153019" y="3732550"/>
                  </a:lnTo>
                  <a:lnTo>
                    <a:pt x="2153301" y="3732550"/>
                  </a:lnTo>
                  <a:lnTo>
                    <a:pt x="2153583" y="3732550"/>
                  </a:lnTo>
                  <a:lnTo>
                    <a:pt x="2153677" y="3732550"/>
                  </a:lnTo>
                  <a:lnTo>
                    <a:pt x="2153771" y="3732550"/>
                  </a:lnTo>
                  <a:lnTo>
                    <a:pt x="2153865" y="3732550"/>
                  </a:lnTo>
                  <a:lnTo>
                    <a:pt x="2153959" y="3732550"/>
                  </a:lnTo>
                  <a:lnTo>
                    <a:pt x="2154053" y="3732550"/>
                  </a:lnTo>
                  <a:lnTo>
                    <a:pt x="2154335" y="3732550"/>
                  </a:lnTo>
                  <a:lnTo>
                    <a:pt x="2154617" y="3732550"/>
                  </a:lnTo>
                  <a:lnTo>
                    <a:pt x="2154711" y="3732550"/>
                  </a:lnTo>
                  <a:lnTo>
                    <a:pt x="2154900" y="3732550"/>
                  </a:lnTo>
                  <a:lnTo>
                    <a:pt x="2155088" y="3732550"/>
                  </a:lnTo>
                  <a:lnTo>
                    <a:pt x="2155182" y="3732550"/>
                  </a:lnTo>
                  <a:lnTo>
                    <a:pt x="2155370" y="3727271"/>
                  </a:lnTo>
                  <a:lnTo>
                    <a:pt x="2155464" y="3727271"/>
                  </a:lnTo>
                  <a:lnTo>
                    <a:pt x="2155652" y="3727271"/>
                  </a:lnTo>
                  <a:lnTo>
                    <a:pt x="2155746" y="3727271"/>
                  </a:lnTo>
                  <a:lnTo>
                    <a:pt x="2155840" y="3727271"/>
                  </a:lnTo>
                  <a:lnTo>
                    <a:pt x="2155934" y="3727271"/>
                  </a:lnTo>
                  <a:lnTo>
                    <a:pt x="2156028" y="3727271"/>
                  </a:lnTo>
                  <a:lnTo>
                    <a:pt x="2156122" y="3727271"/>
                  </a:lnTo>
                  <a:lnTo>
                    <a:pt x="2156216" y="3727271"/>
                  </a:lnTo>
                  <a:lnTo>
                    <a:pt x="2156592" y="3727271"/>
                  </a:lnTo>
                  <a:lnTo>
                    <a:pt x="2156686" y="3727271"/>
                  </a:lnTo>
                  <a:lnTo>
                    <a:pt x="2157062" y="3727271"/>
                  </a:lnTo>
                  <a:lnTo>
                    <a:pt x="2157344" y="3727271"/>
                  </a:lnTo>
                  <a:lnTo>
                    <a:pt x="2157532" y="3727271"/>
                  </a:lnTo>
                  <a:lnTo>
                    <a:pt x="2157626" y="3727271"/>
                  </a:lnTo>
                  <a:lnTo>
                    <a:pt x="2157814" y="3727271"/>
                  </a:lnTo>
                  <a:lnTo>
                    <a:pt x="2157908" y="3727271"/>
                  </a:lnTo>
                  <a:lnTo>
                    <a:pt x="2158190" y="3727271"/>
                  </a:lnTo>
                  <a:lnTo>
                    <a:pt x="2158567" y="3727271"/>
                  </a:lnTo>
                  <a:lnTo>
                    <a:pt x="2158661" y="3727271"/>
                  </a:lnTo>
                  <a:lnTo>
                    <a:pt x="2159507" y="3727271"/>
                  </a:lnTo>
                  <a:lnTo>
                    <a:pt x="2159601" y="3727271"/>
                  </a:lnTo>
                  <a:lnTo>
                    <a:pt x="2159695" y="3727271"/>
                  </a:lnTo>
                  <a:lnTo>
                    <a:pt x="2159789" y="3727271"/>
                  </a:lnTo>
                  <a:lnTo>
                    <a:pt x="2160259" y="3727271"/>
                  </a:lnTo>
                  <a:lnTo>
                    <a:pt x="2160353" y="3727271"/>
                  </a:lnTo>
                  <a:lnTo>
                    <a:pt x="2160447" y="3727271"/>
                  </a:lnTo>
                  <a:lnTo>
                    <a:pt x="2160541" y="3727271"/>
                  </a:lnTo>
                  <a:lnTo>
                    <a:pt x="2160635" y="3727271"/>
                  </a:lnTo>
                  <a:lnTo>
                    <a:pt x="2161199" y="3727271"/>
                  </a:lnTo>
                  <a:lnTo>
                    <a:pt x="2161575" y="3727271"/>
                  </a:lnTo>
                  <a:lnTo>
                    <a:pt x="2161669" y="3727271"/>
                  </a:lnTo>
                  <a:lnTo>
                    <a:pt x="2161763" y="3727271"/>
                  </a:lnTo>
                  <a:lnTo>
                    <a:pt x="2161857" y="3727271"/>
                  </a:lnTo>
                  <a:lnTo>
                    <a:pt x="2162046" y="3727271"/>
                  </a:lnTo>
                  <a:lnTo>
                    <a:pt x="2162234" y="3727271"/>
                  </a:lnTo>
                  <a:lnTo>
                    <a:pt x="2162516" y="3727271"/>
                  </a:lnTo>
                  <a:lnTo>
                    <a:pt x="2162610" y="3727271"/>
                  </a:lnTo>
                  <a:lnTo>
                    <a:pt x="2162704" y="3727271"/>
                  </a:lnTo>
                  <a:lnTo>
                    <a:pt x="2162798" y="3727271"/>
                  </a:lnTo>
                  <a:lnTo>
                    <a:pt x="2163268" y="3727271"/>
                  </a:lnTo>
                  <a:lnTo>
                    <a:pt x="2163456" y="3727271"/>
                  </a:lnTo>
                  <a:lnTo>
                    <a:pt x="2163550" y="3727271"/>
                  </a:lnTo>
                  <a:lnTo>
                    <a:pt x="2163644" y="3727271"/>
                  </a:lnTo>
                  <a:lnTo>
                    <a:pt x="2163832" y="3727271"/>
                  </a:lnTo>
                  <a:lnTo>
                    <a:pt x="2163926" y="3727271"/>
                  </a:lnTo>
                  <a:lnTo>
                    <a:pt x="2164020" y="3727271"/>
                  </a:lnTo>
                  <a:lnTo>
                    <a:pt x="2164302" y="3727271"/>
                  </a:lnTo>
                  <a:lnTo>
                    <a:pt x="2164772" y="3727271"/>
                  </a:lnTo>
                  <a:lnTo>
                    <a:pt x="2164960" y="3727271"/>
                  </a:lnTo>
                  <a:lnTo>
                    <a:pt x="2165054" y="3727271"/>
                  </a:lnTo>
                  <a:lnTo>
                    <a:pt x="2165148" y="3727271"/>
                  </a:lnTo>
                  <a:lnTo>
                    <a:pt x="2165430" y="3727271"/>
                  </a:lnTo>
                  <a:lnTo>
                    <a:pt x="2165525" y="3727271"/>
                  </a:lnTo>
                  <a:lnTo>
                    <a:pt x="2165619" y="3727271"/>
                  </a:lnTo>
                  <a:lnTo>
                    <a:pt x="2165713" y="3727271"/>
                  </a:lnTo>
                  <a:lnTo>
                    <a:pt x="2165807" y="3727271"/>
                  </a:lnTo>
                  <a:lnTo>
                    <a:pt x="2165995" y="3727271"/>
                  </a:lnTo>
                  <a:lnTo>
                    <a:pt x="2166089" y="3727271"/>
                  </a:lnTo>
                  <a:lnTo>
                    <a:pt x="2166371" y="3727271"/>
                  </a:lnTo>
                  <a:lnTo>
                    <a:pt x="2166559" y="3727271"/>
                  </a:lnTo>
                  <a:lnTo>
                    <a:pt x="2166747" y="3727271"/>
                  </a:lnTo>
                  <a:lnTo>
                    <a:pt x="2167217" y="3727271"/>
                  </a:lnTo>
                  <a:lnTo>
                    <a:pt x="2167405" y="3727271"/>
                  </a:lnTo>
                  <a:lnTo>
                    <a:pt x="2167687" y="3727271"/>
                  </a:lnTo>
                  <a:lnTo>
                    <a:pt x="2167781" y="3727271"/>
                  </a:lnTo>
                  <a:lnTo>
                    <a:pt x="2167875" y="3727271"/>
                  </a:lnTo>
                  <a:lnTo>
                    <a:pt x="2167969" y="3727271"/>
                  </a:lnTo>
                  <a:lnTo>
                    <a:pt x="2168063" y="3727271"/>
                  </a:lnTo>
                  <a:lnTo>
                    <a:pt x="2168533" y="3727271"/>
                  </a:lnTo>
                  <a:lnTo>
                    <a:pt x="2168627" y="3727271"/>
                  </a:lnTo>
                  <a:lnTo>
                    <a:pt x="2168721" y="3727271"/>
                  </a:lnTo>
                  <a:lnTo>
                    <a:pt x="2168815" y="3727271"/>
                  </a:lnTo>
                  <a:lnTo>
                    <a:pt x="2169003" y="3727271"/>
                  </a:lnTo>
                  <a:lnTo>
                    <a:pt x="2169098" y="3721992"/>
                  </a:lnTo>
                  <a:lnTo>
                    <a:pt x="2169380" y="3721992"/>
                  </a:lnTo>
                  <a:lnTo>
                    <a:pt x="2169474" y="3721992"/>
                  </a:lnTo>
                  <a:lnTo>
                    <a:pt x="2169756" y="3721992"/>
                  </a:lnTo>
                  <a:lnTo>
                    <a:pt x="2170038" y="3721992"/>
                  </a:lnTo>
                  <a:lnTo>
                    <a:pt x="2170132" y="3721992"/>
                  </a:lnTo>
                  <a:lnTo>
                    <a:pt x="2170226" y="3721992"/>
                  </a:lnTo>
                  <a:lnTo>
                    <a:pt x="2170320" y="3721992"/>
                  </a:lnTo>
                  <a:lnTo>
                    <a:pt x="2170602" y="3716712"/>
                  </a:lnTo>
                  <a:lnTo>
                    <a:pt x="2170790" y="3716712"/>
                  </a:lnTo>
                  <a:lnTo>
                    <a:pt x="2170978" y="3716712"/>
                  </a:lnTo>
                  <a:lnTo>
                    <a:pt x="2171542" y="3716712"/>
                  </a:lnTo>
                  <a:lnTo>
                    <a:pt x="2171636" y="3716712"/>
                  </a:lnTo>
                  <a:lnTo>
                    <a:pt x="2171730" y="3716712"/>
                  </a:lnTo>
                  <a:lnTo>
                    <a:pt x="2172012" y="3716712"/>
                  </a:lnTo>
                  <a:lnTo>
                    <a:pt x="2172200" y="3716712"/>
                  </a:lnTo>
                  <a:lnTo>
                    <a:pt x="2172294" y="3716712"/>
                  </a:lnTo>
                  <a:lnTo>
                    <a:pt x="2172577" y="3716712"/>
                  </a:lnTo>
                  <a:lnTo>
                    <a:pt x="2172671" y="3716712"/>
                  </a:lnTo>
                  <a:lnTo>
                    <a:pt x="2173141" y="3716712"/>
                  </a:lnTo>
                  <a:lnTo>
                    <a:pt x="2173235" y="3716712"/>
                  </a:lnTo>
                  <a:lnTo>
                    <a:pt x="2173329" y="3716712"/>
                  </a:lnTo>
                  <a:lnTo>
                    <a:pt x="2173517" y="3711433"/>
                  </a:lnTo>
                  <a:lnTo>
                    <a:pt x="2174363" y="3711433"/>
                  </a:lnTo>
                  <a:lnTo>
                    <a:pt x="2174551" y="3711433"/>
                  </a:lnTo>
                  <a:lnTo>
                    <a:pt x="2174645" y="3711433"/>
                  </a:lnTo>
                  <a:lnTo>
                    <a:pt x="2174739" y="3711433"/>
                  </a:lnTo>
                  <a:lnTo>
                    <a:pt x="2175021" y="3711433"/>
                  </a:lnTo>
                  <a:lnTo>
                    <a:pt x="2175115" y="3711433"/>
                  </a:lnTo>
                  <a:lnTo>
                    <a:pt x="2175209" y="3711433"/>
                  </a:lnTo>
                  <a:lnTo>
                    <a:pt x="2175303" y="3711433"/>
                  </a:lnTo>
                  <a:lnTo>
                    <a:pt x="2175397" y="3711433"/>
                  </a:lnTo>
                  <a:lnTo>
                    <a:pt x="2176055" y="3711433"/>
                  </a:lnTo>
                  <a:lnTo>
                    <a:pt x="2176150" y="3711433"/>
                  </a:lnTo>
                  <a:lnTo>
                    <a:pt x="2176244" y="3711433"/>
                  </a:lnTo>
                  <a:lnTo>
                    <a:pt x="2177090" y="3711433"/>
                  </a:lnTo>
                  <a:lnTo>
                    <a:pt x="2177372" y="3711433"/>
                  </a:lnTo>
                  <a:lnTo>
                    <a:pt x="2177466" y="3711433"/>
                  </a:lnTo>
                  <a:lnTo>
                    <a:pt x="2177560" y="3711433"/>
                  </a:lnTo>
                  <a:lnTo>
                    <a:pt x="2177654" y="3711433"/>
                  </a:lnTo>
                  <a:lnTo>
                    <a:pt x="2177748" y="3711433"/>
                  </a:lnTo>
                  <a:lnTo>
                    <a:pt x="2177842" y="3711433"/>
                  </a:lnTo>
                  <a:lnTo>
                    <a:pt x="2177936" y="3711433"/>
                  </a:lnTo>
                  <a:lnTo>
                    <a:pt x="2178030" y="3711433"/>
                  </a:lnTo>
                  <a:lnTo>
                    <a:pt x="2178218" y="3711433"/>
                  </a:lnTo>
                  <a:lnTo>
                    <a:pt x="2178312" y="3711433"/>
                  </a:lnTo>
                  <a:lnTo>
                    <a:pt x="2178406" y="3711433"/>
                  </a:lnTo>
                  <a:lnTo>
                    <a:pt x="2178594" y="3711433"/>
                  </a:lnTo>
                  <a:lnTo>
                    <a:pt x="2178970" y="3711433"/>
                  </a:lnTo>
                  <a:lnTo>
                    <a:pt x="2179252" y="3711433"/>
                  </a:lnTo>
                  <a:lnTo>
                    <a:pt x="2179534" y="3711433"/>
                  </a:lnTo>
                  <a:lnTo>
                    <a:pt x="2179817" y="3711433"/>
                  </a:lnTo>
                  <a:lnTo>
                    <a:pt x="2179911" y="3711433"/>
                  </a:lnTo>
                  <a:lnTo>
                    <a:pt x="2180005" y="3711433"/>
                  </a:lnTo>
                  <a:lnTo>
                    <a:pt x="2180193" y="3711433"/>
                  </a:lnTo>
                  <a:lnTo>
                    <a:pt x="2180381" y="3711433"/>
                  </a:lnTo>
                  <a:lnTo>
                    <a:pt x="2180569" y="3711433"/>
                  </a:lnTo>
                  <a:lnTo>
                    <a:pt x="2181039" y="3711433"/>
                  </a:lnTo>
                  <a:lnTo>
                    <a:pt x="2181227" y="3711433"/>
                  </a:lnTo>
                  <a:lnTo>
                    <a:pt x="2181321" y="3711433"/>
                  </a:lnTo>
                  <a:lnTo>
                    <a:pt x="2181791" y="3711433"/>
                  </a:lnTo>
                  <a:lnTo>
                    <a:pt x="2181885" y="3711433"/>
                  </a:lnTo>
                  <a:lnTo>
                    <a:pt x="2182073" y="3711433"/>
                  </a:lnTo>
                  <a:lnTo>
                    <a:pt x="2182167" y="3711433"/>
                  </a:lnTo>
                  <a:lnTo>
                    <a:pt x="2182261" y="3711433"/>
                  </a:lnTo>
                  <a:lnTo>
                    <a:pt x="2182355" y="3711433"/>
                  </a:lnTo>
                  <a:lnTo>
                    <a:pt x="2182731" y="3711433"/>
                  </a:lnTo>
                  <a:lnTo>
                    <a:pt x="2182825" y="3711433"/>
                  </a:lnTo>
                  <a:lnTo>
                    <a:pt x="2182919" y="3711433"/>
                  </a:lnTo>
                  <a:lnTo>
                    <a:pt x="2183013" y="3711433"/>
                  </a:lnTo>
                  <a:lnTo>
                    <a:pt x="2183107" y="3711433"/>
                  </a:lnTo>
                  <a:lnTo>
                    <a:pt x="2183201" y="3711433"/>
                  </a:lnTo>
                  <a:lnTo>
                    <a:pt x="2183296" y="3711433"/>
                  </a:lnTo>
                  <a:lnTo>
                    <a:pt x="2183672" y="3711433"/>
                  </a:lnTo>
                  <a:lnTo>
                    <a:pt x="2183766" y="3711433"/>
                  </a:lnTo>
                  <a:lnTo>
                    <a:pt x="2184142" y="3706153"/>
                  </a:lnTo>
                  <a:lnTo>
                    <a:pt x="2184330" y="3706153"/>
                  </a:lnTo>
                  <a:lnTo>
                    <a:pt x="2184424" y="3706153"/>
                  </a:lnTo>
                  <a:lnTo>
                    <a:pt x="2184518" y="3706153"/>
                  </a:lnTo>
                  <a:lnTo>
                    <a:pt x="2184612" y="3706153"/>
                  </a:lnTo>
                  <a:lnTo>
                    <a:pt x="2184706" y="3706153"/>
                  </a:lnTo>
                  <a:lnTo>
                    <a:pt x="2184800" y="3706153"/>
                  </a:lnTo>
                  <a:lnTo>
                    <a:pt x="2184894" y="3700874"/>
                  </a:lnTo>
                  <a:lnTo>
                    <a:pt x="2184988" y="3700874"/>
                  </a:lnTo>
                  <a:lnTo>
                    <a:pt x="2185082" y="3700874"/>
                  </a:lnTo>
                  <a:lnTo>
                    <a:pt x="2185458" y="3700874"/>
                  </a:lnTo>
                  <a:lnTo>
                    <a:pt x="2185552" y="3700874"/>
                  </a:lnTo>
                  <a:lnTo>
                    <a:pt x="2185740" y="3700874"/>
                  </a:lnTo>
                  <a:lnTo>
                    <a:pt x="2186022" y="3700874"/>
                  </a:lnTo>
                  <a:lnTo>
                    <a:pt x="2186398" y="3700874"/>
                  </a:lnTo>
                  <a:lnTo>
                    <a:pt x="2186492" y="3700874"/>
                  </a:lnTo>
                  <a:lnTo>
                    <a:pt x="2187527" y="3700874"/>
                  </a:lnTo>
                  <a:lnTo>
                    <a:pt x="2187621" y="3700874"/>
                  </a:lnTo>
                  <a:lnTo>
                    <a:pt x="2187903" y="3700874"/>
                  </a:lnTo>
                  <a:lnTo>
                    <a:pt x="2187997" y="3700874"/>
                  </a:lnTo>
                  <a:lnTo>
                    <a:pt x="2188373" y="3700874"/>
                  </a:lnTo>
                  <a:lnTo>
                    <a:pt x="2188843" y="3700874"/>
                  </a:lnTo>
                  <a:lnTo>
                    <a:pt x="2188937" y="3700874"/>
                  </a:lnTo>
                  <a:lnTo>
                    <a:pt x="2189031" y="3700874"/>
                  </a:lnTo>
                  <a:lnTo>
                    <a:pt x="2189407" y="3700874"/>
                  </a:lnTo>
                  <a:lnTo>
                    <a:pt x="2189501" y="3700874"/>
                  </a:lnTo>
                  <a:lnTo>
                    <a:pt x="2189595" y="3700874"/>
                  </a:lnTo>
                  <a:lnTo>
                    <a:pt x="2189971" y="3700874"/>
                  </a:lnTo>
                  <a:lnTo>
                    <a:pt x="2190065" y="3700874"/>
                  </a:lnTo>
                  <a:lnTo>
                    <a:pt x="2190159" y="3700874"/>
                  </a:lnTo>
                  <a:lnTo>
                    <a:pt x="2190253" y="3700874"/>
                  </a:lnTo>
                  <a:lnTo>
                    <a:pt x="2190348" y="3700874"/>
                  </a:lnTo>
                  <a:lnTo>
                    <a:pt x="2190536" y="3700874"/>
                  </a:lnTo>
                  <a:lnTo>
                    <a:pt x="2191006" y="3700874"/>
                  </a:lnTo>
                  <a:lnTo>
                    <a:pt x="2191100" y="3700874"/>
                  </a:lnTo>
                  <a:lnTo>
                    <a:pt x="2191194" y="3700874"/>
                  </a:lnTo>
                  <a:lnTo>
                    <a:pt x="2191476" y="3700874"/>
                  </a:lnTo>
                  <a:lnTo>
                    <a:pt x="2191570" y="3700874"/>
                  </a:lnTo>
                  <a:lnTo>
                    <a:pt x="2191946" y="3700874"/>
                  </a:lnTo>
                  <a:lnTo>
                    <a:pt x="2192040" y="3695594"/>
                  </a:lnTo>
                  <a:lnTo>
                    <a:pt x="2192322" y="3695594"/>
                  </a:lnTo>
                  <a:lnTo>
                    <a:pt x="2192792" y="3695594"/>
                  </a:lnTo>
                  <a:lnTo>
                    <a:pt x="2192886" y="3695594"/>
                  </a:lnTo>
                  <a:lnTo>
                    <a:pt x="2192980" y="3695594"/>
                  </a:lnTo>
                  <a:lnTo>
                    <a:pt x="2193074" y="3695594"/>
                  </a:lnTo>
                  <a:lnTo>
                    <a:pt x="2193450" y="3690315"/>
                  </a:lnTo>
                  <a:lnTo>
                    <a:pt x="2193921" y="3690315"/>
                  </a:lnTo>
                  <a:lnTo>
                    <a:pt x="2194015" y="3690315"/>
                  </a:lnTo>
                  <a:lnTo>
                    <a:pt x="2194109" y="3690315"/>
                  </a:lnTo>
                  <a:lnTo>
                    <a:pt x="2194203" y="3690315"/>
                  </a:lnTo>
                  <a:lnTo>
                    <a:pt x="2194297" y="3690315"/>
                  </a:lnTo>
                  <a:lnTo>
                    <a:pt x="2194485" y="3690315"/>
                  </a:lnTo>
                  <a:lnTo>
                    <a:pt x="2194579" y="3690315"/>
                  </a:lnTo>
                  <a:lnTo>
                    <a:pt x="2194861" y="3690315"/>
                  </a:lnTo>
                  <a:lnTo>
                    <a:pt x="2194955" y="3690315"/>
                  </a:lnTo>
                  <a:lnTo>
                    <a:pt x="2195049" y="3690315"/>
                  </a:lnTo>
                  <a:lnTo>
                    <a:pt x="2195143" y="3690315"/>
                  </a:lnTo>
                  <a:lnTo>
                    <a:pt x="2195801" y="3690315"/>
                  </a:lnTo>
                  <a:lnTo>
                    <a:pt x="2195895" y="3690315"/>
                  </a:lnTo>
                  <a:lnTo>
                    <a:pt x="2195989" y="3690315"/>
                  </a:lnTo>
                  <a:lnTo>
                    <a:pt x="2196083" y="3690315"/>
                  </a:lnTo>
                  <a:lnTo>
                    <a:pt x="2196365" y="3690315"/>
                  </a:lnTo>
                  <a:lnTo>
                    <a:pt x="2196459" y="3690315"/>
                  </a:lnTo>
                  <a:lnTo>
                    <a:pt x="2196929" y="3690315"/>
                  </a:lnTo>
                  <a:lnTo>
                    <a:pt x="2197023" y="3690315"/>
                  </a:lnTo>
                  <a:lnTo>
                    <a:pt x="2197305" y="3690315"/>
                  </a:lnTo>
                  <a:lnTo>
                    <a:pt x="2197400" y="3690315"/>
                  </a:lnTo>
                  <a:lnTo>
                    <a:pt x="2197964" y="3685036"/>
                  </a:lnTo>
                  <a:lnTo>
                    <a:pt x="2198058" y="3685036"/>
                  </a:lnTo>
                  <a:lnTo>
                    <a:pt x="2198152" y="3685036"/>
                  </a:lnTo>
                  <a:lnTo>
                    <a:pt x="2198434" y="3685036"/>
                  </a:lnTo>
                  <a:lnTo>
                    <a:pt x="2198528" y="3685036"/>
                  </a:lnTo>
                  <a:lnTo>
                    <a:pt x="2198622" y="3685036"/>
                  </a:lnTo>
                  <a:lnTo>
                    <a:pt x="2198716" y="3685036"/>
                  </a:lnTo>
                  <a:lnTo>
                    <a:pt x="2198904" y="3685036"/>
                  </a:lnTo>
                  <a:lnTo>
                    <a:pt x="2199092" y="3685036"/>
                  </a:lnTo>
                  <a:lnTo>
                    <a:pt x="2199280" y="3685036"/>
                  </a:lnTo>
                  <a:lnTo>
                    <a:pt x="2199468" y="3685036"/>
                  </a:lnTo>
                  <a:lnTo>
                    <a:pt x="2199562" y="3685036"/>
                  </a:lnTo>
                  <a:lnTo>
                    <a:pt x="2199750" y="3685036"/>
                  </a:lnTo>
                  <a:lnTo>
                    <a:pt x="2200126" y="3685036"/>
                  </a:lnTo>
                  <a:lnTo>
                    <a:pt x="2200314" y="3685036"/>
                  </a:lnTo>
                  <a:lnTo>
                    <a:pt x="2200878" y="3685036"/>
                  </a:lnTo>
                  <a:lnTo>
                    <a:pt x="2201161" y="3685036"/>
                  </a:lnTo>
                  <a:lnTo>
                    <a:pt x="2201255" y="3685036"/>
                  </a:lnTo>
                  <a:lnTo>
                    <a:pt x="2201443" y="3679756"/>
                  </a:lnTo>
                  <a:lnTo>
                    <a:pt x="2202101" y="3679756"/>
                  </a:lnTo>
                  <a:lnTo>
                    <a:pt x="2202383" y="3679756"/>
                  </a:lnTo>
                  <a:lnTo>
                    <a:pt x="2202571" y="3679756"/>
                  </a:lnTo>
                  <a:lnTo>
                    <a:pt x="2202759" y="3679756"/>
                  </a:lnTo>
                  <a:lnTo>
                    <a:pt x="2202853" y="3679756"/>
                  </a:lnTo>
                  <a:lnTo>
                    <a:pt x="2203417" y="3679756"/>
                  </a:lnTo>
                  <a:lnTo>
                    <a:pt x="2203887" y="3679756"/>
                  </a:lnTo>
                  <a:lnTo>
                    <a:pt x="2204075" y="3679756"/>
                  </a:lnTo>
                  <a:lnTo>
                    <a:pt x="2204263" y="3679756"/>
                  </a:lnTo>
                  <a:lnTo>
                    <a:pt x="2204357" y="3679756"/>
                  </a:lnTo>
                  <a:lnTo>
                    <a:pt x="2204451" y="3679756"/>
                  </a:lnTo>
                  <a:lnTo>
                    <a:pt x="2204451" y="3674477"/>
                  </a:lnTo>
                  <a:lnTo>
                    <a:pt x="2204640" y="3674477"/>
                  </a:lnTo>
                  <a:lnTo>
                    <a:pt x="2204922" y="3674477"/>
                  </a:lnTo>
                  <a:lnTo>
                    <a:pt x="2205016" y="3674477"/>
                  </a:lnTo>
                  <a:lnTo>
                    <a:pt x="2205110" y="3674477"/>
                  </a:lnTo>
                  <a:lnTo>
                    <a:pt x="2205486" y="3674477"/>
                  </a:lnTo>
                  <a:lnTo>
                    <a:pt x="2205862" y="3674477"/>
                  </a:lnTo>
                  <a:lnTo>
                    <a:pt x="2205956" y="3674477"/>
                  </a:lnTo>
                  <a:lnTo>
                    <a:pt x="2206332" y="3663918"/>
                  </a:lnTo>
                  <a:lnTo>
                    <a:pt x="2206896" y="3663918"/>
                  </a:lnTo>
                  <a:lnTo>
                    <a:pt x="2206990" y="3663918"/>
                  </a:lnTo>
                  <a:lnTo>
                    <a:pt x="2207084" y="3663918"/>
                  </a:lnTo>
                  <a:lnTo>
                    <a:pt x="2207366" y="3663918"/>
                  </a:lnTo>
                  <a:lnTo>
                    <a:pt x="2207742" y="3663918"/>
                  </a:lnTo>
                  <a:lnTo>
                    <a:pt x="2207836" y="3663918"/>
                  </a:lnTo>
                  <a:lnTo>
                    <a:pt x="2208401" y="3663918"/>
                  </a:lnTo>
                  <a:lnTo>
                    <a:pt x="2208589" y="3663918"/>
                  </a:lnTo>
                  <a:lnTo>
                    <a:pt x="2208683" y="3663918"/>
                  </a:lnTo>
                  <a:lnTo>
                    <a:pt x="2208777" y="3663918"/>
                  </a:lnTo>
                  <a:lnTo>
                    <a:pt x="2208871" y="3663918"/>
                  </a:lnTo>
                  <a:lnTo>
                    <a:pt x="2209059" y="3663918"/>
                  </a:lnTo>
                  <a:lnTo>
                    <a:pt x="2209341" y="3663918"/>
                  </a:lnTo>
                  <a:lnTo>
                    <a:pt x="2209435" y="3658638"/>
                  </a:lnTo>
                  <a:lnTo>
                    <a:pt x="2209999" y="3658638"/>
                  </a:lnTo>
                  <a:lnTo>
                    <a:pt x="2210093" y="3658638"/>
                  </a:lnTo>
                  <a:lnTo>
                    <a:pt x="2210187" y="3658638"/>
                  </a:lnTo>
                  <a:lnTo>
                    <a:pt x="2210375" y="3658638"/>
                  </a:lnTo>
                  <a:lnTo>
                    <a:pt x="2210469" y="3658638"/>
                  </a:lnTo>
                  <a:lnTo>
                    <a:pt x="2210657" y="3658638"/>
                  </a:lnTo>
                  <a:lnTo>
                    <a:pt x="2210845" y="3658638"/>
                  </a:lnTo>
                  <a:lnTo>
                    <a:pt x="2211409" y="3658638"/>
                  </a:lnTo>
                  <a:lnTo>
                    <a:pt x="2211503" y="3658638"/>
                  </a:lnTo>
                  <a:lnTo>
                    <a:pt x="2211880" y="3658638"/>
                  </a:lnTo>
                  <a:lnTo>
                    <a:pt x="2211974" y="3658638"/>
                  </a:lnTo>
                  <a:lnTo>
                    <a:pt x="2212444" y="3658638"/>
                  </a:lnTo>
                  <a:lnTo>
                    <a:pt x="2212632" y="3658638"/>
                  </a:lnTo>
                  <a:lnTo>
                    <a:pt x="2212914" y="3658638"/>
                  </a:lnTo>
                  <a:lnTo>
                    <a:pt x="2213102" y="3653359"/>
                  </a:lnTo>
                  <a:lnTo>
                    <a:pt x="2213196" y="3653359"/>
                  </a:lnTo>
                  <a:lnTo>
                    <a:pt x="2213290" y="3653359"/>
                  </a:lnTo>
                  <a:lnTo>
                    <a:pt x="2213572" y="3648080"/>
                  </a:lnTo>
                  <a:lnTo>
                    <a:pt x="2213666" y="3648080"/>
                  </a:lnTo>
                  <a:lnTo>
                    <a:pt x="2213854" y="3648080"/>
                  </a:lnTo>
                  <a:lnTo>
                    <a:pt x="2213948" y="3648080"/>
                  </a:lnTo>
                  <a:lnTo>
                    <a:pt x="2214136" y="3648080"/>
                  </a:lnTo>
                  <a:lnTo>
                    <a:pt x="2214230" y="3648080"/>
                  </a:lnTo>
                  <a:lnTo>
                    <a:pt x="2214324" y="3648080"/>
                  </a:lnTo>
                  <a:lnTo>
                    <a:pt x="2214418" y="3648080"/>
                  </a:lnTo>
                  <a:lnTo>
                    <a:pt x="2214606" y="3648080"/>
                  </a:lnTo>
                  <a:lnTo>
                    <a:pt x="2214700" y="3648080"/>
                  </a:lnTo>
                  <a:lnTo>
                    <a:pt x="2215171" y="3648080"/>
                  </a:lnTo>
                  <a:lnTo>
                    <a:pt x="2215359" y="3648080"/>
                  </a:lnTo>
                  <a:lnTo>
                    <a:pt x="2215453" y="3648080"/>
                  </a:lnTo>
                  <a:lnTo>
                    <a:pt x="2215547" y="3648080"/>
                  </a:lnTo>
                  <a:lnTo>
                    <a:pt x="2215735" y="3648080"/>
                  </a:lnTo>
                  <a:lnTo>
                    <a:pt x="2215829" y="3648080"/>
                  </a:lnTo>
                  <a:lnTo>
                    <a:pt x="2215923" y="3648080"/>
                  </a:lnTo>
                  <a:lnTo>
                    <a:pt x="2216017" y="3648080"/>
                  </a:lnTo>
                  <a:lnTo>
                    <a:pt x="2216205" y="3648080"/>
                  </a:lnTo>
                  <a:lnTo>
                    <a:pt x="2216299" y="3648080"/>
                  </a:lnTo>
                  <a:lnTo>
                    <a:pt x="2216581" y="3648080"/>
                  </a:lnTo>
                  <a:lnTo>
                    <a:pt x="2216675" y="3648080"/>
                  </a:lnTo>
                  <a:lnTo>
                    <a:pt x="2216769" y="3648080"/>
                  </a:lnTo>
                  <a:lnTo>
                    <a:pt x="2216957" y="3648080"/>
                  </a:lnTo>
                  <a:lnTo>
                    <a:pt x="2217051" y="3648080"/>
                  </a:lnTo>
                  <a:lnTo>
                    <a:pt x="2217521" y="3648080"/>
                  </a:lnTo>
                  <a:lnTo>
                    <a:pt x="2217615" y="3648080"/>
                  </a:lnTo>
                  <a:lnTo>
                    <a:pt x="2217709" y="3642800"/>
                  </a:lnTo>
                  <a:lnTo>
                    <a:pt x="2218273" y="3642800"/>
                  </a:lnTo>
                  <a:lnTo>
                    <a:pt x="2218461" y="3642800"/>
                  </a:lnTo>
                  <a:lnTo>
                    <a:pt x="2218838" y="3642800"/>
                  </a:lnTo>
                  <a:lnTo>
                    <a:pt x="2219308" y="3642800"/>
                  </a:lnTo>
                  <a:lnTo>
                    <a:pt x="2219496" y="3642800"/>
                  </a:lnTo>
                  <a:lnTo>
                    <a:pt x="2219590" y="3642800"/>
                  </a:lnTo>
                  <a:lnTo>
                    <a:pt x="2219684" y="3642800"/>
                  </a:lnTo>
                  <a:lnTo>
                    <a:pt x="2219778" y="3642800"/>
                  </a:lnTo>
                  <a:lnTo>
                    <a:pt x="2220248" y="3642800"/>
                  </a:lnTo>
                  <a:lnTo>
                    <a:pt x="2220436" y="3642800"/>
                  </a:lnTo>
                  <a:lnTo>
                    <a:pt x="2220530" y="3642800"/>
                  </a:lnTo>
                  <a:lnTo>
                    <a:pt x="2220906" y="3642800"/>
                  </a:lnTo>
                  <a:lnTo>
                    <a:pt x="2221940" y="3642800"/>
                  </a:lnTo>
                  <a:lnTo>
                    <a:pt x="2222034" y="3642800"/>
                  </a:lnTo>
                  <a:lnTo>
                    <a:pt x="2222128" y="3642800"/>
                  </a:lnTo>
                  <a:lnTo>
                    <a:pt x="2222223" y="3642800"/>
                  </a:lnTo>
                  <a:lnTo>
                    <a:pt x="2222505" y="3642800"/>
                  </a:lnTo>
                  <a:lnTo>
                    <a:pt x="2222599" y="3642800"/>
                  </a:lnTo>
                  <a:lnTo>
                    <a:pt x="2222693" y="3642800"/>
                  </a:lnTo>
                  <a:lnTo>
                    <a:pt x="2222787" y="3642800"/>
                  </a:lnTo>
                  <a:lnTo>
                    <a:pt x="2222975" y="3642800"/>
                  </a:lnTo>
                  <a:lnTo>
                    <a:pt x="2223069" y="3642800"/>
                  </a:lnTo>
                  <a:lnTo>
                    <a:pt x="2223351" y="3642800"/>
                  </a:lnTo>
                  <a:lnTo>
                    <a:pt x="2223633" y="3642800"/>
                  </a:lnTo>
                  <a:lnTo>
                    <a:pt x="2223727" y="3642800"/>
                  </a:lnTo>
                  <a:lnTo>
                    <a:pt x="2223821" y="3642800"/>
                  </a:lnTo>
                  <a:lnTo>
                    <a:pt x="2224009" y="3642800"/>
                  </a:lnTo>
                  <a:lnTo>
                    <a:pt x="2224103" y="3642800"/>
                  </a:lnTo>
                  <a:lnTo>
                    <a:pt x="2224291" y="3642800"/>
                  </a:lnTo>
                  <a:lnTo>
                    <a:pt x="2224573" y="3642800"/>
                  </a:lnTo>
                  <a:lnTo>
                    <a:pt x="2224667" y="3642800"/>
                  </a:lnTo>
                  <a:lnTo>
                    <a:pt x="2224949" y="3642800"/>
                  </a:lnTo>
                  <a:lnTo>
                    <a:pt x="2225043" y="3642800"/>
                  </a:lnTo>
                  <a:lnTo>
                    <a:pt x="2225513" y="3642800"/>
                  </a:lnTo>
                  <a:lnTo>
                    <a:pt x="2225607" y="3642800"/>
                  </a:lnTo>
                  <a:lnTo>
                    <a:pt x="2225984" y="3637521"/>
                  </a:lnTo>
                  <a:lnTo>
                    <a:pt x="2226172" y="3637521"/>
                  </a:lnTo>
                  <a:lnTo>
                    <a:pt x="2226548" y="3637521"/>
                  </a:lnTo>
                  <a:lnTo>
                    <a:pt x="2226830" y="3637521"/>
                  </a:lnTo>
                  <a:lnTo>
                    <a:pt x="2226924" y="3637521"/>
                  </a:lnTo>
                  <a:lnTo>
                    <a:pt x="2227018" y="3637521"/>
                  </a:lnTo>
                  <a:lnTo>
                    <a:pt x="2227112" y="3637521"/>
                  </a:lnTo>
                  <a:lnTo>
                    <a:pt x="2227206" y="3637521"/>
                  </a:lnTo>
                  <a:lnTo>
                    <a:pt x="2227582" y="3637521"/>
                  </a:lnTo>
                  <a:lnTo>
                    <a:pt x="2227770" y="3637521"/>
                  </a:lnTo>
                  <a:lnTo>
                    <a:pt x="2227864" y="3637521"/>
                  </a:lnTo>
                  <a:lnTo>
                    <a:pt x="2228052" y="3637521"/>
                  </a:lnTo>
                  <a:lnTo>
                    <a:pt x="2228240" y="3637521"/>
                  </a:lnTo>
                  <a:lnTo>
                    <a:pt x="2228428" y="3637521"/>
                  </a:lnTo>
                  <a:lnTo>
                    <a:pt x="2228616" y="3637521"/>
                  </a:lnTo>
                  <a:lnTo>
                    <a:pt x="2228898" y="3632241"/>
                  </a:lnTo>
                  <a:lnTo>
                    <a:pt x="2229086" y="3632241"/>
                  </a:lnTo>
                  <a:lnTo>
                    <a:pt x="2229180" y="3632241"/>
                  </a:lnTo>
                  <a:lnTo>
                    <a:pt x="2229369" y="3632241"/>
                  </a:lnTo>
                  <a:lnTo>
                    <a:pt x="2229463" y="3632241"/>
                  </a:lnTo>
                  <a:lnTo>
                    <a:pt x="2229651" y="3632241"/>
                  </a:lnTo>
                  <a:lnTo>
                    <a:pt x="2229745" y="3632241"/>
                  </a:lnTo>
                  <a:lnTo>
                    <a:pt x="2229839" y="3632241"/>
                  </a:lnTo>
                  <a:lnTo>
                    <a:pt x="2229933" y="3632241"/>
                  </a:lnTo>
                  <a:lnTo>
                    <a:pt x="2230027" y="3632241"/>
                  </a:lnTo>
                  <a:lnTo>
                    <a:pt x="2230121" y="3632241"/>
                  </a:lnTo>
                  <a:lnTo>
                    <a:pt x="2230309" y="3632241"/>
                  </a:lnTo>
                  <a:lnTo>
                    <a:pt x="2230403" y="3632241"/>
                  </a:lnTo>
                  <a:lnTo>
                    <a:pt x="2230497" y="3632241"/>
                  </a:lnTo>
                  <a:lnTo>
                    <a:pt x="2230685" y="3632241"/>
                  </a:lnTo>
                  <a:lnTo>
                    <a:pt x="2231061" y="3632241"/>
                  </a:lnTo>
                  <a:lnTo>
                    <a:pt x="2231155" y="3632241"/>
                  </a:lnTo>
                  <a:lnTo>
                    <a:pt x="2231249" y="3632241"/>
                  </a:lnTo>
                  <a:lnTo>
                    <a:pt x="2231343" y="3632241"/>
                  </a:lnTo>
                  <a:lnTo>
                    <a:pt x="2231437" y="3632241"/>
                  </a:lnTo>
                  <a:lnTo>
                    <a:pt x="2231531" y="3632241"/>
                  </a:lnTo>
                  <a:lnTo>
                    <a:pt x="2232095" y="3632241"/>
                  </a:lnTo>
                  <a:lnTo>
                    <a:pt x="2232283" y="3632241"/>
                  </a:lnTo>
                  <a:lnTo>
                    <a:pt x="2232377" y="3632241"/>
                  </a:lnTo>
                  <a:lnTo>
                    <a:pt x="2232565" y="3632241"/>
                  </a:lnTo>
                  <a:lnTo>
                    <a:pt x="2232753" y="3632241"/>
                  </a:lnTo>
                  <a:lnTo>
                    <a:pt x="2232942" y="3632241"/>
                  </a:lnTo>
                  <a:lnTo>
                    <a:pt x="2233036" y="3632241"/>
                  </a:lnTo>
                  <a:lnTo>
                    <a:pt x="2233412" y="3626962"/>
                  </a:lnTo>
                  <a:lnTo>
                    <a:pt x="2233788" y="3626962"/>
                  </a:lnTo>
                  <a:lnTo>
                    <a:pt x="2233882" y="3626962"/>
                  </a:lnTo>
                  <a:lnTo>
                    <a:pt x="2234164" y="3626962"/>
                  </a:lnTo>
                  <a:lnTo>
                    <a:pt x="2234258" y="3626962"/>
                  </a:lnTo>
                  <a:lnTo>
                    <a:pt x="2234352" y="3626962"/>
                  </a:lnTo>
                  <a:lnTo>
                    <a:pt x="2234540" y="3626962"/>
                  </a:lnTo>
                  <a:lnTo>
                    <a:pt x="2234634" y="3626962"/>
                  </a:lnTo>
                  <a:lnTo>
                    <a:pt x="2234728" y="3626962"/>
                  </a:lnTo>
                  <a:lnTo>
                    <a:pt x="2235010" y="3626962"/>
                  </a:lnTo>
                  <a:lnTo>
                    <a:pt x="2235104" y="3626962"/>
                  </a:lnTo>
                  <a:lnTo>
                    <a:pt x="2235480" y="3626962"/>
                  </a:lnTo>
                  <a:lnTo>
                    <a:pt x="2235574" y="3626962"/>
                  </a:lnTo>
                  <a:lnTo>
                    <a:pt x="2235668" y="3626962"/>
                  </a:lnTo>
                  <a:lnTo>
                    <a:pt x="2235856" y="3626962"/>
                  </a:lnTo>
                  <a:lnTo>
                    <a:pt x="2235950" y="3626962"/>
                  </a:lnTo>
                  <a:lnTo>
                    <a:pt x="2236044" y="3626962"/>
                  </a:lnTo>
                  <a:lnTo>
                    <a:pt x="2236515" y="3626962"/>
                  </a:lnTo>
                  <a:lnTo>
                    <a:pt x="2236703" y="3626962"/>
                  </a:lnTo>
                  <a:lnTo>
                    <a:pt x="2236797" y="3626962"/>
                  </a:lnTo>
                  <a:lnTo>
                    <a:pt x="2237361" y="3626962"/>
                  </a:lnTo>
                  <a:lnTo>
                    <a:pt x="2237455" y="3626962"/>
                  </a:lnTo>
                  <a:lnTo>
                    <a:pt x="2237925" y="3626962"/>
                  </a:lnTo>
                  <a:lnTo>
                    <a:pt x="2238019" y="3626962"/>
                  </a:lnTo>
                  <a:lnTo>
                    <a:pt x="2238207" y="3626962"/>
                  </a:lnTo>
                  <a:lnTo>
                    <a:pt x="2238301" y="3626962"/>
                  </a:lnTo>
                  <a:lnTo>
                    <a:pt x="2239053" y="3626962"/>
                  </a:lnTo>
                  <a:lnTo>
                    <a:pt x="2239241" y="3626962"/>
                  </a:lnTo>
                  <a:lnTo>
                    <a:pt x="2239335" y="3626962"/>
                  </a:lnTo>
                  <a:lnTo>
                    <a:pt x="2239429" y="3626962"/>
                  </a:lnTo>
                  <a:lnTo>
                    <a:pt x="2239429" y="3621683"/>
                  </a:lnTo>
                  <a:lnTo>
                    <a:pt x="2239805" y="3621683"/>
                  </a:lnTo>
                  <a:lnTo>
                    <a:pt x="2239994" y="3621683"/>
                  </a:lnTo>
                  <a:lnTo>
                    <a:pt x="2240182" y="3621683"/>
                  </a:lnTo>
                  <a:lnTo>
                    <a:pt x="2240370" y="3621683"/>
                  </a:lnTo>
                  <a:lnTo>
                    <a:pt x="2240652" y="3621683"/>
                  </a:lnTo>
                  <a:lnTo>
                    <a:pt x="2240840" y="3621683"/>
                  </a:lnTo>
                  <a:lnTo>
                    <a:pt x="2240934" y="3621683"/>
                  </a:lnTo>
                  <a:lnTo>
                    <a:pt x="2241122" y="3621683"/>
                  </a:lnTo>
                  <a:lnTo>
                    <a:pt x="2241404" y="3621683"/>
                  </a:lnTo>
                  <a:lnTo>
                    <a:pt x="2241592" y="3621683"/>
                  </a:lnTo>
                  <a:lnTo>
                    <a:pt x="2241686" y="3621683"/>
                  </a:lnTo>
                  <a:lnTo>
                    <a:pt x="2241780" y="3621683"/>
                  </a:lnTo>
                  <a:lnTo>
                    <a:pt x="2241874" y="3621683"/>
                  </a:lnTo>
                  <a:lnTo>
                    <a:pt x="2241968" y="3621683"/>
                  </a:lnTo>
                  <a:lnTo>
                    <a:pt x="2242062" y="3621683"/>
                  </a:lnTo>
                  <a:lnTo>
                    <a:pt x="2242156" y="3621683"/>
                  </a:lnTo>
                  <a:lnTo>
                    <a:pt x="2242250" y="3621683"/>
                  </a:lnTo>
                  <a:lnTo>
                    <a:pt x="2242344" y="3621683"/>
                  </a:lnTo>
                  <a:lnTo>
                    <a:pt x="2242626" y="3621683"/>
                  </a:lnTo>
                  <a:lnTo>
                    <a:pt x="2242908" y="3621683"/>
                  </a:lnTo>
                  <a:lnTo>
                    <a:pt x="2243190" y="3621683"/>
                  </a:lnTo>
                  <a:lnTo>
                    <a:pt x="2243284" y="3621683"/>
                  </a:lnTo>
                  <a:lnTo>
                    <a:pt x="2243378" y="3621683"/>
                  </a:lnTo>
                  <a:lnTo>
                    <a:pt x="2243473" y="3621683"/>
                  </a:lnTo>
                  <a:lnTo>
                    <a:pt x="2243567" y="3621683"/>
                  </a:lnTo>
                  <a:lnTo>
                    <a:pt x="2243943" y="3616403"/>
                  </a:lnTo>
                  <a:lnTo>
                    <a:pt x="2244225" y="3616403"/>
                  </a:lnTo>
                  <a:lnTo>
                    <a:pt x="2244413" y="3616403"/>
                  </a:lnTo>
                  <a:lnTo>
                    <a:pt x="2244507" y="3616403"/>
                  </a:lnTo>
                  <a:lnTo>
                    <a:pt x="2244695" y="3616403"/>
                  </a:lnTo>
                  <a:lnTo>
                    <a:pt x="2244883" y="3616403"/>
                  </a:lnTo>
                  <a:lnTo>
                    <a:pt x="2244977" y="3616403"/>
                  </a:lnTo>
                  <a:lnTo>
                    <a:pt x="2245071" y="3616403"/>
                  </a:lnTo>
                  <a:lnTo>
                    <a:pt x="2245165" y="3616403"/>
                  </a:lnTo>
                  <a:lnTo>
                    <a:pt x="2245259" y="3616403"/>
                  </a:lnTo>
                  <a:lnTo>
                    <a:pt x="2245353" y="3616403"/>
                  </a:lnTo>
                  <a:lnTo>
                    <a:pt x="2245447" y="3616403"/>
                  </a:lnTo>
                  <a:lnTo>
                    <a:pt x="2245541" y="3616403"/>
                  </a:lnTo>
                  <a:lnTo>
                    <a:pt x="2246481" y="3616403"/>
                  </a:lnTo>
                  <a:lnTo>
                    <a:pt x="2246575" y="3616403"/>
                  </a:lnTo>
                  <a:lnTo>
                    <a:pt x="2246669" y="3616403"/>
                  </a:lnTo>
                  <a:lnTo>
                    <a:pt x="2246951" y="3616403"/>
                  </a:lnTo>
                  <a:lnTo>
                    <a:pt x="2247046" y="3616403"/>
                  </a:lnTo>
                  <a:lnTo>
                    <a:pt x="2247140" y="3616403"/>
                  </a:lnTo>
                  <a:lnTo>
                    <a:pt x="2247234" y="3616403"/>
                  </a:lnTo>
                  <a:lnTo>
                    <a:pt x="2247610" y="3616403"/>
                  </a:lnTo>
                  <a:lnTo>
                    <a:pt x="2247798" y="3616403"/>
                  </a:lnTo>
                  <a:lnTo>
                    <a:pt x="2247892" y="3616403"/>
                  </a:lnTo>
                  <a:lnTo>
                    <a:pt x="2248174" y="3616403"/>
                  </a:lnTo>
                  <a:lnTo>
                    <a:pt x="2248268" y="3616403"/>
                  </a:lnTo>
                  <a:lnTo>
                    <a:pt x="2248362" y="3616403"/>
                  </a:lnTo>
                  <a:lnTo>
                    <a:pt x="2248456" y="3616403"/>
                  </a:lnTo>
                  <a:lnTo>
                    <a:pt x="2248550" y="3616403"/>
                  </a:lnTo>
                  <a:lnTo>
                    <a:pt x="2248832" y="3616403"/>
                  </a:lnTo>
                  <a:lnTo>
                    <a:pt x="2249396" y="3616403"/>
                  </a:lnTo>
                  <a:lnTo>
                    <a:pt x="2249490" y="3616403"/>
                  </a:lnTo>
                  <a:lnTo>
                    <a:pt x="2249584" y="3616403"/>
                  </a:lnTo>
                  <a:lnTo>
                    <a:pt x="2249772" y="3616403"/>
                  </a:lnTo>
                  <a:lnTo>
                    <a:pt x="2250336" y="3616403"/>
                  </a:lnTo>
                  <a:lnTo>
                    <a:pt x="2250619" y="3616403"/>
                  </a:lnTo>
                  <a:lnTo>
                    <a:pt x="2250713" y="3616403"/>
                  </a:lnTo>
                  <a:lnTo>
                    <a:pt x="2250807" y="3611124"/>
                  </a:lnTo>
                  <a:lnTo>
                    <a:pt x="2250901" y="3611124"/>
                  </a:lnTo>
                  <a:lnTo>
                    <a:pt x="2250995" y="3611124"/>
                  </a:lnTo>
                  <a:lnTo>
                    <a:pt x="2251089" y="3611124"/>
                  </a:lnTo>
                  <a:lnTo>
                    <a:pt x="2251183" y="3611124"/>
                  </a:lnTo>
                  <a:lnTo>
                    <a:pt x="2251465" y="3611124"/>
                  </a:lnTo>
                  <a:lnTo>
                    <a:pt x="2251653" y="3611124"/>
                  </a:lnTo>
                  <a:lnTo>
                    <a:pt x="2251747" y="3611124"/>
                  </a:lnTo>
                  <a:lnTo>
                    <a:pt x="2252029" y="3611124"/>
                  </a:lnTo>
                  <a:lnTo>
                    <a:pt x="2252123" y="3611124"/>
                  </a:lnTo>
                  <a:lnTo>
                    <a:pt x="2252405" y="3611124"/>
                  </a:lnTo>
                  <a:lnTo>
                    <a:pt x="2252499" y="3611124"/>
                  </a:lnTo>
                  <a:lnTo>
                    <a:pt x="2252593" y="3611124"/>
                  </a:lnTo>
                  <a:lnTo>
                    <a:pt x="2252687" y="3611124"/>
                  </a:lnTo>
                  <a:lnTo>
                    <a:pt x="2252875" y="3611124"/>
                  </a:lnTo>
                  <a:lnTo>
                    <a:pt x="2253157" y="3611124"/>
                  </a:lnTo>
                  <a:lnTo>
                    <a:pt x="2253345" y="3611124"/>
                  </a:lnTo>
                  <a:lnTo>
                    <a:pt x="2253439" y="3611124"/>
                  </a:lnTo>
                  <a:lnTo>
                    <a:pt x="2253721" y="3611124"/>
                  </a:lnTo>
                  <a:lnTo>
                    <a:pt x="2254003" y="3611124"/>
                  </a:lnTo>
                  <a:lnTo>
                    <a:pt x="2254098" y="3611124"/>
                  </a:lnTo>
                  <a:lnTo>
                    <a:pt x="2254192" y="3611124"/>
                  </a:lnTo>
                  <a:lnTo>
                    <a:pt x="2254568" y="3611124"/>
                  </a:lnTo>
                  <a:lnTo>
                    <a:pt x="2254662" y="3611124"/>
                  </a:lnTo>
                  <a:lnTo>
                    <a:pt x="2254756" y="3611124"/>
                  </a:lnTo>
                  <a:lnTo>
                    <a:pt x="2254850" y="3611124"/>
                  </a:lnTo>
                  <a:lnTo>
                    <a:pt x="2254944" y="3611124"/>
                  </a:lnTo>
                  <a:lnTo>
                    <a:pt x="2255132" y="3611124"/>
                  </a:lnTo>
                  <a:lnTo>
                    <a:pt x="2255226" y="3611124"/>
                  </a:lnTo>
                  <a:lnTo>
                    <a:pt x="2255320" y="3611124"/>
                  </a:lnTo>
                  <a:lnTo>
                    <a:pt x="2255508" y="3611124"/>
                  </a:lnTo>
                  <a:lnTo>
                    <a:pt x="2255602" y="3611124"/>
                  </a:lnTo>
                  <a:lnTo>
                    <a:pt x="2256166" y="3611124"/>
                  </a:lnTo>
                  <a:lnTo>
                    <a:pt x="2256260" y="3611124"/>
                  </a:lnTo>
                  <a:lnTo>
                    <a:pt x="2256448" y="3611124"/>
                  </a:lnTo>
                  <a:lnTo>
                    <a:pt x="2256542" y="3611124"/>
                  </a:lnTo>
                  <a:lnTo>
                    <a:pt x="2256636" y="3611124"/>
                  </a:lnTo>
                  <a:lnTo>
                    <a:pt x="2256730" y="3611124"/>
                  </a:lnTo>
                  <a:lnTo>
                    <a:pt x="2257012" y="3611124"/>
                  </a:lnTo>
                  <a:lnTo>
                    <a:pt x="2257106" y="3611124"/>
                  </a:lnTo>
                  <a:lnTo>
                    <a:pt x="2257200" y="3611124"/>
                  </a:lnTo>
                  <a:lnTo>
                    <a:pt x="2257765" y="3611124"/>
                  </a:lnTo>
                  <a:lnTo>
                    <a:pt x="2258047" y="3611124"/>
                  </a:lnTo>
                  <a:lnTo>
                    <a:pt x="2258141" y="3611124"/>
                  </a:lnTo>
                  <a:lnTo>
                    <a:pt x="2258235" y="3611124"/>
                  </a:lnTo>
                  <a:lnTo>
                    <a:pt x="2258329" y="3611124"/>
                  </a:lnTo>
                  <a:lnTo>
                    <a:pt x="2258705" y="3611124"/>
                  </a:lnTo>
                  <a:lnTo>
                    <a:pt x="2258799" y="3611124"/>
                  </a:lnTo>
                  <a:lnTo>
                    <a:pt x="2258893" y="3611124"/>
                  </a:lnTo>
                  <a:lnTo>
                    <a:pt x="2259175" y="3611124"/>
                  </a:lnTo>
                  <a:lnTo>
                    <a:pt x="2259363" y="3611124"/>
                  </a:lnTo>
                  <a:lnTo>
                    <a:pt x="2259551" y="3611124"/>
                  </a:lnTo>
                  <a:lnTo>
                    <a:pt x="2259645" y="3611124"/>
                  </a:lnTo>
                  <a:lnTo>
                    <a:pt x="2259927" y="3611124"/>
                  </a:lnTo>
                  <a:lnTo>
                    <a:pt x="2260021" y="3611124"/>
                  </a:lnTo>
                  <a:lnTo>
                    <a:pt x="2260115" y="3611124"/>
                  </a:lnTo>
                  <a:lnTo>
                    <a:pt x="2260303" y="3611124"/>
                  </a:lnTo>
                  <a:lnTo>
                    <a:pt x="2260397" y="3611124"/>
                  </a:lnTo>
                  <a:lnTo>
                    <a:pt x="2260491" y="3611124"/>
                  </a:lnTo>
                  <a:lnTo>
                    <a:pt x="2260585" y="3611124"/>
                  </a:lnTo>
                  <a:lnTo>
                    <a:pt x="2260867" y="3605844"/>
                  </a:lnTo>
                  <a:lnTo>
                    <a:pt x="2261055" y="3605844"/>
                  </a:lnTo>
                  <a:lnTo>
                    <a:pt x="2261714" y="3605844"/>
                  </a:lnTo>
                  <a:lnTo>
                    <a:pt x="2261808" y="3605844"/>
                  </a:lnTo>
                  <a:lnTo>
                    <a:pt x="2261902" y="3605844"/>
                  </a:lnTo>
                  <a:lnTo>
                    <a:pt x="2262184" y="3605844"/>
                  </a:lnTo>
                  <a:lnTo>
                    <a:pt x="2262372" y="3605844"/>
                  </a:lnTo>
                  <a:lnTo>
                    <a:pt x="2262560" y="3605844"/>
                  </a:lnTo>
                  <a:lnTo>
                    <a:pt x="2262748" y="3605844"/>
                  </a:lnTo>
                  <a:lnTo>
                    <a:pt x="2262842" y="3605844"/>
                  </a:lnTo>
                  <a:lnTo>
                    <a:pt x="2262936" y="3605844"/>
                  </a:lnTo>
                  <a:lnTo>
                    <a:pt x="2263218" y="3605844"/>
                  </a:lnTo>
                  <a:lnTo>
                    <a:pt x="2263312" y="3605844"/>
                  </a:lnTo>
                  <a:lnTo>
                    <a:pt x="2263406" y="3605844"/>
                  </a:lnTo>
                  <a:lnTo>
                    <a:pt x="2263500" y="3605844"/>
                  </a:lnTo>
                  <a:lnTo>
                    <a:pt x="2263688" y="3605844"/>
                  </a:lnTo>
                  <a:lnTo>
                    <a:pt x="2263782" y="3605844"/>
                  </a:lnTo>
                  <a:lnTo>
                    <a:pt x="2263970" y="3605844"/>
                  </a:lnTo>
                  <a:lnTo>
                    <a:pt x="2264346" y="3605844"/>
                  </a:lnTo>
                  <a:lnTo>
                    <a:pt x="2264534" y="3605844"/>
                  </a:lnTo>
                  <a:lnTo>
                    <a:pt x="2264723" y="3605844"/>
                  </a:lnTo>
                  <a:lnTo>
                    <a:pt x="2264817" y="3605844"/>
                  </a:lnTo>
                  <a:lnTo>
                    <a:pt x="2265005" y="3605844"/>
                  </a:lnTo>
                  <a:lnTo>
                    <a:pt x="2265381" y="3605844"/>
                  </a:lnTo>
                  <a:lnTo>
                    <a:pt x="2265475" y="3605844"/>
                  </a:lnTo>
                  <a:lnTo>
                    <a:pt x="2265757" y="3605844"/>
                  </a:lnTo>
                  <a:lnTo>
                    <a:pt x="2265945" y="3605844"/>
                  </a:lnTo>
                  <a:lnTo>
                    <a:pt x="2266039" y="3605844"/>
                  </a:lnTo>
                  <a:lnTo>
                    <a:pt x="2266133" y="3605844"/>
                  </a:lnTo>
                  <a:lnTo>
                    <a:pt x="2266227" y="3605844"/>
                  </a:lnTo>
                  <a:lnTo>
                    <a:pt x="2266979" y="3605844"/>
                  </a:lnTo>
                  <a:lnTo>
                    <a:pt x="2267167" y="3605844"/>
                  </a:lnTo>
                  <a:lnTo>
                    <a:pt x="2267261" y="3605844"/>
                  </a:lnTo>
                  <a:lnTo>
                    <a:pt x="2267449" y="3605844"/>
                  </a:lnTo>
                  <a:lnTo>
                    <a:pt x="2267543" y="3605844"/>
                  </a:lnTo>
                  <a:lnTo>
                    <a:pt x="2267919" y="3600565"/>
                  </a:lnTo>
                  <a:lnTo>
                    <a:pt x="2268107" y="3600565"/>
                  </a:lnTo>
                  <a:lnTo>
                    <a:pt x="2268201" y="3600565"/>
                  </a:lnTo>
                  <a:lnTo>
                    <a:pt x="2268390" y="3600565"/>
                  </a:lnTo>
                  <a:lnTo>
                    <a:pt x="2268484" y="3600565"/>
                  </a:lnTo>
                  <a:lnTo>
                    <a:pt x="2268672" y="3600565"/>
                  </a:lnTo>
                  <a:lnTo>
                    <a:pt x="2268766" y="3600565"/>
                  </a:lnTo>
                  <a:lnTo>
                    <a:pt x="2268860" y="3600565"/>
                  </a:lnTo>
                  <a:lnTo>
                    <a:pt x="2269142" y="3600565"/>
                  </a:lnTo>
                  <a:lnTo>
                    <a:pt x="2269424" y="3600565"/>
                  </a:lnTo>
                  <a:lnTo>
                    <a:pt x="2269612" y="3600565"/>
                  </a:lnTo>
                  <a:lnTo>
                    <a:pt x="2269706" y="3600565"/>
                  </a:lnTo>
                  <a:lnTo>
                    <a:pt x="2269800" y="3600565"/>
                  </a:lnTo>
                  <a:lnTo>
                    <a:pt x="2269988" y="3600565"/>
                  </a:lnTo>
                  <a:lnTo>
                    <a:pt x="2270082" y="3600565"/>
                  </a:lnTo>
                  <a:lnTo>
                    <a:pt x="2270552" y="3600565"/>
                  </a:lnTo>
                  <a:lnTo>
                    <a:pt x="2270834" y="3600565"/>
                  </a:lnTo>
                  <a:lnTo>
                    <a:pt x="2271116" y="3600565"/>
                  </a:lnTo>
                  <a:lnTo>
                    <a:pt x="2271210" y="3600565"/>
                  </a:lnTo>
                  <a:lnTo>
                    <a:pt x="2271586" y="3600565"/>
                  </a:lnTo>
                  <a:lnTo>
                    <a:pt x="2271774" y="3600565"/>
                  </a:lnTo>
                  <a:lnTo>
                    <a:pt x="2272527" y="3600565"/>
                  </a:lnTo>
                  <a:lnTo>
                    <a:pt x="2272621" y="3600565"/>
                  </a:lnTo>
                  <a:lnTo>
                    <a:pt x="2272809" y="3600565"/>
                  </a:lnTo>
                  <a:lnTo>
                    <a:pt x="2273279" y="3600565"/>
                  </a:lnTo>
                  <a:lnTo>
                    <a:pt x="2273467" y="3600565"/>
                  </a:lnTo>
                  <a:lnTo>
                    <a:pt x="2273937" y="3600565"/>
                  </a:lnTo>
                  <a:lnTo>
                    <a:pt x="2274125" y="3600565"/>
                  </a:lnTo>
                  <a:lnTo>
                    <a:pt x="2274219" y="3600565"/>
                  </a:lnTo>
                  <a:lnTo>
                    <a:pt x="2274407" y="3600565"/>
                  </a:lnTo>
                  <a:lnTo>
                    <a:pt x="2274595" y="3600565"/>
                  </a:lnTo>
                  <a:lnTo>
                    <a:pt x="2274689" y="3600565"/>
                  </a:lnTo>
                  <a:lnTo>
                    <a:pt x="2274783" y="3600565"/>
                  </a:lnTo>
                  <a:lnTo>
                    <a:pt x="2274783" y="3595285"/>
                  </a:lnTo>
                  <a:lnTo>
                    <a:pt x="2274971" y="3595285"/>
                  </a:lnTo>
                  <a:lnTo>
                    <a:pt x="2275065" y="3595285"/>
                  </a:lnTo>
                  <a:lnTo>
                    <a:pt x="2275159" y="3595285"/>
                  </a:lnTo>
                  <a:lnTo>
                    <a:pt x="2275347" y="3595285"/>
                  </a:lnTo>
                  <a:lnTo>
                    <a:pt x="2276006" y="3590006"/>
                  </a:lnTo>
                  <a:lnTo>
                    <a:pt x="2276194" y="3590006"/>
                  </a:lnTo>
                  <a:lnTo>
                    <a:pt x="2276476" y="3590006"/>
                  </a:lnTo>
                  <a:lnTo>
                    <a:pt x="2276570" y="3590006"/>
                  </a:lnTo>
                  <a:lnTo>
                    <a:pt x="2276664" y="3590006"/>
                  </a:lnTo>
                  <a:lnTo>
                    <a:pt x="2276946" y="3590006"/>
                  </a:lnTo>
                  <a:lnTo>
                    <a:pt x="2277040" y="3590006"/>
                  </a:lnTo>
                  <a:lnTo>
                    <a:pt x="2277228" y="3590006"/>
                  </a:lnTo>
                  <a:lnTo>
                    <a:pt x="2277510" y="3590006"/>
                  </a:lnTo>
                  <a:lnTo>
                    <a:pt x="2277604" y="3590006"/>
                  </a:lnTo>
                  <a:lnTo>
                    <a:pt x="2277980" y="3590006"/>
                  </a:lnTo>
                  <a:lnTo>
                    <a:pt x="2278074" y="3590006"/>
                  </a:lnTo>
                  <a:lnTo>
                    <a:pt x="2278168" y="3590006"/>
                  </a:lnTo>
                  <a:lnTo>
                    <a:pt x="2278356" y="3584727"/>
                  </a:lnTo>
                  <a:lnTo>
                    <a:pt x="2278450" y="3584727"/>
                  </a:lnTo>
                  <a:lnTo>
                    <a:pt x="2278544" y="3584727"/>
                  </a:lnTo>
                  <a:lnTo>
                    <a:pt x="2278732" y="3584727"/>
                  </a:lnTo>
                  <a:lnTo>
                    <a:pt x="2278921" y="3584727"/>
                  </a:lnTo>
                  <a:lnTo>
                    <a:pt x="2279015" y="3584727"/>
                  </a:lnTo>
                  <a:lnTo>
                    <a:pt x="2279109" y="3584727"/>
                  </a:lnTo>
                  <a:lnTo>
                    <a:pt x="2280989" y="3584727"/>
                  </a:lnTo>
                  <a:lnTo>
                    <a:pt x="2281083" y="3584727"/>
                  </a:lnTo>
                  <a:lnTo>
                    <a:pt x="2281271" y="3584727"/>
                  </a:lnTo>
                  <a:lnTo>
                    <a:pt x="2281459" y="3584727"/>
                  </a:lnTo>
                  <a:lnTo>
                    <a:pt x="2281741" y="3584727"/>
                  </a:lnTo>
                  <a:lnTo>
                    <a:pt x="2282023" y="3584727"/>
                  </a:lnTo>
                  <a:lnTo>
                    <a:pt x="2282399" y="3584727"/>
                  </a:lnTo>
                  <a:lnTo>
                    <a:pt x="2282682" y="3584727"/>
                  </a:lnTo>
                  <a:lnTo>
                    <a:pt x="2282870" y="3584727"/>
                  </a:lnTo>
                  <a:lnTo>
                    <a:pt x="2282964" y="3584727"/>
                  </a:lnTo>
                  <a:lnTo>
                    <a:pt x="2283058" y="3584727"/>
                  </a:lnTo>
                  <a:lnTo>
                    <a:pt x="2283246" y="3579447"/>
                  </a:lnTo>
                  <a:lnTo>
                    <a:pt x="2283434" y="3579447"/>
                  </a:lnTo>
                  <a:lnTo>
                    <a:pt x="2283528" y="3579447"/>
                  </a:lnTo>
                  <a:lnTo>
                    <a:pt x="2283622" y="3579447"/>
                  </a:lnTo>
                  <a:lnTo>
                    <a:pt x="2283810" y="3579447"/>
                  </a:lnTo>
                  <a:lnTo>
                    <a:pt x="2283904" y="3579447"/>
                  </a:lnTo>
                  <a:lnTo>
                    <a:pt x="2284092" y="3579447"/>
                  </a:lnTo>
                  <a:lnTo>
                    <a:pt x="2284186" y="3579447"/>
                  </a:lnTo>
                  <a:lnTo>
                    <a:pt x="2284374" y="3579447"/>
                  </a:lnTo>
                  <a:lnTo>
                    <a:pt x="2284656" y="3579447"/>
                  </a:lnTo>
                  <a:lnTo>
                    <a:pt x="2285220" y="3579447"/>
                  </a:lnTo>
                  <a:lnTo>
                    <a:pt x="2285878" y="3574168"/>
                  </a:lnTo>
                  <a:lnTo>
                    <a:pt x="2286443" y="3574168"/>
                  </a:lnTo>
                  <a:lnTo>
                    <a:pt x="2286725" y="3574168"/>
                  </a:lnTo>
                  <a:lnTo>
                    <a:pt x="2286819" y="3574168"/>
                  </a:lnTo>
                  <a:lnTo>
                    <a:pt x="2287101" y="3574168"/>
                  </a:lnTo>
                  <a:lnTo>
                    <a:pt x="2287195" y="3574168"/>
                  </a:lnTo>
                  <a:lnTo>
                    <a:pt x="2287289" y="3574168"/>
                  </a:lnTo>
                  <a:lnTo>
                    <a:pt x="2287383" y="3574168"/>
                  </a:lnTo>
                  <a:lnTo>
                    <a:pt x="2287477" y="3574168"/>
                  </a:lnTo>
                  <a:lnTo>
                    <a:pt x="2287571" y="3574168"/>
                  </a:lnTo>
                  <a:lnTo>
                    <a:pt x="2287853" y="3574168"/>
                  </a:lnTo>
                  <a:lnTo>
                    <a:pt x="2287947" y="3574168"/>
                  </a:lnTo>
                  <a:lnTo>
                    <a:pt x="2288135" y="3574168"/>
                  </a:lnTo>
                  <a:lnTo>
                    <a:pt x="2288511" y="3574168"/>
                  </a:lnTo>
                  <a:lnTo>
                    <a:pt x="2288605" y="3574168"/>
                  </a:lnTo>
                  <a:lnTo>
                    <a:pt x="2288699" y="3574168"/>
                  </a:lnTo>
                  <a:lnTo>
                    <a:pt x="2288793" y="3574168"/>
                  </a:lnTo>
                  <a:lnTo>
                    <a:pt x="2288981" y="3574168"/>
                  </a:lnTo>
                  <a:lnTo>
                    <a:pt x="2289075" y="3574168"/>
                  </a:lnTo>
                  <a:lnTo>
                    <a:pt x="2289357" y="3574168"/>
                  </a:lnTo>
                  <a:lnTo>
                    <a:pt x="2289546" y="3574168"/>
                  </a:lnTo>
                  <a:lnTo>
                    <a:pt x="2289734" y="3574168"/>
                  </a:lnTo>
                  <a:lnTo>
                    <a:pt x="2289922" y="3574168"/>
                  </a:lnTo>
                  <a:lnTo>
                    <a:pt x="2290204" y="3574168"/>
                  </a:lnTo>
                  <a:lnTo>
                    <a:pt x="2290768" y="3574168"/>
                  </a:lnTo>
                  <a:lnTo>
                    <a:pt x="2290862" y="3574168"/>
                  </a:lnTo>
                  <a:lnTo>
                    <a:pt x="2290956" y="3574168"/>
                  </a:lnTo>
                  <a:lnTo>
                    <a:pt x="2291050" y="3574168"/>
                  </a:lnTo>
                  <a:lnTo>
                    <a:pt x="2291144" y="3574168"/>
                  </a:lnTo>
                  <a:lnTo>
                    <a:pt x="2291238" y="3574168"/>
                  </a:lnTo>
                  <a:lnTo>
                    <a:pt x="2291332" y="3574168"/>
                  </a:lnTo>
                  <a:lnTo>
                    <a:pt x="2291614" y="3574168"/>
                  </a:lnTo>
                  <a:lnTo>
                    <a:pt x="2291990" y="3574168"/>
                  </a:lnTo>
                  <a:lnTo>
                    <a:pt x="2292178" y="3574168"/>
                  </a:lnTo>
                  <a:lnTo>
                    <a:pt x="2292272" y="3574168"/>
                  </a:lnTo>
                  <a:lnTo>
                    <a:pt x="2292460" y="3568888"/>
                  </a:lnTo>
                  <a:lnTo>
                    <a:pt x="2292930" y="3568888"/>
                  </a:lnTo>
                  <a:lnTo>
                    <a:pt x="2293024" y="3568888"/>
                  </a:lnTo>
                  <a:lnTo>
                    <a:pt x="2293119" y="3568888"/>
                  </a:lnTo>
                  <a:lnTo>
                    <a:pt x="2293213" y="3568888"/>
                  </a:lnTo>
                  <a:lnTo>
                    <a:pt x="2293307" y="3568888"/>
                  </a:lnTo>
                  <a:lnTo>
                    <a:pt x="2293495" y="3568888"/>
                  </a:lnTo>
                  <a:lnTo>
                    <a:pt x="2293683" y="3568888"/>
                  </a:lnTo>
                  <a:lnTo>
                    <a:pt x="2294059" y="3568888"/>
                  </a:lnTo>
                  <a:lnTo>
                    <a:pt x="2294905" y="3563609"/>
                  </a:lnTo>
                  <a:lnTo>
                    <a:pt x="2295093" y="3558329"/>
                  </a:lnTo>
                  <a:lnTo>
                    <a:pt x="2295281" y="3558329"/>
                  </a:lnTo>
                  <a:lnTo>
                    <a:pt x="2295469" y="3558329"/>
                  </a:lnTo>
                  <a:lnTo>
                    <a:pt x="2295563" y="3558329"/>
                  </a:lnTo>
                  <a:lnTo>
                    <a:pt x="2296033" y="3558329"/>
                  </a:lnTo>
                  <a:lnTo>
                    <a:pt x="2296221" y="3558329"/>
                  </a:lnTo>
                  <a:lnTo>
                    <a:pt x="2296315" y="3558329"/>
                  </a:lnTo>
                  <a:lnTo>
                    <a:pt x="2296786" y="3558329"/>
                  </a:lnTo>
                  <a:lnTo>
                    <a:pt x="2297068" y="3558329"/>
                  </a:lnTo>
                  <a:lnTo>
                    <a:pt x="2297162" y="3558329"/>
                  </a:lnTo>
                  <a:lnTo>
                    <a:pt x="2297444" y="3558329"/>
                  </a:lnTo>
                  <a:lnTo>
                    <a:pt x="2297632" y="3558329"/>
                  </a:lnTo>
                  <a:lnTo>
                    <a:pt x="2298008" y="3558329"/>
                  </a:lnTo>
                  <a:lnTo>
                    <a:pt x="2298102" y="3558329"/>
                  </a:lnTo>
                  <a:lnTo>
                    <a:pt x="2298196" y="3558329"/>
                  </a:lnTo>
                  <a:lnTo>
                    <a:pt x="2298290" y="3558329"/>
                  </a:lnTo>
                  <a:lnTo>
                    <a:pt x="2298760" y="3558329"/>
                  </a:lnTo>
                  <a:lnTo>
                    <a:pt x="2298854" y="3558329"/>
                  </a:lnTo>
                  <a:lnTo>
                    <a:pt x="2298948" y="3558329"/>
                  </a:lnTo>
                  <a:lnTo>
                    <a:pt x="2299136" y="3558329"/>
                  </a:lnTo>
                  <a:lnTo>
                    <a:pt x="2299230" y="3558329"/>
                  </a:lnTo>
                  <a:lnTo>
                    <a:pt x="2299418" y="3558329"/>
                  </a:lnTo>
                  <a:lnTo>
                    <a:pt x="2299982" y="3558329"/>
                  </a:lnTo>
                  <a:lnTo>
                    <a:pt x="2300076" y="3558329"/>
                  </a:lnTo>
                  <a:lnTo>
                    <a:pt x="2300171" y="3558329"/>
                  </a:lnTo>
                  <a:lnTo>
                    <a:pt x="2300265" y="3558329"/>
                  </a:lnTo>
                  <a:lnTo>
                    <a:pt x="2300547" y="3558329"/>
                  </a:lnTo>
                  <a:lnTo>
                    <a:pt x="2300923" y="3558329"/>
                  </a:lnTo>
                  <a:lnTo>
                    <a:pt x="2301393" y="3553050"/>
                  </a:lnTo>
                  <a:lnTo>
                    <a:pt x="2301581" y="3553050"/>
                  </a:lnTo>
                  <a:lnTo>
                    <a:pt x="2301675" y="3553050"/>
                  </a:lnTo>
                  <a:lnTo>
                    <a:pt x="2301957" y="3553050"/>
                  </a:lnTo>
                  <a:lnTo>
                    <a:pt x="2302145" y="3553050"/>
                  </a:lnTo>
                  <a:lnTo>
                    <a:pt x="2302615" y="3553050"/>
                  </a:lnTo>
                  <a:lnTo>
                    <a:pt x="2302709" y="3553050"/>
                  </a:lnTo>
                  <a:lnTo>
                    <a:pt x="2302991" y="3553050"/>
                  </a:lnTo>
                  <a:lnTo>
                    <a:pt x="2303085" y="3553050"/>
                  </a:lnTo>
                  <a:lnTo>
                    <a:pt x="2303179" y="3553050"/>
                  </a:lnTo>
                  <a:lnTo>
                    <a:pt x="2303273" y="3553050"/>
                  </a:lnTo>
                  <a:lnTo>
                    <a:pt x="2303367" y="3553050"/>
                  </a:lnTo>
                  <a:lnTo>
                    <a:pt x="2303461" y="3553050"/>
                  </a:lnTo>
                  <a:lnTo>
                    <a:pt x="2303649" y="3553050"/>
                  </a:lnTo>
                  <a:lnTo>
                    <a:pt x="2303744" y="3553050"/>
                  </a:lnTo>
                  <a:lnTo>
                    <a:pt x="2304120" y="3553050"/>
                  </a:lnTo>
                  <a:lnTo>
                    <a:pt x="2304402" y="3553050"/>
                  </a:lnTo>
                  <a:lnTo>
                    <a:pt x="2305624" y="3553050"/>
                  </a:lnTo>
                  <a:lnTo>
                    <a:pt x="2305718" y="3553050"/>
                  </a:lnTo>
                  <a:lnTo>
                    <a:pt x="2305906" y="3553050"/>
                  </a:lnTo>
                  <a:lnTo>
                    <a:pt x="2306000" y="3553050"/>
                  </a:lnTo>
                  <a:lnTo>
                    <a:pt x="2306188" y="3553050"/>
                  </a:lnTo>
                  <a:lnTo>
                    <a:pt x="2306282" y="3553050"/>
                  </a:lnTo>
                  <a:lnTo>
                    <a:pt x="2306658" y="3553050"/>
                  </a:lnTo>
                  <a:lnTo>
                    <a:pt x="2306752" y="3553050"/>
                  </a:lnTo>
                  <a:lnTo>
                    <a:pt x="2306846" y="3553050"/>
                  </a:lnTo>
                  <a:lnTo>
                    <a:pt x="2306940" y="3553050"/>
                  </a:lnTo>
                  <a:lnTo>
                    <a:pt x="2307034" y="3553050"/>
                  </a:lnTo>
                  <a:lnTo>
                    <a:pt x="2307128" y="3553050"/>
                  </a:lnTo>
                  <a:lnTo>
                    <a:pt x="2307411" y="3553050"/>
                  </a:lnTo>
                  <a:lnTo>
                    <a:pt x="2307787" y="3553050"/>
                  </a:lnTo>
                  <a:lnTo>
                    <a:pt x="2307881" y="3553050"/>
                  </a:lnTo>
                  <a:lnTo>
                    <a:pt x="2307975" y="3553050"/>
                  </a:lnTo>
                  <a:lnTo>
                    <a:pt x="2308539" y="3553050"/>
                  </a:lnTo>
                  <a:lnTo>
                    <a:pt x="2308633" y="3553050"/>
                  </a:lnTo>
                  <a:lnTo>
                    <a:pt x="2308727" y="3553050"/>
                  </a:lnTo>
                  <a:lnTo>
                    <a:pt x="2308821" y="3553050"/>
                  </a:lnTo>
                  <a:lnTo>
                    <a:pt x="2309103" y="3553050"/>
                  </a:lnTo>
                  <a:lnTo>
                    <a:pt x="2309291" y="3553050"/>
                  </a:lnTo>
                  <a:lnTo>
                    <a:pt x="2309479" y="3553050"/>
                  </a:lnTo>
                  <a:lnTo>
                    <a:pt x="2310137" y="3553050"/>
                  </a:lnTo>
                  <a:lnTo>
                    <a:pt x="2310419" y="3553050"/>
                  </a:lnTo>
                  <a:lnTo>
                    <a:pt x="2310607" y="3553050"/>
                  </a:lnTo>
                  <a:lnTo>
                    <a:pt x="2311078" y="3553050"/>
                  </a:lnTo>
                  <a:lnTo>
                    <a:pt x="2311266" y="3553050"/>
                  </a:lnTo>
                  <a:lnTo>
                    <a:pt x="2311642" y="3553050"/>
                  </a:lnTo>
                  <a:lnTo>
                    <a:pt x="2311736" y="3553050"/>
                  </a:lnTo>
                  <a:lnTo>
                    <a:pt x="2311924" y="3553050"/>
                  </a:lnTo>
                  <a:lnTo>
                    <a:pt x="2312112" y="3553050"/>
                  </a:lnTo>
                  <a:lnTo>
                    <a:pt x="2312300" y="3553050"/>
                  </a:lnTo>
                  <a:lnTo>
                    <a:pt x="2312394" y="3553050"/>
                  </a:lnTo>
                  <a:lnTo>
                    <a:pt x="2312582" y="3553050"/>
                  </a:lnTo>
                  <a:lnTo>
                    <a:pt x="2312676" y="3553050"/>
                  </a:lnTo>
                  <a:lnTo>
                    <a:pt x="2312770" y="3553050"/>
                  </a:lnTo>
                  <a:lnTo>
                    <a:pt x="2312958" y="3553050"/>
                  </a:lnTo>
                  <a:lnTo>
                    <a:pt x="2313052" y="3553050"/>
                  </a:lnTo>
                  <a:lnTo>
                    <a:pt x="2313240" y="3553050"/>
                  </a:lnTo>
                  <a:lnTo>
                    <a:pt x="2313334" y="3547771"/>
                  </a:lnTo>
                  <a:lnTo>
                    <a:pt x="2313428" y="3547771"/>
                  </a:lnTo>
                  <a:lnTo>
                    <a:pt x="2313804" y="3547771"/>
                  </a:lnTo>
                  <a:lnTo>
                    <a:pt x="2314839" y="3547771"/>
                  </a:lnTo>
                  <a:lnTo>
                    <a:pt x="2315027" y="3547771"/>
                  </a:lnTo>
                  <a:lnTo>
                    <a:pt x="2315121" y="3547771"/>
                  </a:lnTo>
                  <a:lnTo>
                    <a:pt x="2315403" y="3547771"/>
                  </a:lnTo>
                  <a:lnTo>
                    <a:pt x="2315497" y="3547771"/>
                  </a:lnTo>
                  <a:lnTo>
                    <a:pt x="2315591" y="3547771"/>
                  </a:lnTo>
                  <a:lnTo>
                    <a:pt x="2315685" y="3547771"/>
                  </a:lnTo>
                  <a:lnTo>
                    <a:pt x="2316061" y="3547771"/>
                  </a:lnTo>
                  <a:lnTo>
                    <a:pt x="2316155" y="3547771"/>
                  </a:lnTo>
                  <a:lnTo>
                    <a:pt x="2316531" y="3547771"/>
                  </a:lnTo>
                  <a:lnTo>
                    <a:pt x="2316719" y="3542491"/>
                  </a:lnTo>
                  <a:lnTo>
                    <a:pt x="2316813" y="3542491"/>
                  </a:lnTo>
                  <a:lnTo>
                    <a:pt x="2316907" y="3542491"/>
                  </a:lnTo>
                  <a:lnTo>
                    <a:pt x="2317001" y="3542491"/>
                  </a:lnTo>
                  <a:lnTo>
                    <a:pt x="2317189" y="3542491"/>
                  </a:lnTo>
                  <a:lnTo>
                    <a:pt x="2317377" y="3542491"/>
                  </a:lnTo>
                  <a:lnTo>
                    <a:pt x="2317942" y="3542491"/>
                  </a:lnTo>
                  <a:lnTo>
                    <a:pt x="2318130" y="3542491"/>
                  </a:lnTo>
                  <a:lnTo>
                    <a:pt x="2318224" y="3542491"/>
                  </a:lnTo>
                  <a:lnTo>
                    <a:pt x="2318788" y="3542491"/>
                  </a:lnTo>
                  <a:lnTo>
                    <a:pt x="2318882" y="3542491"/>
                  </a:lnTo>
                  <a:lnTo>
                    <a:pt x="2318976" y="3542491"/>
                  </a:lnTo>
                  <a:lnTo>
                    <a:pt x="2319070" y="3542491"/>
                  </a:lnTo>
                  <a:lnTo>
                    <a:pt x="2319164" y="3542491"/>
                  </a:lnTo>
                  <a:lnTo>
                    <a:pt x="2319258" y="3542491"/>
                  </a:lnTo>
                  <a:lnTo>
                    <a:pt x="2319446" y="3542491"/>
                  </a:lnTo>
                  <a:lnTo>
                    <a:pt x="2320010" y="3542491"/>
                  </a:lnTo>
                  <a:lnTo>
                    <a:pt x="2320292" y="3542491"/>
                  </a:lnTo>
                  <a:lnTo>
                    <a:pt x="2320386" y="3542491"/>
                  </a:lnTo>
                  <a:lnTo>
                    <a:pt x="2320480" y="3542491"/>
                  </a:lnTo>
                  <a:lnTo>
                    <a:pt x="2320762" y="3542491"/>
                  </a:lnTo>
                  <a:lnTo>
                    <a:pt x="2320856" y="3542491"/>
                  </a:lnTo>
                  <a:lnTo>
                    <a:pt x="2321138" y="3542491"/>
                  </a:lnTo>
                  <a:lnTo>
                    <a:pt x="2321232" y="3542491"/>
                  </a:lnTo>
                  <a:lnTo>
                    <a:pt x="2321326" y="3542491"/>
                  </a:lnTo>
                  <a:lnTo>
                    <a:pt x="2321515" y="3542491"/>
                  </a:lnTo>
                  <a:lnTo>
                    <a:pt x="2321609" y="3542491"/>
                  </a:lnTo>
                  <a:lnTo>
                    <a:pt x="2321703" y="3542491"/>
                  </a:lnTo>
                  <a:lnTo>
                    <a:pt x="2321797" y="3542491"/>
                  </a:lnTo>
                  <a:lnTo>
                    <a:pt x="2321891" y="3542491"/>
                  </a:lnTo>
                  <a:lnTo>
                    <a:pt x="2322267" y="3542491"/>
                  </a:lnTo>
                  <a:lnTo>
                    <a:pt x="2322361" y="3542491"/>
                  </a:lnTo>
                  <a:lnTo>
                    <a:pt x="2322737" y="3542491"/>
                  </a:lnTo>
                  <a:lnTo>
                    <a:pt x="2322925" y="3542491"/>
                  </a:lnTo>
                  <a:lnTo>
                    <a:pt x="2323019" y="3542491"/>
                  </a:lnTo>
                  <a:lnTo>
                    <a:pt x="2323207" y="3542491"/>
                  </a:lnTo>
                  <a:lnTo>
                    <a:pt x="2323395" y="3542491"/>
                  </a:lnTo>
                  <a:lnTo>
                    <a:pt x="2323489" y="3542491"/>
                  </a:lnTo>
                  <a:lnTo>
                    <a:pt x="2323865" y="3542491"/>
                  </a:lnTo>
                  <a:lnTo>
                    <a:pt x="2323959" y="3542491"/>
                  </a:lnTo>
                  <a:lnTo>
                    <a:pt x="2324147" y="3542491"/>
                  </a:lnTo>
                  <a:lnTo>
                    <a:pt x="2324617" y="3542491"/>
                  </a:lnTo>
                  <a:lnTo>
                    <a:pt x="2324711" y="3542491"/>
                  </a:lnTo>
                  <a:lnTo>
                    <a:pt x="2324805" y="3542491"/>
                  </a:lnTo>
                  <a:lnTo>
                    <a:pt x="2324899" y="3542491"/>
                  </a:lnTo>
                  <a:lnTo>
                    <a:pt x="2325088" y="3542491"/>
                  </a:lnTo>
                  <a:lnTo>
                    <a:pt x="2325182" y="3542491"/>
                  </a:lnTo>
                  <a:lnTo>
                    <a:pt x="2325276" y="3542491"/>
                  </a:lnTo>
                  <a:lnTo>
                    <a:pt x="2325370" y="3542491"/>
                  </a:lnTo>
                  <a:lnTo>
                    <a:pt x="2325558" y="3542491"/>
                  </a:lnTo>
                  <a:lnTo>
                    <a:pt x="2325558" y="3537212"/>
                  </a:lnTo>
                  <a:lnTo>
                    <a:pt x="2325746" y="3537212"/>
                  </a:lnTo>
                  <a:lnTo>
                    <a:pt x="2325840" y="3531932"/>
                  </a:lnTo>
                  <a:lnTo>
                    <a:pt x="2325934" y="3531932"/>
                  </a:lnTo>
                  <a:lnTo>
                    <a:pt x="2326122" y="3531932"/>
                  </a:lnTo>
                  <a:lnTo>
                    <a:pt x="2326216" y="3531932"/>
                  </a:lnTo>
                  <a:lnTo>
                    <a:pt x="2326404" y="3531932"/>
                  </a:lnTo>
                  <a:lnTo>
                    <a:pt x="2326498" y="3531932"/>
                  </a:lnTo>
                  <a:lnTo>
                    <a:pt x="2326686" y="3531932"/>
                  </a:lnTo>
                  <a:lnTo>
                    <a:pt x="2327156" y="3531932"/>
                  </a:lnTo>
                  <a:lnTo>
                    <a:pt x="2327250" y="3531932"/>
                  </a:lnTo>
                  <a:lnTo>
                    <a:pt x="2327532" y="3531932"/>
                  </a:lnTo>
                  <a:lnTo>
                    <a:pt x="2327720" y="3531932"/>
                  </a:lnTo>
                  <a:lnTo>
                    <a:pt x="2327814" y="3531932"/>
                  </a:lnTo>
                  <a:lnTo>
                    <a:pt x="2327908" y="3531932"/>
                  </a:lnTo>
                  <a:lnTo>
                    <a:pt x="2328190" y="3531932"/>
                  </a:lnTo>
                  <a:lnTo>
                    <a:pt x="2328472" y="3531932"/>
                  </a:lnTo>
                  <a:lnTo>
                    <a:pt x="2328849" y="3531932"/>
                  </a:lnTo>
                  <a:lnTo>
                    <a:pt x="2330259" y="3531932"/>
                  </a:lnTo>
                  <a:lnTo>
                    <a:pt x="2330353" y="3531932"/>
                  </a:lnTo>
                  <a:lnTo>
                    <a:pt x="2330447" y="3531932"/>
                  </a:lnTo>
                  <a:lnTo>
                    <a:pt x="2330729" y="3531932"/>
                  </a:lnTo>
                  <a:lnTo>
                    <a:pt x="2330917" y="3531932"/>
                  </a:lnTo>
                  <a:lnTo>
                    <a:pt x="2331199" y="3531932"/>
                  </a:lnTo>
                  <a:lnTo>
                    <a:pt x="2331387" y="3531932"/>
                  </a:lnTo>
                  <a:lnTo>
                    <a:pt x="2331481" y="3531932"/>
                  </a:lnTo>
                  <a:lnTo>
                    <a:pt x="2331669" y="3531932"/>
                  </a:lnTo>
                  <a:lnTo>
                    <a:pt x="2331857" y="3531932"/>
                  </a:lnTo>
                  <a:lnTo>
                    <a:pt x="2332328" y="3531932"/>
                  </a:lnTo>
                  <a:lnTo>
                    <a:pt x="2332704" y="3531932"/>
                  </a:lnTo>
                  <a:lnTo>
                    <a:pt x="2332892" y="3531932"/>
                  </a:lnTo>
                  <a:lnTo>
                    <a:pt x="2333174" y="3531932"/>
                  </a:lnTo>
                  <a:lnTo>
                    <a:pt x="2333268" y="3531932"/>
                  </a:lnTo>
                  <a:lnTo>
                    <a:pt x="2333362" y="3531932"/>
                  </a:lnTo>
                  <a:lnTo>
                    <a:pt x="2333456" y="3531932"/>
                  </a:lnTo>
                  <a:lnTo>
                    <a:pt x="2333550" y="3531932"/>
                  </a:lnTo>
                  <a:lnTo>
                    <a:pt x="2333832" y="3531932"/>
                  </a:lnTo>
                  <a:lnTo>
                    <a:pt x="2334020" y="3531932"/>
                  </a:lnTo>
                  <a:lnTo>
                    <a:pt x="2334114" y="3531932"/>
                  </a:lnTo>
                  <a:lnTo>
                    <a:pt x="2334208" y="3531932"/>
                  </a:lnTo>
                  <a:lnTo>
                    <a:pt x="2334302" y="3531932"/>
                  </a:lnTo>
                  <a:lnTo>
                    <a:pt x="2334396" y="3531932"/>
                  </a:lnTo>
                  <a:lnTo>
                    <a:pt x="2334678" y="3531932"/>
                  </a:lnTo>
                  <a:lnTo>
                    <a:pt x="2337029" y="3531932"/>
                  </a:lnTo>
                  <a:lnTo>
                    <a:pt x="2337217" y="3531932"/>
                  </a:lnTo>
                  <a:lnTo>
                    <a:pt x="2337311" y="3531932"/>
                  </a:lnTo>
                  <a:lnTo>
                    <a:pt x="2337405" y="3531932"/>
                  </a:lnTo>
                  <a:lnTo>
                    <a:pt x="2337593" y="3531932"/>
                  </a:lnTo>
                  <a:lnTo>
                    <a:pt x="2337687" y="3531932"/>
                  </a:lnTo>
                  <a:lnTo>
                    <a:pt x="2337781" y="3531932"/>
                  </a:lnTo>
                  <a:lnTo>
                    <a:pt x="2337969" y="3531932"/>
                  </a:lnTo>
                  <a:lnTo>
                    <a:pt x="2338157" y="3531932"/>
                  </a:lnTo>
                  <a:lnTo>
                    <a:pt x="2338345" y="3531932"/>
                  </a:lnTo>
                  <a:lnTo>
                    <a:pt x="2338533" y="3531932"/>
                  </a:lnTo>
                  <a:lnTo>
                    <a:pt x="2338721" y="3531932"/>
                  </a:lnTo>
                  <a:lnTo>
                    <a:pt x="2339003" y="3531932"/>
                  </a:lnTo>
                  <a:lnTo>
                    <a:pt x="2339192" y="3531932"/>
                  </a:lnTo>
                  <a:lnTo>
                    <a:pt x="2339380" y="3531932"/>
                  </a:lnTo>
                  <a:lnTo>
                    <a:pt x="2339474" y="3526653"/>
                  </a:lnTo>
                  <a:lnTo>
                    <a:pt x="2339662" y="3526653"/>
                  </a:lnTo>
                  <a:lnTo>
                    <a:pt x="2339756" y="3526653"/>
                  </a:lnTo>
                  <a:lnTo>
                    <a:pt x="2339850" y="3526653"/>
                  </a:lnTo>
                  <a:lnTo>
                    <a:pt x="2340132" y="3526653"/>
                  </a:lnTo>
                  <a:lnTo>
                    <a:pt x="2340226" y="3526653"/>
                  </a:lnTo>
                  <a:lnTo>
                    <a:pt x="2340320" y="3526653"/>
                  </a:lnTo>
                  <a:lnTo>
                    <a:pt x="2340414" y="3526653"/>
                  </a:lnTo>
                  <a:lnTo>
                    <a:pt x="2340508" y="3526653"/>
                  </a:lnTo>
                  <a:lnTo>
                    <a:pt x="2340978" y="3526653"/>
                  </a:lnTo>
                  <a:lnTo>
                    <a:pt x="2341166" y="3526653"/>
                  </a:lnTo>
                  <a:lnTo>
                    <a:pt x="2341636" y="3526653"/>
                  </a:lnTo>
                  <a:lnTo>
                    <a:pt x="2341824" y="3526653"/>
                  </a:lnTo>
                  <a:lnTo>
                    <a:pt x="2341918" y="3526653"/>
                  </a:lnTo>
                  <a:lnTo>
                    <a:pt x="2342106" y="3526653"/>
                  </a:lnTo>
                  <a:lnTo>
                    <a:pt x="2342765" y="3526653"/>
                  </a:lnTo>
                  <a:lnTo>
                    <a:pt x="2343047" y="3526653"/>
                  </a:lnTo>
                  <a:lnTo>
                    <a:pt x="2343423" y="3526653"/>
                  </a:lnTo>
                  <a:lnTo>
                    <a:pt x="2343799" y="3526653"/>
                  </a:lnTo>
                  <a:lnTo>
                    <a:pt x="2344269" y="3526653"/>
                  </a:lnTo>
                  <a:lnTo>
                    <a:pt x="2344363" y="3526653"/>
                  </a:lnTo>
                  <a:lnTo>
                    <a:pt x="2344739" y="3526653"/>
                  </a:lnTo>
                  <a:lnTo>
                    <a:pt x="2344833" y="3526653"/>
                  </a:lnTo>
                  <a:lnTo>
                    <a:pt x="2344833" y="3521374"/>
                  </a:lnTo>
                  <a:lnTo>
                    <a:pt x="2345021" y="3521374"/>
                  </a:lnTo>
                  <a:lnTo>
                    <a:pt x="2345115" y="3521374"/>
                  </a:lnTo>
                  <a:lnTo>
                    <a:pt x="2345397" y="3521374"/>
                  </a:lnTo>
                  <a:lnTo>
                    <a:pt x="2345491" y="3521374"/>
                  </a:lnTo>
                  <a:lnTo>
                    <a:pt x="2345585" y="3521374"/>
                  </a:lnTo>
                  <a:lnTo>
                    <a:pt x="2345679" y="3521374"/>
                  </a:lnTo>
                  <a:lnTo>
                    <a:pt x="2345961" y="3521374"/>
                  </a:lnTo>
                  <a:lnTo>
                    <a:pt x="2346149" y="3521374"/>
                  </a:lnTo>
                  <a:lnTo>
                    <a:pt x="2346149" y="3516094"/>
                  </a:lnTo>
                  <a:lnTo>
                    <a:pt x="2346808" y="3516094"/>
                  </a:lnTo>
                  <a:lnTo>
                    <a:pt x="2346902" y="3516094"/>
                  </a:lnTo>
                  <a:lnTo>
                    <a:pt x="2346996" y="3516094"/>
                  </a:lnTo>
                  <a:lnTo>
                    <a:pt x="2347090" y="3516094"/>
                  </a:lnTo>
                  <a:lnTo>
                    <a:pt x="2347560" y="3516094"/>
                  </a:lnTo>
                  <a:lnTo>
                    <a:pt x="2347654" y="3516094"/>
                  </a:lnTo>
                  <a:lnTo>
                    <a:pt x="2347654" y="3510815"/>
                  </a:lnTo>
                  <a:lnTo>
                    <a:pt x="2347748" y="3510815"/>
                  </a:lnTo>
                  <a:lnTo>
                    <a:pt x="2347842" y="3510815"/>
                  </a:lnTo>
                  <a:lnTo>
                    <a:pt x="2347936" y="3510815"/>
                  </a:lnTo>
                  <a:lnTo>
                    <a:pt x="2348030" y="3510815"/>
                  </a:lnTo>
                  <a:lnTo>
                    <a:pt x="2348312" y="3510815"/>
                  </a:lnTo>
                  <a:lnTo>
                    <a:pt x="2348782" y="3510815"/>
                  </a:lnTo>
                  <a:lnTo>
                    <a:pt x="2348970" y="3510815"/>
                  </a:lnTo>
                  <a:lnTo>
                    <a:pt x="2348970" y="3505535"/>
                  </a:lnTo>
                  <a:lnTo>
                    <a:pt x="2349064" y="3505535"/>
                  </a:lnTo>
                  <a:lnTo>
                    <a:pt x="2349252" y="3505535"/>
                  </a:lnTo>
                  <a:lnTo>
                    <a:pt x="2349628" y="3505535"/>
                  </a:lnTo>
                  <a:lnTo>
                    <a:pt x="2349722" y="3505535"/>
                  </a:lnTo>
                  <a:lnTo>
                    <a:pt x="2350005" y="3505535"/>
                  </a:lnTo>
                  <a:lnTo>
                    <a:pt x="2350287" y="3505535"/>
                  </a:lnTo>
                  <a:lnTo>
                    <a:pt x="2350475" y="3505535"/>
                  </a:lnTo>
                  <a:lnTo>
                    <a:pt x="2350663" y="3505535"/>
                  </a:lnTo>
                  <a:lnTo>
                    <a:pt x="2350851" y="3505535"/>
                  </a:lnTo>
                  <a:lnTo>
                    <a:pt x="2350945" y="3505535"/>
                  </a:lnTo>
                  <a:lnTo>
                    <a:pt x="2351321" y="3505535"/>
                  </a:lnTo>
                  <a:lnTo>
                    <a:pt x="2351415" y="3505535"/>
                  </a:lnTo>
                  <a:lnTo>
                    <a:pt x="2351885" y="3505535"/>
                  </a:lnTo>
                  <a:lnTo>
                    <a:pt x="2351979" y="3505535"/>
                  </a:lnTo>
                  <a:lnTo>
                    <a:pt x="2352073" y="3505535"/>
                  </a:lnTo>
                  <a:lnTo>
                    <a:pt x="2352261" y="3505535"/>
                  </a:lnTo>
                  <a:lnTo>
                    <a:pt x="2352543" y="3505535"/>
                  </a:lnTo>
                  <a:lnTo>
                    <a:pt x="2352637" y="3505535"/>
                  </a:lnTo>
                  <a:lnTo>
                    <a:pt x="2352919" y="3505535"/>
                  </a:lnTo>
                  <a:lnTo>
                    <a:pt x="2353672" y="3505535"/>
                  </a:lnTo>
                  <a:lnTo>
                    <a:pt x="2353672" y="3500256"/>
                  </a:lnTo>
                  <a:lnTo>
                    <a:pt x="2353766" y="3500256"/>
                  </a:lnTo>
                  <a:lnTo>
                    <a:pt x="2353954" y="3500256"/>
                  </a:lnTo>
                  <a:lnTo>
                    <a:pt x="2354048" y="3500256"/>
                  </a:lnTo>
                  <a:lnTo>
                    <a:pt x="2354236" y="3500256"/>
                  </a:lnTo>
                  <a:lnTo>
                    <a:pt x="2354894" y="3500256"/>
                  </a:lnTo>
                  <a:lnTo>
                    <a:pt x="2354988" y="3500256"/>
                  </a:lnTo>
                  <a:lnTo>
                    <a:pt x="2355082" y="3500256"/>
                  </a:lnTo>
                  <a:lnTo>
                    <a:pt x="2355176" y="3500256"/>
                  </a:lnTo>
                  <a:lnTo>
                    <a:pt x="2355176" y="3494976"/>
                  </a:lnTo>
                  <a:lnTo>
                    <a:pt x="2355458" y="3489697"/>
                  </a:lnTo>
                  <a:lnTo>
                    <a:pt x="2356116" y="3489697"/>
                  </a:lnTo>
                  <a:lnTo>
                    <a:pt x="2356304" y="3489697"/>
                  </a:lnTo>
                  <a:lnTo>
                    <a:pt x="2356586" y="3489697"/>
                  </a:lnTo>
                  <a:lnTo>
                    <a:pt x="2356680" y="3489697"/>
                  </a:lnTo>
                  <a:lnTo>
                    <a:pt x="2356774" y="3489697"/>
                  </a:lnTo>
                  <a:lnTo>
                    <a:pt x="2356963" y="3489697"/>
                  </a:lnTo>
                  <a:lnTo>
                    <a:pt x="2357151" y="3489697"/>
                  </a:lnTo>
                  <a:lnTo>
                    <a:pt x="2357433" y="3489697"/>
                  </a:lnTo>
                  <a:lnTo>
                    <a:pt x="2357527" y="3489697"/>
                  </a:lnTo>
                  <a:lnTo>
                    <a:pt x="2357903" y="3489697"/>
                  </a:lnTo>
                  <a:lnTo>
                    <a:pt x="2357997" y="3489697"/>
                  </a:lnTo>
                  <a:lnTo>
                    <a:pt x="2358185" y="3489697"/>
                  </a:lnTo>
                  <a:lnTo>
                    <a:pt x="2358279" y="3489697"/>
                  </a:lnTo>
                  <a:lnTo>
                    <a:pt x="2358843" y="3489697"/>
                  </a:lnTo>
                  <a:lnTo>
                    <a:pt x="2358937" y="3489697"/>
                  </a:lnTo>
                  <a:lnTo>
                    <a:pt x="2359031" y="3489697"/>
                  </a:lnTo>
                  <a:lnTo>
                    <a:pt x="2359501" y="3489697"/>
                  </a:lnTo>
                  <a:lnTo>
                    <a:pt x="2359595" y="3489697"/>
                  </a:lnTo>
                  <a:lnTo>
                    <a:pt x="2359877" y="3489697"/>
                  </a:lnTo>
                  <a:lnTo>
                    <a:pt x="2360253" y="3484418"/>
                  </a:lnTo>
                  <a:lnTo>
                    <a:pt x="2360253" y="3479138"/>
                  </a:lnTo>
                  <a:lnTo>
                    <a:pt x="2360630" y="3479138"/>
                  </a:lnTo>
                  <a:lnTo>
                    <a:pt x="2360818" y="3479138"/>
                  </a:lnTo>
                  <a:lnTo>
                    <a:pt x="2360912" y="3479138"/>
                  </a:lnTo>
                  <a:lnTo>
                    <a:pt x="2361006" y="3479138"/>
                  </a:lnTo>
                  <a:lnTo>
                    <a:pt x="2361194" y="3479138"/>
                  </a:lnTo>
                  <a:lnTo>
                    <a:pt x="2361476" y="3479138"/>
                  </a:lnTo>
                  <a:lnTo>
                    <a:pt x="2362040" y="3473859"/>
                  </a:lnTo>
                  <a:lnTo>
                    <a:pt x="2362228" y="3473859"/>
                  </a:lnTo>
                  <a:lnTo>
                    <a:pt x="2362322" y="3473859"/>
                  </a:lnTo>
                  <a:lnTo>
                    <a:pt x="2362792" y="3473859"/>
                  </a:lnTo>
                  <a:lnTo>
                    <a:pt x="2362886" y="3473859"/>
                  </a:lnTo>
                  <a:lnTo>
                    <a:pt x="2363074" y="3473859"/>
                  </a:lnTo>
                  <a:lnTo>
                    <a:pt x="2363450" y="3473859"/>
                  </a:lnTo>
                  <a:lnTo>
                    <a:pt x="2363544" y="3473859"/>
                  </a:lnTo>
                  <a:lnTo>
                    <a:pt x="2363826" y="3473859"/>
                  </a:lnTo>
                  <a:lnTo>
                    <a:pt x="2363920" y="3473859"/>
                  </a:lnTo>
                  <a:lnTo>
                    <a:pt x="2364015" y="3473859"/>
                  </a:lnTo>
                  <a:lnTo>
                    <a:pt x="2364391" y="3473859"/>
                  </a:lnTo>
                  <a:lnTo>
                    <a:pt x="2364485" y="3473859"/>
                  </a:lnTo>
                  <a:lnTo>
                    <a:pt x="2365237" y="3473859"/>
                  </a:lnTo>
                  <a:lnTo>
                    <a:pt x="2365331" y="3473859"/>
                  </a:lnTo>
                  <a:lnTo>
                    <a:pt x="2365613" y="3473859"/>
                  </a:lnTo>
                  <a:lnTo>
                    <a:pt x="2365801" y="3473859"/>
                  </a:lnTo>
                  <a:lnTo>
                    <a:pt x="2366365" y="3473859"/>
                  </a:lnTo>
                  <a:lnTo>
                    <a:pt x="2366647" y="3473859"/>
                  </a:lnTo>
                  <a:lnTo>
                    <a:pt x="2366835" y="3473859"/>
                  </a:lnTo>
                  <a:lnTo>
                    <a:pt x="2366929" y="3473859"/>
                  </a:lnTo>
                  <a:lnTo>
                    <a:pt x="2367023" y="3473859"/>
                  </a:lnTo>
                  <a:lnTo>
                    <a:pt x="2367211" y="3473859"/>
                  </a:lnTo>
                  <a:lnTo>
                    <a:pt x="2367305" y="3473859"/>
                  </a:lnTo>
                  <a:lnTo>
                    <a:pt x="2367399" y="3473859"/>
                  </a:lnTo>
                  <a:lnTo>
                    <a:pt x="2367588" y="3473859"/>
                  </a:lnTo>
                  <a:lnTo>
                    <a:pt x="2367682" y="3473859"/>
                  </a:lnTo>
                  <a:lnTo>
                    <a:pt x="2367870" y="3473859"/>
                  </a:lnTo>
                  <a:lnTo>
                    <a:pt x="2367964" y="3473859"/>
                  </a:lnTo>
                  <a:lnTo>
                    <a:pt x="2368058" y="3473859"/>
                  </a:lnTo>
                  <a:lnTo>
                    <a:pt x="2368246" y="3473859"/>
                  </a:lnTo>
                  <a:lnTo>
                    <a:pt x="2368810" y="3473859"/>
                  </a:lnTo>
                  <a:lnTo>
                    <a:pt x="2368998" y="3473859"/>
                  </a:lnTo>
                  <a:lnTo>
                    <a:pt x="2369092" y="3473859"/>
                  </a:lnTo>
                  <a:lnTo>
                    <a:pt x="2369562" y="3473859"/>
                  </a:lnTo>
                  <a:lnTo>
                    <a:pt x="2369750" y="3473859"/>
                  </a:lnTo>
                  <a:lnTo>
                    <a:pt x="2369844" y="3473859"/>
                  </a:lnTo>
                  <a:lnTo>
                    <a:pt x="2370126" y="3473859"/>
                  </a:lnTo>
                  <a:lnTo>
                    <a:pt x="2370408" y="3473859"/>
                  </a:lnTo>
                  <a:lnTo>
                    <a:pt x="2370502" y="3473859"/>
                  </a:lnTo>
                  <a:lnTo>
                    <a:pt x="2370596" y="3473859"/>
                  </a:lnTo>
                  <a:lnTo>
                    <a:pt x="2371349" y="3463300"/>
                  </a:lnTo>
                  <a:lnTo>
                    <a:pt x="2371631" y="3463300"/>
                  </a:lnTo>
                  <a:lnTo>
                    <a:pt x="2371913" y="3463300"/>
                  </a:lnTo>
                  <a:lnTo>
                    <a:pt x="2372007" y="3463300"/>
                  </a:lnTo>
                  <a:lnTo>
                    <a:pt x="2372195" y="3463300"/>
                  </a:lnTo>
                  <a:lnTo>
                    <a:pt x="2372289" y="3463300"/>
                  </a:lnTo>
                  <a:lnTo>
                    <a:pt x="2372477" y="3463300"/>
                  </a:lnTo>
                  <a:lnTo>
                    <a:pt x="2372571" y="3463300"/>
                  </a:lnTo>
                  <a:lnTo>
                    <a:pt x="2373229" y="3463300"/>
                  </a:lnTo>
                  <a:lnTo>
                    <a:pt x="2373323" y="3463300"/>
                  </a:lnTo>
                  <a:lnTo>
                    <a:pt x="2373417" y="3463300"/>
                  </a:lnTo>
                  <a:lnTo>
                    <a:pt x="2373605" y="3463300"/>
                  </a:lnTo>
                  <a:lnTo>
                    <a:pt x="2373699" y="3463300"/>
                  </a:lnTo>
                  <a:lnTo>
                    <a:pt x="2373887" y="3463300"/>
                  </a:lnTo>
                  <a:lnTo>
                    <a:pt x="2373981" y="3463300"/>
                  </a:lnTo>
                  <a:lnTo>
                    <a:pt x="2374075" y="3463300"/>
                  </a:lnTo>
                  <a:lnTo>
                    <a:pt x="2374263" y="3463300"/>
                  </a:lnTo>
                  <a:lnTo>
                    <a:pt x="2374357" y="3463300"/>
                  </a:lnTo>
                  <a:lnTo>
                    <a:pt x="2375580" y="3463300"/>
                  </a:lnTo>
                  <a:lnTo>
                    <a:pt x="2375674" y="3463300"/>
                  </a:lnTo>
                  <a:lnTo>
                    <a:pt x="2375768" y="3463300"/>
                  </a:lnTo>
                  <a:lnTo>
                    <a:pt x="2375862" y="3463300"/>
                  </a:lnTo>
                  <a:lnTo>
                    <a:pt x="2375956" y="3463300"/>
                  </a:lnTo>
                  <a:lnTo>
                    <a:pt x="2375956" y="3458020"/>
                  </a:lnTo>
                  <a:lnTo>
                    <a:pt x="2376050" y="3458020"/>
                  </a:lnTo>
                  <a:lnTo>
                    <a:pt x="2376144" y="3458020"/>
                  </a:lnTo>
                  <a:lnTo>
                    <a:pt x="2376332" y="3458020"/>
                  </a:lnTo>
                  <a:lnTo>
                    <a:pt x="2376426" y="3452741"/>
                  </a:lnTo>
                  <a:lnTo>
                    <a:pt x="2376614" y="3452741"/>
                  </a:lnTo>
                  <a:lnTo>
                    <a:pt x="2376708" y="3452741"/>
                  </a:lnTo>
                  <a:lnTo>
                    <a:pt x="2376802" y="3452741"/>
                  </a:lnTo>
                  <a:lnTo>
                    <a:pt x="2377178" y="3452741"/>
                  </a:lnTo>
                  <a:lnTo>
                    <a:pt x="2377272" y="3452741"/>
                  </a:lnTo>
                  <a:lnTo>
                    <a:pt x="2377742" y="3452741"/>
                  </a:lnTo>
                  <a:lnTo>
                    <a:pt x="2377836" y="3452741"/>
                  </a:lnTo>
                  <a:lnTo>
                    <a:pt x="2377930" y="3452741"/>
                  </a:lnTo>
                  <a:lnTo>
                    <a:pt x="2378213" y="3452741"/>
                  </a:lnTo>
                  <a:lnTo>
                    <a:pt x="2378965" y="3452741"/>
                  </a:lnTo>
                  <a:lnTo>
                    <a:pt x="2379153" y="3452741"/>
                  </a:lnTo>
                  <a:lnTo>
                    <a:pt x="2379247" y="3452741"/>
                  </a:lnTo>
                  <a:lnTo>
                    <a:pt x="2379341" y="3452741"/>
                  </a:lnTo>
                  <a:lnTo>
                    <a:pt x="2379435" y="3452741"/>
                  </a:lnTo>
                  <a:lnTo>
                    <a:pt x="2379529" y="3452741"/>
                  </a:lnTo>
                  <a:lnTo>
                    <a:pt x="2379811" y="3452741"/>
                  </a:lnTo>
                  <a:lnTo>
                    <a:pt x="2379905" y="3452741"/>
                  </a:lnTo>
                  <a:lnTo>
                    <a:pt x="2380469" y="3452741"/>
                  </a:lnTo>
                  <a:lnTo>
                    <a:pt x="2380751" y="3452741"/>
                  </a:lnTo>
                  <a:lnTo>
                    <a:pt x="2380845" y="3452741"/>
                  </a:lnTo>
                  <a:lnTo>
                    <a:pt x="2381033" y="3452741"/>
                  </a:lnTo>
                  <a:lnTo>
                    <a:pt x="2381127" y="3452741"/>
                  </a:lnTo>
                  <a:lnTo>
                    <a:pt x="2381409" y="3452741"/>
                  </a:lnTo>
                  <a:lnTo>
                    <a:pt x="2381503" y="3452741"/>
                  </a:lnTo>
                  <a:lnTo>
                    <a:pt x="2382068" y="3452741"/>
                  </a:lnTo>
                  <a:lnTo>
                    <a:pt x="2383290" y="3452741"/>
                  </a:lnTo>
                  <a:lnTo>
                    <a:pt x="2383384" y="3452741"/>
                  </a:lnTo>
                  <a:lnTo>
                    <a:pt x="2383572" y="3452741"/>
                  </a:lnTo>
                  <a:lnTo>
                    <a:pt x="2384042" y="3452741"/>
                  </a:lnTo>
                  <a:lnTo>
                    <a:pt x="2384136" y="3447462"/>
                  </a:lnTo>
                  <a:lnTo>
                    <a:pt x="2384324" y="3447462"/>
                  </a:lnTo>
                  <a:lnTo>
                    <a:pt x="2384418" y="3442182"/>
                  </a:lnTo>
                  <a:lnTo>
                    <a:pt x="2384512" y="3442182"/>
                  </a:lnTo>
                  <a:lnTo>
                    <a:pt x="2385265" y="3442182"/>
                  </a:lnTo>
                  <a:lnTo>
                    <a:pt x="2385453" y="3442182"/>
                  </a:lnTo>
                  <a:lnTo>
                    <a:pt x="2385547" y="3442182"/>
                  </a:lnTo>
                  <a:lnTo>
                    <a:pt x="2385641" y="3442182"/>
                  </a:lnTo>
                  <a:lnTo>
                    <a:pt x="2385735" y="3442182"/>
                  </a:lnTo>
                  <a:lnTo>
                    <a:pt x="2385829" y="3442182"/>
                  </a:lnTo>
                  <a:lnTo>
                    <a:pt x="2385923" y="3442182"/>
                  </a:lnTo>
                  <a:lnTo>
                    <a:pt x="2386111" y="3442182"/>
                  </a:lnTo>
                  <a:lnTo>
                    <a:pt x="2386393" y="3442182"/>
                  </a:lnTo>
                  <a:lnTo>
                    <a:pt x="2386581" y="3436903"/>
                  </a:lnTo>
                  <a:lnTo>
                    <a:pt x="2386769" y="3436903"/>
                  </a:lnTo>
                  <a:lnTo>
                    <a:pt x="2387051" y="3436903"/>
                  </a:lnTo>
                  <a:lnTo>
                    <a:pt x="2387145" y="3436903"/>
                  </a:lnTo>
                  <a:lnTo>
                    <a:pt x="2387615" y="3436903"/>
                  </a:lnTo>
                  <a:lnTo>
                    <a:pt x="2387991" y="3436903"/>
                  </a:lnTo>
                  <a:lnTo>
                    <a:pt x="2388085" y="3436903"/>
                  </a:lnTo>
                  <a:lnTo>
                    <a:pt x="2388649" y="3436903"/>
                  </a:lnTo>
                  <a:lnTo>
                    <a:pt x="2388743" y="3436903"/>
                  </a:lnTo>
                  <a:lnTo>
                    <a:pt x="2388932" y="3436903"/>
                  </a:lnTo>
                  <a:lnTo>
                    <a:pt x="2389026" y="3436903"/>
                  </a:lnTo>
                  <a:lnTo>
                    <a:pt x="2389120" y="3436903"/>
                  </a:lnTo>
                  <a:lnTo>
                    <a:pt x="2389214" y="3431623"/>
                  </a:lnTo>
                  <a:lnTo>
                    <a:pt x="2389308" y="3431623"/>
                  </a:lnTo>
                  <a:lnTo>
                    <a:pt x="2389496" y="3431623"/>
                  </a:lnTo>
                  <a:lnTo>
                    <a:pt x="2389590" y="3431623"/>
                  </a:lnTo>
                  <a:lnTo>
                    <a:pt x="2390060" y="3431623"/>
                  </a:lnTo>
                  <a:lnTo>
                    <a:pt x="2390248" y="3431623"/>
                  </a:lnTo>
                  <a:lnTo>
                    <a:pt x="2390342" y="3431623"/>
                  </a:lnTo>
                  <a:lnTo>
                    <a:pt x="2390436" y="3431623"/>
                  </a:lnTo>
                  <a:lnTo>
                    <a:pt x="2390906" y="3431623"/>
                  </a:lnTo>
                  <a:lnTo>
                    <a:pt x="2391188" y="3431623"/>
                  </a:lnTo>
                  <a:lnTo>
                    <a:pt x="2391376" y="3431623"/>
                  </a:lnTo>
                  <a:lnTo>
                    <a:pt x="2391564" y="3431623"/>
                  </a:lnTo>
                  <a:lnTo>
                    <a:pt x="2391658" y="3431623"/>
                  </a:lnTo>
                  <a:lnTo>
                    <a:pt x="2391752" y="3431623"/>
                  </a:lnTo>
                  <a:lnTo>
                    <a:pt x="2391846" y="3431623"/>
                  </a:lnTo>
                  <a:lnTo>
                    <a:pt x="2392599" y="3431623"/>
                  </a:lnTo>
                  <a:lnTo>
                    <a:pt x="2392693" y="3431623"/>
                  </a:lnTo>
                  <a:lnTo>
                    <a:pt x="2392787" y="3431623"/>
                  </a:lnTo>
                  <a:lnTo>
                    <a:pt x="2392881" y="3431623"/>
                  </a:lnTo>
                  <a:lnTo>
                    <a:pt x="2392975" y="3431623"/>
                  </a:lnTo>
                  <a:lnTo>
                    <a:pt x="2393257" y="3431623"/>
                  </a:lnTo>
                  <a:lnTo>
                    <a:pt x="2393539" y="3426344"/>
                  </a:lnTo>
                  <a:lnTo>
                    <a:pt x="2393727" y="3426344"/>
                  </a:lnTo>
                  <a:lnTo>
                    <a:pt x="2393821" y="3426344"/>
                  </a:lnTo>
                  <a:lnTo>
                    <a:pt x="2394009" y="3426344"/>
                  </a:lnTo>
                  <a:lnTo>
                    <a:pt x="2394197" y="3426344"/>
                  </a:lnTo>
                  <a:lnTo>
                    <a:pt x="2394385" y="3426344"/>
                  </a:lnTo>
                  <a:lnTo>
                    <a:pt x="2394667" y="3426344"/>
                  </a:lnTo>
                  <a:lnTo>
                    <a:pt x="2395231" y="3426344"/>
                  </a:lnTo>
                  <a:lnTo>
                    <a:pt x="2395325" y="3426344"/>
                  </a:lnTo>
                  <a:lnTo>
                    <a:pt x="2395890" y="3426344"/>
                  </a:lnTo>
                  <a:lnTo>
                    <a:pt x="2396078" y="3426344"/>
                  </a:lnTo>
                  <a:lnTo>
                    <a:pt x="2396172" y="3426344"/>
                  </a:lnTo>
                  <a:lnTo>
                    <a:pt x="2396266" y="3426344"/>
                  </a:lnTo>
                  <a:lnTo>
                    <a:pt x="2396360" y="3426344"/>
                  </a:lnTo>
                  <a:lnTo>
                    <a:pt x="2396548" y="3426344"/>
                  </a:lnTo>
                  <a:lnTo>
                    <a:pt x="2396642" y="3426344"/>
                  </a:lnTo>
                  <a:lnTo>
                    <a:pt x="2397206" y="3426344"/>
                  </a:lnTo>
                  <a:lnTo>
                    <a:pt x="2397394" y="3426344"/>
                  </a:lnTo>
                  <a:lnTo>
                    <a:pt x="2397488" y="3426344"/>
                  </a:lnTo>
                  <a:lnTo>
                    <a:pt x="2397864" y="3426344"/>
                  </a:lnTo>
                  <a:lnTo>
                    <a:pt x="2397958" y="3426344"/>
                  </a:lnTo>
                  <a:lnTo>
                    <a:pt x="2398052" y="3426344"/>
                  </a:lnTo>
                  <a:lnTo>
                    <a:pt x="2398146" y="3426344"/>
                  </a:lnTo>
                  <a:lnTo>
                    <a:pt x="2398334" y="3426344"/>
                  </a:lnTo>
                  <a:lnTo>
                    <a:pt x="2398428" y="3426344"/>
                  </a:lnTo>
                  <a:lnTo>
                    <a:pt x="2398522" y="3426344"/>
                  </a:lnTo>
                  <a:lnTo>
                    <a:pt x="2398710" y="3426344"/>
                  </a:lnTo>
                  <a:lnTo>
                    <a:pt x="2398804" y="3426344"/>
                  </a:lnTo>
                  <a:lnTo>
                    <a:pt x="2399180" y="3426344"/>
                  </a:lnTo>
                  <a:lnTo>
                    <a:pt x="2399839" y="3426344"/>
                  </a:lnTo>
                  <a:lnTo>
                    <a:pt x="2400121" y="3421065"/>
                  </a:lnTo>
                  <a:lnTo>
                    <a:pt x="2400215" y="3421065"/>
                  </a:lnTo>
                  <a:lnTo>
                    <a:pt x="2400309" y="3421065"/>
                  </a:lnTo>
                  <a:lnTo>
                    <a:pt x="2400403" y="3421065"/>
                  </a:lnTo>
                  <a:lnTo>
                    <a:pt x="2400497" y="3421065"/>
                  </a:lnTo>
                  <a:lnTo>
                    <a:pt x="2400685" y="3421065"/>
                  </a:lnTo>
                  <a:lnTo>
                    <a:pt x="2400967" y="3421065"/>
                  </a:lnTo>
                  <a:lnTo>
                    <a:pt x="2401061" y="3421065"/>
                  </a:lnTo>
                  <a:lnTo>
                    <a:pt x="2401343" y="3421065"/>
                  </a:lnTo>
                  <a:lnTo>
                    <a:pt x="2401437" y="3421065"/>
                  </a:lnTo>
                  <a:lnTo>
                    <a:pt x="2402283" y="3421065"/>
                  </a:lnTo>
                  <a:lnTo>
                    <a:pt x="2402471" y="3421065"/>
                  </a:lnTo>
                  <a:lnTo>
                    <a:pt x="2402565" y="3421065"/>
                  </a:lnTo>
                  <a:lnTo>
                    <a:pt x="2402753" y="3421065"/>
                  </a:lnTo>
                  <a:lnTo>
                    <a:pt x="2402941" y="3421065"/>
                  </a:lnTo>
                  <a:lnTo>
                    <a:pt x="2403130" y="3421065"/>
                  </a:lnTo>
                  <a:lnTo>
                    <a:pt x="2403224" y="3421065"/>
                  </a:lnTo>
                  <a:lnTo>
                    <a:pt x="2403318" y="3421065"/>
                  </a:lnTo>
                  <a:lnTo>
                    <a:pt x="2403788" y="3421065"/>
                  </a:lnTo>
                  <a:lnTo>
                    <a:pt x="2404070" y="3421065"/>
                  </a:lnTo>
                  <a:lnTo>
                    <a:pt x="2404258" y="3421065"/>
                  </a:lnTo>
                  <a:lnTo>
                    <a:pt x="2404446" y="3421065"/>
                  </a:lnTo>
                  <a:lnTo>
                    <a:pt x="2404540" y="3415785"/>
                  </a:lnTo>
                  <a:lnTo>
                    <a:pt x="2404728" y="3415785"/>
                  </a:lnTo>
                  <a:lnTo>
                    <a:pt x="2404822" y="3415785"/>
                  </a:lnTo>
                  <a:lnTo>
                    <a:pt x="2404916" y="3415785"/>
                  </a:lnTo>
                  <a:lnTo>
                    <a:pt x="2405386" y="3415785"/>
                  </a:lnTo>
                  <a:lnTo>
                    <a:pt x="2405480" y="3415785"/>
                  </a:lnTo>
                  <a:lnTo>
                    <a:pt x="2405574" y="3415785"/>
                  </a:lnTo>
                  <a:lnTo>
                    <a:pt x="2406232" y="3415785"/>
                  </a:lnTo>
                  <a:lnTo>
                    <a:pt x="2406326" y="3415785"/>
                  </a:lnTo>
                  <a:lnTo>
                    <a:pt x="2406515" y="3415785"/>
                  </a:lnTo>
                  <a:lnTo>
                    <a:pt x="2406609" y="3415785"/>
                  </a:lnTo>
                  <a:lnTo>
                    <a:pt x="2407079" y="3415785"/>
                  </a:lnTo>
                  <a:lnTo>
                    <a:pt x="2407267" y="3415785"/>
                  </a:lnTo>
                  <a:lnTo>
                    <a:pt x="2407361" y="3415785"/>
                  </a:lnTo>
                  <a:lnTo>
                    <a:pt x="2407549" y="3415785"/>
                  </a:lnTo>
                  <a:lnTo>
                    <a:pt x="2407643" y="3415785"/>
                  </a:lnTo>
                  <a:lnTo>
                    <a:pt x="2407737" y="3415785"/>
                  </a:lnTo>
                  <a:lnTo>
                    <a:pt x="2408019" y="3415785"/>
                  </a:lnTo>
                  <a:lnTo>
                    <a:pt x="2408301" y="3415785"/>
                  </a:lnTo>
                  <a:lnTo>
                    <a:pt x="2408583" y="3415785"/>
                  </a:lnTo>
                  <a:lnTo>
                    <a:pt x="2408865" y="3415785"/>
                  </a:lnTo>
                  <a:lnTo>
                    <a:pt x="2408959" y="3415785"/>
                  </a:lnTo>
                  <a:lnTo>
                    <a:pt x="2409053" y="3415785"/>
                  </a:lnTo>
                  <a:lnTo>
                    <a:pt x="2409241" y="3415785"/>
                  </a:lnTo>
                  <a:lnTo>
                    <a:pt x="2409993" y="3415785"/>
                  </a:lnTo>
                  <a:lnTo>
                    <a:pt x="2410088" y="3415785"/>
                  </a:lnTo>
                  <a:lnTo>
                    <a:pt x="2410182" y="3415785"/>
                  </a:lnTo>
                  <a:lnTo>
                    <a:pt x="2410276" y="3415785"/>
                  </a:lnTo>
                  <a:lnTo>
                    <a:pt x="2410464" y="3415785"/>
                  </a:lnTo>
                  <a:lnTo>
                    <a:pt x="2410558" y="3415785"/>
                  </a:lnTo>
                  <a:lnTo>
                    <a:pt x="2410652" y="3415785"/>
                  </a:lnTo>
                  <a:lnTo>
                    <a:pt x="2410934" y="3415785"/>
                  </a:lnTo>
                  <a:lnTo>
                    <a:pt x="2411028" y="3415785"/>
                  </a:lnTo>
                  <a:lnTo>
                    <a:pt x="2411310" y="3415785"/>
                  </a:lnTo>
                  <a:lnTo>
                    <a:pt x="2411404" y="3415785"/>
                  </a:lnTo>
                  <a:lnTo>
                    <a:pt x="2411592" y="3410506"/>
                  </a:lnTo>
                  <a:lnTo>
                    <a:pt x="2411686" y="3410506"/>
                  </a:lnTo>
                  <a:lnTo>
                    <a:pt x="2411780" y="3410506"/>
                  </a:lnTo>
                  <a:lnTo>
                    <a:pt x="2411874" y="3410506"/>
                  </a:lnTo>
                  <a:lnTo>
                    <a:pt x="2412438" y="3410506"/>
                  </a:lnTo>
                  <a:lnTo>
                    <a:pt x="2412532" y="3410506"/>
                  </a:lnTo>
                  <a:lnTo>
                    <a:pt x="2412720" y="3410506"/>
                  </a:lnTo>
                  <a:lnTo>
                    <a:pt x="2413096" y="3410506"/>
                  </a:lnTo>
                  <a:lnTo>
                    <a:pt x="2413190" y="3410506"/>
                  </a:lnTo>
                  <a:lnTo>
                    <a:pt x="2413284" y="3410506"/>
                  </a:lnTo>
                  <a:lnTo>
                    <a:pt x="2413661" y="3410506"/>
                  </a:lnTo>
                  <a:lnTo>
                    <a:pt x="2413943" y="3410506"/>
                  </a:lnTo>
                  <a:lnTo>
                    <a:pt x="2414037" y="3410506"/>
                  </a:lnTo>
                  <a:lnTo>
                    <a:pt x="2414131" y="3410506"/>
                  </a:lnTo>
                  <a:lnTo>
                    <a:pt x="2414319" y="3410506"/>
                  </a:lnTo>
                  <a:lnTo>
                    <a:pt x="2414413" y="3410506"/>
                  </a:lnTo>
                  <a:lnTo>
                    <a:pt x="2414507" y="3410506"/>
                  </a:lnTo>
                  <a:lnTo>
                    <a:pt x="2414601" y="3410506"/>
                  </a:lnTo>
                  <a:lnTo>
                    <a:pt x="2414883" y="3410506"/>
                  </a:lnTo>
                  <a:lnTo>
                    <a:pt x="2415071" y="3410506"/>
                  </a:lnTo>
                  <a:lnTo>
                    <a:pt x="2415165" y="3410506"/>
                  </a:lnTo>
                  <a:lnTo>
                    <a:pt x="2416011" y="3410506"/>
                  </a:lnTo>
                  <a:lnTo>
                    <a:pt x="2416387" y="3410506"/>
                  </a:lnTo>
                  <a:lnTo>
                    <a:pt x="2417045" y="3410506"/>
                  </a:lnTo>
                  <a:lnTo>
                    <a:pt x="2417234" y="3410506"/>
                  </a:lnTo>
                  <a:lnTo>
                    <a:pt x="2417328" y="3410506"/>
                  </a:lnTo>
                  <a:lnTo>
                    <a:pt x="2417516" y="3410506"/>
                  </a:lnTo>
                  <a:lnTo>
                    <a:pt x="2417610" y="3410506"/>
                  </a:lnTo>
                  <a:lnTo>
                    <a:pt x="2417704" y="3410506"/>
                  </a:lnTo>
                  <a:lnTo>
                    <a:pt x="2417798" y="3410506"/>
                  </a:lnTo>
                  <a:lnTo>
                    <a:pt x="2417892" y="3410506"/>
                  </a:lnTo>
                  <a:lnTo>
                    <a:pt x="2417892" y="3405226"/>
                  </a:lnTo>
                  <a:lnTo>
                    <a:pt x="2417986" y="3405226"/>
                  </a:lnTo>
                  <a:lnTo>
                    <a:pt x="2418080" y="3405226"/>
                  </a:lnTo>
                  <a:lnTo>
                    <a:pt x="2418174" y="3405226"/>
                  </a:lnTo>
                  <a:lnTo>
                    <a:pt x="2418550" y="3405226"/>
                  </a:lnTo>
                  <a:lnTo>
                    <a:pt x="2418644" y="3405226"/>
                  </a:lnTo>
                  <a:lnTo>
                    <a:pt x="2418926" y="3405226"/>
                  </a:lnTo>
                  <a:lnTo>
                    <a:pt x="2419020" y="3399947"/>
                  </a:lnTo>
                  <a:lnTo>
                    <a:pt x="2419208" y="3399947"/>
                  </a:lnTo>
                  <a:lnTo>
                    <a:pt x="2419584" y="3399947"/>
                  </a:lnTo>
                  <a:lnTo>
                    <a:pt x="2419678" y="3399947"/>
                  </a:lnTo>
                  <a:lnTo>
                    <a:pt x="2419772" y="3399947"/>
                  </a:lnTo>
                  <a:lnTo>
                    <a:pt x="2419960" y="3399947"/>
                  </a:lnTo>
                  <a:lnTo>
                    <a:pt x="2420242" y="3399947"/>
                  </a:lnTo>
                  <a:lnTo>
                    <a:pt x="2420336" y="3399947"/>
                  </a:lnTo>
                  <a:lnTo>
                    <a:pt x="2420430" y="3399947"/>
                  </a:lnTo>
                  <a:lnTo>
                    <a:pt x="2420995" y="3399947"/>
                  </a:lnTo>
                  <a:lnTo>
                    <a:pt x="2421089" y="3399947"/>
                  </a:lnTo>
                  <a:lnTo>
                    <a:pt x="2421183" y="3399947"/>
                  </a:lnTo>
                  <a:lnTo>
                    <a:pt x="2421465" y="3399947"/>
                  </a:lnTo>
                  <a:lnTo>
                    <a:pt x="2421935" y="3399947"/>
                  </a:lnTo>
                  <a:lnTo>
                    <a:pt x="2422123" y="3399947"/>
                  </a:lnTo>
                  <a:lnTo>
                    <a:pt x="2422217" y="3399947"/>
                  </a:lnTo>
                  <a:lnTo>
                    <a:pt x="2422499" y="3399947"/>
                  </a:lnTo>
                  <a:lnTo>
                    <a:pt x="2422687" y="3399947"/>
                  </a:lnTo>
                  <a:lnTo>
                    <a:pt x="2422781" y="3399947"/>
                  </a:lnTo>
                  <a:lnTo>
                    <a:pt x="2422875" y="3399947"/>
                  </a:lnTo>
                  <a:lnTo>
                    <a:pt x="2422969" y="3394667"/>
                  </a:lnTo>
                  <a:lnTo>
                    <a:pt x="2423063" y="3394667"/>
                  </a:lnTo>
                  <a:lnTo>
                    <a:pt x="2423157" y="3394667"/>
                  </a:lnTo>
                  <a:lnTo>
                    <a:pt x="2423345" y="3394667"/>
                  </a:lnTo>
                  <a:lnTo>
                    <a:pt x="2423439" y="3394667"/>
                  </a:lnTo>
                  <a:lnTo>
                    <a:pt x="2423533" y="3394667"/>
                  </a:lnTo>
                  <a:lnTo>
                    <a:pt x="2423721" y="3394667"/>
                  </a:lnTo>
                  <a:lnTo>
                    <a:pt x="2423909" y="3394667"/>
                  </a:lnTo>
                  <a:lnTo>
                    <a:pt x="2424003" y="3394667"/>
                  </a:lnTo>
                  <a:lnTo>
                    <a:pt x="2424286" y="3394667"/>
                  </a:lnTo>
                  <a:lnTo>
                    <a:pt x="2424286" y="3389388"/>
                  </a:lnTo>
                  <a:lnTo>
                    <a:pt x="2424474" y="3389388"/>
                  </a:lnTo>
                  <a:lnTo>
                    <a:pt x="2424568" y="3389388"/>
                  </a:lnTo>
                  <a:lnTo>
                    <a:pt x="2424850" y="3389388"/>
                  </a:lnTo>
                  <a:lnTo>
                    <a:pt x="2424944" y="3389388"/>
                  </a:lnTo>
                  <a:lnTo>
                    <a:pt x="2425132" y="3389388"/>
                  </a:lnTo>
                  <a:lnTo>
                    <a:pt x="2425226" y="3389388"/>
                  </a:lnTo>
                  <a:lnTo>
                    <a:pt x="2425414" y="3389388"/>
                  </a:lnTo>
                  <a:lnTo>
                    <a:pt x="2425508" y="3389388"/>
                  </a:lnTo>
                  <a:lnTo>
                    <a:pt x="2425508" y="3384109"/>
                  </a:lnTo>
                  <a:lnTo>
                    <a:pt x="2425696" y="3384109"/>
                  </a:lnTo>
                  <a:lnTo>
                    <a:pt x="2425884" y="3384109"/>
                  </a:lnTo>
                  <a:lnTo>
                    <a:pt x="2426072" y="3384109"/>
                  </a:lnTo>
                  <a:lnTo>
                    <a:pt x="2426354" y="3384109"/>
                  </a:lnTo>
                  <a:lnTo>
                    <a:pt x="2426448" y="3384109"/>
                  </a:lnTo>
                  <a:lnTo>
                    <a:pt x="2426636" y="3384109"/>
                  </a:lnTo>
                  <a:lnTo>
                    <a:pt x="2426730" y="3384109"/>
                  </a:lnTo>
                  <a:lnTo>
                    <a:pt x="2426730" y="3378829"/>
                  </a:lnTo>
                  <a:lnTo>
                    <a:pt x="2426824" y="3378829"/>
                  </a:lnTo>
                  <a:lnTo>
                    <a:pt x="2426918" y="3378829"/>
                  </a:lnTo>
                  <a:lnTo>
                    <a:pt x="2427294" y="3378829"/>
                  </a:lnTo>
                  <a:lnTo>
                    <a:pt x="2430585" y="3362991"/>
                  </a:lnTo>
                  <a:lnTo>
                    <a:pt x="2430773" y="3362991"/>
                  </a:lnTo>
                  <a:lnTo>
                    <a:pt x="2431149" y="3362991"/>
                  </a:lnTo>
                  <a:lnTo>
                    <a:pt x="2431432" y="3362991"/>
                  </a:lnTo>
                  <a:lnTo>
                    <a:pt x="2431526" y="3362991"/>
                  </a:lnTo>
                  <a:lnTo>
                    <a:pt x="2431620" y="3362991"/>
                  </a:lnTo>
                  <a:lnTo>
                    <a:pt x="2431714" y="3362991"/>
                  </a:lnTo>
                  <a:lnTo>
                    <a:pt x="2431996" y="3362991"/>
                  </a:lnTo>
                  <a:lnTo>
                    <a:pt x="2432372" y="3362991"/>
                  </a:lnTo>
                  <a:lnTo>
                    <a:pt x="2432466" y="3362991"/>
                  </a:lnTo>
                  <a:lnTo>
                    <a:pt x="2432560" y="3362991"/>
                  </a:lnTo>
                  <a:lnTo>
                    <a:pt x="2433030" y="3362991"/>
                  </a:lnTo>
                  <a:lnTo>
                    <a:pt x="2433500" y="3362991"/>
                  </a:lnTo>
                  <a:lnTo>
                    <a:pt x="2433594" y="3362991"/>
                  </a:lnTo>
                  <a:lnTo>
                    <a:pt x="2433876" y="3362991"/>
                  </a:lnTo>
                  <a:lnTo>
                    <a:pt x="2433970" y="3362991"/>
                  </a:lnTo>
                  <a:lnTo>
                    <a:pt x="2434346" y="3362991"/>
                  </a:lnTo>
                  <a:lnTo>
                    <a:pt x="2434440" y="3362991"/>
                  </a:lnTo>
                  <a:lnTo>
                    <a:pt x="2434534" y="3362991"/>
                  </a:lnTo>
                  <a:lnTo>
                    <a:pt x="2434628" y="3362991"/>
                  </a:lnTo>
                  <a:lnTo>
                    <a:pt x="2434911" y="3362991"/>
                  </a:lnTo>
                  <a:lnTo>
                    <a:pt x="2435005" y="3362991"/>
                  </a:lnTo>
                  <a:lnTo>
                    <a:pt x="2435193" y="3362991"/>
                  </a:lnTo>
                  <a:lnTo>
                    <a:pt x="2435287" y="3362991"/>
                  </a:lnTo>
                  <a:lnTo>
                    <a:pt x="2435663" y="3362991"/>
                  </a:lnTo>
                  <a:lnTo>
                    <a:pt x="2436133" y="3362991"/>
                  </a:lnTo>
                  <a:lnTo>
                    <a:pt x="2436227" y="3362991"/>
                  </a:lnTo>
                  <a:lnTo>
                    <a:pt x="2436791" y="3362991"/>
                  </a:lnTo>
                  <a:lnTo>
                    <a:pt x="2437261" y="3362991"/>
                  </a:lnTo>
                  <a:lnTo>
                    <a:pt x="2437543" y="3362991"/>
                  </a:lnTo>
                  <a:lnTo>
                    <a:pt x="2437919" y="3362991"/>
                  </a:lnTo>
                  <a:lnTo>
                    <a:pt x="2438013" y="3362991"/>
                  </a:lnTo>
                  <a:lnTo>
                    <a:pt x="2438390" y="3362991"/>
                  </a:lnTo>
                  <a:lnTo>
                    <a:pt x="2438484" y="3362991"/>
                  </a:lnTo>
                  <a:lnTo>
                    <a:pt x="2438672" y="3362991"/>
                  </a:lnTo>
                  <a:lnTo>
                    <a:pt x="2439236" y="3362991"/>
                  </a:lnTo>
                  <a:lnTo>
                    <a:pt x="2439424" y="3362991"/>
                  </a:lnTo>
                  <a:lnTo>
                    <a:pt x="2439706" y="3362991"/>
                  </a:lnTo>
                  <a:lnTo>
                    <a:pt x="2440270" y="3362991"/>
                  </a:lnTo>
                  <a:lnTo>
                    <a:pt x="2440552" y="3357711"/>
                  </a:lnTo>
                  <a:lnTo>
                    <a:pt x="2440646" y="3357711"/>
                  </a:lnTo>
                  <a:lnTo>
                    <a:pt x="2440740" y="3357711"/>
                  </a:lnTo>
                  <a:lnTo>
                    <a:pt x="2440928" y="3357711"/>
                  </a:lnTo>
                  <a:lnTo>
                    <a:pt x="2441022" y="3357711"/>
                  </a:lnTo>
                  <a:lnTo>
                    <a:pt x="2441210" y="3357711"/>
                  </a:lnTo>
                  <a:lnTo>
                    <a:pt x="2441304" y="3357711"/>
                  </a:lnTo>
                  <a:lnTo>
                    <a:pt x="2441680" y="3357711"/>
                  </a:lnTo>
                  <a:lnTo>
                    <a:pt x="2441774" y="3357711"/>
                  </a:lnTo>
                  <a:lnTo>
                    <a:pt x="2441963" y="3357711"/>
                  </a:lnTo>
                  <a:lnTo>
                    <a:pt x="2442057" y="3357711"/>
                  </a:lnTo>
                  <a:lnTo>
                    <a:pt x="2442151" y="3357711"/>
                  </a:lnTo>
                  <a:lnTo>
                    <a:pt x="2442339" y="3357711"/>
                  </a:lnTo>
                  <a:lnTo>
                    <a:pt x="2442433" y="3357711"/>
                  </a:lnTo>
                  <a:lnTo>
                    <a:pt x="2442715" y="3357711"/>
                  </a:lnTo>
                  <a:lnTo>
                    <a:pt x="2442809" y="3357711"/>
                  </a:lnTo>
                  <a:lnTo>
                    <a:pt x="2442903" y="3357711"/>
                  </a:lnTo>
                  <a:lnTo>
                    <a:pt x="2443091" y="3357711"/>
                  </a:lnTo>
                  <a:lnTo>
                    <a:pt x="2443373" y="3357711"/>
                  </a:lnTo>
                  <a:lnTo>
                    <a:pt x="2443467" y="3357711"/>
                  </a:lnTo>
                  <a:lnTo>
                    <a:pt x="2443561" y="3357711"/>
                  </a:lnTo>
                  <a:lnTo>
                    <a:pt x="2443655" y="3357711"/>
                  </a:lnTo>
                  <a:lnTo>
                    <a:pt x="2443749" y="3357711"/>
                  </a:lnTo>
                  <a:lnTo>
                    <a:pt x="2444031" y="3357711"/>
                  </a:lnTo>
                  <a:lnTo>
                    <a:pt x="2444125" y="3357711"/>
                  </a:lnTo>
                  <a:lnTo>
                    <a:pt x="2444407" y="3357711"/>
                  </a:lnTo>
                  <a:lnTo>
                    <a:pt x="2444501" y="3357711"/>
                  </a:lnTo>
                  <a:lnTo>
                    <a:pt x="2445159" y="3357711"/>
                  </a:lnTo>
                  <a:lnTo>
                    <a:pt x="2445724" y="3357711"/>
                  </a:lnTo>
                  <a:lnTo>
                    <a:pt x="2446100" y="3357711"/>
                  </a:lnTo>
                  <a:lnTo>
                    <a:pt x="2446382" y="3357711"/>
                  </a:lnTo>
                  <a:lnTo>
                    <a:pt x="2446664" y="3357711"/>
                  </a:lnTo>
                  <a:lnTo>
                    <a:pt x="2447322" y="3352432"/>
                  </a:lnTo>
                  <a:lnTo>
                    <a:pt x="2447604" y="3352432"/>
                  </a:lnTo>
                  <a:lnTo>
                    <a:pt x="2448074" y="3352432"/>
                  </a:lnTo>
                  <a:lnTo>
                    <a:pt x="2448168" y="3352432"/>
                  </a:lnTo>
                  <a:lnTo>
                    <a:pt x="2448262" y="3352432"/>
                  </a:lnTo>
                  <a:lnTo>
                    <a:pt x="2448356" y="3352432"/>
                  </a:lnTo>
                  <a:lnTo>
                    <a:pt x="2448450" y="3352432"/>
                  </a:lnTo>
                  <a:lnTo>
                    <a:pt x="2448920" y="3352432"/>
                  </a:lnTo>
                  <a:lnTo>
                    <a:pt x="2449109" y="3347153"/>
                  </a:lnTo>
                  <a:lnTo>
                    <a:pt x="2449203" y="3347153"/>
                  </a:lnTo>
                  <a:lnTo>
                    <a:pt x="2449297" y="3347153"/>
                  </a:lnTo>
                  <a:lnTo>
                    <a:pt x="2449391" y="3347153"/>
                  </a:lnTo>
                  <a:lnTo>
                    <a:pt x="2449485" y="3347153"/>
                  </a:lnTo>
                  <a:lnTo>
                    <a:pt x="2449673" y="3347153"/>
                  </a:lnTo>
                  <a:lnTo>
                    <a:pt x="2449861" y="3347153"/>
                  </a:lnTo>
                  <a:lnTo>
                    <a:pt x="2450049" y="3347153"/>
                  </a:lnTo>
                  <a:lnTo>
                    <a:pt x="2450143" y="3347153"/>
                  </a:lnTo>
                  <a:lnTo>
                    <a:pt x="2450425" y="3347153"/>
                  </a:lnTo>
                  <a:lnTo>
                    <a:pt x="2450519" y="3347153"/>
                  </a:lnTo>
                  <a:lnTo>
                    <a:pt x="2451365" y="3347153"/>
                  </a:lnTo>
                  <a:lnTo>
                    <a:pt x="2451553" y="3347153"/>
                  </a:lnTo>
                  <a:lnTo>
                    <a:pt x="2451647" y="3347153"/>
                  </a:lnTo>
                  <a:lnTo>
                    <a:pt x="2451741" y="3347153"/>
                  </a:lnTo>
                  <a:lnTo>
                    <a:pt x="2451929" y="3347153"/>
                  </a:lnTo>
                  <a:lnTo>
                    <a:pt x="2452023" y="3347153"/>
                  </a:lnTo>
                  <a:lnTo>
                    <a:pt x="2452211" y="3347153"/>
                  </a:lnTo>
                  <a:lnTo>
                    <a:pt x="2452493" y="3347153"/>
                  </a:lnTo>
                  <a:lnTo>
                    <a:pt x="2452776" y="3347153"/>
                  </a:lnTo>
                  <a:lnTo>
                    <a:pt x="2452870" y="3347153"/>
                  </a:lnTo>
                  <a:lnTo>
                    <a:pt x="2453058" y="3347153"/>
                  </a:lnTo>
                  <a:lnTo>
                    <a:pt x="2453152" y="3347153"/>
                  </a:lnTo>
                  <a:lnTo>
                    <a:pt x="2453246" y="3347153"/>
                  </a:lnTo>
                  <a:lnTo>
                    <a:pt x="2453434" y="3347153"/>
                  </a:lnTo>
                  <a:lnTo>
                    <a:pt x="2453716" y="3347153"/>
                  </a:lnTo>
                  <a:lnTo>
                    <a:pt x="2453904" y="3347153"/>
                  </a:lnTo>
                  <a:lnTo>
                    <a:pt x="2454186" y="3341873"/>
                  </a:lnTo>
                  <a:lnTo>
                    <a:pt x="2454468" y="3341873"/>
                  </a:lnTo>
                  <a:lnTo>
                    <a:pt x="2454562" y="3341873"/>
                  </a:lnTo>
                  <a:lnTo>
                    <a:pt x="2454656" y="3341873"/>
                  </a:lnTo>
                  <a:lnTo>
                    <a:pt x="2454750" y="3341873"/>
                  </a:lnTo>
                  <a:lnTo>
                    <a:pt x="2454844" y="3341873"/>
                  </a:lnTo>
                  <a:lnTo>
                    <a:pt x="2455032" y="3341873"/>
                  </a:lnTo>
                  <a:lnTo>
                    <a:pt x="2455220" y="3341873"/>
                  </a:lnTo>
                  <a:lnTo>
                    <a:pt x="2455878" y="3336594"/>
                  </a:lnTo>
                  <a:lnTo>
                    <a:pt x="2455972" y="3336594"/>
                  </a:lnTo>
                  <a:lnTo>
                    <a:pt x="2456066" y="3336594"/>
                  </a:lnTo>
                  <a:lnTo>
                    <a:pt x="2456161" y="3336594"/>
                  </a:lnTo>
                  <a:lnTo>
                    <a:pt x="2456255" y="3336594"/>
                  </a:lnTo>
                  <a:lnTo>
                    <a:pt x="2456349" y="3336594"/>
                  </a:lnTo>
                  <a:lnTo>
                    <a:pt x="2456631" y="3336594"/>
                  </a:lnTo>
                  <a:lnTo>
                    <a:pt x="2456725" y="3336594"/>
                  </a:lnTo>
                  <a:lnTo>
                    <a:pt x="2456819" y="3336594"/>
                  </a:lnTo>
                  <a:lnTo>
                    <a:pt x="2456913" y="3336594"/>
                  </a:lnTo>
                  <a:lnTo>
                    <a:pt x="2457101" y="3336594"/>
                  </a:lnTo>
                  <a:lnTo>
                    <a:pt x="2457289" y="3336594"/>
                  </a:lnTo>
                  <a:lnTo>
                    <a:pt x="2457383" y="3336594"/>
                  </a:lnTo>
                  <a:lnTo>
                    <a:pt x="2457477" y="3336594"/>
                  </a:lnTo>
                  <a:lnTo>
                    <a:pt x="2457571" y="3336594"/>
                  </a:lnTo>
                  <a:lnTo>
                    <a:pt x="2457665" y="3336594"/>
                  </a:lnTo>
                  <a:lnTo>
                    <a:pt x="2457759" y="3336594"/>
                  </a:lnTo>
                  <a:lnTo>
                    <a:pt x="2458417" y="3336594"/>
                  </a:lnTo>
                  <a:lnTo>
                    <a:pt x="2458511" y="3336594"/>
                  </a:lnTo>
                  <a:lnTo>
                    <a:pt x="2458699" y="3336594"/>
                  </a:lnTo>
                  <a:lnTo>
                    <a:pt x="2458793" y="3336594"/>
                  </a:lnTo>
                  <a:lnTo>
                    <a:pt x="2458887" y="3336594"/>
                  </a:lnTo>
                  <a:lnTo>
                    <a:pt x="2459075" y="3336594"/>
                  </a:lnTo>
                  <a:lnTo>
                    <a:pt x="2459263" y="3336594"/>
                  </a:lnTo>
                  <a:lnTo>
                    <a:pt x="2459357" y="3336594"/>
                  </a:lnTo>
                  <a:lnTo>
                    <a:pt x="2460204" y="3336594"/>
                  </a:lnTo>
                  <a:lnTo>
                    <a:pt x="2460674" y="3336594"/>
                  </a:lnTo>
                  <a:lnTo>
                    <a:pt x="2460768" y="3336594"/>
                  </a:lnTo>
                  <a:lnTo>
                    <a:pt x="2461520" y="3336594"/>
                  </a:lnTo>
                  <a:lnTo>
                    <a:pt x="2461896" y="3336594"/>
                  </a:lnTo>
                  <a:lnTo>
                    <a:pt x="2461990" y="3336594"/>
                  </a:lnTo>
                  <a:lnTo>
                    <a:pt x="2462178" y="3336594"/>
                  </a:lnTo>
                  <a:lnTo>
                    <a:pt x="2462366" y="3336594"/>
                  </a:lnTo>
                  <a:lnTo>
                    <a:pt x="2462648" y="3336594"/>
                  </a:lnTo>
                  <a:lnTo>
                    <a:pt x="2463118" y="3336594"/>
                  </a:lnTo>
                  <a:lnTo>
                    <a:pt x="2463401" y="3336594"/>
                  </a:lnTo>
                  <a:lnTo>
                    <a:pt x="2463495" y="3336594"/>
                  </a:lnTo>
                  <a:lnTo>
                    <a:pt x="2463683" y="3336594"/>
                  </a:lnTo>
                  <a:lnTo>
                    <a:pt x="2463777" y="3336594"/>
                  </a:lnTo>
                  <a:lnTo>
                    <a:pt x="2463871" y="3336594"/>
                  </a:lnTo>
                  <a:lnTo>
                    <a:pt x="2463965" y="3336594"/>
                  </a:lnTo>
                  <a:lnTo>
                    <a:pt x="2464153" y="3336594"/>
                  </a:lnTo>
                  <a:lnTo>
                    <a:pt x="2464247" y="3336594"/>
                  </a:lnTo>
                  <a:lnTo>
                    <a:pt x="2464623" y="3336594"/>
                  </a:lnTo>
                  <a:lnTo>
                    <a:pt x="2464811" y="3336594"/>
                  </a:lnTo>
                  <a:lnTo>
                    <a:pt x="2464905" y="3336594"/>
                  </a:lnTo>
                  <a:lnTo>
                    <a:pt x="2465093" y="3336594"/>
                  </a:lnTo>
                  <a:lnTo>
                    <a:pt x="2465375" y="3336594"/>
                  </a:lnTo>
                  <a:lnTo>
                    <a:pt x="2465469" y="3336594"/>
                  </a:lnTo>
                  <a:lnTo>
                    <a:pt x="2465563" y="3336594"/>
                  </a:lnTo>
                  <a:lnTo>
                    <a:pt x="2465845" y="3336594"/>
                  </a:lnTo>
                  <a:lnTo>
                    <a:pt x="2465939" y="3336594"/>
                  </a:lnTo>
                  <a:lnTo>
                    <a:pt x="2466315" y="3336594"/>
                  </a:lnTo>
                  <a:lnTo>
                    <a:pt x="2466503" y="3336594"/>
                  </a:lnTo>
                  <a:lnTo>
                    <a:pt x="2466597" y="3336594"/>
                  </a:lnTo>
                  <a:lnTo>
                    <a:pt x="2466880" y="3336594"/>
                  </a:lnTo>
                  <a:lnTo>
                    <a:pt x="2467256" y="3336594"/>
                  </a:lnTo>
                  <a:lnTo>
                    <a:pt x="2467350" y="3336594"/>
                  </a:lnTo>
                  <a:lnTo>
                    <a:pt x="2467538" y="3336594"/>
                  </a:lnTo>
                  <a:lnTo>
                    <a:pt x="2467914" y="3336594"/>
                  </a:lnTo>
                  <a:lnTo>
                    <a:pt x="2468102" y="3336594"/>
                  </a:lnTo>
                  <a:lnTo>
                    <a:pt x="2468196" y="3336594"/>
                  </a:lnTo>
                  <a:lnTo>
                    <a:pt x="2468290" y="3336594"/>
                  </a:lnTo>
                  <a:lnTo>
                    <a:pt x="2468760" y="3331314"/>
                  </a:lnTo>
                  <a:lnTo>
                    <a:pt x="2468854" y="3331314"/>
                  </a:lnTo>
                  <a:lnTo>
                    <a:pt x="2468948" y="3331314"/>
                  </a:lnTo>
                  <a:lnTo>
                    <a:pt x="2469042" y="3331314"/>
                  </a:lnTo>
                  <a:lnTo>
                    <a:pt x="2469136" y="3331314"/>
                  </a:lnTo>
                  <a:lnTo>
                    <a:pt x="2469230" y="3331314"/>
                  </a:lnTo>
                  <a:lnTo>
                    <a:pt x="2469606" y="3331314"/>
                  </a:lnTo>
                  <a:lnTo>
                    <a:pt x="2469794" y="3331314"/>
                  </a:lnTo>
                  <a:lnTo>
                    <a:pt x="2469888" y="3331314"/>
                  </a:lnTo>
                  <a:lnTo>
                    <a:pt x="2469982" y="3331314"/>
                  </a:lnTo>
                  <a:lnTo>
                    <a:pt x="2470076" y="3331314"/>
                  </a:lnTo>
                  <a:lnTo>
                    <a:pt x="2470453" y="3331314"/>
                  </a:lnTo>
                  <a:lnTo>
                    <a:pt x="2470547" y="3331314"/>
                  </a:lnTo>
                  <a:lnTo>
                    <a:pt x="2470923" y="3331314"/>
                  </a:lnTo>
                  <a:lnTo>
                    <a:pt x="2471581" y="3331314"/>
                  </a:lnTo>
                  <a:lnTo>
                    <a:pt x="2471675" y="3331314"/>
                  </a:lnTo>
                  <a:lnTo>
                    <a:pt x="2471863" y="3331314"/>
                  </a:lnTo>
                  <a:lnTo>
                    <a:pt x="2472145" y="3331314"/>
                  </a:lnTo>
                  <a:lnTo>
                    <a:pt x="2472427" y="3331314"/>
                  </a:lnTo>
                  <a:lnTo>
                    <a:pt x="2472709" y="3331314"/>
                  </a:lnTo>
                  <a:lnTo>
                    <a:pt x="2472803" y="3331314"/>
                  </a:lnTo>
                  <a:lnTo>
                    <a:pt x="2472897" y="3331314"/>
                  </a:lnTo>
                  <a:lnTo>
                    <a:pt x="2472991" y="3331314"/>
                  </a:lnTo>
                  <a:lnTo>
                    <a:pt x="2473085" y="3331314"/>
                  </a:lnTo>
                  <a:lnTo>
                    <a:pt x="2473179" y="3331314"/>
                  </a:lnTo>
                  <a:lnTo>
                    <a:pt x="2473367" y="3331314"/>
                  </a:lnTo>
                  <a:lnTo>
                    <a:pt x="2473743" y="3331314"/>
                  </a:lnTo>
                  <a:lnTo>
                    <a:pt x="2474120" y="3331314"/>
                  </a:lnTo>
                  <a:lnTo>
                    <a:pt x="2474214" y="3331314"/>
                  </a:lnTo>
                  <a:lnTo>
                    <a:pt x="2474872" y="3331314"/>
                  </a:lnTo>
                  <a:lnTo>
                    <a:pt x="2474966" y="3331314"/>
                  </a:lnTo>
                  <a:lnTo>
                    <a:pt x="2475154" y="3331314"/>
                  </a:lnTo>
                  <a:lnTo>
                    <a:pt x="2475436" y="3331314"/>
                  </a:lnTo>
                  <a:lnTo>
                    <a:pt x="2475718" y="3331314"/>
                  </a:lnTo>
                  <a:lnTo>
                    <a:pt x="2475812" y="3331314"/>
                  </a:lnTo>
                  <a:lnTo>
                    <a:pt x="2475906" y="3331314"/>
                  </a:lnTo>
                  <a:lnTo>
                    <a:pt x="2476000" y="3331314"/>
                  </a:lnTo>
                  <a:lnTo>
                    <a:pt x="2476470" y="3331314"/>
                  </a:lnTo>
                  <a:lnTo>
                    <a:pt x="2476564" y="3331314"/>
                  </a:lnTo>
                  <a:lnTo>
                    <a:pt x="2477034" y="3331314"/>
                  </a:lnTo>
                  <a:lnTo>
                    <a:pt x="2477128" y="3331314"/>
                  </a:lnTo>
                  <a:lnTo>
                    <a:pt x="2477411" y="3331314"/>
                  </a:lnTo>
                  <a:lnTo>
                    <a:pt x="2477505" y="3331314"/>
                  </a:lnTo>
                  <a:lnTo>
                    <a:pt x="2477881" y="3331314"/>
                  </a:lnTo>
                  <a:lnTo>
                    <a:pt x="2478069" y="3331314"/>
                  </a:lnTo>
                  <a:lnTo>
                    <a:pt x="2478163" y="3331314"/>
                  </a:lnTo>
                  <a:lnTo>
                    <a:pt x="2478445" y="3331314"/>
                  </a:lnTo>
                  <a:lnTo>
                    <a:pt x="2478539" y="3331314"/>
                  </a:lnTo>
                  <a:lnTo>
                    <a:pt x="2478539" y="3326035"/>
                  </a:lnTo>
                  <a:lnTo>
                    <a:pt x="2478633" y="3326035"/>
                  </a:lnTo>
                  <a:lnTo>
                    <a:pt x="2478821" y="3326035"/>
                  </a:lnTo>
                  <a:lnTo>
                    <a:pt x="2479385" y="3326035"/>
                  </a:lnTo>
                  <a:lnTo>
                    <a:pt x="2479761" y="3326035"/>
                  </a:lnTo>
                  <a:lnTo>
                    <a:pt x="2480137" y="3326035"/>
                  </a:lnTo>
                  <a:lnTo>
                    <a:pt x="2480231" y="3326035"/>
                  </a:lnTo>
                  <a:lnTo>
                    <a:pt x="2480701" y="3326035"/>
                  </a:lnTo>
                  <a:lnTo>
                    <a:pt x="2481172" y="3326035"/>
                  </a:lnTo>
                  <a:lnTo>
                    <a:pt x="2481266" y="3326035"/>
                  </a:lnTo>
                  <a:lnTo>
                    <a:pt x="2481360" y="3326035"/>
                  </a:lnTo>
                  <a:lnTo>
                    <a:pt x="2481454" y="3326035"/>
                  </a:lnTo>
                  <a:lnTo>
                    <a:pt x="2481548" y="3326035"/>
                  </a:lnTo>
                  <a:lnTo>
                    <a:pt x="2481642" y="3326035"/>
                  </a:lnTo>
                  <a:lnTo>
                    <a:pt x="2481736" y="3326035"/>
                  </a:lnTo>
                  <a:lnTo>
                    <a:pt x="2482582" y="3326035"/>
                  </a:lnTo>
                  <a:lnTo>
                    <a:pt x="2482676" y="3326035"/>
                  </a:lnTo>
                  <a:lnTo>
                    <a:pt x="2482864" y="3326035"/>
                  </a:lnTo>
                  <a:lnTo>
                    <a:pt x="2483240" y="3326035"/>
                  </a:lnTo>
                  <a:lnTo>
                    <a:pt x="2483334" y="3326035"/>
                  </a:lnTo>
                  <a:lnTo>
                    <a:pt x="2483522" y="3326035"/>
                  </a:lnTo>
                  <a:lnTo>
                    <a:pt x="2483616" y="3326035"/>
                  </a:lnTo>
                  <a:lnTo>
                    <a:pt x="2483710" y="3326035"/>
                  </a:lnTo>
                  <a:lnTo>
                    <a:pt x="2483804" y="3326035"/>
                  </a:lnTo>
                  <a:lnTo>
                    <a:pt x="2483898" y="3326035"/>
                  </a:lnTo>
                  <a:lnTo>
                    <a:pt x="2483992" y="3326035"/>
                  </a:lnTo>
                  <a:lnTo>
                    <a:pt x="2484368" y="3326035"/>
                  </a:lnTo>
                  <a:lnTo>
                    <a:pt x="2484557" y="3326035"/>
                  </a:lnTo>
                  <a:lnTo>
                    <a:pt x="2484651" y="3326035"/>
                  </a:lnTo>
                  <a:lnTo>
                    <a:pt x="2484745" y="3326035"/>
                  </a:lnTo>
                  <a:lnTo>
                    <a:pt x="2484933" y="3326035"/>
                  </a:lnTo>
                  <a:lnTo>
                    <a:pt x="2485027" y="3326035"/>
                  </a:lnTo>
                  <a:lnTo>
                    <a:pt x="2485121" y="3326035"/>
                  </a:lnTo>
                  <a:lnTo>
                    <a:pt x="2485309" y="3326035"/>
                  </a:lnTo>
                  <a:lnTo>
                    <a:pt x="2485591" y="3326035"/>
                  </a:lnTo>
                  <a:lnTo>
                    <a:pt x="2485779" y="3326035"/>
                  </a:lnTo>
                  <a:lnTo>
                    <a:pt x="2485967" y="3326035"/>
                  </a:lnTo>
                  <a:lnTo>
                    <a:pt x="2486061" y="3326035"/>
                  </a:lnTo>
                  <a:lnTo>
                    <a:pt x="2486155" y="3326035"/>
                  </a:lnTo>
                  <a:lnTo>
                    <a:pt x="2486437" y="3320756"/>
                  </a:lnTo>
                  <a:lnTo>
                    <a:pt x="2486719" y="3320756"/>
                  </a:lnTo>
                  <a:lnTo>
                    <a:pt x="2486813" y="3320756"/>
                  </a:lnTo>
                  <a:lnTo>
                    <a:pt x="2487095" y="3320756"/>
                  </a:lnTo>
                  <a:lnTo>
                    <a:pt x="2487659" y="3320756"/>
                  </a:lnTo>
                  <a:lnTo>
                    <a:pt x="2487753" y="3320756"/>
                  </a:lnTo>
                  <a:lnTo>
                    <a:pt x="2487941" y="3320756"/>
                  </a:lnTo>
                  <a:lnTo>
                    <a:pt x="2488224" y="3320756"/>
                  </a:lnTo>
                  <a:lnTo>
                    <a:pt x="2488600" y="3320756"/>
                  </a:lnTo>
                  <a:lnTo>
                    <a:pt x="2488976" y="3320756"/>
                  </a:lnTo>
                  <a:lnTo>
                    <a:pt x="2489070" y="3320756"/>
                  </a:lnTo>
                  <a:lnTo>
                    <a:pt x="2489258" y="3320756"/>
                  </a:lnTo>
                  <a:lnTo>
                    <a:pt x="2489916" y="3320756"/>
                  </a:lnTo>
                  <a:lnTo>
                    <a:pt x="2490010" y="3320756"/>
                  </a:lnTo>
                  <a:lnTo>
                    <a:pt x="2490198" y="3320756"/>
                  </a:lnTo>
                  <a:lnTo>
                    <a:pt x="2490292" y="3320756"/>
                  </a:lnTo>
                  <a:lnTo>
                    <a:pt x="2490480" y="3320756"/>
                  </a:lnTo>
                  <a:lnTo>
                    <a:pt x="2491232" y="3320756"/>
                  </a:lnTo>
                  <a:lnTo>
                    <a:pt x="2491326" y="3320756"/>
                  </a:lnTo>
                  <a:lnTo>
                    <a:pt x="2491514" y="3320756"/>
                  </a:lnTo>
                  <a:lnTo>
                    <a:pt x="2491609" y="3320756"/>
                  </a:lnTo>
                  <a:lnTo>
                    <a:pt x="2491703" y="3320756"/>
                  </a:lnTo>
                  <a:lnTo>
                    <a:pt x="2491797" y="3320756"/>
                  </a:lnTo>
                  <a:lnTo>
                    <a:pt x="2491985" y="3320756"/>
                  </a:lnTo>
                  <a:lnTo>
                    <a:pt x="2492361" y="3320756"/>
                  </a:lnTo>
                  <a:lnTo>
                    <a:pt x="2492455" y="3320756"/>
                  </a:lnTo>
                  <a:lnTo>
                    <a:pt x="2492831" y="3320756"/>
                  </a:lnTo>
                  <a:lnTo>
                    <a:pt x="2493489" y="3310197"/>
                  </a:lnTo>
                  <a:lnTo>
                    <a:pt x="2493583" y="3310197"/>
                  </a:lnTo>
                  <a:lnTo>
                    <a:pt x="2493771" y="3310197"/>
                  </a:lnTo>
                  <a:lnTo>
                    <a:pt x="2493865" y="3310197"/>
                  </a:lnTo>
                  <a:lnTo>
                    <a:pt x="2494053" y="3310197"/>
                  </a:lnTo>
                  <a:lnTo>
                    <a:pt x="2494335" y="3310197"/>
                  </a:lnTo>
                  <a:lnTo>
                    <a:pt x="2494429" y="3310197"/>
                  </a:lnTo>
                  <a:lnTo>
                    <a:pt x="2494899" y="3310197"/>
                  </a:lnTo>
                  <a:lnTo>
                    <a:pt x="2494993" y="3310197"/>
                  </a:lnTo>
                  <a:lnTo>
                    <a:pt x="2495087" y="3310197"/>
                  </a:lnTo>
                  <a:lnTo>
                    <a:pt x="2495276" y="3310197"/>
                  </a:lnTo>
                  <a:lnTo>
                    <a:pt x="2495464" y="3310197"/>
                  </a:lnTo>
                  <a:lnTo>
                    <a:pt x="2495558" y="3310197"/>
                  </a:lnTo>
                  <a:lnTo>
                    <a:pt x="2495652" y="3310197"/>
                  </a:lnTo>
                  <a:lnTo>
                    <a:pt x="2495840" y="3310197"/>
                  </a:lnTo>
                  <a:lnTo>
                    <a:pt x="2495934" y="3310197"/>
                  </a:lnTo>
                  <a:lnTo>
                    <a:pt x="2496216" y="3310197"/>
                  </a:lnTo>
                  <a:lnTo>
                    <a:pt x="2496310" y="3310197"/>
                  </a:lnTo>
                  <a:lnTo>
                    <a:pt x="2496404" y="3310197"/>
                  </a:lnTo>
                  <a:lnTo>
                    <a:pt x="2496592" y="3310197"/>
                  </a:lnTo>
                  <a:lnTo>
                    <a:pt x="2496686" y="3310197"/>
                  </a:lnTo>
                  <a:lnTo>
                    <a:pt x="2496874" y="3310197"/>
                  </a:lnTo>
                  <a:lnTo>
                    <a:pt x="2497156" y="3310197"/>
                  </a:lnTo>
                  <a:lnTo>
                    <a:pt x="2497250" y="3310197"/>
                  </a:lnTo>
                  <a:lnTo>
                    <a:pt x="2497344" y="3310197"/>
                  </a:lnTo>
                  <a:lnTo>
                    <a:pt x="2497532" y="3310197"/>
                  </a:lnTo>
                  <a:lnTo>
                    <a:pt x="2497720" y="3310197"/>
                  </a:lnTo>
                  <a:lnTo>
                    <a:pt x="2497814" y="3310197"/>
                  </a:lnTo>
                  <a:lnTo>
                    <a:pt x="2497908" y="3310197"/>
                  </a:lnTo>
                  <a:lnTo>
                    <a:pt x="2498190" y="3310197"/>
                  </a:lnTo>
                  <a:lnTo>
                    <a:pt x="2498284" y="3310197"/>
                  </a:lnTo>
                  <a:lnTo>
                    <a:pt x="2498378" y="3310197"/>
                  </a:lnTo>
                  <a:lnTo>
                    <a:pt x="2498566" y="3310197"/>
                  </a:lnTo>
                  <a:lnTo>
                    <a:pt x="2498849" y="3310197"/>
                  </a:lnTo>
                  <a:lnTo>
                    <a:pt x="2498943" y="3310197"/>
                  </a:lnTo>
                  <a:lnTo>
                    <a:pt x="2499225" y="3310197"/>
                  </a:lnTo>
                  <a:lnTo>
                    <a:pt x="2499319" y="3310197"/>
                  </a:lnTo>
                  <a:lnTo>
                    <a:pt x="2499507" y="3310197"/>
                  </a:lnTo>
                  <a:lnTo>
                    <a:pt x="2499601" y="3310197"/>
                  </a:lnTo>
                  <a:lnTo>
                    <a:pt x="2499789" y="3304917"/>
                  </a:lnTo>
                  <a:lnTo>
                    <a:pt x="2499883" y="3304917"/>
                  </a:lnTo>
                  <a:lnTo>
                    <a:pt x="2500165" y="3304917"/>
                  </a:lnTo>
                  <a:lnTo>
                    <a:pt x="2500823" y="3304917"/>
                  </a:lnTo>
                  <a:lnTo>
                    <a:pt x="2500917" y="3304917"/>
                  </a:lnTo>
                  <a:lnTo>
                    <a:pt x="2501011" y="3304917"/>
                  </a:lnTo>
                  <a:lnTo>
                    <a:pt x="2501199" y="3304917"/>
                  </a:lnTo>
                  <a:lnTo>
                    <a:pt x="2501293" y="3304917"/>
                  </a:lnTo>
                  <a:lnTo>
                    <a:pt x="2501387" y="3304917"/>
                  </a:lnTo>
                  <a:lnTo>
                    <a:pt x="2501387" y="3299638"/>
                  </a:lnTo>
                  <a:lnTo>
                    <a:pt x="2501481" y="3299638"/>
                  </a:lnTo>
                  <a:lnTo>
                    <a:pt x="2501857" y="3299638"/>
                  </a:lnTo>
                  <a:lnTo>
                    <a:pt x="2501951" y="3299638"/>
                  </a:lnTo>
                  <a:lnTo>
                    <a:pt x="2502139" y="3299638"/>
                  </a:lnTo>
                  <a:lnTo>
                    <a:pt x="2502234" y="3299638"/>
                  </a:lnTo>
                  <a:lnTo>
                    <a:pt x="2502328" y="3299638"/>
                  </a:lnTo>
                  <a:lnTo>
                    <a:pt x="2502516" y="3299638"/>
                  </a:lnTo>
                  <a:lnTo>
                    <a:pt x="2502798" y="3299638"/>
                  </a:lnTo>
                  <a:lnTo>
                    <a:pt x="2502986" y="3299638"/>
                  </a:lnTo>
                  <a:lnTo>
                    <a:pt x="2503174" y="3299638"/>
                  </a:lnTo>
                  <a:lnTo>
                    <a:pt x="2503644" y="3299638"/>
                  </a:lnTo>
                  <a:lnTo>
                    <a:pt x="2503926" y="3299638"/>
                  </a:lnTo>
                  <a:lnTo>
                    <a:pt x="2504302" y="3299638"/>
                  </a:lnTo>
                  <a:lnTo>
                    <a:pt x="2504396" y="3299638"/>
                  </a:lnTo>
                  <a:lnTo>
                    <a:pt x="2504772" y="3299638"/>
                  </a:lnTo>
                  <a:lnTo>
                    <a:pt x="2504866" y="3299638"/>
                  </a:lnTo>
                  <a:lnTo>
                    <a:pt x="2505242" y="3299638"/>
                  </a:lnTo>
                  <a:lnTo>
                    <a:pt x="2505524" y="3299638"/>
                  </a:lnTo>
                  <a:lnTo>
                    <a:pt x="2505712" y="3299638"/>
                  </a:lnTo>
                  <a:lnTo>
                    <a:pt x="2505807" y="3299638"/>
                  </a:lnTo>
                  <a:lnTo>
                    <a:pt x="2505901" y="3299638"/>
                  </a:lnTo>
                  <a:lnTo>
                    <a:pt x="2505995" y="3299638"/>
                  </a:lnTo>
                  <a:lnTo>
                    <a:pt x="2506089" y="3299638"/>
                  </a:lnTo>
                  <a:lnTo>
                    <a:pt x="2506183" y="3299638"/>
                  </a:lnTo>
                  <a:lnTo>
                    <a:pt x="2506371" y="3299638"/>
                  </a:lnTo>
                  <a:lnTo>
                    <a:pt x="2506465" y="3299638"/>
                  </a:lnTo>
                  <a:lnTo>
                    <a:pt x="2506559" y="3299638"/>
                  </a:lnTo>
                  <a:lnTo>
                    <a:pt x="2506653" y="3299638"/>
                  </a:lnTo>
                  <a:lnTo>
                    <a:pt x="2506841" y="3299638"/>
                  </a:lnTo>
                  <a:lnTo>
                    <a:pt x="2506935" y="3299638"/>
                  </a:lnTo>
                  <a:lnTo>
                    <a:pt x="2507029" y="3299638"/>
                  </a:lnTo>
                  <a:lnTo>
                    <a:pt x="2507217" y="3299638"/>
                  </a:lnTo>
                  <a:lnTo>
                    <a:pt x="2507311" y="3299638"/>
                  </a:lnTo>
                  <a:lnTo>
                    <a:pt x="2507499" y="3299638"/>
                  </a:lnTo>
                  <a:lnTo>
                    <a:pt x="2507781" y="3299638"/>
                  </a:lnTo>
                  <a:lnTo>
                    <a:pt x="2507969" y="3299638"/>
                  </a:lnTo>
                  <a:lnTo>
                    <a:pt x="2508063" y="3299638"/>
                  </a:lnTo>
                  <a:lnTo>
                    <a:pt x="2508157" y="3299638"/>
                  </a:lnTo>
                  <a:lnTo>
                    <a:pt x="2509850" y="3294358"/>
                  </a:lnTo>
                  <a:lnTo>
                    <a:pt x="2510226" y="3294358"/>
                  </a:lnTo>
                  <a:lnTo>
                    <a:pt x="2510320" y="3294358"/>
                  </a:lnTo>
                  <a:lnTo>
                    <a:pt x="2510414" y="3294358"/>
                  </a:lnTo>
                  <a:lnTo>
                    <a:pt x="2510508" y="3294358"/>
                  </a:lnTo>
                  <a:lnTo>
                    <a:pt x="2510602" y="3294358"/>
                  </a:lnTo>
                  <a:lnTo>
                    <a:pt x="2510696" y="3294358"/>
                  </a:lnTo>
                  <a:lnTo>
                    <a:pt x="2511260" y="3294358"/>
                  </a:lnTo>
                  <a:lnTo>
                    <a:pt x="2511354" y="3294358"/>
                  </a:lnTo>
                  <a:lnTo>
                    <a:pt x="2511542" y="3289079"/>
                  </a:lnTo>
                  <a:lnTo>
                    <a:pt x="2511636" y="3289079"/>
                  </a:lnTo>
                  <a:lnTo>
                    <a:pt x="2511824" y="3289079"/>
                  </a:lnTo>
                  <a:lnTo>
                    <a:pt x="2511918" y="3289079"/>
                  </a:lnTo>
                  <a:lnTo>
                    <a:pt x="2512012" y="3289079"/>
                  </a:lnTo>
                  <a:lnTo>
                    <a:pt x="2512106" y="3289079"/>
                  </a:lnTo>
                  <a:lnTo>
                    <a:pt x="2512200" y="3289079"/>
                  </a:lnTo>
                  <a:lnTo>
                    <a:pt x="2512294" y="3289079"/>
                  </a:lnTo>
                  <a:lnTo>
                    <a:pt x="2512482" y="3289079"/>
                  </a:lnTo>
                  <a:lnTo>
                    <a:pt x="2512670" y="3283800"/>
                  </a:lnTo>
                  <a:lnTo>
                    <a:pt x="2512953" y="3278520"/>
                  </a:lnTo>
                  <a:lnTo>
                    <a:pt x="2513329" y="3278520"/>
                  </a:lnTo>
                  <a:lnTo>
                    <a:pt x="2513517" y="3278520"/>
                  </a:lnTo>
                  <a:lnTo>
                    <a:pt x="2513705" y="3278520"/>
                  </a:lnTo>
                  <a:lnTo>
                    <a:pt x="2513799" y="3278520"/>
                  </a:lnTo>
                  <a:lnTo>
                    <a:pt x="2513893" y="3278520"/>
                  </a:lnTo>
                  <a:lnTo>
                    <a:pt x="2514175" y="3278520"/>
                  </a:lnTo>
                  <a:lnTo>
                    <a:pt x="2514457" y="3278520"/>
                  </a:lnTo>
                  <a:lnTo>
                    <a:pt x="2514833" y="3278520"/>
                  </a:lnTo>
                  <a:lnTo>
                    <a:pt x="2515209" y="3278520"/>
                  </a:lnTo>
                  <a:lnTo>
                    <a:pt x="2515397" y="3278520"/>
                  </a:lnTo>
                  <a:lnTo>
                    <a:pt x="2515585" y="3278520"/>
                  </a:lnTo>
                  <a:lnTo>
                    <a:pt x="2515773" y="3278520"/>
                  </a:lnTo>
                  <a:lnTo>
                    <a:pt x="2515867" y="3278520"/>
                  </a:lnTo>
                  <a:lnTo>
                    <a:pt x="2515961" y="3278520"/>
                  </a:lnTo>
                  <a:lnTo>
                    <a:pt x="2516055" y="3278520"/>
                  </a:lnTo>
                  <a:lnTo>
                    <a:pt x="2516337" y="3278520"/>
                  </a:lnTo>
                  <a:lnTo>
                    <a:pt x="2516432" y="3278520"/>
                  </a:lnTo>
                  <a:lnTo>
                    <a:pt x="2516526" y="3278520"/>
                  </a:lnTo>
                  <a:lnTo>
                    <a:pt x="2516620" y="3278520"/>
                  </a:lnTo>
                  <a:lnTo>
                    <a:pt x="2516714" y="3278520"/>
                  </a:lnTo>
                  <a:lnTo>
                    <a:pt x="2517090" y="3278520"/>
                  </a:lnTo>
                  <a:lnTo>
                    <a:pt x="2517560" y="3278520"/>
                  </a:lnTo>
                  <a:lnTo>
                    <a:pt x="2517654" y="3278520"/>
                  </a:lnTo>
                  <a:lnTo>
                    <a:pt x="2517842" y="3278520"/>
                  </a:lnTo>
                  <a:lnTo>
                    <a:pt x="2517936" y="3278520"/>
                  </a:lnTo>
                  <a:lnTo>
                    <a:pt x="2518124" y="3278520"/>
                  </a:lnTo>
                  <a:lnTo>
                    <a:pt x="2518312" y="3278520"/>
                  </a:lnTo>
                  <a:lnTo>
                    <a:pt x="2518406" y="3278520"/>
                  </a:lnTo>
                  <a:lnTo>
                    <a:pt x="2518500" y="3278520"/>
                  </a:lnTo>
                  <a:lnTo>
                    <a:pt x="2518970" y="3278520"/>
                  </a:lnTo>
                  <a:lnTo>
                    <a:pt x="2519158" y="3278520"/>
                  </a:lnTo>
                  <a:lnTo>
                    <a:pt x="2519346" y="3278520"/>
                  </a:lnTo>
                  <a:lnTo>
                    <a:pt x="2520193" y="3278520"/>
                  </a:lnTo>
                  <a:lnTo>
                    <a:pt x="2520287" y="3278520"/>
                  </a:lnTo>
                  <a:lnTo>
                    <a:pt x="2520381" y="3278520"/>
                  </a:lnTo>
                  <a:lnTo>
                    <a:pt x="2520475" y="3278520"/>
                  </a:lnTo>
                  <a:lnTo>
                    <a:pt x="2520569" y="3278520"/>
                  </a:lnTo>
                  <a:lnTo>
                    <a:pt x="2520663" y="3278520"/>
                  </a:lnTo>
                  <a:lnTo>
                    <a:pt x="2520757" y="3278520"/>
                  </a:lnTo>
                  <a:lnTo>
                    <a:pt x="2520851" y="3278520"/>
                  </a:lnTo>
                  <a:lnTo>
                    <a:pt x="2521321" y="3278520"/>
                  </a:lnTo>
                  <a:lnTo>
                    <a:pt x="2521509" y="3278520"/>
                  </a:lnTo>
                  <a:lnTo>
                    <a:pt x="2521697" y="3278520"/>
                  </a:lnTo>
                  <a:lnTo>
                    <a:pt x="2521979" y="3278520"/>
                  </a:lnTo>
                  <a:lnTo>
                    <a:pt x="2522261" y="3278520"/>
                  </a:lnTo>
                  <a:lnTo>
                    <a:pt x="2522355" y="3278520"/>
                  </a:lnTo>
                  <a:lnTo>
                    <a:pt x="2522449" y="3278520"/>
                  </a:lnTo>
                  <a:lnTo>
                    <a:pt x="2522637" y="3278520"/>
                  </a:lnTo>
                  <a:lnTo>
                    <a:pt x="2522731" y="3278520"/>
                  </a:lnTo>
                  <a:lnTo>
                    <a:pt x="2522825" y="3278520"/>
                  </a:lnTo>
                  <a:lnTo>
                    <a:pt x="2523578" y="3278520"/>
                  </a:lnTo>
                  <a:lnTo>
                    <a:pt x="2523954" y="3278520"/>
                  </a:lnTo>
                  <a:lnTo>
                    <a:pt x="2524142" y="3278520"/>
                  </a:lnTo>
                  <a:lnTo>
                    <a:pt x="2524424" y="3278520"/>
                  </a:lnTo>
                  <a:lnTo>
                    <a:pt x="2524988" y="3273241"/>
                  </a:lnTo>
                  <a:lnTo>
                    <a:pt x="2525082" y="3273241"/>
                  </a:lnTo>
                  <a:lnTo>
                    <a:pt x="2525270" y="3273241"/>
                  </a:lnTo>
                  <a:lnTo>
                    <a:pt x="2525458" y="3273241"/>
                  </a:lnTo>
                  <a:lnTo>
                    <a:pt x="2525646" y="3273241"/>
                  </a:lnTo>
                  <a:lnTo>
                    <a:pt x="2525834" y="3273241"/>
                  </a:lnTo>
                  <a:lnTo>
                    <a:pt x="2525928" y="3273241"/>
                  </a:lnTo>
                  <a:lnTo>
                    <a:pt x="2526304" y="3273241"/>
                  </a:lnTo>
                  <a:lnTo>
                    <a:pt x="2526492" y="3273241"/>
                  </a:lnTo>
                  <a:lnTo>
                    <a:pt x="2526774" y="3273241"/>
                  </a:lnTo>
                  <a:lnTo>
                    <a:pt x="2526868" y="3273241"/>
                  </a:lnTo>
                  <a:lnTo>
                    <a:pt x="2526962" y="3273241"/>
                  </a:lnTo>
                  <a:lnTo>
                    <a:pt x="2527245" y="3273241"/>
                  </a:lnTo>
                  <a:lnTo>
                    <a:pt x="2527433" y="3273241"/>
                  </a:lnTo>
                  <a:lnTo>
                    <a:pt x="2527527" y="3273241"/>
                  </a:lnTo>
                  <a:lnTo>
                    <a:pt x="2527715" y="3273241"/>
                  </a:lnTo>
                  <a:lnTo>
                    <a:pt x="2527809" y="3273241"/>
                  </a:lnTo>
                  <a:lnTo>
                    <a:pt x="2527903" y="3273241"/>
                  </a:lnTo>
                  <a:lnTo>
                    <a:pt x="2528279" y="3273241"/>
                  </a:lnTo>
                  <a:lnTo>
                    <a:pt x="2528467" y="3273241"/>
                  </a:lnTo>
                  <a:lnTo>
                    <a:pt x="2529125" y="3273241"/>
                  </a:lnTo>
                  <a:lnTo>
                    <a:pt x="2529313" y="3273241"/>
                  </a:lnTo>
                  <a:lnTo>
                    <a:pt x="2529501" y="3273241"/>
                  </a:lnTo>
                  <a:lnTo>
                    <a:pt x="2529595" y="3273241"/>
                  </a:lnTo>
                  <a:lnTo>
                    <a:pt x="2529783" y="3273241"/>
                  </a:lnTo>
                  <a:lnTo>
                    <a:pt x="2529877" y="3273241"/>
                  </a:lnTo>
                  <a:lnTo>
                    <a:pt x="2530065" y="3273241"/>
                  </a:lnTo>
                  <a:lnTo>
                    <a:pt x="2530159" y="3273241"/>
                  </a:lnTo>
                  <a:lnTo>
                    <a:pt x="2530347" y="3273241"/>
                  </a:lnTo>
                  <a:lnTo>
                    <a:pt x="2530441" y="3273241"/>
                  </a:lnTo>
                  <a:lnTo>
                    <a:pt x="2530724" y="3273241"/>
                  </a:lnTo>
                  <a:lnTo>
                    <a:pt x="2530912" y="3273241"/>
                  </a:lnTo>
                  <a:lnTo>
                    <a:pt x="2531006" y="3273241"/>
                  </a:lnTo>
                  <a:lnTo>
                    <a:pt x="2531194" y="3273241"/>
                  </a:lnTo>
                  <a:lnTo>
                    <a:pt x="2531476" y="3273241"/>
                  </a:lnTo>
                  <a:lnTo>
                    <a:pt x="2531570" y="3273241"/>
                  </a:lnTo>
                  <a:lnTo>
                    <a:pt x="2531664" y="3273241"/>
                  </a:lnTo>
                  <a:lnTo>
                    <a:pt x="2531758" y="3273241"/>
                  </a:lnTo>
                  <a:lnTo>
                    <a:pt x="2531852" y="3273241"/>
                  </a:lnTo>
                  <a:lnTo>
                    <a:pt x="2532228" y="3273241"/>
                  </a:lnTo>
                  <a:lnTo>
                    <a:pt x="2532322" y="3273241"/>
                  </a:lnTo>
                  <a:lnTo>
                    <a:pt x="2532698" y="3273241"/>
                  </a:lnTo>
                  <a:lnTo>
                    <a:pt x="2532792" y="3273241"/>
                  </a:lnTo>
                  <a:lnTo>
                    <a:pt x="2532886" y="3273241"/>
                  </a:lnTo>
                  <a:lnTo>
                    <a:pt x="2532980" y="3273241"/>
                  </a:lnTo>
                  <a:lnTo>
                    <a:pt x="2533074" y="3273241"/>
                  </a:lnTo>
                  <a:lnTo>
                    <a:pt x="2533450" y="3273241"/>
                  </a:lnTo>
                  <a:lnTo>
                    <a:pt x="2533638" y="3273241"/>
                  </a:lnTo>
                  <a:lnTo>
                    <a:pt x="2533826" y="3273241"/>
                  </a:lnTo>
                  <a:lnTo>
                    <a:pt x="2533920" y="3273241"/>
                  </a:lnTo>
                  <a:lnTo>
                    <a:pt x="2534203" y="3273241"/>
                  </a:lnTo>
                  <a:lnTo>
                    <a:pt x="2534767" y="3273241"/>
                  </a:lnTo>
                  <a:lnTo>
                    <a:pt x="2534955" y="3273241"/>
                  </a:lnTo>
                  <a:lnTo>
                    <a:pt x="2535237" y="3273241"/>
                  </a:lnTo>
                  <a:lnTo>
                    <a:pt x="2535331" y="3273241"/>
                  </a:lnTo>
                  <a:lnTo>
                    <a:pt x="2535425" y="3273241"/>
                  </a:lnTo>
                  <a:lnTo>
                    <a:pt x="2535707" y="3273241"/>
                  </a:lnTo>
                  <a:lnTo>
                    <a:pt x="2535801" y="3273241"/>
                  </a:lnTo>
                  <a:lnTo>
                    <a:pt x="2535895" y="3273241"/>
                  </a:lnTo>
                  <a:lnTo>
                    <a:pt x="2535989" y="3273241"/>
                  </a:lnTo>
                  <a:lnTo>
                    <a:pt x="2536083" y="3273241"/>
                  </a:lnTo>
                  <a:lnTo>
                    <a:pt x="2536177" y="3273241"/>
                  </a:lnTo>
                  <a:lnTo>
                    <a:pt x="2536553" y="3273241"/>
                  </a:lnTo>
                  <a:lnTo>
                    <a:pt x="2536647" y="3273241"/>
                  </a:lnTo>
                  <a:lnTo>
                    <a:pt x="2537682" y="3273241"/>
                  </a:lnTo>
                  <a:lnTo>
                    <a:pt x="2537776" y="3273241"/>
                  </a:lnTo>
                  <a:lnTo>
                    <a:pt x="2537964" y="3273241"/>
                  </a:lnTo>
                  <a:lnTo>
                    <a:pt x="2538152" y="3273241"/>
                  </a:lnTo>
                  <a:lnTo>
                    <a:pt x="2538622" y="3273241"/>
                  </a:lnTo>
                  <a:lnTo>
                    <a:pt x="2538716" y="3273241"/>
                  </a:lnTo>
                  <a:lnTo>
                    <a:pt x="2538904" y="3273241"/>
                  </a:lnTo>
                  <a:lnTo>
                    <a:pt x="2539092" y="3273241"/>
                  </a:lnTo>
                  <a:lnTo>
                    <a:pt x="2539186" y="3273241"/>
                  </a:lnTo>
                  <a:lnTo>
                    <a:pt x="2539374" y="3273241"/>
                  </a:lnTo>
                  <a:lnTo>
                    <a:pt x="2539656" y="3273241"/>
                  </a:lnTo>
                  <a:lnTo>
                    <a:pt x="2539750" y="3273241"/>
                  </a:lnTo>
                  <a:lnTo>
                    <a:pt x="2540126" y="3273241"/>
                  </a:lnTo>
                  <a:lnTo>
                    <a:pt x="2540220" y="3273241"/>
                  </a:lnTo>
                  <a:lnTo>
                    <a:pt x="2540314" y="3273241"/>
                  </a:lnTo>
                  <a:lnTo>
                    <a:pt x="2540502" y="3273241"/>
                  </a:lnTo>
                  <a:lnTo>
                    <a:pt x="2540690" y="3273241"/>
                  </a:lnTo>
                  <a:lnTo>
                    <a:pt x="2541537" y="3273241"/>
                  </a:lnTo>
                  <a:lnTo>
                    <a:pt x="2541819" y="3273241"/>
                  </a:lnTo>
                  <a:lnTo>
                    <a:pt x="2541913" y="3273241"/>
                  </a:lnTo>
                  <a:lnTo>
                    <a:pt x="2542101" y="3273241"/>
                  </a:lnTo>
                  <a:lnTo>
                    <a:pt x="2542195" y="3273241"/>
                  </a:lnTo>
                  <a:lnTo>
                    <a:pt x="2542383" y="3273241"/>
                  </a:lnTo>
                  <a:lnTo>
                    <a:pt x="2542477" y="3273241"/>
                  </a:lnTo>
                  <a:lnTo>
                    <a:pt x="2542759" y="3273241"/>
                  </a:lnTo>
                  <a:lnTo>
                    <a:pt x="2543041" y="3273241"/>
                  </a:lnTo>
                  <a:lnTo>
                    <a:pt x="2543135" y="3273241"/>
                  </a:lnTo>
                  <a:lnTo>
                    <a:pt x="2543323" y="3273241"/>
                  </a:lnTo>
                  <a:lnTo>
                    <a:pt x="2543417" y="3273241"/>
                  </a:lnTo>
                  <a:lnTo>
                    <a:pt x="2543887" y="3273241"/>
                  </a:lnTo>
                  <a:lnTo>
                    <a:pt x="2544169" y="3273241"/>
                  </a:lnTo>
                  <a:lnTo>
                    <a:pt x="2544639" y="3273241"/>
                  </a:lnTo>
                  <a:lnTo>
                    <a:pt x="2544734" y="3273241"/>
                  </a:lnTo>
                  <a:lnTo>
                    <a:pt x="2544828" y="3273241"/>
                  </a:lnTo>
                  <a:lnTo>
                    <a:pt x="2545204" y="3273241"/>
                  </a:lnTo>
                  <a:lnTo>
                    <a:pt x="2545298" y="3273241"/>
                  </a:lnTo>
                  <a:lnTo>
                    <a:pt x="2545392" y="3273241"/>
                  </a:lnTo>
                  <a:lnTo>
                    <a:pt x="2545674" y="3273241"/>
                  </a:lnTo>
                  <a:lnTo>
                    <a:pt x="2546050" y="3273241"/>
                  </a:lnTo>
                  <a:lnTo>
                    <a:pt x="2546238" y="3273241"/>
                  </a:lnTo>
                  <a:lnTo>
                    <a:pt x="2546520" y="3273241"/>
                  </a:lnTo>
                  <a:lnTo>
                    <a:pt x="2546802" y="3273241"/>
                  </a:lnTo>
                  <a:lnTo>
                    <a:pt x="2546896" y="3273241"/>
                  </a:lnTo>
                  <a:lnTo>
                    <a:pt x="2546990" y="3273241"/>
                  </a:lnTo>
                  <a:lnTo>
                    <a:pt x="2547084" y="3273241"/>
                  </a:lnTo>
                  <a:lnTo>
                    <a:pt x="2547460" y="3273241"/>
                  </a:lnTo>
                  <a:lnTo>
                    <a:pt x="2547648" y="3273241"/>
                  </a:lnTo>
                  <a:lnTo>
                    <a:pt x="2547930" y="3273241"/>
                  </a:lnTo>
                  <a:lnTo>
                    <a:pt x="2548024" y="3273241"/>
                  </a:lnTo>
                  <a:lnTo>
                    <a:pt x="2548118" y="3273241"/>
                  </a:lnTo>
                  <a:lnTo>
                    <a:pt x="2548212" y="3273241"/>
                  </a:lnTo>
                  <a:lnTo>
                    <a:pt x="2548307" y="3273241"/>
                  </a:lnTo>
                  <a:lnTo>
                    <a:pt x="2548401" y="3273241"/>
                  </a:lnTo>
                  <a:lnTo>
                    <a:pt x="2548683" y="3273241"/>
                  </a:lnTo>
                  <a:lnTo>
                    <a:pt x="2548871" y="3273241"/>
                  </a:lnTo>
                  <a:lnTo>
                    <a:pt x="2548965" y="3273241"/>
                  </a:lnTo>
                  <a:lnTo>
                    <a:pt x="2549059" y="3273241"/>
                  </a:lnTo>
                  <a:lnTo>
                    <a:pt x="2549247" y="3273241"/>
                  </a:lnTo>
                  <a:lnTo>
                    <a:pt x="2549623" y="3273241"/>
                  </a:lnTo>
                  <a:lnTo>
                    <a:pt x="2549905" y="3273241"/>
                  </a:lnTo>
                  <a:lnTo>
                    <a:pt x="2550187" y="3273241"/>
                  </a:lnTo>
                  <a:lnTo>
                    <a:pt x="2550657" y="3273241"/>
                  </a:lnTo>
                  <a:lnTo>
                    <a:pt x="2551033" y="3273241"/>
                  </a:lnTo>
                  <a:lnTo>
                    <a:pt x="2551409" y="3267961"/>
                  </a:lnTo>
                  <a:lnTo>
                    <a:pt x="2551503" y="3267961"/>
                  </a:lnTo>
                  <a:lnTo>
                    <a:pt x="2551597" y="3267961"/>
                  </a:lnTo>
                  <a:lnTo>
                    <a:pt x="2551785" y="3267961"/>
                  </a:lnTo>
                  <a:lnTo>
                    <a:pt x="2551974" y="3267961"/>
                  </a:lnTo>
                  <a:lnTo>
                    <a:pt x="2552068" y="3267961"/>
                  </a:lnTo>
                  <a:lnTo>
                    <a:pt x="2552162" y="3267961"/>
                  </a:lnTo>
                  <a:lnTo>
                    <a:pt x="2552256" y="3267961"/>
                  </a:lnTo>
                  <a:lnTo>
                    <a:pt x="2552444" y="3267961"/>
                  </a:lnTo>
                  <a:lnTo>
                    <a:pt x="2552538" y="3267961"/>
                  </a:lnTo>
                  <a:lnTo>
                    <a:pt x="2552632" y="3267961"/>
                  </a:lnTo>
                  <a:lnTo>
                    <a:pt x="2552820" y="3267961"/>
                  </a:lnTo>
                  <a:lnTo>
                    <a:pt x="2553102" y="3267961"/>
                  </a:lnTo>
                  <a:lnTo>
                    <a:pt x="2553196" y="3267961"/>
                  </a:lnTo>
                  <a:lnTo>
                    <a:pt x="2553384" y="3267961"/>
                  </a:lnTo>
                  <a:lnTo>
                    <a:pt x="2553572" y="3267961"/>
                  </a:lnTo>
                  <a:lnTo>
                    <a:pt x="2553760" y="3267961"/>
                  </a:lnTo>
                  <a:lnTo>
                    <a:pt x="2554606" y="3267961"/>
                  </a:lnTo>
                  <a:lnTo>
                    <a:pt x="2554794" y="3267961"/>
                  </a:lnTo>
                  <a:lnTo>
                    <a:pt x="2555076" y="3267961"/>
                  </a:lnTo>
                  <a:lnTo>
                    <a:pt x="2555359" y="3267961"/>
                  </a:lnTo>
                  <a:lnTo>
                    <a:pt x="2555453" y="3267961"/>
                  </a:lnTo>
                  <a:lnTo>
                    <a:pt x="2555641" y="3267961"/>
                  </a:lnTo>
                  <a:lnTo>
                    <a:pt x="2555735" y="3267961"/>
                  </a:lnTo>
                  <a:lnTo>
                    <a:pt x="2555829" y="3267961"/>
                  </a:lnTo>
                  <a:lnTo>
                    <a:pt x="2556111" y="3267961"/>
                  </a:lnTo>
                  <a:lnTo>
                    <a:pt x="2556299" y="3262682"/>
                  </a:lnTo>
                  <a:lnTo>
                    <a:pt x="2556487" y="3262682"/>
                  </a:lnTo>
                  <a:lnTo>
                    <a:pt x="2556863" y="3262682"/>
                  </a:lnTo>
                  <a:lnTo>
                    <a:pt x="2556957" y="3262682"/>
                  </a:lnTo>
                  <a:lnTo>
                    <a:pt x="2557239" y="3262682"/>
                  </a:lnTo>
                  <a:lnTo>
                    <a:pt x="2557333" y="3262682"/>
                  </a:lnTo>
                  <a:lnTo>
                    <a:pt x="2557521" y="3262682"/>
                  </a:lnTo>
                  <a:lnTo>
                    <a:pt x="2558367" y="3262682"/>
                  </a:lnTo>
                  <a:lnTo>
                    <a:pt x="2558461" y="3262682"/>
                  </a:lnTo>
                  <a:lnTo>
                    <a:pt x="2558555" y="3262682"/>
                  </a:lnTo>
                  <a:lnTo>
                    <a:pt x="2558649" y="3262682"/>
                  </a:lnTo>
                  <a:lnTo>
                    <a:pt x="2558743" y="3262682"/>
                  </a:lnTo>
                  <a:lnTo>
                    <a:pt x="2558837" y="3262682"/>
                  </a:lnTo>
                  <a:lnTo>
                    <a:pt x="2559026" y="3262682"/>
                  </a:lnTo>
                  <a:lnTo>
                    <a:pt x="2559120" y="3262682"/>
                  </a:lnTo>
                  <a:lnTo>
                    <a:pt x="2559308" y="3262682"/>
                  </a:lnTo>
                  <a:lnTo>
                    <a:pt x="2559402" y="3262682"/>
                  </a:lnTo>
                  <a:lnTo>
                    <a:pt x="2559684" y="3262682"/>
                  </a:lnTo>
                  <a:lnTo>
                    <a:pt x="2560154" y="3257402"/>
                  </a:lnTo>
                  <a:lnTo>
                    <a:pt x="2560718" y="3257402"/>
                  </a:lnTo>
                  <a:lnTo>
                    <a:pt x="2560812" y="3257402"/>
                  </a:lnTo>
                  <a:lnTo>
                    <a:pt x="2560906" y="3257402"/>
                  </a:lnTo>
                  <a:lnTo>
                    <a:pt x="2561188" y="3257402"/>
                  </a:lnTo>
                  <a:lnTo>
                    <a:pt x="2561376" y="3257402"/>
                  </a:lnTo>
                  <a:lnTo>
                    <a:pt x="2562034" y="3257402"/>
                  </a:lnTo>
                  <a:lnTo>
                    <a:pt x="2562128" y="3257402"/>
                  </a:lnTo>
                  <a:lnTo>
                    <a:pt x="2562505" y="3257402"/>
                  </a:lnTo>
                  <a:lnTo>
                    <a:pt x="2562599" y="3257402"/>
                  </a:lnTo>
                  <a:lnTo>
                    <a:pt x="2562787" y="3257402"/>
                  </a:lnTo>
                  <a:lnTo>
                    <a:pt x="2562881" y="3257402"/>
                  </a:lnTo>
                  <a:lnTo>
                    <a:pt x="2563069" y="3257402"/>
                  </a:lnTo>
                  <a:lnTo>
                    <a:pt x="2563163" y="3257402"/>
                  </a:lnTo>
                  <a:lnTo>
                    <a:pt x="2563257" y="3257402"/>
                  </a:lnTo>
                  <a:lnTo>
                    <a:pt x="2563727" y="3257402"/>
                  </a:lnTo>
                  <a:lnTo>
                    <a:pt x="2564103" y="3257402"/>
                  </a:lnTo>
                  <a:lnTo>
                    <a:pt x="2564197" y="3257402"/>
                  </a:lnTo>
                  <a:lnTo>
                    <a:pt x="2564479" y="3257402"/>
                  </a:lnTo>
                  <a:lnTo>
                    <a:pt x="2564761" y="3257402"/>
                  </a:lnTo>
                  <a:lnTo>
                    <a:pt x="2564855" y="3257402"/>
                  </a:lnTo>
                  <a:lnTo>
                    <a:pt x="2565231" y="3257402"/>
                  </a:lnTo>
                  <a:lnTo>
                    <a:pt x="2565325" y="3257402"/>
                  </a:lnTo>
                  <a:lnTo>
                    <a:pt x="2565513" y="3257402"/>
                  </a:lnTo>
                  <a:lnTo>
                    <a:pt x="2565701" y="3257402"/>
                  </a:lnTo>
                  <a:lnTo>
                    <a:pt x="2565889" y="3257402"/>
                  </a:lnTo>
                  <a:lnTo>
                    <a:pt x="2565984" y="3257402"/>
                  </a:lnTo>
                  <a:lnTo>
                    <a:pt x="2566172" y="3257402"/>
                  </a:lnTo>
                  <a:lnTo>
                    <a:pt x="2566266" y="3257402"/>
                  </a:lnTo>
                  <a:lnTo>
                    <a:pt x="2566454" y="3257402"/>
                  </a:lnTo>
                  <a:lnTo>
                    <a:pt x="2566548" y="3257402"/>
                  </a:lnTo>
                  <a:lnTo>
                    <a:pt x="2566642" y="3257402"/>
                  </a:lnTo>
                  <a:lnTo>
                    <a:pt x="2566736" y="3257402"/>
                  </a:lnTo>
                  <a:lnTo>
                    <a:pt x="2567112" y="3257402"/>
                  </a:lnTo>
                  <a:lnTo>
                    <a:pt x="2567582" y="3257402"/>
                  </a:lnTo>
                  <a:lnTo>
                    <a:pt x="2567676" y="3257402"/>
                  </a:lnTo>
                  <a:lnTo>
                    <a:pt x="2567770" y="3257402"/>
                  </a:lnTo>
                  <a:lnTo>
                    <a:pt x="2567864" y="3257402"/>
                  </a:lnTo>
                  <a:lnTo>
                    <a:pt x="2567958" y="3257402"/>
                  </a:lnTo>
                  <a:lnTo>
                    <a:pt x="2568052" y="3257402"/>
                  </a:lnTo>
                  <a:lnTo>
                    <a:pt x="2568428" y="3257402"/>
                  </a:lnTo>
                  <a:lnTo>
                    <a:pt x="2568898" y="3257402"/>
                  </a:lnTo>
                  <a:lnTo>
                    <a:pt x="2568992" y="3257402"/>
                  </a:lnTo>
                  <a:lnTo>
                    <a:pt x="2569086" y="3257402"/>
                  </a:lnTo>
                  <a:lnTo>
                    <a:pt x="2569180" y="3257402"/>
                  </a:lnTo>
                  <a:lnTo>
                    <a:pt x="2569368" y="3257402"/>
                  </a:lnTo>
                  <a:lnTo>
                    <a:pt x="2569462" y="3257402"/>
                  </a:lnTo>
                  <a:lnTo>
                    <a:pt x="2570591" y="3257402"/>
                  </a:lnTo>
                  <a:lnTo>
                    <a:pt x="2570779" y="3257402"/>
                  </a:lnTo>
                  <a:lnTo>
                    <a:pt x="2570873" y="3257402"/>
                  </a:lnTo>
                  <a:lnTo>
                    <a:pt x="2570967" y="3257402"/>
                  </a:lnTo>
                  <a:lnTo>
                    <a:pt x="2571249" y="3257402"/>
                  </a:lnTo>
                  <a:lnTo>
                    <a:pt x="2571343" y="3257402"/>
                  </a:lnTo>
                  <a:lnTo>
                    <a:pt x="2571625" y="3257402"/>
                  </a:lnTo>
                  <a:lnTo>
                    <a:pt x="2571719" y="3257402"/>
                  </a:lnTo>
                  <a:lnTo>
                    <a:pt x="2572189" y="3257402"/>
                  </a:lnTo>
                  <a:lnTo>
                    <a:pt x="2572565" y="3257402"/>
                  </a:lnTo>
                  <a:lnTo>
                    <a:pt x="2572659" y="3257402"/>
                  </a:lnTo>
                  <a:lnTo>
                    <a:pt x="2572753" y="3257402"/>
                  </a:lnTo>
                  <a:lnTo>
                    <a:pt x="2572847" y="3257402"/>
                  </a:lnTo>
                  <a:lnTo>
                    <a:pt x="2572941" y="3257402"/>
                  </a:lnTo>
                  <a:lnTo>
                    <a:pt x="2573035" y="3257402"/>
                  </a:lnTo>
                  <a:lnTo>
                    <a:pt x="2573130" y="3257402"/>
                  </a:lnTo>
                  <a:lnTo>
                    <a:pt x="2573224" y="3257402"/>
                  </a:lnTo>
                  <a:lnTo>
                    <a:pt x="2573600" y="3257402"/>
                  </a:lnTo>
                  <a:lnTo>
                    <a:pt x="2573788" y="3257402"/>
                  </a:lnTo>
                  <a:lnTo>
                    <a:pt x="2574540" y="3252123"/>
                  </a:lnTo>
                  <a:lnTo>
                    <a:pt x="2574728" y="3252123"/>
                  </a:lnTo>
                  <a:lnTo>
                    <a:pt x="2575010" y="3252123"/>
                  </a:lnTo>
                  <a:lnTo>
                    <a:pt x="2575198" y="3252123"/>
                  </a:lnTo>
                  <a:lnTo>
                    <a:pt x="2575292" y="3252123"/>
                  </a:lnTo>
                  <a:lnTo>
                    <a:pt x="2575480" y="3246844"/>
                  </a:lnTo>
                  <a:lnTo>
                    <a:pt x="2575480" y="3241564"/>
                  </a:lnTo>
                  <a:lnTo>
                    <a:pt x="2575574" y="3241564"/>
                  </a:lnTo>
                  <a:lnTo>
                    <a:pt x="2575668" y="3241564"/>
                  </a:lnTo>
                  <a:lnTo>
                    <a:pt x="2576044" y="3241564"/>
                  </a:lnTo>
                  <a:lnTo>
                    <a:pt x="2576138" y="3241564"/>
                  </a:lnTo>
                  <a:lnTo>
                    <a:pt x="2576985" y="3236285"/>
                  </a:lnTo>
                  <a:lnTo>
                    <a:pt x="2577079" y="3236285"/>
                  </a:lnTo>
                  <a:lnTo>
                    <a:pt x="2577361" y="3236285"/>
                  </a:lnTo>
                  <a:lnTo>
                    <a:pt x="2577455" y="3236285"/>
                  </a:lnTo>
                  <a:lnTo>
                    <a:pt x="2577549" y="3236285"/>
                  </a:lnTo>
                  <a:lnTo>
                    <a:pt x="2577643" y="3236285"/>
                  </a:lnTo>
                  <a:lnTo>
                    <a:pt x="2577737" y="3236285"/>
                  </a:lnTo>
                  <a:lnTo>
                    <a:pt x="2578019" y="3231005"/>
                  </a:lnTo>
                  <a:lnTo>
                    <a:pt x="2578489" y="3231005"/>
                  </a:lnTo>
                  <a:lnTo>
                    <a:pt x="2579053" y="3231005"/>
                  </a:lnTo>
                  <a:lnTo>
                    <a:pt x="2579241" y="3231005"/>
                  </a:lnTo>
                  <a:lnTo>
                    <a:pt x="2579523" y="3231005"/>
                  </a:lnTo>
                  <a:lnTo>
                    <a:pt x="2579711" y="3231005"/>
                  </a:lnTo>
                  <a:lnTo>
                    <a:pt x="2579899" y="3231005"/>
                  </a:lnTo>
                  <a:lnTo>
                    <a:pt x="2580370" y="3231005"/>
                  </a:lnTo>
                  <a:lnTo>
                    <a:pt x="2581028" y="3231005"/>
                  </a:lnTo>
                  <a:lnTo>
                    <a:pt x="2581404" y="3231005"/>
                  </a:lnTo>
                  <a:lnTo>
                    <a:pt x="2581780" y="3231005"/>
                  </a:lnTo>
                  <a:lnTo>
                    <a:pt x="2581874" y="3231005"/>
                  </a:lnTo>
                  <a:lnTo>
                    <a:pt x="2581968" y="3231005"/>
                  </a:lnTo>
                  <a:lnTo>
                    <a:pt x="2582156" y="3231005"/>
                  </a:lnTo>
                  <a:lnTo>
                    <a:pt x="2582250" y="3231005"/>
                  </a:lnTo>
                  <a:lnTo>
                    <a:pt x="2582438" y="3231005"/>
                  </a:lnTo>
                  <a:lnTo>
                    <a:pt x="2582720" y="3231005"/>
                  </a:lnTo>
                  <a:lnTo>
                    <a:pt x="2582814" y="3231005"/>
                  </a:lnTo>
                  <a:lnTo>
                    <a:pt x="2583378" y="3231005"/>
                  </a:lnTo>
                  <a:lnTo>
                    <a:pt x="2583472" y="3231005"/>
                  </a:lnTo>
                  <a:lnTo>
                    <a:pt x="2583566" y="3231005"/>
                  </a:lnTo>
                  <a:lnTo>
                    <a:pt x="2583849" y="3231005"/>
                  </a:lnTo>
                  <a:lnTo>
                    <a:pt x="2583943" y="3231005"/>
                  </a:lnTo>
                  <a:lnTo>
                    <a:pt x="2584037" y="3231005"/>
                  </a:lnTo>
                  <a:lnTo>
                    <a:pt x="2584131" y="3231005"/>
                  </a:lnTo>
                  <a:lnTo>
                    <a:pt x="2585259" y="3231005"/>
                  </a:lnTo>
                  <a:lnTo>
                    <a:pt x="2585541" y="3231005"/>
                  </a:lnTo>
                  <a:lnTo>
                    <a:pt x="2585635" y="3231005"/>
                  </a:lnTo>
                  <a:lnTo>
                    <a:pt x="2585729" y="3231005"/>
                  </a:lnTo>
                  <a:lnTo>
                    <a:pt x="2585917" y="3231005"/>
                  </a:lnTo>
                  <a:lnTo>
                    <a:pt x="2586011" y="3225726"/>
                  </a:lnTo>
                  <a:lnTo>
                    <a:pt x="2586105" y="3225726"/>
                  </a:lnTo>
                  <a:lnTo>
                    <a:pt x="2586669" y="3225726"/>
                  </a:lnTo>
                  <a:lnTo>
                    <a:pt x="2587328" y="3225726"/>
                  </a:lnTo>
                  <a:lnTo>
                    <a:pt x="2587516" y="3225726"/>
                  </a:lnTo>
                  <a:lnTo>
                    <a:pt x="2587610" y="3225726"/>
                  </a:lnTo>
                  <a:lnTo>
                    <a:pt x="2587798" y="3225726"/>
                  </a:lnTo>
                  <a:lnTo>
                    <a:pt x="2588174" y="3225726"/>
                  </a:lnTo>
                  <a:lnTo>
                    <a:pt x="2588268" y="3225726"/>
                  </a:lnTo>
                  <a:lnTo>
                    <a:pt x="2588362" y="3225726"/>
                  </a:lnTo>
                  <a:lnTo>
                    <a:pt x="2588456" y="3225726"/>
                  </a:lnTo>
                  <a:lnTo>
                    <a:pt x="2588550" y="3225726"/>
                  </a:lnTo>
                  <a:lnTo>
                    <a:pt x="2588644" y="3225726"/>
                  </a:lnTo>
                  <a:lnTo>
                    <a:pt x="2588926" y="3225726"/>
                  </a:lnTo>
                  <a:lnTo>
                    <a:pt x="2589114" y="3225726"/>
                  </a:lnTo>
                  <a:lnTo>
                    <a:pt x="2589208" y="3225726"/>
                  </a:lnTo>
                  <a:lnTo>
                    <a:pt x="2589302" y="3225726"/>
                  </a:lnTo>
                  <a:lnTo>
                    <a:pt x="2589490" y="3225726"/>
                  </a:lnTo>
                  <a:lnTo>
                    <a:pt x="2589584" y="3225726"/>
                  </a:lnTo>
                  <a:lnTo>
                    <a:pt x="2589866" y="3225726"/>
                  </a:lnTo>
                  <a:lnTo>
                    <a:pt x="2590054" y="3225726"/>
                  </a:lnTo>
                  <a:lnTo>
                    <a:pt x="2590336" y="3225726"/>
                  </a:lnTo>
                  <a:lnTo>
                    <a:pt x="2590430" y="3225726"/>
                  </a:lnTo>
                  <a:lnTo>
                    <a:pt x="2590712" y="3225726"/>
                  </a:lnTo>
                  <a:lnTo>
                    <a:pt x="2590807" y="3225726"/>
                  </a:lnTo>
                  <a:lnTo>
                    <a:pt x="2590901" y="3225726"/>
                  </a:lnTo>
                  <a:lnTo>
                    <a:pt x="2591183" y="3225726"/>
                  </a:lnTo>
                  <a:lnTo>
                    <a:pt x="2591277" y="3225726"/>
                  </a:lnTo>
                  <a:lnTo>
                    <a:pt x="2591371" y="3225726"/>
                  </a:lnTo>
                  <a:lnTo>
                    <a:pt x="2592029" y="3225726"/>
                  </a:lnTo>
                  <a:lnTo>
                    <a:pt x="2592499" y="3225726"/>
                  </a:lnTo>
                  <a:lnTo>
                    <a:pt x="2592593" y="3225726"/>
                  </a:lnTo>
                  <a:lnTo>
                    <a:pt x="2592781" y="3225726"/>
                  </a:lnTo>
                  <a:lnTo>
                    <a:pt x="2593157" y="3225726"/>
                  </a:lnTo>
                  <a:lnTo>
                    <a:pt x="2593439" y="3225726"/>
                  </a:lnTo>
                  <a:lnTo>
                    <a:pt x="2593909" y="3225726"/>
                  </a:lnTo>
                  <a:lnTo>
                    <a:pt x="2593909" y="3220447"/>
                  </a:lnTo>
                  <a:lnTo>
                    <a:pt x="2594003" y="3220447"/>
                  </a:lnTo>
                  <a:lnTo>
                    <a:pt x="2594191" y="3220447"/>
                  </a:lnTo>
                  <a:lnTo>
                    <a:pt x="2594474" y="3220447"/>
                  </a:lnTo>
                  <a:lnTo>
                    <a:pt x="2594568" y="3220447"/>
                  </a:lnTo>
                  <a:lnTo>
                    <a:pt x="2594756" y="3220447"/>
                  </a:lnTo>
                  <a:lnTo>
                    <a:pt x="2594850" y="3220447"/>
                  </a:lnTo>
                  <a:lnTo>
                    <a:pt x="2595226" y="3220447"/>
                  </a:lnTo>
                  <a:lnTo>
                    <a:pt x="2595696" y="3215167"/>
                  </a:lnTo>
                  <a:lnTo>
                    <a:pt x="2595790" y="3215167"/>
                  </a:lnTo>
                  <a:lnTo>
                    <a:pt x="2595978" y="3215167"/>
                  </a:lnTo>
                  <a:lnTo>
                    <a:pt x="2596072" y="3209888"/>
                  </a:lnTo>
                  <a:lnTo>
                    <a:pt x="2596354" y="3209888"/>
                  </a:lnTo>
                  <a:lnTo>
                    <a:pt x="2596542" y="3209888"/>
                  </a:lnTo>
                  <a:lnTo>
                    <a:pt x="2596636" y="3209888"/>
                  </a:lnTo>
                  <a:lnTo>
                    <a:pt x="2597106" y="3209888"/>
                  </a:lnTo>
                  <a:lnTo>
                    <a:pt x="2597482" y="3209888"/>
                  </a:lnTo>
                  <a:lnTo>
                    <a:pt x="2597670" y="3209888"/>
                  </a:lnTo>
                  <a:lnTo>
                    <a:pt x="2597858" y="3204608"/>
                  </a:lnTo>
                  <a:lnTo>
                    <a:pt x="2598329" y="3204608"/>
                  </a:lnTo>
                  <a:lnTo>
                    <a:pt x="2598611" y="3204608"/>
                  </a:lnTo>
                  <a:lnTo>
                    <a:pt x="2598893" y="3204608"/>
                  </a:lnTo>
                  <a:lnTo>
                    <a:pt x="2598987" y="3204608"/>
                  </a:lnTo>
                  <a:lnTo>
                    <a:pt x="2599081" y="3204608"/>
                  </a:lnTo>
                  <a:lnTo>
                    <a:pt x="2599175" y="3204608"/>
                  </a:lnTo>
                  <a:lnTo>
                    <a:pt x="2600021" y="3204608"/>
                  </a:lnTo>
                  <a:lnTo>
                    <a:pt x="2600303" y="3204608"/>
                  </a:lnTo>
                  <a:lnTo>
                    <a:pt x="2600585" y="3204608"/>
                  </a:lnTo>
                  <a:lnTo>
                    <a:pt x="2600867" y="3204608"/>
                  </a:lnTo>
                  <a:lnTo>
                    <a:pt x="2601337" y="3204608"/>
                  </a:lnTo>
                  <a:lnTo>
                    <a:pt x="2601432" y="3204608"/>
                  </a:lnTo>
                  <a:lnTo>
                    <a:pt x="2601620" y="3204608"/>
                  </a:lnTo>
                  <a:lnTo>
                    <a:pt x="2601714" y="3204608"/>
                  </a:lnTo>
                  <a:lnTo>
                    <a:pt x="2601808" y="3204608"/>
                  </a:lnTo>
                  <a:lnTo>
                    <a:pt x="2601996" y="3204608"/>
                  </a:lnTo>
                  <a:lnTo>
                    <a:pt x="2602090" y="3204608"/>
                  </a:lnTo>
                  <a:lnTo>
                    <a:pt x="2602184" y="3204608"/>
                  </a:lnTo>
                  <a:lnTo>
                    <a:pt x="2602278" y="3204608"/>
                  </a:lnTo>
                  <a:lnTo>
                    <a:pt x="2602466" y="3199329"/>
                  </a:lnTo>
                  <a:lnTo>
                    <a:pt x="2602560" y="3199329"/>
                  </a:lnTo>
                  <a:lnTo>
                    <a:pt x="2602936" y="3199329"/>
                  </a:lnTo>
                  <a:lnTo>
                    <a:pt x="2603406" y="3199329"/>
                  </a:lnTo>
                  <a:lnTo>
                    <a:pt x="2603782" y="3199329"/>
                  </a:lnTo>
                  <a:lnTo>
                    <a:pt x="2603970" y="3199329"/>
                  </a:lnTo>
                  <a:lnTo>
                    <a:pt x="2604064" y="3199329"/>
                  </a:lnTo>
                  <a:lnTo>
                    <a:pt x="2604252" y="3199329"/>
                  </a:lnTo>
                  <a:lnTo>
                    <a:pt x="2604346" y="3199329"/>
                  </a:lnTo>
                  <a:lnTo>
                    <a:pt x="2604440" y="3199329"/>
                  </a:lnTo>
                  <a:lnTo>
                    <a:pt x="2604534" y="3199329"/>
                  </a:lnTo>
                  <a:lnTo>
                    <a:pt x="2604722" y="3199329"/>
                  </a:lnTo>
                  <a:lnTo>
                    <a:pt x="2604910" y="3199329"/>
                  </a:lnTo>
                  <a:lnTo>
                    <a:pt x="2605005" y="3199329"/>
                  </a:lnTo>
                  <a:lnTo>
                    <a:pt x="2605193" y="3199329"/>
                  </a:lnTo>
                  <a:lnTo>
                    <a:pt x="2605287" y="3199329"/>
                  </a:lnTo>
                  <a:lnTo>
                    <a:pt x="2605287" y="3194049"/>
                  </a:lnTo>
                  <a:lnTo>
                    <a:pt x="2605381" y="3194049"/>
                  </a:lnTo>
                  <a:lnTo>
                    <a:pt x="2605475" y="3194049"/>
                  </a:lnTo>
                  <a:lnTo>
                    <a:pt x="2605569" y="3194049"/>
                  </a:lnTo>
                  <a:lnTo>
                    <a:pt x="2606039" y="3194049"/>
                  </a:lnTo>
                  <a:lnTo>
                    <a:pt x="2606133" y="3194049"/>
                  </a:lnTo>
                  <a:lnTo>
                    <a:pt x="2606227" y="3194049"/>
                  </a:lnTo>
                  <a:lnTo>
                    <a:pt x="2606321" y="3194049"/>
                  </a:lnTo>
                  <a:lnTo>
                    <a:pt x="2606509" y="3194049"/>
                  </a:lnTo>
                  <a:lnTo>
                    <a:pt x="2606885" y="3194049"/>
                  </a:lnTo>
                  <a:lnTo>
                    <a:pt x="2607073" y="3194049"/>
                  </a:lnTo>
                  <a:lnTo>
                    <a:pt x="2607167" y="3194049"/>
                  </a:lnTo>
                  <a:lnTo>
                    <a:pt x="2607731" y="3194049"/>
                  </a:lnTo>
                  <a:lnTo>
                    <a:pt x="2607825" y="3194049"/>
                  </a:lnTo>
                  <a:lnTo>
                    <a:pt x="2608013" y="3194049"/>
                  </a:lnTo>
                  <a:lnTo>
                    <a:pt x="2608107" y="3194049"/>
                  </a:lnTo>
                  <a:lnTo>
                    <a:pt x="2608766" y="3194049"/>
                  </a:lnTo>
                  <a:lnTo>
                    <a:pt x="2608954" y="3194049"/>
                  </a:lnTo>
                  <a:lnTo>
                    <a:pt x="2609612" y="3194049"/>
                  </a:lnTo>
                  <a:lnTo>
                    <a:pt x="2609706" y="3194049"/>
                  </a:lnTo>
                  <a:lnTo>
                    <a:pt x="2609800" y="3194049"/>
                  </a:lnTo>
                  <a:lnTo>
                    <a:pt x="2610458" y="3183491"/>
                  </a:lnTo>
                  <a:lnTo>
                    <a:pt x="2610646" y="3183491"/>
                  </a:lnTo>
                  <a:lnTo>
                    <a:pt x="2610740" y="3183491"/>
                  </a:lnTo>
                  <a:lnTo>
                    <a:pt x="2611586" y="3183491"/>
                  </a:lnTo>
                  <a:lnTo>
                    <a:pt x="2611680" y="3183491"/>
                  </a:lnTo>
                  <a:lnTo>
                    <a:pt x="2611774" y="3183491"/>
                  </a:lnTo>
                  <a:lnTo>
                    <a:pt x="2611962" y="3183491"/>
                  </a:lnTo>
                  <a:lnTo>
                    <a:pt x="2612809" y="3183491"/>
                  </a:lnTo>
                  <a:lnTo>
                    <a:pt x="2612903" y="3183491"/>
                  </a:lnTo>
                  <a:lnTo>
                    <a:pt x="2613185" y="3183491"/>
                  </a:lnTo>
                  <a:lnTo>
                    <a:pt x="2613655" y="3172932"/>
                  </a:lnTo>
                  <a:lnTo>
                    <a:pt x="2613749" y="3172932"/>
                  </a:lnTo>
                  <a:lnTo>
                    <a:pt x="2613843" y="3172932"/>
                  </a:lnTo>
                  <a:lnTo>
                    <a:pt x="2614031" y="3172932"/>
                  </a:lnTo>
                  <a:lnTo>
                    <a:pt x="2614125" y="3172932"/>
                  </a:lnTo>
                  <a:lnTo>
                    <a:pt x="2614313" y="3172932"/>
                  </a:lnTo>
                  <a:lnTo>
                    <a:pt x="2614689" y="3172932"/>
                  </a:lnTo>
                  <a:lnTo>
                    <a:pt x="2614783" y="3172932"/>
                  </a:lnTo>
                  <a:lnTo>
                    <a:pt x="2614877" y="3172932"/>
                  </a:lnTo>
                  <a:lnTo>
                    <a:pt x="2615253" y="3172932"/>
                  </a:lnTo>
                  <a:lnTo>
                    <a:pt x="2615347" y="3172932"/>
                  </a:lnTo>
                  <a:lnTo>
                    <a:pt x="2615630" y="3172932"/>
                  </a:lnTo>
                  <a:lnTo>
                    <a:pt x="2615724" y="3172932"/>
                  </a:lnTo>
                  <a:lnTo>
                    <a:pt x="2615818" y="3172932"/>
                  </a:lnTo>
                  <a:lnTo>
                    <a:pt x="2615912" y="3172932"/>
                  </a:lnTo>
                  <a:lnTo>
                    <a:pt x="2616382" y="3172932"/>
                  </a:lnTo>
                  <a:lnTo>
                    <a:pt x="2616476" y="3172932"/>
                  </a:lnTo>
                  <a:lnTo>
                    <a:pt x="2616758" y="3172932"/>
                  </a:lnTo>
                  <a:lnTo>
                    <a:pt x="2616946" y="3172932"/>
                  </a:lnTo>
                  <a:lnTo>
                    <a:pt x="2617134" y="3172932"/>
                  </a:lnTo>
                  <a:lnTo>
                    <a:pt x="2617228" y="3172932"/>
                  </a:lnTo>
                  <a:lnTo>
                    <a:pt x="2617322" y="3172932"/>
                  </a:lnTo>
                  <a:lnTo>
                    <a:pt x="2617510" y="3172932"/>
                  </a:lnTo>
                  <a:lnTo>
                    <a:pt x="2617698" y="3172932"/>
                  </a:lnTo>
                  <a:lnTo>
                    <a:pt x="2617792" y="3172932"/>
                  </a:lnTo>
                  <a:lnTo>
                    <a:pt x="2617886" y="3172932"/>
                  </a:lnTo>
                  <a:lnTo>
                    <a:pt x="2618168" y="3172932"/>
                  </a:lnTo>
                  <a:lnTo>
                    <a:pt x="2618356" y="3172932"/>
                  </a:lnTo>
                  <a:lnTo>
                    <a:pt x="2618638" y="3172932"/>
                  </a:lnTo>
                  <a:lnTo>
                    <a:pt x="2618732" y="3172932"/>
                  </a:lnTo>
                  <a:lnTo>
                    <a:pt x="2618920" y="3172932"/>
                  </a:lnTo>
                  <a:lnTo>
                    <a:pt x="2619203" y="3172932"/>
                  </a:lnTo>
                  <a:lnTo>
                    <a:pt x="2619297" y="3172932"/>
                  </a:lnTo>
                  <a:lnTo>
                    <a:pt x="2619485" y="3172932"/>
                  </a:lnTo>
                  <a:lnTo>
                    <a:pt x="2619673" y="3172932"/>
                  </a:lnTo>
                  <a:lnTo>
                    <a:pt x="2619861" y="3172932"/>
                  </a:lnTo>
                  <a:lnTo>
                    <a:pt x="2619955" y="3172932"/>
                  </a:lnTo>
                  <a:lnTo>
                    <a:pt x="2620049" y="3172932"/>
                  </a:lnTo>
                  <a:lnTo>
                    <a:pt x="2620425" y="3172932"/>
                  </a:lnTo>
                  <a:lnTo>
                    <a:pt x="2620519" y="3167652"/>
                  </a:lnTo>
                  <a:lnTo>
                    <a:pt x="2620801" y="3167652"/>
                  </a:lnTo>
                  <a:lnTo>
                    <a:pt x="2621177" y="3167652"/>
                  </a:lnTo>
                  <a:lnTo>
                    <a:pt x="2621271" y="3167652"/>
                  </a:lnTo>
                  <a:lnTo>
                    <a:pt x="2621459" y="3167652"/>
                  </a:lnTo>
                  <a:lnTo>
                    <a:pt x="2621553" y="3167652"/>
                  </a:lnTo>
                  <a:lnTo>
                    <a:pt x="2621741" y="3167652"/>
                  </a:lnTo>
                  <a:lnTo>
                    <a:pt x="2621835" y="3167652"/>
                  </a:lnTo>
                  <a:lnTo>
                    <a:pt x="2622023" y="3167652"/>
                  </a:lnTo>
                  <a:lnTo>
                    <a:pt x="2622117" y="3167652"/>
                  </a:lnTo>
                  <a:lnTo>
                    <a:pt x="2622493" y="3167652"/>
                  </a:lnTo>
                  <a:lnTo>
                    <a:pt x="2622681" y="3167652"/>
                  </a:lnTo>
                  <a:lnTo>
                    <a:pt x="2622870" y="3167652"/>
                  </a:lnTo>
                  <a:lnTo>
                    <a:pt x="2623058" y="3167652"/>
                  </a:lnTo>
                  <a:lnTo>
                    <a:pt x="2623152" y="3167652"/>
                  </a:lnTo>
                  <a:lnTo>
                    <a:pt x="2623340" y="3167652"/>
                  </a:lnTo>
                  <a:lnTo>
                    <a:pt x="2623434" y="3167652"/>
                  </a:lnTo>
                  <a:lnTo>
                    <a:pt x="2623528" y="3167652"/>
                  </a:lnTo>
                  <a:lnTo>
                    <a:pt x="2623716" y="3167652"/>
                  </a:lnTo>
                  <a:lnTo>
                    <a:pt x="2623904" y="3167652"/>
                  </a:lnTo>
                  <a:lnTo>
                    <a:pt x="2624186" y="3167652"/>
                  </a:lnTo>
                  <a:lnTo>
                    <a:pt x="2624280" y="3167652"/>
                  </a:lnTo>
                  <a:lnTo>
                    <a:pt x="2624374" y="3167652"/>
                  </a:lnTo>
                  <a:lnTo>
                    <a:pt x="2624562" y="3167652"/>
                  </a:lnTo>
                  <a:lnTo>
                    <a:pt x="2624656" y="3167652"/>
                  </a:lnTo>
                  <a:lnTo>
                    <a:pt x="2624750" y="3167652"/>
                  </a:lnTo>
                  <a:lnTo>
                    <a:pt x="2629545" y="3151814"/>
                  </a:lnTo>
                  <a:lnTo>
                    <a:pt x="2629733" y="3151814"/>
                  </a:lnTo>
                  <a:lnTo>
                    <a:pt x="2629828" y="3151814"/>
                  </a:lnTo>
                  <a:lnTo>
                    <a:pt x="2630016" y="3151814"/>
                  </a:lnTo>
                  <a:lnTo>
                    <a:pt x="2630204" y="3151814"/>
                  </a:lnTo>
                  <a:lnTo>
                    <a:pt x="2630392" y="3151814"/>
                  </a:lnTo>
                  <a:lnTo>
                    <a:pt x="2630486" y="3151814"/>
                  </a:lnTo>
                  <a:lnTo>
                    <a:pt x="2630768" y="3151814"/>
                  </a:lnTo>
                  <a:lnTo>
                    <a:pt x="2630862" y="3151814"/>
                  </a:lnTo>
                  <a:lnTo>
                    <a:pt x="2630956" y="3151814"/>
                  </a:lnTo>
                  <a:lnTo>
                    <a:pt x="2631144" y="3151814"/>
                  </a:lnTo>
                  <a:lnTo>
                    <a:pt x="2631520" y="3151814"/>
                  </a:lnTo>
                  <a:lnTo>
                    <a:pt x="2631708" y="3151814"/>
                  </a:lnTo>
                  <a:lnTo>
                    <a:pt x="2632084" y="3151814"/>
                  </a:lnTo>
                  <a:lnTo>
                    <a:pt x="2632178" y="3151814"/>
                  </a:lnTo>
                  <a:lnTo>
                    <a:pt x="2632366" y="3151814"/>
                  </a:lnTo>
                  <a:lnTo>
                    <a:pt x="2632460" y="3151814"/>
                  </a:lnTo>
                  <a:lnTo>
                    <a:pt x="2632554" y="3151814"/>
                  </a:lnTo>
                  <a:lnTo>
                    <a:pt x="2632836" y="3151814"/>
                  </a:lnTo>
                  <a:lnTo>
                    <a:pt x="2632930" y="3151814"/>
                  </a:lnTo>
                  <a:lnTo>
                    <a:pt x="2633118" y="3151814"/>
                  </a:lnTo>
                  <a:lnTo>
                    <a:pt x="2633212" y="3151814"/>
                  </a:lnTo>
                  <a:lnTo>
                    <a:pt x="2633401" y="3146535"/>
                  </a:lnTo>
                  <a:lnTo>
                    <a:pt x="2633683" y="3146535"/>
                  </a:lnTo>
                  <a:lnTo>
                    <a:pt x="2633777" y="3146535"/>
                  </a:lnTo>
                  <a:lnTo>
                    <a:pt x="2633871" y="3146535"/>
                  </a:lnTo>
                  <a:lnTo>
                    <a:pt x="2634153" y="3146535"/>
                  </a:lnTo>
                  <a:lnTo>
                    <a:pt x="2634435" y="3146535"/>
                  </a:lnTo>
                  <a:lnTo>
                    <a:pt x="2634717" y="3146535"/>
                  </a:lnTo>
                  <a:lnTo>
                    <a:pt x="2634905" y="3146535"/>
                  </a:lnTo>
                  <a:lnTo>
                    <a:pt x="2634999" y="3146535"/>
                  </a:lnTo>
                  <a:lnTo>
                    <a:pt x="2635375" y="3146535"/>
                  </a:lnTo>
                  <a:lnTo>
                    <a:pt x="2635657" y="3146535"/>
                  </a:lnTo>
                  <a:lnTo>
                    <a:pt x="2635845" y="3146535"/>
                  </a:lnTo>
                  <a:lnTo>
                    <a:pt x="2635939" y="3146535"/>
                  </a:lnTo>
                  <a:lnTo>
                    <a:pt x="2636691" y="3146535"/>
                  </a:lnTo>
                  <a:lnTo>
                    <a:pt x="2636880" y="3146535"/>
                  </a:lnTo>
                  <a:lnTo>
                    <a:pt x="2636974" y="3146535"/>
                  </a:lnTo>
                  <a:lnTo>
                    <a:pt x="2637256" y="3146535"/>
                  </a:lnTo>
                  <a:lnTo>
                    <a:pt x="2637726" y="3146535"/>
                  </a:lnTo>
                  <a:lnTo>
                    <a:pt x="2637914" y="3146535"/>
                  </a:lnTo>
                  <a:lnTo>
                    <a:pt x="2638102" y="3146535"/>
                  </a:lnTo>
                  <a:lnTo>
                    <a:pt x="2638666" y="3146535"/>
                  </a:lnTo>
                  <a:lnTo>
                    <a:pt x="2638854" y="3146535"/>
                  </a:lnTo>
                  <a:lnTo>
                    <a:pt x="2638948" y="3146535"/>
                  </a:lnTo>
                  <a:lnTo>
                    <a:pt x="2639136" y="3146535"/>
                  </a:lnTo>
                  <a:lnTo>
                    <a:pt x="2639230" y="3146535"/>
                  </a:lnTo>
                  <a:lnTo>
                    <a:pt x="2639324" y="3146535"/>
                  </a:lnTo>
                  <a:lnTo>
                    <a:pt x="2639512" y="3146535"/>
                  </a:lnTo>
                  <a:lnTo>
                    <a:pt x="2639606" y="3146535"/>
                  </a:lnTo>
                  <a:lnTo>
                    <a:pt x="2639888" y="3146535"/>
                  </a:lnTo>
                  <a:lnTo>
                    <a:pt x="2640076" y="3146535"/>
                  </a:lnTo>
                  <a:lnTo>
                    <a:pt x="2640264" y="3146535"/>
                  </a:lnTo>
                  <a:lnTo>
                    <a:pt x="2640829" y="3146535"/>
                  </a:lnTo>
                  <a:lnTo>
                    <a:pt x="2641299" y="3146535"/>
                  </a:lnTo>
                  <a:lnTo>
                    <a:pt x="2641393" y="3146535"/>
                  </a:lnTo>
                  <a:lnTo>
                    <a:pt x="2641487" y="3146535"/>
                  </a:lnTo>
                  <a:lnTo>
                    <a:pt x="2642051" y="3146535"/>
                  </a:lnTo>
                  <a:lnTo>
                    <a:pt x="2642333" y="3146535"/>
                  </a:lnTo>
                  <a:lnTo>
                    <a:pt x="2642427" y="3146535"/>
                  </a:lnTo>
                  <a:lnTo>
                    <a:pt x="2642521" y="3146535"/>
                  </a:lnTo>
                  <a:lnTo>
                    <a:pt x="2642897" y="3141255"/>
                  </a:lnTo>
                  <a:lnTo>
                    <a:pt x="2643273" y="3141255"/>
                  </a:lnTo>
                  <a:lnTo>
                    <a:pt x="2643649" y="3141255"/>
                  </a:lnTo>
                  <a:lnTo>
                    <a:pt x="2643837" y="3141255"/>
                  </a:lnTo>
                  <a:lnTo>
                    <a:pt x="2643931" y="3141255"/>
                  </a:lnTo>
                  <a:lnTo>
                    <a:pt x="2644026" y="3141255"/>
                  </a:lnTo>
                  <a:lnTo>
                    <a:pt x="2644308" y="3141255"/>
                  </a:lnTo>
                  <a:lnTo>
                    <a:pt x="2644402" y="3141255"/>
                  </a:lnTo>
                  <a:lnTo>
                    <a:pt x="2644590" y="3141255"/>
                  </a:lnTo>
                  <a:lnTo>
                    <a:pt x="2644684" y="3141255"/>
                  </a:lnTo>
                  <a:lnTo>
                    <a:pt x="2644778" y="3141255"/>
                  </a:lnTo>
                  <a:lnTo>
                    <a:pt x="2644872" y="3141255"/>
                  </a:lnTo>
                  <a:lnTo>
                    <a:pt x="2646000" y="3141255"/>
                  </a:lnTo>
                  <a:lnTo>
                    <a:pt x="2646282" y="3141255"/>
                  </a:lnTo>
                  <a:lnTo>
                    <a:pt x="2646376" y="3141255"/>
                  </a:lnTo>
                  <a:lnTo>
                    <a:pt x="2646470" y="3141255"/>
                  </a:lnTo>
                  <a:lnTo>
                    <a:pt x="2646470" y="3135976"/>
                  </a:lnTo>
                  <a:lnTo>
                    <a:pt x="2646940" y="3135976"/>
                  </a:lnTo>
                  <a:lnTo>
                    <a:pt x="2647128" y="3135976"/>
                  </a:lnTo>
                  <a:lnTo>
                    <a:pt x="2647222" y="3135976"/>
                  </a:lnTo>
                  <a:lnTo>
                    <a:pt x="2647316" y="3135976"/>
                  </a:lnTo>
                  <a:lnTo>
                    <a:pt x="2647693" y="3135976"/>
                  </a:lnTo>
                  <a:lnTo>
                    <a:pt x="2647787" y="3135976"/>
                  </a:lnTo>
                  <a:lnTo>
                    <a:pt x="2647881" y="3135976"/>
                  </a:lnTo>
                  <a:lnTo>
                    <a:pt x="2647975" y="3135976"/>
                  </a:lnTo>
                  <a:lnTo>
                    <a:pt x="2648069" y="3135976"/>
                  </a:lnTo>
                  <a:lnTo>
                    <a:pt x="2648821" y="3135976"/>
                  </a:lnTo>
                  <a:lnTo>
                    <a:pt x="2648915" y="3135976"/>
                  </a:lnTo>
                  <a:lnTo>
                    <a:pt x="2649009" y="3135976"/>
                  </a:lnTo>
                  <a:lnTo>
                    <a:pt x="2649103" y="3135976"/>
                  </a:lnTo>
                  <a:lnTo>
                    <a:pt x="2649291" y="3135976"/>
                  </a:lnTo>
                  <a:lnTo>
                    <a:pt x="2649385" y="3135976"/>
                  </a:lnTo>
                  <a:lnTo>
                    <a:pt x="2649479" y="3135976"/>
                  </a:lnTo>
                  <a:lnTo>
                    <a:pt x="2649667" y="3135976"/>
                  </a:lnTo>
                  <a:lnTo>
                    <a:pt x="2649761" y="3135976"/>
                  </a:lnTo>
                  <a:lnTo>
                    <a:pt x="2649949" y="3135976"/>
                  </a:lnTo>
                  <a:lnTo>
                    <a:pt x="2650043" y="3135976"/>
                  </a:lnTo>
                  <a:lnTo>
                    <a:pt x="2650419" y="3135976"/>
                  </a:lnTo>
                  <a:lnTo>
                    <a:pt x="2650513" y="3135976"/>
                  </a:lnTo>
                  <a:lnTo>
                    <a:pt x="2650607" y="3135976"/>
                  </a:lnTo>
                  <a:lnTo>
                    <a:pt x="2650701" y="3135976"/>
                  </a:lnTo>
                  <a:lnTo>
                    <a:pt x="2650795" y="3135976"/>
                  </a:lnTo>
                  <a:lnTo>
                    <a:pt x="2650889" y="3135976"/>
                  </a:lnTo>
                  <a:lnTo>
                    <a:pt x="2651172" y="3135976"/>
                  </a:lnTo>
                  <a:lnTo>
                    <a:pt x="2651266" y="3135976"/>
                  </a:lnTo>
                  <a:lnTo>
                    <a:pt x="2651360" y="3135976"/>
                  </a:lnTo>
                  <a:lnTo>
                    <a:pt x="2651548" y="3135976"/>
                  </a:lnTo>
                  <a:lnTo>
                    <a:pt x="2652018" y="3135976"/>
                  </a:lnTo>
                  <a:lnTo>
                    <a:pt x="2652206" y="3135976"/>
                  </a:lnTo>
                  <a:lnTo>
                    <a:pt x="2652488" y="3135976"/>
                  </a:lnTo>
                  <a:lnTo>
                    <a:pt x="2652582" y="3135976"/>
                  </a:lnTo>
                  <a:lnTo>
                    <a:pt x="2652770" y="3135976"/>
                  </a:lnTo>
                  <a:lnTo>
                    <a:pt x="2652864" y="3135976"/>
                  </a:lnTo>
                  <a:lnTo>
                    <a:pt x="2653146" y="3135976"/>
                  </a:lnTo>
                  <a:lnTo>
                    <a:pt x="2653146" y="3130696"/>
                  </a:lnTo>
                  <a:lnTo>
                    <a:pt x="2653428" y="3130696"/>
                  </a:lnTo>
                  <a:lnTo>
                    <a:pt x="2653522" y="3130696"/>
                  </a:lnTo>
                  <a:lnTo>
                    <a:pt x="2653710" y="3125417"/>
                  </a:lnTo>
                  <a:lnTo>
                    <a:pt x="2654086" y="3125417"/>
                  </a:lnTo>
                  <a:lnTo>
                    <a:pt x="2654180" y="3125417"/>
                  </a:lnTo>
                  <a:lnTo>
                    <a:pt x="2654274" y="3125417"/>
                  </a:lnTo>
                  <a:lnTo>
                    <a:pt x="2654933" y="3120138"/>
                  </a:lnTo>
                  <a:lnTo>
                    <a:pt x="2655027" y="3120138"/>
                  </a:lnTo>
                  <a:lnTo>
                    <a:pt x="2655309" y="3114858"/>
                  </a:lnTo>
                  <a:lnTo>
                    <a:pt x="2656155" y="3109579"/>
                  </a:lnTo>
                  <a:lnTo>
                    <a:pt x="2656343" y="3109579"/>
                  </a:lnTo>
                  <a:lnTo>
                    <a:pt x="2656437" y="3109579"/>
                  </a:lnTo>
                  <a:lnTo>
                    <a:pt x="2656907" y="3109579"/>
                  </a:lnTo>
                  <a:lnTo>
                    <a:pt x="2657565" y="3109579"/>
                  </a:lnTo>
                  <a:lnTo>
                    <a:pt x="2657753" y="3109579"/>
                  </a:lnTo>
                  <a:lnTo>
                    <a:pt x="2658318" y="3104299"/>
                  </a:lnTo>
                  <a:lnTo>
                    <a:pt x="2658506" y="3104299"/>
                  </a:lnTo>
                  <a:lnTo>
                    <a:pt x="2658788" y="3104299"/>
                  </a:lnTo>
                  <a:lnTo>
                    <a:pt x="2659258" y="3104299"/>
                  </a:lnTo>
                  <a:lnTo>
                    <a:pt x="2659446" y="3104299"/>
                  </a:lnTo>
                  <a:lnTo>
                    <a:pt x="2659540" y="3104299"/>
                  </a:lnTo>
                  <a:lnTo>
                    <a:pt x="2659728" y="3104299"/>
                  </a:lnTo>
                  <a:lnTo>
                    <a:pt x="2659822" y="3104299"/>
                  </a:lnTo>
                  <a:lnTo>
                    <a:pt x="2660104" y="3104299"/>
                  </a:lnTo>
                  <a:lnTo>
                    <a:pt x="2660292" y="3104299"/>
                  </a:lnTo>
                  <a:lnTo>
                    <a:pt x="2660386" y="3104299"/>
                  </a:lnTo>
                  <a:lnTo>
                    <a:pt x="2660762" y="3104299"/>
                  </a:lnTo>
                  <a:lnTo>
                    <a:pt x="2661326" y="3104299"/>
                  </a:lnTo>
                  <a:lnTo>
                    <a:pt x="2661326" y="3099020"/>
                  </a:lnTo>
                  <a:lnTo>
                    <a:pt x="2661420" y="3099020"/>
                  </a:lnTo>
                  <a:lnTo>
                    <a:pt x="2661608" y="3099020"/>
                  </a:lnTo>
                  <a:lnTo>
                    <a:pt x="2661797" y="3099020"/>
                  </a:lnTo>
                  <a:lnTo>
                    <a:pt x="2662267" y="3099020"/>
                  </a:lnTo>
                  <a:lnTo>
                    <a:pt x="2662455" y="3099020"/>
                  </a:lnTo>
                  <a:lnTo>
                    <a:pt x="2662549" y="3099020"/>
                  </a:lnTo>
                  <a:lnTo>
                    <a:pt x="2662737" y="3099020"/>
                  </a:lnTo>
                  <a:lnTo>
                    <a:pt x="2662831" y="3099020"/>
                  </a:lnTo>
                  <a:lnTo>
                    <a:pt x="2662925" y="3099020"/>
                  </a:lnTo>
                  <a:lnTo>
                    <a:pt x="2663019" y="3099020"/>
                  </a:lnTo>
                  <a:lnTo>
                    <a:pt x="2663113" y="3099020"/>
                  </a:lnTo>
                  <a:lnTo>
                    <a:pt x="2663207" y="3099020"/>
                  </a:lnTo>
                  <a:lnTo>
                    <a:pt x="2663301" y="3099020"/>
                  </a:lnTo>
                  <a:lnTo>
                    <a:pt x="2663395" y="3099020"/>
                  </a:lnTo>
                  <a:lnTo>
                    <a:pt x="2663489" y="3099020"/>
                  </a:lnTo>
                  <a:lnTo>
                    <a:pt x="2663677" y="3099020"/>
                  </a:lnTo>
                  <a:lnTo>
                    <a:pt x="2663865" y="3099020"/>
                  </a:lnTo>
                  <a:lnTo>
                    <a:pt x="2664053" y="3093740"/>
                  </a:lnTo>
                  <a:lnTo>
                    <a:pt x="2664335" y="3093740"/>
                  </a:lnTo>
                  <a:lnTo>
                    <a:pt x="2664523" y="3093740"/>
                  </a:lnTo>
                  <a:lnTo>
                    <a:pt x="2664993" y="3093740"/>
                  </a:lnTo>
                  <a:lnTo>
                    <a:pt x="2665276" y="3093740"/>
                  </a:lnTo>
                  <a:lnTo>
                    <a:pt x="2665840" y="3093740"/>
                  </a:lnTo>
                  <a:lnTo>
                    <a:pt x="2666028" y="3093740"/>
                  </a:lnTo>
                  <a:lnTo>
                    <a:pt x="2666122" y="3093740"/>
                  </a:lnTo>
                  <a:lnTo>
                    <a:pt x="2666686" y="3093740"/>
                  </a:lnTo>
                  <a:lnTo>
                    <a:pt x="2666968" y="3093740"/>
                  </a:lnTo>
                  <a:lnTo>
                    <a:pt x="2667062" y="3093740"/>
                  </a:lnTo>
                  <a:lnTo>
                    <a:pt x="2667156" y="3093740"/>
                  </a:lnTo>
                  <a:lnTo>
                    <a:pt x="2667250" y="3093740"/>
                  </a:lnTo>
                  <a:lnTo>
                    <a:pt x="2667344" y="3093740"/>
                  </a:lnTo>
                  <a:lnTo>
                    <a:pt x="2668378" y="3093740"/>
                  </a:lnTo>
                  <a:lnTo>
                    <a:pt x="2668566" y="3093740"/>
                  </a:lnTo>
                  <a:lnTo>
                    <a:pt x="2668849" y="3093740"/>
                  </a:lnTo>
                  <a:lnTo>
                    <a:pt x="2668943" y="3093740"/>
                  </a:lnTo>
                  <a:lnTo>
                    <a:pt x="2669037" y="3093740"/>
                  </a:lnTo>
                  <a:lnTo>
                    <a:pt x="2669131" y="3093740"/>
                  </a:lnTo>
                  <a:lnTo>
                    <a:pt x="2669883" y="3093740"/>
                  </a:lnTo>
                  <a:lnTo>
                    <a:pt x="2669977" y="3093740"/>
                  </a:lnTo>
                  <a:lnTo>
                    <a:pt x="2670259" y="3093740"/>
                  </a:lnTo>
                  <a:lnTo>
                    <a:pt x="2670353" y="3093740"/>
                  </a:lnTo>
                  <a:lnTo>
                    <a:pt x="2670635" y="3093740"/>
                  </a:lnTo>
                  <a:lnTo>
                    <a:pt x="2670917" y="3093740"/>
                  </a:lnTo>
                  <a:lnTo>
                    <a:pt x="2671387" y="3093740"/>
                  </a:lnTo>
                  <a:lnTo>
                    <a:pt x="2671575" y="3093740"/>
                  </a:lnTo>
                  <a:lnTo>
                    <a:pt x="2671763" y="3093740"/>
                  </a:lnTo>
                  <a:lnTo>
                    <a:pt x="2671951" y="3093740"/>
                  </a:lnTo>
                  <a:lnTo>
                    <a:pt x="2672139" y="3093740"/>
                  </a:lnTo>
                  <a:lnTo>
                    <a:pt x="2672328" y="3093740"/>
                  </a:lnTo>
                  <a:lnTo>
                    <a:pt x="2672986" y="3093740"/>
                  </a:lnTo>
                  <a:lnTo>
                    <a:pt x="2673456" y="3088461"/>
                  </a:lnTo>
                  <a:lnTo>
                    <a:pt x="2673550" y="3088461"/>
                  </a:lnTo>
                  <a:lnTo>
                    <a:pt x="2673644" y="3088461"/>
                  </a:lnTo>
                  <a:lnTo>
                    <a:pt x="2674208" y="3088461"/>
                  </a:lnTo>
                  <a:lnTo>
                    <a:pt x="2674302" y="3088461"/>
                  </a:lnTo>
                  <a:lnTo>
                    <a:pt x="2674396" y="3088461"/>
                  </a:lnTo>
                  <a:lnTo>
                    <a:pt x="2674678" y="3088461"/>
                  </a:lnTo>
                  <a:lnTo>
                    <a:pt x="2675148" y="3088461"/>
                  </a:lnTo>
                  <a:lnTo>
                    <a:pt x="2675242" y="3088461"/>
                  </a:lnTo>
                  <a:lnTo>
                    <a:pt x="2675524" y="3088461"/>
                  </a:lnTo>
                  <a:lnTo>
                    <a:pt x="2675618" y="3088461"/>
                  </a:lnTo>
                  <a:lnTo>
                    <a:pt x="2675712" y="3083182"/>
                  </a:lnTo>
                  <a:lnTo>
                    <a:pt x="2675806" y="3083182"/>
                  </a:lnTo>
                  <a:lnTo>
                    <a:pt x="2675995" y="3083182"/>
                  </a:lnTo>
                  <a:lnTo>
                    <a:pt x="2676465" y="3083182"/>
                  </a:lnTo>
                  <a:lnTo>
                    <a:pt x="2676653" y="3083182"/>
                  </a:lnTo>
                  <a:lnTo>
                    <a:pt x="2676747" y="3083182"/>
                  </a:lnTo>
                  <a:lnTo>
                    <a:pt x="2676841" y="3083182"/>
                  </a:lnTo>
                  <a:lnTo>
                    <a:pt x="2677217" y="3083182"/>
                  </a:lnTo>
                  <a:lnTo>
                    <a:pt x="2677311" y="3083182"/>
                  </a:lnTo>
                  <a:lnTo>
                    <a:pt x="2677405" y="3083182"/>
                  </a:lnTo>
                  <a:lnTo>
                    <a:pt x="2678345" y="3083182"/>
                  </a:lnTo>
                  <a:lnTo>
                    <a:pt x="2678439" y="3083182"/>
                  </a:lnTo>
                  <a:lnTo>
                    <a:pt x="2678815" y="3083182"/>
                  </a:lnTo>
                  <a:lnTo>
                    <a:pt x="2679097" y="3083182"/>
                  </a:lnTo>
                  <a:lnTo>
                    <a:pt x="2679285" y="3083182"/>
                  </a:lnTo>
                  <a:lnTo>
                    <a:pt x="2679379" y="3083182"/>
                  </a:lnTo>
                  <a:lnTo>
                    <a:pt x="2679662" y="3083182"/>
                  </a:lnTo>
                  <a:lnTo>
                    <a:pt x="2679850" y="3083182"/>
                  </a:lnTo>
                  <a:lnTo>
                    <a:pt x="2680038" y="3083182"/>
                  </a:lnTo>
                  <a:lnTo>
                    <a:pt x="2680320" y="3083182"/>
                  </a:lnTo>
                  <a:lnTo>
                    <a:pt x="2680414" y="3083182"/>
                  </a:lnTo>
                  <a:lnTo>
                    <a:pt x="2680508" y="3083182"/>
                  </a:lnTo>
                  <a:lnTo>
                    <a:pt x="2680978" y="3083182"/>
                  </a:lnTo>
                  <a:lnTo>
                    <a:pt x="2681072" y="3083182"/>
                  </a:lnTo>
                  <a:lnTo>
                    <a:pt x="2681354" y="3083182"/>
                  </a:lnTo>
                  <a:lnTo>
                    <a:pt x="2681542" y="3083182"/>
                  </a:lnTo>
                  <a:lnTo>
                    <a:pt x="2681636" y="3083182"/>
                  </a:lnTo>
                  <a:lnTo>
                    <a:pt x="2682012" y="3083182"/>
                  </a:lnTo>
                  <a:lnTo>
                    <a:pt x="2682482" y="3083182"/>
                  </a:lnTo>
                  <a:lnTo>
                    <a:pt x="2682576" y="3083182"/>
                  </a:lnTo>
                  <a:lnTo>
                    <a:pt x="2683047" y="3083182"/>
                  </a:lnTo>
                  <a:lnTo>
                    <a:pt x="2683141" y="3083182"/>
                  </a:lnTo>
                  <a:lnTo>
                    <a:pt x="2683235" y="3083182"/>
                  </a:lnTo>
                  <a:lnTo>
                    <a:pt x="2683329" y="3083182"/>
                  </a:lnTo>
                  <a:lnTo>
                    <a:pt x="2683705" y="3083182"/>
                  </a:lnTo>
                  <a:lnTo>
                    <a:pt x="2683799" y="3083182"/>
                  </a:lnTo>
                  <a:lnTo>
                    <a:pt x="2683893" y="3083182"/>
                  </a:lnTo>
                  <a:lnTo>
                    <a:pt x="2684175" y="3083182"/>
                  </a:lnTo>
                  <a:lnTo>
                    <a:pt x="2685115" y="3083182"/>
                  </a:lnTo>
                  <a:lnTo>
                    <a:pt x="2685397" y="3083182"/>
                  </a:lnTo>
                  <a:lnTo>
                    <a:pt x="2685679" y="3083182"/>
                  </a:lnTo>
                  <a:lnTo>
                    <a:pt x="2685867" y="3083182"/>
                  </a:lnTo>
                  <a:lnTo>
                    <a:pt x="2686055" y="3083182"/>
                  </a:lnTo>
                  <a:lnTo>
                    <a:pt x="2686149" y="3083182"/>
                  </a:lnTo>
                  <a:lnTo>
                    <a:pt x="2686620" y="3083182"/>
                  </a:lnTo>
                  <a:lnTo>
                    <a:pt x="2686996" y="3083182"/>
                  </a:lnTo>
                  <a:lnTo>
                    <a:pt x="2687090" y="3083182"/>
                  </a:lnTo>
                  <a:lnTo>
                    <a:pt x="2687184" y="3083182"/>
                  </a:lnTo>
                  <a:lnTo>
                    <a:pt x="2687372" y="3083182"/>
                  </a:lnTo>
                  <a:lnTo>
                    <a:pt x="2687560" y="3083182"/>
                  </a:lnTo>
                  <a:lnTo>
                    <a:pt x="2687654" y="3083182"/>
                  </a:lnTo>
                  <a:lnTo>
                    <a:pt x="2687842" y="3083182"/>
                  </a:lnTo>
                  <a:lnTo>
                    <a:pt x="2688124" y="3083182"/>
                  </a:lnTo>
                  <a:lnTo>
                    <a:pt x="2688218" y="3083182"/>
                  </a:lnTo>
                  <a:lnTo>
                    <a:pt x="2688312" y="3083182"/>
                  </a:lnTo>
                  <a:lnTo>
                    <a:pt x="2688406" y="3083182"/>
                  </a:lnTo>
                  <a:lnTo>
                    <a:pt x="2689910" y="3083182"/>
                  </a:lnTo>
                  <a:lnTo>
                    <a:pt x="2690193" y="3083182"/>
                  </a:lnTo>
                  <a:lnTo>
                    <a:pt x="2690287" y="3083182"/>
                  </a:lnTo>
                  <a:lnTo>
                    <a:pt x="2690381" y="3083182"/>
                  </a:lnTo>
                  <a:lnTo>
                    <a:pt x="2690475" y="3083182"/>
                  </a:lnTo>
                  <a:lnTo>
                    <a:pt x="2690945" y="3083182"/>
                  </a:lnTo>
                  <a:lnTo>
                    <a:pt x="2691039" y="3083182"/>
                  </a:lnTo>
                  <a:lnTo>
                    <a:pt x="2691227" y="3083182"/>
                  </a:lnTo>
                  <a:lnTo>
                    <a:pt x="2691321" y="3083182"/>
                  </a:lnTo>
                  <a:lnTo>
                    <a:pt x="2691415" y="3083182"/>
                  </a:lnTo>
                  <a:lnTo>
                    <a:pt x="2691697" y="3083182"/>
                  </a:lnTo>
                  <a:lnTo>
                    <a:pt x="2691979" y="3083182"/>
                  </a:lnTo>
                  <a:lnTo>
                    <a:pt x="2692825" y="3083182"/>
                  </a:lnTo>
                  <a:lnTo>
                    <a:pt x="2693013" y="3083182"/>
                  </a:lnTo>
                  <a:lnTo>
                    <a:pt x="2693201" y="3083182"/>
                  </a:lnTo>
                  <a:lnTo>
                    <a:pt x="2693295" y="3083182"/>
                  </a:lnTo>
                  <a:lnTo>
                    <a:pt x="2694236" y="3083182"/>
                  </a:lnTo>
                  <a:lnTo>
                    <a:pt x="2694330" y="3083182"/>
                  </a:lnTo>
                  <a:lnTo>
                    <a:pt x="2694518" y="3083182"/>
                  </a:lnTo>
                  <a:lnTo>
                    <a:pt x="2694706" y="3083182"/>
                  </a:lnTo>
                  <a:lnTo>
                    <a:pt x="2694988" y="3083182"/>
                  </a:lnTo>
                  <a:lnTo>
                    <a:pt x="2695270" y="3083182"/>
                  </a:lnTo>
                  <a:lnTo>
                    <a:pt x="2695364" y="3083182"/>
                  </a:lnTo>
                  <a:lnTo>
                    <a:pt x="2695458" y="3083182"/>
                  </a:lnTo>
                  <a:lnTo>
                    <a:pt x="2695740" y="3083182"/>
                  </a:lnTo>
                  <a:lnTo>
                    <a:pt x="2695834" y="3083182"/>
                  </a:lnTo>
                  <a:lnTo>
                    <a:pt x="2696210" y="3083182"/>
                  </a:lnTo>
                  <a:lnTo>
                    <a:pt x="2696586" y="3083182"/>
                  </a:lnTo>
                  <a:lnTo>
                    <a:pt x="2696680" y="3083182"/>
                  </a:lnTo>
                  <a:lnTo>
                    <a:pt x="2697151" y="3083182"/>
                  </a:lnTo>
                  <a:lnTo>
                    <a:pt x="2697621" y="3083182"/>
                  </a:lnTo>
                  <a:lnTo>
                    <a:pt x="2697715" y="3083182"/>
                  </a:lnTo>
                  <a:lnTo>
                    <a:pt x="2697997" y="3083182"/>
                  </a:lnTo>
                  <a:lnTo>
                    <a:pt x="2698185" y="3083182"/>
                  </a:lnTo>
                  <a:lnTo>
                    <a:pt x="2698467" y="3083182"/>
                  </a:lnTo>
                  <a:lnTo>
                    <a:pt x="2698561" y="3083182"/>
                  </a:lnTo>
                  <a:lnTo>
                    <a:pt x="2698655" y="3083182"/>
                  </a:lnTo>
                  <a:lnTo>
                    <a:pt x="2698843" y="3083182"/>
                  </a:lnTo>
                  <a:lnTo>
                    <a:pt x="2699031" y="3083182"/>
                  </a:lnTo>
                  <a:lnTo>
                    <a:pt x="2699219" y="3083182"/>
                  </a:lnTo>
                  <a:lnTo>
                    <a:pt x="2699595" y="3083182"/>
                  </a:lnTo>
                  <a:lnTo>
                    <a:pt x="2699689" y="3083182"/>
                  </a:lnTo>
                  <a:lnTo>
                    <a:pt x="2700065" y="3083182"/>
                  </a:lnTo>
                  <a:lnTo>
                    <a:pt x="2700159" y="3083182"/>
                  </a:lnTo>
                  <a:lnTo>
                    <a:pt x="2700535" y="3083182"/>
                  </a:lnTo>
                  <a:lnTo>
                    <a:pt x="2700724" y="3083182"/>
                  </a:lnTo>
                  <a:lnTo>
                    <a:pt x="2701006" y="3083182"/>
                  </a:lnTo>
                  <a:lnTo>
                    <a:pt x="2701194" y="3083182"/>
                  </a:lnTo>
                  <a:lnTo>
                    <a:pt x="2701382" y="3083182"/>
                  </a:lnTo>
                  <a:lnTo>
                    <a:pt x="2701476" y="3083182"/>
                  </a:lnTo>
                  <a:lnTo>
                    <a:pt x="2701664" y="3083182"/>
                  </a:lnTo>
                  <a:lnTo>
                    <a:pt x="2701758" y="3083182"/>
                  </a:lnTo>
                  <a:lnTo>
                    <a:pt x="2701852" y="3083182"/>
                  </a:lnTo>
                  <a:lnTo>
                    <a:pt x="2701946" y="3083182"/>
                  </a:lnTo>
                  <a:lnTo>
                    <a:pt x="2702228" y="3077902"/>
                  </a:lnTo>
                  <a:lnTo>
                    <a:pt x="2702416" y="3077902"/>
                  </a:lnTo>
                  <a:lnTo>
                    <a:pt x="2703074" y="3077902"/>
                  </a:lnTo>
                  <a:lnTo>
                    <a:pt x="2703168" y="3077902"/>
                  </a:lnTo>
                  <a:lnTo>
                    <a:pt x="2703262" y="3077902"/>
                  </a:lnTo>
                  <a:lnTo>
                    <a:pt x="2703356" y="3077902"/>
                  </a:lnTo>
                  <a:lnTo>
                    <a:pt x="2703638" y="3077902"/>
                  </a:lnTo>
                  <a:lnTo>
                    <a:pt x="2703732" y="3077902"/>
                  </a:lnTo>
                  <a:lnTo>
                    <a:pt x="2704108" y="3077902"/>
                  </a:lnTo>
                  <a:lnTo>
                    <a:pt x="2704203" y="3077902"/>
                  </a:lnTo>
                  <a:lnTo>
                    <a:pt x="2704485" y="3077902"/>
                  </a:lnTo>
                  <a:lnTo>
                    <a:pt x="2704673" y="3077902"/>
                  </a:lnTo>
                  <a:lnTo>
                    <a:pt x="2704861" y="3077902"/>
                  </a:lnTo>
                  <a:lnTo>
                    <a:pt x="2704861" y="3072623"/>
                  </a:lnTo>
                  <a:lnTo>
                    <a:pt x="2704955" y="3072623"/>
                  </a:lnTo>
                  <a:lnTo>
                    <a:pt x="2705237" y="3072623"/>
                  </a:lnTo>
                  <a:lnTo>
                    <a:pt x="2705425" y="3072623"/>
                  </a:lnTo>
                  <a:lnTo>
                    <a:pt x="2705707" y="3072623"/>
                  </a:lnTo>
                  <a:lnTo>
                    <a:pt x="2705895" y="3072623"/>
                  </a:lnTo>
                  <a:lnTo>
                    <a:pt x="2706083" y="3072623"/>
                  </a:lnTo>
                  <a:lnTo>
                    <a:pt x="2706177" y="3072623"/>
                  </a:lnTo>
                  <a:lnTo>
                    <a:pt x="2706647" y="3072623"/>
                  </a:lnTo>
                  <a:lnTo>
                    <a:pt x="2706741" y="3072623"/>
                  </a:lnTo>
                  <a:lnTo>
                    <a:pt x="2706835" y="3072623"/>
                  </a:lnTo>
                  <a:lnTo>
                    <a:pt x="2706929" y="3072623"/>
                  </a:lnTo>
                  <a:lnTo>
                    <a:pt x="2707117" y="3072623"/>
                  </a:lnTo>
                  <a:lnTo>
                    <a:pt x="2707305" y="3072623"/>
                  </a:lnTo>
                  <a:lnTo>
                    <a:pt x="2707399" y="3072623"/>
                  </a:lnTo>
                  <a:lnTo>
                    <a:pt x="2707776" y="3072623"/>
                  </a:lnTo>
                  <a:lnTo>
                    <a:pt x="2707964" y="3072623"/>
                  </a:lnTo>
                  <a:lnTo>
                    <a:pt x="2708246" y="3072623"/>
                  </a:lnTo>
                  <a:lnTo>
                    <a:pt x="2708434" y="3072623"/>
                  </a:lnTo>
                  <a:lnTo>
                    <a:pt x="2708528" y="3072623"/>
                  </a:lnTo>
                  <a:lnTo>
                    <a:pt x="2708622" y="3072623"/>
                  </a:lnTo>
                  <a:lnTo>
                    <a:pt x="2708716" y="3072623"/>
                  </a:lnTo>
                  <a:lnTo>
                    <a:pt x="2708810" y="3072623"/>
                  </a:lnTo>
                  <a:lnTo>
                    <a:pt x="2709092" y="3072623"/>
                  </a:lnTo>
                  <a:lnTo>
                    <a:pt x="2709468" y="3072623"/>
                  </a:lnTo>
                  <a:lnTo>
                    <a:pt x="2709562" y="3072623"/>
                  </a:lnTo>
                  <a:lnTo>
                    <a:pt x="2709938" y="3072623"/>
                  </a:lnTo>
                  <a:lnTo>
                    <a:pt x="2710032" y="3072623"/>
                  </a:lnTo>
                  <a:lnTo>
                    <a:pt x="2710220" y="3072623"/>
                  </a:lnTo>
                  <a:lnTo>
                    <a:pt x="2710408" y="3072623"/>
                  </a:lnTo>
                  <a:lnTo>
                    <a:pt x="2710502" y="3067343"/>
                  </a:lnTo>
                  <a:lnTo>
                    <a:pt x="2710878" y="3067343"/>
                  </a:lnTo>
                  <a:lnTo>
                    <a:pt x="2711254" y="3067343"/>
                  </a:lnTo>
                  <a:lnTo>
                    <a:pt x="2711443" y="3067343"/>
                  </a:lnTo>
                  <a:lnTo>
                    <a:pt x="2711537" y="3067343"/>
                  </a:lnTo>
                  <a:lnTo>
                    <a:pt x="2711631" y="3067343"/>
                  </a:lnTo>
                  <a:lnTo>
                    <a:pt x="2711819" y="3067343"/>
                  </a:lnTo>
                  <a:lnTo>
                    <a:pt x="2711913" y="3067343"/>
                  </a:lnTo>
                  <a:lnTo>
                    <a:pt x="2712195" y="3067343"/>
                  </a:lnTo>
                  <a:lnTo>
                    <a:pt x="2712289" y="3067343"/>
                  </a:lnTo>
                  <a:lnTo>
                    <a:pt x="2712759" y="3067343"/>
                  </a:lnTo>
                  <a:lnTo>
                    <a:pt x="2712853" y="3067343"/>
                  </a:lnTo>
                  <a:lnTo>
                    <a:pt x="2713135" y="3067343"/>
                  </a:lnTo>
                  <a:lnTo>
                    <a:pt x="2713229" y="3067343"/>
                  </a:lnTo>
                  <a:lnTo>
                    <a:pt x="2713323" y="3067343"/>
                  </a:lnTo>
                  <a:lnTo>
                    <a:pt x="2713511" y="3067343"/>
                  </a:lnTo>
                  <a:lnTo>
                    <a:pt x="2713699" y="3067343"/>
                  </a:lnTo>
                  <a:lnTo>
                    <a:pt x="2713793" y="3067343"/>
                  </a:lnTo>
                  <a:lnTo>
                    <a:pt x="2713981" y="3067343"/>
                  </a:lnTo>
                  <a:lnTo>
                    <a:pt x="2714263" y="3067343"/>
                  </a:lnTo>
                  <a:lnTo>
                    <a:pt x="2714357" y="3067343"/>
                  </a:lnTo>
                  <a:lnTo>
                    <a:pt x="2714545" y="3067343"/>
                  </a:lnTo>
                  <a:lnTo>
                    <a:pt x="2714733" y="3067343"/>
                  </a:lnTo>
                  <a:lnTo>
                    <a:pt x="2715016" y="3067343"/>
                  </a:lnTo>
                  <a:lnTo>
                    <a:pt x="2715110" y="3067343"/>
                  </a:lnTo>
                  <a:lnTo>
                    <a:pt x="2715298" y="3067343"/>
                  </a:lnTo>
                  <a:lnTo>
                    <a:pt x="2715580" y="3067343"/>
                  </a:lnTo>
                  <a:lnTo>
                    <a:pt x="2715768" y="3067343"/>
                  </a:lnTo>
                  <a:lnTo>
                    <a:pt x="2715862" y="3067343"/>
                  </a:lnTo>
                  <a:lnTo>
                    <a:pt x="2715956" y="3067343"/>
                  </a:lnTo>
                  <a:lnTo>
                    <a:pt x="2716144" y="3067343"/>
                  </a:lnTo>
                  <a:lnTo>
                    <a:pt x="2716238" y="3067343"/>
                  </a:lnTo>
                  <a:lnTo>
                    <a:pt x="2716708" y="3067343"/>
                  </a:lnTo>
                  <a:lnTo>
                    <a:pt x="2716802" y="3067343"/>
                  </a:lnTo>
                  <a:lnTo>
                    <a:pt x="2717084" y="3067343"/>
                  </a:lnTo>
                  <a:lnTo>
                    <a:pt x="2717178" y="3067343"/>
                  </a:lnTo>
                  <a:lnTo>
                    <a:pt x="2717272" y="3067343"/>
                  </a:lnTo>
                  <a:lnTo>
                    <a:pt x="2717554" y="3067343"/>
                  </a:lnTo>
                  <a:lnTo>
                    <a:pt x="2717648" y="3067343"/>
                  </a:lnTo>
                  <a:lnTo>
                    <a:pt x="2717742" y="3067343"/>
                  </a:lnTo>
                  <a:lnTo>
                    <a:pt x="2718024" y="3067343"/>
                  </a:lnTo>
                  <a:lnTo>
                    <a:pt x="2718118" y="3062064"/>
                  </a:lnTo>
                  <a:lnTo>
                    <a:pt x="2718212" y="3062064"/>
                  </a:lnTo>
                  <a:lnTo>
                    <a:pt x="2718306" y="3062064"/>
                  </a:lnTo>
                  <a:lnTo>
                    <a:pt x="2718401" y="3062064"/>
                  </a:lnTo>
                  <a:lnTo>
                    <a:pt x="2718683" y="3062064"/>
                  </a:lnTo>
                  <a:lnTo>
                    <a:pt x="2718777" y="3062064"/>
                  </a:lnTo>
                  <a:lnTo>
                    <a:pt x="2718777" y="3056784"/>
                  </a:lnTo>
                  <a:lnTo>
                    <a:pt x="2718871" y="3056784"/>
                  </a:lnTo>
                  <a:lnTo>
                    <a:pt x="2719341" y="3056784"/>
                  </a:lnTo>
                  <a:lnTo>
                    <a:pt x="2719435" y="3056784"/>
                  </a:lnTo>
                  <a:lnTo>
                    <a:pt x="2720751" y="3056784"/>
                  </a:lnTo>
                  <a:lnTo>
                    <a:pt x="2720845" y="3056784"/>
                  </a:lnTo>
                  <a:lnTo>
                    <a:pt x="2720939" y="3056784"/>
                  </a:lnTo>
                  <a:lnTo>
                    <a:pt x="2721127" y="3056784"/>
                  </a:lnTo>
                  <a:lnTo>
                    <a:pt x="2721503" y="3056784"/>
                  </a:lnTo>
                  <a:lnTo>
                    <a:pt x="2721597" y="3056784"/>
                  </a:lnTo>
                  <a:lnTo>
                    <a:pt x="2721691" y="3056784"/>
                  </a:lnTo>
                  <a:lnTo>
                    <a:pt x="2721974" y="3056784"/>
                  </a:lnTo>
                  <a:lnTo>
                    <a:pt x="2722068" y="3056784"/>
                  </a:lnTo>
                  <a:lnTo>
                    <a:pt x="2722256" y="3056784"/>
                  </a:lnTo>
                  <a:lnTo>
                    <a:pt x="2722350" y="3056784"/>
                  </a:lnTo>
                  <a:lnTo>
                    <a:pt x="2722726" y="3056784"/>
                  </a:lnTo>
                  <a:lnTo>
                    <a:pt x="2722820" y="3056784"/>
                  </a:lnTo>
                  <a:lnTo>
                    <a:pt x="2723008" y="3051505"/>
                  </a:lnTo>
                  <a:lnTo>
                    <a:pt x="2723196" y="3051505"/>
                  </a:lnTo>
                  <a:lnTo>
                    <a:pt x="2723666" y="3040946"/>
                  </a:lnTo>
                  <a:lnTo>
                    <a:pt x="2723760" y="3040946"/>
                  </a:lnTo>
                  <a:lnTo>
                    <a:pt x="2723948" y="3040946"/>
                  </a:lnTo>
                  <a:lnTo>
                    <a:pt x="2724230" y="3040946"/>
                  </a:lnTo>
                  <a:lnTo>
                    <a:pt x="2724324" y="3040946"/>
                  </a:lnTo>
                  <a:lnTo>
                    <a:pt x="2724512" y="3040946"/>
                  </a:lnTo>
                  <a:lnTo>
                    <a:pt x="2724794" y="3040946"/>
                  </a:lnTo>
                  <a:lnTo>
                    <a:pt x="2724888" y="3040946"/>
                  </a:lnTo>
                  <a:lnTo>
                    <a:pt x="2724982" y="3040946"/>
                  </a:lnTo>
                  <a:lnTo>
                    <a:pt x="2725076" y="3040946"/>
                  </a:lnTo>
                  <a:lnTo>
                    <a:pt x="2725358" y="3040946"/>
                  </a:lnTo>
                  <a:lnTo>
                    <a:pt x="2725547" y="3040946"/>
                  </a:lnTo>
                  <a:lnTo>
                    <a:pt x="2725829" y="3040946"/>
                  </a:lnTo>
                  <a:lnTo>
                    <a:pt x="2726299" y="3040946"/>
                  </a:lnTo>
                  <a:lnTo>
                    <a:pt x="2726487" y="3040946"/>
                  </a:lnTo>
                  <a:lnTo>
                    <a:pt x="2726957" y="3040946"/>
                  </a:lnTo>
                  <a:lnTo>
                    <a:pt x="2727051" y="3040946"/>
                  </a:lnTo>
                  <a:lnTo>
                    <a:pt x="2727239" y="3040946"/>
                  </a:lnTo>
                  <a:lnTo>
                    <a:pt x="2727333" y="3040946"/>
                  </a:lnTo>
                  <a:lnTo>
                    <a:pt x="2727615" y="3040946"/>
                  </a:lnTo>
                  <a:lnTo>
                    <a:pt x="2727709" y="3040946"/>
                  </a:lnTo>
                  <a:lnTo>
                    <a:pt x="2727991" y="3040946"/>
                  </a:lnTo>
                  <a:lnTo>
                    <a:pt x="2728085" y="3040946"/>
                  </a:lnTo>
                  <a:lnTo>
                    <a:pt x="2728837" y="3040946"/>
                  </a:lnTo>
                  <a:lnTo>
                    <a:pt x="2728931" y="3040946"/>
                  </a:lnTo>
                  <a:lnTo>
                    <a:pt x="2729120" y="3040946"/>
                  </a:lnTo>
                  <a:lnTo>
                    <a:pt x="2729496" y="3040946"/>
                  </a:lnTo>
                  <a:lnTo>
                    <a:pt x="2729590" y="3040946"/>
                  </a:lnTo>
                  <a:lnTo>
                    <a:pt x="2730154" y="3040946"/>
                  </a:lnTo>
                  <a:lnTo>
                    <a:pt x="2730342" y="3040946"/>
                  </a:lnTo>
                  <a:lnTo>
                    <a:pt x="2731282" y="3040946"/>
                  </a:lnTo>
                  <a:lnTo>
                    <a:pt x="2731470" y="3040946"/>
                  </a:lnTo>
                  <a:lnTo>
                    <a:pt x="2731564" y="3040946"/>
                  </a:lnTo>
                  <a:lnTo>
                    <a:pt x="2731752" y="3040946"/>
                  </a:lnTo>
                  <a:lnTo>
                    <a:pt x="2732128" y="3040946"/>
                  </a:lnTo>
                  <a:lnTo>
                    <a:pt x="2732222" y="3040946"/>
                  </a:lnTo>
                  <a:lnTo>
                    <a:pt x="2732316" y="3040946"/>
                  </a:lnTo>
                  <a:lnTo>
                    <a:pt x="2732504" y="3040946"/>
                  </a:lnTo>
                  <a:lnTo>
                    <a:pt x="2732881" y="3040946"/>
                  </a:lnTo>
                  <a:lnTo>
                    <a:pt x="2732975" y="3040946"/>
                  </a:lnTo>
                  <a:lnTo>
                    <a:pt x="2733257" y="3040946"/>
                  </a:lnTo>
                  <a:lnTo>
                    <a:pt x="2733351" y="3040946"/>
                  </a:lnTo>
                  <a:lnTo>
                    <a:pt x="2733445" y="3040946"/>
                  </a:lnTo>
                  <a:lnTo>
                    <a:pt x="2733539" y="3040946"/>
                  </a:lnTo>
                  <a:lnTo>
                    <a:pt x="2733633" y="3040946"/>
                  </a:lnTo>
                  <a:lnTo>
                    <a:pt x="2733727" y="3040946"/>
                  </a:lnTo>
                  <a:lnTo>
                    <a:pt x="2733915" y="3040946"/>
                  </a:lnTo>
                  <a:lnTo>
                    <a:pt x="2734009" y="3040946"/>
                  </a:lnTo>
                  <a:lnTo>
                    <a:pt x="2734479" y="3035667"/>
                  </a:lnTo>
                  <a:lnTo>
                    <a:pt x="2734573" y="3035667"/>
                  </a:lnTo>
                  <a:lnTo>
                    <a:pt x="2734855" y="3035667"/>
                  </a:lnTo>
                  <a:lnTo>
                    <a:pt x="2734949" y="3035667"/>
                  </a:lnTo>
                  <a:lnTo>
                    <a:pt x="2735043" y="3035667"/>
                  </a:lnTo>
                  <a:lnTo>
                    <a:pt x="2736360" y="3030387"/>
                  </a:lnTo>
                  <a:lnTo>
                    <a:pt x="2736736" y="3030387"/>
                  </a:lnTo>
                  <a:lnTo>
                    <a:pt x="2736830" y="3030387"/>
                  </a:lnTo>
                  <a:lnTo>
                    <a:pt x="2736924" y="3030387"/>
                  </a:lnTo>
                  <a:lnTo>
                    <a:pt x="2737300" y="3030387"/>
                  </a:lnTo>
                  <a:lnTo>
                    <a:pt x="2737958" y="3030387"/>
                  </a:lnTo>
                  <a:lnTo>
                    <a:pt x="2738428" y="3030387"/>
                  </a:lnTo>
                  <a:lnTo>
                    <a:pt x="2738804" y="3030387"/>
                  </a:lnTo>
                  <a:lnTo>
                    <a:pt x="2739180" y="3030387"/>
                  </a:lnTo>
                  <a:lnTo>
                    <a:pt x="2739274" y="3030387"/>
                  </a:lnTo>
                  <a:lnTo>
                    <a:pt x="2739368" y="3030387"/>
                  </a:lnTo>
                  <a:lnTo>
                    <a:pt x="2739462" y="3030387"/>
                  </a:lnTo>
                  <a:lnTo>
                    <a:pt x="2739839" y="3030387"/>
                  </a:lnTo>
                  <a:lnTo>
                    <a:pt x="2739933" y="3030387"/>
                  </a:lnTo>
                  <a:lnTo>
                    <a:pt x="2740215" y="3030387"/>
                  </a:lnTo>
                  <a:lnTo>
                    <a:pt x="2740403" y="3030387"/>
                  </a:lnTo>
                  <a:lnTo>
                    <a:pt x="2741249" y="3025108"/>
                  </a:lnTo>
                  <a:lnTo>
                    <a:pt x="2741437" y="3025108"/>
                  </a:lnTo>
                  <a:lnTo>
                    <a:pt x="2741625" y="3025108"/>
                  </a:lnTo>
                  <a:lnTo>
                    <a:pt x="2741719" y="3025108"/>
                  </a:lnTo>
                  <a:lnTo>
                    <a:pt x="2741813" y="3025108"/>
                  </a:lnTo>
                  <a:lnTo>
                    <a:pt x="2742189" y="3025108"/>
                  </a:lnTo>
                  <a:lnTo>
                    <a:pt x="2742283" y="3025108"/>
                  </a:lnTo>
                  <a:lnTo>
                    <a:pt x="2742377" y="3025108"/>
                  </a:lnTo>
                  <a:lnTo>
                    <a:pt x="2742565" y="3025108"/>
                  </a:lnTo>
                  <a:lnTo>
                    <a:pt x="2742659" y="3025108"/>
                  </a:lnTo>
                  <a:lnTo>
                    <a:pt x="2742753" y="3025108"/>
                  </a:lnTo>
                  <a:lnTo>
                    <a:pt x="2743318" y="3025108"/>
                  </a:lnTo>
                  <a:lnTo>
                    <a:pt x="2743600" y="3025108"/>
                  </a:lnTo>
                  <a:lnTo>
                    <a:pt x="2743694" y="3025108"/>
                  </a:lnTo>
                  <a:lnTo>
                    <a:pt x="2743788" y="3025108"/>
                  </a:lnTo>
                  <a:lnTo>
                    <a:pt x="2743976" y="3025108"/>
                  </a:lnTo>
                  <a:lnTo>
                    <a:pt x="2744164" y="3025108"/>
                  </a:lnTo>
                  <a:lnTo>
                    <a:pt x="2744258" y="3025108"/>
                  </a:lnTo>
                  <a:lnTo>
                    <a:pt x="2744540" y="3025108"/>
                  </a:lnTo>
                  <a:lnTo>
                    <a:pt x="2744634" y="3025108"/>
                  </a:lnTo>
                  <a:lnTo>
                    <a:pt x="2744822" y="3025108"/>
                  </a:lnTo>
                  <a:lnTo>
                    <a:pt x="2745104" y="3025108"/>
                  </a:lnTo>
                  <a:lnTo>
                    <a:pt x="2745292" y="3025108"/>
                  </a:lnTo>
                  <a:lnTo>
                    <a:pt x="2745386" y="3025108"/>
                  </a:lnTo>
                  <a:lnTo>
                    <a:pt x="2745762" y="3025108"/>
                  </a:lnTo>
                  <a:lnTo>
                    <a:pt x="2745856" y="3025108"/>
                  </a:lnTo>
                  <a:lnTo>
                    <a:pt x="2745950" y="3025108"/>
                  </a:lnTo>
                  <a:lnTo>
                    <a:pt x="2746044" y="3025108"/>
                  </a:lnTo>
                  <a:lnTo>
                    <a:pt x="2746326" y="3025108"/>
                  </a:lnTo>
                  <a:lnTo>
                    <a:pt x="2746420" y="3025108"/>
                  </a:lnTo>
                  <a:lnTo>
                    <a:pt x="2747267" y="3019829"/>
                  </a:lnTo>
                  <a:lnTo>
                    <a:pt x="2747361" y="3019829"/>
                  </a:lnTo>
                  <a:lnTo>
                    <a:pt x="2747455" y="3019829"/>
                  </a:lnTo>
                  <a:lnTo>
                    <a:pt x="2747925" y="3019829"/>
                  </a:lnTo>
                  <a:lnTo>
                    <a:pt x="2748019" y="3019829"/>
                  </a:lnTo>
                  <a:lnTo>
                    <a:pt x="2748019" y="3014549"/>
                  </a:lnTo>
                  <a:lnTo>
                    <a:pt x="2748207" y="3014549"/>
                  </a:lnTo>
                  <a:lnTo>
                    <a:pt x="2748301" y="3014549"/>
                  </a:lnTo>
                  <a:lnTo>
                    <a:pt x="2748583" y="3014549"/>
                  </a:lnTo>
                  <a:lnTo>
                    <a:pt x="2749053" y="3014549"/>
                  </a:lnTo>
                  <a:lnTo>
                    <a:pt x="2749147" y="3014549"/>
                  </a:lnTo>
                  <a:lnTo>
                    <a:pt x="2749241" y="3014549"/>
                  </a:lnTo>
                  <a:lnTo>
                    <a:pt x="2749429" y="3014549"/>
                  </a:lnTo>
                  <a:lnTo>
                    <a:pt x="2749523" y="3014549"/>
                  </a:lnTo>
                  <a:lnTo>
                    <a:pt x="2749617" y="3014549"/>
                  </a:lnTo>
                  <a:lnTo>
                    <a:pt x="2749711" y="3014549"/>
                  </a:lnTo>
                  <a:lnTo>
                    <a:pt x="2750087" y="3014549"/>
                  </a:lnTo>
                  <a:lnTo>
                    <a:pt x="2750652" y="3014549"/>
                  </a:lnTo>
                  <a:lnTo>
                    <a:pt x="2750934" y="3014549"/>
                  </a:lnTo>
                  <a:lnTo>
                    <a:pt x="2751122" y="3014549"/>
                  </a:lnTo>
                  <a:lnTo>
                    <a:pt x="2751592" y="3014549"/>
                  </a:lnTo>
                  <a:lnTo>
                    <a:pt x="2752062" y="3014549"/>
                  </a:lnTo>
                  <a:lnTo>
                    <a:pt x="2752532" y="3014549"/>
                  </a:lnTo>
                  <a:lnTo>
                    <a:pt x="2752626" y="3014549"/>
                  </a:lnTo>
                  <a:lnTo>
                    <a:pt x="2752720" y="3014549"/>
                  </a:lnTo>
                  <a:lnTo>
                    <a:pt x="2752814" y="3014549"/>
                  </a:lnTo>
                  <a:lnTo>
                    <a:pt x="2752908" y="3014549"/>
                  </a:lnTo>
                  <a:lnTo>
                    <a:pt x="2753566" y="3014549"/>
                  </a:lnTo>
                  <a:lnTo>
                    <a:pt x="2754319" y="3014549"/>
                  </a:lnTo>
                  <a:lnTo>
                    <a:pt x="2754413" y="3014549"/>
                  </a:lnTo>
                  <a:lnTo>
                    <a:pt x="2754507" y="3014549"/>
                  </a:lnTo>
                  <a:lnTo>
                    <a:pt x="2755071" y="3014549"/>
                  </a:lnTo>
                  <a:lnTo>
                    <a:pt x="2755165" y="3014549"/>
                  </a:lnTo>
                  <a:lnTo>
                    <a:pt x="2755353" y="3014549"/>
                  </a:lnTo>
                  <a:lnTo>
                    <a:pt x="2755447" y="3014549"/>
                  </a:lnTo>
                  <a:lnTo>
                    <a:pt x="2755729" y="3014549"/>
                  </a:lnTo>
                  <a:lnTo>
                    <a:pt x="2756011" y="3014549"/>
                  </a:lnTo>
                  <a:lnTo>
                    <a:pt x="2756293" y="3014549"/>
                  </a:lnTo>
                  <a:lnTo>
                    <a:pt x="2756387" y="3014549"/>
                  </a:lnTo>
                  <a:lnTo>
                    <a:pt x="2756575" y="3014549"/>
                  </a:lnTo>
                  <a:lnTo>
                    <a:pt x="2756669" y="3014549"/>
                  </a:lnTo>
                  <a:lnTo>
                    <a:pt x="2756857" y="3014549"/>
                  </a:lnTo>
                  <a:lnTo>
                    <a:pt x="2756951" y="3014549"/>
                  </a:lnTo>
                  <a:lnTo>
                    <a:pt x="2757045" y="3014549"/>
                  </a:lnTo>
                  <a:lnTo>
                    <a:pt x="2757139" y="3014549"/>
                  </a:lnTo>
                  <a:lnTo>
                    <a:pt x="2757233" y="3014549"/>
                  </a:lnTo>
                  <a:lnTo>
                    <a:pt x="2757327" y="3014549"/>
                  </a:lnTo>
                  <a:lnTo>
                    <a:pt x="2757422" y="3014549"/>
                  </a:lnTo>
                  <a:lnTo>
                    <a:pt x="2757610" y="3014549"/>
                  </a:lnTo>
                  <a:lnTo>
                    <a:pt x="2759960" y="3014549"/>
                  </a:lnTo>
                  <a:lnTo>
                    <a:pt x="2760054" y="3014549"/>
                  </a:lnTo>
                  <a:lnTo>
                    <a:pt x="2760336" y="3014549"/>
                  </a:lnTo>
                  <a:lnTo>
                    <a:pt x="2760524" y="3014549"/>
                  </a:lnTo>
                  <a:lnTo>
                    <a:pt x="2760806" y="3014549"/>
                  </a:lnTo>
                  <a:lnTo>
                    <a:pt x="2760900" y="3014549"/>
                  </a:lnTo>
                  <a:lnTo>
                    <a:pt x="2761089" y="3014549"/>
                  </a:lnTo>
                  <a:lnTo>
                    <a:pt x="2761371" y="3014549"/>
                  </a:lnTo>
                  <a:lnTo>
                    <a:pt x="2761465" y="3014549"/>
                  </a:lnTo>
                  <a:lnTo>
                    <a:pt x="2761747" y="3014549"/>
                  </a:lnTo>
                  <a:lnTo>
                    <a:pt x="2761841" y="3014549"/>
                  </a:lnTo>
                  <a:lnTo>
                    <a:pt x="2761935" y="3014549"/>
                  </a:lnTo>
                  <a:lnTo>
                    <a:pt x="2762029" y="3014549"/>
                  </a:lnTo>
                  <a:lnTo>
                    <a:pt x="2762123" y="3014549"/>
                  </a:lnTo>
                  <a:lnTo>
                    <a:pt x="2762405" y="3014549"/>
                  </a:lnTo>
                  <a:lnTo>
                    <a:pt x="2762593" y="3014549"/>
                  </a:lnTo>
                  <a:lnTo>
                    <a:pt x="2762781" y="3014549"/>
                  </a:lnTo>
                  <a:lnTo>
                    <a:pt x="2763251" y="3014549"/>
                  </a:lnTo>
                  <a:lnTo>
                    <a:pt x="2763345" y="3014549"/>
                  </a:lnTo>
                  <a:lnTo>
                    <a:pt x="2763439" y="3014549"/>
                  </a:lnTo>
                  <a:lnTo>
                    <a:pt x="2763721" y="3014549"/>
                  </a:lnTo>
                  <a:lnTo>
                    <a:pt x="2763909" y="3014549"/>
                  </a:lnTo>
                  <a:lnTo>
                    <a:pt x="2764191" y="3014549"/>
                  </a:lnTo>
                  <a:lnTo>
                    <a:pt x="2764285" y="3014549"/>
                  </a:lnTo>
                  <a:lnTo>
                    <a:pt x="2764379" y="3014549"/>
                  </a:lnTo>
                  <a:lnTo>
                    <a:pt x="2764662" y="3014549"/>
                  </a:lnTo>
                  <a:lnTo>
                    <a:pt x="2765038" y="3014549"/>
                  </a:lnTo>
                  <a:lnTo>
                    <a:pt x="2765414" y="3014549"/>
                  </a:lnTo>
                  <a:lnTo>
                    <a:pt x="2765884" y="3014549"/>
                  </a:lnTo>
                  <a:lnTo>
                    <a:pt x="2765978" y="3014549"/>
                  </a:lnTo>
                  <a:lnTo>
                    <a:pt x="2766072" y="3014549"/>
                  </a:lnTo>
                  <a:lnTo>
                    <a:pt x="2766166" y="3014549"/>
                  </a:lnTo>
                  <a:lnTo>
                    <a:pt x="2766542" y="3014549"/>
                  </a:lnTo>
                  <a:lnTo>
                    <a:pt x="2766824" y="3014549"/>
                  </a:lnTo>
                  <a:lnTo>
                    <a:pt x="2767012" y="3014549"/>
                  </a:lnTo>
                  <a:lnTo>
                    <a:pt x="2767294" y="3014549"/>
                  </a:lnTo>
                  <a:lnTo>
                    <a:pt x="2767576" y="3014549"/>
                  </a:lnTo>
                  <a:lnTo>
                    <a:pt x="2767858" y="3009270"/>
                  </a:lnTo>
                  <a:lnTo>
                    <a:pt x="2768235" y="3009270"/>
                  </a:lnTo>
                  <a:lnTo>
                    <a:pt x="2768517" y="3009270"/>
                  </a:lnTo>
                  <a:lnTo>
                    <a:pt x="2768799" y="3009270"/>
                  </a:lnTo>
                  <a:lnTo>
                    <a:pt x="2768893" y="3009270"/>
                  </a:lnTo>
                  <a:lnTo>
                    <a:pt x="2768987" y="3009270"/>
                  </a:lnTo>
                  <a:lnTo>
                    <a:pt x="2769081" y="3009270"/>
                  </a:lnTo>
                  <a:lnTo>
                    <a:pt x="2769175" y="3009270"/>
                  </a:lnTo>
                  <a:lnTo>
                    <a:pt x="2769269" y="3009270"/>
                  </a:lnTo>
                  <a:lnTo>
                    <a:pt x="2769363" y="3009270"/>
                  </a:lnTo>
                  <a:lnTo>
                    <a:pt x="2769645" y="3009270"/>
                  </a:lnTo>
                  <a:lnTo>
                    <a:pt x="2770021" y="3009270"/>
                  </a:lnTo>
                  <a:lnTo>
                    <a:pt x="2770115" y="3009270"/>
                  </a:lnTo>
                  <a:lnTo>
                    <a:pt x="2770209" y="3009270"/>
                  </a:lnTo>
                  <a:lnTo>
                    <a:pt x="2770585" y="3009270"/>
                  </a:lnTo>
                  <a:lnTo>
                    <a:pt x="2771055" y="3009270"/>
                  </a:lnTo>
                  <a:lnTo>
                    <a:pt x="2771149" y="3009270"/>
                  </a:lnTo>
                  <a:lnTo>
                    <a:pt x="2771431" y="3009270"/>
                  </a:lnTo>
                  <a:lnTo>
                    <a:pt x="2772372" y="3009270"/>
                  </a:lnTo>
                  <a:lnTo>
                    <a:pt x="2772654" y="3009270"/>
                  </a:lnTo>
                  <a:lnTo>
                    <a:pt x="2772748" y="3009270"/>
                  </a:lnTo>
                  <a:lnTo>
                    <a:pt x="2772842" y="3009270"/>
                  </a:lnTo>
                  <a:lnTo>
                    <a:pt x="2773030" y="3009270"/>
                  </a:lnTo>
                  <a:lnTo>
                    <a:pt x="2773312" y="3003990"/>
                  </a:lnTo>
                  <a:lnTo>
                    <a:pt x="2773500" y="3003990"/>
                  </a:lnTo>
                  <a:lnTo>
                    <a:pt x="2773876" y="3003990"/>
                  </a:lnTo>
                  <a:lnTo>
                    <a:pt x="2774158" y="3003990"/>
                  </a:lnTo>
                  <a:lnTo>
                    <a:pt x="2774346" y="3003990"/>
                  </a:lnTo>
                  <a:lnTo>
                    <a:pt x="2774440" y="3003990"/>
                  </a:lnTo>
                  <a:lnTo>
                    <a:pt x="2774534" y="3003990"/>
                  </a:lnTo>
                  <a:lnTo>
                    <a:pt x="2774628" y="3003990"/>
                  </a:lnTo>
                  <a:lnTo>
                    <a:pt x="2774910" y="3003990"/>
                  </a:lnTo>
                  <a:lnTo>
                    <a:pt x="2775004" y="3003990"/>
                  </a:lnTo>
                  <a:lnTo>
                    <a:pt x="2775099" y="3003990"/>
                  </a:lnTo>
                  <a:lnTo>
                    <a:pt x="2775287" y="3003990"/>
                  </a:lnTo>
                  <a:lnTo>
                    <a:pt x="2775757" y="2998711"/>
                  </a:lnTo>
                  <a:lnTo>
                    <a:pt x="2775945" y="2998711"/>
                  </a:lnTo>
                  <a:lnTo>
                    <a:pt x="2776039" y="2998711"/>
                  </a:lnTo>
                  <a:lnTo>
                    <a:pt x="2776133" y="2998711"/>
                  </a:lnTo>
                  <a:lnTo>
                    <a:pt x="2776227" y="2998711"/>
                  </a:lnTo>
                  <a:lnTo>
                    <a:pt x="2776321" y="2998711"/>
                  </a:lnTo>
                  <a:lnTo>
                    <a:pt x="2776509" y="2998711"/>
                  </a:lnTo>
                  <a:lnTo>
                    <a:pt x="2776791" y="2998711"/>
                  </a:lnTo>
                  <a:lnTo>
                    <a:pt x="2776979" y="2998711"/>
                  </a:lnTo>
                  <a:lnTo>
                    <a:pt x="2777073" y="2998711"/>
                  </a:lnTo>
                  <a:lnTo>
                    <a:pt x="2777261" y="2998711"/>
                  </a:lnTo>
                  <a:lnTo>
                    <a:pt x="2777355" y="2998711"/>
                  </a:lnTo>
                  <a:lnTo>
                    <a:pt x="2777543" y="2998711"/>
                  </a:lnTo>
                  <a:lnTo>
                    <a:pt x="2777731" y="2998711"/>
                  </a:lnTo>
                  <a:lnTo>
                    <a:pt x="2778107" y="2998711"/>
                  </a:lnTo>
                  <a:lnTo>
                    <a:pt x="2778295" y="2993431"/>
                  </a:lnTo>
                  <a:lnTo>
                    <a:pt x="2778483" y="2993431"/>
                  </a:lnTo>
                  <a:lnTo>
                    <a:pt x="2778672" y="2993431"/>
                  </a:lnTo>
                  <a:lnTo>
                    <a:pt x="2778860" y="2993431"/>
                  </a:lnTo>
                  <a:lnTo>
                    <a:pt x="2779142" y="2993431"/>
                  </a:lnTo>
                  <a:lnTo>
                    <a:pt x="2779236" y="2993431"/>
                  </a:lnTo>
                  <a:lnTo>
                    <a:pt x="2779330" y="2993431"/>
                  </a:lnTo>
                  <a:lnTo>
                    <a:pt x="2779612" y="2993431"/>
                  </a:lnTo>
                  <a:lnTo>
                    <a:pt x="2779894" y="2993431"/>
                  </a:lnTo>
                  <a:lnTo>
                    <a:pt x="2780552" y="2993431"/>
                  </a:lnTo>
                  <a:lnTo>
                    <a:pt x="2780646" y="2993431"/>
                  </a:lnTo>
                  <a:lnTo>
                    <a:pt x="2780740" y="2993431"/>
                  </a:lnTo>
                  <a:lnTo>
                    <a:pt x="2780834" y="2993431"/>
                  </a:lnTo>
                  <a:lnTo>
                    <a:pt x="2780928" y="2993431"/>
                  </a:lnTo>
                  <a:lnTo>
                    <a:pt x="2781022" y="2993431"/>
                  </a:lnTo>
                  <a:lnTo>
                    <a:pt x="2781586" y="2993431"/>
                  </a:lnTo>
                  <a:lnTo>
                    <a:pt x="2781680" y="2993431"/>
                  </a:lnTo>
                  <a:lnTo>
                    <a:pt x="2781868" y="2993431"/>
                  </a:lnTo>
                  <a:lnTo>
                    <a:pt x="2782150" y="2993431"/>
                  </a:lnTo>
                  <a:lnTo>
                    <a:pt x="2782433" y="2993431"/>
                  </a:lnTo>
                  <a:lnTo>
                    <a:pt x="2782903" y="2993431"/>
                  </a:lnTo>
                  <a:lnTo>
                    <a:pt x="2782997" y="2993431"/>
                  </a:lnTo>
                  <a:lnTo>
                    <a:pt x="2783091" y="2993431"/>
                  </a:lnTo>
                  <a:lnTo>
                    <a:pt x="2783185" y="2993431"/>
                  </a:lnTo>
                  <a:lnTo>
                    <a:pt x="2783467" y="2993431"/>
                  </a:lnTo>
                  <a:lnTo>
                    <a:pt x="2783561" y="2993431"/>
                  </a:lnTo>
                  <a:lnTo>
                    <a:pt x="2783749" y="2993431"/>
                  </a:lnTo>
                  <a:lnTo>
                    <a:pt x="2783937" y="2993431"/>
                  </a:lnTo>
                  <a:lnTo>
                    <a:pt x="2784031" y="2993431"/>
                  </a:lnTo>
                  <a:lnTo>
                    <a:pt x="2784595" y="2993431"/>
                  </a:lnTo>
                  <a:lnTo>
                    <a:pt x="2784689" y="2993431"/>
                  </a:lnTo>
                  <a:lnTo>
                    <a:pt x="2784783" y="2993431"/>
                  </a:lnTo>
                  <a:lnTo>
                    <a:pt x="2784877" y="2993431"/>
                  </a:lnTo>
                  <a:lnTo>
                    <a:pt x="2785065" y="2993431"/>
                  </a:lnTo>
                  <a:lnTo>
                    <a:pt x="2785629" y="2993431"/>
                  </a:lnTo>
                  <a:lnTo>
                    <a:pt x="2785724" y="2993431"/>
                  </a:lnTo>
                  <a:lnTo>
                    <a:pt x="2785912" y="2993431"/>
                  </a:lnTo>
                  <a:lnTo>
                    <a:pt x="2786288" y="2993431"/>
                  </a:lnTo>
                  <a:lnTo>
                    <a:pt x="2786476" y="2993431"/>
                  </a:lnTo>
                  <a:lnTo>
                    <a:pt x="2786852" y="2993431"/>
                  </a:lnTo>
                  <a:lnTo>
                    <a:pt x="2787040" y="2993431"/>
                  </a:lnTo>
                  <a:lnTo>
                    <a:pt x="2787228" y="2993431"/>
                  </a:lnTo>
                  <a:lnTo>
                    <a:pt x="2787228" y="2988152"/>
                  </a:lnTo>
                  <a:lnTo>
                    <a:pt x="2787322" y="2988152"/>
                  </a:lnTo>
                  <a:lnTo>
                    <a:pt x="2787510" y="2988152"/>
                  </a:lnTo>
                  <a:lnTo>
                    <a:pt x="2787980" y="2988152"/>
                  </a:lnTo>
                  <a:lnTo>
                    <a:pt x="2788168" y="2988152"/>
                  </a:lnTo>
                  <a:lnTo>
                    <a:pt x="2788262" y="2988152"/>
                  </a:lnTo>
                  <a:lnTo>
                    <a:pt x="2788544" y="2988152"/>
                  </a:lnTo>
                  <a:lnTo>
                    <a:pt x="2789014" y="2988152"/>
                  </a:lnTo>
                  <a:lnTo>
                    <a:pt x="2789202" y="2988152"/>
                  </a:lnTo>
                  <a:lnTo>
                    <a:pt x="2789861" y="2988152"/>
                  </a:lnTo>
                  <a:lnTo>
                    <a:pt x="2789955" y="2988152"/>
                  </a:lnTo>
                  <a:lnTo>
                    <a:pt x="2790049" y="2988152"/>
                  </a:lnTo>
                  <a:lnTo>
                    <a:pt x="2790143" y="2988152"/>
                  </a:lnTo>
                  <a:lnTo>
                    <a:pt x="2790237" y="2988152"/>
                  </a:lnTo>
                  <a:lnTo>
                    <a:pt x="2790425" y="2988152"/>
                  </a:lnTo>
                  <a:lnTo>
                    <a:pt x="2790519" y="2988152"/>
                  </a:lnTo>
                  <a:lnTo>
                    <a:pt x="2790613" y="2988152"/>
                  </a:lnTo>
                  <a:lnTo>
                    <a:pt x="2790707" y="2988152"/>
                  </a:lnTo>
                  <a:lnTo>
                    <a:pt x="2790895" y="2988152"/>
                  </a:lnTo>
                  <a:lnTo>
                    <a:pt x="2791083" y="2988152"/>
                  </a:lnTo>
                  <a:lnTo>
                    <a:pt x="2791177" y="2988152"/>
                  </a:lnTo>
                  <a:lnTo>
                    <a:pt x="2791271" y="2988152"/>
                  </a:lnTo>
                  <a:lnTo>
                    <a:pt x="2791365" y="2988152"/>
                  </a:lnTo>
                  <a:lnTo>
                    <a:pt x="2791459" y="2988152"/>
                  </a:lnTo>
                  <a:lnTo>
                    <a:pt x="2791929" y="2988152"/>
                  </a:lnTo>
                  <a:lnTo>
                    <a:pt x="2793246" y="2988152"/>
                  </a:lnTo>
                  <a:lnTo>
                    <a:pt x="2793340" y="2988152"/>
                  </a:lnTo>
                  <a:lnTo>
                    <a:pt x="2793622" y="2988152"/>
                  </a:lnTo>
                  <a:lnTo>
                    <a:pt x="2793716" y="2988152"/>
                  </a:lnTo>
                  <a:lnTo>
                    <a:pt x="2793904" y="2988152"/>
                  </a:lnTo>
                  <a:lnTo>
                    <a:pt x="2793998" y="2988152"/>
                  </a:lnTo>
                  <a:lnTo>
                    <a:pt x="2794092" y="2988152"/>
                  </a:lnTo>
                  <a:lnTo>
                    <a:pt x="2794186" y="2988152"/>
                  </a:lnTo>
                  <a:lnTo>
                    <a:pt x="2794280" y="2988152"/>
                  </a:lnTo>
                  <a:lnTo>
                    <a:pt x="2794468" y="2988152"/>
                  </a:lnTo>
                  <a:lnTo>
                    <a:pt x="2794562" y="2988152"/>
                  </a:lnTo>
                  <a:lnTo>
                    <a:pt x="2795032" y="2982873"/>
                  </a:lnTo>
                  <a:lnTo>
                    <a:pt x="2795596" y="2982873"/>
                  </a:lnTo>
                  <a:lnTo>
                    <a:pt x="2795690" y="2982873"/>
                  </a:lnTo>
                  <a:lnTo>
                    <a:pt x="2795784" y="2982873"/>
                  </a:lnTo>
                  <a:lnTo>
                    <a:pt x="2795878" y="2982873"/>
                  </a:lnTo>
                  <a:lnTo>
                    <a:pt x="2796254" y="2982873"/>
                  </a:lnTo>
                  <a:lnTo>
                    <a:pt x="2796443" y="2982873"/>
                  </a:lnTo>
                  <a:lnTo>
                    <a:pt x="2796725" y="2982873"/>
                  </a:lnTo>
                  <a:lnTo>
                    <a:pt x="2796913" y="2982873"/>
                  </a:lnTo>
                  <a:lnTo>
                    <a:pt x="2797007" y="2982873"/>
                  </a:lnTo>
                  <a:lnTo>
                    <a:pt x="2797195" y="2982873"/>
                  </a:lnTo>
                  <a:lnTo>
                    <a:pt x="2797383" y="2982873"/>
                  </a:lnTo>
                  <a:lnTo>
                    <a:pt x="2797477" y="2982873"/>
                  </a:lnTo>
                  <a:lnTo>
                    <a:pt x="2797571" y="2982873"/>
                  </a:lnTo>
                  <a:lnTo>
                    <a:pt x="2798041" y="2982873"/>
                  </a:lnTo>
                  <a:lnTo>
                    <a:pt x="2798135" y="2982873"/>
                  </a:lnTo>
                  <a:lnTo>
                    <a:pt x="2798793" y="2982873"/>
                  </a:lnTo>
                  <a:lnTo>
                    <a:pt x="2798887" y="2982873"/>
                  </a:lnTo>
                  <a:lnTo>
                    <a:pt x="2799075" y="2982873"/>
                  </a:lnTo>
                  <a:lnTo>
                    <a:pt x="2799169" y="2982873"/>
                  </a:lnTo>
                  <a:lnTo>
                    <a:pt x="2799263" y="2982873"/>
                  </a:lnTo>
                  <a:lnTo>
                    <a:pt x="2799545" y="2982873"/>
                  </a:lnTo>
                  <a:lnTo>
                    <a:pt x="2799639" y="2982873"/>
                  </a:lnTo>
                  <a:lnTo>
                    <a:pt x="2799733" y="2982873"/>
                  </a:lnTo>
                  <a:lnTo>
                    <a:pt x="2799922" y="2982873"/>
                  </a:lnTo>
                  <a:lnTo>
                    <a:pt x="2800016" y="2982873"/>
                  </a:lnTo>
                  <a:lnTo>
                    <a:pt x="2800768" y="2982873"/>
                  </a:lnTo>
                  <a:lnTo>
                    <a:pt x="2800956" y="2982873"/>
                  </a:lnTo>
                  <a:lnTo>
                    <a:pt x="2801426" y="2982873"/>
                  </a:lnTo>
                  <a:lnTo>
                    <a:pt x="2801520" y="2977593"/>
                  </a:lnTo>
                  <a:lnTo>
                    <a:pt x="2801614" y="2977593"/>
                  </a:lnTo>
                  <a:lnTo>
                    <a:pt x="2801990" y="2977593"/>
                  </a:lnTo>
                  <a:lnTo>
                    <a:pt x="2802272" y="2977593"/>
                  </a:lnTo>
                  <a:lnTo>
                    <a:pt x="2802366" y="2977593"/>
                  </a:lnTo>
                  <a:lnTo>
                    <a:pt x="2802554" y="2977593"/>
                  </a:lnTo>
                  <a:lnTo>
                    <a:pt x="2802836" y="2977593"/>
                  </a:lnTo>
                  <a:lnTo>
                    <a:pt x="2802930" y="2977593"/>
                  </a:lnTo>
                  <a:lnTo>
                    <a:pt x="2803400" y="2977593"/>
                  </a:lnTo>
                  <a:lnTo>
                    <a:pt x="2803777" y="2977593"/>
                  </a:lnTo>
                  <a:lnTo>
                    <a:pt x="2803871" y="2977593"/>
                  </a:lnTo>
                  <a:lnTo>
                    <a:pt x="2803965" y="2977593"/>
                  </a:lnTo>
                  <a:lnTo>
                    <a:pt x="2804059" y="2977593"/>
                  </a:lnTo>
                  <a:lnTo>
                    <a:pt x="2804153" y="2977593"/>
                  </a:lnTo>
                  <a:lnTo>
                    <a:pt x="2804529" y="2977593"/>
                  </a:lnTo>
                  <a:lnTo>
                    <a:pt x="2804999" y="2977593"/>
                  </a:lnTo>
                  <a:lnTo>
                    <a:pt x="2805093" y="2977593"/>
                  </a:lnTo>
                  <a:lnTo>
                    <a:pt x="2805187" y="2977593"/>
                  </a:lnTo>
                  <a:lnTo>
                    <a:pt x="2805281" y="2977593"/>
                  </a:lnTo>
                  <a:lnTo>
                    <a:pt x="2805375" y="2977593"/>
                  </a:lnTo>
                  <a:lnTo>
                    <a:pt x="2805563" y="2977593"/>
                  </a:lnTo>
                  <a:lnTo>
                    <a:pt x="2805751" y="2977593"/>
                  </a:lnTo>
                  <a:lnTo>
                    <a:pt x="2805845" y="2977593"/>
                  </a:lnTo>
                  <a:lnTo>
                    <a:pt x="2805939" y="2977593"/>
                  </a:lnTo>
                  <a:lnTo>
                    <a:pt x="2806127" y="2977593"/>
                  </a:lnTo>
                  <a:lnTo>
                    <a:pt x="2806221" y="2977593"/>
                  </a:lnTo>
                  <a:lnTo>
                    <a:pt x="2806597" y="2977593"/>
                  </a:lnTo>
                  <a:lnTo>
                    <a:pt x="2806691" y="2977593"/>
                  </a:lnTo>
                  <a:lnTo>
                    <a:pt x="2807350" y="2977593"/>
                  </a:lnTo>
                  <a:lnTo>
                    <a:pt x="2807444" y="2977593"/>
                  </a:lnTo>
                  <a:lnTo>
                    <a:pt x="2807538" y="2972314"/>
                  </a:lnTo>
                  <a:lnTo>
                    <a:pt x="2808008" y="2972314"/>
                  </a:lnTo>
                  <a:lnTo>
                    <a:pt x="2808196" y="2972314"/>
                  </a:lnTo>
                  <a:lnTo>
                    <a:pt x="2808196" y="2967034"/>
                  </a:lnTo>
                  <a:lnTo>
                    <a:pt x="2808290" y="2967034"/>
                  </a:lnTo>
                  <a:lnTo>
                    <a:pt x="2808384" y="2967034"/>
                  </a:lnTo>
                  <a:lnTo>
                    <a:pt x="2808478" y="2967034"/>
                  </a:lnTo>
                  <a:lnTo>
                    <a:pt x="2808760" y="2967034"/>
                  </a:lnTo>
                  <a:lnTo>
                    <a:pt x="2809136" y="2967034"/>
                  </a:lnTo>
                  <a:lnTo>
                    <a:pt x="2809230" y="2967034"/>
                  </a:lnTo>
                  <a:lnTo>
                    <a:pt x="2809512" y="2967034"/>
                  </a:lnTo>
                  <a:lnTo>
                    <a:pt x="2809794" y="2967034"/>
                  </a:lnTo>
                  <a:lnTo>
                    <a:pt x="2809888" y="2967034"/>
                  </a:lnTo>
                  <a:lnTo>
                    <a:pt x="2810076" y="2967034"/>
                  </a:lnTo>
                  <a:lnTo>
                    <a:pt x="2810547" y="2967034"/>
                  </a:lnTo>
                  <a:lnTo>
                    <a:pt x="2811017" y="2967034"/>
                  </a:lnTo>
                  <a:lnTo>
                    <a:pt x="2811205" y="2967034"/>
                  </a:lnTo>
                  <a:lnTo>
                    <a:pt x="2811299" y="2967034"/>
                  </a:lnTo>
                  <a:lnTo>
                    <a:pt x="2811393" y="2967034"/>
                  </a:lnTo>
                  <a:lnTo>
                    <a:pt x="2811487" y="2967034"/>
                  </a:lnTo>
                  <a:lnTo>
                    <a:pt x="2811769" y="2967034"/>
                  </a:lnTo>
                  <a:lnTo>
                    <a:pt x="2812333" y="2967034"/>
                  </a:lnTo>
                  <a:lnTo>
                    <a:pt x="2812427" y="2967034"/>
                  </a:lnTo>
                  <a:lnTo>
                    <a:pt x="2812615" y="2967034"/>
                  </a:lnTo>
                  <a:lnTo>
                    <a:pt x="2812709" y="2967034"/>
                  </a:lnTo>
                  <a:lnTo>
                    <a:pt x="2812991" y="2967034"/>
                  </a:lnTo>
                  <a:lnTo>
                    <a:pt x="2813179" y="2967034"/>
                  </a:lnTo>
                  <a:lnTo>
                    <a:pt x="2813555" y="2967034"/>
                  </a:lnTo>
                  <a:lnTo>
                    <a:pt x="2813837" y="2967034"/>
                  </a:lnTo>
                  <a:lnTo>
                    <a:pt x="2813931" y="2967034"/>
                  </a:lnTo>
                  <a:lnTo>
                    <a:pt x="2814120" y="2967034"/>
                  </a:lnTo>
                  <a:lnTo>
                    <a:pt x="2814214" y="2967034"/>
                  </a:lnTo>
                  <a:lnTo>
                    <a:pt x="2814308" y="2967034"/>
                  </a:lnTo>
                  <a:lnTo>
                    <a:pt x="2814402" y="2967034"/>
                  </a:lnTo>
                  <a:lnTo>
                    <a:pt x="2814590" y="2967034"/>
                  </a:lnTo>
                  <a:lnTo>
                    <a:pt x="2815624" y="2961755"/>
                  </a:lnTo>
                  <a:lnTo>
                    <a:pt x="2815718" y="2961755"/>
                  </a:lnTo>
                  <a:lnTo>
                    <a:pt x="2815812" y="2961755"/>
                  </a:lnTo>
                  <a:lnTo>
                    <a:pt x="2816000" y="2961755"/>
                  </a:lnTo>
                  <a:lnTo>
                    <a:pt x="2816188" y="2961755"/>
                  </a:lnTo>
                  <a:lnTo>
                    <a:pt x="2816376" y="2956475"/>
                  </a:lnTo>
                  <a:lnTo>
                    <a:pt x="2816470" y="2956475"/>
                  </a:lnTo>
                  <a:lnTo>
                    <a:pt x="2816564" y="2951196"/>
                  </a:lnTo>
                  <a:lnTo>
                    <a:pt x="2816658" y="2951196"/>
                  </a:lnTo>
                  <a:lnTo>
                    <a:pt x="2816752" y="2951196"/>
                  </a:lnTo>
                  <a:lnTo>
                    <a:pt x="2817693" y="2951196"/>
                  </a:lnTo>
                  <a:lnTo>
                    <a:pt x="2818069" y="2951196"/>
                  </a:lnTo>
                  <a:lnTo>
                    <a:pt x="2818257" y="2951196"/>
                  </a:lnTo>
                  <a:lnTo>
                    <a:pt x="2818351" y="2951196"/>
                  </a:lnTo>
                  <a:lnTo>
                    <a:pt x="2818539" y="2951196"/>
                  </a:lnTo>
                  <a:lnTo>
                    <a:pt x="2818727" y="2951196"/>
                  </a:lnTo>
                  <a:lnTo>
                    <a:pt x="2818821" y="2951196"/>
                  </a:lnTo>
                  <a:lnTo>
                    <a:pt x="2818915" y="2951196"/>
                  </a:lnTo>
                  <a:lnTo>
                    <a:pt x="2819573" y="2951196"/>
                  </a:lnTo>
                  <a:lnTo>
                    <a:pt x="2819667" y="2951196"/>
                  </a:lnTo>
                  <a:lnTo>
                    <a:pt x="2819761" y="2951196"/>
                  </a:lnTo>
                  <a:lnTo>
                    <a:pt x="2819855" y="2951196"/>
                  </a:lnTo>
                  <a:lnTo>
                    <a:pt x="2819949" y="2951196"/>
                  </a:lnTo>
                  <a:lnTo>
                    <a:pt x="2820137" y="2951196"/>
                  </a:lnTo>
                  <a:lnTo>
                    <a:pt x="2820325" y="2951196"/>
                  </a:lnTo>
                  <a:lnTo>
                    <a:pt x="2820419" y="2951196"/>
                  </a:lnTo>
                  <a:lnTo>
                    <a:pt x="2820607" y="2951196"/>
                  </a:lnTo>
                  <a:lnTo>
                    <a:pt x="2820701" y="2951196"/>
                  </a:lnTo>
                  <a:lnTo>
                    <a:pt x="2820795" y="2951196"/>
                  </a:lnTo>
                  <a:lnTo>
                    <a:pt x="2820889" y="2951196"/>
                  </a:lnTo>
                  <a:lnTo>
                    <a:pt x="2821548" y="2951196"/>
                  </a:lnTo>
                  <a:lnTo>
                    <a:pt x="2821642" y="2951196"/>
                  </a:lnTo>
                  <a:lnTo>
                    <a:pt x="2821736" y="2951196"/>
                  </a:lnTo>
                  <a:lnTo>
                    <a:pt x="2821924" y="2951196"/>
                  </a:lnTo>
                  <a:lnTo>
                    <a:pt x="2822488" y="2951196"/>
                  </a:lnTo>
                  <a:lnTo>
                    <a:pt x="2822582" y="2951196"/>
                  </a:lnTo>
                  <a:lnTo>
                    <a:pt x="2822676" y="2951196"/>
                  </a:lnTo>
                  <a:lnTo>
                    <a:pt x="2822770" y="2951196"/>
                  </a:lnTo>
                  <a:lnTo>
                    <a:pt x="2823240" y="2951196"/>
                  </a:lnTo>
                  <a:lnTo>
                    <a:pt x="2823522" y="2951196"/>
                  </a:lnTo>
                  <a:lnTo>
                    <a:pt x="2823710" y="2951196"/>
                  </a:lnTo>
                  <a:lnTo>
                    <a:pt x="2824086" y="2951196"/>
                  </a:lnTo>
                  <a:lnTo>
                    <a:pt x="2824180" y="2951196"/>
                  </a:lnTo>
                  <a:lnTo>
                    <a:pt x="2824368" y="2951196"/>
                  </a:lnTo>
                  <a:lnTo>
                    <a:pt x="2824462" y="2951196"/>
                  </a:lnTo>
                  <a:lnTo>
                    <a:pt x="2824650" y="2951196"/>
                  </a:lnTo>
                  <a:lnTo>
                    <a:pt x="2824933" y="2951196"/>
                  </a:lnTo>
                  <a:lnTo>
                    <a:pt x="2825309" y="2951196"/>
                  </a:lnTo>
                  <a:lnTo>
                    <a:pt x="2825591" y="2951196"/>
                  </a:lnTo>
                  <a:lnTo>
                    <a:pt x="2825685" y="2951196"/>
                  </a:lnTo>
                  <a:lnTo>
                    <a:pt x="2825779" y="2951196"/>
                  </a:lnTo>
                  <a:lnTo>
                    <a:pt x="2825873" y="2951196"/>
                  </a:lnTo>
                  <a:lnTo>
                    <a:pt x="2825967" y="2951196"/>
                  </a:lnTo>
                  <a:lnTo>
                    <a:pt x="2826061" y="2951196"/>
                  </a:lnTo>
                  <a:lnTo>
                    <a:pt x="2826437" y="2951196"/>
                  </a:lnTo>
                  <a:lnTo>
                    <a:pt x="2826719" y="2951196"/>
                  </a:lnTo>
                  <a:lnTo>
                    <a:pt x="2826813" y="2951196"/>
                  </a:lnTo>
                  <a:lnTo>
                    <a:pt x="2827283" y="2951196"/>
                  </a:lnTo>
                  <a:lnTo>
                    <a:pt x="2827377" y="2951196"/>
                  </a:lnTo>
                  <a:lnTo>
                    <a:pt x="2828129" y="2951196"/>
                  </a:lnTo>
                  <a:lnTo>
                    <a:pt x="2828223" y="2951196"/>
                  </a:lnTo>
                  <a:lnTo>
                    <a:pt x="2828318" y="2951196"/>
                  </a:lnTo>
                  <a:lnTo>
                    <a:pt x="2828506" y="2951196"/>
                  </a:lnTo>
                  <a:lnTo>
                    <a:pt x="2828600" y="2951196"/>
                  </a:lnTo>
                  <a:lnTo>
                    <a:pt x="2828694" y="2951196"/>
                  </a:lnTo>
                  <a:lnTo>
                    <a:pt x="2828882" y="2951196"/>
                  </a:lnTo>
                  <a:lnTo>
                    <a:pt x="2829540" y="2951196"/>
                  </a:lnTo>
                  <a:lnTo>
                    <a:pt x="2829822" y="2951196"/>
                  </a:lnTo>
                  <a:lnTo>
                    <a:pt x="2830010" y="2951196"/>
                  </a:lnTo>
                  <a:lnTo>
                    <a:pt x="2830010" y="2945917"/>
                  </a:lnTo>
                  <a:lnTo>
                    <a:pt x="2830104" y="2945917"/>
                  </a:lnTo>
                  <a:lnTo>
                    <a:pt x="2830762" y="2945917"/>
                  </a:lnTo>
                  <a:lnTo>
                    <a:pt x="2830950" y="2945917"/>
                  </a:lnTo>
                  <a:lnTo>
                    <a:pt x="2831232" y="2945917"/>
                  </a:lnTo>
                  <a:lnTo>
                    <a:pt x="2831326" y="2945917"/>
                  </a:lnTo>
                  <a:lnTo>
                    <a:pt x="2831420" y="2945917"/>
                  </a:lnTo>
                  <a:lnTo>
                    <a:pt x="2831514" y="2945917"/>
                  </a:lnTo>
                  <a:lnTo>
                    <a:pt x="2831608" y="2945917"/>
                  </a:lnTo>
                  <a:lnTo>
                    <a:pt x="2831797" y="2945917"/>
                  </a:lnTo>
                  <a:lnTo>
                    <a:pt x="2832173" y="2945917"/>
                  </a:lnTo>
                  <a:lnTo>
                    <a:pt x="2832267" y="2945917"/>
                  </a:lnTo>
                  <a:lnTo>
                    <a:pt x="2832361" y="2940637"/>
                  </a:lnTo>
                  <a:lnTo>
                    <a:pt x="2832737" y="2940637"/>
                  </a:lnTo>
                  <a:lnTo>
                    <a:pt x="2832831" y="2940637"/>
                  </a:lnTo>
                  <a:lnTo>
                    <a:pt x="2832925" y="2940637"/>
                  </a:lnTo>
                  <a:lnTo>
                    <a:pt x="2833395" y="2940637"/>
                  </a:lnTo>
                  <a:lnTo>
                    <a:pt x="2833583" y="2940637"/>
                  </a:lnTo>
                  <a:lnTo>
                    <a:pt x="2833677" y="2940637"/>
                  </a:lnTo>
                  <a:lnTo>
                    <a:pt x="2833865" y="2935358"/>
                  </a:lnTo>
                  <a:lnTo>
                    <a:pt x="2833959" y="2935358"/>
                  </a:lnTo>
                  <a:lnTo>
                    <a:pt x="2834335" y="2935358"/>
                  </a:lnTo>
                  <a:lnTo>
                    <a:pt x="2834429" y="2935358"/>
                  </a:lnTo>
                  <a:lnTo>
                    <a:pt x="2834617" y="2935358"/>
                  </a:lnTo>
                  <a:lnTo>
                    <a:pt x="2834805" y="2935358"/>
                  </a:lnTo>
                  <a:lnTo>
                    <a:pt x="2835275" y="2935358"/>
                  </a:lnTo>
                  <a:lnTo>
                    <a:pt x="2835370" y="2935358"/>
                  </a:lnTo>
                  <a:lnTo>
                    <a:pt x="2835464" y="2935358"/>
                  </a:lnTo>
                  <a:lnTo>
                    <a:pt x="2835558" y="2935358"/>
                  </a:lnTo>
                  <a:lnTo>
                    <a:pt x="2835652" y="2935358"/>
                  </a:lnTo>
                  <a:lnTo>
                    <a:pt x="2835934" y="2935358"/>
                  </a:lnTo>
                  <a:lnTo>
                    <a:pt x="2836028" y="2935358"/>
                  </a:lnTo>
                  <a:lnTo>
                    <a:pt x="2836404" y="2935358"/>
                  </a:lnTo>
                  <a:lnTo>
                    <a:pt x="2836686" y="2935358"/>
                  </a:lnTo>
                  <a:lnTo>
                    <a:pt x="2836780" y="2935358"/>
                  </a:lnTo>
                  <a:lnTo>
                    <a:pt x="2837062" y="2935358"/>
                  </a:lnTo>
                  <a:lnTo>
                    <a:pt x="2837156" y="2935358"/>
                  </a:lnTo>
                  <a:lnTo>
                    <a:pt x="2837532" y="2935358"/>
                  </a:lnTo>
                  <a:lnTo>
                    <a:pt x="2837814" y="2935358"/>
                  </a:lnTo>
                  <a:lnTo>
                    <a:pt x="2838096" y="2935358"/>
                  </a:lnTo>
                  <a:lnTo>
                    <a:pt x="2838472" y="2935358"/>
                  </a:lnTo>
                  <a:lnTo>
                    <a:pt x="2838566" y="2935358"/>
                  </a:lnTo>
                  <a:lnTo>
                    <a:pt x="2838754" y="2935358"/>
                  </a:lnTo>
                  <a:lnTo>
                    <a:pt x="2839319" y="2935358"/>
                  </a:lnTo>
                  <a:lnTo>
                    <a:pt x="2839601" y="2935358"/>
                  </a:lnTo>
                  <a:lnTo>
                    <a:pt x="2839695" y="2935358"/>
                  </a:lnTo>
                  <a:lnTo>
                    <a:pt x="2840353" y="2930078"/>
                  </a:lnTo>
                  <a:lnTo>
                    <a:pt x="2840635" y="2930078"/>
                  </a:lnTo>
                  <a:lnTo>
                    <a:pt x="2840823" y="2930078"/>
                  </a:lnTo>
                  <a:lnTo>
                    <a:pt x="2841293" y="2930078"/>
                  </a:lnTo>
                  <a:lnTo>
                    <a:pt x="2841387" y="2930078"/>
                  </a:lnTo>
                  <a:lnTo>
                    <a:pt x="2841575" y="2930078"/>
                  </a:lnTo>
                  <a:lnTo>
                    <a:pt x="2841669" y="2930078"/>
                  </a:lnTo>
                  <a:lnTo>
                    <a:pt x="2842139" y="2930078"/>
                  </a:lnTo>
                  <a:lnTo>
                    <a:pt x="2842327" y="2930078"/>
                  </a:lnTo>
                  <a:lnTo>
                    <a:pt x="2842704" y="2930078"/>
                  </a:lnTo>
                  <a:lnTo>
                    <a:pt x="2842798" y="2930078"/>
                  </a:lnTo>
                  <a:lnTo>
                    <a:pt x="2842892" y="2930078"/>
                  </a:lnTo>
                  <a:lnTo>
                    <a:pt x="2842986" y="2930078"/>
                  </a:lnTo>
                  <a:lnTo>
                    <a:pt x="2843080" y="2930078"/>
                  </a:lnTo>
                  <a:lnTo>
                    <a:pt x="2843174" y="2930078"/>
                  </a:lnTo>
                  <a:lnTo>
                    <a:pt x="2843362" y="2930078"/>
                  </a:lnTo>
                  <a:lnTo>
                    <a:pt x="2843550" y="2930078"/>
                  </a:lnTo>
                  <a:lnTo>
                    <a:pt x="2843644" y="2930078"/>
                  </a:lnTo>
                  <a:lnTo>
                    <a:pt x="2843738" y="2930078"/>
                  </a:lnTo>
                  <a:lnTo>
                    <a:pt x="2843926" y="2930078"/>
                  </a:lnTo>
                  <a:lnTo>
                    <a:pt x="2844020" y="2930078"/>
                  </a:lnTo>
                  <a:lnTo>
                    <a:pt x="2844114" y="2930078"/>
                  </a:lnTo>
                  <a:lnTo>
                    <a:pt x="2844302" y="2930078"/>
                  </a:lnTo>
                  <a:lnTo>
                    <a:pt x="2844584" y="2930078"/>
                  </a:lnTo>
                  <a:lnTo>
                    <a:pt x="2844678" y="2930078"/>
                  </a:lnTo>
                  <a:lnTo>
                    <a:pt x="2844772" y="2930078"/>
                  </a:lnTo>
                  <a:lnTo>
                    <a:pt x="2844866" y="2930078"/>
                  </a:lnTo>
                  <a:lnTo>
                    <a:pt x="2845148" y="2924799"/>
                  </a:lnTo>
                  <a:lnTo>
                    <a:pt x="2845336" y="2924799"/>
                  </a:lnTo>
                  <a:lnTo>
                    <a:pt x="2845430" y="2924799"/>
                  </a:lnTo>
                  <a:lnTo>
                    <a:pt x="2845995" y="2924799"/>
                  </a:lnTo>
                  <a:lnTo>
                    <a:pt x="2846089" y="2924799"/>
                  </a:lnTo>
                  <a:lnTo>
                    <a:pt x="2846371" y="2924799"/>
                  </a:lnTo>
                  <a:lnTo>
                    <a:pt x="2846841" y="2924799"/>
                  </a:lnTo>
                  <a:lnTo>
                    <a:pt x="2847123" y="2924799"/>
                  </a:lnTo>
                  <a:lnTo>
                    <a:pt x="2847217" y="2924799"/>
                  </a:lnTo>
                  <a:lnTo>
                    <a:pt x="2847499" y="2924799"/>
                  </a:lnTo>
                  <a:lnTo>
                    <a:pt x="2847687" y="2924799"/>
                  </a:lnTo>
                  <a:lnTo>
                    <a:pt x="2848157" y="2924799"/>
                  </a:lnTo>
                  <a:lnTo>
                    <a:pt x="2848251" y="2924799"/>
                  </a:lnTo>
                  <a:lnTo>
                    <a:pt x="2848345" y="2924799"/>
                  </a:lnTo>
                  <a:lnTo>
                    <a:pt x="2848721" y="2924799"/>
                  </a:lnTo>
                  <a:lnTo>
                    <a:pt x="2849003" y="2924799"/>
                  </a:lnTo>
                  <a:lnTo>
                    <a:pt x="2849097" y="2924799"/>
                  </a:lnTo>
                  <a:lnTo>
                    <a:pt x="2849191" y="2924799"/>
                  </a:lnTo>
                  <a:lnTo>
                    <a:pt x="2852200" y="2914240"/>
                  </a:lnTo>
                  <a:lnTo>
                    <a:pt x="2852576" y="2914240"/>
                  </a:lnTo>
                  <a:lnTo>
                    <a:pt x="2852670" y="2914240"/>
                  </a:lnTo>
                  <a:lnTo>
                    <a:pt x="2852764" y="2914240"/>
                  </a:lnTo>
                  <a:lnTo>
                    <a:pt x="2852858" y="2914240"/>
                  </a:lnTo>
                  <a:lnTo>
                    <a:pt x="2853046" y="2914240"/>
                  </a:lnTo>
                  <a:lnTo>
                    <a:pt x="2853611" y="2914240"/>
                  </a:lnTo>
                  <a:lnTo>
                    <a:pt x="2853705" y="2914240"/>
                  </a:lnTo>
                  <a:lnTo>
                    <a:pt x="2853799" y="2903681"/>
                  </a:lnTo>
                  <a:lnTo>
                    <a:pt x="2854081" y="2903681"/>
                  </a:lnTo>
                  <a:lnTo>
                    <a:pt x="2854175" y="2903681"/>
                  </a:lnTo>
                  <a:lnTo>
                    <a:pt x="2854269" y="2903681"/>
                  </a:lnTo>
                  <a:lnTo>
                    <a:pt x="2854363" y="2903681"/>
                  </a:lnTo>
                  <a:lnTo>
                    <a:pt x="2854551" y="2903681"/>
                  </a:lnTo>
                  <a:lnTo>
                    <a:pt x="2854927" y="2903681"/>
                  </a:lnTo>
                  <a:lnTo>
                    <a:pt x="2855209" y="2903681"/>
                  </a:lnTo>
                  <a:lnTo>
                    <a:pt x="2855303" y="2903681"/>
                  </a:lnTo>
                  <a:lnTo>
                    <a:pt x="2855585" y="2903681"/>
                  </a:lnTo>
                  <a:lnTo>
                    <a:pt x="2855867" y="2903681"/>
                  </a:lnTo>
                  <a:lnTo>
                    <a:pt x="2856149" y="2903681"/>
                  </a:lnTo>
                  <a:lnTo>
                    <a:pt x="2856243" y="2903681"/>
                  </a:lnTo>
                  <a:lnTo>
                    <a:pt x="2856525" y="2903681"/>
                  </a:lnTo>
                  <a:lnTo>
                    <a:pt x="2856620" y="2903681"/>
                  </a:lnTo>
                  <a:lnTo>
                    <a:pt x="2856714" y="2903681"/>
                  </a:lnTo>
                  <a:lnTo>
                    <a:pt x="2856808" y="2903681"/>
                  </a:lnTo>
                  <a:lnTo>
                    <a:pt x="2857090" y="2903681"/>
                  </a:lnTo>
                  <a:lnTo>
                    <a:pt x="2857184" y="2903681"/>
                  </a:lnTo>
                  <a:lnTo>
                    <a:pt x="2857278" y="2903681"/>
                  </a:lnTo>
                  <a:lnTo>
                    <a:pt x="2857372" y="2903681"/>
                  </a:lnTo>
                  <a:lnTo>
                    <a:pt x="2857466" y="2903681"/>
                  </a:lnTo>
                  <a:lnTo>
                    <a:pt x="2857654" y="2903681"/>
                  </a:lnTo>
                  <a:lnTo>
                    <a:pt x="2857748" y="2903681"/>
                  </a:lnTo>
                  <a:lnTo>
                    <a:pt x="2857936" y="2903681"/>
                  </a:lnTo>
                  <a:lnTo>
                    <a:pt x="2858124" y="2903681"/>
                  </a:lnTo>
                  <a:lnTo>
                    <a:pt x="2858218" y="2903681"/>
                  </a:lnTo>
                  <a:lnTo>
                    <a:pt x="2858406" y="2903681"/>
                  </a:lnTo>
                  <a:lnTo>
                    <a:pt x="2858500" y="2903681"/>
                  </a:lnTo>
                  <a:lnTo>
                    <a:pt x="2858688" y="2903681"/>
                  </a:lnTo>
                  <a:lnTo>
                    <a:pt x="2858970" y="2903681"/>
                  </a:lnTo>
                  <a:lnTo>
                    <a:pt x="2859252" y="2903681"/>
                  </a:lnTo>
                  <a:lnTo>
                    <a:pt x="2859534" y="2903681"/>
                  </a:lnTo>
                  <a:lnTo>
                    <a:pt x="2859628" y="2903681"/>
                  </a:lnTo>
                  <a:lnTo>
                    <a:pt x="2859722" y="2903681"/>
                  </a:lnTo>
                  <a:lnTo>
                    <a:pt x="2860475" y="2903681"/>
                  </a:lnTo>
                  <a:lnTo>
                    <a:pt x="2860757" y="2903681"/>
                  </a:lnTo>
                  <a:lnTo>
                    <a:pt x="2860851" y="2903681"/>
                  </a:lnTo>
                  <a:lnTo>
                    <a:pt x="2861697" y="2903681"/>
                  </a:lnTo>
                  <a:lnTo>
                    <a:pt x="2861791" y="2903681"/>
                  </a:lnTo>
                  <a:lnTo>
                    <a:pt x="2861885" y="2903681"/>
                  </a:lnTo>
                  <a:lnTo>
                    <a:pt x="2862543" y="2903681"/>
                  </a:lnTo>
                  <a:lnTo>
                    <a:pt x="2862637" y="2903681"/>
                  </a:lnTo>
                  <a:lnTo>
                    <a:pt x="2862731" y="2898402"/>
                  </a:lnTo>
                  <a:lnTo>
                    <a:pt x="2862825" y="2898402"/>
                  </a:lnTo>
                  <a:lnTo>
                    <a:pt x="2863201" y="2898402"/>
                  </a:lnTo>
                  <a:lnTo>
                    <a:pt x="2863577" y="2898402"/>
                  </a:lnTo>
                  <a:lnTo>
                    <a:pt x="2864048" y="2898402"/>
                  </a:lnTo>
                  <a:lnTo>
                    <a:pt x="2864330" y="2898402"/>
                  </a:lnTo>
                  <a:lnTo>
                    <a:pt x="2864706" y="2898402"/>
                  </a:lnTo>
                  <a:lnTo>
                    <a:pt x="2865082" y="2898402"/>
                  </a:lnTo>
                  <a:lnTo>
                    <a:pt x="2865176" y="2898402"/>
                  </a:lnTo>
                  <a:lnTo>
                    <a:pt x="2865270" y="2898402"/>
                  </a:lnTo>
                  <a:lnTo>
                    <a:pt x="2865364" y="2898402"/>
                  </a:lnTo>
                  <a:lnTo>
                    <a:pt x="2865458" y="2898402"/>
                  </a:lnTo>
                  <a:lnTo>
                    <a:pt x="2865646" y="2898402"/>
                  </a:lnTo>
                  <a:lnTo>
                    <a:pt x="2865834" y="2898402"/>
                  </a:lnTo>
                  <a:lnTo>
                    <a:pt x="2865928" y="2898402"/>
                  </a:lnTo>
                  <a:lnTo>
                    <a:pt x="2866304" y="2898402"/>
                  </a:lnTo>
                  <a:lnTo>
                    <a:pt x="2866586" y="2898402"/>
                  </a:lnTo>
                  <a:lnTo>
                    <a:pt x="2866868" y="2898402"/>
                  </a:lnTo>
                  <a:lnTo>
                    <a:pt x="2866962" y="2898402"/>
                  </a:lnTo>
                  <a:lnTo>
                    <a:pt x="2867150" y="2898402"/>
                  </a:lnTo>
                  <a:lnTo>
                    <a:pt x="2867715" y="2898402"/>
                  </a:lnTo>
                  <a:lnTo>
                    <a:pt x="2867809" y="2898402"/>
                  </a:lnTo>
                  <a:lnTo>
                    <a:pt x="2867903" y="2898402"/>
                  </a:lnTo>
                  <a:lnTo>
                    <a:pt x="2868091" y="2898402"/>
                  </a:lnTo>
                  <a:lnTo>
                    <a:pt x="2868467" y="2898402"/>
                  </a:lnTo>
                  <a:lnTo>
                    <a:pt x="2868749" y="2898402"/>
                  </a:lnTo>
                  <a:lnTo>
                    <a:pt x="2868937" y="2898402"/>
                  </a:lnTo>
                  <a:lnTo>
                    <a:pt x="2869031" y="2898402"/>
                  </a:lnTo>
                  <a:lnTo>
                    <a:pt x="2869501" y="2898402"/>
                  </a:lnTo>
                  <a:lnTo>
                    <a:pt x="2869783" y="2898402"/>
                  </a:lnTo>
                  <a:lnTo>
                    <a:pt x="2869877" y="2898402"/>
                  </a:lnTo>
                  <a:lnTo>
                    <a:pt x="2870065" y="2898402"/>
                  </a:lnTo>
                  <a:lnTo>
                    <a:pt x="2870159" y="2898402"/>
                  </a:lnTo>
                  <a:lnTo>
                    <a:pt x="2870253" y="2898402"/>
                  </a:lnTo>
                  <a:lnTo>
                    <a:pt x="2870629" y="2898402"/>
                  </a:lnTo>
                  <a:lnTo>
                    <a:pt x="2871006" y="2898402"/>
                  </a:lnTo>
                  <a:lnTo>
                    <a:pt x="2871382" y="2898402"/>
                  </a:lnTo>
                  <a:lnTo>
                    <a:pt x="2871476" y="2898402"/>
                  </a:lnTo>
                  <a:lnTo>
                    <a:pt x="2871758" y="2898402"/>
                  </a:lnTo>
                  <a:lnTo>
                    <a:pt x="2871852" y="2898402"/>
                  </a:lnTo>
                  <a:lnTo>
                    <a:pt x="2871946" y="2898402"/>
                  </a:lnTo>
                  <a:lnTo>
                    <a:pt x="2872134" y="2898402"/>
                  </a:lnTo>
                  <a:lnTo>
                    <a:pt x="2872228" y="2898402"/>
                  </a:lnTo>
                  <a:lnTo>
                    <a:pt x="2872322" y="2898402"/>
                  </a:lnTo>
                  <a:lnTo>
                    <a:pt x="2872604" y="2898402"/>
                  </a:lnTo>
                  <a:lnTo>
                    <a:pt x="2873168" y="2898402"/>
                  </a:lnTo>
                  <a:lnTo>
                    <a:pt x="2873262" y="2898402"/>
                  </a:lnTo>
                  <a:lnTo>
                    <a:pt x="2873450" y="2898402"/>
                  </a:lnTo>
                  <a:lnTo>
                    <a:pt x="2873544" y="2898402"/>
                  </a:lnTo>
                  <a:lnTo>
                    <a:pt x="2873638" y="2898402"/>
                  </a:lnTo>
                  <a:lnTo>
                    <a:pt x="2873732" y="2898402"/>
                  </a:lnTo>
                  <a:lnTo>
                    <a:pt x="2873920" y="2893122"/>
                  </a:lnTo>
                  <a:lnTo>
                    <a:pt x="2874296" y="2893122"/>
                  </a:lnTo>
                  <a:lnTo>
                    <a:pt x="2874767" y="2893122"/>
                  </a:lnTo>
                  <a:lnTo>
                    <a:pt x="2874955" y="2893122"/>
                  </a:lnTo>
                  <a:lnTo>
                    <a:pt x="2875049" y="2893122"/>
                  </a:lnTo>
                  <a:lnTo>
                    <a:pt x="2875143" y="2893122"/>
                  </a:lnTo>
                  <a:lnTo>
                    <a:pt x="2875425" y="2893122"/>
                  </a:lnTo>
                  <a:lnTo>
                    <a:pt x="2875613" y="2893122"/>
                  </a:lnTo>
                  <a:lnTo>
                    <a:pt x="2875707" y="2893122"/>
                  </a:lnTo>
                  <a:lnTo>
                    <a:pt x="2875801" y="2893122"/>
                  </a:lnTo>
                  <a:lnTo>
                    <a:pt x="2876177" y="2887843"/>
                  </a:lnTo>
                  <a:lnTo>
                    <a:pt x="2876647" y="2887843"/>
                  </a:lnTo>
                  <a:lnTo>
                    <a:pt x="2876741" y="2887843"/>
                  </a:lnTo>
                  <a:lnTo>
                    <a:pt x="2876835" y="2887843"/>
                  </a:lnTo>
                  <a:lnTo>
                    <a:pt x="2876929" y="2887843"/>
                  </a:lnTo>
                  <a:lnTo>
                    <a:pt x="2877023" y="2887843"/>
                  </a:lnTo>
                  <a:lnTo>
                    <a:pt x="2877117" y="2887843"/>
                  </a:lnTo>
                  <a:lnTo>
                    <a:pt x="2877399" y="2887843"/>
                  </a:lnTo>
                  <a:lnTo>
                    <a:pt x="2877493" y="2887843"/>
                  </a:lnTo>
                  <a:lnTo>
                    <a:pt x="2877587" y="2887843"/>
                  </a:lnTo>
                  <a:lnTo>
                    <a:pt x="2878152" y="2887843"/>
                  </a:lnTo>
                  <a:lnTo>
                    <a:pt x="2878246" y="2887843"/>
                  </a:lnTo>
                  <a:lnTo>
                    <a:pt x="2878340" y="2887843"/>
                  </a:lnTo>
                  <a:lnTo>
                    <a:pt x="2878904" y="2887843"/>
                  </a:lnTo>
                  <a:lnTo>
                    <a:pt x="2878998" y="2887843"/>
                  </a:lnTo>
                  <a:lnTo>
                    <a:pt x="2879186" y="2887843"/>
                  </a:lnTo>
                  <a:lnTo>
                    <a:pt x="2879374" y="2887843"/>
                  </a:lnTo>
                  <a:lnTo>
                    <a:pt x="2880408" y="2887843"/>
                  </a:lnTo>
                  <a:lnTo>
                    <a:pt x="2880502" y="2887843"/>
                  </a:lnTo>
                  <a:lnTo>
                    <a:pt x="2880596" y="2887843"/>
                  </a:lnTo>
                  <a:lnTo>
                    <a:pt x="2880690" y="2887843"/>
                  </a:lnTo>
                  <a:lnTo>
                    <a:pt x="2880784" y="2887843"/>
                  </a:lnTo>
                  <a:lnTo>
                    <a:pt x="2881725" y="2887843"/>
                  </a:lnTo>
                  <a:lnTo>
                    <a:pt x="2882101" y="2887843"/>
                  </a:lnTo>
                  <a:lnTo>
                    <a:pt x="2882289" y="2887843"/>
                  </a:lnTo>
                  <a:lnTo>
                    <a:pt x="2882665" y="2887843"/>
                  </a:lnTo>
                  <a:lnTo>
                    <a:pt x="2882759" y="2887843"/>
                  </a:lnTo>
                  <a:lnTo>
                    <a:pt x="2882853" y="2887843"/>
                  </a:lnTo>
                  <a:lnTo>
                    <a:pt x="2883135" y="2887843"/>
                  </a:lnTo>
                  <a:lnTo>
                    <a:pt x="2883229" y="2887843"/>
                  </a:lnTo>
                  <a:lnTo>
                    <a:pt x="2883699" y="2887843"/>
                  </a:lnTo>
                  <a:lnTo>
                    <a:pt x="2883793" y="2887843"/>
                  </a:lnTo>
                  <a:lnTo>
                    <a:pt x="2883981" y="2887843"/>
                  </a:lnTo>
                  <a:lnTo>
                    <a:pt x="2884075" y="2887843"/>
                  </a:lnTo>
                  <a:lnTo>
                    <a:pt x="2884357" y="2887843"/>
                  </a:lnTo>
                  <a:lnTo>
                    <a:pt x="2884733" y="2887843"/>
                  </a:lnTo>
                  <a:lnTo>
                    <a:pt x="2884827" y="2887843"/>
                  </a:lnTo>
                  <a:lnTo>
                    <a:pt x="2885204" y="2882564"/>
                  </a:lnTo>
                  <a:lnTo>
                    <a:pt x="2885580" y="2882564"/>
                  </a:lnTo>
                  <a:lnTo>
                    <a:pt x="2886520" y="2882564"/>
                  </a:lnTo>
                  <a:lnTo>
                    <a:pt x="2886708" y="2882564"/>
                  </a:lnTo>
                  <a:lnTo>
                    <a:pt x="2886802" y="2882564"/>
                  </a:lnTo>
                  <a:lnTo>
                    <a:pt x="2886990" y="2882564"/>
                  </a:lnTo>
                  <a:lnTo>
                    <a:pt x="2887272" y="2877284"/>
                  </a:lnTo>
                  <a:lnTo>
                    <a:pt x="2888306" y="2877284"/>
                  </a:lnTo>
                  <a:lnTo>
                    <a:pt x="2888400" y="2877284"/>
                  </a:lnTo>
                  <a:lnTo>
                    <a:pt x="2888494" y="2877284"/>
                  </a:lnTo>
                  <a:lnTo>
                    <a:pt x="2888589" y="2877284"/>
                  </a:lnTo>
                  <a:lnTo>
                    <a:pt x="2888683" y="2877284"/>
                  </a:lnTo>
                  <a:lnTo>
                    <a:pt x="2888871" y="2877284"/>
                  </a:lnTo>
                  <a:lnTo>
                    <a:pt x="2889059" y="2877284"/>
                  </a:lnTo>
                  <a:lnTo>
                    <a:pt x="2889529" y="2872005"/>
                  </a:lnTo>
                  <a:lnTo>
                    <a:pt x="2889623" y="2872005"/>
                  </a:lnTo>
                  <a:lnTo>
                    <a:pt x="2890187" y="2872005"/>
                  </a:lnTo>
                  <a:lnTo>
                    <a:pt x="2890375" y="2872005"/>
                  </a:lnTo>
                  <a:lnTo>
                    <a:pt x="2890469" y="2872005"/>
                  </a:lnTo>
                  <a:lnTo>
                    <a:pt x="2890751" y="2872005"/>
                  </a:lnTo>
                  <a:lnTo>
                    <a:pt x="2890845" y="2872005"/>
                  </a:lnTo>
                  <a:lnTo>
                    <a:pt x="2891033" y="2872005"/>
                  </a:lnTo>
                  <a:lnTo>
                    <a:pt x="2891409" y="2872005"/>
                  </a:lnTo>
                  <a:lnTo>
                    <a:pt x="2891503" y="2872005"/>
                  </a:lnTo>
                  <a:lnTo>
                    <a:pt x="2891785" y="2872005"/>
                  </a:lnTo>
                  <a:lnTo>
                    <a:pt x="2891879" y="2872005"/>
                  </a:lnTo>
                  <a:lnTo>
                    <a:pt x="2892068" y="2872005"/>
                  </a:lnTo>
                  <a:lnTo>
                    <a:pt x="2892162" y="2872005"/>
                  </a:lnTo>
                  <a:lnTo>
                    <a:pt x="2892444" y="2872005"/>
                  </a:lnTo>
                  <a:lnTo>
                    <a:pt x="2892538" y="2872005"/>
                  </a:lnTo>
                  <a:lnTo>
                    <a:pt x="2892726" y="2872005"/>
                  </a:lnTo>
                  <a:lnTo>
                    <a:pt x="2892820" y="2872005"/>
                  </a:lnTo>
                  <a:lnTo>
                    <a:pt x="2893102" y="2872005"/>
                  </a:lnTo>
                  <a:lnTo>
                    <a:pt x="2893196" y="2872005"/>
                  </a:lnTo>
                  <a:lnTo>
                    <a:pt x="2893478" y="2872005"/>
                  </a:lnTo>
                  <a:lnTo>
                    <a:pt x="2893666" y="2872005"/>
                  </a:lnTo>
                  <a:lnTo>
                    <a:pt x="2894042" y="2872005"/>
                  </a:lnTo>
                  <a:lnTo>
                    <a:pt x="2894136" y="2872005"/>
                  </a:lnTo>
                  <a:lnTo>
                    <a:pt x="2894230" y="2872005"/>
                  </a:lnTo>
                  <a:lnTo>
                    <a:pt x="2894324" y="2872005"/>
                  </a:lnTo>
                  <a:lnTo>
                    <a:pt x="2894700" y="2866725"/>
                  </a:lnTo>
                  <a:lnTo>
                    <a:pt x="2894888" y="2856166"/>
                  </a:lnTo>
                  <a:lnTo>
                    <a:pt x="2895076" y="2856166"/>
                  </a:lnTo>
                  <a:lnTo>
                    <a:pt x="2895358" y="2856166"/>
                  </a:lnTo>
                  <a:lnTo>
                    <a:pt x="2895452" y="2856166"/>
                  </a:lnTo>
                  <a:lnTo>
                    <a:pt x="2896017" y="2856166"/>
                  </a:lnTo>
                  <a:lnTo>
                    <a:pt x="2896205" y="2856166"/>
                  </a:lnTo>
                  <a:lnTo>
                    <a:pt x="2896487" y="2856166"/>
                  </a:lnTo>
                  <a:lnTo>
                    <a:pt x="2896581" y="2856166"/>
                  </a:lnTo>
                  <a:lnTo>
                    <a:pt x="2897145" y="2850887"/>
                  </a:lnTo>
                  <a:lnTo>
                    <a:pt x="2897427" y="2850887"/>
                  </a:lnTo>
                  <a:lnTo>
                    <a:pt x="2897991" y="2850887"/>
                  </a:lnTo>
                  <a:lnTo>
                    <a:pt x="2898273" y="2850887"/>
                  </a:lnTo>
                  <a:lnTo>
                    <a:pt x="2898367" y="2850887"/>
                  </a:lnTo>
                  <a:lnTo>
                    <a:pt x="2898555" y="2850887"/>
                  </a:lnTo>
                  <a:lnTo>
                    <a:pt x="2899119" y="2850887"/>
                  </a:lnTo>
                  <a:lnTo>
                    <a:pt x="2899684" y="2850887"/>
                  </a:lnTo>
                  <a:lnTo>
                    <a:pt x="2899872" y="2850887"/>
                  </a:lnTo>
                  <a:lnTo>
                    <a:pt x="2899966" y="2850887"/>
                  </a:lnTo>
                  <a:lnTo>
                    <a:pt x="2900060" y="2850887"/>
                  </a:lnTo>
                  <a:lnTo>
                    <a:pt x="2900248" y="2845608"/>
                  </a:lnTo>
                  <a:lnTo>
                    <a:pt x="2900624" y="2845608"/>
                  </a:lnTo>
                  <a:lnTo>
                    <a:pt x="2901000" y="2845608"/>
                  </a:lnTo>
                  <a:lnTo>
                    <a:pt x="2901094" y="2845608"/>
                  </a:lnTo>
                  <a:lnTo>
                    <a:pt x="2901188" y="2845608"/>
                  </a:lnTo>
                  <a:lnTo>
                    <a:pt x="2901376" y="2845608"/>
                  </a:lnTo>
                  <a:lnTo>
                    <a:pt x="2902504" y="2845608"/>
                  </a:lnTo>
                  <a:lnTo>
                    <a:pt x="2902598" y="2845608"/>
                  </a:lnTo>
                  <a:lnTo>
                    <a:pt x="2902881" y="2845608"/>
                  </a:lnTo>
                  <a:lnTo>
                    <a:pt x="2902975" y="2845608"/>
                  </a:lnTo>
                  <a:lnTo>
                    <a:pt x="2903163" y="2845608"/>
                  </a:lnTo>
                  <a:lnTo>
                    <a:pt x="2903257" y="2845608"/>
                  </a:lnTo>
                  <a:lnTo>
                    <a:pt x="2903351" y="2845608"/>
                  </a:lnTo>
                  <a:lnTo>
                    <a:pt x="2903445" y="2840328"/>
                  </a:lnTo>
                  <a:lnTo>
                    <a:pt x="2903539" y="2840328"/>
                  </a:lnTo>
                  <a:lnTo>
                    <a:pt x="2903727" y="2840328"/>
                  </a:lnTo>
                  <a:lnTo>
                    <a:pt x="2904009" y="2840328"/>
                  </a:lnTo>
                  <a:lnTo>
                    <a:pt x="2904103" y="2840328"/>
                  </a:lnTo>
                  <a:lnTo>
                    <a:pt x="2904197" y="2840328"/>
                  </a:lnTo>
                  <a:lnTo>
                    <a:pt x="2904291" y="2840328"/>
                  </a:lnTo>
                  <a:lnTo>
                    <a:pt x="2904573" y="2840328"/>
                  </a:lnTo>
                  <a:lnTo>
                    <a:pt x="2905231" y="2840328"/>
                  </a:lnTo>
                  <a:lnTo>
                    <a:pt x="2905325" y="2840328"/>
                  </a:lnTo>
                  <a:lnTo>
                    <a:pt x="2905513" y="2840328"/>
                  </a:lnTo>
                  <a:lnTo>
                    <a:pt x="2905701" y="2840328"/>
                  </a:lnTo>
                  <a:lnTo>
                    <a:pt x="2905983" y="2835049"/>
                  </a:lnTo>
                  <a:lnTo>
                    <a:pt x="2906077" y="2835049"/>
                  </a:lnTo>
                  <a:lnTo>
                    <a:pt x="2906171" y="2835049"/>
                  </a:lnTo>
                  <a:lnTo>
                    <a:pt x="2906360" y="2829769"/>
                  </a:lnTo>
                  <a:lnTo>
                    <a:pt x="2906548" y="2829769"/>
                  </a:lnTo>
                  <a:lnTo>
                    <a:pt x="2907018" y="2829769"/>
                  </a:lnTo>
                  <a:lnTo>
                    <a:pt x="2907582" y="2829769"/>
                  </a:lnTo>
                  <a:lnTo>
                    <a:pt x="2907676" y="2829769"/>
                  </a:lnTo>
                  <a:lnTo>
                    <a:pt x="2907770" y="2829769"/>
                  </a:lnTo>
                  <a:lnTo>
                    <a:pt x="2908052" y="2829769"/>
                  </a:lnTo>
                  <a:lnTo>
                    <a:pt x="2908146" y="2829769"/>
                  </a:lnTo>
                  <a:lnTo>
                    <a:pt x="2908334" y="2829769"/>
                  </a:lnTo>
                  <a:lnTo>
                    <a:pt x="2908428" y="2829769"/>
                  </a:lnTo>
                  <a:lnTo>
                    <a:pt x="2908522" y="2829769"/>
                  </a:lnTo>
                  <a:lnTo>
                    <a:pt x="2908992" y="2829769"/>
                  </a:lnTo>
                  <a:lnTo>
                    <a:pt x="2909274" y="2829769"/>
                  </a:lnTo>
                  <a:lnTo>
                    <a:pt x="2910121" y="2829769"/>
                  </a:lnTo>
                  <a:lnTo>
                    <a:pt x="2910215" y="2829769"/>
                  </a:lnTo>
                  <a:lnTo>
                    <a:pt x="2910309" y="2829769"/>
                  </a:lnTo>
                  <a:lnTo>
                    <a:pt x="2910403" y="2829769"/>
                  </a:lnTo>
                  <a:lnTo>
                    <a:pt x="2910497" y="2829769"/>
                  </a:lnTo>
                  <a:lnTo>
                    <a:pt x="2910685" y="2829769"/>
                  </a:lnTo>
                  <a:lnTo>
                    <a:pt x="2910873" y="2829769"/>
                  </a:lnTo>
                  <a:lnTo>
                    <a:pt x="2911249" y="2829769"/>
                  </a:lnTo>
                  <a:lnTo>
                    <a:pt x="2911343" y="2829769"/>
                  </a:lnTo>
                  <a:lnTo>
                    <a:pt x="2911437" y="2829769"/>
                  </a:lnTo>
                  <a:lnTo>
                    <a:pt x="2911719" y="2829769"/>
                  </a:lnTo>
                  <a:lnTo>
                    <a:pt x="2911813" y="2829769"/>
                  </a:lnTo>
                  <a:lnTo>
                    <a:pt x="2911907" y="2829769"/>
                  </a:lnTo>
                  <a:lnTo>
                    <a:pt x="2912001" y="2829769"/>
                  </a:lnTo>
                  <a:lnTo>
                    <a:pt x="2912095" y="2829769"/>
                  </a:lnTo>
                  <a:lnTo>
                    <a:pt x="2912283" y="2829769"/>
                  </a:lnTo>
                  <a:lnTo>
                    <a:pt x="2912377" y="2829769"/>
                  </a:lnTo>
                  <a:lnTo>
                    <a:pt x="2912471" y="2829769"/>
                  </a:lnTo>
                  <a:lnTo>
                    <a:pt x="2912659" y="2829769"/>
                  </a:lnTo>
                  <a:lnTo>
                    <a:pt x="2912941" y="2829769"/>
                  </a:lnTo>
                  <a:lnTo>
                    <a:pt x="2913035" y="2829769"/>
                  </a:lnTo>
                  <a:lnTo>
                    <a:pt x="2913506" y="2829769"/>
                  </a:lnTo>
                  <a:lnTo>
                    <a:pt x="2913882" y="2829769"/>
                  </a:lnTo>
                  <a:lnTo>
                    <a:pt x="2913976" y="2829769"/>
                  </a:lnTo>
                  <a:lnTo>
                    <a:pt x="2914070" y="2829769"/>
                  </a:lnTo>
                  <a:lnTo>
                    <a:pt x="2914352" y="2824490"/>
                  </a:lnTo>
                  <a:lnTo>
                    <a:pt x="2915198" y="2824490"/>
                  </a:lnTo>
                  <a:lnTo>
                    <a:pt x="2915574" y="2824490"/>
                  </a:lnTo>
                  <a:lnTo>
                    <a:pt x="2916044" y="2824490"/>
                  </a:lnTo>
                  <a:lnTo>
                    <a:pt x="2916232" y="2824490"/>
                  </a:lnTo>
                  <a:lnTo>
                    <a:pt x="2916608" y="2824490"/>
                  </a:lnTo>
                  <a:lnTo>
                    <a:pt x="2916796" y="2824490"/>
                  </a:lnTo>
                  <a:lnTo>
                    <a:pt x="2917173" y="2824490"/>
                  </a:lnTo>
                  <a:lnTo>
                    <a:pt x="2917361" y="2824490"/>
                  </a:lnTo>
                  <a:lnTo>
                    <a:pt x="2917455" y="2824490"/>
                  </a:lnTo>
                  <a:lnTo>
                    <a:pt x="2917643" y="2824490"/>
                  </a:lnTo>
                  <a:lnTo>
                    <a:pt x="2917831" y="2824490"/>
                  </a:lnTo>
                  <a:lnTo>
                    <a:pt x="2918019" y="2819210"/>
                  </a:lnTo>
                  <a:lnTo>
                    <a:pt x="2918113" y="2819210"/>
                  </a:lnTo>
                  <a:lnTo>
                    <a:pt x="2919429" y="2819210"/>
                  </a:lnTo>
                  <a:lnTo>
                    <a:pt x="2919711" y="2819210"/>
                  </a:lnTo>
                  <a:lnTo>
                    <a:pt x="2919805" y="2819210"/>
                  </a:lnTo>
                  <a:lnTo>
                    <a:pt x="2919993" y="2819210"/>
                  </a:lnTo>
                  <a:lnTo>
                    <a:pt x="2920181" y="2819210"/>
                  </a:lnTo>
                  <a:lnTo>
                    <a:pt x="2920275" y="2819210"/>
                  </a:lnTo>
                  <a:lnTo>
                    <a:pt x="2920369" y="2819210"/>
                  </a:lnTo>
                  <a:lnTo>
                    <a:pt x="2920934" y="2819210"/>
                  </a:lnTo>
                  <a:lnTo>
                    <a:pt x="2921122" y="2819210"/>
                  </a:lnTo>
                  <a:lnTo>
                    <a:pt x="2921216" y="2819210"/>
                  </a:lnTo>
                  <a:lnTo>
                    <a:pt x="2921310" y="2819210"/>
                  </a:lnTo>
                  <a:lnTo>
                    <a:pt x="2921592" y="2819210"/>
                  </a:lnTo>
                  <a:lnTo>
                    <a:pt x="2921780" y="2819210"/>
                  </a:lnTo>
                  <a:lnTo>
                    <a:pt x="2921874" y="2819210"/>
                  </a:lnTo>
                  <a:lnTo>
                    <a:pt x="2922062" y="2819210"/>
                  </a:lnTo>
                  <a:lnTo>
                    <a:pt x="2922156" y="2819210"/>
                  </a:lnTo>
                  <a:lnTo>
                    <a:pt x="2922626" y="2819210"/>
                  </a:lnTo>
                  <a:lnTo>
                    <a:pt x="2922720" y="2819210"/>
                  </a:lnTo>
                  <a:lnTo>
                    <a:pt x="2923472" y="2819210"/>
                  </a:lnTo>
                  <a:lnTo>
                    <a:pt x="2923566" y="2819210"/>
                  </a:lnTo>
                  <a:lnTo>
                    <a:pt x="2923660" y="2819210"/>
                  </a:lnTo>
                  <a:lnTo>
                    <a:pt x="2923848" y="2819210"/>
                  </a:lnTo>
                  <a:lnTo>
                    <a:pt x="2924037" y="2819210"/>
                  </a:lnTo>
                  <a:lnTo>
                    <a:pt x="2924131" y="2819210"/>
                  </a:lnTo>
                  <a:lnTo>
                    <a:pt x="2924319" y="2819210"/>
                  </a:lnTo>
                  <a:lnTo>
                    <a:pt x="2924789" y="2819210"/>
                  </a:lnTo>
                  <a:lnTo>
                    <a:pt x="2924883" y="2819210"/>
                  </a:lnTo>
                  <a:lnTo>
                    <a:pt x="2925071" y="2819210"/>
                  </a:lnTo>
                  <a:lnTo>
                    <a:pt x="2925259" y="2819210"/>
                  </a:lnTo>
                  <a:lnTo>
                    <a:pt x="2925635" y="2819210"/>
                  </a:lnTo>
                  <a:lnTo>
                    <a:pt x="2926011" y="2819210"/>
                  </a:lnTo>
                  <a:lnTo>
                    <a:pt x="2926199" y="2819210"/>
                  </a:lnTo>
                  <a:lnTo>
                    <a:pt x="2926481" y="2819210"/>
                  </a:lnTo>
                  <a:lnTo>
                    <a:pt x="2926951" y="2819210"/>
                  </a:lnTo>
                  <a:lnTo>
                    <a:pt x="2927233" y="2819210"/>
                  </a:lnTo>
                  <a:lnTo>
                    <a:pt x="2927704" y="2819210"/>
                  </a:lnTo>
                  <a:lnTo>
                    <a:pt x="2927798" y="2819210"/>
                  </a:lnTo>
                  <a:lnTo>
                    <a:pt x="2927986" y="2819210"/>
                  </a:lnTo>
                  <a:lnTo>
                    <a:pt x="2928362" y="2819210"/>
                  </a:lnTo>
                  <a:lnTo>
                    <a:pt x="2928644" y="2819210"/>
                  </a:lnTo>
                  <a:lnTo>
                    <a:pt x="2929302" y="2819210"/>
                  </a:lnTo>
                  <a:lnTo>
                    <a:pt x="2929490" y="2819210"/>
                  </a:lnTo>
                  <a:lnTo>
                    <a:pt x="2930054" y="2819210"/>
                  </a:lnTo>
                  <a:lnTo>
                    <a:pt x="2930242" y="2819210"/>
                  </a:lnTo>
                  <a:lnTo>
                    <a:pt x="2930430" y="2819210"/>
                  </a:lnTo>
                  <a:lnTo>
                    <a:pt x="2930618" y="2819210"/>
                  </a:lnTo>
                  <a:lnTo>
                    <a:pt x="2931089" y="2819210"/>
                  </a:lnTo>
                  <a:lnTo>
                    <a:pt x="2931277" y="2819210"/>
                  </a:lnTo>
                  <a:lnTo>
                    <a:pt x="2931653" y="2819210"/>
                  </a:lnTo>
                  <a:lnTo>
                    <a:pt x="2932311" y="2819210"/>
                  </a:lnTo>
                  <a:lnTo>
                    <a:pt x="2932687" y="2819210"/>
                  </a:lnTo>
                  <a:lnTo>
                    <a:pt x="2932781" y="2819210"/>
                  </a:lnTo>
                  <a:lnTo>
                    <a:pt x="2933157" y="2819210"/>
                  </a:lnTo>
                  <a:lnTo>
                    <a:pt x="2933251" y="2819210"/>
                  </a:lnTo>
                  <a:lnTo>
                    <a:pt x="2933345" y="2819210"/>
                  </a:lnTo>
                  <a:lnTo>
                    <a:pt x="2933533" y="2819210"/>
                  </a:lnTo>
                  <a:lnTo>
                    <a:pt x="2933815" y="2819210"/>
                  </a:lnTo>
                  <a:lnTo>
                    <a:pt x="2934756" y="2819210"/>
                  </a:lnTo>
                  <a:lnTo>
                    <a:pt x="2934944" y="2819210"/>
                  </a:lnTo>
                  <a:lnTo>
                    <a:pt x="2935132" y="2819210"/>
                  </a:lnTo>
                  <a:lnTo>
                    <a:pt x="2935226" y="2819210"/>
                  </a:lnTo>
                  <a:lnTo>
                    <a:pt x="2935696" y="2819210"/>
                  </a:lnTo>
                  <a:lnTo>
                    <a:pt x="2935790" y="2819210"/>
                  </a:lnTo>
                  <a:lnTo>
                    <a:pt x="2935884" y="2819210"/>
                  </a:lnTo>
                  <a:lnTo>
                    <a:pt x="2935978" y="2819210"/>
                  </a:lnTo>
                  <a:lnTo>
                    <a:pt x="2936636" y="2819210"/>
                  </a:lnTo>
                  <a:lnTo>
                    <a:pt x="2936730" y="2819210"/>
                  </a:lnTo>
                  <a:lnTo>
                    <a:pt x="2936918" y="2819210"/>
                  </a:lnTo>
                  <a:lnTo>
                    <a:pt x="2937388" y="2819210"/>
                  </a:lnTo>
                  <a:lnTo>
                    <a:pt x="2937482" y="2819210"/>
                  </a:lnTo>
                  <a:lnTo>
                    <a:pt x="2937858" y="2813931"/>
                  </a:lnTo>
                  <a:lnTo>
                    <a:pt x="2938141" y="2813931"/>
                  </a:lnTo>
                  <a:lnTo>
                    <a:pt x="2938235" y="2813931"/>
                  </a:lnTo>
                  <a:lnTo>
                    <a:pt x="2938329" y="2813931"/>
                  </a:lnTo>
                  <a:lnTo>
                    <a:pt x="2938423" y="2813931"/>
                  </a:lnTo>
                  <a:lnTo>
                    <a:pt x="2938799" y="2813931"/>
                  </a:lnTo>
                  <a:lnTo>
                    <a:pt x="2938987" y="2813931"/>
                  </a:lnTo>
                  <a:lnTo>
                    <a:pt x="2939269" y="2813931"/>
                  </a:lnTo>
                  <a:lnTo>
                    <a:pt x="2939551" y="2813931"/>
                  </a:lnTo>
                  <a:lnTo>
                    <a:pt x="2939645" y="2813931"/>
                  </a:lnTo>
                  <a:lnTo>
                    <a:pt x="2939833" y="2813931"/>
                  </a:lnTo>
                  <a:lnTo>
                    <a:pt x="2940021" y="2813931"/>
                  </a:lnTo>
                  <a:lnTo>
                    <a:pt x="2940115" y="2813931"/>
                  </a:lnTo>
                  <a:lnTo>
                    <a:pt x="2940303" y="2813931"/>
                  </a:lnTo>
                  <a:lnTo>
                    <a:pt x="2940397" y="2813931"/>
                  </a:lnTo>
                  <a:lnTo>
                    <a:pt x="2940491" y="2813931"/>
                  </a:lnTo>
                  <a:lnTo>
                    <a:pt x="2940585" y="2813931"/>
                  </a:lnTo>
                  <a:lnTo>
                    <a:pt x="2942184" y="2813931"/>
                  </a:lnTo>
                  <a:lnTo>
                    <a:pt x="2942560" y="2813931"/>
                  </a:lnTo>
                  <a:lnTo>
                    <a:pt x="2942654" y="2813931"/>
                  </a:lnTo>
                  <a:lnTo>
                    <a:pt x="2942842" y="2813931"/>
                  </a:lnTo>
                  <a:lnTo>
                    <a:pt x="2943030" y="2813931"/>
                  </a:lnTo>
                  <a:lnTo>
                    <a:pt x="2943124" y="2813931"/>
                  </a:lnTo>
                  <a:lnTo>
                    <a:pt x="2943688" y="2813931"/>
                  </a:lnTo>
                  <a:lnTo>
                    <a:pt x="2943782" y="2813931"/>
                  </a:lnTo>
                  <a:lnTo>
                    <a:pt x="2943876" y="2813931"/>
                  </a:lnTo>
                  <a:lnTo>
                    <a:pt x="2944158" y="2813931"/>
                  </a:lnTo>
                  <a:lnTo>
                    <a:pt x="2944440" y="2813931"/>
                  </a:lnTo>
                  <a:lnTo>
                    <a:pt x="2944534" y="2813931"/>
                  </a:lnTo>
                  <a:lnTo>
                    <a:pt x="2944628" y="2813931"/>
                  </a:lnTo>
                  <a:lnTo>
                    <a:pt x="2945192" y="2813931"/>
                  </a:lnTo>
                  <a:lnTo>
                    <a:pt x="2945287" y="2813931"/>
                  </a:lnTo>
                  <a:lnTo>
                    <a:pt x="2945381" y="2813931"/>
                  </a:lnTo>
                  <a:lnTo>
                    <a:pt x="2945475" y="2813931"/>
                  </a:lnTo>
                  <a:lnTo>
                    <a:pt x="2945945" y="2813931"/>
                  </a:lnTo>
                  <a:lnTo>
                    <a:pt x="2946039" y="2813931"/>
                  </a:lnTo>
                  <a:lnTo>
                    <a:pt x="2946133" y="2813931"/>
                  </a:lnTo>
                  <a:lnTo>
                    <a:pt x="2946415" y="2813931"/>
                  </a:lnTo>
                  <a:lnTo>
                    <a:pt x="2946509" y="2813931"/>
                  </a:lnTo>
                  <a:lnTo>
                    <a:pt x="2946603" y="2813931"/>
                  </a:lnTo>
                  <a:lnTo>
                    <a:pt x="2946791" y="2813931"/>
                  </a:lnTo>
                  <a:lnTo>
                    <a:pt x="2946979" y="2813931"/>
                  </a:lnTo>
                  <a:lnTo>
                    <a:pt x="2947167" y="2813931"/>
                  </a:lnTo>
                  <a:lnTo>
                    <a:pt x="2947355" y="2813931"/>
                  </a:lnTo>
                  <a:lnTo>
                    <a:pt x="2947543" y="2813931"/>
                  </a:lnTo>
                  <a:lnTo>
                    <a:pt x="2947731" y="2813931"/>
                  </a:lnTo>
                  <a:lnTo>
                    <a:pt x="2947825" y="2813931"/>
                  </a:lnTo>
                  <a:lnTo>
                    <a:pt x="2947919" y="2813931"/>
                  </a:lnTo>
                  <a:lnTo>
                    <a:pt x="2948107" y="2813931"/>
                  </a:lnTo>
                  <a:lnTo>
                    <a:pt x="2948954" y="2813931"/>
                  </a:lnTo>
                  <a:lnTo>
                    <a:pt x="2949048" y="2813931"/>
                  </a:lnTo>
                  <a:lnTo>
                    <a:pt x="2949236" y="2813931"/>
                  </a:lnTo>
                  <a:lnTo>
                    <a:pt x="2949330" y="2813931"/>
                  </a:lnTo>
                  <a:lnTo>
                    <a:pt x="2949424" y="2813931"/>
                  </a:lnTo>
                  <a:lnTo>
                    <a:pt x="2949518" y="2813931"/>
                  </a:lnTo>
                  <a:lnTo>
                    <a:pt x="2949612" y="2813931"/>
                  </a:lnTo>
                  <a:lnTo>
                    <a:pt x="2949706" y="2813931"/>
                  </a:lnTo>
                  <a:lnTo>
                    <a:pt x="2950082" y="2813931"/>
                  </a:lnTo>
                  <a:lnTo>
                    <a:pt x="2950176" y="2813931"/>
                  </a:lnTo>
                  <a:lnTo>
                    <a:pt x="2950270" y="2813931"/>
                  </a:lnTo>
                  <a:lnTo>
                    <a:pt x="2950364" y="2813931"/>
                  </a:lnTo>
                  <a:lnTo>
                    <a:pt x="2950552" y="2813931"/>
                  </a:lnTo>
                  <a:lnTo>
                    <a:pt x="2951022" y="2808652"/>
                  </a:lnTo>
                  <a:lnTo>
                    <a:pt x="2951210" y="2808652"/>
                  </a:lnTo>
                  <a:lnTo>
                    <a:pt x="2951398" y="2808652"/>
                  </a:lnTo>
                  <a:lnTo>
                    <a:pt x="2951586" y="2808652"/>
                  </a:lnTo>
                  <a:lnTo>
                    <a:pt x="2951680" y="2808652"/>
                  </a:lnTo>
                  <a:lnTo>
                    <a:pt x="2951774" y="2808652"/>
                  </a:lnTo>
                  <a:lnTo>
                    <a:pt x="2951868" y="2808652"/>
                  </a:lnTo>
                  <a:lnTo>
                    <a:pt x="2951962" y="2808652"/>
                  </a:lnTo>
                  <a:lnTo>
                    <a:pt x="2951962" y="2803372"/>
                  </a:lnTo>
                  <a:lnTo>
                    <a:pt x="2952056" y="2803372"/>
                  </a:lnTo>
                  <a:lnTo>
                    <a:pt x="2952339" y="2803372"/>
                  </a:lnTo>
                  <a:lnTo>
                    <a:pt x="2952715" y="2803372"/>
                  </a:lnTo>
                  <a:lnTo>
                    <a:pt x="2952809" y="2803372"/>
                  </a:lnTo>
                  <a:lnTo>
                    <a:pt x="2952903" y="2803372"/>
                  </a:lnTo>
                  <a:lnTo>
                    <a:pt x="2952997" y="2803372"/>
                  </a:lnTo>
                  <a:lnTo>
                    <a:pt x="2953467" y="2803372"/>
                  </a:lnTo>
                  <a:lnTo>
                    <a:pt x="2953843" y="2803372"/>
                  </a:lnTo>
                  <a:lnTo>
                    <a:pt x="2954313" y="2803372"/>
                  </a:lnTo>
                  <a:lnTo>
                    <a:pt x="2954407" y="2803372"/>
                  </a:lnTo>
                  <a:lnTo>
                    <a:pt x="2954971" y="2798093"/>
                  </a:lnTo>
                  <a:lnTo>
                    <a:pt x="2955253" y="2798093"/>
                  </a:lnTo>
                  <a:lnTo>
                    <a:pt x="2955347" y="2798093"/>
                  </a:lnTo>
                  <a:lnTo>
                    <a:pt x="2955535" y="2798093"/>
                  </a:lnTo>
                  <a:lnTo>
                    <a:pt x="2955723" y="2798093"/>
                  </a:lnTo>
                  <a:lnTo>
                    <a:pt x="2956006" y="2798093"/>
                  </a:lnTo>
                  <a:lnTo>
                    <a:pt x="2956382" y="2798093"/>
                  </a:lnTo>
                  <a:lnTo>
                    <a:pt x="2956758" y="2798093"/>
                  </a:lnTo>
                  <a:lnTo>
                    <a:pt x="2956852" y="2798093"/>
                  </a:lnTo>
                  <a:lnTo>
                    <a:pt x="2957040" y="2798093"/>
                  </a:lnTo>
                  <a:lnTo>
                    <a:pt x="2957134" y="2798093"/>
                  </a:lnTo>
                  <a:lnTo>
                    <a:pt x="2957322" y="2798093"/>
                  </a:lnTo>
                  <a:lnTo>
                    <a:pt x="2957416" y="2798093"/>
                  </a:lnTo>
                  <a:lnTo>
                    <a:pt x="2957792" y="2798093"/>
                  </a:lnTo>
                  <a:lnTo>
                    <a:pt x="2958356" y="2798093"/>
                  </a:lnTo>
                  <a:lnTo>
                    <a:pt x="2958638" y="2798093"/>
                  </a:lnTo>
                  <a:lnTo>
                    <a:pt x="2959108" y="2798093"/>
                  </a:lnTo>
                  <a:lnTo>
                    <a:pt x="2959296" y="2798093"/>
                  </a:lnTo>
                  <a:lnTo>
                    <a:pt x="2959391" y="2798093"/>
                  </a:lnTo>
                  <a:lnTo>
                    <a:pt x="2960049" y="2798093"/>
                  </a:lnTo>
                  <a:lnTo>
                    <a:pt x="2960237" y="2798093"/>
                  </a:lnTo>
                  <a:lnTo>
                    <a:pt x="2960707" y="2792813"/>
                  </a:lnTo>
                  <a:lnTo>
                    <a:pt x="2960801" y="2792813"/>
                  </a:lnTo>
                  <a:lnTo>
                    <a:pt x="2961083" y="2792813"/>
                  </a:lnTo>
                  <a:lnTo>
                    <a:pt x="2961459" y="2792813"/>
                  </a:lnTo>
                  <a:lnTo>
                    <a:pt x="2961553" y="2792813"/>
                  </a:lnTo>
                  <a:lnTo>
                    <a:pt x="2961835" y="2792813"/>
                  </a:lnTo>
                  <a:lnTo>
                    <a:pt x="2961929" y="2792813"/>
                  </a:lnTo>
                  <a:lnTo>
                    <a:pt x="2962211" y="2792813"/>
                  </a:lnTo>
                  <a:lnTo>
                    <a:pt x="2962493" y="2792813"/>
                  </a:lnTo>
                  <a:lnTo>
                    <a:pt x="2962775" y="2792813"/>
                  </a:lnTo>
                  <a:lnTo>
                    <a:pt x="2962869" y="2792813"/>
                  </a:lnTo>
                  <a:lnTo>
                    <a:pt x="2963058" y="2792813"/>
                  </a:lnTo>
                  <a:lnTo>
                    <a:pt x="2963340" y="2792813"/>
                  </a:lnTo>
                  <a:lnTo>
                    <a:pt x="2963528" y="2792813"/>
                  </a:lnTo>
                  <a:lnTo>
                    <a:pt x="2964562" y="2792813"/>
                  </a:lnTo>
                  <a:lnTo>
                    <a:pt x="2964750" y="2792813"/>
                  </a:lnTo>
                  <a:lnTo>
                    <a:pt x="2965220" y="2792813"/>
                  </a:lnTo>
                  <a:lnTo>
                    <a:pt x="2965314" y="2792813"/>
                  </a:lnTo>
                  <a:lnTo>
                    <a:pt x="2965972" y="2792813"/>
                  </a:lnTo>
                  <a:lnTo>
                    <a:pt x="2966348" y="2792813"/>
                  </a:lnTo>
                  <a:lnTo>
                    <a:pt x="2966819" y="2792813"/>
                  </a:lnTo>
                  <a:lnTo>
                    <a:pt x="2966913" y="2792813"/>
                  </a:lnTo>
                  <a:lnTo>
                    <a:pt x="2967571" y="2792813"/>
                  </a:lnTo>
                  <a:lnTo>
                    <a:pt x="2967665" y="2792813"/>
                  </a:lnTo>
                  <a:lnTo>
                    <a:pt x="2967759" y="2792813"/>
                  </a:lnTo>
                  <a:lnTo>
                    <a:pt x="2967853" y="2792813"/>
                  </a:lnTo>
                  <a:lnTo>
                    <a:pt x="2967947" y="2792813"/>
                  </a:lnTo>
                  <a:lnTo>
                    <a:pt x="2968229" y="2792813"/>
                  </a:lnTo>
                  <a:lnTo>
                    <a:pt x="2968323" y="2792813"/>
                  </a:lnTo>
                  <a:lnTo>
                    <a:pt x="2968417" y="2792813"/>
                  </a:lnTo>
                  <a:lnTo>
                    <a:pt x="2968699" y="2792813"/>
                  </a:lnTo>
                  <a:lnTo>
                    <a:pt x="2969075" y="2792813"/>
                  </a:lnTo>
                  <a:lnTo>
                    <a:pt x="2969169" y="2792813"/>
                  </a:lnTo>
                  <a:lnTo>
                    <a:pt x="2969639" y="2792813"/>
                  </a:lnTo>
                  <a:lnTo>
                    <a:pt x="2969733" y="2792813"/>
                  </a:lnTo>
                  <a:lnTo>
                    <a:pt x="2969921" y="2792813"/>
                  </a:lnTo>
                  <a:lnTo>
                    <a:pt x="2970392" y="2792813"/>
                  </a:lnTo>
                  <a:lnTo>
                    <a:pt x="2970768" y="2792813"/>
                  </a:lnTo>
                  <a:lnTo>
                    <a:pt x="2970862" y="2792813"/>
                  </a:lnTo>
                  <a:lnTo>
                    <a:pt x="2970956" y="2792813"/>
                  </a:lnTo>
                  <a:lnTo>
                    <a:pt x="2971332" y="2792813"/>
                  </a:lnTo>
                  <a:lnTo>
                    <a:pt x="2971426" y="2792813"/>
                  </a:lnTo>
                  <a:lnTo>
                    <a:pt x="2971520" y="2792813"/>
                  </a:lnTo>
                  <a:lnTo>
                    <a:pt x="2971614" y="2792813"/>
                  </a:lnTo>
                  <a:lnTo>
                    <a:pt x="2971896" y="2792813"/>
                  </a:lnTo>
                  <a:lnTo>
                    <a:pt x="2971990" y="2792813"/>
                  </a:lnTo>
                  <a:lnTo>
                    <a:pt x="2972084" y="2792813"/>
                  </a:lnTo>
                  <a:lnTo>
                    <a:pt x="2972648" y="2792813"/>
                  </a:lnTo>
                  <a:lnTo>
                    <a:pt x="2972742" y="2792813"/>
                  </a:lnTo>
                  <a:lnTo>
                    <a:pt x="2972836" y="2792813"/>
                  </a:lnTo>
                  <a:lnTo>
                    <a:pt x="2972930" y="2792813"/>
                  </a:lnTo>
                  <a:lnTo>
                    <a:pt x="2973024" y="2792813"/>
                  </a:lnTo>
                  <a:lnTo>
                    <a:pt x="2973212" y="2792813"/>
                  </a:lnTo>
                  <a:lnTo>
                    <a:pt x="2973494" y="2792813"/>
                  </a:lnTo>
                  <a:lnTo>
                    <a:pt x="2976691" y="2782255"/>
                  </a:lnTo>
                  <a:lnTo>
                    <a:pt x="2977067" y="2782255"/>
                  </a:lnTo>
                  <a:lnTo>
                    <a:pt x="2977256" y="2782255"/>
                  </a:lnTo>
                  <a:lnTo>
                    <a:pt x="2977444" y="2782255"/>
                  </a:lnTo>
                  <a:lnTo>
                    <a:pt x="2977538" y="2782255"/>
                  </a:lnTo>
                  <a:lnTo>
                    <a:pt x="2977632" y="2782255"/>
                  </a:lnTo>
                  <a:lnTo>
                    <a:pt x="2977820" y="2782255"/>
                  </a:lnTo>
                  <a:lnTo>
                    <a:pt x="2977914" y="2782255"/>
                  </a:lnTo>
                  <a:lnTo>
                    <a:pt x="2978008" y="2782255"/>
                  </a:lnTo>
                  <a:lnTo>
                    <a:pt x="2978102" y="2782255"/>
                  </a:lnTo>
                  <a:lnTo>
                    <a:pt x="2978196" y="2782255"/>
                  </a:lnTo>
                  <a:lnTo>
                    <a:pt x="2978478" y="2782255"/>
                  </a:lnTo>
                  <a:lnTo>
                    <a:pt x="2978666" y="2782255"/>
                  </a:lnTo>
                  <a:lnTo>
                    <a:pt x="2978854" y="2782255"/>
                  </a:lnTo>
                  <a:lnTo>
                    <a:pt x="2979042" y="2782255"/>
                  </a:lnTo>
                  <a:lnTo>
                    <a:pt x="2979418" y="2782255"/>
                  </a:lnTo>
                  <a:lnTo>
                    <a:pt x="2979794" y="2782255"/>
                  </a:lnTo>
                  <a:lnTo>
                    <a:pt x="2979888" y="2782255"/>
                  </a:lnTo>
                  <a:lnTo>
                    <a:pt x="2979982" y="2782255"/>
                  </a:lnTo>
                  <a:lnTo>
                    <a:pt x="2980076" y="2782255"/>
                  </a:lnTo>
                  <a:lnTo>
                    <a:pt x="2980170" y="2782255"/>
                  </a:lnTo>
                  <a:lnTo>
                    <a:pt x="2980358" y="2782255"/>
                  </a:lnTo>
                  <a:lnTo>
                    <a:pt x="2980546" y="2782255"/>
                  </a:lnTo>
                  <a:lnTo>
                    <a:pt x="2980640" y="2782255"/>
                  </a:lnTo>
                  <a:lnTo>
                    <a:pt x="2980829" y="2782255"/>
                  </a:lnTo>
                  <a:lnTo>
                    <a:pt x="2981205" y="2782255"/>
                  </a:lnTo>
                  <a:lnTo>
                    <a:pt x="2981393" y="2782255"/>
                  </a:lnTo>
                  <a:lnTo>
                    <a:pt x="2981957" y="2782255"/>
                  </a:lnTo>
                  <a:lnTo>
                    <a:pt x="2982051" y="2782255"/>
                  </a:lnTo>
                  <a:lnTo>
                    <a:pt x="2982521" y="2782255"/>
                  </a:lnTo>
                  <a:lnTo>
                    <a:pt x="2983085" y="2782255"/>
                  </a:lnTo>
                  <a:lnTo>
                    <a:pt x="2983179" y="2782255"/>
                  </a:lnTo>
                  <a:lnTo>
                    <a:pt x="2983273" y="2782255"/>
                  </a:lnTo>
                  <a:lnTo>
                    <a:pt x="2983367" y="2782255"/>
                  </a:lnTo>
                  <a:lnTo>
                    <a:pt x="2983461" y="2782255"/>
                  </a:lnTo>
                  <a:lnTo>
                    <a:pt x="2984025" y="2782255"/>
                  </a:lnTo>
                  <a:lnTo>
                    <a:pt x="2984119" y="2782255"/>
                  </a:lnTo>
                  <a:lnTo>
                    <a:pt x="2984402" y="2782255"/>
                  </a:lnTo>
                  <a:lnTo>
                    <a:pt x="2984778" y="2782255"/>
                  </a:lnTo>
                  <a:lnTo>
                    <a:pt x="2985248" y="2782255"/>
                  </a:lnTo>
                  <a:lnTo>
                    <a:pt x="2985436" y="2782255"/>
                  </a:lnTo>
                  <a:lnTo>
                    <a:pt x="2985624" y="2782255"/>
                  </a:lnTo>
                  <a:lnTo>
                    <a:pt x="2985718" y="2782255"/>
                  </a:lnTo>
                  <a:lnTo>
                    <a:pt x="2985812" y="2782255"/>
                  </a:lnTo>
                  <a:lnTo>
                    <a:pt x="2985906" y="2782255"/>
                  </a:lnTo>
                  <a:lnTo>
                    <a:pt x="2986000" y="2782255"/>
                  </a:lnTo>
                  <a:lnTo>
                    <a:pt x="2986282" y="2782255"/>
                  </a:lnTo>
                  <a:lnTo>
                    <a:pt x="2986470" y="2782255"/>
                  </a:lnTo>
                  <a:lnTo>
                    <a:pt x="2986658" y="2782255"/>
                  </a:lnTo>
                  <a:lnTo>
                    <a:pt x="2986940" y="2782255"/>
                  </a:lnTo>
                  <a:lnTo>
                    <a:pt x="2987034" y="2782255"/>
                  </a:lnTo>
                  <a:lnTo>
                    <a:pt x="2987222" y="2776975"/>
                  </a:lnTo>
                  <a:lnTo>
                    <a:pt x="2987316" y="2776975"/>
                  </a:lnTo>
                  <a:lnTo>
                    <a:pt x="2987410" y="2776975"/>
                  </a:lnTo>
                  <a:lnTo>
                    <a:pt x="2987598" y="2776975"/>
                  </a:lnTo>
                  <a:lnTo>
                    <a:pt x="2987692" y="2776975"/>
                  </a:lnTo>
                  <a:lnTo>
                    <a:pt x="2987787" y="2776975"/>
                  </a:lnTo>
                  <a:lnTo>
                    <a:pt x="2987975" y="2776975"/>
                  </a:lnTo>
                  <a:lnTo>
                    <a:pt x="2988069" y="2776975"/>
                  </a:lnTo>
                  <a:lnTo>
                    <a:pt x="2988163" y="2776975"/>
                  </a:lnTo>
                  <a:lnTo>
                    <a:pt x="2988257" y="2771696"/>
                  </a:lnTo>
                  <a:lnTo>
                    <a:pt x="2989009" y="2771696"/>
                  </a:lnTo>
                  <a:lnTo>
                    <a:pt x="2989479" y="2771696"/>
                  </a:lnTo>
                  <a:lnTo>
                    <a:pt x="2990043" y="2771696"/>
                  </a:lnTo>
                  <a:lnTo>
                    <a:pt x="2990043" y="2766416"/>
                  </a:lnTo>
                  <a:lnTo>
                    <a:pt x="2990325" y="2766416"/>
                  </a:lnTo>
                  <a:lnTo>
                    <a:pt x="2990607" y="2766416"/>
                  </a:lnTo>
                  <a:lnTo>
                    <a:pt x="2990889" y="2766416"/>
                  </a:lnTo>
                  <a:lnTo>
                    <a:pt x="2990983" y="2766416"/>
                  </a:lnTo>
                  <a:lnTo>
                    <a:pt x="2991830" y="2761137"/>
                  </a:lnTo>
                  <a:lnTo>
                    <a:pt x="2991924" y="2761137"/>
                  </a:lnTo>
                  <a:lnTo>
                    <a:pt x="2992018" y="2761137"/>
                  </a:lnTo>
                  <a:lnTo>
                    <a:pt x="2992206" y="2761137"/>
                  </a:lnTo>
                  <a:lnTo>
                    <a:pt x="2992676" y="2761137"/>
                  </a:lnTo>
                  <a:lnTo>
                    <a:pt x="2992770" y="2755857"/>
                  </a:lnTo>
                  <a:lnTo>
                    <a:pt x="2992864" y="2755857"/>
                  </a:lnTo>
                  <a:lnTo>
                    <a:pt x="2993240" y="2755857"/>
                  </a:lnTo>
                  <a:lnTo>
                    <a:pt x="2993334" y="2755857"/>
                  </a:lnTo>
                  <a:lnTo>
                    <a:pt x="2993710" y="2755857"/>
                  </a:lnTo>
                  <a:lnTo>
                    <a:pt x="2993898" y="2755857"/>
                  </a:lnTo>
                  <a:lnTo>
                    <a:pt x="2993992" y="2755857"/>
                  </a:lnTo>
                  <a:lnTo>
                    <a:pt x="2994180" y="2755857"/>
                  </a:lnTo>
                  <a:lnTo>
                    <a:pt x="2994274" y="2755857"/>
                  </a:lnTo>
                  <a:lnTo>
                    <a:pt x="2994462" y="2755857"/>
                  </a:lnTo>
                  <a:lnTo>
                    <a:pt x="2994744" y="2755857"/>
                  </a:lnTo>
                  <a:lnTo>
                    <a:pt x="2994839" y="2755857"/>
                  </a:lnTo>
                  <a:lnTo>
                    <a:pt x="2995027" y="2755857"/>
                  </a:lnTo>
                  <a:lnTo>
                    <a:pt x="2995121" y="2755857"/>
                  </a:lnTo>
                  <a:lnTo>
                    <a:pt x="2995497" y="2755857"/>
                  </a:lnTo>
                  <a:lnTo>
                    <a:pt x="2995685" y="2755857"/>
                  </a:lnTo>
                  <a:lnTo>
                    <a:pt x="2995779" y="2755857"/>
                  </a:lnTo>
                  <a:lnTo>
                    <a:pt x="2995873" y="2755857"/>
                  </a:lnTo>
                  <a:lnTo>
                    <a:pt x="2996343" y="2755857"/>
                  </a:lnTo>
                  <a:lnTo>
                    <a:pt x="2996625" y="2750578"/>
                  </a:lnTo>
                  <a:lnTo>
                    <a:pt x="2997001" y="2750578"/>
                  </a:lnTo>
                  <a:lnTo>
                    <a:pt x="2997471" y="2750578"/>
                  </a:lnTo>
                  <a:lnTo>
                    <a:pt x="2997565" y="2750578"/>
                  </a:lnTo>
                  <a:lnTo>
                    <a:pt x="2997941" y="2745299"/>
                  </a:lnTo>
                  <a:lnTo>
                    <a:pt x="2998035" y="2745299"/>
                  </a:lnTo>
                  <a:lnTo>
                    <a:pt x="2998600" y="2745299"/>
                  </a:lnTo>
                  <a:lnTo>
                    <a:pt x="2998976" y="2745299"/>
                  </a:lnTo>
                  <a:lnTo>
                    <a:pt x="2999352" y="2745299"/>
                  </a:lnTo>
                  <a:lnTo>
                    <a:pt x="2999634" y="2745299"/>
                  </a:lnTo>
                  <a:lnTo>
                    <a:pt x="2999916" y="2745299"/>
                  </a:lnTo>
                  <a:lnTo>
                    <a:pt x="3000198" y="2745299"/>
                  </a:lnTo>
                  <a:lnTo>
                    <a:pt x="3000386" y="2745299"/>
                  </a:lnTo>
                  <a:lnTo>
                    <a:pt x="3000950" y="2745299"/>
                  </a:lnTo>
                  <a:lnTo>
                    <a:pt x="3001232" y="2745299"/>
                  </a:lnTo>
                  <a:lnTo>
                    <a:pt x="3001326" y="2745299"/>
                  </a:lnTo>
                  <a:lnTo>
                    <a:pt x="3001420" y="2745299"/>
                  </a:lnTo>
                  <a:lnTo>
                    <a:pt x="3001514" y="2745299"/>
                  </a:lnTo>
                  <a:lnTo>
                    <a:pt x="3001890" y="2745299"/>
                  </a:lnTo>
                  <a:lnTo>
                    <a:pt x="3002267" y="2745299"/>
                  </a:lnTo>
                  <a:lnTo>
                    <a:pt x="3002361" y="2745299"/>
                  </a:lnTo>
                  <a:lnTo>
                    <a:pt x="3003395" y="2745299"/>
                  </a:lnTo>
                  <a:lnTo>
                    <a:pt x="3003489" y="2745299"/>
                  </a:lnTo>
                  <a:lnTo>
                    <a:pt x="3003583" y="2745299"/>
                  </a:lnTo>
                  <a:lnTo>
                    <a:pt x="3003959" y="2740019"/>
                  </a:lnTo>
                  <a:lnTo>
                    <a:pt x="3004147" y="2740019"/>
                  </a:lnTo>
                  <a:lnTo>
                    <a:pt x="3004241" y="2740019"/>
                  </a:lnTo>
                  <a:lnTo>
                    <a:pt x="3004335" y="2740019"/>
                  </a:lnTo>
                  <a:lnTo>
                    <a:pt x="3004523" y="2740019"/>
                  </a:lnTo>
                  <a:lnTo>
                    <a:pt x="3004617" y="2740019"/>
                  </a:lnTo>
                  <a:lnTo>
                    <a:pt x="3004711" y="2734740"/>
                  </a:lnTo>
                  <a:lnTo>
                    <a:pt x="3005181" y="2734740"/>
                  </a:lnTo>
                  <a:lnTo>
                    <a:pt x="3005369" y="2734740"/>
                  </a:lnTo>
                  <a:lnTo>
                    <a:pt x="3005464" y="2734740"/>
                  </a:lnTo>
                  <a:lnTo>
                    <a:pt x="3005746" y="2734740"/>
                  </a:lnTo>
                  <a:lnTo>
                    <a:pt x="3005840" y="2734740"/>
                  </a:lnTo>
                  <a:lnTo>
                    <a:pt x="3006122" y="2734740"/>
                  </a:lnTo>
                  <a:lnTo>
                    <a:pt x="3006216" y="2734740"/>
                  </a:lnTo>
                  <a:lnTo>
                    <a:pt x="3006310" y="2734740"/>
                  </a:lnTo>
                  <a:lnTo>
                    <a:pt x="3006686" y="2734740"/>
                  </a:lnTo>
                  <a:lnTo>
                    <a:pt x="3006874" y="2734740"/>
                  </a:lnTo>
                  <a:lnTo>
                    <a:pt x="3006968" y="2734740"/>
                  </a:lnTo>
                  <a:lnTo>
                    <a:pt x="3007062" y="2734740"/>
                  </a:lnTo>
                  <a:lnTo>
                    <a:pt x="3007720" y="2734740"/>
                  </a:lnTo>
                  <a:lnTo>
                    <a:pt x="3007908" y="2734740"/>
                  </a:lnTo>
                  <a:lnTo>
                    <a:pt x="3008284" y="2734740"/>
                  </a:lnTo>
                  <a:lnTo>
                    <a:pt x="3008378" y="2734740"/>
                  </a:lnTo>
                  <a:lnTo>
                    <a:pt x="3008472" y="2734740"/>
                  </a:lnTo>
                  <a:lnTo>
                    <a:pt x="3008754" y="2734740"/>
                  </a:lnTo>
                  <a:lnTo>
                    <a:pt x="3009037" y="2734740"/>
                  </a:lnTo>
                  <a:lnTo>
                    <a:pt x="3009225" y="2734740"/>
                  </a:lnTo>
                  <a:lnTo>
                    <a:pt x="3009507" y="2734740"/>
                  </a:lnTo>
                  <a:lnTo>
                    <a:pt x="3009601" y="2734740"/>
                  </a:lnTo>
                  <a:lnTo>
                    <a:pt x="3009695" y="2734740"/>
                  </a:lnTo>
                  <a:lnTo>
                    <a:pt x="3010165" y="2734740"/>
                  </a:lnTo>
                  <a:lnTo>
                    <a:pt x="3010259" y="2734740"/>
                  </a:lnTo>
                  <a:lnTo>
                    <a:pt x="3010353" y="2734740"/>
                  </a:lnTo>
                  <a:lnTo>
                    <a:pt x="3010541" y="2734740"/>
                  </a:lnTo>
                  <a:lnTo>
                    <a:pt x="3010729" y="2734740"/>
                  </a:lnTo>
                  <a:lnTo>
                    <a:pt x="3010823" y="2734740"/>
                  </a:lnTo>
                  <a:lnTo>
                    <a:pt x="3011105" y="2734740"/>
                  </a:lnTo>
                  <a:lnTo>
                    <a:pt x="3011199" y="2734740"/>
                  </a:lnTo>
                  <a:lnTo>
                    <a:pt x="3011481" y="2734740"/>
                  </a:lnTo>
                  <a:lnTo>
                    <a:pt x="3011575" y="2734740"/>
                  </a:lnTo>
                  <a:lnTo>
                    <a:pt x="3011763" y="2734740"/>
                  </a:lnTo>
                  <a:lnTo>
                    <a:pt x="3011857" y="2734740"/>
                  </a:lnTo>
                  <a:lnTo>
                    <a:pt x="3011951" y="2734740"/>
                  </a:lnTo>
                  <a:lnTo>
                    <a:pt x="3012045" y="2734740"/>
                  </a:lnTo>
                  <a:lnTo>
                    <a:pt x="3012233" y="2734740"/>
                  </a:lnTo>
                  <a:lnTo>
                    <a:pt x="3012515" y="2734740"/>
                  </a:lnTo>
                  <a:lnTo>
                    <a:pt x="3012704" y="2734740"/>
                  </a:lnTo>
                  <a:lnTo>
                    <a:pt x="3012986" y="2734740"/>
                  </a:lnTo>
                  <a:lnTo>
                    <a:pt x="3013080" y="2734740"/>
                  </a:lnTo>
                  <a:lnTo>
                    <a:pt x="3013080" y="2729460"/>
                  </a:lnTo>
                  <a:lnTo>
                    <a:pt x="3013268" y="2729460"/>
                  </a:lnTo>
                  <a:lnTo>
                    <a:pt x="3013550" y="2729460"/>
                  </a:lnTo>
                  <a:lnTo>
                    <a:pt x="3013738" y="2729460"/>
                  </a:lnTo>
                  <a:lnTo>
                    <a:pt x="3013832" y="2729460"/>
                  </a:lnTo>
                  <a:lnTo>
                    <a:pt x="3014678" y="2729460"/>
                  </a:lnTo>
                  <a:lnTo>
                    <a:pt x="3014772" y="2729460"/>
                  </a:lnTo>
                  <a:lnTo>
                    <a:pt x="3014866" y="2729460"/>
                  </a:lnTo>
                  <a:lnTo>
                    <a:pt x="3015054" y="2729460"/>
                  </a:lnTo>
                  <a:lnTo>
                    <a:pt x="3015148" y="2729460"/>
                  </a:lnTo>
                  <a:lnTo>
                    <a:pt x="3015336" y="2729460"/>
                  </a:lnTo>
                  <a:lnTo>
                    <a:pt x="3015430" y="2729460"/>
                  </a:lnTo>
                  <a:lnTo>
                    <a:pt x="3015524" y="2729460"/>
                  </a:lnTo>
                  <a:lnTo>
                    <a:pt x="3015712" y="2729460"/>
                  </a:lnTo>
                  <a:lnTo>
                    <a:pt x="3015806" y="2729460"/>
                  </a:lnTo>
                  <a:lnTo>
                    <a:pt x="3015900" y="2729460"/>
                  </a:lnTo>
                  <a:lnTo>
                    <a:pt x="3016183" y="2729460"/>
                  </a:lnTo>
                  <a:lnTo>
                    <a:pt x="3016371" y="2729460"/>
                  </a:lnTo>
                  <a:lnTo>
                    <a:pt x="3016465" y="2729460"/>
                  </a:lnTo>
                  <a:lnTo>
                    <a:pt x="3016653" y="2729460"/>
                  </a:lnTo>
                  <a:lnTo>
                    <a:pt x="3016747" y="2729460"/>
                  </a:lnTo>
                  <a:lnTo>
                    <a:pt x="3017593" y="2729460"/>
                  </a:lnTo>
                  <a:lnTo>
                    <a:pt x="3017781" y="2729460"/>
                  </a:lnTo>
                  <a:lnTo>
                    <a:pt x="3018157" y="2729460"/>
                  </a:lnTo>
                  <a:lnTo>
                    <a:pt x="3018439" y="2729460"/>
                  </a:lnTo>
                  <a:lnTo>
                    <a:pt x="3018533" y="2729460"/>
                  </a:lnTo>
                  <a:lnTo>
                    <a:pt x="3018627" y="2729460"/>
                  </a:lnTo>
                  <a:lnTo>
                    <a:pt x="3018721" y="2724181"/>
                  </a:lnTo>
                  <a:lnTo>
                    <a:pt x="3018815" y="2724181"/>
                  </a:lnTo>
                  <a:lnTo>
                    <a:pt x="3019191" y="2724181"/>
                  </a:lnTo>
                  <a:lnTo>
                    <a:pt x="3019756" y="2724181"/>
                  </a:lnTo>
                  <a:lnTo>
                    <a:pt x="3019850" y="2724181"/>
                  </a:lnTo>
                  <a:lnTo>
                    <a:pt x="3019944" y="2724181"/>
                  </a:lnTo>
                  <a:lnTo>
                    <a:pt x="3020226" y="2724181"/>
                  </a:lnTo>
                  <a:lnTo>
                    <a:pt x="3020320" y="2724181"/>
                  </a:lnTo>
                  <a:lnTo>
                    <a:pt x="3020602" y="2718901"/>
                  </a:lnTo>
                  <a:lnTo>
                    <a:pt x="3020696" y="2718901"/>
                  </a:lnTo>
                  <a:lnTo>
                    <a:pt x="3020884" y="2718901"/>
                  </a:lnTo>
                  <a:lnTo>
                    <a:pt x="3020978" y="2718901"/>
                  </a:lnTo>
                  <a:lnTo>
                    <a:pt x="3021542" y="2718901"/>
                  </a:lnTo>
                  <a:lnTo>
                    <a:pt x="3021636" y="2718901"/>
                  </a:lnTo>
                  <a:lnTo>
                    <a:pt x="3021730" y="2718901"/>
                  </a:lnTo>
                  <a:lnTo>
                    <a:pt x="3021918" y="2718901"/>
                  </a:lnTo>
                  <a:lnTo>
                    <a:pt x="3022200" y="2718901"/>
                  </a:lnTo>
                  <a:lnTo>
                    <a:pt x="3022294" y="2718901"/>
                  </a:lnTo>
                  <a:lnTo>
                    <a:pt x="3022388" y="2718901"/>
                  </a:lnTo>
                  <a:lnTo>
                    <a:pt x="3022670" y="2718901"/>
                  </a:lnTo>
                  <a:lnTo>
                    <a:pt x="3023046" y="2718901"/>
                  </a:lnTo>
                  <a:lnTo>
                    <a:pt x="3023140" y="2718901"/>
                  </a:lnTo>
                  <a:lnTo>
                    <a:pt x="3023611" y="2718901"/>
                  </a:lnTo>
                  <a:lnTo>
                    <a:pt x="3023893" y="2718901"/>
                  </a:lnTo>
                  <a:lnTo>
                    <a:pt x="3024269" y="2718901"/>
                  </a:lnTo>
                  <a:lnTo>
                    <a:pt x="3024363" y="2718901"/>
                  </a:lnTo>
                  <a:lnTo>
                    <a:pt x="3024457" y="2718901"/>
                  </a:lnTo>
                  <a:lnTo>
                    <a:pt x="3024645" y="2718901"/>
                  </a:lnTo>
                  <a:lnTo>
                    <a:pt x="3024739" y="2718901"/>
                  </a:lnTo>
                  <a:lnTo>
                    <a:pt x="3025021" y="2713622"/>
                  </a:lnTo>
                  <a:lnTo>
                    <a:pt x="3025115" y="2713622"/>
                  </a:lnTo>
                  <a:lnTo>
                    <a:pt x="3026055" y="2708343"/>
                  </a:lnTo>
                  <a:lnTo>
                    <a:pt x="3026337" y="2708343"/>
                  </a:lnTo>
                  <a:lnTo>
                    <a:pt x="3026431" y="2708343"/>
                  </a:lnTo>
                  <a:lnTo>
                    <a:pt x="3026619" y="2708343"/>
                  </a:lnTo>
                  <a:lnTo>
                    <a:pt x="3026713" y="2708343"/>
                  </a:lnTo>
                  <a:lnTo>
                    <a:pt x="3026996" y="2708343"/>
                  </a:lnTo>
                  <a:lnTo>
                    <a:pt x="3027090" y="2708343"/>
                  </a:lnTo>
                  <a:lnTo>
                    <a:pt x="3027372" y="2708343"/>
                  </a:lnTo>
                  <a:lnTo>
                    <a:pt x="3027466" y="2708343"/>
                  </a:lnTo>
                  <a:lnTo>
                    <a:pt x="3027560" y="2708343"/>
                  </a:lnTo>
                  <a:lnTo>
                    <a:pt x="3028218" y="2708343"/>
                  </a:lnTo>
                  <a:lnTo>
                    <a:pt x="3028312" y="2708343"/>
                  </a:lnTo>
                  <a:lnTo>
                    <a:pt x="3028406" y="2708343"/>
                  </a:lnTo>
                  <a:lnTo>
                    <a:pt x="3028688" y="2708343"/>
                  </a:lnTo>
                  <a:lnTo>
                    <a:pt x="3028876" y="2703063"/>
                  </a:lnTo>
                  <a:lnTo>
                    <a:pt x="3028970" y="2703063"/>
                  </a:lnTo>
                  <a:lnTo>
                    <a:pt x="3029440" y="2697784"/>
                  </a:lnTo>
                  <a:lnTo>
                    <a:pt x="3029816" y="2697784"/>
                  </a:lnTo>
                  <a:lnTo>
                    <a:pt x="3030004" y="2692504"/>
                  </a:lnTo>
                  <a:lnTo>
                    <a:pt x="3030192" y="2692504"/>
                  </a:lnTo>
                  <a:lnTo>
                    <a:pt x="3030381" y="2692504"/>
                  </a:lnTo>
                  <a:lnTo>
                    <a:pt x="3030475" y="2692504"/>
                  </a:lnTo>
                  <a:lnTo>
                    <a:pt x="3030757" y="2692504"/>
                  </a:lnTo>
                  <a:lnTo>
                    <a:pt x="3030851" y="2692504"/>
                  </a:lnTo>
                  <a:lnTo>
                    <a:pt x="3031133" y="2692504"/>
                  </a:lnTo>
                  <a:lnTo>
                    <a:pt x="3031321" y="2692504"/>
                  </a:lnTo>
                  <a:lnTo>
                    <a:pt x="3031509" y="2692504"/>
                  </a:lnTo>
                  <a:lnTo>
                    <a:pt x="3031603" y="2692504"/>
                  </a:lnTo>
                  <a:lnTo>
                    <a:pt x="3031979" y="2692504"/>
                  </a:lnTo>
                  <a:lnTo>
                    <a:pt x="3032073" y="2692504"/>
                  </a:lnTo>
                  <a:lnTo>
                    <a:pt x="3032261" y="2692504"/>
                  </a:lnTo>
                  <a:lnTo>
                    <a:pt x="3032355" y="2692504"/>
                  </a:lnTo>
                  <a:lnTo>
                    <a:pt x="3032731" y="2692504"/>
                  </a:lnTo>
                  <a:lnTo>
                    <a:pt x="3032825" y="2692504"/>
                  </a:lnTo>
                  <a:lnTo>
                    <a:pt x="3033013" y="2692504"/>
                  </a:lnTo>
                  <a:lnTo>
                    <a:pt x="3033107" y="2692504"/>
                  </a:lnTo>
                  <a:lnTo>
                    <a:pt x="3033295" y="2692504"/>
                  </a:lnTo>
                  <a:lnTo>
                    <a:pt x="3033389" y="2692504"/>
                  </a:lnTo>
                  <a:lnTo>
                    <a:pt x="3033483" y="2692504"/>
                  </a:lnTo>
                  <a:lnTo>
                    <a:pt x="3033483" y="2687225"/>
                  </a:lnTo>
                  <a:lnTo>
                    <a:pt x="3034236" y="2687225"/>
                  </a:lnTo>
                  <a:lnTo>
                    <a:pt x="3034706" y="2687225"/>
                  </a:lnTo>
                  <a:lnTo>
                    <a:pt x="3034894" y="2687225"/>
                  </a:lnTo>
                  <a:lnTo>
                    <a:pt x="3035364" y="2687225"/>
                  </a:lnTo>
                  <a:lnTo>
                    <a:pt x="3035646" y="2687225"/>
                  </a:lnTo>
                  <a:lnTo>
                    <a:pt x="3035928" y="2687225"/>
                  </a:lnTo>
                  <a:lnTo>
                    <a:pt x="3036022" y="2687225"/>
                  </a:lnTo>
                  <a:lnTo>
                    <a:pt x="3036304" y="2687225"/>
                  </a:lnTo>
                  <a:lnTo>
                    <a:pt x="3036492" y="2687225"/>
                  </a:lnTo>
                  <a:lnTo>
                    <a:pt x="3036962" y="2687225"/>
                  </a:lnTo>
                  <a:lnTo>
                    <a:pt x="3036962" y="2681946"/>
                  </a:lnTo>
                  <a:lnTo>
                    <a:pt x="3037056" y="2681946"/>
                  </a:lnTo>
                  <a:lnTo>
                    <a:pt x="3037527" y="2681946"/>
                  </a:lnTo>
                  <a:lnTo>
                    <a:pt x="3037621" y="2676666"/>
                  </a:lnTo>
                  <a:lnTo>
                    <a:pt x="3037903" y="2676666"/>
                  </a:lnTo>
                  <a:lnTo>
                    <a:pt x="3037997" y="2676666"/>
                  </a:lnTo>
                  <a:lnTo>
                    <a:pt x="3038185" y="2676666"/>
                  </a:lnTo>
                  <a:lnTo>
                    <a:pt x="3038561" y="2676666"/>
                  </a:lnTo>
                  <a:lnTo>
                    <a:pt x="3038655" y="2676666"/>
                  </a:lnTo>
                  <a:lnTo>
                    <a:pt x="3038843" y="2671387"/>
                  </a:lnTo>
                  <a:lnTo>
                    <a:pt x="3038937" y="2671387"/>
                  </a:lnTo>
                  <a:lnTo>
                    <a:pt x="3039595" y="2671387"/>
                  </a:lnTo>
                  <a:lnTo>
                    <a:pt x="3039689" y="2671387"/>
                  </a:lnTo>
                  <a:lnTo>
                    <a:pt x="3039783" y="2671387"/>
                  </a:lnTo>
                  <a:lnTo>
                    <a:pt x="3040159" y="2671387"/>
                  </a:lnTo>
                  <a:lnTo>
                    <a:pt x="3040347" y="2671387"/>
                  </a:lnTo>
                  <a:lnTo>
                    <a:pt x="3040535" y="2671387"/>
                  </a:lnTo>
                  <a:lnTo>
                    <a:pt x="3040817" y="2671387"/>
                  </a:lnTo>
                  <a:lnTo>
                    <a:pt x="3040912" y="2671387"/>
                  </a:lnTo>
                  <a:lnTo>
                    <a:pt x="3041194" y="2671387"/>
                  </a:lnTo>
                  <a:lnTo>
                    <a:pt x="3041288" y="2671387"/>
                  </a:lnTo>
                  <a:lnTo>
                    <a:pt x="3041382" y="2671387"/>
                  </a:lnTo>
                  <a:lnTo>
                    <a:pt x="3041476" y="2671387"/>
                  </a:lnTo>
                  <a:lnTo>
                    <a:pt x="3041852" y="2671387"/>
                  </a:lnTo>
                  <a:lnTo>
                    <a:pt x="3041946" y="2671387"/>
                  </a:lnTo>
                  <a:lnTo>
                    <a:pt x="3042040" y="2671387"/>
                  </a:lnTo>
                  <a:lnTo>
                    <a:pt x="3042228" y="2671387"/>
                  </a:lnTo>
                  <a:lnTo>
                    <a:pt x="3042322" y="2671387"/>
                  </a:lnTo>
                  <a:lnTo>
                    <a:pt x="3042510" y="2671387"/>
                  </a:lnTo>
                  <a:lnTo>
                    <a:pt x="3042886" y="2671387"/>
                  </a:lnTo>
                  <a:lnTo>
                    <a:pt x="3042980" y="2671387"/>
                  </a:lnTo>
                  <a:lnTo>
                    <a:pt x="3043356" y="2671387"/>
                  </a:lnTo>
                  <a:lnTo>
                    <a:pt x="3043544" y="2671387"/>
                  </a:lnTo>
                  <a:lnTo>
                    <a:pt x="3043638" y="2671387"/>
                  </a:lnTo>
                  <a:lnTo>
                    <a:pt x="3043732" y="2671387"/>
                  </a:lnTo>
                  <a:lnTo>
                    <a:pt x="3045425" y="2671387"/>
                  </a:lnTo>
                  <a:lnTo>
                    <a:pt x="3045707" y="2671387"/>
                  </a:lnTo>
                  <a:lnTo>
                    <a:pt x="3045895" y="2671387"/>
                  </a:lnTo>
                  <a:lnTo>
                    <a:pt x="3046083" y="2671387"/>
                  </a:lnTo>
                  <a:lnTo>
                    <a:pt x="3046271" y="2671387"/>
                  </a:lnTo>
                  <a:lnTo>
                    <a:pt x="3046553" y="2671387"/>
                  </a:lnTo>
                  <a:lnTo>
                    <a:pt x="3046647" y="2671387"/>
                  </a:lnTo>
                  <a:lnTo>
                    <a:pt x="3046741" y="2671387"/>
                  </a:lnTo>
                  <a:lnTo>
                    <a:pt x="3046835" y="2671387"/>
                  </a:lnTo>
                  <a:lnTo>
                    <a:pt x="3047117" y="2671387"/>
                  </a:lnTo>
                  <a:lnTo>
                    <a:pt x="3047681" y="2671387"/>
                  </a:lnTo>
                  <a:lnTo>
                    <a:pt x="3048152" y="2671387"/>
                  </a:lnTo>
                  <a:lnTo>
                    <a:pt x="3048340" y="2671387"/>
                  </a:lnTo>
                  <a:lnTo>
                    <a:pt x="3048622" y="2671387"/>
                  </a:lnTo>
                  <a:lnTo>
                    <a:pt x="3048810" y="2671387"/>
                  </a:lnTo>
                  <a:lnTo>
                    <a:pt x="3048904" y="2671387"/>
                  </a:lnTo>
                  <a:lnTo>
                    <a:pt x="3049092" y="2671387"/>
                  </a:lnTo>
                  <a:lnTo>
                    <a:pt x="3049186" y="2671387"/>
                  </a:lnTo>
                  <a:lnTo>
                    <a:pt x="3049280" y="2671387"/>
                  </a:lnTo>
                  <a:lnTo>
                    <a:pt x="3049374" y="2671387"/>
                  </a:lnTo>
                  <a:lnTo>
                    <a:pt x="3049468" y="2671387"/>
                  </a:lnTo>
                  <a:lnTo>
                    <a:pt x="3049656" y="2671387"/>
                  </a:lnTo>
                  <a:lnTo>
                    <a:pt x="3049750" y="2671387"/>
                  </a:lnTo>
                  <a:lnTo>
                    <a:pt x="3049938" y="2671387"/>
                  </a:lnTo>
                  <a:lnTo>
                    <a:pt x="3050220" y="2671387"/>
                  </a:lnTo>
                  <a:lnTo>
                    <a:pt x="3050408" y="2671387"/>
                  </a:lnTo>
                  <a:lnTo>
                    <a:pt x="3050502" y="2671387"/>
                  </a:lnTo>
                  <a:lnTo>
                    <a:pt x="3050784" y="2671387"/>
                  </a:lnTo>
                  <a:lnTo>
                    <a:pt x="3050972" y="2671387"/>
                  </a:lnTo>
                  <a:lnTo>
                    <a:pt x="3051066" y="2671387"/>
                  </a:lnTo>
                  <a:lnTo>
                    <a:pt x="3051160" y="2671387"/>
                  </a:lnTo>
                  <a:lnTo>
                    <a:pt x="3051725" y="2671387"/>
                  </a:lnTo>
                  <a:lnTo>
                    <a:pt x="3051819" y="2671387"/>
                  </a:lnTo>
                  <a:lnTo>
                    <a:pt x="3051913" y="2671387"/>
                  </a:lnTo>
                  <a:lnTo>
                    <a:pt x="3052195" y="2671387"/>
                  </a:lnTo>
                  <a:lnTo>
                    <a:pt x="3052571" y="2671387"/>
                  </a:lnTo>
                  <a:lnTo>
                    <a:pt x="3052759" y="2671387"/>
                  </a:lnTo>
                  <a:lnTo>
                    <a:pt x="3053135" y="2671387"/>
                  </a:lnTo>
                  <a:lnTo>
                    <a:pt x="3053605" y="2666107"/>
                  </a:lnTo>
                  <a:lnTo>
                    <a:pt x="3053699" y="2666107"/>
                  </a:lnTo>
                  <a:lnTo>
                    <a:pt x="3053887" y="2666107"/>
                  </a:lnTo>
                  <a:lnTo>
                    <a:pt x="3054169" y="2666107"/>
                  </a:lnTo>
                  <a:lnTo>
                    <a:pt x="3054263" y="2666107"/>
                  </a:lnTo>
                  <a:lnTo>
                    <a:pt x="3054451" y="2666107"/>
                  </a:lnTo>
                  <a:lnTo>
                    <a:pt x="3054639" y="2666107"/>
                  </a:lnTo>
                  <a:lnTo>
                    <a:pt x="3055015" y="2666107"/>
                  </a:lnTo>
                  <a:lnTo>
                    <a:pt x="3055110" y="2666107"/>
                  </a:lnTo>
                  <a:lnTo>
                    <a:pt x="3055580" y="2666107"/>
                  </a:lnTo>
                  <a:lnTo>
                    <a:pt x="3055768" y="2666107"/>
                  </a:lnTo>
                  <a:lnTo>
                    <a:pt x="3055956" y="2666107"/>
                  </a:lnTo>
                  <a:lnTo>
                    <a:pt x="3056050" y="2666107"/>
                  </a:lnTo>
                  <a:lnTo>
                    <a:pt x="3056520" y="2666107"/>
                  </a:lnTo>
                  <a:lnTo>
                    <a:pt x="3056708" y="2666107"/>
                  </a:lnTo>
                  <a:lnTo>
                    <a:pt x="3057366" y="2666107"/>
                  </a:lnTo>
                  <a:lnTo>
                    <a:pt x="3057460" y="2666107"/>
                  </a:lnTo>
                  <a:lnTo>
                    <a:pt x="3057742" y="2666107"/>
                  </a:lnTo>
                  <a:lnTo>
                    <a:pt x="3057836" y="2666107"/>
                  </a:lnTo>
                  <a:lnTo>
                    <a:pt x="3058683" y="2666107"/>
                  </a:lnTo>
                  <a:lnTo>
                    <a:pt x="3058965" y="2666107"/>
                  </a:lnTo>
                  <a:lnTo>
                    <a:pt x="3059435" y="2666107"/>
                  </a:lnTo>
                  <a:lnTo>
                    <a:pt x="3059529" y="2666107"/>
                  </a:lnTo>
                  <a:lnTo>
                    <a:pt x="3059717" y="2666107"/>
                  </a:lnTo>
                  <a:lnTo>
                    <a:pt x="3059811" y="2666107"/>
                  </a:lnTo>
                  <a:lnTo>
                    <a:pt x="3060093" y="2666107"/>
                  </a:lnTo>
                  <a:lnTo>
                    <a:pt x="3060281" y="2666107"/>
                  </a:lnTo>
                  <a:lnTo>
                    <a:pt x="3060375" y="2666107"/>
                  </a:lnTo>
                  <a:lnTo>
                    <a:pt x="3060469" y="2666107"/>
                  </a:lnTo>
                  <a:lnTo>
                    <a:pt x="3060657" y="2666107"/>
                  </a:lnTo>
                  <a:lnTo>
                    <a:pt x="3060751" y="2666107"/>
                  </a:lnTo>
                  <a:lnTo>
                    <a:pt x="3061127" y="2666107"/>
                  </a:lnTo>
                  <a:lnTo>
                    <a:pt x="3061409" y="2666107"/>
                  </a:lnTo>
                  <a:lnTo>
                    <a:pt x="3061503" y="2666107"/>
                  </a:lnTo>
                  <a:lnTo>
                    <a:pt x="3062256" y="2666107"/>
                  </a:lnTo>
                  <a:lnTo>
                    <a:pt x="3062444" y="2666107"/>
                  </a:lnTo>
                  <a:lnTo>
                    <a:pt x="3062538" y="2666107"/>
                  </a:lnTo>
                  <a:lnTo>
                    <a:pt x="3062726" y="2666107"/>
                  </a:lnTo>
                  <a:lnTo>
                    <a:pt x="3062914" y="2666107"/>
                  </a:lnTo>
                  <a:lnTo>
                    <a:pt x="3063008" y="2666107"/>
                  </a:lnTo>
                  <a:lnTo>
                    <a:pt x="3063384" y="2666107"/>
                  </a:lnTo>
                  <a:lnTo>
                    <a:pt x="3063478" y="2666107"/>
                  </a:lnTo>
                  <a:lnTo>
                    <a:pt x="3064606" y="2666107"/>
                  </a:lnTo>
                  <a:lnTo>
                    <a:pt x="3064700" y="2666107"/>
                  </a:lnTo>
                  <a:lnTo>
                    <a:pt x="3064888" y="2666107"/>
                  </a:lnTo>
                  <a:lnTo>
                    <a:pt x="3065076" y="2666107"/>
                  </a:lnTo>
                  <a:lnTo>
                    <a:pt x="3065264" y="2666107"/>
                  </a:lnTo>
                  <a:lnTo>
                    <a:pt x="3065546" y="2666107"/>
                  </a:lnTo>
                  <a:lnTo>
                    <a:pt x="3065923" y="2666107"/>
                  </a:lnTo>
                  <a:lnTo>
                    <a:pt x="3066299" y="2666107"/>
                  </a:lnTo>
                  <a:lnTo>
                    <a:pt x="3066581" y="2666107"/>
                  </a:lnTo>
                  <a:lnTo>
                    <a:pt x="3066675" y="2666107"/>
                  </a:lnTo>
                  <a:lnTo>
                    <a:pt x="3067051" y="2666107"/>
                  </a:lnTo>
                  <a:lnTo>
                    <a:pt x="3067239" y="2666107"/>
                  </a:lnTo>
                  <a:lnTo>
                    <a:pt x="3067333" y="2666107"/>
                  </a:lnTo>
                  <a:lnTo>
                    <a:pt x="3067615" y="2666107"/>
                  </a:lnTo>
                  <a:lnTo>
                    <a:pt x="3068085" y="2666107"/>
                  </a:lnTo>
                  <a:lnTo>
                    <a:pt x="3068461" y="2660828"/>
                  </a:lnTo>
                  <a:lnTo>
                    <a:pt x="3068837" y="2660828"/>
                  </a:lnTo>
                  <a:lnTo>
                    <a:pt x="3068931" y="2660828"/>
                  </a:lnTo>
                  <a:lnTo>
                    <a:pt x="3069025" y="2660828"/>
                  </a:lnTo>
                  <a:lnTo>
                    <a:pt x="3069308" y="2660828"/>
                  </a:lnTo>
                  <a:lnTo>
                    <a:pt x="3069590" y="2660828"/>
                  </a:lnTo>
                  <a:lnTo>
                    <a:pt x="3069684" y="2660828"/>
                  </a:lnTo>
                  <a:lnTo>
                    <a:pt x="3069778" y="2660828"/>
                  </a:lnTo>
                  <a:lnTo>
                    <a:pt x="3069872" y="2660828"/>
                  </a:lnTo>
                  <a:lnTo>
                    <a:pt x="3070154" y="2660828"/>
                  </a:lnTo>
                  <a:lnTo>
                    <a:pt x="3070248" y="2660828"/>
                  </a:lnTo>
                  <a:lnTo>
                    <a:pt x="3070342" y="2660828"/>
                  </a:lnTo>
                  <a:lnTo>
                    <a:pt x="3071094" y="2660828"/>
                  </a:lnTo>
                  <a:lnTo>
                    <a:pt x="3071282" y="2660828"/>
                  </a:lnTo>
                  <a:lnTo>
                    <a:pt x="3071564" y="2660828"/>
                  </a:lnTo>
                  <a:lnTo>
                    <a:pt x="3071658" y="2660828"/>
                  </a:lnTo>
                  <a:lnTo>
                    <a:pt x="3072128" y="2660828"/>
                  </a:lnTo>
                  <a:lnTo>
                    <a:pt x="3072222" y="2660828"/>
                  </a:lnTo>
                  <a:lnTo>
                    <a:pt x="3072316" y="2660828"/>
                  </a:lnTo>
                  <a:lnTo>
                    <a:pt x="3072410" y="2660828"/>
                  </a:lnTo>
                  <a:lnTo>
                    <a:pt x="3072598" y="2660828"/>
                  </a:lnTo>
                  <a:lnTo>
                    <a:pt x="3072881" y="2660828"/>
                  </a:lnTo>
                  <a:lnTo>
                    <a:pt x="3074009" y="2660828"/>
                  </a:lnTo>
                  <a:lnTo>
                    <a:pt x="3074385" y="2660828"/>
                  </a:lnTo>
                  <a:lnTo>
                    <a:pt x="3074949" y="2660828"/>
                  </a:lnTo>
                  <a:lnTo>
                    <a:pt x="3075043" y="2660828"/>
                  </a:lnTo>
                  <a:lnTo>
                    <a:pt x="3075137" y="2655548"/>
                  </a:lnTo>
                  <a:lnTo>
                    <a:pt x="3075419" y="2655548"/>
                  </a:lnTo>
                  <a:lnTo>
                    <a:pt x="3075983" y="2655548"/>
                  </a:lnTo>
                  <a:lnTo>
                    <a:pt x="3076360" y="2655548"/>
                  </a:lnTo>
                  <a:lnTo>
                    <a:pt x="3076830" y="2655548"/>
                  </a:lnTo>
                  <a:lnTo>
                    <a:pt x="3076924" y="2655548"/>
                  </a:lnTo>
                  <a:lnTo>
                    <a:pt x="3077018" y="2655548"/>
                  </a:lnTo>
                  <a:lnTo>
                    <a:pt x="3077112" y="2655548"/>
                  </a:lnTo>
                  <a:lnTo>
                    <a:pt x="3078052" y="2650269"/>
                  </a:lnTo>
                  <a:lnTo>
                    <a:pt x="3078146" y="2650269"/>
                  </a:lnTo>
                  <a:lnTo>
                    <a:pt x="3078334" y="2650269"/>
                  </a:lnTo>
                  <a:lnTo>
                    <a:pt x="3078428" y="2650269"/>
                  </a:lnTo>
                  <a:lnTo>
                    <a:pt x="3078804" y="2650269"/>
                  </a:lnTo>
                  <a:lnTo>
                    <a:pt x="3079274" y="2650269"/>
                  </a:lnTo>
                  <a:lnTo>
                    <a:pt x="3079368" y="2650269"/>
                  </a:lnTo>
                  <a:lnTo>
                    <a:pt x="3079650" y="2644990"/>
                  </a:lnTo>
                  <a:lnTo>
                    <a:pt x="3079744" y="2639710"/>
                  </a:lnTo>
                  <a:lnTo>
                    <a:pt x="3079838" y="2639710"/>
                  </a:lnTo>
                  <a:lnTo>
                    <a:pt x="3079933" y="2639710"/>
                  </a:lnTo>
                  <a:lnTo>
                    <a:pt x="3080027" y="2639710"/>
                  </a:lnTo>
                  <a:lnTo>
                    <a:pt x="3080121" y="2639710"/>
                  </a:lnTo>
                  <a:lnTo>
                    <a:pt x="3080403" y="2639710"/>
                  </a:lnTo>
                  <a:lnTo>
                    <a:pt x="3081249" y="2639710"/>
                  </a:lnTo>
                  <a:lnTo>
                    <a:pt x="3081343" y="2639710"/>
                  </a:lnTo>
                  <a:lnTo>
                    <a:pt x="3081625" y="2639710"/>
                  </a:lnTo>
                  <a:lnTo>
                    <a:pt x="3081719" y="2639710"/>
                  </a:lnTo>
                  <a:lnTo>
                    <a:pt x="3082095" y="2639710"/>
                  </a:lnTo>
                  <a:lnTo>
                    <a:pt x="3082283" y="2639710"/>
                  </a:lnTo>
                  <a:lnTo>
                    <a:pt x="3082471" y="2639710"/>
                  </a:lnTo>
                  <a:lnTo>
                    <a:pt x="3082565" y="2639710"/>
                  </a:lnTo>
                  <a:lnTo>
                    <a:pt x="3082659" y="2639710"/>
                  </a:lnTo>
                  <a:lnTo>
                    <a:pt x="3082847" y="2639710"/>
                  </a:lnTo>
                  <a:lnTo>
                    <a:pt x="3083411" y="2634431"/>
                  </a:lnTo>
                  <a:lnTo>
                    <a:pt x="3083506" y="2634431"/>
                  </a:lnTo>
                  <a:lnTo>
                    <a:pt x="3083600" y="2634431"/>
                  </a:lnTo>
                  <a:lnTo>
                    <a:pt x="3083882" y="2634431"/>
                  </a:lnTo>
                  <a:lnTo>
                    <a:pt x="3084540" y="2634431"/>
                  </a:lnTo>
                  <a:lnTo>
                    <a:pt x="3084822" y="2634431"/>
                  </a:lnTo>
                  <a:lnTo>
                    <a:pt x="3084916" y="2634431"/>
                  </a:lnTo>
                  <a:lnTo>
                    <a:pt x="3085198" y="2634431"/>
                  </a:lnTo>
                  <a:lnTo>
                    <a:pt x="3085386" y="2634431"/>
                  </a:lnTo>
                  <a:lnTo>
                    <a:pt x="3085762" y="2634431"/>
                  </a:lnTo>
                  <a:lnTo>
                    <a:pt x="3085950" y="2634431"/>
                  </a:lnTo>
                  <a:lnTo>
                    <a:pt x="3086138" y="2634431"/>
                  </a:lnTo>
                  <a:lnTo>
                    <a:pt x="3086326" y="2634431"/>
                  </a:lnTo>
                  <a:lnTo>
                    <a:pt x="3086420" y="2634431"/>
                  </a:lnTo>
                  <a:lnTo>
                    <a:pt x="3086514" y="2634431"/>
                  </a:lnTo>
                  <a:lnTo>
                    <a:pt x="3086608" y="2634431"/>
                  </a:lnTo>
                  <a:lnTo>
                    <a:pt x="3086985" y="2634431"/>
                  </a:lnTo>
                  <a:lnTo>
                    <a:pt x="3087455" y="2634431"/>
                  </a:lnTo>
                  <a:lnTo>
                    <a:pt x="3087455" y="2629151"/>
                  </a:lnTo>
                  <a:lnTo>
                    <a:pt x="3087549" y="2629151"/>
                  </a:lnTo>
                  <a:lnTo>
                    <a:pt x="3088113" y="2629151"/>
                  </a:lnTo>
                  <a:lnTo>
                    <a:pt x="3088489" y="2629151"/>
                  </a:lnTo>
                  <a:lnTo>
                    <a:pt x="3088771" y="2629151"/>
                  </a:lnTo>
                  <a:lnTo>
                    <a:pt x="3089429" y="2629151"/>
                  </a:lnTo>
                  <a:lnTo>
                    <a:pt x="3089805" y="2629151"/>
                  </a:lnTo>
                  <a:lnTo>
                    <a:pt x="3089993" y="2629151"/>
                  </a:lnTo>
                  <a:lnTo>
                    <a:pt x="3090087" y="2629151"/>
                  </a:lnTo>
                  <a:lnTo>
                    <a:pt x="3090181" y="2629151"/>
                  </a:lnTo>
                  <a:lnTo>
                    <a:pt x="3090463" y="2629151"/>
                  </a:lnTo>
                  <a:lnTo>
                    <a:pt x="3090558" y="2629151"/>
                  </a:lnTo>
                  <a:lnTo>
                    <a:pt x="3090652" y="2629151"/>
                  </a:lnTo>
                  <a:lnTo>
                    <a:pt x="3091122" y="2629151"/>
                  </a:lnTo>
                  <a:lnTo>
                    <a:pt x="3091216" y="2629151"/>
                  </a:lnTo>
                  <a:lnTo>
                    <a:pt x="3091310" y="2629151"/>
                  </a:lnTo>
                  <a:lnTo>
                    <a:pt x="3091592" y="2629151"/>
                  </a:lnTo>
                  <a:lnTo>
                    <a:pt x="3092438" y="2629151"/>
                  </a:lnTo>
                  <a:lnTo>
                    <a:pt x="3092908" y="2629151"/>
                  </a:lnTo>
                  <a:lnTo>
                    <a:pt x="3093002" y="2629151"/>
                  </a:lnTo>
                  <a:lnTo>
                    <a:pt x="3093190" y="2629151"/>
                  </a:lnTo>
                  <a:lnTo>
                    <a:pt x="3093284" y="2629151"/>
                  </a:lnTo>
                  <a:lnTo>
                    <a:pt x="3093566" y="2629151"/>
                  </a:lnTo>
                  <a:lnTo>
                    <a:pt x="3093660" y="2629151"/>
                  </a:lnTo>
                  <a:lnTo>
                    <a:pt x="3093754" y="2629151"/>
                  </a:lnTo>
                  <a:lnTo>
                    <a:pt x="3093848" y="2629151"/>
                  </a:lnTo>
                  <a:lnTo>
                    <a:pt x="3094036" y="2629151"/>
                  </a:lnTo>
                  <a:lnTo>
                    <a:pt x="3094789" y="2629151"/>
                  </a:lnTo>
                  <a:lnTo>
                    <a:pt x="3094883" y="2629151"/>
                  </a:lnTo>
                  <a:lnTo>
                    <a:pt x="3094977" y="2629151"/>
                  </a:lnTo>
                  <a:lnTo>
                    <a:pt x="3095165" y="2629151"/>
                  </a:lnTo>
                  <a:lnTo>
                    <a:pt x="3095259" y="2629151"/>
                  </a:lnTo>
                  <a:lnTo>
                    <a:pt x="3095541" y="2629151"/>
                  </a:lnTo>
                  <a:lnTo>
                    <a:pt x="3095729" y="2629151"/>
                  </a:lnTo>
                  <a:lnTo>
                    <a:pt x="3096011" y="2629151"/>
                  </a:lnTo>
                  <a:lnTo>
                    <a:pt x="3096105" y="2629151"/>
                  </a:lnTo>
                  <a:lnTo>
                    <a:pt x="3096293" y="2623872"/>
                  </a:lnTo>
                  <a:lnTo>
                    <a:pt x="3096575" y="2623872"/>
                  </a:lnTo>
                  <a:lnTo>
                    <a:pt x="3096763" y="2623872"/>
                  </a:lnTo>
                  <a:lnTo>
                    <a:pt x="3096857" y="2623872"/>
                  </a:lnTo>
                  <a:lnTo>
                    <a:pt x="3097233" y="2623872"/>
                  </a:lnTo>
                  <a:lnTo>
                    <a:pt x="3097327" y="2623872"/>
                  </a:lnTo>
                  <a:lnTo>
                    <a:pt x="3097421" y="2623872"/>
                  </a:lnTo>
                  <a:lnTo>
                    <a:pt x="3098832" y="2623872"/>
                  </a:lnTo>
                  <a:lnTo>
                    <a:pt x="3099302" y="2623872"/>
                  </a:lnTo>
                  <a:lnTo>
                    <a:pt x="3099490" y="2623872"/>
                  </a:lnTo>
                  <a:lnTo>
                    <a:pt x="3099772" y="2623872"/>
                  </a:lnTo>
                  <a:lnTo>
                    <a:pt x="3099960" y="2623872"/>
                  </a:lnTo>
                  <a:lnTo>
                    <a:pt x="3100242" y="2623872"/>
                  </a:lnTo>
                  <a:lnTo>
                    <a:pt x="3100336" y="2623872"/>
                  </a:lnTo>
                  <a:lnTo>
                    <a:pt x="3100430" y="2623872"/>
                  </a:lnTo>
                  <a:lnTo>
                    <a:pt x="3100618" y="2623872"/>
                  </a:lnTo>
                  <a:lnTo>
                    <a:pt x="3100994" y="2623872"/>
                  </a:lnTo>
                  <a:lnTo>
                    <a:pt x="3101183" y="2623872"/>
                  </a:lnTo>
                  <a:lnTo>
                    <a:pt x="3101277" y="2623872"/>
                  </a:lnTo>
                  <a:lnTo>
                    <a:pt x="3101465" y="2623872"/>
                  </a:lnTo>
                  <a:lnTo>
                    <a:pt x="3101559" y="2623872"/>
                  </a:lnTo>
                  <a:lnTo>
                    <a:pt x="3102029" y="2623872"/>
                  </a:lnTo>
                  <a:lnTo>
                    <a:pt x="3102311" y="2623872"/>
                  </a:lnTo>
                  <a:lnTo>
                    <a:pt x="3102499" y="2623872"/>
                  </a:lnTo>
                  <a:lnTo>
                    <a:pt x="3102781" y="2623872"/>
                  </a:lnTo>
                  <a:lnTo>
                    <a:pt x="3103157" y="2623872"/>
                  </a:lnTo>
                  <a:lnTo>
                    <a:pt x="3103627" y="2623872"/>
                  </a:lnTo>
                  <a:lnTo>
                    <a:pt x="3103815" y="2623872"/>
                  </a:lnTo>
                  <a:lnTo>
                    <a:pt x="3104850" y="2623872"/>
                  </a:lnTo>
                  <a:lnTo>
                    <a:pt x="3104944" y="2623872"/>
                  </a:lnTo>
                  <a:lnTo>
                    <a:pt x="3105226" y="2623872"/>
                  </a:lnTo>
                  <a:lnTo>
                    <a:pt x="3105696" y="2623872"/>
                  </a:lnTo>
                  <a:lnTo>
                    <a:pt x="3105884" y="2623872"/>
                  </a:lnTo>
                  <a:lnTo>
                    <a:pt x="3105978" y="2623872"/>
                  </a:lnTo>
                  <a:lnTo>
                    <a:pt x="3106166" y="2623872"/>
                  </a:lnTo>
                  <a:lnTo>
                    <a:pt x="3106260" y="2623872"/>
                  </a:lnTo>
                  <a:lnTo>
                    <a:pt x="3106354" y="2618592"/>
                  </a:lnTo>
                  <a:lnTo>
                    <a:pt x="3106636" y="2618592"/>
                  </a:lnTo>
                  <a:lnTo>
                    <a:pt x="3106824" y="2618592"/>
                  </a:lnTo>
                  <a:lnTo>
                    <a:pt x="3106918" y="2618592"/>
                  </a:lnTo>
                  <a:lnTo>
                    <a:pt x="3107200" y="2618592"/>
                  </a:lnTo>
                  <a:lnTo>
                    <a:pt x="3107388" y="2618592"/>
                  </a:lnTo>
                  <a:lnTo>
                    <a:pt x="3107670" y="2618592"/>
                  </a:lnTo>
                  <a:lnTo>
                    <a:pt x="3107952" y="2618592"/>
                  </a:lnTo>
                  <a:lnTo>
                    <a:pt x="3108235" y="2618592"/>
                  </a:lnTo>
                  <a:lnTo>
                    <a:pt x="3108611" y="2618592"/>
                  </a:lnTo>
                  <a:lnTo>
                    <a:pt x="3108705" y="2618592"/>
                  </a:lnTo>
                  <a:lnTo>
                    <a:pt x="3108893" y="2618592"/>
                  </a:lnTo>
                  <a:lnTo>
                    <a:pt x="3109269" y="2618592"/>
                  </a:lnTo>
                  <a:lnTo>
                    <a:pt x="3109457" y="2618592"/>
                  </a:lnTo>
                  <a:lnTo>
                    <a:pt x="3109645" y="2618592"/>
                  </a:lnTo>
                  <a:lnTo>
                    <a:pt x="3109927" y="2618592"/>
                  </a:lnTo>
                  <a:lnTo>
                    <a:pt x="3110585" y="2618592"/>
                  </a:lnTo>
                  <a:lnTo>
                    <a:pt x="3110773" y="2618592"/>
                  </a:lnTo>
                  <a:lnTo>
                    <a:pt x="3110867" y="2618592"/>
                  </a:lnTo>
                  <a:lnTo>
                    <a:pt x="3110961" y="2618592"/>
                  </a:lnTo>
                  <a:lnTo>
                    <a:pt x="3111337" y="2618592"/>
                  </a:lnTo>
                  <a:lnTo>
                    <a:pt x="3111431" y="2618592"/>
                  </a:lnTo>
                  <a:lnTo>
                    <a:pt x="3111619" y="2618592"/>
                  </a:lnTo>
                  <a:lnTo>
                    <a:pt x="3111713" y="2618592"/>
                  </a:lnTo>
                  <a:lnTo>
                    <a:pt x="3112278" y="2618592"/>
                  </a:lnTo>
                  <a:lnTo>
                    <a:pt x="3112466" y="2618592"/>
                  </a:lnTo>
                  <a:lnTo>
                    <a:pt x="3112654" y="2618592"/>
                  </a:lnTo>
                  <a:lnTo>
                    <a:pt x="3112936" y="2618592"/>
                  </a:lnTo>
                  <a:lnTo>
                    <a:pt x="3113218" y="2618592"/>
                  </a:lnTo>
                  <a:lnTo>
                    <a:pt x="3113312" y="2618592"/>
                  </a:lnTo>
                  <a:lnTo>
                    <a:pt x="3113594" y="2618592"/>
                  </a:lnTo>
                  <a:lnTo>
                    <a:pt x="3113688" y="2618592"/>
                  </a:lnTo>
                  <a:lnTo>
                    <a:pt x="3113782" y="2618592"/>
                  </a:lnTo>
                  <a:lnTo>
                    <a:pt x="3113876" y="2618592"/>
                  </a:lnTo>
                  <a:lnTo>
                    <a:pt x="3114064" y="2618592"/>
                  </a:lnTo>
                  <a:lnTo>
                    <a:pt x="3114158" y="2618592"/>
                  </a:lnTo>
                  <a:lnTo>
                    <a:pt x="3114252" y="2618592"/>
                  </a:lnTo>
                  <a:lnTo>
                    <a:pt x="3114722" y="2618592"/>
                  </a:lnTo>
                  <a:lnTo>
                    <a:pt x="3114816" y="2618592"/>
                  </a:lnTo>
                  <a:lnTo>
                    <a:pt x="3114910" y="2618592"/>
                  </a:lnTo>
                  <a:lnTo>
                    <a:pt x="3115286" y="2613313"/>
                  </a:lnTo>
                  <a:lnTo>
                    <a:pt x="3115945" y="2608034"/>
                  </a:lnTo>
                  <a:lnTo>
                    <a:pt x="3116227" y="2608034"/>
                  </a:lnTo>
                  <a:lnTo>
                    <a:pt x="3116509" y="2608034"/>
                  </a:lnTo>
                  <a:lnTo>
                    <a:pt x="3116697" y="2602754"/>
                  </a:lnTo>
                  <a:lnTo>
                    <a:pt x="3116979" y="2602754"/>
                  </a:lnTo>
                  <a:lnTo>
                    <a:pt x="3117637" y="2602754"/>
                  </a:lnTo>
                  <a:lnTo>
                    <a:pt x="3117731" y="2602754"/>
                  </a:lnTo>
                  <a:lnTo>
                    <a:pt x="3117825" y="2602754"/>
                  </a:lnTo>
                  <a:lnTo>
                    <a:pt x="3118013" y="2602754"/>
                  </a:lnTo>
                  <a:lnTo>
                    <a:pt x="3118107" y="2602754"/>
                  </a:lnTo>
                  <a:lnTo>
                    <a:pt x="3118295" y="2602754"/>
                  </a:lnTo>
                  <a:lnTo>
                    <a:pt x="3118389" y="2602754"/>
                  </a:lnTo>
                  <a:lnTo>
                    <a:pt x="3118483" y="2602754"/>
                  </a:lnTo>
                  <a:lnTo>
                    <a:pt x="3118765" y="2602754"/>
                  </a:lnTo>
                  <a:lnTo>
                    <a:pt x="3119142" y="2602754"/>
                  </a:lnTo>
                  <a:lnTo>
                    <a:pt x="3119424" y="2602754"/>
                  </a:lnTo>
                  <a:lnTo>
                    <a:pt x="3119894" y="2602754"/>
                  </a:lnTo>
                  <a:lnTo>
                    <a:pt x="3120176" y="2602754"/>
                  </a:lnTo>
                  <a:lnTo>
                    <a:pt x="3120552" y="2602754"/>
                  </a:lnTo>
                  <a:lnTo>
                    <a:pt x="3120740" y="2602754"/>
                  </a:lnTo>
                  <a:lnTo>
                    <a:pt x="3120834" y="2602754"/>
                  </a:lnTo>
                  <a:lnTo>
                    <a:pt x="3120928" y="2602754"/>
                  </a:lnTo>
                  <a:lnTo>
                    <a:pt x="3121304" y="2602754"/>
                  </a:lnTo>
                  <a:lnTo>
                    <a:pt x="3121680" y="2602754"/>
                  </a:lnTo>
                  <a:lnTo>
                    <a:pt x="3121868" y="2602754"/>
                  </a:lnTo>
                  <a:lnTo>
                    <a:pt x="3121962" y="2602754"/>
                  </a:lnTo>
                  <a:lnTo>
                    <a:pt x="3122150" y="2602754"/>
                  </a:lnTo>
                  <a:lnTo>
                    <a:pt x="3122244" y="2602754"/>
                  </a:lnTo>
                  <a:lnTo>
                    <a:pt x="3123185" y="2602754"/>
                  </a:lnTo>
                  <a:lnTo>
                    <a:pt x="3123279" y="2602754"/>
                  </a:lnTo>
                  <a:lnTo>
                    <a:pt x="3123373" y="2602754"/>
                  </a:lnTo>
                  <a:lnTo>
                    <a:pt x="3123655" y="2602754"/>
                  </a:lnTo>
                  <a:lnTo>
                    <a:pt x="3123749" y="2602754"/>
                  </a:lnTo>
                  <a:lnTo>
                    <a:pt x="3124125" y="2602754"/>
                  </a:lnTo>
                  <a:lnTo>
                    <a:pt x="3124689" y="2602754"/>
                  </a:lnTo>
                  <a:lnTo>
                    <a:pt x="3124971" y="2602754"/>
                  </a:lnTo>
                  <a:lnTo>
                    <a:pt x="3125253" y="2602754"/>
                  </a:lnTo>
                  <a:lnTo>
                    <a:pt x="3125347" y="2602754"/>
                  </a:lnTo>
                  <a:lnTo>
                    <a:pt x="3126006" y="2602754"/>
                  </a:lnTo>
                  <a:lnTo>
                    <a:pt x="3126100" y="2602754"/>
                  </a:lnTo>
                  <a:lnTo>
                    <a:pt x="3126664" y="2602754"/>
                  </a:lnTo>
                  <a:lnTo>
                    <a:pt x="3126946" y="2602754"/>
                  </a:lnTo>
                  <a:lnTo>
                    <a:pt x="3127040" y="2602754"/>
                  </a:lnTo>
                  <a:lnTo>
                    <a:pt x="3127134" y="2602754"/>
                  </a:lnTo>
                  <a:lnTo>
                    <a:pt x="3127322" y="2602754"/>
                  </a:lnTo>
                  <a:lnTo>
                    <a:pt x="3127416" y="2602754"/>
                  </a:lnTo>
                  <a:lnTo>
                    <a:pt x="3127510" y="2602754"/>
                  </a:lnTo>
                  <a:lnTo>
                    <a:pt x="3127792" y="2602754"/>
                  </a:lnTo>
                  <a:lnTo>
                    <a:pt x="3127886" y="2602754"/>
                  </a:lnTo>
                  <a:lnTo>
                    <a:pt x="3128168" y="2602754"/>
                  </a:lnTo>
                  <a:lnTo>
                    <a:pt x="3128262" y="2602754"/>
                  </a:lnTo>
                  <a:lnTo>
                    <a:pt x="3128638" y="2602754"/>
                  </a:lnTo>
                  <a:lnTo>
                    <a:pt x="3128920" y="2602754"/>
                  </a:lnTo>
                  <a:lnTo>
                    <a:pt x="3129296" y="2602754"/>
                  </a:lnTo>
                  <a:lnTo>
                    <a:pt x="3129484" y="2602754"/>
                  </a:lnTo>
                  <a:lnTo>
                    <a:pt x="3130237" y="2602754"/>
                  </a:lnTo>
                  <a:lnTo>
                    <a:pt x="3130425" y="2602754"/>
                  </a:lnTo>
                  <a:lnTo>
                    <a:pt x="3130801" y="2602754"/>
                  </a:lnTo>
                  <a:lnTo>
                    <a:pt x="3130989" y="2602754"/>
                  </a:lnTo>
                  <a:lnTo>
                    <a:pt x="3131177" y="2602754"/>
                  </a:lnTo>
                  <a:lnTo>
                    <a:pt x="3131271" y="2602754"/>
                  </a:lnTo>
                  <a:lnTo>
                    <a:pt x="3131459" y="2602754"/>
                  </a:lnTo>
                  <a:lnTo>
                    <a:pt x="3131553" y="2602754"/>
                  </a:lnTo>
                  <a:lnTo>
                    <a:pt x="3131647" y="2602754"/>
                  </a:lnTo>
                  <a:lnTo>
                    <a:pt x="3131835" y="2602754"/>
                  </a:lnTo>
                  <a:lnTo>
                    <a:pt x="3132023" y="2602754"/>
                  </a:lnTo>
                  <a:lnTo>
                    <a:pt x="3132399" y="2602754"/>
                  </a:lnTo>
                  <a:lnTo>
                    <a:pt x="3132493" y="2602754"/>
                  </a:lnTo>
                  <a:lnTo>
                    <a:pt x="3132775" y="2602754"/>
                  </a:lnTo>
                  <a:lnTo>
                    <a:pt x="3132869" y="2602754"/>
                  </a:lnTo>
                  <a:lnTo>
                    <a:pt x="3132963" y="2602754"/>
                  </a:lnTo>
                  <a:lnTo>
                    <a:pt x="3133340" y="2602754"/>
                  </a:lnTo>
                  <a:lnTo>
                    <a:pt x="3133434" y="2602754"/>
                  </a:lnTo>
                  <a:lnTo>
                    <a:pt x="3133528" y="2602754"/>
                  </a:lnTo>
                  <a:lnTo>
                    <a:pt x="3133622" y="2602754"/>
                  </a:lnTo>
                  <a:lnTo>
                    <a:pt x="3133810" y="2602754"/>
                  </a:lnTo>
                  <a:lnTo>
                    <a:pt x="3133904" y="2602754"/>
                  </a:lnTo>
                  <a:lnTo>
                    <a:pt x="3135596" y="2602754"/>
                  </a:lnTo>
                  <a:lnTo>
                    <a:pt x="3135690" y="2602754"/>
                  </a:lnTo>
                  <a:lnTo>
                    <a:pt x="3135784" y="2602754"/>
                  </a:lnTo>
                  <a:lnTo>
                    <a:pt x="3136254" y="2602754"/>
                  </a:lnTo>
                  <a:lnTo>
                    <a:pt x="3136348" y="2602754"/>
                  </a:lnTo>
                  <a:lnTo>
                    <a:pt x="3136442" y="2602754"/>
                  </a:lnTo>
                  <a:lnTo>
                    <a:pt x="3136725" y="2602754"/>
                  </a:lnTo>
                  <a:lnTo>
                    <a:pt x="3136819" y="2602754"/>
                  </a:lnTo>
                  <a:lnTo>
                    <a:pt x="3136913" y="2602754"/>
                  </a:lnTo>
                  <a:lnTo>
                    <a:pt x="3137101" y="2602754"/>
                  </a:lnTo>
                  <a:lnTo>
                    <a:pt x="3137289" y="2602754"/>
                  </a:lnTo>
                  <a:lnTo>
                    <a:pt x="3137571" y="2602754"/>
                  </a:lnTo>
                  <a:lnTo>
                    <a:pt x="3137759" y="2602754"/>
                  </a:lnTo>
                  <a:lnTo>
                    <a:pt x="3137853" y="2602754"/>
                  </a:lnTo>
                  <a:lnTo>
                    <a:pt x="3138793" y="2602754"/>
                  </a:lnTo>
                  <a:lnTo>
                    <a:pt x="3138887" y="2602754"/>
                  </a:lnTo>
                  <a:lnTo>
                    <a:pt x="3139075" y="2602754"/>
                  </a:lnTo>
                  <a:lnTo>
                    <a:pt x="3140015" y="2602754"/>
                  </a:lnTo>
                  <a:lnTo>
                    <a:pt x="3140298" y="2597475"/>
                  </a:lnTo>
                  <a:lnTo>
                    <a:pt x="3140392" y="2597475"/>
                  </a:lnTo>
                  <a:lnTo>
                    <a:pt x="3140674" y="2597475"/>
                  </a:lnTo>
                  <a:lnTo>
                    <a:pt x="3140862" y="2597475"/>
                  </a:lnTo>
                  <a:lnTo>
                    <a:pt x="3141332" y="2597475"/>
                  </a:lnTo>
                  <a:lnTo>
                    <a:pt x="3141520" y="2597475"/>
                  </a:lnTo>
                  <a:lnTo>
                    <a:pt x="3141802" y="2597475"/>
                  </a:lnTo>
                  <a:lnTo>
                    <a:pt x="3141896" y="2597475"/>
                  </a:lnTo>
                  <a:lnTo>
                    <a:pt x="3141990" y="2597475"/>
                  </a:lnTo>
                  <a:lnTo>
                    <a:pt x="3142272" y="2597475"/>
                  </a:lnTo>
                  <a:lnTo>
                    <a:pt x="3142366" y="2597475"/>
                  </a:lnTo>
                  <a:lnTo>
                    <a:pt x="3142742" y="2597475"/>
                  </a:lnTo>
                  <a:lnTo>
                    <a:pt x="3143024" y="2597475"/>
                  </a:lnTo>
                  <a:lnTo>
                    <a:pt x="3143118" y="2597475"/>
                  </a:lnTo>
                  <a:lnTo>
                    <a:pt x="3143212" y="2597475"/>
                  </a:lnTo>
                  <a:lnTo>
                    <a:pt x="3143306" y="2597475"/>
                  </a:lnTo>
                  <a:lnTo>
                    <a:pt x="3143400" y="2597475"/>
                  </a:lnTo>
                  <a:lnTo>
                    <a:pt x="3143777" y="2597475"/>
                  </a:lnTo>
                  <a:lnTo>
                    <a:pt x="3143965" y="2597475"/>
                  </a:lnTo>
                  <a:lnTo>
                    <a:pt x="3144811" y="2597475"/>
                  </a:lnTo>
                  <a:lnTo>
                    <a:pt x="3145093" y="2597475"/>
                  </a:lnTo>
                  <a:lnTo>
                    <a:pt x="3145375" y="2597475"/>
                  </a:lnTo>
                  <a:lnTo>
                    <a:pt x="3145563" y="2597475"/>
                  </a:lnTo>
                  <a:lnTo>
                    <a:pt x="3146033" y="2597475"/>
                  </a:lnTo>
                  <a:lnTo>
                    <a:pt x="3146127" y="2597475"/>
                  </a:lnTo>
                  <a:lnTo>
                    <a:pt x="3146503" y="2597475"/>
                  </a:lnTo>
                  <a:lnTo>
                    <a:pt x="3146597" y="2597475"/>
                  </a:lnTo>
                  <a:lnTo>
                    <a:pt x="3146691" y="2597475"/>
                  </a:lnTo>
                  <a:lnTo>
                    <a:pt x="3146785" y="2597475"/>
                  </a:lnTo>
                  <a:lnTo>
                    <a:pt x="3147067" y="2597475"/>
                  </a:lnTo>
                  <a:lnTo>
                    <a:pt x="3147161" y="2597475"/>
                  </a:lnTo>
                  <a:lnTo>
                    <a:pt x="3147350" y="2597475"/>
                  </a:lnTo>
                  <a:lnTo>
                    <a:pt x="3147538" y="2597475"/>
                  </a:lnTo>
                  <a:lnTo>
                    <a:pt x="3148290" y="2597475"/>
                  </a:lnTo>
                  <a:lnTo>
                    <a:pt x="3148384" y="2597475"/>
                  </a:lnTo>
                  <a:lnTo>
                    <a:pt x="3148572" y="2597475"/>
                  </a:lnTo>
                  <a:lnTo>
                    <a:pt x="3148666" y="2597475"/>
                  </a:lnTo>
                  <a:lnTo>
                    <a:pt x="3149512" y="2597475"/>
                  </a:lnTo>
                  <a:lnTo>
                    <a:pt x="3149606" y="2597475"/>
                  </a:lnTo>
                  <a:lnTo>
                    <a:pt x="3150170" y="2597475"/>
                  </a:lnTo>
                  <a:lnTo>
                    <a:pt x="3150452" y="2597475"/>
                  </a:lnTo>
                  <a:lnTo>
                    <a:pt x="3150640" y="2597475"/>
                  </a:lnTo>
                  <a:lnTo>
                    <a:pt x="3151111" y="2597475"/>
                  </a:lnTo>
                  <a:lnTo>
                    <a:pt x="3151487" y="2597475"/>
                  </a:lnTo>
                  <a:lnTo>
                    <a:pt x="3151675" y="2597475"/>
                  </a:lnTo>
                  <a:lnTo>
                    <a:pt x="3151769" y="2597475"/>
                  </a:lnTo>
                  <a:lnTo>
                    <a:pt x="3152145" y="2597475"/>
                  </a:lnTo>
                  <a:lnTo>
                    <a:pt x="3152427" y="2597475"/>
                  </a:lnTo>
                  <a:lnTo>
                    <a:pt x="3152521" y="2592195"/>
                  </a:lnTo>
                  <a:lnTo>
                    <a:pt x="3153085" y="2592195"/>
                  </a:lnTo>
                  <a:lnTo>
                    <a:pt x="3153179" y="2592195"/>
                  </a:lnTo>
                  <a:lnTo>
                    <a:pt x="3153367" y="2592195"/>
                  </a:lnTo>
                  <a:lnTo>
                    <a:pt x="3153555" y="2592195"/>
                  </a:lnTo>
                  <a:lnTo>
                    <a:pt x="3153931" y="2586916"/>
                  </a:lnTo>
                  <a:lnTo>
                    <a:pt x="3154025" y="2586916"/>
                  </a:lnTo>
                  <a:lnTo>
                    <a:pt x="3154119" y="2586916"/>
                  </a:lnTo>
                  <a:lnTo>
                    <a:pt x="3154402" y="2586916"/>
                  </a:lnTo>
                  <a:lnTo>
                    <a:pt x="3154778" y="2586916"/>
                  </a:lnTo>
                  <a:lnTo>
                    <a:pt x="3154872" y="2586916"/>
                  </a:lnTo>
                  <a:lnTo>
                    <a:pt x="3154966" y="2586916"/>
                  </a:lnTo>
                  <a:lnTo>
                    <a:pt x="3155060" y="2586916"/>
                  </a:lnTo>
                  <a:lnTo>
                    <a:pt x="3155342" y="2586916"/>
                  </a:lnTo>
                  <a:lnTo>
                    <a:pt x="3155436" y="2586916"/>
                  </a:lnTo>
                  <a:lnTo>
                    <a:pt x="3155906" y="2586916"/>
                  </a:lnTo>
                  <a:lnTo>
                    <a:pt x="3156094" y="2586916"/>
                  </a:lnTo>
                  <a:lnTo>
                    <a:pt x="3156188" y="2586916"/>
                  </a:lnTo>
                  <a:lnTo>
                    <a:pt x="3156282" y="2586916"/>
                  </a:lnTo>
                  <a:lnTo>
                    <a:pt x="3156564" y="2581637"/>
                  </a:lnTo>
                  <a:lnTo>
                    <a:pt x="3156658" y="2581637"/>
                  </a:lnTo>
                  <a:lnTo>
                    <a:pt x="3156752" y="2581637"/>
                  </a:lnTo>
                  <a:lnTo>
                    <a:pt x="3157128" y="2581637"/>
                  </a:lnTo>
                  <a:lnTo>
                    <a:pt x="3157598" y="2576357"/>
                  </a:lnTo>
                  <a:lnTo>
                    <a:pt x="3158633" y="2576357"/>
                  </a:lnTo>
                  <a:lnTo>
                    <a:pt x="3158727" y="2576357"/>
                  </a:lnTo>
                  <a:lnTo>
                    <a:pt x="3158821" y="2576357"/>
                  </a:lnTo>
                  <a:lnTo>
                    <a:pt x="3158915" y="2576357"/>
                  </a:lnTo>
                  <a:lnTo>
                    <a:pt x="3159009" y="2576357"/>
                  </a:lnTo>
                  <a:lnTo>
                    <a:pt x="3159197" y="2576357"/>
                  </a:lnTo>
                  <a:lnTo>
                    <a:pt x="3159291" y="2576357"/>
                  </a:lnTo>
                  <a:lnTo>
                    <a:pt x="3159385" y="2576357"/>
                  </a:lnTo>
                  <a:lnTo>
                    <a:pt x="3159479" y="2576357"/>
                  </a:lnTo>
                  <a:lnTo>
                    <a:pt x="3159573" y="2576357"/>
                  </a:lnTo>
                  <a:lnTo>
                    <a:pt x="3159667" y="2576357"/>
                  </a:lnTo>
                  <a:lnTo>
                    <a:pt x="3159761" y="2576357"/>
                  </a:lnTo>
                  <a:lnTo>
                    <a:pt x="3160043" y="2576357"/>
                  </a:lnTo>
                  <a:lnTo>
                    <a:pt x="3160137" y="2576357"/>
                  </a:lnTo>
                  <a:lnTo>
                    <a:pt x="3162112" y="2571078"/>
                  </a:lnTo>
                  <a:lnTo>
                    <a:pt x="3162112" y="2565798"/>
                  </a:lnTo>
                  <a:lnTo>
                    <a:pt x="3162206" y="2565798"/>
                  </a:lnTo>
                  <a:lnTo>
                    <a:pt x="3162488" y="2565798"/>
                  </a:lnTo>
                  <a:lnTo>
                    <a:pt x="3162676" y="2565798"/>
                  </a:lnTo>
                  <a:lnTo>
                    <a:pt x="3162770" y="2565798"/>
                  </a:lnTo>
                  <a:lnTo>
                    <a:pt x="3162958" y="2565798"/>
                  </a:lnTo>
                  <a:lnTo>
                    <a:pt x="3163052" y="2565798"/>
                  </a:lnTo>
                  <a:lnTo>
                    <a:pt x="3163146" y="2565798"/>
                  </a:lnTo>
                  <a:lnTo>
                    <a:pt x="3163428" y="2565798"/>
                  </a:lnTo>
                  <a:lnTo>
                    <a:pt x="3163522" y="2565798"/>
                  </a:lnTo>
                  <a:lnTo>
                    <a:pt x="3163804" y="2565798"/>
                  </a:lnTo>
                  <a:lnTo>
                    <a:pt x="3164274" y="2565798"/>
                  </a:lnTo>
                  <a:lnTo>
                    <a:pt x="3164368" y="2565798"/>
                  </a:lnTo>
                  <a:lnTo>
                    <a:pt x="3164462" y="2565798"/>
                  </a:lnTo>
                  <a:lnTo>
                    <a:pt x="3164744" y="2565798"/>
                  </a:lnTo>
                  <a:lnTo>
                    <a:pt x="3164932" y="2565798"/>
                  </a:lnTo>
                  <a:lnTo>
                    <a:pt x="3165121" y="2565798"/>
                  </a:lnTo>
                  <a:lnTo>
                    <a:pt x="3165403" y="2565798"/>
                  </a:lnTo>
                  <a:lnTo>
                    <a:pt x="3165497" y="2565798"/>
                  </a:lnTo>
                  <a:lnTo>
                    <a:pt x="3165685" y="2565798"/>
                  </a:lnTo>
                  <a:lnTo>
                    <a:pt x="3165779" y="2565798"/>
                  </a:lnTo>
                  <a:lnTo>
                    <a:pt x="3166155" y="2565798"/>
                  </a:lnTo>
                  <a:lnTo>
                    <a:pt x="3166343" y="2565798"/>
                  </a:lnTo>
                  <a:lnTo>
                    <a:pt x="3166907" y="2565798"/>
                  </a:lnTo>
                  <a:lnTo>
                    <a:pt x="3167001" y="2565798"/>
                  </a:lnTo>
                  <a:lnTo>
                    <a:pt x="3167189" y="2565798"/>
                  </a:lnTo>
                  <a:lnTo>
                    <a:pt x="3167283" y="2565798"/>
                  </a:lnTo>
                  <a:lnTo>
                    <a:pt x="3167565" y="2565798"/>
                  </a:lnTo>
                  <a:lnTo>
                    <a:pt x="3167659" y="2565798"/>
                  </a:lnTo>
                  <a:lnTo>
                    <a:pt x="3167847" y="2565798"/>
                  </a:lnTo>
                  <a:lnTo>
                    <a:pt x="3168035" y="2565798"/>
                  </a:lnTo>
                  <a:lnTo>
                    <a:pt x="3168506" y="2565798"/>
                  </a:lnTo>
                  <a:lnTo>
                    <a:pt x="3168600" y="2565798"/>
                  </a:lnTo>
                  <a:lnTo>
                    <a:pt x="3169258" y="2565798"/>
                  </a:lnTo>
                  <a:lnTo>
                    <a:pt x="3170010" y="2565798"/>
                  </a:lnTo>
                  <a:lnTo>
                    <a:pt x="3170762" y="2565798"/>
                  </a:lnTo>
                  <a:lnTo>
                    <a:pt x="3170856" y="2565798"/>
                  </a:lnTo>
                  <a:lnTo>
                    <a:pt x="3171044" y="2565798"/>
                  </a:lnTo>
                  <a:lnTo>
                    <a:pt x="3171138" y="2565798"/>
                  </a:lnTo>
                  <a:lnTo>
                    <a:pt x="3171326" y="2565798"/>
                  </a:lnTo>
                  <a:lnTo>
                    <a:pt x="3171420" y="2565798"/>
                  </a:lnTo>
                  <a:lnTo>
                    <a:pt x="3171608" y="2565798"/>
                  </a:lnTo>
                  <a:lnTo>
                    <a:pt x="3173019" y="2560519"/>
                  </a:lnTo>
                  <a:lnTo>
                    <a:pt x="3173207" y="2560519"/>
                  </a:lnTo>
                  <a:lnTo>
                    <a:pt x="3173301" y="2560519"/>
                  </a:lnTo>
                  <a:lnTo>
                    <a:pt x="3173489" y="2560519"/>
                  </a:lnTo>
                  <a:lnTo>
                    <a:pt x="3173583" y="2560519"/>
                  </a:lnTo>
                  <a:lnTo>
                    <a:pt x="3173677" y="2560519"/>
                  </a:lnTo>
                  <a:lnTo>
                    <a:pt x="3173771" y="2560519"/>
                  </a:lnTo>
                  <a:lnTo>
                    <a:pt x="3174053" y="2560519"/>
                  </a:lnTo>
                  <a:lnTo>
                    <a:pt x="3174241" y="2560519"/>
                  </a:lnTo>
                  <a:lnTo>
                    <a:pt x="3174335" y="2560519"/>
                  </a:lnTo>
                  <a:lnTo>
                    <a:pt x="3174429" y="2560519"/>
                  </a:lnTo>
                  <a:lnTo>
                    <a:pt x="3174617" y="2560519"/>
                  </a:lnTo>
                  <a:lnTo>
                    <a:pt x="3175087" y="2560519"/>
                  </a:lnTo>
                  <a:lnTo>
                    <a:pt x="3175275" y="2560519"/>
                  </a:lnTo>
                  <a:lnTo>
                    <a:pt x="3175463" y="2560519"/>
                  </a:lnTo>
                  <a:lnTo>
                    <a:pt x="3175557" y="2560519"/>
                  </a:lnTo>
                  <a:lnTo>
                    <a:pt x="3175746" y="2560519"/>
                  </a:lnTo>
                  <a:lnTo>
                    <a:pt x="3176216" y="2560519"/>
                  </a:lnTo>
                  <a:lnTo>
                    <a:pt x="3176310" y="2560519"/>
                  </a:lnTo>
                  <a:lnTo>
                    <a:pt x="3176404" y="2560519"/>
                  </a:lnTo>
                  <a:lnTo>
                    <a:pt x="3176592" y="2560519"/>
                  </a:lnTo>
                  <a:lnTo>
                    <a:pt x="3176968" y="2560519"/>
                  </a:lnTo>
                  <a:lnTo>
                    <a:pt x="3177156" y="2560519"/>
                  </a:lnTo>
                  <a:lnTo>
                    <a:pt x="3177438" y="2560519"/>
                  </a:lnTo>
                  <a:lnTo>
                    <a:pt x="3178096" y="2560519"/>
                  </a:lnTo>
                  <a:lnTo>
                    <a:pt x="3178472" y="2560519"/>
                  </a:lnTo>
                  <a:lnTo>
                    <a:pt x="3178566" y="2560519"/>
                  </a:lnTo>
                  <a:lnTo>
                    <a:pt x="3178754" y="2560519"/>
                  </a:lnTo>
                  <a:lnTo>
                    <a:pt x="3179036" y="2560519"/>
                  </a:lnTo>
                  <a:lnTo>
                    <a:pt x="3179319" y="2560519"/>
                  </a:lnTo>
                  <a:lnTo>
                    <a:pt x="3179601" y="2560519"/>
                  </a:lnTo>
                  <a:lnTo>
                    <a:pt x="3179695" y="2560519"/>
                  </a:lnTo>
                  <a:lnTo>
                    <a:pt x="3179789" y="2560519"/>
                  </a:lnTo>
                  <a:lnTo>
                    <a:pt x="3179883" y="2560519"/>
                  </a:lnTo>
                  <a:lnTo>
                    <a:pt x="3180635" y="2560519"/>
                  </a:lnTo>
                  <a:lnTo>
                    <a:pt x="3180729" y="2560519"/>
                  </a:lnTo>
                  <a:lnTo>
                    <a:pt x="3180917" y="2560519"/>
                  </a:lnTo>
                  <a:lnTo>
                    <a:pt x="3181011" y="2560519"/>
                  </a:lnTo>
                  <a:lnTo>
                    <a:pt x="3181669" y="2560519"/>
                  </a:lnTo>
                  <a:lnTo>
                    <a:pt x="3181951" y="2560519"/>
                  </a:lnTo>
                  <a:lnTo>
                    <a:pt x="3182139" y="2560519"/>
                  </a:lnTo>
                  <a:lnTo>
                    <a:pt x="3182327" y="2560519"/>
                  </a:lnTo>
                  <a:lnTo>
                    <a:pt x="3182609" y="2560519"/>
                  </a:lnTo>
                  <a:lnTo>
                    <a:pt x="3182704" y="2560519"/>
                  </a:lnTo>
                  <a:lnTo>
                    <a:pt x="3182892" y="2560519"/>
                  </a:lnTo>
                  <a:lnTo>
                    <a:pt x="3183080" y="2560519"/>
                  </a:lnTo>
                  <a:lnTo>
                    <a:pt x="3183268" y="2560519"/>
                  </a:lnTo>
                  <a:lnTo>
                    <a:pt x="3183644" y="2560519"/>
                  </a:lnTo>
                  <a:lnTo>
                    <a:pt x="3183738" y="2560519"/>
                  </a:lnTo>
                  <a:lnTo>
                    <a:pt x="3183832" y="2560519"/>
                  </a:lnTo>
                  <a:lnTo>
                    <a:pt x="3183926" y="2560519"/>
                  </a:lnTo>
                  <a:lnTo>
                    <a:pt x="3184020" y="2560519"/>
                  </a:lnTo>
                  <a:lnTo>
                    <a:pt x="3185148" y="2560519"/>
                  </a:lnTo>
                  <a:lnTo>
                    <a:pt x="3185242" y="2560519"/>
                  </a:lnTo>
                  <a:lnTo>
                    <a:pt x="3185524" y="2560519"/>
                  </a:lnTo>
                  <a:lnTo>
                    <a:pt x="3185618" y="2560519"/>
                  </a:lnTo>
                  <a:lnTo>
                    <a:pt x="3185712" y="2560519"/>
                  </a:lnTo>
                  <a:lnTo>
                    <a:pt x="3185900" y="2560519"/>
                  </a:lnTo>
                  <a:lnTo>
                    <a:pt x="3185994" y="2560519"/>
                  </a:lnTo>
                  <a:lnTo>
                    <a:pt x="3186559" y="2560519"/>
                  </a:lnTo>
                  <a:lnTo>
                    <a:pt x="3186653" y="2560519"/>
                  </a:lnTo>
                  <a:lnTo>
                    <a:pt x="3186841" y="2560519"/>
                  </a:lnTo>
                  <a:lnTo>
                    <a:pt x="3187217" y="2560519"/>
                  </a:lnTo>
                  <a:lnTo>
                    <a:pt x="3187405" y="2560519"/>
                  </a:lnTo>
                  <a:lnTo>
                    <a:pt x="3187687" y="2560519"/>
                  </a:lnTo>
                  <a:lnTo>
                    <a:pt x="3187969" y="2560519"/>
                  </a:lnTo>
                  <a:lnTo>
                    <a:pt x="3188063" y="2560519"/>
                  </a:lnTo>
                  <a:lnTo>
                    <a:pt x="3188251" y="2560519"/>
                  </a:lnTo>
                  <a:lnTo>
                    <a:pt x="3188439" y="2560519"/>
                  </a:lnTo>
                  <a:lnTo>
                    <a:pt x="3188533" y="2560519"/>
                  </a:lnTo>
                  <a:lnTo>
                    <a:pt x="3188815" y="2560519"/>
                  </a:lnTo>
                  <a:lnTo>
                    <a:pt x="3189285" y="2560519"/>
                  </a:lnTo>
                  <a:lnTo>
                    <a:pt x="3189379" y="2560519"/>
                  </a:lnTo>
                  <a:lnTo>
                    <a:pt x="3189756" y="2560519"/>
                  </a:lnTo>
                  <a:lnTo>
                    <a:pt x="3190414" y="2560519"/>
                  </a:lnTo>
                  <a:lnTo>
                    <a:pt x="3190696" y="2560519"/>
                  </a:lnTo>
                  <a:lnTo>
                    <a:pt x="3190790" y="2560519"/>
                  </a:lnTo>
                  <a:lnTo>
                    <a:pt x="3191166" y="2560519"/>
                  </a:lnTo>
                  <a:lnTo>
                    <a:pt x="3191354" y="2560519"/>
                  </a:lnTo>
                  <a:lnTo>
                    <a:pt x="3191542" y="2560519"/>
                  </a:lnTo>
                  <a:lnTo>
                    <a:pt x="3192576" y="2560519"/>
                  </a:lnTo>
                  <a:lnTo>
                    <a:pt x="3192764" y="2560519"/>
                  </a:lnTo>
                  <a:lnTo>
                    <a:pt x="3192858" y="2560519"/>
                  </a:lnTo>
                  <a:lnTo>
                    <a:pt x="3193046" y="2560519"/>
                  </a:lnTo>
                  <a:lnTo>
                    <a:pt x="3193329" y="2560519"/>
                  </a:lnTo>
                  <a:lnTo>
                    <a:pt x="3194457" y="2560519"/>
                  </a:lnTo>
                  <a:lnTo>
                    <a:pt x="3194645" y="2560519"/>
                  </a:lnTo>
                  <a:lnTo>
                    <a:pt x="3195021" y="2560519"/>
                  </a:lnTo>
                  <a:lnTo>
                    <a:pt x="3195115" y="2560519"/>
                  </a:lnTo>
                  <a:lnTo>
                    <a:pt x="3195303" y="2560519"/>
                  </a:lnTo>
                  <a:lnTo>
                    <a:pt x="3195585" y="2560519"/>
                  </a:lnTo>
                  <a:lnTo>
                    <a:pt x="3195773" y="2560519"/>
                  </a:lnTo>
                  <a:lnTo>
                    <a:pt x="3196337" y="2560519"/>
                  </a:lnTo>
                  <a:lnTo>
                    <a:pt x="3196525" y="2560519"/>
                  </a:lnTo>
                  <a:lnTo>
                    <a:pt x="3196619" y="2560519"/>
                  </a:lnTo>
                  <a:lnTo>
                    <a:pt x="3196713" y="2560519"/>
                  </a:lnTo>
                  <a:lnTo>
                    <a:pt x="3197090" y="2560519"/>
                  </a:lnTo>
                  <a:lnTo>
                    <a:pt x="3197372" y="2560519"/>
                  </a:lnTo>
                  <a:lnTo>
                    <a:pt x="3197466" y="2560519"/>
                  </a:lnTo>
                  <a:lnTo>
                    <a:pt x="3197560" y="2560519"/>
                  </a:lnTo>
                  <a:lnTo>
                    <a:pt x="3198124" y="2560519"/>
                  </a:lnTo>
                  <a:lnTo>
                    <a:pt x="3198218" y="2560519"/>
                  </a:lnTo>
                  <a:lnTo>
                    <a:pt x="3198312" y="2560519"/>
                  </a:lnTo>
                  <a:lnTo>
                    <a:pt x="3198406" y="2560519"/>
                  </a:lnTo>
                  <a:lnTo>
                    <a:pt x="3198594" y="2560519"/>
                  </a:lnTo>
                  <a:lnTo>
                    <a:pt x="3198688" y="2560519"/>
                  </a:lnTo>
                  <a:lnTo>
                    <a:pt x="3198782" y="2560519"/>
                  </a:lnTo>
                  <a:lnTo>
                    <a:pt x="3198970" y="2560519"/>
                  </a:lnTo>
                  <a:lnTo>
                    <a:pt x="3199816" y="2555239"/>
                  </a:lnTo>
                  <a:lnTo>
                    <a:pt x="3199910" y="2555239"/>
                  </a:lnTo>
                  <a:lnTo>
                    <a:pt x="3200380" y="2555239"/>
                  </a:lnTo>
                  <a:lnTo>
                    <a:pt x="3200475" y="2555239"/>
                  </a:lnTo>
                  <a:lnTo>
                    <a:pt x="3200663" y="2555239"/>
                  </a:lnTo>
                  <a:lnTo>
                    <a:pt x="3200757" y="2549960"/>
                  </a:lnTo>
                  <a:lnTo>
                    <a:pt x="3200851" y="2549960"/>
                  </a:lnTo>
                  <a:lnTo>
                    <a:pt x="3201133" y="2549960"/>
                  </a:lnTo>
                  <a:lnTo>
                    <a:pt x="3201509" y="2544681"/>
                  </a:lnTo>
                  <a:lnTo>
                    <a:pt x="3201791" y="2544681"/>
                  </a:lnTo>
                  <a:lnTo>
                    <a:pt x="3201885" y="2544681"/>
                  </a:lnTo>
                  <a:lnTo>
                    <a:pt x="3201979" y="2544681"/>
                  </a:lnTo>
                  <a:lnTo>
                    <a:pt x="3202073" y="2544681"/>
                  </a:lnTo>
                  <a:lnTo>
                    <a:pt x="3202637" y="2544681"/>
                  </a:lnTo>
                  <a:lnTo>
                    <a:pt x="3202825" y="2544681"/>
                  </a:lnTo>
                  <a:lnTo>
                    <a:pt x="3203201" y="2544681"/>
                  </a:lnTo>
                  <a:lnTo>
                    <a:pt x="3203201" y="2539401"/>
                  </a:lnTo>
                  <a:lnTo>
                    <a:pt x="3203295" y="2539401"/>
                  </a:lnTo>
                  <a:lnTo>
                    <a:pt x="3203389" y="2539401"/>
                  </a:lnTo>
                  <a:lnTo>
                    <a:pt x="3203483" y="2539401"/>
                  </a:lnTo>
                  <a:lnTo>
                    <a:pt x="3203859" y="2539401"/>
                  </a:lnTo>
                  <a:lnTo>
                    <a:pt x="3204236" y="2539401"/>
                  </a:lnTo>
                  <a:lnTo>
                    <a:pt x="3204330" y="2539401"/>
                  </a:lnTo>
                  <a:lnTo>
                    <a:pt x="3204424" y="2539401"/>
                  </a:lnTo>
                  <a:lnTo>
                    <a:pt x="3204518" y="2539401"/>
                  </a:lnTo>
                  <a:lnTo>
                    <a:pt x="3204612" y="2539401"/>
                  </a:lnTo>
                  <a:lnTo>
                    <a:pt x="3204988" y="2539401"/>
                  </a:lnTo>
                  <a:lnTo>
                    <a:pt x="3205176" y="2539401"/>
                  </a:lnTo>
                  <a:lnTo>
                    <a:pt x="3205458" y="2539401"/>
                  </a:lnTo>
                  <a:lnTo>
                    <a:pt x="3205552" y="2539401"/>
                  </a:lnTo>
                  <a:lnTo>
                    <a:pt x="3205740" y="2539401"/>
                  </a:lnTo>
                  <a:lnTo>
                    <a:pt x="3206022" y="2534122"/>
                  </a:lnTo>
                  <a:lnTo>
                    <a:pt x="3206116" y="2534122"/>
                  </a:lnTo>
                  <a:lnTo>
                    <a:pt x="3206680" y="2534122"/>
                  </a:lnTo>
                  <a:lnTo>
                    <a:pt x="3206962" y="2534122"/>
                  </a:lnTo>
                  <a:lnTo>
                    <a:pt x="3207150" y="2534122"/>
                  </a:lnTo>
                  <a:lnTo>
                    <a:pt x="3207244" y="2534122"/>
                  </a:lnTo>
                  <a:lnTo>
                    <a:pt x="3207338" y="2534122"/>
                  </a:lnTo>
                  <a:lnTo>
                    <a:pt x="3207621" y="2534122"/>
                  </a:lnTo>
                  <a:lnTo>
                    <a:pt x="3207903" y="2534122"/>
                  </a:lnTo>
                  <a:lnTo>
                    <a:pt x="3208373" y="2534122"/>
                  </a:lnTo>
                  <a:lnTo>
                    <a:pt x="3208655" y="2534122"/>
                  </a:lnTo>
                  <a:lnTo>
                    <a:pt x="3209125" y="2534122"/>
                  </a:lnTo>
                  <a:lnTo>
                    <a:pt x="3209501" y="2534122"/>
                  </a:lnTo>
                  <a:lnTo>
                    <a:pt x="3209877" y="2534122"/>
                  </a:lnTo>
                  <a:lnTo>
                    <a:pt x="3210159" y="2528842"/>
                  </a:lnTo>
                  <a:lnTo>
                    <a:pt x="3210441" y="2528842"/>
                  </a:lnTo>
                  <a:lnTo>
                    <a:pt x="3210629" y="2528842"/>
                  </a:lnTo>
                  <a:lnTo>
                    <a:pt x="3210911" y="2528842"/>
                  </a:lnTo>
                  <a:lnTo>
                    <a:pt x="3211100" y="2528842"/>
                  </a:lnTo>
                  <a:lnTo>
                    <a:pt x="3211194" y="2528842"/>
                  </a:lnTo>
                  <a:lnTo>
                    <a:pt x="3211382" y="2528842"/>
                  </a:lnTo>
                  <a:lnTo>
                    <a:pt x="3211664" y="2528842"/>
                  </a:lnTo>
                  <a:lnTo>
                    <a:pt x="3211852" y="2528842"/>
                  </a:lnTo>
                  <a:lnTo>
                    <a:pt x="3211946" y="2528842"/>
                  </a:lnTo>
                  <a:lnTo>
                    <a:pt x="3212416" y="2528842"/>
                  </a:lnTo>
                  <a:lnTo>
                    <a:pt x="3212510" y="2528842"/>
                  </a:lnTo>
                  <a:lnTo>
                    <a:pt x="3212604" y="2528842"/>
                  </a:lnTo>
                  <a:lnTo>
                    <a:pt x="3212980" y="2528842"/>
                  </a:lnTo>
                  <a:lnTo>
                    <a:pt x="3213262" y="2528842"/>
                  </a:lnTo>
                  <a:lnTo>
                    <a:pt x="3213638" y="2528842"/>
                  </a:lnTo>
                  <a:lnTo>
                    <a:pt x="3213732" y="2528842"/>
                  </a:lnTo>
                  <a:lnTo>
                    <a:pt x="3214296" y="2528842"/>
                  </a:lnTo>
                  <a:lnTo>
                    <a:pt x="3214390" y="2528842"/>
                  </a:lnTo>
                  <a:lnTo>
                    <a:pt x="3214673" y="2528842"/>
                  </a:lnTo>
                  <a:lnTo>
                    <a:pt x="3214767" y="2528842"/>
                  </a:lnTo>
                  <a:lnTo>
                    <a:pt x="3214955" y="2528842"/>
                  </a:lnTo>
                  <a:lnTo>
                    <a:pt x="3215049" y="2528842"/>
                  </a:lnTo>
                  <a:lnTo>
                    <a:pt x="3215143" y="2528842"/>
                  </a:lnTo>
                  <a:lnTo>
                    <a:pt x="3215519" y="2528842"/>
                  </a:lnTo>
                  <a:lnTo>
                    <a:pt x="3215613" y="2528842"/>
                  </a:lnTo>
                  <a:lnTo>
                    <a:pt x="3215895" y="2528842"/>
                  </a:lnTo>
                  <a:lnTo>
                    <a:pt x="3216553" y="2528842"/>
                  </a:lnTo>
                  <a:lnTo>
                    <a:pt x="3216647" y="2528842"/>
                  </a:lnTo>
                  <a:lnTo>
                    <a:pt x="3216929" y="2528842"/>
                  </a:lnTo>
                  <a:lnTo>
                    <a:pt x="3217023" y="2528842"/>
                  </a:lnTo>
                  <a:lnTo>
                    <a:pt x="3217305" y="2528842"/>
                  </a:lnTo>
                  <a:lnTo>
                    <a:pt x="3217775" y="2528842"/>
                  </a:lnTo>
                  <a:lnTo>
                    <a:pt x="3217869" y="2528842"/>
                  </a:lnTo>
                  <a:lnTo>
                    <a:pt x="3218434" y="2528842"/>
                  </a:lnTo>
                  <a:lnTo>
                    <a:pt x="3218904" y="2528842"/>
                  </a:lnTo>
                  <a:lnTo>
                    <a:pt x="3218998" y="2528842"/>
                  </a:lnTo>
                  <a:lnTo>
                    <a:pt x="3219562" y="2528842"/>
                  </a:lnTo>
                  <a:lnTo>
                    <a:pt x="3219656" y="2528842"/>
                  </a:lnTo>
                  <a:lnTo>
                    <a:pt x="3220126" y="2528842"/>
                  </a:lnTo>
                  <a:lnTo>
                    <a:pt x="3220220" y="2528842"/>
                  </a:lnTo>
                  <a:lnTo>
                    <a:pt x="3220690" y="2528842"/>
                  </a:lnTo>
                  <a:lnTo>
                    <a:pt x="3221254" y="2523563"/>
                  </a:lnTo>
                  <a:lnTo>
                    <a:pt x="3221630" y="2523563"/>
                  </a:lnTo>
                  <a:lnTo>
                    <a:pt x="3221725" y="2523563"/>
                  </a:lnTo>
                  <a:lnTo>
                    <a:pt x="3221913" y="2523563"/>
                  </a:lnTo>
                  <a:lnTo>
                    <a:pt x="3222289" y="2523563"/>
                  </a:lnTo>
                  <a:lnTo>
                    <a:pt x="3222665" y="2523563"/>
                  </a:lnTo>
                  <a:lnTo>
                    <a:pt x="3222759" y="2523563"/>
                  </a:lnTo>
                  <a:lnTo>
                    <a:pt x="3222947" y="2523563"/>
                  </a:lnTo>
                  <a:lnTo>
                    <a:pt x="3223135" y="2523563"/>
                  </a:lnTo>
                  <a:lnTo>
                    <a:pt x="3223417" y="2523563"/>
                  </a:lnTo>
                  <a:lnTo>
                    <a:pt x="3224263" y="2523563"/>
                  </a:lnTo>
                  <a:lnTo>
                    <a:pt x="3224357" y="2523563"/>
                  </a:lnTo>
                  <a:lnTo>
                    <a:pt x="3224451" y="2523563"/>
                  </a:lnTo>
                  <a:lnTo>
                    <a:pt x="3224545" y="2523563"/>
                  </a:lnTo>
                  <a:lnTo>
                    <a:pt x="3224639" y="2523563"/>
                  </a:lnTo>
                  <a:lnTo>
                    <a:pt x="3224921" y="2523563"/>
                  </a:lnTo>
                  <a:lnTo>
                    <a:pt x="3225204" y="2518283"/>
                  </a:lnTo>
                  <a:lnTo>
                    <a:pt x="3225298" y="2518283"/>
                  </a:lnTo>
                  <a:lnTo>
                    <a:pt x="3225580" y="2518283"/>
                  </a:lnTo>
                  <a:lnTo>
                    <a:pt x="3225956" y="2518283"/>
                  </a:lnTo>
                  <a:lnTo>
                    <a:pt x="3226050" y="2518283"/>
                  </a:lnTo>
                  <a:lnTo>
                    <a:pt x="3226144" y="2518283"/>
                  </a:lnTo>
                  <a:lnTo>
                    <a:pt x="3226802" y="2518283"/>
                  </a:lnTo>
                  <a:lnTo>
                    <a:pt x="3227178" y="2518283"/>
                  </a:lnTo>
                  <a:lnTo>
                    <a:pt x="3227272" y="2518283"/>
                  </a:lnTo>
                  <a:lnTo>
                    <a:pt x="3227366" y="2518283"/>
                  </a:lnTo>
                  <a:lnTo>
                    <a:pt x="3227460" y="2518283"/>
                  </a:lnTo>
                  <a:lnTo>
                    <a:pt x="3227742" y="2518283"/>
                  </a:lnTo>
                  <a:lnTo>
                    <a:pt x="3227930" y="2518283"/>
                  </a:lnTo>
                  <a:lnTo>
                    <a:pt x="3228024" y="2518283"/>
                  </a:lnTo>
                  <a:lnTo>
                    <a:pt x="3228871" y="2518283"/>
                  </a:lnTo>
                  <a:lnTo>
                    <a:pt x="3228965" y="2518283"/>
                  </a:lnTo>
                  <a:lnTo>
                    <a:pt x="3229059" y="2518283"/>
                  </a:lnTo>
                  <a:lnTo>
                    <a:pt x="3229341" y="2518283"/>
                  </a:lnTo>
                  <a:lnTo>
                    <a:pt x="3229623" y="2518283"/>
                  </a:lnTo>
                  <a:lnTo>
                    <a:pt x="3230093" y="2518283"/>
                  </a:lnTo>
                  <a:lnTo>
                    <a:pt x="3230187" y="2518283"/>
                  </a:lnTo>
                  <a:lnTo>
                    <a:pt x="3230657" y="2518283"/>
                  </a:lnTo>
                  <a:lnTo>
                    <a:pt x="3230939" y="2518283"/>
                  </a:lnTo>
                  <a:lnTo>
                    <a:pt x="3231691" y="2518283"/>
                  </a:lnTo>
                  <a:lnTo>
                    <a:pt x="3232632" y="2518283"/>
                  </a:lnTo>
                  <a:lnTo>
                    <a:pt x="3232726" y="2518283"/>
                  </a:lnTo>
                  <a:lnTo>
                    <a:pt x="3232820" y="2518283"/>
                  </a:lnTo>
                  <a:lnTo>
                    <a:pt x="3232914" y="2518283"/>
                  </a:lnTo>
                  <a:lnTo>
                    <a:pt x="3233008" y="2518283"/>
                  </a:lnTo>
                  <a:lnTo>
                    <a:pt x="3233290" y="2518283"/>
                  </a:lnTo>
                  <a:lnTo>
                    <a:pt x="3233384" y="2518283"/>
                  </a:lnTo>
                  <a:lnTo>
                    <a:pt x="3233478" y="2513004"/>
                  </a:lnTo>
                  <a:lnTo>
                    <a:pt x="3233666" y="2513004"/>
                  </a:lnTo>
                  <a:lnTo>
                    <a:pt x="3233948" y="2513004"/>
                  </a:lnTo>
                  <a:lnTo>
                    <a:pt x="3234042" y="2513004"/>
                  </a:lnTo>
                  <a:lnTo>
                    <a:pt x="3234136" y="2513004"/>
                  </a:lnTo>
                  <a:lnTo>
                    <a:pt x="3234324" y="2513004"/>
                  </a:lnTo>
                  <a:lnTo>
                    <a:pt x="3234512" y="2513004"/>
                  </a:lnTo>
                  <a:lnTo>
                    <a:pt x="3234606" y="2513004"/>
                  </a:lnTo>
                  <a:lnTo>
                    <a:pt x="3234700" y="2513004"/>
                  </a:lnTo>
                  <a:lnTo>
                    <a:pt x="3235734" y="2513004"/>
                  </a:lnTo>
                  <a:lnTo>
                    <a:pt x="3235829" y="2513004"/>
                  </a:lnTo>
                  <a:lnTo>
                    <a:pt x="3236017" y="2513004"/>
                  </a:lnTo>
                  <a:lnTo>
                    <a:pt x="3236111" y="2513004"/>
                  </a:lnTo>
                  <a:lnTo>
                    <a:pt x="3236205" y="2513004"/>
                  </a:lnTo>
                  <a:lnTo>
                    <a:pt x="3236393" y="2513004"/>
                  </a:lnTo>
                  <a:lnTo>
                    <a:pt x="3236581" y="2513004"/>
                  </a:lnTo>
                  <a:lnTo>
                    <a:pt x="3236769" y="2513004"/>
                  </a:lnTo>
                  <a:lnTo>
                    <a:pt x="3237051" y="2513004"/>
                  </a:lnTo>
                  <a:lnTo>
                    <a:pt x="3237145" y="2513004"/>
                  </a:lnTo>
                  <a:lnTo>
                    <a:pt x="3238461" y="2513004"/>
                  </a:lnTo>
                  <a:lnTo>
                    <a:pt x="3238743" y="2513004"/>
                  </a:lnTo>
                  <a:lnTo>
                    <a:pt x="3239025" y="2513004"/>
                  </a:lnTo>
                  <a:lnTo>
                    <a:pt x="3239213" y="2513004"/>
                  </a:lnTo>
                  <a:lnTo>
                    <a:pt x="3239307" y="2513004"/>
                  </a:lnTo>
                  <a:lnTo>
                    <a:pt x="3239402" y="2513004"/>
                  </a:lnTo>
                  <a:lnTo>
                    <a:pt x="3239684" y="2513004"/>
                  </a:lnTo>
                  <a:lnTo>
                    <a:pt x="3239872" y="2513004"/>
                  </a:lnTo>
                  <a:lnTo>
                    <a:pt x="3240154" y="2513004"/>
                  </a:lnTo>
                  <a:lnTo>
                    <a:pt x="3240248" y="2513004"/>
                  </a:lnTo>
                  <a:lnTo>
                    <a:pt x="3240342" y="2513004"/>
                  </a:lnTo>
                  <a:lnTo>
                    <a:pt x="3240530" y="2513004"/>
                  </a:lnTo>
                  <a:lnTo>
                    <a:pt x="3240624" y="2513004"/>
                  </a:lnTo>
                  <a:lnTo>
                    <a:pt x="3241376" y="2513004"/>
                  </a:lnTo>
                  <a:lnTo>
                    <a:pt x="3241470" y="2513004"/>
                  </a:lnTo>
                  <a:lnTo>
                    <a:pt x="3241940" y="2513004"/>
                  </a:lnTo>
                  <a:lnTo>
                    <a:pt x="3242410" y="2513004"/>
                  </a:lnTo>
                  <a:lnTo>
                    <a:pt x="3242975" y="2513004"/>
                  </a:lnTo>
                  <a:lnTo>
                    <a:pt x="3243069" y="2513004"/>
                  </a:lnTo>
                  <a:lnTo>
                    <a:pt x="3243257" y="2513004"/>
                  </a:lnTo>
                  <a:lnTo>
                    <a:pt x="3243727" y="2513004"/>
                  </a:lnTo>
                  <a:lnTo>
                    <a:pt x="3244009" y="2513004"/>
                  </a:lnTo>
                  <a:lnTo>
                    <a:pt x="3244103" y="2513004"/>
                  </a:lnTo>
                  <a:lnTo>
                    <a:pt x="3244291" y="2513004"/>
                  </a:lnTo>
                  <a:lnTo>
                    <a:pt x="3244385" y="2513004"/>
                  </a:lnTo>
                  <a:lnTo>
                    <a:pt x="3244479" y="2513004"/>
                  </a:lnTo>
                  <a:lnTo>
                    <a:pt x="3244573" y="2513004"/>
                  </a:lnTo>
                  <a:lnTo>
                    <a:pt x="3244761" y="2513004"/>
                  </a:lnTo>
                  <a:lnTo>
                    <a:pt x="3244855" y="2513004"/>
                  </a:lnTo>
                  <a:lnTo>
                    <a:pt x="3245043" y="2507725"/>
                  </a:lnTo>
                  <a:lnTo>
                    <a:pt x="3245325" y="2507725"/>
                  </a:lnTo>
                  <a:lnTo>
                    <a:pt x="3245795" y="2507725"/>
                  </a:lnTo>
                  <a:lnTo>
                    <a:pt x="3245889" y="2507725"/>
                  </a:lnTo>
                  <a:lnTo>
                    <a:pt x="3245983" y="2507725"/>
                  </a:lnTo>
                  <a:lnTo>
                    <a:pt x="3246077" y="2502445"/>
                  </a:lnTo>
                  <a:lnTo>
                    <a:pt x="3246359" y="2502445"/>
                  </a:lnTo>
                  <a:lnTo>
                    <a:pt x="3246548" y="2502445"/>
                  </a:lnTo>
                  <a:lnTo>
                    <a:pt x="3246736" y="2502445"/>
                  </a:lnTo>
                  <a:lnTo>
                    <a:pt x="3247300" y="2497166"/>
                  </a:lnTo>
                  <a:lnTo>
                    <a:pt x="3247394" y="2497166"/>
                  </a:lnTo>
                  <a:lnTo>
                    <a:pt x="3247582" y="2497166"/>
                  </a:lnTo>
                  <a:lnTo>
                    <a:pt x="3247958" y="2497166"/>
                  </a:lnTo>
                  <a:lnTo>
                    <a:pt x="3248334" y="2497166"/>
                  </a:lnTo>
                  <a:lnTo>
                    <a:pt x="3248710" y="2497166"/>
                  </a:lnTo>
                  <a:lnTo>
                    <a:pt x="3248898" y="2497166"/>
                  </a:lnTo>
                  <a:lnTo>
                    <a:pt x="3248992" y="2497166"/>
                  </a:lnTo>
                  <a:lnTo>
                    <a:pt x="3249086" y="2497166"/>
                  </a:lnTo>
                  <a:lnTo>
                    <a:pt x="3249368" y="2497166"/>
                  </a:lnTo>
                  <a:lnTo>
                    <a:pt x="3250121" y="2497166"/>
                  </a:lnTo>
                  <a:lnTo>
                    <a:pt x="3250309" y="2497166"/>
                  </a:lnTo>
                  <a:lnTo>
                    <a:pt x="3250779" y="2497166"/>
                  </a:lnTo>
                  <a:lnTo>
                    <a:pt x="3250873" y="2497166"/>
                  </a:lnTo>
                  <a:lnTo>
                    <a:pt x="3250967" y="2497166"/>
                  </a:lnTo>
                  <a:lnTo>
                    <a:pt x="3251155" y="2497166"/>
                  </a:lnTo>
                  <a:lnTo>
                    <a:pt x="3251437" y="2497166"/>
                  </a:lnTo>
                  <a:lnTo>
                    <a:pt x="3251625" y="2491886"/>
                  </a:lnTo>
                  <a:lnTo>
                    <a:pt x="3251719" y="2491886"/>
                  </a:lnTo>
                  <a:lnTo>
                    <a:pt x="3252189" y="2491886"/>
                  </a:lnTo>
                  <a:lnTo>
                    <a:pt x="3252565" y="2491886"/>
                  </a:lnTo>
                  <a:lnTo>
                    <a:pt x="3252659" y="2491886"/>
                  </a:lnTo>
                  <a:lnTo>
                    <a:pt x="3253317" y="2491886"/>
                  </a:lnTo>
                  <a:lnTo>
                    <a:pt x="3253411" y="2491886"/>
                  </a:lnTo>
                  <a:lnTo>
                    <a:pt x="3253694" y="2491886"/>
                  </a:lnTo>
                  <a:lnTo>
                    <a:pt x="3253788" y="2491886"/>
                  </a:lnTo>
                  <a:lnTo>
                    <a:pt x="3253882" y="2491886"/>
                  </a:lnTo>
                  <a:lnTo>
                    <a:pt x="3254164" y="2491886"/>
                  </a:lnTo>
                  <a:lnTo>
                    <a:pt x="3254352" y="2486607"/>
                  </a:lnTo>
                  <a:lnTo>
                    <a:pt x="3254728" y="2486607"/>
                  </a:lnTo>
                  <a:lnTo>
                    <a:pt x="3254916" y="2486607"/>
                  </a:lnTo>
                  <a:lnTo>
                    <a:pt x="3255386" y="2486607"/>
                  </a:lnTo>
                  <a:lnTo>
                    <a:pt x="3255574" y="2486607"/>
                  </a:lnTo>
                  <a:lnTo>
                    <a:pt x="3255668" y="2486607"/>
                  </a:lnTo>
                  <a:lnTo>
                    <a:pt x="3255856" y="2486607"/>
                  </a:lnTo>
                  <a:lnTo>
                    <a:pt x="3256326" y="2486607"/>
                  </a:lnTo>
                  <a:lnTo>
                    <a:pt x="3256420" y="2486607"/>
                  </a:lnTo>
                  <a:lnTo>
                    <a:pt x="3256608" y="2486607"/>
                  </a:lnTo>
                  <a:lnTo>
                    <a:pt x="3256702" y="2486607"/>
                  </a:lnTo>
                  <a:lnTo>
                    <a:pt x="3256796" y="2486607"/>
                  </a:lnTo>
                  <a:lnTo>
                    <a:pt x="3257173" y="2486607"/>
                  </a:lnTo>
                  <a:lnTo>
                    <a:pt x="3257549" y="2486607"/>
                  </a:lnTo>
                  <a:lnTo>
                    <a:pt x="3257831" y="2486607"/>
                  </a:lnTo>
                  <a:lnTo>
                    <a:pt x="3258301" y="2486607"/>
                  </a:lnTo>
                  <a:lnTo>
                    <a:pt x="3258395" y="2486607"/>
                  </a:lnTo>
                  <a:lnTo>
                    <a:pt x="3258583" y="2486607"/>
                  </a:lnTo>
                  <a:lnTo>
                    <a:pt x="3259335" y="2486607"/>
                  </a:lnTo>
                  <a:lnTo>
                    <a:pt x="3259429" y="2486607"/>
                  </a:lnTo>
                  <a:lnTo>
                    <a:pt x="3259523" y="2486607"/>
                  </a:lnTo>
                  <a:lnTo>
                    <a:pt x="3259711" y="2486607"/>
                  </a:lnTo>
                  <a:lnTo>
                    <a:pt x="3259805" y="2486607"/>
                  </a:lnTo>
                  <a:lnTo>
                    <a:pt x="3260087" y="2486607"/>
                  </a:lnTo>
                  <a:lnTo>
                    <a:pt x="3260181" y="2486607"/>
                  </a:lnTo>
                  <a:lnTo>
                    <a:pt x="3260275" y="2486607"/>
                  </a:lnTo>
                  <a:lnTo>
                    <a:pt x="3260369" y="2486607"/>
                  </a:lnTo>
                  <a:lnTo>
                    <a:pt x="3260557" y="2486607"/>
                  </a:lnTo>
                  <a:lnTo>
                    <a:pt x="3260652" y="2486607"/>
                  </a:lnTo>
                  <a:lnTo>
                    <a:pt x="3261216" y="2481328"/>
                  </a:lnTo>
                  <a:lnTo>
                    <a:pt x="3261404" y="2481328"/>
                  </a:lnTo>
                  <a:lnTo>
                    <a:pt x="3261686" y="2481328"/>
                  </a:lnTo>
                  <a:lnTo>
                    <a:pt x="3261874" y="2481328"/>
                  </a:lnTo>
                  <a:lnTo>
                    <a:pt x="3262250" y="2476048"/>
                  </a:lnTo>
                  <a:lnTo>
                    <a:pt x="3262344" y="2476048"/>
                  </a:lnTo>
                  <a:lnTo>
                    <a:pt x="3262438" y="2476048"/>
                  </a:lnTo>
                  <a:lnTo>
                    <a:pt x="3262626" y="2476048"/>
                  </a:lnTo>
                  <a:lnTo>
                    <a:pt x="3262814" y="2476048"/>
                  </a:lnTo>
                  <a:lnTo>
                    <a:pt x="3263190" y="2476048"/>
                  </a:lnTo>
                  <a:lnTo>
                    <a:pt x="3263284" y="2476048"/>
                  </a:lnTo>
                  <a:lnTo>
                    <a:pt x="3263378" y="2476048"/>
                  </a:lnTo>
                  <a:lnTo>
                    <a:pt x="3263472" y="2476048"/>
                  </a:lnTo>
                  <a:lnTo>
                    <a:pt x="3263566" y="2476048"/>
                  </a:lnTo>
                  <a:lnTo>
                    <a:pt x="3264036" y="2476048"/>
                  </a:lnTo>
                  <a:lnTo>
                    <a:pt x="3265071" y="2476048"/>
                  </a:lnTo>
                  <a:lnTo>
                    <a:pt x="3265165" y="2476048"/>
                  </a:lnTo>
                  <a:lnTo>
                    <a:pt x="3265259" y="2476048"/>
                  </a:lnTo>
                  <a:lnTo>
                    <a:pt x="3265353" y="2476048"/>
                  </a:lnTo>
                  <a:lnTo>
                    <a:pt x="3265447" y="2476048"/>
                  </a:lnTo>
                  <a:lnTo>
                    <a:pt x="3265729" y="2476048"/>
                  </a:lnTo>
                  <a:lnTo>
                    <a:pt x="3265917" y="2476048"/>
                  </a:lnTo>
                  <a:lnTo>
                    <a:pt x="3266011" y="2476048"/>
                  </a:lnTo>
                  <a:lnTo>
                    <a:pt x="3266763" y="2476048"/>
                  </a:lnTo>
                  <a:lnTo>
                    <a:pt x="3267139" y="2476048"/>
                  </a:lnTo>
                  <a:lnTo>
                    <a:pt x="3267233" y="2476048"/>
                  </a:lnTo>
                  <a:lnTo>
                    <a:pt x="3267515" y="2476048"/>
                  </a:lnTo>
                  <a:lnTo>
                    <a:pt x="3267609" y="2476048"/>
                  </a:lnTo>
                  <a:lnTo>
                    <a:pt x="3268268" y="2476048"/>
                  </a:lnTo>
                  <a:lnTo>
                    <a:pt x="3268362" y="2476048"/>
                  </a:lnTo>
                  <a:lnTo>
                    <a:pt x="3268456" y="2476048"/>
                  </a:lnTo>
                  <a:lnTo>
                    <a:pt x="3268832" y="2476048"/>
                  </a:lnTo>
                  <a:lnTo>
                    <a:pt x="3269208" y="2476048"/>
                  </a:lnTo>
                  <a:lnTo>
                    <a:pt x="3269302" y="2476048"/>
                  </a:lnTo>
                  <a:lnTo>
                    <a:pt x="3269490" y="2476048"/>
                  </a:lnTo>
                  <a:lnTo>
                    <a:pt x="3269584" y="2476048"/>
                  </a:lnTo>
                  <a:lnTo>
                    <a:pt x="3269960" y="2476048"/>
                  </a:lnTo>
                  <a:lnTo>
                    <a:pt x="3270242" y="2476048"/>
                  </a:lnTo>
                  <a:lnTo>
                    <a:pt x="3270336" y="2476048"/>
                  </a:lnTo>
                  <a:lnTo>
                    <a:pt x="3270524" y="2476048"/>
                  </a:lnTo>
                  <a:lnTo>
                    <a:pt x="3270618" y="2476048"/>
                  </a:lnTo>
                  <a:lnTo>
                    <a:pt x="3270806" y="2476048"/>
                  </a:lnTo>
                  <a:lnTo>
                    <a:pt x="3270900" y="2476048"/>
                  </a:lnTo>
                  <a:lnTo>
                    <a:pt x="3271182" y="2476048"/>
                  </a:lnTo>
                  <a:lnTo>
                    <a:pt x="3271277" y="2476048"/>
                  </a:lnTo>
                  <a:lnTo>
                    <a:pt x="3271371" y="2476048"/>
                  </a:lnTo>
                  <a:lnTo>
                    <a:pt x="3271559" y="2476048"/>
                  </a:lnTo>
                  <a:lnTo>
                    <a:pt x="3272123" y="2476048"/>
                  </a:lnTo>
                  <a:lnTo>
                    <a:pt x="3272217" y="2476048"/>
                  </a:lnTo>
                  <a:lnTo>
                    <a:pt x="3272405" y="2476048"/>
                  </a:lnTo>
                  <a:lnTo>
                    <a:pt x="3272499" y="2476048"/>
                  </a:lnTo>
                  <a:lnTo>
                    <a:pt x="3272687" y="2476048"/>
                  </a:lnTo>
                  <a:lnTo>
                    <a:pt x="3273439" y="2465489"/>
                  </a:lnTo>
                  <a:lnTo>
                    <a:pt x="3273815" y="2465489"/>
                  </a:lnTo>
                  <a:lnTo>
                    <a:pt x="3274285" y="2465489"/>
                  </a:lnTo>
                  <a:lnTo>
                    <a:pt x="3274379" y="2465489"/>
                  </a:lnTo>
                  <a:lnTo>
                    <a:pt x="3274473" y="2465489"/>
                  </a:lnTo>
                  <a:lnTo>
                    <a:pt x="3274567" y="2465489"/>
                  </a:lnTo>
                  <a:lnTo>
                    <a:pt x="3274755" y="2465489"/>
                  </a:lnTo>
                  <a:lnTo>
                    <a:pt x="3274944" y="2460210"/>
                  </a:lnTo>
                  <a:lnTo>
                    <a:pt x="3275320" y="2460210"/>
                  </a:lnTo>
                  <a:lnTo>
                    <a:pt x="3275508" y="2460210"/>
                  </a:lnTo>
                  <a:lnTo>
                    <a:pt x="3275696" y="2460210"/>
                  </a:lnTo>
                  <a:lnTo>
                    <a:pt x="3275790" y="2460210"/>
                  </a:lnTo>
                  <a:lnTo>
                    <a:pt x="3276260" y="2460210"/>
                  </a:lnTo>
                  <a:lnTo>
                    <a:pt x="3276448" y="2460210"/>
                  </a:lnTo>
                  <a:lnTo>
                    <a:pt x="3276542" y="2460210"/>
                  </a:lnTo>
                  <a:lnTo>
                    <a:pt x="3276636" y="2460210"/>
                  </a:lnTo>
                  <a:lnTo>
                    <a:pt x="3276730" y="2460210"/>
                  </a:lnTo>
                  <a:lnTo>
                    <a:pt x="3277106" y="2460210"/>
                  </a:lnTo>
                  <a:lnTo>
                    <a:pt x="3277294" y="2460210"/>
                  </a:lnTo>
                  <a:lnTo>
                    <a:pt x="3277576" y="2460210"/>
                  </a:lnTo>
                  <a:lnTo>
                    <a:pt x="3277858" y="2460210"/>
                  </a:lnTo>
                  <a:lnTo>
                    <a:pt x="3278046" y="2460210"/>
                  </a:lnTo>
                  <a:lnTo>
                    <a:pt x="3278517" y="2460210"/>
                  </a:lnTo>
                  <a:lnTo>
                    <a:pt x="3278611" y="2460210"/>
                  </a:lnTo>
                  <a:lnTo>
                    <a:pt x="3278705" y="2460210"/>
                  </a:lnTo>
                  <a:lnTo>
                    <a:pt x="3279081" y="2460210"/>
                  </a:lnTo>
                  <a:lnTo>
                    <a:pt x="3279175" y="2460210"/>
                  </a:lnTo>
                  <a:lnTo>
                    <a:pt x="3279269" y="2460210"/>
                  </a:lnTo>
                  <a:lnTo>
                    <a:pt x="3279363" y="2460210"/>
                  </a:lnTo>
                  <a:lnTo>
                    <a:pt x="3279457" y="2460210"/>
                  </a:lnTo>
                  <a:lnTo>
                    <a:pt x="3279551" y="2460210"/>
                  </a:lnTo>
                  <a:lnTo>
                    <a:pt x="3279833" y="2454930"/>
                  </a:lnTo>
                  <a:lnTo>
                    <a:pt x="3279927" y="2454930"/>
                  </a:lnTo>
                  <a:lnTo>
                    <a:pt x="3280021" y="2454930"/>
                  </a:lnTo>
                  <a:lnTo>
                    <a:pt x="3280115" y="2454930"/>
                  </a:lnTo>
                  <a:lnTo>
                    <a:pt x="3280303" y="2449651"/>
                  </a:lnTo>
                  <a:lnTo>
                    <a:pt x="3280773" y="2449651"/>
                  </a:lnTo>
                  <a:lnTo>
                    <a:pt x="3280961" y="2449651"/>
                  </a:lnTo>
                  <a:lnTo>
                    <a:pt x="3281055" y="2449651"/>
                  </a:lnTo>
                  <a:lnTo>
                    <a:pt x="3281149" y="2449651"/>
                  </a:lnTo>
                  <a:lnTo>
                    <a:pt x="3281243" y="2444372"/>
                  </a:lnTo>
                  <a:lnTo>
                    <a:pt x="3281337" y="2444372"/>
                  </a:lnTo>
                  <a:lnTo>
                    <a:pt x="3281902" y="2444372"/>
                  </a:lnTo>
                  <a:lnTo>
                    <a:pt x="3282184" y="2444372"/>
                  </a:lnTo>
                  <a:lnTo>
                    <a:pt x="3282278" y="2444372"/>
                  </a:lnTo>
                  <a:lnTo>
                    <a:pt x="3282372" y="2444372"/>
                  </a:lnTo>
                  <a:lnTo>
                    <a:pt x="3282654" y="2444372"/>
                  </a:lnTo>
                  <a:lnTo>
                    <a:pt x="3282748" y="2444372"/>
                  </a:lnTo>
                  <a:lnTo>
                    <a:pt x="3283030" y="2444372"/>
                  </a:lnTo>
                  <a:lnTo>
                    <a:pt x="3283406" y="2444372"/>
                  </a:lnTo>
                  <a:lnTo>
                    <a:pt x="3283594" y="2444372"/>
                  </a:lnTo>
                  <a:lnTo>
                    <a:pt x="3283688" y="2444372"/>
                  </a:lnTo>
                  <a:lnTo>
                    <a:pt x="3283970" y="2444372"/>
                  </a:lnTo>
                  <a:lnTo>
                    <a:pt x="3284064" y="2444372"/>
                  </a:lnTo>
                  <a:lnTo>
                    <a:pt x="3284534" y="2444372"/>
                  </a:lnTo>
                  <a:lnTo>
                    <a:pt x="3284816" y="2444372"/>
                  </a:lnTo>
                  <a:lnTo>
                    <a:pt x="3284910" y="2444372"/>
                  </a:lnTo>
                  <a:lnTo>
                    <a:pt x="3285098" y="2444372"/>
                  </a:lnTo>
                  <a:lnTo>
                    <a:pt x="3285475" y="2444372"/>
                  </a:lnTo>
                  <a:lnTo>
                    <a:pt x="3285851" y="2439092"/>
                  </a:lnTo>
                  <a:lnTo>
                    <a:pt x="3286133" y="2439092"/>
                  </a:lnTo>
                  <a:lnTo>
                    <a:pt x="3286415" y="2439092"/>
                  </a:lnTo>
                  <a:lnTo>
                    <a:pt x="3286603" y="2439092"/>
                  </a:lnTo>
                  <a:lnTo>
                    <a:pt x="3286697" y="2439092"/>
                  </a:lnTo>
                  <a:lnTo>
                    <a:pt x="3286791" y="2439092"/>
                  </a:lnTo>
                  <a:lnTo>
                    <a:pt x="3287167" y="2439092"/>
                  </a:lnTo>
                  <a:lnTo>
                    <a:pt x="3287637" y="2439092"/>
                  </a:lnTo>
                  <a:lnTo>
                    <a:pt x="3287919" y="2439092"/>
                  </a:lnTo>
                  <a:lnTo>
                    <a:pt x="3288013" y="2439092"/>
                  </a:lnTo>
                  <a:lnTo>
                    <a:pt x="3288295" y="2439092"/>
                  </a:lnTo>
                  <a:lnTo>
                    <a:pt x="3288389" y="2439092"/>
                  </a:lnTo>
                  <a:lnTo>
                    <a:pt x="3288577" y="2439092"/>
                  </a:lnTo>
                  <a:lnTo>
                    <a:pt x="3288671" y="2439092"/>
                  </a:lnTo>
                  <a:lnTo>
                    <a:pt x="3288765" y="2439092"/>
                  </a:lnTo>
                  <a:lnTo>
                    <a:pt x="3289048" y="2439092"/>
                  </a:lnTo>
                  <a:lnTo>
                    <a:pt x="3289142" y="2439092"/>
                  </a:lnTo>
                  <a:lnTo>
                    <a:pt x="3289706" y="2439092"/>
                  </a:lnTo>
                  <a:lnTo>
                    <a:pt x="3289988" y="2439092"/>
                  </a:lnTo>
                  <a:lnTo>
                    <a:pt x="3290364" y="2433813"/>
                  </a:lnTo>
                  <a:lnTo>
                    <a:pt x="3290458" y="2433813"/>
                  </a:lnTo>
                  <a:lnTo>
                    <a:pt x="3290552" y="2433813"/>
                  </a:lnTo>
                  <a:lnTo>
                    <a:pt x="3291210" y="2433813"/>
                  </a:lnTo>
                  <a:lnTo>
                    <a:pt x="3291398" y="2433813"/>
                  </a:lnTo>
                  <a:lnTo>
                    <a:pt x="3291492" y="2433813"/>
                  </a:lnTo>
                  <a:lnTo>
                    <a:pt x="3291586" y="2433813"/>
                  </a:lnTo>
                  <a:lnTo>
                    <a:pt x="3291868" y="2433813"/>
                  </a:lnTo>
                  <a:lnTo>
                    <a:pt x="3292432" y="2433813"/>
                  </a:lnTo>
                  <a:lnTo>
                    <a:pt x="3292526" y="2433813"/>
                  </a:lnTo>
                  <a:lnTo>
                    <a:pt x="3293279" y="2433813"/>
                  </a:lnTo>
                  <a:lnTo>
                    <a:pt x="3293373" y="2433813"/>
                  </a:lnTo>
                  <a:lnTo>
                    <a:pt x="3293467" y="2433813"/>
                  </a:lnTo>
                  <a:lnTo>
                    <a:pt x="3293561" y="2433813"/>
                  </a:lnTo>
                  <a:lnTo>
                    <a:pt x="3293655" y="2433813"/>
                  </a:lnTo>
                  <a:lnTo>
                    <a:pt x="3293749" y="2433813"/>
                  </a:lnTo>
                  <a:lnTo>
                    <a:pt x="3294501" y="2433813"/>
                  </a:lnTo>
                  <a:lnTo>
                    <a:pt x="3294689" y="2433813"/>
                  </a:lnTo>
                  <a:lnTo>
                    <a:pt x="3294689" y="2428533"/>
                  </a:lnTo>
                  <a:lnTo>
                    <a:pt x="3294971" y="2428533"/>
                  </a:lnTo>
                  <a:lnTo>
                    <a:pt x="3295065" y="2428533"/>
                  </a:lnTo>
                  <a:lnTo>
                    <a:pt x="3295159" y="2428533"/>
                  </a:lnTo>
                  <a:lnTo>
                    <a:pt x="3296100" y="2428533"/>
                  </a:lnTo>
                  <a:lnTo>
                    <a:pt x="3296288" y="2428533"/>
                  </a:lnTo>
                  <a:lnTo>
                    <a:pt x="3296476" y="2428533"/>
                  </a:lnTo>
                  <a:lnTo>
                    <a:pt x="3296570" y="2428533"/>
                  </a:lnTo>
                  <a:lnTo>
                    <a:pt x="3297040" y="2428533"/>
                  </a:lnTo>
                  <a:lnTo>
                    <a:pt x="3297980" y="2428533"/>
                  </a:lnTo>
                  <a:lnTo>
                    <a:pt x="3298074" y="2428533"/>
                  </a:lnTo>
                  <a:lnTo>
                    <a:pt x="3299014" y="2428533"/>
                  </a:lnTo>
                  <a:lnTo>
                    <a:pt x="3299108" y="2428533"/>
                  </a:lnTo>
                  <a:lnTo>
                    <a:pt x="3299296" y="2428533"/>
                  </a:lnTo>
                  <a:lnTo>
                    <a:pt x="3299390" y="2428533"/>
                  </a:lnTo>
                  <a:lnTo>
                    <a:pt x="3300237" y="2423254"/>
                  </a:lnTo>
                  <a:lnTo>
                    <a:pt x="3300895" y="2423254"/>
                  </a:lnTo>
                  <a:lnTo>
                    <a:pt x="3301365" y="2423254"/>
                  </a:lnTo>
                  <a:lnTo>
                    <a:pt x="3301459" y="2423254"/>
                  </a:lnTo>
                  <a:lnTo>
                    <a:pt x="3301553" y="2423254"/>
                  </a:lnTo>
                  <a:lnTo>
                    <a:pt x="3301647" y="2423254"/>
                  </a:lnTo>
                  <a:lnTo>
                    <a:pt x="3302399" y="2423254"/>
                  </a:lnTo>
                  <a:lnTo>
                    <a:pt x="3302493" y="2423254"/>
                  </a:lnTo>
                  <a:lnTo>
                    <a:pt x="3302775" y="2423254"/>
                  </a:lnTo>
                  <a:lnTo>
                    <a:pt x="3303057" y="2423254"/>
                  </a:lnTo>
                  <a:lnTo>
                    <a:pt x="3303246" y="2423254"/>
                  </a:lnTo>
                  <a:lnTo>
                    <a:pt x="3303340" y="2423254"/>
                  </a:lnTo>
                  <a:lnTo>
                    <a:pt x="3303434" y="2423254"/>
                  </a:lnTo>
                  <a:lnTo>
                    <a:pt x="3303528" y="2423254"/>
                  </a:lnTo>
                  <a:lnTo>
                    <a:pt x="3303998" y="2423254"/>
                  </a:lnTo>
                  <a:lnTo>
                    <a:pt x="3304092" y="2423254"/>
                  </a:lnTo>
                  <a:lnTo>
                    <a:pt x="3304562" y="2423254"/>
                  </a:lnTo>
                  <a:lnTo>
                    <a:pt x="3304656" y="2423254"/>
                  </a:lnTo>
                  <a:lnTo>
                    <a:pt x="3304750" y="2423254"/>
                  </a:lnTo>
                  <a:lnTo>
                    <a:pt x="3305220" y="2423254"/>
                  </a:lnTo>
                  <a:lnTo>
                    <a:pt x="3305314" y="2423254"/>
                  </a:lnTo>
                  <a:lnTo>
                    <a:pt x="3305408" y="2423254"/>
                  </a:lnTo>
                  <a:lnTo>
                    <a:pt x="3305596" y="2423254"/>
                  </a:lnTo>
                  <a:lnTo>
                    <a:pt x="3305690" y="2423254"/>
                  </a:lnTo>
                  <a:lnTo>
                    <a:pt x="3305878" y="2423254"/>
                  </a:lnTo>
                  <a:lnTo>
                    <a:pt x="3305972" y="2423254"/>
                  </a:lnTo>
                  <a:lnTo>
                    <a:pt x="3306442" y="2423254"/>
                  </a:lnTo>
                  <a:lnTo>
                    <a:pt x="3306536" y="2423254"/>
                  </a:lnTo>
                  <a:lnTo>
                    <a:pt x="3306819" y="2423254"/>
                  </a:lnTo>
                  <a:lnTo>
                    <a:pt x="3307289" y="2423254"/>
                  </a:lnTo>
                  <a:lnTo>
                    <a:pt x="3307383" y="2423254"/>
                  </a:lnTo>
                  <a:lnTo>
                    <a:pt x="3307477" y="2423254"/>
                  </a:lnTo>
                  <a:lnTo>
                    <a:pt x="3307665" y="2423254"/>
                  </a:lnTo>
                  <a:lnTo>
                    <a:pt x="3307947" y="2423254"/>
                  </a:lnTo>
                  <a:lnTo>
                    <a:pt x="3308511" y="2423254"/>
                  </a:lnTo>
                  <a:lnTo>
                    <a:pt x="3308605" y="2423254"/>
                  </a:lnTo>
                  <a:lnTo>
                    <a:pt x="3308699" y="2423254"/>
                  </a:lnTo>
                  <a:lnTo>
                    <a:pt x="3308793" y="2423254"/>
                  </a:lnTo>
                  <a:lnTo>
                    <a:pt x="3308981" y="2423254"/>
                  </a:lnTo>
                  <a:lnTo>
                    <a:pt x="3309169" y="2423254"/>
                  </a:lnTo>
                  <a:lnTo>
                    <a:pt x="3309263" y="2423254"/>
                  </a:lnTo>
                  <a:lnTo>
                    <a:pt x="3309451" y="2423254"/>
                  </a:lnTo>
                  <a:lnTo>
                    <a:pt x="3309545" y="2423254"/>
                  </a:lnTo>
                  <a:lnTo>
                    <a:pt x="3309733" y="2423254"/>
                  </a:lnTo>
                  <a:lnTo>
                    <a:pt x="3309921" y="2423254"/>
                  </a:lnTo>
                  <a:lnTo>
                    <a:pt x="3310109" y="2417974"/>
                  </a:lnTo>
                  <a:lnTo>
                    <a:pt x="3310203" y="2417974"/>
                  </a:lnTo>
                  <a:lnTo>
                    <a:pt x="3310298" y="2417974"/>
                  </a:lnTo>
                  <a:lnTo>
                    <a:pt x="3310392" y="2417974"/>
                  </a:lnTo>
                  <a:lnTo>
                    <a:pt x="3310862" y="2417974"/>
                  </a:lnTo>
                  <a:lnTo>
                    <a:pt x="3310956" y="2417974"/>
                  </a:lnTo>
                  <a:lnTo>
                    <a:pt x="3311050" y="2417974"/>
                  </a:lnTo>
                  <a:lnTo>
                    <a:pt x="3311144" y="2412695"/>
                  </a:lnTo>
                  <a:lnTo>
                    <a:pt x="3311708" y="2412695"/>
                  </a:lnTo>
                  <a:lnTo>
                    <a:pt x="3311802" y="2412695"/>
                  </a:lnTo>
                  <a:lnTo>
                    <a:pt x="3312084" y="2412695"/>
                  </a:lnTo>
                  <a:lnTo>
                    <a:pt x="3312178" y="2412695"/>
                  </a:lnTo>
                  <a:lnTo>
                    <a:pt x="3312272" y="2412695"/>
                  </a:lnTo>
                  <a:lnTo>
                    <a:pt x="3312366" y="2412695"/>
                  </a:lnTo>
                  <a:lnTo>
                    <a:pt x="3312648" y="2412695"/>
                  </a:lnTo>
                  <a:lnTo>
                    <a:pt x="3312742" y="2412695"/>
                  </a:lnTo>
                  <a:lnTo>
                    <a:pt x="3312930" y="2412695"/>
                  </a:lnTo>
                  <a:lnTo>
                    <a:pt x="3313024" y="2412695"/>
                  </a:lnTo>
                  <a:lnTo>
                    <a:pt x="3313118" y="2412695"/>
                  </a:lnTo>
                  <a:lnTo>
                    <a:pt x="3313212" y="2412695"/>
                  </a:lnTo>
                  <a:lnTo>
                    <a:pt x="3313494" y="2412695"/>
                  </a:lnTo>
                  <a:lnTo>
                    <a:pt x="3313682" y="2412695"/>
                  </a:lnTo>
                  <a:lnTo>
                    <a:pt x="3313776" y="2412695"/>
                  </a:lnTo>
                  <a:lnTo>
                    <a:pt x="3314247" y="2412695"/>
                  </a:lnTo>
                  <a:lnTo>
                    <a:pt x="3314435" y="2412695"/>
                  </a:lnTo>
                  <a:lnTo>
                    <a:pt x="3314623" y="2412695"/>
                  </a:lnTo>
                  <a:lnTo>
                    <a:pt x="3314999" y="2412695"/>
                  </a:lnTo>
                  <a:lnTo>
                    <a:pt x="3315093" y="2412695"/>
                  </a:lnTo>
                  <a:lnTo>
                    <a:pt x="3315281" y="2412695"/>
                  </a:lnTo>
                  <a:lnTo>
                    <a:pt x="3315375" y="2412695"/>
                  </a:lnTo>
                  <a:lnTo>
                    <a:pt x="3315563" y="2412695"/>
                  </a:lnTo>
                  <a:lnTo>
                    <a:pt x="3315657" y="2412695"/>
                  </a:lnTo>
                  <a:lnTo>
                    <a:pt x="3315939" y="2412695"/>
                  </a:lnTo>
                  <a:lnTo>
                    <a:pt x="3316127" y="2412695"/>
                  </a:lnTo>
                  <a:lnTo>
                    <a:pt x="3316409" y="2412695"/>
                  </a:lnTo>
                  <a:lnTo>
                    <a:pt x="3316785" y="2412695"/>
                  </a:lnTo>
                  <a:lnTo>
                    <a:pt x="3316879" y="2412695"/>
                  </a:lnTo>
                  <a:lnTo>
                    <a:pt x="3317067" y="2412695"/>
                  </a:lnTo>
                  <a:lnTo>
                    <a:pt x="3317161" y="2412695"/>
                  </a:lnTo>
                  <a:lnTo>
                    <a:pt x="3317255" y="2412695"/>
                  </a:lnTo>
                  <a:lnTo>
                    <a:pt x="3317350" y="2412695"/>
                  </a:lnTo>
                  <a:lnTo>
                    <a:pt x="3317632" y="2412695"/>
                  </a:lnTo>
                  <a:lnTo>
                    <a:pt x="3317914" y="2412695"/>
                  </a:lnTo>
                  <a:lnTo>
                    <a:pt x="3318008" y="2412695"/>
                  </a:lnTo>
                  <a:lnTo>
                    <a:pt x="3318102" y="2412695"/>
                  </a:lnTo>
                  <a:lnTo>
                    <a:pt x="3318290" y="2412695"/>
                  </a:lnTo>
                  <a:lnTo>
                    <a:pt x="3318384" y="2412695"/>
                  </a:lnTo>
                  <a:lnTo>
                    <a:pt x="3318478" y="2412695"/>
                  </a:lnTo>
                  <a:lnTo>
                    <a:pt x="3318854" y="2412695"/>
                  </a:lnTo>
                  <a:lnTo>
                    <a:pt x="3318948" y="2412695"/>
                  </a:lnTo>
                  <a:lnTo>
                    <a:pt x="3319324" y="2412695"/>
                  </a:lnTo>
                  <a:lnTo>
                    <a:pt x="3319418" y="2412695"/>
                  </a:lnTo>
                  <a:lnTo>
                    <a:pt x="3319606" y="2412695"/>
                  </a:lnTo>
                  <a:lnTo>
                    <a:pt x="3319700" y="2412695"/>
                  </a:lnTo>
                  <a:lnTo>
                    <a:pt x="3319794" y="2412695"/>
                  </a:lnTo>
                  <a:lnTo>
                    <a:pt x="3320358" y="2412695"/>
                  </a:lnTo>
                  <a:lnTo>
                    <a:pt x="3320452" y="2412695"/>
                  </a:lnTo>
                  <a:lnTo>
                    <a:pt x="3320640" y="2412695"/>
                  </a:lnTo>
                  <a:lnTo>
                    <a:pt x="3320923" y="2412695"/>
                  </a:lnTo>
                  <a:lnTo>
                    <a:pt x="3321299" y="2412695"/>
                  </a:lnTo>
                  <a:lnTo>
                    <a:pt x="3321487" y="2412695"/>
                  </a:lnTo>
                  <a:lnTo>
                    <a:pt x="3321581" y="2412695"/>
                  </a:lnTo>
                  <a:lnTo>
                    <a:pt x="3321863" y="2412695"/>
                  </a:lnTo>
                  <a:lnTo>
                    <a:pt x="3321957" y="2412695"/>
                  </a:lnTo>
                  <a:lnTo>
                    <a:pt x="3322145" y="2412695"/>
                  </a:lnTo>
                  <a:lnTo>
                    <a:pt x="3322333" y="2412695"/>
                  </a:lnTo>
                  <a:lnTo>
                    <a:pt x="3322521" y="2412695"/>
                  </a:lnTo>
                  <a:lnTo>
                    <a:pt x="3322991" y="2412695"/>
                  </a:lnTo>
                  <a:lnTo>
                    <a:pt x="3323367" y="2412695"/>
                  </a:lnTo>
                  <a:lnTo>
                    <a:pt x="3323555" y="2412695"/>
                  </a:lnTo>
                  <a:lnTo>
                    <a:pt x="3323649" y="2412695"/>
                  </a:lnTo>
                  <a:lnTo>
                    <a:pt x="3323837" y="2412695"/>
                  </a:lnTo>
                  <a:lnTo>
                    <a:pt x="3324025" y="2412695"/>
                  </a:lnTo>
                  <a:lnTo>
                    <a:pt x="3324401" y="2412695"/>
                  </a:lnTo>
                  <a:lnTo>
                    <a:pt x="3324590" y="2412695"/>
                  </a:lnTo>
                  <a:lnTo>
                    <a:pt x="3324684" y="2412695"/>
                  </a:lnTo>
                  <a:lnTo>
                    <a:pt x="3324778" y="2412695"/>
                  </a:lnTo>
                  <a:lnTo>
                    <a:pt x="3325248" y="2412695"/>
                  </a:lnTo>
                  <a:lnTo>
                    <a:pt x="3325342" y="2412695"/>
                  </a:lnTo>
                  <a:lnTo>
                    <a:pt x="3325342" y="2407416"/>
                  </a:lnTo>
                  <a:lnTo>
                    <a:pt x="3325812" y="2407416"/>
                  </a:lnTo>
                  <a:lnTo>
                    <a:pt x="3325906" y="2407416"/>
                  </a:lnTo>
                  <a:lnTo>
                    <a:pt x="3326188" y="2407416"/>
                  </a:lnTo>
                  <a:lnTo>
                    <a:pt x="3326376" y="2407416"/>
                  </a:lnTo>
                  <a:lnTo>
                    <a:pt x="3326470" y="2407416"/>
                  </a:lnTo>
                  <a:lnTo>
                    <a:pt x="3326658" y="2407416"/>
                  </a:lnTo>
                  <a:lnTo>
                    <a:pt x="3326752" y="2407416"/>
                  </a:lnTo>
                  <a:lnTo>
                    <a:pt x="3327128" y="2407416"/>
                  </a:lnTo>
                  <a:lnTo>
                    <a:pt x="3327222" y="2407416"/>
                  </a:lnTo>
                  <a:lnTo>
                    <a:pt x="3327975" y="2407416"/>
                  </a:lnTo>
                  <a:lnTo>
                    <a:pt x="3328445" y="2407416"/>
                  </a:lnTo>
                  <a:lnTo>
                    <a:pt x="3329103" y="2407416"/>
                  </a:lnTo>
                  <a:lnTo>
                    <a:pt x="3329197" y="2407416"/>
                  </a:lnTo>
                  <a:lnTo>
                    <a:pt x="3329667" y="2402136"/>
                  </a:lnTo>
                  <a:lnTo>
                    <a:pt x="3330325" y="2402136"/>
                  </a:lnTo>
                  <a:lnTo>
                    <a:pt x="3330795" y="2402136"/>
                  </a:lnTo>
                  <a:lnTo>
                    <a:pt x="3331171" y="2396857"/>
                  </a:lnTo>
                  <a:lnTo>
                    <a:pt x="3331359" y="2396857"/>
                  </a:lnTo>
                  <a:lnTo>
                    <a:pt x="3331830" y="2396857"/>
                  </a:lnTo>
                  <a:lnTo>
                    <a:pt x="3332394" y="2396857"/>
                  </a:lnTo>
                  <a:lnTo>
                    <a:pt x="3332770" y="2396857"/>
                  </a:lnTo>
                  <a:lnTo>
                    <a:pt x="3332958" y="2396857"/>
                  </a:lnTo>
                  <a:lnTo>
                    <a:pt x="3333428" y="2396857"/>
                  </a:lnTo>
                  <a:lnTo>
                    <a:pt x="3333522" y="2396857"/>
                  </a:lnTo>
                  <a:lnTo>
                    <a:pt x="3333804" y="2396857"/>
                  </a:lnTo>
                  <a:lnTo>
                    <a:pt x="3333898" y="2396857"/>
                  </a:lnTo>
                  <a:lnTo>
                    <a:pt x="3334274" y="2396857"/>
                  </a:lnTo>
                  <a:lnTo>
                    <a:pt x="3334368" y="2396857"/>
                  </a:lnTo>
                  <a:lnTo>
                    <a:pt x="3334932" y="2396857"/>
                  </a:lnTo>
                  <a:lnTo>
                    <a:pt x="3335026" y="2396857"/>
                  </a:lnTo>
                  <a:lnTo>
                    <a:pt x="3335121" y="2396857"/>
                  </a:lnTo>
                  <a:lnTo>
                    <a:pt x="3335309" y="2396857"/>
                  </a:lnTo>
                  <a:lnTo>
                    <a:pt x="3335403" y="2396857"/>
                  </a:lnTo>
                  <a:lnTo>
                    <a:pt x="3335497" y="2396857"/>
                  </a:lnTo>
                  <a:lnTo>
                    <a:pt x="3335591" y="2396857"/>
                  </a:lnTo>
                  <a:lnTo>
                    <a:pt x="3335873" y="2396857"/>
                  </a:lnTo>
                  <a:lnTo>
                    <a:pt x="3336155" y="2396857"/>
                  </a:lnTo>
                  <a:lnTo>
                    <a:pt x="3336249" y="2396857"/>
                  </a:lnTo>
                  <a:lnTo>
                    <a:pt x="3336343" y="2396857"/>
                  </a:lnTo>
                  <a:lnTo>
                    <a:pt x="3336719" y="2396857"/>
                  </a:lnTo>
                  <a:lnTo>
                    <a:pt x="3336907" y="2396857"/>
                  </a:lnTo>
                  <a:lnTo>
                    <a:pt x="3337095" y="2396857"/>
                  </a:lnTo>
                  <a:lnTo>
                    <a:pt x="3337189" y="2396857"/>
                  </a:lnTo>
                  <a:lnTo>
                    <a:pt x="3337377" y="2396857"/>
                  </a:lnTo>
                  <a:lnTo>
                    <a:pt x="3337565" y="2396857"/>
                  </a:lnTo>
                  <a:lnTo>
                    <a:pt x="3338129" y="2396857"/>
                  </a:lnTo>
                  <a:lnTo>
                    <a:pt x="3338223" y="2396857"/>
                  </a:lnTo>
                  <a:lnTo>
                    <a:pt x="3338411" y="2396857"/>
                  </a:lnTo>
                  <a:lnTo>
                    <a:pt x="3338505" y="2396857"/>
                  </a:lnTo>
                  <a:lnTo>
                    <a:pt x="3338694" y="2396857"/>
                  </a:lnTo>
                  <a:lnTo>
                    <a:pt x="3338788" y="2396857"/>
                  </a:lnTo>
                  <a:lnTo>
                    <a:pt x="3338976" y="2396857"/>
                  </a:lnTo>
                  <a:lnTo>
                    <a:pt x="3339070" y="2396857"/>
                  </a:lnTo>
                  <a:lnTo>
                    <a:pt x="3339164" y="2396857"/>
                  </a:lnTo>
                  <a:lnTo>
                    <a:pt x="3339634" y="2396857"/>
                  </a:lnTo>
                  <a:lnTo>
                    <a:pt x="3339822" y="2396857"/>
                  </a:lnTo>
                  <a:lnTo>
                    <a:pt x="3339916" y="2396857"/>
                  </a:lnTo>
                  <a:lnTo>
                    <a:pt x="3340010" y="2396857"/>
                  </a:lnTo>
                  <a:lnTo>
                    <a:pt x="3340104" y="2396857"/>
                  </a:lnTo>
                  <a:lnTo>
                    <a:pt x="3340198" y="2396857"/>
                  </a:lnTo>
                  <a:lnTo>
                    <a:pt x="3340292" y="2396857"/>
                  </a:lnTo>
                  <a:lnTo>
                    <a:pt x="3340668" y="2396857"/>
                  </a:lnTo>
                  <a:lnTo>
                    <a:pt x="3340762" y="2396857"/>
                  </a:lnTo>
                  <a:lnTo>
                    <a:pt x="3340856" y="2396857"/>
                  </a:lnTo>
                  <a:lnTo>
                    <a:pt x="3341138" y="2396857"/>
                  </a:lnTo>
                  <a:lnTo>
                    <a:pt x="3341514" y="2396857"/>
                  </a:lnTo>
                  <a:lnTo>
                    <a:pt x="3341608" y="2396857"/>
                  </a:lnTo>
                  <a:lnTo>
                    <a:pt x="3341702" y="2396857"/>
                  </a:lnTo>
                  <a:lnTo>
                    <a:pt x="3341796" y="2396857"/>
                  </a:lnTo>
                  <a:lnTo>
                    <a:pt x="3341890" y="2396857"/>
                  </a:lnTo>
                  <a:lnTo>
                    <a:pt x="3342078" y="2396857"/>
                  </a:lnTo>
                  <a:lnTo>
                    <a:pt x="3342267" y="2396857"/>
                  </a:lnTo>
                  <a:lnTo>
                    <a:pt x="3342455" y="2396857"/>
                  </a:lnTo>
                  <a:lnTo>
                    <a:pt x="3342549" y="2396857"/>
                  </a:lnTo>
                  <a:lnTo>
                    <a:pt x="3342643" y="2396857"/>
                  </a:lnTo>
                  <a:lnTo>
                    <a:pt x="3342737" y="2396857"/>
                  </a:lnTo>
                  <a:lnTo>
                    <a:pt x="3342831" y="2396857"/>
                  </a:lnTo>
                  <a:lnTo>
                    <a:pt x="3342925" y="2396857"/>
                  </a:lnTo>
                  <a:lnTo>
                    <a:pt x="3343019" y="2396857"/>
                  </a:lnTo>
                  <a:lnTo>
                    <a:pt x="3343113" y="2396857"/>
                  </a:lnTo>
                  <a:lnTo>
                    <a:pt x="3343207" y="2396857"/>
                  </a:lnTo>
                  <a:lnTo>
                    <a:pt x="3343583" y="2396857"/>
                  </a:lnTo>
                  <a:lnTo>
                    <a:pt x="3343771" y="2396857"/>
                  </a:lnTo>
                  <a:lnTo>
                    <a:pt x="3343959" y="2396857"/>
                  </a:lnTo>
                  <a:lnTo>
                    <a:pt x="3344241" y="2396857"/>
                  </a:lnTo>
                  <a:lnTo>
                    <a:pt x="3344523" y="2396857"/>
                  </a:lnTo>
                  <a:lnTo>
                    <a:pt x="3344617" y="2396857"/>
                  </a:lnTo>
                  <a:lnTo>
                    <a:pt x="3344805" y="2396857"/>
                  </a:lnTo>
                  <a:lnTo>
                    <a:pt x="3345181" y="2396857"/>
                  </a:lnTo>
                  <a:lnTo>
                    <a:pt x="3345369" y="2396857"/>
                  </a:lnTo>
                  <a:lnTo>
                    <a:pt x="3345651" y="2396857"/>
                  </a:lnTo>
                  <a:lnTo>
                    <a:pt x="3345746" y="2396857"/>
                  </a:lnTo>
                  <a:lnTo>
                    <a:pt x="3345934" y="2396857"/>
                  </a:lnTo>
                  <a:lnTo>
                    <a:pt x="3346028" y="2396857"/>
                  </a:lnTo>
                  <a:lnTo>
                    <a:pt x="3346122" y="2396857"/>
                  </a:lnTo>
                  <a:lnTo>
                    <a:pt x="3346216" y="2396857"/>
                  </a:lnTo>
                  <a:lnTo>
                    <a:pt x="3346404" y="2396857"/>
                  </a:lnTo>
                  <a:lnTo>
                    <a:pt x="3346874" y="2396857"/>
                  </a:lnTo>
                  <a:lnTo>
                    <a:pt x="3346968" y="2396857"/>
                  </a:lnTo>
                  <a:lnTo>
                    <a:pt x="3347156" y="2396857"/>
                  </a:lnTo>
                  <a:lnTo>
                    <a:pt x="3347250" y="2396857"/>
                  </a:lnTo>
                  <a:lnTo>
                    <a:pt x="3347626" y="2396857"/>
                  </a:lnTo>
                  <a:lnTo>
                    <a:pt x="3347720" y="2396857"/>
                  </a:lnTo>
                  <a:lnTo>
                    <a:pt x="3348190" y="2396857"/>
                  </a:lnTo>
                  <a:lnTo>
                    <a:pt x="3348284" y="2396857"/>
                  </a:lnTo>
                  <a:lnTo>
                    <a:pt x="3348566" y="2396857"/>
                  </a:lnTo>
                  <a:lnTo>
                    <a:pt x="3348660" y="2396857"/>
                  </a:lnTo>
                  <a:lnTo>
                    <a:pt x="3348754" y="2396857"/>
                  </a:lnTo>
                  <a:lnTo>
                    <a:pt x="3348848" y="2396857"/>
                  </a:lnTo>
                  <a:lnTo>
                    <a:pt x="3348942" y="2396857"/>
                  </a:lnTo>
                  <a:lnTo>
                    <a:pt x="3349036" y="2396857"/>
                  </a:lnTo>
                  <a:lnTo>
                    <a:pt x="3349224" y="2396857"/>
                  </a:lnTo>
                  <a:lnTo>
                    <a:pt x="3349319" y="2396857"/>
                  </a:lnTo>
                  <a:lnTo>
                    <a:pt x="3349695" y="2396857"/>
                  </a:lnTo>
                  <a:lnTo>
                    <a:pt x="3349883" y="2396857"/>
                  </a:lnTo>
                  <a:lnTo>
                    <a:pt x="3350071" y="2396857"/>
                  </a:lnTo>
                  <a:lnTo>
                    <a:pt x="3350259" y="2396857"/>
                  </a:lnTo>
                  <a:lnTo>
                    <a:pt x="3350729" y="2396857"/>
                  </a:lnTo>
                  <a:lnTo>
                    <a:pt x="3351199" y="2396857"/>
                  </a:lnTo>
                  <a:lnTo>
                    <a:pt x="3351481" y="2396857"/>
                  </a:lnTo>
                  <a:lnTo>
                    <a:pt x="3351575" y="2396857"/>
                  </a:lnTo>
                  <a:lnTo>
                    <a:pt x="3351575" y="2391577"/>
                  </a:lnTo>
                  <a:lnTo>
                    <a:pt x="3351669" y="2391577"/>
                  </a:lnTo>
                  <a:lnTo>
                    <a:pt x="3351763" y="2391577"/>
                  </a:lnTo>
                  <a:lnTo>
                    <a:pt x="3351857" y="2386298"/>
                  </a:lnTo>
                  <a:lnTo>
                    <a:pt x="3352045" y="2386298"/>
                  </a:lnTo>
                  <a:lnTo>
                    <a:pt x="3352421" y="2386298"/>
                  </a:lnTo>
                  <a:lnTo>
                    <a:pt x="3352515" y="2386298"/>
                  </a:lnTo>
                  <a:lnTo>
                    <a:pt x="3352609" y="2386298"/>
                  </a:lnTo>
                  <a:lnTo>
                    <a:pt x="3352798" y="2386298"/>
                  </a:lnTo>
                  <a:lnTo>
                    <a:pt x="3352892" y="2386298"/>
                  </a:lnTo>
                  <a:lnTo>
                    <a:pt x="3352986" y="2386298"/>
                  </a:lnTo>
                  <a:lnTo>
                    <a:pt x="3353080" y="2386298"/>
                  </a:lnTo>
                  <a:lnTo>
                    <a:pt x="3364739" y="2375739"/>
                  </a:lnTo>
                  <a:lnTo>
                    <a:pt x="3365397" y="2370460"/>
                  </a:lnTo>
                  <a:lnTo>
                    <a:pt x="3365491" y="2370460"/>
                  </a:lnTo>
                  <a:lnTo>
                    <a:pt x="3365585" y="2370460"/>
                  </a:lnTo>
                  <a:lnTo>
                    <a:pt x="3365679" y="2370460"/>
                  </a:lnTo>
                  <a:lnTo>
                    <a:pt x="3365961" y="2370460"/>
                  </a:lnTo>
                  <a:lnTo>
                    <a:pt x="3366055" y="2370460"/>
                  </a:lnTo>
                  <a:lnTo>
                    <a:pt x="3366149" y="2370460"/>
                  </a:lnTo>
                  <a:lnTo>
                    <a:pt x="3366243" y="2370460"/>
                  </a:lnTo>
                  <a:lnTo>
                    <a:pt x="3366431" y="2370460"/>
                  </a:lnTo>
                  <a:lnTo>
                    <a:pt x="3367184" y="2370460"/>
                  </a:lnTo>
                  <a:lnTo>
                    <a:pt x="3367466" y="2370460"/>
                  </a:lnTo>
                  <a:lnTo>
                    <a:pt x="3367654" y="2370460"/>
                  </a:lnTo>
                  <a:lnTo>
                    <a:pt x="3367748" y="2370460"/>
                  </a:lnTo>
                  <a:lnTo>
                    <a:pt x="3367842" y="2370460"/>
                  </a:lnTo>
                  <a:lnTo>
                    <a:pt x="3368124" y="2365180"/>
                  </a:lnTo>
                  <a:lnTo>
                    <a:pt x="3368218" y="2365180"/>
                  </a:lnTo>
                  <a:lnTo>
                    <a:pt x="3368312" y="2365180"/>
                  </a:lnTo>
                  <a:lnTo>
                    <a:pt x="3369064" y="2365180"/>
                  </a:lnTo>
                  <a:lnTo>
                    <a:pt x="3369158" y="2365180"/>
                  </a:lnTo>
                  <a:lnTo>
                    <a:pt x="3369252" y="2365180"/>
                  </a:lnTo>
                  <a:lnTo>
                    <a:pt x="3369346" y="2365180"/>
                  </a:lnTo>
                  <a:lnTo>
                    <a:pt x="3369628" y="2365180"/>
                  </a:lnTo>
                  <a:lnTo>
                    <a:pt x="3369722" y="2365180"/>
                  </a:lnTo>
                  <a:lnTo>
                    <a:pt x="3369816" y="2365180"/>
                  </a:lnTo>
                  <a:lnTo>
                    <a:pt x="3369910" y="2365180"/>
                  </a:lnTo>
                  <a:lnTo>
                    <a:pt x="3370004" y="2365180"/>
                  </a:lnTo>
                  <a:lnTo>
                    <a:pt x="3370098" y="2365180"/>
                  </a:lnTo>
                  <a:lnTo>
                    <a:pt x="3370380" y="2365180"/>
                  </a:lnTo>
                  <a:lnTo>
                    <a:pt x="3370474" y="2365180"/>
                  </a:lnTo>
                  <a:lnTo>
                    <a:pt x="3370663" y="2365180"/>
                  </a:lnTo>
                  <a:lnTo>
                    <a:pt x="3370757" y="2365180"/>
                  </a:lnTo>
                  <a:lnTo>
                    <a:pt x="3370945" y="2365180"/>
                  </a:lnTo>
                  <a:lnTo>
                    <a:pt x="3370945" y="2359901"/>
                  </a:lnTo>
                  <a:lnTo>
                    <a:pt x="3371039" y="2359901"/>
                  </a:lnTo>
                  <a:lnTo>
                    <a:pt x="3371133" y="2359901"/>
                  </a:lnTo>
                  <a:lnTo>
                    <a:pt x="3371321" y="2359901"/>
                  </a:lnTo>
                  <a:lnTo>
                    <a:pt x="3371415" y="2359901"/>
                  </a:lnTo>
                  <a:lnTo>
                    <a:pt x="3371509" y="2359901"/>
                  </a:lnTo>
                  <a:lnTo>
                    <a:pt x="3371791" y="2359901"/>
                  </a:lnTo>
                  <a:lnTo>
                    <a:pt x="3371885" y="2359901"/>
                  </a:lnTo>
                  <a:lnTo>
                    <a:pt x="3372543" y="2359901"/>
                  </a:lnTo>
                  <a:lnTo>
                    <a:pt x="3372637" y="2359901"/>
                  </a:lnTo>
                  <a:lnTo>
                    <a:pt x="3373013" y="2359901"/>
                  </a:lnTo>
                  <a:lnTo>
                    <a:pt x="3373389" y="2359901"/>
                  </a:lnTo>
                  <a:lnTo>
                    <a:pt x="3373483" y="2359901"/>
                  </a:lnTo>
                  <a:lnTo>
                    <a:pt x="3373577" y="2359901"/>
                  </a:lnTo>
                  <a:lnTo>
                    <a:pt x="3373671" y="2359901"/>
                  </a:lnTo>
                  <a:lnTo>
                    <a:pt x="3373765" y="2359901"/>
                  </a:lnTo>
                  <a:lnTo>
                    <a:pt x="3373859" y="2359901"/>
                  </a:lnTo>
                  <a:lnTo>
                    <a:pt x="3374048" y="2359901"/>
                  </a:lnTo>
                  <a:lnTo>
                    <a:pt x="3374142" y="2359901"/>
                  </a:lnTo>
                  <a:lnTo>
                    <a:pt x="3374236" y="2359901"/>
                  </a:lnTo>
                  <a:lnTo>
                    <a:pt x="3374612" y="2359901"/>
                  </a:lnTo>
                  <a:lnTo>
                    <a:pt x="3374706" y="2359901"/>
                  </a:lnTo>
                  <a:lnTo>
                    <a:pt x="3374894" y="2359901"/>
                  </a:lnTo>
                  <a:lnTo>
                    <a:pt x="3374988" y="2359901"/>
                  </a:lnTo>
                  <a:lnTo>
                    <a:pt x="3374988" y="2354621"/>
                  </a:lnTo>
                  <a:lnTo>
                    <a:pt x="3375176" y="2354621"/>
                  </a:lnTo>
                  <a:lnTo>
                    <a:pt x="3375270" y="2354621"/>
                  </a:lnTo>
                  <a:lnTo>
                    <a:pt x="3375364" y="2354621"/>
                  </a:lnTo>
                  <a:lnTo>
                    <a:pt x="3375552" y="2354621"/>
                  </a:lnTo>
                  <a:lnTo>
                    <a:pt x="3376022" y="2354621"/>
                  </a:lnTo>
                  <a:lnTo>
                    <a:pt x="3376116" y="2354621"/>
                  </a:lnTo>
                  <a:lnTo>
                    <a:pt x="3376492" y="2354621"/>
                  </a:lnTo>
                  <a:lnTo>
                    <a:pt x="3376586" y="2354621"/>
                  </a:lnTo>
                  <a:lnTo>
                    <a:pt x="3376680" y="2354621"/>
                  </a:lnTo>
                  <a:lnTo>
                    <a:pt x="3376962" y="2354621"/>
                  </a:lnTo>
                  <a:lnTo>
                    <a:pt x="3377244" y="2354621"/>
                  </a:lnTo>
                  <a:lnTo>
                    <a:pt x="3377715" y="2354621"/>
                  </a:lnTo>
                  <a:lnTo>
                    <a:pt x="3377809" y="2354621"/>
                  </a:lnTo>
                  <a:lnTo>
                    <a:pt x="3377997" y="2354621"/>
                  </a:lnTo>
                  <a:lnTo>
                    <a:pt x="3378091" y="2354621"/>
                  </a:lnTo>
                  <a:lnTo>
                    <a:pt x="3378185" y="2354621"/>
                  </a:lnTo>
                  <a:lnTo>
                    <a:pt x="3378279" y="2354621"/>
                  </a:lnTo>
                  <a:lnTo>
                    <a:pt x="3378373" y="2354621"/>
                  </a:lnTo>
                  <a:lnTo>
                    <a:pt x="3378561" y="2354621"/>
                  </a:lnTo>
                  <a:lnTo>
                    <a:pt x="3379031" y="2354621"/>
                  </a:lnTo>
                  <a:lnTo>
                    <a:pt x="3379407" y="2354621"/>
                  </a:lnTo>
                  <a:lnTo>
                    <a:pt x="3379501" y="2354621"/>
                  </a:lnTo>
                  <a:lnTo>
                    <a:pt x="3379689" y="2354621"/>
                  </a:lnTo>
                  <a:lnTo>
                    <a:pt x="3379971" y="2354621"/>
                  </a:lnTo>
                  <a:lnTo>
                    <a:pt x="3380347" y="2354621"/>
                  </a:lnTo>
                  <a:lnTo>
                    <a:pt x="3380629" y="2354621"/>
                  </a:lnTo>
                  <a:lnTo>
                    <a:pt x="3381288" y="2354621"/>
                  </a:lnTo>
                  <a:lnTo>
                    <a:pt x="3381382" y="2354621"/>
                  </a:lnTo>
                  <a:lnTo>
                    <a:pt x="3381570" y="2354621"/>
                  </a:lnTo>
                  <a:lnTo>
                    <a:pt x="3382040" y="2354621"/>
                  </a:lnTo>
                  <a:lnTo>
                    <a:pt x="3382416" y="2354621"/>
                  </a:lnTo>
                  <a:lnTo>
                    <a:pt x="3382698" y="2354621"/>
                  </a:lnTo>
                  <a:lnTo>
                    <a:pt x="3382980" y="2349342"/>
                  </a:lnTo>
                  <a:lnTo>
                    <a:pt x="3383074" y="2349342"/>
                  </a:lnTo>
                  <a:lnTo>
                    <a:pt x="3383450" y="2349342"/>
                  </a:lnTo>
                  <a:lnTo>
                    <a:pt x="3383732" y="2349342"/>
                  </a:lnTo>
                  <a:lnTo>
                    <a:pt x="3383920" y="2349342"/>
                  </a:lnTo>
                  <a:lnTo>
                    <a:pt x="3384014" y="2349342"/>
                  </a:lnTo>
                  <a:lnTo>
                    <a:pt x="3384578" y="2349342"/>
                  </a:lnTo>
                  <a:lnTo>
                    <a:pt x="3384672" y="2349342"/>
                  </a:lnTo>
                  <a:lnTo>
                    <a:pt x="3385049" y="2349342"/>
                  </a:lnTo>
                  <a:lnTo>
                    <a:pt x="3385237" y="2349342"/>
                  </a:lnTo>
                  <a:lnTo>
                    <a:pt x="3385425" y="2349342"/>
                  </a:lnTo>
                  <a:lnTo>
                    <a:pt x="3385519" y="2349342"/>
                  </a:lnTo>
                  <a:lnTo>
                    <a:pt x="3385801" y="2349342"/>
                  </a:lnTo>
                  <a:lnTo>
                    <a:pt x="3385895" y="2349342"/>
                  </a:lnTo>
                  <a:lnTo>
                    <a:pt x="3386083" y="2344063"/>
                  </a:lnTo>
                  <a:lnTo>
                    <a:pt x="3386365" y="2344063"/>
                  </a:lnTo>
                  <a:lnTo>
                    <a:pt x="3386459" y="2344063"/>
                  </a:lnTo>
                  <a:lnTo>
                    <a:pt x="3386553" y="2344063"/>
                  </a:lnTo>
                  <a:lnTo>
                    <a:pt x="3386647" y="2344063"/>
                  </a:lnTo>
                  <a:lnTo>
                    <a:pt x="3386741" y="2344063"/>
                  </a:lnTo>
                  <a:lnTo>
                    <a:pt x="3386835" y="2344063"/>
                  </a:lnTo>
                  <a:lnTo>
                    <a:pt x="3386929" y="2344063"/>
                  </a:lnTo>
                  <a:lnTo>
                    <a:pt x="3387023" y="2344063"/>
                  </a:lnTo>
                  <a:lnTo>
                    <a:pt x="3387117" y="2344063"/>
                  </a:lnTo>
                  <a:lnTo>
                    <a:pt x="3387211" y="2344063"/>
                  </a:lnTo>
                  <a:lnTo>
                    <a:pt x="3387305" y="2344063"/>
                  </a:lnTo>
                  <a:lnTo>
                    <a:pt x="3387399" y="2344063"/>
                  </a:lnTo>
                  <a:lnTo>
                    <a:pt x="3387493" y="2344063"/>
                  </a:lnTo>
                  <a:lnTo>
                    <a:pt x="3387587" y="2344063"/>
                  </a:lnTo>
                  <a:lnTo>
                    <a:pt x="3387681" y="2344063"/>
                  </a:lnTo>
                  <a:lnTo>
                    <a:pt x="3388246" y="2344063"/>
                  </a:lnTo>
                  <a:lnTo>
                    <a:pt x="3388434" y="2344063"/>
                  </a:lnTo>
                  <a:lnTo>
                    <a:pt x="3388528" y="2344063"/>
                  </a:lnTo>
                  <a:lnTo>
                    <a:pt x="3388904" y="2344063"/>
                  </a:lnTo>
                  <a:lnTo>
                    <a:pt x="3389280" y="2344063"/>
                  </a:lnTo>
                  <a:lnTo>
                    <a:pt x="3389844" y="2344063"/>
                  </a:lnTo>
                  <a:lnTo>
                    <a:pt x="3390126" y="2344063"/>
                  </a:lnTo>
                  <a:lnTo>
                    <a:pt x="3390220" y="2344063"/>
                  </a:lnTo>
                  <a:lnTo>
                    <a:pt x="3390690" y="2344063"/>
                  </a:lnTo>
                  <a:lnTo>
                    <a:pt x="3390972" y="2344063"/>
                  </a:lnTo>
                  <a:lnTo>
                    <a:pt x="3391066" y="2344063"/>
                  </a:lnTo>
                  <a:lnTo>
                    <a:pt x="3391630" y="2344063"/>
                  </a:lnTo>
                  <a:lnTo>
                    <a:pt x="3391630" y="2338783"/>
                  </a:lnTo>
                  <a:lnTo>
                    <a:pt x="3391819" y="2338783"/>
                  </a:lnTo>
                  <a:lnTo>
                    <a:pt x="3392101" y="2338783"/>
                  </a:lnTo>
                  <a:lnTo>
                    <a:pt x="3392289" y="2338783"/>
                  </a:lnTo>
                  <a:lnTo>
                    <a:pt x="3392665" y="2338783"/>
                  </a:lnTo>
                  <a:lnTo>
                    <a:pt x="3393605" y="2338783"/>
                  </a:lnTo>
                  <a:lnTo>
                    <a:pt x="3393793" y="2333504"/>
                  </a:lnTo>
                  <a:lnTo>
                    <a:pt x="3393887" y="2333504"/>
                  </a:lnTo>
                  <a:lnTo>
                    <a:pt x="3394075" y="2333504"/>
                  </a:lnTo>
                  <a:lnTo>
                    <a:pt x="3394169" y="2333504"/>
                  </a:lnTo>
                  <a:lnTo>
                    <a:pt x="3394545" y="2333504"/>
                  </a:lnTo>
                  <a:lnTo>
                    <a:pt x="3395392" y="2333504"/>
                  </a:lnTo>
                  <a:lnTo>
                    <a:pt x="3395956" y="2333504"/>
                  </a:lnTo>
                  <a:lnTo>
                    <a:pt x="3396050" y="2333504"/>
                  </a:lnTo>
                  <a:lnTo>
                    <a:pt x="3396426" y="2333504"/>
                  </a:lnTo>
                  <a:lnTo>
                    <a:pt x="3396520" y="2333504"/>
                  </a:lnTo>
                  <a:lnTo>
                    <a:pt x="3396802" y="2333504"/>
                  </a:lnTo>
                  <a:lnTo>
                    <a:pt x="3397836" y="2333504"/>
                  </a:lnTo>
                  <a:lnTo>
                    <a:pt x="3398212" y="2333504"/>
                  </a:lnTo>
                  <a:lnTo>
                    <a:pt x="3398400" y="2333504"/>
                  </a:lnTo>
                  <a:lnTo>
                    <a:pt x="3398494" y="2333504"/>
                  </a:lnTo>
                  <a:lnTo>
                    <a:pt x="3399059" y="2333504"/>
                  </a:lnTo>
                  <a:lnTo>
                    <a:pt x="3399529" y="2333504"/>
                  </a:lnTo>
                  <a:lnTo>
                    <a:pt x="3399717" y="2333504"/>
                  </a:lnTo>
                  <a:lnTo>
                    <a:pt x="3399811" y="2333504"/>
                  </a:lnTo>
                  <a:lnTo>
                    <a:pt x="3400281" y="2333504"/>
                  </a:lnTo>
                  <a:lnTo>
                    <a:pt x="3400469" y="2333504"/>
                  </a:lnTo>
                  <a:lnTo>
                    <a:pt x="3400751" y="2333504"/>
                  </a:lnTo>
                  <a:lnTo>
                    <a:pt x="3400845" y="2333504"/>
                  </a:lnTo>
                  <a:lnTo>
                    <a:pt x="3401503" y="2333504"/>
                  </a:lnTo>
                  <a:lnTo>
                    <a:pt x="3401597" y="2333504"/>
                  </a:lnTo>
                  <a:lnTo>
                    <a:pt x="3401879" y="2333504"/>
                  </a:lnTo>
                  <a:lnTo>
                    <a:pt x="3401973" y="2333504"/>
                  </a:lnTo>
                  <a:lnTo>
                    <a:pt x="3402349" y="2333504"/>
                  </a:lnTo>
                  <a:lnTo>
                    <a:pt x="3402632" y="2333504"/>
                  </a:lnTo>
                  <a:lnTo>
                    <a:pt x="3402820" y="2333504"/>
                  </a:lnTo>
                  <a:lnTo>
                    <a:pt x="3402914" y="2333504"/>
                  </a:lnTo>
                  <a:lnTo>
                    <a:pt x="3403008" y="2333504"/>
                  </a:lnTo>
                  <a:lnTo>
                    <a:pt x="3403666" y="2333504"/>
                  </a:lnTo>
                  <a:lnTo>
                    <a:pt x="3403760" y="2333504"/>
                  </a:lnTo>
                  <a:lnTo>
                    <a:pt x="3403948" y="2333504"/>
                  </a:lnTo>
                  <a:lnTo>
                    <a:pt x="3404418" y="2333504"/>
                  </a:lnTo>
                  <a:lnTo>
                    <a:pt x="3404606" y="2333504"/>
                  </a:lnTo>
                  <a:lnTo>
                    <a:pt x="3404794" y="2333504"/>
                  </a:lnTo>
                  <a:lnTo>
                    <a:pt x="3404794" y="2328224"/>
                  </a:lnTo>
                  <a:lnTo>
                    <a:pt x="3404888" y="2328224"/>
                  </a:lnTo>
                  <a:lnTo>
                    <a:pt x="3404982" y="2328224"/>
                  </a:lnTo>
                  <a:lnTo>
                    <a:pt x="3405076" y="2328224"/>
                  </a:lnTo>
                  <a:lnTo>
                    <a:pt x="3405640" y="2328224"/>
                  </a:lnTo>
                  <a:lnTo>
                    <a:pt x="3405734" y="2328224"/>
                  </a:lnTo>
                  <a:lnTo>
                    <a:pt x="3405828" y="2328224"/>
                  </a:lnTo>
                  <a:lnTo>
                    <a:pt x="3406111" y="2328224"/>
                  </a:lnTo>
                  <a:lnTo>
                    <a:pt x="3406487" y="2328224"/>
                  </a:lnTo>
                  <a:lnTo>
                    <a:pt x="3406581" y="2328224"/>
                  </a:lnTo>
                  <a:lnTo>
                    <a:pt x="3406675" y="2328224"/>
                  </a:lnTo>
                  <a:lnTo>
                    <a:pt x="3406957" y="2328224"/>
                  </a:lnTo>
                  <a:lnTo>
                    <a:pt x="3407051" y="2328224"/>
                  </a:lnTo>
                  <a:lnTo>
                    <a:pt x="3407709" y="2328224"/>
                  </a:lnTo>
                  <a:lnTo>
                    <a:pt x="3407897" y="2328224"/>
                  </a:lnTo>
                  <a:lnTo>
                    <a:pt x="3408085" y="2328224"/>
                  </a:lnTo>
                  <a:lnTo>
                    <a:pt x="3408367" y="2328224"/>
                  </a:lnTo>
                  <a:lnTo>
                    <a:pt x="3408555" y="2328224"/>
                  </a:lnTo>
                  <a:lnTo>
                    <a:pt x="3408931" y="2328224"/>
                  </a:lnTo>
                  <a:lnTo>
                    <a:pt x="3409025" y="2322945"/>
                  </a:lnTo>
                  <a:lnTo>
                    <a:pt x="3409213" y="2322945"/>
                  </a:lnTo>
                  <a:lnTo>
                    <a:pt x="3409496" y="2322945"/>
                  </a:lnTo>
                  <a:lnTo>
                    <a:pt x="3409590" y="2322945"/>
                  </a:lnTo>
                  <a:lnTo>
                    <a:pt x="3409778" y="2322945"/>
                  </a:lnTo>
                  <a:lnTo>
                    <a:pt x="3409966" y="2322945"/>
                  </a:lnTo>
                  <a:lnTo>
                    <a:pt x="3410154" y="2322945"/>
                  </a:lnTo>
                  <a:lnTo>
                    <a:pt x="3410530" y="2322945"/>
                  </a:lnTo>
                  <a:lnTo>
                    <a:pt x="3410718" y="2322945"/>
                  </a:lnTo>
                  <a:lnTo>
                    <a:pt x="3410812" y="2322945"/>
                  </a:lnTo>
                  <a:lnTo>
                    <a:pt x="3410906" y="2322945"/>
                  </a:lnTo>
                  <a:lnTo>
                    <a:pt x="3411188" y="2322945"/>
                  </a:lnTo>
                  <a:lnTo>
                    <a:pt x="3411376" y="2322945"/>
                  </a:lnTo>
                  <a:lnTo>
                    <a:pt x="3411470" y="2322945"/>
                  </a:lnTo>
                  <a:lnTo>
                    <a:pt x="3411658" y="2322945"/>
                  </a:lnTo>
                  <a:lnTo>
                    <a:pt x="3411940" y="2322945"/>
                  </a:lnTo>
                  <a:lnTo>
                    <a:pt x="3412128" y="2322945"/>
                  </a:lnTo>
                  <a:lnTo>
                    <a:pt x="3412222" y="2322945"/>
                  </a:lnTo>
                  <a:lnTo>
                    <a:pt x="3412316" y="2322945"/>
                  </a:lnTo>
                  <a:lnTo>
                    <a:pt x="3412598" y="2322945"/>
                  </a:lnTo>
                  <a:lnTo>
                    <a:pt x="3412786" y="2322945"/>
                  </a:lnTo>
                  <a:lnTo>
                    <a:pt x="3413163" y="2322945"/>
                  </a:lnTo>
                  <a:lnTo>
                    <a:pt x="3413257" y="2322945"/>
                  </a:lnTo>
                  <a:lnTo>
                    <a:pt x="3413539" y="2322945"/>
                  </a:lnTo>
                  <a:lnTo>
                    <a:pt x="3413727" y="2322945"/>
                  </a:lnTo>
                  <a:lnTo>
                    <a:pt x="3413915" y="2322945"/>
                  </a:lnTo>
                  <a:lnTo>
                    <a:pt x="3414667" y="2322945"/>
                  </a:lnTo>
                  <a:lnTo>
                    <a:pt x="3414761" y="2322945"/>
                  </a:lnTo>
                  <a:lnTo>
                    <a:pt x="3414855" y="2322945"/>
                  </a:lnTo>
                  <a:lnTo>
                    <a:pt x="3415043" y="2322945"/>
                  </a:lnTo>
                  <a:lnTo>
                    <a:pt x="3415137" y="2322945"/>
                  </a:lnTo>
                  <a:lnTo>
                    <a:pt x="3415325" y="2322945"/>
                  </a:lnTo>
                  <a:lnTo>
                    <a:pt x="3415513" y="2322945"/>
                  </a:lnTo>
                  <a:lnTo>
                    <a:pt x="3415607" y="2322945"/>
                  </a:lnTo>
                  <a:lnTo>
                    <a:pt x="3415889" y="2322945"/>
                  </a:lnTo>
                  <a:lnTo>
                    <a:pt x="3416265" y="2322945"/>
                  </a:lnTo>
                  <a:lnTo>
                    <a:pt x="3416359" y="2322945"/>
                  </a:lnTo>
                  <a:lnTo>
                    <a:pt x="3416547" y="2317665"/>
                  </a:lnTo>
                  <a:lnTo>
                    <a:pt x="3416736" y="2317665"/>
                  </a:lnTo>
                  <a:lnTo>
                    <a:pt x="3417018" y="2317665"/>
                  </a:lnTo>
                  <a:lnTo>
                    <a:pt x="3417394" y="2317665"/>
                  </a:lnTo>
                  <a:lnTo>
                    <a:pt x="3417488" y="2317665"/>
                  </a:lnTo>
                  <a:lnTo>
                    <a:pt x="3417582" y="2317665"/>
                  </a:lnTo>
                  <a:lnTo>
                    <a:pt x="3417864" y="2317665"/>
                  </a:lnTo>
                  <a:lnTo>
                    <a:pt x="3418052" y="2317665"/>
                  </a:lnTo>
                  <a:lnTo>
                    <a:pt x="3418428" y="2317665"/>
                  </a:lnTo>
                  <a:lnTo>
                    <a:pt x="3418710" y="2317665"/>
                  </a:lnTo>
                  <a:lnTo>
                    <a:pt x="3419086" y="2317665"/>
                  </a:lnTo>
                  <a:lnTo>
                    <a:pt x="3419932" y="2317665"/>
                  </a:lnTo>
                  <a:lnTo>
                    <a:pt x="3420215" y="2317665"/>
                  </a:lnTo>
                  <a:lnTo>
                    <a:pt x="3420403" y="2317665"/>
                  </a:lnTo>
                  <a:lnTo>
                    <a:pt x="3420591" y="2317665"/>
                  </a:lnTo>
                  <a:lnTo>
                    <a:pt x="3420967" y="2317665"/>
                  </a:lnTo>
                  <a:lnTo>
                    <a:pt x="3421061" y="2317665"/>
                  </a:lnTo>
                  <a:lnTo>
                    <a:pt x="3421531" y="2317665"/>
                  </a:lnTo>
                  <a:lnTo>
                    <a:pt x="3422283" y="2317665"/>
                  </a:lnTo>
                  <a:lnTo>
                    <a:pt x="3422659" y="2317665"/>
                  </a:lnTo>
                  <a:lnTo>
                    <a:pt x="3422847" y="2317665"/>
                  </a:lnTo>
                  <a:lnTo>
                    <a:pt x="3423129" y="2317665"/>
                  </a:lnTo>
                  <a:lnTo>
                    <a:pt x="3423694" y="2312386"/>
                  </a:lnTo>
                  <a:lnTo>
                    <a:pt x="3423788" y="2312386"/>
                  </a:lnTo>
                  <a:lnTo>
                    <a:pt x="3423976" y="2312386"/>
                  </a:lnTo>
                  <a:lnTo>
                    <a:pt x="3424164" y="2312386"/>
                  </a:lnTo>
                  <a:lnTo>
                    <a:pt x="3424258" y="2312386"/>
                  </a:lnTo>
                  <a:lnTo>
                    <a:pt x="3424352" y="2312386"/>
                  </a:lnTo>
                  <a:lnTo>
                    <a:pt x="3424916" y="2312386"/>
                  </a:lnTo>
                  <a:lnTo>
                    <a:pt x="3425010" y="2312386"/>
                  </a:lnTo>
                  <a:lnTo>
                    <a:pt x="3425104" y="2312386"/>
                  </a:lnTo>
                  <a:lnTo>
                    <a:pt x="3425198" y="2312386"/>
                  </a:lnTo>
                  <a:lnTo>
                    <a:pt x="3425292" y="2312386"/>
                  </a:lnTo>
                  <a:lnTo>
                    <a:pt x="3425386" y="2312386"/>
                  </a:lnTo>
                  <a:lnTo>
                    <a:pt x="3425480" y="2312386"/>
                  </a:lnTo>
                  <a:lnTo>
                    <a:pt x="3425574" y="2312386"/>
                  </a:lnTo>
                  <a:lnTo>
                    <a:pt x="3425668" y="2312386"/>
                  </a:lnTo>
                  <a:lnTo>
                    <a:pt x="3426514" y="2312386"/>
                  </a:lnTo>
                  <a:lnTo>
                    <a:pt x="3426608" y="2312386"/>
                  </a:lnTo>
                  <a:lnTo>
                    <a:pt x="3426702" y="2312386"/>
                  </a:lnTo>
                  <a:lnTo>
                    <a:pt x="3426796" y="2312386"/>
                  </a:lnTo>
                  <a:lnTo>
                    <a:pt x="3426890" y="2312386"/>
                  </a:lnTo>
                  <a:lnTo>
                    <a:pt x="3426984" y="2312386"/>
                  </a:lnTo>
                  <a:lnTo>
                    <a:pt x="3427078" y="2312386"/>
                  </a:lnTo>
                  <a:lnTo>
                    <a:pt x="3427172" y="2312386"/>
                  </a:lnTo>
                  <a:lnTo>
                    <a:pt x="3427925" y="2312386"/>
                  </a:lnTo>
                  <a:lnTo>
                    <a:pt x="3428113" y="2312386"/>
                  </a:lnTo>
                  <a:lnTo>
                    <a:pt x="3428207" y="2312386"/>
                  </a:lnTo>
                  <a:lnTo>
                    <a:pt x="3428583" y="2312386"/>
                  </a:lnTo>
                  <a:lnTo>
                    <a:pt x="3428677" y="2312386"/>
                  </a:lnTo>
                  <a:lnTo>
                    <a:pt x="3428865" y="2312386"/>
                  </a:lnTo>
                  <a:lnTo>
                    <a:pt x="3429523" y="2312386"/>
                  </a:lnTo>
                  <a:lnTo>
                    <a:pt x="3429617" y="2312386"/>
                  </a:lnTo>
                  <a:lnTo>
                    <a:pt x="3429711" y="2312386"/>
                  </a:lnTo>
                  <a:lnTo>
                    <a:pt x="3429899" y="2312386"/>
                  </a:lnTo>
                  <a:lnTo>
                    <a:pt x="3429993" y="2312386"/>
                  </a:lnTo>
                  <a:lnTo>
                    <a:pt x="3430651" y="2312386"/>
                  </a:lnTo>
                  <a:lnTo>
                    <a:pt x="3431404" y="2312386"/>
                  </a:lnTo>
                  <a:lnTo>
                    <a:pt x="3431498" y="2312386"/>
                  </a:lnTo>
                  <a:lnTo>
                    <a:pt x="3431592" y="2312386"/>
                  </a:lnTo>
                  <a:lnTo>
                    <a:pt x="3431780" y="2312386"/>
                  </a:lnTo>
                  <a:lnTo>
                    <a:pt x="3431874" y="2312386"/>
                  </a:lnTo>
                  <a:lnTo>
                    <a:pt x="3432626" y="2312386"/>
                  </a:lnTo>
                  <a:lnTo>
                    <a:pt x="3432720" y="2312386"/>
                  </a:lnTo>
                  <a:lnTo>
                    <a:pt x="3433096" y="2307107"/>
                  </a:lnTo>
                  <a:lnTo>
                    <a:pt x="3433660" y="2307107"/>
                  </a:lnTo>
                  <a:lnTo>
                    <a:pt x="3433754" y="2307107"/>
                  </a:lnTo>
                  <a:lnTo>
                    <a:pt x="3433848" y="2307107"/>
                  </a:lnTo>
                  <a:lnTo>
                    <a:pt x="3434601" y="2307107"/>
                  </a:lnTo>
                  <a:lnTo>
                    <a:pt x="3434695" y="2307107"/>
                  </a:lnTo>
                  <a:lnTo>
                    <a:pt x="3434883" y="2307107"/>
                  </a:lnTo>
                  <a:lnTo>
                    <a:pt x="3434883" y="2301827"/>
                  </a:lnTo>
                  <a:lnTo>
                    <a:pt x="3435165" y="2301827"/>
                  </a:lnTo>
                  <a:lnTo>
                    <a:pt x="3435729" y="2301827"/>
                  </a:lnTo>
                  <a:lnTo>
                    <a:pt x="3435823" y="2301827"/>
                  </a:lnTo>
                  <a:lnTo>
                    <a:pt x="3435917" y="2301827"/>
                  </a:lnTo>
                  <a:lnTo>
                    <a:pt x="3436011" y="2301827"/>
                  </a:lnTo>
                  <a:lnTo>
                    <a:pt x="3436105" y="2301827"/>
                  </a:lnTo>
                  <a:lnTo>
                    <a:pt x="3436199" y="2301827"/>
                  </a:lnTo>
                  <a:lnTo>
                    <a:pt x="3436481" y="2301827"/>
                  </a:lnTo>
                  <a:lnTo>
                    <a:pt x="3437609" y="2301827"/>
                  </a:lnTo>
                  <a:lnTo>
                    <a:pt x="3437892" y="2301827"/>
                  </a:lnTo>
                  <a:lnTo>
                    <a:pt x="3437986" y="2301827"/>
                  </a:lnTo>
                  <a:lnTo>
                    <a:pt x="3438080" y="2301827"/>
                  </a:lnTo>
                  <a:lnTo>
                    <a:pt x="3438362" y="2301827"/>
                  </a:lnTo>
                  <a:lnTo>
                    <a:pt x="3438456" y="2301827"/>
                  </a:lnTo>
                  <a:lnTo>
                    <a:pt x="3438550" y="2301827"/>
                  </a:lnTo>
                  <a:lnTo>
                    <a:pt x="3438926" y="2301827"/>
                  </a:lnTo>
                  <a:lnTo>
                    <a:pt x="3439208" y="2301827"/>
                  </a:lnTo>
                  <a:lnTo>
                    <a:pt x="3439302" y="2301827"/>
                  </a:lnTo>
                  <a:lnTo>
                    <a:pt x="3439396" y="2301827"/>
                  </a:lnTo>
                  <a:lnTo>
                    <a:pt x="3440242" y="2301827"/>
                  </a:lnTo>
                  <a:lnTo>
                    <a:pt x="3440430" y="2301827"/>
                  </a:lnTo>
                  <a:lnTo>
                    <a:pt x="3440524" y="2301827"/>
                  </a:lnTo>
                  <a:lnTo>
                    <a:pt x="3440806" y="2301827"/>
                  </a:lnTo>
                  <a:lnTo>
                    <a:pt x="3440900" y="2301827"/>
                  </a:lnTo>
                  <a:lnTo>
                    <a:pt x="3440994" y="2301827"/>
                  </a:lnTo>
                  <a:lnTo>
                    <a:pt x="3441370" y="2301827"/>
                  </a:lnTo>
                  <a:lnTo>
                    <a:pt x="3441465" y="2301827"/>
                  </a:lnTo>
                  <a:lnTo>
                    <a:pt x="3441653" y="2301827"/>
                  </a:lnTo>
                  <a:lnTo>
                    <a:pt x="3441935" y="2296548"/>
                  </a:lnTo>
                  <a:lnTo>
                    <a:pt x="3442123" y="2296548"/>
                  </a:lnTo>
                  <a:lnTo>
                    <a:pt x="3442405" y="2296548"/>
                  </a:lnTo>
                  <a:lnTo>
                    <a:pt x="3442499" y="2296548"/>
                  </a:lnTo>
                  <a:lnTo>
                    <a:pt x="3442593" y="2296548"/>
                  </a:lnTo>
                  <a:lnTo>
                    <a:pt x="3442687" y="2296548"/>
                  </a:lnTo>
                  <a:lnTo>
                    <a:pt x="3442781" y="2296548"/>
                  </a:lnTo>
                  <a:lnTo>
                    <a:pt x="3442875" y="2296548"/>
                  </a:lnTo>
                  <a:lnTo>
                    <a:pt x="3443251" y="2296548"/>
                  </a:lnTo>
                  <a:lnTo>
                    <a:pt x="3443533" y="2296548"/>
                  </a:lnTo>
                  <a:lnTo>
                    <a:pt x="3443721" y="2296548"/>
                  </a:lnTo>
                  <a:lnTo>
                    <a:pt x="3443909" y="2296548"/>
                  </a:lnTo>
                  <a:lnTo>
                    <a:pt x="3444003" y="2296548"/>
                  </a:lnTo>
                  <a:lnTo>
                    <a:pt x="3444379" y="2296548"/>
                  </a:lnTo>
                  <a:lnTo>
                    <a:pt x="3444567" y="2296548"/>
                  </a:lnTo>
                  <a:lnTo>
                    <a:pt x="3444755" y="2296548"/>
                  </a:lnTo>
                  <a:lnTo>
                    <a:pt x="3444849" y="2296548"/>
                  </a:lnTo>
                  <a:lnTo>
                    <a:pt x="3445320" y="2296548"/>
                  </a:lnTo>
                  <a:lnTo>
                    <a:pt x="3445414" y="2296548"/>
                  </a:lnTo>
                  <a:lnTo>
                    <a:pt x="3445602" y="2296548"/>
                  </a:lnTo>
                  <a:lnTo>
                    <a:pt x="3445696" y="2296548"/>
                  </a:lnTo>
                  <a:lnTo>
                    <a:pt x="3445884" y="2296548"/>
                  </a:lnTo>
                  <a:lnTo>
                    <a:pt x="3446260" y="2296548"/>
                  </a:lnTo>
                  <a:lnTo>
                    <a:pt x="3446448" y="2296548"/>
                  </a:lnTo>
                  <a:lnTo>
                    <a:pt x="3446636" y="2296548"/>
                  </a:lnTo>
                  <a:lnTo>
                    <a:pt x="3446824" y="2296548"/>
                  </a:lnTo>
                  <a:lnTo>
                    <a:pt x="3446918" y="2296548"/>
                  </a:lnTo>
                  <a:lnTo>
                    <a:pt x="3447388" y="2296548"/>
                  </a:lnTo>
                  <a:lnTo>
                    <a:pt x="3448422" y="2296548"/>
                  </a:lnTo>
                  <a:lnTo>
                    <a:pt x="3448893" y="2296548"/>
                  </a:lnTo>
                  <a:lnTo>
                    <a:pt x="3448987" y="2296548"/>
                  </a:lnTo>
                  <a:lnTo>
                    <a:pt x="3449269" y="2296548"/>
                  </a:lnTo>
                  <a:lnTo>
                    <a:pt x="3449363" y="2296548"/>
                  </a:lnTo>
                  <a:lnTo>
                    <a:pt x="3449551" y="2296548"/>
                  </a:lnTo>
                  <a:lnTo>
                    <a:pt x="3449645" y="2296548"/>
                  </a:lnTo>
                  <a:lnTo>
                    <a:pt x="3449833" y="2296548"/>
                  </a:lnTo>
                  <a:lnTo>
                    <a:pt x="3449927" y="2296548"/>
                  </a:lnTo>
                  <a:lnTo>
                    <a:pt x="3450209" y="2296548"/>
                  </a:lnTo>
                  <a:lnTo>
                    <a:pt x="3450397" y="2296548"/>
                  </a:lnTo>
                  <a:lnTo>
                    <a:pt x="3450491" y="2296548"/>
                  </a:lnTo>
                  <a:lnTo>
                    <a:pt x="3450585" y="2296548"/>
                  </a:lnTo>
                  <a:lnTo>
                    <a:pt x="3450867" y="2296548"/>
                  </a:lnTo>
                  <a:lnTo>
                    <a:pt x="3450961" y="2296548"/>
                  </a:lnTo>
                  <a:lnTo>
                    <a:pt x="3451525" y="2291268"/>
                  </a:lnTo>
                  <a:lnTo>
                    <a:pt x="3451619" y="2291268"/>
                  </a:lnTo>
                  <a:lnTo>
                    <a:pt x="3451713" y="2291268"/>
                  </a:lnTo>
                  <a:lnTo>
                    <a:pt x="3451995" y="2291268"/>
                  </a:lnTo>
                  <a:lnTo>
                    <a:pt x="3452466" y="2291268"/>
                  </a:lnTo>
                  <a:lnTo>
                    <a:pt x="3452560" y="2291268"/>
                  </a:lnTo>
                  <a:lnTo>
                    <a:pt x="3452654" y="2291268"/>
                  </a:lnTo>
                  <a:lnTo>
                    <a:pt x="3453124" y="2291268"/>
                  </a:lnTo>
                  <a:lnTo>
                    <a:pt x="3454346" y="2291268"/>
                  </a:lnTo>
                  <a:lnTo>
                    <a:pt x="3454440" y="2285989"/>
                  </a:lnTo>
                  <a:lnTo>
                    <a:pt x="3454628" y="2285989"/>
                  </a:lnTo>
                  <a:lnTo>
                    <a:pt x="3454722" y="2285989"/>
                  </a:lnTo>
                  <a:lnTo>
                    <a:pt x="3455192" y="2285989"/>
                  </a:lnTo>
                  <a:lnTo>
                    <a:pt x="3455380" y="2285989"/>
                  </a:lnTo>
                  <a:lnTo>
                    <a:pt x="3455663" y="2285989"/>
                  </a:lnTo>
                  <a:lnTo>
                    <a:pt x="3455757" y="2285989"/>
                  </a:lnTo>
                  <a:lnTo>
                    <a:pt x="3455851" y="2285989"/>
                  </a:lnTo>
                  <a:lnTo>
                    <a:pt x="3455945" y="2285989"/>
                  </a:lnTo>
                  <a:lnTo>
                    <a:pt x="3456697" y="2285989"/>
                  </a:lnTo>
                  <a:lnTo>
                    <a:pt x="3457073" y="2285989"/>
                  </a:lnTo>
                  <a:lnTo>
                    <a:pt x="3457167" y="2285989"/>
                  </a:lnTo>
                  <a:lnTo>
                    <a:pt x="3457261" y="2285989"/>
                  </a:lnTo>
                  <a:lnTo>
                    <a:pt x="3457449" y="2285989"/>
                  </a:lnTo>
                  <a:lnTo>
                    <a:pt x="3457637" y="2285989"/>
                  </a:lnTo>
                  <a:lnTo>
                    <a:pt x="3457731" y="2285989"/>
                  </a:lnTo>
                  <a:lnTo>
                    <a:pt x="3457919" y="2285989"/>
                  </a:lnTo>
                  <a:lnTo>
                    <a:pt x="3458295" y="2285989"/>
                  </a:lnTo>
                  <a:lnTo>
                    <a:pt x="3458483" y="2285989"/>
                  </a:lnTo>
                  <a:lnTo>
                    <a:pt x="3459236" y="2285989"/>
                  </a:lnTo>
                  <a:lnTo>
                    <a:pt x="3459330" y="2285989"/>
                  </a:lnTo>
                  <a:lnTo>
                    <a:pt x="3459518" y="2285989"/>
                  </a:lnTo>
                  <a:lnTo>
                    <a:pt x="3459706" y="2285989"/>
                  </a:lnTo>
                  <a:lnTo>
                    <a:pt x="3459800" y="2285989"/>
                  </a:lnTo>
                  <a:lnTo>
                    <a:pt x="3459988" y="2285989"/>
                  </a:lnTo>
                  <a:lnTo>
                    <a:pt x="3460458" y="2285989"/>
                  </a:lnTo>
                  <a:lnTo>
                    <a:pt x="3460646" y="2285989"/>
                  </a:lnTo>
                  <a:lnTo>
                    <a:pt x="3460740" y="2285989"/>
                  </a:lnTo>
                  <a:lnTo>
                    <a:pt x="3460834" y="2285989"/>
                  </a:lnTo>
                  <a:lnTo>
                    <a:pt x="3461116" y="2285989"/>
                  </a:lnTo>
                  <a:lnTo>
                    <a:pt x="3461210" y="2285989"/>
                  </a:lnTo>
                  <a:lnTo>
                    <a:pt x="3461492" y="2285989"/>
                  </a:lnTo>
                  <a:lnTo>
                    <a:pt x="3461868" y="2285989"/>
                  </a:lnTo>
                  <a:lnTo>
                    <a:pt x="3461868" y="2280710"/>
                  </a:lnTo>
                  <a:lnTo>
                    <a:pt x="3462056" y="2280710"/>
                  </a:lnTo>
                  <a:lnTo>
                    <a:pt x="3462150" y="2280710"/>
                  </a:lnTo>
                  <a:lnTo>
                    <a:pt x="3462432" y="2280710"/>
                  </a:lnTo>
                  <a:lnTo>
                    <a:pt x="3462526" y="2280710"/>
                  </a:lnTo>
                  <a:lnTo>
                    <a:pt x="3462809" y="2280710"/>
                  </a:lnTo>
                  <a:lnTo>
                    <a:pt x="3462903" y="2280710"/>
                  </a:lnTo>
                  <a:lnTo>
                    <a:pt x="3463185" y="2280710"/>
                  </a:lnTo>
                  <a:lnTo>
                    <a:pt x="3464125" y="2280710"/>
                  </a:lnTo>
                  <a:lnTo>
                    <a:pt x="3464219" y="2280710"/>
                  </a:lnTo>
                  <a:lnTo>
                    <a:pt x="3464595" y="2280710"/>
                  </a:lnTo>
                  <a:lnTo>
                    <a:pt x="3464783" y="2280710"/>
                  </a:lnTo>
                  <a:lnTo>
                    <a:pt x="3465253" y="2280710"/>
                  </a:lnTo>
                  <a:lnTo>
                    <a:pt x="3465441" y="2280710"/>
                  </a:lnTo>
                  <a:lnTo>
                    <a:pt x="3465723" y="2280710"/>
                  </a:lnTo>
                  <a:lnTo>
                    <a:pt x="3465817" y="2280710"/>
                  </a:lnTo>
                  <a:lnTo>
                    <a:pt x="3466005" y="2280710"/>
                  </a:lnTo>
                  <a:lnTo>
                    <a:pt x="3466099" y="2280710"/>
                  </a:lnTo>
                  <a:lnTo>
                    <a:pt x="3466664" y="2280710"/>
                  </a:lnTo>
                  <a:lnTo>
                    <a:pt x="3466852" y="2280710"/>
                  </a:lnTo>
                  <a:lnTo>
                    <a:pt x="3467134" y="2280710"/>
                  </a:lnTo>
                  <a:lnTo>
                    <a:pt x="3467228" y="2280710"/>
                  </a:lnTo>
                  <a:lnTo>
                    <a:pt x="3467416" y="2275430"/>
                  </a:lnTo>
                  <a:lnTo>
                    <a:pt x="3467698" y="2275430"/>
                  </a:lnTo>
                  <a:lnTo>
                    <a:pt x="3467792" y="2275430"/>
                  </a:lnTo>
                  <a:lnTo>
                    <a:pt x="3468356" y="2275430"/>
                  </a:lnTo>
                  <a:lnTo>
                    <a:pt x="3469014" y="2275430"/>
                  </a:lnTo>
                  <a:lnTo>
                    <a:pt x="3469202" y="2275430"/>
                  </a:lnTo>
                  <a:lnTo>
                    <a:pt x="3469390" y="2275430"/>
                  </a:lnTo>
                  <a:lnTo>
                    <a:pt x="3469484" y="2275430"/>
                  </a:lnTo>
                  <a:lnTo>
                    <a:pt x="3469672" y="2275430"/>
                  </a:lnTo>
                  <a:lnTo>
                    <a:pt x="3469861" y="2275430"/>
                  </a:lnTo>
                  <a:lnTo>
                    <a:pt x="3469955" y="2275430"/>
                  </a:lnTo>
                  <a:lnTo>
                    <a:pt x="3470049" y="2275430"/>
                  </a:lnTo>
                  <a:lnTo>
                    <a:pt x="3470237" y="2275430"/>
                  </a:lnTo>
                  <a:lnTo>
                    <a:pt x="3470425" y="2275430"/>
                  </a:lnTo>
                  <a:lnTo>
                    <a:pt x="3471647" y="2275430"/>
                  </a:lnTo>
                  <a:lnTo>
                    <a:pt x="3471741" y="2275430"/>
                  </a:lnTo>
                  <a:lnTo>
                    <a:pt x="3471929" y="2275430"/>
                  </a:lnTo>
                  <a:lnTo>
                    <a:pt x="3472305" y="2275430"/>
                  </a:lnTo>
                  <a:lnTo>
                    <a:pt x="3472399" y="2275430"/>
                  </a:lnTo>
                  <a:lnTo>
                    <a:pt x="3472493" y="2275430"/>
                  </a:lnTo>
                  <a:lnTo>
                    <a:pt x="3472587" y="2275430"/>
                  </a:lnTo>
                  <a:lnTo>
                    <a:pt x="3472869" y="2275430"/>
                  </a:lnTo>
                  <a:lnTo>
                    <a:pt x="3472963" y="2275430"/>
                  </a:lnTo>
                  <a:lnTo>
                    <a:pt x="3473716" y="2275430"/>
                  </a:lnTo>
                  <a:lnTo>
                    <a:pt x="3473810" y="2275430"/>
                  </a:lnTo>
                  <a:lnTo>
                    <a:pt x="3474280" y="2275430"/>
                  </a:lnTo>
                  <a:lnTo>
                    <a:pt x="3474374" y="2275430"/>
                  </a:lnTo>
                  <a:lnTo>
                    <a:pt x="3474562" y="2275430"/>
                  </a:lnTo>
                  <a:lnTo>
                    <a:pt x="3474562" y="2270151"/>
                  </a:lnTo>
                  <a:lnTo>
                    <a:pt x="3474750" y="2270151"/>
                  </a:lnTo>
                  <a:lnTo>
                    <a:pt x="3475126" y="2270151"/>
                  </a:lnTo>
                  <a:lnTo>
                    <a:pt x="3475220" y="2270151"/>
                  </a:lnTo>
                  <a:lnTo>
                    <a:pt x="3475596" y="2270151"/>
                  </a:lnTo>
                  <a:lnTo>
                    <a:pt x="3475690" y="2270151"/>
                  </a:lnTo>
                  <a:lnTo>
                    <a:pt x="3475972" y="2270151"/>
                  </a:lnTo>
                  <a:lnTo>
                    <a:pt x="3476066" y="2270151"/>
                  </a:lnTo>
                  <a:lnTo>
                    <a:pt x="3476254" y="2270151"/>
                  </a:lnTo>
                  <a:lnTo>
                    <a:pt x="3476630" y="2270151"/>
                  </a:lnTo>
                  <a:lnTo>
                    <a:pt x="3476724" y="2270151"/>
                  </a:lnTo>
                  <a:lnTo>
                    <a:pt x="3476913" y="2270151"/>
                  </a:lnTo>
                  <a:lnTo>
                    <a:pt x="3477007" y="2270151"/>
                  </a:lnTo>
                  <a:lnTo>
                    <a:pt x="3477101" y="2270151"/>
                  </a:lnTo>
                  <a:lnTo>
                    <a:pt x="3477195" y="2270151"/>
                  </a:lnTo>
                  <a:lnTo>
                    <a:pt x="3477477" y="2270151"/>
                  </a:lnTo>
                  <a:lnTo>
                    <a:pt x="3477947" y="2270151"/>
                  </a:lnTo>
                  <a:lnTo>
                    <a:pt x="3478041" y="2270151"/>
                  </a:lnTo>
                  <a:lnTo>
                    <a:pt x="3479075" y="2270151"/>
                  </a:lnTo>
                  <a:lnTo>
                    <a:pt x="3479169" y="2270151"/>
                  </a:lnTo>
                  <a:lnTo>
                    <a:pt x="3479357" y="2270151"/>
                  </a:lnTo>
                  <a:lnTo>
                    <a:pt x="3479451" y="2270151"/>
                  </a:lnTo>
                  <a:lnTo>
                    <a:pt x="3479545" y="2270151"/>
                  </a:lnTo>
                  <a:lnTo>
                    <a:pt x="3480109" y="2259592"/>
                  </a:lnTo>
                  <a:lnTo>
                    <a:pt x="3480392" y="2259592"/>
                  </a:lnTo>
                  <a:lnTo>
                    <a:pt x="3480486" y="2259592"/>
                  </a:lnTo>
                  <a:lnTo>
                    <a:pt x="3480768" y="2254312"/>
                  </a:lnTo>
                  <a:lnTo>
                    <a:pt x="3480862" y="2254312"/>
                  </a:lnTo>
                  <a:lnTo>
                    <a:pt x="3480956" y="2254312"/>
                  </a:lnTo>
                  <a:lnTo>
                    <a:pt x="3481050" y="2254312"/>
                  </a:lnTo>
                  <a:lnTo>
                    <a:pt x="3481144" y="2254312"/>
                  </a:lnTo>
                  <a:lnTo>
                    <a:pt x="3481332" y="2254312"/>
                  </a:lnTo>
                  <a:lnTo>
                    <a:pt x="3481426" y="2254312"/>
                  </a:lnTo>
                  <a:lnTo>
                    <a:pt x="3481520" y="2254312"/>
                  </a:lnTo>
                  <a:lnTo>
                    <a:pt x="3481708" y="2254312"/>
                  </a:lnTo>
                  <a:lnTo>
                    <a:pt x="3482178" y="2254312"/>
                  </a:lnTo>
                  <a:lnTo>
                    <a:pt x="3482648" y="2254312"/>
                  </a:lnTo>
                  <a:lnTo>
                    <a:pt x="3483024" y="2254312"/>
                  </a:lnTo>
                  <a:lnTo>
                    <a:pt x="3483118" y="2254312"/>
                  </a:lnTo>
                  <a:lnTo>
                    <a:pt x="3483212" y="2254312"/>
                  </a:lnTo>
                  <a:lnTo>
                    <a:pt x="3483306" y="2254312"/>
                  </a:lnTo>
                  <a:lnTo>
                    <a:pt x="3483400" y="2254312"/>
                  </a:lnTo>
                  <a:lnTo>
                    <a:pt x="3483494" y="2254312"/>
                  </a:lnTo>
                  <a:lnTo>
                    <a:pt x="3483870" y="2254312"/>
                  </a:lnTo>
                  <a:lnTo>
                    <a:pt x="3484435" y="2254312"/>
                  </a:lnTo>
                  <a:lnTo>
                    <a:pt x="3484905" y="2254312"/>
                  </a:lnTo>
                  <a:lnTo>
                    <a:pt x="3485093" y="2254312"/>
                  </a:lnTo>
                  <a:lnTo>
                    <a:pt x="3485375" y="2254312"/>
                  </a:lnTo>
                  <a:lnTo>
                    <a:pt x="3485845" y="2254312"/>
                  </a:lnTo>
                  <a:lnTo>
                    <a:pt x="3485939" y="2254312"/>
                  </a:lnTo>
                  <a:lnTo>
                    <a:pt x="3486033" y="2254312"/>
                  </a:lnTo>
                  <a:lnTo>
                    <a:pt x="3486785" y="2254312"/>
                  </a:lnTo>
                  <a:lnTo>
                    <a:pt x="3487255" y="2254312"/>
                  </a:lnTo>
                  <a:lnTo>
                    <a:pt x="3487443" y="2254312"/>
                  </a:lnTo>
                  <a:lnTo>
                    <a:pt x="3487726" y="2254312"/>
                  </a:lnTo>
                  <a:lnTo>
                    <a:pt x="3487820" y="2254312"/>
                  </a:lnTo>
                  <a:lnTo>
                    <a:pt x="3487914" y="2254312"/>
                  </a:lnTo>
                  <a:lnTo>
                    <a:pt x="3488102" y="2254312"/>
                  </a:lnTo>
                  <a:lnTo>
                    <a:pt x="3488290" y="2254312"/>
                  </a:lnTo>
                  <a:lnTo>
                    <a:pt x="3488478" y="2254312"/>
                  </a:lnTo>
                  <a:lnTo>
                    <a:pt x="3488572" y="2254312"/>
                  </a:lnTo>
                  <a:lnTo>
                    <a:pt x="3488666" y="2254312"/>
                  </a:lnTo>
                  <a:lnTo>
                    <a:pt x="3488948" y="2254312"/>
                  </a:lnTo>
                  <a:lnTo>
                    <a:pt x="3489136" y="2254312"/>
                  </a:lnTo>
                  <a:lnTo>
                    <a:pt x="3489418" y="2249033"/>
                  </a:lnTo>
                  <a:lnTo>
                    <a:pt x="3489700" y="2249033"/>
                  </a:lnTo>
                  <a:lnTo>
                    <a:pt x="3489794" y="2249033"/>
                  </a:lnTo>
                  <a:lnTo>
                    <a:pt x="3489982" y="2249033"/>
                  </a:lnTo>
                  <a:lnTo>
                    <a:pt x="3490170" y="2249033"/>
                  </a:lnTo>
                  <a:lnTo>
                    <a:pt x="3490264" y="2249033"/>
                  </a:lnTo>
                  <a:lnTo>
                    <a:pt x="3490358" y="2249033"/>
                  </a:lnTo>
                  <a:lnTo>
                    <a:pt x="3490546" y="2243754"/>
                  </a:lnTo>
                  <a:lnTo>
                    <a:pt x="3490640" y="2243754"/>
                  </a:lnTo>
                  <a:lnTo>
                    <a:pt x="3491017" y="2243754"/>
                  </a:lnTo>
                  <a:lnTo>
                    <a:pt x="3491111" y="2243754"/>
                  </a:lnTo>
                  <a:lnTo>
                    <a:pt x="3491487" y="2243754"/>
                  </a:lnTo>
                  <a:lnTo>
                    <a:pt x="3491769" y="2238474"/>
                  </a:lnTo>
                  <a:lnTo>
                    <a:pt x="3492145" y="2238474"/>
                  </a:lnTo>
                  <a:lnTo>
                    <a:pt x="3492239" y="2238474"/>
                  </a:lnTo>
                  <a:lnTo>
                    <a:pt x="3493085" y="2238474"/>
                  </a:lnTo>
                  <a:lnTo>
                    <a:pt x="3493649" y="2238474"/>
                  </a:lnTo>
                  <a:lnTo>
                    <a:pt x="3493743" y="2238474"/>
                  </a:lnTo>
                  <a:lnTo>
                    <a:pt x="3493837" y="2238474"/>
                  </a:lnTo>
                  <a:lnTo>
                    <a:pt x="3494307" y="2238474"/>
                  </a:lnTo>
                  <a:lnTo>
                    <a:pt x="3494401" y="2238474"/>
                  </a:lnTo>
                  <a:lnTo>
                    <a:pt x="3494872" y="2238474"/>
                  </a:lnTo>
                  <a:lnTo>
                    <a:pt x="3495342" y="2238474"/>
                  </a:lnTo>
                  <a:lnTo>
                    <a:pt x="3495436" y="2238474"/>
                  </a:lnTo>
                  <a:lnTo>
                    <a:pt x="3496282" y="2238474"/>
                  </a:lnTo>
                  <a:lnTo>
                    <a:pt x="3496376" y="2238474"/>
                  </a:lnTo>
                  <a:lnTo>
                    <a:pt x="3497786" y="2238474"/>
                  </a:lnTo>
                  <a:lnTo>
                    <a:pt x="3497880" y="2238474"/>
                  </a:lnTo>
                  <a:lnTo>
                    <a:pt x="3498068" y="2238474"/>
                  </a:lnTo>
                  <a:lnTo>
                    <a:pt x="3498163" y="2238474"/>
                  </a:lnTo>
                  <a:lnTo>
                    <a:pt x="3498257" y="2238474"/>
                  </a:lnTo>
                  <a:lnTo>
                    <a:pt x="3498445" y="2238474"/>
                  </a:lnTo>
                  <a:lnTo>
                    <a:pt x="3498821" y="2238474"/>
                  </a:lnTo>
                  <a:lnTo>
                    <a:pt x="3499197" y="2238474"/>
                  </a:lnTo>
                  <a:lnTo>
                    <a:pt x="3499291" y="2238474"/>
                  </a:lnTo>
                  <a:lnTo>
                    <a:pt x="3499479" y="2238474"/>
                  </a:lnTo>
                  <a:lnTo>
                    <a:pt x="3499573" y="2238474"/>
                  </a:lnTo>
                  <a:lnTo>
                    <a:pt x="3500043" y="2238474"/>
                  </a:lnTo>
                  <a:lnTo>
                    <a:pt x="3500137" y="2238474"/>
                  </a:lnTo>
                  <a:lnTo>
                    <a:pt x="3500325" y="2238474"/>
                  </a:lnTo>
                  <a:lnTo>
                    <a:pt x="3500419" y="2238474"/>
                  </a:lnTo>
                  <a:lnTo>
                    <a:pt x="3500607" y="2238474"/>
                  </a:lnTo>
                  <a:lnTo>
                    <a:pt x="3500701" y="2238474"/>
                  </a:lnTo>
                  <a:lnTo>
                    <a:pt x="3500795" y="2238474"/>
                  </a:lnTo>
                  <a:lnTo>
                    <a:pt x="3501359" y="2238474"/>
                  </a:lnTo>
                  <a:lnTo>
                    <a:pt x="3501547" y="2238474"/>
                  </a:lnTo>
                  <a:lnTo>
                    <a:pt x="3502300" y="2238474"/>
                  </a:lnTo>
                  <a:lnTo>
                    <a:pt x="3502582" y="2238474"/>
                  </a:lnTo>
                  <a:lnTo>
                    <a:pt x="3502676" y="2238474"/>
                  </a:lnTo>
                  <a:lnTo>
                    <a:pt x="3502770" y="2238474"/>
                  </a:lnTo>
                  <a:lnTo>
                    <a:pt x="3503052" y="2233195"/>
                  </a:lnTo>
                  <a:lnTo>
                    <a:pt x="3503240" y="2233195"/>
                  </a:lnTo>
                  <a:lnTo>
                    <a:pt x="3503522" y="2227915"/>
                  </a:lnTo>
                  <a:lnTo>
                    <a:pt x="3503616" y="2227915"/>
                  </a:lnTo>
                  <a:lnTo>
                    <a:pt x="3503898" y="2227915"/>
                  </a:lnTo>
                  <a:lnTo>
                    <a:pt x="3504180" y="2227915"/>
                  </a:lnTo>
                  <a:lnTo>
                    <a:pt x="3504650" y="2227915"/>
                  </a:lnTo>
                  <a:lnTo>
                    <a:pt x="3504932" y="2227915"/>
                  </a:lnTo>
                  <a:lnTo>
                    <a:pt x="3505215" y="2227915"/>
                  </a:lnTo>
                  <a:lnTo>
                    <a:pt x="3505309" y="2227915"/>
                  </a:lnTo>
                  <a:lnTo>
                    <a:pt x="3505497" y="2227915"/>
                  </a:lnTo>
                  <a:lnTo>
                    <a:pt x="3505967" y="2227915"/>
                  </a:lnTo>
                  <a:lnTo>
                    <a:pt x="3506155" y="2227915"/>
                  </a:lnTo>
                  <a:lnTo>
                    <a:pt x="3506437" y="2227915"/>
                  </a:lnTo>
                  <a:lnTo>
                    <a:pt x="3506719" y="2227915"/>
                  </a:lnTo>
                  <a:lnTo>
                    <a:pt x="3507095" y="2227915"/>
                  </a:lnTo>
                  <a:lnTo>
                    <a:pt x="3507189" y="2227915"/>
                  </a:lnTo>
                  <a:lnTo>
                    <a:pt x="3508411" y="2227915"/>
                  </a:lnTo>
                  <a:lnTo>
                    <a:pt x="3508505" y="2227915"/>
                  </a:lnTo>
                  <a:lnTo>
                    <a:pt x="3508693" y="2227915"/>
                  </a:lnTo>
                  <a:lnTo>
                    <a:pt x="3508882" y="2227915"/>
                  </a:lnTo>
                  <a:lnTo>
                    <a:pt x="3509164" y="2227915"/>
                  </a:lnTo>
                  <a:lnTo>
                    <a:pt x="3509352" y="2227915"/>
                  </a:lnTo>
                  <a:lnTo>
                    <a:pt x="3509540" y="2227915"/>
                  </a:lnTo>
                  <a:lnTo>
                    <a:pt x="3509916" y="2222636"/>
                  </a:lnTo>
                  <a:lnTo>
                    <a:pt x="3510198" y="2222636"/>
                  </a:lnTo>
                  <a:lnTo>
                    <a:pt x="3510950" y="2222636"/>
                  </a:lnTo>
                  <a:lnTo>
                    <a:pt x="3511138" y="2222636"/>
                  </a:lnTo>
                  <a:lnTo>
                    <a:pt x="3511232" y="2222636"/>
                  </a:lnTo>
                  <a:lnTo>
                    <a:pt x="3511514" y="2222636"/>
                  </a:lnTo>
                  <a:lnTo>
                    <a:pt x="3511796" y="2222636"/>
                  </a:lnTo>
                  <a:lnTo>
                    <a:pt x="3511890" y="2222636"/>
                  </a:lnTo>
                  <a:lnTo>
                    <a:pt x="3512831" y="2222636"/>
                  </a:lnTo>
                  <a:lnTo>
                    <a:pt x="3513019" y="2222636"/>
                  </a:lnTo>
                  <a:lnTo>
                    <a:pt x="3513395" y="2222636"/>
                  </a:lnTo>
                  <a:lnTo>
                    <a:pt x="3514147" y="2222636"/>
                  </a:lnTo>
                  <a:lnTo>
                    <a:pt x="3514241" y="2222636"/>
                  </a:lnTo>
                  <a:lnTo>
                    <a:pt x="3514335" y="2222636"/>
                  </a:lnTo>
                  <a:lnTo>
                    <a:pt x="3514429" y="2222636"/>
                  </a:lnTo>
                  <a:lnTo>
                    <a:pt x="3514617" y="2222636"/>
                  </a:lnTo>
                  <a:lnTo>
                    <a:pt x="3514711" y="2222636"/>
                  </a:lnTo>
                  <a:lnTo>
                    <a:pt x="3514805" y="2222636"/>
                  </a:lnTo>
                  <a:lnTo>
                    <a:pt x="3514899" y="2222636"/>
                  </a:lnTo>
                  <a:lnTo>
                    <a:pt x="3515181" y="2222636"/>
                  </a:lnTo>
                  <a:lnTo>
                    <a:pt x="3515369" y="2222636"/>
                  </a:lnTo>
                  <a:lnTo>
                    <a:pt x="3515463" y="2222636"/>
                  </a:lnTo>
                  <a:lnTo>
                    <a:pt x="3515745" y="2222636"/>
                  </a:lnTo>
                  <a:lnTo>
                    <a:pt x="3516216" y="2222636"/>
                  </a:lnTo>
                  <a:lnTo>
                    <a:pt x="3516310" y="2222636"/>
                  </a:lnTo>
                  <a:lnTo>
                    <a:pt x="3516404" y="2222636"/>
                  </a:lnTo>
                  <a:lnTo>
                    <a:pt x="3517438" y="2222636"/>
                  </a:lnTo>
                  <a:lnTo>
                    <a:pt x="3517532" y="2222636"/>
                  </a:lnTo>
                  <a:lnTo>
                    <a:pt x="3518096" y="2222636"/>
                  </a:lnTo>
                  <a:lnTo>
                    <a:pt x="3518284" y="2222636"/>
                  </a:lnTo>
                  <a:lnTo>
                    <a:pt x="3518472" y="2222636"/>
                  </a:lnTo>
                  <a:lnTo>
                    <a:pt x="3518754" y="2222636"/>
                  </a:lnTo>
                  <a:lnTo>
                    <a:pt x="3519224" y="2222636"/>
                  </a:lnTo>
                  <a:lnTo>
                    <a:pt x="3519413" y="2222636"/>
                  </a:lnTo>
                  <a:lnTo>
                    <a:pt x="3519507" y="2222636"/>
                  </a:lnTo>
                  <a:lnTo>
                    <a:pt x="3519601" y="2222636"/>
                  </a:lnTo>
                  <a:lnTo>
                    <a:pt x="3519789" y="2222636"/>
                  </a:lnTo>
                  <a:lnTo>
                    <a:pt x="3520165" y="2217356"/>
                  </a:lnTo>
                  <a:lnTo>
                    <a:pt x="3520541" y="2217356"/>
                  </a:lnTo>
                  <a:lnTo>
                    <a:pt x="3520823" y="2217356"/>
                  </a:lnTo>
                  <a:lnTo>
                    <a:pt x="3521763" y="2217356"/>
                  </a:lnTo>
                  <a:lnTo>
                    <a:pt x="3521857" y="2217356"/>
                  </a:lnTo>
                  <a:lnTo>
                    <a:pt x="3521951" y="2217356"/>
                  </a:lnTo>
                  <a:lnTo>
                    <a:pt x="3522233" y="2217356"/>
                  </a:lnTo>
                  <a:lnTo>
                    <a:pt x="3522421" y="2217356"/>
                  </a:lnTo>
                  <a:lnTo>
                    <a:pt x="3522797" y="2217356"/>
                  </a:lnTo>
                  <a:lnTo>
                    <a:pt x="3522891" y="2217356"/>
                  </a:lnTo>
                  <a:lnTo>
                    <a:pt x="3522986" y="2217356"/>
                  </a:lnTo>
                  <a:lnTo>
                    <a:pt x="3523644" y="2217356"/>
                  </a:lnTo>
                  <a:lnTo>
                    <a:pt x="3523738" y="2217356"/>
                  </a:lnTo>
                  <a:lnTo>
                    <a:pt x="3524114" y="2217356"/>
                  </a:lnTo>
                  <a:lnTo>
                    <a:pt x="3524208" y="2217356"/>
                  </a:lnTo>
                  <a:lnTo>
                    <a:pt x="3524302" y="2217356"/>
                  </a:lnTo>
                  <a:lnTo>
                    <a:pt x="3524490" y="2217356"/>
                  </a:lnTo>
                  <a:lnTo>
                    <a:pt x="3524678" y="2217356"/>
                  </a:lnTo>
                  <a:lnTo>
                    <a:pt x="3524772" y="2217356"/>
                  </a:lnTo>
                  <a:lnTo>
                    <a:pt x="3524866" y="2217356"/>
                  </a:lnTo>
                  <a:lnTo>
                    <a:pt x="3525524" y="2217356"/>
                  </a:lnTo>
                  <a:lnTo>
                    <a:pt x="3525618" y="2217356"/>
                  </a:lnTo>
                  <a:lnTo>
                    <a:pt x="3525712" y="2217356"/>
                  </a:lnTo>
                  <a:lnTo>
                    <a:pt x="3525806" y="2217356"/>
                  </a:lnTo>
                  <a:lnTo>
                    <a:pt x="3525900" y="2217356"/>
                  </a:lnTo>
                  <a:lnTo>
                    <a:pt x="3525994" y="2217356"/>
                  </a:lnTo>
                  <a:lnTo>
                    <a:pt x="3526088" y="2217356"/>
                  </a:lnTo>
                  <a:lnTo>
                    <a:pt x="3526370" y="2217356"/>
                  </a:lnTo>
                  <a:lnTo>
                    <a:pt x="3527311" y="2217356"/>
                  </a:lnTo>
                  <a:lnTo>
                    <a:pt x="3527405" y="2217356"/>
                  </a:lnTo>
                  <a:lnTo>
                    <a:pt x="3527499" y="2217356"/>
                  </a:lnTo>
                  <a:lnTo>
                    <a:pt x="3527593" y="2217356"/>
                  </a:lnTo>
                  <a:lnTo>
                    <a:pt x="3527687" y="2217356"/>
                  </a:lnTo>
                  <a:lnTo>
                    <a:pt x="3527781" y="2217356"/>
                  </a:lnTo>
                  <a:lnTo>
                    <a:pt x="3528063" y="2217356"/>
                  </a:lnTo>
                  <a:lnTo>
                    <a:pt x="3528627" y="2217356"/>
                  </a:lnTo>
                  <a:lnTo>
                    <a:pt x="3528721" y="2217356"/>
                  </a:lnTo>
                  <a:lnTo>
                    <a:pt x="3528909" y="2217356"/>
                  </a:lnTo>
                  <a:lnTo>
                    <a:pt x="3529379" y="2217356"/>
                  </a:lnTo>
                  <a:lnTo>
                    <a:pt x="3529473" y="2217356"/>
                  </a:lnTo>
                  <a:lnTo>
                    <a:pt x="3529567" y="2217356"/>
                  </a:lnTo>
                  <a:lnTo>
                    <a:pt x="3529755" y="2217356"/>
                  </a:lnTo>
                  <a:lnTo>
                    <a:pt x="3530038" y="2217356"/>
                  </a:lnTo>
                  <a:lnTo>
                    <a:pt x="3530320" y="2217356"/>
                  </a:lnTo>
                  <a:lnTo>
                    <a:pt x="3530696" y="2217356"/>
                  </a:lnTo>
                  <a:lnTo>
                    <a:pt x="3530790" y="2217356"/>
                  </a:lnTo>
                  <a:lnTo>
                    <a:pt x="3531072" y="2217356"/>
                  </a:lnTo>
                  <a:lnTo>
                    <a:pt x="3531166" y="2217356"/>
                  </a:lnTo>
                  <a:lnTo>
                    <a:pt x="3531260" y="2217356"/>
                  </a:lnTo>
                  <a:lnTo>
                    <a:pt x="3531448" y="2217356"/>
                  </a:lnTo>
                  <a:lnTo>
                    <a:pt x="3531542" y="2217356"/>
                  </a:lnTo>
                  <a:lnTo>
                    <a:pt x="3531730" y="2217356"/>
                  </a:lnTo>
                  <a:lnTo>
                    <a:pt x="3531918" y="2217356"/>
                  </a:lnTo>
                  <a:lnTo>
                    <a:pt x="3532012" y="2217356"/>
                  </a:lnTo>
                  <a:lnTo>
                    <a:pt x="3532200" y="2217356"/>
                  </a:lnTo>
                  <a:lnTo>
                    <a:pt x="3533140" y="2217356"/>
                  </a:lnTo>
                  <a:lnTo>
                    <a:pt x="3533234" y="2217356"/>
                  </a:lnTo>
                  <a:lnTo>
                    <a:pt x="3533611" y="2217356"/>
                  </a:lnTo>
                  <a:lnTo>
                    <a:pt x="3533893" y="2217356"/>
                  </a:lnTo>
                  <a:lnTo>
                    <a:pt x="3534363" y="2217356"/>
                  </a:lnTo>
                  <a:lnTo>
                    <a:pt x="3534551" y="2217356"/>
                  </a:lnTo>
                  <a:lnTo>
                    <a:pt x="3534927" y="2217356"/>
                  </a:lnTo>
                  <a:lnTo>
                    <a:pt x="3535021" y="2217356"/>
                  </a:lnTo>
                  <a:lnTo>
                    <a:pt x="3535115" y="2217356"/>
                  </a:lnTo>
                  <a:lnTo>
                    <a:pt x="3535303" y="2217356"/>
                  </a:lnTo>
                  <a:lnTo>
                    <a:pt x="3536807" y="2217356"/>
                  </a:lnTo>
                  <a:lnTo>
                    <a:pt x="3536995" y="2217356"/>
                  </a:lnTo>
                  <a:lnTo>
                    <a:pt x="3537090" y="2217356"/>
                  </a:lnTo>
                  <a:lnTo>
                    <a:pt x="3537466" y="2217356"/>
                  </a:lnTo>
                  <a:lnTo>
                    <a:pt x="3537748" y="2217356"/>
                  </a:lnTo>
                  <a:lnTo>
                    <a:pt x="3537936" y="2217356"/>
                  </a:lnTo>
                  <a:lnTo>
                    <a:pt x="3538030" y="2217356"/>
                  </a:lnTo>
                  <a:lnTo>
                    <a:pt x="3538124" y="2217356"/>
                  </a:lnTo>
                  <a:lnTo>
                    <a:pt x="3538218" y="2217356"/>
                  </a:lnTo>
                  <a:lnTo>
                    <a:pt x="3538406" y="2217356"/>
                  </a:lnTo>
                  <a:lnTo>
                    <a:pt x="3538688" y="2217356"/>
                  </a:lnTo>
                  <a:lnTo>
                    <a:pt x="3539064" y="2217356"/>
                  </a:lnTo>
                  <a:lnTo>
                    <a:pt x="3539158" y="2217356"/>
                  </a:lnTo>
                  <a:lnTo>
                    <a:pt x="3539440" y="2217356"/>
                  </a:lnTo>
                  <a:lnTo>
                    <a:pt x="3539628" y="2217356"/>
                  </a:lnTo>
                  <a:lnTo>
                    <a:pt x="3539722" y="2217356"/>
                  </a:lnTo>
                  <a:lnTo>
                    <a:pt x="3540286" y="2217356"/>
                  </a:lnTo>
                  <a:lnTo>
                    <a:pt x="3540380" y="2217356"/>
                  </a:lnTo>
                  <a:lnTo>
                    <a:pt x="3540474" y="2217356"/>
                  </a:lnTo>
                  <a:lnTo>
                    <a:pt x="3540663" y="2217356"/>
                  </a:lnTo>
                  <a:lnTo>
                    <a:pt x="3540757" y="2217356"/>
                  </a:lnTo>
                  <a:lnTo>
                    <a:pt x="3541227" y="2217356"/>
                  </a:lnTo>
                  <a:lnTo>
                    <a:pt x="3541415" y="2217356"/>
                  </a:lnTo>
                  <a:lnTo>
                    <a:pt x="3541509" y="2217356"/>
                  </a:lnTo>
                  <a:lnTo>
                    <a:pt x="3541603" y="2217356"/>
                  </a:lnTo>
                  <a:lnTo>
                    <a:pt x="3541791" y="2217356"/>
                  </a:lnTo>
                  <a:lnTo>
                    <a:pt x="3541885" y="2217356"/>
                  </a:lnTo>
                  <a:lnTo>
                    <a:pt x="3542167" y="2217356"/>
                  </a:lnTo>
                  <a:lnTo>
                    <a:pt x="3542731" y="2217356"/>
                  </a:lnTo>
                  <a:lnTo>
                    <a:pt x="3543107" y="2217356"/>
                  </a:lnTo>
                  <a:lnTo>
                    <a:pt x="3543201" y="2217356"/>
                  </a:lnTo>
                  <a:lnTo>
                    <a:pt x="3543295" y="2217356"/>
                  </a:lnTo>
                  <a:lnTo>
                    <a:pt x="3543953" y="2217356"/>
                  </a:lnTo>
                  <a:lnTo>
                    <a:pt x="3544141" y="2217356"/>
                  </a:lnTo>
                  <a:lnTo>
                    <a:pt x="3544800" y="2217356"/>
                  </a:lnTo>
                  <a:lnTo>
                    <a:pt x="3544894" y="2217356"/>
                  </a:lnTo>
                  <a:lnTo>
                    <a:pt x="3544988" y="2217356"/>
                  </a:lnTo>
                  <a:lnTo>
                    <a:pt x="3545082" y="2217356"/>
                  </a:lnTo>
                  <a:lnTo>
                    <a:pt x="3545176" y="2217356"/>
                  </a:lnTo>
                  <a:lnTo>
                    <a:pt x="3545458" y="2217356"/>
                  </a:lnTo>
                  <a:lnTo>
                    <a:pt x="3545552" y="2217356"/>
                  </a:lnTo>
                  <a:lnTo>
                    <a:pt x="3545646" y="2217356"/>
                  </a:lnTo>
                  <a:lnTo>
                    <a:pt x="3546398" y="2217356"/>
                  </a:lnTo>
                  <a:lnTo>
                    <a:pt x="3546492" y="2217356"/>
                  </a:lnTo>
                  <a:lnTo>
                    <a:pt x="3546680" y="2217356"/>
                  </a:lnTo>
                  <a:lnTo>
                    <a:pt x="3547150" y="2217356"/>
                  </a:lnTo>
                  <a:lnTo>
                    <a:pt x="3547244" y="2217356"/>
                  </a:lnTo>
                  <a:lnTo>
                    <a:pt x="3547338" y="2217356"/>
                  </a:lnTo>
                  <a:lnTo>
                    <a:pt x="3547620" y="2217356"/>
                  </a:lnTo>
                  <a:lnTo>
                    <a:pt x="3547809" y="2217356"/>
                  </a:lnTo>
                  <a:lnTo>
                    <a:pt x="3548843" y="2217356"/>
                  </a:lnTo>
                  <a:lnTo>
                    <a:pt x="3549125" y="2217356"/>
                  </a:lnTo>
                  <a:lnTo>
                    <a:pt x="3549313" y="2217356"/>
                  </a:lnTo>
                  <a:lnTo>
                    <a:pt x="3549407" y="2217356"/>
                  </a:lnTo>
                  <a:lnTo>
                    <a:pt x="3549501" y="2217356"/>
                  </a:lnTo>
                  <a:lnTo>
                    <a:pt x="3549595" y="2217356"/>
                  </a:lnTo>
                  <a:lnTo>
                    <a:pt x="3549783" y="2217356"/>
                  </a:lnTo>
                  <a:lnTo>
                    <a:pt x="3549877" y="2217356"/>
                  </a:lnTo>
                  <a:lnTo>
                    <a:pt x="3549971" y="2217356"/>
                  </a:lnTo>
                  <a:lnTo>
                    <a:pt x="3550159" y="2217356"/>
                  </a:lnTo>
                  <a:lnTo>
                    <a:pt x="3550629" y="2217356"/>
                  </a:lnTo>
                  <a:lnTo>
                    <a:pt x="3550723" y="2217356"/>
                  </a:lnTo>
                  <a:lnTo>
                    <a:pt x="3550817" y="2217356"/>
                  </a:lnTo>
                  <a:lnTo>
                    <a:pt x="3550911" y="2217356"/>
                  </a:lnTo>
                  <a:lnTo>
                    <a:pt x="3551099" y="2217356"/>
                  </a:lnTo>
                  <a:lnTo>
                    <a:pt x="3551193" y="2217356"/>
                  </a:lnTo>
                  <a:lnTo>
                    <a:pt x="3551664" y="2217356"/>
                  </a:lnTo>
                  <a:lnTo>
                    <a:pt x="3551946" y="2217356"/>
                  </a:lnTo>
                  <a:lnTo>
                    <a:pt x="3552134" y="2217356"/>
                  </a:lnTo>
                  <a:lnTo>
                    <a:pt x="3552322" y="2217356"/>
                  </a:lnTo>
                  <a:lnTo>
                    <a:pt x="3553074" y="2217356"/>
                  </a:lnTo>
                  <a:lnTo>
                    <a:pt x="3553262" y="2217356"/>
                  </a:lnTo>
                  <a:lnTo>
                    <a:pt x="3553356" y="2217356"/>
                  </a:lnTo>
                  <a:lnTo>
                    <a:pt x="3553544" y="2217356"/>
                  </a:lnTo>
                  <a:lnTo>
                    <a:pt x="3553638" y="2217356"/>
                  </a:lnTo>
                  <a:lnTo>
                    <a:pt x="3553732" y="2217356"/>
                  </a:lnTo>
                  <a:lnTo>
                    <a:pt x="3553920" y="2217356"/>
                  </a:lnTo>
                  <a:lnTo>
                    <a:pt x="3554014" y="2217356"/>
                  </a:lnTo>
                  <a:lnTo>
                    <a:pt x="3554108" y="2217356"/>
                  </a:lnTo>
                  <a:lnTo>
                    <a:pt x="3554484" y="2217356"/>
                  </a:lnTo>
                  <a:lnTo>
                    <a:pt x="3554766" y="2217356"/>
                  </a:lnTo>
                  <a:lnTo>
                    <a:pt x="3555049" y="2217356"/>
                  </a:lnTo>
                  <a:lnTo>
                    <a:pt x="3555143" y="2217356"/>
                  </a:lnTo>
                  <a:lnTo>
                    <a:pt x="3555331" y="2217356"/>
                  </a:lnTo>
                  <a:lnTo>
                    <a:pt x="3555613" y="2217356"/>
                  </a:lnTo>
                  <a:lnTo>
                    <a:pt x="3555707" y="2217356"/>
                  </a:lnTo>
                  <a:lnTo>
                    <a:pt x="3556083" y="2217356"/>
                  </a:lnTo>
                  <a:lnTo>
                    <a:pt x="3556647" y="2217356"/>
                  </a:lnTo>
                  <a:lnTo>
                    <a:pt x="3556835" y="2217356"/>
                  </a:lnTo>
                  <a:lnTo>
                    <a:pt x="3558810" y="2217356"/>
                  </a:lnTo>
                  <a:lnTo>
                    <a:pt x="3559186" y="2217356"/>
                  </a:lnTo>
                  <a:lnTo>
                    <a:pt x="3559280" y="2217356"/>
                  </a:lnTo>
                  <a:lnTo>
                    <a:pt x="3559374" y="2217356"/>
                  </a:lnTo>
                  <a:lnTo>
                    <a:pt x="3559468" y="2217356"/>
                  </a:lnTo>
                  <a:lnTo>
                    <a:pt x="3559844" y="2217356"/>
                  </a:lnTo>
                  <a:lnTo>
                    <a:pt x="3559938" y="2217356"/>
                  </a:lnTo>
                  <a:lnTo>
                    <a:pt x="3560126" y="2217356"/>
                  </a:lnTo>
                  <a:lnTo>
                    <a:pt x="3560408" y="2217356"/>
                  </a:lnTo>
                  <a:lnTo>
                    <a:pt x="3560502" y="2217356"/>
                  </a:lnTo>
                  <a:lnTo>
                    <a:pt x="3560690" y="2217356"/>
                  </a:lnTo>
                  <a:lnTo>
                    <a:pt x="3560784" y="2217356"/>
                  </a:lnTo>
                  <a:lnTo>
                    <a:pt x="3560878" y="2217356"/>
                  </a:lnTo>
                  <a:lnTo>
                    <a:pt x="3560972" y="2217356"/>
                  </a:lnTo>
                  <a:lnTo>
                    <a:pt x="3561066" y="2217356"/>
                  </a:lnTo>
                  <a:lnTo>
                    <a:pt x="3561160" y="2217356"/>
                  </a:lnTo>
                  <a:lnTo>
                    <a:pt x="3562007" y="2217356"/>
                  </a:lnTo>
                  <a:lnTo>
                    <a:pt x="3562289" y="2217356"/>
                  </a:lnTo>
                  <a:lnTo>
                    <a:pt x="3562383" y="2212077"/>
                  </a:lnTo>
                  <a:lnTo>
                    <a:pt x="3562477" y="2212077"/>
                  </a:lnTo>
                  <a:lnTo>
                    <a:pt x="3562947" y="2212077"/>
                  </a:lnTo>
                  <a:lnTo>
                    <a:pt x="3563135" y="2212077"/>
                  </a:lnTo>
                  <a:lnTo>
                    <a:pt x="3563605" y="2212077"/>
                  </a:lnTo>
                  <a:lnTo>
                    <a:pt x="3563793" y="2212077"/>
                  </a:lnTo>
                  <a:lnTo>
                    <a:pt x="3564263" y="2212077"/>
                  </a:lnTo>
                  <a:lnTo>
                    <a:pt x="3564357" y="2212077"/>
                  </a:lnTo>
                  <a:lnTo>
                    <a:pt x="3564639" y="2212077"/>
                  </a:lnTo>
                  <a:lnTo>
                    <a:pt x="3564827" y="2212077"/>
                  </a:lnTo>
                  <a:lnTo>
                    <a:pt x="3564921" y="2212077"/>
                  </a:lnTo>
                  <a:lnTo>
                    <a:pt x="3565297" y="2212077"/>
                  </a:lnTo>
                  <a:lnTo>
                    <a:pt x="3565391" y="2212077"/>
                  </a:lnTo>
                  <a:lnTo>
                    <a:pt x="3565674" y="2212077"/>
                  </a:lnTo>
                  <a:lnTo>
                    <a:pt x="3565862" y="2212077"/>
                  </a:lnTo>
                  <a:lnTo>
                    <a:pt x="3565956" y="2206798"/>
                  </a:lnTo>
                  <a:lnTo>
                    <a:pt x="3566050" y="2206798"/>
                  </a:lnTo>
                  <a:lnTo>
                    <a:pt x="3566238" y="2206798"/>
                  </a:lnTo>
                  <a:lnTo>
                    <a:pt x="3566520" y="2206798"/>
                  </a:lnTo>
                  <a:lnTo>
                    <a:pt x="3566614" y="2206798"/>
                  </a:lnTo>
                  <a:lnTo>
                    <a:pt x="3566708" y="2206798"/>
                  </a:lnTo>
                  <a:lnTo>
                    <a:pt x="3566802" y="2206798"/>
                  </a:lnTo>
                  <a:lnTo>
                    <a:pt x="3566896" y="2206798"/>
                  </a:lnTo>
                  <a:lnTo>
                    <a:pt x="3567178" y="2206798"/>
                  </a:lnTo>
                  <a:lnTo>
                    <a:pt x="3567272" y="2206798"/>
                  </a:lnTo>
                  <a:lnTo>
                    <a:pt x="3567554" y="2206798"/>
                  </a:lnTo>
                  <a:lnTo>
                    <a:pt x="3568024" y="2206798"/>
                  </a:lnTo>
                  <a:lnTo>
                    <a:pt x="3568118" y="2206798"/>
                  </a:lnTo>
                  <a:lnTo>
                    <a:pt x="3568588" y="2206798"/>
                  </a:lnTo>
                  <a:lnTo>
                    <a:pt x="3569435" y="2206798"/>
                  </a:lnTo>
                  <a:lnTo>
                    <a:pt x="3569717" y="2206798"/>
                  </a:lnTo>
                  <a:lnTo>
                    <a:pt x="3570187" y="2206798"/>
                  </a:lnTo>
                  <a:lnTo>
                    <a:pt x="3570281" y="2206798"/>
                  </a:lnTo>
                  <a:lnTo>
                    <a:pt x="3570375" y="2206798"/>
                  </a:lnTo>
                  <a:lnTo>
                    <a:pt x="3570563" y="2206798"/>
                  </a:lnTo>
                  <a:lnTo>
                    <a:pt x="3570657" y="2206798"/>
                  </a:lnTo>
                  <a:lnTo>
                    <a:pt x="3570751" y="2206798"/>
                  </a:lnTo>
                  <a:lnTo>
                    <a:pt x="3570845" y="2206798"/>
                  </a:lnTo>
                  <a:lnTo>
                    <a:pt x="3570939" y="2206798"/>
                  </a:lnTo>
                  <a:lnTo>
                    <a:pt x="3571315" y="2206798"/>
                  </a:lnTo>
                  <a:lnTo>
                    <a:pt x="3571785" y="2206798"/>
                  </a:lnTo>
                  <a:lnTo>
                    <a:pt x="3571879" y="2206798"/>
                  </a:lnTo>
                  <a:lnTo>
                    <a:pt x="3572255" y="2206798"/>
                  </a:lnTo>
                  <a:lnTo>
                    <a:pt x="3572349" y="2206798"/>
                  </a:lnTo>
                  <a:lnTo>
                    <a:pt x="3572538" y="2206798"/>
                  </a:lnTo>
                  <a:lnTo>
                    <a:pt x="3573196" y="2206798"/>
                  </a:lnTo>
                  <a:lnTo>
                    <a:pt x="3573290" y="2206798"/>
                  </a:lnTo>
                  <a:lnTo>
                    <a:pt x="3573572" y="2206798"/>
                  </a:lnTo>
                  <a:lnTo>
                    <a:pt x="3574136" y="2206798"/>
                  </a:lnTo>
                  <a:lnTo>
                    <a:pt x="3574230" y="2206798"/>
                  </a:lnTo>
                  <a:lnTo>
                    <a:pt x="3574512" y="2206798"/>
                  </a:lnTo>
                  <a:lnTo>
                    <a:pt x="3574606" y="2206798"/>
                  </a:lnTo>
                  <a:lnTo>
                    <a:pt x="3575452" y="2206798"/>
                  </a:lnTo>
                  <a:lnTo>
                    <a:pt x="3575546" y="2206798"/>
                  </a:lnTo>
                  <a:lnTo>
                    <a:pt x="3575734" y="2206798"/>
                  </a:lnTo>
                  <a:lnTo>
                    <a:pt x="3575828" y="2206798"/>
                  </a:lnTo>
                  <a:lnTo>
                    <a:pt x="3575922" y="2206798"/>
                  </a:lnTo>
                  <a:lnTo>
                    <a:pt x="3576205" y="2206798"/>
                  </a:lnTo>
                  <a:lnTo>
                    <a:pt x="3576299" y="2206798"/>
                  </a:lnTo>
                  <a:lnTo>
                    <a:pt x="3576393" y="2206798"/>
                  </a:lnTo>
                  <a:lnTo>
                    <a:pt x="3576675" y="2206798"/>
                  </a:lnTo>
                  <a:lnTo>
                    <a:pt x="3576769" y="2206798"/>
                  </a:lnTo>
                  <a:lnTo>
                    <a:pt x="3577427" y="2206798"/>
                  </a:lnTo>
                  <a:lnTo>
                    <a:pt x="3577521" y="2206798"/>
                  </a:lnTo>
                  <a:lnTo>
                    <a:pt x="3577615" y="2206798"/>
                  </a:lnTo>
                  <a:lnTo>
                    <a:pt x="3578649" y="2206798"/>
                  </a:lnTo>
                  <a:lnTo>
                    <a:pt x="3578743" y="2206798"/>
                  </a:lnTo>
                  <a:lnTo>
                    <a:pt x="3578931" y="2206798"/>
                  </a:lnTo>
                  <a:lnTo>
                    <a:pt x="3579213" y="2201518"/>
                  </a:lnTo>
                  <a:lnTo>
                    <a:pt x="3579307" y="2201518"/>
                  </a:lnTo>
                  <a:lnTo>
                    <a:pt x="3579589" y="2201518"/>
                  </a:lnTo>
                  <a:lnTo>
                    <a:pt x="3579778" y="2201518"/>
                  </a:lnTo>
                  <a:lnTo>
                    <a:pt x="3579872" y="2201518"/>
                  </a:lnTo>
                  <a:lnTo>
                    <a:pt x="3579966" y="2201518"/>
                  </a:lnTo>
                  <a:lnTo>
                    <a:pt x="3580060" y="2201518"/>
                  </a:lnTo>
                  <a:lnTo>
                    <a:pt x="3580154" y="2201518"/>
                  </a:lnTo>
                  <a:lnTo>
                    <a:pt x="3580248" y="2201518"/>
                  </a:lnTo>
                  <a:lnTo>
                    <a:pt x="3580342" y="2201518"/>
                  </a:lnTo>
                  <a:lnTo>
                    <a:pt x="3580718" y="2196239"/>
                  </a:lnTo>
                  <a:lnTo>
                    <a:pt x="3580906" y="2196239"/>
                  </a:lnTo>
                  <a:lnTo>
                    <a:pt x="3581094" y="2196239"/>
                  </a:lnTo>
                  <a:lnTo>
                    <a:pt x="3581188" y="2196239"/>
                  </a:lnTo>
                  <a:lnTo>
                    <a:pt x="3581282" y="2196239"/>
                  </a:lnTo>
                  <a:lnTo>
                    <a:pt x="3581470" y="2196239"/>
                  </a:lnTo>
                  <a:lnTo>
                    <a:pt x="3581564" y="2196239"/>
                  </a:lnTo>
                  <a:lnTo>
                    <a:pt x="3582034" y="2196239"/>
                  </a:lnTo>
                  <a:lnTo>
                    <a:pt x="3583633" y="2190959"/>
                  </a:lnTo>
                  <a:lnTo>
                    <a:pt x="3583821" y="2190959"/>
                  </a:lnTo>
                  <a:lnTo>
                    <a:pt x="3583915" y="2190959"/>
                  </a:lnTo>
                  <a:lnTo>
                    <a:pt x="3584009" y="2190959"/>
                  </a:lnTo>
                  <a:lnTo>
                    <a:pt x="3584103" y="2190959"/>
                  </a:lnTo>
                  <a:lnTo>
                    <a:pt x="3584197" y="2190959"/>
                  </a:lnTo>
                  <a:lnTo>
                    <a:pt x="3584291" y="2190959"/>
                  </a:lnTo>
                  <a:lnTo>
                    <a:pt x="3584479" y="2190959"/>
                  </a:lnTo>
                  <a:lnTo>
                    <a:pt x="3584667" y="2190959"/>
                  </a:lnTo>
                  <a:lnTo>
                    <a:pt x="3584761" y="2190959"/>
                  </a:lnTo>
                  <a:lnTo>
                    <a:pt x="3585137" y="2190959"/>
                  </a:lnTo>
                  <a:lnTo>
                    <a:pt x="3585231" y="2190959"/>
                  </a:lnTo>
                  <a:lnTo>
                    <a:pt x="3585325" y="2190959"/>
                  </a:lnTo>
                  <a:lnTo>
                    <a:pt x="3585607" y="2190959"/>
                  </a:lnTo>
                  <a:lnTo>
                    <a:pt x="3586171" y="2185680"/>
                  </a:lnTo>
                  <a:lnTo>
                    <a:pt x="3586736" y="2185680"/>
                  </a:lnTo>
                  <a:lnTo>
                    <a:pt x="3586830" y="2185680"/>
                  </a:lnTo>
                  <a:lnTo>
                    <a:pt x="3587018" y="2185680"/>
                  </a:lnTo>
                  <a:lnTo>
                    <a:pt x="3587206" y="2185680"/>
                  </a:lnTo>
                  <a:lnTo>
                    <a:pt x="3587300" y="2185680"/>
                  </a:lnTo>
                  <a:lnTo>
                    <a:pt x="3587582" y="2185680"/>
                  </a:lnTo>
                  <a:lnTo>
                    <a:pt x="3587676" y="2185680"/>
                  </a:lnTo>
                  <a:lnTo>
                    <a:pt x="3588240" y="2185680"/>
                  </a:lnTo>
                  <a:lnTo>
                    <a:pt x="3588522" y="2185680"/>
                  </a:lnTo>
                  <a:lnTo>
                    <a:pt x="3588992" y="2185680"/>
                  </a:lnTo>
                  <a:lnTo>
                    <a:pt x="3589462" y="2185680"/>
                  </a:lnTo>
                  <a:lnTo>
                    <a:pt x="3589932" y="2185680"/>
                  </a:lnTo>
                  <a:lnTo>
                    <a:pt x="3590026" y="2185680"/>
                  </a:lnTo>
                  <a:lnTo>
                    <a:pt x="3590120" y="2185680"/>
                  </a:lnTo>
                  <a:lnTo>
                    <a:pt x="3590214" y="2185680"/>
                  </a:lnTo>
                  <a:lnTo>
                    <a:pt x="3590309" y="2185680"/>
                  </a:lnTo>
                  <a:lnTo>
                    <a:pt x="3590873" y="2185680"/>
                  </a:lnTo>
                  <a:lnTo>
                    <a:pt x="3591155" y="2180401"/>
                  </a:lnTo>
                  <a:lnTo>
                    <a:pt x="3591249" y="2180401"/>
                  </a:lnTo>
                  <a:lnTo>
                    <a:pt x="3591343" y="2180401"/>
                  </a:lnTo>
                  <a:lnTo>
                    <a:pt x="3591437" y="2180401"/>
                  </a:lnTo>
                  <a:lnTo>
                    <a:pt x="3591719" y="2180401"/>
                  </a:lnTo>
                  <a:lnTo>
                    <a:pt x="3592189" y="2180401"/>
                  </a:lnTo>
                  <a:lnTo>
                    <a:pt x="3592377" y="2180401"/>
                  </a:lnTo>
                  <a:lnTo>
                    <a:pt x="3592659" y="2180401"/>
                  </a:lnTo>
                  <a:lnTo>
                    <a:pt x="3592753" y="2180401"/>
                  </a:lnTo>
                  <a:lnTo>
                    <a:pt x="3593035" y="2180401"/>
                  </a:lnTo>
                  <a:lnTo>
                    <a:pt x="3593223" y="2180401"/>
                  </a:lnTo>
                  <a:lnTo>
                    <a:pt x="3593317" y="2180401"/>
                  </a:lnTo>
                  <a:lnTo>
                    <a:pt x="3593976" y="2180401"/>
                  </a:lnTo>
                  <a:lnTo>
                    <a:pt x="3594258" y="2180401"/>
                  </a:lnTo>
                  <a:lnTo>
                    <a:pt x="3594352" y="2180401"/>
                  </a:lnTo>
                  <a:lnTo>
                    <a:pt x="3594446" y="2180401"/>
                  </a:lnTo>
                  <a:lnTo>
                    <a:pt x="3594540" y="2180401"/>
                  </a:lnTo>
                  <a:lnTo>
                    <a:pt x="3594916" y="2180401"/>
                  </a:lnTo>
                  <a:lnTo>
                    <a:pt x="3595010" y="2180401"/>
                  </a:lnTo>
                  <a:lnTo>
                    <a:pt x="3595104" y="2180401"/>
                  </a:lnTo>
                  <a:lnTo>
                    <a:pt x="3596420" y="2180401"/>
                  </a:lnTo>
                  <a:lnTo>
                    <a:pt x="3596608" y="2180401"/>
                  </a:lnTo>
                  <a:lnTo>
                    <a:pt x="3596702" y="2180401"/>
                  </a:lnTo>
                  <a:lnTo>
                    <a:pt x="3597078" y="2180401"/>
                  </a:lnTo>
                  <a:lnTo>
                    <a:pt x="3597266" y="2180401"/>
                  </a:lnTo>
                  <a:lnTo>
                    <a:pt x="3597361" y="2180401"/>
                  </a:lnTo>
                  <a:lnTo>
                    <a:pt x="3597455" y="2180401"/>
                  </a:lnTo>
                  <a:lnTo>
                    <a:pt x="3598113" y="2180401"/>
                  </a:lnTo>
                  <a:lnTo>
                    <a:pt x="3598207" y="2180401"/>
                  </a:lnTo>
                  <a:lnTo>
                    <a:pt x="3598301" y="2180401"/>
                  </a:lnTo>
                  <a:lnTo>
                    <a:pt x="3598395" y="2180401"/>
                  </a:lnTo>
                  <a:lnTo>
                    <a:pt x="3598489" y="2180401"/>
                  </a:lnTo>
                  <a:lnTo>
                    <a:pt x="3598677" y="2180401"/>
                  </a:lnTo>
                  <a:lnTo>
                    <a:pt x="3598959" y="2180401"/>
                  </a:lnTo>
                  <a:lnTo>
                    <a:pt x="3599147" y="2180401"/>
                  </a:lnTo>
                  <a:lnTo>
                    <a:pt x="3599805" y="2180401"/>
                  </a:lnTo>
                  <a:lnTo>
                    <a:pt x="3600275" y="2180401"/>
                  </a:lnTo>
                  <a:lnTo>
                    <a:pt x="3600463" y="2180401"/>
                  </a:lnTo>
                  <a:lnTo>
                    <a:pt x="3600463" y="2175121"/>
                  </a:lnTo>
                  <a:lnTo>
                    <a:pt x="3600557" y="2175121"/>
                  </a:lnTo>
                  <a:lnTo>
                    <a:pt x="3600651" y="2175121"/>
                  </a:lnTo>
                  <a:lnTo>
                    <a:pt x="3600934" y="2175121"/>
                  </a:lnTo>
                  <a:lnTo>
                    <a:pt x="3601122" y="2175121"/>
                  </a:lnTo>
                  <a:lnTo>
                    <a:pt x="3601216" y="2175121"/>
                  </a:lnTo>
                  <a:lnTo>
                    <a:pt x="3601874" y="2175121"/>
                  </a:lnTo>
                  <a:lnTo>
                    <a:pt x="3601968" y="2175121"/>
                  </a:lnTo>
                  <a:lnTo>
                    <a:pt x="3602156" y="2175121"/>
                  </a:lnTo>
                  <a:lnTo>
                    <a:pt x="3602438" y="2175121"/>
                  </a:lnTo>
                  <a:lnTo>
                    <a:pt x="3602532" y="2175121"/>
                  </a:lnTo>
                  <a:lnTo>
                    <a:pt x="3603566" y="2169842"/>
                  </a:lnTo>
                  <a:lnTo>
                    <a:pt x="3604036" y="2169842"/>
                  </a:lnTo>
                  <a:lnTo>
                    <a:pt x="3604130" y="2169842"/>
                  </a:lnTo>
                  <a:lnTo>
                    <a:pt x="3604789" y="2169842"/>
                  </a:lnTo>
                  <a:lnTo>
                    <a:pt x="3605165" y="2169842"/>
                  </a:lnTo>
                  <a:lnTo>
                    <a:pt x="3605259" y="2169842"/>
                  </a:lnTo>
                  <a:lnTo>
                    <a:pt x="3606011" y="2169842"/>
                  </a:lnTo>
                  <a:lnTo>
                    <a:pt x="3606199" y="2169842"/>
                  </a:lnTo>
                  <a:lnTo>
                    <a:pt x="3606763" y="2169842"/>
                  </a:lnTo>
                  <a:lnTo>
                    <a:pt x="3607045" y="2169842"/>
                  </a:lnTo>
                  <a:lnTo>
                    <a:pt x="3607327" y="2169842"/>
                  </a:lnTo>
                  <a:lnTo>
                    <a:pt x="3607703" y="2169842"/>
                  </a:lnTo>
                  <a:lnTo>
                    <a:pt x="3607797" y="2169842"/>
                  </a:lnTo>
                  <a:lnTo>
                    <a:pt x="3607891" y="2169842"/>
                  </a:lnTo>
                  <a:lnTo>
                    <a:pt x="3608080" y="2169842"/>
                  </a:lnTo>
                  <a:lnTo>
                    <a:pt x="3608832" y="2169842"/>
                  </a:lnTo>
                  <a:lnTo>
                    <a:pt x="3609302" y="2169842"/>
                  </a:lnTo>
                  <a:lnTo>
                    <a:pt x="3609584" y="2169842"/>
                  </a:lnTo>
                  <a:lnTo>
                    <a:pt x="3609678" y="2164562"/>
                  </a:lnTo>
                  <a:lnTo>
                    <a:pt x="3610054" y="2164562"/>
                  </a:lnTo>
                  <a:lnTo>
                    <a:pt x="3610336" y="2159283"/>
                  </a:lnTo>
                  <a:lnTo>
                    <a:pt x="3610430" y="2159283"/>
                  </a:lnTo>
                  <a:lnTo>
                    <a:pt x="3610900" y="2159283"/>
                  </a:lnTo>
                  <a:lnTo>
                    <a:pt x="3611276" y="2159283"/>
                  </a:lnTo>
                  <a:lnTo>
                    <a:pt x="3611370" y="2159283"/>
                  </a:lnTo>
                  <a:lnTo>
                    <a:pt x="3611464" y="2159283"/>
                  </a:lnTo>
                  <a:lnTo>
                    <a:pt x="3611653" y="2159283"/>
                  </a:lnTo>
                  <a:lnTo>
                    <a:pt x="3612029" y="2159283"/>
                  </a:lnTo>
                  <a:lnTo>
                    <a:pt x="3612217" y="2159283"/>
                  </a:lnTo>
                  <a:lnTo>
                    <a:pt x="3612311" y="2159283"/>
                  </a:lnTo>
                  <a:lnTo>
                    <a:pt x="3612405" y="2159283"/>
                  </a:lnTo>
                  <a:lnTo>
                    <a:pt x="3612499" y="2159283"/>
                  </a:lnTo>
                  <a:lnTo>
                    <a:pt x="3612875" y="2159283"/>
                  </a:lnTo>
                  <a:lnTo>
                    <a:pt x="3613063" y="2159283"/>
                  </a:lnTo>
                  <a:lnTo>
                    <a:pt x="3613157" y="2159283"/>
                  </a:lnTo>
                  <a:lnTo>
                    <a:pt x="3614943" y="2154003"/>
                  </a:lnTo>
                  <a:lnTo>
                    <a:pt x="3615037" y="2154003"/>
                  </a:lnTo>
                  <a:lnTo>
                    <a:pt x="3615226" y="2154003"/>
                  </a:lnTo>
                  <a:lnTo>
                    <a:pt x="3615508" y="2154003"/>
                  </a:lnTo>
                  <a:lnTo>
                    <a:pt x="3615696" y="2154003"/>
                  </a:lnTo>
                  <a:lnTo>
                    <a:pt x="3616166" y="2154003"/>
                  </a:lnTo>
                  <a:lnTo>
                    <a:pt x="3616260" y="2154003"/>
                  </a:lnTo>
                  <a:lnTo>
                    <a:pt x="3616354" y="2154003"/>
                  </a:lnTo>
                  <a:lnTo>
                    <a:pt x="3616542" y="2154003"/>
                  </a:lnTo>
                  <a:lnTo>
                    <a:pt x="3616636" y="2154003"/>
                  </a:lnTo>
                  <a:lnTo>
                    <a:pt x="3616824" y="2154003"/>
                  </a:lnTo>
                  <a:lnTo>
                    <a:pt x="3617106" y="2154003"/>
                  </a:lnTo>
                  <a:lnTo>
                    <a:pt x="3617200" y="2154003"/>
                  </a:lnTo>
                  <a:lnTo>
                    <a:pt x="3617294" y="2154003"/>
                  </a:lnTo>
                  <a:lnTo>
                    <a:pt x="3617482" y="2148724"/>
                  </a:lnTo>
                  <a:lnTo>
                    <a:pt x="3617576" y="2148724"/>
                  </a:lnTo>
                  <a:lnTo>
                    <a:pt x="3617670" y="2148724"/>
                  </a:lnTo>
                  <a:lnTo>
                    <a:pt x="3618234" y="2148724"/>
                  </a:lnTo>
                  <a:lnTo>
                    <a:pt x="3618516" y="2148724"/>
                  </a:lnTo>
                  <a:lnTo>
                    <a:pt x="3618799" y="2148724"/>
                  </a:lnTo>
                  <a:lnTo>
                    <a:pt x="3618893" y="2148724"/>
                  </a:lnTo>
                  <a:lnTo>
                    <a:pt x="3618987" y="2148724"/>
                  </a:lnTo>
                  <a:lnTo>
                    <a:pt x="3619081" y="2148724"/>
                  </a:lnTo>
                  <a:lnTo>
                    <a:pt x="3619551" y="2148724"/>
                  </a:lnTo>
                  <a:lnTo>
                    <a:pt x="3619927" y="2148724"/>
                  </a:lnTo>
                  <a:lnTo>
                    <a:pt x="3620021" y="2148724"/>
                  </a:lnTo>
                  <a:lnTo>
                    <a:pt x="3620209" y="2148724"/>
                  </a:lnTo>
                  <a:lnTo>
                    <a:pt x="3620303" y="2148724"/>
                  </a:lnTo>
                  <a:lnTo>
                    <a:pt x="3620491" y="2148724"/>
                  </a:lnTo>
                  <a:lnTo>
                    <a:pt x="3620773" y="2148724"/>
                  </a:lnTo>
                  <a:lnTo>
                    <a:pt x="3620961" y="2148724"/>
                  </a:lnTo>
                  <a:lnTo>
                    <a:pt x="3621431" y="2148724"/>
                  </a:lnTo>
                  <a:lnTo>
                    <a:pt x="3621619" y="2148724"/>
                  </a:lnTo>
                  <a:lnTo>
                    <a:pt x="3621807" y="2148724"/>
                  </a:lnTo>
                  <a:lnTo>
                    <a:pt x="3622089" y="2148724"/>
                  </a:lnTo>
                  <a:lnTo>
                    <a:pt x="3622278" y="2148724"/>
                  </a:lnTo>
                  <a:lnTo>
                    <a:pt x="3622372" y="2148724"/>
                  </a:lnTo>
                  <a:lnTo>
                    <a:pt x="3622560" y="2148724"/>
                  </a:lnTo>
                  <a:lnTo>
                    <a:pt x="3623500" y="2143445"/>
                  </a:lnTo>
                  <a:lnTo>
                    <a:pt x="3623594" y="2138165"/>
                  </a:lnTo>
                  <a:lnTo>
                    <a:pt x="3623970" y="2138165"/>
                  </a:lnTo>
                  <a:lnTo>
                    <a:pt x="3624910" y="2138165"/>
                  </a:lnTo>
                  <a:lnTo>
                    <a:pt x="3625098" y="2138165"/>
                  </a:lnTo>
                  <a:lnTo>
                    <a:pt x="3625192" y="2138165"/>
                  </a:lnTo>
                  <a:lnTo>
                    <a:pt x="3625474" y="2138165"/>
                  </a:lnTo>
                  <a:lnTo>
                    <a:pt x="3625851" y="2138165"/>
                  </a:lnTo>
                  <a:lnTo>
                    <a:pt x="3625945" y="2138165"/>
                  </a:lnTo>
                  <a:lnTo>
                    <a:pt x="3625945" y="2132886"/>
                  </a:lnTo>
                  <a:lnTo>
                    <a:pt x="3626321" y="2132886"/>
                  </a:lnTo>
                  <a:lnTo>
                    <a:pt x="3626415" y="2132886"/>
                  </a:lnTo>
                  <a:lnTo>
                    <a:pt x="3626509" y="2132886"/>
                  </a:lnTo>
                  <a:lnTo>
                    <a:pt x="3626603" y="2132886"/>
                  </a:lnTo>
                  <a:lnTo>
                    <a:pt x="3626697" y="2132886"/>
                  </a:lnTo>
                  <a:lnTo>
                    <a:pt x="3626791" y="2132886"/>
                  </a:lnTo>
                  <a:lnTo>
                    <a:pt x="3627167" y="2132886"/>
                  </a:lnTo>
                  <a:lnTo>
                    <a:pt x="3627355" y="2132886"/>
                  </a:lnTo>
                  <a:lnTo>
                    <a:pt x="3627731" y="2132886"/>
                  </a:lnTo>
                  <a:lnTo>
                    <a:pt x="3627919" y="2132886"/>
                  </a:lnTo>
                  <a:lnTo>
                    <a:pt x="3628201" y="2132886"/>
                  </a:lnTo>
                  <a:lnTo>
                    <a:pt x="3628295" y="2132886"/>
                  </a:lnTo>
                  <a:lnTo>
                    <a:pt x="3628389" y="2132886"/>
                  </a:lnTo>
                  <a:lnTo>
                    <a:pt x="3628577" y="2127606"/>
                  </a:lnTo>
                  <a:lnTo>
                    <a:pt x="3628671" y="2127606"/>
                  </a:lnTo>
                  <a:lnTo>
                    <a:pt x="3628859" y="2127606"/>
                  </a:lnTo>
                  <a:lnTo>
                    <a:pt x="3628953" y="2127606"/>
                  </a:lnTo>
                  <a:lnTo>
                    <a:pt x="3629236" y="2127606"/>
                  </a:lnTo>
                  <a:lnTo>
                    <a:pt x="3629330" y="2127606"/>
                  </a:lnTo>
                  <a:lnTo>
                    <a:pt x="3629800" y="2127606"/>
                  </a:lnTo>
                  <a:lnTo>
                    <a:pt x="3629894" y="2127606"/>
                  </a:lnTo>
                  <a:lnTo>
                    <a:pt x="3629988" y="2127606"/>
                  </a:lnTo>
                  <a:lnTo>
                    <a:pt x="3630646" y="2127606"/>
                  </a:lnTo>
                  <a:lnTo>
                    <a:pt x="3631210" y="2127606"/>
                  </a:lnTo>
                  <a:lnTo>
                    <a:pt x="3631492" y="2127606"/>
                  </a:lnTo>
                  <a:lnTo>
                    <a:pt x="3631680" y="2127606"/>
                  </a:lnTo>
                  <a:lnTo>
                    <a:pt x="3631774" y="2127606"/>
                  </a:lnTo>
                  <a:lnTo>
                    <a:pt x="3632150" y="2127606"/>
                  </a:lnTo>
                  <a:lnTo>
                    <a:pt x="3632338" y="2127606"/>
                  </a:lnTo>
                  <a:lnTo>
                    <a:pt x="3632714" y="2127606"/>
                  </a:lnTo>
                  <a:lnTo>
                    <a:pt x="3633279" y="2127606"/>
                  </a:lnTo>
                  <a:lnTo>
                    <a:pt x="3634313" y="2127606"/>
                  </a:lnTo>
                  <a:lnTo>
                    <a:pt x="3634501" y="2127606"/>
                  </a:lnTo>
                  <a:lnTo>
                    <a:pt x="3634689" y="2127606"/>
                  </a:lnTo>
                  <a:lnTo>
                    <a:pt x="3634971" y="2127606"/>
                  </a:lnTo>
                  <a:lnTo>
                    <a:pt x="3635065" y="2127606"/>
                  </a:lnTo>
                  <a:lnTo>
                    <a:pt x="3635253" y="2127606"/>
                  </a:lnTo>
                  <a:lnTo>
                    <a:pt x="3635441" y="2127606"/>
                  </a:lnTo>
                  <a:lnTo>
                    <a:pt x="3635535" y="2127606"/>
                  </a:lnTo>
                  <a:lnTo>
                    <a:pt x="3635723" y="2127606"/>
                  </a:lnTo>
                  <a:lnTo>
                    <a:pt x="3636005" y="2127606"/>
                  </a:lnTo>
                  <a:lnTo>
                    <a:pt x="3636287" y="2127606"/>
                  </a:lnTo>
                  <a:lnTo>
                    <a:pt x="3636664" y="2127606"/>
                  </a:lnTo>
                  <a:lnTo>
                    <a:pt x="3636758" y="2127606"/>
                  </a:lnTo>
                  <a:lnTo>
                    <a:pt x="3636852" y="2127606"/>
                  </a:lnTo>
                  <a:lnTo>
                    <a:pt x="3636946" y="2122327"/>
                  </a:lnTo>
                  <a:lnTo>
                    <a:pt x="3637040" y="2122327"/>
                  </a:lnTo>
                  <a:lnTo>
                    <a:pt x="3637228" y="2122327"/>
                  </a:lnTo>
                  <a:lnTo>
                    <a:pt x="3637510" y="2122327"/>
                  </a:lnTo>
                  <a:lnTo>
                    <a:pt x="3638074" y="2122327"/>
                  </a:lnTo>
                  <a:lnTo>
                    <a:pt x="3638262" y="2122327"/>
                  </a:lnTo>
                  <a:lnTo>
                    <a:pt x="3638450" y="2122327"/>
                  </a:lnTo>
                  <a:lnTo>
                    <a:pt x="3639014" y="2122327"/>
                  </a:lnTo>
                  <a:lnTo>
                    <a:pt x="3639108" y="2122327"/>
                  </a:lnTo>
                  <a:lnTo>
                    <a:pt x="3639578" y="2122327"/>
                  </a:lnTo>
                  <a:lnTo>
                    <a:pt x="3639672" y="2122327"/>
                  </a:lnTo>
                  <a:lnTo>
                    <a:pt x="3639766" y="2122327"/>
                  </a:lnTo>
                  <a:lnTo>
                    <a:pt x="3639861" y="2122327"/>
                  </a:lnTo>
                  <a:lnTo>
                    <a:pt x="3639955" y="2122327"/>
                  </a:lnTo>
                  <a:lnTo>
                    <a:pt x="3640143" y="2122327"/>
                  </a:lnTo>
                  <a:lnTo>
                    <a:pt x="3640425" y="2122327"/>
                  </a:lnTo>
                  <a:lnTo>
                    <a:pt x="3640519" y="2122327"/>
                  </a:lnTo>
                  <a:lnTo>
                    <a:pt x="3641083" y="2122327"/>
                  </a:lnTo>
                  <a:lnTo>
                    <a:pt x="3641271" y="2122327"/>
                  </a:lnTo>
                  <a:lnTo>
                    <a:pt x="3641647" y="2122327"/>
                  </a:lnTo>
                  <a:lnTo>
                    <a:pt x="3641835" y="2122327"/>
                  </a:lnTo>
                  <a:lnTo>
                    <a:pt x="3642211" y="2122327"/>
                  </a:lnTo>
                  <a:lnTo>
                    <a:pt x="3642775" y="2122327"/>
                  </a:lnTo>
                  <a:lnTo>
                    <a:pt x="3643622" y="2122327"/>
                  </a:lnTo>
                  <a:lnTo>
                    <a:pt x="3643810" y="2122327"/>
                  </a:lnTo>
                  <a:lnTo>
                    <a:pt x="3644562" y="2122327"/>
                  </a:lnTo>
                  <a:lnTo>
                    <a:pt x="3644656" y="2122327"/>
                  </a:lnTo>
                  <a:lnTo>
                    <a:pt x="3644844" y="2122327"/>
                  </a:lnTo>
                  <a:lnTo>
                    <a:pt x="3645220" y="2122327"/>
                  </a:lnTo>
                  <a:lnTo>
                    <a:pt x="3645314" y="2122327"/>
                  </a:lnTo>
                  <a:lnTo>
                    <a:pt x="3645408" y="2122327"/>
                  </a:lnTo>
                  <a:lnTo>
                    <a:pt x="3645878" y="2122327"/>
                  </a:lnTo>
                  <a:lnTo>
                    <a:pt x="3645972" y="2122327"/>
                  </a:lnTo>
                  <a:lnTo>
                    <a:pt x="3646254" y="2122327"/>
                  </a:lnTo>
                  <a:lnTo>
                    <a:pt x="3646348" y="2122327"/>
                  </a:lnTo>
                  <a:lnTo>
                    <a:pt x="3646630" y="2122327"/>
                  </a:lnTo>
                  <a:lnTo>
                    <a:pt x="3646724" y="2122327"/>
                  </a:lnTo>
                  <a:lnTo>
                    <a:pt x="3646912" y="2122327"/>
                  </a:lnTo>
                  <a:lnTo>
                    <a:pt x="3647101" y="2122327"/>
                  </a:lnTo>
                  <a:lnTo>
                    <a:pt x="3647289" y="2122327"/>
                  </a:lnTo>
                  <a:lnTo>
                    <a:pt x="3647383" y="2122327"/>
                  </a:lnTo>
                  <a:lnTo>
                    <a:pt x="3647477" y="2122327"/>
                  </a:lnTo>
                  <a:lnTo>
                    <a:pt x="3647571" y="2122327"/>
                  </a:lnTo>
                  <a:lnTo>
                    <a:pt x="3647759" y="2122327"/>
                  </a:lnTo>
                  <a:lnTo>
                    <a:pt x="3648041" y="2117047"/>
                  </a:lnTo>
                  <a:lnTo>
                    <a:pt x="3648511" y="2117047"/>
                  </a:lnTo>
                  <a:lnTo>
                    <a:pt x="3648793" y="2117047"/>
                  </a:lnTo>
                  <a:lnTo>
                    <a:pt x="3648887" y="2117047"/>
                  </a:lnTo>
                  <a:lnTo>
                    <a:pt x="3649075" y="2117047"/>
                  </a:lnTo>
                  <a:lnTo>
                    <a:pt x="3649169" y="2117047"/>
                  </a:lnTo>
                  <a:lnTo>
                    <a:pt x="3649545" y="2117047"/>
                  </a:lnTo>
                  <a:lnTo>
                    <a:pt x="3650109" y="2117047"/>
                  </a:lnTo>
                  <a:lnTo>
                    <a:pt x="3650485" y="2117047"/>
                  </a:lnTo>
                  <a:lnTo>
                    <a:pt x="3650580" y="2117047"/>
                  </a:lnTo>
                  <a:lnTo>
                    <a:pt x="3651426" y="2117047"/>
                  </a:lnTo>
                  <a:lnTo>
                    <a:pt x="3652084" y="2117047"/>
                  </a:lnTo>
                  <a:lnTo>
                    <a:pt x="3652178" y="2117047"/>
                  </a:lnTo>
                  <a:lnTo>
                    <a:pt x="3652272" y="2117047"/>
                  </a:lnTo>
                  <a:lnTo>
                    <a:pt x="3653212" y="2117047"/>
                  </a:lnTo>
                  <a:lnTo>
                    <a:pt x="3653306" y="2117047"/>
                  </a:lnTo>
                  <a:lnTo>
                    <a:pt x="3653494" y="2117047"/>
                  </a:lnTo>
                  <a:lnTo>
                    <a:pt x="3653682" y="2117047"/>
                  </a:lnTo>
                  <a:lnTo>
                    <a:pt x="3653776" y="2117047"/>
                  </a:lnTo>
                  <a:lnTo>
                    <a:pt x="3653870" y="2117047"/>
                  </a:lnTo>
                  <a:lnTo>
                    <a:pt x="3653964" y="2117047"/>
                  </a:lnTo>
                  <a:lnTo>
                    <a:pt x="3654153" y="2117047"/>
                  </a:lnTo>
                  <a:lnTo>
                    <a:pt x="3654341" y="2117047"/>
                  </a:lnTo>
                  <a:lnTo>
                    <a:pt x="3654623" y="2117047"/>
                  </a:lnTo>
                  <a:lnTo>
                    <a:pt x="3654717" y="2117047"/>
                  </a:lnTo>
                  <a:lnTo>
                    <a:pt x="3654811" y="2117047"/>
                  </a:lnTo>
                  <a:lnTo>
                    <a:pt x="3654905" y="2117047"/>
                  </a:lnTo>
                  <a:lnTo>
                    <a:pt x="3654999" y="2117047"/>
                  </a:lnTo>
                  <a:lnTo>
                    <a:pt x="3655093" y="2117047"/>
                  </a:lnTo>
                  <a:lnTo>
                    <a:pt x="3657820" y="2111768"/>
                  </a:lnTo>
                  <a:lnTo>
                    <a:pt x="3657914" y="2111768"/>
                  </a:lnTo>
                  <a:lnTo>
                    <a:pt x="3658290" y="2111768"/>
                  </a:lnTo>
                  <a:lnTo>
                    <a:pt x="3658384" y="2111768"/>
                  </a:lnTo>
                  <a:lnTo>
                    <a:pt x="3658384" y="2106489"/>
                  </a:lnTo>
                  <a:lnTo>
                    <a:pt x="3658478" y="2106489"/>
                  </a:lnTo>
                  <a:lnTo>
                    <a:pt x="3659042" y="2106489"/>
                  </a:lnTo>
                  <a:lnTo>
                    <a:pt x="3659136" y="2106489"/>
                  </a:lnTo>
                  <a:lnTo>
                    <a:pt x="3659418" y="2106489"/>
                  </a:lnTo>
                  <a:lnTo>
                    <a:pt x="3659794" y="2106489"/>
                  </a:lnTo>
                  <a:lnTo>
                    <a:pt x="3659982" y="2106489"/>
                  </a:lnTo>
                  <a:lnTo>
                    <a:pt x="3660170" y="2106489"/>
                  </a:lnTo>
                  <a:lnTo>
                    <a:pt x="3660452" y="2106489"/>
                  </a:lnTo>
                  <a:lnTo>
                    <a:pt x="3660922" y="2106489"/>
                  </a:lnTo>
                  <a:lnTo>
                    <a:pt x="3661110" y="2106489"/>
                  </a:lnTo>
                  <a:lnTo>
                    <a:pt x="3661205" y="2106489"/>
                  </a:lnTo>
                  <a:lnTo>
                    <a:pt x="3661299" y="2106489"/>
                  </a:lnTo>
                  <a:lnTo>
                    <a:pt x="3661581" y="2106489"/>
                  </a:lnTo>
                  <a:lnTo>
                    <a:pt x="3661675" y="2106489"/>
                  </a:lnTo>
                  <a:lnTo>
                    <a:pt x="3662051" y="2106489"/>
                  </a:lnTo>
                  <a:lnTo>
                    <a:pt x="3662145" y="2106489"/>
                  </a:lnTo>
                  <a:lnTo>
                    <a:pt x="3662239" y="2106489"/>
                  </a:lnTo>
                  <a:lnTo>
                    <a:pt x="3662897" y="2106489"/>
                  </a:lnTo>
                  <a:lnTo>
                    <a:pt x="3663273" y="2106489"/>
                  </a:lnTo>
                  <a:lnTo>
                    <a:pt x="3663649" y="2106489"/>
                  </a:lnTo>
                  <a:lnTo>
                    <a:pt x="3664495" y="2106489"/>
                  </a:lnTo>
                  <a:lnTo>
                    <a:pt x="3664589" y="2106489"/>
                  </a:lnTo>
                  <a:lnTo>
                    <a:pt x="3664778" y="2106489"/>
                  </a:lnTo>
                  <a:lnTo>
                    <a:pt x="3665248" y="2106489"/>
                  </a:lnTo>
                  <a:lnTo>
                    <a:pt x="3665530" y="2106489"/>
                  </a:lnTo>
                  <a:lnTo>
                    <a:pt x="3665624" y="2106489"/>
                  </a:lnTo>
                  <a:lnTo>
                    <a:pt x="3665812" y="2106489"/>
                  </a:lnTo>
                  <a:lnTo>
                    <a:pt x="3666094" y="2106489"/>
                  </a:lnTo>
                  <a:lnTo>
                    <a:pt x="3666188" y="2106489"/>
                  </a:lnTo>
                  <a:lnTo>
                    <a:pt x="3666846" y="2106489"/>
                  </a:lnTo>
                  <a:lnTo>
                    <a:pt x="3667034" y="2106489"/>
                  </a:lnTo>
                  <a:lnTo>
                    <a:pt x="3667222" y="2106489"/>
                  </a:lnTo>
                  <a:lnTo>
                    <a:pt x="3667316" y="2106489"/>
                  </a:lnTo>
                  <a:lnTo>
                    <a:pt x="3667504" y="2106489"/>
                  </a:lnTo>
                  <a:lnTo>
                    <a:pt x="3667880" y="2106489"/>
                  </a:lnTo>
                  <a:lnTo>
                    <a:pt x="3667974" y="2106489"/>
                  </a:lnTo>
                  <a:lnTo>
                    <a:pt x="3668162" y="2106489"/>
                  </a:lnTo>
                  <a:lnTo>
                    <a:pt x="3668257" y="2106489"/>
                  </a:lnTo>
                  <a:lnTo>
                    <a:pt x="3668445" y="2106489"/>
                  </a:lnTo>
                  <a:lnTo>
                    <a:pt x="3668727" y="2106489"/>
                  </a:lnTo>
                  <a:lnTo>
                    <a:pt x="3669103" y="2106489"/>
                  </a:lnTo>
                  <a:lnTo>
                    <a:pt x="3669197" y="2106489"/>
                  </a:lnTo>
                  <a:lnTo>
                    <a:pt x="3669291" y="2106489"/>
                  </a:lnTo>
                  <a:lnTo>
                    <a:pt x="3669479" y="2106489"/>
                  </a:lnTo>
                  <a:lnTo>
                    <a:pt x="3669573" y="2106489"/>
                  </a:lnTo>
                  <a:lnTo>
                    <a:pt x="3669855" y="2106489"/>
                  </a:lnTo>
                  <a:lnTo>
                    <a:pt x="3669949" y="2106489"/>
                  </a:lnTo>
                  <a:lnTo>
                    <a:pt x="3670795" y="2106489"/>
                  </a:lnTo>
                  <a:lnTo>
                    <a:pt x="3670889" y="2106489"/>
                  </a:lnTo>
                  <a:lnTo>
                    <a:pt x="3671171" y="2106489"/>
                  </a:lnTo>
                  <a:lnTo>
                    <a:pt x="3671359" y="2106489"/>
                  </a:lnTo>
                  <a:lnTo>
                    <a:pt x="3671453" y="2106489"/>
                  </a:lnTo>
                  <a:lnTo>
                    <a:pt x="3671830" y="2106489"/>
                  </a:lnTo>
                  <a:lnTo>
                    <a:pt x="3672112" y="2106489"/>
                  </a:lnTo>
                  <a:lnTo>
                    <a:pt x="3672394" y="2106489"/>
                  </a:lnTo>
                  <a:lnTo>
                    <a:pt x="3672488" y="2106489"/>
                  </a:lnTo>
                  <a:lnTo>
                    <a:pt x="3672770" y="2106489"/>
                  </a:lnTo>
                  <a:lnTo>
                    <a:pt x="3673240" y="2106489"/>
                  </a:lnTo>
                  <a:lnTo>
                    <a:pt x="3673428" y="2106489"/>
                  </a:lnTo>
                  <a:lnTo>
                    <a:pt x="3673616" y="2106489"/>
                  </a:lnTo>
                  <a:lnTo>
                    <a:pt x="3673710" y="2106489"/>
                  </a:lnTo>
                  <a:lnTo>
                    <a:pt x="3673898" y="2106489"/>
                  </a:lnTo>
                  <a:lnTo>
                    <a:pt x="3674180" y="2106489"/>
                  </a:lnTo>
                  <a:lnTo>
                    <a:pt x="3674556" y="2106489"/>
                  </a:lnTo>
                  <a:lnTo>
                    <a:pt x="3674650" y="2106489"/>
                  </a:lnTo>
                  <a:lnTo>
                    <a:pt x="3674744" y="2106489"/>
                  </a:lnTo>
                  <a:lnTo>
                    <a:pt x="3674838" y="2106489"/>
                  </a:lnTo>
                  <a:lnTo>
                    <a:pt x="3674932" y="2106489"/>
                  </a:lnTo>
                  <a:lnTo>
                    <a:pt x="3675120" y="2106489"/>
                  </a:lnTo>
                  <a:lnTo>
                    <a:pt x="3675591" y="2106489"/>
                  </a:lnTo>
                  <a:lnTo>
                    <a:pt x="3675685" y="2106489"/>
                  </a:lnTo>
                  <a:lnTo>
                    <a:pt x="3675779" y="2106489"/>
                  </a:lnTo>
                  <a:lnTo>
                    <a:pt x="3675967" y="2106489"/>
                  </a:lnTo>
                  <a:lnTo>
                    <a:pt x="3676155" y="2106489"/>
                  </a:lnTo>
                  <a:lnTo>
                    <a:pt x="3676907" y="2106489"/>
                  </a:lnTo>
                  <a:lnTo>
                    <a:pt x="3677189" y="2106489"/>
                  </a:lnTo>
                  <a:lnTo>
                    <a:pt x="3677565" y="2106489"/>
                  </a:lnTo>
                  <a:lnTo>
                    <a:pt x="3677659" y="2106489"/>
                  </a:lnTo>
                  <a:lnTo>
                    <a:pt x="3678317" y="2106489"/>
                  </a:lnTo>
                  <a:lnTo>
                    <a:pt x="3678693" y="2106489"/>
                  </a:lnTo>
                  <a:lnTo>
                    <a:pt x="3678693" y="2101209"/>
                  </a:lnTo>
                  <a:lnTo>
                    <a:pt x="3678787" y="2101209"/>
                  </a:lnTo>
                  <a:lnTo>
                    <a:pt x="3678882" y="2101209"/>
                  </a:lnTo>
                  <a:lnTo>
                    <a:pt x="3679164" y="2101209"/>
                  </a:lnTo>
                  <a:lnTo>
                    <a:pt x="3679258" y="2101209"/>
                  </a:lnTo>
                  <a:lnTo>
                    <a:pt x="3679352" y="2101209"/>
                  </a:lnTo>
                  <a:lnTo>
                    <a:pt x="3679728" y="2101209"/>
                  </a:lnTo>
                  <a:lnTo>
                    <a:pt x="3680010" y="2101209"/>
                  </a:lnTo>
                  <a:lnTo>
                    <a:pt x="3680292" y="2101209"/>
                  </a:lnTo>
                  <a:lnTo>
                    <a:pt x="3680574" y="2101209"/>
                  </a:lnTo>
                  <a:lnTo>
                    <a:pt x="3681044" y="2095930"/>
                  </a:lnTo>
                  <a:lnTo>
                    <a:pt x="3681326" y="2095930"/>
                  </a:lnTo>
                  <a:lnTo>
                    <a:pt x="3681420" y="2095930"/>
                  </a:lnTo>
                  <a:lnTo>
                    <a:pt x="3681702" y="2090650"/>
                  </a:lnTo>
                  <a:lnTo>
                    <a:pt x="3681890" y="2090650"/>
                  </a:lnTo>
                  <a:lnTo>
                    <a:pt x="3681984" y="2090650"/>
                  </a:lnTo>
                  <a:lnTo>
                    <a:pt x="3682172" y="2090650"/>
                  </a:lnTo>
                  <a:lnTo>
                    <a:pt x="3682266" y="2090650"/>
                  </a:lnTo>
                  <a:lnTo>
                    <a:pt x="3682455" y="2090650"/>
                  </a:lnTo>
                  <a:lnTo>
                    <a:pt x="3682549" y="2090650"/>
                  </a:lnTo>
                  <a:lnTo>
                    <a:pt x="3684241" y="2090650"/>
                  </a:lnTo>
                  <a:lnTo>
                    <a:pt x="3684335" y="2090650"/>
                  </a:lnTo>
                  <a:lnTo>
                    <a:pt x="3684429" y="2090650"/>
                  </a:lnTo>
                  <a:lnTo>
                    <a:pt x="3684617" y="2090650"/>
                  </a:lnTo>
                  <a:lnTo>
                    <a:pt x="3684805" y="2090650"/>
                  </a:lnTo>
                  <a:lnTo>
                    <a:pt x="3684993" y="2090650"/>
                  </a:lnTo>
                  <a:lnTo>
                    <a:pt x="3685087" y="2090650"/>
                  </a:lnTo>
                  <a:lnTo>
                    <a:pt x="3685181" y="2090650"/>
                  </a:lnTo>
                  <a:lnTo>
                    <a:pt x="3685745" y="2090650"/>
                  </a:lnTo>
                  <a:lnTo>
                    <a:pt x="3685839" y="2090650"/>
                  </a:lnTo>
                  <a:lnTo>
                    <a:pt x="3686122" y="2090650"/>
                  </a:lnTo>
                  <a:lnTo>
                    <a:pt x="3686216" y="2090650"/>
                  </a:lnTo>
                  <a:lnTo>
                    <a:pt x="3686686" y="2090650"/>
                  </a:lnTo>
                  <a:lnTo>
                    <a:pt x="3686874" y="2090650"/>
                  </a:lnTo>
                  <a:lnTo>
                    <a:pt x="3687156" y="2090650"/>
                  </a:lnTo>
                  <a:lnTo>
                    <a:pt x="3687250" y="2090650"/>
                  </a:lnTo>
                  <a:lnTo>
                    <a:pt x="3687344" y="2090650"/>
                  </a:lnTo>
                  <a:lnTo>
                    <a:pt x="3687626" y="2090650"/>
                  </a:lnTo>
                  <a:lnTo>
                    <a:pt x="3688660" y="2090650"/>
                  </a:lnTo>
                  <a:lnTo>
                    <a:pt x="3688754" y="2090650"/>
                  </a:lnTo>
                  <a:lnTo>
                    <a:pt x="3689036" y="2090650"/>
                  </a:lnTo>
                  <a:lnTo>
                    <a:pt x="3689130" y="2090650"/>
                  </a:lnTo>
                  <a:lnTo>
                    <a:pt x="3689224" y="2090650"/>
                  </a:lnTo>
                  <a:lnTo>
                    <a:pt x="3689507" y="2090650"/>
                  </a:lnTo>
                  <a:lnTo>
                    <a:pt x="3689601" y="2090650"/>
                  </a:lnTo>
                  <a:lnTo>
                    <a:pt x="3689695" y="2090650"/>
                  </a:lnTo>
                  <a:lnTo>
                    <a:pt x="3690353" y="2090650"/>
                  </a:lnTo>
                  <a:lnTo>
                    <a:pt x="3690823" y="2090650"/>
                  </a:lnTo>
                  <a:lnTo>
                    <a:pt x="3691011" y="2090650"/>
                  </a:lnTo>
                  <a:lnTo>
                    <a:pt x="3691293" y="2090650"/>
                  </a:lnTo>
                  <a:lnTo>
                    <a:pt x="3691387" y="2090650"/>
                  </a:lnTo>
                  <a:lnTo>
                    <a:pt x="3691575" y="2090650"/>
                  </a:lnTo>
                  <a:lnTo>
                    <a:pt x="3691669" y="2090650"/>
                  </a:lnTo>
                  <a:lnTo>
                    <a:pt x="3691857" y="2090650"/>
                  </a:lnTo>
                  <a:lnTo>
                    <a:pt x="3691951" y="2090650"/>
                  </a:lnTo>
                  <a:lnTo>
                    <a:pt x="3692421" y="2090650"/>
                  </a:lnTo>
                  <a:lnTo>
                    <a:pt x="3692515" y="2090650"/>
                  </a:lnTo>
                  <a:lnTo>
                    <a:pt x="3692985" y="2090650"/>
                  </a:lnTo>
                  <a:lnTo>
                    <a:pt x="3693268" y="2090650"/>
                  </a:lnTo>
                  <a:lnTo>
                    <a:pt x="3693644" y="2090650"/>
                  </a:lnTo>
                  <a:lnTo>
                    <a:pt x="3693738" y="2090650"/>
                  </a:lnTo>
                  <a:lnTo>
                    <a:pt x="3693832" y="2090650"/>
                  </a:lnTo>
                  <a:lnTo>
                    <a:pt x="3694020" y="2090650"/>
                  </a:lnTo>
                  <a:lnTo>
                    <a:pt x="3694302" y="2090650"/>
                  </a:lnTo>
                  <a:lnTo>
                    <a:pt x="3694396" y="2090650"/>
                  </a:lnTo>
                  <a:lnTo>
                    <a:pt x="3695054" y="2090650"/>
                  </a:lnTo>
                  <a:lnTo>
                    <a:pt x="3695242" y="2090650"/>
                  </a:lnTo>
                  <a:lnTo>
                    <a:pt x="3695336" y="2090650"/>
                  </a:lnTo>
                  <a:lnTo>
                    <a:pt x="3695430" y="2090650"/>
                  </a:lnTo>
                  <a:lnTo>
                    <a:pt x="3695618" y="2090650"/>
                  </a:lnTo>
                  <a:lnTo>
                    <a:pt x="3695712" y="2090650"/>
                  </a:lnTo>
                  <a:lnTo>
                    <a:pt x="3695806" y="2090650"/>
                  </a:lnTo>
                  <a:lnTo>
                    <a:pt x="3695994" y="2085371"/>
                  </a:lnTo>
                  <a:lnTo>
                    <a:pt x="3696276" y="2085371"/>
                  </a:lnTo>
                  <a:lnTo>
                    <a:pt x="3696747" y="2085371"/>
                  </a:lnTo>
                  <a:lnTo>
                    <a:pt x="3696841" y="2085371"/>
                  </a:lnTo>
                  <a:lnTo>
                    <a:pt x="3697029" y="2085371"/>
                  </a:lnTo>
                  <a:lnTo>
                    <a:pt x="3697123" y="2085371"/>
                  </a:lnTo>
                  <a:lnTo>
                    <a:pt x="3697311" y="2085371"/>
                  </a:lnTo>
                  <a:lnTo>
                    <a:pt x="3697405" y="2085371"/>
                  </a:lnTo>
                  <a:lnTo>
                    <a:pt x="3697499" y="2085371"/>
                  </a:lnTo>
                  <a:lnTo>
                    <a:pt x="3697781" y="2085371"/>
                  </a:lnTo>
                  <a:lnTo>
                    <a:pt x="3698063" y="2085371"/>
                  </a:lnTo>
                  <a:lnTo>
                    <a:pt x="3698157" y="2085371"/>
                  </a:lnTo>
                  <a:lnTo>
                    <a:pt x="3698251" y="2085371"/>
                  </a:lnTo>
                  <a:lnTo>
                    <a:pt x="3698533" y="2085371"/>
                  </a:lnTo>
                  <a:lnTo>
                    <a:pt x="3699003" y="2085371"/>
                  </a:lnTo>
                  <a:lnTo>
                    <a:pt x="3699285" y="2085371"/>
                  </a:lnTo>
                  <a:lnTo>
                    <a:pt x="3699567" y="2085371"/>
                  </a:lnTo>
                  <a:lnTo>
                    <a:pt x="3699661" y="2085371"/>
                  </a:lnTo>
                  <a:lnTo>
                    <a:pt x="3699755" y="2080092"/>
                  </a:lnTo>
                  <a:lnTo>
                    <a:pt x="3699943" y="2080092"/>
                  </a:lnTo>
                  <a:lnTo>
                    <a:pt x="3700037" y="2080092"/>
                  </a:lnTo>
                  <a:lnTo>
                    <a:pt x="3700320" y="2080092"/>
                  </a:lnTo>
                  <a:lnTo>
                    <a:pt x="3700508" y="2080092"/>
                  </a:lnTo>
                  <a:lnTo>
                    <a:pt x="3700978" y="2080092"/>
                  </a:lnTo>
                  <a:lnTo>
                    <a:pt x="3701072" y="2080092"/>
                  </a:lnTo>
                  <a:lnTo>
                    <a:pt x="3701542" y="2080092"/>
                  </a:lnTo>
                  <a:lnTo>
                    <a:pt x="3701730" y="2080092"/>
                  </a:lnTo>
                  <a:lnTo>
                    <a:pt x="3702670" y="2080092"/>
                  </a:lnTo>
                  <a:lnTo>
                    <a:pt x="3702764" y="2080092"/>
                  </a:lnTo>
                  <a:lnTo>
                    <a:pt x="3702858" y="2080092"/>
                  </a:lnTo>
                  <a:lnTo>
                    <a:pt x="3703140" y="2080092"/>
                  </a:lnTo>
                  <a:lnTo>
                    <a:pt x="3703234" y="2080092"/>
                  </a:lnTo>
                  <a:lnTo>
                    <a:pt x="3703516" y="2080092"/>
                  </a:lnTo>
                  <a:lnTo>
                    <a:pt x="3704081" y="2080092"/>
                  </a:lnTo>
                  <a:lnTo>
                    <a:pt x="3704175" y="2080092"/>
                  </a:lnTo>
                  <a:lnTo>
                    <a:pt x="3704269" y="2080092"/>
                  </a:lnTo>
                  <a:lnTo>
                    <a:pt x="3704739" y="2080092"/>
                  </a:lnTo>
                  <a:lnTo>
                    <a:pt x="3704833" y="2080092"/>
                  </a:lnTo>
                  <a:lnTo>
                    <a:pt x="3704927" y="2080092"/>
                  </a:lnTo>
                  <a:lnTo>
                    <a:pt x="3705021" y="2080092"/>
                  </a:lnTo>
                  <a:lnTo>
                    <a:pt x="3705209" y="2080092"/>
                  </a:lnTo>
                  <a:lnTo>
                    <a:pt x="3705303" y="2080092"/>
                  </a:lnTo>
                  <a:lnTo>
                    <a:pt x="3705397" y="2080092"/>
                  </a:lnTo>
                  <a:lnTo>
                    <a:pt x="3705491" y="2080092"/>
                  </a:lnTo>
                  <a:lnTo>
                    <a:pt x="3705679" y="2080092"/>
                  </a:lnTo>
                  <a:lnTo>
                    <a:pt x="3705961" y="2080092"/>
                  </a:lnTo>
                  <a:lnTo>
                    <a:pt x="3706431" y="2080092"/>
                  </a:lnTo>
                  <a:lnTo>
                    <a:pt x="3706807" y="2080092"/>
                  </a:lnTo>
                  <a:lnTo>
                    <a:pt x="3706901" y="2080092"/>
                  </a:lnTo>
                  <a:lnTo>
                    <a:pt x="3707089" y="2080092"/>
                  </a:lnTo>
                  <a:lnTo>
                    <a:pt x="3707560" y="2080092"/>
                  </a:lnTo>
                  <a:lnTo>
                    <a:pt x="3707748" y="2080092"/>
                  </a:lnTo>
                  <a:lnTo>
                    <a:pt x="3707842" y="2080092"/>
                  </a:lnTo>
                  <a:lnTo>
                    <a:pt x="3708124" y="2080092"/>
                  </a:lnTo>
                  <a:lnTo>
                    <a:pt x="3708218" y="2080092"/>
                  </a:lnTo>
                  <a:lnTo>
                    <a:pt x="3708688" y="2080092"/>
                  </a:lnTo>
                  <a:lnTo>
                    <a:pt x="3708782" y="2080092"/>
                  </a:lnTo>
                  <a:lnTo>
                    <a:pt x="3708970" y="2080092"/>
                  </a:lnTo>
                  <a:lnTo>
                    <a:pt x="3709064" y="2080092"/>
                  </a:lnTo>
                  <a:lnTo>
                    <a:pt x="3709158" y="2080092"/>
                  </a:lnTo>
                  <a:lnTo>
                    <a:pt x="3710098" y="2080092"/>
                  </a:lnTo>
                  <a:lnTo>
                    <a:pt x="3710474" y="2080092"/>
                  </a:lnTo>
                  <a:lnTo>
                    <a:pt x="3710757" y="2080092"/>
                  </a:lnTo>
                  <a:lnTo>
                    <a:pt x="3711039" y="2080092"/>
                  </a:lnTo>
                  <a:lnTo>
                    <a:pt x="3711133" y="2080092"/>
                  </a:lnTo>
                  <a:lnTo>
                    <a:pt x="3711321" y="2080092"/>
                  </a:lnTo>
                  <a:lnTo>
                    <a:pt x="3711509" y="2080092"/>
                  </a:lnTo>
                  <a:lnTo>
                    <a:pt x="3711603" y="2080092"/>
                  </a:lnTo>
                  <a:lnTo>
                    <a:pt x="3711885" y="2080092"/>
                  </a:lnTo>
                  <a:lnTo>
                    <a:pt x="3712073" y="2074812"/>
                  </a:lnTo>
                  <a:lnTo>
                    <a:pt x="3712355" y="2074812"/>
                  </a:lnTo>
                  <a:lnTo>
                    <a:pt x="3712543" y="2074812"/>
                  </a:lnTo>
                  <a:lnTo>
                    <a:pt x="3712825" y="2074812"/>
                  </a:lnTo>
                  <a:lnTo>
                    <a:pt x="3712919" y="2074812"/>
                  </a:lnTo>
                  <a:lnTo>
                    <a:pt x="3713013" y="2074812"/>
                  </a:lnTo>
                  <a:lnTo>
                    <a:pt x="3713577" y="2074812"/>
                  </a:lnTo>
                  <a:lnTo>
                    <a:pt x="3713953" y="2074812"/>
                  </a:lnTo>
                  <a:lnTo>
                    <a:pt x="3714047" y="2074812"/>
                  </a:lnTo>
                  <a:lnTo>
                    <a:pt x="3714141" y="2074812"/>
                  </a:lnTo>
                  <a:lnTo>
                    <a:pt x="3714235" y="2074812"/>
                  </a:lnTo>
                  <a:lnTo>
                    <a:pt x="3716680" y="2069533"/>
                  </a:lnTo>
                  <a:lnTo>
                    <a:pt x="3716962" y="2069533"/>
                  </a:lnTo>
                  <a:lnTo>
                    <a:pt x="3717338" y="2069533"/>
                  </a:lnTo>
                  <a:lnTo>
                    <a:pt x="3717526" y="2069533"/>
                  </a:lnTo>
                  <a:lnTo>
                    <a:pt x="3717714" y="2069533"/>
                  </a:lnTo>
                  <a:lnTo>
                    <a:pt x="3717808" y="2069533"/>
                  </a:lnTo>
                  <a:lnTo>
                    <a:pt x="3718185" y="2069533"/>
                  </a:lnTo>
                  <a:lnTo>
                    <a:pt x="3718279" y="2069533"/>
                  </a:lnTo>
                  <a:lnTo>
                    <a:pt x="3719031" y="2069533"/>
                  </a:lnTo>
                  <a:lnTo>
                    <a:pt x="3719125" y="2069533"/>
                  </a:lnTo>
                  <a:lnTo>
                    <a:pt x="3719595" y="2069533"/>
                  </a:lnTo>
                  <a:lnTo>
                    <a:pt x="3720159" y="2069533"/>
                  </a:lnTo>
                  <a:lnTo>
                    <a:pt x="3720347" y="2069533"/>
                  </a:lnTo>
                  <a:lnTo>
                    <a:pt x="3720723" y="2069533"/>
                  </a:lnTo>
                  <a:lnTo>
                    <a:pt x="3720817" y="2064253"/>
                  </a:lnTo>
                  <a:lnTo>
                    <a:pt x="3721005" y="2064253"/>
                  </a:lnTo>
                  <a:lnTo>
                    <a:pt x="3721099" y="2064253"/>
                  </a:lnTo>
                  <a:lnTo>
                    <a:pt x="3721287" y="2064253"/>
                  </a:lnTo>
                  <a:lnTo>
                    <a:pt x="3721382" y="2064253"/>
                  </a:lnTo>
                  <a:lnTo>
                    <a:pt x="3721570" y="2064253"/>
                  </a:lnTo>
                  <a:lnTo>
                    <a:pt x="3721664" y="2064253"/>
                  </a:lnTo>
                  <a:lnTo>
                    <a:pt x="3721852" y="2064253"/>
                  </a:lnTo>
                  <a:lnTo>
                    <a:pt x="3722134" y="2064253"/>
                  </a:lnTo>
                  <a:lnTo>
                    <a:pt x="3722228" y="2064253"/>
                  </a:lnTo>
                  <a:lnTo>
                    <a:pt x="3722322" y="2064253"/>
                  </a:lnTo>
                  <a:lnTo>
                    <a:pt x="3723168" y="2064253"/>
                  </a:lnTo>
                  <a:lnTo>
                    <a:pt x="3723450" y="2064253"/>
                  </a:lnTo>
                  <a:lnTo>
                    <a:pt x="3724014" y="2064253"/>
                  </a:lnTo>
                  <a:lnTo>
                    <a:pt x="3724578" y="2058974"/>
                  </a:lnTo>
                  <a:lnTo>
                    <a:pt x="3724672" y="2058974"/>
                  </a:lnTo>
                  <a:lnTo>
                    <a:pt x="3724766" y="2058974"/>
                  </a:lnTo>
                  <a:lnTo>
                    <a:pt x="3725143" y="2058974"/>
                  </a:lnTo>
                  <a:lnTo>
                    <a:pt x="3725613" y="2053694"/>
                  </a:lnTo>
                  <a:lnTo>
                    <a:pt x="3725989" y="2053694"/>
                  </a:lnTo>
                  <a:lnTo>
                    <a:pt x="3726083" y="2053694"/>
                  </a:lnTo>
                  <a:lnTo>
                    <a:pt x="3726177" y="2053694"/>
                  </a:lnTo>
                  <a:lnTo>
                    <a:pt x="3726271" y="2053694"/>
                  </a:lnTo>
                  <a:lnTo>
                    <a:pt x="3726835" y="2053694"/>
                  </a:lnTo>
                  <a:lnTo>
                    <a:pt x="3727023" y="2053694"/>
                  </a:lnTo>
                  <a:lnTo>
                    <a:pt x="3727211" y="2053694"/>
                  </a:lnTo>
                  <a:lnTo>
                    <a:pt x="3727305" y="2053694"/>
                  </a:lnTo>
                  <a:lnTo>
                    <a:pt x="3727681" y="2053694"/>
                  </a:lnTo>
                  <a:lnTo>
                    <a:pt x="3728433" y="2053694"/>
                  </a:lnTo>
                  <a:lnTo>
                    <a:pt x="3728716" y="2053694"/>
                  </a:lnTo>
                  <a:lnTo>
                    <a:pt x="3728998" y="2053694"/>
                  </a:lnTo>
                  <a:lnTo>
                    <a:pt x="3729280" y="2053694"/>
                  </a:lnTo>
                  <a:lnTo>
                    <a:pt x="3729562" y="2043136"/>
                  </a:lnTo>
                  <a:lnTo>
                    <a:pt x="3729938" y="2043136"/>
                  </a:lnTo>
                  <a:lnTo>
                    <a:pt x="3730220" y="2043136"/>
                  </a:lnTo>
                  <a:lnTo>
                    <a:pt x="3730408" y="2043136"/>
                  </a:lnTo>
                  <a:lnTo>
                    <a:pt x="3731160" y="2043136"/>
                  </a:lnTo>
                  <a:lnTo>
                    <a:pt x="3731724" y="2043136"/>
                  </a:lnTo>
                  <a:lnTo>
                    <a:pt x="3731818" y="2043136"/>
                  </a:lnTo>
                  <a:lnTo>
                    <a:pt x="3731912" y="2043136"/>
                  </a:lnTo>
                  <a:lnTo>
                    <a:pt x="3732101" y="2043136"/>
                  </a:lnTo>
                  <a:lnTo>
                    <a:pt x="3732195" y="2043136"/>
                  </a:lnTo>
                  <a:lnTo>
                    <a:pt x="3732289" y="2043136"/>
                  </a:lnTo>
                  <a:lnTo>
                    <a:pt x="3732947" y="2043136"/>
                  </a:lnTo>
                  <a:lnTo>
                    <a:pt x="3733041" y="2043136"/>
                  </a:lnTo>
                  <a:lnTo>
                    <a:pt x="3733417" y="2043136"/>
                  </a:lnTo>
                  <a:lnTo>
                    <a:pt x="3733511" y="2043136"/>
                  </a:lnTo>
                  <a:lnTo>
                    <a:pt x="3733605" y="2043136"/>
                  </a:lnTo>
                  <a:lnTo>
                    <a:pt x="3733699" y="2043136"/>
                  </a:lnTo>
                  <a:lnTo>
                    <a:pt x="3734075" y="2043136"/>
                  </a:lnTo>
                  <a:lnTo>
                    <a:pt x="3734169" y="2043136"/>
                  </a:lnTo>
                  <a:lnTo>
                    <a:pt x="3734451" y="2043136"/>
                  </a:lnTo>
                  <a:lnTo>
                    <a:pt x="3734733" y="2043136"/>
                  </a:lnTo>
                  <a:lnTo>
                    <a:pt x="3735015" y="2043136"/>
                  </a:lnTo>
                  <a:lnTo>
                    <a:pt x="3735203" y="2043136"/>
                  </a:lnTo>
                  <a:lnTo>
                    <a:pt x="3735297" y="2043136"/>
                  </a:lnTo>
                  <a:lnTo>
                    <a:pt x="3735674" y="2043136"/>
                  </a:lnTo>
                  <a:lnTo>
                    <a:pt x="3736050" y="2043136"/>
                  </a:lnTo>
                  <a:lnTo>
                    <a:pt x="3736144" y="2043136"/>
                  </a:lnTo>
                  <a:lnTo>
                    <a:pt x="3736238" y="2043136"/>
                  </a:lnTo>
                  <a:lnTo>
                    <a:pt x="3736990" y="2043136"/>
                  </a:lnTo>
                  <a:lnTo>
                    <a:pt x="3737084" y="2043136"/>
                  </a:lnTo>
                  <a:lnTo>
                    <a:pt x="3737460" y="2043136"/>
                  </a:lnTo>
                  <a:lnTo>
                    <a:pt x="3737554" y="2043136"/>
                  </a:lnTo>
                  <a:lnTo>
                    <a:pt x="3737742" y="2043136"/>
                  </a:lnTo>
                  <a:lnTo>
                    <a:pt x="3738024" y="2043136"/>
                  </a:lnTo>
                  <a:lnTo>
                    <a:pt x="3738212" y="2043136"/>
                  </a:lnTo>
                  <a:lnTo>
                    <a:pt x="3738212" y="2037856"/>
                  </a:lnTo>
                  <a:lnTo>
                    <a:pt x="3738306" y="2032577"/>
                  </a:lnTo>
                  <a:lnTo>
                    <a:pt x="3739341" y="2032577"/>
                  </a:lnTo>
                  <a:lnTo>
                    <a:pt x="3739435" y="2032577"/>
                  </a:lnTo>
                  <a:lnTo>
                    <a:pt x="3739529" y="2032577"/>
                  </a:lnTo>
                  <a:lnTo>
                    <a:pt x="3739717" y="2032577"/>
                  </a:lnTo>
                  <a:lnTo>
                    <a:pt x="3739811" y="2032577"/>
                  </a:lnTo>
                  <a:lnTo>
                    <a:pt x="3740281" y="2032577"/>
                  </a:lnTo>
                  <a:lnTo>
                    <a:pt x="3740375" y="2032577"/>
                  </a:lnTo>
                  <a:lnTo>
                    <a:pt x="3740563" y="2032577"/>
                  </a:lnTo>
                  <a:lnTo>
                    <a:pt x="3740751" y="2032577"/>
                  </a:lnTo>
                  <a:lnTo>
                    <a:pt x="3741033" y="2032577"/>
                  </a:lnTo>
                  <a:lnTo>
                    <a:pt x="3741503" y="2032577"/>
                  </a:lnTo>
                  <a:lnTo>
                    <a:pt x="3741879" y="2032577"/>
                  </a:lnTo>
                  <a:lnTo>
                    <a:pt x="3742631" y="2032577"/>
                  </a:lnTo>
                  <a:lnTo>
                    <a:pt x="3742820" y="2032577"/>
                  </a:lnTo>
                  <a:lnTo>
                    <a:pt x="3742914" y="2032577"/>
                  </a:lnTo>
                  <a:lnTo>
                    <a:pt x="3743008" y="2032577"/>
                  </a:lnTo>
                  <a:lnTo>
                    <a:pt x="3743196" y="2032577"/>
                  </a:lnTo>
                  <a:lnTo>
                    <a:pt x="3743290" y="2032577"/>
                  </a:lnTo>
                  <a:lnTo>
                    <a:pt x="3743572" y="2032577"/>
                  </a:lnTo>
                  <a:lnTo>
                    <a:pt x="3743666" y="2032577"/>
                  </a:lnTo>
                  <a:lnTo>
                    <a:pt x="3743760" y="2032577"/>
                  </a:lnTo>
                  <a:lnTo>
                    <a:pt x="3743854" y="2032577"/>
                  </a:lnTo>
                  <a:lnTo>
                    <a:pt x="3743948" y="2032577"/>
                  </a:lnTo>
                  <a:lnTo>
                    <a:pt x="3745264" y="2032577"/>
                  </a:lnTo>
                  <a:lnTo>
                    <a:pt x="3745452" y="2032577"/>
                  </a:lnTo>
                  <a:lnTo>
                    <a:pt x="3745828" y="2032577"/>
                  </a:lnTo>
                  <a:lnTo>
                    <a:pt x="3746110" y="2032577"/>
                  </a:lnTo>
                  <a:lnTo>
                    <a:pt x="3746299" y="2032577"/>
                  </a:lnTo>
                  <a:lnTo>
                    <a:pt x="3746487" y="2032577"/>
                  </a:lnTo>
                  <a:lnTo>
                    <a:pt x="3746957" y="2032577"/>
                  </a:lnTo>
                  <a:lnTo>
                    <a:pt x="3747333" y="2032577"/>
                  </a:lnTo>
                  <a:lnTo>
                    <a:pt x="3747521" y="2032577"/>
                  </a:lnTo>
                  <a:lnTo>
                    <a:pt x="3747709" y="2032577"/>
                  </a:lnTo>
                  <a:lnTo>
                    <a:pt x="3747803" y="2027297"/>
                  </a:lnTo>
                  <a:lnTo>
                    <a:pt x="3748085" y="2027297"/>
                  </a:lnTo>
                  <a:lnTo>
                    <a:pt x="3748555" y="2027297"/>
                  </a:lnTo>
                  <a:lnTo>
                    <a:pt x="3748649" y="2027297"/>
                  </a:lnTo>
                  <a:lnTo>
                    <a:pt x="3749307" y="2027297"/>
                  </a:lnTo>
                  <a:lnTo>
                    <a:pt x="3749589" y="2027297"/>
                  </a:lnTo>
                  <a:lnTo>
                    <a:pt x="3749872" y="2027297"/>
                  </a:lnTo>
                  <a:lnTo>
                    <a:pt x="3750060" y="2027297"/>
                  </a:lnTo>
                  <a:lnTo>
                    <a:pt x="3750154" y="2027297"/>
                  </a:lnTo>
                  <a:lnTo>
                    <a:pt x="3750248" y="2027297"/>
                  </a:lnTo>
                  <a:lnTo>
                    <a:pt x="3750342" y="2027297"/>
                  </a:lnTo>
                  <a:lnTo>
                    <a:pt x="3750530" y="2027297"/>
                  </a:lnTo>
                  <a:lnTo>
                    <a:pt x="3751188" y="2027297"/>
                  </a:lnTo>
                  <a:lnTo>
                    <a:pt x="3751564" y="2027297"/>
                  </a:lnTo>
                  <a:lnTo>
                    <a:pt x="3752222" y="2027297"/>
                  </a:lnTo>
                  <a:lnTo>
                    <a:pt x="3752316" y="2027297"/>
                  </a:lnTo>
                  <a:lnTo>
                    <a:pt x="3752410" y="2027297"/>
                  </a:lnTo>
                  <a:lnTo>
                    <a:pt x="3752692" y="2027297"/>
                  </a:lnTo>
                  <a:lnTo>
                    <a:pt x="3752786" y="2027297"/>
                  </a:lnTo>
                  <a:lnTo>
                    <a:pt x="3753162" y="2027297"/>
                  </a:lnTo>
                  <a:lnTo>
                    <a:pt x="3753351" y="2027297"/>
                  </a:lnTo>
                  <a:lnTo>
                    <a:pt x="3753633" y="2027297"/>
                  </a:lnTo>
                  <a:lnTo>
                    <a:pt x="3753727" y="2027297"/>
                  </a:lnTo>
                  <a:lnTo>
                    <a:pt x="3753821" y="2027297"/>
                  </a:lnTo>
                  <a:lnTo>
                    <a:pt x="3754761" y="2027297"/>
                  </a:lnTo>
                  <a:lnTo>
                    <a:pt x="3754855" y="2027297"/>
                  </a:lnTo>
                  <a:lnTo>
                    <a:pt x="3755325" y="2022018"/>
                  </a:lnTo>
                  <a:lnTo>
                    <a:pt x="3755607" y="2022018"/>
                  </a:lnTo>
                  <a:lnTo>
                    <a:pt x="3755701" y="2022018"/>
                  </a:lnTo>
                  <a:lnTo>
                    <a:pt x="3755889" y="2022018"/>
                  </a:lnTo>
                  <a:lnTo>
                    <a:pt x="3755983" y="2022018"/>
                  </a:lnTo>
                  <a:lnTo>
                    <a:pt x="3756171" y="2022018"/>
                  </a:lnTo>
                  <a:lnTo>
                    <a:pt x="3756641" y="2022018"/>
                  </a:lnTo>
                  <a:lnTo>
                    <a:pt x="3757112" y="2022018"/>
                  </a:lnTo>
                  <a:lnTo>
                    <a:pt x="3757300" y="2022018"/>
                  </a:lnTo>
                  <a:lnTo>
                    <a:pt x="3757488" y="2022018"/>
                  </a:lnTo>
                  <a:lnTo>
                    <a:pt x="3757676" y="2022018"/>
                  </a:lnTo>
                  <a:lnTo>
                    <a:pt x="3757864" y="2022018"/>
                  </a:lnTo>
                  <a:lnTo>
                    <a:pt x="3758052" y="2022018"/>
                  </a:lnTo>
                  <a:lnTo>
                    <a:pt x="3758334" y="2022018"/>
                  </a:lnTo>
                  <a:lnTo>
                    <a:pt x="3758616" y="2022018"/>
                  </a:lnTo>
                  <a:lnTo>
                    <a:pt x="3758710" y="2022018"/>
                  </a:lnTo>
                  <a:lnTo>
                    <a:pt x="3760308" y="2022018"/>
                  </a:lnTo>
                  <a:lnTo>
                    <a:pt x="3760403" y="2022018"/>
                  </a:lnTo>
                  <a:lnTo>
                    <a:pt x="3760497" y="2022018"/>
                  </a:lnTo>
                  <a:lnTo>
                    <a:pt x="3760873" y="2022018"/>
                  </a:lnTo>
                  <a:lnTo>
                    <a:pt x="3760967" y="2022018"/>
                  </a:lnTo>
                  <a:lnTo>
                    <a:pt x="3761343" y="2022018"/>
                  </a:lnTo>
                  <a:lnTo>
                    <a:pt x="3761437" y="2022018"/>
                  </a:lnTo>
                  <a:lnTo>
                    <a:pt x="3761531" y="2022018"/>
                  </a:lnTo>
                  <a:lnTo>
                    <a:pt x="3761625" y="2022018"/>
                  </a:lnTo>
                  <a:lnTo>
                    <a:pt x="3761907" y="2022018"/>
                  </a:lnTo>
                  <a:lnTo>
                    <a:pt x="3762001" y="2022018"/>
                  </a:lnTo>
                  <a:lnTo>
                    <a:pt x="3762283" y="2022018"/>
                  </a:lnTo>
                  <a:lnTo>
                    <a:pt x="3762377" y="2022018"/>
                  </a:lnTo>
                  <a:lnTo>
                    <a:pt x="3762471" y="2016738"/>
                  </a:lnTo>
                  <a:lnTo>
                    <a:pt x="3762565" y="2016738"/>
                  </a:lnTo>
                  <a:lnTo>
                    <a:pt x="3762847" y="2016738"/>
                  </a:lnTo>
                  <a:lnTo>
                    <a:pt x="3762941" y="2016738"/>
                  </a:lnTo>
                  <a:lnTo>
                    <a:pt x="3763599" y="2011459"/>
                  </a:lnTo>
                  <a:lnTo>
                    <a:pt x="3763881" y="2011459"/>
                  </a:lnTo>
                  <a:lnTo>
                    <a:pt x="3763976" y="2011459"/>
                  </a:lnTo>
                  <a:lnTo>
                    <a:pt x="3764164" y="2006180"/>
                  </a:lnTo>
                  <a:lnTo>
                    <a:pt x="3764540" y="2006180"/>
                  </a:lnTo>
                  <a:lnTo>
                    <a:pt x="3764634" y="2006180"/>
                  </a:lnTo>
                  <a:lnTo>
                    <a:pt x="3764728" y="2006180"/>
                  </a:lnTo>
                  <a:lnTo>
                    <a:pt x="3764916" y="2006180"/>
                  </a:lnTo>
                  <a:lnTo>
                    <a:pt x="3765010" y="2006180"/>
                  </a:lnTo>
                  <a:lnTo>
                    <a:pt x="3765198" y="2006180"/>
                  </a:lnTo>
                  <a:lnTo>
                    <a:pt x="3765480" y="2006180"/>
                  </a:lnTo>
                  <a:lnTo>
                    <a:pt x="3765574" y="2006180"/>
                  </a:lnTo>
                  <a:lnTo>
                    <a:pt x="3765856" y="2006180"/>
                  </a:lnTo>
                  <a:lnTo>
                    <a:pt x="3766514" y="2006180"/>
                  </a:lnTo>
                  <a:lnTo>
                    <a:pt x="3766608" y="2006180"/>
                  </a:lnTo>
                  <a:lnTo>
                    <a:pt x="3766702" y="2006180"/>
                  </a:lnTo>
                  <a:lnTo>
                    <a:pt x="3766890" y="2006180"/>
                  </a:lnTo>
                  <a:lnTo>
                    <a:pt x="3767925" y="2006180"/>
                  </a:lnTo>
                  <a:lnTo>
                    <a:pt x="3768395" y="2006180"/>
                  </a:lnTo>
                  <a:lnTo>
                    <a:pt x="3768865" y="2006180"/>
                  </a:lnTo>
                  <a:lnTo>
                    <a:pt x="3768959" y="2006180"/>
                  </a:lnTo>
                  <a:lnTo>
                    <a:pt x="3769147" y="2006180"/>
                  </a:lnTo>
                  <a:lnTo>
                    <a:pt x="3769523" y="2006180"/>
                  </a:lnTo>
                  <a:lnTo>
                    <a:pt x="3769711" y="2006180"/>
                  </a:lnTo>
                  <a:lnTo>
                    <a:pt x="3769805" y="2006180"/>
                  </a:lnTo>
                  <a:lnTo>
                    <a:pt x="3769899" y="2006180"/>
                  </a:lnTo>
                  <a:lnTo>
                    <a:pt x="3770745" y="2006180"/>
                  </a:lnTo>
                  <a:lnTo>
                    <a:pt x="3770839" y="2006180"/>
                  </a:lnTo>
                  <a:lnTo>
                    <a:pt x="3770933" y="2006180"/>
                  </a:lnTo>
                  <a:lnTo>
                    <a:pt x="3771404" y="2006180"/>
                  </a:lnTo>
                  <a:lnTo>
                    <a:pt x="3771592" y="2006180"/>
                  </a:lnTo>
                  <a:lnTo>
                    <a:pt x="3771780" y="2006180"/>
                  </a:lnTo>
                  <a:lnTo>
                    <a:pt x="3771874" y="2006180"/>
                  </a:lnTo>
                  <a:lnTo>
                    <a:pt x="3771968" y="2006180"/>
                  </a:lnTo>
                  <a:lnTo>
                    <a:pt x="3772626" y="2006180"/>
                  </a:lnTo>
                  <a:lnTo>
                    <a:pt x="3772720" y="2006180"/>
                  </a:lnTo>
                  <a:lnTo>
                    <a:pt x="3772814" y="2006180"/>
                  </a:lnTo>
                  <a:lnTo>
                    <a:pt x="3773002" y="2006180"/>
                  </a:lnTo>
                  <a:lnTo>
                    <a:pt x="3773284" y="2006180"/>
                  </a:lnTo>
                  <a:lnTo>
                    <a:pt x="3773566" y="2006180"/>
                  </a:lnTo>
                  <a:lnTo>
                    <a:pt x="3773942" y="2006180"/>
                  </a:lnTo>
                  <a:lnTo>
                    <a:pt x="3774130" y="2006180"/>
                  </a:lnTo>
                  <a:lnTo>
                    <a:pt x="3774224" y="2006180"/>
                  </a:lnTo>
                  <a:lnTo>
                    <a:pt x="3774318" y="2006180"/>
                  </a:lnTo>
                  <a:lnTo>
                    <a:pt x="3774601" y="2006180"/>
                  </a:lnTo>
                  <a:lnTo>
                    <a:pt x="3774695" y="2006180"/>
                  </a:lnTo>
                  <a:lnTo>
                    <a:pt x="3776011" y="2000900"/>
                  </a:lnTo>
                  <a:lnTo>
                    <a:pt x="3776105" y="2000900"/>
                  </a:lnTo>
                  <a:lnTo>
                    <a:pt x="3776199" y="2000900"/>
                  </a:lnTo>
                  <a:lnTo>
                    <a:pt x="3776857" y="2000900"/>
                  </a:lnTo>
                  <a:lnTo>
                    <a:pt x="3777045" y="2000900"/>
                  </a:lnTo>
                  <a:lnTo>
                    <a:pt x="3777233" y="2000900"/>
                  </a:lnTo>
                  <a:lnTo>
                    <a:pt x="3777515" y="2000900"/>
                  </a:lnTo>
                  <a:lnTo>
                    <a:pt x="3777609" y="2000900"/>
                  </a:lnTo>
                  <a:lnTo>
                    <a:pt x="3777703" y="2000900"/>
                  </a:lnTo>
                  <a:lnTo>
                    <a:pt x="3778079" y="2000900"/>
                  </a:lnTo>
                  <a:lnTo>
                    <a:pt x="3778268" y="2000900"/>
                  </a:lnTo>
                  <a:lnTo>
                    <a:pt x="3778926" y="2000900"/>
                  </a:lnTo>
                  <a:lnTo>
                    <a:pt x="3779114" y="2000900"/>
                  </a:lnTo>
                  <a:lnTo>
                    <a:pt x="3779208" y="2000900"/>
                  </a:lnTo>
                  <a:lnTo>
                    <a:pt x="3779302" y="2000900"/>
                  </a:lnTo>
                  <a:lnTo>
                    <a:pt x="3779396" y="2000900"/>
                  </a:lnTo>
                  <a:lnTo>
                    <a:pt x="3779490" y="1995621"/>
                  </a:lnTo>
                  <a:lnTo>
                    <a:pt x="3779772" y="1995621"/>
                  </a:lnTo>
                  <a:lnTo>
                    <a:pt x="3780148" y="1995621"/>
                  </a:lnTo>
                  <a:lnTo>
                    <a:pt x="3780242" y="1995621"/>
                  </a:lnTo>
                  <a:lnTo>
                    <a:pt x="3780618" y="1995621"/>
                  </a:lnTo>
                  <a:lnTo>
                    <a:pt x="3780994" y="1995621"/>
                  </a:lnTo>
                  <a:lnTo>
                    <a:pt x="3781182" y="1995621"/>
                  </a:lnTo>
                  <a:lnTo>
                    <a:pt x="3781370" y="1995621"/>
                  </a:lnTo>
                  <a:lnTo>
                    <a:pt x="3781464" y="1995621"/>
                  </a:lnTo>
                  <a:lnTo>
                    <a:pt x="3781841" y="1995621"/>
                  </a:lnTo>
                  <a:lnTo>
                    <a:pt x="3782499" y="1995621"/>
                  </a:lnTo>
                  <a:lnTo>
                    <a:pt x="3783063" y="1995621"/>
                  </a:lnTo>
                  <a:lnTo>
                    <a:pt x="3783157" y="1995621"/>
                  </a:lnTo>
                  <a:lnTo>
                    <a:pt x="3783345" y="1995621"/>
                  </a:lnTo>
                  <a:lnTo>
                    <a:pt x="3783533" y="1995621"/>
                  </a:lnTo>
                  <a:lnTo>
                    <a:pt x="3783721" y="1995621"/>
                  </a:lnTo>
                  <a:lnTo>
                    <a:pt x="3783815" y="1995621"/>
                  </a:lnTo>
                  <a:lnTo>
                    <a:pt x="3783909" y="1995621"/>
                  </a:lnTo>
                  <a:lnTo>
                    <a:pt x="3784191" y="1995621"/>
                  </a:lnTo>
                  <a:lnTo>
                    <a:pt x="3784285" y="1995621"/>
                  </a:lnTo>
                  <a:lnTo>
                    <a:pt x="3784567" y="1995621"/>
                  </a:lnTo>
                  <a:lnTo>
                    <a:pt x="3785508" y="1995621"/>
                  </a:lnTo>
                  <a:lnTo>
                    <a:pt x="3785602" y="1995621"/>
                  </a:lnTo>
                  <a:lnTo>
                    <a:pt x="3785884" y="1995621"/>
                  </a:lnTo>
                  <a:lnTo>
                    <a:pt x="3785978" y="1995621"/>
                  </a:lnTo>
                  <a:lnTo>
                    <a:pt x="3786166" y="1995621"/>
                  </a:lnTo>
                  <a:lnTo>
                    <a:pt x="3786542" y="1995621"/>
                  </a:lnTo>
                  <a:lnTo>
                    <a:pt x="3786730" y="1995621"/>
                  </a:lnTo>
                  <a:lnTo>
                    <a:pt x="3787294" y="1995621"/>
                  </a:lnTo>
                  <a:lnTo>
                    <a:pt x="3787388" y="1995621"/>
                  </a:lnTo>
                  <a:lnTo>
                    <a:pt x="3787482" y="1995621"/>
                  </a:lnTo>
                  <a:lnTo>
                    <a:pt x="3787576" y="1995621"/>
                  </a:lnTo>
                  <a:lnTo>
                    <a:pt x="3787858" y="1990341"/>
                  </a:lnTo>
                  <a:lnTo>
                    <a:pt x="3787952" y="1990341"/>
                  </a:lnTo>
                  <a:lnTo>
                    <a:pt x="3788046" y="1990341"/>
                  </a:lnTo>
                  <a:lnTo>
                    <a:pt x="3788328" y="1990341"/>
                  </a:lnTo>
                  <a:lnTo>
                    <a:pt x="3788987" y="1990341"/>
                  </a:lnTo>
                  <a:lnTo>
                    <a:pt x="3789081" y="1990341"/>
                  </a:lnTo>
                  <a:lnTo>
                    <a:pt x="3789363" y="1990341"/>
                  </a:lnTo>
                  <a:lnTo>
                    <a:pt x="3789739" y="1990341"/>
                  </a:lnTo>
                  <a:lnTo>
                    <a:pt x="3790303" y="1990341"/>
                  </a:lnTo>
                  <a:lnTo>
                    <a:pt x="3790491" y="1990341"/>
                  </a:lnTo>
                  <a:lnTo>
                    <a:pt x="3791337" y="1985062"/>
                  </a:lnTo>
                  <a:lnTo>
                    <a:pt x="3791431" y="1985062"/>
                  </a:lnTo>
                  <a:lnTo>
                    <a:pt x="3791525" y="1985062"/>
                  </a:lnTo>
                  <a:lnTo>
                    <a:pt x="3791619" y="1985062"/>
                  </a:lnTo>
                  <a:lnTo>
                    <a:pt x="3791713" y="1985062"/>
                  </a:lnTo>
                  <a:lnTo>
                    <a:pt x="3791807" y="1985062"/>
                  </a:lnTo>
                  <a:lnTo>
                    <a:pt x="3791995" y="1985062"/>
                  </a:lnTo>
                  <a:lnTo>
                    <a:pt x="3792560" y="1985062"/>
                  </a:lnTo>
                  <a:lnTo>
                    <a:pt x="3792748" y="1985062"/>
                  </a:lnTo>
                  <a:lnTo>
                    <a:pt x="3793124" y="1985062"/>
                  </a:lnTo>
                  <a:lnTo>
                    <a:pt x="3793218" y="1985062"/>
                  </a:lnTo>
                  <a:lnTo>
                    <a:pt x="3793312" y="1985062"/>
                  </a:lnTo>
                  <a:lnTo>
                    <a:pt x="3793406" y="1985062"/>
                  </a:lnTo>
                  <a:lnTo>
                    <a:pt x="3793688" y="1985062"/>
                  </a:lnTo>
                  <a:lnTo>
                    <a:pt x="3794346" y="1985062"/>
                  </a:lnTo>
                  <a:lnTo>
                    <a:pt x="3794628" y="1985062"/>
                  </a:lnTo>
                  <a:lnTo>
                    <a:pt x="3794722" y="1985062"/>
                  </a:lnTo>
                  <a:lnTo>
                    <a:pt x="3794816" y="1985062"/>
                  </a:lnTo>
                  <a:lnTo>
                    <a:pt x="3794910" y="1985062"/>
                  </a:lnTo>
                  <a:lnTo>
                    <a:pt x="3795192" y="1985062"/>
                  </a:lnTo>
                  <a:lnTo>
                    <a:pt x="3795945" y="1985062"/>
                  </a:lnTo>
                  <a:lnTo>
                    <a:pt x="3796039" y="1985062"/>
                  </a:lnTo>
                  <a:lnTo>
                    <a:pt x="3796133" y="1985062"/>
                  </a:lnTo>
                  <a:lnTo>
                    <a:pt x="3796415" y="1985062"/>
                  </a:lnTo>
                  <a:lnTo>
                    <a:pt x="3796791" y="1985062"/>
                  </a:lnTo>
                  <a:lnTo>
                    <a:pt x="3796885" y="1985062"/>
                  </a:lnTo>
                  <a:lnTo>
                    <a:pt x="3797543" y="1985062"/>
                  </a:lnTo>
                  <a:lnTo>
                    <a:pt x="3797731" y="1985062"/>
                  </a:lnTo>
                  <a:lnTo>
                    <a:pt x="3797919" y="1985062"/>
                  </a:lnTo>
                  <a:lnTo>
                    <a:pt x="3798013" y="1985062"/>
                  </a:lnTo>
                  <a:lnTo>
                    <a:pt x="3798201" y="1985062"/>
                  </a:lnTo>
                  <a:lnTo>
                    <a:pt x="3798389" y="1985062"/>
                  </a:lnTo>
                  <a:lnTo>
                    <a:pt x="3798765" y="1985062"/>
                  </a:lnTo>
                  <a:lnTo>
                    <a:pt x="3798953" y="1985062"/>
                  </a:lnTo>
                  <a:lnTo>
                    <a:pt x="3799047" y="1985062"/>
                  </a:lnTo>
                  <a:lnTo>
                    <a:pt x="3799706" y="1985062"/>
                  </a:lnTo>
                  <a:lnTo>
                    <a:pt x="3799800" y="1985062"/>
                  </a:lnTo>
                  <a:lnTo>
                    <a:pt x="3799894" y="1985062"/>
                  </a:lnTo>
                  <a:lnTo>
                    <a:pt x="3800364" y="1985062"/>
                  </a:lnTo>
                  <a:lnTo>
                    <a:pt x="3800458" y="1985062"/>
                  </a:lnTo>
                  <a:lnTo>
                    <a:pt x="3800458" y="1979782"/>
                  </a:lnTo>
                  <a:lnTo>
                    <a:pt x="3800552" y="1979782"/>
                  </a:lnTo>
                  <a:lnTo>
                    <a:pt x="3801116" y="1979782"/>
                  </a:lnTo>
                  <a:lnTo>
                    <a:pt x="3801210" y="1979782"/>
                  </a:lnTo>
                  <a:lnTo>
                    <a:pt x="3801586" y="1979782"/>
                  </a:lnTo>
                  <a:lnTo>
                    <a:pt x="3801774" y="1979782"/>
                  </a:lnTo>
                  <a:lnTo>
                    <a:pt x="3801868" y="1979782"/>
                  </a:lnTo>
                  <a:lnTo>
                    <a:pt x="3802150" y="1979782"/>
                  </a:lnTo>
                  <a:lnTo>
                    <a:pt x="3802244" y="1979782"/>
                  </a:lnTo>
                  <a:lnTo>
                    <a:pt x="3802526" y="1979782"/>
                  </a:lnTo>
                  <a:lnTo>
                    <a:pt x="3802903" y="1974503"/>
                  </a:lnTo>
                  <a:lnTo>
                    <a:pt x="3802997" y="1974503"/>
                  </a:lnTo>
                  <a:lnTo>
                    <a:pt x="3803091" y="1974503"/>
                  </a:lnTo>
                  <a:lnTo>
                    <a:pt x="3803185" y="1974503"/>
                  </a:lnTo>
                  <a:lnTo>
                    <a:pt x="3803655" y="1969224"/>
                  </a:lnTo>
                  <a:lnTo>
                    <a:pt x="3803843" y="1969224"/>
                  </a:lnTo>
                  <a:lnTo>
                    <a:pt x="3804219" y="1969224"/>
                  </a:lnTo>
                  <a:lnTo>
                    <a:pt x="3804407" y="1969224"/>
                  </a:lnTo>
                  <a:lnTo>
                    <a:pt x="3804501" y="1969224"/>
                  </a:lnTo>
                  <a:lnTo>
                    <a:pt x="3804689" y="1969224"/>
                  </a:lnTo>
                  <a:lnTo>
                    <a:pt x="3804783" y="1969224"/>
                  </a:lnTo>
                  <a:lnTo>
                    <a:pt x="3805159" y="1969224"/>
                  </a:lnTo>
                  <a:lnTo>
                    <a:pt x="3805629" y="1969224"/>
                  </a:lnTo>
                  <a:lnTo>
                    <a:pt x="3805911" y="1969224"/>
                  </a:lnTo>
                  <a:lnTo>
                    <a:pt x="3806099" y="1963944"/>
                  </a:lnTo>
                  <a:lnTo>
                    <a:pt x="3806381" y="1963944"/>
                  </a:lnTo>
                  <a:lnTo>
                    <a:pt x="3806476" y="1963944"/>
                  </a:lnTo>
                  <a:lnTo>
                    <a:pt x="3806570" y="1963944"/>
                  </a:lnTo>
                  <a:lnTo>
                    <a:pt x="3806664" y="1963944"/>
                  </a:lnTo>
                  <a:lnTo>
                    <a:pt x="3806758" y="1963944"/>
                  </a:lnTo>
                  <a:lnTo>
                    <a:pt x="3806852" y="1963944"/>
                  </a:lnTo>
                  <a:lnTo>
                    <a:pt x="3806946" y="1963944"/>
                  </a:lnTo>
                  <a:lnTo>
                    <a:pt x="3807040" y="1963944"/>
                  </a:lnTo>
                  <a:lnTo>
                    <a:pt x="3807134" y="1963944"/>
                  </a:lnTo>
                  <a:lnTo>
                    <a:pt x="3807228" y="1963944"/>
                  </a:lnTo>
                  <a:lnTo>
                    <a:pt x="3807510" y="1963944"/>
                  </a:lnTo>
                  <a:lnTo>
                    <a:pt x="3807886" y="1963944"/>
                  </a:lnTo>
                  <a:lnTo>
                    <a:pt x="3807980" y="1963944"/>
                  </a:lnTo>
                  <a:lnTo>
                    <a:pt x="3808356" y="1963944"/>
                  </a:lnTo>
                  <a:lnTo>
                    <a:pt x="3808544" y="1963944"/>
                  </a:lnTo>
                  <a:lnTo>
                    <a:pt x="3808826" y="1963944"/>
                  </a:lnTo>
                  <a:lnTo>
                    <a:pt x="3808920" y="1963944"/>
                  </a:lnTo>
                  <a:lnTo>
                    <a:pt x="3809014" y="1963944"/>
                  </a:lnTo>
                  <a:lnTo>
                    <a:pt x="3809108" y="1963944"/>
                  </a:lnTo>
                  <a:lnTo>
                    <a:pt x="3809390" y="1963944"/>
                  </a:lnTo>
                  <a:lnTo>
                    <a:pt x="3809484" y="1963944"/>
                  </a:lnTo>
                  <a:lnTo>
                    <a:pt x="3809578" y="1963944"/>
                  </a:lnTo>
                  <a:lnTo>
                    <a:pt x="3809672" y="1963944"/>
                  </a:lnTo>
                  <a:lnTo>
                    <a:pt x="3809672" y="1958665"/>
                  </a:lnTo>
                  <a:lnTo>
                    <a:pt x="3809766" y="1958665"/>
                  </a:lnTo>
                  <a:lnTo>
                    <a:pt x="3809860" y="1958665"/>
                  </a:lnTo>
                  <a:lnTo>
                    <a:pt x="3809954" y="1958665"/>
                  </a:lnTo>
                  <a:lnTo>
                    <a:pt x="3810237" y="1958665"/>
                  </a:lnTo>
                  <a:lnTo>
                    <a:pt x="3810519" y="1958665"/>
                  </a:lnTo>
                  <a:lnTo>
                    <a:pt x="3813998" y="1953385"/>
                  </a:lnTo>
                  <a:lnTo>
                    <a:pt x="3814186" y="1948106"/>
                  </a:lnTo>
                  <a:lnTo>
                    <a:pt x="3814280" y="1948106"/>
                  </a:lnTo>
                  <a:lnTo>
                    <a:pt x="3814374" y="1948106"/>
                  </a:lnTo>
                  <a:lnTo>
                    <a:pt x="3814656" y="1948106"/>
                  </a:lnTo>
                  <a:lnTo>
                    <a:pt x="3814750" y="1948106"/>
                  </a:lnTo>
                  <a:lnTo>
                    <a:pt x="3814844" y="1948106"/>
                  </a:lnTo>
                  <a:lnTo>
                    <a:pt x="3815126" y="1948106"/>
                  </a:lnTo>
                  <a:lnTo>
                    <a:pt x="3815314" y="1948106"/>
                  </a:lnTo>
                  <a:lnTo>
                    <a:pt x="3815596" y="1948106"/>
                  </a:lnTo>
                  <a:lnTo>
                    <a:pt x="3815690" y="1948106"/>
                  </a:lnTo>
                  <a:lnTo>
                    <a:pt x="3815784" y="1948106"/>
                  </a:lnTo>
                  <a:lnTo>
                    <a:pt x="3816442" y="1948106"/>
                  </a:lnTo>
                  <a:lnTo>
                    <a:pt x="3816536" y="1948106"/>
                  </a:lnTo>
                  <a:lnTo>
                    <a:pt x="3816630" y="1948106"/>
                  </a:lnTo>
                  <a:lnTo>
                    <a:pt x="3816818" y="1948106"/>
                  </a:lnTo>
                  <a:lnTo>
                    <a:pt x="3817006" y="1948106"/>
                  </a:lnTo>
                  <a:lnTo>
                    <a:pt x="3817101" y="1948106"/>
                  </a:lnTo>
                  <a:lnTo>
                    <a:pt x="3817477" y="1948106"/>
                  </a:lnTo>
                  <a:lnTo>
                    <a:pt x="3817665" y="1948106"/>
                  </a:lnTo>
                  <a:lnTo>
                    <a:pt x="3818135" y="1948106"/>
                  </a:lnTo>
                  <a:lnTo>
                    <a:pt x="3818229" y="1948106"/>
                  </a:lnTo>
                  <a:lnTo>
                    <a:pt x="3818511" y="1948106"/>
                  </a:lnTo>
                  <a:lnTo>
                    <a:pt x="3818605" y="1948106"/>
                  </a:lnTo>
                  <a:lnTo>
                    <a:pt x="3818793" y="1948106"/>
                  </a:lnTo>
                  <a:lnTo>
                    <a:pt x="3818887" y="1948106"/>
                  </a:lnTo>
                  <a:lnTo>
                    <a:pt x="3818981" y="1948106"/>
                  </a:lnTo>
                  <a:lnTo>
                    <a:pt x="3819075" y="1948106"/>
                  </a:lnTo>
                  <a:lnTo>
                    <a:pt x="3819263" y="1948106"/>
                  </a:lnTo>
                  <a:lnTo>
                    <a:pt x="3819357" y="1948106"/>
                  </a:lnTo>
                  <a:lnTo>
                    <a:pt x="3820015" y="1948106"/>
                  </a:lnTo>
                  <a:lnTo>
                    <a:pt x="3820203" y="1948106"/>
                  </a:lnTo>
                  <a:lnTo>
                    <a:pt x="3821144" y="1948106"/>
                  </a:lnTo>
                  <a:lnTo>
                    <a:pt x="3821520" y="1948106"/>
                  </a:lnTo>
                  <a:lnTo>
                    <a:pt x="3821614" y="1948106"/>
                  </a:lnTo>
                  <a:lnTo>
                    <a:pt x="3822084" y="1948106"/>
                  </a:lnTo>
                  <a:lnTo>
                    <a:pt x="3822366" y="1948106"/>
                  </a:lnTo>
                  <a:lnTo>
                    <a:pt x="3822460" y="1948106"/>
                  </a:lnTo>
                  <a:lnTo>
                    <a:pt x="3822930" y="1948106"/>
                  </a:lnTo>
                  <a:lnTo>
                    <a:pt x="3823024" y="1948106"/>
                  </a:lnTo>
                  <a:lnTo>
                    <a:pt x="3823118" y="1942827"/>
                  </a:lnTo>
                  <a:lnTo>
                    <a:pt x="3823682" y="1942827"/>
                  </a:lnTo>
                  <a:lnTo>
                    <a:pt x="3823870" y="1942827"/>
                  </a:lnTo>
                  <a:lnTo>
                    <a:pt x="3824058" y="1937547"/>
                  </a:lnTo>
                  <a:lnTo>
                    <a:pt x="3824717" y="1937547"/>
                  </a:lnTo>
                  <a:lnTo>
                    <a:pt x="3824811" y="1937547"/>
                  </a:lnTo>
                  <a:lnTo>
                    <a:pt x="3825093" y="1937547"/>
                  </a:lnTo>
                  <a:lnTo>
                    <a:pt x="3825657" y="1937547"/>
                  </a:lnTo>
                  <a:lnTo>
                    <a:pt x="3826033" y="1937547"/>
                  </a:lnTo>
                  <a:lnTo>
                    <a:pt x="3826127" y="1937547"/>
                  </a:lnTo>
                  <a:lnTo>
                    <a:pt x="3826597" y="1937547"/>
                  </a:lnTo>
                  <a:lnTo>
                    <a:pt x="3826691" y="1937547"/>
                  </a:lnTo>
                  <a:lnTo>
                    <a:pt x="3827067" y="1937547"/>
                  </a:lnTo>
                  <a:lnTo>
                    <a:pt x="3827161" y="1937547"/>
                  </a:lnTo>
                  <a:lnTo>
                    <a:pt x="3827537" y="1937547"/>
                  </a:lnTo>
                  <a:lnTo>
                    <a:pt x="3827820" y="1937547"/>
                  </a:lnTo>
                  <a:lnTo>
                    <a:pt x="3827914" y="1937547"/>
                  </a:lnTo>
                  <a:lnTo>
                    <a:pt x="3828008" y="1937547"/>
                  </a:lnTo>
                  <a:lnTo>
                    <a:pt x="3828102" y="1937547"/>
                  </a:lnTo>
                  <a:lnTo>
                    <a:pt x="3828290" y="1937547"/>
                  </a:lnTo>
                  <a:lnTo>
                    <a:pt x="3828384" y="1937547"/>
                  </a:lnTo>
                  <a:lnTo>
                    <a:pt x="3828948" y="1937547"/>
                  </a:lnTo>
                  <a:lnTo>
                    <a:pt x="3829136" y="1937547"/>
                  </a:lnTo>
                  <a:lnTo>
                    <a:pt x="3829230" y="1937547"/>
                  </a:lnTo>
                  <a:lnTo>
                    <a:pt x="3829324" y="1937547"/>
                  </a:lnTo>
                  <a:lnTo>
                    <a:pt x="3829418" y="1937547"/>
                  </a:lnTo>
                  <a:lnTo>
                    <a:pt x="3829606" y="1937547"/>
                  </a:lnTo>
                  <a:lnTo>
                    <a:pt x="3829888" y="1937547"/>
                  </a:lnTo>
                  <a:lnTo>
                    <a:pt x="3830170" y="1937547"/>
                  </a:lnTo>
                  <a:lnTo>
                    <a:pt x="3830828" y="1937547"/>
                  </a:lnTo>
                  <a:lnTo>
                    <a:pt x="3830922" y="1937547"/>
                  </a:lnTo>
                  <a:lnTo>
                    <a:pt x="3831110" y="1937547"/>
                  </a:lnTo>
                  <a:lnTo>
                    <a:pt x="3831204" y="1937547"/>
                  </a:lnTo>
                  <a:lnTo>
                    <a:pt x="3831299" y="1937547"/>
                  </a:lnTo>
                  <a:lnTo>
                    <a:pt x="3831393" y="1937547"/>
                  </a:lnTo>
                  <a:lnTo>
                    <a:pt x="3831675" y="1937547"/>
                  </a:lnTo>
                  <a:lnTo>
                    <a:pt x="3831769" y="1937547"/>
                  </a:lnTo>
                  <a:lnTo>
                    <a:pt x="3832051" y="1937547"/>
                  </a:lnTo>
                  <a:lnTo>
                    <a:pt x="3832145" y="1937547"/>
                  </a:lnTo>
                  <a:lnTo>
                    <a:pt x="3832239" y="1937547"/>
                  </a:lnTo>
                  <a:lnTo>
                    <a:pt x="3832333" y="1937547"/>
                  </a:lnTo>
                  <a:lnTo>
                    <a:pt x="3833461" y="1937547"/>
                  </a:lnTo>
                  <a:lnTo>
                    <a:pt x="3833931" y="1937547"/>
                  </a:lnTo>
                  <a:lnTo>
                    <a:pt x="3834025" y="1937547"/>
                  </a:lnTo>
                  <a:lnTo>
                    <a:pt x="3834213" y="1932268"/>
                  </a:lnTo>
                  <a:lnTo>
                    <a:pt x="3834683" y="1932268"/>
                  </a:lnTo>
                  <a:lnTo>
                    <a:pt x="3835060" y="1932268"/>
                  </a:lnTo>
                  <a:lnTo>
                    <a:pt x="3835436" y="1932268"/>
                  </a:lnTo>
                  <a:lnTo>
                    <a:pt x="3835718" y="1932268"/>
                  </a:lnTo>
                  <a:lnTo>
                    <a:pt x="3835812" y="1932268"/>
                  </a:lnTo>
                  <a:lnTo>
                    <a:pt x="3835906" y="1932268"/>
                  </a:lnTo>
                  <a:lnTo>
                    <a:pt x="3836000" y="1932268"/>
                  </a:lnTo>
                  <a:lnTo>
                    <a:pt x="3836188" y="1932268"/>
                  </a:lnTo>
                  <a:lnTo>
                    <a:pt x="3836564" y="1932268"/>
                  </a:lnTo>
                  <a:lnTo>
                    <a:pt x="3836752" y="1932268"/>
                  </a:lnTo>
                  <a:lnTo>
                    <a:pt x="3837222" y="1932268"/>
                  </a:lnTo>
                  <a:lnTo>
                    <a:pt x="3837410" y="1932268"/>
                  </a:lnTo>
                  <a:lnTo>
                    <a:pt x="3837504" y="1926988"/>
                  </a:lnTo>
                  <a:lnTo>
                    <a:pt x="3837786" y="1926988"/>
                  </a:lnTo>
                  <a:lnTo>
                    <a:pt x="3837974" y="1926988"/>
                  </a:lnTo>
                  <a:lnTo>
                    <a:pt x="3838727" y="1926988"/>
                  </a:lnTo>
                  <a:lnTo>
                    <a:pt x="3838821" y="1926988"/>
                  </a:lnTo>
                  <a:lnTo>
                    <a:pt x="3838915" y="1926988"/>
                  </a:lnTo>
                  <a:lnTo>
                    <a:pt x="3839197" y="1921709"/>
                  </a:lnTo>
                  <a:lnTo>
                    <a:pt x="3839291" y="1921709"/>
                  </a:lnTo>
                  <a:lnTo>
                    <a:pt x="3839385" y="1921709"/>
                  </a:lnTo>
                  <a:lnTo>
                    <a:pt x="3839667" y="1921709"/>
                  </a:lnTo>
                  <a:lnTo>
                    <a:pt x="3839761" y="1921709"/>
                  </a:lnTo>
                  <a:lnTo>
                    <a:pt x="3840231" y="1921709"/>
                  </a:lnTo>
                  <a:lnTo>
                    <a:pt x="3840419" y="1921709"/>
                  </a:lnTo>
                  <a:lnTo>
                    <a:pt x="3840513" y="1921709"/>
                  </a:lnTo>
                  <a:lnTo>
                    <a:pt x="3840701" y="1921709"/>
                  </a:lnTo>
                  <a:lnTo>
                    <a:pt x="3841077" y="1921709"/>
                  </a:lnTo>
                  <a:lnTo>
                    <a:pt x="3841359" y="1921709"/>
                  </a:lnTo>
                  <a:lnTo>
                    <a:pt x="3842018" y="1921709"/>
                  </a:lnTo>
                  <a:lnTo>
                    <a:pt x="3842112" y="1921709"/>
                  </a:lnTo>
                  <a:lnTo>
                    <a:pt x="3842206" y="1921709"/>
                  </a:lnTo>
                  <a:lnTo>
                    <a:pt x="3842394" y="1921709"/>
                  </a:lnTo>
                  <a:lnTo>
                    <a:pt x="3842488" y="1921709"/>
                  </a:lnTo>
                  <a:lnTo>
                    <a:pt x="3842770" y="1921709"/>
                  </a:lnTo>
                  <a:lnTo>
                    <a:pt x="3842864" y="1921709"/>
                  </a:lnTo>
                  <a:lnTo>
                    <a:pt x="3843052" y="1921709"/>
                  </a:lnTo>
                  <a:lnTo>
                    <a:pt x="3844744" y="1921709"/>
                  </a:lnTo>
                  <a:lnTo>
                    <a:pt x="3845120" y="1916429"/>
                  </a:lnTo>
                  <a:lnTo>
                    <a:pt x="3845308" y="1916429"/>
                  </a:lnTo>
                  <a:lnTo>
                    <a:pt x="3845497" y="1916429"/>
                  </a:lnTo>
                  <a:lnTo>
                    <a:pt x="3845873" y="1916429"/>
                  </a:lnTo>
                  <a:lnTo>
                    <a:pt x="3846155" y="1916429"/>
                  </a:lnTo>
                  <a:lnTo>
                    <a:pt x="3846437" y="1916429"/>
                  </a:lnTo>
                  <a:lnTo>
                    <a:pt x="3846813" y="1916429"/>
                  </a:lnTo>
                  <a:lnTo>
                    <a:pt x="3847283" y="1916429"/>
                  </a:lnTo>
                  <a:lnTo>
                    <a:pt x="3847565" y="1916429"/>
                  </a:lnTo>
                  <a:lnTo>
                    <a:pt x="3847659" y="1916429"/>
                  </a:lnTo>
                  <a:lnTo>
                    <a:pt x="3847753" y="1916429"/>
                  </a:lnTo>
                  <a:lnTo>
                    <a:pt x="3847847" y="1916429"/>
                  </a:lnTo>
                  <a:lnTo>
                    <a:pt x="3847941" y="1916429"/>
                  </a:lnTo>
                  <a:lnTo>
                    <a:pt x="3848317" y="1916429"/>
                  </a:lnTo>
                  <a:lnTo>
                    <a:pt x="3849164" y="1916429"/>
                  </a:lnTo>
                  <a:lnTo>
                    <a:pt x="3849352" y="1916429"/>
                  </a:lnTo>
                  <a:lnTo>
                    <a:pt x="3849540" y="1916429"/>
                  </a:lnTo>
                  <a:lnTo>
                    <a:pt x="3849634" y="1916429"/>
                  </a:lnTo>
                  <a:lnTo>
                    <a:pt x="3849728" y="1916429"/>
                  </a:lnTo>
                  <a:lnTo>
                    <a:pt x="3850010" y="1911150"/>
                  </a:lnTo>
                  <a:lnTo>
                    <a:pt x="3850198" y="1911150"/>
                  </a:lnTo>
                  <a:lnTo>
                    <a:pt x="3850950" y="1911150"/>
                  </a:lnTo>
                  <a:lnTo>
                    <a:pt x="3851044" y="1911150"/>
                  </a:lnTo>
                  <a:lnTo>
                    <a:pt x="3851326" y="1911150"/>
                  </a:lnTo>
                  <a:lnTo>
                    <a:pt x="3851420" y="1911150"/>
                  </a:lnTo>
                  <a:lnTo>
                    <a:pt x="3851608" y="1911150"/>
                  </a:lnTo>
                  <a:lnTo>
                    <a:pt x="3851702" y="1911150"/>
                  </a:lnTo>
                  <a:lnTo>
                    <a:pt x="3851796" y="1911150"/>
                  </a:lnTo>
                  <a:lnTo>
                    <a:pt x="3851984" y="1905871"/>
                  </a:lnTo>
                  <a:lnTo>
                    <a:pt x="3852360" y="1905871"/>
                  </a:lnTo>
                  <a:lnTo>
                    <a:pt x="3852831" y="1905871"/>
                  </a:lnTo>
                  <a:lnTo>
                    <a:pt x="3852925" y="1905871"/>
                  </a:lnTo>
                  <a:lnTo>
                    <a:pt x="3853019" y="1905871"/>
                  </a:lnTo>
                  <a:lnTo>
                    <a:pt x="3853113" y="1905871"/>
                  </a:lnTo>
                  <a:lnTo>
                    <a:pt x="3853301" y="1905871"/>
                  </a:lnTo>
                  <a:lnTo>
                    <a:pt x="3853395" y="1905871"/>
                  </a:lnTo>
                  <a:lnTo>
                    <a:pt x="3853677" y="1905871"/>
                  </a:lnTo>
                  <a:lnTo>
                    <a:pt x="3853771" y="1905871"/>
                  </a:lnTo>
                  <a:lnTo>
                    <a:pt x="3853865" y="1905871"/>
                  </a:lnTo>
                  <a:lnTo>
                    <a:pt x="3853959" y="1905871"/>
                  </a:lnTo>
                  <a:lnTo>
                    <a:pt x="3854147" y="1905871"/>
                  </a:lnTo>
                  <a:lnTo>
                    <a:pt x="3854335" y="1905871"/>
                  </a:lnTo>
                  <a:lnTo>
                    <a:pt x="3854711" y="1905871"/>
                  </a:lnTo>
                  <a:lnTo>
                    <a:pt x="3854993" y="1905871"/>
                  </a:lnTo>
                  <a:lnTo>
                    <a:pt x="3856404" y="1905871"/>
                  </a:lnTo>
                  <a:lnTo>
                    <a:pt x="3856592" y="1905871"/>
                  </a:lnTo>
                  <a:lnTo>
                    <a:pt x="3856780" y="1905871"/>
                  </a:lnTo>
                  <a:lnTo>
                    <a:pt x="3857156" y="1905871"/>
                  </a:lnTo>
                  <a:lnTo>
                    <a:pt x="3857250" y="1905871"/>
                  </a:lnTo>
                  <a:lnTo>
                    <a:pt x="3857344" y="1905871"/>
                  </a:lnTo>
                  <a:lnTo>
                    <a:pt x="3857438" y="1905871"/>
                  </a:lnTo>
                  <a:lnTo>
                    <a:pt x="3857720" y="1905871"/>
                  </a:lnTo>
                  <a:lnTo>
                    <a:pt x="3858002" y="1900591"/>
                  </a:lnTo>
                  <a:lnTo>
                    <a:pt x="3858472" y="1900591"/>
                  </a:lnTo>
                  <a:lnTo>
                    <a:pt x="3858660" y="1900591"/>
                  </a:lnTo>
                  <a:lnTo>
                    <a:pt x="3859036" y="1900591"/>
                  </a:lnTo>
                  <a:lnTo>
                    <a:pt x="3859130" y="1900591"/>
                  </a:lnTo>
                  <a:lnTo>
                    <a:pt x="3859224" y="1900591"/>
                  </a:lnTo>
                  <a:lnTo>
                    <a:pt x="3859506" y="1900591"/>
                  </a:lnTo>
                  <a:lnTo>
                    <a:pt x="3859601" y="1900591"/>
                  </a:lnTo>
                  <a:lnTo>
                    <a:pt x="3860165" y="1900591"/>
                  </a:lnTo>
                  <a:lnTo>
                    <a:pt x="3860353" y="1900591"/>
                  </a:lnTo>
                  <a:lnTo>
                    <a:pt x="3861105" y="1895312"/>
                  </a:lnTo>
                  <a:lnTo>
                    <a:pt x="3861293" y="1895312"/>
                  </a:lnTo>
                  <a:lnTo>
                    <a:pt x="3861481" y="1895312"/>
                  </a:lnTo>
                  <a:lnTo>
                    <a:pt x="3861669" y="1895312"/>
                  </a:lnTo>
                  <a:lnTo>
                    <a:pt x="3861951" y="1895312"/>
                  </a:lnTo>
                  <a:lnTo>
                    <a:pt x="3862045" y="1895312"/>
                  </a:lnTo>
                  <a:lnTo>
                    <a:pt x="3862233" y="1895312"/>
                  </a:lnTo>
                  <a:lnTo>
                    <a:pt x="3862421" y="1895312"/>
                  </a:lnTo>
                  <a:lnTo>
                    <a:pt x="3862515" y="1895312"/>
                  </a:lnTo>
                  <a:lnTo>
                    <a:pt x="3862703" y="1895312"/>
                  </a:lnTo>
                  <a:lnTo>
                    <a:pt x="3862891" y="1895312"/>
                  </a:lnTo>
                  <a:lnTo>
                    <a:pt x="3862985" y="1895312"/>
                  </a:lnTo>
                  <a:lnTo>
                    <a:pt x="3863079" y="1895312"/>
                  </a:lnTo>
                  <a:lnTo>
                    <a:pt x="3863174" y="1895312"/>
                  </a:lnTo>
                  <a:lnTo>
                    <a:pt x="3863268" y="1895312"/>
                  </a:lnTo>
                  <a:lnTo>
                    <a:pt x="3863362" y="1895312"/>
                  </a:lnTo>
                  <a:lnTo>
                    <a:pt x="3863832" y="1890032"/>
                  </a:lnTo>
                  <a:lnTo>
                    <a:pt x="3863926" y="1890032"/>
                  </a:lnTo>
                  <a:lnTo>
                    <a:pt x="3864114" y="1890032"/>
                  </a:lnTo>
                  <a:lnTo>
                    <a:pt x="3864208" y="1890032"/>
                  </a:lnTo>
                  <a:lnTo>
                    <a:pt x="3864490" y="1890032"/>
                  </a:lnTo>
                  <a:lnTo>
                    <a:pt x="3864584" y="1890032"/>
                  </a:lnTo>
                  <a:lnTo>
                    <a:pt x="3864960" y="1890032"/>
                  </a:lnTo>
                  <a:lnTo>
                    <a:pt x="3865430" y="1890032"/>
                  </a:lnTo>
                  <a:lnTo>
                    <a:pt x="3865524" y="1890032"/>
                  </a:lnTo>
                  <a:lnTo>
                    <a:pt x="3865618" y="1890032"/>
                  </a:lnTo>
                  <a:lnTo>
                    <a:pt x="3865712" y="1890032"/>
                  </a:lnTo>
                  <a:lnTo>
                    <a:pt x="3865900" y="1890032"/>
                  </a:lnTo>
                  <a:lnTo>
                    <a:pt x="3867217" y="1890032"/>
                  </a:lnTo>
                  <a:lnTo>
                    <a:pt x="3867311" y="1890032"/>
                  </a:lnTo>
                  <a:lnTo>
                    <a:pt x="3867499" y="1890032"/>
                  </a:lnTo>
                  <a:lnTo>
                    <a:pt x="3867875" y="1890032"/>
                  </a:lnTo>
                  <a:lnTo>
                    <a:pt x="3867969" y="1890032"/>
                  </a:lnTo>
                  <a:lnTo>
                    <a:pt x="3868439" y="1890032"/>
                  </a:lnTo>
                  <a:lnTo>
                    <a:pt x="3868627" y="1890032"/>
                  </a:lnTo>
                  <a:lnTo>
                    <a:pt x="3868721" y="1890032"/>
                  </a:lnTo>
                  <a:lnTo>
                    <a:pt x="3869285" y="1890032"/>
                  </a:lnTo>
                  <a:lnTo>
                    <a:pt x="3869379" y="1890032"/>
                  </a:lnTo>
                  <a:lnTo>
                    <a:pt x="3869567" y="1890032"/>
                  </a:lnTo>
                  <a:lnTo>
                    <a:pt x="3869755" y="1890032"/>
                  </a:lnTo>
                  <a:lnTo>
                    <a:pt x="3869755" y="1884753"/>
                  </a:lnTo>
                  <a:lnTo>
                    <a:pt x="3869849" y="1884753"/>
                  </a:lnTo>
                  <a:lnTo>
                    <a:pt x="3870414" y="1884753"/>
                  </a:lnTo>
                  <a:lnTo>
                    <a:pt x="3870696" y="1884753"/>
                  </a:lnTo>
                  <a:lnTo>
                    <a:pt x="3870790" y="1884753"/>
                  </a:lnTo>
                  <a:lnTo>
                    <a:pt x="3870884" y="1884753"/>
                  </a:lnTo>
                  <a:lnTo>
                    <a:pt x="3871448" y="1884753"/>
                  </a:lnTo>
                  <a:lnTo>
                    <a:pt x="3872012" y="1884753"/>
                  </a:lnTo>
                  <a:lnTo>
                    <a:pt x="3872106" y="1884753"/>
                  </a:lnTo>
                  <a:lnTo>
                    <a:pt x="3872200" y="1884753"/>
                  </a:lnTo>
                  <a:lnTo>
                    <a:pt x="3872294" y="1884753"/>
                  </a:lnTo>
                  <a:lnTo>
                    <a:pt x="3872388" y="1884753"/>
                  </a:lnTo>
                  <a:lnTo>
                    <a:pt x="3872952" y="1884753"/>
                  </a:lnTo>
                  <a:lnTo>
                    <a:pt x="3873046" y="1884753"/>
                  </a:lnTo>
                  <a:lnTo>
                    <a:pt x="3873234" y="1884753"/>
                  </a:lnTo>
                  <a:lnTo>
                    <a:pt x="3873422" y="1884753"/>
                  </a:lnTo>
                  <a:lnTo>
                    <a:pt x="3873516" y="1884753"/>
                  </a:lnTo>
                  <a:lnTo>
                    <a:pt x="3873610" y="1884753"/>
                  </a:lnTo>
                  <a:lnTo>
                    <a:pt x="3873987" y="1884753"/>
                  </a:lnTo>
                  <a:lnTo>
                    <a:pt x="3874081" y="1884753"/>
                  </a:lnTo>
                  <a:lnTo>
                    <a:pt x="3874551" y="1884753"/>
                  </a:lnTo>
                  <a:lnTo>
                    <a:pt x="3874927" y="1884753"/>
                  </a:lnTo>
                  <a:lnTo>
                    <a:pt x="3875585" y="1884753"/>
                  </a:lnTo>
                  <a:lnTo>
                    <a:pt x="3875773" y="1884753"/>
                  </a:lnTo>
                  <a:lnTo>
                    <a:pt x="3876243" y="1884753"/>
                  </a:lnTo>
                  <a:lnTo>
                    <a:pt x="3876431" y="1884753"/>
                  </a:lnTo>
                  <a:lnTo>
                    <a:pt x="3876525" y="1884753"/>
                  </a:lnTo>
                  <a:lnTo>
                    <a:pt x="3876713" y="1884753"/>
                  </a:lnTo>
                  <a:lnTo>
                    <a:pt x="3876807" y="1884753"/>
                  </a:lnTo>
                  <a:lnTo>
                    <a:pt x="3877089" y="1884753"/>
                  </a:lnTo>
                  <a:lnTo>
                    <a:pt x="3877183" y="1884753"/>
                  </a:lnTo>
                  <a:lnTo>
                    <a:pt x="3877654" y="1884753"/>
                  </a:lnTo>
                  <a:lnTo>
                    <a:pt x="3878030" y="1879473"/>
                  </a:lnTo>
                  <a:lnTo>
                    <a:pt x="3878500" y="1879473"/>
                  </a:lnTo>
                  <a:lnTo>
                    <a:pt x="3878594" y="1879473"/>
                  </a:lnTo>
                  <a:lnTo>
                    <a:pt x="3878876" y="1879473"/>
                  </a:lnTo>
                  <a:lnTo>
                    <a:pt x="3879346" y="1879473"/>
                  </a:lnTo>
                  <a:lnTo>
                    <a:pt x="3879440" y="1879473"/>
                  </a:lnTo>
                  <a:lnTo>
                    <a:pt x="3879628" y="1879473"/>
                  </a:lnTo>
                  <a:lnTo>
                    <a:pt x="3880004" y="1879473"/>
                  </a:lnTo>
                  <a:lnTo>
                    <a:pt x="3880098" y="1879473"/>
                  </a:lnTo>
                  <a:lnTo>
                    <a:pt x="3880286" y="1879473"/>
                  </a:lnTo>
                  <a:lnTo>
                    <a:pt x="3881885" y="1874194"/>
                  </a:lnTo>
                  <a:lnTo>
                    <a:pt x="3882355" y="1874194"/>
                  </a:lnTo>
                  <a:lnTo>
                    <a:pt x="3882449" y="1874194"/>
                  </a:lnTo>
                  <a:lnTo>
                    <a:pt x="3882637" y="1874194"/>
                  </a:lnTo>
                  <a:lnTo>
                    <a:pt x="3882731" y="1874194"/>
                  </a:lnTo>
                  <a:lnTo>
                    <a:pt x="3882919" y="1874194"/>
                  </a:lnTo>
                  <a:lnTo>
                    <a:pt x="3883013" y="1874194"/>
                  </a:lnTo>
                  <a:lnTo>
                    <a:pt x="3883107" y="1874194"/>
                  </a:lnTo>
                  <a:lnTo>
                    <a:pt x="3883577" y="1874194"/>
                  </a:lnTo>
                  <a:lnTo>
                    <a:pt x="3883765" y="1874194"/>
                  </a:lnTo>
                  <a:lnTo>
                    <a:pt x="3883953" y="1874194"/>
                  </a:lnTo>
                  <a:lnTo>
                    <a:pt x="3884047" y="1874194"/>
                  </a:lnTo>
                  <a:lnTo>
                    <a:pt x="3884329" y="1874194"/>
                  </a:lnTo>
                  <a:lnTo>
                    <a:pt x="3884706" y="1874194"/>
                  </a:lnTo>
                  <a:lnTo>
                    <a:pt x="3884800" y="1874194"/>
                  </a:lnTo>
                  <a:lnTo>
                    <a:pt x="3885270" y="1874194"/>
                  </a:lnTo>
                  <a:lnTo>
                    <a:pt x="3885364" y="1874194"/>
                  </a:lnTo>
                  <a:lnTo>
                    <a:pt x="3885928" y="1874194"/>
                  </a:lnTo>
                  <a:lnTo>
                    <a:pt x="3886398" y="1874194"/>
                  </a:lnTo>
                  <a:lnTo>
                    <a:pt x="3886680" y="1874194"/>
                  </a:lnTo>
                  <a:lnTo>
                    <a:pt x="3886868" y="1874194"/>
                  </a:lnTo>
                  <a:lnTo>
                    <a:pt x="3887620" y="1874194"/>
                  </a:lnTo>
                  <a:lnTo>
                    <a:pt x="3887808" y="1874194"/>
                  </a:lnTo>
                  <a:lnTo>
                    <a:pt x="3887902" y="1874194"/>
                  </a:lnTo>
                  <a:lnTo>
                    <a:pt x="3887997" y="1874194"/>
                  </a:lnTo>
                  <a:lnTo>
                    <a:pt x="3888091" y="1874194"/>
                  </a:lnTo>
                  <a:lnTo>
                    <a:pt x="3888373" y="1874194"/>
                  </a:lnTo>
                  <a:lnTo>
                    <a:pt x="3888467" y="1874194"/>
                  </a:lnTo>
                  <a:lnTo>
                    <a:pt x="3888655" y="1874194"/>
                  </a:lnTo>
                  <a:lnTo>
                    <a:pt x="3888937" y="1874194"/>
                  </a:lnTo>
                  <a:lnTo>
                    <a:pt x="3889313" y="1874194"/>
                  </a:lnTo>
                  <a:lnTo>
                    <a:pt x="3889877" y="1874194"/>
                  </a:lnTo>
                  <a:lnTo>
                    <a:pt x="3889877" y="1868915"/>
                  </a:lnTo>
                  <a:lnTo>
                    <a:pt x="3889971" y="1868915"/>
                  </a:lnTo>
                  <a:lnTo>
                    <a:pt x="3890159" y="1868915"/>
                  </a:lnTo>
                  <a:lnTo>
                    <a:pt x="3890441" y="1868915"/>
                  </a:lnTo>
                  <a:lnTo>
                    <a:pt x="3890535" y="1868915"/>
                  </a:lnTo>
                  <a:lnTo>
                    <a:pt x="3891193" y="1868915"/>
                  </a:lnTo>
                  <a:lnTo>
                    <a:pt x="3891287" y="1868915"/>
                  </a:lnTo>
                  <a:lnTo>
                    <a:pt x="3891381" y="1868915"/>
                  </a:lnTo>
                  <a:lnTo>
                    <a:pt x="3891475" y="1868915"/>
                  </a:lnTo>
                  <a:lnTo>
                    <a:pt x="3892040" y="1868915"/>
                  </a:lnTo>
                  <a:lnTo>
                    <a:pt x="3892134" y="1868915"/>
                  </a:lnTo>
                  <a:lnTo>
                    <a:pt x="3892322" y="1868915"/>
                  </a:lnTo>
                  <a:lnTo>
                    <a:pt x="3892416" y="1868915"/>
                  </a:lnTo>
                  <a:lnTo>
                    <a:pt x="3892510" y="1868915"/>
                  </a:lnTo>
                  <a:lnTo>
                    <a:pt x="3892792" y="1868915"/>
                  </a:lnTo>
                  <a:lnTo>
                    <a:pt x="3892980" y="1868915"/>
                  </a:lnTo>
                  <a:lnTo>
                    <a:pt x="3893168" y="1868915"/>
                  </a:lnTo>
                  <a:lnTo>
                    <a:pt x="3893544" y="1863635"/>
                  </a:lnTo>
                  <a:lnTo>
                    <a:pt x="3893638" y="1863635"/>
                  </a:lnTo>
                  <a:lnTo>
                    <a:pt x="3893920" y="1863635"/>
                  </a:lnTo>
                  <a:lnTo>
                    <a:pt x="3894108" y="1863635"/>
                  </a:lnTo>
                  <a:lnTo>
                    <a:pt x="3894484" y="1863635"/>
                  </a:lnTo>
                  <a:lnTo>
                    <a:pt x="3894672" y="1863635"/>
                  </a:lnTo>
                  <a:lnTo>
                    <a:pt x="3894766" y="1863635"/>
                  </a:lnTo>
                  <a:lnTo>
                    <a:pt x="3894860" y="1863635"/>
                  </a:lnTo>
                  <a:lnTo>
                    <a:pt x="3895519" y="1863635"/>
                  </a:lnTo>
                  <a:lnTo>
                    <a:pt x="3895613" y="1863635"/>
                  </a:lnTo>
                  <a:lnTo>
                    <a:pt x="3895707" y="1863635"/>
                  </a:lnTo>
                  <a:lnTo>
                    <a:pt x="3895895" y="1863635"/>
                  </a:lnTo>
                  <a:lnTo>
                    <a:pt x="3896083" y="1863635"/>
                  </a:lnTo>
                  <a:lnTo>
                    <a:pt x="3896553" y="1863635"/>
                  </a:lnTo>
                  <a:lnTo>
                    <a:pt x="3897399" y="1863635"/>
                  </a:lnTo>
                  <a:lnTo>
                    <a:pt x="3897775" y="1863635"/>
                  </a:lnTo>
                  <a:lnTo>
                    <a:pt x="3897963" y="1863635"/>
                  </a:lnTo>
                  <a:lnTo>
                    <a:pt x="3898057" y="1863635"/>
                  </a:lnTo>
                  <a:lnTo>
                    <a:pt x="3898151" y="1863635"/>
                  </a:lnTo>
                  <a:lnTo>
                    <a:pt x="3898245" y="1863635"/>
                  </a:lnTo>
                  <a:lnTo>
                    <a:pt x="3898433" y="1863635"/>
                  </a:lnTo>
                  <a:lnTo>
                    <a:pt x="3898527" y="1863635"/>
                  </a:lnTo>
                  <a:lnTo>
                    <a:pt x="3898904" y="1863635"/>
                  </a:lnTo>
                  <a:lnTo>
                    <a:pt x="3899280" y="1863635"/>
                  </a:lnTo>
                  <a:lnTo>
                    <a:pt x="3899468" y="1863635"/>
                  </a:lnTo>
                  <a:lnTo>
                    <a:pt x="3899844" y="1863635"/>
                  </a:lnTo>
                  <a:lnTo>
                    <a:pt x="3899938" y="1863635"/>
                  </a:lnTo>
                  <a:lnTo>
                    <a:pt x="3900502" y="1863635"/>
                  </a:lnTo>
                  <a:lnTo>
                    <a:pt x="3900878" y="1863635"/>
                  </a:lnTo>
                  <a:lnTo>
                    <a:pt x="3901066" y="1863635"/>
                  </a:lnTo>
                  <a:lnTo>
                    <a:pt x="3901160" y="1863635"/>
                  </a:lnTo>
                  <a:lnTo>
                    <a:pt x="3901348" y="1863635"/>
                  </a:lnTo>
                  <a:lnTo>
                    <a:pt x="3901724" y="1863635"/>
                  </a:lnTo>
                  <a:lnTo>
                    <a:pt x="3902006" y="1863635"/>
                  </a:lnTo>
                  <a:lnTo>
                    <a:pt x="3902289" y="1863635"/>
                  </a:lnTo>
                  <a:lnTo>
                    <a:pt x="3902571" y="1863635"/>
                  </a:lnTo>
                  <a:lnTo>
                    <a:pt x="3902759" y="1863635"/>
                  </a:lnTo>
                  <a:lnTo>
                    <a:pt x="3903041" y="1863635"/>
                  </a:lnTo>
                  <a:lnTo>
                    <a:pt x="3903135" y="1863635"/>
                  </a:lnTo>
                  <a:lnTo>
                    <a:pt x="3903605" y="1863635"/>
                  </a:lnTo>
                  <a:lnTo>
                    <a:pt x="3903699" y="1863635"/>
                  </a:lnTo>
                  <a:lnTo>
                    <a:pt x="3904169" y="1863635"/>
                  </a:lnTo>
                  <a:lnTo>
                    <a:pt x="3904545" y="1863635"/>
                  </a:lnTo>
                  <a:lnTo>
                    <a:pt x="3904639" y="1863635"/>
                  </a:lnTo>
                  <a:lnTo>
                    <a:pt x="3904827" y="1863635"/>
                  </a:lnTo>
                  <a:lnTo>
                    <a:pt x="3905015" y="1863635"/>
                  </a:lnTo>
                  <a:lnTo>
                    <a:pt x="3905109" y="1863635"/>
                  </a:lnTo>
                  <a:lnTo>
                    <a:pt x="3905485" y="1863635"/>
                  </a:lnTo>
                  <a:lnTo>
                    <a:pt x="3905674" y="1863635"/>
                  </a:lnTo>
                  <a:lnTo>
                    <a:pt x="3905768" y="1863635"/>
                  </a:lnTo>
                  <a:lnTo>
                    <a:pt x="3905862" y="1863635"/>
                  </a:lnTo>
                  <a:lnTo>
                    <a:pt x="3905956" y="1863635"/>
                  </a:lnTo>
                  <a:lnTo>
                    <a:pt x="3906238" y="1863635"/>
                  </a:lnTo>
                  <a:lnTo>
                    <a:pt x="3906332" y="1863635"/>
                  </a:lnTo>
                  <a:lnTo>
                    <a:pt x="3906426" y="1863635"/>
                  </a:lnTo>
                  <a:lnTo>
                    <a:pt x="3906520" y="1863635"/>
                  </a:lnTo>
                  <a:lnTo>
                    <a:pt x="3906614" y="1863635"/>
                  </a:lnTo>
                  <a:lnTo>
                    <a:pt x="3906708" y="1863635"/>
                  </a:lnTo>
                  <a:lnTo>
                    <a:pt x="3908682" y="1863635"/>
                  </a:lnTo>
                  <a:lnTo>
                    <a:pt x="3908776" y="1863635"/>
                  </a:lnTo>
                  <a:lnTo>
                    <a:pt x="3909341" y="1863635"/>
                  </a:lnTo>
                  <a:lnTo>
                    <a:pt x="3909529" y="1863635"/>
                  </a:lnTo>
                  <a:lnTo>
                    <a:pt x="3909811" y="1863635"/>
                  </a:lnTo>
                  <a:lnTo>
                    <a:pt x="3909905" y="1863635"/>
                  </a:lnTo>
                  <a:lnTo>
                    <a:pt x="3910093" y="1863635"/>
                  </a:lnTo>
                  <a:lnTo>
                    <a:pt x="3910281" y="1863635"/>
                  </a:lnTo>
                  <a:lnTo>
                    <a:pt x="3910375" y="1863635"/>
                  </a:lnTo>
                  <a:lnTo>
                    <a:pt x="3910563" y="1863635"/>
                  </a:lnTo>
                  <a:lnTo>
                    <a:pt x="3910657" y="1863635"/>
                  </a:lnTo>
                  <a:lnTo>
                    <a:pt x="3910751" y="1863635"/>
                  </a:lnTo>
                  <a:lnTo>
                    <a:pt x="3910845" y="1863635"/>
                  </a:lnTo>
                  <a:lnTo>
                    <a:pt x="3910939" y="1863635"/>
                  </a:lnTo>
                  <a:lnTo>
                    <a:pt x="3911127" y="1863635"/>
                  </a:lnTo>
                  <a:lnTo>
                    <a:pt x="3911597" y="1863635"/>
                  </a:lnTo>
                  <a:lnTo>
                    <a:pt x="3911691" y="1863635"/>
                  </a:lnTo>
                  <a:lnTo>
                    <a:pt x="3911785" y="1863635"/>
                  </a:lnTo>
                  <a:lnTo>
                    <a:pt x="3912067" y="1863635"/>
                  </a:lnTo>
                  <a:lnTo>
                    <a:pt x="3912349" y="1863635"/>
                  </a:lnTo>
                  <a:lnTo>
                    <a:pt x="3912443" y="1863635"/>
                  </a:lnTo>
                  <a:lnTo>
                    <a:pt x="3912631" y="1863635"/>
                  </a:lnTo>
                  <a:lnTo>
                    <a:pt x="3912820" y="1863635"/>
                  </a:lnTo>
                  <a:lnTo>
                    <a:pt x="3912914" y="1863635"/>
                  </a:lnTo>
                  <a:lnTo>
                    <a:pt x="3913008" y="1863635"/>
                  </a:lnTo>
                  <a:lnTo>
                    <a:pt x="3913384" y="1863635"/>
                  </a:lnTo>
                  <a:lnTo>
                    <a:pt x="3913666" y="1863635"/>
                  </a:lnTo>
                  <a:lnTo>
                    <a:pt x="3914136" y="1863635"/>
                  </a:lnTo>
                  <a:lnTo>
                    <a:pt x="3914794" y="1863635"/>
                  </a:lnTo>
                  <a:lnTo>
                    <a:pt x="3915076" y="1863635"/>
                  </a:lnTo>
                  <a:lnTo>
                    <a:pt x="3915358" y="1863635"/>
                  </a:lnTo>
                  <a:lnTo>
                    <a:pt x="3915452" y="1863635"/>
                  </a:lnTo>
                  <a:lnTo>
                    <a:pt x="3916110" y="1863635"/>
                  </a:lnTo>
                  <a:lnTo>
                    <a:pt x="3916204" y="1863635"/>
                  </a:lnTo>
                  <a:lnTo>
                    <a:pt x="3916487" y="1863635"/>
                  </a:lnTo>
                  <a:lnTo>
                    <a:pt x="3916581" y="1863635"/>
                  </a:lnTo>
                  <a:lnTo>
                    <a:pt x="3916957" y="1863635"/>
                  </a:lnTo>
                  <a:lnTo>
                    <a:pt x="3917145" y="1863635"/>
                  </a:lnTo>
                  <a:lnTo>
                    <a:pt x="3917427" y="1863635"/>
                  </a:lnTo>
                  <a:lnTo>
                    <a:pt x="3917897" y="1863635"/>
                  </a:lnTo>
                  <a:lnTo>
                    <a:pt x="3917991" y="1863635"/>
                  </a:lnTo>
                  <a:lnTo>
                    <a:pt x="3918179" y="1863635"/>
                  </a:lnTo>
                  <a:lnTo>
                    <a:pt x="3918367" y="1863635"/>
                  </a:lnTo>
                  <a:lnTo>
                    <a:pt x="3918461" y="1863635"/>
                  </a:lnTo>
                  <a:lnTo>
                    <a:pt x="3918649" y="1863635"/>
                  </a:lnTo>
                  <a:lnTo>
                    <a:pt x="3919213" y="1863635"/>
                  </a:lnTo>
                  <a:lnTo>
                    <a:pt x="3919683" y="1858356"/>
                  </a:lnTo>
                  <a:lnTo>
                    <a:pt x="3920060" y="1858356"/>
                  </a:lnTo>
                  <a:lnTo>
                    <a:pt x="3920154" y="1858356"/>
                  </a:lnTo>
                  <a:lnTo>
                    <a:pt x="3920248" y="1858356"/>
                  </a:lnTo>
                  <a:lnTo>
                    <a:pt x="3920342" y="1858356"/>
                  </a:lnTo>
                  <a:lnTo>
                    <a:pt x="3920436" y="1858356"/>
                  </a:lnTo>
                  <a:lnTo>
                    <a:pt x="3920624" y="1853076"/>
                  </a:lnTo>
                  <a:lnTo>
                    <a:pt x="3920718" y="1853076"/>
                  </a:lnTo>
                  <a:lnTo>
                    <a:pt x="3920812" y="1853076"/>
                  </a:lnTo>
                  <a:lnTo>
                    <a:pt x="3920906" y="1853076"/>
                  </a:lnTo>
                  <a:lnTo>
                    <a:pt x="3921188" y="1853076"/>
                  </a:lnTo>
                  <a:lnTo>
                    <a:pt x="3921282" y="1853076"/>
                  </a:lnTo>
                  <a:lnTo>
                    <a:pt x="3921470" y="1853076"/>
                  </a:lnTo>
                  <a:lnTo>
                    <a:pt x="3921940" y="1853076"/>
                  </a:lnTo>
                  <a:lnTo>
                    <a:pt x="3922034" y="1853076"/>
                  </a:lnTo>
                  <a:lnTo>
                    <a:pt x="3922222" y="1853076"/>
                  </a:lnTo>
                  <a:lnTo>
                    <a:pt x="3922316" y="1853076"/>
                  </a:lnTo>
                  <a:lnTo>
                    <a:pt x="3922504" y="1853076"/>
                  </a:lnTo>
                  <a:lnTo>
                    <a:pt x="3922692" y="1853076"/>
                  </a:lnTo>
                  <a:lnTo>
                    <a:pt x="3922786" y="1853076"/>
                  </a:lnTo>
                  <a:lnTo>
                    <a:pt x="3923162" y="1853076"/>
                  </a:lnTo>
                  <a:lnTo>
                    <a:pt x="3923256" y="1853076"/>
                  </a:lnTo>
                  <a:lnTo>
                    <a:pt x="3923539" y="1853076"/>
                  </a:lnTo>
                  <a:lnTo>
                    <a:pt x="3923727" y="1853076"/>
                  </a:lnTo>
                  <a:lnTo>
                    <a:pt x="3924197" y="1853076"/>
                  </a:lnTo>
                  <a:lnTo>
                    <a:pt x="3924385" y="1853076"/>
                  </a:lnTo>
                  <a:lnTo>
                    <a:pt x="3924479" y="1853076"/>
                  </a:lnTo>
                  <a:lnTo>
                    <a:pt x="3924573" y="1853076"/>
                  </a:lnTo>
                  <a:lnTo>
                    <a:pt x="3924949" y="1853076"/>
                  </a:lnTo>
                  <a:lnTo>
                    <a:pt x="3925325" y="1853076"/>
                  </a:lnTo>
                  <a:lnTo>
                    <a:pt x="3925419" y="1853076"/>
                  </a:lnTo>
                  <a:lnTo>
                    <a:pt x="3925513" y="1853076"/>
                  </a:lnTo>
                  <a:lnTo>
                    <a:pt x="3925607" y="1853076"/>
                  </a:lnTo>
                  <a:lnTo>
                    <a:pt x="3925701" y="1853076"/>
                  </a:lnTo>
                  <a:lnTo>
                    <a:pt x="3925889" y="1853076"/>
                  </a:lnTo>
                  <a:lnTo>
                    <a:pt x="3926077" y="1853076"/>
                  </a:lnTo>
                  <a:lnTo>
                    <a:pt x="3926453" y="1853076"/>
                  </a:lnTo>
                  <a:lnTo>
                    <a:pt x="3926547" y="1853076"/>
                  </a:lnTo>
                  <a:lnTo>
                    <a:pt x="3926923" y="1853076"/>
                  </a:lnTo>
                  <a:lnTo>
                    <a:pt x="3927018" y="1853076"/>
                  </a:lnTo>
                  <a:lnTo>
                    <a:pt x="3927300" y="1853076"/>
                  </a:lnTo>
                  <a:lnTo>
                    <a:pt x="3927394" y="1853076"/>
                  </a:lnTo>
                  <a:lnTo>
                    <a:pt x="3927488" y="1853076"/>
                  </a:lnTo>
                  <a:lnTo>
                    <a:pt x="3927676" y="1853076"/>
                  </a:lnTo>
                  <a:lnTo>
                    <a:pt x="3927770" y="1853076"/>
                  </a:lnTo>
                  <a:lnTo>
                    <a:pt x="3928522" y="1853076"/>
                  </a:lnTo>
                  <a:lnTo>
                    <a:pt x="3928804" y="1853076"/>
                  </a:lnTo>
                  <a:lnTo>
                    <a:pt x="3928898" y="1853076"/>
                  </a:lnTo>
                  <a:lnTo>
                    <a:pt x="3928992" y="1853076"/>
                  </a:lnTo>
                  <a:lnTo>
                    <a:pt x="3929274" y="1853076"/>
                  </a:lnTo>
                  <a:lnTo>
                    <a:pt x="3929368" y="1853076"/>
                  </a:lnTo>
                  <a:lnTo>
                    <a:pt x="3929462" y="1853076"/>
                  </a:lnTo>
                  <a:lnTo>
                    <a:pt x="3929556" y="1853076"/>
                  </a:lnTo>
                  <a:lnTo>
                    <a:pt x="3929932" y="1853076"/>
                  </a:lnTo>
                  <a:lnTo>
                    <a:pt x="3930120" y="1853076"/>
                  </a:lnTo>
                  <a:lnTo>
                    <a:pt x="3930214" y="1853076"/>
                  </a:lnTo>
                  <a:lnTo>
                    <a:pt x="3930402" y="1853076"/>
                  </a:lnTo>
                  <a:lnTo>
                    <a:pt x="3931155" y="1853076"/>
                  </a:lnTo>
                  <a:lnTo>
                    <a:pt x="3931249" y="1853076"/>
                  </a:lnTo>
                  <a:lnTo>
                    <a:pt x="3931625" y="1853076"/>
                  </a:lnTo>
                  <a:lnTo>
                    <a:pt x="3931719" y="1853076"/>
                  </a:lnTo>
                  <a:lnTo>
                    <a:pt x="3932095" y="1853076"/>
                  </a:lnTo>
                  <a:lnTo>
                    <a:pt x="3932283" y="1853076"/>
                  </a:lnTo>
                  <a:lnTo>
                    <a:pt x="3932471" y="1853076"/>
                  </a:lnTo>
                  <a:lnTo>
                    <a:pt x="3932565" y="1853076"/>
                  </a:lnTo>
                  <a:lnTo>
                    <a:pt x="3933411" y="1853076"/>
                  </a:lnTo>
                  <a:lnTo>
                    <a:pt x="3933599" y="1853076"/>
                  </a:lnTo>
                  <a:lnTo>
                    <a:pt x="3934070" y="1853076"/>
                  </a:lnTo>
                  <a:lnTo>
                    <a:pt x="3934634" y="1847797"/>
                  </a:lnTo>
                  <a:lnTo>
                    <a:pt x="3934634" y="1842518"/>
                  </a:lnTo>
                  <a:lnTo>
                    <a:pt x="3934728" y="1842518"/>
                  </a:lnTo>
                  <a:lnTo>
                    <a:pt x="3934822" y="1842518"/>
                  </a:lnTo>
                  <a:lnTo>
                    <a:pt x="3934916" y="1842518"/>
                  </a:lnTo>
                  <a:lnTo>
                    <a:pt x="3935950" y="1842518"/>
                  </a:lnTo>
                  <a:lnTo>
                    <a:pt x="3936044" y="1842518"/>
                  </a:lnTo>
                  <a:lnTo>
                    <a:pt x="3936232" y="1842518"/>
                  </a:lnTo>
                  <a:lnTo>
                    <a:pt x="3936608" y="1842518"/>
                  </a:lnTo>
                  <a:lnTo>
                    <a:pt x="3936796" y="1842518"/>
                  </a:lnTo>
                  <a:lnTo>
                    <a:pt x="3937266" y="1842518"/>
                  </a:lnTo>
                  <a:lnTo>
                    <a:pt x="3937360" y="1842518"/>
                  </a:lnTo>
                  <a:lnTo>
                    <a:pt x="3937737" y="1842518"/>
                  </a:lnTo>
                  <a:lnTo>
                    <a:pt x="3937925" y="1842518"/>
                  </a:lnTo>
                  <a:lnTo>
                    <a:pt x="3938019" y="1842518"/>
                  </a:lnTo>
                  <a:lnTo>
                    <a:pt x="3938113" y="1842518"/>
                  </a:lnTo>
                  <a:lnTo>
                    <a:pt x="3938677" y="1842518"/>
                  </a:lnTo>
                  <a:lnTo>
                    <a:pt x="3938771" y="1842518"/>
                  </a:lnTo>
                  <a:lnTo>
                    <a:pt x="3939053" y="1842518"/>
                  </a:lnTo>
                  <a:lnTo>
                    <a:pt x="3939335" y="1842518"/>
                  </a:lnTo>
                  <a:lnTo>
                    <a:pt x="3939523" y="1842518"/>
                  </a:lnTo>
                  <a:lnTo>
                    <a:pt x="3939993" y="1842518"/>
                  </a:lnTo>
                  <a:lnTo>
                    <a:pt x="3940275" y="1842518"/>
                  </a:lnTo>
                  <a:lnTo>
                    <a:pt x="3940463" y="1842518"/>
                  </a:lnTo>
                  <a:lnTo>
                    <a:pt x="3941027" y="1842518"/>
                  </a:lnTo>
                  <a:lnTo>
                    <a:pt x="3941310" y="1842518"/>
                  </a:lnTo>
                  <a:lnTo>
                    <a:pt x="3941874" y="1842518"/>
                  </a:lnTo>
                  <a:lnTo>
                    <a:pt x="3941968" y="1842518"/>
                  </a:lnTo>
                  <a:lnTo>
                    <a:pt x="3942156" y="1842518"/>
                  </a:lnTo>
                  <a:lnTo>
                    <a:pt x="3942250" y="1842518"/>
                  </a:lnTo>
                  <a:lnTo>
                    <a:pt x="3942344" y="1842518"/>
                  </a:lnTo>
                  <a:lnTo>
                    <a:pt x="3942438" y="1842518"/>
                  </a:lnTo>
                  <a:lnTo>
                    <a:pt x="3942814" y="1842518"/>
                  </a:lnTo>
                  <a:lnTo>
                    <a:pt x="3942908" y="1842518"/>
                  </a:lnTo>
                  <a:lnTo>
                    <a:pt x="3943190" y="1842518"/>
                  </a:lnTo>
                  <a:lnTo>
                    <a:pt x="3943378" y="1842518"/>
                  </a:lnTo>
                  <a:lnTo>
                    <a:pt x="3943566" y="1842518"/>
                  </a:lnTo>
                  <a:lnTo>
                    <a:pt x="3943660" y="1842518"/>
                  </a:lnTo>
                  <a:lnTo>
                    <a:pt x="3944224" y="1842518"/>
                  </a:lnTo>
                  <a:lnTo>
                    <a:pt x="3944412" y="1842518"/>
                  </a:lnTo>
                  <a:lnTo>
                    <a:pt x="3944506" y="1842518"/>
                  </a:lnTo>
                  <a:lnTo>
                    <a:pt x="3944695" y="1842518"/>
                  </a:lnTo>
                  <a:lnTo>
                    <a:pt x="3945447" y="1842518"/>
                  </a:lnTo>
                  <a:lnTo>
                    <a:pt x="3945635" y="1842518"/>
                  </a:lnTo>
                  <a:lnTo>
                    <a:pt x="3945917" y="1842518"/>
                  </a:lnTo>
                  <a:lnTo>
                    <a:pt x="3946011" y="1842518"/>
                  </a:lnTo>
                  <a:lnTo>
                    <a:pt x="3946481" y="1842518"/>
                  </a:lnTo>
                  <a:lnTo>
                    <a:pt x="3946669" y="1837238"/>
                  </a:lnTo>
                  <a:lnTo>
                    <a:pt x="3947421" y="1837238"/>
                  </a:lnTo>
                  <a:lnTo>
                    <a:pt x="3947515" y="1837238"/>
                  </a:lnTo>
                  <a:lnTo>
                    <a:pt x="3947609" y="1837238"/>
                  </a:lnTo>
                  <a:lnTo>
                    <a:pt x="3947609" y="1831959"/>
                  </a:lnTo>
                  <a:lnTo>
                    <a:pt x="3947703" y="1831959"/>
                  </a:lnTo>
                  <a:lnTo>
                    <a:pt x="3948079" y="1831959"/>
                  </a:lnTo>
                  <a:lnTo>
                    <a:pt x="3948738" y="1831959"/>
                  </a:lnTo>
                  <a:lnTo>
                    <a:pt x="3948926" y="1831959"/>
                  </a:lnTo>
                  <a:lnTo>
                    <a:pt x="3949020" y="1831959"/>
                  </a:lnTo>
                  <a:lnTo>
                    <a:pt x="3949208" y="1831959"/>
                  </a:lnTo>
                  <a:lnTo>
                    <a:pt x="3949866" y="1831959"/>
                  </a:lnTo>
                  <a:lnTo>
                    <a:pt x="3949960" y="1831959"/>
                  </a:lnTo>
                  <a:lnTo>
                    <a:pt x="3950054" y="1831959"/>
                  </a:lnTo>
                  <a:lnTo>
                    <a:pt x="3950336" y="1831959"/>
                  </a:lnTo>
                  <a:lnTo>
                    <a:pt x="3950900" y="1831959"/>
                  </a:lnTo>
                  <a:lnTo>
                    <a:pt x="3950994" y="1831959"/>
                  </a:lnTo>
                  <a:lnTo>
                    <a:pt x="3951088" y="1831959"/>
                  </a:lnTo>
                  <a:lnTo>
                    <a:pt x="3951464" y="1831959"/>
                  </a:lnTo>
                  <a:lnTo>
                    <a:pt x="3951558" y="1831959"/>
                  </a:lnTo>
                  <a:lnTo>
                    <a:pt x="3951841" y="1831959"/>
                  </a:lnTo>
                  <a:lnTo>
                    <a:pt x="3951935" y="1831959"/>
                  </a:lnTo>
                  <a:lnTo>
                    <a:pt x="3952123" y="1831959"/>
                  </a:lnTo>
                  <a:lnTo>
                    <a:pt x="3952405" y="1831959"/>
                  </a:lnTo>
                  <a:lnTo>
                    <a:pt x="3952499" y="1831959"/>
                  </a:lnTo>
                  <a:lnTo>
                    <a:pt x="3952875" y="1831959"/>
                  </a:lnTo>
                  <a:lnTo>
                    <a:pt x="3953063" y="1831959"/>
                  </a:lnTo>
                  <a:lnTo>
                    <a:pt x="3953157" y="1831959"/>
                  </a:lnTo>
                  <a:lnTo>
                    <a:pt x="3953439" y="1831959"/>
                  </a:lnTo>
                  <a:lnTo>
                    <a:pt x="3954003" y="1831959"/>
                  </a:lnTo>
                  <a:lnTo>
                    <a:pt x="3954097" y="1831959"/>
                  </a:lnTo>
                  <a:lnTo>
                    <a:pt x="3954191" y="1831959"/>
                  </a:lnTo>
                  <a:lnTo>
                    <a:pt x="3954379" y="1831959"/>
                  </a:lnTo>
                  <a:lnTo>
                    <a:pt x="3954567" y="1831959"/>
                  </a:lnTo>
                  <a:lnTo>
                    <a:pt x="3954661" y="1831959"/>
                  </a:lnTo>
                  <a:lnTo>
                    <a:pt x="3954849" y="1831959"/>
                  </a:lnTo>
                  <a:lnTo>
                    <a:pt x="3955320" y="1831959"/>
                  </a:lnTo>
                  <a:lnTo>
                    <a:pt x="3955602" y="1831959"/>
                  </a:lnTo>
                  <a:lnTo>
                    <a:pt x="3955696" y="1831959"/>
                  </a:lnTo>
                  <a:lnTo>
                    <a:pt x="3955884" y="1831959"/>
                  </a:lnTo>
                  <a:lnTo>
                    <a:pt x="3956072" y="1826679"/>
                  </a:lnTo>
                  <a:lnTo>
                    <a:pt x="3956260" y="1826679"/>
                  </a:lnTo>
                  <a:lnTo>
                    <a:pt x="3956730" y="1826679"/>
                  </a:lnTo>
                  <a:lnTo>
                    <a:pt x="3957012" y="1826679"/>
                  </a:lnTo>
                  <a:lnTo>
                    <a:pt x="3957106" y="1826679"/>
                  </a:lnTo>
                  <a:lnTo>
                    <a:pt x="3957294" y="1826679"/>
                  </a:lnTo>
                  <a:lnTo>
                    <a:pt x="3957764" y="1826679"/>
                  </a:lnTo>
                  <a:lnTo>
                    <a:pt x="3958516" y="1826679"/>
                  </a:lnTo>
                  <a:lnTo>
                    <a:pt x="3958610" y="1826679"/>
                  </a:lnTo>
                  <a:lnTo>
                    <a:pt x="3958704" y="1826679"/>
                  </a:lnTo>
                  <a:lnTo>
                    <a:pt x="3958987" y="1826679"/>
                  </a:lnTo>
                  <a:lnTo>
                    <a:pt x="3959081" y="1826679"/>
                  </a:lnTo>
                  <a:lnTo>
                    <a:pt x="3960021" y="1826679"/>
                  </a:lnTo>
                  <a:lnTo>
                    <a:pt x="3960209" y="1826679"/>
                  </a:lnTo>
                  <a:lnTo>
                    <a:pt x="3961149" y="1826679"/>
                  </a:lnTo>
                  <a:lnTo>
                    <a:pt x="3961243" y="1826679"/>
                  </a:lnTo>
                  <a:lnTo>
                    <a:pt x="3961619" y="1826679"/>
                  </a:lnTo>
                  <a:lnTo>
                    <a:pt x="3961807" y="1826679"/>
                  </a:lnTo>
                  <a:lnTo>
                    <a:pt x="3962277" y="1826679"/>
                  </a:lnTo>
                  <a:lnTo>
                    <a:pt x="3962371" y="1826679"/>
                  </a:lnTo>
                  <a:lnTo>
                    <a:pt x="3962466" y="1826679"/>
                  </a:lnTo>
                  <a:lnTo>
                    <a:pt x="3962560" y="1826679"/>
                  </a:lnTo>
                  <a:lnTo>
                    <a:pt x="3962748" y="1826679"/>
                  </a:lnTo>
                  <a:lnTo>
                    <a:pt x="3963030" y="1826679"/>
                  </a:lnTo>
                  <a:lnTo>
                    <a:pt x="3963406" y="1826679"/>
                  </a:lnTo>
                  <a:lnTo>
                    <a:pt x="3963500" y="1826679"/>
                  </a:lnTo>
                  <a:lnTo>
                    <a:pt x="3963782" y="1826679"/>
                  </a:lnTo>
                  <a:lnTo>
                    <a:pt x="3963970" y="1826679"/>
                  </a:lnTo>
                  <a:lnTo>
                    <a:pt x="3964064" y="1826679"/>
                  </a:lnTo>
                  <a:lnTo>
                    <a:pt x="3964158" y="1826679"/>
                  </a:lnTo>
                  <a:lnTo>
                    <a:pt x="3964440" y="1826679"/>
                  </a:lnTo>
                  <a:lnTo>
                    <a:pt x="3964534" y="1826679"/>
                  </a:lnTo>
                  <a:lnTo>
                    <a:pt x="3964910" y="1826679"/>
                  </a:lnTo>
                  <a:lnTo>
                    <a:pt x="3965004" y="1826679"/>
                  </a:lnTo>
                  <a:lnTo>
                    <a:pt x="3965098" y="1826679"/>
                  </a:lnTo>
                  <a:lnTo>
                    <a:pt x="3965192" y="1826679"/>
                  </a:lnTo>
                  <a:lnTo>
                    <a:pt x="3965286" y="1826679"/>
                  </a:lnTo>
                  <a:lnTo>
                    <a:pt x="3965474" y="1821400"/>
                  </a:lnTo>
                  <a:lnTo>
                    <a:pt x="3965756" y="1821400"/>
                  </a:lnTo>
                  <a:lnTo>
                    <a:pt x="3965850" y="1821400"/>
                  </a:lnTo>
                  <a:lnTo>
                    <a:pt x="3965945" y="1821400"/>
                  </a:lnTo>
                  <a:lnTo>
                    <a:pt x="3966133" y="1821400"/>
                  </a:lnTo>
                  <a:lnTo>
                    <a:pt x="3966321" y="1821400"/>
                  </a:lnTo>
                  <a:lnTo>
                    <a:pt x="3966603" y="1821400"/>
                  </a:lnTo>
                  <a:lnTo>
                    <a:pt x="3966885" y="1821400"/>
                  </a:lnTo>
                  <a:lnTo>
                    <a:pt x="3967073" y="1821400"/>
                  </a:lnTo>
                  <a:lnTo>
                    <a:pt x="3967355" y="1821400"/>
                  </a:lnTo>
                  <a:lnTo>
                    <a:pt x="3967731" y="1821400"/>
                  </a:lnTo>
                  <a:lnTo>
                    <a:pt x="3967825" y="1821400"/>
                  </a:lnTo>
                  <a:lnTo>
                    <a:pt x="3968013" y="1821400"/>
                  </a:lnTo>
                  <a:lnTo>
                    <a:pt x="3968107" y="1821400"/>
                  </a:lnTo>
                  <a:lnTo>
                    <a:pt x="3968389" y="1821400"/>
                  </a:lnTo>
                  <a:lnTo>
                    <a:pt x="3968483" y="1821400"/>
                  </a:lnTo>
                  <a:lnTo>
                    <a:pt x="3968577" y="1821400"/>
                  </a:lnTo>
                  <a:lnTo>
                    <a:pt x="3968671" y="1821400"/>
                  </a:lnTo>
                  <a:lnTo>
                    <a:pt x="3969047" y="1821400"/>
                  </a:lnTo>
                  <a:lnTo>
                    <a:pt x="3969047" y="1816120"/>
                  </a:lnTo>
                  <a:lnTo>
                    <a:pt x="3974313" y="1810841"/>
                  </a:lnTo>
                  <a:lnTo>
                    <a:pt x="3974407" y="1810841"/>
                  </a:lnTo>
                  <a:lnTo>
                    <a:pt x="3974689" y="1810841"/>
                  </a:lnTo>
                  <a:lnTo>
                    <a:pt x="3974971" y="1810841"/>
                  </a:lnTo>
                  <a:lnTo>
                    <a:pt x="3975535" y="1810841"/>
                  </a:lnTo>
                  <a:lnTo>
                    <a:pt x="3975911" y="1810841"/>
                  </a:lnTo>
                  <a:lnTo>
                    <a:pt x="3976005" y="1810841"/>
                  </a:lnTo>
                  <a:lnTo>
                    <a:pt x="3976099" y="1810841"/>
                  </a:lnTo>
                  <a:lnTo>
                    <a:pt x="3976287" y="1810841"/>
                  </a:lnTo>
                  <a:lnTo>
                    <a:pt x="3976475" y="1810841"/>
                  </a:lnTo>
                  <a:lnTo>
                    <a:pt x="3976570" y="1810841"/>
                  </a:lnTo>
                  <a:lnTo>
                    <a:pt x="3976664" y="1810841"/>
                  </a:lnTo>
                  <a:lnTo>
                    <a:pt x="3977040" y="1810841"/>
                  </a:lnTo>
                  <a:lnTo>
                    <a:pt x="3977134" y="1810841"/>
                  </a:lnTo>
                  <a:lnTo>
                    <a:pt x="3977228" y="1810841"/>
                  </a:lnTo>
                  <a:lnTo>
                    <a:pt x="3977698" y="1810841"/>
                  </a:lnTo>
                  <a:lnTo>
                    <a:pt x="3977886" y="1810841"/>
                  </a:lnTo>
                  <a:lnTo>
                    <a:pt x="3978074" y="1810841"/>
                  </a:lnTo>
                  <a:lnTo>
                    <a:pt x="3978168" y="1810841"/>
                  </a:lnTo>
                  <a:lnTo>
                    <a:pt x="3978262" y="1810841"/>
                  </a:lnTo>
                  <a:lnTo>
                    <a:pt x="3978544" y="1810841"/>
                  </a:lnTo>
                  <a:lnTo>
                    <a:pt x="3978544" y="1805562"/>
                  </a:lnTo>
                  <a:lnTo>
                    <a:pt x="3978638" y="1805562"/>
                  </a:lnTo>
                  <a:lnTo>
                    <a:pt x="3978732" y="1805562"/>
                  </a:lnTo>
                  <a:lnTo>
                    <a:pt x="3979108" y="1805562"/>
                  </a:lnTo>
                  <a:lnTo>
                    <a:pt x="3979202" y="1805562"/>
                  </a:lnTo>
                  <a:lnTo>
                    <a:pt x="3979296" y="1805562"/>
                  </a:lnTo>
                  <a:lnTo>
                    <a:pt x="3979390" y="1805562"/>
                  </a:lnTo>
                  <a:lnTo>
                    <a:pt x="3979484" y="1805562"/>
                  </a:lnTo>
                  <a:lnTo>
                    <a:pt x="3979766" y="1805562"/>
                  </a:lnTo>
                  <a:lnTo>
                    <a:pt x="3979954" y="1805562"/>
                  </a:lnTo>
                  <a:lnTo>
                    <a:pt x="3980048" y="1805562"/>
                  </a:lnTo>
                  <a:lnTo>
                    <a:pt x="3980425" y="1805562"/>
                  </a:lnTo>
                  <a:lnTo>
                    <a:pt x="3980895" y="1805562"/>
                  </a:lnTo>
                  <a:lnTo>
                    <a:pt x="3980989" y="1805562"/>
                  </a:lnTo>
                  <a:lnTo>
                    <a:pt x="3981083" y="1805562"/>
                  </a:lnTo>
                  <a:lnTo>
                    <a:pt x="3981459" y="1805562"/>
                  </a:lnTo>
                  <a:lnTo>
                    <a:pt x="3982117" y="1805562"/>
                  </a:lnTo>
                  <a:lnTo>
                    <a:pt x="3982305" y="1805562"/>
                  </a:lnTo>
                  <a:lnTo>
                    <a:pt x="3982399" y="1805562"/>
                  </a:lnTo>
                  <a:lnTo>
                    <a:pt x="3982493" y="1805562"/>
                  </a:lnTo>
                  <a:lnTo>
                    <a:pt x="3982775" y="1805562"/>
                  </a:lnTo>
                  <a:lnTo>
                    <a:pt x="3983151" y="1805562"/>
                  </a:lnTo>
                  <a:lnTo>
                    <a:pt x="3983245" y="1805562"/>
                  </a:lnTo>
                  <a:lnTo>
                    <a:pt x="3983339" y="1805562"/>
                  </a:lnTo>
                  <a:lnTo>
                    <a:pt x="3984374" y="1805562"/>
                  </a:lnTo>
                  <a:lnTo>
                    <a:pt x="3984468" y="1805562"/>
                  </a:lnTo>
                  <a:lnTo>
                    <a:pt x="3984562" y="1805562"/>
                  </a:lnTo>
                  <a:lnTo>
                    <a:pt x="3984844" y="1805562"/>
                  </a:lnTo>
                  <a:lnTo>
                    <a:pt x="3985502" y="1805562"/>
                  </a:lnTo>
                  <a:lnTo>
                    <a:pt x="3985690" y="1805562"/>
                  </a:lnTo>
                  <a:lnTo>
                    <a:pt x="3986066" y="1800282"/>
                  </a:lnTo>
                  <a:lnTo>
                    <a:pt x="3986160" y="1800282"/>
                  </a:lnTo>
                  <a:lnTo>
                    <a:pt x="3986442" y="1800282"/>
                  </a:lnTo>
                  <a:lnTo>
                    <a:pt x="3986536" y="1800282"/>
                  </a:lnTo>
                  <a:lnTo>
                    <a:pt x="3986630" y="1800282"/>
                  </a:lnTo>
                  <a:lnTo>
                    <a:pt x="3986724" y="1800282"/>
                  </a:lnTo>
                  <a:lnTo>
                    <a:pt x="3986912" y="1800282"/>
                  </a:lnTo>
                  <a:lnTo>
                    <a:pt x="3987477" y="1795003"/>
                  </a:lnTo>
                  <a:lnTo>
                    <a:pt x="3987571" y="1795003"/>
                  </a:lnTo>
                  <a:lnTo>
                    <a:pt x="3987759" y="1795003"/>
                  </a:lnTo>
                  <a:lnTo>
                    <a:pt x="3987853" y="1795003"/>
                  </a:lnTo>
                  <a:lnTo>
                    <a:pt x="3988041" y="1795003"/>
                  </a:lnTo>
                  <a:lnTo>
                    <a:pt x="3988605" y="1795003"/>
                  </a:lnTo>
                  <a:lnTo>
                    <a:pt x="3988887" y="1795003"/>
                  </a:lnTo>
                  <a:lnTo>
                    <a:pt x="3989169" y="1795003"/>
                  </a:lnTo>
                  <a:lnTo>
                    <a:pt x="3989263" y="1795003"/>
                  </a:lnTo>
                  <a:lnTo>
                    <a:pt x="3990203" y="1795003"/>
                  </a:lnTo>
                  <a:lnTo>
                    <a:pt x="3990485" y="1795003"/>
                  </a:lnTo>
                  <a:lnTo>
                    <a:pt x="3990579" y="1795003"/>
                  </a:lnTo>
                  <a:lnTo>
                    <a:pt x="3990862" y="1795003"/>
                  </a:lnTo>
                  <a:lnTo>
                    <a:pt x="3991144" y="1795003"/>
                  </a:lnTo>
                  <a:lnTo>
                    <a:pt x="3991238" y="1795003"/>
                  </a:lnTo>
                  <a:lnTo>
                    <a:pt x="3991802" y="1795003"/>
                  </a:lnTo>
                  <a:lnTo>
                    <a:pt x="3992084" y="1795003"/>
                  </a:lnTo>
                  <a:lnTo>
                    <a:pt x="3992272" y="1795003"/>
                  </a:lnTo>
                  <a:lnTo>
                    <a:pt x="3992460" y="1795003"/>
                  </a:lnTo>
                  <a:lnTo>
                    <a:pt x="3992554" y="1795003"/>
                  </a:lnTo>
                  <a:lnTo>
                    <a:pt x="3992648" y="1795003"/>
                  </a:lnTo>
                  <a:lnTo>
                    <a:pt x="3993306" y="1795003"/>
                  </a:lnTo>
                  <a:lnTo>
                    <a:pt x="3993400" y="1795003"/>
                  </a:lnTo>
                  <a:lnTo>
                    <a:pt x="3993776" y="1795003"/>
                  </a:lnTo>
                  <a:lnTo>
                    <a:pt x="3994152" y="1795003"/>
                  </a:lnTo>
                  <a:lnTo>
                    <a:pt x="3994246" y="1795003"/>
                  </a:lnTo>
                  <a:lnTo>
                    <a:pt x="3994341" y="1795003"/>
                  </a:lnTo>
                  <a:lnTo>
                    <a:pt x="3994717" y="1795003"/>
                  </a:lnTo>
                  <a:lnTo>
                    <a:pt x="3994811" y="1795003"/>
                  </a:lnTo>
                  <a:lnTo>
                    <a:pt x="3995751" y="1789723"/>
                  </a:lnTo>
                  <a:lnTo>
                    <a:pt x="3995939" y="1789723"/>
                  </a:lnTo>
                  <a:lnTo>
                    <a:pt x="3996409" y="1789723"/>
                  </a:lnTo>
                  <a:lnTo>
                    <a:pt x="3996503" y="1789723"/>
                  </a:lnTo>
                  <a:lnTo>
                    <a:pt x="3996879" y="1784444"/>
                  </a:lnTo>
                  <a:lnTo>
                    <a:pt x="3997443" y="1784444"/>
                  </a:lnTo>
                  <a:lnTo>
                    <a:pt x="3997537" y="1784444"/>
                  </a:lnTo>
                  <a:lnTo>
                    <a:pt x="3998008" y="1784444"/>
                  </a:lnTo>
                  <a:lnTo>
                    <a:pt x="3998102" y="1784444"/>
                  </a:lnTo>
                  <a:lnTo>
                    <a:pt x="3998196" y="1784444"/>
                  </a:lnTo>
                  <a:lnTo>
                    <a:pt x="3998290" y="1784444"/>
                  </a:lnTo>
                  <a:lnTo>
                    <a:pt x="3998384" y="1784444"/>
                  </a:lnTo>
                  <a:lnTo>
                    <a:pt x="3998478" y="1784444"/>
                  </a:lnTo>
                  <a:lnTo>
                    <a:pt x="3999042" y="1784444"/>
                  </a:lnTo>
                  <a:lnTo>
                    <a:pt x="3999512" y="1784444"/>
                  </a:lnTo>
                  <a:lnTo>
                    <a:pt x="3999982" y="1784444"/>
                  </a:lnTo>
                  <a:lnTo>
                    <a:pt x="4000170" y="1784444"/>
                  </a:lnTo>
                  <a:lnTo>
                    <a:pt x="4000546" y="1784444"/>
                  </a:lnTo>
                  <a:lnTo>
                    <a:pt x="4000828" y="1784444"/>
                  </a:lnTo>
                  <a:lnTo>
                    <a:pt x="4001016" y="1784444"/>
                  </a:lnTo>
                  <a:lnTo>
                    <a:pt x="4001393" y="1784444"/>
                  </a:lnTo>
                  <a:lnTo>
                    <a:pt x="4001863" y="1784444"/>
                  </a:lnTo>
                  <a:lnTo>
                    <a:pt x="4002145" y="1784444"/>
                  </a:lnTo>
                  <a:lnTo>
                    <a:pt x="4002333" y="1784444"/>
                  </a:lnTo>
                  <a:lnTo>
                    <a:pt x="4002427" y="1784444"/>
                  </a:lnTo>
                  <a:lnTo>
                    <a:pt x="4003179" y="1773885"/>
                  </a:lnTo>
                  <a:lnTo>
                    <a:pt x="4003273" y="1773885"/>
                  </a:lnTo>
                  <a:lnTo>
                    <a:pt x="4003367" y="1768606"/>
                  </a:lnTo>
                  <a:lnTo>
                    <a:pt x="4003931" y="1768606"/>
                  </a:lnTo>
                  <a:lnTo>
                    <a:pt x="4004401" y="1768606"/>
                  </a:lnTo>
                  <a:lnTo>
                    <a:pt x="4005342" y="1768606"/>
                  </a:lnTo>
                  <a:lnTo>
                    <a:pt x="4005436" y="1768606"/>
                  </a:lnTo>
                  <a:lnTo>
                    <a:pt x="4005530" y="1768606"/>
                  </a:lnTo>
                  <a:lnTo>
                    <a:pt x="4005812" y="1768606"/>
                  </a:lnTo>
                  <a:lnTo>
                    <a:pt x="4006000" y="1768606"/>
                  </a:lnTo>
                  <a:lnTo>
                    <a:pt x="4006282" y="1763326"/>
                  </a:lnTo>
                  <a:lnTo>
                    <a:pt x="4006658" y="1763326"/>
                  </a:lnTo>
                  <a:lnTo>
                    <a:pt x="4006846" y="1763326"/>
                  </a:lnTo>
                  <a:lnTo>
                    <a:pt x="4007128" y="1763326"/>
                  </a:lnTo>
                  <a:lnTo>
                    <a:pt x="4007222" y="1763326"/>
                  </a:lnTo>
                  <a:lnTo>
                    <a:pt x="4007410" y="1763326"/>
                  </a:lnTo>
                  <a:lnTo>
                    <a:pt x="4007880" y="1763326"/>
                  </a:lnTo>
                  <a:lnTo>
                    <a:pt x="4008068" y="1763326"/>
                  </a:lnTo>
                  <a:lnTo>
                    <a:pt x="4008444" y="1763326"/>
                  </a:lnTo>
                  <a:lnTo>
                    <a:pt x="4008821" y="1763326"/>
                  </a:lnTo>
                  <a:lnTo>
                    <a:pt x="4009197" y="1763326"/>
                  </a:lnTo>
                  <a:lnTo>
                    <a:pt x="4009385" y="1763326"/>
                  </a:lnTo>
                  <a:lnTo>
                    <a:pt x="4009479" y="1763326"/>
                  </a:lnTo>
                  <a:lnTo>
                    <a:pt x="4010137" y="1763326"/>
                  </a:lnTo>
                  <a:lnTo>
                    <a:pt x="4010513" y="1763326"/>
                  </a:lnTo>
                  <a:lnTo>
                    <a:pt x="4010607" y="1763326"/>
                  </a:lnTo>
                  <a:lnTo>
                    <a:pt x="4010701" y="1763326"/>
                  </a:lnTo>
                  <a:lnTo>
                    <a:pt x="4010795" y="1763326"/>
                  </a:lnTo>
                  <a:lnTo>
                    <a:pt x="4010983" y="1763326"/>
                  </a:lnTo>
                  <a:lnTo>
                    <a:pt x="4011077" y="1763326"/>
                  </a:lnTo>
                  <a:lnTo>
                    <a:pt x="4011171" y="1763326"/>
                  </a:lnTo>
                  <a:lnTo>
                    <a:pt x="4011453" y="1763326"/>
                  </a:lnTo>
                  <a:lnTo>
                    <a:pt x="4011547" y="1763326"/>
                  </a:lnTo>
                  <a:lnTo>
                    <a:pt x="4012488" y="1763326"/>
                  </a:lnTo>
                  <a:lnTo>
                    <a:pt x="4012864" y="1763326"/>
                  </a:lnTo>
                  <a:lnTo>
                    <a:pt x="4012958" y="1763326"/>
                  </a:lnTo>
                  <a:lnTo>
                    <a:pt x="4013052" y="1763326"/>
                  </a:lnTo>
                  <a:lnTo>
                    <a:pt x="4013334" y="1763326"/>
                  </a:lnTo>
                  <a:lnTo>
                    <a:pt x="4013804" y="1763326"/>
                  </a:lnTo>
                  <a:lnTo>
                    <a:pt x="4013898" y="1763326"/>
                  </a:lnTo>
                  <a:lnTo>
                    <a:pt x="4014274" y="1763326"/>
                  </a:lnTo>
                  <a:lnTo>
                    <a:pt x="4014368" y="1763326"/>
                  </a:lnTo>
                  <a:lnTo>
                    <a:pt x="4014932" y="1763326"/>
                  </a:lnTo>
                  <a:lnTo>
                    <a:pt x="4015026" y="1763326"/>
                  </a:lnTo>
                  <a:lnTo>
                    <a:pt x="4015402" y="1763326"/>
                  </a:lnTo>
                  <a:lnTo>
                    <a:pt x="4015496" y="1763326"/>
                  </a:lnTo>
                  <a:lnTo>
                    <a:pt x="4015685" y="1763326"/>
                  </a:lnTo>
                  <a:lnTo>
                    <a:pt x="4015873" y="1763326"/>
                  </a:lnTo>
                  <a:lnTo>
                    <a:pt x="4016249" y="1763326"/>
                  </a:lnTo>
                  <a:lnTo>
                    <a:pt x="4016343" y="1763326"/>
                  </a:lnTo>
                  <a:lnTo>
                    <a:pt x="4016719" y="1763326"/>
                  </a:lnTo>
                  <a:lnTo>
                    <a:pt x="4016813" y="1763326"/>
                  </a:lnTo>
                  <a:lnTo>
                    <a:pt x="4016907" y="1763326"/>
                  </a:lnTo>
                  <a:lnTo>
                    <a:pt x="4017189" y="1763326"/>
                  </a:lnTo>
                  <a:lnTo>
                    <a:pt x="4017847" y="1763326"/>
                  </a:lnTo>
                  <a:lnTo>
                    <a:pt x="4017941" y="1763326"/>
                  </a:lnTo>
                  <a:lnTo>
                    <a:pt x="4018035" y="1763326"/>
                  </a:lnTo>
                  <a:lnTo>
                    <a:pt x="4018129" y="1763326"/>
                  </a:lnTo>
                  <a:lnTo>
                    <a:pt x="4018317" y="1763326"/>
                  </a:lnTo>
                  <a:lnTo>
                    <a:pt x="4019728" y="1758047"/>
                  </a:lnTo>
                  <a:lnTo>
                    <a:pt x="4019916" y="1758047"/>
                  </a:lnTo>
                  <a:lnTo>
                    <a:pt x="4020010" y="1758047"/>
                  </a:lnTo>
                  <a:lnTo>
                    <a:pt x="4020386" y="1758047"/>
                  </a:lnTo>
                  <a:lnTo>
                    <a:pt x="4020574" y="1758047"/>
                  </a:lnTo>
                  <a:lnTo>
                    <a:pt x="4020668" y="1758047"/>
                  </a:lnTo>
                  <a:lnTo>
                    <a:pt x="4020762" y="1758047"/>
                  </a:lnTo>
                  <a:lnTo>
                    <a:pt x="4021044" y="1758047"/>
                  </a:lnTo>
                  <a:lnTo>
                    <a:pt x="4021232" y="1758047"/>
                  </a:lnTo>
                  <a:lnTo>
                    <a:pt x="4021702" y="1758047"/>
                  </a:lnTo>
                  <a:lnTo>
                    <a:pt x="4021984" y="1758047"/>
                  </a:lnTo>
                  <a:lnTo>
                    <a:pt x="4022360" y="1758047"/>
                  </a:lnTo>
                  <a:lnTo>
                    <a:pt x="4022360" y="1752767"/>
                  </a:lnTo>
                  <a:lnTo>
                    <a:pt x="4022454" y="1752767"/>
                  </a:lnTo>
                  <a:lnTo>
                    <a:pt x="4022737" y="1752767"/>
                  </a:lnTo>
                  <a:lnTo>
                    <a:pt x="4023207" y="1752767"/>
                  </a:lnTo>
                  <a:lnTo>
                    <a:pt x="4023959" y="1752767"/>
                  </a:lnTo>
                  <a:lnTo>
                    <a:pt x="4024241" y="1752767"/>
                  </a:lnTo>
                  <a:lnTo>
                    <a:pt x="4024335" y="1752767"/>
                  </a:lnTo>
                  <a:lnTo>
                    <a:pt x="4024805" y="1752767"/>
                  </a:lnTo>
                  <a:lnTo>
                    <a:pt x="4024993" y="1752767"/>
                  </a:lnTo>
                  <a:lnTo>
                    <a:pt x="4025087" y="1752767"/>
                  </a:lnTo>
                  <a:lnTo>
                    <a:pt x="4025275" y="1752767"/>
                  </a:lnTo>
                  <a:lnTo>
                    <a:pt x="4025933" y="1752767"/>
                  </a:lnTo>
                  <a:lnTo>
                    <a:pt x="4026027" y="1752767"/>
                  </a:lnTo>
                  <a:lnTo>
                    <a:pt x="4026121" y="1752767"/>
                  </a:lnTo>
                  <a:lnTo>
                    <a:pt x="4026121" y="1747488"/>
                  </a:lnTo>
                  <a:lnTo>
                    <a:pt x="4026216" y="1747488"/>
                  </a:lnTo>
                  <a:lnTo>
                    <a:pt x="4026310" y="1747488"/>
                  </a:lnTo>
                  <a:lnTo>
                    <a:pt x="4026498" y="1747488"/>
                  </a:lnTo>
                  <a:lnTo>
                    <a:pt x="4026780" y="1747488"/>
                  </a:lnTo>
                  <a:lnTo>
                    <a:pt x="4027062" y="1747488"/>
                  </a:lnTo>
                  <a:lnTo>
                    <a:pt x="4027344" y="1747488"/>
                  </a:lnTo>
                  <a:lnTo>
                    <a:pt x="4027438" y="1747488"/>
                  </a:lnTo>
                  <a:lnTo>
                    <a:pt x="4028096" y="1747488"/>
                  </a:lnTo>
                  <a:lnTo>
                    <a:pt x="4028190" y="1747488"/>
                  </a:lnTo>
                  <a:lnTo>
                    <a:pt x="4028284" y="1747488"/>
                  </a:lnTo>
                  <a:lnTo>
                    <a:pt x="4028566" y="1747488"/>
                  </a:lnTo>
                  <a:lnTo>
                    <a:pt x="4028942" y="1747488"/>
                  </a:lnTo>
                  <a:lnTo>
                    <a:pt x="4029130" y="1747488"/>
                  </a:lnTo>
                  <a:lnTo>
                    <a:pt x="4029694" y="1747488"/>
                  </a:lnTo>
                  <a:lnTo>
                    <a:pt x="4029789" y="1747488"/>
                  </a:lnTo>
                  <a:lnTo>
                    <a:pt x="4030071" y="1747488"/>
                  </a:lnTo>
                  <a:lnTo>
                    <a:pt x="4030541" y="1747488"/>
                  </a:lnTo>
                  <a:lnTo>
                    <a:pt x="4030635" y="1747488"/>
                  </a:lnTo>
                  <a:lnTo>
                    <a:pt x="4030917" y="1747488"/>
                  </a:lnTo>
                  <a:lnTo>
                    <a:pt x="4031011" y="1747488"/>
                  </a:lnTo>
                  <a:lnTo>
                    <a:pt x="4031105" y="1747488"/>
                  </a:lnTo>
                  <a:lnTo>
                    <a:pt x="4031199" y="1747488"/>
                  </a:lnTo>
                  <a:lnTo>
                    <a:pt x="4032421" y="1742209"/>
                  </a:lnTo>
                  <a:lnTo>
                    <a:pt x="4032797" y="1742209"/>
                  </a:lnTo>
                  <a:lnTo>
                    <a:pt x="4033079" y="1742209"/>
                  </a:lnTo>
                  <a:lnTo>
                    <a:pt x="4033173" y="1742209"/>
                  </a:lnTo>
                  <a:lnTo>
                    <a:pt x="4033362" y="1742209"/>
                  </a:lnTo>
                  <a:lnTo>
                    <a:pt x="4033456" y="1742209"/>
                  </a:lnTo>
                  <a:lnTo>
                    <a:pt x="4033550" y="1742209"/>
                  </a:lnTo>
                  <a:lnTo>
                    <a:pt x="4033644" y="1742209"/>
                  </a:lnTo>
                  <a:lnTo>
                    <a:pt x="4033832" y="1742209"/>
                  </a:lnTo>
                  <a:lnTo>
                    <a:pt x="4034396" y="1742209"/>
                  </a:lnTo>
                  <a:lnTo>
                    <a:pt x="4034584" y="1742209"/>
                  </a:lnTo>
                  <a:lnTo>
                    <a:pt x="4034678" y="1742209"/>
                  </a:lnTo>
                  <a:lnTo>
                    <a:pt x="4034960" y="1742209"/>
                  </a:lnTo>
                  <a:lnTo>
                    <a:pt x="4035524" y="1742209"/>
                  </a:lnTo>
                  <a:lnTo>
                    <a:pt x="4035900" y="1742209"/>
                  </a:lnTo>
                  <a:lnTo>
                    <a:pt x="4035994" y="1742209"/>
                  </a:lnTo>
                  <a:lnTo>
                    <a:pt x="4036276" y="1742209"/>
                  </a:lnTo>
                  <a:lnTo>
                    <a:pt x="4036370" y="1742209"/>
                  </a:lnTo>
                  <a:lnTo>
                    <a:pt x="4036558" y="1742209"/>
                  </a:lnTo>
                  <a:lnTo>
                    <a:pt x="4036841" y="1742209"/>
                  </a:lnTo>
                  <a:lnTo>
                    <a:pt x="4037029" y="1742209"/>
                  </a:lnTo>
                  <a:lnTo>
                    <a:pt x="4037029" y="1736929"/>
                  </a:lnTo>
                  <a:lnTo>
                    <a:pt x="4037217" y="1736929"/>
                  </a:lnTo>
                  <a:lnTo>
                    <a:pt x="4037311" y="1736929"/>
                  </a:lnTo>
                  <a:lnTo>
                    <a:pt x="4037499" y="1736929"/>
                  </a:lnTo>
                  <a:lnTo>
                    <a:pt x="4038063" y="1736929"/>
                  </a:lnTo>
                  <a:lnTo>
                    <a:pt x="4038533" y="1736929"/>
                  </a:lnTo>
                  <a:lnTo>
                    <a:pt x="4038909" y="1736929"/>
                  </a:lnTo>
                  <a:lnTo>
                    <a:pt x="4039003" y="1736929"/>
                  </a:lnTo>
                  <a:lnTo>
                    <a:pt x="4039661" y="1736929"/>
                  </a:lnTo>
                  <a:lnTo>
                    <a:pt x="4039755" y="1736929"/>
                  </a:lnTo>
                  <a:lnTo>
                    <a:pt x="4040225" y="1736929"/>
                  </a:lnTo>
                  <a:lnTo>
                    <a:pt x="4040414" y="1736929"/>
                  </a:lnTo>
                  <a:lnTo>
                    <a:pt x="4040508" y="1736929"/>
                  </a:lnTo>
                  <a:lnTo>
                    <a:pt x="4040884" y="1736929"/>
                  </a:lnTo>
                  <a:lnTo>
                    <a:pt x="4041260" y="1736929"/>
                  </a:lnTo>
                  <a:lnTo>
                    <a:pt x="4041636" y="1736929"/>
                  </a:lnTo>
                  <a:lnTo>
                    <a:pt x="4041730" y="1736929"/>
                  </a:lnTo>
                  <a:lnTo>
                    <a:pt x="4041824" y="1736929"/>
                  </a:lnTo>
                  <a:lnTo>
                    <a:pt x="4042388" y="1736929"/>
                  </a:lnTo>
                  <a:lnTo>
                    <a:pt x="4042764" y="1736929"/>
                  </a:lnTo>
                  <a:lnTo>
                    <a:pt x="4042952" y="1736929"/>
                  </a:lnTo>
                  <a:lnTo>
                    <a:pt x="4043328" y="1736929"/>
                  </a:lnTo>
                  <a:lnTo>
                    <a:pt x="4043704" y="1736929"/>
                  </a:lnTo>
                  <a:lnTo>
                    <a:pt x="4043892" y="1731650"/>
                  </a:lnTo>
                  <a:lnTo>
                    <a:pt x="4044081" y="1731650"/>
                  </a:lnTo>
                  <a:lnTo>
                    <a:pt x="4044175" y="1731650"/>
                  </a:lnTo>
                  <a:lnTo>
                    <a:pt x="4044551" y="1731650"/>
                  </a:lnTo>
                  <a:lnTo>
                    <a:pt x="4045021" y="1731650"/>
                  </a:lnTo>
                  <a:lnTo>
                    <a:pt x="4045209" y="1731650"/>
                  </a:lnTo>
                  <a:lnTo>
                    <a:pt x="4045303" y="1731650"/>
                  </a:lnTo>
                  <a:lnTo>
                    <a:pt x="4045679" y="1731650"/>
                  </a:lnTo>
                  <a:lnTo>
                    <a:pt x="4045773" y="1731650"/>
                  </a:lnTo>
                  <a:lnTo>
                    <a:pt x="4045867" y="1731650"/>
                  </a:lnTo>
                  <a:lnTo>
                    <a:pt x="4045961" y="1731650"/>
                  </a:lnTo>
                  <a:lnTo>
                    <a:pt x="4046243" y="1731650"/>
                  </a:lnTo>
                  <a:lnTo>
                    <a:pt x="4046807" y="1731650"/>
                  </a:lnTo>
                  <a:lnTo>
                    <a:pt x="4046901" y="1731650"/>
                  </a:lnTo>
                  <a:lnTo>
                    <a:pt x="4047371" y="1731650"/>
                  </a:lnTo>
                  <a:lnTo>
                    <a:pt x="4047466" y="1731650"/>
                  </a:lnTo>
                  <a:lnTo>
                    <a:pt x="4047560" y="1731650"/>
                  </a:lnTo>
                  <a:lnTo>
                    <a:pt x="4047654" y="1731650"/>
                  </a:lnTo>
                  <a:lnTo>
                    <a:pt x="4047842" y="1731650"/>
                  </a:lnTo>
                  <a:lnTo>
                    <a:pt x="4048030" y="1731650"/>
                  </a:lnTo>
                  <a:lnTo>
                    <a:pt x="4048124" y="1731650"/>
                  </a:lnTo>
                  <a:lnTo>
                    <a:pt x="4048406" y="1731650"/>
                  </a:lnTo>
                  <a:lnTo>
                    <a:pt x="4048782" y="1731650"/>
                  </a:lnTo>
                  <a:lnTo>
                    <a:pt x="4048876" y="1731650"/>
                  </a:lnTo>
                  <a:lnTo>
                    <a:pt x="4048970" y="1731650"/>
                  </a:lnTo>
                  <a:lnTo>
                    <a:pt x="4049252" y="1726370"/>
                  </a:lnTo>
                  <a:lnTo>
                    <a:pt x="4049346" y="1726370"/>
                  </a:lnTo>
                  <a:lnTo>
                    <a:pt x="4049440" y="1726370"/>
                  </a:lnTo>
                  <a:lnTo>
                    <a:pt x="4049628" y="1726370"/>
                  </a:lnTo>
                  <a:lnTo>
                    <a:pt x="4049722" y="1726370"/>
                  </a:lnTo>
                  <a:lnTo>
                    <a:pt x="4050380" y="1721091"/>
                  </a:lnTo>
                  <a:lnTo>
                    <a:pt x="4050474" y="1721091"/>
                  </a:lnTo>
                  <a:lnTo>
                    <a:pt x="4050474" y="1715811"/>
                  </a:lnTo>
                  <a:lnTo>
                    <a:pt x="4051227" y="1715811"/>
                  </a:lnTo>
                  <a:lnTo>
                    <a:pt x="4051509" y="1715811"/>
                  </a:lnTo>
                  <a:lnTo>
                    <a:pt x="4051697" y="1715811"/>
                  </a:lnTo>
                  <a:lnTo>
                    <a:pt x="4051885" y="1715811"/>
                  </a:lnTo>
                  <a:lnTo>
                    <a:pt x="4051979" y="1715811"/>
                  </a:lnTo>
                  <a:lnTo>
                    <a:pt x="4052073" y="1715811"/>
                  </a:lnTo>
                  <a:lnTo>
                    <a:pt x="4052167" y="1715811"/>
                  </a:lnTo>
                  <a:lnTo>
                    <a:pt x="4052261" y="1715811"/>
                  </a:lnTo>
                  <a:lnTo>
                    <a:pt x="4052449" y="1715811"/>
                  </a:lnTo>
                  <a:lnTo>
                    <a:pt x="4052637" y="1715811"/>
                  </a:lnTo>
                  <a:lnTo>
                    <a:pt x="4052731" y="1715811"/>
                  </a:lnTo>
                  <a:lnTo>
                    <a:pt x="4052825" y="1715811"/>
                  </a:lnTo>
                  <a:lnTo>
                    <a:pt x="4052919" y="1715811"/>
                  </a:lnTo>
                  <a:lnTo>
                    <a:pt x="4054517" y="1710532"/>
                  </a:lnTo>
                  <a:lnTo>
                    <a:pt x="4054612" y="1710532"/>
                  </a:lnTo>
                  <a:lnTo>
                    <a:pt x="4054706" y="1710532"/>
                  </a:lnTo>
                  <a:lnTo>
                    <a:pt x="4054894" y="1710532"/>
                  </a:lnTo>
                  <a:lnTo>
                    <a:pt x="4054988" y="1710532"/>
                  </a:lnTo>
                  <a:lnTo>
                    <a:pt x="4055176" y="1710532"/>
                  </a:lnTo>
                  <a:lnTo>
                    <a:pt x="4055270" y="1710532"/>
                  </a:lnTo>
                  <a:lnTo>
                    <a:pt x="4055458" y="1710532"/>
                  </a:lnTo>
                  <a:lnTo>
                    <a:pt x="4055552" y="1710532"/>
                  </a:lnTo>
                  <a:lnTo>
                    <a:pt x="4055740" y="1710532"/>
                  </a:lnTo>
                  <a:lnTo>
                    <a:pt x="4055834" y="1710532"/>
                  </a:lnTo>
                  <a:lnTo>
                    <a:pt x="4055928" y="1710532"/>
                  </a:lnTo>
                  <a:lnTo>
                    <a:pt x="4056022" y="1710532"/>
                  </a:lnTo>
                  <a:lnTo>
                    <a:pt x="4056116" y="1710532"/>
                  </a:lnTo>
                  <a:lnTo>
                    <a:pt x="4056304" y="1710532"/>
                  </a:lnTo>
                  <a:lnTo>
                    <a:pt x="4056868" y="1710532"/>
                  </a:lnTo>
                  <a:lnTo>
                    <a:pt x="4057056" y="1710532"/>
                  </a:lnTo>
                  <a:lnTo>
                    <a:pt x="4057526" y="1710532"/>
                  </a:lnTo>
                  <a:lnTo>
                    <a:pt x="4057620" y="1710532"/>
                  </a:lnTo>
                  <a:lnTo>
                    <a:pt x="4057714" y="1710532"/>
                  </a:lnTo>
                  <a:lnTo>
                    <a:pt x="4057902" y="1710532"/>
                  </a:lnTo>
                  <a:lnTo>
                    <a:pt x="4058185" y="1710532"/>
                  </a:lnTo>
                  <a:lnTo>
                    <a:pt x="4058279" y="1710532"/>
                  </a:lnTo>
                  <a:lnTo>
                    <a:pt x="4058561" y="1710532"/>
                  </a:lnTo>
                  <a:lnTo>
                    <a:pt x="4058655" y="1710532"/>
                  </a:lnTo>
                  <a:lnTo>
                    <a:pt x="4059219" y="1710532"/>
                  </a:lnTo>
                  <a:lnTo>
                    <a:pt x="4059407" y="1710532"/>
                  </a:lnTo>
                  <a:lnTo>
                    <a:pt x="4060065" y="1710532"/>
                  </a:lnTo>
                  <a:lnTo>
                    <a:pt x="4060159" y="1705253"/>
                  </a:lnTo>
                  <a:lnTo>
                    <a:pt x="4060629" y="1705253"/>
                  </a:lnTo>
                  <a:lnTo>
                    <a:pt x="4060723" y="1705253"/>
                  </a:lnTo>
                  <a:lnTo>
                    <a:pt x="4061099" y="1705253"/>
                  </a:lnTo>
                  <a:lnTo>
                    <a:pt x="4062416" y="1705253"/>
                  </a:lnTo>
                  <a:lnTo>
                    <a:pt x="4062510" y="1705253"/>
                  </a:lnTo>
                  <a:lnTo>
                    <a:pt x="4062698" y="1705253"/>
                  </a:lnTo>
                  <a:lnTo>
                    <a:pt x="4064108" y="1699973"/>
                  </a:lnTo>
                  <a:lnTo>
                    <a:pt x="4064390" y="1699973"/>
                  </a:lnTo>
                  <a:lnTo>
                    <a:pt x="4064484" y="1699973"/>
                  </a:lnTo>
                  <a:lnTo>
                    <a:pt x="4064766" y="1699973"/>
                  </a:lnTo>
                  <a:lnTo>
                    <a:pt x="4064860" y="1699973"/>
                  </a:lnTo>
                  <a:lnTo>
                    <a:pt x="4065331" y="1699973"/>
                  </a:lnTo>
                  <a:lnTo>
                    <a:pt x="4065707" y="1694694"/>
                  </a:lnTo>
                  <a:lnTo>
                    <a:pt x="4065895" y="1694694"/>
                  </a:lnTo>
                  <a:lnTo>
                    <a:pt x="4065989" y="1694694"/>
                  </a:lnTo>
                  <a:lnTo>
                    <a:pt x="4066083" y="1694694"/>
                  </a:lnTo>
                  <a:lnTo>
                    <a:pt x="4066553" y="1694694"/>
                  </a:lnTo>
                  <a:lnTo>
                    <a:pt x="4067117" y="1694694"/>
                  </a:lnTo>
                  <a:lnTo>
                    <a:pt x="4067305" y="1694694"/>
                  </a:lnTo>
                  <a:lnTo>
                    <a:pt x="4067399" y="1694694"/>
                  </a:lnTo>
                  <a:lnTo>
                    <a:pt x="4067493" y="1694694"/>
                  </a:lnTo>
                  <a:lnTo>
                    <a:pt x="4067681" y="1694694"/>
                  </a:lnTo>
                  <a:lnTo>
                    <a:pt x="4067869" y="1694694"/>
                  </a:lnTo>
                  <a:lnTo>
                    <a:pt x="4067963" y="1694694"/>
                  </a:lnTo>
                  <a:lnTo>
                    <a:pt x="4068339" y="1694694"/>
                  </a:lnTo>
                  <a:lnTo>
                    <a:pt x="4068433" y="1694694"/>
                  </a:lnTo>
                  <a:lnTo>
                    <a:pt x="4068716" y="1694694"/>
                  </a:lnTo>
                  <a:lnTo>
                    <a:pt x="4068810" y="1694694"/>
                  </a:lnTo>
                  <a:lnTo>
                    <a:pt x="4068904" y="1694694"/>
                  </a:lnTo>
                  <a:lnTo>
                    <a:pt x="4069186" y="1694694"/>
                  </a:lnTo>
                  <a:lnTo>
                    <a:pt x="4069280" y="1694694"/>
                  </a:lnTo>
                  <a:lnTo>
                    <a:pt x="4069844" y="1694694"/>
                  </a:lnTo>
                  <a:lnTo>
                    <a:pt x="4070032" y="1694694"/>
                  </a:lnTo>
                  <a:lnTo>
                    <a:pt x="4070126" y="1694694"/>
                  </a:lnTo>
                  <a:lnTo>
                    <a:pt x="4070314" y="1694694"/>
                  </a:lnTo>
                  <a:lnTo>
                    <a:pt x="4070408" y="1694694"/>
                  </a:lnTo>
                  <a:lnTo>
                    <a:pt x="4070502" y="1694694"/>
                  </a:lnTo>
                  <a:lnTo>
                    <a:pt x="4070690" y="1694694"/>
                  </a:lnTo>
                  <a:lnTo>
                    <a:pt x="4070878" y="1694694"/>
                  </a:lnTo>
                  <a:lnTo>
                    <a:pt x="4070972" y="1694694"/>
                  </a:lnTo>
                  <a:lnTo>
                    <a:pt x="4071066" y="1694694"/>
                  </a:lnTo>
                  <a:lnTo>
                    <a:pt x="4071536" y="1694694"/>
                  </a:lnTo>
                  <a:lnTo>
                    <a:pt x="4072289" y="1694694"/>
                  </a:lnTo>
                  <a:lnTo>
                    <a:pt x="4072383" y="1694694"/>
                  </a:lnTo>
                  <a:lnTo>
                    <a:pt x="4072477" y="1694694"/>
                  </a:lnTo>
                  <a:lnTo>
                    <a:pt x="4072571" y="1694694"/>
                  </a:lnTo>
                  <a:lnTo>
                    <a:pt x="4072759" y="1694694"/>
                  </a:lnTo>
                  <a:lnTo>
                    <a:pt x="4073041" y="1694694"/>
                  </a:lnTo>
                  <a:lnTo>
                    <a:pt x="4073135" y="1694694"/>
                  </a:lnTo>
                  <a:lnTo>
                    <a:pt x="4073229" y="1694694"/>
                  </a:lnTo>
                  <a:lnTo>
                    <a:pt x="4073417" y="1694694"/>
                  </a:lnTo>
                  <a:lnTo>
                    <a:pt x="4073417" y="1689414"/>
                  </a:lnTo>
                  <a:lnTo>
                    <a:pt x="4074169" y="1689414"/>
                  </a:lnTo>
                  <a:lnTo>
                    <a:pt x="4074827" y="1689414"/>
                  </a:lnTo>
                  <a:lnTo>
                    <a:pt x="4075015" y="1689414"/>
                  </a:lnTo>
                  <a:lnTo>
                    <a:pt x="4075579" y="1684135"/>
                  </a:lnTo>
                  <a:lnTo>
                    <a:pt x="4075673" y="1684135"/>
                  </a:lnTo>
                  <a:lnTo>
                    <a:pt x="4076050" y="1684135"/>
                  </a:lnTo>
                  <a:lnTo>
                    <a:pt x="4076144" y="1684135"/>
                  </a:lnTo>
                  <a:lnTo>
                    <a:pt x="4076520" y="1684135"/>
                  </a:lnTo>
                  <a:lnTo>
                    <a:pt x="4076708" y="1684135"/>
                  </a:lnTo>
                  <a:lnTo>
                    <a:pt x="4076896" y="1684135"/>
                  </a:lnTo>
                  <a:lnTo>
                    <a:pt x="4076990" y="1684135"/>
                  </a:lnTo>
                  <a:lnTo>
                    <a:pt x="4077178" y="1684135"/>
                  </a:lnTo>
                  <a:lnTo>
                    <a:pt x="4077272" y="1684135"/>
                  </a:lnTo>
                  <a:lnTo>
                    <a:pt x="4077648" y="1684135"/>
                  </a:lnTo>
                  <a:lnTo>
                    <a:pt x="4077742" y="1684135"/>
                  </a:lnTo>
                  <a:lnTo>
                    <a:pt x="4078024" y="1684135"/>
                  </a:lnTo>
                  <a:lnTo>
                    <a:pt x="4078400" y="1684135"/>
                  </a:lnTo>
                  <a:lnTo>
                    <a:pt x="4078494" y="1684135"/>
                  </a:lnTo>
                  <a:lnTo>
                    <a:pt x="4078870" y="1684135"/>
                  </a:lnTo>
                  <a:lnTo>
                    <a:pt x="4079058" y="1684135"/>
                  </a:lnTo>
                  <a:lnTo>
                    <a:pt x="4079152" y="1684135"/>
                  </a:lnTo>
                  <a:lnTo>
                    <a:pt x="4079999" y="1684135"/>
                  </a:lnTo>
                  <a:lnTo>
                    <a:pt x="4080563" y="1684135"/>
                  </a:lnTo>
                  <a:lnTo>
                    <a:pt x="4080563" y="1678855"/>
                  </a:lnTo>
                  <a:lnTo>
                    <a:pt x="4081127" y="1678855"/>
                  </a:lnTo>
                  <a:lnTo>
                    <a:pt x="4081221" y="1678855"/>
                  </a:lnTo>
                  <a:lnTo>
                    <a:pt x="4081409" y="1673576"/>
                  </a:lnTo>
                  <a:lnTo>
                    <a:pt x="4081691" y="1673576"/>
                  </a:lnTo>
                  <a:lnTo>
                    <a:pt x="4081785" y="1673576"/>
                  </a:lnTo>
                  <a:lnTo>
                    <a:pt x="4081879" y="1673576"/>
                  </a:lnTo>
                  <a:lnTo>
                    <a:pt x="4082255" y="1673576"/>
                  </a:lnTo>
                  <a:lnTo>
                    <a:pt x="4082631" y="1673576"/>
                  </a:lnTo>
                  <a:lnTo>
                    <a:pt x="4082725" y="1673576"/>
                  </a:lnTo>
                  <a:lnTo>
                    <a:pt x="4083008" y="1673576"/>
                  </a:lnTo>
                  <a:lnTo>
                    <a:pt x="4083102" y="1673576"/>
                  </a:lnTo>
                  <a:lnTo>
                    <a:pt x="4083196" y="1673576"/>
                  </a:lnTo>
                  <a:lnTo>
                    <a:pt x="4083290" y="1673576"/>
                  </a:lnTo>
                  <a:lnTo>
                    <a:pt x="4083478" y="1673576"/>
                  </a:lnTo>
                  <a:lnTo>
                    <a:pt x="4084418" y="1668297"/>
                  </a:lnTo>
                  <a:lnTo>
                    <a:pt x="4084512" y="1668297"/>
                  </a:lnTo>
                  <a:lnTo>
                    <a:pt x="4084794" y="1668297"/>
                  </a:lnTo>
                  <a:lnTo>
                    <a:pt x="4084982" y="1668297"/>
                  </a:lnTo>
                  <a:lnTo>
                    <a:pt x="4085076" y="1668297"/>
                  </a:lnTo>
                  <a:lnTo>
                    <a:pt x="4085170" y="1668297"/>
                  </a:lnTo>
                  <a:lnTo>
                    <a:pt x="4085264" y="1668297"/>
                  </a:lnTo>
                  <a:lnTo>
                    <a:pt x="4085546" y="1668297"/>
                  </a:lnTo>
                  <a:lnTo>
                    <a:pt x="4085640" y="1668297"/>
                  </a:lnTo>
                  <a:lnTo>
                    <a:pt x="4086204" y="1663017"/>
                  </a:lnTo>
                  <a:lnTo>
                    <a:pt x="4086298" y="1663017"/>
                  </a:lnTo>
                  <a:lnTo>
                    <a:pt x="4086581" y="1663017"/>
                  </a:lnTo>
                  <a:lnTo>
                    <a:pt x="4086769" y="1663017"/>
                  </a:lnTo>
                  <a:lnTo>
                    <a:pt x="4087239" y="1663017"/>
                  </a:lnTo>
                  <a:lnTo>
                    <a:pt x="4087521" y="1663017"/>
                  </a:lnTo>
                  <a:lnTo>
                    <a:pt x="4088367" y="1663017"/>
                  </a:lnTo>
                  <a:lnTo>
                    <a:pt x="4088931" y="1663017"/>
                  </a:lnTo>
                  <a:lnTo>
                    <a:pt x="4089307" y="1663017"/>
                  </a:lnTo>
                  <a:lnTo>
                    <a:pt x="4089401" y="1663017"/>
                  </a:lnTo>
                  <a:lnTo>
                    <a:pt x="4089495" y="1663017"/>
                  </a:lnTo>
                  <a:lnTo>
                    <a:pt x="4089871" y="1663017"/>
                  </a:lnTo>
                  <a:lnTo>
                    <a:pt x="4090248" y="1657738"/>
                  </a:lnTo>
                  <a:lnTo>
                    <a:pt x="4090342" y="1657738"/>
                  </a:lnTo>
                  <a:lnTo>
                    <a:pt x="4090530" y="1657738"/>
                  </a:lnTo>
                  <a:lnTo>
                    <a:pt x="4090718" y="1657738"/>
                  </a:lnTo>
                  <a:lnTo>
                    <a:pt x="4090812" y="1657738"/>
                  </a:lnTo>
                  <a:lnTo>
                    <a:pt x="4090906" y="1657738"/>
                  </a:lnTo>
                  <a:lnTo>
                    <a:pt x="4091094" y="1657738"/>
                  </a:lnTo>
                  <a:lnTo>
                    <a:pt x="4091188" y="1657738"/>
                  </a:lnTo>
                  <a:lnTo>
                    <a:pt x="4091470" y="1657738"/>
                  </a:lnTo>
                  <a:lnTo>
                    <a:pt x="4091658" y="1657738"/>
                  </a:lnTo>
                  <a:lnTo>
                    <a:pt x="4091752" y="1657738"/>
                  </a:lnTo>
                  <a:lnTo>
                    <a:pt x="4091846" y="1657738"/>
                  </a:lnTo>
                  <a:lnTo>
                    <a:pt x="4091940" y="1657738"/>
                  </a:lnTo>
                  <a:lnTo>
                    <a:pt x="4092034" y="1657738"/>
                  </a:lnTo>
                  <a:lnTo>
                    <a:pt x="4092974" y="1657738"/>
                  </a:lnTo>
                  <a:lnTo>
                    <a:pt x="4093350" y="1657738"/>
                  </a:lnTo>
                  <a:lnTo>
                    <a:pt x="4093444" y="1657738"/>
                  </a:lnTo>
                  <a:lnTo>
                    <a:pt x="4094479" y="1652458"/>
                  </a:lnTo>
                  <a:lnTo>
                    <a:pt x="4094761" y="1652458"/>
                  </a:lnTo>
                  <a:lnTo>
                    <a:pt x="4095137" y="1652458"/>
                  </a:lnTo>
                  <a:lnTo>
                    <a:pt x="4095231" y="1652458"/>
                  </a:lnTo>
                  <a:lnTo>
                    <a:pt x="4095419" y="1652458"/>
                  </a:lnTo>
                  <a:lnTo>
                    <a:pt x="4095513" y="1652458"/>
                  </a:lnTo>
                  <a:lnTo>
                    <a:pt x="4095701" y="1652458"/>
                  </a:lnTo>
                  <a:lnTo>
                    <a:pt x="4096453" y="1652458"/>
                  </a:lnTo>
                  <a:lnTo>
                    <a:pt x="4096641" y="1652458"/>
                  </a:lnTo>
                  <a:lnTo>
                    <a:pt x="4096923" y="1652458"/>
                  </a:lnTo>
                  <a:lnTo>
                    <a:pt x="4097017" y="1652458"/>
                  </a:lnTo>
                  <a:lnTo>
                    <a:pt x="4097488" y="1652458"/>
                  </a:lnTo>
                  <a:lnTo>
                    <a:pt x="4097582" y="1652458"/>
                  </a:lnTo>
                  <a:lnTo>
                    <a:pt x="4098052" y="1652458"/>
                  </a:lnTo>
                  <a:lnTo>
                    <a:pt x="4098334" y="1652458"/>
                  </a:lnTo>
                  <a:lnTo>
                    <a:pt x="4098522" y="1652458"/>
                  </a:lnTo>
                  <a:lnTo>
                    <a:pt x="4098804" y="1652458"/>
                  </a:lnTo>
                  <a:lnTo>
                    <a:pt x="4098898" y="1652458"/>
                  </a:lnTo>
                  <a:lnTo>
                    <a:pt x="4098992" y="1652458"/>
                  </a:lnTo>
                  <a:lnTo>
                    <a:pt x="4099086" y="1652458"/>
                  </a:lnTo>
                  <a:lnTo>
                    <a:pt x="4099180" y="1652458"/>
                  </a:lnTo>
                  <a:lnTo>
                    <a:pt x="4099274" y="1652458"/>
                  </a:lnTo>
                  <a:lnTo>
                    <a:pt x="4099368" y="1652458"/>
                  </a:lnTo>
                  <a:lnTo>
                    <a:pt x="4099744" y="1647179"/>
                  </a:lnTo>
                  <a:lnTo>
                    <a:pt x="4100026" y="1647179"/>
                  </a:lnTo>
                  <a:lnTo>
                    <a:pt x="4100120" y="1647179"/>
                  </a:lnTo>
                  <a:lnTo>
                    <a:pt x="4100308" y="1647179"/>
                  </a:lnTo>
                  <a:lnTo>
                    <a:pt x="4100496" y="1647179"/>
                  </a:lnTo>
                  <a:lnTo>
                    <a:pt x="4100590" y="1647179"/>
                  </a:lnTo>
                  <a:lnTo>
                    <a:pt x="4100685" y="1647179"/>
                  </a:lnTo>
                  <a:lnTo>
                    <a:pt x="4100779" y="1647179"/>
                  </a:lnTo>
                  <a:lnTo>
                    <a:pt x="4104069" y="1641900"/>
                  </a:lnTo>
                  <a:lnTo>
                    <a:pt x="4104258" y="1641900"/>
                  </a:lnTo>
                  <a:lnTo>
                    <a:pt x="4104352" y="1641900"/>
                  </a:lnTo>
                  <a:lnTo>
                    <a:pt x="4104540" y="1641900"/>
                  </a:lnTo>
                  <a:lnTo>
                    <a:pt x="4104634" y="1641900"/>
                  </a:lnTo>
                  <a:lnTo>
                    <a:pt x="4104916" y="1641900"/>
                  </a:lnTo>
                  <a:lnTo>
                    <a:pt x="4105198" y="1641900"/>
                  </a:lnTo>
                  <a:lnTo>
                    <a:pt x="4105292" y="1641900"/>
                  </a:lnTo>
                  <a:lnTo>
                    <a:pt x="4105386" y="1641900"/>
                  </a:lnTo>
                  <a:lnTo>
                    <a:pt x="4105480" y="1641900"/>
                  </a:lnTo>
                  <a:lnTo>
                    <a:pt x="4105668" y="1641900"/>
                  </a:lnTo>
                  <a:lnTo>
                    <a:pt x="4105762" y="1641900"/>
                  </a:lnTo>
                  <a:lnTo>
                    <a:pt x="4105950" y="1641900"/>
                  </a:lnTo>
                  <a:lnTo>
                    <a:pt x="4106326" y="1641900"/>
                  </a:lnTo>
                  <a:lnTo>
                    <a:pt x="4106514" y="1641900"/>
                  </a:lnTo>
                  <a:lnTo>
                    <a:pt x="4106608" y="1641900"/>
                  </a:lnTo>
                  <a:lnTo>
                    <a:pt x="4106702" y="1641900"/>
                  </a:lnTo>
                  <a:lnTo>
                    <a:pt x="4106796" y="1641900"/>
                  </a:lnTo>
                  <a:lnTo>
                    <a:pt x="4106890" y="1641900"/>
                  </a:lnTo>
                  <a:lnTo>
                    <a:pt x="4106984" y="1641900"/>
                  </a:lnTo>
                  <a:lnTo>
                    <a:pt x="4107078" y="1641900"/>
                  </a:lnTo>
                  <a:lnTo>
                    <a:pt x="4107172" y="1641900"/>
                  </a:lnTo>
                  <a:lnTo>
                    <a:pt x="4107266" y="1641900"/>
                  </a:lnTo>
                  <a:lnTo>
                    <a:pt x="4107360" y="1641900"/>
                  </a:lnTo>
                  <a:lnTo>
                    <a:pt x="4107454" y="1641900"/>
                  </a:lnTo>
                  <a:lnTo>
                    <a:pt x="4108019" y="1641900"/>
                  </a:lnTo>
                  <a:lnTo>
                    <a:pt x="4108113" y="1641900"/>
                  </a:lnTo>
                  <a:lnTo>
                    <a:pt x="4108677" y="1641900"/>
                  </a:lnTo>
                  <a:lnTo>
                    <a:pt x="4108771" y="1641900"/>
                  </a:lnTo>
                  <a:lnTo>
                    <a:pt x="4108865" y="1641900"/>
                  </a:lnTo>
                  <a:lnTo>
                    <a:pt x="4109429" y="1641900"/>
                  </a:lnTo>
                  <a:lnTo>
                    <a:pt x="4109523" y="1641900"/>
                  </a:lnTo>
                  <a:lnTo>
                    <a:pt x="4109617" y="1641900"/>
                  </a:lnTo>
                  <a:lnTo>
                    <a:pt x="4110181" y="1636620"/>
                  </a:lnTo>
                  <a:lnTo>
                    <a:pt x="4110275" y="1636620"/>
                  </a:lnTo>
                  <a:lnTo>
                    <a:pt x="4110557" y="1636620"/>
                  </a:lnTo>
                  <a:lnTo>
                    <a:pt x="4110651" y="1636620"/>
                  </a:lnTo>
                  <a:lnTo>
                    <a:pt x="4111027" y="1636620"/>
                  </a:lnTo>
                  <a:lnTo>
                    <a:pt x="4111404" y="1636620"/>
                  </a:lnTo>
                  <a:lnTo>
                    <a:pt x="4111498" y="1631341"/>
                  </a:lnTo>
                  <a:lnTo>
                    <a:pt x="4111592" y="1631341"/>
                  </a:lnTo>
                  <a:lnTo>
                    <a:pt x="4111780" y="1631341"/>
                  </a:lnTo>
                  <a:lnTo>
                    <a:pt x="4111874" y="1631341"/>
                  </a:lnTo>
                  <a:lnTo>
                    <a:pt x="4112344" y="1631341"/>
                  </a:lnTo>
                  <a:lnTo>
                    <a:pt x="4112438" y="1631341"/>
                  </a:lnTo>
                  <a:lnTo>
                    <a:pt x="4112814" y="1631341"/>
                  </a:lnTo>
                  <a:lnTo>
                    <a:pt x="4112908" y="1631341"/>
                  </a:lnTo>
                  <a:lnTo>
                    <a:pt x="4113002" y="1631341"/>
                  </a:lnTo>
                  <a:lnTo>
                    <a:pt x="4113190" y="1631341"/>
                  </a:lnTo>
                  <a:lnTo>
                    <a:pt x="4113472" y="1631341"/>
                  </a:lnTo>
                  <a:lnTo>
                    <a:pt x="4113942" y="1631341"/>
                  </a:lnTo>
                  <a:lnTo>
                    <a:pt x="4114036" y="1631341"/>
                  </a:lnTo>
                  <a:lnTo>
                    <a:pt x="4114224" y="1631341"/>
                  </a:lnTo>
                  <a:lnTo>
                    <a:pt x="4114318" y="1631341"/>
                  </a:lnTo>
                  <a:lnTo>
                    <a:pt x="4115165" y="1631341"/>
                  </a:lnTo>
                  <a:lnTo>
                    <a:pt x="4115259" y="1631341"/>
                  </a:lnTo>
                  <a:lnTo>
                    <a:pt x="4115541" y="1631341"/>
                  </a:lnTo>
                  <a:lnTo>
                    <a:pt x="4116575" y="1631341"/>
                  </a:lnTo>
                  <a:lnTo>
                    <a:pt x="4117045" y="1631341"/>
                  </a:lnTo>
                  <a:lnTo>
                    <a:pt x="4117515" y="1631341"/>
                  </a:lnTo>
                  <a:lnTo>
                    <a:pt x="4117891" y="1631341"/>
                  </a:lnTo>
                  <a:lnTo>
                    <a:pt x="4118079" y="1626061"/>
                  </a:lnTo>
                  <a:lnTo>
                    <a:pt x="4118362" y="1626061"/>
                  </a:lnTo>
                  <a:lnTo>
                    <a:pt x="4118456" y="1626061"/>
                  </a:lnTo>
                  <a:lnTo>
                    <a:pt x="4118550" y="1620782"/>
                  </a:lnTo>
                  <a:lnTo>
                    <a:pt x="4118926" y="1615502"/>
                  </a:lnTo>
                  <a:lnTo>
                    <a:pt x="4119020" y="1615502"/>
                  </a:lnTo>
                  <a:lnTo>
                    <a:pt x="4119772" y="1615502"/>
                  </a:lnTo>
                  <a:lnTo>
                    <a:pt x="4119866" y="1615502"/>
                  </a:lnTo>
                  <a:lnTo>
                    <a:pt x="4120430" y="1615502"/>
                  </a:lnTo>
                  <a:lnTo>
                    <a:pt x="4120712" y="1615502"/>
                  </a:lnTo>
                  <a:lnTo>
                    <a:pt x="4120806" y="1615502"/>
                  </a:lnTo>
                  <a:lnTo>
                    <a:pt x="4120900" y="1615502"/>
                  </a:lnTo>
                  <a:lnTo>
                    <a:pt x="4120994" y="1615502"/>
                  </a:lnTo>
                  <a:lnTo>
                    <a:pt x="4121088" y="1615502"/>
                  </a:lnTo>
                  <a:lnTo>
                    <a:pt x="4121840" y="1615502"/>
                  </a:lnTo>
                  <a:lnTo>
                    <a:pt x="4121935" y="1615502"/>
                  </a:lnTo>
                  <a:lnTo>
                    <a:pt x="4122029" y="1615502"/>
                  </a:lnTo>
                  <a:lnTo>
                    <a:pt x="4122593" y="1615502"/>
                  </a:lnTo>
                  <a:lnTo>
                    <a:pt x="4122781" y="1615502"/>
                  </a:lnTo>
                  <a:lnTo>
                    <a:pt x="4122969" y="1615502"/>
                  </a:lnTo>
                  <a:lnTo>
                    <a:pt x="4123345" y="1615502"/>
                  </a:lnTo>
                  <a:lnTo>
                    <a:pt x="4123439" y="1615502"/>
                  </a:lnTo>
                  <a:lnTo>
                    <a:pt x="4123815" y="1615502"/>
                  </a:lnTo>
                  <a:lnTo>
                    <a:pt x="4124661" y="1615502"/>
                  </a:lnTo>
                  <a:lnTo>
                    <a:pt x="4124849" y="1615502"/>
                  </a:lnTo>
                  <a:lnTo>
                    <a:pt x="4125131" y="1615502"/>
                  </a:lnTo>
                  <a:lnTo>
                    <a:pt x="4125414" y="1615502"/>
                  </a:lnTo>
                  <a:lnTo>
                    <a:pt x="4125602" y="1615502"/>
                  </a:lnTo>
                  <a:lnTo>
                    <a:pt x="4125790" y="1615502"/>
                  </a:lnTo>
                  <a:lnTo>
                    <a:pt x="4126072" y="1615502"/>
                  </a:lnTo>
                  <a:lnTo>
                    <a:pt x="4126166" y="1615502"/>
                  </a:lnTo>
                  <a:lnTo>
                    <a:pt x="4126354" y="1615502"/>
                  </a:lnTo>
                  <a:lnTo>
                    <a:pt x="4127294" y="1615502"/>
                  </a:lnTo>
                  <a:lnTo>
                    <a:pt x="4127576" y="1615502"/>
                  </a:lnTo>
                  <a:lnTo>
                    <a:pt x="4127670" y="1615502"/>
                  </a:lnTo>
                  <a:lnTo>
                    <a:pt x="4127764" y="1615502"/>
                  </a:lnTo>
                  <a:lnTo>
                    <a:pt x="4127952" y="1615502"/>
                  </a:lnTo>
                  <a:lnTo>
                    <a:pt x="4128046" y="1615502"/>
                  </a:lnTo>
                  <a:lnTo>
                    <a:pt x="4128234" y="1615502"/>
                  </a:lnTo>
                  <a:lnTo>
                    <a:pt x="4128328" y="1615502"/>
                  </a:lnTo>
                  <a:lnTo>
                    <a:pt x="4128704" y="1615502"/>
                  </a:lnTo>
                  <a:lnTo>
                    <a:pt x="4128798" y="1615502"/>
                  </a:lnTo>
                  <a:lnTo>
                    <a:pt x="4129175" y="1615502"/>
                  </a:lnTo>
                  <a:lnTo>
                    <a:pt x="4129269" y="1615502"/>
                  </a:lnTo>
                  <a:lnTo>
                    <a:pt x="4129645" y="1615502"/>
                  </a:lnTo>
                  <a:lnTo>
                    <a:pt x="4129833" y="1615502"/>
                  </a:lnTo>
                  <a:lnTo>
                    <a:pt x="4130021" y="1615502"/>
                  </a:lnTo>
                  <a:lnTo>
                    <a:pt x="4130115" y="1615502"/>
                  </a:lnTo>
                  <a:lnTo>
                    <a:pt x="4130209" y="1615502"/>
                  </a:lnTo>
                  <a:lnTo>
                    <a:pt x="4130303" y="1615502"/>
                  </a:lnTo>
                  <a:lnTo>
                    <a:pt x="4130585" y="1615502"/>
                  </a:lnTo>
                  <a:lnTo>
                    <a:pt x="4130679" y="1615502"/>
                  </a:lnTo>
                  <a:lnTo>
                    <a:pt x="4130867" y="1615502"/>
                  </a:lnTo>
                  <a:lnTo>
                    <a:pt x="4131619" y="1615502"/>
                  </a:lnTo>
                  <a:lnTo>
                    <a:pt x="4131807" y="1615502"/>
                  </a:lnTo>
                  <a:lnTo>
                    <a:pt x="4131995" y="1615502"/>
                  </a:lnTo>
                  <a:lnTo>
                    <a:pt x="4132277" y="1615502"/>
                  </a:lnTo>
                  <a:lnTo>
                    <a:pt x="4132936" y="1615502"/>
                  </a:lnTo>
                  <a:lnTo>
                    <a:pt x="4133030" y="1615502"/>
                  </a:lnTo>
                  <a:lnTo>
                    <a:pt x="4133124" y="1615502"/>
                  </a:lnTo>
                  <a:lnTo>
                    <a:pt x="4133406" y="1615502"/>
                  </a:lnTo>
                  <a:lnTo>
                    <a:pt x="4133594" y="1615502"/>
                  </a:lnTo>
                  <a:lnTo>
                    <a:pt x="4133688" y="1615502"/>
                  </a:lnTo>
                  <a:lnTo>
                    <a:pt x="4133782" y="1615502"/>
                  </a:lnTo>
                  <a:lnTo>
                    <a:pt x="4134722" y="1615502"/>
                  </a:lnTo>
                  <a:lnTo>
                    <a:pt x="4134816" y="1615502"/>
                  </a:lnTo>
                  <a:lnTo>
                    <a:pt x="4134910" y="1615502"/>
                  </a:lnTo>
                  <a:lnTo>
                    <a:pt x="4135192" y="1615502"/>
                  </a:lnTo>
                  <a:lnTo>
                    <a:pt x="4135286" y="1615502"/>
                  </a:lnTo>
                  <a:lnTo>
                    <a:pt x="4135474" y="1615502"/>
                  </a:lnTo>
                  <a:lnTo>
                    <a:pt x="4135662" y="1615502"/>
                  </a:lnTo>
                  <a:lnTo>
                    <a:pt x="4135850" y="1615502"/>
                  </a:lnTo>
                  <a:lnTo>
                    <a:pt x="4136133" y="1615502"/>
                  </a:lnTo>
                  <a:lnTo>
                    <a:pt x="4136791" y="1615502"/>
                  </a:lnTo>
                  <a:lnTo>
                    <a:pt x="4136885" y="1615502"/>
                  </a:lnTo>
                  <a:lnTo>
                    <a:pt x="4136979" y="1615502"/>
                  </a:lnTo>
                  <a:lnTo>
                    <a:pt x="4137073" y="1615502"/>
                  </a:lnTo>
                  <a:lnTo>
                    <a:pt x="4137637" y="1610223"/>
                  </a:lnTo>
                  <a:lnTo>
                    <a:pt x="4137919" y="1610223"/>
                  </a:lnTo>
                  <a:lnTo>
                    <a:pt x="4138295" y="1610223"/>
                  </a:lnTo>
                  <a:lnTo>
                    <a:pt x="4138483" y="1610223"/>
                  </a:lnTo>
                  <a:lnTo>
                    <a:pt x="4138859" y="1610223"/>
                  </a:lnTo>
                  <a:lnTo>
                    <a:pt x="4139047" y="1610223"/>
                  </a:lnTo>
                  <a:lnTo>
                    <a:pt x="4139235" y="1610223"/>
                  </a:lnTo>
                  <a:lnTo>
                    <a:pt x="4139612" y="1610223"/>
                  </a:lnTo>
                  <a:lnTo>
                    <a:pt x="4139988" y="1610223"/>
                  </a:lnTo>
                  <a:lnTo>
                    <a:pt x="4140458" y="1610223"/>
                  </a:lnTo>
                  <a:lnTo>
                    <a:pt x="4140552" y="1610223"/>
                  </a:lnTo>
                  <a:lnTo>
                    <a:pt x="4140834" y="1610223"/>
                  </a:lnTo>
                  <a:lnTo>
                    <a:pt x="4141116" y="1610223"/>
                  </a:lnTo>
                  <a:lnTo>
                    <a:pt x="4141304" y="1610223"/>
                  </a:lnTo>
                  <a:lnTo>
                    <a:pt x="4141398" y="1610223"/>
                  </a:lnTo>
                  <a:lnTo>
                    <a:pt x="4141492" y="1610223"/>
                  </a:lnTo>
                  <a:lnTo>
                    <a:pt x="4141586" y="1610223"/>
                  </a:lnTo>
                  <a:lnTo>
                    <a:pt x="4141680" y="1610223"/>
                  </a:lnTo>
                  <a:lnTo>
                    <a:pt x="4141962" y="1610223"/>
                  </a:lnTo>
                  <a:lnTo>
                    <a:pt x="4142244" y="1610223"/>
                  </a:lnTo>
                  <a:lnTo>
                    <a:pt x="4143090" y="1610223"/>
                  </a:lnTo>
                  <a:lnTo>
                    <a:pt x="4143373" y="1610223"/>
                  </a:lnTo>
                  <a:lnTo>
                    <a:pt x="4143467" y="1610223"/>
                  </a:lnTo>
                  <a:lnTo>
                    <a:pt x="4143561" y="1610223"/>
                  </a:lnTo>
                  <a:lnTo>
                    <a:pt x="4143655" y="1610223"/>
                  </a:lnTo>
                  <a:lnTo>
                    <a:pt x="4143749" y="1610223"/>
                  </a:lnTo>
                  <a:lnTo>
                    <a:pt x="4143843" y="1610223"/>
                  </a:lnTo>
                  <a:lnTo>
                    <a:pt x="4144125" y="1610223"/>
                  </a:lnTo>
                  <a:lnTo>
                    <a:pt x="4144219" y="1610223"/>
                  </a:lnTo>
                  <a:lnTo>
                    <a:pt x="4145253" y="1604944"/>
                  </a:lnTo>
                  <a:lnTo>
                    <a:pt x="4145347" y="1604944"/>
                  </a:lnTo>
                  <a:lnTo>
                    <a:pt x="4145629" y="1604944"/>
                  </a:lnTo>
                  <a:lnTo>
                    <a:pt x="4145723" y="1604944"/>
                  </a:lnTo>
                  <a:lnTo>
                    <a:pt x="4145817" y="1604944"/>
                  </a:lnTo>
                  <a:lnTo>
                    <a:pt x="4146569" y="1604944"/>
                  </a:lnTo>
                  <a:lnTo>
                    <a:pt x="4146758" y="1604944"/>
                  </a:lnTo>
                  <a:lnTo>
                    <a:pt x="4146946" y="1604944"/>
                  </a:lnTo>
                  <a:lnTo>
                    <a:pt x="4147040" y="1604944"/>
                  </a:lnTo>
                  <a:lnTo>
                    <a:pt x="4147792" y="1604944"/>
                  </a:lnTo>
                  <a:lnTo>
                    <a:pt x="4147886" y="1604944"/>
                  </a:lnTo>
                  <a:lnTo>
                    <a:pt x="4147980" y="1604944"/>
                  </a:lnTo>
                  <a:lnTo>
                    <a:pt x="4148074" y="1604944"/>
                  </a:lnTo>
                  <a:lnTo>
                    <a:pt x="4148356" y="1604944"/>
                  </a:lnTo>
                  <a:lnTo>
                    <a:pt x="4149202" y="1604944"/>
                  </a:lnTo>
                  <a:lnTo>
                    <a:pt x="4149296" y="1604944"/>
                  </a:lnTo>
                  <a:lnTo>
                    <a:pt x="4149390" y="1604944"/>
                  </a:lnTo>
                  <a:lnTo>
                    <a:pt x="4149484" y="1604944"/>
                  </a:lnTo>
                  <a:lnTo>
                    <a:pt x="4149954" y="1604944"/>
                  </a:lnTo>
                  <a:lnTo>
                    <a:pt x="4150048" y="1604944"/>
                  </a:lnTo>
                  <a:lnTo>
                    <a:pt x="4150142" y="1604944"/>
                  </a:lnTo>
                  <a:lnTo>
                    <a:pt x="4150331" y="1604944"/>
                  </a:lnTo>
                  <a:lnTo>
                    <a:pt x="4150425" y="1604944"/>
                  </a:lnTo>
                  <a:lnTo>
                    <a:pt x="4150519" y="1604944"/>
                  </a:lnTo>
                  <a:lnTo>
                    <a:pt x="4150801" y="1604944"/>
                  </a:lnTo>
                  <a:lnTo>
                    <a:pt x="4150895" y="1604944"/>
                  </a:lnTo>
                  <a:lnTo>
                    <a:pt x="4151083" y="1604944"/>
                  </a:lnTo>
                  <a:lnTo>
                    <a:pt x="4152023" y="1604944"/>
                  </a:lnTo>
                  <a:lnTo>
                    <a:pt x="4152305" y="1604944"/>
                  </a:lnTo>
                  <a:lnTo>
                    <a:pt x="4152775" y="1604944"/>
                  </a:lnTo>
                  <a:lnTo>
                    <a:pt x="4152869" y="1604944"/>
                  </a:lnTo>
                  <a:lnTo>
                    <a:pt x="4153621" y="1604944"/>
                  </a:lnTo>
                  <a:lnTo>
                    <a:pt x="4153715" y="1604944"/>
                  </a:lnTo>
                  <a:lnTo>
                    <a:pt x="4153904" y="1604944"/>
                  </a:lnTo>
                  <a:lnTo>
                    <a:pt x="4153998" y="1604944"/>
                  </a:lnTo>
                  <a:lnTo>
                    <a:pt x="4154656" y="1604944"/>
                  </a:lnTo>
                  <a:lnTo>
                    <a:pt x="4154750" y="1604944"/>
                  </a:lnTo>
                  <a:lnTo>
                    <a:pt x="4154844" y="1604944"/>
                  </a:lnTo>
                  <a:lnTo>
                    <a:pt x="4155126" y="1604944"/>
                  </a:lnTo>
                  <a:lnTo>
                    <a:pt x="4155220" y="1604944"/>
                  </a:lnTo>
                  <a:lnTo>
                    <a:pt x="4155220" y="1599664"/>
                  </a:lnTo>
                  <a:lnTo>
                    <a:pt x="4155314" y="1599664"/>
                  </a:lnTo>
                  <a:lnTo>
                    <a:pt x="4155502" y="1599664"/>
                  </a:lnTo>
                  <a:lnTo>
                    <a:pt x="4155596" y="1599664"/>
                  </a:lnTo>
                  <a:lnTo>
                    <a:pt x="4155690" y="1599664"/>
                  </a:lnTo>
                  <a:lnTo>
                    <a:pt x="4155878" y="1599664"/>
                  </a:lnTo>
                  <a:lnTo>
                    <a:pt x="4156066" y="1599664"/>
                  </a:lnTo>
                  <a:lnTo>
                    <a:pt x="4156160" y="1599664"/>
                  </a:lnTo>
                  <a:lnTo>
                    <a:pt x="4156254" y="1599664"/>
                  </a:lnTo>
                  <a:lnTo>
                    <a:pt x="4156442" y="1599664"/>
                  </a:lnTo>
                  <a:lnTo>
                    <a:pt x="4156536" y="1599664"/>
                  </a:lnTo>
                  <a:lnTo>
                    <a:pt x="4156630" y="1599664"/>
                  </a:lnTo>
                  <a:lnTo>
                    <a:pt x="4156912" y="1599664"/>
                  </a:lnTo>
                  <a:lnTo>
                    <a:pt x="4157006" y="1599664"/>
                  </a:lnTo>
                  <a:lnTo>
                    <a:pt x="4159451" y="1594385"/>
                  </a:lnTo>
                  <a:lnTo>
                    <a:pt x="4159639" y="1594385"/>
                  </a:lnTo>
                  <a:lnTo>
                    <a:pt x="4159733" y="1594385"/>
                  </a:lnTo>
                  <a:lnTo>
                    <a:pt x="4160673" y="1594385"/>
                  </a:lnTo>
                  <a:lnTo>
                    <a:pt x="4161050" y="1594385"/>
                  </a:lnTo>
                  <a:lnTo>
                    <a:pt x="4161238" y="1594385"/>
                  </a:lnTo>
                  <a:lnTo>
                    <a:pt x="4161426" y="1594385"/>
                  </a:lnTo>
                  <a:lnTo>
                    <a:pt x="4161614" y="1594385"/>
                  </a:lnTo>
                  <a:lnTo>
                    <a:pt x="4161802" y="1594385"/>
                  </a:lnTo>
                  <a:lnTo>
                    <a:pt x="4162084" y="1594385"/>
                  </a:lnTo>
                  <a:lnTo>
                    <a:pt x="4162272" y="1594385"/>
                  </a:lnTo>
                  <a:lnTo>
                    <a:pt x="4162366" y="1594385"/>
                  </a:lnTo>
                  <a:lnTo>
                    <a:pt x="4162742" y="1594385"/>
                  </a:lnTo>
                  <a:lnTo>
                    <a:pt x="4162836" y="1594385"/>
                  </a:lnTo>
                  <a:lnTo>
                    <a:pt x="4162930" y="1594385"/>
                  </a:lnTo>
                  <a:lnTo>
                    <a:pt x="4163306" y="1594385"/>
                  </a:lnTo>
                  <a:lnTo>
                    <a:pt x="4163400" y="1594385"/>
                  </a:lnTo>
                  <a:lnTo>
                    <a:pt x="4163494" y="1594385"/>
                  </a:lnTo>
                  <a:lnTo>
                    <a:pt x="4163588" y="1594385"/>
                  </a:lnTo>
                  <a:lnTo>
                    <a:pt x="4163682" y="1594385"/>
                  </a:lnTo>
                  <a:lnTo>
                    <a:pt x="4163964" y="1589105"/>
                  </a:lnTo>
                  <a:lnTo>
                    <a:pt x="4164058" y="1589105"/>
                  </a:lnTo>
                  <a:lnTo>
                    <a:pt x="4164623" y="1583826"/>
                  </a:lnTo>
                  <a:lnTo>
                    <a:pt x="4165093" y="1583826"/>
                  </a:lnTo>
                  <a:lnTo>
                    <a:pt x="4165281" y="1583826"/>
                  </a:lnTo>
                  <a:lnTo>
                    <a:pt x="4165845" y="1583826"/>
                  </a:lnTo>
                  <a:lnTo>
                    <a:pt x="4165939" y="1583826"/>
                  </a:lnTo>
                  <a:lnTo>
                    <a:pt x="4166033" y="1583826"/>
                  </a:lnTo>
                  <a:lnTo>
                    <a:pt x="4166597" y="1583826"/>
                  </a:lnTo>
                  <a:lnTo>
                    <a:pt x="4166879" y="1583826"/>
                  </a:lnTo>
                  <a:lnTo>
                    <a:pt x="4166973" y="1583826"/>
                  </a:lnTo>
                  <a:lnTo>
                    <a:pt x="4167255" y="1583826"/>
                  </a:lnTo>
                  <a:lnTo>
                    <a:pt x="4167349" y="1583826"/>
                  </a:lnTo>
                  <a:lnTo>
                    <a:pt x="4167537" y="1583826"/>
                  </a:lnTo>
                  <a:lnTo>
                    <a:pt x="4167631" y="1583826"/>
                  </a:lnTo>
                  <a:lnTo>
                    <a:pt x="4167913" y="1583826"/>
                  </a:lnTo>
                  <a:lnTo>
                    <a:pt x="4168478" y="1578546"/>
                  </a:lnTo>
                  <a:lnTo>
                    <a:pt x="4168572" y="1578546"/>
                  </a:lnTo>
                  <a:lnTo>
                    <a:pt x="4168760" y="1578546"/>
                  </a:lnTo>
                  <a:lnTo>
                    <a:pt x="4168854" y="1578546"/>
                  </a:lnTo>
                  <a:lnTo>
                    <a:pt x="4168948" y="1578546"/>
                  </a:lnTo>
                  <a:lnTo>
                    <a:pt x="4169042" y="1578546"/>
                  </a:lnTo>
                  <a:lnTo>
                    <a:pt x="4169794" y="1578546"/>
                  </a:lnTo>
                  <a:lnTo>
                    <a:pt x="4169888" y="1578546"/>
                  </a:lnTo>
                  <a:lnTo>
                    <a:pt x="4169982" y="1578546"/>
                  </a:lnTo>
                  <a:lnTo>
                    <a:pt x="4170076" y="1578546"/>
                  </a:lnTo>
                  <a:lnTo>
                    <a:pt x="4170170" y="1573267"/>
                  </a:lnTo>
                  <a:lnTo>
                    <a:pt x="4170264" y="1573267"/>
                  </a:lnTo>
                  <a:lnTo>
                    <a:pt x="4170640" y="1573267"/>
                  </a:lnTo>
                  <a:lnTo>
                    <a:pt x="4170922" y="1573267"/>
                  </a:lnTo>
                  <a:lnTo>
                    <a:pt x="4171298" y="1573267"/>
                  </a:lnTo>
                  <a:lnTo>
                    <a:pt x="4171392" y="1573267"/>
                  </a:lnTo>
                  <a:lnTo>
                    <a:pt x="4171581" y="1573267"/>
                  </a:lnTo>
                  <a:lnTo>
                    <a:pt x="4171675" y="1573267"/>
                  </a:lnTo>
                  <a:lnTo>
                    <a:pt x="4172051" y="1573267"/>
                  </a:lnTo>
                  <a:lnTo>
                    <a:pt x="4172333" y="1573267"/>
                  </a:lnTo>
                  <a:lnTo>
                    <a:pt x="4172427" y="1573267"/>
                  </a:lnTo>
                  <a:lnTo>
                    <a:pt x="4172615" y="1573267"/>
                  </a:lnTo>
                  <a:lnTo>
                    <a:pt x="4172709" y="1573267"/>
                  </a:lnTo>
                  <a:lnTo>
                    <a:pt x="4173461" y="1573267"/>
                  </a:lnTo>
                  <a:lnTo>
                    <a:pt x="4173555" y="1573267"/>
                  </a:lnTo>
                  <a:lnTo>
                    <a:pt x="4173743" y="1573267"/>
                  </a:lnTo>
                  <a:lnTo>
                    <a:pt x="4173837" y="1573267"/>
                  </a:lnTo>
                  <a:lnTo>
                    <a:pt x="4174025" y="1573267"/>
                  </a:lnTo>
                  <a:lnTo>
                    <a:pt x="4174119" y="1573267"/>
                  </a:lnTo>
                  <a:lnTo>
                    <a:pt x="4174401" y="1573267"/>
                  </a:lnTo>
                  <a:lnTo>
                    <a:pt x="4174777" y="1573267"/>
                  </a:lnTo>
                  <a:lnTo>
                    <a:pt x="4174871" y="1573267"/>
                  </a:lnTo>
                  <a:lnTo>
                    <a:pt x="4174965" y="1573267"/>
                  </a:lnTo>
                  <a:lnTo>
                    <a:pt x="4175342" y="1573267"/>
                  </a:lnTo>
                  <a:lnTo>
                    <a:pt x="4175436" y="1573267"/>
                  </a:lnTo>
                  <a:lnTo>
                    <a:pt x="4175718" y="1573267"/>
                  </a:lnTo>
                  <a:lnTo>
                    <a:pt x="4176470" y="1567988"/>
                  </a:lnTo>
                  <a:lnTo>
                    <a:pt x="4176940" y="1567988"/>
                  </a:lnTo>
                  <a:lnTo>
                    <a:pt x="4177034" y="1567988"/>
                  </a:lnTo>
                  <a:lnTo>
                    <a:pt x="4177316" y="1567988"/>
                  </a:lnTo>
                  <a:lnTo>
                    <a:pt x="4177410" y="1567988"/>
                  </a:lnTo>
                  <a:lnTo>
                    <a:pt x="4177504" y="1567988"/>
                  </a:lnTo>
                  <a:lnTo>
                    <a:pt x="4177880" y="1567988"/>
                  </a:lnTo>
                  <a:lnTo>
                    <a:pt x="4178162" y="1567988"/>
                  </a:lnTo>
                  <a:lnTo>
                    <a:pt x="4178256" y="1567988"/>
                  </a:lnTo>
                  <a:lnTo>
                    <a:pt x="4178727" y="1567988"/>
                  </a:lnTo>
                  <a:lnTo>
                    <a:pt x="4178821" y="1567988"/>
                  </a:lnTo>
                  <a:lnTo>
                    <a:pt x="4178915" y="1567988"/>
                  </a:lnTo>
                  <a:lnTo>
                    <a:pt x="4179291" y="1567988"/>
                  </a:lnTo>
                  <a:lnTo>
                    <a:pt x="4179949" y="1567988"/>
                  </a:lnTo>
                  <a:lnTo>
                    <a:pt x="4180043" y="1567988"/>
                  </a:lnTo>
                  <a:lnTo>
                    <a:pt x="4180325" y="1567988"/>
                  </a:lnTo>
                  <a:lnTo>
                    <a:pt x="4180513" y="1567988"/>
                  </a:lnTo>
                  <a:lnTo>
                    <a:pt x="4181265" y="1567988"/>
                  </a:lnTo>
                  <a:lnTo>
                    <a:pt x="4181359" y="1567988"/>
                  </a:lnTo>
                  <a:lnTo>
                    <a:pt x="4181641" y="1567988"/>
                  </a:lnTo>
                  <a:lnTo>
                    <a:pt x="4182017" y="1562708"/>
                  </a:lnTo>
                  <a:lnTo>
                    <a:pt x="4182300" y="1562708"/>
                  </a:lnTo>
                  <a:lnTo>
                    <a:pt x="4182582" y="1562708"/>
                  </a:lnTo>
                  <a:lnTo>
                    <a:pt x="4182770" y="1562708"/>
                  </a:lnTo>
                  <a:lnTo>
                    <a:pt x="4182864" y="1562708"/>
                  </a:lnTo>
                  <a:lnTo>
                    <a:pt x="4182958" y="1562708"/>
                  </a:lnTo>
                  <a:lnTo>
                    <a:pt x="4183052" y="1562708"/>
                  </a:lnTo>
                  <a:lnTo>
                    <a:pt x="4183146" y="1562708"/>
                  </a:lnTo>
                  <a:lnTo>
                    <a:pt x="4183240" y="1562708"/>
                  </a:lnTo>
                  <a:lnTo>
                    <a:pt x="4183334" y="1562708"/>
                  </a:lnTo>
                  <a:lnTo>
                    <a:pt x="4183522" y="1562708"/>
                  </a:lnTo>
                  <a:lnTo>
                    <a:pt x="4183616" y="1562708"/>
                  </a:lnTo>
                  <a:lnTo>
                    <a:pt x="4183804" y="1562708"/>
                  </a:lnTo>
                  <a:lnTo>
                    <a:pt x="4184462" y="1562708"/>
                  </a:lnTo>
                  <a:lnTo>
                    <a:pt x="4184650" y="1562708"/>
                  </a:lnTo>
                  <a:lnTo>
                    <a:pt x="4184838" y="1562708"/>
                  </a:lnTo>
                  <a:lnTo>
                    <a:pt x="4185590" y="1557429"/>
                  </a:lnTo>
                  <a:lnTo>
                    <a:pt x="4185873" y="1557429"/>
                  </a:lnTo>
                  <a:lnTo>
                    <a:pt x="4186249" y="1557429"/>
                  </a:lnTo>
                  <a:lnTo>
                    <a:pt x="4186625" y="1557429"/>
                  </a:lnTo>
                  <a:lnTo>
                    <a:pt x="4186719" y="1557429"/>
                  </a:lnTo>
                  <a:lnTo>
                    <a:pt x="4186813" y="1557429"/>
                  </a:lnTo>
                  <a:lnTo>
                    <a:pt x="4187001" y="1557429"/>
                  </a:lnTo>
                  <a:lnTo>
                    <a:pt x="4187377" y="1552149"/>
                  </a:lnTo>
                  <a:lnTo>
                    <a:pt x="4187565" y="1552149"/>
                  </a:lnTo>
                  <a:lnTo>
                    <a:pt x="4187659" y="1552149"/>
                  </a:lnTo>
                  <a:lnTo>
                    <a:pt x="4187847" y="1552149"/>
                  </a:lnTo>
                  <a:lnTo>
                    <a:pt x="4187941" y="1552149"/>
                  </a:lnTo>
                  <a:lnTo>
                    <a:pt x="4188035" y="1552149"/>
                  </a:lnTo>
                  <a:lnTo>
                    <a:pt x="4188129" y="1552149"/>
                  </a:lnTo>
                  <a:lnTo>
                    <a:pt x="4188223" y="1552149"/>
                  </a:lnTo>
                  <a:lnTo>
                    <a:pt x="4188317" y="1552149"/>
                  </a:lnTo>
                  <a:lnTo>
                    <a:pt x="4188599" y="1552149"/>
                  </a:lnTo>
                  <a:lnTo>
                    <a:pt x="4190386" y="1546870"/>
                  </a:lnTo>
                  <a:lnTo>
                    <a:pt x="4190480" y="1546870"/>
                  </a:lnTo>
                  <a:lnTo>
                    <a:pt x="4190668" y="1546870"/>
                  </a:lnTo>
                  <a:lnTo>
                    <a:pt x="4191232" y="1546870"/>
                  </a:lnTo>
                  <a:lnTo>
                    <a:pt x="4191326" y="1546870"/>
                  </a:lnTo>
                  <a:lnTo>
                    <a:pt x="4191420" y="1546870"/>
                  </a:lnTo>
                  <a:lnTo>
                    <a:pt x="4191514" y="1546870"/>
                  </a:lnTo>
                  <a:lnTo>
                    <a:pt x="4191608" y="1546870"/>
                  </a:lnTo>
                  <a:lnTo>
                    <a:pt x="4191984" y="1546870"/>
                  </a:lnTo>
                  <a:lnTo>
                    <a:pt x="4192078" y="1546870"/>
                  </a:lnTo>
                  <a:lnTo>
                    <a:pt x="4192360" y="1546870"/>
                  </a:lnTo>
                  <a:lnTo>
                    <a:pt x="4192642" y="1546870"/>
                  </a:lnTo>
                  <a:lnTo>
                    <a:pt x="4192925" y="1546870"/>
                  </a:lnTo>
                  <a:lnTo>
                    <a:pt x="4193113" y="1546870"/>
                  </a:lnTo>
                  <a:lnTo>
                    <a:pt x="4193207" y="1546870"/>
                  </a:lnTo>
                  <a:lnTo>
                    <a:pt x="4193395" y="1546870"/>
                  </a:lnTo>
                  <a:lnTo>
                    <a:pt x="4193489" y="1546870"/>
                  </a:lnTo>
                  <a:lnTo>
                    <a:pt x="4193865" y="1546870"/>
                  </a:lnTo>
                  <a:lnTo>
                    <a:pt x="4193959" y="1546870"/>
                  </a:lnTo>
                  <a:lnTo>
                    <a:pt x="4194147" y="1546870"/>
                  </a:lnTo>
                  <a:lnTo>
                    <a:pt x="4194523" y="1546870"/>
                  </a:lnTo>
                  <a:lnTo>
                    <a:pt x="4194805" y="1546870"/>
                  </a:lnTo>
                  <a:lnTo>
                    <a:pt x="4195087" y="1546870"/>
                  </a:lnTo>
                  <a:lnTo>
                    <a:pt x="4195275" y="1546870"/>
                  </a:lnTo>
                  <a:lnTo>
                    <a:pt x="4196404" y="1546870"/>
                  </a:lnTo>
                  <a:lnTo>
                    <a:pt x="4196874" y="1546870"/>
                  </a:lnTo>
                  <a:lnTo>
                    <a:pt x="4197250" y="1546870"/>
                  </a:lnTo>
                  <a:lnTo>
                    <a:pt x="4197908" y="1546870"/>
                  </a:lnTo>
                  <a:lnTo>
                    <a:pt x="4198002" y="1546870"/>
                  </a:lnTo>
                  <a:lnTo>
                    <a:pt x="4198096" y="1546870"/>
                  </a:lnTo>
                  <a:lnTo>
                    <a:pt x="4198190" y="1546870"/>
                  </a:lnTo>
                  <a:lnTo>
                    <a:pt x="4198378" y="1546870"/>
                  </a:lnTo>
                  <a:lnTo>
                    <a:pt x="4198566" y="1546870"/>
                  </a:lnTo>
                  <a:lnTo>
                    <a:pt x="4198942" y="1546870"/>
                  </a:lnTo>
                  <a:lnTo>
                    <a:pt x="4199036" y="1546870"/>
                  </a:lnTo>
                  <a:lnTo>
                    <a:pt x="4199224" y="1546870"/>
                  </a:lnTo>
                  <a:lnTo>
                    <a:pt x="4199977" y="1546870"/>
                  </a:lnTo>
                  <a:lnTo>
                    <a:pt x="4200541" y="1546870"/>
                  </a:lnTo>
                  <a:lnTo>
                    <a:pt x="4201011" y="1546870"/>
                  </a:lnTo>
                  <a:lnTo>
                    <a:pt x="4201105" y="1546870"/>
                  </a:lnTo>
                  <a:lnTo>
                    <a:pt x="4201387" y="1546870"/>
                  </a:lnTo>
                  <a:lnTo>
                    <a:pt x="4201481" y="1546870"/>
                  </a:lnTo>
                  <a:lnTo>
                    <a:pt x="4202045" y="1546870"/>
                  </a:lnTo>
                  <a:lnTo>
                    <a:pt x="4202421" y="1546870"/>
                  </a:lnTo>
                  <a:lnTo>
                    <a:pt x="4202515" y="1541591"/>
                  </a:lnTo>
                  <a:lnTo>
                    <a:pt x="4202703" y="1541591"/>
                  </a:lnTo>
                  <a:lnTo>
                    <a:pt x="4202797" y="1541591"/>
                  </a:lnTo>
                  <a:lnTo>
                    <a:pt x="4202985" y="1541591"/>
                  </a:lnTo>
                  <a:lnTo>
                    <a:pt x="4202985" y="1536311"/>
                  </a:lnTo>
                  <a:lnTo>
                    <a:pt x="4204020" y="1531032"/>
                  </a:lnTo>
                  <a:lnTo>
                    <a:pt x="4204302" y="1531032"/>
                  </a:lnTo>
                  <a:lnTo>
                    <a:pt x="4204396" y="1531032"/>
                  </a:lnTo>
                  <a:lnTo>
                    <a:pt x="4204490" y="1531032"/>
                  </a:lnTo>
                  <a:lnTo>
                    <a:pt x="4204584" y="1531032"/>
                  </a:lnTo>
                  <a:lnTo>
                    <a:pt x="4204678" y="1531032"/>
                  </a:lnTo>
                  <a:lnTo>
                    <a:pt x="4204772" y="1531032"/>
                  </a:lnTo>
                  <a:lnTo>
                    <a:pt x="4204866" y="1531032"/>
                  </a:lnTo>
                  <a:lnTo>
                    <a:pt x="4204960" y="1531032"/>
                  </a:lnTo>
                  <a:lnTo>
                    <a:pt x="4205054" y="1531032"/>
                  </a:lnTo>
                  <a:lnTo>
                    <a:pt x="4205242" y="1525752"/>
                  </a:lnTo>
                  <a:lnTo>
                    <a:pt x="4205430" y="1525752"/>
                  </a:lnTo>
                  <a:lnTo>
                    <a:pt x="4205712" y="1525752"/>
                  </a:lnTo>
                  <a:lnTo>
                    <a:pt x="4205806" y="1525752"/>
                  </a:lnTo>
                  <a:lnTo>
                    <a:pt x="4205994" y="1525752"/>
                  </a:lnTo>
                  <a:lnTo>
                    <a:pt x="4206182" y="1525752"/>
                  </a:lnTo>
                  <a:lnTo>
                    <a:pt x="4206935" y="1525752"/>
                  </a:lnTo>
                  <a:lnTo>
                    <a:pt x="4207029" y="1525752"/>
                  </a:lnTo>
                  <a:lnTo>
                    <a:pt x="4207593" y="1525752"/>
                  </a:lnTo>
                  <a:lnTo>
                    <a:pt x="4207687" y="1525752"/>
                  </a:lnTo>
                  <a:lnTo>
                    <a:pt x="4207781" y="1525752"/>
                  </a:lnTo>
                  <a:lnTo>
                    <a:pt x="4208063" y="1525752"/>
                  </a:lnTo>
                  <a:lnTo>
                    <a:pt x="4208251" y="1525752"/>
                  </a:lnTo>
                  <a:lnTo>
                    <a:pt x="4208439" y="1525752"/>
                  </a:lnTo>
                  <a:lnTo>
                    <a:pt x="4208909" y="1525752"/>
                  </a:lnTo>
                  <a:lnTo>
                    <a:pt x="4209003" y="1525752"/>
                  </a:lnTo>
                  <a:lnTo>
                    <a:pt x="4209849" y="1525752"/>
                  </a:lnTo>
                  <a:lnTo>
                    <a:pt x="4210319" y="1525752"/>
                  </a:lnTo>
                  <a:lnTo>
                    <a:pt x="4210508" y="1525752"/>
                  </a:lnTo>
                  <a:lnTo>
                    <a:pt x="4210696" y="1525752"/>
                  </a:lnTo>
                  <a:lnTo>
                    <a:pt x="4210884" y="1525752"/>
                  </a:lnTo>
                  <a:lnTo>
                    <a:pt x="4210978" y="1525752"/>
                  </a:lnTo>
                  <a:lnTo>
                    <a:pt x="4211260" y="1525752"/>
                  </a:lnTo>
                  <a:lnTo>
                    <a:pt x="4211354" y="1525752"/>
                  </a:lnTo>
                  <a:lnTo>
                    <a:pt x="4211824" y="1525752"/>
                  </a:lnTo>
                  <a:lnTo>
                    <a:pt x="4211918" y="1525752"/>
                  </a:lnTo>
                  <a:lnTo>
                    <a:pt x="4212294" y="1525752"/>
                  </a:lnTo>
                  <a:lnTo>
                    <a:pt x="4212388" y="1525752"/>
                  </a:lnTo>
                  <a:lnTo>
                    <a:pt x="4212388" y="1520473"/>
                  </a:lnTo>
                  <a:lnTo>
                    <a:pt x="4212670" y="1520473"/>
                  </a:lnTo>
                  <a:lnTo>
                    <a:pt x="4214269" y="1520473"/>
                  </a:lnTo>
                  <a:lnTo>
                    <a:pt x="4214551" y="1520473"/>
                  </a:lnTo>
                  <a:lnTo>
                    <a:pt x="4214739" y="1520473"/>
                  </a:lnTo>
                  <a:lnTo>
                    <a:pt x="4215021" y="1520473"/>
                  </a:lnTo>
                  <a:lnTo>
                    <a:pt x="4215209" y="1520473"/>
                  </a:lnTo>
                  <a:lnTo>
                    <a:pt x="4215397" y="1520473"/>
                  </a:lnTo>
                  <a:lnTo>
                    <a:pt x="4215491" y="1520473"/>
                  </a:lnTo>
                  <a:lnTo>
                    <a:pt x="4215585" y="1520473"/>
                  </a:lnTo>
                  <a:lnTo>
                    <a:pt x="4215867" y="1520473"/>
                  </a:lnTo>
                  <a:lnTo>
                    <a:pt x="4215961" y="1520473"/>
                  </a:lnTo>
                  <a:lnTo>
                    <a:pt x="4216243" y="1520473"/>
                  </a:lnTo>
                  <a:lnTo>
                    <a:pt x="4217183" y="1520473"/>
                  </a:lnTo>
                  <a:lnTo>
                    <a:pt x="4217371" y="1520473"/>
                  </a:lnTo>
                  <a:lnTo>
                    <a:pt x="4217654" y="1520473"/>
                  </a:lnTo>
                  <a:lnTo>
                    <a:pt x="4217748" y="1520473"/>
                  </a:lnTo>
                  <a:lnTo>
                    <a:pt x="4217936" y="1520473"/>
                  </a:lnTo>
                  <a:lnTo>
                    <a:pt x="4218030" y="1520473"/>
                  </a:lnTo>
                  <a:lnTo>
                    <a:pt x="4218124" y="1520473"/>
                  </a:lnTo>
                  <a:lnTo>
                    <a:pt x="4218218" y="1520473"/>
                  </a:lnTo>
                  <a:lnTo>
                    <a:pt x="4218500" y="1520473"/>
                  </a:lnTo>
                  <a:lnTo>
                    <a:pt x="4218688" y="1520473"/>
                  </a:lnTo>
                  <a:lnTo>
                    <a:pt x="4218970" y="1515193"/>
                  </a:lnTo>
                  <a:lnTo>
                    <a:pt x="4219064" y="1515193"/>
                  </a:lnTo>
                  <a:lnTo>
                    <a:pt x="4219158" y="1515193"/>
                  </a:lnTo>
                  <a:lnTo>
                    <a:pt x="4219722" y="1515193"/>
                  </a:lnTo>
                  <a:lnTo>
                    <a:pt x="4219816" y="1515193"/>
                  </a:lnTo>
                  <a:lnTo>
                    <a:pt x="4220662" y="1515193"/>
                  </a:lnTo>
                  <a:lnTo>
                    <a:pt x="4220850" y="1515193"/>
                  </a:lnTo>
                  <a:lnTo>
                    <a:pt x="4221885" y="1515193"/>
                  </a:lnTo>
                  <a:lnTo>
                    <a:pt x="4222167" y="1515193"/>
                  </a:lnTo>
                  <a:lnTo>
                    <a:pt x="4222261" y="1515193"/>
                  </a:lnTo>
                  <a:lnTo>
                    <a:pt x="4222449" y="1515193"/>
                  </a:lnTo>
                  <a:lnTo>
                    <a:pt x="4222637" y="1515193"/>
                  </a:lnTo>
                  <a:lnTo>
                    <a:pt x="4222731" y="1515193"/>
                  </a:lnTo>
                  <a:lnTo>
                    <a:pt x="4222825" y="1515193"/>
                  </a:lnTo>
                  <a:lnTo>
                    <a:pt x="4222919" y="1515193"/>
                  </a:lnTo>
                  <a:lnTo>
                    <a:pt x="4223483" y="1515193"/>
                  </a:lnTo>
                  <a:lnTo>
                    <a:pt x="4223859" y="1515193"/>
                  </a:lnTo>
                  <a:lnTo>
                    <a:pt x="4224047" y="1515193"/>
                  </a:lnTo>
                  <a:lnTo>
                    <a:pt x="4224329" y="1515193"/>
                  </a:lnTo>
                  <a:lnTo>
                    <a:pt x="4224423" y="1515193"/>
                  </a:lnTo>
                  <a:lnTo>
                    <a:pt x="4224517" y="1515193"/>
                  </a:lnTo>
                  <a:lnTo>
                    <a:pt x="4224800" y="1515193"/>
                  </a:lnTo>
                  <a:lnTo>
                    <a:pt x="4224988" y="1515193"/>
                  </a:lnTo>
                  <a:lnTo>
                    <a:pt x="4225270" y="1515193"/>
                  </a:lnTo>
                  <a:lnTo>
                    <a:pt x="4225364" y="1515193"/>
                  </a:lnTo>
                  <a:lnTo>
                    <a:pt x="4225364" y="1509914"/>
                  </a:lnTo>
                  <a:lnTo>
                    <a:pt x="4225552" y="1509914"/>
                  </a:lnTo>
                  <a:lnTo>
                    <a:pt x="4225740" y="1509914"/>
                  </a:lnTo>
                  <a:lnTo>
                    <a:pt x="4226022" y="1509914"/>
                  </a:lnTo>
                  <a:lnTo>
                    <a:pt x="4226116" y="1509914"/>
                  </a:lnTo>
                  <a:lnTo>
                    <a:pt x="4226210" y="1509914"/>
                  </a:lnTo>
                  <a:lnTo>
                    <a:pt x="4227714" y="1504635"/>
                  </a:lnTo>
                  <a:lnTo>
                    <a:pt x="4227902" y="1504635"/>
                  </a:lnTo>
                  <a:lnTo>
                    <a:pt x="4228090" y="1504635"/>
                  </a:lnTo>
                  <a:lnTo>
                    <a:pt x="4228184" y="1504635"/>
                  </a:lnTo>
                  <a:lnTo>
                    <a:pt x="4228279" y="1504635"/>
                  </a:lnTo>
                  <a:lnTo>
                    <a:pt x="4228561" y="1504635"/>
                  </a:lnTo>
                  <a:lnTo>
                    <a:pt x="4228655" y="1504635"/>
                  </a:lnTo>
                  <a:lnTo>
                    <a:pt x="4228749" y="1504635"/>
                  </a:lnTo>
                  <a:lnTo>
                    <a:pt x="4228843" y="1504635"/>
                  </a:lnTo>
                  <a:lnTo>
                    <a:pt x="4229031" y="1504635"/>
                  </a:lnTo>
                  <a:lnTo>
                    <a:pt x="4229407" y="1504635"/>
                  </a:lnTo>
                  <a:lnTo>
                    <a:pt x="4229501" y="1504635"/>
                  </a:lnTo>
                  <a:lnTo>
                    <a:pt x="4229595" y="1504635"/>
                  </a:lnTo>
                  <a:lnTo>
                    <a:pt x="4230347" y="1504635"/>
                  </a:lnTo>
                  <a:lnTo>
                    <a:pt x="4230629" y="1499355"/>
                  </a:lnTo>
                  <a:lnTo>
                    <a:pt x="4230817" y="1499355"/>
                  </a:lnTo>
                  <a:lnTo>
                    <a:pt x="4230911" y="1499355"/>
                  </a:lnTo>
                  <a:lnTo>
                    <a:pt x="4231005" y="1499355"/>
                  </a:lnTo>
                  <a:lnTo>
                    <a:pt x="4231099" y="1499355"/>
                  </a:lnTo>
                  <a:lnTo>
                    <a:pt x="4231193" y="1499355"/>
                  </a:lnTo>
                  <a:lnTo>
                    <a:pt x="4232228" y="1499355"/>
                  </a:lnTo>
                  <a:lnTo>
                    <a:pt x="4232698" y="1499355"/>
                  </a:lnTo>
                  <a:lnTo>
                    <a:pt x="4233074" y="1499355"/>
                  </a:lnTo>
                  <a:lnTo>
                    <a:pt x="4233168" y="1499355"/>
                  </a:lnTo>
                  <a:lnTo>
                    <a:pt x="4233262" y="1499355"/>
                  </a:lnTo>
                  <a:lnTo>
                    <a:pt x="4233450" y="1499355"/>
                  </a:lnTo>
                  <a:lnTo>
                    <a:pt x="4233920" y="1499355"/>
                  </a:lnTo>
                  <a:lnTo>
                    <a:pt x="4234014" y="1499355"/>
                  </a:lnTo>
                  <a:lnTo>
                    <a:pt x="4234578" y="1499355"/>
                  </a:lnTo>
                  <a:lnTo>
                    <a:pt x="4234672" y="1499355"/>
                  </a:lnTo>
                  <a:lnTo>
                    <a:pt x="4234954" y="1499355"/>
                  </a:lnTo>
                  <a:lnTo>
                    <a:pt x="4235707" y="1499355"/>
                  </a:lnTo>
                  <a:lnTo>
                    <a:pt x="4235895" y="1499355"/>
                  </a:lnTo>
                  <a:lnTo>
                    <a:pt x="4235989" y="1499355"/>
                  </a:lnTo>
                  <a:lnTo>
                    <a:pt x="4236083" y="1499355"/>
                  </a:lnTo>
                  <a:lnTo>
                    <a:pt x="4236177" y="1499355"/>
                  </a:lnTo>
                  <a:lnTo>
                    <a:pt x="4236553" y="1499355"/>
                  </a:lnTo>
                  <a:lnTo>
                    <a:pt x="4236835" y="1499355"/>
                  </a:lnTo>
                  <a:lnTo>
                    <a:pt x="4237117" y="1499355"/>
                  </a:lnTo>
                  <a:lnTo>
                    <a:pt x="4237211" y="1499355"/>
                  </a:lnTo>
                  <a:lnTo>
                    <a:pt x="4237869" y="1499355"/>
                  </a:lnTo>
                  <a:lnTo>
                    <a:pt x="4238245" y="1499355"/>
                  </a:lnTo>
                  <a:lnTo>
                    <a:pt x="4238809" y="1499355"/>
                  </a:lnTo>
                  <a:lnTo>
                    <a:pt x="4239092" y="1499355"/>
                  </a:lnTo>
                  <a:lnTo>
                    <a:pt x="4239468" y="1499355"/>
                  </a:lnTo>
                  <a:lnTo>
                    <a:pt x="4239656" y="1499355"/>
                  </a:lnTo>
                  <a:lnTo>
                    <a:pt x="4239844" y="1499355"/>
                  </a:lnTo>
                  <a:lnTo>
                    <a:pt x="4240032" y="1499355"/>
                  </a:lnTo>
                  <a:lnTo>
                    <a:pt x="4240314" y="1494076"/>
                  </a:lnTo>
                  <a:lnTo>
                    <a:pt x="4240502" y="1494076"/>
                  </a:lnTo>
                  <a:lnTo>
                    <a:pt x="4241442" y="1494076"/>
                  </a:lnTo>
                  <a:lnTo>
                    <a:pt x="4241536" y="1494076"/>
                  </a:lnTo>
                  <a:lnTo>
                    <a:pt x="4241630" y="1494076"/>
                  </a:lnTo>
                  <a:lnTo>
                    <a:pt x="4242100" y="1494076"/>
                  </a:lnTo>
                  <a:lnTo>
                    <a:pt x="4242194" y="1494076"/>
                  </a:lnTo>
                  <a:lnTo>
                    <a:pt x="4242288" y="1494076"/>
                  </a:lnTo>
                  <a:lnTo>
                    <a:pt x="4242853" y="1494076"/>
                  </a:lnTo>
                  <a:lnTo>
                    <a:pt x="4242947" y="1494076"/>
                  </a:lnTo>
                  <a:lnTo>
                    <a:pt x="4243041" y="1494076"/>
                  </a:lnTo>
                  <a:lnTo>
                    <a:pt x="4243229" y="1494076"/>
                  </a:lnTo>
                  <a:lnTo>
                    <a:pt x="4243981" y="1494076"/>
                  </a:lnTo>
                  <a:lnTo>
                    <a:pt x="4244075" y="1494076"/>
                  </a:lnTo>
                  <a:lnTo>
                    <a:pt x="4244169" y="1494076"/>
                  </a:lnTo>
                  <a:lnTo>
                    <a:pt x="4244921" y="1494076"/>
                  </a:lnTo>
                  <a:lnTo>
                    <a:pt x="4245015" y="1494076"/>
                  </a:lnTo>
                  <a:lnTo>
                    <a:pt x="4245297" y="1494076"/>
                  </a:lnTo>
                  <a:lnTo>
                    <a:pt x="4245767" y="1494076"/>
                  </a:lnTo>
                  <a:lnTo>
                    <a:pt x="4245861" y="1494076"/>
                  </a:lnTo>
                  <a:lnTo>
                    <a:pt x="4245956" y="1494076"/>
                  </a:lnTo>
                  <a:lnTo>
                    <a:pt x="4247178" y="1494076"/>
                  </a:lnTo>
                  <a:lnTo>
                    <a:pt x="4247366" y="1494076"/>
                  </a:lnTo>
                  <a:lnTo>
                    <a:pt x="4247554" y="1494076"/>
                  </a:lnTo>
                  <a:lnTo>
                    <a:pt x="4247648" y="1494076"/>
                  </a:lnTo>
                  <a:lnTo>
                    <a:pt x="4248024" y="1494076"/>
                  </a:lnTo>
                  <a:lnTo>
                    <a:pt x="4248118" y="1494076"/>
                  </a:lnTo>
                  <a:lnTo>
                    <a:pt x="4248212" y="1494076"/>
                  </a:lnTo>
                  <a:lnTo>
                    <a:pt x="4248306" y="1494076"/>
                  </a:lnTo>
                  <a:lnTo>
                    <a:pt x="4248494" y="1494076"/>
                  </a:lnTo>
                  <a:lnTo>
                    <a:pt x="4248588" y="1494076"/>
                  </a:lnTo>
                  <a:lnTo>
                    <a:pt x="4248776" y="1494076"/>
                  </a:lnTo>
                  <a:lnTo>
                    <a:pt x="4249623" y="1494076"/>
                  </a:lnTo>
                  <a:lnTo>
                    <a:pt x="4249717" y="1494076"/>
                  </a:lnTo>
                  <a:lnTo>
                    <a:pt x="4249999" y="1494076"/>
                  </a:lnTo>
                  <a:lnTo>
                    <a:pt x="4250093" y="1494076"/>
                  </a:lnTo>
                  <a:lnTo>
                    <a:pt x="4250187" y="1494076"/>
                  </a:lnTo>
                  <a:lnTo>
                    <a:pt x="4250375" y="1494076"/>
                  </a:lnTo>
                  <a:lnTo>
                    <a:pt x="4250469" y="1494076"/>
                  </a:lnTo>
                  <a:lnTo>
                    <a:pt x="4250751" y="1494076"/>
                  </a:lnTo>
                  <a:lnTo>
                    <a:pt x="4250939" y="1494076"/>
                  </a:lnTo>
                  <a:lnTo>
                    <a:pt x="4251315" y="1494076"/>
                  </a:lnTo>
                  <a:lnTo>
                    <a:pt x="4252067" y="1494076"/>
                  </a:lnTo>
                  <a:lnTo>
                    <a:pt x="4252161" y="1494076"/>
                  </a:lnTo>
                  <a:lnTo>
                    <a:pt x="4252443" y="1494076"/>
                  </a:lnTo>
                  <a:lnTo>
                    <a:pt x="4252725" y="1494076"/>
                  </a:lnTo>
                  <a:lnTo>
                    <a:pt x="4253008" y="1494076"/>
                  </a:lnTo>
                  <a:lnTo>
                    <a:pt x="4253102" y="1494076"/>
                  </a:lnTo>
                  <a:lnTo>
                    <a:pt x="4253384" y="1494076"/>
                  </a:lnTo>
                  <a:lnTo>
                    <a:pt x="4253572" y="1494076"/>
                  </a:lnTo>
                  <a:lnTo>
                    <a:pt x="4253948" y="1494076"/>
                  </a:lnTo>
                  <a:lnTo>
                    <a:pt x="4254042" y="1494076"/>
                  </a:lnTo>
                  <a:lnTo>
                    <a:pt x="4254136" y="1488796"/>
                  </a:lnTo>
                  <a:lnTo>
                    <a:pt x="4255358" y="1488796"/>
                  </a:lnTo>
                  <a:lnTo>
                    <a:pt x="4255452" y="1488796"/>
                  </a:lnTo>
                  <a:lnTo>
                    <a:pt x="4255546" y="1488796"/>
                  </a:lnTo>
                  <a:lnTo>
                    <a:pt x="4255828" y="1488796"/>
                  </a:lnTo>
                  <a:lnTo>
                    <a:pt x="4255922" y="1488796"/>
                  </a:lnTo>
                  <a:lnTo>
                    <a:pt x="4256110" y="1488796"/>
                  </a:lnTo>
                  <a:lnTo>
                    <a:pt x="4256392" y="1488796"/>
                  </a:lnTo>
                  <a:lnTo>
                    <a:pt x="4256486" y="1488796"/>
                  </a:lnTo>
                  <a:lnTo>
                    <a:pt x="4256769" y="1488796"/>
                  </a:lnTo>
                  <a:lnTo>
                    <a:pt x="4257051" y="1488796"/>
                  </a:lnTo>
                  <a:lnTo>
                    <a:pt x="4257145" y="1488796"/>
                  </a:lnTo>
                  <a:lnTo>
                    <a:pt x="4257333" y="1488796"/>
                  </a:lnTo>
                  <a:lnTo>
                    <a:pt x="4257427" y="1488796"/>
                  </a:lnTo>
                  <a:lnTo>
                    <a:pt x="4257897" y="1488796"/>
                  </a:lnTo>
                  <a:lnTo>
                    <a:pt x="4257897" y="1483517"/>
                  </a:lnTo>
                  <a:lnTo>
                    <a:pt x="4258461" y="1483517"/>
                  </a:lnTo>
                  <a:lnTo>
                    <a:pt x="4259025" y="1483517"/>
                  </a:lnTo>
                  <a:lnTo>
                    <a:pt x="4259119" y="1483517"/>
                  </a:lnTo>
                  <a:lnTo>
                    <a:pt x="4259213" y="1483517"/>
                  </a:lnTo>
                  <a:lnTo>
                    <a:pt x="4259401" y="1483517"/>
                  </a:lnTo>
                  <a:lnTo>
                    <a:pt x="4259495" y="1483517"/>
                  </a:lnTo>
                  <a:lnTo>
                    <a:pt x="4259871" y="1483517"/>
                  </a:lnTo>
                  <a:lnTo>
                    <a:pt x="4260436" y="1483517"/>
                  </a:lnTo>
                  <a:lnTo>
                    <a:pt x="4260530" y="1483517"/>
                  </a:lnTo>
                  <a:lnTo>
                    <a:pt x="4260624" y="1483517"/>
                  </a:lnTo>
                  <a:lnTo>
                    <a:pt x="4260906" y="1483517"/>
                  </a:lnTo>
                  <a:lnTo>
                    <a:pt x="4261094" y="1483517"/>
                  </a:lnTo>
                  <a:lnTo>
                    <a:pt x="4261188" y="1483517"/>
                  </a:lnTo>
                  <a:lnTo>
                    <a:pt x="4261376" y="1483517"/>
                  </a:lnTo>
                  <a:lnTo>
                    <a:pt x="4261470" y="1483517"/>
                  </a:lnTo>
                  <a:lnTo>
                    <a:pt x="4261564" y="1483517"/>
                  </a:lnTo>
                  <a:lnTo>
                    <a:pt x="4261658" y="1483517"/>
                  </a:lnTo>
                  <a:lnTo>
                    <a:pt x="4262034" y="1483517"/>
                  </a:lnTo>
                  <a:lnTo>
                    <a:pt x="4262128" y="1483517"/>
                  </a:lnTo>
                  <a:lnTo>
                    <a:pt x="4262974" y="1483517"/>
                  </a:lnTo>
                  <a:lnTo>
                    <a:pt x="4263068" y="1483517"/>
                  </a:lnTo>
                  <a:lnTo>
                    <a:pt x="4263162" y="1483517"/>
                  </a:lnTo>
                  <a:lnTo>
                    <a:pt x="4263727" y="1483517"/>
                  </a:lnTo>
                  <a:lnTo>
                    <a:pt x="4264479" y="1483517"/>
                  </a:lnTo>
                  <a:lnTo>
                    <a:pt x="4264573" y="1483517"/>
                  </a:lnTo>
                  <a:lnTo>
                    <a:pt x="4264667" y="1483517"/>
                  </a:lnTo>
                  <a:lnTo>
                    <a:pt x="4265043" y="1483517"/>
                  </a:lnTo>
                  <a:lnTo>
                    <a:pt x="4265137" y="1483517"/>
                  </a:lnTo>
                  <a:lnTo>
                    <a:pt x="4265701" y="1478237"/>
                  </a:lnTo>
                  <a:lnTo>
                    <a:pt x="4265795" y="1478237"/>
                  </a:lnTo>
                  <a:lnTo>
                    <a:pt x="4265889" y="1478237"/>
                  </a:lnTo>
                  <a:lnTo>
                    <a:pt x="4266171" y="1478237"/>
                  </a:lnTo>
                  <a:lnTo>
                    <a:pt x="4266265" y="1478237"/>
                  </a:lnTo>
                  <a:lnTo>
                    <a:pt x="4266359" y="1478237"/>
                  </a:lnTo>
                  <a:lnTo>
                    <a:pt x="4266453" y="1478237"/>
                  </a:lnTo>
                  <a:lnTo>
                    <a:pt x="4266547" y="1478237"/>
                  </a:lnTo>
                  <a:lnTo>
                    <a:pt x="4266641" y="1478237"/>
                  </a:lnTo>
                  <a:lnTo>
                    <a:pt x="4266829" y="1478237"/>
                  </a:lnTo>
                  <a:lnTo>
                    <a:pt x="4267676" y="1478237"/>
                  </a:lnTo>
                  <a:lnTo>
                    <a:pt x="4268052" y="1478237"/>
                  </a:lnTo>
                  <a:lnTo>
                    <a:pt x="4268898" y="1478237"/>
                  </a:lnTo>
                  <a:lnTo>
                    <a:pt x="4269180" y="1478237"/>
                  </a:lnTo>
                  <a:lnTo>
                    <a:pt x="4269556" y="1478237"/>
                  </a:lnTo>
                  <a:lnTo>
                    <a:pt x="4270214" y="1478237"/>
                  </a:lnTo>
                  <a:lnTo>
                    <a:pt x="4270308" y="1478237"/>
                  </a:lnTo>
                  <a:lnTo>
                    <a:pt x="4270684" y="1478237"/>
                  </a:lnTo>
                  <a:lnTo>
                    <a:pt x="4270779" y="1478237"/>
                  </a:lnTo>
                  <a:lnTo>
                    <a:pt x="4270873" y="1478237"/>
                  </a:lnTo>
                  <a:lnTo>
                    <a:pt x="4270967" y="1478237"/>
                  </a:lnTo>
                  <a:lnTo>
                    <a:pt x="4271907" y="1478237"/>
                  </a:lnTo>
                  <a:lnTo>
                    <a:pt x="4272189" y="1478237"/>
                  </a:lnTo>
                  <a:lnTo>
                    <a:pt x="4272283" y="1478237"/>
                  </a:lnTo>
                  <a:lnTo>
                    <a:pt x="4272377" y="1478237"/>
                  </a:lnTo>
                  <a:lnTo>
                    <a:pt x="4273035" y="1478237"/>
                  </a:lnTo>
                  <a:lnTo>
                    <a:pt x="4273223" y="1478237"/>
                  </a:lnTo>
                  <a:lnTo>
                    <a:pt x="4273317" y="1478237"/>
                  </a:lnTo>
                  <a:lnTo>
                    <a:pt x="4273693" y="1478237"/>
                  </a:lnTo>
                  <a:lnTo>
                    <a:pt x="4273881" y="1478237"/>
                  </a:lnTo>
                  <a:lnTo>
                    <a:pt x="4274257" y="1478237"/>
                  </a:lnTo>
                  <a:lnTo>
                    <a:pt x="4274540" y="1472958"/>
                  </a:lnTo>
                  <a:lnTo>
                    <a:pt x="4274916" y="1472958"/>
                  </a:lnTo>
                  <a:lnTo>
                    <a:pt x="4275010" y="1472958"/>
                  </a:lnTo>
                  <a:lnTo>
                    <a:pt x="4275104" y="1472958"/>
                  </a:lnTo>
                  <a:lnTo>
                    <a:pt x="4275198" y="1467679"/>
                  </a:lnTo>
                  <a:lnTo>
                    <a:pt x="4275386" y="1467679"/>
                  </a:lnTo>
                  <a:lnTo>
                    <a:pt x="4275574" y="1467679"/>
                  </a:lnTo>
                  <a:lnTo>
                    <a:pt x="4275668" y="1467679"/>
                  </a:lnTo>
                  <a:lnTo>
                    <a:pt x="4275762" y="1467679"/>
                  </a:lnTo>
                  <a:lnTo>
                    <a:pt x="4276138" y="1467679"/>
                  </a:lnTo>
                  <a:lnTo>
                    <a:pt x="4276326" y="1467679"/>
                  </a:lnTo>
                  <a:lnTo>
                    <a:pt x="4276420" y="1467679"/>
                  </a:lnTo>
                  <a:lnTo>
                    <a:pt x="4276514" y="1467679"/>
                  </a:lnTo>
                  <a:lnTo>
                    <a:pt x="4276608" y="1467679"/>
                  </a:lnTo>
                  <a:lnTo>
                    <a:pt x="4276890" y="1467679"/>
                  </a:lnTo>
                  <a:lnTo>
                    <a:pt x="4276984" y="1467679"/>
                  </a:lnTo>
                  <a:lnTo>
                    <a:pt x="4277078" y="1467679"/>
                  </a:lnTo>
                  <a:lnTo>
                    <a:pt x="4277172" y="1467679"/>
                  </a:lnTo>
                  <a:lnTo>
                    <a:pt x="4277736" y="1462399"/>
                  </a:lnTo>
                  <a:lnTo>
                    <a:pt x="4278113" y="1462399"/>
                  </a:lnTo>
                  <a:lnTo>
                    <a:pt x="4278677" y="1462399"/>
                  </a:lnTo>
                  <a:lnTo>
                    <a:pt x="4278771" y="1462399"/>
                  </a:lnTo>
                  <a:lnTo>
                    <a:pt x="4279241" y="1462399"/>
                  </a:lnTo>
                  <a:lnTo>
                    <a:pt x="4279335" y="1462399"/>
                  </a:lnTo>
                  <a:lnTo>
                    <a:pt x="4279429" y="1462399"/>
                  </a:lnTo>
                  <a:lnTo>
                    <a:pt x="4279523" y="1462399"/>
                  </a:lnTo>
                  <a:lnTo>
                    <a:pt x="4279617" y="1462399"/>
                  </a:lnTo>
                  <a:lnTo>
                    <a:pt x="4279993" y="1462399"/>
                  </a:lnTo>
                  <a:lnTo>
                    <a:pt x="4280275" y="1462399"/>
                  </a:lnTo>
                  <a:lnTo>
                    <a:pt x="4280463" y="1462399"/>
                  </a:lnTo>
                  <a:lnTo>
                    <a:pt x="4280557" y="1462399"/>
                  </a:lnTo>
                  <a:lnTo>
                    <a:pt x="4280651" y="1462399"/>
                  </a:lnTo>
                  <a:lnTo>
                    <a:pt x="4280745" y="1462399"/>
                  </a:lnTo>
                  <a:lnTo>
                    <a:pt x="4280839" y="1457120"/>
                  </a:lnTo>
                  <a:lnTo>
                    <a:pt x="4281121" y="1457120"/>
                  </a:lnTo>
                  <a:lnTo>
                    <a:pt x="4281309" y="1457120"/>
                  </a:lnTo>
                  <a:lnTo>
                    <a:pt x="4281592" y="1457120"/>
                  </a:lnTo>
                  <a:lnTo>
                    <a:pt x="4281686" y="1457120"/>
                  </a:lnTo>
                  <a:lnTo>
                    <a:pt x="4281874" y="1457120"/>
                  </a:lnTo>
                  <a:lnTo>
                    <a:pt x="4282062" y="1457120"/>
                  </a:lnTo>
                  <a:lnTo>
                    <a:pt x="4282250" y="1457120"/>
                  </a:lnTo>
                  <a:lnTo>
                    <a:pt x="4282344" y="1457120"/>
                  </a:lnTo>
                  <a:lnTo>
                    <a:pt x="4282532" y="1451840"/>
                  </a:lnTo>
                  <a:lnTo>
                    <a:pt x="4282814" y="1451840"/>
                  </a:lnTo>
                  <a:lnTo>
                    <a:pt x="4283284" y="1451840"/>
                  </a:lnTo>
                  <a:lnTo>
                    <a:pt x="4283566" y="1451840"/>
                  </a:lnTo>
                  <a:lnTo>
                    <a:pt x="4283942" y="1451840"/>
                  </a:lnTo>
                  <a:lnTo>
                    <a:pt x="4284036" y="1451840"/>
                  </a:lnTo>
                  <a:lnTo>
                    <a:pt x="4284224" y="1451840"/>
                  </a:lnTo>
                  <a:lnTo>
                    <a:pt x="4284318" y="1451840"/>
                  </a:lnTo>
                  <a:lnTo>
                    <a:pt x="4284600" y="1451840"/>
                  </a:lnTo>
                  <a:lnTo>
                    <a:pt x="4285071" y="1446561"/>
                  </a:lnTo>
                  <a:lnTo>
                    <a:pt x="4285165" y="1446561"/>
                  </a:lnTo>
                  <a:lnTo>
                    <a:pt x="4285729" y="1446561"/>
                  </a:lnTo>
                  <a:lnTo>
                    <a:pt x="4286011" y="1446561"/>
                  </a:lnTo>
                  <a:lnTo>
                    <a:pt x="4286199" y="1446561"/>
                  </a:lnTo>
                  <a:lnTo>
                    <a:pt x="4286387" y="1446561"/>
                  </a:lnTo>
                  <a:lnTo>
                    <a:pt x="4286481" y="1446561"/>
                  </a:lnTo>
                  <a:lnTo>
                    <a:pt x="4287515" y="1441282"/>
                  </a:lnTo>
                  <a:lnTo>
                    <a:pt x="4288361" y="1441282"/>
                  </a:lnTo>
                  <a:lnTo>
                    <a:pt x="4288456" y="1441282"/>
                  </a:lnTo>
                  <a:lnTo>
                    <a:pt x="4288550" y="1441282"/>
                  </a:lnTo>
                  <a:lnTo>
                    <a:pt x="4289396" y="1441282"/>
                  </a:lnTo>
                  <a:lnTo>
                    <a:pt x="4289490" y="1441282"/>
                  </a:lnTo>
                  <a:lnTo>
                    <a:pt x="4289678" y="1441282"/>
                  </a:lnTo>
                  <a:lnTo>
                    <a:pt x="4289772" y="1441282"/>
                  </a:lnTo>
                  <a:lnTo>
                    <a:pt x="4290618" y="1441282"/>
                  </a:lnTo>
                  <a:lnTo>
                    <a:pt x="4291088" y="1441282"/>
                  </a:lnTo>
                  <a:lnTo>
                    <a:pt x="4291370" y="1441282"/>
                  </a:lnTo>
                  <a:lnTo>
                    <a:pt x="4291464" y="1441282"/>
                  </a:lnTo>
                  <a:lnTo>
                    <a:pt x="4292123" y="1441282"/>
                  </a:lnTo>
                  <a:lnTo>
                    <a:pt x="4292687" y="1441282"/>
                  </a:lnTo>
                  <a:lnTo>
                    <a:pt x="4293157" y="1441282"/>
                  </a:lnTo>
                  <a:lnTo>
                    <a:pt x="4293721" y="1436002"/>
                  </a:lnTo>
                  <a:lnTo>
                    <a:pt x="4294097" y="1430723"/>
                  </a:lnTo>
                  <a:lnTo>
                    <a:pt x="4294191" y="1430723"/>
                  </a:lnTo>
                  <a:lnTo>
                    <a:pt x="4294473" y="1430723"/>
                  </a:lnTo>
                  <a:lnTo>
                    <a:pt x="4294567" y="1430723"/>
                  </a:lnTo>
                  <a:lnTo>
                    <a:pt x="4294661" y="1430723"/>
                  </a:lnTo>
                  <a:lnTo>
                    <a:pt x="4295037" y="1425443"/>
                  </a:lnTo>
                  <a:lnTo>
                    <a:pt x="4295507" y="1425443"/>
                  </a:lnTo>
                  <a:lnTo>
                    <a:pt x="4295696" y="1425443"/>
                  </a:lnTo>
                  <a:lnTo>
                    <a:pt x="4296166" y="1425443"/>
                  </a:lnTo>
                  <a:lnTo>
                    <a:pt x="4296354" y="1425443"/>
                  </a:lnTo>
                  <a:lnTo>
                    <a:pt x="4297012" y="1425443"/>
                  </a:lnTo>
                  <a:lnTo>
                    <a:pt x="4297294" y="1425443"/>
                  </a:lnTo>
                  <a:lnTo>
                    <a:pt x="4297388" y="1425443"/>
                  </a:lnTo>
                  <a:lnTo>
                    <a:pt x="4297670" y="1425443"/>
                  </a:lnTo>
                  <a:lnTo>
                    <a:pt x="4297764" y="1425443"/>
                  </a:lnTo>
                  <a:lnTo>
                    <a:pt x="4297858" y="1425443"/>
                  </a:lnTo>
                  <a:lnTo>
                    <a:pt x="4298046" y="1425443"/>
                  </a:lnTo>
                  <a:lnTo>
                    <a:pt x="4298140" y="1425443"/>
                  </a:lnTo>
                  <a:lnTo>
                    <a:pt x="4298234" y="1425443"/>
                  </a:lnTo>
                  <a:lnTo>
                    <a:pt x="4298610" y="1425443"/>
                  </a:lnTo>
                  <a:lnTo>
                    <a:pt x="4298704" y="1425443"/>
                  </a:lnTo>
                  <a:lnTo>
                    <a:pt x="4298892" y="1425443"/>
                  </a:lnTo>
                  <a:lnTo>
                    <a:pt x="4298986" y="1425443"/>
                  </a:lnTo>
                  <a:lnTo>
                    <a:pt x="4299081" y="1425443"/>
                  </a:lnTo>
                  <a:lnTo>
                    <a:pt x="4299175" y="1425443"/>
                  </a:lnTo>
                  <a:lnTo>
                    <a:pt x="4299833" y="1425443"/>
                  </a:lnTo>
                  <a:lnTo>
                    <a:pt x="4299927" y="1425443"/>
                  </a:lnTo>
                  <a:lnTo>
                    <a:pt x="4300303" y="1425443"/>
                  </a:lnTo>
                  <a:lnTo>
                    <a:pt x="4300585" y="1425443"/>
                  </a:lnTo>
                  <a:lnTo>
                    <a:pt x="4300679" y="1425443"/>
                  </a:lnTo>
                  <a:lnTo>
                    <a:pt x="4300867" y="1425443"/>
                  </a:lnTo>
                  <a:lnTo>
                    <a:pt x="4301055" y="1425443"/>
                  </a:lnTo>
                  <a:lnTo>
                    <a:pt x="4301149" y="1425443"/>
                  </a:lnTo>
                  <a:lnTo>
                    <a:pt x="4301243" y="1425443"/>
                  </a:lnTo>
                  <a:lnTo>
                    <a:pt x="4301525" y="1425443"/>
                  </a:lnTo>
                  <a:lnTo>
                    <a:pt x="4301619" y="1425443"/>
                  </a:lnTo>
                  <a:lnTo>
                    <a:pt x="4301807" y="1425443"/>
                  </a:lnTo>
                  <a:lnTo>
                    <a:pt x="4302089" y="1425443"/>
                  </a:lnTo>
                  <a:lnTo>
                    <a:pt x="4302183" y="1425443"/>
                  </a:lnTo>
                  <a:lnTo>
                    <a:pt x="4302277" y="1425443"/>
                  </a:lnTo>
                  <a:lnTo>
                    <a:pt x="4302371" y="1425443"/>
                  </a:lnTo>
                  <a:lnTo>
                    <a:pt x="4302559" y="1425443"/>
                  </a:lnTo>
                  <a:lnTo>
                    <a:pt x="4302654" y="1425443"/>
                  </a:lnTo>
                  <a:lnTo>
                    <a:pt x="4302748" y="1425443"/>
                  </a:lnTo>
                  <a:lnTo>
                    <a:pt x="4302842" y="1425443"/>
                  </a:lnTo>
                  <a:lnTo>
                    <a:pt x="4302936" y="1425443"/>
                  </a:lnTo>
                  <a:lnTo>
                    <a:pt x="4303124" y="1425443"/>
                  </a:lnTo>
                  <a:lnTo>
                    <a:pt x="4303312" y="1425443"/>
                  </a:lnTo>
                  <a:lnTo>
                    <a:pt x="4303406" y="1425443"/>
                  </a:lnTo>
                  <a:lnTo>
                    <a:pt x="4303688" y="1425443"/>
                  </a:lnTo>
                  <a:lnTo>
                    <a:pt x="4303782" y="1425443"/>
                  </a:lnTo>
                  <a:lnTo>
                    <a:pt x="4303876" y="1425443"/>
                  </a:lnTo>
                  <a:lnTo>
                    <a:pt x="4304064" y="1425443"/>
                  </a:lnTo>
                  <a:lnTo>
                    <a:pt x="4312432" y="1414884"/>
                  </a:lnTo>
                  <a:lnTo>
                    <a:pt x="4312526" y="1414884"/>
                  </a:lnTo>
                  <a:lnTo>
                    <a:pt x="4312620" y="1414884"/>
                  </a:lnTo>
                  <a:lnTo>
                    <a:pt x="4313184" y="1414884"/>
                  </a:lnTo>
                  <a:lnTo>
                    <a:pt x="4313279" y="1414884"/>
                  </a:lnTo>
                  <a:lnTo>
                    <a:pt x="4313749" y="1414884"/>
                  </a:lnTo>
                  <a:lnTo>
                    <a:pt x="4313937" y="1414884"/>
                  </a:lnTo>
                  <a:lnTo>
                    <a:pt x="4314125" y="1414884"/>
                  </a:lnTo>
                  <a:lnTo>
                    <a:pt x="4314125" y="1409605"/>
                  </a:lnTo>
                  <a:lnTo>
                    <a:pt x="4314407" y="1409605"/>
                  </a:lnTo>
                  <a:lnTo>
                    <a:pt x="4314783" y="1409605"/>
                  </a:lnTo>
                  <a:lnTo>
                    <a:pt x="4314877" y="1409605"/>
                  </a:lnTo>
                  <a:lnTo>
                    <a:pt x="4314971" y="1409605"/>
                  </a:lnTo>
                  <a:lnTo>
                    <a:pt x="4315817" y="1404326"/>
                  </a:lnTo>
                  <a:lnTo>
                    <a:pt x="4315911" y="1404326"/>
                  </a:lnTo>
                  <a:lnTo>
                    <a:pt x="4316569" y="1404326"/>
                  </a:lnTo>
                  <a:lnTo>
                    <a:pt x="4316946" y="1404326"/>
                  </a:lnTo>
                  <a:lnTo>
                    <a:pt x="4317510" y="1404326"/>
                  </a:lnTo>
                  <a:lnTo>
                    <a:pt x="4317604" y="1404326"/>
                  </a:lnTo>
                  <a:lnTo>
                    <a:pt x="4317980" y="1404326"/>
                  </a:lnTo>
                  <a:lnTo>
                    <a:pt x="4318168" y="1404326"/>
                  </a:lnTo>
                  <a:lnTo>
                    <a:pt x="4318262" y="1404326"/>
                  </a:lnTo>
                  <a:lnTo>
                    <a:pt x="4318638" y="1404326"/>
                  </a:lnTo>
                  <a:lnTo>
                    <a:pt x="4318826" y="1404326"/>
                  </a:lnTo>
                  <a:lnTo>
                    <a:pt x="4319202" y="1404326"/>
                  </a:lnTo>
                  <a:lnTo>
                    <a:pt x="4319390" y="1404326"/>
                  </a:lnTo>
                  <a:lnTo>
                    <a:pt x="4319766" y="1404326"/>
                  </a:lnTo>
                  <a:lnTo>
                    <a:pt x="4319954" y="1404326"/>
                  </a:lnTo>
                  <a:lnTo>
                    <a:pt x="4320048" y="1404326"/>
                  </a:lnTo>
                  <a:lnTo>
                    <a:pt x="4320519" y="1404326"/>
                  </a:lnTo>
                  <a:lnTo>
                    <a:pt x="4320895" y="1404326"/>
                  </a:lnTo>
                  <a:lnTo>
                    <a:pt x="4321083" y="1404326"/>
                  </a:lnTo>
                  <a:lnTo>
                    <a:pt x="4321177" y="1404326"/>
                  </a:lnTo>
                  <a:lnTo>
                    <a:pt x="4321271" y="1404326"/>
                  </a:lnTo>
                  <a:lnTo>
                    <a:pt x="4321365" y="1404326"/>
                  </a:lnTo>
                  <a:lnTo>
                    <a:pt x="4321553" y="1404326"/>
                  </a:lnTo>
                  <a:lnTo>
                    <a:pt x="4321647" y="1404326"/>
                  </a:lnTo>
                  <a:lnTo>
                    <a:pt x="4321741" y="1404326"/>
                  </a:lnTo>
                  <a:lnTo>
                    <a:pt x="4322023" y="1404326"/>
                  </a:lnTo>
                  <a:lnTo>
                    <a:pt x="4322117" y="1404326"/>
                  </a:lnTo>
                  <a:lnTo>
                    <a:pt x="4322587" y="1404326"/>
                  </a:lnTo>
                  <a:lnTo>
                    <a:pt x="4322681" y="1404326"/>
                  </a:lnTo>
                  <a:lnTo>
                    <a:pt x="4322775" y="1404326"/>
                  </a:lnTo>
                  <a:lnTo>
                    <a:pt x="4322963" y="1404326"/>
                  </a:lnTo>
                  <a:lnTo>
                    <a:pt x="4323057" y="1404326"/>
                  </a:lnTo>
                  <a:lnTo>
                    <a:pt x="4323151" y="1404326"/>
                  </a:lnTo>
                  <a:lnTo>
                    <a:pt x="4323245" y="1404326"/>
                  </a:lnTo>
                  <a:lnTo>
                    <a:pt x="4323433" y="1404326"/>
                  </a:lnTo>
                  <a:lnTo>
                    <a:pt x="4323904" y="1404326"/>
                  </a:lnTo>
                  <a:lnTo>
                    <a:pt x="4323998" y="1404326"/>
                  </a:lnTo>
                  <a:lnTo>
                    <a:pt x="4324186" y="1404326"/>
                  </a:lnTo>
                  <a:lnTo>
                    <a:pt x="4324374" y="1404326"/>
                  </a:lnTo>
                  <a:lnTo>
                    <a:pt x="4324468" y="1404326"/>
                  </a:lnTo>
                  <a:lnTo>
                    <a:pt x="4324750" y="1404326"/>
                  </a:lnTo>
                  <a:lnTo>
                    <a:pt x="4324844" y="1404326"/>
                  </a:lnTo>
                  <a:lnTo>
                    <a:pt x="4324938" y="1404326"/>
                  </a:lnTo>
                  <a:lnTo>
                    <a:pt x="4325126" y="1404326"/>
                  </a:lnTo>
                  <a:lnTo>
                    <a:pt x="4325502" y="1404326"/>
                  </a:lnTo>
                  <a:lnTo>
                    <a:pt x="4326254" y="1404326"/>
                  </a:lnTo>
                  <a:lnTo>
                    <a:pt x="4326442" y="1399046"/>
                  </a:lnTo>
                  <a:lnTo>
                    <a:pt x="4326630" y="1399046"/>
                  </a:lnTo>
                  <a:lnTo>
                    <a:pt x="4326724" y="1399046"/>
                  </a:lnTo>
                  <a:lnTo>
                    <a:pt x="4327382" y="1399046"/>
                  </a:lnTo>
                  <a:lnTo>
                    <a:pt x="4327665" y="1399046"/>
                  </a:lnTo>
                  <a:lnTo>
                    <a:pt x="4327853" y="1399046"/>
                  </a:lnTo>
                  <a:lnTo>
                    <a:pt x="4327947" y="1399046"/>
                  </a:lnTo>
                  <a:lnTo>
                    <a:pt x="4328605" y="1393767"/>
                  </a:lnTo>
                  <a:lnTo>
                    <a:pt x="4328699" y="1393767"/>
                  </a:lnTo>
                  <a:lnTo>
                    <a:pt x="4329357" y="1393767"/>
                  </a:lnTo>
                  <a:lnTo>
                    <a:pt x="4329639" y="1393767"/>
                  </a:lnTo>
                  <a:lnTo>
                    <a:pt x="4330767" y="1393767"/>
                  </a:lnTo>
                  <a:lnTo>
                    <a:pt x="4331050" y="1393767"/>
                  </a:lnTo>
                  <a:lnTo>
                    <a:pt x="4331238" y="1393767"/>
                  </a:lnTo>
                  <a:lnTo>
                    <a:pt x="4331802" y="1393767"/>
                  </a:lnTo>
                  <a:lnTo>
                    <a:pt x="4331990" y="1393767"/>
                  </a:lnTo>
                  <a:lnTo>
                    <a:pt x="4332272" y="1393767"/>
                  </a:lnTo>
                  <a:lnTo>
                    <a:pt x="4332742" y="1393767"/>
                  </a:lnTo>
                  <a:lnTo>
                    <a:pt x="4332930" y="1393767"/>
                  </a:lnTo>
                  <a:lnTo>
                    <a:pt x="4333212" y="1393767"/>
                  </a:lnTo>
                  <a:lnTo>
                    <a:pt x="4333870" y="1393767"/>
                  </a:lnTo>
                  <a:lnTo>
                    <a:pt x="4334340" y="1393767"/>
                  </a:lnTo>
                  <a:lnTo>
                    <a:pt x="4334717" y="1393767"/>
                  </a:lnTo>
                  <a:lnTo>
                    <a:pt x="4334905" y="1393767"/>
                  </a:lnTo>
                  <a:lnTo>
                    <a:pt x="4335093" y="1393767"/>
                  </a:lnTo>
                  <a:lnTo>
                    <a:pt x="4335469" y="1393767"/>
                  </a:lnTo>
                  <a:lnTo>
                    <a:pt x="4335657" y="1393767"/>
                  </a:lnTo>
                  <a:lnTo>
                    <a:pt x="4335845" y="1393767"/>
                  </a:lnTo>
                  <a:lnTo>
                    <a:pt x="4335939" y="1393767"/>
                  </a:lnTo>
                  <a:lnTo>
                    <a:pt x="4336127" y="1393767"/>
                  </a:lnTo>
                  <a:lnTo>
                    <a:pt x="4336879" y="1388487"/>
                  </a:lnTo>
                  <a:lnTo>
                    <a:pt x="4336973" y="1388487"/>
                  </a:lnTo>
                  <a:lnTo>
                    <a:pt x="4337067" y="1388487"/>
                  </a:lnTo>
                  <a:lnTo>
                    <a:pt x="4337255" y="1388487"/>
                  </a:lnTo>
                  <a:lnTo>
                    <a:pt x="4337443" y="1388487"/>
                  </a:lnTo>
                  <a:lnTo>
                    <a:pt x="4337631" y="1388487"/>
                  </a:lnTo>
                  <a:lnTo>
                    <a:pt x="4338102" y="1388487"/>
                  </a:lnTo>
                  <a:lnTo>
                    <a:pt x="4338196" y="1388487"/>
                  </a:lnTo>
                  <a:lnTo>
                    <a:pt x="4338290" y="1388487"/>
                  </a:lnTo>
                  <a:lnTo>
                    <a:pt x="4338384" y="1388487"/>
                  </a:lnTo>
                  <a:lnTo>
                    <a:pt x="4338478" y="1388487"/>
                  </a:lnTo>
                  <a:lnTo>
                    <a:pt x="4338572" y="1388487"/>
                  </a:lnTo>
                  <a:lnTo>
                    <a:pt x="4338760" y="1383208"/>
                  </a:lnTo>
                  <a:lnTo>
                    <a:pt x="4338854" y="1383208"/>
                  </a:lnTo>
                  <a:lnTo>
                    <a:pt x="4339136" y="1383208"/>
                  </a:lnTo>
                  <a:lnTo>
                    <a:pt x="4339230" y="1383208"/>
                  </a:lnTo>
                  <a:lnTo>
                    <a:pt x="4339324" y="1383208"/>
                  </a:lnTo>
                  <a:lnTo>
                    <a:pt x="4339794" y="1383208"/>
                  </a:lnTo>
                  <a:lnTo>
                    <a:pt x="4339888" y="1383208"/>
                  </a:lnTo>
                  <a:lnTo>
                    <a:pt x="4340452" y="1383208"/>
                  </a:lnTo>
                  <a:lnTo>
                    <a:pt x="4340546" y="1383208"/>
                  </a:lnTo>
                  <a:lnTo>
                    <a:pt x="4341204" y="1383208"/>
                  </a:lnTo>
                  <a:lnTo>
                    <a:pt x="4341298" y="1383208"/>
                  </a:lnTo>
                  <a:lnTo>
                    <a:pt x="4341392" y="1383208"/>
                  </a:lnTo>
                  <a:lnTo>
                    <a:pt x="4341580" y="1383208"/>
                  </a:lnTo>
                  <a:lnTo>
                    <a:pt x="4341675" y="1383208"/>
                  </a:lnTo>
                  <a:lnTo>
                    <a:pt x="4341769" y="1383208"/>
                  </a:lnTo>
                  <a:lnTo>
                    <a:pt x="4341957" y="1383208"/>
                  </a:lnTo>
                  <a:lnTo>
                    <a:pt x="4342145" y="1383208"/>
                  </a:lnTo>
                  <a:lnTo>
                    <a:pt x="4342239" y="1383208"/>
                  </a:lnTo>
                  <a:lnTo>
                    <a:pt x="4342615" y="1383208"/>
                  </a:lnTo>
                  <a:lnTo>
                    <a:pt x="4342897" y="1383208"/>
                  </a:lnTo>
                  <a:lnTo>
                    <a:pt x="4343461" y="1383208"/>
                  </a:lnTo>
                  <a:lnTo>
                    <a:pt x="4343555" y="1383208"/>
                  </a:lnTo>
                  <a:lnTo>
                    <a:pt x="4343743" y="1383208"/>
                  </a:lnTo>
                  <a:lnTo>
                    <a:pt x="4344119" y="1383208"/>
                  </a:lnTo>
                  <a:lnTo>
                    <a:pt x="4344213" y="1383208"/>
                  </a:lnTo>
                  <a:lnTo>
                    <a:pt x="4344495" y="1377928"/>
                  </a:lnTo>
                  <a:lnTo>
                    <a:pt x="4344777" y="1377928"/>
                  </a:lnTo>
                  <a:lnTo>
                    <a:pt x="4344871" y="1377928"/>
                  </a:lnTo>
                  <a:lnTo>
                    <a:pt x="4344965" y="1377928"/>
                  </a:lnTo>
                  <a:lnTo>
                    <a:pt x="4345059" y="1377928"/>
                  </a:lnTo>
                  <a:lnTo>
                    <a:pt x="4345154" y="1377928"/>
                  </a:lnTo>
                  <a:lnTo>
                    <a:pt x="4345812" y="1377928"/>
                  </a:lnTo>
                  <a:lnTo>
                    <a:pt x="4345906" y="1377928"/>
                  </a:lnTo>
                  <a:lnTo>
                    <a:pt x="4346000" y="1377928"/>
                  </a:lnTo>
                  <a:lnTo>
                    <a:pt x="4346188" y="1377928"/>
                  </a:lnTo>
                  <a:lnTo>
                    <a:pt x="4347034" y="1372649"/>
                  </a:lnTo>
                  <a:lnTo>
                    <a:pt x="4347128" y="1372649"/>
                  </a:lnTo>
                  <a:lnTo>
                    <a:pt x="4347504" y="1372649"/>
                  </a:lnTo>
                  <a:lnTo>
                    <a:pt x="4347598" y="1372649"/>
                  </a:lnTo>
                  <a:lnTo>
                    <a:pt x="4348162" y="1372649"/>
                  </a:lnTo>
                  <a:lnTo>
                    <a:pt x="4348256" y="1372649"/>
                  </a:lnTo>
                  <a:lnTo>
                    <a:pt x="4348444" y="1372649"/>
                  </a:lnTo>
                  <a:lnTo>
                    <a:pt x="4348821" y="1372649"/>
                  </a:lnTo>
                  <a:lnTo>
                    <a:pt x="4349479" y="1372649"/>
                  </a:lnTo>
                  <a:lnTo>
                    <a:pt x="4349573" y="1372649"/>
                  </a:lnTo>
                  <a:lnTo>
                    <a:pt x="4350419" y="1372649"/>
                  </a:lnTo>
                  <a:lnTo>
                    <a:pt x="4350701" y="1372649"/>
                  </a:lnTo>
                  <a:lnTo>
                    <a:pt x="4350795" y="1372649"/>
                  </a:lnTo>
                  <a:lnTo>
                    <a:pt x="4350889" y="1372649"/>
                  </a:lnTo>
                  <a:lnTo>
                    <a:pt x="4350983" y="1372649"/>
                  </a:lnTo>
                  <a:lnTo>
                    <a:pt x="4351171" y="1372649"/>
                  </a:lnTo>
                  <a:lnTo>
                    <a:pt x="4352017" y="1372649"/>
                  </a:lnTo>
                  <a:lnTo>
                    <a:pt x="4352111" y="1372649"/>
                  </a:lnTo>
                  <a:lnTo>
                    <a:pt x="4352488" y="1372649"/>
                  </a:lnTo>
                  <a:lnTo>
                    <a:pt x="4352582" y="1372649"/>
                  </a:lnTo>
                  <a:lnTo>
                    <a:pt x="4352676" y="1372649"/>
                  </a:lnTo>
                  <a:lnTo>
                    <a:pt x="4352770" y="1372649"/>
                  </a:lnTo>
                  <a:lnTo>
                    <a:pt x="4352958" y="1372649"/>
                  </a:lnTo>
                  <a:lnTo>
                    <a:pt x="4353240" y="1372649"/>
                  </a:lnTo>
                  <a:lnTo>
                    <a:pt x="4353710" y="1367370"/>
                  </a:lnTo>
                  <a:lnTo>
                    <a:pt x="4354086" y="1367370"/>
                  </a:lnTo>
                  <a:lnTo>
                    <a:pt x="4354556" y="1367370"/>
                  </a:lnTo>
                  <a:lnTo>
                    <a:pt x="4354650" y="1367370"/>
                  </a:lnTo>
                  <a:lnTo>
                    <a:pt x="4354932" y="1367370"/>
                  </a:lnTo>
                  <a:lnTo>
                    <a:pt x="4355026" y="1367370"/>
                  </a:lnTo>
                  <a:lnTo>
                    <a:pt x="4355496" y="1367370"/>
                  </a:lnTo>
                  <a:lnTo>
                    <a:pt x="4355590" y="1367370"/>
                  </a:lnTo>
                  <a:lnTo>
                    <a:pt x="4356061" y="1367370"/>
                  </a:lnTo>
                  <a:lnTo>
                    <a:pt x="4356437" y="1367370"/>
                  </a:lnTo>
                  <a:lnTo>
                    <a:pt x="4356531" y="1367370"/>
                  </a:lnTo>
                  <a:lnTo>
                    <a:pt x="4356907" y="1367370"/>
                  </a:lnTo>
                  <a:lnTo>
                    <a:pt x="4357471" y="1367370"/>
                  </a:lnTo>
                  <a:lnTo>
                    <a:pt x="4357565" y="1367370"/>
                  </a:lnTo>
                  <a:lnTo>
                    <a:pt x="4358035" y="1367370"/>
                  </a:lnTo>
                  <a:lnTo>
                    <a:pt x="4358505" y="1367370"/>
                  </a:lnTo>
                  <a:lnTo>
                    <a:pt x="4358693" y="1367370"/>
                  </a:lnTo>
                  <a:lnTo>
                    <a:pt x="4358975" y="1367370"/>
                  </a:lnTo>
                  <a:lnTo>
                    <a:pt x="4359352" y="1367370"/>
                  </a:lnTo>
                  <a:lnTo>
                    <a:pt x="4359446" y="1367370"/>
                  </a:lnTo>
                  <a:lnTo>
                    <a:pt x="4360292" y="1367370"/>
                  </a:lnTo>
                  <a:lnTo>
                    <a:pt x="4360574" y="1367370"/>
                  </a:lnTo>
                  <a:lnTo>
                    <a:pt x="4360856" y="1367370"/>
                  </a:lnTo>
                  <a:lnTo>
                    <a:pt x="4360950" y="1367370"/>
                  </a:lnTo>
                  <a:lnTo>
                    <a:pt x="4361138" y="1362090"/>
                  </a:lnTo>
                  <a:lnTo>
                    <a:pt x="4361326" y="1362090"/>
                  </a:lnTo>
                  <a:lnTo>
                    <a:pt x="4361608" y="1362090"/>
                  </a:lnTo>
                  <a:lnTo>
                    <a:pt x="4361702" y="1362090"/>
                  </a:lnTo>
                  <a:lnTo>
                    <a:pt x="4361796" y="1362090"/>
                  </a:lnTo>
                  <a:lnTo>
                    <a:pt x="4361890" y="1362090"/>
                  </a:lnTo>
                  <a:lnTo>
                    <a:pt x="4362454" y="1362090"/>
                  </a:lnTo>
                  <a:lnTo>
                    <a:pt x="4362548" y="1362090"/>
                  </a:lnTo>
                  <a:lnTo>
                    <a:pt x="4362736" y="1362090"/>
                  </a:lnTo>
                  <a:lnTo>
                    <a:pt x="4362830" y="1362090"/>
                  </a:lnTo>
                  <a:lnTo>
                    <a:pt x="4362925" y="1362090"/>
                  </a:lnTo>
                  <a:lnTo>
                    <a:pt x="4363019" y="1362090"/>
                  </a:lnTo>
                  <a:lnTo>
                    <a:pt x="4363395" y="1362090"/>
                  </a:lnTo>
                  <a:lnTo>
                    <a:pt x="4363865" y="1362090"/>
                  </a:lnTo>
                  <a:lnTo>
                    <a:pt x="4363959" y="1362090"/>
                  </a:lnTo>
                  <a:lnTo>
                    <a:pt x="4364053" y="1362090"/>
                  </a:lnTo>
                  <a:lnTo>
                    <a:pt x="4364147" y="1362090"/>
                  </a:lnTo>
                  <a:lnTo>
                    <a:pt x="4364241" y="1362090"/>
                  </a:lnTo>
                  <a:lnTo>
                    <a:pt x="4364335" y="1362090"/>
                  </a:lnTo>
                  <a:lnTo>
                    <a:pt x="4364899" y="1356811"/>
                  </a:lnTo>
                  <a:lnTo>
                    <a:pt x="4364993" y="1356811"/>
                  </a:lnTo>
                  <a:lnTo>
                    <a:pt x="4365181" y="1356811"/>
                  </a:lnTo>
                  <a:lnTo>
                    <a:pt x="4365369" y="1356811"/>
                  </a:lnTo>
                  <a:lnTo>
                    <a:pt x="4365463" y="1356811"/>
                  </a:lnTo>
                  <a:lnTo>
                    <a:pt x="4366215" y="1356811"/>
                  </a:lnTo>
                  <a:lnTo>
                    <a:pt x="4366968" y="1356811"/>
                  </a:lnTo>
                  <a:lnTo>
                    <a:pt x="4367062" y="1356811"/>
                  </a:lnTo>
                  <a:lnTo>
                    <a:pt x="4367156" y="1356811"/>
                  </a:lnTo>
                  <a:lnTo>
                    <a:pt x="4367626" y="1356811"/>
                  </a:lnTo>
                  <a:lnTo>
                    <a:pt x="4367720" y="1356811"/>
                  </a:lnTo>
                  <a:lnTo>
                    <a:pt x="4367908" y="1356811"/>
                  </a:lnTo>
                  <a:lnTo>
                    <a:pt x="4368472" y="1356811"/>
                  </a:lnTo>
                  <a:lnTo>
                    <a:pt x="4368660" y="1356811"/>
                  </a:lnTo>
                  <a:lnTo>
                    <a:pt x="4368754" y="1356811"/>
                  </a:lnTo>
                  <a:lnTo>
                    <a:pt x="4368848" y="1356811"/>
                  </a:lnTo>
                  <a:lnTo>
                    <a:pt x="4368942" y="1356811"/>
                  </a:lnTo>
                  <a:lnTo>
                    <a:pt x="4369412" y="1356811"/>
                  </a:lnTo>
                  <a:lnTo>
                    <a:pt x="4369600" y="1356811"/>
                  </a:lnTo>
                  <a:lnTo>
                    <a:pt x="4369882" y="1351531"/>
                  </a:lnTo>
                  <a:lnTo>
                    <a:pt x="4370071" y="1351531"/>
                  </a:lnTo>
                  <a:lnTo>
                    <a:pt x="4370353" y="1351531"/>
                  </a:lnTo>
                  <a:lnTo>
                    <a:pt x="4370541" y="1351531"/>
                  </a:lnTo>
                  <a:lnTo>
                    <a:pt x="4370635" y="1351531"/>
                  </a:lnTo>
                  <a:lnTo>
                    <a:pt x="4370729" y="1351531"/>
                  </a:lnTo>
                  <a:lnTo>
                    <a:pt x="4371575" y="1351531"/>
                  </a:lnTo>
                  <a:lnTo>
                    <a:pt x="4371669" y="1351531"/>
                  </a:lnTo>
                  <a:lnTo>
                    <a:pt x="4371857" y="1351531"/>
                  </a:lnTo>
                  <a:lnTo>
                    <a:pt x="4371951" y="1351531"/>
                  </a:lnTo>
                  <a:lnTo>
                    <a:pt x="4372139" y="1351531"/>
                  </a:lnTo>
                  <a:lnTo>
                    <a:pt x="4372421" y="1351531"/>
                  </a:lnTo>
                  <a:lnTo>
                    <a:pt x="4373455" y="1340973"/>
                  </a:lnTo>
                  <a:lnTo>
                    <a:pt x="4373644" y="1340973"/>
                  </a:lnTo>
                  <a:lnTo>
                    <a:pt x="4373738" y="1340973"/>
                  </a:lnTo>
                  <a:lnTo>
                    <a:pt x="4373832" y="1340973"/>
                  </a:lnTo>
                  <a:lnTo>
                    <a:pt x="4373926" y="1340973"/>
                  </a:lnTo>
                  <a:lnTo>
                    <a:pt x="4374020" y="1340973"/>
                  </a:lnTo>
                  <a:lnTo>
                    <a:pt x="4374396" y="1340973"/>
                  </a:lnTo>
                  <a:lnTo>
                    <a:pt x="4374772" y="1340973"/>
                  </a:lnTo>
                  <a:lnTo>
                    <a:pt x="4375618" y="1340973"/>
                  </a:lnTo>
                  <a:lnTo>
                    <a:pt x="4375712" y="1340973"/>
                  </a:lnTo>
                  <a:lnTo>
                    <a:pt x="4375806" y="1340973"/>
                  </a:lnTo>
                  <a:lnTo>
                    <a:pt x="4376182" y="1340973"/>
                  </a:lnTo>
                  <a:lnTo>
                    <a:pt x="4376370" y="1340973"/>
                  </a:lnTo>
                  <a:lnTo>
                    <a:pt x="4376558" y="1340973"/>
                  </a:lnTo>
                  <a:lnTo>
                    <a:pt x="4376934" y="1335693"/>
                  </a:lnTo>
                  <a:lnTo>
                    <a:pt x="4377123" y="1335693"/>
                  </a:lnTo>
                  <a:lnTo>
                    <a:pt x="4377217" y="1335693"/>
                  </a:lnTo>
                  <a:lnTo>
                    <a:pt x="4377405" y="1335693"/>
                  </a:lnTo>
                  <a:lnTo>
                    <a:pt x="4377499" y="1335693"/>
                  </a:lnTo>
                  <a:lnTo>
                    <a:pt x="4377781" y="1335693"/>
                  </a:lnTo>
                  <a:lnTo>
                    <a:pt x="4377969" y="1335693"/>
                  </a:lnTo>
                  <a:lnTo>
                    <a:pt x="4378157" y="1335693"/>
                  </a:lnTo>
                  <a:lnTo>
                    <a:pt x="4378721" y="1335693"/>
                  </a:lnTo>
                  <a:lnTo>
                    <a:pt x="4378815" y="1335693"/>
                  </a:lnTo>
                  <a:lnTo>
                    <a:pt x="4379191" y="1335693"/>
                  </a:lnTo>
                  <a:lnTo>
                    <a:pt x="4379755" y="1335693"/>
                  </a:lnTo>
                  <a:lnTo>
                    <a:pt x="4380131" y="1335693"/>
                  </a:lnTo>
                  <a:lnTo>
                    <a:pt x="4380507" y="1335693"/>
                  </a:lnTo>
                  <a:lnTo>
                    <a:pt x="4381448" y="1330414"/>
                  </a:lnTo>
                  <a:lnTo>
                    <a:pt x="4381636" y="1330414"/>
                  </a:lnTo>
                  <a:lnTo>
                    <a:pt x="4382012" y="1330414"/>
                  </a:lnTo>
                  <a:lnTo>
                    <a:pt x="4382106" y="1330414"/>
                  </a:lnTo>
                  <a:lnTo>
                    <a:pt x="4382670" y="1330414"/>
                  </a:lnTo>
                  <a:lnTo>
                    <a:pt x="4382764" y="1330414"/>
                  </a:lnTo>
                  <a:lnTo>
                    <a:pt x="4382952" y="1330414"/>
                  </a:lnTo>
                  <a:lnTo>
                    <a:pt x="4383328" y="1330414"/>
                  </a:lnTo>
                  <a:lnTo>
                    <a:pt x="4383704" y="1330414"/>
                  </a:lnTo>
                  <a:lnTo>
                    <a:pt x="4383892" y="1330414"/>
                  </a:lnTo>
                  <a:lnTo>
                    <a:pt x="4384269" y="1330414"/>
                  </a:lnTo>
                  <a:lnTo>
                    <a:pt x="4384363" y="1330414"/>
                  </a:lnTo>
                  <a:lnTo>
                    <a:pt x="4385303" y="1330414"/>
                  </a:lnTo>
                  <a:lnTo>
                    <a:pt x="4385491" y="1330414"/>
                  </a:lnTo>
                  <a:lnTo>
                    <a:pt x="4385585" y="1330414"/>
                  </a:lnTo>
                  <a:lnTo>
                    <a:pt x="4385867" y="1330414"/>
                  </a:lnTo>
                  <a:lnTo>
                    <a:pt x="4385961" y="1330414"/>
                  </a:lnTo>
                  <a:lnTo>
                    <a:pt x="4386149" y="1330414"/>
                  </a:lnTo>
                  <a:lnTo>
                    <a:pt x="4386243" y="1330414"/>
                  </a:lnTo>
                  <a:lnTo>
                    <a:pt x="4386243" y="1325134"/>
                  </a:lnTo>
                  <a:lnTo>
                    <a:pt x="4386525" y="1325134"/>
                  </a:lnTo>
                  <a:lnTo>
                    <a:pt x="4386807" y="1325134"/>
                  </a:lnTo>
                  <a:lnTo>
                    <a:pt x="4387371" y="1325134"/>
                  </a:lnTo>
                  <a:lnTo>
                    <a:pt x="4387465" y="1325134"/>
                  </a:lnTo>
                  <a:lnTo>
                    <a:pt x="4387936" y="1325134"/>
                  </a:lnTo>
                  <a:lnTo>
                    <a:pt x="4388030" y="1325134"/>
                  </a:lnTo>
                  <a:lnTo>
                    <a:pt x="4388312" y="1325134"/>
                  </a:lnTo>
                  <a:lnTo>
                    <a:pt x="4388406" y="1325134"/>
                  </a:lnTo>
                  <a:lnTo>
                    <a:pt x="4388500" y="1325134"/>
                  </a:lnTo>
                  <a:lnTo>
                    <a:pt x="4388594" y="1325134"/>
                  </a:lnTo>
                  <a:lnTo>
                    <a:pt x="4388782" y="1325134"/>
                  </a:lnTo>
                  <a:lnTo>
                    <a:pt x="4388876" y="1325134"/>
                  </a:lnTo>
                  <a:lnTo>
                    <a:pt x="4389440" y="1325134"/>
                  </a:lnTo>
                  <a:lnTo>
                    <a:pt x="4389722" y="1325134"/>
                  </a:lnTo>
                  <a:lnTo>
                    <a:pt x="4390004" y="1325134"/>
                  </a:lnTo>
                  <a:lnTo>
                    <a:pt x="4390098" y="1325134"/>
                  </a:lnTo>
                  <a:lnTo>
                    <a:pt x="4390098" y="1319855"/>
                  </a:lnTo>
                  <a:lnTo>
                    <a:pt x="4390474" y="1319855"/>
                  </a:lnTo>
                  <a:lnTo>
                    <a:pt x="4390662" y="1314575"/>
                  </a:lnTo>
                  <a:lnTo>
                    <a:pt x="4390756" y="1314575"/>
                  </a:lnTo>
                  <a:lnTo>
                    <a:pt x="4390850" y="1314575"/>
                  </a:lnTo>
                  <a:lnTo>
                    <a:pt x="4391227" y="1314575"/>
                  </a:lnTo>
                  <a:lnTo>
                    <a:pt x="4391791" y="1314575"/>
                  </a:lnTo>
                  <a:lnTo>
                    <a:pt x="4391885" y="1314575"/>
                  </a:lnTo>
                  <a:lnTo>
                    <a:pt x="4391979" y="1314575"/>
                  </a:lnTo>
                  <a:lnTo>
                    <a:pt x="4392167" y="1314575"/>
                  </a:lnTo>
                  <a:lnTo>
                    <a:pt x="4392449" y="1314575"/>
                  </a:lnTo>
                  <a:lnTo>
                    <a:pt x="4392543" y="1314575"/>
                  </a:lnTo>
                  <a:lnTo>
                    <a:pt x="4393107" y="1314575"/>
                  </a:lnTo>
                  <a:lnTo>
                    <a:pt x="4393295" y="1314575"/>
                  </a:lnTo>
                  <a:lnTo>
                    <a:pt x="4393389" y="1314575"/>
                  </a:lnTo>
                  <a:lnTo>
                    <a:pt x="4393483" y="1314575"/>
                  </a:lnTo>
                  <a:lnTo>
                    <a:pt x="4393953" y="1314575"/>
                  </a:lnTo>
                  <a:lnTo>
                    <a:pt x="4394517" y="1314575"/>
                  </a:lnTo>
                  <a:lnTo>
                    <a:pt x="4394611" y="1314575"/>
                  </a:lnTo>
                  <a:lnTo>
                    <a:pt x="4395270" y="1314575"/>
                  </a:lnTo>
                  <a:lnTo>
                    <a:pt x="4395458" y="1314575"/>
                  </a:lnTo>
                  <a:lnTo>
                    <a:pt x="4395834" y="1314575"/>
                  </a:lnTo>
                  <a:lnTo>
                    <a:pt x="4396304" y="1314575"/>
                  </a:lnTo>
                  <a:lnTo>
                    <a:pt x="4396398" y="1314575"/>
                  </a:lnTo>
                  <a:lnTo>
                    <a:pt x="4396492" y="1314575"/>
                  </a:lnTo>
                  <a:lnTo>
                    <a:pt x="4396680" y="1314575"/>
                  </a:lnTo>
                  <a:lnTo>
                    <a:pt x="4397056" y="1314575"/>
                  </a:lnTo>
                  <a:lnTo>
                    <a:pt x="4397150" y="1314575"/>
                  </a:lnTo>
                  <a:lnTo>
                    <a:pt x="4397244" y="1314575"/>
                  </a:lnTo>
                  <a:lnTo>
                    <a:pt x="4397338" y="1314575"/>
                  </a:lnTo>
                  <a:lnTo>
                    <a:pt x="4397620" y="1314575"/>
                  </a:lnTo>
                  <a:lnTo>
                    <a:pt x="4398090" y="1314575"/>
                  </a:lnTo>
                  <a:lnTo>
                    <a:pt x="4398184" y="1314575"/>
                  </a:lnTo>
                  <a:lnTo>
                    <a:pt x="4398373" y="1314575"/>
                  </a:lnTo>
                  <a:lnTo>
                    <a:pt x="4398561" y="1314575"/>
                  </a:lnTo>
                  <a:lnTo>
                    <a:pt x="4398655" y="1314575"/>
                  </a:lnTo>
                  <a:lnTo>
                    <a:pt x="4399313" y="1314575"/>
                  </a:lnTo>
                  <a:lnTo>
                    <a:pt x="4399407" y="1314575"/>
                  </a:lnTo>
                  <a:lnTo>
                    <a:pt x="4399595" y="1314575"/>
                  </a:lnTo>
                  <a:lnTo>
                    <a:pt x="4400159" y="1314575"/>
                  </a:lnTo>
                  <a:lnTo>
                    <a:pt x="4400347" y="1314575"/>
                  </a:lnTo>
                  <a:lnTo>
                    <a:pt x="4400535" y="1314575"/>
                  </a:lnTo>
                  <a:lnTo>
                    <a:pt x="4400723" y="1309296"/>
                  </a:lnTo>
                  <a:lnTo>
                    <a:pt x="4401287" y="1309296"/>
                  </a:lnTo>
                  <a:lnTo>
                    <a:pt x="4401381" y="1309296"/>
                  </a:lnTo>
                  <a:lnTo>
                    <a:pt x="4401757" y="1309296"/>
                  </a:lnTo>
                  <a:lnTo>
                    <a:pt x="4401851" y="1309296"/>
                  </a:lnTo>
                  <a:lnTo>
                    <a:pt x="4401946" y="1309296"/>
                  </a:lnTo>
                  <a:lnTo>
                    <a:pt x="4402134" y="1309296"/>
                  </a:lnTo>
                  <a:lnTo>
                    <a:pt x="4402228" y="1309296"/>
                  </a:lnTo>
                  <a:lnTo>
                    <a:pt x="4402698" y="1309296"/>
                  </a:lnTo>
                  <a:lnTo>
                    <a:pt x="4403074" y="1309296"/>
                  </a:lnTo>
                  <a:lnTo>
                    <a:pt x="4403262" y="1309296"/>
                  </a:lnTo>
                  <a:lnTo>
                    <a:pt x="4403450" y="1309296"/>
                  </a:lnTo>
                  <a:lnTo>
                    <a:pt x="4403638" y="1309296"/>
                  </a:lnTo>
                  <a:lnTo>
                    <a:pt x="4404108" y="1304017"/>
                  </a:lnTo>
                  <a:lnTo>
                    <a:pt x="4404202" y="1304017"/>
                  </a:lnTo>
                  <a:lnTo>
                    <a:pt x="4404390" y="1304017"/>
                  </a:lnTo>
                  <a:lnTo>
                    <a:pt x="4404484" y="1304017"/>
                  </a:lnTo>
                  <a:lnTo>
                    <a:pt x="4404578" y="1304017"/>
                  </a:lnTo>
                  <a:lnTo>
                    <a:pt x="4404954" y="1304017"/>
                  </a:lnTo>
                  <a:lnTo>
                    <a:pt x="4405142" y="1304017"/>
                  </a:lnTo>
                  <a:lnTo>
                    <a:pt x="4405236" y="1304017"/>
                  </a:lnTo>
                  <a:lnTo>
                    <a:pt x="4405895" y="1304017"/>
                  </a:lnTo>
                  <a:lnTo>
                    <a:pt x="4405989" y="1304017"/>
                  </a:lnTo>
                  <a:lnTo>
                    <a:pt x="4406271" y="1304017"/>
                  </a:lnTo>
                  <a:lnTo>
                    <a:pt x="4406647" y="1304017"/>
                  </a:lnTo>
                  <a:lnTo>
                    <a:pt x="4407023" y="1304017"/>
                  </a:lnTo>
                  <a:lnTo>
                    <a:pt x="4407211" y="1304017"/>
                  </a:lnTo>
                  <a:lnTo>
                    <a:pt x="4407587" y="1304017"/>
                  </a:lnTo>
                  <a:lnTo>
                    <a:pt x="4407681" y="1304017"/>
                  </a:lnTo>
                  <a:lnTo>
                    <a:pt x="4408245" y="1304017"/>
                  </a:lnTo>
                  <a:lnTo>
                    <a:pt x="4409186" y="1298737"/>
                  </a:lnTo>
                  <a:lnTo>
                    <a:pt x="4409280" y="1298737"/>
                  </a:lnTo>
                  <a:lnTo>
                    <a:pt x="4409374" y="1298737"/>
                  </a:lnTo>
                  <a:lnTo>
                    <a:pt x="4409468" y="1298737"/>
                  </a:lnTo>
                  <a:lnTo>
                    <a:pt x="4409750" y="1298737"/>
                  </a:lnTo>
                  <a:lnTo>
                    <a:pt x="4410032" y="1298737"/>
                  </a:lnTo>
                  <a:lnTo>
                    <a:pt x="4410126" y="1298737"/>
                  </a:lnTo>
                  <a:lnTo>
                    <a:pt x="4410220" y="1298737"/>
                  </a:lnTo>
                  <a:lnTo>
                    <a:pt x="4410314" y="1298737"/>
                  </a:lnTo>
                  <a:lnTo>
                    <a:pt x="4410596" y="1298737"/>
                  </a:lnTo>
                  <a:lnTo>
                    <a:pt x="4411066" y="1298737"/>
                  </a:lnTo>
                  <a:lnTo>
                    <a:pt x="4411254" y="1298737"/>
                  </a:lnTo>
                  <a:lnTo>
                    <a:pt x="4411442" y="1298737"/>
                  </a:lnTo>
                  <a:lnTo>
                    <a:pt x="4412194" y="1298737"/>
                  </a:lnTo>
                  <a:lnTo>
                    <a:pt x="4412288" y="1298737"/>
                  </a:lnTo>
                  <a:lnTo>
                    <a:pt x="4412571" y="1298737"/>
                  </a:lnTo>
                  <a:lnTo>
                    <a:pt x="4412665" y="1298737"/>
                  </a:lnTo>
                  <a:lnTo>
                    <a:pt x="4413041" y="1298737"/>
                  </a:lnTo>
                  <a:lnTo>
                    <a:pt x="4413135" y="1298737"/>
                  </a:lnTo>
                  <a:lnTo>
                    <a:pt x="4413417" y="1298737"/>
                  </a:lnTo>
                  <a:lnTo>
                    <a:pt x="4413699" y="1298737"/>
                  </a:lnTo>
                  <a:lnTo>
                    <a:pt x="4414545" y="1298737"/>
                  </a:lnTo>
                  <a:lnTo>
                    <a:pt x="4414733" y="1298737"/>
                  </a:lnTo>
                  <a:lnTo>
                    <a:pt x="4414921" y="1298737"/>
                  </a:lnTo>
                  <a:lnTo>
                    <a:pt x="4415015" y="1298737"/>
                  </a:lnTo>
                  <a:lnTo>
                    <a:pt x="4415485" y="1298737"/>
                  </a:lnTo>
                  <a:lnTo>
                    <a:pt x="4415579" y="1298737"/>
                  </a:lnTo>
                  <a:lnTo>
                    <a:pt x="4415767" y="1298737"/>
                  </a:lnTo>
                  <a:lnTo>
                    <a:pt x="4416050" y="1298737"/>
                  </a:lnTo>
                  <a:lnTo>
                    <a:pt x="4416332" y="1298737"/>
                  </a:lnTo>
                  <a:lnTo>
                    <a:pt x="4416708" y="1293458"/>
                  </a:lnTo>
                  <a:lnTo>
                    <a:pt x="4416896" y="1293458"/>
                  </a:lnTo>
                  <a:lnTo>
                    <a:pt x="4417084" y="1293458"/>
                  </a:lnTo>
                  <a:lnTo>
                    <a:pt x="4417366" y="1288178"/>
                  </a:lnTo>
                  <a:lnTo>
                    <a:pt x="4417648" y="1288178"/>
                  </a:lnTo>
                  <a:lnTo>
                    <a:pt x="4418494" y="1288178"/>
                  </a:lnTo>
                  <a:lnTo>
                    <a:pt x="4418588" y="1288178"/>
                  </a:lnTo>
                  <a:lnTo>
                    <a:pt x="4418870" y="1288178"/>
                  </a:lnTo>
                  <a:lnTo>
                    <a:pt x="4419246" y="1288178"/>
                  </a:lnTo>
                  <a:lnTo>
                    <a:pt x="4419623" y="1288178"/>
                  </a:lnTo>
                  <a:lnTo>
                    <a:pt x="4419811" y="1288178"/>
                  </a:lnTo>
                  <a:lnTo>
                    <a:pt x="4420187" y="1288178"/>
                  </a:lnTo>
                  <a:lnTo>
                    <a:pt x="4421221" y="1288178"/>
                  </a:lnTo>
                  <a:lnTo>
                    <a:pt x="4421503" y="1288178"/>
                  </a:lnTo>
                  <a:lnTo>
                    <a:pt x="4421691" y="1288178"/>
                  </a:lnTo>
                  <a:lnTo>
                    <a:pt x="4421785" y="1288178"/>
                  </a:lnTo>
                  <a:lnTo>
                    <a:pt x="4421973" y="1288178"/>
                  </a:lnTo>
                  <a:lnTo>
                    <a:pt x="4422067" y="1288178"/>
                  </a:lnTo>
                  <a:lnTo>
                    <a:pt x="4422913" y="1288178"/>
                  </a:lnTo>
                  <a:lnTo>
                    <a:pt x="4423290" y="1288178"/>
                  </a:lnTo>
                  <a:lnTo>
                    <a:pt x="4423666" y="1277619"/>
                  </a:lnTo>
                  <a:lnTo>
                    <a:pt x="4423760" y="1277619"/>
                  </a:lnTo>
                  <a:lnTo>
                    <a:pt x="4424324" y="1277619"/>
                  </a:lnTo>
                  <a:lnTo>
                    <a:pt x="4424606" y="1277619"/>
                  </a:lnTo>
                  <a:lnTo>
                    <a:pt x="4424982" y="1277619"/>
                  </a:lnTo>
                  <a:lnTo>
                    <a:pt x="4425076" y="1277619"/>
                  </a:lnTo>
                  <a:lnTo>
                    <a:pt x="4425452" y="1277619"/>
                  </a:lnTo>
                  <a:lnTo>
                    <a:pt x="4425734" y="1277619"/>
                  </a:lnTo>
                  <a:lnTo>
                    <a:pt x="4426016" y="1277619"/>
                  </a:lnTo>
                  <a:lnTo>
                    <a:pt x="4426769" y="1277619"/>
                  </a:lnTo>
                  <a:lnTo>
                    <a:pt x="4426863" y="1277619"/>
                  </a:lnTo>
                  <a:lnTo>
                    <a:pt x="4427051" y="1277619"/>
                  </a:lnTo>
                  <a:lnTo>
                    <a:pt x="4427615" y="1277619"/>
                  </a:lnTo>
                  <a:lnTo>
                    <a:pt x="4427991" y="1277619"/>
                  </a:lnTo>
                  <a:lnTo>
                    <a:pt x="4428085" y="1277619"/>
                  </a:lnTo>
                  <a:lnTo>
                    <a:pt x="4428179" y="1277619"/>
                  </a:lnTo>
                  <a:lnTo>
                    <a:pt x="4428461" y="1277619"/>
                  </a:lnTo>
                  <a:lnTo>
                    <a:pt x="4428837" y="1277619"/>
                  </a:lnTo>
                  <a:lnTo>
                    <a:pt x="4428931" y="1277619"/>
                  </a:lnTo>
                  <a:lnTo>
                    <a:pt x="4429119" y="1277619"/>
                  </a:lnTo>
                  <a:lnTo>
                    <a:pt x="4429213" y="1277619"/>
                  </a:lnTo>
                  <a:lnTo>
                    <a:pt x="4429307" y="1277619"/>
                  </a:lnTo>
                  <a:lnTo>
                    <a:pt x="4429495" y="1277619"/>
                  </a:lnTo>
                  <a:lnTo>
                    <a:pt x="4429589" y="1277619"/>
                  </a:lnTo>
                  <a:lnTo>
                    <a:pt x="4429777" y="1277619"/>
                  </a:lnTo>
                  <a:lnTo>
                    <a:pt x="4429777" y="1272340"/>
                  </a:lnTo>
                  <a:lnTo>
                    <a:pt x="4430718" y="1272340"/>
                  </a:lnTo>
                  <a:lnTo>
                    <a:pt x="4431188" y="1272340"/>
                  </a:lnTo>
                  <a:lnTo>
                    <a:pt x="4431282" y="1272340"/>
                  </a:lnTo>
                  <a:lnTo>
                    <a:pt x="4431376" y="1272340"/>
                  </a:lnTo>
                  <a:lnTo>
                    <a:pt x="4431470" y="1272340"/>
                  </a:lnTo>
                  <a:lnTo>
                    <a:pt x="4431564" y="1272340"/>
                  </a:lnTo>
                  <a:lnTo>
                    <a:pt x="4431658" y="1272340"/>
                  </a:lnTo>
                  <a:lnTo>
                    <a:pt x="4432880" y="1272340"/>
                  </a:lnTo>
                  <a:lnTo>
                    <a:pt x="4433162" y="1272340"/>
                  </a:lnTo>
                  <a:lnTo>
                    <a:pt x="4433256" y="1272340"/>
                  </a:lnTo>
                  <a:lnTo>
                    <a:pt x="4433632" y="1272340"/>
                  </a:lnTo>
                  <a:lnTo>
                    <a:pt x="4433726" y="1272340"/>
                  </a:lnTo>
                  <a:lnTo>
                    <a:pt x="4433915" y="1272340"/>
                  </a:lnTo>
                  <a:lnTo>
                    <a:pt x="4434009" y="1272340"/>
                  </a:lnTo>
                  <a:lnTo>
                    <a:pt x="4434103" y="1272340"/>
                  </a:lnTo>
                  <a:lnTo>
                    <a:pt x="4434197" y="1272340"/>
                  </a:lnTo>
                  <a:lnTo>
                    <a:pt x="4434667" y="1272340"/>
                  </a:lnTo>
                  <a:lnTo>
                    <a:pt x="4435043" y="1272340"/>
                  </a:lnTo>
                  <a:lnTo>
                    <a:pt x="4435231" y="1272340"/>
                  </a:lnTo>
                  <a:lnTo>
                    <a:pt x="4435607" y="1272340"/>
                  </a:lnTo>
                  <a:lnTo>
                    <a:pt x="4436171" y="1272340"/>
                  </a:lnTo>
                  <a:lnTo>
                    <a:pt x="4436359" y="1272340"/>
                  </a:lnTo>
                  <a:lnTo>
                    <a:pt x="4437017" y="1272340"/>
                  </a:lnTo>
                  <a:lnTo>
                    <a:pt x="4437205" y="1272340"/>
                  </a:lnTo>
                  <a:lnTo>
                    <a:pt x="4437394" y="1267061"/>
                  </a:lnTo>
                  <a:lnTo>
                    <a:pt x="4437488" y="1267061"/>
                  </a:lnTo>
                  <a:lnTo>
                    <a:pt x="4437958" y="1267061"/>
                  </a:lnTo>
                  <a:lnTo>
                    <a:pt x="4438052" y="1267061"/>
                  </a:lnTo>
                  <a:lnTo>
                    <a:pt x="4438240" y="1267061"/>
                  </a:lnTo>
                  <a:lnTo>
                    <a:pt x="4438334" y="1267061"/>
                  </a:lnTo>
                  <a:lnTo>
                    <a:pt x="4438992" y="1267061"/>
                  </a:lnTo>
                  <a:lnTo>
                    <a:pt x="4439086" y="1267061"/>
                  </a:lnTo>
                  <a:lnTo>
                    <a:pt x="4439180" y="1267061"/>
                  </a:lnTo>
                  <a:lnTo>
                    <a:pt x="4439462" y="1267061"/>
                  </a:lnTo>
                  <a:lnTo>
                    <a:pt x="4439650" y="1267061"/>
                  </a:lnTo>
                  <a:lnTo>
                    <a:pt x="4439932" y="1267061"/>
                  </a:lnTo>
                  <a:lnTo>
                    <a:pt x="4440402" y="1267061"/>
                  </a:lnTo>
                  <a:lnTo>
                    <a:pt x="4440496" y="1267061"/>
                  </a:lnTo>
                  <a:lnTo>
                    <a:pt x="4440684" y="1267061"/>
                  </a:lnTo>
                  <a:lnTo>
                    <a:pt x="4440873" y="1267061"/>
                  </a:lnTo>
                  <a:lnTo>
                    <a:pt x="4441249" y="1267061"/>
                  </a:lnTo>
                  <a:lnTo>
                    <a:pt x="4441343" y="1267061"/>
                  </a:lnTo>
                  <a:lnTo>
                    <a:pt x="4441437" y="1267061"/>
                  </a:lnTo>
                  <a:lnTo>
                    <a:pt x="4442283" y="1267061"/>
                  </a:lnTo>
                  <a:lnTo>
                    <a:pt x="4442659" y="1267061"/>
                  </a:lnTo>
                  <a:lnTo>
                    <a:pt x="4443035" y="1267061"/>
                  </a:lnTo>
                  <a:lnTo>
                    <a:pt x="4443129" y="1267061"/>
                  </a:lnTo>
                  <a:lnTo>
                    <a:pt x="4443317" y="1267061"/>
                  </a:lnTo>
                  <a:lnTo>
                    <a:pt x="4443411" y="1267061"/>
                  </a:lnTo>
                  <a:lnTo>
                    <a:pt x="4443505" y="1267061"/>
                  </a:lnTo>
                  <a:lnTo>
                    <a:pt x="4443787" y="1267061"/>
                  </a:lnTo>
                  <a:lnTo>
                    <a:pt x="4443975" y="1267061"/>
                  </a:lnTo>
                  <a:lnTo>
                    <a:pt x="4444446" y="1267061"/>
                  </a:lnTo>
                  <a:lnTo>
                    <a:pt x="4444540" y="1267061"/>
                  </a:lnTo>
                  <a:lnTo>
                    <a:pt x="4444634" y="1267061"/>
                  </a:lnTo>
                  <a:lnTo>
                    <a:pt x="4445386" y="1267061"/>
                  </a:lnTo>
                  <a:lnTo>
                    <a:pt x="4445480" y="1267061"/>
                  </a:lnTo>
                  <a:lnTo>
                    <a:pt x="4446044" y="1267061"/>
                  </a:lnTo>
                  <a:lnTo>
                    <a:pt x="4446138" y="1267061"/>
                  </a:lnTo>
                  <a:lnTo>
                    <a:pt x="4446232" y="1267061"/>
                  </a:lnTo>
                  <a:lnTo>
                    <a:pt x="4446326" y="1267061"/>
                  </a:lnTo>
                  <a:lnTo>
                    <a:pt x="4446608" y="1267061"/>
                  </a:lnTo>
                  <a:lnTo>
                    <a:pt x="4446796" y="1267061"/>
                  </a:lnTo>
                  <a:lnTo>
                    <a:pt x="4447172" y="1267061"/>
                  </a:lnTo>
                  <a:lnTo>
                    <a:pt x="4448207" y="1267061"/>
                  </a:lnTo>
                  <a:lnTo>
                    <a:pt x="4448489" y="1267061"/>
                  </a:lnTo>
                  <a:lnTo>
                    <a:pt x="4448677" y="1267061"/>
                  </a:lnTo>
                  <a:lnTo>
                    <a:pt x="4449147" y="1267061"/>
                  </a:lnTo>
                  <a:lnTo>
                    <a:pt x="4449241" y="1267061"/>
                  </a:lnTo>
                  <a:lnTo>
                    <a:pt x="4449429" y="1267061"/>
                  </a:lnTo>
                  <a:lnTo>
                    <a:pt x="4449523" y="1267061"/>
                  </a:lnTo>
                  <a:lnTo>
                    <a:pt x="4449805" y="1267061"/>
                  </a:lnTo>
                  <a:lnTo>
                    <a:pt x="4449899" y="1267061"/>
                  </a:lnTo>
                  <a:lnTo>
                    <a:pt x="4449993" y="1267061"/>
                  </a:lnTo>
                  <a:lnTo>
                    <a:pt x="4450181" y="1267061"/>
                  </a:lnTo>
                  <a:lnTo>
                    <a:pt x="4450275" y="1267061"/>
                  </a:lnTo>
                  <a:lnTo>
                    <a:pt x="4450369" y="1267061"/>
                  </a:lnTo>
                  <a:lnTo>
                    <a:pt x="4450463" y="1267061"/>
                  </a:lnTo>
                  <a:lnTo>
                    <a:pt x="4451121" y="1267061"/>
                  </a:lnTo>
                  <a:lnTo>
                    <a:pt x="4451215" y="1267061"/>
                  </a:lnTo>
                  <a:lnTo>
                    <a:pt x="4451309" y="1267061"/>
                  </a:lnTo>
                  <a:lnTo>
                    <a:pt x="4451498" y="1267061"/>
                  </a:lnTo>
                  <a:lnTo>
                    <a:pt x="4451686" y="1267061"/>
                  </a:lnTo>
                  <a:lnTo>
                    <a:pt x="4451874" y="1267061"/>
                  </a:lnTo>
                  <a:lnTo>
                    <a:pt x="4452344" y="1267061"/>
                  </a:lnTo>
                  <a:lnTo>
                    <a:pt x="4452908" y="1261781"/>
                  </a:lnTo>
                  <a:lnTo>
                    <a:pt x="4453096" y="1261781"/>
                  </a:lnTo>
                  <a:lnTo>
                    <a:pt x="4453190" y="1261781"/>
                  </a:lnTo>
                  <a:lnTo>
                    <a:pt x="4454036" y="1261781"/>
                  </a:lnTo>
                  <a:lnTo>
                    <a:pt x="4454318" y="1261781"/>
                  </a:lnTo>
                  <a:lnTo>
                    <a:pt x="4454412" y="1261781"/>
                  </a:lnTo>
                  <a:lnTo>
                    <a:pt x="4454506" y="1261781"/>
                  </a:lnTo>
                  <a:lnTo>
                    <a:pt x="4454506" y="1256502"/>
                  </a:lnTo>
                  <a:lnTo>
                    <a:pt x="4454600" y="1256502"/>
                  </a:lnTo>
                  <a:lnTo>
                    <a:pt x="4454694" y="1256502"/>
                  </a:lnTo>
                  <a:lnTo>
                    <a:pt x="4456011" y="1256502"/>
                  </a:lnTo>
                  <a:lnTo>
                    <a:pt x="4456105" y="1256502"/>
                  </a:lnTo>
                  <a:lnTo>
                    <a:pt x="4456481" y="1256502"/>
                  </a:lnTo>
                  <a:lnTo>
                    <a:pt x="4456669" y="1256502"/>
                  </a:lnTo>
                  <a:lnTo>
                    <a:pt x="4456763" y="1256502"/>
                  </a:lnTo>
                  <a:lnTo>
                    <a:pt x="4457139" y="1256502"/>
                  </a:lnTo>
                  <a:lnTo>
                    <a:pt x="4457139" y="1251222"/>
                  </a:lnTo>
                  <a:lnTo>
                    <a:pt x="4457233" y="1251222"/>
                  </a:lnTo>
                  <a:lnTo>
                    <a:pt x="4457421" y="1251222"/>
                  </a:lnTo>
                  <a:lnTo>
                    <a:pt x="4457515" y="1251222"/>
                  </a:lnTo>
                  <a:lnTo>
                    <a:pt x="4457797" y="1251222"/>
                  </a:lnTo>
                  <a:lnTo>
                    <a:pt x="4457985" y="1251222"/>
                  </a:lnTo>
                  <a:lnTo>
                    <a:pt x="4458079" y="1251222"/>
                  </a:lnTo>
                  <a:lnTo>
                    <a:pt x="4458361" y="1251222"/>
                  </a:lnTo>
                  <a:lnTo>
                    <a:pt x="4458549" y="1251222"/>
                  </a:lnTo>
                  <a:lnTo>
                    <a:pt x="4458644" y="1251222"/>
                  </a:lnTo>
                  <a:lnTo>
                    <a:pt x="4459114" y="1251222"/>
                  </a:lnTo>
                  <a:lnTo>
                    <a:pt x="4459208" y="1251222"/>
                  </a:lnTo>
                  <a:lnTo>
                    <a:pt x="4459490" y="1251222"/>
                  </a:lnTo>
                  <a:lnTo>
                    <a:pt x="4459678" y="1251222"/>
                  </a:lnTo>
                  <a:lnTo>
                    <a:pt x="4459866" y="1251222"/>
                  </a:lnTo>
                  <a:lnTo>
                    <a:pt x="4459960" y="1251222"/>
                  </a:lnTo>
                  <a:lnTo>
                    <a:pt x="4460336" y="1251222"/>
                  </a:lnTo>
                  <a:lnTo>
                    <a:pt x="4460524" y="1251222"/>
                  </a:lnTo>
                  <a:lnTo>
                    <a:pt x="4460900" y="1245943"/>
                  </a:lnTo>
                  <a:lnTo>
                    <a:pt x="4460994" y="1245943"/>
                  </a:lnTo>
                  <a:lnTo>
                    <a:pt x="4461370" y="1245943"/>
                  </a:lnTo>
                  <a:lnTo>
                    <a:pt x="4461558" y="1245943"/>
                  </a:lnTo>
                  <a:lnTo>
                    <a:pt x="4462405" y="1245943"/>
                  </a:lnTo>
                  <a:lnTo>
                    <a:pt x="4462875" y="1245943"/>
                  </a:lnTo>
                  <a:lnTo>
                    <a:pt x="4462969" y="1245943"/>
                  </a:lnTo>
                  <a:lnTo>
                    <a:pt x="4463063" y="1245943"/>
                  </a:lnTo>
                  <a:lnTo>
                    <a:pt x="4463157" y="1245943"/>
                  </a:lnTo>
                  <a:lnTo>
                    <a:pt x="4463251" y="1245943"/>
                  </a:lnTo>
                  <a:lnTo>
                    <a:pt x="4463345" y="1245943"/>
                  </a:lnTo>
                  <a:lnTo>
                    <a:pt x="4463439" y="1245943"/>
                  </a:lnTo>
                  <a:lnTo>
                    <a:pt x="4463721" y="1245943"/>
                  </a:lnTo>
                  <a:lnTo>
                    <a:pt x="4463815" y="1245943"/>
                  </a:lnTo>
                  <a:lnTo>
                    <a:pt x="4464191" y="1245943"/>
                  </a:lnTo>
                  <a:lnTo>
                    <a:pt x="4464285" y="1245943"/>
                  </a:lnTo>
                  <a:lnTo>
                    <a:pt x="4464379" y="1245943"/>
                  </a:lnTo>
                  <a:lnTo>
                    <a:pt x="4464567" y="1245943"/>
                  </a:lnTo>
                  <a:lnTo>
                    <a:pt x="4464661" y="1245943"/>
                  </a:lnTo>
                  <a:lnTo>
                    <a:pt x="4464755" y="1245943"/>
                  </a:lnTo>
                  <a:lnTo>
                    <a:pt x="4464849" y="1245943"/>
                  </a:lnTo>
                  <a:lnTo>
                    <a:pt x="4466354" y="1245943"/>
                  </a:lnTo>
                  <a:lnTo>
                    <a:pt x="4466448" y="1245943"/>
                  </a:lnTo>
                  <a:lnTo>
                    <a:pt x="4467106" y="1245943"/>
                  </a:lnTo>
                  <a:lnTo>
                    <a:pt x="4467200" y="1245943"/>
                  </a:lnTo>
                  <a:lnTo>
                    <a:pt x="4467294" y="1245943"/>
                  </a:lnTo>
                  <a:lnTo>
                    <a:pt x="4467952" y="1245943"/>
                  </a:lnTo>
                  <a:lnTo>
                    <a:pt x="4468046" y="1245943"/>
                  </a:lnTo>
                  <a:lnTo>
                    <a:pt x="4468140" y="1245943"/>
                  </a:lnTo>
                  <a:lnTo>
                    <a:pt x="4468234" y="1245943"/>
                  </a:lnTo>
                  <a:lnTo>
                    <a:pt x="4468986" y="1245943"/>
                  </a:lnTo>
                  <a:lnTo>
                    <a:pt x="4469080" y="1245943"/>
                  </a:lnTo>
                  <a:lnTo>
                    <a:pt x="4469174" y="1245943"/>
                  </a:lnTo>
                  <a:lnTo>
                    <a:pt x="4469363" y="1245943"/>
                  </a:lnTo>
                  <a:lnTo>
                    <a:pt x="4469645" y="1245943"/>
                  </a:lnTo>
                  <a:lnTo>
                    <a:pt x="4469927" y="1245943"/>
                  </a:lnTo>
                  <a:lnTo>
                    <a:pt x="4470021" y="1245943"/>
                  </a:lnTo>
                  <a:lnTo>
                    <a:pt x="4470115" y="1245943"/>
                  </a:lnTo>
                  <a:lnTo>
                    <a:pt x="4470209" y="1245943"/>
                  </a:lnTo>
                  <a:lnTo>
                    <a:pt x="4470303" y="1245943"/>
                  </a:lnTo>
                  <a:lnTo>
                    <a:pt x="4470491" y="1245943"/>
                  </a:lnTo>
                  <a:lnTo>
                    <a:pt x="4470679" y="1245943"/>
                  </a:lnTo>
                  <a:lnTo>
                    <a:pt x="4471149" y="1245943"/>
                  </a:lnTo>
                  <a:lnTo>
                    <a:pt x="4471713" y="1240664"/>
                  </a:lnTo>
                  <a:lnTo>
                    <a:pt x="4471901" y="1240664"/>
                  </a:lnTo>
                  <a:lnTo>
                    <a:pt x="4472183" y="1240664"/>
                  </a:lnTo>
                  <a:lnTo>
                    <a:pt x="4472371" y="1240664"/>
                  </a:lnTo>
                  <a:lnTo>
                    <a:pt x="4472842" y="1240664"/>
                  </a:lnTo>
                  <a:lnTo>
                    <a:pt x="4473218" y="1240664"/>
                  </a:lnTo>
                  <a:lnTo>
                    <a:pt x="4473312" y="1240664"/>
                  </a:lnTo>
                  <a:lnTo>
                    <a:pt x="4473406" y="1240664"/>
                  </a:lnTo>
                  <a:lnTo>
                    <a:pt x="4473500" y="1235384"/>
                  </a:lnTo>
                  <a:lnTo>
                    <a:pt x="4473594" y="1235384"/>
                  </a:lnTo>
                  <a:lnTo>
                    <a:pt x="4473688" y="1235384"/>
                  </a:lnTo>
                  <a:lnTo>
                    <a:pt x="4473782" y="1235384"/>
                  </a:lnTo>
                  <a:lnTo>
                    <a:pt x="4474158" y="1235384"/>
                  </a:lnTo>
                  <a:lnTo>
                    <a:pt x="4474534" y="1235384"/>
                  </a:lnTo>
                  <a:lnTo>
                    <a:pt x="4474816" y="1235384"/>
                  </a:lnTo>
                  <a:lnTo>
                    <a:pt x="4475098" y="1235384"/>
                  </a:lnTo>
                  <a:lnTo>
                    <a:pt x="4475474" y="1235384"/>
                  </a:lnTo>
                  <a:lnTo>
                    <a:pt x="4475662" y="1235384"/>
                  </a:lnTo>
                  <a:lnTo>
                    <a:pt x="4475944" y="1235384"/>
                  </a:lnTo>
                  <a:lnTo>
                    <a:pt x="4476038" y="1235384"/>
                  </a:lnTo>
                  <a:lnTo>
                    <a:pt x="4476509" y="1235384"/>
                  </a:lnTo>
                  <a:lnTo>
                    <a:pt x="4476979" y="1235384"/>
                  </a:lnTo>
                  <a:lnTo>
                    <a:pt x="4477073" y="1235384"/>
                  </a:lnTo>
                  <a:lnTo>
                    <a:pt x="4477261" y="1235384"/>
                  </a:lnTo>
                  <a:lnTo>
                    <a:pt x="4477449" y="1235384"/>
                  </a:lnTo>
                  <a:lnTo>
                    <a:pt x="4477543" y="1235384"/>
                  </a:lnTo>
                  <a:lnTo>
                    <a:pt x="4478765" y="1235384"/>
                  </a:lnTo>
                  <a:lnTo>
                    <a:pt x="4479423" y="1235384"/>
                  </a:lnTo>
                  <a:lnTo>
                    <a:pt x="4479517" y="1235384"/>
                  </a:lnTo>
                  <a:lnTo>
                    <a:pt x="4479611" y="1235384"/>
                  </a:lnTo>
                  <a:lnTo>
                    <a:pt x="4479988" y="1235384"/>
                  </a:lnTo>
                  <a:lnTo>
                    <a:pt x="4480458" y="1235384"/>
                  </a:lnTo>
                  <a:lnTo>
                    <a:pt x="4480552" y="1235384"/>
                  </a:lnTo>
                  <a:lnTo>
                    <a:pt x="4480928" y="1235384"/>
                  </a:lnTo>
                  <a:lnTo>
                    <a:pt x="4481022" y="1235384"/>
                  </a:lnTo>
                  <a:lnTo>
                    <a:pt x="4481116" y="1235384"/>
                  </a:lnTo>
                  <a:lnTo>
                    <a:pt x="4481398" y="1235384"/>
                  </a:lnTo>
                  <a:lnTo>
                    <a:pt x="4482432" y="1230105"/>
                  </a:lnTo>
                  <a:lnTo>
                    <a:pt x="4482526" y="1230105"/>
                  </a:lnTo>
                  <a:lnTo>
                    <a:pt x="4482620" y="1230105"/>
                  </a:lnTo>
                  <a:lnTo>
                    <a:pt x="4482808" y="1230105"/>
                  </a:lnTo>
                  <a:lnTo>
                    <a:pt x="4482902" y="1230105"/>
                  </a:lnTo>
                  <a:lnTo>
                    <a:pt x="4482996" y="1230105"/>
                  </a:lnTo>
                  <a:lnTo>
                    <a:pt x="4483184" y="1230105"/>
                  </a:lnTo>
                  <a:lnTo>
                    <a:pt x="4483467" y="1230105"/>
                  </a:lnTo>
                  <a:lnTo>
                    <a:pt x="4484031" y="1230105"/>
                  </a:lnTo>
                  <a:lnTo>
                    <a:pt x="4484125" y="1230105"/>
                  </a:lnTo>
                  <a:lnTo>
                    <a:pt x="4485065" y="1230105"/>
                  </a:lnTo>
                  <a:lnTo>
                    <a:pt x="4485159" y="1230105"/>
                  </a:lnTo>
                  <a:lnTo>
                    <a:pt x="4485347" y="1230105"/>
                  </a:lnTo>
                  <a:lnTo>
                    <a:pt x="4485629" y="1230105"/>
                  </a:lnTo>
                  <a:lnTo>
                    <a:pt x="4486099" y="1230105"/>
                  </a:lnTo>
                  <a:lnTo>
                    <a:pt x="4486946" y="1230105"/>
                  </a:lnTo>
                  <a:lnTo>
                    <a:pt x="4487040" y="1230105"/>
                  </a:lnTo>
                  <a:lnTo>
                    <a:pt x="4487134" y="1230105"/>
                  </a:lnTo>
                  <a:lnTo>
                    <a:pt x="4487228" y="1230105"/>
                  </a:lnTo>
                  <a:lnTo>
                    <a:pt x="4487416" y="1230105"/>
                  </a:lnTo>
                  <a:lnTo>
                    <a:pt x="4487792" y="1230105"/>
                  </a:lnTo>
                  <a:lnTo>
                    <a:pt x="4488168" y="1230105"/>
                  </a:lnTo>
                  <a:lnTo>
                    <a:pt x="4488544" y="1230105"/>
                  </a:lnTo>
                  <a:lnTo>
                    <a:pt x="4489390" y="1230105"/>
                  </a:lnTo>
                  <a:lnTo>
                    <a:pt x="4489484" y="1224825"/>
                  </a:lnTo>
                  <a:lnTo>
                    <a:pt x="4489578" y="1224825"/>
                  </a:lnTo>
                  <a:lnTo>
                    <a:pt x="4489672" y="1224825"/>
                  </a:lnTo>
                  <a:lnTo>
                    <a:pt x="4490142" y="1224825"/>
                  </a:lnTo>
                  <a:lnTo>
                    <a:pt x="4490236" y="1224825"/>
                  </a:lnTo>
                  <a:lnTo>
                    <a:pt x="4490330" y="1224825"/>
                  </a:lnTo>
                  <a:lnTo>
                    <a:pt x="4490989" y="1224825"/>
                  </a:lnTo>
                  <a:lnTo>
                    <a:pt x="4491083" y="1224825"/>
                  </a:lnTo>
                  <a:lnTo>
                    <a:pt x="4491177" y="1224825"/>
                  </a:lnTo>
                  <a:lnTo>
                    <a:pt x="4491271" y="1224825"/>
                  </a:lnTo>
                  <a:lnTo>
                    <a:pt x="4491365" y="1224825"/>
                  </a:lnTo>
                  <a:lnTo>
                    <a:pt x="4492117" y="1224825"/>
                  </a:lnTo>
                  <a:lnTo>
                    <a:pt x="4492775" y="1224825"/>
                  </a:lnTo>
                  <a:lnTo>
                    <a:pt x="4492869" y="1224825"/>
                  </a:lnTo>
                  <a:lnTo>
                    <a:pt x="4493057" y="1224825"/>
                  </a:lnTo>
                  <a:lnTo>
                    <a:pt x="4493245" y="1224825"/>
                  </a:lnTo>
                  <a:lnTo>
                    <a:pt x="4493339" y="1224825"/>
                  </a:lnTo>
                  <a:lnTo>
                    <a:pt x="4493903" y="1224825"/>
                  </a:lnTo>
                  <a:lnTo>
                    <a:pt x="4494186" y="1224825"/>
                  </a:lnTo>
                  <a:lnTo>
                    <a:pt x="4494280" y="1224825"/>
                  </a:lnTo>
                  <a:lnTo>
                    <a:pt x="4494468" y="1224825"/>
                  </a:lnTo>
                  <a:lnTo>
                    <a:pt x="4494750" y="1224825"/>
                  </a:lnTo>
                  <a:lnTo>
                    <a:pt x="4494844" y="1224825"/>
                  </a:lnTo>
                  <a:lnTo>
                    <a:pt x="4494938" y="1224825"/>
                  </a:lnTo>
                  <a:lnTo>
                    <a:pt x="4495408" y="1219546"/>
                  </a:lnTo>
                  <a:lnTo>
                    <a:pt x="4495596" y="1219546"/>
                  </a:lnTo>
                  <a:lnTo>
                    <a:pt x="4495690" y="1219546"/>
                  </a:lnTo>
                  <a:lnTo>
                    <a:pt x="4495878" y="1219546"/>
                  </a:lnTo>
                  <a:lnTo>
                    <a:pt x="4496066" y="1219546"/>
                  </a:lnTo>
                  <a:lnTo>
                    <a:pt x="4496536" y="1219546"/>
                  </a:lnTo>
                  <a:lnTo>
                    <a:pt x="4496818" y="1219546"/>
                  </a:lnTo>
                  <a:lnTo>
                    <a:pt x="4497194" y="1219546"/>
                  </a:lnTo>
                  <a:lnTo>
                    <a:pt x="4497288" y="1219546"/>
                  </a:lnTo>
                  <a:lnTo>
                    <a:pt x="4497476" y="1219546"/>
                  </a:lnTo>
                  <a:lnTo>
                    <a:pt x="4497571" y="1219546"/>
                  </a:lnTo>
                  <a:lnTo>
                    <a:pt x="4497853" y="1219546"/>
                  </a:lnTo>
                  <a:lnTo>
                    <a:pt x="4497947" y="1219546"/>
                  </a:lnTo>
                  <a:lnTo>
                    <a:pt x="4498229" y="1219546"/>
                  </a:lnTo>
                  <a:lnTo>
                    <a:pt x="4498605" y="1219546"/>
                  </a:lnTo>
                  <a:lnTo>
                    <a:pt x="4498699" y="1219546"/>
                  </a:lnTo>
                  <a:lnTo>
                    <a:pt x="4499451" y="1219546"/>
                  </a:lnTo>
                  <a:lnTo>
                    <a:pt x="4499827" y="1219546"/>
                  </a:lnTo>
                  <a:lnTo>
                    <a:pt x="4499921" y="1219546"/>
                  </a:lnTo>
                  <a:lnTo>
                    <a:pt x="4500015" y="1219546"/>
                  </a:lnTo>
                  <a:lnTo>
                    <a:pt x="4500203" y="1219546"/>
                  </a:lnTo>
                  <a:lnTo>
                    <a:pt x="4500391" y="1219546"/>
                  </a:lnTo>
                  <a:lnTo>
                    <a:pt x="4500485" y="1219546"/>
                  </a:lnTo>
                  <a:lnTo>
                    <a:pt x="4500579" y="1219546"/>
                  </a:lnTo>
                  <a:lnTo>
                    <a:pt x="4500673" y="1219546"/>
                  </a:lnTo>
                  <a:lnTo>
                    <a:pt x="4500767" y="1219546"/>
                  </a:lnTo>
                  <a:lnTo>
                    <a:pt x="4500861" y="1219546"/>
                  </a:lnTo>
                  <a:lnTo>
                    <a:pt x="4500955" y="1219546"/>
                  </a:lnTo>
                  <a:lnTo>
                    <a:pt x="4501049" y="1219546"/>
                  </a:lnTo>
                  <a:lnTo>
                    <a:pt x="4502084" y="1219546"/>
                  </a:lnTo>
                  <a:lnTo>
                    <a:pt x="4502178" y="1219546"/>
                  </a:lnTo>
                  <a:lnTo>
                    <a:pt x="4502460" y="1219546"/>
                  </a:lnTo>
                  <a:lnTo>
                    <a:pt x="4502648" y="1219546"/>
                  </a:lnTo>
                  <a:lnTo>
                    <a:pt x="4502836" y="1219546"/>
                  </a:lnTo>
                  <a:lnTo>
                    <a:pt x="4502930" y="1219546"/>
                  </a:lnTo>
                  <a:lnTo>
                    <a:pt x="4503118" y="1219546"/>
                  </a:lnTo>
                  <a:lnTo>
                    <a:pt x="4503212" y="1219546"/>
                  </a:lnTo>
                  <a:lnTo>
                    <a:pt x="4503964" y="1219546"/>
                  </a:lnTo>
                  <a:lnTo>
                    <a:pt x="4504246" y="1219546"/>
                  </a:lnTo>
                  <a:lnTo>
                    <a:pt x="4504434" y="1219546"/>
                  </a:lnTo>
                  <a:lnTo>
                    <a:pt x="4504717" y="1219546"/>
                  </a:lnTo>
                  <a:lnTo>
                    <a:pt x="4504905" y="1219546"/>
                  </a:lnTo>
                  <a:lnTo>
                    <a:pt x="4504999" y="1219546"/>
                  </a:lnTo>
                  <a:lnTo>
                    <a:pt x="4505281" y="1219546"/>
                  </a:lnTo>
                  <a:lnTo>
                    <a:pt x="4505845" y="1219546"/>
                  </a:lnTo>
                  <a:lnTo>
                    <a:pt x="4506503" y="1219546"/>
                  </a:lnTo>
                  <a:lnTo>
                    <a:pt x="4506973" y="1219546"/>
                  </a:lnTo>
                  <a:lnTo>
                    <a:pt x="4507067" y="1219546"/>
                  </a:lnTo>
                  <a:lnTo>
                    <a:pt x="4507349" y="1219546"/>
                  </a:lnTo>
                  <a:lnTo>
                    <a:pt x="4507443" y="1219546"/>
                  </a:lnTo>
                  <a:lnTo>
                    <a:pt x="4507631" y="1219546"/>
                  </a:lnTo>
                  <a:lnTo>
                    <a:pt x="4507819" y="1219546"/>
                  </a:lnTo>
                  <a:lnTo>
                    <a:pt x="4507913" y="1219546"/>
                  </a:lnTo>
                  <a:lnTo>
                    <a:pt x="4508760" y="1219546"/>
                  </a:lnTo>
                  <a:lnTo>
                    <a:pt x="4509230" y="1219546"/>
                  </a:lnTo>
                  <a:lnTo>
                    <a:pt x="4509324" y="1219546"/>
                  </a:lnTo>
                  <a:lnTo>
                    <a:pt x="4509418" y="1219546"/>
                  </a:lnTo>
                  <a:lnTo>
                    <a:pt x="4509512" y="1219546"/>
                  </a:lnTo>
                  <a:lnTo>
                    <a:pt x="4509606" y="1219546"/>
                  </a:lnTo>
                  <a:lnTo>
                    <a:pt x="4509794" y="1219546"/>
                  </a:lnTo>
                  <a:lnTo>
                    <a:pt x="4509982" y="1219546"/>
                  </a:lnTo>
                  <a:lnTo>
                    <a:pt x="4510546" y="1214266"/>
                  </a:lnTo>
                  <a:lnTo>
                    <a:pt x="4510640" y="1214266"/>
                  </a:lnTo>
                  <a:lnTo>
                    <a:pt x="4510734" y="1214266"/>
                  </a:lnTo>
                  <a:lnTo>
                    <a:pt x="4510828" y="1214266"/>
                  </a:lnTo>
                  <a:lnTo>
                    <a:pt x="4510922" y="1214266"/>
                  </a:lnTo>
                  <a:lnTo>
                    <a:pt x="4511486" y="1214266"/>
                  </a:lnTo>
                  <a:lnTo>
                    <a:pt x="4511580" y="1214266"/>
                  </a:lnTo>
                  <a:lnTo>
                    <a:pt x="4511769" y="1214266"/>
                  </a:lnTo>
                  <a:lnTo>
                    <a:pt x="4511863" y="1214266"/>
                  </a:lnTo>
                  <a:lnTo>
                    <a:pt x="4512051" y="1214266"/>
                  </a:lnTo>
                  <a:lnTo>
                    <a:pt x="4512427" y="1214266"/>
                  </a:lnTo>
                  <a:lnTo>
                    <a:pt x="4512803" y="1208987"/>
                  </a:lnTo>
                  <a:lnTo>
                    <a:pt x="4512897" y="1208987"/>
                  </a:lnTo>
                  <a:lnTo>
                    <a:pt x="4512991" y="1208987"/>
                  </a:lnTo>
                  <a:lnTo>
                    <a:pt x="4513085" y="1208987"/>
                  </a:lnTo>
                  <a:lnTo>
                    <a:pt x="4513555" y="1208987"/>
                  </a:lnTo>
                  <a:lnTo>
                    <a:pt x="4513837" y="1208987"/>
                  </a:lnTo>
                  <a:lnTo>
                    <a:pt x="4513931" y="1208987"/>
                  </a:lnTo>
                  <a:lnTo>
                    <a:pt x="4514119" y="1208987"/>
                  </a:lnTo>
                  <a:lnTo>
                    <a:pt x="4514213" y="1208987"/>
                  </a:lnTo>
                  <a:lnTo>
                    <a:pt x="4514307" y="1208987"/>
                  </a:lnTo>
                  <a:lnTo>
                    <a:pt x="4514495" y="1208987"/>
                  </a:lnTo>
                  <a:lnTo>
                    <a:pt x="4514683" y="1208987"/>
                  </a:lnTo>
                  <a:lnTo>
                    <a:pt x="4515153" y="1208987"/>
                  </a:lnTo>
                  <a:lnTo>
                    <a:pt x="4515247" y="1208987"/>
                  </a:lnTo>
                  <a:lnTo>
                    <a:pt x="4515342" y="1208987"/>
                  </a:lnTo>
                  <a:lnTo>
                    <a:pt x="4515436" y="1208987"/>
                  </a:lnTo>
                  <a:lnTo>
                    <a:pt x="4516000" y="1203708"/>
                  </a:lnTo>
                  <a:lnTo>
                    <a:pt x="4516376" y="1203708"/>
                  </a:lnTo>
                  <a:lnTo>
                    <a:pt x="4516470" y="1203708"/>
                  </a:lnTo>
                  <a:lnTo>
                    <a:pt x="4516940" y="1203708"/>
                  </a:lnTo>
                  <a:lnTo>
                    <a:pt x="4517034" y="1203708"/>
                  </a:lnTo>
                  <a:lnTo>
                    <a:pt x="4517034" y="1198428"/>
                  </a:lnTo>
                  <a:lnTo>
                    <a:pt x="4517880" y="1198428"/>
                  </a:lnTo>
                  <a:lnTo>
                    <a:pt x="4518256" y="1198428"/>
                  </a:lnTo>
                  <a:lnTo>
                    <a:pt x="4518350" y="1198428"/>
                  </a:lnTo>
                  <a:lnTo>
                    <a:pt x="4518632" y="1198428"/>
                  </a:lnTo>
                  <a:lnTo>
                    <a:pt x="4518726" y="1198428"/>
                  </a:lnTo>
                  <a:lnTo>
                    <a:pt x="4519103" y="1198428"/>
                  </a:lnTo>
                  <a:lnTo>
                    <a:pt x="4519197" y="1198428"/>
                  </a:lnTo>
                  <a:lnTo>
                    <a:pt x="4519761" y="1198428"/>
                  </a:lnTo>
                  <a:lnTo>
                    <a:pt x="4520043" y="1198428"/>
                  </a:lnTo>
                  <a:lnTo>
                    <a:pt x="4520231" y="1198428"/>
                  </a:lnTo>
                  <a:lnTo>
                    <a:pt x="4520419" y="1193149"/>
                  </a:lnTo>
                  <a:lnTo>
                    <a:pt x="4520513" y="1193149"/>
                  </a:lnTo>
                  <a:lnTo>
                    <a:pt x="4520701" y="1193149"/>
                  </a:lnTo>
                  <a:lnTo>
                    <a:pt x="4520889" y="1193149"/>
                  </a:lnTo>
                  <a:lnTo>
                    <a:pt x="4520983" y="1193149"/>
                  </a:lnTo>
                  <a:lnTo>
                    <a:pt x="4521171" y="1193149"/>
                  </a:lnTo>
                  <a:lnTo>
                    <a:pt x="4521265" y="1193149"/>
                  </a:lnTo>
                  <a:lnTo>
                    <a:pt x="4521359" y="1193149"/>
                  </a:lnTo>
                  <a:lnTo>
                    <a:pt x="4521453" y="1193149"/>
                  </a:lnTo>
                  <a:lnTo>
                    <a:pt x="4521547" y="1193149"/>
                  </a:lnTo>
                  <a:lnTo>
                    <a:pt x="4521735" y="1193149"/>
                  </a:lnTo>
                  <a:lnTo>
                    <a:pt x="4521923" y="1193149"/>
                  </a:lnTo>
                  <a:lnTo>
                    <a:pt x="4522299" y="1193149"/>
                  </a:lnTo>
                  <a:lnTo>
                    <a:pt x="4522582" y="1193149"/>
                  </a:lnTo>
                  <a:lnTo>
                    <a:pt x="4522676" y="1193149"/>
                  </a:lnTo>
                  <a:lnTo>
                    <a:pt x="4522958" y="1193149"/>
                  </a:lnTo>
                  <a:lnTo>
                    <a:pt x="4523240" y="1193149"/>
                  </a:lnTo>
                  <a:lnTo>
                    <a:pt x="4523334" y="1193149"/>
                  </a:lnTo>
                  <a:lnTo>
                    <a:pt x="4523522" y="1193149"/>
                  </a:lnTo>
                  <a:lnTo>
                    <a:pt x="4523616" y="1193149"/>
                  </a:lnTo>
                  <a:lnTo>
                    <a:pt x="4523804" y="1193149"/>
                  </a:lnTo>
                  <a:lnTo>
                    <a:pt x="4523898" y="1193149"/>
                  </a:lnTo>
                  <a:lnTo>
                    <a:pt x="4527189" y="1182590"/>
                  </a:lnTo>
                  <a:lnTo>
                    <a:pt x="4527377" y="1182590"/>
                  </a:lnTo>
                  <a:lnTo>
                    <a:pt x="4527659" y="1177310"/>
                  </a:lnTo>
                  <a:lnTo>
                    <a:pt x="4527941" y="1177310"/>
                  </a:lnTo>
                  <a:lnTo>
                    <a:pt x="4528223" y="1177310"/>
                  </a:lnTo>
                  <a:lnTo>
                    <a:pt x="4528599" y="1177310"/>
                  </a:lnTo>
                  <a:lnTo>
                    <a:pt x="4528787" y="1177310"/>
                  </a:lnTo>
                  <a:lnTo>
                    <a:pt x="4529163" y="1177310"/>
                  </a:lnTo>
                  <a:lnTo>
                    <a:pt x="4529351" y="1177310"/>
                  </a:lnTo>
                  <a:lnTo>
                    <a:pt x="4529446" y="1177310"/>
                  </a:lnTo>
                  <a:lnTo>
                    <a:pt x="4529540" y="1177310"/>
                  </a:lnTo>
                  <a:lnTo>
                    <a:pt x="4529634" y="1177310"/>
                  </a:lnTo>
                  <a:lnTo>
                    <a:pt x="4529822" y="1177310"/>
                  </a:lnTo>
                  <a:lnTo>
                    <a:pt x="4529916" y="1177310"/>
                  </a:lnTo>
                  <a:lnTo>
                    <a:pt x="4530010" y="1177310"/>
                  </a:lnTo>
                  <a:lnTo>
                    <a:pt x="4530198" y="1177310"/>
                  </a:lnTo>
                  <a:lnTo>
                    <a:pt x="4530386" y="1177310"/>
                  </a:lnTo>
                  <a:lnTo>
                    <a:pt x="4530762" y="1177310"/>
                  </a:lnTo>
                  <a:lnTo>
                    <a:pt x="4531044" y="1177310"/>
                  </a:lnTo>
                  <a:lnTo>
                    <a:pt x="4531326" y="1177310"/>
                  </a:lnTo>
                  <a:lnTo>
                    <a:pt x="4531702" y="1177310"/>
                  </a:lnTo>
                  <a:lnTo>
                    <a:pt x="4531984" y="1177310"/>
                  </a:lnTo>
                  <a:lnTo>
                    <a:pt x="4532548" y="1177310"/>
                  </a:lnTo>
                  <a:lnTo>
                    <a:pt x="4532830" y="1177310"/>
                  </a:lnTo>
                  <a:lnTo>
                    <a:pt x="4532924" y="1177310"/>
                  </a:lnTo>
                  <a:lnTo>
                    <a:pt x="4533207" y="1177310"/>
                  </a:lnTo>
                  <a:lnTo>
                    <a:pt x="4533677" y="1177310"/>
                  </a:lnTo>
                  <a:lnTo>
                    <a:pt x="4533771" y="1177310"/>
                  </a:lnTo>
                  <a:lnTo>
                    <a:pt x="4534053" y="1177310"/>
                  </a:lnTo>
                  <a:lnTo>
                    <a:pt x="4534993" y="1177310"/>
                  </a:lnTo>
                  <a:lnTo>
                    <a:pt x="4535275" y="1177310"/>
                  </a:lnTo>
                  <a:lnTo>
                    <a:pt x="4535463" y="1177310"/>
                  </a:lnTo>
                  <a:lnTo>
                    <a:pt x="4535745" y="1177310"/>
                  </a:lnTo>
                  <a:lnTo>
                    <a:pt x="4536121" y="1177310"/>
                  </a:lnTo>
                  <a:lnTo>
                    <a:pt x="4536403" y="1177310"/>
                  </a:lnTo>
                  <a:lnTo>
                    <a:pt x="4536968" y="1177310"/>
                  </a:lnTo>
                  <a:lnTo>
                    <a:pt x="4537156" y="1177310"/>
                  </a:lnTo>
                  <a:lnTo>
                    <a:pt x="4537250" y="1172031"/>
                  </a:lnTo>
                  <a:lnTo>
                    <a:pt x="4537344" y="1172031"/>
                  </a:lnTo>
                  <a:lnTo>
                    <a:pt x="4537720" y="1172031"/>
                  </a:lnTo>
                  <a:lnTo>
                    <a:pt x="4538096" y="1172031"/>
                  </a:lnTo>
                  <a:lnTo>
                    <a:pt x="4538190" y="1172031"/>
                  </a:lnTo>
                  <a:lnTo>
                    <a:pt x="4538284" y="1172031"/>
                  </a:lnTo>
                  <a:lnTo>
                    <a:pt x="4538378" y="1172031"/>
                  </a:lnTo>
                  <a:lnTo>
                    <a:pt x="4538566" y="1172031"/>
                  </a:lnTo>
                  <a:lnTo>
                    <a:pt x="4538660" y="1172031"/>
                  </a:lnTo>
                  <a:lnTo>
                    <a:pt x="4538848" y="1172031"/>
                  </a:lnTo>
                  <a:lnTo>
                    <a:pt x="4538942" y="1172031"/>
                  </a:lnTo>
                  <a:lnTo>
                    <a:pt x="4539036" y="1172031"/>
                  </a:lnTo>
                  <a:lnTo>
                    <a:pt x="4539224" y="1172031"/>
                  </a:lnTo>
                  <a:lnTo>
                    <a:pt x="4539600" y="1172031"/>
                  </a:lnTo>
                  <a:lnTo>
                    <a:pt x="4539976" y="1166752"/>
                  </a:lnTo>
                  <a:lnTo>
                    <a:pt x="4540165" y="1166752"/>
                  </a:lnTo>
                  <a:lnTo>
                    <a:pt x="4540259" y="1166752"/>
                  </a:lnTo>
                  <a:lnTo>
                    <a:pt x="4540447" y="1166752"/>
                  </a:lnTo>
                  <a:lnTo>
                    <a:pt x="4540541" y="1166752"/>
                  </a:lnTo>
                  <a:lnTo>
                    <a:pt x="4540635" y="1166752"/>
                  </a:lnTo>
                  <a:lnTo>
                    <a:pt x="4540729" y="1166752"/>
                  </a:lnTo>
                  <a:lnTo>
                    <a:pt x="4541387" y="1166752"/>
                  </a:lnTo>
                  <a:lnTo>
                    <a:pt x="4541481" y="1166752"/>
                  </a:lnTo>
                  <a:lnTo>
                    <a:pt x="4541575" y="1166752"/>
                  </a:lnTo>
                  <a:lnTo>
                    <a:pt x="4541951" y="1166752"/>
                  </a:lnTo>
                  <a:lnTo>
                    <a:pt x="4542045" y="1166752"/>
                  </a:lnTo>
                  <a:lnTo>
                    <a:pt x="4542797" y="1166752"/>
                  </a:lnTo>
                  <a:lnTo>
                    <a:pt x="4543079" y="1166752"/>
                  </a:lnTo>
                  <a:lnTo>
                    <a:pt x="4543361" y="1166752"/>
                  </a:lnTo>
                  <a:lnTo>
                    <a:pt x="4544584" y="1166752"/>
                  </a:lnTo>
                  <a:lnTo>
                    <a:pt x="4544678" y="1166752"/>
                  </a:lnTo>
                  <a:lnTo>
                    <a:pt x="4544772" y="1166752"/>
                  </a:lnTo>
                  <a:lnTo>
                    <a:pt x="4544866" y="1166752"/>
                  </a:lnTo>
                  <a:lnTo>
                    <a:pt x="4545242" y="1166752"/>
                  </a:lnTo>
                  <a:lnTo>
                    <a:pt x="4545336" y="1166752"/>
                  </a:lnTo>
                  <a:lnTo>
                    <a:pt x="4545430" y="1166752"/>
                  </a:lnTo>
                  <a:lnTo>
                    <a:pt x="4545524" y="1166752"/>
                  </a:lnTo>
                  <a:lnTo>
                    <a:pt x="4545618" y="1166752"/>
                  </a:lnTo>
                  <a:lnTo>
                    <a:pt x="4545712" y="1166752"/>
                  </a:lnTo>
                  <a:lnTo>
                    <a:pt x="4546276" y="1166752"/>
                  </a:lnTo>
                  <a:lnTo>
                    <a:pt x="4546934" y="1166752"/>
                  </a:lnTo>
                  <a:lnTo>
                    <a:pt x="4547217" y="1166752"/>
                  </a:lnTo>
                  <a:lnTo>
                    <a:pt x="4547311" y="1166752"/>
                  </a:lnTo>
                  <a:lnTo>
                    <a:pt x="4547405" y="1166752"/>
                  </a:lnTo>
                  <a:lnTo>
                    <a:pt x="4547875" y="1166752"/>
                  </a:lnTo>
                  <a:lnTo>
                    <a:pt x="4547969" y="1166752"/>
                  </a:lnTo>
                  <a:lnTo>
                    <a:pt x="4548157" y="1166752"/>
                  </a:lnTo>
                  <a:lnTo>
                    <a:pt x="4548345" y="1166752"/>
                  </a:lnTo>
                  <a:lnTo>
                    <a:pt x="4548439" y="1166752"/>
                  </a:lnTo>
                  <a:lnTo>
                    <a:pt x="4548533" y="1166752"/>
                  </a:lnTo>
                  <a:lnTo>
                    <a:pt x="4548815" y="1166752"/>
                  </a:lnTo>
                  <a:lnTo>
                    <a:pt x="4549285" y="1166752"/>
                  </a:lnTo>
                  <a:lnTo>
                    <a:pt x="4549379" y="1166752"/>
                  </a:lnTo>
                  <a:lnTo>
                    <a:pt x="4550413" y="1166752"/>
                  </a:lnTo>
                  <a:lnTo>
                    <a:pt x="4550601" y="1166752"/>
                  </a:lnTo>
                  <a:lnTo>
                    <a:pt x="4550695" y="1166752"/>
                  </a:lnTo>
                  <a:lnTo>
                    <a:pt x="4550790" y="1166752"/>
                  </a:lnTo>
                  <a:lnTo>
                    <a:pt x="4551448" y="1166752"/>
                  </a:lnTo>
                  <a:lnTo>
                    <a:pt x="4551730" y="1166752"/>
                  </a:lnTo>
                  <a:lnTo>
                    <a:pt x="4551918" y="1166752"/>
                  </a:lnTo>
                  <a:lnTo>
                    <a:pt x="4552200" y="1166752"/>
                  </a:lnTo>
                  <a:lnTo>
                    <a:pt x="4552294" y="1166752"/>
                  </a:lnTo>
                  <a:lnTo>
                    <a:pt x="4553046" y="1166752"/>
                  </a:lnTo>
                  <a:lnTo>
                    <a:pt x="4553140" y="1166752"/>
                  </a:lnTo>
                  <a:lnTo>
                    <a:pt x="4553610" y="1161472"/>
                  </a:lnTo>
                  <a:lnTo>
                    <a:pt x="4553704" y="1161472"/>
                  </a:lnTo>
                  <a:lnTo>
                    <a:pt x="4553798" y="1161472"/>
                  </a:lnTo>
                  <a:lnTo>
                    <a:pt x="4554551" y="1161472"/>
                  </a:lnTo>
                  <a:lnTo>
                    <a:pt x="4555209" y="1161472"/>
                  </a:lnTo>
                  <a:lnTo>
                    <a:pt x="4555303" y="1161472"/>
                  </a:lnTo>
                  <a:lnTo>
                    <a:pt x="4555397" y="1161472"/>
                  </a:lnTo>
                  <a:lnTo>
                    <a:pt x="4555961" y="1161472"/>
                  </a:lnTo>
                  <a:lnTo>
                    <a:pt x="4556149" y="1161472"/>
                  </a:lnTo>
                  <a:lnTo>
                    <a:pt x="4556995" y="1161472"/>
                  </a:lnTo>
                  <a:lnTo>
                    <a:pt x="4557277" y="1161472"/>
                  </a:lnTo>
                  <a:lnTo>
                    <a:pt x="4557465" y="1161472"/>
                  </a:lnTo>
                  <a:lnTo>
                    <a:pt x="4557465" y="1156193"/>
                  </a:lnTo>
                  <a:lnTo>
                    <a:pt x="4557653" y="1156193"/>
                  </a:lnTo>
                  <a:lnTo>
                    <a:pt x="4557747" y="1156193"/>
                  </a:lnTo>
                  <a:lnTo>
                    <a:pt x="4557842" y="1156193"/>
                  </a:lnTo>
                  <a:lnTo>
                    <a:pt x="4557936" y="1156193"/>
                  </a:lnTo>
                  <a:lnTo>
                    <a:pt x="4558124" y="1156193"/>
                  </a:lnTo>
                  <a:lnTo>
                    <a:pt x="4558312" y="1156193"/>
                  </a:lnTo>
                  <a:lnTo>
                    <a:pt x="4558406" y="1156193"/>
                  </a:lnTo>
                  <a:lnTo>
                    <a:pt x="4558500" y="1156193"/>
                  </a:lnTo>
                  <a:lnTo>
                    <a:pt x="4558876" y="1156193"/>
                  </a:lnTo>
                  <a:lnTo>
                    <a:pt x="4558970" y="1156193"/>
                  </a:lnTo>
                  <a:lnTo>
                    <a:pt x="4559252" y="1156193"/>
                  </a:lnTo>
                  <a:lnTo>
                    <a:pt x="4559346" y="1156193"/>
                  </a:lnTo>
                  <a:lnTo>
                    <a:pt x="4559910" y="1156193"/>
                  </a:lnTo>
                  <a:lnTo>
                    <a:pt x="4560098" y="1156193"/>
                  </a:lnTo>
                  <a:lnTo>
                    <a:pt x="4560380" y="1156193"/>
                  </a:lnTo>
                  <a:lnTo>
                    <a:pt x="4560568" y="1156193"/>
                  </a:lnTo>
                  <a:lnTo>
                    <a:pt x="4560756" y="1156193"/>
                  </a:lnTo>
                  <a:lnTo>
                    <a:pt x="4561038" y="1156193"/>
                  </a:lnTo>
                  <a:lnTo>
                    <a:pt x="4561320" y="1156193"/>
                  </a:lnTo>
                  <a:lnTo>
                    <a:pt x="4561791" y="1156193"/>
                  </a:lnTo>
                  <a:lnTo>
                    <a:pt x="4562919" y="1156193"/>
                  </a:lnTo>
                  <a:lnTo>
                    <a:pt x="4563577" y="1156193"/>
                  </a:lnTo>
                  <a:lnTo>
                    <a:pt x="4563953" y="1156193"/>
                  </a:lnTo>
                  <a:lnTo>
                    <a:pt x="4564047" y="1156193"/>
                  </a:lnTo>
                  <a:lnTo>
                    <a:pt x="4564141" y="1156193"/>
                  </a:lnTo>
                  <a:lnTo>
                    <a:pt x="4564235" y="1156193"/>
                  </a:lnTo>
                  <a:lnTo>
                    <a:pt x="4564329" y="1156193"/>
                  </a:lnTo>
                  <a:lnTo>
                    <a:pt x="4565176" y="1156193"/>
                  </a:lnTo>
                  <a:lnTo>
                    <a:pt x="4565364" y="1156193"/>
                  </a:lnTo>
                  <a:lnTo>
                    <a:pt x="4565552" y="1156193"/>
                  </a:lnTo>
                  <a:lnTo>
                    <a:pt x="4565834" y="1156193"/>
                  </a:lnTo>
                  <a:lnTo>
                    <a:pt x="4565928" y="1156193"/>
                  </a:lnTo>
                  <a:lnTo>
                    <a:pt x="4566022" y="1156193"/>
                  </a:lnTo>
                  <a:lnTo>
                    <a:pt x="4566210" y="1156193"/>
                  </a:lnTo>
                  <a:lnTo>
                    <a:pt x="4566586" y="1156193"/>
                  </a:lnTo>
                  <a:lnTo>
                    <a:pt x="4566680" y="1156193"/>
                  </a:lnTo>
                  <a:lnTo>
                    <a:pt x="4566868" y="1156193"/>
                  </a:lnTo>
                  <a:lnTo>
                    <a:pt x="4567526" y="1156193"/>
                  </a:lnTo>
                  <a:lnTo>
                    <a:pt x="4567620" y="1156193"/>
                  </a:lnTo>
                  <a:lnTo>
                    <a:pt x="4568561" y="1156193"/>
                  </a:lnTo>
                  <a:lnTo>
                    <a:pt x="4568749" y="1156193"/>
                  </a:lnTo>
                  <a:lnTo>
                    <a:pt x="4568843" y="1156193"/>
                  </a:lnTo>
                  <a:lnTo>
                    <a:pt x="4568937" y="1156193"/>
                  </a:lnTo>
                  <a:lnTo>
                    <a:pt x="4569219" y="1156193"/>
                  </a:lnTo>
                  <a:lnTo>
                    <a:pt x="4569689" y="1156193"/>
                  </a:lnTo>
                  <a:lnTo>
                    <a:pt x="4569783" y="1156193"/>
                  </a:lnTo>
                  <a:lnTo>
                    <a:pt x="4570159" y="1156193"/>
                  </a:lnTo>
                  <a:lnTo>
                    <a:pt x="4570253" y="1156193"/>
                  </a:lnTo>
                  <a:lnTo>
                    <a:pt x="4570817" y="1156193"/>
                  </a:lnTo>
                  <a:lnTo>
                    <a:pt x="4570911" y="1156193"/>
                  </a:lnTo>
                  <a:lnTo>
                    <a:pt x="4571099" y="1156193"/>
                  </a:lnTo>
                  <a:lnTo>
                    <a:pt x="4571193" y="1156193"/>
                  </a:lnTo>
                  <a:lnTo>
                    <a:pt x="4571287" y="1156193"/>
                  </a:lnTo>
                  <a:lnTo>
                    <a:pt x="4571381" y="1156193"/>
                  </a:lnTo>
                  <a:lnTo>
                    <a:pt x="4571475" y="1156193"/>
                  </a:lnTo>
                  <a:lnTo>
                    <a:pt x="4571851" y="1156193"/>
                  </a:lnTo>
                  <a:lnTo>
                    <a:pt x="4572510" y="1156193"/>
                  </a:lnTo>
                  <a:lnTo>
                    <a:pt x="4572698" y="1156193"/>
                  </a:lnTo>
                  <a:lnTo>
                    <a:pt x="4572980" y="1156193"/>
                  </a:lnTo>
                  <a:lnTo>
                    <a:pt x="4573168" y="1156193"/>
                  </a:lnTo>
                  <a:lnTo>
                    <a:pt x="4573262" y="1156193"/>
                  </a:lnTo>
                  <a:lnTo>
                    <a:pt x="4573450" y="1156193"/>
                  </a:lnTo>
                  <a:lnTo>
                    <a:pt x="4573638" y="1156193"/>
                  </a:lnTo>
                  <a:lnTo>
                    <a:pt x="4573732" y="1156193"/>
                  </a:lnTo>
                  <a:lnTo>
                    <a:pt x="4574202" y="1156193"/>
                  </a:lnTo>
                  <a:lnTo>
                    <a:pt x="4574296" y="1156193"/>
                  </a:lnTo>
                  <a:lnTo>
                    <a:pt x="4574390" y="1156193"/>
                  </a:lnTo>
                  <a:lnTo>
                    <a:pt x="4574484" y="1150913"/>
                  </a:lnTo>
                  <a:lnTo>
                    <a:pt x="4574766" y="1150913"/>
                  </a:lnTo>
                  <a:lnTo>
                    <a:pt x="4574954" y="1150913"/>
                  </a:lnTo>
                  <a:lnTo>
                    <a:pt x="4575142" y="1150913"/>
                  </a:lnTo>
                  <a:lnTo>
                    <a:pt x="4575330" y="1150913"/>
                  </a:lnTo>
                  <a:lnTo>
                    <a:pt x="4575613" y="1150913"/>
                  </a:lnTo>
                  <a:lnTo>
                    <a:pt x="4576177" y="1150913"/>
                  </a:lnTo>
                  <a:lnTo>
                    <a:pt x="4576271" y="1150913"/>
                  </a:lnTo>
                  <a:lnTo>
                    <a:pt x="4577023" y="1150913"/>
                  </a:lnTo>
                  <a:lnTo>
                    <a:pt x="4577117" y="1150913"/>
                  </a:lnTo>
                  <a:lnTo>
                    <a:pt x="4577211" y="1150913"/>
                  </a:lnTo>
                  <a:lnTo>
                    <a:pt x="4577493" y="1150913"/>
                  </a:lnTo>
                  <a:lnTo>
                    <a:pt x="4577681" y="1150913"/>
                  </a:lnTo>
                  <a:lnTo>
                    <a:pt x="4577869" y="1150913"/>
                  </a:lnTo>
                  <a:lnTo>
                    <a:pt x="4578339" y="1150913"/>
                  </a:lnTo>
                  <a:lnTo>
                    <a:pt x="4578527" y="1150913"/>
                  </a:lnTo>
                  <a:lnTo>
                    <a:pt x="4578621" y="1150913"/>
                  </a:lnTo>
                  <a:lnTo>
                    <a:pt x="4578715" y="1150913"/>
                  </a:lnTo>
                  <a:lnTo>
                    <a:pt x="4578997" y="1150913"/>
                  </a:lnTo>
                  <a:lnTo>
                    <a:pt x="4579186" y="1150913"/>
                  </a:lnTo>
                  <a:lnTo>
                    <a:pt x="4579656" y="1150913"/>
                  </a:lnTo>
                  <a:lnTo>
                    <a:pt x="4580220" y="1150913"/>
                  </a:lnTo>
                  <a:lnTo>
                    <a:pt x="4580596" y="1150913"/>
                  </a:lnTo>
                  <a:lnTo>
                    <a:pt x="4580690" y="1150913"/>
                  </a:lnTo>
                  <a:lnTo>
                    <a:pt x="4580878" y="1150913"/>
                  </a:lnTo>
                  <a:lnTo>
                    <a:pt x="4580972" y="1150913"/>
                  </a:lnTo>
                  <a:lnTo>
                    <a:pt x="4581348" y="1150913"/>
                  </a:lnTo>
                  <a:lnTo>
                    <a:pt x="4581536" y="1150913"/>
                  </a:lnTo>
                  <a:lnTo>
                    <a:pt x="4581630" y="1150913"/>
                  </a:lnTo>
                  <a:lnTo>
                    <a:pt x="4581724" y="1150913"/>
                  </a:lnTo>
                  <a:lnTo>
                    <a:pt x="4583417" y="1124516"/>
                  </a:lnTo>
                  <a:lnTo>
                    <a:pt x="4583699" y="1124516"/>
                  </a:lnTo>
                  <a:lnTo>
                    <a:pt x="4583793" y="1124516"/>
                  </a:lnTo>
                  <a:lnTo>
                    <a:pt x="4584075" y="1124516"/>
                  </a:lnTo>
                  <a:lnTo>
                    <a:pt x="4584451" y="1124516"/>
                  </a:lnTo>
                  <a:lnTo>
                    <a:pt x="4584545" y="1124516"/>
                  </a:lnTo>
                  <a:lnTo>
                    <a:pt x="4584639" y="1124516"/>
                  </a:lnTo>
                  <a:lnTo>
                    <a:pt x="4584733" y="1124516"/>
                  </a:lnTo>
                  <a:lnTo>
                    <a:pt x="4584827" y="1124516"/>
                  </a:lnTo>
                  <a:lnTo>
                    <a:pt x="4584921" y="1124516"/>
                  </a:lnTo>
                  <a:lnTo>
                    <a:pt x="4585203" y="1124516"/>
                  </a:lnTo>
                  <a:lnTo>
                    <a:pt x="4585391" y="1124516"/>
                  </a:lnTo>
                  <a:lnTo>
                    <a:pt x="4585767" y="1124516"/>
                  </a:lnTo>
                  <a:lnTo>
                    <a:pt x="4585861" y="1124516"/>
                  </a:lnTo>
                  <a:lnTo>
                    <a:pt x="4585955" y="1124516"/>
                  </a:lnTo>
                  <a:lnTo>
                    <a:pt x="4586143" y="1124516"/>
                  </a:lnTo>
                  <a:lnTo>
                    <a:pt x="4586332" y="1124516"/>
                  </a:lnTo>
                  <a:lnTo>
                    <a:pt x="4586802" y="1119237"/>
                  </a:lnTo>
                  <a:lnTo>
                    <a:pt x="4586896" y="1119237"/>
                  </a:lnTo>
                  <a:lnTo>
                    <a:pt x="4587178" y="1119237"/>
                  </a:lnTo>
                  <a:lnTo>
                    <a:pt x="4587272" y="1119237"/>
                  </a:lnTo>
                  <a:lnTo>
                    <a:pt x="4587366" y="1119237"/>
                  </a:lnTo>
                  <a:lnTo>
                    <a:pt x="4587460" y="1119237"/>
                  </a:lnTo>
                  <a:lnTo>
                    <a:pt x="4587554" y="1119237"/>
                  </a:lnTo>
                  <a:lnTo>
                    <a:pt x="4588588" y="1119237"/>
                  </a:lnTo>
                  <a:lnTo>
                    <a:pt x="4588682" y="1119237"/>
                  </a:lnTo>
                  <a:lnTo>
                    <a:pt x="4588776" y="1119237"/>
                  </a:lnTo>
                  <a:lnTo>
                    <a:pt x="4589152" y="1119237"/>
                  </a:lnTo>
                  <a:lnTo>
                    <a:pt x="4589246" y="1119237"/>
                  </a:lnTo>
                  <a:lnTo>
                    <a:pt x="4589717" y="1119237"/>
                  </a:lnTo>
                  <a:lnTo>
                    <a:pt x="4589811" y="1119237"/>
                  </a:lnTo>
                  <a:lnTo>
                    <a:pt x="4589999" y="1119237"/>
                  </a:lnTo>
                  <a:lnTo>
                    <a:pt x="4590281" y="1119237"/>
                  </a:lnTo>
                  <a:lnTo>
                    <a:pt x="4590563" y="1119237"/>
                  </a:lnTo>
                  <a:lnTo>
                    <a:pt x="4590751" y="1119237"/>
                  </a:lnTo>
                  <a:lnTo>
                    <a:pt x="4591033" y="1119237"/>
                  </a:lnTo>
                  <a:lnTo>
                    <a:pt x="4591315" y="1119237"/>
                  </a:lnTo>
                  <a:lnTo>
                    <a:pt x="4591597" y="1119237"/>
                  </a:lnTo>
                  <a:lnTo>
                    <a:pt x="4592349" y="1119237"/>
                  </a:lnTo>
                  <a:lnTo>
                    <a:pt x="4592443" y="1119237"/>
                  </a:lnTo>
                  <a:lnTo>
                    <a:pt x="4592631" y="1119237"/>
                  </a:lnTo>
                  <a:lnTo>
                    <a:pt x="4593007" y="1119237"/>
                  </a:lnTo>
                  <a:lnTo>
                    <a:pt x="4594136" y="1119237"/>
                  </a:lnTo>
                  <a:lnTo>
                    <a:pt x="4594230" y="1119237"/>
                  </a:lnTo>
                  <a:lnTo>
                    <a:pt x="4594324" y="1119237"/>
                  </a:lnTo>
                  <a:lnTo>
                    <a:pt x="4594418" y="1119237"/>
                  </a:lnTo>
                  <a:lnTo>
                    <a:pt x="4594512" y="1119237"/>
                  </a:lnTo>
                  <a:lnTo>
                    <a:pt x="4594606" y="1119237"/>
                  </a:lnTo>
                  <a:lnTo>
                    <a:pt x="4594888" y="1119237"/>
                  </a:lnTo>
                  <a:lnTo>
                    <a:pt x="4594982" y="1119237"/>
                  </a:lnTo>
                  <a:lnTo>
                    <a:pt x="4595076" y="1119237"/>
                  </a:lnTo>
                  <a:lnTo>
                    <a:pt x="4595452" y="1119237"/>
                  </a:lnTo>
                  <a:lnTo>
                    <a:pt x="4595922" y="1119237"/>
                  </a:lnTo>
                  <a:lnTo>
                    <a:pt x="4596016" y="1119237"/>
                  </a:lnTo>
                  <a:lnTo>
                    <a:pt x="4596110" y="1119237"/>
                  </a:lnTo>
                  <a:lnTo>
                    <a:pt x="4596580" y="1119237"/>
                  </a:lnTo>
                  <a:lnTo>
                    <a:pt x="4596674" y="1119237"/>
                  </a:lnTo>
                  <a:lnTo>
                    <a:pt x="4596768" y="1119237"/>
                  </a:lnTo>
                  <a:lnTo>
                    <a:pt x="4597521" y="1119237"/>
                  </a:lnTo>
                  <a:lnTo>
                    <a:pt x="4598367" y="1119237"/>
                  </a:lnTo>
                  <a:lnTo>
                    <a:pt x="4598461" y="1119237"/>
                  </a:lnTo>
                  <a:lnTo>
                    <a:pt x="4598649" y="1119237"/>
                  </a:lnTo>
                  <a:lnTo>
                    <a:pt x="4598837" y="1119237"/>
                  </a:lnTo>
                  <a:lnTo>
                    <a:pt x="4598931" y="1119237"/>
                  </a:lnTo>
                  <a:lnTo>
                    <a:pt x="4599495" y="1119237"/>
                  </a:lnTo>
                  <a:lnTo>
                    <a:pt x="4599683" y="1119237"/>
                  </a:lnTo>
                  <a:lnTo>
                    <a:pt x="4600153" y="1119237"/>
                  </a:lnTo>
                  <a:lnTo>
                    <a:pt x="4600436" y="1119237"/>
                  </a:lnTo>
                  <a:lnTo>
                    <a:pt x="4600624" y="1119237"/>
                  </a:lnTo>
                  <a:lnTo>
                    <a:pt x="4601000" y="1119237"/>
                  </a:lnTo>
                  <a:lnTo>
                    <a:pt x="4601094" y="1119237"/>
                  </a:lnTo>
                  <a:lnTo>
                    <a:pt x="4601376" y="1119237"/>
                  </a:lnTo>
                  <a:lnTo>
                    <a:pt x="4601658" y="1119237"/>
                  </a:lnTo>
                  <a:lnTo>
                    <a:pt x="4601940" y="1119237"/>
                  </a:lnTo>
                  <a:lnTo>
                    <a:pt x="4602034" y="1119237"/>
                  </a:lnTo>
                  <a:lnTo>
                    <a:pt x="4602222" y="1119237"/>
                  </a:lnTo>
                  <a:lnTo>
                    <a:pt x="4602410" y="1119237"/>
                  </a:lnTo>
                  <a:lnTo>
                    <a:pt x="4602598" y="1119237"/>
                  </a:lnTo>
                  <a:lnTo>
                    <a:pt x="4602786" y="1119237"/>
                  </a:lnTo>
                  <a:lnTo>
                    <a:pt x="4602974" y="1119237"/>
                  </a:lnTo>
                  <a:lnTo>
                    <a:pt x="4603162" y="1119237"/>
                  </a:lnTo>
                  <a:lnTo>
                    <a:pt x="4603256" y="1119237"/>
                  </a:lnTo>
                  <a:lnTo>
                    <a:pt x="4603632" y="1119237"/>
                  </a:lnTo>
                  <a:lnTo>
                    <a:pt x="4604009" y="1119237"/>
                  </a:lnTo>
                  <a:lnTo>
                    <a:pt x="4604291" y="1119237"/>
                  </a:lnTo>
                  <a:lnTo>
                    <a:pt x="4604479" y="1119237"/>
                  </a:lnTo>
                  <a:lnTo>
                    <a:pt x="4604573" y="1119237"/>
                  </a:lnTo>
                  <a:lnTo>
                    <a:pt x="4604667" y="1119237"/>
                  </a:lnTo>
                  <a:lnTo>
                    <a:pt x="4604761" y="1119237"/>
                  </a:lnTo>
                  <a:lnTo>
                    <a:pt x="4604949" y="1119237"/>
                  </a:lnTo>
                  <a:lnTo>
                    <a:pt x="4605607" y="1119237"/>
                  </a:lnTo>
                  <a:lnTo>
                    <a:pt x="4605701" y="1119237"/>
                  </a:lnTo>
                  <a:lnTo>
                    <a:pt x="4606077" y="1119237"/>
                  </a:lnTo>
                  <a:lnTo>
                    <a:pt x="4606359" y="1119237"/>
                  </a:lnTo>
                  <a:lnTo>
                    <a:pt x="4606641" y="1119237"/>
                  </a:lnTo>
                  <a:lnTo>
                    <a:pt x="4606923" y="1119237"/>
                  </a:lnTo>
                  <a:lnTo>
                    <a:pt x="4607205" y="1119237"/>
                  </a:lnTo>
                  <a:lnTo>
                    <a:pt x="4607299" y="1119237"/>
                  </a:lnTo>
                  <a:lnTo>
                    <a:pt x="4607393" y="1119237"/>
                  </a:lnTo>
                  <a:lnTo>
                    <a:pt x="4607582" y="1119237"/>
                  </a:lnTo>
                  <a:lnTo>
                    <a:pt x="4609274" y="1113957"/>
                  </a:lnTo>
                  <a:lnTo>
                    <a:pt x="4609368" y="1113957"/>
                  </a:lnTo>
                  <a:lnTo>
                    <a:pt x="4609462" y="1113957"/>
                  </a:lnTo>
                  <a:lnTo>
                    <a:pt x="4609556" y="1113957"/>
                  </a:lnTo>
                  <a:lnTo>
                    <a:pt x="4609744" y="1113957"/>
                  </a:lnTo>
                  <a:lnTo>
                    <a:pt x="4609838" y="1113957"/>
                  </a:lnTo>
                  <a:lnTo>
                    <a:pt x="4610120" y="1113957"/>
                  </a:lnTo>
                  <a:lnTo>
                    <a:pt x="4610496" y="1113957"/>
                  </a:lnTo>
                  <a:lnTo>
                    <a:pt x="4610590" y="1113957"/>
                  </a:lnTo>
                  <a:lnTo>
                    <a:pt x="4610778" y="1113957"/>
                  </a:lnTo>
                  <a:lnTo>
                    <a:pt x="4610872" y="1113957"/>
                  </a:lnTo>
                  <a:lnTo>
                    <a:pt x="4611249" y="1113957"/>
                  </a:lnTo>
                  <a:lnTo>
                    <a:pt x="4611437" y="1113957"/>
                  </a:lnTo>
                  <a:lnTo>
                    <a:pt x="4611907" y="1113957"/>
                  </a:lnTo>
                  <a:lnTo>
                    <a:pt x="4612283" y="1113957"/>
                  </a:lnTo>
                  <a:lnTo>
                    <a:pt x="4612377" y="1113957"/>
                  </a:lnTo>
                  <a:lnTo>
                    <a:pt x="4612753" y="1113957"/>
                  </a:lnTo>
                  <a:lnTo>
                    <a:pt x="4612847" y="1113957"/>
                  </a:lnTo>
                  <a:lnTo>
                    <a:pt x="4613035" y="1113957"/>
                  </a:lnTo>
                  <a:lnTo>
                    <a:pt x="4613223" y="1113957"/>
                  </a:lnTo>
                  <a:lnTo>
                    <a:pt x="4613317" y="1113957"/>
                  </a:lnTo>
                  <a:lnTo>
                    <a:pt x="4613787" y="1113957"/>
                  </a:lnTo>
                  <a:lnTo>
                    <a:pt x="4613975" y="1108678"/>
                  </a:lnTo>
                  <a:lnTo>
                    <a:pt x="4614069" y="1108678"/>
                  </a:lnTo>
                  <a:lnTo>
                    <a:pt x="4614257" y="1108678"/>
                  </a:lnTo>
                  <a:lnTo>
                    <a:pt x="4614445" y="1108678"/>
                  </a:lnTo>
                  <a:lnTo>
                    <a:pt x="4614822" y="1108678"/>
                  </a:lnTo>
                  <a:lnTo>
                    <a:pt x="4615480" y="1108678"/>
                  </a:lnTo>
                  <a:lnTo>
                    <a:pt x="4615762" y="1108678"/>
                  </a:lnTo>
                  <a:lnTo>
                    <a:pt x="4615856" y="1108678"/>
                  </a:lnTo>
                  <a:lnTo>
                    <a:pt x="4616044" y="1108678"/>
                  </a:lnTo>
                  <a:lnTo>
                    <a:pt x="4616796" y="1108678"/>
                  </a:lnTo>
                  <a:lnTo>
                    <a:pt x="4617266" y="1108678"/>
                  </a:lnTo>
                  <a:lnTo>
                    <a:pt x="4617454" y="1108678"/>
                  </a:lnTo>
                  <a:lnTo>
                    <a:pt x="4617736" y="1108678"/>
                  </a:lnTo>
                  <a:lnTo>
                    <a:pt x="4617830" y="1108678"/>
                  </a:lnTo>
                  <a:lnTo>
                    <a:pt x="4617924" y="1108678"/>
                  </a:lnTo>
                  <a:lnTo>
                    <a:pt x="4618489" y="1108678"/>
                  </a:lnTo>
                  <a:lnTo>
                    <a:pt x="4618677" y="1108678"/>
                  </a:lnTo>
                  <a:lnTo>
                    <a:pt x="4618771" y="1108678"/>
                  </a:lnTo>
                  <a:lnTo>
                    <a:pt x="4618959" y="1108678"/>
                  </a:lnTo>
                  <a:lnTo>
                    <a:pt x="4619053" y="1108678"/>
                  </a:lnTo>
                  <a:lnTo>
                    <a:pt x="4619335" y="1098119"/>
                  </a:lnTo>
                  <a:lnTo>
                    <a:pt x="4619617" y="1098119"/>
                  </a:lnTo>
                  <a:lnTo>
                    <a:pt x="4619899" y="1098119"/>
                  </a:lnTo>
                  <a:lnTo>
                    <a:pt x="4619993" y="1098119"/>
                  </a:lnTo>
                  <a:lnTo>
                    <a:pt x="4620369" y="1098119"/>
                  </a:lnTo>
                  <a:lnTo>
                    <a:pt x="4620651" y="1098119"/>
                  </a:lnTo>
                  <a:lnTo>
                    <a:pt x="4621027" y="1098119"/>
                  </a:lnTo>
                  <a:lnTo>
                    <a:pt x="4621121" y="1098119"/>
                  </a:lnTo>
                  <a:lnTo>
                    <a:pt x="4621215" y="1098119"/>
                  </a:lnTo>
                  <a:lnTo>
                    <a:pt x="4622532" y="1098119"/>
                  </a:lnTo>
                  <a:lnTo>
                    <a:pt x="4622814" y="1098119"/>
                  </a:lnTo>
                  <a:lnTo>
                    <a:pt x="4623002" y="1098119"/>
                  </a:lnTo>
                  <a:lnTo>
                    <a:pt x="4623096" y="1098119"/>
                  </a:lnTo>
                  <a:lnTo>
                    <a:pt x="4623190" y="1098119"/>
                  </a:lnTo>
                  <a:lnTo>
                    <a:pt x="4623472" y="1092840"/>
                  </a:lnTo>
                  <a:lnTo>
                    <a:pt x="4623660" y="1092840"/>
                  </a:lnTo>
                  <a:lnTo>
                    <a:pt x="4623942" y="1092840"/>
                  </a:lnTo>
                  <a:lnTo>
                    <a:pt x="4624036" y="1092840"/>
                  </a:lnTo>
                  <a:lnTo>
                    <a:pt x="4624694" y="1092840"/>
                  </a:lnTo>
                  <a:lnTo>
                    <a:pt x="4624788" y="1092840"/>
                  </a:lnTo>
                  <a:lnTo>
                    <a:pt x="4625070" y="1092840"/>
                  </a:lnTo>
                  <a:lnTo>
                    <a:pt x="4625541" y="1092840"/>
                  </a:lnTo>
                  <a:lnTo>
                    <a:pt x="4626011" y="1087560"/>
                  </a:lnTo>
                  <a:lnTo>
                    <a:pt x="4626105" y="1087560"/>
                  </a:lnTo>
                  <a:lnTo>
                    <a:pt x="4626857" y="1087560"/>
                  </a:lnTo>
                  <a:lnTo>
                    <a:pt x="4626951" y="1087560"/>
                  </a:lnTo>
                  <a:lnTo>
                    <a:pt x="4627045" y="1087560"/>
                  </a:lnTo>
                  <a:lnTo>
                    <a:pt x="4627985" y="1087560"/>
                  </a:lnTo>
                  <a:lnTo>
                    <a:pt x="4628267" y="1082281"/>
                  </a:lnTo>
                  <a:lnTo>
                    <a:pt x="4628455" y="1082281"/>
                  </a:lnTo>
                  <a:lnTo>
                    <a:pt x="4628643" y="1082281"/>
                  </a:lnTo>
                  <a:lnTo>
                    <a:pt x="4628738" y="1082281"/>
                  </a:lnTo>
                  <a:lnTo>
                    <a:pt x="4628832" y="1082281"/>
                  </a:lnTo>
                  <a:lnTo>
                    <a:pt x="4628926" y="1082281"/>
                  </a:lnTo>
                  <a:lnTo>
                    <a:pt x="4629020" y="1082281"/>
                  </a:lnTo>
                  <a:lnTo>
                    <a:pt x="4629208" y="1082281"/>
                  </a:lnTo>
                  <a:lnTo>
                    <a:pt x="4629490" y="1082281"/>
                  </a:lnTo>
                  <a:lnTo>
                    <a:pt x="4629960" y="1082281"/>
                  </a:lnTo>
                  <a:lnTo>
                    <a:pt x="4630430" y="1082281"/>
                  </a:lnTo>
                  <a:lnTo>
                    <a:pt x="4630712" y="1082281"/>
                  </a:lnTo>
                  <a:lnTo>
                    <a:pt x="4630806" y="1082281"/>
                  </a:lnTo>
                  <a:lnTo>
                    <a:pt x="4630994" y="1082281"/>
                  </a:lnTo>
                  <a:lnTo>
                    <a:pt x="4631182" y="1082281"/>
                  </a:lnTo>
                  <a:lnTo>
                    <a:pt x="4631746" y="1082281"/>
                  </a:lnTo>
                  <a:lnTo>
                    <a:pt x="4631840" y="1082281"/>
                  </a:lnTo>
                  <a:lnTo>
                    <a:pt x="4632122" y="1082281"/>
                  </a:lnTo>
                  <a:lnTo>
                    <a:pt x="4632311" y="1082281"/>
                  </a:lnTo>
                  <a:lnTo>
                    <a:pt x="4632405" y="1082281"/>
                  </a:lnTo>
                  <a:lnTo>
                    <a:pt x="4632499" y="1082281"/>
                  </a:lnTo>
                  <a:lnTo>
                    <a:pt x="4632969" y="1082281"/>
                  </a:lnTo>
                  <a:lnTo>
                    <a:pt x="4633157" y="1082281"/>
                  </a:lnTo>
                  <a:lnTo>
                    <a:pt x="4633251" y="1082281"/>
                  </a:lnTo>
                  <a:lnTo>
                    <a:pt x="4633439" y="1082281"/>
                  </a:lnTo>
                  <a:lnTo>
                    <a:pt x="4633533" y="1082281"/>
                  </a:lnTo>
                  <a:lnTo>
                    <a:pt x="4633627" y="1082281"/>
                  </a:lnTo>
                  <a:lnTo>
                    <a:pt x="4634003" y="1082281"/>
                  </a:lnTo>
                  <a:lnTo>
                    <a:pt x="4634379" y="1082281"/>
                  </a:lnTo>
                  <a:lnTo>
                    <a:pt x="4634567" y="1082281"/>
                  </a:lnTo>
                  <a:lnTo>
                    <a:pt x="4634661" y="1082281"/>
                  </a:lnTo>
                  <a:lnTo>
                    <a:pt x="4634755" y="1082281"/>
                  </a:lnTo>
                  <a:lnTo>
                    <a:pt x="4635695" y="1082281"/>
                  </a:lnTo>
                  <a:lnTo>
                    <a:pt x="4635978" y="1082281"/>
                  </a:lnTo>
                  <a:lnTo>
                    <a:pt x="4636354" y="1082281"/>
                  </a:lnTo>
                  <a:lnTo>
                    <a:pt x="4636542" y="1082281"/>
                  </a:lnTo>
                  <a:lnTo>
                    <a:pt x="4636730" y="1082281"/>
                  </a:lnTo>
                  <a:lnTo>
                    <a:pt x="4636824" y="1082281"/>
                  </a:lnTo>
                  <a:lnTo>
                    <a:pt x="4637670" y="1082281"/>
                  </a:lnTo>
                  <a:lnTo>
                    <a:pt x="4638046" y="1082281"/>
                  </a:lnTo>
                  <a:lnTo>
                    <a:pt x="4638328" y="1082281"/>
                  </a:lnTo>
                  <a:lnTo>
                    <a:pt x="4638516" y="1082281"/>
                  </a:lnTo>
                  <a:lnTo>
                    <a:pt x="4638798" y="1082281"/>
                  </a:lnTo>
                  <a:lnTo>
                    <a:pt x="4638986" y="1082281"/>
                  </a:lnTo>
                  <a:lnTo>
                    <a:pt x="4639363" y="1082281"/>
                  </a:lnTo>
                  <a:lnTo>
                    <a:pt x="4639551" y="1082281"/>
                  </a:lnTo>
                  <a:lnTo>
                    <a:pt x="4640115" y="1082281"/>
                  </a:lnTo>
                  <a:lnTo>
                    <a:pt x="4640209" y="1082281"/>
                  </a:lnTo>
                  <a:lnTo>
                    <a:pt x="4640867" y="1082281"/>
                  </a:lnTo>
                  <a:lnTo>
                    <a:pt x="4640961" y="1082281"/>
                  </a:lnTo>
                  <a:lnTo>
                    <a:pt x="4641713" y="1082281"/>
                  </a:lnTo>
                  <a:lnTo>
                    <a:pt x="4642089" y="1082281"/>
                  </a:lnTo>
                  <a:lnTo>
                    <a:pt x="4642465" y="1082281"/>
                  </a:lnTo>
                  <a:lnTo>
                    <a:pt x="4642653" y="1082281"/>
                  </a:lnTo>
                  <a:lnTo>
                    <a:pt x="4643406" y="1082281"/>
                  </a:lnTo>
                  <a:lnTo>
                    <a:pt x="4643500" y="1082281"/>
                  </a:lnTo>
                  <a:lnTo>
                    <a:pt x="4643594" y="1082281"/>
                  </a:lnTo>
                  <a:lnTo>
                    <a:pt x="4643688" y="1082281"/>
                  </a:lnTo>
                  <a:lnTo>
                    <a:pt x="4643782" y="1082281"/>
                  </a:lnTo>
                  <a:lnTo>
                    <a:pt x="4644064" y="1082281"/>
                  </a:lnTo>
                  <a:lnTo>
                    <a:pt x="4644158" y="1082281"/>
                  </a:lnTo>
                  <a:lnTo>
                    <a:pt x="4644534" y="1082281"/>
                  </a:lnTo>
                  <a:lnTo>
                    <a:pt x="4644816" y="1082281"/>
                  </a:lnTo>
                  <a:lnTo>
                    <a:pt x="4645380" y="1082281"/>
                  </a:lnTo>
                  <a:lnTo>
                    <a:pt x="4646320" y="1082281"/>
                  </a:lnTo>
                  <a:lnTo>
                    <a:pt x="4646415" y="1082281"/>
                  </a:lnTo>
                  <a:lnTo>
                    <a:pt x="4646509" y="1082281"/>
                  </a:lnTo>
                  <a:lnTo>
                    <a:pt x="4646697" y="1082281"/>
                  </a:lnTo>
                  <a:lnTo>
                    <a:pt x="4646791" y="1082281"/>
                  </a:lnTo>
                  <a:lnTo>
                    <a:pt x="4646979" y="1082281"/>
                  </a:lnTo>
                  <a:lnTo>
                    <a:pt x="4647073" y="1082281"/>
                  </a:lnTo>
                  <a:lnTo>
                    <a:pt x="4647543" y="1077001"/>
                  </a:lnTo>
                  <a:lnTo>
                    <a:pt x="4648389" y="1071722"/>
                  </a:lnTo>
                  <a:lnTo>
                    <a:pt x="4648671" y="1071722"/>
                  </a:lnTo>
                  <a:lnTo>
                    <a:pt x="4648765" y="1071722"/>
                  </a:lnTo>
                  <a:lnTo>
                    <a:pt x="4648953" y="1071722"/>
                  </a:lnTo>
                  <a:lnTo>
                    <a:pt x="4649047" y="1071722"/>
                  </a:lnTo>
                  <a:lnTo>
                    <a:pt x="4649893" y="1071722"/>
                  </a:lnTo>
                  <a:lnTo>
                    <a:pt x="4650270" y="1071722"/>
                  </a:lnTo>
                  <a:lnTo>
                    <a:pt x="4650364" y="1071722"/>
                  </a:lnTo>
                  <a:lnTo>
                    <a:pt x="4650552" y="1071722"/>
                  </a:lnTo>
                  <a:lnTo>
                    <a:pt x="4650928" y="1071722"/>
                  </a:lnTo>
                  <a:lnTo>
                    <a:pt x="4651210" y="1071722"/>
                  </a:lnTo>
                  <a:lnTo>
                    <a:pt x="4651492" y="1071722"/>
                  </a:lnTo>
                  <a:lnTo>
                    <a:pt x="4651680" y="1071722"/>
                  </a:lnTo>
                  <a:lnTo>
                    <a:pt x="4651868" y="1071722"/>
                  </a:lnTo>
                  <a:lnTo>
                    <a:pt x="4652056" y="1071722"/>
                  </a:lnTo>
                  <a:lnTo>
                    <a:pt x="4652150" y="1071722"/>
                  </a:lnTo>
                  <a:lnTo>
                    <a:pt x="4652620" y="1071722"/>
                  </a:lnTo>
                  <a:lnTo>
                    <a:pt x="4652808" y="1071722"/>
                  </a:lnTo>
                  <a:lnTo>
                    <a:pt x="4652996" y="1071722"/>
                  </a:lnTo>
                  <a:lnTo>
                    <a:pt x="4653090" y="1071722"/>
                  </a:lnTo>
                  <a:lnTo>
                    <a:pt x="4653184" y="1071722"/>
                  </a:lnTo>
                  <a:lnTo>
                    <a:pt x="4653372" y="1071722"/>
                  </a:lnTo>
                  <a:lnTo>
                    <a:pt x="4653466" y="1071722"/>
                  </a:lnTo>
                  <a:lnTo>
                    <a:pt x="4653749" y="1071722"/>
                  </a:lnTo>
                  <a:lnTo>
                    <a:pt x="4654313" y="1071722"/>
                  </a:lnTo>
                  <a:lnTo>
                    <a:pt x="4654877" y="1071722"/>
                  </a:lnTo>
                  <a:lnTo>
                    <a:pt x="4654971" y="1071722"/>
                  </a:lnTo>
                  <a:lnTo>
                    <a:pt x="4655159" y="1071722"/>
                  </a:lnTo>
                  <a:lnTo>
                    <a:pt x="4655347" y="1071722"/>
                  </a:lnTo>
                  <a:lnTo>
                    <a:pt x="4655441" y="1071722"/>
                  </a:lnTo>
                  <a:lnTo>
                    <a:pt x="4655629" y="1071722"/>
                  </a:lnTo>
                  <a:lnTo>
                    <a:pt x="4655911" y="1071722"/>
                  </a:lnTo>
                  <a:lnTo>
                    <a:pt x="4656099" y="1071722"/>
                  </a:lnTo>
                  <a:lnTo>
                    <a:pt x="4656193" y="1071722"/>
                  </a:lnTo>
                  <a:lnTo>
                    <a:pt x="4656287" y="1071722"/>
                  </a:lnTo>
                  <a:lnTo>
                    <a:pt x="4656381" y="1071722"/>
                  </a:lnTo>
                  <a:lnTo>
                    <a:pt x="4657134" y="1071722"/>
                  </a:lnTo>
                  <a:lnTo>
                    <a:pt x="4657416" y="1071722"/>
                  </a:lnTo>
                  <a:lnTo>
                    <a:pt x="4657510" y="1071722"/>
                  </a:lnTo>
                  <a:lnTo>
                    <a:pt x="4657792" y="1071722"/>
                  </a:lnTo>
                  <a:lnTo>
                    <a:pt x="4658168" y="1071722"/>
                  </a:lnTo>
                  <a:lnTo>
                    <a:pt x="4658262" y="1071722"/>
                  </a:lnTo>
                  <a:lnTo>
                    <a:pt x="4658356" y="1071722"/>
                  </a:lnTo>
                  <a:lnTo>
                    <a:pt x="4658450" y="1071722"/>
                  </a:lnTo>
                  <a:lnTo>
                    <a:pt x="4658732" y="1071722"/>
                  </a:lnTo>
                  <a:lnTo>
                    <a:pt x="4658920" y="1071722"/>
                  </a:lnTo>
                  <a:lnTo>
                    <a:pt x="4659014" y="1071722"/>
                  </a:lnTo>
                  <a:lnTo>
                    <a:pt x="4659108" y="1071722"/>
                  </a:lnTo>
                  <a:lnTo>
                    <a:pt x="4659390" y="1071722"/>
                  </a:lnTo>
                  <a:lnTo>
                    <a:pt x="4659672" y="1071722"/>
                  </a:lnTo>
                  <a:lnTo>
                    <a:pt x="4659766" y="1071722"/>
                  </a:lnTo>
                  <a:lnTo>
                    <a:pt x="4659860" y="1071722"/>
                  </a:lnTo>
                  <a:lnTo>
                    <a:pt x="4660330" y="1071722"/>
                  </a:lnTo>
                  <a:lnTo>
                    <a:pt x="4660424" y="1071722"/>
                  </a:lnTo>
                  <a:lnTo>
                    <a:pt x="4660518" y="1071722"/>
                  </a:lnTo>
                  <a:lnTo>
                    <a:pt x="4661365" y="1071722"/>
                  </a:lnTo>
                  <a:lnTo>
                    <a:pt x="4661647" y="1071722"/>
                  </a:lnTo>
                  <a:lnTo>
                    <a:pt x="4661835" y="1071722"/>
                  </a:lnTo>
                  <a:lnTo>
                    <a:pt x="4662117" y="1071722"/>
                  </a:lnTo>
                  <a:lnTo>
                    <a:pt x="4662211" y="1071722"/>
                  </a:lnTo>
                  <a:lnTo>
                    <a:pt x="4663245" y="1071722"/>
                  </a:lnTo>
                  <a:lnTo>
                    <a:pt x="4663527" y="1071722"/>
                  </a:lnTo>
                  <a:lnTo>
                    <a:pt x="4663621" y="1071722"/>
                  </a:lnTo>
                  <a:lnTo>
                    <a:pt x="4663621" y="1066443"/>
                  </a:lnTo>
                  <a:lnTo>
                    <a:pt x="4663715" y="1066443"/>
                  </a:lnTo>
                  <a:lnTo>
                    <a:pt x="4664280" y="1066443"/>
                  </a:lnTo>
                  <a:lnTo>
                    <a:pt x="4664562" y="1066443"/>
                  </a:lnTo>
                  <a:lnTo>
                    <a:pt x="4664750" y="1066443"/>
                  </a:lnTo>
                  <a:lnTo>
                    <a:pt x="4665126" y="1066443"/>
                  </a:lnTo>
                  <a:lnTo>
                    <a:pt x="4665408" y="1066443"/>
                  </a:lnTo>
                  <a:lnTo>
                    <a:pt x="4665972" y="1066443"/>
                  </a:lnTo>
                  <a:lnTo>
                    <a:pt x="4666254" y="1066443"/>
                  </a:lnTo>
                  <a:lnTo>
                    <a:pt x="4666724" y="1066443"/>
                  </a:lnTo>
                  <a:lnTo>
                    <a:pt x="4666818" y="1066443"/>
                  </a:lnTo>
                  <a:lnTo>
                    <a:pt x="4667100" y="1066443"/>
                  </a:lnTo>
                  <a:lnTo>
                    <a:pt x="4667382" y="1066443"/>
                  </a:lnTo>
                  <a:lnTo>
                    <a:pt x="4667476" y="1066443"/>
                  </a:lnTo>
                  <a:lnTo>
                    <a:pt x="4667664" y="1066443"/>
                  </a:lnTo>
                  <a:lnTo>
                    <a:pt x="4667759" y="1066443"/>
                  </a:lnTo>
                  <a:lnTo>
                    <a:pt x="4667947" y="1066443"/>
                  </a:lnTo>
                  <a:lnTo>
                    <a:pt x="4668041" y="1066443"/>
                  </a:lnTo>
                  <a:lnTo>
                    <a:pt x="4668135" y="1066443"/>
                  </a:lnTo>
                  <a:lnTo>
                    <a:pt x="4668323" y="1066443"/>
                  </a:lnTo>
                  <a:lnTo>
                    <a:pt x="4668605" y="1066443"/>
                  </a:lnTo>
                  <a:lnTo>
                    <a:pt x="4668793" y="1066443"/>
                  </a:lnTo>
                  <a:lnTo>
                    <a:pt x="4668887" y="1066443"/>
                  </a:lnTo>
                  <a:lnTo>
                    <a:pt x="4669075" y="1066443"/>
                  </a:lnTo>
                  <a:lnTo>
                    <a:pt x="4669169" y="1066443"/>
                  </a:lnTo>
                  <a:lnTo>
                    <a:pt x="4669263" y="1066443"/>
                  </a:lnTo>
                  <a:lnTo>
                    <a:pt x="4669357" y="1066443"/>
                  </a:lnTo>
                  <a:lnTo>
                    <a:pt x="4669451" y="1066443"/>
                  </a:lnTo>
                  <a:lnTo>
                    <a:pt x="4669733" y="1066443"/>
                  </a:lnTo>
                  <a:lnTo>
                    <a:pt x="4670297" y="1066443"/>
                  </a:lnTo>
                  <a:lnTo>
                    <a:pt x="4670485" y="1066443"/>
                  </a:lnTo>
                  <a:lnTo>
                    <a:pt x="4670579" y="1066443"/>
                  </a:lnTo>
                  <a:lnTo>
                    <a:pt x="4670861" y="1066443"/>
                  </a:lnTo>
                  <a:lnTo>
                    <a:pt x="4670955" y="1066443"/>
                  </a:lnTo>
                  <a:lnTo>
                    <a:pt x="4671238" y="1066443"/>
                  </a:lnTo>
                  <a:lnTo>
                    <a:pt x="4671520" y="1066443"/>
                  </a:lnTo>
                  <a:lnTo>
                    <a:pt x="4671614" y="1066443"/>
                  </a:lnTo>
                  <a:lnTo>
                    <a:pt x="4671708" y="1066443"/>
                  </a:lnTo>
                  <a:lnTo>
                    <a:pt x="4671802" y="1066443"/>
                  </a:lnTo>
                  <a:lnTo>
                    <a:pt x="4672272" y="1066443"/>
                  </a:lnTo>
                  <a:lnTo>
                    <a:pt x="4672366" y="1066443"/>
                  </a:lnTo>
                  <a:lnTo>
                    <a:pt x="4672460" y="1066443"/>
                  </a:lnTo>
                  <a:lnTo>
                    <a:pt x="4672554" y="1066443"/>
                  </a:lnTo>
                  <a:lnTo>
                    <a:pt x="4677349" y="1061163"/>
                  </a:lnTo>
                  <a:lnTo>
                    <a:pt x="4677443" y="1061163"/>
                  </a:lnTo>
                  <a:lnTo>
                    <a:pt x="4677819" y="1061163"/>
                  </a:lnTo>
                  <a:lnTo>
                    <a:pt x="4677913" y="1061163"/>
                  </a:lnTo>
                  <a:lnTo>
                    <a:pt x="4678666" y="1061163"/>
                  </a:lnTo>
                  <a:lnTo>
                    <a:pt x="4678760" y="1061163"/>
                  </a:lnTo>
                  <a:lnTo>
                    <a:pt x="4678854" y="1061163"/>
                  </a:lnTo>
                  <a:lnTo>
                    <a:pt x="4678948" y="1061163"/>
                  </a:lnTo>
                  <a:lnTo>
                    <a:pt x="4679042" y="1061163"/>
                  </a:lnTo>
                  <a:lnTo>
                    <a:pt x="4679136" y="1061163"/>
                  </a:lnTo>
                  <a:lnTo>
                    <a:pt x="4679324" y="1061163"/>
                  </a:lnTo>
                  <a:lnTo>
                    <a:pt x="4679512" y="1061163"/>
                  </a:lnTo>
                  <a:lnTo>
                    <a:pt x="4679606" y="1061163"/>
                  </a:lnTo>
                  <a:lnTo>
                    <a:pt x="4679700" y="1061163"/>
                  </a:lnTo>
                  <a:lnTo>
                    <a:pt x="4679794" y="1061163"/>
                  </a:lnTo>
                  <a:lnTo>
                    <a:pt x="4679888" y="1061163"/>
                  </a:lnTo>
                  <a:lnTo>
                    <a:pt x="4679982" y="1061163"/>
                  </a:lnTo>
                  <a:lnTo>
                    <a:pt x="4680170" y="1061163"/>
                  </a:lnTo>
                  <a:lnTo>
                    <a:pt x="4680546" y="1061163"/>
                  </a:lnTo>
                  <a:lnTo>
                    <a:pt x="4680640" y="1061163"/>
                  </a:lnTo>
                  <a:lnTo>
                    <a:pt x="4680734" y="1061163"/>
                  </a:lnTo>
                  <a:lnTo>
                    <a:pt x="4681016" y="1061163"/>
                  </a:lnTo>
                  <a:lnTo>
                    <a:pt x="4681110" y="1061163"/>
                  </a:lnTo>
                  <a:lnTo>
                    <a:pt x="4681204" y="1061163"/>
                  </a:lnTo>
                  <a:lnTo>
                    <a:pt x="4681298" y="1061163"/>
                  </a:lnTo>
                  <a:lnTo>
                    <a:pt x="4681863" y="1061163"/>
                  </a:lnTo>
                  <a:lnTo>
                    <a:pt x="4682615" y="1061163"/>
                  </a:lnTo>
                  <a:lnTo>
                    <a:pt x="4682897" y="1061163"/>
                  </a:lnTo>
                  <a:lnTo>
                    <a:pt x="4683367" y="1061163"/>
                  </a:lnTo>
                  <a:lnTo>
                    <a:pt x="4683649" y="1061163"/>
                  </a:lnTo>
                  <a:lnTo>
                    <a:pt x="4684025" y="1061163"/>
                  </a:lnTo>
                  <a:lnTo>
                    <a:pt x="4684119" y="1061163"/>
                  </a:lnTo>
                  <a:lnTo>
                    <a:pt x="4684213" y="1061163"/>
                  </a:lnTo>
                  <a:lnTo>
                    <a:pt x="4684307" y="1061163"/>
                  </a:lnTo>
                  <a:lnTo>
                    <a:pt x="4684495" y="1061163"/>
                  </a:lnTo>
                  <a:lnTo>
                    <a:pt x="4684777" y="1061163"/>
                  </a:lnTo>
                  <a:lnTo>
                    <a:pt x="4684965" y="1061163"/>
                  </a:lnTo>
                  <a:lnTo>
                    <a:pt x="4685153" y="1061163"/>
                  </a:lnTo>
                  <a:lnTo>
                    <a:pt x="4685530" y="1061163"/>
                  </a:lnTo>
                  <a:lnTo>
                    <a:pt x="4685906" y="1061163"/>
                  </a:lnTo>
                  <a:lnTo>
                    <a:pt x="4686000" y="1061163"/>
                  </a:lnTo>
                  <a:lnTo>
                    <a:pt x="4686470" y="1061163"/>
                  </a:lnTo>
                  <a:lnTo>
                    <a:pt x="4686564" y="1061163"/>
                  </a:lnTo>
                  <a:lnTo>
                    <a:pt x="4686752" y="1061163"/>
                  </a:lnTo>
                  <a:lnTo>
                    <a:pt x="4686940" y="1061163"/>
                  </a:lnTo>
                  <a:lnTo>
                    <a:pt x="4687034" y="1061163"/>
                  </a:lnTo>
                  <a:lnTo>
                    <a:pt x="4687786" y="1061163"/>
                  </a:lnTo>
                  <a:lnTo>
                    <a:pt x="4687880" y="1061163"/>
                  </a:lnTo>
                  <a:lnTo>
                    <a:pt x="4687974" y="1061163"/>
                  </a:lnTo>
                  <a:lnTo>
                    <a:pt x="4688068" y="1061163"/>
                  </a:lnTo>
                  <a:lnTo>
                    <a:pt x="4688820" y="1061163"/>
                  </a:lnTo>
                  <a:lnTo>
                    <a:pt x="4689103" y="1061163"/>
                  </a:lnTo>
                  <a:lnTo>
                    <a:pt x="4689197" y="1061163"/>
                  </a:lnTo>
                  <a:lnTo>
                    <a:pt x="4689949" y="1061163"/>
                  </a:lnTo>
                  <a:lnTo>
                    <a:pt x="4690137" y="1061163"/>
                  </a:lnTo>
                  <a:lnTo>
                    <a:pt x="4690795" y="1061163"/>
                  </a:lnTo>
                  <a:lnTo>
                    <a:pt x="4690889" y="1061163"/>
                  </a:lnTo>
                  <a:lnTo>
                    <a:pt x="4690983" y="1061163"/>
                  </a:lnTo>
                  <a:lnTo>
                    <a:pt x="4691077" y="1061163"/>
                  </a:lnTo>
                  <a:lnTo>
                    <a:pt x="4691265" y="1061163"/>
                  </a:lnTo>
                  <a:lnTo>
                    <a:pt x="4691359" y="1061163"/>
                  </a:lnTo>
                  <a:lnTo>
                    <a:pt x="4691453" y="1055884"/>
                  </a:lnTo>
                  <a:lnTo>
                    <a:pt x="4691547" y="1055884"/>
                  </a:lnTo>
                  <a:lnTo>
                    <a:pt x="4691641" y="1055884"/>
                  </a:lnTo>
                  <a:lnTo>
                    <a:pt x="4691735" y="1055884"/>
                  </a:lnTo>
                  <a:lnTo>
                    <a:pt x="4691923" y="1055884"/>
                  </a:lnTo>
                  <a:lnTo>
                    <a:pt x="4692488" y="1055884"/>
                  </a:lnTo>
                  <a:lnTo>
                    <a:pt x="4692676" y="1055884"/>
                  </a:lnTo>
                  <a:lnTo>
                    <a:pt x="4692770" y="1055884"/>
                  </a:lnTo>
                  <a:lnTo>
                    <a:pt x="4692864" y="1055884"/>
                  </a:lnTo>
                  <a:lnTo>
                    <a:pt x="4692958" y="1055884"/>
                  </a:lnTo>
                  <a:lnTo>
                    <a:pt x="4693052" y="1055884"/>
                  </a:lnTo>
                  <a:lnTo>
                    <a:pt x="4693240" y="1055884"/>
                  </a:lnTo>
                  <a:lnTo>
                    <a:pt x="4693428" y="1055884"/>
                  </a:lnTo>
                  <a:lnTo>
                    <a:pt x="4693616" y="1055884"/>
                  </a:lnTo>
                  <a:lnTo>
                    <a:pt x="4693710" y="1055884"/>
                  </a:lnTo>
                  <a:lnTo>
                    <a:pt x="4693804" y="1055884"/>
                  </a:lnTo>
                  <a:lnTo>
                    <a:pt x="4693992" y="1055884"/>
                  </a:lnTo>
                  <a:lnTo>
                    <a:pt x="4694086" y="1055884"/>
                  </a:lnTo>
                  <a:lnTo>
                    <a:pt x="4694274" y="1055884"/>
                  </a:lnTo>
                  <a:lnTo>
                    <a:pt x="4694462" y="1055884"/>
                  </a:lnTo>
                  <a:lnTo>
                    <a:pt x="4694556" y="1055884"/>
                  </a:lnTo>
                  <a:lnTo>
                    <a:pt x="4694838" y="1055884"/>
                  </a:lnTo>
                  <a:lnTo>
                    <a:pt x="4695214" y="1055884"/>
                  </a:lnTo>
                  <a:lnTo>
                    <a:pt x="4695402" y="1055884"/>
                  </a:lnTo>
                  <a:lnTo>
                    <a:pt x="4695778" y="1055884"/>
                  </a:lnTo>
                  <a:lnTo>
                    <a:pt x="4695872" y="1055884"/>
                  </a:lnTo>
                  <a:lnTo>
                    <a:pt x="4696061" y="1055884"/>
                  </a:lnTo>
                  <a:lnTo>
                    <a:pt x="4696155" y="1055884"/>
                  </a:lnTo>
                  <a:lnTo>
                    <a:pt x="4696531" y="1055884"/>
                  </a:lnTo>
                  <a:lnTo>
                    <a:pt x="4697001" y="1055884"/>
                  </a:lnTo>
                  <a:lnTo>
                    <a:pt x="4697565" y="1055884"/>
                  </a:lnTo>
                  <a:lnTo>
                    <a:pt x="4697847" y="1055884"/>
                  </a:lnTo>
                  <a:lnTo>
                    <a:pt x="4697941" y="1055884"/>
                  </a:lnTo>
                  <a:lnTo>
                    <a:pt x="4698317" y="1055884"/>
                  </a:lnTo>
                  <a:lnTo>
                    <a:pt x="4698317" y="1050604"/>
                  </a:lnTo>
                  <a:lnTo>
                    <a:pt x="4698505" y="1050604"/>
                  </a:lnTo>
                  <a:lnTo>
                    <a:pt x="4698881" y="1050604"/>
                  </a:lnTo>
                  <a:lnTo>
                    <a:pt x="4699351" y="1050604"/>
                  </a:lnTo>
                  <a:lnTo>
                    <a:pt x="4699539" y="1050604"/>
                  </a:lnTo>
                  <a:lnTo>
                    <a:pt x="4699728" y="1050604"/>
                  </a:lnTo>
                  <a:lnTo>
                    <a:pt x="4699916" y="1050604"/>
                  </a:lnTo>
                  <a:lnTo>
                    <a:pt x="4700010" y="1050604"/>
                  </a:lnTo>
                  <a:lnTo>
                    <a:pt x="4700292" y="1050604"/>
                  </a:lnTo>
                  <a:lnTo>
                    <a:pt x="4700762" y="1050604"/>
                  </a:lnTo>
                  <a:lnTo>
                    <a:pt x="4700856" y="1050604"/>
                  </a:lnTo>
                  <a:lnTo>
                    <a:pt x="4701138" y="1050604"/>
                  </a:lnTo>
                  <a:lnTo>
                    <a:pt x="4702078" y="1045325"/>
                  </a:lnTo>
                  <a:lnTo>
                    <a:pt x="4702172" y="1045325"/>
                  </a:lnTo>
                  <a:lnTo>
                    <a:pt x="4702736" y="1045325"/>
                  </a:lnTo>
                  <a:lnTo>
                    <a:pt x="4702830" y="1045325"/>
                  </a:lnTo>
                  <a:lnTo>
                    <a:pt x="4703018" y="1045325"/>
                  </a:lnTo>
                  <a:lnTo>
                    <a:pt x="4703113" y="1045325"/>
                  </a:lnTo>
                  <a:lnTo>
                    <a:pt x="4703207" y="1045325"/>
                  </a:lnTo>
                  <a:lnTo>
                    <a:pt x="4703301" y="1045325"/>
                  </a:lnTo>
                  <a:lnTo>
                    <a:pt x="4703489" y="1045325"/>
                  </a:lnTo>
                  <a:lnTo>
                    <a:pt x="4703583" y="1045325"/>
                  </a:lnTo>
                  <a:lnTo>
                    <a:pt x="4704429" y="1040046"/>
                  </a:lnTo>
                  <a:lnTo>
                    <a:pt x="4704523" y="1040046"/>
                  </a:lnTo>
                  <a:lnTo>
                    <a:pt x="4704711" y="1040046"/>
                  </a:lnTo>
                  <a:lnTo>
                    <a:pt x="4704805" y="1040046"/>
                  </a:lnTo>
                  <a:lnTo>
                    <a:pt x="4704899" y="1040046"/>
                  </a:lnTo>
                  <a:lnTo>
                    <a:pt x="4704993" y="1040046"/>
                  </a:lnTo>
                  <a:lnTo>
                    <a:pt x="4705275" y="1040046"/>
                  </a:lnTo>
                  <a:lnTo>
                    <a:pt x="4705369" y="1040046"/>
                  </a:lnTo>
                  <a:lnTo>
                    <a:pt x="4705557" y="1040046"/>
                  </a:lnTo>
                  <a:lnTo>
                    <a:pt x="4705745" y="1040046"/>
                  </a:lnTo>
                  <a:lnTo>
                    <a:pt x="4706215" y="1040046"/>
                  </a:lnTo>
                  <a:lnTo>
                    <a:pt x="4706403" y="1040046"/>
                  </a:lnTo>
                  <a:lnTo>
                    <a:pt x="4706591" y="1040046"/>
                  </a:lnTo>
                  <a:lnTo>
                    <a:pt x="4706686" y="1040046"/>
                  </a:lnTo>
                  <a:lnTo>
                    <a:pt x="4706780" y="1040046"/>
                  </a:lnTo>
                  <a:lnTo>
                    <a:pt x="4706874" y="1040046"/>
                  </a:lnTo>
                  <a:lnTo>
                    <a:pt x="4706968" y="1040046"/>
                  </a:lnTo>
                  <a:lnTo>
                    <a:pt x="4707250" y="1040046"/>
                  </a:lnTo>
                  <a:lnTo>
                    <a:pt x="4708190" y="1034766"/>
                  </a:lnTo>
                  <a:lnTo>
                    <a:pt x="4708284" y="1034766"/>
                  </a:lnTo>
                  <a:lnTo>
                    <a:pt x="4708472" y="1034766"/>
                  </a:lnTo>
                  <a:lnTo>
                    <a:pt x="4708566" y="1034766"/>
                  </a:lnTo>
                  <a:lnTo>
                    <a:pt x="4708754" y="1034766"/>
                  </a:lnTo>
                  <a:lnTo>
                    <a:pt x="4709412" y="1034766"/>
                  </a:lnTo>
                  <a:lnTo>
                    <a:pt x="4709694" y="1034766"/>
                  </a:lnTo>
                  <a:lnTo>
                    <a:pt x="4709976" y="1034766"/>
                  </a:lnTo>
                  <a:lnTo>
                    <a:pt x="4710070" y="1034766"/>
                  </a:lnTo>
                  <a:lnTo>
                    <a:pt x="4710353" y="1034766"/>
                  </a:lnTo>
                  <a:lnTo>
                    <a:pt x="4710541" y="1034766"/>
                  </a:lnTo>
                  <a:lnTo>
                    <a:pt x="4710635" y="1034766"/>
                  </a:lnTo>
                  <a:lnTo>
                    <a:pt x="4711199" y="1034766"/>
                  </a:lnTo>
                  <a:lnTo>
                    <a:pt x="4711387" y="1034766"/>
                  </a:lnTo>
                  <a:lnTo>
                    <a:pt x="4711481" y="1034766"/>
                  </a:lnTo>
                  <a:lnTo>
                    <a:pt x="4711763" y="1034766"/>
                  </a:lnTo>
                  <a:lnTo>
                    <a:pt x="4711951" y="1034766"/>
                  </a:lnTo>
                  <a:lnTo>
                    <a:pt x="4712045" y="1034766"/>
                  </a:lnTo>
                  <a:lnTo>
                    <a:pt x="4712233" y="1034766"/>
                  </a:lnTo>
                  <a:lnTo>
                    <a:pt x="4712797" y="1034766"/>
                  </a:lnTo>
                  <a:lnTo>
                    <a:pt x="4712891" y="1034766"/>
                  </a:lnTo>
                  <a:lnTo>
                    <a:pt x="4712985" y="1034766"/>
                  </a:lnTo>
                  <a:lnTo>
                    <a:pt x="4713079" y="1034766"/>
                  </a:lnTo>
                  <a:lnTo>
                    <a:pt x="4713173" y="1034766"/>
                  </a:lnTo>
                  <a:lnTo>
                    <a:pt x="4713361" y="1034766"/>
                  </a:lnTo>
                  <a:lnTo>
                    <a:pt x="4713455" y="1034766"/>
                  </a:lnTo>
                  <a:lnTo>
                    <a:pt x="4714208" y="1034766"/>
                  </a:lnTo>
                  <a:lnTo>
                    <a:pt x="4714302" y="1034766"/>
                  </a:lnTo>
                  <a:lnTo>
                    <a:pt x="4714396" y="1034766"/>
                  </a:lnTo>
                  <a:lnTo>
                    <a:pt x="4714490" y="1034766"/>
                  </a:lnTo>
                  <a:lnTo>
                    <a:pt x="4714584" y="1034766"/>
                  </a:lnTo>
                  <a:lnTo>
                    <a:pt x="4715430" y="1034766"/>
                  </a:lnTo>
                  <a:lnTo>
                    <a:pt x="4715618" y="1034766"/>
                  </a:lnTo>
                  <a:lnTo>
                    <a:pt x="4715806" y="1034766"/>
                  </a:lnTo>
                  <a:lnTo>
                    <a:pt x="4716182" y="1034766"/>
                  </a:lnTo>
                  <a:lnTo>
                    <a:pt x="4716464" y="1034766"/>
                  </a:lnTo>
                  <a:lnTo>
                    <a:pt x="4716558" y="1034766"/>
                  </a:lnTo>
                  <a:lnTo>
                    <a:pt x="4717311" y="1034766"/>
                  </a:lnTo>
                  <a:lnTo>
                    <a:pt x="4717405" y="1034766"/>
                  </a:lnTo>
                  <a:lnTo>
                    <a:pt x="4717969" y="1034766"/>
                  </a:lnTo>
                  <a:lnTo>
                    <a:pt x="4718063" y="1034766"/>
                  </a:lnTo>
                  <a:lnTo>
                    <a:pt x="4718157" y="1034766"/>
                  </a:lnTo>
                  <a:lnTo>
                    <a:pt x="4718345" y="1034766"/>
                  </a:lnTo>
                  <a:lnTo>
                    <a:pt x="4718439" y="1034766"/>
                  </a:lnTo>
                  <a:lnTo>
                    <a:pt x="4718533" y="1034766"/>
                  </a:lnTo>
                  <a:lnTo>
                    <a:pt x="4719097" y="1034766"/>
                  </a:lnTo>
                  <a:lnTo>
                    <a:pt x="4719191" y="1034766"/>
                  </a:lnTo>
                  <a:lnTo>
                    <a:pt x="4719285" y="1034766"/>
                  </a:lnTo>
                  <a:lnTo>
                    <a:pt x="4719661" y="1034766"/>
                  </a:lnTo>
                  <a:lnTo>
                    <a:pt x="4719755" y="1034766"/>
                  </a:lnTo>
                  <a:lnTo>
                    <a:pt x="4719943" y="1034766"/>
                  </a:lnTo>
                  <a:lnTo>
                    <a:pt x="4720037" y="1034766"/>
                  </a:lnTo>
                  <a:lnTo>
                    <a:pt x="4720978" y="1034766"/>
                  </a:lnTo>
                  <a:lnTo>
                    <a:pt x="4721166" y="1029487"/>
                  </a:lnTo>
                  <a:lnTo>
                    <a:pt x="4721260" y="1029487"/>
                  </a:lnTo>
                  <a:lnTo>
                    <a:pt x="4721354" y="1029487"/>
                  </a:lnTo>
                  <a:lnTo>
                    <a:pt x="4721448" y="1029487"/>
                  </a:lnTo>
                  <a:lnTo>
                    <a:pt x="4721542" y="1024207"/>
                  </a:lnTo>
                  <a:lnTo>
                    <a:pt x="4721824" y="1024207"/>
                  </a:lnTo>
                  <a:lnTo>
                    <a:pt x="4721918" y="1024207"/>
                  </a:lnTo>
                  <a:lnTo>
                    <a:pt x="4722482" y="1024207"/>
                  </a:lnTo>
                  <a:lnTo>
                    <a:pt x="4722670" y="1024207"/>
                  </a:lnTo>
                  <a:lnTo>
                    <a:pt x="4722858" y="1024207"/>
                  </a:lnTo>
                  <a:lnTo>
                    <a:pt x="4723516" y="1024207"/>
                  </a:lnTo>
                  <a:lnTo>
                    <a:pt x="4723610" y="1024207"/>
                  </a:lnTo>
                  <a:lnTo>
                    <a:pt x="4723704" y="1024207"/>
                  </a:lnTo>
                  <a:lnTo>
                    <a:pt x="4723892" y="1024207"/>
                  </a:lnTo>
                  <a:lnTo>
                    <a:pt x="4724268" y="1018928"/>
                  </a:lnTo>
                  <a:lnTo>
                    <a:pt x="4724362" y="1018928"/>
                  </a:lnTo>
                  <a:lnTo>
                    <a:pt x="4724645" y="1018928"/>
                  </a:lnTo>
                  <a:lnTo>
                    <a:pt x="4724739" y="1018928"/>
                  </a:lnTo>
                  <a:lnTo>
                    <a:pt x="4725209" y="1018928"/>
                  </a:lnTo>
                  <a:lnTo>
                    <a:pt x="4726243" y="1018928"/>
                  </a:lnTo>
                  <a:lnTo>
                    <a:pt x="4726431" y="1018928"/>
                  </a:lnTo>
                  <a:lnTo>
                    <a:pt x="4726525" y="1018928"/>
                  </a:lnTo>
                  <a:lnTo>
                    <a:pt x="4726619" y="1018928"/>
                  </a:lnTo>
                  <a:lnTo>
                    <a:pt x="4726901" y="1018928"/>
                  </a:lnTo>
                  <a:lnTo>
                    <a:pt x="4727089" y="1018928"/>
                  </a:lnTo>
                  <a:lnTo>
                    <a:pt x="4727277" y="1018928"/>
                  </a:lnTo>
                  <a:lnTo>
                    <a:pt x="4727465" y="1018928"/>
                  </a:lnTo>
                  <a:lnTo>
                    <a:pt x="4727559" y="1018928"/>
                  </a:lnTo>
                  <a:lnTo>
                    <a:pt x="4727936" y="1018928"/>
                  </a:lnTo>
                  <a:lnTo>
                    <a:pt x="4728030" y="1018928"/>
                  </a:lnTo>
                  <a:lnTo>
                    <a:pt x="4728124" y="1018928"/>
                  </a:lnTo>
                  <a:lnTo>
                    <a:pt x="4728218" y="1018928"/>
                  </a:lnTo>
                  <a:lnTo>
                    <a:pt x="4728312" y="1018928"/>
                  </a:lnTo>
                  <a:lnTo>
                    <a:pt x="4728594" y="1018928"/>
                  </a:lnTo>
                  <a:lnTo>
                    <a:pt x="4729534" y="1018928"/>
                  </a:lnTo>
                  <a:lnTo>
                    <a:pt x="4729722" y="1018928"/>
                  </a:lnTo>
                  <a:lnTo>
                    <a:pt x="4729910" y="1018928"/>
                  </a:lnTo>
                  <a:lnTo>
                    <a:pt x="4730192" y="1018928"/>
                  </a:lnTo>
                  <a:lnTo>
                    <a:pt x="4730286" y="1018928"/>
                  </a:lnTo>
                  <a:lnTo>
                    <a:pt x="4730380" y="1018928"/>
                  </a:lnTo>
                  <a:lnTo>
                    <a:pt x="4730474" y="1018928"/>
                  </a:lnTo>
                  <a:lnTo>
                    <a:pt x="4730568" y="1018928"/>
                  </a:lnTo>
                  <a:lnTo>
                    <a:pt x="4730662" y="1018928"/>
                  </a:lnTo>
                  <a:lnTo>
                    <a:pt x="4730756" y="1018928"/>
                  </a:lnTo>
                  <a:lnTo>
                    <a:pt x="4730850" y="1018928"/>
                  </a:lnTo>
                  <a:lnTo>
                    <a:pt x="4730944" y="1018928"/>
                  </a:lnTo>
                  <a:lnTo>
                    <a:pt x="4731038" y="1018928"/>
                  </a:lnTo>
                  <a:lnTo>
                    <a:pt x="4731885" y="1018928"/>
                  </a:lnTo>
                  <a:lnTo>
                    <a:pt x="4731979" y="1018928"/>
                  </a:lnTo>
                  <a:lnTo>
                    <a:pt x="4732073" y="1018928"/>
                  </a:lnTo>
                  <a:lnTo>
                    <a:pt x="4732261" y="1018928"/>
                  </a:lnTo>
                  <a:lnTo>
                    <a:pt x="4732355" y="1018928"/>
                  </a:lnTo>
                  <a:lnTo>
                    <a:pt x="4732449" y="1018928"/>
                  </a:lnTo>
                  <a:lnTo>
                    <a:pt x="4732543" y="1018928"/>
                  </a:lnTo>
                  <a:lnTo>
                    <a:pt x="4732731" y="1018928"/>
                  </a:lnTo>
                  <a:lnTo>
                    <a:pt x="4732825" y="1018928"/>
                  </a:lnTo>
                  <a:lnTo>
                    <a:pt x="4732919" y="1018928"/>
                  </a:lnTo>
                  <a:lnTo>
                    <a:pt x="4733389" y="1018928"/>
                  </a:lnTo>
                  <a:lnTo>
                    <a:pt x="4733483" y="1018928"/>
                  </a:lnTo>
                  <a:lnTo>
                    <a:pt x="4733765" y="1018928"/>
                  </a:lnTo>
                  <a:lnTo>
                    <a:pt x="4734517" y="1018928"/>
                  </a:lnTo>
                  <a:lnTo>
                    <a:pt x="4734611" y="1018928"/>
                  </a:lnTo>
                  <a:lnTo>
                    <a:pt x="4734893" y="1018928"/>
                  </a:lnTo>
                  <a:lnTo>
                    <a:pt x="4734987" y="1018928"/>
                  </a:lnTo>
                  <a:lnTo>
                    <a:pt x="4735082" y="1018928"/>
                  </a:lnTo>
                  <a:lnTo>
                    <a:pt x="4735176" y="1018928"/>
                  </a:lnTo>
                  <a:lnTo>
                    <a:pt x="4735458" y="1018928"/>
                  </a:lnTo>
                  <a:lnTo>
                    <a:pt x="4735834" y="1018928"/>
                  </a:lnTo>
                  <a:lnTo>
                    <a:pt x="4735928" y="1018928"/>
                  </a:lnTo>
                  <a:lnTo>
                    <a:pt x="4736210" y="1018928"/>
                  </a:lnTo>
                  <a:lnTo>
                    <a:pt x="4736774" y="1018928"/>
                  </a:lnTo>
                  <a:lnTo>
                    <a:pt x="4736868" y="1018928"/>
                  </a:lnTo>
                  <a:lnTo>
                    <a:pt x="4736962" y="1018928"/>
                  </a:lnTo>
                  <a:lnTo>
                    <a:pt x="4737056" y="1018928"/>
                  </a:lnTo>
                  <a:lnTo>
                    <a:pt x="4738278" y="1013648"/>
                  </a:lnTo>
                  <a:lnTo>
                    <a:pt x="4738655" y="1013648"/>
                  </a:lnTo>
                  <a:lnTo>
                    <a:pt x="4738937" y="1013648"/>
                  </a:lnTo>
                  <a:lnTo>
                    <a:pt x="4739031" y="1013648"/>
                  </a:lnTo>
                  <a:lnTo>
                    <a:pt x="4739125" y="1013648"/>
                  </a:lnTo>
                  <a:lnTo>
                    <a:pt x="4739783" y="1013648"/>
                  </a:lnTo>
                  <a:lnTo>
                    <a:pt x="4739971" y="1013648"/>
                  </a:lnTo>
                  <a:lnTo>
                    <a:pt x="4740065" y="1008369"/>
                  </a:lnTo>
                  <a:lnTo>
                    <a:pt x="4740159" y="1008369"/>
                  </a:lnTo>
                  <a:lnTo>
                    <a:pt x="4740253" y="1008369"/>
                  </a:lnTo>
                  <a:lnTo>
                    <a:pt x="4740723" y="1008369"/>
                  </a:lnTo>
                  <a:lnTo>
                    <a:pt x="4740817" y="1008369"/>
                  </a:lnTo>
                  <a:lnTo>
                    <a:pt x="4741005" y="1008369"/>
                  </a:lnTo>
                  <a:lnTo>
                    <a:pt x="4741569" y="1008369"/>
                  </a:lnTo>
                  <a:lnTo>
                    <a:pt x="4741663" y="1008369"/>
                  </a:lnTo>
                  <a:lnTo>
                    <a:pt x="4741757" y="1008369"/>
                  </a:lnTo>
                  <a:lnTo>
                    <a:pt x="4741945" y="1008369"/>
                  </a:lnTo>
                  <a:lnTo>
                    <a:pt x="4742039" y="1008369"/>
                  </a:lnTo>
                  <a:lnTo>
                    <a:pt x="4742322" y="1008369"/>
                  </a:lnTo>
                  <a:lnTo>
                    <a:pt x="4742416" y="1008369"/>
                  </a:lnTo>
                  <a:lnTo>
                    <a:pt x="4743450" y="1003090"/>
                  </a:lnTo>
                  <a:lnTo>
                    <a:pt x="4743544" y="1003090"/>
                  </a:lnTo>
                  <a:lnTo>
                    <a:pt x="4743638" y="1003090"/>
                  </a:lnTo>
                  <a:lnTo>
                    <a:pt x="4744296" y="1003090"/>
                  </a:lnTo>
                  <a:lnTo>
                    <a:pt x="4744390" y="1003090"/>
                  </a:lnTo>
                  <a:lnTo>
                    <a:pt x="4744484" y="1003090"/>
                  </a:lnTo>
                  <a:lnTo>
                    <a:pt x="4745236" y="1003090"/>
                  </a:lnTo>
                  <a:lnTo>
                    <a:pt x="4745330" y="1003090"/>
                  </a:lnTo>
                  <a:lnTo>
                    <a:pt x="4745424" y="1003090"/>
                  </a:lnTo>
                  <a:lnTo>
                    <a:pt x="4745518" y="1003090"/>
                  </a:lnTo>
                  <a:lnTo>
                    <a:pt x="4745612" y="1003090"/>
                  </a:lnTo>
                  <a:lnTo>
                    <a:pt x="4745707" y="1003090"/>
                  </a:lnTo>
                  <a:lnTo>
                    <a:pt x="4745895" y="1003090"/>
                  </a:lnTo>
                  <a:lnTo>
                    <a:pt x="4746083" y="1003090"/>
                  </a:lnTo>
                  <a:lnTo>
                    <a:pt x="4746177" y="1003090"/>
                  </a:lnTo>
                  <a:lnTo>
                    <a:pt x="4746647" y="1003090"/>
                  </a:lnTo>
                  <a:lnTo>
                    <a:pt x="4748527" y="1003090"/>
                  </a:lnTo>
                  <a:lnTo>
                    <a:pt x="4748621" y="1003090"/>
                  </a:lnTo>
                  <a:lnTo>
                    <a:pt x="4748715" y="1003090"/>
                  </a:lnTo>
                  <a:lnTo>
                    <a:pt x="4748997" y="1003090"/>
                  </a:lnTo>
                  <a:lnTo>
                    <a:pt x="4749186" y="1003090"/>
                  </a:lnTo>
                  <a:lnTo>
                    <a:pt x="4749468" y="1003090"/>
                  </a:lnTo>
                  <a:lnTo>
                    <a:pt x="4749938" y="1003090"/>
                  </a:lnTo>
                  <a:lnTo>
                    <a:pt x="4750032" y="1003090"/>
                  </a:lnTo>
                  <a:lnTo>
                    <a:pt x="4750220" y="1003090"/>
                  </a:lnTo>
                  <a:lnTo>
                    <a:pt x="4750314" y="1003090"/>
                  </a:lnTo>
                  <a:lnTo>
                    <a:pt x="4750408" y="1003090"/>
                  </a:lnTo>
                  <a:lnTo>
                    <a:pt x="4750502" y="1003090"/>
                  </a:lnTo>
                  <a:lnTo>
                    <a:pt x="4750972" y="1003090"/>
                  </a:lnTo>
                  <a:lnTo>
                    <a:pt x="4751254" y="1003090"/>
                  </a:lnTo>
                  <a:lnTo>
                    <a:pt x="4751630" y="1003090"/>
                  </a:lnTo>
                  <a:lnTo>
                    <a:pt x="4751724" y="1003090"/>
                  </a:lnTo>
                  <a:lnTo>
                    <a:pt x="4751818" y="1003090"/>
                  </a:lnTo>
                  <a:lnTo>
                    <a:pt x="4753229" y="1003090"/>
                  </a:lnTo>
                  <a:lnTo>
                    <a:pt x="4753699" y="1003090"/>
                  </a:lnTo>
                  <a:lnTo>
                    <a:pt x="4753793" y="1003090"/>
                  </a:lnTo>
                  <a:lnTo>
                    <a:pt x="4753981" y="1003090"/>
                  </a:lnTo>
                  <a:lnTo>
                    <a:pt x="4754075" y="1003090"/>
                  </a:lnTo>
                  <a:lnTo>
                    <a:pt x="4754451" y="1003090"/>
                  </a:lnTo>
                  <a:lnTo>
                    <a:pt x="4754827" y="1003090"/>
                  </a:lnTo>
                  <a:lnTo>
                    <a:pt x="4755109" y="1003090"/>
                  </a:lnTo>
                  <a:lnTo>
                    <a:pt x="4755391" y="1003090"/>
                  </a:lnTo>
                  <a:lnTo>
                    <a:pt x="4755767" y="1003090"/>
                  </a:lnTo>
                  <a:lnTo>
                    <a:pt x="4755861" y="1003090"/>
                  </a:lnTo>
                  <a:lnTo>
                    <a:pt x="4756049" y="1003090"/>
                  </a:lnTo>
                  <a:lnTo>
                    <a:pt x="4756237" y="1003090"/>
                  </a:lnTo>
                  <a:lnTo>
                    <a:pt x="4757084" y="1003090"/>
                  </a:lnTo>
                  <a:lnTo>
                    <a:pt x="4757272" y="1003090"/>
                  </a:lnTo>
                  <a:lnTo>
                    <a:pt x="4757366" y="1003090"/>
                  </a:lnTo>
                  <a:lnTo>
                    <a:pt x="4757460" y="1003090"/>
                  </a:lnTo>
                  <a:lnTo>
                    <a:pt x="4757554" y="1003090"/>
                  </a:lnTo>
                  <a:lnTo>
                    <a:pt x="4757648" y="1003090"/>
                  </a:lnTo>
                  <a:lnTo>
                    <a:pt x="4757930" y="1003090"/>
                  </a:lnTo>
                  <a:lnTo>
                    <a:pt x="4758024" y="1003090"/>
                  </a:lnTo>
                  <a:lnTo>
                    <a:pt x="4758118" y="1003090"/>
                  </a:lnTo>
                  <a:lnTo>
                    <a:pt x="4759152" y="1003090"/>
                  </a:lnTo>
                  <a:lnTo>
                    <a:pt x="4759340" y="1003090"/>
                  </a:lnTo>
                  <a:lnTo>
                    <a:pt x="4759434" y="1003090"/>
                  </a:lnTo>
                  <a:lnTo>
                    <a:pt x="4759622" y="1003090"/>
                  </a:lnTo>
                  <a:lnTo>
                    <a:pt x="4759810" y="1003090"/>
                  </a:lnTo>
                  <a:lnTo>
                    <a:pt x="4759905" y="1003090"/>
                  </a:lnTo>
                  <a:lnTo>
                    <a:pt x="4759999" y="1003090"/>
                  </a:lnTo>
                  <a:lnTo>
                    <a:pt x="4760281" y="1003090"/>
                  </a:lnTo>
                  <a:lnTo>
                    <a:pt x="4760375" y="1003090"/>
                  </a:lnTo>
                  <a:lnTo>
                    <a:pt x="4761409" y="997810"/>
                  </a:lnTo>
                  <a:lnTo>
                    <a:pt x="4761503" y="997810"/>
                  </a:lnTo>
                  <a:lnTo>
                    <a:pt x="4761597" y="997810"/>
                  </a:lnTo>
                  <a:lnTo>
                    <a:pt x="4762349" y="997810"/>
                  </a:lnTo>
                  <a:lnTo>
                    <a:pt x="4762631" y="997810"/>
                  </a:lnTo>
                  <a:lnTo>
                    <a:pt x="4762725" y="997810"/>
                  </a:lnTo>
                  <a:lnTo>
                    <a:pt x="4763007" y="997810"/>
                  </a:lnTo>
                  <a:lnTo>
                    <a:pt x="4763101" y="997810"/>
                  </a:lnTo>
                  <a:lnTo>
                    <a:pt x="4763478" y="997810"/>
                  </a:lnTo>
                  <a:lnTo>
                    <a:pt x="4763572" y="997810"/>
                  </a:lnTo>
                  <a:lnTo>
                    <a:pt x="4763854" y="997810"/>
                  </a:lnTo>
                  <a:lnTo>
                    <a:pt x="4764418" y="997810"/>
                  </a:lnTo>
                  <a:lnTo>
                    <a:pt x="4764606" y="997810"/>
                  </a:lnTo>
                  <a:lnTo>
                    <a:pt x="4764700" y="997810"/>
                  </a:lnTo>
                  <a:lnTo>
                    <a:pt x="4764982" y="997810"/>
                  </a:lnTo>
                  <a:lnTo>
                    <a:pt x="4765076" y="997810"/>
                  </a:lnTo>
                  <a:lnTo>
                    <a:pt x="4765546" y="997810"/>
                  </a:lnTo>
                  <a:lnTo>
                    <a:pt x="4765640" y="997810"/>
                  </a:lnTo>
                  <a:lnTo>
                    <a:pt x="4765828" y="997810"/>
                  </a:lnTo>
                  <a:lnTo>
                    <a:pt x="4765922" y="997810"/>
                  </a:lnTo>
                  <a:lnTo>
                    <a:pt x="4766392" y="997810"/>
                  </a:lnTo>
                  <a:lnTo>
                    <a:pt x="4766486" y="997810"/>
                  </a:lnTo>
                  <a:lnTo>
                    <a:pt x="4766862" y="997810"/>
                  </a:lnTo>
                  <a:lnTo>
                    <a:pt x="4767051" y="997810"/>
                  </a:lnTo>
                  <a:lnTo>
                    <a:pt x="4767145" y="997810"/>
                  </a:lnTo>
                  <a:lnTo>
                    <a:pt x="4767239" y="997810"/>
                  </a:lnTo>
                  <a:lnTo>
                    <a:pt x="4767427" y="997810"/>
                  </a:lnTo>
                  <a:lnTo>
                    <a:pt x="4767709" y="997810"/>
                  </a:lnTo>
                  <a:lnTo>
                    <a:pt x="4768367" y="997810"/>
                  </a:lnTo>
                  <a:lnTo>
                    <a:pt x="4768555" y="987251"/>
                  </a:lnTo>
                  <a:lnTo>
                    <a:pt x="4768649" y="987251"/>
                  </a:lnTo>
                  <a:lnTo>
                    <a:pt x="4769025" y="987251"/>
                  </a:lnTo>
                  <a:lnTo>
                    <a:pt x="4769119" y="987251"/>
                  </a:lnTo>
                  <a:lnTo>
                    <a:pt x="4769213" y="987251"/>
                  </a:lnTo>
                  <a:lnTo>
                    <a:pt x="4769307" y="987251"/>
                  </a:lnTo>
                  <a:lnTo>
                    <a:pt x="4770059" y="987251"/>
                  </a:lnTo>
                  <a:lnTo>
                    <a:pt x="4770153" y="987251"/>
                  </a:lnTo>
                  <a:lnTo>
                    <a:pt x="4770247" y="987251"/>
                  </a:lnTo>
                  <a:lnTo>
                    <a:pt x="4770530" y="987251"/>
                  </a:lnTo>
                  <a:lnTo>
                    <a:pt x="4770624" y="987251"/>
                  </a:lnTo>
                  <a:lnTo>
                    <a:pt x="4771564" y="987251"/>
                  </a:lnTo>
                  <a:lnTo>
                    <a:pt x="4771658" y="987251"/>
                  </a:lnTo>
                  <a:lnTo>
                    <a:pt x="4771752" y="987251"/>
                  </a:lnTo>
                  <a:lnTo>
                    <a:pt x="4771940" y="987251"/>
                  </a:lnTo>
                  <a:lnTo>
                    <a:pt x="4772222" y="987251"/>
                  </a:lnTo>
                  <a:lnTo>
                    <a:pt x="4772316" y="987251"/>
                  </a:lnTo>
                  <a:lnTo>
                    <a:pt x="4772410" y="987251"/>
                  </a:lnTo>
                  <a:lnTo>
                    <a:pt x="4772504" y="987251"/>
                  </a:lnTo>
                  <a:lnTo>
                    <a:pt x="4772598" y="987251"/>
                  </a:lnTo>
                  <a:lnTo>
                    <a:pt x="4773068" y="987251"/>
                  </a:lnTo>
                  <a:lnTo>
                    <a:pt x="4773632" y="987251"/>
                  </a:lnTo>
                  <a:lnTo>
                    <a:pt x="4773726" y="987251"/>
                  </a:lnTo>
                  <a:lnTo>
                    <a:pt x="4774009" y="987251"/>
                  </a:lnTo>
                  <a:lnTo>
                    <a:pt x="4774291" y="987251"/>
                  </a:lnTo>
                  <a:lnTo>
                    <a:pt x="4774573" y="981972"/>
                  </a:lnTo>
                  <a:lnTo>
                    <a:pt x="4774855" y="981972"/>
                  </a:lnTo>
                  <a:lnTo>
                    <a:pt x="4774949" y="981972"/>
                  </a:lnTo>
                  <a:lnTo>
                    <a:pt x="4775231" y="981972"/>
                  </a:lnTo>
                  <a:lnTo>
                    <a:pt x="4775701" y="981972"/>
                  </a:lnTo>
                  <a:lnTo>
                    <a:pt x="4775795" y="981972"/>
                  </a:lnTo>
                  <a:lnTo>
                    <a:pt x="4776735" y="981972"/>
                  </a:lnTo>
                  <a:lnTo>
                    <a:pt x="4777111" y="981972"/>
                  </a:lnTo>
                  <a:lnTo>
                    <a:pt x="4777205" y="981972"/>
                  </a:lnTo>
                  <a:lnTo>
                    <a:pt x="4777299" y="981972"/>
                  </a:lnTo>
                  <a:lnTo>
                    <a:pt x="4777393" y="981972"/>
                  </a:lnTo>
                  <a:lnTo>
                    <a:pt x="4777770" y="981972"/>
                  </a:lnTo>
                  <a:lnTo>
                    <a:pt x="4778146" y="981972"/>
                  </a:lnTo>
                  <a:lnTo>
                    <a:pt x="4778240" y="981972"/>
                  </a:lnTo>
                  <a:lnTo>
                    <a:pt x="4778616" y="981972"/>
                  </a:lnTo>
                  <a:lnTo>
                    <a:pt x="4778710" y="981972"/>
                  </a:lnTo>
                  <a:lnTo>
                    <a:pt x="4779180" y="981972"/>
                  </a:lnTo>
                  <a:lnTo>
                    <a:pt x="4779274" y="981972"/>
                  </a:lnTo>
                  <a:lnTo>
                    <a:pt x="4779556" y="981972"/>
                  </a:lnTo>
                  <a:lnTo>
                    <a:pt x="4779650" y="981972"/>
                  </a:lnTo>
                  <a:lnTo>
                    <a:pt x="4779932" y="981972"/>
                  </a:lnTo>
                  <a:lnTo>
                    <a:pt x="4781437" y="976692"/>
                  </a:lnTo>
                  <a:lnTo>
                    <a:pt x="4781531" y="976692"/>
                  </a:lnTo>
                  <a:lnTo>
                    <a:pt x="4781625" y="976692"/>
                  </a:lnTo>
                  <a:lnTo>
                    <a:pt x="4781813" y="976692"/>
                  </a:lnTo>
                  <a:lnTo>
                    <a:pt x="4781907" y="976692"/>
                  </a:lnTo>
                  <a:lnTo>
                    <a:pt x="4782283" y="976692"/>
                  </a:lnTo>
                  <a:lnTo>
                    <a:pt x="4782377" y="976692"/>
                  </a:lnTo>
                  <a:lnTo>
                    <a:pt x="4782565" y="976692"/>
                  </a:lnTo>
                  <a:lnTo>
                    <a:pt x="4782847" y="976692"/>
                  </a:lnTo>
                  <a:lnTo>
                    <a:pt x="4782941" y="976692"/>
                  </a:lnTo>
                  <a:lnTo>
                    <a:pt x="4783129" y="971413"/>
                  </a:lnTo>
                  <a:lnTo>
                    <a:pt x="4783317" y="971413"/>
                  </a:lnTo>
                  <a:lnTo>
                    <a:pt x="4783411" y="971413"/>
                  </a:lnTo>
                  <a:lnTo>
                    <a:pt x="4783599" y="971413"/>
                  </a:lnTo>
                  <a:lnTo>
                    <a:pt x="4783693" y="971413"/>
                  </a:lnTo>
                  <a:lnTo>
                    <a:pt x="4783975" y="971413"/>
                  </a:lnTo>
                  <a:lnTo>
                    <a:pt x="4784445" y="971413"/>
                  </a:lnTo>
                  <a:lnTo>
                    <a:pt x="4784728" y="971413"/>
                  </a:lnTo>
                  <a:lnTo>
                    <a:pt x="4785762" y="971413"/>
                  </a:lnTo>
                  <a:lnTo>
                    <a:pt x="4786232" y="966134"/>
                  </a:lnTo>
                  <a:lnTo>
                    <a:pt x="4786326" y="966134"/>
                  </a:lnTo>
                  <a:lnTo>
                    <a:pt x="4786420" y="966134"/>
                  </a:lnTo>
                  <a:lnTo>
                    <a:pt x="4786514" y="966134"/>
                  </a:lnTo>
                  <a:lnTo>
                    <a:pt x="4786890" y="966134"/>
                  </a:lnTo>
                  <a:lnTo>
                    <a:pt x="4787172" y="966134"/>
                  </a:lnTo>
                  <a:lnTo>
                    <a:pt x="4787454" y="966134"/>
                  </a:lnTo>
                  <a:lnTo>
                    <a:pt x="4787642" y="966134"/>
                  </a:lnTo>
                  <a:lnTo>
                    <a:pt x="4787736" y="966134"/>
                  </a:lnTo>
                  <a:lnTo>
                    <a:pt x="4787830" y="966134"/>
                  </a:lnTo>
                  <a:lnTo>
                    <a:pt x="4788018" y="966134"/>
                  </a:lnTo>
                  <a:lnTo>
                    <a:pt x="4788112" y="966134"/>
                  </a:lnTo>
                  <a:lnTo>
                    <a:pt x="4788207" y="966134"/>
                  </a:lnTo>
                  <a:lnTo>
                    <a:pt x="4788583" y="966134"/>
                  </a:lnTo>
                  <a:lnTo>
                    <a:pt x="4788959" y="966134"/>
                  </a:lnTo>
                  <a:lnTo>
                    <a:pt x="4789241" y="966134"/>
                  </a:lnTo>
                  <a:lnTo>
                    <a:pt x="4789335" y="966134"/>
                  </a:lnTo>
                  <a:lnTo>
                    <a:pt x="4789523" y="966134"/>
                  </a:lnTo>
                  <a:lnTo>
                    <a:pt x="4789617" y="966134"/>
                  </a:lnTo>
                  <a:lnTo>
                    <a:pt x="4789805" y="966134"/>
                  </a:lnTo>
                  <a:lnTo>
                    <a:pt x="4789993" y="960854"/>
                  </a:lnTo>
                  <a:lnTo>
                    <a:pt x="4791027" y="960854"/>
                  </a:lnTo>
                  <a:lnTo>
                    <a:pt x="4791309" y="960854"/>
                  </a:lnTo>
                  <a:lnTo>
                    <a:pt x="4791403" y="960854"/>
                  </a:lnTo>
                  <a:lnTo>
                    <a:pt x="4791591" y="960854"/>
                  </a:lnTo>
                  <a:lnTo>
                    <a:pt x="4792344" y="960854"/>
                  </a:lnTo>
                  <a:lnTo>
                    <a:pt x="4792438" y="960854"/>
                  </a:lnTo>
                  <a:lnTo>
                    <a:pt x="4792908" y="960854"/>
                  </a:lnTo>
                  <a:lnTo>
                    <a:pt x="4793002" y="960854"/>
                  </a:lnTo>
                  <a:lnTo>
                    <a:pt x="4793096" y="960854"/>
                  </a:lnTo>
                  <a:lnTo>
                    <a:pt x="4793284" y="960854"/>
                  </a:lnTo>
                  <a:lnTo>
                    <a:pt x="4793472" y="960854"/>
                  </a:lnTo>
                  <a:lnTo>
                    <a:pt x="4793754" y="960854"/>
                  </a:lnTo>
                  <a:lnTo>
                    <a:pt x="4793848" y="960854"/>
                  </a:lnTo>
                  <a:lnTo>
                    <a:pt x="4794036" y="960854"/>
                  </a:lnTo>
                  <a:lnTo>
                    <a:pt x="4794130" y="960854"/>
                  </a:lnTo>
                  <a:lnTo>
                    <a:pt x="4794224" y="960854"/>
                  </a:lnTo>
                  <a:lnTo>
                    <a:pt x="4794318" y="960854"/>
                  </a:lnTo>
                  <a:lnTo>
                    <a:pt x="4794412" y="960854"/>
                  </a:lnTo>
                  <a:lnTo>
                    <a:pt x="4795164" y="960854"/>
                  </a:lnTo>
                  <a:lnTo>
                    <a:pt x="4795353" y="960854"/>
                  </a:lnTo>
                  <a:lnTo>
                    <a:pt x="4795447" y="960854"/>
                  </a:lnTo>
                  <a:lnTo>
                    <a:pt x="4796105" y="960854"/>
                  </a:lnTo>
                  <a:lnTo>
                    <a:pt x="4796199" y="960854"/>
                  </a:lnTo>
                  <a:lnTo>
                    <a:pt x="4796293" y="960854"/>
                  </a:lnTo>
                  <a:lnTo>
                    <a:pt x="4796387" y="960854"/>
                  </a:lnTo>
                  <a:lnTo>
                    <a:pt x="4796951" y="960854"/>
                  </a:lnTo>
                  <a:lnTo>
                    <a:pt x="4797045" y="960854"/>
                  </a:lnTo>
                  <a:lnTo>
                    <a:pt x="4797139" y="960854"/>
                  </a:lnTo>
                  <a:lnTo>
                    <a:pt x="4797233" y="960854"/>
                  </a:lnTo>
                  <a:lnTo>
                    <a:pt x="4797327" y="960854"/>
                  </a:lnTo>
                  <a:lnTo>
                    <a:pt x="4797421" y="960854"/>
                  </a:lnTo>
                  <a:lnTo>
                    <a:pt x="4798455" y="960854"/>
                  </a:lnTo>
                  <a:lnTo>
                    <a:pt x="4798737" y="960854"/>
                  </a:lnTo>
                  <a:lnTo>
                    <a:pt x="4799020" y="960854"/>
                  </a:lnTo>
                  <a:lnTo>
                    <a:pt x="4799208" y="960854"/>
                  </a:lnTo>
                  <a:lnTo>
                    <a:pt x="4799302" y="960854"/>
                  </a:lnTo>
                  <a:lnTo>
                    <a:pt x="4799866" y="960854"/>
                  </a:lnTo>
                  <a:lnTo>
                    <a:pt x="4800242" y="960854"/>
                  </a:lnTo>
                  <a:lnTo>
                    <a:pt x="4800618" y="960854"/>
                  </a:lnTo>
                  <a:lnTo>
                    <a:pt x="4800900" y="960854"/>
                  </a:lnTo>
                  <a:lnTo>
                    <a:pt x="4800994" y="960854"/>
                  </a:lnTo>
                  <a:lnTo>
                    <a:pt x="4801182" y="960854"/>
                  </a:lnTo>
                  <a:lnTo>
                    <a:pt x="4801464" y="960854"/>
                  </a:lnTo>
                  <a:lnTo>
                    <a:pt x="4801652" y="960854"/>
                  </a:lnTo>
                  <a:lnTo>
                    <a:pt x="4801746" y="960854"/>
                  </a:lnTo>
                  <a:lnTo>
                    <a:pt x="4801840" y="960854"/>
                  </a:lnTo>
                  <a:lnTo>
                    <a:pt x="4802122" y="960854"/>
                  </a:lnTo>
                  <a:lnTo>
                    <a:pt x="4802310" y="960854"/>
                  </a:lnTo>
                  <a:lnTo>
                    <a:pt x="4802405" y="955575"/>
                  </a:lnTo>
                  <a:lnTo>
                    <a:pt x="4802499" y="955575"/>
                  </a:lnTo>
                  <a:lnTo>
                    <a:pt x="4802593" y="955575"/>
                  </a:lnTo>
                  <a:lnTo>
                    <a:pt x="4802687" y="955575"/>
                  </a:lnTo>
                  <a:lnTo>
                    <a:pt x="4802969" y="955575"/>
                  </a:lnTo>
                  <a:lnTo>
                    <a:pt x="4803063" y="955575"/>
                  </a:lnTo>
                  <a:lnTo>
                    <a:pt x="4803063" y="950295"/>
                  </a:lnTo>
                  <a:lnTo>
                    <a:pt x="4803627" y="950295"/>
                  </a:lnTo>
                  <a:lnTo>
                    <a:pt x="4803721" y="950295"/>
                  </a:lnTo>
                  <a:lnTo>
                    <a:pt x="4803815" y="950295"/>
                  </a:lnTo>
                  <a:lnTo>
                    <a:pt x="4804379" y="950295"/>
                  </a:lnTo>
                  <a:lnTo>
                    <a:pt x="4805037" y="950295"/>
                  </a:lnTo>
                  <a:lnTo>
                    <a:pt x="4805413" y="950295"/>
                  </a:lnTo>
                  <a:lnTo>
                    <a:pt x="4805507" y="950295"/>
                  </a:lnTo>
                  <a:lnTo>
                    <a:pt x="4805601" y="950295"/>
                  </a:lnTo>
                  <a:lnTo>
                    <a:pt x="4805789" y="950295"/>
                  </a:lnTo>
                  <a:lnTo>
                    <a:pt x="4805978" y="950295"/>
                  </a:lnTo>
                  <a:lnTo>
                    <a:pt x="4806260" y="950295"/>
                  </a:lnTo>
                  <a:lnTo>
                    <a:pt x="4806354" y="950295"/>
                  </a:lnTo>
                  <a:lnTo>
                    <a:pt x="4806918" y="950295"/>
                  </a:lnTo>
                  <a:lnTo>
                    <a:pt x="4807294" y="950295"/>
                  </a:lnTo>
                  <a:lnTo>
                    <a:pt x="4807482" y="939736"/>
                  </a:lnTo>
                  <a:lnTo>
                    <a:pt x="4807670" y="939736"/>
                  </a:lnTo>
                  <a:lnTo>
                    <a:pt x="4807764" y="939736"/>
                  </a:lnTo>
                  <a:lnTo>
                    <a:pt x="4807858" y="939736"/>
                  </a:lnTo>
                  <a:lnTo>
                    <a:pt x="4808234" y="939736"/>
                  </a:lnTo>
                  <a:lnTo>
                    <a:pt x="4808516" y="939736"/>
                  </a:lnTo>
                  <a:lnTo>
                    <a:pt x="4810397" y="923898"/>
                  </a:lnTo>
                  <a:lnTo>
                    <a:pt x="4810491" y="923898"/>
                  </a:lnTo>
                  <a:lnTo>
                    <a:pt x="4810585" y="923898"/>
                  </a:lnTo>
                  <a:lnTo>
                    <a:pt x="4810679" y="923898"/>
                  </a:lnTo>
                  <a:lnTo>
                    <a:pt x="4811149" y="923898"/>
                  </a:lnTo>
                  <a:lnTo>
                    <a:pt x="4811243" y="923898"/>
                  </a:lnTo>
                  <a:lnTo>
                    <a:pt x="4811337" y="923898"/>
                  </a:lnTo>
                  <a:lnTo>
                    <a:pt x="4811525" y="923898"/>
                  </a:lnTo>
                  <a:lnTo>
                    <a:pt x="4811619" y="923898"/>
                  </a:lnTo>
                  <a:lnTo>
                    <a:pt x="4811713" y="923898"/>
                  </a:lnTo>
                  <a:lnTo>
                    <a:pt x="4811807" y="923898"/>
                  </a:lnTo>
                  <a:lnTo>
                    <a:pt x="4812089" y="923898"/>
                  </a:lnTo>
                  <a:lnTo>
                    <a:pt x="4812747" y="923898"/>
                  </a:lnTo>
                  <a:lnTo>
                    <a:pt x="4813312" y="923898"/>
                  </a:lnTo>
                  <a:lnTo>
                    <a:pt x="4813594" y="923898"/>
                  </a:lnTo>
                  <a:lnTo>
                    <a:pt x="4814252" y="923898"/>
                  </a:lnTo>
                  <a:lnTo>
                    <a:pt x="4814346" y="923898"/>
                  </a:lnTo>
                  <a:lnTo>
                    <a:pt x="4814440" y="923898"/>
                  </a:lnTo>
                  <a:lnTo>
                    <a:pt x="4815004" y="923898"/>
                  </a:lnTo>
                  <a:lnTo>
                    <a:pt x="4815098" y="923898"/>
                  </a:lnTo>
                  <a:lnTo>
                    <a:pt x="4815192" y="923898"/>
                  </a:lnTo>
                  <a:lnTo>
                    <a:pt x="4815568" y="923898"/>
                  </a:lnTo>
                  <a:lnTo>
                    <a:pt x="4815756" y="923898"/>
                  </a:lnTo>
                  <a:lnTo>
                    <a:pt x="4815850" y="923898"/>
                  </a:lnTo>
                  <a:lnTo>
                    <a:pt x="4816508" y="923898"/>
                  </a:lnTo>
                  <a:lnTo>
                    <a:pt x="4816697" y="923898"/>
                  </a:lnTo>
                  <a:lnTo>
                    <a:pt x="4817073" y="923898"/>
                  </a:lnTo>
                  <a:lnTo>
                    <a:pt x="4817919" y="923898"/>
                  </a:lnTo>
                  <a:lnTo>
                    <a:pt x="4818013" y="923898"/>
                  </a:lnTo>
                  <a:lnTo>
                    <a:pt x="4818389" y="923898"/>
                  </a:lnTo>
                  <a:lnTo>
                    <a:pt x="4818483" y="923898"/>
                  </a:lnTo>
                  <a:lnTo>
                    <a:pt x="4818577" y="923898"/>
                  </a:lnTo>
                  <a:lnTo>
                    <a:pt x="4818671" y="923898"/>
                  </a:lnTo>
                  <a:lnTo>
                    <a:pt x="4819047" y="923898"/>
                  </a:lnTo>
                  <a:lnTo>
                    <a:pt x="4819141" y="923898"/>
                  </a:lnTo>
                  <a:lnTo>
                    <a:pt x="4819423" y="923898"/>
                  </a:lnTo>
                  <a:lnTo>
                    <a:pt x="4819799" y="923898"/>
                  </a:lnTo>
                  <a:lnTo>
                    <a:pt x="4820928" y="923898"/>
                  </a:lnTo>
                  <a:lnTo>
                    <a:pt x="4821304" y="923898"/>
                  </a:lnTo>
                  <a:lnTo>
                    <a:pt x="4821492" y="923898"/>
                  </a:lnTo>
                  <a:lnTo>
                    <a:pt x="4821586" y="923898"/>
                  </a:lnTo>
                  <a:lnTo>
                    <a:pt x="4821680" y="923898"/>
                  </a:lnTo>
                  <a:lnTo>
                    <a:pt x="4821962" y="923898"/>
                  </a:lnTo>
                  <a:lnTo>
                    <a:pt x="4822150" y="923898"/>
                  </a:lnTo>
                  <a:lnTo>
                    <a:pt x="4822432" y="923898"/>
                  </a:lnTo>
                  <a:lnTo>
                    <a:pt x="4822620" y="923898"/>
                  </a:lnTo>
                  <a:lnTo>
                    <a:pt x="4823184" y="923898"/>
                  </a:lnTo>
                  <a:lnTo>
                    <a:pt x="4823278" y="923898"/>
                  </a:lnTo>
                  <a:lnTo>
                    <a:pt x="4823372" y="923898"/>
                  </a:lnTo>
                  <a:lnTo>
                    <a:pt x="4823466" y="923898"/>
                  </a:lnTo>
                  <a:lnTo>
                    <a:pt x="4823560" y="923898"/>
                  </a:lnTo>
                  <a:lnTo>
                    <a:pt x="4823749" y="923898"/>
                  </a:lnTo>
                  <a:lnTo>
                    <a:pt x="4824031" y="923898"/>
                  </a:lnTo>
                  <a:lnTo>
                    <a:pt x="4824219" y="923898"/>
                  </a:lnTo>
                  <a:lnTo>
                    <a:pt x="4824313" y="923898"/>
                  </a:lnTo>
                  <a:lnTo>
                    <a:pt x="4824689" y="923898"/>
                  </a:lnTo>
                  <a:lnTo>
                    <a:pt x="4825065" y="923898"/>
                  </a:lnTo>
                  <a:lnTo>
                    <a:pt x="4825159" y="923898"/>
                  </a:lnTo>
                  <a:lnTo>
                    <a:pt x="4825441" y="923898"/>
                  </a:lnTo>
                  <a:lnTo>
                    <a:pt x="4825535" y="923898"/>
                  </a:lnTo>
                  <a:lnTo>
                    <a:pt x="4826005" y="923898"/>
                  </a:lnTo>
                  <a:lnTo>
                    <a:pt x="4826099" y="923898"/>
                  </a:lnTo>
                  <a:lnTo>
                    <a:pt x="4826287" y="923898"/>
                  </a:lnTo>
                  <a:lnTo>
                    <a:pt x="4827133" y="923898"/>
                  </a:lnTo>
                  <a:lnTo>
                    <a:pt x="4827322" y="923898"/>
                  </a:lnTo>
                  <a:lnTo>
                    <a:pt x="4827698" y="923898"/>
                  </a:lnTo>
                  <a:lnTo>
                    <a:pt x="4827980" y="923898"/>
                  </a:lnTo>
                  <a:lnTo>
                    <a:pt x="4828074" y="923898"/>
                  </a:lnTo>
                  <a:lnTo>
                    <a:pt x="4828826" y="923898"/>
                  </a:lnTo>
                  <a:lnTo>
                    <a:pt x="4829108" y="923898"/>
                  </a:lnTo>
                  <a:lnTo>
                    <a:pt x="4829202" y="923898"/>
                  </a:lnTo>
                  <a:lnTo>
                    <a:pt x="4829296" y="918619"/>
                  </a:lnTo>
                  <a:lnTo>
                    <a:pt x="4829766" y="918619"/>
                  </a:lnTo>
                  <a:lnTo>
                    <a:pt x="4830048" y="918619"/>
                  </a:lnTo>
                  <a:lnTo>
                    <a:pt x="4830424" y="918619"/>
                  </a:lnTo>
                  <a:lnTo>
                    <a:pt x="4830612" y="918619"/>
                  </a:lnTo>
                  <a:lnTo>
                    <a:pt x="4830707" y="918619"/>
                  </a:lnTo>
                  <a:lnTo>
                    <a:pt x="4831083" y="918619"/>
                  </a:lnTo>
                  <a:lnTo>
                    <a:pt x="4831177" y="918619"/>
                  </a:lnTo>
                  <a:lnTo>
                    <a:pt x="4831365" y="918619"/>
                  </a:lnTo>
                  <a:lnTo>
                    <a:pt x="4831647" y="918619"/>
                  </a:lnTo>
                  <a:lnTo>
                    <a:pt x="4832399" y="918619"/>
                  </a:lnTo>
                  <a:lnTo>
                    <a:pt x="4832775" y="918619"/>
                  </a:lnTo>
                  <a:lnTo>
                    <a:pt x="4833057" y="918619"/>
                  </a:lnTo>
                  <a:lnTo>
                    <a:pt x="4833151" y="918619"/>
                  </a:lnTo>
                  <a:lnTo>
                    <a:pt x="4833245" y="918619"/>
                  </a:lnTo>
                  <a:lnTo>
                    <a:pt x="4833339" y="918619"/>
                  </a:lnTo>
                  <a:lnTo>
                    <a:pt x="4833997" y="918619"/>
                  </a:lnTo>
                  <a:lnTo>
                    <a:pt x="4834091" y="918619"/>
                  </a:lnTo>
                  <a:lnTo>
                    <a:pt x="4834656" y="918619"/>
                  </a:lnTo>
                  <a:lnTo>
                    <a:pt x="4834844" y="918619"/>
                  </a:lnTo>
                  <a:lnTo>
                    <a:pt x="4835220" y="913339"/>
                  </a:lnTo>
                  <a:lnTo>
                    <a:pt x="4835690" y="908060"/>
                  </a:lnTo>
                  <a:lnTo>
                    <a:pt x="4835784" y="908060"/>
                  </a:lnTo>
                  <a:lnTo>
                    <a:pt x="4835878" y="908060"/>
                  </a:lnTo>
                  <a:lnTo>
                    <a:pt x="4836160" y="908060"/>
                  </a:lnTo>
                  <a:lnTo>
                    <a:pt x="4836442" y="908060"/>
                  </a:lnTo>
                  <a:lnTo>
                    <a:pt x="4836536" y="908060"/>
                  </a:lnTo>
                  <a:lnTo>
                    <a:pt x="4836630" y="908060"/>
                  </a:lnTo>
                  <a:lnTo>
                    <a:pt x="4836912" y="908060"/>
                  </a:lnTo>
                  <a:lnTo>
                    <a:pt x="4837476" y="908060"/>
                  </a:lnTo>
                  <a:lnTo>
                    <a:pt x="4837758" y="902781"/>
                  </a:lnTo>
                  <a:lnTo>
                    <a:pt x="4838323" y="902781"/>
                  </a:lnTo>
                  <a:lnTo>
                    <a:pt x="4838417" y="902781"/>
                  </a:lnTo>
                  <a:lnTo>
                    <a:pt x="4838699" y="902781"/>
                  </a:lnTo>
                  <a:lnTo>
                    <a:pt x="4838981" y="897501"/>
                  </a:lnTo>
                  <a:lnTo>
                    <a:pt x="4839075" y="897501"/>
                  </a:lnTo>
                  <a:lnTo>
                    <a:pt x="4839169" y="897501"/>
                  </a:lnTo>
                  <a:lnTo>
                    <a:pt x="4839451" y="892222"/>
                  </a:lnTo>
                  <a:lnTo>
                    <a:pt x="4839921" y="892222"/>
                  </a:lnTo>
                  <a:lnTo>
                    <a:pt x="4840015" y="892222"/>
                  </a:lnTo>
                  <a:lnTo>
                    <a:pt x="4840109" y="892222"/>
                  </a:lnTo>
                  <a:lnTo>
                    <a:pt x="4840485" y="892222"/>
                  </a:lnTo>
                  <a:lnTo>
                    <a:pt x="4840673" y="892222"/>
                  </a:lnTo>
                  <a:lnTo>
                    <a:pt x="4840767" y="892222"/>
                  </a:lnTo>
                  <a:lnTo>
                    <a:pt x="4840861" y="892222"/>
                  </a:lnTo>
                  <a:lnTo>
                    <a:pt x="4840955" y="892222"/>
                  </a:lnTo>
                  <a:lnTo>
                    <a:pt x="4841049" y="892222"/>
                  </a:lnTo>
                  <a:lnTo>
                    <a:pt x="4841143" y="892222"/>
                  </a:lnTo>
                  <a:lnTo>
                    <a:pt x="4841332" y="892222"/>
                  </a:lnTo>
                  <a:lnTo>
                    <a:pt x="4841802" y="892222"/>
                  </a:lnTo>
                  <a:lnTo>
                    <a:pt x="4841896" y="892222"/>
                  </a:lnTo>
                  <a:lnTo>
                    <a:pt x="4841990" y="892222"/>
                  </a:lnTo>
                  <a:lnTo>
                    <a:pt x="4842178" y="892222"/>
                  </a:lnTo>
                  <a:lnTo>
                    <a:pt x="4842648" y="892222"/>
                  </a:lnTo>
                  <a:lnTo>
                    <a:pt x="4842836" y="892222"/>
                  </a:lnTo>
                  <a:lnTo>
                    <a:pt x="4842930" y="892222"/>
                  </a:lnTo>
                  <a:lnTo>
                    <a:pt x="4843024" y="892222"/>
                  </a:lnTo>
                  <a:lnTo>
                    <a:pt x="4843588" y="892222"/>
                  </a:lnTo>
                  <a:lnTo>
                    <a:pt x="4843776" y="892222"/>
                  </a:lnTo>
                  <a:lnTo>
                    <a:pt x="4843870" y="892222"/>
                  </a:lnTo>
                  <a:lnTo>
                    <a:pt x="4843964" y="892222"/>
                  </a:lnTo>
                  <a:lnTo>
                    <a:pt x="4844340" y="892222"/>
                  </a:lnTo>
                  <a:lnTo>
                    <a:pt x="4844528" y="892222"/>
                  </a:lnTo>
                  <a:lnTo>
                    <a:pt x="4844622" y="892222"/>
                  </a:lnTo>
                  <a:lnTo>
                    <a:pt x="4844716" y="892222"/>
                  </a:lnTo>
                  <a:lnTo>
                    <a:pt x="4844905" y="892222"/>
                  </a:lnTo>
                  <a:lnTo>
                    <a:pt x="4845093" y="892222"/>
                  </a:lnTo>
                  <a:lnTo>
                    <a:pt x="4845187" y="892222"/>
                  </a:lnTo>
                  <a:lnTo>
                    <a:pt x="4845281" y="892222"/>
                  </a:lnTo>
                  <a:lnTo>
                    <a:pt x="4845469" y="892222"/>
                  </a:lnTo>
                  <a:lnTo>
                    <a:pt x="4845845" y="892222"/>
                  </a:lnTo>
                  <a:lnTo>
                    <a:pt x="4846221" y="892222"/>
                  </a:lnTo>
                  <a:lnTo>
                    <a:pt x="4846315" y="892222"/>
                  </a:lnTo>
                  <a:lnTo>
                    <a:pt x="4846409" y="892222"/>
                  </a:lnTo>
                  <a:lnTo>
                    <a:pt x="4846691" y="892222"/>
                  </a:lnTo>
                  <a:lnTo>
                    <a:pt x="4846973" y="892222"/>
                  </a:lnTo>
                  <a:lnTo>
                    <a:pt x="4847067" y="892222"/>
                  </a:lnTo>
                  <a:lnTo>
                    <a:pt x="4847443" y="892222"/>
                  </a:lnTo>
                  <a:lnTo>
                    <a:pt x="4847537" y="892222"/>
                  </a:lnTo>
                  <a:lnTo>
                    <a:pt x="4847819" y="892222"/>
                  </a:lnTo>
                  <a:lnTo>
                    <a:pt x="4848195" y="892222"/>
                  </a:lnTo>
                  <a:lnTo>
                    <a:pt x="4848289" y="892222"/>
                  </a:lnTo>
                  <a:lnTo>
                    <a:pt x="4848383" y="892222"/>
                  </a:lnTo>
                  <a:lnTo>
                    <a:pt x="4848572" y="892222"/>
                  </a:lnTo>
                  <a:lnTo>
                    <a:pt x="4848666" y="892222"/>
                  </a:lnTo>
                  <a:lnTo>
                    <a:pt x="4848760" y="892222"/>
                  </a:lnTo>
                  <a:lnTo>
                    <a:pt x="4848854" y="892222"/>
                  </a:lnTo>
                  <a:lnTo>
                    <a:pt x="4849324" y="892222"/>
                  </a:lnTo>
                  <a:lnTo>
                    <a:pt x="4849512" y="892222"/>
                  </a:lnTo>
                  <a:lnTo>
                    <a:pt x="4849794" y="892222"/>
                  </a:lnTo>
                  <a:lnTo>
                    <a:pt x="4849982" y="892222"/>
                  </a:lnTo>
                  <a:lnTo>
                    <a:pt x="4850546" y="892222"/>
                  </a:lnTo>
                  <a:lnTo>
                    <a:pt x="4850640" y="892222"/>
                  </a:lnTo>
                  <a:lnTo>
                    <a:pt x="4851204" y="892222"/>
                  </a:lnTo>
                  <a:lnTo>
                    <a:pt x="4851392" y="892222"/>
                  </a:lnTo>
                  <a:lnTo>
                    <a:pt x="4851768" y="892222"/>
                  </a:lnTo>
                  <a:lnTo>
                    <a:pt x="4852333" y="892222"/>
                  </a:lnTo>
                  <a:lnTo>
                    <a:pt x="4852427" y="892222"/>
                  </a:lnTo>
                  <a:lnTo>
                    <a:pt x="4852803" y="892222"/>
                  </a:lnTo>
                  <a:lnTo>
                    <a:pt x="4852991" y="892222"/>
                  </a:lnTo>
                  <a:lnTo>
                    <a:pt x="4853179" y="892222"/>
                  </a:lnTo>
                  <a:lnTo>
                    <a:pt x="4853461" y="892222"/>
                  </a:lnTo>
                  <a:lnTo>
                    <a:pt x="4853743" y="892222"/>
                  </a:lnTo>
                  <a:lnTo>
                    <a:pt x="4854119" y="892222"/>
                  </a:lnTo>
                  <a:lnTo>
                    <a:pt x="4854307" y="892222"/>
                  </a:lnTo>
                  <a:lnTo>
                    <a:pt x="4854401" y="892222"/>
                  </a:lnTo>
                  <a:lnTo>
                    <a:pt x="4854495" y="892222"/>
                  </a:lnTo>
                  <a:lnTo>
                    <a:pt x="4854965" y="892222"/>
                  </a:lnTo>
                  <a:lnTo>
                    <a:pt x="4855530" y="892222"/>
                  </a:lnTo>
                  <a:lnTo>
                    <a:pt x="4855624" y="892222"/>
                  </a:lnTo>
                  <a:lnTo>
                    <a:pt x="4855718" y="892222"/>
                  </a:lnTo>
                  <a:lnTo>
                    <a:pt x="4856000" y="892222"/>
                  </a:lnTo>
                  <a:lnTo>
                    <a:pt x="4856188" y="892222"/>
                  </a:lnTo>
                  <a:lnTo>
                    <a:pt x="4856282" y="892222"/>
                  </a:lnTo>
                  <a:lnTo>
                    <a:pt x="4856376" y="892222"/>
                  </a:lnTo>
                  <a:lnTo>
                    <a:pt x="4856470" y="892222"/>
                  </a:lnTo>
                  <a:lnTo>
                    <a:pt x="4856564" y="892222"/>
                  </a:lnTo>
                  <a:lnTo>
                    <a:pt x="4856658" y="892222"/>
                  </a:lnTo>
                  <a:lnTo>
                    <a:pt x="4857034" y="892222"/>
                  </a:lnTo>
                  <a:lnTo>
                    <a:pt x="4857410" y="892222"/>
                  </a:lnTo>
                  <a:lnTo>
                    <a:pt x="4857880" y="892222"/>
                  </a:lnTo>
                  <a:lnTo>
                    <a:pt x="4858068" y="892222"/>
                  </a:lnTo>
                  <a:lnTo>
                    <a:pt x="4858162" y="892222"/>
                  </a:lnTo>
                  <a:lnTo>
                    <a:pt x="4858444" y="892222"/>
                  </a:lnTo>
                  <a:lnTo>
                    <a:pt x="4858538" y="892222"/>
                  </a:lnTo>
                  <a:lnTo>
                    <a:pt x="4858632" y="892222"/>
                  </a:lnTo>
                  <a:lnTo>
                    <a:pt x="4858914" y="892222"/>
                  </a:lnTo>
                  <a:lnTo>
                    <a:pt x="4859008" y="892222"/>
                  </a:lnTo>
                  <a:lnTo>
                    <a:pt x="4859197" y="892222"/>
                  </a:lnTo>
                  <a:lnTo>
                    <a:pt x="4859385" y="892222"/>
                  </a:lnTo>
                  <a:lnTo>
                    <a:pt x="4859761" y="892222"/>
                  </a:lnTo>
                  <a:lnTo>
                    <a:pt x="4863992" y="886942"/>
                  </a:lnTo>
                  <a:lnTo>
                    <a:pt x="4864086" y="886942"/>
                  </a:lnTo>
                  <a:lnTo>
                    <a:pt x="4864180" y="886942"/>
                  </a:lnTo>
                  <a:lnTo>
                    <a:pt x="4864274" y="886942"/>
                  </a:lnTo>
                  <a:lnTo>
                    <a:pt x="4864368" y="886942"/>
                  </a:lnTo>
                  <a:lnTo>
                    <a:pt x="4864462" y="886942"/>
                  </a:lnTo>
                  <a:lnTo>
                    <a:pt x="4864556" y="886942"/>
                  </a:lnTo>
                  <a:lnTo>
                    <a:pt x="4864650" y="886942"/>
                  </a:lnTo>
                  <a:lnTo>
                    <a:pt x="4864744" y="886942"/>
                  </a:lnTo>
                  <a:lnTo>
                    <a:pt x="4864838" y="886942"/>
                  </a:lnTo>
                  <a:lnTo>
                    <a:pt x="4864932" y="886942"/>
                  </a:lnTo>
                  <a:lnTo>
                    <a:pt x="4865026" y="886942"/>
                  </a:lnTo>
                  <a:lnTo>
                    <a:pt x="4865120" y="886942"/>
                  </a:lnTo>
                  <a:lnTo>
                    <a:pt x="4865590" y="886942"/>
                  </a:lnTo>
                  <a:lnTo>
                    <a:pt x="4865684" y="886942"/>
                  </a:lnTo>
                  <a:lnTo>
                    <a:pt x="4865872" y="886942"/>
                  </a:lnTo>
                  <a:lnTo>
                    <a:pt x="4866060" y="886942"/>
                  </a:lnTo>
                  <a:lnTo>
                    <a:pt x="4866155" y="886942"/>
                  </a:lnTo>
                  <a:lnTo>
                    <a:pt x="4866249" y="886942"/>
                  </a:lnTo>
                  <a:lnTo>
                    <a:pt x="4866343" y="886942"/>
                  </a:lnTo>
                  <a:lnTo>
                    <a:pt x="4866437" y="886942"/>
                  </a:lnTo>
                  <a:lnTo>
                    <a:pt x="4866907" y="886942"/>
                  </a:lnTo>
                  <a:lnTo>
                    <a:pt x="4867283" y="886942"/>
                  </a:lnTo>
                  <a:lnTo>
                    <a:pt x="4867377" y="886942"/>
                  </a:lnTo>
                  <a:lnTo>
                    <a:pt x="4867753" y="886942"/>
                  </a:lnTo>
                  <a:lnTo>
                    <a:pt x="4867847" y="886942"/>
                  </a:lnTo>
                  <a:lnTo>
                    <a:pt x="4868035" y="886942"/>
                  </a:lnTo>
                  <a:lnTo>
                    <a:pt x="4868129" y="886942"/>
                  </a:lnTo>
                  <a:lnTo>
                    <a:pt x="4868223" y="886942"/>
                  </a:lnTo>
                  <a:lnTo>
                    <a:pt x="4868505" y="886942"/>
                  </a:lnTo>
                  <a:lnTo>
                    <a:pt x="4868881" y="886942"/>
                  </a:lnTo>
                  <a:lnTo>
                    <a:pt x="4869163" y="886942"/>
                  </a:lnTo>
                  <a:lnTo>
                    <a:pt x="4869257" y="886942"/>
                  </a:lnTo>
                  <a:lnTo>
                    <a:pt x="4869822" y="886942"/>
                  </a:lnTo>
                  <a:lnTo>
                    <a:pt x="4870198" y="886942"/>
                  </a:lnTo>
                  <a:lnTo>
                    <a:pt x="4870386" y="886942"/>
                  </a:lnTo>
                  <a:lnTo>
                    <a:pt x="4870762" y="886942"/>
                  </a:lnTo>
                  <a:lnTo>
                    <a:pt x="4871420" y="886942"/>
                  </a:lnTo>
                  <a:lnTo>
                    <a:pt x="4871796" y="886942"/>
                  </a:lnTo>
                  <a:lnTo>
                    <a:pt x="4871984" y="886942"/>
                  </a:lnTo>
                  <a:lnTo>
                    <a:pt x="4872266" y="886942"/>
                  </a:lnTo>
                  <a:lnTo>
                    <a:pt x="4872830" y="886942"/>
                  </a:lnTo>
                  <a:lnTo>
                    <a:pt x="4873206" y="886942"/>
                  </a:lnTo>
                  <a:lnTo>
                    <a:pt x="4873301" y="886942"/>
                  </a:lnTo>
                  <a:lnTo>
                    <a:pt x="4873583" y="881663"/>
                  </a:lnTo>
                  <a:lnTo>
                    <a:pt x="4873677" y="881663"/>
                  </a:lnTo>
                  <a:lnTo>
                    <a:pt x="4874053" y="881663"/>
                  </a:lnTo>
                  <a:lnTo>
                    <a:pt x="4874335" y="881663"/>
                  </a:lnTo>
                  <a:lnTo>
                    <a:pt x="4874335" y="876383"/>
                  </a:lnTo>
                  <a:lnTo>
                    <a:pt x="4874523" y="876383"/>
                  </a:lnTo>
                  <a:lnTo>
                    <a:pt x="4874617" y="876383"/>
                  </a:lnTo>
                  <a:lnTo>
                    <a:pt x="4874899" y="876383"/>
                  </a:lnTo>
                  <a:lnTo>
                    <a:pt x="4875181" y="876383"/>
                  </a:lnTo>
                  <a:lnTo>
                    <a:pt x="4875463" y="876383"/>
                  </a:lnTo>
                  <a:lnTo>
                    <a:pt x="4875745" y="876383"/>
                  </a:lnTo>
                  <a:lnTo>
                    <a:pt x="4875839" y="876383"/>
                  </a:lnTo>
                  <a:lnTo>
                    <a:pt x="4876027" y="876383"/>
                  </a:lnTo>
                  <a:lnTo>
                    <a:pt x="4876121" y="876383"/>
                  </a:lnTo>
                  <a:lnTo>
                    <a:pt x="4876309" y="876383"/>
                  </a:lnTo>
                  <a:lnTo>
                    <a:pt x="4876403" y="876383"/>
                  </a:lnTo>
                  <a:lnTo>
                    <a:pt x="4876591" y="876383"/>
                  </a:lnTo>
                  <a:lnTo>
                    <a:pt x="4876968" y="876383"/>
                  </a:lnTo>
                  <a:lnTo>
                    <a:pt x="4877532" y="876383"/>
                  </a:lnTo>
                  <a:lnTo>
                    <a:pt x="4877626" y="876383"/>
                  </a:lnTo>
                  <a:lnTo>
                    <a:pt x="4877908" y="876383"/>
                  </a:lnTo>
                  <a:lnTo>
                    <a:pt x="4878284" y="876383"/>
                  </a:lnTo>
                  <a:lnTo>
                    <a:pt x="4878378" y="876383"/>
                  </a:lnTo>
                  <a:lnTo>
                    <a:pt x="4878566" y="876383"/>
                  </a:lnTo>
                  <a:lnTo>
                    <a:pt x="4878660" y="876383"/>
                  </a:lnTo>
                  <a:lnTo>
                    <a:pt x="4879130" y="876383"/>
                  </a:lnTo>
                  <a:lnTo>
                    <a:pt x="4879882" y="876383"/>
                  </a:lnTo>
                  <a:lnTo>
                    <a:pt x="4879976" y="876383"/>
                  </a:lnTo>
                  <a:lnTo>
                    <a:pt x="4880070" y="876383"/>
                  </a:lnTo>
                  <a:lnTo>
                    <a:pt x="4880447" y="876383"/>
                  </a:lnTo>
                  <a:lnTo>
                    <a:pt x="4880729" y="876383"/>
                  </a:lnTo>
                  <a:lnTo>
                    <a:pt x="4881293" y="876383"/>
                  </a:lnTo>
                  <a:lnTo>
                    <a:pt x="4881669" y="876383"/>
                  </a:lnTo>
                  <a:lnTo>
                    <a:pt x="4881857" y="876383"/>
                  </a:lnTo>
                  <a:lnTo>
                    <a:pt x="4882139" y="876383"/>
                  </a:lnTo>
                  <a:lnTo>
                    <a:pt x="4882421" y="876383"/>
                  </a:lnTo>
                  <a:lnTo>
                    <a:pt x="4882609" y="876383"/>
                  </a:lnTo>
                  <a:lnTo>
                    <a:pt x="4883643" y="876383"/>
                  </a:lnTo>
                  <a:lnTo>
                    <a:pt x="4883926" y="876383"/>
                  </a:lnTo>
                  <a:lnTo>
                    <a:pt x="4884020" y="876383"/>
                  </a:lnTo>
                  <a:lnTo>
                    <a:pt x="4884114" y="876383"/>
                  </a:lnTo>
                  <a:lnTo>
                    <a:pt x="4884208" y="876383"/>
                  </a:lnTo>
                  <a:lnTo>
                    <a:pt x="4884490" y="876383"/>
                  </a:lnTo>
                  <a:lnTo>
                    <a:pt x="4884678" y="876383"/>
                  </a:lnTo>
                  <a:lnTo>
                    <a:pt x="4885430" y="876383"/>
                  </a:lnTo>
                  <a:lnTo>
                    <a:pt x="4885524" y="876383"/>
                  </a:lnTo>
                  <a:lnTo>
                    <a:pt x="4885712" y="876383"/>
                  </a:lnTo>
                  <a:lnTo>
                    <a:pt x="4885712" y="871104"/>
                  </a:lnTo>
                  <a:lnTo>
                    <a:pt x="4886464" y="871104"/>
                  </a:lnTo>
                  <a:lnTo>
                    <a:pt x="4886746" y="871104"/>
                  </a:lnTo>
                  <a:lnTo>
                    <a:pt x="4886934" y="871104"/>
                  </a:lnTo>
                  <a:lnTo>
                    <a:pt x="4887216" y="871104"/>
                  </a:lnTo>
                  <a:lnTo>
                    <a:pt x="4888157" y="871104"/>
                  </a:lnTo>
                  <a:lnTo>
                    <a:pt x="4888251" y="871104"/>
                  </a:lnTo>
                  <a:lnTo>
                    <a:pt x="4888439" y="871104"/>
                  </a:lnTo>
                  <a:lnTo>
                    <a:pt x="4888533" y="871104"/>
                  </a:lnTo>
                  <a:lnTo>
                    <a:pt x="4888721" y="871104"/>
                  </a:lnTo>
                  <a:lnTo>
                    <a:pt x="4888815" y="871104"/>
                  </a:lnTo>
                  <a:lnTo>
                    <a:pt x="4888909" y="871104"/>
                  </a:lnTo>
                  <a:lnTo>
                    <a:pt x="4889191" y="871104"/>
                  </a:lnTo>
                  <a:lnTo>
                    <a:pt x="4889379" y="871104"/>
                  </a:lnTo>
                  <a:lnTo>
                    <a:pt x="4889849" y="871104"/>
                  </a:lnTo>
                  <a:lnTo>
                    <a:pt x="4890037" y="871104"/>
                  </a:lnTo>
                  <a:lnTo>
                    <a:pt x="4890225" y="871104"/>
                  </a:lnTo>
                  <a:lnTo>
                    <a:pt x="4890413" y="871104"/>
                  </a:lnTo>
                  <a:lnTo>
                    <a:pt x="4890507" y="871104"/>
                  </a:lnTo>
                  <a:lnTo>
                    <a:pt x="4890789" y="871104"/>
                  </a:lnTo>
                  <a:lnTo>
                    <a:pt x="4890883" y="871104"/>
                  </a:lnTo>
                  <a:lnTo>
                    <a:pt x="4891636" y="871104"/>
                  </a:lnTo>
                  <a:lnTo>
                    <a:pt x="4891824" y="871104"/>
                  </a:lnTo>
                  <a:lnTo>
                    <a:pt x="4891918" y="871104"/>
                  </a:lnTo>
                  <a:lnTo>
                    <a:pt x="4892200" y="871104"/>
                  </a:lnTo>
                  <a:lnTo>
                    <a:pt x="4892294" y="871104"/>
                  </a:lnTo>
                  <a:lnTo>
                    <a:pt x="4892388" y="871104"/>
                  </a:lnTo>
                  <a:lnTo>
                    <a:pt x="4892482" y="871104"/>
                  </a:lnTo>
                  <a:lnTo>
                    <a:pt x="4892858" y="871104"/>
                  </a:lnTo>
                  <a:lnTo>
                    <a:pt x="4893704" y="865825"/>
                  </a:lnTo>
                  <a:lnTo>
                    <a:pt x="4893798" y="865825"/>
                  </a:lnTo>
                  <a:lnTo>
                    <a:pt x="4894174" y="865825"/>
                  </a:lnTo>
                  <a:lnTo>
                    <a:pt x="4894645" y="865825"/>
                  </a:lnTo>
                  <a:lnTo>
                    <a:pt x="4895115" y="865825"/>
                  </a:lnTo>
                  <a:lnTo>
                    <a:pt x="4895209" y="865825"/>
                  </a:lnTo>
                  <a:lnTo>
                    <a:pt x="4895679" y="865825"/>
                  </a:lnTo>
                  <a:lnTo>
                    <a:pt x="4895773" y="865825"/>
                  </a:lnTo>
                  <a:lnTo>
                    <a:pt x="4895867" y="865825"/>
                  </a:lnTo>
                  <a:lnTo>
                    <a:pt x="4896149" y="865825"/>
                  </a:lnTo>
                  <a:lnTo>
                    <a:pt x="4896713" y="865825"/>
                  </a:lnTo>
                  <a:lnTo>
                    <a:pt x="4896807" y="865825"/>
                  </a:lnTo>
                  <a:lnTo>
                    <a:pt x="4896901" y="865825"/>
                  </a:lnTo>
                  <a:lnTo>
                    <a:pt x="4896995" y="865825"/>
                  </a:lnTo>
                  <a:lnTo>
                    <a:pt x="4897277" y="865825"/>
                  </a:lnTo>
                  <a:lnTo>
                    <a:pt x="4897371" y="865825"/>
                  </a:lnTo>
                  <a:lnTo>
                    <a:pt x="4897841" y="865825"/>
                  </a:lnTo>
                  <a:lnTo>
                    <a:pt x="4898218" y="865825"/>
                  </a:lnTo>
                  <a:lnTo>
                    <a:pt x="4898312" y="865825"/>
                  </a:lnTo>
                  <a:lnTo>
                    <a:pt x="4898688" y="865825"/>
                  </a:lnTo>
                  <a:lnTo>
                    <a:pt x="4898970" y="855266"/>
                  </a:lnTo>
                  <a:lnTo>
                    <a:pt x="4899064" y="855266"/>
                  </a:lnTo>
                  <a:lnTo>
                    <a:pt x="4899628" y="855266"/>
                  </a:lnTo>
                  <a:lnTo>
                    <a:pt x="4899910" y="855266"/>
                  </a:lnTo>
                  <a:lnTo>
                    <a:pt x="4900004" y="855266"/>
                  </a:lnTo>
                  <a:lnTo>
                    <a:pt x="4900850" y="855266"/>
                  </a:lnTo>
                  <a:lnTo>
                    <a:pt x="4900944" y="855266"/>
                  </a:lnTo>
                  <a:lnTo>
                    <a:pt x="4901038" y="855266"/>
                  </a:lnTo>
                  <a:lnTo>
                    <a:pt x="4901226" y="855266"/>
                  </a:lnTo>
                  <a:lnTo>
                    <a:pt x="4901603" y="855266"/>
                  </a:lnTo>
                  <a:lnTo>
                    <a:pt x="4901697" y="855266"/>
                  </a:lnTo>
                  <a:lnTo>
                    <a:pt x="4901885" y="855266"/>
                  </a:lnTo>
                  <a:lnTo>
                    <a:pt x="4902167" y="855266"/>
                  </a:lnTo>
                  <a:lnTo>
                    <a:pt x="4902261" y="855266"/>
                  </a:lnTo>
                  <a:lnTo>
                    <a:pt x="4902449" y="855266"/>
                  </a:lnTo>
                  <a:lnTo>
                    <a:pt x="4902543" y="855266"/>
                  </a:lnTo>
                  <a:lnTo>
                    <a:pt x="4903107" y="849986"/>
                  </a:lnTo>
                  <a:lnTo>
                    <a:pt x="4903577" y="849986"/>
                  </a:lnTo>
                  <a:lnTo>
                    <a:pt x="4904235" y="849986"/>
                  </a:lnTo>
                  <a:lnTo>
                    <a:pt x="4904329" y="849986"/>
                  </a:lnTo>
                  <a:lnTo>
                    <a:pt x="4904423" y="849986"/>
                  </a:lnTo>
                  <a:lnTo>
                    <a:pt x="4904705" y="844707"/>
                  </a:lnTo>
                  <a:lnTo>
                    <a:pt x="4904799" y="844707"/>
                  </a:lnTo>
                  <a:lnTo>
                    <a:pt x="4905176" y="844707"/>
                  </a:lnTo>
                  <a:lnTo>
                    <a:pt x="4905364" y="844707"/>
                  </a:lnTo>
                  <a:lnTo>
                    <a:pt x="4905458" y="844707"/>
                  </a:lnTo>
                  <a:lnTo>
                    <a:pt x="4905834" y="844707"/>
                  </a:lnTo>
                  <a:lnTo>
                    <a:pt x="4906022" y="844707"/>
                  </a:lnTo>
                  <a:lnTo>
                    <a:pt x="4906210" y="844707"/>
                  </a:lnTo>
                  <a:lnTo>
                    <a:pt x="4906774" y="844707"/>
                  </a:lnTo>
                  <a:lnTo>
                    <a:pt x="4907056" y="844707"/>
                  </a:lnTo>
                  <a:lnTo>
                    <a:pt x="4907244" y="844707"/>
                  </a:lnTo>
                  <a:lnTo>
                    <a:pt x="4907338" y="844707"/>
                  </a:lnTo>
                  <a:lnTo>
                    <a:pt x="4907432" y="844707"/>
                  </a:lnTo>
                  <a:lnTo>
                    <a:pt x="4907526" y="844707"/>
                  </a:lnTo>
                  <a:lnTo>
                    <a:pt x="4907620" y="844707"/>
                  </a:lnTo>
                  <a:lnTo>
                    <a:pt x="4907808" y="844707"/>
                  </a:lnTo>
                  <a:lnTo>
                    <a:pt x="4907996" y="844707"/>
                  </a:lnTo>
                  <a:lnTo>
                    <a:pt x="4908372" y="844707"/>
                  </a:lnTo>
                  <a:lnTo>
                    <a:pt x="4908466" y="839427"/>
                  </a:lnTo>
                  <a:lnTo>
                    <a:pt x="4909031" y="839427"/>
                  </a:lnTo>
                  <a:lnTo>
                    <a:pt x="4909407" y="839427"/>
                  </a:lnTo>
                  <a:lnTo>
                    <a:pt x="4909501" y="839427"/>
                  </a:lnTo>
                  <a:lnTo>
                    <a:pt x="4910065" y="839427"/>
                  </a:lnTo>
                  <a:lnTo>
                    <a:pt x="4910347" y="839427"/>
                  </a:lnTo>
                  <a:lnTo>
                    <a:pt x="4910629" y="839427"/>
                  </a:lnTo>
                  <a:lnTo>
                    <a:pt x="4910911" y="839427"/>
                  </a:lnTo>
                  <a:lnTo>
                    <a:pt x="4911005" y="839427"/>
                  </a:lnTo>
                  <a:lnTo>
                    <a:pt x="4911193" y="839427"/>
                  </a:lnTo>
                  <a:lnTo>
                    <a:pt x="4911569" y="839427"/>
                  </a:lnTo>
                  <a:lnTo>
                    <a:pt x="4911757" y="839427"/>
                  </a:lnTo>
                  <a:lnTo>
                    <a:pt x="4912133" y="839427"/>
                  </a:lnTo>
                  <a:lnTo>
                    <a:pt x="4912228" y="839427"/>
                  </a:lnTo>
                  <a:lnTo>
                    <a:pt x="4912698" y="839427"/>
                  </a:lnTo>
                  <a:lnTo>
                    <a:pt x="4913168" y="839427"/>
                  </a:lnTo>
                  <a:lnTo>
                    <a:pt x="4913262" y="839427"/>
                  </a:lnTo>
                  <a:lnTo>
                    <a:pt x="4913356" y="839427"/>
                  </a:lnTo>
                  <a:lnTo>
                    <a:pt x="4913450" y="839427"/>
                  </a:lnTo>
                  <a:lnTo>
                    <a:pt x="4913544" y="839427"/>
                  </a:lnTo>
                  <a:lnTo>
                    <a:pt x="4913638" y="839427"/>
                  </a:lnTo>
                  <a:lnTo>
                    <a:pt x="4914014" y="839427"/>
                  </a:lnTo>
                  <a:lnTo>
                    <a:pt x="4914672" y="839427"/>
                  </a:lnTo>
                  <a:lnTo>
                    <a:pt x="4915048" y="839427"/>
                  </a:lnTo>
                  <a:lnTo>
                    <a:pt x="4915236" y="839427"/>
                  </a:lnTo>
                  <a:lnTo>
                    <a:pt x="4915330" y="839427"/>
                  </a:lnTo>
                  <a:lnTo>
                    <a:pt x="4915612" y="839427"/>
                  </a:lnTo>
                  <a:lnTo>
                    <a:pt x="4916741" y="834148"/>
                  </a:lnTo>
                  <a:lnTo>
                    <a:pt x="4916835" y="834148"/>
                  </a:lnTo>
                  <a:lnTo>
                    <a:pt x="4917117" y="834148"/>
                  </a:lnTo>
                  <a:lnTo>
                    <a:pt x="4917211" y="834148"/>
                  </a:lnTo>
                  <a:lnTo>
                    <a:pt x="4917869" y="834148"/>
                  </a:lnTo>
                  <a:lnTo>
                    <a:pt x="4917963" y="834148"/>
                  </a:lnTo>
                  <a:lnTo>
                    <a:pt x="4918151" y="834148"/>
                  </a:lnTo>
                  <a:lnTo>
                    <a:pt x="4918339" y="834148"/>
                  </a:lnTo>
                  <a:lnTo>
                    <a:pt x="4918527" y="834148"/>
                  </a:lnTo>
                  <a:lnTo>
                    <a:pt x="4918715" y="834148"/>
                  </a:lnTo>
                  <a:lnTo>
                    <a:pt x="4918997" y="834148"/>
                  </a:lnTo>
                  <a:lnTo>
                    <a:pt x="4919279" y="834148"/>
                  </a:lnTo>
                  <a:lnTo>
                    <a:pt x="4919468" y="834148"/>
                  </a:lnTo>
                  <a:lnTo>
                    <a:pt x="4919656" y="828869"/>
                  </a:lnTo>
                  <a:lnTo>
                    <a:pt x="4919844" y="828869"/>
                  </a:lnTo>
                  <a:lnTo>
                    <a:pt x="4919938" y="828869"/>
                  </a:lnTo>
                  <a:lnTo>
                    <a:pt x="4920032" y="828869"/>
                  </a:lnTo>
                  <a:lnTo>
                    <a:pt x="4920126" y="828869"/>
                  </a:lnTo>
                  <a:lnTo>
                    <a:pt x="4920690" y="828869"/>
                  </a:lnTo>
                  <a:lnTo>
                    <a:pt x="4920784" y="828869"/>
                  </a:lnTo>
                  <a:lnTo>
                    <a:pt x="4920878" y="828869"/>
                  </a:lnTo>
                  <a:lnTo>
                    <a:pt x="4921536" y="828869"/>
                  </a:lnTo>
                  <a:lnTo>
                    <a:pt x="4921724" y="828869"/>
                  </a:lnTo>
                  <a:lnTo>
                    <a:pt x="4922006" y="828869"/>
                  </a:lnTo>
                  <a:lnTo>
                    <a:pt x="4922100" y="828869"/>
                  </a:lnTo>
                  <a:lnTo>
                    <a:pt x="4922194" y="828869"/>
                  </a:lnTo>
                  <a:lnTo>
                    <a:pt x="4922382" y="828869"/>
                  </a:lnTo>
                  <a:lnTo>
                    <a:pt x="4923135" y="828869"/>
                  </a:lnTo>
                  <a:lnTo>
                    <a:pt x="4923229" y="828869"/>
                  </a:lnTo>
                  <a:lnTo>
                    <a:pt x="4923417" y="828869"/>
                  </a:lnTo>
                  <a:lnTo>
                    <a:pt x="4923511" y="828869"/>
                  </a:lnTo>
                  <a:lnTo>
                    <a:pt x="4923699" y="828869"/>
                  </a:lnTo>
                  <a:lnTo>
                    <a:pt x="4924357" y="828869"/>
                  </a:lnTo>
                  <a:lnTo>
                    <a:pt x="4924451" y="828869"/>
                  </a:lnTo>
                  <a:lnTo>
                    <a:pt x="4924545" y="828869"/>
                  </a:lnTo>
                  <a:lnTo>
                    <a:pt x="4925015" y="828869"/>
                  </a:lnTo>
                  <a:lnTo>
                    <a:pt x="4926143" y="823589"/>
                  </a:lnTo>
                  <a:lnTo>
                    <a:pt x="4926331" y="823589"/>
                  </a:lnTo>
                  <a:lnTo>
                    <a:pt x="4926614" y="818310"/>
                  </a:lnTo>
                  <a:lnTo>
                    <a:pt x="4926708" y="818310"/>
                  </a:lnTo>
                  <a:lnTo>
                    <a:pt x="4926802" y="818310"/>
                  </a:lnTo>
                  <a:lnTo>
                    <a:pt x="4926896" y="818310"/>
                  </a:lnTo>
                  <a:lnTo>
                    <a:pt x="4926990" y="818310"/>
                  </a:lnTo>
                  <a:lnTo>
                    <a:pt x="4927178" y="813030"/>
                  </a:lnTo>
                  <a:lnTo>
                    <a:pt x="4927272" y="813030"/>
                  </a:lnTo>
                  <a:lnTo>
                    <a:pt x="4927366" y="813030"/>
                  </a:lnTo>
                  <a:lnTo>
                    <a:pt x="4927460" y="813030"/>
                  </a:lnTo>
                  <a:lnTo>
                    <a:pt x="4927554" y="813030"/>
                  </a:lnTo>
                  <a:lnTo>
                    <a:pt x="4927648" y="813030"/>
                  </a:lnTo>
                  <a:lnTo>
                    <a:pt x="4927836" y="813030"/>
                  </a:lnTo>
                  <a:lnTo>
                    <a:pt x="4928118" y="813030"/>
                  </a:lnTo>
                  <a:lnTo>
                    <a:pt x="4928494" y="813030"/>
                  </a:lnTo>
                  <a:lnTo>
                    <a:pt x="4928682" y="813030"/>
                  </a:lnTo>
                  <a:lnTo>
                    <a:pt x="4928964" y="813030"/>
                  </a:lnTo>
                  <a:lnTo>
                    <a:pt x="4929716" y="813030"/>
                  </a:lnTo>
                  <a:lnTo>
                    <a:pt x="4929810" y="813030"/>
                  </a:lnTo>
                  <a:lnTo>
                    <a:pt x="4930093" y="813030"/>
                  </a:lnTo>
                  <a:lnTo>
                    <a:pt x="4930563" y="813030"/>
                  </a:lnTo>
                  <a:lnTo>
                    <a:pt x="4930751" y="813030"/>
                  </a:lnTo>
                  <a:lnTo>
                    <a:pt x="4930845" y="813030"/>
                  </a:lnTo>
                  <a:lnTo>
                    <a:pt x="4931127" y="813030"/>
                  </a:lnTo>
                  <a:lnTo>
                    <a:pt x="4931315" y="813030"/>
                  </a:lnTo>
                  <a:lnTo>
                    <a:pt x="4931597" y="813030"/>
                  </a:lnTo>
                  <a:lnTo>
                    <a:pt x="4931785" y="813030"/>
                  </a:lnTo>
                  <a:lnTo>
                    <a:pt x="4932161" y="813030"/>
                  </a:lnTo>
                  <a:lnTo>
                    <a:pt x="4932255" y="813030"/>
                  </a:lnTo>
                  <a:lnTo>
                    <a:pt x="4933007" y="813030"/>
                  </a:lnTo>
                  <a:lnTo>
                    <a:pt x="4933289" y="813030"/>
                  </a:lnTo>
                  <a:lnTo>
                    <a:pt x="4933383" y="813030"/>
                  </a:lnTo>
                  <a:lnTo>
                    <a:pt x="4934136" y="813030"/>
                  </a:lnTo>
                  <a:lnTo>
                    <a:pt x="4934512" y="813030"/>
                  </a:lnTo>
                  <a:lnTo>
                    <a:pt x="4934606" y="813030"/>
                  </a:lnTo>
                  <a:lnTo>
                    <a:pt x="4934700" y="813030"/>
                  </a:lnTo>
                  <a:lnTo>
                    <a:pt x="4934888" y="813030"/>
                  </a:lnTo>
                  <a:lnTo>
                    <a:pt x="4935358" y="813030"/>
                  </a:lnTo>
                  <a:lnTo>
                    <a:pt x="4935452" y="813030"/>
                  </a:lnTo>
                  <a:lnTo>
                    <a:pt x="4935922" y="813030"/>
                  </a:lnTo>
                  <a:lnTo>
                    <a:pt x="4936016" y="813030"/>
                  </a:lnTo>
                  <a:lnTo>
                    <a:pt x="4936110" y="813030"/>
                  </a:lnTo>
                  <a:lnTo>
                    <a:pt x="4936862" y="813030"/>
                  </a:lnTo>
                  <a:lnTo>
                    <a:pt x="4936956" y="813030"/>
                  </a:lnTo>
                  <a:lnTo>
                    <a:pt x="4937239" y="813030"/>
                  </a:lnTo>
                  <a:lnTo>
                    <a:pt x="4937427" y="813030"/>
                  </a:lnTo>
                  <a:lnTo>
                    <a:pt x="4937521" y="813030"/>
                  </a:lnTo>
                  <a:lnTo>
                    <a:pt x="4937803" y="813030"/>
                  </a:lnTo>
                  <a:lnTo>
                    <a:pt x="4937897" y="813030"/>
                  </a:lnTo>
                  <a:lnTo>
                    <a:pt x="4938085" y="813030"/>
                  </a:lnTo>
                  <a:lnTo>
                    <a:pt x="4938179" y="813030"/>
                  </a:lnTo>
                  <a:lnTo>
                    <a:pt x="4938743" y="813030"/>
                  </a:lnTo>
                  <a:lnTo>
                    <a:pt x="4938837" y="813030"/>
                  </a:lnTo>
                  <a:lnTo>
                    <a:pt x="4938931" y="813030"/>
                  </a:lnTo>
                  <a:lnTo>
                    <a:pt x="4939401" y="813030"/>
                  </a:lnTo>
                  <a:lnTo>
                    <a:pt x="4939589" y="813030"/>
                  </a:lnTo>
                  <a:lnTo>
                    <a:pt x="4939683" y="813030"/>
                  </a:lnTo>
                  <a:lnTo>
                    <a:pt x="4939965" y="813030"/>
                  </a:lnTo>
                  <a:lnTo>
                    <a:pt x="4940059" y="813030"/>
                  </a:lnTo>
                  <a:lnTo>
                    <a:pt x="4940247" y="807751"/>
                  </a:lnTo>
                  <a:lnTo>
                    <a:pt x="4940435" y="807751"/>
                  </a:lnTo>
                  <a:lnTo>
                    <a:pt x="4940529" y="807751"/>
                  </a:lnTo>
                  <a:lnTo>
                    <a:pt x="4941282" y="807751"/>
                  </a:lnTo>
                  <a:lnTo>
                    <a:pt x="4941470" y="807751"/>
                  </a:lnTo>
                  <a:lnTo>
                    <a:pt x="4941564" y="807751"/>
                  </a:lnTo>
                  <a:lnTo>
                    <a:pt x="4941940" y="807751"/>
                  </a:lnTo>
                  <a:lnTo>
                    <a:pt x="4942034" y="807751"/>
                  </a:lnTo>
                  <a:lnTo>
                    <a:pt x="4942128" y="807751"/>
                  </a:lnTo>
                  <a:lnTo>
                    <a:pt x="4942598" y="807751"/>
                  </a:lnTo>
                  <a:lnTo>
                    <a:pt x="4943162" y="807751"/>
                  </a:lnTo>
                  <a:lnTo>
                    <a:pt x="4943726" y="807751"/>
                  </a:lnTo>
                  <a:lnTo>
                    <a:pt x="4944197" y="807751"/>
                  </a:lnTo>
                  <a:lnTo>
                    <a:pt x="4944291" y="807751"/>
                  </a:lnTo>
                  <a:lnTo>
                    <a:pt x="4944385" y="807751"/>
                  </a:lnTo>
                  <a:lnTo>
                    <a:pt x="4944479" y="807751"/>
                  </a:lnTo>
                  <a:lnTo>
                    <a:pt x="4944855" y="807751"/>
                  </a:lnTo>
                  <a:lnTo>
                    <a:pt x="4944949" y="807751"/>
                  </a:lnTo>
                  <a:lnTo>
                    <a:pt x="4945043" y="807751"/>
                  </a:lnTo>
                  <a:lnTo>
                    <a:pt x="4945701" y="807751"/>
                  </a:lnTo>
                  <a:lnTo>
                    <a:pt x="4946077" y="807751"/>
                  </a:lnTo>
                  <a:lnTo>
                    <a:pt x="4946171" y="807751"/>
                  </a:lnTo>
                  <a:lnTo>
                    <a:pt x="4946453" y="807751"/>
                  </a:lnTo>
                  <a:lnTo>
                    <a:pt x="4946641" y="807751"/>
                  </a:lnTo>
                  <a:lnTo>
                    <a:pt x="4946923" y="807751"/>
                  </a:lnTo>
                  <a:lnTo>
                    <a:pt x="4947205" y="807751"/>
                  </a:lnTo>
                  <a:lnTo>
                    <a:pt x="4947487" y="807751"/>
                  </a:lnTo>
                  <a:lnTo>
                    <a:pt x="4947581" y="807751"/>
                  </a:lnTo>
                  <a:lnTo>
                    <a:pt x="4947864" y="807751"/>
                  </a:lnTo>
                  <a:lnTo>
                    <a:pt x="4948052" y="807751"/>
                  </a:lnTo>
                  <a:lnTo>
                    <a:pt x="4948240" y="807751"/>
                  </a:lnTo>
                  <a:lnTo>
                    <a:pt x="4948334" y="807751"/>
                  </a:lnTo>
                  <a:lnTo>
                    <a:pt x="4948428" y="807751"/>
                  </a:lnTo>
                  <a:lnTo>
                    <a:pt x="4948804" y="807751"/>
                  </a:lnTo>
                  <a:lnTo>
                    <a:pt x="4948898" y="807751"/>
                  </a:lnTo>
                  <a:lnTo>
                    <a:pt x="4948992" y="807751"/>
                  </a:lnTo>
                  <a:lnTo>
                    <a:pt x="4949650" y="807751"/>
                  </a:lnTo>
                  <a:lnTo>
                    <a:pt x="4949838" y="807751"/>
                  </a:lnTo>
                  <a:lnTo>
                    <a:pt x="4949932" y="807751"/>
                  </a:lnTo>
                  <a:lnTo>
                    <a:pt x="4950308" y="807751"/>
                  </a:lnTo>
                  <a:lnTo>
                    <a:pt x="4950496" y="807751"/>
                  </a:lnTo>
                  <a:lnTo>
                    <a:pt x="4950684" y="807751"/>
                  </a:lnTo>
                  <a:lnTo>
                    <a:pt x="4950778" y="807751"/>
                  </a:lnTo>
                  <a:lnTo>
                    <a:pt x="4951437" y="807751"/>
                  </a:lnTo>
                  <a:lnTo>
                    <a:pt x="4951625" y="807751"/>
                  </a:lnTo>
                  <a:lnTo>
                    <a:pt x="4951907" y="807751"/>
                  </a:lnTo>
                  <a:lnTo>
                    <a:pt x="4952189" y="807751"/>
                  </a:lnTo>
                  <a:lnTo>
                    <a:pt x="4952283" y="807751"/>
                  </a:lnTo>
                  <a:lnTo>
                    <a:pt x="4952753" y="807751"/>
                  </a:lnTo>
                  <a:lnTo>
                    <a:pt x="4952941" y="807751"/>
                  </a:lnTo>
                  <a:lnTo>
                    <a:pt x="4953317" y="807751"/>
                  </a:lnTo>
                  <a:lnTo>
                    <a:pt x="4953693" y="802472"/>
                  </a:lnTo>
                  <a:lnTo>
                    <a:pt x="4953787" y="802472"/>
                  </a:lnTo>
                  <a:lnTo>
                    <a:pt x="4953975" y="802472"/>
                  </a:lnTo>
                  <a:lnTo>
                    <a:pt x="4954351" y="802472"/>
                  </a:lnTo>
                  <a:lnTo>
                    <a:pt x="4954445" y="802472"/>
                  </a:lnTo>
                  <a:lnTo>
                    <a:pt x="4954633" y="802472"/>
                  </a:lnTo>
                  <a:lnTo>
                    <a:pt x="4954822" y="802472"/>
                  </a:lnTo>
                  <a:lnTo>
                    <a:pt x="4955292" y="802472"/>
                  </a:lnTo>
                  <a:lnTo>
                    <a:pt x="4955386" y="802472"/>
                  </a:lnTo>
                  <a:lnTo>
                    <a:pt x="4955480" y="802472"/>
                  </a:lnTo>
                  <a:lnTo>
                    <a:pt x="4955762" y="802472"/>
                  </a:lnTo>
                  <a:lnTo>
                    <a:pt x="4955856" y="802472"/>
                  </a:lnTo>
                  <a:lnTo>
                    <a:pt x="4955950" y="802472"/>
                  </a:lnTo>
                  <a:lnTo>
                    <a:pt x="4956044" y="802472"/>
                  </a:lnTo>
                  <a:lnTo>
                    <a:pt x="4956420" y="802472"/>
                  </a:lnTo>
                  <a:lnTo>
                    <a:pt x="4956796" y="802472"/>
                  </a:lnTo>
                  <a:lnTo>
                    <a:pt x="4956984" y="802472"/>
                  </a:lnTo>
                  <a:lnTo>
                    <a:pt x="4957172" y="802472"/>
                  </a:lnTo>
                  <a:lnTo>
                    <a:pt x="4957924" y="802472"/>
                  </a:lnTo>
                  <a:lnTo>
                    <a:pt x="4958018" y="802472"/>
                  </a:lnTo>
                  <a:lnTo>
                    <a:pt x="4958301" y="802472"/>
                  </a:lnTo>
                  <a:lnTo>
                    <a:pt x="4958395" y="802472"/>
                  </a:lnTo>
                  <a:lnTo>
                    <a:pt x="4959147" y="802472"/>
                  </a:lnTo>
                  <a:lnTo>
                    <a:pt x="4959241" y="802472"/>
                  </a:lnTo>
                  <a:lnTo>
                    <a:pt x="4959335" y="802472"/>
                  </a:lnTo>
                  <a:lnTo>
                    <a:pt x="4959429" y="802472"/>
                  </a:lnTo>
                  <a:lnTo>
                    <a:pt x="4959523" y="802472"/>
                  </a:lnTo>
                  <a:lnTo>
                    <a:pt x="4959617" y="802472"/>
                  </a:lnTo>
                  <a:lnTo>
                    <a:pt x="4959711" y="802472"/>
                  </a:lnTo>
                  <a:lnTo>
                    <a:pt x="4960087" y="802472"/>
                  </a:lnTo>
                  <a:lnTo>
                    <a:pt x="4960181" y="802472"/>
                  </a:lnTo>
                  <a:lnTo>
                    <a:pt x="4960275" y="802472"/>
                  </a:lnTo>
                  <a:lnTo>
                    <a:pt x="4960369" y="802472"/>
                  </a:lnTo>
                  <a:lnTo>
                    <a:pt x="4960463" y="802472"/>
                  </a:lnTo>
                  <a:lnTo>
                    <a:pt x="4960745" y="802472"/>
                  </a:lnTo>
                  <a:lnTo>
                    <a:pt x="4960839" y="802472"/>
                  </a:lnTo>
                  <a:lnTo>
                    <a:pt x="4961215" y="802472"/>
                  </a:lnTo>
                  <a:lnTo>
                    <a:pt x="4961591" y="802472"/>
                  </a:lnTo>
                  <a:lnTo>
                    <a:pt x="4961779" y="802472"/>
                  </a:lnTo>
                  <a:lnTo>
                    <a:pt x="4961779" y="797192"/>
                  </a:lnTo>
                  <a:lnTo>
                    <a:pt x="4961874" y="797192"/>
                  </a:lnTo>
                  <a:lnTo>
                    <a:pt x="4962156" y="797192"/>
                  </a:lnTo>
                  <a:lnTo>
                    <a:pt x="4962250" y="797192"/>
                  </a:lnTo>
                  <a:lnTo>
                    <a:pt x="4962438" y="797192"/>
                  </a:lnTo>
                  <a:lnTo>
                    <a:pt x="4962720" y="797192"/>
                  </a:lnTo>
                  <a:lnTo>
                    <a:pt x="4962908" y="797192"/>
                  </a:lnTo>
                  <a:lnTo>
                    <a:pt x="4963002" y="797192"/>
                  </a:lnTo>
                  <a:lnTo>
                    <a:pt x="4963190" y="797192"/>
                  </a:lnTo>
                  <a:lnTo>
                    <a:pt x="4964036" y="797192"/>
                  </a:lnTo>
                  <a:lnTo>
                    <a:pt x="4964130" y="797192"/>
                  </a:lnTo>
                  <a:lnTo>
                    <a:pt x="4964412" y="797192"/>
                  </a:lnTo>
                  <a:lnTo>
                    <a:pt x="4964694" y="797192"/>
                  </a:lnTo>
                  <a:lnTo>
                    <a:pt x="4964882" y="797192"/>
                  </a:lnTo>
                  <a:lnTo>
                    <a:pt x="4964976" y="797192"/>
                  </a:lnTo>
                  <a:lnTo>
                    <a:pt x="4965352" y="797192"/>
                  </a:lnTo>
                  <a:lnTo>
                    <a:pt x="4965635" y="797192"/>
                  </a:lnTo>
                  <a:lnTo>
                    <a:pt x="4965823" y="797192"/>
                  </a:lnTo>
                  <a:lnTo>
                    <a:pt x="4966011" y="797192"/>
                  </a:lnTo>
                  <a:lnTo>
                    <a:pt x="4966575" y="797192"/>
                  </a:lnTo>
                  <a:lnTo>
                    <a:pt x="4967045" y="797192"/>
                  </a:lnTo>
                  <a:lnTo>
                    <a:pt x="4967139" y="797192"/>
                  </a:lnTo>
                  <a:lnTo>
                    <a:pt x="4967233" y="797192"/>
                  </a:lnTo>
                  <a:lnTo>
                    <a:pt x="4967609" y="797192"/>
                  </a:lnTo>
                  <a:lnTo>
                    <a:pt x="4967703" y="797192"/>
                  </a:lnTo>
                  <a:lnTo>
                    <a:pt x="4967797" y="797192"/>
                  </a:lnTo>
                  <a:lnTo>
                    <a:pt x="4967985" y="797192"/>
                  </a:lnTo>
                  <a:lnTo>
                    <a:pt x="4968173" y="797192"/>
                  </a:lnTo>
                  <a:lnTo>
                    <a:pt x="4968737" y="797192"/>
                  </a:lnTo>
                  <a:lnTo>
                    <a:pt x="4968831" y="797192"/>
                  </a:lnTo>
                  <a:lnTo>
                    <a:pt x="4969020" y="797192"/>
                  </a:lnTo>
                  <a:lnTo>
                    <a:pt x="4969114" y="791913"/>
                  </a:lnTo>
                  <a:lnTo>
                    <a:pt x="4969302" y="791913"/>
                  </a:lnTo>
                  <a:lnTo>
                    <a:pt x="4969584" y="791913"/>
                  </a:lnTo>
                  <a:lnTo>
                    <a:pt x="4969678" y="791913"/>
                  </a:lnTo>
                  <a:lnTo>
                    <a:pt x="4969866" y="791913"/>
                  </a:lnTo>
                  <a:lnTo>
                    <a:pt x="4970054" y="791913"/>
                  </a:lnTo>
                  <a:lnTo>
                    <a:pt x="4970148" y="791913"/>
                  </a:lnTo>
                  <a:lnTo>
                    <a:pt x="4970336" y="791913"/>
                  </a:lnTo>
                  <a:lnTo>
                    <a:pt x="4970618" y="791913"/>
                  </a:lnTo>
                  <a:lnTo>
                    <a:pt x="4973439" y="791913"/>
                  </a:lnTo>
                  <a:lnTo>
                    <a:pt x="4973533" y="791913"/>
                  </a:lnTo>
                  <a:lnTo>
                    <a:pt x="4973627" y="791913"/>
                  </a:lnTo>
                  <a:lnTo>
                    <a:pt x="4973721" y="791913"/>
                  </a:lnTo>
                  <a:lnTo>
                    <a:pt x="4973815" y="786633"/>
                  </a:lnTo>
                  <a:lnTo>
                    <a:pt x="4973909" y="786633"/>
                  </a:lnTo>
                  <a:lnTo>
                    <a:pt x="4974097" y="786633"/>
                  </a:lnTo>
                  <a:lnTo>
                    <a:pt x="4974473" y="786633"/>
                  </a:lnTo>
                  <a:lnTo>
                    <a:pt x="4974567" y="786633"/>
                  </a:lnTo>
                  <a:lnTo>
                    <a:pt x="4974755" y="786633"/>
                  </a:lnTo>
                  <a:lnTo>
                    <a:pt x="4975131" y="786633"/>
                  </a:lnTo>
                  <a:lnTo>
                    <a:pt x="4975413" y="786633"/>
                  </a:lnTo>
                  <a:lnTo>
                    <a:pt x="4975789" y="786633"/>
                  </a:lnTo>
                  <a:lnTo>
                    <a:pt x="4975883" y="786633"/>
                  </a:lnTo>
                  <a:lnTo>
                    <a:pt x="4976072" y="786633"/>
                  </a:lnTo>
                  <a:lnTo>
                    <a:pt x="4976354" y="786633"/>
                  </a:lnTo>
                  <a:lnTo>
                    <a:pt x="4976636" y="786633"/>
                  </a:lnTo>
                  <a:lnTo>
                    <a:pt x="4976730" y="786633"/>
                  </a:lnTo>
                  <a:lnTo>
                    <a:pt x="4976918" y="786633"/>
                  </a:lnTo>
                  <a:lnTo>
                    <a:pt x="4977576" y="786633"/>
                  </a:lnTo>
                  <a:lnTo>
                    <a:pt x="4977858" y="786633"/>
                  </a:lnTo>
                  <a:lnTo>
                    <a:pt x="4977952" y="786633"/>
                  </a:lnTo>
                  <a:lnTo>
                    <a:pt x="4978234" y="786633"/>
                  </a:lnTo>
                  <a:lnTo>
                    <a:pt x="4979268" y="786633"/>
                  </a:lnTo>
                  <a:lnTo>
                    <a:pt x="4979362" y="786633"/>
                  </a:lnTo>
                  <a:lnTo>
                    <a:pt x="4979550" y="786633"/>
                  </a:lnTo>
                  <a:lnTo>
                    <a:pt x="4979833" y="786633"/>
                  </a:lnTo>
                  <a:lnTo>
                    <a:pt x="4979927" y="786633"/>
                  </a:lnTo>
                  <a:lnTo>
                    <a:pt x="4980021" y="786633"/>
                  </a:lnTo>
                  <a:lnTo>
                    <a:pt x="4980115" y="786633"/>
                  </a:lnTo>
                  <a:lnTo>
                    <a:pt x="4980961" y="786633"/>
                  </a:lnTo>
                  <a:lnTo>
                    <a:pt x="4981055" y="786633"/>
                  </a:lnTo>
                  <a:lnTo>
                    <a:pt x="4981243" y="786633"/>
                  </a:lnTo>
                  <a:lnTo>
                    <a:pt x="4981337" y="786633"/>
                  </a:lnTo>
                  <a:lnTo>
                    <a:pt x="4981525" y="786633"/>
                  </a:lnTo>
                  <a:lnTo>
                    <a:pt x="4981619" y="786633"/>
                  </a:lnTo>
                  <a:lnTo>
                    <a:pt x="4981807" y="786633"/>
                  </a:lnTo>
                  <a:lnTo>
                    <a:pt x="4982371" y="781354"/>
                  </a:lnTo>
                  <a:lnTo>
                    <a:pt x="4982465" y="781354"/>
                  </a:lnTo>
                  <a:lnTo>
                    <a:pt x="4982747" y="781354"/>
                  </a:lnTo>
                  <a:lnTo>
                    <a:pt x="4983029" y="781354"/>
                  </a:lnTo>
                  <a:lnTo>
                    <a:pt x="4983218" y="781354"/>
                  </a:lnTo>
                  <a:lnTo>
                    <a:pt x="4983312" y="781354"/>
                  </a:lnTo>
                  <a:lnTo>
                    <a:pt x="4983500" y="781354"/>
                  </a:lnTo>
                  <a:lnTo>
                    <a:pt x="4983594" y="781354"/>
                  </a:lnTo>
                  <a:lnTo>
                    <a:pt x="4983782" y="781354"/>
                  </a:lnTo>
                  <a:lnTo>
                    <a:pt x="4983876" y="781354"/>
                  </a:lnTo>
                  <a:lnTo>
                    <a:pt x="4984158" y="781354"/>
                  </a:lnTo>
                  <a:lnTo>
                    <a:pt x="4984252" y="781354"/>
                  </a:lnTo>
                  <a:lnTo>
                    <a:pt x="4984910" y="781354"/>
                  </a:lnTo>
                  <a:lnTo>
                    <a:pt x="4985004" y="781354"/>
                  </a:lnTo>
                  <a:lnTo>
                    <a:pt x="4985098" y="781354"/>
                  </a:lnTo>
                  <a:lnTo>
                    <a:pt x="4985474" y="781354"/>
                  </a:lnTo>
                  <a:lnTo>
                    <a:pt x="4985662" y="781354"/>
                  </a:lnTo>
                  <a:lnTo>
                    <a:pt x="4985756" y="776074"/>
                  </a:lnTo>
                  <a:lnTo>
                    <a:pt x="4985944" y="776074"/>
                  </a:lnTo>
                  <a:lnTo>
                    <a:pt x="4986320" y="776074"/>
                  </a:lnTo>
                  <a:lnTo>
                    <a:pt x="4986414" y="776074"/>
                  </a:lnTo>
                  <a:lnTo>
                    <a:pt x="4986791" y="776074"/>
                  </a:lnTo>
                  <a:lnTo>
                    <a:pt x="4986979" y="776074"/>
                  </a:lnTo>
                  <a:lnTo>
                    <a:pt x="4988013" y="776074"/>
                  </a:lnTo>
                  <a:lnTo>
                    <a:pt x="4988107" y="776074"/>
                  </a:lnTo>
                  <a:lnTo>
                    <a:pt x="4988201" y="776074"/>
                  </a:lnTo>
                  <a:lnTo>
                    <a:pt x="4988295" y="776074"/>
                  </a:lnTo>
                  <a:lnTo>
                    <a:pt x="4988671" y="776074"/>
                  </a:lnTo>
                  <a:lnTo>
                    <a:pt x="4989235" y="776074"/>
                  </a:lnTo>
                  <a:lnTo>
                    <a:pt x="4989705" y="776074"/>
                  </a:lnTo>
                  <a:lnTo>
                    <a:pt x="4989799" y="776074"/>
                  </a:lnTo>
                  <a:lnTo>
                    <a:pt x="4990081" y="776074"/>
                  </a:lnTo>
                  <a:lnTo>
                    <a:pt x="4990270" y="776074"/>
                  </a:lnTo>
                  <a:lnTo>
                    <a:pt x="4990646" y="776074"/>
                  </a:lnTo>
                  <a:lnTo>
                    <a:pt x="4990928" y="776074"/>
                  </a:lnTo>
                  <a:lnTo>
                    <a:pt x="4991398" y="770795"/>
                  </a:lnTo>
                  <a:lnTo>
                    <a:pt x="4991774" y="770795"/>
                  </a:lnTo>
                  <a:lnTo>
                    <a:pt x="4991868" y="770795"/>
                  </a:lnTo>
                  <a:lnTo>
                    <a:pt x="4992150" y="770795"/>
                  </a:lnTo>
                  <a:lnTo>
                    <a:pt x="4992244" y="770795"/>
                  </a:lnTo>
                  <a:lnTo>
                    <a:pt x="4992338" y="770795"/>
                  </a:lnTo>
                  <a:lnTo>
                    <a:pt x="4992620" y="770795"/>
                  </a:lnTo>
                  <a:lnTo>
                    <a:pt x="4993278" y="770795"/>
                  </a:lnTo>
                  <a:lnTo>
                    <a:pt x="4993560" y="770795"/>
                  </a:lnTo>
                  <a:lnTo>
                    <a:pt x="4993749" y="770795"/>
                  </a:lnTo>
                  <a:lnTo>
                    <a:pt x="4993843" y="770795"/>
                  </a:lnTo>
                  <a:lnTo>
                    <a:pt x="4994219" y="765516"/>
                  </a:lnTo>
                  <a:lnTo>
                    <a:pt x="4994501" y="765516"/>
                  </a:lnTo>
                  <a:lnTo>
                    <a:pt x="4994971" y="765516"/>
                  </a:lnTo>
                  <a:lnTo>
                    <a:pt x="4995065" y="765516"/>
                  </a:lnTo>
                  <a:lnTo>
                    <a:pt x="4995253" y="765516"/>
                  </a:lnTo>
                  <a:lnTo>
                    <a:pt x="4995347" y="765516"/>
                  </a:lnTo>
                  <a:lnTo>
                    <a:pt x="4995723" y="765516"/>
                  </a:lnTo>
                  <a:lnTo>
                    <a:pt x="4995817" y="765516"/>
                  </a:lnTo>
                  <a:lnTo>
                    <a:pt x="4995911" y="765516"/>
                  </a:lnTo>
                  <a:lnTo>
                    <a:pt x="4996099" y="765516"/>
                  </a:lnTo>
                  <a:lnTo>
                    <a:pt x="4996757" y="765516"/>
                  </a:lnTo>
                  <a:lnTo>
                    <a:pt x="4996851" y="765516"/>
                  </a:lnTo>
                  <a:lnTo>
                    <a:pt x="4997322" y="765516"/>
                  </a:lnTo>
                  <a:lnTo>
                    <a:pt x="4997510" y="765516"/>
                  </a:lnTo>
                  <a:lnTo>
                    <a:pt x="4997604" y="765516"/>
                  </a:lnTo>
                  <a:lnTo>
                    <a:pt x="4997792" y="765516"/>
                  </a:lnTo>
                  <a:lnTo>
                    <a:pt x="4997886" y="765516"/>
                  </a:lnTo>
                  <a:lnTo>
                    <a:pt x="4998262" y="765516"/>
                  </a:lnTo>
                  <a:lnTo>
                    <a:pt x="4998826" y="765516"/>
                  </a:lnTo>
                  <a:lnTo>
                    <a:pt x="4999014" y="765516"/>
                  </a:lnTo>
                  <a:lnTo>
                    <a:pt x="5000424" y="765516"/>
                  </a:lnTo>
                  <a:lnTo>
                    <a:pt x="5000800" y="765516"/>
                  </a:lnTo>
                  <a:lnTo>
                    <a:pt x="5001459" y="765516"/>
                  </a:lnTo>
                  <a:lnTo>
                    <a:pt x="5001647" y="765516"/>
                  </a:lnTo>
                  <a:lnTo>
                    <a:pt x="5001835" y="765516"/>
                  </a:lnTo>
                  <a:lnTo>
                    <a:pt x="5002023" y="765516"/>
                  </a:lnTo>
                  <a:lnTo>
                    <a:pt x="5002117" y="765516"/>
                  </a:lnTo>
                  <a:lnTo>
                    <a:pt x="5002211" y="765516"/>
                  </a:lnTo>
                  <a:lnTo>
                    <a:pt x="5002493" y="765516"/>
                  </a:lnTo>
                  <a:lnTo>
                    <a:pt x="5002587" y="765516"/>
                  </a:lnTo>
                  <a:lnTo>
                    <a:pt x="5002869" y="765516"/>
                  </a:lnTo>
                  <a:lnTo>
                    <a:pt x="5003433" y="765516"/>
                  </a:lnTo>
                  <a:lnTo>
                    <a:pt x="5003809" y="765516"/>
                  </a:lnTo>
                  <a:lnTo>
                    <a:pt x="5003903" y="765516"/>
                  </a:lnTo>
                  <a:lnTo>
                    <a:pt x="5004091" y="765516"/>
                  </a:lnTo>
                  <a:lnTo>
                    <a:pt x="5004562" y="765516"/>
                  </a:lnTo>
                  <a:lnTo>
                    <a:pt x="5005032" y="765516"/>
                  </a:lnTo>
                  <a:lnTo>
                    <a:pt x="5005972" y="765516"/>
                  </a:lnTo>
                  <a:lnTo>
                    <a:pt x="5006066" y="765516"/>
                  </a:lnTo>
                  <a:lnTo>
                    <a:pt x="5006160" y="765516"/>
                  </a:lnTo>
                  <a:lnTo>
                    <a:pt x="5006254" y="765516"/>
                  </a:lnTo>
                  <a:lnTo>
                    <a:pt x="5006912" y="765516"/>
                  </a:lnTo>
                  <a:lnTo>
                    <a:pt x="5007100" y="765516"/>
                  </a:lnTo>
                  <a:lnTo>
                    <a:pt x="5007570" y="765516"/>
                  </a:lnTo>
                  <a:lnTo>
                    <a:pt x="5007664" y="765516"/>
                  </a:lnTo>
                  <a:lnTo>
                    <a:pt x="5007852" y="765516"/>
                  </a:lnTo>
                  <a:lnTo>
                    <a:pt x="5008417" y="765516"/>
                  </a:lnTo>
                  <a:lnTo>
                    <a:pt x="5008511" y="765516"/>
                  </a:lnTo>
                  <a:lnTo>
                    <a:pt x="5008699" y="765516"/>
                  </a:lnTo>
                  <a:lnTo>
                    <a:pt x="5009169" y="765516"/>
                  </a:lnTo>
                  <a:lnTo>
                    <a:pt x="5009545" y="765516"/>
                  </a:lnTo>
                  <a:lnTo>
                    <a:pt x="5009639" y="765516"/>
                  </a:lnTo>
                  <a:lnTo>
                    <a:pt x="5010109" y="765516"/>
                  </a:lnTo>
                  <a:lnTo>
                    <a:pt x="5010485" y="765516"/>
                  </a:lnTo>
                  <a:lnTo>
                    <a:pt x="5010861" y="765516"/>
                  </a:lnTo>
                  <a:lnTo>
                    <a:pt x="5010955" y="765516"/>
                  </a:lnTo>
                  <a:lnTo>
                    <a:pt x="5011049" y="765516"/>
                  </a:lnTo>
                  <a:lnTo>
                    <a:pt x="5011331" y="765516"/>
                  </a:lnTo>
                  <a:lnTo>
                    <a:pt x="5011520" y="765516"/>
                  </a:lnTo>
                  <a:lnTo>
                    <a:pt x="5011708" y="765516"/>
                  </a:lnTo>
                  <a:lnTo>
                    <a:pt x="5011896" y="765516"/>
                  </a:lnTo>
                  <a:lnTo>
                    <a:pt x="5011990" y="765516"/>
                  </a:lnTo>
                  <a:lnTo>
                    <a:pt x="5012742" y="765516"/>
                  </a:lnTo>
                  <a:lnTo>
                    <a:pt x="5013118" y="765516"/>
                  </a:lnTo>
                  <a:lnTo>
                    <a:pt x="5013212" y="765516"/>
                  </a:lnTo>
                  <a:lnTo>
                    <a:pt x="5013494" y="765516"/>
                  </a:lnTo>
                  <a:lnTo>
                    <a:pt x="5013776" y="765516"/>
                  </a:lnTo>
                  <a:lnTo>
                    <a:pt x="5013870" y="765516"/>
                  </a:lnTo>
                  <a:lnTo>
                    <a:pt x="5013964" y="765516"/>
                  </a:lnTo>
                  <a:lnTo>
                    <a:pt x="5014058" y="765516"/>
                  </a:lnTo>
                  <a:lnTo>
                    <a:pt x="5014340" y="760236"/>
                  </a:lnTo>
                  <a:lnTo>
                    <a:pt x="5014434" y="760236"/>
                  </a:lnTo>
                  <a:lnTo>
                    <a:pt x="5014528" y="760236"/>
                  </a:lnTo>
                  <a:lnTo>
                    <a:pt x="5014904" y="760236"/>
                  </a:lnTo>
                  <a:lnTo>
                    <a:pt x="5015281" y="760236"/>
                  </a:lnTo>
                  <a:lnTo>
                    <a:pt x="5015469" y="760236"/>
                  </a:lnTo>
                  <a:lnTo>
                    <a:pt x="5015751" y="760236"/>
                  </a:lnTo>
                  <a:lnTo>
                    <a:pt x="5016033" y="760236"/>
                  </a:lnTo>
                  <a:lnTo>
                    <a:pt x="5016127" y="760236"/>
                  </a:lnTo>
                  <a:lnTo>
                    <a:pt x="5016503" y="760236"/>
                  </a:lnTo>
                  <a:lnTo>
                    <a:pt x="5016597" y="760236"/>
                  </a:lnTo>
                  <a:lnTo>
                    <a:pt x="5016785" y="760236"/>
                  </a:lnTo>
                  <a:lnTo>
                    <a:pt x="5016879" y="760236"/>
                  </a:lnTo>
                  <a:lnTo>
                    <a:pt x="5017067" y="760236"/>
                  </a:lnTo>
                  <a:lnTo>
                    <a:pt x="5017913" y="760236"/>
                  </a:lnTo>
                  <a:lnTo>
                    <a:pt x="5018007" y="760236"/>
                  </a:lnTo>
                  <a:lnTo>
                    <a:pt x="5018101" y="760236"/>
                  </a:lnTo>
                  <a:lnTo>
                    <a:pt x="5018477" y="760236"/>
                  </a:lnTo>
                  <a:lnTo>
                    <a:pt x="5018854" y="754957"/>
                  </a:lnTo>
                  <a:lnTo>
                    <a:pt x="5018948" y="754957"/>
                  </a:lnTo>
                  <a:lnTo>
                    <a:pt x="5019230" y="754957"/>
                  </a:lnTo>
                  <a:lnTo>
                    <a:pt x="5019324" y="754957"/>
                  </a:lnTo>
                  <a:lnTo>
                    <a:pt x="5020170" y="754957"/>
                  </a:lnTo>
                  <a:lnTo>
                    <a:pt x="5020452" y="754957"/>
                  </a:lnTo>
                  <a:lnTo>
                    <a:pt x="5020546" y="754957"/>
                  </a:lnTo>
                  <a:lnTo>
                    <a:pt x="5020640" y="754957"/>
                  </a:lnTo>
                  <a:lnTo>
                    <a:pt x="5021110" y="754957"/>
                  </a:lnTo>
                  <a:lnTo>
                    <a:pt x="5021298" y="754957"/>
                  </a:lnTo>
                  <a:lnTo>
                    <a:pt x="5021486" y="754957"/>
                  </a:lnTo>
                  <a:lnTo>
                    <a:pt x="5021674" y="754957"/>
                  </a:lnTo>
                  <a:lnTo>
                    <a:pt x="5021768" y="754957"/>
                  </a:lnTo>
                  <a:lnTo>
                    <a:pt x="5021862" y="754957"/>
                  </a:lnTo>
                  <a:lnTo>
                    <a:pt x="5022050" y="749677"/>
                  </a:lnTo>
                  <a:lnTo>
                    <a:pt x="5022239" y="749677"/>
                  </a:lnTo>
                  <a:lnTo>
                    <a:pt x="5022333" y="749677"/>
                  </a:lnTo>
                  <a:lnTo>
                    <a:pt x="5022615" y="749677"/>
                  </a:lnTo>
                  <a:lnTo>
                    <a:pt x="5022709" y="749677"/>
                  </a:lnTo>
                  <a:lnTo>
                    <a:pt x="5022803" y="749677"/>
                  </a:lnTo>
                  <a:lnTo>
                    <a:pt x="5023179" y="749677"/>
                  </a:lnTo>
                  <a:lnTo>
                    <a:pt x="5023367" y="749677"/>
                  </a:lnTo>
                  <a:lnTo>
                    <a:pt x="5023367" y="744398"/>
                  </a:lnTo>
                  <a:lnTo>
                    <a:pt x="5023743" y="744398"/>
                  </a:lnTo>
                  <a:lnTo>
                    <a:pt x="5023837" y="744398"/>
                  </a:lnTo>
                  <a:lnTo>
                    <a:pt x="5023931" y="744398"/>
                  </a:lnTo>
                  <a:lnTo>
                    <a:pt x="5023931" y="739118"/>
                  </a:lnTo>
                  <a:lnTo>
                    <a:pt x="5024213" y="739118"/>
                  </a:lnTo>
                  <a:lnTo>
                    <a:pt x="5025247" y="739118"/>
                  </a:lnTo>
                  <a:lnTo>
                    <a:pt x="5025341" y="739118"/>
                  </a:lnTo>
                  <a:lnTo>
                    <a:pt x="5025435" y="739118"/>
                  </a:lnTo>
                  <a:lnTo>
                    <a:pt x="5025623" y="739118"/>
                  </a:lnTo>
                  <a:lnTo>
                    <a:pt x="5025718" y="739118"/>
                  </a:lnTo>
                  <a:lnTo>
                    <a:pt x="5025906" y="739118"/>
                  </a:lnTo>
                  <a:lnTo>
                    <a:pt x="5026094" y="739118"/>
                  </a:lnTo>
                  <a:lnTo>
                    <a:pt x="5026564" y="739118"/>
                  </a:lnTo>
                  <a:lnTo>
                    <a:pt x="5027316" y="739118"/>
                  </a:lnTo>
                  <a:lnTo>
                    <a:pt x="5027598" y="739118"/>
                  </a:lnTo>
                  <a:lnTo>
                    <a:pt x="5027692" y="739118"/>
                  </a:lnTo>
                  <a:lnTo>
                    <a:pt x="5027880" y="739118"/>
                  </a:lnTo>
                  <a:lnTo>
                    <a:pt x="5027974" y="739118"/>
                  </a:lnTo>
                  <a:lnTo>
                    <a:pt x="5028068" y="739118"/>
                  </a:lnTo>
                  <a:lnTo>
                    <a:pt x="5028820" y="739118"/>
                  </a:lnTo>
                  <a:lnTo>
                    <a:pt x="5028914" y="739118"/>
                  </a:lnTo>
                  <a:lnTo>
                    <a:pt x="5029291" y="739118"/>
                  </a:lnTo>
                  <a:lnTo>
                    <a:pt x="5029385" y="739118"/>
                  </a:lnTo>
                  <a:lnTo>
                    <a:pt x="5029573" y="739118"/>
                  </a:lnTo>
                  <a:lnTo>
                    <a:pt x="5029667" y="739118"/>
                  </a:lnTo>
                  <a:lnTo>
                    <a:pt x="5029761" y="739118"/>
                  </a:lnTo>
                  <a:lnTo>
                    <a:pt x="5029855" y="739118"/>
                  </a:lnTo>
                  <a:lnTo>
                    <a:pt x="5030231" y="739118"/>
                  </a:lnTo>
                  <a:lnTo>
                    <a:pt x="5030419" y="739118"/>
                  </a:lnTo>
                  <a:lnTo>
                    <a:pt x="5030701" y="739118"/>
                  </a:lnTo>
                  <a:lnTo>
                    <a:pt x="5030889" y="739118"/>
                  </a:lnTo>
                  <a:lnTo>
                    <a:pt x="5031171" y="739118"/>
                  </a:lnTo>
                  <a:lnTo>
                    <a:pt x="5031829" y="739118"/>
                  </a:lnTo>
                  <a:lnTo>
                    <a:pt x="5031923" y="739118"/>
                  </a:lnTo>
                  <a:lnTo>
                    <a:pt x="5032017" y="739118"/>
                  </a:lnTo>
                  <a:lnTo>
                    <a:pt x="5032111" y="739118"/>
                  </a:lnTo>
                  <a:lnTo>
                    <a:pt x="5032393" y="739118"/>
                  </a:lnTo>
                  <a:lnTo>
                    <a:pt x="5032581" y="739118"/>
                  </a:lnTo>
                  <a:lnTo>
                    <a:pt x="5033334" y="739118"/>
                  </a:lnTo>
                  <a:lnTo>
                    <a:pt x="5033898" y="739118"/>
                  </a:lnTo>
                  <a:lnTo>
                    <a:pt x="5033992" y="739118"/>
                  </a:lnTo>
                  <a:lnTo>
                    <a:pt x="5034368" y="739118"/>
                  </a:lnTo>
                  <a:lnTo>
                    <a:pt x="5034462" y="739118"/>
                  </a:lnTo>
                  <a:lnTo>
                    <a:pt x="5034650" y="739118"/>
                  </a:lnTo>
                  <a:lnTo>
                    <a:pt x="5035496" y="739118"/>
                  </a:lnTo>
                  <a:lnTo>
                    <a:pt x="5035590" y="739118"/>
                  </a:lnTo>
                  <a:lnTo>
                    <a:pt x="5035778" y="739118"/>
                  </a:lnTo>
                  <a:lnTo>
                    <a:pt x="5035966" y="739118"/>
                  </a:lnTo>
                  <a:lnTo>
                    <a:pt x="5036437" y="739118"/>
                  </a:lnTo>
                  <a:lnTo>
                    <a:pt x="5036531" y="739118"/>
                  </a:lnTo>
                  <a:lnTo>
                    <a:pt x="5036719" y="739118"/>
                  </a:lnTo>
                  <a:lnTo>
                    <a:pt x="5037001" y="739118"/>
                  </a:lnTo>
                  <a:lnTo>
                    <a:pt x="5037189" y="739118"/>
                  </a:lnTo>
                  <a:lnTo>
                    <a:pt x="5037471" y="739118"/>
                  </a:lnTo>
                  <a:lnTo>
                    <a:pt x="5037659" y="739118"/>
                  </a:lnTo>
                  <a:lnTo>
                    <a:pt x="5038223" y="739118"/>
                  </a:lnTo>
                  <a:lnTo>
                    <a:pt x="5038599" y="739118"/>
                  </a:lnTo>
                  <a:lnTo>
                    <a:pt x="5038787" y="739118"/>
                  </a:lnTo>
                  <a:lnTo>
                    <a:pt x="5039351" y="739118"/>
                  </a:lnTo>
                  <a:lnTo>
                    <a:pt x="5039445" y="739118"/>
                  </a:lnTo>
                  <a:lnTo>
                    <a:pt x="5039633" y="739118"/>
                  </a:lnTo>
                  <a:lnTo>
                    <a:pt x="5040104" y="739118"/>
                  </a:lnTo>
                  <a:lnTo>
                    <a:pt x="5040198" y="739118"/>
                  </a:lnTo>
                  <a:lnTo>
                    <a:pt x="5040668" y="739118"/>
                  </a:lnTo>
                  <a:lnTo>
                    <a:pt x="5041044" y="739118"/>
                  </a:lnTo>
                  <a:lnTo>
                    <a:pt x="5041326" y="739118"/>
                  </a:lnTo>
                  <a:lnTo>
                    <a:pt x="5041514" y="739118"/>
                  </a:lnTo>
                  <a:lnTo>
                    <a:pt x="5042454" y="739118"/>
                  </a:lnTo>
                  <a:lnTo>
                    <a:pt x="5042924" y="739118"/>
                  </a:lnTo>
                  <a:lnTo>
                    <a:pt x="5043395" y="739118"/>
                  </a:lnTo>
                  <a:lnTo>
                    <a:pt x="5043583" y="739118"/>
                  </a:lnTo>
                  <a:lnTo>
                    <a:pt x="5044241" y="739118"/>
                  </a:lnTo>
                  <a:lnTo>
                    <a:pt x="5044429" y="739118"/>
                  </a:lnTo>
                  <a:lnTo>
                    <a:pt x="5044711" y="739118"/>
                  </a:lnTo>
                  <a:lnTo>
                    <a:pt x="5044805" y="739118"/>
                  </a:lnTo>
                  <a:lnTo>
                    <a:pt x="5045181" y="739118"/>
                  </a:lnTo>
                  <a:lnTo>
                    <a:pt x="5045275" y="739118"/>
                  </a:lnTo>
                  <a:lnTo>
                    <a:pt x="5045369" y="739118"/>
                  </a:lnTo>
                  <a:lnTo>
                    <a:pt x="5045651" y="739118"/>
                  </a:lnTo>
                  <a:lnTo>
                    <a:pt x="5046027" y="739118"/>
                  </a:lnTo>
                  <a:lnTo>
                    <a:pt x="5046497" y="739118"/>
                  </a:lnTo>
                  <a:lnTo>
                    <a:pt x="5046873" y="739118"/>
                  </a:lnTo>
                  <a:lnTo>
                    <a:pt x="5047062" y="739118"/>
                  </a:lnTo>
                  <a:lnTo>
                    <a:pt x="5047626" y="739118"/>
                  </a:lnTo>
                  <a:lnTo>
                    <a:pt x="5047720" y="739118"/>
                  </a:lnTo>
                  <a:lnTo>
                    <a:pt x="5047814" y="739118"/>
                  </a:lnTo>
                  <a:lnTo>
                    <a:pt x="5048096" y="739118"/>
                  </a:lnTo>
                  <a:lnTo>
                    <a:pt x="5048472" y="739118"/>
                  </a:lnTo>
                  <a:lnTo>
                    <a:pt x="5048566" y="739118"/>
                  </a:lnTo>
                  <a:lnTo>
                    <a:pt x="5048660" y="739118"/>
                  </a:lnTo>
                  <a:lnTo>
                    <a:pt x="5049224" y="739118"/>
                  </a:lnTo>
                  <a:lnTo>
                    <a:pt x="5049318" y="739118"/>
                  </a:lnTo>
                  <a:lnTo>
                    <a:pt x="5051387" y="739118"/>
                  </a:lnTo>
                  <a:lnTo>
                    <a:pt x="5051481" y="739118"/>
                  </a:lnTo>
                  <a:lnTo>
                    <a:pt x="5052045" y="739118"/>
                  </a:lnTo>
                  <a:lnTo>
                    <a:pt x="5052139" y="739118"/>
                  </a:lnTo>
                  <a:lnTo>
                    <a:pt x="5052327" y="739118"/>
                  </a:lnTo>
                  <a:lnTo>
                    <a:pt x="5052891" y="739118"/>
                  </a:lnTo>
                  <a:lnTo>
                    <a:pt x="5052985" y="739118"/>
                  </a:lnTo>
                  <a:lnTo>
                    <a:pt x="5053173" y="739118"/>
                  </a:lnTo>
                  <a:lnTo>
                    <a:pt x="5053361" y="739118"/>
                  </a:lnTo>
                  <a:lnTo>
                    <a:pt x="5053737" y="739118"/>
                  </a:lnTo>
                  <a:lnTo>
                    <a:pt x="5053925" y="739118"/>
                  </a:lnTo>
                  <a:lnTo>
                    <a:pt x="5054114" y="739118"/>
                  </a:lnTo>
                  <a:lnTo>
                    <a:pt x="5054302" y="739118"/>
                  </a:lnTo>
                  <a:lnTo>
                    <a:pt x="5054396" y="739118"/>
                  </a:lnTo>
                  <a:lnTo>
                    <a:pt x="5054678" y="739118"/>
                  </a:lnTo>
                  <a:lnTo>
                    <a:pt x="5054772" y="739118"/>
                  </a:lnTo>
                  <a:lnTo>
                    <a:pt x="5054866" y="739118"/>
                  </a:lnTo>
                  <a:lnTo>
                    <a:pt x="5055242" y="739118"/>
                  </a:lnTo>
                  <a:lnTo>
                    <a:pt x="5055430" y="739118"/>
                  </a:lnTo>
                  <a:lnTo>
                    <a:pt x="5055430" y="733839"/>
                  </a:lnTo>
                  <a:lnTo>
                    <a:pt x="5055618" y="733839"/>
                  </a:lnTo>
                  <a:lnTo>
                    <a:pt x="5055712" y="733839"/>
                  </a:lnTo>
                  <a:lnTo>
                    <a:pt x="5055900" y="733839"/>
                  </a:lnTo>
                  <a:lnTo>
                    <a:pt x="5055994" y="733839"/>
                  </a:lnTo>
                  <a:lnTo>
                    <a:pt x="5056182" y="733839"/>
                  </a:lnTo>
                  <a:lnTo>
                    <a:pt x="5057028" y="733839"/>
                  </a:lnTo>
                  <a:lnTo>
                    <a:pt x="5058063" y="733839"/>
                  </a:lnTo>
                  <a:lnTo>
                    <a:pt x="5058157" y="733839"/>
                  </a:lnTo>
                  <a:lnTo>
                    <a:pt x="5058439" y="733839"/>
                  </a:lnTo>
                  <a:lnTo>
                    <a:pt x="5059003" y="728560"/>
                  </a:lnTo>
                  <a:lnTo>
                    <a:pt x="5059097" y="728560"/>
                  </a:lnTo>
                  <a:lnTo>
                    <a:pt x="5059191" y="728560"/>
                  </a:lnTo>
                  <a:lnTo>
                    <a:pt x="5059661" y="728560"/>
                  </a:lnTo>
                  <a:lnTo>
                    <a:pt x="5059849" y="728560"/>
                  </a:lnTo>
                  <a:lnTo>
                    <a:pt x="5059943" y="728560"/>
                  </a:lnTo>
                  <a:lnTo>
                    <a:pt x="5060225" y="728560"/>
                  </a:lnTo>
                  <a:lnTo>
                    <a:pt x="5060413" y="728560"/>
                  </a:lnTo>
                  <a:lnTo>
                    <a:pt x="5060507" y="728560"/>
                  </a:lnTo>
                  <a:lnTo>
                    <a:pt x="5060695" y="728560"/>
                  </a:lnTo>
                  <a:lnTo>
                    <a:pt x="5061072" y="728560"/>
                  </a:lnTo>
                  <a:lnTo>
                    <a:pt x="5061354" y="728560"/>
                  </a:lnTo>
                  <a:lnTo>
                    <a:pt x="5061448" y="728560"/>
                  </a:lnTo>
                  <a:lnTo>
                    <a:pt x="5061542" y="728560"/>
                  </a:lnTo>
                  <a:lnTo>
                    <a:pt x="5062012" y="728560"/>
                  </a:lnTo>
                  <a:lnTo>
                    <a:pt x="5062200" y="728560"/>
                  </a:lnTo>
                  <a:lnTo>
                    <a:pt x="5062576" y="728560"/>
                  </a:lnTo>
                  <a:lnTo>
                    <a:pt x="5063046" y="728560"/>
                  </a:lnTo>
                  <a:lnTo>
                    <a:pt x="5063234" y="728560"/>
                  </a:lnTo>
                  <a:lnTo>
                    <a:pt x="5063328" y="728560"/>
                  </a:lnTo>
                  <a:lnTo>
                    <a:pt x="5063422" y="728560"/>
                  </a:lnTo>
                  <a:lnTo>
                    <a:pt x="5063516" y="728560"/>
                  </a:lnTo>
                  <a:lnTo>
                    <a:pt x="5063798" y="728560"/>
                  </a:lnTo>
                  <a:lnTo>
                    <a:pt x="5064550" y="728560"/>
                  </a:lnTo>
                  <a:lnTo>
                    <a:pt x="5064927" y="728560"/>
                  </a:lnTo>
                  <a:lnTo>
                    <a:pt x="5065115" y="728560"/>
                  </a:lnTo>
                  <a:lnTo>
                    <a:pt x="5065397" y="728560"/>
                  </a:lnTo>
                  <a:lnTo>
                    <a:pt x="5065679" y="728560"/>
                  </a:lnTo>
                  <a:lnTo>
                    <a:pt x="5065773" y="728560"/>
                  </a:lnTo>
                  <a:lnTo>
                    <a:pt x="5066431" y="728560"/>
                  </a:lnTo>
                  <a:lnTo>
                    <a:pt x="5066995" y="728560"/>
                  </a:lnTo>
                  <a:lnTo>
                    <a:pt x="5067089" y="728560"/>
                  </a:lnTo>
                  <a:lnTo>
                    <a:pt x="5067465" y="728560"/>
                  </a:lnTo>
                  <a:lnTo>
                    <a:pt x="5067559" y="728560"/>
                  </a:lnTo>
                  <a:lnTo>
                    <a:pt x="5067747" y="728560"/>
                  </a:lnTo>
                  <a:lnTo>
                    <a:pt x="5067841" y="728560"/>
                  </a:lnTo>
                  <a:lnTo>
                    <a:pt x="5068218" y="728560"/>
                  </a:lnTo>
                  <a:lnTo>
                    <a:pt x="5068406" y="728560"/>
                  </a:lnTo>
                  <a:lnTo>
                    <a:pt x="5068500" y="728560"/>
                  </a:lnTo>
                  <a:lnTo>
                    <a:pt x="5068594" y="728560"/>
                  </a:lnTo>
                  <a:lnTo>
                    <a:pt x="5068688" y="728560"/>
                  </a:lnTo>
                  <a:lnTo>
                    <a:pt x="5068876" y="728560"/>
                  </a:lnTo>
                  <a:lnTo>
                    <a:pt x="5069158" y="728560"/>
                  </a:lnTo>
                  <a:lnTo>
                    <a:pt x="5069346" y="728560"/>
                  </a:lnTo>
                  <a:lnTo>
                    <a:pt x="5069440" y="728560"/>
                  </a:lnTo>
                  <a:lnTo>
                    <a:pt x="5069910" y="728560"/>
                  </a:lnTo>
                  <a:lnTo>
                    <a:pt x="5070944" y="728560"/>
                  </a:lnTo>
                  <a:lnTo>
                    <a:pt x="5071132" y="728560"/>
                  </a:lnTo>
                  <a:lnTo>
                    <a:pt x="5071414" y="728560"/>
                  </a:lnTo>
                  <a:lnTo>
                    <a:pt x="5071508" y="728560"/>
                  </a:lnTo>
                  <a:lnTo>
                    <a:pt x="5071602" y="728560"/>
                  </a:lnTo>
                  <a:lnTo>
                    <a:pt x="5071885" y="728560"/>
                  </a:lnTo>
                  <a:lnTo>
                    <a:pt x="5071979" y="728560"/>
                  </a:lnTo>
                  <a:lnTo>
                    <a:pt x="5072731" y="728560"/>
                  </a:lnTo>
                  <a:lnTo>
                    <a:pt x="5072825" y="728560"/>
                  </a:lnTo>
                  <a:lnTo>
                    <a:pt x="5073013" y="728560"/>
                  </a:lnTo>
                  <a:lnTo>
                    <a:pt x="5073201" y="728560"/>
                  </a:lnTo>
                  <a:lnTo>
                    <a:pt x="5073295" y="728560"/>
                  </a:lnTo>
                  <a:lnTo>
                    <a:pt x="5073577" y="728560"/>
                  </a:lnTo>
                  <a:lnTo>
                    <a:pt x="5073765" y="728560"/>
                  </a:lnTo>
                  <a:lnTo>
                    <a:pt x="5073859" y="728560"/>
                  </a:lnTo>
                  <a:lnTo>
                    <a:pt x="5074235" y="723280"/>
                  </a:lnTo>
                  <a:lnTo>
                    <a:pt x="5074893" y="723280"/>
                  </a:lnTo>
                  <a:lnTo>
                    <a:pt x="5074987" y="723280"/>
                  </a:lnTo>
                  <a:lnTo>
                    <a:pt x="5075364" y="723280"/>
                  </a:lnTo>
                  <a:lnTo>
                    <a:pt x="5075646" y="723280"/>
                  </a:lnTo>
                  <a:lnTo>
                    <a:pt x="5076116" y="723280"/>
                  </a:lnTo>
                  <a:lnTo>
                    <a:pt x="5076304" y="723280"/>
                  </a:lnTo>
                  <a:lnTo>
                    <a:pt x="5076586" y="723280"/>
                  </a:lnTo>
                  <a:lnTo>
                    <a:pt x="5076680" y="723280"/>
                  </a:lnTo>
                  <a:lnTo>
                    <a:pt x="5076774" y="723280"/>
                  </a:lnTo>
                  <a:lnTo>
                    <a:pt x="5076962" y="723280"/>
                  </a:lnTo>
                  <a:lnTo>
                    <a:pt x="5077056" y="723280"/>
                  </a:lnTo>
                  <a:lnTo>
                    <a:pt x="5077150" y="723280"/>
                  </a:lnTo>
                  <a:lnTo>
                    <a:pt x="5077150" y="718001"/>
                  </a:lnTo>
                  <a:lnTo>
                    <a:pt x="5078278" y="718001"/>
                  </a:lnTo>
                  <a:lnTo>
                    <a:pt x="5078372" y="718001"/>
                  </a:lnTo>
                  <a:lnTo>
                    <a:pt x="5078466" y="718001"/>
                  </a:lnTo>
                  <a:lnTo>
                    <a:pt x="5078937" y="718001"/>
                  </a:lnTo>
                  <a:lnTo>
                    <a:pt x="5079031" y="718001"/>
                  </a:lnTo>
                  <a:lnTo>
                    <a:pt x="5079125" y="718001"/>
                  </a:lnTo>
                  <a:lnTo>
                    <a:pt x="5079313" y="718001"/>
                  </a:lnTo>
                  <a:lnTo>
                    <a:pt x="5079407" y="718001"/>
                  </a:lnTo>
                  <a:lnTo>
                    <a:pt x="5079783" y="718001"/>
                  </a:lnTo>
                  <a:lnTo>
                    <a:pt x="5080159" y="718001"/>
                  </a:lnTo>
                  <a:lnTo>
                    <a:pt x="5080441" y="718001"/>
                  </a:lnTo>
                  <a:lnTo>
                    <a:pt x="5080535" y="718001"/>
                  </a:lnTo>
                  <a:lnTo>
                    <a:pt x="5080723" y="718001"/>
                  </a:lnTo>
                  <a:lnTo>
                    <a:pt x="5081099" y="718001"/>
                  </a:lnTo>
                  <a:lnTo>
                    <a:pt x="5081193" y="718001"/>
                  </a:lnTo>
                  <a:lnTo>
                    <a:pt x="5081287" y="718001"/>
                  </a:lnTo>
                  <a:lnTo>
                    <a:pt x="5081475" y="718001"/>
                  </a:lnTo>
                  <a:lnTo>
                    <a:pt x="5081569" y="718001"/>
                  </a:lnTo>
                  <a:lnTo>
                    <a:pt x="5081757" y="718001"/>
                  </a:lnTo>
                  <a:lnTo>
                    <a:pt x="5081851" y="718001"/>
                  </a:lnTo>
                  <a:lnTo>
                    <a:pt x="5081945" y="718001"/>
                  </a:lnTo>
                  <a:lnTo>
                    <a:pt x="5082227" y="718001"/>
                  </a:lnTo>
                  <a:lnTo>
                    <a:pt x="5082604" y="718001"/>
                  </a:lnTo>
                  <a:lnTo>
                    <a:pt x="5082792" y="718001"/>
                  </a:lnTo>
                  <a:lnTo>
                    <a:pt x="5082886" y="718001"/>
                  </a:lnTo>
                  <a:lnTo>
                    <a:pt x="5083074" y="718001"/>
                  </a:lnTo>
                  <a:lnTo>
                    <a:pt x="5083168" y="718001"/>
                  </a:lnTo>
                  <a:lnTo>
                    <a:pt x="5083638" y="718001"/>
                  </a:lnTo>
                  <a:lnTo>
                    <a:pt x="5083732" y="718001"/>
                  </a:lnTo>
                  <a:lnTo>
                    <a:pt x="5084108" y="718001"/>
                  </a:lnTo>
                  <a:lnTo>
                    <a:pt x="5084390" y="718001"/>
                  </a:lnTo>
                  <a:lnTo>
                    <a:pt x="5084672" y="718001"/>
                  </a:lnTo>
                  <a:lnTo>
                    <a:pt x="5084766" y="718001"/>
                  </a:lnTo>
                  <a:lnTo>
                    <a:pt x="5084860" y="718001"/>
                  </a:lnTo>
                  <a:lnTo>
                    <a:pt x="5085142" y="718001"/>
                  </a:lnTo>
                  <a:lnTo>
                    <a:pt x="5085236" y="718001"/>
                  </a:lnTo>
                  <a:lnTo>
                    <a:pt x="5085330" y="718001"/>
                  </a:lnTo>
                  <a:lnTo>
                    <a:pt x="5085518" y="718001"/>
                  </a:lnTo>
                  <a:lnTo>
                    <a:pt x="5086177" y="718001"/>
                  </a:lnTo>
                  <a:lnTo>
                    <a:pt x="5086647" y="718001"/>
                  </a:lnTo>
                  <a:lnTo>
                    <a:pt x="5087023" y="718001"/>
                  </a:lnTo>
                  <a:lnTo>
                    <a:pt x="5087211" y="718001"/>
                  </a:lnTo>
                  <a:lnTo>
                    <a:pt x="5087775" y="718001"/>
                  </a:lnTo>
                  <a:lnTo>
                    <a:pt x="5088057" y="718001"/>
                  </a:lnTo>
                  <a:lnTo>
                    <a:pt x="5088433" y="718001"/>
                  </a:lnTo>
                  <a:lnTo>
                    <a:pt x="5088527" y="718001"/>
                  </a:lnTo>
                  <a:lnTo>
                    <a:pt x="5088809" y="718001"/>
                  </a:lnTo>
                  <a:lnTo>
                    <a:pt x="5089091" y="718001"/>
                  </a:lnTo>
                  <a:lnTo>
                    <a:pt x="5089844" y="718001"/>
                  </a:lnTo>
                  <a:lnTo>
                    <a:pt x="5091066" y="712721"/>
                  </a:lnTo>
                  <a:lnTo>
                    <a:pt x="5091348" y="712721"/>
                  </a:lnTo>
                  <a:lnTo>
                    <a:pt x="5091442" y="712721"/>
                  </a:lnTo>
                  <a:lnTo>
                    <a:pt x="5092100" y="712721"/>
                  </a:lnTo>
                  <a:lnTo>
                    <a:pt x="5092664" y="707442"/>
                  </a:lnTo>
                  <a:lnTo>
                    <a:pt x="5092852" y="707442"/>
                  </a:lnTo>
                  <a:lnTo>
                    <a:pt x="5093229" y="707442"/>
                  </a:lnTo>
                  <a:lnTo>
                    <a:pt x="5093417" y="707442"/>
                  </a:lnTo>
                  <a:lnTo>
                    <a:pt x="5093793" y="707442"/>
                  </a:lnTo>
                  <a:lnTo>
                    <a:pt x="5093887" y="707442"/>
                  </a:lnTo>
                  <a:lnTo>
                    <a:pt x="5093981" y="707442"/>
                  </a:lnTo>
                  <a:lnTo>
                    <a:pt x="5094263" y="707442"/>
                  </a:lnTo>
                  <a:lnTo>
                    <a:pt x="5094357" y="707442"/>
                  </a:lnTo>
                  <a:lnTo>
                    <a:pt x="5094451" y="707442"/>
                  </a:lnTo>
                  <a:lnTo>
                    <a:pt x="5094545" y="707442"/>
                  </a:lnTo>
                  <a:lnTo>
                    <a:pt x="5094921" y="707442"/>
                  </a:lnTo>
                  <a:lnTo>
                    <a:pt x="5095203" y="707442"/>
                  </a:lnTo>
                  <a:lnTo>
                    <a:pt x="5095767" y="707442"/>
                  </a:lnTo>
                  <a:lnTo>
                    <a:pt x="5095861" y="707442"/>
                  </a:lnTo>
                  <a:lnTo>
                    <a:pt x="5095955" y="707442"/>
                  </a:lnTo>
                  <a:lnTo>
                    <a:pt x="5096425" y="707442"/>
                  </a:lnTo>
                  <a:lnTo>
                    <a:pt x="5096520" y="707442"/>
                  </a:lnTo>
                  <a:lnTo>
                    <a:pt x="5096802" y="707442"/>
                  </a:lnTo>
                  <a:lnTo>
                    <a:pt x="5097272" y="707442"/>
                  </a:lnTo>
                  <a:lnTo>
                    <a:pt x="5097648" y="702163"/>
                  </a:lnTo>
                  <a:lnTo>
                    <a:pt x="5097742" y="702163"/>
                  </a:lnTo>
                  <a:lnTo>
                    <a:pt x="5098494" y="702163"/>
                  </a:lnTo>
                  <a:lnTo>
                    <a:pt x="5098588" y="702163"/>
                  </a:lnTo>
                  <a:lnTo>
                    <a:pt x="5098964" y="702163"/>
                  </a:lnTo>
                  <a:lnTo>
                    <a:pt x="5099716" y="696883"/>
                  </a:lnTo>
                  <a:lnTo>
                    <a:pt x="5099904" y="696883"/>
                  </a:lnTo>
                  <a:lnTo>
                    <a:pt x="5099998" y="691604"/>
                  </a:lnTo>
                  <a:lnTo>
                    <a:pt x="5100281" y="691604"/>
                  </a:lnTo>
                  <a:lnTo>
                    <a:pt x="5100375" y="691604"/>
                  </a:lnTo>
                  <a:lnTo>
                    <a:pt x="5100469" y="691604"/>
                  </a:lnTo>
                  <a:lnTo>
                    <a:pt x="5101033" y="686324"/>
                  </a:lnTo>
                  <a:lnTo>
                    <a:pt x="5101127" y="686324"/>
                  </a:lnTo>
                  <a:lnTo>
                    <a:pt x="5101315" y="686324"/>
                  </a:lnTo>
                  <a:lnTo>
                    <a:pt x="5101409" y="686324"/>
                  </a:lnTo>
                  <a:lnTo>
                    <a:pt x="5101503" y="686324"/>
                  </a:lnTo>
                  <a:lnTo>
                    <a:pt x="5101597" y="686324"/>
                  </a:lnTo>
                  <a:lnTo>
                    <a:pt x="5101691" y="686324"/>
                  </a:lnTo>
                  <a:lnTo>
                    <a:pt x="5101785" y="686324"/>
                  </a:lnTo>
                  <a:lnTo>
                    <a:pt x="5102067" y="686324"/>
                  </a:lnTo>
                  <a:lnTo>
                    <a:pt x="5102255" y="686324"/>
                  </a:lnTo>
                  <a:lnTo>
                    <a:pt x="5102349" y="686324"/>
                  </a:lnTo>
                  <a:lnTo>
                    <a:pt x="5102443" y="686324"/>
                  </a:lnTo>
                  <a:lnTo>
                    <a:pt x="5102819" y="686324"/>
                  </a:lnTo>
                  <a:lnTo>
                    <a:pt x="5102913" y="686324"/>
                  </a:lnTo>
                  <a:lnTo>
                    <a:pt x="5103101" y="686324"/>
                  </a:lnTo>
                  <a:lnTo>
                    <a:pt x="5104042" y="686324"/>
                  </a:lnTo>
                  <a:lnTo>
                    <a:pt x="5104700" y="686324"/>
                  </a:lnTo>
                  <a:lnTo>
                    <a:pt x="5105170" y="686324"/>
                  </a:lnTo>
                  <a:lnTo>
                    <a:pt x="5105264" y="686324"/>
                  </a:lnTo>
                  <a:lnTo>
                    <a:pt x="5105358" y="686324"/>
                  </a:lnTo>
                  <a:lnTo>
                    <a:pt x="5105546" y="686324"/>
                  </a:lnTo>
                  <a:lnTo>
                    <a:pt x="5105828" y="686324"/>
                  </a:lnTo>
                  <a:lnTo>
                    <a:pt x="5106016" y="686324"/>
                  </a:lnTo>
                  <a:lnTo>
                    <a:pt x="5106204" y="686324"/>
                  </a:lnTo>
                  <a:lnTo>
                    <a:pt x="5106298" y="686324"/>
                  </a:lnTo>
                  <a:lnTo>
                    <a:pt x="5106486" y="686324"/>
                  </a:lnTo>
                  <a:lnTo>
                    <a:pt x="5106486" y="681045"/>
                  </a:lnTo>
                  <a:lnTo>
                    <a:pt x="5106580" y="681045"/>
                  </a:lnTo>
                  <a:lnTo>
                    <a:pt x="5107050" y="681045"/>
                  </a:lnTo>
                  <a:lnTo>
                    <a:pt x="5107145" y="681045"/>
                  </a:lnTo>
                  <a:lnTo>
                    <a:pt x="5107427" y="681045"/>
                  </a:lnTo>
                  <a:lnTo>
                    <a:pt x="5109871" y="681045"/>
                  </a:lnTo>
                  <a:lnTo>
                    <a:pt x="5110059" y="681045"/>
                  </a:lnTo>
                  <a:lnTo>
                    <a:pt x="5110529" y="681045"/>
                  </a:lnTo>
                  <a:lnTo>
                    <a:pt x="5110812" y="681045"/>
                  </a:lnTo>
                  <a:lnTo>
                    <a:pt x="5110906" y="681045"/>
                  </a:lnTo>
                  <a:lnTo>
                    <a:pt x="5111000" y="681045"/>
                  </a:lnTo>
                  <a:lnTo>
                    <a:pt x="5111188" y="681045"/>
                  </a:lnTo>
                  <a:lnTo>
                    <a:pt x="5111282" y="681045"/>
                  </a:lnTo>
                  <a:lnTo>
                    <a:pt x="5111376" y="681045"/>
                  </a:lnTo>
                  <a:lnTo>
                    <a:pt x="5111470" y="681045"/>
                  </a:lnTo>
                  <a:lnTo>
                    <a:pt x="5111846" y="681045"/>
                  </a:lnTo>
                  <a:lnTo>
                    <a:pt x="5111940" y="681045"/>
                  </a:lnTo>
                  <a:lnTo>
                    <a:pt x="5112128" y="681045"/>
                  </a:lnTo>
                  <a:lnTo>
                    <a:pt x="5112222" y="681045"/>
                  </a:lnTo>
                  <a:lnTo>
                    <a:pt x="5112316" y="681045"/>
                  </a:lnTo>
                  <a:lnTo>
                    <a:pt x="5113068" y="681045"/>
                  </a:lnTo>
                  <a:lnTo>
                    <a:pt x="5113256" y="681045"/>
                  </a:lnTo>
                  <a:lnTo>
                    <a:pt x="5113538" y="681045"/>
                  </a:lnTo>
                  <a:lnTo>
                    <a:pt x="5114385" y="681045"/>
                  </a:lnTo>
                  <a:lnTo>
                    <a:pt x="5114855" y="681045"/>
                  </a:lnTo>
                  <a:lnTo>
                    <a:pt x="5114949" y="681045"/>
                  </a:lnTo>
                  <a:lnTo>
                    <a:pt x="5115231" y="681045"/>
                  </a:lnTo>
                  <a:lnTo>
                    <a:pt x="5115513" y="681045"/>
                  </a:lnTo>
                  <a:lnTo>
                    <a:pt x="5115795" y="681045"/>
                  </a:lnTo>
                  <a:lnTo>
                    <a:pt x="5116077" y="681045"/>
                  </a:lnTo>
                  <a:lnTo>
                    <a:pt x="5116171" y="681045"/>
                  </a:lnTo>
                  <a:lnTo>
                    <a:pt x="5116265" y="681045"/>
                  </a:lnTo>
                  <a:lnTo>
                    <a:pt x="5116547" y="681045"/>
                  </a:lnTo>
                  <a:lnTo>
                    <a:pt x="5116735" y="681045"/>
                  </a:lnTo>
                  <a:lnTo>
                    <a:pt x="5117581" y="681045"/>
                  </a:lnTo>
                  <a:lnTo>
                    <a:pt x="5117675" y="681045"/>
                  </a:lnTo>
                  <a:lnTo>
                    <a:pt x="5117769" y="681045"/>
                  </a:lnTo>
                  <a:lnTo>
                    <a:pt x="5117864" y="681045"/>
                  </a:lnTo>
                  <a:lnTo>
                    <a:pt x="5118240" y="681045"/>
                  </a:lnTo>
                  <a:lnTo>
                    <a:pt x="5118428" y="681045"/>
                  </a:lnTo>
                  <a:lnTo>
                    <a:pt x="5118522" y="681045"/>
                  </a:lnTo>
                  <a:lnTo>
                    <a:pt x="5119556" y="681045"/>
                  </a:lnTo>
                  <a:lnTo>
                    <a:pt x="5119650" y="681045"/>
                  </a:lnTo>
                  <a:lnTo>
                    <a:pt x="5119744" y="681045"/>
                  </a:lnTo>
                  <a:lnTo>
                    <a:pt x="5119838" y="681045"/>
                  </a:lnTo>
                  <a:lnTo>
                    <a:pt x="5120214" y="681045"/>
                  </a:lnTo>
                  <a:lnTo>
                    <a:pt x="5120496" y="681045"/>
                  </a:lnTo>
                  <a:lnTo>
                    <a:pt x="5120684" y="681045"/>
                  </a:lnTo>
                  <a:lnTo>
                    <a:pt x="5120778" y="681045"/>
                  </a:lnTo>
                  <a:lnTo>
                    <a:pt x="5120872" y="681045"/>
                  </a:lnTo>
                  <a:lnTo>
                    <a:pt x="5121154" y="681045"/>
                  </a:lnTo>
                  <a:lnTo>
                    <a:pt x="5121248" y="681045"/>
                  </a:lnTo>
                  <a:lnTo>
                    <a:pt x="5121343" y="681045"/>
                  </a:lnTo>
                  <a:lnTo>
                    <a:pt x="5122095" y="681045"/>
                  </a:lnTo>
                  <a:lnTo>
                    <a:pt x="5122189" y="681045"/>
                  </a:lnTo>
                  <a:lnTo>
                    <a:pt x="5122283" y="681045"/>
                  </a:lnTo>
                  <a:lnTo>
                    <a:pt x="5122377" y="681045"/>
                  </a:lnTo>
                  <a:lnTo>
                    <a:pt x="5122471" y="681045"/>
                  </a:lnTo>
                  <a:lnTo>
                    <a:pt x="5122565" y="681045"/>
                  </a:lnTo>
                  <a:lnTo>
                    <a:pt x="5123317" y="681045"/>
                  </a:lnTo>
                  <a:lnTo>
                    <a:pt x="5123411" y="681045"/>
                  </a:lnTo>
                  <a:lnTo>
                    <a:pt x="5123505" y="681045"/>
                  </a:lnTo>
                  <a:lnTo>
                    <a:pt x="5123599" y="681045"/>
                  </a:lnTo>
                  <a:lnTo>
                    <a:pt x="5123693" y="681045"/>
                  </a:lnTo>
                  <a:lnTo>
                    <a:pt x="5123787" y="681045"/>
                  </a:lnTo>
                  <a:lnTo>
                    <a:pt x="5123881" y="681045"/>
                  </a:lnTo>
                  <a:lnTo>
                    <a:pt x="5123975" y="681045"/>
                  </a:lnTo>
                  <a:lnTo>
                    <a:pt x="5124163" y="675765"/>
                  </a:lnTo>
                  <a:lnTo>
                    <a:pt x="5124257" y="675765"/>
                  </a:lnTo>
                  <a:lnTo>
                    <a:pt x="5124351" y="675765"/>
                  </a:lnTo>
                  <a:lnTo>
                    <a:pt x="5124727" y="675765"/>
                  </a:lnTo>
                  <a:lnTo>
                    <a:pt x="5125104" y="675765"/>
                  </a:lnTo>
                  <a:lnTo>
                    <a:pt x="5125198" y="675765"/>
                  </a:lnTo>
                  <a:lnTo>
                    <a:pt x="5125292" y="675765"/>
                  </a:lnTo>
                  <a:lnTo>
                    <a:pt x="5125386" y="675765"/>
                  </a:lnTo>
                  <a:lnTo>
                    <a:pt x="5125574" y="675765"/>
                  </a:lnTo>
                  <a:lnTo>
                    <a:pt x="5125762" y="675765"/>
                  </a:lnTo>
                  <a:lnTo>
                    <a:pt x="5126138" y="675765"/>
                  </a:lnTo>
                  <a:lnTo>
                    <a:pt x="5126232" y="675765"/>
                  </a:lnTo>
                  <a:lnTo>
                    <a:pt x="5126702" y="675765"/>
                  </a:lnTo>
                  <a:lnTo>
                    <a:pt x="5126984" y="675765"/>
                  </a:lnTo>
                  <a:lnTo>
                    <a:pt x="5127078" y="675765"/>
                  </a:lnTo>
                  <a:lnTo>
                    <a:pt x="5127172" y="675765"/>
                  </a:lnTo>
                  <a:lnTo>
                    <a:pt x="5127360" y="675765"/>
                  </a:lnTo>
                  <a:lnTo>
                    <a:pt x="5127548" y="675765"/>
                  </a:lnTo>
                  <a:lnTo>
                    <a:pt x="5127736" y="675765"/>
                  </a:lnTo>
                  <a:lnTo>
                    <a:pt x="5127830" y="675765"/>
                  </a:lnTo>
                  <a:lnTo>
                    <a:pt x="5127924" y="675765"/>
                  </a:lnTo>
                  <a:lnTo>
                    <a:pt x="5128583" y="675765"/>
                  </a:lnTo>
                  <a:lnTo>
                    <a:pt x="5128677" y="675765"/>
                  </a:lnTo>
                  <a:lnTo>
                    <a:pt x="5128771" y="675765"/>
                  </a:lnTo>
                  <a:lnTo>
                    <a:pt x="5128959" y="675765"/>
                  </a:lnTo>
                  <a:lnTo>
                    <a:pt x="5129429" y="675765"/>
                  </a:lnTo>
                  <a:lnTo>
                    <a:pt x="5129523" y="675765"/>
                  </a:lnTo>
                  <a:lnTo>
                    <a:pt x="5129805" y="675765"/>
                  </a:lnTo>
                  <a:lnTo>
                    <a:pt x="5129899" y="675765"/>
                  </a:lnTo>
                  <a:lnTo>
                    <a:pt x="5130369" y="675765"/>
                  </a:lnTo>
                  <a:lnTo>
                    <a:pt x="5130463" y="675765"/>
                  </a:lnTo>
                  <a:lnTo>
                    <a:pt x="5130839" y="675765"/>
                  </a:lnTo>
                  <a:lnTo>
                    <a:pt x="5130933" y="675765"/>
                  </a:lnTo>
                  <a:lnTo>
                    <a:pt x="5131215" y="675765"/>
                  </a:lnTo>
                  <a:lnTo>
                    <a:pt x="5131309" y="675765"/>
                  </a:lnTo>
                  <a:lnTo>
                    <a:pt x="5131968" y="675765"/>
                  </a:lnTo>
                  <a:lnTo>
                    <a:pt x="5132250" y="675765"/>
                  </a:lnTo>
                  <a:lnTo>
                    <a:pt x="5132344" y="675765"/>
                  </a:lnTo>
                  <a:lnTo>
                    <a:pt x="5132438" y="675765"/>
                  </a:lnTo>
                  <a:lnTo>
                    <a:pt x="5132532" y="675765"/>
                  </a:lnTo>
                  <a:lnTo>
                    <a:pt x="5133002" y="675765"/>
                  </a:lnTo>
                  <a:lnTo>
                    <a:pt x="5133378" y="675765"/>
                  </a:lnTo>
                  <a:lnTo>
                    <a:pt x="5134036" y="675765"/>
                  </a:lnTo>
                  <a:lnTo>
                    <a:pt x="5134318" y="675765"/>
                  </a:lnTo>
                  <a:lnTo>
                    <a:pt x="5134506" y="675765"/>
                  </a:lnTo>
                  <a:lnTo>
                    <a:pt x="5134600" y="675765"/>
                  </a:lnTo>
                  <a:lnTo>
                    <a:pt x="5134694" y="675765"/>
                  </a:lnTo>
                  <a:lnTo>
                    <a:pt x="5135164" y="675765"/>
                  </a:lnTo>
                  <a:lnTo>
                    <a:pt x="5135352" y="675765"/>
                  </a:lnTo>
                  <a:lnTo>
                    <a:pt x="5135729" y="675765"/>
                  </a:lnTo>
                  <a:lnTo>
                    <a:pt x="5135823" y="675765"/>
                  </a:lnTo>
                  <a:lnTo>
                    <a:pt x="5136105" y="675765"/>
                  </a:lnTo>
                  <a:lnTo>
                    <a:pt x="5136575" y="675765"/>
                  </a:lnTo>
                  <a:lnTo>
                    <a:pt x="5136669" y="675765"/>
                  </a:lnTo>
                  <a:lnTo>
                    <a:pt x="5136763" y="675765"/>
                  </a:lnTo>
                  <a:lnTo>
                    <a:pt x="5136951" y="675765"/>
                  </a:lnTo>
                  <a:lnTo>
                    <a:pt x="5137139" y="675765"/>
                  </a:lnTo>
                  <a:lnTo>
                    <a:pt x="5137797" y="675765"/>
                  </a:lnTo>
                  <a:lnTo>
                    <a:pt x="5137985" y="675765"/>
                  </a:lnTo>
                  <a:lnTo>
                    <a:pt x="5138267" y="675765"/>
                  </a:lnTo>
                  <a:lnTo>
                    <a:pt x="5138361" y="675765"/>
                  </a:lnTo>
                  <a:lnTo>
                    <a:pt x="5138643" y="675765"/>
                  </a:lnTo>
                  <a:lnTo>
                    <a:pt x="5138831" y="675765"/>
                  </a:lnTo>
                  <a:lnTo>
                    <a:pt x="5139678" y="675765"/>
                  </a:lnTo>
                  <a:lnTo>
                    <a:pt x="5140242" y="675765"/>
                  </a:lnTo>
                  <a:lnTo>
                    <a:pt x="5140618" y="675765"/>
                  </a:lnTo>
                  <a:lnTo>
                    <a:pt x="5140712" y="675765"/>
                  </a:lnTo>
                  <a:lnTo>
                    <a:pt x="5140994" y="675765"/>
                  </a:lnTo>
                  <a:lnTo>
                    <a:pt x="5141464" y="675765"/>
                  </a:lnTo>
                  <a:lnTo>
                    <a:pt x="5142404" y="675765"/>
                  </a:lnTo>
                  <a:lnTo>
                    <a:pt x="5142498" y="675765"/>
                  </a:lnTo>
                  <a:lnTo>
                    <a:pt x="5142593" y="675765"/>
                  </a:lnTo>
                  <a:lnTo>
                    <a:pt x="5142875" y="675765"/>
                  </a:lnTo>
                  <a:lnTo>
                    <a:pt x="5143063" y="675765"/>
                  </a:lnTo>
                  <a:lnTo>
                    <a:pt x="5143157" y="675765"/>
                  </a:lnTo>
                  <a:lnTo>
                    <a:pt x="5143251" y="675765"/>
                  </a:lnTo>
                  <a:lnTo>
                    <a:pt x="5143439" y="675765"/>
                  </a:lnTo>
                  <a:lnTo>
                    <a:pt x="5143627" y="675765"/>
                  </a:lnTo>
                  <a:lnTo>
                    <a:pt x="5143721" y="675765"/>
                  </a:lnTo>
                  <a:lnTo>
                    <a:pt x="5143815" y="675765"/>
                  </a:lnTo>
                  <a:lnTo>
                    <a:pt x="5144003" y="675765"/>
                  </a:lnTo>
                  <a:lnTo>
                    <a:pt x="5144191" y="675765"/>
                  </a:lnTo>
                  <a:lnTo>
                    <a:pt x="5144473" y="675765"/>
                  </a:lnTo>
                  <a:lnTo>
                    <a:pt x="5144943" y="675765"/>
                  </a:lnTo>
                  <a:lnTo>
                    <a:pt x="5145131" y="675765"/>
                  </a:lnTo>
                  <a:lnTo>
                    <a:pt x="5145225" y="675765"/>
                  </a:lnTo>
                  <a:lnTo>
                    <a:pt x="5146636" y="675765"/>
                  </a:lnTo>
                  <a:lnTo>
                    <a:pt x="5146824" y="675765"/>
                  </a:lnTo>
                  <a:lnTo>
                    <a:pt x="5146918" y="675765"/>
                  </a:lnTo>
                  <a:lnTo>
                    <a:pt x="5147200" y="675765"/>
                  </a:lnTo>
                  <a:lnTo>
                    <a:pt x="5147482" y="675765"/>
                  </a:lnTo>
                  <a:lnTo>
                    <a:pt x="5148140" y="675765"/>
                  </a:lnTo>
                  <a:lnTo>
                    <a:pt x="5148328" y="675765"/>
                  </a:lnTo>
                  <a:lnTo>
                    <a:pt x="5148516" y="675765"/>
                  </a:lnTo>
                  <a:lnTo>
                    <a:pt x="5148610" y="675765"/>
                  </a:lnTo>
                  <a:lnTo>
                    <a:pt x="5148986" y="675765"/>
                  </a:lnTo>
                  <a:lnTo>
                    <a:pt x="5149174" y="675765"/>
                  </a:lnTo>
                  <a:lnTo>
                    <a:pt x="5149362" y="675765"/>
                  </a:lnTo>
                  <a:lnTo>
                    <a:pt x="5149456" y="675765"/>
                  </a:lnTo>
                  <a:lnTo>
                    <a:pt x="5149550" y="675765"/>
                  </a:lnTo>
                  <a:lnTo>
                    <a:pt x="5149644" y="675765"/>
                  </a:lnTo>
                  <a:lnTo>
                    <a:pt x="5149833" y="675765"/>
                  </a:lnTo>
                  <a:lnTo>
                    <a:pt x="5151807" y="670486"/>
                  </a:lnTo>
                  <a:lnTo>
                    <a:pt x="5151995" y="665207"/>
                  </a:lnTo>
                  <a:lnTo>
                    <a:pt x="5152371" y="665207"/>
                  </a:lnTo>
                  <a:lnTo>
                    <a:pt x="5152465" y="665207"/>
                  </a:lnTo>
                  <a:lnTo>
                    <a:pt x="5152653" y="665207"/>
                  </a:lnTo>
                  <a:lnTo>
                    <a:pt x="5152747" y="665207"/>
                  </a:lnTo>
                  <a:lnTo>
                    <a:pt x="5153218" y="665207"/>
                  </a:lnTo>
                  <a:lnTo>
                    <a:pt x="5153500" y="665207"/>
                  </a:lnTo>
                  <a:lnTo>
                    <a:pt x="5153594" y="665207"/>
                  </a:lnTo>
                  <a:lnTo>
                    <a:pt x="5153688" y="665207"/>
                  </a:lnTo>
                  <a:lnTo>
                    <a:pt x="5153876" y="665207"/>
                  </a:lnTo>
                  <a:lnTo>
                    <a:pt x="5154064" y="665207"/>
                  </a:lnTo>
                  <a:lnTo>
                    <a:pt x="5154158" y="665207"/>
                  </a:lnTo>
                  <a:lnTo>
                    <a:pt x="5154816" y="665207"/>
                  </a:lnTo>
                  <a:lnTo>
                    <a:pt x="5154910" y="665207"/>
                  </a:lnTo>
                  <a:lnTo>
                    <a:pt x="5155756" y="665207"/>
                  </a:lnTo>
                  <a:lnTo>
                    <a:pt x="5155850" y="665207"/>
                  </a:lnTo>
                  <a:lnTo>
                    <a:pt x="5155944" y="665207"/>
                  </a:lnTo>
                  <a:lnTo>
                    <a:pt x="5156226" y="665207"/>
                  </a:lnTo>
                  <a:lnTo>
                    <a:pt x="5156602" y="665207"/>
                  </a:lnTo>
                  <a:lnTo>
                    <a:pt x="5156885" y="665207"/>
                  </a:lnTo>
                  <a:lnTo>
                    <a:pt x="5156979" y="665207"/>
                  </a:lnTo>
                  <a:lnTo>
                    <a:pt x="5157167" y="665207"/>
                  </a:lnTo>
                  <a:lnTo>
                    <a:pt x="5157355" y="665207"/>
                  </a:lnTo>
                  <a:lnTo>
                    <a:pt x="5157543" y="665207"/>
                  </a:lnTo>
                  <a:lnTo>
                    <a:pt x="5157825" y="665207"/>
                  </a:lnTo>
                  <a:lnTo>
                    <a:pt x="5157919" y="665207"/>
                  </a:lnTo>
                  <a:lnTo>
                    <a:pt x="5158201" y="665207"/>
                  </a:lnTo>
                  <a:lnTo>
                    <a:pt x="5158389" y="665207"/>
                  </a:lnTo>
                  <a:lnTo>
                    <a:pt x="5158859" y="665207"/>
                  </a:lnTo>
                  <a:lnTo>
                    <a:pt x="5159329" y="665207"/>
                  </a:lnTo>
                  <a:lnTo>
                    <a:pt x="5159423" y="665207"/>
                  </a:lnTo>
                  <a:lnTo>
                    <a:pt x="5159517" y="665207"/>
                  </a:lnTo>
                  <a:lnTo>
                    <a:pt x="5160552" y="665207"/>
                  </a:lnTo>
                  <a:lnTo>
                    <a:pt x="5160646" y="665207"/>
                  </a:lnTo>
                  <a:lnTo>
                    <a:pt x="5160740" y="665207"/>
                  </a:lnTo>
                  <a:lnTo>
                    <a:pt x="5160928" y="665207"/>
                  </a:lnTo>
                  <a:lnTo>
                    <a:pt x="5162150" y="665207"/>
                  </a:lnTo>
                  <a:lnTo>
                    <a:pt x="5162338" y="665207"/>
                  </a:lnTo>
                  <a:lnTo>
                    <a:pt x="5162902" y="665207"/>
                  </a:lnTo>
                  <a:lnTo>
                    <a:pt x="5162996" y="665207"/>
                  </a:lnTo>
                  <a:lnTo>
                    <a:pt x="5163090" y="665207"/>
                  </a:lnTo>
                  <a:lnTo>
                    <a:pt x="5163184" y="665207"/>
                  </a:lnTo>
                  <a:lnTo>
                    <a:pt x="5163278" y="665207"/>
                  </a:lnTo>
                  <a:lnTo>
                    <a:pt x="5163466" y="665207"/>
                  </a:lnTo>
                  <a:lnTo>
                    <a:pt x="5163654" y="665207"/>
                  </a:lnTo>
                  <a:lnTo>
                    <a:pt x="5163748" y="665207"/>
                  </a:lnTo>
                  <a:lnTo>
                    <a:pt x="5163842" y="665207"/>
                  </a:lnTo>
                  <a:lnTo>
                    <a:pt x="5164031" y="665207"/>
                  </a:lnTo>
                  <a:lnTo>
                    <a:pt x="5164689" y="665207"/>
                  </a:lnTo>
                  <a:lnTo>
                    <a:pt x="5164783" y="665207"/>
                  </a:lnTo>
                  <a:lnTo>
                    <a:pt x="5164971" y="665207"/>
                  </a:lnTo>
                  <a:lnTo>
                    <a:pt x="5165347" y="665207"/>
                  </a:lnTo>
                  <a:lnTo>
                    <a:pt x="5165441" y="665207"/>
                  </a:lnTo>
                  <a:lnTo>
                    <a:pt x="5165535" y="665207"/>
                  </a:lnTo>
                  <a:lnTo>
                    <a:pt x="5165629" y="665207"/>
                  </a:lnTo>
                  <a:lnTo>
                    <a:pt x="5166005" y="665207"/>
                  </a:lnTo>
                  <a:lnTo>
                    <a:pt x="5166099" y="665207"/>
                  </a:lnTo>
                  <a:lnTo>
                    <a:pt x="5166193" y="665207"/>
                  </a:lnTo>
                  <a:lnTo>
                    <a:pt x="5166287" y="665207"/>
                  </a:lnTo>
                  <a:lnTo>
                    <a:pt x="5166381" y="665207"/>
                  </a:lnTo>
                  <a:lnTo>
                    <a:pt x="5166475" y="665207"/>
                  </a:lnTo>
                  <a:lnTo>
                    <a:pt x="5166569" y="665207"/>
                  </a:lnTo>
                  <a:lnTo>
                    <a:pt x="5167604" y="659927"/>
                  </a:lnTo>
                  <a:lnTo>
                    <a:pt x="5167792" y="659927"/>
                  </a:lnTo>
                  <a:lnTo>
                    <a:pt x="5167886" y="659927"/>
                  </a:lnTo>
                  <a:lnTo>
                    <a:pt x="5168074" y="659927"/>
                  </a:lnTo>
                  <a:lnTo>
                    <a:pt x="5168262" y="659927"/>
                  </a:lnTo>
                  <a:lnTo>
                    <a:pt x="5168450" y="659927"/>
                  </a:lnTo>
                  <a:lnTo>
                    <a:pt x="5168638" y="659927"/>
                  </a:lnTo>
                  <a:lnTo>
                    <a:pt x="5169578" y="659927"/>
                  </a:lnTo>
                  <a:lnTo>
                    <a:pt x="5170048" y="659927"/>
                  </a:lnTo>
                  <a:lnTo>
                    <a:pt x="5170330" y="659927"/>
                  </a:lnTo>
                  <a:lnTo>
                    <a:pt x="5170424" y="659927"/>
                  </a:lnTo>
                  <a:lnTo>
                    <a:pt x="5170518" y="659927"/>
                  </a:lnTo>
                  <a:lnTo>
                    <a:pt x="5170706" y="659927"/>
                  </a:lnTo>
                  <a:lnTo>
                    <a:pt x="5170800" y="659927"/>
                  </a:lnTo>
                  <a:lnTo>
                    <a:pt x="5170894" y="659927"/>
                  </a:lnTo>
                  <a:lnTo>
                    <a:pt x="5171083" y="659927"/>
                  </a:lnTo>
                  <a:lnTo>
                    <a:pt x="5171553" y="659927"/>
                  </a:lnTo>
                  <a:lnTo>
                    <a:pt x="5171647" y="659927"/>
                  </a:lnTo>
                  <a:lnTo>
                    <a:pt x="5171741" y="659927"/>
                  </a:lnTo>
                  <a:lnTo>
                    <a:pt x="5172211" y="659927"/>
                  </a:lnTo>
                  <a:lnTo>
                    <a:pt x="5172493" y="659927"/>
                  </a:lnTo>
                  <a:lnTo>
                    <a:pt x="5173245" y="659927"/>
                  </a:lnTo>
                  <a:lnTo>
                    <a:pt x="5173339" y="659927"/>
                  </a:lnTo>
                  <a:lnTo>
                    <a:pt x="5173527" y="659927"/>
                  </a:lnTo>
                  <a:lnTo>
                    <a:pt x="5173621" y="659927"/>
                  </a:lnTo>
                  <a:lnTo>
                    <a:pt x="5174185" y="659927"/>
                  </a:lnTo>
                  <a:lnTo>
                    <a:pt x="5174279" y="659927"/>
                  </a:lnTo>
                  <a:lnTo>
                    <a:pt x="5174373" y="659927"/>
                  </a:lnTo>
                  <a:lnTo>
                    <a:pt x="5174750" y="659927"/>
                  </a:lnTo>
                  <a:lnTo>
                    <a:pt x="5175314" y="659927"/>
                  </a:lnTo>
                  <a:lnTo>
                    <a:pt x="5175878" y="659927"/>
                  </a:lnTo>
                  <a:lnTo>
                    <a:pt x="5176066" y="659927"/>
                  </a:lnTo>
                  <a:lnTo>
                    <a:pt x="5176442" y="659927"/>
                  </a:lnTo>
                  <a:lnTo>
                    <a:pt x="5176536" y="659927"/>
                  </a:lnTo>
                  <a:lnTo>
                    <a:pt x="5176724" y="659927"/>
                  </a:lnTo>
                  <a:lnTo>
                    <a:pt x="5177288" y="659927"/>
                  </a:lnTo>
                  <a:lnTo>
                    <a:pt x="5177476" y="659927"/>
                  </a:lnTo>
                  <a:lnTo>
                    <a:pt x="5178135" y="659927"/>
                  </a:lnTo>
                  <a:lnTo>
                    <a:pt x="5178229" y="659927"/>
                  </a:lnTo>
                  <a:lnTo>
                    <a:pt x="5179075" y="659927"/>
                  </a:lnTo>
                  <a:lnTo>
                    <a:pt x="5179357" y="659927"/>
                  </a:lnTo>
                  <a:lnTo>
                    <a:pt x="5179451" y="659927"/>
                  </a:lnTo>
                  <a:lnTo>
                    <a:pt x="5179639" y="659927"/>
                  </a:lnTo>
                  <a:lnTo>
                    <a:pt x="5180015" y="659927"/>
                  </a:lnTo>
                  <a:lnTo>
                    <a:pt x="5180391" y="659927"/>
                  </a:lnTo>
                  <a:lnTo>
                    <a:pt x="5181143" y="659927"/>
                  </a:lnTo>
                  <a:lnTo>
                    <a:pt x="5181425" y="659927"/>
                  </a:lnTo>
                  <a:lnTo>
                    <a:pt x="5181519" y="659927"/>
                  </a:lnTo>
                  <a:lnTo>
                    <a:pt x="5181614" y="659927"/>
                  </a:lnTo>
                  <a:lnTo>
                    <a:pt x="5181990" y="659927"/>
                  </a:lnTo>
                  <a:lnTo>
                    <a:pt x="5182084" y="659927"/>
                  </a:lnTo>
                  <a:lnTo>
                    <a:pt x="5182366" y="659927"/>
                  </a:lnTo>
                  <a:lnTo>
                    <a:pt x="5182460" y="659927"/>
                  </a:lnTo>
                  <a:lnTo>
                    <a:pt x="5182554" y="654648"/>
                  </a:lnTo>
                  <a:lnTo>
                    <a:pt x="5183964" y="654648"/>
                  </a:lnTo>
                  <a:lnTo>
                    <a:pt x="5184058" y="654648"/>
                  </a:lnTo>
                  <a:lnTo>
                    <a:pt x="5184152" y="654648"/>
                  </a:lnTo>
                  <a:lnTo>
                    <a:pt x="5184246" y="654648"/>
                  </a:lnTo>
                  <a:lnTo>
                    <a:pt x="5184716" y="654648"/>
                  </a:lnTo>
                  <a:lnTo>
                    <a:pt x="5185092" y="654648"/>
                  </a:lnTo>
                  <a:lnTo>
                    <a:pt x="5185187" y="654648"/>
                  </a:lnTo>
                  <a:lnTo>
                    <a:pt x="5185657" y="654648"/>
                  </a:lnTo>
                  <a:lnTo>
                    <a:pt x="5185939" y="654648"/>
                  </a:lnTo>
                  <a:lnTo>
                    <a:pt x="5186033" y="654648"/>
                  </a:lnTo>
                  <a:lnTo>
                    <a:pt x="5186127" y="654648"/>
                  </a:lnTo>
                  <a:lnTo>
                    <a:pt x="5186221" y="654648"/>
                  </a:lnTo>
                  <a:lnTo>
                    <a:pt x="5186409" y="654648"/>
                  </a:lnTo>
                  <a:lnTo>
                    <a:pt x="5186597" y="654648"/>
                  </a:lnTo>
                  <a:lnTo>
                    <a:pt x="5186691" y="654648"/>
                  </a:lnTo>
                  <a:lnTo>
                    <a:pt x="5186785" y="654648"/>
                  </a:lnTo>
                  <a:lnTo>
                    <a:pt x="5187725" y="654648"/>
                  </a:lnTo>
                  <a:lnTo>
                    <a:pt x="5188666" y="654648"/>
                  </a:lnTo>
                  <a:lnTo>
                    <a:pt x="5188854" y="654648"/>
                  </a:lnTo>
                  <a:lnTo>
                    <a:pt x="5189418" y="654648"/>
                  </a:lnTo>
                  <a:lnTo>
                    <a:pt x="5189512" y="654648"/>
                  </a:lnTo>
                  <a:lnTo>
                    <a:pt x="5189606" y="654648"/>
                  </a:lnTo>
                  <a:lnTo>
                    <a:pt x="5189794" y="654648"/>
                  </a:lnTo>
                  <a:lnTo>
                    <a:pt x="5190170" y="654648"/>
                  </a:lnTo>
                  <a:lnTo>
                    <a:pt x="5190264" y="654648"/>
                  </a:lnTo>
                  <a:lnTo>
                    <a:pt x="5190358" y="654648"/>
                  </a:lnTo>
                  <a:lnTo>
                    <a:pt x="5190452" y="654648"/>
                  </a:lnTo>
                  <a:lnTo>
                    <a:pt x="5190546" y="654648"/>
                  </a:lnTo>
                  <a:lnTo>
                    <a:pt x="5190734" y="654648"/>
                  </a:lnTo>
                  <a:lnTo>
                    <a:pt x="5190828" y="654648"/>
                  </a:lnTo>
                  <a:lnTo>
                    <a:pt x="5191016" y="654648"/>
                  </a:lnTo>
                  <a:lnTo>
                    <a:pt x="5191110" y="654648"/>
                  </a:lnTo>
                  <a:lnTo>
                    <a:pt x="5191204" y="654648"/>
                  </a:lnTo>
                  <a:lnTo>
                    <a:pt x="5191298" y="654648"/>
                  </a:lnTo>
                  <a:lnTo>
                    <a:pt x="5191392" y="654648"/>
                  </a:lnTo>
                  <a:lnTo>
                    <a:pt x="5191580" y="654648"/>
                  </a:lnTo>
                  <a:lnTo>
                    <a:pt x="5191674" y="654648"/>
                  </a:lnTo>
                  <a:lnTo>
                    <a:pt x="5191956" y="654648"/>
                  </a:lnTo>
                  <a:lnTo>
                    <a:pt x="5192239" y="654648"/>
                  </a:lnTo>
                  <a:lnTo>
                    <a:pt x="5192427" y="654648"/>
                  </a:lnTo>
                  <a:lnTo>
                    <a:pt x="5192521" y="654648"/>
                  </a:lnTo>
                  <a:lnTo>
                    <a:pt x="5192615" y="654648"/>
                  </a:lnTo>
                  <a:lnTo>
                    <a:pt x="5192897" y="654648"/>
                  </a:lnTo>
                  <a:lnTo>
                    <a:pt x="5192991" y="654648"/>
                  </a:lnTo>
                  <a:lnTo>
                    <a:pt x="5193367" y="654648"/>
                  </a:lnTo>
                  <a:lnTo>
                    <a:pt x="5193555" y="654648"/>
                  </a:lnTo>
                  <a:lnTo>
                    <a:pt x="5193837" y="654648"/>
                  </a:lnTo>
                  <a:lnTo>
                    <a:pt x="5194025" y="654648"/>
                  </a:lnTo>
                  <a:lnTo>
                    <a:pt x="5194401" y="654648"/>
                  </a:lnTo>
                  <a:lnTo>
                    <a:pt x="5194495" y="654648"/>
                  </a:lnTo>
                  <a:lnTo>
                    <a:pt x="5194871" y="654648"/>
                  </a:lnTo>
                  <a:lnTo>
                    <a:pt x="5194965" y="654648"/>
                  </a:lnTo>
                  <a:lnTo>
                    <a:pt x="5195623" y="654648"/>
                  </a:lnTo>
                  <a:lnTo>
                    <a:pt x="5195717" y="654648"/>
                  </a:lnTo>
                  <a:lnTo>
                    <a:pt x="5195812" y="654648"/>
                  </a:lnTo>
                  <a:lnTo>
                    <a:pt x="5196188" y="654648"/>
                  </a:lnTo>
                  <a:lnTo>
                    <a:pt x="5197034" y="654648"/>
                  </a:lnTo>
                  <a:lnTo>
                    <a:pt x="5197316" y="654648"/>
                  </a:lnTo>
                  <a:lnTo>
                    <a:pt x="5198068" y="654648"/>
                  </a:lnTo>
                  <a:lnTo>
                    <a:pt x="5198256" y="654648"/>
                  </a:lnTo>
                  <a:lnTo>
                    <a:pt x="5198444" y="654648"/>
                  </a:lnTo>
                  <a:lnTo>
                    <a:pt x="5198632" y="654648"/>
                  </a:lnTo>
                  <a:lnTo>
                    <a:pt x="5198726" y="654648"/>
                  </a:lnTo>
                  <a:lnTo>
                    <a:pt x="5198820" y="654648"/>
                  </a:lnTo>
                  <a:lnTo>
                    <a:pt x="5198914" y="654648"/>
                  </a:lnTo>
                  <a:lnTo>
                    <a:pt x="5199008" y="654648"/>
                  </a:lnTo>
                  <a:lnTo>
                    <a:pt x="5199479" y="654648"/>
                  </a:lnTo>
                  <a:lnTo>
                    <a:pt x="5199761" y="654648"/>
                  </a:lnTo>
                  <a:lnTo>
                    <a:pt x="5200043" y="654648"/>
                  </a:lnTo>
                  <a:lnTo>
                    <a:pt x="5200137" y="654648"/>
                  </a:lnTo>
                  <a:lnTo>
                    <a:pt x="5200607" y="654648"/>
                  </a:lnTo>
                  <a:lnTo>
                    <a:pt x="5200701" y="654648"/>
                  </a:lnTo>
                  <a:lnTo>
                    <a:pt x="5200795" y="654648"/>
                  </a:lnTo>
                  <a:lnTo>
                    <a:pt x="5201265" y="654648"/>
                  </a:lnTo>
                  <a:lnTo>
                    <a:pt x="5201453" y="654648"/>
                  </a:lnTo>
                  <a:lnTo>
                    <a:pt x="5201923" y="654648"/>
                  </a:lnTo>
                  <a:lnTo>
                    <a:pt x="5202017" y="654648"/>
                  </a:lnTo>
                  <a:lnTo>
                    <a:pt x="5202769" y="654648"/>
                  </a:lnTo>
                  <a:lnTo>
                    <a:pt x="5202864" y="654648"/>
                  </a:lnTo>
                  <a:lnTo>
                    <a:pt x="5202958" y="654648"/>
                  </a:lnTo>
                  <a:lnTo>
                    <a:pt x="5203334" y="654648"/>
                  </a:lnTo>
                  <a:lnTo>
                    <a:pt x="5203616" y="654648"/>
                  </a:lnTo>
                  <a:lnTo>
                    <a:pt x="5203898" y="654648"/>
                  </a:lnTo>
                  <a:lnTo>
                    <a:pt x="5203992" y="654648"/>
                  </a:lnTo>
                  <a:lnTo>
                    <a:pt x="5204086" y="654648"/>
                  </a:lnTo>
                  <a:lnTo>
                    <a:pt x="5204274" y="654648"/>
                  </a:lnTo>
                  <a:lnTo>
                    <a:pt x="5204368" y="654648"/>
                  </a:lnTo>
                  <a:lnTo>
                    <a:pt x="5204462" y="654648"/>
                  </a:lnTo>
                  <a:lnTo>
                    <a:pt x="5204556" y="654648"/>
                  </a:lnTo>
                  <a:lnTo>
                    <a:pt x="5205308" y="654648"/>
                  </a:lnTo>
                  <a:lnTo>
                    <a:pt x="5205966" y="654648"/>
                  </a:lnTo>
                  <a:lnTo>
                    <a:pt x="5206437" y="654648"/>
                  </a:lnTo>
                  <a:lnTo>
                    <a:pt x="5206719" y="654648"/>
                  </a:lnTo>
                  <a:lnTo>
                    <a:pt x="5206813" y="654648"/>
                  </a:lnTo>
                  <a:lnTo>
                    <a:pt x="5207001" y="654648"/>
                  </a:lnTo>
                  <a:lnTo>
                    <a:pt x="5207095" y="654648"/>
                  </a:lnTo>
                  <a:lnTo>
                    <a:pt x="5207283" y="654648"/>
                  </a:lnTo>
                  <a:lnTo>
                    <a:pt x="5207377" y="654648"/>
                  </a:lnTo>
                  <a:lnTo>
                    <a:pt x="5207753" y="654648"/>
                  </a:lnTo>
                  <a:lnTo>
                    <a:pt x="5207847" y="654648"/>
                  </a:lnTo>
                  <a:lnTo>
                    <a:pt x="5207941" y="654648"/>
                  </a:lnTo>
                  <a:lnTo>
                    <a:pt x="5208317" y="654648"/>
                  </a:lnTo>
                  <a:lnTo>
                    <a:pt x="5208411" y="654648"/>
                  </a:lnTo>
                  <a:lnTo>
                    <a:pt x="5208505" y="654648"/>
                  </a:lnTo>
                  <a:lnTo>
                    <a:pt x="5208787" y="654648"/>
                  </a:lnTo>
                  <a:lnTo>
                    <a:pt x="5208881" y="654648"/>
                  </a:lnTo>
                  <a:lnTo>
                    <a:pt x="5209069" y="654648"/>
                  </a:lnTo>
                  <a:lnTo>
                    <a:pt x="5209821" y="654648"/>
                  </a:lnTo>
                  <a:lnTo>
                    <a:pt x="5210010" y="654648"/>
                  </a:lnTo>
                  <a:lnTo>
                    <a:pt x="5210104" y="654648"/>
                  </a:lnTo>
                  <a:lnTo>
                    <a:pt x="5210198" y="654648"/>
                  </a:lnTo>
                  <a:lnTo>
                    <a:pt x="5210386" y="654648"/>
                  </a:lnTo>
                  <a:lnTo>
                    <a:pt x="5210668" y="654648"/>
                  </a:lnTo>
                  <a:lnTo>
                    <a:pt x="5211232" y="654648"/>
                  </a:lnTo>
                  <a:lnTo>
                    <a:pt x="5211702" y="654648"/>
                  </a:lnTo>
                  <a:lnTo>
                    <a:pt x="5211796" y="654648"/>
                  </a:lnTo>
                  <a:lnTo>
                    <a:pt x="5211890" y="654648"/>
                  </a:lnTo>
                  <a:lnTo>
                    <a:pt x="5212078" y="654648"/>
                  </a:lnTo>
                  <a:lnTo>
                    <a:pt x="5212548" y="654648"/>
                  </a:lnTo>
                  <a:lnTo>
                    <a:pt x="5212830" y="654648"/>
                  </a:lnTo>
                  <a:lnTo>
                    <a:pt x="5213206" y="654648"/>
                  </a:lnTo>
                  <a:lnTo>
                    <a:pt x="5213959" y="649368"/>
                  </a:lnTo>
                  <a:lnTo>
                    <a:pt x="5214617" y="649368"/>
                  </a:lnTo>
                  <a:lnTo>
                    <a:pt x="5214805" y="649368"/>
                  </a:lnTo>
                  <a:lnTo>
                    <a:pt x="5215181" y="649368"/>
                  </a:lnTo>
                  <a:lnTo>
                    <a:pt x="5215745" y="649368"/>
                  </a:lnTo>
                  <a:lnTo>
                    <a:pt x="5215839" y="649368"/>
                  </a:lnTo>
                  <a:lnTo>
                    <a:pt x="5216027" y="649368"/>
                  </a:lnTo>
                  <a:lnTo>
                    <a:pt x="5216121" y="649368"/>
                  </a:lnTo>
                  <a:lnTo>
                    <a:pt x="5216497" y="649368"/>
                  </a:lnTo>
                  <a:lnTo>
                    <a:pt x="5216779" y="649368"/>
                  </a:lnTo>
                  <a:lnTo>
                    <a:pt x="5216873" y="649368"/>
                  </a:lnTo>
                  <a:lnTo>
                    <a:pt x="5217062" y="649368"/>
                  </a:lnTo>
                  <a:lnTo>
                    <a:pt x="5217250" y="649368"/>
                  </a:lnTo>
                  <a:lnTo>
                    <a:pt x="5217438" y="649368"/>
                  </a:lnTo>
                  <a:lnTo>
                    <a:pt x="5218096" y="649368"/>
                  </a:lnTo>
                  <a:lnTo>
                    <a:pt x="5218190" y="649368"/>
                  </a:lnTo>
                  <a:lnTo>
                    <a:pt x="5218566" y="649368"/>
                  </a:lnTo>
                  <a:lnTo>
                    <a:pt x="5218660" y="649368"/>
                  </a:lnTo>
                  <a:lnTo>
                    <a:pt x="5218942" y="649368"/>
                  </a:lnTo>
                  <a:lnTo>
                    <a:pt x="5219036" y="649368"/>
                  </a:lnTo>
                  <a:lnTo>
                    <a:pt x="5219694" y="649368"/>
                  </a:lnTo>
                  <a:lnTo>
                    <a:pt x="5219788" y="649368"/>
                  </a:lnTo>
                  <a:lnTo>
                    <a:pt x="5219882" y="649368"/>
                  </a:lnTo>
                  <a:lnTo>
                    <a:pt x="5219976" y="649368"/>
                  </a:lnTo>
                  <a:lnTo>
                    <a:pt x="5220070" y="649368"/>
                  </a:lnTo>
                  <a:lnTo>
                    <a:pt x="5220446" y="649368"/>
                  </a:lnTo>
                  <a:lnTo>
                    <a:pt x="5221481" y="644089"/>
                  </a:lnTo>
                  <a:lnTo>
                    <a:pt x="5222045" y="644089"/>
                  </a:lnTo>
                  <a:lnTo>
                    <a:pt x="5222233" y="644089"/>
                  </a:lnTo>
                  <a:lnTo>
                    <a:pt x="5222327" y="644089"/>
                  </a:lnTo>
                  <a:lnTo>
                    <a:pt x="5222421" y="644089"/>
                  </a:lnTo>
                  <a:lnTo>
                    <a:pt x="5222797" y="644089"/>
                  </a:lnTo>
                  <a:lnTo>
                    <a:pt x="5222891" y="644089"/>
                  </a:lnTo>
                  <a:lnTo>
                    <a:pt x="5222985" y="644089"/>
                  </a:lnTo>
                  <a:lnTo>
                    <a:pt x="5223079" y="644089"/>
                  </a:lnTo>
                  <a:lnTo>
                    <a:pt x="5223455" y="644089"/>
                  </a:lnTo>
                  <a:lnTo>
                    <a:pt x="5223549" y="644089"/>
                  </a:lnTo>
                  <a:lnTo>
                    <a:pt x="5223643" y="644089"/>
                  </a:lnTo>
                  <a:lnTo>
                    <a:pt x="5224019" y="644089"/>
                  </a:lnTo>
                  <a:lnTo>
                    <a:pt x="5224302" y="644089"/>
                  </a:lnTo>
                  <a:lnTo>
                    <a:pt x="5224396" y="644089"/>
                  </a:lnTo>
                  <a:lnTo>
                    <a:pt x="5224678" y="644089"/>
                  </a:lnTo>
                  <a:lnTo>
                    <a:pt x="5225430" y="644089"/>
                  </a:lnTo>
                  <a:lnTo>
                    <a:pt x="5225712" y="644089"/>
                  </a:lnTo>
                  <a:lnTo>
                    <a:pt x="5225900" y="644089"/>
                  </a:lnTo>
                  <a:lnTo>
                    <a:pt x="5225994" y="644089"/>
                  </a:lnTo>
                  <a:lnTo>
                    <a:pt x="5226088" y="644089"/>
                  </a:lnTo>
                  <a:lnTo>
                    <a:pt x="5226182" y="644089"/>
                  </a:lnTo>
                  <a:lnTo>
                    <a:pt x="5226276" y="644089"/>
                  </a:lnTo>
                  <a:lnTo>
                    <a:pt x="5226370" y="644089"/>
                  </a:lnTo>
                  <a:lnTo>
                    <a:pt x="5226652" y="644089"/>
                  </a:lnTo>
                  <a:lnTo>
                    <a:pt x="5227404" y="644089"/>
                  </a:lnTo>
                  <a:lnTo>
                    <a:pt x="5228063" y="644089"/>
                  </a:lnTo>
                  <a:lnTo>
                    <a:pt x="5228157" y="644089"/>
                  </a:lnTo>
                  <a:lnTo>
                    <a:pt x="5228251" y="644089"/>
                  </a:lnTo>
                  <a:lnTo>
                    <a:pt x="5228345" y="644089"/>
                  </a:lnTo>
                  <a:lnTo>
                    <a:pt x="5228627" y="644089"/>
                  </a:lnTo>
                  <a:lnTo>
                    <a:pt x="5228815" y="644089"/>
                  </a:lnTo>
                  <a:lnTo>
                    <a:pt x="5228909" y="644089"/>
                  </a:lnTo>
                  <a:lnTo>
                    <a:pt x="5229191" y="644089"/>
                  </a:lnTo>
                  <a:lnTo>
                    <a:pt x="5229567" y="638809"/>
                  </a:lnTo>
                  <a:lnTo>
                    <a:pt x="5229849" y="638809"/>
                  </a:lnTo>
                  <a:lnTo>
                    <a:pt x="5229943" y="638809"/>
                  </a:lnTo>
                  <a:lnTo>
                    <a:pt x="5230225" y="638809"/>
                  </a:lnTo>
                  <a:lnTo>
                    <a:pt x="5230319" y="638809"/>
                  </a:lnTo>
                  <a:lnTo>
                    <a:pt x="5230413" y="638809"/>
                  </a:lnTo>
                  <a:lnTo>
                    <a:pt x="5232012" y="633530"/>
                  </a:lnTo>
                  <a:lnTo>
                    <a:pt x="5232294" y="633530"/>
                  </a:lnTo>
                  <a:lnTo>
                    <a:pt x="5232388" y="633530"/>
                  </a:lnTo>
                  <a:lnTo>
                    <a:pt x="5232576" y="633530"/>
                  </a:lnTo>
                  <a:lnTo>
                    <a:pt x="5232764" y="633530"/>
                  </a:lnTo>
                  <a:lnTo>
                    <a:pt x="5232858" y="633530"/>
                  </a:lnTo>
                  <a:lnTo>
                    <a:pt x="5232952" y="633530"/>
                  </a:lnTo>
                  <a:lnTo>
                    <a:pt x="5233422" y="633530"/>
                  </a:lnTo>
                  <a:lnTo>
                    <a:pt x="5233610" y="633530"/>
                  </a:lnTo>
                  <a:lnTo>
                    <a:pt x="5233704" y="633530"/>
                  </a:lnTo>
                  <a:lnTo>
                    <a:pt x="5233798" y="633530"/>
                  </a:lnTo>
                  <a:lnTo>
                    <a:pt x="5233986" y="633530"/>
                  </a:lnTo>
                  <a:lnTo>
                    <a:pt x="5234080" y="633530"/>
                  </a:lnTo>
                  <a:lnTo>
                    <a:pt x="5234456" y="633530"/>
                  </a:lnTo>
                  <a:lnTo>
                    <a:pt x="5234550" y="633530"/>
                  </a:lnTo>
                  <a:lnTo>
                    <a:pt x="5234644" y="633530"/>
                  </a:lnTo>
                  <a:lnTo>
                    <a:pt x="5235021" y="633530"/>
                  </a:lnTo>
                  <a:lnTo>
                    <a:pt x="5236149" y="633530"/>
                  </a:lnTo>
                  <a:lnTo>
                    <a:pt x="5236243" y="633530"/>
                  </a:lnTo>
                  <a:lnTo>
                    <a:pt x="5236431" y="633530"/>
                  </a:lnTo>
                  <a:lnTo>
                    <a:pt x="5236525" y="633530"/>
                  </a:lnTo>
                  <a:lnTo>
                    <a:pt x="5236713" y="633530"/>
                  </a:lnTo>
                  <a:lnTo>
                    <a:pt x="5236995" y="633530"/>
                  </a:lnTo>
                  <a:lnTo>
                    <a:pt x="5237089" y="633530"/>
                  </a:lnTo>
                  <a:lnTo>
                    <a:pt x="5237277" y="633530"/>
                  </a:lnTo>
                  <a:lnTo>
                    <a:pt x="5237559" y="633530"/>
                  </a:lnTo>
                  <a:lnTo>
                    <a:pt x="5237653" y="633530"/>
                  </a:lnTo>
                  <a:lnTo>
                    <a:pt x="5237841" y="633530"/>
                  </a:lnTo>
                  <a:lnTo>
                    <a:pt x="5238782" y="633530"/>
                  </a:lnTo>
                  <a:lnTo>
                    <a:pt x="5238970" y="633530"/>
                  </a:lnTo>
                  <a:lnTo>
                    <a:pt x="5239064" y="633530"/>
                  </a:lnTo>
                  <a:lnTo>
                    <a:pt x="5239252" y="633530"/>
                  </a:lnTo>
                  <a:lnTo>
                    <a:pt x="5239440" y="633530"/>
                  </a:lnTo>
                  <a:lnTo>
                    <a:pt x="5239534" y="633530"/>
                  </a:lnTo>
                  <a:lnTo>
                    <a:pt x="5241038" y="633530"/>
                  </a:lnTo>
                  <a:lnTo>
                    <a:pt x="5241132" y="633530"/>
                  </a:lnTo>
                  <a:lnTo>
                    <a:pt x="5241320" y="633530"/>
                  </a:lnTo>
                  <a:lnTo>
                    <a:pt x="5241414" y="633530"/>
                  </a:lnTo>
                  <a:lnTo>
                    <a:pt x="5241602" y="633530"/>
                  </a:lnTo>
                  <a:lnTo>
                    <a:pt x="5241790" y="633530"/>
                  </a:lnTo>
                  <a:lnTo>
                    <a:pt x="5241885" y="633530"/>
                  </a:lnTo>
                  <a:lnTo>
                    <a:pt x="5241979" y="633530"/>
                  </a:lnTo>
                  <a:lnTo>
                    <a:pt x="5242073" y="633530"/>
                  </a:lnTo>
                  <a:lnTo>
                    <a:pt x="5242449" y="633530"/>
                  </a:lnTo>
                  <a:lnTo>
                    <a:pt x="5243013" y="633530"/>
                  </a:lnTo>
                  <a:lnTo>
                    <a:pt x="5243107" y="633530"/>
                  </a:lnTo>
                  <a:lnTo>
                    <a:pt x="5243201" y="633530"/>
                  </a:lnTo>
                  <a:lnTo>
                    <a:pt x="5243389" y="633530"/>
                  </a:lnTo>
                  <a:lnTo>
                    <a:pt x="5243483" y="633530"/>
                  </a:lnTo>
                  <a:lnTo>
                    <a:pt x="5243577" y="633530"/>
                  </a:lnTo>
                  <a:lnTo>
                    <a:pt x="5243765" y="633530"/>
                  </a:lnTo>
                  <a:lnTo>
                    <a:pt x="5244329" y="633530"/>
                  </a:lnTo>
                  <a:lnTo>
                    <a:pt x="5244423" y="633530"/>
                  </a:lnTo>
                  <a:lnTo>
                    <a:pt x="5244611" y="633530"/>
                  </a:lnTo>
                  <a:lnTo>
                    <a:pt x="5244705" y="633530"/>
                  </a:lnTo>
                  <a:lnTo>
                    <a:pt x="5244987" y="633530"/>
                  </a:lnTo>
                  <a:lnTo>
                    <a:pt x="5245081" y="633530"/>
                  </a:lnTo>
                  <a:lnTo>
                    <a:pt x="5245552" y="633530"/>
                  </a:lnTo>
                  <a:lnTo>
                    <a:pt x="5245646" y="633530"/>
                  </a:lnTo>
                  <a:lnTo>
                    <a:pt x="5246210" y="633530"/>
                  </a:lnTo>
                  <a:lnTo>
                    <a:pt x="5246962" y="633530"/>
                  </a:lnTo>
                  <a:lnTo>
                    <a:pt x="5247056" y="633530"/>
                  </a:lnTo>
                  <a:lnTo>
                    <a:pt x="5247244" y="633530"/>
                  </a:lnTo>
                  <a:lnTo>
                    <a:pt x="5247714" y="633530"/>
                  </a:lnTo>
                  <a:lnTo>
                    <a:pt x="5247808" y="633530"/>
                  </a:lnTo>
                  <a:lnTo>
                    <a:pt x="5247902" y="633530"/>
                  </a:lnTo>
                  <a:lnTo>
                    <a:pt x="5248090" y="633530"/>
                  </a:lnTo>
                  <a:lnTo>
                    <a:pt x="5248278" y="633530"/>
                  </a:lnTo>
                  <a:lnTo>
                    <a:pt x="5248372" y="633530"/>
                  </a:lnTo>
                  <a:lnTo>
                    <a:pt x="5248560" y="633530"/>
                  </a:lnTo>
                  <a:lnTo>
                    <a:pt x="5248748" y="633530"/>
                  </a:lnTo>
                  <a:lnTo>
                    <a:pt x="5249031" y="633530"/>
                  </a:lnTo>
                  <a:lnTo>
                    <a:pt x="5249125" y="633530"/>
                  </a:lnTo>
                  <a:lnTo>
                    <a:pt x="5249313" y="633530"/>
                  </a:lnTo>
                  <a:lnTo>
                    <a:pt x="5249407" y="633530"/>
                  </a:lnTo>
                  <a:lnTo>
                    <a:pt x="5251193" y="633530"/>
                  </a:lnTo>
                  <a:lnTo>
                    <a:pt x="5251287" y="633530"/>
                  </a:lnTo>
                  <a:lnTo>
                    <a:pt x="5251569" y="633530"/>
                  </a:lnTo>
                  <a:lnTo>
                    <a:pt x="5251757" y="633530"/>
                  </a:lnTo>
                  <a:lnTo>
                    <a:pt x="5252133" y="633530"/>
                  </a:lnTo>
                  <a:lnTo>
                    <a:pt x="5252227" y="633530"/>
                  </a:lnTo>
                  <a:lnTo>
                    <a:pt x="5252227" y="628251"/>
                  </a:lnTo>
                  <a:lnTo>
                    <a:pt x="5252321" y="628251"/>
                  </a:lnTo>
                  <a:lnTo>
                    <a:pt x="5252415" y="628251"/>
                  </a:lnTo>
                  <a:lnTo>
                    <a:pt x="5252510" y="628251"/>
                  </a:lnTo>
                  <a:lnTo>
                    <a:pt x="5252792" y="622971"/>
                  </a:lnTo>
                  <a:lnTo>
                    <a:pt x="5253168" y="622971"/>
                  </a:lnTo>
                  <a:lnTo>
                    <a:pt x="5253826" y="622971"/>
                  </a:lnTo>
                  <a:lnTo>
                    <a:pt x="5253920" y="622971"/>
                  </a:lnTo>
                  <a:lnTo>
                    <a:pt x="5254108" y="622971"/>
                  </a:lnTo>
                  <a:lnTo>
                    <a:pt x="5254202" y="622971"/>
                  </a:lnTo>
                  <a:lnTo>
                    <a:pt x="5254390" y="622971"/>
                  </a:lnTo>
                  <a:lnTo>
                    <a:pt x="5254954" y="622971"/>
                  </a:lnTo>
                  <a:lnTo>
                    <a:pt x="5255330" y="622971"/>
                  </a:lnTo>
                  <a:lnTo>
                    <a:pt x="5255612" y="622971"/>
                  </a:lnTo>
                  <a:lnTo>
                    <a:pt x="5255988" y="622971"/>
                  </a:lnTo>
                  <a:lnTo>
                    <a:pt x="5256177" y="622971"/>
                  </a:lnTo>
                  <a:lnTo>
                    <a:pt x="5256459" y="622971"/>
                  </a:lnTo>
                  <a:lnTo>
                    <a:pt x="5256553" y="622971"/>
                  </a:lnTo>
                  <a:lnTo>
                    <a:pt x="5256647" y="622971"/>
                  </a:lnTo>
                  <a:lnTo>
                    <a:pt x="5256929" y="622971"/>
                  </a:lnTo>
                  <a:lnTo>
                    <a:pt x="5257023" y="622971"/>
                  </a:lnTo>
                  <a:lnTo>
                    <a:pt x="5257305" y="622971"/>
                  </a:lnTo>
                  <a:lnTo>
                    <a:pt x="5257681" y="622971"/>
                  </a:lnTo>
                  <a:lnTo>
                    <a:pt x="5258245" y="622971"/>
                  </a:lnTo>
                  <a:lnTo>
                    <a:pt x="5258433" y="622971"/>
                  </a:lnTo>
                  <a:lnTo>
                    <a:pt x="5259373" y="622971"/>
                  </a:lnTo>
                  <a:lnTo>
                    <a:pt x="5259750" y="622971"/>
                  </a:lnTo>
                  <a:lnTo>
                    <a:pt x="5259844" y="622971"/>
                  </a:lnTo>
                  <a:lnTo>
                    <a:pt x="5259938" y="622971"/>
                  </a:lnTo>
                  <a:lnTo>
                    <a:pt x="5260220" y="622971"/>
                  </a:lnTo>
                  <a:lnTo>
                    <a:pt x="5260314" y="622971"/>
                  </a:lnTo>
                  <a:lnTo>
                    <a:pt x="5260878" y="622971"/>
                  </a:lnTo>
                  <a:lnTo>
                    <a:pt x="5261254" y="622971"/>
                  </a:lnTo>
                  <a:lnTo>
                    <a:pt x="5261442" y="622971"/>
                  </a:lnTo>
                  <a:lnTo>
                    <a:pt x="5261818" y="622971"/>
                  </a:lnTo>
                  <a:lnTo>
                    <a:pt x="5261912" y="622971"/>
                  </a:lnTo>
                  <a:lnTo>
                    <a:pt x="5262006" y="622971"/>
                  </a:lnTo>
                  <a:lnTo>
                    <a:pt x="5262288" y="622971"/>
                  </a:lnTo>
                  <a:lnTo>
                    <a:pt x="5262476" y="622971"/>
                  </a:lnTo>
                  <a:lnTo>
                    <a:pt x="5263040" y="622971"/>
                  </a:lnTo>
                  <a:lnTo>
                    <a:pt x="5263135" y="622971"/>
                  </a:lnTo>
                  <a:lnTo>
                    <a:pt x="5263229" y="622971"/>
                  </a:lnTo>
                  <a:lnTo>
                    <a:pt x="5263605" y="622971"/>
                  </a:lnTo>
                  <a:lnTo>
                    <a:pt x="5263887" y="622971"/>
                  </a:lnTo>
                  <a:lnTo>
                    <a:pt x="5264169" y="622971"/>
                  </a:lnTo>
                  <a:lnTo>
                    <a:pt x="5264733" y="622971"/>
                  </a:lnTo>
                  <a:lnTo>
                    <a:pt x="5264921" y="622971"/>
                  </a:lnTo>
                  <a:lnTo>
                    <a:pt x="5265015" y="622971"/>
                  </a:lnTo>
                  <a:lnTo>
                    <a:pt x="5265109" y="622971"/>
                  </a:lnTo>
                  <a:lnTo>
                    <a:pt x="5265203" y="622971"/>
                  </a:lnTo>
                  <a:lnTo>
                    <a:pt x="5265391" y="622971"/>
                  </a:lnTo>
                  <a:lnTo>
                    <a:pt x="5265485" y="617692"/>
                  </a:lnTo>
                  <a:lnTo>
                    <a:pt x="5265673" y="617692"/>
                  </a:lnTo>
                  <a:lnTo>
                    <a:pt x="5265767" y="617692"/>
                  </a:lnTo>
                  <a:lnTo>
                    <a:pt x="5265861" y="617692"/>
                  </a:lnTo>
                  <a:lnTo>
                    <a:pt x="5267554" y="617692"/>
                  </a:lnTo>
                  <a:lnTo>
                    <a:pt x="5267648" y="617692"/>
                  </a:lnTo>
                  <a:lnTo>
                    <a:pt x="5267836" y="617692"/>
                  </a:lnTo>
                  <a:lnTo>
                    <a:pt x="5267930" y="617692"/>
                  </a:lnTo>
                  <a:lnTo>
                    <a:pt x="5268118" y="617692"/>
                  </a:lnTo>
                  <a:lnTo>
                    <a:pt x="5268212" y="617692"/>
                  </a:lnTo>
                  <a:lnTo>
                    <a:pt x="5268306" y="617692"/>
                  </a:lnTo>
                  <a:lnTo>
                    <a:pt x="5268494" y="617692"/>
                  </a:lnTo>
                  <a:lnTo>
                    <a:pt x="5268682" y="617692"/>
                  </a:lnTo>
                  <a:lnTo>
                    <a:pt x="5269058" y="617692"/>
                  </a:lnTo>
                  <a:lnTo>
                    <a:pt x="5269434" y="617692"/>
                  </a:lnTo>
                  <a:lnTo>
                    <a:pt x="5270187" y="617692"/>
                  </a:lnTo>
                  <a:lnTo>
                    <a:pt x="5270281" y="617692"/>
                  </a:lnTo>
                  <a:lnTo>
                    <a:pt x="5270751" y="617692"/>
                  </a:lnTo>
                  <a:lnTo>
                    <a:pt x="5270845" y="617692"/>
                  </a:lnTo>
                  <a:lnTo>
                    <a:pt x="5270939" y="617692"/>
                  </a:lnTo>
                  <a:lnTo>
                    <a:pt x="5271127" y="617692"/>
                  </a:lnTo>
                  <a:lnTo>
                    <a:pt x="5271221" y="617692"/>
                  </a:lnTo>
                  <a:lnTo>
                    <a:pt x="5271503" y="617692"/>
                  </a:lnTo>
                  <a:lnTo>
                    <a:pt x="5271597" y="617692"/>
                  </a:lnTo>
                  <a:lnTo>
                    <a:pt x="5271785" y="617692"/>
                  </a:lnTo>
                  <a:lnTo>
                    <a:pt x="5272255" y="617692"/>
                  </a:lnTo>
                  <a:lnTo>
                    <a:pt x="5272537" y="617692"/>
                  </a:lnTo>
                  <a:lnTo>
                    <a:pt x="5272631" y="617692"/>
                  </a:lnTo>
                  <a:lnTo>
                    <a:pt x="5272725" y="617692"/>
                  </a:lnTo>
                  <a:lnTo>
                    <a:pt x="5273571" y="617692"/>
                  </a:lnTo>
                  <a:lnTo>
                    <a:pt x="5273665" y="617692"/>
                  </a:lnTo>
                  <a:lnTo>
                    <a:pt x="5273760" y="617692"/>
                  </a:lnTo>
                  <a:lnTo>
                    <a:pt x="5273854" y="617692"/>
                  </a:lnTo>
                  <a:lnTo>
                    <a:pt x="5274136" y="617692"/>
                  </a:lnTo>
                  <a:lnTo>
                    <a:pt x="5274230" y="617692"/>
                  </a:lnTo>
                  <a:lnTo>
                    <a:pt x="5274606" y="612412"/>
                  </a:lnTo>
                  <a:lnTo>
                    <a:pt x="5275076" y="612412"/>
                  </a:lnTo>
                  <a:lnTo>
                    <a:pt x="5275264" y="612412"/>
                  </a:lnTo>
                  <a:lnTo>
                    <a:pt x="5275546" y="612412"/>
                  </a:lnTo>
                  <a:lnTo>
                    <a:pt x="5275640" y="612412"/>
                  </a:lnTo>
                  <a:lnTo>
                    <a:pt x="5275734" y="612412"/>
                  </a:lnTo>
                  <a:lnTo>
                    <a:pt x="5276298" y="612412"/>
                  </a:lnTo>
                  <a:lnTo>
                    <a:pt x="5276392" y="612412"/>
                  </a:lnTo>
                  <a:lnTo>
                    <a:pt x="5276486" y="612412"/>
                  </a:lnTo>
                  <a:lnTo>
                    <a:pt x="5276580" y="612412"/>
                  </a:lnTo>
                  <a:lnTo>
                    <a:pt x="5276862" y="612412"/>
                  </a:lnTo>
                  <a:lnTo>
                    <a:pt x="5277238" y="612412"/>
                  </a:lnTo>
                  <a:lnTo>
                    <a:pt x="5277803" y="612412"/>
                  </a:lnTo>
                  <a:lnTo>
                    <a:pt x="5277897" y="612412"/>
                  </a:lnTo>
                  <a:lnTo>
                    <a:pt x="5278179" y="612412"/>
                  </a:lnTo>
                  <a:lnTo>
                    <a:pt x="5278649" y="612412"/>
                  </a:lnTo>
                  <a:lnTo>
                    <a:pt x="5278743" y="612412"/>
                  </a:lnTo>
                  <a:lnTo>
                    <a:pt x="5278743" y="607133"/>
                  </a:lnTo>
                  <a:lnTo>
                    <a:pt x="5280153" y="607133"/>
                  </a:lnTo>
                  <a:lnTo>
                    <a:pt x="5280247" y="607133"/>
                  </a:lnTo>
                  <a:lnTo>
                    <a:pt x="5280717" y="607133"/>
                  </a:lnTo>
                  <a:lnTo>
                    <a:pt x="5281000" y="607133"/>
                  </a:lnTo>
                  <a:lnTo>
                    <a:pt x="5281094" y="607133"/>
                  </a:lnTo>
                  <a:lnTo>
                    <a:pt x="5281282" y="607133"/>
                  </a:lnTo>
                  <a:lnTo>
                    <a:pt x="5281376" y="607133"/>
                  </a:lnTo>
                  <a:lnTo>
                    <a:pt x="5281564" y="607133"/>
                  </a:lnTo>
                  <a:lnTo>
                    <a:pt x="5281658" y="607133"/>
                  </a:lnTo>
                  <a:lnTo>
                    <a:pt x="5281940" y="607133"/>
                  </a:lnTo>
                  <a:lnTo>
                    <a:pt x="5282128" y="607133"/>
                  </a:lnTo>
                  <a:lnTo>
                    <a:pt x="5282222" y="607133"/>
                  </a:lnTo>
                  <a:lnTo>
                    <a:pt x="5282598" y="607133"/>
                  </a:lnTo>
                  <a:lnTo>
                    <a:pt x="5282692" y="607133"/>
                  </a:lnTo>
                  <a:lnTo>
                    <a:pt x="5282786" y="607133"/>
                  </a:lnTo>
                  <a:lnTo>
                    <a:pt x="5282974" y="607133"/>
                  </a:lnTo>
                  <a:lnTo>
                    <a:pt x="5283068" y="607133"/>
                  </a:lnTo>
                  <a:lnTo>
                    <a:pt x="5283256" y="607133"/>
                  </a:lnTo>
                  <a:lnTo>
                    <a:pt x="5283538" y="607133"/>
                  </a:lnTo>
                  <a:lnTo>
                    <a:pt x="5284102" y="607133"/>
                  </a:lnTo>
                  <a:lnTo>
                    <a:pt x="5284196" y="607133"/>
                  </a:lnTo>
                  <a:lnTo>
                    <a:pt x="5284290" y="607133"/>
                  </a:lnTo>
                  <a:lnTo>
                    <a:pt x="5284385" y="607133"/>
                  </a:lnTo>
                  <a:lnTo>
                    <a:pt x="5284479" y="607133"/>
                  </a:lnTo>
                  <a:lnTo>
                    <a:pt x="5284949" y="607133"/>
                  </a:lnTo>
                  <a:lnTo>
                    <a:pt x="5285513" y="601854"/>
                  </a:lnTo>
                  <a:lnTo>
                    <a:pt x="5285607" y="601854"/>
                  </a:lnTo>
                  <a:lnTo>
                    <a:pt x="5285795" y="601854"/>
                  </a:lnTo>
                  <a:lnTo>
                    <a:pt x="5285889" y="601854"/>
                  </a:lnTo>
                  <a:lnTo>
                    <a:pt x="5285983" y="601854"/>
                  </a:lnTo>
                  <a:lnTo>
                    <a:pt x="5286641" y="601854"/>
                  </a:lnTo>
                  <a:lnTo>
                    <a:pt x="5286735" y="601854"/>
                  </a:lnTo>
                  <a:lnTo>
                    <a:pt x="5286923" y="601854"/>
                  </a:lnTo>
                  <a:lnTo>
                    <a:pt x="5287299" y="601854"/>
                  </a:lnTo>
                  <a:lnTo>
                    <a:pt x="5287393" y="601854"/>
                  </a:lnTo>
                  <a:lnTo>
                    <a:pt x="5287487" y="601854"/>
                  </a:lnTo>
                  <a:lnTo>
                    <a:pt x="5287581" y="601854"/>
                  </a:lnTo>
                  <a:lnTo>
                    <a:pt x="5287958" y="601854"/>
                  </a:lnTo>
                  <a:lnTo>
                    <a:pt x="5288334" y="601854"/>
                  </a:lnTo>
                  <a:lnTo>
                    <a:pt x="5288804" y="601854"/>
                  </a:lnTo>
                  <a:lnTo>
                    <a:pt x="5289274" y="601854"/>
                  </a:lnTo>
                  <a:lnTo>
                    <a:pt x="5289368" y="601854"/>
                  </a:lnTo>
                  <a:lnTo>
                    <a:pt x="5289556" y="601854"/>
                  </a:lnTo>
                  <a:lnTo>
                    <a:pt x="5289650" y="601854"/>
                  </a:lnTo>
                  <a:lnTo>
                    <a:pt x="5289932" y="601854"/>
                  </a:lnTo>
                  <a:lnTo>
                    <a:pt x="5290026" y="601854"/>
                  </a:lnTo>
                  <a:lnTo>
                    <a:pt x="5291342" y="596574"/>
                  </a:lnTo>
                  <a:lnTo>
                    <a:pt x="5291625" y="596574"/>
                  </a:lnTo>
                  <a:lnTo>
                    <a:pt x="5291719" y="596574"/>
                  </a:lnTo>
                  <a:lnTo>
                    <a:pt x="5291907" y="596574"/>
                  </a:lnTo>
                  <a:lnTo>
                    <a:pt x="5292095" y="596574"/>
                  </a:lnTo>
                  <a:lnTo>
                    <a:pt x="5292189" y="596574"/>
                  </a:lnTo>
                  <a:lnTo>
                    <a:pt x="5292283" y="596574"/>
                  </a:lnTo>
                  <a:lnTo>
                    <a:pt x="5292471" y="596574"/>
                  </a:lnTo>
                  <a:lnTo>
                    <a:pt x="5292847" y="596574"/>
                  </a:lnTo>
                  <a:lnTo>
                    <a:pt x="5293129" y="596574"/>
                  </a:lnTo>
                  <a:lnTo>
                    <a:pt x="5294069" y="596574"/>
                  </a:lnTo>
                  <a:lnTo>
                    <a:pt x="5294445" y="596574"/>
                  </a:lnTo>
                  <a:lnTo>
                    <a:pt x="5294633" y="596574"/>
                  </a:lnTo>
                  <a:lnTo>
                    <a:pt x="5294821" y="596574"/>
                  </a:lnTo>
                  <a:lnTo>
                    <a:pt x="5294915" y="596574"/>
                  </a:lnTo>
                  <a:lnTo>
                    <a:pt x="5295198" y="596574"/>
                  </a:lnTo>
                  <a:lnTo>
                    <a:pt x="5295292" y="596574"/>
                  </a:lnTo>
                  <a:lnTo>
                    <a:pt x="5295668" y="596574"/>
                  </a:lnTo>
                  <a:lnTo>
                    <a:pt x="5296138" y="596574"/>
                  </a:lnTo>
                  <a:lnTo>
                    <a:pt x="5296702" y="596574"/>
                  </a:lnTo>
                  <a:lnTo>
                    <a:pt x="5296984" y="596574"/>
                  </a:lnTo>
                  <a:lnTo>
                    <a:pt x="5297360" y="596574"/>
                  </a:lnTo>
                  <a:lnTo>
                    <a:pt x="5297736" y="596574"/>
                  </a:lnTo>
                  <a:lnTo>
                    <a:pt x="5297830" y="596574"/>
                  </a:lnTo>
                  <a:lnTo>
                    <a:pt x="5298018" y="596574"/>
                  </a:lnTo>
                  <a:lnTo>
                    <a:pt x="5298112" y="596574"/>
                  </a:lnTo>
                  <a:lnTo>
                    <a:pt x="5298583" y="596574"/>
                  </a:lnTo>
                  <a:lnTo>
                    <a:pt x="5298677" y="596574"/>
                  </a:lnTo>
                  <a:lnTo>
                    <a:pt x="5298959" y="596574"/>
                  </a:lnTo>
                  <a:lnTo>
                    <a:pt x="5299617" y="596574"/>
                  </a:lnTo>
                  <a:lnTo>
                    <a:pt x="5300087" y="596574"/>
                  </a:lnTo>
                  <a:lnTo>
                    <a:pt x="5300275" y="596574"/>
                  </a:lnTo>
                  <a:lnTo>
                    <a:pt x="5300745" y="596574"/>
                  </a:lnTo>
                  <a:lnTo>
                    <a:pt x="5301121" y="596574"/>
                  </a:lnTo>
                  <a:lnTo>
                    <a:pt x="5301215" y="596574"/>
                  </a:lnTo>
                  <a:lnTo>
                    <a:pt x="5301309" y="596574"/>
                  </a:lnTo>
                  <a:lnTo>
                    <a:pt x="5301403" y="596574"/>
                  </a:lnTo>
                  <a:lnTo>
                    <a:pt x="5301403" y="591295"/>
                  </a:lnTo>
                  <a:lnTo>
                    <a:pt x="5301497" y="591295"/>
                  </a:lnTo>
                  <a:lnTo>
                    <a:pt x="5301685" y="591295"/>
                  </a:lnTo>
                  <a:lnTo>
                    <a:pt x="5301873" y="591295"/>
                  </a:lnTo>
                  <a:lnTo>
                    <a:pt x="5301967" y="591295"/>
                  </a:lnTo>
                  <a:lnTo>
                    <a:pt x="5302061" y="591295"/>
                  </a:lnTo>
                  <a:lnTo>
                    <a:pt x="5302156" y="591295"/>
                  </a:lnTo>
                  <a:lnTo>
                    <a:pt x="5303472" y="591295"/>
                  </a:lnTo>
                  <a:lnTo>
                    <a:pt x="5303566" y="591295"/>
                  </a:lnTo>
                  <a:lnTo>
                    <a:pt x="5303660" y="591295"/>
                  </a:lnTo>
                  <a:lnTo>
                    <a:pt x="5304130" y="591295"/>
                  </a:lnTo>
                  <a:lnTo>
                    <a:pt x="5304318" y="591295"/>
                  </a:lnTo>
                  <a:lnTo>
                    <a:pt x="5304412" y="591295"/>
                  </a:lnTo>
                  <a:lnTo>
                    <a:pt x="5304506" y="591295"/>
                  </a:lnTo>
                  <a:lnTo>
                    <a:pt x="5304600" y="591295"/>
                  </a:lnTo>
                  <a:lnTo>
                    <a:pt x="5304788" y="591295"/>
                  </a:lnTo>
                  <a:lnTo>
                    <a:pt x="5304882" y="591295"/>
                  </a:lnTo>
                  <a:lnTo>
                    <a:pt x="5305164" y="591295"/>
                  </a:lnTo>
                  <a:lnTo>
                    <a:pt x="5305446" y="591295"/>
                  </a:lnTo>
                  <a:lnTo>
                    <a:pt x="5305540" y="591295"/>
                  </a:lnTo>
                  <a:lnTo>
                    <a:pt x="5305917" y="591295"/>
                  </a:lnTo>
                  <a:lnTo>
                    <a:pt x="5305917" y="586015"/>
                  </a:lnTo>
                  <a:lnTo>
                    <a:pt x="5306011" y="586015"/>
                  </a:lnTo>
                  <a:lnTo>
                    <a:pt x="5306199" y="586015"/>
                  </a:lnTo>
                  <a:lnTo>
                    <a:pt x="5306387" y="586015"/>
                  </a:lnTo>
                  <a:lnTo>
                    <a:pt x="5306481" y="586015"/>
                  </a:lnTo>
                  <a:lnTo>
                    <a:pt x="5307139" y="586015"/>
                  </a:lnTo>
                  <a:lnTo>
                    <a:pt x="5307233" y="586015"/>
                  </a:lnTo>
                  <a:lnTo>
                    <a:pt x="5307421" y="586015"/>
                  </a:lnTo>
                  <a:lnTo>
                    <a:pt x="5308173" y="580736"/>
                  </a:lnTo>
                  <a:lnTo>
                    <a:pt x="5308267" y="580736"/>
                  </a:lnTo>
                  <a:lnTo>
                    <a:pt x="5308361" y="580736"/>
                  </a:lnTo>
                  <a:lnTo>
                    <a:pt x="5308737" y="580736"/>
                  </a:lnTo>
                  <a:lnTo>
                    <a:pt x="5309396" y="580736"/>
                  </a:lnTo>
                  <a:lnTo>
                    <a:pt x="5309490" y="580736"/>
                  </a:lnTo>
                  <a:lnTo>
                    <a:pt x="5309584" y="580736"/>
                  </a:lnTo>
                  <a:lnTo>
                    <a:pt x="5310054" y="580736"/>
                  </a:lnTo>
                  <a:lnTo>
                    <a:pt x="5310806" y="580736"/>
                  </a:lnTo>
                  <a:lnTo>
                    <a:pt x="5310994" y="580736"/>
                  </a:lnTo>
                  <a:lnTo>
                    <a:pt x="5311088" y="580736"/>
                  </a:lnTo>
                  <a:lnTo>
                    <a:pt x="5312310" y="580736"/>
                  </a:lnTo>
                  <a:lnTo>
                    <a:pt x="5312498" y="580736"/>
                  </a:lnTo>
                  <a:lnTo>
                    <a:pt x="5312592" y="580736"/>
                  </a:lnTo>
                  <a:lnTo>
                    <a:pt x="5312686" y="580736"/>
                  </a:lnTo>
                  <a:lnTo>
                    <a:pt x="5312781" y="580736"/>
                  </a:lnTo>
                  <a:lnTo>
                    <a:pt x="5312875" y="580736"/>
                  </a:lnTo>
                  <a:lnTo>
                    <a:pt x="5313063" y="580736"/>
                  </a:lnTo>
                  <a:lnTo>
                    <a:pt x="5313157" y="580736"/>
                  </a:lnTo>
                  <a:lnTo>
                    <a:pt x="5313251" y="580736"/>
                  </a:lnTo>
                  <a:lnTo>
                    <a:pt x="5313909" y="580736"/>
                  </a:lnTo>
                  <a:lnTo>
                    <a:pt x="5314191" y="580736"/>
                  </a:lnTo>
                  <a:lnTo>
                    <a:pt x="5314379" y="580736"/>
                  </a:lnTo>
                  <a:lnTo>
                    <a:pt x="5314943" y="580736"/>
                  </a:lnTo>
                  <a:lnTo>
                    <a:pt x="5315319" y="580736"/>
                  </a:lnTo>
                  <a:lnTo>
                    <a:pt x="5315413" y="580736"/>
                  </a:lnTo>
                  <a:lnTo>
                    <a:pt x="5315507" y="580736"/>
                  </a:lnTo>
                  <a:lnTo>
                    <a:pt x="5315883" y="580736"/>
                  </a:lnTo>
                  <a:lnTo>
                    <a:pt x="5316260" y="580736"/>
                  </a:lnTo>
                  <a:lnTo>
                    <a:pt x="5316636" y="580736"/>
                  </a:lnTo>
                  <a:lnTo>
                    <a:pt x="5316824" y="580736"/>
                  </a:lnTo>
                  <a:lnTo>
                    <a:pt x="5317106" y="580736"/>
                  </a:lnTo>
                  <a:lnTo>
                    <a:pt x="5317482" y="580736"/>
                  </a:lnTo>
                  <a:lnTo>
                    <a:pt x="5318422" y="580736"/>
                  </a:lnTo>
                  <a:lnTo>
                    <a:pt x="5318610" y="580736"/>
                  </a:lnTo>
                  <a:lnTo>
                    <a:pt x="5318798" y="580736"/>
                  </a:lnTo>
                  <a:lnTo>
                    <a:pt x="5318986" y="580736"/>
                  </a:lnTo>
                  <a:lnTo>
                    <a:pt x="5319644" y="580736"/>
                  </a:lnTo>
                  <a:lnTo>
                    <a:pt x="5319738" y="580736"/>
                  </a:lnTo>
                  <a:lnTo>
                    <a:pt x="5319927" y="580736"/>
                  </a:lnTo>
                  <a:lnTo>
                    <a:pt x="5320021" y="580736"/>
                  </a:lnTo>
                  <a:lnTo>
                    <a:pt x="5320115" y="580736"/>
                  </a:lnTo>
                  <a:lnTo>
                    <a:pt x="5320491" y="580736"/>
                  </a:lnTo>
                  <a:lnTo>
                    <a:pt x="5320867" y="580736"/>
                  </a:lnTo>
                  <a:lnTo>
                    <a:pt x="5320961" y="580736"/>
                  </a:lnTo>
                  <a:lnTo>
                    <a:pt x="5321243" y="580736"/>
                  </a:lnTo>
                  <a:lnTo>
                    <a:pt x="5321431" y="575456"/>
                  </a:lnTo>
                  <a:lnTo>
                    <a:pt x="5321525" y="575456"/>
                  </a:lnTo>
                  <a:lnTo>
                    <a:pt x="5321619" y="575456"/>
                  </a:lnTo>
                  <a:lnTo>
                    <a:pt x="5321901" y="575456"/>
                  </a:lnTo>
                  <a:lnTo>
                    <a:pt x="5322653" y="575456"/>
                  </a:lnTo>
                  <a:lnTo>
                    <a:pt x="5322747" y="575456"/>
                  </a:lnTo>
                  <a:lnTo>
                    <a:pt x="5323029" y="575456"/>
                  </a:lnTo>
                  <a:lnTo>
                    <a:pt x="5323217" y="575456"/>
                  </a:lnTo>
                  <a:lnTo>
                    <a:pt x="5323311" y="575456"/>
                  </a:lnTo>
                  <a:lnTo>
                    <a:pt x="5323406" y="575456"/>
                  </a:lnTo>
                  <a:lnTo>
                    <a:pt x="5323970" y="575456"/>
                  </a:lnTo>
                  <a:lnTo>
                    <a:pt x="5325004" y="575456"/>
                  </a:lnTo>
                  <a:lnTo>
                    <a:pt x="5325192" y="575456"/>
                  </a:lnTo>
                  <a:lnTo>
                    <a:pt x="5325286" y="575456"/>
                  </a:lnTo>
                  <a:lnTo>
                    <a:pt x="5325380" y="575456"/>
                  </a:lnTo>
                  <a:lnTo>
                    <a:pt x="5325850" y="575456"/>
                  </a:lnTo>
                  <a:lnTo>
                    <a:pt x="5325944" y="575456"/>
                  </a:lnTo>
                  <a:lnTo>
                    <a:pt x="5326038" y="575456"/>
                  </a:lnTo>
                  <a:lnTo>
                    <a:pt x="5326132" y="575456"/>
                  </a:lnTo>
                  <a:lnTo>
                    <a:pt x="5326414" y="575456"/>
                  </a:lnTo>
                  <a:lnTo>
                    <a:pt x="5327167" y="575456"/>
                  </a:lnTo>
                  <a:lnTo>
                    <a:pt x="5327355" y="575456"/>
                  </a:lnTo>
                  <a:lnTo>
                    <a:pt x="5327731" y="575456"/>
                  </a:lnTo>
                  <a:lnTo>
                    <a:pt x="5327825" y="575456"/>
                  </a:lnTo>
                  <a:lnTo>
                    <a:pt x="5327919" y="575456"/>
                  </a:lnTo>
                  <a:lnTo>
                    <a:pt x="5328013" y="575456"/>
                  </a:lnTo>
                  <a:lnTo>
                    <a:pt x="5328483" y="575456"/>
                  </a:lnTo>
                  <a:lnTo>
                    <a:pt x="5328859" y="575456"/>
                  </a:lnTo>
                  <a:lnTo>
                    <a:pt x="5329235" y="575456"/>
                  </a:lnTo>
                  <a:lnTo>
                    <a:pt x="5329423" y="575456"/>
                  </a:lnTo>
                  <a:lnTo>
                    <a:pt x="5329893" y="575456"/>
                  </a:lnTo>
                  <a:lnTo>
                    <a:pt x="5330552" y="575456"/>
                  </a:lnTo>
                  <a:lnTo>
                    <a:pt x="5330740" y="575456"/>
                  </a:lnTo>
                  <a:lnTo>
                    <a:pt x="5330834" y="570177"/>
                  </a:lnTo>
                  <a:lnTo>
                    <a:pt x="5330928" y="570177"/>
                  </a:lnTo>
                  <a:lnTo>
                    <a:pt x="5331022" y="570177"/>
                  </a:lnTo>
                  <a:lnTo>
                    <a:pt x="5331398" y="570177"/>
                  </a:lnTo>
                  <a:lnTo>
                    <a:pt x="5331492" y="570177"/>
                  </a:lnTo>
                  <a:lnTo>
                    <a:pt x="5331868" y="570177"/>
                  </a:lnTo>
                  <a:lnTo>
                    <a:pt x="5332056" y="570177"/>
                  </a:lnTo>
                  <a:lnTo>
                    <a:pt x="5332244" y="570177"/>
                  </a:lnTo>
                  <a:lnTo>
                    <a:pt x="5332338" y="570177"/>
                  </a:lnTo>
                  <a:lnTo>
                    <a:pt x="5332526" y="570177"/>
                  </a:lnTo>
                  <a:lnTo>
                    <a:pt x="5332620" y="570177"/>
                  </a:lnTo>
                  <a:lnTo>
                    <a:pt x="5332808" y="570177"/>
                  </a:lnTo>
                  <a:lnTo>
                    <a:pt x="5332996" y="570177"/>
                  </a:lnTo>
                  <a:lnTo>
                    <a:pt x="5333372" y="570177"/>
                  </a:lnTo>
                  <a:lnTo>
                    <a:pt x="5333466" y="570177"/>
                  </a:lnTo>
                  <a:lnTo>
                    <a:pt x="5333560" y="570177"/>
                  </a:lnTo>
                  <a:lnTo>
                    <a:pt x="5333654" y="570177"/>
                  </a:lnTo>
                  <a:lnTo>
                    <a:pt x="5333936" y="570177"/>
                  </a:lnTo>
                  <a:lnTo>
                    <a:pt x="5334031" y="570177"/>
                  </a:lnTo>
                  <a:lnTo>
                    <a:pt x="5334219" y="570177"/>
                  </a:lnTo>
                  <a:lnTo>
                    <a:pt x="5334407" y="570177"/>
                  </a:lnTo>
                  <a:lnTo>
                    <a:pt x="5334783" y="570177"/>
                  </a:lnTo>
                  <a:lnTo>
                    <a:pt x="5335441" y="570177"/>
                  </a:lnTo>
                  <a:lnTo>
                    <a:pt x="5335723" y="570177"/>
                  </a:lnTo>
                  <a:lnTo>
                    <a:pt x="5335911" y="570177"/>
                  </a:lnTo>
                  <a:lnTo>
                    <a:pt x="5336193" y="570177"/>
                  </a:lnTo>
                  <a:lnTo>
                    <a:pt x="5336475" y="570177"/>
                  </a:lnTo>
                  <a:lnTo>
                    <a:pt x="5336569" y="570177"/>
                  </a:lnTo>
                  <a:lnTo>
                    <a:pt x="5337227" y="570177"/>
                  </a:lnTo>
                  <a:lnTo>
                    <a:pt x="5337415" y="570177"/>
                  </a:lnTo>
                  <a:lnTo>
                    <a:pt x="5337698" y="570177"/>
                  </a:lnTo>
                  <a:lnTo>
                    <a:pt x="5338168" y="570177"/>
                  </a:lnTo>
                  <a:lnTo>
                    <a:pt x="5338262" y="570177"/>
                  </a:lnTo>
                  <a:lnTo>
                    <a:pt x="5338356" y="570177"/>
                  </a:lnTo>
                  <a:lnTo>
                    <a:pt x="5338450" y="570177"/>
                  </a:lnTo>
                  <a:lnTo>
                    <a:pt x="5338638" y="570177"/>
                  </a:lnTo>
                  <a:lnTo>
                    <a:pt x="5338826" y="570177"/>
                  </a:lnTo>
                  <a:lnTo>
                    <a:pt x="5339014" y="570177"/>
                  </a:lnTo>
                  <a:lnTo>
                    <a:pt x="5339108" y="570177"/>
                  </a:lnTo>
                  <a:lnTo>
                    <a:pt x="5339202" y="570177"/>
                  </a:lnTo>
                  <a:lnTo>
                    <a:pt x="5339296" y="570177"/>
                  </a:lnTo>
                  <a:lnTo>
                    <a:pt x="5339390" y="570177"/>
                  </a:lnTo>
                  <a:lnTo>
                    <a:pt x="5339954" y="570177"/>
                  </a:lnTo>
                  <a:lnTo>
                    <a:pt x="5340330" y="570177"/>
                  </a:lnTo>
                  <a:lnTo>
                    <a:pt x="5340612" y="570177"/>
                  </a:lnTo>
                  <a:lnTo>
                    <a:pt x="5340706" y="570177"/>
                  </a:lnTo>
                  <a:lnTo>
                    <a:pt x="5340800" y="570177"/>
                  </a:lnTo>
                  <a:lnTo>
                    <a:pt x="5340988" y="570177"/>
                  </a:lnTo>
                  <a:lnTo>
                    <a:pt x="5341647" y="570177"/>
                  </a:lnTo>
                  <a:lnTo>
                    <a:pt x="5342211" y="570177"/>
                  </a:lnTo>
                  <a:lnTo>
                    <a:pt x="5342399" y="570177"/>
                  </a:lnTo>
                  <a:lnTo>
                    <a:pt x="5342493" y="570177"/>
                  </a:lnTo>
                  <a:lnTo>
                    <a:pt x="5342681" y="570177"/>
                  </a:lnTo>
                  <a:lnTo>
                    <a:pt x="5342775" y="570177"/>
                  </a:lnTo>
                  <a:lnTo>
                    <a:pt x="5343245" y="570177"/>
                  </a:lnTo>
                  <a:lnTo>
                    <a:pt x="5343433" y="570177"/>
                  </a:lnTo>
                  <a:lnTo>
                    <a:pt x="5343527" y="570177"/>
                  </a:lnTo>
                  <a:lnTo>
                    <a:pt x="5343621" y="570177"/>
                  </a:lnTo>
                  <a:lnTo>
                    <a:pt x="5343809" y="570177"/>
                  </a:lnTo>
                  <a:lnTo>
                    <a:pt x="5344279" y="570177"/>
                  </a:lnTo>
                  <a:lnTo>
                    <a:pt x="5344373" y="570177"/>
                  </a:lnTo>
                  <a:lnTo>
                    <a:pt x="5344467" y="570177"/>
                  </a:lnTo>
                  <a:lnTo>
                    <a:pt x="5345032" y="570177"/>
                  </a:lnTo>
                  <a:lnTo>
                    <a:pt x="5345220" y="570177"/>
                  </a:lnTo>
                  <a:lnTo>
                    <a:pt x="5345314" y="570177"/>
                  </a:lnTo>
                  <a:lnTo>
                    <a:pt x="5345596" y="570177"/>
                  </a:lnTo>
                  <a:lnTo>
                    <a:pt x="5345690" y="570177"/>
                  </a:lnTo>
                  <a:lnTo>
                    <a:pt x="5345784" y="570177"/>
                  </a:lnTo>
                  <a:lnTo>
                    <a:pt x="5346912" y="570177"/>
                  </a:lnTo>
                  <a:lnTo>
                    <a:pt x="5347006" y="570177"/>
                  </a:lnTo>
                  <a:lnTo>
                    <a:pt x="5347476" y="570177"/>
                  </a:lnTo>
                  <a:lnTo>
                    <a:pt x="5347946" y="570177"/>
                  </a:lnTo>
                  <a:lnTo>
                    <a:pt x="5348134" y="570177"/>
                  </a:lnTo>
                  <a:lnTo>
                    <a:pt x="5348229" y="570177"/>
                  </a:lnTo>
                  <a:lnTo>
                    <a:pt x="5348417" y="570177"/>
                  </a:lnTo>
                  <a:lnTo>
                    <a:pt x="5348699" y="570177"/>
                  </a:lnTo>
                  <a:lnTo>
                    <a:pt x="5348793" y="570177"/>
                  </a:lnTo>
                  <a:lnTo>
                    <a:pt x="5348887" y="570177"/>
                  </a:lnTo>
                  <a:lnTo>
                    <a:pt x="5349169" y="570177"/>
                  </a:lnTo>
                  <a:lnTo>
                    <a:pt x="5349733" y="564898"/>
                  </a:lnTo>
                  <a:lnTo>
                    <a:pt x="5350015" y="564898"/>
                  </a:lnTo>
                  <a:lnTo>
                    <a:pt x="5350109" y="564898"/>
                  </a:lnTo>
                  <a:lnTo>
                    <a:pt x="5350297" y="564898"/>
                  </a:lnTo>
                  <a:lnTo>
                    <a:pt x="5350673" y="564898"/>
                  </a:lnTo>
                  <a:lnTo>
                    <a:pt x="5350767" y="564898"/>
                  </a:lnTo>
                  <a:lnTo>
                    <a:pt x="5350861" y="564898"/>
                  </a:lnTo>
                  <a:lnTo>
                    <a:pt x="5351143" y="564898"/>
                  </a:lnTo>
                  <a:lnTo>
                    <a:pt x="5351331" y="564898"/>
                  </a:lnTo>
                  <a:lnTo>
                    <a:pt x="5351425" y="564898"/>
                  </a:lnTo>
                  <a:lnTo>
                    <a:pt x="5351519" y="564898"/>
                  </a:lnTo>
                  <a:lnTo>
                    <a:pt x="5351990" y="559618"/>
                  </a:lnTo>
                  <a:lnTo>
                    <a:pt x="5352084" y="559618"/>
                  </a:lnTo>
                  <a:lnTo>
                    <a:pt x="5352178" y="559618"/>
                  </a:lnTo>
                  <a:lnTo>
                    <a:pt x="5352366" y="559618"/>
                  </a:lnTo>
                  <a:lnTo>
                    <a:pt x="5352554" y="559618"/>
                  </a:lnTo>
                  <a:lnTo>
                    <a:pt x="5352836" y="559618"/>
                  </a:lnTo>
                  <a:lnTo>
                    <a:pt x="5352930" y="559618"/>
                  </a:lnTo>
                  <a:lnTo>
                    <a:pt x="5353682" y="559618"/>
                  </a:lnTo>
                  <a:lnTo>
                    <a:pt x="5353870" y="559618"/>
                  </a:lnTo>
                  <a:lnTo>
                    <a:pt x="5354058" y="559618"/>
                  </a:lnTo>
                  <a:lnTo>
                    <a:pt x="5354152" y="559618"/>
                  </a:lnTo>
                  <a:lnTo>
                    <a:pt x="5354528" y="559618"/>
                  </a:lnTo>
                  <a:lnTo>
                    <a:pt x="5354622" y="559618"/>
                  </a:lnTo>
                  <a:lnTo>
                    <a:pt x="5355563" y="559618"/>
                  </a:lnTo>
                  <a:lnTo>
                    <a:pt x="5355657" y="559618"/>
                  </a:lnTo>
                  <a:lnTo>
                    <a:pt x="5355751" y="559618"/>
                  </a:lnTo>
                  <a:lnTo>
                    <a:pt x="5355845" y="559618"/>
                  </a:lnTo>
                  <a:lnTo>
                    <a:pt x="5356127" y="559618"/>
                  </a:lnTo>
                  <a:lnTo>
                    <a:pt x="5356315" y="559618"/>
                  </a:lnTo>
                  <a:lnTo>
                    <a:pt x="5356597" y="559618"/>
                  </a:lnTo>
                  <a:lnTo>
                    <a:pt x="5356691" y="559618"/>
                  </a:lnTo>
                  <a:lnTo>
                    <a:pt x="5357161" y="559618"/>
                  </a:lnTo>
                  <a:lnTo>
                    <a:pt x="5357255" y="559618"/>
                  </a:lnTo>
                  <a:lnTo>
                    <a:pt x="5357349" y="559618"/>
                  </a:lnTo>
                  <a:lnTo>
                    <a:pt x="5358383" y="559618"/>
                  </a:lnTo>
                  <a:lnTo>
                    <a:pt x="5358571" y="559618"/>
                  </a:lnTo>
                  <a:lnTo>
                    <a:pt x="5358665" y="559618"/>
                  </a:lnTo>
                  <a:lnTo>
                    <a:pt x="5358854" y="559618"/>
                  </a:lnTo>
                  <a:lnTo>
                    <a:pt x="5359042" y="559618"/>
                  </a:lnTo>
                  <a:lnTo>
                    <a:pt x="5359230" y="559618"/>
                  </a:lnTo>
                  <a:lnTo>
                    <a:pt x="5359324" y="559618"/>
                  </a:lnTo>
                  <a:lnTo>
                    <a:pt x="5359418" y="559618"/>
                  </a:lnTo>
                  <a:lnTo>
                    <a:pt x="5359512" y="559618"/>
                  </a:lnTo>
                  <a:lnTo>
                    <a:pt x="5360076" y="559618"/>
                  </a:lnTo>
                  <a:lnTo>
                    <a:pt x="5360170" y="559618"/>
                  </a:lnTo>
                  <a:lnTo>
                    <a:pt x="5360264" y="559618"/>
                  </a:lnTo>
                  <a:lnTo>
                    <a:pt x="5360546" y="559618"/>
                  </a:lnTo>
                  <a:lnTo>
                    <a:pt x="5360640" y="559618"/>
                  </a:lnTo>
                  <a:lnTo>
                    <a:pt x="5360922" y="554339"/>
                  </a:lnTo>
                  <a:lnTo>
                    <a:pt x="5361016" y="554339"/>
                  </a:lnTo>
                  <a:lnTo>
                    <a:pt x="5361204" y="554339"/>
                  </a:lnTo>
                  <a:lnTo>
                    <a:pt x="5361298" y="554339"/>
                  </a:lnTo>
                  <a:lnTo>
                    <a:pt x="5361392" y="554339"/>
                  </a:lnTo>
                  <a:lnTo>
                    <a:pt x="5362144" y="554339"/>
                  </a:lnTo>
                  <a:lnTo>
                    <a:pt x="5362427" y="554339"/>
                  </a:lnTo>
                  <a:lnTo>
                    <a:pt x="5362615" y="554339"/>
                  </a:lnTo>
                  <a:lnTo>
                    <a:pt x="5362709" y="554339"/>
                  </a:lnTo>
                  <a:lnTo>
                    <a:pt x="5363931" y="554339"/>
                  </a:lnTo>
                  <a:lnTo>
                    <a:pt x="5364025" y="554339"/>
                  </a:lnTo>
                  <a:lnTo>
                    <a:pt x="5364213" y="554339"/>
                  </a:lnTo>
                  <a:lnTo>
                    <a:pt x="5364307" y="554339"/>
                  </a:lnTo>
                  <a:lnTo>
                    <a:pt x="5364495" y="554339"/>
                  </a:lnTo>
                  <a:lnTo>
                    <a:pt x="5364777" y="554339"/>
                  </a:lnTo>
                  <a:lnTo>
                    <a:pt x="5364871" y="554339"/>
                  </a:lnTo>
                  <a:lnTo>
                    <a:pt x="5364965" y="554339"/>
                  </a:lnTo>
                  <a:lnTo>
                    <a:pt x="5365529" y="554339"/>
                  </a:lnTo>
                  <a:lnTo>
                    <a:pt x="5365811" y="554339"/>
                  </a:lnTo>
                  <a:lnTo>
                    <a:pt x="5365906" y="554339"/>
                  </a:lnTo>
                  <a:lnTo>
                    <a:pt x="5366000" y="554339"/>
                  </a:lnTo>
                  <a:lnTo>
                    <a:pt x="5366376" y="554339"/>
                  </a:lnTo>
                  <a:lnTo>
                    <a:pt x="5366470" y="554339"/>
                  </a:lnTo>
                  <a:lnTo>
                    <a:pt x="5366564" y="554339"/>
                  </a:lnTo>
                  <a:lnTo>
                    <a:pt x="5366658" y="554339"/>
                  </a:lnTo>
                  <a:lnTo>
                    <a:pt x="5366752" y="554339"/>
                  </a:lnTo>
                  <a:lnTo>
                    <a:pt x="5367222" y="554339"/>
                  </a:lnTo>
                  <a:lnTo>
                    <a:pt x="5367410" y="554339"/>
                  </a:lnTo>
                  <a:lnTo>
                    <a:pt x="5367880" y="554339"/>
                  </a:lnTo>
                  <a:lnTo>
                    <a:pt x="5368726" y="554339"/>
                  </a:lnTo>
                  <a:lnTo>
                    <a:pt x="5368820" y="554339"/>
                  </a:lnTo>
                  <a:lnTo>
                    <a:pt x="5369102" y="554339"/>
                  </a:lnTo>
                  <a:lnTo>
                    <a:pt x="5369290" y="554339"/>
                  </a:lnTo>
                  <a:lnTo>
                    <a:pt x="5369949" y="554339"/>
                  </a:lnTo>
                  <a:lnTo>
                    <a:pt x="5370043" y="554339"/>
                  </a:lnTo>
                  <a:lnTo>
                    <a:pt x="5370419" y="554339"/>
                  </a:lnTo>
                  <a:lnTo>
                    <a:pt x="5370513" y="554339"/>
                  </a:lnTo>
                  <a:lnTo>
                    <a:pt x="5370701" y="554339"/>
                  </a:lnTo>
                  <a:lnTo>
                    <a:pt x="5370889" y="554339"/>
                  </a:lnTo>
                  <a:lnTo>
                    <a:pt x="5371171" y="554339"/>
                  </a:lnTo>
                  <a:lnTo>
                    <a:pt x="5371829" y="554339"/>
                  </a:lnTo>
                  <a:lnTo>
                    <a:pt x="5371923" y="554339"/>
                  </a:lnTo>
                  <a:lnTo>
                    <a:pt x="5372205" y="554339"/>
                  </a:lnTo>
                  <a:lnTo>
                    <a:pt x="5372581" y="554339"/>
                  </a:lnTo>
                  <a:lnTo>
                    <a:pt x="5373052" y="554339"/>
                  </a:lnTo>
                  <a:lnTo>
                    <a:pt x="5373522" y="554339"/>
                  </a:lnTo>
                  <a:lnTo>
                    <a:pt x="5373616" y="554339"/>
                  </a:lnTo>
                  <a:lnTo>
                    <a:pt x="5373992" y="554339"/>
                  </a:lnTo>
                  <a:lnTo>
                    <a:pt x="5374086" y="554339"/>
                  </a:lnTo>
                  <a:lnTo>
                    <a:pt x="5374368" y="549059"/>
                  </a:lnTo>
                  <a:lnTo>
                    <a:pt x="5374932" y="549059"/>
                  </a:lnTo>
                  <a:lnTo>
                    <a:pt x="5375026" y="549059"/>
                  </a:lnTo>
                  <a:lnTo>
                    <a:pt x="5375402" y="549059"/>
                  </a:lnTo>
                  <a:lnTo>
                    <a:pt x="5375496" y="549059"/>
                  </a:lnTo>
                  <a:lnTo>
                    <a:pt x="5375590" y="549059"/>
                  </a:lnTo>
                  <a:lnTo>
                    <a:pt x="5375778" y="549059"/>
                  </a:lnTo>
                  <a:lnTo>
                    <a:pt x="5375872" y="549059"/>
                  </a:lnTo>
                  <a:lnTo>
                    <a:pt x="5376719" y="549059"/>
                  </a:lnTo>
                  <a:lnTo>
                    <a:pt x="5376813" y="549059"/>
                  </a:lnTo>
                  <a:lnTo>
                    <a:pt x="5377095" y="549059"/>
                  </a:lnTo>
                  <a:lnTo>
                    <a:pt x="5377471" y="549059"/>
                  </a:lnTo>
                  <a:lnTo>
                    <a:pt x="5377565" y="549059"/>
                  </a:lnTo>
                  <a:lnTo>
                    <a:pt x="5377753" y="549059"/>
                  </a:lnTo>
                  <a:lnTo>
                    <a:pt x="5377847" y="549059"/>
                  </a:lnTo>
                  <a:lnTo>
                    <a:pt x="5378035" y="549059"/>
                  </a:lnTo>
                  <a:lnTo>
                    <a:pt x="5378599" y="549059"/>
                  </a:lnTo>
                  <a:lnTo>
                    <a:pt x="5379069" y="549059"/>
                  </a:lnTo>
                  <a:lnTo>
                    <a:pt x="5379445" y="549059"/>
                  </a:lnTo>
                  <a:lnTo>
                    <a:pt x="5379539" y="549059"/>
                  </a:lnTo>
                  <a:lnTo>
                    <a:pt x="5379821" y="549059"/>
                  </a:lnTo>
                  <a:lnTo>
                    <a:pt x="5380009" y="549059"/>
                  </a:lnTo>
                  <a:lnTo>
                    <a:pt x="5380104" y="549059"/>
                  </a:lnTo>
                  <a:lnTo>
                    <a:pt x="5380198" y="549059"/>
                  </a:lnTo>
                  <a:lnTo>
                    <a:pt x="5380574" y="549059"/>
                  </a:lnTo>
                  <a:lnTo>
                    <a:pt x="5380762" y="549059"/>
                  </a:lnTo>
                  <a:lnTo>
                    <a:pt x="5381232" y="549059"/>
                  </a:lnTo>
                  <a:lnTo>
                    <a:pt x="5381420" y="549059"/>
                  </a:lnTo>
                  <a:lnTo>
                    <a:pt x="5381608" y="549059"/>
                  </a:lnTo>
                  <a:lnTo>
                    <a:pt x="5381890" y="549059"/>
                  </a:lnTo>
                  <a:lnTo>
                    <a:pt x="5381984" y="549059"/>
                  </a:lnTo>
                  <a:lnTo>
                    <a:pt x="5382078" y="549059"/>
                  </a:lnTo>
                  <a:lnTo>
                    <a:pt x="5382360" y="549059"/>
                  </a:lnTo>
                  <a:lnTo>
                    <a:pt x="5382548" y="549059"/>
                  </a:lnTo>
                  <a:lnTo>
                    <a:pt x="5382642" y="549059"/>
                  </a:lnTo>
                  <a:lnTo>
                    <a:pt x="5382830" y="549059"/>
                  </a:lnTo>
                  <a:lnTo>
                    <a:pt x="5382924" y="549059"/>
                  </a:lnTo>
                  <a:lnTo>
                    <a:pt x="5383206" y="549059"/>
                  </a:lnTo>
                  <a:lnTo>
                    <a:pt x="5383582" y="549059"/>
                  </a:lnTo>
                  <a:lnTo>
                    <a:pt x="5383677" y="549059"/>
                  </a:lnTo>
                  <a:lnTo>
                    <a:pt x="5383865" y="549059"/>
                  </a:lnTo>
                  <a:lnTo>
                    <a:pt x="5383959" y="549059"/>
                  </a:lnTo>
                  <a:lnTo>
                    <a:pt x="5384147" y="549059"/>
                  </a:lnTo>
                  <a:lnTo>
                    <a:pt x="5384617" y="549059"/>
                  </a:lnTo>
                  <a:lnTo>
                    <a:pt x="5384711" y="549059"/>
                  </a:lnTo>
                  <a:lnTo>
                    <a:pt x="5384805" y="549059"/>
                  </a:lnTo>
                  <a:lnTo>
                    <a:pt x="5384899" y="549059"/>
                  </a:lnTo>
                  <a:lnTo>
                    <a:pt x="5385181" y="549059"/>
                  </a:lnTo>
                  <a:lnTo>
                    <a:pt x="5385463" y="549059"/>
                  </a:lnTo>
                  <a:lnTo>
                    <a:pt x="5386027" y="549059"/>
                  </a:lnTo>
                  <a:lnTo>
                    <a:pt x="5386121" y="549059"/>
                  </a:lnTo>
                  <a:lnTo>
                    <a:pt x="5386215" y="549059"/>
                  </a:lnTo>
                  <a:lnTo>
                    <a:pt x="5386403" y="549059"/>
                  </a:lnTo>
                  <a:lnTo>
                    <a:pt x="5386591" y="549059"/>
                  </a:lnTo>
                  <a:lnTo>
                    <a:pt x="5386685" y="549059"/>
                  </a:lnTo>
                  <a:lnTo>
                    <a:pt x="5386779" y="549059"/>
                  </a:lnTo>
                  <a:lnTo>
                    <a:pt x="5386873" y="549059"/>
                  </a:lnTo>
                  <a:lnTo>
                    <a:pt x="5387061" y="549059"/>
                  </a:lnTo>
                  <a:lnTo>
                    <a:pt x="5387250" y="549059"/>
                  </a:lnTo>
                  <a:lnTo>
                    <a:pt x="5387438" y="549059"/>
                  </a:lnTo>
                  <a:lnTo>
                    <a:pt x="5387532" y="549059"/>
                  </a:lnTo>
                  <a:lnTo>
                    <a:pt x="5387626" y="549059"/>
                  </a:lnTo>
                  <a:lnTo>
                    <a:pt x="5387720" y="549059"/>
                  </a:lnTo>
                  <a:lnTo>
                    <a:pt x="5387908" y="549059"/>
                  </a:lnTo>
                  <a:lnTo>
                    <a:pt x="5388002" y="549059"/>
                  </a:lnTo>
                  <a:lnTo>
                    <a:pt x="5388096" y="549059"/>
                  </a:lnTo>
                  <a:lnTo>
                    <a:pt x="5388284" y="549059"/>
                  </a:lnTo>
                  <a:lnTo>
                    <a:pt x="5388378" y="549059"/>
                  </a:lnTo>
                  <a:lnTo>
                    <a:pt x="5388754" y="549059"/>
                  </a:lnTo>
                  <a:lnTo>
                    <a:pt x="5388848" y="549059"/>
                  </a:lnTo>
                  <a:lnTo>
                    <a:pt x="5389224" y="549059"/>
                  </a:lnTo>
                  <a:lnTo>
                    <a:pt x="5389318" y="549059"/>
                  </a:lnTo>
                  <a:lnTo>
                    <a:pt x="5389506" y="549059"/>
                  </a:lnTo>
                  <a:lnTo>
                    <a:pt x="5389694" y="549059"/>
                  </a:lnTo>
                  <a:lnTo>
                    <a:pt x="5390258" y="549059"/>
                  </a:lnTo>
                  <a:lnTo>
                    <a:pt x="5390352" y="549059"/>
                  </a:lnTo>
                  <a:lnTo>
                    <a:pt x="5390446" y="549059"/>
                  </a:lnTo>
                  <a:lnTo>
                    <a:pt x="5390540" y="549059"/>
                  </a:lnTo>
                  <a:lnTo>
                    <a:pt x="5391011" y="549059"/>
                  </a:lnTo>
                  <a:lnTo>
                    <a:pt x="5391105" y="549059"/>
                  </a:lnTo>
                  <a:lnTo>
                    <a:pt x="5391481" y="549059"/>
                  </a:lnTo>
                  <a:lnTo>
                    <a:pt x="5391763" y="549059"/>
                  </a:lnTo>
                  <a:lnTo>
                    <a:pt x="5391857" y="549059"/>
                  </a:lnTo>
                  <a:lnTo>
                    <a:pt x="5391951" y="549059"/>
                  </a:lnTo>
                  <a:lnTo>
                    <a:pt x="5392045" y="549059"/>
                  </a:lnTo>
                  <a:lnTo>
                    <a:pt x="5392327" y="549059"/>
                  </a:lnTo>
                  <a:lnTo>
                    <a:pt x="5392421" y="549059"/>
                  </a:lnTo>
                  <a:lnTo>
                    <a:pt x="5392703" y="549059"/>
                  </a:lnTo>
                  <a:lnTo>
                    <a:pt x="5392891" y="549059"/>
                  </a:lnTo>
                  <a:lnTo>
                    <a:pt x="5393173" y="549059"/>
                  </a:lnTo>
                  <a:lnTo>
                    <a:pt x="5394019" y="549059"/>
                  </a:lnTo>
                  <a:lnTo>
                    <a:pt x="5394113" y="549059"/>
                  </a:lnTo>
                  <a:lnTo>
                    <a:pt x="5394396" y="549059"/>
                  </a:lnTo>
                  <a:lnTo>
                    <a:pt x="5394490" y="549059"/>
                  </a:lnTo>
                  <a:lnTo>
                    <a:pt x="5394866" y="549059"/>
                  </a:lnTo>
                  <a:lnTo>
                    <a:pt x="5395148" y="549059"/>
                  </a:lnTo>
                  <a:lnTo>
                    <a:pt x="5395242" y="549059"/>
                  </a:lnTo>
                  <a:lnTo>
                    <a:pt x="5395430" y="549059"/>
                  </a:lnTo>
                  <a:lnTo>
                    <a:pt x="5395618" y="549059"/>
                  </a:lnTo>
                  <a:lnTo>
                    <a:pt x="5396464" y="549059"/>
                  </a:lnTo>
                  <a:lnTo>
                    <a:pt x="5396558" y="549059"/>
                  </a:lnTo>
                  <a:lnTo>
                    <a:pt x="5396652" y="549059"/>
                  </a:lnTo>
                  <a:lnTo>
                    <a:pt x="5396746" y="549059"/>
                  </a:lnTo>
                  <a:lnTo>
                    <a:pt x="5396934" y="549059"/>
                  </a:lnTo>
                  <a:lnTo>
                    <a:pt x="5397122" y="549059"/>
                  </a:lnTo>
                  <a:lnTo>
                    <a:pt x="5397686" y="549059"/>
                  </a:lnTo>
                  <a:lnTo>
                    <a:pt x="5397781" y="549059"/>
                  </a:lnTo>
                  <a:lnTo>
                    <a:pt x="5398063" y="549059"/>
                  </a:lnTo>
                  <a:lnTo>
                    <a:pt x="5398439" y="538500"/>
                  </a:lnTo>
                  <a:lnTo>
                    <a:pt x="5398533" y="538500"/>
                  </a:lnTo>
                  <a:lnTo>
                    <a:pt x="5398627" y="538500"/>
                  </a:lnTo>
                  <a:lnTo>
                    <a:pt x="5399473" y="538500"/>
                  </a:lnTo>
                  <a:lnTo>
                    <a:pt x="5400131" y="538500"/>
                  </a:lnTo>
                  <a:lnTo>
                    <a:pt x="5400413" y="538500"/>
                  </a:lnTo>
                  <a:lnTo>
                    <a:pt x="5400507" y="538500"/>
                  </a:lnTo>
                  <a:lnTo>
                    <a:pt x="5400977" y="538500"/>
                  </a:lnTo>
                  <a:lnTo>
                    <a:pt x="5401071" y="538500"/>
                  </a:lnTo>
                  <a:lnTo>
                    <a:pt x="5401259" y="538500"/>
                  </a:lnTo>
                  <a:lnTo>
                    <a:pt x="5402012" y="538500"/>
                  </a:lnTo>
                  <a:lnTo>
                    <a:pt x="5402388" y="538500"/>
                  </a:lnTo>
                  <a:lnTo>
                    <a:pt x="5402482" y="538500"/>
                  </a:lnTo>
                  <a:lnTo>
                    <a:pt x="5402952" y="538500"/>
                  </a:lnTo>
                  <a:lnTo>
                    <a:pt x="5403046" y="538500"/>
                  </a:lnTo>
                  <a:lnTo>
                    <a:pt x="5403328" y="538500"/>
                  </a:lnTo>
                  <a:lnTo>
                    <a:pt x="5403892" y="538500"/>
                  </a:lnTo>
                  <a:lnTo>
                    <a:pt x="5404174" y="538500"/>
                  </a:lnTo>
                  <a:lnTo>
                    <a:pt x="5404456" y="538500"/>
                  </a:lnTo>
                  <a:lnTo>
                    <a:pt x="5404550" y="538500"/>
                  </a:lnTo>
                  <a:lnTo>
                    <a:pt x="5404738" y="538500"/>
                  </a:lnTo>
                  <a:lnTo>
                    <a:pt x="5405209" y="538500"/>
                  </a:lnTo>
                  <a:lnTo>
                    <a:pt x="5405491" y="538500"/>
                  </a:lnTo>
                  <a:lnTo>
                    <a:pt x="5406055" y="538500"/>
                  </a:lnTo>
                  <a:lnTo>
                    <a:pt x="5406337" y="538500"/>
                  </a:lnTo>
                  <a:lnTo>
                    <a:pt x="5406901" y="538500"/>
                  </a:lnTo>
                  <a:lnTo>
                    <a:pt x="5407371" y="538500"/>
                  </a:lnTo>
                  <a:lnTo>
                    <a:pt x="5407559" y="533221"/>
                  </a:lnTo>
                  <a:lnTo>
                    <a:pt x="5408029" y="533221"/>
                  </a:lnTo>
                  <a:lnTo>
                    <a:pt x="5408594" y="533221"/>
                  </a:lnTo>
                  <a:lnTo>
                    <a:pt x="5408876" y="533221"/>
                  </a:lnTo>
                  <a:lnTo>
                    <a:pt x="5408970" y="533221"/>
                  </a:lnTo>
                  <a:lnTo>
                    <a:pt x="5409252" y="533221"/>
                  </a:lnTo>
                  <a:lnTo>
                    <a:pt x="5409628" y="533221"/>
                  </a:lnTo>
                  <a:lnTo>
                    <a:pt x="5409816" y="533221"/>
                  </a:lnTo>
                  <a:lnTo>
                    <a:pt x="5409910" y="527942"/>
                  </a:lnTo>
                  <a:lnTo>
                    <a:pt x="5410192" y="527942"/>
                  </a:lnTo>
                  <a:lnTo>
                    <a:pt x="5410474" y="522662"/>
                  </a:lnTo>
                  <a:lnTo>
                    <a:pt x="5410756" y="522662"/>
                  </a:lnTo>
                  <a:lnTo>
                    <a:pt x="5410944" y="522662"/>
                  </a:lnTo>
                  <a:lnTo>
                    <a:pt x="5411132" y="522662"/>
                  </a:lnTo>
                  <a:lnTo>
                    <a:pt x="5411790" y="522662"/>
                  </a:lnTo>
                  <a:lnTo>
                    <a:pt x="5411884" y="522662"/>
                  </a:lnTo>
                  <a:lnTo>
                    <a:pt x="5412073" y="522662"/>
                  </a:lnTo>
                  <a:lnTo>
                    <a:pt x="5412167" y="522662"/>
                  </a:lnTo>
                  <a:lnTo>
                    <a:pt x="5412261" y="522662"/>
                  </a:lnTo>
                  <a:lnTo>
                    <a:pt x="5412355" y="522662"/>
                  </a:lnTo>
                  <a:lnTo>
                    <a:pt x="5412543" y="522662"/>
                  </a:lnTo>
                  <a:lnTo>
                    <a:pt x="5412731" y="522662"/>
                  </a:lnTo>
                  <a:lnTo>
                    <a:pt x="5412825" y="522662"/>
                  </a:lnTo>
                  <a:lnTo>
                    <a:pt x="5412919" y="522662"/>
                  </a:lnTo>
                  <a:lnTo>
                    <a:pt x="5413201" y="522662"/>
                  </a:lnTo>
                  <a:lnTo>
                    <a:pt x="5413295" y="522662"/>
                  </a:lnTo>
                  <a:lnTo>
                    <a:pt x="5413483" y="522662"/>
                  </a:lnTo>
                  <a:lnTo>
                    <a:pt x="5413765" y="517383"/>
                  </a:lnTo>
                  <a:lnTo>
                    <a:pt x="5413859" y="517383"/>
                  </a:lnTo>
                  <a:lnTo>
                    <a:pt x="5413953" y="517383"/>
                  </a:lnTo>
                  <a:lnTo>
                    <a:pt x="5414047" y="517383"/>
                  </a:lnTo>
                  <a:lnTo>
                    <a:pt x="5414141" y="517383"/>
                  </a:lnTo>
                  <a:lnTo>
                    <a:pt x="5414235" y="517383"/>
                  </a:lnTo>
                  <a:lnTo>
                    <a:pt x="5414423" y="517383"/>
                  </a:lnTo>
                  <a:lnTo>
                    <a:pt x="5414517" y="517383"/>
                  </a:lnTo>
                  <a:lnTo>
                    <a:pt x="5414611" y="517383"/>
                  </a:lnTo>
                  <a:lnTo>
                    <a:pt x="5414705" y="517383"/>
                  </a:lnTo>
                  <a:lnTo>
                    <a:pt x="5414799" y="517383"/>
                  </a:lnTo>
                  <a:lnTo>
                    <a:pt x="5415081" y="517383"/>
                  </a:lnTo>
                  <a:lnTo>
                    <a:pt x="5415175" y="517383"/>
                  </a:lnTo>
                  <a:lnTo>
                    <a:pt x="5415269" y="517383"/>
                  </a:lnTo>
                  <a:lnTo>
                    <a:pt x="5415363" y="517383"/>
                  </a:lnTo>
                  <a:lnTo>
                    <a:pt x="5415552" y="517383"/>
                  </a:lnTo>
                  <a:lnTo>
                    <a:pt x="5415646" y="517383"/>
                  </a:lnTo>
                  <a:lnTo>
                    <a:pt x="5415928" y="517383"/>
                  </a:lnTo>
                  <a:lnTo>
                    <a:pt x="5416210" y="517383"/>
                  </a:lnTo>
                  <a:lnTo>
                    <a:pt x="5416398" y="512103"/>
                  </a:lnTo>
                  <a:lnTo>
                    <a:pt x="5416586" y="512103"/>
                  </a:lnTo>
                  <a:lnTo>
                    <a:pt x="5416774" y="512103"/>
                  </a:lnTo>
                  <a:lnTo>
                    <a:pt x="5417056" y="512103"/>
                  </a:lnTo>
                  <a:lnTo>
                    <a:pt x="5417150" y="512103"/>
                  </a:lnTo>
                  <a:lnTo>
                    <a:pt x="5417338" y="512103"/>
                  </a:lnTo>
                  <a:lnTo>
                    <a:pt x="5417714" y="512103"/>
                  </a:lnTo>
                  <a:lnTo>
                    <a:pt x="5417808" y="512103"/>
                  </a:lnTo>
                  <a:lnTo>
                    <a:pt x="5417996" y="512103"/>
                  </a:lnTo>
                  <a:lnTo>
                    <a:pt x="5418184" y="512103"/>
                  </a:lnTo>
                  <a:lnTo>
                    <a:pt x="5418560" y="512103"/>
                  </a:lnTo>
                  <a:lnTo>
                    <a:pt x="5418654" y="512103"/>
                  </a:lnTo>
                  <a:lnTo>
                    <a:pt x="5418842" y="512103"/>
                  </a:lnTo>
                  <a:lnTo>
                    <a:pt x="5419125" y="512103"/>
                  </a:lnTo>
                  <a:lnTo>
                    <a:pt x="5419595" y="512103"/>
                  </a:lnTo>
                  <a:lnTo>
                    <a:pt x="5419783" y="512103"/>
                  </a:lnTo>
                  <a:lnTo>
                    <a:pt x="5420065" y="512103"/>
                  </a:lnTo>
                  <a:lnTo>
                    <a:pt x="5420159" y="512103"/>
                  </a:lnTo>
                  <a:lnTo>
                    <a:pt x="5420347" y="512103"/>
                  </a:lnTo>
                  <a:lnTo>
                    <a:pt x="5420441" y="512103"/>
                  </a:lnTo>
                  <a:lnTo>
                    <a:pt x="5420817" y="512103"/>
                  </a:lnTo>
                  <a:lnTo>
                    <a:pt x="5421099" y="512103"/>
                  </a:lnTo>
                  <a:lnTo>
                    <a:pt x="5421381" y="512103"/>
                  </a:lnTo>
                  <a:lnTo>
                    <a:pt x="5421663" y="512103"/>
                  </a:lnTo>
                  <a:lnTo>
                    <a:pt x="5421851" y="512103"/>
                  </a:lnTo>
                  <a:lnTo>
                    <a:pt x="5421945" y="512103"/>
                  </a:lnTo>
                  <a:lnTo>
                    <a:pt x="5422039" y="512103"/>
                  </a:lnTo>
                  <a:lnTo>
                    <a:pt x="5422133" y="512103"/>
                  </a:lnTo>
                  <a:lnTo>
                    <a:pt x="5422227" y="512103"/>
                  </a:lnTo>
                  <a:lnTo>
                    <a:pt x="5422698" y="512103"/>
                  </a:lnTo>
                  <a:lnTo>
                    <a:pt x="5423074" y="512103"/>
                  </a:lnTo>
                  <a:lnTo>
                    <a:pt x="5423168" y="512103"/>
                  </a:lnTo>
                  <a:lnTo>
                    <a:pt x="5423356" y="512103"/>
                  </a:lnTo>
                  <a:lnTo>
                    <a:pt x="5423544" y="512103"/>
                  </a:lnTo>
                  <a:lnTo>
                    <a:pt x="5423638" y="512103"/>
                  </a:lnTo>
                  <a:lnTo>
                    <a:pt x="5423826" y="512103"/>
                  </a:lnTo>
                  <a:lnTo>
                    <a:pt x="5423920" y="512103"/>
                  </a:lnTo>
                  <a:lnTo>
                    <a:pt x="5424014" y="512103"/>
                  </a:lnTo>
                  <a:lnTo>
                    <a:pt x="5424108" y="512103"/>
                  </a:lnTo>
                  <a:lnTo>
                    <a:pt x="5424202" y="512103"/>
                  </a:lnTo>
                  <a:lnTo>
                    <a:pt x="5424578" y="512103"/>
                  </a:lnTo>
                  <a:lnTo>
                    <a:pt x="5424672" y="512103"/>
                  </a:lnTo>
                  <a:lnTo>
                    <a:pt x="5424766" y="512103"/>
                  </a:lnTo>
                  <a:lnTo>
                    <a:pt x="5424860" y="512103"/>
                  </a:lnTo>
                  <a:lnTo>
                    <a:pt x="5424954" y="512103"/>
                  </a:lnTo>
                  <a:lnTo>
                    <a:pt x="5425048" y="512103"/>
                  </a:lnTo>
                  <a:lnTo>
                    <a:pt x="5425424" y="512103"/>
                  </a:lnTo>
                  <a:lnTo>
                    <a:pt x="5425800" y="512103"/>
                  </a:lnTo>
                  <a:lnTo>
                    <a:pt x="5425894" y="512103"/>
                  </a:lnTo>
                  <a:lnTo>
                    <a:pt x="5426271" y="512103"/>
                  </a:lnTo>
                  <a:lnTo>
                    <a:pt x="5426365" y="512103"/>
                  </a:lnTo>
                  <a:lnTo>
                    <a:pt x="5426459" y="512103"/>
                  </a:lnTo>
                  <a:lnTo>
                    <a:pt x="5426553" y="512103"/>
                  </a:lnTo>
                  <a:lnTo>
                    <a:pt x="5426647" y="512103"/>
                  </a:lnTo>
                  <a:lnTo>
                    <a:pt x="5426835" y="512103"/>
                  </a:lnTo>
                  <a:lnTo>
                    <a:pt x="5426929" y="512103"/>
                  </a:lnTo>
                  <a:lnTo>
                    <a:pt x="5427023" y="512103"/>
                  </a:lnTo>
                  <a:lnTo>
                    <a:pt x="5427117" y="512103"/>
                  </a:lnTo>
                  <a:lnTo>
                    <a:pt x="5427211" y="512103"/>
                  </a:lnTo>
                  <a:lnTo>
                    <a:pt x="5427681" y="512103"/>
                  </a:lnTo>
                  <a:lnTo>
                    <a:pt x="5427775" y="512103"/>
                  </a:lnTo>
                  <a:lnTo>
                    <a:pt x="5427963" y="512103"/>
                  </a:lnTo>
                  <a:lnTo>
                    <a:pt x="5428057" y="512103"/>
                  </a:lnTo>
                  <a:lnTo>
                    <a:pt x="5428151" y="512103"/>
                  </a:lnTo>
                  <a:lnTo>
                    <a:pt x="5428245" y="512103"/>
                  </a:lnTo>
                  <a:lnTo>
                    <a:pt x="5428527" y="512103"/>
                  </a:lnTo>
                  <a:lnTo>
                    <a:pt x="5428809" y="512103"/>
                  </a:lnTo>
                  <a:lnTo>
                    <a:pt x="5428903" y="512103"/>
                  </a:lnTo>
                  <a:lnTo>
                    <a:pt x="5428997" y="512103"/>
                  </a:lnTo>
                  <a:lnTo>
                    <a:pt x="5429279" y="512103"/>
                  </a:lnTo>
                  <a:lnTo>
                    <a:pt x="5429373" y="512103"/>
                  </a:lnTo>
                  <a:lnTo>
                    <a:pt x="5429467" y="512103"/>
                  </a:lnTo>
                  <a:lnTo>
                    <a:pt x="5429750" y="512103"/>
                  </a:lnTo>
                  <a:lnTo>
                    <a:pt x="5429844" y="512103"/>
                  </a:lnTo>
                  <a:lnTo>
                    <a:pt x="5429938" y="512103"/>
                  </a:lnTo>
                  <a:lnTo>
                    <a:pt x="5430032" y="512103"/>
                  </a:lnTo>
                  <a:lnTo>
                    <a:pt x="5430126" y="512103"/>
                  </a:lnTo>
                  <a:lnTo>
                    <a:pt x="5430220" y="512103"/>
                  </a:lnTo>
                  <a:lnTo>
                    <a:pt x="5445828" y="501545"/>
                  </a:lnTo>
                  <a:lnTo>
                    <a:pt x="5446016" y="501545"/>
                  </a:lnTo>
                  <a:lnTo>
                    <a:pt x="5446204" y="501545"/>
                  </a:lnTo>
                  <a:lnTo>
                    <a:pt x="5446768" y="501545"/>
                  </a:lnTo>
                  <a:lnTo>
                    <a:pt x="5446862" y="501545"/>
                  </a:lnTo>
                  <a:lnTo>
                    <a:pt x="5447050" y="501545"/>
                  </a:lnTo>
                  <a:lnTo>
                    <a:pt x="5447238" y="501545"/>
                  </a:lnTo>
                  <a:lnTo>
                    <a:pt x="5447332" y="501545"/>
                  </a:lnTo>
                  <a:lnTo>
                    <a:pt x="5447427" y="501545"/>
                  </a:lnTo>
                  <a:lnTo>
                    <a:pt x="5447709" y="501545"/>
                  </a:lnTo>
                  <a:lnTo>
                    <a:pt x="5448367" y="501545"/>
                  </a:lnTo>
                  <a:lnTo>
                    <a:pt x="5448461" y="501545"/>
                  </a:lnTo>
                  <a:lnTo>
                    <a:pt x="5448743" y="501545"/>
                  </a:lnTo>
                  <a:lnTo>
                    <a:pt x="5449025" y="501545"/>
                  </a:lnTo>
                  <a:lnTo>
                    <a:pt x="5449025" y="496265"/>
                  </a:lnTo>
                  <a:lnTo>
                    <a:pt x="5449119" y="496265"/>
                  </a:lnTo>
                  <a:lnTo>
                    <a:pt x="5449213" y="496265"/>
                  </a:lnTo>
                  <a:lnTo>
                    <a:pt x="5449307" y="496265"/>
                  </a:lnTo>
                  <a:lnTo>
                    <a:pt x="5449495" y="496265"/>
                  </a:lnTo>
                  <a:lnTo>
                    <a:pt x="5449683" y="496265"/>
                  </a:lnTo>
                  <a:lnTo>
                    <a:pt x="5449777" y="496265"/>
                  </a:lnTo>
                  <a:lnTo>
                    <a:pt x="5450247" y="496265"/>
                  </a:lnTo>
                  <a:lnTo>
                    <a:pt x="5450529" y="496265"/>
                  </a:lnTo>
                  <a:lnTo>
                    <a:pt x="5450905" y="496265"/>
                  </a:lnTo>
                  <a:lnTo>
                    <a:pt x="5451000" y="496265"/>
                  </a:lnTo>
                  <a:lnTo>
                    <a:pt x="5451094" y="496265"/>
                  </a:lnTo>
                  <a:lnTo>
                    <a:pt x="5451282" y="496265"/>
                  </a:lnTo>
                  <a:lnTo>
                    <a:pt x="5451376" y="496265"/>
                  </a:lnTo>
                  <a:lnTo>
                    <a:pt x="5451846" y="496265"/>
                  </a:lnTo>
                  <a:lnTo>
                    <a:pt x="5452128" y="496265"/>
                  </a:lnTo>
                  <a:lnTo>
                    <a:pt x="5452222" y="496265"/>
                  </a:lnTo>
                  <a:lnTo>
                    <a:pt x="5452410" y="496265"/>
                  </a:lnTo>
                  <a:lnTo>
                    <a:pt x="5452692" y="496265"/>
                  </a:lnTo>
                  <a:lnTo>
                    <a:pt x="5452786" y="496265"/>
                  </a:lnTo>
                  <a:lnTo>
                    <a:pt x="5452880" y="496265"/>
                  </a:lnTo>
                  <a:lnTo>
                    <a:pt x="5453068" y="496265"/>
                  </a:lnTo>
                  <a:lnTo>
                    <a:pt x="5453350" y="496265"/>
                  </a:lnTo>
                  <a:lnTo>
                    <a:pt x="5453444" y="496265"/>
                  </a:lnTo>
                  <a:lnTo>
                    <a:pt x="5453726" y="496265"/>
                  </a:lnTo>
                  <a:lnTo>
                    <a:pt x="5453820" y="496265"/>
                  </a:lnTo>
                  <a:lnTo>
                    <a:pt x="5453914" y="496265"/>
                  </a:lnTo>
                  <a:lnTo>
                    <a:pt x="5454008" y="496265"/>
                  </a:lnTo>
                  <a:lnTo>
                    <a:pt x="5454290" y="496265"/>
                  </a:lnTo>
                  <a:lnTo>
                    <a:pt x="5454479" y="496265"/>
                  </a:lnTo>
                  <a:lnTo>
                    <a:pt x="5454573" y="496265"/>
                  </a:lnTo>
                  <a:lnTo>
                    <a:pt x="5454667" y="496265"/>
                  </a:lnTo>
                  <a:lnTo>
                    <a:pt x="5454855" y="496265"/>
                  </a:lnTo>
                  <a:lnTo>
                    <a:pt x="5455231" y="496265"/>
                  </a:lnTo>
                  <a:lnTo>
                    <a:pt x="5455513" y="496265"/>
                  </a:lnTo>
                  <a:lnTo>
                    <a:pt x="5455607" y="496265"/>
                  </a:lnTo>
                  <a:lnTo>
                    <a:pt x="5455701" y="496265"/>
                  </a:lnTo>
                  <a:lnTo>
                    <a:pt x="5456171" y="496265"/>
                  </a:lnTo>
                  <a:lnTo>
                    <a:pt x="5456359" y="496265"/>
                  </a:lnTo>
                  <a:lnTo>
                    <a:pt x="5456547" y="496265"/>
                  </a:lnTo>
                  <a:lnTo>
                    <a:pt x="5456641" y="496265"/>
                  </a:lnTo>
                  <a:lnTo>
                    <a:pt x="5456735" y="496265"/>
                  </a:lnTo>
                  <a:lnTo>
                    <a:pt x="5456829" y="496265"/>
                  </a:lnTo>
                  <a:lnTo>
                    <a:pt x="5456923" y="496265"/>
                  </a:lnTo>
                  <a:lnTo>
                    <a:pt x="5457205" y="496265"/>
                  </a:lnTo>
                  <a:lnTo>
                    <a:pt x="5457393" y="496265"/>
                  </a:lnTo>
                  <a:lnTo>
                    <a:pt x="5457863" y="496265"/>
                  </a:lnTo>
                  <a:lnTo>
                    <a:pt x="5457957" y="496265"/>
                  </a:lnTo>
                  <a:lnTo>
                    <a:pt x="5458146" y="496265"/>
                  </a:lnTo>
                  <a:lnTo>
                    <a:pt x="5458240" y="496265"/>
                  </a:lnTo>
                  <a:lnTo>
                    <a:pt x="5458616" y="496265"/>
                  </a:lnTo>
                  <a:lnTo>
                    <a:pt x="5458710" y="496265"/>
                  </a:lnTo>
                  <a:lnTo>
                    <a:pt x="5458992" y="496265"/>
                  </a:lnTo>
                  <a:lnTo>
                    <a:pt x="5459086" y="496265"/>
                  </a:lnTo>
                  <a:lnTo>
                    <a:pt x="5459368" y="496265"/>
                  </a:lnTo>
                  <a:lnTo>
                    <a:pt x="5459462" y="496265"/>
                  </a:lnTo>
                  <a:lnTo>
                    <a:pt x="5459556" y="496265"/>
                  </a:lnTo>
                  <a:lnTo>
                    <a:pt x="5459650" y="496265"/>
                  </a:lnTo>
                  <a:lnTo>
                    <a:pt x="5460026" y="496265"/>
                  </a:lnTo>
                  <a:lnTo>
                    <a:pt x="5460120" y="496265"/>
                  </a:lnTo>
                  <a:lnTo>
                    <a:pt x="5460214" y="496265"/>
                  </a:lnTo>
                  <a:lnTo>
                    <a:pt x="5460496" y="496265"/>
                  </a:lnTo>
                  <a:lnTo>
                    <a:pt x="5460496" y="490986"/>
                  </a:lnTo>
                  <a:lnTo>
                    <a:pt x="5460684" y="490986"/>
                  </a:lnTo>
                  <a:lnTo>
                    <a:pt x="5460778" y="490986"/>
                  </a:lnTo>
                  <a:lnTo>
                    <a:pt x="5460966" y="490986"/>
                  </a:lnTo>
                  <a:lnTo>
                    <a:pt x="5461060" y="490986"/>
                  </a:lnTo>
                  <a:lnTo>
                    <a:pt x="5461154" y="490986"/>
                  </a:lnTo>
                  <a:lnTo>
                    <a:pt x="5461248" y="490986"/>
                  </a:lnTo>
                  <a:lnTo>
                    <a:pt x="5461436" y="490986"/>
                  </a:lnTo>
                  <a:lnTo>
                    <a:pt x="5461530" y="490986"/>
                  </a:lnTo>
                  <a:lnTo>
                    <a:pt x="5461719" y="490986"/>
                  </a:lnTo>
                  <a:lnTo>
                    <a:pt x="5461907" y="490986"/>
                  </a:lnTo>
                  <a:lnTo>
                    <a:pt x="5462095" y="490986"/>
                  </a:lnTo>
                  <a:lnTo>
                    <a:pt x="5462283" y="490986"/>
                  </a:lnTo>
                  <a:lnTo>
                    <a:pt x="5462377" y="490986"/>
                  </a:lnTo>
                  <a:lnTo>
                    <a:pt x="5462471" y="490986"/>
                  </a:lnTo>
                  <a:lnTo>
                    <a:pt x="5462847" y="490986"/>
                  </a:lnTo>
                  <a:lnTo>
                    <a:pt x="5462941" y="490986"/>
                  </a:lnTo>
                  <a:lnTo>
                    <a:pt x="5463223" y="490986"/>
                  </a:lnTo>
                  <a:lnTo>
                    <a:pt x="5463411" y="490986"/>
                  </a:lnTo>
                  <a:lnTo>
                    <a:pt x="5463693" y="490986"/>
                  </a:lnTo>
                  <a:lnTo>
                    <a:pt x="5463787" y="490986"/>
                  </a:lnTo>
                  <a:lnTo>
                    <a:pt x="5463975" y="490986"/>
                  </a:lnTo>
                  <a:lnTo>
                    <a:pt x="5464445" y="490986"/>
                  </a:lnTo>
                  <a:lnTo>
                    <a:pt x="5464727" y="490986"/>
                  </a:lnTo>
                  <a:lnTo>
                    <a:pt x="5464821" y="490986"/>
                  </a:lnTo>
                  <a:lnTo>
                    <a:pt x="5465103" y="490986"/>
                  </a:lnTo>
                  <a:lnTo>
                    <a:pt x="5465292" y="490986"/>
                  </a:lnTo>
                  <a:lnTo>
                    <a:pt x="5465386" y="490986"/>
                  </a:lnTo>
                  <a:lnTo>
                    <a:pt x="5465574" y="490986"/>
                  </a:lnTo>
                  <a:lnTo>
                    <a:pt x="5465668" y="490986"/>
                  </a:lnTo>
                  <a:lnTo>
                    <a:pt x="5466232" y="490986"/>
                  </a:lnTo>
                  <a:lnTo>
                    <a:pt x="5467172" y="485706"/>
                  </a:lnTo>
                  <a:lnTo>
                    <a:pt x="5467548" y="485706"/>
                  </a:lnTo>
                  <a:lnTo>
                    <a:pt x="5468018" y="485706"/>
                  </a:lnTo>
                  <a:lnTo>
                    <a:pt x="5468300" y="485706"/>
                  </a:lnTo>
                  <a:lnTo>
                    <a:pt x="5468582" y="485706"/>
                  </a:lnTo>
                  <a:lnTo>
                    <a:pt x="5468771" y="485706"/>
                  </a:lnTo>
                  <a:lnTo>
                    <a:pt x="5469523" y="485706"/>
                  </a:lnTo>
                  <a:lnTo>
                    <a:pt x="5469993" y="485706"/>
                  </a:lnTo>
                  <a:lnTo>
                    <a:pt x="5470087" y="485706"/>
                  </a:lnTo>
                  <a:lnTo>
                    <a:pt x="5470275" y="485706"/>
                  </a:lnTo>
                  <a:lnTo>
                    <a:pt x="5470369" y="485706"/>
                  </a:lnTo>
                  <a:lnTo>
                    <a:pt x="5470651" y="485706"/>
                  </a:lnTo>
                  <a:lnTo>
                    <a:pt x="5471121" y="485706"/>
                  </a:lnTo>
                  <a:lnTo>
                    <a:pt x="5471215" y="485706"/>
                  </a:lnTo>
                  <a:lnTo>
                    <a:pt x="5471309" y="485706"/>
                  </a:lnTo>
                  <a:lnTo>
                    <a:pt x="5471403" y="485706"/>
                  </a:lnTo>
                  <a:lnTo>
                    <a:pt x="5471779" y="485706"/>
                  </a:lnTo>
                  <a:lnTo>
                    <a:pt x="5471967" y="485706"/>
                  </a:lnTo>
                  <a:lnTo>
                    <a:pt x="5472814" y="485706"/>
                  </a:lnTo>
                  <a:lnTo>
                    <a:pt x="5472908" y="485706"/>
                  </a:lnTo>
                  <a:lnTo>
                    <a:pt x="5473378" y="485706"/>
                  </a:lnTo>
                  <a:lnTo>
                    <a:pt x="5473472" y="485706"/>
                  </a:lnTo>
                  <a:lnTo>
                    <a:pt x="5474130" y="485706"/>
                  </a:lnTo>
                  <a:lnTo>
                    <a:pt x="5474224" y="480427"/>
                  </a:lnTo>
                  <a:lnTo>
                    <a:pt x="5474412" y="480427"/>
                  </a:lnTo>
                  <a:lnTo>
                    <a:pt x="5474976" y="480427"/>
                  </a:lnTo>
                  <a:lnTo>
                    <a:pt x="5475164" y="480427"/>
                  </a:lnTo>
                  <a:lnTo>
                    <a:pt x="5475258" y="480427"/>
                  </a:lnTo>
                  <a:lnTo>
                    <a:pt x="5475352" y="480427"/>
                  </a:lnTo>
                  <a:lnTo>
                    <a:pt x="5475917" y="480427"/>
                  </a:lnTo>
                  <a:lnTo>
                    <a:pt x="5476011" y="480427"/>
                  </a:lnTo>
                  <a:lnTo>
                    <a:pt x="5476105" y="480427"/>
                  </a:lnTo>
                  <a:lnTo>
                    <a:pt x="5476669" y="480427"/>
                  </a:lnTo>
                  <a:lnTo>
                    <a:pt x="5476763" y="480427"/>
                  </a:lnTo>
                  <a:lnTo>
                    <a:pt x="5477139" y="480427"/>
                  </a:lnTo>
                  <a:lnTo>
                    <a:pt x="5477327" y="480427"/>
                  </a:lnTo>
                  <a:lnTo>
                    <a:pt x="5477797" y="480427"/>
                  </a:lnTo>
                  <a:lnTo>
                    <a:pt x="5478079" y="480427"/>
                  </a:lnTo>
                  <a:lnTo>
                    <a:pt x="5478173" y="475147"/>
                  </a:lnTo>
                  <a:lnTo>
                    <a:pt x="5478361" y="475147"/>
                  </a:lnTo>
                  <a:lnTo>
                    <a:pt x="5478925" y="475147"/>
                  </a:lnTo>
                  <a:lnTo>
                    <a:pt x="5479019" y="475147"/>
                  </a:lnTo>
                  <a:lnTo>
                    <a:pt x="5479113" y="475147"/>
                  </a:lnTo>
                  <a:lnTo>
                    <a:pt x="5479207" y="475147"/>
                  </a:lnTo>
                  <a:lnTo>
                    <a:pt x="5479302" y="475147"/>
                  </a:lnTo>
                  <a:lnTo>
                    <a:pt x="5479396" y="475147"/>
                  </a:lnTo>
                  <a:lnTo>
                    <a:pt x="5479584" y="475147"/>
                  </a:lnTo>
                  <a:lnTo>
                    <a:pt x="5479678" y="475147"/>
                  </a:lnTo>
                  <a:lnTo>
                    <a:pt x="5479772" y="475147"/>
                  </a:lnTo>
                  <a:lnTo>
                    <a:pt x="5479866" y="475147"/>
                  </a:lnTo>
                  <a:lnTo>
                    <a:pt x="5479960" y="475147"/>
                  </a:lnTo>
                  <a:lnTo>
                    <a:pt x="5480054" y="475147"/>
                  </a:lnTo>
                  <a:lnTo>
                    <a:pt x="5480148" y="475147"/>
                  </a:lnTo>
                  <a:lnTo>
                    <a:pt x="5480242" y="475147"/>
                  </a:lnTo>
                  <a:lnTo>
                    <a:pt x="5480336" y="475147"/>
                  </a:lnTo>
                  <a:lnTo>
                    <a:pt x="5480524" y="475147"/>
                  </a:lnTo>
                  <a:lnTo>
                    <a:pt x="5480618" y="475147"/>
                  </a:lnTo>
                  <a:lnTo>
                    <a:pt x="5480712" y="475147"/>
                  </a:lnTo>
                  <a:lnTo>
                    <a:pt x="5480806" y="475147"/>
                  </a:lnTo>
                  <a:lnTo>
                    <a:pt x="5480900" y="475147"/>
                  </a:lnTo>
                  <a:lnTo>
                    <a:pt x="5480994" y="475147"/>
                  </a:lnTo>
                  <a:lnTo>
                    <a:pt x="5481088" y="475147"/>
                  </a:lnTo>
                  <a:lnTo>
                    <a:pt x="5481276" y="475147"/>
                  </a:lnTo>
                  <a:lnTo>
                    <a:pt x="5481276" y="469868"/>
                  </a:lnTo>
                  <a:lnTo>
                    <a:pt x="5481464" y="469868"/>
                  </a:lnTo>
                  <a:lnTo>
                    <a:pt x="5481558" y="469868"/>
                  </a:lnTo>
                  <a:lnTo>
                    <a:pt x="5481746" y="469868"/>
                  </a:lnTo>
                  <a:lnTo>
                    <a:pt x="5481840" y="469868"/>
                  </a:lnTo>
                  <a:lnTo>
                    <a:pt x="5482122" y="469868"/>
                  </a:lnTo>
                  <a:lnTo>
                    <a:pt x="5482216" y="469868"/>
                  </a:lnTo>
                  <a:lnTo>
                    <a:pt x="5482404" y="469868"/>
                  </a:lnTo>
                  <a:lnTo>
                    <a:pt x="5482498" y="469868"/>
                  </a:lnTo>
                  <a:lnTo>
                    <a:pt x="5482592" y="469868"/>
                  </a:lnTo>
                  <a:lnTo>
                    <a:pt x="5482875" y="469868"/>
                  </a:lnTo>
                  <a:lnTo>
                    <a:pt x="5483251" y="469868"/>
                  </a:lnTo>
                  <a:lnTo>
                    <a:pt x="5483533" y="469868"/>
                  </a:lnTo>
                  <a:lnTo>
                    <a:pt x="5483721" y="469868"/>
                  </a:lnTo>
                  <a:lnTo>
                    <a:pt x="5483909" y="469868"/>
                  </a:lnTo>
                  <a:lnTo>
                    <a:pt x="5484097" y="464589"/>
                  </a:lnTo>
                  <a:lnTo>
                    <a:pt x="5484191" y="464589"/>
                  </a:lnTo>
                  <a:lnTo>
                    <a:pt x="5484285" y="464589"/>
                  </a:lnTo>
                  <a:lnTo>
                    <a:pt x="5484379" y="464589"/>
                  </a:lnTo>
                  <a:lnTo>
                    <a:pt x="5484473" y="464589"/>
                  </a:lnTo>
                  <a:lnTo>
                    <a:pt x="5484567" y="464589"/>
                  </a:lnTo>
                  <a:lnTo>
                    <a:pt x="5484661" y="464589"/>
                  </a:lnTo>
                  <a:lnTo>
                    <a:pt x="5484755" y="464589"/>
                  </a:lnTo>
                  <a:lnTo>
                    <a:pt x="5484849" y="464589"/>
                  </a:lnTo>
                  <a:lnTo>
                    <a:pt x="5485413" y="464589"/>
                  </a:lnTo>
                  <a:lnTo>
                    <a:pt x="5485507" y="464589"/>
                  </a:lnTo>
                  <a:lnTo>
                    <a:pt x="5486071" y="464589"/>
                  </a:lnTo>
                  <a:lnTo>
                    <a:pt x="5486353" y="464589"/>
                  </a:lnTo>
                  <a:lnTo>
                    <a:pt x="5486542" y="464589"/>
                  </a:lnTo>
                  <a:lnTo>
                    <a:pt x="5486636" y="464589"/>
                  </a:lnTo>
                  <a:lnTo>
                    <a:pt x="5486730" y="464589"/>
                  </a:lnTo>
                  <a:lnTo>
                    <a:pt x="5486824" y="464589"/>
                  </a:lnTo>
                  <a:lnTo>
                    <a:pt x="5487012" y="464589"/>
                  </a:lnTo>
                  <a:lnTo>
                    <a:pt x="5487294" y="464589"/>
                  </a:lnTo>
                  <a:lnTo>
                    <a:pt x="5487388" y="464589"/>
                  </a:lnTo>
                  <a:lnTo>
                    <a:pt x="5487952" y="464589"/>
                  </a:lnTo>
                  <a:lnTo>
                    <a:pt x="5488610" y="464589"/>
                  </a:lnTo>
                  <a:lnTo>
                    <a:pt x="5489080" y="464589"/>
                  </a:lnTo>
                  <a:lnTo>
                    <a:pt x="5489456" y="454030"/>
                  </a:lnTo>
                  <a:lnTo>
                    <a:pt x="5489738" y="454030"/>
                  </a:lnTo>
                  <a:lnTo>
                    <a:pt x="5489832" y="454030"/>
                  </a:lnTo>
                  <a:lnTo>
                    <a:pt x="5490021" y="454030"/>
                  </a:lnTo>
                  <a:lnTo>
                    <a:pt x="5490115" y="454030"/>
                  </a:lnTo>
                  <a:lnTo>
                    <a:pt x="5490585" y="454030"/>
                  </a:lnTo>
                  <a:lnTo>
                    <a:pt x="5490961" y="454030"/>
                  </a:lnTo>
                  <a:lnTo>
                    <a:pt x="5491337" y="454030"/>
                  </a:lnTo>
                  <a:lnTo>
                    <a:pt x="5491525" y="454030"/>
                  </a:lnTo>
                  <a:lnTo>
                    <a:pt x="5491901" y="454030"/>
                  </a:lnTo>
                  <a:lnTo>
                    <a:pt x="5492089" y="454030"/>
                  </a:lnTo>
                  <a:lnTo>
                    <a:pt x="5492277" y="454030"/>
                  </a:lnTo>
                  <a:lnTo>
                    <a:pt x="5492465" y="454030"/>
                  </a:lnTo>
                  <a:lnTo>
                    <a:pt x="5492935" y="454030"/>
                  </a:lnTo>
                  <a:lnTo>
                    <a:pt x="5493029" y="454030"/>
                  </a:lnTo>
                  <a:lnTo>
                    <a:pt x="5493123" y="454030"/>
                  </a:lnTo>
                  <a:lnTo>
                    <a:pt x="5493405" y="454030"/>
                  </a:lnTo>
                  <a:lnTo>
                    <a:pt x="5493500" y="454030"/>
                  </a:lnTo>
                  <a:lnTo>
                    <a:pt x="5493688" y="454030"/>
                  </a:lnTo>
                  <a:lnTo>
                    <a:pt x="5493970" y="454030"/>
                  </a:lnTo>
                  <a:lnTo>
                    <a:pt x="5494064" y="448750"/>
                  </a:lnTo>
                  <a:lnTo>
                    <a:pt x="5494346" y="448750"/>
                  </a:lnTo>
                  <a:lnTo>
                    <a:pt x="5494534" y="448750"/>
                  </a:lnTo>
                  <a:lnTo>
                    <a:pt x="5494534" y="443471"/>
                  </a:lnTo>
                  <a:lnTo>
                    <a:pt x="5494816" y="443471"/>
                  </a:lnTo>
                  <a:lnTo>
                    <a:pt x="5494910" y="443471"/>
                  </a:lnTo>
                  <a:lnTo>
                    <a:pt x="5495192" y="443471"/>
                  </a:lnTo>
                  <a:lnTo>
                    <a:pt x="5495286" y="443471"/>
                  </a:lnTo>
                  <a:lnTo>
                    <a:pt x="5495380" y="443471"/>
                  </a:lnTo>
                  <a:lnTo>
                    <a:pt x="5495756" y="443471"/>
                  </a:lnTo>
                  <a:lnTo>
                    <a:pt x="5495850" y="443471"/>
                  </a:lnTo>
                  <a:lnTo>
                    <a:pt x="5496132" y="443471"/>
                  </a:lnTo>
                  <a:lnTo>
                    <a:pt x="5496508" y="443471"/>
                  </a:lnTo>
                  <a:lnTo>
                    <a:pt x="5496602" y="443471"/>
                  </a:lnTo>
                  <a:lnTo>
                    <a:pt x="5496696" y="443471"/>
                  </a:lnTo>
                  <a:lnTo>
                    <a:pt x="5496884" y="443471"/>
                  </a:lnTo>
                  <a:lnTo>
                    <a:pt x="5496978" y="443471"/>
                  </a:lnTo>
                  <a:lnTo>
                    <a:pt x="5497073" y="443471"/>
                  </a:lnTo>
                  <a:lnTo>
                    <a:pt x="5497167" y="443471"/>
                  </a:lnTo>
                  <a:lnTo>
                    <a:pt x="5497261" y="443471"/>
                  </a:lnTo>
                  <a:lnTo>
                    <a:pt x="5497449" y="443471"/>
                  </a:lnTo>
                  <a:lnTo>
                    <a:pt x="5498013" y="443471"/>
                  </a:lnTo>
                  <a:lnTo>
                    <a:pt x="5498389" y="443471"/>
                  </a:lnTo>
                  <a:lnTo>
                    <a:pt x="5498483" y="443471"/>
                  </a:lnTo>
                  <a:lnTo>
                    <a:pt x="5498577" y="443471"/>
                  </a:lnTo>
                  <a:lnTo>
                    <a:pt x="5498671" y="443471"/>
                  </a:lnTo>
                  <a:lnTo>
                    <a:pt x="5498859" y="443471"/>
                  </a:lnTo>
                  <a:lnTo>
                    <a:pt x="5499047" y="443471"/>
                  </a:lnTo>
                  <a:lnTo>
                    <a:pt x="5499329" y="443471"/>
                  </a:lnTo>
                  <a:lnTo>
                    <a:pt x="5499893" y="443471"/>
                  </a:lnTo>
                  <a:lnTo>
                    <a:pt x="5499893" y="438191"/>
                  </a:lnTo>
                  <a:lnTo>
                    <a:pt x="5499987" y="438191"/>
                  </a:lnTo>
                  <a:lnTo>
                    <a:pt x="5500081" y="438191"/>
                  </a:lnTo>
                  <a:lnTo>
                    <a:pt x="5500457" y="438191"/>
                  </a:lnTo>
                  <a:lnTo>
                    <a:pt x="5500552" y="438191"/>
                  </a:lnTo>
                  <a:lnTo>
                    <a:pt x="5500646" y="438191"/>
                  </a:lnTo>
                  <a:lnTo>
                    <a:pt x="5501022" y="438191"/>
                  </a:lnTo>
                  <a:lnTo>
                    <a:pt x="5501116" y="438191"/>
                  </a:lnTo>
                  <a:lnTo>
                    <a:pt x="5501304" y="438191"/>
                  </a:lnTo>
                  <a:lnTo>
                    <a:pt x="5501492" y="438191"/>
                  </a:lnTo>
                  <a:lnTo>
                    <a:pt x="5501774" y="438191"/>
                  </a:lnTo>
                  <a:lnTo>
                    <a:pt x="5501868" y="438191"/>
                  </a:lnTo>
                  <a:lnTo>
                    <a:pt x="5501962" y="438191"/>
                  </a:lnTo>
                  <a:lnTo>
                    <a:pt x="5502150" y="438191"/>
                  </a:lnTo>
                  <a:lnTo>
                    <a:pt x="5502338" y="438191"/>
                  </a:lnTo>
                  <a:lnTo>
                    <a:pt x="5502620" y="438191"/>
                  </a:lnTo>
                  <a:lnTo>
                    <a:pt x="5503090" y="438191"/>
                  </a:lnTo>
                  <a:lnTo>
                    <a:pt x="5503184" y="438191"/>
                  </a:lnTo>
                  <a:lnTo>
                    <a:pt x="5503278" y="438191"/>
                  </a:lnTo>
                  <a:lnTo>
                    <a:pt x="5504219" y="438191"/>
                  </a:lnTo>
                  <a:lnTo>
                    <a:pt x="5504501" y="438191"/>
                  </a:lnTo>
                  <a:lnTo>
                    <a:pt x="5504971" y="432912"/>
                  </a:lnTo>
                  <a:lnTo>
                    <a:pt x="5505159" y="432912"/>
                  </a:lnTo>
                  <a:lnTo>
                    <a:pt x="5505347" y="432912"/>
                  </a:lnTo>
                  <a:lnTo>
                    <a:pt x="5505629" y="432912"/>
                  </a:lnTo>
                  <a:lnTo>
                    <a:pt x="5505817" y="432912"/>
                  </a:lnTo>
                  <a:lnTo>
                    <a:pt x="5506193" y="432912"/>
                  </a:lnTo>
                  <a:lnTo>
                    <a:pt x="5506287" y="432912"/>
                  </a:lnTo>
                  <a:lnTo>
                    <a:pt x="5506381" y="432912"/>
                  </a:lnTo>
                  <a:lnTo>
                    <a:pt x="5506475" y="432912"/>
                  </a:lnTo>
                  <a:lnTo>
                    <a:pt x="5506569" y="432912"/>
                  </a:lnTo>
                  <a:lnTo>
                    <a:pt x="5507039" y="432912"/>
                  </a:lnTo>
                  <a:lnTo>
                    <a:pt x="5507415" y="432912"/>
                  </a:lnTo>
                  <a:lnTo>
                    <a:pt x="5507509" y="432912"/>
                  </a:lnTo>
                  <a:lnTo>
                    <a:pt x="5508168" y="432912"/>
                  </a:lnTo>
                  <a:lnTo>
                    <a:pt x="5508450" y="432912"/>
                  </a:lnTo>
                  <a:lnTo>
                    <a:pt x="5508544" y="432912"/>
                  </a:lnTo>
                  <a:lnTo>
                    <a:pt x="5508732" y="432912"/>
                  </a:lnTo>
                  <a:lnTo>
                    <a:pt x="5508920" y="432912"/>
                  </a:lnTo>
                  <a:lnTo>
                    <a:pt x="5509108" y="432912"/>
                  </a:lnTo>
                  <a:lnTo>
                    <a:pt x="5509766" y="432912"/>
                  </a:lnTo>
                  <a:lnTo>
                    <a:pt x="5509860" y="432912"/>
                  </a:lnTo>
                  <a:lnTo>
                    <a:pt x="5509954" y="432912"/>
                  </a:lnTo>
                  <a:lnTo>
                    <a:pt x="5510236" y="432912"/>
                  </a:lnTo>
                  <a:lnTo>
                    <a:pt x="5510706" y="432912"/>
                  </a:lnTo>
                  <a:lnTo>
                    <a:pt x="5510894" y="432912"/>
                  </a:lnTo>
                  <a:lnTo>
                    <a:pt x="5510988" y="432912"/>
                  </a:lnTo>
                  <a:lnTo>
                    <a:pt x="5511271" y="432912"/>
                  </a:lnTo>
                  <a:lnTo>
                    <a:pt x="5511553" y="432912"/>
                  </a:lnTo>
                  <a:lnTo>
                    <a:pt x="5511647" y="432912"/>
                  </a:lnTo>
                  <a:lnTo>
                    <a:pt x="5511929" y="432912"/>
                  </a:lnTo>
                  <a:lnTo>
                    <a:pt x="5512399" y="432912"/>
                  </a:lnTo>
                  <a:lnTo>
                    <a:pt x="5512493" y="432912"/>
                  </a:lnTo>
                  <a:lnTo>
                    <a:pt x="5513245" y="432912"/>
                  </a:lnTo>
                  <a:lnTo>
                    <a:pt x="5513433" y="432912"/>
                  </a:lnTo>
                  <a:lnTo>
                    <a:pt x="5514279" y="432912"/>
                  </a:lnTo>
                  <a:lnTo>
                    <a:pt x="5514373" y="432912"/>
                  </a:lnTo>
                  <a:lnTo>
                    <a:pt x="5514561" y="432912"/>
                  </a:lnTo>
                  <a:lnTo>
                    <a:pt x="5514750" y="432912"/>
                  </a:lnTo>
                  <a:lnTo>
                    <a:pt x="5514938" y="432912"/>
                  </a:lnTo>
                  <a:lnTo>
                    <a:pt x="5515220" y="432912"/>
                  </a:lnTo>
                  <a:lnTo>
                    <a:pt x="5515314" y="432912"/>
                  </a:lnTo>
                  <a:lnTo>
                    <a:pt x="5515502" y="432912"/>
                  </a:lnTo>
                  <a:lnTo>
                    <a:pt x="5515784" y="432912"/>
                  </a:lnTo>
                  <a:lnTo>
                    <a:pt x="5516160" y="432912"/>
                  </a:lnTo>
                  <a:lnTo>
                    <a:pt x="5516254" y="432912"/>
                  </a:lnTo>
                  <a:lnTo>
                    <a:pt x="5516536" y="432912"/>
                  </a:lnTo>
                  <a:lnTo>
                    <a:pt x="5516818" y="432912"/>
                  </a:lnTo>
                  <a:lnTo>
                    <a:pt x="5517006" y="432912"/>
                  </a:lnTo>
                  <a:lnTo>
                    <a:pt x="5517382" y="432912"/>
                  </a:lnTo>
                  <a:lnTo>
                    <a:pt x="5517570" y="432912"/>
                  </a:lnTo>
                  <a:lnTo>
                    <a:pt x="5517758" y="432912"/>
                  </a:lnTo>
                  <a:lnTo>
                    <a:pt x="5518228" y="432912"/>
                  </a:lnTo>
                  <a:lnTo>
                    <a:pt x="5518417" y="432912"/>
                  </a:lnTo>
                  <a:lnTo>
                    <a:pt x="5518981" y="432912"/>
                  </a:lnTo>
                  <a:lnTo>
                    <a:pt x="5519639" y="432912"/>
                  </a:lnTo>
                  <a:lnTo>
                    <a:pt x="5519733" y="427633"/>
                  </a:lnTo>
                  <a:lnTo>
                    <a:pt x="5520203" y="427633"/>
                  </a:lnTo>
                  <a:lnTo>
                    <a:pt x="5520297" y="427633"/>
                  </a:lnTo>
                  <a:lnTo>
                    <a:pt x="5520485" y="427633"/>
                  </a:lnTo>
                  <a:lnTo>
                    <a:pt x="5520579" y="427633"/>
                  </a:lnTo>
                  <a:lnTo>
                    <a:pt x="5520861" y="427633"/>
                  </a:lnTo>
                  <a:lnTo>
                    <a:pt x="5521237" y="427633"/>
                  </a:lnTo>
                  <a:lnTo>
                    <a:pt x="5521801" y="427633"/>
                  </a:lnTo>
                  <a:lnTo>
                    <a:pt x="5521896" y="427633"/>
                  </a:lnTo>
                  <a:lnTo>
                    <a:pt x="5522084" y="427633"/>
                  </a:lnTo>
                  <a:lnTo>
                    <a:pt x="5522366" y="427633"/>
                  </a:lnTo>
                  <a:lnTo>
                    <a:pt x="5522648" y="427633"/>
                  </a:lnTo>
                  <a:lnTo>
                    <a:pt x="5522742" y="427633"/>
                  </a:lnTo>
                  <a:lnTo>
                    <a:pt x="5522836" y="427633"/>
                  </a:lnTo>
                  <a:lnTo>
                    <a:pt x="5523024" y="427633"/>
                  </a:lnTo>
                  <a:lnTo>
                    <a:pt x="5523118" y="427633"/>
                  </a:lnTo>
                  <a:lnTo>
                    <a:pt x="5523494" y="427633"/>
                  </a:lnTo>
                  <a:lnTo>
                    <a:pt x="5524058" y="427633"/>
                  </a:lnTo>
                  <a:lnTo>
                    <a:pt x="5524152" y="427633"/>
                  </a:lnTo>
                  <a:lnTo>
                    <a:pt x="5524246" y="427633"/>
                  </a:lnTo>
                  <a:lnTo>
                    <a:pt x="5524434" y="427633"/>
                  </a:lnTo>
                  <a:lnTo>
                    <a:pt x="5524528" y="427633"/>
                  </a:lnTo>
                  <a:lnTo>
                    <a:pt x="5524622" y="427633"/>
                  </a:lnTo>
                  <a:lnTo>
                    <a:pt x="5524904" y="427633"/>
                  </a:lnTo>
                  <a:lnTo>
                    <a:pt x="5525186" y="427633"/>
                  </a:lnTo>
                  <a:lnTo>
                    <a:pt x="5525939" y="427633"/>
                  </a:lnTo>
                  <a:lnTo>
                    <a:pt x="5526503" y="427633"/>
                  </a:lnTo>
                  <a:lnTo>
                    <a:pt x="5526597" y="427633"/>
                  </a:lnTo>
                  <a:lnTo>
                    <a:pt x="5526973" y="427633"/>
                  </a:lnTo>
                  <a:lnTo>
                    <a:pt x="5527443" y="427633"/>
                  </a:lnTo>
                  <a:lnTo>
                    <a:pt x="5527537" y="427633"/>
                  </a:lnTo>
                  <a:lnTo>
                    <a:pt x="5527819" y="427633"/>
                  </a:lnTo>
                  <a:lnTo>
                    <a:pt x="5528101" y="427633"/>
                  </a:lnTo>
                  <a:lnTo>
                    <a:pt x="5528289" y="427633"/>
                  </a:lnTo>
                  <a:lnTo>
                    <a:pt x="5528383" y="427633"/>
                  </a:lnTo>
                  <a:lnTo>
                    <a:pt x="5528571" y="427633"/>
                  </a:lnTo>
                  <a:lnTo>
                    <a:pt x="5528665" y="427633"/>
                  </a:lnTo>
                  <a:lnTo>
                    <a:pt x="5528759" y="427633"/>
                  </a:lnTo>
                  <a:lnTo>
                    <a:pt x="5529136" y="427633"/>
                  </a:lnTo>
                  <a:lnTo>
                    <a:pt x="5529230" y="427633"/>
                  </a:lnTo>
                  <a:lnTo>
                    <a:pt x="5529418" y="427633"/>
                  </a:lnTo>
                  <a:lnTo>
                    <a:pt x="5529512" y="427633"/>
                  </a:lnTo>
                  <a:lnTo>
                    <a:pt x="5529888" y="427633"/>
                  </a:lnTo>
                  <a:lnTo>
                    <a:pt x="5530734" y="427633"/>
                  </a:lnTo>
                  <a:lnTo>
                    <a:pt x="5530828" y="427633"/>
                  </a:lnTo>
                  <a:lnTo>
                    <a:pt x="5531204" y="427633"/>
                  </a:lnTo>
                  <a:lnTo>
                    <a:pt x="5531580" y="427633"/>
                  </a:lnTo>
                  <a:lnTo>
                    <a:pt x="5531956" y="427633"/>
                  </a:lnTo>
                  <a:lnTo>
                    <a:pt x="5532238" y="427633"/>
                  </a:lnTo>
                  <a:lnTo>
                    <a:pt x="5532521" y="427633"/>
                  </a:lnTo>
                  <a:lnTo>
                    <a:pt x="5532615" y="427633"/>
                  </a:lnTo>
                  <a:lnTo>
                    <a:pt x="5532803" y="427633"/>
                  </a:lnTo>
                  <a:lnTo>
                    <a:pt x="5532897" y="427633"/>
                  </a:lnTo>
                  <a:lnTo>
                    <a:pt x="5532991" y="427633"/>
                  </a:lnTo>
                  <a:lnTo>
                    <a:pt x="5533179" y="427633"/>
                  </a:lnTo>
                  <a:lnTo>
                    <a:pt x="5533367" y="427633"/>
                  </a:lnTo>
                  <a:lnTo>
                    <a:pt x="5534025" y="427633"/>
                  </a:lnTo>
                  <a:lnTo>
                    <a:pt x="5534119" y="427633"/>
                  </a:lnTo>
                  <a:lnTo>
                    <a:pt x="5534401" y="427633"/>
                  </a:lnTo>
                  <a:lnTo>
                    <a:pt x="5534871" y="427633"/>
                  </a:lnTo>
                  <a:lnTo>
                    <a:pt x="5534965" y="427633"/>
                  </a:lnTo>
                  <a:lnTo>
                    <a:pt x="5535341" y="427633"/>
                  </a:lnTo>
                  <a:lnTo>
                    <a:pt x="5535717" y="427633"/>
                  </a:lnTo>
                  <a:lnTo>
                    <a:pt x="5535905" y="427633"/>
                  </a:lnTo>
                  <a:lnTo>
                    <a:pt x="5536470" y="427633"/>
                  </a:lnTo>
                  <a:lnTo>
                    <a:pt x="5536564" y="427633"/>
                  </a:lnTo>
                  <a:lnTo>
                    <a:pt x="5536658" y="427633"/>
                  </a:lnTo>
                  <a:lnTo>
                    <a:pt x="5536846" y="427633"/>
                  </a:lnTo>
                  <a:lnTo>
                    <a:pt x="5536940" y="427633"/>
                  </a:lnTo>
                  <a:lnTo>
                    <a:pt x="5537034" y="427633"/>
                  </a:lnTo>
                  <a:lnTo>
                    <a:pt x="5537222" y="427633"/>
                  </a:lnTo>
                  <a:lnTo>
                    <a:pt x="5537410" y="427633"/>
                  </a:lnTo>
                  <a:lnTo>
                    <a:pt x="5537598" y="427633"/>
                  </a:lnTo>
                  <a:lnTo>
                    <a:pt x="5537786" y="427633"/>
                  </a:lnTo>
                  <a:lnTo>
                    <a:pt x="5537974" y="427633"/>
                  </a:lnTo>
                  <a:lnTo>
                    <a:pt x="5538068" y="427633"/>
                  </a:lnTo>
                  <a:lnTo>
                    <a:pt x="5538256" y="427633"/>
                  </a:lnTo>
                  <a:lnTo>
                    <a:pt x="5538350" y="427633"/>
                  </a:lnTo>
                  <a:lnTo>
                    <a:pt x="5538444" y="427633"/>
                  </a:lnTo>
                  <a:lnTo>
                    <a:pt x="5539102" y="427633"/>
                  </a:lnTo>
                  <a:lnTo>
                    <a:pt x="5539384" y="427633"/>
                  </a:lnTo>
                  <a:lnTo>
                    <a:pt x="5539855" y="427633"/>
                  </a:lnTo>
                  <a:lnTo>
                    <a:pt x="5540231" y="427633"/>
                  </a:lnTo>
                  <a:lnTo>
                    <a:pt x="5540325" y="427633"/>
                  </a:lnTo>
                  <a:lnTo>
                    <a:pt x="5540513" y="427633"/>
                  </a:lnTo>
                  <a:lnTo>
                    <a:pt x="5540795" y="427633"/>
                  </a:lnTo>
                  <a:lnTo>
                    <a:pt x="5540983" y="427633"/>
                  </a:lnTo>
                  <a:lnTo>
                    <a:pt x="5541077" y="427633"/>
                  </a:lnTo>
                  <a:lnTo>
                    <a:pt x="5541265" y="427633"/>
                  </a:lnTo>
                  <a:lnTo>
                    <a:pt x="5542017" y="427633"/>
                  </a:lnTo>
                  <a:lnTo>
                    <a:pt x="5542393" y="427633"/>
                  </a:lnTo>
                  <a:lnTo>
                    <a:pt x="5542675" y="427633"/>
                  </a:lnTo>
                  <a:lnTo>
                    <a:pt x="5543146" y="427633"/>
                  </a:lnTo>
                  <a:lnTo>
                    <a:pt x="5543146" y="422353"/>
                  </a:lnTo>
                  <a:lnTo>
                    <a:pt x="5543334" y="422353"/>
                  </a:lnTo>
                  <a:lnTo>
                    <a:pt x="5543428" y="422353"/>
                  </a:lnTo>
                  <a:lnTo>
                    <a:pt x="5543522" y="422353"/>
                  </a:lnTo>
                  <a:lnTo>
                    <a:pt x="5543616" y="422353"/>
                  </a:lnTo>
                  <a:lnTo>
                    <a:pt x="5543710" y="422353"/>
                  </a:lnTo>
                  <a:lnTo>
                    <a:pt x="5544650" y="422353"/>
                  </a:lnTo>
                  <a:lnTo>
                    <a:pt x="5544744" y="422353"/>
                  </a:lnTo>
                  <a:lnTo>
                    <a:pt x="5544838" y="422353"/>
                  </a:lnTo>
                  <a:lnTo>
                    <a:pt x="5544932" y="422353"/>
                  </a:lnTo>
                  <a:lnTo>
                    <a:pt x="5545214" y="422353"/>
                  </a:lnTo>
                  <a:lnTo>
                    <a:pt x="5545402" y="422353"/>
                  </a:lnTo>
                  <a:lnTo>
                    <a:pt x="5545496" y="422353"/>
                  </a:lnTo>
                  <a:lnTo>
                    <a:pt x="5545590" y="422353"/>
                  </a:lnTo>
                  <a:lnTo>
                    <a:pt x="5545966" y="422353"/>
                  </a:lnTo>
                  <a:lnTo>
                    <a:pt x="5546813" y="422353"/>
                  </a:lnTo>
                  <a:lnTo>
                    <a:pt x="5547001" y="422353"/>
                  </a:lnTo>
                  <a:lnTo>
                    <a:pt x="5547095" y="422353"/>
                  </a:lnTo>
                  <a:lnTo>
                    <a:pt x="5547659" y="422353"/>
                  </a:lnTo>
                  <a:lnTo>
                    <a:pt x="5547941" y="422353"/>
                  </a:lnTo>
                  <a:lnTo>
                    <a:pt x="5548411" y="422353"/>
                  </a:lnTo>
                  <a:lnTo>
                    <a:pt x="5548693" y="422353"/>
                  </a:lnTo>
                  <a:lnTo>
                    <a:pt x="5548787" y="422353"/>
                  </a:lnTo>
                  <a:lnTo>
                    <a:pt x="5549163" y="422353"/>
                  </a:lnTo>
                  <a:lnTo>
                    <a:pt x="5549257" y="422353"/>
                  </a:lnTo>
                  <a:lnTo>
                    <a:pt x="5549633" y="422353"/>
                  </a:lnTo>
                  <a:lnTo>
                    <a:pt x="5549727" y="422353"/>
                  </a:lnTo>
                  <a:lnTo>
                    <a:pt x="5549821" y="422353"/>
                  </a:lnTo>
                  <a:lnTo>
                    <a:pt x="5549915" y="422353"/>
                  </a:lnTo>
                  <a:lnTo>
                    <a:pt x="5550574" y="422353"/>
                  </a:lnTo>
                  <a:lnTo>
                    <a:pt x="5551044" y="422353"/>
                  </a:lnTo>
                  <a:lnTo>
                    <a:pt x="5551044" y="417074"/>
                  </a:lnTo>
                  <a:lnTo>
                    <a:pt x="5551138" y="417074"/>
                  </a:lnTo>
                  <a:lnTo>
                    <a:pt x="5551420" y="417074"/>
                  </a:lnTo>
                  <a:lnTo>
                    <a:pt x="5551984" y="417074"/>
                  </a:lnTo>
                  <a:lnTo>
                    <a:pt x="5552172" y="417074"/>
                  </a:lnTo>
                  <a:lnTo>
                    <a:pt x="5552360" y="417074"/>
                  </a:lnTo>
                  <a:lnTo>
                    <a:pt x="5552924" y="417074"/>
                  </a:lnTo>
                  <a:lnTo>
                    <a:pt x="5553582" y="417074"/>
                  </a:lnTo>
                  <a:lnTo>
                    <a:pt x="5553676" y="417074"/>
                  </a:lnTo>
                  <a:lnTo>
                    <a:pt x="5553865" y="417074"/>
                  </a:lnTo>
                  <a:lnTo>
                    <a:pt x="5553959" y="417074"/>
                  </a:lnTo>
                  <a:lnTo>
                    <a:pt x="5554241" y="417074"/>
                  </a:lnTo>
                  <a:lnTo>
                    <a:pt x="5554523" y="417074"/>
                  </a:lnTo>
                  <a:lnTo>
                    <a:pt x="5554617" y="417074"/>
                  </a:lnTo>
                  <a:lnTo>
                    <a:pt x="5554805" y="417074"/>
                  </a:lnTo>
                  <a:lnTo>
                    <a:pt x="5554899" y="417074"/>
                  </a:lnTo>
                  <a:lnTo>
                    <a:pt x="5555087" y="417074"/>
                  </a:lnTo>
                  <a:lnTo>
                    <a:pt x="5555181" y="417074"/>
                  </a:lnTo>
                  <a:lnTo>
                    <a:pt x="5555181" y="411794"/>
                  </a:lnTo>
                  <a:lnTo>
                    <a:pt x="5555651" y="411794"/>
                  </a:lnTo>
                  <a:lnTo>
                    <a:pt x="5555745" y="411794"/>
                  </a:lnTo>
                  <a:lnTo>
                    <a:pt x="5555839" y="411794"/>
                  </a:lnTo>
                  <a:lnTo>
                    <a:pt x="5556497" y="411794"/>
                  </a:lnTo>
                  <a:lnTo>
                    <a:pt x="5556591" y="411794"/>
                  </a:lnTo>
                  <a:lnTo>
                    <a:pt x="5556685" y="411794"/>
                  </a:lnTo>
                  <a:lnTo>
                    <a:pt x="5556873" y="411794"/>
                  </a:lnTo>
                  <a:lnTo>
                    <a:pt x="5556967" y="411794"/>
                  </a:lnTo>
                  <a:lnTo>
                    <a:pt x="5557249" y="411794"/>
                  </a:lnTo>
                  <a:lnTo>
                    <a:pt x="5557344" y="411794"/>
                  </a:lnTo>
                  <a:lnTo>
                    <a:pt x="5557626" y="411794"/>
                  </a:lnTo>
                  <a:lnTo>
                    <a:pt x="5558378" y="411794"/>
                  </a:lnTo>
                  <a:lnTo>
                    <a:pt x="5558942" y="411794"/>
                  </a:lnTo>
                  <a:lnTo>
                    <a:pt x="5559412" y="411794"/>
                  </a:lnTo>
                  <a:lnTo>
                    <a:pt x="5559694" y="411794"/>
                  </a:lnTo>
                  <a:lnTo>
                    <a:pt x="5559882" y="411794"/>
                  </a:lnTo>
                  <a:lnTo>
                    <a:pt x="5560164" y="411794"/>
                  </a:lnTo>
                  <a:lnTo>
                    <a:pt x="5560352" y="411794"/>
                  </a:lnTo>
                  <a:lnTo>
                    <a:pt x="5560917" y="411794"/>
                  </a:lnTo>
                  <a:lnTo>
                    <a:pt x="5561105" y="411794"/>
                  </a:lnTo>
                  <a:lnTo>
                    <a:pt x="5561199" y="411794"/>
                  </a:lnTo>
                  <a:lnTo>
                    <a:pt x="5561669" y="406515"/>
                  </a:lnTo>
                  <a:lnTo>
                    <a:pt x="5561763" y="406515"/>
                  </a:lnTo>
                  <a:lnTo>
                    <a:pt x="5561857" y="406515"/>
                  </a:lnTo>
                  <a:lnTo>
                    <a:pt x="5562233" y="406515"/>
                  </a:lnTo>
                  <a:lnTo>
                    <a:pt x="5562515" y="406515"/>
                  </a:lnTo>
                  <a:lnTo>
                    <a:pt x="5562609" y="406515"/>
                  </a:lnTo>
                  <a:lnTo>
                    <a:pt x="5563079" y="406515"/>
                  </a:lnTo>
                  <a:lnTo>
                    <a:pt x="5563173" y="406515"/>
                  </a:lnTo>
                  <a:lnTo>
                    <a:pt x="5563267" y="406515"/>
                  </a:lnTo>
                  <a:lnTo>
                    <a:pt x="5563831" y="406515"/>
                  </a:lnTo>
                  <a:lnTo>
                    <a:pt x="5564113" y="406515"/>
                  </a:lnTo>
                  <a:lnTo>
                    <a:pt x="5564207" y="406515"/>
                  </a:lnTo>
                  <a:lnTo>
                    <a:pt x="5564678" y="406515"/>
                  </a:lnTo>
                  <a:lnTo>
                    <a:pt x="5564772" y="406515"/>
                  </a:lnTo>
                  <a:lnTo>
                    <a:pt x="5564866" y="406515"/>
                  </a:lnTo>
                  <a:lnTo>
                    <a:pt x="5564960" y="406515"/>
                  </a:lnTo>
                  <a:lnTo>
                    <a:pt x="5565054" y="406515"/>
                  </a:lnTo>
                  <a:lnTo>
                    <a:pt x="5565242" y="406515"/>
                  </a:lnTo>
                  <a:lnTo>
                    <a:pt x="5565336" y="406515"/>
                  </a:lnTo>
                  <a:lnTo>
                    <a:pt x="5565618" y="401236"/>
                  </a:lnTo>
                  <a:lnTo>
                    <a:pt x="5566088" y="401236"/>
                  </a:lnTo>
                  <a:lnTo>
                    <a:pt x="5566182" y="401236"/>
                  </a:lnTo>
                  <a:lnTo>
                    <a:pt x="5566840" y="401236"/>
                  </a:lnTo>
                  <a:lnTo>
                    <a:pt x="5567028" y="401236"/>
                  </a:lnTo>
                  <a:lnTo>
                    <a:pt x="5567122" y="401236"/>
                  </a:lnTo>
                  <a:lnTo>
                    <a:pt x="5567216" y="401236"/>
                  </a:lnTo>
                  <a:lnTo>
                    <a:pt x="5567592" y="401236"/>
                  </a:lnTo>
                  <a:lnTo>
                    <a:pt x="5568533" y="401236"/>
                  </a:lnTo>
                  <a:lnTo>
                    <a:pt x="5568721" y="401236"/>
                  </a:lnTo>
                  <a:lnTo>
                    <a:pt x="5568909" y="401236"/>
                  </a:lnTo>
                  <a:lnTo>
                    <a:pt x="5569097" y="401236"/>
                  </a:lnTo>
                  <a:lnTo>
                    <a:pt x="5569473" y="401236"/>
                  </a:lnTo>
                  <a:lnTo>
                    <a:pt x="5569567" y="401236"/>
                  </a:lnTo>
                  <a:lnTo>
                    <a:pt x="5569661" y="401236"/>
                  </a:lnTo>
                  <a:lnTo>
                    <a:pt x="5569943" y="401236"/>
                  </a:lnTo>
                  <a:lnTo>
                    <a:pt x="5570319" y="401236"/>
                  </a:lnTo>
                  <a:lnTo>
                    <a:pt x="5570413" y="401236"/>
                  </a:lnTo>
                  <a:lnTo>
                    <a:pt x="5570507" y="401236"/>
                  </a:lnTo>
                  <a:lnTo>
                    <a:pt x="5570695" y="401236"/>
                  </a:lnTo>
                  <a:lnTo>
                    <a:pt x="5571071" y="401236"/>
                  </a:lnTo>
                  <a:lnTo>
                    <a:pt x="5571259" y="401236"/>
                  </a:lnTo>
                  <a:lnTo>
                    <a:pt x="5571730" y="401236"/>
                  </a:lnTo>
                  <a:lnTo>
                    <a:pt x="5572294" y="401236"/>
                  </a:lnTo>
                  <a:lnTo>
                    <a:pt x="5573234" y="401236"/>
                  </a:lnTo>
                  <a:lnTo>
                    <a:pt x="5573328" y="401236"/>
                  </a:lnTo>
                  <a:lnTo>
                    <a:pt x="5573422" y="401236"/>
                  </a:lnTo>
                  <a:lnTo>
                    <a:pt x="5573610" y="401236"/>
                  </a:lnTo>
                  <a:lnTo>
                    <a:pt x="5573892" y="401236"/>
                  </a:lnTo>
                  <a:lnTo>
                    <a:pt x="5573986" y="401236"/>
                  </a:lnTo>
                  <a:lnTo>
                    <a:pt x="5574174" y="395956"/>
                  </a:lnTo>
                  <a:lnTo>
                    <a:pt x="5574268" y="395956"/>
                  </a:lnTo>
                  <a:lnTo>
                    <a:pt x="5574362" y="395956"/>
                  </a:lnTo>
                  <a:lnTo>
                    <a:pt x="5574456" y="395956"/>
                  </a:lnTo>
                  <a:lnTo>
                    <a:pt x="5575209" y="395956"/>
                  </a:lnTo>
                  <a:lnTo>
                    <a:pt x="5575303" y="395956"/>
                  </a:lnTo>
                  <a:lnTo>
                    <a:pt x="5575397" y="395956"/>
                  </a:lnTo>
                  <a:lnTo>
                    <a:pt x="5575491" y="395956"/>
                  </a:lnTo>
                  <a:lnTo>
                    <a:pt x="5575585" y="395956"/>
                  </a:lnTo>
                  <a:lnTo>
                    <a:pt x="5575961" y="395956"/>
                  </a:lnTo>
                  <a:lnTo>
                    <a:pt x="5576055" y="395956"/>
                  </a:lnTo>
                  <a:lnTo>
                    <a:pt x="5576337" y="395956"/>
                  </a:lnTo>
                  <a:lnTo>
                    <a:pt x="5576431" y="395956"/>
                  </a:lnTo>
                  <a:lnTo>
                    <a:pt x="5576713" y="395956"/>
                  </a:lnTo>
                  <a:lnTo>
                    <a:pt x="5576807" y="395956"/>
                  </a:lnTo>
                  <a:lnTo>
                    <a:pt x="5576901" y="395956"/>
                  </a:lnTo>
                  <a:lnTo>
                    <a:pt x="5577559" y="395956"/>
                  </a:lnTo>
                  <a:lnTo>
                    <a:pt x="5578123" y="390677"/>
                  </a:lnTo>
                  <a:lnTo>
                    <a:pt x="5578311" y="390677"/>
                  </a:lnTo>
                  <a:lnTo>
                    <a:pt x="5578499" y="390677"/>
                  </a:lnTo>
                  <a:lnTo>
                    <a:pt x="5578782" y="390677"/>
                  </a:lnTo>
                  <a:lnTo>
                    <a:pt x="5579346" y="390677"/>
                  </a:lnTo>
                  <a:lnTo>
                    <a:pt x="5579628" y="390677"/>
                  </a:lnTo>
                  <a:lnTo>
                    <a:pt x="5579816" y="390677"/>
                  </a:lnTo>
                  <a:lnTo>
                    <a:pt x="5579910" y="390677"/>
                  </a:lnTo>
                  <a:lnTo>
                    <a:pt x="5580004" y="390677"/>
                  </a:lnTo>
                  <a:lnTo>
                    <a:pt x="5580098" y="390677"/>
                  </a:lnTo>
                  <a:lnTo>
                    <a:pt x="5580192" y="390677"/>
                  </a:lnTo>
                  <a:lnTo>
                    <a:pt x="5580286" y="390677"/>
                  </a:lnTo>
                  <a:lnTo>
                    <a:pt x="5580474" y="390677"/>
                  </a:lnTo>
                  <a:lnTo>
                    <a:pt x="5580850" y="390677"/>
                  </a:lnTo>
                  <a:lnTo>
                    <a:pt x="5581038" y="390677"/>
                  </a:lnTo>
                  <a:lnTo>
                    <a:pt x="5581132" y="390677"/>
                  </a:lnTo>
                  <a:lnTo>
                    <a:pt x="5581226" y="390677"/>
                  </a:lnTo>
                  <a:lnTo>
                    <a:pt x="5581320" y="390677"/>
                  </a:lnTo>
                  <a:lnTo>
                    <a:pt x="5581414" y="390677"/>
                  </a:lnTo>
                  <a:lnTo>
                    <a:pt x="5581508" y="390677"/>
                  </a:lnTo>
                  <a:lnTo>
                    <a:pt x="5582167" y="390677"/>
                  </a:lnTo>
                  <a:lnTo>
                    <a:pt x="5582543" y="385397"/>
                  </a:lnTo>
                  <a:lnTo>
                    <a:pt x="5582731" y="385397"/>
                  </a:lnTo>
                  <a:lnTo>
                    <a:pt x="5582919" y="385397"/>
                  </a:lnTo>
                  <a:lnTo>
                    <a:pt x="5583295" y="385397"/>
                  </a:lnTo>
                  <a:lnTo>
                    <a:pt x="5583577" y="385397"/>
                  </a:lnTo>
                  <a:lnTo>
                    <a:pt x="5583671" y="385397"/>
                  </a:lnTo>
                  <a:lnTo>
                    <a:pt x="5583765" y="385397"/>
                  </a:lnTo>
                  <a:lnTo>
                    <a:pt x="5584141" y="385397"/>
                  </a:lnTo>
                  <a:lnTo>
                    <a:pt x="5584235" y="385397"/>
                  </a:lnTo>
                  <a:lnTo>
                    <a:pt x="5584799" y="385397"/>
                  </a:lnTo>
                  <a:lnTo>
                    <a:pt x="5585175" y="385397"/>
                  </a:lnTo>
                  <a:lnTo>
                    <a:pt x="5585269" y="385397"/>
                  </a:lnTo>
                  <a:lnTo>
                    <a:pt x="5585646" y="385397"/>
                  </a:lnTo>
                  <a:lnTo>
                    <a:pt x="5585834" y="385397"/>
                  </a:lnTo>
                  <a:lnTo>
                    <a:pt x="5586022" y="385397"/>
                  </a:lnTo>
                  <a:lnTo>
                    <a:pt x="5586116" y="385397"/>
                  </a:lnTo>
                  <a:lnTo>
                    <a:pt x="5586210" y="385397"/>
                  </a:lnTo>
                  <a:lnTo>
                    <a:pt x="5586398" y="385397"/>
                  </a:lnTo>
                  <a:lnTo>
                    <a:pt x="5586774" y="380118"/>
                  </a:lnTo>
                  <a:lnTo>
                    <a:pt x="5587056" y="380118"/>
                  </a:lnTo>
                  <a:lnTo>
                    <a:pt x="5587244" y="374838"/>
                  </a:lnTo>
                  <a:lnTo>
                    <a:pt x="5587432" y="374838"/>
                  </a:lnTo>
                  <a:lnTo>
                    <a:pt x="5587996" y="374838"/>
                  </a:lnTo>
                  <a:lnTo>
                    <a:pt x="5588654" y="374838"/>
                  </a:lnTo>
                  <a:lnTo>
                    <a:pt x="5588842" y="374838"/>
                  </a:lnTo>
                  <a:lnTo>
                    <a:pt x="5588936" y="374838"/>
                  </a:lnTo>
                  <a:lnTo>
                    <a:pt x="5589313" y="374838"/>
                  </a:lnTo>
                  <a:lnTo>
                    <a:pt x="5589407" y="374838"/>
                  </a:lnTo>
                  <a:lnTo>
                    <a:pt x="5589595" y="374838"/>
                  </a:lnTo>
                  <a:lnTo>
                    <a:pt x="5589877" y="374838"/>
                  </a:lnTo>
                  <a:lnTo>
                    <a:pt x="5590065" y="374838"/>
                  </a:lnTo>
                  <a:lnTo>
                    <a:pt x="5590347" y="374838"/>
                  </a:lnTo>
                  <a:lnTo>
                    <a:pt x="5591005" y="374838"/>
                  </a:lnTo>
                  <a:lnTo>
                    <a:pt x="5591475" y="374838"/>
                  </a:lnTo>
                  <a:lnTo>
                    <a:pt x="5591757" y="374838"/>
                  </a:lnTo>
                  <a:lnTo>
                    <a:pt x="5592227" y="374838"/>
                  </a:lnTo>
                  <a:lnTo>
                    <a:pt x="5592415" y="374838"/>
                  </a:lnTo>
                  <a:lnTo>
                    <a:pt x="5592792" y="374838"/>
                  </a:lnTo>
                  <a:lnTo>
                    <a:pt x="5592886" y="374838"/>
                  </a:lnTo>
                  <a:lnTo>
                    <a:pt x="5592980" y="374838"/>
                  </a:lnTo>
                  <a:lnTo>
                    <a:pt x="5593262" y="374838"/>
                  </a:lnTo>
                  <a:lnTo>
                    <a:pt x="5593356" y="374838"/>
                  </a:lnTo>
                  <a:lnTo>
                    <a:pt x="5593450" y="374838"/>
                  </a:lnTo>
                  <a:lnTo>
                    <a:pt x="5594484" y="374838"/>
                  </a:lnTo>
                  <a:lnTo>
                    <a:pt x="5595048" y="374838"/>
                  </a:lnTo>
                  <a:lnTo>
                    <a:pt x="5595236" y="374838"/>
                  </a:lnTo>
                  <a:lnTo>
                    <a:pt x="5595706" y="374838"/>
                  </a:lnTo>
                  <a:lnTo>
                    <a:pt x="5595800" y="374838"/>
                  </a:lnTo>
                  <a:lnTo>
                    <a:pt x="5595988" y="374838"/>
                  </a:lnTo>
                  <a:lnTo>
                    <a:pt x="5596082" y="374838"/>
                  </a:lnTo>
                  <a:lnTo>
                    <a:pt x="5596176" y="374838"/>
                  </a:lnTo>
                  <a:lnTo>
                    <a:pt x="5596271" y="374838"/>
                  </a:lnTo>
                  <a:lnTo>
                    <a:pt x="5596741" y="374838"/>
                  </a:lnTo>
                  <a:lnTo>
                    <a:pt x="5596929" y="374838"/>
                  </a:lnTo>
                  <a:lnTo>
                    <a:pt x="5597399" y="374838"/>
                  </a:lnTo>
                  <a:lnTo>
                    <a:pt x="5597493" y="374838"/>
                  </a:lnTo>
                  <a:lnTo>
                    <a:pt x="5597587" y="374838"/>
                  </a:lnTo>
                  <a:lnTo>
                    <a:pt x="5598057" y="374838"/>
                  </a:lnTo>
                  <a:lnTo>
                    <a:pt x="5598527" y="374838"/>
                  </a:lnTo>
                  <a:lnTo>
                    <a:pt x="5598621" y="374838"/>
                  </a:lnTo>
                  <a:lnTo>
                    <a:pt x="5598809" y="374838"/>
                  </a:lnTo>
                  <a:lnTo>
                    <a:pt x="5598903" y="374838"/>
                  </a:lnTo>
                  <a:lnTo>
                    <a:pt x="5598997" y="374838"/>
                  </a:lnTo>
                  <a:lnTo>
                    <a:pt x="5599091" y="374838"/>
                  </a:lnTo>
                  <a:lnTo>
                    <a:pt x="5599373" y="374838"/>
                  </a:lnTo>
                  <a:lnTo>
                    <a:pt x="5599467" y="374838"/>
                  </a:lnTo>
                  <a:lnTo>
                    <a:pt x="5599561" y="374838"/>
                  </a:lnTo>
                  <a:lnTo>
                    <a:pt x="5600502" y="374838"/>
                  </a:lnTo>
                  <a:lnTo>
                    <a:pt x="5600596" y="374838"/>
                  </a:lnTo>
                  <a:lnTo>
                    <a:pt x="5600690" y="374838"/>
                  </a:lnTo>
                  <a:lnTo>
                    <a:pt x="5600878" y="374838"/>
                  </a:lnTo>
                  <a:lnTo>
                    <a:pt x="5600972" y="374838"/>
                  </a:lnTo>
                  <a:lnTo>
                    <a:pt x="5601536" y="374838"/>
                  </a:lnTo>
                  <a:lnTo>
                    <a:pt x="5601630" y="374838"/>
                  </a:lnTo>
                  <a:lnTo>
                    <a:pt x="5601912" y="374838"/>
                  </a:lnTo>
                  <a:lnTo>
                    <a:pt x="5602006" y="374838"/>
                  </a:lnTo>
                  <a:lnTo>
                    <a:pt x="5602194" y="374838"/>
                  </a:lnTo>
                  <a:lnTo>
                    <a:pt x="5602382" y="374838"/>
                  </a:lnTo>
                  <a:lnTo>
                    <a:pt x="5602664" y="374838"/>
                  </a:lnTo>
                  <a:lnTo>
                    <a:pt x="5602758" y="374838"/>
                  </a:lnTo>
                  <a:lnTo>
                    <a:pt x="5603322" y="374838"/>
                  </a:lnTo>
                  <a:lnTo>
                    <a:pt x="5603511" y="374838"/>
                  </a:lnTo>
                  <a:lnTo>
                    <a:pt x="5603605" y="374838"/>
                  </a:lnTo>
                  <a:lnTo>
                    <a:pt x="5604075" y="374838"/>
                  </a:lnTo>
                  <a:lnTo>
                    <a:pt x="5604169" y="374838"/>
                  </a:lnTo>
                  <a:lnTo>
                    <a:pt x="5604263" y="374838"/>
                  </a:lnTo>
                  <a:lnTo>
                    <a:pt x="5604545" y="374838"/>
                  </a:lnTo>
                  <a:lnTo>
                    <a:pt x="5604733" y="374838"/>
                  </a:lnTo>
                  <a:lnTo>
                    <a:pt x="5604827" y="374838"/>
                  </a:lnTo>
                  <a:lnTo>
                    <a:pt x="5604921" y="374838"/>
                  </a:lnTo>
                  <a:lnTo>
                    <a:pt x="5605109" y="374838"/>
                  </a:lnTo>
                  <a:lnTo>
                    <a:pt x="5605203" y="374838"/>
                  </a:lnTo>
                  <a:lnTo>
                    <a:pt x="5605767" y="374838"/>
                  </a:lnTo>
                  <a:lnTo>
                    <a:pt x="5605955" y="374838"/>
                  </a:lnTo>
                  <a:lnTo>
                    <a:pt x="5606049" y="374838"/>
                  </a:lnTo>
                  <a:lnTo>
                    <a:pt x="5607460" y="374838"/>
                  </a:lnTo>
                  <a:lnTo>
                    <a:pt x="5607648" y="374838"/>
                  </a:lnTo>
                  <a:lnTo>
                    <a:pt x="5607836" y="374838"/>
                  </a:lnTo>
                  <a:lnTo>
                    <a:pt x="5608024" y="374838"/>
                  </a:lnTo>
                  <a:lnTo>
                    <a:pt x="5608118" y="374838"/>
                  </a:lnTo>
                  <a:lnTo>
                    <a:pt x="5608494" y="374838"/>
                  </a:lnTo>
                  <a:lnTo>
                    <a:pt x="5608588" y="374838"/>
                  </a:lnTo>
                  <a:lnTo>
                    <a:pt x="5608682" y="374838"/>
                  </a:lnTo>
                  <a:lnTo>
                    <a:pt x="5608776" y="374838"/>
                  </a:lnTo>
                  <a:lnTo>
                    <a:pt x="5608964" y="374838"/>
                  </a:lnTo>
                  <a:lnTo>
                    <a:pt x="5609904" y="374838"/>
                  </a:lnTo>
                  <a:lnTo>
                    <a:pt x="5610092" y="374838"/>
                  </a:lnTo>
                  <a:lnTo>
                    <a:pt x="5610186" y="374838"/>
                  </a:lnTo>
                  <a:lnTo>
                    <a:pt x="5610657" y="374838"/>
                  </a:lnTo>
                  <a:lnTo>
                    <a:pt x="5610751" y="374838"/>
                  </a:lnTo>
                  <a:lnTo>
                    <a:pt x="5611127" y="374838"/>
                  </a:lnTo>
                  <a:lnTo>
                    <a:pt x="5611221" y="374838"/>
                  </a:lnTo>
                  <a:lnTo>
                    <a:pt x="5611315" y="374838"/>
                  </a:lnTo>
                  <a:lnTo>
                    <a:pt x="5611503" y="374838"/>
                  </a:lnTo>
                  <a:lnTo>
                    <a:pt x="5611973" y="374838"/>
                  </a:lnTo>
                  <a:lnTo>
                    <a:pt x="5612067" y="374838"/>
                  </a:lnTo>
                  <a:lnTo>
                    <a:pt x="5612537" y="374838"/>
                  </a:lnTo>
                  <a:lnTo>
                    <a:pt x="5612631" y="374838"/>
                  </a:lnTo>
                  <a:lnTo>
                    <a:pt x="5612725" y="374838"/>
                  </a:lnTo>
                  <a:lnTo>
                    <a:pt x="5613101" y="374838"/>
                  </a:lnTo>
                  <a:lnTo>
                    <a:pt x="5613571" y="374838"/>
                  </a:lnTo>
                  <a:lnTo>
                    <a:pt x="5613759" y="374838"/>
                  </a:lnTo>
                  <a:lnTo>
                    <a:pt x="5613947" y="374838"/>
                  </a:lnTo>
                  <a:lnTo>
                    <a:pt x="5614136" y="374838"/>
                  </a:lnTo>
                  <a:lnTo>
                    <a:pt x="5614230" y="374838"/>
                  </a:lnTo>
                  <a:lnTo>
                    <a:pt x="5614324" y="374838"/>
                  </a:lnTo>
                  <a:lnTo>
                    <a:pt x="5614888" y="374838"/>
                  </a:lnTo>
                  <a:lnTo>
                    <a:pt x="5614982" y="374838"/>
                  </a:lnTo>
                  <a:lnTo>
                    <a:pt x="5615076" y="374838"/>
                  </a:lnTo>
                  <a:lnTo>
                    <a:pt x="5615170" y="374838"/>
                  </a:lnTo>
                  <a:lnTo>
                    <a:pt x="5615452" y="374838"/>
                  </a:lnTo>
                  <a:lnTo>
                    <a:pt x="5615546" y="374838"/>
                  </a:lnTo>
                  <a:lnTo>
                    <a:pt x="5615828" y="374838"/>
                  </a:lnTo>
                  <a:lnTo>
                    <a:pt x="5616298" y="374838"/>
                  </a:lnTo>
                  <a:lnTo>
                    <a:pt x="5616674" y="374838"/>
                  </a:lnTo>
                  <a:lnTo>
                    <a:pt x="5616768" y="374838"/>
                  </a:lnTo>
                  <a:lnTo>
                    <a:pt x="5616862" y="374838"/>
                  </a:lnTo>
                  <a:lnTo>
                    <a:pt x="5616956" y="374838"/>
                  </a:lnTo>
                  <a:lnTo>
                    <a:pt x="5617144" y="374838"/>
                  </a:lnTo>
                  <a:lnTo>
                    <a:pt x="5617332" y="374838"/>
                  </a:lnTo>
                  <a:lnTo>
                    <a:pt x="5617991" y="374838"/>
                  </a:lnTo>
                  <a:lnTo>
                    <a:pt x="5618085" y="374838"/>
                  </a:lnTo>
                  <a:lnTo>
                    <a:pt x="5618367" y="374838"/>
                  </a:lnTo>
                  <a:lnTo>
                    <a:pt x="5618555" y="374838"/>
                  </a:lnTo>
                  <a:lnTo>
                    <a:pt x="5618649" y="374838"/>
                  </a:lnTo>
                  <a:lnTo>
                    <a:pt x="5618931" y="374838"/>
                  </a:lnTo>
                  <a:lnTo>
                    <a:pt x="5619025" y="374838"/>
                  </a:lnTo>
                  <a:lnTo>
                    <a:pt x="5619401" y="374838"/>
                  </a:lnTo>
                  <a:lnTo>
                    <a:pt x="5620435" y="374838"/>
                  </a:lnTo>
                  <a:lnTo>
                    <a:pt x="5620529" y="374838"/>
                  </a:lnTo>
                  <a:lnTo>
                    <a:pt x="5620623" y="374838"/>
                  </a:lnTo>
                  <a:lnTo>
                    <a:pt x="5620811" y="374838"/>
                  </a:lnTo>
                  <a:lnTo>
                    <a:pt x="5620999" y="374838"/>
                  </a:lnTo>
                  <a:lnTo>
                    <a:pt x="5621188" y="374838"/>
                  </a:lnTo>
                  <a:lnTo>
                    <a:pt x="5621564" y="374838"/>
                  </a:lnTo>
                  <a:lnTo>
                    <a:pt x="5621658" y="374838"/>
                  </a:lnTo>
                  <a:lnTo>
                    <a:pt x="5621940" y="374838"/>
                  </a:lnTo>
                  <a:lnTo>
                    <a:pt x="5622034" y="374838"/>
                  </a:lnTo>
                  <a:lnTo>
                    <a:pt x="5622316" y="374838"/>
                  </a:lnTo>
                  <a:lnTo>
                    <a:pt x="5622410" y="374838"/>
                  </a:lnTo>
                  <a:lnTo>
                    <a:pt x="5622598" y="374838"/>
                  </a:lnTo>
                  <a:lnTo>
                    <a:pt x="5622692" y="374838"/>
                  </a:lnTo>
                  <a:lnTo>
                    <a:pt x="5622786" y="374838"/>
                  </a:lnTo>
                  <a:lnTo>
                    <a:pt x="5622880" y="374838"/>
                  </a:lnTo>
                  <a:lnTo>
                    <a:pt x="5623538" y="374838"/>
                  </a:lnTo>
                  <a:lnTo>
                    <a:pt x="5623632" y="374838"/>
                  </a:lnTo>
                  <a:lnTo>
                    <a:pt x="5623820" y="374838"/>
                  </a:lnTo>
                  <a:lnTo>
                    <a:pt x="5623914" y="374838"/>
                  </a:lnTo>
                  <a:lnTo>
                    <a:pt x="5624008" y="374838"/>
                  </a:lnTo>
                  <a:lnTo>
                    <a:pt x="5624196" y="374838"/>
                  </a:lnTo>
                  <a:lnTo>
                    <a:pt x="5624478" y="374838"/>
                  </a:lnTo>
                  <a:lnTo>
                    <a:pt x="5624572" y="374838"/>
                  </a:lnTo>
                  <a:lnTo>
                    <a:pt x="5624667" y="374838"/>
                  </a:lnTo>
                  <a:lnTo>
                    <a:pt x="5624949" y="374838"/>
                  </a:lnTo>
                  <a:lnTo>
                    <a:pt x="5625607" y="374838"/>
                  </a:lnTo>
                  <a:lnTo>
                    <a:pt x="5625889" y="374838"/>
                  </a:lnTo>
                  <a:lnTo>
                    <a:pt x="5625983" y="374838"/>
                  </a:lnTo>
                  <a:lnTo>
                    <a:pt x="5626453" y="374838"/>
                  </a:lnTo>
                  <a:lnTo>
                    <a:pt x="5626547" y="374838"/>
                  </a:lnTo>
                  <a:lnTo>
                    <a:pt x="5626735" y="374838"/>
                  </a:lnTo>
                  <a:lnTo>
                    <a:pt x="5627111" y="374838"/>
                  </a:lnTo>
                  <a:lnTo>
                    <a:pt x="5627205" y="374838"/>
                  </a:lnTo>
                  <a:lnTo>
                    <a:pt x="5627299" y="374838"/>
                  </a:lnTo>
                  <a:lnTo>
                    <a:pt x="5627581" y="374838"/>
                  </a:lnTo>
                  <a:lnTo>
                    <a:pt x="5627675" y="374838"/>
                  </a:lnTo>
                  <a:lnTo>
                    <a:pt x="5628051" y="374838"/>
                  </a:lnTo>
                  <a:lnTo>
                    <a:pt x="5628146" y="374838"/>
                  </a:lnTo>
                  <a:lnTo>
                    <a:pt x="5628428" y="374838"/>
                  </a:lnTo>
                  <a:lnTo>
                    <a:pt x="5628710" y="374838"/>
                  </a:lnTo>
                  <a:lnTo>
                    <a:pt x="5629086" y="374838"/>
                  </a:lnTo>
                  <a:lnTo>
                    <a:pt x="5629556" y="374838"/>
                  </a:lnTo>
                  <a:lnTo>
                    <a:pt x="5629650" y="374838"/>
                  </a:lnTo>
                  <a:lnTo>
                    <a:pt x="5629932" y="374838"/>
                  </a:lnTo>
                  <a:lnTo>
                    <a:pt x="5630026" y="374838"/>
                  </a:lnTo>
                  <a:lnTo>
                    <a:pt x="5630402" y="374838"/>
                  </a:lnTo>
                  <a:lnTo>
                    <a:pt x="5630590" y="374838"/>
                  </a:lnTo>
                  <a:lnTo>
                    <a:pt x="5630684" y="374838"/>
                  </a:lnTo>
                  <a:lnTo>
                    <a:pt x="5630966" y="374838"/>
                  </a:lnTo>
                  <a:lnTo>
                    <a:pt x="5631154" y="374838"/>
                  </a:lnTo>
                  <a:lnTo>
                    <a:pt x="5631248" y="374838"/>
                  </a:lnTo>
                  <a:lnTo>
                    <a:pt x="5631530" y="374838"/>
                  </a:lnTo>
                  <a:lnTo>
                    <a:pt x="5631624" y="374838"/>
                  </a:lnTo>
                  <a:lnTo>
                    <a:pt x="5632095" y="374838"/>
                  </a:lnTo>
                  <a:lnTo>
                    <a:pt x="5632189" y="374838"/>
                  </a:lnTo>
                  <a:lnTo>
                    <a:pt x="5632283" y="374838"/>
                  </a:lnTo>
                  <a:lnTo>
                    <a:pt x="5632659" y="374838"/>
                  </a:lnTo>
                  <a:lnTo>
                    <a:pt x="5632847" y="374838"/>
                  </a:lnTo>
                  <a:lnTo>
                    <a:pt x="5632941" y="374838"/>
                  </a:lnTo>
                  <a:lnTo>
                    <a:pt x="5633411" y="374838"/>
                  </a:lnTo>
                  <a:lnTo>
                    <a:pt x="5633693" y="374838"/>
                  </a:lnTo>
                  <a:lnTo>
                    <a:pt x="5633787" y="374838"/>
                  </a:lnTo>
                  <a:lnTo>
                    <a:pt x="5633881" y="374838"/>
                  </a:lnTo>
                  <a:lnTo>
                    <a:pt x="5633975" y="374838"/>
                  </a:lnTo>
                  <a:lnTo>
                    <a:pt x="5634351" y="374838"/>
                  </a:lnTo>
                  <a:lnTo>
                    <a:pt x="5634445" y="374838"/>
                  </a:lnTo>
                  <a:lnTo>
                    <a:pt x="5634633" y="374838"/>
                  </a:lnTo>
                  <a:lnTo>
                    <a:pt x="5634727" y="374838"/>
                  </a:lnTo>
                  <a:lnTo>
                    <a:pt x="5634821" y="374838"/>
                  </a:lnTo>
                  <a:lnTo>
                    <a:pt x="5634915" y="374838"/>
                  </a:lnTo>
                  <a:lnTo>
                    <a:pt x="5635009" y="374838"/>
                  </a:lnTo>
                  <a:lnTo>
                    <a:pt x="5636232" y="374838"/>
                  </a:lnTo>
                  <a:lnTo>
                    <a:pt x="5636514" y="374838"/>
                  </a:lnTo>
                  <a:lnTo>
                    <a:pt x="5636608" y="374838"/>
                  </a:lnTo>
                  <a:lnTo>
                    <a:pt x="5636702" y="374838"/>
                  </a:lnTo>
                  <a:lnTo>
                    <a:pt x="5636796" y="374838"/>
                  </a:lnTo>
                  <a:lnTo>
                    <a:pt x="5636984" y="374838"/>
                  </a:lnTo>
                  <a:lnTo>
                    <a:pt x="5637172" y="374838"/>
                  </a:lnTo>
                  <a:lnTo>
                    <a:pt x="5637454" y="374838"/>
                  </a:lnTo>
                  <a:lnTo>
                    <a:pt x="5637548" y="374838"/>
                  </a:lnTo>
                  <a:lnTo>
                    <a:pt x="5638018" y="369559"/>
                  </a:lnTo>
                  <a:lnTo>
                    <a:pt x="5638300" y="369559"/>
                  </a:lnTo>
                  <a:lnTo>
                    <a:pt x="5638394" y="369559"/>
                  </a:lnTo>
                  <a:lnTo>
                    <a:pt x="5638865" y="369559"/>
                  </a:lnTo>
                  <a:lnTo>
                    <a:pt x="5638959" y="369559"/>
                  </a:lnTo>
                  <a:lnTo>
                    <a:pt x="5639335" y="369559"/>
                  </a:lnTo>
                  <a:lnTo>
                    <a:pt x="5639429" y="369559"/>
                  </a:lnTo>
                  <a:lnTo>
                    <a:pt x="5639805" y="369559"/>
                  </a:lnTo>
                  <a:lnTo>
                    <a:pt x="5639899" y="369559"/>
                  </a:lnTo>
                  <a:lnTo>
                    <a:pt x="5639993" y="364280"/>
                  </a:lnTo>
                  <a:lnTo>
                    <a:pt x="5640181" y="364280"/>
                  </a:lnTo>
                  <a:lnTo>
                    <a:pt x="5640557" y="364280"/>
                  </a:lnTo>
                  <a:lnTo>
                    <a:pt x="5640839" y="364280"/>
                  </a:lnTo>
                  <a:lnTo>
                    <a:pt x="5641121" y="364280"/>
                  </a:lnTo>
                  <a:lnTo>
                    <a:pt x="5641215" y="364280"/>
                  </a:lnTo>
                  <a:lnTo>
                    <a:pt x="5641309" y="364280"/>
                  </a:lnTo>
                  <a:lnTo>
                    <a:pt x="5641403" y="364280"/>
                  </a:lnTo>
                  <a:lnTo>
                    <a:pt x="5641967" y="364280"/>
                  </a:lnTo>
                  <a:lnTo>
                    <a:pt x="5642061" y="364280"/>
                  </a:lnTo>
                  <a:lnTo>
                    <a:pt x="5642155" y="364280"/>
                  </a:lnTo>
                  <a:lnTo>
                    <a:pt x="5642344" y="364280"/>
                  </a:lnTo>
                  <a:lnTo>
                    <a:pt x="5642532" y="364280"/>
                  </a:lnTo>
                  <a:lnTo>
                    <a:pt x="5642626" y="364280"/>
                  </a:lnTo>
                  <a:lnTo>
                    <a:pt x="5643002" y="364280"/>
                  </a:lnTo>
                  <a:lnTo>
                    <a:pt x="5643096" y="364280"/>
                  </a:lnTo>
                  <a:lnTo>
                    <a:pt x="5643472" y="359000"/>
                  </a:lnTo>
                  <a:lnTo>
                    <a:pt x="5643942" y="359000"/>
                  </a:lnTo>
                  <a:lnTo>
                    <a:pt x="5644694" y="359000"/>
                  </a:lnTo>
                  <a:lnTo>
                    <a:pt x="5644976" y="359000"/>
                  </a:lnTo>
                  <a:lnTo>
                    <a:pt x="5645070" y="359000"/>
                  </a:lnTo>
                  <a:lnTo>
                    <a:pt x="5645822" y="359000"/>
                  </a:lnTo>
                  <a:lnTo>
                    <a:pt x="5645917" y="353721"/>
                  </a:lnTo>
                  <a:lnTo>
                    <a:pt x="5646011" y="353721"/>
                  </a:lnTo>
                  <a:lnTo>
                    <a:pt x="5646387" y="353721"/>
                  </a:lnTo>
                  <a:lnTo>
                    <a:pt x="5646481" y="353721"/>
                  </a:lnTo>
                  <a:lnTo>
                    <a:pt x="5646575" y="353721"/>
                  </a:lnTo>
                  <a:lnTo>
                    <a:pt x="5646669" y="353721"/>
                  </a:lnTo>
                  <a:lnTo>
                    <a:pt x="5646951" y="353721"/>
                  </a:lnTo>
                  <a:lnTo>
                    <a:pt x="5647045" y="353721"/>
                  </a:lnTo>
                  <a:lnTo>
                    <a:pt x="5647233" y="353721"/>
                  </a:lnTo>
                  <a:lnTo>
                    <a:pt x="5647327" y="353721"/>
                  </a:lnTo>
                  <a:lnTo>
                    <a:pt x="5647421" y="353721"/>
                  </a:lnTo>
                  <a:lnTo>
                    <a:pt x="5647609" y="353721"/>
                  </a:lnTo>
                  <a:lnTo>
                    <a:pt x="5647891" y="353721"/>
                  </a:lnTo>
                  <a:lnTo>
                    <a:pt x="5648455" y="353721"/>
                  </a:lnTo>
                  <a:lnTo>
                    <a:pt x="5648643" y="353721"/>
                  </a:lnTo>
                  <a:lnTo>
                    <a:pt x="5648737" y="353721"/>
                  </a:lnTo>
                  <a:lnTo>
                    <a:pt x="5649113" y="353721"/>
                  </a:lnTo>
                  <a:lnTo>
                    <a:pt x="5649207" y="353721"/>
                  </a:lnTo>
                  <a:lnTo>
                    <a:pt x="5649395" y="353721"/>
                  </a:lnTo>
                  <a:lnTo>
                    <a:pt x="5649490" y="353721"/>
                  </a:lnTo>
                  <a:lnTo>
                    <a:pt x="5649584" y="353721"/>
                  </a:lnTo>
                  <a:lnTo>
                    <a:pt x="5649866" y="353721"/>
                  </a:lnTo>
                  <a:lnTo>
                    <a:pt x="5650148" y="353721"/>
                  </a:lnTo>
                  <a:lnTo>
                    <a:pt x="5650618" y="353721"/>
                  </a:lnTo>
                  <a:lnTo>
                    <a:pt x="5650712" y="353721"/>
                  </a:lnTo>
                  <a:lnTo>
                    <a:pt x="5651182" y="353721"/>
                  </a:lnTo>
                  <a:lnTo>
                    <a:pt x="5651464" y="353721"/>
                  </a:lnTo>
                  <a:lnTo>
                    <a:pt x="5651558" y="353721"/>
                  </a:lnTo>
                  <a:lnTo>
                    <a:pt x="5651934" y="353721"/>
                  </a:lnTo>
                  <a:lnTo>
                    <a:pt x="5652592" y="353721"/>
                  </a:lnTo>
                  <a:lnTo>
                    <a:pt x="5652686" y="353721"/>
                  </a:lnTo>
                  <a:lnTo>
                    <a:pt x="5653251" y="353721"/>
                  </a:lnTo>
                  <a:lnTo>
                    <a:pt x="5653345" y="353721"/>
                  </a:lnTo>
                  <a:lnTo>
                    <a:pt x="5653721" y="353721"/>
                  </a:lnTo>
                  <a:lnTo>
                    <a:pt x="5653815" y="353721"/>
                  </a:lnTo>
                  <a:lnTo>
                    <a:pt x="5654097" y="353721"/>
                  </a:lnTo>
                  <a:lnTo>
                    <a:pt x="5654285" y="353721"/>
                  </a:lnTo>
                  <a:lnTo>
                    <a:pt x="5654567" y="353721"/>
                  </a:lnTo>
                  <a:lnTo>
                    <a:pt x="5654661" y="353721"/>
                  </a:lnTo>
                  <a:lnTo>
                    <a:pt x="5654755" y="353721"/>
                  </a:lnTo>
                  <a:lnTo>
                    <a:pt x="5656259" y="353721"/>
                  </a:lnTo>
                  <a:lnTo>
                    <a:pt x="5656447" y="353721"/>
                  </a:lnTo>
                  <a:lnTo>
                    <a:pt x="5656918" y="348441"/>
                  </a:lnTo>
                  <a:lnTo>
                    <a:pt x="5657106" y="348441"/>
                  </a:lnTo>
                  <a:lnTo>
                    <a:pt x="5657294" y="348441"/>
                  </a:lnTo>
                  <a:lnTo>
                    <a:pt x="5657482" y="348441"/>
                  </a:lnTo>
                  <a:lnTo>
                    <a:pt x="5657670" y="348441"/>
                  </a:lnTo>
                  <a:lnTo>
                    <a:pt x="5657764" y="348441"/>
                  </a:lnTo>
                  <a:lnTo>
                    <a:pt x="5657858" y="348441"/>
                  </a:lnTo>
                  <a:lnTo>
                    <a:pt x="5658234" y="348441"/>
                  </a:lnTo>
                  <a:lnTo>
                    <a:pt x="5658328" y="348441"/>
                  </a:lnTo>
                  <a:lnTo>
                    <a:pt x="5658422" y="348441"/>
                  </a:lnTo>
                  <a:lnTo>
                    <a:pt x="5658798" y="348441"/>
                  </a:lnTo>
                  <a:lnTo>
                    <a:pt x="5658892" y="348441"/>
                  </a:lnTo>
                  <a:lnTo>
                    <a:pt x="5658986" y="348441"/>
                  </a:lnTo>
                  <a:lnTo>
                    <a:pt x="5659362" y="348441"/>
                  </a:lnTo>
                  <a:lnTo>
                    <a:pt x="5659456" y="348441"/>
                  </a:lnTo>
                  <a:lnTo>
                    <a:pt x="5659550" y="348441"/>
                  </a:lnTo>
                  <a:lnTo>
                    <a:pt x="5659832" y="348441"/>
                  </a:lnTo>
                  <a:lnTo>
                    <a:pt x="5659926" y="348441"/>
                  </a:lnTo>
                  <a:lnTo>
                    <a:pt x="5660303" y="348441"/>
                  </a:lnTo>
                  <a:lnTo>
                    <a:pt x="5660491" y="348441"/>
                  </a:lnTo>
                  <a:lnTo>
                    <a:pt x="5660867" y="348441"/>
                  </a:lnTo>
                  <a:lnTo>
                    <a:pt x="5660961" y="348441"/>
                  </a:lnTo>
                  <a:lnTo>
                    <a:pt x="5661149" y="348441"/>
                  </a:lnTo>
                  <a:lnTo>
                    <a:pt x="5661243" y="348441"/>
                  </a:lnTo>
                  <a:lnTo>
                    <a:pt x="5661525" y="348441"/>
                  </a:lnTo>
                  <a:lnTo>
                    <a:pt x="5661713" y="348441"/>
                  </a:lnTo>
                  <a:lnTo>
                    <a:pt x="5661807" y="348441"/>
                  </a:lnTo>
                  <a:lnTo>
                    <a:pt x="5661995" y="348441"/>
                  </a:lnTo>
                  <a:lnTo>
                    <a:pt x="5662277" y="348441"/>
                  </a:lnTo>
                  <a:lnTo>
                    <a:pt x="5662371" y="348441"/>
                  </a:lnTo>
                  <a:lnTo>
                    <a:pt x="5662465" y="348441"/>
                  </a:lnTo>
                  <a:lnTo>
                    <a:pt x="5663123" y="348441"/>
                  </a:lnTo>
                  <a:lnTo>
                    <a:pt x="5663499" y="348441"/>
                  </a:lnTo>
                  <a:lnTo>
                    <a:pt x="5663688" y="348441"/>
                  </a:lnTo>
                  <a:lnTo>
                    <a:pt x="5663970" y="348441"/>
                  </a:lnTo>
                  <a:lnTo>
                    <a:pt x="5664064" y="348441"/>
                  </a:lnTo>
                  <a:lnTo>
                    <a:pt x="5664158" y="348441"/>
                  </a:lnTo>
                  <a:lnTo>
                    <a:pt x="5664346" y="348441"/>
                  </a:lnTo>
                  <a:lnTo>
                    <a:pt x="5664628" y="348441"/>
                  </a:lnTo>
                  <a:lnTo>
                    <a:pt x="5665004" y="348441"/>
                  </a:lnTo>
                  <a:lnTo>
                    <a:pt x="5665474" y="348441"/>
                  </a:lnTo>
                  <a:lnTo>
                    <a:pt x="5665568" y="348441"/>
                  </a:lnTo>
                  <a:lnTo>
                    <a:pt x="5665662" y="348441"/>
                  </a:lnTo>
                  <a:lnTo>
                    <a:pt x="5665756" y="348441"/>
                  </a:lnTo>
                  <a:lnTo>
                    <a:pt x="5665850" y="348441"/>
                  </a:lnTo>
                  <a:lnTo>
                    <a:pt x="5665944" y="348441"/>
                  </a:lnTo>
                  <a:lnTo>
                    <a:pt x="5666226" y="348441"/>
                  </a:lnTo>
                  <a:lnTo>
                    <a:pt x="5666508" y="348441"/>
                  </a:lnTo>
                  <a:lnTo>
                    <a:pt x="5666696" y="348441"/>
                  </a:lnTo>
                  <a:lnTo>
                    <a:pt x="5666790" y="348441"/>
                  </a:lnTo>
                  <a:lnTo>
                    <a:pt x="5667261" y="348441"/>
                  </a:lnTo>
                  <a:lnTo>
                    <a:pt x="5667449" y="348441"/>
                  </a:lnTo>
                  <a:lnTo>
                    <a:pt x="5667543" y="348441"/>
                  </a:lnTo>
                  <a:lnTo>
                    <a:pt x="5667731" y="348441"/>
                  </a:lnTo>
                  <a:lnTo>
                    <a:pt x="5667825" y="348441"/>
                  </a:lnTo>
                  <a:lnTo>
                    <a:pt x="5668577" y="348441"/>
                  </a:lnTo>
                  <a:lnTo>
                    <a:pt x="5668671" y="348441"/>
                  </a:lnTo>
                  <a:lnTo>
                    <a:pt x="5668765" y="348441"/>
                  </a:lnTo>
                  <a:lnTo>
                    <a:pt x="5668859" y="348441"/>
                  </a:lnTo>
                  <a:lnTo>
                    <a:pt x="5669235" y="348441"/>
                  </a:lnTo>
                  <a:lnTo>
                    <a:pt x="5669423" y="348441"/>
                  </a:lnTo>
                  <a:lnTo>
                    <a:pt x="5669517" y="348441"/>
                  </a:lnTo>
                  <a:lnTo>
                    <a:pt x="5669705" y="348441"/>
                  </a:lnTo>
                  <a:lnTo>
                    <a:pt x="5669893" y="348441"/>
                  </a:lnTo>
                  <a:lnTo>
                    <a:pt x="5670175" y="348441"/>
                  </a:lnTo>
                  <a:lnTo>
                    <a:pt x="5670363" y="348441"/>
                  </a:lnTo>
                  <a:lnTo>
                    <a:pt x="5670457" y="348441"/>
                  </a:lnTo>
                  <a:lnTo>
                    <a:pt x="5670834" y="348441"/>
                  </a:lnTo>
                  <a:lnTo>
                    <a:pt x="5670928" y="348441"/>
                  </a:lnTo>
                  <a:lnTo>
                    <a:pt x="5671680" y="343162"/>
                  </a:lnTo>
                  <a:lnTo>
                    <a:pt x="5671774" y="343162"/>
                  </a:lnTo>
                  <a:lnTo>
                    <a:pt x="5672244" y="337882"/>
                  </a:lnTo>
                  <a:lnTo>
                    <a:pt x="5672338" y="337882"/>
                  </a:lnTo>
                  <a:lnTo>
                    <a:pt x="5672432" y="337882"/>
                  </a:lnTo>
                  <a:lnTo>
                    <a:pt x="5672808" y="337882"/>
                  </a:lnTo>
                  <a:lnTo>
                    <a:pt x="5672902" y="337882"/>
                  </a:lnTo>
                  <a:lnTo>
                    <a:pt x="5673372" y="337882"/>
                  </a:lnTo>
                  <a:lnTo>
                    <a:pt x="5673466" y="337882"/>
                  </a:lnTo>
                  <a:lnTo>
                    <a:pt x="5673842" y="337882"/>
                  </a:lnTo>
                  <a:lnTo>
                    <a:pt x="5674219" y="337882"/>
                  </a:lnTo>
                  <a:lnTo>
                    <a:pt x="5674407" y="337882"/>
                  </a:lnTo>
                  <a:lnTo>
                    <a:pt x="5674501" y="337882"/>
                  </a:lnTo>
                  <a:lnTo>
                    <a:pt x="5674595" y="337882"/>
                  </a:lnTo>
                  <a:lnTo>
                    <a:pt x="5674689" y="337882"/>
                  </a:lnTo>
                  <a:lnTo>
                    <a:pt x="5675347" y="337882"/>
                  </a:lnTo>
                  <a:lnTo>
                    <a:pt x="5675629" y="337882"/>
                  </a:lnTo>
                  <a:lnTo>
                    <a:pt x="5675723" y="337882"/>
                  </a:lnTo>
                  <a:lnTo>
                    <a:pt x="5675817" y="337882"/>
                  </a:lnTo>
                  <a:lnTo>
                    <a:pt x="5676005" y="337882"/>
                  </a:lnTo>
                  <a:lnTo>
                    <a:pt x="5676193" y="337882"/>
                  </a:lnTo>
                  <a:lnTo>
                    <a:pt x="5676475" y="337882"/>
                  </a:lnTo>
                  <a:lnTo>
                    <a:pt x="5676663" y="337882"/>
                  </a:lnTo>
                  <a:lnTo>
                    <a:pt x="5676757" y="337882"/>
                  </a:lnTo>
                  <a:lnTo>
                    <a:pt x="5676851" y="337882"/>
                  </a:lnTo>
                  <a:lnTo>
                    <a:pt x="5678356" y="337882"/>
                  </a:lnTo>
                  <a:lnTo>
                    <a:pt x="5678544" y="337882"/>
                  </a:lnTo>
                  <a:lnTo>
                    <a:pt x="5678732" y="337882"/>
                  </a:lnTo>
                  <a:lnTo>
                    <a:pt x="5679108" y="337882"/>
                  </a:lnTo>
                  <a:lnTo>
                    <a:pt x="5679296" y="337882"/>
                  </a:lnTo>
                  <a:lnTo>
                    <a:pt x="5679390" y="337882"/>
                  </a:lnTo>
                  <a:lnTo>
                    <a:pt x="5679484" y="337882"/>
                  </a:lnTo>
                  <a:lnTo>
                    <a:pt x="5679578" y="337882"/>
                  </a:lnTo>
                  <a:lnTo>
                    <a:pt x="5679766" y="337882"/>
                  </a:lnTo>
                  <a:lnTo>
                    <a:pt x="5680048" y="337882"/>
                  </a:lnTo>
                  <a:lnTo>
                    <a:pt x="5680142" y="337882"/>
                  </a:lnTo>
                  <a:lnTo>
                    <a:pt x="5680236" y="337882"/>
                  </a:lnTo>
                  <a:lnTo>
                    <a:pt x="5680424" y="337882"/>
                  </a:lnTo>
                  <a:lnTo>
                    <a:pt x="5680612" y="337882"/>
                  </a:lnTo>
                  <a:lnTo>
                    <a:pt x="5681459" y="337882"/>
                  </a:lnTo>
                  <a:lnTo>
                    <a:pt x="5681929" y="337882"/>
                  </a:lnTo>
                  <a:lnTo>
                    <a:pt x="5682399" y="337882"/>
                  </a:lnTo>
                  <a:lnTo>
                    <a:pt x="5682869" y="337882"/>
                  </a:lnTo>
                  <a:lnTo>
                    <a:pt x="5682963" y="337882"/>
                  </a:lnTo>
                  <a:lnTo>
                    <a:pt x="5683057" y="337882"/>
                  </a:lnTo>
                  <a:lnTo>
                    <a:pt x="5683245" y="337882"/>
                  </a:lnTo>
                  <a:lnTo>
                    <a:pt x="5683339" y="337882"/>
                  </a:lnTo>
                  <a:lnTo>
                    <a:pt x="5683527" y="337882"/>
                  </a:lnTo>
                  <a:lnTo>
                    <a:pt x="5683809" y="337882"/>
                  </a:lnTo>
                  <a:lnTo>
                    <a:pt x="5683903" y="337882"/>
                  </a:lnTo>
                  <a:lnTo>
                    <a:pt x="5684185" y="337882"/>
                  </a:lnTo>
                  <a:lnTo>
                    <a:pt x="5684373" y="337882"/>
                  </a:lnTo>
                  <a:lnTo>
                    <a:pt x="5684467" y="337882"/>
                  </a:lnTo>
                  <a:lnTo>
                    <a:pt x="5684561" y="337882"/>
                  </a:lnTo>
                  <a:lnTo>
                    <a:pt x="5684655" y="337882"/>
                  </a:lnTo>
                  <a:lnTo>
                    <a:pt x="5684749" y="337882"/>
                  </a:lnTo>
                  <a:lnTo>
                    <a:pt x="5685126" y="332603"/>
                  </a:lnTo>
                  <a:lnTo>
                    <a:pt x="5685314" y="332603"/>
                  </a:lnTo>
                  <a:lnTo>
                    <a:pt x="5685502" y="332603"/>
                  </a:lnTo>
                  <a:lnTo>
                    <a:pt x="5685596" y="332603"/>
                  </a:lnTo>
                  <a:lnTo>
                    <a:pt x="5685690" y="332603"/>
                  </a:lnTo>
                  <a:lnTo>
                    <a:pt x="5685784" y="332603"/>
                  </a:lnTo>
                  <a:lnTo>
                    <a:pt x="5686348" y="332603"/>
                  </a:lnTo>
                  <a:lnTo>
                    <a:pt x="5686818" y="332603"/>
                  </a:lnTo>
                  <a:lnTo>
                    <a:pt x="5687194" y="332603"/>
                  </a:lnTo>
                  <a:lnTo>
                    <a:pt x="5687288" y="332603"/>
                  </a:lnTo>
                  <a:lnTo>
                    <a:pt x="5687382" y="332603"/>
                  </a:lnTo>
                  <a:lnTo>
                    <a:pt x="5687570" y="332603"/>
                  </a:lnTo>
                  <a:lnTo>
                    <a:pt x="5687664" y="332603"/>
                  </a:lnTo>
                  <a:lnTo>
                    <a:pt x="5687852" y="332603"/>
                  </a:lnTo>
                  <a:lnTo>
                    <a:pt x="5687946" y="332603"/>
                  </a:lnTo>
                  <a:lnTo>
                    <a:pt x="5688134" y="332603"/>
                  </a:lnTo>
                  <a:lnTo>
                    <a:pt x="5688699" y="332603"/>
                  </a:lnTo>
                  <a:lnTo>
                    <a:pt x="5688887" y="332603"/>
                  </a:lnTo>
                  <a:lnTo>
                    <a:pt x="5689357" y="332603"/>
                  </a:lnTo>
                  <a:lnTo>
                    <a:pt x="5689451" y="332603"/>
                  </a:lnTo>
                  <a:lnTo>
                    <a:pt x="5689545" y="332603"/>
                  </a:lnTo>
                  <a:lnTo>
                    <a:pt x="5689639" y="332603"/>
                  </a:lnTo>
                  <a:lnTo>
                    <a:pt x="5689733" y="332603"/>
                  </a:lnTo>
                  <a:lnTo>
                    <a:pt x="5689827" y="332603"/>
                  </a:lnTo>
                  <a:lnTo>
                    <a:pt x="5690485" y="332603"/>
                  </a:lnTo>
                  <a:lnTo>
                    <a:pt x="5690579" y="332603"/>
                  </a:lnTo>
                  <a:lnTo>
                    <a:pt x="5690955" y="332603"/>
                  </a:lnTo>
                  <a:lnTo>
                    <a:pt x="5691237" y="332603"/>
                  </a:lnTo>
                  <a:lnTo>
                    <a:pt x="5691331" y="332603"/>
                  </a:lnTo>
                  <a:lnTo>
                    <a:pt x="5691613" y="332603"/>
                  </a:lnTo>
                  <a:lnTo>
                    <a:pt x="5691707" y="332603"/>
                  </a:lnTo>
                  <a:lnTo>
                    <a:pt x="5691801" y="332603"/>
                  </a:lnTo>
                  <a:lnTo>
                    <a:pt x="5692084" y="332603"/>
                  </a:lnTo>
                  <a:lnTo>
                    <a:pt x="5692272" y="332603"/>
                  </a:lnTo>
                  <a:lnTo>
                    <a:pt x="5692742" y="332603"/>
                  </a:lnTo>
                  <a:lnTo>
                    <a:pt x="5692836" y="332603"/>
                  </a:lnTo>
                  <a:lnTo>
                    <a:pt x="5693494" y="332603"/>
                  </a:lnTo>
                  <a:lnTo>
                    <a:pt x="5693776" y="332603"/>
                  </a:lnTo>
                  <a:lnTo>
                    <a:pt x="5693870" y="332603"/>
                  </a:lnTo>
                  <a:lnTo>
                    <a:pt x="5694058" y="332603"/>
                  </a:lnTo>
                  <a:lnTo>
                    <a:pt x="5694246" y="332603"/>
                  </a:lnTo>
                  <a:lnTo>
                    <a:pt x="5694340" y="332603"/>
                  </a:lnTo>
                  <a:lnTo>
                    <a:pt x="5694528" y="332603"/>
                  </a:lnTo>
                  <a:lnTo>
                    <a:pt x="5694716" y="332603"/>
                  </a:lnTo>
                  <a:lnTo>
                    <a:pt x="5694810" y="332603"/>
                  </a:lnTo>
                  <a:lnTo>
                    <a:pt x="5694904" y="332603"/>
                  </a:lnTo>
                  <a:lnTo>
                    <a:pt x="5694998" y="332603"/>
                  </a:lnTo>
                  <a:lnTo>
                    <a:pt x="5695092" y="332603"/>
                  </a:lnTo>
                  <a:lnTo>
                    <a:pt x="5695186" y="332603"/>
                  </a:lnTo>
                  <a:lnTo>
                    <a:pt x="5695374" y="332603"/>
                  </a:lnTo>
                  <a:lnTo>
                    <a:pt x="5695468" y="332603"/>
                  </a:lnTo>
                  <a:lnTo>
                    <a:pt x="5695657" y="332603"/>
                  </a:lnTo>
                  <a:lnTo>
                    <a:pt x="5695751" y="332603"/>
                  </a:lnTo>
                  <a:lnTo>
                    <a:pt x="5696409" y="332603"/>
                  </a:lnTo>
                  <a:lnTo>
                    <a:pt x="5696503" y="332603"/>
                  </a:lnTo>
                  <a:lnTo>
                    <a:pt x="5696879" y="332603"/>
                  </a:lnTo>
                  <a:lnTo>
                    <a:pt x="5696973" y="332603"/>
                  </a:lnTo>
                  <a:lnTo>
                    <a:pt x="5697161" y="332603"/>
                  </a:lnTo>
                  <a:lnTo>
                    <a:pt x="5697913" y="332603"/>
                  </a:lnTo>
                  <a:lnTo>
                    <a:pt x="5698195" y="332603"/>
                  </a:lnTo>
                  <a:lnTo>
                    <a:pt x="5698383" y="332603"/>
                  </a:lnTo>
                  <a:lnTo>
                    <a:pt x="5698665" y="332603"/>
                  </a:lnTo>
                  <a:lnTo>
                    <a:pt x="5698759" y="332603"/>
                  </a:lnTo>
                  <a:lnTo>
                    <a:pt x="5698853" y="332603"/>
                  </a:lnTo>
                  <a:lnTo>
                    <a:pt x="5698947" y="332603"/>
                  </a:lnTo>
                  <a:lnTo>
                    <a:pt x="5699136" y="332603"/>
                  </a:lnTo>
                  <a:lnTo>
                    <a:pt x="5699324" y="332603"/>
                  </a:lnTo>
                  <a:lnTo>
                    <a:pt x="5699418" y="332603"/>
                  </a:lnTo>
                  <a:lnTo>
                    <a:pt x="5699512" y="332603"/>
                  </a:lnTo>
                  <a:lnTo>
                    <a:pt x="5699700" y="332603"/>
                  </a:lnTo>
                  <a:lnTo>
                    <a:pt x="5699888" y="332603"/>
                  </a:lnTo>
                  <a:lnTo>
                    <a:pt x="5700076" y="332603"/>
                  </a:lnTo>
                  <a:lnTo>
                    <a:pt x="5700358" y="332603"/>
                  </a:lnTo>
                  <a:lnTo>
                    <a:pt x="5700452" y="332603"/>
                  </a:lnTo>
                  <a:lnTo>
                    <a:pt x="5701110" y="332603"/>
                  </a:lnTo>
                  <a:lnTo>
                    <a:pt x="5701204" y="332603"/>
                  </a:lnTo>
                  <a:lnTo>
                    <a:pt x="5701580" y="332603"/>
                  </a:lnTo>
                  <a:lnTo>
                    <a:pt x="5701674" y="332603"/>
                  </a:lnTo>
                  <a:lnTo>
                    <a:pt x="5701956" y="332603"/>
                  </a:lnTo>
                  <a:lnTo>
                    <a:pt x="5702144" y="332603"/>
                  </a:lnTo>
                  <a:lnTo>
                    <a:pt x="5702238" y="332603"/>
                  </a:lnTo>
                  <a:lnTo>
                    <a:pt x="5702426" y="332603"/>
                  </a:lnTo>
                  <a:lnTo>
                    <a:pt x="5702709" y="332603"/>
                  </a:lnTo>
                  <a:lnTo>
                    <a:pt x="5702803" y="332603"/>
                  </a:lnTo>
                  <a:lnTo>
                    <a:pt x="5702897" y="332603"/>
                  </a:lnTo>
                  <a:lnTo>
                    <a:pt x="5702991" y="332603"/>
                  </a:lnTo>
                  <a:lnTo>
                    <a:pt x="5703085" y="332603"/>
                  </a:lnTo>
                  <a:lnTo>
                    <a:pt x="5703179" y="332603"/>
                  </a:lnTo>
                  <a:lnTo>
                    <a:pt x="5703461" y="332603"/>
                  </a:lnTo>
                  <a:lnTo>
                    <a:pt x="5703743" y="332603"/>
                  </a:lnTo>
                  <a:lnTo>
                    <a:pt x="5704401" y="332603"/>
                  </a:lnTo>
                  <a:lnTo>
                    <a:pt x="5704495" y="332603"/>
                  </a:lnTo>
                  <a:lnTo>
                    <a:pt x="5705999" y="332603"/>
                  </a:lnTo>
                  <a:lnTo>
                    <a:pt x="5706188" y="332603"/>
                  </a:lnTo>
                  <a:lnTo>
                    <a:pt x="5706376" y="332603"/>
                  </a:lnTo>
                  <a:lnTo>
                    <a:pt x="5706564" y="332603"/>
                  </a:lnTo>
                  <a:lnTo>
                    <a:pt x="5706752" y="332603"/>
                  </a:lnTo>
                  <a:lnTo>
                    <a:pt x="5706846" y="332603"/>
                  </a:lnTo>
                  <a:lnTo>
                    <a:pt x="5707128" y="332603"/>
                  </a:lnTo>
                  <a:lnTo>
                    <a:pt x="5707598" y="332603"/>
                  </a:lnTo>
                  <a:lnTo>
                    <a:pt x="5707692" y="332603"/>
                  </a:lnTo>
                  <a:lnTo>
                    <a:pt x="5707880" y="332603"/>
                  </a:lnTo>
                  <a:lnTo>
                    <a:pt x="5707974" y="332603"/>
                  </a:lnTo>
                  <a:lnTo>
                    <a:pt x="5708068" y="332603"/>
                  </a:lnTo>
                  <a:lnTo>
                    <a:pt x="5708256" y="332603"/>
                  </a:lnTo>
                  <a:lnTo>
                    <a:pt x="5708444" y="332603"/>
                  </a:lnTo>
                  <a:lnTo>
                    <a:pt x="5708914" y="332603"/>
                  </a:lnTo>
                  <a:lnTo>
                    <a:pt x="5709384" y="332603"/>
                  </a:lnTo>
                  <a:lnTo>
                    <a:pt x="5709667" y="332603"/>
                  </a:lnTo>
                  <a:lnTo>
                    <a:pt x="5710043" y="332603"/>
                  </a:lnTo>
                  <a:lnTo>
                    <a:pt x="5710137" y="332603"/>
                  </a:lnTo>
                  <a:lnTo>
                    <a:pt x="5710325" y="332603"/>
                  </a:lnTo>
                  <a:lnTo>
                    <a:pt x="5710513" y="332603"/>
                  </a:lnTo>
                  <a:lnTo>
                    <a:pt x="5710795" y="332603"/>
                  </a:lnTo>
                  <a:lnTo>
                    <a:pt x="5710889" y="332603"/>
                  </a:lnTo>
                  <a:lnTo>
                    <a:pt x="5710983" y="332603"/>
                  </a:lnTo>
                  <a:lnTo>
                    <a:pt x="5711077" y="332603"/>
                  </a:lnTo>
                  <a:lnTo>
                    <a:pt x="5711171" y="332603"/>
                  </a:lnTo>
                  <a:lnTo>
                    <a:pt x="5711359" y="332603"/>
                  </a:lnTo>
                  <a:lnTo>
                    <a:pt x="5711829" y="332603"/>
                  </a:lnTo>
                  <a:lnTo>
                    <a:pt x="5711923" y="332603"/>
                  </a:lnTo>
                  <a:lnTo>
                    <a:pt x="5712017" y="332603"/>
                  </a:lnTo>
                  <a:lnTo>
                    <a:pt x="5712205" y="332603"/>
                  </a:lnTo>
                  <a:lnTo>
                    <a:pt x="5712299" y="332603"/>
                  </a:lnTo>
                  <a:lnTo>
                    <a:pt x="5712393" y="332603"/>
                  </a:lnTo>
                  <a:lnTo>
                    <a:pt x="5712487" y="332603"/>
                  </a:lnTo>
                  <a:lnTo>
                    <a:pt x="5712863" y="332603"/>
                  </a:lnTo>
                  <a:lnTo>
                    <a:pt x="5713051" y="332603"/>
                  </a:lnTo>
                  <a:lnTo>
                    <a:pt x="5713240" y="332603"/>
                  </a:lnTo>
                  <a:lnTo>
                    <a:pt x="5713428" y="332603"/>
                  </a:lnTo>
                  <a:lnTo>
                    <a:pt x="5713616" y="332603"/>
                  </a:lnTo>
                  <a:lnTo>
                    <a:pt x="5714086" y="332603"/>
                  </a:lnTo>
                  <a:lnTo>
                    <a:pt x="5714180" y="332603"/>
                  </a:lnTo>
                  <a:lnTo>
                    <a:pt x="5714556" y="332603"/>
                  </a:lnTo>
                  <a:lnTo>
                    <a:pt x="5714650" y="332603"/>
                  </a:lnTo>
                  <a:lnTo>
                    <a:pt x="5714838" y="332603"/>
                  </a:lnTo>
                  <a:lnTo>
                    <a:pt x="5715026" y="332603"/>
                  </a:lnTo>
                  <a:lnTo>
                    <a:pt x="5715120" y="332603"/>
                  </a:lnTo>
                  <a:lnTo>
                    <a:pt x="5715966" y="332603"/>
                  </a:lnTo>
                  <a:lnTo>
                    <a:pt x="5716060" y="332603"/>
                  </a:lnTo>
                  <a:lnTo>
                    <a:pt x="5716342" y="332603"/>
                  </a:lnTo>
                  <a:lnTo>
                    <a:pt x="5716436" y="332603"/>
                  </a:lnTo>
                  <a:lnTo>
                    <a:pt x="5716530" y="332603"/>
                  </a:lnTo>
                  <a:lnTo>
                    <a:pt x="5716624" y="332603"/>
                  </a:lnTo>
                  <a:lnTo>
                    <a:pt x="5716718" y="332603"/>
                  </a:lnTo>
                  <a:lnTo>
                    <a:pt x="5717001" y="332603"/>
                  </a:lnTo>
                  <a:lnTo>
                    <a:pt x="5717377" y="332603"/>
                  </a:lnTo>
                  <a:lnTo>
                    <a:pt x="5717565" y="332603"/>
                  </a:lnTo>
                  <a:lnTo>
                    <a:pt x="5717753" y="332603"/>
                  </a:lnTo>
                  <a:lnTo>
                    <a:pt x="5717941" y="332603"/>
                  </a:lnTo>
                  <a:lnTo>
                    <a:pt x="5718035" y="332603"/>
                  </a:lnTo>
                  <a:lnTo>
                    <a:pt x="5718317" y="332603"/>
                  </a:lnTo>
                  <a:lnTo>
                    <a:pt x="5718411" y="332603"/>
                  </a:lnTo>
                  <a:lnTo>
                    <a:pt x="5718505" y="332603"/>
                  </a:lnTo>
                  <a:lnTo>
                    <a:pt x="5718881" y="332603"/>
                  </a:lnTo>
                  <a:lnTo>
                    <a:pt x="5719069" y="327324"/>
                  </a:lnTo>
                  <a:lnTo>
                    <a:pt x="5719163" y="327324"/>
                  </a:lnTo>
                  <a:lnTo>
                    <a:pt x="5719257" y="327324"/>
                  </a:lnTo>
                  <a:lnTo>
                    <a:pt x="5719727" y="327324"/>
                  </a:lnTo>
                  <a:lnTo>
                    <a:pt x="5719821" y="327324"/>
                  </a:lnTo>
                  <a:lnTo>
                    <a:pt x="5720103" y="327324"/>
                  </a:lnTo>
                  <a:lnTo>
                    <a:pt x="5720197" y="327324"/>
                  </a:lnTo>
                  <a:lnTo>
                    <a:pt x="5720292" y="327324"/>
                  </a:lnTo>
                  <a:lnTo>
                    <a:pt x="5720668" y="327324"/>
                  </a:lnTo>
                  <a:lnTo>
                    <a:pt x="5721984" y="327324"/>
                  </a:lnTo>
                  <a:lnTo>
                    <a:pt x="5722266" y="327324"/>
                  </a:lnTo>
                  <a:lnTo>
                    <a:pt x="5722360" y="327324"/>
                  </a:lnTo>
                  <a:lnTo>
                    <a:pt x="5722454" y="327324"/>
                  </a:lnTo>
                  <a:lnTo>
                    <a:pt x="5722736" y="327324"/>
                  </a:lnTo>
                  <a:lnTo>
                    <a:pt x="5722924" y="327324"/>
                  </a:lnTo>
                  <a:lnTo>
                    <a:pt x="5723018" y="327324"/>
                  </a:lnTo>
                  <a:lnTo>
                    <a:pt x="5723206" y="327324"/>
                  </a:lnTo>
                  <a:lnTo>
                    <a:pt x="5723300" y="327324"/>
                  </a:lnTo>
                  <a:lnTo>
                    <a:pt x="5723394" y="327324"/>
                  </a:lnTo>
                  <a:lnTo>
                    <a:pt x="5723676" y="327324"/>
                  </a:lnTo>
                  <a:lnTo>
                    <a:pt x="5724241" y="327324"/>
                  </a:lnTo>
                  <a:lnTo>
                    <a:pt x="5724335" y="327324"/>
                  </a:lnTo>
                  <a:lnTo>
                    <a:pt x="5724429" y="327324"/>
                  </a:lnTo>
                  <a:lnTo>
                    <a:pt x="5724711" y="327324"/>
                  </a:lnTo>
                  <a:lnTo>
                    <a:pt x="5724899" y="327324"/>
                  </a:lnTo>
                  <a:lnTo>
                    <a:pt x="5724993" y="327324"/>
                  </a:lnTo>
                  <a:lnTo>
                    <a:pt x="5725087" y="327324"/>
                  </a:lnTo>
                  <a:lnTo>
                    <a:pt x="5725275" y="327324"/>
                  </a:lnTo>
                  <a:lnTo>
                    <a:pt x="5725463" y="327324"/>
                  </a:lnTo>
                  <a:lnTo>
                    <a:pt x="5725839" y="327324"/>
                  </a:lnTo>
                  <a:lnTo>
                    <a:pt x="5726121" y="327324"/>
                  </a:lnTo>
                  <a:lnTo>
                    <a:pt x="5726309" y="327324"/>
                  </a:lnTo>
                  <a:lnTo>
                    <a:pt x="5726685" y="327324"/>
                  </a:lnTo>
                  <a:lnTo>
                    <a:pt x="5727061" y="327324"/>
                  </a:lnTo>
                  <a:lnTo>
                    <a:pt x="5727343" y="327324"/>
                  </a:lnTo>
                  <a:lnTo>
                    <a:pt x="5727438" y="327324"/>
                  </a:lnTo>
                  <a:lnTo>
                    <a:pt x="5728002" y="327324"/>
                  </a:lnTo>
                  <a:lnTo>
                    <a:pt x="5728284" y="327324"/>
                  </a:lnTo>
                  <a:lnTo>
                    <a:pt x="5728378" y="327324"/>
                  </a:lnTo>
                  <a:lnTo>
                    <a:pt x="5728472" y="327324"/>
                  </a:lnTo>
                  <a:lnTo>
                    <a:pt x="5728566" y="327324"/>
                  </a:lnTo>
                  <a:lnTo>
                    <a:pt x="5728754" y="327324"/>
                  </a:lnTo>
                  <a:lnTo>
                    <a:pt x="5729224" y="327324"/>
                  </a:lnTo>
                  <a:lnTo>
                    <a:pt x="5729412" y="327324"/>
                  </a:lnTo>
                  <a:lnTo>
                    <a:pt x="5729788" y="327324"/>
                  </a:lnTo>
                  <a:lnTo>
                    <a:pt x="5730070" y="327324"/>
                  </a:lnTo>
                  <a:lnTo>
                    <a:pt x="5730258" y="327324"/>
                  </a:lnTo>
                  <a:lnTo>
                    <a:pt x="5730352" y="327324"/>
                  </a:lnTo>
                  <a:lnTo>
                    <a:pt x="5730446" y="327324"/>
                  </a:lnTo>
                  <a:lnTo>
                    <a:pt x="5730540" y="327324"/>
                  </a:lnTo>
                  <a:lnTo>
                    <a:pt x="5730634" y="327324"/>
                  </a:lnTo>
                  <a:lnTo>
                    <a:pt x="5730728" y="327324"/>
                  </a:lnTo>
                  <a:lnTo>
                    <a:pt x="5730917" y="327324"/>
                  </a:lnTo>
                  <a:lnTo>
                    <a:pt x="5732045" y="327324"/>
                  </a:lnTo>
                  <a:lnTo>
                    <a:pt x="5732139" y="327324"/>
                  </a:lnTo>
                  <a:lnTo>
                    <a:pt x="5732421" y="327324"/>
                  </a:lnTo>
                  <a:lnTo>
                    <a:pt x="5732515" y="327324"/>
                  </a:lnTo>
                  <a:lnTo>
                    <a:pt x="5732609" y="327324"/>
                  </a:lnTo>
                  <a:lnTo>
                    <a:pt x="5732891" y="327324"/>
                  </a:lnTo>
                  <a:lnTo>
                    <a:pt x="5732985" y="327324"/>
                  </a:lnTo>
                  <a:lnTo>
                    <a:pt x="5733455" y="322044"/>
                  </a:lnTo>
                  <a:lnTo>
                    <a:pt x="5733549" y="322044"/>
                  </a:lnTo>
                  <a:lnTo>
                    <a:pt x="5733643" y="322044"/>
                  </a:lnTo>
                  <a:lnTo>
                    <a:pt x="5733831" y="322044"/>
                  </a:lnTo>
                  <a:lnTo>
                    <a:pt x="5734019" y="322044"/>
                  </a:lnTo>
                  <a:lnTo>
                    <a:pt x="5734113" y="322044"/>
                  </a:lnTo>
                  <a:lnTo>
                    <a:pt x="5734584" y="322044"/>
                  </a:lnTo>
                  <a:lnTo>
                    <a:pt x="5734866" y="322044"/>
                  </a:lnTo>
                  <a:lnTo>
                    <a:pt x="5735054" y="322044"/>
                  </a:lnTo>
                  <a:lnTo>
                    <a:pt x="5735242" y="322044"/>
                  </a:lnTo>
                  <a:lnTo>
                    <a:pt x="5735336" y="322044"/>
                  </a:lnTo>
                  <a:lnTo>
                    <a:pt x="5735900" y="322044"/>
                  </a:lnTo>
                  <a:lnTo>
                    <a:pt x="5736276" y="322044"/>
                  </a:lnTo>
                  <a:lnTo>
                    <a:pt x="5736746" y="322044"/>
                  </a:lnTo>
                  <a:lnTo>
                    <a:pt x="5736934" y="322044"/>
                  </a:lnTo>
                  <a:lnTo>
                    <a:pt x="5737216" y="322044"/>
                  </a:lnTo>
                  <a:lnTo>
                    <a:pt x="5737310" y="322044"/>
                  </a:lnTo>
                  <a:lnTo>
                    <a:pt x="5737404" y="322044"/>
                  </a:lnTo>
                  <a:lnTo>
                    <a:pt x="5737498" y="322044"/>
                  </a:lnTo>
                  <a:lnTo>
                    <a:pt x="5737780" y="322044"/>
                  </a:lnTo>
                  <a:lnTo>
                    <a:pt x="5737874" y="322044"/>
                  </a:lnTo>
                  <a:lnTo>
                    <a:pt x="5737968" y="322044"/>
                  </a:lnTo>
                  <a:lnTo>
                    <a:pt x="5738157" y="322044"/>
                  </a:lnTo>
                  <a:lnTo>
                    <a:pt x="5738251" y="322044"/>
                  </a:lnTo>
                  <a:lnTo>
                    <a:pt x="5738345" y="322044"/>
                  </a:lnTo>
                  <a:lnTo>
                    <a:pt x="5738439" y="322044"/>
                  </a:lnTo>
                  <a:lnTo>
                    <a:pt x="5738721" y="322044"/>
                  </a:lnTo>
                  <a:lnTo>
                    <a:pt x="5738909" y="322044"/>
                  </a:lnTo>
                  <a:lnTo>
                    <a:pt x="5739003" y="322044"/>
                  </a:lnTo>
                  <a:lnTo>
                    <a:pt x="5739191" y="322044"/>
                  </a:lnTo>
                  <a:lnTo>
                    <a:pt x="5739379" y="322044"/>
                  </a:lnTo>
                  <a:lnTo>
                    <a:pt x="5739473" y="322044"/>
                  </a:lnTo>
                  <a:lnTo>
                    <a:pt x="5739567" y="322044"/>
                  </a:lnTo>
                  <a:lnTo>
                    <a:pt x="5739755" y="322044"/>
                  </a:lnTo>
                  <a:lnTo>
                    <a:pt x="5739849" y="322044"/>
                  </a:lnTo>
                  <a:lnTo>
                    <a:pt x="5742294" y="322044"/>
                  </a:lnTo>
                  <a:lnTo>
                    <a:pt x="5742482" y="316765"/>
                  </a:lnTo>
                  <a:lnTo>
                    <a:pt x="5742670" y="316765"/>
                  </a:lnTo>
                  <a:lnTo>
                    <a:pt x="5743046" y="316765"/>
                  </a:lnTo>
                  <a:lnTo>
                    <a:pt x="5743140" y="316765"/>
                  </a:lnTo>
                  <a:lnTo>
                    <a:pt x="5743234" y="316765"/>
                  </a:lnTo>
                  <a:lnTo>
                    <a:pt x="5743328" y="311485"/>
                  </a:lnTo>
                  <a:lnTo>
                    <a:pt x="5743422" y="311485"/>
                  </a:lnTo>
                  <a:lnTo>
                    <a:pt x="5743516" y="311485"/>
                  </a:lnTo>
                  <a:lnTo>
                    <a:pt x="5743986" y="311485"/>
                  </a:lnTo>
                  <a:lnTo>
                    <a:pt x="5744080" y="311485"/>
                  </a:lnTo>
                  <a:lnTo>
                    <a:pt x="5744174" y="311485"/>
                  </a:lnTo>
                  <a:lnTo>
                    <a:pt x="5744362" y="311485"/>
                  </a:lnTo>
                  <a:lnTo>
                    <a:pt x="5744550" y="311485"/>
                  </a:lnTo>
                  <a:lnTo>
                    <a:pt x="5744644" y="311485"/>
                  </a:lnTo>
                  <a:lnTo>
                    <a:pt x="5744926" y="311485"/>
                  </a:lnTo>
                  <a:lnTo>
                    <a:pt x="5745020" y="311485"/>
                  </a:lnTo>
                  <a:lnTo>
                    <a:pt x="5745303" y="311485"/>
                  </a:lnTo>
                  <a:lnTo>
                    <a:pt x="5745397" y="311485"/>
                  </a:lnTo>
                  <a:lnTo>
                    <a:pt x="5745491" y="311485"/>
                  </a:lnTo>
                  <a:lnTo>
                    <a:pt x="5745773" y="311485"/>
                  </a:lnTo>
                  <a:lnTo>
                    <a:pt x="5746337" y="311485"/>
                  </a:lnTo>
                  <a:lnTo>
                    <a:pt x="5746431" y="311485"/>
                  </a:lnTo>
                  <a:lnTo>
                    <a:pt x="5746525" y="311485"/>
                  </a:lnTo>
                  <a:lnTo>
                    <a:pt x="5746619" y="311485"/>
                  </a:lnTo>
                  <a:lnTo>
                    <a:pt x="5746713" y="311485"/>
                  </a:lnTo>
                  <a:lnTo>
                    <a:pt x="5746901" y="311485"/>
                  </a:lnTo>
                  <a:lnTo>
                    <a:pt x="5746995" y="311485"/>
                  </a:lnTo>
                  <a:lnTo>
                    <a:pt x="5747183" y="311485"/>
                  </a:lnTo>
                  <a:lnTo>
                    <a:pt x="5747371" y="311485"/>
                  </a:lnTo>
                  <a:lnTo>
                    <a:pt x="5747559" y="311485"/>
                  </a:lnTo>
                  <a:lnTo>
                    <a:pt x="5748123" y="311485"/>
                  </a:lnTo>
                  <a:lnTo>
                    <a:pt x="5748311" y="311485"/>
                  </a:lnTo>
                  <a:lnTo>
                    <a:pt x="5748405" y="311485"/>
                  </a:lnTo>
                  <a:lnTo>
                    <a:pt x="5748593" y="311485"/>
                  </a:lnTo>
                  <a:lnTo>
                    <a:pt x="5748688" y="311485"/>
                  </a:lnTo>
                  <a:lnTo>
                    <a:pt x="5749158" y="311485"/>
                  </a:lnTo>
                  <a:lnTo>
                    <a:pt x="5749440" y="311485"/>
                  </a:lnTo>
                  <a:lnTo>
                    <a:pt x="5749910" y="311485"/>
                  </a:lnTo>
                  <a:lnTo>
                    <a:pt x="5750192" y="311485"/>
                  </a:lnTo>
                  <a:lnTo>
                    <a:pt x="5750662" y="306206"/>
                  </a:lnTo>
                  <a:lnTo>
                    <a:pt x="5750756" y="306206"/>
                  </a:lnTo>
                  <a:lnTo>
                    <a:pt x="5751414" y="306206"/>
                  </a:lnTo>
                  <a:lnTo>
                    <a:pt x="5751884" y="306206"/>
                  </a:lnTo>
                  <a:lnTo>
                    <a:pt x="5752072" y="306206"/>
                  </a:lnTo>
                  <a:lnTo>
                    <a:pt x="5752261" y="306206"/>
                  </a:lnTo>
                  <a:lnTo>
                    <a:pt x="5752355" y="306206"/>
                  </a:lnTo>
                  <a:lnTo>
                    <a:pt x="5752543" y="306206"/>
                  </a:lnTo>
                  <a:lnTo>
                    <a:pt x="5752637" y="306206"/>
                  </a:lnTo>
                  <a:lnTo>
                    <a:pt x="5752731" y="306206"/>
                  </a:lnTo>
                  <a:lnTo>
                    <a:pt x="5753107" y="306206"/>
                  </a:lnTo>
                  <a:lnTo>
                    <a:pt x="5753201" y="306206"/>
                  </a:lnTo>
                  <a:lnTo>
                    <a:pt x="5753295" y="306206"/>
                  </a:lnTo>
                  <a:lnTo>
                    <a:pt x="5753483" y="306206"/>
                  </a:lnTo>
                  <a:lnTo>
                    <a:pt x="5753577" y="306206"/>
                  </a:lnTo>
                  <a:lnTo>
                    <a:pt x="5753671" y="306206"/>
                  </a:lnTo>
                  <a:lnTo>
                    <a:pt x="5753765" y="306206"/>
                  </a:lnTo>
                  <a:lnTo>
                    <a:pt x="5753859" y="306206"/>
                  </a:lnTo>
                  <a:lnTo>
                    <a:pt x="5753953" y="306206"/>
                  </a:lnTo>
                  <a:lnTo>
                    <a:pt x="5754047" y="306206"/>
                  </a:lnTo>
                  <a:lnTo>
                    <a:pt x="5754329" y="306206"/>
                  </a:lnTo>
                  <a:lnTo>
                    <a:pt x="5754611" y="306206"/>
                  </a:lnTo>
                  <a:lnTo>
                    <a:pt x="5755269" y="306206"/>
                  </a:lnTo>
                  <a:lnTo>
                    <a:pt x="5755457" y="306206"/>
                  </a:lnTo>
                  <a:lnTo>
                    <a:pt x="5755551" y="306206"/>
                  </a:lnTo>
                  <a:lnTo>
                    <a:pt x="5755834" y="306206"/>
                  </a:lnTo>
                  <a:lnTo>
                    <a:pt x="5755928" y="306206"/>
                  </a:lnTo>
                  <a:lnTo>
                    <a:pt x="5756022" y="306206"/>
                  </a:lnTo>
                  <a:lnTo>
                    <a:pt x="5756116" y="306206"/>
                  </a:lnTo>
                  <a:lnTo>
                    <a:pt x="5756774" y="306206"/>
                  </a:lnTo>
                  <a:lnTo>
                    <a:pt x="5756868" y="306206"/>
                  </a:lnTo>
                  <a:lnTo>
                    <a:pt x="5756962" y="306206"/>
                  </a:lnTo>
                  <a:lnTo>
                    <a:pt x="5757056" y="306206"/>
                  </a:lnTo>
                  <a:lnTo>
                    <a:pt x="5757338" y="306206"/>
                  </a:lnTo>
                  <a:lnTo>
                    <a:pt x="5757526" y="306206"/>
                  </a:lnTo>
                  <a:lnTo>
                    <a:pt x="5757902" y="306206"/>
                  </a:lnTo>
                  <a:lnTo>
                    <a:pt x="5758090" y="306206"/>
                  </a:lnTo>
                  <a:lnTo>
                    <a:pt x="5758278" y="306206"/>
                  </a:lnTo>
                  <a:lnTo>
                    <a:pt x="5758560" y="306206"/>
                  </a:lnTo>
                  <a:lnTo>
                    <a:pt x="5758654" y="306206"/>
                  </a:lnTo>
                  <a:lnTo>
                    <a:pt x="5759030" y="306206"/>
                  </a:lnTo>
                  <a:lnTo>
                    <a:pt x="5759218" y="306206"/>
                  </a:lnTo>
                  <a:lnTo>
                    <a:pt x="5759313" y="306206"/>
                  </a:lnTo>
                  <a:lnTo>
                    <a:pt x="5759501" y="306206"/>
                  </a:lnTo>
                  <a:lnTo>
                    <a:pt x="5759689" y="306206"/>
                  </a:lnTo>
                  <a:lnTo>
                    <a:pt x="5759877" y="306206"/>
                  </a:lnTo>
                  <a:lnTo>
                    <a:pt x="5760065" y="306206"/>
                  </a:lnTo>
                  <a:lnTo>
                    <a:pt x="5760441" y="306206"/>
                  </a:lnTo>
                  <a:lnTo>
                    <a:pt x="5760535" y="306206"/>
                  </a:lnTo>
                  <a:lnTo>
                    <a:pt x="5760629" y="306206"/>
                  </a:lnTo>
                  <a:lnTo>
                    <a:pt x="5760723" y="306206"/>
                  </a:lnTo>
                  <a:lnTo>
                    <a:pt x="5760911" y="306206"/>
                  </a:lnTo>
                  <a:lnTo>
                    <a:pt x="5761005" y="306206"/>
                  </a:lnTo>
                  <a:lnTo>
                    <a:pt x="5761475" y="306206"/>
                  </a:lnTo>
                  <a:lnTo>
                    <a:pt x="5761569" y="306206"/>
                  </a:lnTo>
                  <a:lnTo>
                    <a:pt x="5761945" y="306206"/>
                  </a:lnTo>
                  <a:lnTo>
                    <a:pt x="5762039" y="306206"/>
                  </a:lnTo>
                  <a:lnTo>
                    <a:pt x="5762227" y="306206"/>
                  </a:lnTo>
                  <a:lnTo>
                    <a:pt x="5762415" y="306206"/>
                  </a:lnTo>
                  <a:lnTo>
                    <a:pt x="5762509" y="306206"/>
                  </a:lnTo>
                  <a:lnTo>
                    <a:pt x="5762791" y="306206"/>
                  </a:lnTo>
                  <a:lnTo>
                    <a:pt x="5763168" y="306206"/>
                  </a:lnTo>
                  <a:lnTo>
                    <a:pt x="5764108" y="306206"/>
                  </a:lnTo>
                  <a:lnTo>
                    <a:pt x="5764202" y="306206"/>
                  </a:lnTo>
                  <a:lnTo>
                    <a:pt x="5764390" y="306206"/>
                  </a:lnTo>
                  <a:lnTo>
                    <a:pt x="5764578" y="306206"/>
                  </a:lnTo>
                  <a:lnTo>
                    <a:pt x="5764672" y="306206"/>
                  </a:lnTo>
                  <a:lnTo>
                    <a:pt x="5764860" y="306206"/>
                  </a:lnTo>
                  <a:lnTo>
                    <a:pt x="5765048" y="306206"/>
                  </a:lnTo>
                  <a:lnTo>
                    <a:pt x="5765236" y="306206"/>
                  </a:lnTo>
                  <a:lnTo>
                    <a:pt x="5765330" y="306206"/>
                  </a:lnTo>
                  <a:lnTo>
                    <a:pt x="5765518" y="306206"/>
                  </a:lnTo>
                  <a:lnTo>
                    <a:pt x="5765706" y="306206"/>
                  </a:lnTo>
                  <a:lnTo>
                    <a:pt x="5765894" y="306206"/>
                  </a:lnTo>
                  <a:lnTo>
                    <a:pt x="5766459" y="306206"/>
                  </a:lnTo>
                  <a:lnTo>
                    <a:pt x="5766553" y="306206"/>
                  </a:lnTo>
                  <a:lnTo>
                    <a:pt x="5766647" y="306206"/>
                  </a:lnTo>
                  <a:lnTo>
                    <a:pt x="5767023" y="306206"/>
                  </a:lnTo>
                  <a:lnTo>
                    <a:pt x="5767399" y="306206"/>
                  </a:lnTo>
                  <a:lnTo>
                    <a:pt x="5767493" y="306206"/>
                  </a:lnTo>
                  <a:lnTo>
                    <a:pt x="5767681" y="306206"/>
                  </a:lnTo>
                  <a:lnTo>
                    <a:pt x="5767869" y="306206"/>
                  </a:lnTo>
                  <a:lnTo>
                    <a:pt x="5768527" y="306206"/>
                  </a:lnTo>
                  <a:lnTo>
                    <a:pt x="5768621" y="306206"/>
                  </a:lnTo>
                  <a:lnTo>
                    <a:pt x="5768809" y="306206"/>
                  </a:lnTo>
                  <a:lnTo>
                    <a:pt x="5768903" y="306206"/>
                  </a:lnTo>
                  <a:lnTo>
                    <a:pt x="5769185" y="306206"/>
                  </a:lnTo>
                  <a:lnTo>
                    <a:pt x="5769373" y="306206"/>
                  </a:lnTo>
                  <a:lnTo>
                    <a:pt x="5769467" y="306206"/>
                  </a:lnTo>
                  <a:lnTo>
                    <a:pt x="5769561" y="306206"/>
                  </a:lnTo>
                  <a:lnTo>
                    <a:pt x="5769655" y="306206"/>
                  </a:lnTo>
                  <a:lnTo>
                    <a:pt x="5769749" y="306206"/>
                  </a:lnTo>
                  <a:lnTo>
                    <a:pt x="5769843" y="306206"/>
                  </a:lnTo>
                  <a:lnTo>
                    <a:pt x="5770032" y="306206"/>
                  </a:lnTo>
                  <a:lnTo>
                    <a:pt x="5770126" y="306206"/>
                  </a:lnTo>
                  <a:lnTo>
                    <a:pt x="5770596" y="306206"/>
                  </a:lnTo>
                  <a:lnTo>
                    <a:pt x="5770690" y="306206"/>
                  </a:lnTo>
                  <a:lnTo>
                    <a:pt x="5770972" y="306206"/>
                  </a:lnTo>
                  <a:lnTo>
                    <a:pt x="5771066" y="306206"/>
                  </a:lnTo>
                  <a:lnTo>
                    <a:pt x="5771254" y="306206"/>
                  </a:lnTo>
                  <a:lnTo>
                    <a:pt x="5771348" y="306206"/>
                  </a:lnTo>
                  <a:lnTo>
                    <a:pt x="5771724" y="306206"/>
                  </a:lnTo>
                  <a:lnTo>
                    <a:pt x="5772100" y="306206"/>
                  </a:lnTo>
                  <a:lnTo>
                    <a:pt x="5772476" y="306206"/>
                  </a:lnTo>
                  <a:lnTo>
                    <a:pt x="5772664" y="306206"/>
                  </a:lnTo>
                  <a:lnTo>
                    <a:pt x="5772852" y="306206"/>
                  </a:lnTo>
                  <a:lnTo>
                    <a:pt x="5773511" y="300927"/>
                  </a:lnTo>
                  <a:lnTo>
                    <a:pt x="5773605" y="300927"/>
                  </a:lnTo>
                  <a:lnTo>
                    <a:pt x="5773887" y="300927"/>
                  </a:lnTo>
                  <a:lnTo>
                    <a:pt x="5774075" y="300927"/>
                  </a:lnTo>
                  <a:lnTo>
                    <a:pt x="5774169" y="300927"/>
                  </a:lnTo>
                  <a:lnTo>
                    <a:pt x="5774451" y="300927"/>
                  </a:lnTo>
                  <a:lnTo>
                    <a:pt x="5774545" y="300927"/>
                  </a:lnTo>
                  <a:lnTo>
                    <a:pt x="5774639" y="300927"/>
                  </a:lnTo>
                  <a:lnTo>
                    <a:pt x="5775109" y="300927"/>
                  </a:lnTo>
                  <a:lnTo>
                    <a:pt x="5775203" y="300927"/>
                  </a:lnTo>
                  <a:lnTo>
                    <a:pt x="5775391" y="300927"/>
                  </a:lnTo>
                  <a:lnTo>
                    <a:pt x="5775861" y="300927"/>
                  </a:lnTo>
                  <a:lnTo>
                    <a:pt x="5776049" y="300927"/>
                  </a:lnTo>
                  <a:lnTo>
                    <a:pt x="5776519" y="300927"/>
                  </a:lnTo>
                  <a:lnTo>
                    <a:pt x="5776707" y="300927"/>
                  </a:lnTo>
                  <a:lnTo>
                    <a:pt x="5776801" y="300927"/>
                  </a:lnTo>
                  <a:lnTo>
                    <a:pt x="5777178" y="300927"/>
                  </a:lnTo>
                  <a:lnTo>
                    <a:pt x="5777272" y="300927"/>
                  </a:lnTo>
                  <a:lnTo>
                    <a:pt x="5777554" y="295647"/>
                  </a:lnTo>
                  <a:lnTo>
                    <a:pt x="5777648" y="295647"/>
                  </a:lnTo>
                  <a:lnTo>
                    <a:pt x="5777742" y="295647"/>
                  </a:lnTo>
                  <a:lnTo>
                    <a:pt x="5778118" y="295647"/>
                  </a:lnTo>
                  <a:lnTo>
                    <a:pt x="5778212" y="295647"/>
                  </a:lnTo>
                  <a:lnTo>
                    <a:pt x="5778306" y="295647"/>
                  </a:lnTo>
                  <a:lnTo>
                    <a:pt x="5778400" y="295647"/>
                  </a:lnTo>
                  <a:lnTo>
                    <a:pt x="5778870" y="295647"/>
                  </a:lnTo>
                  <a:lnTo>
                    <a:pt x="5779058" y="295647"/>
                  </a:lnTo>
                  <a:lnTo>
                    <a:pt x="5779152" y="295647"/>
                  </a:lnTo>
                  <a:lnTo>
                    <a:pt x="5779340" y="295647"/>
                  </a:lnTo>
                  <a:lnTo>
                    <a:pt x="5779528" y="295647"/>
                  </a:lnTo>
                  <a:lnTo>
                    <a:pt x="5779716" y="295647"/>
                  </a:lnTo>
                  <a:lnTo>
                    <a:pt x="5780092" y="295647"/>
                  </a:lnTo>
                  <a:lnTo>
                    <a:pt x="5780468" y="295647"/>
                  </a:lnTo>
                  <a:lnTo>
                    <a:pt x="5780751" y="295647"/>
                  </a:lnTo>
                  <a:lnTo>
                    <a:pt x="5781033" y="295647"/>
                  </a:lnTo>
                  <a:lnTo>
                    <a:pt x="5781127" y="295647"/>
                  </a:lnTo>
                  <a:lnTo>
                    <a:pt x="5781597" y="295647"/>
                  </a:lnTo>
                  <a:lnTo>
                    <a:pt x="5781785" y="295647"/>
                  </a:lnTo>
                  <a:lnTo>
                    <a:pt x="5781879" y="295647"/>
                  </a:lnTo>
                  <a:lnTo>
                    <a:pt x="5781973" y="295647"/>
                  </a:lnTo>
                  <a:lnTo>
                    <a:pt x="5782161" y="295647"/>
                  </a:lnTo>
                  <a:lnTo>
                    <a:pt x="5782255" y="295647"/>
                  </a:lnTo>
                  <a:lnTo>
                    <a:pt x="5782349" y="295647"/>
                  </a:lnTo>
                  <a:lnTo>
                    <a:pt x="5782443" y="295647"/>
                  </a:lnTo>
                  <a:lnTo>
                    <a:pt x="5782537" y="295647"/>
                  </a:lnTo>
                  <a:lnTo>
                    <a:pt x="5782725" y="295647"/>
                  </a:lnTo>
                  <a:lnTo>
                    <a:pt x="5783007" y="295647"/>
                  </a:lnTo>
                  <a:lnTo>
                    <a:pt x="5783571" y="295647"/>
                  </a:lnTo>
                  <a:lnTo>
                    <a:pt x="5783947" y="295647"/>
                  </a:lnTo>
                  <a:lnTo>
                    <a:pt x="5784136" y="295647"/>
                  </a:lnTo>
                  <a:lnTo>
                    <a:pt x="5784418" y="295647"/>
                  </a:lnTo>
                  <a:lnTo>
                    <a:pt x="5784888" y="295647"/>
                  </a:lnTo>
                  <a:lnTo>
                    <a:pt x="5785264" y="295647"/>
                  </a:lnTo>
                  <a:lnTo>
                    <a:pt x="5786016" y="295647"/>
                  </a:lnTo>
                  <a:lnTo>
                    <a:pt x="5786580" y="295647"/>
                  </a:lnTo>
                  <a:lnTo>
                    <a:pt x="5786862" y="295647"/>
                  </a:lnTo>
                  <a:lnTo>
                    <a:pt x="5787144" y="295647"/>
                  </a:lnTo>
                  <a:lnTo>
                    <a:pt x="5787332" y="295647"/>
                  </a:lnTo>
                  <a:lnTo>
                    <a:pt x="5787520" y="295647"/>
                  </a:lnTo>
                  <a:lnTo>
                    <a:pt x="5787709" y="295647"/>
                  </a:lnTo>
                  <a:lnTo>
                    <a:pt x="5787803" y="295647"/>
                  </a:lnTo>
                  <a:lnTo>
                    <a:pt x="5787897" y="295647"/>
                  </a:lnTo>
                  <a:lnTo>
                    <a:pt x="5788085" y="295647"/>
                  </a:lnTo>
                  <a:lnTo>
                    <a:pt x="5788179" y="295647"/>
                  </a:lnTo>
                  <a:lnTo>
                    <a:pt x="5788461" y="295647"/>
                  </a:lnTo>
                  <a:lnTo>
                    <a:pt x="5788743" y="295647"/>
                  </a:lnTo>
                  <a:lnTo>
                    <a:pt x="5788837" y="295647"/>
                  </a:lnTo>
                  <a:lnTo>
                    <a:pt x="5789119" y="295647"/>
                  </a:lnTo>
                  <a:lnTo>
                    <a:pt x="5789213" y="295647"/>
                  </a:lnTo>
                  <a:lnTo>
                    <a:pt x="5789307" y="295647"/>
                  </a:lnTo>
                  <a:lnTo>
                    <a:pt x="5789495" y="295647"/>
                  </a:lnTo>
                  <a:lnTo>
                    <a:pt x="5789683" y="295647"/>
                  </a:lnTo>
                  <a:lnTo>
                    <a:pt x="5789777" y="295647"/>
                  </a:lnTo>
                  <a:lnTo>
                    <a:pt x="5792504" y="290368"/>
                  </a:lnTo>
                  <a:lnTo>
                    <a:pt x="5792880" y="290368"/>
                  </a:lnTo>
                  <a:lnTo>
                    <a:pt x="5793256" y="290368"/>
                  </a:lnTo>
                  <a:lnTo>
                    <a:pt x="5793538" y="290368"/>
                  </a:lnTo>
                  <a:lnTo>
                    <a:pt x="5793820" y="290368"/>
                  </a:lnTo>
                  <a:lnTo>
                    <a:pt x="5794102" y="290368"/>
                  </a:lnTo>
                  <a:lnTo>
                    <a:pt x="5794196" y="290368"/>
                  </a:lnTo>
                  <a:lnTo>
                    <a:pt x="5794384" y="290368"/>
                  </a:lnTo>
                  <a:lnTo>
                    <a:pt x="5794666" y="290368"/>
                  </a:lnTo>
                  <a:lnTo>
                    <a:pt x="5794855" y="290368"/>
                  </a:lnTo>
                  <a:lnTo>
                    <a:pt x="5794949" y="290368"/>
                  </a:lnTo>
                  <a:lnTo>
                    <a:pt x="5795043" y="290368"/>
                  </a:lnTo>
                  <a:lnTo>
                    <a:pt x="5795325" y="290368"/>
                  </a:lnTo>
                  <a:lnTo>
                    <a:pt x="5795607" y="290368"/>
                  </a:lnTo>
                  <a:lnTo>
                    <a:pt x="5795795" y="290368"/>
                  </a:lnTo>
                  <a:lnTo>
                    <a:pt x="5795889" y="290368"/>
                  </a:lnTo>
                  <a:lnTo>
                    <a:pt x="5796453" y="290368"/>
                  </a:lnTo>
                  <a:lnTo>
                    <a:pt x="5796547" y="290368"/>
                  </a:lnTo>
                  <a:lnTo>
                    <a:pt x="5796641" y="290368"/>
                  </a:lnTo>
                  <a:lnTo>
                    <a:pt x="5796735" y="290368"/>
                  </a:lnTo>
                  <a:lnTo>
                    <a:pt x="5796829" y="290368"/>
                  </a:lnTo>
                  <a:lnTo>
                    <a:pt x="5796923" y="290368"/>
                  </a:lnTo>
                  <a:lnTo>
                    <a:pt x="5797205" y="290368"/>
                  </a:lnTo>
                  <a:lnTo>
                    <a:pt x="5797581" y="290368"/>
                  </a:lnTo>
                  <a:lnTo>
                    <a:pt x="5797675" y="290368"/>
                  </a:lnTo>
                  <a:lnTo>
                    <a:pt x="5797957" y="290368"/>
                  </a:lnTo>
                  <a:lnTo>
                    <a:pt x="5798145" y="290368"/>
                  </a:lnTo>
                  <a:lnTo>
                    <a:pt x="5798239" y="290368"/>
                  </a:lnTo>
                  <a:lnTo>
                    <a:pt x="5798428" y="290368"/>
                  </a:lnTo>
                  <a:lnTo>
                    <a:pt x="5798522" y="290368"/>
                  </a:lnTo>
                  <a:lnTo>
                    <a:pt x="5798804" y="290368"/>
                  </a:lnTo>
                  <a:lnTo>
                    <a:pt x="5798898" y="290368"/>
                  </a:lnTo>
                  <a:lnTo>
                    <a:pt x="5799086" y="290368"/>
                  </a:lnTo>
                  <a:lnTo>
                    <a:pt x="5799462" y="290368"/>
                  </a:lnTo>
                  <a:lnTo>
                    <a:pt x="5799556" y="290368"/>
                  </a:lnTo>
                  <a:lnTo>
                    <a:pt x="5799650" y="290368"/>
                  </a:lnTo>
                  <a:lnTo>
                    <a:pt x="5799838" y="290368"/>
                  </a:lnTo>
                  <a:lnTo>
                    <a:pt x="5800120" y="290368"/>
                  </a:lnTo>
                  <a:lnTo>
                    <a:pt x="5800308" y="290368"/>
                  </a:lnTo>
                  <a:lnTo>
                    <a:pt x="5800684" y="290368"/>
                  </a:lnTo>
                  <a:lnTo>
                    <a:pt x="5800872" y="290368"/>
                  </a:lnTo>
                  <a:lnTo>
                    <a:pt x="5801248" y="290368"/>
                  </a:lnTo>
                  <a:lnTo>
                    <a:pt x="5801436" y="290368"/>
                  </a:lnTo>
                  <a:lnTo>
                    <a:pt x="5801530" y="290368"/>
                  </a:lnTo>
                  <a:lnTo>
                    <a:pt x="5801624" y="290368"/>
                  </a:lnTo>
                  <a:lnTo>
                    <a:pt x="5801813" y="290368"/>
                  </a:lnTo>
                  <a:lnTo>
                    <a:pt x="5801907" y="290368"/>
                  </a:lnTo>
                  <a:lnTo>
                    <a:pt x="5802001" y="290368"/>
                  </a:lnTo>
                  <a:lnTo>
                    <a:pt x="5802377" y="290368"/>
                  </a:lnTo>
                  <a:lnTo>
                    <a:pt x="5802565" y="290368"/>
                  </a:lnTo>
                  <a:lnTo>
                    <a:pt x="5802847" y="290368"/>
                  </a:lnTo>
                  <a:lnTo>
                    <a:pt x="5802941" y="290368"/>
                  </a:lnTo>
                  <a:lnTo>
                    <a:pt x="5803129" y="290368"/>
                  </a:lnTo>
                  <a:lnTo>
                    <a:pt x="5803223" y="290368"/>
                  </a:lnTo>
                  <a:lnTo>
                    <a:pt x="5803317" y="290368"/>
                  </a:lnTo>
                  <a:lnTo>
                    <a:pt x="5803505" y="290368"/>
                  </a:lnTo>
                  <a:lnTo>
                    <a:pt x="5803693" y="290368"/>
                  </a:lnTo>
                  <a:lnTo>
                    <a:pt x="5803881" y="290368"/>
                  </a:lnTo>
                  <a:lnTo>
                    <a:pt x="5804163" y="290368"/>
                  </a:lnTo>
                  <a:lnTo>
                    <a:pt x="5804257" y="290368"/>
                  </a:lnTo>
                  <a:lnTo>
                    <a:pt x="5804351" y="290368"/>
                  </a:lnTo>
                  <a:lnTo>
                    <a:pt x="5804539" y="290368"/>
                  </a:lnTo>
                  <a:lnTo>
                    <a:pt x="5804633" y="290368"/>
                  </a:lnTo>
                  <a:lnTo>
                    <a:pt x="5804821" y="290368"/>
                  </a:lnTo>
                  <a:lnTo>
                    <a:pt x="5805386" y="290368"/>
                  </a:lnTo>
                  <a:lnTo>
                    <a:pt x="5805574" y="290368"/>
                  </a:lnTo>
                  <a:lnTo>
                    <a:pt x="5805668" y="290368"/>
                  </a:lnTo>
                  <a:lnTo>
                    <a:pt x="5805762" y="290368"/>
                  </a:lnTo>
                  <a:lnTo>
                    <a:pt x="5806514" y="290368"/>
                  </a:lnTo>
                  <a:lnTo>
                    <a:pt x="5806890" y="290368"/>
                  </a:lnTo>
                  <a:lnTo>
                    <a:pt x="5806984" y="290368"/>
                  </a:lnTo>
                  <a:lnTo>
                    <a:pt x="5807172" y="290368"/>
                  </a:lnTo>
                  <a:lnTo>
                    <a:pt x="5807360" y="290368"/>
                  </a:lnTo>
                  <a:lnTo>
                    <a:pt x="5807548" y="290368"/>
                  </a:lnTo>
                  <a:lnTo>
                    <a:pt x="5807924" y="290368"/>
                  </a:lnTo>
                  <a:lnTo>
                    <a:pt x="5808206" y="290368"/>
                  </a:lnTo>
                  <a:lnTo>
                    <a:pt x="5808300" y="290368"/>
                  </a:lnTo>
                  <a:lnTo>
                    <a:pt x="5808488" y="290368"/>
                  </a:lnTo>
                  <a:lnTo>
                    <a:pt x="5808864" y="290368"/>
                  </a:lnTo>
                  <a:lnTo>
                    <a:pt x="5809147" y="290368"/>
                  </a:lnTo>
                  <a:lnTo>
                    <a:pt x="5809241" y="290368"/>
                  </a:lnTo>
                  <a:lnTo>
                    <a:pt x="5809335" y="285088"/>
                  </a:lnTo>
                  <a:lnTo>
                    <a:pt x="5809523" y="285088"/>
                  </a:lnTo>
                  <a:lnTo>
                    <a:pt x="5809617" y="285088"/>
                  </a:lnTo>
                  <a:lnTo>
                    <a:pt x="5809899" y="285088"/>
                  </a:lnTo>
                  <a:lnTo>
                    <a:pt x="5810275" y="285088"/>
                  </a:lnTo>
                  <a:lnTo>
                    <a:pt x="5810839" y="285088"/>
                  </a:lnTo>
                  <a:lnTo>
                    <a:pt x="5810933" y="285088"/>
                  </a:lnTo>
                  <a:lnTo>
                    <a:pt x="5811027" y="285088"/>
                  </a:lnTo>
                  <a:lnTo>
                    <a:pt x="5811121" y="285088"/>
                  </a:lnTo>
                  <a:lnTo>
                    <a:pt x="5811309" y="285088"/>
                  </a:lnTo>
                  <a:lnTo>
                    <a:pt x="5811403" y="285088"/>
                  </a:lnTo>
                  <a:lnTo>
                    <a:pt x="5811497" y="285088"/>
                  </a:lnTo>
                  <a:lnTo>
                    <a:pt x="5811591" y="285088"/>
                  </a:lnTo>
                  <a:lnTo>
                    <a:pt x="5812061" y="285088"/>
                  </a:lnTo>
                  <a:lnTo>
                    <a:pt x="5812155" y="285088"/>
                  </a:lnTo>
                  <a:lnTo>
                    <a:pt x="5812438" y="285088"/>
                  </a:lnTo>
                  <a:lnTo>
                    <a:pt x="5812532" y="285088"/>
                  </a:lnTo>
                  <a:lnTo>
                    <a:pt x="5812626" y="285088"/>
                  </a:lnTo>
                  <a:lnTo>
                    <a:pt x="5812908" y="285088"/>
                  </a:lnTo>
                  <a:lnTo>
                    <a:pt x="5813002" y="285088"/>
                  </a:lnTo>
                  <a:lnTo>
                    <a:pt x="5813096" y="285088"/>
                  </a:lnTo>
                  <a:lnTo>
                    <a:pt x="5813284" y="285088"/>
                  </a:lnTo>
                  <a:lnTo>
                    <a:pt x="5813566" y="285088"/>
                  </a:lnTo>
                  <a:lnTo>
                    <a:pt x="5813754" y="285088"/>
                  </a:lnTo>
                  <a:lnTo>
                    <a:pt x="5814036" y="285088"/>
                  </a:lnTo>
                  <a:lnTo>
                    <a:pt x="5814600" y="285088"/>
                  </a:lnTo>
                  <a:lnTo>
                    <a:pt x="5814694" y="285088"/>
                  </a:lnTo>
                  <a:lnTo>
                    <a:pt x="5814976" y="285088"/>
                  </a:lnTo>
                  <a:lnTo>
                    <a:pt x="5815070" y="285088"/>
                  </a:lnTo>
                  <a:lnTo>
                    <a:pt x="5815164" y="285088"/>
                  </a:lnTo>
                  <a:lnTo>
                    <a:pt x="5815258" y="285088"/>
                  </a:lnTo>
                  <a:lnTo>
                    <a:pt x="5815634" y="285088"/>
                  </a:lnTo>
                  <a:lnTo>
                    <a:pt x="5815728" y="285088"/>
                  </a:lnTo>
                  <a:lnTo>
                    <a:pt x="5815916" y="285088"/>
                  </a:lnTo>
                  <a:lnTo>
                    <a:pt x="5816105" y="279809"/>
                  </a:lnTo>
                  <a:lnTo>
                    <a:pt x="5816199" y="279809"/>
                  </a:lnTo>
                  <a:lnTo>
                    <a:pt x="5816669" y="279809"/>
                  </a:lnTo>
                  <a:lnTo>
                    <a:pt x="5816857" y="279809"/>
                  </a:lnTo>
                  <a:lnTo>
                    <a:pt x="5817045" y="279809"/>
                  </a:lnTo>
                  <a:lnTo>
                    <a:pt x="5817139" y="279809"/>
                  </a:lnTo>
                  <a:lnTo>
                    <a:pt x="5817233" y="279809"/>
                  </a:lnTo>
                  <a:lnTo>
                    <a:pt x="5817327" y="279809"/>
                  </a:lnTo>
                  <a:lnTo>
                    <a:pt x="5818361" y="279809"/>
                  </a:lnTo>
                  <a:lnTo>
                    <a:pt x="5818549" y="279809"/>
                  </a:lnTo>
                  <a:lnTo>
                    <a:pt x="5818643" y="279809"/>
                  </a:lnTo>
                  <a:lnTo>
                    <a:pt x="5818737" y="279809"/>
                  </a:lnTo>
                  <a:lnTo>
                    <a:pt x="5819113" y="279809"/>
                  </a:lnTo>
                  <a:lnTo>
                    <a:pt x="5819395" y="279809"/>
                  </a:lnTo>
                  <a:lnTo>
                    <a:pt x="5819489" y="279809"/>
                  </a:lnTo>
                  <a:lnTo>
                    <a:pt x="5819584" y="279809"/>
                  </a:lnTo>
                  <a:lnTo>
                    <a:pt x="5819678" y="279809"/>
                  </a:lnTo>
                  <a:lnTo>
                    <a:pt x="5819866" y="279809"/>
                  </a:lnTo>
                  <a:lnTo>
                    <a:pt x="5820148" y="279809"/>
                  </a:lnTo>
                  <a:lnTo>
                    <a:pt x="5820336" y="279809"/>
                  </a:lnTo>
                  <a:lnTo>
                    <a:pt x="5820524" y="279809"/>
                  </a:lnTo>
                  <a:lnTo>
                    <a:pt x="5820712" y="279809"/>
                  </a:lnTo>
                  <a:lnTo>
                    <a:pt x="5820806" y="279809"/>
                  </a:lnTo>
                  <a:lnTo>
                    <a:pt x="5820900" y="279809"/>
                  </a:lnTo>
                  <a:lnTo>
                    <a:pt x="5821934" y="279809"/>
                  </a:lnTo>
                  <a:lnTo>
                    <a:pt x="5822028" y="279809"/>
                  </a:lnTo>
                  <a:lnTo>
                    <a:pt x="5822122" y="279809"/>
                  </a:lnTo>
                  <a:lnTo>
                    <a:pt x="5822216" y="279809"/>
                  </a:lnTo>
                  <a:lnTo>
                    <a:pt x="5822310" y="279809"/>
                  </a:lnTo>
                  <a:lnTo>
                    <a:pt x="5822498" y="279809"/>
                  </a:lnTo>
                  <a:lnTo>
                    <a:pt x="5822686" y="279809"/>
                  </a:lnTo>
                  <a:lnTo>
                    <a:pt x="5822874" y="279809"/>
                  </a:lnTo>
                  <a:lnTo>
                    <a:pt x="5823345" y="279809"/>
                  </a:lnTo>
                  <a:lnTo>
                    <a:pt x="5823439" y="279809"/>
                  </a:lnTo>
                  <a:lnTo>
                    <a:pt x="5823721" y="279809"/>
                  </a:lnTo>
                  <a:lnTo>
                    <a:pt x="5824003" y="279809"/>
                  </a:lnTo>
                  <a:lnTo>
                    <a:pt x="5824097" y="279809"/>
                  </a:lnTo>
                  <a:lnTo>
                    <a:pt x="5824849" y="279809"/>
                  </a:lnTo>
                  <a:lnTo>
                    <a:pt x="5825037" y="279809"/>
                  </a:lnTo>
                  <a:lnTo>
                    <a:pt x="5825131" y="279809"/>
                  </a:lnTo>
                  <a:lnTo>
                    <a:pt x="5825319" y="279809"/>
                  </a:lnTo>
                  <a:lnTo>
                    <a:pt x="5825601" y="279809"/>
                  </a:lnTo>
                  <a:lnTo>
                    <a:pt x="5826071" y="279809"/>
                  </a:lnTo>
                  <a:lnTo>
                    <a:pt x="5826165" y="279809"/>
                  </a:lnTo>
                  <a:lnTo>
                    <a:pt x="5826259" y="279809"/>
                  </a:lnTo>
                  <a:lnTo>
                    <a:pt x="5826353" y="279809"/>
                  </a:lnTo>
                  <a:lnTo>
                    <a:pt x="5826730" y="279809"/>
                  </a:lnTo>
                  <a:lnTo>
                    <a:pt x="5827106" y="279809"/>
                  </a:lnTo>
                  <a:lnTo>
                    <a:pt x="5827200" y="279809"/>
                  </a:lnTo>
                  <a:lnTo>
                    <a:pt x="5827294" y="279809"/>
                  </a:lnTo>
                  <a:lnTo>
                    <a:pt x="5827388" y="279809"/>
                  </a:lnTo>
                  <a:lnTo>
                    <a:pt x="5827388" y="274529"/>
                  </a:lnTo>
                  <a:lnTo>
                    <a:pt x="5827858" y="274529"/>
                  </a:lnTo>
                  <a:lnTo>
                    <a:pt x="5828140" y="274529"/>
                  </a:lnTo>
                  <a:lnTo>
                    <a:pt x="5828234" y="274529"/>
                  </a:lnTo>
                  <a:lnTo>
                    <a:pt x="5828328" y="274529"/>
                  </a:lnTo>
                  <a:lnTo>
                    <a:pt x="5828422" y="274529"/>
                  </a:lnTo>
                  <a:lnTo>
                    <a:pt x="5828516" y="274529"/>
                  </a:lnTo>
                  <a:lnTo>
                    <a:pt x="5828610" y="274529"/>
                  </a:lnTo>
                  <a:lnTo>
                    <a:pt x="5828798" y="274529"/>
                  </a:lnTo>
                  <a:lnTo>
                    <a:pt x="5829550" y="274529"/>
                  </a:lnTo>
                  <a:lnTo>
                    <a:pt x="5829644" y="274529"/>
                  </a:lnTo>
                  <a:lnTo>
                    <a:pt x="5829738" y="274529"/>
                  </a:lnTo>
                  <a:lnTo>
                    <a:pt x="5830114" y="274529"/>
                  </a:lnTo>
                  <a:lnTo>
                    <a:pt x="5830303" y="274529"/>
                  </a:lnTo>
                  <a:lnTo>
                    <a:pt x="5830397" y="274529"/>
                  </a:lnTo>
                  <a:lnTo>
                    <a:pt x="5830867" y="274529"/>
                  </a:lnTo>
                  <a:lnTo>
                    <a:pt x="5830961" y="274529"/>
                  </a:lnTo>
                  <a:lnTo>
                    <a:pt x="5831431" y="274529"/>
                  </a:lnTo>
                  <a:lnTo>
                    <a:pt x="5831619" y="274529"/>
                  </a:lnTo>
                  <a:lnTo>
                    <a:pt x="5831807" y="274529"/>
                  </a:lnTo>
                  <a:lnTo>
                    <a:pt x="5831901" y="274529"/>
                  </a:lnTo>
                  <a:lnTo>
                    <a:pt x="5832183" y="274529"/>
                  </a:lnTo>
                  <a:lnTo>
                    <a:pt x="5832277" y="274529"/>
                  </a:lnTo>
                  <a:lnTo>
                    <a:pt x="5832559" y="274529"/>
                  </a:lnTo>
                  <a:lnTo>
                    <a:pt x="5832653" y="274529"/>
                  </a:lnTo>
                  <a:lnTo>
                    <a:pt x="5832747" y="274529"/>
                  </a:lnTo>
                  <a:lnTo>
                    <a:pt x="5833593" y="274529"/>
                  </a:lnTo>
                  <a:lnTo>
                    <a:pt x="5833687" y="274529"/>
                  </a:lnTo>
                  <a:lnTo>
                    <a:pt x="5833782" y="274529"/>
                  </a:lnTo>
                  <a:lnTo>
                    <a:pt x="5833876" y="274529"/>
                  </a:lnTo>
                  <a:lnTo>
                    <a:pt x="5833970" y="274529"/>
                  </a:lnTo>
                  <a:lnTo>
                    <a:pt x="5834346" y="274529"/>
                  </a:lnTo>
                  <a:lnTo>
                    <a:pt x="5834440" y="274529"/>
                  </a:lnTo>
                  <a:lnTo>
                    <a:pt x="5834628" y="274529"/>
                  </a:lnTo>
                  <a:lnTo>
                    <a:pt x="5834722" y="274529"/>
                  </a:lnTo>
                  <a:lnTo>
                    <a:pt x="5834910" y="274529"/>
                  </a:lnTo>
                  <a:lnTo>
                    <a:pt x="5835380" y="274529"/>
                  </a:lnTo>
                  <a:lnTo>
                    <a:pt x="5835756" y="274529"/>
                  </a:lnTo>
                  <a:lnTo>
                    <a:pt x="5835850" y="274529"/>
                  </a:lnTo>
                  <a:lnTo>
                    <a:pt x="5836320" y="274529"/>
                  </a:lnTo>
                  <a:lnTo>
                    <a:pt x="5836414" y="274529"/>
                  </a:lnTo>
                  <a:lnTo>
                    <a:pt x="5836696" y="274529"/>
                  </a:lnTo>
                  <a:lnTo>
                    <a:pt x="5836884" y="274529"/>
                  </a:lnTo>
                  <a:lnTo>
                    <a:pt x="5836978" y="274529"/>
                  </a:lnTo>
                  <a:lnTo>
                    <a:pt x="5837072" y="274529"/>
                  </a:lnTo>
                  <a:lnTo>
                    <a:pt x="5837166" y="274529"/>
                  </a:lnTo>
                  <a:lnTo>
                    <a:pt x="5837261" y="274529"/>
                  </a:lnTo>
                  <a:lnTo>
                    <a:pt x="5837449" y="274529"/>
                  </a:lnTo>
                  <a:lnTo>
                    <a:pt x="5837637" y="274529"/>
                  </a:lnTo>
                  <a:lnTo>
                    <a:pt x="5837825" y="274529"/>
                  </a:lnTo>
                  <a:lnTo>
                    <a:pt x="5837919" y="274529"/>
                  </a:lnTo>
                  <a:lnTo>
                    <a:pt x="5838013" y="274529"/>
                  </a:lnTo>
                  <a:lnTo>
                    <a:pt x="5838295" y="274529"/>
                  </a:lnTo>
                  <a:lnTo>
                    <a:pt x="5838389" y="274529"/>
                  </a:lnTo>
                  <a:lnTo>
                    <a:pt x="5838859" y="274529"/>
                  </a:lnTo>
                  <a:lnTo>
                    <a:pt x="5839141" y="274529"/>
                  </a:lnTo>
                  <a:lnTo>
                    <a:pt x="5839987" y="274529"/>
                  </a:lnTo>
                  <a:lnTo>
                    <a:pt x="5840081" y="274529"/>
                  </a:lnTo>
                  <a:lnTo>
                    <a:pt x="5840457" y="274529"/>
                  </a:lnTo>
                  <a:lnTo>
                    <a:pt x="5840834" y="274529"/>
                  </a:lnTo>
                  <a:lnTo>
                    <a:pt x="5841116" y="274529"/>
                  </a:lnTo>
                  <a:lnTo>
                    <a:pt x="5841210" y="274529"/>
                  </a:lnTo>
                  <a:lnTo>
                    <a:pt x="5841304" y="274529"/>
                  </a:lnTo>
                  <a:lnTo>
                    <a:pt x="5841492" y="274529"/>
                  </a:lnTo>
                  <a:lnTo>
                    <a:pt x="5841586" y="274529"/>
                  </a:lnTo>
                  <a:lnTo>
                    <a:pt x="5841868" y="274529"/>
                  </a:lnTo>
                  <a:lnTo>
                    <a:pt x="5841962" y="274529"/>
                  </a:lnTo>
                  <a:lnTo>
                    <a:pt x="5842056" y="274529"/>
                  </a:lnTo>
                  <a:lnTo>
                    <a:pt x="5842526" y="274529"/>
                  </a:lnTo>
                  <a:lnTo>
                    <a:pt x="5842714" y="274529"/>
                  </a:lnTo>
                  <a:lnTo>
                    <a:pt x="5843090" y="274529"/>
                  </a:lnTo>
                  <a:lnTo>
                    <a:pt x="5843748" y="274529"/>
                  </a:lnTo>
                  <a:lnTo>
                    <a:pt x="5843842" y="274529"/>
                  </a:lnTo>
                  <a:lnTo>
                    <a:pt x="5843936" y="274529"/>
                  </a:lnTo>
                  <a:lnTo>
                    <a:pt x="5844030" y="274529"/>
                  </a:lnTo>
                  <a:lnTo>
                    <a:pt x="5844407" y="274529"/>
                  </a:lnTo>
                  <a:lnTo>
                    <a:pt x="5844501" y="274529"/>
                  </a:lnTo>
                  <a:lnTo>
                    <a:pt x="5844689" y="274529"/>
                  </a:lnTo>
                  <a:lnTo>
                    <a:pt x="5845065" y="274529"/>
                  </a:lnTo>
                  <a:lnTo>
                    <a:pt x="5845253" y="274529"/>
                  </a:lnTo>
                  <a:lnTo>
                    <a:pt x="5845911" y="274529"/>
                  </a:lnTo>
                  <a:lnTo>
                    <a:pt x="5846005" y="274529"/>
                  </a:lnTo>
                  <a:lnTo>
                    <a:pt x="5846569" y="274529"/>
                  </a:lnTo>
                  <a:lnTo>
                    <a:pt x="5846757" y="274529"/>
                  </a:lnTo>
                  <a:lnTo>
                    <a:pt x="5847039" y="274529"/>
                  </a:lnTo>
                  <a:lnTo>
                    <a:pt x="5847791" y="274529"/>
                  </a:lnTo>
                  <a:lnTo>
                    <a:pt x="5847886" y="274529"/>
                  </a:lnTo>
                  <a:lnTo>
                    <a:pt x="5847980" y="274529"/>
                  </a:lnTo>
                  <a:lnTo>
                    <a:pt x="5848168" y="274529"/>
                  </a:lnTo>
                  <a:lnTo>
                    <a:pt x="5848262" y="274529"/>
                  </a:lnTo>
                  <a:lnTo>
                    <a:pt x="5849014" y="274529"/>
                  </a:lnTo>
                  <a:lnTo>
                    <a:pt x="5849202" y="274529"/>
                  </a:lnTo>
                  <a:lnTo>
                    <a:pt x="5849578" y="274529"/>
                  </a:lnTo>
                  <a:lnTo>
                    <a:pt x="5849672" y="274529"/>
                  </a:lnTo>
                  <a:lnTo>
                    <a:pt x="5849860" y="274529"/>
                  </a:lnTo>
                  <a:lnTo>
                    <a:pt x="5849954" y="274529"/>
                  </a:lnTo>
                  <a:lnTo>
                    <a:pt x="5850048" y="274529"/>
                  </a:lnTo>
                  <a:lnTo>
                    <a:pt x="5850236" y="274529"/>
                  </a:lnTo>
                  <a:lnTo>
                    <a:pt x="5850330" y="274529"/>
                  </a:lnTo>
                  <a:lnTo>
                    <a:pt x="5850424" y="274529"/>
                  </a:lnTo>
                  <a:lnTo>
                    <a:pt x="5850612" y="274529"/>
                  </a:lnTo>
                  <a:lnTo>
                    <a:pt x="5850706" y="274529"/>
                  </a:lnTo>
                  <a:lnTo>
                    <a:pt x="5850894" y="274529"/>
                  </a:lnTo>
                  <a:lnTo>
                    <a:pt x="5851082" y="274529"/>
                  </a:lnTo>
                  <a:lnTo>
                    <a:pt x="5851176" y="274529"/>
                  </a:lnTo>
                  <a:lnTo>
                    <a:pt x="5851459" y="274529"/>
                  </a:lnTo>
                  <a:lnTo>
                    <a:pt x="5852023" y="274529"/>
                  </a:lnTo>
                  <a:lnTo>
                    <a:pt x="5852117" y="274529"/>
                  </a:lnTo>
                  <a:lnTo>
                    <a:pt x="5852305" y="269250"/>
                  </a:lnTo>
                  <a:lnTo>
                    <a:pt x="5852399" y="269250"/>
                  </a:lnTo>
                  <a:lnTo>
                    <a:pt x="5852775" y="269250"/>
                  </a:lnTo>
                  <a:lnTo>
                    <a:pt x="5852869" y="269250"/>
                  </a:lnTo>
                  <a:lnTo>
                    <a:pt x="5853339" y="263971"/>
                  </a:lnTo>
                  <a:lnTo>
                    <a:pt x="5853715" y="263971"/>
                  </a:lnTo>
                  <a:lnTo>
                    <a:pt x="5853809" y="263971"/>
                  </a:lnTo>
                  <a:lnTo>
                    <a:pt x="5853903" y="263971"/>
                  </a:lnTo>
                  <a:lnTo>
                    <a:pt x="5853997" y="263971"/>
                  </a:lnTo>
                  <a:lnTo>
                    <a:pt x="5854185" y="263971"/>
                  </a:lnTo>
                  <a:lnTo>
                    <a:pt x="5854467" y="263971"/>
                  </a:lnTo>
                  <a:lnTo>
                    <a:pt x="5854561" y="263971"/>
                  </a:lnTo>
                  <a:lnTo>
                    <a:pt x="5854655" y="263971"/>
                  </a:lnTo>
                  <a:lnTo>
                    <a:pt x="5854937" y="263971"/>
                  </a:lnTo>
                  <a:lnTo>
                    <a:pt x="5855314" y="263971"/>
                  </a:lnTo>
                  <a:lnTo>
                    <a:pt x="5855596" y="263971"/>
                  </a:lnTo>
                  <a:lnTo>
                    <a:pt x="5855690" y="263971"/>
                  </a:lnTo>
                  <a:lnTo>
                    <a:pt x="5855784" y="263971"/>
                  </a:lnTo>
                  <a:lnTo>
                    <a:pt x="5855878" y="263971"/>
                  </a:lnTo>
                  <a:lnTo>
                    <a:pt x="5855972" y="263971"/>
                  </a:lnTo>
                  <a:lnTo>
                    <a:pt x="5856066" y="263971"/>
                  </a:lnTo>
                  <a:lnTo>
                    <a:pt x="5856254" y="263971"/>
                  </a:lnTo>
                  <a:lnTo>
                    <a:pt x="5856348" y="263971"/>
                  </a:lnTo>
                  <a:lnTo>
                    <a:pt x="5856630" y="263971"/>
                  </a:lnTo>
                  <a:lnTo>
                    <a:pt x="5857100" y="263971"/>
                  </a:lnTo>
                  <a:lnTo>
                    <a:pt x="5857476" y="263971"/>
                  </a:lnTo>
                  <a:lnTo>
                    <a:pt x="5857570" y="263971"/>
                  </a:lnTo>
                  <a:lnTo>
                    <a:pt x="5857664" y="263971"/>
                  </a:lnTo>
                  <a:lnTo>
                    <a:pt x="5857758" y="263971"/>
                  </a:lnTo>
                  <a:lnTo>
                    <a:pt x="5857946" y="263971"/>
                  </a:lnTo>
                  <a:lnTo>
                    <a:pt x="5858040" y="263971"/>
                  </a:lnTo>
                  <a:lnTo>
                    <a:pt x="5858134" y="263971"/>
                  </a:lnTo>
                  <a:lnTo>
                    <a:pt x="5858228" y="263971"/>
                  </a:lnTo>
                  <a:lnTo>
                    <a:pt x="5858322" y="263971"/>
                  </a:lnTo>
                  <a:lnTo>
                    <a:pt x="5858416" y="263971"/>
                  </a:lnTo>
                  <a:lnTo>
                    <a:pt x="5860861" y="258691"/>
                  </a:lnTo>
                  <a:lnTo>
                    <a:pt x="5860955" y="258691"/>
                  </a:lnTo>
                  <a:lnTo>
                    <a:pt x="5861049" y="258691"/>
                  </a:lnTo>
                  <a:lnTo>
                    <a:pt x="5861143" y="258691"/>
                  </a:lnTo>
                  <a:lnTo>
                    <a:pt x="5861237" y="258691"/>
                  </a:lnTo>
                  <a:lnTo>
                    <a:pt x="5861425" y="258691"/>
                  </a:lnTo>
                  <a:lnTo>
                    <a:pt x="5861519" y="258691"/>
                  </a:lnTo>
                  <a:lnTo>
                    <a:pt x="5861707" y="258691"/>
                  </a:lnTo>
                  <a:lnTo>
                    <a:pt x="5861895" y="258691"/>
                  </a:lnTo>
                  <a:lnTo>
                    <a:pt x="5861989" y="258691"/>
                  </a:lnTo>
                  <a:lnTo>
                    <a:pt x="5862084" y="258691"/>
                  </a:lnTo>
                  <a:lnTo>
                    <a:pt x="5862272" y="258691"/>
                  </a:lnTo>
                  <a:lnTo>
                    <a:pt x="5862366" y="258691"/>
                  </a:lnTo>
                  <a:lnTo>
                    <a:pt x="5862648" y="258691"/>
                  </a:lnTo>
                  <a:lnTo>
                    <a:pt x="5863118" y="258691"/>
                  </a:lnTo>
                  <a:lnTo>
                    <a:pt x="5863494" y="258691"/>
                  </a:lnTo>
                  <a:lnTo>
                    <a:pt x="5863776" y="258691"/>
                  </a:lnTo>
                  <a:lnTo>
                    <a:pt x="5863870" y="258691"/>
                  </a:lnTo>
                  <a:lnTo>
                    <a:pt x="5864246" y="258691"/>
                  </a:lnTo>
                  <a:lnTo>
                    <a:pt x="5864716" y="258691"/>
                  </a:lnTo>
                  <a:lnTo>
                    <a:pt x="5865280" y="258691"/>
                  </a:lnTo>
                  <a:lnTo>
                    <a:pt x="5865562" y="258691"/>
                  </a:lnTo>
                  <a:lnTo>
                    <a:pt x="5865845" y="258691"/>
                  </a:lnTo>
                  <a:lnTo>
                    <a:pt x="5866033" y="258691"/>
                  </a:lnTo>
                  <a:lnTo>
                    <a:pt x="5866221" y="258691"/>
                  </a:lnTo>
                  <a:lnTo>
                    <a:pt x="5866315" y="258691"/>
                  </a:lnTo>
                  <a:lnTo>
                    <a:pt x="5866409" y="258691"/>
                  </a:lnTo>
                  <a:lnTo>
                    <a:pt x="5866691" y="258691"/>
                  </a:lnTo>
                  <a:lnTo>
                    <a:pt x="5866785" y="258691"/>
                  </a:lnTo>
                  <a:lnTo>
                    <a:pt x="5866879" y="258691"/>
                  </a:lnTo>
                  <a:lnTo>
                    <a:pt x="5866973" y="258691"/>
                  </a:lnTo>
                  <a:lnTo>
                    <a:pt x="5867255" y="253412"/>
                  </a:lnTo>
                  <a:lnTo>
                    <a:pt x="5867349" y="253412"/>
                  </a:lnTo>
                  <a:lnTo>
                    <a:pt x="5867537" y="253412"/>
                  </a:lnTo>
                  <a:lnTo>
                    <a:pt x="5867631" y="253412"/>
                  </a:lnTo>
                  <a:lnTo>
                    <a:pt x="5868007" y="253412"/>
                  </a:lnTo>
                  <a:lnTo>
                    <a:pt x="5868101" y="253412"/>
                  </a:lnTo>
                  <a:lnTo>
                    <a:pt x="5868195" y="253412"/>
                  </a:lnTo>
                  <a:lnTo>
                    <a:pt x="5868289" y="253412"/>
                  </a:lnTo>
                  <a:lnTo>
                    <a:pt x="5868383" y="253412"/>
                  </a:lnTo>
                  <a:lnTo>
                    <a:pt x="5868571" y="253412"/>
                  </a:lnTo>
                  <a:lnTo>
                    <a:pt x="5868759" y="253412"/>
                  </a:lnTo>
                  <a:lnTo>
                    <a:pt x="5868853" y="253412"/>
                  </a:lnTo>
                  <a:lnTo>
                    <a:pt x="5868947" y="253412"/>
                  </a:lnTo>
                  <a:lnTo>
                    <a:pt x="5869041" y="253412"/>
                  </a:lnTo>
                  <a:lnTo>
                    <a:pt x="5869230" y="253412"/>
                  </a:lnTo>
                  <a:lnTo>
                    <a:pt x="5869324" y="253412"/>
                  </a:lnTo>
                  <a:lnTo>
                    <a:pt x="5869418" y="253412"/>
                  </a:lnTo>
                  <a:lnTo>
                    <a:pt x="5869700" y="253412"/>
                  </a:lnTo>
                  <a:lnTo>
                    <a:pt x="5869888" y="253412"/>
                  </a:lnTo>
                  <a:lnTo>
                    <a:pt x="5869982" y="253412"/>
                  </a:lnTo>
                  <a:lnTo>
                    <a:pt x="5871110" y="253412"/>
                  </a:lnTo>
                  <a:lnTo>
                    <a:pt x="5871298" y="253412"/>
                  </a:lnTo>
                  <a:lnTo>
                    <a:pt x="5871486" y="253412"/>
                  </a:lnTo>
                  <a:lnTo>
                    <a:pt x="5871862" y="253412"/>
                  </a:lnTo>
                  <a:lnTo>
                    <a:pt x="5872426" y="253412"/>
                  </a:lnTo>
                  <a:lnTo>
                    <a:pt x="5872897" y="253412"/>
                  </a:lnTo>
                  <a:lnTo>
                    <a:pt x="5873085" y="253412"/>
                  </a:lnTo>
                  <a:lnTo>
                    <a:pt x="5873367" y="253412"/>
                  </a:lnTo>
                  <a:lnTo>
                    <a:pt x="5873461" y="253412"/>
                  </a:lnTo>
                  <a:lnTo>
                    <a:pt x="5873555" y="253412"/>
                  </a:lnTo>
                  <a:lnTo>
                    <a:pt x="5873837" y="253412"/>
                  </a:lnTo>
                  <a:lnTo>
                    <a:pt x="5873931" y="253412"/>
                  </a:lnTo>
                  <a:lnTo>
                    <a:pt x="5874119" y="253412"/>
                  </a:lnTo>
                  <a:lnTo>
                    <a:pt x="5874307" y="253412"/>
                  </a:lnTo>
                  <a:lnTo>
                    <a:pt x="5874401" y="253412"/>
                  </a:lnTo>
                  <a:lnTo>
                    <a:pt x="5874495" y="253412"/>
                  </a:lnTo>
                  <a:lnTo>
                    <a:pt x="5874589" y="253412"/>
                  </a:lnTo>
                  <a:lnTo>
                    <a:pt x="5875153" y="253412"/>
                  </a:lnTo>
                  <a:lnTo>
                    <a:pt x="5875341" y="253412"/>
                  </a:lnTo>
                  <a:lnTo>
                    <a:pt x="5875341" y="248132"/>
                  </a:lnTo>
                  <a:lnTo>
                    <a:pt x="5875435" y="248132"/>
                  </a:lnTo>
                  <a:lnTo>
                    <a:pt x="5876093" y="248132"/>
                  </a:lnTo>
                  <a:lnTo>
                    <a:pt x="5876187" y="248132"/>
                  </a:lnTo>
                  <a:lnTo>
                    <a:pt x="5876282" y="248132"/>
                  </a:lnTo>
                  <a:lnTo>
                    <a:pt x="5876846" y="248132"/>
                  </a:lnTo>
                  <a:lnTo>
                    <a:pt x="5876940" y="248132"/>
                  </a:lnTo>
                  <a:lnTo>
                    <a:pt x="5877034" y="248132"/>
                  </a:lnTo>
                  <a:lnTo>
                    <a:pt x="5877316" y="248132"/>
                  </a:lnTo>
                  <a:lnTo>
                    <a:pt x="5877410" y="248132"/>
                  </a:lnTo>
                  <a:lnTo>
                    <a:pt x="5877692" y="248132"/>
                  </a:lnTo>
                  <a:lnTo>
                    <a:pt x="5878162" y="248132"/>
                  </a:lnTo>
                  <a:lnTo>
                    <a:pt x="5878256" y="248132"/>
                  </a:lnTo>
                  <a:lnTo>
                    <a:pt x="5878444" y="248132"/>
                  </a:lnTo>
                  <a:lnTo>
                    <a:pt x="5878538" y="248132"/>
                  </a:lnTo>
                  <a:lnTo>
                    <a:pt x="5878726" y="248132"/>
                  </a:lnTo>
                  <a:lnTo>
                    <a:pt x="5879008" y="248132"/>
                  </a:lnTo>
                  <a:lnTo>
                    <a:pt x="5879102" y="248132"/>
                  </a:lnTo>
                  <a:lnTo>
                    <a:pt x="5879290" y="248132"/>
                  </a:lnTo>
                  <a:lnTo>
                    <a:pt x="5879384" y="248132"/>
                  </a:lnTo>
                  <a:lnTo>
                    <a:pt x="5879478" y="248132"/>
                  </a:lnTo>
                  <a:lnTo>
                    <a:pt x="5879760" y="248132"/>
                  </a:lnTo>
                  <a:lnTo>
                    <a:pt x="5879855" y="248132"/>
                  </a:lnTo>
                  <a:lnTo>
                    <a:pt x="5880513" y="248132"/>
                  </a:lnTo>
                  <a:lnTo>
                    <a:pt x="5880607" y="248132"/>
                  </a:lnTo>
                  <a:lnTo>
                    <a:pt x="5880701" y="248132"/>
                  </a:lnTo>
                  <a:lnTo>
                    <a:pt x="5880795" y="248132"/>
                  </a:lnTo>
                  <a:lnTo>
                    <a:pt x="5880983" y="248132"/>
                  </a:lnTo>
                  <a:lnTo>
                    <a:pt x="5881077" y="248132"/>
                  </a:lnTo>
                  <a:lnTo>
                    <a:pt x="5881359" y="248132"/>
                  </a:lnTo>
                  <a:lnTo>
                    <a:pt x="5881453" y="248132"/>
                  </a:lnTo>
                  <a:lnTo>
                    <a:pt x="5881641" y="248132"/>
                  </a:lnTo>
                  <a:lnTo>
                    <a:pt x="5881829" y="248132"/>
                  </a:lnTo>
                  <a:lnTo>
                    <a:pt x="5882111" y="248132"/>
                  </a:lnTo>
                  <a:lnTo>
                    <a:pt x="5882393" y="248132"/>
                  </a:lnTo>
                  <a:lnTo>
                    <a:pt x="5882487" y="248132"/>
                  </a:lnTo>
                  <a:lnTo>
                    <a:pt x="5882675" y="248132"/>
                  </a:lnTo>
                  <a:lnTo>
                    <a:pt x="5882863" y="248132"/>
                  </a:lnTo>
                  <a:lnTo>
                    <a:pt x="5883334" y="248132"/>
                  </a:lnTo>
                  <a:lnTo>
                    <a:pt x="5883710" y="242853"/>
                  </a:lnTo>
                  <a:lnTo>
                    <a:pt x="5883992" y="242853"/>
                  </a:lnTo>
                  <a:lnTo>
                    <a:pt x="5883992" y="237573"/>
                  </a:lnTo>
                  <a:lnTo>
                    <a:pt x="5884274" y="237573"/>
                  </a:lnTo>
                  <a:lnTo>
                    <a:pt x="5884556" y="237573"/>
                  </a:lnTo>
                  <a:lnTo>
                    <a:pt x="5884932" y="237573"/>
                  </a:lnTo>
                  <a:lnTo>
                    <a:pt x="5885496" y="237573"/>
                  </a:lnTo>
                  <a:lnTo>
                    <a:pt x="5885590" y="237573"/>
                  </a:lnTo>
                  <a:lnTo>
                    <a:pt x="5885778" y="237573"/>
                  </a:lnTo>
                  <a:lnTo>
                    <a:pt x="5885872" y="237573"/>
                  </a:lnTo>
                  <a:lnTo>
                    <a:pt x="5886060" y="237573"/>
                  </a:lnTo>
                  <a:lnTo>
                    <a:pt x="5886154" y="237573"/>
                  </a:lnTo>
                  <a:lnTo>
                    <a:pt x="5886248" y="237573"/>
                  </a:lnTo>
                  <a:lnTo>
                    <a:pt x="5886342" y="237573"/>
                  </a:lnTo>
                  <a:lnTo>
                    <a:pt x="5886718" y="237573"/>
                  </a:lnTo>
                  <a:lnTo>
                    <a:pt x="5886907" y="237573"/>
                  </a:lnTo>
                  <a:lnTo>
                    <a:pt x="5887095" y="237573"/>
                  </a:lnTo>
                  <a:lnTo>
                    <a:pt x="5887189" y="237573"/>
                  </a:lnTo>
                  <a:lnTo>
                    <a:pt x="5887753" y="237573"/>
                  </a:lnTo>
                  <a:lnTo>
                    <a:pt x="5888035" y="237573"/>
                  </a:lnTo>
                  <a:lnTo>
                    <a:pt x="5888129" y="237573"/>
                  </a:lnTo>
                  <a:lnTo>
                    <a:pt x="5888223" y="237573"/>
                  </a:lnTo>
                  <a:lnTo>
                    <a:pt x="5888317" y="237573"/>
                  </a:lnTo>
                  <a:lnTo>
                    <a:pt x="5888599" y="237573"/>
                  </a:lnTo>
                  <a:lnTo>
                    <a:pt x="5888693" y="237573"/>
                  </a:lnTo>
                  <a:lnTo>
                    <a:pt x="5888787" y="237573"/>
                  </a:lnTo>
                  <a:lnTo>
                    <a:pt x="5889163" y="237573"/>
                  </a:lnTo>
                  <a:lnTo>
                    <a:pt x="5889445" y="237573"/>
                  </a:lnTo>
                  <a:lnTo>
                    <a:pt x="5889633" y="237573"/>
                  </a:lnTo>
                  <a:lnTo>
                    <a:pt x="5890103" y="237573"/>
                  </a:lnTo>
                  <a:lnTo>
                    <a:pt x="5890197" y="237573"/>
                  </a:lnTo>
                  <a:lnTo>
                    <a:pt x="5890291" y="237573"/>
                  </a:lnTo>
                  <a:lnTo>
                    <a:pt x="5890574" y="237573"/>
                  </a:lnTo>
                  <a:lnTo>
                    <a:pt x="5890762" y="237573"/>
                  </a:lnTo>
                  <a:lnTo>
                    <a:pt x="5891044" y="237573"/>
                  </a:lnTo>
                  <a:lnTo>
                    <a:pt x="5891138" y="237573"/>
                  </a:lnTo>
                  <a:lnTo>
                    <a:pt x="5891232" y="237573"/>
                  </a:lnTo>
                  <a:lnTo>
                    <a:pt x="5891420" y="237573"/>
                  </a:lnTo>
                  <a:lnTo>
                    <a:pt x="5891514" y="237573"/>
                  </a:lnTo>
                  <a:lnTo>
                    <a:pt x="5891796" y="237573"/>
                  </a:lnTo>
                  <a:lnTo>
                    <a:pt x="5891984" y="237573"/>
                  </a:lnTo>
                  <a:lnTo>
                    <a:pt x="5892266" y="237573"/>
                  </a:lnTo>
                  <a:lnTo>
                    <a:pt x="5892360" y="237573"/>
                  </a:lnTo>
                  <a:lnTo>
                    <a:pt x="5892454" y="237573"/>
                  </a:lnTo>
                  <a:lnTo>
                    <a:pt x="5892736" y="237573"/>
                  </a:lnTo>
                  <a:lnTo>
                    <a:pt x="5893018" y="237573"/>
                  </a:lnTo>
                  <a:lnTo>
                    <a:pt x="5893206" y="237573"/>
                  </a:lnTo>
                  <a:lnTo>
                    <a:pt x="5893394" y="237573"/>
                  </a:lnTo>
                  <a:lnTo>
                    <a:pt x="5893488" y="237573"/>
                  </a:lnTo>
                  <a:lnTo>
                    <a:pt x="5893582" y="237573"/>
                  </a:lnTo>
                  <a:lnTo>
                    <a:pt x="5893676" y="237573"/>
                  </a:lnTo>
                  <a:lnTo>
                    <a:pt x="5893770" y="237573"/>
                  </a:lnTo>
                  <a:lnTo>
                    <a:pt x="5893864" y="237573"/>
                  </a:lnTo>
                  <a:lnTo>
                    <a:pt x="5894053" y="237573"/>
                  </a:lnTo>
                  <a:lnTo>
                    <a:pt x="5894617" y="237573"/>
                  </a:lnTo>
                  <a:lnTo>
                    <a:pt x="5894711" y="237573"/>
                  </a:lnTo>
                  <a:lnTo>
                    <a:pt x="5894805" y="237573"/>
                  </a:lnTo>
                  <a:lnTo>
                    <a:pt x="5895087" y="237573"/>
                  </a:lnTo>
                  <a:lnTo>
                    <a:pt x="5895275" y="237573"/>
                  </a:lnTo>
                  <a:lnTo>
                    <a:pt x="5895557" y="237573"/>
                  </a:lnTo>
                  <a:lnTo>
                    <a:pt x="5896027" y="237573"/>
                  </a:lnTo>
                  <a:lnTo>
                    <a:pt x="5896309" y="237573"/>
                  </a:lnTo>
                  <a:lnTo>
                    <a:pt x="5896685" y="237573"/>
                  </a:lnTo>
                  <a:lnTo>
                    <a:pt x="5896779" y="237573"/>
                  </a:lnTo>
                  <a:lnTo>
                    <a:pt x="5896967" y="237573"/>
                  </a:lnTo>
                  <a:lnTo>
                    <a:pt x="5897061" y="237573"/>
                  </a:lnTo>
                  <a:lnTo>
                    <a:pt x="5897343" y="237573"/>
                  </a:lnTo>
                  <a:lnTo>
                    <a:pt x="5897532" y="237573"/>
                  </a:lnTo>
                  <a:lnTo>
                    <a:pt x="5897814" y="237573"/>
                  </a:lnTo>
                  <a:lnTo>
                    <a:pt x="5897908" y="237573"/>
                  </a:lnTo>
                  <a:lnTo>
                    <a:pt x="5898096" y="237573"/>
                  </a:lnTo>
                  <a:lnTo>
                    <a:pt x="5898284" y="237573"/>
                  </a:lnTo>
                  <a:lnTo>
                    <a:pt x="5898378" y="237573"/>
                  </a:lnTo>
                  <a:lnTo>
                    <a:pt x="5898848" y="237573"/>
                  </a:lnTo>
                  <a:lnTo>
                    <a:pt x="5898942" y="237573"/>
                  </a:lnTo>
                  <a:lnTo>
                    <a:pt x="5899318" y="237573"/>
                  </a:lnTo>
                  <a:lnTo>
                    <a:pt x="5899412" y="237573"/>
                  </a:lnTo>
                  <a:lnTo>
                    <a:pt x="5899506" y="237573"/>
                  </a:lnTo>
                  <a:lnTo>
                    <a:pt x="5900070" y="237573"/>
                  </a:lnTo>
                  <a:lnTo>
                    <a:pt x="5900258" y="237573"/>
                  </a:lnTo>
                  <a:lnTo>
                    <a:pt x="5900352" y="237573"/>
                  </a:lnTo>
                  <a:lnTo>
                    <a:pt x="5900540" y="237573"/>
                  </a:lnTo>
                  <a:lnTo>
                    <a:pt x="5900634" y="237573"/>
                  </a:lnTo>
                  <a:lnTo>
                    <a:pt x="5900728" y="237573"/>
                  </a:lnTo>
                  <a:lnTo>
                    <a:pt x="5901010" y="237573"/>
                  </a:lnTo>
                  <a:lnTo>
                    <a:pt x="5901105" y="237573"/>
                  </a:lnTo>
                  <a:lnTo>
                    <a:pt x="5901199" y="237573"/>
                  </a:lnTo>
                  <a:lnTo>
                    <a:pt x="5901293" y="237573"/>
                  </a:lnTo>
                  <a:lnTo>
                    <a:pt x="5901387" y="237573"/>
                  </a:lnTo>
                  <a:lnTo>
                    <a:pt x="5901481" y="237573"/>
                  </a:lnTo>
                  <a:lnTo>
                    <a:pt x="5901763" y="237573"/>
                  </a:lnTo>
                  <a:lnTo>
                    <a:pt x="5901857" y="237573"/>
                  </a:lnTo>
                  <a:lnTo>
                    <a:pt x="5902045" y="237573"/>
                  </a:lnTo>
                  <a:lnTo>
                    <a:pt x="5903079" y="232294"/>
                  </a:lnTo>
                  <a:lnTo>
                    <a:pt x="5903173" y="232294"/>
                  </a:lnTo>
                  <a:lnTo>
                    <a:pt x="5903361" y="232294"/>
                  </a:lnTo>
                  <a:lnTo>
                    <a:pt x="5903925" y="232294"/>
                  </a:lnTo>
                  <a:lnTo>
                    <a:pt x="5904019" y="232294"/>
                  </a:lnTo>
                  <a:lnTo>
                    <a:pt x="5904113" y="232294"/>
                  </a:lnTo>
                  <a:lnTo>
                    <a:pt x="5904207" y="232294"/>
                  </a:lnTo>
                  <a:lnTo>
                    <a:pt x="5904489" y="232294"/>
                  </a:lnTo>
                  <a:lnTo>
                    <a:pt x="5904772" y="232294"/>
                  </a:lnTo>
                  <a:lnTo>
                    <a:pt x="5904866" y="232294"/>
                  </a:lnTo>
                  <a:lnTo>
                    <a:pt x="5904960" y="232294"/>
                  </a:lnTo>
                  <a:lnTo>
                    <a:pt x="5905148" y="232294"/>
                  </a:lnTo>
                  <a:lnTo>
                    <a:pt x="5905336" y="232294"/>
                  </a:lnTo>
                  <a:lnTo>
                    <a:pt x="5905712" y="232294"/>
                  </a:lnTo>
                  <a:lnTo>
                    <a:pt x="5906370" y="232294"/>
                  </a:lnTo>
                  <a:lnTo>
                    <a:pt x="5906464" y="232294"/>
                  </a:lnTo>
                  <a:lnTo>
                    <a:pt x="5906840" y="232294"/>
                  </a:lnTo>
                  <a:lnTo>
                    <a:pt x="5907122" y="232294"/>
                  </a:lnTo>
                  <a:lnTo>
                    <a:pt x="5907216" y="232294"/>
                  </a:lnTo>
                  <a:lnTo>
                    <a:pt x="5907310" y="232294"/>
                  </a:lnTo>
                  <a:lnTo>
                    <a:pt x="5907498" y="232294"/>
                  </a:lnTo>
                  <a:lnTo>
                    <a:pt x="5907592" y="232294"/>
                  </a:lnTo>
                  <a:lnTo>
                    <a:pt x="5907686" y="232294"/>
                  </a:lnTo>
                  <a:lnTo>
                    <a:pt x="5907780" y="232294"/>
                  </a:lnTo>
                  <a:lnTo>
                    <a:pt x="5907874" y="232294"/>
                  </a:lnTo>
                  <a:lnTo>
                    <a:pt x="5908157" y="232294"/>
                  </a:lnTo>
                  <a:lnTo>
                    <a:pt x="5908345" y="232294"/>
                  </a:lnTo>
                  <a:lnTo>
                    <a:pt x="5908439" y="232294"/>
                  </a:lnTo>
                  <a:lnTo>
                    <a:pt x="5908721" y="232294"/>
                  </a:lnTo>
                  <a:lnTo>
                    <a:pt x="5909003" y="232294"/>
                  </a:lnTo>
                  <a:lnTo>
                    <a:pt x="5909097" y="232294"/>
                  </a:lnTo>
                  <a:lnTo>
                    <a:pt x="5909379" y="232294"/>
                  </a:lnTo>
                  <a:lnTo>
                    <a:pt x="5909567" y="232294"/>
                  </a:lnTo>
                  <a:lnTo>
                    <a:pt x="5909661" y="232294"/>
                  </a:lnTo>
                  <a:lnTo>
                    <a:pt x="5909755" y="232294"/>
                  </a:lnTo>
                  <a:lnTo>
                    <a:pt x="5910131" y="232294"/>
                  </a:lnTo>
                  <a:lnTo>
                    <a:pt x="5910789" y="232294"/>
                  </a:lnTo>
                  <a:lnTo>
                    <a:pt x="5910883" y="232294"/>
                  </a:lnTo>
                  <a:lnTo>
                    <a:pt x="5911071" y="232294"/>
                  </a:lnTo>
                  <a:lnTo>
                    <a:pt x="5911165" y="232294"/>
                  </a:lnTo>
                  <a:lnTo>
                    <a:pt x="5911259" y="232294"/>
                  </a:lnTo>
                  <a:lnTo>
                    <a:pt x="5911541" y="232294"/>
                  </a:lnTo>
                  <a:lnTo>
                    <a:pt x="5911824" y="232294"/>
                  </a:lnTo>
                  <a:lnTo>
                    <a:pt x="5911918" y="232294"/>
                  </a:lnTo>
                  <a:lnTo>
                    <a:pt x="5912012" y="232294"/>
                  </a:lnTo>
                  <a:lnTo>
                    <a:pt x="5912482" y="227015"/>
                  </a:lnTo>
                  <a:lnTo>
                    <a:pt x="5912576" y="227015"/>
                  </a:lnTo>
                  <a:lnTo>
                    <a:pt x="5912764" y="227015"/>
                  </a:lnTo>
                  <a:lnTo>
                    <a:pt x="5913046" y="227015"/>
                  </a:lnTo>
                  <a:lnTo>
                    <a:pt x="5913234" y="227015"/>
                  </a:lnTo>
                  <a:lnTo>
                    <a:pt x="5913516" y="227015"/>
                  </a:lnTo>
                  <a:lnTo>
                    <a:pt x="5913892" y="227015"/>
                  </a:lnTo>
                  <a:lnTo>
                    <a:pt x="5913986" y="227015"/>
                  </a:lnTo>
                  <a:lnTo>
                    <a:pt x="5914268" y="227015"/>
                  </a:lnTo>
                  <a:lnTo>
                    <a:pt x="5914550" y="227015"/>
                  </a:lnTo>
                  <a:lnTo>
                    <a:pt x="5914738" y="227015"/>
                  </a:lnTo>
                  <a:lnTo>
                    <a:pt x="5914926" y="227015"/>
                  </a:lnTo>
                  <a:lnTo>
                    <a:pt x="5915020" y="227015"/>
                  </a:lnTo>
                  <a:lnTo>
                    <a:pt x="5915585" y="227015"/>
                  </a:lnTo>
                  <a:lnTo>
                    <a:pt x="5915867" y="227015"/>
                  </a:lnTo>
                  <a:lnTo>
                    <a:pt x="5915961" y="227015"/>
                  </a:lnTo>
                  <a:lnTo>
                    <a:pt x="5916055" y="227015"/>
                  </a:lnTo>
                  <a:lnTo>
                    <a:pt x="5916149" y="227015"/>
                  </a:lnTo>
                  <a:lnTo>
                    <a:pt x="5916243" y="227015"/>
                  </a:lnTo>
                  <a:lnTo>
                    <a:pt x="5916431" y="227015"/>
                  </a:lnTo>
                  <a:lnTo>
                    <a:pt x="5916995" y="227015"/>
                  </a:lnTo>
                  <a:lnTo>
                    <a:pt x="5917089" y="227015"/>
                  </a:lnTo>
                  <a:lnTo>
                    <a:pt x="5917465" y="221735"/>
                  </a:lnTo>
                  <a:lnTo>
                    <a:pt x="5917559" y="221735"/>
                  </a:lnTo>
                  <a:lnTo>
                    <a:pt x="5917747" y="221735"/>
                  </a:lnTo>
                  <a:lnTo>
                    <a:pt x="5918123" y="221735"/>
                  </a:lnTo>
                  <a:lnTo>
                    <a:pt x="5918311" y="221735"/>
                  </a:lnTo>
                  <a:lnTo>
                    <a:pt x="5918405" y="221735"/>
                  </a:lnTo>
                  <a:lnTo>
                    <a:pt x="5918687" y="221735"/>
                  </a:lnTo>
                  <a:lnTo>
                    <a:pt x="5918970" y="216456"/>
                  </a:lnTo>
                  <a:lnTo>
                    <a:pt x="5919816" y="216456"/>
                  </a:lnTo>
                  <a:lnTo>
                    <a:pt x="5920098" y="216456"/>
                  </a:lnTo>
                  <a:lnTo>
                    <a:pt x="5920192" y="216456"/>
                  </a:lnTo>
                  <a:lnTo>
                    <a:pt x="5920568" y="216456"/>
                  </a:lnTo>
                  <a:lnTo>
                    <a:pt x="5920756" y="216456"/>
                  </a:lnTo>
                  <a:lnTo>
                    <a:pt x="5920944" y="216456"/>
                  </a:lnTo>
                  <a:lnTo>
                    <a:pt x="5921226" y="216456"/>
                  </a:lnTo>
                  <a:lnTo>
                    <a:pt x="5921508" y="216456"/>
                  </a:lnTo>
                  <a:lnTo>
                    <a:pt x="5921602" y="216456"/>
                  </a:lnTo>
                  <a:lnTo>
                    <a:pt x="5921696" y="216456"/>
                  </a:lnTo>
                  <a:lnTo>
                    <a:pt x="5921884" y="216456"/>
                  </a:lnTo>
                  <a:lnTo>
                    <a:pt x="5921978" y="216456"/>
                  </a:lnTo>
                  <a:lnTo>
                    <a:pt x="5922637" y="216456"/>
                  </a:lnTo>
                  <a:lnTo>
                    <a:pt x="5922731" y="216456"/>
                  </a:lnTo>
                  <a:lnTo>
                    <a:pt x="5922825" y="216456"/>
                  </a:lnTo>
                  <a:lnTo>
                    <a:pt x="5923107" y="216456"/>
                  </a:lnTo>
                  <a:lnTo>
                    <a:pt x="5923201" y="216456"/>
                  </a:lnTo>
                  <a:lnTo>
                    <a:pt x="5923389" y="216456"/>
                  </a:lnTo>
                  <a:lnTo>
                    <a:pt x="5923671" y="216456"/>
                  </a:lnTo>
                  <a:lnTo>
                    <a:pt x="5924329" y="216456"/>
                  </a:lnTo>
                  <a:lnTo>
                    <a:pt x="5924611" y="216456"/>
                  </a:lnTo>
                  <a:lnTo>
                    <a:pt x="5924705" y="216456"/>
                  </a:lnTo>
                  <a:lnTo>
                    <a:pt x="5924799" y="216456"/>
                  </a:lnTo>
                  <a:lnTo>
                    <a:pt x="5924893" y="216456"/>
                  </a:lnTo>
                  <a:lnTo>
                    <a:pt x="5925175" y="216456"/>
                  </a:lnTo>
                  <a:lnTo>
                    <a:pt x="5925269" y="216456"/>
                  </a:lnTo>
                  <a:lnTo>
                    <a:pt x="5925551" y="216456"/>
                  </a:lnTo>
                  <a:lnTo>
                    <a:pt x="5925833" y="216456"/>
                  </a:lnTo>
                  <a:lnTo>
                    <a:pt x="5925928" y="216456"/>
                  </a:lnTo>
                  <a:lnTo>
                    <a:pt x="5926022" y="216456"/>
                  </a:lnTo>
                  <a:lnTo>
                    <a:pt x="5926116" y="216456"/>
                  </a:lnTo>
                  <a:lnTo>
                    <a:pt x="5926210" y="216456"/>
                  </a:lnTo>
                  <a:lnTo>
                    <a:pt x="5926304" y="216456"/>
                  </a:lnTo>
                  <a:lnTo>
                    <a:pt x="5926398" y="216456"/>
                  </a:lnTo>
                  <a:lnTo>
                    <a:pt x="5926492" y="216456"/>
                  </a:lnTo>
                  <a:lnTo>
                    <a:pt x="5926868" y="216456"/>
                  </a:lnTo>
                  <a:lnTo>
                    <a:pt x="5926962" y="216456"/>
                  </a:lnTo>
                  <a:lnTo>
                    <a:pt x="5927432" y="216456"/>
                  </a:lnTo>
                  <a:lnTo>
                    <a:pt x="5927526" y="216456"/>
                  </a:lnTo>
                  <a:lnTo>
                    <a:pt x="5927714" y="216456"/>
                  </a:lnTo>
                  <a:lnTo>
                    <a:pt x="5927902" y="216456"/>
                  </a:lnTo>
                  <a:lnTo>
                    <a:pt x="5928184" y="216456"/>
                  </a:lnTo>
                  <a:lnTo>
                    <a:pt x="5928372" y="216456"/>
                  </a:lnTo>
                  <a:lnTo>
                    <a:pt x="5928466" y="216456"/>
                  </a:lnTo>
                  <a:lnTo>
                    <a:pt x="5929877" y="216456"/>
                  </a:lnTo>
                  <a:lnTo>
                    <a:pt x="5930065" y="216456"/>
                  </a:lnTo>
                  <a:lnTo>
                    <a:pt x="5930159" y="216456"/>
                  </a:lnTo>
                  <a:lnTo>
                    <a:pt x="5930347" y="216456"/>
                  </a:lnTo>
                  <a:lnTo>
                    <a:pt x="5930723" y="216456"/>
                  </a:lnTo>
                  <a:lnTo>
                    <a:pt x="5931005" y="216456"/>
                  </a:lnTo>
                  <a:lnTo>
                    <a:pt x="5931193" y="216456"/>
                  </a:lnTo>
                  <a:lnTo>
                    <a:pt x="5931569" y="216456"/>
                  </a:lnTo>
                  <a:lnTo>
                    <a:pt x="5931851" y="216456"/>
                  </a:lnTo>
                  <a:lnTo>
                    <a:pt x="5931945" y="216456"/>
                  </a:lnTo>
                  <a:lnTo>
                    <a:pt x="5932133" y="216456"/>
                  </a:lnTo>
                  <a:lnTo>
                    <a:pt x="5932321" y="216456"/>
                  </a:lnTo>
                  <a:lnTo>
                    <a:pt x="5932415" y="216456"/>
                  </a:lnTo>
                  <a:lnTo>
                    <a:pt x="5932509" y="216456"/>
                  </a:lnTo>
                  <a:lnTo>
                    <a:pt x="5932791" y="216456"/>
                  </a:lnTo>
                  <a:lnTo>
                    <a:pt x="5932885" y="216456"/>
                  </a:lnTo>
                  <a:lnTo>
                    <a:pt x="5933074" y="216456"/>
                  </a:lnTo>
                  <a:lnTo>
                    <a:pt x="5933356" y="216456"/>
                  </a:lnTo>
                  <a:lnTo>
                    <a:pt x="5933544" y="216456"/>
                  </a:lnTo>
                  <a:lnTo>
                    <a:pt x="5933732" y="216456"/>
                  </a:lnTo>
                  <a:lnTo>
                    <a:pt x="5934296" y="216456"/>
                  </a:lnTo>
                  <a:lnTo>
                    <a:pt x="5934390" y="216456"/>
                  </a:lnTo>
                  <a:lnTo>
                    <a:pt x="5934484" y="216456"/>
                  </a:lnTo>
                  <a:lnTo>
                    <a:pt x="5934672" y="216456"/>
                  </a:lnTo>
                  <a:lnTo>
                    <a:pt x="5934766" y="216456"/>
                  </a:lnTo>
                  <a:lnTo>
                    <a:pt x="5935048" y="216456"/>
                  </a:lnTo>
                  <a:lnTo>
                    <a:pt x="5935142" y="216456"/>
                  </a:lnTo>
                  <a:lnTo>
                    <a:pt x="5935518" y="216456"/>
                  </a:lnTo>
                  <a:lnTo>
                    <a:pt x="5935800" y="216456"/>
                  </a:lnTo>
                  <a:lnTo>
                    <a:pt x="5935894" y="216456"/>
                  </a:lnTo>
                  <a:lnTo>
                    <a:pt x="5935988" y="216456"/>
                  </a:lnTo>
                  <a:lnTo>
                    <a:pt x="5936176" y="216456"/>
                  </a:lnTo>
                  <a:lnTo>
                    <a:pt x="5936553" y="216456"/>
                  </a:lnTo>
                  <a:lnTo>
                    <a:pt x="5936647" y="216456"/>
                  </a:lnTo>
                  <a:lnTo>
                    <a:pt x="5937399" y="216456"/>
                  </a:lnTo>
                  <a:lnTo>
                    <a:pt x="5937587" y="216456"/>
                  </a:lnTo>
                  <a:lnTo>
                    <a:pt x="5937775" y="216456"/>
                  </a:lnTo>
                  <a:lnTo>
                    <a:pt x="5938057" y="216456"/>
                  </a:lnTo>
                  <a:lnTo>
                    <a:pt x="5938245" y="216456"/>
                  </a:lnTo>
                  <a:lnTo>
                    <a:pt x="5938433" y="216456"/>
                  </a:lnTo>
                  <a:lnTo>
                    <a:pt x="5939279" y="216456"/>
                  </a:lnTo>
                  <a:lnTo>
                    <a:pt x="5939373" y="216456"/>
                  </a:lnTo>
                  <a:lnTo>
                    <a:pt x="5939467" y="216456"/>
                  </a:lnTo>
                  <a:lnTo>
                    <a:pt x="5939561" y="216456"/>
                  </a:lnTo>
                  <a:lnTo>
                    <a:pt x="5939843" y="216456"/>
                  </a:lnTo>
                  <a:lnTo>
                    <a:pt x="5940126" y="216456"/>
                  </a:lnTo>
                  <a:lnTo>
                    <a:pt x="5940314" y="216456"/>
                  </a:lnTo>
                  <a:lnTo>
                    <a:pt x="5940408" y="216456"/>
                  </a:lnTo>
                  <a:lnTo>
                    <a:pt x="5940502" y="216456"/>
                  </a:lnTo>
                  <a:lnTo>
                    <a:pt x="5940690" y="216456"/>
                  </a:lnTo>
                  <a:lnTo>
                    <a:pt x="5940784" y="216456"/>
                  </a:lnTo>
                  <a:lnTo>
                    <a:pt x="5940878" y="216456"/>
                  </a:lnTo>
                  <a:lnTo>
                    <a:pt x="5940972" y="216456"/>
                  </a:lnTo>
                  <a:lnTo>
                    <a:pt x="5941066" y="216456"/>
                  </a:lnTo>
                  <a:lnTo>
                    <a:pt x="5941254" y="216456"/>
                  </a:lnTo>
                  <a:lnTo>
                    <a:pt x="5941442" y="216456"/>
                  </a:lnTo>
                  <a:lnTo>
                    <a:pt x="5941630" y="216456"/>
                  </a:lnTo>
                  <a:lnTo>
                    <a:pt x="5941818" y="216456"/>
                  </a:lnTo>
                  <a:lnTo>
                    <a:pt x="5942758" y="216456"/>
                  </a:lnTo>
                  <a:lnTo>
                    <a:pt x="5942852" y="216456"/>
                  </a:lnTo>
                  <a:lnTo>
                    <a:pt x="5943228" y="216456"/>
                  </a:lnTo>
                  <a:lnTo>
                    <a:pt x="5943605" y="216456"/>
                  </a:lnTo>
                  <a:lnTo>
                    <a:pt x="5943699" y="216456"/>
                  </a:lnTo>
                  <a:lnTo>
                    <a:pt x="5943981" y="216456"/>
                  </a:lnTo>
                  <a:lnTo>
                    <a:pt x="5944357" y="216456"/>
                  </a:lnTo>
                  <a:lnTo>
                    <a:pt x="5944639" y="216456"/>
                  </a:lnTo>
                  <a:lnTo>
                    <a:pt x="5944733" y="216456"/>
                  </a:lnTo>
                  <a:lnTo>
                    <a:pt x="5944827" y="216456"/>
                  </a:lnTo>
                  <a:lnTo>
                    <a:pt x="5945109" y="216456"/>
                  </a:lnTo>
                  <a:lnTo>
                    <a:pt x="5945203" y="216456"/>
                  </a:lnTo>
                  <a:lnTo>
                    <a:pt x="5945297" y="216456"/>
                  </a:lnTo>
                  <a:lnTo>
                    <a:pt x="5945391" y="216456"/>
                  </a:lnTo>
                  <a:lnTo>
                    <a:pt x="5945485" y="216456"/>
                  </a:lnTo>
                  <a:lnTo>
                    <a:pt x="5945579" y="216456"/>
                  </a:lnTo>
                  <a:lnTo>
                    <a:pt x="5945673" y="216456"/>
                  </a:lnTo>
                  <a:lnTo>
                    <a:pt x="5945767" y="216456"/>
                  </a:lnTo>
                  <a:lnTo>
                    <a:pt x="5945861" y="216456"/>
                  </a:lnTo>
                  <a:lnTo>
                    <a:pt x="5946143" y="216456"/>
                  </a:lnTo>
                  <a:lnTo>
                    <a:pt x="5946237" y="216456"/>
                  </a:lnTo>
                  <a:lnTo>
                    <a:pt x="5946331" y="216456"/>
                  </a:lnTo>
                  <a:lnTo>
                    <a:pt x="5946707" y="216456"/>
                  </a:lnTo>
                  <a:lnTo>
                    <a:pt x="5946989" y="216456"/>
                  </a:lnTo>
                  <a:lnTo>
                    <a:pt x="5947083" y="216456"/>
                  </a:lnTo>
                  <a:lnTo>
                    <a:pt x="5947460" y="216456"/>
                  </a:lnTo>
                  <a:lnTo>
                    <a:pt x="5947742" y="216456"/>
                  </a:lnTo>
                  <a:lnTo>
                    <a:pt x="5948212" y="216456"/>
                  </a:lnTo>
                  <a:lnTo>
                    <a:pt x="5948400" y="216456"/>
                  </a:lnTo>
                  <a:lnTo>
                    <a:pt x="5948588" y="216456"/>
                  </a:lnTo>
                  <a:lnTo>
                    <a:pt x="5948682" y="216456"/>
                  </a:lnTo>
                  <a:lnTo>
                    <a:pt x="5949058" y="216456"/>
                  </a:lnTo>
                  <a:lnTo>
                    <a:pt x="5949152" y="216456"/>
                  </a:lnTo>
                  <a:lnTo>
                    <a:pt x="5949340" y="216456"/>
                  </a:lnTo>
                  <a:lnTo>
                    <a:pt x="5949998" y="216456"/>
                  </a:lnTo>
                  <a:lnTo>
                    <a:pt x="5950092" y="216456"/>
                  </a:lnTo>
                  <a:lnTo>
                    <a:pt x="5950374" y="216456"/>
                  </a:lnTo>
                  <a:lnTo>
                    <a:pt x="5950657" y="216456"/>
                  </a:lnTo>
                  <a:lnTo>
                    <a:pt x="5951127" y="216456"/>
                  </a:lnTo>
                  <a:lnTo>
                    <a:pt x="5951315" y="216456"/>
                  </a:lnTo>
                  <a:lnTo>
                    <a:pt x="5951973" y="216456"/>
                  </a:lnTo>
                  <a:lnTo>
                    <a:pt x="5952255" y="216456"/>
                  </a:lnTo>
                  <a:lnTo>
                    <a:pt x="5952443" y="216456"/>
                  </a:lnTo>
                  <a:lnTo>
                    <a:pt x="5952537" y="216456"/>
                  </a:lnTo>
                  <a:lnTo>
                    <a:pt x="5952631" y="216456"/>
                  </a:lnTo>
                  <a:lnTo>
                    <a:pt x="5953007" y="216456"/>
                  </a:lnTo>
                  <a:lnTo>
                    <a:pt x="5953101" y="216456"/>
                  </a:lnTo>
                  <a:lnTo>
                    <a:pt x="5953195" y="216456"/>
                  </a:lnTo>
                  <a:lnTo>
                    <a:pt x="5953289" y="216456"/>
                  </a:lnTo>
                  <a:lnTo>
                    <a:pt x="5953383" y="216456"/>
                  </a:lnTo>
                  <a:lnTo>
                    <a:pt x="5953477" y="216456"/>
                  </a:lnTo>
                  <a:lnTo>
                    <a:pt x="5953571" y="216456"/>
                  </a:lnTo>
                  <a:lnTo>
                    <a:pt x="5953665" y="216456"/>
                  </a:lnTo>
                  <a:lnTo>
                    <a:pt x="5953759" y="216456"/>
                  </a:lnTo>
                  <a:lnTo>
                    <a:pt x="5953853" y="216456"/>
                  </a:lnTo>
                  <a:lnTo>
                    <a:pt x="5954041" y="216456"/>
                  </a:lnTo>
                  <a:lnTo>
                    <a:pt x="5954135" y="216456"/>
                  </a:lnTo>
                  <a:lnTo>
                    <a:pt x="5954230" y="216456"/>
                  </a:lnTo>
                  <a:lnTo>
                    <a:pt x="5954324" y="216456"/>
                  </a:lnTo>
                  <a:lnTo>
                    <a:pt x="5954418" y="216456"/>
                  </a:lnTo>
                  <a:lnTo>
                    <a:pt x="5954794" y="216456"/>
                  </a:lnTo>
                  <a:lnTo>
                    <a:pt x="5954888" y="216456"/>
                  </a:lnTo>
                  <a:lnTo>
                    <a:pt x="5955076" y="216456"/>
                  </a:lnTo>
                  <a:lnTo>
                    <a:pt x="5955170" y="216456"/>
                  </a:lnTo>
                  <a:lnTo>
                    <a:pt x="5955264" y="216456"/>
                  </a:lnTo>
                  <a:lnTo>
                    <a:pt x="5955358" y="216456"/>
                  </a:lnTo>
                  <a:lnTo>
                    <a:pt x="5958367" y="216456"/>
                  </a:lnTo>
                  <a:lnTo>
                    <a:pt x="5958461" y="216456"/>
                  </a:lnTo>
                  <a:lnTo>
                    <a:pt x="5958649" y="216456"/>
                  </a:lnTo>
                  <a:lnTo>
                    <a:pt x="5958743" y="216456"/>
                  </a:lnTo>
                  <a:lnTo>
                    <a:pt x="5958837" y="216456"/>
                  </a:lnTo>
                  <a:lnTo>
                    <a:pt x="5958931" y="216456"/>
                  </a:lnTo>
                  <a:lnTo>
                    <a:pt x="5959025" y="216456"/>
                  </a:lnTo>
                  <a:lnTo>
                    <a:pt x="5959213" y="216456"/>
                  </a:lnTo>
                  <a:lnTo>
                    <a:pt x="5959589" y="216456"/>
                  </a:lnTo>
                  <a:lnTo>
                    <a:pt x="5960059" y="216456"/>
                  </a:lnTo>
                  <a:lnTo>
                    <a:pt x="5960153" y="216456"/>
                  </a:lnTo>
                  <a:lnTo>
                    <a:pt x="5960341" y="216456"/>
                  </a:lnTo>
                  <a:lnTo>
                    <a:pt x="5960623" y="216456"/>
                  </a:lnTo>
                  <a:lnTo>
                    <a:pt x="5960717" y="216456"/>
                  </a:lnTo>
                  <a:lnTo>
                    <a:pt x="5960811" y="216456"/>
                  </a:lnTo>
                  <a:lnTo>
                    <a:pt x="5960905" y="216456"/>
                  </a:lnTo>
                  <a:lnTo>
                    <a:pt x="5960999" y="216456"/>
                  </a:lnTo>
                  <a:lnTo>
                    <a:pt x="5961093" y="216456"/>
                  </a:lnTo>
                  <a:lnTo>
                    <a:pt x="5961281" y="216456"/>
                  </a:lnTo>
                  <a:lnTo>
                    <a:pt x="5961564" y="216456"/>
                  </a:lnTo>
                  <a:lnTo>
                    <a:pt x="5961940" y="216456"/>
                  </a:lnTo>
                  <a:lnTo>
                    <a:pt x="5962034" y="216456"/>
                  </a:lnTo>
                  <a:lnTo>
                    <a:pt x="5962316" y="216456"/>
                  </a:lnTo>
                  <a:lnTo>
                    <a:pt x="5962410" y="216456"/>
                  </a:lnTo>
                  <a:lnTo>
                    <a:pt x="5962504" y="216456"/>
                  </a:lnTo>
                  <a:lnTo>
                    <a:pt x="5962598" y="216456"/>
                  </a:lnTo>
                  <a:lnTo>
                    <a:pt x="5962692" y="216456"/>
                  </a:lnTo>
                  <a:lnTo>
                    <a:pt x="5962786" y="216456"/>
                  </a:lnTo>
                  <a:lnTo>
                    <a:pt x="5962880" y="216456"/>
                  </a:lnTo>
                  <a:lnTo>
                    <a:pt x="5963068" y="216456"/>
                  </a:lnTo>
                  <a:lnTo>
                    <a:pt x="5963444" y="216456"/>
                  </a:lnTo>
                  <a:lnTo>
                    <a:pt x="5963538" y="216456"/>
                  </a:lnTo>
                  <a:lnTo>
                    <a:pt x="5963914" y="211176"/>
                  </a:lnTo>
                  <a:lnTo>
                    <a:pt x="5964008" y="211176"/>
                  </a:lnTo>
                  <a:lnTo>
                    <a:pt x="5964384" y="211176"/>
                  </a:lnTo>
                  <a:lnTo>
                    <a:pt x="5964478" y="211176"/>
                  </a:lnTo>
                  <a:lnTo>
                    <a:pt x="5964760" y="211176"/>
                  </a:lnTo>
                  <a:lnTo>
                    <a:pt x="5965043" y="211176"/>
                  </a:lnTo>
                  <a:lnTo>
                    <a:pt x="5965137" y="211176"/>
                  </a:lnTo>
                  <a:lnTo>
                    <a:pt x="5965137" y="205897"/>
                  </a:lnTo>
                  <a:lnTo>
                    <a:pt x="5965325" y="205897"/>
                  </a:lnTo>
                  <a:lnTo>
                    <a:pt x="5965419" y="205897"/>
                  </a:lnTo>
                  <a:lnTo>
                    <a:pt x="5965513" y="205897"/>
                  </a:lnTo>
                  <a:lnTo>
                    <a:pt x="5965607" y="205897"/>
                  </a:lnTo>
                  <a:lnTo>
                    <a:pt x="5965701" y="205897"/>
                  </a:lnTo>
                  <a:lnTo>
                    <a:pt x="5965795" y="205897"/>
                  </a:lnTo>
                  <a:lnTo>
                    <a:pt x="5966077" y="205897"/>
                  </a:lnTo>
                  <a:lnTo>
                    <a:pt x="5966171" y="205897"/>
                  </a:lnTo>
                  <a:lnTo>
                    <a:pt x="5966265" y="205897"/>
                  </a:lnTo>
                  <a:lnTo>
                    <a:pt x="5966453" y="205897"/>
                  </a:lnTo>
                  <a:lnTo>
                    <a:pt x="5966547" y="205897"/>
                  </a:lnTo>
                  <a:lnTo>
                    <a:pt x="5966641" y="205897"/>
                  </a:lnTo>
                  <a:lnTo>
                    <a:pt x="5966923" y="205897"/>
                  </a:lnTo>
                  <a:lnTo>
                    <a:pt x="5967017" y="205897"/>
                  </a:lnTo>
                  <a:lnTo>
                    <a:pt x="5967487" y="205897"/>
                  </a:lnTo>
                  <a:lnTo>
                    <a:pt x="5967581" y="205897"/>
                  </a:lnTo>
                  <a:lnTo>
                    <a:pt x="5967675" y="205897"/>
                  </a:lnTo>
                  <a:lnTo>
                    <a:pt x="5967863" y="205897"/>
                  </a:lnTo>
                  <a:lnTo>
                    <a:pt x="5967957" y="205897"/>
                  </a:lnTo>
                  <a:lnTo>
                    <a:pt x="5968051" y="205897"/>
                  </a:lnTo>
                  <a:lnTo>
                    <a:pt x="5968145" y="205897"/>
                  </a:lnTo>
                  <a:lnTo>
                    <a:pt x="5968333" y="205897"/>
                  </a:lnTo>
                  <a:lnTo>
                    <a:pt x="5968616" y="205897"/>
                  </a:lnTo>
                  <a:lnTo>
                    <a:pt x="5968710" y="205897"/>
                  </a:lnTo>
                  <a:lnTo>
                    <a:pt x="5968898" y="205897"/>
                  </a:lnTo>
                  <a:lnTo>
                    <a:pt x="5968992" y="205897"/>
                  </a:lnTo>
                  <a:lnTo>
                    <a:pt x="5969556" y="205897"/>
                  </a:lnTo>
                  <a:lnTo>
                    <a:pt x="5969744" y="205897"/>
                  </a:lnTo>
                  <a:lnTo>
                    <a:pt x="5970026" y="205897"/>
                  </a:lnTo>
                  <a:lnTo>
                    <a:pt x="5970120" y="205897"/>
                  </a:lnTo>
                  <a:lnTo>
                    <a:pt x="5970590" y="205897"/>
                  </a:lnTo>
                  <a:lnTo>
                    <a:pt x="5970778" y="205897"/>
                  </a:lnTo>
                  <a:lnTo>
                    <a:pt x="5970966" y="205897"/>
                  </a:lnTo>
                  <a:lnTo>
                    <a:pt x="5971060" y="205897"/>
                  </a:lnTo>
                  <a:lnTo>
                    <a:pt x="5971248" y="205897"/>
                  </a:lnTo>
                  <a:lnTo>
                    <a:pt x="5971342" y="205897"/>
                  </a:lnTo>
                  <a:lnTo>
                    <a:pt x="5971436" y="205897"/>
                  </a:lnTo>
                  <a:lnTo>
                    <a:pt x="5971624" y="195338"/>
                  </a:lnTo>
                  <a:lnTo>
                    <a:pt x="5971718" y="195338"/>
                  </a:lnTo>
                  <a:lnTo>
                    <a:pt x="5971812" y="195338"/>
                  </a:lnTo>
                  <a:lnTo>
                    <a:pt x="5972001" y="195338"/>
                  </a:lnTo>
                  <a:lnTo>
                    <a:pt x="5972189" y="190059"/>
                  </a:lnTo>
                  <a:lnTo>
                    <a:pt x="5972283" y="190059"/>
                  </a:lnTo>
                  <a:lnTo>
                    <a:pt x="5972377" y="190059"/>
                  </a:lnTo>
                  <a:lnTo>
                    <a:pt x="5972659" y="190059"/>
                  </a:lnTo>
                  <a:lnTo>
                    <a:pt x="5972753" y="190059"/>
                  </a:lnTo>
                  <a:lnTo>
                    <a:pt x="5973129" y="190059"/>
                  </a:lnTo>
                  <a:lnTo>
                    <a:pt x="5973223" y="190059"/>
                  </a:lnTo>
                  <a:lnTo>
                    <a:pt x="5973317" y="190059"/>
                  </a:lnTo>
                  <a:lnTo>
                    <a:pt x="5973505" y="190059"/>
                  </a:lnTo>
                  <a:lnTo>
                    <a:pt x="5973693" y="190059"/>
                  </a:lnTo>
                  <a:lnTo>
                    <a:pt x="5973881" y="190059"/>
                  </a:lnTo>
                  <a:lnTo>
                    <a:pt x="5974163" y="190059"/>
                  </a:lnTo>
                  <a:lnTo>
                    <a:pt x="5974257" y="190059"/>
                  </a:lnTo>
                  <a:lnTo>
                    <a:pt x="5974351" y="190059"/>
                  </a:lnTo>
                  <a:lnTo>
                    <a:pt x="5974445" y="190059"/>
                  </a:lnTo>
                  <a:lnTo>
                    <a:pt x="5974821" y="190059"/>
                  </a:lnTo>
                  <a:lnTo>
                    <a:pt x="5975009" y="190059"/>
                  </a:lnTo>
                  <a:lnTo>
                    <a:pt x="5975197" y="190059"/>
                  </a:lnTo>
                  <a:lnTo>
                    <a:pt x="5975291" y="190059"/>
                  </a:lnTo>
                  <a:lnTo>
                    <a:pt x="5975480" y="190059"/>
                  </a:lnTo>
                  <a:lnTo>
                    <a:pt x="5975668" y="190059"/>
                  </a:lnTo>
                  <a:lnTo>
                    <a:pt x="5976138" y="190059"/>
                  </a:lnTo>
                  <a:lnTo>
                    <a:pt x="5976326" y="190059"/>
                  </a:lnTo>
                  <a:lnTo>
                    <a:pt x="5976420" y="190059"/>
                  </a:lnTo>
                  <a:lnTo>
                    <a:pt x="5976608" y="190059"/>
                  </a:lnTo>
                  <a:lnTo>
                    <a:pt x="5976702" y="190059"/>
                  </a:lnTo>
                  <a:lnTo>
                    <a:pt x="5977172" y="190059"/>
                  </a:lnTo>
                  <a:lnTo>
                    <a:pt x="5977266" y="190059"/>
                  </a:lnTo>
                  <a:lnTo>
                    <a:pt x="5977548" y="190059"/>
                  </a:lnTo>
                  <a:lnTo>
                    <a:pt x="5978112" y="190059"/>
                  </a:lnTo>
                  <a:lnTo>
                    <a:pt x="5978300" y="190059"/>
                  </a:lnTo>
                  <a:lnTo>
                    <a:pt x="5978394" y="190059"/>
                  </a:lnTo>
                  <a:lnTo>
                    <a:pt x="5978488" y="190059"/>
                  </a:lnTo>
                  <a:lnTo>
                    <a:pt x="5978582" y="190059"/>
                  </a:lnTo>
                  <a:lnTo>
                    <a:pt x="5978676" y="190059"/>
                  </a:lnTo>
                  <a:lnTo>
                    <a:pt x="5979147" y="190059"/>
                  </a:lnTo>
                  <a:lnTo>
                    <a:pt x="5979335" y="190059"/>
                  </a:lnTo>
                  <a:lnTo>
                    <a:pt x="5979523" y="190059"/>
                  </a:lnTo>
                  <a:lnTo>
                    <a:pt x="5979711" y="190059"/>
                  </a:lnTo>
                  <a:lnTo>
                    <a:pt x="5979805" y="190059"/>
                  </a:lnTo>
                  <a:lnTo>
                    <a:pt x="5979899" y="190059"/>
                  </a:lnTo>
                  <a:lnTo>
                    <a:pt x="5980275" y="190059"/>
                  </a:lnTo>
                  <a:lnTo>
                    <a:pt x="5980369" y="190059"/>
                  </a:lnTo>
                  <a:lnTo>
                    <a:pt x="5980745" y="190059"/>
                  </a:lnTo>
                  <a:lnTo>
                    <a:pt x="5980745" y="184779"/>
                  </a:lnTo>
                  <a:lnTo>
                    <a:pt x="5980839" y="184779"/>
                  </a:lnTo>
                  <a:lnTo>
                    <a:pt x="5981121" y="179500"/>
                  </a:lnTo>
                  <a:lnTo>
                    <a:pt x="5981215" y="179500"/>
                  </a:lnTo>
                  <a:lnTo>
                    <a:pt x="5981403" y="179500"/>
                  </a:lnTo>
                  <a:lnTo>
                    <a:pt x="5981685" y="179500"/>
                  </a:lnTo>
                  <a:lnTo>
                    <a:pt x="5982249" y="179500"/>
                  </a:lnTo>
                  <a:lnTo>
                    <a:pt x="5982343" y="179500"/>
                  </a:lnTo>
                  <a:lnTo>
                    <a:pt x="5982437" y="179500"/>
                  </a:lnTo>
                  <a:lnTo>
                    <a:pt x="5982531" y="179500"/>
                  </a:lnTo>
                  <a:lnTo>
                    <a:pt x="5982626" y="179500"/>
                  </a:lnTo>
                  <a:lnTo>
                    <a:pt x="5982720" y="179500"/>
                  </a:lnTo>
                  <a:lnTo>
                    <a:pt x="5983002" y="179500"/>
                  </a:lnTo>
                  <a:lnTo>
                    <a:pt x="5983096" y="179500"/>
                  </a:lnTo>
                  <a:lnTo>
                    <a:pt x="5983284" y="179500"/>
                  </a:lnTo>
                  <a:lnTo>
                    <a:pt x="5983472" y="179500"/>
                  </a:lnTo>
                  <a:lnTo>
                    <a:pt x="5983848" y="179500"/>
                  </a:lnTo>
                  <a:lnTo>
                    <a:pt x="5984036" y="179500"/>
                  </a:lnTo>
                  <a:lnTo>
                    <a:pt x="5984130" y="179500"/>
                  </a:lnTo>
                  <a:lnTo>
                    <a:pt x="5984318" y="179500"/>
                  </a:lnTo>
                  <a:lnTo>
                    <a:pt x="5984412" y="179500"/>
                  </a:lnTo>
                  <a:lnTo>
                    <a:pt x="5984506" y="179500"/>
                  </a:lnTo>
                  <a:lnTo>
                    <a:pt x="5984788" y="179500"/>
                  </a:lnTo>
                  <a:lnTo>
                    <a:pt x="5984882" y="179500"/>
                  </a:lnTo>
                  <a:lnTo>
                    <a:pt x="5985070" y="179500"/>
                  </a:lnTo>
                  <a:lnTo>
                    <a:pt x="5985164" y="179500"/>
                  </a:lnTo>
                  <a:lnTo>
                    <a:pt x="5985446" y="179500"/>
                  </a:lnTo>
                  <a:lnTo>
                    <a:pt x="5986105" y="179500"/>
                  </a:lnTo>
                  <a:lnTo>
                    <a:pt x="5986387" y="179500"/>
                  </a:lnTo>
                  <a:lnTo>
                    <a:pt x="5986481" y="179500"/>
                  </a:lnTo>
                  <a:lnTo>
                    <a:pt x="5986575" y="179500"/>
                  </a:lnTo>
                  <a:lnTo>
                    <a:pt x="5986669" y="179500"/>
                  </a:lnTo>
                  <a:lnTo>
                    <a:pt x="5986763" y="179500"/>
                  </a:lnTo>
                  <a:lnTo>
                    <a:pt x="5986857" y="179500"/>
                  </a:lnTo>
                  <a:lnTo>
                    <a:pt x="5987233" y="179500"/>
                  </a:lnTo>
                  <a:lnTo>
                    <a:pt x="5987327" y="179500"/>
                  </a:lnTo>
                  <a:lnTo>
                    <a:pt x="5987421" y="179500"/>
                  </a:lnTo>
                  <a:lnTo>
                    <a:pt x="5987515" y="179500"/>
                  </a:lnTo>
                  <a:lnTo>
                    <a:pt x="5987609" y="179500"/>
                  </a:lnTo>
                  <a:lnTo>
                    <a:pt x="5987703" y="179500"/>
                  </a:lnTo>
                  <a:lnTo>
                    <a:pt x="5987891" y="179500"/>
                  </a:lnTo>
                  <a:lnTo>
                    <a:pt x="5987985" y="179500"/>
                  </a:lnTo>
                  <a:lnTo>
                    <a:pt x="5988079" y="179500"/>
                  </a:lnTo>
                  <a:lnTo>
                    <a:pt x="5988173" y="179500"/>
                  </a:lnTo>
                  <a:lnTo>
                    <a:pt x="5988455" y="179500"/>
                  </a:lnTo>
                  <a:lnTo>
                    <a:pt x="5988925" y="179500"/>
                  </a:lnTo>
                  <a:lnTo>
                    <a:pt x="5989019" y="179500"/>
                  </a:lnTo>
                  <a:lnTo>
                    <a:pt x="5989207" y="179500"/>
                  </a:lnTo>
                  <a:lnTo>
                    <a:pt x="5989301" y="179500"/>
                  </a:lnTo>
                  <a:lnTo>
                    <a:pt x="5989866" y="179500"/>
                  </a:lnTo>
                  <a:lnTo>
                    <a:pt x="5989960" y="179500"/>
                  </a:lnTo>
                  <a:lnTo>
                    <a:pt x="5990054" y="179500"/>
                  </a:lnTo>
                  <a:lnTo>
                    <a:pt x="5990148" y="179500"/>
                  </a:lnTo>
                  <a:lnTo>
                    <a:pt x="5990430" y="179500"/>
                  </a:lnTo>
                  <a:lnTo>
                    <a:pt x="5990618" y="179500"/>
                  </a:lnTo>
                  <a:lnTo>
                    <a:pt x="5990712" y="179500"/>
                  </a:lnTo>
                  <a:lnTo>
                    <a:pt x="5990806" y="179500"/>
                  </a:lnTo>
                  <a:lnTo>
                    <a:pt x="5990900" y="179500"/>
                  </a:lnTo>
                  <a:lnTo>
                    <a:pt x="5991088" y="179500"/>
                  </a:lnTo>
                  <a:lnTo>
                    <a:pt x="5991182" y="179500"/>
                  </a:lnTo>
                  <a:lnTo>
                    <a:pt x="5991370" y="179500"/>
                  </a:lnTo>
                  <a:lnTo>
                    <a:pt x="5991558" y="179500"/>
                  </a:lnTo>
                  <a:lnTo>
                    <a:pt x="5991652" y="179500"/>
                  </a:lnTo>
                  <a:lnTo>
                    <a:pt x="5991840" y="179500"/>
                  </a:lnTo>
                  <a:lnTo>
                    <a:pt x="5992498" y="179500"/>
                  </a:lnTo>
                  <a:lnTo>
                    <a:pt x="5992592" y="179500"/>
                  </a:lnTo>
                  <a:lnTo>
                    <a:pt x="5992686" y="179500"/>
                  </a:lnTo>
                  <a:lnTo>
                    <a:pt x="5992780" y="179500"/>
                  </a:lnTo>
                  <a:lnTo>
                    <a:pt x="5992874" y="179500"/>
                  </a:lnTo>
                  <a:lnTo>
                    <a:pt x="5993062" y="179500"/>
                  </a:lnTo>
                  <a:lnTo>
                    <a:pt x="5993156" y="179500"/>
                  </a:lnTo>
                  <a:lnTo>
                    <a:pt x="5993533" y="179500"/>
                  </a:lnTo>
                  <a:lnTo>
                    <a:pt x="5993721" y="179500"/>
                  </a:lnTo>
                  <a:lnTo>
                    <a:pt x="5993815" y="179500"/>
                  </a:lnTo>
                  <a:lnTo>
                    <a:pt x="5993909" y="179500"/>
                  </a:lnTo>
                  <a:lnTo>
                    <a:pt x="5994003" y="179500"/>
                  </a:lnTo>
                  <a:lnTo>
                    <a:pt x="5994097" y="179500"/>
                  </a:lnTo>
                  <a:lnTo>
                    <a:pt x="5994191" y="179500"/>
                  </a:lnTo>
                  <a:lnTo>
                    <a:pt x="5994285" y="179500"/>
                  </a:lnTo>
                  <a:lnTo>
                    <a:pt x="5995037" y="179500"/>
                  </a:lnTo>
                  <a:lnTo>
                    <a:pt x="5995131" y="179500"/>
                  </a:lnTo>
                  <a:lnTo>
                    <a:pt x="5995413" y="179500"/>
                  </a:lnTo>
                  <a:lnTo>
                    <a:pt x="5995601" y="179500"/>
                  </a:lnTo>
                  <a:lnTo>
                    <a:pt x="5995695" y="179500"/>
                  </a:lnTo>
                  <a:lnTo>
                    <a:pt x="5995977" y="179500"/>
                  </a:lnTo>
                  <a:lnTo>
                    <a:pt x="5996071" y="179500"/>
                  </a:lnTo>
                  <a:lnTo>
                    <a:pt x="5996165" y="179500"/>
                  </a:lnTo>
                  <a:lnTo>
                    <a:pt x="5996259" y="179500"/>
                  </a:lnTo>
                  <a:lnTo>
                    <a:pt x="5996353" y="179500"/>
                  </a:lnTo>
                  <a:lnTo>
                    <a:pt x="5997012" y="179500"/>
                  </a:lnTo>
                  <a:lnTo>
                    <a:pt x="5997294" y="179500"/>
                  </a:lnTo>
                  <a:lnTo>
                    <a:pt x="5997576" y="179500"/>
                  </a:lnTo>
                  <a:lnTo>
                    <a:pt x="5997670" y="179500"/>
                  </a:lnTo>
                  <a:lnTo>
                    <a:pt x="5997858" y="179500"/>
                  </a:lnTo>
                  <a:lnTo>
                    <a:pt x="5997952" y="179500"/>
                  </a:lnTo>
                  <a:lnTo>
                    <a:pt x="5998046" y="179500"/>
                  </a:lnTo>
                  <a:lnTo>
                    <a:pt x="5998140" y="179500"/>
                  </a:lnTo>
                  <a:lnTo>
                    <a:pt x="5998328" y="179500"/>
                  </a:lnTo>
                  <a:lnTo>
                    <a:pt x="5998516" y="179500"/>
                  </a:lnTo>
                  <a:lnTo>
                    <a:pt x="5998704" y="179500"/>
                  </a:lnTo>
                  <a:lnTo>
                    <a:pt x="5998798" y="179500"/>
                  </a:lnTo>
                  <a:lnTo>
                    <a:pt x="5999268" y="179500"/>
                  </a:lnTo>
                  <a:lnTo>
                    <a:pt x="5999456" y="179500"/>
                  </a:lnTo>
                  <a:lnTo>
                    <a:pt x="5999550" y="179500"/>
                  </a:lnTo>
                  <a:lnTo>
                    <a:pt x="6000114" y="179500"/>
                  </a:lnTo>
                  <a:lnTo>
                    <a:pt x="6000208" y="179500"/>
                  </a:lnTo>
                  <a:lnTo>
                    <a:pt x="6000303" y="179500"/>
                  </a:lnTo>
                  <a:lnTo>
                    <a:pt x="6000397" y="179500"/>
                  </a:lnTo>
                  <a:lnTo>
                    <a:pt x="6000585" y="179500"/>
                  </a:lnTo>
                  <a:lnTo>
                    <a:pt x="6000773" y="174220"/>
                  </a:lnTo>
                  <a:lnTo>
                    <a:pt x="6000961" y="174220"/>
                  </a:lnTo>
                  <a:lnTo>
                    <a:pt x="6001055" y="168941"/>
                  </a:lnTo>
                  <a:lnTo>
                    <a:pt x="6001243" y="168941"/>
                  </a:lnTo>
                  <a:lnTo>
                    <a:pt x="6001337" y="168941"/>
                  </a:lnTo>
                  <a:lnTo>
                    <a:pt x="6001431" y="168941"/>
                  </a:lnTo>
                  <a:lnTo>
                    <a:pt x="6001525" y="168941"/>
                  </a:lnTo>
                  <a:lnTo>
                    <a:pt x="6002089" y="168941"/>
                  </a:lnTo>
                  <a:lnTo>
                    <a:pt x="6002183" y="168941"/>
                  </a:lnTo>
                  <a:lnTo>
                    <a:pt x="6002465" y="168941"/>
                  </a:lnTo>
                  <a:lnTo>
                    <a:pt x="6002559" y="168941"/>
                  </a:lnTo>
                  <a:lnTo>
                    <a:pt x="6002747" y="168941"/>
                  </a:lnTo>
                  <a:lnTo>
                    <a:pt x="6002841" y="168941"/>
                  </a:lnTo>
                  <a:lnTo>
                    <a:pt x="6003029" y="168941"/>
                  </a:lnTo>
                  <a:lnTo>
                    <a:pt x="6003123" y="168941"/>
                  </a:lnTo>
                  <a:lnTo>
                    <a:pt x="6003311" y="168941"/>
                  </a:lnTo>
                  <a:lnTo>
                    <a:pt x="6003405" y="168941"/>
                  </a:lnTo>
                  <a:lnTo>
                    <a:pt x="6003593" y="168941"/>
                  </a:lnTo>
                  <a:lnTo>
                    <a:pt x="6003781" y="168941"/>
                  </a:lnTo>
                  <a:lnTo>
                    <a:pt x="6003970" y="168941"/>
                  </a:lnTo>
                  <a:lnTo>
                    <a:pt x="6004064" y="168941"/>
                  </a:lnTo>
                  <a:lnTo>
                    <a:pt x="6004346" y="168941"/>
                  </a:lnTo>
                  <a:lnTo>
                    <a:pt x="6004440" y="168941"/>
                  </a:lnTo>
                  <a:lnTo>
                    <a:pt x="6004534" y="168941"/>
                  </a:lnTo>
                  <a:lnTo>
                    <a:pt x="6004722" y="168941"/>
                  </a:lnTo>
                  <a:lnTo>
                    <a:pt x="6004910" y="168941"/>
                  </a:lnTo>
                  <a:lnTo>
                    <a:pt x="6005474" y="168941"/>
                  </a:lnTo>
                  <a:lnTo>
                    <a:pt x="6005568" y="168941"/>
                  </a:lnTo>
                  <a:lnTo>
                    <a:pt x="6005662" y="168941"/>
                  </a:lnTo>
                  <a:lnTo>
                    <a:pt x="6005850" y="168941"/>
                  </a:lnTo>
                  <a:lnTo>
                    <a:pt x="6005944" y="168941"/>
                  </a:lnTo>
                  <a:lnTo>
                    <a:pt x="6006038" y="168941"/>
                  </a:lnTo>
                  <a:lnTo>
                    <a:pt x="6006132" y="168941"/>
                  </a:lnTo>
                  <a:lnTo>
                    <a:pt x="6006226" y="168941"/>
                  </a:lnTo>
                  <a:lnTo>
                    <a:pt x="6006320" y="168941"/>
                  </a:lnTo>
                  <a:lnTo>
                    <a:pt x="6006414" y="168941"/>
                  </a:lnTo>
                  <a:lnTo>
                    <a:pt x="6006508" y="168941"/>
                  </a:lnTo>
                  <a:lnTo>
                    <a:pt x="6006602" y="168941"/>
                  </a:lnTo>
                  <a:lnTo>
                    <a:pt x="6006696" y="168941"/>
                  </a:lnTo>
                  <a:lnTo>
                    <a:pt x="6006884" y="168941"/>
                  </a:lnTo>
                  <a:lnTo>
                    <a:pt x="6007072" y="168941"/>
                  </a:lnTo>
                  <a:lnTo>
                    <a:pt x="6007637" y="168941"/>
                  </a:lnTo>
                  <a:lnTo>
                    <a:pt x="6007731" y="168941"/>
                  </a:lnTo>
                  <a:lnTo>
                    <a:pt x="6007825" y="168941"/>
                  </a:lnTo>
                  <a:lnTo>
                    <a:pt x="6008201" y="168941"/>
                  </a:lnTo>
                  <a:lnTo>
                    <a:pt x="6008389" y="168941"/>
                  </a:lnTo>
                  <a:lnTo>
                    <a:pt x="6008859" y="168941"/>
                  </a:lnTo>
                  <a:lnTo>
                    <a:pt x="6009047" y="168941"/>
                  </a:lnTo>
                  <a:lnTo>
                    <a:pt x="6009423" y="168941"/>
                  </a:lnTo>
                  <a:lnTo>
                    <a:pt x="6009799" y="168941"/>
                  </a:lnTo>
                  <a:lnTo>
                    <a:pt x="6009893" y="168941"/>
                  </a:lnTo>
                  <a:lnTo>
                    <a:pt x="6009987" y="168941"/>
                  </a:lnTo>
                  <a:lnTo>
                    <a:pt x="6010081" y="168941"/>
                  </a:lnTo>
                  <a:lnTo>
                    <a:pt x="6010175" y="168941"/>
                  </a:lnTo>
                  <a:lnTo>
                    <a:pt x="6010269" y="168941"/>
                  </a:lnTo>
                  <a:lnTo>
                    <a:pt x="6010363" y="168941"/>
                  </a:lnTo>
                  <a:lnTo>
                    <a:pt x="6010457" y="168941"/>
                  </a:lnTo>
                  <a:lnTo>
                    <a:pt x="6010551" y="168941"/>
                  </a:lnTo>
                  <a:lnTo>
                    <a:pt x="6010645" y="168941"/>
                  </a:lnTo>
                  <a:lnTo>
                    <a:pt x="6010739" y="168941"/>
                  </a:lnTo>
                  <a:lnTo>
                    <a:pt x="6010833" y="168941"/>
                  </a:lnTo>
                  <a:lnTo>
                    <a:pt x="6011022" y="168941"/>
                  </a:lnTo>
                  <a:lnTo>
                    <a:pt x="6011304" y="168941"/>
                  </a:lnTo>
                  <a:lnTo>
                    <a:pt x="6011492" y="168941"/>
                  </a:lnTo>
                  <a:lnTo>
                    <a:pt x="6011868" y="168941"/>
                  </a:lnTo>
                  <a:lnTo>
                    <a:pt x="6011962" y="168941"/>
                  </a:lnTo>
                  <a:lnTo>
                    <a:pt x="6012150" y="168941"/>
                  </a:lnTo>
                  <a:lnTo>
                    <a:pt x="6012432" y="168941"/>
                  </a:lnTo>
                  <a:lnTo>
                    <a:pt x="6012526" y="168941"/>
                  </a:lnTo>
                  <a:lnTo>
                    <a:pt x="6012714" y="168941"/>
                  </a:lnTo>
                  <a:lnTo>
                    <a:pt x="6013184" y="168941"/>
                  </a:lnTo>
                  <a:lnTo>
                    <a:pt x="6013278" y="168941"/>
                  </a:lnTo>
                  <a:lnTo>
                    <a:pt x="6013466" y="168941"/>
                  </a:lnTo>
                  <a:lnTo>
                    <a:pt x="6013654" y="168941"/>
                  </a:lnTo>
                  <a:lnTo>
                    <a:pt x="6013936" y="168941"/>
                  </a:lnTo>
                  <a:lnTo>
                    <a:pt x="6014030" y="168941"/>
                  </a:lnTo>
                  <a:lnTo>
                    <a:pt x="6014030" y="163662"/>
                  </a:lnTo>
                  <a:lnTo>
                    <a:pt x="6014218" y="158382"/>
                  </a:lnTo>
                  <a:lnTo>
                    <a:pt x="6014312" y="158382"/>
                  </a:lnTo>
                  <a:lnTo>
                    <a:pt x="6014501" y="158382"/>
                  </a:lnTo>
                  <a:lnTo>
                    <a:pt x="6014595" y="158382"/>
                  </a:lnTo>
                  <a:lnTo>
                    <a:pt x="6014783" y="158382"/>
                  </a:lnTo>
                  <a:lnTo>
                    <a:pt x="6016381" y="153103"/>
                  </a:lnTo>
                  <a:lnTo>
                    <a:pt x="6016757" y="153103"/>
                  </a:lnTo>
                  <a:lnTo>
                    <a:pt x="6016851" y="153103"/>
                  </a:lnTo>
                  <a:lnTo>
                    <a:pt x="6017039" y="153103"/>
                  </a:lnTo>
                  <a:lnTo>
                    <a:pt x="6017133" y="153103"/>
                  </a:lnTo>
                  <a:lnTo>
                    <a:pt x="6017227" y="153103"/>
                  </a:lnTo>
                  <a:lnTo>
                    <a:pt x="6017321" y="153103"/>
                  </a:lnTo>
                  <a:lnTo>
                    <a:pt x="6017697" y="153103"/>
                  </a:lnTo>
                  <a:lnTo>
                    <a:pt x="6017791" y="153103"/>
                  </a:lnTo>
                  <a:lnTo>
                    <a:pt x="6018074" y="153103"/>
                  </a:lnTo>
                  <a:lnTo>
                    <a:pt x="6018168" y="153103"/>
                  </a:lnTo>
                  <a:lnTo>
                    <a:pt x="6018262" y="153103"/>
                  </a:lnTo>
                  <a:lnTo>
                    <a:pt x="6018356" y="153103"/>
                  </a:lnTo>
                  <a:lnTo>
                    <a:pt x="6018732" y="153103"/>
                  </a:lnTo>
                  <a:lnTo>
                    <a:pt x="6018826" y="153103"/>
                  </a:lnTo>
                  <a:lnTo>
                    <a:pt x="6019014" y="153103"/>
                  </a:lnTo>
                  <a:lnTo>
                    <a:pt x="6019766" y="153103"/>
                  </a:lnTo>
                  <a:lnTo>
                    <a:pt x="6020330" y="153103"/>
                  </a:lnTo>
                  <a:lnTo>
                    <a:pt x="6020800" y="153103"/>
                  </a:lnTo>
                  <a:lnTo>
                    <a:pt x="6020894" y="153103"/>
                  </a:lnTo>
                  <a:lnTo>
                    <a:pt x="6021082" y="153103"/>
                  </a:lnTo>
                  <a:lnTo>
                    <a:pt x="6021176" y="153103"/>
                  </a:lnTo>
                  <a:lnTo>
                    <a:pt x="6021364" y="153103"/>
                  </a:lnTo>
                  <a:lnTo>
                    <a:pt x="6021458" y="153103"/>
                  </a:lnTo>
                  <a:lnTo>
                    <a:pt x="6021553" y="153103"/>
                  </a:lnTo>
                  <a:lnTo>
                    <a:pt x="6021647" y="153103"/>
                  </a:lnTo>
                  <a:lnTo>
                    <a:pt x="6021741" y="153103"/>
                  </a:lnTo>
                  <a:lnTo>
                    <a:pt x="6021835" y="153103"/>
                  </a:lnTo>
                  <a:lnTo>
                    <a:pt x="6021929" y="153103"/>
                  </a:lnTo>
                  <a:lnTo>
                    <a:pt x="6022117" y="153103"/>
                  </a:lnTo>
                  <a:lnTo>
                    <a:pt x="6022493" y="153103"/>
                  </a:lnTo>
                  <a:lnTo>
                    <a:pt x="6022587" y="153103"/>
                  </a:lnTo>
                  <a:lnTo>
                    <a:pt x="6022963" y="153103"/>
                  </a:lnTo>
                  <a:lnTo>
                    <a:pt x="6023057" y="153103"/>
                  </a:lnTo>
                  <a:lnTo>
                    <a:pt x="6023151" y="153103"/>
                  </a:lnTo>
                  <a:lnTo>
                    <a:pt x="6023245" y="153103"/>
                  </a:lnTo>
                  <a:lnTo>
                    <a:pt x="6023903" y="153103"/>
                  </a:lnTo>
                  <a:lnTo>
                    <a:pt x="6023997" y="153103"/>
                  </a:lnTo>
                  <a:lnTo>
                    <a:pt x="6024091" y="153103"/>
                  </a:lnTo>
                  <a:lnTo>
                    <a:pt x="6024279" y="153103"/>
                  </a:lnTo>
                  <a:lnTo>
                    <a:pt x="6024373" y="153103"/>
                  </a:lnTo>
                  <a:lnTo>
                    <a:pt x="6024561" y="153103"/>
                  </a:lnTo>
                  <a:lnTo>
                    <a:pt x="6024655" y="153103"/>
                  </a:lnTo>
                  <a:lnTo>
                    <a:pt x="6025031" y="153103"/>
                  </a:lnTo>
                  <a:lnTo>
                    <a:pt x="6025220" y="153103"/>
                  </a:lnTo>
                  <a:lnTo>
                    <a:pt x="6025408" y="153103"/>
                  </a:lnTo>
                  <a:lnTo>
                    <a:pt x="6025596" y="153103"/>
                  </a:lnTo>
                  <a:lnTo>
                    <a:pt x="6025784" y="153103"/>
                  </a:lnTo>
                  <a:lnTo>
                    <a:pt x="6025878" y="153103"/>
                  </a:lnTo>
                  <a:lnTo>
                    <a:pt x="6026066" y="153103"/>
                  </a:lnTo>
                  <a:lnTo>
                    <a:pt x="6026442" y="153103"/>
                  </a:lnTo>
                  <a:lnTo>
                    <a:pt x="6026724" y="153103"/>
                  </a:lnTo>
                  <a:lnTo>
                    <a:pt x="6026818" y="153103"/>
                  </a:lnTo>
                  <a:lnTo>
                    <a:pt x="6026912" y="153103"/>
                  </a:lnTo>
                  <a:lnTo>
                    <a:pt x="6027006" y="153103"/>
                  </a:lnTo>
                  <a:lnTo>
                    <a:pt x="6027288" y="153103"/>
                  </a:lnTo>
                  <a:lnTo>
                    <a:pt x="6027570" y="153103"/>
                  </a:lnTo>
                  <a:lnTo>
                    <a:pt x="6027852" y="153103"/>
                  </a:lnTo>
                  <a:lnTo>
                    <a:pt x="6028228" y="153103"/>
                  </a:lnTo>
                  <a:lnTo>
                    <a:pt x="6028322" y="153103"/>
                  </a:lnTo>
                  <a:lnTo>
                    <a:pt x="6028510" y="153103"/>
                  </a:lnTo>
                  <a:lnTo>
                    <a:pt x="6028699" y="153103"/>
                  </a:lnTo>
                  <a:lnTo>
                    <a:pt x="6028793" y="153103"/>
                  </a:lnTo>
                  <a:lnTo>
                    <a:pt x="6028793" y="147823"/>
                  </a:lnTo>
                  <a:lnTo>
                    <a:pt x="6028887" y="147823"/>
                  </a:lnTo>
                  <a:lnTo>
                    <a:pt x="6028981" y="147823"/>
                  </a:lnTo>
                  <a:lnTo>
                    <a:pt x="6029075" y="147823"/>
                  </a:lnTo>
                  <a:lnTo>
                    <a:pt x="6029263" y="147823"/>
                  </a:lnTo>
                  <a:lnTo>
                    <a:pt x="6029357" y="147823"/>
                  </a:lnTo>
                  <a:lnTo>
                    <a:pt x="6029733" y="147823"/>
                  </a:lnTo>
                  <a:lnTo>
                    <a:pt x="6029827" y="147823"/>
                  </a:lnTo>
                  <a:lnTo>
                    <a:pt x="6030203" y="147823"/>
                  </a:lnTo>
                  <a:lnTo>
                    <a:pt x="6030297" y="147823"/>
                  </a:lnTo>
                  <a:lnTo>
                    <a:pt x="6030767" y="147823"/>
                  </a:lnTo>
                  <a:lnTo>
                    <a:pt x="6030955" y="147823"/>
                  </a:lnTo>
                  <a:lnTo>
                    <a:pt x="6031143" y="147823"/>
                  </a:lnTo>
                  <a:lnTo>
                    <a:pt x="6031237" y="147823"/>
                  </a:lnTo>
                  <a:lnTo>
                    <a:pt x="6031331" y="147823"/>
                  </a:lnTo>
                  <a:lnTo>
                    <a:pt x="6031425" y="147823"/>
                  </a:lnTo>
                  <a:lnTo>
                    <a:pt x="6031707" y="147823"/>
                  </a:lnTo>
                  <a:lnTo>
                    <a:pt x="6031801" y="147823"/>
                  </a:lnTo>
                  <a:lnTo>
                    <a:pt x="6031895" y="147823"/>
                  </a:lnTo>
                  <a:lnTo>
                    <a:pt x="6032083" y="147823"/>
                  </a:lnTo>
                  <a:lnTo>
                    <a:pt x="6032366" y="147823"/>
                  </a:lnTo>
                  <a:lnTo>
                    <a:pt x="6032460" y="147823"/>
                  </a:lnTo>
                  <a:lnTo>
                    <a:pt x="6032648" y="147823"/>
                  </a:lnTo>
                  <a:lnTo>
                    <a:pt x="6032742" y="147823"/>
                  </a:lnTo>
                  <a:lnTo>
                    <a:pt x="6032836" y="147823"/>
                  </a:lnTo>
                  <a:lnTo>
                    <a:pt x="6033024" y="147823"/>
                  </a:lnTo>
                  <a:lnTo>
                    <a:pt x="6033118" y="147823"/>
                  </a:lnTo>
                  <a:lnTo>
                    <a:pt x="6033400" y="147823"/>
                  </a:lnTo>
                  <a:lnTo>
                    <a:pt x="6033400" y="142544"/>
                  </a:lnTo>
                  <a:lnTo>
                    <a:pt x="6033494" y="142544"/>
                  </a:lnTo>
                  <a:lnTo>
                    <a:pt x="6033588" y="142544"/>
                  </a:lnTo>
                  <a:lnTo>
                    <a:pt x="6033682" y="142544"/>
                  </a:lnTo>
                  <a:lnTo>
                    <a:pt x="6033776" y="142544"/>
                  </a:lnTo>
                  <a:lnTo>
                    <a:pt x="6033870" y="142544"/>
                  </a:lnTo>
                  <a:lnTo>
                    <a:pt x="6033964" y="142544"/>
                  </a:lnTo>
                  <a:lnTo>
                    <a:pt x="6034058" y="142544"/>
                  </a:lnTo>
                  <a:lnTo>
                    <a:pt x="6034152" y="142544"/>
                  </a:lnTo>
                  <a:lnTo>
                    <a:pt x="6034434" y="142544"/>
                  </a:lnTo>
                  <a:lnTo>
                    <a:pt x="6034622" y="142544"/>
                  </a:lnTo>
                  <a:lnTo>
                    <a:pt x="6034998" y="142544"/>
                  </a:lnTo>
                  <a:lnTo>
                    <a:pt x="6035186" y="142544"/>
                  </a:lnTo>
                  <a:lnTo>
                    <a:pt x="6035280" y="142544"/>
                  </a:lnTo>
                  <a:lnTo>
                    <a:pt x="6035374" y="142544"/>
                  </a:lnTo>
                  <a:lnTo>
                    <a:pt x="6035562" y="142544"/>
                  </a:lnTo>
                  <a:lnTo>
                    <a:pt x="6035845" y="142544"/>
                  </a:lnTo>
                  <a:lnTo>
                    <a:pt x="6036033" y="142544"/>
                  </a:lnTo>
                  <a:lnTo>
                    <a:pt x="6036127" y="142544"/>
                  </a:lnTo>
                  <a:lnTo>
                    <a:pt x="6036503" y="142544"/>
                  </a:lnTo>
                  <a:lnTo>
                    <a:pt x="6036691" y="142544"/>
                  </a:lnTo>
                  <a:lnTo>
                    <a:pt x="6036879" y="142544"/>
                  </a:lnTo>
                  <a:lnTo>
                    <a:pt x="6037255" y="142544"/>
                  </a:lnTo>
                  <a:lnTo>
                    <a:pt x="6037349" y="142544"/>
                  </a:lnTo>
                  <a:lnTo>
                    <a:pt x="6037725" y="142544"/>
                  </a:lnTo>
                  <a:lnTo>
                    <a:pt x="6037819" y="142544"/>
                  </a:lnTo>
                  <a:lnTo>
                    <a:pt x="6038195" y="142544"/>
                  </a:lnTo>
                  <a:lnTo>
                    <a:pt x="6039135" y="142544"/>
                  </a:lnTo>
                  <a:lnTo>
                    <a:pt x="6039512" y="142544"/>
                  </a:lnTo>
                  <a:lnTo>
                    <a:pt x="6039700" y="142544"/>
                  </a:lnTo>
                  <a:lnTo>
                    <a:pt x="6039794" y="142544"/>
                  </a:lnTo>
                  <a:lnTo>
                    <a:pt x="6039982" y="142544"/>
                  </a:lnTo>
                  <a:lnTo>
                    <a:pt x="6040452" y="142544"/>
                  </a:lnTo>
                  <a:lnTo>
                    <a:pt x="6040546" y="142544"/>
                  </a:lnTo>
                  <a:lnTo>
                    <a:pt x="6040734" y="142544"/>
                  </a:lnTo>
                  <a:lnTo>
                    <a:pt x="6041016" y="142544"/>
                  </a:lnTo>
                  <a:lnTo>
                    <a:pt x="6041204" y="142544"/>
                  </a:lnTo>
                  <a:lnTo>
                    <a:pt x="6041486" y="142544"/>
                  </a:lnTo>
                  <a:lnTo>
                    <a:pt x="6041674" y="142544"/>
                  </a:lnTo>
                  <a:lnTo>
                    <a:pt x="6042426" y="142544"/>
                  </a:lnTo>
                  <a:lnTo>
                    <a:pt x="6042520" y="142544"/>
                  </a:lnTo>
                  <a:lnTo>
                    <a:pt x="6042614" y="142544"/>
                  </a:lnTo>
                  <a:lnTo>
                    <a:pt x="6042802" y="142544"/>
                  </a:lnTo>
                  <a:lnTo>
                    <a:pt x="6043085" y="142544"/>
                  </a:lnTo>
                  <a:lnTo>
                    <a:pt x="6043273" y="142544"/>
                  </a:lnTo>
                  <a:lnTo>
                    <a:pt x="6043461" y="142544"/>
                  </a:lnTo>
                  <a:lnTo>
                    <a:pt x="6043555" y="142544"/>
                  </a:lnTo>
                  <a:lnTo>
                    <a:pt x="6043649" y="142544"/>
                  </a:lnTo>
                  <a:lnTo>
                    <a:pt x="6043743" y="142544"/>
                  </a:lnTo>
                  <a:lnTo>
                    <a:pt x="6043837" y="142544"/>
                  </a:lnTo>
                  <a:lnTo>
                    <a:pt x="6043931" y="142544"/>
                  </a:lnTo>
                  <a:lnTo>
                    <a:pt x="6044025" y="142544"/>
                  </a:lnTo>
                  <a:lnTo>
                    <a:pt x="6044213" y="142544"/>
                  </a:lnTo>
                  <a:lnTo>
                    <a:pt x="6044871" y="142544"/>
                  </a:lnTo>
                  <a:lnTo>
                    <a:pt x="6044965" y="142544"/>
                  </a:lnTo>
                  <a:lnTo>
                    <a:pt x="6045059" y="142544"/>
                  </a:lnTo>
                  <a:lnTo>
                    <a:pt x="6045341" y="142544"/>
                  </a:lnTo>
                  <a:lnTo>
                    <a:pt x="6045623" y="142544"/>
                  </a:lnTo>
                  <a:lnTo>
                    <a:pt x="6045811" y="142544"/>
                  </a:lnTo>
                  <a:lnTo>
                    <a:pt x="6045999" y="142544"/>
                  </a:lnTo>
                  <a:lnTo>
                    <a:pt x="6046470" y="142544"/>
                  </a:lnTo>
                  <a:lnTo>
                    <a:pt x="6046940" y="142544"/>
                  </a:lnTo>
                  <a:lnTo>
                    <a:pt x="6047128" y="142544"/>
                  </a:lnTo>
                  <a:lnTo>
                    <a:pt x="6047410" y="142544"/>
                  </a:lnTo>
                  <a:lnTo>
                    <a:pt x="6047504" y="142544"/>
                  </a:lnTo>
                  <a:lnTo>
                    <a:pt x="6047598" y="142544"/>
                  </a:lnTo>
                  <a:lnTo>
                    <a:pt x="6047786" y="142544"/>
                  </a:lnTo>
                  <a:lnTo>
                    <a:pt x="6047880" y="142544"/>
                  </a:lnTo>
                  <a:lnTo>
                    <a:pt x="6047974" y="142544"/>
                  </a:lnTo>
                  <a:lnTo>
                    <a:pt x="6048068" y="142544"/>
                  </a:lnTo>
                  <a:lnTo>
                    <a:pt x="6048162" y="142544"/>
                  </a:lnTo>
                  <a:lnTo>
                    <a:pt x="6048350" y="142544"/>
                  </a:lnTo>
                  <a:lnTo>
                    <a:pt x="6048538" y="142544"/>
                  </a:lnTo>
                  <a:lnTo>
                    <a:pt x="6048632" y="142544"/>
                  </a:lnTo>
                  <a:lnTo>
                    <a:pt x="6048726" y="142544"/>
                  </a:lnTo>
                  <a:lnTo>
                    <a:pt x="6048914" y="137264"/>
                  </a:lnTo>
                  <a:lnTo>
                    <a:pt x="6049008" y="137264"/>
                  </a:lnTo>
                  <a:lnTo>
                    <a:pt x="6049290" y="137264"/>
                  </a:lnTo>
                  <a:lnTo>
                    <a:pt x="6049854" y="137264"/>
                  </a:lnTo>
                  <a:lnTo>
                    <a:pt x="6050419" y="137264"/>
                  </a:lnTo>
                  <a:lnTo>
                    <a:pt x="6050795" y="137264"/>
                  </a:lnTo>
                  <a:lnTo>
                    <a:pt x="6051077" y="137264"/>
                  </a:lnTo>
                  <a:lnTo>
                    <a:pt x="6051265" y="137264"/>
                  </a:lnTo>
                  <a:lnTo>
                    <a:pt x="6051359" y="137264"/>
                  </a:lnTo>
                  <a:lnTo>
                    <a:pt x="6051453" y="137264"/>
                  </a:lnTo>
                  <a:lnTo>
                    <a:pt x="6051547" y="137264"/>
                  </a:lnTo>
                  <a:lnTo>
                    <a:pt x="6051641" y="137264"/>
                  </a:lnTo>
                  <a:lnTo>
                    <a:pt x="6051735" y="137264"/>
                  </a:lnTo>
                  <a:lnTo>
                    <a:pt x="6051829" y="137264"/>
                  </a:lnTo>
                  <a:lnTo>
                    <a:pt x="6052111" y="137264"/>
                  </a:lnTo>
                  <a:lnTo>
                    <a:pt x="6052299" y="137264"/>
                  </a:lnTo>
                  <a:lnTo>
                    <a:pt x="6052393" y="137264"/>
                  </a:lnTo>
                  <a:lnTo>
                    <a:pt x="6052487" y="137264"/>
                  </a:lnTo>
                  <a:lnTo>
                    <a:pt x="6053522" y="137264"/>
                  </a:lnTo>
                  <a:lnTo>
                    <a:pt x="6053616" y="137264"/>
                  </a:lnTo>
                  <a:lnTo>
                    <a:pt x="6053710" y="137264"/>
                  </a:lnTo>
                  <a:lnTo>
                    <a:pt x="6053804" y="137264"/>
                  </a:lnTo>
                  <a:lnTo>
                    <a:pt x="6053898" y="137264"/>
                  </a:lnTo>
                  <a:lnTo>
                    <a:pt x="6054086" y="137264"/>
                  </a:lnTo>
                  <a:lnTo>
                    <a:pt x="6054180" y="137264"/>
                  </a:lnTo>
                  <a:lnTo>
                    <a:pt x="6054650" y="137264"/>
                  </a:lnTo>
                  <a:lnTo>
                    <a:pt x="6054744" y="137264"/>
                  </a:lnTo>
                  <a:lnTo>
                    <a:pt x="6054838" y="137264"/>
                  </a:lnTo>
                  <a:lnTo>
                    <a:pt x="6054932" y="137264"/>
                  </a:lnTo>
                  <a:lnTo>
                    <a:pt x="6055026" y="137264"/>
                  </a:lnTo>
                  <a:lnTo>
                    <a:pt x="6055120" y="137264"/>
                  </a:lnTo>
                  <a:lnTo>
                    <a:pt x="6055214" y="137264"/>
                  </a:lnTo>
                  <a:lnTo>
                    <a:pt x="6055308" y="137264"/>
                  </a:lnTo>
                  <a:lnTo>
                    <a:pt x="6055496" y="137264"/>
                  </a:lnTo>
                  <a:lnTo>
                    <a:pt x="6056154" y="137264"/>
                  </a:lnTo>
                  <a:lnTo>
                    <a:pt x="6056248" y="137264"/>
                  </a:lnTo>
                  <a:lnTo>
                    <a:pt x="6056812" y="137264"/>
                  </a:lnTo>
                  <a:lnTo>
                    <a:pt x="6057001" y="137264"/>
                  </a:lnTo>
                  <a:lnTo>
                    <a:pt x="6057095" y="137264"/>
                  </a:lnTo>
                  <a:lnTo>
                    <a:pt x="6057283" y="137264"/>
                  </a:lnTo>
                  <a:lnTo>
                    <a:pt x="6057377" y="137264"/>
                  </a:lnTo>
                  <a:lnTo>
                    <a:pt x="6057471" y="137264"/>
                  </a:lnTo>
                  <a:lnTo>
                    <a:pt x="6057847" y="137264"/>
                  </a:lnTo>
                  <a:lnTo>
                    <a:pt x="6057941" y="137264"/>
                  </a:lnTo>
                  <a:lnTo>
                    <a:pt x="6058129" y="137264"/>
                  </a:lnTo>
                  <a:lnTo>
                    <a:pt x="6058317" y="137264"/>
                  </a:lnTo>
                  <a:lnTo>
                    <a:pt x="6058505" y="137264"/>
                  </a:lnTo>
                  <a:lnTo>
                    <a:pt x="6058599" y="137264"/>
                  </a:lnTo>
                  <a:lnTo>
                    <a:pt x="6058787" y="137264"/>
                  </a:lnTo>
                  <a:lnTo>
                    <a:pt x="6058881" y="137264"/>
                  </a:lnTo>
                  <a:lnTo>
                    <a:pt x="6058975" y="137264"/>
                  </a:lnTo>
                  <a:lnTo>
                    <a:pt x="6059069" y="137264"/>
                  </a:lnTo>
                  <a:lnTo>
                    <a:pt x="6060103" y="137264"/>
                  </a:lnTo>
                  <a:lnTo>
                    <a:pt x="6060291" y="137264"/>
                  </a:lnTo>
                  <a:lnTo>
                    <a:pt x="6060385" y="137264"/>
                  </a:lnTo>
                  <a:lnTo>
                    <a:pt x="6060479" y="137264"/>
                  </a:lnTo>
                  <a:lnTo>
                    <a:pt x="6060574" y="137264"/>
                  </a:lnTo>
                  <a:lnTo>
                    <a:pt x="6060762" y="137264"/>
                  </a:lnTo>
                  <a:lnTo>
                    <a:pt x="6061138" y="137264"/>
                  </a:lnTo>
                  <a:lnTo>
                    <a:pt x="6061326" y="137264"/>
                  </a:lnTo>
                  <a:lnTo>
                    <a:pt x="6061514" y="137264"/>
                  </a:lnTo>
                  <a:lnTo>
                    <a:pt x="6061608" y="137264"/>
                  </a:lnTo>
                  <a:lnTo>
                    <a:pt x="6061796" y="137264"/>
                  </a:lnTo>
                  <a:lnTo>
                    <a:pt x="6061890" y="137264"/>
                  </a:lnTo>
                  <a:lnTo>
                    <a:pt x="6062266" y="137264"/>
                  </a:lnTo>
                  <a:lnTo>
                    <a:pt x="6062360" y="137264"/>
                  </a:lnTo>
                  <a:lnTo>
                    <a:pt x="6062736" y="137264"/>
                  </a:lnTo>
                  <a:lnTo>
                    <a:pt x="6062830" y="137264"/>
                  </a:lnTo>
                  <a:lnTo>
                    <a:pt x="6063206" y="137264"/>
                  </a:lnTo>
                  <a:lnTo>
                    <a:pt x="6063300" y="137264"/>
                  </a:lnTo>
                  <a:lnTo>
                    <a:pt x="6063582" y="137264"/>
                  </a:lnTo>
                  <a:lnTo>
                    <a:pt x="6063864" y="137264"/>
                  </a:lnTo>
                  <a:lnTo>
                    <a:pt x="6063958" y="137264"/>
                  </a:lnTo>
                  <a:lnTo>
                    <a:pt x="6064147" y="137264"/>
                  </a:lnTo>
                  <a:lnTo>
                    <a:pt x="6064241" y="137264"/>
                  </a:lnTo>
                  <a:lnTo>
                    <a:pt x="6064335" y="137264"/>
                  </a:lnTo>
                  <a:lnTo>
                    <a:pt x="6064429" y="137264"/>
                  </a:lnTo>
                  <a:lnTo>
                    <a:pt x="6064523" y="137264"/>
                  </a:lnTo>
                  <a:lnTo>
                    <a:pt x="6064711" y="137264"/>
                  </a:lnTo>
                  <a:lnTo>
                    <a:pt x="6064805" y="137264"/>
                  </a:lnTo>
                  <a:lnTo>
                    <a:pt x="6064993" y="137264"/>
                  </a:lnTo>
                  <a:lnTo>
                    <a:pt x="6065087" y="137264"/>
                  </a:lnTo>
                  <a:lnTo>
                    <a:pt x="6065275" y="137264"/>
                  </a:lnTo>
                  <a:lnTo>
                    <a:pt x="6065369" y="137264"/>
                  </a:lnTo>
                  <a:lnTo>
                    <a:pt x="6065557" y="137264"/>
                  </a:lnTo>
                  <a:lnTo>
                    <a:pt x="6065651" y="137264"/>
                  </a:lnTo>
                  <a:lnTo>
                    <a:pt x="6065933" y="137264"/>
                  </a:lnTo>
                  <a:lnTo>
                    <a:pt x="6066403" y="137264"/>
                  </a:lnTo>
                  <a:lnTo>
                    <a:pt x="6066497" y="137264"/>
                  </a:lnTo>
                  <a:lnTo>
                    <a:pt x="6066779" y="137264"/>
                  </a:lnTo>
                  <a:lnTo>
                    <a:pt x="6066967" y="137264"/>
                  </a:lnTo>
                  <a:lnTo>
                    <a:pt x="6067061" y="137264"/>
                  </a:lnTo>
                  <a:lnTo>
                    <a:pt x="6067155" y="137264"/>
                  </a:lnTo>
                  <a:lnTo>
                    <a:pt x="6067814" y="137264"/>
                  </a:lnTo>
                  <a:lnTo>
                    <a:pt x="6067908" y="137264"/>
                  </a:lnTo>
                  <a:lnTo>
                    <a:pt x="6068002" y="137264"/>
                  </a:lnTo>
                  <a:lnTo>
                    <a:pt x="6068378" y="137264"/>
                  </a:lnTo>
                  <a:lnTo>
                    <a:pt x="6068472" y="137264"/>
                  </a:lnTo>
                  <a:lnTo>
                    <a:pt x="6068754" y="137264"/>
                  </a:lnTo>
                  <a:lnTo>
                    <a:pt x="6068848" y="137264"/>
                  </a:lnTo>
                  <a:lnTo>
                    <a:pt x="6069036" y="137264"/>
                  </a:lnTo>
                  <a:lnTo>
                    <a:pt x="6069130" y="137264"/>
                  </a:lnTo>
                  <a:lnTo>
                    <a:pt x="6069224" y="137264"/>
                  </a:lnTo>
                  <a:lnTo>
                    <a:pt x="6069318" y="137264"/>
                  </a:lnTo>
                  <a:lnTo>
                    <a:pt x="6069412" y="137264"/>
                  </a:lnTo>
                  <a:lnTo>
                    <a:pt x="6069600" y="131985"/>
                  </a:lnTo>
                  <a:lnTo>
                    <a:pt x="6069882" y="131985"/>
                  </a:lnTo>
                  <a:lnTo>
                    <a:pt x="6070070" y="131985"/>
                  </a:lnTo>
                  <a:lnTo>
                    <a:pt x="6070352" y="131985"/>
                  </a:lnTo>
                  <a:lnTo>
                    <a:pt x="6070446" y="131985"/>
                  </a:lnTo>
                  <a:lnTo>
                    <a:pt x="6070634" y="131985"/>
                  </a:lnTo>
                  <a:lnTo>
                    <a:pt x="6071104" y="131985"/>
                  </a:lnTo>
                  <a:lnTo>
                    <a:pt x="6071293" y="131985"/>
                  </a:lnTo>
                  <a:lnTo>
                    <a:pt x="6071575" y="131985"/>
                  </a:lnTo>
                  <a:lnTo>
                    <a:pt x="6071669" y="131985"/>
                  </a:lnTo>
                  <a:lnTo>
                    <a:pt x="6072045" y="131985"/>
                  </a:lnTo>
                  <a:lnTo>
                    <a:pt x="6072139" y="131985"/>
                  </a:lnTo>
                  <a:lnTo>
                    <a:pt x="6072421" y="131985"/>
                  </a:lnTo>
                  <a:lnTo>
                    <a:pt x="6072515" y="131985"/>
                  </a:lnTo>
                  <a:lnTo>
                    <a:pt x="6072797" y="131985"/>
                  </a:lnTo>
                  <a:lnTo>
                    <a:pt x="6073173" y="131985"/>
                  </a:lnTo>
                  <a:lnTo>
                    <a:pt x="6073267" y="131985"/>
                  </a:lnTo>
                  <a:lnTo>
                    <a:pt x="6073549" y="131985"/>
                  </a:lnTo>
                  <a:lnTo>
                    <a:pt x="6073831" y="131985"/>
                  </a:lnTo>
                  <a:lnTo>
                    <a:pt x="6073925" y="131985"/>
                  </a:lnTo>
                  <a:lnTo>
                    <a:pt x="6074113" y="131985"/>
                  </a:lnTo>
                  <a:lnTo>
                    <a:pt x="6074583" y="131985"/>
                  </a:lnTo>
                  <a:lnTo>
                    <a:pt x="6074772" y="131985"/>
                  </a:lnTo>
                  <a:lnTo>
                    <a:pt x="6074960" y="131985"/>
                  </a:lnTo>
                  <a:lnTo>
                    <a:pt x="6075148" y="126706"/>
                  </a:lnTo>
                  <a:lnTo>
                    <a:pt x="6075336" y="126706"/>
                  </a:lnTo>
                  <a:lnTo>
                    <a:pt x="6075806" y="126706"/>
                  </a:lnTo>
                  <a:lnTo>
                    <a:pt x="6075900" y="126706"/>
                  </a:lnTo>
                  <a:lnTo>
                    <a:pt x="6075994" y="126706"/>
                  </a:lnTo>
                  <a:lnTo>
                    <a:pt x="6076088" y="126706"/>
                  </a:lnTo>
                  <a:lnTo>
                    <a:pt x="6076276" y="126706"/>
                  </a:lnTo>
                  <a:lnTo>
                    <a:pt x="6076558" y="126706"/>
                  </a:lnTo>
                  <a:lnTo>
                    <a:pt x="6076840" y="126706"/>
                  </a:lnTo>
                  <a:lnTo>
                    <a:pt x="6076934" y="126706"/>
                  </a:lnTo>
                  <a:lnTo>
                    <a:pt x="6077028" y="126706"/>
                  </a:lnTo>
                  <a:lnTo>
                    <a:pt x="6077122" y="126706"/>
                  </a:lnTo>
                  <a:lnTo>
                    <a:pt x="6077216" y="126706"/>
                  </a:lnTo>
                  <a:lnTo>
                    <a:pt x="6077404" y="126706"/>
                  </a:lnTo>
                  <a:lnTo>
                    <a:pt x="6077780" y="121426"/>
                  </a:lnTo>
                  <a:lnTo>
                    <a:pt x="6078062" y="121426"/>
                  </a:lnTo>
                  <a:lnTo>
                    <a:pt x="6078156" y="121426"/>
                  </a:lnTo>
                  <a:lnTo>
                    <a:pt x="6078345" y="121426"/>
                  </a:lnTo>
                  <a:lnTo>
                    <a:pt x="6078439" y="121426"/>
                  </a:lnTo>
                  <a:lnTo>
                    <a:pt x="6078533" y="121426"/>
                  </a:lnTo>
                  <a:lnTo>
                    <a:pt x="6078721" y="121426"/>
                  </a:lnTo>
                  <a:lnTo>
                    <a:pt x="6079003" y="121426"/>
                  </a:lnTo>
                  <a:lnTo>
                    <a:pt x="6079097" y="121426"/>
                  </a:lnTo>
                  <a:lnTo>
                    <a:pt x="6079191" y="121426"/>
                  </a:lnTo>
                  <a:lnTo>
                    <a:pt x="6079379" y="121426"/>
                  </a:lnTo>
                  <a:lnTo>
                    <a:pt x="6079567" y="121426"/>
                  </a:lnTo>
                  <a:lnTo>
                    <a:pt x="6079661" y="121426"/>
                  </a:lnTo>
                  <a:lnTo>
                    <a:pt x="6079943" y="121426"/>
                  </a:lnTo>
                  <a:lnTo>
                    <a:pt x="6080131" y="121426"/>
                  </a:lnTo>
                  <a:lnTo>
                    <a:pt x="6080413" y="121426"/>
                  </a:lnTo>
                  <a:lnTo>
                    <a:pt x="6080601" y="121426"/>
                  </a:lnTo>
                  <a:lnTo>
                    <a:pt x="6080695" y="121426"/>
                  </a:lnTo>
                  <a:lnTo>
                    <a:pt x="6080883" y="121426"/>
                  </a:lnTo>
                  <a:lnTo>
                    <a:pt x="6080977" y="121426"/>
                  </a:lnTo>
                  <a:lnTo>
                    <a:pt x="6081071" y="121426"/>
                  </a:lnTo>
                  <a:lnTo>
                    <a:pt x="6081165" y="121426"/>
                  </a:lnTo>
                  <a:lnTo>
                    <a:pt x="6081259" y="121426"/>
                  </a:lnTo>
                  <a:lnTo>
                    <a:pt x="6081353" y="121426"/>
                  </a:lnTo>
                  <a:lnTo>
                    <a:pt x="6081447" y="121426"/>
                  </a:lnTo>
                  <a:lnTo>
                    <a:pt x="6081541" y="121426"/>
                  </a:lnTo>
                  <a:lnTo>
                    <a:pt x="6081635" y="121426"/>
                  </a:lnTo>
                  <a:lnTo>
                    <a:pt x="6081918" y="121426"/>
                  </a:lnTo>
                  <a:lnTo>
                    <a:pt x="6082012" y="121426"/>
                  </a:lnTo>
                  <a:lnTo>
                    <a:pt x="6082106" y="121426"/>
                  </a:lnTo>
                  <a:lnTo>
                    <a:pt x="6082294" y="121426"/>
                  </a:lnTo>
                  <a:lnTo>
                    <a:pt x="6082764" y="121426"/>
                  </a:lnTo>
                  <a:lnTo>
                    <a:pt x="6083046" y="121426"/>
                  </a:lnTo>
                  <a:lnTo>
                    <a:pt x="6083140" y="121426"/>
                  </a:lnTo>
                  <a:lnTo>
                    <a:pt x="6083234" y="121426"/>
                  </a:lnTo>
                  <a:lnTo>
                    <a:pt x="6083328" y="121426"/>
                  </a:lnTo>
                  <a:lnTo>
                    <a:pt x="6083422" y="121426"/>
                  </a:lnTo>
                  <a:lnTo>
                    <a:pt x="6083516" y="121426"/>
                  </a:lnTo>
                  <a:lnTo>
                    <a:pt x="6083610" y="121426"/>
                  </a:lnTo>
                  <a:lnTo>
                    <a:pt x="6083704" y="121426"/>
                  </a:lnTo>
                  <a:lnTo>
                    <a:pt x="6083892" y="121426"/>
                  </a:lnTo>
                  <a:lnTo>
                    <a:pt x="6084174" y="121426"/>
                  </a:lnTo>
                  <a:lnTo>
                    <a:pt x="6084362" y="121426"/>
                  </a:lnTo>
                  <a:lnTo>
                    <a:pt x="6084738" y="121426"/>
                  </a:lnTo>
                  <a:lnTo>
                    <a:pt x="6084926" y="121426"/>
                  </a:lnTo>
                  <a:lnTo>
                    <a:pt x="6085208" y="121426"/>
                  </a:lnTo>
                  <a:lnTo>
                    <a:pt x="6085302" y="121426"/>
                  </a:lnTo>
                  <a:lnTo>
                    <a:pt x="6085397" y="121426"/>
                  </a:lnTo>
                  <a:lnTo>
                    <a:pt x="6085491" y="121426"/>
                  </a:lnTo>
                  <a:lnTo>
                    <a:pt x="6085585" y="121426"/>
                  </a:lnTo>
                  <a:lnTo>
                    <a:pt x="6085679" y="121426"/>
                  </a:lnTo>
                  <a:lnTo>
                    <a:pt x="6085773" y="121426"/>
                  </a:lnTo>
                  <a:lnTo>
                    <a:pt x="6085867" y="121426"/>
                  </a:lnTo>
                  <a:lnTo>
                    <a:pt x="6086055" y="121426"/>
                  </a:lnTo>
                  <a:lnTo>
                    <a:pt x="6086243" y="121426"/>
                  </a:lnTo>
                  <a:lnTo>
                    <a:pt x="6086337" y="121426"/>
                  </a:lnTo>
                  <a:lnTo>
                    <a:pt x="6086525" y="121426"/>
                  </a:lnTo>
                  <a:lnTo>
                    <a:pt x="6086713" y="121426"/>
                  </a:lnTo>
                  <a:lnTo>
                    <a:pt x="6086807" y="121426"/>
                  </a:lnTo>
                  <a:lnTo>
                    <a:pt x="6086995" y="121426"/>
                  </a:lnTo>
                  <a:lnTo>
                    <a:pt x="6087089" y="121426"/>
                  </a:lnTo>
                  <a:lnTo>
                    <a:pt x="6087183" y="121426"/>
                  </a:lnTo>
                  <a:lnTo>
                    <a:pt x="6087277" y="121426"/>
                  </a:lnTo>
                  <a:lnTo>
                    <a:pt x="6087371" y="121426"/>
                  </a:lnTo>
                  <a:lnTo>
                    <a:pt x="6087559" y="121426"/>
                  </a:lnTo>
                  <a:lnTo>
                    <a:pt x="6087935" y="121426"/>
                  </a:lnTo>
                  <a:lnTo>
                    <a:pt x="6088029" y="121426"/>
                  </a:lnTo>
                  <a:lnTo>
                    <a:pt x="6088217" y="121426"/>
                  </a:lnTo>
                  <a:lnTo>
                    <a:pt x="6088311" y="121426"/>
                  </a:lnTo>
                  <a:lnTo>
                    <a:pt x="6088687" y="121426"/>
                  </a:lnTo>
                  <a:lnTo>
                    <a:pt x="6088875" y="121426"/>
                  </a:lnTo>
                  <a:lnTo>
                    <a:pt x="6088970" y="121426"/>
                  </a:lnTo>
                  <a:lnTo>
                    <a:pt x="6089346" y="121426"/>
                  </a:lnTo>
                  <a:lnTo>
                    <a:pt x="6089534" y="121426"/>
                  </a:lnTo>
                  <a:lnTo>
                    <a:pt x="6089910" y="121426"/>
                  </a:lnTo>
                  <a:lnTo>
                    <a:pt x="6090098" y="121426"/>
                  </a:lnTo>
                  <a:lnTo>
                    <a:pt x="6093013" y="121426"/>
                  </a:lnTo>
                  <a:lnTo>
                    <a:pt x="6093107" y="121426"/>
                  </a:lnTo>
                  <a:lnTo>
                    <a:pt x="6093295" y="121426"/>
                  </a:lnTo>
                  <a:lnTo>
                    <a:pt x="6093389" y="121426"/>
                  </a:lnTo>
                  <a:lnTo>
                    <a:pt x="6093483" y="121426"/>
                  </a:lnTo>
                  <a:lnTo>
                    <a:pt x="6093859" y="121426"/>
                  </a:lnTo>
                  <a:lnTo>
                    <a:pt x="6094047" y="121426"/>
                  </a:lnTo>
                  <a:lnTo>
                    <a:pt x="6094141" y="121426"/>
                  </a:lnTo>
                  <a:lnTo>
                    <a:pt x="6094235" y="121426"/>
                  </a:lnTo>
                  <a:lnTo>
                    <a:pt x="6094329" y="121426"/>
                  </a:lnTo>
                  <a:lnTo>
                    <a:pt x="6094423" y="121426"/>
                  </a:lnTo>
                  <a:lnTo>
                    <a:pt x="6094517" y="121426"/>
                  </a:lnTo>
                  <a:lnTo>
                    <a:pt x="6094611" y="121426"/>
                  </a:lnTo>
                  <a:lnTo>
                    <a:pt x="6094705" y="121426"/>
                  </a:lnTo>
                  <a:lnTo>
                    <a:pt x="6094893" y="121426"/>
                  </a:lnTo>
                  <a:lnTo>
                    <a:pt x="6095081" y="121426"/>
                  </a:lnTo>
                  <a:lnTo>
                    <a:pt x="6095269" y="121426"/>
                  </a:lnTo>
                  <a:lnTo>
                    <a:pt x="6095457" y="121426"/>
                  </a:lnTo>
                  <a:lnTo>
                    <a:pt x="6095551" y="121426"/>
                  </a:lnTo>
                  <a:lnTo>
                    <a:pt x="6095645" y="121426"/>
                  </a:lnTo>
                  <a:lnTo>
                    <a:pt x="6095927" y="121426"/>
                  </a:lnTo>
                  <a:lnTo>
                    <a:pt x="6095927" y="116147"/>
                  </a:lnTo>
                  <a:lnTo>
                    <a:pt x="6096022" y="116147"/>
                  </a:lnTo>
                  <a:lnTo>
                    <a:pt x="6096116" y="116147"/>
                  </a:lnTo>
                  <a:lnTo>
                    <a:pt x="6096210" y="116147"/>
                  </a:lnTo>
                  <a:lnTo>
                    <a:pt x="6096304" y="116147"/>
                  </a:lnTo>
                  <a:lnTo>
                    <a:pt x="6096492" y="116147"/>
                  </a:lnTo>
                  <a:lnTo>
                    <a:pt x="6096868" y="116147"/>
                  </a:lnTo>
                  <a:lnTo>
                    <a:pt x="6096962" y="116147"/>
                  </a:lnTo>
                  <a:lnTo>
                    <a:pt x="6097056" y="116147"/>
                  </a:lnTo>
                  <a:lnTo>
                    <a:pt x="6097244" y="116147"/>
                  </a:lnTo>
                  <a:lnTo>
                    <a:pt x="6097338" y="116147"/>
                  </a:lnTo>
                  <a:lnTo>
                    <a:pt x="6097620" y="116147"/>
                  </a:lnTo>
                  <a:lnTo>
                    <a:pt x="6097714" y="116147"/>
                  </a:lnTo>
                  <a:lnTo>
                    <a:pt x="6097902" y="116147"/>
                  </a:lnTo>
                  <a:lnTo>
                    <a:pt x="6098090" y="116147"/>
                  </a:lnTo>
                  <a:lnTo>
                    <a:pt x="6098278" y="116147"/>
                  </a:lnTo>
                  <a:lnTo>
                    <a:pt x="6098466" y="116147"/>
                  </a:lnTo>
                  <a:lnTo>
                    <a:pt x="6098748" y="116147"/>
                  </a:lnTo>
                  <a:lnTo>
                    <a:pt x="6098936" y="116147"/>
                  </a:lnTo>
                  <a:lnTo>
                    <a:pt x="6099030" y="116147"/>
                  </a:lnTo>
                  <a:lnTo>
                    <a:pt x="6099406" y="116147"/>
                  </a:lnTo>
                  <a:lnTo>
                    <a:pt x="6099595" y="116147"/>
                  </a:lnTo>
                  <a:lnTo>
                    <a:pt x="6099971" y="116147"/>
                  </a:lnTo>
                  <a:lnTo>
                    <a:pt x="6100159" y="116147"/>
                  </a:lnTo>
                  <a:lnTo>
                    <a:pt x="6100253" y="116147"/>
                  </a:lnTo>
                  <a:lnTo>
                    <a:pt x="6100347" y="116147"/>
                  </a:lnTo>
                  <a:lnTo>
                    <a:pt x="6100535" y="116147"/>
                  </a:lnTo>
                  <a:lnTo>
                    <a:pt x="6100629" y="116147"/>
                  </a:lnTo>
                  <a:lnTo>
                    <a:pt x="6100723" y="116147"/>
                  </a:lnTo>
                  <a:lnTo>
                    <a:pt x="6101099" y="116147"/>
                  </a:lnTo>
                  <a:lnTo>
                    <a:pt x="6101193" y="116147"/>
                  </a:lnTo>
                  <a:lnTo>
                    <a:pt x="6101287" y="116147"/>
                  </a:lnTo>
                  <a:lnTo>
                    <a:pt x="6101381" y="116147"/>
                  </a:lnTo>
                  <a:lnTo>
                    <a:pt x="6101475" y="116147"/>
                  </a:lnTo>
                  <a:lnTo>
                    <a:pt x="6101569" y="116147"/>
                  </a:lnTo>
                  <a:lnTo>
                    <a:pt x="6101663" y="116147"/>
                  </a:lnTo>
                  <a:lnTo>
                    <a:pt x="6101757" y="116147"/>
                  </a:lnTo>
                  <a:lnTo>
                    <a:pt x="6101851" y="116147"/>
                  </a:lnTo>
                  <a:lnTo>
                    <a:pt x="6101945" y="116147"/>
                  </a:lnTo>
                  <a:lnTo>
                    <a:pt x="6102133" y="116147"/>
                  </a:lnTo>
                  <a:lnTo>
                    <a:pt x="6102321" y="116147"/>
                  </a:lnTo>
                  <a:lnTo>
                    <a:pt x="6102415" y="116147"/>
                  </a:lnTo>
                  <a:lnTo>
                    <a:pt x="6102603" y="116147"/>
                  </a:lnTo>
                  <a:lnTo>
                    <a:pt x="6102697" y="116147"/>
                  </a:lnTo>
                  <a:lnTo>
                    <a:pt x="6102791" y="116147"/>
                  </a:lnTo>
                  <a:lnTo>
                    <a:pt x="6102885" y="116147"/>
                  </a:lnTo>
                  <a:lnTo>
                    <a:pt x="6103168" y="116147"/>
                  </a:lnTo>
                  <a:lnTo>
                    <a:pt x="6103356" y="116147"/>
                  </a:lnTo>
                  <a:lnTo>
                    <a:pt x="6103450" y="116147"/>
                  </a:lnTo>
                  <a:lnTo>
                    <a:pt x="6103732" y="116147"/>
                  </a:lnTo>
                  <a:lnTo>
                    <a:pt x="6103920" y="116147"/>
                  </a:lnTo>
                  <a:lnTo>
                    <a:pt x="6104014" y="116147"/>
                  </a:lnTo>
                  <a:lnTo>
                    <a:pt x="6104108" y="116147"/>
                  </a:lnTo>
                  <a:lnTo>
                    <a:pt x="6104296" y="116147"/>
                  </a:lnTo>
                  <a:lnTo>
                    <a:pt x="6104390" y="116147"/>
                  </a:lnTo>
                  <a:lnTo>
                    <a:pt x="6104484" y="116147"/>
                  </a:lnTo>
                  <a:lnTo>
                    <a:pt x="6104672" y="116147"/>
                  </a:lnTo>
                  <a:lnTo>
                    <a:pt x="6104766" y="116147"/>
                  </a:lnTo>
                  <a:lnTo>
                    <a:pt x="6104860" y="116147"/>
                  </a:lnTo>
                  <a:lnTo>
                    <a:pt x="6104954" y="116147"/>
                  </a:lnTo>
                  <a:lnTo>
                    <a:pt x="6105142" y="116147"/>
                  </a:lnTo>
                  <a:lnTo>
                    <a:pt x="6105424" y="116147"/>
                  </a:lnTo>
                  <a:lnTo>
                    <a:pt x="6105518" y="116147"/>
                  </a:lnTo>
                  <a:lnTo>
                    <a:pt x="6105612" y="116147"/>
                  </a:lnTo>
                  <a:lnTo>
                    <a:pt x="6105894" y="116147"/>
                  </a:lnTo>
                  <a:lnTo>
                    <a:pt x="6105988" y="116147"/>
                  </a:lnTo>
                  <a:lnTo>
                    <a:pt x="6106176" y="116147"/>
                  </a:lnTo>
                  <a:lnTo>
                    <a:pt x="6106364" y="116147"/>
                  </a:lnTo>
                  <a:lnTo>
                    <a:pt x="6106835" y="116147"/>
                  </a:lnTo>
                  <a:lnTo>
                    <a:pt x="6106929" y="116147"/>
                  </a:lnTo>
                  <a:lnTo>
                    <a:pt x="6107211" y="116147"/>
                  </a:lnTo>
                  <a:lnTo>
                    <a:pt x="6107399" y="116147"/>
                  </a:lnTo>
                  <a:lnTo>
                    <a:pt x="6107587" y="116147"/>
                  </a:lnTo>
                  <a:lnTo>
                    <a:pt x="6107681" y="116147"/>
                  </a:lnTo>
                  <a:lnTo>
                    <a:pt x="6107775" y="116147"/>
                  </a:lnTo>
                  <a:lnTo>
                    <a:pt x="6107869" y="116147"/>
                  </a:lnTo>
                  <a:lnTo>
                    <a:pt x="6107963" y="116147"/>
                  </a:lnTo>
                  <a:lnTo>
                    <a:pt x="6108057" y="116147"/>
                  </a:lnTo>
                  <a:lnTo>
                    <a:pt x="6108151" y="116147"/>
                  </a:lnTo>
                  <a:lnTo>
                    <a:pt x="6108433" y="116147"/>
                  </a:lnTo>
                  <a:lnTo>
                    <a:pt x="6108527" y="116147"/>
                  </a:lnTo>
                  <a:lnTo>
                    <a:pt x="6108621" y="116147"/>
                  </a:lnTo>
                  <a:lnTo>
                    <a:pt x="6108809" y="116147"/>
                  </a:lnTo>
                  <a:lnTo>
                    <a:pt x="6108903" y="116147"/>
                  </a:lnTo>
                  <a:lnTo>
                    <a:pt x="6109091" y="116147"/>
                  </a:lnTo>
                  <a:lnTo>
                    <a:pt x="6109279" y="116147"/>
                  </a:lnTo>
                  <a:lnTo>
                    <a:pt x="6109749" y="116147"/>
                  </a:lnTo>
                  <a:lnTo>
                    <a:pt x="6109843" y="116147"/>
                  </a:lnTo>
                  <a:lnTo>
                    <a:pt x="6109937" y="116147"/>
                  </a:lnTo>
                  <a:lnTo>
                    <a:pt x="6110031" y="116147"/>
                  </a:lnTo>
                  <a:lnTo>
                    <a:pt x="6110502" y="116147"/>
                  </a:lnTo>
                  <a:lnTo>
                    <a:pt x="6110690" y="116147"/>
                  </a:lnTo>
                  <a:lnTo>
                    <a:pt x="6110784" y="116147"/>
                  </a:lnTo>
                  <a:lnTo>
                    <a:pt x="6110972" y="116147"/>
                  </a:lnTo>
                  <a:lnTo>
                    <a:pt x="6111254" y="116147"/>
                  </a:lnTo>
                  <a:lnTo>
                    <a:pt x="6111630" y="116147"/>
                  </a:lnTo>
                  <a:lnTo>
                    <a:pt x="6111818" y="116147"/>
                  </a:lnTo>
                  <a:lnTo>
                    <a:pt x="6111912" y="116147"/>
                  </a:lnTo>
                  <a:lnTo>
                    <a:pt x="6112100" y="116147"/>
                  </a:lnTo>
                  <a:lnTo>
                    <a:pt x="6112194" y="116147"/>
                  </a:lnTo>
                  <a:lnTo>
                    <a:pt x="6112382" y="116147"/>
                  </a:lnTo>
                  <a:lnTo>
                    <a:pt x="6112476" y="116147"/>
                  </a:lnTo>
                  <a:lnTo>
                    <a:pt x="6113134" y="116147"/>
                  </a:lnTo>
                  <a:lnTo>
                    <a:pt x="6113322" y="116147"/>
                  </a:lnTo>
                  <a:lnTo>
                    <a:pt x="6113604" y="116147"/>
                  </a:lnTo>
                  <a:lnTo>
                    <a:pt x="6113699" y="116147"/>
                  </a:lnTo>
                  <a:lnTo>
                    <a:pt x="6113981" y="116147"/>
                  </a:lnTo>
                  <a:lnTo>
                    <a:pt x="6114075" y="116147"/>
                  </a:lnTo>
                  <a:lnTo>
                    <a:pt x="6114357" y="116147"/>
                  </a:lnTo>
                  <a:lnTo>
                    <a:pt x="6114733" y="116147"/>
                  </a:lnTo>
                  <a:lnTo>
                    <a:pt x="6114827" y="116147"/>
                  </a:lnTo>
                  <a:lnTo>
                    <a:pt x="6115203" y="116147"/>
                  </a:lnTo>
                  <a:lnTo>
                    <a:pt x="6115297" y="116147"/>
                  </a:lnTo>
                  <a:lnTo>
                    <a:pt x="6115391" y="116147"/>
                  </a:lnTo>
                  <a:lnTo>
                    <a:pt x="6115485" y="116147"/>
                  </a:lnTo>
                  <a:lnTo>
                    <a:pt x="6115579" y="116147"/>
                  </a:lnTo>
                  <a:lnTo>
                    <a:pt x="6115673" y="116147"/>
                  </a:lnTo>
                  <a:lnTo>
                    <a:pt x="6115767" y="116147"/>
                  </a:lnTo>
                  <a:lnTo>
                    <a:pt x="6115955" y="116147"/>
                  </a:lnTo>
                  <a:lnTo>
                    <a:pt x="6116143" y="116147"/>
                  </a:lnTo>
                  <a:lnTo>
                    <a:pt x="6116425" y="116147"/>
                  </a:lnTo>
                  <a:lnTo>
                    <a:pt x="6116519" y="116147"/>
                  </a:lnTo>
                  <a:lnTo>
                    <a:pt x="6116613" y="116147"/>
                  </a:lnTo>
                  <a:lnTo>
                    <a:pt x="6116801" y="116147"/>
                  </a:lnTo>
                  <a:lnTo>
                    <a:pt x="6116895" y="116147"/>
                  </a:lnTo>
                  <a:lnTo>
                    <a:pt x="6117272" y="116147"/>
                  </a:lnTo>
                  <a:lnTo>
                    <a:pt x="6117366" y="116147"/>
                  </a:lnTo>
                  <a:lnTo>
                    <a:pt x="6117554" y="116147"/>
                  </a:lnTo>
                  <a:lnTo>
                    <a:pt x="6117648" y="116147"/>
                  </a:lnTo>
                  <a:lnTo>
                    <a:pt x="6117836" y="116147"/>
                  </a:lnTo>
                  <a:lnTo>
                    <a:pt x="6118024" y="116147"/>
                  </a:lnTo>
                  <a:lnTo>
                    <a:pt x="6118118" y="116147"/>
                  </a:lnTo>
                  <a:lnTo>
                    <a:pt x="6118306" y="116147"/>
                  </a:lnTo>
                  <a:lnTo>
                    <a:pt x="6118400" y="116147"/>
                  </a:lnTo>
                  <a:lnTo>
                    <a:pt x="6118494" y="110867"/>
                  </a:lnTo>
                  <a:lnTo>
                    <a:pt x="6118588" y="110867"/>
                  </a:lnTo>
                  <a:lnTo>
                    <a:pt x="6118776" y="110867"/>
                  </a:lnTo>
                  <a:lnTo>
                    <a:pt x="6118870" y="110867"/>
                  </a:lnTo>
                  <a:lnTo>
                    <a:pt x="6119058" y="110867"/>
                  </a:lnTo>
                  <a:lnTo>
                    <a:pt x="6119434" y="110867"/>
                  </a:lnTo>
                  <a:lnTo>
                    <a:pt x="6119716" y="110867"/>
                  </a:lnTo>
                  <a:lnTo>
                    <a:pt x="6119810" y="110867"/>
                  </a:lnTo>
                  <a:lnTo>
                    <a:pt x="6119904" y="110867"/>
                  </a:lnTo>
                  <a:lnTo>
                    <a:pt x="6120186" y="110867"/>
                  </a:lnTo>
                  <a:lnTo>
                    <a:pt x="6120280" y="110867"/>
                  </a:lnTo>
                  <a:lnTo>
                    <a:pt x="6120468" y="110867"/>
                  </a:lnTo>
                  <a:lnTo>
                    <a:pt x="6120939" y="110867"/>
                  </a:lnTo>
                  <a:lnTo>
                    <a:pt x="6121127" y="110867"/>
                  </a:lnTo>
                  <a:lnTo>
                    <a:pt x="6121127" y="105588"/>
                  </a:lnTo>
                  <a:lnTo>
                    <a:pt x="6121221" y="105588"/>
                  </a:lnTo>
                  <a:lnTo>
                    <a:pt x="6121597" y="105588"/>
                  </a:lnTo>
                  <a:lnTo>
                    <a:pt x="6122067" y="105588"/>
                  </a:lnTo>
                  <a:lnTo>
                    <a:pt x="6122255" y="105588"/>
                  </a:lnTo>
                  <a:lnTo>
                    <a:pt x="6122443" y="105588"/>
                  </a:lnTo>
                  <a:lnTo>
                    <a:pt x="6122537" y="105588"/>
                  </a:lnTo>
                  <a:lnTo>
                    <a:pt x="6122725" y="105588"/>
                  </a:lnTo>
                  <a:lnTo>
                    <a:pt x="6122913" y="105588"/>
                  </a:lnTo>
                  <a:lnTo>
                    <a:pt x="6123007" y="105588"/>
                  </a:lnTo>
                  <a:lnTo>
                    <a:pt x="6123289" y="105588"/>
                  </a:lnTo>
                  <a:lnTo>
                    <a:pt x="6123383" y="105588"/>
                  </a:lnTo>
                  <a:lnTo>
                    <a:pt x="6123571" y="105588"/>
                  </a:lnTo>
                  <a:lnTo>
                    <a:pt x="6123665" y="105588"/>
                  </a:lnTo>
                  <a:lnTo>
                    <a:pt x="6123947" y="105588"/>
                  </a:lnTo>
                  <a:lnTo>
                    <a:pt x="6124135" y="105588"/>
                  </a:lnTo>
                  <a:lnTo>
                    <a:pt x="6124324" y="105588"/>
                  </a:lnTo>
                  <a:lnTo>
                    <a:pt x="6124418" y="105588"/>
                  </a:lnTo>
                  <a:lnTo>
                    <a:pt x="6124512" y="105588"/>
                  </a:lnTo>
                  <a:lnTo>
                    <a:pt x="6124606" y="105588"/>
                  </a:lnTo>
                  <a:lnTo>
                    <a:pt x="6124606" y="100309"/>
                  </a:lnTo>
                  <a:lnTo>
                    <a:pt x="6124700" y="100309"/>
                  </a:lnTo>
                  <a:lnTo>
                    <a:pt x="6124794" y="100309"/>
                  </a:lnTo>
                  <a:lnTo>
                    <a:pt x="6125264" y="100309"/>
                  </a:lnTo>
                  <a:lnTo>
                    <a:pt x="6125452" y="100309"/>
                  </a:lnTo>
                  <a:lnTo>
                    <a:pt x="6125734" y="100309"/>
                  </a:lnTo>
                  <a:lnTo>
                    <a:pt x="6125828" y="100309"/>
                  </a:lnTo>
                  <a:lnTo>
                    <a:pt x="6126016" y="100309"/>
                  </a:lnTo>
                  <a:lnTo>
                    <a:pt x="6126110" y="100309"/>
                  </a:lnTo>
                  <a:lnTo>
                    <a:pt x="6126204" y="100309"/>
                  </a:lnTo>
                  <a:lnTo>
                    <a:pt x="6126298" y="100309"/>
                  </a:lnTo>
                  <a:lnTo>
                    <a:pt x="6126486" y="100309"/>
                  </a:lnTo>
                  <a:lnTo>
                    <a:pt x="6126674" y="100309"/>
                  </a:lnTo>
                  <a:lnTo>
                    <a:pt x="6126862" y="100309"/>
                  </a:lnTo>
                  <a:lnTo>
                    <a:pt x="6127050" y="100309"/>
                  </a:lnTo>
                  <a:lnTo>
                    <a:pt x="6127238" y="100309"/>
                  </a:lnTo>
                  <a:lnTo>
                    <a:pt x="6127332" y="100309"/>
                  </a:lnTo>
                  <a:lnTo>
                    <a:pt x="6127426" y="100309"/>
                  </a:lnTo>
                  <a:lnTo>
                    <a:pt x="6127520" y="100309"/>
                  </a:lnTo>
                  <a:lnTo>
                    <a:pt x="6127614" y="100309"/>
                  </a:lnTo>
                  <a:lnTo>
                    <a:pt x="6127708" y="100309"/>
                  </a:lnTo>
                  <a:lnTo>
                    <a:pt x="6127991" y="100309"/>
                  </a:lnTo>
                  <a:lnTo>
                    <a:pt x="6128085" y="100309"/>
                  </a:lnTo>
                  <a:lnTo>
                    <a:pt x="6128179" y="100309"/>
                  </a:lnTo>
                  <a:lnTo>
                    <a:pt x="6128367" y="100309"/>
                  </a:lnTo>
                  <a:lnTo>
                    <a:pt x="6128461" y="100309"/>
                  </a:lnTo>
                  <a:lnTo>
                    <a:pt x="6128555" y="100309"/>
                  </a:lnTo>
                  <a:lnTo>
                    <a:pt x="6129119" y="100309"/>
                  </a:lnTo>
                  <a:lnTo>
                    <a:pt x="6129213" y="100309"/>
                  </a:lnTo>
                  <a:lnTo>
                    <a:pt x="6129401" y="100309"/>
                  </a:lnTo>
                  <a:lnTo>
                    <a:pt x="6129683" y="100309"/>
                  </a:lnTo>
                  <a:lnTo>
                    <a:pt x="6129871" y="100309"/>
                  </a:lnTo>
                  <a:lnTo>
                    <a:pt x="6129965" y="100309"/>
                  </a:lnTo>
                  <a:lnTo>
                    <a:pt x="6130247" y="100309"/>
                  </a:lnTo>
                  <a:lnTo>
                    <a:pt x="6130435" y="100309"/>
                  </a:lnTo>
                  <a:lnTo>
                    <a:pt x="6130529" y="100309"/>
                  </a:lnTo>
                  <a:lnTo>
                    <a:pt x="6130623" y="100309"/>
                  </a:lnTo>
                  <a:lnTo>
                    <a:pt x="6130717" y="100309"/>
                  </a:lnTo>
                  <a:lnTo>
                    <a:pt x="6130811" y="100309"/>
                  </a:lnTo>
                  <a:lnTo>
                    <a:pt x="6130905" y="100309"/>
                  </a:lnTo>
                  <a:lnTo>
                    <a:pt x="6130999" y="100309"/>
                  </a:lnTo>
                  <a:lnTo>
                    <a:pt x="6131093" y="100309"/>
                  </a:lnTo>
                  <a:lnTo>
                    <a:pt x="6131187" y="100309"/>
                  </a:lnTo>
                  <a:lnTo>
                    <a:pt x="6131281" y="100309"/>
                  </a:lnTo>
                  <a:lnTo>
                    <a:pt x="6131375" y="100309"/>
                  </a:lnTo>
                  <a:lnTo>
                    <a:pt x="6131470" y="100309"/>
                  </a:lnTo>
                  <a:lnTo>
                    <a:pt x="6131752" y="100309"/>
                  </a:lnTo>
                  <a:lnTo>
                    <a:pt x="6131846" y="100309"/>
                  </a:lnTo>
                  <a:lnTo>
                    <a:pt x="6132034" y="100309"/>
                  </a:lnTo>
                  <a:lnTo>
                    <a:pt x="6132128" y="100309"/>
                  </a:lnTo>
                  <a:lnTo>
                    <a:pt x="6132316" y="100309"/>
                  </a:lnTo>
                  <a:lnTo>
                    <a:pt x="6132598" y="100309"/>
                  </a:lnTo>
                  <a:lnTo>
                    <a:pt x="6132786" y="100309"/>
                  </a:lnTo>
                  <a:lnTo>
                    <a:pt x="6132880" y="100309"/>
                  </a:lnTo>
                  <a:lnTo>
                    <a:pt x="6132974" y="100309"/>
                  </a:lnTo>
                  <a:lnTo>
                    <a:pt x="6133350" y="95029"/>
                  </a:lnTo>
                  <a:lnTo>
                    <a:pt x="6133444" y="95029"/>
                  </a:lnTo>
                  <a:lnTo>
                    <a:pt x="6133538" y="95029"/>
                  </a:lnTo>
                  <a:lnTo>
                    <a:pt x="6133632" y="95029"/>
                  </a:lnTo>
                  <a:lnTo>
                    <a:pt x="6133726" y="95029"/>
                  </a:lnTo>
                  <a:lnTo>
                    <a:pt x="6133914" y="95029"/>
                  </a:lnTo>
                  <a:lnTo>
                    <a:pt x="6134008" y="95029"/>
                  </a:lnTo>
                  <a:lnTo>
                    <a:pt x="6134102" y="95029"/>
                  </a:lnTo>
                  <a:lnTo>
                    <a:pt x="6134196" y="95029"/>
                  </a:lnTo>
                  <a:lnTo>
                    <a:pt x="6134290" y="95029"/>
                  </a:lnTo>
                  <a:lnTo>
                    <a:pt x="6134666" y="95029"/>
                  </a:lnTo>
                  <a:lnTo>
                    <a:pt x="6134948" y="95029"/>
                  </a:lnTo>
                  <a:lnTo>
                    <a:pt x="6135043" y="95029"/>
                  </a:lnTo>
                  <a:lnTo>
                    <a:pt x="6135231" y="95029"/>
                  </a:lnTo>
                  <a:lnTo>
                    <a:pt x="6135325" y="95029"/>
                  </a:lnTo>
                  <a:lnTo>
                    <a:pt x="6135701" y="95029"/>
                  </a:lnTo>
                  <a:lnTo>
                    <a:pt x="6135795" y="95029"/>
                  </a:lnTo>
                  <a:lnTo>
                    <a:pt x="6136077" y="95029"/>
                  </a:lnTo>
                  <a:lnTo>
                    <a:pt x="6136171" y="95029"/>
                  </a:lnTo>
                  <a:lnTo>
                    <a:pt x="6136453" y="95029"/>
                  </a:lnTo>
                  <a:lnTo>
                    <a:pt x="6136829" y="95029"/>
                  </a:lnTo>
                  <a:lnTo>
                    <a:pt x="6137017" y="95029"/>
                  </a:lnTo>
                  <a:lnTo>
                    <a:pt x="6137205" y="95029"/>
                  </a:lnTo>
                  <a:lnTo>
                    <a:pt x="6137487" y="95029"/>
                  </a:lnTo>
                  <a:lnTo>
                    <a:pt x="6137581" y="95029"/>
                  </a:lnTo>
                  <a:lnTo>
                    <a:pt x="6137769" y="95029"/>
                  </a:lnTo>
                  <a:lnTo>
                    <a:pt x="6137957" y="95029"/>
                  </a:lnTo>
                  <a:lnTo>
                    <a:pt x="6138145" y="95029"/>
                  </a:lnTo>
                  <a:lnTo>
                    <a:pt x="6138239" y="95029"/>
                  </a:lnTo>
                  <a:lnTo>
                    <a:pt x="6138333" y="95029"/>
                  </a:lnTo>
                  <a:lnTo>
                    <a:pt x="6138427" y="95029"/>
                  </a:lnTo>
                  <a:lnTo>
                    <a:pt x="6138804" y="95029"/>
                  </a:lnTo>
                  <a:lnTo>
                    <a:pt x="6138992" y="95029"/>
                  </a:lnTo>
                  <a:lnTo>
                    <a:pt x="6138992" y="89750"/>
                  </a:lnTo>
                  <a:lnTo>
                    <a:pt x="6139368" y="89750"/>
                  </a:lnTo>
                  <a:lnTo>
                    <a:pt x="6139462" y="89750"/>
                  </a:lnTo>
                  <a:lnTo>
                    <a:pt x="6139556" y="89750"/>
                  </a:lnTo>
                  <a:lnTo>
                    <a:pt x="6139650" y="89750"/>
                  </a:lnTo>
                  <a:lnTo>
                    <a:pt x="6139932" y="89750"/>
                  </a:lnTo>
                  <a:lnTo>
                    <a:pt x="6140026" y="89750"/>
                  </a:lnTo>
                  <a:lnTo>
                    <a:pt x="6140120" y="89750"/>
                  </a:lnTo>
                  <a:lnTo>
                    <a:pt x="6140214" y="89750"/>
                  </a:lnTo>
                  <a:lnTo>
                    <a:pt x="6140308" y="89750"/>
                  </a:lnTo>
                  <a:lnTo>
                    <a:pt x="6140402" y="89750"/>
                  </a:lnTo>
                  <a:lnTo>
                    <a:pt x="6140496" y="89750"/>
                  </a:lnTo>
                  <a:lnTo>
                    <a:pt x="6140590" y="89750"/>
                  </a:lnTo>
                  <a:lnTo>
                    <a:pt x="6140684" y="89750"/>
                  </a:lnTo>
                  <a:lnTo>
                    <a:pt x="6140778" y="89750"/>
                  </a:lnTo>
                  <a:lnTo>
                    <a:pt x="6140966" y="89750"/>
                  </a:lnTo>
                  <a:lnTo>
                    <a:pt x="6141060" y="89750"/>
                  </a:lnTo>
                  <a:lnTo>
                    <a:pt x="6141154" y="89750"/>
                  </a:lnTo>
                  <a:lnTo>
                    <a:pt x="6141436" y="89750"/>
                  </a:lnTo>
                  <a:lnTo>
                    <a:pt x="6141530" y="89750"/>
                  </a:lnTo>
                  <a:lnTo>
                    <a:pt x="6141906" y="89750"/>
                  </a:lnTo>
                  <a:lnTo>
                    <a:pt x="6142189" y="89750"/>
                  </a:lnTo>
                  <a:lnTo>
                    <a:pt x="6142283" y="89750"/>
                  </a:lnTo>
                  <a:lnTo>
                    <a:pt x="6142377" y="89750"/>
                  </a:lnTo>
                  <a:lnTo>
                    <a:pt x="6142659" y="89750"/>
                  </a:lnTo>
                  <a:lnTo>
                    <a:pt x="6143035" y="89750"/>
                  </a:lnTo>
                  <a:lnTo>
                    <a:pt x="6143129" y="89750"/>
                  </a:lnTo>
                  <a:lnTo>
                    <a:pt x="6143317" y="89750"/>
                  </a:lnTo>
                  <a:lnTo>
                    <a:pt x="6143505" y="89750"/>
                  </a:lnTo>
                  <a:lnTo>
                    <a:pt x="6143599" y="89750"/>
                  </a:lnTo>
                  <a:lnTo>
                    <a:pt x="6143975" y="89750"/>
                  </a:lnTo>
                  <a:lnTo>
                    <a:pt x="6144163" y="89750"/>
                  </a:lnTo>
                  <a:lnTo>
                    <a:pt x="6144351" y="89750"/>
                  </a:lnTo>
                  <a:lnTo>
                    <a:pt x="6144633" y="89750"/>
                  </a:lnTo>
                  <a:lnTo>
                    <a:pt x="6144727" y="89750"/>
                  </a:lnTo>
                  <a:lnTo>
                    <a:pt x="6144821" y="89750"/>
                  </a:lnTo>
                  <a:lnTo>
                    <a:pt x="6144915" y="89750"/>
                  </a:lnTo>
                  <a:lnTo>
                    <a:pt x="6145009" y="89750"/>
                  </a:lnTo>
                  <a:lnTo>
                    <a:pt x="6145103" y="89750"/>
                  </a:lnTo>
                  <a:lnTo>
                    <a:pt x="6145197" y="89750"/>
                  </a:lnTo>
                  <a:lnTo>
                    <a:pt x="6145291" y="89750"/>
                  </a:lnTo>
                  <a:lnTo>
                    <a:pt x="6145385" y="89750"/>
                  </a:lnTo>
                  <a:lnTo>
                    <a:pt x="6145479" y="89750"/>
                  </a:lnTo>
                  <a:lnTo>
                    <a:pt x="6145573" y="89750"/>
                  </a:lnTo>
                  <a:lnTo>
                    <a:pt x="6145762" y="89750"/>
                  </a:lnTo>
                  <a:lnTo>
                    <a:pt x="6145950" y="89750"/>
                  </a:lnTo>
                  <a:lnTo>
                    <a:pt x="6146232" y="89750"/>
                  </a:lnTo>
                  <a:lnTo>
                    <a:pt x="6146326" y="89750"/>
                  </a:lnTo>
                  <a:lnTo>
                    <a:pt x="6146420" y="89750"/>
                  </a:lnTo>
                  <a:lnTo>
                    <a:pt x="6146514" y="89750"/>
                  </a:lnTo>
                  <a:lnTo>
                    <a:pt x="6146608" y="89750"/>
                  </a:lnTo>
                  <a:lnTo>
                    <a:pt x="6146796" y="89750"/>
                  </a:lnTo>
                  <a:lnTo>
                    <a:pt x="6146984" y="89750"/>
                  </a:lnTo>
                  <a:lnTo>
                    <a:pt x="6147078" y="89750"/>
                  </a:lnTo>
                  <a:lnTo>
                    <a:pt x="6147172" y="89750"/>
                  </a:lnTo>
                  <a:lnTo>
                    <a:pt x="6147642" y="89750"/>
                  </a:lnTo>
                  <a:lnTo>
                    <a:pt x="6147736" y="89750"/>
                  </a:lnTo>
                  <a:lnTo>
                    <a:pt x="6147830" y="89750"/>
                  </a:lnTo>
                  <a:lnTo>
                    <a:pt x="6147924" y="89750"/>
                  </a:lnTo>
                  <a:lnTo>
                    <a:pt x="6148112" y="89750"/>
                  </a:lnTo>
                  <a:lnTo>
                    <a:pt x="6149617" y="89750"/>
                  </a:lnTo>
                  <a:lnTo>
                    <a:pt x="6149711" y="89750"/>
                  </a:lnTo>
                  <a:lnTo>
                    <a:pt x="6149805" y="89750"/>
                  </a:lnTo>
                  <a:lnTo>
                    <a:pt x="6149993" y="89750"/>
                  </a:lnTo>
                  <a:lnTo>
                    <a:pt x="6150181" y="89750"/>
                  </a:lnTo>
                  <a:lnTo>
                    <a:pt x="6150275" y="89750"/>
                  </a:lnTo>
                  <a:lnTo>
                    <a:pt x="6150463" y="89750"/>
                  </a:lnTo>
                  <a:lnTo>
                    <a:pt x="6150557" y="89750"/>
                  </a:lnTo>
                  <a:lnTo>
                    <a:pt x="6150745" y="89750"/>
                  </a:lnTo>
                  <a:lnTo>
                    <a:pt x="6150839" y="89750"/>
                  </a:lnTo>
                  <a:lnTo>
                    <a:pt x="6150933" y="89750"/>
                  </a:lnTo>
                  <a:lnTo>
                    <a:pt x="6151121" y="89750"/>
                  </a:lnTo>
                  <a:lnTo>
                    <a:pt x="6151215" y="89750"/>
                  </a:lnTo>
                  <a:lnTo>
                    <a:pt x="6151309" y="89750"/>
                  </a:lnTo>
                  <a:lnTo>
                    <a:pt x="6151497" y="89750"/>
                  </a:lnTo>
                  <a:lnTo>
                    <a:pt x="6151685" y="89750"/>
                  </a:lnTo>
                  <a:lnTo>
                    <a:pt x="6151873" y="89750"/>
                  </a:lnTo>
                  <a:lnTo>
                    <a:pt x="6151967" y="89750"/>
                  </a:lnTo>
                  <a:lnTo>
                    <a:pt x="6152249" y="89750"/>
                  </a:lnTo>
                  <a:lnTo>
                    <a:pt x="6152343" y="89750"/>
                  </a:lnTo>
                  <a:lnTo>
                    <a:pt x="6152437" y="89750"/>
                  </a:lnTo>
                  <a:lnTo>
                    <a:pt x="6152625" y="89750"/>
                  </a:lnTo>
                  <a:lnTo>
                    <a:pt x="6152720" y="89750"/>
                  </a:lnTo>
                  <a:lnTo>
                    <a:pt x="6152908" y="89750"/>
                  </a:lnTo>
                  <a:lnTo>
                    <a:pt x="6153002" y="89750"/>
                  </a:lnTo>
                  <a:lnTo>
                    <a:pt x="6153096" y="89750"/>
                  </a:lnTo>
                  <a:lnTo>
                    <a:pt x="6153190" y="89750"/>
                  </a:lnTo>
                  <a:lnTo>
                    <a:pt x="6153284" y="89750"/>
                  </a:lnTo>
                  <a:lnTo>
                    <a:pt x="6153378" y="89750"/>
                  </a:lnTo>
                  <a:lnTo>
                    <a:pt x="6153472" y="89750"/>
                  </a:lnTo>
                  <a:lnTo>
                    <a:pt x="6153754" y="89750"/>
                  </a:lnTo>
                  <a:lnTo>
                    <a:pt x="6153848" y="89750"/>
                  </a:lnTo>
                  <a:lnTo>
                    <a:pt x="6153942" y="89750"/>
                  </a:lnTo>
                  <a:lnTo>
                    <a:pt x="6154036" y="89750"/>
                  </a:lnTo>
                  <a:lnTo>
                    <a:pt x="6154130" y="89750"/>
                  </a:lnTo>
                  <a:lnTo>
                    <a:pt x="6154318" y="89750"/>
                  </a:lnTo>
                  <a:lnTo>
                    <a:pt x="6154506" y="89750"/>
                  </a:lnTo>
                  <a:lnTo>
                    <a:pt x="6154600" y="89750"/>
                  </a:lnTo>
                  <a:lnTo>
                    <a:pt x="6154694" y="89750"/>
                  </a:lnTo>
                  <a:lnTo>
                    <a:pt x="6155070" y="89750"/>
                  </a:lnTo>
                  <a:lnTo>
                    <a:pt x="6155164" y="89750"/>
                  </a:lnTo>
                  <a:lnTo>
                    <a:pt x="6155446" y="89750"/>
                  </a:lnTo>
                  <a:lnTo>
                    <a:pt x="6155540" y="89750"/>
                  </a:lnTo>
                  <a:lnTo>
                    <a:pt x="6155728" y="89750"/>
                  </a:lnTo>
                  <a:lnTo>
                    <a:pt x="6156293" y="89750"/>
                  </a:lnTo>
                  <a:lnTo>
                    <a:pt x="6156387" y="89750"/>
                  </a:lnTo>
                  <a:lnTo>
                    <a:pt x="6156387" y="84470"/>
                  </a:lnTo>
                  <a:lnTo>
                    <a:pt x="6156481" y="84470"/>
                  </a:lnTo>
                  <a:lnTo>
                    <a:pt x="6156575" y="84470"/>
                  </a:lnTo>
                  <a:lnTo>
                    <a:pt x="6156669" y="84470"/>
                  </a:lnTo>
                  <a:lnTo>
                    <a:pt x="6156763" y="84470"/>
                  </a:lnTo>
                  <a:lnTo>
                    <a:pt x="6156857" y="84470"/>
                  </a:lnTo>
                  <a:lnTo>
                    <a:pt x="6156951" y="84470"/>
                  </a:lnTo>
                  <a:lnTo>
                    <a:pt x="6157233" y="84470"/>
                  </a:lnTo>
                  <a:lnTo>
                    <a:pt x="6157327" y="84470"/>
                  </a:lnTo>
                  <a:lnTo>
                    <a:pt x="6157421" y="84470"/>
                  </a:lnTo>
                  <a:lnTo>
                    <a:pt x="6157609" y="84470"/>
                  </a:lnTo>
                  <a:lnTo>
                    <a:pt x="6157891" y="84470"/>
                  </a:lnTo>
                  <a:lnTo>
                    <a:pt x="6157985" y="84470"/>
                  </a:lnTo>
                  <a:lnTo>
                    <a:pt x="6158079" y="84470"/>
                  </a:lnTo>
                  <a:lnTo>
                    <a:pt x="6158173" y="84470"/>
                  </a:lnTo>
                  <a:lnTo>
                    <a:pt x="6158267" y="84470"/>
                  </a:lnTo>
                  <a:lnTo>
                    <a:pt x="6158455" y="84470"/>
                  </a:lnTo>
                  <a:lnTo>
                    <a:pt x="6158549" y="84470"/>
                  </a:lnTo>
                  <a:lnTo>
                    <a:pt x="6158643" y="84470"/>
                  </a:lnTo>
                  <a:lnTo>
                    <a:pt x="6158831" y="84470"/>
                  </a:lnTo>
                  <a:lnTo>
                    <a:pt x="6158925" y="84470"/>
                  </a:lnTo>
                  <a:lnTo>
                    <a:pt x="6159019" y="84470"/>
                  </a:lnTo>
                  <a:lnTo>
                    <a:pt x="6159113" y="84470"/>
                  </a:lnTo>
                  <a:lnTo>
                    <a:pt x="6159207" y="84470"/>
                  </a:lnTo>
                  <a:lnTo>
                    <a:pt x="6159301" y="84470"/>
                  </a:lnTo>
                  <a:lnTo>
                    <a:pt x="6159395" y="84470"/>
                  </a:lnTo>
                  <a:lnTo>
                    <a:pt x="6159489" y="84470"/>
                  </a:lnTo>
                  <a:lnTo>
                    <a:pt x="6159583" y="84470"/>
                  </a:lnTo>
                  <a:lnTo>
                    <a:pt x="6159772" y="84470"/>
                  </a:lnTo>
                  <a:lnTo>
                    <a:pt x="6160336" y="84470"/>
                  </a:lnTo>
                  <a:lnTo>
                    <a:pt x="6160524" y="84470"/>
                  </a:lnTo>
                  <a:lnTo>
                    <a:pt x="6160618" y="84470"/>
                  </a:lnTo>
                  <a:lnTo>
                    <a:pt x="6160712" y="84470"/>
                  </a:lnTo>
                  <a:lnTo>
                    <a:pt x="6160806" y="84470"/>
                  </a:lnTo>
                  <a:lnTo>
                    <a:pt x="6160900" y="84470"/>
                  </a:lnTo>
                  <a:lnTo>
                    <a:pt x="6160994" y="84470"/>
                  </a:lnTo>
                  <a:lnTo>
                    <a:pt x="6161276" y="84470"/>
                  </a:lnTo>
                  <a:lnTo>
                    <a:pt x="6161370" y="84470"/>
                  </a:lnTo>
                  <a:lnTo>
                    <a:pt x="6161558" y="84470"/>
                  </a:lnTo>
                  <a:lnTo>
                    <a:pt x="6161652" y="84470"/>
                  </a:lnTo>
                  <a:lnTo>
                    <a:pt x="6161840" y="84470"/>
                  </a:lnTo>
                  <a:lnTo>
                    <a:pt x="6162028" y="84470"/>
                  </a:lnTo>
                  <a:lnTo>
                    <a:pt x="6162122" y="84470"/>
                  </a:lnTo>
                  <a:lnTo>
                    <a:pt x="6162310" y="84470"/>
                  </a:lnTo>
                  <a:lnTo>
                    <a:pt x="6162498" y="84470"/>
                  </a:lnTo>
                  <a:lnTo>
                    <a:pt x="6162592" y="84470"/>
                  </a:lnTo>
                  <a:lnTo>
                    <a:pt x="6162686" y="84470"/>
                  </a:lnTo>
                  <a:lnTo>
                    <a:pt x="6162874" y="84470"/>
                  </a:lnTo>
                  <a:lnTo>
                    <a:pt x="6162968" y="84470"/>
                  </a:lnTo>
                  <a:lnTo>
                    <a:pt x="6163156" y="84470"/>
                  </a:lnTo>
                  <a:lnTo>
                    <a:pt x="6163250" y="84470"/>
                  </a:lnTo>
                  <a:lnTo>
                    <a:pt x="6163345" y="84470"/>
                  </a:lnTo>
                  <a:lnTo>
                    <a:pt x="6163439" y="84470"/>
                  </a:lnTo>
                  <a:lnTo>
                    <a:pt x="6163533" y="84470"/>
                  </a:lnTo>
                  <a:lnTo>
                    <a:pt x="6163627" y="84470"/>
                  </a:lnTo>
                  <a:lnTo>
                    <a:pt x="6163909" y="84470"/>
                  </a:lnTo>
                  <a:lnTo>
                    <a:pt x="6164003" y="84470"/>
                  </a:lnTo>
                  <a:lnTo>
                    <a:pt x="6164097" y="84470"/>
                  </a:lnTo>
                  <a:lnTo>
                    <a:pt x="6164191" y="84470"/>
                  </a:lnTo>
                  <a:lnTo>
                    <a:pt x="6164285" y="84470"/>
                  </a:lnTo>
                  <a:lnTo>
                    <a:pt x="6164379" y="84470"/>
                  </a:lnTo>
                  <a:lnTo>
                    <a:pt x="6164567" y="84470"/>
                  </a:lnTo>
                  <a:lnTo>
                    <a:pt x="6164755" y="84470"/>
                  </a:lnTo>
                  <a:lnTo>
                    <a:pt x="6165037" y="84470"/>
                  </a:lnTo>
                  <a:lnTo>
                    <a:pt x="6165131" y="84470"/>
                  </a:lnTo>
                  <a:lnTo>
                    <a:pt x="6165319" y="84470"/>
                  </a:lnTo>
                  <a:lnTo>
                    <a:pt x="6165507" y="84470"/>
                  </a:lnTo>
                  <a:lnTo>
                    <a:pt x="6165601" y="84470"/>
                  </a:lnTo>
                  <a:lnTo>
                    <a:pt x="6165789" y="84470"/>
                  </a:lnTo>
                  <a:lnTo>
                    <a:pt x="6165883" y="84470"/>
                  </a:lnTo>
                  <a:lnTo>
                    <a:pt x="6165977" y="84470"/>
                  </a:lnTo>
                  <a:lnTo>
                    <a:pt x="6166071" y="84470"/>
                  </a:lnTo>
                  <a:lnTo>
                    <a:pt x="6166165" y="84470"/>
                  </a:lnTo>
                  <a:lnTo>
                    <a:pt x="6166259" y="84470"/>
                  </a:lnTo>
                  <a:lnTo>
                    <a:pt x="6166353" y="84470"/>
                  </a:lnTo>
                  <a:lnTo>
                    <a:pt x="6166541" y="84470"/>
                  </a:lnTo>
                  <a:lnTo>
                    <a:pt x="6166635" y="84470"/>
                  </a:lnTo>
                  <a:lnTo>
                    <a:pt x="6166729" y="84470"/>
                  </a:lnTo>
                  <a:lnTo>
                    <a:pt x="6167012" y="84470"/>
                  </a:lnTo>
                  <a:lnTo>
                    <a:pt x="6167106" y="84470"/>
                  </a:lnTo>
                  <a:lnTo>
                    <a:pt x="6167200" y="84470"/>
                  </a:lnTo>
                  <a:lnTo>
                    <a:pt x="6167388" y="84470"/>
                  </a:lnTo>
                  <a:lnTo>
                    <a:pt x="6167482" y="84470"/>
                  </a:lnTo>
                  <a:lnTo>
                    <a:pt x="6167576" y="84470"/>
                  </a:lnTo>
                  <a:lnTo>
                    <a:pt x="6167670" y="84470"/>
                  </a:lnTo>
                  <a:lnTo>
                    <a:pt x="6167764" y="84470"/>
                  </a:lnTo>
                  <a:lnTo>
                    <a:pt x="6168328" y="84470"/>
                  </a:lnTo>
                  <a:lnTo>
                    <a:pt x="6168610" y="84470"/>
                  </a:lnTo>
                  <a:lnTo>
                    <a:pt x="6169080" y="84470"/>
                  </a:lnTo>
                  <a:lnTo>
                    <a:pt x="6169174" y="84470"/>
                  </a:lnTo>
                  <a:lnTo>
                    <a:pt x="6169456" y="84470"/>
                  </a:lnTo>
                  <a:lnTo>
                    <a:pt x="6169644" y="84470"/>
                  </a:lnTo>
                  <a:lnTo>
                    <a:pt x="6169738" y="84470"/>
                  </a:lnTo>
                  <a:lnTo>
                    <a:pt x="6169926" y="84470"/>
                  </a:lnTo>
                  <a:lnTo>
                    <a:pt x="6170302" y="84470"/>
                  </a:lnTo>
                  <a:lnTo>
                    <a:pt x="6170397" y="84470"/>
                  </a:lnTo>
                  <a:lnTo>
                    <a:pt x="6170491" y="84470"/>
                  </a:lnTo>
                  <a:lnTo>
                    <a:pt x="6170585" y="84470"/>
                  </a:lnTo>
                  <a:lnTo>
                    <a:pt x="6170679" y="84470"/>
                  </a:lnTo>
                  <a:lnTo>
                    <a:pt x="6170961" y="84470"/>
                  </a:lnTo>
                  <a:lnTo>
                    <a:pt x="6171055" y="84470"/>
                  </a:lnTo>
                  <a:lnTo>
                    <a:pt x="6171149" y="84470"/>
                  </a:lnTo>
                  <a:lnTo>
                    <a:pt x="6171243" y="84470"/>
                  </a:lnTo>
                  <a:lnTo>
                    <a:pt x="6171525" y="84470"/>
                  </a:lnTo>
                  <a:lnTo>
                    <a:pt x="6171619" y="84470"/>
                  </a:lnTo>
                  <a:lnTo>
                    <a:pt x="6171807" y="84470"/>
                  </a:lnTo>
                  <a:lnTo>
                    <a:pt x="6172465" y="84470"/>
                  </a:lnTo>
                  <a:lnTo>
                    <a:pt x="6172653" y="84470"/>
                  </a:lnTo>
                  <a:lnTo>
                    <a:pt x="6172935" y="84470"/>
                  </a:lnTo>
                  <a:lnTo>
                    <a:pt x="6173029" y="84470"/>
                  </a:lnTo>
                  <a:lnTo>
                    <a:pt x="6173123" y="84470"/>
                  </a:lnTo>
                  <a:lnTo>
                    <a:pt x="6173217" y="84470"/>
                  </a:lnTo>
                  <a:lnTo>
                    <a:pt x="6173311" y="84470"/>
                  </a:lnTo>
                  <a:lnTo>
                    <a:pt x="6173405" y="84470"/>
                  </a:lnTo>
                  <a:lnTo>
                    <a:pt x="6173687" y="84470"/>
                  </a:lnTo>
                  <a:lnTo>
                    <a:pt x="6173781" y="84470"/>
                  </a:lnTo>
                  <a:lnTo>
                    <a:pt x="6173875" y="84470"/>
                  </a:lnTo>
                  <a:lnTo>
                    <a:pt x="6173970" y="84470"/>
                  </a:lnTo>
                  <a:lnTo>
                    <a:pt x="6174064" y="84470"/>
                  </a:lnTo>
                  <a:lnTo>
                    <a:pt x="6174158" y="84470"/>
                  </a:lnTo>
                  <a:lnTo>
                    <a:pt x="6174252" y="84470"/>
                  </a:lnTo>
                  <a:lnTo>
                    <a:pt x="6174534" y="84470"/>
                  </a:lnTo>
                  <a:lnTo>
                    <a:pt x="6174910" y="84470"/>
                  </a:lnTo>
                  <a:lnTo>
                    <a:pt x="6175380" y="84470"/>
                  </a:lnTo>
                  <a:lnTo>
                    <a:pt x="6175568" y="84470"/>
                  </a:lnTo>
                  <a:lnTo>
                    <a:pt x="6176132" y="84470"/>
                  </a:lnTo>
                  <a:lnTo>
                    <a:pt x="6176226" y="84470"/>
                  </a:lnTo>
                  <a:lnTo>
                    <a:pt x="6176320" y="84470"/>
                  </a:lnTo>
                  <a:lnTo>
                    <a:pt x="6176508" y="84470"/>
                  </a:lnTo>
                  <a:lnTo>
                    <a:pt x="6176602" y="84470"/>
                  </a:lnTo>
                  <a:lnTo>
                    <a:pt x="6176696" y="84470"/>
                  </a:lnTo>
                  <a:lnTo>
                    <a:pt x="6176790" y="84470"/>
                  </a:lnTo>
                  <a:lnTo>
                    <a:pt x="6176884" y="84470"/>
                  </a:lnTo>
                  <a:lnTo>
                    <a:pt x="6176978" y="84470"/>
                  </a:lnTo>
                  <a:lnTo>
                    <a:pt x="6177354" y="84470"/>
                  </a:lnTo>
                  <a:lnTo>
                    <a:pt x="6177448" y="84470"/>
                  </a:lnTo>
                  <a:lnTo>
                    <a:pt x="6177543" y="84470"/>
                  </a:lnTo>
                  <a:lnTo>
                    <a:pt x="6177637" y="84470"/>
                  </a:lnTo>
                  <a:lnTo>
                    <a:pt x="6177731" y="84470"/>
                  </a:lnTo>
                  <a:lnTo>
                    <a:pt x="6177919" y="84470"/>
                  </a:lnTo>
                  <a:lnTo>
                    <a:pt x="6178107" y="84470"/>
                  </a:lnTo>
                  <a:lnTo>
                    <a:pt x="6179893" y="84470"/>
                  </a:lnTo>
                  <a:lnTo>
                    <a:pt x="6180081" y="84470"/>
                  </a:lnTo>
                  <a:lnTo>
                    <a:pt x="6180175" y="84470"/>
                  </a:lnTo>
                  <a:lnTo>
                    <a:pt x="6180363" y="84470"/>
                  </a:lnTo>
                  <a:lnTo>
                    <a:pt x="6180551" y="84470"/>
                  </a:lnTo>
                  <a:lnTo>
                    <a:pt x="6180645" y="84470"/>
                  </a:lnTo>
                  <a:lnTo>
                    <a:pt x="6180833" y="84470"/>
                  </a:lnTo>
                  <a:lnTo>
                    <a:pt x="6181116" y="84470"/>
                  </a:lnTo>
                  <a:lnTo>
                    <a:pt x="6181210" y="84470"/>
                  </a:lnTo>
                  <a:lnTo>
                    <a:pt x="6181304" y="84470"/>
                  </a:lnTo>
                  <a:lnTo>
                    <a:pt x="6181398" y="84470"/>
                  </a:lnTo>
                  <a:lnTo>
                    <a:pt x="6181492" y="84470"/>
                  </a:lnTo>
                  <a:lnTo>
                    <a:pt x="6181680" y="84470"/>
                  </a:lnTo>
                  <a:lnTo>
                    <a:pt x="6181774" y="84470"/>
                  </a:lnTo>
                  <a:lnTo>
                    <a:pt x="6181868" y="84470"/>
                  </a:lnTo>
                  <a:lnTo>
                    <a:pt x="6181962" y="84470"/>
                  </a:lnTo>
                  <a:lnTo>
                    <a:pt x="6182056" y="84470"/>
                  </a:lnTo>
                  <a:lnTo>
                    <a:pt x="6182150" y="84470"/>
                  </a:lnTo>
                  <a:lnTo>
                    <a:pt x="6182338" y="84470"/>
                  </a:lnTo>
                  <a:lnTo>
                    <a:pt x="6182526" y="84470"/>
                  </a:lnTo>
                  <a:lnTo>
                    <a:pt x="6182714" y="84470"/>
                  </a:lnTo>
                  <a:lnTo>
                    <a:pt x="6182808" y="84470"/>
                  </a:lnTo>
                  <a:lnTo>
                    <a:pt x="6182902" y="84470"/>
                  </a:lnTo>
                  <a:lnTo>
                    <a:pt x="6182996" y="84470"/>
                  </a:lnTo>
                  <a:lnTo>
                    <a:pt x="6183184" y="84470"/>
                  </a:lnTo>
                  <a:lnTo>
                    <a:pt x="6183466" y="84470"/>
                  </a:lnTo>
                  <a:lnTo>
                    <a:pt x="6183560" y="84470"/>
                  </a:lnTo>
                  <a:lnTo>
                    <a:pt x="6183654" y="84470"/>
                  </a:lnTo>
                  <a:lnTo>
                    <a:pt x="6183748" y="84470"/>
                  </a:lnTo>
                  <a:lnTo>
                    <a:pt x="6183842" y="84470"/>
                  </a:lnTo>
                  <a:lnTo>
                    <a:pt x="6183936" y="84470"/>
                  </a:lnTo>
                  <a:lnTo>
                    <a:pt x="6184030" y="84470"/>
                  </a:lnTo>
                  <a:lnTo>
                    <a:pt x="6184218" y="84470"/>
                  </a:lnTo>
                  <a:lnTo>
                    <a:pt x="6184312" y="84470"/>
                  </a:lnTo>
                  <a:lnTo>
                    <a:pt x="6184406" y="84470"/>
                  </a:lnTo>
                  <a:lnTo>
                    <a:pt x="6184500" y="84470"/>
                  </a:lnTo>
                  <a:lnTo>
                    <a:pt x="6184877" y="84470"/>
                  </a:lnTo>
                  <a:lnTo>
                    <a:pt x="6184971" y="84470"/>
                  </a:lnTo>
                  <a:lnTo>
                    <a:pt x="6185065" y="84470"/>
                  </a:lnTo>
                  <a:lnTo>
                    <a:pt x="6185159" y="84470"/>
                  </a:lnTo>
                  <a:lnTo>
                    <a:pt x="6185441" y="84470"/>
                  </a:lnTo>
                  <a:lnTo>
                    <a:pt x="6185535" y="84470"/>
                  </a:lnTo>
                  <a:lnTo>
                    <a:pt x="6185629" y="84470"/>
                  </a:lnTo>
                  <a:lnTo>
                    <a:pt x="6185723" y="84470"/>
                  </a:lnTo>
                  <a:lnTo>
                    <a:pt x="6185911" y="84470"/>
                  </a:lnTo>
                  <a:lnTo>
                    <a:pt x="6186099" y="84470"/>
                  </a:lnTo>
                  <a:lnTo>
                    <a:pt x="6186193" y="84470"/>
                  </a:lnTo>
                  <a:lnTo>
                    <a:pt x="6186381" y="79191"/>
                  </a:lnTo>
                  <a:lnTo>
                    <a:pt x="6186475" y="79191"/>
                  </a:lnTo>
                  <a:lnTo>
                    <a:pt x="6186569" y="79191"/>
                  </a:lnTo>
                  <a:lnTo>
                    <a:pt x="6186663" y="79191"/>
                  </a:lnTo>
                  <a:lnTo>
                    <a:pt x="6186851" y="79191"/>
                  </a:lnTo>
                  <a:lnTo>
                    <a:pt x="6187039" y="79191"/>
                  </a:lnTo>
                  <a:lnTo>
                    <a:pt x="6187133" y="79191"/>
                  </a:lnTo>
                  <a:lnTo>
                    <a:pt x="6187227" y="79191"/>
                  </a:lnTo>
                  <a:lnTo>
                    <a:pt x="6187321" y="79191"/>
                  </a:lnTo>
                  <a:lnTo>
                    <a:pt x="6187415" y="79191"/>
                  </a:lnTo>
                  <a:lnTo>
                    <a:pt x="6187603" y="79191"/>
                  </a:lnTo>
                  <a:lnTo>
                    <a:pt x="6188073" y="79191"/>
                  </a:lnTo>
                  <a:lnTo>
                    <a:pt x="6188168" y="79191"/>
                  </a:lnTo>
                  <a:lnTo>
                    <a:pt x="6188262" y="79191"/>
                  </a:lnTo>
                  <a:lnTo>
                    <a:pt x="6188356" y="79191"/>
                  </a:lnTo>
                  <a:lnTo>
                    <a:pt x="6188450" y="79191"/>
                  </a:lnTo>
                  <a:lnTo>
                    <a:pt x="6188732" y="79191"/>
                  </a:lnTo>
                  <a:lnTo>
                    <a:pt x="6188826" y="79191"/>
                  </a:lnTo>
                  <a:lnTo>
                    <a:pt x="6188920" y="79191"/>
                  </a:lnTo>
                  <a:lnTo>
                    <a:pt x="6189108" y="79191"/>
                  </a:lnTo>
                  <a:lnTo>
                    <a:pt x="6189202" y="79191"/>
                  </a:lnTo>
                  <a:lnTo>
                    <a:pt x="6189484" y="79191"/>
                  </a:lnTo>
                  <a:lnTo>
                    <a:pt x="6189578" y="79191"/>
                  </a:lnTo>
                  <a:lnTo>
                    <a:pt x="6189766" y="79191"/>
                  </a:lnTo>
                  <a:lnTo>
                    <a:pt x="6189954" y="79191"/>
                  </a:lnTo>
                  <a:lnTo>
                    <a:pt x="6190048" y="79191"/>
                  </a:lnTo>
                  <a:lnTo>
                    <a:pt x="6190142" y="79191"/>
                  </a:lnTo>
                  <a:lnTo>
                    <a:pt x="6190236" y="79191"/>
                  </a:lnTo>
                  <a:lnTo>
                    <a:pt x="6190424" y="79191"/>
                  </a:lnTo>
                  <a:lnTo>
                    <a:pt x="6190518" y="79191"/>
                  </a:lnTo>
                  <a:lnTo>
                    <a:pt x="6190800" y="79191"/>
                  </a:lnTo>
                  <a:lnTo>
                    <a:pt x="6191176" y="79191"/>
                  </a:lnTo>
                  <a:lnTo>
                    <a:pt x="6191270" y="79191"/>
                  </a:lnTo>
                  <a:lnTo>
                    <a:pt x="6191364" y="79191"/>
                  </a:lnTo>
                  <a:lnTo>
                    <a:pt x="6191929" y="79191"/>
                  </a:lnTo>
                  <a:lnTo>
                    <a:pt x="6192023" y="79191"/>
                  </a:lnTo>
                  <a:lnTo>
                    <a:pt x="6192117" y="79191"/>
                  </a:lnTo>
                  <a:lnTo>
                    <a:pt x="6192211" y="79191"/>
                  </a:lnTo>
                  <a:lnTo>
                    <a:pt x="6192305" y="79191"/>
                  </a:lnTo>
                  <a:lnTo>
                    <a:pt x="6192399" y="79191"/>
                  </a:lnTo>
                  <a:lnTo>
                    <a:pt x="6192493" y="79191"/>
                  </a:lnTo>
                  <a:lnTo>
                    <a:pt x="6192681" y="79191"/>
                  </a:lnTo>
                  <a:lnTo>
                    <a:pt x="6192775" y="79191"/>
                  </a:lnTo>
                  <a:lnTo>
                    <a:pt x="6193151" y="79191"/>
                  </a:lnTo>
                  <a:lnTo>
                    <a:pt x="6193151" y="73911"/>
                  </a:lnTo>
                  <a:lnTo>
                    <a:pt x="6193621" y="73911"/>
                  </a:lnTo>
                  <a:lnTo>
                    <a:pt x="6193715" y="73911"/>
                  </a:lnTo>
                  <a:lnTo>
                    <a:pt x="6193809" y="73911"/>
                  </a:lnTo>
                  <a:lnTo>
                    <a:pt x="6194185" y="73911"/>
                  </a:lnTo>
                  <a:lnTo>
                    <a:pt x="6194279" y="73911"/>
                  </a:lnTo>
                  <a:lnTo>
                    <a:pt x="6194467" y="73911"/>
                  </a:lnTo>
                  <a:lnTo>
                    <a:pt x="6194561" y="73911"/>
                  </a:lnTo>
                  <a:lnTo>
                    <a:pt x="6194843" y="73911"/>
                  </a:lnTo>
                  <a:lnTo>
                    <a:pt x="6194937" y="73911"/>
                  </a:lnTo>
                  <a:lnTo>
                    <a:pt x="6195031" y="73911"/>
                  </a:lnTo>
                  <a:lnTo>
                    <a:pt x="6195125" y="73911"/>
                  </a:lnTo>
                  <a:lnTo>
                    <a:pt x="6195220" y="73911"/>
                  </a:lnTo>
                  <a:lnTo>
                    <a:pt x="6195596" y="73911"/>
                  </a:lnTo>
                  <a:lnTo>
                    <a:pt x="6195690" y="73911"/>
                  </a:lnTo>
                  <a:lnTo>
                    <a:pt x="6195784" y="73911"/>
                  </a:lnTo>
                  <a:lnTo>
                    <a:pt x="6195878" y="73911"/>
                  </a:lnTo>
                  <a:lnTo>
                    <a:pt x="6196254" y="73911"/>
                  </a:lnTo>
                  <a:lnTo>
                    <a:pt x="6196442" y="73911"/>
                  </a:lnTo>
                  <a:lnTo>
                    <a:pt x="6196536" y="73911"/>
                  </a:lnTo>
                  <a:lnTo>
                    <a:pt x="6196724" y="73911"/>
                  </a:lnTo>
                  <a:lnTo>
                    <a:pt x="6196818" y="73911"/>
                  </a:lnTo>
                  <a:lnTo>
                    <a:pt x="6196912" y="73911"/>
                  </a:lnTo>
                  <a:lnTo>
                    <a:pt x="6197006" y="73911"/>
                  </a:lnTo>
                  <a:lnTo>
                    <a:pt x="6197100" y="73911"/>
                  </a:lnTo>
                  <a:lnTo>
                    <a:pt x="6197288" y="73911"/>
                  </a:lnTo>
                  <a:lnTo>
                    <a:pt x="6197382" y="73911"/>
                  </a:lnTo>
                  <a:lnTo>
                    <a:pt x="6197476" y="73911"/>
                  </a:lnTo>
                  <a:lnTo>
                    <a:pt x="6197570" y="73911"/>
                  </a:lnTo>
                  <a:lnTo>
                    <a:pt x="6197664" y="73911"/>
                  </a:lnTo>
                  <a:lnTo>
                    <a:pt x="6197758" y="73911"/>
                  </a:lnTo>
                  <a:lnTo>
                    <a:pt x="6198040" y="73911"/>
                  </a:lnTo>
                  <a:lnTo>
                    <a:pt x="6198228" y="73911"/>
                  </a:lnTo>
                  <a:lnTo>
                    <a:pt x="6198322" y="73911"/>
                  </a:lnTo>
                  <a:lnTo>
                    <a:pt x="6198416" y="73911"/>
                  </a:lnTo>
                  <a:lnTo>
                    <a:pt x="6198698" y="73911"/>
                  </a:lnTo>
                  <a:lnTo>
                    <a:pt x="6198793" y="73911"/>
                  </a:lnTo>
                  <a:lnTo>
                    <a:pt x="6199357" y="73911"/>
                  </a:lnTo>
                  <a:lnTo>
                    <a:pt x="6199451" y="73911"/>
                  </a:lnTo>
                  <a:lnTo>
                    <a:pt x="6199545" y="73911"/>
                  </a:lnTo>
                  <a:lnTo>
                    <a:pt x="6199639" y="73911"/>
                  </a:lnTo>
                  <a:lnTo>
                    <a:pt x="6199827" y="73911"/>
                  </a:lnTo>
                  <a:lnTo>
                    <a:pt x="6199921" y="73911"/>
                  </a:lnTo>
                  <a:lnTo>
                    <a:pt x="6200015" y="73911"/>
                  </a:lnTo>
                  <a:lnTo>
                    <a:pt x="6200109" y="73911"/>
                  </a:lnTo>
                  <a:lnTo>
                    <a:pt x="6200203" y="73911"/>
                  </a:lnTo>
                  <a:lnTo>
                    <a:pt x="6200297" y="73911"/>
                  </a:lnTo>
                  <a:lnTo>
                    <a:pt x="6200391" y="68632"/>
                  </a:lnTo>
                  <a:lnTo>
                    <a:pt x="6200485" y="68632"/>
                  </a:lnTo>
                  <a:lnTo>
                    <a:pt x="6200579" y="68632"/>
                  </a:lnTo>
                  <a:lnTo>
                    <a:pt x="6200861" y="68632"/>
                  </a:lnTo>
                  <a:lnTo>
                    <a:pt x="6200955" y="68632"/>
                  </a:lnTo>
                  <a:lnTo>
                    <a:pt x="6201049" y="68632"/>
                  </a:lnTo>
                  <a:lnTo>
                    <a:pt x="6201143" y="68632"/>
                  </a:lnTo>
                  <a:lnTo>
                    <a:pt x="6201519" y="68632"/>
                  </a:lnTo>
                  <a:lnTo>
                    <a:pt x="6201895" y="68632"/>
                  </a:lnTo>
                  <a:lnTo>
                    <a:pt x="6201989" y="68632"/>
                  </a:lnTo>
                  <a:lnTo>
                    <a:pt x="6202177" y="68632"/>
                  </a:lnTo>
                  <a:lnTo>
                    <a:pt x="6202271" y="68632"/>
                  </a:lnTo>
                  <a:lnTo>
                    <a:pt x="6202366" y="68632"/>
                  </a:lnTo>
                  <a:lnTo>
                    <a:pt x="6202460" y="68632"/>
                  </a:lnTo>
                  <a:lnTo>
                    <a:pt x="6202554" y="68632"/>
                  </a:lnTo>
                  <a:lnTo>
                    <a:pt x="6202930" y="68632"/>
                  </a:lnTo>
                  <a:lnTo>
                    <a:pt x="6203024" y="68632"/>
                  </a:lnTo>
                  <a:lnTo>
                    <a:pt x="6203306" y="68632"/>
                  </a:lnTo>
                  <a:lnTo>
                    <a:pt x="6203400" y="68632"/>
                  </a:lnTo>
                  <a:lnTo>
                    <a:pt x="6203588" y="68632"/>
                  </a:lnTo>
                  <a:lnTo>
                    <a:pt x="6203682" y="68632"/>
                  </a:lnTo>
                  <a:lnTo>
                    <a:pt x="6203776" y="68632"/>
                  </a:lnTo>
                  <a:lnTo>
                    <a:pt x="6203870" y="68632"/>
                  </a:lnTo>
                  <a:lnTo>
                    <a:pt x="6204340" y="68632"/>
                  </a:lnTo>
                  <a:lnTo>
                    <a:pt x="6204434" y="68632"/>
                  </a:lnTo>
                  <a:lnTo>
                    <a:pt x="6204528" y="68632"/>
                  </a:lnTo>
                  <a:lnTo>
                    <a:pt x="6204622" y="68632"/>
                  </a:lnTo>
                  <a:lnTo>
                    <a:pt x="6204716" y="68632"/>
                  </a:lnTo>
                  <a:lnTo>
                    <a:pt x="6204904" y="68632"/>
                  </a:lnTo>
                  <a:lnTo>
                    <a:pt x="6204998" y="68632"/>
                  </a:lnTo>
                  <a:lnTo>
                    <a:pt x="6205092" y="68632"/>
                  </a:lnTo>
                  <a:lnTo>
                    <a:pt x="6205186" y="68632"/>
                  </a:lnTo>
                  <a:lnTo>
                    <a:pt x="6205468" y="68632"/>
                  </a:lnTo>
                  <a:lnTo>
                    <a:pt x="6205562" y="68632"/>
                  </a:lnTo>
                  <a:lnTo>
                    <a:pt x="6205845" y="68632"/>
                  </a:lnTo>
                  <a:lnTo>
                    <a:pt x="6205939" y="68632"/>
                  </a:lnTo>
                  <a:lnTo>
                    <a:pt x="6206033" y="68632"/>
                  </a:lnTo>
                  <a:lnTo>
                    <a:pt x="6206315" y="68632"/>
                  </a:lnTo>
                  <a:lnTo>
                    <a:pt x="6206503" y="68632"/>
                  </a:lnTo>
                  <a:lnTo>
                    <a:pt x="6206691" y="68632"/>
                  </a:lnTo>
                  <a:lnTo>
                    <a:pt x="6206785" y="68632"/>
                  </a:lnTo>
                  <a:lnTo>
                    <a:pt x="6206879" y="68632"/>
                  </a:lnTo>
                  <a:lnTo>
                    <a:pt x="6206973" y="68632"/>
                  </a:lnTo>
                  <a:lnTo>
                    <a:pt x="6207067" y="68632"/>
                  </a:lnTo>
                  <a:lnTo>
                    <a:pt x="6207161" y="68632"/>
                  </a:lnTo>
                  <a:lnTo>
                    <a:pt x="6207349" y="68632"/>
                  </a:lnTo>
                  <a:lnTo>
                    <a:pt x="6207443" y="68632"/>
                  </a:lnTo>
                  <a:lnTo>
                    <a:pt x="6207537" y="68632"/>
                  </a:lnTo>
                  <a:lnTo>
                    <a:pt x="6207631" y="68632"/>
                  </a:lnTo>
                  <a:lnTo>
                    <a:pt x="6207631" y="63353"/>
                  </a:lnTo>
                  <a:lnTo>
                    <a:pt x="6207725" y="63353"/>
                  </a:lnTo>
                  <a:lnTo>
                    <a:pt x="6207819" y="63353"/>
                  </a:lnTo>
                  <a:lnTo>
                    <a:pt x="6208007" y="63353"/>
                  </a:lnTo>
                  <a:lnTo>
                    <a:pt x="6208289" y="63353"/>
                  </a:lnTo>
                  <a:lnTo>
                    <a:pt x="6208383" y="63353"/>
                  </a:lnTo>
                  <a:lnTo>
                    <a:pt x="6208571" y="63353"/>
                  </a:lnTo>
                  <a:lnTo>
                    <a:pt x="6208665" y="63353"/>
                  </a:lnTo>
                  <a:lnTo>
                    <a:pt x="6208853" y="63353"/>
                  </a:lnTo>
                  <a:lnTo>
                    <a:pt x="6209041" y="58073"/>
                  </a:lnTo>
                  <a:lnTo>
                    <a:pt x="6209135" y="58073"/>
                  </a:lnTo>
                  <a:lnTo>
                    <a:pt x="6209229" y="58073"/>
                  </a:lnTo>
                  <a:lnTo>
                    <a:pt x="6209323" y="58073"/>
                  </a:lnTo>
                  <a:lnTo>
                    <a:pt x="6209418" y="58073"/>
                  </a:lnTo>
                  <a:lnTo>
                    <a:pt x="6209512" y="58073"/>
                  </a:lnTo>
                  <a:lnTo>
                    <a:pt x="6209700" y="58073"/>
                  </a:lnTo>
                  <a:lnTo>
                    <a:pt x="6209794" y="58073"/>
                  </a:lnTo>
                  <a:lnTo>
                    <a:pt x="6210076" y="58073"/>
                  </a:lnTo>
                  <a:lnTo>
                    <a:pt x="6210264" y="58073"/>
                  </a:lnTo>
                  <a:lnTo>
                    <a:pt x="6210358" y="58073"/>
                  </a:lnTo>
                  <a:lnTo>
                    <a:pt x="6210358" y="52794"/>
                  </a:lnTo>
                  <a:lnTo>
                    <a:pt x="6210452" y="52794"/>
                  </a:lnTo>
                  <a:lnTo>
                    <a:pt x="6210546" y="52794"/>
                  </a:lnTo>
                  <a:lnTo>
                    <a:pt x="6210640" y="52794"/>
                  </a:lnTo>
                  <a:lnTo>
                    <a:pt x="6210734" y="52794"/>
                  </a:lnTo>
                  <a:lnTo>
                    <a:pt x="6210828" y="52794"/>
                  </a:lnTo>
                  <a:lnTo>
                    <a:pt x="6210922" y="52794"/>
                  </a:lnTo>
                  <a:lnTo>
                    <a:pt x="6211016" y="52794"/>
                  </a:lnTo>
                  <a:lnTo>
                    <a:pt x="6211204" y="52794"/>
                  </a:lnTo>
                  <a:lnTo>
                    <a:pt x="6212050" y="52794"/>
                  </a:lnTo>
                  <a:lnTo>
                    <a:pt x="6212144" y="52794"/>
                  </a:lnTo>
                  <a:lnTo>
                    <a:pt x="6212238" y="52794"/>
                  </a:lnTo>
                  <a:lnTo>
                    <a:pt x="6212426" y="52794"/>
                  </a:lnTo>
                  <a:lnTo>
                    <a:pt x="6212520" y="52794"/>
                  </a:lnTo>
                  <a:lnTo>
                    <a:pt x="6212614" y="52794"/>
                  </a:lnTo>
                  <a:lnTo>
                    <a:pt x="6212708" y="52794"/>
                  </a:lnTo>
                  <a:lnTo>
                    <a:pt x="6212802" y="52794"/>
                  </a:lnTo>
                  <a:lnTo>
                    <a:pt x="6213085" y="52794"/>
                  </a:lnTo>
                  <a:lnTo>
                    <a:pt x="6213273" y="52794"/>
                  </a:lnTo>
                  <a:lnTo>
                    <a:pt x="6213367" y="52794"/>
                  </a:lnTo>
                  <a:lnTo>
                    <a:pt x="6213461" y="52794"/>
                  </a:lnTo>
                  <a:lnTo>
                    <a:pt x="6213555" y="52794"/>
                  </a:lnTo>
                  <a:lnTo>
                    <a:pt x="6213743" y="52794"/>
                  </a:lnTo>
                  <a:lnTo>
                    <a:pt x="6213837" y="52794"/>
                  </a:lnTo>
                  <a:lnTo>
                    <a:pt x="6213931" y="52794"/>
                  </a:lnTo>
                  <a:lnTo>
                    <a:pt x="6214307" y="52794"/>
                  </a:lnTo>
                  <a:lnTo>
                    <a:pt x="6214589" y="52794"/>
                  </a:lnTo>
                  <a:lnTo>
                    <a:pt x="6214683" y="52794"/>
                  </a:lnTo>
                  <a:lnTo>
                    <a:pt x="6214871" y="52794"/>
                  </a:lnTo>
                  <a:lnTo>
                    <a:pt x="6214965" y="52794"/>
                  </a:lnTo>
                  <a:lnTo>
                    <a:pt x="6215341" y="52794"/>
                  </a:lnTo>
                  <a:lnTo>
                    <a:pt x="6215435" y="52794"/>
                  </a:lnTo>
                  <a:lnTo>
                    <a:pt x="6215529" y="52794"/>
                  </a:lnTo>
                  <a:lnTo>
                    <a:pt x="6215905" y="52794"/>
                  </a:lnTo>
                  <a:lnTo>
                    <a:pt x="6216093" y="52794"/>
                  </a:lnTo>
                  <a:lnTo>
                    <a:pt x="6216281" y="52794"/>
                  </a:lnTo>
                  <a:lnTo>
                    <a:pt x="6216375" y="52794"/>
                  </a:lnTo>
                  <a:lnTo>
                    <a:pt x="6216470" y="52794"/>
                  </a:lnTo>
                  <a:lnTo>
                    <a:pt x="6216752" y="52794"/>
                  </a:lnTo>
                  <a:lnTo>
                    <a:pt x="6216846" y="52794"/>
                  </a:lnTo>
                  <a:lnTo>
                    <a:pt x="6216940" y="52794"/>
                  </a:lnTo>
                  <a:lnTo>
                    <a:pt x="6217034" y="52794"/>
                  </a:lnTo>
                  <a:lnTo>
                    <a:pt x="6217128" y="52794"/>
                  </a:lnTo>
                  <a:lnTo>
                    <a:pt x="6217222" y="52794"/>
                  </a:lnTo>
                  <a:lnTo>
                    <a:pt x="6217316" y="52794"/>
                  </a:lnTo>
                  <a:lnTo>
                    <a:pt x="6217410" y="52794"/>
                  </a:lnTo>
                  <a:lnTo>
                    <a:pt x="6217598" y="52794"/>
                  </a:lnTo>
                  <a:lnTo>
                    <a:pt x="6217692" y="52794"/>
                  </a:lnTo>
                  <a:lnTo>
                    <a:pt x="6217786" y="52794"/>
                  </a:lnTo>
                  <a:lnTo>
                    <a:pt x="6217974" y="52794"/>
                  </a:lnTo>
                  <a:lnTo>
                    <a:pt x="6218068" y="52794"/>
                  </a:lnTo>
                  <a:lnTo>
                    <a:pt x="6218256" y="52794"/>
                  </a:lnTo>
                  <a:lnTo>
                    <a:pt x="6218350" y="52794"/>
                  </a:lnTo>
                  <a:lnTo>
                    <a:pt x="6218726" y="52794"/>
                  </a:lnTo>
                  <a:lnTo>
                    <a:pt x="6219008" y="52794"/>
                  </a:lnTo>
                  <a:lnTo>
                    <a:pt x="6219102" y="52794"/>
                  </a:lnTo>
                  <a:lnTo>
                    <a:pt x="6219384" y="52794"/>
                  </a:lnTo>
                  <a:lnTo>
                    <a:pt x="6219478" y="52794"/>
                  </a:lnTo>
                  <a:lnTo>
                    <a:pt x="6219572" y="52794"/>
                  </a:lnTo>
                  <a:lnTo>
                    <a:pt x="6219666" y="47514"/>
                  </a:lnTo>
                  <a:lnTo>
                    <a:pt x="6219760" y="47514"/>
                  </a:lnTo>
                  <a:lnTo>
                    <a:pt x="6219948" y="47514"/>
                  </a:lnTo>
                  <a:lnTo>
                    <a:pt x="6220043" y="47514"/>
                  </a:lnTo>
                  <a:lnTo>
                    <a:pt x="6220137" y="47514"/>
                  </a:lnTo>
                  <a:lnTo>
                    <a:pt x="6220419" y="47514"/>
                  </a:lnTo>
                  <a:lnTo>
                    <a:pt x="6220607" y="47514"/>
                  </a:lnTo>
                  <a:lnTo>
                    <a:pt x="6220795" y="47514"/>
                  </a:lnTo>
                  <a:lnTo>
                    <a:pt x="6220889" y="47514"/>
                  </a:lnTo>
                  <a:lnTo>
                    <a:pt x="6220983" y="47514"/>
                  </a:lnTo>
                  <a:lnTo>
                    <a:pt x="6221077" y="47514"/>
                  </a:lnTo>
                  <a:lnTo>
                    <a:pt x="6221453" y="47514"/>
                  </a:lnTo>
                  <a:lnTo>
                    <a:pt x="6221547" y="47514"/>
                  </a:lnTo>
                  <a:lnTo>
                    <a:pt x="6221641" y="47514"/>
                  </a:lnTo>
                  <a:lnTo>
                    <a:pt x="6221829" y="47514"/>
                  </a:lnTo>
                  <a:lnTo>
                    <a:pt x="6221923" y="47514"/>
                  </a:lnTo>
                  <a:lnTo>
                    <a:pt x="6222017" y="47514"/>
                  </a:lnTo>
                  <a:lnTo>
                    <a:pt x="6222299" y="47514"/>
                  </a:lnTo>
                  <a:lnTo>
                    <a:pt x="6222393" y="47514"/>
                  </a:lnTo>
                  <a:lnTo>
                    <a:pt x="6222487" y="47514"/>
                  </a:lnTo>
                  <a:lnTo>
                    <a:pt x="6222675" y="47514"/>
                  </a:lnTo>
                  <a:lnTo>
                    <a:pt x="6222769" y="47514"/>
                  </a:lnTo>
                  <a:lnTo>
                    <a:pt x="6222957" y="47514"/>
                  </a:lnTo>
                  <a:lnTo>
                    <a:pt x="6223145" y="42235"/>
                  </a:lnTo>
                  <a:lnTo>
                    <a:pt x="6223239" y="42235"/>
                  </a:lnTo>
                  <a:lnTo>
                    <a:pt x="6223333" y="42235"/>
                  </a:lnTo>
                  <a:lnTo>
                    <a:pt x="6223616" y="42235"/>
                  </a:lnTo>
                  <a:lnTo>
                    <a:pt x="6223992" y="42235"/>
                  </a:lnTo>
                  <a:lnTo>
                    <a:pt x="6224368" y="42235"/>
                  </a:lnTo>
                  <a:lnTo>
                    <a:pt x="6224556" y="42235"/>
                  </a:lnTo>
                  <a:lnTo>
                    <a:pt x="6224650" y="42235"/>
                  </a:lnTo>
                  <a:lnTo>
                    <a:pt x="6224744" y="42235"/>
                  </a:lnTo>
                  <a:lnTo>
                    <a:pt x="6224838" y="42235"/>
                  </a:lnTo>
                  <a:lnTo>
                    <a:pt x="6224932" y="42235"/>
                  </a:lnTo>
                  <a:lnTo>
                    <a:pt x="6225026" y="42235"/>
                  </a:lnTo>
                  <a:lnTo>
                    <a:pt x="6225308" y="42235"/>
                  </a:lnTo>
                  <a:lnTo>
                    <a:pt x="6225496" y="42235"/>
                  </a:lnTo>
                  <a:lnTo>
                    <a:pt x="6225684" y="42235"/>
                  </a:lnTo>
                  <a:lnTo>
                    <a:pt x="6225872" y="42235"/>
                  </a:lnTo>
                  <a:lnTo>
                    <a:pt x="6225966" y="42235"/>
                  </a:lnTo>
                  <a:lnTo>
                    <a:pt x="6226060" y="42235"/>
                  </a:lnTo>
                  <a:lnTo>
                    <a:pt x="6226154" y="42235"/>
                  </a:lnTo>
                  <a:lnTo>
                    <a:pt x="6226248" y="42235"/>
                  </a:lnTo>
                  <a:lnTo>
                    <a:pt x="6226342" y="42235"/>
                  </a:lnTo>
                  <a:lnTo>
                    <a:pt x="6226530" y="42235"/>
                  </a:lnTo>
                  <a:lnTo>
                    <a:pt x="6226624" y="42235"/>
                  </a:lnTo>
                  <a:lnTo>
                    <a:pt x="6226718" y="42235"/>
                  </a:lnTo>
                  <a:lnTo>
                    <a:pt x="6226906" y="42235"/>
                  </a:lnTo>
                  <a:lnTo>
                    <a:pt x="6227659" y="42235"/>
                  </a:lnTo>
                  <a:lnTo>
                    <a:pt x="6227753" y="42235"/>
                  </a:lnTo>
                  <a:lnTo>
                    <a:pt x="6227847" y="42235"/>
                  </a:lnTo>
                  <a:lnTo>
                    <a:pt x="6228129" y="42235"/>
                  </a:lnTo>
                  <a:lnTo>
                    <a:pt x="6228223" y="42235"/>
                  </a:lnTo>
                  <a:lnTo>
                    <a:pt x="6228317" y="42235"/>
                  </a:lnTo>
                  <a:lnTo>
                    <a:pt x="6228411" y="42235"/>
                  </a:lnTo>
                  <a:lnTo>
                    <a:pt x="6228505" y="42235"/>
                  </a:lnTo>
                  <a:lnTo>
                    <a:pt x="6228693" y="42235"/>
                  </a:lnTo>
                  <a:lnTo>
                    <a:pt x="6228881" y="42235"/>
                  </a:lnTo>
                  <a:lnTo>
                    <a:pt x="6228975" y="42235"/>
                  </a:lnTo>
                  <a:lnTo>
                    <a:pt x="6229069" y="42235"/>
                  </a:lnTo>
                  <a:lnTo>
                    <a:pt x="6229351" y="42235"/>
                  </a:lnTo>
                  <a:lnTo>
                    <a:pt x="6229445" y="42235"/>
                  </a:lnTo>
                  <a:lnTo>
                    <a:pt x="6229539" y="42235"/>
                  </a:lnTo>
                  <a:lnTo>
                    <a:pt x="6229727" y="42235"/>
                  </a:lnTo>
                  <a:lnTo>
                    <a:pt x="6229821" y="42235"/>
                  </a:lnTo>
                  <a:lnTo>
                    <a:pt x="6229915" y="42235"/>
                  </a:lnTo>
                  <a:lnTo>
                    <a:pt x="6230103" y="42235"/>
                  </a:lnTo>
                  <a:lnTo>
                    <a:pt x="6230197" y="42235"/>
                  </a:lnTo>
                  <a:lnTo>
                    <a:pt x="6230291" y="42235"/>
                  </a:lnTo>
                  <a:lnTo>
                    <a:pt x="6230668" y="42235"/>
                  </a:lnTo>
                  <a:lnTo>
                    <a:pt x="6230762" y="42235"/>
                  </a:lnTo>
                  <a:lnTo>
                    <a:pt x="6230856" y="42235"/>
                  </a:lnTo>
                  <a:lnTo>
                    <a:pt x="6231232" y="42235"/>
                  </a:lnTo>
                  <a:lnTo>
                    <a:pt x="6231326" y="42235"/>
                  </a:lnTo>
                  <a:lnTo>
                    <a:pt x="6231420" y="42235"/>
                  </a:lnTo>
                  <a:lnTo>
                    <a:pt x="6231420" y="36955"/>
                  </a:lnTo>
                  <a:lnTo>
                    <a:pt x="6231514" y="36955"/>
                  </a:lnTo>
                  <a:lnTo>
                    <a:pt x="6231796" y="36955"/>
                  </a:lnTo>
                  <a:lnTo>
                    <a:pt x="6231984" y="36955"/>
                  </a:lnTo>
                  <a:lnTo>
                    <a:pt x="6232078" y="36955"/>
                  </a:lnTo>
                  <a:lnTo>
                    <a:pt x="6232172" y="36955"/>
                  </a:lnTo>
                  <a:lnTo>
                    <a:pt x="6232266" y="36955"/>
                  </a:lnTo>
                  <a:lnTo>
                    <a:pt x="6232360" y="36955"/>
                  </a:lnTo>
                  <a:lnTo>
                    <a:pt x="6232548" y="36955"/>
                  </a:lnTo>
                  <a:lnTo>
                    <a:pt x="6232642" y="36955"/>
                  </a:lnTo>
                  <a:lnTo>
                    <a:pt x="6232736" y="36955"/>
                  </a:lnTo>
                  <a:lnTo>
                    <a:pt x="6232830" y="36955"/>
                  </a:lnTo>
                  <a:lnTo>
                    <a:pt x="6233018" y="36955"/>
                  </a:lnTo>
                  <a:lnTo>
                    <a:pt x="6233112" y="36955"/>
                  </a:lnTo>
                  <a:lnTo>
                    <a:pt x="6233488" y="36955"/>
                  </a:lnTo>
                  <a:lnTo>
                    <a:pt x="6233770" y="36955"/>
                  </a:lnTo>
                  <a:lnTo>
                    <a:pt x="6234335" y="36955"/>
                  </a:lnTo>
                  <a:lnTo>
                    <a:pt x="6234429" y="36955"/>
                  </a:lnTo>
                  <a:lnTo>
                    <a:pt x="6234523" y="36955"/>
                  </a:lnTo>
                  <a:lnTo>
                    <a:pt x="6234617" y="36955"/>
                  </a:lnTo>
                  <a:lnTo>
                    <a:pt x="6234711" y="36955"/>
                  </a:lnTo>
                  <a:lnTo>
                    <a:pt x="6234899" y="36955"/>
                  </a:lnTo>
                  <a:lnTo>
                    <a:pt x="6234993" y="36955"/>
                  </a:lnTo>
                  <a:lnTo>
                    <a:pt x="6235181" y="36955"/>
                  </a:lnTo>
                  <a:lnTo>
                    <a:pt x="6235275" y="36955"/>
                  </a:lnTo>
                  <a:lnTo>
                    <a:pt x="6235463" y="36955"/>
                  </a:lnTo>
                  <a:lnTo>
                    <a:pt x="6235557" y="36955"/>
                  </a:lnTo>
                  <a:lnTo>
                    <a:pt x="6235651" y="36955"/>
                  </a:lnTo>
                  <a:lnTo>
                    <a:pt x="6235745" y="36955"/>
                  </a:lnTo>
                  <a:lnTo>
                    <a:pt x="6235839" y="36955"/>
                  </a:lnTo>
                  <a:lnTo>
                    <a:pt x="6235933" y="36955"/>
                  </a:lnTo>
                  <a:lnTo>
                    <a:pt x="6236121" y="36955"/>
                  </a:lnTo>
                  <a:lnTo>
                    <a:pt x="6236215" y="36955"/>
                  </a:lnTo>
                  <a:lnTo>
                    <a:pt x="6236309" y="36955"/>
                  </a:lnTo>
                  <a:lnTo>
                    <a:pt x="6236403" y="36955"/>
                  </a:lnTo>
                  <a:lnTo>
                    <a:pt x="6236497" y="36955"/>
                  </a:lnTo>
                  <a:lnTo>
                    <a:pt x="6236685" y="36955"/>
                  </a:lnTo>
                  <a:lnTo>
                    <a:pt x="6236873" y="36955"/>
                  </a:lnTo>
                  <a:lnTo>
                    <a:pt x="6236967" y="36955"/>
                  </a:lnTo>
                  <a:lnTo>
                    <a:pt x="6237061" y="36955"/>
                  </a:lnTo>
                  <a:lnTo>
                    <a:pt x="6237155" y="36955"/>
                  </a:lnTo>
                  <a:lnTo>
                    <a:pt x="6237155" y="31676"/>
                  </a:lnTo>
                  <a:lnTo>
                    <a:pt x="6237249" y="31676"/>
                  </a:lnTo>
                  <a:lnTo>
                    <a:pt x="6237343" y="31676"/>
                  </a:lnTo>
                  <a:lnTo>
                    <a:pt x="6237531" y="31676"/>
                  </a:lnTo>
                  <a:lnTo>
                    <a:pt x="6237625" y="31676"/>
                  </a:lnTo>
                  <a:lnTo>
                    <a:pt x="6237814" y="31676"/>
                  </a:lnTo>
                  <a:lnTo>
                    <a:pt x="6237908" y="31676"/>
                  </a:lnTo>
                  <a:lnTo>
                    <a:pt x="6238002" y="31676"/>
                  </a:lnTo>
                  <a:lnTo>
                    <a:pt x="6238096" y="31676"/>
                  </a:lnTo>
                  <a:lnTo>
                    <a:pt x="6238190" y="31676"/>
                  </a:lnTo>
                  <a:lnTo>
                    <a:pt x="6238378" y="31676"/>
                  </a:lnTo>
                  <a:lnTo>
                    <a:pt x="6238472" y="31676"/>
                  </a:lnTo>
                  <a:lnTo>
                    <a:pt x="6238566" y="31676"/>
                  </a:lnTo>
                  <a:lnTo>
                    <a:pt x="6238754" y="31676"/>
                  </a:lnTo>
                  <a:lnTo>
                    <a:pt x="6238942" y="31676"/>
                  </a:lnTo>
                  <a:lnTo>
                    <a:pt x="6239036" y="31676"/>
                  </a:lnTo>
                  <a:lnTo>
                    <a:pt x="6239130" y="31676"/>
                  </a:lnTo>
                  <a:lnTo>
                    <a:pt x="6239412" y="31676"/>
                  </a:lnTo>
                  <a:lnTo>
                    <a:pt x="6239506" y="31676"/>
                  </a:lnTo>
                  <a:lnTo>
                    <a:pt x="6239600" y="31676"/>
                  </a:lnTo>
                  <a:lnTo>
                    <a:pt x="6239694" y="31676"/>
                  </a:lnTo>
                  <a:lnTo>
                    <a:pt x="6239788" y="31676"/>
                  </a:lnTo>
                  <a:lnTo>
                    <a:pt x="6239882" y="31676"/>
                  </a:lnTo>
                  <a:lnTo>
                    <a:pt x="6239976" y="31676"/>
                  </a:lnTo>
                  <a:lnTo>
                    <a:pt x="6240070" y="31676"/>
                  </a:lnTo>
                  <a:lnTo>
                    <a:pt x="6240164" y="31676"/>
                  </a:lnTo>
                  <a:lnTo>
                    <a:pt x="6240258" y="31676"/>
                  </a:lnTo>
                  <a:lnTo>
                    <a:pt x="6240446" y="31676"/>
                  </a:lnTo>
                  <a:lnTo>
                    <a:pt x="6240728" y="31676"/>
                  </a:lnTo>
                  <a:lnTo>
                    <a:pt x="6240822" y="31676"/>
                  </a:lnTo>
                  <a:lnTo>
                    <a:pt x="6241104" y="31676"/>
                  </a:lnTo>
                  <a:lnTo>
                    <a:pt x="6241198" y="31676"/>
                  </a:lnTo>
                  <a:lnTo>
                    <a:pt x="6241293" y="31676"/>
                  </a:lnTo>
                  <a:lnTo>
                    <a:pt x="6241387" y="31676"/>
                  </a:lnTo>
                  <a:lnTo>
                    <a:pt x="6241481" y="31676"/>
                  </a:lnTo>
                  <a:lnTo>
                    <a:pt x="6241575" y="31676"/>
                  </a:lnTo>
                  <a:lnTo>
                    <a:pt x="6241669" y="31676"/>
                  </a:lnTo>
                  <a:lnTo>
                    <a:pt x="6241857" y="31676"/>
                  </a:lnTo>
                  <a:lnTo>
                    <a:pt x="6242139" y="31676"/>
                  </a:lnTo>
                  <a:lnTo>
                    <a:pt x="6242233" y="31676"/>
                  </a:lnTo>
                  <a:lnTo>
                    <a:pt x="6242421" y="31676"/>
                  </a:lnTo>
                  <a:lnTo>
                    <a:pt x="6242515" y="31676"/>
                  </a:lnTo>
                  <a:lnTo>
                    <a:pt x="6242703" y="31676"/>
                  </a:lnTo>
                  <a:lnTo>
                    <a:pt x="6243079" y="31676"/>
                  </a:lnTo>
                  <a:lnTo>
                    <a:pt x="6243173" y="31676"/>
                  </a:lnTo>
                  <a:lnTo>
                    <a:pt x="6243267" y="31676"/>
                  </a:lnTo>
                  <a:lnTo>
                    <a:pt x="6243455" y="31676"/>
                  </a:lnTo>
                  <a:lnTo>
                    <a:pt x="6243549" y="31676"/>
                  </a:lnTo>
                  <a:lnTo>
                    <a:pt x="6243643" y="31676"/>
                  </a:lnTo>
                  <a:lnTo>
                    <a:pt x="6243737" y="31676"/>
                  </a:lnTo>
                  <a:lnTo>
                    <a:pt x="6243831" y="31676"/>
                  </a:lnTo>
                  <a:lnTo>
                    <a:pt x="6244019" y="31676"/>
                  </a:lnTo>
                  <a:lnTo>
                    <a:pt x="6244207" y="31676"/>
                  </a:lnTo>
                  <a:lnTo>
                    <a:pt x="6244301" y="31676"/>
                  </a:lnTo>
                  <a:lnTo>
                    <a:pt x="6244583" y="31676"/>
                  </a:lnTo>
                  <a:lnTo>
                    <a:pt x="6244677" y="31676"/>
                  </a:lnTo>
                  <a:lnTo>
                    <a:pt x="6244771" y="31676"/>
                  </a:lnTo>
                  <a:lnTo>
                    <a:pt x="6244866" y="31676"/>
                  </a:lnTo>
                  <a:lnTo>
                    <a:pt x="6244960" y="31676"/>
                  </a:lnTo>
                  <a:lnTo>
                    <a:pt x="6245054" y="31676"/>
                  </a:lnTo>
                  <a:lnTo>
                    <a:pt x="6245148" y="31676"/>
                  </a:lnTo>
                  <a:lnTo>
                    <a:pt x="6245336" y="31676"/>
                  </a:lnTo>
                  <a:lnTo>
                    <a:pt x="6245712" y="31676"/>
                  </a:lnTo>
                  <a:lnTo>
                    <a:pt x="6245806" y="31676"/>
                  </a:lnTo>
                  <a:lnTo>
                    <a:pt x="6245994" y="31676"/>
                  </a:lnTo>
                  <a:lnTo>
                    <a:pt x="6246088" y="31676"/>
                  </a:lnTo>
                  <a:lnTo>
                    <a:pt x="6246276" y="31676"/>
                  </a:lnTo>
                  <a:lnTo>
                    <a:pt x="6246370" y="31676"/>
                  </a:lnTo>
                  <a:lnTo>
                    <a:pt x="6246558" y="31676"/>
                  </a:lnTo>
                  <a:lnTo>
                    <a:pt x="6246652" y="31676"/>
                  </a:lnTo>
                  <a:lnTo>
                    <a:pt x="6246746" y="31676"/>
                  </a:lnTo>
                  <a:lnTo>
                    <a:pt x="6247028" y="31676"/>
                  </a:lnTo>
                  <a:lnTo>
                    <a:pt x="6247122" y="31676"/>
                  </a:lnTo>
                  <a:lnTo>
                    <a:pt x="6247216" y="31676"/>
                  </a:lnTo>
                  <a:lnTo>
                    <a:pt x="6247310" y="31676"/>
                  </a:lnTo>
                  <a:lnTo>
                    <a:pt x="6247498" y="31676"/>
                  </a:lnTo>
                  <a:lnTo>
                    <a:pt x="6247686" y="31676"/>
                  </a:lnTo>
                  <a:lnTo>
                    <a:pt x="6247874" y="31676"/>
                  </a:lnTo>
                  <a:lnTo>
                    <a:pt x="6248062" y="31676"/>
                  </a:lnTo>
                  <a:lnTo>
                    <a:pt x="6248156" y="31676"/>
                  </a:lnTo>
                  <a:lnTo>
                    <a:pt x="6248250" y="31676"/>
                  </a:lnTo>
                  <a:lnTo>
                    <a:pt x="6248439" y="31676"/>
                  </a:lnTo>
                  <a:lnTo>
                    <a:pt x="6248815" y="31676"/>
                  </a:lnTo>
                  <a:lnTo>
                    <a:pt x="6248909" y="31676"/>
                  </a:lnTo>
                  <a:lnTo>
                    <a:pt x="6249003" y="31676"/>
                  </a:lnTo>
                  <a:lnTo>
                    <a:pt x="6249097" y="31676"/>
                  </a:lnTo>
                  <a:lnTo>
                    <a:pt x="6249285" y="31676"/>
                  </a:lnTo>
                  <a:lnTo>
                    <a:pt x="6249379" y="31676"/>
                  </a:lnTo>
                  <a:lnTo>
                    <a:pt x="6249473" y="31676"/>
                  </a:lnTo>
                  <a:lnTo>
                    <a:pt x="6249567" y="31676"/>
                  </a:lnTo>
                  <a:lnTo>
                    <a:pt x="6249661" y="31676"/>
                  </a:lnTo>
                  <a:lnTo>
                    <a:pt x="6249755" y="31676"/>
                  </a:lnTo>
                  <a:lnTo>
                    <a:pt x="6249849" y="31676"/>
                  </a:lnTo>
                  <a:lnTo>
                    <a:pt x="6249943" y="31676"/>
                  </a:lnTo>
                  <a:lnTo>
                    <a:pt x="6250037" y="31676"/>
                  </a:lnTo>
                  <a:lnTo>
                    <a:pt x="6250507" y="31676"/>
                  </a:lnTo>
                  <a:lnTo>
                    <a:pt x="6250601" y="31676"/>
                  </a:lnTo>
                  <a:lnTo>
                    <a:pt x="6250695" y="31676"/>
                  </a:lnTo>
                  <a:lnTo>
                    <a:pt x="6250789" y="31676"/>
                  </a:lnTo>
                  <a:lnTo>
                    <a:pt x="6250883" y="31676"/>
                  </a:lnTo>
                  <a:lnTo>
                    <a:pt x="6251071" y="31676"/>
                  </a:lnTo>
                  <a:lnTo>
                    <a:pt x="6251259" y="31676"/>
                  </a:lnTo>
                  <a:lnTo>
                    <a:pt x="6251353" y="31676"/>
                  </a:lnTo>
                  <a:lnTo>
                    <a:pt x="6251447" y="31676"/>
                  </a:lnTo>
                  <a:lnTo>
                    <a:pt x="6251635" y="31676"/>
                  </a:lnTo>
                  <a:lnTo>
                    <a:pt x="6251729" y="31676"/>
                  </a:lnTo>
                  <a:lnTo>
                    <a:pt x="6251823" y="31676"/>
                  </a:lnTo>
                  <a:lnTo>
                    <a:pt x="6251918" y="31676"/>
                  </a:lnTo>
                  <a:lnTo>
                    <a:pt x="6252388" y="31676"/>
                  </a:lnTo>
                  <a:lnTo>
                    <a:pt x="6252670" y="31676"/>
                  </a:lnTo>
                  <a:lnTo>
                    <a:pt x="6252764" y="31676"/>
                  </a:lnTo>
                  <a:lnTo>
                    <a:pt x="6252858" y="31676"/>
                  </a:lnTo>
                  <a:lnTo>
                    <a:pt x="6252952" y="31676"/>
                  </a:lnTo>
                  <a:lnTo>
                    <a:pt x="6253046" y="31676"/>
                  </a:lnTo>
                  <a:lnTo>
                    <a:pt x="6253140" y="31676"/>
                  </a:lnTo>
                  <a:lnTo>
                    <a:pt x="6253234" y="31676"/>
                  </a:lnTo>
                  <a:lnTo>
                    <a:pt x="6253516" y="31676"/>
                  </a:lnTo>
                  <a:lnTo>
                    <a:pt x="6253610" y="31676"/>
                  </a:lnTo>
                  <a:lnTo>
                    <a:pt x="6253704" y="31676"/>
                  </a:lnTo>
                  <a:lnTo>
                    <a:pt x="6253798" y="31676"/>
                  </a:lnTo>
                  <a:lnTo>
                    <a:pt x="6253892" y="31676"/>
                  </a:lnTo>
                  <a:lnTo>
                    <a:pt x="6253986" y="31676"/>
                  </a:lnTo>
                  <a:lnTo>
                    <a:pt x="6254080" y="31676"/>
                  </a:lnTo>
                  <a:lnTo>
                    <a:pt x="6254174" y="31676"/>
                  </a:lnTo>
                  <a:lnTo>
                    <a:pt x="6254268" y="31676"/>
                  </a:lnTo>
                  <a:lnTo>
                    <a:pt x="6254362" y="31676"/>
                  </a:lnTo>
                  <a:lnTo>
                    <a:pt x="6254550" y="31676"/>
                  </a:lnTo>
                  <a:lnTo>
                    <a:pt x="6254644" y="31676"/>
                  </a:lnTo>
                  <a:lnTo>
                    <a:pt x="6254738" y="31676"/>
                  </a:lnTo>
                  <a:lnTo>
                    <a:pt x="6254832" y="31676"/>
                  </a:lnTo>
                  <a:lnTo>
                    <a:pt x="6255020" y="31676"/>
                  </a:lnTo>
                  <a:lnTo>
                    <a:pt x="6255114" y="31676"/>
                  </a:lnTo>
                  <a:lnTo>
                    <a:pt x="6255302" y="31676"/>
                  </a:lnTo>
                  <a:lnTo>
                    <a:pt x="6255491" y="31676"/>
                  </a:lnTo>
                  <a:lnTo>
                    <a:pt x="6255585" y="26397"/>
                  </a:lnTo>
                  <a:lnTo>
                    <a:pt x="6256055" y="26397"/>
                  </a:lnTo>
                  <a:lnTo>
                    <a:pt x="6256149" y="26397"/>
                  </a:lnTo>
                  <a:lnTo>
                    <a:pt x="6256243" y="26397"/>
                  </a:lnTo>
                  <a:lnTo>
                    <a:pt x="6256337" y="26397"/>
                  </a:lnTo>
                  <a:lnTo>
                    <a:pt x="6256431" y="26397"/>
                  </a:lnTo>
                  <a:lnTo>
                    <a:pt x="6256619" y="26397"/>
                  </a:lnTo>
                  <a:lnTo>
                    <a:pt x="6256901" y="26397"/>
                  </a:lnTo>
                  <a:lnTo>
                    <a:pt x="6256995" y="26397"/>
                  </a:lnTo>
                  <a:lnTo>
                    <a:pt x="6257089" y="26397"/>
                  </a:lnTo>
                  <a:lnTo>
                    <a:pt x="6257183" y="26397"/>
                  </a:lnTo>
                  <a:lnTo>
                    <a:pt x="6257277" y="26397"/>
                  </a:lnTo>
                  <a:lnTo>
                    <a:pt x="6257371" y="26397"/>
                  </a:lnTo>
                  <a:lnTo>
                    <a:pt x="6257465" y="26397"/>
                  </a:lnTo>
                  <a:lnTo>
                    <a:pt x="6257559" y="26397"/>
                  </a:lnTo>
                  <a:lnTo>
                    <a:pt x="6257653" y="26397"/>
                  </a:lnTo>
                  <a:lnTo>
                    <a:pt x="6257747" y="26397"/>
                  </a:lnTo>
                  <a:lnTo>
                    <a:pt x="6257935" y="26397"/>
                  </a:lnTo>
                  <a:lnTo>
                    <a:pt x="6258029" y="26397"/>
                  </a:lnTo>
                  <a:lnTo>
                    <a:pt x="6258123" y="26397"/>
                  </a:lnTo>
                  <a:lnTo>
                    <a:pt x="6258217" y="26397"/>
                  </a:lnTo>
                  <a:lnTo>
                    <a:pt x="6258311" y="26397"/>
                  </a:lnTo>
                  <a:lnTo>
                    <a:pt x="6258499" y="26397"/>
                  </a:lnTo>
                  <a:lnTo>
                    <a:pt x="6258593" y="26397"/>
                  </a:lnTo>
                  <a:lnTo>
                    <a:pt x="6258687" y="26397"/>
                  </a:lnTo>
                  <a:lnTo>
                    <a:pt x="6258969" y="26397"/>
                  </a:lnTo>
                  <a:lnTo>
                    <a:pt x="6259064" y="26397"/>
                  </a:lnTo>
                  <a:lnTo>
                    <a:pt x="6259252" y="26397"/>
                  </a:lnTo>
                  <a:lnTo>
                    <a:pt x="6259346" y="26397"/>
                  </a:lnTo>
                  <a:lnTo>
                    <a:pt x="6259346" y="21117"/>
                  </a:lnTo>
                  <a:lnTo>
                    <a:pt x="6259440" y="21117"/>
                  </a:lnTo>
                  <a:lnTo>
                    <a:pt x="6259534" y="21117"/>
                  </a:lnTo>
                  <a:lnTo>
                    <a:pt x="6259628" y="21117"/>
                  </a:lnTo>
                  <a:lnTo>
                    <a:pt x="6259722" y="21117"/>
                  </a:lnTo>
                  <a:lnTo>
                    <a:pt x="6259910" y="21117"/>
                  </a:lnTo>
                  <a:lnTo>
                    <a:pt x="6260004" y="21117"/>
                  </a:lnTo>
                  <a:lnTo>
                    <a:pt x="6260098" y="21117"/>
                  </a:lnTo>
                  <a:lnTo>
                    <a:pt x="6260192" y="21117"/>
                  </a:lnTo>
                  <a:lnTo>
                    <a:pt x="6260286" y="21117"/>
                  </a:lnTo>
                  <a:lnTo>
                    <a:pt x="6260474" y="21117"/>
                  </a:lnTo>
                  <a:lnTo>
                    <a:pt x="6260568" y="21117"/>
                  </a:lnTo>
                  <a:lnTo>
                    <a:pt x="6260756" y="21117"/>
                  </a:lnTo>
                  <a:lnTo>
                    <a:pt x="6260850" y="21117"/>
                  </a:lnTo>
                  <a:lnTo>
                    <a:pt x="6260850" y="15838"/>
                  </a:lnTo>
                  <a:lnTo>
                    <a:pt x="6260944" y="15838"/>
                  </a:lnTo>
                  <a:lnTo>
                    <a:pt x="6261132" y="15838"/>
                  </a:lnTo>
                  <a:lnTo>
                    <a:pt x="6261226" y="15838"/>
                  </a:lnTo>
                  <a:lnTo>
                    <a:pt x="6261320" y="15838"/>
                  </a:lnTo>
                  <a:lnTo>
                    <a:pt x="6261414" y="15838"/>
                  </a:lnTo>
                  <a:lnTo>
                    <a:pt x="6261602" y="15838"/>
                  </a:lnTo>
                  <a:lnTo>
                    <a:pt x="6261790" y="15838"/>
                  </a:lnTo>
                  <a:lnTo>
                    <a:pt x="6261884" y="15838"/>
                  </a:lnTo>
                  <a:lnTo>
                    <a:pt x="6261978" y="15838"/>
                  </a:lnTo>
                  <a:lnTo>
                    <a:pt x="6262260" y="15838"/>
                  </a:lnTo>
                  <a:lnTo>
                    <a:pt x="6262354" y="15838"/>
                  </a:lnTo>
                  <a:lnTo>
                    <a:pt x="6262543" y="15838"/>
                  </a:lnTo>
                  <a:lnTo>
                    <a:pt x="6262637" y="15838"/>
                  </a:lnTo>
                  <a:lnTo>
                    <a:pt x="6262731" y="15838"/>
                  </a:lnTo>
                  <a:lnTo>
                    <a:pt x="6262825" y="15838"/>
                  </a:lnTo>
                  <a:lnTo>
                    <a:pt x="6262919" y="15838"/>
                  </a:lnTo>
                  <a:lnTo>
                    <a:pt x="6263013" y="15838"/>
                  </a:lnTo>
                  <a:lnTo>
                    <a:pt x="6263107" y="15838"/>
                  </a:lnTo>
                  <a:lnTo>
                    <a:pt x="6263295" y="15838"/>
                  </a:lnTo>
                  <a:lnTo>
                    <a:pt x="6263483" y="15838"/>
                  </a:lnTo>
                  <a:lnTo>
                    <a:pt x="6263577" y="15838"/>
                  </a:lnTo>
                  <a:lnTo>
                    <a:pt x="6263671" y="15838"/>
                  </a:lnTo>
                  <a:lnTo>
                    <a:pt x="6263765" y="15838"/>
                  </a:lnTo>
                  <a:lnTo>
                    <a:pt x="6263953" y="15838"/>
                  </a:lnTo>
                  <a:lnTo>
                    <a:pt x="6264235" y="15838"/>
                  </a:lnTo>
                  <a:lnTo>
                    <a:pt x="6264423" y="15838"/>
                  </a:lnTo>
                  <a:lnTo>
                    <a:pt x="6264611" y="10558"/>
                  </a:lnTo>
                  <a:lnTo>
                    <a:pt x="6264705" y="10558"/>
                  </a:lnTo>
                  <a:lnTo>
                    <a:pt x="6264987" y="10558"/>
                  </a:lnTo>
                  <a:lnTo>
                    <a:pt x="6265081" y="10558"/>
                  </a:lnTo>
                  <a:lnTo>
                    <a:pt x="6265269" y="10558"/>
                  </a:lnTo>
                  <a:lnTo>
                    <a:pt x="6265457" y="10558"/>
                  </a:lnTo>
                  <a:lnTo>
                    <a:pt x="6265551" y="10558"/>
                  </a:lnTo>
                  <a:lnTo>
                    <a:pt x="6265739" y="10558"/>
                  </a:lnTo>
                  <a:lnTo>
                    <a:pt x="6265927" y="10558"/>
                  </a:lnTo>
                  <a:lnTo>
                    <a:pt x="6266021" y="10558"/>
                  </a:lnTo>
                  <a:lnTo>
                    <a:pt x="6266210" y="10558"/>
                  </a:lnTo>
                  <a:lnTo>
                    <a:pt x="6266304" y="10558"/>
                  </a:lnTo>
                  <a:lnTo>
                    <a:pt x="6266398" y="10558"/>
                  </a:lnTo>
                  <a:lnTo>
                    <a:pt x="6266492" y="10558"/>
                  </a:lnTo>
                  <a:lnTo>
                    <a:pt x="6266586" y="10558"/>
                  </a:lnTo>
                  <a:lnTo>
                    <a:pt x="6266680" y="10558"/>
                  </a:lnTo>
                  <a:lnTo>
                    <a:pt x="6266868" y="10558"/>
                  </a:lnTo>
                  <a:lnTo>
                    <a:pt x="6266962" y="10558"/>
                  </a:lnTo>
                  <a:lnTo>
                    <a:pt x="6267056" y="10558"/>
                  </a:lnTo>
                  <a:lnTo>
                    <a:pt x="6267150" y="10558"/>
                  </a:lnTo>
                  <a:lnTo>
                    <a:pt x="6267526" y="10558"/>
                  </a:lnTo>
                  <a:lnTo>
                    <a:pt x="6267620" y="10558"/>
                  </a:lnTo>
                  <a:lnTo>
                    <a:pt x="6267714" y="10558"/>
                  </a:lnTo>
                  <a:lnTo>
                    <a:pt x="6267808" y="10558"/>
                  </a:lnTo>
                  <a:lnTo>
                    <a:pt x="6267902" y="10558"/>
                  </a:lnTo>
                  <a:lnTo>
                    <a:pt x="6268278" y="10558"/>
                  </a:lnTo>
                  <a:lnTo>
                    <a:pt x="6268372" y="10558"/>
                  </a:lnTo>
                  <a:lnTo>
                    <a:pt x="6268466" y="10558"/>
                  </a:lnTo>
                  <a:lnTo>
                    <a:pt x="6268560" y="10558"/>
                  </a:lnTo>
                  <a:lnTo>
                    <a:pt x="6268654" y="10558"/>
                  </a:lnTo>
                  <a:lnTo>
                    <a:pt x="6268748" y="10558"/>
                  </a:lnTo>
                  <a:lnTo>
                    <a:pt x="6268842" y="10558"/>
                  </a:lnTo>
                  <a:lnTo>
                    <a:pt x="6268936" y="10558"/>
                  </a:lnTo>
                  <a:lnTo>
                    <a:pt x="6269030" y="10558"/>
                  </a:lnTo>
                  <a:lnTo>
                    <a:pt x="6269124" y="10558"/>
                  </a:lnTo>
                  <a:lnTo>
                    <a:pt x="6269218" y="10558"/>
                  </a:lnTo>
                  <a:lnTo>
                    <a:pt x="6269312" y="10558"/>
                  </a:lnTo>
                  <a:lnTo>
                    <a:pt x="6269406" y="10558"/>
                  </a:lnTo>
                  <a:lnTo>
                    <a:pt x="6269594" y="10558"/>
                  </a:lnTo>
                  <a:lnTo>
                    <a:pt x="6269689" y="10558"/>
                  </a:lnTo>
                  <a:lnTo>
                    <a:pt x="6269877" y="10558"/>
                  </a:lnTo>
                  <a:lnTo>
                    <a:pt x="6269971" y="10558"/>
                  </a:lnTo>
                  <a:lnTo>
                    <a:pt x="6270065" y="10558"/>
                  </a:lnTo>
                  <a:lnTo>
                    <a:pt x="6270253" y="10558"/>
                  </a:lnTo>
                  <a:lnTo>
                    <a:pt x="6270441" y="10558"/>
                  </a:lnTo>
                  <a:lnTo>
                    <a:pt x="6270629" y="10558"/>
                  </a:lnTo>
                  <a:lnTo>
                    <a:pt x="6270817" y="10558"/>
                  </a:lnTo>
                  <a:lnTo>
                    <a:pt x="6271005" y="10558"/>
                  </a:lnTo>
                  <a:lnTo>
                    <a:pt x="6271287" y="10558"/>
                  </a:lnTo>
                  <a:lnTo>
                    <a:pt x="6271381" y="10558"/>
                  </a:lnTo>
                  <a:lnTo>
                    <a:pt x="6271475" y="10558"/>
                  </a:lnTo>
                  <a:lnTo>
                    <a:pt x="6271569" y="10558"/>
                  </a:lnTo>
                  <a:lnTo>
                    <a:pt x="6271663" y="10558"/>
                  </a:lnTo>
                  <a:lnTo>
                    <a:pt x="6273544" y="10558"/>
                  </a:lnTo>
                  <a:lnTo>
                    <a:pt x="6273638" y="10558"/>
                  </a:lnTo>
                  <a:lnTo>
                    <a:pt x="6273732" y="10558"/>
                  </a:lnTo>
                  <a:lnTo>
                    <a:pt x="6273826" y="10558"/>
                  </a:lnTo>
                  <a:lnTo>
                    <a:pt x="6273920" y="10558"/>
                  </a:lnTo>
                  <a:lnTo>
                    <a:pt x="6274014" y="10558"/>
                  </a:lnTo>
                  <a:lnTo>
                    <a:pt x="6274296" y="10558"/>
                  </a:lnTo>
                  <a:lnTo>
                    <a:pt x="6274390" y="10558"/>
                  </a:lnTo>
                  <a:lnTo>
                    <a:pt x="6274578" y="10558"/>
                  </a:lnTo>
                  <a:lnTo>
                    <a:pt x="6274672" y="10558"/>
                  </a:lnTo>
                  <a:lnTo>
                    <a:pt x="6274954" y="10558"/>
                  </a:lnTo>
                  <a:lnTo>
                    <a:pt x="6275048" y="10558"/>
                  </a:lnTo>
                  <a:lnTo>
                    <a:pt x="6275330" y="10558"/>
                  </a:lnTo>
                  <a:lnTo>
                    <a:pt x="6275424" y="10558"/>
                  </a:lnTo>
                  <a:lnTo>
                    <a:pt x="6275518" y="10558"/>
                  </a:lnTo>
                  <a:lnTo>
                    <a:pt x="6275612" y="10558"/>
                  </a:lnTo>
                  <a:lnTo>
                    <a:pt x="6275706" y="10558"/>
                  </a:lnTo>
                  <a:lnTo>
                    <a:pt x="6275800" y="10558"/>
                  </a:lnTo>
                  <a:lnTo>
                    <a:pt x="6275894" y="10558"/>
                  </a:lnTo>
                  <a:lnTo>
                    <a:pt x="6275988" y="10558"/>
                  </a:lnTo>
                  <a:lnTo>
                    <a:pt x="6276082" y="10558"/>
                  </a:lnTo>
                  <a:lnTo>
                    <a:pt x="6276176" y="10558"/>
                  </a:lnTo>
                  <a:lnTo>
                    <a:pt x="6276270" y="10558"/>
                  </a:lnTo>
                  <a:lnTo>
                    <a:pt x="6276364" y="10558"/>
                  </a:lnTo>
                  <a:lnTo>
                    <a:pt x="6276552" y="10558"/>
                  </a:lnTo>
                  <a:lnTo>
                    <a:pt x="6276741" y="10558"/>
                  </a:lnTo>
                  <a:lnTo>
                    <a:pt x="6276835" y="10558"/>
                  </a:lnTo>
                  <a:lnTo>
                    <a:pt x="6277023" y="10558"/>
                  </a:lnTo>
                  <a:lnTo>
                    <a:pt x="6277117" y="10558"/>
                  </a:lnTo>
                  <a:lnTo>
                    <a:pt x="6277211" y="10558"/>
                  </a:lnTo>
                  <a:lnTo>
                    <a:pt x="6277305" y="10558"/>
                  </a:lnTo>
                  <a:lnTo>
                    <a:pt x="6277399" y="10558"/>
                  </a:lnTo>
                  <a:lnTo>
                    <a:pt x="6277493" y="10558"/>
                  </a:lnTo>
                  <a:lnTo>
                    <a:pt x="6277681" y="10558"/>
                  </a:lnTo>
                  <a:lnTo>
                    <a:pt x="6277963" y="10558"/>
                  </a:lnTo>
                  <a:lnTo>
                    <a:pt x="6278057" y="10558"/>
                  </a:lnTo>
                  <a:lnTo>
                    <a:pt x="6278151" y="10558"/>
                  </a:lnTo>
                  <a:lnTo>
                    <a:pt x="6278245" y="10558"/>
                  </a:lnTo>
                  <a:lnTo>
                    <a:pt x="6278339" y="10558"/>
                  </a:lnTo>
                  <a:lnTo>
                    <a:pt x="6278433" y="10558"/>
                  </a:lnTo>
                  <a:lnTo>
                    <a:pt x="6278527" y="10558"/>
                  </a:lnTo>
                  <a:lnTo>
                    <a:pt x="6278621" y="10558"/>
                  </a:lnTo>
                  <a:lnTo>
                    <a:pt x="6278715" y="10558"/>
                  </a:lnTo>
                  <a:lnTo>
                    <a:pt x="6278809" y="10558"/>
                  </a:lnTo>
                  <a:lnTo>
                    <a:pt x="6278903" y="10558"/>
                  </a:lnTo>
                  <a:lnTo>
                    <a:pt x="6279091" y="10558"/>
                  </a:lnTo>
                  <a:lnTo>
                    <a:pt x="6279185" y="10558"/>
                  </a:lnTo>
                  <a:lnTo>
                    <a:pt x="6279279" y="10558"/>
                  </a:lnTo>
                  <a:lnTo>
                    <a:pt x="6279373" y="10558"/>
                  </a:lnTo>
                  <a:lnTo>
                    <a:pt x="6279561" y="10558"/>
                  </a:lnTo>
                  <a:lnTo>
                    <a:pt x="6279749" y="10558"/>
                  </a:lnTo>
                  <a:lnTo>
                    <a:pt x="6279843" y="10558"/>
                  </a:lnTo>
                  <a:lnTo>
                    <a:pt x="6280125" y="10558"/>
                  </a:lnTo>
                  <a:lnTo>
                    <a:pt x="6280219" y="10558"/>
                  </a:lnTo>
                  <a:lnTo>
                    <a:pt x="6280314" y="10558"/>
                  </a:lnTo>
                  <a:lnTo>
                    <a:pt x="6280502" y="10558"/>
                  </a:lnTo>
                  <a:lnTo>
                    <a:pt x="6280596" y="10558"/>
                  </a:lnTo>
                  <a:lnTo>
                    <a:pt x="6280690" y="10558"/>
                  </a:lnTo>
                  <a:lnTo>
                    <a:pt x="6280784" y="10558"/>
                  </a:lnTo>
                  <a:lnTo>
                    <a:pt x="6280972" y="10558"/>
                  </a:lnTo>
                  <a:lnTo>
                    <a:pt x="6281066" y="10558"/>
                  </a:lnTo>
                  <a:lnTo>
                    <a:pt x="6281160" y="10558"/>
                  </a:lnTo>
                  <a:lnTo>
                    <a:pt x="6281348" y="10558"/>
                  </a:lnTo>
                  <a:lnTo>
                    <a:pt x="6281536" y="10558"/>
                  </a:lnTo>
                  <a:lnTo>
                    <a:pt x="6281724" y="10558"/>
                  </a:lnTo>
                  <a:lnTo>
                    <a:pt x="6281818" y="10558"/>
                  </a:lnTo>
                  <a:lnTo>
                    <a:pt x="6281912" y="10558"/>
                  </a:lnTo>
                  <a:lnTo>
                    <a:pt x="6282006" y="10558"/>
                  </a:lnTo>
                  <a:lnTo>
                    <a:pt x="6282288" y="10558"/>
                  </a:lnTo>
                  <a:lnTo>
                    <a:pt x="6282382" y="10558"/>
                  </a:lnTo>
                  <a:lnTo>
                    <a:pt x="6282476" y="10558"/>
                  </a:lnTo>
                  <a:lnTo>
                    <a:pt x="6282570" y="10558"/>
                  </a:lnTo>
                  <a:lnTo>
                    <a:pt x="6282664" y="10558"/>
                  </a:lnTo>
                  <a:lnTo>
                    <a:pt x="6282758" y="10558"/>
                  </a:lnTo>
                  <a:lnTo>
                    <a:pt x="6282852" y="10558"/>
                  </a:lnTo>
                  <a:lnTo>
                    <a:pt x="6282946" y="10558"/>
                  </a:lnTo>
                  <a:lnTo>
                    <a:pt x="6283040" y="10558"/>
                  </a:lnTo>
                  <a:lnTo>
                    <a:pt x="6283134" y="10558"/>
                  </a:lnTo>
                  <a:lnTo>
                    <a:pt x="6283228" y="10558"/>
                  </a:lnTo>
                  <a:lnTo>
                    <a:pt x="6283416" y="10558"/>
                  </a:lnTo>
                  <a:lnTo>
                    <a:pt x="6283698" y="10558"/>
                  </a:lnTo>
                  <a:lnTo>
                    <a:pt x="6283792" y="10558"/>
                  </a:lnTo>
                  <a:lnTo>
                    <a:pt x="6283887" y="10558"/>
                  </a:lnTo>
                  <a:lnTo>
                    <a:pt x="6283981" y="10558"/>
                  </a:lnTo>
                  <a:lnTo>
                    <a:pt x="6284075" y="10558"/>
                  </a:lnTo>
                  <a:lnTo>
                    <a:pt x="6284169" y="10558"/>
                  </a:lnTo>
                  <a:lnTo>
                    <a:pt x="6284263" y="10558"/>
                  </a:lnTo>
                  <a:lnTo>
                    <a:pt x="6284451" y="10558"/>
                  </a:lnTo>
                  <a:lnTo>
                    <a:pt x="6284545" y="10558"/>
                  </a:lnTo>
                  <a:lnTo>
                    <a:pt x="6284639" y="10558"/>
                  </a:lnTo>
                  <a:lnTo>
                    <a:pt x="6284733" y="10558"/>
                  </a:lnTo>
                  <a:lnTo>
                    <a:pt x="6284921" y="10558"/>
                  </a:lnTo>
                  <a:lnTo>
                    <a:pt x="6285015" y="10558"/>
                  </a:lnTo>
                  <a:lnTo>
                    <a:pt x="6285203" y="10558"/>
                  </a:lnTo>
                  <a:lnTo>
                    <a:pt x="6285297" y="10558"/>
                  </a:lnTo>
                  <a:lnTo>
                    <a:pt x="6285485" y="10558"/>
                  </a:lnTo>
                  <a:lnTo>
                    <a:pt x="6285579" y="10558"/>
                  </a:lnTo>
                  <a:lnTo>
                    <a:pt x="6285673" y="10558"/>
                  </a:lnTo>
                  <a:lnTo>
                    <a:pt x="6285767" y="10558"/>
                  </a:lnTo>
                  <a:lnTo>
                    <a:pt x="6285955" y="10558"/>
                  </a:lnTo>
                  <a:lnTo>
                    <a:pt x="6286049" y="10558"/>
                  </a:lnTo>
                  <a:lnTo>
                    <a:pt x="6286143" y="10558"/>
                  </a:lnTo>
                  <a:lnTo>
                    <a:pt x="6286237" y="10558"/>
                  </a:lnTo>
                  <a:lnTo>
                    <a:pt x="6286425" y="10558"/>
                  </a:lnTo>
                  <a:lnTo>
                    <a:pt x="6286519" y="10558"/>
                  </a:lnTo>
                  <a:lnTo>
                    <a:pt x="6286613" y="10558"/>
                  </a:lnTo>
                  <a:lnTo>
                    <a:pt x="6286707" y="10558"/>
                  </a:lnTo>
                  <a:lnTo>
                    <a:pt x="6286895" y="10558"/>
                  </a:lnTo>
                  <a:lnTo>
                    <a:pt x="6286989" y="10558"/>
                  </a:lnTo>
                  <a:lnTo>
                    <a:pt x="6287083" y="10558"/>
                  </a:lnTo>
                  <a:lnTo>
                    <a:pt x="6287177" y="10558"/>
                  </a:lnTo>
                  <a:lnTo>
                    <a:pt x="6287366" y="10558"/>
                  </a:lnTo>
                  <a:lnTo>
                    <a:pt x="6287460" y="10558"/>
                  </a:lnTo>
                  <a:lnTo>
                    <a:pt x="6287554" y="10558"/>
                  </a:lnTo>
                  <a:lnTo>
                    <a:pt x="6287648" y="10558"/>
                  </a:lnTo>
                  <a:lnTo>
                    <a:pt x="6287742" y="10558"/>
                  </a:lnTo>
                  <a:lnTo>
                    <a:pt x="6287836" y="10558"/>
                  </a:lnTo>
                  <a:lnTo>
                    <a:pt x="6287930" y="10558"/>
                  </a:lnTo>
                  <a:lnTo>
                    <a:pt x="6288024" y="10558"/>
                  </a:lnTo>
                  <a:lnTo>
                    <a:pt x="6288118" y="10558"/>
                  </a:lnTo>
                  <a:lnTo>
                    <a:pt x="6288212" y="10558"/>
                  </a:lnTo>
                  <a:lnTo>
                    <a:pt x="6288306" y="10558"/>
                  </a:lnTo>
                  <a:lnTo>
                    <a:pt x="6288400" y="10558"/>
                  </a:lnTo>
                  <a:lnTo>
                    <a:pt x="6288494" y="10558"/>
                  </a:lnTo>
                  <a:lnTo>
                    <a:pt x="6288682" y="10558"/>
                  </a:lnTo>
                  <a:lnTo>
                    <a:pt x="6288776" y="10558"/>
                  </a:lnTo>
                  <a:lnTo>
                    <a:pt x="6288964" y="10558"/>
                  </a:lnTo>
                  <a:lnTo>
                    <a:pt x="6289058" y="10558"/>
                  </a:lnTo>
                  <a:lnTo>
                    <a:pt x="6289152" y="10558"/>
                  </a:lnTo>
                  <a:lnTo>
                    <a:pt x="6289246" y="10558"/>
                  </a:lnTo>
                  <a:lnTo>
                    <a:pt x="6289340" y="10558"/>
                  </a:lnTo>
                  <a:lnTo>
                    <a:pt x="6289434" y="10558"/>
                  </a:lnTo>
                  <a:lnTo>
                    <a:pt x="6289528" y="10558"/>
                  </a:lnTo>
                  <a:lnTo>
                    <a:pt x="6289810" y="10558"/>
                  </a:lnTo>
                  <a:lnTo>
                    <a:pt x="6290186" y="10558"/>
                  </a:lnTo>
                  <a:lnTo>
                    <a:pt x="6290280" y="10558"/>
                  </a:lnTo>
                  <a:lnTo>
                    <a:pt x="6290374" y="10558"/>
                  </a:lnTo>
                  <a:lnTo>
                    <a:pt x="6290468" y="10558"/>
                  </a:lnTo>
                  <a:lnTo>
                    <a:pt x="6290562" y="10558"/>
                  </a:lnTo>
                  <a:lnTo>
                    <a:pt x="6290656" y="10558"/>
                  </a:lnTo>
                  <a:lnTo>
                    <a:pt x="6290750" y="10558"/>
                  </a:lnTo>
                  <a:lnTo>
                    <a:pt x="6290939" y="10558"/>
                  </a:lnTo>
                  <a:lnTo>
                    <a:pt x="6291033" y="10558"/>
                  </a:lnTo>
                  <a:lnTo>
                    <a:pt x="6291221" y="10558"/>
                  </a:lnTo>
                  <a:lnTo>
                    <a:pt x="6291315" y="10558"/>
                  </a:lnTo>
                  <a:lnTo>
                    <a:pt x="6291409" y="10558"/>
                  </a:lnTo>
                  <a:lnTo>
                    <a:pt x="6291503" y="10558"/>
                  </a:lnTo>
                  <a:lnTo>
                    <a:pt x="6291597" y="10558"/>
                  </a:lnTo>
                  <a:lnTo>
                    <a:pt x="6291691" y="10558"/>
                  </a:lnTo>
                  <a:lnTo>
                    <a:pt x="6291785" y="10558"/>
                  </a:lnTo>
                  <a:lnTo>
                    <a:pt x="6291879" y="10558"/>
                  </a:lnTo>
                  <a:lnTo>
                    <a:pt x="6292161" y="10558"/>
                  </a:lnTo>
                  <a:lnTo>
                    <a:pt x="6292349" y="10558"/>
                  </a:lnTo>
                  <a:lnTo>
                    <a:pt x="6292537" y="10558"/>
                  </a:lnTo>
                  <a:lnTo>
                    <a:pt x="6292631" y="10558"/>
                  </a:lnTo>
                  <a:lnTo>
                    <a:pt x="6292725" y="10558"/>
                  </a:lnTo>
                  <a:lnTo>
                    <a:pt x="6292819" y="10558"/>
                  </a:lnTo>
                  <a:lnTo>
                    <a:pt x="6292913" y="10558"/>
                  </a:lnTo>
                  <a:lnTo>
                    <a:pt x="6293007" y="10558"/>
                  </a:lnTo>
                  <a:lnTo>
                    <a:pt x="6293289" y="10558"/>
                  </a:lnTo>
                  <a:lnTo>
                    <a:pt x="6293383" y="10558"/>
                  </a:lnTo>
                  <a:lnTo>
                    <a:pt x="6293477" y="10558"/>
                  </a:lnTo>
                  <a:lnTo>
                    <a:pt x="6293571" y="10558"/>
                  </a:lnTo>
                  <a:lnTo>
                    <a:pt x="6293759" y="10558"/>
                  </a:lnTo>
                  <a:lnTo>
                    <a:pt x="6294041" y="10558"/>
                  </a:lnTo>
                  <a:lnTo>
                    <a:pt x="6294135" y="10558"/>
                  </a:lnTo>
                  <a:lnTo>
                    <a:pt x="6294323" y="10558"/>
                  </a:lnTo>
                  <a:lnTo>
                    <a:pt x="6294417" y="10558"/>
                  </a:lnTo>
                  <a:lnTo>
                    <a:pt x="6294512" y="10558"/>
                  </a:lnTo>
                  <a:lnTo>
                    <a:pt x="6294700" y="10558"/>
                  </a:lnTo>
                  <a:lnTo>
                    <a:pt x="6294794" y="10558"/>
                  </a:lnTo>
                  <a:lnTo>
                    <a:pt x="6294888" y="10558"/>
                  </a:lnTo>
                  <a:lnTo>
                    <a:pt x="6294888" y="5279"/>
                  </a:lnTo>
                  <a:lnTo>
                    <a:pt x="6295076" y="5279"/>
                  </a:lnTo>
                  <a:lnTo>
                    <a:pt x="6295264" y="5279"/>
                  </a:lnTo>
                  <a:lnTo>
                    <a:pt x="6295452" y="5279"/>
                  </a:lnTo>
                  <a:lnTo>
                    <a:pt x="6295546" y="5279"/>
                  </a:lnTo>
                  <a:lnTo>
                    <a:pt x="6295640" y="5279"/>
                  </a:lnTo>
                  <a:lnTo>
                    <a:pt x="6295734" y="5279"/>
                  </a:lnTo>
                  <a:lnTo>
                    <a:pt x="6296298" y="5279"/>
                  </a:lnTo>
                  <a:lnTo>
                    <a:pt x="6296392" y="5279"/>
                  </a:lnTo>
                  <a:lnTo>
                    <a:pt x="6296486" y="5279"/>
                  </a:lnTo>
                  <a:lnTo>
                    <a:pt x="6296580" y="5279"/>
                  </a:lnTo>
                  <a:lnTo>
                    <a:pt x="6296768" y="5279"/>
                  </a:lnTo>
                  <a:lnTo>
                    <a:pt x="6296862" y="5279"/>
                  </a:lnTo>
                  <a:lnTo>
                    <a:pt x="6296956" y="5279"/>
                  </a:lnTo>
                  <a:lnTo>
                    <a:pt x="6297144" y="5279"/>
                  </a:lnTo>
                  <a:lnTo>
                    <a:pt x="6297238" y="5279"/>
                  </a:lnTo>
                  <a:lnTo>
                    <a:pt x="6297332" y="5279"/>
                  </a:lnTo>
                  <a:lnTo>
                    <a:pt x="6297520" y="5279"/>
                  </a:lnTo>
                  <a:lnTo>
                    <a:pt x="6297614" y="5279"/>
                  </a:lnTo>
                  <a:lnTo>
                    <a:pt x="6297708" y="5279"/>
                  </a:lnTo>
                  <a:lnTo>
                    <a:pt x="6297802" y="5279"/>
                  </a:lnTo>
                  <a:lnTo>
                    <a:pt x="6297896" y="5279"/>
                  </a:lnTo>
                  <a:lnTo>
                    <a:pt x="6298085" y="5279"/>
                  </a:lnTo>
                  <a:lnTo>
                    <a:pt x="6298179" y="5279"/>
                  </a:lnTo>
                  <a:lnTo>
                    <a:pt x="6298273" y="5279"/>
                  </a:lnTo>
                  <a:lnTo>
                    <a:pt x="6298367" y="5279"/>
                  </a:lnTo>
                  <a:lnTo>
                    <a:pt x="6298555" y="5279"/>
                  </a:lnTo>
                  <a:lnTo>
                    <a:pt x="6298649" y="5279"/>
                  </a:lnTo>
                  <a:lnTo>
                    <a:pt x="6298743" y="5279"/>
                  </a:lnTo>
                  <a:lnTo>
                    <a:pt x="6298837" y="5279"/>
                  </a:lnTo>
                  <a:lnTo>
                    <a:pt x="6299025" y="5279"/>
                  </a:lnTo>
                  <a:lnTo>
                    <a:pt x="6299119" y="5279"/>
                  </a:lnTo>
                  <a:lnTo>
                    <a:pt x="6299495" y="5279"/>
                  </a:lnTo>
                  <a:lnTo>
                    <a:pt x="6299589" y="5279"/>
                  </a:lnTo>
                  <a:lnTo>
                    <a:pt x="6299683" y="5279"/>
                  </a:lnTo>
                  <a:lnTo>
                    <a:pt x="6300059" y="5279"/>
                  </a:lnTo>
                  <a:lnTo>
                    <a:pt x="6300153" y="5279"/>
                  </a:lnTo>
                  <a:lnTo>
                    <a:pt x="6300247" y="5279"/>
                  </a:lnTo>
                  <a:lnTo>
                    <a:pt x="6300341" y="5279"/>
                  </a:lnTo>
                  <a:lnTo>
                    <a:pt x="6300435" y="5279"/>
                  </a:lnTo>
                  <a:lnTo>
                    <a:pt x="6300529" y="5279"/>
                  </a:lnTo>
                  <a:lnTo>
                    <a:pt x="6300623" y="5279"/>
                  </a:lnTo>
                  <a:lnTo>
                    <a:pt x="6300717" y="5279"/>
                  </a:lnTo>
                  <a:lnTo>
                    <a:pt x="6300811" y="5279"/>
                  </a:lnTo>
                  <a:lnTo>
                    <a:pt x="6300905" y="5279"/>
                  </a:lnTo>
                  <a:lnTo>
                    <a:pt x="6300999" y="5279"/>
                  </a:lnTo>
                  <a:lnTo>
                    <a:pt x="6301187" y="5279"/>
                  </a:lnTo>
                  <a:lnTo>
                    <a:pt x="6301281" y="5279"/>
                  </a:lnTo>
                  <a:lnTo>
                    <a:pt x="6301469" y="5279"/>
                  </a:lnTo>
                  <a:lnTo>
                    <a:pt x="6301564" y="5279"/>
                  </a:lnTo>
                  <a:lnTo>
                    <a:pt x="6301752" y="5279"/>
                  </a:lnTo>
                  <a:lnTo>
                    <a:pt x="6301846" y="5279"/>
                  </a:lnTo>
                  <a:lnTo>
                    <a:pt x="6301940" y="5279"/>
                  </a:lnTo>
                  <a:lnTo>
                    <a:pt x="6302034" y="5279"/>
                  </a:lnTo>
                  <a:lnTo>
                    <a:pt x="6302128" y="5279"/>
                  </a:lnTo>
                  <a:lnTo>
                    <a:pt x="6302222" y="5279"/>
                  </a:lnTo>
                  <a:lnTo>
                    <a:pt x="6302316" y="5279"/>
                  </a:lnTo>
                  <a:lnTo>
                    <a:pt x="6302410" y="5279"/>
                  </a:lnTo>
                  <a:lnTo>
                    <a:pt x="6302504" y="5279"/>
                  </a:lnTo>
                  <a:lnTo>
                    <a:pt x="6302598" y="5279"/>
                  </a:lnTo>
                  <a:lnTo>
                    <a:pt x="6302692" y="5279"/>
                  </a:lnTo>
                  <a:lnTo>
                    <a:pt x="6302786" y="5279"/>
                  </a:lnTo>
                  <a:lnTo>
                    <a:pt x="6302880" y="5279"/>
                  </a:lnTo>
                  <a:lnTo>
                    <a:pt x="6302974" y="5279"/>
                  </a:lnTo>
                  <a:lnTo>
                    <a:pt x="6303068" y="5279"/>
                  </a:lnTo>
                  <a:lnTo>
                    <a:pt x="6303162" y="5279"/>
                  </a:lnTo>
                  <a:lnTo>
                    <a:pt x="6303256" y="5279"/>
                  </a:lnTo>
                  <a:lnTo>
                    <a:pt x="6303350" y="5279"/>
                  </a:lnTo>
                  <a:lnTo>
                    <a:pt x="6303444" y="5279"/>
                  </a:lnTo>
                  <a:lnTo>
                    <a:pt x="6303538" y="5279"/>
                  </a:lnTo>
                  <a:lnTo>
                    <a:pt x="6303632" y="5279"/>
                  </a:lnTo>
                  <a:lnTo>
                    <a:pt x="6303726" y="5279"/>
                  </a:lnTo>
                  <a:lnTo>
                    <a:pt x="6303820" y="5279"/>
                  </a:lnTo>
                  <a:lnTo>
                    <a:pt x="6303914" y="5279"/>
                  </a:lnTo>
                  <a:lnTo>
                    <a:pt x="6304008" y="5279"/>
                  </a:lnTo>
                  <a:lnTo>
                    <a:pt x="6304290" y="5279"/>
                  </a:lnTo>
                  <a:lnTo>
                    <a:pt x="6304384" y="5279"/>
                  </a:lnTo>
                  <a:lnTo>
                    <a:pt x="6304478" y="5279"/>
                  </a:lnTo>
                  <a:lnTo>
                    <a:pt x="6304572" y="5279"/>
                  </a:lnTo>
                  <a:lnTo>
                    <a:pt x="6304760" y="5279"/>
                  </a:lnTo>
                  <a:lnTo>
                    <a:pt x="6304948" y="5279"/>
                  </a:lnTo>
                  <a:lnTo>
                    <a:pt x="6305042" y="5279"/>
                  </a:lnTo>
                  <a:lnTo>
                    <a:pt x="6305231" y="5279"/>
                  </a:lnTo>
                  <a:lnTo>
                    <a:pt x="6305419" y="5279"/>
                  </a:lnTo>
                  <a:lnTo>
                    <a:pt x="6305513" y="5279"/>
                  </a:lnTo>
                  <a:lnTo>
                    <a:pt x="6305607" y="5279"/>
                  </a:lnTo>
                  <a:lnTo>
                    <a:pt x="6305701" y="5279"/>
                  </a:lnTo>
                  <a:lnTo>
                    <a:pt x="6305795" y="5279"/>
                  </a:lnTo>
                  <a:lnTo>
                    <a:pt x="6305889" y="5279"/>
                  </a:lnTo>
                  <a:lnTo>
                    <a:pt x="6305983" y="5279"/>
                  </a:lnTo>
                  <a:lnTo>
                    <a:pt x="6306077" y="5279"/>
                  </a:lnTo>
                  <a:lnTo>
                    <a:pt x="6306171" y="5279"/>
                  </a:lnTo>
                  <a:lnTo>
                    <a:pt x="6306359" y="5279"/>
                  </a:lnTo>
                  <a:lnTo>
                    <a:pt x="6306453" y="5279"/>
                  </a:lnTo>
                  <a:lnTo>
                    <a:pt x="6306641" y="5279"/>
                  </a:lnTo>
                  <a:lnTo>
                    <a:pt x="6306735" y="5279"/>
                  </a:lnTo>
                  <a:lnTo>
                    <a:pt x="6306829" y="5279"/>
                  </a:lnTo>
                  <a:lnTo>
                    <a:pt x="6306923" y="5279"/>
                  </a:lnTo>
                  <a:lnTo>
                    <a:pt x="6307017" y="5279"/>
                  </a:lnTo>
                  <a:lnTo>
                    <a:pt x="6307111" y="5279"/>
                  </a:lnTo>
                  <a:lnTo>
                    <a:pt x="6307299" y="5279"/>
                  </a:lnTo>
                  <a:lnTo>
                    <a:pt x="6307393" y="5279"/>
                  </a:lnTo>
                  <a:lnTo>
                    <a:pt x="6307675" y="5279"/>
                  </a:lnTo>
                  <a:lnTo>
                    <a:pt x="6307957" y="5279"/>
                  </a:lnTo>
                  <a:lnTo>
                    <a:pt x="6308051" y="5279"/>
                  </a:lnTo>
                  <a:lnTo>
                    <a:pt x="6308145" y="5279"/>
                  </a:lnTo>
                  <a:lnTo>
                    <a:pt x="6308333" y="5279"/>
                  </a:lnTo>
                  <a:lnTo>
                    <a:pt x="6308427" y="5279"/>
                  </a:lnTo>
                  <a:lnTo>
                    <a:pt x="6308521" y="5279"/>
                  </a:lnTo>
                  <a:lnTo>
                    <a:pt x="6308616" y="5279"/>
                  </a:lnTo>
                  <a:lnTo>
                    <a:pt x="6308710" y="5279"/>
                  </a:lnTo>
                  <a:lnTo>
                    <a:pt x="6308804" y="5279"/>
                  </a:lnTo>
                  <a:lnTo>
                    <a:pt x="6308992" y="5279"/>
                  </a:lnTo>
                  <a:lnTo>
                    <a:pt x="6309086" y="5279"/>
                  </a:lnTo>
                  <a:lnTo>
                    <a:pt x="6309180" y="5279"/>
                  </a:lnTo>
                  <a:lnTo>
                    <a:pt x="6309274" y="5279"/>
                  </a:lnTo>
                  <a:lnTo>
                    <a:pt x="6309368" y="5279"/>
                  </a:lnTo>
                  <a:lnTo>
                    <a:pt x="6309556" y="5279"/>
                  </a:lnTo>
                  <a:lnTo>
                    <a:pt x="6309650" y="5279"/>
                  </a:lnTo>
                  <a:lnTo>
                    <a:pt x="6309744" y="5279"/>
                  </a:lnTo>
                  <a:lnTo>
                    <a:pt x="6309838" y="5279"/>
                  </a:lnTo>
                  <a:lnTo>
                    <a:pt x="6309932" y="5279"/>
                  </a:lnTo>
                  <a:lnTo>
                    <a:pt x="6310026" y="5279"/>
                  </a:lnTo>
                  <a:lnTo>
                    <a:pt x="6310214" y="5279"/>
                  </a:lnTo>
                  <a:lnTo>
                    <a:pt x="6310308" y="5279"/>
                  </a:lnTo>
                  <a:lnTo>
                    <a:pt x="6310402" y="5279"/>
                  </a:lnTo>
                  <a:lnTo>
                    <a:pt x="6310496" y="5279"/>
                  </a:lnTo>
                  <a:lnTo>
                    <a:pt x="6310590" y="5279"/>
                  </a:lnTo>
                  <a:lnTo>
                    <a:pt x="6310778" y="5279"/>
                  </a:lnTo>
                  <a:lnTo>
                    <a:pt x="6310872" y="5279"/>
                  </a:lnTo>
                  <a:lnTo>
                    <a:pt x="6310966" y="5279"/>
                  </a:lnTo>
                  <a:lnTo>
                    <a:pt x="6311154" y="5279"/>
                  </a:lnTo>
                  <a:lnTo>
                    <a:pt x="6311342" y="5279"/>
                  </a:lnTo>
                  <a:lnTo>
                    <a:pt x="6311436" y="5279"/>
                  </a:lnTo>
                  <a:lnTo>
                    <a:pt x="6311530" y="5279"/>
                  </a:lnTo>
                  <a:lnTo>
                    <a:pt x="6311624" y="5279"/>
                  </a:lnTo>
                  <a:lnTo>
                    <a:pt x="6311718" y="5279"/>
                  </a:lnTo>
                  <a:lnTo>
                    <a:pt x="6311906" y="5279"/>
                  </a:lnTo>
                  <a:lnTo>
                    <a:pt x="6312000" y="5279"/>
                  </a:lnTo>
                  <a:lnTo>
                    <a:pt x="6312094" y="5279"/>
                  </a:lnTo>
                  <a:lnTo>
                    <a:pt x="6312283" y="5279"/>
                  </a:lnTo>
                  <a:lnTo>
                    <a:pt x="6312377" y="5279"/>
                  </a:lnTo>
                  <a:lnTo>
                    <a:pt x="6312471" y="5279"/>
                  </a:lnTo>
                  <a:lnTo>
                    <a:pt x="6312565" y="5279"/>
                  </a:lnTo>
                  <a:lnTo>
                    <a:pt x="6312659" y="5279"/>
                  </a:lnTo>
                  <a:lnTo>
                    <a:pt x="6312753" y="5279"/>
                  </a:lnTo>
                  <a:lnTo>
                    <a:pt x="6312941" y="5279"/>
                  </a:lnTo>
                  <a:lnTo>
                    <a:pt x="6313035" y="5279"/>
                  </a:lnTo>
                  <a:lnTo>
                    <a:pt x="6313129" y="5279"/>
                  </a:lnTo>
                  <a:lnTo>
                    <a:pt x="6313317" y="5279"/>
                  </a:lnTo>
                  <a:lnTo>
                    <a:pt x="6313411" y="5279"/>
                  </a:lnTo>
                  <a:lnTo>
                    <a:pt x="6313599" y="5279"/>
                  </a:lnTo>
                  <a:lnTo>
                    <a:pt x="6313693" y="5279"/>
                  </a:lnTo>
                  <a:lnTo>
                    <a:pt x="6313881" y="5279"/>
                  </a:lnTo>
                  <a:lnTo>
                    <a:pt x="6313975" y="5279"/>
                  </a:lnTo>
                  <a:lnTo>
                    <a:pt x="6314163" y="5279"/>
                  </a:lnTo>
                  <a:lnTo>
                    <a:pt x="6314257" y="5279"/>
                  </a:lnTo>
                  <a:lnTo>
                    <a:pt x="6314351" y="5279"/>
                  </a:lnTo>
                  <a:lnTo>
                    <a:pt x="6314445" y="5279"/>
                  </a:lnTo>
                  <a:lnTo>
                    <a:pt x="6314633" y="5279"/>
                  </a:lnTo>
                  <a:lnTo>
                    <a:pt x="6314727" y="5279"/>
                  </a:lnTo>
                  <a:lnTo>
                    <a:pt x="6314821" y="5279"/>
                  </a:lnTo>
                  <a:lnTo>
                    <a:pt x="6314915" y="5279"/>
                  </a:lnTo>
                  <a:lnTo>
                    <a:pt x="6315009" y="5279"/>
                  </a:lnTo>
                  <a:lnTo>
                    <a:pt x="6315197" y="5279"/>
                  </a:lnTo>
                  <a:lnTo>
                    <a:pt x="6315291" y="5279"/>
                  </a:lnTo>
                  <a:lnTo>
                    <a:pt x="6315385" y="5279"/>
                  </a:lnTo>
                  <a:lnTo>
                    <a:pt x="6315479" y="5279"/>
                  </a:lnTo>
                  <a:lnTo>
                    <a:pt x="6315573" y="5279"/>
                  </a:lnTo>
                  <a:lnTo>
                    <a:pt x="6315856" y="5279"/>
                  </a:lnTo>
                  <a:lnTo>
                    <a:pt x="6315950" y="5279"/>
                  </a:lnTo>
                  <a:lnTo>
                    <a:pt x="6316138" y="5279"/>
                  </a:lnTo>
                  <a:lnTo>
                    <a:pt x="6316232" y="5279"/>
                  </a:lnTo>
                  <a:lnTo>
                    <a:pt x="6316326" y="5279"/>
                  </a:lnTo>
                  <a:lnTo>
                    <a:pt x="6316420" y="5279"/>
                  </a:lnTo>
                  <a:lnTo>
                    <a:pt x="6316514" y="5279"/>
                  </a:lnTo>
                  <a:lnTo>
                    <a:pt x="6316608" y="5279"/>
                  </a:lnTo>
                  <a:lnTo>
                    <a:pt x="6316702" y="5279"/>
                  </a:lnTo>
                  <a:lnTo>
                    <a:pt x="6316984" y="5279"/>
                  </a:lnTo>
                  <a:lnTo>
                    <a:pt x="6317078" y="5279"/>
                  </a:lnTo>
                  <a:lnTo>
                    <a:pt x="6317172" y="5279"/>
                  </a:lnTo>
                  <a:lnTo>
                    <a:pt x="6317266" y="5279"/>
                  </a:lnTo>
                  <a:lnTo>
                    <a:pt x="6317360" y="5279"/>
                  </a:lnTo>
                  <a:lnTo>
                    <a:pt x="6317548" y="5279"/>
                  </a:lnTo>
                  <a:lnTo>
                    <a:pt x="6317642" y="5279"/>
                  </a:lnTo>
                  <a:lnTo>
                    <a:pt x="6317736" y="5279"/>
                  </a:lnTo>
                  <a:lnTo>
                    <a:pt x="6317924" y="5279"/>
                  </a:lnTo>
                  <a:lnTo>
                    <a:pt x="6318018" y="5279"/>
                  </a:lnTo>
                  <a:lnTo>
                    <a:pt x="6318112" y="5279"/>
                  </a:lnTo>
                  <a:lnTo>
                    <a:pt x="6318206" y="5279"/>
                  </a:lnTo>
                  <a:lnTo>
                    <a:pt x="6318300" y="5279"/>
                  </a:lnTo>
                  <a:lnTo>
                    <a:pt x="6318488" y="5279"/>
                  </a:lnTo>
                  <a:lnTo>
                    <a:pt x="6318582" y="5279"/>
                  </a:lnTo>
                  <a:lnTo>
                    <a:pt x="6318676" y="5279"/>
                  </a:lnTo>
                  <a:lnTo>
                    <a:pt x="6318770" y="5279"/>
                  </a:lnTo>
                  <a:lnTo>
                    <a:pt x="6318864" y="5279"/>
                  </a:lnTo>
                  <a:lnTo>
                    <a:pt x="6319052" y="5279"/>
                  </a:lnTo>
                  <a:lnTo>
                    <a:pt x="6319146" y="5279"/>
                  </a:lnTo>
                  <a:lnTo>
                    <a:pt x="6319429" y="5279"/>
                  </a:lnTo>
                  <a:lnTo>
                    <a:pt x="6319523" y="5279"/>
                  </a:lnTo>
                  <a:lnTo>
                    <a:pt x="6319617" y="5279"/>
                  </a:lnTo>
                  <a:lnTo>
                    <a:pt x="6319711" y="5279"/>
                  </a:lnTo>
                  <a:lnTo>
                    <a:pt x="6319993" y="5279"/>
                  </a:lnTo>
                  <a:lnTo>
                    <a:pt x="6320087" y="5279"/>
                  </a:lnTo>
                  <a:lnTo>
                    <a:pt x="6320181" y="5279"/>
                  </a:lnTo>
                  <a:lnTo>
                    <a:pt x="6320369" y="5279"/>
                  </a:lnTo>
                  <a:lnTo>
                    <a:pt x="6320557" y="5279"/>
                  </a:lnTo>
                  <a:lnTo>
                    <a:pt x="6320651" y="5279"/>
                  </a:lnTo>
                  <a:lnTo>
                    <a:pt x="6320745" y="5279"/>
                  </a:lnTo>
                  <a:lnTo>
                    <a:pt x="6320839" y="5279"/>
                  </a:lnTo>
                  <a:lnTo>
                    <a:pt x="6320933" y="5279"/>
                  </a:lnTo>
                  <a:lnTo>
                    <a:pt x="6321027" y="5279"/>
                  </a:lnTo>
                  <a:lnTo>
                    <a:pt x="6321121" y="5279"/>
                  </a:lnTo>
                  <a:lnTo>
                    <a:pt x="6321215" y="5279"/>
                  </a:lnTo>
                  <a:lnTo>
                    <a:pt x="6321403" y="5279"/>
                  </a:lnTo>
                  <a:lnTo>
                    <a:pt x="6321497" y="5279"/>
                  </a:lnTo>
                  <a:lnTo>
                    <a:pt x="6321591" y="5279"/>
                  </a:lnTo>
                  <a:lnTo>
                    <a:pt x="6321779" y="5279"/>
                  </a:lnTo>
                  <a:lnTo>
                    <a:pt x="6321873" y="5279"/>
                  </a:lnTo>
                  <a:lnTo>
                    <a:pt x="6321967" y="5279"/>
                  </a:lnTo>
                  <a:lnTo>
                    <a:pt x="6322061" y="5279"/>
                  </a:lnTo>
                  <a:lnTo>
                    <a:pt x="6322155" y="5279"/>
                  </a:lnTo>
                  <a:lnTo>
                    <a:pt x="6322249" y="5279"/>
                  </a:lnTo>
                  <a:lnTo>
                    <a:pt x="6322343" y="5279"/>
                  </a:lnTo>
                  <a:lnTo>
                    <a:pt x="6322437" y="5279"/>
                  </a:lnTo>
                  <a:lnTo>
                    <a:pt x="6322531" y="5279"/>
                  </a:lnTo>
                  <a:lnTo>
                    <a:pt x="6323190" y="5279"/>
                  </a:lnTo>
                  <a:lnTo>
                    <a:pt x="6323284" y="5279"/>
                  </a:lnTo>
                  <a:lnTo>
                    <a:pt x="6323378" y="5279"/>
                  </a:lnTo>
                  <a:lnTo>
                    <a:pt x="6323472" y="5279"/>
                  </a:lnTo>
                  <a:lnTo>
                    <a:pt x="6323566" y="5279"/>
                  </a:lnTo>
                  <a:lnTo>
                    <a:pt x="6323660" y="5279"/>
                  </a:lnTo>
                  <a:lnTo>
                    <a:pt x="6323754" y="5279"/>
                  </a:lnTo>
                  <a:lnTo>
                    <a:pt x="6323848" y="5279"/>
                  </a:lnTo>
                  <a:lnTo>
                    <a:pt x="6323942" y="5279"/>
                  </a:lnTo>
                  <a:lnTo>
                    <a:pt x="6324036" y="5279"/>
                  </a:lnTo>
                  <a:lnTo>
                    <a:pt x="6324130" y="5279"/>
                  </a:lnTo>
                  <a:lnTo>
                    <a:pt x="6324224" y="5279"/>
                  </a:lnTo>
                  <a:lnTo>
                    <a:pt x="6324318" y="5279"/>
                  </a:lnTo>
                  <a:lnTo>
                    <a:pt x="6324412" y="5279"/>
                  </a:lnTo>
                  <a:lnTo>
                    <a:pt x="6324506" y="5279"/>
                  </a:lnTo>
                  <a:lnTo>
                    <a:pt x="6324600" y="5279"/>
                  </a:lnTo>
                  <a:lnTo>
                    <a:pt x="6324694" y="5279"/>
                  </a:lnTo>
                  <a:lnTo>
                    <a:pt x="6324788" y="5279"/>
                  </a:lnTo>
                  <a:lnTo>
                    <a:pt x="6324882" y="5279"/>
                  </a:lnTo>
                  <a:lnTo>
                    <a:pt x="6325070" y="5279"/>
                  </a:lnTo>
                  <a:lnTo>
                    <a:pt x="6325258" y="5279"/>
                  </a:lnTo>
                  <a:lnTo>
                    <a:pt x="6325352" y="5279"/>
                  </a:lnTo>
                  <a:lnTo>
                    <a:pt x="6325446" y="5279"/>
                  </a:lnTo>
                  <a:lnTo>
                    <a:pt x="6325540" y="5279"/>
                  </a:lnTo>
                  <a:lnTo>
                    <a:pt x="6325634" y="5279"/>
                  </a:lnTo>
                  <a:lnTo>
                    <a:pt x="6325728" y="5279"/>
                  </a:lnTo>
                  <a:lnTo>
                    <a:pt x="6325822" y="5279"/>
                  </a:lnTo>
                  <a:lnTo>
                    <a:pt x="6325916" y="5279"/>
                  </a:lnTo>
                  <a:lnTo>
                    <a:pt x="6326010" y="5279"/>
                  </a:lnTo>
                  <a:lnTo>
                    <a:pt x="6326104" y="5279"/>
                  </a:lnTo>
                  <a:lnTo>
                    <a:pt x="6326198" y="5279"/>
                  </a:lnTo>
                  <a:lnTo>
                    <a:pt x="6326292" y="5279"/>
                  </a:lnTo>
                  <a:lnTo>
                    <a:pt x="6326387" y="5279"/>
                  </a:lnTo>
                  <a:lnTo>
                    <a:pt x="6326481" y="0"/>
                  </a:lnTo>
                  <a:lnTo>
                    <a:pt x="6326481" y="0"/>
                  </a:lnTo>
                  <a:lnTo>
                    <a:pt x="6326575" y="0"/>
                  </a:lnTo>
                  <a:lnTo>
                    <a:pt x="6326669" y="0"/>
                  </a:lnTo>
                  <a:lnTo>
                    <a:pt x="6326763" y="0"/>
                  </a:lnTo>
                  <a:lnTo>
                    <a:pt x="6326857" y="0"/>
                  </a:lnTo>
                  <a:lnTo>
                    <a:pt x="6326951" y="0"/>
                  </a:lnTo>
                  <a:lnTo>
                    <a:pt x="6327045" y="0"/>
                  </a:lnTo>
                  <a:lnTo>
                    <a:pt x="6327139" y="0"/>
                  </a:lnTo>
                  <a:lnTo>
                    <a:pt x="6327233" y="0"/>
                  </a:lnTo>
                  <a:lnTo>
                    <a:pt x="6327327" y="0"/>
                  </a:lnTo>
                  <a:lnTo>
                    <a:pt x="6327421" y="0"/>
                  </a:lnTo>
                  <a:lnTo>
                    <a:pt x="6327703" y="0"/>
                  </a:lnTo>
                  <a:lnTo>
                    <a:pt x="6327797" y="0"/>
                  </a:lnTo>
                  <a:lnTo>
                    <a:pt x="6327891" y="0"/>
                  </a:lnTo>
                  <a:lnTo>
                    <a:pt x="6327985" y="0"/>
                  </a:lnTo>
                  <a:lnTo>
                    <a:pt x="6328079" y="0"/>
                  </a:lnTo>
                  <a:lnTo>
                    <a:pt x="6328267" y="0"/>
                  </a:lnTo>
                  <a:lnTo>
                    <a:pt x="6328361" y="0"/>
                  </a:lnTo>
                  <a:lnTo>
                    <a:pt x="6328455" y="0"/>
                  </a:lnTo>
                  <a:lnTo>
                    <a:pt x="6328549" y="0"/>
                  </a:lnTo>
                  <a:lnTo>
                    <a:pt x="6328643" y="0"/>
                  </a:lnTo>
                  <a:lnTo>
                    <a:pt x="6328737" y="0"/>
                  </a:lnTo>
                  <a:lnTo>
                    <a:pt x="6328925" y="0"/>
                  </a:lnTo>
                  <a:lnTo>
                    <a:pt x="6329019" y="0"/>
                  </a:lnTo>
                  <a:lnTo>
                    <a:pt x="6329113" y="0"/>
                  </a:lnTo>
                  <a:lnTo>
                    <a:pt x="6329207" y="0"/>
                  </a:lnTo>
                  <a:lnTo>
                    <a:pt x="6329301" y="0"/>
                  </a:lnTo>
                  <a:lnTo>
                    <a:pt x="6329395" y="0"/>
                  </a:lnTo>
                  <a:lnTo>
                    <a:pt x="6329489" y="0"/>
                  </a:lnTo>
                  <a:lnTo>
                    <a:pt x="6329583" y="0"/>
                  </a:lnTo>
                  <a:lnTo>
                    <a:pt x="6329677" y="0"/>
                  </a:lnTo>
                  <a:lnTo>
                    <a:pt x="6329771" y="0"/>
                  </a:lnTo>
                  <a:lnTo>
                    <a:pt x="6329865" y="0"/>
                  </a:lnTo>
                  <a:lnTo>
                    <a:pt x="6329960" y="0"/>
                  </a:lnTo>
                  <a:lnTo>
                    <a:pt x="6330054" y="0"/>
                  </a:lnTo>
                  <a:lnTo>
                    <a:pt x="6330148" y="0"/>
                  </a:lnTo>
                  <a:lnTo>
                    <a:pt x="6330242" y="0"/>
                  </a:lnTo>
                  <a:lnTo>
                    <a:pt x="6330430" y="0"/>
                  </a:lnTo>
                  <a:lnTo>
                    <a:pt x="6330524" y="0"/>
                  </a:lnTo>
                  <a:lnTo>
                    <a:pt x="6330618" y="0"/>
                  </a:lnTo>
                  <a:lnTo>
                    <a:pt x="6330712" y="0"/>
                  </a:lnTo>
                  <a:lnTo>
                    <a:pt x="6330806" y="0"/>
                  </a:lnTo>
                  <a:lnTo>
                    <a:pt x="6330900" y="0"/>
                  </a:lnTo>
                  <a:lnTo>
                    <a:pt x="6330994" y="0"/>
                  </a:lnTo>
                  <a:lnTo>
                    <a:pt x="6331088" y="0"/>
                  </a:lnTo>
                  <a:lnTo>
                    <a:pt x="6331182" y="0"/>
                  </a:lnTo>
                  <a:lnTo>
                    <a:pt x="6331276" y="0"/>
                  </a:lnTo>
                  <a:lnTo>
                    <a:pt x="6331370" y="0"/>
                  </a:lnTo>
                  <a:lnTo>
                    <a:pt x="6331464" y="0"/>
                  </a:lnTo>
                  <a:lnTo>
                    <a:pt x="6331558" y="0"/>
                  </a:lnTo>
                  <a:lnTo>
                    <a:pt x="6331652" y="0"/>
                  </a:lnTo>
                  <a:lnTo>
                    <a:pt x="6331746" y="0"/>
                  </a:lnTo>
                  <a:lnTo>
                    <a:pt x="6331840" y="0"/>
                  </a:lnTo>
                  <a:lnTo>
                    <a:pt x="6332028" y="0"/>
                  </a:lnTo>
                  <a:lnTo>
                    <a:pt x="6332122" y="0"/>
                  </a:lnTo>
                  <a:lnTo>
                    <a:pt x="6332216" y="0"/>
                  </a:lnTo>
                  <a:lnTo>
                    <a:pt x="6332592" y="0"/>
                  </a:lnTo>
                  <a:lnTo>
                    <a:pt x="6332686" y="0"/>
                  </a:lnTo>
                  <a:lnTo>
                    <a:pt x="6332780" y="0"/>
                  </a:lnTo>
                  <a:lnTo>
                    <a:pt x="6332874" y="0"/>
                  </a:lnTo>
                  <a:lnTo>
                    <a:pt x="6332968" y="0"/>
                  </a:lnTo>
                  <a:lnTo>
                    <a:pt x="6333062" y="0"/>
                  </a:lnTo>
                  <a:lnTo>
                    <a:pt x="6333156" y="0"/>
                  </a:lnTo>
                  <a:lnTo>
                    <a:pt x="6333250" y="0"/>
                  </a:lnTo>
                  <a:lnTo>
                    <a:pt x="6333344" y="0"/>
                  </a:lnTo>
                  <a:lnTo>
                    <a:pt x="6333439" y="0"/>
                  </a:lnTo>
                  <a:lnTo>
                    <a:pt x="6333533" y="0"/>
                  </a:lnTo>
                  <a:lnTo>
                    <a:pt x="6333627" y="0"/>
                  </a:lnTo>
                  <a:lnTo>
                    <a:pt x="6333721" y="0"/>
                  </a:lnTo>
                  <a:lnTo>
                    <a:pt x="6333815" y="0"/>
                  </a:lnTo>
                  <a:lnTo>
                    <a:pt x="6333909" y="0"/>
                  </a:lnTo>
                  <a:lnTo>
                    <a:pt x="6334003" y="0"/>
                  </a:lnTo>
                  <a:lnTo>
                    <a:pt x="6334097" y="0"/>
                  </a:lnTo>
                  <a:lnTo>
                    <a:pt x="6334191" y="0"/>
                  </a:lnTo>
                  <a:lnTo>
                    <a:pt x="6334285" y="0"/>
                  </a:lnTo>
                  <a:lnTo>
                    <a:pt x="6334379" y="0"/>
                  </a:lnTo>
                  <a:lnTo>
                    <a:pt x="6334473" y="0"/>
                  </a:lnTo>
                  <a:lnTo>
                    <a:pt x="6334567" y="0"/>
                  </a:lnTo>
                  <a:lnTo>
                    <a:pt x="6334661" y="0"/>
                  </a:lnTo>
                  <a:lnTo>
                    <a:pt x="6334755" y="0"/>
                  </a:lnTo>
                  <a:lnTo>
                    <a:pt x="6334849" y="0"/>
                  </a:lnTo>
                  <a:lnTo>
                    <a:pt x="6334943" y="0"/>
                  </a:lnTo>
                  <a:lnTo>
                    <a:pt x="6335037" y="0"/>
                  </a:lnTo>
                  <a:lnTo>
                    <a:pt x="6335131" y="0"/>
                  </a:lnTo>
                  <a:lnTo>
                    <a:pt x="6335225" y="0"/>
                  </a:lnTo>
                  <a:lnTo>
                    <a:pt x="6335319" y="0"/>
                  </a:lnTo>
                  <a:lnTo>
                    <a:pt x="6335413" y="0"/>
                  </a:lnTo>
                  <a:lnTo>
                    <a:pt x="6335507" y="0"/>
                  </a:lnTo>
                  <a:lnTo>
                    <a:pt x="6335601" y="0"/>
                  </a:lnTo>
                  <a:lnTo>
                    <a:pt x="6335695" y="0"/>
                  </a:lnTo>
                  <a:lnTo>
                    <a:pt x="6335789" y="0"/>
                  </a:lnTo>
                  <a:lnTo>
                    <a:pt x="6335883" y="0"/>
                  </a:lnTo>
                  <a:lnTo>
                    <a:pt x="6335977" y="0"/>
                  </a:lnTo>
                  <a:lnTo>
                    <a:pt x="6336071" y="0"/>
                  </a:lnTo>
                  <a:lnTo>
                    <a:pt x="6336165" y="0"/>
                  </a:lnTo>
                  <a:lnTo>
                    <a:pt x="6336259" y="0"/>
                  </a:lnTo>
                  <a:lnTo>
                    <a:pt x="6336353" y="0"/>
                  </a:lnTo>
                  <a:lnTo>
                    <a:pt x="6336447" y="0"/>
                  </a:lnTo>
                  <a:lnTo>
                    <a:pt x="6336541" y="0"/>
                  </a:lnTo>
                  <a:lnTo>
                    <a:pt x="6336635" y="0"/>
                  </a:lnTo>
                  <a:lnTo>
                    <a:pt x="6336729" y="0"/>
                  </a:lnTo>
                  <a:lnTo>
                    <a:pt x="6336823" y="0"/>
                  </a:lnTo>
                  <a:lnTo>
                    <a:pt x="6337012" y="0"/>
                  </a:lnTo>
                  <a:lnTo>
                    <a:pt x="6337106" y="0"/>
                  </a:lnTo>
                  <a:lnTo>
                    <a:pt x="6337200" y="0"/>
                  </a:lnTo>
                  <a:lnTo>
                    <a:pt x="6337294" y="0"/>
                  </a:lnTo>
                  <a:lnTo>
                    <a:pt x="6337388" y="0"/>
                  </a:lnTo>
                  <a:lnTo>
                    <a:pt x="6337482" y="0"/>
                  </a:lnTo>
                  <a:lnTo>
                    <a:pt x="6337576" y="0"/>
                  </a:lnTo>
                  <a:lnTo>
                    <a:pt x="6337670" y="0"/>
                  </a:lnTo>
                  <a:lnTo>
                    <a:pt x="6337764" y="0"/>
                  </a:lnTo>
                  <a:lnTo>
                    <a:pt x="6337858" y="0"/>
                  </a:lnTo>
                  <a:lnTo>
                    <a:pt x="6337952" y="0"/>
                  </a:lnTo>
                  <a:lnTo>
                    <a:pt x="6338046" y="0"/>
                  </a:lnTo>
                  <a:lnTo>
                    <a:pt x="6338140" y="0"/>
                  </a:lnTo>
                  <a:lnTo>
                    <a:pt x="6338234" y="0"/>
                  </a:lnTo>
                  <a:lnTo>
                    <a:pt x="6338328" y="0"/>
                  </a:lnTo>
                  <a:lnTo>
                    <a:pt x="6338422" y="0"/>
                  </a:lnTo>
                  <a:lnTo>
                    <a:pt x="6338516" y="0"/>
                  </a:lnTo>
                  <a:lnTo>
                    <a:pt x="6338610" y="0"/>
                  </a:lnTo>
                  <a:lnTo>
                    <a:pt x="6338704" y="0"/>
                  </a:lnTo>
                  <a:lnTo>
                    <a:pt x="6338798" y="0"/>
                  </a:lnTo>
                  <a:lnTo>
                    <a:pt x="6338892" y="0"/>
                  </a:lnTo>
                  <a:lnTo>
                    <a:pt x="6338986" y="0"/>
                  </a:lnTo>
                  <a:lnTo>
                    <a:pt x="6339080" y="0"/>
                  </a:lnTo>
                  <a:lnTo>
                    <a:pt x="6339174" y="0"/>
                  </a:lnTo>
                  <a:lnTo>
                    <a:pt x="6339268" y="0"/>
                  </a:lnTo>
                  <a:lnTo>
                    <a:pt x="6339362" y="0"/>
                  </a:lnTo>
                  <a:lnTo>
                    <a:pt x="6339456" y="0"/>
                  </a:lnTo>
                  <a:lnTo>
                    <a:pt x="6339550" y="0"/>
                  </a:lnTo>
                  <a:lnTo>
                    <a:pt x="6339644" y="0"/>
                  </a:lnTo>
                  <a:lnTo>
                    <a:pt x="6339738" y="0"/>
                  </a:lnTo>
                  <a:lnTo>
                    <a:pt x="6339832" y="0"/>
                  </a:lnTo>
                  <a:lnTo>
                    <a:pt x="6339926" y="0"/>
                  </a:lnTo>
                  <a:lnTo>
                    <a:pt x="6340020" y="0"/>
                  </a:lnTo>
                  <a:lnTo>
                    <a:pt x="6340114" y="0"/>
                  </a:lnTo>
                  <a:lnTo>
                    <a:pt x="6340208" y="0"/>
                  </a:lnTo>
                  <a:lnTo>
                    <a:pt x="6340302" y="0"/>
                  </a:lnTo>
                  <a:lnTo>
                    <a:pt x="6340396" y="0"/>
                  </a:lnTo>
                  <a:lnTo>
                    <a:pt x="6340490" y="0"/>
                  </a:lnTo>
                  <a:lnTo>
                    <a:pt x="6340585" y="0"/>
                  </a:lnTo>
                  <a:lnTo>
                    <a:pt x="6340585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652822" y="69589"/>
              <a:ext cx="6340585" cy="6340585"/>
            </a:xfrm>
            <a:custGeom>
              <a:avLst/>
              <a:pathLst>
                <a:path w="6340585" h="6340585">
                  <a:moveTo>
                    <a:pt x="0" y="6340585"/>
                  </a:moveTo>
                  <a:lnTo>
                    <a:pt x="94" y="6340585"/>
                  </a:lnTo>
                  <a:lnTo>
                    <a:pt x="188" y="6340585"/>
                  </a:lnTo>
                  <a:lnTo>
                    <a:pt x="282" y="6340585"/>
                  </a:lnTo>
                  <a:lnTo>
                    <a:pt x="376" y="6340585"/>
                  </a:lnTo>
                  <a:lnTo>
                    <a:pt x="376" y="6335305"/>
                  </a:lnTo>
                  <a:lnTo>
                    <a:pt x="470" y="6335305"/>
                  </a:lnTo>
                  <a:lnTo>
                    <a:pt x="564" y="6335305"/>
                  </a:lnTo>
                  <a:lnTo>
                    <a:pt x="658" y="6335305"/>
                  </a:lnTo>
                  <a:lnTo>
                    <a:pt x="752" y="6335305"/>
                  </a:lnTo>
                  <a:lnTo>
                    <a:pt x="846" y="6335305"/>
                  </a:lnTo>
                  <a:lnTo>
                    <a:pt x="940" y="6335305"/>
                  </a:lnTo>
                  <a:lnTo>
                    <a:pt x="1034" y="6335305"/>
                  </a:lnTo>
                  <a:lnTo>
                    <a:pt x="1128" y="6335305"/>
                  </a:lnTo>
                  <a:lnTo>
                    <a:pt x="1222" y="6335305"/>
                  </a:lnTo>
                  <a:lnTo>
                    <a:pt x="1316" y="6335305"/>
                  </a:lnTo>
                  <a:lnTo>
                    <a:pt x="1410" y="6335305"/>
                  </a:lnTo>
                  <a:lnTo>
                    <a:pt x="1410" y="6330026"/>
                  </a:lnTo>
                  <a:lnTo>
                    <a:pt x="1504" y="6330026"/>
                  </a:lnTo>
                  <a:lnTo>
                    <a:pt x="1598" y="6330026"/>
                  </a:lnTo>
                  <a:lnTo>
                    <a:pt x="1692" y="6330026"/>
                  </a:lnTo>
                  <a:lnTo>
                    <a:pt x="1786" y="6330026"/>
                  </a:lnTo>
                  <a:lnTo>
                    <a:pt x="1880" y="6330026"/>
                  </a:lnTo>
                  <a:lnTo>
                    <a:pt x="1974" y="6330026"/>
                  </a:lnTo>
                  <a:lnTo>
                    <a:pt x="2068" y="6330026"/>
                  </a:lnTo>
                  <a:lnTo>
                    <a:pt x="2162" y="6330026"/>
                  </a:lnTo>
                  <a:lnTo>
                    <a:pt x="2256" y="6330026"/>
                  </a:lnTo>
                  <a:lnTo>
                    <a:pt x="2350" y="6330026"/>
                  </a:lnTo>
                  <a:lnTo>
                    <a:pt x="2444" y="6330026"/>
                  </a:lnTo>
                  <a:lnTo>
                    <a:pt x="2538" y="6330026"/>
                  </a:lnTo>
                  <a:lnTo>
                    <a:pt x="2632" y="6330026"/>
                  </a:lnTo>
                  <a:lnTo>
                    <a:pt x="2726" y="6330026"/>
                  </a:lnTo>
                  <a:lnTo>
                    <a:pt x="2820" y="6330026"/>
                  </a:lnTo>
                  <a:lnTo>
                    <a:pt x="2914" y="6330026"/>
                  </a:lnTo>
                  <a:lnTo>
                    <a:pt x="3008" y="6330026"/>
                  </a:lnTo>
                  <a:lnTo>
                    <a:pt x="3102" y="6330026"/>
                  </a:lnTo>
                  <a:lnTo>
                    <a:pt x="3196" y="6330026"/>
                  </a:lnTo>
                  <a:lnTo>
                    <a:pt x="3290" y="6330026"/>
                  </a:lnTo>
                  <a:lnTo>
                    <a:pt x="3384" y="6330026"/>
                  </a:lnTo>
                  <a:lnTo>
                    <a:pt x="3478" y="6330026"/>
                  </a:lnTo>
                  <a:lnTo>
                    <a:pt x="3573" y="6330026"/>
                  </a:lnTo>
                  <a:lnTo>
                    <a:pt x="3667" y="6330026"/>
                  </a:lnTo>
                  <a:lnTo>
                    <a:pt x="3761" y="6330026"/>
                  </a:lnTo>
                  <a:lnTo>
                    <a:pt x="3855" y="6330026"/>
                  </a:lnTo>
                  <a:lnTo>
                    <a:pt x="3949" y="6330026"/>
                  </a:lnTo>
                  <a:lnTo>
                    <a:pt x="4043" y="6330026"/>
                  </a:lnTo>
                  <a:lnTo>
                    <a:pt x="4137" y="6330026"/>
                  </a:lnTo>
                  <a:lnTo>
                    <a:pt x="4231" y="6330026"/>
                  </a:lnTo>
                  <a:lnTo>
                    <a:pt x="4325" y="6330026"/>
                  </a:lnTo>
                  <a:lnTo>
                    <a:pt x="4419" y="6330026"/>
                  </a:lnTo>
                  <a:lnTo>
                    <a:pt x="4513" y="6330026"/>
                  </a:lnTo>
                  <a:lnTo>
                    <a:pt x="4607" y="6330026"/>
                  </a:lnTo>
                  <a:lnTo>
                    <a:pt x="4701" y="6330026"/>
                  </a:lnTo>
                  <a:lnTo>
                    <a:pt x="4795" y="6330026"/>
                  </a:lnTo>
                  <a:lnTo>
                    <a:pt x="4889" y="6330026"/>
                  </a:lnTo>
                  <a:lnTo>
                    <a:pt x="4983" y="6330026"/>
                  </a:lnTo>
                  <a:lnTo>
                    <a:pt x="5077" y="6330026"/>
                  </a:lnTo>
                  <a:lnTo>
                    <a:pt x="5171" y="6330026"/>
                  </a:lnTo>
                  <a:lnTo>
                    <a:pt x="5265" y="6330026"/>
                  </a:lnTo>
                  <a:lnTo>
                    <a:pt x="5359" y="6330026"/>
                  </a:lnTo>
                  <a:lnTo>
                    <a:pt x="5453" y="6330026"/>
                  </a:lnTo>
                  <a:lnTo>
                    <a:pt x="5547" y="6330026"/>
                  </a:lnTo>
                  <a:lnTo>
                    <a:pt x="5641" y="6330026"/>
                  </a:lnTo>
                  <a:lnTo>
                    <a:pt x="5735" y="6330026"/>
                  </a:lnTo>
                  <a:lnTo>
                    <a:pt x="5829" y="6330026"/>
                  </a:lnTo>
                  <a:lnTo>
                    <a:pt x="5923" y="6330026"/>
                  </a:lnTo>
                  <a:lnTo>
                    <a:pt x="6017" y="6330026"/>
                  </a:lnTo>
                  <a:lnTo>
                    <a:pt x="6111" y="6330026"/>
                  </a:lnTo>
                  <a:lnTo>
                    <a:pt x="6205" y="6330026"/>
                  </a:lnTo>
                  <a:lnTo>
                    <a:pt x="6299" y="6330026"/>
                  </a:lnTo>
                  <a:lnTo>
                    <a:pt x="6393" y="6330026"/>
                  </a:lnTo>
                  <a:lnTo>
                    <a:pt x="6487" y="6330026"/>
                  </a:lnTo>
                  <a:lnTo>
                    <a:pt x="6581" y="6330026"/>
                  </a:lnTo>
                  <a:lnTo>
                    <a:pt x="6675" y="6330026"/>
                  </a:lnTo>
                  <a:lnTo>
                    <a:pt x="6769" y="6330026"/>
                  </a:lnTo>
                  <a:lnTo>
                    <a:pt x="6863" y="6330026"/>
                  </a:lnTo>
                  <a:lnTo>
                    <a:pt x="6957" y="6330026"/>
                  </a:lnTo>
                  <a:lnTo>
                    <a:pt x="7051" y="6330026"/>
                  </a:lnTo>
                  <a:lnTo>
                    <a:pt x="7146" y="6330026"/>
                  </a:lnTo>
                  <a:lnTo>
                    <a:pt x="7240" y="6330026"/>
                  </a:lnTo>
                  <a:lnTo>
                    <a:pt x="7334" y="6330026"/>
                  </a:lnTo>
                  <a:lnTo>
                    <a:pt x="7428" y="6330026"/>
                  </a:lnTo>
                  <a:lnTo>
                    <a:pt x="7428" y="6324746"/>
                  </a:lnTo>
                  <a:lnTo>
                    <a:pt x="7522" y="6324746"/>
                  </a:lnTo>
                  <a:lnTo>
                    <a:pt x="7616" y="6324746"/>
                  </a:lnTo>
                  <a:lnTo>
                    <a:pt x="7710" y="6324746"/>
                  </a:lnTo>
                  <a:lnTo>
                    <a:pt x="7804" y="6324746"/>
                  </a:lnTo>
                  <a:lnTo>
                    <a:pt x="7898" y="6324746"/>
                  </a:lnTo>
                  <a:lnTo>
                    <a:pt x="7992" y="6324746"/>
                  </a:lnTo>
                  <a:lnTo>
                    <a:pt x="8086" y="6324746"/>
                  </a:lnTo>
                  <a:lnTo>
                    <a:pt x="8180" y="6324746"/>
                  </a:lnTo>
                  <a:lnTo>
                    <a:pt x="8274" y="6324746"/>
                  </a:lnTo>
                  <a:lnTo>
                    <a:pt x="8368" y="6324746"/>
                  </a:lnTo>
                  <a:lnTo>
                    <a:pt x="8462" y="6324746"/>
                  </a:lnTo>
                  <a:lnTo>
                    <a:pt x="8556" y="6324746"/>
                  </a:lnTo>
                  <a:lnTo>
                    <a:pt x="8650" y="6324746"/>
                  </a:lnTo>
                  <a:lnTo>
                    <a:pt x="8744" y="6324746"/>
                  </a:lnTo>
                  <a:lnTo>
                    <a:pt x="8838" y="6324746"/>
                  </a:lnTo>
                  <a:lnTo>
                    <a:pt x="8932" y="6324746"/>
                  </a:lnTo>
                  <a:lnTo>
                    <a:pt x="9026" y="6324746"/>
                  </a:lnTo>
                  <a:lnTo>
                    <a:pt x="9120" y="6324746"/>
                  </a:lnTo>
                  <a:lnTo>
                    <a:pt x="9214" y="6324746"/>
                  </a:lnTo>
                  <a:lnTo>
                    <a:pt x="9308" y="6324746"/>
                  </a:lnTo>
                  <a:lnTo>
                    <a:pt x="9402" y="6324746"/>
                  </a:lnTo>
                  <a:lnTo>
                    <a:pt x="9496" y="6324746"/>
                  </a:lnTo>
                  <a:lnTo>
                    <a:pt x="9590" y="6324746"/>
                  </a:lnTo>
                  <a:lnTo>
                    <a:pt x="9684" y="6324746"/>
                  </a:lnTo>
                  <a:lnTo>
                    <a:pt x="9778" y="6324746"/>
                  </a:lnTo>
                  <a:lnTo>
                    <a:pt x="9872" y="6324746"/>
                  </a:lnTo>
                  <a:lnTo>
                    <a:pt x="9966" y="6324746"/>
                  </a:lnTo>
                  <a:lnTo>
                    <a:pt x="10060" y="6324746"/>
                  </a:lnTo>
                  <a:lnTo>
                    <a:pt x="10154" y="6324746"/>
                  </a:lnTo>
                  <a:lnTo>
                    <a:pt x="10248" y="6324746"/>
                  </a:lnTo>
                  <a:lnTo>
                    <a:pt x="10342" y="6324746"/>
                  </a:lnTo>
                  <a:lnTo>
                    <a:pt x="10436" y="6324746"/>
                  </a:lnTo>
                  <a:lnTo>
                    <a:pt x="10530" y="6324746"/>
                  </a:lnTo>
                  <a:lnTo>
                    <a:pt x="10624" y="6324746"/>
                  </a:lnTo>
                  <a:lnTo>
                    <a:pt x="10719" y="6324746"/>
                  </a:lnTo>
                  <a:lnTo>
                    <a:pt x="10813" y="6324746"/>
                  </a:lnTo>
                  <a:lnTo>
                    <a:pt x="10907" y="6324746"/>
                  </a:lnTo>
                  <a:lnTo>
                    <a:pt x="11001" y="6324746"/>
                  </a:lnTo>
                  <a:lnTo>
                    <a:pt x="11095" y="6324746"/>
                  </a:lnTo>
                  <a:lnTo>
                    <a:pt x="11189" y="6324746"/>
                  </a:lnTo>
                  <a:lnTo>
                    <a:pt x="11283" y="6324746"/>
                  </a:lnTo>
                  <a:lnTo>
                    <a:pt x="11377" y="6324746"/>
                  </a:lnTo>
                  <a:lnTo>
                    <a:pt x="11471" y="6324746"/>
                  </a:lnTo>
                  <a:lnTo>
                    <a:pt x="11565" y="6324746"/>
                  </a:lnTo>
                  <a:lnTo>
                    <a:pt x="11659" y="6324746"/>
                  </a:lnTo>
                  <a:lnTo>
                    <a:pt x="11753" y="6324746"/>
                  </a:lnTo>
                  <a:lnTo>
                    <a:pt x="11847" y="6324746"/>
                  </a:lnTo>
                  <a:lnTo>
                    <a:pt x="11941" y="6324746"/>
                  </a:lnTo>
                  <a:lnTo>
                    <a:pt x="12035" y="6324746"/>
                  </a:lnTo>
                  <a:lnTo>
                    <a:pt x="12129" y="6324746"/>
                  </a:lnTo>
                  <a:lnTo>
                    <a:pt x="12223" y="6324746"/>
                  </a:lnTo>
                  <a:lnTo>
                    <a:pt x="12317" y="6324746"/>
                  </a:lnTo>
                  <a:lnTo>
                    <a:pt x="12411" y="6324746"/>
                  </a:lnTo>
                  <a:lnTo>
                    <a:pt x="12505" y="6324746"/>
                  </a:lnTo>
                  <a:lnTo>
                    <a:pt x="12599" y="6324746"/>
                  </a:lnTo>
                  <a:lnTo>
                    <a:pt x="12693" y="6324746"/>
                  </a:lnTo>
                  <a:lnTo>
                    <a:pt x="12787" y="6324746"/>
                  </a:lnTo>
                  <a:lnTo>
                    <a:pt x="12881" y="6324746"/>
                  </a:lnTo>
                  <a:lnTo>
                    <a:pt x="12975" y="6324746"/>
                  </a:lnTo>
                  <a:lnTo>
                    <a:pt x="13069" y="6324746"/>
                  </a:lnTo>
                  <a:lnTo>
                    <a:pt x="13163" y="6324746"/>
                  </a:lnTo>
                  <a:lnTo>
                    <a:pt x="13257" y="6324746"/>
                  </a:lnTo>
                  <a:lnTo>
                    <a:pt x="13351" y="6324746"/>
                  </a:lnTo>
                  <a:lnTo>
                    <a:pt x="13445" y="6324746"/>
                  </a:lnTo>
                  <a:lnTo>
                    <a:pt x="13539" y="6324746"/>
                  </a:lnTo>
                  <a:lnTo>
                    <a:pt x="13633" y="6324746"/>
                  </a:lnTo>
                  <a:lnTo>
                    <a:pt x="13727" y="6324746"/>
                  </a:lnTo>
                  <a:lnTo>
                    <a:pt x="13821" y="6324746"/>
                  </a:lnTo>
                  <a:lnTo>
                    <a:pt x="13915" y="6324746"/>
                  </a:lnTo>
                  <a:lnTo>
                    <a:pt x="14009" y="6324746"/>
                  </a:lnTo>
                  <a:lnTo>
                    <a:pt x="14103" y="6324746"/>
                  </a:lnTo>
                  <a:lnTo>
                    <a:pt x="14198" y="6324746"/>
                  </a:lnTo>
                  <a:lnTo>
                    <a:pt x="14292" y="6324746"/>
                  </a:lnTo>
                  <a:lnTo>
                    <a:pt x="14386" y="6324746"/>
                  </a:lnTo>
                  <a:lnTo>
                    <a:pt x="14480" y="6324746"/>
                  </a:lnTo>
                  <a:lnTo>
                    <a:pt x="14574" y="6324746"/>
                  </a:lnTo>
                  <a:lnTo>
                    <a:pt x="14668" y="6324746"/>
                  </a:lnTo>
                  <a:lnTo>
                    <a:pt x="14762" y="6324746"/>
                  </a:lnTo>
                  <a:lnTo>
                    <a:pt x="14856" y="6324746"/>
                  </a:lnTo>
                  <a:lnTo>
                    <a:pt x="14950" y="6324746"/>
                  </a:lnTo>
                  <a:lnTo>
                    <a:pt x="15044" y="6324746"/>
                  </a:lnTo>
                  <a:lnTo>
                    <a:pt x="15138" y="6324746"/>
                  </a:lnTo>
                  <a:lnTo>
                    <a:pt x="15232" y="6324746"/>
                  </a:lnTo>
                  <a:lnTo>
                    <a:pt x="15326" y="6324746"/>
                  </a:lnTo>
                  <a:lnTo>
                    <a:pt x="15420" y="6324746"/>
                  </a:lnTo>
                  <a:lnTo>
                    <a:pt x="15514" y="6324746"/>
                  </a:lnTo>
                  <a:lnTo>
                    <a:pt x="15608" y="6324746"/>
                  </a:lnTo>
                  <a:lnTo>
                    <a:pt x="15702" y="6324746"/>
                  </a:lnTo>
                  <a:lnTo>
                    <a:pt x="15796" y="6324746"/>
                  </a:lnTo>
                  <a:lnTo>
                    <a:pt x="15890" y="6324746"/>
                  </a:lnTo>
                  <a:lnTo>
                    <a:pt x="15984" y="6324746"/>
                  </a:lnTo>
                  <a:lnTo>
                    <a:pt x="16078" y="6324746"/>
                  </a:lnTo>
                  <a:lnTo>
                    <a:pt x="16172" y="6324746"/>
                  </a:lnTo>
                  <a:lnTo>
                    <a:pt x="16266" y="6324746"/>
                  </a:lnTo>
                  <a:lnTo>
                    <a:pt x="16360" y="6324746"/>
                  </a:lnTo>
                  <a:lnTo>
                    <a:pt x="16454" y="6324746"/>
                  </a:lnTo>
                  <a:lnTo>
                    <a:pt x="16548" y="6324746"/>
                  </a:lnTo>
                  <a:lnTo>
                    <a:pt x="16642" y="6324746"/>
                  </a:lnTo>
                  <a:lnTo>
                    <a:pt x="16736" y="6324746"/>
                  </a:lnTo>
                  <a:lnTo>
                    <a:pt x="16830" y="6324746"/>
                  </a:lnTo>
                  <a:lnTo>
                    <a:pt x="16924" y="6324746"/>
                  </a:lnTo>
                  <a:lnTo>
                    <a:pt x="17018" y="6324746"/>
                  </a:lnTo>
                  <a:lnTo>
                    <a:pt x="17112" y="6324746"/>
                  </a:lnTo>
                  <a:lnTo>
                    <a:pt x="17206" y="6324746"/>
                  </a:lnTo>
                  <a:lnTo>
                    <a:pt x="17300" y="6324746"/>
                  </a:lnTo>
                  <a:lnTo>
                    <a:pt x="17394" y="6324746"/>
                  </a:lnTo>
                  <a:lnTo>
                    <a:pt x="17488" y="6324746"/>
                  </a:lnTo>
                  <a:lnTo>
                    <a:pt x="17582" y="6324746"/>
                  </a:lnTo>
                  <a:lnTo>
                    <a:pt x="17676" y="6324746"/>
                  </a:lnTo>
                  <a:lnTo>
                    <a:pt x="17771" y="6324746"/>
                  </a:lnTo>
                  <a:lnTo>
                    <a:pt x="17865" y="6324746"/>
                  </a:lnTo>
                  <a:lnTo>
                    <a:pt x="17959" y="6324746"/>
                  </a:lnTo>
                  <a:lnTo>
                    <a:pt x="18053" y="6324746"/>
                  </a:lnTo>
                  <a:lnTo>
                    <a:pt x="18147" y="6324746"/>
                  </a:lnTo>
                  <a:lnTo>
                    <a:pt x="18241" y="6324746"/>
                  </a:lnTo>
                  <a:lnTo>
                    <a:pt x="18335" y="6324746"/>
                  </a:lnTo>
                  <a:lnTo>
                    <a:pt x="18429" y="6324746"/>
                  </a:lnTo>
                  <a:lnTo>
                    <a:pt x="18523" y="6324746"/>
                  </a:lnTo>
                  <a:lnTo>
                    <a:pt x="18617" y="6324746"/>
                  </a:lnTo>
                  <a:lnTo>
                    <a:pt x="18711" y="6324746"/>
                  </a:lnTo>
                  <a:lnTo>
                    <a:pt x="18805" y="6324746"/>
                  </a:lnTo>
                  <a:lnTo>
                    <a:pt x="18899" y="6324746"/>
                  </a:lnTo>
                  <a:lnTo>
                    <a:pt x="18993" y="6324746"/>
                  </a:lnTo>
                  <a:lnTo>
                    <a:pt x="19087" y="6324746"/>
                  </a:lnTo>
                  <a:lnTo>
                    <a:pt x="19181" y="6324746"/>
                  </a:lnTo>
                  <a:lnTo>
                    <a:pt x="19275" y="6324746"/>
                  </a:lnTo>
                  <a:lnTo>
                    <a:pt x="19369" y="6324746"/>
                  </a:lnTo>
                  <a:lnTo>
                    <a:pt x="19463" y="6324746"/>
                  </a:lnTo>
                  <a:lnTo>
                    <a:pt x="19557" y="6324746"/>
                  </a:lnTo>
                  <a:lnTo>
                    <a:pt x="19651" y="6324746"/>
                  </a:lnTo>
                  <a:lnTo>
                    <a:pt x="19745" y="6324746"/>
                  </a:lnTo>
                  <a:lnTo>
                    <a:pt x="19839" y="6324746"/>
                  </a:lnTo>
                  <a:lnTo>
                    <a:pt x="19933" y="6324746"/>
                  </a:lnTo>
                  <a:lnTo>
                    <a:pt x="20027" y="6324746"/>
                  </a:lnTo>
                  <a:lnTo>
                    <a:pt x="20121" y="6324746"/>
                  </a:lnTo>
                  <a:lnTo>
                    <a:pt x="20215" y="6324746"/>
                  </a:lnTo>
                  <a:lnTo>
                    <a:pt x="20309" y="6324746"/>
                  </a:lnTo>
                  <a:lnTo>
                    <a:pt x="20403" y="6324746"/>
                  </a:lnTo>
                  <a:lnTo>
                    <a:pt x="20497" y="6324746"/>
                  </a:lnTo>
                  <a:lnTo>
                    <a:pt x="20591" y="6324746"/>
                  </a:lnTo>
                  <a:lnTo>
                    <a:pt x="20685" y="6324746"/>
                  </a:lnTo>
                  <a:lnTo>
                    <a:pt x="20779" y="6324746"/>
                  </a:lnTo>
                  <a:lnTo>
                    <a:pt x="20873" y="6324746"/>
                  </a:lnTo>
                  <a:lnTo>
                    <a:pt x="20967" y="6324746"/>
                  </a:lnTo>
                  <a:lnTo>
                    <a:pt x="21061" y="6324746"/>
                  </a:lnTo>
                  <a:lnTo>
                    <a:pt x="21155" y="6324746"/>
                  </a:lnTo>
                  <a:lnTo>
                    <a:pt x="21249" y="6324746"/>
                  </a:lnTo>
                  <a:lnTo>
                    <a:pt x="21344" y="6324746"/>
                  </a:lnTo>
                  <a:lnTo>
                    <a:pt x="21438" y="6324746"/>
                  </a:lnTo>
                  <a:lnTo>
                    <a:pt x="21532" y="6324746"/>
                  </a:lnTo>
                  <a:lnTo>
                    <a:pt x="21626" y="6324746"/>
                  </a:lnTo>
                  <a:lnTo>
                    <a:pt x="21720" y="6324746"/>
                  </a:lnTo>
                  <a:lnTo>
                    <a:pt x="21814" y="6324746"/>
                  </a:lnTo>
                  <a:lnTo>
                    <a:pt x="21908" y="6324746"/>
                  </a:lnTo>
                  <a:lnTo>
                    <a:pt x="22002" y="6324746"/>
                  </a:lnTo>
                  <a:lnTo>
                    <a:pt x="22096" y="6324746"/>
                  </a:lnTo>
                  <a:lnTo>
                    <a:pt x="22190" y="6324746"/>
                  </a:lnTo>
                  <a:lnTo>
                    <a:pt x="22190" y="6319467"/>
                  </a:lnTo>
                  <a:lnTo>
                    <a:pt x="22284" y="6319467"/>
                  </a:lnTo>
                  <a:lnTo>
                    <a:pt x="22378" y="6319467"/>
                  </a:lnTo>
                  <a:lnTo>
                    <a:pt x="22472" y="6319467"/>
                  </a:lnTo>
                  <a:lnTo>
                    <a:pt x="22566" y="6319467"/>
                  </a:lnTo>
                  <a:lnTo>
                    <a:pt x="22660" y="6319467"/>
                  </a:lnTo>
                  <a:lnTo>
                    <a:pt x="22754" y="6319467"/>
                  </a:lnTo>
                  <a:lnTo>
                    <a:pt x="22848" y="6319467"/>
                  </a:lnTo>
                  <a:lnTo>
                    <a:pt x="22942" y="6319467"/>
                  </a:lnTo>
                  <a:lnTo>
                    <a:pt x="23036" y="6319467"/>
                  </a:lnTo>
                  <a:lnTo>
                    <a:pt x="23130" y="6319467"/>
                  </a:lnTo>
                  <a:lnTo>
                    <a:pt x="23224" y="6319467"/>
                  </a:lnTo>
                  <a:lnTo>
                    <a:pt x="23318" y="6319467"/>
                  </a:lnTo>
                  <a:lnTo>
                    <a:pt x="23412" y="6319467"/>
                  </a:lnTo>
                  <a:lnTo>
                    <a:pt x="23506" y="6319467"/>
                  </a:lnTo>
                  <a:lnTo>
                    <a:pt x="23600" y="6319467"/>
                  </a:lnTo>
                  <a:lnTo>
                    <a:pt x="23694" y="6319467"/>
                  </a:lnTo>
                  <a:lnTo>
                    <a:pt x="23788" y="6319467"/>
                  </a:lnTo>
                  <a:lnTo>
                    <a:pt x="23882" y="6319467"/>
                  </a:lnTo>
                  <a:lnTo>
                    <a:pt x="23976" y="6319467"/>
                  </a:lnTo>
                  <a:lnTo>
                    <a:pt x="24070" y="6319467"/>
                  </a:lnTo>
                  <a:lnTo>
                    <a:pt x="24164" y="6319467"/>
                  </a:lnTo>
                  <a:lnTo>
                    <a:pt x="24258" y="6319467"/>
                  </a:lnTo>
                  <a:lnTo>
                    <a:pt x="24352" y="6319467"/>
                  </a:lnTo>
                  <a:lnTo>
                    <a:pt x="24446" y="6319467"/>
                  </a:lnTo>
                  <a:lnTo>
                    <a:pt x="24540" y="6319467"/>
                  </a:lnTo>
                  <a:lnTo>
                    <a:pt x="24634" y="6319467"/>
                  </a:lnTo>
                  <a:lnTo>
                    <a:pt x="24634" y="6314187"/>
                  </a:lnTo>
                  <a:lnTo>
                    <a:pt x="24728" y="6314187"/>
                  </a:lnTo>
                  <a:lnTo>
                    <a:pt x="24823" y="6314187"/>
                  </a:lnTo>
                  <a:lnTo>
                    <a:pt x="24917" y="6314187"/>
                  </a:lnTo>
                  <a:lnTo>
                    <a:pt x="25011" y="6314187"/>
                  </a:lnTo>
                  <a:lnTo>
                    <a:pt x="25105" y="6314187"/>
                  </a:lnTo>
                  <a:lnTo>
                    <a:pt x="25199" y="6314187"/>
                  </a:lnTo>
                  <a:lnTo>
                    <a:pt x="25293" y="6314187"/>
                  </a:lnTo>
                  <a:lnTo>
                    <a:pt x="25387" y="6314187"/>
                  </a:lnTo>
                  <a:lnTo>
                    <a:pt x="25481" y="6314187"/>
                  </a:lnTo>
                  <a:lnTo>
                    <a:pt x="25575" y="6314187"/>
                  </a:lnTo>
                  <a:lnTo>
                    <a:pt x="25669" y="6314187"/>
                  </a:lnTo>
                  <a:lnTo>
                    <a:pt x="25763" y="6314187"/>
                  </a:lnTo>
                  <a:lnTo>
                    <a:pt x="25857" y="6314187"/>
                  </a:lnTo>
                  <a:lnTo>
                    <a:pt x="25951" y="6314187"/>
                  </a:lnTo>
                  <a:lnTo>
                    <a:pt x="26045" y="6314187"/>
                  </a:lnTo>
                  <a:lnTo>
                    <a:pt x="26139" y="6314187"/>
                  </a:lnTo>
                  <a:lnTo>
                    <a:pt x="26233" y="6314187"/>
                  </a:lnTo>
                  <a:lnTo>
                    <a:pt x="26327" y="6314187"/>
                  </a:lnTo>
                  <a:lnTo>
                    <a:pt x="26421" y="6314187"/>
                  </a:lnTo>
                  <a:lnTo>
                    <a:pt x="26515" y="6314187"/>
                  </a:lnTo>
                  <a:lnTo>
                    <a:pt x="26609" y="6314187"/>
                  </a:lnTo>
                  <a:lnTo>
                    <a:pt x="26703" y="6314187"/>
                  </a:lnTo>
                  <a:lnTo>
                    <a:pt x="26797" y="6314187"/>
                  </a:lnTo>
                  <a:lnTo>
                    <a:pt x="26891" y="6314187"/>
                  </a:lnTo>
                  <a:lnTo>
                    <a:pt x="26985" y="6314187"/>
                  </a:lnTo>
                  <a:lnTo>
                    <a:pt x="27079" y="6314187"/>
                  </a:lnTo>
                  <a:lnTo>
                    <a:pt x="27173" y="6314187"/>
                  </a:lnTo>
                  <a:lnTo>
                    <a:pt x="27267" y="6314187"/>
                  </a:lnTo>
                  <a:lnTo>
                    <a:pt x="27361" y="6314187"/>
                  </a:lnTo>
                  <a:lnTo>
                    <a:pt x="27455" y="6314187"/>
                  </a:lnTo>
                  <a:lnTo>
                    <a:pt x="27549" y="6314187"/>
                  </a:lnTo>
                  <a:lnTo>
                    <a:pt x="27643" y="6314187"/>
                  </a:lnTo>
                  <a:lnTo>
                    <a:pt x="27737" y="6314187"/>
                  </a:lnTo>
                  <a:lnTo>
                    <a:pt x="27831" y="6314187"/>
                  </a:lnTo>
                  <a:lnTo>
                    <a:pt x="27925" y="6314187"/>
                  </a:lnTo>
                  <a:lnTo>
                    <a:pt x="28019" y="6314187"/>
                  </a:lnTo>
                  <a:lnTo>
                    <a:pt x="28113" y="6314187"/>
                  </a:lnTo>
                  <a:lnTo>
                    <a:pt x="28207" y="6314187"/>
                  </a:lnTo>
                  <a:lnTo>
                    <a:pt x="28301" y="6314187"/>
                  </a:lnTo>
                  <a:lnTo>
                    <a:pt x="28396" y="6314187"/>
                  </a:lnTo>
                  <a:lnTo>
                    <a:pt x="28490" y="6314187"/>
                  </a:lnTo>
                  <a:lnTo>
                    <a:pt x="28584" y="6314187"/>
                  </a:lnTo>
                  <a:lnTo>
                    <a:pt x="28678" y="6314187"/>
                  </a:lnTo>
                  <a:lnTo>
                    <a:pt x="28772" y="6314187"/>
                  </a:lnTo>
                  <a:lnTo>
                    <a:pt x="28866" y="6314187"/>
                  </a:lnTo>
                  <a:lnTo>
                    <a:pt x="28866" y="6308908"/>
                  </a:lnTo>
                  <a:lnTo>
                    <a:pt x="28960" y="6308908"/>
                  </a:lnTo>
                  <a:lnTo>
                    <a:pt x="29054" y="6308908"/>
                  </a:lnTo>
                  <a:lnTo>
                    <a:pt x="29148" y="6308908"/>
                  </a:lnTo>
                  <a:lnTo>
                    <a:pt x="29242" y="6308908"/>
                  </a:lnTo>
                  <a:lnTo>
                    <a:pt x="29336" y="6308908"/>
                  </a:lnTo>
                  <a:lnTo>
                    <a:pt x="29430" y="6308908"/>
                  </a:lnTo>
                  <a:lnTo>
                    <a:pt x="29524" y="6308908"/>
                  </a:lnTo>
                  <a:lnTo>
                    <a:pt x="29618" y="6308908"/>
                  </a:lnTo>
                  <a:lnTo>
                    <a:pt x="29712" y="6308908"/>
                  </a:lnTo>
                  <a:lnTo>
                    <a:pt x="29806" y="6308908"/>
                  </a:lnTo>
                  <a:lnTo>
                    <a:pt x="29900" y="6308908"/>
                  </a:lnTo>
                  <a:lnTo>
                    <a:pt x="29994" y="6308908"/>
                  </a:lnTo>
                  <a:lnTo>
                    <a:pt x="30088" y="6308908"/>
                  </a:lnTo>
                  <a:lnTo>
                    <a:pt x="30182" y="6308908"/>
                  </a:lnTo>
                  <a:lnTo>
                    <a:pt x="30276" y="6308908"/>
                  </a:lnTo>
                  <a:lnTo>
                    <a:pt x="30370" y="6308908"/>
                  </a:lnTo>
                  <a:lnTo>
                    <a:pt x="30464" y="6308908"/>
                  </a:lnTo>
                  <a:lnTo>
                    <a:pt x="30558" y="6308908"/>
                  </a:lnTo>
                  <a:lnTo>
                    <a:pt x="30652" y="6308908"/>
                  </a:lnTo>
                  <a:lnTo>
                    <a:pt x="30746" y="6308908"/>
                  </a:lnTo>
                  <a:lnTo>
                    <a:pt x="30840" y="6308908"/>
                  </a:lnTo>
                  <a:lnTo>
                    <a:pt x="30934" y="6308908"/>
                  </a:lnTo>
                  <a:lnTo>
                    <a:pt x="30934" y="6303629"/>
                  </a:lnTo>
                  <a:lnTo>
                    <a:pt x="31028" y="6303629"/>
                  </a:lnTo>
                  <a:lnTo>
                    <a:pt x="31122" y="6303629"/>
                  </a:lnTo>
                  <a:lnTo>
                    <a:pt x="31216" y="6303629"/>
                  </a:lnTo>
                  <a:lnTo>
                    <a:pt x="31310" y="6303629"/>
                  </a:lnTo>
                  <a:lnTo>
                    <a:pt x="31404" y="6303629"/>
                  </a:lnTo>
                  <a:lnTo>
                    <a:pt x="31498" y="6303629"/>
                  </a:lnTo>
                  <a:lnTo>
                    <a:pt x="31592" y="6303629"/>
                  </a:lnTo>
                  <a:lnTo>
                    <a:pt x="31686" y="6303629"/>
                  </a:lnTo>
                  <a:lnTo>
                    <a:pt x="31780" y="6303629"/>
                  </a:lnTo>
                  <a:lnTo>
                    <a:pt x="31874" y="6303629"/>
                  </a:lnTo>
                  <a:lnTo>
                    <a:pt x="31969" y="6303629"/>
                  </a:lnTo>
                  <a:lnTo>
                    <a:pt x="32063" y="6303629"/>
                  </a:lnTo>
                  <a:lnTo>
                    <a:pt x="32157" y="6303629"/>
                  </a:lnTo>
                  <a:lnTo>
                    <a:pt x="32251" y="6303629"/>
                  </a:lnTo>
                  <a:lnTo>
                    <a:pt x="32345" y="6303629"/>
                  </a:lnTo>
                  <a:lnTo>
                    <a:pt x="32439" y="6303629"/>
                  </a:lnTo>
                  <a:lnTo>
                    <a:pt x="32533" y="6303629"/>
                  </a:lnTo>
                  <a:lnTo>
                    <a:pt x="32627" y="6303629"/>
                  </a:lnTo>
                  <a:lnTo>
                    <a:pt x="32721" y="6303629"/>
                  </a:lnTo>
                  <a:lnTo>
                    <a:pt x="32815" y="6303629"/>
                  </a:lnTo>
                  <a:lnTo>
                    <a:pt x="32909" y="6303629"/>
                  </a:lnTo>
                  <a:lnTo>
                    <a:pt x="33003" y="6303629"/>
                  </a:lnTo>
                  <a:lnTo>
                    <a:pt x="33097" y="6303629"/>
                  </a:lnTo>
                  <a:lnTo>
                    <a:pt x="33191" y="6303629"/>
                  </a:lnTo>
                  <a:lnTo>
                    <a:pt x="33285" y="6303629"/>
                  </a:lnTo>
                  <a:lnTo>
                    <a:pt x="33379" y="6303629"/>
                  </a:lnTo>
                  <a:lnTo>
                    <a:pt x="33473" y="6303629"/>
                  </a:lnTo>
                  <a:lnTo>
                    <a:pt x="33473" y="6298349"/>
                  </a:lnTo>
                  <a:lnTo>
                    <a:pt x="33567" y="6298349"/>
                  </a:lnTo>
                  <a:lnTo>
                    <a:pt x="33661" y="6298349"/>
                  </a:lnTo>
                  <a:lnTo>
                    <a:pt x="33755" y="6298349"/>
                  </a:lnTo>
                  <a:lnTo>
                    <a:pt x="33849" y="6298349"/>
                  </a:lnTo>
                  <a:lnTo>
                    <a:pt x="33943" y="6298349"/>
                  </a:lnTo>
                  <a:lnTo>
                    <a:pt x="34037" y="6298349"/>
                  </a:lnTo>
                  <a:lnTo>
                    <a:pt x="34131" y="6298349"/>
                  </a:lnTo>
                  <a:lnTo>
                    <a:pt x="34225" y="6298349"/>
                  </a:lnTo>
                  <a:lnTo>
                    <a:pt x="34319" y="6298349"/>
                  </a:lnTo>
                  <a:lnTo>
                    <a:pt x="34413" y="6298349"/>
                  </a:lnTo>
                  <a:lnTo>
                    <a:pt x="34507" y="6298349"/>
                  </a:lnTo>
                  <a:lnTo>
                    <a:pt x="34601" y="6298349"/>
                  </a:lnTo>
                  <a:lnTo>
                    <a:pt x="34695" y="6298349"/>
                  </a:lnTo>
                  <a:lnTo>
                    <a:pt x="34789" y="6298349"/>
                  </a:lnTo>
                  <a:lnTo>
                    <a:pt x="34883" y="6298349"/>
                  </a:lnTo>
                  <a:lnTo>
                    <a:pt x="34977" y="6298349"/>
                  </a:lnTo>
                  <a:lnTo>
                    <a:pt x="35071" y="6298349"/>
                  </a:lnTo>
                  <a:lnTo>
                    <a:pt x="35165" y="6298349"/>
                  </a:lnTo>
                  <a:lnTo>
                    <a:pt x="35259" y="6298349"/>
                  </a:lnTo>
                  <a:lnTo>
                    <a:pt x="35353" y="6298349"/>
                  </a:lnTo>
                  <a:lnTo>
                    <a:pt x="35448" y="6298349"/>
                  </a:lnTo>
                  <a:lnTo>
                    <a:pt x="35542" y="6298349"/>
                  </a:lnTo>
                  <a:lnTo>
                    <a:pt x="35636" y="6298349"/>
                  </a:lnTo>
                  <a:lnTo>
                    <a:pt x="35730" y="6298349"/>
                  </a:lnTo>
                  <a:lnTo>
                    <a:pt x="35824" y="6298349"/>
                  </a:lnTo>
                  <a:lnTo>
                    <a:pt x="35918" y="6298349"/>
                  </a:lnTo>
                  <a:lnTo>
                    <a:pt x="36012" y="6298349"/>
                  </a:lnTo>
                  <a:lnTo>
                    <a:pt x="36106" y="6298349"/>
                  </a:lnTo>
                  <a:lnTo>
                    <a:pt x="36200" y="6298349"/>
                  </a:lnTo>
                  <a:lnTo>
                    <a:pt x="36294" y="6298349"/>
                  </a:lnTo>
                  <a:lnTo>
                    <a:pt x="36388" y="6298349"/>
                  </a:lnTo>
                  <a:lnTo>
                    <a:pt x="36482" y="6298349"/>
                  </a:lnTo>
                  <a:lnTo>
                    <a:pt x="36576" y="6298349"/>
                  </a:lnTo>
                  <a:lnTo>
                    <a:pt x="36670" y="6298349"/>
                  </a:lnTo>
                  <a:lnTo>
                    <a:pt x="36764" y="6298349"/>
                  </a:lnTo>
                  <a:lnTo>
                    <a:pt x="36858" y="6298349"/>
                  </a:lnTo>
                  <a:lnTo>
                    <a:pt x="36952" y="6298349"/>
                  </a:lnTo>
                  <a:lnTo>
                    <a:pt x="37046" y="6298349"/>
                  </a:lnTo>
                  <a:lnTo>
                    <a:pt x="37140" y="6298349"/>
                  </a:lnTo>
                  <a:lnTo>
                    <a:pt x="37234" y="6298349"/>
                  </a:lnTo>
                  <a:lnTo>
                    <a:pt x="37328" y="6298349"/>
                  </a:lnTo>
                  <a:lnTo>
                    <a:pt x="37422" y="6298349"/>
                  </a:lnTo>
                  <a:lnTo>
                    <a:pt x="37516" y="6298349"/>
                  </a:lnTo>
                  <a:lnTo>
                    <a:pt x="37610" y="6298349"/>
                  </a:lnTo>
                  <a:lnTo>
                    <a:pt x="37704" y="6298349"/>
                  </a:lnTo>
                  <a:lnTo>
                    <a:pt x="37798" y="6298349"/>
                  </a:lnTo>
                  <a:lnTo>
                    <a:pt x="37892" y="6298349"/>
                  </a:lnTo>
                  <a:lnTo>
                    <a:pt x="37986" y="6298349"/>
                  </a:lnTo>
                  <a:lnTo>
                    <a:pt x="38080" y="6298349"/>
                  </a:lnTo>
                  <a:lnTo>
                    <a:pt x="38174" y="6298349"/>
                  </a:lnTo>
                  <a:lnTo>
                    <a:pt x="38268" y="6298349"/>
                  </a:lnTo>
                  <a:lnTo>
                    <a:pt x="38362" y="6298349"/>
                  </a:lnTo>
                  <a:lnTo>
                    <a:pt x="38456" y="6298349"/>
                  </a:lnTo>
                  <a:lnTo>
                    <a:pt x="38550" y="6298349"/>
                  </a:lnTo>
                  <a:lnTo>
                    <a:pt x="38644" y="6298349"/>
                  </a:lnTo>
                  <a:lnTo>
                    <a:pt x="38738" y="6298349"/>
                  </a:lnTo>
                  <a:lnTo>
                    <a:pt x="38832" y="6298349"/>
                  </a:lnTo>
                  <a:lnTo>
                    <a:pt x="38926" y="6298349"/>
                  </a:lnTo>
                  <a:lnTo>
                    <a:pt x="39021" y="6298349"/>
                  </a:lnTo>
                  <a:lnTo>
                    <a:pt x="39021" y="6293070"/>
                  </a:lnTo>
                  <a:lnTo>
                    <a:pt x="39115" y="6293070"/>
                  </a:lnTo>
                  <a:lnTo>
                    <a:pt x="39209" y="6293070"/>
                  </a:lnTo>
                  <a:lnTo>
                    <a:pt x="39303" y="6293070"/>
                  </a:lnTo>
                  <a:lnTo>
                    <a:pt x="39397" y="6293070"/>
                  </a:lnTo>
                  <a:lnTo>
                    <a:pt x="39491" y="6293070"/>
                  </a:lnTo>
                  <a:lnTo>
                    <a:pt x="39585" y="6293070"/>
                  </a:lnTo>
                  <a:lnTo>
                    <a:pt x="39679" y="6293070"/>
                  </a:lnTo>
                  <a:lnTo>
                    <a:pt x="39679" y="6287790"/>
                  </a:lnTo>
                  <a:lnTo>
                    <a:pt x="39773" y="6287790"/>
                  </a:lnTo>
                  <a:lnTo>
                    <a:pt x="39867" y="6287790"/>
                  </a:lnTo>
                  <a:lnTo>
                    <a:pt x="39961" y="6287790"/>
                  </a:lnTo>
                  <a:lnTo>
                    <a:pt x="40055" y="6287790"/>
                  </a:lnTo>
                  <a:lnTo>
                    <a:pt x="40149" y="6287790"/>
                  </a:lnTo>
                  <a:lnTo>
                    <a:pt x="40243" y="6287790"/>
                  </a:lnTo>
                  <a:lnTo>
                    <a:pt x="40337" y="6287790"/>
                  </a:lnTo>
                  <a:lnTo>
                    <a:pt x="40431" y="6287790"/>
                  </a:lnTo>
                  <a:lnTo>
                    <a:pt x="40525" y="6287790"/>
                  </a:lnTo>
                  <a:lnTo>
                    <a:pt x="40619" y="6287790"/>
                  </a:lnTo>
                  <a:lnTo>
                    <a:pt x="40713" y="6287790"/>
                  </a:lnTo>
                  <a:lnTo>
                    <a:pt x="40807" y="6287790"/>
                  </a:lnTo>
                  <a:lnTo>
                    <a:pt x="40901" y="6287790"/>
                  </a:lnTo>
                  <a:lnTo>
                    <a:pt x="40995" y="6287790"/>
                  </a:lnTo>
                  <a:lnTo>
                    <a:pt x="41089" y="6287790"/>
                  </a:lnTo>
                  <a:lnTo>
                    <a:pt x="41183" y="6287790"/>
                  </a:lnTo>
                  <a:lnTo>
                    <a:pt x="41277" y="6287790"/>
                  </a:lnTo>
                  <a:lnTo>
                    <a:pt x="41371" y="6287790"/>
                  </a:lnTo>
                  <a:lnTo>
                    <a:pt x="41465" y="6287790"/>
                  </a:lnTo>
                  <a:lnTo>
                    <a:pt x="41559" y="6287790"/>
                  </a:lnTo>
                  <a:lnTo>
                    <a:pt x="41653" y="6287790"/>
                  </a:lnTo>
                  <a:lnTo>
                    <a:pt x="41747" y="6287790"/>
                  </a:lnTo>
                  <a:lnTo>
                    <a:pt x="41841" y="6287790"/>
                  </a:lnTo>
                  <a:lnTo>
                    <a:pt x="41935" y="6287790"/>
                  </a:lnTo>
                  <a:lnTo>
                    <a:pt x="42029" y="6287790"/>
                  </a:lnTo>
                  <a:lnTo>
                    <a:pt x="42123" y="6287790"/>
                  </a:lnTo>
                  <a:lnTo>
                    <a:pt x="42217" y="6287790"/>
                  </a:lnTo>
                  <a:lnTo>
                    <a:pt x="42311" y="6287790"/>
                  </a:lnTo>
                  <a:lnTo>
                    <a:pt x="42405" y="6287790"/>
                  </a:lnTo>
                  <a:lnTo>
                    <a:pt x="42499" y="6287790"/>
                  </a:lnTo>
                  <a:lnTo>
                    <a:pt x="42594" y="6287790"/>
                  </a:lnTo>
                  <a:lnTo>
                    <a:pt x="42688" y="6287790"/>
                  </a:lnTo>
                  <a:lnTo>
                    <a:pt x="42782" y="6287790"/>
                  </a:lnTo>
                  <a:lnTo>
                    <a:pt x="42876" y="6287790"/>
                  </a:lnTo>
                  <a:lnTo>
                    <a:pt x="42970" y="6287790"/>
                  </a:lnTo>
                  <a:lnTo>
                    <a:pt x="43064" y="6287790"/>
                  </a:lnTo>
                  <a:lnTo>
                    <a:pt x="43158" y="6287790"/>
                  </a:lnTo>
                  <a:lnTo>
                    <a:pt x="43252" y="6287790"/>
                  </a:lnTo>
                  <a:lnTo>
                    <a:pt x="43346" y="6287790"/>
                  </a:lnTo>
                  <a:lnTo>
                    <a:pt x="43440" y="6287790"/>
                  </a:lnTo>
                  <a:lnTo>
                    <a:pt x="43534" y="6287790"/>
                  </a:lnTo>
                  <a:lnTo>
                    <a:pt x="43628" y="6287790"/>
                  </a:lnTo>
                  <a:lnTo>
                    <a:pt x="43722" y="6287790"/>
                  </a:lnTo>
                  <a:lnTo>
                    <a:pt x="43816" y="6287790"/>
                  </a:lnTo>
                  <a:lnTo>
                    <a:pt x="43910" y="6287790"/>
                  </a:lnTo>
                  <a:lnTo>
                    <a:pt x="44004" y="6287790"/>
                  </a:lnTo>
                  <a:lnTo>
                    <a:pt x="44098" y="6287790"/>
                  </a:lnTo>
                  <a:lnTo>
                    <a:pt x="44192" y="6287790"/>
                  </a:lnTo>
                  <a:lnTo>
                    <a:pt x="44286" y="6287790"/>
                  </a:lnTo>
                  <a:lnTo>
                    <a:pt x="44380" y="6287790"/>
                  </a:lnTo>
                  <a:lnTo>
                    <a:pt x="44474" y="6287790"/>
                  </a:lnTo>
                  <a:lnTo>
                    <a:pt x="44568" y="6287790"/>
                  </a:lnTo>
                  <a:lnTo>
                    <a:pt x="44662" y="6287790"/>
                  </a:lnTo>
                  <a:lnTo>
                    <a:pt x="44756" y="6287790"/>
                  </a:lnTo>
                  <a:lnTo>
                    <a:pt x="44850" y="6287790"/>
                  </a:lnTo>
                  <a:lnTo>
                    <a:pt x="44944" y="6287790"/>
                  </a:lnTo>
                  <a:lnTo>
                    <a:pt x="45038" y="6287790"/>
                  </a:lnTo>
                  <a:lnTo>
                    <a:pt x="45132" y="6287790"/>
                  </a:lnTo>
                  <a:lnTo>
                    <a:pt x="45226" y="6287790"/>
                  </a:lnTo>
                  <a:lnTo>
                    <a:pt x="45320" y="6287790"/>
                  </a:lnTo>
                  <a:lnTo>
                    <a:pt x="45414" y="6287790"/>
                  </a:lnTo>
                  <a:lnTo>
                    <a:pt x="45508" y="6287790"/>
                  </a:lnTo>
                  <a:lnTo>
                    <a:pt x="45602" y="6287790"/>
                  </a:lnTo>
                  <a:lnTo>
                    <a:pt x="45696" y="6287790"/>
                  </a:lnTo>
                  <a:lnTo>
                    <a:pt x="45790" y="6287790"/>
                  </a:lnTo>
                  <a:lnTo>
                    <a:pt x="45884" y="6287790"/>
                  </a:lnTo>
                  <a:lnTo>
                    <a:pt x="45978" y="6287790"/>
                  </a:lnTo>
                  <a:lnTo>
                    <a:pt x="46072" y="6287790"/>
                  </a:lnTo>
                  <a:lnTo>
                    <a:pt x="46167" y="6287790"/>
                  </a:lnTo>
                  <a:lnTo>
                    <a:pt x="46261" y="6287790"/>
                  </a:lnTo>
                  <a:lnTo>
                    <a:pt x="46355" y="6287790"/>
                  </a:lnTo>
                  <a:lnTo>
                    <a:pt x="46449" y="6287790"/>
                  </a:lnTo>
                  <a:lnTo>
                    <a:pt x="46543" y="6287790"/>
                  </a:lnTo>
                  <a:lnTo>
                    <a:pt x="46637" y="6287790"/>
                  </a:lnTo>
                  <a:lnTo>
                    <a:pt x="46731" y="6287790"/>
                  </a:lnTo>
                  <a:lnTo>
                    <a:pt x="46825" y="6287790"/>
                  </a:lnTo>
                  <a:lnTo>
                    <a:pt x="46919" y="6287790"/>
                  </a:lnTo>
                  <a:lnTo>
                    <a:pt x="47013" y="6287790"/>
                  </a:lnTo>
                  <a:lnTo>
                    <a:pt x="47107" y="6287790"/>
                  </a:lnTo>
                  <a:lnTo>
                    <a:pt x="47201" y="6287790"/>
                  </a:lnTo>
                  <a:lnTo>
                    <a:pt x="47295" y="6287790"/>
                  </a:lnTo>
                  <a:lnTo>
                    <a:pt x="47389" y="6287790"/>
                  </a:lnTo>
                  <a:lnTo>
                    <a:pt x="47483" y="6287790"/>
                  </a:lnTo>
                  <a:lnTo>
                    <a:pt x="47577" y="6287790"/>
                  </a:lnTo>
                  <a:lnTo>
                    <a:pt x="47671" y="6287790"/>
                  </a:lnTo>
                  <a:lnTo>
                    <a:pt x="47765" y="6287790"/>
                  </a:lnTo>
                  <a:lnTo>
                    <a:pt x="47859" y="6287790"/>
                  </a:lnTo>
                  <a:lnTo>
                    <a:pt x="47953" y="6287790"/>
                  </a:lnTo>
                  <a:lnTo>
                    <a:pt x="48047" y="6287790"/>
                  </a:lnTo>
                  <a:lnTo>
                    <a:pt x="48141" y="6287790"/>
                  </a:lnTo>
                  <a:lnTo>
                    <a:pt x="48235" y="6287790"/>
                  </a:lnTo>
                  <a:lnTo>
                    <a:pt x="48329" y="6287790"/>
                  </a:lnTo>
                  <a:lnTo>
                    <a:pt x="48423" y="6287790"/>
                  </a:lnTo>
                  <a:lnTo>
                    <a:pt x="48517" y="6287790"/>
                  </a:lnTo>
                  <a:lnTo>
                    <a:pt x="48611" y="6287790"/>
                  </a:lnTo>
                  <a:lnTo>
                    <a:pt x="48705" y="6287790"/>
                  </a:lnTo>
                  <a:lnTo>
                    <a:pt x="48799" y="6287790"/>
                  </a:lnTo>
                  <a:lnTo>
                    <a:pt x="48893" y="6287790"/>
                  </a:lnTo>
                  <a:lnTo>
                    <a:pt x="48987" y="6287790"/>
                  </a:lnTo>
                  <a:lnTo>
                    <a:pt x="49081" y="6287790"/>
                  </a:lnTo>
                  <a:lnTo>
                    <a:pt x="49175" y="6287790"/>
                  </a:lnTo>
                  <a:lnTo>
                    <a:pt x="49269" y="6287790"/>
                  </a:lnTo>
                  <a:lnTo>
                    <a:pt x="49363" y="6287790"/>
                  </a:lnTo>
                  <a:lnTo>
                    <a:pt x="49457" y="6287790"/>
                  </a:lnTo>
                  <a:lnTo>
                    <a:pt x="49551" y="6287790"/>
                  </a:lnTo>
                  <a:lnTo>
                    <a:pt x="49551" y="6282511"/>
                  </a:lnTo>
                  <a:lnTo>
                    <a:pt x="49646" y="6282511"/>
                  </a:lnTo>
                  <a:lnTo>
                    <a:pt x="49740" y="6282511"/>
                  </a:lnTo>
                  <a:lnTo>
                    <a:pt x="49834" y="6282511"/>
                  </a:lnTo>
                  <a:lnTo>
                    <a:pt x="49928" y="6282511"/>
                  </a:lnTo>
                  <a:lnTo>
                    <a:pt x="50022" y="6282511"/>
                  </a:lnTo>
                  <a:lnTo>
                    <a:pt x="50116" y="6282511"/>
                  </a:lnTo>
                  <a:lnTo>
                    <a:pt x="50210" y="6282511"/>
                  </a:lnTo>
                  <a:lnTo>
                    <a:pt x="50304" y="6282511"/>
                  </a:lnTo>
                  <a:lnTo>
                    <a:pt x="50398" y="6282511"/>
                  </a:lnTo>
                  <a:lnTo>
                    <a:pt x="50492" y="6282511"/>
                  </a:lnTo>
                  <a:lnTo>
                    <a:pt x="50586" y="6282511"/>
                  </a:lnTo>
                  <a:lnTo>
                    <a:pt x="50680" y="6282511"/>
                  </a:lnTo>
                  <a:lnTo>
                    <a:pt x="50774" y="6282511"/>
                  </a:lnTo>
                  <a:lnTo>
                    <a:pt x="50868" y="6282511"/>
                  </a:lnTo>
                  <a:lnTo>
                    <a:pt x="50962" y="6282511"/>
                  </a:lnTo>
                  <a:lnTo>
                    <a:pt x="51056" y="6282511"/>
                  </a:lnTo>
                  <a:lnTo>
                    <a:pt x="51150" y="6282511"/>
                  </a:lnTo>
                  <a:lnTo>
                    <a:pt x="51244" y="6282511"/>
                  </a:lnTo>
                  <a:lnTo>
                    <a:pt x="51338" y="6282511"/>
                  </a:lnTo>
                  <a:lnTo>
                    <a:pt x="51432" y="6282511"/>
                  </a:lnTo>
                  <a:lnTo>
                    <a:pt x="51526" y="6282511"/>
                  </a:lnTo>
                  <a:lnTo>
                    <a:pt x="51620" y="6282511"/>
                  </a:lnTo>
                  <a:lnTo>
                    <a:pt x="51714" y="6282511"/>
                  </a:lnTo>
                  <a:lnTo>
                    <a:pt x="51808" y="6282511"/>
                  </a:lnTo>
                  <a:lnTo>
                    <a:pt x="51902" y="6282511"/>
                  </a:lnTo>
                  <a:lnTo>
                    <a:pt x="51996" y="6282511"/>
                  </a:lnTo>
                  <a:lnTo>
                    <a:pt x="52090" y="6282511"/>
                  </a:lnTo>
                  <a:lnTo>
                    <a:pt x="52184" y="6282511"/>
                  </a:lnTo>
                  <a:lnTo>
                    <a:pt x="52278" y="6282511"/>
                  </a:lnTo>
                  <a:lnTo>
                    <a:pt x="52372" y="6282511"/>
                  </a:lnTo>
                  <a:lnTo>
                    <a:pt x="52466" y="6282511"/>
                  </a:lnTo>
                  <a:lnTo>
                    <a:pt x="52560" y="6282511"/>
                  </a:lnTo>
                  <a:lnTo>
                    <a:pt x="52654" y="6282511"/>
                  </a:lnTo>
                  <a:lnTo>
                    <a:pt x="52748" y="6282511"/>
                  </a:lnTo>
                  <a:lnTo>
                    <a:pt x="52842" y="6282511"/>
                  </a:lnTo>
                  <a:lnTo>
                    <a:pt x="52936" y="6282511"/>
                  </a:lnTo>
                  <a:lnTo>
                    <a:pt x="53030" y="6282511"/>
                  </a:lnTo>
                  <a:lnTo>
                    <a:pt x="53124" y="6282511"/>
                  </a:lnTo>
                  <a:lnTo>
                    <a:pt x="53219" y="6282511"/>
                  </a:lnTo>
                  <a:lnTo>
                    <a:pt x="53313" y="6282511"/>
                  </a:lnTo>
                  <a:lnTo>
                    <a:pt x="53407" y="6282511"/>
                  </a:lnTo>
                  <a:lnTo>
                    <a:pt x="53501" y="6282511"/>
                  </a:lnTo>
                  <a:lnTo>
                    <a:pt x="53595" y="6282511"/>
                  </a:lnTo>
                  <a:lnTo>
                    <a:pt x="53689" y="6282511"/>
                  </a:lnTo>
                  <a:lnTo>
                    <a:pt x="53783" y="6282511"/>
                  </a:lnTo>
                  <a:lnTo>
                    <a:pt x="53877" y="6282511"/>
                  </a:lnTo>
                  <a:lnTo>
                    <a:pt x="53971" y="6282511"/>
                  </a:lnTo>
                  <a:lnTo>
                    <a:pt x="54065" y="6282511"/>
                  </a:lnTo>
                  <a:lnTo>
                    <a:pt x="54159" y="6282511"/>
                  </a:lnTo>
                  <a:lnTo>
                    <a:pt x="54253" y="6282511"/>
                  </a:lnTo>
                  <a:lnTo>
                    <a:pt x="54347" y="6282511"/>
                  </a:lnTo>
                  <a:lnTo>
                    <a:pt x="54441" y="6282511"/>
                  </a:lnTo>
                  <a:lnTo>
                    <a:pt x="54535" y="6282511"/>
                  </a:lnTo>
                  <a:lnTo>
                    <a:pt x="54629" y="6282511"/>
                  </a:lnTo>
                  <a:lnTo>
                    <a:pt x="54723" y="6282511"/>
                  </a:lnTo>
                  <a:lnTo>
                    <a:pt x="54817" y="6282511"/>
                  </a:lnTo>
                  <a:lnTo>
                    <a:pt x="54911" y="6282511"/>
                  </a:lnTo>
                  <a:lnTo>
                    <a:pt x="55005" y="6282511"/>
                  </a:lnTo>
                  <a:lnTo>
                    <a:pt x="55099" y="6282511"/>
                  </a:lnTo>
                  <a:lnTo>
                    <a:pt x="55193" y="6282511"/>
                  </a:lnTo>
                  <a:lnTo>
                    <a:pt x="55287" y="6282511"/>
                  </a:lnTo>
                  <a:lnTo>
                    <a:pt x="55381" y="6282511"/>
                  </a:lnTo>
                  <a:lnTo>
                    <a:pt x="55475" y="6282511"/>
                  </a:lnTo>
                  <a:lnTo>
                    <a:pt x="55569" y="6282511"/>
                  </a:lnTo>
                  <a:lnTo>
                    <a:pt x="55663" y="6282511"/>
                  </a:lnTo>
                  <a:lnTo>
                    <a:pt x="55757" y="6282511"/>
                  </a:lnTo>
                  <a:lnTo>
                    <a:pt x="55851" y="6282511"/>
                  </a:lnTo>
                  <a:lnTo>
                    <a:pt x="55945" y="6282511"/>
                  </a:lnTo>
                  <a:lnTo>
                    <a:pt x="56039" y="6282511"/>
                  </a:lnTo>
                  <a:lnTo>
                    <a:pt x="56133" y="6282511"/>
                  </a:lnTo>
                  <a:lnTo>
                    <a:pt x="56227" y="6282511"/>
                  </a:lnTo>
                  <a:lnTo>
                    <a:pt x="56321" y="6282511"/>
                  </a:lnTo>
                  <a:lnTo>
                    <a:pt x="56415" y="6282511"/>
                  </a:lnTo>
                  <a:lnTo>
                    <a:pt x="56509" y="6282511"/>
                  </a:lnTo>
                  <a:lnTo>
                    <a:pt x="56603" y="6282511"/>
                  </a:lnTo>
                  <a:lnTo>
                    <a:pt x="56697" y="6282511"/>
                  </a:lnTo>
                  <a:lnTo>
                    <a:pt x="56792" y="6282511"/>
                  </a:lnTo>
                  <a:lnTo>
                    <a:pt x="56886" y="6282511"/>
                  </a:lnTo>
                  <a:lnTo>
                    <a:pt x="56980" y="6282511"/>
                  </a:lnTo>
                  <a:lnTo>
                    <a:pt x="57074" y="6282511"/>
                  </a:lnTo>
                  <a:lnTo>
                    <a:pt x="57168" y="6282511"/>
                  </a:lnTo>
                  <a:lnTo>
                    <a:pt x="57262" y="6282511"/>
                  </a:lnTo>
                  <a:lnTo>
                    <a:pt x="57356" y="6282511"/>
                  </a:lnTo>
                  <a:lnTo>
                    <a:pt x="57450" y="6282511"/>
                  </a:lnTo>
                  <a:lnTo>
                    <a:pt x="57544" y="6282511"/>
                  </a:lnTo>
                  <a:lnTo>
                    <a:pt x="57638" y="6282511"/>
                  </a:lnTo>
                  <a:lnTo>
                    <a:pt x="57732" y="6282511"/>
                  </a:lnTo>
                  <a:lnTo>
                    <a:pt x="57826" y="6282511"/>
                  </a:lnTo>
                  <a:lnTo>
                    <a:pt x="57920" y="6282511"/>
                  </a:lnTo>
                  <a:lnTo>
                    <a:pt x="58014" y="6282511"/>
                  </a:lnTo>
                  <a:lnTo>
                    <a:pt x="58108" y="6282511"/>
                  </a:lnTo>
                  <a:lnTo>
                    <a:pt x="58202" y="6282511"/>
                  </a:lnTo>
                  <a:lnTo>
                    <a:pt x="58296" y="6282511"/>
                  </a:lnTo>
                  <a:lnTo>
                    <a:pt x="58390" y="6282511"/>
                  </a:lnTo>
                  <a:lnTo>
                    <a:pt x="58484" y="6282511"/>
                  </a:lnTo>
                  <a:lnTo>
                    <a:pt x="58578" y="6282511"/>
                  </a:lnTo>
                  <a:lnTo>
                    <a:pt x="58672" y="6282511"/>
                  </a:lnTo>
                  <a:lnTo>
                    <a:pt x="58766" y="6282511"/>
                  </a:lnTo>
                  <a:lnTo>
                    <a:pt x="58860" y="6282511"/>
                  </a:lnTo>
                  <a:lnTo>
                    <a:pt x="58954" y="6282511"/>
                  </a:lnTo>
                  <a:lnTo>
                    <a:pt x="59048" y="6282511"/>
                  </a:lnTo>
                  <a:lnTo>
                    <a:pt x="59142" y="6282511"/>
                  </a:lnTo>
                  <a:lnTo>
                    <a:pt x="59236" y="6282511"/>
                  </a:lnTo>
                  <a:lnTo>
                    <a:pt x="59330" y="6282511"/>
                  </a:lnTo>
                  <a:lnTo>
                    <a:pt x="59424" y="6282511"/>
                  </a:lnTo>
                  <a:lnTo>
                    <a:pt x="59518" y="6282511"/>
                  </a:lnTo>
                  <a:lnTo>
                    <a:pt x="59612" y="6282511"/>
                  </a:lnTo>
                  <a:lnTo>
                    <a:pt x="59706" y="6282511"/>
                  </a:lnTo>
                  <a:lnTo>
                    <a:pt x="59800" y="6282511"/>
                  </a:lnTo>
                  <a:lnTo>
                    <a:pt x="59894" y="6282511"/>
                  </a:lnTo>
                  <a:lnTo>
                    <a:pt x="59988" y="6282511"/>
                  </a:lnTo>
                  <a:lnTo>
                    <a:pt x="60082" y="6282511"/>
                  </a:lnTo>
                  <a:lnTo>
                    <a:pt x="60176" y="6282511"/>
                  </a:lnTo>
                  <a:lnTo>
                    <a:pt x="60271" y="6282511"/>
                  </a:lnTo>
                  <a:lnTo>
                    <a:pt x="60365" y="6282511"/>
                  </a:lnTo>
                  <a:lnTo>
                    <a:pt x="60459" y="6282511"/>
                  </a:lnTo>
                  <a:lnTo>
                    <a:pt x="60553" y="6282511"/>
                  </a:lnTo>
                  <a:lnTo>
                    <a:pt x="60647" y="6282511"/>
                  </a:lnTo>
                  <a:lnTo>
                    <a:pt x="60741" y="6282511"/>
                  </a:lnTo>
                  <a:lnTo>
                    <a:pt x="60835" y="6282511"/>
                  </a:lnTo>
                  <a:lnTo>
                    <a:pt x="60929" y="6282511"/>
                  </a:lnTo>
                  <a:lnTo>
                    <a:pt x="61023" y="6282511"/>
                  </a:lnTo>
                  <a:lnTo>
                    <a:pt x="61117" y="6282511"/>
                  </a:lnTo>
                  <a:lnTo>
                    <a:pt x="61211" y="6282511"/>
                  </a:lnTo>
                  <a:lnTo>
                    <a:pt x="61305" y="6282511"/>
                  </a:lnTo>
                  <a:lnTo>
                    <a:pt x="61399" y="6282511"/>
                  </a:lnTo>
                  <a:lnTo>
                    <a:pt x="61493" y="6282511"/>
                  </a:lnTo>
                  <a:lnTo>
                    <a:pt x="61587" y="6282511"/>
                  </a:lnTo>
                  <a:lnTo>
                    <a:pt x="61681" y="6282511"/>
                  </a:lnTo>
                  <a:lnTo>
                    <a:pt x="61775" y="6282511"/>
                  </a:lnTo>
                  <a:lnTo>
                    <a:pt x="61869" y="6282511"/>
                  </a:lnTo>
                  <a:lnTo>
                    <a:pt x="61963" y="6282511"/>
                  </a:lnTo>
                  <a:lnTo>
                    <a:pt x="62057" y="6282511"/>
                  </a:lnTo>
                  <a:lnTo>
                    <a:pt x="62151" y="6282511"/>
                  </a:lnTo>
                  <a:lnTo>
                    <a:pt x="62245" y="6282511"/>
                  </a:lnTo>
                  <a:lnTo>
                    <a:pt x="62339" y="6282511"/>
                  </a:lnTo>
                  <a:lnTo>
                    <a:pt x="62433" y="6282511"/>
                  </a:lnTo>
                  <a:lnTo>
                    <a:pt x="62527" y="6282511"/>
                  </a:lnTo>
                  <a:lnTo>
                    <a:pt x="62621" y="6282511"/>
                  </a:lnTo>
                  <a:lnTo>
                    <a:pt x="62715" y="6282511"/>
                  </a:lnTo>
                  <a:lnTo>
                    <a:pt x="62809" y="6282511"/>
                  </a:lnTo>
                  <a:lnTo>
                    <a:pt x="62903" y="6282511"/>
                  </a:lnTo>
                  <a:lnTo>
                    <a:pt x="62997" y="6282511"/>
                  </a:lnTo>
                  <a:lnTo>
                    <a:pt x="63091" y="6282511"/>
                  </a:lnTo>
                  <a:lnTo>
                    <a:pt x="63185" y="6282511"/>
                  </a:lnTo>
                  <a:lnTo>
                    <a:pt x="63279" y="6282511"/>
                  </a:lnTo>
                  <a:lnTo>
                    <a:pt x="63373" y="6282511"/>
                  </a:lnTo>
                  <a:lnTo>
                    <a:pt x="63467" y="6282511"/>
                  </a:lnTo>
                  <a:lnTo>
                    <a:pt x="63561" y="6282511"/>
                  </a:lnTo>
                  <a:lnTo>
                    <a:pt x="63655" y="6282511"/>
                  </a:lnTo>
                  <a:lnTo>
                    <a:pt x="63749" y="6282511"/>
                  </a:lnTo>
                  <a:lnTo>
                    <a:pt x="63844" y="6282511"/>
                  </a:lnTo>
                  <a:lnTo>
                    <a:pt x="63938" y="6282511"/>
                  </a:lnTo>
                  <a:lnTo>
                    <a:pt x="64032" y="6282511"/>
                  </a:lnTo>
                  <a:lnTo>
                    <a:pt x="64126" y="6282511"/>
                  </a:lnTo>
                  <a:lnTo>
                    <a:pt x="64220" y="6282511"/>
                  </a:lnTo>
                  <a:lnTo>
                    <a:pt x="64314" y="6282511"/>
                  </a:lnTo>
                  <a:lnTo>
                    <a:pt x="64408" y="6282511"/>
                  </a:lnTo>
                  <a:lnTo>
                    <a:pt x="64502" y="6282511"/>
                  </a:lnTo>
                  <a:lnTo>
                    <a:pt x="64596" y="6282511"/>
                  </a:lnTo>
                  <a:lnTo>
                    <a:pt x="64690" y="6282511"/>
                  </a:lnTo>
                  <a:lnTo>
                    <a:pt x="64784" y="6282511"/>
                  </a:lnTo>
                  <a:lnTo>
                    <a:pt x="64878" y="6282511"/>
                  </a:lnTo>
                  <a:lnTo>
                    <a:pt x="64972" y="6282511"/>
                  </a:lnTo>
                  <a:lnTo>
                    <a:pt x="65066" y="6282511"/>
                  </a:lnTo>
                  <a:lnTo>
                    <a:pt x="65160" y="6282511"/>
                  </a:lnTo>
                  <a:lnTo>
                    <a:pt x="65254" y="6282511"/>
                  </a:lnTo>
                  <a:lnTo>
                    <a:pt x="65348" y="6282511"/>
                  </a:lnTo>
                  <a:lnTo>
                    <a:pt x="65442" y="6282511"/>
                  </a:lnTo>
                  <a:lnTo>
                    <a:pt x="65536" y="6282511"/>
                  </a:lnTo>
                  <a:lnTo>
                    <a:pt x="65630" y="6282511"/>
                  </a:lnTo>
                  <a:lnTo>
                    <a:pt x="65724" y="6282511"/>
                  </a:lnTo>
                  <a:lnTo>
                    <a:pt x="65818" y="6282511"/>
                  </a:lnTo>
                  <a:lnTo>
                    <a:pt x="65912" y="6282511"/>
                  </a:lnTo>
                  <a:lnTo>
                    <a:pt x="66006" y="6282511"/>
                  </a:lnTo>
                  <a:lnTo>
                    <a:pt x="66100" y="6282511"/>
                  </a:lnTo>
                  <a:lnTo>
                    <a:pt x="66194" y="6282511"/>
                  </a:lnTo>
                  <a:lnTo>
                    <a:pt x="66288" y="6282511"/>
                  </a:lnTo>
                  <a:lnTo>
                    <a:pt x="66382" y="6282511"/>
                  </a:lnTo>
                  <a:lnTo>
                    <a:pt x="66476" y="6282511"/>
                  </a:lnTo>
                  <a:lnTo>
                    <a:pt x="66570" y="6282511"/>
                  </a:lnTo>
                  <a:lnTo>
                    <a:pt x="66664" y="6282511"/>
                  </a:lnTo>
                  <a:lnTo>
                    <a:pt x="66758" y="6282511"/>
                  </a:lnTo>
                  <a:lnTo>
                    <a:pt x="66852" y="6282511"/>
                  </a:lnTo>
                  <a:lnTo>
                    <a:pt x="66946" y="6282511"/>
                  </a:lnTo>
                  <a:lnTo>
                    <a:pt x="67040" y="6282511"/>
                  </a:lnTo>
                  <a:lnTo>
                    <a:pt x="67134" y="6282511"/>
                  </a:lnTo>
                  <a:lnTo>
                    <a:pt x="67228" y="6282511"/>
                  </a:lnTo>
                  <a:lnTo>
                    <a:pt x="67322" y="6282511"/>
                  </a:lnTo>
                  <a:lnTo>
                    <a:pt x="67417" y="6282511"/>
                  </a:lnTo>
                  <a:lnTo>
                    <a:pt x="67511" y="6282511"/>
                  </a:lnTo>
                  <a:lnTo>
                    <a:pt x="67605" y="6282511"/>
                  </a:lnTo>
                  <a:lnTo>
                    <a:pt x="67699" y="6282511"/>
                  </a:lnTo>
                  <a:lnTo>
                    <a:pt x="67793" y="6282511"/>
                  </a:lnTo>
                  <a:lnTo>
                    <a:pt x="67887" y="6282511"/>
                  </a:lnTo>
                  <a:lnTo>
                    <a:pt x="67981" y="6282511"/>
                  </a:lnTo>
                  <a:lnTo>
                    <a:pt x="68075" y="6282511"/>
                  </a:lnTo>
                  <a:lnTo>
                    <a:pt x="68169" y="6282511"/>
                  </a:lnTo>
                  <a:lnTo>
                    <a:pt x="68263" y="6282511"/>
                  </a:lnTo>
                  <a:lnTo>
                    <a:pt x="68357" y="6282511"/>
                  </a:lnTo>
                  <a:lnTo>
                    <a:pt x="68451" y="6282511"/>
                  </a:lnTo>
                  <a:lnTo>
                    <a:pt x="68545" y="6282511"/>
                  </a:lnTo>
                  <a:lnTo>
                    <a:pt x="68639" y="6282511"/>
                  </a:lnTo>
                  <a:lnTo>
                    <a:pt x="68733" y="6282511"/>
                  </a:lnTo>
                  <a:lnTo>
                    <a:pt x="68827" y="6282511"/>
                  </a:lnTo>
                  <a:lnTo>
                    <a:pt x="68921" y="6282511"/>
                  </a:lnTo>
                  <a:lnTo>
                    <a:pt x="69015" y="6282511"/>
                  </a:lnTo>
                  <a:lnTo>
                    <a:pt x="69109" y="6282511"/>
                  </a:lnTo>
                  <a:lnTo>
                    <a:pt x="69203" y="6282511"/>
                  </a:lnTo>
                  <a:lnTo>
                    <a:pt x="69297" y="6282511"/>
                  </a:lnTo>
                  <a:lnTo>
                    <a:pt x="69391" y="6282511"/>
                  </a:lnTo>
                  <a:lnTo>
                    <a:pt x="69485" y="6282511"/>
                  </a:lnTo>
                  <a:lnTo>
                    <a:pt x="69579" y="6282511"/>
                  </a:lnTo>
                  <a:lnTo>
                    <a:pt x="69673" y="6282511"/>
                  </a:lnTo>
                  <a:lnTo>
                    <a:pt x="69767" y="6282511"/>
                  </a:lnTo>
                  <a:lnTo>
                    <a:pt x="69861" y="6282511"/>
                  </a:lnTo>
                  <a:lnTo>
                    <a:pt x="69955" y="6282511"/>
                  </a:lnTo>
                  <a:lnTo>
                    <a:pt x="70049" y="6282511"/>
                  </a:lnTo>
                  <a:lnTo>
                    <a:pt x="70143" y="6282511"/>
                  </a:lnTo>
                  <a:lnTo>
                    <a:pt x="70237" y="6282511"/>
                  </a:lnTo>
                  <a:lnTo>
                    <a:pt x="70331" y="6282511"/>
                  </a:lnTo>
                  <a:lnTo>
                    <a:pt x="70425" y="6282511"/>
                  </a:lnTo>
                  <a:lnTo>
                    <a:pt x="70519" y="6282511"/>
                  </a:lnTo>
                  <a:lnTo>
                    <a:pt x="70613" y="6282511"/>
                  </a:lnTo>
                  <a:lnTo>
                    <a:pt x="70707" y="6282511"/>
                  </a:lnTo>
                  <a:lnTo>
                    <a:pt x="70801" y="6282511"/>
                  </a:lnTo>
                  <a:lnTo>
                    <a:pt x="70896" y="6282511"/>
                  </a:lnTo>
                  <a:lnTo>
                    <a:pt x="70990" y="6282511"/>
                  </a:lnTo>
                  <a:lnTo>
                    <a:pt x="71084" y="6282511"/>
                  </a:lnTo>
                  <a:lnTo>
                    <a:pt x="71178" y="6282511"/>
                  </a:lnTo>
                  <a:lnTo>
                    <a:pt x="71272" y="6282511"/>
                  </a:lnTo>
                  <a:lnTo>
                    <a:pt x="71366" y="6282511"/>
                  </a:lnTo>
                  <a:lnTo>
                    <a:pt x="71460" y="6282511"/>
                  </a:lnTo>
                  <a:lnTo>
                    <a:pt x="71460" y="6277231"/>
                  </a:lnTo>
                  <a:lnTo>
                    <a:pt x="71554" y="6277231"/>
                  </a:lnTo>
                  <a:lnTo>
                    <a:pt x="71648" y="6277231"/>
                  </a:lnTo>
                  <a:lnTo>
                    <a:pt x="71648" y="6271952"/>
                  </a:lnTo>
                  <a:lnTo>
                    <a:pt x="71742" y="6271952"/>
                  </a:lnTo>
                  <a:lnTo>
                    <a:pt x="71836" y="6271952"/>
                  </a:lnTo>
                  <a:lnTo>
                    <a:pt x="71930" y="6271952"/>
                  </a:lnTo>
                  <a:lnTo>
                    <a:pt x="72024" y="6271952"/>
                  </a:lnTo>
                  <a:lnTo>
                    <a:pt x="72118" y="6271952"/>
                  </a:lnTo>
                  <a:lnTo>
                    <a:pt x="72212" y="6271952"/>
                  </a:lnTo>
                  <a:lnTo>
                    <a:pt x="72306" y="6271952"/>
                  </a:lnTo>
                  <a:lnTo>
                    <a:pt x="72400" y="6271952"/>
                  </a:lnTo>
                  <a:lnTo>
                    <a:pt x="72494" y="6271952"/>
                  </a:lnTo>
                  <a:lnTo>
                    <a:pt x="72588" y="6271952"/>
                  </a:lnTo>
                  <a:lnTo>
                    <a:pt x="72682" y="6271952"/>
                  </a:lnTo>
                  <a:lnTo>
                    <a:pt x="72776" y="6271952"/>
                  </a:lnTo>
                  <a:lnTo>
                    <a:pt x="72870" y="6271952"/>
                  </a:lnTo>
                  <a:lnTo>
                    <a:pt x="72964" y="6271952"/>
                  </a:lnTo>
                  <a:lnTo>
                    <a:pt x="73058" y="6271952"/>
                  </a:lnTo>
                  <a:lnTo>
                    <a:pt x="73152" y="6271952"/>
                  </a:lnTo>
                  <a:lnTo>
                    <a:pt x="73246" y="6271952"/>
                  </a:lnTo>
                  <a:lnTo>
                    <a:pt x="73340" y="6271952"/>
                  </a:lnTo>
                  <a:lnTo>
                    <a:pt x="73434" y="6271952"/>
                  </a:lnTo>
                  <a:lnTo>
                    <a:pt x="73528" y="6271952"/>
                  </a:lnTo>
                  <a:lnTo>
                    <a:pt x="73622" y="6271952"/>
                  </a:lnTo>
                  <a:lnTo>
                    <a:pt x="73716" y="6271952"/>
                  </a:lnTo>
                  <a:lnTo>
                    <a:pt x="73810" y="6271952"/>
                  </a:lnTo>
                  <a:lnTo>
                    <a:pt x="73904" y="6271952"/>
                  </a:lnTo>
                  <a:lnTo>
                    <a:pt x="73998" y="6271952"/>
                  </a:lnTo>
                  <a:lnTo>
                    <a:pt x="74092" y="6271952"/>
                  </a:lnTo>
                  <a:lnTo>
                    <a:pt x="74186" y="6271952"/>
                  </a:lnTo>
                  <a:lnTo>
                    <a:pt x="74280" y="6271952"/>
                  </a:lnTo>
                  <a:lnTo>
                    <a:pt x="74374" y="6271952"/>
                  </a:lnTo>
                  <a:lnTo>
                    <a:pt x="74469" y="6271952"/>
                  </a:lnTo>
                  <a:lnTo>
                    <a:pt x="74563" y="6271952"/>
                  </a:lnTo>
                  <a:lnTo>
                    <a:pt x="74657" y="6271952"/>
                  </a:lnTo>
                  <a:lnTo>
                    <a:pt x="74751" y="6271952"/>
                  </a:lnTo>
                  <a:lnTo>
                    <a:pt x="74845" y="6271952"/>
                  </a:lnTo>
                  <a:lnTo>
                    <a:pt x="74939" y="6271952"/>
                  </a:lnTo>
                  <a:lnTo>
                    <a:pt x="75033" y="6271952"/>
                  </a:lnTo>
                  <a:lnTo>
                    <a:pt x="75127" y="6271952"/>
                  </a:lnTo>
                  <a:lnTo>
                    <a:pt x="75221" y="6271952"/>
                  </a:lnTo>
                  <a:lnTo>
                    <a:pt x="75315" y="6271952"/>
                  </a:lnTo>
                  <a:lnTo>
                    <a:pt x="75409" y="6271952"/>
                  </a:lnTo>
                  <a:lnTo>
                    <a:pt x="75503" y="6271952"/>
                  </a:lnTo>
                  <a:lnTo>
                    <a:pt x="75597" y="6271952"/>
                  </a:lnTo>
                  <a:lnTo>
                    <a:pt x="75691" y="6271952"/>
                  </a:lnTo>
                  <a:lnTo>
                    <a:pt x="75785" y="6271952"/>
                  </a:lnTo>
                  <a:lnTo>
                    <a:pt x="75879" y="6271952"/>
                  </a:lnTo>
                  <a:lnTo>
                    <a:pt x="75973" y="6271952"/>
                  </a:lnTo>
                  <a:lnTo>
                    <a:pt x="76067" y="6271952"/>
                  </a:lnTo>
                  <a:lnTo>
                    <a:pt x="76161" y="6271952"/>
                  </a:lnTo>
                  <a:lnTo>
                    <a:pt x="76255" y="6271952"/>
                  </a:lnTo>
                  <a:lnTo>
                    <a:pt x="76349" y="6271952"/>
                  </a:lnTo>
                  <a:lnTo>
                    <a:pt x="76443" y="6271952"/>
                  </a:lnTo>
                  <a:lnTo>
                    <a:pt x="76443" y="6266673"/>
                  </a:lnTo>
                  <a:lnTo>
                    <a:pt x="76537" y="6266673"/>
                  </a:lnTo>
                  <a:lnTo>
                    <a:pt x="76631" y="6266673"/>
                  </a:lnTo>
                  <a:lnTo>
                    <a:pt x="76725" y="6266673"/>
                  </a:lnTo>
                  <a:lnTo>
                    <a:pt x="76819" y="6266673"/>
                  </a:lnTo>
                  <a:lnTo>
                    <a:pt x="76913" y="6266673"/>
                  </a:lnTo>
                  <a:lnTo>
                    <a:pt x="76913" y="6261393"/>
                  </a:lnTo>
                  <a:lnTo>
                    <a:pt x="77007" y="6261393"/>
                  </a:lnTo>
                  <a:lnTo>
                    <a:pt x="77101" y="6261393"/>
                  </a:lnTo>
                  <a:lnTo>
                    <a:pt x="77195" y="6261393"/>
                  </a:lnTo>
                  <a:lnTo>
                    <a:pt x="77289" y="6261393"/>
                  </a:lnTo>
                  <a:lnTo>
                    <a:pt x="77383" y="6261393"/>
                  </a:lnTo>
                  <a:lnTo>
                    <a:pt x="77383" y="6256114"/>
                  </a:lnTo>
                  <a:lnTo>
                    <a:pt x="77477" y="6256114"/>
                  </a:lnTo>
                  <a:lnTo>
                    <a:pt x="77571" y="6256114"/>
                  </a:lnTo>
                  <a:lnTo>
                    <a:pt x="77665" y="6256114"/>
                  </a:lnTo>
                  <a:lnTo>
                    <a:pt x="77759" y="6256114"/>
                  </a:lnTo>
                  <a:lnTo>
                    <a:pt x="77853" y="6256114"/>
                  </a:lnTo>
                  <a:lnTo>
                    <a:pt x="77947" y="6256114"/>
                  </a:lnTo>
                  <a:lnTo>
                    <a:pt x="78042" y="6256114"/>
                  </a:lnTo>
                  <a:lnTo>
                    <a:pt x="78136" y="6256114"/>
                  </a:lnTo>
                  <a:lnTo>
                    <a:pt x="78230" y="6256114"/>
                  </a:lnTo>
                  <a:lnTo>
                    <a:pt x="78324" y="6256114"/>
                  </a:lnTo>
                  <a:lnTo>
                    <a:pt x="78418" y="6256114"/>
                  </a:lnTo>
                  <a:lnTo>
                    <a:pt x="78512" y="6256114"/>
                  </a:lnTo>
                  <a:lnTo>
                    <a:pt x="78606" y="6256114"/>
                  </a:lnTo>
                  <a:lnTo>
                    <a:pt x="78700" y="6256114"/>
                  </a:lnTo>
                  <a:lnTo>
                    <a:pt x="78794" y="6256114"/>
                  </a:lnTo>
                  <a:lnTo>
                    <a:pt x="78888" y="6256114"/>
                  </a:lnTo>
                  <a:lnTo>
                    <a:pt x="78982" y="6256114"/>
                  </a:lnTo>
                  <a:lnTo>
                    <a:pt x="79076" y="6256114"/>
                  </a:lnTo>
                  <a:lnTo>
                    <a:pt x="79170" y="6256114"/>
                  </a:lnTo>
                  <a:lnTo>
                    <a:pt x="79170" y="6250834"/>
                  </a:lnTo>
                  <a:lnTo>
                    <a:pt x="79264" y="6250834"/>
                  </a:lnTo>
                  <a:lnTo>
                    <a:pt x="79358" y="6250834"/>
                  </a:lnTo>
                  <a:lnTo>
                    <a:pt x="79452" y="6250834"/>
                  </a:lnTo>
                  <a:lnTo>
                    <a:pt x="79546" y="6250834"/>
                  </a:lnTo>
                  <a:lnTo>
                    <a:pt x="79640" y="6250834"/>
                  </a:lnTo>
                  <a:lnTo>
                    <a:pt x="79734" y="6250834"/>
                  </a:lnTo>
                  <a:lnTo>
                    <a:pt x="79828" y="6250834"/>
                  </a:lnTo>
                  <a:lnTo>
                    <a:pt x="79922" y="6250834"/>
                  </a:lnTo>
                  <a:lnTo>
                    <a:pt x="80016" y="6250834"/>
                  </a:lnTo>
                  <a:lnTo>
                    <a:pt x="80110" y="6250834"/>
                  </a:lnTo>
                  <a:lnTo>
                    <a:pt x="80204" y="6250834"/>
                  </a:lnTo>
                  <a:lnTo>
                    <a:pt x="80298" y="6250834"/>
                  </a:lnTo>
                  <a:lnTo>
                    <a:pt x="80392" y="6250834"/>
                  </a:lnTo>
                  <a:lnTo>
                    <a:pt x="80486" y="6250834"/>
                  </a:lnTo>
                  <a:lnTo>
                    <a:pt x="80580" y="6250834"/>
                  </a:lnTo>
                  <a:lnTo>
                    <a:pt x="80674" y="6250834"/>
                  </a:lnTo>
                  <a:lnTo>
                    <a:pt x="80674" y="6245555"/>
                  </a:lnTo>
                  <a:lnTo>
                    <a:pt x="80768" y="6245555"/>
                  </a:lnTo>
                  <a:lnTo>
                    <a:pt x="80862" y="6245555"/>
                  </a:lnTo>
                  <a:lnTo>
                    <a:pt x="80956" y="6245555"/>
                  </a:lnTo>
                  <a:lnTo>
                    <a:pt x="81050" y="6245555"/>
                  </a:lnTo>
                  <a:lnTo>
                    <a:pt x="81144" y="6245555"/>
                  </a:lnTo>
                  <a:lnTo>
                    <a:pt x="81238" y="6245555"/>
                  </a:lnTo>
                  <a:lnTo>
                    <a:pt x="81332" y="6245555"/>
                  </a:lnTo>
                  <a:lnTo>
                    <a:pt x="81426" y="6245555"/>
                  </a:lnTo>
                  <a:lnTo>
                    <a:pt x="81521" y="6245555"/>
                  </a:lnTo>
                  <a:lnTo>
                    <a:pt x="81615" y="6245555"/>
                  </a:lnTo>
                  <a:lnTo>
                    <a:pt x="81709" y="6245555"/>
                  </a:lnTo>
                  <a:lnTo>
                    <a:pt x="81803" y="6245555"/>
                  </a:lnTo>
                  <a:lnTo>
                    <a:pt x="81897" y="6245555"/>
                  </a:lnTo>
                  <a:lnTo>
                    <a:pt x="81991" y="6245555"/>
                  </a:lnTo>
                  <a:lnTo>
                    <a:pt x="82085" y="6245555"/>
                  </a:lnTo>
                  <a:lnTo>
                    <a:pt x="82179" y="6245555"/>
                  </a:lnTo>
                  <a:lnTo>
                    <a:pt x="82273" y="6245555"/>
                  </a:lnTo>
                  <a:lnTo>
                    <a:pt x="82367" y="6245555"/>
                  </a:lnTo>
                  <a:lnTo>
                    <a:pt x="82461" y="6245555"/>
                  </a:lnTo>
                  <a:lnTo>
                    <a:pt x="82555" y="6245555"/>
                  </a:lnTo>
                  <a:lnTo>
                    <a:pt x="82649" y="6245555"/>
                  </a:lnTo>
                  <a:lnTo>
                    <a:pt x="82743" y="6245555"/>
                  </a:lnTo>
                  <a:lnTo>
                    <a:pt x="82837" y="6245555"/>
                  </a:lnTo>
                  <a:lnTo>
                    <a:pt x="82931" y="6245555"/>
                  </a:lnTo>
                  <a:lnTo>
                    <a:pt x="83025" y="6245555"/>
                  </a:lnTo>
                  <a:lnTo>
                    <a:pt x="83119" y="6245555"/>
                  </a:lnTo>
                  <a:lnTo>
                    <a:pt x="83213" y="6245555"/>
                  </a:lnTo>
                  <a:lnTo>
                    <a:pt x="83307" y="6245555"/>
                  </a:lnTo>
                  <a:lnTo>
                    <a:pt x="83401" y="6245555"/>
                  </a:lnTo>
                  <a:lnTo>
                    <a:pt x="83495" y="6245555"/>
                  </a:lnTo>
                  <a:lnTo>
                    <a:pt x="83589" y="6245555"/>
                  </a:lnTo>
                  <a:lnTo>
                    <a:pt x="83683" y="6245555"/>
                  </a:lnTo>
                  <a:lnTo>
                    <a:pt x="83777" y="6245555"/>
                  </a:lnTo>
                  <a:lnTo>
                    <a:pt x="83871" y="6245555"/>
                  </a:lnTo>
                  <a:lnTo>
                    <a:pt x="83965" y="6245555"/>
                  </a:lnTo>
                  <a:lnTo>
                    <a:pt x="84059" y="6245555"/>
                  </a:lnTo>
                  <a:lnTo>
                    <a:pt x="84153" y="6245555"/>
                  </a:lnTo>
                  <a:lnTo>
                    <a:pt x="84247" y="6245555"/>
                  </a:lnTo>
                  <a:lnTo>
                    <a:pt x="84341" y="6245555"/>
                  </a:lnTo>
                  <a:lnTo>
                    <a:pt x="84435" y="6245555"/>
                  </a:lnTo>
                  <a:lnTo>
                    <a:pt x="84529" y="6245555"/>
                  </a:lnTo>
                  <a:lnTo>
                    <a:pt x="84623" y="6245555"/>
                  </a:lnTo>
                  <a:lnTo>
                    <a:pt x="84717" y="6245555"/>
                  </a:lnTo>
                  <a:lnTo>
                    <a:pt x="84811" y="6245555"/>
                  </a:lnTo>
                  <a:lnTo>
                    <a:pt x="84905" y="6245555"/>
                  </a:lnTo>
                  <a:lnTo>
                    <a:pt x="84999" y="6245555"/>
                  </a:lnTo>
                  <a:lnTo>
                    <a:pt x="85094" y="6245555"/>
                  </a:lnTo>
                  <a:lnTo>
                    <a:pt x="85188" y="6245555"/>
                  </a:lnTo>
                  <a:lnTo>
                    <a:pt x="85282" y="6245555"/>
                  </a:lnTo>
                  <a:lnTo>
                    <a:pt x="85376" y="6245555"/>
                  </a:lnTo>
                  <a:lnTo>
                    <a:pt x="85470" y="6245555"/>
                  </a:lnTo>
                  <a:lnTo>
                    <a:pt x="85564" y="6245555"/>
                  </a:lnTo>
                  <a:lnTo>
                    <a:pt x="85658" y="6245555"/>
                  </a:lnTo>
                  <a:lnTo>
                    <a:pt x="85752" y="6245555"/>
                  </a:lnTo>
                  <a:lnTo>
                    <a:pt x="85846" y="6245555"/>
                  </a:lnTo>
                  <a:lnTo>
                    <a:pt x="85940" y="6245555"/>
                  </a:lnTo>
                  <a:lnTo>
                    <a:pt x="86034" y="6245555"/>
                  </a:lnTo>
                  <a:lnTo>
                    <a:pt x="86128" y="6245555"/>
                  </a:lnTo>
                  <a:lnTo>
                    <a:pt x="86222" y="6245555"/>
                  </a:lnTo>
                  <a:lnTo>
                    <a:pt x="86316" y="6245555"/>
                  </a:lnTo>
                  <a:lnTo>
                    <a:pt x="86410" y="6245555"/>
                  </a:lnTo>
                  <a:lnTo>
                    <a:pt x="86504" y="6245555"/>
                  </a:lnTo>
                  <a:lnTo>
                    <a:pt x="86598" y="6245555"/>
                  </a:lnTo>
                  <a:lnTo>
                    <a:pt x="86692" y="6245555"/>
                  </a:lnTo>
                  <a:lnTo>
                    <a:pt x="86786" y="6245555"/>
                  </a:lnTo>
                  <a:lnTo>
                    <a:pt x="86880" y="6245555"/>
                  </a:lnTo>
                  <a:lnTo>
                    <a:pt x="86974" y="6245555"/>
                  </a:lnTo>
                  <a:lnTo>
                    <a:pt x="87068" y="6245555"/>
                  </a:lnTo>
                  <a:lnTo>
                    <a:pt x="87162" y="6245555"/>
                  </a:lnTo>
                  <a:lnTo>
                    <a:pt x="87256" y="6245555"/>
                  </a:lnTo>
                  <a:lnTo>
                    <a:pt x="87350" y="6245555"/>
                  </a:lnTo>
                  <a:lnTo>
                    <a:pt x="87444" y="6245555"/>
                  </a:lnTo>
                  <a:lnTo>
                    <a:pt x="87538" y="6245555"/>
                  </a:lnTo>
                  <a:lnTo>
                    <a:pt x="87632" y="6245555"/>
                  </a:lnTo>
                  <a:lnTo>
                    <a:pt x="87726" y="6245555"/>
                  </a:lnTo>
                  <a:lnTo>
                    <a:pt x="87820" y="6245555"/>
                  </a:lnTo>
                  <a:lnTo>
                    <a:pt x="87914" y="6245555"/>
                  </a:lnTo>
                  <a:lnTo>
                    <a:pt x="88008" y="6245555"/>
                  </a:lnTo>
                  <a:lnTo>
                    <a:pt x="88102" y="6245555"/>
                  </a:lnTo>
                  <a:lnTo>
                    <a:pt x="88196" y="6245555"/>
                  </a:lnTo>
                  <a:lnTo>
                    <a:pt x="88290" y="6245555"/>
                  </a:lnTo>
                  <a:lnTo>
                    <a:pt x="88384" y="6245555"/>
                  </a:lnTo>
                  <a:lnTo>
                    <a:pt x="88478" y="6245555"/>
                  </a:lnTo>
                  <a:lnTo>
                    <a:pt x="88572" y="6245555"/>
                  </a:lnTo>
                  <a:lnTo>
                    <a:pt x="88667" y="6245555"/>
                  </a:lnTo>
                  <a:lnTo>
                    <a:pt x="88761" y="6245555"/>
                  </a:lnTo>
                  <a:lnTo>
                    <a:pt x="88855" y="6245555"/>
                  </a:lnTo>
                  <a:lnTo>
                    <a:pt x="88949" y="6245555"/>
                  </a:lnTo>
                  <a:lnTo>
                    <a:pt x="89043" y="6245555"/>
                  </a:lnTo>
                  <a:lnTo>
                    <a:pt x="89137" y="6245555"/>
                  </a:lnTo>
                  <a:lnTo>
                    <a:pt x="89231" y="6245555"/>
                  </a:lnTo>
                  <a:lnTo>
                    <a:pt x="89325" y="6245555"/>
                  </a:lnTo>
                  <a:lnTo>
                    <a:pt x="89419" y="6245555"/>
                  </a:lnTo>
                  <a:lnTo>
                    <a:pt x="89513" y="6245555"/>
                  </a:lnTo>
                  <a:lnTo>
                    <a:pt x="89607" y="6245555"/>
                  </a:lnTo>
                  <a:lnTo>
                    <a:pt x="89701" y="6245555"/>
                  </a:lnTo>
                  <a:lnTo>
                    <a:pt x="89795" y="6245555"/>
                  </a:lnTo>
                  <a:lnTo>
                    <a:pt x="89889" y="6245555"/>
                  </a:lnTo>
                  <a:lnTo>
                    <a:pt x="89983" y="6245555"/>
                  </a:lnTo>
                  <a:lnTo>
                    <a:pt x="90077" y="6245555"/>
                  </a:lnTo>
                  <a:lnTo>
                    <a:pt x="90171" y="6245555"/>
                  </a:lnTo>
                  <a:lnTo>
                    <a:pt x="90265" y="6245555"/>
                  </a:lnTo>
                  <a:lnTo>
                    <a:pt x="90359" y="6245555"/>
                  </a:lnTo>
                  <a:lnTo>
                    <a:pt x="90453" y="6245555"/>
                  </a:lnTo>
                  <a:lnTo>
                    <a:pt x="90547" y="6245555"/>
                  </a:lnTo>
                  <a:lnTo>
                    <a:pt x="90641" y="6245555"/>
                  </a:lnTo>
                  <a:lnTo>
                    <a:pt x="90735" y="6245555"/>
                  </a:lnTo>
                  <a:lnTo>
                    <a:pt x="90829" y="6245555"/>
                  </a:lnTo>
                  <a:lnTo>
                    <a:pt x="90923" y="6245555"/>
                  </a:lnTo>
                  <a:lnTo>
                    <a:pt x="91017" y="6245555"/>
                  </a:lnTo>
                  <a:lnTo>
                    <a:pt x="91111" y="6245555"/>
                  </a:lnTo>
                  <a:lnTo>
                    <a:pt x="91205" y="6245555"/>
                  </a:lnTo>
                  <a:lnTo>
                    <a:pt x="91299" y="6245555"/>
                  </a:lnTo>
                  <a:lnTo>
                    <a:pt x="91393" y="6245555"/>
                  </a:lnTo>
                  <a:lnTo>
                    <a:pt x="91487" y="6245555"/>
                  </a:lnTo>
                  <a:lnTo>
                    <a:pt x="91581" y="6245555"/>
                  </a:lnTo>
                  <a:lnTo>
                    <a:pt x="91675" y="6245555"/>
                  </a:lnTo>
                  <a:lnTo>
                    <a:pt x="91769" y="6245555"/>
                  </a:lnTo>
                  <a:lnTo>
                    <a:pt x="91863" y="6245555"/>
                  </a:lnTo>
                  <a:lnTo>
                    <a:pt x="91957" y="6245555"/>
                  </a:lnTo>
                  <a:lnTo>
                    <a:pt x="92051" y="6245555"/>
                  </a:lnTo>
                  <a:lnTo>
                    <a:pt x="92145" y="6245555"/>
                  </a:lnTo>
                  <a:lnTo>
                    <a:pt x="92240" y="6245555"/>
                  </a:lnTo>
                  <a:lnTo>
                    <a:pt x="92334" y="6245555"/>
                  </a:lnTo>
                  <a:lnTo>
                    <a:pt x="92428" y="6245555"/>
                  </a:lnTo>
                  <a:lnTo>
                    <a:pt x="92522" y="6245555"/>
                  </a:lnTo>
                  <a:lnTo>
                    <a:pt x="92616" y="6245555"/>
                  </a:lnTo>
                  <a:lnTo>
                    <a:pt x="92710" y="6245555"/>
                  </a:lnTo>
                  <a:lnTo>
                    <a:pt x="92804" y="6245555"/>
                  </a:lnTo>
                  <a:lnTo>
                    <a:pt x="92898" y="6245555"/>
                  </a:lnTo>
                  <a:lnTo>
                    <a:pt x="92992" y="6245555"/>
                  </a:lnTo>
                  <a:lnTo>
                    <a:pt x="93086" y="6245555"/>
                  </a:lnTo>
                  <a:lnTo>
                    <a:pt x="93180" y="6245555"/>
                  </a:lnTo>
                  <a:lnTo>
                    <a:pt x="93274" y="6245555"/>
                  </a:lnTo>
                  <a:lnTo>
                    <a:pt x="93368" y="6245555"/>
                  </a:lnTo>
                  <a:lnTo>
                    <a:pt x="93462" y="6245555"/>
                  </a:lnTo>
                  <a:lnTo>
                    <a:pt x="93556" y="6245555"/>
                  </a:lnTo>
                  <a:lnTo>
                    <a:pt x="93650" y="6245555"/>
                  </a:lnTo>
                  <a:lnTo>
                    <a:pt x="93744" y="6245555"/>
                  </a:lnTo>
                  <a:lnTo>
                    <a:pt x="93838" y="6245555"/>
                  </a:lnTo>
                  <a:lnTo>
                    <a:pt x="93932" y="6245555"/>
                  </a:lnTo>
                  <a:lnTo>
                    <a:pt x="94026" y="6245555"/>
                  </a:lnTo>
                  <a:lnTo>
                    <a:pt x="94120" y="6245555"/>
                  </a:lnTo>
                  <a:lnTo>
                    <a:pt x="94214" y="6245555"/>
                  </a:lnTo>
                  <a:lnTo>
                    <a:pt x="94308" y="6245555"/>
                  </a:lnTo>
                  <a:lnTo>
                    <a:pt x="94308" y="6240276"/>
                  </a:lnTo>
                  <a:lnTo>
                    <a:pt x="94402" y="6240276"/>
                  </a:lnTo>
                  <a:lnTo>
                    <a:pt x="94496" y="6240276"/>
                  </a:lnTo>
                  <a:lnTo>
                    <a:pt x="94590" y="6240276"/>
                  </a:lnTo>
                  <a:lnTo>
                    <a:pt x="94684" y="6240276"/>
                  </a:lnTo>
                  <a:lnTo>
                    <a:pt x="94778" y="6240276"/>
                  </a:lnTo>
                  <a:lnTo>
                    <a:pt x="94872" y="6240276"/>
                  </a:lnTo>
                  <a:lnTo>
                    <a:pt x="94966" y="6240276"/>
                  </a:lnTo>
                  <a:lnTo>
                    <a:pt x="95060" y="6240276"/>
                  </a:lnTo>
                  <a:lnTo>
                    <a:pt x="95154" y="6240276"/>
                  </a:lnTo>
                  <a:lnTo>
                    <a:pt x="95248" y="6240276"/>
                  </a:lnTo>
                  <a:lnTo>
                    <a:pt x="95342" y="6240276"/>
                  </a:lnTo>
                  <a:lnTo>
                    <a:pt x="95436" y="6240276"/>
                  </a:lnTo>
                  <a:lnTo>
                    <a:pt x="95530" y="6240276"/>
                  </a:lnTo>
                  <a:lnTo>
                    <a:pt x="95624" y="6240276"/>
                  </a:lnTo>
                  <a:lnTo>
                    <a:pt x="95719" y="6240276"/>
                  </a:lnTo>
                  <a:lnTo>
                    <a:pt x="95813" y="6240276"/>
                  </a:lnTo>
                  <a:lnTo>
                    <a:pt x="95907" y="6240276"/>
                  </a:lnTo>
                  <a:lnTo>
                    <a:pt x="96001" y="6240276"/>
                  </a:lnTo>
                  <a:lnTo>
                    <a:pt x="96095" y="6240276"/>
                  </a:lnTo>
                  <a:lnTo>
                    <a:pt x="96189" y="6240276"/>
                  </a:lnTo>
                  <a:lnTo>
                    <a:pt x="96283" y="6240276"/>
                  </a:lnTo>
                  <a:lnTo>
                    <a:pt x="96377" y="6240276"/>
                  </a:lnTo>
                  <a:lnTo>
                    <a:pt x="96471" y="6240276"/>
                  </a:lnTo>
                  <a:lnTo>
                    <a:pt x="96565" y="6240276"/>
                  </a:lnTo>
                  <a:lnTo>
                    <a:pt x="96659" y="6240276"/>
                  </a:lnTo>
                  <a:lnTo>
                    <a:pt x="96753" y="6240276"/>
                  </a:lnTo>
                  <a:lnTo>
                    <a:pt x="96847" y="6240276"/>
                  </a:lnTo>
                  <a:lnTo>
                    <a:pt x="96941" y="6240276"/>
                  </a:lnTo>
                  <a:lnTo>
                    <a:pt x="97035" y="6240276"/>
                  </a:lnTo>
                  <a:lnTo>
                    <a:pt x="97129" y="6240276"/>
                  </a:lnTo>
                  <a:lnTo>
                    <a:pt x="97223" y="6240276"/>
                  </a:lnTo>
                  <a:lnTo>
                    <a:pt x="97317" y="6240276"/>
                  </a:lnTo>
                  <a:lnTo>
                    <a:pt x="97411" y="6240276"/>
                  </a:lnTo>
                  <a:lnTo>
                    <a:pt x="97505" y="6240276"/>
                  </a:lnTo>
                  <a:lnTo>
                    <a:pt x="97599" y="6240276"/>
                  </a:lnTo>
                  <a:lnTo>
                    <a:pt x="97693" y="6240276"/>
                  </a:lnTo>
                  <a:lnTo>
                    <a:pt x="97787" y="6240276"/>
                  </a:lnTo>
                  <a:lnTo>
                    <a:pt x="97881" y="6240276"/>
                  </a:lnTo>
                  <a:lnTo>
                    <a:pt x="97975" y="6240276"/>
                  </a:lnTo>
                  <a:lnTo>
                    <a:pt x="98069" y="6240276"/>
                  </a:lnTo>
                  <a:lnTo>
                    <a:pt x="98163" y="6240276"/>
                  </a:lnTo>
                  <a:lnTo>
                    <a:pt x="98257" y="6240276"/>
                  </a:lnTo>
                  <a:lnTo>
                    <a:pt x="98351" y="6240276"/>
                  </a:lnTo>
                  <a:lnTo>
                    <a:pt x="98445" y="6240276"/>
                  </a:lnTo>
                  <a:lnTo>
                    <a:pt x="98539" y="6240276"/>
                  </a:lnTo>
                  <a:lnTo>
                    <a:pt x="98633" y="6240276"/>
                  </a:lnTo>
                  <a:lnTo>
                    <a:pt x="98727" y="6240276"/>
                  </a:lnTo>
                  <a:lnTo>
                    <a:pt x="98821" y="6240276"/>
                  </a:lnTo>
                  <a:lnTo>
                    <a:pt x="98915" y="6240276"/>
                  </a:lnTo>
                  <a:lnTo>
                    <a:pt x="99009" y="6240276"/>
                  </a:lnTo>
                  <a:lnTo>
                    <a:pt x="99103" y="6240276"/>
                  </a:lnTo>
                  <a:lnTo>
                    <a:pt x="99103" y="6234996"/>
                  </a:lnTo>
                  <a:lnTo>
                    <a:pt x="99197" y="6234996"/>
                  </a:lnTo>
                  <a:lnTo>
                    <a:pt x="99292" y="6234996"/>
                  </a:lnTo>
                  <a:lnTo>
                    <a:pt x="99386" y="6234996"/>
                  </a:lnTo>
                  <a:lnTo>
                    <a:pt x="99480" y="6234996"/>
                  </a:lnTo>
                  <a:lnTo>
                    <a:pt x="99574" y="6234996"/>
                  </a:lnTo>
                  <a:lnTo>
                    <a:pt x="99668" y="6234996"/>
                  </a:lnTo>
                  <a:lnTo>
                    <a:pt x="99762" y="6234996"/>
                  </a:lnTo>
                  <a:lnTo>
                    <a:pt x="99856" y="6234996"/>
                  </a:lnTo>
                  <a:lnTo>
                    <a:pt x="99950" y="6234996"/>
                  </a:lnTo>
                  <a:lnTo>
                    <a:pt x="100044" y="6234996"/>
                  </a:lnTo>
                  <a:lnTo>
                    <a:pt x="100138" y="6234996"/>
                  </a:lnTo>
                  <a:lnTo>
                    <a:pt x="100232" y="6234996"/>
                  </a:lnTo>
                  <a:lnTo>
                    <a:pt x="100326" y="6234996"/>
                  </a:lnTo>
                  <a:lnTo>
                    <a:pt x="100420" y="6234996"/>
                  </a:lnTo>
                  <a:lnTo>
                    <a:pt x="100514" y="6234996"/>
                  </a:lnTo>
                  <a:lnTo>
                    <a:pt x="100608" y="6234996"/>
                  </a:lnTo>
                  <a:lnTo>
                    <a:pt x="100702" y="6234996"/>
                  </a:lnTo>
                  <a:lnTo>
                    <a:pt x="100796" y="6234996"/>
                  </a:lnTo>
                  <a:lnTo>
                    <a:pt x="100890" y="6234996"/>
                  </a:lnTo>
                  <a:lnTo>
                    <a:pt x="100984" y="6234996"/>
                  </a:lnTo>
                  <a:lnTo>
                    <a:pt x="101078" y="6234996"/>
                  </a:lnTo>
                  <a:lnTo>
                    <a:pt x="101172" y="6234996"/>
                  </a:lnTo>
                  <a:lnTo>
                    <a:pt x="101266" y="6234996"/>
                  </a:lnTo>
                  <a:lnTo>
                    <a:pt x="101360" y="6234996"/>
                  </a:lnTo>
                  <a:lnTo>
                    <a:pt x="101454" y="6234996"/>
                  </a:lnTo>
                  <a:lnTo>
                    <a:pt x="101548" y="6234996"/>
                  </a:lnTo>
                  <a:lnTo>
                    <a:pt x="101642" y="6234996"/>
                  </a:lnTo>
                  <a:lnTo>
                    <a:pt x="101736" y="6234996"/>
                  </a:lnTo>
                  <a:lnTo>
                    <a:pt x="101830" y="6234996"/>
                  </a:lnTo>
                  <a:lnTo>
                    <a:pt x="101924" y="6234996"/>
                  </a:lnTo>
                  <a:lnTo>
                    <a:pt x="102018" y="6234996"/>
                  </a:lnTo>
                  <a:lnTo>
                    <a:pt x="102112" y="6234996"/>
                  </a:lnTo>
                  <a:lnTo>
                    <a:pt x="102206" y="6234996"/>
                  </a:lnTo>
                  <a:lnTo>
                    <a:pt x="102300" y="6234996"/>
                  </a:lnTo>
                  <a:lnTo>
                    <a:pt x="102394" y="6234996"/>
                  </a:lnTo>
                  <a:lnTo>
                    <a:pt x="102488" y="6234996"/>
                  </a:lnTo>
                  <a:lnTo>
                    <a:pt x="102582" y="6234996"/>
                  </a:lnTo>
                  <a:lnTo>
                    <a:pt x="102676" y="6234996"/>
                  </a:lnTo>
                  <a:lnTo>
                    <a:pt x="102770" y="6234996"/>
                  </a:lnTo>
                  <a:lnTo>
                    <a:pt x="102865" y="6234996"/>
                  </a:lnTo>
                  <a:lnTo>
                    <a:pt x="102959" y="6234996"/>
                  </a:lnTo>
                  <a:lnTo>
                    <a:pt x="103053" y="6234996"/>
                  </a:lnTo>
                  <a:lnTo>
                    <a:pt x="103147" y="6234996"/>
                  </a:lnTo>
                  <a:lnTo>
                    <a:pt x="103241" y="6234996"/>
                  </a:lnTo>
                  <a:lnTo>
                    <a:pt x="103335" y="6234996"/>
                  </a:lnTo>
                  <a:lnTo>
                    <a:pt x="103429" y="6234996"/>
                  </a:lnTo>
                  <a:lnTo>
                    <a:pt x="103523" y="6234996"/>
                  </a:lnTo>
                  <a:lnTo>
                    <a:pt x="103617" y="6234996"/>
                  </a:lnTo>
                  <a:lnTo>
                    <a:pt x="103711" y="6234996"/>
                  </a:lnTo>
                  <a:lnTo>
                    <a:pt x="103805" y="6234996"/>
                  </a:lnTo>
                  <a:lnTo>
                    <a:pt x="103899" y="6234996"/>
                  </a:lnTo>
                  <a:lnTo>
                    <a:pt x="103993" y="6234996"/>
                  </a:lnTo>
                  <a:lnTo>
                    <a:pt x="104087" y="6234996"/>
                  </a:lnTo>
                  <a:lnTo>
                    <a:pt x="104181" y="6234996"/>
                  </a:lnTo>
                  <a:lnTo>
                    <a:pt x="104275" y="6234996"/>
                  </a:lnTo>
                  <a:lnTo>
                    <a:pt x="104369" y="6234996"/>
                  </a:lnTo>
                  <a:lnTo>
                    <a:pt x="104463" y="6234996"/>
                  </a:lnTo>
                  <a:lnTo>
                    <a:pt x="104557" y="6234996"/>
                  </a:lnTo>
                  <a:lnTo>
                    <a:pt x="104651" y="6234996"/>
                  </a:lnTo>
                  <a:lnTo>
                    <a:pt x="104745" y="6234996"/>
                  </a:lnTo>
                  <a:lnTo>
                    <a:pt x="104839" y="6234996"/>
                  </a:lnTo>
                  <a:lnTo>
                    <a:pt x="104933" y="6234996"/>
                  </a:lnTo>
                  <a:lnTo>
                    <a:pt x="105027" y="6234996"/>
                  </a:lnTo>
                  <a:lnTo>
                    <a:pt x="105121" y="6234996"/>
                  </a:lnTo>
                  <a:lnTo>
                    <a:pt x="105215" y="6234996"/>
                  </a:lnTo>
                  <a:lnTo>
                    <a:pt x="105309" y="6234996"/>
                  </a:lnTo>
                  <a:lnTo>
                    <a:pt x="105403" y="6234996"/>
                  </a:lnTo>
                  <a:lnTo>
                    <a:pt x="105497" y="6234996"/>
                  </a:lnTo>
                  <a:lnTo>
                    <a:pt x="105591" y="6234996"/>
                  </a:lnTo>
                  <a:lnTo>
                    <a:pt x="105685" y="6234996"/>
                  </a:lnTo>
                  <a:lnTo>
                    <a:pt x="105779" y="6234996"/>
                  </a:lnTo>
                  <a:lnTo>
                    <a:pt x="105873" y="6234996"/>
                  </a:lnTo>
                  <a:lnTo>
                    <a:pt x="105967" y="6234996"/>
                  </a:lnTo>
                  <a:lnTo>
                    <a:pt x="106061" y="6234996"/>
                  </a:lnTo>
                  <a:lnTo>
                    <a:pt x="106155" y="6234996"/>
                  </a:lnTo>
                  <a:lnTo>
                    <a:pt x="106249" y="6234996"/>
                  </a:lnTo>
                  <a:lnTo>
                    <a:pt x="106344" y="6234996"/>
                  </a:lnTo>
                  <a:lnTo>
                    <a:pt x="106438" y="6234996"/>
                  </a:lnTo>
                  <a:lnTo>
                    <a:pt x="106532" y="6234996"/>
                  </a:lnTo>
                  <a:lnTo>
                    <a:pt x="106626" y="6234996"/>
                  </a:lnTo>
                  <a:lnTo>
                    <a:pt x="106720" y="6234996"/>
                  </a:lnTo>
                  <a:lnTo>
                    <a:pt x="106814" y="6234996"/>
                  </a:lnTo>
                  <a:lnTo>
                    <a:pt x="106908" y="6234996"/>
                  </a:lnTo>
                  <a:lnTo>
                    <a:pt x="107002" y="6234996"/>
                  </a:lnTo>
                  <a:lnTo>
                    <a:pt x="107096" y="6234996"/>
                  </a:lnTo>
                  <a:lnTo>
                    <a:pt x="107190" y="6234996"/>
                  </a:lnTo>
                  <a:lnTo>
                    <a:pt x="107284" y="6234996"/>
                  </a:lnTo>
                  <a:lnTo>
                    <a:pt x="107378" y="6234996"/>
                  </a:lnTo>
                  <a:lnTo>
                    <a:pt x="107472" y="6234996"/>
                  </a:lnTo>
                  <a:lnTo>
                    <a:pt x="107566" y="6234996"/>
                  </a:lnTo>
                  <a:lnTo>
                    <a:pt x="107660" y="6234996"/>
                  </a:lnTo>
                  <a:lnTo>
                    <a:pt x="107754" y="6234996"/>
                  </a:lnTo>
                  <a:lnTo>
                    <a:pt x="107848" y="6234996"/>
                  </a:lnTo>
                  <a:lnTo>
                    <a:pt x="107942" y="6234996"/>
                  </a:lnTo>
                  <a:lnTo>
                    <a:pt x="108036" y="6234996"/>
                  </a:lnTo>
                  <a:lnTo>
                    <a:pt x="108130" y="6234996"/>
                  </a:lnTo>
                  <a:lnTo>
                    <a:pt x="108224" y="6234996"/>
                  </a:lnTo>
                  <a:lnTo>
                    <a:pt x="108318" y="6234996"/>
                  </a:lnTo>
                  <a:lnTo>
                    <a:pt x="108412" y="6234996"/>
                  </a:lnTo>
                  <a:lnTo>
                    <a:pt x="108506" y="6234996"/>
                  </a:lnTo>
                  <a:lnTo>
                    <a:pt x="108600" y="6234996"/>
                  </a:lnTo>
                  <a:lnTo>
                    <a:pt x="108694" y="6234996"/>
                  </a:lnTo>
                  <a:lnTo>
                    <a:pt x="108788" y="6234996"/>
                  </a:lnTo>
                  <a:lnTo>
                    <a:pt x="108882" y="6234996"/>
                  </a:lnTo>
                  <a:lnTo>
                    <a:pt x="108976" y="6234996"/>
                  </a:lnTo>
                  <a:lnTo>
                    <a:pt x="109070" y="6234996"/>
                  </a:lnTo>
                  <a:lnTo>
                    <a:pt x="109164" y="6234996"/>
                  </a:lnTo>
                  <a:lnTo>
                    <a:pt x="109258" y="6234996"/>
                  </a:lnTo>
                  <a:lnTo>
                    <a:pt x="109352" y="6234996"/>
                  </a:lnTo>
                  <a:lnTo>
                    <a:pt x="109446" y="6234996"/>
                  </a:lnTo>
                  <a:lnTo>
                    <a:pt x="109540" y="6234996"/>
                  </a:lnTo>
                  <a:lnTo>
                    <a:pt x="109634" y="6234996"/>
                  </a:lnTo>
                  <a:lnTo>
                    <a:pt x="109728" y="6234996"/>
                  </a:lnTo>
                  <a:lnTo>
                    <a:pt x="109822" y="6234996"/>
                  </a:lnTo>
                  <a:lnTo>
                    <a:pt x="109917" y="6234996"/>
                  </a:lnTo>
                  <a:lnTo>
                    <a:pt x="110011" y="6234996"/>
                  </a:lnTo>
                  <a:lnTo>
                    <a:pt x="110105" y="6234996"/>
                  </a:lnTo>
                  <a:lnTo>
                    <a:pt x="110199" y="6234996"/>
                  </a:lnTo>
                  <a:lnTo>
                    <a:pt x="110293" y="6234996"/>
                  </a:lnTo>
                  <a:lnTo>
                    <a:pt x="110387" y="6234996"/>
                  </a:lnTo>
                  <a:lnTo>
                    <a:pt x="110481" y="6234996"/>
                  </a:lnTo>
                  <a:lnTo>
                    <a:pt x="110575" y="6234996"/>
                  </a:lnTo>
                  <a:lnTo>
                    <a:pt x="110669" y="6234996"/>
                  </a:lnTo>
                  <a:lnTo>
                    <a:pt x="110763" y="6234996"/>
                  </a:lnTo>
                  <a:lnTo>
                    <a:pt x="110857" y="6234996"/>
                  </a:lnTo>
                  <a:lnTo>
                    <a:pt x="110951" y="6234996"/>
                  </a:lnTo>
                  <a:lnTo>
                    <a:pt x="111045" y="6234996"/>
                  </a:lnTo>
                  <a:lnTo>
                    <a:pt x="111139" y="6234996"/>
                  </a:lnTo>
                  <a:lnTo>
                    <a:pt x="111233" y="6234996"/>
                  </a:lnTo>
                  <a:lnTo>
                    <a:pt x="111327" y="6234996"/>
                  </a:lnTo>
                  <a:lnTo>
                    <a:pt x="111421" y="6234996"/>
                  </a:lnTo>
                  <a:lnTo>
                    <a:pt x="111515" y="6234996"/>
                  </a:lnTo>
                  <a:lnTo>
                    <a:pt x="111609" y="6234996"/>
                  </a:lnTo>
                  <a:lnTo>
                    <a:pt x="111703" y="6234996"/>
                  </a:lnTo>
                  <a:lnTo>
                    <a:pt x="111797" y="6234996"/>
                  </a:lnTo>
                  <a:lnTo>
                    <a:pt x="111891" y="6234996"/>
                  </a:lnTo>
                  <a:lnTo>
                    <a:pt x="111985" y="6234996"/>
                  </a:lnTo>
                  <a:lnTo>
                    <a:pt x="112079" y="6234996"/>
                  </a:lnTo>
                  <a:lnTo>
                    <a:pt x="112173" y="6234996"/>
                  </a:lnTo>
                  <a:lnTo>
                    <a:pt x="112267" y="6234996"/>
                  </a:lnTo>
                  <a:lnTo>
                    <a:pt x="112361" y="6234996"/>
                  </a:lnTo>
                  <a:lnTo>
                    <a:pt x="112455" y="6234996"/>
                  </a:lnTo>
                  <a:lnTo>
                    <a:pt x="112549" y="6234996"/>
                  </a:lnTo>
                  <a:lnTo>
                    <a:pt x="112643" y="6234996"/>
                  </a:lnTo>
                  <a:lnTo>
                    <a:pt x="112737" y="6234996"/>
                  </a:lnTo>
                  <a:lnTo>
                    <a:pt x="112831" y="6234996"/>
                  </a:lnTo>
                  <a:lnTo>
                    <a:pt x="112925" y="6234996"/>
                  </a:lnTo>
                  <a:lnTo>
                    <a:pt x="113019" y="6234996"/>
                  </a:lnTo>
                  <a:lnTo>
                    <a:pt x="113113" y="6234996"/>
                  </a:lnTo>
                  <a:lnTo>
                    <a:pt x="113207" y="6234996"/>
                  </a:lnTo>
                  <a:lnTo>
                    <a:pt x="113301" y="6234996"/>
                  </a:lnTo>
                  <a:lnTo>
                    <a:pt x="113395" y="6234996"/>
                  </a:lnTo>
                  <a:lnTo>
                    <a:pt x="113490" y="6234996"/>
                  </a:lnTo>
                  <a:lnTo>
                    <a:pt x="113584" y="6234996"/>
                  </a:lnTo>
                  <a:lnTo>
                    <a:pt x="113678" y="6234996"/>
                  </a:lnTo>
                  <a:lnTo>
                    <a:pt x="113772" y="6234996"/>
                  </a:lnTo>
                  <a:lnTo>
                    <a:pt x="113866" y="6234996"/>
                  </a:lnTo>
                  <a:lnTo>
                    <a:pt x="113960" y="6234996"/>
                  </a:lnTo>
                  <a:lnTo>
                    <a:pt x="114054" y="6234996"/>
                  </a:lnTo>
                  <a:lnTo>
                    <a:pt x="114148" y="6234996"/>
                  </a:lnTo>
                  <a:lnTo>
                    <a:pt x="114242" y="6234996"/>
                  </a:lnTo>
                  <a:lnTo>
                    <a:pt x="114336" y="6234996"/>
                  </a:lnTo>
                  <a:lnTo>
                    <a:pt x="114430" y="6234996"/>
                  </a:lnTo>
                  <a:lnTo>
                    <a:pt x="114524" y="6234996"/>
                  </a:lnTo>
                  <a:lnTo>
                    <a:pt x="114618" y="6234996"/>
                  </a:lnTo>
                  <a:lnTo>
                    <a:pt x="114712" y="6234996"/>
                  </a:lnTo>
                  <a:lnTo>
                    <a:pt x="114806" y="6234996"/>
                  </a:lnTo>
                  <a:lnTo>
                    <a:pt x="114900" y="6234996"/>
                  </a:lnTo>
                  <a:lnTo>
                    <a:pt x="114994" y="6234996"/>
                  </a:lnTo>
                  <a:lnTo>
                    <a:pt x="115088" y="6234996"/>
                  </a:lnTo>
                  <a:lnTo>
                    <a:pt x="115182" y="6234996"/>
                  </a:lnTo>
                  <a:lnTo>
                    <a:pt x="115276" y="6234996"/>
                  </a:lnTo>
                  <a:lnTo>
                    <a:pt x="115370" y="6234996"/>
                  </a:lnTo>
                  <a:lnTo>
                    <a:pt x="115464" y="6234996"/>
                  </a:lnTo>
                  <a:lnTo>
                    <a:pt x="115558" y="6234996"/>
                  </a:lnTo>
                  <a:lnTo>
                    <a:pt x="115652" y="6234996"/>
                  </a:lnTo>
                  <a:lnTo>
                    <a:pt x="115746" y="6234996"/>
                  </a:lnTo>
                  <a:lnTo>
                    <a:pt x="115840" y="6234996"/>
                  </a:lnTo>
                  <a:lnTo>
                    <a:pt x="115934" y="6234996"/>
                  </a:lnTo>
                  <a:lnTo>
                    <a:pt x="116028" y="6234996"/>
                  </a:lnTo>
                  <a:lnTo>
                    <a:pt x="116122" y="6234996"/>
                  </a:lnTo>
                  <a:lnTo>
                    <a:pt x="116216" y="6234996"/>
                  </a:lnTo>
                  <a:lnTo>
                    <a:pt x="116310" y="6234996"/>
                  </a:lnTo>
                  <a:lnTo>
                    <a:pt x="116404" y="6234996"/>
                  </a:lnTo>
                  <a:lnTo>
                    <a:pt x="116498" y="6234996"/>
                  </a:lnTo>
                  <a:lnTo>
                    <a:pt x="116592" y="6234996"/>
                  </a:lnTo>
                  <a:lnTo>
                    <a:pt x="116686" y="6234996"/>
                  </a:lnTo>
                  <a:lnTo>
                    <a:pt x="116780" y="6234996"/>
                  </a:lnTo>
                  <a:lnTo>
                    <a:pt x="116874" y="6234996"/>
                  </a:lnTo>
                  <a:lnTo>
                    <a:pt x="116969" y="6234996"/>
                  </a:lnTo>
                  <a:lnTo>
                    <a:pt x="117063" y="6234996"/>
                  </a:lnTo>
                  <a:lnTo>
                    <a:pt x="117157" y="6234996"/>
                  </a:lnTo>
                  <a:lnTo>
                    <a:pt x="117251" y="6234996"/>
                  </a:lnTo>
                  <a:lnTo>
                    <a:pt x="117345" y="6234996"/>
                  </a:lnTo>
                  <a:lnTo>
                    <a:pt x="117439" y="6234996"/>
                  </a:lnTo>
                  <a:lnTo>
                    <a:pt x="117533" y="6234996"/>
                  </a:lnTo>
                  <a:lnTo>
                    <a:pt x="117627" y="6234996"/>
                  </a:lnTo>
                  <a:lnTo>
                    <a:pt x="117627" y="6229717"/>
                  </a:lnTo>
                  <a:lnTo>
                    <a:pt x="117721" y="6229717"/>
                  </a:lnTo>
                  <a:lnTo>
                    <a:pt x="117815" y="6229717"/>
                  </a:lnTo>
                  <a:lnTo>
                    <a:pt x="117909" y="6229717"/>
                  </a:lnTo>
                  <a:lnTo>
                    <a:pt x="118003" y="6229717"/>
                  </a:lnTo>
                  <a:lnTo>
                    <a:pt x="118097" y="6229717"/>
                  </a:lnTo>
                  <a:lnTo>
                    <a:pt x="118191" y="6229717"/>
                  </a:lnTo>
                  <a:lnTo>
                    <a:pt x="118285" y="6229717"/>
                  </a:lnTo>
                  <a:lnTo>
                    <a:pt x="118379" y="6229717"/>
                  </a:lnTo>
                  <a:lnTo>
                    <a:pt x="118473" y="6229717"/>
                  </a:lnTo>
                  <a:lnTo>
                    <a:pt x="118567" y="6229717"/>
                  </a:lnTo>
                  <a:lnTo>
                    <a:pt x="118661" y="6229717"/>
                  </a:lnTo>
                  <a:lnTo>
                    <a:pt x="118755" y="6229717"/>
                  </a:lnTo>
                  <a:lnTo>
                    <a:pt x="118849" y="6229717"/>
                  </a:lnTo>
                  <a:lnTo>
                    <a:pt x="118943" y="6229717"/>
                  </a:lnTo>
                  <a:lnTo>
                    <a:pt x="119037" y="6229717"/>
                  </a:lnTo>
                  <a:lnTo>
                    <a:pt x="119131" y="6229717"/>
                  </a:lnTo>
                  <a:lnTo>
                    <a:pt x="119225" y="6229717"/>
                  </a:lnTo>
                  <a:lnTo>
                    <a:pt x="119319" y="6229717"/>
                  </a:lnTo>
                  <a:lnTo>
                    <a:pt x="119413" y="6229717"/>
                  </a:lnTo>
                  <a:lnTo>
                    <a:pt x="119507" y="6229717"/>
                  </a:lnTo>
                  <a:lnTo>
                    <a:pt x="119601" y="6229717"/>
                  </a:lnTo>
                  <a:lnTo>
                    <a:pt x="119695" y="6229717"/>
                  </a:lnTo>
                  <a:lnTo>
                    <a:pt x="119789" y="6229717"/>
                  </a:lnTo>
                  <a:lnTo>
                    <a:pt x="119883" y="6229717"/>
                  </a:lnTo>
                  <a:lnTo>
                    <a:pt x="119977" y="6229717"/>
                  </a:lnTo>
                  <a:lnTo>
                    <a:pt x="120071" y="6229717"/>
                  </a:lnTo>
                  <a:lnTo>
                    <a:pt x="120165" y="6229717"/>
                  </a:lnTo>
                  <a:lnTo>
                    <a:pt x="120259" y="6229717"/>
                  </a:lnTo>
                  <a:lnTo>
                    <a:pt x="120353" y="6229717"/>
                  </a:lnTo>
                  <a:lnTo>
                    <a:pt x="120447" y="6229717"/>
                  </a:lnTo>
                  <a:lnTo>
                    <a:pt x="120542" y="6229717"/>
                  </a:lnTo>
                  <a:lnTo>
                    <a:pt x="120636" y="6229717"/>
                  </a:lnTo>
                  <a:lnTo>
                    <a:pt x="120730" y="6229717"/>
                  </a:lnTo>
                  <a:lnTo>
                    <a:pt x="120824" y="6229717"/>
                  </a:lnTo>
                  <a:lnTo>
                    <a:pt x="120918" y="6229717"/>
                  </a:lnTo>
                  <a:lnTo>
                    <a:pt x="121012" y="6229717"/>
                  </a:lnTo>
                  <a:lnTo>
                    <a:pt x="121106" y="6229717"/>
                  </a:lnTo>
                  <a:lnTo>
                    <a:pt x="121200" y="6229717"/>
                  </a:lnTo>
                  <a:lnTo>
                    <a:pt x="121294" y="6229717"/>
                  </a:lnTo>
                  <a:lnTo>
                    <a:pt x="121388" y="6229717"/>
                  </a:lnTo>
                  <a:lnTo>
                    <a:pt x="121482" y="6229717"/>
                  </a:lnTo>
                  <a:lnTo>
                    <a:pt x="121576" y="6229717"/>
                  </a:lnTo>
                  <a:lnTo>
                    <a:pt x="121670" y="6229717"/>
                  </a:lnTo>
                  <a:lnTo>
                    <a:pt x="121764" y="6229717"/>
                  </a:lnTo>
                  <a:lnTo>
                    <a:pt x="121858" y="6229717"/>
                  </a:lnTo>
                  <a:lnTo>
                    <a:pt x="121952" y="6229717"/>
                  </a:lnTo>
                  <a:lnTo>
                    <a:pt x="122046" y="6229717"/>
                  </a:lnTo>
                  <a:lnTo>
                    <a:pt x="122140" y="6229717"/>
                  </a:lnTo>
                  <a:lnTo>
                    <a:pt x="122234" y="6229717"/>
                  </a:lnTo>
                  <a:lnTo>
                    <a:pt x="122328" y="6229717"/>
                  </a:lnTo>
                  <a:lnTo>
                    <a:pt x="122422" y="6229717"/>
                  </a:lnTo>
                  <a:lnTo>
                    <a:pt x="122516" y="6229717"/>
                  </a:lnTo>
                  <a:lnTo>
                    <a:pt x="122610" y="6229717"/>
                  </a:lnTo>
                  <a:lnTo>
                    <a:pt x="122704" y="6229717"/>
                  </a:lnTo>
                  <a:lnTo>
                    <a:pt x="122798" y="6229717"/>
                  </a:lnTo>
                  <a:lnTo>
                    <a:pt x="122892" y="6229717"/>
                  </a:lnTo>
                  <a:lnTo>
                    <a:pt x="122986" y="6229717"/>
                  </a:lnTo>
                  <a:lnTo>
                    <a:pt x="123080" y="6229717"/>
                  </a:lnTo>
                  <a:lnTo>
                    <a:pt x="123174" y="6229717"/>
                  </a:lnTo>
                  <a:lnTo>
                    <a:pt x="123268" y="6229717"/>
                  </a:lnTo>
                  <a:lnTo>
                    <a:pt x="123362" y="6229717"/>
                  </a:lnTo>
                  <a:lnTo>
                    <a:pt x="123362" y="6224437"/>
                  </a:lnTo>
                  <a:lnTo>
                    <a:pt x="123456" y="6224437"/>
                  </a:lnTo>
                  <a:lnTo>
                    <a:pt x="123550" y="6224437"/>
                  </a:lnTo>
                  <a:lnTo>
                    <a:pt x="123644" y="6224437"/>
                  </a:lnTo>
                  <a:lnTo>
                    <a:pt x="123738" y="6224437"/>
                  </a:lnTo>
                  <a:lnTo>
                    <a:pt x="123832" y="6224437"/>
                  </a:lnTo>
                  <a:lnTo>
                    <a:pt x="123926" y="6224437"/>
                  </a:lnTo>
                  <a:lnTo>
                    <a:pt x="124020" y="6224437"/>
                  </a:lnTo>
                  <a:lnTo>
                    <a:pt x="124115" y="6224437"/>
                  </a:lnTo>
                  <a:lnTo>
                    <a:pt x="124209" y="6224437"/>
                  </a:lnTo>
                  <a:lnTo>
                    <a:pt x="124303" y="6224437"/>
                  </a:lnTo>
                  <a:lnTo>
                    <a:pt x="124397" y="6224437"/>
                  </a:lnTo>
                  <a:lnTo>
                    <a:pt x="124491" y="6224437"/>
                  </a:lnTo>
                  <a:lnTo>
                    <a:pt x="124585" y="6224437"/>
                  </a:lnTo>
                  <a:lnTo>
                    <a:pt x="124679" y="6224437"/>
                  </a:lnTo>
                  <a:lnTo>
                    <a:pt x="124773" y="6224437"/>
                  </a:lnTo>
                  <a:lnTo>
                    <a:pt x="124867" y="6224437"/>
                  </a:lnTo>
                  <a:lnTo>
                    <a:pt x="124961" y="6224437"/>
                  </a:lnTo>
                  <a:lnTo>
                    <a:pt x="125055" y="6224437"/>
                  </a:lnTo>
                  <a:lnTo>
                    <a:pt x="125149" y="6224437"/>
                  </a:lnTo>
                  <a:lnTo>
                    <a:pt x="125243" y="6224437"/>
                  </a:lnTo>
                  <a:lnTo>
                    <a:pt x="125337" y="6224437"/>
                  </a:lnTo>
                  <a:lnTo>
                    <a:pt x="125431" y="6224437"/>
                  </a:lnTo>
                  <a:lnTo>
                    <a:pt x="125525" y="6224437"/>
                  </a:lnTo>
                  <a:lnTo>
                    <a:pt x="125619" y="6224437"/>
                  </a:lnTo>
                  <a:lnTo>
                    <a:pt x="125713" y="6224437"/>
                  </a:lnTo>
                  <a:lnTo>
                    <a:pt x="125807" y="6224437"/>
                  </a:lnTo>
                  <a:lnTo>
                    <a:pt x="125901" y="6224437"/>
                  </a:lnTo>
                  <a:lnTo>
                    <a:pt x="125995" y="6224437"/>
                  </a:lnTo>
                  <a:lnTo>
                    <a:pt x="126089" y="6224437"/>
                  </a:lnTo>
                  <a:lnTo>
                    <a:pt x="126183" y="6224437"/>
                  </a:lnTo>
                  <a:lnTo>
                    <a:pt x="126277" y="6224437"/>
                  </a:lnTo>
                  <a:lnTo>
                    <a:pt x="126371" y="6224437"/>
                  </a:lnTo>
                  <a:lnTo>
                    <a:pt x="126465" y="6224437"/>
                  </a:lnTo>
                  <a:lnTo>
                    <a:pt x="126559" y="6224437"/>
                  </a:lnTo>
                  <a:lnTo>
                    <a:pt x="126653" y="6224437"/>
                  </a:lnTo>
                  <a:lnTo>
                    <a:pt x="126747" y="6224437"/>
                  </a:lnTo>
                  <a:lnTo>
                    <a:pt x="126841" y="6224437"/>
                  </a:lnTo>
                  <a:lnTo>
                    <a:pt x="126935" y="6224437"/>
                  </a:lnTo>
                  <a:lnTo>
                    <a:pt x="127029" y="6224437"/>
                  </a:lnTo>
                  <a:lnTo>
                    <a:pt x="127123" y="6224437"/>
                  </a:lnTo>
                  <a:lnTo>
                    <a:pt x="127217" y="6224437"/>
                  </a:lnTo>
                  <a:lnTo>
                    <a:pt x="127311" y="6224437"/>
                  </a:lnTo>
                  <a:lnTo>
                    <a:pt x="127405" y="6224437"/>
                  </a:lnTo>
                  <a:lnTo>
                    <a:pt x="127499" y="6224437"/>
                  </a:lnTo>
                  <a:lnTo>
                    <a:pt x="127594" y="6224437"/>
                  </a:lnTo>
                  <a:lnTo>
                    <a:pt x="127688" y="6224437"/>
                  </a:lnTo>
                  <a:lnTo>
                    <a:pt x="127782" y="6224437"/>
                  </a:lnTo>
                  <a:lnTo>
                    <a:pt x="127876" y="6224437"/>
                  </a:lnTo>
                  <a:lnTo>
                    <a:pt x="127970" y="6224437"/>
                  </a:lnTo>
                  <a:lnTo>
                    <a:pt x="128064" y="6224437"/>
                  </a:lnTo>
                  <a:lnTo>
                    <a:pt x="128158" y="6224437"/>
                  </a:lnTo>
                  <a:lnTo>
                    <a:pt x="128252" y="6224437"/>
                  </a:lnTo>
                  <a:lnTo>
                    <a:pt x="128252" y="6219158"/>
                  </a:lnTo>
                  <a:lnTo>
                    <a:pt x="128346" y="6219158"/>
                  </a:lnTo>
                  <a:lnTo>
                    <a:pt x="128440" y="6219158"/>
                  </a:lnTo>
                  <a:lnTo>
                    <a:pt x="128534" y="6219158"/>
                  </a:lnTo>
                  <a:lnTo>
                    <a:pt x="128628" y="6219158"/>
                  </a:lnTo>
                  <a:lnTo>
                    <a:pt x="128722" y="6219158"/>
                  </a:lnTo>
                  <a:lnTo>
                    <a:pt x="128816" y="6219158"/>
                  </a:lnTo>
                  <a:lnTo>
                    <a:pt x="128910" y="6219158"/>
                  </a:lnTo>
                  <a:lnTo>
                    <a:pt x="129004" y="6219158"/>
                  </a:lnTo>
                  <a:lnTo>
                    <a:pt x="129098" y="6219158"/>
                  </a:lnTo>
                  <a:lnTo>
                    <a:pt x="129192" y="6219158"/>
                  </a:lnTo>
                  <a:lnTo>
                    <a:pt x="129286" y="6219158"/>
                  </a:lnTo>
                  <a:lnTo>
                    <a:pt x="129380" y="6219158"/>
                  </a:lnTo>
                  <a:lnTo>
                    <a:pt x="129474" y="6219158"/>
                  </a:lnTo>
                  <a:lnTo>
                    <a:pt x="129568" y="6219158"/>
                  </a:lnTo>
                  <a:lnTo>
                    <a:pt x="129662" y="6219158"/>
                  </a:lnTo>
                  <a:lnTo>
                    <a:pt x="129756" y="6219158"/>
                  </a:lnTo>
                  <a:lnTo>
                    <a:pt x="129850" y="6219158"/>
                  </a:lnTo>
                  <a:lnTo>
                    <a:pt x="129944" y="6219158"/>
                  </a:lnTo>
                  <a:lnTo>
                    <a:pt x="130038" y="6219158"/>
                  </a:lnTo>
                  <a:lnTo>
                    <a:pt x="130132" y="6219158"/>
                  </a:lnTo>
                  <a:lnTo>
                    <a:pt x="130226" y="6219158"/>
                  </a:lnTo>
                  <a:lnTo>
                    <a:pt x="130320" y="6219158"/>
                  </a:lnTo>
                  <a:lnTo>
                    <a:pt x="130414" y="6219158"/>
                  </a:lnTo>
                  <a:lnTo>
                    <a:pt x="130508" y="6219158"/>
                  </a:lnTo>
                  <a:lnTo>
                    <a:pt x="130602" y="6219158"/>
                  </a:lnTo>
                  <a:lnTo>
                    <a:pt x="130696" y="6219158"/>
                  </a:lnTo>
                  <a:lnTo>
                    <a:pt x="130790" y="6219158"/>
                  </a:lnTo>
                  <a:lnTo>
                    <a:pt x="130884" y="6219158"/>
                  </a:lnTo>
                  <a:lnTo>
                    <a:pt x="130978" y="6219158"/>
                  </a:lnTo>
                  <a:lnTo>
                    <a:pt x="131072" y="6219158"/>
                  </a:lnTo>
                  <a:lnTo>
                    <a:pt x="131167" y="6219158"/>
                  </a:lnTo>
                  <a:lnTo>
                    <a:pt x="131261" y="6219158"/>
                  </a:lnTo>
                  <a:lnTo>
                    <a:pt x="131355" y="6219158"/>
                  </a:lnTo>
                  <a:lnTo>
                    <a:pt x="131449" y="6219158"/>
                  </a:lnTo>
                  <a:lnTo>
                    <a:pt x="131543" y="6219158"/>
                  </a:lnTo>
                  <a:lnTo>
                    <a:pt x="131637" y="6219158"/>
                  </a:lnTo>
                  <a:lnTo>
                    <a:pt x="131731" y="6219158"/>
                  </a:lnTo>
                  <a:lnTo>
                    <a:pt x="131825" y="6219158"/>
                  </a:lnTo>
                  <a:lnTo>
                    <a:pt x="131919" y="6219158"/>
                  </a:lnTo>
                  <a:lnTo>
                    <a:pt x="132013" y="6219158"/>
                  </a:lnTo>
                  <a:lnTo>
                    <a:pt x="132107" y="6219158"/>
                  </a:lnTo>
                  <a:lnTo>
                    <a:pt x="132201" y="6219158"/>
                  </a:lnTo>
                  <a:lnTo>
                    <a:pt x="132295" y="6219158"/>
                  </a:lnTo>
                  <a:lnTo>
                    <a:pt x="132389" y="6219158"/>
                  </a:lnTo>
                  <a:lnTo>
                    <a:pt x="132483" y="6219158"/>
                  </a:lnTo>
                  <a:lnTo>
                    <a:pt x="132577" y="6219158"/>
                  </a:lnTo>
                  <a:lnTo>
                    <a:pt x="132671" y="6219158"/>
                  </a:lnTo>
                  <a:lnTo>
                    <a:pt x="132765" y="6219158"/>
                  </a:lnTo>
                  <a:lnTo>
                    <a:pt x="132859" y="6219158"/>
                  </a:lnTo>
                  <a:lnTo>
                    <a:pt x="132953" y="6219158"/>
                  </a:lnTo>
                  <a:lnTo>
                    <a:pt x="133047" y="6219158"/>
                  </a:lnTo>
                  <a:lnTo>
                    <a:pt x="133141" y="6219158"/>
                  </a:lnTo>
                  <a:lnTo>
                    <a:pt x="133235" y="6219158"/>
                  </a:lnTo>
                  <a:lnTo>
                    <a:pt x="133235" y="6213878"/>
                  </a:lnTo>
                  <a:lnTo>
                    <a:pt x="133329" y="6213878"/>
                  </a:lnTo>
                  <a:lnTo>
                    <a:pt x="133423" y="6213878"/>
                  </a:lnTo>
                  <a:lnTo>
                    <a:pt x="133517" y="6213878"/>
                  </a:lnTo>
                  <a:lnTo>
                    <a:pt x="133611" y="6213878"/>
                  </a:lnTo>
                  <a:lnTo>
                    <a:pt x="133705" y="6213878"/>
                  </a:lnTo>
                  <a:lnTo>
                    <a:pt x="133799" y="6213878"/>
                  </a:lnTo>
                  <a:lnTo>
                    <a:pt x="133893" y="6213878"/>
                  </a:lnTo>
                  <a:lnTo>
                    <a:pt x="133987" y="6213878"/>
                  </a:lnTo>
                  <a:lnTo>
                    <a:pt x="134081" y="6213878"/>
                  </a:lnTo>
                  <a:lnTo>
                    <a:pt x="134175" y="6213878"/>
                  </a:lnTo>
                  <a:lnTo>
                    <a:pt x="134269" y="6213878"/>
                  </a:lnTo>
                  <a:lnTo>
                    <a:pt x="134363" y="6213878"/>
                  </a:lnTo>
                  <a:lnTo>
                    <a:pt x="134457" y="6213878"/>
                  </a:lnTo>
                  <a:lnTo>
                    <a:pt x="134551" y="6213878"/>
                  </a:lnTo>
                  <a:lnTo>
                    <a:pt x="134645" y="6213878"/>
                  </a:lnTo>
                  <a:lnTo>
                    <a:pt x="134740" y="6213878"/>
                  </a:lnTo>
                  <a:lnTo>
                    <a:pt x="134834" y="6213878"/>
                  </a:lnTo>
                  <a:lnTo>
                    <a:pt x="134928" y="6213878"/>
                  </a:lnTo>
                  <a:lnTo>
                    <a:pt x="135022" y="6213878"/>
                  </a:lnTo>
                  <a:lnTo>
                    <a:pt x="135022" y="6208599"/>
                  </a:lnTo>
                  <a:lnTo>
                    <a:pt x="135116" y="6208599"/>
                  </a:lnTo>
                  <a:lnTo>
                    <a:pt x="135210" y="6208599"/>
                  </a:lnTo>
                  <a:lnTo>
                    <a:pt x="135304" y="6208599"/>
                  </a:lnTo>
                  <a:lnTo>
                    <a:pt x="135398" y="6208599"/>
                  </a:lnTo>
                  <a:lnTo>
                    <a:pt x="135492" y="6208599"/>
                  </a:lnTo>
                  <a:lnTo>
                    <a:pt x="135586" y="6208599"/>
                  </a:lnTo>
                  <a:lnTo>
                    <a:pt x="135680" y="6208599"/>
                  </a:lnTo>
                  <a:lnTo>
                    <a:pt x="135774" y="6208599"/>
                  </a:lnTo>
                  <a:lnTo>
                    <a:pt x="135774" y="6203320"/>
                  </a:lnTo>
                  <a:lnTo>
                    <a:pt x="135868" y="6203320"/>
                  </a:lnTo>
                  <a:lnTo>
                    <a:pt x="135962" y="6203320"/>
                  </a:lnTo>
                  <a:lnTo>
                    <a:pt x="136056" y="6203320"/>
                  </a:lnTo>
                  <a:lnTo>
                    <a:pt x="136150" y="6203320"/>
                  </a:lnTo>
                  <a:lnTo>
                    <a:pt x="136244" y="6203320"/>
                  </a:lnTo>
                  <a:lnTo>
                    <a:pt x="136338" y="6203320"/>
                  </a:lnTo>
                  <a:lnTo>
                    <a:pt x="136432" y="6203320"/>
                  </a:lnTo>
                  <a:lnTo>
                    <a:pt x="136526" y="6203320"/>
                  </a:lnTo>
                  <a:lnTo>
                    <a:pt x="136620" y="6203320"/>
                  </a:lnTo>
                  <a:lnTo>
                    <a:pt x="136714" y="6203320"/>
                  </a:lnTo>
                  <a:lnTo>
                    <a:pt x="136808" y="6203320"/>
                  </a:lnTo>
                  <a:lnTo>
                    <a:pt x="136902" y="6203320"/>
                  </a:lnTo>
                  <a:lnTo>
                    <a:pt x="136996" y="6203320"/>
                  </a:lnTo>
                  <a:lnTo>
                    <a:pt x="137090" y="6203320"/>
                  </a:lnTo>
                  <a:lnTo>
                    <a:pt x="137184" y="6203320"/>
                  </a:lnTo>
                  <a:lnTo>
                    <a:pt x="137278" y="6203320"/>
                  </a:lnTo>
                  <a:lnTo>
                    <a:pt x="137372" y="6203320"/>
                  </a:lnTo>
                  <a:lnTo>
                    <a:pt x="137466" y="6203320"/>
                  </a:lnTo>
                  <a:lnTo>
                    <a:pt x="137560" y="6203320"/>
                  </a:lnTo>
                  <a:lnTo>
                    <a:pt x="137654" y="6203320"/>
                  </a:lnTo>
                  <a:lnTo>
                    <a:pt x="137748" y="6203320"/>
                  </a:lnTo>
                  <a:lnTo>
                    <a:pt x="137842" y="6203320"/>
                  </a:lnTo>
                  <a:lnTo>
                    <a:pt x="137936" y="6203320"/>
                  </a:lnTo>
                  <a:lnTo>
                    <a:pt x="138030" y="6203320"/>
                  </a:lnTo>
                  <a:lnTo>
                    <a:pt x="138124" y="6203320"/>
                  </a:lnTo>
                  <a:lnTo>
                    <a:pt x="138218" y="6203320"/>
                  </a:lnTo>
                  <a:lnTo>
                    <a:pt x="138218" y="6198040"/>
                  </a:lnTo>
                  <a:lnTo>
                    <a:pt x="138313" y="6198040"/>
                  </a:lnTo>
                  <a:lnTo>
                    <a:pt x="138407" y="6198040"/>
                  </a:lnTo>
                  <a:lnTo>
                    <a:pt x="138501" y="6198040"/>
                  </a:lnTo>
                  <a:lnTo>
                    <a:pt x="138595" y="6198040"/>
                  </a:lnTo>
                  <a:lnTo>
                    <a:pt x="138689" y="6198040"/>
                  </a:lnTo>
                  <a:lnTo>
                    <a:pt x="138783" y="6198040"/>
                  </a:lnTo>
                  <a:lnTo>
                    <a:pt x="138877" y="6198040"/>
                  </a:lnTo>
                  <a:lnTo>
                    <a:pt x="138971" y="6198040"/>
                  </a:lnTo>
                  <a:lnTo>
                    <a:pt x="139065" y="6198040"/>
                  </a:lnTo>
                  <a:lnTo>
                    <a:pt x="139159" y="6198040"/>
                  </a:lnTo>
                  <a:lnTo>
                    <a:pt x="139253" y="6198040"/>
                  </a:lnTo>
                  <a:lnTo>
                    <a:pt x="139347" y="6198040"/>
                  </a:lnTo>
                  <a:lnTo>
                    <a:pt x="139441" y="6198040"/>
                  </a:lnTo>
                  <a:lnTo>
                    <a:pt x="139535" y="6198040"/>
                  </a:lnTo>
                  <a:lnTo>
                    <a:pt x="139629" y="6198040"/>
                  </a:lnTo>
                  <a:lnTo>
                    <a:pt x="139723" y="6198040"/>
                  </a:lnTo>
                  <a:lnTo>
                    <a:pt x="139817" y="6198040"/>
                  </a:lnTo>
                  <a:lnTo>
                    <a:pt x="139911" y="6198040"/>
                  </a:lnTo>
                  <a:lnTo>
                    <a:pt x="140005" y="6198040"/>
                  </a:lnTo>
                  <a:lnTo>
                    <a:pt x="140099" y="6198040"/>
                  </a:lnTo>
                  <a:lnTo>
                    <a:pt x="140193" y="6198040"/>
                  </a:lnTo>
                  <a:lnTo>
                    <a:pt x="140287" y="6198040"/>
                  </a:lnTo>
                  <a:lnTo>
                    <a:pt x="140381" y="6198040"/>
                  </a:lnTo>
                  <a:lnTo>
                    <a:pt x="140475" y="6198040"/>
                  </a:lnTo>
                  <a:lnTo>
                    <a:pt x="140569" y="6198040"/>
                  </a:lnTo>
                  <a:lnTo>
                    <a:pt x="140663" y="6198040"/>
                  </a:lnTo>
                  <a:lnTo>
                    <a:pt x="140757" y="6198040"/>
                  </a:lnTo>
                  <a:lnTo>
                    <a:pt x="140851" y="6198040"/>
                  </a:lnTo>
                  <a:lnTo>
                    <a:pt x="140945" y="6198040"/>
                  </a:lnTo>
                  <a:lnTo>
                    <a:pt x="141039" y="6198040"/>
                  </a:lnTo>
                  <a:lnTo>
                    <a:pt x="141133" y="6198040"/>
                  </a:lnTo>
                  <a:lnTo>
                    <a:pt x="141227" y="6198040"/>
                  </a:lnTo>
                  <a:lnTo>
                    <a:pt x="141321" y="6198040"/>
                  </a:lnTo>
                  <a:lnTo>
                    <a:pt x="141415" y="6198040"/>
                  </a:lnTo>
                  <a:lnTo>
                    <a:pt x="141509" y="6198040"/>
                  </a:lnTo>
                  <a:lnTo>
                    <a:pt x="141603" y="6198040"/>
                  </a:lnTo>
                  <a:lnTo>
                    <a:pt x="141697" y="6198040"/>
                  </a:lnTo>
                  <a:lnTo>
                    <a:pt x="141792" y="6198040"/>
                  </a:lnTo>
                  <a:lnTo>
                    <a:pt x="141886" y="6198040"/>
                  </a:lnTo>
                  <a:lnTo>
                    <a:pt x="141980" y="6198040"/>
                  </a:lnTo>
                  <a:lnTo>
                    <a:pt x="142074" y="6198040"/>
                  </a:lnTo>
                  <a:lnTo>
                    <a:pt x="142168" y="6198040"/>
                  </a:lnTo>
                  <a:lnTo>
                    <a:pt x="142262" y="6198040"/>
                  </a:lnTo>
                  <a:lnTo>
                    <a:pt x="142356" y="6198040"/>
                  </a:lnTo>
                  <a:lnTo>
                    <a:pt x="142450" y="6198040"/>
                  </a:lnTo>
                  <a:lnTo>
                    <a:pt x="142544" y="6198040"/>
                  </a:lnTo>
                  <a:lnTo>
                    <a:pt x="142638" y="6198040"/>
                  </a:lnTo>
                  <a:lnTo>
                    <a:pt x="142732" y="6198040"/>
                  </a:lnTo>
                  <a:lnTo>
                    <a:pt x="142826" y="6198040"/>
                  </a:lnTo>
                  <a:lnTo>
                    <a:pt x="142826" y="6192761"/>
                  </a:lnTo>
                  <a:lnTo>
                    <a:pt x="142920" y="6192761"/>
                  </a:lnTo>
                  <a:lnTo>
                    <a:pt x="143014" y="6192761"/>
                  </a:lnTo>
                  <a:lnTo>
                    <a:pt x="143108" y="6192761"/>
                  </a:lnTo>
                  <a:lnTo>
                    <a:pt x="143202" y="6192761"/>
                  </a:lnTo>
                  <a:lnTo>
                    <a:pt x="143296" y="6192761"/>
                  </a:lnTo>
                  <a:lnTo>
                    <a:pt x="143296" y="6187481"/>
                  </a:lnTo>
                  <a:lnTo>
                    <a:pt x="143390" y="6187481"/>
                  </a:lnTo>
                  <a:lnTo>
                    <a:pt x="143484" y="6187481"/>
                  </a:lnTo>
                  <a:lnTo>
                    <a:pt x="143578" y="6187481"/>
                  </a:lnTo>
                  <a:lnTo>
                    <a:pt x="143672" y="6187481"/>
                  </a:lnTo>
                  <a:lnTo>
                    <a:pt x="143766" y="6187481"/>
                  </a:lnTo>
                  <a:lnTo>
                    <a:pt x="143860" y="6187481"/>
                  </a:lnTo>
                  <a:lnTo>
                    <a:pt x="143954" y="6187481"/>
                  </a:lnTo>
                  <a:lnTo>
                    <a:pt x="144048" y="6187481"/>
                  </a:lnTo>
                  <a:lnTo>
                    <a:pt x="144142" y="6187481"/>
                  </a:lnTo>
                  <a:lnTo>
                    <a:pt x="144236" y="6187481"/>
                  </a:lnTo>
                  <a:lnTo>
                    <a:pt x="144330" y="6187481"/>
                  </a:lnTo>
                  <a:lnTo>
                    <a:pt x="144424" y="6187481"/>
                  </a:lnTo>
                  <a:lnTo>
                    <a:pt x="144518" y="6187481"/>
                  </a:lnTo>
                  <a:lnTo>
                    <a:pt x="144612" y="6187481"/>
                  </a:lnTo>
                  <a:lnTo>
                    <a:pt x="144706" y="6187481"/>
                  </a:lnTo>
                  <a:lnTo>
                    <a:pt x="144800" y="6187481"/>
                  </a:lnTo>
                  <a:lnTo>
                    <a:pt x="144894" y="6187481"/>
                  </a:lnTo>
                  <a:lnTo>
                    <a:pt x="144988" y="6187481"/>
                  </a:lnTo>
                  <a:lnTo>
                    <a:pt x="145082" y="6187481"/>
                  </a:lnTo>
                  <a:lnTo>
                    <a:pt x="145176" y="6187481"/>
                  </a:lnTo>
                  <a:lnTo>
                    <a:pt x="145270" y="6187481"/>
                  </a:lnTo>
                  <a:lnTo>
                    <a:pt x="145365" y="6187481"/>
                  </a:lnTo>
                  <a:lnTo>
                    <a:pt x="145459" y="6187481"/>
                  </a:lnTo>
                  <a:lnTo>
                    <a:pt x="145553" y="6187481"/>
                  </a:lnTo>
                  <a:lnTo>
                    <a:pt x="145647" y="6187481"/>
                  </a:lnTo>
                  <a:lnTo>
                    <a:pt x="145741" y="6187481"/>
                  </a:lnTo>
                  <a:lnTo>
                    <a:pt x="145835" y="6187481"/>
                  </a:lnTo>
                  <a:lnTo>
                    <a:pt x="145929" y="6187481"/>
                  </a:lnTo>
                  <a:lnTo>
                    <a:pt x="146023" y="6187481"/>
                  </a:lnTo>
                  <a:lnTo>
                    <a:pt x="146117" y="6187481"/>
                  </a:lnTo>
                  <a:lnTo>
                    <a:pt x="146211" y="6187481"/>
                  </a:lnTo>
                  <a:lnTo>
                    <a:pt x="146305" y="6187481"/>
                  </a:lnTo>
                  <a:lnTo>
                    <a:pt x="146399" y="6187481"/>
                  </a:lnTo>
                  <a:lnTo>
                    <a:pt x="146493" y="6187481"/>
                  </a:lnTo>
                  <a:lnTo>
                    <a:pt x="146587" y="6187481"/>
                  </a:lnTo>
                  <a:lnTo>
                    <a:pt x="146681" y="6187481"/>
                  </a:lnTo>
                  <a:lnTo>
                    <a:pt x="146775" y="6187481"/>
                  </a:lnTo>
                  <a:lnTo>
                    <a:pt x="146869" y="6187481"/>
                  </a:lnTo>
                  <a:lnTo>
                    <a:pt x="146963" y="6187481"/>
                  </a:lnTo>
                  <a:lnTo>
                    <a:pt x="147057" y="6187481"/>
                  </a:lnTo>
                  <a:lnTo>
                    <a:pt x="147151" y="6187481"/>
                  </a:lnTo>
                  <a:lnTo>
                    <a:pt x="147151" y="6182202"/>
                  </a:lnTo>
                  <a:lnTo>
                    <a:pt x="147245" y="6182202"/>
                  </a:lnTo>
                  <a:lnTo>
                    <a:pt x="147339" y="6182202"/>
                  </a:lnTo>
                  <a:lnTo>
                    <a:pt x="147433" y="6182202"/>
                  </a:lnTo>
                  <a:lnTo>
                    <a:pt x="147527" y="6182202"/>
                  </a:lnTo>
                  <a:lnTo>
                    <a:pt x="147621" y="6182202"/>
                  </a:lnTo>
                  <a:lnTo>
                    <a:pt x="147715" y="6182202"/>
                  </a:lnTo>
                  <a:lnTo>
                    <a:pt x="147809" y="6182202"/>
                  </a:lnTo>
                  <a:lnTo>
                    <a:pt x="147903" y="6182202"/>
                  </a:lnTo>
                  <a:lnTo>
                    <a:pt x="147997" y="6182202"/>
                  </a:lnTo>
                  <a:lnTo>
                    <a:pt x="148091" y="6182202"/>
                  </a:lnTo>
                  <a:lnTo>
                    <a:pt x="148185" y="6182202"/>
                  </a:lnTo>
                  <a:lnTo>
                    <a:pt x="148279" y="6182202"/>
                  </a:lnTo>
                  <a:lnTo>
                    <a:pt x="148373" y="6182202"/>
                  </a:lnTo>
                  <a:lnTo>
                    <a:pt x="148467" y="6182202"/>
                  </a:lnTo>
                  <a:lnTo>
                    <a:pt x="148561" y="6182202"/>
                  </a:lnTo>
                  <a:lnTo>
                    <a:pt x="148655" y="6182202"/>
                  </a:lnTo>
                  <a:lnTo>
                    <a:pt x="148749" y="6182202"/>
                  </a:lnTo>
                  <a:lnTo>
                    <a:pt x="148843" y="6182202"/>
                  </a:lnTo>
                  <a:lnTo>
                    <a:pt x="148938" y="6182202"/>
                  </a:lnTo>
                  <a:lnTo>
                    <a:pt x="149032" y="6182202"/>
                  </a:lnTo>
                  <a:lnTo>
                    <a:pt x="149126" y="6182202"/>
                  </a:lnTo>
                  <a:lnTo>
                    <a:pt x="149220" y="6182202"/>
                  </a:lnTo>
                  <a:lnTo>
                    <a:pt x="149314" y="6182202"/>
                  </a:lnTo>
                  <a:lnTo>
                    <a:pt x="149408" y="6182202"/>
                  </a:lnTo>
                  <a:lnTo>
                    <a:pt x="149502" y="6182202"/>
                  </a:lnTo>
                  <a:lnTo>
                    <a:pt x="149596" y="6182202"/>
                  </a:lnTo>
                  <a:lnTo>
                    <a:pt x="149690" y="6182202"/>
                  </a:lnTo>
                  <a:lnTo>
                    <a:pt x="149784" y="6182202"/>
                  </a:lnTo>
                  <a:lnTo>
                    <a:pt x="149878" y="6182202"/>
                  </a:lnTo>
                  <a:lnTo>
                    <a:pt x="149972" y="6182202"/>
                  </a:lnTo>
                  <a:lnTo>
                    <a:pt x="150066" y="6182202"/>
                  </a:lnTo>
                  <a:lnTo>
                    <a:pt x="150160" y="6182202"/>
                  </a:lnTo>
                  <a:lnTo>
                    <a:pt x="150254" y="6182202"/>
                  </a:lnTo>
                  <a:lnTo>
                    <a:pt x="150348" y="6182202"/>
                  </a:lnTo>
                  <a:lnTo>
                    <a:pt x="150442" y="6182202"/>
                  </a:lnTo>
                  <a:lnTo>
                    <a:pt x="150536" y="6182202"/>
                  </a:lnTo>
                  <a:lnTo>
                    <a:pt x="150630" y="6182202"/>
                  </a:lnTo>
                  <a:lnTo>
                    <a:pt x="150724" y="6182202"/>
                  </a:lnTo>
                  <a:lnTo>
                    <a:pt x="150818" y="6182202"/>
                  </a:lnTo>
                  <a:lnTo>
                    <a:pt x="150912" y="6182202"/>
                  </a:lnTo>
                  <a:lnTo>
                    <a:pt x="151006" y="6182202"/>
                  </a:lnTo>
                  <a:lnTo>
                    <a:pt x="151006" y="6176922"/>
                  </a:lnTo>
                  <a:lnTo>
                    <a:pt x="151100" y="6176922"/>
                  </a:lnTo>
                  <a:lnTo>
                    <a:pt x="151194" y="6176922"/>
                  </a:lnTo>
                  <a:lnTo>
                    <a:pt x="151288" y="6176922"/>
                  </a:lnTo>
                  <a:lnTo>
                    <a:pt x="151382" y="6176922"/>
                  </a:lnTo>
                  <a:lnTo>
                    <a:pt x="151476" y="6176922"/>
                  </a:lnTo>
                  <a:lnTo>
                    <a:pt x="151570" y="6176922"/>
                  </a:lnTo>
                  <a:lnTo>
                    <a:pt x="151664" y="6176922"/>
                  </a:lnTo>
                  <a:lnTo>
                    <a:pt x="151758" y="6176922"/>
                  </a:lnTo>
                  <a:lnTo>
                    <a:pt x="151852" y="6176922"/>
                  </a:lnTo>
                  <a:lnTo>
                    <a:pt x="151946" y="6176922"/>
                  </a:lnTo>
                  <a:lnTo>
                    <a:pt x="152040" y="6176922"/>
                  </a:lnTo>
                  <a:lnTo>
                    <a:pt x="152134" y="6176922"/>
                  </a:lnTo>
                  <a:lnTo>
                    <a:pt x="152228" y="6176922"/>
                  </a:lnTo>
                  <a:lnTo>
                    <a:pt x="152322" y="6176922"/>
                  </a:lnTo>
                  <a:lnTo>
                    <a:pt x="152417" y="6176922"/>
                  </a:lnTo>
                  <a:lnTo>
                    <a:pt x="152511" y="6176922"/>
                  </a:lnTo>
                  <a:lnTo>
                    <a:pt x="152605" y="6176922"/>
                  </a:lnTo>
                  <a:lnTo>
                    <a:pt x="152699" y="6176922"/>
                  </a:lnTo>
                  <a:lnTo>
                    <a:pt x="152793" y="6176922"/>
                  </a:lnTo>
                  <a:lnTo>
                    <a:pt x="152887" y="6176922"/>
                  </a:lnTo>
                  <a:lnTo>
                    <a:pt x="152887" y="6171643"/>
                  </a:lnTo>
                  <a:lnTo>
                    <a:pt x="152981" y="6171643"/>
                  </a:lnTo>
                  <a:lnTo>
                    <a:pt x="153075" y="6171643"/>
                  </a:lnTo>
                  <a:lnTo>
                    <a:pt x="153169" y="6171643"/>
                  </a:lnTo>
                  <a:lnTo>
                    <a:pt x="153263" y="6171643"/>
                  </a:lnTo>
                  <a:lnTo>
                    <a:pt x="153357" y="6171643"/>
                  </a:lnTo>
                  <a:lnTo>
                    <a:pt x="153451" y="6171643"/>
                  </a:lnTo>
                  <a:lnTo>
                    <a:pt x="153545" y="6171643"/>
                  </a:lnTo>
                  <a:lnTo>
                    <a:pt x="153639" y="6171643"/>
                  </a:lnTo>
                  <a:lnTo>
                    <a:pt x="153733" y="6171643"/>
                  </a:lnTo>
                  <a:lnTo>
                    <a:pt x="153827" y="6171643"/>
                  </a:lnTo>
                  <a:lnTo>
                    <a:pt x="153921" y="6171643"/>
                  </a:lnTo>
                  <a:lnTo>
                    <a:pt x="154015" y="6171643"/>
                  </a:lnTo>
                  <a:lnTo>
                    <a:pt x="154109" y="6171643"/>
                  </a:lnTo>
                  <a:lnTo>
                    <a:pt x="154203" y="6171643"/>
                  </a:lnTo>
                  <a:lnTo>
                    <a:pt x="154297" y="6171643"/>
                  </a:lnTo>
                  <a:lnTo>
                    <a:pt x="154391" y="6171643"/>
                  </a:lnTo>
                  <a:lnTo>
                    <a:pt x="154485" y="6171643"/>
                  </a:lnTo>
                  <a:lnTo>
                    <a:pt x="154579" y="6171643"/>
                  </a:lnTo>
                  <a:lnTo>
                    <a:pt x="154673" y="6171643"/>
                  </a:lnTo>
                  <a:lnTo>
                    <a:pt x="154767" y="6171643"/>
                  </a:lnTo>
                  <a:lnTo>
                    <a:pt x="154861" y="6171643"/>
                  </a:lnTo>
                  <a:lnTo>
                    <a:pt x="154955" y="6171643"/>
                  </a:lnTo>
                  <a:lnTo>
                    <a:pt x="155049" y="6171643"/>
                  </a:lnTo>
                  <a:lnTo>
                    <a:pt x="155143" y="6171643"/>
                  </a:lnTo>
                  <a:lnTo>
                    <a:pt x="155237" y="6171643"/>
                  </a:lnTo>
                  <a:lnTo>
                    <a:pt x="155331" y="6171643"/>
                  </a:lnTo>
                  <a:lnTo>
                    <a:pt x="155425" y="6171643"/>
                  </a:lnTo>
                  <a:lnTo>
                    <a:pt x="155519" y="6171643"/>
                  </a:lnTo>
                  <a:lnTo>
                    <a:pt x="155613" y="6171643"/>
                  </a:lnTo>
                  <a:lnTo>
                    <a:pt x="155707" y="6171643"/>
                  </a:lnTo>
                  <a:lnTo>
                    <a:pt x="155801" y="6171643"/>
                  </a:lnTo>
                  <a:lnTo>
                    <a:pt x="155895" y="6171643"/>
                  </a:lnTo>
                  <a:lnTo>
                    <a:pt x="155990" y="6171643"/>
                  </a:lnTo>
                  <a:lnTo>
                    <a:pt x="156084" y="6171643"/>
                  </a:lnTo>
                  <a:lnTo>
                    <a:pt x="156178" y="6171643"/>
                  </a:lnTo>
                  <a:lnTo>
                    <a:pt x="156272" y="6171643"/>
                  </a:lnTo>
                  <a:lnTo>
                    <a:pt x="156366" y="6171643"/>
                  </a:lnTo>
                  <a:lnTo>
                    <a:pt x="156460" y="6171643"/>
                  </a:lnTo>
                  <a:lnTo>
                    <a:pt x="156554" y="6171643"/>
                  </a:lnTo>
                  <a:lnTo>
                    <a:pt x="156648" y="6171643"/>
                  </a:lnTo>
                  <a:lnTo>
                    <a:pt x="156742" y="6171643"/>
                  </a:lnTo>
                  <a:lnTo>
                    <a:pt x="156836" y="6171643"/>
                  </a:lnTo>
                  <a:lnTo>
                    <a:pt x="156930" y="6171643"/>
                  </a:lnTo>
                  <a:lnTo>
                    <a:pt x="157024" y="6171643"/>
                  </a:lnTo>
                  <a:lnTo>
                    <a:pt x="157118" y="6171643"/>
                  </a:lnTo>
                  <a:lnTo>
                    <a:pt x="157212" y="6171643"/>
                  </a:lnTo>
                  <a:lnTo>
                    <a:pt x="157306" y="6171643"/>
                  </a:lnTo>
                  <a:lnTo>
                    <a:pt x="157400" y="6171643"/>
                  </a:lnTo>
                  <a:lnTo>
                    <a:pt x="157494" y="6171643"/>
                  </a:lnTo>
                  <a:lnTo>
                    <a:pt x="157588" y="6171643"/>
                  </a:lnTo>
                  <a:lnTo>
                    <a:pt x="157682" y="6171643"/>
                  </a:lnTo>
                  <a:lnTo>
                    <a:pt x="157776" y="6171643"/>
                  </a:lnTo>
                  <a:lnTo>
                    <a:pt x="157870" y="6171643"/>
                  </a:lnTo>
                  <a:lnTo>
                    <a:pt x="157964" y="6171643"/>
                  </a:lnTo>
                  <a:lnTo>
                    <a:pt x="158058" y="6171643"/>
                  </a:lnTo>
                  <a:lnTo>
                    <a:pt x="158152" y="6171643"/>
                  </a:lnTo>
                  <a:lnTo>
                    <a:pt x="158246" y="6171643"/>
                  </a:lnTo>
                  <a:lnTo>
                    <a:pt x="158340" y="6171643"/>
                  </a:lnTo>
                  <a:lnTo>
                    <a:pt x="158434" y="6171643"/>
                  </a:lnTo>
                  <a:lnTo>
                    <a:pt x="158528" y="6171643"/>
                  </a:lnTo>
                  <a:lnTo>
                    <a:pt x="158622" y="6171643"/>
                  </a:lnTo>
                  <a:lnTo>
                    <a:pt x="158716" y="6171643"/>
                  </a:lnTo>
                  <a:lnTo>
                    <a:pt x="158810" y="6171643"/>
                  </a:lnTo>
                  <a:lnTo>
                    <a:pt x="158904" y="6171643"/>
                  </a:lnTo>
                  <a:lnTo>
                    <a:pt x="158998" y="6171643"/>
                  </a:lnTo>
                  <a:lnTo>
                    <a:pt x="159092" y="6171643"/>
                  </a:lnTo>
                  <a:lnTo>
                    <a:pt x="159186" y="6171643"/>
                  </a:lnTo>
                  <a:lnTo>
                    <a:pt x="159280" y="6171643"/>
                  </a:lnTo>
                  <a:lnTo>
                    <a:pt x="159374" y="6171643"/>
                  </a:lnTo>
                  <a:lnTo>
                    <a:pt x="159468" y="6171643"/>
                  </a:lnTo>
                  <a:lnTo>
                    <a:pt x="159468" y="6166364"/>
                  </a:lnTo>
                  <a:lnTo>
                    <a:pt x="159563" y="6166364"/>
                  </a:lnTo>
                  <a:lnTo>
                    <a:pt x="159657" y="6166364"/>
                  </a:lnTo>
                  <a:lnTo>
                    <a:pt x="159751" y="6166364"/>
                  </a:lnTo>
                  <a:lnTo>
                    <a:pt x="159845" y="6166364"/>
                  </a:lnTo>
                  <a:lnTo>
                    <a:pt x="159939" y="6166364"/>
                  </a:lnTo>
                  <a:lnTo>
                    <a:pt x="160033" y="6166364"/>
                  </a:lnTo>
                  <a:lnTo>
                    <a:pt x="160127" y="6166364"/>
                  </a:lnTo>
                  <a:lnTo>
                    <a:pt x="160221" y="6166364"/>
                  </a:lnTo>
                  <a:lnTo>
                    <a:pt x="160315" y="6166364"/>
                  </a:lnTo>
                  <a:lnTo>
                    <a:pt x="160409" y="6166364"/>
                  </a:lnTo>
                  <a:lnTo>
                    <a:pt x="160503" y="6166364"/>
                  </a:lnTo>
                  <a:lnTo>
                    <a:pt x="160597" y="6166364"/>
                  </a:lnTo>
                  <a:lnTo>
                    <a:pt x="160691" y="6166364"/>
                  </a:lnTo>
                  <a:lnTo>
                    <a:pt x="160785" y="6166364"/>
                  </a:lnTo>
                  <a:lnTo>
                    <a:pt x="160879" y="6166364"/>
                  </a:lnTo>
                  <a:lnTo>
                    <a:pt x="160973" y="6166364"/>
                  </a:lnTo>
                  <a:lnTo>
                    <a:pt x="161067" y="6166364"/>
                  </a:lnTo>
                  <a:lnTo>
                    <a:pt x="161161" y="6166364"/>
                  </a:lnTo>
                  <a:lnTo>
                    <a:pt x="161255" y="6166364"/>
                  </a:lnTo>
                  <a:lnTo>
                    <a:pt x="161349" y="6166364"/>
                  </a:lnTo>
                  <a:lnTo>
                    <a:pt x="161443" y="6166364"/>
                  </a:lnTo>
                  <a:lnTo>
                    <a:pt x="161537" y="6166364"/>
                  </a:lnTo>
                  <a:lnTo>
                    <a:pt x="161631" y="6166364"/>
                  </a:lnTo>
                  <a:lnTo>
                    <a:pt x="161725" y="6166364"/>
                  </a:lnTo>
                  <a:lnTo>
                    <a:pt x="161819" y="6166364"/>
                  </a:lnTo>
                  <a:lnTo>
                    <a:pt x="161913" y="6166364"/>
                  </a:lnTo>
                  <a:lnTo>
                    <a:pt x="162007" y="6166364"/>
                  </a:lnTo>
                  <a:lnTo>
                    <a:pt x="162101" y="6166364"/>
                  </a:lnTo>
                  <a:lnTo>
                    <a:pt x="162195" y="6166364"/>
                  </a:lnTo>
                  <a:lnTo>
                    <a:pt x="162195" y="6161084"/>
                  </a:lnTo>
                  <a:lnTo>
                    <a:pt x="162289" y="6161084"/>
                  </a:lnTo>
                  <a:lnTo>
                    <a:pt x="162383" y="6161084"/>
                  </a:lnTo>
                  <a:lnTo>
                    <a:pt x="162477" y="6161084"/>
                  </a:lnTo>
                  <a:lnTo>
                    <a:pt x="162571" y="6161084"/>
                  </a:lnTo>
                  <a:lnTo>
                    <a:pt x="162665" y="6161084"/>
                  </a:lnTo>
                  <a:lnTo>
                    <a:pt x="162759" y="6161084"/>
                  </a:lnTo>
                  <a:lnTo>
                    <a:pt x="162853" y="6161084"/>
                  </a:lnTo>
                  <a:lnTo>
                    <a:pt x="162947" y="6161084"/>
                  </a:lnTo>
                  <a:lnTo>
                    <a:pt x="163042" y="6161084"/>
                  </a:lnTo>
                  <a:lnTo>
                    <a:pt x="163136" y="6161084"/>
                  </a:lnTo>
                  <a:lnTo>
                    <a:pt x="163230" y="6161084"/>
                  </a:lnTo>
                  <a:lnTo>
                    <a:pt x="163324" y="6161084"/>
                  </a:lnTo>
                  <a:lnTo>
                    <a:pt x="163418" y="6161084"/>
                  </a:lnTo>
                  <a:lnTo>
                    <a:pt x="163512" y="6161084"/>
                  </a:lnTo>
                  <a:lnTo>
                    <a:pt x="163606" y="6161084"/>
                  </a:lnTo>
                  <a:lnTo>
                    <a:pt x="163700" y="6161084"/>
                  </a:lnTo>
                  <a:lnTo>
                    <a:pt x="163794" y="6161084"/>
                  </a:lnTo>
                  <a:lnTo>
                    <a:pt x="163888" y="6161084"/>
                  </a:lnTo>
                  <a:lnTo>
                    <a:pt x="163982" y="6161084"/>
                  </a:lnTo>
                  <a:lnTo>
                    <a:pt x="164076" y="6161084"/>
                  </a:lnTo>
                  <a:lnTo>
                    <a:pt x="164170" y="6161084"/>
                  </a:lnTo>
                  <a:lnTo>
                    <a:pt x="164264" y="6161084"/>
                  </a:lnTo>
                  <a:lnTo>
                    <a:pt x="164358" y="6161084"/>
                  </a:lnTo>
                  <a:lnTo>
                    <a:pt x="164452" y="6161084"/>
                  </a:lnTo>
                  <a:lnTo>
                    <a:pt x="164546" y="6161084"/>
                  </a:lnTo>
                  <a:lnTo>
                    <a:pt x="164640" y="6161084"/>
                  </a:lnTo>
                  <a:lnTo>
                    <a:pt x="164734" y="6161084"/>
                  </a:lnTo>
                  <a:lnTo>
                    <a:pt x="164828" y="6161084"/>
                  </a:lnTo>
                  <a:lnTo>
                    <a:pt x="164922" y="6161084"/>
                  </a:lnTo>
                  <a:lnTo>
                    <a:pt x="165016" y="6161084"/>
                  </a:lnTo>
                  <a:lnTo>
                    <a:pt x="165110" y="6161084"/>
                  </a:lnTo>
                  <a:lnTo>
                    <a:pt x="165204" y="6161084"/>
                  </a:lnTo>
                  <a:lnTo>
                    <a:pt x="165298" y="6161084"/>
                  </a:lnTo>
                  <a:lnTo>
                    <a:pt x="165392" y="6161084"/>
                  </a:lnTo>
                  <a:lnTo>
                    <a:pt x="165486" y="6161084"/>
                  </a:lnTo>
                  <a:lnTo>
                    <a:pt x="165580" y="6161084"/>
                  </a:lnTo>
                  <a:lnTo>
                    <a:pt x="165674" y="6161084"/>
                  </a:lnTo>
                  <a:lnTo>
                    <a:pt x="165768" y="6161084"/>
                  </a:lnTo>
                  <a:lnTo>
                    <a:pt x="165862" y="6161084"/>
                  </a:lnTo>
                  <a:lnTo>
                    <a:pt x="165956" y="6161084"/>
                  </a:lnTo>
                  <a:lnTo>
                    <a:pt x="166050" y="6161084"/>
                  </a:lnTo>
                  <a:lnTo>
                    <a:pt x="166144" y="6161084"/>
                  </a:lnTo>
                  <a:lnTo>
                    <a:pt x="166238" y="6161084"/>
                  </a:lnTo>
                  <a:lnTo>
                    <a:pt x="166332" y="6161084"/>
                  </a:lnTo>
                  <a:lnTo>
                    <a:pt x="166426" y="6161084"/>
                  </a:lnTo>
                  <a:lnTo>
                    <a:pt x="166520" y="6161084"/>
                  </a:lnTo>
                  <a:lnTo>
                    <a:pt x="166615" y="6161084"/>
                  </a:lnTo>
                  <a:lnTo>
                    <a:pt x="166709" y="6161084"/>
                  </a:lnTo>
                  <a:lnTo>
                    <a:pt x="166803" y="6161084"/>
                  </a:lnTo>
                  <a:lnTo>
                    <a:pt x="166897" y="6161084"/>
                  </a:lnTo>
                  <a:lnTo>
                    <a:pt x="166991" y="6161084"/>
                  </a:lnTo>
                  <a:lnTo>
                    <a:pt x="167085" y="6161084"/>
                  </a:lnTo>
                  <a:lnTo>
                    <a:pt x="167179" y="6161084"/>
                  </a:lnTo>
                  <a:lnTo>
                    <a:pt x="167273" y="6161084"/>
                  </a:lnTo>
                  <a:lnTo>
                    <a:pt x="167367" y="6161084"/>
                  </a:lnTo>
                  <a:lnTo>
                    <a:pt x="167461" y="6161084"/>
                  </a:lnTo>
                  <a:lnTo>
                    <a:pt x="167555" y="6161084"/>
                  </a:lnTo>
                  <a:lnTo>
                    <a:pt x="167649" y="6161084"/>
                  </a:lnTo>
                  <a:lnTo>
                    <a:pt x="167743" y="6161084"/>
                  </a:lnTo>
                  <a:lnTo>
                    <a:pt x="167837" y="6161084"/>
                  </a:lnTo>
                  <a:lnTo>
                    <a:pt x="167931" y="6161084"/>
                  </a:lnTo>
                  <a:lnTo>
                    <a:pt x="168025" y="6161084"/>
                  </a:lnTo>
                  <a:lnTo>
                    <a:pt x="168119" y="6161084"/>
                  </a:lnTo>
                  <a:lnTo>
                    <a:pt x="168213" y="6161084"/>
                  </a:lnTo>
                  <a:lnTo>
                    <a:pt x="168307" y="6161084"/>
                  </a:lnTo>
                  <a:lnTo>
                    <a:pt x="168401" y="6161084"/>
                  </a:lnTo>
                  <a:lnTo>
                    <a:pt x="168495" y="6161084"/>
                  </a:lnTo>
                  <a:lnTo>
                    <a:pt x="168589" y="6161084"/>
                  </a:lnTo>
                  <a:lnTo>
                    <a:pt x="168683" y="6161084"/>
                  </a:lnTo>
                  <a:lnTo>
                    <a:pt x="168777" y="6161084"/>
                  </a:lnTo>
                  <a:lnTo>
                    <a:pt x="168871" y="6161084"/>
                  </a:lnTo>
                  <a:lnTo>
                    <a:pt x="168965" y="6161084"/>
                  </a:lnTo>
                  <a:lnTo>
                    <a:pt x="169059" y="6161084"/>
                  </a:lnTo>
                  <a:lnTo>
                    <a:pt x="169153" y="6161084"/>
                  </a:lnTo>
                  <a:lnTo>
                    <a:pt x="169247" y="6161084"/>
                  </a:lnTo>
                  <a:lnTo>
                    <a:pt x="169341" y="6161084"/>
                  </a:lnTo>
                  <a:lnTo>
                    <a:pt x="169435" y="6161084"/>
                  </a:lnTo>
                  <a:lnTo>
                    <a:pt x="169529" y="6161084"/>
                  </a:lnTo>
                  <a:lnTo>
                    <a:pt x="169623" y="6161084"/>
                  </a:lnTo>
                  <a:lnTo>
                    <a:pt x="169717" y="6161084"/>
                  </a:lnTo>
                  <a:lnTo>
                    <a:pt x="169811" y="6161084"/>
                  </a:lnTo>
                  <a:lnTo>
                    <a:pt x="169905" y="6161084"/>
                  </a:lnTo>
                  <a:lnTo>
                    <a:pt x="169999" y="6161084"/>
                  </a:lnTo>
                  <a:lnTo>
                    <a:pt x="170093" y="6161084"/>
                  </a:lnTo>
                  <a:lnTo>
                    <a:pt x="170188" y="6161084"/>
                  </a:lnTo>
                  <a:lnTo>
                    <a:pt x="170282" y="6161084"/>
                  </a:lnTo>
                  <a:lnTo>
                    <a:pt x="170376" y="6161084"/>
                  </a:lnTo>
                  <a:lnTo>
                    <a:pt x="170470" y="6161084"/>
                  </a:lnTo>
                  <a:lnTo>
                    <a:pt x="170564" y="6161084"/>
                  </a:lnTo>
                  <a:lnTo>
                    <a:pt x="170658" y="6161084"/>
                  </a:lnTo>
                  <a:lnTo>
                    <a:pt x="170752" y="6161084"/>
                  </a:lnTo>
                  <a:lnTo>
                    <a:pt x="170846" y="6161084"/>
                  </a:lnTo>
                  <a:lnTo>
                    <a:pt x="170940" y="6161084"/>
                  </a:lnTo>
                  <a:lnTo>
                    <a:pt x="171034" y="6161084"/>
                  </a:lnTo>
                  <a:lnTo>
                    <a:pt x="171128" y="6161084"/>
                  </a:lnTo>
                  <a:lnTo>
                    <a:pt x="171222" y="6161084"/>
                  </a:lnTo>
                  <a:lnTo>
                    <a:pt x="171316" y="6161084"/>
                  </a:lnTo>
                  <a:lnTo>
                    <a:pt x="171410" y="6161084"/>
                  </a:lnTo>
                  <a:lnTo>
                    <a:pt x="171504" y="6161084"/>
                  </a:lnTo>
                  <a:lnTo>
                    <a:pt x="171598" y="6161084"/>
                  </a:lnTo>
                  <a:lnTo>
                    <a:pt x="171692" y="6161084"/>
                  </a:lnTo>
                  <a:lnTo>
                    <a:pt x="171786" y="6161084"/>
                  </a:lnTo>
                  <a:lnTo>
                    <a:pt x="171880" y="6161084"/>
                  </a:lnTo>
                  <a:lnTo>
                    <a:pt x="171974" y="6161084"/>
                  </a:lnTo>
                  <a:lnTo>
                    <a:pt x="172068" y="6161084"/>
                  </a:lnTo>
                  <a:lnTo>
                    <a:pt x="172162" y="6161084"/>
                  </a:lnTo>
                  <a:lnTo>
                    <a:pt x="172256" y="6161084"/>
                  </a:lnTo>
                  <a:lnTo>
                    <a:pt x="172350" y="6161084"/>
                  </a:lnTo>
                  <a:lnTo>
                    <a:pt x="172444" y="6161084"/>
                  </a:lnTo>
                  <a:lnTo>
                    <a:pt x="172538" y="6161084"/>
                  </a:lnTo>
                  <a:lnTo>
                    <a:pt x="172632" y="6161084"/>
                  </a:lnTo>
                  <a:lnTo>
                    <a:pt x="172632" y="6155805"/>
                  </a:lnTo>
                  <a:lnTo>
                    <a:pt x="172726" y="6155805"/>
                  </a:lnTo>
                  <a:lnTo>
                    <a:pt x="172820" y="6155805"/>
                  </a:lnTo>
                  <a:lnTo>
                    <a:pt x="172914" y="6155805"/>
                  </a:lnTo>
                  <a:lnTo>
                    <a:pt x="173008" y="6155805"/>
                  </a:lnTo>
                  <a:lnTo>
                    <a:pt x="173102" y="6155805"/>
                  </a:lnTo>
                  <a:lnTo>
                    <a:pt x="173196" y="6155805"/>
                  </a:lnTo>
                  <a:lnTo>
                    <a:pt x="173290" y="6155805"/>
                  </a:lnTo>
                  <a:lnTo>
                    <a:pt x="173384" y="6155805"/>
                  </a:lnTo>
                  <a:lnTo>
                    <a:pt x="173478" y="6155805"/>
                  </a:lnTo>
                  <a:lnTo>
                    <a:pt x="173572" y="6155805"/>
                  </a:lnTo>
                  <a:lnTo>
                    <a:pt x="173667" y="6155805"/>
                  </a:lnTo>
                  <a:lnTo>
                    <a:pt x="173761" y="6155805"/>
                  </a:lnTo>
                  <a:lnTo>
                    <a:pt x="173855" y="6155805"/>
                  </a:lnTo>
                  <a:lnTo>
                    <a:pt x="173949" y="6155805"/>
                  </a:lnTo>
                  <a:lnTo>
                    <a:pt x="174043" y="6155805"/>
                  </a:lnTo>
                  <a:lnTo>
                    <a:pt x="174137" y="6155805"/>
                  </a:lnTo>
                  <a:lnTo>
                    <a:pt x="174231" y="6155805"/>
                  </a:lnTo>
                  <a:lnTo>
                    <a:pt x="174325" y="6155805"/>
                  </a:lnTo>
                  <a:lnTo>
                    <a:pt x="174419" y="6155805"/>
                  </a:lnTo>
                  <a:lnTo>
                    <a:pt x="174419" y="6150525"/>
                  </a:lnTo>
                  <a:lnTo>
                    <a:pt x="174513" y="6150525"/>
                  </a:lnTo>
                  <a:lnTo>
                    <a:pt x="174607" y="6150525"/>
                  </a:lnTo>
                  <a:lnTo>
                    <a:pt x="174701" y="6150525"/>
                  </a:lnTo>
                  <a:lnTo>
                    <a:pt x="174795" y="6150525"/>
                  </a:lnTo>
                  <a:lnTo>
                    <a:pt x="174889" y="6150525"/>
                  </a:lnTo>
                  <a:lnTo>
                    <a:pt x="174983" y="6150525"/>
                  </a:lnTo>
                  <a:lnTo>
                    <a:pt x="175077" y="6150525"/>
                  </a:lnTo>
                  <a:lnTo>
                    <a:pt x="175171" y="6150525"/>
                  </a:lnTo>
                  <a:lnTo>
                    <a:pt x="175265" y="6150525"/>
                  </a:lnTo>
                  <a:lnTo>
                    <a:pt x="175359" y="6150525"/>
                  </a:lnTo>
                  <a:lnTo>
                    <a:pt x="175453" y="6150525"/>
                  </a:lnTo>
                  <a:lnTo>
                    <a:pt x="175547" y="6150525"/>
                  </a:lnTo>
                  <a:lnTo>
                    <a:pt x="175641" y="6150525"/>
                  </a:lnTo>
                  <a:lnTo>
                    <a:pt x="175735" y="6150525"/>
                  </a:lnTo>
                  <a:lnTo>
                    <a:pt x="175829" y="6150525"/>
                  </a:lnTo>
                  <a:lnTo>
                    <a:pt x="175923" y="6150525"/>
                  </a:lnTo>
                  <a:lnTo>
                    <a:pt x="176017" y="6150525"/>
                  </a:lnTo>
                  <a:lnTo>
                    <a:pt x="176111" y="6150525"/>
                  </a:lnTo>
                  <a:lnTo>
                    <a:pt x="176111" y="6145246"/>
                  </a:lnTo>
                  <a:lnTo>
                    <a:pt x="176205" y="6145246"/>
                  </a:lnTo>
                  <a:lnTo>
                    <a:pt x="176299" y="6145246"/>
                  </a:lnTo>
                  <a:lnTo>
                    <a:pt x="176393" y="6145246"/>
                  </a:lnTo>
                  <a:lnTo>
                    <a:pt x="176487" y="6145246"/>
                  </a:lnTo>
                  <a:lnTo>
                    <a:pt x="176581" y="6145246"/>
                  </a:lnTo>
                  <a:lnTo>
                    <a:pt x="176675" y="6145246"/>
                  </a:lnTo>
                  <a:lnTo>
                    <a:pt x="176769" y="6145246"/>
                  </a:lnTo>
                  <a:lnTo>
                    <a:pt x="176863" y="6145246"/>
                  </a:lnTo>
                  <a:lnTo>
                    <a:pt x="176957" y="6145246"/>
                  </a:lnTo>
                  <a:lnTo>
                    <a:pt x="177051" y="6145246"/>
                  </a:lnTo>
                  <a:lnTo>
                    <a:pt x="177145" y="6145246"/>
                  </a:lnTo>
                  <a:lnTo>
                    <a:pt x="177240" y="6145246"/>
                  </a:lnTo>
                  <a:lnTo>
                    <a:pt x="177334" y="6145246"/>
                  </a:lnTo>
                  <a:lnTo>
                    <a:pt x="177428" y="6145246"/>
                  </a:lnTo>
                  <a:lnTo>
                    <a:pt x="177522" y="6145246"/>
                  </a:lnTo>
                  <a:lnTo>
                    <a:pt x="177616" y="6145246"/>
                  </a:lnTo>
                  <a:lnTo>
                    <a:pt x="177710" y="6145246"/>
                  </a:lnTo>
                  <a:lnTo>
                    <a:pt x="177804" y="6145246"/>
                  </a:lnTo>
                  <a:lnTo>
                    <a:pt x="177898" y="6145246"/>
                  </a:lnTo>
                  <a:lnTo>
                    <a:pt x="177992" y="6145246"/>
                  </a:lnTo>
                  <a:lnTo>
                    <a:pt x="178086" y="6145246"/>
                  </a:lnTo>
                  <a:lnTo>
                    <a:pt x="178180" y="6145246"/>
                  </a:lnTo>
                  <a:lnTo>
                    <a:pt x="178274" y="6145246"/>
                  </a:lnTo>
                  <a:lnTo>
                    <a:pt x="178368" y="6145246"/>
                  </a:lnTo>
                  <a:lnTo>
                    <a:pt x="178462" y="6145246"/>
                  </a:lnTo>
                  <a:lnTo>
                    <a:pt x="178556" y="6145246"/>
                  </a:lnTo>
                  <a:lnTo>
                    <a:pt x="178650" y="6145246"/>
                  </a:lnTo>
                  <a:lnTo>
                    <a:pt x="178744" y="6145246"/>
                  </a:lnTo>
                  <a:lnTo>
                    <a:pt x="178838" y="6145246"/>
                  </a:lnTo>
                  <a:lnTo>
                    <a:pt x="178932" y="6145246"/>
                  </a:lnTo>
                  <a:lnTo>
                    <a:pt x="179026" y="6145246"/>
                  </a:lnTo>
                  <a:lnTo>
                    <a:pt x="179120" y="6145246"/>
                  </a:lnTo>
                  <a:lnTo>
                    <a:pt x="179214" y="6145246"/>
                  </a:lnTo>
                  <a:lnTo>
                    <a:pt x="179308" y="6145246"/>
                  </a:lnTo>
                  <a:lnTo>
                    <a:pt x="179402" y="6145246"/>
                  </a:lnTo>
                  <a:lnTo>
                    <a:pt x="179496" y="6145246"/>
                  </a:lnTo>
                  <a:lnTo>
                    <a:pt x="179590" y="6145246"/>
                  </a:lnTo>
                  <a:lnTo>
                    <a:pt x="179684" y="6145246"/>
                  </a:lnTo>
                  <a:lnTo>
                    <a:pt x="179778" y="6145246"/>
                  </a:lnTo>
                  <a:lnTo>
                    <a:pt x="179872" y="6145246"/>
                  </a:lnTo>
                  <a:lnTo>
                    <a:pt x="179966" y="6145246"/>
                  </a:lnTo>
                  <a:lnTo>
                    <a:pt x="180060" y="6145246"/>
                  </a:lnTo>
                  <a:lnTo>
                    <a:pt x="180154" y="6145246"/>
                  </a:lnTo>
                  <a:lnTo>
                    <a:pt x="180248" y="6145246"/>
                  </a:lnTo>
                  <a:lnTo>
                    <a:pt x="180342" y="6145246"/>
                  </a:lnTo>
                  <a:lnTo>
                    <a:pt x="180342" y="6139967"/>
                  </a:lnTo>
                  <a:lnTo>
                    <a:pt x="180436" y="6139967"/>
                  </a:lnTo>
                  <a:lnTo>
                    <a:pt x="180530" y="6139967"/>
                  </a:lnTo>
                  <a:lnTo>
                    <a:pt x="180624" y="6139967"/>
                  </a:lnTo>
                  <a:lnTo>
                    <a:pt x="180718" y="6139967"/>
                  </a:lnTo>
                  <a:lnTo>
                    <a:pt x="180813" y="6139967"/>
                  </a:lnTo>
                  <a:lnTo>
                    <a:pt x="180907" y="6139967"/>
                  </a:lnTo>
                  <a:lnTo>
                    <a:pt x="181001" y="6139967"/>
                  </a:lnTo>
                  <a:lnTo>
                    <a:pt x="181095" y="6139967"/>
                  </a:lnTo>
                  <a:lnTo>
                    <a:pt x="181189" y="6139967"/>
                  </a:lnTo>
                  <a:lnTo>
                    <a:pt x="181283" y="6139967"/>
                  </a:lnTo>
                  <a:lnTo>
                    <a:pt x="181377" y="6139967"/>
                  </a:lnTo>
                  <a:lnTo>
                    <a:pt x="181471" y="6139967"/>
                  </a:lnTo>
                  <a:lnTo>
                    <a:pt x="181565" y="6139967"/>
                  </a:lnTo>
                  <a:lnTo>
                    <a:pt x="181659" y="6139967"/>
                  </a:lnTo>
                  <a:lnTo>
                    <a:pt x="181753" y="6139967"/>
                  </a:lnTo>
                  <a:lnTo>
                    <a:pt x="181847" y="6139967"/>
                  </a:lnTo>
                  <a:lnTo>
                    <a:pt x="181941" y="6139967"/>
                  </a:lnTo>
                  <a:lnTo>
                    <a:pt x="182035" y="6139967"/>
                  </a:lnTo>
                  <a:lnTo>
                    <a:pt x="182129" y="6139967"/>
                  </a:lnTo>
                  <a:lnTo>
                    <a:pt x="182223" y="6139967"/>
                  </a:lnTo>
                  <a:lnTo>
                    <a:pt x="182317" y="6139967"/>
                  </a:lnTo>
                  <a:lnTo>
                    <a:pt x="182411" y="6139967"/>
                  </a:lnTo>
                  <a:lnTo>
                    <a:pt x="182505" y="6139967"/>
                  </a:lnTo>
                  <a:lnTo>
                    <a:pt x="182599" y="6139967"/>
                  </a:lnTo>
                  <a:lnTo>
                    <a:pt x="182693" y="6139967"/>
                  </a:lnTo>
                  <a:lnTo>
                    <a:pt x="182787" y="6139967"/>
                  </a:lnTo>
                  <a:lnTo>
                    <a:pt x="182881" y="6139967"/>
                  </a:lnTo>
                  <a:lnTo>
                    <a:pt x="182975" y="6139967"/>
                  </a:lnTo>
                  <a:lnTo>
                    <a:pt x="183069" y="6139967"/>
                  </a:lnTo>
                  <a:lnTo>
                    <a:pt x="183163" y="6139967"/>
                  </a:lnTo>
                  <a:lnTo>
                    <a:pt x="183257" y="6139967"/>
                  </a:lnTo>
                  <a:lnTo>
                    <a:pt x="183351" y="6139967"/>
                  </a:lnTo>
                  <a:lnTo>
                    <a:pt x="183445" y="6139967"/>
                  </a:lnTo>
                  <a:lnTo>
                    <a:pt x="183539" y="6139967"/>
                  </a:lnTo>
                  <a:lnTo>
                    <a:pt x="183633" y="6139967"/>
                  </a:lnTo>
                  <a:lnTo>
                    <a:pt x="183727" y="6139967"/>
                  </a:lnTo>
                  <a:lnTo>
                    <a:pt x="183821" y="6139967"/>
                  </a:lnTo>
                  <a:lnTo>
                    <a:pt x="183915" y="6139967"/>
                  </a:lnTo>
                  <a:lnTo>
                    <a:pt x="184009" y="6139967"/>
                  </a:lnTo>
                  <a:lnTo>
                    <a:pt x="184103" y="6139967"/>
                  </a:lnTo>
                  <a:lnTo>
                    <a:pt x="184197" y="6139967"/>
                  </a:lnTo>
                  <a:lnTo>
                    <a:pt x="184291" y="6139967"/>
                  </a:lnTo>
                  <a:lnTo>
                    <a:pt x="184386" y="6139967"/>
                  </a:lnTo>
                  <a:lnTo>
                    <a:pt x="184480" y="6139967"/>
                  </a:lnTo>
                  <a:lnTo>
                    <a:pt x="184574" y="6139967"/>
                  </a:lnTo>
                  <a:lnTo>
                    <a:pt x="184668" y="6139967"/>
                  </a:lnTo>
                  <a:lnTo>
                    <a:pt x="184762" y="6139967"/>
                  </a:lnTo>
                  <a:lnTo>
                    <a:pt x="184856" y="6139967"/>
                  </a:lnTo>
                  <a:lnTo>
                    <a:pt x="184950" y="6139967"/>
                  </a:lnTo>
                  <a:lnTo>
                    <a:pt x="185044" y="6139967"/>
                  </a:lnTo>
                  <a:lnTo>
                    <a:pt x="185138" y="6139967"/>
                  </a:lnTo>
                  <a:lnTo>
                    <a:pt x="185232" y="6139967"/>
                  </a:lnTo>
                  <a:lnTo>
                    <a:pt x="185326" y="6139967"/>
                  </a:lnTo>
                  <a:lnTo>
                    <a:pt x="185420" y="6139967"/>
                  </a:lnTo>
                  <a:lnTo>
                    <a:pt x="185514" y="6139967"/>
                  </a:lnTo>
                  <a:lnTo>
                    <a:pt x="185608" y="6139967"/>
                  </a:lnTo>
                  <a:lnTo>
                    <a:pt x="185702" y="6139967"/>
                  </a:lnTo>
                  <a:lnTo>
                    <a:pt x="185702" y="6134687"/>
                  </a:lnTo>
                  <a:lnTo>
                    <a:pt x="185796" y="6134687"/>
                  </a:lnTo>
                  <a:lnTo>
                    <a:pt x="185890" y="6134687"/>
                  </a:lnTo>
                  <a:lnTo>
                    <a:pt x="185984" y="6134687"/>
                  </a:lnTo>
                  <a:lnTo>
                    <a:pt x="186078" y="6134687"/>
                  </a:lnTo>
                  <a:lnTo>
                    <a:pt x="186172" y="6134687"/>
                  </a:lnTo>
                  <a:lnTo>
                    <a:pt x="186266" y="6134687"/>
                  </a:lnTo>
                  <a:lnTo>
                    <a:pt x="186360" y="6134687"/>
                  </a:lnTo>
                  <a:lnTo>
                    <a:pt x="186454" y="6134687"/>
                  </a:lnTo>
                  <a:lnTo>
                    <a:pt x="186548" y="6134687"/>
                  </a:lnTo>
                  <a:lnTo>
                    <a:pt x="186642" y="6134687"/>
                  </a:lnTo>
                  <a:lnTo>
                    <a:pt x="186736" y="6134687"/>
                  </a:lnTo>
                  <a:lnTo>
                    <a:pt x="186830" y="6134687"/>
                  </a:lnTo>
                  <a:lnTo>
                    <a:pt x="186924" y="6134687"/>
                  </a:lnTo>
                  <a:lnTo>
                    <a:pt x="187018" y="6134687"/>
                  </a:lnTo>
                  <a:lnTo>
                    <a:pt x="187112" y="6134687"/>
                  </a:lnTo>
                  <a:lnTo>
                    <a:pt x="187206" y="6134687"/>
                  </a:lnTo>
                  <a:lnTo>
                    <a:pt x="187300" y="6134687"/>
                  </a:lnTo>
                  <a:lnTo>
                    <a:pt x="187394" y="6134687"/>
                  </a:lnTo>
                  <a:lnTo>
                    <a:pt x="187488" y="6134687"/>
                  </a:lnTo>
                  <a:lnTo>
                    <a:pt x="187582" y="6134687"/>
                  </a:lnTo>
                  <a:lnTo>
                    <a:pt x="187676" y="6134687"/>
                  </a:lnTo>
                  <a:lnTo>
                    <a:pt x="187770" y="6134687"/>
                  </a:lnTo>
                  <a:lnTo>
                    <a:pt x="187865" y="6134687"/>
                  </a:lnTo>
                  <a:lnTo>
                    <a:pt x="187959" y="6134687"/>
                  </a:lnTo>
                  <a:lnTo>
                    <a:pt x="188053" y="6134687"/>
                  </a:lnTo>
                  <a:lnTo>
                    <a:pt x="188147" y="6134687"/>
                  </a:lnTo>
                  <a:lnTo>
                    <a:pt x="188241" y="6134687"/>
                  </a:lnTo>
                  <a:lnTo>
                    <a:pt x="188335" y="6134687"/>
                  </a:lnTo>
                  <a:lnTo>
                    <a:pt x="188429" y="6134687"/>
                  </a:lnTo>
                  <a:lnTo>
                    <a:pt x="188523" y="6134687"/>
                  </a:lnTo>
                  <a:lnTo>
                    <a:pt x="188617" y="6134687"/>
                  </a:lnTo>
                  <a:lnTo>
                    <a:pt x="188711" y="6134687"/>
                  </a:lnTo>
                  <a:lnTo>
                    <a:pt x="188805" y="6134687"/>
                  </a:lnTo>
                  <a:lnTo>
                    <a:pt x="188899" y="6134687"/>
                  </a:lnTo>
                  <a:lnTo>
                    <a:pt x="188993" y="6134687"/>
                  </a:lnTo>
                  <a:lnTo>
                    <a:pt x="188993" y="6129408"/>
                  </a:lnTo>
                  <a:lnTo>
                    <a:pt x="189087" y="6129408"/>
                  </a:lnTo>
                  <a:lnTo>
                    <a:pt x="189181" y="6129408"/>
                  </a:lnTo>
                  <a:lnTo>
                    <a:pt x="189275" y="6129408"/>
                  </a:lnTo>
                  <a:lnTo>
                    <a:pt x="189369" y="6129408"/>
                  </a:lnTo>
                  <a:lnTo>
                    <a:pt x="189463" y="6129408"/>
                  </a:lnTo>
                  <a:lnTo>
                    <a:pt x="189557" y="6129408"/>
                  </a:lnTo>
                  <a:lnTo>
                    <a:pt x="189651" y="6129408"/>
                  </a:lnTo>
                  <a:lnTo>
                    <a:pt x="189745" y="6129408"/>
                  </a:lnTo>
                  <a:lnTo>
                    <a:pt x="189839" y="6129408"/>
                  </a:lnTo>
                  <a:lnTo>
                    <a:pt x="189933" y="6129408"/>
                  </a:lnTo>
                  <a:lnTo>
                    <a:pt x="190027" y="6129408"/>
                  </a:lnTo>
                  <a:lnTo>
                    <a:pt x="190121" y="6129408"/>
                  </a:lnTo>
                  <a:lnTo>
                    <a:pt x="190215" y="6129408"/>
                  </a:lnTo>
                  <a:lnTo>
                    <a:pt x="190309" y="6129408"/>
                  </a:lnTo>
                  <a:lnTo>
                    <a:pt x="190403" y="6129408"/>
                  </a:lnTo>
                  <a:lnTo>
                    <a:pt x="190497" y="6129408"/>
                  </a:lnTo>
                  <a:lnTo>
                    <a:pt x="190591" y="6129408"/>
                  </a:lnTo>
                  <a:lnTo>
                    <a:pt x="190685" y="6129408"/>
                  </a:lnTo>
                  <a:lnTo>
                    <a:pt x="190685" y="6124128"/>
                  </a:lnTo>
                  <a:lnTo>
                    <a:pt x="190779" y="6124128"/>
                  </a:lnTo>
                  <a:lnTo>
                    <a:pt x="190873" y="6124128"/>
                  </a:lnTo>
                  <a:lnTo>
                    <a:pt x="190967" y="6124128"/>
                  </a:lnTo>
                  <a:lnTo>
                    <a:pt x="191061" y="6124128"/>
                  </a:lnTo>
                  <a:lnTo>
                    <a:pt x="191155" y="6124128"/>
                  </a:lnTo>
                  <a:lnTo>
                    <a:pt x="191249" y="6124128"/>
                  </a:lnTo>
                  <a:lnTo>
                    <a:pt x="191343" y="6124128"/>
                  </a:lnTo>
                  <a:lnTo>
                    <a:pt x="191438" y="6124128"/>
                  </a:lnTo>
                  <a:lnTo>
                    <a:pt x="191532" y="6124128"/>
                  </a:lnTo>
                  <a:lnTo>
                    <a:pt x="191626" y="6124128"/>
                  </a:lnTo>
                  <a:lnTo>
                    <a:pt x="191720" y="6124128"/>
                  </a:lnTo>
                  <a:lnTo>
                    <a:pt x="191814" y="6124128"/>
                  </a:lnTo>
                  <a:lnTo>
                    <a:pt x="191908" y="6124128"/>
                  </a:lnTo>
                  <a:lnTo>
                    <a:pt x="192002" y="6124128"/>
                  </a:lnTo>
                  <a:lnTo>
                    <a:pt x="192096" y="6124128"/>
                  </a:lnTo>
                  <a:lnTo>
                    <a:pt x="192190" y="6124128"/>
                  </a:lnTo>
                  <a:lnTo>
                    <a:pt x="192284" y="6124128"/>
                  </a:lnTo>
                  <a:lnTo>
                    <a:pt x="192378" y="6124128"/>
                  </a:lnTo>
                  <a:lnTo>
                    <a:pt x="192472" y="6124128"/>
                  </a:lnTo>
                  <a:lnTo>
                    <a:pt x="192566" y="6124128"/>
                  </a:lnTo>
                  <a:lnTo>
                    <a:pt x="192660" y="6124128"/>
                  </a:lnTo>
                  <a:lnTo>
                    <a:pt x="192754" y="6124128"/>
                  </a:lnTo>
                  <a:lnTo>
                    <a:pt x="192848" y="6124128"/>
                  </a:lnTo>
                  <a:lnTo>
                    <a:pt x="192942" y="6124128"/>
                  </a:lnTo>
                  <a:lnTo>
                    <a:pt x="193036" y="6124128"/>
                  </a:lnTo>
                  <a:lnTo>
                    <a:pt x="193130" y="6124128"/>
                  </a:lnTo>
                  <a:lnTo>
                    <a:pt x="193224" y="6124128"/>
                  </a:lnTo>
                  <a:lnTo>
                    <a:pt x="193318" y="6124128"/>
                  </a:lnTo>
                  <a:lnTo>
                    <a:pt x="193412" y="6124128"/>
                  </a:lnTo>
                  <a:lnTo>
                    <a:pt x="193506" y="6124128"/>
                  </a:lnTo>
                  <a:lnTo>
                    <a:pt x="193600" y="6124128"/>
                  </a:lnTo>
                  <a:lnTo>
                    <a:pt x="193694" y="6124128"/>
                  </a:lnTo>
                  <a:lnTo>
                    <a:pt x="193788" y="6124128"/>
                  </a:lnTo>
                  <a:lnTo>
                    <a:pt x="193882" y="6124128"/>
                  </a:lnTo>
                  <a:lnTo>
                    <a:pt x="193976" y="6124128"/>
                  </a:lnTo>
                  <a:lnTo>
                    <a:pt x="194070" y="6124128"/>
                  </a:lnTo>
                  <a:lnTo>
                    <a:pt x="194164" y="6124128"/>
                  </a:lnTo>
                  <a:lnTo>
                    <a:pt x="194258" y="6124128"/>
                  </a:lnTo>
                  <a:lnTo>
                    <a:pt x="194352" y="6124128"/>
                  </a:lnTo>
                  <a:lnTo>
                    <a:pt x="194446" y="6124128"/>
                  </a:lnTo>
                  <a:lnTo>
                    <a:pt x="194540" y="6124128"/>
                  </a:lnTo>
                  <a:lnTo>
                    <a:pt x="194634" y="6124128"/>
                  </a:lnTo>
                  <a:lnTo>
                    <a:pt x="194728" y="6124128"/>
                  </a:lnTo>
                  <a:lnTo>
                    <a:pt x="194822" y="6124128"/>
                  </a:lnTo>
                  <a:lnTo>
                    <a:pt x="194916" y="6124128"/>
                  </a:lnTo>
                  <a:lnTo>
                    <a:pt x="195011" y="6124128"/>
                  </a:lnTo>
                  <a:lnTo>
                    <a:pt x="195105" y="6124128"/>
                  </a:lnTo>
                  <a:lnTo>
                    <a:pt x="195199" y="6124128"/>
                  </a:lnTo>
                  <a:lnTo>
                    <a:pt x="195293" y="6124128"/>
                  </a:lnTo>
                  <a:lnTo>
                    <a:pt x="195387" y="6124128"/>
                  </a:lnTo>
                  <a:lnTo>
                    <a:pt x="195481" y="6124128"/>
                  </a:lnTo>
                  <a:lnTo>
                    <a:pt x="195575" y="6124128"/>
                  </a:lnTo>
                  <a:lnTo>
                    <a:pt x="195669" y="6124128"/>
                  </a:lnTo>
                  <a:lnTo>
                    <a:pt x="195763" y="6124128"/>
                  </a:lnTo>
                  <a:lnTo>
                    <a:pt x="195857" y="6124128"/>
                  </a:lnTo>
                  <a:lnTo>
                    <a:pt x="195951" y="6124128"/>
                  </a:lnTo>
                  <a:lnTo>
                    <a:pt x="196045" y="6124128"/>
                  </a:lnTo>
                  <a:lnTo>
                    <a:pt x="196139" y="6124128"/>
                  </a:lnTo>
                  <a:lnTo>
                    <a:pt x="196233" y="6124128"/>
                  </a:lnTo>
                  <a:lnTo>
                    <a:pt x="196327" y="6124128"/>
                  </a:lnTo>
                  <a:lnTo>
                    <a:pt x="196421" y="6124128"/>
                  </a:lnTo>
                  <a:lnTo>
                    <a:pt x="196515" y="6124128"/>
                  </a:lnTo>
                  <a:lnTo>
                    <a:pt x="196609" y="6124128"/>
                  </a:lnTo>
                  <a:lnTo>
                    <a:pt x="196703" y="6124128"/>
                  </a:lnTo>
                  <a:lnTo>
                    <a:pt x="196797" y="6124128"/>
                  </a:lnTo>
                  <a:lnTo>
                    <a:pt x="196891" y="6124128"/>
                  </a:lnTo>
                  <a:lnTo>
                    <a:pt x="196985" y="6124128"/>
                  </a:lnTo>
                  <a:lnTo>
                    <a:pt x="197079" y="6124128"/>
                  </a:lnTo>
                  <a:lnTo>
                    <a:pt x="197173" y="6124128"/>
                  </a:lnTo>
                  <a:lnTo>
                    <a:pt x="197267" y="6124128"/>
                  </a:lnTo>
                  <a:lnTo>
                    <a:pt x="197361" y="6124128"/>
                  </a:lnTo>
                  <a:lnTo>
                    <a:pt x="197361" y="6118849"/>
                  </a:lnTo>
                  <a:lnTo>
                    <a:pt x="197455" y="6118849"/>
                  </a:lnTo>
                  <a:lnTo>
                    <a:pt x="197549" y="6118849"/>
                  </a:lnTo>
                  <a:lnTo>
                    <a:pt x="197643" y="6118849"/>
                  </a:lnTo>
                  <a:lnTo>
                    <a:pt x="197737" y="6118849"/>
                  </a:lnTo>
                  <a:lnTo>
                    <a:pt x="197831" y="6118849"/>
                  </a:lnTo>
                  <a:lnTo>
                    <a:pt x="197925" y="6118849"/>
                  </a:lnTo>
                  <a:lnTo>
                    <a:pt x="198019" y="6118849"/>
                  </a:lnTo>
                  <a:lnTo>
                    <a:pt x="198113" y="6118849"/>
                  </a:lnTo>
                  <a:lnTo>
                    <a:pt x="198207" y="6118849"/>
                  </a:lnTo>
                  <a:lnTo>
                    <a:pt x="198301" y="6118849"/>
                  </a:lnTo>
                  <a:lnTo>
                    <a:pt x="198395" y="6118849"/>
                  </a:lnTo>
                  <a:lnTo>
                    <a:pt x="198490" y="6118849"/>
                  </a:lnTo>
                  <a:lnTo>
                    <a:pt x="198584" y="6118849"/>
                  </a:lnTo>
                  <a:lnTo>
                    <a:pt x="198678" y="6118849"/>
                  </a:lnTo>
                  <a:lnTo>
                    <a:pt x="198772" y="6118849"/>
                  </a:lnTo>
                  <a:lnTo>
                    <a:pt x="198866" y="6118849"/>
                  </a:lnTo>
                  <a:lnTo>
                    <a:pt x="198960" y="6118849"/>
                  </a:lnTo>
                  <a:lnTo>
                    <a:pt x="199054" y="6118849"/>
                  </a:lnTo>
                  <a:lnTo>
                    <a:pt x="199148" y="6118849"/>
                  </a:lnTo>
                  <a:lnTo>
                    <a:pt x="199242" y="6118849"/>
                  </a:lnTo>
                  <a:lnTo>
                    <a:pt x="199336" y="6118849"/>
                  </a:lnTo>
                  <a:lnTo>
                    <a:pt x="199430" y="6118849"/>
                  </a:lnTo>
                  <a:lnTo>
                    <a:pt x="199524" y="6118849"/>
                  </a:lnTo>
                  <a:lnTo>
                    <a:pt x="199618" y="6118849"/>
                  </a:lnTo>
                  <a:lnTo>
                    <a:pt x="199712" y="6118849"/>
                  </a:lnTo>
                  <a:lnTo>
                    <a:pt x="199806" y="6118849"/>
                  </a:lnTo>
                  <a:lnTo>
                    <a:pt x="199900" y="6118849"/>
                  </a:lnTo>
                  <a:lnTo>
                    <a:pt x="199994" y="6118849"/>
                  </a:lnTo>
                  <a:lnTo>
                    <a:pt x="200088" y="6118849"/>
                  </a:lnTo>
                  <a:lnTo>
                    <a:pt x="200088" y="6113569"/>
                  </a:lnTo>
                  <a:lnTo>
                    <a:pt x="200182" y="6113569"/>
                  </a:lnTo>
                  <a:lnTo>
                    <a:pt x="200276" y="6113569"/>
                  </a:lnTo>
                  <a:lnTo>
                    <a:pt x="200370" y="6113569"/>
                  </a:lnTo>
                  <a:lnTo>
                    <a:pt x="200464" y="6113569"/>
                  </a:lnTo>
                  <a:lnTo>
                    <a:pt x="200558" y="6113569"/>
                  </a:lnTo>
                  <a:lnTo>
                    <a:pt x="200652" y="6113569"/>
                  </a:lnTo>
                  <a:lnTo>
                    <a:pt x="200746" y="6113569"/>
                  </a:lnTo>
                  <a:lnTo>
                    <a:pt x="200840" y="6113569"/>
                  </a:lnTo>
                  <a:lnTo>
                    <a:pt x="200934" y="6113569"/>
                  </a:lnTo>
                  <a:lnTo>
                    <a:pt x="201028" y="6113569"/>
                  </a:lnTo>
                  <a:lnTo>
                    <a:pt x="201122" y="6113569"/>
                  </a:lnTo>
                  <a:lnTo>
                    <a:pt x="201216" y="6113569"/>
                  </a:lnTo>
                  <a:lnTo>
                    <a:pt x="201310" y="6113569"/>
                  </a:lnTo>
                  <a:lnTo>
                    <a:pt x="201404" y="6113569"/>
                  </a:lnTo>
                  <a:lnTo>
                    <a:pt x="201498" y="6113569"/>
                  </a:lnTo>
                  <a:lnTo>
                    <a:pt x="201592" y="6113569"/>
                  </a:lnTo>
                  <a:lnTo>
                    <a:pt x="201686" y="6113569"/>
                  </a:lnTo>
                  <a:lnTo>
                    <a:pt x="201780" y="6113569"/>
                  </a:lnTo>
                  <a:lnTo>
                    <a:pt x="201874" y="6113569"/>
                  </a:lnTo>
                  <a:lnTo>
                    <a:pt x="201968" y="6113569"/>
                  </a:lnTo>
                  <a:lnTo>
                    <a:pt x="202063" y="6113569"/>
                  </a:lnTo>
                  <a:lnTo>
                    <a:pt x="202157" y="6113569"/>
                  </a:lnTo>
                  <a:lnTo>
                    <a:pt x="202251" y="6113569"/>
                  </a:lnTo>
                  <a:lnTo>
                    <a:pt x="202345" y="6113569"/>
                  </a:lnTo>
                  <a:lnTo>
                    <a:pt x="202439" y="6113569"/>
                  </a:lnTo>
                  <a:lnTo>
                    <a:pt x="202533" y="6113569"/>
                  </a:lnTo>
                  <a:lnTo>
                    <a:pt x="202627" y="6113569"/>
                  </a:lnTo>
                  <a:lnTo>
                    <a:pt x="202721" y="6113569"/>
                  </a:lnTo>
                  <a:lnTo>
                    <a:pt x="202815" y="6113569"/>
                  </a:lnTo>
                  <a:lnTo>
                    <a:pt x="202909" y="6113569"/>
                  </a:lnTo>
                  <a:lnTo>
                    <a:pt x="203003" y="6113569"/>
                  </a:lnTo>
                  <a:lnTo>
                    <a:pt x="203097" y="6113569"/>
                  </a:lnTo>
                  <a:lnTo>
                    <a:pt x="203191" y="6113569"/>
                  </a:lnTo>
                  <a:lnTo>
                    <a:pt x="203285" y="6113569"/>
                  </a:lnTo>
                  <a:lnTo>
                    <a:pt x="203285" y="6108290"/>
                  </a:lnTo>
                  <a:lnTo>
                    <a:pt x="203379" y="6108290"/>
                  </a:lnTo>
                  <a:lnTo>
                    <a:pt x="203473" y="6108290"/>
                  </a:lnTo>
                  <a:lnTo>
                    <a:pt x="203567" y="6108290"/>
                  </a:lnTo>
                  <a:lnTo>
                    <a:pt x="203661" y="6108290"/>
                  </a:lnTo>
                  <a:lnTo>
                    <a:pt x="203755" y="6108290"/>
                  </a:lnTo>
                  <a:lnTo>
                    <a:pt x="203849" y="6108290"/>
                  </a:lnTo>
                  <a:lnTo>
                    <a:pt x="203943" y="6108290"/>
                  </a:lnTo>
                  <a:lnTo>
                    <a:pt x="204037" y="6108290"/>
                  </a:lnTo>
                  <a:lnTo>
                    <a:pt x="204131" y="6108290"/>
                  </a:lnTo>
                  <a:lnTo>
                    <a:pt x="204225" y="6108290"/>
                  </a:lnTo>
                  <a:lnTo>
                    <a:pt x="204319" y="6108290"/>
                  </a:lnTo>
                  <a:lnTo>
                    <a:pt x="204413" y="6108290"/>
                  </a:lnTo>
                  <a:lnTo>
                    <a:pt x="204507" y="6108290"/>
                  </a:lnTo>
                  <a:lnTo>
                    <a:pt x="204601" y="6108290"/>
                  </a:lnTo>
                  <a:lnTo>
                    <a:pt x="204695" y="6108290"/>
                  </a:lnTo>
                  <a:lnTo>
                    <a:pt x="204789" y="6108290"/>
                  </a:lnTo>
                  <a:lnTo>
                    <a:pt x="204883" y="6108290"/>
                  </a:lnTo>
                  <a:lnTo>
                    <a:pt x="204883" y="6103011"/>
                  </a:lnTo>
                  <a:lnTo>
                    <a:pt x="204977" y="6103011"/>
                  </a:lnTo>
                  <a:lnTo>
                    <a:pt x="205071" y="6103011"/>
                  </a:lnTo>
                  <a:lnTo>
                    <a:pt x="205165" y="6103011"/>
                  </a:lnTo>
                  <a:lnTo>
                    <a:pt x="205259" y="6103011"/>
                  </a:lnTo>
                  <a:lnTo>
                    <a:pt x="205353" y="6103011"/>
                  </a:lnTo>
                  <a:lnTo>
                    <a:pt x="205447" y="6103011"/>
                  </a:lnTo>
                  <a:lnTo>
                    <a:pt x="205541" y="6103011"/>
                  </a:lnTo>
                  <a:lnTo>
                    <a:pt x="205636" y="6103011"/>
                  </a:lnTo>
                  <a:lnTo>
                    <a:pt x="205730" y="6103011"/>
                  </a:lnTo>
                  <a:lnTo>
                    <a:pt x="205824" y="6103011"/>
                  </a:lnTo>
                  <a:lnTo>
                    <a:pt x="205918" y="6103011"/>
                  </a:lnTo>
                  <a:lnTo>
                    <a:pt x="206012" y="6103011"/>
                  </a:lnTo>
                  <a:lnTo>
                    <a:pt x="206106" y="6103011"/>
                  </a:lnTo>
                  <a:lnTo>
                    <a:pt x="206200" y="6103011"/>
                  </a:lnTo>
                  <a:lnTo>
                    <a:pt x="206294" y="6103011"/>
                  </a:lnTo>
                  <a:lnTo>
                    <a:pt x="206388" y="6103011"/>
                  </a:lnTo>
                  <a:lnTo>
                    <a:pt x="206482" y="6103011"/>
                  </a:lnTo>
                  <a:lnTo>
                    <a:pt x="206576" y="6103011"/>
                  </a:lnTo>
                  <a:lnTo>
                    <a:pt x="206576" y="6097731"/>
                  </a:lnTo>
                  <a:lnTo>
                    <a:pt x="206670" y="6097731"/>
                  </a:lnTo>
                  <a:lnTo>
                    <a:pt x="206764" y="6097731"/>
                  </a:lnTo>
                  <a:lnTo>
                    <a:pt x="206858" y="6097731"/>
                  </a:lnTo>
                  <a:lnTo>
                    <a:pt x="206952" y="6097731"/>
                  </a:lnTo>
                  <a:lnTo>
                    <a:pt x="207046" y="6097731"/>
                  </a:lnTo>
                  <a:lnTo>
                    <a:pt x="207140" y="6097731"/>
                  </a:lnTo>
                  <a:lnTo>
                    <a:pt x="207234" y="6097731"/>
                  </a:lnTo>
                  <a:lnTo>
                    <a:pt x="207328" y="6097731"/>
                  </a:lnTo>
                  <a:lnTo>
                    <a:pt x="207422" y="6097731"/>
                  </a:lnTo>
                  <a:lnTo>
                    <a:pt x="207516" y="6097731"/>
                  </a:lnTo>
                  <a:lnTo>
                    <a:pt x="207610" y="6097731"/>
                  </a:lnTo>
                  <a:lnTo>
                    <a:pt x="207704" y="6097731"/>
                  </a:lnTo>
                  <a:lnTo>
                    <a:pt x="207798" y="6097731"/>
                  </a:lnTo>
                  <a:lnTo>
                    <a:pt x="207892" y="6097731"/>
                  </a:lnTo>
                  <a:lnTo>
                    <a:pt x="207986" y="6097731"/>
                  </a:lnTo>
                  <a:lnTo>
                    <a:pt x="208080" y="6097731"/>
                  </a:lnTo>
                  <a:lnTo>
                    <a:pt x="208174" y="6097731"/>
                  </a:lnTo>
                  <a:lnTo>
                    <a:pt x="208268" y="6097731"/>
                  </a:lnTo>
                  <a:lnTo>
                    <a:pt x="208362" y="6097731"/>
                  </a:lnTo>
                  <a:lnTo>
                    <a:pt x="208456" y="6097731"/>
                  </a:lnTo>
                  <a:lnTo>
                    <a:pt x="208550" y="6097731"/>
                  </a:lnTo>
                  <a:lnTo>
                    <a:pt x="208644" y="6097731"/>
                  </a:lnTo>
                  <a:lnTo>
                    <a:pt x="208738" y="6097731"/>
                  </a:lnTo>
                  <a:lnTo>
                    <a:pt x="208832" y="6097731"/>
                  </a:lnTo>
                  <a:lnTo>
                    <a:pt x="208926" y="6097731"/>
                  </a:lnTo>
                  <a:lnTo>
                    <a:pt x="209020" y="6097731"/>
                  </a:lnTo>
                  <a:lnTo>
                    <a:pt x="209115" y="6097731"/>
                  </a:lnTo>
                  <a:lnTo>
                    <a:pt x="209209" y="6097731"/>
                  </a:lnTo>
                  <a:lnTo>
                    <a:pt x="209303" y="6097731"/>
                  </a:lnTo>
                  <a:lnTo>
                    <a:pt x="209397" y="6097731"/>
                  </a:lnTo>
                  <a:lnTo>
                    <a:pt x="209491" y="6097731"/>
                  </a:lnTo>
                  <a:lnTo>
                    <a:pt x="209585" y="6097731"/>
                  </a:lnTo>
                  <a:lnTo>
                    <a:pt x="209679" y="6097731"/>
                  </a:lnTo>
                  <a:lnTo>
                    <a:pt x="209773" y="6097731"/>
                  </a:lnTo>
                  <a:lnTo>
                    <a:pt x="209867" y="6097731"/>
                  </a:lnTo>
                  <a:lnTo>
                    <a:pt x="209961" y="6097731"/>
                  </a:lnTo>
                  <a:lnTo>
                    <a:pt x="210055" y="6097731"/>
                  </a:lnTo>
                  <a:lnTo>
                    <a:pt x="210149" y="6097731"/>
                  </a:lnTo>
                  <a:lnTo>
                    <a:pt x="210243" y="6097731"/>
                  </a:lnTo>
                  <a:lnTo>
                    <a:pt x="210337" y="6097731"/>
                  </a:lnTo>
                  <a:lnTo>
                    <a:pt x="210431" y="6097731"/>
                  </a:lnTo>
                  <a:lnTo>
                    <a:pt x="210525" y="6097731"/>
                  </a:lnTo>
                  <a:lnTo>
                    <a:pt x="210619" y="6097731"/>
                  </a:lnTo>
                  <a:lnTo>
                    <a:pt x="210713" y="6097731"/>
                  </a:lnTo>
                  <a:lnTo>
                    <a:pt x="210807" y="6097731"/>
                  </a:lnTo>
                  <a:lnTo>
                    <a:pt x="210901" y="6097731"/>
                  </a:lnTo>
                  <a:lnTo>
                    <a:pt x="210995" y="6097731"/>
                  </a:lnTo>
                  <a:lnTo>
                    <a:pt x="211089" y="6097731"/>
                  </a:lnTo>
                  <a:lnTo>
                    <a:pt x="211183" y="6097731"/>
                  </a:lnTo>
                  <a:lnTo>
                    <a:pt x="211277" y="6097731"/>
                  </a:lnTo>
                  <a:lnTo>
                    <a:pt x="211371" y="6097731"/>
                  </a:lnTo>
                  <a:lnTo>
                    <a:pt x="211465" y="6097731"/>
                  </a:lnTo>
                  <a:lnTo>
                    <a:pt x="211559" y="6097731"/>
                  </a:lnTo>
                  <a:lnTo>
                    <a:pt x="211653" y="6097731"/>
                  </a:lnTo>
                  <a:lnTo>
                    <a:pt x="211747" y="6097731"/>
                  </a:lnTo>
                  <a:lnTo>
                    <a:pt x="211841" y="6097731"/>
                  </a:lnTo>
                  <a:lnTo>
                    <a:pt x="211935" y="6097731"/>
                  </a:lnTo>
                  <a:lnTo>
                    <a:pt x="212029" y="6097731"/>
                  </a:lnTo>
                  <a:lnTo>
                    <a:pt x="212123" y="6097731"/>
                  </a:lnTo>
                  <a:lnTo>
                    <a:pt x="212217" y="6097731"/>
                  </a:lnTo>
                  <a:lnTo>
                    <a:pt x="212311" y="6097731"/>
                  </a:lnTo>
                  <a:lnTo>
                    <a:pt x="212405" y="6097731"/>
                  </a:lnTo>
                  <a:lnTo>
                    <a:pt x="212499" y="6097731"/>
                  </a:lnTo>
                  <a:lnTo>
                    <a:pt x="212593" y="6097731"/>
                  </a:lnTo>
                  <a:lnTo>
                    <a:pt x="212688" y="6097731"/>
                  </a:lnTo>
                  <a:lnTo>
                    <a:pt x="212782" y="6097731"/>
                  </a:lnTo>
                  <a:lnTo>
                    <a:pt x="212876" y="6097731"/>
                  </a:lnTo>
                  <a:lnTo>
                    <a:pt x="212970" y="6097731"/>
                  </a:lnTo>
                  <a:lnTo>
                    <a:pt x="213064" y="6097731"/>
                  </a:lnTo>
                  <a:lnTo>
                    <a:pt x="213158" y="6097731"/>
                  </a:lnTo>
                  <a:lnTo>
                    <a:pt x="213252" y="6097731"/>
                  </a:lnTo>
                  <a:lnTo>
                    <a:pt x="213346" y="6097731"/>
                  </a:lnTo>
                  <a:lnTo>
                    <a:pt x="213440" y="6097731"/>
                  </a:lnTo>
                  <a:lnTo>
                    <a:pt x="213534" y="6097731"/>
                  </a:lnTo>
                  <a:lnTo>
                    <a:pt x="213628" y="6097731"/>
                  </a:lnTo>
                  <a:lnTo>
                    <a:pt x="213722" y="6097731"/>
                  </a:lnTo>
                  <a:lnTo>
                    <a:pt x="213816" y="6097731"/>
                  </a:lnTo>
                  <a:lnTo>
                    <a:pt x="213910" y="6097731"/>
                  </a:lnTo>
                  <a:lnTo>
                    <a:pt x="214004" y="6097731"/>
                  </a:lnTo>
                  <a:lnTo>
                    <a:pt x="214098" y="6097731"/>
                  </a:lnTo>
                  <a:lnTo>
                    <a:pt x="214192" y="6097731"/>
                  </a:lnTo>
                  <a:lnTo>
                    <a:pt x="214286" y="6097731"/>
                  </a:lnTo>
                  <a:lnTo>
                    <a:pt x="214380" y="6097731"/>
                  </a:lnTo>
                  <a:lnTo>
                    <a:pt x="214474" y="6097731"/>
                  </a:lnTo>
                  <a:lnTo>
                    <a:pt x="214568" y="6097731"/>
                  </a:lnTo>
                  <a:lnTo>
                    <a:pt x="214662" y="6097731"/>
                  </a:lnTo>
                  <a:lnTo>
                    <a:pt x="214756" y="6097731"/>
                  </a:lnTo>
                  <a:lnTo>
                    <a:pt x="214850" y="6097731"/>
                  </a:lnTo>
                  <a:lnTo>
                    <a:pt x="214944" y="6097731"/>
                  </a:lnTo>
                  <a:lnTo>
                    <a:pt x="215038" y="6097731"/>
                  </a:lnTo>
                  <a:lnTo>
                    <a:pt x="215132" y="6097731"/>
                  </a:lnTo>
                  <a:lnTo>
                    <a:pt x="215226" y="6097731"/>
                  </a:lnTo>
                  <a:lnTo>
                    <a:pt x="215320" y="6097731"/>
                  </a:lnTo>
                  <a:lnTo>
                    <a:pt x="215414" y="6097731"/>
                  </a:lnTo>
                  <a:lnTo>
                    <a:pt x="215508" y="6097731"/>
                  </a:lnTo>
                  <a:lnTo>
                    <a:pt x="215602" y="6097731"/>
                  </a:lnTo>
                  <a:lnTo>
                    <a:pt x="215696" y="6097731"/>
                  </a:lnTo>
                  <a:lnTo>
                    <a:pt x="215790" y="6097731"/>
                  </a:lnTo>
                  <a:lnTo>
                    <a:pt x="215884" y="6097731"/>
                  </a:lnTo>
                  <a:lnTo>
                    <a:pt x="215978" y="6097731"/>
                  </a:lnTo>
                  <a:lnTo>
                    <a:pt x="216072" y="6097731"/>
                  </a:lnTo>
                  <a:lnTo>
                    <a:pt x="216166" y="6097731"/>
                  </a:lnTo>
                  <a:lnTo>
                    <a:pt x="216261" y="6097731"/>
                  </a:lnTo>
                  <a:lnTo>
                    <a:pt x="216355" y="6097731"/>
                  </a:lnTo>
                  <a:lnTo>
                    <a:pt x="216449" y="6097731"/>
                  </a:lnTo>
                  <a:lnTo>
                    <a:pt x="216543" y="6097731"/>
                  </a:lnTo>
                  <a:lnTo>
                    <a:pt x="216637" y="6097731"/>
                  </a:lnTo>
                  <a:lnTo>
                    <a:pt x="216731" y="6097731"/>
                  </a:lnTo>
                  <a:lnTo>
                    <a:pt x="216825" y="6097731"/>
                  </a:lnTo>
                  <a:lnTo>
                    <a:pt x="216919" y="6097731"/>
                  </a:lnTo>
                  <a:lnTo>
                    <a:pt x="217013" y="6097731"/>
                  </a:lnTo>
                  <a:lnTo>
                    <a:pt x="217107" y="6097731"/>
                  </a:lnTo>
                  <a:lnTo>
                    <a:pt x="217201" y="6097731"/>
                  </a:lnTo>
                  <a:lnTo>
                    <a:pt x="217295" y="6097731"/>
                  </a:lnTo>
                  <a:lnTo>
                    <a:pt x="217389" y="6097731"/>
                  </a:lnTo>
                  <a:lnTo>
                    <a:pt x="217483" y="6097731"/>
                  </a:lnTo>
                  <a:lnTo>
                    <a:pt x="217577" y="6097731"/>
                  </a:lnTo>
                  <a:lnTo>
                    <a:pt x="217671" y="6097731"/>
                  </a:lnTo>
                  <a:lnTo>
                    <a:pt x="217765" y="6097731"/>
                  </a:lnTo>
                  <a:lnTo>
                    <a:pt x="217859" y="6097731"/>
                  </a:lnTo>
                  <a:lnTo>
                    <a:pt x="217953" y="6097731"/>
                  </a:lnTo>
                  <a:lnTo>
                    <a:pt x="218047" y="6097731"/>
                  </a:lnTo>
                  <a:lnTo>
                    <a:pt x="218141" y="6097731"/>
                  </a:lnTo>
                  <a:lnTo>
                    <a:pt x="218235" y="6097731"/>
                  </a:lnTo>
                  <a:lnTo>
                    <a:pt x="218329" y="6097731"/>
                  </a:lnTo>
                  <a:lnTo>
                    <a:pt x="218423" y="6097731"/>
                  </a:lnTo>
                  <a:lnTo>
                    <a:pt x="218517" y="6097731"/>
                  </a:lnTo>
                  <a:lnTo>
                    <a:pt x="218611" y="6097731"/>
                  </a:lnTo>
                  <a:lnTo>
                    <a:pt x="218705" y="6097731"/>
                  </a:lnTo>
                  <a:lnTo>
                    <a:pt x="218799" y="6097731"/>
                  </a:lnTo>
                  <a:lnTo>
                    <a:pt x="218893" y="6097731"/>
                  </a:lnTo>
                  <a:lnTo>
                    <a:pt x="218987" y="6097731"/>
                  </a:lnTo>
                  <a:lnTo>
                    <a:pt x="219081" y="6097731"/>
                  </a:lnTo>
                  <a:lnTo>
                    <a:pt x="219175" y="6097731"/>
                  </a:lnTo>
                  <a:lnTo>
                    <a:pt x="219269" y="6097731"/>
                  </a:lnTo>
                  <a:lnTo>
                    <a:pt x="219363" y="6097731"/>
                  </a:lnTo>
                  <a:lnTo>
                    <a:pt x="219457" y="6097731"/>
                  </a:lnTo>
                  <a:lnTo>
                    <a:pt x="219551" y="6097731"/>
                  </a:lnTo>
                  <a:lnTo>
                    <a:pt x="219645" y="6097731"/>
                  </a:lnTo>
                  <a:lnTo>
                    <a:pt x="219740" y="6097731"/>
                  </a:lnTo>
                  <a:lnTo>
                    <a:pt x="219834" y="6097731"/>
                  </a:lnTo>
                  <a:lnTo>
                    <a:pt x="219928" y="6097731"/>
                  </a:lnTo>
                  <a:lnTo>
                    <a:pt x="220022" y="6097731"/>
                  </a:lnTo>
                  <a:lnTo>
                    <a:pt x="220116" y="6097731"/>
                  </a:lnTo>
                  <a:lnTo>
                    <a:pt x="220210" y="6097731"/>
                  </a:lnTo>
                  <a:lnTo>
                    <a:pt x="220304" y="6097731"/>
                  </a:lnTo>
                  <a:lnTo>
                    <a:pt x="220398" y="6097731"/>
                  </a:lnTo>
                  <a:lnTo>
                    <a:pt x="220492" y="6097731"/>
                  </a:lnTo>
                  <a:lnTo>
                    <a:pt x="220586" y="6097731"/>
                  </a:lnTo>
                  <a:lnTo>
                    <a:pt x="220680" y="6097731"/>
                  </a:lnTo>
                  <a:lnTo>
                    <a:pt x="220774" y="6097731"/>
                  </a:lnTo>
                  <a:lnTo>
                    <a:pt x="220868" y="6097731"/>
                  </a:lnTo>
                  <a:lnTo>
                    <a:pt x="220962" y="6097731"/>
                  </a:lnTo>
                  <a:lnTo>
                    <a:pt x="221056" y="6097731"/>
                  </a:lnTo>
                  <a:lnTo>
                    <a:pt x="221150" y="6097731"/>
                  </a:lnTo>
                  <a:lnTo>
                    <a:pt x="221244" y="6097731"/>
                  </a:lnTo>
                  <a:lnTo>
                    <a:pt x="221338" y="6097731"/>
                  </a:lnTo>
                  <a:lnTo>
                    <a:pt x="221432" y="6097731"/>
                  </a:lnTo>
                  <a:lnTo>
                    <a:pt x="221526" y="6097731"/>
                  </a:lnTo>
                  <a:lnTo>
                    <a:pt x="221620" y="6097731"/>
                  </a:lnTo>
                  <a:lnTo>
                    <a:pt x="221620" y="6092452"/>
                  </a:lnTo>
                  <a:lnTo>
                    <a:pt x="221714" y="6092452"/>
                  </a:lnTo>
                  <a:lnTo>
                    <a:pt x="221808" y="6092452"/>
                  </a:lnTo>
                  <a:lnTo>
                    <a:pt x="221902" y="6092452"/>
                  </a:lnTo>
                  <a:lnTo>
                    <a:pt x="221996" y="6092452"/>
                  </a:lnTo>
                  <a:lnTo>
                    <a:pt x="222090" y="6092452"/>
                  </a:lnTo>
                  <a:lnTo>
                    <a:pt x="222090" y="6087172"/>
                  </a:lnTo>
                  <a:lnTo>
                    <a:pt x="222184" y="6087172"/>
                  </a:lnTo>
                  <a:lnTo>
                    <a:pt x="222278" y="6087172"/>
                  </a:lnTo>
                  <a:lnTo>
                    <a:pt x="222372" y="6087172"/>
                  </a:lnTo>
                  <a:lnTo>
                    <a:pt x="222466" y="6087172"/>
                  </a:lnTo>
                  <a:lnTo>
                    <a:pt x="222560" y="6087172"/>
                  </a:lnTo>
                  <a:lnTo>
                    <a:pt x="222654" y="6087172"/>
                  </a:lnTo>
                  <a:lnTo>
                    <a:pt x="222748" y="6087172"/>
                  </a:lnTo>
                  <a:lnTo>
                    <a:pt x="222842" y="6087172"/>
                  </a:lnTo>
                  <a:lnTo>
                    <a:pt x="222936" y="6087172"/>
                  </a:lnTo>
                  <a:lnTo>
                    <a:pt x="223030" y="6087172"/>
                  </a:lnTo>
                  <a:lnTo>
                    <a:pt x="223124" y="6087172"/>
                  </a:lnTo>
                  <a:lnTo>
                    <a:pt x="223218" y="6087172"/>
                  </a:lnTo>
                  <a:lnTo>
                    <a:pt x="223313" y="6087172"/>
                  </a:lnTo>
                  <a:lnTo>
                    <a:pt x="223407" y="6087172"/>
                  </a:lnTo>
                  <a:lnTo>
                    <a:pt x="223501" y="6087172"/>
                  </a:lnTo>
                  <a:lnTo>
                    <a:pt x="223595" y="6087172"/>
                  </a:lnTo>
                  <a:lnTo>
                    <a:pt x="223689" y="6087172"/>
                  </a:lnTo>
                  <a:lnTo>
                    <a:pt x="223783" y="6087172"/>
                  </a:lnTo>
                  <a:lnTo>
                    <a:pt x="223877" y="6087172"/>
                  </a:lnTo>
                  <a:lnTo>
                    <a:pt x="223971" y="6087172"/>
                  </a:lnTo>
                  <a:lnTo>
                    <a:pt x="224065" y="6087172"/>
                  </a:lnTo>
                  <a:lnTo>
                    <a:pt x="224159" y="6087172"/>
                  </a:lnTo>
                  <a:lnTo>
                    <a:pt x="224253" y="6087172"/>
                  </a:lnTo>
                  <a:lnTo>
                    <a:pt x="224347" y="6087172"/>
                  </a:lnTo>
                  <a:lnTo>
                    <a:pt x="224441" y="6087172"/>
                  </a:lnTo>
                  <a:lnTo>
                    <a:pt x="224535" y="6087172"/>
                  </a:lnTo>
                  <a:lnTo>
                    <a:pt x="224629" y="6087172"/>
                  </a:lnTo>
                  <a:lnTo>
                    <a:pt x="224723" y="6087172"/>
                  </a:lnTo>
                  <a:lnTo>
                    <a:pt x="224817" y="6087172"/>
                  </a:lnTo>
                  <a:lnTo>
                    <a:pt x="224911" y="6087172"/>
                  </a:lnTo>
                  <a:lnTo>
                    <a:pt x="225005" y="6087172"/>
                  </a:lnTo>
                  <a:lnTo>
                    <a:pt x="225099" y="6087172"/>
                  </a:lnTo>
                  <a:lnTo>
                    <a:pt x="225193" y="6087172"/>
                  </a:lnTo>
                  <a:lnTo>
                    <a:pt x="225287" y="6087172"/>
                  </a:lnTo>
                  <a:lnTo>
                    <a:pt x="225381" y="6087172"/>
                  </a:lnTo>
                  <a:lnTo>
                    <a:pt x="225475" y="6087172"/>
                  </a:lnTo>
                  <a:lnTo>
                    <a:pt x="225569" y="6087172"/>
                  </a:lnTo>
                  <a:lnTo>
                    <a:pt x="225663" y="6087172"/>
                  </a:lnTo>
                  <a:lnTo>
                    <a:pt x="225757" y="6087172"/>
                  </a:lnTo>
                  <a:lnTo>
                    <a:pt x="225851" y="6087172"/>
                  </a:lnTo>
                  <a:lnTo>
                    <a:pt x="225945" y="6087172"/>
                  </a:lnTo>
                  <a:lnTo>
                    <a:pt x="226039" y="6087172"/>
                  </a:lnTo>
                  <a:lnTo>
                    <a:pt x="226133" y="6087172"/>
                  </a:lnTo>
                  <a:lnTo>
                    <a:pt x="226227" y="6087172"/>
                  </a:lnTo>
                  <a:lnTo>
                    <a:pt x="226321" y="6087172"/>
                  </a:lnTo>
                  <a:lnTo>
                    <a:pt x="226415" y="6087172"/>
                  </a:lnTo>
                  <a:lnTo>
                    <a:pt x="226509" y="6087172"/>
                  </a:lnTo>
                  <a:lnTo>
                    <a:pt x="226603" y="6087172"/>
                  </a:lnTo>
                  <a:lnTo>
                    <a:pt x="226697" y="6087172"/>
                  </a:lnTo>
                  <a:lnTo>
                    <a:pt x="226791" y="6087172"/>
                  </a:lnTo>
                  <a:lnTo>
                    <a:pt x="226886" y="6087172"/>
                  </a:lnTo>
                  <a:lnTo>
                    <a:pt x="226980" y="6087172"/>
                  </a:lnTo>
                  <a:lnTo>
                    <a:pt x="227074" y="6087172"/>
                  </a:lnTo>
                  <a:lnTo>
                    <a:pt x="227168" y="6087172"/>
                  </a:lnTo>
                  <a:lnTo>
                    <a:pt x="227262" y="6087172"/>
                  </a:lnTo>
                  <a:lnTo>
                    <a:pt x="227356" y="6087172"/>
                  </a:lnTo>
                  <a:lnTo>
                    <a:pt x="227450" y="6087172"/>
                  </a:lnTo>
                  <a:lnTo>
                    <a:pt x="227544" y="6087172"/>
                  </a:lnTo>
                  <a:lnTo>
                    <a:pt x="227638" y="6087172"/>
                  </a:lnTo>
                  <a:lnTo>
                    <a:pt x="227732" y="6087172"/>
                  </a:lnTo>
                  <a:lnTo>
                    <a:pt x="227826" y="6087172"/>
                  </a:lnTo>
                  <a:lnTo>
                    <a:pt x="227920" y="6087172"/>
                  </a:lnTo>
                  <a:lnTo>
                    <a:pt x="228014" y="6087172"/>
                  </a:lnTo>
                  <a:lnTo>
                    <a:pt x="228108" y="6087172"/>
                  </a:lnTo>
                  <a:lnTo>
                    <a:pt x="228202" y="6087172"/>
                  </a:lnTo>
                  <a:lnTo>
                    <a:pt x="228296" y="6087172"/>
                  </a:lnTo>
                  <a:lnTo>
                    <a:pt x="228390" y="6087172"/>
                  </a:lnTo>
                  <a:lnTo>
                    <a:pt x="228484" y="6087172"/>
                  </a:lnTo>
                  <a:lnTo>
                    <a:pt x="228578" y="6087172"/>
                  </a:lnTo>
                  <a:lnTo>
                    <a:pt x="228672" y="6087172"/>
                  </a:lnTo>
                  <a:lnTo>
                    <a:pt x="228766" y="6087172"/>
                  </a:lnTo>
                  <a:lnTo>
                    <a:pt x="228860" y="6087172"/>
                  </a:lnTo>
                  <a:lnTo>
                    <a:pt x="228954" y="6087172"/>
                  </a:lnTo>
                  <a:lnTo>
                    <a:pt x="229048" y="6087172"/>
                  </a:lnTo>
                  <a:lnTo>
                    <a:pt x="229142" y="6087172"/>
                  </a:lnTo>
                  <a:lnTo>
                    <a:pt x="229236" y="6087172"/>
                  </a:lnTo>
                  <a:lnTo>
                    <a:pt x="229330" y="6087172"/>
                  </a:lnTo>
                  <a:lnTo>
                    <a:pt x="229424" y="6087172"/>
                  </a:lnTo>
                  <a:lnTo>
                    <a:pt x="229518" y="6087172"/>
                  </a:lnTo>
                  <a:lnTo>
                    <a:pt x="229612" y="6087172"/>
                  </a:lnTo>
                  <a:lnTo>
                    <a:pt x="229706" y="6087172"/>
                  </a:lnTo>
                  <a:lnTo>
                    <a:pt x="229800" y="6087172"/>
                  </a:lnTo>
                  <a:lnTo>
                    <a:pt x="229894" y="6087172"/>
                  </a:lnTo>
                  <a:lnTo>
                    <a:pt x="229988" y="6087172"/>
                  </a:lnTo>
                  <a:lnTo>
                    <a:pt x="230082" y="6087172"/>
                  </a:lnTo>
                  <a:lnTo>
                    <a:pt x="230082" y="6081893"/>
                  </a:lnTo>
                  <a:lnTo>
                    <a:pt x="230176" y="6081893"/>
                  </a:lnTo>
                  <a:lnTo>
                    <a:pt x="230270" y="6081893"/>
                  </a:lnTo>
                  <a:lnTo>
                    <a:pt x="230364" y="6081893"/>
                  </a:lnTo>
                  <a:lnTo>
                    <a:pt x="230459" y="6081893"/>
                  </a:lnTo>
                  <a:lnTo>
                    <a:pt x="230553" y="6081893"/>
                  </a:lnTo>
                  <a:lnTo>
                    <a:pt x="230647" y="6081893"/>
                  </a:lnTo>
                  <a:lnTo>
                    <a:pt x="230741" y="6081893"/>
                  </a:lnTo>
                  <a:lnTo>
                    <a:pt x="230835" y="6081893"/>
                  </a:lnTo>
                  <a:lnTo>
                    <a:pt x="230929" y="6081893"/>
                  </a:lnTo>
                  <a:lnTo>
                    <a:pt x="231023" y="6081893"/>
                  </a:lnTo>
                  <a:lnTo>
                    <a:pt x="231117" y="6081893"/>
                  </a:lnTo>
                  <a:lnTo>
                    <a:pt x="231211" y="6081893"/>
                  </a:lnTo>
                  <a:lnTo>
                    <a:pt x="231305" y="6081893"/>
                  </a:lnTo>
                  <a:lnTo>
                    <a:pt x="231399" y="6081893"/>
                  </a:lnTo>
                  <a:lnTo>
                    <a:pt x="231493" y="6081893"/>
                  </a:lnTo>
                  <a:lnTo>
                    <a:pt x="231587" y="6081893"/>
                  </a:lnTo>
                  <a:lnTo>
                    <a:pt x="231681" y="6081893"/>
                  </a:lnTo>
                  <a:lnTo>
                    <a:pt x="231775" y="6081893"/>
                  </a:lnTo>
                  <a:lnTo>
                    <a:pt x="231869" y="6081893"/>
                  </a:lnTo>
                  <a:lnTo>
                    <a:pt x="231963" y="6081893"/>
                  </a:lnTo>
                  <a:lnTo>
                    <a:pt x="232057" y="6081893"/>
                  </a:lnTo>
                  <a:lnTo>
                    <a:pt x="232151" y="6081893"/>
                  </a:lnTo>
                  <a:lnTo>
                    <a:pt x="232245" y="6081893"/>
                  </a:lnTo>
                  <a:lnTo>
                    <a:pt x="232339" y="6081893"/>
                  </a:lnTo>
                  <a:lnTo>
                    <a:pt x="232433" y="6081893"/>
                  </a:lnTo>
                  <a:lnTo>
                    <a:pt x="232527" y="6081893"/>
                  </a:lnTo>
                  <a:lnTo>
                    <a:pt x="232621" y="6081893"/>
                  </a:lnTo>
                  <a:lnTo>
                    <a:pt x="232715" y="6081893"/>
                  </a:lnTo>
                  <a:lnTo>
                    <a:pt x="232809" y="6081893"/>
                  </a:lnTo>
                  <a:lnTo>
                    <a:pt x="232903" y="6081893"/>
                  </a:lnTo>
                  <a:lnTo>
                    <a:pt x="232997" y="6081893"/>
                  </a:lnTo>
                  <a:lnTo>
                    <a:pt x="233091" y="6081893"/>
                  </a:lnTo>
                  <a:lnTo>
                    <a:pt x="233185" y="6081893"/>
                  </a:lnTo>
                  <a:lnTo>
                    <a:pt x="233279" y="6081893"/>
                  </a:lnTo>
                  <a:lnTo>
                    <a:pt x="233373" y="6081893"/>
                  </a:lnTo>
                  <a:lnTo>
                    <a:pt x="233467" y="6081893"/>
                  </a:lnTo>
                  <a:lnTo>
                    <a:pt x="233561" y="6081893"/>
                  </a:lnTo>
                  <a:lnTo>
                    <a:pt x="233655" y="6081893"/>
                  </a:lnTo>
                  <a:lnTo>
                    <a:pt x="233655" y="6076613"/>
                  </a:lnTo>
                  <a:lnTo>
                    <a:pt x="233749" y="6076613"/>
                  </a:lnTo>
                  <a:lnTo>
                    <a:pt x="233843" y="6076613"/>
                  </a:lnTo>
                  <a:lnTo>
                    <a:pt x="233938" y="6076613"/>
                  </a:lnTo>
                  <a:lnTo>
                    <a:pt x="234032" y="6076613"/>
                  </a:lnTo>
                  <a:lnTo>
                    <a:pt x="234126" y="6076613"/>
                  </a:lnTo>
                  <a:lnTo>
                    <a:pt x="234220" y="6076613"/>
                  </a:lnTo>
                  <a:lnTo>
                    <a:pt x="234314" y="6076613"/>
                  </a:lnTo>
                  <a:lnTo>
                    <a:pt x="234408" y="6076613"/>
                  </a:lnTo>
                  <a:lnTo>
                    <a:pt x="234502" y="6076613"/>
                  </a:lnTo>
                  <a:lnTo>
                    <a:pt x="234596" y="6076613"/>
                  </a:lnTo>
                  <a:lnTo>
                    <a:pt x="234690" y="6076613"/>
                  </a:lnTo>
                  <a:lnTo>
                    <a:pt x="234784" y="6076613"/>
                  </a:lnTo>
                  <a:lnTo>
                    <a:pt x="234878" y="6076613"/>
                  </a:lnTo>
                  <a:lnTo>
                    <a:pt x="234972" y="6076613"/>
                  </a:lnTo>
                  <a:lnTo>
                    <a:pt x="235066" y="6076613"/>
                  </a:lnTo>
                  <a:lnTo>
                    <a:pt x="235160" y="6076613"/>
                  </a:lnTo>
                  <a:lnTo>
                    <a:pt x="235254" y="6076613"/>
                  </a:lnTo>
                  <a:lnTo>
                    <a:pt x="235348" y="6076613"/>
                  </a:lnTo>
                  <a:lnTo>
                    <a:pt x="235442" y="6076613"/>
                  </a:lnTo>
                  <a:lnTo>
                    <a:pt x="235536" y="6076613"/>
                  </a:lnTo>
                  <a:lnTo>
                    <a:pt x="235630" y="6076613"/>
                  </a:lnTo>
                  <a:lnTo>
                    <a:pt x="235724" y="6076613"/>
                  </a:lnTo>
                  <a:lnTo>
                    <a:pt x="235818" y="6076613"/>
                  </a:lnTo>
                  <a:lnTo>
                    <a:pt x="235912" y="6076613"/>
                  </a:lnTo>
                  <a:lnTo>
                    <a:pt x="236006" y="6076613"/>
                  </a:lnTo>
                  <a:lnTo>
                    <a:pt x="236100" y="6076613"/>
                  </a:lnTo>
                  <a:lnTo>
                    <a:pt x="236194" y="6076613"/>
                  </a:lnTo>
                  <a:lnTo>
                    <a:pt x="236288" y="6076613"/>
                  </a:lnTo>
                  <a:lnTo>
                    <a:pt x="236382" y="6076613"/>
                  </a:lnTo>
                  <a:lnTo>
                    <a:pt x="236476" y="6076613"/>
                  </a:lnTo>
                  <a:lnTo>
                    <a:pt x="236570" y="6076613"/>
                  </a:lnTo>
                  <a:lnTo>
                    <a:pt x="236664" y="6076613"/>
                  </a:lnTo>
                  <a:lnTo>
                    <a:pt x="236758" y="6076613"/>
                  </a:lnTo>
                  <a:lnTo>
                    <a:pt x="236852" y="6076613"/>
                  </a:lnTo>
                  <a:lnTo>
                    <a:pt x="236946" y="6076613"/>
                  </a:lnTo>
                  <a:lnTo>
                    <a:pt x="237040" y="6076613"/>
                  </a:lnTo>
                  <a:lnTo>
                    <a:pt x="237134" y="6076613"/>
                  </a:lnTo>
                  <a:lnTo>
                    <a:pt x="237228" y="6076613"/>
                  </a:lnTo>
                  <a:lnTo>
                    <a:pt x="237322" y="6076613"/>
                  </a:lnTo>
                  <a:lnTo>
                    <a:pt x="237416" y="6076613"/>
                  </a:lnTo>
                  <a:lnTo>
                    <a:pt x="237511" y="6076613"/>
                  </a:lnTo>
                  <a:lnTo>
                    <a:pt x="237605" y="6076613"/>
                  </a:lnTo>
                  <a:lnTo>
                    <a:pt x="237699" y="6076613"/>
                  </a:lnTo>
                  <a:lnTo>
                    <a:pt x="237793" y="6076613"/>
                  </a:lnTo>
                  <a:lnTo>
                    <a:pt x="237887" y="6076613"/>
                  </a:lnTo>
                  <a:lnTo>
                    <a:pt x="237981" y="6076613"/>
                  </a:lnTo>
                  <a:lnTo>
                    <a:pt x="238075" y="6076613"/>
                  </a:lnTo>
                  <a:lnTo>
                    <a:pt x="238169" y="6076613"/>
                  </a:lnTo>
                  <a:lnTo>
                    <a:pt x="238263" y="6076613"/>
                  </a:lnTo>
                  <a:lnTo>
                    <a:pt x="238357" y="6076613"/>
                  </a:lnTo>
                  <a:lnTo>
                    <a:pt x="238451" y="6076613"/>
                  </a:lnTo>
                  <a:lnTo>
                    <a:pt x="238545" y="6076613"/>
                  </a:lnTo>
                  <a:lnTo>
                    <a:pt x="238639" y="6076613"/>
                  </a:lnTo>
                  <a:lnTo>
                    <a:pt x="238733" y="6076613"/>
                  </a:lnTo>
                  <a:lnTo>
                    <a:pt x="238827" y="6076613"/>
                  </a:lnTo>
                  <a:lnTo>
                    <a:pt x="238921" y="6076613"/>
                  </a:lnTo>
                  <a:lnTo>
                    <a:pt x="239015" y="6076613"/>
                  </a:lnTo>
                  <a:lnTo>
                    <a:pt x="239109" y="6076613"/>
                  </a:lnTo>
                  <a:lnTo>
                    <a:pt x="239203" y="6076613"/>
                  </a:lnTo>
                  <a:lnTo>
                    <a:pt x="239297" y="6076613"/>
                  </a:lnTo>
                  <a:lnTo>
                    <a:pt x="239391" y="6076613"/>
                  </a:lnTo>
                  <a:lnTo>
                    <a:pt x="239485" y="6076613"/>
                  </a:lnTo>
                  <a:lnTo>
                    <a:pt x="239579" y="6076613"/>
                  </a:lnTo>
                  <a:lnTo>
                    <a:pt x="239673" y="6076613"/>
                  </a:lnTo>
                  <a:lnTo>
                    <a:pt x="239767" y="6076613"/>
                  </a:lnTo>
                  <a:lnTo>
                    <a:pt x="239861" y="6076613"/>
                  </a:lnTo>
                  <a:lnTo>
                    <a:pt x="239955" y="6076613"/>
                  </a:lnTo>
                  <a:lnTo>
                    <a:pt x="240049" y="6076613"/>
                  </a:lnTo>
                  <a:lnTo>
                    <a:pt x="240143" y="6076613"/>
                  </a:lnTo>
                  <a:lnTo>
                    <a:pt x="240237" y="6076613"/>
                  </a:lnTo>
                  <a:lnTo>
                    <a:pt x="240331" y="6076613"/>
                  </a:lnTo>
                  <a:lnTo>
                    <a:pt x="240425" y="6076613"/>
                  </a:lnTo>
                  <a:lnTo>
                    <a:pt x="240519" y="6076613"/>
                  </a:lnTo>
                  <a:lnTo>
                    <a:pt x="240613" y="6076613"/>
                  </a:lnTo>
                  <a:lnTo>
                    <a:pt x="240707" y="6076613"/>
                  </a:lnTo>
                  <a:lnTo>
                    <a:pt x="240801" y="6076613"/>
                  </a:lnTo>
                  <a:lnTo>
                    <a:pt x="240895" y="6076613"/>
                  </a:lnTo>
                  <a:lnTo>
                    <a:pt x="240989" y="6076613"/>
                  </a:lnTo>
                  <a:lnTo>
                    <a:pt x="241084" y="6076613"/>
                  </a:lnTo>
                  <a:lnTo>
                    <a:pt x="241178" y="6076613"/>
                  </a:lnTo>
                  <a:lnTo>
                    <a:pt x="241272" y="6076613"/>
                  </a:lnTo>
                  <a:lnTo>
                    <a:pt x="241366" y="6076613"/>
                  </a:lnTo>
                  <a:lnTo>
                    <a:pt x="241460" y="6076613"/>
                  </a:lnTo>
                  <a:lnTo>
                    <a:pt x="241554" y="6076613"/>
                  </a:lnTo>
                  <a:lnTo>
                    <a:pt x="241648" y="6076613"/>
                  </a:lnTo>
                  <a:lnTo>
                    <a:pt x="241742" y="6076613"/>
                  </a:lnTo>
                  <a:lnTo>
                    <a:pt x="241836" y="6076613"/>
                  </a:lnTo>
                  <a:lnTo>
                    <a:pt x="241930" y="6076613"/>
                  </a:lnTo>
                  <a:lnTo>
                    <a:pt x="242024" y="6076613"/>
                  </a:lnTo>
                  <a:lnTo>
                    <a:pt x="242118" y="6076613"/>
                  </a:lnTo>
                  <a:lnTo>
                    <a:pt x="242212" y="6076613"/>
                  </a:lnTo>
                  <a:lnTo>
                    <a:pt x="242306" y="6076613"/>
                  </a:lnTo>
                  <a:lnTo>
                    <a:pt x="242400" y="6076613"/>
                  </a:lnTo>
                  <a:lnTo>
                    <a:pt x="242494" y="6076613"/>
                  </a:lnTo>
                  <a:lnTo>
                    <a:pt x="242588" y="6076613"/>
                  </a:lnTo>
                  <a:lnTo>
                    <a:pt x="242682" y="6076613"/>
                  </a:lnTo>
                  <a:lnTo>
                    <a:pt x="242776" y="6076613"/>
                  </a:lnTo>
                  <a:lnTo>
                    <a:pt x="242870" y="6076613"/>
                  </a:lnTo>
                  <a:lnTo>
                    <a:pt x="242964" y="6076613"/>
                  </a:lnTo>
                  <a:lnTo>
                    <a:pt x="243058" y="6076613"/>
                  </a:lnTo>
                  <a:lnTo>
                    <a:pt x="243152" y="6076613"/>
                  </a:lnTo>
                  <a:lnTo>
                    <a:pt x="243246" y="6076613"/>
                  </a:lnTo>
                  <a:lnTo>
                    <a:pt x="243340" y="6076613"/>
                  </a:lnTo>
                  <a:lnTo>
                    <a:pt x="243434" y="6076613"/>
                  </a:lnTo>
                  <a:lnTo>
                    <a:pt x="243528" y="6076613"/>
                  </a:lnTo>
                  <a:lnTo>
                    <a:pt x="243622" y="6076613"/>
                  </a:lnTo>
                  <a:lnTo>
                    <a:pt x="243716" y="6076613"/>
                  </a:lnTo>
                  <a:lnTo>
                    <a:pt x="243810" y="6076613"/>
                  </a:lnTo>
                  <a:lnTo>
                    <a:pt x="243904" y="6076613"/>
                  </a:lnTo>
                  <a:lnTo>
                    <a:pt x="243998" y="6076613"/>
                  </a:lnTo>
                  <a:lnTo>
                    <a:pt x="244092" y="6076613"/>
                  </a:lnTo>
                  <a:lnTo>
                    <a:pt x="244186" y="6076613"/>
                  </a:lnTo>
                  <a:lnTo>
                    <a:pt x="244280" y="6076613"/>
                  </a:lnTo>
                  <a:lnTo>
                    <a:pt x="244374" y="6076613"/>
                  </a:lnTo>
                  <a:lnTo>
                    <a:pt x="244468" y="6076613"/>
                  </a:lnTo>
                  <a:lnTo>
                    <a:pt x="244563" y="6076613"/>
                  </a:lnTo>
                  <a:lnTo>
                    <a:pt x="244657" y="6076613"/>
                  </a:lnTo>
                  <a:lnTo>
                    <a:pt x="244751" y="6076613"/>
                  </a:lnTo>
                  <a:lnTo>
                    <a:pt x="244845" y="6076613"/>
                  </a:lnTo>
                  <a:lnTo>
                    <a:pt x="244939" y="6076613"/>
                  </a:lnTo>
                  <a:lnTo>
                    <a:pt x="245033" y="6076613"/>
                  </a:lnTo>
                  <a:lnTo>
                    <a:pt x="245127" y="6076613"/>
                  </a:lnTo>
                  <a:lnTo>
                    <a:pt x="245221" y="6076613"/>
                  </a:lnTo>
                  <a:lnTo>
                    <a:pt x="245315" y="6076613"/>
                  </a:lnTo>
                  <a:lnTo>
                    <a:pt x="245409" y="6076613"/>
                  </a:lnTo>
                  <a:lnTo>
                    <a:pt x="245503" y="6076613"/>
                  </a:lnTo>
                  <a:lnTo>
                    <a:pt x="245597" y="6076613"/>
                  </a:lnTo>
                  <a:lnTo>
                    <a:pt x="245691" y="6076613"/>
                  </a:lnTo>
                  <a:lnTo>
                    <a:pt x="245785" y="6076613"/>
                  </a:lnTo>
                  <a:lnTo>
                    <a:pt x="245879" y="6076613"/>
                  </a:lnTo>
                  <a:lnTo>
                    <a:pt x="245973" y="6076613"/>
                  </a:lnTo>
                  <a:lnTo>
                    <a:pt x="246067" y="6076613"/>
                  </a:lnTo>
                  <a:lnTo>
                    <a:pt x="246161" y="6076613"/>
                  </a:lnTo>
                  <a:lnTo>
                    <a:pt x="246255" y="6076613"/>
                  </a:lnTo>
                  <a:lnTo>
                    <a:pt x="246349" y="6076613"/>
                  </a:lnTo>
                  <a:lnTo>
                    <a:pt x="246443" y="6076613"/>
                  </a:lnTo>
                  <a:lnTo>
                    <a:pt x="246537" y="6076613"/>
                  </a:lnTo>
                  <a:lnTo>
                    <a:pt x="246631" y="6076613"/>
                  </a:lnTo>
                  <a:lnTo>
                    <a:pt x="246725" y="6076613"/>
                  </a:lnTo>
                  <a:lnTo>
                    <a:pt x="246819" y="6076613"/>
                  </a:lnTo>
                  <a:lnTo>
                    <a:pt x="246913" y="6076613"/>
                  </a:lnTo>
                  <a:lnTo>
                    <a:pt x="247007" y="6076613"/>
                  </a:lnTo>
                  <a:lnTo>
                    <a:pt x="247101" y="6076613"/>
                  </a:lnTo>
                  <a:lnTo>
                    <a:pt x="247195" y="6076613"/>
                  </a:lnTo>
                  <a:lnTo>
                    <a:pt x="247289" y="6076613"/>
                  </a:lnTo>
                  <a:lnTo>
                    <a:pt x="247289" y="6071334"/>
                  </a:lnTo>
                  <a:lnTo>
                    <a:pt x="247383" y="6071334"/>
                  </a:lnTo>
                  <a:lnTo>
                    <a:pt x="247477" y="6071334"/>
                  </a:lnTo>
                  <a:lnTo>
                    <a:pt x="247571" y="6071334"/>
                  </a:lnTo>
                  <a:lnTo>
                    <a:pt x="247665" y="6071334"/>
                  </a:lnTo>
                  <a:lnTo>
                    <a:pt x="247759" y="6071334"/>
                  </a:lnTo>
                  <a:lnTo>
                    <a:pt x="247853" y="6071334"/>
                  </a:lnTo>
                  <a:lnTo>
                    <a:pt x="247947" y="6071334"/>
                  </a:lnTo>
                  <a:lnTo>
                    <a:pt x="248041" y="6071334"/>
                  </a:lnTo>
                  <a:lnTo>
                    <a:pt x="248136" y="6071334"/>
                  </a:lnTo>
                  <a:lnTo>
                    <a:pt x="248230" y="6071334"/>
                  </a:lnTo>
                  <a:lnTo>
                    <a:pt x="248230" y="6066055"/>
                  </a:lnTo>
                  <a:lnTo>
                    <a:pt x="248324" y="6066055"/>
                  </a:lnTo>
                  <a:lnTo>
                    <a:pt x="248418" y="6066055"/>
                  </a:lnTo>
                  <a:lnTo>
                    <a:pt x="248512" y="6066055"/>
                  </a:lnTo>
                  <a:lnTo>
                    <a:pt x="248606" y="6066055"/>
                  </a:lnTo>
                  <a:lnTo>
                    <a:pt x="248700" y="6066055"/>
                  </a:lnTo>
                  <a:lnTo>
                    <a:pt x="248794" y="6066055"/>
                  </a:lnTo>
                  <a:lnTo>
                    <a:pt x="248888" y="6066055"/>
                  </a:lnTo>
                  <a:lnTo>
                    <a:pt x="248982" y="6066055"/>
                  </a:lnTo>
                  <a:lnTo>
                    <a:pt x="249076" y="6066055"/>
                  </a:lnTo>
                  <a:lnTo>
                    <a:pt x="249170" y="6066055"/>
                  </a:lnTo>
                  <a:lnTo>
                    <a:pt x="249264" y="6066055"/>
                  </a:lnTo>
                  <a:lnTo>
                    <a:pt x="249358" y="6066055"/>
                  </a:lnTo>
                  <a:lnTo>
                    <a:pt x="249452" y="6066055"/>
                  </a:lnTo>
                  <a:lnTo>
                    <a:pt x="249546" y="6066055"/>
                  </a:lnTo>
                  <a:lnTo>
                    <a:pt x="249640" y="6066055"/>
                  </a:lnTo>
                  <a:lnTo>
                    <a:pt x="249734" y="6066055"/>
                  </a:lnTo>
                  <a:lnTo>
                    <a:pt x="249828" y="6066055"/>
                  </a:lnTo>
                  <a:lnTo>
                    <a:pt x="249922" y="6066055"/>
                  </a:lnTo>
                  <a:lnTo>
                    <a:pt x="250016" y="6066055"/>
                  </a:lnTo>
                  <a:lnTo>
                    <a:pt x="250110" y="6066055"/>
                  </a:lnTo>
                  <a:lnTo>
                    <a:pt x="250204" y="6066055"/>
                  </a:lnTo>
                  <a:lnTo>
                    <a:pt x="250298" y="6066055"/>
                  </a:lnTo>
                  <a:lnTo>
                    <a:pt x="250392" y="6066055"/>
                  </a:lnTo>
                  <a:lnTo>
                    <a:pt x="250486" y="6066055"/>
                  </a:lnTo>
                  <a:lnTo>
                    <a:pt x="250580" y="6066055"/>
                  </a:lnTo>
                  <a:lnTo>
                    <a:pt x="250674" y="6066055"/>
                  </a:lnTo>
                  <a:lnTo>
                    <a:pt x="250768" y="6066055"/>
                  </a:lnTo>
                  <a:lnTo>
                    <a:pt x="250862" y="6066055"/>
                  </a:lnTo>
                  <a:lnTo>
                    <a:pt x="250956" y="6066055"/>
                  </a:lnTo>
                  <a:lnTo>
                    <a:pt x="251050" y="6066055"/>
                  </a:lnTo>
                  <a:lnTo>
                    <a:pt x="251144" y="6066055"/>
                  </a:lnTo>
                  <a:lnTo>
                    <a:pt x="251238" y="6066055"/>
                  </a:lnTo>
                  <a:lnTo>
                    <a:pt x="251332" y="6066055"/>
                  </a:lnTo>
                  <a:lnTo>
                    <a:pt x="251426" y="6066055"/>
                  </a:lnTo>
                  <a:lnTo>
                    <a:pt x="251520" y="6066055"/>
                  </a:lnTo>
                  <a:lnTo>
                    <a:pt x="251614" y="6066055"/>
                  </a:lnTo>
                  <a:lnTo>
                    <a:pt x="251709" y="6066055"/>
                  </a:lnTo>
                  <a:lnTo>
                    <a:pt x="251803" y="6066055"/>
                  </a:lnTo>
                  <a:lnTo>
                    <a:pt x="251897" y="6066055"/>
                  </a:lnTo>
                  <a:lnTo>
                    <a:pt x="251991" y="6066055"/>
                  </a:lnTo>
                  <a:lnTo>
                    <a:pt x="251991" y="6060775"/>
                  </a:lnTo>
                  <a:lnTo>
                    <a:pt x="252085" y="6060775"/>
                  </a:lnTo>
                  <a:lnTo>
                    <a:pt x="252179" y="6060775"/>
                  </a:lnTo>
                  <a:lnTo>
                    <a:pt x="252273" y="6060775"/>
                  </a:lnTo>
                  <a:lnTo>
                    <a:pt x="252367" y="6060775"/>
                  </a:lnTo>
                  <a:lnTo>
                    <a:pt x="252461" y="6060775"/>
                  </a:lnTo>
                  <a:lnTo>
                    <a:pt x="252555" y="6060775"/>
                  </a:lnTo>
                  <a:lnTo>
                    <a:pt x="252649" y="6060775"/>
                  </a:lnTo>
                  <a:lnTo>
                    <a:pt x="252743" y="6060775"/>
                  </a:lnTo>
                  <a:lnTo>
                    <a:pt x="252837" y="6060775"/>
                  </a:lnTo>
                  <a:lnTo>
                    <a:pt x="252931" y="6060775"/>
                  </a:lnTo>
                  <a:lnTo>
                    <a:pt x="253025" y="6060775"/>
                  </a:lnTo>
                  <a:lnTo>
                    <a:pt x="253119" y="6060775"/>
                  </a:lnTo>
                  <a:lnTo>
                    <a:pt x="253213" y="6060775"/>
                  </a:lnTo>
                  <a:lnTo>
                    <a:pt x="253307" y="6060775"/>
                  </a:lnTo>
                  <a:lnTo>
                    <a:pt x="253401" y="6060775"/>
                  </a:lnTo>
                  <a:lnTo>
                    <a:pt x="253495" y="6060775"/>
                  </a:lnTo>
                  <a:lnTo>
                    <a:pt x="253589" y="6060775"/>
                  </a:lnTo>
                  <a:lnTo>
                    <a:pt x="253683" y="6060775"/>
                  </a:lnTo>
                  <a:lnTo>
                    <a:pt x="253777" y="6060775"/>
                  </a:lnTo>
                  <a:lnTo>
                    <a:pt x="253871" y="6060775"/>
                  </a:lnTo>
                  <a:lnTo>
                    <a:pt x="253965" y="6060775"/>
                  </a:lnTo>
                  <a:lnTo>
                    <a:pt x="254059" y="6060775"/>
                  </a:lnTo>
                  <a:lnTo>
                    <a:pt x="254153" y="6060775"/>
                  </a:lnTo>
                  <a:lnTo>
                    <a:pt x="254247" y="6060775"/>
                  </a:lnTo>
                  <a:lnTo>
                    <a:pt x="254341" y="6060775"/>
                  </a:lnTo>
                  <a:lnTo>
                    <a:pt x="254435" y="6060775"/>
                  </a:lnTo>
                  <a:lnTo>
                    <a:pt x="254529" y="6060775"/>
                  </a:lnTo>
                  <a:lnTo>
                    <a:pt x="254623" y="6060775"/>
                  </a:lnTo>
                  <a:lnTo>
                    <a:pt x="254717" y="6060775"/>
                  </a:lnTo>
                  <a:lnTo>
                    <a:pt x="254811" y="6060775"/>
                  </a:lnTo>
                  <a:lnTo>
                    <a:pt x="254905" y="6060775"/>
                  </a:lnTo>
                  <a:lnTo>
                    <a:pt x="254999" y="6060775"/>
                  </a:lnTo>
                  <a:lnTo>
                    <a:pt x="255093" y="6060775"/>
                  </a:lnTo>
                  <a:lnTo>
                    <a:pt x="255188" y="6060775"/>
                  </a:lnTo>
                  <a:lnTo>
                    <a:pt x="255282" y="6060775"/>
                  </a:lnTo>
                  <a:lnTo>
                    <a:pt x="255376" y="6060775"/>
                  </a:lnTo>
                  <a:lnTo>
                    <a:pt x="255470" y="6060775"/>
                  </a:lnTo>
                  <a:lnTo>
                    <a:pt x="255564" y="6060775"/>
                  </a:lnTo>
                  <a:lnTo>
                    <a:pt x="255658" y="6060775"/>
                  </a:lnTo>
                  <a:lnTo>
                    <a:pt x="255752" y="6060775"/>
                  </a:lnTo>
                  <a:lnTo>
                    <a:pt x="255846" y="6060775"/>
                  </a:lnTo>
                  <a:lnTo>
                    <a:pt x="255940" y="6060775"/>
                  </a:lnTo>
                  <a:lnTo>
                    <a:pt x="256034" y="6060775"/>
                  </a:lnTo>
                  <a:lnTo>
                    <a:pt x="256128" y="6060775"/>
                  </a:lnTo>
                  <a:lnTo>
                    <a:pt x="256222" y="6060775"/>
                  </a:lnTo>
                  <a:lnTo>
                    <a:pt x="256316" y="6060775"/>
                  </a:lnTo>
                  <a:lnTo>
                    <a:pt x="256410" y="6060775"/>
                  </a:lnTo>
                  <a:lnTo>
                    <a:pt x="256504" y="6060775"/>
                  </a:lnTo>
                  <a:lnTo>
                    <a:pt x="256598" y="6060775"/>
                  </a:lnTo>
                  <a:lnTo>
                    <a:pt x="256692" y="6060775"/>
                  </a:lnTo>
                  <a:lnTo>
                    <a:pt x="256786" y="6060775"/>
                  </a:lnTo>
                  <a:lnTo>
                    <a:pt x="256880" y="6060775"/>
                  </a:lnTo>
                  <a:lnTo>
                    <a:pt x="256974" y="6060775"/>
                  </a:lnTo>
                  <a:lnTo>
                    <a:pt x="257068" y="6060775"/>
                  </a:lnTo>
                  <a:lnTo>
                    <a:pt x="257162" y="6060775"/>
                  </a:lnTo>
                  <a:lnTo>
                    <a:pt x="257256" y="6060775"/>
                  </a:lnTo>
                  <a:lnTo>
                    <a:pt x="257350" y="6060775"/>
                  </a:lnTo>
                  <a:lnTo>
                    <a:pt x="257444" y="6060775"/>
                  </a:lnTo>
                  <a:lnTo>
                    <a:pt x="257538" y="6060775"/>
                  </a:lnTo>
                  <a:lnTo>
                    <a:pt x="257632" y="6060775"/>
                  </a:lnTo>
                  <a:lnTo>
                    <a:pt x="257726" y="6060775"/>
                  </a:lnTo>
                  <a:lnTo>
                    <a:pt x="257820" y="6060775"/>
                  </a:lnTo>
                  <a:lnTo>
                    <a:pt x="257914" y="6060775"/>
                  </a:lnTo>
                  <a:lnTo>
                    <a:pt x="258008" y="6060775"/>
                  </a:lnTo>
                  <a:lnTo>
                    <a:pt x="258102" y="6060775"/>
                  </a:lnTo>
                  <a:lnTo>
                    <a:pt x="258196" y="6060775"/>
                  </a:lnTo>
                  <a:lnTo>
                    <a:pt x="258290" y="6060775"/>
                  </a:lnTo>
                  <a:lnTo>
                    <a:pt x="258384" y="6060775"/>
                  </a:lnTo>
                  <a:lnTo>
                    <a:pt x="258478" y="6060775"/>
                  </a:lnTo>
                  <a:lnTo>
                    <a:pt x="258572" y="6060775"/>
                  </a:lnTo>
                  <a:lnTo>
                    <a:pt x="258666" y="6060775"/>
                  </a:lnTo>
                  <a:lnTo>
                    <a:pt x="258761" y="6060775"/>
                  </a:lnTo>
                  <a:lnTo>
                    <a:pt x="258855" y="6060775"/>
                  </a:lnTo>
                  <a:lnTo>
                    <a:pt x="258949" y="6060775"/>
                  </a:lnTo>
                  <a:lnTo>
                    <a:pt x="259043" y="6060775"/>
                  </a:lnTo>
                  <a:lnTo>
                    <a:pt x="259137" y="6060775"/>
                  </a:lnTo>
                  <a:lnTo>
                    <a:pt x="259231" y="6060775"/>
                  </a:lnTo>
                  <a:lnTo>
                    <a:pt x="259325" y="6060775"/>
                  </a:lnTo>
                  <a:lnTo>
                    <a:pt x="259419" y="6060775"/>
                  </a:lnTo>
                  <a:lnTo>
                    <a:pt x="259513" y="6060775"/>
                  </a:lnTo>
                  <a:lnTo>
                    <a:pt x="259607" y="6060775"/>
                  </a:lnTo>
                  <a:lnTo>
                    <a:pt x="259701" y="6060775"/>
                  </a:lnTo>
                  <a:lnTo>
                    <a:pt x="259795" y="6060775"/>
                  </a:lnTo>
                  <a:lnTo>
                    <a:pt x="259889" y="6060775"/>
                  </a:lnTo>
                  <a:lnTo>
                    <a:pt x="259983" y="6060775"/>
                  </a:lnTo>
                  <a:lnTo>
                    <a:pt x="260077" y="6060775"/>
                  </a:lnTo>
                  <a:lnTo>
                    <a:pt x="260171" y="6060775"/>
                  </a:lnTo>
                  <a:lnTo>
                    <a:pt x="260265" y="6060775"/>
                  </a:lnTo>
                  <a:lnTo>
                    <a:pt x="260359" y="6060775"/>
                  </a:lnTo>
                  <a:lnTo>
                    <a:pt x="260453" y="6060775"/>
                  </a:lnTo>
                  <a:lnTo>
                    <a:pt x="260547" y="6060775"/>
                  </a:lnTo>
                  <a:lnTo>
                    <a:pt x="260641" y="6060775"/>
                  </a:lnTo>
                  <a:lnTo>
                    <a:pt x="260735" y="6060775"/>
                  </a:lnTo>
                  <a:lnTo>
                    <a:pt x="260829" y="6060775"/>
                  </a:lnTo>
                  <a:lnTo>
                    <a:pt x="260923" y="6060775"/>
                  </a:lnTo>
                  <a:lnTo>
                    <a:pt x="261017" y="6060775"/>
                  </a:lnTo>
                  <a:lnTo>
                    <a:pt x="261111" y="6060775"/>
                  </a:lnTo>
                  <a:lnTo>
                    <a:pt x="261205" y="6060775"/>
                  </a:lnTo>
                  <a:lnTo>
                    <a:pt x="261299" y="6060775"/>
                  </a:lnTo>
                  <a:lnTo>
                    <a:pt x="261393" y="6060775"/>
                  </a:lnTo>
                  <a:lnTo>
                    <a:pt x="261487" y="6060775"/>
                  </a:lnTo>
                  <a:lnTo>
                    <a:pt x="261581" y="6060775"/>
                  </a:lnTo>
                  <a:lnTo>
                    <a:pt x="261675" y="6060775"/>
                  </a:lnTo>
                  <a:lnTo>
                    <a:pt x="261769" y="6060775"/>
                  </a:lnTo>
                  <a:lnTo>
                    <a:pt x="261863" y="6060775"/>
                  </a:lnTo>
                  <a:lnTo>
                    <a:pt x="261957" y="6060775"/>
                  </a:lnTo>
                  <a:lnTo>
                    <a:pt x="262051" y="6060775"/>
                  </a:lnTo>
                  <a:lnTo>
                    <a:pt x="262145" y="6060775"/>
                  </a:lnTo>
                  <a:lnTo>
                    <a:pt x="262239" y="6060775"/>
                  </a:lnTo>
                  <a:lnTo>
                    <a:pt x="262334" y="6060775"/>
                  </a:lnTo>
                  <a:lnTo>
                    <a:pt x="262428" y="6060775"/>
                  </a:lnTo>
                  <a:lnTo>
                    <a:pt x="262522" y="6060775"/>
                  </a:lnTo>
                  <a:lnTo>
                    <a:pt x="262616" y="6060775"/>
                  </a:lnTo>
                  <a:lnTo>
                    <a:pt x="262616" y="6055496"/>
                  </a:lnTo>
                  <a:lnTo>
                    <a:pt x="262710" y="6055496"/>
                  </a:lnTo>
                  <a:lnTo>
                    <a:pt x="262710" y="6050216"/>
                  </a:lnTo>
                  <a:lnTo>
                    <a:pt x="262804" y="6050216"/>
                  </a:lnTo>
                  <a:lnTo>
                    <a:pt x="262898" y="6050216"/>
                  </a:lnTo>
                  <a:lnTo>
                    <a:pt x="262992" y="6050216"/>
                  </a:lnTo>
                  <a:lnTo>
                    <a:pt x="263086" y="6050216"/>
                  </a:lnTo>
                  <a:lnTo>
                    <a:pt x="263180" y="6050216"/>
                  </a:lnTo>
                  <a:lnTo>
                    <a:pt x="263274" y="6050216"/>
                  </a:lnTo>
                  <a:lnTo>
                    <a:pt x="263368" y="6050216"/>
                  </a:lnTo>
                  <a:lnTo>
                    <a:pt x="263462" y="6050216"/>
                  </a:lnTo>
                  <a:lnTo>
                    <a:pt x="263556" y="6050216"/>
                  </a:lnTo>
                  <a:lnTo>
                    <a:pt x="263650" y="6050216"/>
                  </a:lnTo>
                  <a:lnTo>
                    <a:pt x="263744" y="6050216"/>
                  </a:lnTo>
                  <a:lnTo>
                    <a:pt x="263838" y="6050216"/>
                  </a:lnTo>
                  <a:lnTo>
                    <a:pt x="263932" y="6050216"/>
                  </a:lnTo>
                  <a:lnTo>
                    <a:pt x="264026" y="6050216"/>
                  </a:lnTo>
                  <a:lnTo>
                    <a:pt x="264120" y="6050216"/>
                  </a:lnTo>
                  <a:lnTo>
                    <a:pt x="264214" y="6050216"/>
                  </a:lnTo>
                  <a:lnTo>
                    <a:pt x="264308" y="6050216"/>
                  </a:lnTo>
                  <a:lnTo>
                    <a:pt x="264402" y="6050216"/>
                  </a:lnTo>
                  <a:lnTo>
                    <a:pt x="264496" y="6050216"/>
                  </a:lnTo>
                  <a:lnTo>
                    <a:pt x="264590" y="6050216"/>
                  </a:lnTo>
                  <a:lnTo>
                    <a:pt x="264684" y="6050216"/>
                  </a:lnTo>
                  <a:lnTo>
                    <a:pt x="264778" y="6050216"/>
                  </a:lnTo>
                  <a:lnTo>
                    <a:pt x="264778" y="6044937"/>
                  </a:lnTo>
                  <a:lnTo>
                    <a:pt x="264872" y="6044937"/>
                  </a:lnTo>
                  <a:lnTo>
                    <a:pt x="264966" y="6044937"/>
                  </a:lnTo>
                  <a:lnTo>
                    <a:pt x="265060" y="6044937"/>
                  </a:lnTo>
                  <a:lnTo>
                    <a:pt x="265154" y="6044937"/>
                  </a:lnTo>
                  <a:lnTo>
                    <a:pt x="265248" y="6044937"/>
                  </a:lnTo>
                  <a:lnTo>
                    <a:pt x="265342" y="6044937"/>
                  </a:lnTo>
                  <a:lnTo>
                    <a:pt x="265436" y="6044937"/>
                  </a:lnTo>
                  <a:lnTo>
                    <a:pt x="265530" y="6044937"/>
                  </a:lnTo>
                  <a:lnTo>
                    <a:pt x="265624" y="6044937"/>
                  </a:lnTo>
                  <a:lnTo>
                    <a:pt x="265718" y="6044937"/>
                  </a:lnTo>
                  <a:lnTo>
                    <a:pt x="265813" y="6044937"/>
                  </a:lnTo>
                  <a:lnTo>
                    <a:pt x="265907" y="6044937"/>
                  </a:lnTo>
                  <a:lnTo>
                    <a:pt x="266001" y="6044937"/>
                  </a:lnTo>
                  <a:lnTo>
                    <a:pt x="266095" y="6044937"/>
                  </a:lnTo>
                  <a:lnTo>
                    <a:pt x="266189" y="6044937"/>
                  </a:lnTo>
                  <a:lnTo>
                    <a:pt x="266283" y="6044937"/>
                  </a:lnTo>
                  <a:lnTo>
                    <a:pt x="266283" y="6039658"/>
                  </a:lnTo>
                  <a:lnTo>
                    <a:pt x="266377" y="6039658"/>
                  </a:lnTo>
                  <a:lnTo>
                    <a:pt x="266471" y="6039658"/>
                  </a:lnTo>
                  <a:lnTo>
                    <a:pt x="266565" y="6039658"/>
                  </a:lnTo>
                  <a:lnTo>
                    <a:pt x="266659" y="6039658"/>
                  </a:lnTo>
                  <a:lnTo>
                    <a:pt x="266753" y="6039658"/>
                  </a:lnTo>
                  <a:lnTo>
                    <a:pt x="266847" y="6039658"/>
                  </a:lnTo>
                  <a:lnTo>
                    <a:pt x="266941" y="6039658"/>
                  </a:lnTo>
                  <a:lnTo>
                    <a:pt x="266941" y="6034378"/>
                  </a:lnTo>
                  <a:lnTo>
                    <a:pt x="267035" y="6034378"/>
                  </a:lnTo>
                  <a:lnTo>
                    <a:pt x="267129" y="6034378"/>
                  </a:lnTo>
                  <a:lnTo>
                    <a:pt x="267223" y="6034378"/>
                  </a:lnTo>
                  <a:lnTo>
                    <a:pt x="267317" y="6034378"/>
                  </a:lnTo>
                  <a:lnTo>
                    <a:pt x="267411" y="6034378"/>
                  </a:lnTo>
                  <a:lnTo>
                    <a:pt x="267505" y="6034378"/>
                  </a:lnTo>
                  <a:lnTo>
                    <a:pt x="267599" y="6034378"/>
                  </a:lnTo>
                  <a:lnTo>
                    <a:pt x="267693" y="6034378"/>
                  </a:lnTo>
                  <a:lnTo>
                    <a:pt x="267787" y="6034378"/>
                  </a:lnTo>
                  <a:lnTo>
                    <a:pt x="267881" y="6034378"/>
                  </a:lnTo>
                  <a:lnTo>
                    <a:pt x="267975" y="6034378"/>
                  </a:lnTo>
                  <a:lnTo>
                    <a:pt x="268069" y="6034378"/>
                  </a:lnTo>
                  <a:lnTo>
                    <a:pt x="268163" y="6034378"/>
                  </a:lnTo>
                  <a:lnTo>
                    <a:pt x="268257" y="6034378"/>
                  </a:lnTo>
                  <a:lnTo>
                    <a:pt x="268351" y="6034378"/>
                  </a:lnTo>
                  <a:lnTo>
                    <a:pt x="268445" y="6034378"/>
                  </a:lnTo>
                  <a:lnTo>
                    <a:pt x="268539" y="6034378"/>
                  </a:lnTo>
                  <a:lnTo>
                    <a:pt x="268633" y="6034378"/>
                  </a:lnTo>
                  <a:lnTo>
                    <a:pt x="268727" y="6034378"/>
                  </a:lnTo>
                  <a:lnTo>
                    <a:pt x="268821" y="6034378"/>
                  </a:lnTo>
                  <a:lnTo>
                    <a:pt x="268915" y="6034378"/>
                  </a:lnTo>
                  <a:lnTo>
                    <a:pt x="269009" y="6034378"/>
                  </a:lnTo>
                  <a:lnTo>
                    <a:pt x="269103" y="6034378"/>
                  </a:lnTo>
                  <a:lnTo>
                    <a:pt x="269197" y="6034378"/>
                  </a:lnTo>
                  <a:lnTo>
                    <a:pt x="269291" y="6034378"/>
                  </a:lnTo>
                  <a:lnTo>
                    <a:pt x="269386" y="6034378"/>
                  </a:lnTo>
                  <a:lnTo>
                    <a:pt x="269480" y="6034378"/>
                  </a:lnTo>
                  <a:lnTo>
                    <a:pt x="269574" y="6034378"/>
                  </a:lnTo>
                  <a:lnTo>
                    <a:pt x="269668" y="6034378"/>
                  </a:lnTo>
                  <a:lnTo>
                    <a:pt x="269762" y="6034378"/>
                  </a:lnTo>
                  <a:lnTo>
                    <a:pt x="269856" y="6034378"/>
                  </a:lnTo>
                  <a:lnTo>
                    <a:pt x="269950" y="6034378"/>
                  </a:lnTo>
                  <a:lnTo>
                    <a:pt x="270044" y="6034378"/>
                  </a:lnTo>
                  <a:lnTo>
                    <a:pt x="270138" y="6034378"/>
                  </a:lnTo>
                  <a:lnTo>
                    <a:pt x="270232" y="6034378"/>
                  </a:lnTo>
                  <a:lnTo>
                    <a:pt x="270326" y="6034378"/>
                  </a:lnTo>
                  <a:lnTo>
                    <a:pt x="270420" y="6034378"/>
                  </a:lnTo>
                  <a:lnTo>
                    <a:pt x="270514" y="6034378"/>
                  </a:lnTo>
                  <a:lnTo>
                    <a:pt x="270608" y="6034378"/>
                  </a:lnTo>
                  <a:lnTo>
                    <a:pt x="270608" y="6029099"/>
                  </a:lnTo>
                  <a:lnTo>
                    <a:pt x="270702" y="6029099"/>
                  </a:lnTo>
                  <a:lnTo>
                    <a:pt x="270796" y="6029099"/>
                  </a:lnTo>
                  <a:lnTo>
                    <a:pt x="270890" y="6029099"/>
                  </a:lnTo>
                  <a:lnTo>
                    <a:pt x="270984" y="6029099"/>
                  </a:lnTo>
                  <a:lnTo>
                    <a:pt x="271078" y="6029099"/>
                  </a:lnTo>
                  <a:lnTo>
                    <a:pt x="271172" y="6029099"/>
                  </a:lnTo>
                  <a:lnTo>
                    <a:pt x="271266" y="6029099"/>
                  </a:lnTo>
                  <a:lnTo>
                    <a:pt x="271360" y="6029099"/>
                  </a:lnTo>
                  <a:lnTo>
                    <a:pt x="271454" y="6029099"/>
                  </a:lnTo>
                  <a:lnTo>
                    <a:pt x="271548" y="6029099"/>
                  </a:lnTo>
                  <a:lnTo>
                    <a:pt x="271642" y="6029099"/>
                  </a:lnTo>
                  <a:lnTo>
                    <a:pt x="271736" y="6029099"/>
                  </a:lnTo>
                  <a:lnTo>
                    <a:pt x="271736" y="6023819"/>
                  </a:lnTo>
                  <a:lnTo>
                    <a:pt x="271830" y="6023819"/>
                  </a:lnTo>
                  <a:lnTo>
                    <a:pt x="271924" y="6023819"/>
                  </a:lnTo>
                  <a:lnTo>
                    <a:pt x="272018" y="6023819"/>
                  </a:lnTo>
                  <a:lnTo>
                    <a:pt x="272112" y="6023819"/>
                  </a:lnTo>
                  <a:lnTo>
                    <a:pt x="272206" y="6023819"/>
                  </a:lnTo>
                  <a:lnTo>
                    <a:pt x="272300" y="6023819"/>
                  </a:lnTo>
                  <a:lnTo>
                    <a:pt x="272394" y="6023819"/>
                  </a:lnTo>
                  <a:lnTo>
                    <a:pt x="272488" y="6023819"/>
                  </a:lnTo>
                  <a:lnTo>
                    <a:pt x="272582" y="6023819"/>
                  </a:lnTo>
                  <a:lnTo>
                    <a:pt x="272676" y="6023819"/>
                  </a:lnTo>
                  <a:lnTo>
                    <a:pt x="272770" y="6023819"/>
                  </a:lnTo>
                  <a:lnTo>
                    <a:pt x="272864" y="6023819"/>
                  </a:lnTo>
                  <a:lnTo>
                    <a:pt x="272959" y="6023819"/>
                  </a:lnTo>
                  <a:lnTo>
                    <a:pt x="273053" y="6023819"/>
                  </a:lnTo>
                  <a:lnTo>
                    <a:pt x="273147" y="6023819"/>
                  </a:lnTo>
                  <a:lnTo>
                    <a:pt x="273241" y="6023819"/>
                  </a:lnTo>
                  <a:lnTo>
                    <a:pt x="273335" y="6023819"/>
                  </a:lnTo>
                  <a:lnTo>
                    <a:pt x="273429" y="6023819"/>
                  </a:lnTo>
                  <a:lnTo>
                    <a:pt x="273523" y="6023819"/>
                  </a:lnTo>
                  <a:lnTo>
                    <a:pt x="273617" y="6023819"/>
                  </a:lnTo>
                  <a:lnTo>
                    <a:pt x="273711" y="6023819"/>
                  </a:lnTo>
                  <a:lnTo>
                    <a:pt x="273805" y="6023819"/>
                  </a:lnTo>
                  <a:lnTo>
                    <a:pt x="273899" y="6023819"/>
                  </a:lnTo>
                  <a:lnTo>
                    <a:pt x="273993" y="6023819"/>
                  </a:lnTo>
                  <a:lnTo>
                    <a:pt x="274087" y="6023819"/>
                  </a:lnTo>
                  <a:lnTo>
                    <a:pt x="274181" y="6023819"/>
                  </a:lnTo>
                  <a:lnTo>
                    <a:pt x="274275" y="6023819"/>
                  </a:lnTo>
                  <a:lnTo>
                    <a:pt x="274369" y="6023819"/>
                  </a:lnTo>
                  <a:lnTo>
                    <a:pt x="274463" y="6023819"/>
                  </a:lnTo>
                  <a:lnTo>
                    <a:pt x="274557" y="6023819"/>
                  </a:lnTo>
                  <a:lnTo>
                    <a:pt x="274651" y="6023819"/>
                  </a:lnTo>
                  <a:lnTo>
                    <a:pt x="274745" y="6023819"/>
                  </a:lnTo>
                  <a:lnTo>
                    <a:pt x="274839" y="6023819"/>
                  </a:lnTo>
                  <a:lnTo>
                    <a:pt x="274839" y="6018540"/>
                  </a:lnTo>
                  <a:lnTo>
                    <a:pt x="274933" y="6018540"/>
                  </a:lnTo>
                  <a:lnTo>
                    <a:pt x="275027" y="6018540"/>
                  </a:lnTo>
                  <a:lnTo>
                    <a:pt x="275027" y="6013260"/>
                  </a:lnTo>
                  <a:lnTo>
                    <a:pt x="275121" y="6013260"/>
                  </a:lnTo>
                  <a:lnTo>
                    <a:pt x="275215" y="6013260"/>
                  </a:lnTo>
                  <a:lnTo>
                    <a:pt x="275309" y="6013260"/>
                  </a:lnTo>
                  <a:lnTo>
                    <a:pt x="275403" y="6013260"/>
                  </a:lnTo>
                  <a:lnTo>
                    <a:pt x="275497" y="6013260"/>
                  </a:lnTo>
                  <a:lnTo>
                    <a:pt x="275591" y="6013260"/>
                  </a:lnTo>
                  <a:lnTo>
                    <a:pt x="275685" y="6013260"/>
                  </a:lnTo>
                  <a:lnTo>
                    <a:pt x="275779" y="6013260"/>
                  </a:lnTo>
                  <a:lnTo>
                    <a:pt x="275873" y="6013260"/>
                  </a:lnTo>
                  <a:lnTo>
                    <a:pt x="275967" y="6013260"/>
                  </a:lnTo>
                  <a:lnTo>
                    <a:pt x="276061" y="6013260"/>
                  </a:lnTo>
                  <a:lnTo>
                    <a:pt x="276155" y="6013260"/>
                  </a:lnTo>
                  <a:lnTo>
                    <a:pt x="276249" y="6013260"/>
                  </a:lnTo>
                  <a:lnTo>
                    <a:pt x="276343" y="6013260"/>
                  </a:lnTo>
                  <a:lnTo>
                    <a:pt x="276437" y="6013260"/>
                  </a:lnTo>
                  <a:lnTo>
                    <a:pt x="276532" y="6013260"/>
                  </a:lnTo>
                  <a:lnTo>
                    <a:pt x="276626" y="6013260"/>
                  </a:lnTo>
                  <a:lnTo>
                    <a:pt x="276720" y="6013260"/>
                  </a:lnTo>
                  <a:lnTo>
                    <a:pt x="276814" y="6013260"/>
                  </a:lnTo>
                  <a:lnTo>
                    <a:pt x="276908" y="6013260"/>
                  </a:lnTo>
                  <a:lnTo>
                    <a:pt x="277002" y="6013260"/>
                  </a:lnTo>
                  <a:lnTo>
                    <a:pt x="277096" y="6013260"/>
                  </a:lnTo>
                  <a:lnTo>
                    <a:pt x="277190" y="6013260"/>
                  </a:lnTo>
                  <a:lnTo>
                    <a:pt x="277284" y="6013260"/>
                  </a:lnTo>
                  <a:lnTo>
                    <a:pt x="277378" y="6013260"/>
                  </a:lnTo>
                  <a:lnTo>
                    <a:pt x="277472" y="6013260"/>
                  </a:lnTo>
                  <a:lnTo>
                    <a:pt x="277566" y="6013260"/>
                  </a:lnTo>
                  <a:lnTo>
                    <a:pt x="277660" y="6013260"/>
                  </a:lnTo>
                  <a:lnTo>
                    <a:pt x="277754" y="6013260"/>
                  </a:lnTo>
                  <a:lnTo>
                    <a:pt x="277848" y="6013260"/>
                  </a:lnTo>
                  <a:lnTo>
                    <a:pt x="277942" y="6013260"/>
                  </a:lnTo>
                  <a:lnTo>
                    <a:pt x="278036" y="6013260"/>
                  </a:lnTo>
                  <a:lnTo>
                    <a:pt x="278130" y="6013260"/>
                  </a:lnTo>
                  <a:lnTo>
                    <a:pt x="278224" y="6013260"/>
                  </a:lnTo>
                  <a:lnTo>
                    <a:pt x="278318" y="6013260"/>
                  </a:lnTo>
                  <a:lnTo>
                    <a:pt x="278412" y="6013260"/>
                  </a:lnTo>
                  <a:lnTo>
                    <a:pt x="278506" y="6013260"/>
                  </a:lnTo>
                  <a:lnTo>
                    <a:pt x="278600" y="6013260"/>
                  </a:lnTo>
                  <a:lnTo>
                    <a:pt x="278694" y="6013260"/>
                  </a:lnTo>
                  <a:lnTo>
                    <a:pt x="278788" y="6013260"/>
                  </a:lnTo>
                  <a:lnTo>
                    <a:pt x="278882" y="6013260"/>
                  </a:lnTo>
                  <a:lnTo>
                    <a:pt x="278976" y="6013260"/>
                  </a:lnTo>
                  <a:lnTo>
                    <a:pt x="279070" y="6013260"/>
                  </a:lnTo>
                  <a:lnTo>
                    <a:pt x="279164" y="6013260"/>
                  </a:lnTo>
                  <a:lnTo>
                    <a:pt x="279258" y="6013260"/>
                  </a:lnTo>
                  <a:lnTo>
                    <a:pt x="279352" y="6013260"/>
                  </a:lnTo>
                  <a:lnTo>
                    <a:pt x="279446" y="6013260"/>
                  </a:lnTo>
                  <a:lnTo>
                    <a:pt x="279540" y="6013260"/>
                  </a:lnTo>
                  <a:lnTo>
                    <a:pt x="279634" y="6013260"/>
                  </a:lnTo>
                  <a:lnTo>
                    <a:pt x="279728" y="6013260"/>
                  </a:lnTo>
                  <a:lnTo>
                    <a:pt x="279822" y="6013260"/>
                  </a:lnTo>
                  <a:lnTo>
                    <a:pt x="279822" y="6007981"/>
                  </a:lnTo>
                  <a:lnTo>
                    <a:pt x="279916" y="6007981"/>
                  </a:lnTo>
                  <a:lnTo>
                    <a:pt x="280011" y="6007981"/>
                  </a:lnTo>
                  <a:lnTo>
                    <a:pt x="280105" y="6007981"/>
                  </a:lnTo>
                  <a:lnTo>
                    <a:pt x="280199" y="6007981"/>
                  </a:lnTo>
                  <a:lnTo>
                    <a:pt x="280293" y="6007981"/>
                  </a:lnTo>
                  <a:lnTo>
                    <a:pt x="280387" y="6007981"/>
                  </a:lnTo>
                  <a:lnTo>
                    <a:pt x="280481" y="6007981"/>
                  </a:lnTo>
                  <a:lnTo>
                    <a:pt x="280575" y="6007981"/>
                  </a:lnTo>
                  <a:lnTo>
                    <a:pt x="280669" y="6007981"/>
                  </a:lnTo>
                  <a:lnTo>
                    <a:pt x="280763" y="6007981"/>
                  </a:lnTo>
                  <a:lnTo>
                    <a:pt x="280857" y="6007981"/>
                  </a:lnTo>
                  <a:lnTo>
                    <a:pt x="280951" y="6007981"/>
                  </a:lnTo>
                  <a:lnTo>
                    <a:pt x="281045" y="6007981"/>
                  </a:lnTo>
                  <a:lnTo>
                    <a:pt x="281139" y="6007981"/>
                  </a:lnTo>
                  <a:lnTo>
                    <a:pt x="281233" y="6007981"/>
                  </a:lnTo>
                  <a:lnTo>
                    <a:pt x="281327" y="6007981"/>
                  </a:lnTo>
                  <a:lnTo>
                    <a:pt x="281421" y="6007981"/>
                  </a:lnTo>
                  <a:lnTo>
                    <a:pt x="281515" y="6007981"/>
                  </a:lnTo>
                  <a:lnTo>
                    <a:pt x="281609" y="6007981"/>
                  </a:lnTo>
                  <a:lnTo>
                    <a:pt x="281703" y="6007981"/>
                  </a:lnTo>
                  <a:lnTo>
                    <a:pt x="281797" y="6007981"/>
                  </a:lnTo>
                  <a:lnTo>
                    <a:pt x="281891" y="6007981"/>
                  </a:lnTo>
                  <a:lnTo>
                    <a:pt x="281891" y="6002702"/>
                  </a:lnTo>
                  <a:lnTo>
                    <a:pt x="281985" y="6002702"/>
                  </a:lnTo>
                  <a:lnTo>
                    <a:pt x="282079" y="6002702"/>
                  </a:lnTo>
                  <a:lnTo>
                    <a:pt x="282173" y="6002702"/>
                  </a:lnTo>
                  <a:lnTo>
                    <a:pt x="282267" y="6002702"/>
                  </a:lnTo>
                  <a:lnTo>
                    <a:pt x="282361" y="6002702"/>
                  </a:lnTo>
                  <a:lnTo>
                    <a:pt x="282455" y="6002702"/>
                  </a:lnTo>
                  <a:lnTo>
                    <a:pt x="282549" y="6002702"/>
                  </a:lnTo>
                  <a:lnTo>
                    <a:pt x="282643" y="6002702"/>
                  </a:lnTo>
                  <a:lnTo>
                    <a:pt x="282737" y="6002702"/>
                  </a:lnTo>
                  <a:lnTo>
                    <a:pt x="282831" y="6002702"/>
                  </a:lnTo>
                  <a:lnTo>
                    <a:pt x="282925" y="6002702"/>
                  </a:lnTo>
                  <a:lnTo>
                    <a:pt x="283019" y="6002702"/>
                  </a:lnTo>
                  <a:lnTo>
                    <a:pt x="283113" y="6002702"/>
                  </a:lnTo>
                  <a:lnTo>
                    <a:pt x="283207" y="6002702"/>
                  </a:lnTo>
                  <a:lnTo>
                    <a:pt x="283301" y="6002702"/>
                  </a:lnTo>
                  <a:lnTo>
                    <a:pt x="283395" y="6002702"/>
                  </a:lnTo>
                  <a:lnTo>
                    <a:pt x="283489" y="6002702"/>
                  </a:lnTo>
                  <a:lnTo>
                    <a:pt x="283584" y="6002702"/>
                  </a:lnTo>
                  <a:lnTo>
                    <a:pt x="283678" y="6002702"/>
                  </a:lnTo>
                  <a:lnTo>
                    <a:pt x="283772" y="6002702"/>
                  </a:lnTo>
                  <a:lnTo>
                    <a:pt x="283866" y="6002702"/>
                  </a:lnTo>
                  <a:lnTo>
                    <a:pt x="283960" y="6002702"/>
                  </a:lnTo>
                  <a:lnTo>
                    <a:pt x="284054" y="6002702"/>
                  </a:lnTo>
                  <a:lnTo>
                    <a:pt x="284148" y="6002702"/>
                  </a:lnTo>
                  <a:lnTo>
                    <a:pt x="284242" y="6002702"/>
                  </a:lnTo>
                  <a:lnTo>
                    <a:pt x="284336" y="6002702"/>
                  </a:lnTo>
                  <a:lnTo>
                    <a:pt x="284430" y="6002702"/>
                  </a:lnTo>
                  <a:lnTo>
                    <a:pt x="284524" y="6002702"/>
                  </a:lnTo>
                  <a:lnTo>
                    <a:pt x="284618" y="6002702"/>
                  </a:lnTo>
                  <a:lnTo>
                    <a:pt x="284712" y="6002702"/>
                  </a:lnTo>
                  <a:lnTo>
                    <a:pt x="284806" y="6002702"/>
                  </a:lnTo>
                  <a:lnTo>
                    <a:pt x="284900" y="6002702"/>
                  </a:lnTo>
                  <a:lnTo>
                    <a:pt x="284994" y="6002702"/>
                  </a:lnTo>
                  <a:lnTo>
                    <a:pt x="285088" y="6002702"/>
                  </a:lnTo>
                  <a:lnTo>
                    <a:pt x="285182" y="6002702"/>
                  </a:lnTo>
                  <a:lnTo>
                    <a:pt x="285276" y="6002702"/>
                  </a:lnTo>
                  <a:lnTo>
                    <a:pt x="285370" y="6002702"/>
                  </a:lnTo>
                  <a:lnTo>
                    <a:pt x="285464" y="6002702"/>
                  </a:lnTo>
                  <a:lnTo>
                    <a:pt x="285558" y="6002702"/>
                  </a:lnTo>
                  <a:lnTo>
                    <a:pt x="285652" y="6002702"/>
                  </a:lnTo>
                  <a:lnTo>
                    <a:pt x="285746" y="6002702"/>
                  </a:lnTo>
                  <a:lnTo>
                    <a:pt x="285840" y="6002702"/>
                  </a:lnTo>
                  <a:lnTo>
                    <a:pt x="285934" y="6002702"/>
                  </a:lnTo>
                  <a:lnTo>
                    <a:pt x="286028" y="6002702"/>
                  </a:lnTo>
                  <a:lnTo>
                    <a:pt x="286122" y="6002702"/>
                  </a:lnTo>
                  <a:lnTo>
                    <a:pt x="286216" y="6002702"/>
                  </a:lnTo>
                  <a:lnTo>
                    <a:pt x="286310" y="6002702"/>
                  </a:lnTo>
                  <a:lnTo>
                    <a:pt x="286404" y="6002702"/>
                  </a:lnTo>
                  <a:lnTo>
                    <a:pt x="286498" y="6002702"/>
                  </a:lnTo>
                  <a:lnTo>
                    <a:pt x="286592" y="6002702"/>
                  </a:lnTo>
                  <a:lnTo>
                    <a:pt x="286686" y="6002702"/>
                  </a:lnTo>
                  <a:lnTo>
                    <a:pt x="286780" y="6002702"/>
                  </a:lnTo>
                  <a:lnTo>
                    <a:pt x="286874" y="6002702"/>
                  </a:lnTo>
                  <a:lnTo>
                    <a:pt x="286968" y="6002702"/>
                  </a:lnTo>
                  <a:lnTo>
                    <a:pt x="287062" y="6002702"/>
                  </a:lnTo>
                  <a:lnTo>
                    <a:pt x="287157" y="6002702"/>
                  </a:lnTo>
                  <a:lnTo>
                    <a:pt x="287251" y="6002702"/>
                  </a:lnTo>
                  <a:lnTo>
                    <a:pt x="287345" y="6002702"/>
                  </a:lnTo>
                  <a:lnTo>
                    <a:pt x="287439" y="6002702"/>
                  </a:lnTo>
                  <a:lnTo>
                    <a:pt x="287533" y="6002702"/>
                  </a:lnTo>
                  <a:lnTo>
                    <a:pt x="287627" y="6002702"/>
                  </a:lnTo>
                  <a:lnTo>
                    <a:pt x="287721" y="6002702"/>
                  </a:lnTo>
                  <a:lnTo>
                    <a:pt x="287815" y="6002702"/>
                  </a:lnTo>
                  <a:lnTo>
                    <a:pt x="287909" y="6002702"/>
                  </a:lnTo>
                  <a:lnTo>
                    <a:pt x="288003" y="6002702"/>
                  </a:lnTo>
                  <a:lnTo>
                    <a:pt x="288097" y="6002702"/>
                  </a:lnTo>
                  <a:lnTo>
                    <a:pt x="288191" y="6002702"/>
                  </a:lnTo>
                  <a:lnTo>
                    <a:pt x="288285" y="6002702"/>
                  </a:lnTo>
                  <a:lnTo>
                    <a:pt x="288379" y="6002702"/>
                  </a:lnTo>
                  <a:lnTo>
                    <a:pt x="288473" y="6002702"/>
                  </a:lnTo>
                  <a:lnTo>
                    <a:pt x="288567" y="6002702"/>
                  </a:lnTo>
                  <a:lnTo>
                    <a:pt x="288661" y="6002702"/>
                  </a:lnTo>
                  <a:lnTo>
                    <a:pt x="288755" y="6002702"/>
                  </a:lnTo>
                  <a:lnTo>
                    <a:pt x="288849" y="6002702"/>
                  </a:lnTo>
                  <a:lnTo>
                    <a:pt x="288943" y="6002702"/>
                  </a:lnTo>
                  <a:lnTo>
                    <a:pt x="289037" y="6002702"/>
                  </a:lnTo>
                  <a:lnTo>
                    <a:pt x="289131" y="6002702"/>
                  </a:lnTo>
                  <a:lnTo>
                    <a:pt x="289225" y="6002702"/>
                  </a:lnTo>
                  <a:lnTo>
                    <a:pt x="289319" y="6002702"/>
                  </a:lnTo>
                  <a:lnTo>
                    <a:pt x="289413" y="6002702"/>
                  </a:lnTo>
                  <a:lnTo>
                    <a:pt x="289507" y="6002702"/>
                  </a:lnTo>
                  <a:lnTo>
                    <a:pt x="289601" y="6002702"/>
                  </a:lnTo>
                  <a:lnTo>
                    <a:pt x="289695" y="6002702"/>
                  </a:lnTo>
                  <a:lnTo>
                    <a:pt x="289789" y="6002702"/>
                  </a:lnTo>
                  <a:lnTo>
                    <a:pt x="289883" y="6002702"/>
                  </a:lnTo>
                  <a:lnTo>
                    <a:pt x="289977" y="6002702"/>
                  </a:lnTo>
                  <a:lnTo>
                    <a:pt x="290071" y="6002702"/>
                  </a:lnTo>
                  <a:lnTo>
                    <a:pt x="290165" y="6002702"/>
                  </a:lnTo>
                  <a:lnTo>
                    <a:pt x="290259" y="6002702"/>
                  </a:lnTo>
                  <a:lnTo>
                    <a:pt x="290353" y="6002702"/>
                  </a:lnTo>
                  <a:lnTo>
                    <a:pt x="290447" y="6002702"/>
                  </a:lnTo>
                  <a:lnTo>
                    <a:pt x="290541" y="6002702"/>
                  </a:lnTo>
                  <a:lnTo>
                    <a:pt x="290636" y="6002702"/>
                  </a:lnTo>
                  <a:lnTo>
                    <a:pt x="290730" y="6002702"/>
                  </a:lnTo>
                  <a:lnTo>
                    <a:pt x="290824" y="6002702"/>
                  </a:lnTo>
                  <a:lnTo>
                    <a:pt x="290918" y="6002702"/>
                  </a:lnTo>
                  <a:lnTo>
                    <a:pt x="291012" y="6002702"/>
                  </a:lnTo>
                  <a:lnTo>
                    <a:pt x="291106" y="6002702"/>
                  </a:lnTo>
                  <a:lnTo>
                    <a:pt x="291200" y="6002702"/>
                  </a:lnTo>
                  <a:lnTo>
                    <a:pt x="291294" y="6002702"/>
                  </a:lnTo>
                  <a:lnTo>
                    <a:pt x="291388" y="6002702"/>
                  </a:lnTo>
                  <a:lnTo>
                    <a:pt x="291482" y="6002702"/>
                  </a:lnTo>
                  <a:lnTo>
                    <a:pt x="291576" y="6002702"/>
                  </a:lnTo>
                  <a:lnTo>
                    <a:pt x="291670" y="6002702"/>
                  </a:lnTo>
                  <a:lnTo>
                    <a:pt x="291764" y="6002702"/>
                  </a:lnTo>
                  <a:lnTo>
                    <a:pt x="291764" y="5997422"/>
                  </a:lnTo>
                  <a:lnTo>
                    <a:pt x="291858" y="5997422"/>
                  </a:lnTo>
                  <a:lnTo>
                    <a:pt x="291952" y="5997422"/>
                  </a:lnTo>
                  <a:lnTo>
                    <a:pt x="292046" y="5997422"/>
                  </a:lnTo>
                  <a:lnTo>
                    <a:pt x="292140" y="5997422"/>
                  </a:lnTo>
                  <a:lnTo>
                    <a:pt x="292234" y="5997422"/>
                  </a:lnTo>
                  <a:lnTo>
                    <a:pt x="292328" y="5997422"/>
                  </a:lnTo>
                  <a:lnTo>
                    <a:pt x="292422" y="5997422"/>
                  </a:lnTo>
                  <a:lnTo>
                    <a:pt x="292516" y="5997422"/>
                  </a:lnTo>
                  <a:lnTo>
                    <a:pt x="292610" y="5997422"/>
                  </a:lnTo>
                  <a:lnTo>
                    <a:pt x="292704" y="5997422"/>
                  </a:lnTo>
                  <a:lnTo>
                    <a:pt x="292798" y="5997422"/>
                  </a:lnTo>
                  <a:lnTo>
                    <a:pt x="292892" y="5997422"/>
                  </a:lnTo>
                  <a:lnTo>
                    <a:pt x="292986" y="5997422"/>
                  </a:lnTo>
                  <a:lnTo>
                    <a:pt x="293080" y="5997422"/>
                  </a:lnTo>
                  <a:lnTo>
                    <a:pt x="293174" y="5997422"/>
                  </a:lnTo>
                  <a:lnTo>
                    <a:pt x="293268" y="5997422"/>
                  </a:lnTo>
                  <a:lnTo>
                    <a:pt x="293362" y="5997422"/>
                  </a:lnTo>
                  <a:lnTo>
                    <a:pt x="293456" y="5997422"/>
                  </a:lnTo>
                  <a:lnTo>
                    <a:pt x="293550" y="5997422"/>
                  </a:lnTo>
                  <a:lnTo>
                    <a:pt x="293644" y="5997422"/>
                  </a:lnTo>
                  <a:lnTo>
                    <a:pt x="293738" y="5997422"/>
                  </a:lnTo>
                  <a:lnTo>
                    <a:pt x="293832" y="5997422"/>
                  </a:lnTo>
                  <a:lnTo>
                    <a:pt x="293926" y="5997422"/>
                  </a:lnTo>
                  <a:lnTo>
                    <a:pt x="294020" y="5997422"/>
                  </a:lnTo>
                  <a:lnTo>
                    <a:pt x="294114" y="5997422"/>
                  </a:lnTo>
                  <a:lnTo>
                    <a:pt x="294209" y="5997422"/>
                  </a:lnTo>
                  <a:lnTo>
                    <a:pt x="294303" y="5997422"/>
                  </a:lnTo>
                  <a:lnTo>
                    <a:pt x="294397" y="5997422"/>
                  </a:lnTo>
                  <a:lnTo>
                    <a:pt x="294491" y="5997422"/>
                  </a:lnTo>
                  <a:lnTo>
                    <a:pt x="294585" y="5997422"/>
                  </a:lnTo>
                  <a:lnTo>
                    <a:pt x="294679" y="5997422"/>
                  </a:lnTo>
                  <a:lnTo>
                    <a:pt x="294773" y="5997422"/>
                  </a:lnTo>
                  <a:lnTo>
                    <a:pt x="294867" y="5997422"/>
                  </a:lnTo>
                  <a:lnTo>
                    <a:pt x="294961" y="5997422"/>
                  </a:lnTo>
                  <a:lnTo>
                    <a:pt x="295055" y="5997422"/>
                  </a:lnTo>
                  <a:lnTo>
                    <a:pt x="295149" y="5997422"/>
                  </a:lnTo>
                  <a:lnTo>
                    <a:pt x="295149" y="5992143"/>
                  </a:lnTo>
                  <a:lnTo>
                    <a:pt x="295243" y="5992143"/>
                  </a:lnTo>
                  <a:lnTo>
                    <a:pt x="295337" y="5992143"/>
                  </a:lnTo>
                  <a:lnTo>
                    <a:pt x="295431" y="5992143"/>
                  </a:lnTo>
                  <a:lnTo>
                    <a:pt x="295525" y="5992143"/>
                  </a:lnTo>
                  <a:lnTo>
                    <a:pt x="295619" y="5992143"/>
                  </a:lnTo>
                  <a:lnTo>
                    <a:pt x="295713" y="5992143"/>
                  </a:lnTo>
                  <a:lnTo>
                    <a:pt x="295807" y="5992143"/>
                  </a:lnTo>
                  <a:lnTo>
                    <a:pt x="295901" y="5992143"/>
                  </a:lnTo>
                  <a:lnTo>
                    <a:pt x="295995" y="5992143"/>
                  </a:lnTo>
                  <a:lnTo>
                    <a:pt x="296089" y="5992143"/>
                  </a:lnTo>
                  <a:lnTo>
                    <a:pt x="296183" y="5992143"/>
                  </a:lnTo>
                  <a:lnTo>
                    <a:pt x="296277" y="5992143"/>
                  </a:lnTo>
                  <a:lnTo>
                    <a:pt x="296371" y="5992143"/>
                  </a:lnTo>
                  <a:lnTo>
                    <a:pt x="296465" y="5992143"/>
                  </a:lnTo>
                  <a:lnTo>
                    <a:pt x="296559" y="5992143"/>
                  </a:lnTo>
                  <a:lnTo>
                    <a:pt x="296653" y="5992143"/>
                  </a:lnTo>
                  <a:lnTo>
                    <a:pt x="296747" y="5992143"/>
                  </a:lnTo>
                  <a:lnTo>
                    <a:pt x="296841" y="5992143"/>
                  </a:lnTo>
                  <a:lnTo>
                    <a:pt x="296935" y="5992143"/>
                  </a:lnTo>
                  <a:lnTo>
                    <a:pt x="297029" y="5992143"/>
                  </a:lnTo>
                  <a:lnTo>
                    <a:pt x="297123" y="5992143"/>
                  </a:lnTo>
                  <a:lnTo>
                    <a:pt x="297217" y="5992143"/>
                  </a:lnTo>
                  <a:lnTo>
                    <a:pt x="297311" y="5992143"/>
                  </a:lnTo>
                  <a:lnTo>
                    <a:pt x="297405" y="5992143"/>
                  </a:lnTo>
                  <a:lnTo>
                    <a:pt x="297499" y="5992143"/>
                  </a:lnTo>
                  <a:lnTo>
                    <a:pt x="297593" y="5992143"/>
                  </a:lnTo>
                  <a:lnTo>
                    <a:pt x="297687" y="5992143"/>
                  </a:lnTo>
                  <a:lnTo>
                    <a:pt x="297782" y="5992143"/>
                  </a:lnTo>
                  <a:lnTo>
                    <a:pt x="297876" y="5992143"/>
                  </a:lnTo>
                  <a:lnTo>
                    <a:pt x="297970" y="5992143"/>
                  </a:lnTo>
                  <a:lnTo>
                    <a:pt x="298064" y="5992143"/>
                  </a:lnTo>
                  <a:lnTo>
                    <a:pt x="298158" y="5992143"/>
                  </a:lnTo>
                  <a:lnTo>
                    <a:pt x="298252" y="5992143"/>
                  </a:lnTo>
                  <a:lnTo>
                    <a:pt x="298346" y="5992143"/>
                  </a:lnTo>
                  <a:lnTo>
                    <a:pt x="298440" y="5992143"/>
                  </a:lnTo>
                  <a:lnTo>
                    <a:pt x="298534" y="5992143"/>
                  </a:lnTo>
                  <a:lnTo>
                    <a:pt x="298628" y="5992143"/>
                  </a:lnTo>
                  <a:lnTo>
                    <a:pt x="298722" y="5992143"/>
                  </a:lnTo>
                  <a:lnTo>
                    <a:pt x="298816" y="5992143"/>
                  </a:lnTo>
                  <a:lnTo>
                    <a:pt x="298910" y="5992143"/>
                  </a:lnTo>
                  <a:lnTo>
                    <a:pt x="299004" y="5992143"/>
                  </a:lnTo>
                  <a:lnTo>
                    <a:pt x="299098" y="5992143"/>
                  </a:lnTo>
                  <a:lnTo>
                    <a:pt x="299192" y="5992143"/>
                  </a:lnTo>
                  <a:lnTo>
                    <a:pt x="299286" y="5992143"/>
                  </a:lnTo>
                  <a:lnTo>
                    <a:pt x="299380" y="5992143"/>
                  </a:lnTo>
                  <a:lnTo>
                    <a:pt x="299474" y="5992143"/>
                  </a:lnTo>
                  <a:lnTo>
                    <a:pt x="299568" y="5992143"/>
                  </a:lnTo>
                  <a:lnTo>
                    <a:pt x="299662" y="5992143"/>
                  </a:lnTo>
                  <a:lnTo>
                    <a:pt x="299756" y="5992143"/>
                  </a:lnTo>
                  <a:lnTo>
                    <a:pt x="299850" y="5992143"/>
                  </a:lnTo>
                  <a:lnTo>
                    <a:pt x="299944" y="5992143"/>
                  </a:lnTo>
                  <a:lnTo>
                    <a:pt x="300038" y="5992143"/>
                  </a:lnTo>
                  <a:lnTo>
                    <a:pt x="300132" y="5992143"/>
                  </a:lnTo>
                  <a:lnTo>
                    <a:pt x="300226" y="5992143"/>
                  </a:lnTo>
                  <a:lnTo>
                    <a:pt x="300320" y="5992143"/>
                  </a:lnTo>
                  <a:lnTo>
                    <a:pt x="300414" y="5992143"/>
                  </a:lnTo>
                  <a:lnTo>
                    <a:pt x="300508" y="5992143"/>
                  </a:lnTo>
                  <a:lnTo>
                    <a:pt x="300602" y="5992143"/>
                  </a:lnTo>
                  <a:lnTo>
                    <a:pt x="300696" y="5992143"/>
                  </a:lnTo>
                  <a:lnTo>
                    <a:pt x="300790" y="5992143"/>
                  </a:lnTo>
                  <a:lnTo>
                    <a:pt x="300884" y="5992143"/>
                  </a:lnTo>
                  <a:lnTo>
                    <a:pt x="300978" y="5992143"/>
                  </a:lnTo>
                  <a:lnTo>
                    <a:pt x="301072" y="5992143"/>
                  </a:lnTo>
                  <a:lnTo>
                    <a:pt x="301166" y="5992143"/>
                  </a:lnTo>
                  <a:lnTo>
                    <a:pt x="301261" y="5992143"/>
                  </a:lnTo>
                  <a:lnTo>
                    <a:pt x="301355" y="5992143"/>
                  </a:lnTo>
                  <a:lnTo>
                    <a:pt x="301449" y="5992143"/>
                  </a:lnTo>
                  <a:lnTo>
                    <a:pt x="301543" y="5992143"/>
                  </a:lnTo>
                  <a:lnTo>
                    <a:pt x="301637" y="5992143"/>
                  </a:lnTo>
                  <a:lnTo>
                    <a:pt x="301731" y="5992143"/>
                  </a:lnTo>
                  <a:lnTo>
                    <a:pt x="301825" y="5992143"/>
                  </a:lnTo>
                  <a:lnTo>
                    <a:pt x="301919" y="5992143"/>
                  </a:lnTo>
                  <a:lnTo>
                    <a:pt x="302013" y="5992143"/>
                  </a:lnTo>
                  <a:lnTo>
                    <a:pt x="302107" y="5992143"/>
                  </a:lnTo>
                  <a:lnTo>
                    <a:pt x="302201" y="5992143"/>
                  </a:lnTo>
                  <a:lnTo>
                    <a:pt x="302295" y="5992143"/>
                  </a:lnTo>
                  <a:lnTo>
                    <a:pt x="302389" y="5992143"/>
                  </a:lnTo>
                  <a:lnTo>
                    <a:pt x="302483" y="5992143"/>
                  </a:lnTo>
                  <a:lnTo>
                    <a:pt x="302577" y="5992143"/>
                  </a:lnTo>
                  <a:lnTo>
                    <a:pt x="302671" y="5992143"/>
                  </a:lnTo>
                  <a:lnTo>
                    <a:pt x="302765" y="5992143"/>
                  </a:lnTo>
                  <a:lnTo>
                    <a:pt x="302859" y="5992143"/>
                  </a:lnTo>
                  <a:lnTo>
                    <a:pt x="302953" y="5992143"/>
                  </a:lnTo>
                  <a:lnTo>
                    <a:pt x="303047" y="5992143"/>
                  </a:lnTo>
                  <a:lnTo>
                    <a:pt x="303141" y="5992143"/>
                  </a:lnTo>
                  <a:lnTo>
                    <a:pt x="303235" y="5992143"/>
                  </a:lnTo>
                  <a:lnTo>
                    <a:pt x="303329" y="5992143"/>
                  </a:lnTo>
                  <a:lnTo>
                    <a:pt x="303423" y="5992143"/>
                  </a:lnTo>
                  <a:lnTo>
                    <a:pt x="303517" y="5992143"/>
                  </a:lnTo>
                  <a:lnTo>
                    <a:pt x="303611" y="5992143"/>
                  </a:lnTo>
                  <a:lnTo>
                    <a:pt x="303705" y="5992143"/>
                  </a:lnTo>
                  <a:lnTo>
                    <a:pt x="303799" y="5992143"/>
                  </a:lnTo>
                  <a:lnTo>
                    <a:pt x="303893" y="5992143"/>
                  </a:lnTo>
                  <a:lnTo>
                    <a:pt x="303987" y="5992143"/>
                  </a:lnTo>
                  <a:lnTo>
                    <a:pt x="304081" y="5992143"/>
                  </a:lnTo>
                  <a:lnTo>
                    <a:pt x="304175" y="5992143"/>
                  </a:lnTo>
                  <a:lnTo>
                    <a:pt x="304269" y="5992143"/>
                  </a:lnTo>
                  <a:lnTo>
                    <a:pt x="304363" y="5992143"/>
                  </a:lnTo>
                  <a:lnTo>
                    <a:pt x="304457" y="5992143"/>
                  </a:lnTo>
                  <a:lnTo>
                    <a:pt x="304551" y="5992143"/>
                  </a:lnTo>
                  <a:lnTo>
                    <a:pt x="304645" y="5992143"/>
                  </a:lnTo>
                  <a:lnTo>
                    <a:pt x="304739" y="5992143"/>
                  </a:lnTo>
                  <a:lnTo>
                    <a:pt x="304834" y="5992143"/>
                  </a:lnTo>
                  <a:lnTo>
                    <a:pt x="304928" y="5992143"/>
                  </a:lnTo>
                  <a:lnTo>
                    <a:pt x="305022" y="5992143"/>
                  </a:lnTo>
                  <a:lnTo>
                    <a:pt x="305116" y="5992143"/>
                  </a:lnTo>
                  <a:lnTo>
                    <a:pt x="305210" y="5992143"/>
                  </a:lnTo>
                  <a:lnTo>
                    <a:pt x="305304" y="5992143"/>
                  </a:lnTo>
                  <a:lnTo>
                    <a:pt x="305398" y="5992143"/>
                  </a:lnTo>
                  <a:lnTo>
                    <a:pt x="305492" y="5992143"/>
                  </a:lnTo>
                  <a:lnTo>
                    <a:pt x="305586" y="5992143"/>
                  </a:lnTo>
                  <a:lnTo>
                    <a:pt x="305680" y="5992143"/>
                  </a:lnTo>
                  <a:lnTo>
                    <a:pt x="305774" y="5992143"/>
                  </a:lnTo>
                  <a:lnTo>
                    <a:pt x="305868" y="5992143"/>
                  </a:lnTo>
                  <a:lnTo>
                    <a:pt x="305962" y="5992143"/>
                  </a:lnTo>
                  <a:lnTo>
                    <a:pt x="305962" y="5986863"/>
                  </a:lnTo>
                  <a:lnTo>
                    <a:pt x="306056" y="5986863"/>
                  </a:lnTo>
                  <a:lnTo>
                    <a:pt x="306150" y="5986863"/>
                  </a:lnTo>
                  <a:lnTo>
                    <a:pt x="306244" y="5986863"/>
                  </a:lnTo>
                  <a:lnTo>
                    <a:pt x="306338" y="5986863"/>
                  </a:lnTo>
                  <a:lnTo>
                    <a:pt x="306432" y="5986863"/>
                  </a:lnTo>
                  <a:lnTo>
                    <a:pt x="306526" y="5986863"/>
                  </a:lnTo>
                  <a:lnTo>
                    <a:pt x="306620" y="5986863"/>
                  </a:lnTo>
                  <a:lnTo>
                    <a:pt x="306714" y="5986863"/>
                  </a:lnTo>
                  <a:lnTo>
                    <a:pt x="306808" y="5986863"/>
                  </a:lnTo>
                  <a:lnTo>
                    <a:pt x="306902" y="5986863"/>
                  </a:lnTo>
                  <a:lnTo>
                    <a:pt x="306996" y="5986863"/>
                  </a:lnTo>
                  <a:lnTo>
                    <a:pt x="307090" y="5986863"/>
                  </a:lnTo>
                  <a:lnTo>
                    <a:pt x="307184" y="5986863"/>
                  </a:lnTo>
                  <a:lnTo>
                    <a:pt x="307278" y="5986863"/>
                  </a:lnTo>
                  <a:lnTo>
                    <a:pt x="307372" y="5986863"/>
                  </a:lnTo>
                  <a:lnTo>
                    <a:pt x="307466" y="5986863"/>
                  </a:lnTo>
                  <a:lnTo>
                    <a:pt x="307560" y="5986863"/>
                  </a:lnTo>
                  <a:lnTo>
                    <a:pt x="307654" y="5986863"/>
                  </a:lnTo>
                  <a:lnTo>
                    <a:pt x="307748" y="5986863"/>
                  </a:lnTo>
                  <a:lnTo>
                    <a:pt x="307842" y="5986863"/>
                  </a:lnTo>
                  <a:lnTo>
                    <a:pt x="307936" y="5986863"/>
                  </a:lnTo>
                  <a:lnTo>
                    <a:pt x="308030" y="5986863"/>
                  </a:lnTo>
                  <a:lnTo>
                    <a:pt x="308124" y="5986863"/>
                  </a:lnTo>
                  <a:lnTo>
                    <a:pt x="308218" y="5986863"/>
                  </a:lnTo>
                  <a:lnTo>
                    <a:pt x="308312" y="5986863"/>
                  </a:lnTo>
                  <a:lnTo>
                    <a:pt x="308407" y="5986863"/>
                  </a:lnTo>
                  <a:lnTo>
                    <a:pt x="308501" y="5986863"/>
                  </a:lnTo>
                  <a:lnTo>
                    <a:pt x="308595" y="5986863"/>
                  </a:lnTo>
                  <a:lnTo>
                    <a:pt x="308689" y="5986863"/>
                  </a:lnTo>
                  <a:lnTo>
                    <a:pt x="308783" y="5986863"/>
                  </a:lnTo>
                  <a:lnTo>
                    <a:pt x="308877" y="5986863"/>
                  </a:lnTo>
                  <a:lnTo>
                    <a:pt x="308971" y="5986863"/>
                  </a:lnTo>
                  <a:lnTo>
                    <a:pt x="309065" y="5986863"/>
                  </a:lnTo>
                  <a:lnTo>
                    <a:pt x="309159" y="5986863"/>
                  </a:lnTo>
                  <a:lnTo>
                    <a:pt x="309253" y="5986863"/>
                  </a:lnTo>
                  <a:lnTo>
                    <a:pt x="309347" y="5986863"/>
                  </a:lnTo>
                  <a:lnTo>
                    <a:pt x="309441" y="5986863"/>
                  </a:lnTo>
                  <a:lnTo>
                    <a:pt x="309535" y="5986863"/>
                  </a:lnTo>
                  <a:lnTo>
                    <a:pt x="309629" y="5986863"/>
                  </a:lnTo>
                  <a:lnTo>
                    <a:pt x="309723" y="5986863"/>
                  </a:lnTo>
                  <a:lnTo>
                    <a:pt x="309817" y="5986863"/>
                  </a:lnTo>
                  <a:lnTo>
                    <a:pt x="309911" y="5986863"/>
                  </a:lnTo>
                  <a:lnTo>
                    <a:pt x="310005" y="5986863"/>
                  </a:lnTo>
                  <a:lnTo>
                    <a:pt x="310099" y="5986863"/>
                  </a:lnTo>
                  <a:lnTo>
                    <a:pt x="310193" y="5986863"/>
                  </a:lnTo>
                  <a:lnTo>
                    <a:pt x="310287" y="5986863"/>
                  </a:lnTo>
                  <a:lnTo>
                    <a:pt x="310381" y="5986863"/>
                  </a:lnTo>
                  <a:lnTo>
                    <a:pt x="310475" y="5986863"/>
                  </a:lnTo>
                  <a:lnTo>
                    <a:pt x="310475" y="5981584"/>
                  </a:lnTo>
                  <a:lnTo>
                    <a:pt x="310569" y="5981584"/>
                  </a:lnTo>
                  <a:lnTo>
                    <a:pt x="310663" y="5981584"/>
                  </a:lnTo>
                  <a:lnTo>
                    <a:pt x="310757" y="5981584"/>
                  </a:lnTo>
                  <a:lnTo>
                    <a:pt x="310851" y="5981584"/>
                  </a:lnTo>
                  <a:lnTo>
                    <a:pt x="310945" y="5981584"/>
                  </a:lnTo>
                  <a:lnTo>
                    <a:pt x="311039" y="5981584"/>
                  </a:lnTo>
                  <a:lnTo>
                    <a:pt x="311133" y="5981584"/>
                  </a:lnTo>
                  <a:lnTo>
                    <a:pt x="311227" y="5981584"/>
                  </a:lnTo>
                  <a:lnTo>
                    <a:pt x="311321" y="5981584"/>
                  </a:lnTo>
                  <a:lnTo>
                    <a:pt x="311415" y="5981584"/>
                  </a:lnTo>
                  <a:lnTo>
                    <a:pt x="311509" y="5981584"/>
                  </a:lnTo>
                  <a:lnTo>
                    <a:pt x="311603" y="5981584"/>
                  </a:lnTo>
                  <a:lnTo>
                    <a:pt x="311697" y="5981584"/>
                  </a:lnTo>
                  <a:lnTo>
                    <a:pt x="311791" y="5981584"/>
                  </a:lnTo>
                  <a:lnTo>
                    <a:pt x="311885" y="5981584"/>
                  </a:lnTo>
                  <a:lnTo>
                    <a:pt x="311980" y="5981584"/>
                  </a:lnTo>
                  <a:lnTo>
                    <a:pt x="312074" y="5981584"/>
                  </a:lnTo>
                  <a:lnTo>
                    <a:pt x="312168" y="5981584"/>
                  </a:lnTo>
                  <a:lnTo>
                    <a:pt x="312168" y="5976304"/>
                  </a:lnTo>
                  <a:lnTo>
                    <a:pt x="312262" y="5976304"/>
                  </a:lnTo>
                  <a:lnTo>
                    <a:pt x="312356" y="5976304"/>
                  </a:lnTo>
                  <a:lnTo>
                    <a:pt x="312450" y="5976304"/>
                  </a:lnTo>
                  <a:lnTo>
                    <a:pt x="312544" y="5976304"/>
                  </a:lnTo>
                  <a:lnTo>
                    <a:pt x="312638" y="5976304"/>
                  </a:lnTo>
                  <a:lnTo>
                    <a:pt x="312732" y="5976304"/>
                  </a:lnTo>
                  <a:lnTo>
                    <a:pt x="312826" y="5976304"/>
                  </a:lnTo>
                  <a:lnTo>
                    <a:pt x="312920" y="5976304"/>
                  </a:lnTo>
                  <a:lnTo>
                    <a:pt x="313014" y="5976304"/>
                  </a:lnTo>
                  <a:lnTo>
                    <a:pt x="313108" y="5976304"/>
                  </a:lnTo>
                  <a:lnTo>
                    <a:pt x="313202" y="5976304"/>
                  </a:lnTo>
                  <a:lnTo>
                    <a:pt x="313296" y="5976304"/>
                  </a:lnTo>
                  <a:lnTo>
                    <a:pt x="313390" y="5976304"/>
                  </a:lnTo>
                  <a:lnTo>
                    <a:pt x="313484" y="5976304"/>
                  </a:lnTo>
                  <a:lnTo>
                    <a:pt x="313578" y="5976304"/>
                  </a:lnTo>
                  <a:lnTo>
                    <a:pt x="313672" y="5976304"/>
                  </a:lnTo>
                  <a:lnTo>
                    <a:pt x="313766" y="5976304"/>
                  </a:lnTo>
                  <a:lnTo>
                    <a:pt x="313860" y="5976304"/>
                  </a:lnTo>
                  <a:lnTo>
                    <a:pt x="313954" y="5976304"/>
                  </a:lnTo>
                  <a:lnTo>
                    <a:pt x="314048" y="5976304"/>
                  </a:lnTo>
                  <a:lnTo>
                    <a:pt x="314142" y="5976304"/>
                  </a:lnTo>
                  <a:lnTo>
                    <a:pt x="314236" y="5976304"/>
                  </a:lnTo>
                  <a:lnTo>
                    <a:pt x="314330" y="5976304"/>
                  </a:lnTo>
                  <a:lnTo>
                    <a:pt x="314424" y="5976304"/>
                  </a:lnTo>
                  <a:lnTo>
                    <a:pt x="314518" y="5976304"/>
                  </a:lnTo>
                  <a:lnTo>
                    <a:pt x="314612" y="5976304"/>
                  </a:lnTo>
                  <a:lnTo>
                    <a:pt x="314706" y="5976304"/>
                  </a:lnTo>
                  <a:lnTo>
                    <a:pt x="314800" y="5976304"/>
                  </a:lnTo>
                  <a:lnTo>
                    <a:pt x="314894" y="5976304"/>
                  </a:lnTo>
                  <a:lnTo>
                    <a:pt x="314988" y="5976304"/>
                  </a:lnTo>
                  <a:lnTo>
                    <a:pt x="315082" y="5976304"/>
                  </a:lnTo>
                  <a:lnTo>
                    <a:pt x="315176" y="5976304"/>
                  </a:lnTo>
                  <a:lnTo>
                    <a:pt x="315270" y="5976304"/>
                  </a:lnTo>
                  <a:lnTo>
                    <a:pt x="315364" y="5976304"/>
                  </a:lnTo>
                  <a:lnTo>
                    <a:pt x="315459" y="5976304"/>
                  </a:lnTo>
                  <a:lnTo>
                    <a:pt x="315553" y="5976304"/>
                  </a:lnTo>
                  <a:lnTo>
                    <a:pt x="315647" y="5976304"/>
                  </a:lnTo>
                  <a:lnTo>
                    <a:pt x="315741" y="5976304"/>
                  </a:lnTo>
                  <a:lnTo>
                    <a:pt x="315835" y="5976304"/>
                  </a:lnTo>
                  <a:lnTo>
                    <a:pt x="315929" y="5976304"/>
                  </a:lnTo>
                  <a:lnTo>
                    <a:pt x="316023" y="5976304"/>
                  </a:lnTo>
                  <a:lnTo>
                    <a:pt x="316117" y="5976304"/>
                  </a:lnTo>
                  <a:lnTo>
                    <a:pt x="316211" y="5976304"/>
                  </a:lnTo>
                  <a:lnTo>
                    <a:pt x="316305" y="5976304"/>
                  </a:lnTo>
                  <a:lnTo>
                    <a:pt x="316399" y="5976304"/>
                  </a:lnTo>
                  <a:lnTo>
                    <a:pt x="316493" y="5976304"/>
                  </a:lnTo>
                  <a:lnTo>
                    <a:pt x="316587" y="5976304"/>
                  </a:lnTo>
                  <a:lnTo>
                    <a:pt x="316681" y="5976304"/>
                  </a:lnTo>
                  <a:lnTo>
                    <a:pt x="316775" y="5976304"/>
                  </a:lnTo>
                  <a:lnTo>
                    <a:pt x="316869" y="5976304"/>
                  </a:lnTo>
                  <a:lnTo>
                    <a:pt x="316963" y="5976304"/>
                  </a:lnTo>
                  <a:lnTo>
                    <a:pt x="317057" y="5976304"/>
                  </a:lnTo>
                  <a:lnTo>
                    <a:pt x="317151" y="5976304"/>
                  </a:lnTo>
                  <a:lnTo>
                    <a:pt x="317245" y="5976304"/>
                  </a:lnTo>
                  <a:lnTo>
                    <a:pt x="317339" y="5976304"/>
                  </a:lnTo>
                  <a:lnTo>
                    <a:pt x="317433" y="5976304"/>
                  </a:lnTo>
                  <a:lnTo>
                    <a:pt x="317527" y="5976304"/>
                  </a:lnTo>
                  <a:lnTo>
                    <a:pt x="317621" y="5976304"/>
                  </a:lnTo>
                  <a:lnTo>
                    <a:pt x="317715" y="5976304"/>
                  </a:lnTo>
                  <a:lnTo>
                    <a:pt x="317809" y="5976304"/>
                  </a:lnTo>
                  <a:lnTo>
                    <a:pt x="317903" y="5976304"/>
                  </a:lnTo>
                  <a:lnTo>
                    <a:pt x="317997" y="5976304"/>
                  </a:lnTo>
                  <a:lnTo>
                    <a:pt x="318091" y="5976304"/>
                  </a:lnTo>
                  <a:lnTo>
                    <a:pt x="318185" y="5976304"/>
                  </a:lnTo>
                  <a:lnTo>
                    <a:pt x="318279" y="5976304"/>
                  </a:lnTo>
                  <a:lnTo>
                    <a:pt x="318373" y="5976304"/>
                  </a:lnTo>
                  <a:lnTo>
                    <a:pt x="318467" y="5976304"/>
                  </a:lnTo>
                  <a:lnTo>
                    <a:pt x="318561" y="5976304"/>
                  </a:lnTo>
                  <a:lnTo>
                    <a:pt x="318655" y="5976304"/>
                  </a:lnTo>
                  <a:lnTo>
                    <a:pt x="318749" y="5976304"/>
                  </a:lnTo>
                  <a:lnTo>
                    <a:pt x="318843" y="5976304"/>
                  </a:lnTo>
                  <a:lnTo>
                    <a:pt x="318937" y="5976304"/>
                  </a:lnTo>
                  <a:lnTo>
                    <a:pt x="319032" y="5976304"/>
                  </a:lnTo>
                  <a:lnTo>
                    <a:pt x="319126" y="5976304"/>
                  </a:lnTo>
                  <a:lnTo>
                    <a:pt x="319220" y="5976304"/>
                  </a:lnTo>
                  <a:lnTo>
                    <a:pt x="319314" y="5976304"/>
                  </a:lnTo>
                  <a:lnTo>
                    <a:pt x="319408" y="5976304"/>
                  </a:lnTo>
                  <a:lnTo>
                    <a:pt x="319502" y="5976304"/>
                  </a:lnTo>
                  <a:lnTo>
                    <a:pt x="319596" y="5976304"/>
                  </a:lnTo>
                  <a:lnTo>
                    <a:pt x="319690" y="5976304"/>
                  </a:lnTo>
                  <a:lnTo>
                    <a:pt x="319784" y="5976304"/>
                  </a:lnTo>
                  <a:lnTo>
                    <a:pt x="319878" y="5976304"/>
                  </a:lnTo>
                  <a:lnTo>
                    <a:pt x="319972" y="5976304"/>
                  </a:lnTo>
                  <a:lnTo>
                    <a:pt x="320066" y="5976304"/>
                  </a:lnTo>
                  <a:lnTo>
                    <a:pt x="320160" y="5976304"/>
                  </a:lnTo>
                  <a:lnTo>
                    <a:pt x="320254" y="5976304"/>
                  </a:lnTo>
                  <a:lnTo>
                    <a:pt x="320348" y="5976304"/>
                  </a:lnTo>
                  <a:lnTo>
                    <a:pt x="320442" y="5976304"/>
                  </a:lnTo>
                  <a:lnTo>
                    <a:pt x="320442" y="5971025"/>
                  </a:lnTo>
                  <a:lnTo>
                    <a:pt x="320536" y="5971025"/>
                  </a:lnTo>
                  <a:lnTo>
                    <a:pt x="320630" y="5971025"/>
                  </a:lnTo>
                  <a:lnTo>
                    <a:pt x="320724" y="5971025"/>
                  </a:lnTo>
                  <a:lnTo>
                    <a:pt x="320818" y="5971025"/>
                  </a:lnTo>
                  <a:lnTo>
                    <a:pt x="320912" y="5971025"/>
                  </a:lnTo>
                  <a:lnTo>
                    <a:pt x="321006" y="5971025"/>
                  </a:lnTo>
                  <a:lnTo>
                    <a:pt x="321100" y="5971025"/>
                  </a:lnTo>
                  <a:lnTo>
                    <a:pt x="321194" y="5971025"/>
                  </a:lnTo>
                  <a:lnTo>
                    <a:pt x="321288" y="5971025"/>
                  </a:lnTo>
                  <a:lnTo>
                    <a:pt x="321382" y="5971025"/>
                  </a:lnTo>
                  <a:lnTo>
                    <a:pt x="321476" y="5971025"/>
                  </a:lnTo>
                  <a:lnTo>
                    <a:pt x="321570" y="5971025"/>
                  </a:lnTo>
                  <a:lnTo>
                    <a:pt x="321664" y="5971025"/>
                  </a:lnTo>
                  <a:lnTo>
                    <a:pt x="321758" y="5971025"/>
                  </a:lnTo>
                  <a:lnTo>
                    <a:pt x="321852" y="5971025"/>
                  </a:lnTo>
                  <a:lnTo>
                    <a:pt x="321946" y="5971025"/>
                  </a:lnTo>
                  <a:lnTo>
                    <a:pt x="322040" y="5971025"/>
                  </a:lnTo>
                  <a:lnTo>
                    <a:pt x="322134" y="5971025"/>
                  </a:lnTo>
                  <a:lnTo>
                    <a:pt x="322228" y="5971025"/>
                  </a:lnTo>
                  <a:lnTo>
                    <a:pt x="322322" y="5971025"/>
                  </a:lnTo>
                  <a:lnTo>
                    <a:pt x="322416" y="5971025"/>
                  </a:lnTo>
                  <a:lnTo>
                    <a:pt x="322510" y="5971025"/>
                  </a:lnTo>
                  <a:lnTo>
                    <a:pt x="322605" y="5971025"/>
                  </a:lnTo>
                  <a:lnTo>
                    <a:pt x="322699" y="5971025"/>
                  </a:lnTo>
                  <a:lnTo>
                    <a:pt x="322793" y="5971025"/>
                  </a:lnTo>
                  <a:lnTo>
                    <a:pt x="322887" y="5971025"/>
                  </a:lnTo>
                  <a:lnTo>
                    <a:pt x="322981" y="5971025"/>
                  </a:lnTo>
                  <a:lnTo>
                    <a:pt x="323075" y="5971025"/>
                  </a:lnTo>
                  <a:lnTo>
                    <a:pt x="323169" y="5971025"/>
                  </a:lnTo>
                  <a:lnTo>
                    <a:pt x="323263" y="5971025"/>
                  </a:lnTo>
                  <a:lnTo>
                    <a:pt x="323357" y="5971025"/>
                  </a:lnTo>
                  <a:lnTo>
                    <a:pt x="323451" y="5971025"/>
                  </a:lnTo>
                  <a:lnTo>
                    <a:pt x="323545" y="5971025"/>
                  </a:lnTo>
                  <a:lnTo>
                    <a:pt x="323639" y="5971025"/>
                  </a:lnTo>
                  <a:lnTo>
                    <a:pt x="323733" y="5971025"/>
                  </a:lnTo>
                  <a:lnTo>
                    <a:pt x="323827" y="5971025"/>
                  </a:lnTo>
                  <a:lnTo>
                    <a:pt x="323921" y="5971025"/>
                  </a:lnTo>
                  <a:lnTo>
                    <a:pt x="324015" y="5971025"/>
                  </a:lnTo>
                  <a:lnTo>
                    <a:pt x="324109" y="5971025"/>
                  </a:lnTo>
                  <a:lnTo>
                    <a:pt x="324203" y="5971025"/>
                  </a:lnTo>
                  <a:lnTo>
                    <a:pt x="324297" y="5971025"/>
                  </a:lnTo>
                  <a:lnTo>
                    <a:pt x="324391" y="5971025"/>
                  </a:lnTo>
                  <a:lnTo>
                    <a:pt x="324485" y="5971025"/>
                  </a:lnTo>
                  <a:lnTo>
                    <a:pt x="324579" y="5971025"/>
                  </a:lnTo>
                  <a:lnTo>
                    <a:pt x="324673" y="5971025"/>
                  </a:lnTo>
                  <a:lnTo>
                    <a:pt x="324767" y="5971025"/>
                  </a:lnTo>
                  <a:lnTo>
                    <a:pt x="324861" y="5971025"/>
                  </a:lnTo>
                  <a:lnTo>
                    <a:pt x="324955" y="5971025"/>
                  </a:lnTo>
                  <a:lnTo>
                    <a:pt x="325049" y="5971025"/>
                  </a:lnTo>
                  <a:lnTo>
                    <a:pt x="325143" y="5971025"/>
                  </a:lnTo>
                  <a:lnTo>
                    <a:pt x="325237" y="5971025"/>
                  </a:lnTo>
                  <a:lnTo>
                    <a:pt x="325331" y="5971025"/>
                  </a:lnTo>
                  <a:lnTo>
                    <a:pt x="325425" y="5971025"/>
                  </a:lnTo>
                  <a:lnTo>
                    <a:pt x="325519" y="5971025"/>
                  </a:lnTo>
                  <a:lnTo>
                    <a:pt x="325613" y="5971025"/>
                  </a:lnTo>
                  <a:lnTo>
                    <a:pt x="325707" y="5971025"/>
                  </a:lnTo>
                  <a:lnTo>
                    <a:pt x="325801" y="5971025"/>
                  </a:lnTo>
                  <a:lnTo>
                    <a:pt x="325895" y="5971025"/>
                  </a:lnTo>
                  <a:lnTo>
                    <a:pt x="325989" y="5971025"/>
                  </a:lnTo>
                  <a:lnTo>
                    <a:pt x="326084" y="5971025"/>
                  </a:lnTo>
                  <a:lnTo>
                    <a:pt x="326178" y="5971025"/>
                  </a:lnTo>
                  <a:lnTo>
                    <a:pt x="326272" y="5971025"/>
                  </a:lnTo>
                  <a:lnTo>
                    <a:pt x="326366" y="5971025"/>
                  </a:lnTo>
                  <a:lnTo>
                    <a:pt x="326460" y="5971025"/>
                  </a:lnTo>
                  <a:lnTo>
                    <a:pt x="326554" y="5971025"/>
                  </a:lnTo>
                  <a:lnTo>
                    <a:pt x="326648" y="5971025"/>
                  </a:lnTo>
                  <a:lnTo>
                    <a:pt x="326742" y="5971025"/>
                  </a:lnTo>
                  <a:lnTo>
                    <a:pt x="326836" y="5971025"/>
                  </a:lnTo>
                  <a:lnTo>
                    <a:pt x="326930" y="5971025"/>
                  </a:lnTo>
                  <a:lnTo>
                    <a:pt x="327024" y="5971025"/>
                  </a:lnTo>
                  <a:lnTo>
                    <a:pt x="327118" y="5971025"/>
                  </a:lnTo>
                  <a:lnTo>
                    <a:pt x="327212" y="5971025"/>
                  </a:lnTo>
                  <a:lnTo>
                    <a:pt x="327306" y="5971025"/>
                  </a:lnTo>
                  <a:lnTo>
                    <a:pt x="327400" y="5971025"/>
                  </a:lnTo>
                  <a:lnTo>
                    <a:pt x="327400" y="5965746"/>
                  </a:lnTo>
                  <a:lnTo>
                    <a:pt x="327494" y="5965746"/>
                  </a:lnTo>
                  <a:lnTo>
                    <a:pt x="327588" y="5965746"/>
                  </a:lnTo>
                  <a:lnTo>
                    <a:pt x="327682" y="5965746"/>
                  </a:lnTo>
                  <a:lnTo>
                    <a:pt x="327776" y="5965746"/>
                  </a:lnTo>
                  <a:lnTo>
                    <a:pt x="327870" y="5965746"/>
                  </a:lnTo>
                  <a:lnTo>
                    <a:pt x="327964" y="5965746"/>
                  </a:lnTo>
                  <a:lnTo>
                    <a:pt x="328058" y="5965746"/>
                  </a:lnTo>
                  <a:lnTo>
                    <a:pt x="328152" y="5965746"/>
                  </a:lnTo>
                  <a:lnTo>
                    <a:pt x="328246" y="5965746"/>
                  </a:lnTo>
                  <a:lnTo>
                    <a:pt x="328246" y="5960466"/>
                  </a:lnTo>
                  <a:lnTo>
                    <a:pt x="328340" y="5960466"/>
                  </a:lnTo>
                  <a:lnTo>
                    <a:pt x="328434" y="5960466"/>
                  </a:lnTo>
                  <a:lnTo>
                    <a:pt x="328528" y="5960466"/>
                  </a:lnTo>
                  <a:lnTo>
                    <a:pt x="328622" y="5960466"/>
                  </a:lnTo>
                  <a:lnTo>
                    <a:pt x="328716" y="5960466"/>
                  </a:lnTo>
                  <a:lnTo>
                    <a:pt x="328810" y="5960466"/>
                  </a:lnTo>
                  <a:lnTo>
                    <a:pt x="328904" y="5960466"/>
                  </a:lnTo>
                  <a:lnTo>
                    <a:pt x="328998" y="5960466"/>
                  </a:lnTo>
                  <a:lnTo>
                    <a:pt x="329092" y="5960466"/>
                  </a:lnTo>
                  <a:lnTo>
                    <a:pt x="329186" y="5960466"/>
                  </a:lnTo>
                  <a:lnTo>
                    <a:pt x="329280" y="5960466"/>
                  </a:lnTo>
                  <a:lnTo>
                    <a:pt x="329374" y="5960466"/>
                  </a:lnTo>
                  <a:lnTo>
                    <a:pt x="329468" y="5960466"/>
                  </a:lnTo>
                  <a:lnTo>
                    <a:pt x="329562" y="5960466"/>
                  </a:lnTo>
                  <a:lnTo>
                    <a:pt x="329657" y="5960466"/>
                  </a:lnTo>
                  <a:lnTo>
                    <a:pt x="329751" y="5960466"/>
                  </a:lnTo>
                  <a:lnTo>
                    <a:pt x="329845" y="5960466"/>
                  </a:lnTo>
                  <a:lnTo>
                    <a:pt x="329939" y="5960466"/>
                  </a:lnTo>
                  <a:lnTo>
                    <a:pt x="330033" y="5960466"/>
                  </a:lnTo>
                  <a:lnTo>
                    <a:pt x="330127" y="5960466"/>
                  </a:lnTo>
                  <a:lnTo>
                    <a:pt x="330221" y="5960466"/>
                  </a:lnTo>
                  <a:lnTo>
                    <a:pt x="330315" y="5960466"/>
                  </a:lnTo>
                  <a:lnTo>
                    <a:pt x="330409" y="5960466"/>
                  </a:lnTo>
                  <a:lnTo>
                    <a:pt x="330503" y="5960466"/>
                  </a:lnTo>
                  <a:lnTo>
                    <a:pt x="330597" y="5960466"/>
                  </a:lnTo>
                  <a:lnTo>
                    <a:pt x="330691" y="5960466"/>
                  </a:lnTo>
                  <a:lnTo>
                    <a:pt x="330785" y="5960466"/>
                  </a:lnTo>
                  <a:lnTo>
                    <a:pt x="330879" y="5960466"/>
                  </a:lnTo>
                  <a:lnTo>
                    <a:pt x="330973" y="5960466"/>
                  </a:lnTo>
                  <a:lnTo>
                    <a:pt x="331067" y="5960466"/>
                  </a:lnTo>
                  <a:lnTo>
                    <a:pt x="331161" y="5960466"/>
                  </a:lnTo>
                  <a:lnTo>
                    <a:pt x="331161" y="5955187"/>
                  </a:lnTo>
                  <a:lnTo>
                    <a:pt x="331255" y="5955187"/>
                  </a:lnTo>
                  <a:lnTo>
                    <a:pt x="331349" y="5955187"/>
                  </a:lnTo>
                  <a:lnTo>
                    <a:pt x="331443" y="5955187"/>
                  </a:lnTo>
                  <a:lnTo>
                    <a:pt x="331537" y="5955187"/>
                  </a:lnTo>
                  <a:lnTo>
                    <a:pt x="331631" y="5955187"/>
                  </a:lnTo>
                  <a:lnTo>
                    <a:pt x="331725" y="5955187"/>
                  </a:lnTo>
                  <a:lnTo>
                    <a:pt x="331819" y="5955187"/>
                  </a:lnTo>
                  <a:lnTo>
                    <a:pt x="331913" y="5955187"/>
                  </a:lnTo>
                  <a:lnTo>
                    <a:pt x="332007" y="5955187"/>
                  </a:lnTo>
                  <a:lnTo>
                    <a:pt x="332101" y="5955187"/>
                  </a:lnTo>
                  <a:lnTo>
                    <a:pt x="332195" y="5955187"/>
                  </a:lnTo>
                  <a:lnTo>
                    <a:pt x="332289" y="5955187"/>
                  </a:lnTo>
                  <a:lnTo>
                    <a:pt x="332383" y="5955187"/>
                  </a:lnTo>
                  <a:lnTo>
                    <a:pt x="332477" y="5955187"/>
                  </a:lnTo>
                  <a:lnTo>
                    <a:pt x="332571" y="5955187"/>
                  </a:lnTo>
                  <a:lnTo>
                    <a:pt x="332665" y="5955187"/>
                  </a:lnTo>
                  <a:lnTo>
                    <a:pt x="332759" y="5955187"/>
                  </a:lnTo>
                  <a:lnTo>
                    <a:pt x="332853" y="5955187"/>
                  </a:lnTo>
                  <a:lnTo>
                    <a:pt x="332947" y="5955187"/>
                  </a:lnTo>
                  <a:lnTo>
                    <a:pt x="333041" y="5955187"/>
                  </a:lnTo>
                  <a:lnTo>
                    <a:pt x="333135" y="5955187"/>
                  </a:lnTo>
                  <a:lnTo>
                    <a:pt x="333230" y="5955187"/>
                  </a:lnTo>
                  <a:lnTo>
                    <a:pt x="333324" y="5955187"/>
                  </a:lnTo>
                  <a:lnTo>
                    <a:pt x="333418" y="5955187"/>
                  </a:lnTo>
                  <a:lnTo>
                    <a:pt x="333512" y="5955187"/>
                  </a:lnTo>
                  <a:lnTo>
                    <a:pt x="333606" y="5955187"/>
                  </a:lnTo>
                  <a:lnTo>
                    <a:pt x="333700" y="5955187"/>
                  </a:lnTo>
                  <a:lnTo>
                    <a:pt x="333794" y="5955187"/>
                  </a:lnTo>
                  <a:lnTo>
                    <a:pt x="333888" y="5955187"/>
                  </a:lnTo>
                  <a:lnTo>
                    <a:pt x="333982" y="5955187"/>
                  </a:lnTo>
                  <a:lnTo>
                    <a:pt x="334076" y="5955187"/>
                  </a:lnTo>
                  <a:lnTo>
                    <a:pt x="334170" y="5955187"/>
                  </a:lnTo>
                  <a:lnTo>
                    <a:pt x="334264" y="5955187"/>
                  </a:lnTo>
                  <a:lnTo>
                    <a:pt x="334358" y="5955187"/>
                  </a:lnTo>
                  <a:lnTo>
                    <a:pt x="334452" y="5955187"/>
                  </a:lnTo>
                  <a:lnTo>
                    <a:pt x="334546" y="5955187"/>
                  </a:lnTo>
                  <a:lnTo>
                    <a:pt x="334640" y="5955187"/>
                  </a:lnTo>
                  <a:lnTo>
                    <a:pt x="334734" y="5955187"/>
                  </a:lnTo>
                  <a:lnTo>
                    <a:pt x="334828" y="5955187"/>
                  </a:lnTo>
                  <a:lnTo>
                    <a:pt x="334922" y="5955187"/>
                  </a:lnTo>
                  <a:lnTo>
                    <a:pt x="335016" y="5955187"/>
                  </a:lnTo>
                  <a:lnTo>
                    <a:pt x="335110" y="5955187"/>
                  </a:lnTo>
                  <a:lnTo>
                    <a:pt x="335204" y="5955187"/>
                  </a:lnTo>
                  <a:lnTo>
                    <a:pt x="335298" y="5955187"/>
                  </a:lnTo>
                  <a:lnTo>
                    <a:pt x="335392" y="5955187"/>
                  </a:lnTo>
                  <a:lnTo>
                    <a:pt x="335486" y="5955187"/>
                  </a:lnTo>
                  <a:lnTo>
                    <a:pt x="335580" y="5955187"/>
                  </a:lnTo>
                  <a:lnTo>
                    <a:pt x="335674" y="5955187"/>
                  </a:lnTo>
                  <a:lnTo>
                    <a:pt x="335768" y="5955187"/>
                  </a:lnTo>
                  <a:lnTo>
                    <a:pt x="335862" y="5955187"/>
                  </a:lnTo>
                  <a:lnTo>
                    <a:pt x="335956" y="5955187"/>
                  </a:lnTo>
                  <a:lnTo>
                    <a:pt x="336050" y="5955187"/>
                  </a:lnTo>
                  <a:lnTo>
                    <a:pt x="336144" y="5955187"/>
                  </a:lnTo>
                  <a:lnTo>
                    <a:pt x="336238" y="5955187"/>
                  </a:lnTo>
                  <a:lnTo>
                    <a:pt x="336332" y="5955187"/>
                  </a:lnTo>
                  <a:lnTo>
                    <a:pt x="336332" y="5949907"/>
                  </a:lnTo>
                  <a:lnTo>
                    <a:pt x="336426" y="5949907"/>
                  </a:lnTo>
                  <a:lnTo>
                    <a:pt x="336520" y="5949907"/>
                  </a:lnTo>
                  <a:lnTo>
                    <a:pt x="336614" y="5949907"/>
                  </a:lnTo>
                  <a:lnTo>
                    <a:pt x="336709" y="5949907"/>
                  </a:lnTo>
                  <a:lnTo>
                    <a:pt x="336803" y="5949907"/>
                  </a:lnTo>
                  <a:lnTo>
                    <a:pt x="336897" y="5949907"/>
                  </a:lnTo>
                  <a:lnTo>
                    <a:pt x="336991" y="5949907"/>
                  </a:lnTo>
                  <a:lnTo>
                    <a:pt x="337085" y="5949907"/>
                  </a:lnTo>
                  <a:lnTo>
                    <a:pt x="337179" y="5949907"/>
                  </a:lnTo>
                  <a:lnTo>
                    <a:pt x="337273" y="5949907"/>
                  </a:lnTo>
                  <a:lnTo>
                    <a:pt x="337367" y="5949907"/>
                  </a:lnTo>
                  <a:lnTo>
                    <a:pt x="337461" y="5949907"/>
                  </a:lnTo>
                  <a:lnTo>
                    <a:pt x="337555" y="5949907"/>
                  </a:lnTo>
                  <a:lnTo>
                    <a:pt x="337649" y="5949907"/>
                  </a:lnTo>
                  <a:lnTo>
                    <a:pt x="337743" y="5949907"/>
                  </a:lnTo>
                  <a:lnTo>
                    <a:pt x="337837" y="5949907"/>
                  </a:lnTo>
                  <a:lnTo>
                    <a:pt x="337931" y="5949907"/>
                  </a:lnTo>
                  <a:lnTo>
                    <a:pt x="338025" y="5949907"/>
                  </a:lnTo>
                  <a:lnTo>
                    <a:pt x="338119" y="5949907"/>
                  </a:lnTo>
                  <a:lnTo>
                    <a:pt x="338213" y="5949907"/>
                  </a:lnTo>
                  <a:lnTo>
                    <a:pt x="338307" y="5949907"/>
                  </a:lnTo>
                  <a:lnTo>
                    <a:pt x="338401" y="5949907"/>
                  </a:lnTo>
                  <a:lnTo>
                    <a:pt x="338495" y="5949907"/>
                  </a:lnTo>
                  <a:lnTo>
                    <a:pt x="338589" y="5949907"/>
                  </a:lnTo>
                  <a:lnTo>
                    <a:pt x="338683" y="5949907"/>
                  </a:lnTo>
                  <a:lnTo>
                    <a:pt x="338777" y="5949907"/>
                  </a:lnTo>
                  <a:lnTo>
                    <a:pt x="338871" y="5949907"/>
                  </a:lnTo>
                  <a:lnTo>
                    <a:pt x="338965" y="5949907"/>
                  </a:lnTo>
                  <a:lnTo>
                    <a:pt x="338965" y="5944628"/>
                  </a:lnTo>
                  <a:lnTo>
                    <a:pt x="339059" y="5944628"/>
                  </a:lnTo>
                  <a:lnTo>
                    <a:pt x="339153" y="5944628"/>
                  </a:lnTo>
                  <a:lnTo>
                    <a:pt x="339247" y="5944628"/>
                  </a:lnTo>
                  <a:lnTo>
                    <a:pt x="339341" y="5944628"/>
                  </a:lnTo>
                  <a:lnTo>
                    <a:pt x="339435" y="5944628"/>
                  </a:lnTo>
                  <a:lnTo>
                    <a:pt x="339529" y="5944628"/>
                  </a:lnTo>
                  <a:lnTo>
                    <a:pt x="339623" y="5944628"/>
                  </a:lnTo>
                  <a:lnTo>
                    <a:pt x="339717" y="5944628"/>
                  </a:lnTo>
                  <a:lnTo>
                    <a:pt x="339811" y="5944628"/>
                  </a:lnTo>
                  <a:lnTo>
                    <a:pt x="339905" y="5944628"/>
                  </a:lnTo>
                  <a:lnTo>
                    <a:pt x="339999" y="5944628"/>
                  </a:lnTo>
                  <a:lnTo>
                    <a:pt x="340093" y="5944628"/>
                  </a:lnTo>
                  <a:lnTo>
                    <a:pt x="340187" y="5944628"/>
                  </a:lnTo>
                  <a:lnTo>
                    <a:pt x="340282" y="5944628"/>
                  </a:lnTo>
                  <a:lnTo>
                    <a:pt x="340376" y="5944628"/>
                  </a:lnTo>
                  <a:lnTo>
                    <a:pt x="340470" y="5944628"/>
                  </a:lnTo>
                  <a:lnTo>
                    <a:pt x="340564" y="5944628"/>
                  </a:lnTo>
                  <a:lnTo>
                    <a:pt x="340658" y="5944628"/>
                  </a:lnTo>
                  <a:lnTo>
                    <a:pt x="340752" y="5944628"/>
                  </a:lnTo>
                  <a:lnTo>
                    <a:pt x="340846" y="5944628"/>
                  </a:lnTo>
                  <a:lnTo>
                    <a:pt x="340940" y="5944628"/>
                  </a:lnTo>
                  <a:lnTo>
                    <a:pt x="341034" y="5944628"/>
                  </a:lnTo>
                  <a:lnTo>
                    <a:pt x="341128" y="5944628"/>
                  </a:lnTo>
                  <a:lnTo>
                    <a:pt x="341222" y="5944628"/>
                  </a:lnTo>
                  <a:lnTo>
                    <a:pt x="341316" y="5944628"/>
                  </a:lnTo>
                  <a:lnTo>
                    <a:pt x="341410" y="5944628"/>
                  </a:lnTo>
                  <a:lnTo>
                    <a:pt x="341504" y="5944628"/>
                  </a:lnTo>
                  <a:lnTo>
                    <a:pt x="341598" y="5944628"/>
                  </a:lnTo>
                  <a:lnTo>
                    <a:pt x="341692" y="5944628"/>
                  </a:lnTo>
                  <a:lnTo>
                    <a:pt x="341786" y="5944628"/>
                  </a:lnTo>
                  <a:lnTo>
                    <a:pt x="341880" y="5944628"/>
                  </a:lnTo>
                  <a:lnTo>
                    <a:pt x="341974" y="5944628"/>
                  </a:lnTo>
                  <a:lnTo>
                    <a:pt x="342068" y="5944628"/>
                  </a:lnTo>
                  <a:lnTo>
                    <a:pt x="342162" y="5944628"/>
                  </a:lnTo>
                  <a:lnTo>
                    <a:pt x="342256" y="5944628"/>
                  </a:lnTo>
                  <a:lnTo>
                    <a:pt x="342350" y="5944628"/>
                  </a:lnTo>
                  <a:lnTo>
                    <a:pt x="342444" y="5944628"/>
                  </a:lnTo>
                  <a:lnTo>
                    <a:pt x="342538" y="5944628"/>
                  </a:lnTo>
                  <a:lnTo>
                    <a:pt x="342632" y="5944628"/>
                  </a:lnTo>
                  <a:lnTo>
                    <a:pt x="342726" y="5944628"/>
                  </a:lnTo>
                  <a:lnTo>
                    <a:pt x="342820" y="5944628"/>
                  </a:lnTo>
                  <a:lnTo>
                    <a:pt x="342914" y="5944628"/>
                  </a:lnTo>
                  <a:lnTo>
                    <a:pt x="343008" y="5944628"/>
                  </a:lnTo>
                  <a:lnTo>
                    <a:pt x="343102" y="5944628"/>
                  </a:lnTo>
                  <a:lnTo>
                    <a:pt x="343196" y="5944628"/>
                  </a:lnTo>
                  <a:lnTo>
                    <a:pt x="343290" y="5944628"/>
                  </a:lnTo>
                  <a:lnTo>
                    <a:pt x="343384" y="5944628"/>
                  </a:lnTo>
                  <a:lnTo>
                    <a:pt x="343478" y="5944628"/>
                  </a:lnTo>
                  <a:lnTo>
                    <a:pt x="343572" y="5944628"/>
                  </a:lnTo>
                  <a:lnTo>
                    <a:pt x="343666" y="5944628"/>
                  </a:lnTo>
                  <a:lnTo>
                    <a:pt x="343760" y="5944628"/>
                  </a:lnTo>
                  <a:lnTo>
                    <a:pt x="343855" y="5944628"/>
                  </a:lnTo>
                  <a:lnTo>
                    <a:pt x="343949" y="5944628"/>
                  </a:lnTo>
                  <a:lnTo>
                    <a:pt x="344043" y="5944628"/>
                  </a:lnTo>
                  <a:lnTo>
                    <a:pt x="344137" y="5944628"/>
                  </a:lnTo>
                  <a:lnTo>
                    <a:pt x="344231" y="5944628"/>
                  </a:lnTo>
                  <a:lnTo>
                    <a:pt x="344325" y="5944628"/>
                  </a:lnTo>
                  <a:lnTo>
                    <a:pt x="344419" y="5944628"/>
                  </a:lnTo>
                  <a:lnTo>
                    <a:pt x="344513" y="5944628"/>
                  </a:lnTo>
                  <a:lnTo>
                    <a:pt x="344607" y="5944628"/>
                  </a:lnTo>
                  <a:lnTo>
                    <a:pt x="344701" y="5944628"/>
                  </a:lnTo>
                  <a:lnTo>
                    <a:pt x="344795" y="5944628"/>
                  </a:lnTo>
                  <a:lnTo>
                    <a:pt x="344889" y="5944628"/>
                  </a:lnTo>
                  <a:lnTo>
                    <a:pt x="344983" y="5944628"/>
                  </a:lnTo>
                  <a:lnTo>
                    <a:pt x="345077" y="5944628"/>
                  </a:lnTo>
                  <a:lnTo>
                    <a:pt x="345171" y="5944628"/>
                  </a:lnTo>
                  <a:lnTo>
                    <a:pt x="345265" y="5944628"/>
                  </a:lnTo>
                  <a:lnTo>
                    <a:pt x="345359" y="5944628"/>
                  </a:lnTo>
                  <a:lnTo>
                    <a:pt x="345453" y="5944628"/>
                  </a:lnTo>
                  <a:lnTo>
                    <a:pt x="345547" y="5944628"/>
                  </a:lnTo>
                  <a:lnTo>
                    <a:pt x="345641" y="5944628"/>
                  </a:lnTo>
                  <a:lnTo>
                    <a:pt x="345735" y="5944628"/>
                  </a:lnTo>
                  <a:lnTo>
                    <a:pt x="345829" y="5944628"/>
                  </a:lnTo>
                  <a:lnTo>
                    <a:pt x="345923" y="5944628"/>
                  </a:lnTo>
                  <a:lnTo>
                    <a:pt x="346017" y="5944628"/>
                  </a:lnTo>
                  <a:lnTo>
                    <a:pt x="346111" y="5944628"/>
                  </a:lnTo>
                  <a:lnTo>
                    <a:pt x="346205" y="5944628"/>
                  </a:lnTo>
                  <a:lnTo>
                    <a:pt x="346299" y="5944628"/>
                  </a:lnTo>
                  <a:lnTo>
                    <a:pt x="346393" y="5944628"/>
                  </a:lnTo>
                  <a:lnTo>
                    <a:pt x="346487" y="5944628"/>
                  </a:lnTo>
                  <a:lnTo>
                    <a:pt x="346581" y="5944628"/>
                  </a:lnTo>
                  <a:lnTo>
                    <a:pt x="346675" y="5944628"/>
                  </a:lnTo>
                  <a:lnTo>
                    <a:pt x="346769" y="5944628"/>
                  </a:lnTo>
                  <a:lnTo>
                    <a:pt x="346863" y="5944628"/>
                  </a:lnTo>
                  <a:lnTo>
                    <a:pt x="346957" y="5944628"/>
                  </a:lnTo>
                  <a:lnTo>
                    <a:pt x="347051" y="5944628"/>
                  </a:lnTo>
                  <a:lnTo>
                    <a:pt x="347145" y="5944628"/>
                  </a:lnTo>
                  <a:lnTo>
                    <a:pt x="347239" y="5944628"/>
                  </a:lnTo>
                  <a:lnTo>
                    <a:pt x="347334" y="5944628"/>
                  </a:lnTo>
                  <a:lnTo>
                    <a:pt x="347428" y="5944628"/>
                  </a:lnTo>
                  <a:lnTo>
                    <a:pt x="347522" y="5944628"/>
                  </a:lnTo>
                  <a:lnTo>
                    <a:pt x="347616" y="5944628"/>
                  </a:lnTo>
                  <a:lnTo>
                    <a:pt x="347710" y="5944628"/>
                  </a:lnTo>
                  <a:lnTo>
                    <a:pt x="347804" y="5944628"/>
                  </a:lnTo>
                  <a:lnTo>
                    <a:pt x="347898" y="5944628"/>
                  </a:lnTo>
                  <a:lnTo>
                    <a:pt x="347992" y="5944628"/>
                  </a:lnTo>
                  <a:lnTo>
                    <a:pt x="348086" y="5944628"/>
                  </a:lnTo>
                  <a:lnTo>
                    <a:pt x="348180" y="5944628"/>
                  </a:lnTo>
                  <a:lnTo>
                    <a:pt x="348274" y="5944628"/>
                  </a:lnTo>
                  <a:lnTo>
                    <a:pt x="348368" y="5944628"/>
                  </a:lnTo>
                  <a:lnTo>
                    <a:pt x="348462" y="5944628"/>
                  </a:lnTo>
                  <a:lnTo>
                    <a:pt x="348556" y="5944628"/>
                  </a:lnTo>
                  <a:lnTo>
                    <a:pt x="348650" y="5944628"/>
                  </a:lnTo>
                  <a:lnTo>
                    <a:pt x="348744" y="5944628"/>
                  </a:lnTo>
                  <a:lnTo>
                    <a:pt x="348838" y="5944628"/>
                  </a:lnTo>
                  <a:lnTo>
                    <a:pt x="348932" y="5944628"/>
                  </a:lnTo>
                  <a:lnTo>
                    <a:pt x="349026" y="5944628"/>
                  </a:lnTo>
                  <a:lnTo>
                    <a:pt x="349120" y="5944628"/>
                  </a:lnTo>
                  <a:lnTo>
                    <a:pt x="349214" y="5944628"/>
                  </a:lnTo>
                  <a:lnTo>
                    <a:pt x="349308" y="5944628"/>
                  </a:lnTo>
                  <a:lnTo>
                    <a:pt x="349402" y="5944628"/>
                  </a:lnTo>
                  <a:lnTo>
                    <a:pt x="349496" y="5944628"/>
                  </a:lnTo>
                  <a:lnTo>
                    <a:pt x="349590" y="5944628"/>
                  </a:lnTo>
                  <a:lnTo>
                    <a:pt x="349684" y="5944628"/>
                  </a:lnTo>
                  <a:lnTo>
                    <a:pt x="349778" y="5944628"/>
                  </a:lnTo>
                  <a:lnTo>
                    <a:pt x="349872" y="5944628"/>
                  </a:lnTo>
                  <a:lnTo>
                    <a:pt x="349966" y="5944628"/>
                  </a:lnTo>
                  <a:lnTo>
                    <a:pt x="350060" y="5944628"/>
                  </a:lnTo>
                  <a:lnTo>
                    <a:pt x="350154" y="5944628"/>
                  </a:lnTo>
                  <a:lnTo>
                    <a:pt x="350248" y="5944628"/>
                  </a:lnTo>
                  <a:lnTo>
                    <a:pt x="350342" y="5944628"/>
                  </a:lnTo>
                  <a:lnTo>
                    <a:pt x="350436" y="5944628"/>
                  </a:lnTo>
                  <a:lnTo>
                    <a:pt x="350530" y="5944628"/>
                  </a:lnTo>
                  <a:lnTo>
                    <a:pt x="350624" y="5944628"/>
                  </a:lnTo>
                  <a:lnTo>
                    <a:pt x="350718" y="5944628"/>
                  </a:lnTo>
                  <a:lnTo>
                    <a:pt x="350812" y="5944628"/>
                  </a:lnTo>
                  <a:lnTo>
                    <a:pt x="350907" y="5944628"/>
                  </a:lnTo>
                  <a:lnTo>
                    <a:pt x="351001" y="5944628"/>
                  </a:lnTo>
                  <a:lnTo>
                    <a:pt x="351095" y="5944628"/>
                  </a:lnTo>
                  <a:lnTo>
                    <a:pt x="351095" y="5939348"/>
                  </a:lnTo>
                  <a:lnTo>
                    <a:pt x="351189" y="5939348"/>
                  </a:lnTo>
                  <a:lnTo>
                    <a:pt x="351283" y="5939348"/>
                  </a:lnTo>
                  <a:lnTo>
                    <a:pt x="351377" y="5939348"/>
                  </a:lnTo>
                  <a:lnTo>
                    <a:pt x="351471" y="5939348"/>
                  </a:lnTo>
                  <a:lnTo>
                    <a:pt x="351565" y="5939348"/>
                  </a:lnTo>
                  <a:lnTo>
                    <a:pt x="351659" y="5939348"/>
                  </a:lnTo>
                  <a:lnTo>
                    <a:pt x="351753" y="5939348"/>
                  </a:lnTo>
                  <a:lnTo>
                    <a:pt x="351847" y="5939348"/>
                  </a:lnTo>
                  <a:lnTo>
                    <a:pt x="351941" y="5939348"/>
                  </a:lnTo>
                  <a:lnTo>
                    <a:pt x="352035" y="5939348"/>
                  </a:lnTo>
                  <a:lnTo>
                    <a:pt x="352129" y="5939348"/>
                  </a:lnTo>
                  <a:lnTo>
                    <a:pt x="352129" y="5934069"/>
                  </a:lnTo>
                  <a:lnTo>
                    <a:pt x="352223" y="5934069"/>
                  </a:lnTo>
                  <a:lnTo>
                    <a:pt x="352317" y="5934069"/>
                  </a:lnTo>
                  <a:lnTo>
                    <a:pt x="352411" y="5934069"/>
                  </a:lnTo>
                  <a:lnTo>
                    <a:pt x="352505" y="5934069"/>
                  </a:lnTo>
                  <a:lnTo>
                    <a:pt x="352599" y="5934069"/>
                  </a:lnTo>
                  <a:lnTo>
                    <a:pt x="352693" y="5934069"/>
                  </a:lnTo>
                  <a:lnTo>
                    <a:pt x="352787" y="5934069"/>
                  </a:lnTo>
                  <a:lnTo>
                    <a:pt x="352881" y="5934069"/>
                  </a:lnTo>
                  <a:lnTo>
                    <a:pt x="352975" y="5934069"/>
                  </a:lnTo>
                  <a:lnTo>
                    <a:pt x="353069" y="5934069"/>
                  </a:lnTo>
                  <a:lnTo>
                    <a:pt x="353163" y="5934069"/>
                  </a:lnTo>
                  <a:lnTo>
                    <a:pt x="353257" y="5934069"/>
                  </a:lnTo>
                  <a:lnTo>
                    <a:pt x="353351" y="5934069"/>
                  </a:lnTo>
                  <a:lnTo>
                    <a:pt x="353445" y="5934069"/>
                  </a:lnTo>
                  <a:lnTo>
                    <a:pt x="353539" y="5934069"/>
                  </a:lnTo>
                  <a:lnTo>
                    <a:pt x="353633" y="5934069"/>
                  </a:lnTo>
                  <a:lnTo>
                    <a:pt x="353727" y="5934069"/>
                  </a:lnTo>
                  <a:lnTo>
                    <a:pt x="353821" y="5934069"/>
                  </a:lnTo>
                  <a:lnTo>
                    <a:pt x="353915" y="5934069"/>
                  </a:lnTo>
                  <a:lnTo>
                    <a:pt x="354009" y="5934069"/>
                  </a:lnTo>
                  <a:lnTo>
                    <a:pt x="354103" y="5934069"/>
                  </a:lnTo>
                  <a:lnTo>
                    <a:pt x="354197" y="5934069"/>
                  </a:lnTo>
                  <a:lnTo>
                    <a:pt x="354291" y="5934069"/>
                  </a:lnTo>
                  <a:lnTo>
                    <a:pt x="354385" y="5934069"/>
                  </a:lnTo>
                  <a:lnTo>
                    <a:pt x="354480" y="5934069"/>
                  </a:lnTo>
                  <a:lnTo>
                    <a:pt x="354574" y="5934069"/>
                  </a:lnTo>
                  <a:lnTo>
                    <a:pt x="354668" y="5934069"/>
                  </a:lnTo>
                  <a:lnTo>
                    <a:pt x="354762" y="5934069"/>
                  </a:lnTo>
                  <a:lnTo>
                    <a:pt x="354856" y="5934069"/>
                  </a:lnTo>
                  <a:lnTo>
                    <a:pt x="354950" y="5934069"/>
                  </a:lnTo>
                  <a:lnTo>
                    <a:pt x="355044" y="5934069"/>
                  </a:lnTo>
                  <a:lnTo>
                    <a:pt x="355138" y="5934069"/>
                  </a:lnTo>
                  <a:lnTo>
                    <a:pt x="355232" y="5934069"/>
                  </a:lnTo>
                  <a:lnTo>
                    <a:pt x="355326" y="5934069"/>
                  </a:lnTo>
                  <a:lnTo>
                    <a:pt x="355420" y="5934069"/>
                  </a:lnTo>
                  <a:lnTo>
                    <a:pt x="355514" y="5934069"/>
                  </a:lnTo>
                  <a:lnTo>
                    <a:pt x="355608" y="5934069"/>
                  </a:lnTo>
                  <a:lnTo>
                    <a:pt x="355702" y="5934069"/>
                  </a:lnTo>
                  <a:lnTo>
                    <a:pt x="355796" y="5934069"/>
                  </a:lnTo>
                  <a:lnTo>
                    <a:pt x="355890" y="5934069"/>
                  </a:lnTo>
                  <a:lnTo>
                    <a:pt x="355890" y="5928790"/>
                  </a:lnTo>
                  <a:lnTo>
                    <a:pt x="355984" y="5928790"/>
                  </a:lnTo>
                  <a:lnTo>
                    <a:pt x="356078" y="5928790"/>
                  </a:lnTo>
                  <a:lnTo>
                    <a:pt x="356172" y="5928790"/>
                  </a:lnTo>
                  <a:lnTo>
                    <a:pt x="356266" y="5928790"/>
                  </a:lnTo>
                  <a:lnTo>
                    <a:pt x="356360" y="5928790"/>
                  </a:lnTo>
                  <a:lnTo>
                    <a:pt x="356454" y="5928790"/>
                  </a:lnTo>
                  <a:lnTo>
                    <a:pt x="356548" y="5928790"/>
                  </a:lnTo>
                  <a:lnTo>
                    <a:pt x="356642" y="5928790"/>
                  </a:lnTo>
                  <a:lnTo>
                    <a:pt x="356736" y="5928790"/>
                  </a:lnTo>
                  <a:lnTo>
                    <a:pt x="356830" y="5928790"/>
                  </a:lnTo>
                  <a:lnTo>
                    <a:pt x="356924" y="5928790"/>
                  </a:lnTo>
                  <a:lnTo>
                    <a:pt x="357018" y="5928790"/>
                  </a:lnTo>
                  <a:lnTo>
                    <a:pt x="357112" y="5928790"/>
                  </a:lnTo>
                  <a:lnTo>
                    <a:pt x="357206" y="5928790"/>
                  </a:lnTo>
                  <a:lnTo>
                    <a:pt x="357300" y="5928790"/>
                  </a:lnTo>
                  <a:lnTo>
                    <a:pt x="357394" y="5928790"/>
                  </a:lnTo>
                  <a:lnTo>
                    <a:pt x="357488" y="5928790"/>
                  </a:lnTo>
                  <a:lnTo>
                    <a:pt x="357582" y="5928790"/>
                  </a:lnTo>
                  <a:lnTo>
                    <a:pt x="357676" y="5928790"/>
                  </a:lnTo>
                  <a:lnTo>
                    <a:pt x="357770" y="5928790"/>
                  </a:lnTo>
                  <a:lnTo>
                    <a:pt x="357864" y="5928790"/>
                  </a:lnTo>
                  <a:lnTo>
                    <a:pt x="357958" y="5928790"/>
                  </a:lnTo>
                  <a:lnTo>
                    <a:pt x="358053" y="5928790"/>
                  </a:lnTo>
                  <a:lnTo>
                    <a:pt x="358147" y="5928790"/>
                  </a:lnTo>
                  <a:lnTo>
                    <a:pt x="358241" y="5928790"/>
                  </a:lnTo>
                  <a:lnTo>
                    <a:pt x="358335" y="5928790"/>
                  </a:lnTo>
                  <a:lnTo>
                    <a:pt x="358429" y="5928790"/>
                  </a:lnTo>
                  <a:lnTo>
                    <a:pt x="358523" y="5928790"/>
                  </a:lnTo>
                  <a:lnTo>
                    <a:pt x="358617" y="5928790"/>
                  </a:lnTo>
                  <a:lnTo>
                    <a:pt x="358711" y="5928790"/>
                  </a:lnTo>
                  <a:lnTo>
                    <a:pt x="358805" y="5928790"/>
                  </a:lnTo>
                  <a:lnTo>
                    <a:pt x="358899" y="5928790"/>
                  </a:lnTo>
                  <a:lnTo>
                    <a:pt x="358993" y="5928790"/>
                  </a:lnTo>
                  <a:lnTo>
                    <a:pt x="359087" y="5928790"/>
                  </a:lnTo>
                  <a:lnTo>
                    <a:pt x="359181" y="5928790"/>
                  </a:lnTo>
                  <a:lnTo>
                    <a:pt x="359275" y="5928790"/>
                  </a:lnTo>
                  <a:lnTo>
                    <a:pt x="359369" y="5928790"/>
                  </a:lnTo>
                  <a:lnTo>
                    <a:pt x="359463" y="5928790"/>
                  </a:lnTo>
                  <a:lnTo>
                    <a:pt x="359557" y="5928790"/>
                  </a:lnTo>
                  <a:lnTo>
                    <a:pt x="359651" y="5928790"/>
                  </a:lnTo>
                  <a:lnTo>
                    <a:pt x="359745" y="5928790"/>
                  </a:lnTo>
                  <a:lnTo>
                    <a:pt x="359839" y="5928790"/>
                  </a:lnTo>
                  <a:lnTo>
                    <a:pt x="359933" y="5928790"/>
                  </a:lnTo>
                  <a:lnTo>
                    <a:pt x="360027" y="5928790"/>
                  </a:lnTo>
                  <a:lnTo>
                    <a:pt x="360121" y="5928790"/>
                  </a:lnTo>
                  <a:lnTo>
                    <a:pt x="360215" y="5928790"/>
                  </a:lnTo>
                  <a:lnTo>
                    <a:pt x="360215" y="5923510"/>
                  </a:lnTo>
                  <a:lnTo>
                    <a:pt x="360309" y="5923510"/>
                  </a:lnTo>
                  <a:lnTo>
                    <a:pt x="360403" y="5923510"/>
                  </a:lnTo>
                  <a:lnTo>
                    <a:pt x="360497" y="5923510"/>
                  </a:lnTo>
                  <a:lnTo>
                    <a:pt x="360591" y="5923510"/>
                  </a:lnTo>
                  <a:lnTo>
                    <a:pt x="360685" y="5923510"/>
                  </a:lnTo>
                  <a:lnTo>
                    <a:pt x="360779" y="5923510"/>
                  </a:lnTo>
                  <a:lnTo>
                    <a:pt x="360873" y="5923510"/>
                  </a:lnTo>
                  <a:lnTo>
                    <a:pt x="360967" y="5923510"/>
                  </a:lnTo>
                  <a:lnTo>
                    <a:pt x="361061" y="5923510"/>
                  </a:lnTo>
                  <a:lnTo>
                    <a:pt x="361155" y="5923510"/>
                  </a:lnTo>
                  <a:lnTo>
                    <a:pt x="361249" y="5923510"/>
                  </a:lnTo>
                  <a:lnTo>
                    <a:pt x="361343" y="5923510"/>
                  </a:lnTo>
                  <a:lnTo>
                    <a:pt x="361437" y="5923510"/>
                  </a:lnTo>
                  <a:lnTo>
                    <a:pt x="361532" y="5923510"/>
                  </a:lnTo>
                  <a:lnTo>
                    <a:pt x="361626" y="5923510"/>
                  </a:lnTo>
                  <a:lnTo>
                    <a:pt x="361720" y="5923510"/>
                  </a:lnTo>
                  <a:lnTo>
                    <a:pt x="361814" y="5923510"/>
                  </a:lnTo>
                  <a:lnTo>
                    <a:pt x="361908" y="5923510"/>
                  </a:lnTo>
                  <a:lnTo>
                    <a:pt x="362002" y="5923510"/>
                  </a:lnTo>
                  <a:lnTo>
                    <a:pt x="362096" y="5923510"/>
                  </a:lnTo>
                  <a:lnTo>
                    <a:pt x="362190" y="5923510"/>
                  </a:lnTo>
                  <a:lnTo>
                    <a:pt x="362284" y="5923510"/>
                  </a:lnTo>
                  <a:lnTo>
                    <a:pt x="362284" y="5918231"/>
                  </a:lnTo>
                  <a:lnTo>
                    <a:pt x="362378" y="5918231"/>
                  </a:lnTo>
                  <a:lnTo>
                    <a:pt x="362472" y="5918231"/>
                  </a:lnTo>
                  <a:lnTo>
                    <a:pt x="362566" y="5918231"/>
                  </a:lnTo>
                  <a:lnTo>
                    <a:pt x="362660" y="5918231"/>
                  </a:lnTo>
                  <a:lnTo>
                    <a:pt x="362754" y="5918231"/>
                  </a:lnTo>
                  <a:lnTo>
                    <a:pt x="362848" y="5918231"/>
                  </a:lnTo>
                  <a:lnTo>
                    <a:pt x="362942" y="5918231"/>
                  </a:lnTo>
                  <a:lnTo>
                    <a:pt x="363036" y="5918231"/>
                  </a:lnTo>
                  <a:lnTo>
                    <a:pt x="363130" y="5918231"/>
                  </a:lnTo>
                  <a:lnTo>
                    <a:pt x="363224" y="5918231"/>
                  </a:lnTo>
                  <a:lnTo>
                    <a:pt x="363318" y="5918231"/>
                  </a:lnTo>
                  <a:lnTo>
                    <a:pt x="363412" y="5918231"/>
                  </a:lnTo>
                  <a:lnTo>
                    <a:pt x="363506" y="5918231"/>
                  </a:lnTo>
                  <a:lnTo>
                    <a:pt x="363600" y="5918231"/>
                  </a:lnTo>
                  <a:lnTo>
                    <a:pt x="363694" y="5918231"/>
                  </a:lnTo>
                  <a:lnTo>
                    <a:pt x="363788" y="5918231"/>
                  </a:lnTo>
                  <a:lnTo>
                    <a:pt x="363882" y="5918231"/>
                  </a:lnTo>
                  <a:lnTo>
                    <a:pt x="363976" y="5918231"/>
                  </a:lnTo>
                  <a:lnTo>
                    <a:pt x="364070" y="5918231"/>
                  </a:lnTo>
                  <a:lnTo>
                    <a:pt x="364164" y="5918231"/>
                  </a:lnTo>
                  <a:lnTo>
                    <a:pt x="364258" y="5918231"/>
                  </a:lnTo>
                  <a:lnTo>
                    <a:pt x="364352" y="5918231"/>
                  </a:lnTo>
                  <a:lnTo>
                    <a:pt x="364446" y="5918231"/>
                  </a:lnTo>
                  <a:lnTo>
                    <a:pt x="364540" y="5918231"/>
                  </a:lnTo>
                  <a:lnTo>
                    <a:pt x="364634" y="5918231"/>
                  </a:lnTo>
                  <a:lnTo>
                    <a:pt x="364728" y="5918231"/>
                  </a:lnTo>
                  <a:lnTo>
                    <a:pt x="364728" y="5912951"/>
                  </a:lnTo>
                  <a:lnTo>
                    <a:pt x="364822" y="5912951"/>
                  </a:lnTo>
                  <a:lnTo>
                    <a:pt x="364916" y="5912951"/>
                  </a:lnTo>
                  <a:lnTo>
                    <a:pt x="365010" y="5912951"/>
                  </a:lnTo>
                  <a:lnTo>
                    <a:pt x="365105" y="5912951"/>
                  </a:lnTo>
                  <a:lnTo>
                    <a:pt x="365199" y="5912951"/>
                  </a:lnTo>
                  <a:lnTo>
                    <a:pt x="365293" y="5912951"/>
                  </a:lnTo>
                  <a:lnTo>
                    <a:pt x="365387" y="5912951"/>
                  </a:lnTo>
                  <a:lnTo>
                    <a:pt x="365481" y="5912951"/>
                  </a:lnTo>
                  <a:lnTo>
                    <a:pt x="365575" y="5912951"/>
                  </a:lnTo>
                  <a:lnTo>
                    <a:pt x="365669" y="5912951"/>
                  </a:lnTo>
                  <a:lnTo>
                    <a:pt x="365763" y="5912951"/>
                  </a:lnTo>
                  <a:lnTo>
                    <a:pt x="365857" y="5912951"/>
                  </a:lnTo>
                  <a:lnTo>
                    <a:pt x="365951" y="5912951"/>
                  </a:lnTo>
                  <a:lnTo>
                    <a:pt x="366045" y="5912951"/>
                  </a:lnTo>
                  <a:lnTo>
                    <a:pt x="366139" y="5912951"/>
                  </a:lnTo>
                  <a:lnTo>
                    <a:pt x="366233" y="5912951"/>
                  </a:lnTo>
                  <a:lnTo>
                    <a:pt x="366327" y="5912951"/>
                  </a:lnTo>
                  <a:lnTo>
                    <a:pt x="366421" y="5912951"/>
                  </a:lnTo>
                  <a:lnTo>
                    <a:pt x="366515" y="5912951"/>
                  </a:lnTo>
                  <a:lnTo>
                    <a:pt x="366609" y="5912951"/>
                  </a:lnTo>
                  <a:lnTo>
                    <a:pt x="366703" y="5912951"/>
                  </a:lnTo>
                  <a:lnTo>
                    <a:pt x="366797" y="5912951"/>
                  </a:lnTo>
                  <a:lnTo>
                    <a:pt x="366891" y="5912951"/>
                  </a:lnTo>
                  <a:lnTo>
                    <a:pt x="366985" y="5912951"/>
                  </a:lnTo>
                  <a:lnTo>
                    <a:pt x="367079" y="5912951"/>
                  </a:lnTo>
                  <a:lnTo>
                    <a:pt x="367173" y="5912951"/>
                  </a:lnTo>
                  <a:lnTo>
                    <a:pt x="367267" y="5912951"/>
                  </a:lnTo>
                  <a:lnTo>
                    <a:pt x="367361" y="5912951"/>
                  </a:lnTo>
                  <a:lnTo>
                    <a:pt x="367455" y="5912951"/>
                  </a:lnTo>
                  <a:lnTo>
                    <a:pt x="367549" y="5912951"/>
                  </a:lnTo>
                  <a:lnTo>
                    <a:pt x="367643" y="5912951"/>
                  </a:lnTo>
                  <a:lnTo>
                    <a:pt x="367737" y="5912951"/>
                  </a:lnTo>
                  <a:lnTo>
                    <a:pt x="367831" y="5912951"/>
                  </a:lnTo>
                  <a:lnTo>
                    <a:pt x="367925" y="5912951"/>
                  </a:lnTo>
                  <a:lnTo>
                    <a:pt x="368019" y="5912951"/>
                  </a:lnTo>
                  <a:lnTo>
                    <a:pt x="368113" y="5912951"/>
                  </a:lnTo>
                  <a:lnTo>
                    <a:pt x="368207" y="5912951"/>
                  </a:lnTo>
                  <a:lnTo>
                    <a:pt x="368301" y="5912951"/>
                  </a:lnTo>
                  <a:lnTo>
                    <a:pt x="368395" y="5912951"/>
                  </a:lnTo>
                  <a:lnTo>
                    <a:pt x="368489" y="5912951"/>
                  </a:lnTo>
                  <a:lnTo>
                    <a:pt x="368583" y="5912951"/>
                  </a:lnTo>
                  <a:lnTo>
                    <a:pt x="368678" y="5912951"/>
                  </a:lnTo>
                  <a:lnTo>
                    <a:pt x="368772" y="5912951"/>
                  </a:lnTo>
                  <a:lnTo>
                    <a:pt x="368866" y="5912951"/>
                  </a:lnTo>
                  <a:lnTo>
                    <a:pt x="368960" y="5912951"/>
                  </a:lnTo>
                  <a:lnTo>
                    <a:pt x="369054" y="5912951"/>
                  </a:lnTo>
                  <a:lnTo>
                    <a:pt x="369148" y="5912951"/>
                  </a:lnTo>
                  <a:lnTo>
                    <a:pt x="369148" y="5907672"/>
                  </a:lnTo>
                  <a:lnTo>
                    <a:pt x="369242" y="5907672"/>
                  </a:lnTo>
                  <a:lnTo>
                    <a:pt x="369336" y="5907672"/>
                  </a:lnTo>
                  <a:lnTo>
                    <a:pt x="369430" y="5907672"/>
                  </a:lnTo>
                  <a:lnTo>
                    <a:pt x="369524" y="5907672"/>
                  </a:lnTo>
                  <a:lnTo>
                    <a:pt x="369618" y="5907672"/>
                  </a:lnTo>
                  <a:lnTo>
                    <a:pt x="369712" y="5907672"/>
                  </a:lnTo>
                  <a:lnTo>
                    <a:pt x="369806" y="5907672"/>
                  </a:lnTo>
                  <a:lnTo>
                    <a:pt x="369900" y="5907672"/>
                  </a:lnTo>
                  <a:lnTo>
                    <a:pt x="369994" y="5907672"/>
                  </a:lnTo>
                  <a:lnTo>
                    <a:pt x="370088" y="5907672"/>
                  </a:lnTo>
                  <a:lnTo>
                    <a:pt x="370182" y="5907672"/>
                  </a:lnTo>
                  <a:lnTo>
                    <a:pt x="370276" y="5907672"/>
                  </a:lnTo>
                  <a:lnTo>
                    <a:pt x="370370" y="5907672"/>
                  </a:lnTo>
                  <a:lnTo>
                    <a:pt x="370464" y="5907672"/>
                  </a:lnTo>
                  <a:lnTo>
                    <a:pt x="370558" y="5907672"/>
                  </a:lnTo>
                  <a:lnTo>
                    <a:pt x="370652" y="5907672"/>
                  </a:lnTo>
                  <a:lnTo>
                    <a:pt x="370746" y="5907672"/>
                  </a:lnTo>
                  <a:lnTo>
                    <a:pt x="370840" y="5907672"/>
                  </a:lnTo>
                  <a:lnTo>
                    <a:pt x="370934" y="5907672"/>
                  </a:lnTo>
                  <a:lnTo>
                    <a:pt x="371028" y="5907672"/>
                  </a:lnTo>
                  <a:lnTo>
                    <a:pt x="371122" y="5907672"/>
                  </a:lnTo>
                  <a:lnTo>
                    <a:pt x="371216" y="5907672"/>
                  </a:lnTo>
                  <a:lnTo>
                    <a:pt x="371310" y="5907672"/>
                  </a:lnTo>
                  <a:lnTo>
                    <a:pt x="371404" y="5907672"/>
                  </a:lnTo>
                  <a:lnTo>
                    <a:pt x="371498" y="5907672"/>
                  </a:lnTo>
                  <a:lnTo>
                    <a:pt x="371592" y="5907672"/>
                  </a:lnTo>
                  <a:lnTo>
                    <a:pt x="371686" y="5907672"/>
                  </a:lnTo>
                  <a:lnTo>
                    <a:pt x="371780" y="5907672"/>
                  </a:lnTo>
                  <a:lnTo>
                    <a:pt x="371874" y="5907672"/>
                  </a:lnTo>
                  <a:lnTo>
                    <a:pt x="371968" y="5907672"/>
                  </a:lnTo>
                  <a:lnTo>
                    <a:pt x="372062" y="5907672"/>
                  </a:lnTo>
                  <a:lnTo>
                    <a:pt x="372157" y="5907672"/>
                  </a:lnTo>
                  <a:lnTo>
                    <a:pt x="372251" y="5907672"/>
                  </a:lnTo>
                  <a:lnTo>
                    <a:pt x="372345" y="5907672"/>
                  </a:lnTo>
                  <a:lnTo>
                    <a:pt x="372439" y="5907672"/>
                  </a:lnTo>
                  <a:lnTo>
                    <a:pt x="372533" y="5907672"/>
                  </a:lnTo>
                  <a:lnTo>
                    <a:pt x="372627" y="5907672"/>
                  </a:lnTo>
                  <a:lnTo>
                    <a:pt x="372721" y="5907672"/>
                  </a:lnTo>
                  <a:lnTo>
                    <a:pt x="372815" y="5907672"/>
                  </a:lnTo>
                  <a:lnTo>
                    <a:pt x="372909" y="5907672"/>
                  </a:lnTo>
                  <a:lnTo>
                    <a:pt x="373003" y="5907672"/>
                  </a:lnTo>
                  <a:lnTo>
                    <a:pt x="373097" y="5907672"/>
                  </a:lnTo>
                  <a:lnTo>
                    <a:pt x="373191" y="5907672"/>
                  </a:lnTo>
                  <a:lnTo>
                    <a:pt x="373285" y="5907672"/>
                  </a:lnTo>
                  <a:lnTo>
                    <a:pt x="373379" y="5907672"/>
                  </a:lnTo>
                  <a:lnTo>
                    <a:pt x="373473" y="5907672"/>
                  </a:lnTo>
                  <a:lnTo>
                    <a:pt x="373567" y="5907672"/>
                  </a:lnTo>
                  <a:lnTo>
                    <a:pt x="373661" y="5907672"/>
                  </a:lnTo>
                  <a:lnTo>
                    <a:pt x="373755" y="5907672"/>
                  </a:lnTo>
                  <a:lnTo>
                    <a:pt x="373849" y="5907672"/>
                  </a:lnTo>
                  <a:lnTo>
                    <a:pt x="373943" y="5907672"/>
                  </a:lnTo>
                  <a:lnTo>
                    <a:pt x="374037" y="5907672"/>
                  </a:lnTo>
                  <a:lnTo>
                    <a:pt x="374131" y="5907672"/>
                  </a:lnTo>
                  <a:lnTo>
                    <a:pt x="374225" y="5907672"/>
                  </a:lnTo>
                  <a:lnTo>
                    <a:pt x="374319" y="5907672"/>
                  </a:lnTo>
                  <a:lnTo>
                    <a:pt x="374413" y="5907672"/>
                  </a:lnTo>
                  <a:lnTo>
                    <a:pt x="374507" y="5907672"/>
                  </a:lnTo>
                  <a:lnTo>
                    <a:pt x="374601" y="5907672"/>
                  </a:lnTo>
                  <a:lnTo>
                    <a:pt x="374695" y="5907672"/>
                  </a:lnTo>
                  <a:lnTo>
                    <a:pt x="374789" y="5907672"/>
                  </a:lnTo>
                  <a:lnTo>
                    <a:pt x="374883" y="5907672"/>
                  </a:lnTo>
                  <a:lnTo>
                    <a:pt x="374977" y="5907672"/>
                  </a:lnTo>
                  <a:lnTo>
                    <a:pt x="375071" y="5907672"/>
                  </a:lnTo>
                  <a:lnTo>
                    <a:pt x="375165" y="5907672"/>
                  </a:lnTo>
                  <a:lnTo>
                    <a:pt x="375259" y="5907672"/>
                  </a:lnTo>
                  <a:lnTo>
                    <a:pt x="375353" y="5907672"/>
                  </a:lnTo>
                  <a:lnTo>
                    <a:pt x="375447" y="5907672"/>
                  </a:lnTo>
                  <a:lnTo>
                    <a:pt x="375541" y="5907672"/>
                  </a:lnTo>
                  <a:lnTo>
                    <a:pt x="375635" y="5907672"/>
                  </a:lnTo>
                  <a:lnTo>
                    <a:pt x="375730" y="5907672"/>
                  </a:lnTo>
                  <a:lnTo>
                    <a:pt x="375824" y="5907672"/>
                  </a:lnTo>
                  <a:lnTo>
                    <a:pt x="375918" y="5907672"/>
                  </a:lnTo>
                  <a:lnTo>
                    <a:pt x="375918" y="5902393"/>
                  </a:lnTo>
                  <a:lnTo>
                    <a:pt x="376012" y="5902393"/>
                  </a:lnTo>
                  <a:lnTo>
                    <a:pt x="376106" y="5902393"/>
                  </a:lnTo>
                  <a:lnTo>
                    <a:pt x="376200" y="5902393"/>
                  </a:lnTo>
                  <a:lnTo>
                    <a:pt x="376294" y="5902393"/>
                  </a:lnTo>
                  <a:lnTo>
                    <a:pt x="376388" y="5902393"/>
                  </a:lnTo>
                  <a:lnTo>
                    <a:pt x="376482" y="5902393"/>
                  </a:lnTo>
                  <a:lnTo>
                    <a:pt x="376576" y="5902393"/>
                  </a:lnTo>
                  <a:lnTo>
                    <a:pt x="376670" y="5902393"/>
                  </a:lnTo>
                  <a:lnTo>
                    <a:pt x="376764" y="5902393"/>
                  </a:lnTo>
                  <a:lnTo>
                    <a:pt x="376858" y="5902393"/>
                  </a:lnTo>
                  <a:lnTo>
                    <a:pt x="376952" y="5902393"/>
                  </a:lnTo>
                  <a:lnTo>
                    <a:pt x="377046" y="5902393"/>
                  </a:lnTo>
                  <a:lnTo>
                    <a:pt x="377140" y="5902393"/>
                  </a:lnTo>
                  <a:lnTo>
                    <a:pt x="377234" y="5902393"/>
                  </a:lnTo>
                  <a:lnTo>
                    <a:pt x="377328" y="5902393"/>
                  </a:lnTo>
                  <a:lnTo>
                    <a:pt x="377422" y="5902393"/>
                  </a:lnTo>
                  <a:lnTo>
                    <a:pt x="377516" y="5902393"/>
                  </a:lnTo>
                  <a:lnTo>
                    <a:pt x="377610" y="5902393"/>
                  </a:lnTo>
                  <a:lnTo>
                    <a:pt x="377704" y="5902393"/>
                  </a:lnTo>
                  <a:lnTo>
                    <a:pt x="377798" y="5902393"/>
                  </a:lnTo>
                  <a:lnTo>
                    <a:pt x="377892" y="5902393"/>
                  </a:lnTo>
                  <a:lnTo>
                    <a:pt x="377986" y="5902393"/>
                  </a:lnTo>
                  <a:lnTo>
                    <a:pt x="378080" y="5902393"/>
                  </a:lnTo>
                  <a:lnTo>
                    <a:pt x="378174" y="5902393"/>
                  </a:lnTo>
                  <a:lnTo>
                    <a:pt x="378268" y="5902393"/>
                  </a:lnTo>
                  <a:lnTo>
                    <a:pt x="378362" y="5902393"/>
                  </a:lnTo>
                  <a:lnTo>
                    <a:pt x="378456" y="5902393"/>
                  </a:lnTo>
                  <a:lnTo>
                    <a:pt x="378456" y="5897113"/>
                  </a:lnTo>
                  <a:lnTo>
                    <a:pt x="378550" y="5897113"/>
                  </a:lnTo>
                  <a:lnTo>
                    <a:pt x="378644" y="5897113"/>
                  </a:lnTo>
                  <a:lnTo>
                    <a:pt x="378738" y="5897113"/>
                  </a:lnTo>
                  <a:lnTo>
                    <a:pt x="378832" y="5897113"/>
                  </a:lnTo>
                  <a:lnTo>
                    <a:pt x="378926" y="5897113"/>
                  </a:lnTo>
                  <a:lnTo>
                    <a:pt x="379020" y="5897113"/>
                  </a:lnTo>
                  <a:lnTo>
                    <a:pt x="379114" y="5897113"/>
                  </a:lnTo>
                  <a:lnTo>
                    <a:pt x="379208" y="5897113"/>
                  </a:lnTo>
                  <a:lnTo>
                    <a:pt x="379303" y="5897113"/>
                  </a:lnTo>
                  <a:lnTo>
                    <a:pt x="379303" y="5891834"/>
                  </a:lnTo>
                  <a:lnTo>
                    <a:pt x="379397" y="5891834"/>
                  </a:lnTo>
                  <a:lnTo>
                    <a:pt x="379491" y="5891834"/>
                  </a:lnTo>
                  <a:lnTo>
                    <a:pt x="379585" y="5891834"/>
                  </a:lnTo>
                  <a:lnTo>
                    <a:pt x="379679" y="5891834"/>
                  </a:lnTo>
                  <a:lnTo>
                    <a:pt x="379773" y="5891834"/>
                  </a:lnTo>
                  <a:lnTo>
                    <a:pt x="379867" y="5891834"/>
                  </a:lnTo>
                  <a:lnTo>
                    <a:pt x="379961" y="5891834"/>
                  </a:lnTo>
                  <a:lnTo>
                    <a:pt x="380055" y="5891834"/>
                  </a:lnTo>
                  <a:lnTo>
                    <a:pt x="380149" y="5891834"/>
                  </a:lnTo>
                  <a:lnTo>
                    <a:pt x="380243" y="5891834"/>
                  </a:lnTo>
                  <a:lnTo>
                    <a:pt x="380337" y="5891834"/>
                  </a:lnTo>
                  <a:lnTo>
                    <a:pt x="380431" y="5891834"/>
                  </a:lnTo>
                  <a:lnTo>
                    <a:pt x="380525" y="5891834"/>
                  </a:lnTo>
                  <a:lnTo>
                    <a:pt x="380619" y="5891834"/>
                  </a:lnTo>
                  <a:lnTo>
                    <a:pt x="380713" y="5891834"/>
                  </a:lnTo>
                  <a:lnTo>
                    <a:pt x="380807" y="5891834"/>
                  </a:lnTo>
                  <a:lnTo>
                    <a:pt x="380901" y="5891834"/>
                  </a:lnTo>
                  <a:lnTo>
                    <a:pt x="380995" y="5891834"/>
                  </a:lnTo>
                  <a:lnTo>
                    <a:pt x="381089" y="5891834"/>
                  </a:lnTo>
                  <a:lnTo>
                    <a:pt x="381183" y="5891834"/>
                  </a:lnTo>
                  <a:lnTo>
                    <a:pt x="381277" y="5891834"/>
                  </a:lnTo>
                  <a:lnTo>
                    <a:pt x="381371" y="5891834"/>
                  </a:lnTo>
                  <a:lnTo>
                    <a:pt x="381465" y="5891834"/>
                  </a:lnTo>
                  <a:lnTo>
                    <a:pt x="381559" y="5891834"/>
                  </a:lnTo>
                  <a:lnTo>
                    <a:pt x="381653" y="5891834"/>
                  </a:lnTo>
                  <a:lnTo>
                    <a:pt x="381747" y="5891834"/>
                  </a:lnTo>
                  <a:lnTo>
                    <a:pt x="381841" y="5891834"/>
                  </a:lnTo>
                  <a:lnTo>
                    <a:pt x="381935" y="5891834"/>
                  </a:lnTo>
                  <a:lnTo>
                    <a:pt x="382029" y="5891834"/>
                  </a:lnTo>
                  <a:lnTo>
                    <a:pt x="382123" y="5891834"/>
                  </a:lnTo>
                  <a:lnTo>
                    <a:pt x="382217" y="5891834"/>
                  </a:lnTo>
                  <a:lnTo>
                    <a:pt x="382311" y="5891834"/>
                  </a:lnTo>
                  <a:lnTo>
                    <a:pt x="382405" y="5891834"/>
                  </a:lnTo>
                  <a:lnTo>
                    <a:pt x="382499" y="5891834"/>
                  </a:lnTo>
                  <a:lnTo>
                    <a:pt x="382593" y="5891834"/>
                  </a:lnTo>
                  <a:lnTo>
                    <a:pt x="382687" y="5891834"/>
                  </a:lnTo>
                  <a:lnTo>
                    <a:pt x="382782" y="5891834"/>
                  </a:lnTo>
                  <a:lnTo>
                    <a:pt x="382876" y="5891834"/>
                  </a:lnTo>
                  <a:lnTo>
                    <a:pt x="382876" y="5886554"/>
                  </a:lnTo>
                  <a:lnTo>
                    <a:pt x="382970" y="5886554"/>
                  </a:lnTo>
                  <a:lnTo>
                    <a:pt x="383064" y="5886554"/>
                  </a:lnTo>
                  <a:lnTo>
                    <a:pt x="383158" y="5886554"/>
                  </a:lnTo>
                  <a:lnTo>
                    <a:pt x="383252" y="5886554"/>
                  </a:lnTo>
                  <a:lnTo>
                    <a:pt x="383346" y="5886554"/>
                  </a:lnTo>
                  <a:lnTo>
                    <a:pt x="383440" y="5886554"/>
                  </a:lnTo>
                  <a:lnTo>
                    <a:pt x="383534" y="5886554"/>
                  </a:lnTo>
                  <a:lnTo>
                    <a:pt x="383628" y="5886554"/>
                  </a:lnTo>
                  <a:lnTo>
                    <a:pt x="383722" y="5886554"/>
                  </a:lnTo>
                  <a:lnTo>
                    <a:pt x="383816" y="5886554"/>
                  </a:lnTo>
                  <a:lnTo>
                    <a:pt x="383910" y="5886554"/>
                  </a:lnTo>
                  <a:lnTo>
                    <a:pt x="384004" y="5886554"/>
                  </a:lnTo>
                  <a:lnTo>
                    <a:pt x="384098" y="5886554"/>
                  </a:lnTo>
                  <a:lnTo>
                    <a:pt x="384192" y="5886554"/>
                  </a:lnTo>
                  <a:lnTo>
                    <a:pt x="384286" y="5886554"/>
                  </a:lnTo>
                  <a:lnTo>
                    <a:pt x="384380" y="5886554"/>
                  </a:lnTo>
                  <a:lnTo>
                    <a:pt x="384474" y="5886554"/>
                  </a:lnTo>
                  <a:lnTo>
                    <a:pt x="384568" y="5886554"/>
                  </a:lnTo>
                  <a:lnTo>
                    <a:pt x="384662" y="5886554"/>
                  </a:lnTo>
                  <a:lnTo>
                    <a:pt x="384756" y="5886554"/>
                  </a:lnTo>
                  <a:lnTo>
                    <a:pt x="384850" y="5886554"/>
                  </a:lnTo>
                  <a:lnTo>
                    <a:pt x="384944" y="5886554"/>
                  </a:lnTo>
                  <a:lnTo>
                    <a:pt x="385038" y="5886554"/>
                  </a:lnTo>
                  <a:lnTo>
                    <a:pt x="385132" y="5886554"/>
                  </a:lnTo>
                  <a:lnTo>
                    <a:pt x="385226" y="5886554"/>
                  </a:lnTo>
                  <a:lnTo>
                    <a:pt x="385320" y="5886554"/>
                  </a:lnTo>
                  <a:lnTo>
                    <a:pt x="385414" y="5886554"/>
                  </a:lnTo>
                  <a:lnTo>
                    <a:pt x="385508" y="5886554"/>
                  </a:lnTo>
                  <a:lnTo>
                    <a:pt x="385602" y="5886554"/>
                  </a:lnTo>
                  <a:lnTo>
                    <a:pt x="385696" y="5886554"/>
                  </a:lnTo>
                  <a:lnTo>
                    <a:pt x="385790" y="5886554"/>
                  </a:lnTo>
                  <a:lnTo>
                    <a:pt x="385884" y="5886554"/>
                  </a:lnTo>
                  <a:lnTo>
                    <a:pt x="385978" y="5886554"/>
                  </a:lnTo>
                  <a:lnTo>
                    <a:pt x="386072" y="5886554"/>
                  </a:lnTo>
                  <a:lnTo>
                    <a:pt x="386166" y="5886554"/>
                  </a:lnTo>
                  <a:lnTo>
                    <a:pt x="386260" y="5886554"/>
                  </a:lnTo>
                  <a:lnTo>
                    <a:pt x="386355" y="5886554"/>
                  </a:lnTo>
                  <a:lnTo>
                    <a:pt x="386449" y="5886554"/>
                  </a:lnTo>
                  <a:lnTo>
                    <a:pt x="386543" y="5886554"/>
                  </a:lnTo>
                  <a:lnTo>
                    <a:pt x="386637" y="5886554"/>
                  </a:lnTo>
                  <a:lnTo>
                    <a:pt x="386731" y="5886554"/>
                  </a:lnTo>
                  <a:lnTo>
                    <a:pt x="386825" y="5886554"/>
                  </a:lnTo>
                  <a:lnTo>
                    <a:pt x="386919" y="5886554"/>
                  </a:lnTo>
                  <a:lnTo>
                    <a:pt x="387013" y="5886554"/>
                  </a:lnTo>
                  <a:lnTo>
                    <a:pt x="387107" y="5886554"/>
                  </a:lnTo>
                  <a:lnTo>
                    <a:pt x="387201" y="5886554"/>
                  </a:lnTo>
                  <a:lnTo>
                    <a:pt x="387295" y="5886554"/>
                  </a:lnTo>
                  <a:lnTo>
                    <a:pt x="387389" y="5886554"/>
                  </a:lnTo>
                  <a:lnTo>
                    <a:pt x="387483" y="5886554"/>
                  </a:lnTo>
                  <a:lnTo>
                    <a:pt x="387577" y="5886554"/>
                  </a:lnTo>
                  <a:lnTo>
                    <a:pt x="387671" y="5886554"/>
                  </a:lnTo>
                  <a:lnTo>
                    <a:pt x="387765" y="5886554"/>
                  </a:lnTo>
                  <a:lnTo>
                    <a:pt x="387859" y="5886554"/>
                  </a:lnTo>
                  <a:lnTo>
                    <a:pt x="387953" y="5886554"/>
                  </a:lnTo>
                  <a:lnTo>
                    <a:pt x="388047" y="5886554"/>
                  </a:lnTo>
                  <a:lnTo>
                    <a:pt x="388141" y="5886554"/>
                  </a:lnTo>
                  <a:lnTo>
                    <a:pt x="388235" y="5886554"/>
                  </a:lnTo>
                  <a:lnTo>
                    <a:pt x="388329" y="5886554"/>
                  </a:lnTo>
                  <a:lnTo>
                    <a:pt x="388423" y="5886554"/>
                  </a:lnTo>
                  <a:lnTo>
                    <a:pt x="388517" y="5886554"/>
                  </a:lnTo>
                  <a:lnTo>
                    <a:pt x="388611" y="5886554"/>
                  </a:lnTo>
                  <a:lnTo>
                    <a:pt x="388705" y="5886554"/>
                  </a:lnTo>
                  <a:lnTo>
                    <a:pt x="388799" y="5886554"/>
                  </a:lnTo>
                  <a:lnTo>
                    <a:pt x="388893" y="5886554"/>
                  </a:lnTo>
                  <a:lnTo>
                    <a:pt x="388987" y="5886554"/>
                  </a:lnTo>
                  <a:lnTo>
                    <a:pt x="389081" y="5886554"/>
                  </a:lnTo>
                  <a:lnTo>
                    <a:pt x="389175" y="5886554"/>
                  </a:lnTo>
                  <a:lnTo>
                    <a:pt x="389269" y="5886554"/>
                  </a:lnTo>
                  <a:lnTo>
                    <a:pt x="389363" y="5886554"/>
                  </a:lnTo>
                  <a:lnTo>
                    <a:pt x="389457" y="5886554"/>
                  </a:lnTo>
                  <a:lnTo>
                    <a:pt x="389551" y="5886554"/>
                  </a:lnTo>
                  <a:lnTo>
                    <a:pt x="389645" y="5886554"/>
                  </a:lnTo>
                  <a:lnTo>
                    <a:pt x="389739" y="5886554"/>
                  </a:lnTo>
                  <a:lnTo>
                    <a:pt x="389833" y="5886554"/>
                  </a:lnTo>
                  <a:lnTo>
                    <a:pt x="389928" y="5886554"/>
                  </a:lnTo>
                  <a:lnTo>
                    <a:pt x="390022" y="5886554"/>
                  </a:lnTo>
                  <a:lnTo>
                    <a:pt x="390116" y="5886554"/>
                  </a:lnTo>
                  <a:lnTo>
                    <a:pt x="390210" y="5886554"/>
                  </a:lnTo>
                  <a:lnTo>
                    <a:pt x="390304" y="5886554"/>
                  </a:lnTo>
                  <a:lnTo>
                    <a:pt x="390398" y="5886554"/>
                  </a:lnTo>
                  <a:lnTo>
                    <a:pt x="390492" y="5886554"/>
                  </a:lnTo>
                  <a:lnTo>
                    <a:pt x="390586" y="5886554"/>
                  </a:lnTo>
                  <a:lnTo>
                    <a:pt x="390680" y="5886554"/>
                  </a:lnTo>
                  <a:lnTo>
                    <a:pt x="390774" y="5886554"/>
                  </a:lnTo>
                  <a:lnTo>
                    <a:pt x="390868" y="5886554"/>
                  </a:lnTo>
                  <a:lnTo>
                    <a:pt x="390962" y="5886554"/>
                  </a:lnTo>
                  <a:lnTo>
                    <a:pt x="391056" y="5886554"/>
                  </a:lnTo>
                  <a:lnTo>
                    <a:pt x="391150" y="5886554"/>
                  </a:lnTo>
                  <a:lnTo>
                    <a:pt x="391244" y="5886554"/>
                  </a:lnTo>
                  <a:lnTo>
                    <a:pt x="391338" y="5886554"/>
                  </a:lnTo>
                  <a:lnTo>
                    <a:pt x="391432" y="5886554"/>
                  </a:lnTo>
                  <a:lnTo>
                    <a:pt x="391526" y="5886554"/>
                  </a:lnTo>
                  <a:lnTo>
                    <a:pt x="391526" y="5881275"/>
                  </a:lnTo>
                  <a:lnTo>
                    <a:pt x="391620" y="5881275"/>
                  </a:lnTo>
                  <a:lnTo>
                    <a:pt x="391714" y="5881275"/>
                  </a:lnTo>
                  <a:lnTo>
                    <a:pt x="391808" y="5881275"/>
                  </a:lnTo>
                  <a:lnTo>
                    <a:pt x="391902" y="5881275"/>
                  </a:lnTo>
                  <a:lnTo>
                    <a:pt x="391996" y="5881275"/>
                  </a:lnTo>
                  <a:lnTo>
                    <a:pt x="392090" y="5881275"/>
                  </a:lnTo>
                  <a:lnTo>
                    <a:pt x="392184" y="5881275"/>
                  </a:lnTo>
                  <a:lnTo>
                    <a:pt x="392278" y="5881275"/>
                  </a:lnTo>
                  <a:lnTo>
                    <a:pt x="392372" y="5881275"/>
                  </a:lnTo>
                  <a:lnTo>
                    <a:pt x="392466" y="5881275"/>
                  </a:lnTo>
                  <a:lnTo>
                    <a:pt x="392560" y="5881275"/>
                  </a:lnTo>
                  <a:lnTo>
                    <a:pt x="392654" y="5881275"/>
                  </a:lnTo>
                  <a:lnTo>
                    <a:pt x="392748" y="5881275"/>
                  </a:lnTo>
                  <a:lnTo>
                    <a:pt x="392842" y="5881275"/>
                  </a:lnTo>
                  <a:lnTo>
                    <a:pt x="392936" y="5881275"/>
                  </a:lnTo>
                  <a:lnTo>
                    <a:pt x="393030" y="5881275"/>
                  </a:lnTo>
                  <a:lnTo>
                    <a:pt x="393124" y="5881275"/>
                  </a:lnTo>
                  <a:lnTo>
                    <a:pt x="393218" y="5881275"/>
                  </a:lnTo>
                  <a:lnTo>
                    <a:pt x="393312" y="5881275"/>
                  </a:lnTo>
                  <a:lnTo>
                    <a:pt x="393407" y="5881275"/>
                  </a:lnTo>
                  <a:lnTo>
                    <a:pt x="393501" y="5881275"/>
                  </a:lnTo>
                  <a:lnTo>
                    <a:pt x="393501" y="5875995"/>
                  </a:lnTo>
                  <a:lnTo>
                    <a:pt x="393595" y="5875995"/>
                  </a:lnTo>
                  <a:lnTo>
                    <a:pt x="393689" y="5875995"/>
                  </a:lnTo>
                  <a:lnTo>
                    <a:pt x="393783" y="5875995"/>
                  </a:lnTo>
                  <a:lnTo>
                    <a:pt x="393877" y="5875995"/>
                  </a:lnTo>
                  <a:lnTo>
                    <a:pt x="393971" y="5875995"/>
                  </a:lnTo>
                  <a:lnTo>
                    <a:pt x="394065" y="5875995"/>
                  </a:lnTo>
                  <a:lnTo>
                    <a:pt x="394159" y="5875995"/>
                  </a:lnTo>
                  <a:lnTo>
                    <a:pt x="394253" y="5875995"/>
                  </a:lnTo>
                  <a:lnTo>
                    <a:pt x="394347" y="5875995"/>
                  </a:lnTo>
                  <a:lnTo>
                    <a:pt x="394441" y="5875995"/>
                  </a:lnTo>
                  <a:lnTo>
                    <a:pt x="394535" y="5875995"/>
                  </a:lnTo>
                  <a:lnTo>
                    <a:pt x="394629" y="5875995"/>
                  </a:lnTo>
                  <a:lnTo>
                    <a:pt x="394723" y="5875995"/>
                  </a:lnTo>
                  <a:lnTo>
                    <a:pt x="394817" y="5875995"/>
                  </a:lnTo>
                  <a:lnTo>
                    <a:pt x="394911" y="5875995"/>
                  </a:lnTo>
                  <a:lnTo>
                    <a:pt x="395005" y="5875995"/>
                  </a:lnTo>
                  <a:lnTo>
                    <a:pt x="395099" y="5875995"/>
                  </a:lnTo>
                  <a:lnTo>
                    <a:pt x="395193" y="5875995"/>
                  </a:lnTo>
                  <a:lnTo>
                    <a:pt x="395287" y="5875995"/>
                  </a:lnTo>
                  <a:lnTo>
                    <a:pt x="395381" y="5875995"/>
                  </a:lnTo>
                  <a:lnTo>
                    <a:pt x="395475" y="5875995"/>
                  </a:lnTo>
                  <a:lnTo>
                    <a:pt x="395475" y="5870716"/>
                  </a:lnTo>
                  <a:lnTo>
                    <a:pt x="395569" y="5870716"/>
                  </a:lnTo>
                  <a:lnTo>
                    <a:pt x="395663" y="5870716"/>
                  </a:lnTo>
                  <a:lnTo>
                    <a:pt x="395757" y="5870716"/>
                  </a:lnTo>
                  <a:lnTo>
                    <a:pt x="395851" y="5870716"/>
                  </a:lnTo>
                  <a:lnTo>
                    <a:pt x="395945" y="5870716"/>
                  </a:lnTo>
                  <a:lnTo>
                    <a:pt x="396039" y="5870716"/>
                  </a:lnTo>
                  <a:lnTo>
                    <a:pt x="396133" y="5870716"/>
                  </a:lnTo>
                  <a:lnTo>
                    <a:pt x="396227" y="5870716"/>
                  </a:lnTo>
                  <a:lnTo>
                    <a:pt x="396321" y="5870716"/>
                  </a:lnTo>
                  <a:lnTo>
                    <a:pt x="396415" y="5870716"/>
                  </a:lnTo>
                  <a:lnTo>
                    <a:pt x="396509" y="5870716"/>
                  </a:lnTo>
                  <a:lnTo>
                    <a:pt x="396603" y="5870716"/>
                  </a:lnTo>
                  <a:lnTo>
                    <a:pt x="396697" y="5870716"/>
                  </a:lnTo>
                  <a:lnTo>
                    <a:pt x="396791" y="5870716"/>
                  </a:lnTo>
                  <a:lnTo>
                    <a:pt x="396885" y="5870716"/>
                  </a:lnTo>
                  <a:lnTo>
                    <a:pt x="396980" y="5870716"/>
                  </a:lnTo>
                  <a:lnTo>
                    <a:pt x="397074" y="5870716"/>
                  </a:lnTo>
                  <a:lnTo>
                    <a:pt x="397074" y="5865437"/>
                  </a:lnTo>
                  <a:lnTo>
                    <a:pt x="397168" y="5865437"/>
                  </a:lnTo>
                  <a:lnTo>
                    <a:pt x="397262" y="5865437"/>
                  </a:lnTo>
                  <a:lnTo>
                    <a:pt x="397356" y="5865437"/>
                  </a:lnTo>
                  <a:lnTo>
                    <a:pt x="397450" y="5865437"/>
                  </a:lnTo>
                  <a:lnTo>
                    <a:pt x="397544" y="5865437"/>
                  </a:lnTo>
                  <a:lnTo>
                    <a:pt x="397638" y="5865437"/>
                  </a:lnTo>
                  <a:lnTo>
                    <a:pt x="397732" y="5865437"/>
                  </a:lnTo>
                  <a:lnTo>
                    <a:pt x="397826" y="5865437"/>
                  </a:lnTo>
                  <a:lnTo>
                    <a:pt x="397920" y="5865437"/>
                  </a:lnTo>
                  <a:lnTo>
                    <a:pt x="398014" y="5865437"/>
                  </a:lnTo>
                  <a:lnTo>
                    <a:pt x="398108" y="5865437"/>
                  </a:lnTo>
                  <a:lnTo>
                    <a:pt x="398202" y="5865437"/>
                  </a:lnTo>
                  <a:lnTo>
                    <a:pt x="398296" y="5865437"/>
                  </a:lnTo>
                  <a:lnTo>
                    <a:pt x="398390" y="5865437"/>
                  </a:lnTo>
                  <a:lnTo>
                    <a:pt x="398484" y="5865437"/>
                  </a:lnTo>
                  <a:lnTo>
                    <a:pt x="398578" y="5865437"/>
                  </a:lnTo>
                  <a:lnTo>
                    <a:pt x="398672" y="5865437"/>
                  </a:lnTo>
                  <a:lnTo>
                    <a:pt x="398766" y="5865437"/>
                  </a:lnTo>
                  <a:lnTo>
                    <a:pt x="398860" y="5865437"/>
                  </a:lnTo>
                  <a:lnTo>
                    <a:pt x="398954" y="5865437"/>
                  </a:lnTo>
                  <a:lnTo>
                    <a:pt x="399048" y="5865437"/>
                  </a:lnTo>
                  <a:lnTo>
                    <a:pt x="399142" y="5865437"/>
                  </a:lnTo>
                  <a:lnTo>
                    <a:pt x="399236" y="5865437"/>
                  </a:lnTo>
                  <a:lnTo>
                    <a:pt x="399330" y="5865437"/>
                  </a:lnTo>
                  <a:lnTo>
                    <a:pt x="399330" y="5860157"/>
                  </a:lnTo>
                  <a:lnTo>
                    <a:pt x="399424" y="5860157"/>
                  </a:lnTo>
                  <a:lnTo>
                    <a:pt x="399518" y="5860157"/>
                  </a:lnTo>
                  <a:lnTo>
                    <a:pt x="399612" y="5860157"/>
                  </a:lnTo>
                  <a:lnTo>
                    <a:pt x="399706" y="5860157"/>
                  </a:lnTo>
                  <a:lnTo>
                    <a:pt x="399800" y="5860157"/>
                  </a:lnTo>
                  <a:lnTo>
                    <a:pt x="399894" y="5860157"/>
                  </a:lnTo>
                  <a:lnTo>
                    <a:pt x="399988" y="5860157"/>
                  </a:lnTo>
                  <a:lnTo>
                    <a:pt x="400082" y="5860157"/>
                  </a:lnTo>
                  <a:lnTo>
                    <a:pt x="400176" y="5860157"/>
                  </a:lnTo>
                  <a:lnTo>
                    <a:pt x="400270" y="5860157"/>
                  </a:lnTo>
                  <a:lnTo>
                    <a:pt x="400364" y="5860157"/>
                  </a:lnTo>
                  <a:lnTo>
                    <a:pt x="400458" y="5860157"/>
                  </a:lnTo>
                  <a:lnTo>
                    <a:pt x="400553" y="5860157"/>
                  </a:lnTo>
                  <a:lnTo>
                    <a:pt x="400647" y="5860157"/>
                  </a:lnTo>
                  <a:lnTo>
                    <a:pt x="400741" y="5860157"/>
                  </a:lnTo>
                  <a:lnTo>
                    <a:pt x="400835" y="5860157"/>
                  </a:lnTo>
                  <a:lnTo>
                    <a:pt x="400929" y="5860157"/>
                  </a:lnTo>
                  <a:lnTo>
                    <a:pt x="401023" y="5860157"/>
                  </a:lnTo>
                  <a:lnTo>
                    <a:pt x="401117" y="5860157"/>
                  </a:lnTo>
                  <a:lnTo>
                    <a:pt x="401211" y="5860157"/>
                  </a:lnTo>
                  <a:lnTo>
                    <a:pt x="401305" y="5860157"/>
                  </a:lnTo>
                  <a:lnTo>
                    <a:pt x="401399" y="5860157"/>
                  </a:lnTo>
                  <a:lnTo>
                    <a:pt x="401493" y="5860157"/>
                  </a:lnTo>
                  <a:lnTo>
                    <a:pt x="401493" y="5854878"/>
                  </a:lnTo>
                  <a:lnTo>
                    <a:pt x="401587" y="5854878"/>
                  </a:lnTo>
                  <a:lnTo>
                    <a:pt x="401681" y="5854878"/>
                  </a:lnTo>
                  <a:lnTo>
                    <a:pt x="401775" y="5854878"/>
                  </a:lnTo>
                  <a:lnTo>
                    <a:pt x="401869" y="5854878"/>
                  </a:lnTo>
                  <a:lnTo>
                    <a:pt x="401963" y="5854878"/>
                  </a:lnTo>
                  <a:lnTo>
                    <a:pt x="402057" y="5854878"/>
                  </a:lnTo>
                  <a:lnTo>
                    <a:pt x="402151" y="5854878"/>
                  </a:lnTo>
                  <a:lnTo>
                    <a:pt x="402245" y="5854878"/>
                  </a:lnTo>
                  <a:lnTo>
                    <a:pt x="402339" y="5854878"/>
                  </a:lnTo>
                  <a:lnTo>
                    <a:pt x="402433" y="5854878"/>
                  </a:lnTo>
                  <a:lnTo>
                    <a:pt x="402527" y="5854878"/>
                  </a:lnTo>
                  <a:lnTo>
                    <a:pt x="402621" y="5854878"/>
                  </a:lnTo>
                  <a:lnTo>
                    <a:pt x="402715" y="5854878"/>
                  </a:lnTo>
                  <a:lnTo>
                    <a:pt x="402809" y="5854878"/>
                  </a:lnTo>
                  <a:lnTo>
                    <a:pt x="402903" y="5854878"/>
                  </a:lnTo>
                  <a:lnTo>
                    <a:pt x="402997" y="5854878"/>
                  </a:lnTo>
                  <a:lnTo>
                    <a:pt x="403091" y="5854878"/>
                  </a:lnTo>
                  <a:lnTo>
                    <a:pt x="403185" y="5854878"/>
                  </a:lnTo>
                  <a:lnTo>
                    <a:pt x="403279" y="5854878"/>
                  </a:lnTo>
                  <a:lnTo>
                    <a:pt x="403373" y="5854878"/>
                  </a:lnTo>
                  <a:lnTo>
                    <a:pt x="403467" y="5854878"/>
                  </a:lnTo>
                  <a:lnTo>
                    <a:pt x="403561" y="5854878"/>
                  </a:lnTo>
                  <a:lnTo>
                    <a:pt x="403655" y="5854878"/>
                  </a:lnTo>
                  <a:lnTo>
                    <a:pt x="403749" y="5854878"/>
                  </a:lnTo>
                  <a:lnTo>
                    <a:pt x="403843" y="5854878"/>
                  </a:lnTo>
                  <a:lnTo>
                    <a:pt x="403937" y="5854878"/>
                  </a:lnTo>
                  <a:lnTo>
                    <a:pt x="404031" y="5854878"/>
                  </a:lnTo>
                  <a:lnTo>
                    <a:pt x="404126" y="5854878"/>
                  </a:lnTo>
                  <a:lnTo>
                    <a:pt x="404220" y="5854878"/>
                  </a:lnTo>
                  <a:lnTo>
                    <a:pt x="404314" y="5854878"/>
                  </a:lnTo>
                  <a:lnTo>
                    <a:pt x="404408" y="5854878"/>
                  </a:lnTo>
                  <a:lnTo>
                    <a:pt x="404502" y="5854878"/>
                  </a:lnTo>
                  <a:lnTo>
                    <a:pt x="404596" y="5854878"/>
                  </a:lnTo>
                  <a:lnTo>
                    <a:pt x="404690" y="5854878"/>
                  </a:lnTo>
                  <a:lnTo>
                    <a:pt x="404784" y="5854878"/>
                  </a:lnTo>
                  <a:lnTo>
                    <a:pt x="404878" y="5854878"/>
                  </a:lnTo>
                  <a:lnTo>
                    <a:pt x="404972" y="5854878"/>
                  </a:lnTo>
                  <a:lnTo>
                    <a:pt x="405066" y="5854878"/>
                  </a:lnTo>
                  <a:lnTo>
                    <a:pt x="405160" y="5854878"/>
                  </a:lnTo>
                  <a:lnTo>
                    <a:pt x="405254" y="5854878"/>
                  </a:lnTo>
                  <a:lnTo>
                    <a:pt x="405348" y="5854878"/>
                  </a:lnTo>
                  <a:lnTo>
                    <a:pt x="405442" y="5854878"/>
                  </a:lnTo>
                  <a:lnTo>
                    <a:pt x="405536" y="5854878"/>
                  </a:lnTo>
                  <a:lnTo>
                    <a:pt x="405630" y="5854878"/>
                  </a:lnTo>
                  <a:lnTo>
                    <a:pt x="405724" y="5854878"/>
                  </a:lnTo>
                  <a:lnTo>
                    <a:pt x="405818" y="5854878"/>
                  </a:lnTo>
                  <a:lnTo>
                    <a:pt x="405912" y="5854878"/>
                  </a:lnTo>
                  <a:lnTo>
                    <a:pt x="406006" y="5854878"/>
                  </a:lnTo>
                  <a:lnTo>
                    <a:pt x="406100" y="5854878"/>
                  </a:lnTo>
                  <a:lnTo>
                    <a:pt x="406194" y="5854878"/>
                  </a:lnTo>
                  <a:lnTo>
                    <a:pt x="406288" y="5854878"/>
                  </a:lnTo>
                  <a:lnTo>
                    <a:pt x="406382" y="5854878"/>
                  </a:lnTo>
                  <a:lnTo>
                    <a:pt x="406476" y="5854878"/>
                  </a:lnTo>
                  <a:lnTo>
                    <a:pt x="406570" y="5854878"/>
                  </a:lnTo>
                  <a:lnTo>
                    <a:pt x="406664" y="5854878"/>
                  </a:lnTo>
                  <a:lnTo>
                    <a:pt x="406758" y="5854878"/>
                  </a:lnTo>
                  <a:lnTo>
                    <a:pt x="406852" y="5854878"/>
                  </a:lnTo>
                  <a:lnTo>
                    <a:pt x="406946" y="5854878"/>
                  </a:lnTo>
                  <a:lnTo>
                    <a:pt x="407040" y="5854878"/>
                  </a:lnTo>
                  <a:lnTo>
                    <a:pt x="407134" y="5854878"/>
                  </a:lnTo>
                  <a:lnTo>
                    <a:pt x="407134" y="5849598"/>
                  </a:lnTo>
                  <a:lnTo>
                    <a:pt x="407228" y="5849598"/>
                  </a:lnTo>
                  <a:lnTo>
                    <a:pt x="407322" y="5849598"/>
                  </a:lnTo>
                  <a:lnTo>
                    <a:pt x="407416" y="5849598"/>
                  </a:lnTo>
                  <a:lnTo>
                    <a:pt x="407510" y="5849598"/>
                  </a:lnTo>
                  <a:lnTo>
                    <a:pt x="407605" y="5849598"/>
                  </a:lnTo>
                  <a:lnTo>
                    <a:pt x="407699" y="5849598"/>
                  </a:lnTo>
                  <a:lnTo>
                    <a:pt x="407793" y="5849598"/>
                  </a:lnTo>
                  <a:lnTo>
                    <a:pt x="407887" y="5849598"/>
                  </a:lnTo>
                  <a:lnTo>
                    <a:pt x="407981" y="5849598"/>
                  </a:lnTo>
                  <a:lnTo>
                    <a:pt x="408075" y="5849598"/>
                  </a:lnTo>
                  <a:lnTo>
                    <a:pt x="408169" y="5849598"/>
                  </a:lnTo>
                  <a:lnTo>
                    <a:pt x="408263" y="5849598"/>
                  </a:lnTo>
                  <a:lnTo>
                    <a:pt x="408357" y="5849598"/>
                  </a:lnTo>
                  <a:lnTo>
                    <a:pt x="408451" y="5849598"/>
                  </a:lnTo>
                  <a:lnTo>
                    <a:pt x="408545" y="5849598"/>
                  </a:lnTo>
                  <a:lnTo>
                    <a:pt x="408639" y="5849598"/>
                  </a:lnTo>
                  <a:lnTo>
                    <a:pt x="408733" y="5849598"/>
                  </a:lnTo>
                  <a:lnTo>
                    <a:pt x="408827" y="5849598"/>
                  </a:lnTo>
                  <a:lnTo>
                    <a:pt x="408921" y="5849598"/>
                  </a:lnTo>
                  <a:lnTo>
                    <a:pt x="409015" y="5849598"/>
                  </a:lnTo>
                  <a:lnTo>
                    <a:pt x="409109" y="5849598"/>
                  </a:lnTo>
                  <a:lnTo>
                    <a:pt x="409109" y="5844319"/>
                  </a:lnTo>
                  <a:lnTo>
                    <a:pt x="409203" y="5844319"/>
                  </a:lnTo>
                  <a:lnTo>
                    <a:pt x="409297" y="5844319"/>
                  </a:lnTo>
                  <a:lnTo>
                    <a:pt x="409391" y="5844319"/>
                  </a:lnTo>
                  <a:lnTo>
                    <a:pt x="409485" y="5844319"/>
                  </a:lnTo>
                  <a:lnTo>
                    <a:pt x="409579" y="5844319"/>
                  </a:lnTo>
                  <a:lnTo>
                    <a:pt x="409673" y="5844319"/>
                  </a:lnTo>
                  <a:lnTo>
                    <a:pt x="409767" y="5844319"/>
                  </a:lnTo>
                  <a:lnTo>
                    <a:pt x="409861" y="5844319"/>
                  </a:lnTo>
                  <a:lnTo>
                    <a:pt x="409955" y="5844319"/>
                  </a:lnTo>
                  <a:lnTo>
                    <a:pt x="410049" y="5844319"/>
                  </a:lnTo>
                  <a:lnTo>
                    <a:pt x="410143" y="5844319"/>
                  </a:lnTo>
                  <a:lnTo>
                    <a:pt x="410237" y="5844319"/>
                  </a:lnTo>
                  <a:lnTo>
                    <a:pt x="410237" y="5839039"/>
                  </a:lnTo>
                  <a:lnTo>
                    <a:pt x="410331" y="5839039"/>
                  </a:lnTo>
                  <a:lnTo>
                    <a:pt x="410425" y="5839039"/>
                  </a:lnTo>
                  <a:lnTo>
                    <a:pt x="410519" y="5839039"/>
                  </a:lnTo>
                  <a:lnTo>
                    <a:pt x="410613" y="5839039"/>
                  </a:lnTo>
                  <a:lnTo>
                    <a:pt x="410707" y="5839039"/>
                  </a:lnTo>
                  <a:lnTo>
                    <a:pt x="410801" y="5839039"/>
                  </a:lnTo>
                  <a:lnTo>
                    <a:pt x="410895" y="5839039"/>
                  </a:lnTo>
                  <a:lnTo>
                    <a:pt x="410989" y="5839039"/>
                  </a:lnTo>
                  <a:lnTo>
                    <a:pt x="411083" y="5839039"/>
                  </a:lnTo>
                  <a:lnTo>
                    <a:pt x="411178" y="5839039"/>
                  </a:lnTo>
                  <a:lnTo>
                    <a:pt x="411272" y="5839039"/>
                  </a:lnTo>
                  <a:lnTo>
                    <a:pt x="411366" y="5839039"/>
                  </a:lnTo>
                  <a:lnTo>
                    <a:pt x="411460" y="5839039"/>
                  </a:lnTo>
                  <a:lnTo>
                    <a:pt x="411460" y="5833760"/>
                  </a:lnTo>
                  <a:lnTo>
                    <a:pt x="411554" y="5833760"/>
                  </a:lnTo>
                  <a:lnTo>
                    <a:pt x="411648" y="5833760"/>
                  </a:lnTo>
                  <a:lnTo>
                    <a:pt x="411742" y="5833760"/>
                  </a:lnTo>
                  <a:lnTo>
                    <a:pt x="411836" y="5833760"/>
                  </a:lnTo>
                  <a:lnTo>
                    <a:pt x="411930" y="5833760"/>
                  </a:lnTo>
                  <a:lnTo>
                    <a:pt x="412024" y="5833760"/>
                  </a:lnTo>
                  <a:lnTo>
                    <a:pt x="412118" y="5833760"/>
                  </a:lnTo>
                  <a:lnTo>
                    <a:pt x="412212" y="5833760"/>
                  </a:lnTo>
                  <a:lnTo>
                    <a:pt x="412306" y="5833760"/>
                  </a:lnTo>
                  <a:lnTo>
                    <a:pt x="412400" y="5833760"/>
                  </a:lnTo>
                  <a:lnTo>
                    <a:pt x="412494" y="5833760"/>
                  </a:lnTo>
                  <a:lnTo>
                    <a:pt x="412588" y="5833760"/>
                  </a:lnTo>
                  <a:lnTo>
                    <a:pt x="412682" y="5833760"/>
                  </a:lnTo>
                  <a:lnTo>
                    <a:pt x="412776" y="5833760"/>
                  </a:lnTo>
                  <a:lnTo>
                    <a:pt x="412870" y="5833760"/>
                  </a:lnTo>
                  <a:lnTo>
                    <a:pt x="412964" y="5833760"/>
                  </a:lnTo>
                  <a:lnTo>
                    <a:pt x="413058" y="5833760"/>
                  </a:lnTo>
                  <a:lnTo>
                    <a:pt x="413152" y="5833760"/>
                  </a:lnTo>
                  <a:lnTo>
                    <a:pt x="413246" y="5833760"/>
                  </a:lnTo>
                  <a:lnTo>
                    <a:pt x="413340" y="5833760"/>
                  </a:lnTo>
                  <a:lnTo>
                    <a:pt x="413434" y="5833760"/>
                  </a:lnTo>
                  <a:lnTo>
                    <a:pt x="413528" y="5833760"/>
                  </a:lnTo>
                  <a:lnTo>
                    <a:pt x="413622" y="5833760"/>
                  </a:lnTo>
                  <a:lnTo>
                    <a:pt x="413716" y="5833760"/>
                  </a:lnTo>
                  <a:lnTo>
                    <a:pt x="413810" y="5833760"/>
                  </a:lnTo>
                  <a:lnTo>
                    <a:pt x="413904" y="5833760"/>
                  </a:lnTo>
                  <a:lnTo>
                    <a:pt x="413904" y="5828481"/>
                  </a:lnTo>
                  <a:lnTo>
                    <a:pt x="413998" y="5828481"/>
                  </a:lnTo>
                  <a:lnTo>
                    <a:pt x="414092" y="5828481"/>
                  </a:lnTo>
                  <a:lnTo>
                    <a:pt x="414186" y="5828481"/>
                  </a:lnTo>
                  <a:lnTo>
                    <a:pt x="414280" y="5828481"/>
                  </a:lnTo>
                  <a:lnTo>
                    <a:pt x="414374" y="5828481"/>
                  </a:lnTo>
                  <a:lnTo>
                    <a:pt x="414468" y="5828481"/>
                  </a:lnTo>
                  <a:lnTo>
                    <a:pt x="414562" y="5828481"/>
                  </a:lnTo>
                  <a:lnTo>
                    <a:pt x="414656" y="5828481"/>
                  </a:lnTo>
                  <a:lnTo>
                    <a:pt x="414751" y="5828481"/>
                  </a:lnTo>
                  <a:lnTo>
                    <a:pt x="414845" y="5828481"/>
                  </a:lnTo>
                  <a:lnTo>
                    <a:pt x="414939" y="5828481"/>
                  </a:lnTo>
                  <a:lnTo>
                    <a:pt x="415033" y="5828481"/>
                  </a:lnTo>
                  <a:lnTo>
                    <a:pt x="415127" y="5828481"/>
                  </a:lnTo>
                  <a:lnTo>
                    <a:pt x="415221" y="5828481"/>
                  </a:lnTo>
                  <a:lnTo>
                    <a:pt x="415221" y="5823201"/>
                  </a:lnTo>
                  <a:lnTo>
                    <a:pt x="415315" y="5823201"/>
                  </a:lnTo>
                  <a:lnTo>
                    <a:pt x="415409" y="5823201"/>
                  </a:lnTo>
                  <a:lnTo>
                    <a:pt x="415503" y="5823201"/>
                  </a:lnTo>
                  <a:lnTo>
                    <a:pt x="415597" y="5823201"/>
                  </a:lnTo>
                  <a:lnTo>
                    <a:pt x="415691" y="5823201"/>
                  </a:lnTo>
                  <a:lnTo>
                    <a:pt x="415785" y="5823201"/>
                  </a:lnTo>
                  <a:lnTo>
                    <a:pt x="415879" y="5823201"/>
                  </a:lnTo>
                  <a:lnTo>
                    <a:pt x="415973" y="5823201"/>
                  </a:lnTo>
                  <a:lnTo>
                    <a:pt x="416067" y="5823201"/>
                  </a:lnTo>
                  <a:lnTo>
                    <a:pt x="416161" y="5823201"/>
                  </a:lnTo>
                  <a:lnTo>
                    <a:pt x="416255" y="5823201"/>
                  </a:lnTo>
                  <a:lnTo>
                    <a:pt x="416349" y="5823201"/>
                  </a:lnTo>
                  <a:lnTo>
                    <a:pt x="416443" y="5823201"/>
                  </a:lnTo>
                  <a:lnTo>
                    <a:pt x="416537" y="5823201"/>
                  </a:lnTo>
                  <a:lnTo>
                    <a:pt x="416631" y="5823201"/>
                  </a:lnTo>
                  <a:lnTo>
                    <a:pt x="416725" y="5823201"/>
                  </a:lnTo>
                  <a:lnTo>
                    <a:pt x="416819" y="5823201"/>
                  </a:lnTo>
                  <a:lnTo>
                    <a:pt x="416913" y="5823201"/>
                  </a:lnTo>
                  <a:lnTo>
                    <a:pt x="417007" y="5823201"/>
                  </a:lnTo>
                  <a:lnTo>
                    <a:pt x="417101" y="5823201"/>
                  </a:lnTo>
                  <a:lnTo>
                    <a:pt x="417195" y="5823201"/>
                  </a:lnTo>
                  <a:lnTo>
                    <a:pt x="417289" y="5823201"/>
                  </a:lnTo>
                  <a:lnTo>
                    <a:pt x="417383" y="5823201"/>
                  </a:lnTo>
                  <a:lnTo>
                    <a:pt x="417383" y="5817922"/>
                  </a:lnTo>
                  <a:lnTo>
                    <a:pt x="417477" y="5817922"/>
                  </a:lnTo>
                  <a:lnTo>
                    <a:pt x="417571" y="5817922"/>
                  </a:lnTo>
                  <a:lnTo>
                    <a:pt x="417665" y="5817922"/>
                  </a:lnTo>
                  <a:lnTo>
                    <a:pt x="417759" y="5817922"/>
                  </a:lnTo>
                  <a:lnTo>
                    <a:pt x="417853" y="5817922"/>
                  </a:lnTo>
                  <a:lnTo>
                    <a:pt x="417947" y="5817922"/>
                  </a:lnTo>
                  <a:lnTo>
                    <a:pt x="418041" y="5817922"/>
                  </a:lnTo>
                  <a:lnTo>
                    <a:pt x="418135" y="5817922"/>
                  </a:lnTo>
                  <a:lnTo>
                    <a:pt x="418230" y="5817922"/>
                  </a:lnTo>
                  <a:lnTo>
                    <a:pt x="418324" y="5817922"/>
                  </a:lnTo>
                  <a:lnTo>
                    <a:pt x="418418" y="5817922"/>
                  </a:lnTo>
                  <a:lnTo>
                    <a:pt x="418512" y="5817922"/>
                  </a:lnTo>
                  <a:lnTo>
                    <a:pt x="418606" y="5817922"/>
                  </a:lnTo>
                  <a:lnTo>
                    <a:pt x="418700" y="5817922"/>
                  </a:lnTo>
                  <a:lnTo>
                    <a:pt x="418700" y="5812642"/>
                  </a:lnTo>
                  <a:lnTo>
                    <a:pt x="418794" y="5812642"/>
                  </a:lnTo>
                  <a:lnTo>
                    <a:pt x="418888" y="5812642"/>
                  </a:lnTo>
                  <a:lnTo>
                    <a:pt x="418982" y="5812642"/>
                  </a:lnTo>
                  <a:lnTo>
                    <a:pt x="419076" y="5812642"/>
                  </a:lnTo>
                  <a:lnTo>
                    <a:pt x="419170" y="5812642"/>
                  </a:lnTo>
                  <a:lnTo>
                    <a:pt x="419264" y="5812642"/>
                  </a:lnTo>
                  <a:lnTo>
                    <a:pt x="419358" y="5812642"/>
                  </a:lnTo>
                  <a:lnTo>
                    <a:pt x="419452" y="5812642"/>
                  </a:lnTo>
                  <a:lnTo>
                    <a:pt x="419546" y="5812642"/>
                  </a:lnTo>
                  <a:lnTo>
                    <a:pt x="419640" y="5812642"/>
                  </a:lnTo>
                  <a:lnTo>
                    <a:pt x="419734" y="5812642"/>
                  </a:lnTo>
                  <a:lnTo>
                    <a:pt x="419828" y="5812642"/>
                  </a:lnTo>
                  <a:lnTo>
                    <a:pt x="419922" y="5812642"/>
                  </a:lnTo>
                  <a:lnTo>
                    <a:pt x="420016" y="5812642"/>
                  </a:lnTo>
                  <a:lnTo>
                    <a:pt x="420110" y="5812642"/>
                  </a:lnTo>
                  <a:lnTo>
                    <a:pt x="420204" y="5812642"/>
                  </a:lnTo>
                  <a:lnTo>
                    <a:pt x="420298" y="5812642"/>
                  </a:lnTo>
                  <a:lnTo>
                    <a:pt x="420392" y="5812642"/>
                  </a:lnTo>
                  <a:lnTo>
                    <a:pt x="420486" y="5812642"/>
                  </a:lnTo>
                  <a:lnTo>
                    <a:pt x="420486" y="5807363"/>
                  </a:lnTo>
                  <a:lnTo>
                    <a:pt x="420580" y="5807363"/>
                  </a:lnTo>
                  <a:lnTo>
                    <a:pt x="420674" y="5807363"/>
                  </a:lnTo>
                  <a:lnTo>
                    <a:pt x="420768" y="5807363"/>
                  </a:lnTo>
                  <a:lnTo>
                    <a:pt x="420862" y="5807363"/>
                  </a:lnTo>
                  <a:lnTo>
                    <a:pt x="420956" y="5807363"/>
                  </a:lnTo>
                  <a:lnTo>
                    <a:pt x="421050" y="5807363"/>
                  </a:lnTo>
                  <a:lnTo>
                    <a:pt x="421144" y="5807363"/>
                  </a:lnTo>
                  <a:lnTo>
                    <a:pt x="421238" y="5807363"/>
                  </a:lnTo>
                  <a:lnTo>
                    <a:pt x="421332" y="5807363"/>
                  </a:lnTo>
                  <a:lnTo>
                    <a:pt x="421426" y="5807363"/>
                  </a:lnTo>
                  <a:lnTo>
                    <a:pt x="421520" y="5807363"/>
                  </a:lnTo>
                  <a:lnTo>
                    <a:pt x="421614" y="5807363"/>
                  </a:lnTo>
                  <a:lnTo>
                    <a:pt x="421708" y="5807363"/>
                  </a:lnTo>
                  <a:lnTo>
                    <a:pt x="421803" y="5807363"/>
                  </a:lnTo>
                  <a:lnTo>
                    <a:pt x="421897" y="5807363"/>
                  </a:lnTo>
                  <a:lnTo>
                    <a:pt x="421991" y="5807363"/>
                  </a:lnTo>
                  <a:lnTo>
                    <a:pt x="422085" y="5807363"/>
                  </a:lnTo>
                  <a:lnTo>
                    <a:pt x="422179" y="5807363"/>
                  </a:lnTo>
                  <a:lnTo>
                    <a:pt x="422273" y="5807363"/>
                  </a:lnTo>
                  <a:lnTo>
                    <a:pt x="422367" y="5807363"/>
                  </a:lnTo>
                  <a:lnTo>
                    <a:pt x="422461" y="5807363"/>
                  </a:lnTo>
                  <a:lnTo>
                    <a:pt x="422555" y="5807363"/>
                  </a:lnTo>
                  <a:lnTo>
                    <a:pt x="422649" y="5807363"/>
                  </a:lnTo>
                  <a:lnTo>
                    <a:pt x="422743" y="5807363"/>
                  </a:lnTo>
                  <a:lnTo>
                    <a:pt x="422837" y="5807363"/>
                  </a:lnTo>
                  <a:lnTo>
                    <a:pt x="422931" y="5807363"/>
                  </a:lnTo>
                  <a:lnTo>
                    <a:pt x="423025" y="5807363"/>
                  </a:lnTo>
                  <a:lnTo>
                    <a:pt x="423119" y="5807363"/>
                  </a:lnTo>
                  <a:lnTo>
                    <a:pt x="423213" y="5807363"/>
                  </a:lnTo>
                  <a:lnTo>
                    <a:pt x="423307" y="5807363"/>
                  </a:lnTo>
                  <a:lnTo>
                    <a:pt x="423401" y="5807363"/>
                  </a:lnTo>
                  <a:lnTo>
                    <a:pt x="423495" y="5807363"/>
                  </a:lnTo>
                  <a:lnTo>
                    <a:pt x="423589" y="5807363"/>
                  </a:lnTo>
                  <a:lnTo>
                    <a:pt x="423683" y="5807363"/>
                  </a:lnTo>
                  <a:lnTo>
                    <a:pt x="423777" y="5807363"/>
                  </a:lnTo>
                  <a:lnTo>
                    <a:pt x="423871" y="5807363"/>
                  </a:lnTo>
                  <a:lnTo>
                    <a:pt x="423965" y="5807363"/>
                  </a:lnTo>
                  <a:lnTo>
                    <a:pt x="424059" y="5807363"/>
                  </a:lnTo>
                  <a:lnTo>
                    <a:pt x="424153" y="5807363"/>
                  </a:lnTo>
                  <a:lnTo>
                    <a:pt x="424247" y="5807363"/>
                  </a:lnTo>
                  <a:lnTo>
                    <a:pt x="424341" y="5807363"/>
                  </a:lnTo>
                  <a:lnTo>
                    <a:pt x="424435" y="5807363"/>
                  </a:lnTo>
                  <a:lnTo>
                    <a:pt x="424529" y="5807363"/>
                  </a:lnTo>
                  <a:lnTo>
                    <a:pt x="424623" y="5807363"/>
                  </a:lnTo>
                  <a:lnTo>
                    <a:pt x="424717" y="5807363"/>
                  </a:lnTo>
                  <a:lnTo>
                    <a:pt x="424717" y="5802084"/>
                  </a:lnTo>
                  <a:lnTo>
                    <a:pt x="424811" y="5802084"/>
                  </a:lnTo>
                  <a:lnTo>
                    <a:pt x="424905" y="5802084"/>
                  </a:lnTo>
                  <a:lnTo>
                    <a:pt x="424999" y="5802084"/>
                  </a:lnTo>
                  <a:lnTo>
                    <a:pt x="425093" y="5802084"/>
                  </a:lnTo>
                  <a:lnTo>
                    <a:pt x="425187" y="5802084"/>
                  </a:lnTo>
                  <a:lnTo>
                    <a:pt x="425281" y="5802084"/>
                  </a:lnTo>
                  <a:lnTo>
                    <a:pt x="425376" y="5802084"/>
                  </a:lnTo>
                  <a:lnTo>
                    <a:pt x="425470" y="5802084"/>
                  </a:lnTo>
                  <a:lnTo>
                    <a:pt x="425564" y="5802084"/>
                  </a:lnTo>
                  <a:lnTo>
                    <a:pt x="425658" y="5802084"/>
                  </a:lnTo>
                  <a:lnTo>
                    <a:pt x="425752" y="5802084"/>
                  </a:lnTo>
                  <a:lnTo>
                    <a:pt x="425846" y="5802084"/>
                  </a:lnTo>
                  <a:lnTo>
                    <a:pt x="425940" y="5802084"/>
                  </a:lnTo>
                  <a:lnTo>
                    <a:pt x="426034" y="5802084"/>
                  </a:lnTo>
                  <a:lnTo>
                    <a:pt x="426128" y="5802084"/>
                  </a:lnTo>
                  <a:lnTo>
                    <a:pt x="426222" y="5802084"/>
                  </a:lnTo>
                  <a:lnTo>
                    <a:pt x="426316" y="5802084"/>
                  </a:lnTo>
                  <a:lnTo>
                    <a:pt x="426410" y="5802084"/>
                  </a:lnTo>
                  <a:lnTo>
                    <a:pt x="426504" y="5802084"/>
                  </a:lnTo>
                  <a:lnTo>
                    <a:pt x="426598" y="5802084"/>
                  </a:lnTo>
                  <a:lnTo>
                    <a:pt x="426692" y="5802084"/>
                  </a:lnTo>
                  <a:lnTo>
                    <a:pt x="426786" y="5802084"/>
                  </a:lnTo>
                  <a:lnTo>
                    <a:pt x="426880" y="5802084"/>
                  </a:lnTo>
                  <a:lnTo>
                    <a:pt x="426974" y="5802084"/>
                  </a:lnTo>
                  <a:lnTo>
                    <a:pt x="426974" y="5796804"/>
                  </a:lnTo>
                  <a:lnTo>
                    <a:pt x="427068" y="5796804"/>
                  </a:lnTo>
                  <a:lnTo>
                    <a:pt x="427162" y="5796804"/>
                  </a:lnTo>
                  <a:lnTo>
                    <a:pt x="427256" y="5796804"/>
                  </a:lnTo>
                  <a:lnTo>
                    <a:pt x="427350" y="5796804"/>
                  </a:lnTo>
                  <a:lnTo>
                    <a:pt x="427444" y="5796804"/>
                  </a:lnTo>
                  <a:lnTo>
                    <a:pt x="427538" y="5796804"/>
                  </a:lnTo>
                  <a:lnTo>
                    <a:pt x="427632" y="5796804"/>
                  </a:lnTo>
                  <a:lnTo>
                    <a:pt x="427726" y="5796804"/>
                  </a:lnTo>
                  <a:lnTo>
                    <a:pt x="427820" y="5796804"/>
                  </a:lnTo>
                  <a:lnTo>
                    <a:pt x="427914" y="5796804"/>
                  </a:lnTo>
                  <a:lnTo>
                    <a:pt x="428008" y="5796804"/>
                  </a:lnTo>
                  <a:lnTo>
                    <a:pt x="428102" y="5796804"/>
                  </a:lnTo>
                  <a:lnTo>
                    <a:pt x="428196" y="5796804"/>
                  </a:lnTo>
                  <a:lnTo>
                    <a:pt x="428290" y="5796804"/>
                  </a:lnTo>
                  <a:lnTo>
                    <a:pt x="428384" y="5796804"/>
                  </a:lnTo>
                  <a:lnTo>
                    <a:pt x="428478" y="5796804"/>
                  </a:lnTo>
                  <a:lnTo>
                    <a:pt x="428572" y="5796804"/>
                  </a:lnTo>
                  <a:lnTo>
                    <a:pt x="428666" y="5796804"/>
                  </a:lnTo>
                  <a:lnTo>
                    <a:pt x="428760" y="5796804"/>
                  </a:lnTo>
                  <a:lnTo>
                    <a:pt x="428855" y="5796804"/>
                  </a:lnTo>
                  <a:lnTo>
                    <a:pt x="428949" y="5796804"/>
                  </a:lnTo>
                  <a:lnTo>
                    <a:pt x="429043" y="5796804"/>
                  </a:lnTo>
                  <a:lnTo>
                    <a:pt x="429137" y="5796804"/>
                  </a:lnTo>
                  <a:lnTo>
                    <a:pt x="429231" y="5796804"/>
                  </a:lnTo>
                  <a:lnTo>
                    <a:pt x="429325" y="5796804"/>
                  </a:lnTo>
                  <a:lnTo>
                    <a:pt x="429419" y="5796804"/>
                  </a:lnTo>
                  <a:lnTo>
                    <a:pt x="429513" y="5796804"/>
                  </a:lnTo>
                  <a:lnTo>
                    <a:pt x="429607" y="5796804"/>
                  </a:lnTo>
                  <a:lnTo>
                    <a:pt x="429701" y="5796804"/>
                  </a:lnTo>
                  <a:lnTo>
                    <a:pt x="429795" y="5796804"/>
                  </a:lnTo>
                  <a:lnTo>
                    <a:pt x="429889" y="5796804"/>
                  </a:lnTo>
                  <a:lnTo>
                    <a:pt x="429983" y="5796804"/>
                  </a:lnTo>
                  <a:lnTo>
                    <a:pt x="430077" y="5796804"/>
                  </a:lnTo>
                  <a:lnTo>
                    <a:pt x="430171" y="5796804"/>
                  </a:lnTo>
                  <a:lnTo>
                    <a:pt x="430265" y="5796804"/>
                  </a:lnTo>
                  <a:lnTo>
                    <a:pt x="430359" y="5796804"/>
                  </a:lnTo>
                  <a:lnTo>
                    <a:pt x="430453" y="5796804"/>
                  </a:lnTo>
                  <a:lnTo>
                    <a:pt x="430547" y="5796804"/>
                  </a:lnTo>
                  <a:lnTo>
                    <a:pt x="430641" y="5796804"/>
                  </a:lnTo>
                  <a:lnTo>
                    <a:pt x="430735" y="5796804"/>
                  </a:lnTo>
                  <a:lnTo>
                    <a:pt x="430829" y="5796804"/>
                  </a:lnTo>
                  <a:lnTo>
                    <a:pt x="430923" y="5796804"/>
                  </a:lnTo>
                  <a:lnTo>
                    <a:pt x="431017" y="5796804"/>
                  </a:lnTo>
                  <a:lnTo>
                    <a:pt x="431111" y="5796804"/>
                  </a:lnTo>
                  <a:lnTo>
                    <a:pt x="431205" y="5796804"/>
                  </a:lnTo>
                  <a:lnTo>
                    <a:pt x="431299" y="5796804"/>
                  </a:lnTo>
                  <a:lnTo>
                    <a:pt x="431393" y="5796804"/>
                  </a:lnTo>
                  <a:lnTo>
                    <a:pt x="431487" y="5796804"/>
                  </a:lnTo>
                  <a:lnTo>
                    <a:pt x="431581" y="5796804"/>
                  </a:lnTo>
                  <a:lnTo>
                    <a:pt x="431675" y="5796804"/>
                  </a:lnTo>
                  <a:lnTo>
                    <a:pt x="431769" y="5796804"/>
                  </a:lnTo>
                  <a:lnTo>
                    <a:pt x="431863" y="5796804"/>
                  </a:lnTo>
                  <a:lnTo>
                    <a:pt x="431957" y="5796804"/>
                  </a:lnTo>
                  <a:lnTo>
                    <a:pt x="432051" y="5796804"/>
                  </a:lnTo>
                  <a:lnTo>
                    <a:pt x="432145" y="5796804"/>
                  </a:lnTo>
                  <a:lnTo>
                    <a:pt x="432239" y="5796804"/>
                  </a:lnTo>
                  <a:lnTo>
                    <a:pt x="432333" y="5796804"/>
                  </a:lnTo>
                  <a:lnTo>
                    <a:pt x="432428" y="5796804"/>
                  </a:lnTo>
                  <a:lnTo>
                    <a:pt x="432522" y="5796804"/>
                  </a:lnTo>
                  <a:lnTo>
                    <a:pt x="432616" y="5796804"/>
                  </a:lnTo>
                  <a:lnTo>
                    <a:pt x="432710" y="5796804"/>
                  </a:lnTo>
                  <a:lnTo>
                    <a:pt x="432804" y="5796804"/>
                  </a:lnTo>
                  <a:lnTo>
                    <a:pt x="432898" y="5796804"/>
                  </a:lnTo>
                  <a:lnTo>
                    <a:pt x="432992" y="5796804"/>
                  </a:lnTo>
                  <a:lnTo>
                    <a:pt x="433086" y="5796804"/>
                  </a:lnTo>
                  <a:lnTo>
                    <a:pt x="433180" y="5796804"/>
                  </a:lnTo>
                  <a:lnTo>
                    <a:pt x="433274" y="5796804"/>
                  </a:lnTo>
                  <a:lnTo>
                    <a:pt x="433368" y="5796804"/>
                  </a:lnTo>
                  <a:lnTo>
                    <a:pt x="433462" y="5796804"/>
                  </a:lnTo>
                  <a:lnTo>
                    <a:pt x="433556" y="5796804"/>
                  </a:lnTo>
                  <a:lnTo>
                    <a:pt x="433650" y="5796804"/>
                  </a:lnTo>
                  <a:lnTo>
                    <a:pt x="433744" y="5796804"/>
                  </a:lnTo>
                  <a:lnTo>
                    <a:pt x="433838" y="5796804"/>
                  </a:lnTo>
                  <a:lnTo>
                    <a:pt x="433932" y="5796804"/>
                  </a:lnTo>
                  <a:lnTo>
                    <a:pt x="434026" y="5796804"/>
                  </a:lnTo>
                  <a:lnTo>
                    <a:pt x="434120" y="5796804"/>
                  </a:lnTo>
                  <a:lnTo>
                    <a:pt x="434214" y="5796804"/>
                  </a:lnTo>
                  <a:lnTo>
                    <a:pt x="434308" y="5796804"/>
                  </a:lnTo>
                  <a:lnTo>
                    <a:pt x="434402" y="5796804"/>
                  </a:lnTo>
                  <a:lnTo>
                    <a:pt x="434496" y="5796804"/>
                  </a:lnTo>
                  <a:lnTo>
                    <a:pt x="434590" y="5796804"/>
                  </a:lnTo>
                  <a:lnTo>
                    <a:pt x="434684" y="5796804"/>
                  </a:lnTo>
                  <a:lnTo>
                    <a:pt x="434778" y="5796804"/>
                  </a:lnTo>
                  <a:lnTo>
                    <a:pt x="434872" y="5796804"/>
                  </a:lnTo>
                  <a:lnTo>
                    <a:pt x="434966" y="5796804"/>
                  </a:lnTo>
                  <a:lnTo>
                    <a:pt x="435060" y="5796804"/>
                  </a:lnTo>
                  <a:lnTo>
                    <a:pt x="435154" y="5796804"/>
                  </a:lnTo>
                  <a:lnTo>
                    <a:pt x="435248" y="5796804"/>
                  </a:lnTo>
                  <a:lnTo>
                    <a:pt x="435342" y="5796804"/>
                  </a:lnTo>
                  <a:lnTo>
                    <a:pt x="435436" y="5796804"/>
                  </a:lnTo>
                  <a:lnTo>
                    <a:pt x="435530" y="5796804"/>
                  </a:lnTo>
                  <a:lnTo>
                    <a:pt x="435624" y="5796804"/>
                  </a:lnTo>
                  <a:lnTo>
                    <a:pt x="435718" y="5796804"/>
                  </a:lnTo>
                  <a:lnTo>
                    <a:pt x="435812" y="5796804"/>
                  </a:lnTo>
                  <a:lnTo>
                    <a:pt x="435906" y="5796804"/>
                  </a:lnTo>
                  <a:lnTo>
                    <a:pt x="436001" y="5796804"/>
                  </a:lnTo>
                  <a:lnTo>
                    <a:pt x="436095" y="5796804"/>
                  </a:lnTo>
                  <a:lnTo>
                    <a:pt x="436189" y="5796804"/>
                  </a:lnTo>
                  <a:lnTo>
                    <a:pt x="436283" y="5796804"/>
                  </a:lnTo>
                  <a:lnTo>
                    <a:pt x="436377" y="5796804"/>
                  </a:lnTo>
                  <a:lnTo>
                    <a:pt x="436471" y="5796804"/>
                  </a:lnTo>
                  <a:lnTo>
                    <a:pt x="436565" y="5796804"/>
                  </a:lnTo>
                  <a:lnTo>
                    <a:pt x="436659" y="5796804"/>
                  </a:lnTo>
                  <a:lnTo>
                    <a:pt x="436753" y="5796804"/>
                  </a:lnTo>
                  <a:lnTo>
                    <a:pt x="436847" y="5796804"/>
                  </a:lnTo>
                  <a:lnTo>
                    <a:pt x="436941" y="5796804"/>
                  </a:lnTo>
                  <a:lnTo>
                    <a:pt x="437035" y="5796804"/>
                  </a:lnTo>
                  <a:lnTo>
                    <a:pt x="437129" y="5796804"/>
                  </a:lnTo>
                  <a:lnTo>
                    <a:pt x="437223" y="5796804"/>
                  </a:lnTo>
                  <a:lnTo>
                    <a:pt x="437317" y="5796804"/>
                  </a:lnTo>
                  <a:lnTo>
                    <a:pt x="437411" y="5796804"/>
                  </a:lnTo>
                  <a:lnTo>
                    <a:pt x="437505" y="5796804"/>
                  </a:lnTo>
                  <a:lnTo>
                    <a:pt x="437599" y="5796804"/>
                  </a:lnTo>
                  <a:lnTo>
                    <a:pt x="437693" y="5796804"/>
                  </a:lnTo>
                  <a:lnTo>
                    <a:pt x="437787" y="5796804"/>
                  </a:lnTo>
                  <a:lnTo>
                    <a:pt x="437881" y="5796804"/>
                  </a:lnTo>
                  <a:lnTo>
                    <a:pt x="437975" y="5796804"/>
                  </a:lnTo>
                  <a:lnTo>
                    <a:pt x="438069" y="5796804"/>
                  </a:lnTo>
                  <a:lnTo>
                    <a:pt x="438163" y="5796804"/>
                  </a:lnTo>
                  <a:lnTo>
                    <a:pt x="438257" y="5796804"/>
                  </a:lnTo>
                  <a:lnTo>
                    <a:pt x="438351" y="5796804"/>
                  </a:lnTo>
                  <a:lnTo>
                    <a:pt x="438445" y="5796804"/>
                  </a:lnTo>
                  <a:lnTo>
                    <a:pt x="438539" y="5796804"/>
                  </a:lnTo>
                  <a:lnTo>
                    <a:pt x="438633" y="5796804"/>
                  </a:lnTo>
                  <a:lnTo>
                    <a:pt x="438727" y="5796804"/>
                  </a:lnTo>
                  <a:lnTo>
                    <a:pt x="438821" y="5796804"/>
                  </a:lnTo>
                  <a:lnTo>
                    <a:pt x="438915" y="5796804"/>
                  </a:lnTo>
                  <a:lnTo>
                    <a:pt x="439009" y="5796804"/>
                  </a:lnTo>
                  <a:lnTo>
                    <a:pt x="439103" y="5796804"/>
                  </a:lnTo>
                  <a:lnTo>
                    <a:pt x="439197" y="5796804"/>
                  </a:lnTo>
                  <a:lnTo>
                    <a:pt x="439291" y="5796804"/>
                  </a:lnTo>
                  <a:lnTo>
                    <a:pt x="439385" y="5796804"/>
                  </a:lnTo>
                  <a:lnTo>
                    <a:pt x="439480" y="5796804"/>
                  </a:lnTo>
                  <a:lnTo>
                    <a:pt x="439574" y="5796804"/>
                  </a:lnTo>
                  <a:lnTo>
                    <a:pt x="439668" y="5796804"/>
                  </a:lnTo>
                  <a:lnTo>
                    <a:pt x="439762" y="5796804"/>
                  </a:lnTo>
                  <a:lnTo>
                    <a:pt x="439856" y="5796804"/>
                  </a:lnTo>
                  <a:lnTo>
                    <a:pt x="439950" y="5796804"/>
                  </a:lnTo>
                  <a:lnTo>
                    <a:pt x="440044" y="5796804"/>
                  </a:lnTo>
                  <a:lnTo>
                    <a:pt x="440138" y="5796804"/>
                  </a:lnTo>
                  <a:lnTo>
                    <a:pt x="440232" y="5796804"/>
                  </a:lnTo>
                  <a:lnTo>
                    <a:pt x="440326" y="5796804"/>
                  </a:lnTo>
                  <a:lnTo>
                    <a:pt x="440420" y="5796804"/>
                  </a:lnTo>
                  <a:lnTo>
                    <a:pt x="440514" y="5796804"/>
                  </a:lnTo>
                  <a:lnTo>
                    <a:pt x="440608" y="5796804"/>
                  </a:lnTo>
                  <a:lnTo>
                    <a:pt x="440702" y="5796804"/>
                  </a:lnTo>
                  <a:lnTo>
                    <a:pt x="440796" y="5796804"/>
                  </a:lnTo>
                  <a:lnTo>
                    <a:pt x="440890" y="5796804"/>
                  </a:lnTo>
                  <a:lnTo>
                    <a:pt x="440984" y="5796804"/>
                  </a:lnTo>
                  <a:lnTo>
                    <a:pt x="441078" y="5796804"/>
                  </a:lnTo>
                  <a:lnTo>
                    <a:pt x="441172" y="5796804"/>
                  </a:lnTo>
                  <a:lnTo>
                    <a:pt x="441266" y="5796804"/>
                  </a:lnTo>
                  <a:lnTo>
                    <a:pt x="441360" y="5796804"/>
                  </a:lnTo>
                  <a:lnTo>
                    <a:pt x="441454" y="5796804"/>
                  </a:lnTo>
                  <a:lnTo>
                    <a:pt x="441548" y="5796804"/>
                  </a:lnTo>
                  <a:lnTo>
                    <a:pt x="441642" y="5796804"/>
                  </a:lnTo>
                  <a:lnTo>
                    <a:pt x="441736" y="5796804"/>
                  </a:lnTo>
                  <a:lnTo>
                    <a:pt x="441830" y="5796804"/>
                  </a:lnTo>
                  <a:lnTo>
                    <a:pt x="441924" y="5796804"/>
                  </a:lnTo>
                  <a:lnTo>
                    <a:pt x="442018" y="5796804"/>
                  </a:lnTo>
                  <a:lnTo>
                    <a:pt x="442112" y="5796804"/>
                  </a:lnTo>
                  <a:lnTo>
                    <a:pt x="442206" y="5796804"/>
                  </a:lnTo>
                  <a:lnTo>
                    <a:pt x="442300" y="5796804"/>
                  </a:lnTo>
                  <a:lnTo>
                    <a:pt x="442394" y="5796804"/>
                  </a:lnTo>
                  <a:lnTo>
                    <a:pt x="442488" y="5796804"/>
                  </a:lnTo>
                  <a:lnTo>
                    <a:pt x="442582" y="5796804"/>
                  </a:lnTo>
                  <a:lnTo>
                    <a:pt x="442676" y="5796804"/>
                  </a:lnTo>
                  <a:lnTo>
                    <a:pt x="442770" y="5796804"/>
                  </a:lnTo>
                  <a:lnTo>
                    <a:pt x="442864" y="5796804"/>
                  </a:lnTo>
                  <a:lnTo>
                    <a:pt x="442958" y="5796804"/>
                  </a:lnTo>
                  <a:lnTo>
                    <a:pt x="443053" y="5796804"/>
                  </a:lnTo>
                  <a:lnTo>
                    <a:pt x="443147" y="5796804"/>
                  </a:lnTo>
                  <a:lnTo>
                    <a:pt x="443241" y="5796804"/>
                  </a:lnTo>
                  <a:lnTo>
                    <a:pt x="443335" y="5796804"/>
                  </a:lnTo>
                  <a:lnTo>
                    <a:pt x="443429" y="5796804"/>
                  </a:lnTo>
                  <a:lnTo>
                    <a:pt x="443523" y="5796804"/>
                  </a:lnTo>
                  <a:lnTo>
                    <a:pt x="443617" y="5796804"/>
                  </a:lnTo>
                  <a:lnTo>
                    <a:pt x="443711" y="5796804"/>
                  </a:lnTo>
                  <a:lnTo>
                    <a:pt x="443805" y="5796804"/>
                  </a:lnTo>
                  <a:lnTo>
                    <a:pt x="443899" y="5796804"/>
                  </a:lnTo>
                  <a:lnTo>
                    <a:pt x="443993" y="5796804"/>
                  </a:lnTo>
                  <a:lnTo>
                    <a:pt x="444087" y="5796804"/>
                  </a:lnTo>
                  <a:lnTo>
                    <a:pt x="444181" y="5796804"/>
                  </a:lnTo>
                  <a:lnTo>
                    <a:pt x="444275" y="5796804"/>
                  </a:lnTo>
                  <a:lnTo>
                    <a:pt x="444369" y="5796804"/>
                  </a:lnTo>
                  <a:lnTo>
                    <a:pt x="444463" y="5796804"/>
                  </a:lnTo>
                  <a:lnTo>
                    <a:pt x="444557" y="5796804"/>
                  </a:lnTo>
                  <a:lnTo>
                    <a:pt x="444651" y="5796804"/>
                  </a:lnTo>
                  <a:lnTo>
                    <a:pt x="444745" y="5796804"/>
                  </a:lnTo>
                  <a:lnTo>
                    <a:pt x="444839" y="5796804"/>
                  </a:lnTo>
                  <a:lnTo>
                    <a:pt x="444933" y="5796804"/>
                  </a:lnTo>
                  <a:lnTo>
                    <a:pt x="445027" y="5796804"/>
                  </a:lnTo>
                  <a:lnTo>
                    <a:pt x="445121" y="5796804"/>
                  </a:lnTo>
                  <a:lnTo>
                    <a:pt x="445215" y="5796804"/>
                  </a:lnTo>
                  <a:lnTo>
                    <a:pt x="445309" y="5796804"/>
                  </a:lnTo>
                  <a:lnTo>
                    <a:pt x="445403" y="5796804"/>
                  </a:lnTo>
                  <a:lnTo>
                    <a:pt x="445497" y="5796804"/>
                  </a:lnTo>
                  <a:lnTo>
                    <a:pt x="445591" y="5796804"/>
                  </a:lnTo>
                  <a:lnTo>
                    <a:pt x="445685" y="5796804"/>
                  </a:lnTo>
                  <a:lnTo>
                    <a:pt x="445779" y="5796804"/>
                  </a:lnTo>
                  <a:lnTo>
                    <a:pt x="445873" y="5796804"/>
                  </a:lnTo>
                  <a:lnTo>
                    <a:pt x="445967" y="5796804"/>
                  </a:lnTo>
                  <a:lnTo>
                    <a:pt x="446061" y="5796804"/>
                  </a:lnTo>
                  <a:lnTo>
                    <a:pt x="446155" y="5796804"/>
                  </a:lnTo>
                  <a:lnTo>
                    <a:pt x="446249" y="5796804"/>
                  </a:lnTo>
                  <a:lnTo>
                    <a:pt x="446343" y="5796804"/>
                  </a:lnTo>
                  <a:lnTo>
                    <a:pt x="446437" y="5796804"/>
                  </a:lnTo>
                  <a:lnTo>
                    <a:pt x="446531" y="5796804"/>
                  </a:lnTo>
                  <a:lnTo>
                    <a:pt x="446626" y="5796804"/>
                  </a:lnTo>
                  <a:lnTo>
                    <a:pt x="446720" y="5796804"/>
                  </a:lnTo>
                  <a:lnTo>
                    <a:pt x="446814" y="5796804"/>
                  </a:lnTo>
                  <a:lnTo>
                    <a:pt x="446908" y="5796804"/>
                  </a:lnTo>
                  <a:lnTo>
                    <a:pt x="447002" y="5796804"/>
                  </a:lnTo>
                  <a:lnTo>
                    <a:pt x="447096" y="5796804"/>
                  </a:lnTo>
                  <a:lnTo>
                    <a:pt x="447190" y="5796804"/>
                  </a:lnTo>
                  <a:lnTo>
                    <a:pt x="447284" y="5796804"/>
                  </a:lnTo>
                  <a:lnTo>
                    <a:pt x="447378" y="5796804"/>
                  </a:lnTo>
                  <a:lnTo>
                    <a:pt x="447472" y="5796804"/>
                  </a:lnTo>
                  <a:lnTo>
                    <a:pt x="447566" y="5796804"/>
                  </a:lnTo>
                  <a:lnTo>
                    <a:pt x="447660" y="5796804"/>
                  </a:lnTo>
                  <a:lnTo>
                    <a:pt x="447754" y="5796804"/>
                  </a:lnTo>
                  <a:lnTo>
                    <a:pt x="447848" y="5796804"/>
                  </a:lnTo>
                  <a:lnTo>
                    <a:pt x="447942" y="5796804"/>
                  </a:lnTo>
                  <a:lnTo>
                    <a:pt x="448036" y="5796804"/>
                  </a:lnTo>
                  <a:lnTo>
                    <a:pt x="448130" y="5796804"/>
                  </a:lnTo>
                  <a:lnTo>
                    <a:pt x="448224" y="5796804"/>
                  </a:lnTo>
                  <a:lnTo>
                    <a:pt x="448318" y="5796804"/>
                  </a:lnTo>
                  <a:lnTo>
                    <a:pt x="448412" y="5796804"/>
                  </a:lnTo>
                  <a:lnTo>
                    <a:pt x="448506" y="5796804"/>
                  </a:lnTo>
                  <a:lnTo>
                    <a:pt x="448600" y="5796804"/>
                  </a:lnTo>
                  <a:lnTo>
                    <a:pt x="448694" y="5796804"/>
                  </a:lnTo>
                  <a:lnTo>
                    <a:pt x="448788" y="5796804"/>
                  </a:lnTo>
                  <a:lnTo>
                    <a:pt x="448882" y="5796804"/>
                  </a:lnTo>
                  <a:lnTo>
                    <a:pt x="448976" y="5796804"/>
                  </a:lnTo>
                  <a:lnTo>
                    <a:pt x="449070" y="5796804"/>
                  </a:lnTo>
                  <a:lnTo>
                    <a:pt x="449164" y="5796804"/>
                  </a:lnTo>
                  <a:lnTo>
                    <a:pt x="449258" y="5796804"/>
                  </a:lnTo>
                  <a:lnTo>
                    <a:pt x="449352" y="5796804"/>
                  </a:lnTo>
                  <a:lnTo>
                    <a:pt x="449446" y="5796804"/>
                  </a:lnTo>
                  <a:lnTo>
                    <a:pt x="449446" y="5791525"/>
                  </a:lnTo>
                  <a:lnTo>
                    <a:pt x="449540" y="5791525"/>
                  </a:lnTo>
                  <a:lnTo>
                    <a:pt x="449634" y="5791525"/>
                  </a:lnTo>
                  <a:lnTo>
                    <a:pt x="449728" y="5791525"/>
                  </a:lnTo>
                  <a:lnTo>
                    <a:pt x="449822" y="5791525"/>
                  </a:lnTo>
                  <a:lnTo>
                    <a:pt x="449916" y="5791525"/>
                  </a:lnTo>
                  <a:lnTo>
                    <a:pt x="450010" y="5791525"/>
                  </a:lnTo>
                  <a:lnTo>
                    <a:pt x="450104" y="5791525"/>
                  </a:lnTo>
                  <a:lnTo>
                    <a:pt x="450199" y="5791525"/>
                  </a:lnTo>
                  <a:lnTo>
                    <a:pt x="450293" y="5791525"/>
                  </a:lnTo>
                  <a:lnTo>
                    <a:pt x="450387" y="5791525"/>
                  </a:lnTo>
                  <a:lnTo>
                    <a:pt x="450481" y="5791525"/>
                  </a:lnTo>
                  <a:lnTo>
                    <a:pt x="450575" y="5791525"/>
                  </a:lnTo>
                  <a:lnTo>
                    <a:pt x="450669" y="5791525"/>
                  </a:lnTo>
                  <a:lnTo>
                    <a:pt x="450763" y="5791525"/>
                  </a:lnTo>
                  <a:lnTo>
                    <a:pt x="450857" y="5791525"/>
                  </a:lnTo>
                  <a:lnTo>
                    <a:pt x="450951" y="5791525"/>
                  </a:lnTo>
                  <a:lnTo>
                    <a:pt x="451045" y="5791525"/>
                  </a:lnTo>
                  <a:lnTo>
                    <a:pt x="451139" y="5791525"/>
                  </a:lnTo>
                  <a:lnTo>
                    <a:pt x="451233" y="5791525"/>
                  </a:lnTo>
                  <a:lnTo>
                    <a:pt x="451327" y="5791525"/>
                  </a:lnTo>
                  <a:lnTo>
                    <a:pt x="451327" y="5786245"/>
                  </a:lnTo>
                  <a:lnTo>
                    <a:pt x="451421" y="5786245"/>
                  </a:lnTo>
                  <a:lnTo>
                    <a:pt x="451515" y="5786245"/>
                  </a:lnTo>
                  <a:lnTo>
                    <a:pt x="451609" y="5786245"/>
                  </a:lnTo>
                  <a:lnTo>
                    <a:pt x="451703" y="5786245"/>
                  </a:lnTo>
                  <a:lnTo>
                    <a:pt x="451797" y="5786245"/>
                  </a:lnTo>
                  <a:lnTo>
                    <a:pt x="451891" y="5786245"/>
                  </a:lnTo>
                  <a:lnTo>
                    <a:pt x="451985" y="5786245"/>
                  </a:lnTo>
                  <a:lnTo>
                    <a:pt x="452079" y="5786245"/>
                  </a:lnTo>
                  <a:lnTo>
                    <a:pt x="452173" y="5786245"/>
                  </a:lnTo>
                  <a:lnTo>
                    <a:pt x="452267" y="5786245"/>
                  </a:lnTo>
                  <a:lnTo>
                    <a:pt x="452361" y="5786245"/>
                  </a:lnTo>
                  <a:lnTo>
                    <a:pt x="452455" y="5786245"/>
                  </a:lnTo>
                  <a:lnTo>
                    <a:pt x="452549" y="5786245"/>
                  </a:lnTo>
                  <a:lnTo>
                    <a:pt x="452643" y="5786245"/>
                  </a:lnTo>
                  <a:lnTo>
                    <a:pt x="452737" y="5786245"/>
                  </a:lnTo>
                  <a:lnTo>
                    <a:pt x="452831" y="5786245"/>
                  </a:lnTo>
                  <a:lnTo>
                    <a:pt x="452925" y="5786245"/>
                  </a:lnTo>
                  <a:lnTo>
                    <a:pt x="453019" y="5786245"/>
                  </a:lnTo>
                  <a:lnTo>
                    <a:pt x="453113" y="5786245"/>
                  </a:lnTo>
                  <a:lnTo>
                    <a:pt x="453207" y="5786245"/>
                  </a:lnTo>
                  <a:lnTo>
                    <a:pt x="453301" y="5786245"/>
                  </a:lnTo>
                  <a:lnTo>
                    <a:pt x="453395" y="5786245"/>
                  </a:lnTo>
                  <a:lnTo>
                    <a:pt x="453489" y="5786245"/>
                  </a:lnTo>
                  <a:lnTo>
                    <a:pt x="453583" y="5786245"/>
                  </a:lnTo>
                  <a:lnTo>
                    <a:pt x="453678" y="5786245"/>
                  </a:lnTo>
                  <a:lnTo>
                    <a:pt x="453772" y="5786245"/>
                  </a:lnTo>
                  <a:lnTo>
                    <a:pt x="453866" y="5786245"/>
                  </a:lnTo>
                  <a:lnTo>
                    <a:pt x="453960" y="5786245"/>
                  </a:lnTo>
                  <a:lnTo>
                    <a:pt x="454054" y="5786245"/>
                  </a:lnTo>
                  <a:lnTo>
                    <a:pt x="454148" y="5786245"/>
                  </a:lnTo>
                  <a:lnTo>
                    <a:pt x="454242" y="5786245"/>
                  </a:lnTo>
                  <a:lnTo>
                    <a:pt x="454336" y="5786245"/>
                  </a:lnTo>
                  <a:lnTo>
                    <a:pt x="454430" y="5786245"/>
                  </a:lnTo>
                  <a:lnTo>
                    <a:pt x="454524" y="5786245"/>
                  </a:lnTo>
                  <a:lnTo>
                    <a:pt x="454618" y="5786245"/>
                  </a:lnTo>
                  <a:lnTo>
                    <a:pt x="454712" y="5786245"/>
                  </a:lnTo>
                  <a:lnTo>
                    <a:pt x="454806" y="5786245"/>
                  </a:lnTo>
                  <a:lnTo>
                    <a:pt x="454900" y="5786245"/>
                  </a:lnTo>
                  <a:lnTo>
                    <a:pt x="454994" y="5786245"/>
                  </a:lnTo>
                  <a:lnTo>
                    <a:pt x="455088" y="5786245"/>
                  </a:lnTo>
                  <a:lnTo>
                    <a:pt x="455182" y="5786245"/>
                  </a:lnTo>
                  <a:lnTo>
                    <a:pt x="455276" y="5786245"/>
                  </a:lnTo>
                  <a:lnTo>
                    <a:pt x="455276" y="5780966"/>
                  </a:lnTo>
                  <a:lnTo>
                    <a:pt x="455370" y="5780966"/>
                  </a:lnTo>
                  <a:lnTo>
                    <a:pt x="455464" y="5780966"/>
                  </a:lnTo>
                  <a:lnTo>
                    <a:pt x="455558" y="5780966"/>
                  </a:lnTo>
                  <a:lnTo>
                    <a:pt x="455652" y="5780966"/>
                  </a:lnTo>
                  <a:lnTo>
                    <a:pt x="455746" y="5780966"/>
                  </a:lnTo>
                  <a:lnTo>
                    <a:pt x="455840" y="5780966"/>
                  </a:lnTo>
                  <a:lnTo>
                    <a:pt x="455934" y="5780966"/>
                  </a:lnTo>
                  <a:lnTo>
                    <a:pt x="456028" y="5780966"/>
                  </a:lnTo>
                  <a:lnTo>
                    <a:pt x="456122" y="5780966"/>
                  </a:lnTo>
                  <a:lnTo>
                    <a:pt x="456216" y="5780966"/>
                  </a:lnTo>
                  <a:lnTo>
                    <a:pt x="456310" y="5780966"/>
                  </a:lnTo>
                  <a:lnTo>
                    <a:pt x="456404" y="5780966"/>
                  </a:lnTo>
                  <a:lnTo>
                    <a:pt x="456498" y="5780966"/>
                  </a:lnTo>
                  <a:lnTo>
                    <a:pt x="456592" y="5780966"/>
                  </a:lnTo>
                  <a:lnTo>
                    <a:pt x="456686" y="5780966"/>
                  </a:lnTo>
                  <a:lnTo>
                    <a:pt x="456780" y="5780966"/>
                  </a:lnTo>
                  <a:lnTo>
                    <a:pt x="456874" y="5780966"/>
                  </a:lnTo>
                  <a:lnTo>
                    <a:pt x="456968" y="5780966"/>
                  </a:lnTo>
                  <a:lnTo>
                    <a:pt x="457062" y="5780966"/>
                  </a:lnTo>
                  <a:lnTo>
                    <a:pt x="457156" y="5780966"/>
                  </a:lnTo>
                  <a:lnTo>
                    <a:pt x="457251" y="5780966"/>
                  </a:lnTo>
                  <a:lnTo>
                    <a:pt x="457345" y="5780966"/>
                  </a:lnTo>
                  <a:lnTo>
                    <a:pt x="457439" y="5780966"/>
                  </a:lnTo>
                  <a:lnTo>
                    <a:pt x="457533" y="5780966"/>
                  </a:lnTo>
                  <a:lnTo>
                    <a:pt x="457627" y="5780966"/>
                  </a:lnTo>
                  <a:lnTo>
                    <a:pt x="457721" y="5780966"/>
                  </a:lnTo>
                  <a:lnTo>
                    <a:pt x="457815" y="5780966"/>
                  </a:lnTo>
                  <a:lnTo>
                    <a:pt x="457815" y="5775686"/>
                  </a:lnTo>
                  <a:lnTo>
                    <a:pt x="457909" y="5775686"/>
                  </a:lnTo>
                  <a:lnTo>
                    <a:pt x="458003" y="5775686"/>
                  </a:lnTo>
                  <a:lnTo>
                    <a:pt x="458097" y="5775686"/>
                  </a:lnTo>
                  <a:lnTo>
                    <a:pt x="458191" y="5775686"/>
                  </a:lnTo>
                  <a:lnTo>
                    <a:pt x="458285" y="5775686"/>
                  </a:lnTo>
                  <a:lnTo>
                    <a:pt x="458379" y="5775686"/>
                  </a:lnTo>
                  <a:lnTo>
                    <a:pt x="458473" y="5775686"/>
                  </a:lnTo>
                  <a:lnTo>
                    <a:pt x="458567" y="5775686"/>
                  </a:lnTo>
                  <a:lnTo>
                    <a:pt x="458661" y="5775686"/>
                  </a:lnTo>
                  <a:lnTo>
                    <a:pt x="458755" y="5775686"/>
                  </a:lnTo>
                  <a:lnTo>
                    <a:pt x="458849" y="5775686"/>
                  </a:lnTo>
                  <a:lnTo>
                    <a:pt x="458943" y="5775686"/>
                  </a:lnTo>
                  <a:lnTo>
                    <a:pt x="459037" y="5775686"/>
                  </a:lnTo>
                  <a:lnTo>
                    <a:pt x="459131" y="5775686"/>
                  </a:lnTo>
                  <a:lnTo>
                    <a:pt x="459225" y="5775686"/>
                  </a:lnTo>
                  <a:lnTo>
                    <a:pt x="459319" y="5775686"/>
                  </a:lnTo>
                  <a:lnTo>
                    <a:pt x="459413" y="5775686"/>
                  </a:lnTo>
                  <a:lnTo>
                    <a:pt x="459507" y="5775686"/>
                  </a:lnTo>
                  <a:lnTo>
                    <a:pt x="459601" y="5775686"/>
                  </a:lnTo>
                  <a:lnTo>
                    <a:pt x="459695" y="5775686"/>
                  </a:lnTo>
                  <a:lnTo>
                    <a:pt x="459789" y="5775686"/>
                  </a:lnTo>
                  <a:lnTo>
                    <a:pt x="459883" y="5775686"/>
                  </a:lnTo>
                  <a:lnTo>
                    <a:pt x="459977" y="5775686"/>
                  </a:lnTo>
                  <a:lnTo>
                    <a:pt x="460071" y="5775686"/>
                  </a:lnTo>
                  <a:lnTo>
                    <a:pt x="460165" y="5775686"/>
                  </a:lnTo>
                  <a:lnTo>
                    <a:pt x="460259" y="5775686"/>
                  </a:lnTo>
                  <a:lnTo>
                    <a:pt x="460353" y="5775686"/>
                  </a:lnTo>
                  <a:lnTo>
                    <a:pt x="460447" y="5775686"/>
                  </a:lnTo>
                  <a:lnTo>
                    <a:pt x="460541" y="5775686"/>
                  </a:lnTo>
                  <a:lnTo>
                    <a:pt x="460635" y="5775686"/>
                  </a:lnTo>
                  <a:lnTo>
                    <a:pt x="460729" y="5775686"/>
                  </a:lnTo>
                  <a:lnTo>
                    <a:pt x="460824" y="5775686"/>
                  </a:lnTo>
                  <a:lnTo>
                    <a:pt x="460918" y="5775686"/>
                  </a:lnTo>
                  <a:lnTo>
                    <a:pt x="461012" y="5775686"/>
                  </a:lnTo>
                  <a:lnTo>
                    <a:pt x="461106" y="5775686"/>
                  </a:lnTo>
                  <a:lnTo>
                    <a:pt x="461200" y="5775686"/>
                  </a:lnTo>
                  <a:lnTo>
                    <a:pt x="461294" y="5775686"/>
                  </a:lnTo>
                  <a:lnTo>
                    <a:pt x="461388" y="5775686"/>
                  </a:lnTo>
                  <a:lnTo>
                    <a:pt x="461482" y="5775686"/>
                  </a:lnTo>
                  <a:lnTo>
                    <a:pt x="461576" y="5775686"/>
                  </a:lnTo>
                  <a:lnTo>
                    <a:pt x="461670" y="5775686"/>
                  </a:lnTo>
                  <a:lnTo>
                    <a:pt x="461764" y="5775686"/>
                  </a:lnTo>
                  <a:lnTo>
                    <a:pt x="461858" y="5775686"/>
                  </a:lnTo>
                  <a:lnTo>
                    <a:pt x="461952" y="5775686"/>
                  </a:lnTo>
                  <a:lnTo>
                    <a:pt x="462046" y="5775686"/>
                  </a:lnTo>
                  <a:lnTo>
                    <a:pt x="462140" y="5775686"/>
                  </a:lnTo>
                  <a:lnTo>
                    <a:pt x="462234" y="5775686"/>
                  </a:lnTo>
                  <a:lnTo>
                    <a:pt x="462328" y="5775686"/>
                  </a:lnTo>
                  <a:lnTo>
                    <a:pt x="462422" y="5775686"/>
                  </a:lnTo>
                  <a:lnTo>
                    <a:pt x="462516" y="5775686"/>
                  </a:lnTo>
                  <a:lnTo>
                    <a:pt x="462610" y="5775686"/>
                  </a:lnTo>
                  <a:lnTo>
                    <a:pt x="462704" y="5775686"/>
                  </a:lnTo>
                  <a:lnTo>
                    <a:pt x="462798" y="5775686"/>
                  </a:lnTo>
                  <a:lnTo>
                    <a:pt x="462892" y="5775686"/>
                  </a:lnTo>
                  <a:lnTo>
                    <a:pt x="462986" y="5775686"/>
                  </a:lnTo>
                  <a:lnTo>
                    <a:pt x="463080" y="5775686"/>
                  </a:lnTo>
                  <a:lnTo>
                    <a:pt x="463174" y="5775686"/>
                  </a:lnTo>
                  <a:lnTo>
                    <a:pt x="463268" y="5775686"/>
                  </a:lnTo>
                  <a:lnTo>
                    <a:pt x="463362" y="5775686"/>
                  </a:lnTo>
                  <a:lnTo>
                    <a:pt x="463456" y="5775686"/>
                  </a:lnTo>
                  <a:lnTo>
                    <a:pt x="463550" y="5775686"/>
                  </a:lnTo>
                  <a:lnTo>
                    <a:pt x="463644" y="5775686"/>
                  </a:lnTo>
                  <a:lnTo>
                    <a:pt x="463738" y="5775686"/>
                  </a:lnTo>
                  <a:lnTo>
                    <a:pt x="463832" y="5775686"/>
                  </a:lnTo>
                  <a:lnTo>
                    <a:pt x="463926" y="5775686"/>
                  </a:lnTo>
                  <a:lnTo>
                    <a:pt x="464020" y="5775686"/>
                  </a:lnTo>
                  <a:lnTo>
                    <a:pt x="464114" y="5775686"/>
                  </a:lnTo>
                  <a:lnTo>
                    <a:pt x="464208" y="5775686"/>
                  </a:lnTo>
                  <a:lnTo>
                    <a:pt x="464303" y="5775686"/>
                  </a:lnTo>
                  <a:lnTo>
                    <a:pt x="464397" y="5775686"/>
                  </a:lnTo>
                  <a:lnTo>
                    <a:pt x="464491" y="5775686"/>
                  </a:lnTo>
                  <a:lnTo>
                    <a:pt x="464585" y="5775686"/>
                  </a:lnTo>
                  <a:lnTo>
                    <a:pt x="464679" y="5775686"/>
                  </a:lnTo>
                  <a:lnTo>
                    <a:pt x="464773" y="5775686"/>
                  </a:lnTo>
                  <a:lnTo>
                    <a:pt x="464867" y="5775686"/>
                  </a:lnTo>
                  <a:lnTo>
                    <a:pt x="464961" y="5775686"/>
                  </a:lnTo>
                  <a:lnTo>
                    <a:pt x="465055" y="5775686"/>
                  </a:lnTo>
                  <a:lnTo>
                    <a:pt x="465149" y="5775686"/>
                  </a:lnTo>
                  <a:lnTo>
                    <a:pt x="465243" y="5775686"/>
                  </a:lnTo>
                  <a:lnTo>
                    <a:pt x="465337" y="5775686"/>
                  </a:lnTo>
                  <a:lnTo>
                    <a:pt x="465337" y="5770407"/>
                  </a:lnTo>
                  <a:lnTo>
                    <a:pt x="465431" y="5770407"/>
                  </a:lnTo>
                  <a:lnTo>
                    <a:pt x="465525" y="5770407"/>
                  </a:lnTo>
                  <a:lnTo>
                    <a:pt x="465619" y="5770407"/>
                  </a:lnTo>
                  <a:lnTo>
                    <a:pt x="465713" y="5770407"/>
                  </a:lnTo>
                  <a:lnTo>
                    <a:pt x="465807" y="5770407"/>
                  </a:lnTo>
                  <a:lnTo>
                    <a:pt x="465901" y="5770407"/>
                  </a:lnTo>
                  <a:lnTo>
                    <a:pt x="465995" y="5770407"/>
                  </a:lnTo>
                  <a:lnTo>
                    <a:pt x="466089" y="5770407"/>
                  </a:lnTo>
                  <a:lnTo>
                    <a:pt x="466183" y="5770407"/>
                  </a:lnTo>
                  <a:lnTo>
                    <a:pt x="466277" y="5770407"/>
                  </a:lnTo>
                  <a:lnTo>
                    <a:pt x="466371" y="5770407"/>
                  </a:lnTo>
                  <a:lnTo>
                    <a:pt x="466465" y="5770407"/>
                  </a:lnTo>
                  <a:lnTo>
                    <a:pt x="466559" y="5770407"/>
                  </a:lnTo>
                  <a:lnTo>
                    <a:pt x="466653" y="5770407"/>
                  </a:lnTo>
                  <a:lnTo>
                    <a:pt x="466747" y="5770407"/>
                  </a:lnTo>
                  <a:lnTo>
                    <a:pt x="466841" y="5770407"/>
                  </a:lnTo>
                  <a:lnTo>
                    <a:pt x="466935" y="5770407"/>
                  </a:lnTo>
                  <a:lnTo>
                    <a:pt x="467029" y="5770407"/>
                  </a:lnTo>
                  <a:lnTo>
                    <a:pt x="467123" y="5770407"/>
                  </a:lnTo>
                  <a:lnTo>
                    <a:pt x="467217" y="5770407"/>
                  </a:lnTo>
                  <a:lnTo>
                    <a:pt x="467311" y="5770407"/>
                  </a:lnTo>
                  <a:lnTo>
                    <a:pt x="467405" y="5770407"/>
                  </a:lnTo>
                  <a:lnTo>
                    <a:pt x="467499" y="5770407"/>
                  </a:lnTo>
                  <a:lnTo>
                    <a:pt x="467593" y="5770407"/>
                  </a:lnTo>
                  <a:lnTo>
                    <a:pt x="467687" y="5770407"/>
                  </a:lnTo>
                  <a:lnTo>
                    <a:pt x="467781" y="5770407"/>
                  </a:lnTo>
                  <a:lnTo>
                    <a:pt x="467876" y="5770407"/>
                  </a:lnTo>
                  <a:lnTo>
                    <a:pt x="467970" y="5770407"/>
                  </a:lnTo>
                  <a:lnTo>
                    <a:pt x="468064" y="5770407"/>
                  </a:lnTo>
                  <a:lnTo>
                    <a:pt x="468158" y="5770407"/>
                  </a:lnTo>
                  <a:lnTo>
                    <a:pt x="468252" y="5770407"/>
                  </a:lnTo>
                  <a:lnTo>
                    <a:pt x="468346" y="5770407"/>
                  </a:lnTo>
                  <a:lnTo>
                    <a:pt x="468440" y="5770407"/>
                  </a:lnTo>
                  <a:lnTo>
                    <a:pt x="468534" y="5770407"/>
                  </a:lnTo>
                  <a:lnTo>
                    <a:pt x="468628" y="5770407"/>
                  </a:lnTo>
                  <a:lnTo>
                    <a:pt x="468722" y="5770407"/>
                  </a:lnTo>
                  <a:lnTo>
                    <a:pt x="468816" y="5770407"/>
                  </a:lnTo>
                  <a:lnTo>
                    <a:pt x="468910" y="5770407"/>
                  </a:lnTo>
                  <a:lnTo>
                    <a:pt x="469004" y="5770407"/>
                  </a:lnTo>
                  <a:lnTo>
                    <a:pt x="469098" y="5770407"/>
                  </a:lnTo>
                  <a:lnTo>
                    <a:pt x="469192" y="5770407"/>
                  </a:lnTo>
                  <a:lnTo>
                    <a:pt x="469286" y="5770407"/>
                  </a:lnTo>
                  <a:lnTo>
                    <a:pt x="469380" y="5770407"/>
                  </a:lnTo>
                  <a:lnTo>
                    <a:pt x="469474" y="5770407"/>
                  </a:lnTo>
                  <a:lnTo>
                    <a:pt x="469568" y="5770407"/>
                  </a:lnTo>
                  <a:lnTo>
                    <a:pt x="469662" y="5770407"/>
                  </a:lnTo>
                  <a:lnTo>
                    <a:pt x="469756" y="5770407"/>
                  </a:lnTo>
                  <a:lnTo>
                    <a:pt x="469850" y="5770407"/>
                  </a:lnTo>
                  <a:lnTo>
                    <a:pt x="469944" y="5770407"/>
                  </a:lnTo>
                  <a:lnTo>
                    <a:pt x="470038" y="5770407"/>
                  </a:lnTo>
                  <a:lnTo>
                    <a:pt x="470132" y="5770407"/>
                  </a:lnTo>
                  <a:lnTo>
                    <a:pt x="470226" y="5770407"/>
                  </a:lnTo>
                  <a:lnTo>
                    <a:pt x="470320" y="5770407"/>
                  </a:lnTo>
                  <a:lnTo>
                    <a:pt x="470414" y="5770407"/>
                  </a:lnTo>
                  <a:lnTo>
                    <a:pt x="470508" y="5770407"/>
                  </a:lnTo>
                  <a:lnTo>
                    <a:pt x="470602" y="5770407"/>
                  </a:lnTo>
                  <a:lnTo>
                    <a:pt x="470696" y="5770407"/>
                  </a:lnTo>
                  <a:lnTo>
                    <a:pt x="470790" y="5770407"/>
                  </a:lnTo>
                  <a:lnTo>
                    <a:pt x="470884" y="5770407"/>
                  </a:lnTo>
                  <a:lnTo>
                    <a:pt x="470978" y="5770407"/>
                  </a:lnTo>
                  <a:lnTo>
                    <a:pt x="471072" y="5770407"/>
                  </a:lnTo>
                  <a:lnTo>
                    <a:pt x="471166" y="5770407"/>
                  </a:lnTo>
                  <a:lnTo>
                    <a:pt x="471260" y="5770407"/>
                  </a:lnTo>
                  <a:lnTo>
                    <a:pt x="471354" y="5770407"/>
                  </a:lnTo>
                  <a:lnTo>
                    <a:pt x="471449" y="5770407"/>
                  </a:lnTo>
                  <a:lnTo>
                    <a:pt x="471543" y="5770407"/>
                  </a:lnTo>
                  <a:lnTo>
                    <a:pt x="471637" y="5770407"/>
                  </a:lnTo>
                  <a:lnTo>
                    <a:pt x="471731" y="5770407"/>
                  </a:lnTo>
                  <a:lnTo>
                    <a:pt x="471825" y="5770407"/>
                  </a:lnTo>
                  <a:lnTo>
                    <a:pt x="471919" y="5770407"/>
                  </a:lnTo>
                  <a:lnTo>
                    <a:pt x="472013" y="5770407"/>
                  </a:lnTo>
                  <a:lnTo>
                    <a:pt x="472107" y="5770407"/>
                  </a:lnTo>
                  <a:lnTo>
                    <a:pt x="472201" y="5770407"/>
                  </a:lnTo>
                  <a:lnTo>
                    <a:pt x="472295" y="5770407"/>
                  </a:lnTo>
                  <a:lnTo>
                    <a:pt x="472389" y="5770407"/>
                  </a:lnTo>
                  <a:lnTo>
                    <a:pt x="472483" y="5770407"/>
                  </a:lnTo>
                  <a:lnTo>
                    <a:pt x="472577" y="5770407"/>
                  </a:lnTo>
                  <a:lnTo>
                    <a:pt x="472671" y="5770407"/>
                  </a:lnTo>
                  <a:lnTo>
                    <a:pt x="472765" y="5770407"/>
                  </a:lnTo>
                  <a:lnTo>
                    <a:pt x="472859" y="5770407"/>
                  </a:lnTo>
                  <a:lnTo>
                    <a:pt x="472953" y="5770407"/>
                  </a:lnTo>
                  <a:lnTo>
                    <a:pt x="473047" y="5770407"/>
                  </a:lnTo>
                  <a:lnTo>
                    <a:pt x="473141" y="5770407"/>
                  </a:lnTo>
                  <a:lnTo>
                    <a:pt x="473235" y="5770407"/>
                  </a:lnTo>
                  <a:lnTo>
                    <a:pt x="473329" y="5770407"/>
                  </a:lnTo>
                  <a:lnTo>
                    <a:pt x="473423" y="5770407"/>
                  </a:lnTo>
                  <a:lnTo>
                    <a:pt x="473517" y="5770407"/>
                  </a:lnTo>
                  <a:lnTo>
                    <a:pt x="473611" y="5770407"/>
                  </a:lnTo>
                  <a:lnTo>
                    <a:pt x="473705" y="5770407"/>
                  </a:lnTo>
                  <a:lnTo>
                    <a:pt x="473799" y="5770407"/>
                  </a:lnTo>
                  <a:lnTo>
                    <a:pt x="473893" y="5770407"/>
                  </a:lnTo>
                  <a:lnTo>
                    <a:pt x="473987" y="5770407"/>
                  </a:lnTo>
                  <a:lnTo>
                    <a:pt x="474081" y="5770407"/>
                  </a:lnTo>
                  <a:lnTo>
                    <a:pt x="474175" y="5770407"/>
                  </a:lnTo>
                  <a:lnTo>
                    <a:pt x="474269" y="5770407"/>
                  </a:lnTo>
                  <a:lnTo>
                    <a:pt x="474269" y="5765128"/>
                  </a:lnTo>
                  <a:lnTo>
                    <a:pt x="474363" y="5765128"/>
                  </a:lnTo>
                  <a:lnTo>
                    <a:pt x="474457" y="5765128"/>
                  </a:lnTo>
                  <a:lnTo>
                    <a:pt x="474551" y="5765128"/>
                  </a:lnTo>
                  <a:lnTo>
                    <a:pt x="474645" y="5765128"/>
                  </a:lnTo>
                  <a:lnTo>
                    <a:pt x="474739" y="5765128"/>
                  </a:lnTo>
                  <a:lnTo>
                    <a:pt x="474833" y="5765128"/>
                  </a:lnTo>
                  <a:lnTo>
                    <a:pt x="474928" y="5765128"/>
                  </a:lnTo>
                  <a:lnTo>
                    <a:pt x="475022" y="5765128"/>
                  </a:lnTo>
                  <a:lnTo>
                    <a:pt x="475116" y="5765128"/>
                  </a:lnTo>
                  <a:lnTo>
                    <a:pt x="475210" y="5765128"/>
                  </a:lnTo>
                  <a:lnTo>
                    <a:pt x="475304" y="5765128"/>
                  </a:lnTo>
                  <a:lnTo>
                    <a:pt x="475398" y="5765128"/>
                  </a:lnTo>
                  <a:lnTo>
                    <a:pt x="475492" y="5765128"/>
                  </a:lnTo>
                  <a:lnTo>
                    <a:pt x="475586" y="5765128"/>
                  </a:lnTo>
                  <a:lnTo>
                    <a:pt x="475680" y="5765128"/>
                  </a:lnTo>
                  <a:lnTo>
                    <a:pt x="475774" y="5765128"/>
                  </a:lnTo>
                  <a:lnTo>
                    <a:pt x="475868" y="5765128"/>
                  </a:lnTo>
                  <a:lnTo>
                    <a:pt x="475962" y="5765128"/>
                  </a:lnTo>
                  <a:lnTo>
                    <a:pt x="476056" y="5765128"/>
                  </a:lnTo>
                  <a:lnTo>
                    <a:pt x="476150" y="5765128"/>
                  </a:lnTo>
                  <a:lnTo>
                    <a:pt x="476244" y="5765128"/>
                  </a:lnTo>
                  <a:lnTo>
                    <a:pt x="476338" y="5765128"/>
                  </a:lnTo>
                  <a:lnTo>
                    <a:pt x="476432" y="5765128"/>
                  </a:lnTo>
                  <a:lnTo>
                    <a:pt x="476526" y="5765128"/>
                  </a:lnTo>
                  <a:lnTo>
                    <a:pt x="476620" y="5765128"/>
                  </a:lnTo>
                  <a:lnTo>
                    <a:pt x="476714" y="5765128"/>
                  </a:lnTo>
                  <a:lnTo>
                    <a:pt x="476808" y="5765128"/>
                  </a:lnTo>
                  <a:lnTo>
                    <a:pt x="476902" y="5765128"/>
                  </a:lnTo>
                  <a:lnTo>
                    <a:pt x="476996" y="5765128"/>
                  </a:lnTo>
                  <a:lnTo>
                    <a:pt x="477090" y="5765128"/>
                  </a:lnTo>
                  <a:lnTo>
                    <a:pt x="477184" y="5765128"/>
                  </a:lnTo>
                  <a:lnTo>
                    <a:pt x="477278" y="5765128"/>
                  </a:lnTo>
                  <a:lnTo>
                    <a:pt x="477372" y="5765128"/>
                  </a:lnTo>
                  <a:lnTo>
                    <a:pt x="477466" y="5765128"/>
                  </a:lnTo>
                  <a:lnTo>
                    <a:pt x="477560" y="5765128"/>
                  </a:lnTo>
                  <a:lnTo>
                    <a:pt x="477654" y="5765128"/>
                  </a:lnTo>
                  <a:lnTo>
                    <a:pt x="477748" y="5765128"/>
                  </a:lnTo>
                  <a:lnTo>
                    <a:pt x="477842" y="5765128"/>
                  </a:lnTo>
                  <a:lnTo>
                    <a:pt x="477936" y="5765128"/>
                  </a:lnTo>
                  <a:lnTo>
                    <a:pt x="478030" y="5765128"/>
                  </a:lnTo>
                  <a:lnTo>
                    <a:pt x="478124" y="5765128"/>
                  </a:lnTo>
                  <a:lnTo>
                    <a:pt x="478218" y="5765128"/>
                  </a:lnTo>
                  <a:lnTo>
                    <a:pt x="478312" y="5765128"/>
                  </a:lnTo>
                  <a:lnTo>
                    <a:pt x="478406" y="5765128"/>
                  </a:lnTo>
                  <a:lnTo>
                    <a:pt x="478501" y="5765128"/>
                  </a:lnTo>
                  <a:lnTo>
                    <a:pt x="478595" y="5765128"/>
                  </a:lnTo>
                  <a:lnTo>
                    <a:pt x="478689" y="5765128"/>
                  </a:lnTo>
                  <a:lnTo>
                    <a:pt x="478783" y="5765128"/>
                  </a:lnTo>
                  <a:lnTo>
                    <a:pt x="478877" y="5765128"/>
                  </a:lnTo>
                  <a:lnTo>
                    <a:pt x="478971" y="5765128"/>
                  </a:lnTo>
                  <a:lnTo>
                    <a:pt x="479065" y="5765128"/>
                  </a:lnTo>
                  <a:lnTo>
                    <a:pt x="479159" y="5765128"/>
                  </a:lnTo>
                  <a:lnTo>
                    <a:pt x="479253" y="5765128"/>
                  </a:lnTo>
                  <a:lnTo>
                    <a:pt x="479347" y="5765128"/>
                  </a:lnTo>
                  <a:lnTo>
                    <a:pt x="479441" y="5765128"/>
                  </a:lnTo>
                  <a:lnTo>
                    <a:pt x="479535" y="5765128"/>
                  </a:lnTo>
                  <a:lnTo>
                    <a:pt x="479629" y="5765128"/>
                  </a:lnTo>
                  <a:lnTo>
                    <a:pt x="479723" y="5765128"/>
                  </a:lnTo>
                  <a:lnTo>
                    <a:pt x="479817" y="5765128"/>
                  </a:lnTo>
                  <a:lnTo>
                    <a:pt x="479911" y="5765128"/>
                  </a:lnTo>
                  <a:lnTo>
                    <a:pt x="480005" y="5765128"/>
                  </a:lnTo>
                  <a:lnTo>
                    <a:pt x="480005" y="5759848"/>
                  </a:lnTo>
                  <a:lnTo>
                    <a:pt x="480099" y="5759848"/>
                  </a:lnTo>
                  <a:lnTo>
                    <a:pt x="480193" y="5759848"/>
                  </a:lnTo>
                  <a:lnTo>
                    <a:pt x="480287" y="5759848"/>
                  </a:lnTo>
                  <a:lnTo>
                    <a:pt x="480381" y="5759848"/>
                  </a:lnTo>
                  <a:lnTo>
                    <a:pt x="480475" y="5759848"/>
                  </a:lnTo>
                  <a:lnTo>
                    <a:pt x="480569" y="5759848"/>
                  </a:lnTo>
                  <a:lnTo>
                    <a:pt x="480663" y="5759848"/>
                  </a:lnTo>
                  <a:lnTo>
                    <a:pt x="480757" y="5759848"/>
                  </a:lnTo>
                  <a:lnTo>
                    <a:pt x="480851" y="5759848"/>
                  </a:lnTo>
                  <a:lnTo>
                    <a:pt x="480945" y="5759848"/>
                  </a:lnTo>
                  <a:lnTo>
                    <a:pt x="480945" y="5754569"/>
                  </a:lnTo>
                  <a:lnTo>
                    <a:pt x="481039" y="5754569"/>
                  </a:lnTo>
                  <a:lnTo>
                    <a:pt x="481039" y="5749289"/>
                  </a:lnTo>
                  <a:lnTo>
                    <a:pt x="481133" y="5749289"/>
                  </a:lnTo>
                  <a:lnTo>
                    <a:pt x="481227" y="5749289"/>
                  </a:lnTo>
                  <a:lnTo>
                    <a:pt x="481321" y="5749289"/>
                  </a:lnTo>
                  <a:lnTo>
                    <a:pt x="481415" y="5749289"/>
                  </a:lnTo>
                  <a:lnTo>
                    <a:pt x="481509" y="5749289"/>
                  </a:lnTo>
                  <a:lnTo>
                    <a:pt x="481603" y="5749289"/>
                  </a:lnTo>
                  <a:lnTo>
                    <a:pt x="481603" y="5744010"/>
                  </a:lnTo>
                  <a:lnTo>
                    <a:pt x="481697" y="5744010"/>
                  </a:lnTo>
                  <a:lnTo>
                    <a:pt x="481791" y="5744010"/>
                  </a:lnTo>
                  <a:lnTo>
                    <a:pt x="481885" y="5744010"/>
                  </a:lnTo>
                  <a:lnTo>
                    <a:pt x="481979" y="5744010"/>
                  </a:lnTo>
                  <a:lnTo>
                    <a:pt x="482074" y="5744010"/>
                  </a:lnTo>
                  <a:lnTo>
                    <a:pt x="482168" y="5744010"/>
                  </a:lnTo>
                  <a:lnTo>
                    <a:pt x="482262" y="5744010"/>
                  </a:lnTo>
                  <a:lnTo>
                    <a:pt x="482356" y="5744010"/>
                  </a:lnTo>
                  <a:lnTo>
                    <a:pt x="482450" y="5744010"/>
                  </a:lnTo>
                  <a:lnTo>
                    <a:pt x="482544" y="5744010"/>
                  </a:lnTo>
                  <a:lnTo>
                    <a:pt x="482638" y="5744010"/>
                  </a:lnTo>
                  <a:lnTo>
                    <a:pt x="482732" y="5744010"/>
                  </a:lnTo>
                  <a:lnTo>
                    <a:pt x="482826" y="5744010"/>
                  </a:lnTo>
                  <a:lnTo>
                    <a:pt x="482920" y="5744010"/>
                  </a:lnTo>
                  <a:lnTo>
                    <a:pt x="483014" y="5744010"/>
                  </a:lnTo>
                  <a:lnTo>
                    <a:pt x="483108" y="5744010"/>
                  </a:lnTo>
                  <a:lnTo>
                    <a:pt x="483202" y="5744010"/>
                  </a:lnTo>
                  <a:lnTo>
                    <a:pt x="483296" y="5744010"/>
                  </a:lnTo>
                  <a:lnTo>
                    <a:pt x="483390" y="5744010"/>
                  </a:lnTo>
                  <a:lnTo>
                    <a:pt x="483484" y="5744010"/>
                  </a:lnTo>
                  <a:lnTo>
                    <a:pt x="483578" y="5744010"/>
                  </a:lnTo>
                  <a:lnTo>
                    <a:pt x="483672" y="5744010"/>
                  </a:lnTo>
                  <a:lnTo>
                    <a:pt x="483766" y="5744010"/>
                  </a:lnTo>
                  <a:lnTo>
                    <a:pt x="483860" y="5744010"/>
                  </a:lnTo>
                  <a:lnTo>
                    <a:pt x="483954" y="5744010"/>
                  </a:lnTo>
                  <a:lnTo>
                    <a:pt x="484048" y="5744010"/>
                  </a:lnTo>
                  <a:lnTo>
                    <a:pt x="484142" y="5744010"/>
                  </a:lnTo>
                  <a:lnTo>
                    <a:pt x="484236" y="5744010"/>
                  </a:lnTo>
                  <a:lnTo>
                    <a:pt x="484330" y="5744010"/>
                  </a:lnTo>
                  <a:lnTo>
                    <a:pt x="484424" y="5744010"/>
                  </a:lnTo>
                  <a:lnTo>
                    <a:pt x="484518" y="5744010"/>
                  </a:lnTo>
                  <a:lnTo>
                    <a:pt x="484612" y="5744010"/>
                  </a:lnTo>
                  <a:lnTo>
                    <a:pt x="484706" y="5744010"/>
                  </a:lnTo>
                  <a:lnTo>
                    <a:pt x="484800" y="5744010"/>
                  </a:lnTo>
                  <a:lnTo>
                    <a:pt x="484894" y="5744010"/>
                  </a:lnTo>
                  <a:lnTo>
                    <a:pt x="484988" y="5744010"/>
                  </a:lnTo>
                  <a:lnTo>
                    <a:pt x="485082" y="5744010"/>
                  </a:lnTo>
                  <a:lnTo>
                    <a:pt x="485176" y="5744010"/>
                  </a:lnTo>
                  <a:lnTo>
                    <a:pt x="485270" y="5744010"/>
                  </a:lnTo>
                  <a:lnTo>
                    <a:pt x="485364" y="5744010"/>
                  </a:lnTo>
                  <a:lnTo>
                    <a:pt x="485458" y="5744010"/>
                  </a:lnTo>
                  <a:lnTo>
                    <a:pt x="485553" y="5744010"/>
                  </a:lnTo>
                  <a:lnTo>
                    <a:pt x="485647" y="5744010"/>
                  </a:lnTo>
                  <a:lnTo>
                    <a:pt x="485741" y="5744010"/>
                  </a:lnTo>
                  <a:lnTo>
                    <a:pt x="485835" y="5744010"/>
                  </a:lnTo>
                  <a:lnTo>
                    <a:pt x="485929" y="5744010"/>
                  </a:lnTo>
                  <a:lnTo>
                    <a:pt x="486023" y="5744010"/>
                  </a:lnTo>
                  <a:lnTo>
                    <a:pt x="486117" y="5744010"/>
                  </a:lnTo>
                  <a:lnTo>
                    <a:pt x="486211" y="5744010"/>
                  </a:lnTo>
                  <a:lnTo>
                    <a:pt x="486305" y="5744010"/>
                  </a:lnTo>
                  <a:lnTo>
                    <a:pt x="486399" y="5744010"/>
                  </a:lnTo>
                  <a:lnTo>
                    <a:pt x="486399" y="5738730"/>
                  </a:lnTo>
                  <a:lnTo>
                    <a:pt x="486493" y="5738730"/>
                  </a:lnTo>
                  <a:lnTo>
                    <a:pt x="486587" y="5738730"/>
                  </a:lnTo>
                  <a:lnTo>
                    <a:pt x="486681" y="5738730"/>
                  </a:lnTo>
                  <a:lnTo>
                    <a:pt x="486775" y="5738730"/>
                  </a:lnTo>
                  <a:lnTo>
                    <a:pt x="486869" y="5738730"/>
                  </a:lnTo>
                  <a:lnTo>
                    <a:pt x="486869" y="5733451"/>
                  </a:lnTo>
                  <a:lnTo>
                    <a:pt x="486963" y="5733451"/>
                  </a:lnTo>
                  <a:lnTo>
                    <a:pt x="487057" y="5733451"/>
                  </a:lnTo>
                  <a:lnTo>
                    <a:pt x="487151" y="5733451"/>
                  </a:lnTo>
                  <a:lnTo>
                    <a:pt x="487245" y="5733451"/>
                  </a:lnTo>
                  <a:lnTo>
                    <a:pt x="487339" y="5733451"/>
                  </a:lnTo>
                  <a:lnTo>
                    <a:pt x="487339" y="5728172"/>
                  </a:lnTo>
                  <a:lnTo>
                    <a:pt x="487433" y="5728172"/>
                  </a:lnTo>
                  <a:lnTo>
                    <a:pt x="487527" y="5728172"/>
                  </a:lnTo>
                  <a:lnTo>
                    <a:pt x="487621" y="5728172"/>
                  </a:lnTo>
                  <a:lnTo>
                    <a:pt x="487715" y="5728172"/>
                  </a:lnTo>
                  <a:lnTo>
                    <a:pt x="487809" y="5728172"/>
                  </a:lnTo>
                  <a:lnTo>
                    <a:pt x="487903" y="5728172"/>
                  </a:lnTo>
                  <a:lnTo>
                    <a:pt x="487997" y="5728172"/>
                  </a:lnTo>
                  <a:lnTo>
                    <a:pt x="488091" y="5728172"/>
                  </a:lnTo>
                  <a:lnTo>
                    <a:pt x="488185" y="5728172"/>
                  </a:lnTo>
                  <a:lnTo>
                    <a:pt x="488279" y="5728172"/>
                  </a:lnTo>
                  <a:lnTo>
                    <a:pt x="488373" y="5728172"/>
                  </a:lnTo>
                  <a:lnTo>
                    <a:pt x="488467" y="5728172"/>
                  </a:lnTo>
                  <a:lnTo>
                    <a:pt x="488561" y="5728172"/>
                  </a:lnTo>
                  <a:lnTo>
                    <a:pt x="488655" y="5728172"/>
                  </a:lnTo>
                  <a:lnTo>
                    <a:pt x="488749" y="5728172"/>
                  </a:lnTo>
                  <a:lnTo>
                    <a:pt x="488843" y="5728172"/>
                  </a:lnTo>
                  <a:lnTo>
                    <a:pt x="488937" y="5728172"/>
                  </a:lnTo>
                  <a:lnTo>
                    <a:pt x="489031" y="5728172"/>
                  </a:lnTo>
                  <a:lnTo>
                    <a:pt x="489031" y="5722892"/>
                  </a:lnTo>
                  <a:lnTo>
                    <a:pt x="489126" y="5722892"/>
                  </a:lnTo>
                  <a:lnTo>
                    <a:pt x="489220" y="5722892"/>
                  </a:lnTo>
                  <a:lnTo>
                    <a:pt x="489314" y="5722892"/>
                  </a:lnTo>
                  <a:lnTo>
                    <a:pt x="489408" y="5722892"/>
                  </a:lnTo>
                  <a:lnTo>
                    <a:pt x="489502" y="5722892"/>
                  </a:lnTo>
                  <a:lnTo>
                    <a:pt x="489596" y="5722892"/>
                  </a:lnTo>
                  <a:lnTo>
                    <a:pt x="489690" y="5722892"/>
                  </a:lnTo>
                  <a:lnTo>
                    <a:pt x="489784" y="5722892"/>
                  </a:lnTo>
                  <a:lnTo>
                    <a:pt x="489878" y="5722892"/>
                  </a:lnTo>
                  <a:lnTo>
                    <a:pt x="489972" y="5722892"/>
                  </a:lnTo>
                  <a:lnTo>
                    <a:pt x="490066" y="5722892"/>
                  </a:lnTo>
                  <a:lnTo>
                    <a:pt x="490160" y="5722892"/>
                  </a:lnTo>
                  <a:lnTo>
                    <a:pt x="490254" y="5722892"/>
                  </a:lnTo>
                  <a:lnTo>
                    <a:pt x="490348" y="5722892"/>
                  </a:lnTo>
                  <a:lnTo>
                    <a:pt x="490442" y="5722892"/>
                  </a:lnTo>
                  <a:lnTo>
                    <a:pt x="490536" y="5722892"/>
                  </a:lnTo>
                  <a:lnTo>
                    <a:pt x="490630" y="5722892"/>
                  </a:lnTo>
                  <a:lnTo>
                    <a:pt x="490724" y="5722892"/>
                  </a:lnTo>
                  <a:lnTo>
                    <a:pt x="490818" y="5722892"/>
                  </a:lnTo>
                  <a:lnTo>
                    <a:pt x="490912" y="5722892"/>
                  </a:lnTo>
                  <a:lnTo>
                    <a:pt x="491006" y="5722892"/>
                  </a:lnTo>
                  <a:lnTo>
                    <a:pt x="491100" y="5722892"/>
                  </a:lnTo>
                  <a:lnTo>
                    <a:pt x="491194" y="5722892"/>
                  </a:lnTo>
                  <a:lnTo>
                    <a:pt x="491288" y="5722892"/>
                  </a:lnTo>
                  <a:lnTo>
                    <a:pt x="491382" y="5722892"/>
                  </a:lnTo>
                  <a:lnTo>
                    <a:pt x="491476" y="5722892"/>
                  </a:lnTo>
                  <a:lnTo>
                    <a:pt x="491570" y="5722892"/>
                  </a:lnTo>
                  <a:lnTo>
                    <a:pt x="491664" y="5722892"/>
                  </a:lnTo>
                  <a:lnTo>
                    <a:pt x="491758" y="5722892"/>
                  </a:lnTo>
                  <a:lnTo>
                    <a:pt x="491852" y="5722892"/>
                  </a:lnTo>
                  <a:lnTo>
                    <a:pt x="491946" y="5722892"/>
                  </a:lnTo>
                  <a:lnTo>
                    <a:pt x="492040" y="5722892"/>
                  </a:lnTo>
                  <a:lnTo>
                    <a:pt x="492134" y="5722892"/>
                  </a:lnTo>
                  <a:lnTo>
                    <a:pt x="492228" y="5722892"/>
                  </a:lnTo>
                  <a:lnTo>
                    <a:pt x="492322" y="5722892"/>
                  </a:lnTo>
                  <a:lnTo>
                    <a:pt x="492416" y="5722892"/>
                  </a:lnTo>
                  <a:lnTo>
                    <a:pt x="492510" y="5722892"/>
                  </a:lnTo>
                  <a:lnTo>
                    <a:pt x="492604" y="5722892"/>
                  </a:lnTo>
                  <a:lnTo>
                    <a:pt x="492699" y="5722892"/>
                  </a:lnTo>
                  <a:lnTo>
                    <a:pt x="492793" y="5722892"/>
                  </a:lnTo>
                  <a:lnTo>
                    <a:pt x="492887" y="5722892"/>
                  </a:lnTo>
                  <a:lnTo>
                    <a:pt x="492981" y="5722892"/>
                  </a:lnTo>
                  <a:lnTo>
                    <a:pt x="493075" y="5722892"/>
                  </a:lnTo>
                  <a:lnTo>
                    <a:pt x="493169" y="5722892"/>
                  </a:lnTo>
                  <a:lnTo>
                    <a:pt x="493263" y="5722892"/>
                  </a:lnTo>
                  <a:lnTo>
                    <a:pt x="493357" y="5722892"/>
                  </a:lnTo>
                  <a:lnTo>
                    <a:pt x="493451" y="5722892"/>
                  </a:lnTo>
                  <a:lnTo>
                    <a:pt x="493545" y="5722892"/>
                  </a:lnTo>
                  <a:lnTo>
                    <a:pt x="493639" y="5722892"/>
                  </a:lnTo>
                  <a:lnTo>
                    <a:pt x="493733" y="5722892"/>
                  </a:lnTo>
                  <a:lnTo>
                    <a:pt x="493827" y="5722892"/>
                  </a:lnTo>
                  <a:lnTo>
                    <a:pt x="493921" y="5722892"/>
                  </a:lnTo>
                  <a:lnTo>
                    <a:pt x="494015" y="5722892"/>
                  </a:lnTo>
                  <a:lnTo>
                    <a:pt x="494109" y="5722892"/>
                  </a:lnTo>
                  <a:lnTo>
                    <a:pt x="494203" y="5722892"/>
                  </a:lnTo>
                  <a:lnTo>
                    <a:pt x="494297" y="5722892"/>
                  </a:lnTo>
                  <a:lnTo>
                    <a:pt x="494391" y="5722892"/>
                  </a:lnTo>
                  <a:lnTo>
                    <a:pt x="494485" y="5722892"/>
                  </a:lnTo>
                  <a:lnTo>
                    <a:pt x="494579" y="5722892"/>
                  </a:lnTo>
                  <a:lnTo>
                    <a:pt x="494673" y="5722892"/>
                  </a:lnTo>
                  <a:lnTo>
                    <a:pt x="494767" y="5722892"/>
                  </a:lnTo>
                  <a:lnTo>
                    <a:pt x="494861" y="5722892"/>
                  </a:lnTo>
                  <a:lnTo>
                    <a:pt x="494955" y="5722892"/>
                  </a:lnTo>
                  <a:lnTo>
                    <a:pt x="495049" y="5722892"/>
                  </a:lnTo>
                  <a:lnTo>
                    <a:pt x="495143" y="5722892"/>
                  </a:lnTo>
                  <a:lnTo>
                    <a:pt x="495237" y="5722892"/>
                  </a:lnTo>
                  <a:lnTo>
                    <a:pt x="495331" y="5722892"/>
                  </a:lnTo>
                  <a:lnTo>
                    <a:pt x="495425" y="5722892"/>
                  </a:lnTo>
                  <a:lnTo>
                    <a:pt x="495519" y="5722892"/>
                  </a:lnTo>
                  <a:lnTo>
                    <a:pt x="495613" y="5722892"/>
                  </a:lnTo>
                  <a:lnTo>
                    <a:pt x="495707" y="5722892"/>
                  </a:lnTo>
                  <a:lnTo>
                    <a:pt x="495801" y="5722892"/>
                  </a:lnTo>
                  <a:lnTo>
                    <a:pt x="495895" y="5722892"/>
                  </a:lnTo>
                  <a:lnTo>
                    <a:pt x="495989" y="5722892"/>
                  </a:lnTo>
                  <a:lnTo>
                    <a:pt x="496083" y="5722892"/>
                  </a:lnTo>
                  <a:lnTo>
                    <a:pt x="496177" y="5722892"/>
                  </a:lnTo>
                  <a:lnTo>
                    <a:pt x="496272" y="5722892"/>
                  </a:lnTo>
                  <a:lnTo>
                    <a:pt x="496366" y="5722892"/>
                  </a:lnTo>
                  <a:lnTo>
                    <a:pt x="496460" y="5722892"/>
                  </a:lnTo>
                  <a:lnTo>
                    <a:pt x="496554" y="5722892"/>
                  </a:lnTo>
                  <a:lnTo>
                    <a:pt x="496648" y="5722892"/>
                  </a:lnTo>
                  <a:lnTo>
                    <a:pt x="496742" y="5722892"/>
                  </a:lnTo>
                  <a:lnTo>
                    <a:pt x="496836" y="5722892"/>
                  </a:lnTo>
                  <a:lnTo>
                    <a:pt x="496930" y="5722892"/>
                  </a:lnTo>
                  <a:lnTo>
                    <a:pt x="497024" y="5722892"/>
                  </a:lnTo>
                  <a:lnTo>
                    <a:pt x="497118" y="5722892"/>
                  </a:lnTo>
                  <a:lnTo>
                    <a:pt x="497212" y="5722892"/>
                  </a:lnTo>
                  <a:lnTo>
                    <a:pt x="497306" y="5722892"/>
                  </a:lnTo>
                  <a:lnTo>
                    <a:pt x="497400" y="5722892"/>
                  </a:lnTo>
                  <a:lnTo>
                    <a:pt x="497494" y="5722892"/>
                  </a:lnTo>
                  <a:lnTo>
                    <a:pt x="497588" y="5722892"/>
                  </a:lnTo>
                  <a:lnTo>
                    <a:pt x="497682" y="5722892"/>
                  </a:lnTo>
                  <a:lnTo>
                    <a:pt x="497776" y="5722892"/>
                  </a:lnTo>
                  <a:lnTo>
                    <a:pt x="497870" y="5722892"/>
                  </a:lnTo>
                  <a:lnTo>
                    <a:pt x="497964" y="5722892"/>
                  </a:lnTo>
                  <a:lnTo>
                    <a:pt x="498058" y="5722892"/>
                  </a:lnTo>
                  <a:lnTo>
                    <a:pt x="498152" y="5722892"/>
                  </a:lnTo>
                  <a:lnTo>
                    <a:pt x="498246" y="5722892"/>
                  </a:lnTo>
                  <a:lnTo>
                    <a:pt x="498340" y="5722892"/>
                  </a:lnTo>
                  <a:lnTo>
                    <a:pt x="498434" y="5722892"/>
                  </a:lnTo>
                  <a:lnTo>
                    <a:pt x="498434" y="5717613"/>
                  </a:lnTo>
                  <a:lnTo>
                    <a:pt x="498528" y="5717613"/>
                  </a:lnTo>
                  <a:lnTo>
                    <a:pt x="498622" y="5717613"/>
                  </a:lnTo>
                  <a:lnTo>
                    <a:pt x="498716" y="5717613"/>
                  </a:lnTo>
                  <a:lnTo>
                    <a:pt x="498810" y="5717613"/>
                  </a:lnTo>
                  <a:lnTo>
                    <a:pt x="498904" y="5717613"/>
                  </a:lnTo>
                  <a:lnTo>
                    <a:pt x="498998" y="5717613"/>
                  </a:lnTo>
                  <a:lnTo>
                    <a:pt x="499092" y="5717613"/>
                  </a:lnTo>
                  <a:lnTo>
                    <a:pt x="499186" y="5717613"/>
                  </a:lnTo>
                  <a:lnTo>
                    <a:pt x="499280" y="5717613"/>
                  </a:lnTo>
                  <a:lnTo>
                    <a:pt x="499374" y="5717613"/>
                  </a:lnTo>
                  <a:lnTo>
                    <a:pt x="499468" y="5717613"/>
                  </a:lnTo>
                  <a:lnTo>
                    <a:pt x="499562" y="5717613"/>
                  </a:lnTo>
                  <a:lnTo>
                    <a:pt x="499656" y="5717613"/>
                  </a:lnTo>
                  <a:lnTo>
                    <a:pt x="499751" y="5717613"/>
                  </a:lnTo>
                  <a:lnTo>
                    <a:pt x="499845" y="5717613"/>
                  </a:lnTo>
                  <a:lnTo>
                    <a:pt x="499939" y="5717613"/>
                  </a:lnTo>
                  <a:lnTo>
                    <a:pt x="500033" y="5717613"/>
                  </a:lnTo>
                  <a:lnTo>
                    <a:pt x="500127" y="5717613"/>
                  </a:lnTo>
                  <a:lnTo>
                    <a:pt x="500221" y="5717613"/>
                  </a:lnTo>
                  <a:lnTo>
                    <a:pt x="500315" y="5717613"/>
                  </a:lnTo>
                  <a:lnTo>
                    <a:pt x="500409" y="5717613"/>
                  </a:lnTo>
                  <a:lnTo>
                    <a:pt x="500409" y="5712333"/>
                  </a:lnTo>
                  <a:lnTo>
                    <a:pt x="500503" y="5712333"/>
                  </a:lnTo>
                  <a:lnTo>
                    <a:pt x="500597" y="5712333"/>
                  </a:lnTo>
                  <a:lnTo>
                    <a:pt x="500691" y="5712333"/>
                  </a:lnTo>
                  <a:lnTo>
                    <a:pt x="500785" y="5712333"/>
                  </a:lnTo>
                  <a:lnTo>
                    <a:pt x="500879" y="5712333"/>
                  </a:lnTo>
                  <a:lnTo>
                    <a:pt x="500973" y="5712333"/>
                  </a:lnTo>
                  <a:lnTo>
                    <a:pt x="501067" y="5712333"/>
                  </a:lnTo>
                  <a:lnTo>
                    <a:pt x="501161" y="5712333"/>
                  </a:lnTo>
                  <a:lnTo>
                    <a:pt x="501255" y="5712333"/>
                  </a:lnTo>
                  <a:lnTo>
                    <a:pt x="501349" y="5712333"/>
                  </a:lnTo>
                  <a:lnTo>
                    <a:pt x="501443" y="5712333"/>
                  </a:lnTo>
                  <a:lnTo>
                    <a:pt x="501537" y="5712333"/>
                  </a:lnTo>
                  <a:lnTo>
                    <a:pt x="501631" y="5712333"/>
                  </a:lnTo>
                  <a:lnTo>
                    <a:pt x="501725" y="5712333"/>
                  </a:lnTo>
                  <a:lnTo>
                    <a:pt x="501819" y="5712333"/>
                  </a:lnTo>
                  <a:lnTo>
                    <a:pt x="501913" y="5712333"/>
                  </a:lnTo>
                  <a:lnTo>
                    <a:pt x="502007" y="5712333"/>
                  </a:lnTo>
                  <a:lnTo>
                    <a:pt x="502101" y="5712333"/>
                  </a:lnTo>
                  <a:lnTo>
                    <a:pt x="502195" y="5712333"/>
                  </a:lnTo>
                  <a:lnTo>
                    <a:pt x="502289" y="5712333"/>
                  </a:lnTo>
                  <a:lnTo>
                    <a:pt x="502383" y="5712333"/>
                  </a:lnTo>
                  <a:lnTo>
                    <a:pt x="502477" y="5712333"/>
                  </a:lnTo>
                  <a:lnTo>
                    <a:pt x="502571" y="5712333"/>
                  </a:lnTo>
                  <a:lnTo>
                    <a:pt x="502665" y="5712333"/>
                  </a:lnTo>
                  <a:lnTo>
                    <a:pt x="502759" y="5712333"/>
                  </a:lnTo>
                  <a:lnTo>
                    <a:pt x="502853" y="5712333"/>
                  </a:lnTo>
                  <a:lnTo>
                    <a:pt x="502947" y="5712333"/>
                  </a:lnTo>
                  <a:lnTo>
                    <a:pt x="503041" y="5712333"/>
                  </a:lnTo>
                  <a:lnTo>
                    <a:pt x="503135" y="5712333"/>
                  </a:lnTo>
                  <a:lnTo>
                    <a:pt x="503229" y="5712333"/>
                  </a:lnTo>
                  <a:lnTo>
                    <a:pt x="503324" y="5712333"/>
                  </a:lnTo>
                  <a:lnTo>
                    <a:pt x="503418" y="5712333"/>
                  </a:lnTo>
                  <a:lnTo>
                    <a:pt x="503418" y="5707054"/>
                  </a:lnTo>
                  <a:lnTo>
                    <a:pt x="503512" y="5707054"/>
                  </a:lnTo>
                  <a:lnTo>
                    <a:pt x="503606" y="5707054"/>
                  </a:lnTo>
                  <a:lnTo>
                    <a:pt x="503700" y="5707054"/>
                  </a:lnTo>
                  <a:lnTo>
                    <a:pt x="503794" y="5707054"/>
                  </a:lnTo>
                  <a:lnTo>
                    <a:pt x="503888" y="5707054"/>
                  </a:lnTo>
                  <a:lnTo>
                    <a:pt x="503982" y="5707054"/>
                  </a:lnTo>
                  <a:lnTo>
                    <a:pt x="504076" y="5707054"/>
                  </a:lnTo>
                  <a:lnTo>
                    <a:pt x="504170" y="5707054"/>
                  </a:lnTo>
                  <a:lnTo>
                    <a:pt x="504264" y="5707054"/>
                  </a:lnTo>
                  <a:lnTo>
                    <a:pt x="504358" y="5707054"/>
                  </a:lnTo>
                  <a:lnTo>
                    <a:pt x="504452" y="5707054"/>
                  </a:lnTo>
                  <a:lnTo>
                    <a:pt x="504546" y="5707054"/>
                  </a:lnTo>
                  <a:lnTo>
                    <a:pt x="504640" y="5707054"/>
                  </a:lnTo>
                  <a:lnTo>
                    <a:pt x="504734" y="5707054"/>
                  </a:lnTo>
                  <a:lnTo>
                    <a:pt x="504828" y="5707054"/>
                  </a:lnTo>
                  <a:lnTo>
                    <a:pt x="504922" y="5707054"/>
                  </a:lnTo>
                  <a:lnTo>
                    <a:pt x="505016" y="5707054"/>
                  </a:lnTo>
                  <a:lnTo>
                    <a:pt x="505110" y="5707054"/>
                  </a:lnTo>
                  <a:lnTo>
                    <a:pt x="505204" y="5707054"/>
                  </a:lnTo>
                  <a:lnTo>
                    <a:pt x="505298" y="5707054"/>
                  </a:lnTo>
                  <a:lnTo>
                    <a:pt x="505392" y="5707054"/>
                  </a:lnTo>
                  <a:lnTo>
                    <a:pt x="505486" y="5707054"/>
                  </a:lnTo>
                  <a:lnTo>
                    <a:pt x="505580" y="5707054"/>
                  </a:lnTo>
                  <a:lnTo>
                    <a:pt x="505674" y="5707054"/>
                  </a:lnTo>
                  <a:lnTo>
                    <a:pt x="505768" y="5707054"/>
                  </a:lnTo>
                  <a:lnTo>
                    <a:pt x="505862" y="5707054"/>
                  </a:lnTo>
                  <a:lnTo>
                    <a:pt x="505956" y="5707054"/>
                  </a:lnTo>
                  <a:lnTo>
                    <a:pt x="506050" y="5707054"/>
                  </a:lnTo>
                  <a:lnTo>
                    <a:pt x="506144" y="5707054"/>
                  </a:lnTo>
                  <a:lnTo>
                    <a:pt x="506238" y="5707054"/>
                  </a:lnTo>
                  <a:lnTo>
                    <a:pt x="506332" y="5707054"/>
                  </a:lnTo>
                  <a:lnTo>
                    <a:pt x="506426" y="5707054"/>
                  </a:lnTo>
                  <a:lnTo>
                    <a:pt x="506520" y="5707054"/>
                  </a:lnTo>
                  <a:lnTo>
                    <a:pt x="506614" y="5707054"/>
                  </a:lnTo>
                  <a:lnTo>
                    <a:pt x="506708" y="5707054"/>
                  </a:lnTo>
                  <a:lnTo>
                    <a:pt x="506802" y="5707054"/>
                  </a:lnTo>
                  <a:lnTo>
                    <a:pt x="506897" y="5707054"/>
                  </a:lnTo>
                  <a:lnTo>
                    <a:pt x="506991" y="5707054"/>
                  </a:lnTo>
                  <a:lnTo>
                    <a:pt x="507085" y="5707054"/>
                  </a:lnTo>
                  <a:lnTo>
                    <a:pt x="507179" y="5707054"/>
                  </a:lnTo>
                  <a:lnTo>
                    <a:pt x="507273" y="5707054"/>
                  </a:lnTo>
                  <a:lnTo>
                    <a:pt x="507367" y="5707054"/>
                  </a:lnTo>
                  <a:lnTo>
                    <a:pt x="507461" y="5707054"/>
                  </a:lnTo>
                  <a:lnTo>
                    <a:pt x="507555" y="5707054"/>
                  </a:lnTo>
                  <a:lnTo>
                    <a:pt x="507649" y="5707054"/>
                  </a:lnTo>
                  <a:lnTo>
                    <a:pt x="507743" y="5707054"/>
                  </a:lnTo>
                  <a:lnTo>
                    <a:pt x="507837" y="5707054"/>
                  </a:lnTo>
                  <a:lnTo>
                    <a:pt x="507931" y="5707054"/>
                  </a:lnTo>
                  <a:lnTo>
                    <a:pt x="508025" y="5707054"/>
                  </a:lnTo>
                  <a:lnTo>
                    <a:pt x="508119" y="5707054"/>
                  </a:lnTo>
                  <a:lnTo>
                    <a:pt x="508213" y="5707054"/>
                  </a:lnTo>
                  <a:lnTo>
                    <a:pt x="508213" y="5701775"/>
                  </a:lnTo>
                  <a:lnTo>
                    <a:pt x="508307" y="5701775"/>
                  </a:lnTo>
                  <a:lnTo>
                    <a:pt x="508401" y="5701775"/>
                  </a:lnTo>
                  <a:lnTo>
                    <a:pt x="508495" y="5701775"/>
                  </a:lnTo>
                  <a:lnTo>
                    <a:pt x="508589" y="5701775"/>
                  </a:lnTo>
                  <a:lnTo>
                    <a:pt x="508683" y="5701775"/>
                  </a:lnTo>
                  <a:lnTo>
                    <a:pt x="508777" y="5701775"/>
                  </a:lnTo>
                  <a:lnTo>
                    <a:pt x="508871" y="5701775"/>
                  </a:lnTo>
                  <a:lnTo>
                    <a:pt x="508965" y="5701775"/>
                  </a:lnTo>
                  <a:lnTo>
                    <a:pt x="509059" y="5701775"/>
                  </a:lnTo>
                  <a:lnTo>
                    <a:pt x="509153" y="5701775"/>
                  </a:lnTo>
                  <a:lnTo>
                    <a:pt x="509247" y="5701775"/>
                  </a:lnTo>
                  <a:lnTo>
                    <a:pt x="509341" y="5701775"/>
                  </a:lnTo>
                  <a:lnTo>
                    <a:pt x="509435" y="5701775"/>
                  </a:lnTo>
                  <a:lnTo>
                    <a:pt x="509529" y="5701775"/>
                  </a:lnTo>
                  <a:lnTo>
                    <a:pt x="509623" y="5701775"/>
                  </a:lnTo>
                  <a:lnTo>
                    <a:pt x="509717" y="5701775"/>
                  </a:lnTo>
                  <a:lnTo>
                    <a:pt x="509811" y="5701775"/>
                  </a:lnTo>
                  <a:lnTo>
                    <a:pt x="509905" y="5701775"/>
                  </a:lnTo>
                  <a:lnTo>
                    <a:pt x="509999" y="5701775"/>
                  </a:lnTo>
                  <a:lnTo>
                    <a:pt x="510093" y="5701775"/>
                  </a:lnTo>
                  <a:lnTo>
                    <a:pt x="510093" y="5696495"/>
                  </a:lnTo>
                  <a:lnTo>
                    <a:pt x="510093" y="5691216"/>
                  </a:lnTo>
                  <a:lnTo>
                    <a:pt x="510187" y="5691216"/>
                  </a:lnTo>
                  <a:lnTo>
                    <a:pt x="510281" y="5691216"/>
                  </a:lnTo>
                  <a:lnTo>
                    <a:pt x="510376" y="5691216"/>
                  </a:lnTo>
                  <a:lnTo>
                    <a:pt x="510470" y="5691216"/>
                  </a:lnTo>
                  <a:lnTo>
                    <a:pt x="510564" y="5691216"/>
                  </a:lnTo>
                  <a:lnTo>
                    <a:pt x="510658" y="5691216"/>
                  </a:lnTo>
                  <a:lnTo>
                    <a:pt x="510752" y="5691216"/>
                  </a:lnTo>
                  <a:lnTo>
                    <a:pt x="510846" y="5691216"/>
                  </a:lnTo>
                  <a:lnTo>
                    <a:pt x="510940" y="5691216"/>
                  </a:lnTo>
                  <a:lnTo>
                    <a:pt x="511034" y="5691216"/>
                  </a:lnTo>
                  <a:lnTo>
                    <a:pt x="511128" y="5691216"/>
                  </a:lnTo>
                  <a:lnTo>
                    <a:pt x="511222" y="5691216"/>
                  </a:lnTo>
                  <a:lnTo>
                    <a:pt x="511316" y="5691216"/>
                  </a:lnTo>
                  <a:lnTo>
                    <a:pt x="511410" y="5691216"/>
                  </a:lnTo>
                  <a:lnTo>
                    <a:pt x="511504" y="5691216"/>
                  </a:lnTo>
                  <a:lnTo>
                    <a:pt x="511598" y="5691216"/>
                  </a:lnTo>
                  <a:lnTo>
                    <a:pt x="511692" y="5691216"/>
                  </a:lnTo>
                  <a:lnTo>
                    <a:pt x="511786" y="5691216"/>
                  </a:lnTo>
                  <a:lnTo>
                    <a:pt x="511880" y="5691216"/>
                  </a:lnTo>
                  <a:lnTo>
                    <a:pt x="511974" y="5691216"/>
                  </a:lnTo>
                  <a:lnTo>
                    <a:pt x="511974" y="5685936"/>
                  </a:lnTo>
                  <a:lnTo>
                    <a:pt x="512068" y="5685936"/>
                  </a:lnTo>
                  <a:lnTo>
                    <a:pt x="512162" y="5685936"/>
                  </a:lnTo>
                  <a:lnTo>
                    <a:pt x="512256" y="5685936"/>
                  </a:lnTo>
                  <a:lnTo>
                    <a:pt x="512350" y="5685936"/>
                  </a:lnTo>
                  <a:lnTo>
                    <a:pt x="512444" y="5685936"/>
                  </a:lnTo>
                  <a:lnTo>
                    <a:pt x="512538" y="5685936"/>
                  </a:lnTo>
                  <a:lnTo>
                    <a:pt x="512632" y="5685936"/>
                  </a:lnTo>
                  <a:lnTo>
                    <a:pt x="512726" y="5685936"/>
                  </a:lnTo>
                  <a:lnTo>
                    <a:pt x="512820" y="5685936"/>
                  </a:lnTo>
                  <a:lnTo>
                    <a:pt x="512914" y="5685936"/>
                  </a:lnTo>
                  <a:lnTo>
                    <a:pt x="513008" y="5685936"/>
                  </a:lnTo>
                  <a:lnTo>
                    <a:pt x="513102" y="5685936"/>
                  </a:lnTo>
                  <a:lnTo>
                    <a:pt x="513196" y="5685936"/>
                  </a:lnTo>
                  <a:lnTo>
                    <a:pt x="513290" y="5685936"/>
                  </a:lnTo>
                  <a:lnTo>
                    <a:pt x="513384" y="5685936"/>
                  </a:lnTo>
                  <a:lnTo>
                    <a:pt x="513478" y="5685936"/>
                  </a:lnTo>
                  <a:lnTo>
                    <a:pt x="513572" y="5685936"/>
                  </a:lnTo>
                  <a:lnTo>
                    <a:pt x="513666" y="5685936"/>
                  </a:lnTo>
                  <a:lnTo>
                    <a:pt x="513760" y="5685936"/>
                  </a:lnTo>
                  <a:lnTo>
                    <a:pt x="513854" y="5685936"/>
                  </a:lnTo>
                  <a:lnTo>
                    <a:pt x="513949" y="5685936"/>
                  </a:lnTo>
                  <a:lnTo>
                    <a:pt x="514043" y="5685936"/>
                  </a:lnTo>
                  <a:lnTo>
                    <a:pt x="514137" y="5685936"/>
                  </a:lnTo>
                  <a:lnTo>
                    <a:pt x="514231" y="5685936"/>
                  </a:lnTo>
                  <a:lnTo>
                    <a:pt x="514325" y="5685936"/>
                  </a:lnTo>
                  <a:lnTo>
                    <a:pt x="514419" y="5685936"/>
                  </a:lnTo>
                  <a:lnTo>
                    <a:pt x="514419" y="5680657"/>
                  </a:lnTo>
                  <a:lnTo>
                    <a:pt x="514513" y="5680657"/>
                  </a:lnTo>
                  <a:lnTo>
                    <a:pt x="514607" y="5680657"/>
                  </a:lnTo>
                  <a:lnTo>
                    <a:pt x="514701" y="5680657"/>
                  </a:lnTo>
                  <a:lnTo>
                    <a:pt x="514795" y="5680657"/>
                  </a:lnTo>
                  <a:lnTo>
                    <a:pt x="514889" y="5680657"/>
                  </a:lnTo>
                  <a:lnTo>
                    <a:pt x="514983" y="5680657"/>
                  </a:lnTo>
                  <a:lnTo>
                    <a:pt x="515077" y="5680657"/>
                  </a:lnTo>
                  <a:lnTo>
                    <a:pt x="515171" y="5680657"/>
                  </a:lnTo>
                  <a:lnTo>
                    <a:pt x="515265" y="5680657"/>
                  </a:lnTo>
                  <a:lnTo>
                    <a:pt x="515359" y="5680657"/>
                  </a:lnTo>
                  <a:lnTo>
                    <a:pt x="515453" y="5680657"/>
                  </a:lnTo>
                  <a:lnTo>
                    <a:pt x="515547" y="5680657"/>
                  </a:lnTo>
                  <a:lnTo>
                    <a:pt x="515641" y="5680657"/>
                  </a:lnTo>
                  <a:lnTo>
                    <a:pt x="515735" y="5680657"/>
                  </a:lnTo>
                  <a:lnTo>
                    <a:pt x="515829" y="5680657"/>
                  </a:lnTo>
                  <a:lnTo>
                    <a:pt x="515923" y="5680657"/>
                  </a:lnTo>
                  <a:lnTo>
                    <a:pt x="516017" y="5680657"/>
                  </a:lnTo>
                  <a:lnTo>
                    <a:pt x="516111" y="5680657"/>
                  </a:lnTo>
                  <a:lnTo>
                    <a:pt x="516205" y="5680657"/>
                  </a:lnTo>
                  <a:lnTo>
                    <a:pt x="516299" y="5680657"/>
                  </a:lnTo>
                  <a:lnTo>
                    <a:pt x="516393" y="5680657"/>
                  </a:lnTo>
                  <a:lnTo>
                    <a:pt x="516487" y="5680657"/>
                  </a:lnTo>
                  <a:lnTo>
                    <a:pt x="516581" y="5680657"/>
                  </a:lnTo>
                  <a:lnTo>
                    <a:pt x="516675" y="5680657"/>
                  </a:lnTo>
                  <a:lnTo>
                    <a:pt x="516769" y="5680657"/>
                  </a:lnTo>
                  <a:lnTo>
                    <a:pt x="516863" y="5680657"/>
                  </a:lnTo>
                  <a:lnTo>
                    <a:pt x="516957" y="5680657"/>
                  </a:lnTo>
                  <a:lnTo>
                    <a:pt x="517051" y="5680657"/>
                  </a:lnTo>
                  <a:lnTo>
                    <a:pt x="517145" y="5680657"/>
                  </a:lnTo>
                  <a:lnTo>
                    <a:pt x="517239" y="5680657"/>
                  </a:lnTo>
                  <a:lnTo>
                    <a:pt x="517333" y="5680657"/>
                  </a:lnTo>
                  <a:lnTo>
                    <a:pt x="517427" y="5680657"/>
                  </a:lnTo>
                  <a:lnTo>
                    <a:pt x="517522" y="5680657"/>
                  </a:lnTo>
                  <a:lnTo>
                    <a:pt x="517616" y="5680657"/>
                  </a:lnTo>
                  <a:lnTo>
                    <a:pt x="517710" y="5680657"/>
                  </a:lnTo>
                  <a:lnTo>
                    <a:pt x="517804" y="5680657"/>
                  </a:lnTo>
                  <a:lnTo>
                    <a:pt x="517898" y="5680657"/>
                  </a:lnTo>
                  <a:lnTo>
                    <a:pt x="517992" y="5680657"/>
                  </a:lnTo>
                  <a:lnTo>
                    <a:pt x="518086" y="5680657"/>
                  </a:lnTo>
                  <a:lnTo>
                    <a:pt x="518180" y="5680657"/>
                  </a:lnTo>
                  <a:lnTo>
                    <a:pt x="518274" y="5680657"/>
                  </a:lnTo>
                  <a:lnTo>
                    <a:pt x="518368" y="5680657"/>
                  </a:lnTo>
                  <a:lnTo>
                    <a:pt x="518462" y="5680657"/>
                  </a:lnTo>
                  <a:lnTo>
                    <a:pt x="518556" y="5680657"/>
                  </a:lnTo>
                  <a:lnTo>
                    <a:pt x="518650" y="5680657"/>
                  </a:lnTo>
                  <a:lnTo>
                    <a:pt x="518744" y="5680657"/>
                  </a:lnTo>
                  <a:lnTo>
                    <a:pt x="518838" y="5680657"/>
                  </a:lnTo>
                  <a:lnTo>
                    <a:pt x="518932" y="5680657"/>
                  </a:lnTo>
                  <a:lnTo>
                    <a:pt x="519026" y="5680657"/>
                  </a:lnTo>
                  <a:lnTo>
                    <a:pt x="519120" y="5680657"/>
                  </a:lnTo>
                  <a:lnTo>
                    <a:pt x="519214" y="5680657"/>
                  </a:lnTo>
                  <a:lnTo>
                    <a:pt x="519308" y="5680657"/>
                  </a:lnTo>
                  <a:lnTo>
                    <a:pt x="519402" y="5680657"/>
                  </a:lnTo>
                  <a:lnTo>
                    <a:pt x="519496" y="5680657"/>
                  </a:lnTo>
                  <a:lnTo>
                    <a:pt x="519590" y="5680657"/>
                  </a:lnTo>
                  <a:lnTo>
                    <a:pt x="519684" y="5680657"/>
                  </a:lnTo>
                  <a:lnTo>
                    <a:pt x="519778" y="5680657"/>
                  </a:lnTo>
                  <a:lnTo>
                    <a:pt x="519872" y="5680657"/>
                  </a:lnTo>
                  <a:lnTo>
                    <a:pt x="519966" y="5680657"/>
                  </a:lnTo>
                  <a:lnTo>
                    <a:pt x="520060" y="5680657"/>
                  </a:lnTo>
                  <a:lnTo>
                    <a:pt x="520154" y="5680657"/>
                  </a:lnTo>
                  <a:lnTo>
                    <a:pt x="520248" y="5680657"/>
                  </a:lnTo>
                  <a:lnTo>
                    <a:pt x="520342" y="5680657"/>
                  </a:lnTo>
                  <a:lnTo>
                    <a:pt x="520436" y="5680657"/>
                  </a:lnTo>
                  <a:lnTo>
                    <a:pt x="520530" y="5680657"/>
                  </a:lnTo>
                  <a:lnTo>
                    <a:pt x="520624" y="5680657"/>
                  </a:lnTo>
                  <a:lnTo>
                    <a:pt x="520718" y="5680657"/>
                  </a:lnTo>
                  <a:lnTo>
                    <a:pt x="520812" y="5680657"/>
                  </a:lnTo>
                  <a:lnTo>
                    <a:pt x="520906" y="5680657"/>
                  </a:lnTo>
                  <a:lnTo>
                    <a:pt x="521001" y="5680657"/>
                  </a:lnTo>
                  <a:lnTo>
                    <a:pt x="521095" y="5680657"/>
                  </a:lnTo>
                  <a:lnTo>
                    <a:pt x="521189" y="5680657"/>
                  </a:lnTo>
                  <a:lnTo>
                    <a:pt x="521283" y="5680657"/>
                  </a:lnTo>
                  <a:lnTo>
                    <a:pt x="521377" y="5680657"/>
                  </a:lnTo>
                  <a:lnTo>
                    <a:pt x="521471" y="5680657"/>
                  </a:lnTo>
                  <a:lnTo>
                    <a:pt x="521565" y="5680657"/>
                  </a:lnTo>
                  <a:lnTo>
                    <a:pt x="521659" y="5680657"/>
                  </a:lnTo>
                  <a:lnTo>
                    <a:pt x="521753" y="5680657"/>
                  </a:lnTo>
                  <a:lnTo>
                    <a:pt x="521847" y="5680657"/>
                  </a:lnTo>
                  <a:lnTo>
                    <a:pt x="521941" y="5680657"/>
                  </a:lnTo>
                  <a:lnTo>
                    <a:pt x="522035" y="5680657"/>
                  </a:lnTo>
                  <a:lnTo>
                    <a:pt x="522129" y="5680657"/>
                  </a:lnTo>
                  <a:lnTo>
                    <a:pt x="522223" y="5680657"/>
                  </a:lnTo>
                  <a:lnTo>
                    <a:pt x="522317" y="5680657"/>
                  </a:lnTo>
                  <a:lnTo>
                    <a:pt x="522411" y="5680657"/>
                  </a:lnTo>
                  <a:lnTo>
                    <a:pt x="522505" y="5680657"/>
                  </a:lnTo>
                  <a:lnTo>
                    <a:pt x="522599" y="5680657"/>
                  </a:lnTo>
                  <a:lnTo>
                    <a:pt x="522693" y="5680657"/>
                  </a:lnTo>
                  <a:lnTo>
                    <a:pt x="522787" y="5680657"/>
                  </a:lnTo>
                  <a:lnTo>
                    <a:pt x="522881" y="5680657"/>
                  </a:lnTo>
                  <a:lnTo>
                    <a:pt x="522975" y="5680657"/>
                  </a:lnTo>
                  <a:lnTo>
                    <a:pt x="523069" y="5680657"/>
                  </a:lnTo>
                  <a:lnTo>
                    <a:pt x="523163" y="5680657"/>
                  </a:lnTo>
                  <a:lnTo>
                    <a:pt x="523257" y="5680657"/>
                  </a:lnTo>
                  <a:lnTo>
                    <a:pt x="523351" y="5680657"/>
                  </a:lnTo>
                  <a:lnTo>
                    <a:pt x="523445" y="5680657"/>
                  </a:lnTo>
                  <a:lnTo>
                    <a:pt x="523445" y="5675377"/>
                  </a:lnTo>
                  <a:lnTo>
                    <a:pt x="523539" y="5675377"/>
                  </a:lnTo>
                  <a:lnTo>
                    <a:pt x="523633" y="5675377"/>
                  </a:lnTo>
                  <a:lnTo>
                    <a:pt x="523727" y="5675377"/>
                  </a:lnTo>
                  <a:lnTo>
                    <a:pt x="523821" y="5675377"/>
                  </a:lnTo>
                  <a:lnTo>
                    <a:pt x="523915" y="5675377"/>
                  </a:lnTo>
                  <a:lnTo>
                    <a:pt x="524009" y="5675377"/>
                  </a:lnTo>
                  <a:lnTo>
                    <a:pt x="524103" y="5675377"/>
                  </a:lnTo>
                  <a:lnTo>
                    <a:pt x="524197" y="5675377"/>
                  </a:lnTo>
                  <a:lnTo>
                    <a:pt x="524291" y="5675377"/>
                  </a:lnTo>
                  <a:lnTo>
                    <a:pt x="524385" y="5675377"/>
                  </a:lnTo>
                  <a:lnTo>
                    <a:pt x="524479" y="5675377"/>
                  </a:lnTo>
                  <a:lnTo>
                    <a:pt x="524574" y="5675377"/>
                  </a:lnTo>
                  <a:lnTo>
                    <a:pt x="524668" y="5675377"/>
                  </a:lnTo>
                  <a:lnTo>
                    <a:pt x="524762" y="5675377"/>
                  </a:lnTo>
                  <a:lnTo>
                    <a:pt x="524856" y="5675377"/>
                  </a:lnTo>
                  <a:lnTo>
                    <a:pt x="524950" y="5675377"/>
                  </a:lnTo>
                  <a:lnTo>
                    <a:pt x="525044" y="5675377"/>
                  </a:lnTo>
                  <a:lnTo>
                    <a:pt x="525138" y="5675377"/>
                  </a:lnTo>
                  <a:lnTo>
                    <a:pt x="525232" y="5675377"/>
                  </a:lnTo>
                  <a:lnTo>
                    <a:pt x="525326" y="5675377"/>
                  </a:lnTo>
                  <a:lnTo>
                    <a:pt x="525420" y="5675377"/>
                  </a:lnTo>
                  <a:lnTo>
                    <a:pt x="525514" y="5675377"/>
                  </a:lnTo>
                  <a:lnTo>
                    <a:pt x="525608" y="5675377"/>
                  </a:lnTo>
                  <a:lnTo>
                    <a:pt x="525608" y="5670098"/>
                  </a:lnTo>
                  <a:lnTo>
                    <a:pt x="525702" y="5670098"/>
                  </a:lnTo>
                  <a:lnTo>
                    <a:pt x="525796" y="5670098"/>
                  </a:lnTo>
                  <a:lnTo>
                    <a:pt x="525890" y="5670098"/>
                  </a:lnTo>
                  <a:lnTo>
                    <a:pt x="525984" y="5670098"/>
                  </a:lnTo>
                  <a:lnTo>
                    <a:pt x="526078" y="5670098"/>
                  </a:lnTo>
                  <a:lnTo>
                    <a:pt x="526172" y="5670098"/>
                  </a:lnTo>
                  <a:lnTo>
                    <a:pt x="526266" y="5670098"/>
                  </a:lnTo>
                  <a:lnTo>
                    <a:pt x="526360" y="5670098"/>
                  </a:lnTo>
                  <a:lnTo>
                    <a:pt x="526454" y="5670098"/>
                  </a:lnTo>
                  <a:lnTo>
                    <a:pt x="526454" y="5664819"/>
                  </a:lnTo>
                  <a:lnTo>
                    <a:pt x="526548" y="5664819"/>
                  </a:lnTo>
                  <a:lnTo>
                    <a:pt x="526642" y="5664819"/>
                  </a:lnTo>
                  <a:lnTo>
                    <a:pt x="526736" y="5664819"/>
                  </a:lnTo>
                  <a:lnTo>
                    <a:pt x="526830" y="5664819"/>
                  </a:lnTo>
                  <a:lnTo>
                    <a:pt x="526924" y="5664819"/>
                  </a:lnTo>
                  <a:lnTo>
                    <a:pt x="527018" y="5664819"/>
                  </a:lnTo>
                  <a:lnTo>
                    <a:pt x="527112" y="5664819"/>
                  </a:lnTo>
                  <a:lnTo>
                    <a:pt x="527206" y="5664819"/>
                  </a:lnTo>
                  <a:lnTo>
                    <a:pt x="527300" y="5664819"/>
                  </a:lnTo>
                  <a:lnTo>
                    <a:pt x="527394" y="5664819"/>
                  </a:lnTo>
                  <a:lnTo>
                    <a:pt x="527488" y="5664819"/>
                  </a:lnTo>
                  <a:lnTo>
                    <a:pt x="527582" y="5664819"/>
                  </a:lnTo>
                  <a:lnTo>
                    <a:pt x="527676" y="5664819"/>
                  </a:lnTo>
                  <a:lnTo>
                    <a:pt x="527770" y="5664819"/>
                  </a:lnTo>
                  <a:lnTo>
                    <a:pt x="527864" y="5664819"/>
                  </a:lnTo>
                  <a:lnTo>
                    <a:pt x="527958" y="5664819"/>
                  </a:lnTo>
                  <a:lnTo>
                    <a:pt x="528052" y="5664819"/>
                  </a:lnTo>
                  <a:lnTo>
                    <a:pt x="528147" y="5664819"/>
                  </a:lnTo>
                  <a:lnTo>
                    <a:pt x="528241" y="5664819"/>
                  </a:lnTo>
                  <a:lnTo>
                    <a:pt x="528335" y="5664819"/>
                  </a:lnTo>
                  <a:lnTo>
                    <a:pt x="528429" y="5664819"/>
                  </a:lnTo>
                  <a:lnTo>
                    <a:pt x="528523" y="5664819"/>
                  </a:lnTo>
                  <a:lnTo>
                    <a:pt x="528617" y="5664819"/>
                  </a:lnTo>
                  <a:lnTo>
                    <a:pt x="528711" y="5664819"/>
                  </a:lnTo>
                  <a:lnTo>
                    <a:pt x="528805" y="5664819"/>
                  </a:lnTo>
                  <a:lnTo>
                    <a:pt x="528899" y="5664819"/>
                  </a:lnTo>
                  <a:lnTo>
                    <a:pt x="528993" y="5664819"/>
                  </a:lnTo>
                  <a:lnTo>
                    <a:pt x="529087" y="5664819"/>
                  </a:lnTo>
                  <a:lnTo>
                    <a:pt x="529181" y="5664819"/>
                  </a:lnTo>
                  <a:lnTo>
                    <a:pt x="529275" y="5664819"/>
                  </a:lnTo>
                  <a:lnTo>
                    <a:pt x="529369" y="5664819"/>
                  </a:lnTo>
                  <a:lnTo>
                    <a:pt x="529463" y="5664819"/>
                  </a:lnTo>
                  <a:lnTo>
                    <a:pt x="529557" y="5664819"/>
                  </a:lnTo>
                  <a:lnTo>
                    <a:pt x="529651" y="5664819"/>
                  </a:lnTo>
                  <a:lnTo>
                    <a:pt x="529745" y="5664819"/>
                  </a:lnTo>
                  <a:lnTo>
                    <a:pt x="529839" y="5664819"/>
                  </a:lnTo>
                  <a:lnTo>
                    <a:pt x="529933" y="5664819"/>
                  </a:lnTo>
                  <a:lnTo>
                    <a:pt x="530027" y="5664819"/>
                  </a:lnTo>
                  <a:lnTo>
                    <a:pt x="530121" y="5664819"/>
                  </a:lnTo>
                  <a:lnTo>
                    <a:pt x="530215" y="5664819"/>
                  </a:lnTo>
                  <a:lnTo>
                    <a:pt x="530309" y="5664819"/>
                  </a:lnTo>
                  <a:lnTo>
                    <a:pt x="530403" y="5664819"/>
                  </a:lnTo>
                  <a:lnTo>
                    <a:pt x="530497" y="5664819"/>
                  </a:lnTo>
                  <a:lnTo>
                    <a:pt x="530497" y="5659539"/>
                  </a:lnTo>
                  <a:lnTo>
                    <a:pt x="530591" y="5659539"/>
                  </a:lnTo>
                  <a:lnTo>
                    <a:pt x="530685" y="5659539"/>
                  </a:lnTo>
                  <a:lnTo>
                    <a:pt x="530779" y="5659539"/>
                  </a:lnTo>
                  <a:lnTo>
                    <a:pt x="530873" y="5659539"/>
                  </a:lnTo>
                  <a:lnTo>
                    <a:pt x="530967" y="5659539"/>
                  </a:lnTo>
                  <a:lnTo>
                    <a:pt x="531061" y="5659539"/>
                  </a:lnTo>
                  <a:lnTo>
                    <a:pt x="531155" y="5659539"/>
                  </a:lnTo>
                  <a:lnTo>
                    <a:pt x="531249" y="5659539"/>
                  </a:lnTo>
                  <a:lnTo>
                    <a:pt x="531343" y="5659539"/>
                  </a:lnTo>
                  <a:lnTo>
                    <a:pt x="531437" y="5659539"/>
                  </a:lnTo>
                  <a:lnTo>
                    <a:pt x="531531" y="5659539"/>
                  </a:lnTo>
                  <a:lnTo>
                    <a:pt x="531626" y="5659539"/>
                  </a:lnTo>
                  <a:lnTo>
                    <a:pt x="531720" y="5659539"/>
                  </a:lnTo>
                  <a:lnTo>
                    <a:pt x="531814" y="5659539"/>
                  </a:lnTo>
                  <a:lnTo>
                    <a:pt x="531908" y="5659539"/>
                  </a:lnTo>
                  <a:lnTo>
                    <a:pt x="532002" y="5659539"/>
                  </a:lnTo>
                  <a:lnTo>
                    <a:pt x="532096" y="5659539"/>
                  </a:lnTo>
                  <a:lnTo>
                    <a:pt x="532190" y="5659539"/>
                  </a:lnTo>
                  <a:lnTo>
                    <a:pt x="532284" y="5659539"/>
                  </a:lnTo>
                  <a:lnTo>
                    <a:pt x="532378" y="5659539"/>
                  </a:lnTo>
                  <a:lnTo>
                    <a:pt x="532472" y="5659539"/>
                  </a:lnTo>
                  <a:lnTo>
                    <a:pt x="532566" y="5659539"/>
                  </a:lnTo>
                  <a:lnTo>
                    <a:pt x="532660" y="5659539"/>
                  </a:lnTo>
                  <a:lnTo>
                    <a:pt x="532754" y="5659539"/>
                  </a:lnTo>
                  <a:lnTo>
                    <a:pt x="532848" y="5659539"/>
                  </a:lnTo>
                  <a:lnTo>
                    <a:pt x="532942" y="5659539"/>
                  </a:lnTo>
                  <a:lnTo>
                    <a:pt x="533036" y="5659539"/>
                  </a:lnTo>
                  <a:lnTo>
                    <a:pt x="533130" y="5659539"/>
                  </a:lnTo>
                  <a:lnTo>
                    <a:pt x="533224" y="5659539"/>
                  </a:lnTo>
                  <a:lnTo>
                    <a:pt x="533318" y="5659539"/>
                  </a:lnTo>
                  <a:lnTo>
                    <a:pt x="533412" y="5659539"/>
                  </a:lnTo>
                  <a:lnTo>
                    <a:pt x="533506" y="5659539"/>
                  </a:lnTo>
                  <a:lnTo>
                    <a:pt x="533600" y="5659539"/>
                  </a:lnTo>
                  <a:lnTo>
                    <a:pt x="533694" y="5659539"/>
                  </a:lnTo>
                  <a:lnTo>
                    <a:pt x="533788" y="5659539"/>
                  </a:lnTo>
                  <a:lnTo>
                    <a:pt x="533882" y="5659539"/>
                  </a:lnTo>
                  <a:lnTo>
                    <a:pt x="533976" y="5659539"/>
                  </a:lnTo>
                  <a:lnTo>
                    <a:pt x="534070" y="5659539"/>
                  </a:lnTo>
                  <a:lnTo>
                    <a:pt x="534164" y="5659539"/>
                  </a:lnTo>
                  <a:lnTo>
                    <a:pt x="534258" y="5659539"/>
                  </a:lnTo>
                  <a:lnTo>
                    <a:pt x="534352" y="5659539"/>
                  </a:lnTo>
                  <a:lnTo>
                    <a:pt x="534446" y="5659539"/>
                  </a:lnTo>
                  <a:lnTo>
                    <a:pt x="534540" y="5659539"/>
                  </a:lnTo>
                  <a:lnTo>
                    <a:pt x="534634" y="5659539"/>
                  </a:lnTo>
                  <a:lnTo>
                    <a:pt x="534728" y="5659539"/>
                  </a:lnTo>
                  <a:lnTo>
                    <a:pt x="534822" y="5659539"/>
                  </a:lnTo>
                  <a:lnTo>
                    <a:pt x="534916" y="5659539"/>
                  </a:lnTo>
                  <a:lnTo>
                    <a:pt x="535010" y="5659539"/>
                  </a:lnTo>
                  <a:lnTo>
                    <a:pt x="535104" y="5659539"/>
                  </a:lnTo>
                  <a:lnTo>
                    <a:pt x="535199" y="5659539"/>
                  </a:lnTo>
                  <a:lnTo>
                    <a:pt x="535293" y="5659539"/>
                  </a:lnTo>
                  <a:lnTo>
                    <a:pt x="535387" y="5659539"/>
                  </a:lnTo>
                  <a:lnTo>
                    <a:pt x="535481" y="5659539"/>
                  </a:lnTo>
                  <a:lnTo>
                    <a:pt x="535575" y="5659539"/>
                  </a:lnTo>
                  <a:lnTo>
                    <a:pt x="535669" y="5659539"/>
                  </a:lnTo>
                  <a:lnTo>
                    <a:pt x="535763" y="5659539"/>
                  </a:lnTo>
                  <a:lnTo>
                    <a:pt x="535857" y="5659539"/>
                  </a:lnTo>
                  <a:lnTo>
                    <a:pt x="535951" y="5659539"/>
                  </a:lnTo>
                  <a:lnTo>
                    <a:pt x="536045" y="5659539"/>
                  </a:lnTo>
                  <a:lnTo>
                    <a:pt x="536139" y="5659539"/>
                  </a:lnTo>
                  <a:lnTo>
                    <a:pt x="536233" y="5659539"/>
                  </a:lnTo>
                  <a:lnTo>
                    <a:pt x="536327" y="5659539"/>
                  </a:lnTo>
                  <a:lnTo>
                    <a:pt x="536421" y="5659539"/>
                  </a:lnTo>
                  <a:lnTo>
                    <a:pt x="536515" y="5659539"/>
                  </a:lnTo>
                  <a:lnTo>
                    <a:pt x="536609" y="5659539"/>
                  </a:lnTo>
                  <a:lnTo>
                    <a:pt x="536703" y="5659539"/>
                  </a:lnTo>
                  <a:lnTo>
                    <a:pt x="536797" y="5659539"/>
                  </a:lnTo>
                  <a:lnTo>
                    <a:pt x="536891" y="5659539"/>
                  </a:lnTo>
                  <a:lnTo>
                    <a:pt x="536985" y="5659539"/>
                  </a:lnTo>
                  <a:lnTo>
                    <a:pt x="536985" y="5654260"/>
                  </a:lnTo>
                  <a:lnTo>
                    <a:pt x="537079" y="5654260"/>
                  </a:lnTo>
                  <a:lnTo>
                    <a:pt x="537173" y="5654260"/>
                  </a:lnTo>
                  <a:lnTo>
                    <a:pt x="537267" y="5654260"/>
                  </a:lnTo>
                  <a:lnTo>
                    <a:pt x="537361" y="5654260"/>
                  </a:lnTo>
                  <a:lnTo>
                    <a:pt x="537455" y="5654260"/>
                  </a:lnTo>
                  <a:lnTo>
                    <a:pt x="537549" y="5654260"/>
                  </a:lnTo>
                  <a:lnTo>
                    <a:pt x="537643" y="5654260"/>
                  </a:lnTo>
                  <a:lnTo>
                    <a:pt x="537737" y="5654260"/>
                  </a:lnTo>
                  <a:lnTo>
                    <a:pt x="537831" y="5654260"/>
                  </a:lnTo>
                  <a:lnTo>
                    <a:pt x="537925" y="5654260"/>
                  </a:lnTo>
                  <a:lnTo>
                    <a:pt x="538019" y="5654260"/>
                  </a:lnTo>
                  <a:lnTo>
                    <a:pt x="538113" y="5654260"/>
                  </a:lnTo>
                  <a:lnTo>
                    <a:pt x="538207" y="5654260"/>
                  </a:lnTo>
                  <a:lnTo>
                    <a:pt x="538301" y="5654260"/>
                  </a:lnTo>
                  <a:lnTo>
                    <a:pt x="538395" y="5654260"/>
                  </a:lnTo>
                  <a:lnTo>
                    <a:pt x="538489" y="5654260"/>
                  </a:lnTo>
                  <a:lnTo>
                    <a:pt x="538583" y="5654260"/>
                  </a:lnTo>
                  <a:lnTo>
                    <a:pt x="538677" y="5654260"/>
                  </a:lnTo>
                  <a:lnTo>
                    <a:pt x="538772" y="5654260"/>
                  </a:lnTo>
                  <a:lnTo>
                    <a:pt x="538866" y="5654260"/>
                  </a:lnTo>
                  <a:lnTo>
                    <a:pt x="538960" y="5654260"/>
                  </a:lnTo>
                  <a:lnTo>
                    <a:pt x="539054" y="5654260"/>
                  </a:lnTo>
                  <a:lnTo>
                    <a:pt x="539148" y="5654260"/>
                  </a:lnTo>
                  <a:lnTo>
                    <a:pt x="539242" y="5654260"/>
                  </a:lnTo>
                  <a:lnTo>
                    <a:pt x="539336" y="5654260"/>
                  </a:lnTo>
                  <a:lnTo>
                    <a:pt x="539430" y="5654260"/>
                  </a:lnTo>
                  <a:lnTo>
                    <a:pt x="539524" y="5654260"/>
                  </a:lnTo>
                  <a:lnTo>
                    <a:pt x="539618" y="5654260"/>
                  </a:lnTo>
                  <a:lnTo>
                    <a:pt x="539712" y="5654260"/>
                  </a:lnTo>
                  <a:lnTo>
                    <a:pt x="539806" y="5654260"/>
                  </a:lnTo>
                  <a:lnTo>
                    <a:pt x="539900" y="5654260"/>
                  </a:lnTo>
                  <a:lnTo>
                    <a:pt x="539900" y="5648980"/>
                  </a:lnTo>
                  <a:lnTo>
                    <a:pt x="539994" y="5648980"/>
                  </a:lnTo>
                  <a:lnTo>
                    <a:pt x="540088" y="5648980"/>
                  </a:lnTo>
                  <a:lnTo>
                    <a:pt x="540182" y="5648980"/>
                  </a:lnTo>
                  <a:lnTo>
                    <a:pt x="540276" y="5648980"/>
                  </a:lnTo>
                  <a:lnTo>
                    <a:pt x="540370" y="5648980"/>
                  </a:lnTo>
                  <a:lnTo>
                    <a:pt x="540464" y="5648980"/>
                  </a:lnTo>
                  <a:lnTo>
                    <a:pt x="540558" y="5648980"/>
                  </a:lnTo>
                  <a:lnTo>
                    <a:pt x="540652" y="5648980"/>
                  </a:lnTo>
                  <a:lnTo>
                    <a:pt x="540746" y="5648980"/>
                  </a:lnTo>
                  <a:lnTo>
                    <a:pt x="540840" y="5648980"/>
                  </a:lnTo>
                  <a:lnTo>
                    <a:pt x="540934" y="5648980"/>
                  </a:lnTo>
                  <a:lnTo>
                    <a:pt x="541028" y="5648980"/>
                  </a:lnTo>
                  <a:lnTo>
                    <a:pt x="541122" y="5648980"/>
                  </a:lnTo>
                  <a:lnTo>
                    <a:pt x="541216" y="5648980"/>
                  </a:lnTo>
                  <a:lnTo>
                    <a:pt x="541310" y="5648980"/>
                  </a:lnTo>
                  <a:lnTo>
                    <a:pt x="541404" y="5648980"/>
                  </a:lnTo>
                  <a:lnTo>
                    <a:pt x="541498" y="5648980"/>
                  </a:lnTo>
                  <a:lnTo>
                    <a:pt x="541592" y="5648980"/>
                  </a:lnTo>
                  <a:lnTo>
                    <a:pt x="541686" y="5648980"/>
                  </a:lnTo>
                  <a:lnTo>
                    <a:pt x="541780" y="5648980"/>
                  </a:lnTo>
                  <a:lnTo>
                    <a:pt x="541874" y="5648980"/>
                  </a:lnTo>
                  <a:lnTo>
                    <a:pt x="541874" y="5643701"/>
                  </a:lnTo>
                  <a:lnTo>
                    <a:pt x="541968" y="5643701"/>
                  </a:lnTo>
                  <a:lnTo>
                    <a:pt x="542062" y="5643701"/>
                  </a:lnTo>
                  <a:lnTo>
                    <a:pt x="542156" y="5643701"/>
                  </a:lnTo>
                  <a:lnTo>
                    <a:pt x="542250" y="5643701"/>
                  </a:lnTo>
                  <a:lnTo>
                    <a:pt x="542345" y="5643701"/>
                  </a:lnTo>
                  <a:lnTo>
                    <a:pt x="542439" y="5643701"/>
                  </a:lnTo>
                  <a:lnTo>
                    <a:pt x="542533" y="5643701"/>
                  </a:lnTo>
                  <a:lnTo>
                    <a:pt x="542627" y="5643701"/>
                  </a:lnTo>
                  <a:lnTo>
                    <a:pt x="542721" y="5643701"/>
                  </a:lnTo>
                  <a:lnTo>
                    <a:pt x="542815" y="5643701"/>
                  </a:lnTo>
                  <a:lnTo>
                    <a:pt x="542909" y="5643701"/>
                  </a:lnTo>
                  <a:lnTo>
                    <a:pt x="543003" y="5643701"/>
                  </a:lnTo>
                  <a:lnTo>
                    <a:pt x="543097" y="5643701"/>
                  </a:lnTo>
                  <a:lnTo>
                    <a:pt x="543191" y="5643701"/>
                  </a:lnTo>
                  <a:lnTo>
                    <a:pt x="543285" y="5643701"/>
                  </a:lnTo>
                  <a:lnTo>
                    <a:pt x="543379" y="5643701"/>
                  </a:lnTo>
                  <a:lnTo>
                    <a:pt x="543379" y="5638421"/>
                  </a:lnTo>
                  <a:lnTo>
                    <a:pt x="543473" y="5638421"/>
                  </a:lnTo>
                  <a:lnTo>
                    <a:pt x="543567" y="5638421"/>
                  </a:lnTo>
                  <a:lnTo>
                    <a:pt x="543661" y="5638421"/>
                  </a:lnTo>
                  <a:lnTo>
                    <a:pt x="543755" y="5638421"/>
                  </a:lnTo>
                  <a:lnTo>
                    <a:pt x="543849" y="5638421"/>
                  </a:lnTo>
                  <a:lnTo>
                    <a:pt x="543943" y="5638421"/>
                  </a:lnTo>
                  <a:lnTo>
                    <a:pt x="544037" y="5638421"/>
                  </a:lnTo>
                  <a:lnTo>
                    <a:pt x="544131" y="5638421"/>
                  </a:lnTo>
                  <a:lnTo>
                    <a:pt x="544225" y="5638421"/>
                  </a:lnTo>
                  <a:lnTo>
                    <a:pt x="544319" y="5638421"/>
                  </a:lnTo>
                  <a:lnTo>
                    <a:pt x="544413" y="5638421"/>
                  </a:lnTo>
                  <a:lnTo>
                    <a:pt x="544507" y="5638421"/>
                  </a:lnTo>
                  <a:lnTo>
                    <a:pt x="544601" y="5638421"/>
                  </a:lnTo>
                  <a:lnTo>
                    <a:pt x="544695" y="5638421"/>
                  </a:lnTo>
                  <a:lnTo>
                    <a:pt x="544789" y="5638421"/>
                  </a:lnTo>
                  <a:lnTo>
                    <a:pt x="544883" y="5638421"/>
                  </a:lnTo>
                  <a:lnTo>
                    <a:pt x="544977" y="5638421"/>
                  </a:lnTo>
                  <a:lnTo>
                    <a:pt x="545071" y="5638421"/>
                  </a:lnTo>
                  <a:lnTo>
                    <a:pt x="545165" y="5638421"/>
                  </a:lnTo>
                  <a:lnTo>
                    <a:pt x="545259" y="5638421"/>
                  </a:lnTo>
                  <a:lnTo>
                    <a:pt x="545353" y="5638421"/>
                  </a:lnTo>
                  <a:lnTo>
                    <a:pt x="545447" y="5638421"/>
                  </a:lnTo>
                  <a:lnTo>
                    <a:pt x="545541" y="5638421"/>
                  </a:lnTo>
                  <a:lnTo>
                    <a:pt x="545635" y="5638421"/>
                  </a:lnTo>
                  <a:lnTo>
                    <a:pt x="545729" y="5638421"/>
                  </a:lnTo>
                  <a:lnTo>
                    <a:pt x="545729" y="5633142"/>
                  </a:lnTo>
                  <a:lnTo>
                    <a:pt x="545824" y="5633142"/>
                  </a:lnTo>
                  <a:lnTo>
                    <a:pt x="545918" y="5633142"/>
                  </a:lnTo>
                  <a:lnTo>
                    <a:pt x="546012" y="5633142"/>
                  </a:lnTo>
                  <a:lnTo>
                    <a:pt x="546106" y="5633142"/>
                  </a:lnTo>
                  <a:lnTo>
                    <a:pt x="546200" y="5633142"/>
                  </a:lnTo>
                  <a:lnTo>
                    <a:pt x="546294" y="5633142"/>
                  </a:lnTo>
                  <a:lnTo>
                    <a:pt x="546388" y="5633142"/>
                  </a:lnTo>
                  <a:lnTo>
                    <a:pt x="546482" y="5633142"/>
                  </a:lnTo>
                  <a:lnTo>
                    <a:pt x="546576" y="5633142"/>
                  </a:lnTo>
                  <a:lnTo>
                    <a:pt x="546670" y="5633142"/>
                  </a:lnTo>
                  <a:lnTo>
                    <a:pt x="546764" y="5633142"/>
                  </a:lnTo>
                  <a:lnTo>
                    <a:pt x="546858" y="5633142"/>
                  </a:lnTo>
                  <a:lnTo>
                    <a:pt x="546952" y="5633142"/>
                  </a:lnTo>
                  <a:lnTo>
                    <a:pt x="547046" y="5633142"/>
                  </a:lnTo>
                  <a:lnTo>
                    <a:pt x="547140" y="5633142"/>
                  </a:lnTo>
                  <a:lnTo>
                    <a:pt x="547234" y="5633142"/>
                  </a:lnTo>
                  <a:lnTo>
                    <a:pt x="547328" y="5633142"/>
                  </a:lnTo>
                  <a:lnTo>
                    <a:pt x="547422" y="5633142"/>
                  </a:lnTo>
                  <a:lnTo>
                    <a:pt x="547516" y="5633142"/>
                  </a:lnTo>
                  <a:lnTo>
                    <a:pt x="547610" y="5633142"/>
                  </a:lnTo>
                  <a:lnTo>
                    <a:pt x="547704" y="5633142"/>
                  </a:lnTo>
                  <a:lnTo>
                    <a:pt x="547798" y="5633142"/>
                  </a:lnTo>
                  <a:lnTo>
                    <a:pt x="547892" y="5633142"/>
                  </a:lnTo>
                  <a:lnTo>
                    <a:pt x="547986" y="5633142"/>
                  </a:lnTo>
                  <a:lnTo>
                    <a:pt x="548080" y="5633142"/>
                  </a:lnTo>
                  <a:lnTo>
                    <a:pt x="548174" y="5633142"/>
                  </a:lnTo>
                  <a:lnTo>
                    <a:pt x="548268" y="5633142"/>
                  </a:lnTo>
                  <a:lnTo>
                    <a:pt x="548362" y="5633142"/>
                  </a:lnTo>
                  <a:lnTo>
                    <a:pt x="548362" y="5627863"/>
                  </a:lnTo>
                  <a:lnTo>
                    <a:pt x="548456" y="5627863"/>
                  </a:lnTo>
                  <a:lnTo>
                    <a:pt x="548550" y="5627863"/>
                  </a:lnTo>
                  <a:lnTo>
                    <a:pt x="548644" y="5627863"/>
                  </a:lnTo>
                  <a:lnTo>
                    <a:pt x="548738" y="5627863"/>
                  </a:lnTo>
                  <a:lnTo>
                    <a:pt x="548832" y="5627863"/>
                  </a:lnTo>
                  <a:lnTo>
                    <a:pt x="548926" y="5627863"/>
                  </a:lnTo>
                  <a:lnTo>
                    <a:pt x="549020" y="5627863"/>
                  </a:lnTo>
                  <a:lnTo>
                    <a:pt x="549114" y="5627863"/>
                  </a:lnTo>
                  <a:lnTo>
                    <a:pt x="549208" y="5627863"/>
                  </a:lnTo>
                  <a:lnTo>
                    <a:pt x="549302" y="5627863"/>
                  </a:lnTo>
                  <a:lnTo>
                    <a:pt x="549397" y="5627863"/>
                  </a:lnTo>
                  <a:lnTo>
                    <a:pt x="549491" y="5627863"/>
                  </a:lnTo>
                  <a:lnTo>
                    <a:pt x="549585" y="5627863"/>
                  </a:lnTo>
                  <a:lnTo>
                    <a:pt x="549679" y="5627863"/>
                  </a:lnTo>
                  <a:lnTo>
                    <a:pt x="549773" y="5627863"/>
                  </a:lnTo>
                  <a:lnTo>
                    <a:pt x="549867" y="5627863"/>
                  </a:lnTo>
                  <a:lnTo>
                    <a:pt x="549961" y="5627863"/>
                  </a:lnTo>
                  <a:lnTo>
                    <a:pt x="550055" y="5627863"/>
                  </a:lnTo>
                  <a:lnTo>
                    <a:pt x="550149" y="5627863"/>
                  </a:lnTo>
                  <a:lnTo>
                    <a:pt x="550243" y="5627863"/>
                  </a:lnTo>
                  <a:lnTo>
                    <a:pt x="550337" y="5627863"/>
                  </a:lnTo>
                  <a:lnTo>
                    <a:pt x="550431" y="5627863"/>
                  </a:lnTo>
                  <a:lnTo>
                    <a:pt x="550525" y="5627863"/>
                  </a:lnTo>
                  <a:lnTo>
                    <a:pt x="550619" y="5627863"/>
                  </a:lnTo>
                  <a:lnTo>
                    <a:pt x="550713" y="5627863"/>
                  </a:lnTo>
                  <a:lnTo>
                    <a:pt x="550807" y="5627863"/>
                  </a:lnTo>
                  <a:lnTo>
                    <a:pt x="550901" y="5627863"/>
                  </a:lnTo>
                  <a:lnTo>
                    <a:pt x="550995" y="5627863"/>
                  </a:lnTo>
                  <a:lnTo>
                    <a:pt x="551089" y="5627863"/>
                  </a:lnTo>
                  <a:lnTo>
                    <a:pt x="551183" y="5627863"/>
                  </a:lnTo>
                  <a:lnTo>
                    <a:pt x="551277" y="5627863"/>
                  </a:lnTo>
                  <a:lnTo>
                    <a:pt x="551371" y="5627863"/>
                  </a:lnTo>
                  <a:lnTo>
                    <a:pt x="551465" y="5627863"/>
                  </a:lnTo>
                  <a:lnTo>
                    <a:pt x="551559" y="5627863"/>
                  </a:lnTo>
                  <a:lnTo>
                    <a:pt x="551653" y="5627863"/>
                  </a:lnTo>
                  <a:lnTo>
                    <a:pt x="551747" y="5627863"/>
                  </a:lnTo>
                  <a:lnTo>
                    <a:pt x="551841" y="5627863"/>
                  </a:lnTo>
                  <a:lnTo>
                    <a:pt x="551935" y="5627863"/>
                  </a:lnTo>
                  <a:lnTo>
                    <a:pt x="552029" y="5627863"/>
                  </a:lnTo>
                  <a:lnTo>
                    <a:pt x="552123" y="5627863"/>
                  </a:lnTo>
                  <a:lnTo>
                    <a:pt x="552217" y="5627863"/>
                  </a:lnTo>
                  <a:lnTo>
                    <a:pt x="552311" y="5627863"/>
                  </a:lnTo>
                  <a:lnTo>
                    <a:pt x="552405" y="5627863"/>
                  </a:lnTo>
                  <a:lnTo>
                    <a:pt x="552499" y="5627863"/>
                  </a:lnTo>
                  <a:lnTo>
                    <a:pt x="552593" y="5627863"/>
                  </a:lnTo>
                  <a:lnTo>
                    <a:pt x="552687" y="5627863"/>
                  </a:lnTo>
                  <a:lnTo>
                    <a:pt x="552781" y="5627863"/>
                  </a:lnTo>
                  <a:lnTo>
                    <a:pt x="552875" y="5627863"/>
                  </a:lnTo>
                  <a:lnTo>
                    <a:pt x="552970" y="5627863"/>
                  </a:lnTo>
                  <a:lnTo>
                    <a:pt x="553064" y="5627863"/>
                  </a:lnTo>
                  <a:lnTo>
                    <a:pt x="553158" y="5627863"/>
                  </a:lnTo>
                  <a:lnTo>
                    <a:pt x="553252" y="5627863"/>
                  </a:lnTo>
                  <a:lnTo>
                    <a:pt x="553346" y="5627863"/>
                  </a:lnTo>
                  <a:lnTo>
                    <a:pt x="553440" y="5627863"/>
                  </a:lnTo>
                  <a:lnTo>
                    <a:pt x="553534" y="5627863"/>
                  </a:lnTo>
                  <a:lnTo>
                    <a:pt x="553628" y="5627863"/>
                  </a:lnTo>
                  <a:lnTo>
                    <a:pt x="553722" y="5627863"/>
                  </a:lnTo>
                  <a:lnTo>
                    <a:pt x="553816" y="5627863"/>
                  </a:lnTo>
                  <a:lnTo>
                    <a:pt x="553910" y="5627863"/>
                  </a:lnTo>
                  <a:lnTo>
                    <a:pt x="554004" y="5627863"/>
                  </a:lnTo>
                  <a:lnTo>
                    <a:pt x="554098" y="5627863"/>
                  </a:lnTo>
                  <a:lnTo>
                    <a:pt x="554192" y="5627863"/>
                  </a:lnTo>
                  <a:lnTo>
                    <a:pt x="554286" y="5627863"/>
                  </a:lnTo>
                  <a:lnTo>
                    <a:pt x="554380" y="5627863"/>
                  </a:lnTo>
                  <a:lnTo>
                    <a:pt x="554474" y="5627863"/>
                  </a:lnTo>
                  <a:lnTo>
                    <a:pt x="554568" y="5627863"/>
                  </a:lnTo>
                  <a:lnTo>
                    <a:pt x="554662" y="5627863"/>
                  </a:lnTo>
                  <a:lnTo>
                    <a:pt x="554756" y="5627863"/>
                  </a:lnTo>
                  <a:lnTo>
                    <a:pt x="554850" y="5627863"/>
                  </a:lnTo>
                  <a:lnTo>
                    <a:pt x="554944" y="5627863"/>
                  </a:lnTo>
                  <a:lnTo>
                    <a:pt x="555038" y="5627863"/>
                  </a:lnTo>
                  <a:lnTo>
                    <a:pt x="555132" y="5627863"/>
                  </a:lnTo>
                  <a:lnTo>
                    <a:pt x="555226" y="5627863"/>
                  </a:lnTo>
                  <a:lnTo>
                    <a:pt x="555320" y="5627863"/>
                  </a:lnTo>
                  <a:lnTo>
                    <a:pt x="555414" y="5627863"/>
                  </a:lnTo>
                  <a:lnTo>
                    <a:pt x="555508" y="5627863"/>
                  </a:lnTo>
                  <a:lnTo>
                    <a:pt x="555602" y="5627863"/>
                  </a:lnTo>
                  <a:lnTo>
                    <a:pt x="555696" y="5627863"/>
                  </a:lnTo>
                  <a:lnTo>
                    <a:pt x="555790" y="5627863"/>
                  </a:lnTo>
                  <a:lnTo>
                    <a:pt x="555884" y="5627863"/>
                  </a:lnTo>
                  <a:lnTo>
                    <a:pt x="555978" y="5627863"/>
                  </a:lnTo>
                  <a:lnTo>
                    <a:pt x="556072" y="5627863"/>
                  </a:lnTo>
                  <a:lnTo>
                    <a:pt x="556166" y="5627863"/>
                  </a:lnTo>
                  <a:lnTo>
                    <a:pt x="556260" y="5627863"/>
                  </a:lnTo>
                  <a:lnTo>
                    <a:pt x="556354" y="5627863"/>
                  </a:lnTo>
                  <a:lnTo>
                    <a:pt x="556449" y="5627863"/>
                  </a:lnTo>
                  <a:lnTo>
                    <a:pt x="556543" y="5627863"/>
                  </a:lnTo>
                  <a:lnTo>
                    <a:pt x="556637" y="5627863"/>
                  </a:lnTo>
                  <a:lnTo>
                    <a:pt x="556731" y="5627863"/>
                  </a:lnTo>
                  <a:lnTo>
                    <a:pt x="556825" y="5627863"/>
                  </a:lnTo>
                  <a:lnTo>
                    <a:pt x="556919" y="5627863"/>
                  </a:lnTo>
                  <a:lnTo>
                    <a:pt x="557013" y="5627863"/>
                  </a:lnTo>
                  <a:lnTo>
                    <a:pt x="557107" y="5627863"/>
                  </a:lnTo>
                  <a:lnTo>
                    <a:pt x="557201" y="5627863"/>
                  </a:lnTo>
                  <a:lnTo>
                    <a:pt x="557295" y="5627863"/>
                  </a:lnTo>
                  <a:lnTo>
                    <a:pt x="557389" y="5627863"/>
                  </a:lnTo>
                  <a:lnTo>
                    <a:pt x="557483" y="5627863"/>
                  </a:lnTo>
                  <a:lnTo>
                    <a:pt x="557577" y="5627863"/>
                  </a:lnTo>
                  <a:lnTo>
                    <a:pt x="557671" y="5627863"/>
                  </a:lnTo>
                  <a:lnTo>
                    <a:pt x="557765" y="5627863"/>
                  </a:lnTo>
                  <a:lnTo>
                    <a:pt x="557859" y="5627863"/>
                  </a:lnTo>
                  <a:lnTo>
                    <a:pt x="557953" y="5627863"/>
                  </a:lnTo>
                  <a:lnTo>
                    <a:pt x="558047" y="5627863"/>
                  </a:lnTo>
                  <a:lnTo>
                    <a:pt x="558141" y="5627863"/>
                  </a:lnTo>
                  <a:lnTo>
                    <a:pt x="558235" y="5627863"/>
                  </a:lnTo>
                  <a:lnTo>
                    <a:pt x="558329" y="5627863"/>
                  </a:lnTo>
                  <a:lnTo>
                    <a:pt x="558423" y="5627863"/>
                  </a:lnTo>
                  <a:lnTo>
                    <a:pt x="558517" y="5627863"/>
                  </a:lnTo>
                  <a:lnTo>
                    <a:pt x="558611" y="5627863"/>
                  </a:lnTo>
                  <a:lnTo>
                    <a:pt x="558705" y="5627863"/>
                  </a:lnTo>
                  <a:lnTo>
                    <a:pt x="558799" y="5627863"/>
                  </a:lnTo>
                  <a:lnTo>
                    <a:pt x="558893" y="5627863"/>
                  </a:lnTo>
                  <a:lnTo>
                    <a:pt x="558987" y="5627863"/>
                  </a:lnTo>
                  <a:lnTo>
                    <a:pt x="559081" y="5627863"/>
                  </a:lnTo>
                  <a:lnTo>
                    <a:pt x="559175" y="5627863"/>
                  </a:lnTo>
                  <a:lnTo>
                    <a:pt x="559269" y="5627863"/>
                  </a:lnTo>
                  <a:lnTo>
                    <a:pt x="559363" y="5627863"/>
                  </a:lnTo>
                  <a:lnTo>
                    <a:pt x="559457" y="5627863"/>
                  </a:lnTo>
                  <a:lnTo>
                    <a:pt x="559551" y="5627863"/>
                  </a:lnTo>
                  <a:lnTo>
                    <a:pt x="559645" y="5627863"/>
                  </a:lnTo>
                  <a:lnTo>
                    <a:pt x="559739" y="5627863"/>
                  </a:lnTo>
                  <a:lnTo>
                    <a:pt x="559833" y="5627863"/>
                  </a:lnTo>
                  <a:lnTo>
                    <a:pt x="559927" y="5627863"/>
                  </a:lnTo>
                  <a:lnTo>
                    <a:pt x="560022" y="5627863"/>
                  </a:lnTo>
                  <a:lnTo>
                    <a:pt x="560116" y="5627863"/>
                  </a:lnTo>
                  <a:lnTo>
                    <a:pt x="560210" y="5627863"/>
                  </a:lnTo>
                  <a:lnTo>
                    <a:pt x="560304" y="5627863"/>
                  </a:lnTo>
                  <a:lnTo>
                    <a:pt x="560398" y="5627863"/>
                  </a:lnTo>
                  <a:lnTo>
                    <a:pt x="560492" y="5627863"/>
                  </a:lnTo>
                  <a:lnTo>
                    <a:pt x="560586" y="5627863"/>
                  </a:lnTo>
                  <a:lnTo>
                    <a:pt x="560680" y="5627863"/>
                  </a:lnTo>
                  <a:lnTo>
                    <a:pt x="560774" y="5627863"/>
                  </a:lnTo>
                  <a:lnTo>
                    <a:pt x="560868" y="5627863"/>
                  </a:lnTo>
                  <a:lnTo>
                    <a:pt x="560962" y="5627863"/>
                  </a:lnTo>
                  <a:lnTo>
                    <a:pt x="561056" y="5627863"/>
                  </a:lnTo>
                  <a:lnTo>
                    <a:pt x="561150" y="5627863"/>
                  </a:lnTo>
                  <a:lnTo>
                    <a:pt x="561244" y="5627863"/>
                  </a:lnTo>
                  <a:lnTo>
                    <a:pt x="561338" y="5627863"/>
                  </a:lnTo>
                  <a:lnTo>
                    <a:pt x="561432" y="5627863"/>
                  </a:lnTo>
                  <a:lnTo>
                    <a:pt x="561526" y="5627863"/>
                  </a:lnTo>
                  <a:lnTo>
                    <a:pt x="561620" y="5627863"/>
                  </a:lnTo>
                  <a:lnTo>
                    <a:pt x="561714" y="5627863"/>
                  </a:lnTo>
                  <a:lnTo>
                    <a:pt x="561808" y="5627863"/>
                  </a:lnTo>
                  <a:lnTo>
                    <a:pt x="561902" y="5627863"/>
                  </a:lnTo>
                  <a:lnTo>
                    <a:pt x="561996" y="5627863"/>
                  </a:lnTo>
                  <a:lnTo>
                    <a:pt x="562090" y="5627863"/>
                  </a:lnTo>
                  <a:lnTo>
                    <a:pt x="562184" y="5627863"/>
                  </a:lnTo>
                  <a:lnTo>
                    <a:pt x="562278" y="5627863"/>
                  </a:lnTo>
                  <a:lnTo>
                    <a:pt x="562372" y="5627863"/>
                  </a:lnTo>
                  <a:lnTo>
                    <a:pt x="562466" y="5627863"/>
                  </a:lnTo>
                  <a:lnTo>
                    <a:pt x="562560" y="5627863"/>
                  </a:lnTo>
                  <a:lnTo>
                    <a:pt x="562654" y="5627863"/>
                  </a:lnTo>
                  <a:lnTo>
                    <a:pt x="562748" y="5627863"/>
                  </a:lnTo>
                  <a:lnTo>
                    <a:pt x="562842" y="5627863"/>
                  </a:lnTo>
                  <a:lnTo>
                    <a:pt x="562936" y="5627863"/>
                  </a:lnTo>
                  <a:lnTo>
                    <a:pt x="563030" y="5627863"/>
                  </a:lnTo>
                  <a:lnTo>
                    <a:pt x="563124" y="5627863"/>
                  </a:lnTo>
                  <a:lnTo>
                    <a:pt x="563218" y="5627863"/>
                  </a:lnTo>
                  <a:lnTo>
                    <a:pt x="563312" y="5627863"/>
                  </a:lnTo>
                  <a:lnTo>
                    <a:pt x="563406" y="5627863"/>
                  </a:lnTo>
                  <a:lnTo>
                    <a:pt x="563500" y="5627863"/>
                  </a:lnTo>
                  <a:lnTo>
                    <a:pt x="563595" y="5627863"/>
                  </a:lnTo>
                  <a:lnTo>
                    <a:pt x="563689" y="5627863"/>
                  </a:lnTo>
                  <a:lnTo>
                    <a:pt x="563783" y="5627863"/>
                  </a:lnTo>
                  <a:lnTo>
                    <a:pt x="563877" y="5627863"/>
                  </a:lnTo>
                  <a:lnTo>
                    <a:pt x="563877" y="5622583"/>
                  </a:lnTo>
                  <a:lnTo>
                    <a:pt x="563877" y="5617304"/>
                  </a:lnTo>
                  <a:lnTo>
                    <a:pt x="563971" y="5617304"/>
                  </a:lnTo>
                  <a:lnTo>
                    <a:pt x="564065" y="5617304"/>
                  </a:lnTo>
                  <a:lnTo>
                    <a:pt x="564159" y="5617304"/>
                  </a:lnTo>
                  <a:lnTo>
                    <a:pt x="564253" y="5617304"/>
                  </a:lnTo>
                  <a:lnTo>
                    <a:pt x="564347" y="5617304"/>
                  </a:lnTo>
                  <a:lnTo>
                    <a:pt x="564441" y="5617304"/>
                  </a:lnTo>
                  <a:lnTo>
                    <a:pt x="564535" y="5617304"/>
                  </a:lnTo>
                  <a:lnTo>
                    <a:pt x="564629" y="5617304"/>
                  </a:lnTo>
                  <a:lnTo>
                    <a:pt x="564723" y="5617304"/>
                  </a:lnTo>
                  <a:lnTo>
                    <a:pt x="564817" y="5617304"/>
                  </a:lnTo>
                  <a:lnTo>
                    <a:pt x="564911" y="5617304"/>
                  </a:lnTo>
                  <a:lnTo>
                    <a:pt x="565005" y="5617304"/>
                  </a:lnTo>
                  <a:lnTo>
                    <a:pt x="565099" y="5617304"/>
                  </a:lnTo>
                  <a:lnTo>
                    <a:pt x="565193" y="5617304"/>
                  </a:lnTo>
                  <a:lnTo>
                    <a:pt x="565287" y="5617304"/>
                  </a:lnTo>
                  <a:lnTo>
                    <a:pt x="565381" y="5617304"/>
                  </a:lnTo>
                  <a:lnTo>
                    <a:pt x="565475" y="5617304"/>
                  </a:lnTo>
                  <a:lnTo>
                    <a:pt x="565569" y="5617304"/>
                  </a:lnTo>
                  <a:lnTo>
                    <a:pt x="565663" y="5617304"/>
                  </a:lnTo>
                  <a:lnTo>
                    <a:pt x="565757" y="5617304"/>
                  </a:lnTo>
                  <a:lnTo>
                    <a:pt x="565851" y="5617304"/>
                  </a:lnTo>
                  <a:lnTo>
                    <a:pt x="565945" y="5617304"/>
                  </a:lnTo>
                  <a:lnTo>
                    <a:pt x="566039" y="5617304"/>
                  </a:lnTo>
                  <a:lnTo>
                    <a:pt x="566133" y="5617304"/>
                  </a:lnTo>
                  <a:lnTo>
                    <a:pt x="566227" y="5617304"/>
                  </a:lnTo>
                  <a:lnTo>
                    <a:pt x="566321" y="5617304"/>
                  </a:lnTo>
                  <a:lnTo>
                    <a:pt x="566415" y="5617304"/>
                  </a:lnTo>
                  <a:lnTo>
                    <a:pt x="566415" y="5612024"/>
                  </a:lnTo>
                  <a:lnTo>
                    <a:pt x="566509" y="5612024"/>
                  </a:lnTo>
                  <a:lnTo>
                    <a:pt x="566603" y="5612024"/>
                  </a:lnTo>
                  <a:lnTo>
                    <a:pt x="566697" y="5612024"/>
                  </a:lnTo>
                  <a:lnTo>
                    <a:pt x="566791" y="5612024"/>
                  </a:lnTo>
                  <a:lnTo>
                    <a:pt x="566885" y="5612024"/>
                  </a:lnTo>
                  <a:lnTo>
                    <a:pt x="566979" y="5612024"/>
                  </a:lnTo>
                  <a:lnTo>
                    <a:pt x="567074" y="5612024"/>
                  </a:lnTo>
                  <a:lnTo>
                    <a:pt x="567168" y="5612024"/>
                  </a:lnTo>
                  <a:lnTo>
                    <a:pt x="567262" y="5612024"/>
                  </a:lnTo>
                  <a:lnTo>
                    <a:pt x="567356" y="5612024"/>
                  </a:lnTo>
                  <a:lnTo>
                    <a:pt x="567450" y="5612024"/>
                  </a:lnTo>
                  <a:lnTo>
                    <a:pt x="567544" y="5612024"/>
                  </a:lnTo>
                  <a:lnTo>
                    <a:pt x="567638" y="5612024"/>
                  </a:lnTo>
                  <a:lnTo>
                    <a:pt x="567732" y="5612024"/>
                  </a:lnTo>
                  <a:lnTo>
                    <a:pt x="567826" y="5612024"/>
                  </a:lnTo>
                  <a:lnTo>
                    <a:pt x="567920" y="5612024"/>
                  </a:lnTo>
                  <a:lnTo>
                    <a:pt x="568014" y="5612024"/>
                  </a:lnTo>
                  <a:lnTo>
                    <a:pt x="568108" y="5612024"/>
                  </a:lnTo>
                  <a:lnTo>
                    <a:pt x="568202" y="5612024"/>
                  </a:lnTo>
                  <a:lnTo>
                    <a:pt x="568296" y="5612024"/>
                  </a:lnTo>
                  <a:lnTo>
                    <a:pt x="568390" y="5612024"/>
                  </a:lnTo>
                  <a:lnTo>
                    <a:pt x="568484" y="5612024"/>
                  </a:lnTo>
                  <a:lnTo>
                    <a:pt x="568578" y="5612024"/>
                  </a:lnTo>
                  <a:lnTo>
                    <a:pt x="568672" y="5612024"/>
                  </a:lnTo>
                  <a:lnTo>
                    <a:pt x="568766" y="5612024"/>
                  </a:lnTo>
                  <a:lnTo>
                    <a:pt x="568860" y="5612024"/>
                  </a:lnTo>
                  <a:lnTo>
                    <a:pt x="568954" y="5612024"/>
                  </a:lnTo>
                  <a:lnTo>
                    <a:pt x="569048" y="5612024"/>
                  </a:lnTo>
                  <a:lnTo>
                    <a:pt x="569142" y="5612024"/>
                  </a:lnTo>
                  <a:lnTo>
                    <a:pt x="569236" y="5612024"/>
                  </a:lnTo>
                  <a:lnTo>
                    <a:pt x="569236" y="5606745"/>
                  </a:lnTo>
                  <a:lnTo>
                    <a:pt x="569236" y="5601466"/>
                  </a:lnTo>
                  <a:lnTo>
                    <a:pt x="569330" y="5601466"/>
                  </a:lnTo>
                  <a:lnTo>
                    <a:pt x="569330" y="5596186"/>
                  </a:lnTo>
                  <a:lnTo>
                    <a:pt x="569424" y="5596186"/>
                  </a:lnTo>
                  <a:lnTo>
                    <a:pt x="569518" y="5596186"/>
                  </a:lnTo>
                  <a:lnTo>
                    <a:pt x="569612" y="5596186"/>
                  </a:lnTo>
                  <a:lnTo>
                    <a:pt x="569706" y="5596186"/>
                  </a:lnTo>
                  <a:lnTo>
                    <a:pt x="569800" y="5596186"/>
                  </a:lnTo>
                  <a:lnTo>
                    <a:pt x="569894" y="5596186"/>
                  </a:lnTo>
                  <a:lnTo>
                    <a:pt x="569988" y="5596186"/>
                  </a:lnTo>
                  <a:lnTo>
                    <a:pt x="570082" y="5596186"/>
                  </a:lnTo>
                  <a:lnTo>
                    <a:pt x="570082" y="5590907"/>
                  </a:lnTo>
                  <a:lnTo>
                    <a:pt x="570176" y="5590907"/>
                  </a:lnTo>
                  <a:lnTo>
                    <a:pt x="570270" y="5590907"/>
                  </a:lnTo>
                  <a:lnTo>
                    <a:pt x="570364" y="5590907"/>
                  </a:lnTo>
                  <a:lnTo>
                    <a:pt x="570458" y="5590907"/>
                  </a:lnTo>
                  <a:lnTo>
                    <a:pt x="570552" y="5590907"/>
                  </a:lnTo>
                  <a:lnTo>
                    <a:pt x="570647" y="5590907"/>
                  </a:lnTo>
                  <a:lnTo>
                    <a:pt x="570741" y="5590907"/>
                  </a:lnTo>
                  <a:lnTo>
                    <a:pt x="570835" y="5590907"/>
                  </a:lnTo>
                  <a:lnTo>
                    <a:pt x="570929" y="5590907"/>
                  </a:lnTo>
                  <a:lnTo>
                    <a:pt x="571023" y="5590907"/>
                  </a:lnTo>
                  <a:lnTo>
                    <a:pt x="571117" y="5590907"/>
                  </a:lnTo>
                  <a:lnTo>
                    <a:pt x="571211" y="5590907"/>
                  </a:lnTo>
                  <a:lnTo>
                    <a:pt x="571305" y="5590907"/>
                  </a:lnTo>
                  <a:lnTo>
                    <a:pt x="571399" y="5590907"/>
                  </a:lnTo>
                  <a:lnTo>
                    <a:pt x="571493" y="5590907"/>
                  </a:lnTo>
                  <a:lnTo>
                    <a:pt x="571587" y="5590907"/>
                  </a:lnTo>
                  <a:lnTo>
                    <a:pt x="571681" y="5590907"/>
                  </a:lnTo>
                  <a:lnTo>
                    <a:pt x="571775" y="5590907"/>
                  </a:lnTo>
                  <a:lnTo>
                    <a:pt x="571869" y="5590907"/>
                  </a:lnTo>
                  <a:lnTo>
                    <a:pt x="571963" y="5590907"/>
                  </a:lnTo>
                  <a:lnTo>
                    <a:pt x="572057" y="5590907"/>
                  </a:lnTo>
                  <a:lnTo>
                    <a:pt x="572151" y="5590907"/>
                  </a:lnTo>
                  <a:lnTo>
                    <a:pt x="572245" y="5590907"/>
                  </a:lnTo>
                  <a:lnTo>
                    <a:pt x="572339" y="5590907"/>
                  </a:lnTo>
                  <a:lnTo>
                    <a:pt x="572433" y="5590907"/>
                  </a:lnTo>
                  <a:lnTo>
                    <a:pt x="572527" y="5590907"/>
                  </a:lnTo>
                  <a:lnTo>
                    <a:pt x="572621" y="5590907"/>
                  </a:lnTo>
                  <a:lnTo>
                    <a:pt x="572715" y="5590907"/>
                  </a:lnTo>
                  <a:lnTo>
                    <a:pt x="572809" y="5590907"/>
                  </a:lnTo>
                  <a:lnTo>
                    <a:pt x="572903" y="5590907"/>
                  </a:lnTo>
                  <a:lnTo>
                    <a:pt x="572997" y="5590907"/>
                  </a:lnTo>
                  <a:lnTo>
                    <a:pt x="573091" y="5590907"/>
                  </a:lnTo>
                  <a:lnTo>
                    <a:pt x="573185" y="5590907"/>
                  </a:lnTo>
                  <a:lnTo>
                    <a:pt x="573279" y="5590907"/>
                  </a:lnTo>
                  <a:lnTo>
                    <a:pt x="573373" y="5590907"/>
                  </a:lnTo>
                  <a:lnTo>
                    <a:pt x="573467" y="5590907"/>
                  </a:lnTo>
                  <a:lnTo>
                    <a:pt x="573561" y="5590907"/>
                  </a:lnTo>
                  <a:lnTo>
                    <a:pt x="573655" y="5590907"/>
                  </a:lnTo>
                  <a:lnTo>
                    <a:pt x="573749" y="5590907"/>
                  </a:lnTo>
                  <a:lnTo>
                    <a:pt x="573843" y="5590907"/>
                  </a:lnTo>
                  <a:lnTo>
                    <a:pt x="573937" y="5590907"/>
                  </a:lnTo>
                  <a:lnTo>
                    <a:pt x="574031" y="5590907"/>
                  </a:lnTo>
                  <a:lnTo>
                    <a:pt x="574125" y="5590907"/>
                  </a:lnTo>
                  <a:lnTo>
                    <a:pt x="574220" y="5590907"/>
                  </a:lnTo>
                  <a:lnTo>
                    <a:pt x="574314" y="5590907"/>
                  </a:lnTo>
                  <a:lnTo>
                    <a:pt x="574408" y="5590907"/>
                  </a:lnTo>
                  <a:lnTo>
                    <a:pt x="574502" y="5590907"/>
                  </a:lnTo>
                  <a:lnTo>
                    <a:pt x="574596" y="5590907"/>
                  </a:lnTo>
                  <a:lnTo>
                    <a:pt x="574690" y="5590907"/>
                  </a:lnTo>
                  <a:lnTo>
                    <a:pt x="574690" y="5585627"/>
                  </a:lnTo>
                  <a:lnTo>
                    <a:pt x="574784" y="5585627"/>
                  </a:lnTo>
                  <a:lnTo>
                    <a:pt x="574878" y="5585627"/>
                  </a:lnTo>
                  <a:lnTo>
                    <a:pt x="574972" y="5585627"/>
                  </a:lnTo>
                  <a:lnTo>
                    <a:pt x="575066" y="5585627"/>
                  </a:lnTo>
                  <a:lnTo>
                    <a:pt x="575160" y="5585627"/>
                  </a:lnTo>
                  <a:lnTo>
                    <a:pt x="575254" y="5585627"/>
                  </a:lnTo>
                  <a:lnTo>
                    <a:pt x="575254" y="5580348"/>
                  </a:lnTo>
                  <a:lnTo>
                    <a:pt x="575348" y="5580348"/>
                  </a:lnTo>
                  <a:lnTo>
                    <a:pt x="575442" y="5580348"/>
                  </a:lnTo>
                  <a:lnTo>
                    <a:pt x="575536" y="5580348"/>
                  </a:lnTo>
                  <a:lnTo>
                    <a:pt x="575630" y="5580348"/>
                  </a:lnTo>
                  <a:lnTo>
                    <a:pt x="575724" y="5580348"/>
                  </a:lnTo>
                  <a:lnTo>
                    <a:pt x="575818" y="5580348"/>
                  </a:lnTo>
                  <a:lnTo>
                    <a:pt x="575912" y="5580348"/>
                  </a:lnTo>
                  <a:lnTo>
                    <a:pt x="576006" y="5580348"/>
                  </a:lnTo>
                  <a:lnTo>
                    <a:pt x="576100" y="5580348"/>
                  </a:lnTo>
                  <a:lnTo>
                    <a:pt x="576194" y="5580348"/>
                  </a:lnTo>
                  <a:lnTo>
                    <a:pt x="576288" y="5580348"/>
                  </a:lnTo>
                  <a:lnTo>
                    <a:pt x="576382" y="5580348"/>
                  </a:lnTo>
                  <a:lnTo>
                    <a:pt x="576476" y="5580348"/>
                  </a:lnTo>
                  <a:lnTo>
                    <a:pt x="576570" y="5580348"/>
                  </a:lnTo>
                  <a:lnTo>
                    <a:pt x="576664" y="5580348"/>
                  </a:lnTo>
                  <a:lnTo>
                    <a:pt x="576664" y="5575068"/>
                  </a:lnTo>
                  <a:lnTo>
                    <a:pt x="576758" y="5575068"/>
                  </a:lnTo>
                  <a:lnTo>
                    <a:pt x="576852" y="5575068"/>
                  </a:lnTo>
                  <a:lnTo>
                    <a:pt x="576946" y="5575068"/>
                  </a:lnTo>
                  <a:lnTo>
                    <a:pt x="577040" y="5575068"/>
                  </a:lnTo>
                  <a:lnTo>
                    <a:pt x="577134" y="5575068"/>
                  </a:lnTo>
                  <a:lnTo>
                    <a:pt x="577228" y="5575068"/>
                  </a:lnTo>
                  <a:lnTo>
                    <a:pt x="577322" y="5575068"/>
                  </a:lnTo>
                  <a:lnTo>
                    <a:pt x="577416" y="5575068"/>
                  </a:lnTo>
                  <a:lnTo>
                    <a:pt x="577510" y="5575068"/>
                  </a:lnTo>
                  <a:lnTo>
                    <a:pt x="577604" y="5575068"/>
                  </a:lnTo>
                  <a:lnTo>
                    <a:pt x="577698" y="5575068"/>
                  </a:lnTo>
                  <a:lnTo>
                    <a:pt x="577793" y="5575068"/>
                  </a:lnTo>
                  <a:lnTo>
                    <a:pt x="577887" y="5575068"/>
                  </a:lnTo>
                  <a:lnTo>
                    <a:pt x="577981" y="5575068"/>
                  </a:lnTo>
                  <a:lnTo>
                    <a:pt x="578075" y="5575068"/>
                  </a:lnTo>
                  <a:lnTo>
                    <a:pt x="578169" y="5575068"/>
                  </a:lnTo>
                  <a:lnTo>
                    <a:pt x="578263" y="5575068"/>
                  </a:lnTo>
                  <a:lnTo>
                    <a:pt x="578357" y="5575068"/>
                  </a:lnTo>
                  <a:lnTo>
                    <a:pt x="578451" y="5575068"/>
                  </a:lnTo>
                  <a:lnTo>
                    <a:pt x="578545" y="5575068"/>
                  </a:lnTo>
                  <a:lnTo>
                    <a:pt x="578639" y="5575068"/>
                  </a:lnTo>
                  <a:lnTo>
                    <a:pt x="578733" y="5575068"/>
                  </a:lnTo>
                  <a:lnTo>
                    <a:pt x="578827" y="5575068"/>
                  </a:lnTo>
                  <a:lnTo>
                    <a:pt x="578921" y="5575068"/>
                  </a:lnTo>
                  <a:lnTo>
                    <a:pt x="579015" y="5575068"/>
                  </a:lnTo>
                  <a:lnTo>
                    <a:pt x="579109" y="5575068"/>
                  </a:lnTo>
                  <a:lnTo>
                    <a:pt x="579203" y="5575068"/>
                  </a:lnTo>
                  <a:lnTo>
                    <a:pt x="579297" y="5575068"/>
                  </a:lnTo>
                  <a:lnTo>
                    <a:pt x="579391" y="5575068"/>
                  </a:lnTo>
                  <a:lnTo>
                    <a:pt x="579485" y="5575068"/>
                  </a:lnTo>
                  <a:lnTo>
                    <a:pt x="579579" y="5575068"/>
                  </a:lnTo>
                  <a:lnTo>
                    <a:pt x="579673" y="5575068"/>
                  </a:lnTo>
                  <a:lnTo>
                    <a:pt x="579767" y="5575068"/>
                  </a:lnTo>
                  <a:lnTo>
                    <a:pt x="579767" y="5569789"/>
                  </a:lnTo>
                  <a:lnTo>
                    <a:pt x="579861" y="5569789"/>
                  </a:lnTo>
                  <a:lnTo>
                    <a:pt x="579955" y="5569789"/>
                  </a:lnTo>
                  <a:lnTo>
                    <a:pt x="580049" y="5569789"/>
                  </a:lnTo>
                  <a:lnTo>
                    <a:pt x="580143" y="5569789"/>
                  </a:lnTo>
                  <a:lnTo>
                    <a:pt x="580237" y="5569789"/>
                  </a:lnTo>
                  <a:lnTo>
                    <a:pt x="580331" y="5569789"/>
                  </a:lnTo>
                  <a:lnTo>
                    <a:pt x="580425" y="5569789"/>
                  </a:lnTo>
                  <a:lnTo>
                    <a:pt x="580519" y="5569789"/>
                  </a:lnTo>
                  <a:lnTo>
                    <a:pt x="580613" y="5569789"/>
                  </a:lnTo>
                  <a:lnTo>
                    <a:pt x="580707" y="5569789"/>
                  </a:lnTo>
                  <a:lnTo>
                    <a:pt x="580801" y="5569789"/>
                  </a:lnTo>
                  <a:lnTo>
                    <a:pt x="580895" y="5569789"/>
                  </a:lnTo>
                  <a:lnTo>
                    <a:pt x="580989" y="5569789"/>
                  </a:lnTo>
                  <a:lnTo>
                    <a:pt x="580989" y="5564510"/>
                  </a:lnTo>
                  <a:lnTo>
                    <a:pt x="581083" y="5564510"/>
                  </a:lnTo>
                  <a:lnTo>
                    <a:pt x="581177" y="5564510"/>
                  </a:lnTo>
                  <a:lnTo>
                    <a:pt x="581272" y="5564510"/>
                  </a:lnTo>
                  <a:lnTo>
                    <a:pt x="581366" y="5564510"/>
                  </a:lnTo>
                  <a:lnTo>
                    <a:pt x="581460" y="5564510"/>
                  </a:lnTo>
                  <a:lnTo>
                    <a:pt x="581554" y="5564510"/>
                  </a:lnTo>
                  <a:lnTo>
                    <a:pt x="581648" y="5564510"/>
                  </a:lnTo>
                  <a:lnTo>
                    <a:pt x="581742" y="5564510"/>
                  </a:lnTo>
                  <a:lnTo>
                    <a:pt x="581836" y="5564510"/>
                  </a:lnTo>
                  <a:lnTo>
                    <a:pt x="581930" y="5564510"/>
                  </a:lnTo>
                  <a:lnTo>
                    <a:pt x="582024" y="5564510"/>
                  </a:lnTo>
                  <a:lnTo>
                    <a:pt x="582118" y="5564510"/>
                  </a:lnTo>
                  <a:lnTo>
                    <a:pt x="582212" y="5564510"/>
                  </a:lnTo>
                  <a:lnTo>
                    <a:pt x="582306" y="5564510"/>
                  </a:lnTo>
                  <a:lnTo>
                    <a:pt x="582400" y="5564510"/>
                  </a:lnTo>
                  <a:lnTo>
                    <a:pt x="582494" y="5564510"/>
                  </a:lnTo>
                  <a:lnTo>
                    <a:pt x="582588" y="5564510"/>
                  </a:lnTo>
                  <a:lnTo>
                    <a:pt x="582682" y="5564510"/>
                  </a:lnTo>
                  <a:lnTo>
                    <a:pt x="582776" y="5564510"/>
                  </a:lnTo>
                  <a:lnTo>
                    <a:pt x="582870" y="5564510"/>
                  </a:lnTo>
                  <a:lnTo>
                    <a:pt x="582964" y="5564510"/>
                  </a:lnTo>
                  <a:lnTo>
                    <a:pt x="583058" y="5564510"/>
                  </a:lnTo>
                  <a:lnTo>
                    <a:pt x="583152" y="5564510"/>
                  </a:lnTo>
                  <a:lnTo>
                    <a:pt x="583246" y="5564510"/>
                  </a:lnTo>
                  <a:lnTo>
                    <a:pt x="583246" y="5559230"/>
                  </a:lnTo>
                  <a:lnTo>
                    <a:pt x="583340" y="5559230"/>
                  </a:lnTo>
                  <a:lnTo>
                    <a:pt x="583434" y="5559230"/>
                  </a:lnTo>
                  <a:lnTo>
                    <a:pt x="583528" y="5559230"/>
                  </a:lnTo>
                  <a:lnTo>
                    <a:pt x="583622" y="5559230"/>
                  </a:lnTo>
                  <a:lnTo>
                    <a:pt x="583716" y="5559230"/>
                  </a:lnTo>
                  <a:lnTo>
                    <a:pt x="583810" y="5559230"/>
                  </a:lnTo>
                  <a:lnTo>
                    <a:pt x="583904" y="5559230"/>
                  </a:lnTo>
                  <a:lnTo>
                    <a:pt x="583904" y="5553951"/>
                  </a:lnTo>
                  <a:lnTo>
                    <a:pt x="583998" y="5553951"/>
                  </a:lnTo>
                  <a:lnTo>
                    <a:pt x="584092" y="5553951"/>
                  </a:lnTo>
                  <a:lnTo>
                    <a:pt x="584186" y="5553951"/>
                  </a:lnTo>
                  <a:lnTo>
                    <a:pt x="584280" y="5553951"/>
                  </a:lnTo>
                  <a:lnTo>
                    <a:pt x="584374" y="5553951"/>
                  </a:lnTo>
                  <a:lnTo>
                    <a:pt x="584468" y="5553951"/>
                  </a:lnTo>
                  <a:lnTo>
                    <a:pt x="584562" y="5553951"/>
                  </a:lnTo>
                  <a:lnTo>
                    <a:pt x="584656" y="5553951"/>
                  </a:lnTo>
                  <a:lnTo>
                    <a:pt x="584750" y="5553951"/>
                  </a:lnTo>
                  <a:lnTo>
                    <a:pt x="584845" y="5553951"/>
                  </a:lnTo>
                  <a:lnTo>
                    <a:pt x="584939" y="5553951"/>
                  </a:lnTo>
                  <a:lnTo>
                    <a:pt x="585033" y="5553951"/>
                  </a:lnTo>
                  <a:lnTo>
                    <a:pt x="585127" y="5553951"/>
                  </a:lnTo>
                  <a:lnTo>
                    <a:pt x="585221" y="5553951"/>
                  </a:lnTo>
                  <a:lnTo>
                    <a:pt x="585315" y="5553951"/>
                  </a:lnTo>
                  <a:lnTo>
                    <a:pt x="585409" y="5553951"/>
                  </a:lnTo>
                  <a:lnTo>
                    <a:pt x="585503" y="5553951"/>
                  </a:lnTo>
                  <a:lnTo>
                    <a:pt x="585597" y="5553951"/>
                  </a:lnTo>
                  <a:lnTo>
                    <a:pt x="585691" y="5553951"/>
                  </a:lnTo>
                  <a:lnTo>
                    <a:pt x="585785" y="5553951"/>
                  </a:lnTo>
                  <a:lnTo>
                    <a:pt x="585879" y="5553951"/>
                  </a:lnTo>
                  <a:lnTo>
                    <a:pt x="585973" y="5553951"/>
                  </a:lnTo>
                  <a:lnTo>
                    <a:pt x="586067" y="5553951"/>
                  </a:lnTo>
                  <a:lnTo>
                    <a:pt x="586161" y="5553951"/>
                  </a:lnTo>
                  <a:lnTo>
                    <a:pt x="586255" y="5553951"/>
                  </a:lnTo>
                  <a:lnTo>
                    <a:pt x="586349" y="5553951"/>
                  </a:lnTo>
                  <a:lnTo>
                    <a:pt x="586443" y="5553951"/>
                  </a:lnTo>
                  <a:lnTo>
                    <a:pt x="586537" y="5553951"/>
                  </a:lnTo>
                  <a:lnTo>
                    <a:pt x="586631" y="5553951"/>
                  </a:lnTo>
                  <a:lnTo>
                    <a:pt x="586725" y="5553951"/>
                  </a:lnTo>
                  <a:lnTo>
                    <a:pt x="586819" y="5553951"/>
                  </a:lnTo>
                  <a:lnTo>
                    <a:pt x="586913" y="5553951"/>
                  </a:lnTo>
                  <a:lnTo>
                    <a:pt x="587007" y="5553951"/>
                  </a:lnTo>
                  <a:lnTo>
                    <a:pt x="587101" y="5553951"/>
                  </a:lnTo>
                  <a:lnTo>
                    <a:pt x="587195" y="5553951"/>
                  </a:lnTo>
                  <a:lnTo>
                    <a:pt x="587289" y="5553951"/>
                  </a:lnTo>
                  <a:lnTo>
                    <a:pt x="587383" y="5553951"/>
                  </a:lnTo>
                  <a:lnTo>
                    <a:pt x="587477" y="5553951"/>
                  </a:lnTo>
                  <a:lnTo>
                    <a:pt x="587571" y="5553951"/>
                  </a:lnTo>
                  <a:lnTo>
                    <a:pt x="587665" y="5553951"/>
                  </a:lnTo>
                  <a:lnTo>
                    <a:pt x="587759" y="5553951"/>
                  </a:lnTo>
                  <a:lnTo>
                    <a:pt x="587853" y="5553951"/>
                  </a:lnTo>
                  <a:lnTo>
                    <a:pt x="587947" y="5553951"/>
                  </a:lnTo>
                  <a:lnTo>
                    <a:pt x="587947" y="5548671"/>
                  </a:lnTo>
                  <a:lnTo>
                    <a:pt x="588041" y="5548671"/>
                  </a:lnTo>
                  <a:lnTo>
                    <a:pt x="588135" y="5548671"/>
                  </a:lnTo>
                  <a:lnTo>
                    <a:pt x="588229" y="5548671"/>
                  </a:lnTo>
                  <a:lnTo>
                    <a:pt x="588323" y="5548671"/>
                  </a:lnTo>
                  <a:lnTo>
                    <a:pt x="588418" y="5548671"/>
                  </a:lnTo>
                  <a:lnTo>
                    <a:pt x="588512" y="5548671"/>
                  </a:lnTo>
                  <a:lnTo>
                    <a:pt x="588606" y="5548671"/>
                  </a:lnTo>
                  <a:lnTo>
                    <a:pt x="588700" y="5548671"/>
                  </a:lnTo>
                  <a:lnTo>
                    <a:pt x="588794" y="5548671"/>
                  </a:lnTo>
                  <a:lnTo>
                    <a:pt x="588888" y="5548671"/>
                  </a:lnTo>
                  <a:lnTo>
                    <a:pt x="588982" y="5548671"/>
                  </a:lnTo>
                  <a:lnTo>
                    <a:pt x="589076" y="5548671"/>
                  </a:lnTo>
                  <a:lnTo>
                    <a:pt x="589170" y="5548671"/>
                  </a:lnTo>
                  <a:lnTo>
                    <a:pt x="589264" y="5548671"/>
                  </a:lnTo>
                  <a:lnTo>
                    <a:pt x="589264" y="5543392"/>
                  </a:lnTo>
                  <a:lnTo>
                    <a:pt x="589358" y="5543392"/>
                  </a:lnTo>
                  <a:lnTo>
                    <a:pt x="589452" y="5543392"/>
                  </a:lnTo>
                  <a:lnTo>
                    <a:pt x="589546" y="5543392"/>
                  </a:lnTo>
                  <a:lnTo>
                    <a:pt x="589640" y="5543392"/>
                  </a:lnTo>
                  <a:lnTo>
                    <a:pt x="589734" y="5543392"/>
                  </a:lnTo>
                  <a:lnTo>
                    <a:pt x="589828" y="5543392"/>
                  </a:lnTo>
                  <a:lnTo>
                    <a:pt x="589922" y="5543392"/>
                  </a:lnTo>
                  <a:lnTo>
                    <a:pt x="590016" y="5543392"/>
                  </a:lnTo>
                  <a:lnTo>
                    <a:pt x="590110" y="5543392"/>
                  </a:lnTo>
                  <a:lnTo>
                    <a:pt x="590204" y="5543392"/>
                  </a:lnTo>
                  <a:lnTo>
                    <a:pt x="590298" y="5543392"/>
                  </a:lnTo>
                  <a:lnTo>
                    <a:pt x="590392" y="5543392"/>
                  </a:lnTo>
                  <a:lnTo>
                    <a:pt x="590486" y="5543392"/>
                  </a:lnTo>
                  <a:lnTo>
                    <a:pt x="590580" y="5543392"/>
                  </a:lnTo>
                  <a:lnTo>
                    <a:pt x="590674" y="5543392"/>
                  </a:lnTo>
                  <a:lnTo>
                    <a:pt x="590768" y="5543392"/>
                  </a:lnTo>
                  <a:lnTo>
                    <a:pt x="590862" y="5543392"/>
                  </a:lnTo>
                  <a:lnTo>
                    <a:pt x="590956" y="5543392"/>
                  </a:lnTo>
                  <a:lnTo>
                    <a:pt x="591050" y="5543392"/>
                  </a:lnTo>
                  <a:lnTo>
                    <a:pt x="591144" y="5543392"/>
                  </a:lnTo>
                  <a:lnTo>
                    <a:pt x="591238" y="5543392"/>
                  </a:lnTo>
                  <a:lnTo>
                    <a:pt x="591332" y="5543392"/>
                  </a:lnTo>
                  <a:lnTo>
                    <a:pt x="591426" y="5543392"/>
                  </a:lnTo>
                  <a:lnTo>
                    <a:pt x="591520" y="5543392"/>
                  </a:lnTo>
                  <a:lnTo>
                    <a:pt x="591614" y="5543392"/>
                  </a:lnTo>
                  <a:lnTo>
                    <a:pt x="591708" y="5543392"/>
                  </a:lnTo>
                  <a:lnTo>
                    <a:pt x="591802" y="5543392"/>
                  </a:lnTo>
                  <a:lnTo>
                    <a:pt x="591897" y="5543392"/>
                  </a:lnTo>
                  <a:lnTo>
                    <a:pt x="591991" y="5543392"/>
                  </a:lnTo>
                  <a:lnTo>
                    <a:pt x="592085" y="5543392"/>
                  </a:lnTo>
                  <a:lnTo>
                    <a:pt x="592179" y="5543392"/>
                  </a:lnTo>
                  <a:lnTo>
                    <a:pt x="592273" y="5543392"/>
                  </a:lnTo>
                  <a:lnTo>
                    <a:pt x="592367" y="5543392"/>
                  </a:lnTo>
                  <a:lnTo>
                    <a:pt x="592461" y="5543392"/>
                  </a:lnTo>
                  <a:lnTo>
                    <a:pt x="592555" y="5543392"/>
                  </a:lnTo>
                  <a:lnTo>
                    <a:pt x="592555" y="5538112"/>
                  </a:lnTo>
                  <a:lnTo>
                    <a:pt x="592649" y="5538112"/>
                  </a:lnTo>
                  <a:lnTo>
                    <a:pt x="592743" y="5538112"/>
                  </a:lnTo>
                  <a:lnTo>
                    <a:pt x="592837" y="5538112"/>
                  </a:lnTo>
                  <a:lnTo>
                    <a:pt x="592931" y="5538112"/>
                  </a:lnTo>
                  <a:lnTo>
                    <a:pt x="593025" y="5538112"/>
                  </a:lnTo>
                  <a:lnTo>
                    <a:pt x="593119" y="5538112"/>
                  </a:lnTo>
                  <a:lnTo>
                    <a:pt x="593213" y="5538112"/>
                  </a:lnTo>
                  <a:lnTo>
                    <a:pt x="593307" y="5538112"/>
                  </a:lnTo>
                  <a:lnTo>
                    <a:pt x="593401" y="5538112"/>
                  </a:lnTo>
                  <a:lnTo>
                    <a:pt x="593495" y="5538112"/>
                  </a:lnTo>
                  <a:lnTo>
                    <a:pt x="593589" y="5538112"/>
                  </a:lnTo>
                  <a:lnTo>
                    <a:pt x="593589" y="5532833"/>
                  </a:lnTo>
                  <a:lnTo>
                    <a:pt x="593683" y="5532833"/>
                  </a:lnTo>
                  <a:lnTo>
                    <a:pt x="593777" y="5532833"/>
                  </a:lnTo>
                  <a:lnTo>
                    <a:pt x="593871" y="5532833"/>
                  </a:lnTo>
                  <a:lnTo>
                    <a:pt x="593965" y="5532833"/>
                  </a:lnTo>
                  <a:lnTo>
                    <a:pt x="594059" y="5532833"/>
                  </a:lnTo>
                  <a:lnTo>
                    <a:pt x="594153" y="5532833"/>
                  </a:lnTo>
                  <a:lnTo>
                    <a:pt x="594247" y="5532833"/>
                  </a:lnTo>
                  <a:lnTo>
                    <a:pt x="594341" y="5532833"/>
                  </a:lnTo>
                  <a:lnTo>
                    <a:pt x="594435" y="5532833"/>
                  </a:lnTo>
                  <a:lnTo>
                    <a:pt x="594529" y="5532833"/>
                  </a:lnTo>
                  <a:lnTo>
                    <a:pt x="594623" y="5532833"/>
                  </a:lnTo>
                  <a:lnTo>
                    <a:pt x="594717" y="5532833"/>
                  </a:lnTo>
                  <a:lnTo>
                    <a:pt x="594811" y="5532833"/>
                  </a:lnTo>
                  <a:lnTo>
                    <a:pt x="594905" y="5532833"/>
                  </a:lnTo>
                  <a:lnTo>
                    <a:pt x="594999" y="5532833"/>
                  </a:lnTo>
                  <a:lnTo>
                    <a:pt x="595093" y="5532833"/>
                  </a:lnTo>
                  <a:lnTo>
                    <a:pt x="595187" y="5532833"/>
                  </a:lnTo>
                  <a:lnTo>
                    <a:pt x="595281" y="5532833"/>
                  </a:lnTo>
                  <a:lnTo>
                    <a:pt x="595375" y="5532833"/>
                  </a:lnTo>
                  <a:lnTo>
                    <a:pt x="595470" y="5532833"/>
                  </a:lnTo>
                  <a:lnTo>
                    <a:pt x="595564" y="5532833"/>
                  </a:lnTo>
                  <a:lnTo>
                    <a:pt x="595658" y="5532833"/>
                  </a:lnTo>
                  <a:lnTo>
                    <a:pt x="595752" y="5532833"/>
                  </a:lnTo>
                  <a:lnTo>
                    <a:pt x="595846" y="5532833"/>
                  </a:lnTo>
                  <a:lnTo>
                    <a:pt x="595940" y="5532833"/>
                  </a:lnTo>
                  <a:lnTo>
                    <a:pt x="596034" y="5532833"/>
                  </a:lnTo>
                  <a:lnTo>
                    <a:pt x="596128" y="5532833"/>
                  </a:lnTo>
                  <a:lnTo>
                    <a:pt x="596222" y="5532833"/>
                  </a:lnTo>
                  <a:lnTo>
                    <a:pt x="596316" y="5532833"/>
                  </a:lnTo>
                  <a:lnTo>
                    <a:pt x="596410" y="5532833"/>
                  </a:lnTo>
                  <a:lnTo>
                    <a:pt x="596410" y="5527554"/>
                  </a:lnTo>
                  <a:lnTo>
                    <a:pt x="596504" y="5527554"/>
                  </a:lnTo>
                  <a:lnTo>
                    <a:pt x="596598" y="5527554"/>
                  </a:lnTo>
                  <a:lnTo>
                    <a:pt x="596692" y="5527554"/>
                  </a:lnTo>
                  <a:lnTo>
                    <a:pt x="596786" y="5527554"/>
                  </a:lnTo>
                  <a:lnTo>
                    <a:pt x="596880" y="5527554"/>
                  </a:lnTo>
                  <a:lnTo>
                    <a:pt x="596974" y="5527554"/>
                  </a:lnTo>
                  <a:lnTo>
                    <a:pt x="597068" y="5527554"/>
                  </a:lnTo>
                  <a:lnTo>
                    <a:pt x="597162" y="5527554"/>
                  </a:lnTo>
                  <a:lnTo>
                    <a:pt x="597256" y="5527554"/>
                  </a:lnTo>
                  <a:lnTo>
                    <a:pt x="597350" y="5527554"/>
                  </a:lnTo>
                  <a:lnTo>
                    <a:pt x="597444" y="5527554"/>
                  </a:lnTo>
                  <a:lnTo>
                    <a:pt x="597538" y="5527554"/>
                  </a:lnTo>
                  <a:lnTo>
                    <a:pt x="597632" y="5527554"/>
                  </a:lnTo>
                  <a:lnTo>
                    <a:pt x="597726" y="5527554"/>
                  </a:lnTo>
                  <a:lnTo>
                    <a:pt x="597820" y="5527554"/>
                  </a:lnTo>
                  <a:lnTo>
                    <a:pt x="597914" y="5527554"/>
                  </a:lnTo>
                  <a:lnTo>
                    <a:pt x="598008" y="5527554"/>
                  </a:lnTo>
                  <a:lnTo>
                    <a:pt x="598102" y="5527554"/>
                  </a:lnTo>
                  <a:lnTo>
                    <a:pt x="598196" y="5527554"/>
                  </a:lnTo>
                  <a:lnTo>
                    <a:pt x="598290" y="5527554"/>
                  </a:lnTo>
                  <a:lnTo>
                    <a:pt x="598384" y="5527554"/>
                  </a:lnTo>
                  <a:lnTo>
                    <a:pt x="598478" y="5527554"/>
                  </a:lnTo>
                  <a:lnTo>
                    <a:pt x="598572" y="5527554"/>
                  </a:lnTo>
                  <a:lnTo>
                    <a:pt x="598666" y="5527554"/>
                  </a:lnTo>
                  <a:lnTo>
                    <a:pt x="598760" y="5527554"/>
                  </a:lnTo>
                  <a:lnTo>
                    <a:pt x="598854" y="5527554"/>
                  </a:lnTo>
                  <a:lnTo>
                    <a:pt x="598948" y="5527554"/>
                  </a:lnTo>
                  <a:lnTo>
                    <a:pt x="599043" y="5527554"/>
                  </a:lnTo>
                  <a:lnTo>
                    <a:pt x="599137" y="5527554"/>
                  </a:lnTo>
                  <a:lnTo>
                    <a:pt x="599231" y="5527554"/>
                  </a:lnTo>
                  <a:lnTo>
                    <a:pt x="599325" y="5527554"/>
                  </a:lnTo>
                  <a:lnTo>
                    <a:pt x="599419" y="5527554"/>
                  </a:lnTo>
                  <a:lnTo>
                    <a:pt x="599513" y="5527554"/>
                  </a:lnTo>
                  <a:lnTo>
                    <a:pt x="599607" y="5527554"/>
                  </a:lnTo>
                  <a:lnTo>
                    <a:pt x="599701" y="5527554"/>
                  </a:lnTo>
                  <a:lnTo>
                    <a:pt x="599795" y="5527554"/>
                  </a:lnTo>
                  <a:lnTo>
                    <a:pt x="599889" y="5527554"/>
                  </a:lnTo>
                  <a:lnTo>
                    <a:pt x="599983" y="5527554"/>
                  </a:lnTo>
                  <a:lnTo>
                    <a:pt x="600077" y="5527554"/>
                  </a:lnTo>
                  <a:lnTo>
                    <a:pt x="600171" y="5527554"/>
                  </a:lnTo>
                  <a:lnTo>
                    <a:pt x="600265" y="5527554"/>
                  </a:lnTo>
                  <a:lnTo>
                    <a:pt x="600359" y="5527554"/>
                  </a:lnTo>
                  <a:lnTo>
                    <a:pt x="600453" y="5527554"/>
                  </a:lnTo>
                  <a:lnTo>
                    <a:pt x="600547" y="5527554"/>
                  </a:lnTo>
                  <a:lnTo>
                    <a:pt x="600641" y="5527554"/>
                  </a:lnTo>
                  <a:lnTo>
                    <a:pt x="600735" y="5527554"/>
                  </a:lnTo>
                  <a:lnTo>
                    <a:pt x="600829" y="5527554"/>
                  </a:lnTo>
                  <a:lnTo>
                    <a:pt x="600923" y="5527554"/>
                  </a:lnTo>
                  <a:lnTo>
                    <a:pt x="601017" y="5527554"/>
                  </a:lnTo>
                  <a:lnTo>
                    <a:pt x="601111" y="5527554"/>
                  </a:lnTo>
                  <a:lnTo>
                    <a:pt x="601205" y="5527554"/>
                  </a:lnTo>
                  <a:lnTo>
                    <a:pt x="601299" y="5527554"/>
                  </a:lnTo>
                  <a:lnTo>
                    <a:pt x="601393" y="5527554"/>
                  </a:lnTo>
                  <a:lnTo>
                    <a:pt x="601487" y="5527554"/>
                  </a:lnTo>
                  <a:lnTo>
                    <a:pt x="601581" y="5527554"/>
                  </a:lnTo>
                  <a:lnTo>
                    <a:pt x="601675" y="5527554"/>
                  </a:lnTo>
                  <a:lnTo>
                    <a:pt x="601769" y="5527554"/>
                  </a:lnTo>
                  <a:lnTo>
                    <a:pt x="601863" y="5527554"/>
                  </a:lnTo>
                  <a:lnTo>
                    <a:pt x="601957" y="5527554"/>
                  </a:lnTo>
                  <a:lnTo>
                    <a:pt x="602051" y="5527554"/>
                  </a:lnTo>
                  <a:lnTo>
                    <a:pt x="602145" y="5527554"/>
                  </a:lnTo>
                  <a:lnTo>
                    <a:pt x="602239" y="5527554"/>
                  </a:lnTo>
                  <a:lnTo>
                    <a:pt x="602333" y="5527554"/>
                  </a:lnTo>
                  <a:lnTo>
                    <a:pt x="602427" y="5527554"/>
                  </a:lnTo>
                  <a:lnTo>
                    <a:pt x="602522" y="5527554"/>
                  </a:lnTo>
                  <a:lnTo>
                    <a:pt x="602616" y="5527554"/>
                  </a:lnTo>
                  <a:lnTo>
                    <a:pt x="602710" y="5527554"/>
                  </a:lnTo>
                  <a:lnTo>
                    <a:pt x="602804" y="5527554"/>
                  </a:lnTo>
                  <a:lnTo>
                    <a:pt x="602898" y="5527554"/>
                  </a:lnTo>
                  <a:lnTo>
                    <a:pt x="602992" y="5527554"/>
                  </a:lnTo>
                  <a:lnTo>
                    <a:pt x="603086" y="5527554"/>
                  </a:lnTo>
                  <a:lnTo>
                    <a:pt x="603180" y="5527554"/>
                  </a:lnTo>
                  <a:lnTo>
                    <a:pt x="603274" y="5527554"/>
                  </a:lnTo>
                  <a:lnTo>
                    <a:pt x="603368" y="5527554"/>
                  </a:lnTo>
                  <a:lnTo>
                    <a:pt x="603462" y="5527554"/>
                  </a:lnTo>
                  <a:lnTo>
                    <a:pt x="603556" y="5527554"/>
                  </a:lnTo>
                  <a:lnTo>
                    <a:pt x="603650" y="5527554"/>
                  </a:lnTo>
                  <a:lnTo>
                    <a:pt x="603744" y="5527554"/>
                  </a:lnTo>
                  <a:lnTo>
                    <a:pt x="603838" y="5527554"/>
                  </a:lnTo>
                  <a:lnTo>
                    <a:pt x="603932" y="5527554"/>
                  </a:lnTo>
                  <a:lnTo>
                    <a:pt x="604026" y="5527554"/>
                  </a:lnTo>
                  <a:lnTo>
                    <a:pt x="604120" y="5527554"/>
                  </a:lnTo>
                  <a:lnTo>
                    <a:pt x="604214" y="5527554"/>
                  </a:lnTo>
                  <a:lnTo>
                    <a:pt x="604308" y="5527554"/>
                  </a:lnTo>
                  <a:lnTo>
                    <a:pt x="604402" y="5527554"/>
                  </a:lnTo>
                  <a:lnTo>
                    <a:pt x="604496" y="5527554"/>
                  </a:lnTo>
                  <a:lnTo>
                    <a:pt x="604590" y="5527554"/>
                  </a:lnTo>
                  <a:lnTo>
                    <a:pt x="604684" y="5527554"/>
                  </a:lnTo>
                  <a:lnTo>
                    <a:pt x="604778" y="5527554"/>
                  </a:lnTo>
                  <a:lnTo>
                    <a:pt x="604872" y="5527554"/>
                  </a:lnTo>
                  <a:lnTo>
                    <a:pt x="604966" y="5527554"/>
                  </a:lnTo>
                  <a:lnTo>
                    <a:pt x="605060" y="5527554"/>
                  </a:lnTo>
                  <a:lnTo>
                    <a:pt x="605154" y="5527554"/>
                  </a:lnTo>
                  <a:lnTo>
                    <a:pt x="605248" y="5527554"/>
                  </a:lnTo>
                  <a:lnTo>
                    <a:pt x="605342" y="5527554"/>
                  </a:lnTo>
                  <a:lnTo>
                    <a:pt x="605436" y="5527554"/>
                  </a:lnTo>
                  <a:lnTo>
                    <a:pt x="605530" y="5527554"/>
                  </a:lnTo>
                  <a:lnTo>
                    <a:pt x="605624" y="5527554"/>
                  </a:lnTo>
                  <a:lnTo>
                    <a:pt x="605718" y="5527554"/>
                  </a:lnTo>
                  <a:lnTo>
                    <a:pt x="605812" y="5527554"/>
                  </a:lnTo>
                  <a:lnTo>
                    <a:pt x="605906" y="5527554"/>
                  </a:lnTo>
                  <a:lnTo>
                    <a:pt x="606000" y="5527554"/>
                  </a:lnTo>
                  <a:lnTo>
                    <a:pt x="606095" y="5527554"/>
                  </a:lnTo>
                  <a:lnTo>
                    <a:pt x="606189" y="5527554"/>
                  </a:lnTo>
                  <a:lnTo>
                    <a:pt x="606283" y="5527554"/>
                  </a:lnTo>
                  <a:lnTo>
                    <a:pt x="606377" y="5527554"/>
                  </a:lnTo>
                  <a:lnTo>
                    <a:pt x="606471" y="5527554"/>
                  </a:lnTo>
                  <a:lnTo>
                    <a:pt x="606565" y="5527554"/>
                  </a:lnTo>
                  <a:lnTo>
                    <a:pt x="606659" y="5527554"/>
                  </a:lnTo>
                  <a:lnTo>
                    <a:pt x="606753" y="5527554"/>
                  </a:lnTo>
                  <a:lnTo>
                    <a:pt x="606847" y="5527554"/>
                  </a:lnTo>
                  <a:lnTo>
                    <a:pt x="606941" y="5527554"/>
                  </a:lnTo>
                  <a:lnTo>
                    <a:pt x="607035" y="5527554"/>
                  </a:lnTo>
                  <a:lnTo>
                    <a:pt x="607129" y="5527554"/>
                  </a:lnTo>
                  <a:lnTo>
                    <a:pt x="607223" y="5527554"/>
                  </a:lnTo>
                  <a:lnTo>
                    <a:pt x="607317" y="5527554"/>
                  </a:lnTo>
                  <a:lnTo>
                    <a:pt x="607411" y="5527554"/>
                  </a:lnTo>
                  <a:lnTo>
                    <a:pt x="607505" y="5527554"/>
                  </a:lnTo>
                  <a:lnTo>
                    <a:pt x="607599" y="5527554"/>
                  </a:lnTo>
                  <a:lnTo>
                    <a:pt x="607693" y="5527554"/>
                  </a:lnTo>
                  <a:lnTo>
                    <a:pt x="607787" y="5527554"/>
                  </a:lnTo>
                  <a:lnTo>
                    <a:pt x="607881" y="5527554"/>
                  </a:lnTo>
                  <a:lnTo>
                    <a:pt x="607975" y="5527554"/>
                  </a:lnTo>
                  <a:lnTo>
                    <a:pt x="608069" y="5527554"/>
                  </a:lnTo>
                  <a:lnTo>
                    <a:pt x="608163" y="5527554"/>
                  </a:lnTo>
                  <a:lnTo>
                    <a:pt x="608257" y="5527554"/>
                  </a:lnTo>
                  <a:lnTo>
                    <a:pt x="608351" y="5527554"/>
                  </a:lnTo>
                  <a:lnTo>
                    <a:pt x="608445" y="5527554"/>
                  </a:lnTo>
                  <a:lnTo>
                    <a:pt x="608539" y="5527554"/>
                  </a:lnTo>
                  <a:lnTo>
                    <a:pt x="608633" y="5527554"/>
                  </a:lnTo>
                  <a:lnTo>
                    <a:pt x="608727" y="5527554"/>
                  </a:lnTo>
                  <a:lnTo>
                    <a:pt x="608821" y="5527554"/>
                  </a:lnTo>
                  <a:lnTo>
                    <a:pt x="608915" y="5527554"/>
                  </a:lnTo>
                  <a:lnTo>
                    <a:pt x="609009" y="5527554"/>
                  </a:lnTo>
                  <a:lnTo>
                    <a:pt x="609103" y="5527554"/>
                  </a:lnTo>
                  <a:lnTo>
                    <a:pt x="609197" y="5527554"/>
                  </a:lnTo>
                  <a:lnTo>
                    <a:pt x="609291" y="5527554"/>
                  </a:lnTo>
                  <a:lnTo>
                    <a:pt x="609385" y="5527554"/>
                  </a:lnTo>
                  <a:lnTo>
                    <a:pt x="609479" y="5527554"/>
                  </a:lnTo>
                  <a:lnTo>
                    <a:pt x="609573" y="5527554"/>
                  </a:lnTo>
                  <a:lnTo>
                    <a:pt x="609668" y="5527554"/>
                  </a:lnTo>
                  <a:lnTo>
                    <a:pt x="609762" y="5527554"/>
                  </a:lnTo>
                  <a:lnTo>
                    <a:pt x="609856" y="5527554"/>
                  </a:lnTo>
                  <a:lnTo>
                    <a:pt x="609950" y="5527554"/>
                  </a:lnTo>
                  <a:lnTo>
                    <a:pt x="610044" y="5527554"/>
                  </a:lnTo>
                  <a:lnTo>
                    <a:pt x="610138" y="5527554"/>
                  </a:lnTo>
                  <a:lnTo>
                    <a:pt x="610232" y="5527554"/>
                  </a:lnTo>
                  <a:lnTo>
                    <a:pt x="610326" y="5527554"/>
                  </a:lnTo>
                  <a:lnTo>
                    <a:pt x="610420" y="5527554"/>
                  </a:lnTo>
                  <a:lnTo>
                    <a:pt x="610514" y="5527554"/>
                  </a:lnTo>
                  <a:lnTo>
                    <a:pt x="610514" y="5522274"/>
                  </a:lnTo>
                  <a:lnTo>
                    <a:pt x="610608" y="5522274"/>
                  </a:lnTo>
                  <a:lnTo>
                    <a:pt x="610702" y="5522274"/>
                  </a:lnTo>
                  <a:lnTo>
                    <a:pt x="610796" y="5522274"/>
                  </a:lnTo>
                  <a:lnTo>
                    <a:pt x="610890" y="5522274"/>
                  </a:lnTo>
                  <a:lnTo>
                    <a:pt x="610984" y="5522274"/>
                  </a:lnTo>
                  <a:lnTo>
                    <a:pt x="611078" y="5522274"/>
                  </a:lnTo>
                  <a:lnTo>
                    <a:pt x="611172" y="5522274"/>
                  </a:lnTo>
                  <a:lnTo>
                    <a:pt x="611266" y="5522274"/>
                  </a:lnTo>
                  <a:lnTo>
                    <a:pt x="611360" y="5522274"/>
                  </a:lnTo>
                  <a:lnTo>
                    <a:pt x="611454" y="5522274"/>
                  </a:lnTo>
                  <a:lnTo>
                    <a:pt x="611548" y="5522274"/>
                  </a:lnTo>
                  <a:lnTo>
                    <a:pt x="611642" y="5522274"/>
                  </a:lnTo>
                  <a:lnTo>
                    <a:pt x="611736" y="5522274"/>
                  </a:lnTo>
                  <a:lnTo>
                    <a:pt x="611830" y="5522274"/>
                  </a:lnTo>
                  <a:lnTo>
                    <a:pt x="611924" y="5522274"/>
                  </a:lnTo>
                  <a:lnTo>
                    <a:pt x="612018" y="5522274"/>
                  </a:lnTo>
                  <a:lnTo>
                    <a:pt x="612112" y="5522274"/>
                  </a:lnTo>
                  <a:lnTo>
                    <a:pt x="612206" y="5522274"/>
                  </a:lnTo>
                  <a:lnTo>
                    <a:pt x="612300" y="5522274"/>
                  </a:lnTo>
                  <a:lnTo>
                    <a:pt x="612300" y="5516995"/>
                  </a:lnTo>
                  <a:lnTo>
                    <a:pt x="612394" y="5516995"/>
                  </a:lnTo>
                  <a:lnTo>
                    <a:pt x="612488" y="5516995"/>
                  </a:lnTo>
                  <a:lnTo>
                    <a:pt x="612582" y="5516995"/>
                  </a:lnTo>
                  <a:lnTo>
                    <a:pt x="612676" y="5516995"/>
                  </a:lnTo>
                  <a:lnTo>
                    <a:pt x="612770" y="5516995"/>
                  </a:lnTo>
                  <a:lnTo>
                    <a:pt x="612864" y="5516995"/>
                  </a:lnTo>
                  <a:lnTo>
                    <a:pt x="612958" y="5516995"/>
                  </a:lnTo>
                  <a:lnTo>
                    <a:pt x="613052" y="5516995"/>
                  </a:lnTo>
                  <a:lnTo>
                    <a:pt x="613147" y="5516995"/>
                  </a:lnTo>
                  <a:lnTo>
                    <a:pt x="613241" y="5516995"/>
                  </a:lnTo>
                  <a:lnTo>
                    <a:pt x="613335" y="5516995"/>
                  </a:lnTo>
                  <a:lnTo>
                    <a:pt x="613429" y="5516995"/>
                  </a:lnTo>
                  <a:lnTo>
                    <a:pt x="613523" y="5516995"/>
                  </a:lnTo>
                  <a:lnTo>
                    <a:pt x="613617" y="5516995"/>
                  </a:lnTo>
                  <a:lnTo>
                    <a:pt x="613711" y="5516995"/>
                  </a:lnTo>
                  <a:lnTo>
                    <a:pt x="613805" y="5516995"/>
                  </a:lnTo>
                  <a:lnTo>
                    <a:pt x="613899" y="5516995"/>
                  </a:lnTo>
                  <a:lnTo>
                    <a:pt x="613993" y="5516995"/>
                  </a:lnTo>
                  <a:lnTo>
                    <a:pt x="614087" y="5516995"/>
                  </a:lnTo>
                  <a:lnTo>
                    <a:pt x="614181" y="5516995"/>
                  </a:lnTo>
                  <a:lnTo>
                    <a:pt x="614275" y="5516995"/>
                  </a:lnTo>
                  <a:lnTo>
                    <a:pt x="614369" y="5516995"/>
                  </a:lnTo>
                  <a:lnTo>
                    <a:pt x="614463" y="5516995"/>
                  </a:lnTo>
                  <a:lnTo>
                    <a:pt x="614557" y="5516995"/>
                  </a:lnTo>
                  <a:lnTo>
                    <a:pt x="614651" y="5516995"/>
                  </a:lnTo>
                  <a:lnTo>
                    <a:pt x="614745" y="5516995"/>
                  </a:lnTo>
                  <a:lnTo>
                    <a:pt x="614839" y="5516995"/>
                  </a:lnTo>
                  <a:lnTo>
                    <a:pt x="614933" y="5516995"/>
                  </a:lnTo>
                  <a:lnTo>
                    <a:pt x="615027" y="5516995"/>
                  </a:lnTo>
                  <a:lnTo>
                    <a:pt x="615121" y="5516995"/>
                  </a:lnTo>
                  <a:lnTo>
                    <a:pt x="615215" y="5516995"/>
                  </a:lnTo>
                  <a:lnTo>
                    <a:pt x="615309" y="5516995"/>
                  </a:lnTo>
                  <a:lnTo>
                    <a:pt x="615403" y="5516995"/>
                  </a:lnTo>
                  <a:lnTo>
                    <a:pt x="615497" y="5516995"/>
                  </a:lnTo>
                  <a:lnTo>
                    <a:pt x="615591" y="5516995"/>
                  </a:lnTo>
                  <a:lnTo>
                    <a:pt x="615685" y="5516995"/>
                  </a:lnTo>
                  <a:lnTo>
                    <a:pt x="615779" y="5516995"/>
                  </a:lnTo>
                  <a:lnTo>
                    <a:pt x="615873" y="5516995"/>
                  </a:lnTo>
                  <a:lnTo>
                    <a:pt x="615967" y="5516995"/>
                  </a:lnTo>
                  <a:lnTo>
                    <a:pt x="616061" y="5516995"/>
                  </a:lnTo>
                  <a:lnTo>
                    <a:pt x="616155" y="5516995"/>
                  </a:lnTo>
                  <a:lnTo>
                    <a:pt x="616249" y="5516995"/>
                  </a:lnTo>
                  <a:lnTo>
                    <a:pt x="616343" y="5516995"/>
                  </a:lnTo>
                  <a:lnTo>
                    <a:pt x="616437" y="5516995"/>
                  </a:lnTo>
                  <a:lnTo>
                    <a:pt x="616531" y="5516995"/>
                  </a:lnTo>
                  <a:lnTo>
                    <a:pt x="616625" y="5516995"/>
                  </a:lnTo>
                  <a:lnTo>
                    <a:pt x="616720" y="5516995"/>
                  </a:lnTo>
                  <a:lnTo>
                    <a:pt x="616814" y="5516995"/>
                  </a:lnTo>
                  <a:lnTo>
                    <a:pt x="616908" y="5516995"/>
                  </a:lnTo>
                  <a:lnTo>
                    <a:pt x="617002" y="5516995"/>
                  </a:lnTo>
                  <a:lnTo>
                    <a:pt x="617096" y="5516995"/>
                  </a:lnTo>
                  <a:lnTo>
                    <a:pt x="617190" y="5516995"/>
                  </a:lnTo>
                  <a:lnTo>
                    <a:pt x="617284" y="5516995"/>
                  </a:lnTo>
                  <a:lnTo>
                    <a:pt x="617378" y="5516995"/>
                  </a:lnTo>
                  <a:lnTo>
                    <a:pt x="617472" y="5516995"/>
                  </a:lnTo>
                  <a:lnTo>
                    <a:pt x="617566" y="5516995"/>
                  </a:lnTo>
                  <a:lnTo>
                    <a:pt x="617660" y="5516995"/>
                  </a:lnTo>
                  <a:lnTo>
                    <a:pt x="617754" y="5516995"/>
                  </a:lnTo>
                  <a:lnTo>
                    <a:pt x="617848" y="5516995"/>
                  </a:lnTo>
                  <a:lnTo>
                    <a:pt x="617942" y="5516995"/>
                  </a:lnTo>
                  <a:lnTo>
                    <a:pt x="618036" y="5516995"/>
                  </a:lnTo>
                  <a:lnTo>
                    <a:pt x="618130" y="5516995"/>
                  </a:lnTo>
                  <a:lnTo>
                    <a:pt x="618224" y="5516995"/>
                  </a:lnTo>
                  <a:lnTo>
                    <a:pt x="618318" y="5516995"/>
                  </a:lnTo>
                  <a:lnTo>
                    <a:pt x="618412" y="5516995"/>
                  </a:lnTo>
                  <a:lnTo>
                    <a:pt x="618506" y="5516995"/>
                  </a:lnTo>
                  <a:lnTo>
                    <a:pt x="618600" y="5516995"/>
                  </a:lnTo>
                  <a:lnTo>
                    <a:pt x="618694" y="5516995"/>
                  </a:lnTo>
                  <a:lnTo>
                    <a:pt x="618788" y="5516995"/>
                  </a:lnTo>
                  <a:lnTo>
                    <a:pt x="618882" y="5516995"/>
                  </a:lnTo>
                  <a:lnTo>
                    <a:pt x="618976" y="5516995"/>
                  </a:lnTo>
                  <a:lnTo>
                    <a:pt x="619070" y="5516995"/>
                  </a:lnTo>
                  <a:lnTo>
                    <a:pt x="619164" y="5516995"/>
                  </a:lnTo>
                  <a:lnTo>
                    <a:pt x="619258" y="5516995"/>
                  </a:lnTo>
                  <a:lnTo>
                    <a:pt x="619352" y="5516995"/>
                  </a:lnTo>
                  <a:lnTo>
                    <a:pt x="619446" y="5516995"/>
                  </a:lnTo>
                  <a:lnTo>
                    <a:pt x="619540" y="5516995"/>
                  </a:lnTo>
                  <a:lnTo>
                    <a:pt x="619634" y="5516995"/>
                  </a:lnTo>
                  <a:lnTo>
                    <a:pt x="619728" y="5516995"/>
                  </a:lnTo>
                  <a:lnTo>
                    <a:pt x="619822" y="5516995"/>
                  </a:lnTo>
                  <a:lnTo>
                    <a:pt x="619916" y="5516995"/>
                  </a:lnTo>
                  <a:lnTo>
                    <a:pt x="620010" y="5516995"/>
                  </a:lnTo>
                  <a:lnTo>
                    <a:pt x="620104" y="5516995"/>
                  </a:lnTo>
                  <a:lnTo>
                    <a:pt x="620198" y="5516995"/>
                  </a:lnTo>
                  <a:lnTo>
                    <a:pt x="620293" y="5516995"/>
                  </a:lnTo>
                  <a:lnTo>
                    <a:pt x="620387" y="5516995"/>
                  </a:lnTo>
                  <a:lnTo>
                    <a:pt x="620481" y="5516995"/>
                  </a:lnTo>
                  <a:lnTo>
                    <a:pt x="620575" y="5516995"/>
                  </a:lnTo>
                  <a:lnTo>
                    <a:pt x="620669" y="5516995"/>
                  </a:lnTo>
                  <a:lnTo>
                    <a:pt x="620763" y="5516995"/>
                  </a:lnTo>
                  <a:lnTo>
                    <a:pt x="620857" y="5516995"/>
                  </a:lnTo>
                  <a:lnTo>
                    <a:pt x="620951" y="5516995"/>
                  </a:lnTo>
                  <a:lnTo>
                    <a:pt x="621045" y="5516995"/>
                  </a:lnTo>
                  <a:lnTo>
                    <a:pt x="621139" y="5516995"/>
                  </a:lnTo>
                  <a:lnTo>
                    <a:pt x="621233" y="5516995"/>
                  </a:lnTo>
                  <a:lnTo>
                    <a:pt x="621327" y="5516995"/>
                  </a:lnTo>
                  <a:lnTo>
                    <a:pt x="621421" y="5516995"/>
                  </a:lnTo>
                  <a:lnTo>
                    <a:pt x="621515" y="5516995"/>
                  </a:lnTo>
                  <a:lnTo>
                    <a:pt x="621609" y="5516995"/>
                  </a:lnTo>
                  <a:lnTo>
                    <a:pt x="621703" y="5516995"/>
                  </a:lnTo>
                  <a:lnTo>
                    <a:pt x="621797" y="5516995"/>
                  </a:lnTo>
                  <a:lnTo>
                    <a:pt x="621891" y="5516995"/>
                  </a:lnTo>
                  <a:lnTo>
                    <a:pt x="621985" y="5516995"/>
                  </a:lnTo>
                  <a:lnTo>
                    <a:pt x="622079" y="5516995"/>
                  </a:lnTo>
                  <a:lnTo>
                    <a:pt x="622173" y="5516995"/>
                  </a:lnTo>
                  <a:lnTo>
                    <a:pt x="622267" y="5516995"/>
                  </a:lnTo>
                  <a:lnTo>
                    <a:pt x="622361" y="5516995"/>
                  </a:lnTo>
                  <a:lnTo>
                    <a:pt x="622455" y="5516995"/>
                  </a:lnTo>
                  <a:lnTo>
                    <a:pt x="622549" y="5516995"/>
                  </a:lnTo>
                  <a:lnTo>
                    <a:pt x="622643" y="5516995"/>
                  </a:lnTo>
                  <a:lnTo>
                    <a:pt x="622737" y="5516995"/>
                  </a:lnTo>
                  <a:lnTo>
                    <a:pt x="622831" y="5516995"/>
                  </a:lnTo>
                  <a:lnTo>
                    <a:pt x="622925" y="5516995"/>
                  </a:lnTo>
                  <a:lnTo>
                    <a:pt x="623019" y="5516995"/>
                  </a:lnTo>
                  <a:lnTo>
                    <a:pt x="623113" y="5516995"/>
                  </a:lnTo>
                  <a:lnTo>
                    <a:pt x="623207" y="5516995"/>
                  </a:lnTo>
                  <a:lnTo>
                    <a:pt x="623301" y="5516995"/>
                  </a:lnTo>
                  <a:lnTo>
                    <a:pt x="623395" y="5516995"/>
                  </a:lnTo>
                  <a:lnTo>
                    <a:pt x="623489" y="5516995"/>
                  </a:lnTo>
                  <a:lnTo>
                    <a:pt x="623583" y="5516995"/>
                  </a:lnTo>
                  <a:lnTo>
                    <a:pt x="623677" y="5516995"/>
                  </a:lnTo>
                  <a:lnTo>
                    <a:pt x="623771" y="5516995"/>
                  </a:lnTo>
                  <a:lnTo>
                    <a:pt x="623866" y="5516995"/>
                  </a:lnTo>
                  <a:lnTo>
                    <a:pt x="623866" y="5511715"/>
                  </a:lnTo>
                  <a:lnTo>
                    <a:pt x="623960" y="5511715"/>
                  </a:lnTo>
                  <a:lnTo>
                    <a:pt x="624054" y="5511715"/>
                  </a:lnTo>
                  <a:lnTo>
                    <a:pt x="624148" y="5511715"/>
                  </a:lnTo>
                  <a:lnTo>
                    <a:pt x="624242" y="5511715"/>
                  </a:lnTo>
                  <a:lnTo>
                    <a:pt x="624336" y="5511715"/>
                  </a:lnTo>
                  <a:lnTo>
                    <a:pt x="624430" y="5511715"/>
                  </a:lnTo>
                  <a:lnTo>
                    <a:pt x="624524" y="5511715"/>
                  </a:lnTo>
                  <a:lnTo>
                    <a:pt x="624618" y="5511715"/>
                  </a:lnTo>
                  <a:lnTo>
                    <a:pt x="624712" y="5511715"/>
                  </a:lnTo>
                  <a:lnTo>
                    <a:pt x="624806" y="5511715"/>
                  </a:lnTo>
                  <a:lnTo>
                    <a:pt x="624900" y="5511715"/>
                  </a:lnTo>
                  <a:lnTo>
                    <a:pt x="624994" y="5511715"/>
                  </a:lnTo>
                  <a:lnTo>
                    <a:pt x="625088" y="5511715"/>
                  </a:lnTo>
                  <a:lnTo>
                    <a:pt x="625182" y="5511715"/>
                  </a:lnTo>
                  <a:lnTo>
                    <a:pt x="625276" y="5511715"/>
                  </a:lnTo>
                  <a:lnTo>
                    <a:pt x="625370" y="5511715"/>
                  </a:lnTo>
                  <a:lnTo>
                    <a:pt x="625464" y="5511715"/>
                  </a:lnTo>
                  <a:lnTo>
                    <a:pt x="625558" y="5511715"/>
                  </a:lnTo>
                  <a:lnTo>
                    <a:pt x="625652" y="5511715"/>
                  </a:lnTo>
                  <a:lnTo>
                    <a:pt x="625746" y="5511715"/>
                  </a:lnTo>
                  <a:lnTo>
                    <a:pt x="625840" y="5511715"/>
                  </a:lnTo>
                  <a:lnTo>
                    <a:pt x="625934" y="5511715"/>
                  </a:lnTo>
                  <a:lnTo>
                    <a:pt x="626028" y="5511715"/>
                  </a:lnTo>
                  <a:lnTo>
                    <a:pt x="626122" y="5511715"/>
                  </a:lnTo>
                  <a:lnTo>
                    <a:pt x="626216" y="5511715"/>
                  </a:lnTo>
                  <a:lnTo>
                    <a:pt x="626310" y="5511715"/>
                  </a:lnTo>
                  <a:lnTo>
                    <a:pt x="626404" y="5511715"/>
                  </a:lnTo>
                  <a:lnTo>
                    <a:pt x="626498" y="5511715"/>
                  </a:lnTo>
                  <a:lnTo>
                    <a:pt x="626592" y="5511715"/>
                  </a:lnTo>
                  <a:lnTo>
                    <a:pt x="626686" y="5511715"/>
                  </a:lnTo>
                  <a:lnTo>
                    <a:pt x="626780" y="5511715"/>
                  </a:lnTo>
                  <a:lnTo>
                    <a:pt x="626874" y="5511715"/>
                  </a:lnTo>
                  <a:lnTo>
                    <a:pt x="626968" y="5511715"/>
                  </a:lnTo>
                  <a:lnTo>
                    <a:pt x="627062" y="5511715"/>
                  </a:lnTo>
                  <a:lnTo>
                    <a:pt x="627156" y="5511715"/>
                  </a:lnTo>
                  <a:lnTo>
                    <a:pt x="627250" y="5511715"/>
                  </a:lnTo>
                  <a:lnTo>
                    <a:pt x="627345" y="5511715"/>
                  </a:lnTo>
                  <a:lnTo>
                    <a:pt x="627439" y="5511715"/>
                  </a:lnTo>
                  <a:lnTo>
                    <a:pt x="627533" y="5511715"/>
                  </a:lnTo>
                  <a:lnTo>
                    <a:pt x="627627" y="5511715"/>
                  </a:lnTo>
                  <a:lnTo>
                    <a:pt x="627721" y="5511715"/>
                  </a:lnTo>
                  <a:lnTo>
                    <a:pt x="627815" y="5511715"/>
                  </a:lnTo>
                  <a:lnTo>
                    <a:pt x="627909" y="5511715"/>
                  </a:lnTo>
                  <a:lnTo>
                    <a:pt x="628003" y="5511715"/>
                  </a:lnTo>
                  <a:lnTo>
                    <a:pt x="628097" y="5511715"/>
                  </a:lnTo>
                  <a:lnTo>
                    <a:pt x="628191" y="5511715"/>
                  </a:lnTo>
                  <a:lnTo>
                    <a:pt x="628285" y="5511715"/>
                  </a:lnTo>
                  <a:lnTo>
                    <a:pt x="628379" y="5511715"/>
                  </a:lnTo>
                  <a:lnTo>
                    <a:pt x="628473" y="5511715"/>
                  </a:lnTo>
                  <a:lnTo>
                    <a:pt x="628567" y="5511715"/>
                  </a:lnTo>
                  <a:lnTo>
                    <a:pt x="628661" y="5511715"/>
                  </a:lnTo>
                  <a:lnTo>
                    <a:pt x="628755" y="5511715"/>
                  </a:lnTo>
                  <a:lnTo>
                    <a:pt x="628849" y="5511715"/>
                  </a:lnTo>
                  <a:lnTo>
                    <a:pt x="628943" y="5511715"/>
                  </a:lnTo>
                  <a:lnTo>
                    <a:pt x="629037" y="5511715"/>
                  </a:lnTo>
                  <a:lnTo>
                    <a:pt x="629131" y="5511715"/>
                  </a:lnTo>
                  <a:lnTo>
                    <a:pt x="629225" y="5511715"/>
                  </a:lnTo>
                  <a:lnTo>
                    <a:pt x="629319" y="5511715"/>
                  </a:lnTo>
                  <a:lnTo>
                    <a:pt x="629413" y="5511715"/>
                  </a:lnTo>
                  <a:lnTo>
                    <a:pt x="629507" y="5511715"/>
                  </a:lnTo>
                  <a:lnTo>
                    <a:pt x="629601" y="5511715"/>
                  </a:lnTo>
                  <a:lnTo>
                    <a:pt x="629601" y="5506436"/>
                  </a:lnTo>
                  <a:lnTo>
                    <a:pt x="629695" y="5506436"/>
                  </a:lnTo>
                  <a:lnTo>
                    <a:pt x="629789" y="5506436"/>
                  </a:lnTo>
                  <a:lnTo>
                    <a:pt x="629883" y="5506436"/>
                  </a:lnTo>
                  <a:lnTo>
                    <a:pt x="629977" y="5506436"/>
                  </a:lnTo>
                  <a:lnTo>
                    <a:pt x="630071" y="5506436"/>
                  </a:lnTo>
                  <a:lnTo>
                    <a:pt x="630165" y="5506436"/>
                  </a:lnTo>
                  <a:lnTo>
                    <a:pt x="630259" y="5506436"/>
                  </a:lnTo>
                  <a:lnTo>
                    <a:pt x="630353" y="5506436"/>
                  </a:lnTo>
                  <a:lnTo>
                    <a:pt x="630447" y="5506436"/>
                  </a:lnTo>
                  <a:lnTo>
                    <a:pt x="630541" y="5506436"/>
                  </a:lnTo>
                  <a:lnTo>
                    <a:pt x="630635" y="5506436"/>
                  </a:lnTo>
                  <a:lnTo>
                    <a:pt x="630729" y="5506436"/>
                  </a:lnTo>
                  <a:lnTo>
                    <a:pt x="630823" y="5506436"/>
                  </a:lnTo>
                  <a:lnTo>
                    <a:pt x="630918" y="5506436"/>
                  </a:lnTo>
                  <a:lnTo>
                    <a:pt x="631012" y="5506436"/>
                  </a:lnTo>
                  <a:lnTo>
                    <a:pt x="631106" y="5506436"/>
                  </a:lnTo>
                  <a:lnTo>
                    <a:pt x="631200" y="5506436"/>
                  </a:lnTo>
                  <a:lnTo>
                    <a:pt x="631294" y="5506436"/>
                  </a:lnTo>
                  <a:lnTo>
                    <a:pt x="631388" y="5506436"/>
                  </a:lnTo>
                  <a:lnTo>
                    <a:pt x="631482" y="5506436"/>
                  </a:lnTo>
                  <a:lnTo>
                    <a:pt x="631576" y="5506436"/>
                  </a:lnTo>
                  <a:lnTo>
                    <a:pt x="631670" y="5506436"/>
                  </a:lnTo>
                  <a:lnTo>
                    <a:pt x="631764" y="5506436"/>
                  </a:lnTo>
                  <a:lnTo>
                    <a:pt x="631858" y="5506436"/>
                  </a:lnTo>
                  <a:lnTo>
                    <a:pt x="631952" y="5506436"/>
                  </a:lnTo>
                  <a:lnTo>
                    <a:pt x="632046" y="5506436"/>
                  </a:lnTo>
                  <a:lnTo>
                    <a:pt x="632140" y="5506436"/>
                  </a:lnTo>
                  <a:lnTo>
                    <a:pt x="632234" y="5506436"/>
                  </a:lnTo>
                  <a:lnTo>
                    <a:pt x="632328" y="5506436"/>
                  </a:lnTo>
                  <a:lnTo>
                    <a:pt x="632422" y="5506436"/>
                  </a:lnTo>
                  <a:lnTo>
                    <a:pt x="632516" y="5506436"/>
                  </a:lnTo>
                  <a:lnTo>
                    <a:pt x="632610" y="5506436"/>
                  </a:lnTo>
                  <a:lnTo>
                    <a:pt x="632704" y="5506436"/>
                  </a:lnTo>
                  <a:lnTo>
                    <a:pt x="632798" y="5506436"/>
                  </a:lnTo>
                  <a:lnTo>
                    <a:pt x="632892" y="5506436"/>
                  </a:lnTo>
                  <a:lnTo>
                    <a:pt x="632986" y="5506436"/>
                  </a:lnTo>
                  <a:lnTo>
                    <a:pt x="633080" y="5506436"/>
                  </a:lnTo>
                  <a:lnTo>
                    <a:pt x="633174" y="5506436"/>
                  </a:lnTo>
                  <a:lnTo>
                    <a:pt x="633268" y="5506436"/>
                  </a:lnTo>
                  <a:lnTo>
                    <a:pt x="633268" y="5501157"/>
                  </a:lnTo>
                  <a:lnTo>
                    <a:pt x="633362" y="5501157"/>
                  </a:lnTo>
                  <a:lnTo>
                    <a:pt x="633456" y="5501157"/>
                  </a:lnTo>
                  <a:lnTo>
                    <a:pt x="633550" y="5501157"/>
                  </a:lnTo>
                  <a:lnTo>
                    <a:pt x="633644" y="5501157"/>
                  </a:lnTo>
                  <a:lnTo>
                    <a:pt x="633738" y="5501157"/>
                  </a:lnTo>
                  <a:lnTo>
                    <a:pt x="633832" y="5501157"/>
                  </a:lnTo>
                  <a:lnTo>
                    <a:pt x="633926" y="5501157"/>
                  </a:lnTo>
                  <a:lnTo>
                    <a:pt x="634020" y="5501157"/>
                  </a:lnTo>
                  <a:lnTo>
                    <a:pt x="634114" y="5501157"/>
                  </a:lnTo>
                  <a:lnTo>
                    <a:pt x="634208" y="5501157"/>
                  </a:lnTo>
                  <a:lnTo>
                    <a:pt x="634302" y="5501157"/>
                  </a:lnTo>
                  <a:lnTo>
                    <a:pt x="634396" y="5501157"/>
                  </a:lnTo>
                  <a:lnTo>
                    <a:pt x="634491" y="5501157"/>
                  </a:lnTo>
                  <a:lnTo>
                    <a:pt x="634585" y="5501157"/>
                  </a:lnTo>
                  <a:lnTo>
                    <a:pt x="634679" y="5501157"/>
                  </a:lnTo>
                  <a:lnTo>
                    <a:pt x="634773" y="5501157"/>
                  </a:lnTo>
                  <a:lnTo>
                    <a:pt x="634867" y="5501157"/>
                  </a:lnTo>
                  <a:lnTo>
                    <a:pt x="634961" y="5501157"/>
                  </a:lnTo>
                  <a:lnTo>
                    <a:pt x="635055" y="5501157"/>
                  </a:lnTo>
                  <a:lnTo>
                    <a:pt x="635149" y="5501157"/>
                  </a:lnTo>
                  <a:lnTo>
                    <a:pt x="635243" y="5501157"/>
                  </a:lnTo>
                  <a:lnTo>
                    <a:pt x="635337" y="5501157"/>
                  </a:lnTo>
                  <a:lnTo>
                    <a:pt x="635431" y="5501157"/>
                  </a:lnTo>
                  <a:lnTo>
                    <a:pt x="635525" y="5501157"/>
                  </a:lnTo>
                  <a:lnTo>
                    <a:pt x="635619" y="5501157"/>
                  </a:lnTo>
                  <a:lnTo>
                    <a:pt x="635713" y="5501157"/>
                  </a:lnTo>
                  <a:lnTo>
                    <a:pt x="635807" y="5501157"/>
                  </a:lnTo>
                  <a:lnTo>
                    <a:pt x="635901" y="5501157"/>
                  </a:lnTo>
                  <a:lnTo>
                    <a:pt x="635995" y="5501157"/>
                  </a:lnTo>
                  <a:lnTo>
                    <a:pt x="636089" y="5501157"/>
                  </a:lnTo>
                  <a:lnTo>
                    <a:pt x="636183" y="5501157"/>
                  </a:lnTo>
                  <a:lnTo>
                    <a:pt x="636277" y="5501157"/>
                  </a:lnTo>
                  <a:lnTo>
                    <a:pt x="636371" y="5501157"/>
                  </a:lnTo>
                  <a:lnTo>
                    <a:pt x="636465" y="5501157"/>
                  </a:lnTo>
                  <a:lnTo>
                    <a:pt x="636559" y="5501157"/>
                  </a:lnTo>
                  <a:lnTo>
                    <a:pt x="636653" y="5501157"/>
                  </a:lnTo>
                  <a:lnTo>
                    <a:pt x="636747" y="5501157"/>
                  </a:lnTo>
                  <a:lnTo>
                    <a:pt x="636841" y="5501157"/>
                  </a:lnTo>
                  <a:lnTo>
                    <a:pt x="636935" y="5501157"/>
                  </a:lnTo>
                  <a:lnTo>
                    <a:pt x="637029" y="5501157"/>
                  </a:lnTo>
                  <a:lnTo>
                    <a:pt x="637123" y="5501157"/>
                  </a:lnTo>
                  <a:lnTo>
                    <a:pt x="637217" y="5501157"/>
                  </a:lnTo>
                  <a:lnTo>
                    <a:pt x="637311" y="5501157"/>
                  </a:lnTo>
                  <a:lnTo>
                    <a:pt x="637405" y="5501157"/>
                  </a:lnTo>
                  <a:lnTo>
                    <a:pt x="637499" y="5501157"/>
                  </a:lnTo>
                  <a:lnTo>
                    <a:pt x="637593" y="5501157"/>
                  </a:lnTo>
                  <a:lnTo>
                    <a:pt x="637687" y="5501157"/>
                  </a:lnTo>
                  <a:lnTo>
                    <a:pt x="637781" y="5501157"/>
                  </a:lnTo>
                  <a:lnTo>
                    <a:pt x="637875" y="5501157"/>
                  </a:lnTo>
                  <a:lnTo>
                    <a:pt x="637970" y="5501157"/>
                  </a:lnTo>
                  <a:lnTo>
                    <a:pt x="638064" y="5501157"/>
                  </a:lnTo>
                  <a:lnTo>
                    <a:pt x="638158" y="5501157"/>
                  </a:lnTo>
                  <a:lnTo>
                    <a:pt x="638252" y="5501157"/>
                  </a:lnTo>
                  <a:lnTo>
                    <a:pt x="638346" y="5501157"/>
                  </a:lnTo>
                  <a:lnTo>
                    <a:pt x="638440" y="5501157"/>
                  </a:lnTo>
                  <a:lnTo>
                    <a:pt x="638534" y="5501157"/>
                  </a:lnTo>
                  <a:lnTo>
                    <a:pt x="638628" y="5501157"/>
                  </a:lnTo>
                  <a:lnTo>
                    <a:pt x="638722" y="5501157"/>
                  </a:lnTo>
                  <a:lnTo>
                    <a:pt x="638816" y="5501157"/>
                  </a:lnTo>
                  <a:lnTo>
                    <a:pt x="638910" y="5501157"/>
                  </a:lnTo>
                  <a:lnTo>
                    <a:pt x="639004" y="5501157"/>
                  </a:lnTo>
                  <a:lnTo>
                    <a:pt x="639098" y="5501157"/>
                  </a:lnTo>
                  <a:lnTo>
                    <a:pt x="639192" y="5501157"/>
                  </a:lnTo>
                  <a:lnTo>
                    <a:pt x="639286" y="5501157"/>
                  </a:lnTo>
                  <a:lnTo>
                    <a:pt x="639380" y="5501157"/>
                  </a:lnTo>
                  <a:lnTo>
                    <a:pt x="639474" y="5501157"/>
                  </a:lnTo>
                  <a:lnTo>
                    <a:pt x="639568" y="5501157"/>
                  </a:lnTo>
                  <a:lnTo>
                    <a:pt x="639662" y="5501157"/>
                  </a:lnTo>
                  <a:lnTo>
                    <a:pt x="639756" y="5501157"/>
                  </a:lnTo>
                  <a:lnTo>
                    <a:pt x="639850" y="5501157"/>
                  </a:lnTo>
                  <a:lnTo>
                    <a:pt x="639944" y="5501157"/>
                  </a:lnTo>
                  <a:lnTo>
                    <a:pt x="640038" y="5501157"/>
                  </a:lnTo>
                  <a:lnTo>
                    <a:pt x="640132" y="5501157"/>
                  </a:lnTo>
                  <a:lnTo>
                    <a:pt x="640226" y="5501157"/>
                  </a:lnTo>
                  <a:lnTo>
                    <a:pt x="640320" y="5501157"/>
                  </a:lnTo>
                  <a:lnTo>
                    <a:pt x="640414" y="5501157"/>
                  </a:lnTo>
                  <a:lnTo>
                    <a:pt x="640508" y="5501157"/>
                  </a:lnTo>
                  <a:lnTo>
                    <a:pt x="640602" y="5501157"/>
                  </a:lnTo>
                  <a:lnTo>
                    <a:pt x="640696" y="5501157"/>
                  </a:lnTo>
                  <a:lnTo>
                    <a:pt x="640790" y="5501157"/>
                  </a:lnTo>
                  <a:lnTo>
                    <a:pt x="640884" y="5501157"/>
                  </a:lnTo>
                  <a:lnTo>
                    <a:pt x="640978" y="5501157"/>
                  </a:lnTo>
                  <a:lnTo>
                    <a:pt x="641072" y="5501157"/>
                  </a:lnTo>
                  <a:lnTo>
                    <a:pt x="641166" y="5501157"/>
                  </a:lnTo>
                  <a:lnTo>
                    <a:pt x="641260" y="5501157"/>
                  </a:lnTo>
                  <a:lnTo>
                    <a:pt x="641354" y="5501157"/>
                  </a:lnTo>
                  <a:lnTo>
                    <a:pt x="641448" y="5501157"/>
                  </a:lnTo>
                  <a:lnTo>
                    <a:pt x="641543" y="5501157"/>
                  </a:lnTo>
                  <a:lnTo>
                    <a:pt x="641637" y="5501157"/>
                  </a:lnTo>
                  <a:lnTo>
                    <a:pt x="641731" y="5501157"/>
                  </a:lnTo>
                  <a:lnTo>
                    <a:pt x="641731" y="5495877"/>
                  </a:lnTo>
                  <a:lnTo>
                    <a:pt x="641825" y="5495877"/>
                  </a:lnTo>
                  <a:lnTo>
                    <a:pt x="641919" y="5495877"/>
                  </a:lnTo>
                  <a:lnTo>
                    <a:pt x="642013" y="5495877"/>
                  </a:lnTo>
                  <a:lnTo>
                    <a:pt x="642107" y="5495877"/>
                  </a:lnTo>
                  <a:lnTo>
                    <a:pt x="642201" y="5495877"/>
                  </a:lnTo>
                  <a:lnTo>
                    <a:pt x="642295" y="5495877"/>
                  </a:lnTo>
                  <a:lnTo>
                    <a:pt x="642389" y="5495877"/>
                  </a:lnTo>
                  <a:lnTo>
                    <a:pt x="642483" y="5495877"/>
                  </a:lnTo>
                  <a:lnTo>
                    <a:pt x="642577" y="5495877"/>
                  </a:lnTo>
                  <a:lnTo>
                    <a:pt x="642671" y="5495877"/>
                  </a:lnTo>
                  <a:lnTo>
                    <a:pt x="642765" y="5495877"/>
                  </a:lnTo>
                  <a:lnTo>
                    <a:pt x="642859" y="5495877"/>
                  </a:lnTo>
                  <a:lnTo>
                    <a:pt x="642953" y="5495877"/>
                  </a:lnTo>
                  <a:lnTo>
                    <a:pt x="643047" y="5495877"/>
                  </a:lnTo>
                  <a:lnTo>
                    <a:pt x="643141" y="5495877"/>
                  </a:lnTo>
                  <a:lnTo>
                    <a:pt x="643235" y="5495877"/>
                  </a:lnTo>
                  <a:lnTo>
                    <a:pt x="643235" y="5490598"/>
                  </a:lnTo>
                  <a:lnTo>
                    <a:pt x="643329" y="5490598"/>
                  </a:lnTo>
                  <a:lnTo>
                    <a:pt x="643423" y="5490598"/>
                  </a:lnTo>
                  <a:lnTo>
                    <a:pt x="643517" y="5490598"/>
                  </a:lnTo>
                  <a:lnTo>
                    <a:pt x="643611" y="5490598"/>
                  </a:lnTo>
                  <a:lnTo>
                    <a:pt x="643705" y="5490598"/>
                  </a:lnTo>
                  <a:lnTo>
                    <a:pt x="643799" y="5490598"/>
                  </a:lnTo>
                  <a:lnTo>
                    <a:pt x="643893" y="5490598"/>
                  </a:lnTo>
                  <a:lnTo>
                    <a:pt x="643987" y="5490598"/>
                  </a:lnTo>
                  <a:lnTo>
                    <a:pt x="644081" y="5490598"/>
                  </a:lnTo>
                  <a:lnTo>
                    <a:pt x="644175" y="5490598"/>
                  </a:lnTo>
                  <a:lnTo>
                    <a:pt x="644269" y="5490598"/>
                  </a:lnTo>
                  <a:lnTo>
                    <a:pt x="644363" y="5490598"/>
                  </a:lnTo>
                  <a:lnTo>
                    <a:pt x="644457" y="5490598"/>
                  </a:lnTo>
                  <a:lnTo>
                    <a:pt x="644551" y="5490598"/>
                  </a:lnTo>
                  <a:lnTo>
                    <a:pt x="644645" y="5490598"/>
                  </a:lnTo>
                  <a:lnTo>
                    <a:pt x="644739" y="5490598"/>
                  </a:lnTo>
                  <a:lnTo>
                    <a:pt x="644833" y="5490598"/>
                  </a:lnTo>
                  <a:lnTo>
                    <a:pt x="644927" y="5490598"/>
                  </a:lnTo>
                  <a:lnTo>
                    <a:pt x="645021" y="5490598"/>
                  </a:lnTo>
                  <a:lnTo>
                    <a:pt x="645116" y="5490598"/>
                  </a:lnTo>
                  <a:lnTo>
                    <a:pt x="645210" y="5490598"/>
                  </a:lnTo>
                  <a:lnTo>
                    <a:pt x="645304" y="5490598"/>
                  </a:lnTo>
                  <a:lnTo>
                    <a:pt x="645398" y="5490598"/>
                  </a:lnTo>
                  <a:lnTo>
                    <a:pt x="645492" y="5490598"/>
                  </a:lnTo>
                  <a:lnTo>
                    <a:pt x="645586" y="5490598"/>
                  </a:lnTo>
                  <a:lnTo>
                    <a:pt x="645680" y="5490598"/>
                  </a:lnTo>
                  <a:lnTo>
                    <a:pt x="645774" y="5490598"/>
                  </a:lnTo>
                  <a:lnTo>
                    <a:pt x="645868" y="5490598"/>
                  </a:lnTo>
                  <a:lnTo>
                    <a:pt x="645962" y="5490598"/>
                  </a:lnTo>
                  <a:lnTo>
                    <a:pt x="646056" y="5490598"/>
                  </a:lnTo>
                  <a:lnTo>
                    <a:pt x="646150" y="5490598"/>
                  </a:lnTo>
                  <a:lnTo>
                    <a:pt x="646244" y="5490598"/>
                  </a:lnTo>
                  <a:lnTo>
                    <a:pt x="646338" y="5490598"/>
                  </a:lnTo>
                  <a:lnTo>
                    <a:pt x="646432" y="5490598"/>
                  </a:lnTo>
                  <a:lnTo>
                    <a:pt x="646526" y="5490598"/>
                  </a:lnTo>
                  <a:lnTo>
                    <a:pt x="646620" y="5490598"/>
                  </a:lnTo>
                  <a:lnTo>
                    <a:pt x="646714" y="5490598"/>
                  </a:lnTo>
                  <a:lnTo>
                    <a:pt x="646714" y="5485318"/>
                  </a:lnTo>
                  <a:lnTo>
                    <a:pt x="646808" y="5485318"/>
                  </a:lnTo>
                  <a:lnTo>
                    <a:pt x="646902" y="5485318"/>
                  </a:lnTo>
                  <a:lnTo>
                    <a:pt x="646996" y="5485318"/>
                  </a:lnTo>
                  <a:lnTo>
                    <a:pt x="646996" y="5480039"/>
                  </a:lnTo>
                  <a:lnTo>
                    <a:pt x="647090" y="5480039"/>
                  </a:lnTo>
                  <a:lnTo>
                    <a:pt x="647184" y="5480039"/>
                  </a:lnTo>
                  <a:lnTo>
                    <a:pt x="647278" y="5480039"/>
                  </a:lnTo>
                  <a:lnTo>
                    <a:pt x="647372" y="5480039"/>
                  </a:lnTo>
                  <a:lnTo>
                    <a:pt x="647466" y="5480039"/>
                  </a:lnTo>
                  <a:lnTo>
                    <a:pt x="647560" y="5480039"/>
                  </a:lnTo>
                  <a:lnTo>
                    <a:pt x="647654" y="5480039"/>
                  </a:lnTo>
                  <a:lnTo>
                    <a:pt x="647748" y="5480039"/>
                  </a:lnTo>
                  <a:lnTo>
                    <a:pt x="647842" y="5480039"/>
                  </a:lnTo>
                  <a:lnTo>
                    <a:pt x="647936" y="5480039"/>
                  </a:lnTo>
                  <a:lnTo>
                    <a:pt x="648030" y="5480039"/>
                  </a:lnTo>
                  <a:lnTo>
                    <a:pt x="648124" y="5480039"/>
                  </a:lnTo>
                  <a:lnTo>
                    <a:pt x="648218" y="5480039"/>
                  </a:lnTo>
                  <a:lnTo>
                    <a:pt x="648312" y="5480039"/>
                  </a:lnTo>
                  <a:lnTo>
                    <a:pt x="648406" y="5480039"/>
                  </a:lnTo>
                  <a:lnTo>
                    <a:pt x="648500" y="5480039"/>
                  </a:lnTo>
                  <a:lnTo>
                    <a:pt x="648595" y="5480039"/>
                  </a:lnTo>
                  <a:lnTo>
                    <a:pt x="648689" y="5480039"/>
                  </a:lnTo>
                  <a:lnTo>
                    <a:pt x="648783" y="5480039"/>
                  </a:lnTo>
                  <a:lnTo>
                    <a:pt x="648877" y="5480039"/>
                  </a:lnTo>
                  <a:lnTo>
                    <a:pt x="648971" y="5480039"/>
                  </a:lnTo>
                  <a:lnTo>
                    <a:pt x="649065" y="5480039"/>
                  </a:lnTo>
                  <a:lnTo>
                    <a:pt x="649159" y="5480039"/>
                  </a:lnTo>
                  <a:lnTo>
                    <a:pt x="649253" y="5480039"/>
                  </a:lnTo>
                  <a:lnTo>
                    <a:pt x="649347" y="5480039"/>
                  </a:lnTo>
                  <a:lnTo>
                    <a:pt x="649441" y="5480039"/>
                  </a:lnTo>
                  <a:lnTo>
                    <a:pt x="649535" y="5480039"/>
                  </a:lnTo>
                  <a:lnTo>
                    <a:pt x="649629" y="5480039"/>
                  </a:lnTo>
                  <a:lnTo>
                    <a:pt x="649723" y="5480039"/>
                  </a:lnTo>
                  <a:lnTo>
                    <a:pt x="649817" y="5480039"/>
                  </a:lnTo>
                  <a:lnTo>
                    <a:pt x="649911" y="5480039"/>
                  </a:lnTo>
                  <a:lnTo>
                    <a:pt x="650005" y="5480039"/>
                  </a:lnTo>
                  <a:lnTo>
                    <a:pt x="650099" y="5480039"/>
                  </a:lnTo>
                  <a:lnTo>
                    <a:pt x="650193" y="5480039"/>
                  </a:lnTo>
                  <a:lnTo>
                    <a:pt x="650287" y="5480039"/>
                  </a:lnTo>
                  <a:lnTo>
                    <a:pt x="650381" y="5480039"/>
                  </a:lnTo>
                  <a:lnTo>
                    <a:pt x="650381" y="5474759"/>
                  </a:lnTo>
                  <a:lnTo>
                    <a:pt x="650475" y="5474759"/>
                  </a:lnTo>
                  <a:lnTo>
                    <a:pt x="650569" y="5474759"/>
                  </a:lnTo>
                  <a:lnTo>
                    <a:pt x="650663" y="5474759"/>
                  </a:lnTo>
                  <a:lnTo>
                    <a:pt x="650757" y="5474759"/>
                  </a:lnTo>
                  <a:lnTo>
                    <a:pt x="650851" y="5474759"/>
                  </a:lnTo>
                  <a:lnTo>
                    <a:pt x="650945" y="5474759"/>
                  </a:lnTo>
                  <a:lnTo>
                    <a:pt x="651039" y="5474759"/>
                  </a:lnTo>
                  <a:lnTo>
                    <a:pt x="651133" y="5474759"/>
                  </a:lnTo>
                  <a:lnTo>
                    <a:pt x="651227" y="5474759"/>
                  </a:lnTo>
                  <a:lnTo>
                    <a:pt x="651321" y="5474759"/>
                  </a:lnTo>
                  <a:lnTo>
                    <a:pt x="651415" y="5474759"/>
                  </a:lnTo>
                  <a:lnTo>
                    <a:pt x="651509" y="5474759"/>
                  </a:lnTo>
                  <a:lnTo>
                    <a:pt x="651603" y="5474759"/>
                  </a:lnTo>
                  <a:lnTo>
                    <a:pt x="651697" y="5474759"/>
                  </a:lnTo>
                  <a:lnTo>
                    <a:pt x="651791" y="5474759"/>
                  </a:lnTo>
                  <a:lnTo>
                    <a:pt x="651885" y="5474759"/>
                  </a:lnTo>
                  <a:lnTo>
                    <a:pt x="651979" y="5474759"/>
                  </a:lnTo>
                  <a:lnTo>
                    <a:pt x="652073" y="5474759"/>
                  </a:lnTo>
                  <a:lnTo>
                    <a:pt x="652168" y="5474759"/>
                  </a:lnTo>
                  <a:lnTo>
                    <a:pt x="652262" y="5474759"/>
                  </a:lnTo>
                  <a:lnTo>
                    <a:pt x="652356" y="5474759"/>
                  </a:lnTo>
                  <a:lnTo>
                    <a:pt x="652450" y="5474759"/>
                  </a:lnTo>
                  <a:lnTo>
                    <a:pt x="652544" y="5474759"/>
                  </a:lnTo>
                  <a:lnTo>
                    <a:pt x="652638" y="5474759"/>
                  </a:lnTo>
                  <a:lnTo>
                    <a:pt x="652732" y="5474759"/>
                  </a:lnTo>
                  <a:lnTo>
                    <a:pt x="652826" y="5474759"/>
                  </a:lnTo>
                  <a:lnTo>
                    <a:pt x="652920" y="5474759"/>
                  </a:lnTo>
                  <a:lnTo>
                    <a:pt x="653014" y="5474759"/>
                  </a:lnTo>
                  <a:lnTo>
                    <a:pt x="653108" y="5474759"/>
                  </a:lnTo>
                  <a:lnTo>
                    <a:pt x="653202" y="5474759"/>
                  </a:lnTo>
                  <a:lnTo>
                    <a:pt x="653296" y="5474759"/>
                  </a:lnTo>
                  <a:lnTo>
                    <a:pt x="653390" y="5474759"/>
                  </a:lnTo>
                  <a:lnTo>
                    <a:pt x="653484" y="5474759"/>
                  </a:lnTo>
                  <a:lnTo>
                    <a:pt x="653578" y="5474759"/>
                  </a:lnTo>
                  <a:lnTo>
                    <a:pt x="653672" y="5474759"/>
                  </a:lnTo>
                  <a:lnTo>
                    <a:pt x="653766" y="5474759"/>
                  </a:lnTo>
                  <a:lnTo>
                    <a:pt x="653860" y="5474759"/>
                  </a:lnTo>
                  <a:lnTo>
                    <a:pt x="653954" y="5474759"/>
                  </a:lnTo>
                  <a:lnTo>
                    <a:pt x="654048" y="5474759"/>
                  </a:lnTo>
                  <a:lnTo>
                    <a:pt x="654142" y="5474759"/>
                  </a:lnTo>
                  <a:lnTo>
                    <a:pt x="654236" y="5474759"/>
                  </a:lnTo>
                  <a:lnTo>
                    <a:pt x="654330" y="5474759"/>
                  </a:lnTo>
                  <a:lnTo>
                    <a:pt x="654424" y="5474759"/>
                  </a:lnTo>
                  <a:lnTo>
                    <a:pt x="654518" y="5474759"/>
                  </a:lnTo>
                  <a:lnTo>
                    <a:pt x="654612" y="5474759"/>
                  </a:lnTo>
                  <a:lnTo>
                    <a:pt x="654706" y="5474759"/>
                  </a:lnTo>
                  <a:lnTo>
                    <a:pt x="654800" y="5474759"/>
                  </a:lnTo>
                  <a:lnTo>
                    <a:pt x="654894" y="5474759"/>
                  </a:lnTo>
                  <a:lnTo>
                    <a:pt x="654988" y="5474759"/>
                  </a:lnTo>
                  <a:lnTo>
                    <a:pt x="655082" y="5474759"/>
                  </a:lnTo>
                  <a:lnTo>
                    <a:pt x="655176" y="5474759"/>
                  </a:lnTo>
                  <a:lnTo>
                    <a:pt x="655270" y="5474759"/>
                  </a:lnTo>
                  <a:lnTo>
                    <a:pt x="655364" y="5474759"/>
                  </a:lnTo>
                  <a:lnTo>
                    <a:pt x="655458" y="5474759"/>
                  </a:lnTo>
                  <a:lnTo>
                    <a:pt x="655552" y="5474759"/>
                  </a:lnTo>
                  <a:lnTo>
                    <a:pt x="655646" y="5474759"/>
                  </a:lnTo>
                  <a:lnTo>
                    <a:pt x="655741" y="5474759"/>
                  </a:lnTo>
                  <a:lnTo>
                    <a:pt x="655835" y="5474759"/>
                  </a:lnTo>
                  <a:lnTo>
                    <a:pt x="655929" y="5474759"/>
                  </a:lnTo>
                  <a:lnTo>
                    <a:pt x="656023" y="5474759"/>
                  </a:lnTo>
                  <a:lnTo>
                    <a:pt x="656117" y="5474759"/>
                  </a:lnTo>
                  <a:lnTo>
                    <a:pt x="656211" y="5474759"/>
                  </a:lnTo>
                  <a:lnTo>
                    <a:pt x="656305" y="5474759"/>
                  </a:lnTo>
                  <a:lnTo>
                    <a:pt x="656399" y="5474759"/>
                  </a:lnTo>
                  <a:lnTo>
                    <a:pt x="656493" y="5474759"/>
                  </a:lnTo>
                  <a:lnTo>
                    <a:pt x="656587" y="5474759"/>
                  </a:lnTo>
                  <a:lnTo>
                    <a:pt x="656681" y="5474759"/>
                  </a:lnTo>
                  <a:lnTo>
                    <a:pt x="656775" y="5474759"/>
                  </a:lnTo>
                  <a:lnTo>
                    <a:pt x="656869" y="5474759"/>
                  </a:lnTo>
                  <a:lnTo>
                    <a:pt x="656963" y="5474759"/>
                  </a:lnTo>
                  <a:lnTo>
                    <a:pt x="657057" y="5474759"/>
                  </a:lnTo>
                  <a:lnTo>
                    <a:pt x="657151" y="5474759"/>
                  </a:lnTo>
                  <a:lnTo>
                    <a:pt x="657245" y="5474759"/>
                  </a:lnTo>
                  <a:lnTo>
                    <a:pt x="657339" y="5474759"/>
                  </a:lnTo>
                  <a:lnTo>
                    <a:pt x="657433" y="5474759"/>
                  </a:lnTo>
                  <a:lnTo>
                    <a:pt x="657527" y="5474759"/>
                  </a:lnTo>
                  <a:lnTo>
                    <a:pt x="657621" y="5474759"/>
                  </a:lnTo>
                  <a:lnTo>
                    <a:pt x="657715" y="5474759"/>
                  </a:lnTo>
                  <a:lnTo>
                    <a:pt x="657809" y="5474759"/>
                  </a:lnTo>
                  <a:lnTo>
                    <a:pt x="657903" y="5474759"/>
                  </a:lnTo>
                  <a:lnTo>
                    <a:pt x="657997" y="5474759"/>
                  </a:lnTo>
                  <a:lnTo>
                    <a:pt x="658091" y="5474759"/>
                  </a:lnTo>
                  <a:lnTo>
                    <a:pt x="658185" y="5474759"/>
                  </a:lnTo>
                  <a:lnTo>
                    <a:pt x="658279" y="5474759"/>
                  </a:lnTo>
                  <a:lnTo>
                    <a:pt x="658279" y="5469480"/>
                  </a:lnTo>
                  <a:lnTo>
                    <a:pt x="658373" y="5469480"/>
                  </a:lnTo>
                  <a:lnTo>
                    <a:pt x="658467" y="5469480"/>
                  </a:lnTo>
                  <a:lnTo>
                    <a:pt x="658561" y="5469480"/>
                  </a:lnTo>
                  <a:lnTo>
                    <a:pt x="658655" y="5469480"/>
                  </a:lnTo>
                  <a:lnTo>
                    <a:pt x="658749" y="5469480"/>
                  </a:lnTo>
                  <a:lnTo>
                    <a:pt x="658843" y="5469480"/>
                  </a:lnTo>
                  <a:lnTo>
                    <a:pt x="658937" y="5469480"/>
                  </a:lnTo>
                  <a:lnTo>
                    <a:pt x="659031" y="5469480"/>
                  </a:lnTo>
                  <a:lnTo>
                    <a:pt x="659125" y="5469480"/>
                  </a:lnTo>
                  <a:lnTo>
                    <a:pt x="659220" y="5469480"/>
                  </a:lnTo>
                  <a:lnTo>
                    <a:pt x="659314" y="5469480"/>
                  </a:lnTo>
                  <a:lnTo>
                    <a:pt x="659408" y="5469480"/>
                  </a:lnTo>
                  <a:lnTo>
                    <a:pt x="659502" y="5469480"/>
                  </a:lnTo>
                  <a:lnTo>
                    <a:pt x="659596" y="5469480"/>
                  </a:lnTo>
                  <a:lnTo>
                    <a:pt x="659690" y="5469480"/>
                  </a:lnTo>
                  <a:lnTo>
                    <a:pt x="659784" y="5469480"/>
                  </a:lnTo>
                  <a:lnTo>
                    <a:pt x="659878" y="5469480"/>
                  </a:lnTo>
                  <a:lnTo>
                    <a:pt x="659972" y="5469480"/>
                  </a:lnTo>
                  <a:lnTo>
                    <a:pt x="660066" y="5469480"/>
                  </a:lnTo>
                  <a:lnTo>
                    <a:pt x="660160" y="5469480"/>
                  </a:lnTo>
                  <a:lnTo>
                    <a:pt x="660254" y="5469480"/>
                  </a:lnTo>
                  <a:lnTo>
                    <a:pt x="660348" y="5469480"/>
                  </a:lnTo>
                  <a:lnTo>
                    <a:pt x="660442" y="5469480"/>
                  </a:lnTo>
                  <a:lnTo>
                    <a:pt x="660536" y="5469480"/>
                  </a:lnTo>
                  <a:lnTo>
                    <a:pt x="660630" y="5469480"/>
                  </a:lnTo>
                  <a:lnTo>
                    <a:pt x="660724" y="5469480"/>
                  </a:lnTo>
                  <a:lnTo>
                    <a:pt x="660818" y="5469480"/>
                  </a:lnTo>
                  <a:lnTo>
                    <a:pt x="660912" y="5469480"/>
                  </a:lnTo>
                  <a:lnTo>
                    <a:pt x="661006" y="5469480"/>
                  </a:lnTo>
                  <a:lnTo>
                    <a:pt x="661100" y="5469480"/>
                  </a:lnTo>
                  <a:lnTo>
                    <a:pt x="661194" y="5469480"/>
                  </a:lnTo>
                  <a:lnTo>
                    <a:pt x="661288" y="5469480"/>
                  </a:lnTo>
                  <a:lnTo>
                    <a:pt x="661382" y="5469480"/>
                  </a:lnTo>
                  <a:lnTo>
                    <a:pt x="661476" y="5469480"/>
                  </a:lnTo>
                  <a:lnTo>
                    <a:pt x="661570" y="5469480"/>
                  </a:lnTo>
                  <a:lnTo>
                    <a:pt x="661570" y="5464201"/>
                  </a:lnTo>
                  <a:lnTo>
                    <a:pt x="661664" y="5464201"/>
                  </a:lnTo>
                  <a:lnTo>
                    <a:pt x="661758" y="5464201"/>
                  </a:lnTo>
                  <a:lnTo>
                    <a:pt x="661852" y="5464201"/>
                  </a:lnTo>
                  <a:lnTo>
                    <a:pt x="661946" y="5464201"/>
                  </a:lnTo>
                  <a:lnTo>
                    <a:pt x="662040" y="5464201"/>
                  </a:lnTo>
                  <a:lnTo>
                    <a:pt x="662134" y="5464201"/>
                  </a:lnTo>
                  <a:lnTo>
                    <a:pt x="662228" y="5464201"/>
                  </a:lnTo>
                  <a:lnTo>
                    <a:pt x="662322" y="5464201"/>
                  </a:lnTo>
                  <a:lnTo>
                    <a:pt x="662416" y="5464201"/>
                  </a:lnTo>
                  <a:lnTo>
                    <a:pt x="662510" y="5464201"/>
                  </a:lnTo>
                  <a:lnTo>
                    <a:pt x="662604" y="5464201"/>
                  </a:lnTo>
                  <a:lnTo>
                    <a:pt x="662698" y="5464201"/>
                  </a:lnTo>
                  <a:lnTo>
                    <a:pt x="662793" y="5464201"/>
                  </a:lnTo>
                  <a:lnTo>
                    <a:pt x="662887" y="5464201"/>
                  </a:lnTo>
                  <a:lnTo>
                    <a:pt x="662981" y="5464201"/>
                  </a:lnTo>
                  <a:lnTo>
                    <a:pt x="663075" y="5464201"/>
                  </a:lnTo>
                  <a:lnTo>
                    <a:pt x="663169" y="5464201"/>
                  </a:lnTo>
                  <a:lnTo>
                    <a:pt x="663263" y="5464201"/>
                  </a:lnTo>
                  <a:lnTo>
                    <a:pt x="663357" y="5464201"/>
                  </a:lnTo>
                  <a:lnTo>
                    <a:pt x="663451" y="5464201"/>
                  </a:lnTo>
                  <a:lnTo>
                    <a:pt x="663545" y="5464201"/>
                  </a:lnTo>
                  <a:lnTo>
                    <a:pt x="663639" y="5464201"/>
                  </a:lnTo>
                  <a:lnTo>
                    <a:pt x="663733" y="5464201"/>
                  </a:lnTo>
                  <a:lnTo>
                    <a:pt x="663827" y="5464201"/>
                  </a:lnTo>
                  <a:lnTo>
                    <a:pt x="663921" y="5464201"/>
                  </a:lnTo>
                  <a:lnTo>
                    <a:pt x="664015" y="5464201"/>
                  </a:lnTo>
                  <a:lnTo>
                    <a:pt x="664109" y="5464201"/>
                  </a:lnTo>
                  <a:lnTo>
                    <a:pt x="664109" y="5458921"/>
                  </a:lnTo>
                  <a:lnTo>
                    <a:pt x="664203" y="5458921"/>
                  </a:lnTo>
                  <a:lnTo>
                    <a:pt x="664297" y="5458921"/>
                  </a:lnTo>
                  <a:lnTo>
                    <a:pt x="664391" y="5458921"/>
                  </a:lnTo>
                  <a:lnTo>
                    <a:pt x="664485" y="5458921"/>
                  </a:lnTo>
                  <a:lnTo>
                    <a:pt x="664579" y="5458921"/>
                  </a:lnTo>
                  <a:lnTo>
                    <a:pt x="664673" y="5458921"/>
                  </a:lnTo>
                  <a:lnTo>
                    <a:pt x="664767" y="5458921"/>
                  </a:lnTo>
                  <a:lnTo>
                    <a:pt x="664861" y="5458921"/>
                  </a:lnTo>
                  <a:lnTo>
                    <a:pt x="664955" y="5458921"/>
                  </a:lnTo>
                  <a:lnTo>
                    <a:pt x="665049" y="5458921"/>
                  </a:lnTo>
                  <a:lnTo>
                    <a:pt x="665143" y="5458921"/>
                  </a:lnTo>
                  <a:lnTo>
                    <a:pt x="665237" y="5458921"/>
                  </a:lnTo>
                  <a:lnTo>
                    <a:pt x="665331" y="5458921"/>
                  </a:lnTo>
                  <a:lnTo>
                    <a:pt x="665425" y="5458921"/>
                  </a:lnTo>
                  <a:lnTo>
                    <a:pt x="665519" y="5458921"/>
                  </a:lnTo>
                  <a:lnTo>
                    <a:pt x="665613" y="5458921"/>
                  </a:lnTo>
                  <a:lnTo>
                    <a:pt x="665707" y="5458921"/>
                  </a:lnTo>
                  <a:lnTo>
                    <a:pt x="665801" y="5458921"/>
                  </a:lnTo>
                  <a:lnTo>
                    <a:pt x="665895" y="5458921"/>
                  </a:lnTo>
                  <a:lnTo>
                    <a:pt x="665989" y="5458921"/>
                  </a:lnTo>
                  <a:lnTo>
                    <a:pt x="666083" y="5458921"/>
                  </a:lnTo>
                  <a:lnTo>
                    <a:pt x="666177" y="5458921"/>
                  </a:lnTo>
                  <a:lnTo>
                    <a:pt x="666271" y="5458921"/>
                  </a:lnTo>
                  <a:lnTo>
                    <a:pt x="666366" y="5458921"/>
                  </a:lnTo>
                  <a:lnTo>
                    <a:pt x="666460" y="5458921"/>
                  </a:lnTo>
                  <a:lnTo>
                    <a:pt x="666554" y="5458921"/>
                  </a:lnTo>
                  <a:lnTo>
                    <a:pt x="666648" y="5458921"/>
                  </a:lnTo>
                  <a:lnTo>
                    <a:pt x="666742" y="5458921"/>
                  </a:lnTo>
                  <a:lnTo>
                    <a:pt x="666836" y="5458921"/>
                  </a:lnTo>
                  <a:lnTo>
                    <a:pt x="666930" y="5458921"/>
                  </a:lnTo>
                  <a:lnTo>
                    <a:pt x="667024" y="5458921"/>
                  </a:lnTo>
                  <a:lnTo>
                    <a:pt x="667118" y="5458921"/>
                  </a:lnTo>
                  <a:lnTo>
                    <a:pt x="667212" y="5458921"/>
                  </a:lnTo>
                  <a:lnTo>
                    <a:pt x="667306" y="5458921"/>
                  </a:lnTo>
                  <a:lnTo>
                    <a:pt x="667400" y="5458921"/>
                  </a:lnTo>
                  <a:lnTo>
                    <a:pt x="667494" y="5458921"/>
                  </a:lnTo>
                  <a:lnTo>
                    <a:pt x="667588" y="5458921"/>
                  </a:lnTo>
                  <a:lnTo>
                    <a:pt x="667682" y="5458921"/>
                  </a:lnTo>
                  <a:lnTo>
                    <a:pt x="667682" y="5453642"/>
                  </a:lnTo>
                  <a:lnTo>
                    <a:pt x="667776" y="5453642"/>
                  </a:lnTo>
                  <a:lnTo>
                    <a:pt x="667870" y="5453642"/>
                  </a:lnTo>
                  <a:lnTo>
                    <a:pt x="667964" y="5453642"/>
                  </a:lnTo>
                  <a:lnTo>
                    <a:pt x="668058" y="5453642"/>
                  </a:lnTo>
                  <a:lnTo>
                    <a:pt x="668152" y="5453642"/>
                  </a:lnTo>
                  <a:lnTo>
                    <a:pt x="668246" y="5453642"/>
                  </a:lnTo>
                  <a:lnTo>
                    <a:pt x="668340" y="5453642"/>
                  </a:lnTo>
                  <a:lnTo>
                    <a:pt x="668434" y="5453642"/>
                  </a:lnTo>
                  <a:lnTo>
                    <a:pt x="668528" y="5453642"/>
                  </a:lnTo>
                  <a:lnTo>
                    <a:pt x="668622" y="5453642"/>
                  </a:lnTo>
                  <a:lnTo>
                    <a:pt x="668716" y="5453642"/>
                  </a:lnTo>
                  <a:lnTo>
                    <a:pt x="668810" y="5453642"/>
                  </a:lnTo>
                  <a:lnTo>
                    <a:pt x="668904" y="5453642"/>
                  </a:lnTo>
                  <a:lnTo>
                    <a:pt x="668998" y="5453642"/>
                  </a:lnTo>
                  <a:lnTo>
                    <a:pt x="669092" y="5453642"/>
                  </a:lnTo>
                  <a:lnTo>
                    <a:pt x="669186" y="5453642"/>
                  </a:lnTo>
                  <a:lnTo>
                    <a:pt x="669280" y="5453642"/>
                  </a:lnTo>
                  <a:lnTo>
                    <a:pt x="669374" y="5453642"/>
                  </a:lnTo>
                  <a:lnTo>
                    <a:pt x="669468" y="5453642"/>
                  </a:lnTo>
                  <a:lnTo>
                    <a:pt x="669562" y="5453642"/>
                  </a:lnTo>
                  <a:lnTo>
                    <a:pt x="669656" y="5453642"/>
                  </a:lnTo>
                  <a:lnTo>
                    <a:pt x="669750" y="5453642"/>
                  </a:lnTo>
                  <a:lnTo>
                    <a:pt x="669844" y="5453642"/>
                  </a:lnTo>
                  <a:lnTo>
                    <a:pt x="669939" y="5453642"/>
                  </a:lnTo>
                  <a:lnTo>
                    <a:pt x="670033" y="5453642"/>
                  </a:lnTo>
                  <a:lnTo>
                    <a:pt x="670127" y="5453642"/>
                  </a:lnTo>
                  <a:lnTo>
                    <a:pt x="670221" y="5453642"/>
                  </a:lnTo>
                  <a:lnTo>
                    <a:pt x="670315" y="5453642"/>
                  </a:lnTo>
                  <a:lnTo>
                    <a:pt x="670409" y="5453642"/>
                  </a:lnTo>
                  <a:lnTo>
                    <a:pt x="670503" y="5453642"/>
                  </a:lnTo>
                  <a:lnTo>
                    <a:pt x="670597" y="5453642"/>
                  </a:lnTo>
                  <a:lnTo>
                    <a:pt x="670691" y="5453642"/>
                  </a:lnTo>
                  <a:lnTo>
                    <a:pt x="670785" y="5453642"/>
                  </a:lnTo>
                  <a:lnTo>
                    <a:pt x="670879" y="5453642"/>
                  </a:lnTo>
                  <a:lnTo>
                    <a:pt x="670973" y="5453642"/>
                  </a:lnTo>
                  <a:lnTo>
                    <a:pt x="671067" y="5453642"/>
                  </a:lnTo>
                  <a:lnTo>
                    <a:pt x="671161" y="5453642"/>
                  </a:lnTo>
                  <a:lnTo>
                    <a:pt x="671255" y="5453642"/>
                  </a:lnTo>
                  <a:lnTo>
                    <a:pt x="671349" y="5453642"/>
                  </a:lnTo>
                  <a:lnTo>
                    <a:pt x="671443" y="5453642"/>
                  </a:lnTo>
                  <a:lnTo>
                    <a:pt x="671537" y="5453642"/>
                  </a:lnTo>
                  <a:lnTo>
                    <a:pt x="671631" y="5453642"/>
                  </a:lnTo>
                  <a:lnTo>
                    <a:pt x="671725" y="5453642"/>
                  </a:lnTo>
                  <a:lnTo>
                    <a:pt x="671819" y="5453642"/>
                  </a:lnTo>
                  <a:lnTo>
                    <a:pt x="671913" y="5453642"/>
                  </a:lnTo>
                  <a:lnTo>
                    <a:pt x="672007" y="5453642"/>
                  </a:lnTo>
                  <a:lnTo>
                    <a:pt x="672101" y="5453642"/>
                  </a:lnTo>
                  <a:lnTo>
                    <a:pt x="672195" y="5453642"/>
                  </a:lnTo>
                  <a:lnTo>
                    <a:pt x="672289" y="5453642"/>
                  </a:lnTo>
                  <a:lnTo>
                    <a:pt x="672383" y="5453642"/>
                  </a:lnTo>
                  <a:lnTo>
                    <a:pt x="672477" y="5453642"/>
                  </a:lnTo>
                  <a:lnTo>
                    <a:pt x="672571" y="5453642"/>
                  </a:lnTo>
                  <a:lnTo>
                    <a:pt x="672665" y="5453642"/>
                  </a:lnTo>
                  <a:lnTo>
                    <a:pt x="672759" y="5453642"/>
                  </a:lnTo>
                  <a:lnTo>
                    <a:pt x="672853" y="5453642"/>
                  </a:lnTo>
                  <a:lnTo>
                    <a:pt x="672947" y="5453642"/>
                  </a:lnTo>
                  <a:lnTo>
                    <a:pt x="673041" y="5453642"/>
                  </a:lnTo>
                  <a:lnTo>
                    <a:pt x="673135" y="5453642"/>
                  </a:lnTo>
                  <a:lnTo>
                    <a:pt x="673229" y="5453642"/>
                  </a:lnTo>
                  <a:lnTo>
                    <a:pt x="673323" y="5453642"/>
                  </a:lnTo>
                  <a:lnTo>
                    <a:pt x="673418" y="5453642"/>
                  </a:lnTo>
                  <a:lnTo>
                    <a:pt x="673512" y="5453642"/>
                  </a:lnTo>
                  <a:lnTo>
                    <a:pt x="673606" y="5453642"/>
                  </a:lnTo>
                  <a:lnTo>
                    <a:pt x="673700" y="5453642"/>
                  </a:lnTo>
                  <a:lnTo>
                    <a:pt x="673794" y="5453642"/>
                  </a:lnTo>
                  <a:lnTo>
                    <a:pt x="673888" y="5453642"/>
                  </a:lnTo>
                  <a:lnTo>
                    <a:pt x="673982" y="5453642"/>
                  </a:lnTo>
                  <a:lnTo>
                    <a:pt x="674076" y="5453642"/>
                  </a:lnTo>
                  <a:lnTo>
                    <a:pt x="674170" y="5453642"/>
                  </a:lnTo>
                  <a:lnTo>
                    <a:pt x="674264" y="5453642"/>
                  </a:lnTo>
                  <a:lnTo>
                    <a:pt x="674358" y="5453642"/>
                  </a:lnTo>
                  <a:lnTo>
                    <a:pt x="674452" y="5453642"/>
                  </a:lnTo>
                  <a:lnTo>
                    <a:pt x="674546" y="5453642"/>
                  </a:lnTo>
                  <a:lnTo>
                    <a:pt x="674640" y="5453642"/>
                  </a:lnTo>
                  <a:lnTo>
                    <a:pt x="674734" y="5453642"/>
                  </a:lnTo>
                  <a:lnTo>
                    <a:pt x="674828" y="5453642"/>
                  </a:lnTo>
                  <a:lnTo>
                    <a:pt x="674922" y="5453642"/>
                  </a:lnTo>
                  <a:lnTo>
                    <a:pt x="675016" y="5453642"/>
                  </a:lnTo>
                  <a:lnTo>
                    <a:pt x="675110" y="5453642"/>
                  </a:lnTo>
                  <a:lnTo>
                    <a:pt x="675204" y="5453642"/>
                  </a:lnTo>
                  <a:lnTo>
                    <a:pt x="675298" y="5453642"/>
                  </a:lnTo>
                  <a:lnTo>
                    <a:pt x="675392" y="5453642"/>
                  </a:lnTo>
                  <a:lnTo>
                    <a:pt x="675486" y="5453642"/>
                  </a:lnTo>
                  <a:lnTo>
                    <a:pt x="675580" y="5453642"/>
                  </a:lnTo>
                  <a:lnTo>
                    <a:pt x="675580" y="5448362"/>
                  </a:lnTo>
                  <a:lnTo>
                    <a:pt x="675580" y="5443083"/>
                  </a:lnTo>
                  <a:lnTo>
                    <a:pt x="675674" y="5443083"/>
                  </a:lnTo>
                  <a:lnTo>
                    <a:pt x="675768" y="5443083"/>
                  </a:lnTo>
                  <a:lnTo>
                    <a:pt x="675862" y="5443083"/>
                  </a:lnTo>
                  <a:lnTo>
                    <a:pt x="675956" y="5443083"/>
                  </a:lnTo>
                  <a:lnTo>
                    <a:pt x="676050" y="5443083"/>
                  </a:lnTo>
                  <a:lnTo>
                    <a:pt x="676144" y="5443083"/>
                  </a:lnTo>
                  <a:lnTo>
                    <a:pt x="676238" y="5443083"/>
                  </a:lnTo>
                  <a:lnTo>
                    <a:pt x="676332" y="5443083"/>
                  </a:lnTo>
                  <a:lnTo>
                    <a:pt x="676426" y="5443083"/>
                  </a:lnTo>
                  <a:lnTo>
                    <a:pt x="676520" y="5443083"/>
                  </a:lnTo>
                  <a:lnTo>
                    <a:pt x="676614" y="5443083"/>
                  </a:lnTo>
                  <a:lnTo>
                    <a:pt x="676708" y="5443083"/>
                  </a:lnTo>
                  <a:lnTo>
                    <a:pt x="676802" y="5443083"/>
                  </a:lnTo>
                  <a:lnTo>
                    <a:pt x="676896" y="5443083"/>
                  </a:lnTo>
                  <a:lnTo>
                    <a:pt x="676991" y="5443083"/>
                  </a:lnTo>
                  <a:lnTo>
                    <a:pt x="677085" y="5443083"/>
                  </a:lnTo>
                  <a:lnTo>
                    <a:pt x="677179" y="5443083"/>
                  </a:lnTo>
                  <a:lnTo>
                    <a:pt x="677273" y="5443083"/>
                  </a:lnTo>
                  <a:lnTo>
                    <a:pt x="677367" y="5443083"/>
                  </a:lnTo>
                  <a:lnTo>
                    <a:pt x="677461" y="5443083"/>
                  </a:lnTo>
                  <a:lnTo>
                    <a:pt x="677555" y="5443083"/>
                  </a:lnTo>
                  <a:lnTo>
                    <a:pt x="677649" y="5443083"/>
                  </a:lnTo>
                  <a:lnTo>
                    <a:pt x="677743" y="5443083"/>
                  </a:lnTo>
                  <a:lnTo>
                    <a:pt x="677837" y="5443083"/>
                  </a:lnTo>
                  <a:lnTo>
                    <a:pt x="677931" y="5443083"/>
                  </a:lnTo>
                  <a:lnTo>
                    <a:pt x="678025" y="5443083"/>
                  </a:lnTo>
                  <a:lnTo>
                    <a:pt x="678119" y="5443083"/>
                  </a:lnTo>
                  <a:lnTo>
                    <a:pt x="678213" y="5443083"/>
                  </a:lnTo>
                  <a:lnTo>
                    <a:pt x="678307" y="5443083"/>
                  </a:lnTo>
                  <a:lnTo>
                    <a:pt x="678401" y="5443083"/>
                  </a:lnTo>
                  <a:lnTo>
                    <a:pt x="678495" y="5443083"/>
                  </a:lnTo>
                  <a:lnTo>
                    <a:pt x="678589" y="5443083"/>
                  </a:lnTo>
                  <a:lnTo>
                    <a:pt x="678683" y="5443083"/>
                  </a:lnTo>
                  <a:lnTo>
                    <a:pt x="678777" y="5443083"/>
                  </a:lnTo>
                  <a:lnTo>
                    <a:pt x="678871" y="5443083"/>
                  </a:lnTo>
                  <a:lnTo>
                    <a:pt x="678965" y="5443083"/>
                  </a:lnTo>
                  <a:lnTo>
                    <a:pt x="679059" y="5443083"/>
                  </a:lnTo>
                  <a:lnTo>
                    <a:pt x="679153" y="5443083"/>
                  </a:lnTo>
                  <a:lnTo>
                    <a:pt x="679247" y="5443083"/>
                  </a:lnTo>
                  <a:lnTo>
                    <a:pt x="679341" y="5443083"/>
                  </a:lnTo>
                  <a:lnTo>
                    <a:pt x="679435" y="5443083"/>
                  </a:lnTo>
                  <a:lnTo>
                    <a:pt x="679529" y="5443083"/>
                  </a:lnTo>
                  <a:lnTo>
                    <a:pt x="679623" y="5443083"/>
                  </a:lnTo>
                  <a:lnTo>
                    <a:pt x="679717" y="5443083"/>
                  </a:lnTo>
                  <a:lnTo>
                    <a:pt x="679811" y="5443083"/>
                  </a:lnTo>
                  <a:lnTo>
                    <a:pt x="679905" y="5443083"/>
                  </a:lnTo>
                  <a:lnTo>
                    <a:pt x="679999" y="5443083"/>
                  </a:lnTo>
                  <a:lnTo>
                    <a:pt x="680093" y="5443083"/>
                  </a:lnTo>
                  <a:lnTo>
                    <a:pt x="680187" y="5443083"/>
                  </a:lnTo>
                  <a:lnTo>
                    <a:pt x="680281" y="5443083"/>
                  </a:lnTo>
                  <a:lnTo>
                    <a:pt x="680375" y="5443083"/>
                  </a:lnTo>
                  <a:lnTo>
                    <a:pt x="680469" y="5443083"/>
                  </a:lnTo>
                  <a:lnTo>
                    <a:pt x="680564" y="5443083"/>
                  </a:lnTo>
                  <a:lnTo>
                    <a:pt x="680658" y="5443083"/>
                  </a:lnTo>
                  <a:lnTo>
                    <a:pt x="680752" y="5443083"/>
                  </a:lnTo>
                  <a:lnTo>
                    <a:pt x="680846" y="5443083"/>
                  </a:lnTo>
                  <a:lnTo>
                    <a:pt x="680940" y="5443083"/>
                  </a:lnTo>
                  <a:lnTo>
                    <a:pt x="681034" y="5443083"/>
                  </a:lnTo>
                  <a:lnTo>
                    <a:pt x="681128" y="5443083"/>
                  </a:lnTo>
                  <a:lnTo>
                    <a:pt x="681222" y="5443083"/>
                  </a:lnTo>
                  <a:lnTo>
                    <a:pt x="681316" y="5443083"/>
                  </a:lnTo>
                  <a:lnTo>
                    <a:pt x="681410" y="5443083"/>
                  </a:lnTo>
                  <a:lnTo>
                    <a:pt x="681504" y="5443083"/>
                  </a:lnTo>
                  <a:lnTo>
                    <a:pt x="681598" y="5443083"/>
                  </a:lnTo>
                  <a:lnTo>
                    <a:pt x="681692" y="5443083"/>
                  </a:lnTo>
                  <a:lnTo>
                    <a:pt x="681786" y="5443083"/>
                  </a:lnTo>
                  <a:lnTo>
                    <a:pt x="681880" y="5443083"/>
                  </a:lnTo>
                  <a:lnTo>
                    <a:pt x="681974" y="5443083"/>
                  </a:lnTo>
                  <a:lnTo>
                    <a:pt x="682068" y="5443083"/>
                  </a:lnTo>
                  <a:lnTo>
                    <a:pt x="682162" y="5443083"/>
                  </a:lnTo>
                  <a:lnTo>
                    <a:pt x="682256" y="5443083"/>
                  </a:lnTo>
                  <a:lnTo>
                    <a:pt x="682350" y="5443083"/>
                  </a:lnTo>
                  <a:lnTo>
                    <a:pt x="682444" y="5443083"/>
                  </a:lnTo>
                  <a:lnTo>
                    <a:pt x="682538" y="5443083"/>
                  </a:lnTo>
                  <a:lnTo>
                    <a:pt x="682632" y="5443083"/>
                  </a:lnTo>
                  <a:lnTo>
                    <a:pt x="682726" y="5443083"/>
                  </a:lnTo>
                  <a:lnTo>
                    <a:pt x="682820" y="5443083"/>
                  </a:lnTo>
                  <a:lnTo>
                    <a:pt x="682914" y="5443083"/>
                  </a:lnTo>
                  <a:lnTo>
                    <a:pt x="682914" y="5437803"/>
                  </a:lnTo>
                  <a:lnTo>
                    <a:pt x="683008" y="5437803"/>
                  </a:lnTo>
                  <a:lnTo>
                    <a:pt x="683102" y="5437803"/>
                  </a:lnTo>
                  <a:lnTo>
                    <a:pt x="683196" y="5437803"/>
                  </a:lnTo>
                  <a:lnTo>
                    <a:pt x="683290" y="5437803"/>
                  </a:lnTo>
                  <a:lnTo>
                    <a:pt x="683384" y="5437803"/>
                  </a:lnTo>
                  <a:lnTo>
                    <a:pt x="683478" y="5437803"/>
                  </a:lnTo>
                  <a:lnTo>
                    <a:pt x="683572" y="5437803"/>
                  </a:lnTo>
                  <a:lnTo>
                    <a:pt x="683666" y="5437803"/>
                  </a:lnTo>
                  <a:lnTo>
                    <a:pt x="683760" y="5437803"/>
                  </a:lnTo>
                  <a:lnTo>
                    <a:pt x="683854" y="5437803"/>
                  </a:lnTo>
                  <a:lnTo>
                    <a:pt x="683948" y="5437803"/>
                  </a:lnTo>
                  <a:lnTo>
                    <a:pt x="684043" y="5437803"/>
                  </a:lnTo>
                  <a:lnTo>
                    <a:pt x="684137" y="5437803"/>
                  </a:lnTo>
                  <a:lnTo>
                    <a:pt x="684231" y="5437803"/>
                  </a:lnTo>
                  <a:lnTo>
                    <a:pt x="684325" y="5437803"/>
                  </a:lnTo>
                  <a:lnTo>
                    <a:pt x="684419" y="5437803"/>
                  </a:lnTo>
                  <a:lnTo>
                    <a:pt x="684513" y="5437803"/>
                  </a:lnTo>
                  <a:lnTo>
                    <a:pt x="684607" y="5437803"/>
                  </a:lnTo>
                  <a:lnTo>
                    <a:pt x="684701" y="5437803"/>
                  </a:lnTo>
                  <a:lnTo>
                    <a:pt x="684795" y="5437803"/>
                  </a:lnTo>
                  <a:lnTo>
                    <a:pt x="684889" y="5437803"/>
                  </a:lnTo>
                  <a:lnTo>
                    <a:pt x="684889" y="5432524"/>
                  </a:lnTo>
                  <a:lnTo>
                    <a:pt x="684983" y="5432524"/>
                  </a:lnTo>
                  <a:lnTo>
                    <a:pt x="685077" y="5432524"/>
                  </a:lnTo>
                  <a:lnTo>
                    <a:pt x="685171" y="5432524"/>
                  </a:lnTo>
                  <a:lnTo>
                    <a:pt x="685265" y="5432524"/>
                  </a:lnTo>
                  <a:lnTo>
                    <a:pt x="685359" y="5432524"/>
                  </a:lnTo>
                  <a:lnTo>
                    <a:pt x="685453" y="5432524"/>
                  </a:lnTo>
                  <a:lnTo>
                    <a:pt x="685547" y="5432524"/>
                  </a:lnTo>
                  <a:lnTo>
                    <a:pt x="685641" y="5432524"/>
                  </a:lnTo>
                  <a:lnTo>
                    <a:pt x="685735" y="5432524"/>
                  </a:lnTo>
                  <a:lnTo>
                    <a:pt x="685829" y="5432524"/>
                  </a:lnTo>
                  <a:lnTo>
                    <a:pt x="685923" y="5432524"/>
                  </a:lnTo>
                  <a:lnTo>
                    <a:pt x="686017" y="5432524"/>
                  </a:lnTo>
                  <a:lnTo>
                    <a:pt x="686111" y="5432524"/>
                  </a:lnTo>
                  <a:lnTo>
                    <a:pt x="686205" y="5432524"/>
                  </a:lnTo>
                  <a:lnTo>
                    <a:pt x="686299" y="5432524"/>
                  </a:lnTo>
                  <a:lnTo>
                    <a:pt x="686393" y="5432524"/>
                  </a:lnTo>
                  <a:lnTo>
                    <a:pt x="686487" y="5432524"/>
                  </a:lnTo>
                  <a:lnTo>
                    <a:pt x="686581" y="5432524"/>
                  </a:lnTo>
                  <a:lnTo>
                    <a:pt x="686675" y="5432524"/>
                  </a:lnTo>
                  <a:lnTo>
                    <a:pt x="686769" y="5432524"/>
                  </a:lnTo>
                  <a:lnTo>
                    <a:pt x="686863" y="5432524"/>
                  </a:lnTo>
                  <a:lnTo>
                    <a:pt x="686957" y="5432524"/>
                  </a:lnTo>
                  <a:lnTo>
                    <a:pt x="687051" y="5432524"/>
                  </a:lnTo>
                  <a:lnTo>
                    <a:pt x="687145" y="5432524"/>
                  </a:lnTo>
                  <a:lnTo>
                    <a:pt x="687239" y="5432524"/>
                  </a:lnTo>
                  <a:lnTo>
                    <a:pt x="687333" y="5432524"/>
                  </a:lnTo>
                  <a:lnTo>
                    <a:pt x="687427" y="5432524"/>
                  </a:lnTo>
                  <a:lnTo>
                    <a:pt x="687521" y="5432524"/>
                  </a:lnTo>
                  <a:lnTo>
                    <a:pt x="687616" y="5432524"/>
                  </a:lnTo>
                  <a:lnTo>
                    <a:pt x="687710" y="5432524"/>
                  </a:lnTo>
                  <a:lnTo>
                    <a:pt x="687804" y="5432524"/>
                  </a:lnTo>
                  <a:lnTo>
                    <a:pt x="687898" y="5432524"/>
                  </a:lnTo>
                  <a:lnTo>
                    <a:pt x="687992" y="5432524"/>
                  </a:lnTo>
                  <a:lnTo>
                    <a:pt x="688086" y="5432524"/>
                  </a:lnTo>
                  <a:lnTo>
                    <a:pt x="688180" y="5432524"/>
                  </a:lnTo>
                  <a:lnTo>
                    <a:pt x="688274" y="5432524"/>
                  </a:lnTo>
                  <a:lnTo>
                    <a:pt x="688368" y="5432524"/>
                  </a:lnTo>
                  <a:lnTo>
                    <a:pt x="688462" y="5432524"/>
                  </a:lnTo>
                  <a:lnTo>
                    <a:pt x="688556" y="5432524"/>
                  </a:lnTo>
                  <a:lnTo>
                    <a:pt x="688650" y="5432524"/>
                  </a:lnTo>
                  <a:lnTo>
                    <a:pt x="688744" y="5432524"/>
                  </a:lnTo>
                  <a:lnTo>
                    <a:pt x="688838" y="5432524"/>
                  </a:lnTo>
                  <a:lnTo>
                    <a:pt x="688932" y="5432524"/>
                  </a:lnTo>
                  <a:lnTo>
                    <a:pt x="689026" y="5432524"/>
                  </a:lnTo>
                  <a:lnTo>
                    <a:pt x="689120" y="5432524"/>
                  </a:lnTo>
                  <a:lnTo>
                    <a:pt x="689214" y="5432524"/>
                  </a:lnTo>
                  <a:lnTo>
                    <a:pt x="689308" y="5432524"/>
                  </a:lnTo>
                  <a:lnTo>
                    <a:pt x="689402" y="5432524"/>
                  </a:lnTo>
                  <a:lnTo>
                    <a:pt x="689496" y="5432524"/>
                  </a:lnTo>
                  <a:lnTo>
                    <a:pt x="689590" y="5432524"/>
                  </a:lnTo>
                  <a:lnTo>
                    <a:pt x="689684" y="5432524"/>
                  </a:lnTo>
                  <a:lnTo>
                    <a:pt x="689778" y="5432524"/>
                  </a:lnTo>
                  <a:lnTo>
                    <a:pt x="689872" y="5432524"/>
                  </a:lnTo>
                  <a:lnTo>
                    <a:pt x="689966" y="5432524"/>
                  </a:lnTo>
                  <a:lnTo>
                    <a:pt x="690060" y="5432524"/>
                  </a:lnTo>
                  <a:lnTo>
                    <a:pt x="690154" y="5432524"/>
                  </a:lnTo>
                  <a:lnTo>
                    <a:pt x="690248" y="5432524"/>
                  </a:lnTo>
                  <a:lnTo>
                    <a:pt x="690342" y="5432524"/>
                  </a:lnTo>
                  <a:lnTo>
                    <a:pt x="690436" y="5432524"/>
                  </a:lnTo>
                  <a:lnTo>
                    <a:pt x="690530" y="5432524"/>
                  </a:lnTo>
                  <a:lnTo>
                    <a:pt x="690624" y="5432524"/>
                  </a:lnTo>
                  <a:lnTo>
                    <a:pt x="690718" y="5432524"/>
                  </a:lnTo>
                  <a:lnTo>
                    <a:pt x="690812" y="5432524"/>
                  </a:lnTo>
                  <a:lnTo>
                    <a:pt x="690906" y="5432524"/>
                  </a:lnTo>
                  <a:lnTo>
                    <a:pt x="691000" y="5432524"/>
                  </a:lnTo>
                  <a:lnTo>
                    <a:pt x="691094" y="5432524"/>
                  </a:lnTo>
                  <a:lnTo>
                    <a:pt x="691189" y="5432524"/>
                  </a:lnTo>
                  <a:lnTo>
                    <a:pt x="691283" y="5432524"/>
                  </a:lnTo>
                  <a:lnTo>
                    <a:pt x="691377" y="5432524"/>
                  </a:lnTo>
                  <a:lnTo>
                    <a:pt x="691471" y="5432524"/>
                  </a:lnTo>
                  <a:lnTo>
                    <a:pt x="691565" y="5432524"/>
                  </a:lnTo>
                  <a:lnTo>
                    <a:pt x="691659" y="5432524"/>
                  </a:lnTo>
                  <a:lnTo>
                    <a:pt x="691753" y="5432524"/>
                  </a:lnTo>
                  <a:lnTo>
                    <a:pt x="691847" y="5432524"/>
                  </a:lnTo>
                  <a:lnTo>
                    <a:pt x="691941" y="5432524"/>
                  </a:lnTo>
                  <a:lnTo>
                    <a:pt x="692035" y="5432524"/>
                  </a:lnTo>
                  <a:lnTo>
                    <a:pt x="692129" y="5432524"/>
                  </a:lnTo>
                  <a:lnTo>
                    <a:pt x="692223" y="5432524"/>
                  </a:lnTo>
                  <a:lnTo>
                    <a:pt x="692317" y="5432524"/>
                  </a:lnTo>
                  <a:lnTo>
                    <a:pt x="692411" y="5432524"/>
                  </a:lnTo>
                  <a:lnTo>
                    <a:pt x="692505" y="5432524"/>
                  </a:lnTo>
                  <a:lnTo>
                    <a:pt x="692599" y="5432524"/>
                  </a:lnTo>
                  <a:lnTo>
                    <a:pt x="692693" y="5432524"/>
                  </a:lnTo>
                  <a:lnTo>
                    <a:pt x="692787" y="5432524"/>
                  </a:lnTo>
                  <a:lnTo>
                    <a:pt x="692881" y="5432524"/>
                  </a:lnTo>
                  <a:lnTo>
                    <a:pt x="692975" y="5432524"/>
                  </a:lnTo>
                  <a:lnTo>
                    <a:pt x="693069" y="5432524"/>
                  </a:lnTo>
                  <a:lnTo>
                    <a:pt x="693163" y="5432524"/>
                  </a:lnTo>
                  <a:lnTo>
                    <a:pt x="693257" y="5432524"/>
                  </a:lnTo>
                  <a:lnTo>
                    <a:pt x="693351" y="5432524"/>
                  </a:lnTo>
                  <a:lnTo>
                    <a:pt x="693445" y="5432524"/>
                  </a:lnTo>
                  <a:lnTo>
                    <a:pt x="693539" y="5432524"/>
                  </a:lnTo>
                  <a:lnTo>
                    <a:pt x="693633" y="5432524"/>
                  </a:lnTo>
                  <a:lnTo>
                    <a:pt x="693727" y="5432524"/>
                  </a:lnTo>
                  <a:lnTo>
                    <a:pt x="693821" y="5432524"/>
                  </a:lnTo>
                  <a:lnTo>
                    <a:pt x="693915" y="5432524"/>
                  </a:lnTo>
                  <a:lnTo>
                    <a:pt x="694009" y="5432524"/>
                  </a:lnTo>
                  <a:lnTo>
                    <a:pt x="694103" y="5432524"/>
                  </a:lnTo>
                  <a:lnTo>
                    <a:pt x="694197" y="5432524"/>
                  </a:lnTo>
                  <a:lnTo>
                    <a:pt x="694291" y="5432524"/>
                  </a:lnTo>
                  <a:lnTo>
                    <a:pt x="694385" y="5432524"/>
                  </a:lnTo>
                  <a:lnTo>
                    <a:pt x="694479" y="5432524"/>
                  </a:lnTo>
                  <a:lnTo>
                    <a:pt x="694573" y="5432524"/>
                  </a:lnTo>
                  <a:lnTo>
                    <a:pt x="694668" y="5432524"/>
                  </a:lnTo>
                  <a:lnTo>
                    <a:pt x="694762" y="5432524"/>
                  </a:lnTo>
                  <a:lnTo>
                    <a:pt x="694856" y="5432524"/>
                  </a:lnTo>
                  <a:lnTo>
                    <a:pt x="694950" y="5432524"/>
                  </a:lnTo>
                  <a:lnTo>
                    <a:pt x="695044" y="5432524"/>
                  </a:lnTo>
                  <a:lnTo>
                    <a:pt x="695138" y="5432524"/>
                  </a:lnTo>
                  <a:lnTo>
                    <a:pt x="695232" y="5432524"/>
                  </a:lnTo>
                  <a:lnTo>
                    <a:pt x="695326" y="5432524"/>
                  </a:lnTo>
                  <a:lnTo>
                    <a:pt x="695420" y="5432524"/>
                  </a:lnTo>
                  <a:lnTo>
                    <a:pt x="695514" y="5432524"/>
                  </a:lnTo>
                  <a:lnTo>
                    <a:pt x="695608" y="5432524"/>
                  </a:lnTo>
                  <a:lnTo>
                    <a:pt x="695702" y="5432524"/>
                  </a:lnTo>
                  <a:lnTo>
                    <a:pt x="695796" y="5432524"/>
                  </a:lnTo>
                  <a:lnTo>
                    <a:pt x="695890" y="5432524"/>
                  </a:lnTo>
                  <a:lnTo>
                    <a:pt x="695984" y="5432524"/>
                  </a:lnTo>
                  <a:lnTo>
                    <a:pt x="696078" y="5432524"/>
                  </a:lnTo>
                  <a:lnTo>
                    <a:pt x="696172" y="5432524"/>
                  </a:lnTo>
                  <a:lnTo>
                    <a:pt x="696266" y="5432524"/>
                  </a:lnTo>
                  <a:lnTo>
                    <a:pt x="696360" y="5432524"/>
                  </a:lnTo>
                  <a:lnTo>
                    <a:pt x="696454" y="5432524"/>
                  </a:lnTo>
                  <a:lnTo>
                    <a:pt x="696548" y="5432524"/>
                  </a:lnTo>
                  <a:lnTo>
                    <a:pt x="696642" y="5432524"/>
                  </a:lnTo>
                  <a:lnTo>
                    <a:pt x="696736" y="5432524"/>
                  </a:lnTo>
                  <a:lnTo>
                    <a:pt x="696830" y="5432524"/>
                  </a:lnTo>
                  <a:lnTo>
                    <a:pt x="696924" y="5432524"/>
                  </a:lnTo>
                  <a:lnTo>
                    <a:pt x="697018" y="5432524"/>
                  </a:lnTo>
                  <a:lnTo>
                    <a:pt x="697112" y="5432524"/>
                  </a:lnTo>
                  <a:lnTo>
                    <a:pt x="697206" y="5432524"/>
                  </a:lnTo>
                  <a:lnTo>
                    <a:pt x="697300" y="5432524"/>
                  </a:lnTo>
                  <a:lnTo>
                    <a:pt x="697394" y="5432524"/>
                  </a:lnTo>
                  <a:lnTo>
                    <a:pt x="697488" y="5432524"/>
                  </a:lnTo>
                  <a:lnTo>
                    <a:pt x="697582" y="5432524"/>
                  </a:lnTo>
                  <a:lnTo>
                    <a:pt x="697676" y="5432524"/>
                  </a:lnTo>
                  <a:lnTo>
                    <a:pt x="697770" y="5432524"/>
                  </a:lnTo>
                  <a:lnTo>
                    <a:pt x="697864" y="5432524"/>
                  </a:lnTo>
                  <a:lnTo>
                    <a:pt x="697958" y="5432524"/>
                  </a:lnTo>
                  <a:lnTo>
                    <a:pt x="698052" y="5432524"/>
                  </a:lnTo>
                  <a:lnTo>
                    <a:pt x="698146" y="5432524"/>
                  </a:lnTo>
                  <a:lnTo>
                    <a:pt x="698241" y="5432524"/>
                  </a:lnTo>
                  <a:lnTo>
                    <a:pt x="698335" y="5432524"/>
                  </a:lnTo>
                  <a:lnTo>
                    <a:pt x="698429" y="5432524"/>
                  </a:lnTo>
                  <a:lnTo>
                    <a:pt x="698523" y="5432524"/>
                  </a:lnTo>
                  <a:lnTo>
                    <a:pt x="698617" y="5432524"/>
                  </a:lnTo>
                  <a:lnTo>
                    <a:pt x="698711" y="5432524"/>
                  </a:lnTo>
                  <a:lnTo>
                    <a:pt x="698805" y="5432524"/>
                  </a:lnTo>
                  <a:lnTo>
                    <a:pt x="698899" y="5432524"/>
                  </a:lnTo>
                  <a:lnTo>
                    <a:pt x="698993" y="5432524"/>
                  </a:lnTo>
                  <a:lnTo>
                    <a:pt x="699087" y="5432524"/>
                  </a:lnTo>
                  <a:lnTo>
                    <a:pt x="699181" y="5432524"/>
                  </a:lnTo>
                  <a:lnTo>
                    <a:pt x="699275" y="5432524"/>
                  </a:lnTo>
                  <a:lnTo>
                    <a:pt x="699369" y="5432524"/>
                  </a:lnTo>
                  <a:lnTo>
                    <a:pt x="699463" y="5432524"/>
                  </a:lnTo>
                  <a:lnTo>
                    <a:pt x="699557" y="5432524"/>
                  </a:lnTo>
                  <a:lnTo>
                    <a:pt x="699651" y="5432524"/>
                  </a:lnTo>
                  <a:lnTo>
                    <a:pt x="699651" y="5427245"/>
                  </a:lnTo>
                  <a:lnTo>
                    <a:pt x="699745" y="5427245"/>
                  </a:lnTo>
                  <a:lnTo>
                    <a:pt x="699839" y="5427245"/>
                  </a:lnTo>
                  <a:lnTo>
                    <a:pt x="699933" y="5427245"/>
                  </a:lnTo>
                  <a:lnTo>
                    <a:pt x="700027" y="5427245"/>
                  </a:lnTo>
                  <a:lnTo>
                    <a:pt x="700121" y="5427245"/>
                  </a:lnTo>
                  <a:lnTo>
                    <a:pt x="700121" y="5421965"/>
                  </a:lnTo>
                  <a:lnTo>
                    <a:pt x="700215" y="5421965"/>
                  </a:lnTo>
                  <a:lnTo>
                    <a:pt x="700309" y="5421965"/>
                  </a:lnTo>
                  <a:lnTo>
                    <a:pt x="700403" y="5421965"/>
                  </a:lnTo>
                  <a:lnTo>
                    <a:pt x="700497" y="5421965"/>
                  </a:lnTo>
                  <a:lnTo>
                    <a:pt x="700591" y="5421965"/>
                  </a:lnTo>
                  <a:lnTo>
                    <a:pt x="700685" y="5421965"/>
                  </a:lnTo>
                  <a:lnTo>
                    <a:pt x="700779" y="5421965"/>
                  </a:lnTo>
                  <a:lnTo>
                    <a:pt x="700873" y="5421965"/>
                  </a:lnTo>
                  <a:lnTo>
                    <a:pt x="700967" y="5421965"/>
                  </a:lnTo>
                  <a:lnTo>
                    <a:pt x="701061" y="5421965"/>
                  </a:lnTo>
                  <a:lnTo>
                    <a:pt x="701155" y="5421965"/>
                  </a:lnTo>
                  <a:lnTo>
                    <a:pt x="701249" y="5421965"/>
                  </a:lnTo>
                  <a:lnTo>
                    <a:pt x="701343" y="5421965"/>
                  </a:lnTo>
                  <a:lnTo>
                    <a:pt x="701437" y="5421965"/>
                  </a:lnTo>
                  <a:lnTo>
                    <a:pt x="701531" y="5421965"/>
                  </a:lnTo>
                  <a:lnTo>
                    <a:pt x="701625" y="5421965"/>
                  </a:lnTo>
                  <a:lnTo>
                    <a:pt x="701719" y="5421965"/>
                  </a:lnTo>
                  <a:lnTo>
                    <a:pt x="701814" y="5421965"/>
                  </a:lnTo>
                  <a:lnTo>
                    <a:pt x="701908" y="5421965"/>
                  </a:lnTo>
                  <a:lnTo>
                    <a:pt x="702002" y="5421965"/>
                  </a:lnTo>
                  <a:lnTo>
                    <a:pt x="702096" y="5421965"/>
                  </a:lnTo>
                  <a:lnTo>
                    <a:pt x="702190" y="5421965"/>
                  </a:lnTo>
                  <a:lnTo>
                    <a:pt x="702284" y="5421965"/>
                  </a:lnTo>
                  <a:lnTo>
                    <a:pt x="702378" y="5421965"/>
                  </a:lnTo>
                  <a:lnTo>
                    <a:pt x="702472" y="5421965"/>
                  </a:lnTo>
                  <a:lnTo>
                    <a:pt x="702566" y="5421965"/>
                  </a:lnTo>
                  <a:lnTo>
                    <a:pt x="702660" y="5421965"/>
                  </a:lnTo>
                  <a:lnTo>
                    <a:pt x="702754" y="5421965"/>
                  </a:lnTo>
                  <a:lnTo>
                    <a:pt x="702848" y="5421965"/>
                  </a:lnTo>
                  <a:lnTo>
                    <a:pt x="702942" y="5421965"/>
                  </a:lnTo>
                  <a:lnTo>
                    <a:pt x="703036" y="5421965"/>
                  </a:lnTo>
                  <a:lnTo>
                    <a:pt x="703130" y="5421965"/>
                  </a:lnTo>
                  <a:lnTo>
                    <a:pt x="703224" y="5421965"/>
                  </a:lnTo>
                  <a:lnTo>
                    <a:pt x="703318" y="5421965"/>
                  </a:lnTo>
                  <a:lnTo>
                    <a:pt x="703412" y="5421965"/>
                  </a:lnTo>
                  <a:lnTo>
                    <a:pt x="703506" y="5421965"/>
                  </a:lnTo>
                  <a:lnTo>
                    <a:pt x="703600" y="5421965"/>
                  </a:lnTo>
                  <a:lnTo>
                    <a:pt x="703694" y="5421965"/>
                  </a:lnTo>
                  <a:lnTo>
                    <a:pt x="703788" y="5421965"/>
                  </a:lnTo>
                  <a:lnTo>
                    <a:pt x="703882" y="5421965"/>
                  </a:lnTo>
                  <a:lnTo>
                    <a:pt x="703976" y="5421965"/>
                  </a:lnTo>
                  <a:lnTo>
                    <a:pt x="704070" y="5421965"/>
                  </a:lnTo>
                  <a:lnTo>
                    <a:pt x="704164" y="5421965"/>
                  </a:lnTo>
                  <a:lnTo>
                    <a:pt x="704258" y="5421965"/>
                  </a:lnTo>
                  <a:lnTo>
                    <a:pt x="704352" y="5421965"/>
                  </a:lnTo>
                  <a:lnTo>
                    <a:pt x="704446" y="5421965"/>
                  </a:lnTo>
                  <a:lnTo>
                    <a:pt x="704540" y="5421965"/>
                  </a:lnTo>
                  <a:lnTo>
                    <a:pt x="704634" y="5421965"/>
                  </a:lnTo>
                  <a:lnTo>
                    <a:pt x="704728" y="5421965"/>
                  </a:lnTo>
                  <a:lnTo>
                    <a:pt x="704822" y="5421965"/>
                  </a:lnTo>
                  <a:lnTo>
                    <a:pt x="704916" y="5421965"/>
                  </a:lnTo>
                  <a:lnTo>
                    <a:pt x="705010" y="5421965"/>
                  </a:lnTo>
                  <a:lnTo>
                    <a:pt x="705104" y="5421965"/>
                  </a:lnTo>
                  <a:lnTo>
                    <a:pt x="705198" y="5421965"/>
                  </a:lnTo>
                  <a:lnTo>
                    <a:pt x="705293" y="5421965"/>
                  </a:lnTo>
                  <a:lnTo>
                    <a:pt x="705387" y="5421965"/>
                  </a:lnTo>
                  <a:lnTo>
                    <a:pt x="705481" y="5421965"/>
                  </a:lnTo>
                  <a:lnTo>
                    <a:pt x="705575" y="5421965"/>
                  </a:lnTo>
                  <a:lnTo>
                    <a:pt x="705669" y="5421965"/>
                  </a:lnTo>
                  <a:lnTo>
                    <a:pt x="705763" y="5421965"/>
                  </a:lnTo>
                  <a:lnTo>
                    <a:pt x="705857" y="5421965"/>
                  </a:lnTo>
                  <a:lnTo>
                    <a:pt x="705951" y="5421965"/>
                  </a:lnTo>
                  <a:lnTo>
                    <a:pt x="706045" y="5421965"/>
                  </a:lnTo>
                  <a:lnTo>
                    <a:pt x="706139" y="5421965"/>
                  </a:lnTo>
                  <a:lnTo>
                    <a:pt x="706233" y="5421965"/>
                  </a:lnTo>
                  <a:lnTo>
                    <a:pt x="706327" y="5421965"/>
                  </a:lnTo>
                  <a:lnTo>
                    <a:pt x="706421" y="5421965"/>
                  </a:lnTo>
                  <a:lnTo>
                    <a:pt x="706515" y="5421965"/>
                  </a:lnTo>
                  <a:lnTo>
                    <a:pt x="706609" y="5421965"/>
                  </a:lnTo>
                  <a:lnTo>
                    <a:pt x="706703" y="5421965"/>
                  </a:lnTo>
                  <a:lnTo>
                    <a:pt x="706797" y="5421965"/>
                  </a:lnTo>
                  <a:lnTo>
                    <a:pt x="706891" y="5421965"/>
                  </a:lnTo>
                  <a:lnTo>
                    <a:pt x="706985" y="5421965"/>
                  </a:lnTo>
                  <a:lnTo>
                    <a:pt x="707079" y="5421965"/>
                  </a:lnTo>
                  <a:lnTo>
                    <a:pt x="707173" y="5421965"/>
                  </a:lnTo>
                  <a:lnTo>
                    <a:pt x="707267" y="5421965"/>
                  </a:lnTo>
                  <a:lnTo>
                    <a:pt x="707361" y="5421965"/>
                  </a:lnTo>
                  <a:lnTo>
                    <a:pt x="707455" y="5421965"/>
                  </a:lnTo>
                  <a:lnTo>
                    <a:pt x="707455" y="5416686"/>
                  </a:lnTo>
                  <a:lnTo>
                    <a:pt x="707549" y="5416686"/>
                  </a:lnTo>
                  <a:lnTo>
                    <a:pt x="707643" y="5416686"/>
                  </a:lnTo>
                  <a:lnTo>
                    <a:pt x="707737" y="5416686"/>
                  </a:lnTo>
                  <a:lnTo>
                    <a:pt x="707831" y="5416686"/>
                  </a:lnTo>
                  <a:lnTo>
                    <a:pt x="707925" y="5416686"/>
                  </a:lnTo>
                  <a:lnTo>
                    <a:pt x="708019" y="5416686"/>
                  </a:lnTo>
                  <a:lnTo>
                    <a:pt x="708113" y="5416686"/>
                  </a:lnTo>
                  <a:lnTo>
                    <a:pt x="708207" y="5416686"/>
                  </a:lnTo>
                  <a:lnTo>
                    <a:pt x="708301" y="5416686"/>
                  </a:lnTo>
                  <a:lnTo>
                    <a:pt x="708395" y="5416686"/>
                  </a:lnTo>
                  <a:lnTo>
                    <a:pt x="708489" y="5416686"/>
                  </a:lnTo>
                  <a:lnTo>
                    <a:pt x="708583" y="5416686"/>
                  </a:lnTo>
                  <a:lnTo>
                    <a:pt x="708677" y="5416686"/>
                  </a:lnTo>
                  <a:lnTo>
                    <a:pt x="708677" y="5411406"/>
                  </a:lnTo>
                  <a:lnTo>
                    <a:pt x="708771" y="5411406"/>
                  </a:lnTo>
                  <a:lnTo>
                    <a:pt x="708866" y="5411406"/>
                  </a:lnTo>
                  <a:lnTo>
                    <a:pt x="708960" y="5411406"/>
                  </a:lnTo>
                  <a:lnTo>
                    <a:pt x="709054" y="5411406"/>
                  </a:lnTo>
                  <a:lnTo>
                    <a:pt x="709148" y="5411406"/>
                  </a:lnTo>
                  <a:lnTo>
                    <a:pt x="709242" y="5411406"/>
                  </a:lnTo>
                  <a:lnTo>
                    <a:pt x="709242" y="5406127"/>
                  </a:lnTo>
                  <a:lnTo>
                    <a:pt x="709336" y="5406127"/>
                  </a:lnTo>
                  <a:lnTo>
                    <a:pt x="709430" y="5406127"/>
                  </a:lnTo>
                  <a:lnTo>
                    <a:pt x="709524" y="5406127"/>
                  </a:lnTo>
                  <a:lnTo>
                    <a:pt x="709618" y="5406127"/>
                  </a:lnTo>
                  <a:lnTo>
                    <a:pt x="709712" y="5406127"/>
                  </a:lnTo>
                  <a:lnTo>
                    <a:pt x="709806" y="5406127"/>
                  </a:lnTo>
                  <a:lnTo>
                    <a:pt x="709900" y="5406127"/>
                  </a:lnTo>
                  <a:lnTo>
                    <a:pt x="709994" y="5406127"/>
                  </a:lnTo>
                  <a:lnTo>
                    <a:pt x="710088" y="5406127"/>
                  </a:lnTo>
                  <a:lnTo>
                    <a:pt x="710182" y="5406127"/>
                  </a:lnTo>
                  <a:lnTo>
                    <a:pt x="710276" y="5406127"/>
                  </a:lnTo>
                  <a:lnTo>
                    <a:pt x="710370" y="5406127"/>
                  </a:lnTo>
                  <a:lnTo>
                    <a:pt x="710464" y="5406127"/>
                  </a:lnTo>
                  <a:lnTo>
                    <a:pt x="710558" y="5406127"/>
                  </a:lnTo>
                  <a:lnTo>
                    <a:pt x="710652" y="5406127"/>
                  </a:lnTo>
                  <a:lnTo>
                    <a:pt x="710746" y="5406127"/>
                  </a:lnTo>
                  <a:lnTo>
                    <a:pt x="710840" y="5406127"/>
                  </a:lnTo>
                  <a:lnTo>
                    <a:pt x="710934" y="5406127"/>
                  </a:lnTo>
                  <a:lnTo>
                    <a:pt x="711028" y="5406127"/>
                  </a:lnTo>
                  <a:lnTo>
                    <a:pt x="711028" y="5400848"/>
                  </a:lnTo>
                  <a:lnTo>
                    <a:pt x="711122" y="5400848"/>
                  </a:lnTo>
                  <a:lnTo>
                    <a:pt x="711216" y="5400848"/>
                  </a:lnTo>
                  <a:lnTo>
                    <a:pt x="711310" y="5400848"/>
                  </a:lnTo>
                  <a:lnTo>
                    <a:pt x="711404" y="5400848"/>
                  </a:lnTo>
                  <a:lnTo>
                    <a:pt x="711498" y="5400848"/>
                  </a:lnTo>
                  <a:lnTo>
                    <a:pt x="711592" y="5400848"/>
                  </a:lnTo>
                  <a:lnTo>
                    <a:pt x="711686" y="5400848"/>
                  </a:lnTo>
                  <a:lnTo>
                    <a:pt x="711780" y="5400848"/>
                  </a:lnTo>
                  <a:lnTo>
                    <a:pt x="711874" y="5400848"/>
                  </a:lnTo>
                  <a:lnTo>
                    <a:pt x="711968" y="5400848"/>
                  </a:lnTo>
                  <a:lnTo>
                    <a:pt x="711968" y="5395568"/>
                  </a:lnTo>
                  <a:lnTo>
                    <a:pt x="712062" y="5395568"/>
                  </a:lnTo>
                  <a:lnTo>
                    <a:pt x="712156" y="5395568"/>
                  </a:lnTo>
                  <a:lnTo>
                    <a:pt x="712250" y="5395568"/>
                  </a:lnTo>
                  <a:lnTo>
                    <a:pt x="712250" y="5390289"/>
                  </a:lnTo>
                  <a:lnTo>
                    <a:pt x="712344" y="5390289"/>
                  </a:lnTo>
                  <a:lnTo>
                    <a:pt x="712439" y="5390289"/>
                  </a:lnTo>
                  <a:lnTo>
                    <a:pt x="712533" y="5390289"/>
                  </a:lnTo>
                  <a:lnTo>
                    <a:pt x="712627" y="5390289"/>
                  </a:lnTo>
                  <a:lnTo>
                    <a:pt x="712721" y="5390289"/>
                  </a:lnTo>
                  <a:lnTo>
                    <a:pt x="712815" y="5390289"/>
                  </a:lnTo>
                  <a:lnTo>
                    <a:pt x="712909" y="5390289"/>
                  </a:lnTo>
                  <a:lnTo>
                    <a:pt x="713003" y="5390289"/>
                  </a:lnTo>
                  <a:lnTo>
                    <a:pt x="713097" y="5390289"/>
                  </a:lnTo>
                  <a:lnTo>
                    <a:pt x="713191" y="5390289"/>
                  </a:lnTo>
                  <a:lnTo>
                    <a:pt x="713285" y="5390289"/>
                  </a:lnTo>
                  <a:lnTo>
                    <a:pt x="713379" y="5390289"/>
                  </a:lnTo>
                  <a:lnTo>
                    <a:pt x="713473" y="5390289"/>
                  </a:lnTo>
                  <a:lnTo>
                    <a:pt x="713567" y="5390289"/>
                  </a:lnTo>
                  <a:lnTo>
                    <a:pt x="713661" y="5390289"/>
                  </a:lnTo>
                  <a:lnTo>
                    <a:pt x="713755" y="5390289"/>
                  </a:lnTo>
                  <a:lnTo>
                    <a:pt x="713849" y="5390289"/>
                  </a:lnTo>
                  <a:lnTo>
                    <a:pt x="713943" y="5390289"/>
                  </a:lnTo>
                  <a:lnTo>
                    <a:pt x="714037" y="5390289"/>
                  </a:lnTo>
                  <a:lnTo>
                    <a:pt x="714131" y="5390289"/>
                  </a:lnTo>
                  <a:lnTo>
                    <a:pt x="714225" y="5390289"/>
                  </a:lnTo>
                  <a:lnTo>
                    <a:pt x="714319" y="5390289"/>
                  </a:lnTo>
                  <a:lnTo>
                    <a:pt x="714413" y="5390289"/>
                  </a:lnTo>
                  <a:lnTo>
                    <a:pt x="714507" y="5390289"/>
                  </a:lnTo>
                  <a:lnTo>
                    <a:pt x="714601" y="5390289"/>
                  </a:lnTo>
                  <a:lnTo>
                    <a:pt x="714695" y="5390289"/>
                  </a:lnTo>
                  <a:lnTo>
                    <a:pt x="714789" y="5390289"/>
                  </a:lnTo>
                  <a:lnTo>
                    <a:pt x="714883" y="5390289"/>
                  </a:lnTo>
                  <a:lnTo>
                    <a:pt x="714977" y="5390289"/>
                  </a:lnTo>
                  <a:lnTo>
                    <a:pt x="715071" y="5390289"/>
                  </a:lnTo>
                  <a:lnTo>
                    <a:pt x="715165" y="5390289"/>
                  </a:lnTo>
                  <a:lnTo>
                    <a:pt x="715259" y="5390289"/>
                  </a:lnTo>
                  <a:lnTo>
                    <a:pt x="715353" y="5390289"/>
                  </a:lnTo>
                  <a:lnTo>
                    <a:pt x="715447" y="5390289"/>
                  </a:lnTo>
                  <a:lnTo>
                    <a:pt x="715447" y="5385009"/>
                  </a:lnTo>
                  <a:lnTo>
                    <a:pt x="715541" y="5385009"/>
                  </a:lnTo>
                  <a:lnTo>
                    <a:pt x="715635" y="5385009"/>
                  </a:lnTo>
                  <a:lnTo>
                    <a:pt x="715729" y="5385009"/>
                  </a:lnTo>
                  <a:lnTo>
                    <a:pt x="715823" y="5385009"/>
                  </a:lnTo>
                  <a:lnTo>
                    <a:pt x="715917" y="5385009"/>
                  </a:lnTo>
                  <a:lnTo>
                    <a:pt x="716012" y="5385009"/>
                  </a:lnTo>
                  <a:lnTo>
                    <a:pt x="716106" y="5385009"/>
                  </a:lnTo>
                  <a:lnTo>
                    <a:pt x="716200" y="5385009"/>
                  </a:lnTo>
                  <a:lnTo>
                    <a:pt x="716294" y="5385009"/>
                  </a:lnTo>
                  <a:lnTo>
                    <a:pt x="716388" y="5385009"/>
                  </a:lnTo>
                  <a:lnTo>
                    <a:pt x="716482" y="5385009"/>
                  </a:lnTo>
                  <a:lnTo>
                    <a:pt x="716576" y="5385009"/>
                  </a:lnTo>
                  <a:lnTo>
                    <a:pt x="716670" y="5385009"/>
                  </a:lnTo>
                  <a:lnTo>
                    <a:pt x="716764" y="5385009"/>
                  </a:lnTo>
                  <a:lnTo>
                    <a:pt x="716858" y="5385009"/>
                  </a:lnTo>
                  <a:lnTo>
                    <a:pt x="716952" y="5385009"/>
                  </a:lnTo>
                  <a:lnTo>
                    <a:pt x="717046" y="5385009"/>
                  </a:lnTo>
                  <a:lnTo>
                    <a:pt x="717140" y="5385009"/>
                  </a:lnTo>
                  <a:lnTo>
                    <a:pt x="717234" y="5385009"/>
                  </a:lnTo>
                  <a:lnTo>
                    <a:pt x="717328" y="5385009"/>
                  </a:lnTo>
                  <a:lnTo>
                    <a:pt x="717422" y="5385009"/>
                  </a:lnTo>
                  <a:lnTo>
                    <a:pt x="717516" y="5385009"/>
                  </a:lnTo>
                  <a:lnTo>
                    <a:pt x="717610" y="5385009"/>
                  </a:lnTo>
                  <a:lnTo>
                    <a:pt x="717704" y="5385009"/>
                  </a:lnTo>
                  <a:lnTo>
                    <a:pt x="717798" y="5385009"/>
                  </a:lnTo>
                  <a:lnTo>
                    <a:pt x="717892" y="5385009"/>
                  </a:lnTo>
                  <a:lnTo>
                    <a:pt x="717986" y="5385009"/>
                  </a:lnTo>
                  <a:lnTo>
                    <a:pt x="718080" y="5385009"/>
                  </a:lnTo>
                  <a:lnTo>
                    <a:pt x="718174" y="5385009"/>
                  </a:lnTo>
                  <a:lnTo>
                    <a:pt x="718268" y="5385009"/>
                  </a:lnTo>
                  <a:lnTo>
                    <a:pt x="718362" y="5385009"/>
                  </a:lnTo>
                  <a:lnTo>
                    <a:pt x="718456" y="5385009"/>
                  </a:lnTo>
                  <a:lnTo>
                    <a:pt x="718550" y="5385009"/>
                  </a:lnTo>
                  <a:lnTo>
                    <a:pt x="718644" y="5385009"/>
                  </a:lnTo>
                  <a:lnTo>
                    <a:pt x="718738" y="5385009"/>
                  </a:lnTo>
                  <a:lnTo>
                    <a:pt x="718832" y="5385009"/>
                  </a:lnTo>
                  <a:lnTo>
                    <a:pt x="718926" y="5385009"/>
                  </a:lnTo>
                  <a:lnTo>
                    <a:pt x="719020" y="5385009"/>
                  </a:lnTo>
                  <a:lnTo>
                    <a:pt x="719114" y="5385009"/>
                  </a:lnTo>
                  <a:lnTo>
                    <a:pt x="719208" y="5385009"/>
                  </a:lnTo>
                  <a:lnTo>
                    <a:pt x="719302" y="5385009"/>
                  </a:lnTo>
                  <a:lnTo>
                    <a:pt x="719396" y="5385009"/>
                  </a:lnTo>
                  <a:lnTo>
                    <a:pt x="719491" y="5385009"/>
                  </a:lnTo>
                  <a:lnTo>
                    <a:pt x="719585" y="5385009"/>
                  </a:lnTo>
                  <a:lnTo>
                    <a:pt x="719679" y="5385009"/>
                  </a:lnTo>
                  <a:lnTo>
                    <a:pt x="719773" y="5385009"/>
                  </a:lnTo>
                  <a:lnTo>
                    <a:pt x="719867" y="5385009"/>
                  </a:lnTo>
                  <a:lnTo>
                    <a:pt x="719961" y="5385009"/>
                  </a:lnTo>
                  <a:lnTo>
                    <a:pt x="719961" y="5379730"/>
                  </a:lnTo>
                  <a:lnTo>
                    <a:pt x="720055" y="5379730"/>
                  </a:lnTo>
                  <a:lnTo>
                    <a:pt x="720149" y="5379730"/>
                  </a:lnTo>
                  <a:lnTo>
                    <a:pt x="720243" y="5379730"/>
                  </a:lnTo>
                  <a:lnTo>
                    <a:pt x="720337" y="5379730"/>
                  </a:lnTo>
                  <a:lnTo>
                    <a:pt x="720431" y="5379730"/>
                  </a:lnTo>
                  <a:lnTo>
                    <a:pt x="720525" y="5379730"/>
                  </a:lnTo>
                  <a:lnTo>
                    <a:pt x="720619" y="5379730"/>
                  </a:lnTo>
                  <a:lnTo>
                    <a:pt x="720713" y="5379730"/>
                  </a:lnTo>
                  <a:lnTo>
                    <a:pt x="720807" y="5379730"/>
                  </a:lnTo>
                  <a:lnTo>
                    <a:pt x="720901" y="5379730"/>
                  </a:lnTo>
                  <a:lnTo>
                    <a:pt x="720901" y="5374450"/>
                  </a:lnTo>
                  <a:lnTo>
                    <a:pt x="720995" y="5374450"/>
                  </a:lnTo>
                  <a:lnTo>
                    <a:pt x="721089" y="5374450"/>
                  </a:lnTo>
                  <a:lnTo>
                    <a:pt x="721183" y="5374450"/>
                  </a:lnTo>
                  <a:lnTo>
                    <a:pt x="721277" y="5374450"/>
                  </a:lnTo>
                  <a:lnTo>
                    <a:pt x="721371" y="5374450"/>
                  </a:lnTo>
                  <a:lnTo>
                    <a:pt x="721465" y="5374450"/>
                  </a:lnTo>
                  <a:lnTo>
                    <a:pt x="721559" y="5374450"/>
                  </a:lnTo>
                  <a:lnTo>
                    <a:pt x="721653" y="5374450"/>
                  </a:lnTo>
                  <a:lnTo>
                    <a:pt x="721747" y="5374450"/>
                  </a:lnTo>
                  <a:lnTo>
                    <a:pt x="721841" y="5374450"/>
                  </a:lnTo>
                  <a:lnTo>
                    <a:pt x="721935" y="5374450"/>
                  </a:lnTo>
                  <a:lnTo>
                    <a:pt x="722029" y="5374450"/>
                  </a:lnTo>
                  <a:lnTo>
                    <a:pt x="722123" y="5374450"/>
                  </a:lnTo>
                  <a:lnTo>
                    <a:pt x="722217" y="5374450"/>
                  </a:lnTo>
                  <a:lnTo>
                    <a:pt x="722311" y="5374450"/>
                  </a:lnTo>
                  <a:lnTo>
                    <a:pt x="722405" y="5374450"/>
                  </a:lnTo>
                  <a:lnTo>
                    <a:pt x="722499" y="5374450"/>
                  </a:lnTo>
                  <a:lnTo>
                    <a:pt x="722499" y="5369171"/>
                  </a:lnTo>
                  <a:lnTo>
                    <a:pt x="722593" y="5369171"/>
                  </a:lnTo>
                  <a:lnTo>
                    <a:pt x="722687" y="5369171"/>
                  </a:lnTo>
                  <a:lnTo>
                    <a:pt x="722781" y="5369171"/>
                  </a:lnTo>
                  <a:lnTo>
                    <a:pt x="722875" y="5369171"/>
                  </a:lnTo>
                  <a:lnTo>
                    <a:pt x="722969" y="5369171"/>
                  </a:lnTo>
                  <a:lnTo>
                    <a:pt x="723064" y="5369171"/>
                  </a:lnTo>
                  <a:lnTo>
                    <a:pt x="723158" y="5369171"/>
                  </a:lnTo>
                  <a:lnTo>
                    <a:pt x="723252" y="5369171"/>
                  </a:lnTo>
                  <a:lnTo>
                    <a:pt x="723346" y="5369171"/>
                  </a:lnTo>
                  <a:lnTo>
                    <a:pt x="723440" y="5369171"/>
                  </a:lnTo>
                  <a:lnTo>
                    <a:pt x="723534" y="5369171"/>
                  </a:lnTo>
                  <a:lnTo>
                    <a:pt x="723628" y="5369171"/>
                  </a:lnTo>
                  <a:lnTo>
                    <a:pt x="723722" y="5369171"/>
                  </a:lnTo>
                  <a:lnTo>
                    <a:pt x="723816" y="5369171"/>
                  </a:lnTo>
                  <a:lnTo>
                    <a:pt x="723910" y="5369171"/>
                  </a:lnTo>
                  <a:lnTo>
                    <a:pt x="724004" y="5369171"/>
                  </a:lnTo>
                  <a:lnTo>
                    <a:pt x="724098" y="5369171"/>
                  </a:lnTo>
                  <a:lnTo>
                    <a:pt x="724192" y="5369171"/>
                  </a:lnTo>
                  <a:lnTo>
                    <a:pt x="724286" y="5369171"/>
                  </a:lnTo>
                  <a:lnTo>
                    <a:pt x="724380" y="5369171"/>
                  </a:lnTo>
                  <a:lnTo>
                    <a:pt x="724474" y="5369171"/>
                  </a:lnTo>
                  <a:lnTo>
                    <a:pt x="724568" y="5369171"/>
                  </a:lnTo>
                  <a:lnTo>
                    <a:pt x="724662" y="5369171"/>
                  </a:lnTo>
                  <a:lnTo>
                    <a:pt x="724756" y="5369171"/>
                  </a:lnTo>
                  <a:lnTo>
                    <a:pt x="724850" y="5369171"/>
                  </a:lnTo>
                  <a:lnTo>
                    <a:pt x="724944" y="5369171"/>
                  </a:lnTo>
                  <a:lnTo>
                    <a:pt x="725038" y="5369171"/>
                  </a:lnTo>
                  <a:lnTo>
                    <a:pt x="725132" y="5369171"/>
                  </a:lnTo>
                  <a:lnTo>
                    <a:pt x="725226" y="5369171"/>
                  </a:lnTo>
                  <a:lnTo>
                    <a:pt x="725320" y="5369171"/>
                  </a:lnTo>
                  <a:lnTo>
                    <a:pt x="725414" y="5369171"/>
                  </a:lnTo>
                  <a:lnTo>
                    <a:pt x="725508" y="5369171"/>
                  </a:lnTo>
                  <a:lnTo>
                    <a:pt x="725602" y="5369171"/>
                  </a:lnTo>
                  <a:lnTo>
                    <a:pt x="725696" y="5369171"/>
                  </a:lnTo>
                  <a:lnTo>
                    <a:pt x="725790" y="5369171"/>
                  </a:lnTo>
                  <a:lnTo>
                    <a:pt x="725884" y="5369171"/>
                  </a:lnTo>
                  <a:lnTo>
                    <a:pt x="725978" y="5369171"/>
                  </a:lnTo>
                  <a:lnTo>
                    <a:pt x="726072" y="5369171"/>
                  </a:lnTo>
                  <a:lnTo>
                    <a:pt x="726166" y="5369171"/>
                  </a:lnTo>
                  <a:lnTo>
                    <a:pt x="726260" y="5369171"/>
                  </a:lnTo>
                  <a:lnTo>
                    <a:pt x="726354" y="5369171"/>
                  </a:lnTo>
                  <a:lnTo>
                    <a:pt x="726448" y="5369171"/>
                  </a:lnTo>
                  <a:lnTo>
                    <a:pt x="726542" y="5369171"/>
                  </a:lnTo>
                  <a:lnTo>
                    <a:pt x="726637" y="5369171"/>
                  </a:lnTo>
                  <a:lnTo>
                    <a:pt x="726731" y="5369171"/>
                  </a:lnTo>
                  <a:lnTo>
                    <a:pt x="726825" y="5369171"/>
                  </a:lnTo>
                  <a:lnTo>
                    <a:pt x="726919" y="5369171"/>
                  </a:lnTo>
                  <a:lnTo>
                    <a:pt x="727013" y="5369171"/>
                  </a:lnTo>
                  <a:lnTo>
                    <a:pt x="727107" y="5369171"/>
                  </a:lnTo>
                  <a:lnTo>
                    <a:pt x="727201" y="5369171"/>
                  </a:lnTo>
                  <a:lnTo>
                    <a:pt x="727295" y="5369171"/>
                  </a:lnTo>
                  <a:lnTo>
                    <a:pt x="727389" y="5369171"/>
                  </a:lnTo>
                  <a:lnTo>
                    <a:pt x="727483" y="5369171"/>
                  </a:lnTo>
                  <a:lnTo>
                    <a:pt x="727577" y="5369171"/>
                  </a:lnTo>
                  <a:lnTo>
                    <a:pt x="727671" y="5369171"/>
                  </a:lnTo>
                  <a:lnTo>
                    <a:pt x="727765" y="5369171"/>
                  </a:lnTo>
                  <a:lnTo>
                    <a:pt x="727859" y="5369171"/>
                  </a:lnTo>
                  <a:lnTo>
                    <a:pt x="727953" y="5369171"/>
                  </a:lnTo>
                  <a:lnTo>
                    <a:pt x="728047" y="5369171"/>
                  </a:lnTo>
                  <a:lnTo>
                    <a:pt x="728141" y="5369171"/>
                  </a:lnTo>
                  <a:lnTo>
                    <a:pt x="728235" y="5369171"/>
                  </a:lnTo>
                  <a:lnTo>
                    <a:pt x="728329" y="5369171"/>
                  </a:lnTo>
                  <a:lnTo>
                    <a:pt x="728423" y="5369171"/>
                  </a:lnTo>
                  <a:lnTo>
                    <a:pt x="728517" y="5369171"/>
                  </a:lnTo>
                  <a:lnTo>
                    <a:pt x="728611" y="5369171"/>
                  </a:lnTo>
                  <a:lnTo>
                    <a:pt x="728705" y="5369171"/>
                  </a:lnTo>
                  <a:lnTo>
                    <a:pt x="728799" y="5369171"/>
                  </a:lnTo>
                  <a:lnTo>
                    <a:pt x="728893" y="5369171"/>
                  </a:lnTo>
                  <a:lnTo>
                    <a:pt x="728987" y="5369171"/>
                  </a:lnTo>
                  <a:lnTo>
                    <a:pt x="728987" y="5363892"/>
                  </a:lnTo>
                  <a:lnTo>
                    <a:pt x="729081" y="5363892"/>
                  </a:lnTo>
                  <a:lnTo>
                    <a:pt x="729175" y="5363892"/>
                  </a:lnTo>
                  <a:lnTo>
                    <a:pt x="729269" y="5363892"/>
                  </a:lnTo>
                  <a:lnTo>
                    <a:pt x="729363" y="5363892"/>
                  </a:lnTo>
                  <a:lnTo>
                    <a:pt x="729457" y="5363892"/>
                  </a:lnTo>
                  <a:lnTo>
                    <a:pt x="729551" y="5363892"/>
                  </a:lnTo>
                  <a:lnTo>
                    <a:pt x="729645" y="5363892"/>
                  </a:lnTo>
                  <a:lnTo>
                    <a:pt x="729739" y="5363892"/>
                  </a:lnTo>
                  <a:lnTo>
                    <a:pt x="729833" y="5363892"/>
                  </a:lnTo>
                  <a:lnTo>
                    <a:pt x="729927" y="5363892"/>
                  </a:lnTo>
                  <a:lnTo>
                    <a:pt x="730021" y="5363892"/>
                  </a:lnTo>
                  <a:lnTo>
                    <a:pt x="730116" y="5363892"/>
                  </a:lnTo>
                  <a:lnTo>
                    <a:pt x="730210" y="5363892"/>
                  </a:lnTo>
                  <a:lnTo>
                    <a:pt x="730304" y="5363892"/>
                  </a:lnTo>
                  <a:lnTo>
                    <a:pt x="730398" y="5363892"/>
                  </a:lnTo>
                  <a:lnTo>
                    <a:pt x="730492" y="5363892"/>
                  </a:lnTo>
                  <a:lnTo>
                    <a:pt x="730586" y="5363892"/>
                  </a:lnTo>
                  <a:lnTo>
                    <a:pt x="730680" y="5363892"/>
                  </a:lnTo>
                  <a:lnTo>
                    <a:pt x="730774" y="5363892"/>
                  </a:lnTo>
                  <a:lnTo>
                    <a:pt x="730868" y="5363892"/>
                  </a:lnTo>
                  <a:lnTo>
                    <a:pt x="730962" y="5363892"/>
                  </a:lnTo>
                  <a:lnTo>
                    <a:pt x="731056" y="5363892"/>
                  </a:lnTo>
                  <a:lnTo>
                    <a:pt x="731150" y="5363892"/>
                  </a:lnTo>
                  <a:lnTo>
                    <a:pt x="731244" y="5363892"/>
                  </a:lnTo>
                  <a:lnTo>
                    <a:pt x="731338" y="5363892"/>
                  </a:lnTo>
                  <a:lnTo>
                    <a:pt x="731432" y="5363892"/>
                  </a:lnTo>
                  <a:lnTo>
                    <a:pt x="731526" y="5363892"/>
                  </a:lnTo>
                  <a:lnTo>
                    <a:pt x="731620" y="5363892"/>
                  </a:lnTo>
                  <a:lnTo>
                    <a:pt x="731714" y="5363892"/>
                  </a:lnTo>
                  <a:lnTo>
                    <a:pt x="731808" y="5363892"/>
                  </a:lnTo>
                  <a:lnTo>
                    <a:pt x="731902" y="5363892"/>
                  </a:lnTo>
                  <a:lnTo>
                    <a:pt x="731996" y="5363892"/>
                  </a:lnTo>
                  <a:lnTo>
                    <a:pt x="732090" y="5363892"/>
                  </a:lnTo>
                  <a:lnTo>
                    <a:pt x="732184" y="5363892"/>
                  </a:lnTo>
                  <a:lnTo>
                    <a:pt x="732278" y="5363892"/>
                  </a:lnTo>
                  <a:lnTo>
                    <a:pt x="732372" y="5363892"/>
                  </a:lnTo>
                  <a:lnTo>
                    <a:pt x="732466" y="5363892"/>
                  </a:lnTo>
                  <a:lnTo>
                    <a:pt x="732560" y="5363892"/>
                  </a:lnTo>
                  <a:lnTo>
                    <a:pt x="732654" y="5363892"/>
                  </a:lnTo>
                  <a:lnTo>
                    <a:pt x="732748" y="5363892"/>
                  </a:lnTo>
                  <a:lnTo>
                    <a:pt x="732842" y="5363892"/>
                  </a:lnTo>
                  <a:lnTo>
                    <a:pt x="732936" y="5363892"/>
                  </a:lnTo>
                  <a:lnTo>
                    <a:pt x="733030" y="5363892"/>
                  </a:lnTo>
                  <a:lnTo>
                    <a:pt x="733030" y="5358612"/>
                  </a:lnTo>
                  <a:lnTo>
                    <a:pt x="733124" y="5358612"/>
                  </a:lnTo>
                  <a:lnTo>
                    <a:pt x="733218" y="5358612"/>
                  </a:lnTo>
                  <a:lnTo>
                    <a:pt x="733312" y="5358612"/>
                  </a:lnTo>
                  <a:lnTo>
                    <a:pt x="733406" y="5358612"/>
                  </a:lnTo>
                  <a:lnTo>
                    <a:pt x="733500" y="5358612"/>
                  </a:lnTo>
                  <a:lnTo>
                    <a:pt x="733594" y="5358612"/>
                  </a:lnTo>
                  <a:lnTo>
                    <a:pt x="733689" y="5358612"/>
                  </a:lnTo>
                  <a:lnTo>
                    <a:pt x="733783" y="5358612"/>
                  </a:lnTo>
                  <a:lnTo>
                    <a:pt x="733877" y="5358612"/>
                  </a:lnTo>
                  <a:lnTo>
                    <a:pt x="733971" y="5358612"/>
                  </a:lnTo>
                  <a:lnTo>
                    <a:pt x="734065" y="5358612"/>
                  </a:lnTo>
                  <a:lnTo>
                    <a:pt x="734159" y="5358612"/>
                  </a:lnTo>
                  <a:lnTo>
                    <a:pt x="734253" y="5358612"/>
                  </a:lnTo>
                  <a:lnTo>
                    <a:pt x="734347" y="5358612"/>
                  </a:lnTo>
                  <a:lnTo>
                    <a:pt x="734441" y="5358612"/>
                  </a:lnTo>
                  <a:lnTo>
                    <a:pt x="734535" y="5358612"/>
                  </a:lnTo>
                  <a:lnTo>
                    <a:pt x="734629" y="5358612"/>
                  </a:lnTo>
                  <a:lnTo>
                    <a:pt x="734723" y="5358612"/>
                  </a:lnTo>
                  <a:lnTo>
                    <a:pt x="734817" y="5358612"/>
                  </a:lnTo>
                  <a:lnTo>
                    <a:pt x="734911" y="5358612"/>
                  </a:lnTo>
                  <a:lnTo>
                    <a:pt x="735005" y="5358612"/>
                  </a:lnTo>
                  <a:lnTo>
                    <a:pt x="735099" y="5358612"/>
                  </a:lnTo>
                  <a:lnTo>
                    <a:pt x="735193" y="5358612"/>
                  </a:lnTo>
                  <a:lnTo>
                    <a:pt x="735287" y="5358612"/>
                  </a:lnTo>
                  <a:lnTo>
                    <a:pt x="735381" y="5358612"/>
                  </a:lnTo>
                  <a:lnTo>
                    <a:pt x="735475" y="5358612"/>
                  </a:lnTo>
                  <a:lnTo>
                    <a:pt x="735569" y="5358612"/>
                  </a:lnTo>
                  <a:lnTo>
                    <a:pt x="735569" y="5353333"/>
                  </a:lnTo>
                  <a:lnTo>
                    <a:pt x="735663" y="5353333"/>
                  </a:lnTo>
                  <a:lnTo>
                    <a:pt x="735757" y="5353333"/>
                  </a:lnTo>
                  <a:lnTo>
                    <a:pt x="735851" y="5353333"/>
                  </a:lnTo>
                  <a:lnTo>
                    <a:pt x="735945" y="5353333"/>
                  </a:lnTo>
                  <a:lnTo>
                    <a:pt x="736039" y="5353333"/>
                  </a:lnTo>
                  <a:lnTo>
                    <a:pt x="736133" y="5353333"/>
                  </a:lnTo>
                  <a:lnTo>
                    <a:pt x="736227" y="5353333"/>
                  </a:lnTo>
                  <a:lnTo>
                    <a:pt x="736321" y="5353333"/>
                  </a:lnTo>
                  <a:lnTo>
                    <a:pt x="736415" y="5353333"/>
                  </a:lnTo>
                  <a:lnTo>
                    <a:pt x="736509" y="5353333"/>
                  </a:lnTo>
                  <a:lnTo>
                    <a:pt x="736603" y="5353333"/>
                  </a:lnTo>
                  <a:lnTo>
                    <a:pt x="736697" y="5353333"/>
                  </a:lnTo>
                  <a:lnTo>
                    <a:pt x="736791" y="5353333"/>
                  </a:lnTo>
                  <a:lnTo>
                    <a:pt x="736885" y="5353333"/>
                  </a:lnTo>
                  <a:lnTo>
                    <a:pt x="736979" y="5353333"/>
                  </a:lnTo>
                  <a:lnTo>
                    <a:pt x="737073" y="5353333"/>
                  </a:lnTo>
                  <a:lnTo>
                    <a:pt x="737167" y="5353333"/>
                  </a:lnTo>
                  <a:lnTo>
                    <a:pt x="737167" y="5348053"/>
                  </a:lnTo>
                  <a:lnTo>
                    <a:pt x="737262" y="5348053"/>
                  </a:lnTo>
                  <a:lnTo>
                    <a:pt x="737356" y="5348053"/>
                  </a:lnTo>
                  <a:lnTo>
                    <a:pt x="737450" y="5348053"/>
                  </a:lnTo>
                  <a:lnTo>
                    <a:pt x="737544" y="5348053"/>
                  </a:lnTo>
                  <a:lnTo>
                    <a:pt x="737638" y="5348053"/>
                  </a:lnTo>
                  <a:lnTo>
                    <a:pt x="737732" y="5348053"/>
                  </a:lnTo>
                  <a:lnTo>
                    <a:pt x="737826" y="5348053"/>
                  </a:lnTo>
                  <a:lnTo>
                    <a:pt x="737920" y="5348053"/>
                  </a:lnTo>
                  <a:lnTo>
                    <a:pt x="738014" y="5348053"/>
                  </a:lnTo>
                  <a:lnTo>
                    <a:pt x="738108" y="5348053"/>
                  </a:lnTo>
                  <a:lnTo>
                    <a:pt x="738202" y="5348053"/>
                  </a:lnTo>
                  <a:lnTo>
                    <a:pt x="738296" y="5348053"/>
                  </a:lnTo>
                  <a:lnTo>
                    <a:pt x="738390" y="5348053"/>
                  </a:lnTo>
                  <a:lnTo>
                    <a:pt x="738484" y="5348053"/>
                  </a:lnTo>
                  <a:lnTo>
                    <a:pt x="738578" y="5348053"/>
                  </a:lnTo>
                  <a:lnTo>
                    <a:pt x="738672" y="5348053"/>
                  </a:lnTo>
                  <a:lnTo>
                    <a:pt x="738766" y="5348053"/>
                  </a:lnTo>
                  <a:lnTo>
                    <a:pt x="738860" y="5348053"/>
                  </a:lnTo>
                  <a:lnTo>
                    <a:pt x="738954" y="5348053"/>
                  </a:lnTo>
                  <a:lnTo>
                    <a:pt x="739048" y="5348053"/>
                  </a:lnTo>
                  <a:lnTo>
                    <a:pt x="739142" y="5348053"/>
                  </a:lnTo>
                  <a:lnTo>
                    <a:pt x="739236" y="5348053"/>
                  </a:lnTo>
                  <a:lnTo>
                    <a:pt x="739330" y="5348053"/>
                  </a:lnTo>
                  <a:lnTo>
                    <a:pt x="739424" y="5348053"/>
                  </a:lnTo>
                  <a:lnTo>
                    <a:pt x="739518" y="5348053"/>
                  </a:lnTo>
                  <a:lnTo>
                    <a:pt x="739612" y="5348053"/>
                  </a:lnTo>
                  <a:lnTo>
                    <a:pt x="739706" y="5348053"/>
                  </a:lnTo>
                  <a:lnTo>
                    <a:pt x="739800" y="5348053"/>
                  </a:lnTo>
                  <a:lnTo>
                    <a:pt x="739894" y="5348053"/>
                  </a:lnTo>
                  <a:lnTo>
                    <a:pt x="739988" y="5348053"/>
                  </a:lnTo>
                  <a:lnTo>
                    <a:pt x="740082" y="5348053"/>
                  </a:lnTo>
                  <a:lnTo>
                    <a:pt x="740176" y="5348053"/>
                  </a:lnTo>
                  <a:lnTo>
                    <a:pt x="740270" y="5348053"/>
                  </a:lnTo>
                  <a:lnTo>
                    <a:pt x="740364" y="5348053"/>
                  </a:lnTo>
                  <a:lnTo>
                    <a:pt x="740458" y="5348053"/>
                  </a:lnTo>
                  <a:lnTo>
                    <a:pt x="740552" y="5348053"/>
                  </a:lnTo>
                  <a:lnTo>
                    <a:pt x="740646" y="5348053"/>
                  </a:lnTo>
                  <a:lnTo>
                    <a:pt x="740741" y="5348053"/>
                  </a:lnTo>
                  <a:lnTo>
                    <a:pt x="740835" y="5348053"/>
                  </a:lnTo>
                  <a:lnTo>
                    <a:pt x="740929" y="5348053"/>
                  </a:lnTo>
                  <a:lnTo>
                    <a:pt x="741023" y="5348053"/>
                  </a:lnTo>
                  <a:lnTo>
                    <a:pt x="741117" y="5348053"/>
                  </a:lnTo>
                  <a:lnTo>
                    <a:pt x="741211" y="5348053"/>
                  </a:lnTo>
                  <a:lnTo>
                    <a:pt x="741305" y="5348053"/>
                  </a:lnTo>
                  <a:lnTo>
                    <a:pt x="741399" y="5348053"/>
                  </a:lnTo>
                  <a:lnTo>
                    <a:pt x="741493" y="5348053"/>
                  </a:lnTo>
                  <a:lnTo>
                    <a:pt x="741493" y="5342774"/>
                  </a:lnTo>
                  <a:lnTo>
                    <a:pt x="741587" y="5342774"/>
                  </a:lnTo>
                  <a:lnTo>
                    <a:pt x="741681" y="5342774"/>
                  </a:lnTo>
                  <a:lnTo>
                    <a:pt x="741775" y="5342774"/>
                  </a:lnTo>
                  <a:lnTo>
                    <a:pt x="741869" y="5342774"/>
                  </a:lnTo>
                  <a:lnTo>
                    <a:pt x="741963" y="5342774"/>
                  </a:lnTo>
                  <a:lnTo>
                    <a:pt x="742057" y="5342774"/>
                  </a:lnTo>
                  <a:lnTo>
                    <a:pt x="742151" y="5342774"/>
                  </a:lnTo>
                  <a:lnTo>
                    <a:pt x="742245" y="5342774"/>
                  </a:lnTo>
                  <a:lnTo>
                    <a:pt x="742339" y="5342774"/>
                  </a:lnTo>
                  <a:lnTo>
                    <a:pt x="742433" y="5342774"/>
                  </a:lnTo>
                  <a:lnTo>
                    <a:pt x="742527" y="5342774"/>
                  </a:lnTo>
                  <a:lnTo>
                    <a:pt x="742621" y="5342774"/>
                  </a:lnTo>
                  <a:lnTo>
                    <a:pt x="742715" y="5342774"/>
                  </a:lnTo>
                  <a:lnTo>
                    <a:pt x="742809" y="5342774"/>
                  </a:lnTo>
                  <a:lnTo>
                    <a:pt x="742903" y="5342774"/>
                  </a:lnTo>
                  <a:lnTo>
                    <a:pt x="742997" y="5342774"/>
                  </a:lnTo>
                  <a:lnTo>
                    <a:pt x="743091" y="5342774"/>
                  </a:lnTo>
                  <a:lnTo>
                    <a:pt x="743185" y="5342774"/>
                  </a:lnTo>
                  <a:lnTo>
                    <a:pt x="743279" y="5342774"/>
                  </a:lnTo>
                  <a:lnTo>
                    <a:pt x="743373" y="5342774"/>
                  </a:lnTo>
                  <a:lnTo>
                    <a:pt x="743467" y="5342774"/>
                  </a:lnTo>
                  <a:lnTo>
                    <a:pt x="743561" y="5342774"/>
                  </a:lnTo>
                  <a:lnTo>
                    <a:pt x="743655" y="5342774"/>
                  </a:lnTo>
                  <a:lnTo>
                    <a:pt x="743749" y="5342774"/>
                  </a:lnTo>
                  <a:lnTo>
                    <a:pt x="743843" y="5342774"/>
                  </a:lnTo>
                  <a:lnTo>
                    <a:pt x="743937" y="5342774"/>
                  </a:lnTo>
                  <a:lnTo>
                    <a:pt x="744031" y="5342774"/>
                  </a:lnTo>
                  <a:lnTo>
                    <a:pt x="744125" y="5342774"/>
                  </a:lnTo>
                  <a:lnTo>
                    <a:pt x="744219" y="5342774"/>
                  </a:lnTo>
                  <a:lnTo>
                    <a:pt x="744314" y="5342774"/>
                  </a:lnTo>
                  <a:lnTo>
                    <a:pt x="744408" y="5342774"/>
                  </a:lnTo>
                  <a:lnTo>
                    <a:pt x="744502" y="5342774"/>
                  </a:lnTo>
                  <a:lnTo>
                    <a:pt x="744596" y="5342774"/>
                  </a:lnTo>
                  <a:lnTo>
                    <a:pt x="744690" y="5342774"/>
                  </a:lnTo>
                  <a:lnTo>
                    <a:pt x="744784" y="5342774"/>
                  </a:lnTo>
                  <a:lnTo>
                    <a:pt x="744878" y="5342774"/>
                  </a:lnTo>
                  <a:lnTo>
                    <a:pt x="744972" y="5342774"/>
                  </a:lnTo>
                  <a:lnTo>
                    <a:pt x="745066" y="5342774"/>
                  </a:lnTo>
                  <a:lnTo>
                    <a:pt x="745160" y="5342774"/>
                  </a:lnTo>
                  <a:lnTo>
                    <a:pt x="745254" y="5342774"/>
                  </a:lnTo>
                  <a:lnTo>
                    <a:pt x="745348" y="5342774"/>
                  </a:lnTo>
                  <a:lnTo>
                    <a:pt x="745442" y="5342774"/>
                  </a:lnTo>
                  <a:lnTo>
                    <a:pt x="745536" y="5342774"/>
                  </a:lnTo>
                  <a:lnTo>
                    <a:pt x="745630" y="5342774"/>
                  </a:lnTo>
                  <a:lnTo>
                    <a:pt x="745724" y="5342774"/>
                  </a:lnTo>
                  <a:lnTo>
                    <a:pt x="745818" y="5342774"/>
                  </a:lnTo>
                  <a:lnTo>
                    <a:pt x="745912" y="5342774"/>
                  </a:lnTo>
                  <a:lnTo>
                    <a:pt x="746006" y="5342774"/>
                  </a:lnTo>
                  <a:lnTo>
                    <a:pt x="746100" y="5342774"/>
                  </a:lnTo>
                  <a:lnTo>
                    <a:pt x="746194" y="5342774"/>
                  </a:lnTo>
                  <a:lnTo>
                    <a:pt x="746288" y="5342774"/>
                  </a:lnTo>
                  <a:lnTo>
                    <a:pt x="746382" y="5342774"/>
                  </a:lnTo>
                  <a:lnTo>
                    <a:pt x="746476" y="5342774"/>
                  </a:lnTo>
                  <a:lnTo>
                    <a:pt x="746570" y="5342774"/>
                  </a:lnTo>
                  <a:lnTo>
                    <a:pt x="746664" y="5342774"/>
                  </a:lnTo>
                  <a:lnTo>
                    <a:pt x="746758" y="5342774"/>
                  </a:lnTo>
                  <a:lnTo>
                    <a:pt x="746852" y="5342774"/>
                  </a:lnTo>
                  <a:lnTo>
                    <a:pt x="746946" y="5342774"/>
                  </a:lnTo>
                  <a:lnTo>
                    <a:pt x="747040" y="5342774"/>
                  </a:lnTo>
                  <a:lnTo>
                    <a:pt x="747134" y="5342774"/>
                  </a:lnTo>
                  <a:lnTo>
                    <a:pt x="747228" y="5342774"/>
                  </a:lnTo>
                  <a:lnTo>
                    <a:pt x="747322" y="5342774"/>
                  </a:lnTo>
                  <a:lnTo>
                    <a:pt x="747416" y="5342774"/>
                  </a:lnTo>
                  <a:lnTo>
                    <a:pt x="747510" y="5342774"/>
                  </a:lnTo>
                  <a:lnTo>
                    <a:pt x="747604" y="5342774"/>
                  </a:lnTo>
                  <a:lnTo>
                    <a:pt x="747698" y="5342774"/>
                  </a:lnTo>
                  <a:lnTo>
                    <a:pt x="747792" y="5342774"/>
                  </a:lnTo>
                  <a:lnTo>
                    <a:pt x="747887" y="5342774"/>
                  </a:lnTo>
                  <a:lnTo>
                    <a:pt x="747981" y="5342774"/>
                  </a:lnTo>
                  <a:lnTo>
                    <a:pt x="748075" y="5342774"/>
                  </a:lnTo>
                  <a:lnTo>
                    <a:pt x="748169" y="5342774"/>
                  </a:lnTo>
                  <a:lnTo>
                    <a:pt x="748263" y="5342774"/>
                  </a:lnTo>
                  <a:lnTo>
                    <a:pt x="748357" y="5342774"/>
                  </a:lnTo>
                  <a:lnTo>
                    <a:pt x="748451" y="5342774"/>
                  </a:lnTo>
                  <a:lnTo>
                    <a:pt x="748545" y="5342774"/>
                  </a:lnTo>
                  <a:lnTo>
                    <a:pt x="748639" y="5342774"/>
                  </a:lnTo>
                  <a:lnTo>
                    <a:pt x="748733" y="5342774"/>
                  </a:lnTo>
                  <a:lnTo>
                    <a:pt x="748827" y="5342774"/>
                  </a:lnTo>
                  <a:lnTo>
                    <a:pt x="748921" y="5342774"/>
                  </a:lnTo>
                  <a:lnTo>
                    <a:pt x="749015" y="5342774"/>
                  </a:lnTo>
                  <a:lnTo>
                    <a:pt x="749109" y="5342774"/>
                  </a:lnTo>
                  <a:lnTo>
                    <a:pt x="749203" y="5342774"/>
                  </a:lnTo>
                  <a:lnTo>
                    <a:pt x="749297" y="5342774"/>
                  </a:lnTo>
                  <a:lnTo>
                    <a:pt x="749391" y="5342774"/>
                  </a:lnTo>
                  <a:lnTo>
                    <a:pt x="749485" y="5342774"/>
                  </a:lnTo>
                  <a:lnTo>
                    <a:pt x="749579" y="5342774"/>
                  </a:lnTo>
                  <a:lnTo>
                    <a:pt x="749673" y="5342774"/>
                  </a:lnTo>
                  <a:lnTo>
                    <a:pt x="749767" y="5342774"/>
                  </a:lnTo>
                  <a:lnTo>
                    <a:pt x="749861" y="5342774"/>
                  </a:lnTo>
                  <a:lnTo>
                    <a:pt x="749955" y="5342774"/>
                  </a:lnTo>
                  <a:lnTo>
                    <a:pt x="749955" y="5337494"/>
                  </a:lnTo>
                  <a:lnTo>
                    <a:pt x="750049" y="5337494"/>
                  </a:lnTo>
                  <a:lnTo>
                    <a:pt x="750143" y="5337494"/>
                  </a:lnTo>
                  <a:lnTo>
                    <a:pt x="750237" y="5337494"/>
                  </a:lnTo>
                  <a:lnTo>
                    <a:pt x="750331" y="5337494"/>
                  </a:lnTo>
                  <a:lnTo>
                    <a:pt x="750425" y="5337494"/>
                  </a:lnTo>
                  <a:lnTo>
                    <a:pt x="750519" y="5337494"/>
                  </a:lnTo>
                  <a:lnTo>
                    <a:pt x="750613" y="5337494"/>
                  </a:lnTo>
                  <a:lnTo>
                    <a:pt x="750707" y="5337494"/>
                  </a:lnTo>
                  <a:lnTo>
                    <a:pt x="750801" y="5337494"/>
                  </a:lnTo>
                  <a:lnTo>
                    <a:pt x="750895" y="5337494"/>
                  </a:lnTo>
                  <a:lnTo>
                    <a:pt x="750989" y="5337494"/>
                  </a:lnTo>
                  <a:lnTo>
                    <a:pt x="751083" y="5337494"/>
                  </a:lnTo>
                  <a:lnTo>
                    <a:pt x="751177" y="5337494"/>
                  </a:lnTo>
                  <a:lnTo>
                    <a:pt x="751271" y="5337494"/>
                  </a:lnTo>
                  <a:lnTo>
                    <a:pt x="751366" y="5337494"/>
                  </a:lnTo>
                  <a:lnTo>
                    <a:pt x="751460" y="5337494"/>
                  </a:lnTo>
                  <a:lnTo>
                    <a:pt x="751460" y="5332215"/>
                  </a:lnTo>
                  <a:lnTo>
                    <a:pt x="751554" y="5332215"/>
                  </a:lnTo>
                  <a:lnTo>
                    <a:pt x="751648" y="5332215"/>
                  </a:lnTo>
                  <a:lnTo>
                    <a:pt x="751742" y="5332215"/>
                  </a:lnTo>
                  <a:lnTo>
                    <a:pt x="751836" y="5332215"/>
                  </a:lnTo>
                  <a:lnTo>
                    <a:pt x="751930" y="5332215"/>
                  </a:lnTo>
                  <a:lnTo>
                    <a:pt x="752024" y="5332215"/>
                  </a:lnTo>
                  <a:lnTo>
                    <a:pt x="752118" y="5332215"/>
                  </a:lnTo>
                  <a:lnTo>
                    <a:pt x="752212" y="5332215"/>
                  </a:lnTo>
                  <a:lnTo>
                    <a:pt x="752306" y="5332215"/>
                  </a:lnTo>
                  <a:lnTo>
                    <a:pt x="752400" y="5332215"/>
                  </a:lnTo>
                  <a:lnTo>
                    <a:pt x="752494" y="5332215"/>
                  </a:lnTo>
                  <a:lnTo>
                    <a:pt x="752588" y="5332215"/>
                  </a:lnTo>
                  <a:lnTo>
                    <a:pt x="752682" y="5332215"/>
                  </a:lnTo>
                  <a:lnTo>
                    <a:pt x="752682" y="5326936"/>
                  </a:lnTo>
                  <a:lnTo>
                    <a:pt x="752776" y="5326936"/>
                  </a:lnTo>
                  <a:lnTo>
                    <a:pt x="752870" y="5326936"/>
                  </a:lnTo>
                  <a:lnTo>
                    <a:pt x="752964" y="5326936"/>
                  </a:lnTo>
                  <a:lnTo>
                    <a:pt x="753058" y="5326936"/>
                  </a:lnTo>
                  <a:lnTo>
                    <a:pt x="753152" y="5326936"/>
                  </a:lnTo>
                  <a:lnTo>
                    <a:pt x="753246" y="5326936"/>
                  </a:lnTo>
                  <a:lnTo>
                    <a:pt x="753246" y="5321656"/>
                  </a:lnTo>
                  <a:lnTo>
                    <a:pt x="753340" y="5321656"/>
                  </a:lnTo>
                  <a:lnTo>
                    <a:pt x="753434" y="5321656"/>
                  </a:lnTo>
                  <a:lnTo>
                    <a:pt x="753528" y="5321656"/>
                  </a:lnTo>
                  <a:lnTo>
                    <a:pt x="753528" y="5316377"/>
                  </a:lnTo>
                  <a:lnTo>
                    <a:pt x="753622" y="5316377"/>
                  </a:lnTo>
                  <a:lnTo>
                    <a:pt x="753716" y="5316377"/>
                  </a:lnTo>
                  <a:lnTo>
                    <a:pt x="753810" y="5316377"/>
                  </a:lnTo>
                  <a:lnTo>
                    <a:pt x="753904" y="5316377"/>
                  </a:lnTo>
                  <a:lnTo>
                    <a:pt x="753904" y="5311097"/>
                  </a:lnTo>
                  <a:lnTo>
                    <a:pt x="753998" y="5311097"/>
                  </a:lnTo>
                  <a:lnTo>
                    <a:pt x="754092" y="5311097"/>
                  </a:lnTo>
                  <a:lnTo>
                    <a:pt x="754186" y="5311097"/>
                  </a:lnTo>
                  <a:lnTo>
                    <a:pt x="754280" y="5311097"/>
                  </a:lnTo>
                  <a:lnTo>
                    <a:pt x="754374" y="5311097"/>
                  </a:lnTo>
                  <a:lnTo>
                    <a:pt x="754468" y="5311097"/>
                  </a:lnTo>
                  <a:lnTo>
                    <a:pt x="754562" y="5311097"/>
                  </a:lnTo>
                  <a:lnTo>
                    <a:pt x="754656" y="5311097"/>
                  </a:lnTo>
                  <a:lnTo>
                    <a:pt x="754750" y="5311097"/>
                  </a:lnTo>
                  <a:lnTo>
                    <a:pt x="754844" y="5311097"/>
                  </a:lnTo>
                  <a:lnTo>
                    <a:pt x="754939" y="5311097"/>
                  </a:lnTo>
                  <a:lnTo>
                    <a:pt x="755033" y="5311097"/>
                  </a:lnTo>
                  <a:lnTo>
                    <a:pt x="755127" y="5311097"/>
                  </a:lnTo>
                  <a:lnTo>
                    <a:pt x="755221" y="5311097"/>
                  </a:lnTo>
                  <a:lnTo>
                    <a:pt x="755315" y="5311097"/>
                  </a:lnTo>
                  <a:lnTo>
                    <a:pt x="755409" y="5311097"/>
                  </a:lnTo>
                  <a:lnTo>
                    <a:pt x="755503" y="5311097"/>
                  </a:lnTo>
                  <a:lnTo>
                    <a:pt x="755597" y="5311097"/>
                  </a:lnTo>
                  <a:lnTo>
                    <a:pt x="755691" y="5311097"/>
                  </a:lnTo>
                  <a:lnTo>
                    <a:pt x="755785" y="5311097"/>
                  </a:lnTo>
                  <a:lnTo>
                    <a:pt x="755879" y="5311097"/>
                  </a:lnTo>
                  <a:lnTo>
                    <a:pt x="755973" y="5311097"/>
                  </a:lnTo>
                  <a:lnTo>
                    <a:pt x="756067" y="5311097"/>
                  </a:lnTo>
                  <a:lnTo>
                    <a:pt x="756161" y="5311097"/>
                  </a:lnTo>
                  <a:lnTo>
                    <a:pt x="756255" y="5311097"/>
                  </a:lnTo>
                  <a:lnTo>
                    <a:pt x="756349" y="5311097"/>
                  </a:lnTo>
                  <a:lnTo>
                    <a:pt x="756443" y="5311097"/>
                  </a:lnTo>
                  <a:lnTo>
                    <a:pt x="756537" y="5311097"/>
                  </a:lnTo>
                  <a:lnTo>
                    <a:pt x="756631" y="5311097"/>
                  </a:lnTo>
                  <a:lnTo>
                    <a:pt x="756725" y="5311097"/>
                  </a:lnTo>
                  <a:lnTo>
                    <a:pt x="756819" y="5311097"/>
                  </a:lnTo>
                  <a:lnTo>
                    <a:pt x="756913" y="5311097"/>
                  </a:lnTo>
                  <a:lnTo>
                    <a:pt x="757007" y="5311097"/>
                  </a:lnTo>
                  <a:lnTo>
                    <a:pt x="757101" y="5311097"/>
                  </a:lnTo>
                  <a:lnTo>
                    <a:pt x="757195" y="5311097"/>
                  </a:lnTo>
                  <a:lnTo>
                    <a:pt x="757289" y="5311097"/>
                  </a:lnTo>
                  <a:lnTo>
                    <a:pt x="757383" y="5311097"/>
                  </a:lnTo>
                  <a:lnTo>
                    <a:pt x="757477" y="5311097"/>
                  </a:lnTo>
                  <a:lnTo>
                    <a:pt x="757571" y="5311097"/>
                  </a:lnTo>
                  <a:lnTo>
                    <a:pt x="757665" y="5311097"/>
                  </a:lnTo>
                  <a:lnTo>
                    <a:pt x="757759" y="5311097"/>
                  </a:lnTo>
                  <a:lnTo>
                    <a:pt x="757853" y="5311097"/>
                  </a:lnTo>
                  <a:lnTo>
                    <a:pt x="757947" y="5311097"/>
                  </a:lnTo>
                  <a:lnTo>
                    <a:pt x="758041" y="5311097"/>
                  </a:lnTo>
                  <a:lnTo>
                    <a:pt x="758135" y="5311097"/>
                  </a:lnTo>
                  <a:lnTo>
                    <a:pt x="758229" y="5311097"/>
                  </a:lnTo>
                  <a:lnTo>
                    <a:pt x="758323" y="5311097"/>
                  </a:lnTo>
                  <a:lnTo>
                    <a:pt x="758417" y="5311097"/>
                  </a:lnTo>
                  <a:lnTo>
                    <a:pt x="758512" y="5311097"/>
                  </a:lnTo>
                  <a:lnTo>
                    <a:pt x="758606" y="5311097"/>
                  </a:lnTo>
                  <a:lnTo>
                    <a:pt x="758700" y="5311097"/>
                  </a:lnTo>
                  <a:lnTo>
                    <a:pt x="758794" y="5311097"/>
                  </a:lnTo>
                  <a:lnTo>
                    <a:pt x="758888" y="5311097"/>
                  </a:lnTo>
                  <a:lnTo>
                    <a:pt x="758982" y="5311097"/>
                  </a:lnTo>
                  <a:lnTo>
                    <a:pt x="759076" y="5311097"/>
                  </a:lnTo>
                  <a:lnTo>
                    <a:pt x="759170" y="5311097"/>
                  </a:lnTo>
                  <a:lnTo>
                    <a:pt x="759264" y="5311097"/>
                  </a:lnTo>
                  <a:lnTo>
                    <a:pt x="759358" y="5311097"/>
                  </a:lnTo>
                  <a:lnTo>
                    <a:pt x="759452" y="5311097"/>
                  </a:lnTo>
                  <a:lnTo>
                    <a:pt x="759546" y="5311097"/>
                  </a:lnTo>
                  <a:lnTo>
                    <a:pt x="759640" y="5311097"/>
                  </a:lnTo>
                  <a:lnTo>
                    <a:pt x="759734" y="5311097"/>
                  </a:lnTo>
                  <a:lnTo>
                    <a:pt x="759828" y="5311097"/>
                  </a:lnTo>
                  <a:lnTo>
                    <a:pt x="759922" y="5311097"/>
                  </a:lnTo>
                  <a:lnTo>
                    <a:pt x="760016" y="5311097"/>
                  </a:lnTo>
                  <a:lnTo>
                    <a:pt x="760110" y="5311097"/>
                  </a:lnTo>
                  <a:lnTo>
                    <a:pt x="760204" y="5311097"/>
                  </a:lnTo>
                  <a:lnTo>
                    <a:pt x="760298" y="5311097"/>
                  </a:lnTo>
                  <a:lnTo>
                    <a:pt x="760392" y="5311097"/>
                  </a:lnTo>
                  <a:lnTo>
                    <a:pt x="760486" y="5311097"/>
                  </a:lnTo>
                  <a:lnTo>
                    <a:pt x="760580" y="5311097"/>
                  </a:lnTo>
                  <a:lnTo>
                    <a:pt x="760580" y="5305818"/>
                  </a:lnTo>
                  <a:lnTo>
                    <a:pt x="760674" y="5305818"/>
                  </a:lnTo>
                  <a:lnTo>
                    <a:pt x="760768" y="5305818"/>
                  </a:lnTo>
                  <a:lnTo>
                    <a:pt x="760862" y="5305818"/>
                  </a:lnTo>
                  <a:lnTo>
                    <a:pt x="760956" y="5305818"/>
                  </a:lnTo>
                  <a:lnTo>
                    <a:pt x="761050" y="5305818"/>
                  </a:lnTo>
                  <a:lnTo>
                    <a:pt x="761144" y="5305818"/>
                  </a:lnTo>
                  <a:lnTo>
                    <a:pt x="761238" y="5305818"/>
                  </a:lnTo>
                  <a:lnTo>
                    <a:pt x="761332" y="5305818"/>
                  </a:lnTo>
                  <a:lnTo>
                    <a:pt x="761426" y="5305818"/>
                  </a:lnTo>
                  <a:lnTo>
                    <a:pt x="761520" y="5305818"/>
                  </a:lnTo>
                  <a:lnTo>
                    <a:pt x="761614" y="5305818"/>
                  </a:lnTo>
                  <a:lnTo>
                    <a:pt x="761708" y="5305818"/>
                  </a:lnTo>
                  <a:lnTo>
                    <a:pt x="761802" y="5305818"/>
                  </a:lnTo>
                  <a:lnTo>
                    <a:pt x="761896" y="5305818"/>
                  </a:lnTo>
                  <a:lnTo>
                    <a:pt x="761990" y="5305818"/>
                  </a:lnTo>
                  <a:lnTo>
                    <a:pt x="762085" y="5305818"/>
                  </a:lnTo>
                  <a:lnTo>
                    <a:pt x="762179" y="5305818"/>
                  </a:lnTo>
                  <a:lnTo>
                    <a:pt x="762273" y="5305818"/>
                  </a:lnTo>
                  <a:lnTo>
                    <a:pt x="762367" y="5305818"/>
                  </a:lnTo>
                  <a:lnTo>
                    <a:pt x="762461" y="5305818"/>
                  </a:lnTo>
                  <a:lnTo>
                    <a:pt x="762555" y="5305818"/>
                  </a:lnTo>
                  <a:lnTo>
                    <a:pt x="762649" y="5305818"/>
                  </a:lnTo>
                  <a:lnTo>
                    <a:pt x="762743" y="5305818"/>
                  </a:lnTo>
                  <a:lnTo>
                    <a:pt x="762837" y="5305818"/>
                  </a:lnTo>
                  <a:lnTo>
                    <a:pt x="762931" y="5305818"/>
                  </a:lnTo>
                  <a:lnTo>
                    <a:pt x="763025" y="5305818"/>
                  </a:lnTo>
                  <a:lnTo>
                    <a:pt x="763119" y="5305818"/>
                  </a:lnTo>
                  <a:lnTo>
                    <a:pt x="763213" y="5305818"/>
                  </a:lnTo>
                  <a:lnTo>
                    <a:pt x="763307" y="5305818"/>
                  </a:lnTo>
                  <a:lnTo>
                    <a:pt x="763307" y="5300539"/>
                  </a:lnTo>
                  <a:lnTo>
                    <a:pt x="763401" y="5300539"/>
                  </a:lnTo>
                  <a:lnTo>
                    <a:pt x="763495" y="5300539"/>
                  </a:lnTo>
                  <a:lnTo>
                    <a:pt x="763589" y="5300539"/>
                  </a:lnTo>
                  <a:lnTo>
                    <a:pt x="763683" y="5300539"/>
                  </a:lnTo>
                  <a:lnTo>
                    <a:pt x="763777" y="5300539"/>
                  </a:lnTo>
                  <a:lnTo>
                    <a:pt x="763871" y="5300539"/>
                  </a:lnTo>
                  <a:lnTo>
                    <a:pt x="763965" y="5300539"/>
                  </a:lnTo>
                  <a:lnTo>
                    <a:pt x="764059" y="5300539"/>
                  </a:lnTo>
                  <a:lnTo>
                    <a:pt x="764153" y="5300539"/>
                  </a:lnTo>
                  <a:lnTo>
                    <a:pt x="764247" y="5300539"/>
                  </a:lnTo>
                  <a:lnTo>
                    <a:pt x="764341" y="5300539"/>
                  </a:lnTo>
                  <a:lnTo>
                    <a:pt x="764435" y="5300539"/>
                  </a:lnTo>
                  <a:lnTo>
                    <a:pt x="764529" y="5300539"/>
                  </a:lnTo>
                  <a:lnTo>
                    <a:pt x="764623" y="5300539"/>
                  </a:lnTo>
                  <a:lnTo>
                    <a:pt x="764717" y="5300539"/>
                  </a:lnTo>
                  <a:lnTo>
                    <a:pt x="764811" y="5300539"/>
                  </a:lnTo>
                  <a:lnTo>
                    <a:pt x="764905" y="5300539"/>
                  </a:lnTo>
                  <a:lnTo>
                    <a:pt x="764999" y="5300539"/>
                  </a:lnTo>
                  <a:lnTo>
                    <a:pt x="765093" y="5300539"/>
                  </a:lnTo>
                  <a:lnTo>
                    <a:pt x="765093" y="5295259"/>
                  </a:lnTo>
                  <a:lnTo>
                    <a:pt x="765187" y="5295259"/>
                  </a:lnTo>
                  <a:lnTo>
                    <a:pt x="765281" y="5295259"/>
                  </a:lnTo>
                  <a:lnTo>
                    <a:pt x="765375" y="5295259"/>
                  </a:lnTo>
                  <a:lnTo>
                    <a:pt x="765469" y="5295259"/>
                  </a:lnTo>
                  <a:lnTo>
                    <a:pt x="765564" y="5295259"/>
                  </a:lnTo>
                  <a:lnTo>
                    <a:pt x="765658" y="5295259"/>
                  </a:lnTo>
                  <a:lnTo>
                    <a:pt x="765752" y="5295259"/>
                  </a:lnTo>
                  <a:lnTo>
                    <a:pt x="765846" y="5295259"/>
                  </a:lnTo>
                  <a:lnTo>
                    <a:pt x="765940" y="5295259"/>
                  </a:lnTo>
                  <a:lnTo>
                    <a:pt x="766034" y="5295259"/>
                  </a:lnTo>
                  <a:lnTo>
                    <a:pt x="766128" y="5295259"/>
                  </a:lnTo>
                  <a:lnTo>
                    <a:pt x="766222" y="5295259"/>
                  </a:lnTo>
                  <a:lnTo>
                    <a:pt x="766316" y="5295259"/>
                  </a:lnTo>
                  <a:lnTo>
                    <a:pt x="766410" y="5295259"/>
                  </a:lnTo>
                  <a:lnTo>
                    <a:pt x="766504" y="5295259"/>
                  </a:lnTo>
                  <a:lnTo>
                    <a:pt x="766598" y="5295259"/>
                  </a:lnTo>
                  <a:lnTo>
                    <a:pt x="766692" y="5295259"/>
                  </a:lnTo>
                  <a:lnTo>
                    <a:pt x="766786" y="5295259"/>
                  </a:lnTo>
                  <a:lnTo>
                    <a:pt x="766880" y="5295259"/>
                  </a:lnTo>
                  <a:lnTo>
                    <a:pt x="766974" y="5295259"/>
                  </a:lnTo>
                  <a:lnTo>
                    <a:pt x="767068" y="5295259"/>
                  </a:lnTo>
                  <a:lnTo>
                    <a:pt x="767162" y="5295259"/>
                  </a:lnTo>
                  <a:lnTo>
                    <a:pt x="767256" y="5295259"/>
                  </a:lnTo>
                  <a:lnTo>
                    <a:pt x="767350" y="5295259"/>
                  </a:lnTo>
                  <a:lnTo>
                    <a:pt x="767444" y="5295259"/>
                  </a:lnTo>
                  <a:lnTo>
                    <a:pt x="767538" y="5295259"/>
                  </a:lnTo>
                  <a:lnTo>
                    <a:pt x="767632" y="5295259"/>
                  </a:lnTo>
                  <a:lnTo>
                    <a:pt x="767726" y="5295259"/>
                  </a:lnTo>
                  <a:lnTo>
                    <a:pt x="767820" y="5295259"/>
                  </a:lnTo>
                  <a:lnTo>
                    <a:pt x="767914" y="5295259"/>
                  </a:lnTo>
                  <a:lnTo>
                    <a:pt x="768008" y="5295259"/>
                  </a:lnTo>
                  <a:lnTo>
                    <a:pt x="768102" y="5295259"/>
                  </a:lnTo>
                  <a:lnTo>
                    <a:pt x="768196" y="5295259"/>
                  </a:lnTo>
                  <a:lnTo>
                    <a:pt x="768290" y="5295259"/>
                  </a:lnTo>
                  <a:lnTo>
                    <a:pt x="768384" y="5295259"/>
                  </a:lnTo>
                  <a:lnTo>
                    <a:pt x="768478" y="5295259"/>
                  </a:lnTo>
                  <a:lnTo>
                    <a:pt x="768572" y="5295259"/>
                  </a:lnTo>
                  <a:lnTo>
                    <a:pt x="768666" y="5295259"/>
                  </a:lnTo>
                  <a:lnTo>
                    <a:pt x="768760" y="5295259"/>
                  </a:lnTo>
                  <a:lnTo>
                    <a:pt x="768854" y="5295259"/>
                  </a:lnTo>
                  <a:lnTo>
                    <a:pt x="768948" y="5295259"/>
                  </a:lnTo>
                  <a:lnTo>
                    <a:pt x="769042" y="5295259"/>
                  </a:lnTo>
                  <a:lnTo>
                    <a:pt x="769137" y="5295259"/>
                  </a:lnTo>
                  <a:lnTo>
                    <a:pt x="769231" y="5295259"/>
                  </a:lnTo>
                  <a:lnTo>
                    <a:pt x="769325" y="5295259"/>
                  </a:lnTo>
                  <a:lnTo>
                    <a:pt x="769419" y="5295259"/>
                  </a:lnTo>
                  <a:lnTo>
                    <a:pt x="769513" y="5295259"/>
                  </a:lnTo>
                  <a:lnTo>
                    <a:pt x="769607" y="5295259"/>
                  </a:lnTo>
                  <a:lnTo>
                    <a:pt x="769701" y="5295259"/>
                  </a:lnTo>
                  <a:lnTo>
                    <a:pt x="769795" y="5295259"/>
                  </a:lnTo>
                  <a:lnTo>
                    <a:pt x="769889" y="5295259"/>
                  </a:lnTo>
                  <a:lnTo>
                    <a:pt x="769983" y="5295259"/>
                  </a:lnTo>
                  <a:lnTo>
                    <a:pt x="770077" y="5295259"/>
                  </a:lnTo>
                  <a:lnTo>
                    <a:pt x="770171" y="5295259"/>
                  </a:lnTo>
                  <a:lnTo>
                    <a:pt x="770265" y="5295259"/>
                  </a:lnTo>
                  <a:lnTo>
                    <a:pt x="770359" y="5295259"/>
                  </a:lnTo>
                  <a:lnTo>
                    <a:pt x="770453" y="5295259"/>
                  </a:lnTo>
                  <a:lnTo>
                    <a:pt x="770547" y="5295259"/>
                  </a:lnTo>
                  <a:lnTo>
                    <a:pt x="770641" y="5295259"/>
                  </a:lnTo>
                  <a:lnTo>
                    <a:pt x="770735" y="5295259"/>
                  </a:lnTo>
                  <a:lnTo>
                    <a:pt x="770829" y="5295259"/>
                  </a:lnTo>
                  <a:lnTo>
                    <a:pt x="770923" y="5295259"/>
                  </a:lnTo>
                  <a:lnTo>
                    <a:pt x="771017" y="5295259"/>
                  </a:lnTo>
                  <a:lnTo>
                    <a:pt x="771111" y="5295259"/>
                  </a:lnTo>
                  <a:lnTo>
                    <a:pt x="771205" y="5295259"/>
                  </a:lnTo>
                  <a:lnTo>
                    <a:pt x="771299" y="5295259"/>
                  </a:lnTo>
                  <a:lnTo>
                    <a:pt x="771393" y="5295259"/>
                  </a:lnTo>
                  <a:lnTo>
                    <a:pt x="771487" y="5295259"/>
                  </a:lnTo>
                  <a:lnTo>
                    <a:pt x="771581" y="5295259"/>
                  </a:lnTo>
                  <a:lnTo>
                    <a:pt x="771675" y="5295259"/>
                  </a:lnTo>
                  <a:lnTo>
                    <a:pt x="771769" y="5295259"/>
                  </a:lnTo>
                  <a:lnTo>
                    <a:pt x="771863" y="5295259"/>
                  </a:lnTo>
                  <a:lnTo>
                    <a:pt x="771957" y="5295259"/>
                  </a:lnTo>
                  <a:lnTo>
                    <a:pt x="772051" y="5295259"/>
                  </a:lnTo>
                  <a:lnTo>
                    <a:pt x="772145" y="5295259"/>
                  </a:lnTo>
                  <a:lnTo>
                    <a:pt x="772239" y="5295259"/>
                  </a:lnTo>
                  <a:lnTo>
                    <a:pt x="772333" y="5295259"/>
                  </a:lnTo>
                  <a:lnTo>
                    <a:pt x="772427" y="5295259"/>
                  </a:lnTo>
                  <a:lnTo>
                    <a:pt x="772521" y="5295259"/>
                  </a:lnTo>
                  <a:lnTo>
                    <a:pt x="772615" y="5295259"/>
                  </a:lnTo>
                  <a:lnTo>
                    <a:pt x="772710" y="5295259"/>
                  </a:lnTo>
                  <a:lnTo>
                    <a:pt x="772804" y="5295259"/>
                  </a:lnTo>
                  <a:lnTo>
                    <a:pt x="772898" y="5295259"/>
                  </a:lnTo>
                  <a:lnTo>
                    <a:pt x="772992" y="5295259"/>
                  </a:lnTo>
                  <a:lnTo>
                    <a:pt x="773086" y="5295259"/>
                  </a:lnTo>
                  <a:lnTo>
                    <a:pt x="773180" y="5295259"/>
                  </a:lnTo>
                  <a:lnTo>
                    <a:pt x="773274" y="5295259"/>
                  </a:lnTo>
                  <a:lnTo>
                    <a:pt x="773368" y="5295259"/>
                  </a:lnTo>
                  <a:lnTo>
                    <a:pt x="773462" y="5295259"/>
                  </a:lnTo>
                  <a:lnTo>
                    <a:pt x="773556" y="5295259"/>
                  </a:lnTo>
                  <a:lnTo>
                    <a:pt x="773650" y="5295259"/>
                  </a:lnTo>
                  <a:lnTo>
                    <a:pt x="773744" y="5295259"/>
                  </a:lnTo>
                  <a:lnTo>
                    <a:pt x="773838" y="5295259"/>
                  </a:lnTo>
                  <a:lnTo>
                    <a:pt x="773932" y="5295259"/>
                  </a:lnTo>
                  <a:lnTo>
                    <a:pt x="774026" y="5295259"/>
                  </a:lnTo>
                  <a:lnTo>
                    <a:pt x="774120" y="5295259"/>
                  </a:lnTo>
                  <a:lnTo>
                    <a:pt x="774214" y="5295259"/>
                  </a:lnTo>
                  <a:lnTo>
                    <a:pt x="774308" y="5295259"/>
                  </a:lnTo>
                  <a:lnTo>
                    <a:pt x="774402" y="5295259"/>
                  </a:lnTo>
                  <a:lnTo>
                    <a:pt x="774496" y="5295259"/>
                  </a:lnTo>
                  <a:lnTo>
                    <a:pt x="774590" y="5295259"/>
                  </a:lnTo>
                  <a:lnTo>
                    <a:pt x="774684" y="5295259"/>
                  </a:lnTo>
                  <a:lnTo>
                    <a:pt x="774684" y="5289980"/>
                  </a:lnTo>
                  <a:lnTo>
                    <a:pt x="774778" y="5289980"/>
                  </a:lnTo>
                  <a:lnTo>
                    <a:pt x="774872" y="5289980"/>
                  </a:lnTo>
                  <a:lnTo>
                    <a:pt x="774966" y="5289980"/>
                  </a:lnTo>
                  <a:lnTo>
                    <a:pt x="775060" y="5289980"/>
                  </a:lnTo>
                  <a:lnTo>
                    <a:pt x="775154" y="5289980"/>
                  </a:lnTo>
                  <a:lnTo>
                    <a:pt x="775248" y="5289980"/>
                  </a:lnTo>
                  <a:lnTo>
                    <a:pt x="775342" y="5289980"/>
                  </a:lnTo>
                  <a:lnTo>
                    <a:pt x="775436" y="5289980"/>
                  </a:lnTo>
                  <a:lnTo>
                    <a:pt x="775530" y="5289980"/>
                  </a:lnTo>
                  <a:lnTo>
                    <a:pt x="775624" y="5289980"/>
                  </a:lnTo>
                  <a:lnTo>
                    <a:pt x="775718" y="5289980"/>
                  </a:lnTo>
                  <a:lnTo>
                    <a:pt x="775812" y="5289980"/>
                  </a:lnTo>
                  <a:lnTo>
                    <a:pt x="775906" y="5289980"/>
                  </a:lnTo>
                  <a:lnTo>
                    <a:pt x="776000" y="5289980"/>
                  </a:lnTo>
                  <a:lnTo>
                    <a:pt x="776094" y="5289980"/>
                  </a:lnTo>
                  <a:lnTo>
                    <a:pt x="776189" y="5289980"/>
                  </a:lnTo>
                  <a:lnTo>
                    <a:pt x="776283" y="5289980"/>
                  </a:lnTo>
                  <a:lnTo>
                    <a:pt x="776377" y="5289980"/>
                  </a:lnTo>
                  <a:lnTo>
                    <a:pt x="776471" y="5289980"/>
                  </a:lnTo>
                  <a:lnTo>
                    <a:pt x="776565" y="5289980"/>
                  </a:lnTo>
                  <a:lnTo>
                    <a:pt x="776659" y="5289980"/>
                  </a:lnTo>
                  <a:lnTo>
                    <a:pt x="776753" y="5289980"/>
                  </a:lnTo>
                  <a:lnTo>
                    <a:pt x="776847" y="5289980"/>
                  </a:lnTo>
                  <a:lnTo>
                    <a:pt x="776941" y="5289980"/>
                  </a:lnTo>
                  <a:lnTo>
                    <a:pt x="777035" y="5289980"/>
                  </a:lnTo>
                  <a:lnTo>
                    <a:pt x="777129" y="5289980"/>
                  </a:lnTo>
                  <a:lnTo>
                    <a:pt x="777223" y="5289980"/>
                  </a:lnTo>
                  <a:lnTo>
                    <a:pt x="777317" y="5289980"/>
                  </a:lnTo>
                  <a:lnTo>
                    <a:pt x="777411" y="5289980"/>
                  </a:lnTo>
                  <a:lnTo>
                    <a:pt x="777505" y="5289980"/>
                  </a:lnTo>
                  <a:lnTo>
                    <a:pt x="777599" y="5289980"/>
                  </a:lnTo>
                  <a:lnTo>
                    <a:pt x="777693" y="5289980"/>
                  </a:lnTo>
                  <a:lnTo>
                    <a:pt x="777787" y="5289980"/>
                  </a:lnTo>
                  <a:lnTo>
                    <a:pt x="777881" y="5289980"/>
                  </a:lnTo>
                  <a:lnTo>
                    <a:pt x="777975" y="5289980"/>
                  </a:lnTo>
                  <a:lnTo>
                    <a:pt x="778069" y="5289980"/>
                  </a:lnTo>
                  <a:lnTo>
                    <a:pt x="778163" y="5289980"/>
                  </a:lnTo>
                  <a:lnTo>
                    <a:pt x="778257" y="5289980"/>
                  </a:lnTo>
                  <a:lnTo>
                    <a:pt x="778351" y="5289980"/>
                  </a:lnTo>
                  <a:lnTo>
                    <a:pt x="778445" y="5289980"/>
                  </a:lnTo>
                  <a:lnTo>
                    <a:pt x="778539" y="5289980"/>
                  </a:lnTo>
                  <a:lnTo>
                    <a:pt x="778633" y="5289980"/>
                  </a:lnTo>
                  <a:lnTo>
                    <a:pt x="778727" y="5289980"/>
                  </a:lnTo>
                  <a:lnTo>
                    <a:pt x="778821" y="5289980"/>
                  </a:lnTo>
                  <a:lnTo>
                    <a:pt x="778915" y="5289980"/>
                  </a:lnTo>
                  <a:lnTo>
                    <a:pt x="779009" y="5289980"/>
                  </a:lnTo>
                  <a:lnTo>
                    <a:pt x="779103" y="5289980"/>
                  </a:lnTo>
                  <a:lnTo>
                    <a:pt x="779197" y="5289980"/>
                  </a:lnTo>
                  <a:lnTo>
                    <a:pt x="779291" y="5289980"/>
                  </a:lnTo>
                  <a:lnTo>
                    <a:pt x="779385" y="5289980"/>
                  </a:lnTo>
                  <a:lnTo>
                    <a:pt x="779479" y="5289980"/>
                  </a:lnTo>
                  <a:lnTo>
                    <a:pt x="779573" y="5289980"/>
                  </a:lnTo>
                  <a:lnTo>
                    <a:pt x="779667" y="5289980"/>
                  </a:lnTo>
                  <a:lnTo>
                    <a:pt x="779762" y="5289980"/>
                  </a:lnTo>
                  <a:lnTo>
                    <a:pt x="779856" y="5289980"/>
                  </a:lnTo>
                  <a:lnTo>
                    <a:pt x="779950" y="5289980"/>
                  </a:lnTo>
                  <a:lnTo>
                    <a:pt x="780044" y="5289980"/>
                  </a:lnTo>
                  <a:lnTo>
                    <a:pt x="780138" y="5289980"/>
                  </a:lnTo>
                  <a:lnTo>
                    <a:pt x="780232" y="5289980"/>
                  </a:lnTo>
                  <a:lnTo>
                    <a:pt x="780326" y="5289980"/>
                  </a:lnTo>
                  <a:lnTo>
                    <a:pt x="780420" y="5289980"/>
                  </a:lnTo>
                  <a:lnTo>
                    <a:pt x="780514" y="5289980"/>
                  </a:lnTo>
                  <a:lnTo>
                    <a:pt x="780608" y="5289980"/>
                  </a:lnTo>
                  <a:lnTo>
                    <a:pt x="780702" y="5289980"/>
                  </a:lnTo>
                  <a:lnTo>
                    <a:pt x="780796" y="5289980"/>
                  </a:lnTo>
                  <a:lnTo>
                    <a:pt x="780890" y="5289980"/>
                  </a:lnTo>
                  <a:lnTo>
                    <a:pt x="780984" y="5289980"/>
                  </a:lnTo>
                  <a:lnTo>
                    <a:pt x="781078" y="5289980"/>
                  </a:lnTo>
                  <a:lnTo>
                    <a:pt x="781172" y="5289980"/>
                  </a:lnTo>
                  <a:lnTo>
                    <a:pt x="781266" y="5289980"/>
                  </a:lnTo>
                  <a:lnTo>
                    <a:pt x="781360" y="5289980"/>
                  </a:lnTo>
                  <a:lnTo>
                    <a:pt x="781454" y="5289980"/>
                  </a:lnTo>
                  <a:lnTo>
                    <a:pt x="781548" y="5289980"/>
                  </a:lnTo>
                  <a:lnTo>
                    <a:pt x="781642" y="5289980"/>
                  </a:lnTo>
                  <a:lnTo>
                    <a:pt x="781736" y="5289980"/>
                  </a:lnTo>
                  <a:lnTo>
                    <a:pt x="781830" y="5289980"/>
                  </a:lnTo>
                  <a:lnTo>
                    <a:pt x="781924" y="5289980"/>
                  </a:lnTo>
                  <a:lnTo>
                    <a:pt x="782018" y="5289980"/>
                  </a:lnTo>
                  <a:lnTo>
                    <a:pt x="782112" y="5289980"/>
                  </a:lnTo>
                  <a:lnTo>
                    <a:pt x="782206" y="5289980"/>
                  </a:lnTo>
                  <a:lnTo>
                    <a:pt x="782300" y="5289980"/>
                  </a:lnTo>
                  <a:lnTo>
                    <a:pt x="782394" y="5289980"/>
                  </a:lnTo>
                  <a:lnTo>
                    <a:pt x="782394" y="5284700"/>
                  </a:lnTo>
                  <a:lnTo>
                    <a:pt x="782488" y="5284700"/>
                  </a:lnTo>
                  <a:lnTo>
                    <a:pt x="782582" y="5284700"/>
                  </a:lnTo>
                  <a:lnTo>
                    <a:pt x="782676" y="5284700"/>
                  </a:lnTo>
                  <a:lnTo>
                    <a:pt x="782770" y="5284700"/>
                  </a:lnTo>
                  <a:lnTo>
                    <a:pt x="782864" y="5284700"/>
                  </a:lnTo>
                  <a:lnTo>
                    <a:pt x="782958" y="5284700"/>
                  </a:lnTo>
                  <a:lnTo>
                    <a:pt x="783052" y="5284700"/>
                  </a:lnTo>
                  <a:lnTo>
                    <a:pt x="783146" y="5284700"/>
                  </a:lnTo>
                  <a:lnTo>
                    <a:pt x="783240" y="5284700"/>
                  </a:lnTo>
                  <a:lnTo>
                    <a:pt x="783335" y="5284700"/>
                  </a:lnTo>
                  <a:lnTo>
                    <a:pt x="783429" y="5284700"/>
                  </a:lnTo>
                  <a:lnTo>
                    <a:pt x="783523" y="5284700"/>
                  </a:lnTo>
                  <a:lnTo>
                    <a:pt x="783617" y="5284700"/>
                  </a:lnTo>
                  <a:lnTo>
                    <a:pt x="783711" y="5284700"/>
                  </a:lnTo>
                  <a:lnTo>
                    <a:pt x="783805" y="5284700"/>
                  </a:lnTo>
                  <a:lnTo>
                    <a:pt x="783899" y="5284700"/>
                  </a:lnTo>
                  <a:lnTo>
                    <a:pt x="783993" y="5284700"/>
                  </a:lnTo>
                  <a:lnTo>
                    <a:pt x="784087" y="5284700"/>
                  </a:lnTo>
                  <a:lnTo>
                    <a:pt x="784181" y="5284700"/>
                  </a:lnTo>
                  <a:lnTo>
                    <a:pt x="784275" y="5284700"/>
                  </a:lnTo>
                  <a:lnTo>
                    <a:pt x="784369" y="5284700"/>
                  </a:lnTo>
                  <a:lnTo>
                    <a:pt x="784463" y="5284700"/>
                  </a:lnTo>
                  <a:lnTo>
                    <a:pt x="784557" y="5284700"/>
                  </a:lnTo>
                  <a:lnTo>
                    <a:pt x="784651" y="5284700"/>
                  </a:lnTo>
                  <a:lnTo>
                    <a:pt x="784745" y="5284700"/>
                  </a:lnTo>
                  <a:lnTo>
                    <a:pt x="784839" y="5284700"/>
                  </a:lnTo>
                  <a:lnTo>
                    <a:pt x="784933" y="5284700"/>
                  </a:lnTo>
                  <a:lnTo>
                    <a:pt x="785027" y="5284700"/>
                  </a:lnTo>
                  <a:lnTo>
                    <a:pt x="785121" y="5284700"/>
                  </a:lnTo>
                  <a:lnTo>
                    <a:pt x="785215" y="5284700"/>
                  </a:lnTo>
                  <a:lnTo>
                    <a:pt x="785309" y="5284700"/>
                  </a:lnTo>
                  <a:lnTo>
                    <a:pt x="785403" y="5284700"/>
                  </a:lnTo>
                  <a:lnTo>
                    <a:pt x="785497" y="5284700"/>
                  </a:lnTo>
                  <a:lnTo>
                    <a:pt x="785591" y="5284700"/>
                  </a:lnTo>
                  <a:lnTo>
                    <a:pt x="785685" y="5284700"/>
                  </a:lnTo>
                  <a:lnTo>
                    <a:pt x="785779" y="5284700"/>
                  </a:lnTo>
                  <a:lnTo>
                    <a:pt x="785873" y="5284700"/>
                  </a:lnTo>
                  <a:lnTo>
                    <a:pt x="785967" y="5284700"/>
                  </a:lnTo>
                  <a:lnTo>
                    <a:pt x="786061" y="5284700"/>
                  </a:lnTo>
                  <a:lnTo>
                    <a:pt x="786155" y="5284700"/>
                  </a:lnTo>
                  <a:lnTo>
                    <a:pt x="786249" y="5284700"/>
                  </a:lnTo>
                  <a:lnTo>
                    <a:pt x="786343" y="5284700"/>
                  </a:lnTo>
                  <a:lnTo>
                    <a:pt x="786437" y="5284700"/>
                  </a:lnTo>
                  <a:lnTo>
                    <a:pt x="786531" y="5284700"/>
                  </a:lnTo>
                  <a:lnTo>
                    <a:pt x="786625" y="5284700"/>
                  </a:lnTo>
                  <a:lnTo>
                    <a:pt x="786719" y="5284700"/>
                  </a:lnTo>
                  <a:lnTo>
                    <a:pt x="786814" y="5284700"/>
                  </a:lnTo>
                  <a:lnTo>
                    <a:pt x="786908" y="5284700"/>
                  </a:lnTo>
                  <a:lnTo>
                    <a:pt x="787002" y="5284700"/>
                  </a:lnTo>
                  <a:lnTo>
                    <a:pt x="787096" y="5284700"/>
                  </a:lnTo>
                  <a:lnTo>
                    <a:pt x="787190" y="5284700"/>
                  </a:lnTo>
                  <a:lnTo>
                    <a:pt x="787284" y="5284700"/>
                  </a:lnTo>
                  <a:lnTo>
                    <a:pt x="787378" y="5284700"/>
                  </a:lnTo>
                  <a:lnTo>
                    <a:pt x="787472" y="5284700"/>
                  </a:lnTo>
                  <a:lnTo>
                    <a:pt x="787566" y="5284700"/>
                  </a:lnTo>
                  <a:lnTo>
                    <a:pt x="787660" y="5284700"/>
                  </a:lnTo>
                  <a:lnTo>
                    <a:pt x="787754" y="5284700"/>
                  </a:lnTo>
                  <a:lnTo>
                    <a:pt x="787848" y="5284700"/>
                  </a:lnTo>
                  <a:lnTo>
                    <a:pt x="787942" y="5284700"/>
                  </a:lnTo>
                  <a:lnTo>
                    <a:pt x="788036" y="5284700"/>
                  </a:lnTo>
                  <a:lnTo>
                    <a:pt x="788130" y="5284700"/>
                  </a:lnTo>
                  <a:lnTo>
                    <a:pt x="788224" y="5284700"/>
                  </a:lnTo>
                  <a:lnTo>
                    <a:pt x="788318" y="5284700"/>
                  </a:lnTo>
                  <a:lnTo>
                    <a:pt x="788412" y="5284700"/>
                  </a:lnTo>
                  <a:lnTo>
                    <a:pt x="788506" y="5284700"/>
                  </a:lnTo>
                  <a:lnTo>
                    <a:pt x="788600" y="5284700"/>
                  </a:lnTo>
                  <a:lnTo>
                    <a:pt x="788694" y="5284700"/>
                  </a:lnTo>
                  <a:lnTo>
                    <a:pt x="788788" y="5284700"/>
                  </a:lnTo>
                  <a:lnTo>
                    <a:pt x="788882" y="5284700"/>
                  </a:lnTo>
                  <a:lnTo>
                    <a:pt x="788976" y="5284700"/>
                  </a:lnTo>
                  <a:lnTo>
                    <a:pt x="789070" y="5284700"/>
                  </a:lnTo>
                  <a:lnTo>
                    <a:pt x="789164" y="5284700"/>
                  </a:lnTo>
                  <a:lnTo>
                    <a:pt x="789258" y="5284700"/>
                  </a:lnTo>
                  <a:lnTo>
                    <a:pt x="789258" y="5279421"/>
                  </a:lnTo>
                  <a:lnTo>
                    <a:pt x="789352" y="5279421"/>
                  </a:lnTo>
                  <a:lnTo>
                    <a:pt x="789446" y="5279421"/>
                  </a:lnTo>
                  <a:lnTo>
                    <a:pt x="789540" y="5279421"/>
                  </a:lnTo>
                  <a:lnTo>
                    <a:pt x="789634" y="5279421"/>
                  </a:lnTo>
                  <a:lnTo>
                    <a:pt x="789728" y="5279421"/>
                  </a:lnTo>
                  <a:lnTo>
                    <a:pt x="789822" y="5279421"/>
                  </a:lnTo>
                  <a:lnTo>
                    <a:pt x="789916" y="5279421"/>
                  </a:lnTo>
                  <a:lnTo>
                    <a:pt x="790010" y="5279421"/>
                  </a:lnTo>
                  <a:lnTo>
                    <a:pt x="790104" y="5279421"/>
                  </a:lnTo>
                  <a:lnTo>
                    <a:pt x="790198" y="5279421"/>
                  </a:lnTo>
                  <a:lnTo>
                    <a:pt x="790292" y="5279421"/>
                  </a:lnTo>
                  <a:lnTo>
                    <a:pt x="790387" y="5279421"/>
                  </a:lnTo>
                  <a:lnTo>
                    <a:pt x="790481" y="5279421"/>
                  </a:lnTo>
                  <a:lnTo>
                    <a:pt x="790575" y="5279421"/>
                  </a:lnTo>
                  <a:lnTo>
                    <a:pt x="790669" y="5279421"/>
                  </a:lnTo>
                  <a:lnTo>
                    <a:pt x="790763" y="5279421"/>
                  </a:lnTo>
                  <a:lnTo>
                    <a:pt x="790857" y="5279421"/>
                  </a:lnTo>
                  <a:lnTo>
                    <a:pt x="790951" y="5279421"/>
                  </a:lnTo>
                  <a:lnTo>
                    <a:pt x="791045" y="5279421"/>
                  </a:lnTo>
                  <a:lnTo>
                    <a:pt x="791139" y="5279421"/>
                  </a:lnTo>
                  <a:lnTo>
                    <a:pt x="791233" y="5279421"/>
                  </a:lnTo>
                  <a:lnTo>
                    <a:pt x="791327" y="5279421"/>
                  </a:lnTo>
                  <a:lnTo>
                    <a:pt x="791421" y="5279421"/>
                  </a:lnTo>
                  <a:lnTo>
                    <a:pt x="791515" y="5279421"/>
                  </a:lnTo>
                  <a:lnTo>
                    <a:pt x="791609" y="5279421"/>
                  </a:lnTo>
                  <a:lnTo>
                    <a:pt x="791703" y="5279421"/>
                  </a:lnTo>
                  <a:lnTo>
                    <a:pt x="791797" y="5279421"/>
                  </a:lnTo>
                  <a:lnTo>
                    <a:pt x="791891" y="5279421"/>
                  </a:lnTo>
                  <a:lnTo>
                    <a:pt x="791985" y="5279421"/>
                  </a:lnTo>
                  <a:lnTo>
                    <a:pt x="792079" y="5279421"/>
                  </a:lnTo>
                  <a:lnTo>
                    <a:pt x="792173" y="5279421"/>
                  </a:lnTo>
                  <a:lnTo>
                    <a:pt x="792267" y="5279421"/>
                  </a:lnTo>
                  <a:lnTo>
                    <a:pt x="792361" y="5279421"/>
                  </a:lnTo>
                  <a:lnTo>
                    <a:pt x="792455" y="5279421"/>
                  </a:lnTo>
                  <a:lnTo>
                    <a:pt x="792549" y="5279421"/>
                  </a:lnTo>
                  <a:lnTo>
                    <a:pt x="792643" y="5279421"/>
                  </a:lnTo>
                  <a:lnTo>
                    <a:pt x="792737" y="5279421"/>
                  </a:lnTo>
                  <a:lnTo>
                    <a:pt x="792831" y="5279421"/>
                  </a:lnTo>
                  <a:lnTo>
                    <a:pt x="792925" y="5279421"/>
                  </a:lnTo>
                  <a:lnTo>
                    <a:pt x="793019" y="5279421"/>
                  </a:lnTo>
                  <a:lnTo>
                    <a:pt x="793113" y="5279421"/>
                  </a:lnTo>
                  <a:lnTo>
                    <a:pt x="793207" y="5279421"/>
                  </a:lnTo>
                  <a:lnTo>
                    <a:pt x="793301" y="5279421"/>
                  </a:lnTo>
                  <a:lnTo>
                    <a:pt x="793395" y="5279421"/>
                  </a:lnTo>
                  <a:lnTo>
                    <a:pt x="793489" y="5279421"/>
                  </a:lnTo>
                  <a:lnTo>
                    <a:pt x="793583" y="5279421"/>
                  </a:lnTo>
                  <a:lnTo>
                    <a:pt x="793677" y="5279421"/>
                  </a:lnTo>
                  <a:lnTo>
                    <a:pt x="793771" y="5279421"/>
                  </a:lnTo>
                  <a:lnTo>
                    <a:pt x="793865" y="5279421"/>
                  </a:lnTo>
                  <a:lnTo>
                    <a:pt x="793960" y="5279421"/>
                  </a:lnTo>
                  <a:lnTo>
                    <a:pt x="794054" y="5279421"/>
                  </a:lnTo>
                  <a:lnTo>
                    <a:pt x="794148" y="5279421"/>
                  </a:lnTo>
                  <a:lnTo>
                    <a:pt x="794242" y="5279421"/>
                  </a:lnTo>
                  <a:lnTo>
                    <a:pt x="794336" y="5279421"/>
                  </a:lnTo>
                  <a:lnTo>
                    <a:pt x="794430" y="5279421"/>
                  </a:lnTo>
                  <a:lnTo>
                    <a:pt x="794524" y="5279421"/>
                  </a:lnTo>
                  <a:lnTo>
                    <a:pt x="794618" y="5279421"/>
                  </a:lnTo>
                  <a:lnTo>
                    <a:pt x="794712" y="5279421"/>
                  </a:lnTo>
                  <a:lnTo>
                    <a:pt x="794806" y="5279421"/>
                  </a:lnTo>
                  <a:lnTo>
                    <a:pt x="794900" y="5279421"/>
                  </a:lnTo>
                  <a:lnTo>
                    <a:pt x="794994" y="5279421"/>
                  </a:lnTo>
                  <a:lnTo>
                    <a:pt x="795088" y="5279421"/>
                  </a:lnTo>
                  <a:lnTo>
                    <a:pt x="795182" y="5279421"/>
                  </a:lnTo>
                  <a:lnTo>
                    <a:pt x="795276" y="5279421"/>
                  </a:lnTo>
                  <a:lnTo>
                    <a:pt x="795370" y="5279421"/>
                  </a:lnTo>
                  <a:lnTo>
                    <a:pt x="795464" y="5279421"/>
                  </a:lnTo>
                  <a:lnTo>
                    <a:pt x="795558" y="5279421"/>
                  </a:lnTo>
                  <a:lnTo>
                    <a:pt x="795652" y="5279421"/>
                  </a:lnTo>
                  <a:lnTo>
                    <a:pt x="795746" y="5279421"/>
                  </a:lnTo>
                  <a:lnTo>
                    <a:pt x="795840" y="5279421"/>
                  </a:lnTo>
                  <a:lnTo>
                    <a:pt x="795934" y="5279421"/>
                  </a:lnTo>
                  <a:lnTo>
                    <a:pt x="796028" y="5279421"/>
                  </a:lnTo>
                  <a:lnTo>
                    <a:pt x="796122" y="5279421"/>
                  </a:lnTo>
                  <a:lnTo>
                    <a:pt x="796122" y="5274141"/>
                  </a:lnTo>
                  <a:lnTo>
                    <a:pt x="796216" y="5274141"/>
                  </a:lnTo>
                  <a:lnTo>
                    <a:pt x="796310" y="5274141"/>
                  </a:lnTo>
                  <a:lnTo>
                    <a:pt x="796404" y="5274141"/>
                  </a:lnTo>
                  <a:lnTo>
                    <a:pt x="796498" y="5274141"/>
                  </a:lnTo>
                  <a:lnTo>
                    <a:pt x="796592" y="5274141"/>
                  </a:lnTo>
                  <a:lnTo>
                    <a:pt x="796686" y="5274141"/>
                  </a:lnTo>
                  <a:lnTo>
                    <a:pt x="796780" y="5274141"/>
                  </a:lnTo>
                  <a:lnTo>
                    <a:pt x="796874" y="5274141"/>
                  </a:lnTo>
                  <a:lnTo>
                    <a:pt x="796968" y="5274141"/>
                  </a:lnTo>
                  <a:lnTo>
                    <a:pt x="797062" y="5274141"/>
                  </a:lnTo>
                  <a:lnTo>
                    <a:pt x="797156" y="5274141"/>
                  </a:lnTo>
                  <a:lnTo>
                    <a:pt x="797250" y="5274141"/>
                  </a:lnTo>
                  <a:lnTo>
                    <a:pt x="797344" y="5274141"/>
                  </a:lnTo>
                  <a:lnTo>
                    <a:pt x="797439" y="5274141"/>
                  </a:lnTo>
                  <a:lnTo>
                    <a:pt x="797439" y="5268862"/>
                  </a:lnTo>
                  <a:lnTo>
                    <a:pt x="797533" y="5268862"/>
                  </a:lnTo>
                  <a:lnTo>
                    <a:pt x="797627" y="5268862"/>
                  </a:lnTo>
                  <a:lnTo>
                    <a:pt x="797721" y="5268862"/>
                  </a:lnTo>
                  <a:lnTo>
                    <a:pt x="797815" y="5268862"/>
                  </a:lnTo>
                  <a:lnTo>
                    <a:pt x="797909" y="5268862"/>
                  </a:lnTo>
                  <a:lnTo>
                    <a:pt x="798003" y="5268862"/>
                  </a:lnTo>
                  <a:lnTo>
                    <a:pt x="798097" y="5268862"/>
                  </a:lnTo>
                  <a:lnTo>
                    <a:pt x="798191" y="5268862"/>
                  </a:lnTo>
                  <a:lnTo>
                    <a:pt x="798285" y="5268862"/>
                  </a:lnTo>
                  <a:lnTo>
                    <a:pt x="798379" y="5268862"/>
                  </a:lnTo>
                  <a:lnTo>
                    <a:pt x="798473" y="5268862"/>
                  </a:lnTo>
                  <a:lnTo>
                    <a:pt x="798567" y="5268862"/>
                  </a:lnTo>
                  <a:lnTo>
                    <a:pt x="798661" y="5268862"/>
                  </a:lnTo>
                  <a:lnTo>
                    <a:pt x="798755" y="5268862"/>
                  </a:lnTo>
                  <a:lnTo>
                    <a:pt x="798849" y="5268862"/>
                  </a:lnTo>
                  <a:lnTo>
                    <a:pt x="798943" y="5268862"/>
                  </a:lnTo>
                  <a:lnTo>
                    <a:pt x="799037" y="5268862"/>
                  </a:lnTo>
                  <a:lnTo>
                    <a:pt x="799131" y="5268862"/>
                  </a:lnTo>
                  <a:lnTo>
                    <a:pt x="799225" y="5268862"/>
                  </a:lnTo>
                  <a:lnTo>
                    <a:pt x="799319" y="5268862"/>
                  </a:lnTo>
                  <a:lnTo>
                    <a:pt x="799413" y="5268862"/>
                  </a:lnTo>
                  <a:lnTo>
                    <a:pt x="799507" y="5268862"/>
                  </a:lnTo>
                  <a:lnTo>
                    <a:pt x="799601" y="5268862"/>
                  </a:lnTo>
                  <a:lnTo>
                    <a:pt x="799695" y="5268862"/>
                  </a:lnTo>
                  <a:lnTo>
                    <a:pt x="799789" y="5268862"/>
                  </a:lnTo>
                  <a:lnTo>
                    <a:pt x="799883" y="5268862"/>
                  </a:lnTo>
                  <a:lnTo>
                    <a:pt x="799977" y="5268862"/>
                  </a:lnTo>
                  <a:lnTo>
                    <a:pt x="800071" y="5268862"/>
                  </a:lnTo>
                  <a:lnTo>
                    <a:pt x="800165" y="5268862"/>
                  </a:lnTo>
                  <a:lnTo>
                    <a:pt x="800259" y="5268862"/>
                  </a:lnTo>
                  <a:lnTo>
                    <a:pt x="800353" y="5268862"/>
                  </a:lnTo>
                  <a:lnTo>
                    <a:pt x="800447" y="5268862"/>
                  </a:lnTo>
                  <a:lnTo>
                    <a:pt x="800541" y="5268862"/>
                  </a:lnTo>
                  <a:lnTo>
                    <a:pt x="800635" y="5268862"/>
                  </a:lnTo>
                  <a:lnTo>
                    <a:pt x="800729" y="5268862"/>
                  </a:lnTo>
                  <a:lnTo>
                    <a:pt x="800823" y="5268862"/>
                  </a:lnTo>
                  <a:lnTo>
                    <a:pt x="800917" y="5268862"/>
                  </a:lnTo>
                  <a:lnTo>
                    <a:pt x="801012" y="5268862"/>
                  </a:lnTo>
                  <a:lnTo>
                    <a:pt x="801106" y="5268862"/>
                  </a:lnTo>
                  <a:lnTo>
                    <a:pt x="801200" y="5268862"/>
                  </a:lnTo>
                  <a:lnTo>
                    <a:pt x="801294" y="5268862"/>
                  </a:lnTo>
                  <a:lnTo>
                    <a:pt x="801388" y="5268862"/>
                  </a:lnTo>
                  <a:lnTo>
                    <a:pt x="801388" y="5263583"/>
                  </a:lnTo>
                  <a:lnTo>
                    <a:pt x="801482" y="5263583"/>
                  </a:lnTo>
                  <a:lnTo>
                    <a:pt x="801576" y="5263583"/>
                  </a:lnTo>
                  <a:lnTo>
                    <a:pt x="801670" y="5263583"/>
                  </a:lnTo>
                  <a:lnTo>
                    <a:pt x="801764" y="5263583"/>
                  </a:lnTo>
                  <a:lnTo>
                    <a:pt x="801858" y="5263583"/>
                  </a:lnTo>
                  <a:lnTo>
                    <a:pt x="801952" y="5263583"/>
                  </a:lnTo>
                  <a:lnTo>
                    <a:pt x="802046" y="5263583"/>
                  </a:lnTo>
                  <a:lnTo>
                    <a:pt x="802140" y="5263583"/>
                  </a:lnTo>
                  <a:lnTo>
                    <a:pt x="802234" y="5263583"/>
                  </a:lnTo>
                  <a:lnTo>
                    <a:pt x="802328" y="5263583"/>
                  </a:lnTo>
                  <a:lnTo>
                    <a:pt x="802422" y="5263583"/>
                  </a:lnTo>
                  <a:lnTo>
                    <a:pt x="802516" y="5263583"/>
                  </a:lnTo>
                  <a:lnTo>
                    <a:pt x="802610" y="5263583"/>
                  </a:lnTo>
                  <a:lnTo>
                    <a:pt x="802704" y="5263583"/>
                  </a:lnTo>
                  <a:lnTo>
                    <a:pt x="802798" y="5263583"/>
                  </a:lnTo>
                  <a:lnTo>
                    <a:pt x="802892" y="5263583"/>
                  </a:lnTo>
                  <a:lnTo>
                    <a:pt x="802986" y="5263583"/>
                  </a:lnTo>
                  <a:lnTo>
                    <a:pt x="803080" y="5263583"/>
                  </a:lnTo>
                  <a:lnTo>
                    <a:pt x="803174" y="5263583"/>
                  </a:lnTo>
                  <a:lnTo>
                    <a:pt x="803268" y="5263583"/>
                  </a:lnTo>
                  <a:lnTo>
                    <a:pt x="803362" y="5263583"/>
                  </a:lnTo>
                  <a:lnTo>
                    <a:pt x="803456" y="5263583"/>
                  </a:lnTo>
                  <a:lnTo>
                    <a:pt x="803550" y="5263583"/>
                  </a:lnTo>
                  <a:lnTo>
                    <a:pt x="803644" y="5263583"/>
                  </a:lnTo>
                  <a:lnTo>
                    <a:pt x="803738" y="5263583"/>
                  </a:lnTo>
                  <a:lnTo>
                    <a:pt x="803832" y="5263583"/>
                  </a:lnTo>
                  <a:lnTo>
                    <a:pt x="803926" y="5263583"/>
                  </a:lnTo>
                  <a:lnTo>
                    <a:pt x="804020" y="5263583"/>
                  </a:lnTo>
                  <a:lnTo>
                    <a:pt x="804114" y="5263583"/>
                  </a:lnTo>
                  <a:lnTo>
                    <a:pt x="804208" y="5263583"/>
                  </a:lnTo>
                  <a:lnTo>
                    <a:pt x="804302" y="5263583"/>
                  </a:lnTo>
                  <a:lnTo>
                    <a:pt x="804396" y="5263583"/>
                  </a:lnTo>
                  <a:lnTo>
                    <a:pt x="804490" y="5263583"/>
                  </a:lnTo>
                  <a:lnTo>
                    <a:pt x="804585" y="5263583"/>
                  </a:lnTo>
                  <a:lnTo>
                    <a:pt x="804679" y="5263583"/>
                  </a:lnTo>
                  <a:lnTo>
                    <a:pt x="804773" y="5263583"/>
                  </a:lnTo>
                  <a:lnTo>
                    <a:pt x="804867" y="5263583"/>
                  </a:lnTo>
                  <a:lnTo>
                    <a:pt x="804961" y="5263583"/>
                  </a:lnTo>
                  <a:lnTo>
                    <a:pt x="805055" y="5263583"/>
                  </a:lnTo>
                  <a:lnTo>
                    <a:pt x="805149" y="5263583"/>
                  </a:lnTo>
                  <a:lnTo>
                    <a:pt x="805243" y="5263583"/>
                  </a:lnTo>
                  <a:lnTo>
                    <a:pt x="805337" y="5263583"/>
                  </a:lnTo>
                  <a:lnTo>
                    <a:pt x="805431" y="5263583"/>
                  </a:lnTo>
                  <a:lnTo>
                    <a:pt x="805525" y="5263583"/>
                  </a:lnTo>
                  <a:lnTo>
                    <a:pt x="805619" y="5263583"/>
                  </a:lnTo>
                  <a:lnTo>
                    <a:pt x="805713" y="5263583"/>
                  </a:lnTo>
                  <a:lnTo>
                    <a:pt x="805807" y="5263583"/>
                  </a:lnTo>
                  <a:lnTo>
                    <a:pt x="805901" y="5263583"/>
                  </a:lnTo>
                  <a:lnTo>
                    <a:pt x="805995" y="5263583"/>
                  </a:lnTo>
                  <a:lnTo>
                    <a:pt x="806089" y="5263583"/>
                  </a:lnTo>
                  <a:lnTo>
                    <a:pt x="806183" y="5263583"/>
                  </a:lnTo>
                  <a:lnTo>
                    <a:pt x="806277" y="5263583"/>
                  </a:lnTo>
                  <a:lnTo>
                    <a:pt x="806371" y="5263583"/>
                  </a:lnTo>
                  <a:lnTo>
                    <a:pt x="806465" y="5263583"/>
                  </a:lnTo>
                  <a:lnTo>
                    <a:pt x="806559" y="5263583"/>
                  </a:lnTo>
                  <a:lnTo>
                    <a:pt x="806653" y="5263583"/>
                  </a:lnTo>
                  <a:lnTo>
                    <a:pt x="806747" y="5263583"/>
                  </a:lnTo>
                  <a:lnTo>
                    <a:pt x="806747" y="5258303"/>
                  </a:lnTo>
                  <a:lnTo>
                    <a:pt x="806841" y="5258303"/>
                  </a:lnTo>
                  <a:lnTo>
                    <a:pt x="806935" y="5258303"/>
                  </a:lnTo>
                  <a:lnTo>
                    <a:pt x="807029" y="5258303"/>
                  </a:lnTo>
                  <a:lnTo>
                    <a:pt x="807123" y="5258303"/>
                  </a:lnTo>
                  <a:lnTo>
                    <a:pt x="807217" y="5258303"/>
                  </a:lnTo>
                  <a:lnTo>
                    <a:pt x="807217" y="5253024"/>
                  </a:lnTo>
                  <a:lnTo>
                    <a:pt x="807311" y="5253024"/>
                  </a:lnTo>
                  <a:lnTo>
                    <a:pt x="807405" y="5253024"/>
                  </a:lnTo>
                  <a:lnTo>
                    <a:pt x="807499" y="5253024"/>
                  </a:lnTo>
                  <a:lnTo>
                    <a:pt x="807593" y="5253024"/>
                  </a:lnTo>
                  <a:lnTo>
                    <a:pt x="807687" y="5253024"/>
                  </a:lnTo>
                  <a:lnTo>
                    <a:pt x="807781" y="5253024"/>
                  </a:lnTo>
                  <a:lnTo>
                    <a:pt x="807875" y="5253024"/>
                  </a:lnTo>
                  <a:lnTo>
                    <a:pt x="807969" y="5253024"/>
                  </a:lnTo>
                  <a:lnTo>
                    <a:pt x="808063" y="5253024"/>
                  </a:lnTo>
                  <a:lnTo>
                    <a:pt x="808158" y="5253024"/>
                  </a:lnTo>
                  <a:lnTo>
                    <a:pt x="808252" y="5253024"/>
                  </a:lnTo>
                  <a:lnTo>
                    <a:pt x="808346" y="5253024"/>
                  </a:lnTo>
                  <a:lnTo>
                    <a:pt x="808440" y="5253024"/>
                  </a:lnTo>
                  <a:lnTo>
                    <a:pt x="808534" y="5253024"/>
                  </a:lnTo>
                  <a:lnTo>
                    <a:pt x="808628" y="5253024"/>
                  </a:lnTo>
                  <a:lnTo>
                    <a:pt x="808722" y="5253024"/>
                  </a:lnTo>
                  <a:lnTo>
                    <a:pt x="808816" y="5253024"/>
                  </a:lnTo>
                  <a:lnTo>
                    <a:pt x="808910" y="5253024"/>
                  </a:lnTo>
                  <a:lnTo>
                    <a:pt x="809004" y="5253024"/>
                  </a:lnTo>
                  <a:lnTo>
                    <a:pt x="809098" y="5253024"/>
                  </a:lnTo>
                  <a:lnTo>
                    <a:pt x="809192" y="5253024"/>
                  </a:lnTo>
                  <a:lnTo>
                    <a:pt x="809286" y="5253024"/>
                  </a:lnTo>
                  <a:lnTo>
                    <a:pt x="809380" y="5253024"/>
                  </a:lnTo>
                  <a:lnTo>
                    <a:pt x="809474" y="5253024"/>
                  </a:lnTo>
                  <a:lnTo>
                    <a:pt x="809568" y="5253024"/>
                  </a:lnTo>
                  <a:lnTo>
                    <a:pt x="809662" y="5253024"/>
                  </a:lnTo>
                  <a:lnTo>
                    <a:pt x="809662" y="5247744"/>
                  </a:lnTo>
                  <a:lnTo>
                    <a:pt x="809756" y="5247744"/>
                  </a:lnTo>
                  <a:lnTo>
                    <a:pt x="809850" y="5247744"/>
                  </a:lnTo>
                  <a:lnTo>
                    <a:pt x="809944" y="5247744"/>
                  </a:lnTo>
                  <a:lnTo>
                    <a:pt x="810038" y="5247744"/>
                  </a:lnTo>
                  <a:lnTo>
                    <a:pt x="810132" y="5247744"/>
                  </a:lnTo>
                  <a:lnTo>
                    <a:pt x="810226" y="5247744"/>
                  </a:lnTo>
                  <a:lnTo>
                    <a:pt x="810320" y="5247744"/>
                  </a:lnTo>
                  <a:lnTo>
                    <a:pt x="810414" y="5247744"/>
                  </a:lnTo>
                  <a:lnTo>
                    <a:pt x="810508" y="5247744"/>
                  </a:lnTo>
                  <a:lnTo>
                    <a:pt x="810602" y="5247744"/>
                  </a:lnTo>
                  <a:lnTo>
                    <a:pt x="810696" y="5247744"/>
                  </a:lnTo>
                  <a:lnTo>
                    <a:pt x="810790" y="5247744"/>
                  </a:lnTo>
                  <a:lnTo>
                    <a:pt x="810884" y="5247744"/>
                  </a:lnTo>
                  <a:lnTo>
                    <a:pt x="810978" y="5247744"/>
                  </a:lnTo>
                  <a:lnTo>
                    <a:pt x="811072" y="5247744"/>
                  </a:lnTo>
                  <a:lnTo>
                    <a:pt x="811166" y="5247744"/>
                  </a:lnTo>
                  <a:lnTo>
                    <a:pt x="811260" y="5247744"/>
                  </a:lnTo>
                  <a:lnTo>
                    <a:pt x="811354" y="5247744"/>
                  </a:lnTo>
                  <a:lnTo>
                    <a:pt x="811448" y="5247744"/>
                  </a:lnTo>
                  <a:lnTo>
                    <a:pt x="811542" y="5247744"/>
                  </a:lnTo>
                  <a:lnTo>
                    <a:pt x="811637" y="5247744"/>
                  </a:lnTo>
                  <a:lnTo>
                    <a:pt x="811731" y="5247744"/>
                  </a:lnTo>
                  <a:lnTo>
                    <a:pt x="811825" y="5247744"/>
                  </a:lnTo>
                  <a:lnTo>
                    <a:pt x="811919" y="5247744"/>
                  </a:lnTo>
                  <a:lnTo>
                    <a:pt x="812013" y="5247744"/>
                  </a:lnTo>
                  <a:lnTo>
                    <a:pt x="812107" y="5247744"/>
                  </a:lnTo>
                  <a:lnTo>
                    <a:pt x="812201" y="5247744"/>
                  </a:lnTo>
                  <a:lnTo>
                    <a:pt x="812295" y="5247744"/>
                  </a:lnTo>
                  <a:lnTo>
                    <a:pt x="812389" y="5247744"/>
                  </a:lnTo>
                  <a:lnTo>
                    <a:pt x="812483" y="5247744"/>
                  </a:lnTo>
                  <a:lnTo>
                    <a:pt x="812577" y="5247744"/>
                  </a:lnTo>
                  <a:lnTo>
                    <a:pt x="812671" y="5247744"/>
                  </a:lnTo>
                  <a:lnTo>
                    <a:pt x="812765" y="5247744"/>
                  </a:lnTo>
                  <a:lnTo>
                    <a:pt x="812859" y="5247744"/>
                  </a:lnTo>
                  <a:lnTo>
                    <a:pt x="812953" y="5247744"/>
                  </a:lnTo>
                  <a:lnTo>
                    <a:pt x="813047" y="5247744"/>
                  </a:lnTo>
                  <a:lnTo>
                    <a:pt x="813141" y="5247744"/>
                  </a:lnTo>
                  <a:lnTo>
                    <a:pt x="813235" y="5247744"/>
                  </a:lnTo>
                  <a:lnTo>
                    <a:pt x="813329" y="5247744"/>
                  </a:lnTo>
                  <a:lnTo>
                    <a:pt x="813329" y="5242465"/>
                  </a:lnTo>
                  <a:lnTo>
                    <a:pt x="813423" y="5242465"/>
                  </a:lnTo>
                  <a:lnTo>
                    <a:pt x="813517" y="5242465"/>
                  </a:lnTo>
                  <a:lnTo>
                    <a:pt x="813611" y="5242465"/>
                  </a:lnTo>
                  <a:lnTo>
                    <a:pt x="813705" y="5242465"/>
                  </a:lnTo>
                  <a:lnTo>
                    <a:pt x="813799" y="5242465"/>
                  </a:lnTo>
                  <a:lnTo>
                    <a:pt x="813893" y="5242465"/>
                  </a:lnTo>
                  <a:lnTo>
                    <a:pt x="813987" y="5242465"/>
                  </a:lnTo>
                  <a:lnTo>
                    <a:pt x="814081" y="5242465"/>
                  </a:lnTo>
                  <a:lnTo>
                    <a:pt x="814175" y="5242465"/>
                  </a:lnTo>
                  <a:lnTo>
                    <a:pt x="814175" y="5237185"/>
                  </a:lnTo>
                  <a:lnTo>
                    <a:pt x="814269" y="5237185"/>
                  </a:lnTo>
                  <a:lnTo>
                    <a:pt x="814363" y="5237185"/>
                  </a:lnTo>
                  <a:lnTo>
                    <a:pt x="814457" y="5237185"/>
                  </a:lnTo>
                  <a:lnTo>
                    <a:pt x="814551" y="5237185"/>
                  </a:lnTo>
                  <a:lnTo>
                    <a:pt x="814645" y="5237185"/>
                  </a:lnTo>
                  <a:lnTo>
                    <a:pt x="814739" y="5237185"/>
                  </a:lnTo>
                  <a:lnTo>
                    <a:pt x="814833" y="5237185"/>
                  </a:lnTo>
                  <a:lnTo>
                    <a:pt x="814927" y="5237185"/>
                  </a:lnTo>
                  <a:lnTo>
                    <a:pt x="815021" y="5237185"/>
                  </a:lnTo>
                  <a:lnTo>
                    <a:pt x="815115" y="5237185"/>
                  </a:lnTo>
                  <a:lnTo>
                    <a:pt x="815210" y="5237185"/>
                  </a:lnTo>
                  <a:lnTo>
                    <a:pt x="815304" y="5237185"/>
                  </a:lnTo>
                  <a:lnTo>
                    <a:pt x="815398" y="5237185"/>
                  </a:lnTo>
                  <a:lnTo>
                    <a:pt x="815398" y="5231906"/>
                  </a:lnTo>
                  <a:lnTo>
                    <a:pt x="815492" y="5231906"/>
                  </a:lnTo>
                  <a:lnTo>
                    <a:pt x="815586" y="5231906"/>
                  </a:lnTo>
                  <a:lnTo>
                    <a:pt x="815680" y="5231906"/>
                  </a:lnTo>
                  <a:lnTo>
                    <a:pt x="815774" y="5231906"/>
                  </a:lnTo>
                  <a:lnTo>
                    <a:pt x="815868" y="5231906"/>
                  </a:lnTo>
                  <a:lnTo>
                    <a:pt x="815962" y="5231906"/>
                  </a:lnTo>
                  <a:lnTo>
                    <a:pt x="816056" y="5231906"/>
                  </a:lnTo>
                  <a:lnTo>
                    <a:pt x="816150" y="5231906"/>
                  </a:lnTo>
                  <a:lnTo>
                    <a:pt x="816244" y="5231906"/>
                  </a:lnTo>
                  <a:lnTo>
                    <a:pt x="816338" y="5231906"/>
                  </a:lnTo>
                  <a:lnTo>
                    <a:pt x="816432" y="5231906"/>
                  </a:lnTo>
                  <a:lnTo>
                    <a:pt x="816526" y="5231906"/>
                  </a:lnTo>
                  <a:lnTo>
                    <a:pt x="816620" y="5231906"/>
                  </a:lnTo>
                  <a:lnTo>
                    <a:pt x="816714" y="5231906"/>
                  </a:lnTo>
                  <a:lnTo>
                    <a:pt x="816808" y="5231906"/>
                  </a:lnTo>
                  <a:lnTo>
                    <a:pt x="816902" y="5231906"/>
                  </a:lnTo>
                  <a:lnTo>
                    <a:pt x="816996" y="5231906"/>
                  </a:lnTo>
                  <a:lnTo>
                    <a:pt x="817090" y="5231906"/>
                  </a:lnTo>
                  <a:lnTo>
                    <a:pt x="817184" y="5231906"/>
                  </a:lnTo>
                  <a:lnTo>
                    <a:pt x="817278" y="5231906"/>
                  </a:lnTo>
                  <a:lnTo>
                    <a:pt x="817372" y="5231906"/>
                  </a:lnTo>
                  <a:lnTo>
                    <a:pt x="817466" y="5231906"/>
                  </a:lnTo>
                  <a:lnTo>
                    <a:pt x="817560" y="5231906"/>
                  </a:lnTo>
                  <a:lnTo>
                    <a:pt x="817654" y="5231906"/>
                  </a:lnTo>
                  <a:lnTo>
                    <a:pt x="817748" y="5231906"/>
                  </a:lnTo>
                  <a:lnTo>
                    <a:pt x="817842" y="5231906"/>
                  </a:lnTo>
                  <a:lnTo>
                    <a:pt x="817936" y="5231906"/>
                  </a:lnTo>
                  <a:lnTo>
                    <a:pt x="818030" y="5231906"/>
                  </a:lnTo>
                  <a:lnTo>
                    <a:pt x="818124" y="5231906"/>
                  </a:lnTo>
                  <a:lnTo>
                    <a:pt x="818218" y="5231906"/>
                  </a:lnTo>
                  <a:lnTo>
                    <a:pt x="818218" y="5226627"/>
                  </a:lnTo>
                  <a:lnTo>
                    <a:pt x="818312" y="5226627"/>
                  </a:lnTo>
                  <a:lnTo>
                    <a:pt x="818406" y="5226627"/>
                  </a:lnTo>
                  <a:lnTo>
                    <a:pt x="818500" y="5226627"/>
                  </a:lnTo>
                  <a:lnTo>
                    <a:pt x="818594" y="5226627"/>
                  </a:lnTo>
                  <a:lnTo>
                    <a:pt x="818688" y="5226627"/>
                  </a:lnTo>
                  <a:lnTo>
                    <a:pt x="818783" y="5226627"/>
                  </a:lnTo>
                  <a:lnTo>
                    <a:pt x="818877" y="5226627"/>
                  </a:lnTo>
                  <a:lnTo>
                    <a:pt x="818971" y="5226627"/>
                  </a:lnTo>
                  <a:lnTo>
                    <a:pt x="819065" y="5226627"/>
                  </a:lnTo>
                  <a:lnTo>
                    <a:pt x="819159" y="5226627"/>
                  </a:lnTo>
                  <a:lnTo>
                    <a:pt x="819253" y="5226627"/>
                  </a:lnTo>
                  <a:lnTo>
                    <a:pt x="819347" y="5226627"/>
                  </a:lnTo>
                  <a:lnTo>
                    <a:pt x="819441" y="5226627"/>
                  </a:lnTo>
                  <a:lnTo>
                    <a:pt x="819535" y="5226627"/>
                  </a:lnTo>
                  <a:lnTo>
                    <a:pt x="819629" y="5226627"/>
                  </a:lnTo>
                  <a:lnTo>
                    <a:pt x="819723" y="5226627"/>
                  </a:lnTo>
                  <a:lnTo>
                    <a:pt x="819817" y="5226627"/>
                  </a:lnTo>
                  <a:lnTo>
                    <a:pt x="819911" y="5226627"/>
                  </a:lnTo>
                  <a:lnTo>
                    <a:pt x="820005" y="5226627"/>
                  </a:lnTo>
                  <a:lnTo>
                    <a:pt x="820099" y="5226627"/>
                  </a:lnTo>
                  <a:lnTo>
                    <a:pt x="820193" y="5226627"/>
                  </a:lnTo>
                  <a:lnTo>
                    <a:pt x="820287" y="5226627"/>
                  </a:lnTo>
                  <a:lnTo>
                    <a:pt x="820381" y="5226627"/>
                  </a:lnTo>
                  <a:lnTo>
                    <a:pt x="820475" y="5226627"/>
                  </a:lnTo>
                  <a:lnTo>
                    <a:pt x="820569" y="5226627"/>
                  </a:lnTo>
                  <a:lnTo>
                    <a:pt x="820663" y="5226627"/>
                  </a:lnTo>
                  <a:lnTo>
                    <a:pt x="820757" y="5226627"/>
                  </a:lnTo>
                  <a:lnTo>
                    <a:pt x="820851" y="5226627"/>
                  </a:lnTo>
                  <a:lnTo>
                    <a:pt x="820945" y="5226627"/>
                  </a:lnTo>
                  <a:lnTo>
                    <a:pt x="821039" y="5226627"/>
                  </a:lnTo>
                  <a:lnTo>
                    <a:pt x="821133" y="5226627"/>
                  </a:lnTo>
                  <a:lnTo>
                    <a:pt x="821227" y="5226627"/>
                  </a:lnTo>
                  <a:lnTo>
                    <a:pt x="821321" y="5226627"/>
                  </a:lnTo>
                  <a:lnTo>
                    <a:pt x="821415" y="5226627"/>
                  </a:lnTo>
                  <a:lnTo>
                    <a:pt x="821509" y="5226627"/>
                  </a:lnTo>
                  <a:lnTo>
                    <a:pt x="821603" y="5226627"/>
                  </a:lnTo>
                  <a:lnTo>
                    <a:pt x="821697" y="5226627"/>
                  </a:lnTo>
                  <a:lnTo>
                    <a:pt x="821791" y="5226627"/>
                  </a:lnTo>
                  <a:lnTo>
                    <a:pt x="821885" y="5226627"/>
                  </a:lnTo>
                  <a:lnTo>
                    <a:pt x="821885" y="5221347"/>
                  </a:lnTo>
                  <a:lnTo>
                    <a:pt x="821979" y="5221347"/>
                  </a:lnTo>
                  <a:lnTo>
                    <a:pt x="822073" y="5221347"/>
                  </a:lnTo>
                  <a:lnTo>
                    <a:pt x="822167" y="5221347"/>
                  </a:lnTo>
                  <a:lnTo>
                    <a:pt x="822262" y="5221347"/>
                  </a:lnTo>
                  <a:lnTo>
                    <a:pt x="822356" y="5221347"/>
                  </a:lnTo>
                  <a:lnTo>
                    <a:pt x="822450" y="5221347"/>
                  </a:lnTo>
                  <a:lnTo>
                    <a:pt x="822544" y="5221347"/>
                  </a:lnTo>
                  <a:lnTo>
                    <a:pt x="822638" y="5221347"/>
                  </a:lnTo>
                  <a:lnTo>
                    <a:pt x="822732" y="5221347"/>
                  </a:lnTo>
                  <a:lnTo>
                    <a:pt x="822826" y="5221347"/>
                  </a:lnTo>
                  <a:lnTo>
                    <a:pt x="822920" y="5221347"/>
                  </a:lnTo>
                  <a:lnTo>
                    <a:pt x="823014" y="5221347"/>
                  </a:lnTo>
                  <a:lnTo>
                    <a:pt x="823108" y="5221347"/>
                  </a:lnTo>
                  <a:lnTo>
                    <a:pt x="823202" y="5221347"/>
                  </a:lnTo>
                  <a:lnTo>
                    <a:pt x="823296" y="5221347"/>
                  </a:lnTo>
                  <a:lnTo>
                    <a:pt x="823390" y="5221347"/>
                  </a:lnTo>
                  <a:lnTo>
                    <a:pt x="823484" y="5221347"/>
                  </a:lnTo>
                  <a:lnTo>
                    <a:pt x="823578" y="5221347"/>
                  </a:lnTo>
                  <a:lnTo>
                    <a:pt x="823672" y="5221347"/>
                  </a:lnTo>
                  <a:lnTo>
                    <a:pt x="823766" y="5221347"/>
                  </a:lnTo>
                  <a:lnTo>
                    <a:pt x="823860" y="5221347"/>
                  </a:lnTo>
                  <a:lnTo>
                    <a:pt x="823954" y="5221347"/>
                  </a:lnTo>
                  <a:lnTo>
                    <a:pt x="824048" y="5221347"/>
                  </a:lnTo>
                  <a:lnTo>
                    <a:pt x="824142" y="5221347"/>
                  </a:lnTo>
                  <a:lnTo>
                    <a:pt x="824236" y="5221347"/>
                  </a:lnTo>
                  <a:lnTo>
                    <a:pt x="824330" y="5221347"/>
                  </a:lnTo>
                  <a:lnTo>
                    <a:pt x="824424" y="5221347"/>
                  </a:lnTo>
                  <a:lnTo>
                    <a:pt x="824518" y="5221347"/>
                  </a:lnTo>
                  <a:lnTo>
                    <a:pt x="824612" y="5221347"/>
                  </a:lnTo>
                  <a:lnTo>
                    <a:pt x="824706" y="5221347"/>
                  </a:lnTo>
                  <a:lnTo>
                    <a:pt x="824800" y="5221347"/>
                  </a:lnTo>
                  <a:lnTo>
                    <a:pt x="824894" y="5221347"/>
                  </a:lnTo>
                  <a:lnTo>
                    <a:pt x="824988" y="5221347"/>
                  </a:lnTo>
                  <a:lnTo>
                    <a:pt x="825082" y="5221347"/>
                  </a:lnTo>
                  <a:lnTo>
                    <a:pt x="825176" y="5221347"/>
                  </a:lnTo>
                  <a:lnTo>
                    <a:pt x="825270" y="5221347"/>
                  </a:lnTo>
                  <a:lnTo>
                    <a:pt x="825364" y="5221347"/>
                  </a:lnTo>
                  <a:lnTo>
                    <a:pt x="825458" y="5221347"/>
                  </a:lnTo>
                  <a:lnTo>
                    <a:pt x="825552" y="5221347"/>
                  </a:lnTo>
                  <a:lnTo>
                    <a:pt x="825646" y="5221347"/>
                  </a:lnTo>
                  <a:lnTo>
                    <a:pt x="825740" y="5221347"/>
                  </a:lnTo>
                  <a:lnTo>
                    <a:pt x="825835" y="5221347"/>
                  </a:lnTo>
                  <a:lnTo>
                    <a:pt x="825929" y="5221347"/>
                  </a:lnTo>
                  <a:lnTo>
                    <a:pt x="826023" y="5221347"/>
                  </a:lnTo>
                  <a:lnTo>
                    <a:pt x="826117" y="5221347"/>
                  </a:lnTo>
                  <a:lnTo>
                    <a:pt x="826211" y="5221347"/>
                  </a:lnTo>
                  <a:lnTo>
                    <a:pt x="826305" y="5221347"/>
                  </a:lnTo>
                  <a:lnTo>
                    <a:pt x="826399" y="5221347"/>
                  </a:lnTo>
                  <a:lnTo>
                    <a:pt x="826493" y="5221347"/>
                  </a:lnTo>
                  <a:lnTo>
                    <a:pt x="826587" y="5221347"/>
                  </a:lnTo>
                  <a:lnTo>
                    <a:pt x="826681" y="5221347"/>
                  </a:lnTo>
                  <a:lnTo>
                    <a:pt x="826775" y="5221347"/>
                  </a:lnTo>
                  <a:lnTo>
                    <a:pt x="826869" y="5221347"/>
                  </a:lnTo>
                  <a:lnTo>
                    <a:pt x="826963" y="5221347"/>
                  </a:lnTo>
                  <a:lnTo>
                    <a:pt x="827057" y="5221347"/>
                  </a:lnTo>
                  <a:lnTo>
                    <a:pt x="827151" y="5221347"/>
                  </a:lnTo>
                  <a:lnTo>
                    <a:pt x="827245" y="5221347"/>
                  </a:lnTo>
                  <a:lnTo>
                    <a:pt x="827339" y="5221347"/>
                  </a:lnTo>
                  <a:lnTo>
                    <a:pt x="827433" y="5221347"/>
                  </a:lnTo>
                  <a:lnTo>
                    <a:pt x="827527" y="5221347"/>
                  </a:lnTo>
                  <a:lnTo>
                    <a:pt x="827621" y="5221347"/>
                  </a:lnTo>
                  <a:lnTo>
                    <a:pt x="827715" y="5221347"/>
                  </a:lnTo>
                  <a:lnTo>
                    <a:pt x="827809" y="5221347"/>
                  </a:lnTo>
                  <a:lnTo>
                    <a:pt x="827903" y="5221347"/>
                  </a:lnTo>
                  <a:lnTo>
                    <a:pt x="827997" y="5221347"/>
                  </a:lnTo>
                  <a:lnTo>
                    <a:pt x="828091" y="5221347"/>
                  </a:lnTo>
                  <a:lnTo>
                    <a:pt x="828185" y="5221347"/>
                  </a:lnTo>
                  <a:lnTo>
                    <a:pt x="828279" y="5221347"/>
                  </a:lnTo>
                  <a:lnTo>
                    <a:pt x="828373" y="5221347"/>
                  </a:lnTo>
                  <a:lnTo>
                    <a:pt x="828467" y="5221347"/>
                  </a:lnTo>
                  <a:lnTo>
                    <a:pt x="828561" y="5221347"/>
                  </a:lnTo>
                  <a:lnTo>
                    <a:pt x="828655" y="5221347"/>
                  </a:lnTo>
                  <a:lnTo>
                    <a:pt x="828749" y="5221347"/>
                  </a:lnTo>
                  <a:lnTo>
                    <a:pt x="828843" y="5221347"/>
                  </a:lnTo>
                  <a:lnTo>
                    <a:pt x="828937" y="5221347"/>
                  </a:lnTo>
                  <a:lnTo>
                    <a:pt x="829031" y="5221347"/>
                  </a:lnTo>
                  <a:lnTo>
                    <a:pt x="829125" y="5221347"/>
                  </a:lnTo>
                  <a:lnTo>
                    <a:pt x="829219" y="5221347"/>
                  </a:lnTo>
                  <a:lnTo>
                    <a:pt x="829313" y="5221347"/>
                  </a:lnTo>
                  <a:lnTo>
                    <a:pt x="829408" y="5221347"/>
                  </a:lnTo>
                  <a:lnTo>
                    <a:pt x="829502" y="5221347"/>
                  </a:lnTo>
                  <a:lnTo>
                    <a:pt x="829596" y="5221347"/>
                  </a:lnTo>
                  <a:lnTo>
                    <a:pt x="829690" y="5221347"/>
                  </a:lnTo>
                  <a:lnTo>
                    <a:pt x="829784" y="5221347"/>
                  </a:lnTo>
                  <a:lnTo>
                    <a:pt x="829878" y="5221347"/>
                  </a:lnTo>
                  <a:lnTo>
                    <a:pt x="829972" y="5221347"/>
                  </a:lnTo>
                  <a:lnTo>
                    <a:pt x="830066" y="5221347"/>
                  </a:lnTo>
                  <a:lnTo>
                    <a:pt x="830160" y="5221347"/>
                  </a:lnTo>
                  <a:lnTo>
                    <a:pt x="830160" y="5216068"/>
                  </a:lnTo>
                  <a:lnTo>
                    <a:pt x="830254" y="5216068"/>
                  </a:lnTo>
                  <a:lnTo>
                    <a:pt x="830348" y="5216068"/>
                  </a:lnTo>
                  <a:lnTo>
                    <a:pt x="830442" y="5216068"/>
                  </a:lnTo>
                  <a:lnTo>
                    <a:pt x="830536" y="5216068"/>
                  </a:lnTo>
                  <a:lnTo>
                    <a:pt x="830630" y="5216068"/>
                  </a:lnTo>
                  <a:lnTo>
                    <a:pt x="830724" y="5216068"/>
                  </a:lnTo>
                  <a:lnTo>
                    <a:pt x="830818" y="5216068"/>
                  </a:lnTo>
                  <a:lnTo>
                    <a:pt x="830912" y="5216068"/>
                  </a:lnTo>
                  <a:lnTo>
                    <a:pt x="831006" y="5216068"/>
                  </a:lnTo>
                  <a:lnTo>
                    <a:pt x="831006" y="5210788"/>
                  </a:lnTo>
                  <a:lnTo>
                    <a:pt x="831100" y="5210788"/>
                  </a:lnTo>
                  <a:lnTo>
                    <a:pt x="831194" y="5210788"/>
                  </a:lnTo>
                  <a:lnTo>
                    <a:pt x="831288" y="5210788"/>
                  </a:lnTo>
                  <a:lnTo>
                    <a:pt x="831382" y="5210788"/>
                  </a:lnTo>
                  <a:lnTo>
                    <a:pt x="831382" y="5205509"/>
                  </a:lnTo>
                  <a:lnTo>
                    <a:pt x="831476" y="5205509"/>
                  </a:lnTo>
                  <a:lnTo>
                    <a:pt x="831570" y="5205509"/>
                  </a:lnTo>
                  <a:lnTo>
                    <a:pt x="831664" y="5205509"/>
                  </a:lnTo>
                  <a:lnTo>
                    <a:pt x="831758" y="5205509"/>
                  </a:lnTo>
                  <a:lnTo>
                    <a:pt x="831852" y="5205509"/>
                  </a:lnTo>
                  <a:lnTo>
                    <a:pt x="831946" y="5205509"/>
                  </a:lnTo>
                  <a:lnTo>
                    <a:pt x="831946" y="5200230"/>
                  </a:lnTo>
                  <a:lnTo>
                    <a:pt x="832040" y="5200230"/>
                  </a:lnTo>
                  <a:lnTo>
                    <a:pt x="832134" y="5200230"/>
                  </a:lnTo>
                  <a:lnTo>
                    <a:pt x="832228" y="5200230"/>
                  </a:lnTo>
                  <a:lnTo>
                    <a:pt x="832322" y="5200230"/>
                  </a:lnTo>
                  <a:lnTo>
                    <a:pt x="832416" y="5200230"/>
                  </a:lnTo>
                  <a:lnTo>
                    <a:pt x="832510" y="5200230"/>
                  </a:lnTo>
                  <a:lnTo>
                    <a:pt x="832604" y="5200230"/>
                  </a:lnTo>
                  <a:lnTo>
                    <a:pt x="832698" y="5200230"/>
                  </a:lnTo>
                  <a:lnTo>
                    <a:pt x="832792" y="5200230"/>
                  </a:lnTo>
                  <a:lnTo>
                    <a:pt x="832887" y="5200230"/>
                  </a:lnTo>
                  <a:lnTo>
                    <a:pt x="832981" y="5200230"/>
                  </a:lnTo>
                  <a:lnTo>
                    <a:pt x="833075" y="5200230"/>
                  </a:lnTo>
                  <a:lnTo>
                    <a:pt x="833169" y="5200230"/>
                  </a:lnTo>
                  <a:lnTo>
                    <a:pt x="833263" y="5200230"/>
                  </a:lnTo>
                  <a:lnTo>
                    <a:pt x="833357" y="5200230"/>
                  </a:lnTo>
                  <a:lnTo>
                    <a:pt x="833451" y="5200230"/>
                  </a:lnTo>
                  <a:lnTo>
                    <a:pt x="833545" y="5200230"/>
                  </a:lnTo>
                  <a:lnTo>
                    <a:pt x="833639" y="5200230"/>
                  </a:lnTo>
                  <a:lnTo>
                    <a:pt x="833733" y="5200230"/>
                  </a:lnTo>
                  <a:lnTo>
                    <a:pt x="833827" y="5200230"/>
                  </a:lnTo>
                  <a:lnTo>
                    <a:pt x="833921" y="5200230"/>
                  </a:lnTo>
                  <a:lnTo>
                    <a:pt x="834015" y="5200230"/>
                  </a:lnTo>
                  <a:lnTo>
                    <a:pt x="834109" y="5200230"/>
                  </a:lnTo>
                  <a:lnTo>
                    <a:pt x="834203" y="5200230"/>
                  </a:lnTo>
                  <a:lnTo>
                    <a:pt x="834297" y="5200230"/>
                  </a:lnTo>
                  <a:lnTo>
                    <a:pt x="834297" y="5194950"/>
                  </a:lnTo>
                  <a:lnTo>
                    <a:pt x="834391" y="5194950"/>
                  </a:lnTo>
                  <a:lnTo>
                    <a:pt x="834485" y="5194950"/>
                  </a:lnTo>
                  <a:lnTo>
                    <a:pt x="834579" y="5194950"/>
                  </a:lnTo>
                  <a:lnTo>
                    <a:pt x="834673" y="5194950"/>
                  </a:lnTo>
                  <a:lnTo>
                    <a:pt x="834767" y="5194950"/>
                  </a:lnTo>
                  <a:lnTo>
                    <a:pt x="834861" y="5194950"/>
                  </a:lnTo>
                  <a:lnTo>
                    <a:pt x="834955" y="5194950"/>
                  </a:lnTo>
                  <a:lnTo>
                    <a:pt x="835049" y="5194950"/>
                  </a:lnTo>
                  <a:lnTo>
                    <a:pt x="835143" y="5194950"/>
                  </a:lnTo>
                  <a:lnTo>
                    <a:pt x="835237" y="5194950"/>
                  </a:lnTo>
                  <a:lnTo>
                    <a:pt x="835331" y="5194950"/>
                  </a:lnTo>
                  <a:lnTo>
                    <a:pt x="835425" y="5194950"/>
                  </a:lnTo>
                  <a:lnTo>
                    <a:pt x="835519" y="5194950"/>
                  </a:lnTo>
                  <a:lnTo>
                    <a:pt x="835613" y="5194950"/>
                  </a:lnTo>
                  <a:lnTo>
                    <a:pt x="835613" y="5189671"/>
                  </a:lnTo>
                  <a:lnTo>
                    <a:pt x="835707" y="5189671"/>
                  </a:lnTo>
                  <a:lnTo>
                    <a:pt x="835801" y="5189671"/>
                  </a:lnTo>
                  <a:lnTo>
                    <a:pt x="835895" y="5189671"/>
                  </a:lnTo>
                  <a:lnTo>
                    <a:pt x="835989" y="5189671"/>
                  </a:lnTo>
                  <a:lnTo>
                    <a:pt x="836083" y="5189671"/>
                  </a:lnTo>
                  <a:lnTo>
                    <a:pt x="836177" y="5189671"/>
                  </a:lnTo>
                  <a:lnTo>
                    <a:pt x="836271" y="5189671"/>
                  </a:lnTo>
                  <a:lnTo>
                    <a:pt x="836365" y="5189671"/>
                  </a:lnTo>
                  <a:lnTo>
                    <a:pt x="836460" y="5189671"/>
                  </a:lnTo>
                  <a:lnTo>
                    <a:pt x="836554" y="5189671"/>
                  </a:lnTo>
                  <a:lnTo>
                    <a:pt x="836648" y="5189671"/>
                  </a:lnTo>
                  <a:lnTo>
                    <a:pt x="836742" y="5189671"/>
                  </a:lnTo>
                  <a:lnTo>
                    <a:pt x="836836" y="5189671"/>
                  </a:lnTo>
                  <a:lnTo>
                    <a:pt x="836930" y="5189671"/>
                  </a:lnTo>
                  <a:lnTo>
                    <a:pt x="837024" y="5189671"/>
                  </a:lnTo>
                  <a:lnTo>
                    <a:pt x="837118" y="5189671"/>
                  </a:lnTo>
                  <a:lnTo>
                    <a:pt x="837212" y="5189671"/>
                  </a:lnTo>
                  <a:lnTo>
                    <a:pt x="837212" y="5184391"/>
                  </a:lnTo>
                  <a:lnTo>
                    <a:pt x="837306" y="5184391"/>
                  </a:lnTo>
                  <a:lnTo>
                    <a:pt x="837400" y="5184391"/>
                  </a:lnTo>
                  <a:lnTo>
                    <a:pt x="837400" y="5179112"/>
                  </a:lnTo>
                  <a:lnTo>
                    <a:pt x="837494" y="5179112"/>
                  </a:lnTo>
                  <a:lnTo>
                    <a:pt x="837588" y="5179112"/>
                  </a:lnTo>
                  <a:lnTo>
                    <a:pt x="837682" y="5179112"/>
                  </a:lnTo>
                  <a:lnTo>
                    <a:pt x="837776" y="5179112"/>
                  </a:lnTo>
                  <a:lnTo>
                    <a:pt x="837870" y="5179112"/>
                  </a:lnTo>
                  <a:lnTo>
                    <a:pt x="837964" y="5179112"/>
                  </a:lnTo>
                  <a:lnTo>
                    <a:pt x="838058" y="5179112"/>
                  </a:lnTo>
                  <a:lnTo>
                    <a:pt x="838152" y="5179112"/>
                  </a:lnTo>
                  <a:lnTo>
                    <a:pt x="838246" y="5179112"/>
                  </a:lnTo>
                  <a:lnTo>
                    <a:pt x="838340" y="5179112"/>
                  </a:lnTo>
                  <a:lnTo>
                    <a:pt x="838434" y="5179112"/>
                  </a:lnTo>
                  <a:lnTo>
                    <a:pt x="838528" y="5179112"/>
                  </a:lnTo>
                  <a:lnTo>
                    <a:pt x="838622" y="5179112"/>
                  </a:lnTo>
                  <a:lnTo>
                    <a:pt x="838622" y="5173832"/>
                  </a:lnTo>
                  <a:lnTo>
                    <a:pt x="838716" y="5173832"/>
                  </a:lnTo>
                  <a:lnTo>
                    <a:pt x="838810" y="5173832"/>
                  </a:lnTo>
                  <a:lnTo>
                    <a:pt x="838904" y="5173832"/>
                  </a:lnTo>
                  <a:lnTo>
                    <a:pt x="838998" y="5173832"/>
                  </a:lnTo>
                  <a:lnTo>
                    <a:pt x="839092" y="5173832"/>
                  </a:lnTo>
                  <a:lnTo>
                    <a:pt x="839186" y="5173832"/>
                  </a:lnTo>
                  <a:lnTo>
                    <a:pt x="839280" y="5173832"/>
                  </a:lnTo>
                  <a:lnTo>
                    <a:pt x="839374" y="5173832"/>
                  </a:lnTo>
                  <a:lnTo>
                    <a:pt x="839468" y="5173832"/>
                  </a:lnTo>
                  <a:lnTo>
                    <a:pt x="839562" y="5173832"/>
                  </a:lnTo>
                  <a:lnTo>
                    <a:pt x="839656" y="5173832"/>
                  </a:lnTo>
                  <a:lnTo>
                    <a:pt x="839750" y="5173832"/>
                  </a:lnTo>
                  <a:lnTo>
                    <a:pt x="839844" y="5173832"/>
                  </a:lnTo>
                  <a:lnTo>
                    <a:pt x="839938" y="5173832"/>
                  </a:lnTo>
                  <a:lnTo>
                    <a:pt x="840033" y="5173832"/>
                  </a:lnTo>
                  <a:lnTo>
                    <a:pt x="840127" y="5173832"/>
                  </a:lnTo>
                  <a:lnTo>
                    <a:pt x="840221" y="5173832"/>
                  </a:lnTo>
                  <a:lnTo>
                    <a:pt x="840315" y="5173832"/>
                  </a:lnTo>
                  <a:lnTo>
                    <a:pt x="840409" y="5173832"/>
                  </a:lnTo>
                  <a:lnTo>
                    <a:pt x="840503" y="5173832"/>
                  </a:lnTo>
                  <a:lnTo>
                    <a:pt x="840597" y="5173832"/>
                  </a:lnTo>
                  <a:lnTo>
                    <a:pt x="840691" y="5173832"/>
                  </a:lnTo>
                  <a:lnTo>
                    <a:pt x="840785" y="5173832"/>
                  </a:lnTo>
                  <a:lnTo>
                    <a:pt x="840879" y="5173832"/>
                  </a:lnTo>
                  <a:lnTo>
                    <a:pt x="840973" y="5173832"/>
                  </a:lnTo>
                  <a:lnTo>
                    <a:pt x="841067" y="5173832"/>
                  </a:lnTo>
                  <a:lnTo>
                    <a:pt x="841161" y="5173832"/>
                  </a:lnTo>
                  <a:lnTo>
                    <a:pt x="841255" y="5173832"/>
                  </a:lnTo>
                  <a:lnTo>
                    <a:pt x="841349" y="5173832"/>
                  </a:lnTo>
                  <a:lnTo>
                    <a:pt x="841443" y="5173832"/>
                  </a:lnTo>
                  <a:lnTo>
                    <a:pt x="841537" y="5173832"/>
                  </a:lnTo>
                  <a:lnTo>
                    <a:pt x="841631" y="5173832"/>
                  </a:lnTo>
                  <a:lnTo>
                    <a:pt x="841725" y="5173832"/>
                  </a:lnTo>
                  <a:lnTo>
                    <a:pt x="841819" y="5173832"/>
                  </a:lnTo>
                  <a:lnTo>
                    <a:pt x="841913" y="5173832"/>
                  </a:lnTo>
                  <a:lnTo>
                    <a:pt x="842007" y="5173832"/>
                  </a:lnTo>
                  <a:lnTo>
                    <a:pt x="842101" y="5173832"/>
                  </a:lnTo>
                  <a:lnTo>
                    <a:pt x="842195" y="5173832"/>
                  </a:lnTo>
                  <a:lnTo>
                    <a:pt x="842289" y="5173832"/>
                  </a:lnTo>
                  <a:lnTo>
                    <a:pt x="842289" y="5168553"/>
                  </a:lnTo>
                  <a:lnTo>
                    <a:pt x="842383" y="5168553"/>
                  </a:lnTo>
                  <a:lnTo>
                    <a:pt x="842477" y="5168553"/>
                  </a:lnTo>
                  <a:lnTo>
                    <a:pt x="842571" y="5168553"/>
                  </a:lnTo>
                  <a:lnTo>
                    <a:pt x="842665" y="5168553"/>
                  </a:lnTo>
                  <a:lnTo>
                    <a:pt x="842759" y="5168553"/>
                  </a:lnTo>
                  <a:lnTo>
                    <a:pt x="842853" y="5168553"/>
                  </a:lnTo>
                  <a:lnTo>
                    <a:pt x="842947" y="5168553"/>
                  </a:lnTo>
                  <a:lnTo>
                    <a:pt x="843041" y="5168553"/>
                  </a:lnTo>
                  <a:lnTo>
                    <a:pt x="843135" y="5168553"/>
                  </a:lnTo>
                  <a:lnTo>
                    <a:pt x="843229" y="5168553"/>
                  </a:lnTo>
                  <a:lnTo>
                    <a:pt x="843323" y="5168553"/>
                  </a:lnTo>
                  <a:lnTo>
                    <a:pt x="843417" y="5168553"/>
                  </a:lnTo>
                  <a:lnTo>
                    <a:pt x="843512" y="5168553"/>
                  </a:lnTo>
                  <a:lnTo>
                    <a:pt x="843606" y="5168553"/>
                  </a:lnTo>
                  <a:lnTo>
                    <a:pt x="843700" y="5168553"/>
                  </a:lnTo>
                  <a:lnTo>
                    <a:pt x="843794" y="5168553"/>
                  </a:lnTo>
                  <a:lnTo>
                    <a:pt x="843888" y="5168553"/>
                  </a:lnTo>
                  <a:lnTo>
                    <a:pt x="843982" y="5168553"/>
                  </a:lnTo>
                  <a:lnTo>
                    <a:pt x="844076" y="5168553"/>
                  </a:lnTo>
                  <a:lnTo>
                    <a:pt x="844170" y="5168553"/>
                  </a:lnTo>
                  <a:lnTo>
                    <a:pt x="844264" y="5168553"/>
                  </a:lnTo>
                  <a:lnTo>
                    <a:pt x="844358" y="5168553"/>
                  </a:lnTo>
                  <a:lnTo>
                    <a:pt x="844452" y="5168553"/>
                  </a:lnTo>
                  <a:lnTo>
                    <a:pt x="844546" y="5168553"/>
                  </a:lnTo>
                  <a:lnTo>
                    <a:pt x="844640" y="5168553"/>
                  </a:lnTo>
                  <a:lnTo>
                    <a:pt x="844734" y="5168553"/>
                  </a:lnTo>
                  <a:lnTo>
                    <a:pt x="844828" y="5168553"/>
                  </a:lnTo>
                  <a:lnTo>
                    <a:pt x="844922" y="5168553"/>
                  </a:lnTo>
                  <a:lnTo>
                    <a:pt x="845016" y="5168553"/>
                  </a:lnTo>
                  <a:lnTo>
                    <a:pt x="845110" y="5168553"/>
                  </a:lnTo>
                  <a:lnTo>
                    <a:pt x="845204" y="5168553"/>
                  </a:lnTo>
                  <a:lnTo>
                    <a:pt x="845298" y="5168553"/>
                  </a:lnTo>
                  <a:lnTo>
                    <a:pt x="845392" y="5168553"/>
                  </a:lnTo>
                  <a:lnTo>
                    <a:pt x="845486" y="5168553"/>
                  </a:lnTo>
                  <a:lnTo>
                    <a:pt x="845580" y="5168553"/>
                  </a:lnTo>
                  <a:lnTo>
                    <a:pt x="845674" y="5168553"/>
                  </a:lnTo>
                  <a:lnTo>
                    <a:pt x="845768" y="5168553"/>
                  </a:lnTo>
                  <a:lnTo>
                    <a:pt x="845862" y="5168553"/>
                  </a:lnTo>
                  <a:lnTo>
                    <a:pt x="845956" y="5168553"/>
                  </a:lnTo>
                  <a:lnTo>
                    <a:pt x="846050" y="5168553"/>
                  </a:lnTo>
                  <a:lnTo>
                    <a:pt x="846144" y="5168553"/>
                  </a:lnTo>
                  <a:lnTo>
                    <a:pt x="846144" y="5163274"/>
                  </a:lnTo>
                  <a:lnTo>
                    <a:pt x="846238" y="5163274"/>
                  </a:lnTo>
                  <a:lnTo>
                    <a:pt x="846332" y="5163274"/>
                  </a:lnTo>
                  <a:lnTo>
                    <a:pt x="846426" y="5163274"/>
                  </a:lnTo>
                  <a:lnTo>
                    <a:pt x="846520" y="5163274"/>
                  </a:lnTo>
                  <a:lnTo>
                    <a:pt x="846614" y="5163274"/>
                  </a:lnTo>
                  <a:lnTo>
                    <a:pt x="846708" y="5163274"/>
                  </a:lnTo>
                  <a:lnTo>
                    <a:pt x="846802" y="5163274"/>
                  </a:lnTo>
                  <a:lnTo>
                    <a:pt x="846896" y="5163274"/>
                  </a:lnTo>
                  <a:lnTo>
                    <a:pt x="846990" y="5163274"/>
                  </a:lnTo>
                  <a:lnTo>
                    <a:pt x="847085" y="5163274"/>
                  </a:lnTo>
                  <a:lnTo>
                    <a:pt x="847179" y="5163274"/>
                  </a:lnTo>
                  <a:lnTo>
                    <a:pt x="847273" y="5163274"/>
                  </a:lnTo>
                  <a:lnTo>
                    <a:pt x="847367" y="5163274"/>
                  </a:lnTo>
                  <a:lnTo>
                    <a:pt x="847461" y="5163274"/>
                  </a:lnTo>
                  <a:lnTo>
                    <a:pt x="847555" y="5163274"/>
                  </a:lnTo>
                  <a:lnTo>
                    <a:pt x="847649" y="5163274"/>
                  </a:lnTo>
                  <a:lnTo>
                    <a:pt x="847743" y="5163274"/>
                  </a:lnTo>
                  <a:lnTo>
                    <a:pt x="847837" y="5163274"/>
                  </a:lnTo>
                  <a:lnTo>
                    <a:pt x="847931" y="5163274"/>
                  </a:lnTo>
                  <a:lnTo>
                    <a:pt x="848025" y="5163274"/>
                  </a:lnTo>
                  <a:lnTo>
                    <a:pt x="848119" y="5163274"/>
                  </a:lnTo>
                  <a:lnTo>
                    <a:pt x="848213" y="5163274"/>
                  </a:lnTo>
                  <a:lnTo>
                    <a:pt x="848307" y="5163274"/>
                  </a:lnTo>
                  <a:lnTo>
                    <a:pt x="848401" y="5163274"/>
                  </a:lnTo>
                  <a:lnTo>
                    <a:pt x="848495" y="5163274"/>
                  </a:lnTo>
                  <a:lnTo>
                    <a:pt x="848589" y="5163274"/>
                  </a:lnTo>
                  <a:lnTo>
                    <a:pt x="848683" y="5163274"/>
                  </a:lnTo>
                  <a:lnTo>
                    <a:pt x="848777" y="5163274"/>
                  </a:lnTo>
                  <a:lnTo>
                    <a:pt x="848871" y="5163274"/>
                  </a:lnTo>
                  <a:lnTo>
                    <a:pt x="848965" y="5163274"/>
                  </a:lnTo>
                  <a:lnTo>
                    <a:pt x="849059" y="5163274"/>
                  </a:lnTo>
                  <a:lnTo>
                    <a:pt x="849153" y="5163274"/>
                  </a:lnTo>
                  <a:lnTo>
                    <a:pt x="849247" y="5163274"/>
                  </a:lnTo>
                  <a:lnTo>
                    <a:pt x="849341" y="5163274"/>
                  </a:lnTo>
                  <a:lnTo>
                    <a:pt x="849435" y="5163274"/>
                  </a:lnTo>
                  <a:lnTo>
                    <a:pt x="849529" y="5163274"/>
                  </a:lnTo>
                  <a:lnTo>
                    <a:pt x="849623" y="5163274"/>
                  </a:lnTo>
                  <a:lnTo>
                    <a:pt x="849717" y="5163274"/>
                  </a:lnTo>
                  <a:lnTo>
                    <a:pt x="849811" y="5163274"/>
                  </a:lnTo>
                  <a:lnTo>
                    <a:pt x="849905" y="5163274"/>
                  </a:lnTo>
                  <a:lnTo>
                    <a:pt x="849999" y="5163274"/>
                  </a:lnTo>
                  <a:lnTo>
                    <a:pt x="850093" y="5163274"/>
                  </a:lnTo>
                  <a:lnTo>
                    <a:pt x="850187" y="5163274"/>
                  </a:lnTo>
                  <a:lnTo>
                    <a:pt x="850281" y="5163274"/>
                  </a:lnTo>
                  <a:lnTo>
                    <a:pt x="850375" y="5163274"/>
                  </a:lnTo>
                  <a:lnTo>
                    <a:pt x="850469" y="5163274"/>
                  </a:lnTo>
                  <a:lnTo>
                    <a:pt x="850563" y="5163274"/>
                  </a:lnTo>
                  <a:lnTo>
                    <a:pt x="850658" y="5163274"/>
                  </a:lnTo>
                  <a:lnTo>
                    <a:pt x="850752" y="5163274"/>
                  </a:lnTo>
                  <a:lnTo>
                    <a:pt x="850846" y="5163274"/>
                  </a:lnTo>
                  <a:lnTo>
                    <a:pt x="850940" y="5163274"/>
                  </a:lnTo>
                  <a:lnTo>
                    <a:pt x="851034" y="5163274"/>
                  </a:lnTo>
                  <a:lnTo>
                    <a:pt x="851128" y="5163274"/>
                  </a:lnTo>
                  <a:lnTo>
                    <a:pt x="851222" y="5163274"/>
                  </a:lnTo>
                  <a:lnTo>
                    <a:pt x="851316" y="5163274"/>
                  </a:lnTo>
                  <a:lnTo>
                    <a:pt x="851410" y="5163274"/>
                  </a:lnTo>
                  <a:lnTo>
                    <a:pt x="851504" y="5163274"/>
                  </a:lnTo>
                  <a:lnTo>
                    <a:pt x="851598" y="5163274"/>
                  </a:lnTo>
                  <a:lnTo>
                    <a:pt x="851692" y="5163274"/>
                  </a:lnTo>
                  <a:lnTo>
                    <a:pt x="851786" y="5163274"/>
                  </a:lnTo>
                  <a:lnTo>
                    <a:pt x="851880" y="5163274"/>
                  </a:lnTo>
                  <a:lnTo>
                    <a:pt x="851974" y="5163274"/>
                  </a:lnTo>
                  <a:lnTo>
                    <a:pt x="852068" y="5163274"/>
                  </a:lnTo>
                  <a:lnTo>
                    <a:pt x="852162" y="5163274"/>
                  </a:lnTo>
                  <a:lnTo>
                    <a:pt x="852256" y="5163274"/>
                  </a:lnTo>
                  <a:lnTo>
                    <a:pt x="852350" y="5163274"/>
                  </a:lnTo>
                  <a:lnTo>
                    <a:pt x="852444" y="5163274"/>
                  </a:lnTo>
                  <a:lnTo>
                    <a:pt x="852538" y="5163274"/>
                  </a:lnTo>
                  <a:lnTo>
                    <a:pt x="852632" y="5163274"/>
                  </a:lnTo>
                  <a:lnTo>
                    <a:pt x="852726" y="5163274"/>
                  </a:lnTo>
                  <a:lnTo>
                    <a:pt x="852820" y="5163274"/>
                  </a:lnTo>
                  <a:lnTo>
                    <a:pt x="852914" y="5163274"/>
                  </a:lnTo>
                  <a:lnTo>
                    <a:pt x="853008" y="5163274"/>
                  </a:lnTo>
                  <a:lnTo>
                    <a:pt x="853102" y="5163274"/>
                  </a:lnTo>
                  <a:lnTo>
                    <a:pt x="853102" y="5157994"/>
                  </a:lnTo>
                  <a:lnTo>
                    <a:pt x="853196" y="5157994"/>
                  </a:lnTo>
                  <a:lnTo>
                    <a:pt x="853290" y="5157994"/>
                  </a:lnTo>
                  <a:lnTo>
                    <a:pt x="853384" y="5157994"/>
                  </a:lnTo>
                  <a:lnTo>
                    <a:pt x="853478" y="5157994"/>
                  </a:lnTo>
                  <a:lnTo>
                    <a:pt x="853572" y="5157994"/>
                  </a:lnTo>
                  <a:lnTo>
                    <a:pt x="853666" y="5157994"/>
                  </a:lnTo>
                  <a:lnTo>
                    <a:pt x="853760" y="5157994"/>
                  </a:lnTo>
                  <a:lnTo>
                    <a:pt x="853760" y="5152715"/>
                  </a:lnTo>
                  <a:lnTo>
                    <a:pt x="853854" y="5152715"/>
                  </a:lnTo>
                  <a:lnTo>
                    <a:pt x="853948" y="5152715"/>
                  </a:lnTo>
                  <a:lnTo>
                    <a:pt x="854042" y="5152715"/>
                  </a:lnTo>
                  <a:lnTo>
                    <a:pt x="854136" y="5152715"/>
                  </a:lnTo>
                  <a:lnTo>
                    <a:pt x="854231" y="5152715"/>
                  </a:lnTo>
                  <a:lnTo>
                    <a:pt x="854325" y="5152715"/>
                  </a:lnTo>
                  <a:lnTo>
                    <a:pt x="854419" y="5152715"/>
                  </a:lnTo>
                  <a:lnTo>
                    <a:pt x="854513" y="5152715"/>
                  </a:lnTo>
                  <a:lnTo>
                    <a:pt x="854607" y="5152715"/>
                  </a:lnTo>
                  <a:lnTo>
                    <a:pt x="854701" y="5152715"/>
                  </a:lnTo>
                  <a:lnTo>
                    <a:pt x="854701" y="5147435"/>
                  </a:lnTo>
                  <a:lnTo>
                    <a:pt x="854795" y="5147435"/>
                  </a:lnTo>
                  <a:lnTo>
                    <a:pt x="854889" y="5147435"/>
                  </a:lnTo>
                  <a:lnTo>
                    <a:pt x="854983" y="5147435"/>
                  </a:lnTo>
                  <a:lnTo>
                    <a:pt x="855077" y="5147435"/>
                  </a:lnTo>
                  <a:lnTo>
                    <a:pt x="855171" y="5147435"/>
                  </a:lnTo>
                  <a:lnTo>
                    <a:pt x="855265" y="5147435"/>
                  </a:lnTo>
                  <a:lnTo>
                    <a:pt x="855359" y="5147435"/>
                  </a:lnTo>
                  <a:lnTo>
                    <a:pt x="855453" y="5147435"/>
                  </a:lnTo>
                  <a:lnTo>
                    <a:pt x="855547" y="5147435"/>
                  </a:lnTo>
                  <a:lnTo>
                    <a:pt x="855641" y="5147435"/>
                  </a:lnTo>
                  <a:lnTo>
                    <a:pt x="855735" y="5147435"/>
                  </a:lnTo>
                  <a:lnTo>
                    <a:pt x="855829" y="5147435"/>
                  </a:lnTo>
                  <a:lnTo>
                    <a:pt x="855923" y="5147435"/>
                  </a:lnTo>
                  <a:lnTo>
                    <a:pt x="856017" y="5147435"/>
                  </a:lnTo>
                  <a:lnTo>
                    <a:pt x="856111" y="5147435"/>
                  </a:lnTo>
                  <a:lnTo>
                    <a:pt x="856205" y="5147435"/>
                  </a:lnTo>
                  <a:lnTo>
                    <a:pt x="856299" y="5147435"/>
                  </a:lnTo>
                  <a:lnTo>
                    <a:pt x="856393" y="5147435"/>
                  </a:lnTo>
                  <a:lnTo>
                    <a:pt x="856487" y="5147435"/>
                  </a:lnTo>
                  <a:lnTo>
                    <a:pt x="856581" y="5147435"/>
                  </a:lnTo>
                  <a:lnTo>
                    <a:pt x="856675" y="5147435"/>
                  </a:lnTo>
                  <a:lnTo>
                    <a:pt x="856769" y="5147435"/>
                  </a:lnTo>
                  <a:lnTo>
                    <a:pt x="856863" y="5147435"/>
                  </a:lnTo>
                  <a:lnTo>
                    <a:pt x="856957" y="5147435"/>
                  </a:lnTo>
                  <a:lnTo>
                    <a:pt x="857051" y="5147435"/>
                  </a:lnTo>
                  <a:lnTo>
                    <a:pt x="857145" y="5147435"/>
                  </a:lnTo>
                  <a:lnTo>
                    <a:pt x="857239" y="5147435"/>
                  </a:lnTo>
                  <a:lnTo>
                    <a:pt x="857333" y="5147435"/>
                  </a:lnTo>
                  <a:lnTo>
                    <a:pt x="857427" y="5147435"/>
                  </a:lnTo>
                  <a:lnTo>
                    <a:pt x="857521" y="5147435"/>
                  </a:lnTo>
                  <a:lnTo>
                    <a:pt x="857615" y="5147435"/>
                  </a:lnTo>
                  <a:lnTo>
                    <a:pt x="857710" y="5147435"/>
                  </a:lnTo>
                  <a:lnTo>
                    <a:pt x="857804" y="5147435"/>
                  </a:lnTo>
                  <a:lnTo>
                    <a:pt x="857898" y="5147435"/>
                  </a:lnTo>
                  <a:lnTo>
                    <a:pt x="857992" y="5147435"/>
                  </a:lnTo>
                  <a:lnTo>
                    <a:pt x="858086" y="5147435"/>
                  </a:lnTo>
                  <a:lnTo>
                    <a:pt x="858180" y="5147435"/>
                  </a:lnTo>
                  <a:lnTo>
                    <a:pt x="858274" y="5147435"/>
                  </a:lnTo>
                  <a:lnTo>
                    <a:pt x="858368" y="5147435"/>
                  </a:lnTo>
                  <a:lnTo>
                    <a:pt x="858462" y="5147435"/>
                  </a:lnTo>
                  <a:lnTo>
                    <a:pt x="858556" y="5147435"/>
                  </a:lnTo>
                  <a:lnTo>
                    <a:pt x="858650" y="5147435"/>
                  </a:lnTo>
                  <a:lnTo>
                    <a:pt x="858744" y="5147435"/>
                  </a:lnTo>
                  <a:lnTo>
                    <a:pt x="858838" y="5147435"/>
                  </a:lnTo>
                  <a:lnTo>
                    <a:pt x="858932" y="5147435"/>
                  </a:lnTo>
                  <a:lnTo>
                    <a:pt x="859026" y="5147435"/>
                  </a:lnTo>
                  <a:lnTo>
                    <a:pt x="859120" y="5147435"/>
                  </a:lnTo>
                  <a:lnTo>
                    <a:pt x="859214" y="5147435"/>
                  </a:lnTo>
                  <a:lnTo>
                    <a:pt x="859308" y="5147435"/>
                  </a:lnTo>
                  <a:lnTo>
                    <a:pt x="859402" y="5147435"/>
                  </a:lnTo>
                  <a:lnTo>
                    <a:pt x="859496" y="5147435"/>
                  </a:lnTo>
                  <a:lnTo>
                    <a:pt x="859590" y="5147435"/>
                  </a:lnTo>
                  <a:lnTo>
                    <a:pt x="859684" y="5147435"/>
                  </a:lnTo>
                  <a:lnTo>
                    <a:pt x="859778" y="5147435"/>
                  </a:lnTo>
                  <a:lnTo>
                    <a:pt x="859872" y="5147435"/>
                  </a:lnTo>
                  <a:lnTo>
                    <a:pt x="859966" y="5147435"/>
                  </a:lnTo>
                  <a:lnTo>
                    <a:pt x="860060" y="5147435"/>
                  </a:lnTo>
                  <a:lnTo>
                    <a:pt x="860060" y="5142156"/>
                  </a:lnTo>
                  <a:lnTo>
                    <a:pt x="860154" y="5142156"/>
                  </a:lnTo>
                  <a:lnTo>
                    <a:pt x="860248" y="5142156"/>
                  </a:lnTo>
                  <a:lnTo>
                    <a:pt x="860342" y="5142156"/>
                  </a:lnTo>
                  <a:lnTo>
                    <a:pt x="860436" y="5142156"/>
                  </a:lnTo>
                  <a:lnTo>
                    <a:pt x="860530" y="5142156"/>
                  </a:lnTo>
                  <a:lnTo>
                    <a:pt x="860624" y="5142156"/>
                  </a:lnTo>
                  <a:lnTo>
                    <a:pt x="860718" y="5142156"/>
                  </a:lnTo>
                  <a:lnTo>
                    <a:pt x="860812" y="5142156"/>
                  </a:lnTo>
                  <a:lnTo>
                    <a:pt x="860906" y="5142156"/>
                  </a:lnTo>
                  <a:lnTo>
                    <a:pt x="861000" y="5142156"/>
                  </a:lnTo>
                  <a:lnTo>
                    <a:pt x="861094" y="5142156"/>
                  </a:lnTo>
                  <a:lnTo>
                    <a:pt x="861188" y="5142156"/>
                  </a:lnTo>
                  <a:lnTo>
                    <a:pt x="861283" y="5142156"/>
                  </a:lnTo>
                  <a:lnTo>
                    <a:pt x="861377" y="5142156"/>
                  </a:lnTo>
                  <a:lnTo>
                    <a:pt x="861471" y="5142156"/>
                  </a:lnTo>
                  <a:lnTo>
                    <a:pt x="861565" y="5142156"/>
                  </a:lnTo>
                  <a:lnTo>
                    <a:pt x="861659" y="5142156"/>
                  </a:lnTo>
                  <a:lnTo>
                    <a:pt x="861753" y="5142156"/>
                  </a:lnTo>
                  <a:lnTo>
                    <a:pt x="861847" y="5142156"/>
                  </a:lnTo>
                  <a:lnTo>
                    <a:pt x="861941" y="5142156"/>
                  </a:lnTo>
                  <a:lnTo>
                    <a:pt x="862035" y="5142156"/>
                  </a:lnTo>
                  <a:lnTo>
                    <a:pt x="862129" y="5142156"/>
                  </a:lnTo>
                  <a:lnTo>
                    <a:pt x="862223" y="5142156"/>
                  </a:lnTo>
                  <a:lnTo>
                    <a:pt x="862317" y="5142156"/>
                  </a:lnTo>
                  <a:lnTo>
                    <a:pt x="862411" y="5142156"/>
                  </a:lnTo>
                  <a:lnTo>
                    <a:pt x="862505" y="5142156"/>
                  </a:lnTo>
                  <a:lnTo>
                    <a:pt x="862599" y="5142156"/>
                  </a:lnTo>
                  <a:lnTo>
                    <a:pt x="862693" y="5142156"/>
                  </a:lnTo>
                  <a:lnTo>
                    <a:pt x="862787" y="5142156"/>
                  </a:lnTo>
                  <a:lnTo>
                    <a:pt x="862881" y="5142156"/>
                  </a:lnTo>
                  <a:lnTo>
                    <a:pt x="862975" y="5142156"/>
                  </a:lnTo>
                  <a:lnTo>
                    <a:pt x="863069" y="5142156"/>
                  </a:lnTo>
                  <a:lnTo>
                    <a:pt x="863163" y="5142156"/>
                  </a:lnTo>
                  <a:lnTo>
                    <a:pt x="863257" y="5142156"/>
                  </a:lnTo>
                  <a:lnTo>
                    <a:pt x="863351" y="5142156"/>
                  </a:lnTo>
                  <a:lnTo>
                    <a:pt x="863445" y="5142156"/>
                  </a:lnTo>
                  <a:lnTo>
                    <a:pt x="863539" y="5142156"/>
                  </a:lnTo>
                  <a:lnTo>
                    <a:pt x="863633" y="5142156"/>
                  </a:lnTo>
                  <a:lnTo>
                    <a:pt x="863727" y="5142156"/>
                  </a:lnTo>
                  <a:lnTo>
                    <a:pt x="863821" y="5142156"/>
                  </a:lnTo>
                  <a:lnTo>
                    <a:pt x="863915" y="5142156"/>
                  </a:lnTo>
                  <a:lnTo>
                    <a:pt x="864009" y="5142156"/>
                  </a:lnTo>
                  <a:lnTo>
                    <a:pt x="864103" y="5142156"/>
                  </a:lnTo>
                  <a:lnTo>
                    <a:pt x="864197" y="5142156"/>
                  </a:lnTo>
                  <a:lnTo>
                    <a:pt x="864291" y="5142156"/>
                  </a:lnTo>
                  <a:lnTo>
                    <a:pt x="864385" y="5142156"/>
                  </a:lnTo>
                  <a:lnTo>
                    <a:pt x="864479" y="5142156"/>
                  </a:lnTo>
                  <a:lnTo>
                    <a:pt x="864573" y="5142156"/>
                  </a:lnTo>
                  <a:lnTo>
                    <a:pt x="864667" y="5142156"/>
                  </a:lnTo>
                  <a:lnTo>
                    <a:pt x="864761" y="5142156"/>
                  </a:lnTo>
                  <a:lnTo>
                    <a:pt x="864856" y="5142156"/>
                  </a:lnTo>
                  <a:lnTo>
                    <a:pt x="864950" y="5142156"/>
                  </a:lnTo>
                  <a:lnTo>
                    <a:pt x="865044" y="5142156"/>
                  </a:lnTo>
                  <a:lnTo>
                    <a:pt x="865138" y="5142156"/>
                  </a:lnTo>
                  <a:lnTo>
                    <a:pt x="865232" y="5142156"/>
                  </a:lnTo>
                  <a:lnTo>
                    <a:pt x="865326" y="5142156"/>
                  </a:lnTo>
                  <a:lnTo>
                    <a:pt x="865326" y="5136876"/>
                  </a:lnTo>
                  <a:lnTo>
                    <a:pt x="865420" y="5136876"/>
                  </a:lnTo>
                  <a:lnTo>
                    <a:pt x="865514" y="5136876"/>
                  </a:lnTo>
                  <a:lnTo>
                    <a:pt x="865608" y="5136876"/>
                  </a:lnTo>
                  <a:lnTo>
                    <a:pt x="865702" y="5136876"/>
                  </a:lnTo>
                  <a:lnTo>
                    <a:pt x="865796" y="5136876"/>
                  </a:lnTo>
                  <a:lnTo>
                    <a:pt x="865890" y="5136876"/>
                  </a:lnTo>
                  <a:lnTo>
                    <a:pt x="865984" y="5136876"/>
                  </a:lnTo>
                  <a:lnTo>
                    <a:pt x="866078" y="5136876"/>
                  </a:lnTo>
                  <a:lnTo>
                    <a:pt x="866172" y="5136876"/>
                  </a:lnTo>
                  <a:lnTo>
                    <a:pt x="866266" y="5136876"/>
                  </a:lnTo>
                  <a:lnTo>
                    <a:pt x="866360" y="5136876"/>
                  </a:lnTo>
                  <a:lnTo>
                    <a:pt x="866454" y="5136876"/>
                  </a:lnTo>
                  <a:lnTo>
                    <a:pt x="866548" y="5136876"/>
                  </a:lnTo>
                  <a:lnTo>
                    <a:pt x="866642" y="5136876"/>
                  </a:lnTo>
                  <a:lnTo>
                    <a:pt x="866736" y="5136876"/>
                  </a:lnTo>
                  <a:lnTo>
                    <a:pt x="866830" y="5136876"/>
                  </a:lnTo>
                  <a:lnTo>
                    <a:pt x="866924" y="5136876"/>
                  </a:lnTo>
                  <a:lnTo>
                    <a:pt x="867018" y="5136876"/>
                  </a:lnTo>
                  <a:lnTo>
                    <a:pt x="867112" y="5136876"/>
                  </a:lnTo>
                  <a:lnTo>
                    <a:pt x="867206" y="5136876"/>
                  </a:lnTo>
                  <a:lnTo>
                    <a:pt x="867300" y="5136876"/>
                  </a:lnTo>
                  <a:lnTo>
                    <a:pt x="867394" y="5136876"/>
                  </a:lnTo>
                  <a:lnTo>
                    <a:pt x="867394" y="5131597"/>
                  </a:lnTo>
                  <a:lnTo>
                    <a:pt x="867488" y="5131597"/>
                  </a:lnTo>
                  <a:lnTo>
                    <a:pt x="867488" y="5126318"/>
                  </a:lnTo>
                  <a:lnTo>
                    <a:pt x="867582" y="5126318"/>
                  </a:lnTo>
                  <a:lnTo>
                    <a:pt x="867676" y="5126318"/>
                  </a:lnTo>
                  <a:lnTo>
                    <a:pt x="867770" y="5126318"/>
                  </a:lnTo>
                  <a:lnTo>
                    <a:pt x="867864" y="5126318"/>
                  </a:lnTo>
                  <a:lnTo>
                    <a:pt x="867958" y="5126318"/>
                  </a:lnTo>
                  <a:lnTo>
                    <a:pt x="868052" y="5126318"/>
                  </a:lnTo>
                  <a:lnTo>
                    <a:pt x="868146" y="5126318"/>
                  </a:lnTo>
                  <a:lnTo>
                    <a:pt x="868240" y="5126318"/>
                  </a:lnTo>
                  <a:lnTo>
                    <a:pt x="868335" y="5126318"/>
                  </a:lnTo>
                  <a:lnTo>
                    <a:pt x="868429" y="5126318"/>
                  </a:lnTo>
                  <a:lnTo>
                    <a:pt x="868523" y="5126318"/>
                  </a:lnTo>
                  <a:lnTo>
                    <a:pt x="868617" y="5126318"/>
                  </a:lnTo>
                  <a:lnTo>
                    <a:pt x="868711" y="5126318"/>
                  </a:lnTo>
                  <a:lnTo>
                    <a:pt x="868805" y="5126318"/>
                  </a:lnTo>
                  <a:lnTo>
                    <a:pt x="868899" y="5126318"/>
                  </a:lnTo>
                  <a:lnTo>
                    <a:pt x="868993" y="5126318"/>
                  </a:lnTo>
                  <a:lnTo>
                    <a:pt x="869087" y="5126318"/>
                  </a:lnTo>
                  <a:lnTo>
                    <a:pt x="869181" y="5126318"/>
                  </a:lnTo>
                  <a:lnTo>
                    <a:pt x="869275" y="5126318"/>
                  </a:lnTo>
                  <a:lnTo>
                    <a:pt x="869369" y="5126318"/>
                  </a:lnTo>
                  <a:lnTo>
                    <a:pt x="869463" y="5126318"/>
                  </a:lnTo>
                  <a:lnTo>
                    <a:pt x="869557" y="5126318"/>
                  </a:lnTo>
                  <a:lnTo>
                    <a:pt x="869651" y="5126318"/>
                  </a:lnTo>
                  <a:lnTo>
                    <a:pt x="869745" y="5126318"/>
                  </a:lnTo>
                  <a:lnTo>
                    <a:pt x="869839" y="5126318"/>
                  </a:lnTo>
                  <a:lnTo>
                    <a:pt x="869933" y="5126318"/>
                  </a:lnTo>
                  <a:lnTo>
                    <a:pt x="870027" y="5126318"/>
                  </a:lnTo>
                  <a:lnTo>
                    <a:pt x="870121" y="5126318"/>
                  </a:lnTo>
                  <a:lnTo>
                    <a:pt x="870215" y="5126318"/>
                  </a:lnTo>
                  <a:lnTo>
                    <a:pt x="870309" y="5126318"/>
                  </a:lnTo>
                  <a:lnTo>
                    <a:pt x="870309" y="5121038"/>
                  </a:lnTo>
                  <a:lnTo>
                    <a:pt x="870403" y="5121038"/>
                  </a:lnTo>
                  <a:lnTo>
                    <a:pt x="870497" y="5121038"/>
                  </a:lnTo>
                  <a:lnTo>
                    <a:pt x="870591" y="5121038"/>
                  </a:lnTo>
                  <a:lnTo>
                    <a:pt x="870685" y="5121038"/>
                  </a:lnTo>
                  <a:lnTo>
                    <a:pt x="870779" y="5121038"/>
                  </a:lnTo>
                  <a:lnTo>
                    <a:pt x="870873" y="5121038"/>
                  </a:lnTo>
                  <a:lnTo>
                    <a:pt x="870967" y="5121038"/>
                  </a:lnTo>
                  <a:lnTo>
                    <a:pt x="871061" y="5121038"/>
                  </a:lnTo>
                  <a:lnTo>
                    <a:pt x="871155" y="5121038"/>
                  </a:lnTo>
                  <a:lnTo>
                    <a:pt x="871249" y="5121038"/>
                  </a:lnTo>
                  <a:lnTo>
                    <a:pt x="871343" y="5121038"/>
                  </a:lnTo>
                  <a:lnTo>
                    <a:pt x="871437" y="5121038"/>
                  </a:lnTo>
                  <a:lnTo>
                    <a:pt x="871531" y="5121038"/>
                  </a:lnTo>
                  <a:lnTo>
                    <a:pt x="871625" y="5121038"/>
                  </a:lnTo>
                  <a:lnTo>
                    <a:pt x="871625" y="5115759"/>
                  </a:lnTo>
                  <a:lnTo>
                    <a:pt x="871719" y="5115759"/>
                  </a:lnTo>
                  <a:lnTo>
                    <a:pt x="871813" y="5115759"/>
                  </a:lnTo>
                  <a:lnTo>
                    <a:pt x="871908" y="5115759"/>
                  </a:lnTo>
                  <a:lnTo>
                    <a:pt x="872002" y="5115759"/>
                  </a:lnTo>
                  <a:lnTo>
                    <a:pt x="872096" y="5115759"/>
                  </a:lnTo>
                  <a:lnTo>
                    <a:pt x="872190" y="5115759"/>
                  </a:lnTo>
                  <a:lnTo>
                    <a:pt x="872284" y="5115759"/>
                  </a:lnTo>
                  <a:lnTo>
                    <a:pt x="872378" y="5115759"/>
                  </a:lnTo>
                  <a:lnTo>
                    <a:pt x="872472" y="5115759"/>
                  </a:lnTo>
                  <a:lnTo>
                    <a:pt x="872566" y="5115759"/>
                  </a:lnTo>
                  <a:lnTo>
                    <a:pt x="872660" y="5115759"/>
                  </a:lnTo>
                  <a:lnTo>
                    <a:pt x="872754" y="5115759"/>
                  </a:lnTo>
                  <a:lnTo>
                    <a:pt x="872848" y="5115759"/>
                  </a:lnTo>
                  <a:lnTo>
                    <a:pt x="872942" y="5115759"/>
                  </a:lnTo>
                  <a:lnTo>
                    <a:pt x="873036" y="5115759"/>
                  </a:lnTo>
                  <a:lnTo>
                    <a:pt x="873130" y="5115759"/>
                  </a:lnTo>
                  <a:lnTo>
                    <a:pt x="873224" y="5115759"/>
                  </a:lnTo>
                  <a:lnTo>
                    <a:pt x="873318" y="5115759"/>
                  </a:lnTo>
                  <a:lnTo>
                    <a:pt x="873412" y="5115759"/>
                  </a:lnTo>
                  <a:lnTo>
                    <a:pt x="873506" y="5115759"/>
                  </a:lnTo>
                  <a:lnTo>
                    <a:pt x="873506" y="5110479"/>
                  </a:lnTo>
                  <a:lnTo>
                    <a:pt x="873600" y="5110479"/>
                  </a:lnTo>
                  <a:lnTo>
                    <a:pt x="873694" y="5110479"/>
                  </a:lnTo>
                  <a:lnTo>
                    <a:pt x="873788" y="5110479"/>
                  </a:lnTo>
                  <a:lnTo>
                    <a:pt x="873882" y="5110479"/>
                  </a:lnTo>
                  <a:lnTo>
                    <a:pt x="873976" y="5110479"/>
                  </a:lnTo>
                  <a:lnTo>
                    <a:pt x="874070" y="5110479"/>
                  </a:lnTo>
                  <a:lnTo>
                    <a:pt x="874164" y="5110479"/>
                  </a:lnTo>
                  <a:lnTo>
                    <a:pt x="874258" y="5110479"/>
                  </a:lnTo>
                  <a:lnTo>
                    <a:pt x="874352" y="5110479"/>
                  </a:lnTo>
                  <a:lnTo>
                    <a:pt x="874446" y="5110479"/>
                  </a:lnTo>
                  <a:lnTo>
                    <a:pt x="874540" y="5110479"/>
                  </a:lnTo>
                  <a:lnTo>
                    <a:pt x="874634" y="5110479"/>
                  </a:lnTo>
                  <a:lnTo>
                    <a:pt x="874728" y="5110479"/>
                  </a:lnTo>
                  <a:lnTo>
                    <a:pt x="874728" y="5105200"/>
                  </a:lnTo>
                  <a:lnTo>
                    <a:pt x="874822" y="5105200"/>
                  </a:lnTo>
                  <a:lnTo>
                    <a:pt x="874916" y="5105200"/>
                  </a:lnTo>
                  <a:lnTo>
                    <a:pt x="875010" y="5105200"/>
                  </a:lnTo>
                  <a:lnTo>
                    <a:pt x="875104" y="5105200"/>
                  </a:lnTo>
                  <a:lnTo>
                    <a:pt x="875198" y="5105200"/>
                  </a:lnTo>
                  <a:lnTo>
                    <a:pt x="875292" y="5105200"/>
                  </a:lnTo>
                  <a:lnTo>
                    <a:pt x="875386" y="5105200"/>
                  </a:lnTo>
                  <a:lnTo>
                    <a:pt x="875481" y="5105200"/>
                  </a:lnTo>
                  <a:lnTo>
                    <a:pt x="875575" y="5105200"/>
                  </a:lnTo>
                  <a:lnTo>
                    <a:pt x="875669" y="5105200"/>
                  </a:lnTo>
                  <a:lnTo>
                    <a:pt x="875763" y="5105200"/>
                  </a:lnTo>
                  <a:lnTo>
                    <a:pt x="875857" y="5105200"/>
                  </a:lnTo>
                  <a:lnTo>
                    <a:pt x="875951" y="5105200"/>
                  </a:lnTo>
                  <a:lnTo>
                    <a:pt x="876045" y="5105200"/>
                  </a:lnTo>
                  <a:lnTo>
                    <a:pt x="876139" y="5105200"/>
                  </a:lnTo>
                  <a:lnTo>
                    <a:pt x="876233" y="5105200"/>
                  </a:lnTo>
                  <a:lnTo>
                    <a:pt x="876327" y="5105200"/>
                  </a:lnTo>
                  <a:lnTo>
                    <a:pt x="876421" y="5105200"/>
                  </a:lnTo>
                  <a:lnTo>
                    <a:pt x="876515" y="5105200"/>
                  </a:lnTo>
                  <a:lnTo>
                    <a:pt x="876515" y="5099921"/>
                  </a:lnTo>
                  <a:lnTo>
                    <a:pt x="876609" y="5099921"/>
                  </a:lnTo>
                  <a:lnTo>
                    <a:pt x="876703" y="5099921"/>
                  </a:lnTo>
                  <a:lnTo>
                    <a:pt x="876797" y="5099921"/>
                  </a:lnTo>
                  <a:lnTo>
                    <a:pt x="876891" y="5099921"/>
                  </a:lnTo>
                  <a:lnTo>
                    <a:pt x="876985" y="5099921"/>
                  </a:lnTo>
                  <a:lnTo>
                    <a:pt x="877079" y="5099921"/>
                  </a:lnTo>
                  <a:lnTo>
                    <a:pt x="877173" y="5099921"/>
                  </a:lnTo>
                  <a:lnTo>
                    <a:pt x="877267" y="5099921"/>
                  </a:lnTo>
                  <a:lnTo>
                    <a:pt x="877361" y="5099921"/>
                  </a:lnTo>
                  <a:lnTo>
                    <a:pt x="877455" y="5099921"/>
                  </a:lnTo>
                  <a:lnTo>
                    <a:pt x="877549" y="5099921"/>
                  </a:lnTo>
                  <a:lnTo>
                    <a:pt x="877643" y="5099921"/>
                  </a:lnTo>
                  <a:lnTo>
                    <a:pt x="877737" y="5099921"/>
                  </a:lnTo>
                  <a:lnTo>
                    <a:pt x="877831" y="5099921"/>
                  </a:lnTo>
                  <a:lnTo>
                    <a:pt x="877925" y="5099921"/>
                  </a:lnTo>
                  <a:lnTo>
                    <a:pt x="878019" y="5099921"/>
                  </a:lnTo>
                  <a:lnTo>
                    <a:pt x="878113" y="5099921"/>
                  </a:lnTo>
                  <a:lnTo>
                    <a:pt x="878207" y="5099921"/>
                  </a:lnTo>
                  <a:lnTo>
                    <a:pt x="878301" y="5099921"/>
                  </a:lnTo>
                  <a:lnTo>
                    <a:pt x="878395" y="5099921"/>
                  </a:lnTo>
                  <a:lnTo>
                    <a:pt x="878489" y="5099921"/>
                  </a:lnTo>
                  <a:lnTo>
                    <a:pt x="878583" y="5099921"/>
                  </a:lnTo>
                  <a:lnTo>
                    <a:pt x="878677" y="5099921"/>
                  </a:lnTo>
                  <a:lnTo>
                    <a:pt x="878771" y="5099921"/>
                  </a:lnTo>
                  <a:lnTo>
                    <a:pt x="878865" y="5099921"/>
                  </a:lnTo>
                  <a:lnTo>
                    <a:pt x="878960" y="5099921"/>
                  </a:lnTo>
                  <a:lnTo>
                    <a:pt x="879054" y="5099921"/>
                  </a:lnTo>
                  <a:lnTo>
                    <a:pt x="879148" y="5099921"/>
                  </a:lnTo>
                  <a:lnTo>
                    <a:pt x="879242" y="5099921"/>
                  </a:lnTo>
                  <a:lnTo>
                    <a:pt x="879336" y="5099921"/>
                  </a:lnTo>
                  <a:lnTo>
                    <a:pt x="879430" y="5099921"/>
                  </a:lnTo>
                  <a:lnTo>
                    <a:pt x="879524" y="5099921"/>
                  </a:lnTo>
                  <a:lnTo>
                    <a:pt x="879618" y="5099921"/>
                  </a:lnTo>
                  <a:lnTo>
                    <a:pt x="879712" y="5099921"/>
                  </a:lnTo>
                  <a:lnTo>
                    <a:pt x="879806" y="5099921"/>
                  </a:lnTo>
                  <a:lnTo>
                    <a:pt x="879900" y="5099921"/>
                  </a:lnTo>
                  <a:lnTo>
                    <a:pt x="879994" y="5099921"/>
                  </a:lnTo>
                  <a:lnTo>
                    <a:pt x="880088" y="5099921"/>
                  </a:lnTo>
                  <a:lnTo>
                    <a:pt x="880182" y="5099921"/>
                  </a:lnTo>
                  <a:lnTo>
                    <a:pt x="880276" y="5099921"/>
                  </a:lnTo>
                  <a:lnTo>
                    <a:pt x="880370" y="5099921"/>
                  </a:lnTo>
                  <a:lnTo>
                    <a:pt x="880464" y="5099921"/>
                  </a:lnTo>
                  <a:lnTo>
                    <a:pt x="880558" y="5099921"/>
                  </a:lnTo>
                  <a:lnTo>
                    <a:pt x="880652" y="5099921"/>
                  </a:lnTo>
                  <a:lnTo>
                    <a:pt x="880746" y="5099921"/>
                  </a:lnTo>
                  <a:lnTo>
                    <a:pt x="880746" y="5094641"/>
                  </a:lnTo>
                  <a:lnTo>
                    <a:pt x="880840" y="5094641"/>
                  </a:lnTo>
                  <a:lnTo>
                    <a:pt x="880934" y="5094641"/>
                  </a:lnTo>
                  <a:lnTo>
                    <a:pt x="881028" y="5094641"/>
                  </a:lnTo>
                  <a:lnTo>
                    <a:pt x="881122" y="5094641"/>
                  </a:lnTo>
                  <a:lnTo>
                    <a:pt x="881216" y="5094641"/>
                  </a:lnTo>
                  <a:lnTo>
                    <a:pt x="881310" y="5094641"/>
                  </a:lnTo>
                  <a:lnTo>
                    <a:pt x="881404" y="5094641"/>
                  </a:lnTo>
                  <a:lnTo>
                    <a:pt x="881498" y="5094641"/>
                  </a:lnTo>
                  <a:lnTo>
                    <a:pt x="881592" y="5094641"/>
                  </a:lnTo>
                  <a:lnTo>
                    <a:pt x="881686" y="5094641"/>
                  </a:lnTo>
                  <a:lnTo>
                    <a:pt x="881780" y="5094641"/>
                  </a:lnTo>
                  <a:lnTo>
                    <a:pt x="881874" y="5094641"/>
                  </a:lnTo>
                  <a:lnTo>
                    <a:pt x="881968" y="5094641"/>
                  </a:lnTo>
                  <a:lnTo>
                    <a:pt x="882062" y="5094641"/>
                  </a:lnTo>
                  <a:lnTo>
                    <a:pt x="882156" y="5094641"/>
                  </a:lnTo>
                  <a:lnTo>
                    <a:pt x="882250" y="5094641"/>
                  </a:lnTo>
                  <a:lnTo>
                    <a:pt x="882344" y="5094641"/>
                  </a:lnTo>
                  <a:lnTo>
                    <a:pt x="882438" y="5094641"/>
                  </a:lnTo>
                  <a:lnTo>
                    <a:pt x="882533" y="5094641"/>
                  </a:lnTo>
                  <a:lnTo>
                    <a:pt x="882627" y="5094641"/>
                  </a:lnTo>
                  <a:lnTo>
                    <a:pt x="882721" y="5094641"/>
                  </a:lnTo>
                  <a:lnTo>
                    <a:pt x="882815" y="5094641"/>
                  </a:lnTo>
                  <a:lnTo>
                    <a:pt x="882909" y="5094641"/>
                  </a:lnTo>
                  <a:lnTo>
                    <a:pt x="883003" y="5094641"/>
                  </a:lnTo>
                  <a:lnTo>
                    <a:pt x="883097" y="5094641"/>
                  </a:lnTo>
                  <a:lnTo>
                    <a:pt x="883097" y="5089362"/>
                  </a:lnTo>
                  <a:lnTo>
                    <a:pt x="883191" y="5089362"/>
                  </a:lnTo>
                  <a:lnTo>
                    <a:pt x="883285" y="5089362"/>
                  </a:lnTo>
                  <a:lnTo>
                    <a:pt x="883379" y="5089362"/>
                  </a:lnTo>
                  <a:lnTo>
                    <a:pt x="883473" y="5089362"/>
                  </a:lnTo>
                  <a:lnTo>
                    <a:pt x="883473" y="5084082"/>
                  </a:lnTo>
                  <a:lnTo>
                    <a:pt x="883567" y="5084082"/>
                  </a:lnTo>
                  <a:lnTo>
                    <a:pt x="883661" y="5084082"/>
                  </a:lnTo>
                  <a:lnTo>
                    <a:pt x="883755" y="5084082"/>
                  </a:lnTo>
                  <a:lnTo>
                    <a:pt x="883849" y="5084082"/>
                  </a:lnTo>
                  <a:lnTo>
                    <a:pt x="883943" y="5084082"/>
                  </a:lnTo>
                  <a:lnTo>
                    <a:pt x="884037" y="5084082"/>
                  </a:lnTo>
                  <a:lnTo>
                    <a:pt x="884131" y="5084082"/>
                  </a:lnTo>
                  <a:lnTo>
                    <a:pt x="884225" y="5084082"/>
                  </a:lnTo>
                  <a:lnTo>
                    <a:pt x="884319" y="5084082"/>
                  </a:lnTo>
                  <a:lnTo>
                    <a:pt x="884413" y="5084082"/>
                  </a:lnTo>
                  <a:lnTo>
                    <a:pt x="884507" y="5084082"/>
                  </a:lnTo>
                  <a:lnTo>
                    <a:pt x="884601" y="5084082"/>
                  </a:lnTo>
                  <a:lnTo>
                    <a:pt x="884695" y="5084082"/>
                  </a:lnTo>
                  <a:lnTo>
                    <a:pt x="884789" y="5084082"/>
                  </a:lnTo>
                  <a:lnTo>
                    <a:pt x="884883" y="5084082"/>
                  </a:lnTo>
                  <a:lnTo>
                    <a:pt x="884977" y="5084082"/>
                  </a:lnTo>
                  <a:lnTo>
                    <a:pt x="885071" y="5084082"/>
                  </a:lnTo>
                  <a:lnTo>
                    <a:pt x="885165" y="5084082"/>
                  </a:lnTo>
                  <a:lnTo>
                    <a:pt x="885259" y="5084082"/>
                  </a:lnTo>
                  <a:lnTo>
                    <a:pt x="885353" y="5084082"/>
                  </a:lnTo>
                  <a:lnTo>
                    <a:pt x="885447" y="5084082"/>
                  </a:lnTo>
                  <a:lnTo>
                    <a:pt x="885541" y="5084082"/>
                  </a:lnTo>
                  <a:lnTo>
                    <a:pt x="885635" y="5084082"/>
                  </a:lnTo>
                  <a:lnTo>
                    <a:pt x="885729" y="5084082"/>
                  </a:lnTo>
                  <a:lnTo>
                    <a:pt x="885823" y="5084082"/>
                  </a:lnTo>
                  <a:lnTo>
                    <a:pt x="885917" y="5084082"/>
                  </a:lnTo>
                  <a:lnTo>
                    <a:pt x="886011" y="5084082"/>
                  </a:lnTo>
                  <a:lnTo>
                    <a:pt x="886106" y="5084082"/>
                  </a:lnTo>
                  <a:lnTo>
                    <a:pt x="886200" y="5084082"/>
                  </a:lnTo>
                  <a:lnTo>
                    <a:pt x="886294" y="5084082"/>
                  </a:lnTo>
                  <a:lnTo>
                    <a:pt x="886388" y="5084082"/>
                  </a:lnTo>
                  <a:lnTo>
                    <a:pt x="886482" y="5084082"/>
                  </a:lnTo>
                  <a:lnTo>
                    <a:pt x="886576" y="5084082"/>
                  </a:lnTo>
                  <a:lnTo>
                    <a:pt x="886576" y="5078803"/>
                  </a:lnTo>
                  <a:lnTo>
                    <a:pt x="886670" y="5078803"/>
                  </a:lnTo>
                  <a:lnTo>
                    <a:pt x="886764" y="5078803"/>
                  </a:lnTo>
                  <a:lnTo>
                    <a:pt x="886858" y="5078803"/>
                  </a:lnTo>
                  <a:lnTo>
                    <a:pt x="886952" y="5078803"/>
                  </a:lnTo>
                  <a:lnTo>
                    <a:pt x="887046" y="5078803"/>
                  </a:lnTo>
                  <a:lnTo>
                    <a:pt x="887140" y="5078803"/>
                  </a:lnTo>
                  <a:lnTo>
                    <a:pt x="887234" y="5078803"/>
                  </a:lnTo>
                  <a:lnTo>
                    <a:pt x="887328" y="5078803"/>
                  </a:lnTo>
                  <a:lnTo>
                    <a:pt x="887422" y="5078803"/>
                  </a:lnTo>
                  <a:lnTo>
                    <a:pt x="887516" y="5078803"/>
                  </a:lnTo>
                  <a:lnTo>
                    <a:pt x="887610" y="5078803"/>
                  </a:lnTo>
                  <a:lnTo>
                    <a:pt x="887704" y="5078803"/>
                  </a:lnTo>
                  <a:lnTo>
                    <a:pt x="887798" y="5078803"/>
                  </a:lnTo>
                  <a:lnTo>
                    <a:pt x="887892" y="5078803"/>
                  </a:lnTo>
                  <a:lnTo>
                    <a:pt x="887986" y="5078803"/>
                  </a:lnTo>
                  <a:lnTo>
                    <a:pt x="888080" y="5078803"/>
                  </a:lnTo>
                  <a:lnTo>
                    <a:pt x="888174" y="5078803"/>
                  </a:lnTo>
                  <a:lnTo>
                    <a:pt x="888268" y="5078803"/>
                  </a:lnTo>
                  <a:lnTo>
                    <a:pt x="888362" y="5078803"/>
                  </a:lnTo>
                  <a:lnTo>
                    <a:pt x="888456" y="5078803"/>
                  </a:lnTo>
                  <a:lnTo>
                    <a:pt x="888550" y="5078803"/>
                  </a:lnTo>
                  <a:lnTo>
                    <a:pt x="888644" y="5078803"/>
                  </a:lnTo>
                  <a:lnTo>
                    <a:pt x="888738" y="5078803"/>
                  </a:lnTo>
                  <a:lnTo>
                    <a:pt x="888738" y="5073523"/>
                  </a:lnTo>
                  <a:lnTo>
                    <a:pt x="888832" y="5073523"/>
                  </a:lnTo>
                  <a:lnTo>
                    <a:pt x="888926" y="5073523"/>
                  </a:lnTo>
                  <a:lnTo>
                    <a:pt x="889020" y="5073523"/>
                  </a:lnTo>
                  <a:lnTo>
                    <a:pt x="889114" y="5073523"/>
                  </a:lnTo>
                  <a:lnTo>
                    <a:pt x="889208" y="5073523"/>
                  </a:lnTo>
                  <a:lnTo>
                    <a:pt x="889302" y="5073523"/>
                  </a:lnTo>
                  <a:lnTo>
                    <a:pt x="889396" y="5073523"/>
                  </a:lnTo>
                  <a:lnTo>
                    <a:pt x="889490" y="5073523"/>
                  </a:lnTo>
                  <a:lnTo>
                    <a:pt x="889584" y="5073523"/>
                  </a:lnTo>
                  <a:lnTo>
                    <a:pt x="889679" y="5073523"/>
                  </a:lnTo>
                  <a:lnTo>
                    <a:pt x="889773" y="5073523"/>
                  </a:lnTo>
                  <a:lnTo>
                    <a:pt x="889867" y="5073523"/>
                  </a:lnTo>
                  <a:lnTo>
                    <a:pt x="889961" y="5073523"/>
                  </a:lnTo>
                  <a:lnTo>
                    <a:pt x="890055" y="5073523"/>
                  </a:lnTo>
                  <a:lnTo>
                    <a:pt x="890055" y="5068244"/>
                  </a:lnTo>
                  <a:lnTo>
                    <a:pt x="890149" y="5068244"/>
                  </a:lnTo>
                  <a:lnTo>
                    <a:pt x="890243" y="5068244"/>
                  </a:lnTo>
                  <a:lnTo>
                    <a:pt x="890337" y="5068244"/>
                  </a:lnTo>
                  <a:lnTo>
                    <a:pt x="890431" y="5068244"/>
                  </a:lnTo>
                  <a:lnTo>
                    <a:pt x="890525" y="5068244"/>
                  </a:lnTo>
                  <a:lnTo>
                    <a:pt x="890619" y="5068244"/>
                  </a:lnTo>
                  <a:lnTo>
                    <a:pt x="890713" y="5068244"/>
                  </a:lnTo>
                  <a:lnTo>
                    <a:pt x="890807" y="5068244"/>
                  </a:lnTo>
                  <a:lnTo>
                    <a:pt x="890901" y="5068244"/>
                  </a:lnTo>
                  <a:lnTo>
                    <a:pt x="890995" y="5068244"/>
                  </a:lnTo>
                  <a:lnTo>
                    <a:pt x="891089" y="5068244"/>
                  </a:lnTo>
                  <a:lnTo>
                    <a:pt x="891183" y="5068244"/>
                  </a:lnTo>
                  <a:lnTo>
                    <a:pt x="891277" y="5068244"/>
                  </a:lnTo>
                  <a:lnTo>
                    <a:pt x="891371" y="5068244"/>
                  </a:lnTo>
                  <a:lnTo>
                    <a:pt x="891465" y="5068244"/>
                  </a:lnTo>
                  <a:lnTo>
                    <a:pt x="891559" y="5068244"/>
                  </a:lnTo>
                  <a:lnTo>
                    <a:pt x="891653" y="5068244"/>
                  </a:lnTo>
                  <a:lnTo>
                    <a:pt x="891747" y="5068244"/>
                  </a:lnTo>
                  <a:lnTo>
                    <a:pt x="891841" y="5068244"/>
                  </a:lnTo>
                  <a:lnTo>
                    <a:pt x="891935" y="5068244"/>
                  </a:lnTo>
                  <a:lnTo>
                    <a:pt x="892029" y="5068244"/>
                  </a:lnTo>
                  <a:lnTo>
                    <a:pt x="892123" y="5068244"/>
                  </a:lnTo>
                  <a:lnTo>
                    <a:pt x="892217" y="5068244"/>
                  </a:lnTo>
                  <a:lnTo>
                    <a:pt x="892311" y="5068244"/>
                  </a:lnTo>
                  <a:lnTo>
                    <a:pt x="892405" y="5068244"/>
                  </a:lnTo>
                  <a:lnTo>
                    <a:pt x="892499" y="5068244"/>
                  </a:lnTo>
                  <a:lnTo>
                    <a:pt x="892593" y="5068244"/>
                  </a:lnTo>
                  <a:lnTo>
                    <a:pt x="892687" y="5068244"/>
                  </a:lnTo>
                  <a:lnTo>
                    <a:pt x="892781" y="5068244"/>
                  </a:lnTo>
                  <a:lnTo>
                    <a:pt x="892875" y="5068244"/>
                  </a:lnTo>
                  <a:lnTo>
                    <a:pt x="892969" y="5068244"/>
                  </a:lnTo>
                  <a:lnTo>
                    <a:pt x="893063" y="5068244"/>
                  </a:lnTo>
                  <a:lnTo>
                    <a:pt x="893158" y="5068244"/>
                  </a:lnTo>
                  <a:lnTo>
                    <a:pt x="893252" y="5068244"/>
                  </a:lnTo>
                  <a:lnTo>
                    <a:pt x="893346" y="5068244"/>
                  </a:lnTo>
                  <a:lnTo>
                    <a:pt x="893440" y="5068244"/>
                  </a:lnTo>
                  <a:lnTo>
                    <a:pt x="893534" y="5068244"/>
                  </a:lnTo>
                  <a:lnTo>
                    <a:pt x="893628" y="5068244"/>
                  </a:lnTo>
                  <a:lnTo>
                    <a:pt x="893722" y="5068244"/>
                  </a:lnTo>
                  <a:lnTo>
                    <a:pt x="893816" y="5068244"/>
                  </a:lnTo>
                  <a:lnTo>
                    <a:pt x="893910" y="5068244"/>
                  </a:lnTo>
                  <a:lnTo>
                    <a:pt x="894004" y="5068244"/>
                  </a:lnTo>
                  <a:lnTo>
                    <a:pt x="894098" y="5068244"/>
                  </a:lnTo>
                  <a:lnTo>
                    <a:pt x="894192" y="5068244"/>
                  </a:lnTo>
                  <a:lnTo>
                    <a:pt x="894286" y="5068244"/>
                  </a:lnTo>
                  <a:lnTo>
                    <a:pt x="894380" y="5068244"/>
                  </a:lnTo>
                  <a:lnTo>
                    <a:pt x="894474" y="5068244"/>
                  </a:lnTo>
                  <a:lnTo>
                    <a:pt x="894568" y="5068244"/>
                  </a:lnTo>
                  <a:lnTo>
                    <a:pt x="894662" y="5068244"/>
                  </a:lnTo>
                  <a:lnTo>
                    <a:pt x="894756" y="5068244"/>
                  </a:lnTo>
                  <a:lnTo>
                    <a:pt x="894850" y="5068244"/>
                  </a:lnTo>
                  <a:lnTo>
                    <a:pt x="894944" y="5068244"/>
                  </a:lnTo>
                  <a:lnTo>
                    <a:pt x="894944" y="5062965"/>
                  </a:lnTo>
                  <a:lnTo>
                    <a:pt x="895038" y="5062965"/>
                  </a:lnTo>
                  <a:lnTo>
                    <a:pt x="895132" y="5062965"/>
                  </a:lnTo>
                  <a:lnTo>
                    <a:pt x="895226" y="5062965"/>
                  </a:lnTo>
                  <a:lnTo>
                    <a:pt x="895320" y="5062965"/>
                  </a:lnTo>
                  <a:lnTo>
                    <a:pt x="895414" y="5062965"/>
                  </a:lnTo>
                  <a:lnTo>
                    <a:pt x="895508" y="5062965"/>
                  </a:lnTo>
                  <a:lnTo>
                    <a:pt x="895602" y="5062965"/>
                  </a:lnTo>
                  <a:lnTo>
                    <a:pt x="895696" y="5062965"/>
                  </a:lnTo>
                  <a:lnTo>
                    <a:pt x="895790" y="5062965"/>
                  </a:lnTo>
                  <a:lnTo>
                    <a:pt x="895884" y="5062965"/>
                  </a:lnTo>
                  <a:lnTo>
                    <a:pt x="895978" y="5062965"/>
                  </a:lnTo>
                  <a:lnTo>
                    <a:pt x="896072" y="5062965"/>
                  </a:lnTo>
                  <a:lnTo>
                    <a:pt x="896166" y="5062965"/>
                  </a:lnTo>
                  <a:lnTo>
                    <a:pt x="896166" y="5057685"/>
                  </a:lnTo>
                  <a:lnTo>
                    <a:pt x="896260" y="5057685"/>
                  </a:lnTo>
                  <a:lnTo>
                    <a:pt x="896354" y="5057685"/>
                  </a:lnTo>
                  <a:lnTo>
                    <a:pt x="896448" y="5057685"/>
                  </a:lnTo>
                  <a:lnTo>
                    <a:pt x="896542" y="5057685"/>
                  </a:lnTo>
                  <a:lnTo>
                    <a:pt x="896636" y="5057685"/>
                  </a:lnTo>
                  <a:lnTo>
                    <a:pt x="896731" y="5057685"/>
                  </a:lnTo>
                  <a:lnTo>
                    <a:pt x="896825" y="5057685"/>
                  </a:lnTo>
                  <a:lnTo>
                    <a:pt x="896919" y="5057685"/>
                  </a:lnTo>
                  <a:lnTo>
                    <a:pt x="897013" y="5057685"/>
                  </a:lnTo>
                  <a:lnTo>
                    <a:pt x="897107" y="5057685"/>
                  </a:lnTo>
                  <a:lnTo>
                    <a:pt x="897201" y="5057685"/>
                  </a:lnTo>
                  <a:lnTo>
                    <a:pt x="897295" y="5057685"/>
                  </a:lnTo>
                  <a:lnTo>
                    <a:pt x="897389" y="5057685"/>
                  </a:lnTo>
                  <a:lnTo>
                    <a:pt x="897483" y="5057685"/>
                  </a:lnTo>
                  <a:lnTo>
                    <a:pt x="897577" y="5057685"/>
                  </a:lnTo>
                  <a:lnTo>
                    <a:pt x="897671" y="5057685"/>
                  </a:lnTo>
                  <a:lnTo>
                    <a:pt x="897765" y="5057685"/>
                  </a:lnTo>
                  <a:lnTo>
                    <a:pt x="897859" y="5057685"/>
                  </a:lnTo>
                  <a:lnTo>
                    <a:pt x="897953" y="5057685"/>
                  </a:lnTo>
                  <a:lnTo>
                    <a:pt x="898047" y="5057685"/>
                  </a:lnTo>
                  <a:lnTo>
                    <a:pt x="898141" y="5057685"/>
                  </a:lnTo>
                  <a:lnTo>
                    <a:pt x="898235" y="5057685"/>
                  </a:lnTo>
                  <a:lnTo>
                    <a:pt x="898329" y="5057685"/>
                  </a:lnTo>
                  <a:lnTo>
                    <a:pt x="898423" y="5057685"/>
                  </a:lnTo>
                  <a:lnTo>
                    <a:pt x="898517" y="5057685"/>
                  </a:lnTo>
                  <a:lnTo>
                    <a:pt x="898611" y="5057685"/>
                  </a:lnTo>
                  <a:lnTo>
                    <a:pt x="898705" y="5057685"/>
                  </a:lnTo>
                  <a:lnTo>
                    <a:pt x="898799" y="5057685"/>
                  </a:lnTo>
                  <a:lnTo>
                    <a:pt x="898893" y="5057685"/>
                  </a:lnTo>
                  <a:lnTo>
                    <a:pt x="898987" y="5057685"/>
                  </a:lnTo>
                  <a:lnTo>
                    <a:pt x="899081" y="5057685"/>
                  </a:lnTo>
                  <a:lnTo>
                    <a:pt x="899175" y="5057685"/>
                  </a:lnTo>
                  <a:lnTo>
                    <a:pt x="899269" y="5057685"/>
                  </a:lnTo>
                  <a:lnTo>
                    <a:pt x="899363" y="5057685"/>
                  </a:lnTo>
                  <a:lnTo>
                    <a:pt x="899457" y="5057685"/>
                  </a:lnTo>
                  <a:lnTo>
                    <a:pt x="899551" y="5057685"/>
                  </a:lnTo>
                  <a:lnTo>
                    <a:pt x="899645" y="5057685"/>
                  </a:lnTo>
                  <a:lnTo>
                    <a:pt x="899739" y="5057685"/>
                  </a:lnTo>
                  <a:lnTo>
                    <a:pt x="899833" y="5057685"/>
                  </a:lnTo>
                  <a:lnTo>
                    <a:pt x="899927" y="5057685"/>
                  </a:lnTo>
                  <a:lnTo>
                    <a:pt x="900021" y="5057685"/>
                  </a:lnTo>
                  <a:lnTo>
                    <a:pt x="900115" y="5057685"/>
                  </a:lnTo>
                  <a:lnTo>
                    <a:pt x="900209" y="5057685"/>
                  </a:lnTo>
                  <a:lnTo>
                    <a:pt x="900304" y="5057685"/>
                  </a:lnTo>
                  <a:lnTo>
                    <a:pt x="900398" y="5057685"/>
                  </a:lnTo>
                  <a:lnTo>
                    <a:pt x="900492" y="5057685"/>
                  </a:lnTo>
                  <a:lnTo>
                    <a:pt x="900586" y="5057685"/>
                  </a:lnTo>
                  <a:lnTo>
                    <a:pt x="900680" y="5057685"/>
                  </a:lnTo>
                  <a:lnTo>
                    <a:pt x="900774" y="5057685"/>
                  </a:lnTo>
                  <a:lnTo>
                    <a:pt x="900868" y="5057685"/>
                  </a:lnTo>
                  <a:lnTo>
                    <a:pt x="900962" y="5057685"/>
                  </a:lnTo>
                  <a:lnTo>
                    <a:pt x="901056" y="5057685"/>
                  </a:lnTo>
                  <a:lnTo>
                    <a:pt x="901150" y="5057685"/>
                  </a:lnTo>
                  <a:lnTo>
                    <a:pt x="901244" y="5057685"/>
                  </a:lnTo>
                  <a:lnTo>
                    <a:pt x="901338" y="5057685"/>
                  </a:lnTo>
                  <a:lnTo>
                    <a:pt x="901432" y="5057685"/>
                  </a:lnTo>
                  <a:lnTo>
                    <a:pt x="901526" y="5057685"/>
                  </a:lnTo>
                  <a:lnTo>
                    <a:pt x="901620" y="5057685"/>
                  </a:lnTo>
                  <a:lnTo>
                    <a:pt x="901714" y="5057685"/>
                  </a:lnTo>
                  <a:lnTo>
                    <a:pt x="901808" y="5057685"/>
                  </a:lnTo>
                  <a:lnTo>
                    <a:pt x="901902" y="5057685"/>
                  </a:lnTo>
                  <a:lnTo>
                    <a:pt x="901996" y="5057685"/>
                  </a:lnTo>
                  <a:lnTo>
                    <a:pt x="902090" y="5057685"/>
                  </a:lnTo>
                  <a:lnTo>
                    <a:pt x="902184" y="5057685"/>
                  </a:lnTo>
                  <a:lnTo>
                    <a:pt x="902278" y="5057685"/>
                  </a:lnTo>
                  <a:lnTo>
                    <a:pt x="902372" y="5057685"/>
                  </a:lnTo>
                  <a:lnTo>
                    <a:pt x="902466" y="5057685"/>
                  </a:lnTo>
                  <a:lnTo>
                    <a:pt x="902560" y="5057685"/>
                  </a:lnTo>
                  <a:lnTo>
                    <a:pt x="902654" y="5057685"/>
                  </a:lnTo>
                  <a:lnTo>
                    <a:pt x="902748" y="5057685"/>
                  </a:lnTo>
                  <a:lnTo>
                    <a:pt x="902842" y="5057685"/>
                  </a:lnTo>
                  <a:lnTo>
                    <a:pt x="902936" y="5057685"/>
                  </a:lnTo>
                  <a:lnTo>
                    <a:pt x="903030" y="5057685"/>
                  </a:lnTo>
                  <a:lnTo>
                    <a:pt x="903124" y="5057685"/>
                  </a:lnTo>
                  <a:lnTo>
                    <a:pt x="903218" y="5057685"/>
                  </a:lnTo>
                  <a:lnTo>
                    <a:pt x="903312" y="5057685"/>
                  </a:lnTo>
                  <a:lnTo>
                    <a:pt x="903406" y="5057685"/>
                  </a:lnTo>
                  <a:lnTo>
                    <a:pt x="903500" y="5057685"/>
                  </a:lnTo>
                  <a:lnTo>
                    <a:pt x="903594" y="5057685"/>
                  </a:lnTo>
                  <a:lnTo>
                    <a:pt x="903688" y="5057685"/>
                  </a:lnTo>
                  <a:lnTo>
                    <a:pt x="903783" y="5057685"/>
                  </a:lnTo>
                  <a:lnTo>
                    <a:pt x="903877" y="5057685"/>
                  </a:lnTo>
                  <a:lnTo>
                    <a:pt x="903971" y="5057685"/>
                  </a:lnTo>
                  <a:lnTo>
                    <a:pt x="904065" y="5057685"/>
                  </a:lnTo>
                  <a:lnTo>
                    <a:pt x="904159" y="5057685"/>
                  </a:lnTo>
                  <a:lnTo>
                    <a:pt x="904253" y="5057685"/>
                  </a:lnTo>
                  <a:lnTo>
                    <a:pt x="904347" y="5057685"/>
                  </a:lnTo>
                  <a:lnTo>
                    <a:pt x="904441" y="5057685"/>
                  </a:lnTo>
                  <a:lnTo>
                    <a:pt x="904535" y="5057685"/>
                  </a:lnTo>
                  <a:lnTo>
                    <a:pt x="904629" y="5057685"/>
                  </a:lnTo>
                  <a:lnTo>
                    <a:pt x="904723" y="5057685"/>
                  </a:lnTo>
                  <a:lnTo>
                    <a:pt x="904817" y="5057685"/>
                  </a:lnTo>
                  <a:lnTo>
                    <a:pt x="904911" y="5057685"/>
                  </a:lnTo>
                  <a:lnTo>
                    <a:pt x="905005" y="5057685"/>
                  </a:lnTo>
                  <a:lnTo>
                    <a:pt x="905099" y="5057685"/>
                  </a:lnTo>
                  <a:lnTo>
                    <a:pt x="905193" y="5057685"/>
                  </a:lnTo>
                  <a:lnTo>
                    <a:pt x="905287" y="5057685"/>
                  </a:lnTo>
                  <a:lnTo>
                    <a:pt x="905381" y="5057685"/>
                  </a:lnTo>
                  <a:lnTo>
                    <a:pt x="905475" y="5057685"/>
                  </a:lnTo>
                  <a:lnTo>
                    <a:pt x="905569" y="5057685"/>
                  </a:lnTo>
                  <a:lnTo>
                    <a:pt x="905663" y="5057685"/>
                  </a:lnTo>
                  <a:lnTo>
                    <a:pt x="905757" y="5057685"/>
                  </a:lnTo>
                  <a:lnTo>
                    <a:pt x="905851" y="5057685"/>
                  </a:lnTo>
                  <a:lnTo>
                    <a:pt x="905945" y="5057685"/>
                  </a:lnTo>
                  <a:lnTo>
                    <a:pt x="906039" y="5057685"/>
                  </a:lnTo>
                  <a:lnTo>
                    <a:pt x="906133" y="5057685"/>
                  </a:lnTo>
                  <a:lnTo>
                    <a:pt x="906227" y="5057685"/>
                  </a:lnTo>
                  <a:lnTo>
                    <a:pt x="906321" y="5057685"/>
                  </a:lnTo>
                  <a:lnTo>
                    <a:pt x="906415" y="5057685"/>
                  </a:lnTo>
                  <a:lnTo>
                    <a:pt x="906509" y="5057685"/>
                  </a:lnTo>
                  <a:lnTo>
                    <a:pt x="906603" y="5057685"/>
                  </a:lnTo>
                  <a:lnTo>
                    <a:pt x="906697" y="5057685"/>
                  </a:lnTo>
                  <a:lnTo>
                    <a:pt x="906791" y="5057685"/>
                  </a:lnTo>
                  <a:lnTo>
                    <a:pt x="906885" y="5057685"/>
                  </a:lnTo>
                  <a:lnTo>
                    <a:pt x="906979" y="5057685"/>
                  </a:lnTo>
                  <a:lnTo>
                    <a:pt x="907073" y="5057685"/>
                  </a:lnTo>
                  <a:lnTo>
                    <a:pt x="907167" y="5057685"/>
                  </a:lnTo>
                  <a:lnTo>
                    <a:pt x="907167" y="5052406"/>
                  </a:lnTo>
                  <a:lnTo>
                    <a:pt x="907261" y="5052406"/>
                  </a:lnTo>
                  <a:lnTo>
                    <a:pt x="907356" y="5052406"/>
                  </a:lnTo>
                  <a:lnTo>
                    <a:pt x="907450" y="5052406"/>
                  </a:lnTo>
                  <a:lnTo>
                    <a:pt x="907544" y="5052406"/>
                  </a:lnTo>
                  <a:lnTo>
                    <a:pt x="907638" y="5052406"/>
                  </a:lnTo>
                  <a:lnTo>
                    <a:pt x="907732" y="5052406"/>
                  </a:lnTo>
                  <a:lnTo>
                    <a:pt x="907732" y="5047126"/>
                  </a:lnTo>
                  <a:lnTo>
                    <a:pt x="907826" y="5047126"/>
                  </a:lnTo>
                  <a:lnTo>
                    <a:pt x="907920" y="5047126"/>
                  </a:lnTo>
                  <a:lnTo>
                    <a:pt x="908014" y="5047126"/>
                  </a:lnTo>
                  <a:lnTo>
                    <a:pt x="908108" y="5047126"/>
                  </a:lnTo>
                  <a:lnTo>
                    <a:pt x="908202" y="5047126"/>
                  </a:lnTo>
                  <a:lnTo>
                    <a:pt x="908296" y="5047126"/>
                  </a:lnTo>
                  <a:lnTo>
                    <a:pt x="908390" y="5047126"/>
                  </a:lnTo>
                  <a:lnTo>
                    <a:pt x="908484" y="5047126"/>
                  </a:lnTo>
                  <a:lnTo>
                    <a:pt x="908578" y="5047126"/>
                  </a:lnTo>
                  <a:lnTo>
                    <a:pt x="908672" y="5047126"/>
                  </a:lnTo>
                  <a:lnTo>
                    <a:pt x="908766" y="5047126"/>
                  </a:lnTo>
                  <a:lnTo>
                    <a:pt x="908860" y="5047126"/>
                  </a:lnTo>
                  <a:lnTo>
                    <a:pt x="908860" y="5041847"/>
                  </a:lnTo>
                  <a:lnTo>
                    <a:pt x="908954" y="5041847"/>
                  </a:lnTo>
                  <a:lnTo>
                    <a:pt x="909048" y="5041847"/>
                  </a:lnTo>
                  <a:lnTo>
                    <a:pt x="909142" y="5041847"/>
                  </a:lnTo>
                  <a:lnTo>
                    <a:pt x="909236" y="5041847"/>
                  </a:lnTo>
                  <a:lnTo>
                    <a:pt x="909330" y="5041847"/>
                  </a:lnTo>
                  <a:lnTo>
                    <a:pt x="909424" y="5041847"/>
                  </a:lnTo>
                  <a:lnTo>
                    <a:pt x="909518" y="5041847"/>
                  </a:lnTo>
                  <a:lnTo>
                    <a:pt x="909612" y="5041847"/>
                  </a:lnTo>
                  <a:lnTo>
                    <a:pt x="909706" y="5041847"/>
                  </a:lnTo>
                  <a:lnTo>
                    <a:pt x="909800" y="5041847"/>
                  </a:lnTo>
                  <a:lnTo>
                    <a:pt x="909894" y="5041847"/>
                  </a:lnTo>
                  <a:lnTo>
                    <a:pt x="909988" y="5041847"/>
                  </a:lnTo>
                  <a:lnTo>
                    <a:pt x="910082" y="5041847"/>
                  </a:lnTo>
                  <a:lnTo>
                    <a:pt x="910176" y="5041847"/>
                  </a:lnTo>
                  <a:lnTo>
                    <a:pt x="910270" y="5041847"/>
                  </a:lnTo>
                  <a:lnTo>
                    <a:pt x="910364" y="5041847"/>
                  </a:lnTo>
                  <a:lnTo>
                    <a:pt x="910458" y="5041847"/>
                  </a:lnTo>
                  <a:lnTo>
                    <a:pt x="910552" y="5041847"/>
                  </a:lnTo>
                  <a:lnTo>
                    <a:pt x="910646" y="5041847"/>
                  </a:lnTo>
                  <a:lnTo>
                    <a:pt x="910740" y="5041847"/>
                  </a:lnTo>
                  <a:lnTo>
                    <a:pt x="910834" y="5041847"/>
                  </a:lnTo>
                  <a:lnTo>
                    <a:pt x="910929" y="5041847"/>
                  </a:lnTo>
                  <a:lnTo>
                    <a:pt x="911023" y="5041847"/>
                  </a:lnTo>
                  <a:lnTo>
                    <a:pt x="911117" y="5041847"/>
                  </a:lnTo>
                  <a:lnTo>
                    <a:pt x="911211" y="5041847"/>
                  </a:lnTo>
                  <a:lnTo>
                    <a:pt x="911305" y="5041847"/>
                  </a:lnTo>
                  <a:lnTo>
                    <a:pt x="911399" y="5041847"/>
                  </a:lnTo>
                  <a:lnTo>
                    <a:pt x="911493" y="5041847"/>
                  </a:lnTo>
                  <a:lnTo>
                    <a:pt x="911587" y="5041847"/>
                  </a:lnTo>
                  <a:lnTo>
                    <a:pt x="911681" y="5041847"/>
                  </a:lnTo>
                  <a:lnTo>
                    <a:pt x="911775" y="5041847"/>
                  </a:lnTo>
                  <a:lnTo>
                    <a:pt x="911869" y="5041847"/>
                  </a:lnTo>
                  <a:lnTo>
                    <a:pt x="911963" y="5041847"/>
                  </a:lnTo>
                  <a:lnTo>
                    <a:pt x="912057" y="5041847"/>
                  </a:lnTo>
                  <a:lnTo>
                    <a:pt x="912151" y="5041847"/>
                  </a:lnTo>
                  <a:lnTo>
                    <a:pt x="912245" y="5041847"/>
                  </a:lnTo>
                  <a:lnTo>
                    <a:pt x="912339" y="5041847"/>
                  </a:lnTo>
                  <a:lnTo>
                    <a:pt x="912433" y="5041847"/>
                  </a:lnTo>
                  <a:lnTo>
                    <a:pt x="912527" y="5041847"/>
                  </a:lnTo>
                  <a:lnTo>
                    <a:pt x="912527" y="5036567"/>
                  </a:lnTo>
                  <a:lnTo>
                    <a:pt x="912621" y="5036567"/>
                  </a:lnTo>
                  <a:lnTo>
                    <a:pt x="912715" y="5036567"/>
                  </a:lnTo>
                  <a:lnTo>
                    <a:pt x="912809" y="5036567"/>
                  </a:lnTo>
                  <a:lnTo>
                    <a:pt x="912903" y="5036567"/>
                  </a:lnTo>
                  <a:lnTo>
                    <a:pt x="912997" y="5036567"/>
                  </a:lnTo>
                  <a:lnTo>
                    <a:pt x="913091" y="5036567"/>
                  </a:lnTo>
                  <a:lnTo>
                    <a:pt x="913185" y="5036567"/>
                  </a:lnTo>
                  <a:lnTo>
                    <a:pt x="913279" y="5036567"/>
                  </a:lnTo>
                  <a:lnTo>
                    <a:pt x="913373" y="5036567"/>
                  </a:lnTo>
                  <a:lnTo>
                    <a:pt x="913467" y="5036567"/>
                  </a:lnTo>
                  <a:lnTo>
                    <a:pt x="913561" y="5036567"/>
                  </a:lnTo>
                  <a:lnTo>
                    <a:pt x="913655" y="5036567"/>
                  </a:lnTo>
                  <a:lnTo>
                    <a:pt x="913749" y="5036567"/>
                  </a:lnTo>
                  <a:lnTo>
                    <a:pt x="913843" y="5036567"/>
                  </a:lnTo>
                  <a:lnTo>
                    <a:pt x="913937" y="5036567"/>
                  </a:lnTo>
                  <a:lnTo>
                    <a:pt x="914031" y="5036567"/>
                  </a:lnTo>
                  <a:lnTo>
                    <a:pt x="914125" y="5036567"/>
                  </a:lnTo>
                  <a:lnTo>
                    <a:pt x="914219" y="5036567"/>
                  </a:lnTo>
                  <a:lnTo>
                    <a:pt x="914313" y="5036567"/>
                  </a:lnTo>
                  <a:lnTo>
                    <a:pt x="914408" y="5036567"/>
                  </a:lnTo>
                  <a:lnTo>
                    <a:pt x="914502" y="5036567"/>
                  </a:lnTo>
                  <a:lnTo>
                    <a:pt x="914596" y="5036567"/>
                  </a:lnTo>
                  <a:lnTo>
                    <a:pt x="914690" y="5036567"/>
                  </a:lnTo>
                  <a:lnTo>
                    <a:pt x="914784" y="5036567"/>
                  </a:lnTo>
                  <a:lnTo>
                    <a:pt x="914878" y="5036567"/>
                  </a:lnTo>
                  <a:lnTo>
                    <a:pt x="914972" y="5036567"/>
                  </a:lnTo>
                  <a:lnTo>
                    <a:pt x="915066" y="5036567"/>
                  </a:lnTo>
                  <a:lnTo>
                    <a:pt x="915160" y="5036567"/>
                  </a:lnTo>
                  <a:lnTo>
                    <a:pt x="915254" y="5036567"/>
                  </a:lnTo>
                  <a:lnTo>
                    <a:pt x="915348" y="5036567"/>
                  </a:lnTo>
                  <a:lnTo>
                    <a:pt x="915442" y="5036567"/>
                  </a:lnTo>
                  <a:lnTo>
                    <a:pt x="915536" y="5036567"/>
                  </a:lnTo>
                  <a:lnTo>
                    <a:pt x="915630" y="5036567"/>
                  </a:lnTo>
                  <a:lnTo>
                    <a:pt x="915724" y="5036567"/>
                  </a:lnTo>
                  <a:lnTo>
                    <a:pt x="915818" y="5036567"/>
                  </a:lnTo>
                  <a:lnTo>
                    <a:pt x="915912" y="5036567"/>
                  </a:lnTo>
                  <a:lnTo>
                    <a:pt x="916006" y="5036567"/>
                  </a:lnTo>
                  <a:lnTo>
                    <a:pt x="916100" y="5036567"/>
                  </a:lnTo>
                  <a:lnTo>
                    <a:pt x="916194" y="5036567"/>
                  </a:lnTo>
                  <a:lnTo>
                    <a:pt x="916288" y="5036567"/>
                  </a:lnTo>
                  <a:lnTo>
                    <a:pt x="916382" y="5036567"/>
                  </a:lnTo>
                  <a:lnTo>
                    <a:pt x="916476" y="5036567"/>
                  </a:lnTo>
                  <a:lnTo>
                    <a:pt x="916570" y="5036567"/>
                  </a:lnTo>
                  <a:lnTo>
                    <a:pt x="916664" y="5036567"/>
                  </a:lnTo>
                  <a:lnTo>
                    <a:pt x="916758" y="5036567"/>
                  </a:lnTo>
                  <a:lnTo>
                    <a:pt x="916852" y="5036567"/>
                  </a:lnTo>
                  <a:lnTo>
                    <a:pt x="916946" y="5036567"/>
                  </a:lnTo>
                  <a:lnTo>
                    <a:pt x="917040" y="5036567"/>
                  </a:lnTo>
                  <a:lnTo>
                    <a:pt x="917134" y="5036567"/>
                  </a:lnTo>
                  <a:lnTo>
                    <a:pt x="917228" y="5036567"/>
                  </a:lnTo>
                  <a:lnTo>
                    <a:pt x="917322" y="5036567"/>
                  </a:lnTo>
                  <a:lnTo>
                    <a:pt x="917416" y="5036567"/>
                  </a:lnTo>
                  <a:lnTo>
                    <a:pt x="917510" y="5036567"/>
                  </a:lnTo>
                  <a:lnTo>
                    <a:pt x="917510" y="5031288"/>
                  </a:lnTo>
                  <a:lnTo>
                    <a:pt x="917604" y="5031288"/>
                  </a:lnTo>
                  <a:lnTo>
                    <a:pt x="917698" y="5031288"/>
                  </a:lnTo>
                  <a:lnTo>
                    <a:pt x="917792" y="5031288"/>
                  </a:lnTo>
                  <a:lnTo>
                    <a:pt x="917886" y="5031288"/>
                  </a:lnTo>
                  <a:lnTo>
                    <a:pt x="917981" y="5031288"/>
                  </a:lnTo>
                  <a:lnTo>
                    <a:pt x="918075" y="5031288"/>
                  </a:lnTo>
                  <a:lnTo>
                    <a:pt x="918169" y="5031288"/>
                  </a:lnTo>
                  <a:lnTo>
                    <a:pt x="918263" y="5031288"/>
                  </a:lnTo>
                  <a:lnTo>
                    <a:pt x="918357" y="5031288"/>
                  </a:lnTo>
                  <a:lnTo>
                    <a:pt x="918451" y="5031288"/>
                  </a:lnTo>
                  <a:lnTo>
                    <a:pt x="918545" y="5031288"/>
                  </a:lnTo>
                  <a:lnTo>
                    <a:pt x="918639" y="5031288"/>
                  </a:lnTo>
                  <a:lnTo>
                    <a:pt x="918733" y="5031288"/>
                  </a:lnTo>
                  <a:lnTo>
                    <a:pt x="918827" y="5031288"/>
                  </a:lnTo>
                  <a:lnTo>
                    <a:pt x="918921" y="5031288"/>
                  </a:lnTo>
                  <a:lnTo>
                    <a:pt x="919015" y="5031288"/>
                  </a:lnTo>
                  <a:lnTo>
                    <a:pt x="919109" y="5031288"/>
                  </a:lnTo>
                  <a:lnTo>
                    <a:pt x="919203" y="5031288"/>
                  </a:lnTo>
                  <a:lnTo>
                    <a:pt x="919297" y="5031288"/>
                  </a:lnTo>
                  <a:lnTo>
                    <a:pt x="919391" y="5031288"/>
                  </a:lnTo>
                  <a:lnTo>
                    <a:pt x="919485" y="5031288"/>
                  </a:lnTo>
                  <a:lnTo>
                    <a:pt x="919579" y="5031288"/>
                  </a:lnTo>
                  <a:lnTo>
                    <a:pt x="919673" y="5031288"/>
                  </a:lnTo>
                  <a:lnTo>
                    <a:pt x="919767" y="5031288"/>
                  </a:lnTo>
                  <a:lnTo>
                    <a:pt x="919861" y="5031288"/>
                  </a:lnTo>
                  <a:lnTo>
                    <a:pt x="919955" y="5031288"/>
                  </a:lnTo>
                  <a:lnTo>
                    <a:pt x="920049" y="5031288"/>
                  </a:lnTo>
                  <a:lnTo>
                    <a:pt x="920143" y="5031288"/>
                  </a:lnTo>
                  <a:lnTo>
                    <a:pt x="920237" y="5031288"/>
                  </a:lnTo>
                  <a:lnTo>
                    <a:pt x="920331" y="5031288"/>
                  </a:lnTo>
                  <a:lnTo>
                    <a:pt x="920425" y="5031288"/>
                  </a:lnTo>
                  <a:lnTo>
                    <a:pt x="920519" y="5031288"/>
                  </a:lnTo>
                  <a:lnTo>
                    <a:pt x="920613" y="5031288"/>
                  </a:lnTo>
                  <a:lnTo>
                    <a:pt x="920707" y="5031288"/>
                  </a:lnTo>
                  <a:lnTo>
                    <a:pt x="920801" y="5031288"/>
                  </a:lnTo>
                  <a:lnTo>
                    <a:pt x="920895" y="5031288"/>
                  </a:lnTo>
                  <a:lnTo>
                    <a:pt x="920989" y="5031288"/>
                  </a:lnTo>
                  <a:lnTo>
                    <a:pt x="921083" y="5031288"/>
                  </a:lnTo>
                  <a:lnTo>
                    <a:pt x="921177" y="5031288"/>
                  </a:lnTo>
                  <a:lnTo>
                    <a:pt x="921271" y="5031288"/>
                  </a:lnTo>
                  <a:lnTo>
                    <a:pt x="921271" y="5026009"/>
                  </a:lnTo>
                  <a:lnTo>
                    <a:pt x="921365" y="5026009"/>
                  </a:lnTo>
                  <a:lnTo>
                    <a:pt x="921459" y="5026009"/>
                  </a:lnTo>
                  <a:lnTo>
                    <a:pt x="921554" y="5026009"/>
                  </a:lnTo>
                  <a:lnTo>
                    <a:pt x="921648" y="5026009"/>
                  </a:lnTo>
                  <a:lnTo>
                    <a:pt x="921742" y="5026009"/>
                  </a:lnTo>
                  <a:lnTo>
                    <a:pt x="921836" y="5026009"/>
                  </a:lnTo>
                  <a:lnTo>
                    <a:pt x="921930" y="5026009"/>
                  </a:lnTo>
                  <a:lnTo>
                    <a:pt x="922024" y="5026009"/>
                  </a:lnTo>
                  <a:lnTo>
                    <a:pt x="922118" y="5026009"/>
                  </a:lnTo>
                  <a:lnTo>
                    <a:pt x="922212" y="5026009"/>
                  </a:lnTo>
                  <a:lnTo>
                    <a:pt x="922306" y="5026009"/>
                  </a:lnTo>
                  <a:lnTo>
                    <a:pt x="922400" y="5026009"/>
                  </a:lnTo>
                  <a:lnTo>
                    <a:pt x="922494" y="5026009"/>
                  </a:lnTo>
                  <a:lnTo>
                    <a:pt x="922588" y="5026009"/>
                  </a:lnTo>
                  <a:lnTo>
                    <a:pt x="922682" y="5026009"/>
                  </a:lnTo>
                  <a:lnTo>
                    <a:pt x="922776" y="5026009"/>
                  </a:lnTo>
                  <a:lnTo>
                    <a:pt x="922870" y="5026009"/>
                  </a:lnTo>
                  <a:lnTo>
                    <a:pt x="922964" y="5026009"/>
                  </a:lnTo>
                  <a:lnTo>
                    <a:pt x="923058" y="5026009"/>
                  </a:lnTo>
                  <a:lnTo>
                    <a:pt x="923152" y="5026009"/>
                  </a:lnTo>
                  <a:lnTo>
                    <a:pt x="923246" y="5026009"/>
                  </a:lnTo>
                  <a:lnTo>
                    <a:pt x="923340" y="5026009"/>
                  </a:lnTo>
                  <a:lnTo>
                    <a:pt x="923434" y="5026009"/>
                  </a:lnTo>
                  <a:lnTo>
                    <a:pt x="923528" y="5026009"/>
                  </a:lnTo>
                  <a:lnTo>
                    <a:pt x="923622" y="5026009"/>
                  </a:lnTo>
                  <a:lnTo>
                    <a:pt x="923716" y="5026009"/>
                  </a:lnTo>
                  <a:lnTo>
                    <a:pt x="923810" y="5026009"/>
                  </a:lnTo>
                  <a:lnTo>
                    <a:pt x="923904" y="5026009"/>
                  </a:lnTo>
                  <a:lnTo>
                    <a:pt x="923904" y="5020729"/>
                  </a:lnTo>
                  <a:lnTo>
                    <a:pt x="923904" y="5015450"/>
                  </a:lnTo>
                  <a:lnTo>
                    <a:pt x="923998" y="5015450"/>
                  </a:lnTo>
                  <a:lnTo>
                    <a:pt x="924092" y="5015450"/>
                  </a:lnTo>
                  <a:lnTo>
                    <a:pt x="924186" y="5015450"/>
                  </a:lnTo>
                  <a:lnTo>
                    <a:pt x="924280" y="5015450"/>
                  </a:lnTo>
                  <a:lnTo>
                    <a:pt x="924374" y="5015450"/>
                  </a:lnTo>
                  <a:lnTo>
                    <a:pt x="924468" y="5015450"/>
                  </a:lnTo>
                  <a:lnTo>
                    <a:pt x="924562" y="5015450"/>
                  </a:lnTo>
                  <a:lnTo>
                    <a:pt x="924656" y="5015450"/>
                  </a:lnTo>
                  <a:lnTo>
                    <a:pt x="924750" y="5015450"/>
                  </a:lnTo>
                  <a:lnTo>
                    <a:pt x="924844" y="5015450"/>
                  </a:lnTo>
                  <a:lnTo>
                    <a:pt x="924938" y="5015450"/>
                  </a:lnTo>
                  <a:lnTo>
                    <a:pt x="925033" y="5015450"/>
                  </a:lnTo>
                  <a:lnTo>
                    <a:pt x="925127" y="5015450"/>
                  </a:lnTo>
                  <a:lnTo>
                    <a:pt x="925221" y="5015450"/>
                  </a:lnTo>
                  <a:lnTo>
                    <a:pt x="925315" y="5015450"/>
                  </a:lnTo>
                  <a:lnTo>
                    <a:pt x="925409" y="5015450"/>
                  </a:lnTo>
                  <a:lnTo>
                    <a:pt x="925503" y="5015450"/>
                  </a:lnTo>
                  <a:lnTo>
                    <a:pt x="925597" y="5015450"/>
                  </a:lnTo>
                  <a:lnTo>
                    <a:pt x="925691" y="5015450"/>
                  </a:lnTo>
                  <a:lnTo>
                    <a:pt x="925785" y="5015450"/>
                  </a:lnTo>
                  <a:lnTo>
                    <a:pt x="925879" y="5015450"/>
                  </a:lnTo>
                  <a:lnTo>
                    <a:pt x="925973" y="5015450"/>
                  </a:lnTo>
                  <a:lnTo>
                    <a:pt x="926067" y="5015450"/>
                  </a:lnTo>
                  <a:lnTo>
                    <a:pt x="926161" y="5015450"/>
                  </a:lnTo>
                  <a:lnTo>
                    <a:pt x="926255" y="5015450"/>
                  </a:lnTo>
                  <a:lnTo>
                    <a:pt x="926349" y="5015450"/>
                  </a:lnTo>
                  <a:lnTo>
                    <a:pt x="926443" y="5015450"/>
                  </a:lnTo>
                  <a:lnTo>
                    <a:pt x="926537" y="5015450"/>
                  </a:lnTo>
                  <a:lnTo>
                    <a:pt x="926631" y="5015450"/>
                  </a:lnTo>
                  <a:lnTo>
                    <a:pt x="926725" y="5015450"/>
                  </a:lnTo>
                  <a:lnTo>
                    <a:pt x="926819" y="5015450"/>
                  </a:lnTo>
                  <a:lnTo>
                    <a:pt x="926913" y="5015450"/>
                  </a:lnTo>
                  <a:lnTo>
                    <a:pt x="927007" y="5015450"/>
                  </a:lnTo>
                  <a:lnTo>
                    <a:pt x="927101" y="5015450"/>
                  </a:lnTo>
                  <a:lnTo>
                    <a:pt x="927195" y="5015450"/>
                  </a:lnTo>
                  <a:lnTo>
                    <a:pt x="927289" y="5015450"/>
                  </a:lnTo>
                  <a:lnTo>
                    <a:pt x="927383" y="5015450"/>
                  </a:lnTo>
                  <a:lnTo>
                    <a:pt x="927477" y="5015450"/>
                  </a:lnTo>
                  <a:lnTo>
                    <a:pt x="927571" y="5015450"/>
                  </a:lnTo>
                  <a:lnTo>
                    <a:pt x="927665" y="5015450"/>
                  </a:lnTo>
                  <a:lnTo>
                    <a:pt x="927759" y="5015450"/>
                  </a:lnTo>
                  <a:lnTo>
                    <a:pt x="927853" y="5015450"/>
                  </a:lnTo>
                  <a:lnTo>
                    <a:pt x="927947" y="5015450"/>
                  </a:lnTo>
                  <a:lnTo>
                    <a:pt x="928041" y="5015450"/>
                  </a:lnTo>
                  <a:lnTo>
                    <a:pt x="928135" y="5015450"/>
                  </a:lnTo>
                  <a:lnTo>
                    <a:pt x="928229" y="5015450"/>
                  </a:lnTo>
                  <a:lnTo>
                    <a:pt x="928323" y="5015450"/>
                  </a:lnTo>
                  <a:lnTo>
                    <a:pt x="928417" y="5015450"/>
                  </a:lnTo>
                  <a:lnTo>
                    <a:pt x="928511" y="5015450"/>
                  </a:lnTo>
                  <a:lnTo>
                    <a:pt x="928606" y="5015450"/>
                  </a:lnTo>
                  <a:lnTo>
                    <a:pt x="928700" y="5015450"/>
                  </a:lnTo>
                  <a:lnTo>
                    <a:pt x="928794" y="5015450"/>
                  </a:lnTo>
                  <a:lnTo>
                    <a:pt x="928888" y="5015450"/>
                  </a:lnTo>
                  <a:lnTo>
                    <a:pt x="928982" y="5015450"/>
                  </a:lnTo>
                  <a:lnTo>
                    <a:pt x="929076" y="5015450"/>
                  </a:lnTo>
                  <a:lnTo>
                    <a:pt x="929170" y="5015450"/>
                  </a:lnTo>
                  <a:lnTo>
                    <a:pt x="929264" y="5015450"/>
                  </a:lnTo>
                  <a:lnTo>
                    <a:pt x="929358" y="5015450"/>
                  </a:lnTo>
                  <a:lnTo>
                    <a:pt x="929452" y="5015450"/>
                  </a:lnTo>
                  <a:lnTo>
                    <a:pt x="929546" y="5015450"/>
                  </a:lnTo>
                  <a:lnTo>
                    <a:pt x="929640" y="5015450"/>
                  </a:lnTo>
                  <a:lnTo>
                    <a:pt x="929734" y="5015450"/>
                  </a:lnTo>
                  <a:lnTo>
                    <a:pt x="929828" y="5015450"/>
                  </a:lnTo>
                  <a:lnTo>
                    <a:pt x="929922" y="5015450"/>
                  </a:lnTo>
                  <a:lnTo>
                    <a:pt x="930016" y="5015450"/>
                  </a:lnTo>
                  <a:lnTo>
                    <a:pt x="930110" y="5015450"/>
                  </a:lnTo>
                  <a:lnTo>
                    <a:pt x="930204" y="5015450"/>
                  </a:lnTo>
                  <a:lnTo>
                    <a:pt x="930298" y="5015450"/>
                  </a:lnTo>
                  <a:lnTo>
                    <a:pt x="930392" y="5015450"/>
                  </a:lnTo>
                  <a:lnTo>
                    <a:pt x="930486" y="5015450"/>
                  </a:lnTo>
                  <a:lnTo>
                    <a:pt x="930580" y="5015450"/>
                  </a:lnTo>
                  <a:lnTo>
                    <a:pt x="930674" y="5015450"/>
                  </a:lnTo>
                  <a:lnTo>
                    <a:pt x="930768" y="5015450"/>
                  </a:lnTo>
                  <a:lnTo>
                    <a:pt x="930862" y="5015450"/>
                  </a:lnTo>
                  <a:lnTo>
                    <a:pt x="930956" y="5015450"/>
                  </a:lnTo>
                  <a:lnTo>
                    <a:pt x="931050" y="5015450"/>
                  </a:lnTo>
                  <a:lnTo>
                    <a:pt x="931144" y="5015450"/>
                  </a:lnTo>
                  <a:lnTo>
                    <a:pt x="931238" y="5015450"/>
                  </a:lnTo>
                  <a:lnTo>
                    <a:pt x="931332" y="5015450"/>
                  </a:lnTo>
                  <a:lnTo>
                    <a:pt x="931426" y="5015450"/>
                  </a:lnTo>
                  <a:lnTo>
                    <a:pt x="931520" y="5015450"/>
                  </a:lnTo>
                  <a:lnTo>
                    <a:pt x="931614" y="5015450"/>
                  </a:lnTo>
                  <a:lnTo>
                    <a:pt x="931708" y="5015450"/>
                  </a:lnTo>
                  <a:lnTo>
                    <a:pt x="931802" y="5015450"/>
                  </a:lnTo>
                  <a:lnTo>
                    <a:pt x="931896" y="5015450"/>
                  </a:lnTo>
                  <a:lnTo>
                    <a:pt x="931990" y="5015450"/>
                  </a:lnTo>
                  <a:lnTo>
                    <a:pt x="932084" y="5015450"/>
                  </a:lnTo>
                  <a:lnTo>
                    <a:pt x="932179" y="5015450"/>
                  </a:lnTo>
                  <a:lnTo>
                    <a:pt x="932273" y="5015450"/>
                  </a:lnTo>
                  <a:lnTo>
                    <a:pt x="932367" y="5015450"/>
                  </a:lnTo>
                  <a:lnTo>
                    <a:pt x="932461" y="5015450"/>
                  </a:lnTo>
                  <a:lnTo>
                    <a:pt x="932555" y="5015450"/>
                  </a:lnTo>
                  <a:lnTo>
                    <a:pt x="932649" y="5015450"/>
                  </a:lnTo>
                  <a:lnTo>
                    <a:pt x="932743" y="5015450"/>
                  </a:lnTo>
                  <a:lnTo>
                    <a:pt x="932837" y="5015450"/>
                  </a:lnTo>
                  <a:lnTo>
                    <a:pt x="932931" y="5015450"/>
                  </a:lnTo>
                  <a:lnTo>
                    <a:pt x="933025" y="5015450"/>
                  </a:lnTo>
                  <a:lnTo>
                    <a:pt x="933119" y="5015450"/>
                  </a:lnTo>
                  <a:lnTo>
                    <a:pt x="933213" y="5015450"/>
                  </a:lnTo>
                  <a:lnTo>
                    <a:pt x="933307" y="5015450"/>
                  </a:lnTo>
                  <a:lnTo>
                    <a:pt x="933401" y="5015450"/>
                  </a:lnTo>
                  <a:lnTo>
                    <a:pt x="933495" y="5015450"/>
                  </a:lnTo>
                  <a:lnTo>
                    <a:pt x="933589" y="5015450"/>
                  </a:lnTo>
                  <a:lnTo>
                    <a:pt x="933683" y="5015450"/>
                  </a:lnTo>
                  <a:lnTo>
                    <a:pt x="933777" y="5015450"/>
                  </a:lnTo>
                  <a:lnTo>
                    <a:pt x="933871" y="5015450"/>
                  </a:lnTo>
                  <a:lnTo>
                    <a:pt x="933965" y="5015450"/>
                  </a:lnTo>
                  <a:lnTo>
                    <a:pt x="934059" y="5015450"/>
                  </a:lnTo>
                  <a:lnTo>
                    <a:pt x="934059" y="5010170"/>
                  </a:lnTo>
                  <a:lnTo>
                    <a:pt x="934153" y="5010170"/>
                  </a:lnTo>
                  <a:lnTo>
                    <a:pt x="934247" y="5010170"/>
                  </a:lnTo>
                  <a:lnTo>
                    <a:pt x="934341" y="5010170"/>
                  </a:lnTo>
                  <a:lnTo>
                    <a:pt x="934435" y="5010170"/>
                  </a:lnTo>
                  <a:lnTo>
                    <a:pt x="934529" y="5010170"/>
                  </a:lnTo>
                  <a:lnTo>
                    <a:pt x="934623" y="5010170"/>
                  </a:lnTo>
                  <a:lnTo>
                    <a:pt x="934717" y="5010170"/>
                  </a:lnTo>
                  <a:lnTo>
                    <a:pt x="934811" y="5010170"/>
                  </a:lnTo>
                  <a:lnTo>
                    <a:pt x="934905" y="5010170"/>
                  </a:lnTo>
                  <a:lnTo>
                    <a:pt x="934999" y="5010170"/>
                  </a:lnTo>
                  <a:lnTo>
                    <a:pt x="935093" y="5010170"/>
                  </a:lnTo>
                  <a:lnTo>
                    <a:pt x="935187" y="5010170"/>
                  </a:lnTo>
                  <a:lnTo>
                    <a:pt x="935281" y="5010170"/>
                  </a:lnTo>
                  <a:lnTo>
                    <a:pt x="935375" y="5010170"/>
                  </a:lnTo>
                  <a:lnTo>
                    <a:pt x="935469" y="5010170"/>
                  </a:lnTo>
                  <a:lnTo>
                    <a:pt x="935563" y="5010170"/>
                  </a:lnTo>
                  <a:lnTo>
                    <a:pt x="935657" y="5010170"/>
                  </a:lnTo>
                  <a:lnTo>
                    <a:pt x="935752" y="5010170"/>
                  </a:lnTo>
                  <a:lnTo>
                    <a:pt x="935846" y="5010170"/>
                  </a:lnTo>
                  <a:lnTo>
                    <a:pt x="935940" y="5010170"/>
                  </a:lnTo>
                  <a:lnTo>
                    <a:pt x="936034" y="5010170"/>
                  </a:lnTo>
                  <a:lnTo>
                    <a:pt x="936128" y="5010170"/>
                  </a:lnTo>
                  <a:lnTo>
                    <a:pt x="936222" y="5010170"/>
                  </a:lnTo>
                  <a:lnTo>
                    <a:pt x="936316" y="5010170"/>
                  </a:lnTo>
                  <a:lnTo>
                    <a:pt x="936410" y="5010170"/>
                  </a:lnTo>
                  <a:lnTo>
                    <a:pt x="936504" y="5010170"/>
                  </a:lnTo>
                  <a:lnTo>
                    <a:pt x="936598" y="5010170"/>
                  </a:lnTo>
                  <a:lnTo>
                    <a:pt x="936692" y="5010170"/>
                  </a:lnTo>
                  <a:lnTo>
                    <a:pt x="936786" y="5010170"/>
                  </a:lnTo>
                  <a:lnTo>
                    <a:pt x="936880" y="5010170"/>
                  </a:lnTo>
                  <a:lnTo>
                    <a:pt x="936974" y="5010170"/>
                  </a:lnTo>
                  <a:lnTo>
                    <a:pt x="937068" y="5010170"/>
                  </a:lnTo>
                  <a:lnTo>
                    <a:pt x="937162" y="5010170"/>
                  </a:lnTo>
                  <a:lnTo>
                    <a:pt x="937162" y="5004891"/>
                  </a:lnTo>
                  <a:lnTo>
                    <a:pt x="937256" y="5004891"/>
                  </a:lnTo>
                  <a:lnTo>
                    <a:pt x="937350" y="5004891"/>
                  </a:lnTo>
                  <a:lnTo>
                    <a:pt x="937444" y="5004891"/>
                  </a:lnTo>
                  <a:lnTo>
                    <a:pt x="937538" y="5004891"/>
                  </a:lnTo>
                  <a:lnTo>
                    <a:pt x="937632" y="5004891"/>
                  </a:lnTo>
                  <a:lnTo>
                    <a:pt x="937726" y="5004891"/>
                  </a:lnTo>
                  <a:lnTo>
                    <a:pt x="937820" y="5004891"/>
                  </a:lnTo>
                  <a:lnTo>
                    <a:pt x="937914" y="5004891"/>
                  </a:lnTo>
                  <a:lnTo>
                    <a:pt x="938008" y="5004891"/>
                  </a:lnTo>
                  <a:lnTo>
                    <a:pt x="938102" y="5004891"/>
                  </a:lnTo>
                  <a:lnTo>
                    <a:pt x="938196" y="5004891"/>
                  </a:lnTo>
                  <a:lnTo>
                    <a:pt x="938290" y="5004891"/>
                  </a:lnTo>
                  <a:lnTo>
                    <a:pt x="938384" y="5004891"/>
                  </a:lnTo>
                  <a:lnTo>
                    <a:pt x="938478" y="5004891"/>
                  </a:lnTo>
                  <a:lnTo>
                    <a:pt x="938572" y="5004891"/>
                  </a:lnTo>
                  <a:lnTo>
                    <a:pt x="938666" y="5004891"/>
                  </a:lnTo>
                  <a:lnTo>
                    <a:pt x="938760" y="5004891"/>
                  </a:lnTo>
                  <a:lnTo>
                    <a:pt x="938854" y="5004891"/>
                  </a:lnTo>
                  <a:lnTo>
                    <a:pt x="938948" y="5004891"/>
                  </a:lnTo>
                  <a:lnTo>
                    <a:pt x="939042" y="5004891"/>
                  </a:lnTo>
                  <a:lnTo>
                    <a:pt x="939136" y="5004891"/>
                  </a:lnTo>
                  <a:lnTo>
                    <a:pt x="939231" y="5004891"/>
                  </a:lnTo>
                  <a:lnTo>
                    <a:pt x="939325" y="5004891"/>
                  </a:lnTo>
                  <a:lnTo>
                    <a:pt x="939419" y="5004891"/>
                  </a:lnTo>
                  <a:lnTo>
                    <a:pt x="939513" y="5004891"/>
                  </a:lnTo>
                  <a:lnTo>
                    <a:pt x="939607" y="5004891"/>
                  </a:lnTo>
                  <a:lnTo>
                    <a:pt x="939701" y="5004891"/>
                  </a:lnTo>
                  <a:lnTo>
                    <a:pt x="939795" y="5004891"/>
                  </a:lnTo>
                  <a:lnTo>
                    <a:pt x="939889" y="5004891"/>
                  </a:lnTo>
                  <a:lnTo>
                    <a:pt x="939983" y="5004891"/>
                  </a:lnTo>
                  <a:lnTo>
                    <a:pt x="940077" y="5004891"/>
                  </a:lnTo>
                  <a:lnTo>
                    <a:pt x="940171" y="5004891"/>
                  </a:lnTo>
                  <a:lnTo>
                    <a:pt x="940265" y="5004891"/>
                  </a:lnTo>
                  <a:lnTo>
                    <a:pt x="940359" y="5004891"/>
                  </a:lnTo>
                  <a:lnTo>
                    <a:pt x="940453" y="5004891"/>
                  </a:lnTo>
                  <a:lnTo>
                    <a:pt x="940547" y="5004891"/>
                  </a:lnTo>
                  <a:lnTo>
                    <a:pt x="940641" y="5004891"/>
                  </a:lnTo>
                  <a:lnTo>
                    <a:pt x="940735" y="5004891"/>
                  </a:lnTo>
                  <a:lnTo>
                    <a:pt x="940829" y="5004891"/>
                  </a:lnTo>
                  <a:lnTo>
                    <a:pt x="940923" y="5004891"/>
                  </a:lnTo>
                  <a:lnTo>
                    <a:pt x="941017" y="5004891"/>
                  </a:lnTo>
                  <a:lnTo>
                    <a:pt x="941111" y="5004891"/>
                  </a:lnTo>
                  <a:lnTo>
                    <a:pt x="941205" y="5004891"/>
                  </a:lnTo>
                  <a:lnTo>
                    <a:pt x="941299" y="5004891"/>
                  </a:lnTo>
                  <a:lnTo>
                    <a:pt x="941393" y="5004891"/>
                  </a:lnTo>
                  <a:lnTo>
                    <a:pt x="941487" y="5004891"/>
                  </a:lnTo>
                  <a:lnTo>
                    <a:pt x="941581" y="5004891"/>
                  </a:lnTo>
                  <a:lnTo>
                    <a:pt x="941675" y="5004891"/>
                  </a:lnTo>
                  <a:lnTo>
                    <a:pt x="941769" y="5004891"/>
                  </a:lnTo>
                  <a:lnTo>
                    <a:pt x="941863" y="5004891"/>
                  </a:lnTo>
                  <a:lnTo>
                    <a:pt x="941957" y="5004891"/>
                  </a:lnTo>
                  <a:lnTo>
                    <a:pt x="942051" y="5004891"/>
                  </a:lnTo>
                  <a:lnTo>
                    <a:pt x="942145" y="5004891"/>
                  </a:lnTo>
                  <a:lnTo>
                    <a:pt x="942239" y="5004891"/>
                  </a:lnTo>
                  <a:lnTo>
                    <a:pt x="942333" y="5004891"/>
                  </a:lnTo>
                  <a:lnTo>
                    <a:pt x="942427" y="5004891"/>
                  </a:lnTo>
                  <a:lnTo>
                    <a:pt x="942521" y="5004891"/>
                  </a:lnTo>
                  <a:lnTo>
                    <a:pt x="942615" y="5004891"/>
                  </a:lnTo>
                  <a:lnTo>
                    <a:pt x="942709" y="5004891"/>
                  </a:lnTo>
                  <a:lnTo>
                    <a:pt x="942804" y="5004891"/>
                  </a:lnTo>
                  <a:lnTo>
                    <a:pt x="942898" y="5004891"/>
                  </a:lnTo>
                  <a:lnTo>
                    <a:pt x="942992" y="5004891"/>
                  </a:lnTo>
                  <a:lnTo>
                    <a:pt x="943086" y="5004891"/>
                  </a:lnTo>
                  <a:lnTo>
                    <a:pt x="943180" y="5004891"/>
                  </a:lnTo>
                  <a:lnTo>
                    <a:pt x="943274" y="5004891"/>
                  </a:lnTo>
                  <a:lnTo>
                    <a:pt x="943368" y="5004891"/>
                  </a:lnTo>
                  <a:lnTo>
                    <a:pt x="943462" y="5004891"/>
                  </a:lnTo>
                  <a:lnTo>
                    <a:pt x="943556" y="5004891"/>
                  </a:lnTo>
                  <a:lnTo>
                    <a:pt x="943650" y="5004891"/>
                  </a:lnTo>
                  <a:lnTo>
                    <a:pt x="943744" y="5004891"/>
                  </a:lnTo>
                  <a:lnTo>
                    <a:pt x="943838" y="5004891"/>
                  </a:lnTo>
                  <a:lnTo>
                    <a:pt x="943932" y="5004891"/>
                  </a:lnTo>
                  <a:lnTo>
                    <a:pt x="944026" y="5004891"/>
                  </a:lnTo>
                  <a:lnTo>
                    <a:pt x="944120" y="5004891"/>
                  </a:lnTo>
                  <a:lnTo>
                    <a:pt x="944214" y="5004891"/>
                  </a:lnTo>
                  <a:lnTo>
                    <a:pt x="944308" y="5004891"/>
                  </a:lnTo>
                  <a:lnTo>
                    <a:pt x="944402" y="5004891"/>
                  </a:lnTo>
                  <a:lnTo>
                    <a:pt x="944496" y="5004891"/>
                  </a:lnTo>
                  <a:lnTo>
                    <a:pt x="944590" y="5004891"/>
                  </a:lnTo>
                  <a:lnTo>
                    <a:pt x="944684" y="5004891"/>
                  </a:lnTo>
                  <a:lnTo>
                    <a:pt x="944778" y="5004891"/>
                  </a:lnTo>
                  <a:lnTo>
                    <a:pt x="944872" y="5004891"/>
                  </a:lnTo>
                  <a:lnTo>
                    <a:pt x="944966" y="5004891"/>
                  </a:lnTo>
                  <a:lnTo>
                    <a:pt x="945060" y="5004891"/>
                  </a:lnTo>
                  <a:lnTo>
                    <a:pt x="945154" y="5004891"/>
                  </a:lnTo>
                  <a:lnTo>
                    <a:pt x="945248" y="5004891"/>
                  </a:lnTo>
                  <a:lnTo>
                    <a:pt x="945342" y="5004891"/>
                  </a:lnTo>
                  <a:lnTo>
                    <a:pt x="945436" y="5004891"/>
                  </a:lnTo>
                  <a:lnTo>
                    <a:pt x="945530" y="5004891"/>
                  </a:lnTo>
                  <a:lnTo>
                    <a:pt x="945624" y="5004891"/>
                  </a:lnTo>
                  <a:lnTo>
                    <a:pt x="945718" y="5004891"/>
                  </a:lnTo>
                  <a:lnTo>
                    <a:pt x="945812" y="5004891"/>
                  </a:lnTo>
                  <a:lnTo>
                    <a:pt x="945906" y="5004891"/>
                  </a:lnTo>
                  <a:lnTo>
                    <a:pt x="946000" y="5004891"/>
                  </a:lnTo>
                  <a:lnTo>
                    <a:pt x="946094" y="5004891"/>
                  </a:lnTo>
                  <a:lnTo>
                    <a:pt x="946188" y="5004891"/>
                  </a:lnTo>
                  <a:lnTo>
                    <a:pt x="946282" y="5004891"/>
                  </a:lnTo>
                  <a:lnTo>
                    <a:pt x="946377" y="5004891"/>
                  </a:lnTo>
                  <a:lnTo>
                    <a:pt x="946471" y="5004891"/>
                  </a:lnTo>
                  <a:lnTo>
                    <a:pt x="946565" y="5004891"/>
                  </a:lnTo>
                  <a:lnTo>
                    <a:pt x="946659" y="5004891"/>
                  </a:lnTo>
                  <a:lnTo>
                    <a:pt x="946753" y="5004891"/>
                  </a:lnTo>
                  <a:lnTo>
                    <a:pt x="946847" y="5004891"/>
                  </a:lnTo>
                  <a:lnTo>
                    <a:pt x="946941" y="5004891"/>
                  </a:lnTo>
                  <a:lnTo>
                    <a:pt x="947035" y="5004891"/>
                  </a:lnTo>
                  <a:lnTo>
                    <a:pt x="947129" y="5004891"/>
                  </a:lnTo>
                  <a:lnTo>
                    <a:pt x="947223" y="5004891"/>
                  </a:lnTo>
                  <a:lnTo>
                    <a:pt x="947317" y="5004891"/>
                  </a:lnTo>
                  <a:lnTo>
                    <a:pt x="947411" y="5004891"/>
                  </a:lnTo>
                  <a:lnTo>
                    <a:pt x="947505" y="5004891"/>
                  </a:lnTo>
                  <a:lnTo>
                    <a:pt x="947599" y="5004891"/>
                  </a:lnTo>
                  <a:lnTo>
                    <a:pt x="947693" y="5004891"/>
                  </a:lnTo>
                  <a:lnTo>
                    <a:pt x="947787" y="5004891"/>
                  </a:lnTo>
                  <a:lnTo>
                    <a:pt x="947881" y="5004891"/>
                  </a:lnTo>
                  <a:lnTo>
                    <a:pt x="947975" y="5004891"/>
                  </a:lnTo>
                  <a:lnTo>
                    <a:pt x="948069" y="5004891"/>
                  </a:lnTo>
                  <a:lnTo>
                    <a:pt x="948163" y="5004891"/>
                  </a:lnTo>
                  <a:lnTo>
                    <a:pt x="948257" y="5004891"/>
                  </a:lnTo>
                  <a:lnTo>
                    <a:pt x="948351" y="5004891"/>
                  </a:lnTo>
                  <a:lnTo>
                    <a:pt x="948445" y="5004891"/>
                  </a:lnTo>
                  <a:lnTo>
                    <a:pt x="948539" y="5004891"/>
                  </a:lnTo>
                  <a:lnTo>
                    <a:pt x="948633" y="5004891"/>
                  </a:lnTo>
                  <a:lnTo>
                    <a:pt x="948727" y="5004891"/>
                  </a:lnTo>
                  <a:lnTo>
                    <a:pt x="948821" y="5004891"/>
                  </a:lnTo>
                  <a:lnTo>
                    <a:pt x="948915" y="5004891"/>
                  </a:lnTo>
                  <a:lnTo>
                    <a:pt x="949009" y="5004891"/>
                  </a:lnTo>
                  <a:lnTo>
                    <a:pt x="949103" y="5004891"/>
                  </a:lnTo>
                  <a:lnTo>
                    <a:pt x="949197" y="5004891"/>
                  </a:lnTo>
                  <a:lnTo>
                    <a:pt x="949291" y="5004891"/>
                  </a:lnTo>
                  <a:lnTo>
                    <a:pt x="949385" y="5004891"/>
                  </a:lnTo>
                  <a:lnTo>
                    <a:pt x="949479" y="5004891"/>
                  </a:lnTo>
                  <a:lnTo>
                    <a:pt x="949573" y="5004891"/>
                  </a:lnTo>
                  <a:lnTo>
                    <a:pt x="949667" y="5004891"/>
                  </a:lnTo>
                  <a:lnTo>
                    <a:pt x="949761" y="5004891"/>
                  </a:lnTo>
                  <a:lnTo>
                    <a:pt x="949856" y="5004891"/>
                  </a:lnTo>
                  <a:lnTo>
                    <a:pt x="949950" y="5004891"/>
                  </a:lnTo>
                  <a:lnTo>
                    <a:pt x="950044" y="5004891"/>
                  </a:lnTo>
                  <a:lnTo>
                    <a:pt x="950044" y="4999612"/>
                  </a:lnTo>
                  <a:lnTo>
                    <a:pt x="950138" y="4999612"/>
                  </a:lnTo>
                  <a:lnTo>
                    <a:pt x="950232" y="4999612"/>
                  </a:lnTo>
                  <a:lnTo>
                    <a:pt x="950326" y="4999612"/>
                  </a:lnTo>
                  <a:lnTo>
                    <a:pt x="950420" y="4999612"/>
                  </a:lnTo>
                  <a:lnTo>
                    <a:pt x="950514" y="4999612"/>
                  </a:lnTo>
                  <a:lnTo>
                    <a:pt x="950608" y="4999612"/>
                  </a:lnTo>
                  <a:lnTo>
                    <a:pt x="950702" y="4999612"/>
                  </a:lnTo>
                  <a:lnTo>
                    <a:pt x="950796" y="4999612"/>
                  </a:lnTo>
                  <a:lnTo>
                    <a:pt x="950890" y="4999612"/>
                  </a:lnTo>
                  <a:lnTo>
                    <a:pt x="950984" y="4999612"/>
                  </a:lnTo>
                  <a:lnTo>
                    <a:pt x="951078" y="4999612"/>
                  </a:lnTo>
                  <a:lnTo>
                    <a:pt x="951172" y="4999612"/>
                  </a:lnTo>
                  <a:lnTo>
                    <a:pt x="951266" y="4999612"/>
                  </a:lnTo>
                  <a:lnTo>
                    <a:pt x="951360" y="4999612"/>
                  </a:lnTo>
                  <a:lnTo>
                    <a:pt x="951454" y="4999612"/>
                  </a:lnTo>
                  <a:lnTo>
                    <a:pt x="951548" y="4999612"/>
                  </a:lnTo>
                  <a:lnTo>
                    <a:pt x="951642" y="4999612"/>
                  </a:lnTo>
                  <a:lnTo>
                    <a:pt x="951736" y="4999612"/>
                  </a:lnTo>
                  <a:lnTo>
                    <a:pt x="951830" y="4999612"/>
                  </a:lnTo>
                  <a:lnTo>
                    <a:pt x="951924" y="4999612"/>
                  </a:lnTo>
                  <a:lnTo>
                    <a:pt x="952018" y="4999612"/>
                  </a:lnTo>
                  <a:lnTo>
                    <a:pt x="952112" y="4999612"/>
                  </a:lnTo>
                  <a:lnTo>
                    <a:pt x="952206" y="4999612"/>
                  </a:lnTo>
                  <a:lnTo>
                    <a:pt x="952300" y="4999612"/>
                  </a:lnTo>
                  <a:lnTo>
                    <a:pt x="952394" y="4999612"/>
                  </a:lnTo>
                  <a:lnTo>
                    <a:pt x="952488" y="4999612"/>
                  </a:lnTo>
                  <a:lnTo>
                    <a:pt x="952582" y="4999612"/>
                  </a:lnTo>
                  <a:lnTo>
                    <a:pt x="952676" y="4999612"/>
                  </a:lnTo>
                  <a:lnTo>
                    <a:pt x="952770" y="4999612"/>
                  </a:lnTo>
                  <a:lnTo>
                    <a:pt x="952864" y="4999612"/>
                  </a:lnTo>
                  <a:lnTo>
                    <a:pt x="952958" y="4999612"/>
                  </a:lnTo>
                  <a:lnTo>
                    <a:pt x="953052" y="4999612"/>
                  </a:lnTo>
                  <a:lnTo>
                    <a:pt x="953146" y="4999612"/>
                  </a:lnTo>
                  <a:lnTo>
                    <a:pt x="953240" y="4999612"/>
                  </a:lnTo>
                  <a:lnTo>
                    <a:pt x="953334" y="4999612"/>
                  </a:lnTo>
                  <a:lnTo>
                    <a:pt x="953429" y="4999612"/>
                  </a:lnTo>
                  <a:lnTo>
                    <a:pt x="953523" y="4999612"/>
                  </a:lnTo>
                  <a:lnTo>
                    <a:pt x="953617" y="4999612"/>
                  </a:lnTo>
                  <a:lnTo>
                    <a:pt x="953711" y="4999612"/>
                  </a:lnTo>
                  <a:lnTo>
                    <a:pt x="953805" y="4999612"/>
                  </a:lnTo>
                  <a:lnTo>
                    <a:pt x="953899" y="4999612"/>
                  </a:lnTo>
                  <a:lnTo>
                    <a:pt x="953993" y="4999612"/>
                  </a:lnTo>
                  <a:lnTo>
                    <a:pt x="954087" y="4999612"/>
                  </a:lnTo>
                  <a:lnTo>
                    <a:pt x="954181" y="4999612"/>
                  </a:lnTo>
                  <a:lnTo>
                    <a:pt x="954275" y="4999612"/>
                  </a:lnTo>
                  <a:lnTo>
                    <a:pt x="954369" y="4999612"/>
                  </a:lnTo>
                  <a:lnTo>
                    <a:pt x="954463" y="4999612"/>
                  </a:lnTo>
                  <a:lnTo>
                    <a:pt x="954557" y="4999612"/>
                  </a:lnTo>
                  <a:lnTo>
                    <a:pt x="954651" y="4999612"/>
                  </a:lnTo>
                  <a:lnTo>
                    <a:pt x="954745" y="4999612"/>
                  </a:lnTo>
                  <a:lnTo>
                    <a:pt x="954839" y="4999612"/>
                  </a:lnTo>
                  <a:lnTo>
                    <a:pt x="954933" y="4999612"/>
                  </a:lnTo>
                  <a:lnTo>
                    <a:pt x="955027" y="4999612"/>
                  </a:lnTo>
                  <a:lnTo>
                    <a:pt x="955121" y="4999612"/>
                  </a:lnTo>
                  <a:lnTo>
                    <a:pt x="955215" y="4999612"/>
                  </a:lnTo>
                  <a:lnTo>
                    <a:pt x="955309" y="4999612"/>
                  </a:lnTo>
                  <a:lnTo>
                    <a:pt x="955403" y="4999612"/>
                  </a:lnTo>
                  <a:lnTo>
                    <a:pt x="955497" y="4999612"/>
                  </a:lnTo>
                  <a:lnTo>
                    <a:pt x="955591" y="4999612"/>
                  </a:lnTo>
                  <a:lnTo>
                    <a:pt x="955685" y="4999612"/>
                  </a:lnTo>
                  <a:lnTo>
                    <a:pt x="955779" y="4999612"/>
                  </a:lnTo>
                  <a:lnTo>
                    <a:pt x="955873" y="4999612"/>
                  </a:lnTo>
                  <a:lnTo>
                    <a:pt x="955967" y="4999612"/>
                  </a:lnTo>
                  <a:lnTo>
                    <a:pt x="956061" y="4999612"/>
                  </a:lnTo>
                  <a:lnTo>
                    <a:pt x="956155" y="4999612"/>
                  </a:lnTo>
                  <a:lnTo>
                    <a:pt x="956249" y="4999612"/>
                  </a:lnTo>
                  <a:lnTo>
                    <a:pt x="956343" y="4999612"/>
                  </a:lnTo>
                  <a:lnTo>
                    <a:pt x="956437" y="4999612"/>
                  </a:lnTo>
                  <a:lnTo>
                    <a:pt x="956531" y="4999612"/>
                  </a:lnTo>
                  <a:lnTo>
                    <a:pt x="956531" y="4994332"/>
                  </a:lnTo>
                  <a:lnTo>
                    <a:pt x="956625" y="4994332"/>
                  </a:lnTo>
                  <a:lnTo>
                    <a:pt x="956719" y="4994332"/>
                  </a:lnTo>
                  <a:lnTo>
                    <a:pt x="956813" y="4994332"/>
                  </a:lnTo>
                  <a:lnTo>
                    <a:pt x="956907" y="4994332"/>
                  </a:lnTo>
                  <a:lnTo>
                    <a:pt x="957002" y="4994332"/>
                  </a:lnTo>
                  <a:lnTo>
                    <a:pt x="957096" y="4994332"/>
                  </a:lnTo>
                  <a:lnTo>
                    <a:pt x="957190" y="4994332"/>
                  </a:lnTo>
                  <a:lnTo>
                    <a:pt x="957284" y="4994332"/>
                  </a:lnTo>
                  <a:lnTo>
                    <a:pt x="957378" y="4994332"/>
                  </a:lnTo>
                  <a:lnTo>
                    <a:pt x="957472" y="4994332"/>
                  </a:lnTo>
                  <a:lnTo>
                    <a:pt x="957566" y="4994332"/>
                  </a:lnTo>
                  <a:lnTo>
                    <a:pt x="957660" y="4994332"/>
                  </a:lnTo>
                  <a:lnTo>
                    <a:pt x="957754" y="4994332"/>
                  </a:lnTo>
                  <a:lnTo>
                    <a:pt x="957848" y="4994332"/>
                  </a:lnTo>
                  <a:lnTo>
                    <a:pt x="957942" y="4994332"/>
                  </a:lnTo>
                  <a:lnTo>
                    <a:pt x="958036" y="4994332"/>
                  </a:lnTo>
                  <a:lnTo>
                    <a:pt x="958130" y="4994332"/>
                  </a:lnTo>
                  <a:lnTo>
                    <a:pt x="958224" y="4994332"/>
                  </a:lnTo>
                  <a:lnTo>
                    <a:pt x="958318" y="4994332"/>
                  </a:lnTo>
                  <a:lnTo>
                    <a:pt x="958412" y="4994332"/>
                  </a:lnTo>
                  <a:lnTo>
                    <a:pt x="958506" y="4994332"/>
                  </a:lnTo>
                  <a:lnTo>
                    <a:pt x="958506" y="4989053"/>
                  </a:lnTo>
                  <a:lnTo>
                    <a:pt x="958600" y="4989053"/>
                  </a:lnTo>
                  <a:lnTo>
                    <a:pt x="958694" y="4989053"/>
                  </a:lnTo>
                  <a:lnTo>
                    <a:pt x="958788" y="4989053"/>
                  </a:lnTo>
                  <a:lnTo>
                    <a:pt x="958882" y="4989053"/>
                  </a:lnTo>
                  <a:lnTo>
                    <a:pt x="958976" y="4989053"/>
                  </a:lnTo>
                  <a:lnTo>
                    <a:pt x="959070" y="4989053"/>
                  </a:lnTo>
                  <a:lnTo>
                    <a:pt x="959164" y="4989053"/>
                  </a:lnTo>
                  <a:lnTo>
                    <a:pt x="959258" y="4989053"/>
                  </a:lnTo>
                  <a:lnTo>
                    <a:pt x="959258" y="4983773"/>
                  </a:lnTo>
                  <a:lnTo>
                    <a:pt x="959352" y="4983773"/>
                  </a:lnTo>
                  <a:lnTo>
                    <a:pt x="959446" y="4983773"/>
                  </a:lnTo>
                  <a:lnTo>
                    <a:pt x="959540" y="4983773"/>
                  </a:lnTo>
                  <a:lnTo>
                    <a:pt x="959634" y="4983773"/>
                  </a:lnTo>
                  <a:lnTo>
                    <a:pt x="959728" y="4983773"/>
                  </a:lnTo>
                  <a:lnTo>
                    <a:pt x="959822" y="4983773"/>
                  </a:lnTo>
                  <a:lnTo>
                    <a:pt x="959916" y="4983773"/>
                  </a:lnTo>
                  <a:lnTo>
                    <a:pt x="960010" y="4983773"/>
                  </a:lnTo>
                  <a:lnTo>
                    <a:pt x="960104" y="4983773"/>
                  </a:lnTo>
                  <a:lnTo>
                    <a:pt x="960198" y="4983773"/>
                  </a:lnTo>
                  <a:lnTo>
                    <a:pt x="960292" y="4983773"/>
                  </a:lnTo>
                  <a:lnTo>
                    <a:pt x="960386" y="4983773"/>
                  </a:lnTo>
                  <a:lnTo>
                    <a:pt x="960481" y="4983773"/>
                  </a:lnTo>
                  <a:lnTo>
                    <a:pt x="960575" y="4983773"/>
                  </a:lnTo>
                  <a:lnTo>
                    <a:pt x="960669" y="4983773"/>
                  </a:lnTo>
                  <a:lnTo>
                    <a:pt x="960763" y="4983773"/>
                  </a:lnTo>
                  <a:lnTo>
                    <a:pt x="960857" y="4983773"/>
                  </a:lnTo>
                  <a:lnTo>
                    <a:pt x="960951" y="4983773"/>
                  </a:lnTo>
                  <a:lnTo>
                    <a:pt x="961045" y="4983773"/>
                  </a:lnTo>
                  <a:lnTo>
                    <a:pt x="961139" y="4983773"/>
                  </a:lnTo>
                  <a:lnTo>
                    <a:pt x="961233" y="4983773"/>
                  </a:lnTo>
                  <a:lnTo>
                    <a:pt x="961327" y="4983773"/>
                  </a:lnTo>
                  <a:lnTo>
                    <a:pt x="961421" y="4983773"/>
                  </a:lnTo>
                  <a:lnTo>
                    <a:pt x="961515" y="4983773"/>
                  </a:lnTo>
                  <a:lnTo>
                    <a:pt x="961609" y="4983773"/>
                  </a:lnTo>
                  <a:lnTo>
                    <a:pt x="961703" y="4983773"/>
                  </a:lnTo>
                  <a:lnTo>
                    <a:pt x="961797" y="4983773"/>
                  </a:lnTo>
                  <a:lnTo>
                    <a:pt x="961891" y="4983773"/>
                  </a:lnTo>
                  <a:lnTo>
                    <a:pt x="961891" y="4978494"/>
                  </a:lnTo>
                  <a:lnTo>
                    <a:pt x="961985" y="4978494"/>
                  </a:lnTo>
                  <a:lnTo>
                    <a:pt x="962079" y="4978494"/>
                  </a:lnTo>
                  <a:lnTo>
                    <a:pt x="962173" y="4978494"/>
                  </a:lnTo>
                  <a:lnTo>
                    <a:pt x="962267" y="4978494"/>
                  </a:lnTo>
                  <a:lnTo>
                    <a:pt x="962361" y="4978494"/>
                  </a:lnTo>
                  <a:lnTo>
                    <a:pt x="962455" y="4978494"/>
                  </a:lnTo>
                  <a:lnTo>
                    <a:pt x="962549" y="4978494"/>
                  </a:lnTo>
                  <a:lnTo>
                    <a:pt x="962643" y="4978494"/>
                  </a:lnTo>
                  <a:lnTo>
                    <a:pt x="962737" y="4978494"/>
                  </a:lnTo>
                  <a:lnTo>
                    <a:pt x="962831" y="4978494"/>
                  </a:lnTo>
                  <a:lnTo>
                    <a:pt x="962925" y="4978494"/>
                  </a:lnTo>
                  <a:lnTo>
                    <a:pt x="963019" y="4978494"/>
                  </a:lnTo>
                  <a:lnTo>
                    <a:pt x="963113" y="4978494"/>
                  </a:lnTo>
                  <a:lnTo>
                    <a:pt x="963207" y="4978494"/>
                  </a:lnTo>
                  <a:lnTo>
                    <a:pt x="963301" y="4978494"/>
                  </a:lnTo>
                  <a:lnTo>
                    <a:pt x="963395" y="4978494"/>
                  </a:lnTo>
                  <a:lnTo>
                    <a:pt x="963489" y="4978494"/>
                  </a:lnTo>
                  <a:lnTo>
                    <a:pt x="963583" y="4978494"/>
                  </a:lnTo>
                  <a:lnTo>
                    <a:pt x="963677" y="4978494"/>
                  </a:lnTo>
                  <a:lnTo>
                    <a:pt x="963771" y="4978494"/>
                  </a:lnTo>
                  <a:lnTo>
                    <a:pt x="963865" y="4978494"/>
                  </a:lnTo>
                  <a:lnTo>
                    <a:pt x="963959" y="4978494"/>
                  </a:lnTo>
                  <a:lnTo>
                    <a:pt x="964054" y="4978494"/>
                  </a:lnTo>
                  <a:lnTo>
                    <a:pt x="964148" y="4978494"/>
                  </a:lnTo>
                  <a:lnTo>
                    <a:pt x="964242" y="4978494"/>
                  </a:lnTo>
                  <a:lnTo>
                    <a:pt x="964336" y="4978494"/>
                  </a:lnTo>
                  <a:lnTo>
                    <a:pt x="964336" y="4973214"/>
                  </a:lnTo>
                  <a:lnTo>
                    <a:pt x="964430" y="4973214"/>
                  </a:lnTo>
                  <a:lnTo>
                    <a:pt x="964524" y="4973214"/>
                  </a:lnTo>
                  <a:lnTo>
                    <a:pt x="964618" y="4973214"/>
                  </a:lnTo>
                  <a:lnTo>
                    <a:pt x="964712" y="4973214"/>
                  </a:lnTo>
                  <a:lnTo>
                    <a:pt x="964806" y="4973214"/>
                  </a:lnTo>
                  <a:lnTo>
                    <a:pt x="964900" y="4973214"/>
                  </a:lnTo>
                  <a:lnTo>
                    <a:pt x="964900" y="4967935"/>
                  </a:lnTo>
                  <a:lnTo>
                    <a:pt x="964900" y="4962656"/>
                  </a:lnTo>
                  <a:lnTo>
                    <a:pt x="964994" y="4962656"/>
                  </a:lnTo>
                  <a:lnTo>
                    <a:pt x="965088" y="4962656"/>
                  </a:lnTo>
                  <a:lnTo>
                    <a:pt x="965182" y="4962656"/>
                  </a:lnTo>
                  <a:lnTo>
                    <a:pt x="965276" y="4962656"/>
                  </a:lnTo>
                  <a:lnTo>
                    <a:pt x="965370" y="4962656"/>
                  </a:lnTo>
                  <a:lnTo>
                    <a:pt x="965464" y="4962656"/>
                  </a:lnTo>
                  <a:lnTo>
                    <a:pt x="965558" y="4962656"/>
                  </a:lnTo>
                  <a:lnTo>
                    <a:pt x="965652" y="4962656"/>
                  </a:lnTo>
                  <a:lnTo>
                    <a:pt x="965746" y="4962656"/>
                  </a:lnTo>
                  <a:lnTo>
                    <a:pt x="965840" y="4962656"/>
                  </a:lnTo>
                  <a:lnTo>
                    <a:pt x="965934" y="4962656"/>
                  </a:lnTo>
                  <a:lnTo>
                    <a:pt x="966028" y="4962656"/>
                  </a:lnTo>
                  <a:lnTo>
                    <a:pt x="966122" y="4962656"/>
                  </a:lnTo>
                  <a:lnTo>
                    <a:pt x="966216" y="4962656"/>
                  </a:lnTo>
                  <a:lnTo>
                    <a:pt x="966310" y="4962656"/>
                  </a:lnTo>
                  <a:lnTo>
                    <a:pt x="966404" y="4962656"/>
                  </a:lnTo>
                  <a:lnTo>
                    <a:pt x="966498" y="4962656"/>
                  </a:lnTo>
                  <a:lnTo>
                    <a:pt x="966592" y="4962656"/>
                  </a:lnTo>
                  <a:lnTo>
                    <a:pt x="966686" y="4962656"/>
                  </a:lnTo>
                  <a:lnTo>
                    <a:pt x="966780" y="4962656"/>
                  </a:lnTo>
                  <a:lnTo>
                    <a:pt x="966874" y="4962656"/>
                  </a:lnTo>
                  <a:lnTo>
                    <a:pt x="966968" y="4962656"/>
                  </a:lnTo>
                  <a:lnTo>
                    <a:pt x="967062" y="4962656"/>
                  </a:lnTo>
                  <a:lnTo>
                    <a:pt x="967156" y="4962656"/>
                  </a:lnTo>
                  <a:lnTo>
                    <a:pt x="967250" y="4962656"/>
                  </a:lnTo>
                  <a:lnTo>
                    <a:pt x="967344" y="4962656"/>
                  </a:lnTo>
                  <a:lnTo>
                    <a:pt x="967438" y="4962656"/>
                  </a:lnTo>
                  <a:lnTo>
                    <a:pt x="967532" y="4962656"/>
                  </a:lnTo>
                  <a:lnTo>
                    <a:pt x="967627" y="4962656"/>
                  </a:lnTo>
                  <a:lnTo>
                    <a:pt x="967721" y="4962656"/>
                  </a:lnTo>
                  <a:lnTo>
                    <a:pt x="967815" y="4962656"/>
                  </a:lnTo>
                  <a:lnTo>
                    <a:pt x="967909" y="4962656"/>
                  </a:lnTo>
                  <a:lnTo>
                    <a:pt x="968003" y="4962656"/>
                  </a:lnTo>
                  <a:lnTo>
                    <a:pt x="968097" y="4962656"/>
                  </a:lnTo>
                  <a:lnTo>
                    <a:pt x="968191" y="4962656"/>
                  </a:lnTo>
                  <a:lnTo>
                    <a:pt x="968285" y="4962656"/>
                  </a:lnTo>
                  <a:lnTo>
                    <a:pt x="968379" y="4962656"/>
                  </a:lnTo>
                  <a:lnTo>
                    <a:pt x="968473" y="4962656"/>
                  </a:lnTo>
                  <a:lnTo>
                    <a:pt x="968567" y="4962656"/>
                  </a:lnTo>
                  <a:lnTo>
                    <a:pt x="968661" y="4962656"/>
                  </a:lnTo>
                  <a:lnTo>
                    <a:pt x="968755" y="4962656"/>
                  </a:lnTo>
                  <a:lnTo>
                    <a:pt x="968849" y="4962656"/>
                  </a:lnTo>
                  <a:lnTo>
                    <a:pt x="968943" y="4962656"/>
                  </a:lnTo>
                  <a:lnTo>
                    <a:pt x="969037" y="4962656"/>
                  </a:lnTo>
                  <a:lnTo>
                    <a:pt x="969131" y="4962656"/>
                  </a:lnTo>
                  <a:lnTo>
                    <a:pt x="969225" y="4962656"/>
                  </a:lnTo>
                  <a:lnTo>
                    <a:pt x="969319" y="4962656"/>
                  </a:lnTo>
                  <a:lnTo>
                    <a:pt x="969413" y="4962656"/>
                  </a:lnTo>
                  <a:lnTo>
                    <a:pt x="969507" y="4962656"/>
                  </a:lnTo>
                  <a:lnTo>
                    <a:pt x="969601" y="4962656"/>
                  </a:lnTo>
                  <a:lnTo>
                    <a:pt x="969695" y="4962656"/>
                  </a:lnTo>
                  <a:lnTo>
                    <a:pt x="969789" y="4962656"/>
                  </a:lnTo>
                  <a:lnTo>
                    <a:pt x="969883" y="4962656"/>
                  </a:lnTo>
                  <a:lnTo>
                    <a:pt x="969977" y="4962656"/>
                  </a:lnTo>
                  <a:lnTo>
                    <a:pt x="970071" y="4962656"/>
                  </a:lnTo>
                  <a:lnTo>
                    <a:pt x="970165" y="4962656"/>
                  </a:lnTo>
                  <a:lnTo>
                    <a:pt x="970259" y="4962656"/>
                  </a:lnTo>
                  <a:lnTo>
                    <a:pt x="970353" y="4962656"/>
                  </a:lnTo>
                  <a:lnTo>
                    <a:pt x="970447" y="4962656"/>
                  </a:lnTo>
                  <a:lnTo>
                    <a:pt x="970541" y="4962656"/>
                  </a:lnTo>
                  <a:lnTo>
                    <a:pt x="970635" y="4962656"/>
                  </a:lnTo>
                  <a:lnTo>
                    <a:pt x="970729" y="4962656"/>
                  </a:lnTo>
                  <a:lnTo>
                    <a:pt x="970823" y="4962656"/>
                  </a:lnTo>
                  <a:lnTo>
                    <a:pt x="970917" y="4962656"/>
                  </a:lnTo>
                  <a:lnTo>
                    <a:pt x="970917" y="4957376"/>
                  </a:lnTo>
                  <a:lnTo>
                    <a:pt x="971011" y="4957376"/>
                  </a:lnTo>
                  <a:lnTo>
                    <a:pt x="971106" y="4957376"/>
                  </a:lnTo>
                  <a:lnTo>
                    <a:pt x="971200" y="4957376"/>
                  </a:lnTo>
                  <a:lnTo>
                    <a:pt x="971294" y="4957376"/>
                  </a:lnTo>
                  <a:lnTo>
                    <a:pt x="971388" y="4957376"/>
                  </a:lnTo>
                  <a:lnTo>
                    <a:pt x="971482" y="4957376"/>
                  </a:lnTo>
                  <a:lnTo>
                    <a:pt x="971576" y="4957376"/>
                  </a:lnTo>
                  <a:lnTo>
                    <a:pt x="971670" y="4957376"/>
                  </a:lnTo>
                  <a:lnTo>
                    <a:pt x="971764" y="4957376"/>
                  </a:lnTo>
                  <a:lnTo>
                    <a:pt x="971858" y="4957376"/>
                  </a:lnTo>
                  <a:lnTo>
                    <a:pt x="971952" y="4957376"/>
                  </a:lnTo>
                  <a:lnTo>
                    <a:pt x="972046" y="4957376"/>
                  </a:lnTo>
                  <a:lnTo>
                    <a:pt x="972140" y="4957376"/>
                  </a:lnTo>
                  <a:lnTo>
                    <a:pt x="972234" y="4957376"/>
                  </a:lnTo>
                  <a:lnTo>
                    <a:pt x="972328" y="4957376"/>
                  </a:lnTo>
                  <a:lnTo>
                    <a:pt x="972422" y="4957376"/>
                  </a:lnTo>
                  <a:lnTo>
                    <a:pt x="972516" y="4957376"/>
                  </a:lnTo>
                  <a:lnTo>
                    <a:pt x="972610" y="4957376"/>
                  </a:lnTo>
                  <a:lnTo>
                    <a:pt x="972704" y="4957376"/>
                  </a:lnTo>
                  <a:lnTo>
                    <a:pt x="972798" y="4957376"/>
                  </a:lnTo>
                  <a:lnTo>
                    <a:pt x="972892" y="4957376"/>
                  </a:lnTo>
                  <a:lnTo>
                    <a:pt x="972986" y="4957376"/>
                  </a:lnTo>
                  <a:lnTo>
                    <a:pt x="973080" y="4957376"/>
                  </a:lnTo>
                  <a:lnTo>
                    <a:pt x="973174" y="4957376"/>
                  </a:lnTo>
                  <a:lnTo>
                    <a:pt x="973268" y="4957376"/>
                  </a:lnTo>
                  <a:lnTo>
                    <a:pt x="973362" y="4957376"/>
                  </a:lnTo>
                  <a:lnTo>
                    <a:pt x="973456" y="4957376"/>
                  </a:lnTo>
                  <a:lnTo>
                    <a:pt x="973550" y="4957376"/>
                  </a:lnTo>
                  <a:lnTo>
                    <a:pt x="973644" y="4957376"/>
                  </a:lnTo>
                  <a:lnTo>
                    <a:pt x="973738" y="4957376"/>
                  </a:lnTo>
                  <a:lnTo>
                    <a:pt x="973832" y="4957376"/>
                  </a:lnTo>
                  <a:lnTo>
                    <a:pt x="973926" y="4957376"/>
                  </a:lnTo>
                  <a:lnTo>
                    <a:pt x="974020" y="4957376"/>
                  </a:lnTo>
                  <a:lnTo>
                    <a:pt x="974114" y="4957376"/>
                  </a:lnTo>
                  <a:lnTo>
                    <a:pt x="974208" y="4957376"/>
                  </a:lnTo>
                  <a:lnTo>
                    <a:pt x="974302" y="4957376"/>
                  </a:lnTo>
                  <a:lnTo>
                    <a:pt x="974396" y="4957376"/>
                  </a:lnTo>
                  <a:lnTo>
                    <a:pt x="974396" y="4952097"/>
                  </a:lnTo>
                  <a:lnTo>
                    <a:pt x="974490" y="4952097"/>
                  </a:lnTo>
                  <a:lnTo>
                    <a:pt x="974584" y="4952097"/>
                  </a:lnTo>
                  <a:lnTo>
                    <a:pt x="974679" y="4952097"/>
                  </a:lnTo>
                  <a:lnTo>
                    <a:pt x="974773" y="4952097"/>
                  </a:lnTo>
                  <a:lnTo>
                    <a:pt x="974867" y="4952097"/>
                  </a:lnTo>
                  <a:lnTo>
                    <a:pt x="974961" y="4952097"/>
                  </a:lnTo>
                  <a:lnTo>
                    <a:pt x="975055" y="4952097"/>
                  </a:lnTo>
                  <a:lnTo>
                    <a:pt x="975149" y="4952097"/>
                  </a:lnTo>
                  <a:lnTo>
                    <a:pt x="975243" y="4952097"/>
                  </a:lnTo>
                  <a:lnTo>
                    <a:pt x="975337" y="4952097"/>
                  </a:lnTo>
                  <a:lnTo>
                    <a:pt x="975431" y="4952097"/>
                  </a:lnTo>
                  <a:lnTo>
                    <a:pt x="975525" y="4952097"/>
                  </a:lnTo>
                  <a:lnTo>
                    <a:pt x="975619" y="4952097"/>
                  </a:lnTo>
                  <a:lnTo>
                    <a:pt x="975713" y="4952097"/>
                  </a:lnTo>
                  <a:lnTo>
                    <a:pt x="975807" y="4952097"/>
                  </a:lnTo>
                  <a:lnTo>
                    <a:pt x="975901" y="4952097"/>
                  </a:lnTo>
                  <a:lnTo>
                    <a:pt x="975995" y="4952097"/>
                  </a:lnTo>
                  <a:lnTo>
                    <a:pt x="976089" y="4952097"/>
                  </a:lnTo>
                  <a:lnTo>
                    <a:pt x="976183" y="4952097"/>
                  </a:lnTo>
                  <a:lnTo>
                    <a:pt x="976277" y="4952097"/>
                  </a:lnTo>
                  <a:lnTo>
                    <a:pt x="976371" y="4952097"/>
                  </a:lnTo>
                  <a:lnTo>
                    <a:pt x="976465" y="4952097"/>
                  </a:lnTo>
                  <a:lnTo>
                    <a:pt x="976559" y="4952097"/>
                  </a:lnTo>
                  <a:lnTo>
                    <a:pt x="976653" y="4952097"/>
                  </a:lnTo>
                  <a:lnTo>
                    <a:pt x="976747" y="4952097"/>
                  </a:lnTo>
                  <a:lnTo>
                    <a:pt x="976841" y="4952097"/>
                  </a:lnTo>
                  <a:lnTo>
                    <a:pt x="976935" y="4952097"/>
                  </a:lnTo>
                  <a:lnTo>
                    <a:pt x="977029" y="4952097"/>
                  </a:lnTo>
                  <a:lnTo>
                    <a:pt x="977123" y="4952097"/>
                  </a:lnTo>
                  <a:lnTo>
                    <a:pt x="977217" y="4952097"/>
                  </a:lnTo>
                  <a:lnTo>
                    <a:pt x="977311" y="4952097"/>
                  </a:lnTo>
                  <a:lnTo>
                    <a:pt x="977405" y="4952097"/>
                  </a:lnTo>
                  <a:lnTo>
                    <a:pt x="977499" y="4952097"/>
                  </a:lnTo>
                  <a:lnTo>
                    <a:pt x="977593" y="4952097"/>
                  </a:lnTo>
                  <a:lnTo>
                    <a:pt x="977687" y="4952097"/>
                  </a:lnTo>
                  <a:lnTo>
                    <a:pt x="977781" y="4952097"/>
                  </a:lnTo>
                  <a:lnTo>
                    <a:pt x="977875" y="4952097"/>
                  </a:lnTo>
                  <a:lnTo>
                    <a:pt x="977969" y="4952097"/>
                  </a:lnTo>
                  <a:lnTo>
                    <a:pt x="978063" y="4952097"/>
                  </a:lnTo>
                  <a:lnTo>
                    <a:pt x="978157" y="4952097"/>
                  </a:lnTo>
                  <a:lnTo>
                    <a:pt x="978252" y="4952097"/>
                  </a:lnTo>
                  <a:lnTo>
                    <a:pt x="978346" y="4952097"/>
                  </a:lnTo>
                  <a:lnTo>
                    <a:pt x="978440" y="4952097"/>
                  </a:lnTo>
                  <a:lnTo>
                    <a:pt x="978534" y="4952097"/>
                  </a:lnTo>
                  <a:lnTo>
                    <a:pt x="978628" y="4952097"/>
                  </a:lnTo>
                  <a:lnTo>
                    <a:pt x="978722" y="4952097"/>
                  </a:lnTo>
                  <a:lnTo>
                    <a:pt x="978816" y="4952097"/>
                  </a:lnTo>
                  <a:lnTo>
                    <a:pt x="978910" y="4952097"/>
                  </a:lnTo>
                  <a:lnTo>
                    <a:pt x="979004" y="4952097"/>
                  </a:lnTo>
                  <a:lnTo>
                    <a:pt x="979098" y="4952097"/>
                  </a:lnTo>
                  <a:lnTo>
                    <a:pt x="979192" y="4952097"/>
                  </a:lnTo>
                  <a:lnTo>
                    <a:pt x="979286" y="4952097"/>
                  </a:lnTo>
                  <a:lnTo>
                    <a:pt x="979380" y="4952097"/>
                  </a:lnTo>
                  <a:lnTo>
                    <a:pt x="979474" y="4952097"/>
                  </a:lnTo>
                  <a:lnTo>
                    <a:pt x="979568" y="4952097"/>
                  </a:lnTo>
                  <a:lnTo>
                    <a:pt x="979568" y="4946817"/>
                  </a:lnTo>
                  <a:lnTo>
                    <a:pt x="979662" y="4946817"/>
                  </a:lnTo>
                  <a:lnTo>
                    <a:pt x="979756" y="4946817"/>
                  </a:lnTo>
                  <a:lnTo>
                    <a:pt x="979850" y="4946817"/>
                  </a:lnTo>
                  <a:lnTo>
                    <a:pt x="979944" y="4946817"/>
                  </a:lnTo>
                  <a:lnTo>
                    <a:pt x="980038" y="4946817"/>
                  </a:lnTo>
                  <a:lnTo>
                    <a:pt x="980132" y="4946817"/>
                  </a:lnTo>
                  <a:lnTo>
                    <a:pt x="980226" y="4946817"/>
                  </a:lnTo>
                  <a:lnTo>
                    <a:pt x="980320" y="4946817"/>
                  </a:lnTo>
                  <a:lnTo>
                    <a:pt x="980414" y="4946817"/>
                  </a:lnTo>
                  <a:lnTo>
                    <a:pt x="980508" y="4946817"/>
                  </a:lnTo>
                  <a:lnTo>
                    <a:pt x="980602" y="4946817"/>
                  </a:lnTo>
                  <a:lnTo>
                    <a:pt x="980696" y="4946817"/>
                  </a:lnTo>
                  <a:lnTo>
                    <a:pt x="980790" y="4946817"/>
                  </a:lnTo>
                  <a:lnTo>
                    <a:pt x="980884" y="4946817"/>
                  </a:lnTo>
                  <a:lnTo>
                    <a:pt x="980978" y="4946817"/>
                  </a:lnTo>
                  <a:lnTo>
                    <a:pt x="981072" y="4946817"/>
                  </a:lnTo>
                  <a:lnTo>
                    <a:pt x="981166" y="4946817"/>
                  </a:lnTo>
                  <a:lnTo>
                    <a:pt x="981260" y="4946817"/>
                  </a:lnTo>
                  <a:lnTo>
                    <a:pt x="981354" y="4946817"/>
                  </a:lnTo>
                  <a:lnTo>
                    <a:pt x="981448" y="4946817"/>
                  </a:lnTo>
                  <a:lnTo>
                    <a:pt x="981542" y="4946817"/>
                  </a:lnTo>
                  <a:lnTo>
                    <a:pt x="981636" y="4946817"/>
                  </a:lnTo>
                  <a:lnTo>
                    <a:pt x="981730" y="4946817"/>
                  </a:lnTo>
                  <a:lnTo>
                    <a:pt x="981825" y="4946817"/>
                  </a:lnTo>
                  <a:lnTo>
                    <a:pt x="981919" y="4946817"/>
                  </a:lnTo>
                  <a:lnTo>
                    <a:pt x="982013" y="4946817"/>
                  </a:lnTo>
                  <a:lnTo>
                    <a:pt x="982107" y="4946817"/>
                  </a:lnTo>
                  <a:lnTo>
                    <a:pt x="982201" y="4946817"/>
                  </a:lnTo>
                  <a:lnTo>
                    <a:pt x="982295" y="4946817"/>
                  </a:lnTo>
                  <a:lnTo>
                    <a:pt x="982389" y="4946817"/>
                  </a:lnTo>
                  <a:lnTo>
                    <a:pt x="982483" y="4946817"/>
                  </a:lnTo>
                  <a:lnTo>
                    <a:pt x="982577" y="4946817"/>
                  </a:lnTo>
                  <a:lnTo>
                    <a:pt x="982671" y="4946817"/>
                  </a:lnTo>
                  <a:lnTo>
                    <a:pt x="982765" y="4946817"/>
                  </a:lnTo>
                  <a:lnTo>
                    <a:pt x="982859" y="4946817"/>
                  </a:lnTo>
                  <a:lnTo>
                    <a:pt x="982953" y="4946817"/>
                  </a:lnTo>
                  <a:lnTo>
                    <a:pt x="982953" y="4941538"/>
                  </a:lnTo>
                  <a:lnTo>
                    <a:pt x="983047" y="4941538"/>
                  </a:lnTo>
                  <a:lnTo>
                    <a:pt x="983141" y="4941538"/>
                  </a:lnTo>
                  <a:lnTo>
                    <a:pt x="983235" y="4941538"/>
                  </a:lnTo>
                  <a:lnTo>
                    <a:pt x="983329" y="4941538"/>
                  </a:lnTo>
                  <a:lnTo>
                    <a:pt x="983423" y="4941538"/>
                  </a:lnTo>
                  <a:lnTo>
                    <a:pt x="983517" y="4941538"/>
                  </a:lnTo>
                  <a:lnTo>
                    <a:pt x="983611" y="4941538"/>
                  </a:lnTo>
                  <a:lnTo>
                    <a:pt x="983705" y="4941538"/>
                  </a:lnTo>
                  <a:lnTo>
                    <a:pt x="983799" y="4941538"/>
                  </a:lnTo>
                  <a:lnTo>
                    <a:pt x="983893" y="4941538"/>
                  </a:lnTo>
                  <a:lnTo>
                    <a:pt x="983987" y="4941538"/>
                  </a:lnTo>
                  <a:lnTo>
                    <a:pt x="984081" y="4941538"/>
                  </a:lnTo>
                  <a:lnTo>
                    <a:pt x="984175" y="4941538"/>
                  </a:lnTo>
                  <a:lnTo>
                    <a:pt x="984269" y="4941538"/>
                  </a:lnTo>
                  <a:lnTo>
                    <a:pt x="984363" y="4941538"/>
                  </a:lnTo>
                  <a:lnTo>
                    <a:pt x="984457" y="4941538"/>
                  </a:lnTo>
                  <a:lnTo>
                    <a:pt x="984551" y="4941538"/>
                  </a:lnTo>
                  <a:lnTo>
                    <a:pt x="984645" y="4941538"/>
                  </a:lnTo>
                  <a:lnTo>
                    <a:pt x="984739" y="4941538"/>
                  </a:lnTo>
                  <a:lnTo>
                    <a:pt x="984833" y="4941538"/>
                  </a:lnTo>
                  <a:lnTo>
                    <a:pt x="984927" y="4941538"/>
                  </a:lnTo>
                  <a:lnTo>
                    <a:pt x="985021" y="4941538"/>
                  </a:lnTo>
                  <a:lnTo>
                    <a:pt x="985115" y="4941538"/>
                  </a:lnTo>
                  <a:lnTo>
                    <a:pt x="985209" y="4941538"/>
                  </a:lnTo>
                  <a:lnTo>
                    <a:pt x="985304" y="4941538"/>
                  </a:lnTo>
                  <a:lnTo>
                    <a:pt x="985398" y="4941538"/>
                  </a:lnTo>
                  <a:lnTo>
                    <a:pt x="985492" y="4941538"/>
                  </a:lnTo>
                  <a:lnTo>
                    <a:pt x="985586" y="4941538"/>
                  </a:lnTo>
                  <a:lnTo>
                    <a:pt x="985680" y="4941538"/>
                  </a:lnTo>
                  <a:lnTo>
                    <a:pt x="985774" y="4941538"/>
                  </a:lnTo>
                  <a:lnTo>
                    <a:pt x="985868" y="4941538"/>
                  </a:lnTo>
                  <a:lnTo>
                    <a:pt x="985962" y="4941538"/>
                  </a:lnTo>
                  <a:lnTo>
                    <a:pt x="986056" y="4941538"/>
                  </a:lnTo>
                  <a:lnTo>
                    <a:pt x="986150" y="4941538"/>
                  </a:lnTo>
                  <a:lnTo>
                    <a:pt x="986244" y="4941538"/>
                  </a:lnTo>
                  <a:lnTo>
                    <a:pt x="986338" y="4941538"/>
                  </a:lnTo>
                  <a:lnTo>
                    <a:pt x="986432" y="4941538"/>
                  </a:lnTo>
                  <a:lnTo>
                    <a:pt x="986526" y="4941538"/>
                  </a:lnTo>
                  <a:lnTo>
                    <a:pt x="986620" y="4941538"/>
                  </a:lnTo>
                  <a:lnTo>
                    <a:pt x="986714" y="4941538"/>
                  </a:lnTo>
                  <a:lnTo>
                    <a:pt x="986808" y="4941538"/>
                  </a:lnTo>
                  <a:lnTo>
                    <a:pt x="986902" y="4941538"/>
                  </a:lnTo>
                  <a:lnTo>
                    <a:pt x="986996" y="4941538"/>
                  </a:lnTo>
                  <a:lnTo>
                    <a:pt x="987090" y="4941538"/>
                  </a:lnTo>
                  <a:lnTo>
                    <a:pt x="987184" y="4941538"/>
                  </a:lnTo>
                  <a:lnTo>
                    <a:pt x="987278" y="4941538"/>
                  </a:lnTo>
                  <a:lnTo>
                    <a:pt x="987372" y="4941538"/>
                  </a:lnTo>
                  <a:lnTo>
                    <a:pt x="987466" y="4941538"/>
                  </a:lnTo>
                  <a:lnTo>
                    <a:pt x="987560" y="4941538"/>
                  </a:lnTo>
                  <a:lnTo>
                    <a:pt x="987654" y="4941538"/>
                  </a:lnTo>
                  <a:lnTo>
                    <a:pt x="987748" y="4941538"/>
                  </a:lnTo>
                  <a:lnTo>
                    <a:pt x="987842" y="4941538"/>
                  </a:lnTo>
                  <a:lnTo>
                    <a:pt x="987936" y="4941538"/>
                  </a:lnTo>
                  <a:lnTo>
                    <a:pt x="988030" y="4941538"/>
                  </a:lnTo>
                  <a:lnTo>
                    <a:pt x="988124" y="4941538"/>
                  </a:lnTo>
                  <a:lnTo>
                    <a:pt x="988218" y="4941538"/>
                  </a:lnTo>
                  <a:lnTo>
                    <a:pt x="988312" y="4941538"/>
                  </a:lnTo>
                  <a:lnTo>
                    <a:pt x="988406" y="4941538"/>
                  </a:lnTo>
                  <a:lnTo>
                    <a:pt x="988500" y="4941538"/>
                  </a:lnTo>
                  <a:lnTo>
                    <a:pt x="988500" y="4936258"/>
                  </a:lnTo>
                  <a:lnTo>
                    <a:pt x="988594" y="4936258"/>
                  </a:lnTo>
                  <a:lnTo>
                    <a:pt x="988688" y="4936258"/>
                  </a:lnTo>
                  <a:lnTo>
                    <a:pt x="988782" y="4936258"/>
                  </a:lnTo>
                  <a:lnTo>
                    <a:pt x="988782" y="4930979"/>
                  </a:lnTo>
                  <a:lnTo>
                    <a:pt x="988877" y="4930979"/>
                  </a:lnTo>
                  <a:lnTo>
                    <a:pt x="988971" y="4930979"/>
                  </a:lnTo>
                  <a:lnTo>
                    <a:pt x="988971" y="4925700"/>
                  </a:lnTo>
                  <a:lnTo>
                    <a:pt x="989065" y="4925700"/>
                  </a:lnTo>
                  <a:lnTo>
                    <a:pt x="989159" y="4925700"/>
                  </a:lnTo>
                  <a:lnTo>
                    <a:pt x="989253" y="4925700"/>
                  </a:lnTo>
                  <a:lnTo>
                    <a:pt x="989347" y="4925700"/>
                  </a:lnTo>
                  <a:lnTo>
                    <a:pt x="989441" y="4925700"/>
                  </a:lnTo>
                  <a:lnTo>
                    <a:pt x="989535" y="4925700"/>
                  </a:lnTo>
                  <a:lnTo>
                    <a:pt x="989629" y="4925700"/>
                  </a:lnTo>
                  <a:lnTo>
                    <a:pt x="989629" y="4920420"/>
                  </a:lnTo>
                  <a:lnTo>
                    <a:pt x="989723" y="4920420"/>
                  </a:lnTo>
                  <a:lnTo>
                    <a:pt x="989817" y="4920420"/>
                  </a:lnTo>
                  <a:lnTo>
                    <a:pt x="989911" y="4920420"/>
                  </a:lnTo>
                  <a:lnTo>
                    <a:pt x="990005" y="4920420"/>
                  </a:lnTo>
                  <a:lnTo>
                    <a:pt x="990099" y="4920420"/>
                  </a:lnTo>
                  <a:lnTo>
                    <a:pt x="990193" y="4920420"/>
                  </a:lnTo>
                  <a:lnTo>
                    <a:pt x="990287" y="4920420"/>
                  </a:lnTo>
                  <a:lnTo>
                    <a:pt x="990381" y="4920420"/>
                  </a:lnTo>
                  <a:lnTo>
                    <a:pt x="990475" y="4920420"/>
                  </a:lnTo>
                  <a:lnTo>
                    <a:pt x="990475" y="4915141"/>
                  </a:lnTo>
                  <a:lnTo>
                    <a:pt x="990569" y="4915141"/>
                  </a:lnTo>
                  <a:lnTo>
                    <a:pt x="990663" y="4915141"/>
                  </a:lnTo>
                  <a:lnTo>
                    <a:pt x="990757" y="4915141"/>
                  </a:lnTo>
                  <a:lnTo>
                    <a:pt x="990851" y="4915141"/>
                  </a:lnTo>
                  <a:lnTo>
                    <a:pt x="990945" y="4915141"/>
                  </a:lnTo>
                  <a:lnTo>
                    <a:pt x="991039" y="4915141"/>
                  </a:lnTo>
                  <a:lnTo>
                    <a:pt x="991133" y="4915141"/>
                  </a:lnTo>
                  <a:lnTo>
                    <a:pt x="991227" y="4915141"/>
                  </a:lnTo>
                  <a:lnTo>
                    <a:pt x="991321" y="4915141"/>
                  </a:lnTo>
                  <a:lnTo>
                    <a:pt x="991415" y="4915141"/>
                  </a:lnTo>
                  <a:lnTo>
                    <a:pt x="991509" y="4915141"/>
                  </a:lnTo>
                  <a:lnTo>
                    <a:pt x="991603" y="4915141"/>
                  </a:lnTo>
                  <a:lnTo>
                    <a:pt x="991697" y="4915141"/>
                  </a:lnTo>
                  <a:lnTo>
                    <a:pt x="991791" y="4915141"/>
                  </a:lnTo>
                  <a:lnTo>
                    <a:pt x="991885" y="4915141"/>
                  </a:lnTo>
                  <a:lnTo>
                    <a:pt x="991979" y="4915141"/>
                  </a:lnTo>
                  <a:lnTo>
                    <a:pt x="992073" y="4915141"/>
                  </a:lnTo>
                  <a:lnTo>
                    <a:pt x="992167" y="4915141"/>
                  </a:lnTo>
                  <a:lnTo>
                    <a:pt x="992261" y="4915141"/>
                  </a:lnTo>
                  <a:lnTo>
                    <a:pt x="992355" y="4915141"/>
                  </a:lnTo>
                  <a:lnTo>
                    <a:pt x="992450" y="4915141"/>
                  </a:lnTo>
                  <a:lnTo>
                    <a:pt x="992544" y="4915141"/>
                  </a:lnTo>
                  <a:lnTo>
                    <a:pt x="992638" y="4915141"/>
                  </a:lnTo>
                  <a:lnTo>
                    <a:pt x="992732" y="4915141"/>
                  </a:lnTo>
                  <a:lnTo>
                    <a:pt x="992826" y="4915141"/>
                  </a:lnTo>
                  <a:lnTo>
                    <a:pt x="992920" y="4915141"/>
                  </a:lnTo>
                  <a:lnTo>
                    <a:pt x="993014" y="4915141"/>
                  </a:lnTo>
                  <a:lnTo>
                    <a:pt x="993108" y="4915141"/>
                  </a:lnTo>
                  <a:lnTo>
                    <a:pt x="993202" y="4915141"/>
                  </a:lnTo>
                  <a:lnTo>
                    <a:pt x="993296" y="4915141"/>
                  </a:lnTo>
                  <a:lnTo>
                    <a:pt x="993390" y="4915141"/>
                  </a:lnTo>
                  <a:lnTo>
                    <a:pt x="993484" y="4915141"/>
                  </a:lnTo>
                  <a:lnTo>
                    <a:pt x="993578" y="4915141"/>
                  </a:lnTo>
                  <a:lnTo>
                    <a:pt x="993672" y="4915141"/>
                  </a:lnTo>
                  <a:lnTo>
                    <a:pt x="993766" y="4915141"/>
                  </a:lnTo>
                  <a:lnTo>
                    <a:pt x="993860" y="4915141"/>
                  </a:lnTo>
                  <a:lnTo>
                    <a:pt x="993954" y="4915141"/>
                  </a:lnTo>
                  <a:lnTo>
                    <a:pt x="994048" y="4915141"/>
                  </a:lnTo>
                  <a:lnTo>
                    <a:pt x="994142" y="4915141"/>
                  </a:lnTo>
                  <a:lnTo>
                    <a:pt x="994236" y="4915141"/>
                  </a:lnTo>
                  <a:lnTo>
                    <a:pt x="994330" y="4915141"/>
                  </a:lnTo>
                  <a:lnTo>
                    <a:pt x="994424" y="4915141"/>
                  </a:lnTo>
                  <a:lnTo>
                    <a:pt x="994518" y="4915141"/>
                  </a:lnTo>
                  <a:lnTo>
                    <a:pt x="994612" y="4915141"/>
                  </a:lnTo>
                  <a:lnTo>
                    <a:pt x="994706" y="4915141"/>
                  </a:lnTo>
                  <a:lnTo>
                    <a:pt x="994800" y="4915141"/>
                  </a:lnTo>
                  <a:lnTo>
                    <a:pt x="994894" y="4915141"/>
                  </a:lnTo>
                  <a:lnTo>
                    <a:pt x="994988" y="4915141"/>
                  </a:lnTo>
                  <a:lnTo>
                    <a:pt x="995082" y="4915141"/>
                  </a:lnTo>
                  <a:lnTo>
                    <a:pt x="995176" y="4915141"/>
                  </a:lnTo>
                  <a:lnTo>
                    <a:pt x="995270" y="4915141"/>
                  </a:lnTo>
                  <a:lnTo>
                    <a:pt x="995364" y="4915141"/>
                  </a:lnTo>
                  <a:lnTo>
                    <a:pt x="995458" y="4915141"/>
                  </a:lnTo>
                  <a:lnTo>
                    <a:pt x="995552" y="4915141"/>
                  </a:lnTo>
                  <a:lnTo>
                    <a:pt x="995646" y="4915141"/>
                  </a:lnTo>
                  <a:lnTo>
                    <a:pt x="995740" y="4915141"/>
                  </a:lnTo>
                  <a:lnTo>
                    <a:pt x="995834" y="4915141"/>
                  </a:lnTo>
                  <a:lnTo>
                    <a:pt x="995929" y="4915141"/>
                  </a:lnTo>
                  <a:lnTo>
                    <a:pt x="996023" y="4915141"/>
                  </a:lnTo>
                  <a:lnTo>
                    <a:pt x="996117" y="4915141"/>
                  </a:lnTo>
                  <a:lnTo>
                    <a:pt x="996211" y="4915141"/>
                  </a:lnTo>
                  <a:lnTo>
                    <a:pt x="996305" y="4915141"/>
                  </a:lnTo>
                  <a:lnTo>
                    <a:pt x="996399" y="4915141"/>
                  </a:lnTo>
                  <a:lnTo>
                    <a:pt x="996493" y="4915141"/>
                  </a:lnTo>
                  <a:lnTo>
                    <a:pt x="996587" y="4915141"/>
                  </a:lnTo>
                  <a:lnTo>
                    <a:pt x="996681" y="4915141"/>
                  </a:lnTo>
                  <a:lnTo>
                    <a:pt x="996775" y="4915141"/>
                  </a:lnTo>
                  <a:lnTo>
                    <a:pt x="996869" y="4915141"/>
                  </a:lnTo>
                  <a:lnTo>
                    <a:pt x="996963" y="4915141"/>
                  </a:lnTo>
                  <a:lnTo>
                    <a:pt x="997057" y="4915141"/>
                  </a:lnTo>
                  <a:lnTo>
                    <a:pt x="997151" y="4915141"/>
                  </a:lnTo>
                  <a:lnTo>
                    <a:pt x="997245" y="4915141"/>
                  </a:lnTo>
                  <a:lnTo>
                    <a:pt x="997339" y="4915141"/>
                  </a:lnTo>
                  <a:lnTo>
                    <a:pt x="997433" y="4915141"/>
                  </a:lnTo>
                  <a:lnTo>
                    <a:pt x="997527" y="4915141"/>
                  </a:lnTo>
                  <a:lnTo>
                    <a:pt x="997621" y="4915141"/>
                  </a:lnTo>
                  <a:lnTo>
                    <a:pt x="997715" y="4915141"/>
                  </a:lnTo>
                  <a:lnTo>
                    <a:pt x="997809" y="4915141"/>
                  </a:lnTo>
                  <a:lnTo>
                    <a:pt x="997903" y="4915141"/>
                  </a:lnTo>
                  <a:lnTo>
                    <a:pt x="997997" y="4915141"/>
                  </a:lnTo>
                  <a:lnTo>
                    <a:pt x="998091" y="4915141"/>
                  </a:lnTo>
                  <a:lnTo>
                    <a:pt x="998185" y="4915141"/>
                  </a:lnTo>
                  <a:lnTo>
                    <a:pt x="998279" y="4915141"/>
                  </a:lnTo>
                  <a:lnTo>
                    <a:pt x="998373" y="4915141"/>
                  </a:lnTo>
                  <a:lnTo>
                    <a:pt x="998467" y="4915141"/>
                  </a:lnTo>
                  <a:lnTo>
                    <a:pt x="998561" y="4915141"/>
                  </a:lnTo>
                  <a:lnTo>
                    <a:pt x="998655" y="4915141"/>
                  </a:lnTo>
                  <a:lnTo>
                    <a:pt x="998749" y="4915141"/>
                  </a:lnTo>
                  <a:lnTo>
                    <a:pt x="998843" y="4915141"/>
                  </a:lnTo>
                  <a:lnTo>
                    <a:pt x="998937" y="4915141"/>
                  </a:lnTo>
                  <a:lnTo>
                    <a:pt x="999031" y="4915141"/>
                  </a:lnTo>
                  <a:lnTo>
                    <a:pt x="999125" y="4915141"/>
                  </a:lnTo>
                  <a:lnTo>
                    <a:pt x="999219" y="4915141"/>
                  </a:lnTo>
                  <a:lnTo>
                    <a:pt x="999313" y="4915141"/>
                  </a:lnTo>
                  <a:lnTo>
                    <a:pt x="999407" y="4915141"/>
                  </a:lnTo>
                  <a:lnTo>
                    <a:pt x="999502" y="4915141"/>
                  </a:lnTo>
                  <a:lnTo>
                    <a:pt x="999596" y="4915141"/>
                  </a:lnTo>
                  <a:lnTo>
                    <a:pt x="999690" y="4915141"/>
                  </a:lnTo>
                  <a:lnTo>
                    <a:pt x="999784" y="4915141"/>
                  </a:lnTo>
                  <a:lnTo>
                    <a:pt x="999878" y="4915141"/>
                  </a:lnTo>
                  <a:lnTo>
                    <a:pt x="999972" y="4915141"/>
                  </a:lnTo>
                  <a:lnTo>
                    <a:pt x="1000066" y="4915141"/>
                  </a:lnTo>
                  <a:lnTo>
                    <a:pt x="1000160" y="4915141"/>
                  </a:lnTo>
                  <a:lnTo>
                    <a:pt x="1000254" y="4915141"/>
                  </a:lnTo>
                  <a:lnTo>
                    <a:pt x="1000348" y="4915141"/>
                  </a:lnTo>
                  <a:lnTo>
                    <a:pt x="1000442" y="4915141"/>
                  </a:lnTo>
                  <a:lnTo>
                    <a:pt x="1000536" y="4915141"/>
                  </a:lnTo>
                  <a:lnTo>
                    <a:pt x="1000630" y="4915141"/>
                  </a:lnTo>
                  <a:lnTo>
                    <a:pt x="1000724" y="4915141"/>
                  </a:lnTo>
                  <a:lnTo>
                    <a:pt x="1000818" y="4915141"/>
                  </a:lnTo>
                  <a:lnTo>
                    <a:pt x="1000912" y="4915141"/>
                  </a:lnTo>
                  <a:lnTo>
                    <a:pt x="1001006" y="4915141"/>
                  </a:lnTo>
                  <a:lnTo>
                    <a:pt x="1001100" y="4915141"/>
                  </a:lnTo>
                  <a:lnTo>
                    <a:pt x="1001194" y="4915141"/>
                  </a:lnTo>
                  <a:lnTo>
                    <a:pt x="1001288" y="4915141"/>
                  </a:lnTo>
                  <a:lnTo>
                    <a:pt x="1001382" y="4915141"/>
                  </a:lnTo>
                  <a:lnTo>
                    <a:pt x="1001476" y="4915141"/>
                  </a:lnTo>
                  <a:lnTo>
                    <a:pt x="1001570" y="4915141"/>
                  </a:lnTo>
                  <a:lnTo>
                    <a:pt x="1001664" y="4915141"/>
                  </a:lnTo>
                  <a:lnTo>
                    <a:pt x="1001758" y="4915141"/>
                  </a:lnTo>
                  <a:lnTo>
                    <a:pt x="1001852" y="4915141"/>
                  </a:lnTo>
                  <a:lnTo>
                    <a:pt x="1001946" y="4915141"/>
                  </a:lnTo>
                  <a:lnTo>
                    <a:pt x="1002040" y="4915141"/>
                  </a:lnTo>
                  <a:lnTo>
                    <a:pt x="1002134" y="4915141"/>
                  </a:lnTo>
                  <a:lnTo>
                    <a:pt x="1002228" y="4915141"/>
                  </a:lnTo>
                  <a:lnTo>
                    <a:pt x="1002322" y="4915141"/>
                  </a:lnTo>
                  <a:lnTo>
                    <a:pt x="1002416" y="4915141"/>
                  </a:lnTo>
                  <a:lnTo>
                    <a:pt x="1002510" y="4915141"/>
                  </a:lnTo>
                  <a:lnTo>
                    <a:pt x="1002604" y="4915141"/>
                  </a:lnTo>
                  <a:lnTo>
                    <a:pt x="1002698" y="4915141"/>
                  </a:lnTo>
                  <a:lnTo>
                    <a:pt x="1002792" y="4915141"/>
                  </a:lnTo>
                  <a:lnTo>
                    <a:pt x="1002886" y="4915141"/>
                  </a:lnTo>
                  <a:lnTo>
                    <a:pt x="1002980" y="4915141"/>
                  </a:lnTo>
                  <a:lnTo>
                    <a:pt x="1003075" y="4915141"/>
                  </a:lnTo>
                  <a:lnTo>
                    <a:pt x="1003169" y="4915141"/>
                  </a:lnTo>
                  <a:lnTo>
                    <a:pt x="1003263" y="4915141"/>
                  </a:lnTo>
                  <a:lnTo>
                    <a:pt x="1003263" y="4909861"/>
                  </a:lnTo>
                  <a:lnTo>
                    <a:pt x="1003357" y="4909861"/>
                  </a:lnTo>
                  <a:lnTo>
                    <a:pt x="1003451" y="4909861"/>
                  </a:lnTo>
                  <a:lnTo>
                    <a:pt x="1003545" y="4909861"/>
                  </a:lnTo>
                  <a:lnTo>
                    <a:pt x="1003639" y="4909861"/>
                  </a:lnTo>
                  <a:lnTo>
                    <a:pt x="1003733" y="4909861"/>
                  </a:lnTo>
                  <a:lnTo>
                    <a:pt x="1003827" y="4909861"/>
                  </a:lnTo>
                  <a:lnTo>
                    <a:pt x="1003921" y="4909861"/>
                  </a:lnTo>
                  <a:lnTo>
                    <a:pt x="1004015" y="4909861"/>
                  </a:lnTo>
                  <a:lnTo>
                    <a:pt x="1004109" y="4909861"/>
                  </a:lnTo>
                  <a:lnTo>
                    <a:pt x="1004203" y="4909861"/>
                  </a:lnTo>
                  <a:lnTo>
                    <a:pt x="1004297" y="4909861"/>
                  </a:lnTo>
                  <a:lnTo>
                    <a:pt x="1004391" y="4909861"/>
                  </a:lnTo>
                  <a:lnTo>
                    <a:pt x="1004485" y="4909861"/>
                  </a:lnTo>
                  <a:lnTo>
                    <a:pt x="1004579" y="4909861"/>
                  </a:lnTo>
                  <a:lnTo>
                    <a:pt x="1004673" y="4909861"/>
                  </a:lnTo>
                  <a:lnTo>
                    <a:pt x="1004767" y="4909861"/>
                  </a:lnTo>
                  <a:lnTo>
                    <a:pt x="1004861" y="4909861"/>
                  </a:lnTo>
                  <a:lnTo>
                    <a:pt x="1004955" y="4909861"/>
                  </a:lnTo>
                  <a:lnTo>
                    <a:pt x="1005049" y="4909861"/>
                  </a:lnTo>
                  <a:lnTo>
                    <a:pt x="1005143" y="4909861"/>
                  </a:lnTo>
                  <a:lnTo>
                    <a:pt x="1005237" y="4909861"/>
                  </a:lnTo>
                  <a:lnTo>
                    <a:pt x="1005331" y="4909861"/>
                  </a:lnTo>
                  <a:lnTo>
                    <a:pt x="1005425" y="4909861"/>
                  </a:lnTo>
                  <a:lnTo>
                    <a:pt x="1005519" y="4909861"/>
                  </a:lnTo>
                  <a:lnTo>
                    <a:pt x="1005613" y="4909861"/>
                  </a:lnTo>
                  <a:lnTo>
                    <a:pt x="1005707" y="4909861"/>
                  </a:lnTo>
                  <a:lnTo>
                    <a:pt x="1005801" y="4909861"/>
                  </a:lnTo>
                  <a:lnTo>
                    <a:pt x="1005895" y="4909861"/>
                  </a:lnTo>
                  <a:lnTo>
                    <a:pt x="1005989" y="4909861"/>
                  </a:lnTo>
                  <a:lnTo>
                    <a:pt x="1006083" y="4909861"/>
                  </a:lnTo>
                  <a:lnTo>
                    <a:pt x="1006177" y="4909861"/>
                  </a:lnTo>
                  <a:lnTo>
                    <a:pt x="1006271" y="4909861"/>
                  </a:lnTo>
                  <a:lnTo>
                    <a:pt x="1006365" y="4909861"/>
                  </a:lnTo>
                  <a:lnTo>
                    <a:pt x="1006459" y="4909861"/>
                  </a:lnTo>
                  <a:lnTo>
                    <a:pt x="1006554" y="4909861"/>
                  </a:lnTo>
                  <a:lnTo>
                    <a:pt x="1006648" y="4909861"/>
                  </a:lnTo>
                  <a:lnTo>
                    <a:pt x="1006742" y="4909861"/>
                  </a:lnTo>
                  <a:lnTo>
                    <a:pt x="1006836" y="4909861"/>
                  </a:lnTo>
                  <a:lnTo>
                    <a:pt x="1006930" y="4909861"/>
                  </a:lnTo>
                  <a:lnTo>
                    <a:pt x="1007024" y="4909861"/>
                  </a:lnTo>
                  <a:lnTo>
                    <a:pt x="1007118" y="4909861"/>
                  </a:lnTo>
                  <a:lnTo>
                    <a:pt x="1007212" y="4909861"/>
                  </a:lnTo>
                  <a:lnTo>
                    <a:pt x="1007306" y="4909861"/>
                  </a:lnTo>
                  <a:lnTo>
                    <a:pt x="1007400" y="4909861"/>
                  </a:lnTo>
                  <a:lnTo>
                    <a:pt x="1007494" y="4909861"/>
                  </a:lnTo>
                  <a:lnTo>
                    <a:pt x="1007588" y="4909861"/>
                  </a:lnTo>
                  <a:lnTo>
                    <a:pt x="1007682" y="4909861"/>
                  </a:lnTo>
                  <a:lnTo>
                    <a:pt x="1007776" y="4909861"/>
                  </a:lnTo>
                  <a:lnTo>
                    <a:pt x="1007870" y="4909861"/>
                  </a:lnTo>
                  <a:lnTo>
                    <a:pt x="1007964" y="4909861"/>
                  </a:lnTo>
                  <a:lnTo>
                    <a:pt x="1008058" y="4909861"/>
                  </a:lnTo>
                  <a:lnTo>
                    <a:pt x="1008152" y="4909861"/>
                  </a:lnTo>
                  <a:lnTo>
                    <a:pt x="1008246" y="4909861"/>
                  </a:lnTo>
                  <a:lnTo>
                    <a:pt x="1008340" y="4909861"/>
                  </a:lnTo>
                  <a:lnTo>
                    <a:pt x="1008434" y="4909861"/>
                  </a:lnTo>
                  <a:lnTo>
                    <a:pt x="1008528" y="4909861"/>
                  </a:lnTo>
                  <a:lnTo>
                    <a:pt x="1008622" y="4909861"/>
                  </a:lnTo>
                  <a:lnTo>
                    <a:pt x="1008716" y="4909861"/>
                  </a:lnTo>
                  <a:lnTo>
                    <a:pt x="1008810" y="4909861"/>
                  </a:lnTo>
                  <a:lnTo>
                    <a:pt x="1008904" y="4909861"/>
                  </a:lnTo>
                  <a:lnTo>
                    <a:pt x="1008998" y="4909861"/>
                  </a:lnTo>
                  <a:lnTo>
                    <a:pt x="1009092" y="4909861"/>
                  </a:lnTo>
                  <a:lnTo>
                    <a:pt x="1009186" y="4909861"/>
                  </a:lnTo>
                  <a:lnTo>
                    <a:pt x="1009280" y="4909861"/>
                  </a:lnTo>
                  <a:lnTo>
                    <a:pt x="1009374" y="4909861"/>
                  </a:lnTo>
                  <a:lnTo>
                    <a:pt x="1009468" y="4909861"/>
                  </a:lnTo>
                  <a:lnTo>
                    <a:pt x="1009562" y="4909861"/>
                  </a:lnTo>
                  <a:lnTo>
                    <a:pt x="1009656" y="4909861"/>
                  </a:lnTo>
                  <a:lnTo>
                    <a:pt x="1009750" y="4909861"/>
                  </a:lnTo>
                  <a:lnTo>
                    <a:pt x="1009750" y="4904582"/>
                  </a:lnTo>
                  <a:lnTo>
                    <a:pt x="1009844" y="4904582"/>
                  </a:lnTo>
                  <a:lnTo>
                    <a:pt x="1009938" y="4904582"/>
                  </a:lnTo>
                  <a:lnTo>
                    <a:pt x="1010032" y="4904582"/>
                  </a:lnTo>
                  <a:lnTo>
                    <a:pt x="1010127" y="4904582"/>
                  </a:lnTo>
                  <a:lnTo>
                    <a:pt x="1010221" y="4904582"/>
                  </a:lnTo>
                  <a:lnTo>
                    <a:pt x="1010315" y="4904582"/>
                  </a:lnTo>
                  <a:lnTo>
                    <a:pt x="1010409" y="4904582"/>
                  </a:lnTo>
                  <a:lnTo>
                    <a:pt x="1010503" y="4904582"/>
                  </a:lnTo>
                  <a:lnTo>
                    <a:pt x="1010597" y="4904582"/>
                  </a:lnTo>
                  <a:lnTo>
                    <a:pt x="1010691" y="4904582"/>
                  </a:lnTo>
                  <a:lnTo>
                    <a:pt x="1010785" y="4904582"/>
                  </a:lnTo>
                  <a:lnTo>
                    <a:pt x="1010879" y="4904582"/>
                  </a:lnTo>
                  <a:lnTo>
                    <a:pt x="1010973" y="4904582"/>
                  </a:lnTo>
                  <a:lnTo>
                    <a:pt x="1011067" y="4904582"/>
                  </a:lnTo>
                  <a:lnTo>
                    <a:pt x="1011161" y="4904582"/>
                  </a:lnTo>
                  <a:lnTo>
                    <a:pt x="1011255" y="4904582"/>
                  </a:lnTo>
                  <a:lnTo>
                    <a:pt x="1011349" y="4904582"/>
                  </a:lnTo>
                  <a:lnTo>
                    <a:pt x="1011443" y="4904582"/>
                  </a:lnTo>
                  <a:lnTo>
                    <a:pt x="1011537" y="4904582"/>
                  </a:lnTo>
                  <a:lnTo>
                    <a:pt x="1011631" y="4904582"/>
                  </a:lnTo>
                  <a:lnTo>
                    <a:pt x="1011725" y="4904582"/>
                  </a:lnTo>
                  <a:lnTo>
                    <a:pt x="1011819" y="4904582"/>
                  </a:lnTo>
                  <a:lnTo>
                    <a:pt x="1011913" y="4904582"/>
                  </a:lnTo>
                  <a:lnTo>
                    <a:pt x="1012007" y="4904582"/>
                  </a:lnTo>
                  <a:lnTo>
                    <a:pt x="1012101" y="4904582"/>
                  </a:lnTo>
                  <a:lnTo>
                    <a:pt x="1012195" y="4904582"/>
                  </a:lnTo>
                  <a:lnTo>
                    <a:pt x="1012289" y="4904582"/>
                  </a:lnTo>
                  <a:lnTo>
                    <a:pt x="1012383" y="4904582"/>
                  </a:lnTo>
                  <a:lnTo>
                    <a:pt x="1012477" y="4904582"/>
                  </a:lnTo>
                  <a:lnTo>
                    <a:pt x="1012571" y="4904582"/>
                  </a:lnTo>
                  <a:lnTo>
                    <a:pt x="1012665" y="4904582"/>
                  </a:lnTo>
                  <a:lnTo>
                    <a:pt x="1012759" y="4904582"/>
                  </a:lnTo>
                  <a:lnTo>
                    <a:pt x="1012853" y="4904582"/>
                  </a:lnTo>
                  <a:lnTo>
                    <a:pt x="1012947" y="4904582"/>
                  </a:lnTo>
                  <a:lnTo>
                    <a:pt x="1013041" y="4904582"/>
                  </a:lnTo>
                  <a:lnTo>
                    <a:pt x="1013135" y="4904582"/>
                  </a:lnTo>
                  <a:lnTo>
                    <a:pt x="1013229" y="4904582"/>
                  </a:lnTo>
                  <a:lnTo>
                    <a:pt x="1013323" y="4904582"/>
                  </a:lnTo>
                  <a:lnTo>
                    <a:pt x="1013417" y="4904582"/>
                  </a:lnTo>
                  <a:lnTo>
                    <a:pt x="1013511" y="4904582"/>
                  </a:lnTo>
                  <a:lnTo>
                    <a:pt x="1013605" y="4904582"/>
                  </a:lnTo>
                  <a:lnTo>
                    <a:pt x="1013700" y="4904582"/>
                  </a:lnTo>
                  <a:lnTo>
                    <a:pt x="1013794" y="4904582"/>
                  </a:lnTo>
                  <a:lnTo>
                    <a:pt x="1013888" y="4904582"/>
                  </a:lnTo>
                  <a:lnTo>
                    <a:pt x="1013982" y="4904582"/>
                  </a:lnTo>
                  <a:lnTo>
                    <a:pt x="1014076" y="4904582"/>
                  </a:lnTo>
                  <a:lnTo>
                    <a:pt x="1014170" y="4904582"/>
                  </a:lnTo>
                  <a:lnTo>
                    <a:pt x="1014264" y="4904582"/>
                  </a:lnTo>
                  <a:lnTo>
                    <a:pt x="1014358" y="4904582"/>
                  </a:lnTo>
                  <a:lnTo>
                    <a:pt x="1014452" y="4904582"/>
                  </a:lnTo>
                  <a:lnTo>
                    <a:pt x="1014546" y="4904582"/>
                  </a:lnTo>
                  <a:lnTo>
                    <a:pt x="1014640" y="4904582"/>
                  </a:lnTo>
                  <a:lnTo>
                    <a:pt x="1014734" y="4904582"/>
                  </a:lnTo>
                  <a:lnTo>
                    <a:pt x="1014828" y="4904582"/>
                  </a:lnTo>
                  <a:lnTo>
                    <a:pt x="1014922" y="4904582"/>
                  </a:lnTo>
                  <a:lnTo>
                    <a:pt x="1015016" y="4904582"/>
                  </a:lnTo>
                  <a:lnTo>
                    <a:pt x="1015110" y="4904582"/>
                  </a:lnTo>
                  <a:lnTo>
                    <a:pt x="1015204" y="4904582"/>
                  </a:lnTo>
                  <a:lnTo>
                    <a:pt x="1015298" y="4904582"/>
                  </a:lnTo>
                  <a:lnTo>
                    <a:pt x="1015392" y="4904582"/>
                  </a:lnTo>
                  <a:lnTo>
                    <a:pt x="1015486" y="4904582"/>
                  </a:lnTo>
                  <a:lnTo>
                    <a:pt x="1015580" y="4904582"/>
                  </a:lnTo>
                  <a:lnTo>
                    <a:pt x="1015674" y="4904582"/>
                  </a:lnTo>
                  <a:lnTo>
                    <a:pt x="1015768" y="4904582"/>
                  </a:lnTo>
                  <a:lnTo>
                    <a:pt x="1015862" y="4904582"/>
                  </a:lnTo>
                  <a:lnTo>
                    <a:pt x="1015956" y="4904582"/>
                  </a:lnTo>
                  <a:lnTo>
                    <a:pt x="1016050" y="4904582"/>
                  </a:lnTo>
                  <a:lnTo>
                    <a:pt x="1016144" y="4904582"/>
                  </a:lnTo>
                  <a:lnTo>
                    <a:pt x="1016238" y="4904582"/>
                  </a:lnTo>
                  <a:lnTo>
                    <a:pt x="1016332" y="4904582"/>
                  </a:lnTo>
                  <a:lnTo>
                    <a:pt x="1016426" y="4904582"/>
                  </a:lnTo>
                  <a:lnTo>
                    <a:pt x="1016520" y="4904582"/>
                  </a:lnTo>
                  <a:lnTo>
                    <a:pt x="1016520" y="4899302"/>
                  </a:lnTo>
                  <a:lnTo>
                    <a:pt x="1016614" y="4899302"/>
                  </a:lnTo>
                  <a:lnTo>
                    <a:pt x="1016614" y="4894023"/>
                  </a:lnTo>
                  <a:lnTo>
                    <a:pt x="1016708" y="4894023"/>
                  </a:lnTo>
                  <a:lnTo>
                    <a:pt x="1016802" y="4894023"/>
                  </a:lnTo>
                  <a:lnTo>
                    <a:pt x="1016896" y="4894023"/>
                  </a:lnTo>
                  <a:lnTo>
                    <a:pt x="1016990" y="4894023"/>
                  </a:lnTo>
                  <a:lnTo>
                    <a:pt x="1017084" y="4894023"/>
                  </a:lnTo>
                  <a:lnTo>
                    <a:pt x="1017179" y="4894023"/>
                  </a:lnTo>
                  <a:lnTo>
                    <a:pt x="1017273" y="4894023"/>
                  </a:lnTo>
                  <a:lnTo>
                    <a:pt x="1017367" y="4894023"/>
                  </a:lnTo>
                  <a:lnTo>
                    <a:pt x="1017461" y="4894023"/>
                  </a:lnTo>
                  <a:lnTo>
                    <a:pt x="1017555" y="4894023"/>
                  </a:lnTo>
                  <a:lnTo>
                    <a:pt x="1017649" y="4894023"/>
                  </a:lnTo>
                  <a:lnTo>
                    <a:pt x="1017743" y="4894023"/>
                  </a:lnTo>
                  <a:lnTo>
                    <a:pt x="1017837" y="4894023"/>
                  </a:lnTo>
                  <a:lnTo>
                    <a:pt x="1017931" y="4894023"/>
                  </a:lnTo>
                  <a:lnTo>
                    <a:pt x="1018025" y="4894023"/>
                  </a:lnTo>
                  <a:lnTo>
                    <a:pt x="1018119" y="4894023"/>
                  </a:lnTo>
                  <a:lnTo>
                    <a:pt x="1018213" y="4894023"/>
                  </a:lnTo>
                  <a:lnTo>
                    <a:pt x="1018307" y="4894023"/>
                  </a:lnTo>
                  <a:lnTo>
                    <a:pt x="1018401" y="4894023"/>
                  </a:lnTo>
                  <a:lnTo>
                    <a:pt x="1018495" y="4894023"/>
                  </a:lnTo>
                  <a:lnTo>
                    <a:pt x="1018589" y="4894023"/>
                  </a:lnTo>
                  <a:lnTo>
                    <a:pt x="1018683" y="4894023"/>
                  </a:lnTo>
                  <a:lnTo>
                    <a:pt x="1018777" y="4894023"/>
                  </a:lnTo>
                  <a:lnTo>
                    <a:pt x="1018871" y="4894023"/>
                  </a:lnTo>
                  <a:lnTo>
                    <a:pt x="1018965" y="4894023"/>
                  </a:lnTo>
                  <a:lnTo>
                    <a:pt x="1019059" y="4894023"/>
                  </a:lnTo>
                  <a:lnTo>
                    <a:pt x="1019153" y="4894023"/>
                  </a:lnTo>
                  <a:lnTo>
                    <a:pt x="1019247" y="4894023"/>
                  </a:lnTo>
                  <a:lnTo>
                    <a:pt x="1019341" y="4894023"/>
                  </a:lnTo>
                  <a:lnTo>
                    <a:pt x="1019435" y="4894023"/>
                  </a:lnTo>
                  <a:lnTo>
                    <a:pt x="1019529" y="4894023"/>
                  </a:lnTo>
                  <a:lnTo>
                    <a:pt x="1019623" y="4894023"/>
                  </a:lnTo>
                  <a:lnTo>
                    <a:pt x="1019717" y="4894023"/>
                  </a:lnTo>
                  <a:lnTo>
                    <a:pt x="1019811" y="4894023"/>
                  </a:lnTo>
                  <a:lnTo>
                    <a:pt x="1019905" y="4894023"/>
                  </a:lnTo>
                  <a:lnTo>
                    <a:pt x="1019999" y="4894023"/>
                  </a:lnTo>
                  <a:lnTo>
                    <a:pt x="1020093" y="4894023"/>
                  </a:lnTo>
                  <a:lnTo>
                    <a:pt x="1020187" y="4894023"/>
                  </a:lnTo>
                  <a:lnTo>
                    <a:pt x="1020281" y="4894023"/>
                  </a:lnTo>
                  <a:lnTo>
                    <a:pt x="1020375" y="4894023"/>
                  </a:lnTo>
                  <a:lnTo>
                    <a:pt x="1020469" y="4894023"/>
                  </a:lnTo>
                  <a:lnTo>
                    <a:pt x="1020563" y="4894023"/>
                  </a:lnTo>
                  <a:lnTo>
                    <a:pt x="1020657" y="4894023"/>
                  </a:lnTo>
                  <a:lnTo>
                    <a:pt x="1020752" y="4894023"/>
                  </a:lnTo>
                  <a:lnTo>
                    <a:pt x="1020846" y="4894023"/>
                  </a:lnTo>
                  <a:lnTo>
                    <a:pt x="1020940" y="4894023"/>
                  </a:lnTo>
                  <a:lnTo>
                    <a:pt x="1021034" y="4894023"/>
                  </a:lnTo>
                  <a:lnTo>
                    <a:pt x="1021034" y="4888744"/>
                  </a:lnTo>
                  <a:lnTo>
                    <a:pt x="1021128" y="4888744"/>
                  </a:lnTo>
                  <a:lnTo>
                    <a:pt x="1021222" y="4888744"/>
                  </a:lnTo>
                  <a:lnTo>
                    <a:pt x="1021316" y="4888744"/>
                  </a:lnTo>
                  <a:lnTo>
                    <a:pt x="1021410" y="4888744"/>
                  </a:lnTo>
                  <a:lnTo>
                    <a:pt x="1021504" y="4888744"/>
                  </a:lnTo>
                  <a:lnTo>
                    <a:pt x="1021598" y="4888744"/>
                  </a:lnTo>
                  <a:lnTo>
                    <a:pt x="1021692" y="4888744"/>
                  </a:lnTo>
                  <a:lnTo>
                    <a:pt x="1021786" y="4888744"/>
                  </a:lnTo>
                  <a:lnTo>
                    <a:pt x="1021880" y="4888744"/>
                  </a:lnTo>
                  <a:lnTo>
                    <a:pt x="1021974" y="4888744"/>
                  </a:lnTo>
                  <a:lnTo>
                    <a:pt x="1022068" y="4888744"/>
                  </a:lnTo>
                  <a:lnTo>
                    <a:pt x="1022162" y="4888744"/>
                  </a:lnTo>
                  <a:lnTo>
                    <a:pt x="1022256" y="4888744"/>
                  </a:lnTo>
                  <a:lnTo>
                    <a:pt x="1022350" y="4888744"/>
                  </a:lnTo>
                  <a:lnTo>
                    <a:pt x="1022444" y="4888744"/>
                  </a:lnTo>
                  <a:lnTo>
                    <a:pt x="1022538" y="4888744"/>
                  </a:lnTo>
                  <a:lnTo>
                    <a:pt x="1022632" y="4888744"/>
                  </a:lnTo>
                  <a:lnTo>
                    <a:pt x="1022726" y="4888744"/>
                  </a:lnTo>
                  <a:lnTo>
                    <a:pt x="1022820" y="4888744"/>
                  </a:lnTo>
                  <a:lnTo>
                    <a:pt x="1022914" y="4888744"/>
                  </a:lnTo>
                  <a:lnTo>
                    <a:pt x="1023008" y="4888744"/>
                  </a:lnTo>
                  <a:lnTo>
                    <a:pt x="1023102" y="4888744"/>
                  </a:lnTo>
                  <a:lnTo>
                    <a:pt x="1023196" y="4888744"/>
                  </a:lnTo>
                  <a:lnTo>
                    <a:pt x="1023290" y="4888744"/>
                  </a:lnTo>
                  <a:lnTo>
                    <a:pt x="1023384" y="4888744"/>
                  </a:lnTo>
                  <a:lnTo>
                    <a:pt x="1023478" y="4888744"/>
                  </a:lnTo>
                  <a:lnTo>
                    <a:pt x="1023572" y="4888744"/>
                  </a:lnTo>
                  <a:lnTo>
                    <a:pt x="1023666" y="4888744"/>
                  </a:lnTo>
                  <a:lnTo>
                    <a:pt x="1023760" y="4888744"/>
                  </a:lnTo>
                  <a:lnTo>
                    <a:pt x="1023854" y="4888744"/>
                  </a:lnTo>
                  <a:lnTo>
                    <a:pt x="1023948" y="4888744"/>
                  </a:lnTo>
                  <a:lnTo>
                    <a:pt x="1024042" y="4888744"/>
                  </a:lnTo>
                  <a:lnTo>
                    <a:pt x="1024136" y="4888744"/>
                  </a:lnTo>
                  <a:lnTo>
                    <a:pt x="1024230" y="4888744"/>
                  </a:lnTo>
                  <a:lnTo>
                    <a:pt x="1024325" y="4888744"/>
                  </a:lnTo>
                  <a:lnTo>
                    <a:pt x="1024419" y="4888744"/>
                  </a:lnTo>
                  <a:lnTo>
                    <a:pt x="1024513" y="4888744"/>
                  </a:lnTo>
                  <a:lnTo>
                    <a:pt x="1024607" y="4888744"/>
                  </a:lnTo>
                  <a:lnTo>
                    <a:pt x="1024701" y="4888744"/>
                  </a:lnTo>
                  <a:lnTo>
                    <a:pt x="1024795" y="4888744"/>
                  </a:lnTo>
                  <a:lnTo>
                    <a:pt x="1024795" y="4883464"/>
                  </a:lnTo>
                  <a:lnTo>
                    <a:pt x="1024889" y="4883464"/>
                  </a:lnTo>
                  <a:lnTo>
                    <a:pt x="1024983" y="4883464"/>
                  </a:lnTo>
                  <a:lnTo>
                    <a:pt x="1025077" y="4883464"/>
                  </a:lnTo>
                  <a:lnTo>
                    <a:pt x="1025171" y="4883464"/>
                  </a:lnTo>
                  <a:lnTo>
                    <a:pt x="1025265" y="4883464"/>
                  </a:lnTo>
                  <a:lnTo>
                    <a:pt x="1025359" y="4883464"/>
                  </a:lnTo>
                  <a:lnTo>
                    <a:pt x="1025453" y="4883464"/>
                  </a:lnTo>
                  <a:lnTo>
                    <a:pt x="1025547" y="4883464"/>
                  </a:lnTo>
                  <a:lnTo>
                    <a:pt x="1025641" y="4883464"/>
                  </a:lnTo>
                  <a:lnTo>
                    <a:pt x="1025735" y="4883464"/>
                  </a:lnTo>
                  <a:lnTo>
                    <a:pt x="1025735" y="4878185"/>
                  </a:lnTo>
                  <a:lnTo>
                    <a:pt x="1025829" y="4878185"/>
                  </a:lnTo>
                  <a:lnTo>
                    <a:pt x="1025923" y="4878185"/>
                  </a:lnTo>
                  <a:lnTo>
                    <a:pt x="1026017" y="4878185"/>
                  </a:lnTo>
                  <a:lnTo>
                    <a:pt x="1026111" y="4878185"/>
                  </a:lnTo>
                  <a:lnTo>
                    <a:pt x="1026205" y="4878185"/>
                  </a:lnTo>
                  <a:lnTo>
                    <a:pt x="1026299" y="4878185"/>
                  </a:lnTo>
                  <a:lnTo>
                    <a:pt x="1026393" y="4878185"/>
                  </a:lnTo>
                  <a:lnTo>
                    <a:pt x="1026487" y="4878185"/>
                  </a:lnTo>
                  <a:lnTo>
                    <a:pt x="1026581" y="4878185"/>
                  </a:lnTo>
                  <a:lnTo>
                    <a:pt x="1026675" y="4878185"/>
                  </a:lnTo>
                  <a:lnTo>
                    <a:pt x="1026769" y="4878185"/>
                  </a:lnTo>
                  <a:lnTo>
                    <a:pt x="1026863" y="4878185"/>
                  </a:lnTo>
                  <a:lnTo>
                    <a:pt x="1026957" y="4878185"/>
                  </a:lnTo>
                  <a:lnTo>
                    <a:pt x="1027051" y="4878185"/>
                  </a:lnTo>
                  <a:lnTo>
                    <a:pt x="1027145" y="4878185"/>
                  </a:lnTo>
                  <a:lnTo>
                    <a:pt x="1027239" y="4878185"/>
                  </a:lnTo>
                  <a:lnTo>
                    <a:pt x="1027333" y="4878185"/>
                  </a:lnTo>
                  <a:lnTo>
                    <a:pt x="1027427" y="4878185"/>
                  </a:lnTo>
                  <a:lnTo>
                    <a:pt x="1027521" y="4878185"/>
                  </a:lnTo>
                  <a:lnTo>
                    <a:pt x="1027615" y="4878185"/>
                  </a:lnTo>
                  <a:lnTo>
                    <a:pt x="1027709" y="4878185"/>
                  </a:lnTo>
                  <a:lnTo>
                    <a:pt x="1027803" y="4878185"/>
                  </a:lnTo>
                  <a:lnTo>
                    <a:pt x="1027803" y="4872905"/>
                  </a:lnTo>
                  <a:lnTo>
                    <a:pt x="1027898" y="4872905"/>
                  </a:lnTo>
                  <a:lnTo>
                    <a:pt x="1027992" y="4872905"/>
                  </a:lnTo>
                  <a:lnTo>
                    <a:pt x="1028086" y="4872905"/>
                  </a:lnTo>
                  <a:lnTo>
                    <a:pt x="1028180" y="4872905"/>
                  </a:lnTo>
                  <a:lnTo>
                    <a:pt x="1028274" y="4872905"/>
                  </a:lnTo>
                  <a:lnTo>
                    <a:pt x="1028368" y="4872905"/>
                  </a:lnTo>
                  <a:lnTo>
                    <a:pt x="1028462" y="4872905"/>
                  </a:lnTo>
                  <a:lnTo>
                    <a:pt x="1028556" y="4872905"/>
                  </a:lnTo>
                  <a:lnTo>
                    <a:pt x="1028650" y="4872905"/>
                  </a:lnTo>
                  <a:lnTo>
                    <a:pt x="1028650" y="4867626"/>
                  </a:lnTo>
                  <a:lnTo>
                    <a:pt x="1028744" y="4867626"/>
                  </a:lnTo>
                  <a:lnTo>
                    <a:pt x="1028838" y="4867626"/>
                  </a:lnTo>
                  <a:lnTo>
                    <a:pt x="1028932" y="4867626"/>
                  </a:lnTo>
                  <a:lnTo>
                    <a:pt x="1029026" y="4867626"/>
                  </a:lnTo>
                  <a:lnTo>
                    <a:pt x="1029120" y="4867626"/>
                  </a:lnTo>
                  <a:lnTo>
                    <a:pt x="1029214" y="4867626"/>
                  </a:lnTo>
                  <a:lnTo>
                    <a:pt x="1029308" y="4867626"/>
                  </a:lnTo>
                  <a:lnTo>
                    <a:pt x="1029402" y="4867626"/>
                  </a:lnTo>
                  <a:lnTo>
                    <a:pt x="1029496" y="4867626"/>
                  </a:lnTo>
                  <a:lnTo>
                    <a:pt x="1029590" y="4867626"/>
                  </a:lnTo>
                  <a:lnTo>
                    <a:pt x="1029684" y="4867626"/>
                  </a:lnTo>
                  <a:lnTo>
                    <a:pt x="1029778" y="4867626"/>
                  </a:lnTo>
                  <a:lnTo>
                    <a:pt x="1029872" y="4867626"/>
                  </a:lnTo>
                  <a:lnTo>
                    <a:pt x="1029966" y="4867626"/>
                  </a:lnTo>
                  <a:lnTo>
                    <a:pt x="1030060" y="4867626"/>
                  </a:lnTo>
                  <a:lnTo>
                    <a:pt x="1030154" y="4867626"/>
                  </a:lnTo>
                  <a:lnTo>
                    <a:pt x="1030248" y="4867626"/>
                  </a:lnTo>
                  <a:lnTo>
                    <a:pt x="1030342" y="4867626"/>
                  </a:lnTo>
                  <a:lnTo>
                    <a:pt x="1030436" y="4867626"/>
                  </a:lnTo>
                  <a:lnTo>
                    <a:pt x="1030530" y="4867626"/>
                  </a:lnTo>
                  <a:lnTo>
                    <a:pt x="1030624" y="4867626"/>
                  </a:lnTo>
                  <a:lnTo>
                    <a:pt x="1030718" y="4867626"/>
                  </a:lnTo>
                  <a:lnTo>
                    <a:pt x="1030812" y="4867626"/>
                  </a:lnTo>
                  <a:lnTo>
                    <a:pt x="1030906" y="4867626"/>
                  </a:lnTo>
                  <a:lnTo>
                    <a:pt x="1031000" y="4867626"/>
                  </a:lnTo>
                  <a:lnTo>
                    <a:pt x="1031094" y="4867626"/>
                  </a:lnTo>
                  <a:lnTo>
                    <a:pt x="1031188" y="4867626"/>
                  </a:lnTo>
                  <a:lnTo>
                    <a:pt x="1031282" y="4867626"/>
                  </a:lnTo>
                  <a:lnTo>
                    <a:pt x="1031377" y="4867626"/>
                  </a:lnTo>
                  <a:lnTo>
                    <a:pt x="1031471" y="4867626"/>
                  </a:lnTo>
                  <a:lnTo>
                    <a:pt x="1031565" y="4867626"/>
                  </a:lnTo>
                  <a:lnTo>
                    <a:pt x="1031565" y="4862347"/>
                  </a:lnTo>
                  <a:lnTo>
                    <a:pt x="1031659" y="4862347"/>
                  </a:lnTo>
                  <a:lnTo>
                    <a:pt x="1031753" y="4862347"/>
                  </a:lnTo>
                  <a:lnTo>
                    <a:pt x="1031847" y="4862347"/>
                  </a:lnTo>
                  <a:lnTo>
                    <a:pt x="1031941" y="4862347"/>
                  </a:lnTo>
                  <a:lnTo>
                    <a:pt x="1032035" y="4862347"/>
                  </a:lnTo>
                  <a:lnTo>
                    <a:pt x="1032129" y="4862347"/>
                  </a:lnTo>
                  <a:lnTo>
                    <a:pt x="1032223" y="4862347"/>
                  </a:lnTo>
                  <a:lnTo>
                    <a:pt x="1032317" y="4862347"/>
                  </a:lnTo>
                  <a:lnTo>
                    <a:pt x="1032411" y="4862347"/>
                  </a:lnTo>
                  <a:lnTo>
                    <a:pt x="1032505" y="4862347"/>
                  </a:lnTo>
                  <a:lnTo>
                    <a:pt x="1032599" y="4862347"/>
                  </a:lnTo>
                  <a:lnTo>
                    <a:pt x="1032693" y="4862347"/>
                  </a:lnTo>
                  <a:lnTo>
                    <a:pt x="1032787" y="4862347"/>
                  </a:lnTo>
                  <a:lnTo>
                    <a:pt x="1032881" y="4862347"/>
                  </a:lnTo>
                  <a:lnTo>
                    <a:pt x="1032975" y="4862347"/>
                  </a:lnTo>
                  <a:lnTo>
                    <a:pt x="1033069" y="4862347"/>
                  </a:lnTo>
                  <a:lnTo>
                    <a:pt x="1033163" y="4862347"/>
                  </a:lnTo>
                  <a:lnTo>
                    <a:pt x="1033257" y="4862347"/>
                  </a:lnTo>
                  <a:lnTo>
                    <a:pt x="1033351" y="4862347"/>
                  </a:lnTo>
                  <a:lnTo>
                    <a:pt x="1033445" y="4862347"/>
                  </a:lnTo>
                  <a:lnTo>
                    <a:pt x="1033539" y="4862347"/>
                  </a:lnTo>
                  <a:lnTo>
                    <a:pt x="1033633" y="4862347"/>
                  </a:lnTo>
                  <a:lnTo>
                    <a:pt x="1033727" y="4862347"/>
                  </a:lnTo>
                  <a:lnTo>
                    <a:pt x="1033821" y="4862347"/>
                  </a:lnTo>
                  <a:lnTo>
                    <a:pt x="1033915" y="4862347"/>
                  </a:lnTo>
                  <a:lnTo>
                    <a:pt x="1034009" y="4862347"/>
                  </a:lnTo>
                  <a:lnTo>
                    <a:pt x="1034103" y="4862347"/>
                  </a:lnTo>
                  <a:lnTo>
                    <a:pt x="1034197" y="4862347"/>
                  </a:lnTo>
                  <a:lnTo>
                    <a:pt x="1034291" y="4862347"/>
                  </a:lnTo>
                  <a:lnTo>
                    <a:pt x="1034385" y="4862347"/>
                  </a:lnTo>
                  <a:lnTo>
                    <a:pt x="1034479" y="4862347"/>
                  </a:lnTo>
                  <a:lnTo>
                    <a:pt x="1034573" y="4862347"/>
                  </a:lnTo>
                  <a:lnTo>
                    <a:pt x="1034667" y="4862347"/>
                  </a:lnTo>
                  <a:lnTo>
                    <a:pt x="1034761" y="4862347"/>
                  </a:lnTo>
                  <a:lnTo>
                    <a:pt x="1034855" y="4862347"/>
                  </a:lnTo>
                  <a:lnTo>
                    <a:pt x="1034950" y="4862347"/>
                  </a:lnTo>
                  <a:lnTo>
                    <a:pt x="1035044" y="4862347"/>
                  </a:lnTo>
                  <a:lnTo>
                    <a:pt x="1035138" y="4862347"/>
                  </a:lnTo>
                  <a:lnTo>
                    <a:pt x="1035232" y="4862347"/>
                  </a:lnTo>
                  <a:lnTo>
                    <a:pt x="1035326" y="4862347"/>
                  </a:lnTo>
                  <a:lnTo>
                    <a:pt x="1035420" y="4862347"/>
                  </a:lnTo>
                  <a:lnTo>
                    <a:pt x="1035514" y="4862347"/>
                  </a:lnTo>
                  <a:lnTo>
                    <a:pt x="1035608" y="4862347"/>
                  </a:lnTo>
                  <a:lnTo>
                    <a:pt x="1035702" y="4862347"/>
                  </a:lnTo>
                  <a:lnTo>
                    <a:pt x="1035796" y="4862347"/>
                  </a:lnTo>
                  <a:lnTo>
                    <a:pt x="1035890" y="4862347"/>
                  </a:lnTo>
                  <a:lnTo>
                    <a:pt x="1035984" y="4862347"/>
                  </a:lnTo>
                  <a:lnTo>
                    <a:pt x="1036078" y="4862347"/>
                  </a:lnTo>
                  <a:lnTo>
                    <a:pt x="1036172" y="4862347"/>
                  </a:lnTo>
                  <a:lnTo>
                    <a:pt x="1036266" y="4862347"/>
                  </a:lnTo>
                  <a:lnTo>
                    <a:pt x="1036360" y="4862347"/>
                  </a:lnTo>
                  <a:lnTo>
                    <a:pt x="1036454" y="4862347"/>
                  </a:lnTo>
                  <a:lnTo>
                    <a:pt x="1036548" y="4862347"/>
                  </a:lnTo>
                  <a:lnTo>
                    <a:pt x="1036642" y="4862347"/>
                  </a:lnTo>
                  <a:lnTo>
                    <a:pt x="1036736" y="4862347"/>
                  </a:lnTo>
                  <a:lnTo>
                    <a:pt x="1036830" y="4862347"/>
                  </a:lnTo>
                  <a:lnTo>
                    <a:pt x="1036924" y="4862347"/>
                  </a:lnTo>
                  <a:lnTo>
                    <a:pt x="1037018" y="4862347"/>
                  </a:lnTo>
                  <a:lnTo>
                    <a:pt x="1037112" y="4862347"/>
                  </a:lnTo>
                  <a:lnTo>
                    <a:pt x="1037206" y="4862347"/>
                  </a:lnTo>
                  <a:lnTo>
                    <a:pt x="1037300" y="4862347"/>
                  </a:lnTo>
                  <a:lnTo>
                    <a:pt x="1037394" y="4862347"/>
                  </a:lnTo>
                  <a:lnTo>
                    <a:pt x="1037488" y="4862347"/>
                  </a:lnTo>
                  <a:lnTo>
                    <a:pt x="1037582" y="4862347"/>
                  </a:lnTo>
                  <a:lnTo>
                    <a:pt x="1037676" y="4862347"/>
                  </a:lnTo>
                  <a:lnTo>
                    <a:pt x="1037770" y="4862347"/>
                  </a:lnTo>
                  <a:lnTo>
                    <a:pt x="1037864" y="4862347"/>
                  </a:lnTo>
                  <a:lnTo>
                    <a:pt x="1037958" y="4862347"/>
                  </a:lnTo>
                  <a:lnTo>
                    <a:pt x="1038052" y="4862347"/>
                  </a:lnTo>
                  <a:lnTo>
                    <a:pt x="1038146" y="4862347"/>
                  </a:lnTo>
                  <a:lnTo>
                    <a:pt x="1038240" y="4862347"/>
                  </a:lnTo>
                  <a:lnTo>
                    <a:pt x="1038334" y="4862347"/>
                  </a:lnTo>
                  <a:lnTo>
                    <a:pt x="1038428" y="4862347"/>
                  </a:lnTo>
                  <a:lnTo>
                    <a:pt x="1038523" y="4862347"/>
                  </a:lnTo>
                  <a:lnTo>
                    <a:pt x="1038617" y="4862347"/>
                  </a:lnTo>
                  <a:lnTo>
                    <a:pt x="1038711" y="4862347"/>
                  </a:lnTo>
                  <a:lnTo>
                    <a:pt x="1038805" y="4862347"/>
                  </a:lnTo>
                  <a:lnTo>
                    <a:pt x="1038899" y="4862347"/>
                  </a:lnTo>
                  <a:lnTo>
                    <a:pt x="1038899" y="4857067"/>
                  </a:lnTo>
                  <a:lnTo>
                    <a:pt x="1038993" y="4857067"/>
                  </a:lnTo>
                  <a:lnTo>
                    <a:pt x="1039087" y="4857067"/>
                  </a:lnTo>
                  <a:lnTo>
                    <a:pt x="1039181" y="4857067"/>
                  </a:lnTo>
                  <a:lnTo>
                    <a:pt x="1039275" y="4857067"/>
                  </a:lnTo>
                  <a:lnTo>
                    <a:pt x="1039369" y="4857067"/>
                  </a:lnTo>
                  <a:lnTo>
                    <a:pt x="1039463" y="4857067"/>
                  </a:lnTo>
                  <a:lnTo>
                    <a:pt x="1039557" y="4857067"/>
                  </a:lnTo>
                  <a:lnTo>
                    <a:pt x="1039651" y="4857067"/>
                  </a:lnTo>
                  <a:lnTo>
                    <a:pt x="1039745" y="4857067"/>
                  </a:lnTo>
                  <a:lnTo>
                    <a:pt x="1039839" y="4857067"/>
                  </a:lnTo>
                  <a:lnTo>
                    <a:pt x="1039933" y="4857067"/>
                  </a:lnTo>
                  <a:lnTo>
                    <a:pt x="1040027" y="4857067"/>
                  </a:lnTo>
                  <a:lnTo>
                    <a:pt x="1040121" y="4857067"/>
                  </a:lnTo>
                  <a:lnTo>
                    <a:pt x="1040215" y="4857067"/>
                  </a:lnTo>
                  <a:lnTo>
                    <a:pt x="1040309" y="4857067"/>
                  </a:lnTo>
                  <a:lnTo>
                    <a:pt x="1040403" y="4857067"/>
                  </a:lnTo>
                  <a:lnTo>
                    <a:pt x="1040497" y="4857067"/>
                  </a:lnTo>
                  <a:lnTo>
                    <a:pt x="1040591" y="4857067"/>
                  </a:lnTo>
                  <a:lnTo>
                    <a:pt x="1040685" y="4857067"/>
                  </a:lnTo>
                  <a:lnTo>
                    <a:pt x="1040779" y="4857067"/>
                  </a:lnTo>
                  <a:lnTo>
                    <a:pt x="1040873" y="4857067"/>
                  </a:lnTo>
                  <a:lnTo>
                    <a:pt x="1040967" y="4857067"/>
                  </a:lnTo>
                  <a:lnTo>
                    <a:pt x="1041061" y="4857067"/>
                  </a:lnTo>
                  <a:lnTo>
                    <a:pt x="1041155" y="4857067"/>
                  </a:lnTo>
                  <a:lnTo>
                    <a:pt x="1041249" y="4857067"/>
                  </a:lnTo>
                  <a:lnTo>
                    <a:pt x="1041343" y="4857067"/>
                  </a:lnTo>
                  <a:lnTo>
                    <a:pt x="1041437" y="4857067"/>
                  </a:lnTo>
                  <a:lnTo>
                    <a:pt x="1041531" y="4857067"/>
                  </a:lnTo>
                  <a:lnTo>
                    <a:pt x="1041625" y="4857067"/>
                  </a:lnTo>
                  <a:lnTo>
                    <a:pt x="1041719" y="4857067"/>
                  </a:lnTo>
                  <a:lnTo>
                    <a:pt x="1041813" y="4857067"/>
                  </a:lnTo>
                  <a:lnTo>
                    <a:pt x="1041907" y="4857067"/>
                  </a:lnTo>
                  <a:lnTo>
                    <a:pt x="1042002" y="4857067"/>
                  </a:lnTo>
                  <a:lnTo>
                    <a:pt x="1042096" y="4857067"/>
                  </a:lnTo>
                  <a:lnTo>
                    <a:pt x="1042190" y="4857067"/>
                  </a:lnTo>
                  <a:lnTo>
                    <a:pt x="1042284" y="4857067"/>
                  </a:lnTo>
                  <a:lnTo>
                    <a:pt x="1042378" y="4857067"/>
                  </a:lnTo>
                  <a:lnTo>
                    <a:pt x="1042472" y="4857067"/>
                  </a:lnTo>
                  <a:lnTo>
                    <a:pt x="1042566" y="4857067"/>
                  </a:lnTo>
                  <a:lnTo>
                    <a:pt x="1042660" y="4857067"/>
                  </a:lnTo>
                  <a:lnTo>
                    <a:pt x="1042754" y="4857067"/>
                  </a:lnTo>
                  <a:lnTo>
                    <a:pt x="1042848" y="4857067"/>
                  </a:lnTo>
                  <a:lnTo>
                    <a:pt x="1042942" y="4857067"/>
                  </a:lnTo>
                  <a:lnTo>
                    <a:pt x="1043036" y="4857067"/>
                  </a:lnTo>
                  <a:lnTo>
                    <a:pt x="1043130" y="4857067"/>
                  </a:lnTo>
                  <a:lnTo>
                    <a:pt x="1043224" y="4857067"/>
                  </a:lnTo>
                  <a:lnTo>
                    <a:pt x="1043318" y="4857067"/>
                  </a:lnTo>
                  <a:lnTo>
                    <a:pt x="1043318" y="4851788"/>
                  </a:lnTo>
                  <a:lnTo>
                    <a:pt x="1043412" y="4851788"/>
                  </a:lnTo>
                  <a:lnTo>
                    <a:pt x="1043506" y="4851788"/>
                  </a:lnTo>
                  <a:lnTo>
                    <a:pt x="1043600" y="4851788"/>
                  </a:lnTo>
                  <a:lnTo>
                    <a:pt x="1043694" y="4851788"/>
                  </a:lnTo>
                  <a:lnTo>
                    <a:pt x="1043788" y="4851788"/>
                  </a:lnTo>
                  <a:lnTo>
                    <a:pt x="1043882" y="4851788"/>
                  </a:lnTo>
                  <a:lnTo>
                    <a:pt x="1043976" y="4851788"/>
                  </a:lnTo>
                  <a:lnTo>
                    <a:pt x="1044070" y="4851788"/>
                  </a:lnTo>
                  <a:lnTo>
                    <a:pt x="1044164" y="4851788"/>
                  </a:lnTo>
                  <a:lnTo>
                    <a:pt x="1044258" y="4851788"/>
                  </a:lnTo>
                  <a:lnTo>
                    <a:pt x="1044352" y="4851788"/>
                  </a:lnTo>
                  <a:lnTo>
                    <a:pt x="1044446" y="4851788"/>
                  </a:lnTo>
                  <a:lnTo>
                    <a:pt x="1044540" y="4851788"/>
                  </a:lnTo>
                  <a:lnTo>
                    <a:pt x="1044634" y="4851788"/>
                  </a:lnTo>
                  <a:lnTo>
                    <a:pt x="1044634" y="4846508"/>
                  </a:lnTo>
                  <a:lnTo>
                    <a:pt x="1044728" y="4846508"/>
                  </a:lnTo>
                  <a:lnTo>
                    <a:pt x="1044822" y="4846508"/>
                  </a:lnTo>
                  <a:lnTo>
                    <a:pt x="1044916" y="4846508"/>
                  </a:lnTo>
                  <a:lnTo>
                    <a:pt x="1045010" y="4846508"/>
                  </a:lnTo>
                  <a:lnTo>
                    <a:pt x="1045104" y="4846508"/>
                  </a:lnTo>
                  <a:lnTo>
                    <a:pt x="1045198" y="4846508"/>
                  </a:lnTo>
                  <a:lnTo>
                    <a:pt x="1045292" y="4846508"/>
                  </a:lnTo>
                  <a:lnTo>
                    <a:pt x="1045386" y="4846508"/>
                  </a:lnTo>
                  <a:lnTo>
                    <a:pt x="1045480" y="4846508"/>
                  </a:lnTo>
                  <a:lnTo>
                    <a:pt x="1045575" y="4846508"/>
                  </a:lnTo>
                  <a:lnTo>
                    <a:pt x="1045669" y="4846508"/>
                  </a:lnTo>
                  <a:lnTo>
                    <a:pt x="1045763" y="4846508"/>
                  </a:lnTo>
                  <a:lnTo>
                    <a:pt x="1045857" y="4846508"/>
                  </a:lnTo>
                  <a:lnTo>
                    <a:pt x="1045951" y="4846508"/>
                  </a:lnTo>
                  <a:lnTo>
                    <a:pt x="1046045" y="4846508"/>
                  </a:lnTo>
                  <a:lnTo>
                    <a:pt x="1046139" y="4846508"/>
                  </a:lnTo>
                  <a:lnTo>
                    <a:pt x="1046233" y="4846508"/>
                  </a:lnTo>
                  <a:lnTo>
                    <a:pt x="1046327" y="4846508"/>
                  </a:lnTo>
                  <a:lnTo>
                    <a:pt x="1046421" y="4846508"/>
                  </a:lnTo>
                  <a:lnTo>
                    <a:pt x="1046515" y="4846508"/>
                  </a:lnTo>
                  <a:lnTo>
                    <a:pt x="1046609" y="4846508"/>
                  </a:lnTo>
                  <a:lnTo>
                    <a:pt x="1046703" y="4846508"/>
                  </a:lnTo>
                  <a:lnTo>
                    <a:pt x="1046797" y="4846508"/>
                  </a:lnTo>
                  <a:lnTo>
                    <a:pt x="1046891" y="4846508"/>
                  </a:lnTo>
                  <a:lnTo>
                    <a:pt x="1046985" y="4846508"/>
                  </a:lnTo>
                  <a:lnTo>
                    <a:pt x="1047079" y="4846508"/>
                  </a:lnTo>
                  <a:lnTo>
                    <a:pt x="1047173" y="4846508"/>
                  </a:lnTo>
                  <a:lnTo>
                    <a:pt x="1047267" y="4846508"/>
                  </a:lnTo>
                  <a:lnTo>
                    <a:pt x="1047361" y="4846508"/>
                  </a:lnTo>
                  <a:lnTo>
                    <a:pt x="1047455" y="4846508"/>
                  </a:lnTo>
                  <a:lnTo>
                    <a:pt x="1047549" y="4846508"/>
                  </a:lnTo>
                  <a:lnTo>
                    <a:pt x="1047643" y="4846508"/>
                  </a:lnTo>
                  <a:lnTo>
                    <a:pt x="1047737" y="4846508"/>
                  </a:lnTo>
                  <a:lnTo>
                    <a:pt x="1047831" y="4846508"/>
                  </a:lnTo>
                  <a:lnTo>
                    <a:pt x="1047925" y="4846508"/>
                  </a:lnTo>
                  <a:lnTo>
                    <a:pt x="1048019" y="4846508"/>
                  </a:lnTo>
                  <a:lnTo>
                    <a:pt x="1048113" y="4846508"/>
                  </a:lnTo>
                  <a:lnTo>
                    <a:pt x="1048207" y="4846508"/>
                  </a:lnTo>
                  <a:lnTo>
                    <a:pt x="1048301" y="4846508"/>
                  </a:lnTo>
                  <a:lnTo>
                    <a:pt x="1048395" y="4846508"/>
                  </a:lnTo>
                  <a:lnTo>
                    <a:pt x="1048489" y="4846508"/>
                  </a:lnTo>
                  <a:lnTo>
                    <a:pt x="1048583" y="4846508"/>
                  </a:lnTo>
                  <a:lnTo>
                    <a:pt x="1048677" y="4846508"/>
                  </a:lnTo>
                  <a:lnTo>
                    <a:pt x="1048771" y="4846508"/>
                  </a:lnTo>
                  <a:lnTo>
                    <a:pt x="1048865" y="4846508"/>
                  </a:lnTo>
                  <a:lnTo>
                    <a:pt x="1048959" y="4846508"/>
                  </a:lnTo>
                  <a:lnTo>
                    <a:pt x="1049053" y="4846508"/>
                  </a:lnTo>
                  <a:lnTo>
                    <a:pt x="1049148" y="4846508"/>
                  </a:lnTo>
                  <a:lnTo>
                    <a:pt x="1049242" y="4846508"/>
                  </a:lnTo>
                  <a:lnTo>
                    <a:pt x="1049336" y="4846508"/>
                  </a:lnTo>
                  <a:lnTo>
                    <a:pt x="1049430" y="4846508"/>
                  </a:lnTo>
                  <a:lnTo>
                    <a:pt x="1049430" y="4841229"/>
                  </a:lnTo>
                  <a:lnTo>
                    <a:pt x="1049524" y="4841229"/>
                  </a:lnTo>
                  <a:lnTo>
                    <a:pt x="1049618" y="4841229"/>
                  </a:lnTo>
                  <a:lnTo>
                    <a:pt x="1049712" y="4841229"/>
                  </a:lnTo>
                  <a:lnTo>
                    <a:pt x="1049806" y="4841229"/>
                  </a:lnTo>
                  <a:lnTo>
                    <a:pt x="1049900" y="4841229"/>
                  </a:lnTo>
                  <a:lnTo>
                    <a:pt x="1049900" y="4835949"/>
                  </a:lnTo>
                  <a:lnTo>
                    <a:pt x="1049994" y="4835949"/>
                  </a:lnTo>
                  <a:lnTo>
                    <a:pt x="1050088" y="4835949"/>
                  </a:lnTo>
                  <a:lnTo>
                    <a:pt x="1050182" y="4835949"/>
                  </a:lnTo>
                  <a:lnTo>
                    <a:pt x="1050276" y="4835949"/>
                  </a:lnTo>
                  <a:lnTo>
                    <a:pt x="1050370" y="4835949"/>
                  </a:lnTo>
                  <a:lnTo>
                    <a:pt x="1050464" y="4835949"/>
                  </a:lnTo>
                  <a:lnTo>
                    <a:pt x="1050558" y="4835949"/>
                  </a:lnTo>
                  <a:lnTo>
                    <a:pt x="1050652" y="4835949"/>
                  </a:lnTo>
                  <a:lnTo>
                    <a:pt x="1050746" y="4835949"/>
                  </a:lnTo>
                  <a:lnTo>
                    <a:pt x="1050840" y="4835949"/>
                  </a:lnTo>
                  <a:lnTo>
                    <a:pt x="1050934" y="4835949"/>
                  </a:lnTo>
                  <a:lnTo>
                    <a:pt x="1051028" y="4835949"/>
                  </a:lnTo>
                  <a:lnTo>
                    <a:pt x="1051122" y="4835949"/>
                  </a:lnTo>
                  <a:lnTo>
                    <a:pt x="1051216" y="4835949"/>
                  </a:lnTo>
                  <a:lnTo>
                    <a:pt x="1051310" y="4835949"/>
                  </a:lnTo>
                  <a:lnTo>
                    <a:pt x="1051404" y="4835949"/>
                  </a:lnTo>
                  <a:lnTo>
                    <a:pt x="1051498" y="4835949"/>
                  </a:lnTo>
                  <a:lnTo>
                    <a:pt x="1051592" y="4835949"/>
                  </a:lnTo>
                  <a:lnTo>
                    <a:pt x="1051686" y="4835949"/>
                  </a:lnTo>
                  <a:lnTo>
                    <a:pt x="1051780" y="4835949"/>
                  </a:lnTo>
                  <a:lnTo>
                    <a:pt x="1051874" y="4835949"/>
                  </a:lnTo>
                  <a:lnTo>
                    <a:pt x="1051968" y="4835949"/>
                  </a:lnTo>
                  <a:lnTo>
                    <a:pt x="1052062" y="4835949"/>
                  </a:lnTo>
                  <a:lnTo>
                    <a:pt x="1052156" y="4835949"/>
                  </a:lnTo>
                  <a:lnTo>
                    <a:pt x="1052250" y="4835949"/>
                  </a:lnTo>
                  <a:lnTo>
                    <a:pt x="1052344" y="4835949"/>
                  </a:lnTo>
                  <a:lnTo>
                    <a:pt x="1052438" y="4835949"/>
                  </a:lnTo>
                  <a:lnTo>
                    <a:pt x="1052532" y="4835949"/>
                  </a:lnTo>
                  <a:lnTo>
                    <a:pt x="1052627" y="4835949"/>
                  </a:lnTo>
                  <a:lnTo>
                    <a:pt x="1052721" y="4835949"/>
                  </a:lnTo>
                  <a:lnTo>
                    <a:pt x="1052815" y="4835949"/>
                  </a:lnTo>
                  <a:lnTo>
                    <a:pt x="1052909" y="4835949"/>
                  </a:lnTo>
                  <a:lnTo>
                    <a:pt x="1053003" y="4835949"/>
                  </a:lnTo>
                  <a:lnTo>
                    <a:pt x="1053097" y="4835949"/>
                  </a:lnTo>
                  <a:lnTo>
                    <a:pt x="1053191" y="4835949"/>
                  </a:lnTo>
                  <a:lnTo>
                    <a:pt x="1053285" y="4835949"/>
                  </a:lnTo>
                  <a:lnTo>
                    <a:pt x="1053379" y="4835949"/>
                  </a:lnTo>
                  <a:lnTo>
                    <a:pt x="1053473" y="4835949"/>
                  </a:lnTo>
                  <a:lnTo>
                    <a:pt x="1053567" y="4835949"/>
                  </a:lnTo>
                  <a:lnTo>
                    <a:pt x="1053661" y="4835949"/>
                  </a:lnTo>
                  <a:lnTo>
                    <a:pt x="1053755" y="4835949"/>
                  </a:lnTo>
                  <a:lnTo>
                    <a:pt x="1053849" y="4835949"/>
                  </a:lnTo>
                  <a:lnTo>
                    <a:pt x="1053943" y="4835949"/>
                  </a:lnTo>
                  <a:lnTo>
                    <a:pt x="1054037" y="4835949"/>
                  </a:lnTo>
                  <a:lnTo>
                    <a:pt x="1054131" y="4835949"/>
                  </a:lnTo>
                  <a:lnTo>
                    <a:pt x="1054225" y="4835949"/>
                  </a:lnTo>
                  <a:lnTo>
                    <a:pt x="1054319" y="4835949"/>
                  </a:lnTo>
                  <a:lnTo>
                    <a:pt x="1054413" y="4835949"/>
                  </a:lnTo>
                  <a:lnTo>
                    <a:pt x="1054507" y="4835949"/>
                  </a:lnTo>
                  <a:lnTo>
                    <a:pt x="1054601" y="4835949"/>
                  </a:lnTo>
                  <a:lnTo>
                    <a:pt x="1054695" y="4835949"/>
                  </a:lnTo>
                  <a:lnTo>
                    <a:pt x="1054789" y="4835949"/>
                  </a:lnTo>
                  <a:lnTo>
                    <a:pt x="1054883" y="4835949"/>
                  </a:lnTo>
                  <a:lnTo>
                    <a:pt x="1054977" y="4835949"/>
                  </a:lnTo>
                  <a:lnTo>
                    <a:pt x="1055071" y="4835949"/>
                  </a:lnTo>
                  <a:lnTo>
                    <a:pt x="1055165" y="4835949"/>
                  </a:lnTo>
                  <a:lnTo>
                    <a:pt x="1055259" y="4835949"/>
                  </a:lnTo>
                  <a:lnTo>
                    <a:pt x="1055353" y="4835949"/>
                  </a:lnTo>
                  <a:lnTo>
                    <a:pt x="1055447" y="4835949"/>
                  </a:lnTo>
                  <a:lnTo>
                    <a:pt x="1055541" y="4835949"/>
                  </a:lnTo>
                  <a:lnTo>
                    <a:pt x="1055635" y="4835949"/>
                  </a:lnTo>
                  <a:lnTo>
                    <a:pt x="1055729" y="4835949"/>
                  </a:lnTo>
                  <a:lnTo>
                    <a:pt x="1055823" y="4835949"/>
                  </a:lnTo>
                  <a:lnTo>
                    <a:pt x="1055823" y="4830670"/>
                  </a:lnTo>
                  <a:lnTo>
                    <a:pt x="1055917" y="4830670"/>
                  </a:lnTo>
                  <a:lnTo>
                    <a:pt x="1056011" y="4830670"/>
                  </a:lnTo>
                  <a:lnTo>
                    <a:pt x="1056105" y="4830670"/>
                  </a:lnTo>
                  <a:lnTo>
                    <a:pt x="1056200" y="4830670"/>
                  </a:lnTo>
                  <a:lnTo>
                    <a:pt x="1056294" y="4830670"/>
                  </a:lnTo>
                  <a:lnTo>
                    <a:pt x="1056388" y="4830670"/>
                  </a:lnTo>
                  <a:lnTo>
                    <a:pt x="1056482" y="4830670"/>
                  </a:lnTo>
                  <a:lnTo>
                    <a:pt x="1056576" y="4830670"/>
                  </a:lnTo>
                  <a:lnTo>
                    <a:pt x="1056670" y="4830670"/>
                  </a:lnTo>
                  <a:lnTo>
                    <a:pt x="1056764" y="4830670"/>
                  </a:lnTo>
                  <a:lnTo>
                    <a:pt x="1056858" y="4830670"/>
                  </a:lnTo>
                  <a:lnTo>
                    <a:pt x="1056952" y="4830670"/>
                  </a:lnTo>
                  <a:lnTo>
                    <a:pt x="1057046" y="4830670"/>
                  </a:lnTo>
                  <a:lnTo>
                    <a:pt x="1057140" y="4830670"/>
                  </a:lnTo>
                  <a:lnTo>
                    <a:pt x="1057234" y="4830670"/>
                  </a:lnTo>
                  <a:lnTo>
                    <a:pt x="1057328" y="4830670"/>
                  </a:lnTo>
                  <a:lnTo>
                    <a:pt x="1057422" y="4830670"/>
                  </a:lnTo>
                  <a:lnTo>
                    <a:pt x="1057516" y="4830670"/>
                  </a:lnTo>
                  <a:lnTo>
                    <a:pt x="1057610" y="4830670"/>
                  </a:lnTo>
                  <a:lnTo>
                    <a:pt x="1057704" y="4830670"/>
                  </a:lnTo>
                  <a:lnTo>
                    <a:pt x="1057798" y="4830670"/>
                  </a:lnTo>
                  <a:lnTo>
                    <a:pt x="1057892" y="4830670"/>
                  </a:lnTo>
                  <a:lnTo>
                    <a:pt x="1057986" y="4830670"/>
                  </a:lnTo>
                  <a:lnTo>
                    <a:pt x="1058080" y="4830670"/>
                  </a:lnTo>
                  <a:lnTo>
                    <a:pt x="1058174" y="4830670"/>
                  </a:lnTo>
                  <a:lnTo>
                    <a:pt x="1058174" y="4825391"/>
                  </a:lnTo>
                  <a:lnTo>
                    <a:pt x="1058268" y="4825391"/>
                  </a:lnTo>
                  <a:lnTo>
                    <a:pt x="1058362" y="4825391"/>
                  </a:lnTo>
                  <a:lnTo>
                    <a:pt x="1058456" y="4825391"/>
                  </a:lnTo>
                  <a:lnTo>
                    <a:pt x="1058550" y="4825391"/>
                  </a:lnTo>
                  <a:lnTo>
                    <a:pt x="1058644" y="4825391"/>
                  </a:lnTo>
                  <a:lnTo>
                    <a:pt x="1058738" y="4825391"/>
                  </a:lnTo>
                  <a:lnTo>
                    <a:pt x="1058832" y="4825391"/>
                  </a:lnTo>
                  <a:lnTo>
                    <a:pt x="1058926" y="4825391"/>
                  </a:lnTo>
                  <a:lnTo>
                    <a:pt x="1059020" y="4825391"/>
                  </a:lnTo>
                  <a:lnTo>
                    <a:pt x="1059114" y="4825391"/>
                  </a:lnTo>
                  <a:lnTo>
                    <a:pt x="1059208" y="4825391"/>
                  </a:lnTo>
                  <a:lnTo>
                    <a:pt x="1059302" y="4825391"/>
                  </a:lnTo>
                  <a:lnTo>
                    <a:pt x="1059396" y="4825391"/>
                  </a:lnTo>
                  <a:lnTo>
                    <a:pt x="1059490" y="4825391"/>
                  </a:lnTo>
                  <a:lnTo>
                    <a:pt x="1059584" y="4825391"/>
                  </a:lnTo>
                  <a:lnTo>
                    <a:pt x="1059678" y="4825391"/>
                  </a:lnTo>
                  <a:lnTo>
                    <a:pt x="1059773" y="4825391"/>
                  </a:lnTo>
                  <a:lnTo>
                    <a:pt x="1059867" y="4825391"/>
                  </a:lnTo>
                  <a:lnTo>
                    <a:pt x="1059961" y="4825391"/>
                  </a:lnTo>
                  <a:lnTo>
                    <a:pt x="1060055" y="4825391"/>
                  </a:lnTo>
                  <a:lnTo>
                    <a:pt x="1060055" y="4820111"/>
                  </a:lnTo>
                  <a:lnTo>
                    <a:pt x="1060149" y="4820111"/>
                  </a:lnTo>
                  <a:lnTo>
                    <a:pt x="1060149" y="4814832"/>
                  </a:lnTo>
                  <a:lnTo>
                    <a:pt x="1060243" y="4814832"/>
                  </a:lnTo>
                  <a:lnTo>
                    <a:pt x="1060337" y="4814832"/>
                  </a:lnTo>
                  <a:lnTo>
                    <a:pt x="1060431" y="4814832"/>
                  </a:lnTo>
                  <a:lnTo>
                    <a:pt x="1060525" y="4814832"/>
                  </a:lnTo>
                  <a:lnTo>
                    <a:pt x="1060619" y="4814832"/>
                  </a:lnTo>
                  <a:lnTo>
                    <a:pt x="1060713" y="4814832"/>
                  </a:lnTo>
                  <a:lnTo>
                    <a:pt x="1060807" y="4814832"/>
                  </a:lnTo>
                  <a:lnTo>
                    <a:pt x="1060901" y="4814832"/>
                  </a:lnTo>
                  <a:lnTo>
                    <a:pt x="1060995" y="4814832"/>
                  </a:lnTo>
                  <a:lnTo>
                    <a:pt x="1061089" y="4814832"/>
                  </a:lnTo>
                  <a:lnTo>
                    <a:pt x="1061183" y="4814832"/>
                  </a:lnTo>
                  <a:lnTo>
                    <a:pt x="1061277" y="4814832"/>
                  </a:lnTo>
                  <a:lnTo>
                    <a:pt x="1061371" y="4814832"/>
                  </a:lnTo>
                  <a:lnTo>
                    <a:pt x="1061465" y="4814832"/>
                  </a:lnTo>
                  <a:lnTo>
                    <a:pt x="1061559" y="4814832"/>
                  </a:lnTo>
                  <a:lnTo>
                    <a:pt x="1061653" y="4814832"/>
                  </a:lnTo>
                  <a:lnTo>
                    <a:pt x="1061747" y="4814832"/>
                  </a:lnTo>
                  <a:lnTo>
                    <a:pt x="1061841" y="4814832"/>
                  </a:lnTo>
                  <a:lnTo>
                    <a:pt x="1061935" y="4814832"/>
                  </a:lnTo>
                  <a:lnTo>
                    <a:pt x="1062029" y="4814832"/>
                  </a:lnTo>
                  <a:lnTo>
                    <a:pt x="1062123" y="4814832"/>
                  </a:lnTo>
                  <a:lnTo>
                    <a:pt x="1062217" y="4814832"/>
                  </a:lnTo>
                  <a:lnTo>
                    <a:pt x="1062311" y="4814832"/>
                  </a:lnTo>
                  <a:lnTo>
                    <a:pt x="1062405" y="4814832"/>
                  </a:lnTo>
                  <a:lnTo>
                    <a:pt x="1062499" y="4814832"/>
                  </a:lnTo>
                  <a:lnTo>
                    <a:pt x="1062593" y="4814832"/>
                  </a:lnTo>
                  <a:lnTo>
                    <a:pt x="1062687" y="4814832"/>
                  </a:lnTo>
                  <a:lnTo>
                    <a:pt x="1062781" y="4814832"/>
                  </a:lnTo>
                  <a:lnTo>
                    <a:pt x="1062875" y="4814832"/>
                  </a:lnTo>
                  <a:lnTo>
                    <a:pt x="1062969" y="4814832"/>
                  </a:lnTo>
                  <a:lnTo>
                    <a:pt x="1063063" y="4814832"/>
                  </a:lnTo>
                  <a:lnTo>
                    <a:pt x="1063157" y="4814832"/>
                  </a:lnTo>
                  <a:lnTo>
                    <a:pt x="1063157" y="4809552"/>
                  </a:lnTo>
                  <a:lnTo>
                    <a:pt x="1063252" y="4809552"/>
                  </a:lnTo>
                  <a:lnTo>
                    <a:pt x="1063346" y="4809552"/>
                  </a:lnTo>
                  <a:lnTo>
                    <a:pt x="1063440" y="4809552"/>
                  </a:lnTo>
                  <a:lnTo>
                    <a:pt x="1063534" y="4809552"/>
                  </a:lnTo>
                  <a:lnTo>
                    <a:pt x="1063628" y="4809552"/>
                  </a:lnTo>
                  <a:lnTo>
                    <a:pt x="1063722" y="4809552"/>
                  </a:lnTo>
                  <a:lnTo>
                    <a:pt x="1063816" y="4809552"/>
                  </a:lnTo>
                  <a:lnTo>
                    <a:pt x="1063910" y="4809552"/>
                  </a:lnTo>
                  <a:lnTo>
                    <a:pt x="1064004" y="4809552"/>
                  </a:lnTo>
                  <a:lnTo>
                    <a:pt x="1064098" y="4809552"/>
                  </a:lnTo>
                  <a:lnTo>
                    <a:pt x="1064192" y="4809552"/>
                  </a:lnTo>
                  <a:lnTo>
                    <a:pt x="1064286" y="4809552"/>
                  </a:lnTo>
                  <a:lnTo>
                    <a:pt x="1064380" y="4809552"/>
                  </a:lnTo>
                  <a:lnTo>
                    <a:pt x="1064474" y="4809552"/>
                  </a:lnTo>
                  <a:lnTo>
                    <a:pt x="1064568" y="4809552"/>
                  </a:lnTo>
                  <a:lnTo>
                    <a:pt x="1064662" y="4809552"/>
                  </a:lnTo>
                  <a:lnTo>
                    <a:pt x="1064756" y="4809552"/>
                  </a:lnTo>
                  <a:lnTo>
                    <a:pt x="1064850" y="4809552"/>
                  </a:lnTo>
                  <a:lnTo>
                    <a:pt x="1064944" y="4809552"/>
                  </a:lnTo>
                  <a:lnTo>
                    <a:pt x="1065038" y="4809552"/>
                  </a:lnTo>
                  <a:lnTo>
                    <a:pt x="1065132" y="4809552"/>
                  </a:lnTo>
                  <a:lnTo>
                    <a:pt x="1065226" y="4809552"/>
                  </a:lnTo>
                  <a:lnTo>
                    <a:pt x="1065320" y="4809552"/>
                  </a:lnTo>
                  <a:lnTo>
                    <a:pt x="1065414" y="4809552"/>
                  </a:lnTo>
                  <a:lnTo>
                    <a:pt x="1065508" y="4809552"/>
                  </a:lnTo>
                  <a:lnTo>
                    <a:pt x="1065602" y="4809552"/>
                  </a:lnTo>
                  <a:lnTo>
                    <a:pt x="1065696" y="4809552"/>
                  </a:lnTo>
                  <a:lnTo>
                    <a:pt x="1065790" y="4809552"/>
                  </a:lnTo>
                  <a:lnTo>
                    <a:pt x="1065884" y="4809552"/>
                  </a:lnTo>
                  <a:lnTo>
                    <a:pt x="1065978" y="4809552"/>
                  </a:lnTo>
                  <a:lnTo>
                    <a:pt x="1066072" y="4809552"/>
                  </a:lnTo>
                  <a:lnTo>
                    <a:pt x="1066166" y="4809552"/>
                  </a:lnTo>
                  <a:lnTo>
                    <a:pt x="1066260" y="4809552"/>
                  </a:lnTo>
                  <a:lnTo>
                    <a:pt x="1066354" y="4809552"/>
                  </a:lnTo>
                  <a:lnTo>
                    <a:pt x="1066448" y="4809552"/>
                  </a:lnTo>
                  <a:lnTo>
                    <a:pt x="1066542" y="4809552"/>
                  </a:lnTo>
                  <a:lnTo>
                    <a:pt x="1066636" y="4809552"/>
                  </a:lnTo>
                  <a:lnTo>
                    <a:pt x="1066730" y="4809552"/>
                  </a:lnTo>
                  <a:lnTo>
                    <a:pt x="1066825" y="4809552"/>
                  </a:lnTo>
                  <a:lnTo>
                    <a:pt x="1066919" y="4809552"/>
                  </a:lnTo>
                  <a:lnTo>
                    <a:pt x="1067013" y="4809552"/>
                  </a:lnTo>
                  <a:lnTo>
                    <a:pt x="1067107" y="4809552"/>
                  </a:lnTo>
                  <a:lnTo>
                    <a:pt x="1067201" y="4809552"/>
                  </a:lnTo>
                  <a:lnTo>
                    <a:pt x="1067295" y="4809552"/>
                  </a:lnTo>
                  <a:lnTo>
                    <a:pt x="1067389" y="4809552"/>
                  </a:lnTo>
                  <a:lnTo>
                    <a:pt x="1067483" y="4809552"/>
                  </a:lnTo>
                  <a:lnTo>
                    <a:pt x="1067577" y="4809552"/>
                  </a:lnTo>
                  <a:lnTo>
                    <a:pt x="1067671" y="4809552"/>
                  </a:lnTo>
                  <a:lnTo>
                    <a:pt x="1067765" y="4809552"/>
                  </a:lnTo>
                  <a:lnTo>
                    <a:pt x="1067859" y="4809552"/>
                  </a:lnTo>
                  <a:lnTo>
                    <a:pt x="1067953" y="4809552"/>
                  </a:lnTo>
                  <a:lnTo>
                    <a:pt x="1068047" y="4809552"/>
                  </a:lnTo>
                  <a:lnTo>
                    <a:pt x="1068141" y="4809552"/>
                  </a:lnTo>
                  <a:lnTo>
                    <a:pt x="1068235" y="4809552"/>
                  </a:lnTo>
                  <a:lnTo>
                    <a:pt x="1068235" y="4804273"/>
                  </a:lnTo>
                  <a:lnTo>
                    <a:pt x="1068329" y="4804273"/>
                  </a:lnTo>
                  <a:lnTo>
                    <a:pt x="1068423" y="4804273"/>
                  </a:lnTo>
                  <a:lnTo>
                    <a:pt x="1068517" y="4804273"/>
                  </a:lnTo>
                  <a:lnTo>
                    <a:pt x="1068611" y="4804273"/>
                  </a:lnTo>
                  <a:lnTo>
                    <a:pt x="1068705" y="4804273"/>
                  </a:lnTo>
                  <a:lnTo>
                    <a:pt x="1068799" y="4804273"/>
                  </a:lnTo>
                  <a:lnTo>
                    <a:pt x="1068893" y="4804273"/>
                  </a:lnTo>
                  <a:lnTo>
                    <a:pt x="1068987" y="4804273"/>
                  </a:lnTo>
                  <a:lnTo>
                    <a:pt x="1069081" y="4804273"/>
                  </a:lnTo>
                  <a:lnTo>
                    <a:pt x="1069175" y="4804273"/>
                  </a:lnTo>
                  <a:lnTo>
                    <a:pt x="1069269" y="4804273"/>
                  </a:lnTo>
                  <a:lnTo>
                    <a:pt x="1069363" y="4804273"/>
                  </a:lnTo>
                  <a:lnTo>
                    <a:pt x="1069457" y="4804273"/>
                  </a:lnTo>
                  <a:lnTo>
                    <a:pt x="1069551" y="4804273"/>
                  </a:lnTo>
                  <a:lnTo>
                    <a:pt x="1069645" y="4804273"/>
                  </a:lnTo>
                  <a:lnTo>
                    <a:pt x="1069739" y="4804273"/>
                  </a:lnTo>
                  <a:lnTo>
                    <a:pt x="1069833" y="4804273"/>
                  </a:lnTo>
                  <a:lnTo>
                    <a:pt x="1069927" y="4804273"/>
                  </a:lnTo>
                  <a:lnTo>
                    <a:pt x="1070021" y="4804273"/>
                  </a:lnTo>
                  <a:lnTo>
                    <a:pt x="1070115" y="4804273"/>
                  </a:lnTo>
                  <a:lnTo>
                    <a:pt x="1070209" y="4804273"/>
                  </a:lnTo>
                  <a:lnTo>
                    <a:pt x="1070303" y="4804273"/>
                  </a:lnTo>
                  <a:lnTo>
                    <a:pt x="1070398" y="4804273"/>
                  </a:lnTo>
                  <a:lnTo>
                    <a:pt x="1070492" y="4804273"/>
                  </a:lnTo>
                  <a:lnTo>
                    <a:pt x="1070586" y="4804273"/>
                  </a:lnTo>
                  <a:lnTo>
                    <a:pt x="1070680" y="4804273"/>
                  </a:lnTo>
                  <a:lnTo>
                    <a:pt x="1070774" y="4804273"/>
                  </a:lnTo>
                  <a:lnTo>
                    <a:pt x="1070868" y="4804273"/>
                  </a:lnTo>
                  <a:lnTo>
                    <a:pt x="1070962" y="4804273"/>
                  </a:lnTo>
                  <a:lnTo>
                    <a:pt x="1071056" y="4804273"/>
                  </a:lnTo>
                  <a:lnTo>
                    <a:pt x="1071150" y="4804273"/>
                  </a:lnTo>
                  <a:lnTo>
                    <a:pt x="1071244" y="4804273"/>
                  </a:lnTo>
                  <a:lnTo>
                    <a:pt x="1071338" y="4804273"/>
                  </a:lnTo>
                  <a:lnTo>
                    <a:pt x="1071432" y="4804273"/>
                  </a:lnTo>
                  <a:lnTo>
                    <a:pt x="1071526" y="4804273"/>
                  </a:lnTo>
                  <a:lnTo>
                    <a:pt x="1071620" y="4804273"/>
                  </a:lnTo>
                  <a:lnTo>
                    <a:pt x="1071714" y="4804273"/>
                  </a:lnTo>
                  <a:lnTo>
                    <a:pt x="1071808" y="4804273"/>
                  </a:lnTo>
                  <a:lnTo>
                    <a:pt x="1071902" y="4804273"/>
                  </a:lnTo>
                  <a:lnTo>
                    <a:pt x="1071996" y="4804273"/>
                  </a:lnTo>
                  <a:lnTo>
                    <a:pt x="1071996" y="4798993"/>
                  </a:lnTo>
                  <a:lnTo>
                    <a:pt x="1072090" y="4798993"/>
                  </a:lnTo>
                  <a:lnTo>
                    <a:pt x="1072184" y="4798993"/>
                  </a:lnTo>
                  <a:lnTo>
                    <a:pt x="1072278" y="4798993"/>
                  </a:lnTo>
                  <a:lnTo>
                    <a:pt x="1072372" y="4798993"/>
                  </a:lnTo>
                  <a:lnTo>
                    <a:pt x="1072466" y="4798993"/>
                  </a:lnTo>
                  <a:lnTo>
                    <a:pt x="1072560" y="4798993"/>
                  </a:lnTo>
                  <a:lnTo>
                    <a:pt x="1072654" y="4798993"/>
                  </a:lnTo>
                  <a:lnTo>
                    <a:pt x="1072748" y="4798993"/>
                  </a:lnTo>
                  <a:lnTo>
                    <a:pt x="1072842" y="4798993"/>
                  </a:lnTo>
                  <a:lnTo>
                    <a:pt x="1072936" y="4798993"/>
                  </a:lnTo>
                  <a:lnTo>
                    <a:pt x="1073030" y="4798993"/>
                  </a:lnTo>
                  <a:lnTo>
                    <a:pt x="1073124" y="4798993"/>
                  </a:lnTo>
                  <a:lnTo>
                    <a:pt x="1073218" y="4798993"/>
                  </a:lnTo>
                  <a:lnTo>
                    <a:pt x="1073312" y="4798993"/>
                  </a:lnTo>
                  <a:lnTo>
                    <a:pt x="1073406" y="4798993"/>
                  </a:lnTo>
                  <a:lnTo>
                    <a:pt x="1073500" y="4798993"/>
                  </a:lnTo>
                  <a:lnTo>
                    <a:pt x="1073594" y="4798993"/>
                  </a:lnTo>
                  <a:lnTo>
                    <a:pt x="1073688" y="4798993"/>
                  </a:lnTo>
                  <a:lnTo>
                    <a:pt x="1073782" y="4798993"/>
                  </a:lnTo>
                  <a:lnTo>
                    <a:pt x="1073876" y="4798993"/>
                  </a:lnTo>
                  <a:lnTo>
                    <a:pt x="1073971" y="4798993"/>
                  </a:lnTo>
                  <a:lnTo>
                    <a:pt x="1074065" y="4798993"/>
                  </a:lnTo>
                  <a:lnTo>
                    <a:pt x="1074159" y="4798993"/>
                  </a:lnTo>
                  <a:lnTo>
                    <a:pt x="1074253" y="4798993"/>
                  </a:lnTo>
                  <a:lnTo>
                    <a:pt x="1074347" y="4798993"/>
                  </a:lnTo>
                  <a:lnTo>
                    <a:pt x="1074441" y="4798993"/>
                  </a:lnTo>
                  <a:lnTo>
                    <a:pt x="1074535" y="4798993"/>
                  </a:lnTo>
                  <a:lnTo>
                    <a:pt x="1074629" y="4798993"/>
                  </a:lnTo>
                  <a:lnTo>
                    <a:pt x="1074723" y="4798993"/>
                  </a:lnTo>
                  <a:lnTo>
                    <a:pt x="1074817" y="4798993"/>
                  </a:lnTo>
                  <a:lnTo>
                    <a:pt x="1074911" y="4798993"/>
                  </a:lnTo>
                  <a:lnTo>
                    <a:pt x="1075005" y="4798993"/>
                  </a:lnTo>
                  <a:lnTo>
                    <a:pt x="1075099" y="4798993"/>
                  </a:lnTo>
                  <a:lnTo>
                    <a:pt x="1075193" y="4798993"/>
                  </a:lnTo>
                  <a:lnTo>
                    <a:pt x="1075287" y="4798993"/>
                  </a:lnTo>
                  <a:lnTo>
                    <a:pt x="1075381" y="4798993"/>
                  </a:lnTo>
                  <a:lnTo>
                    <a:pt x="1075475" y="4798993"/>
                  </a:lnTo>
                  <a:lnTo>
                    <a:pt x="1075569" y="4798993"/>
                  </a:lnTo>
                  <a:lnTo>
                    <a:pt x="1075663" y="4798993"/>
                  </a:lnTo>
                  <a:lnTo>
                    <a:pt x="1075757" y="4798993"/>
                  </a:lnTo>
                  <a:lnTo>
                    <a:pt x="1075851" y="4798993"/>
                  </a:lnTo>
                  <a:lnTo>
                    <a:pt x="1075945" y="4798993"/>
                  </a:lnTo>
                  <a:lnTo>
                    <a:pt x="1076039" y="4798993"/>
                  </a:lnTo>
                  <a:lnTo>
                    <a:pt x="1076133" y="4798993"/>
                  </a:lnTo>
                  <a:lnTo>
                    <a:pt x="1076227" y="4798993"/>
                  </a:lnTo>
                  <a:lnTo>
                    <a:pt x="1076321" y="4798993"/>
                  </a:lnTo>
                  <a:lnTo>
                    <a:pt x="1076415" y="4798993"/>
                  </a:lnTo>
                  <a:lnTo>
                    <a:pt x="1076509" y="4798993"/>
                  </a:lnTo>
                  <a:lnTo>
                    <a:pt x="1076603" y="4798993"/>
                  </a:lnTo>
                  <a:lnTo>
                    <a:pt x="1076697" y="4798993"/>
                  </a:lnTo>
                  <a:lnTo>
                    <a:pt x="1076791" y="4798993"/>
                  </a:lnTo>
                  <a:lnTo>
                    <a:pt x="1076885" y="4798993"/>
                  </a:lnTo>
                  <a:lnTo>
                    <a:pt x="1076979" y="4798993"/>
                  </a:lnTo>
                  <a:lnTo>
                    <a:pt x="1077073" y="4798993"/>
                  </a:lnTo>
                  <a:lnTo>
                    <a:pt x="1077167" y="4798993"/>
                  </a:lnTo>
                  <a:lnTo>
                    <a:pt x="1077261" y="4798993"/>
                  </a:lnTo>
                  <a:lnTo>
                    <a:pt x="1077355" y="4798993"/>
                  </a:lnTo>
                  <a:lnTo>
                    <a:pt x="1077450" y="4798993"/>
                  </a:lnTo>
                  <a:lnTo>
                    <a:pt x="1077544" y="4798993"/>
                  </a:lnTo>
                  <a:lnTo>
                    <a:pt x="1077638" y="4798993"/>
                  </a:lnTo>
                  <a:lnTo>
                    <a:pt x="1077732" y="4798993"/>
                  </a:lnTo>
                  <a:lnTo>
                    <a:pt x="1077826" y="4798993"/>
                  </a:lnTo>
                  <a:lnTo>
                    <a:pt x="1077920" y="4798993"/>
                  </a:lnTo>
                  <a:lnTo>
                    <a:pt x="1078014" y="4798993"/>
                  </a:lnTo>
                  <a:lnTo>
                    <a:pt x="1078108" y="4798993"/>
                  </a:lnTo>
                  <a:lnTo>
                    <a:pt x="1078202" y="4798993"/>
                  </a:lnTo>
                  <a:lnTo>
                    <a:pt x="1078296" y="4798993"/>
                  </a:lnTo>
                  <a:lnTo>
                    <a:pt x="1078390" y="4798993"/>
                  </a:lnTo>
                  <a:lnTo>
                    <a:pt x="1078484" y="4798993"/>
                  </a:lnTo>
                  <a:lnTo>
                    <a:pt x="1078578" y="4798993"/>
                  </a:lnTo>
                  <a:lnTo>
                    <a:pt x="1078672" y="4798993"/>
                  </a:lnTo>
                  <a:lnTo>
                    <a:pt x="1078766" y="4798993"/>
                  </a:lnTo>
                  <a:lnTo>
                    <a:pt x="1078860" y="4798993"/>
                  </a:lnTo>
                  <a:lnTo>
                    <a:pt x="1078954" y="4798993"/>
                  </a:lnTo>
                  <a:lnTo>
                    <a:pt x="1079048" y="4798993"/>
                  </a:lnTo>
                  <a:lnTo>
                    <a:pt x="1079142" y="4798993"/>
                  </a:lnTo>
                  <a:lnTo>
                    <a:pt x="1079236" y="4798993"/>
                  </a:lnTo>
                  <a:lnTo>
                    <a:pt x="1079330" y="4798993"/>
                  </a:lnTo>
                  <a:lnTo>
                    <a:pt x="1079424" y="4798993"/>
                  </a:lnTo>
                  <a:lnTo>
                    <a:pt x="1079518" y="4798993"/>
                  </a:lnTo>
                  <a:lnTo>
                    <a:pt x="1079612" y="4798993"/>
                  </a:lnTo>
                  <a:lnTo>
                    <a:pt x="1079706" y="4798993"/>
                  </a:lnTo>
                  <a:lnTo>
                    <a:pt x="1079800" y="4798993"/>
                  </a:lnTo>
                  <a:lnTo>
                    <a:pt x="1079894" y="4798993"/>
                  </a:lnTo>
                  <a:lnTo>
                    <a:pt x="1079988" y="4798993"/>
                  </a:lnTo>
                  <a:lnTo>
                    <a:pt x="1080082" y="4798993"/>
                  </a:lnTo>
                  <a:lnTo>
                    <a:pt x="1080176" y="4798993"/>
                  </a:lnTo>
                  <a:lnTo>
                    <a:pt x="1080270" y="4798993"/>
                  </a:lnTo>
                  <a:lnTo>
                    <a:pt x="1080364" y="4798993"/>
                  </a:lnTo>
                  <a:lnTo>
                    <a:pt x="1080458" y="4798993"/>
                  </a:lnTo>
                  <a:lnTo>
                    <a:pt x="1080552" y="4798993"/>
                  </a:lnTo>
                  <a:lnTo>
                    <a:pt x="1080646" y="4798993"/>
                  </a:lnTo>
                  <a:lnTo>
                    <a:pt x="1080740" y="4798993"/>
                  </a:lnTo>
                  <a:lnTo>
                    <a:pt x="1080834" y="4798993"/>
                  </a:lnTo>
                  <a:lnTo>
                    <a:pt x="1080928" y="4798993"/>
                  </a:lnTo>
                  <a:lnTo>
                    <a:pt x="1081023" y="4798993"/>
                  </a:lnTo>
                  <a:lnTo>
                    <a:pt x="1081117" y="4798993"/>
                  </a:lnTo>
                  <a:lnTo>
                    <a:pt x="1081211" y="4798993"/>
                  </a:lnTo>
                  <a:lnTo>
                    <a:pt x="1081305" y="4798993"/>
                  </a:lnTo>
                  <a:lnTo>
                    <a:pt x="1081399" y="4798993"/>
                  </a:lnTo>
                  <a:lnTo>
                    <a:pt x="1081493" y="4798993"/>
                  </a:lnTo>
                  <a:lnTo>
                    <a:pt x="1081587" y="4798993"/>
                  </a:lnTo>
                  <a:lnTo>
                    <a:pt x="1081587" y="4793714"/>
                  </a:lnTo>
                  <a:lnTo>
                    <a:pt x="1081681" y="4793714"/>
                  </a:lnTo>
                  <a:lnTo>
                    <a:pt x="1081775" y="4793714"/>
                  </a:lnTo>
                  <a:lnTo>
                    <a:pt x="1081869" y="4793714"/>
                  </a:lnTo>
                  <a:lnTo>
                    <a:pt x="1081963" y="4793714"/>
                  </a:lnTo>
                  <a:lnTo>
                    <a:pt x="1082057" y="4793714"/>
                  </a:lnTo>
                  <a:lnTo>
                    <a:pt x="1082151" y="4793714"/>
                  </a:lnTo>
                  <a:lnTo>
                    <a:pt x="1082245" y="4793714"/>
                  </a:lnTo>
                  <a:lnTo>
                    <a:pt x="1082339" y="4793714"/>
                  </a:lnTo>
                  <a:lnTo>
                    <a:pt x="1082433" y="4793714"/>
                  </a:lnTo>
                  <a:lnTo>
                    <a:pt x="1082527" y="4793714"/>
                  </a:lnTo>
                  <a:lnTo>
                    <a:pt x="1082621" y="4793714"/>
                  </a:lnTo>
                  <a:lnTo>
                    <a:pt x="1082715" y="4793714"/>
                  </a:lnTo>
                  <a:lnTo>
                    <a:pt x="1082809" y="4793714"/>
                  </a:lnTo>
                  <a:lnTo>
                    <a:pt x="1082903" y="4793714"/>
                  </a:lnTo>
                  <a:lnTo>
                    <a:pt x="1082997" y="4793714"/>
                  </a:lnTo>
                  <a:lnTo>
                    <a:pt x="1083091" y="4793714"/>
                  </a:lnTo>
                  <a:lnTo>
                    <a:pt x="1083185" y="4793714"/>
                  </a:lnTo>
                  <a:lnTo>
                    <a:pt x="1083279" y="4793714"/>
                  </a:lnTo>
                  <a:lnTo>
                    <a:pt x="1083373" y="4793714"/>
                  </a:lnTo>
                  <a:lnTo>
                    <a:pt x="1083467" y="4793714"/>
                  </a:lnTo>
                  <a:lnTo>
                    <a:pt x="1083561" y="4793714"/>
                  </a:lnTo>
                  <a:lnTo>
                    <a:pt x="1083655" y="4793714"/>
                  </a:lnTo>
                  <a:lnTo>
                    <a:pt x="1083749" y="4793714"/>
                  </a:lnTo>
                  <a:lnTo>
                    <a:pt x="1083843" y="4793714"/>
                  </a:lnTo>
                  <a:lnTo>
                    <a:pt x="1083937" y="4793714"/>
                  </a:lnTo>
                  <a:lnTo>
                    <a:pt x="1084031" y="4793714"/>
                  </a:lnTo>
                  <a:lnTo>
                    <a:pt x="1084125" y="4793714"/>
                  </a:lnTo>
                  <a:lnTo>
                    <a:pt x="1084219" y="4793714"/>
                  </a:lnTo>
                  <a:lnTo>
                    <a:pt x="1084313" y="4793714"/>
                  </a:lnTo>
                  <a:lnTo>
                    <a:pt x="1084407" y="4793714"/>
                  </a:lnTo>
                  <a:lnTo>
                    <a:pt x="1084501" y="4793714"/>
                  </a:lnTo>
                  <a:lnTo>
                    <a:pt x="1084596" y="4793714"/>
                  </a:lnTo>
                  <a:lnTo>
                    <a:pt x="1084690" y="4793714"/>
                  </a:lnTo>
                  <a:lnTo>
                    <a:pt x="1084784" y="4793714"/>
                  </a:lnTo>
                  <a:lnTo>
                    <a:pt x="1084878" y="4793714"/>
                  </a:lnTo>
                  <a:lnTo>
                    <a:pt x="1084972" y="4793714"/>
                  </a:lnTo>
                  <a:lnTo>
                    <a:pt x="1085066" y="4793714"/>
                  </a:lnTo>
                  <a:lnTo>
                    <a:pt x="1085160" y="4793714"/>
                  </a:lnTo>
                  <a:lnTo>
                    <a:pt x="1085254" y="4793714"/>
                  </a:lnTo>
                  <a:lnTo>
                    <a:pt x="1085348" y="4793714"/>
                  </a:lnTo>
                  <a:lnTo>
                    <a:pt x="1085442" y="4793714"/>
                  </a:lnTo>
                  <a:lnTo>
                    <a:pt x="1085536" y="4793714"/>
                  </a:lnTo>
                  <a:lnTo>
                    <a:pt x="1085630" y="4793714"/>
                  </a:lnTo>
                  <a:lnTo>
                    <a:pt x="1085724" y="4793714"/>
                  </a:lnTo>
                  <a:lnTo>
                    <a:pt x="1085818" y="4793714"/>
                  </a:lnTo>
                  <a:lnTo>
                    <a:pt x="1085818" y="4788435"/>
                  </a:lnTo>
                  <a:lnTo>
                    <a:pt x="1085912" y="4788435"/>
                  </a:lnTo>
                  <a:lnTo>
                    <a:pt x="1086006" y="4788435"/>
                  </a:lnTo>
                  <a:lnTo>
                    <a:pt x="1086100" y="4788435"/>
                  </a:lnTo>
                  <a:lnTo>
                    <a:pt x="1086194" y="4788435"/>
                  </a:lnTo>
                  <a:lnTo>
                    <a:pt x="1086288" y="4788435"/>
                  </a:lnTo>
                  <a:lnTo>
                    <a:pt x="1086382" y="4788435"/>
                  </a:lnTo>
                  <a:lnTo>
                    <a:pt x="1086476" y="4788435"/>
                  </a:lnTo>
                  <a:lnTo>
                    <a:pt x="1086570" y="4788435"/>
                  </a:lnTo>
                  <a:lnTo>
                    <a:pt x="1086664" y="4788435"/>
                  </a:lnTo>
                  <a:lnTo>
                    <a:pt x="1086758" y="4788435"/>
                  </a:lnTo>
                  <a:lnTo>
                    <a:pt x="1086852" y="4788435"/>
                  </a:lnTo>
                  <a:lnTo>
                    <a:pt x="1086852" y="4783155"/>
                  </a:lnTo>
                  <a:lnTo>
                    <a:pt x="1086946" y="4783155"/>
                  </a:lnTo>
                  <a:lnTo>
                    <a:pt x="1087040" y="4783155"/>
                  </a:lnTo>
                  <a:lnTo>
                    <a:pt x="1087134" y="4783155"/>
                  </a:lnTo>
                  <a:lnTo>
                    <a:pt x="1087228" y="4783155"/>
                  </a:lnTo>
                  <a:lnTo>
                    <a:pt x="1087322" y="4783155"/>
                  </a:lnTo>
                  <a:lnTo>
                    <a:pt x="1087416" y="4783155"/>
                  </a:lnTo>
                  <a:lnTo>
                    <a:pt x="1087510" y="4783155"/>
                  </a:lnTo>
                  <a:lnTo>
                    <a:pt x="1087604" y="4783155"/>
                  </a:lnTo>
                  <a:lnTo>
                    <a:pt x="1087698" y="4783155"/>
                  </a:lnTo>
                  <a:lnTo>
                    <a:pt x="1087792" y="4783155"/>
                  </a:lnTo>
                  <a:lnTo>
                    <a:pt x="1087886" y="4783155"/>
                  </a:lnTo>
                  <a:lnTo>
                    <a:pt x="1087980" y="4783155"/>
                  </a:lnTo>
                  <a:lnTo>
                    <a:pt x="1088075" y="4783155"/>
                  </a:lnTo>
                  <a:lnTo>
                    <a:pt x="1088169" y="4783155"/>
                  </a:lnTo>
                  <a:lnTo>
                    <a:pt x="1088263" y="4783155"/>
                  </a:lnTo>
                  <a:lnTo>
                    <a:pt x="1088357" y="4783155"/>
                  </a:lnTo>
                  <a:lnTo>
                    <a:pt x="1088451" y="4783155"/>
                  </a:lnTo>
                  <a:lnTo>
                    <a:pt x="1088545" y="4783155"/>
                  </a:lnTo>
                  <a:lnTo>
                    <a:pt x="1088639" y="4783155"/>
                  </a:lnTo>
                  <a:lnTo>
                    <a:pt x="1088733" y="4783155"/>
                  </a:lnTo>
                  <a:lnTo>
                    <a:pt x="1088827" y="4783155"/>
                  </a:lnTo>
                  <a:lnTo>
                    <a:pt x="1088921" y="4783155"/>
                  </a:lnTo>
                  <a:lnTo>
                    <a:pt x="1089015" y="4783155"/>
                  </a:lnTo>
                  <a:lnTo>
                    <a:pt x="1089109" y="4783155"/>
                  </a:lnTo>
                  <a:lnTo>
                    <a:pt x="1089203" y="4783155"/>
                  </a:lnTo>
                  <a:lnTo>
                    <a:pt x="1089297" y="4783155"/>
                  </a:lnTo>
                  <a:lnTo>
                    <a:pt x="1089391" y="4783155"/>
                  </a:lnTo>
                  <a:lnTo>
                    <a:pt x="1089485" y="4783155"/>
                  </a:lnTo>
                  <a:lnTo>
                    <a:pt x="1089579" y="4783155"/>
                  </a:lnTo>
                  <a:lnTo>
                    <a:pt x="1089673" y="4783155"/>
                  </a:lnTo>
                  <a:lnTo>
                    <a:pt x="1089767" y="4783155"/>
                  </a:lnTo>
                  <a:lnTo>
                    <a:pt x="1089861" y="4783155"/>
                  </a:lnTo>
                  <a:lnTo>
                    <a:pt x="1089955" y="4783155"/>
                  </a:lnTo>
                  <a:lnTo>
                    <a:pt x="1090049" y="4783155"/>
                  </a:lnTo>
                  <a:lnTo>
                    <a:pt x="1090049" y="4777876"/>
                  </a:lnTo>
                  <a:lnTo>
                    <a:pt x="1090143" y="4777876"/>
                  </a:lnTo>
                  <a:lnTo>
                    <a:pt x="1090237" y="4777876"/>
                  </a:lnTo>
                  <a:lnTo>
                    <a:pt x="1090331" y="4777876"/>
                  </a:lnTo>
                  <a:lnTo>
                    <a:pt x="1090425" y="4777876"/>
                  </a:lnTo>
                  <a:lnTo>
                    <a:pt x="1090519" y="4777876"/>
                  </a:lnTo>
                  <a:lnTo>
                    <a:pt x="1090613" y="4777876"/>
                  </a:lnTo>
                  <a:lnTo>
                    <a:pt x="1090707" y="4777876"/>
                  </a:lnTo>
                  <a:lnTo>
                    <a:pt x="1090801" y="4777876"/>
                  </a:lnTo>
                  <a:lnTo>
                    <a:pt x="1090895" y="4777876"/>
                  </a:lnTo>
                  <a:lnTo>
                    <a:pt x="1090989" y="4777876"/>
                  </a:lnTo>
                  <a:lnTo>
                    <a:pt x="1091083" y="4777876"/>
                  </a:lnTo>
                  <a:lnTo>
                    <a:pt x="1091177" y="4777876"/>
                  </a:lnTo>
                  <a:lnTo>
                    <a:pt x="1091271" y="4777876"/>
                  </a:lnTo>
                  <a:lnTo>
                    <a:pt x="1091365" y="4777876"/>
                  </a:lnTo>
                  <a:lnTo>
                    <a:pt x="1091459" y="4777876"/>
                  </a:lnTo>
                  <a:lnTo>
                    <a:pt x="1091553" y="4777876"/>
                  </a:lnTo>
                  <a:lnTo>
                    <a:pt x="1091648" y="4777876"/>
                  </a:lnTo>
                  <a:lnTo>
                    <a:pt x="1091742" y="4777876"/>
                  </a:lnTo>
                  <a:lnTo>
                    <a:pt x="1091836" y="4777876"/>
                  </a:lnTo>
                  <a:lnTo>
                    <a:pt x="1091930" y="4777876"/>
                  </a:lnTo>
                  <a:lnTo>
                    <a:pt x="1092024" y="4777876"/>
                  </a:lnTo>
                  <a:lnTo>
                    <a:pt x="1092118" y="4777876"/>
                  </a:lnTo>
                  <a:lnTo>
                    <a:pt x="1092212" y="4777876"/>
                  </a:lnTo>
                  <a:lnTo>
                    <a:pt x="1092306" y="4777876"/>
                  </a:lnTo>
                  <a:lnTo>
                    <a:pt x="1092400" y="4777876"/>
                  </a:lnTo>
                  <a:lnTo>
                    <a:pt x="1092494" y="4777876"/>
                  </a:lnTo>
                  <a:lnTo>
                    <a:pt x="1092588" y="4777876"/>
                  </a:lnTo>
                  <a:lnTo>
                    <a:pt x="1092682" y="4777876"/>
                  </a:lnTo>
                  <a:lnTo>
                    <a:pt x="1092776" y="4777876"/>
                  </a:lnTo>
                  <a:lnTo>
                    <a:pt x="1092870" y="4777876"/>
                  </a:lnTo>
                  <a:lnTo>
                    <a:pt x="1092964" y="4777876"/>
                  </a:lnTo>
                  <a:lnTo>
                    <a:pt x="1093058" y="4777876"/>
                  </a:lnTo>
                  <a:lnTo>
                    <a:pt x="1093152" y="4777876"/>
                  </a:lnTo>
                  <a:lnTo>
                    <a:pt x="1093246" y="4777876"/>
                  </a:lnTo>
                  <a:lnTo>
                    <a:pt x="1093340" y="4777876"/>
                  </a:lnTo>
                  <a:lnTo>
                    <a:pt x="1093434" y="4777876"/>
                  </a:lnTo>
                  <a:lnTo>
                    <a:pt x="1093528" y="4777876"/>
                  </a:lnTo>
                  <a:lnTo>
                    <a:pt x="1093622" y="4777876"/>
                  </a:lnTo>
                  <a:lnTo>
                    <a:pt x="1093716" y="4777876"/>
                  </a:lnTo>
                  <a:lnTo>
                    <a:pt x="1093810" y="4777876"/>
                  </a:lnTo>
                  <a:lnTo>
                    <a:pt x="1093904" y="4777876"/>
                  </a:lnTo>
                  <a:lnTo>
                    <a:pt x="1093998" y="4777876"/>
                  </a:lnTo>
                  <a:lnTo>
                    <a:pt x="1094092" y="4777876"/>
                  </a:lnTo>
                  <a:lnTo>
                    <a:pt x="1094186" y="4777876"/>
                  </a:lnTo>
                  <a:lnTo>
                    <a:pt x="1094280" y="4777876"/>
                  </a:lnTo>
                  <a:lnTo>
                    <a:pt x="1094374" y="4777876"/>
                  </a:lnTo>
                  <a:lnTo>
                    <a:pt x="1094468" y="4777876"/>
                  </a:lnTo>
                  <a:lnTo>
                    <a:pt x="1094562" y="4777876"/>
                  </a:lnTo>
                  <a:lnTo>
                    <a:pt x="1094656" y="4777876"/>
                  </a:lnTo>
                  <a:lnTo>
                    <a:pt x="1094750" y="4777876"/>
                  </a:lnTo>
                  <a:lnTo>
                    <a:pt x="1094844" y="4777876"/>
                  </a:lnTo>
                  <a:lnTo>
                    <a:pt x="1094938" y="4777876"/>
                  </a:lnTo>
                  <a:lnTo>
                    <a:pt x="1095032" y="4777876"/>
                  </a:lnTo>
                  <a:lnTo>
                    <a:pt x="1095126" y="4777876"/>
                  </a:lnTo>
                  <a:lnTo>
                    <a:pt x="1095221" y="4777876"/>
                  </a:lnTo>
                  <a:lnTo>
                    <a:pt x="1095221" y="4772596"/>
                  </a:lnTo>
                  <a:lnTo>
                    <a:pt x="1095315" y="4772596"/>
                  </a:lnTo>
                  <a:lnTo>
                    <a:pt x="1095409" y="4772596"/>
                  </a:lnTo>
                  <a:lnTo>
                    <a:pt x="1095503" y="4772596"/>
                  </a:lnTo>
                  <a:lnTo>
                    <a:pt x="1095597" y="4772596"/>
                  </a:lnTo>
                  <a:lnTo>
                    <a:pt x="1095691" y="4772596"/>
                  </a:lnTo>
                  <a:lnTo>
                    <a:pt x="1095785" y="4772596"/>
                  </a:lnTo>
                  <a:lnTo>
                    <a:pt x="1095879" y="4772596"/>
                  </a:lnTo>
                  <a:lnTo>
                    <a:pt x="1095973" y="4772596"/>
                  </a:lnTo>
                  <a:lnTo>
                    <a:pt x="1096067" y="4772596"/>
                  </a:lnTo>
                  <a:lnTo>
                    <a:pt x="1096161" y="4772596"/>
                  </a:lnTo>
                  <a:lnTo>
                    <a:pt x="1096255" y="4772596"/>
                  </a:lnTo>
                  <a:lnTo>
                    <a:pt x="1096349" y="4772596"/>
                  </a:lnTo>
                  <a:lnTo>
                    <a:pt x="1096443" y="4772596"/>
                  </a:lnTo>
                  <a:lnTo>
                    <a:pt x="1096537" y="4772596"/>
                  </a:lnTo>
                  <a:lnTo>
                    <a:pt x="1096631" y="4772596"/>
                  </a:lnTo>
                  <a:lnTo>
                    <a:pt x="1096725" y="4772596"/>
                  </a:lnTo>
                  <a:lnTo>
                    <a:pt x="1096819" y="4772596"/>
                  </a:lnTo>
                  <a:lnTo>
                    <a:pt x="1096913" y="4772596"/>
                  </a:lnTo>
                  <a:lnTo>
                    <a:pt x="1097007" y="4772596"/>
                  </a:lnTo>
                  <a:lnTo>
                    <a:pt x="1097101" y="4772596"/>
                  </a:lnTo>
                  <a:lnTo>
                    <a:pt x="1097195" y="4772596"/>
                  </a:lnTo>
                  <a:lnTo>
                    <a:pt x="1097289" y="4772596"/>
                  </a:lnTo>
                  <a:lnTo>
                    <a:pt x="1097383" y="4772596"/>
                  </a:lnTo>
                  <a:lnTo>
                    <a:pt x="1097477" y="4772596"/>
                  </a:lnTo>
                  <a:lnTo>
                    <a:pt x="1097571" y="4772596"/>
                  </a:lnTo>
                  <a:lnTo>
                    <a:pt x="1097665" y="4772596"/>
                  </a:lnTo>
                  <a:lnTo>
                    <a:pt x="1097759" y="4772596"/>
                  </a:lnTo>
                  <a:lnTo>
                    <a:pt x="1097853" y="4772596"/>
                  </a:lnTo>
                  <a:lnTo>
                    <a:pt x="1097947" y="4772596"/>
                  </a:lnTo>
                  <a:lnTo>
                    <a:pt x="1098041" y="4772596"/>
                  </a:lnTo>
                  <a:lnTo>
                    <a:pt x="1098135" y="4772596"/>
                  </a:lnTo>
                  <a:lnTo>
                    <a:pt x="1098229" y="4772596"/>
                  </a:lnTo>
                  <a:lnTo>
                    <a:pt x="1098323" y="4772596"/>
                  </a:lnTo>
                  <a:lnTo>
                    <a:pt x="1098417" y="4772596"/>
                  </a:lnTo>
                  <a:lnTo>
                    <a:pt x="1098511" y="4772596"/>
                  </a:lnTo>
                  <a:lnTo>
                    <a:pt x="1098605" y="4772596"/>
                  </a:lnTo>
                  <a:lnTo>
                    <a:pt x="1098700" y="4772596"/>
                  </a:lnTo>
                  <a:lnTo>
                    <a:pt x="1098794" y="4772596"/>
                  </a:lnTo>
                  <a:lnTo>
                    <a:pt x="1098888" y="4772596"/>
                  </a:lnTo>
                  <a:lnTo>
                    <a:pt x="1098982" y="4772596"/>
                  </a:lnTo>
                  <a:lnTo>
                    <a:pt x="1099076" y="4772596"/>
                  </a:lnTo>
                  <a:lnTo>
                    <a:pt x="1099170" y="4772596"/>
                  </a:lnTo>
                  <a:lnTo>
                    <a:pt x="1099264" y="4772596"/>
                  </a:lnTo>
                  <a:lnTo>
                    <a:pt x="1099358" y="4772596"/>
                  </a:lnTo>
                  <a:lnTo>
                    <a:pt x="1099452" y="4772596"/>
                  </a:lnTo>
                  <a:lnTo>
                    <a:pt x="1099546" y="4772596"/>
                  </a:lnTo>
                  <a:lnTo>
                    <a:pt x="1099640" y="4772596"/>
                  </a:lnTo>
                  <a:lnTo>
                    <a:pt x="1099734" y="4772596"/>
                  </a:lnTo>
                  <a:lnTo>
                    <a:pt x="1099828" y="4772596"/>
                  </a:lnTo>
                  <a:lnTo>
                    <a:pt x="1099922" y="4772596"/>
                  </a:lnTo>
                  <a:lnTo>
                    <a:pt x="1100016" y="4772596"/>
                  </a:lnTo>
                  <a:lnTo>
                    <a:pt x="1100110" y="4772596"/>
                  </a:lnTo>
                  <a:lnTo>
                    <a:pt x="1100204" y="4772596"/>
                  </a:lnTo>
                  <a:lnTo>
                    <a:pt x="1100298" y="4772596"/>
                  </a:lnTo>
                  <a:lnTo>
                    <a:pt x="1100392" y="4772596"/>
                  </a:lnTo>
                  <a:lnTo>
                    <a:pt x="1100486" y="4772596"/>
                  </a:lnTo>
                  <a:lnTo>
                    <a:pt x="1100580" y="4772596"/>
                  </a:lnTo>
                  <a:lnTo>
                    <a:pt x="1100674" y="4772596"/>
                  </a:lnTo>
                  <a:lnTo>
                    <a:pt x="1100768" y="4772596"/>
                  </a:lnTo>
                  <a:lnTo>
                    <a:pt x="1100862" y="4772596"/>
                  </a:lnTo>
                  <a:lnTo>
                    <a:pt x="1100956" y="4772596"/>
                  </a:lnTo>
                  <a:lnTo>
                    <a:pt x="1101050" y="4772596"/>
                  </a:lnTo>
                  <a:lnTo>
                    <a:pt x="1101144" y="4772596"/>
                  </a:lnTo>
                  <a:lnTo>
                    <a:pt x="1101238" y="4772596"/>
                  </a:lnTo>
                  <a:lnTo>
                    <a:pt x="1101238" y="4767317"/>
                  </a:lnTo>
                  <a:lnTo>
                    <a:pt x="1101332" y="4767317"/>
                  </a:lnTo>
                  <a:lnTo>
                    <a:pt x="1101426" y="4767317"/>
                  </a:lnTo>
                  <a:lnTo>
                    <a:pt x="1101520" y="4767317"/>
                  </a:lnTo>
                  <a:lnTo>
                    <a:pt x="1101614" y="4767317"/>
                  </a:lnTo>
                  <a:lnTo>
                    <a:pt x="1101708" y="4767317"/>
                  </a:lnTo>
                  <a:lnTo>
                    <a:pt x="1101802" y="4767317"/>
                  </a:lnTo>
                  <a:lnTo>
                    <a:pt x="1101896" y="4767317"/>
                  </a:lnTo>
                  <a:lnTo>
                    <a:pt x="1101896" y="4762038"/>
                  </a:lnTo>
                  <a:lnTo>
                    <a:pt x="1101990" y="4762038"/>
                  </a:lnTo>
                  <a:lnTo>
                    <a:pt x="1102084" y="4762038"/>
                  </a:lnTo>
                  <a:lnTo>
                    <a:pt x="1102178" y="4762038"/>
                  </a:lnTo>
                  <a:lnTo>
                    <a:pt x="1102273" y="4762038"/>
                  </a:lnTo>
                  <a:lnTo>
                    <a:pt x="1102367" y="4762038"/>
                  </a:lnTo>
                  <a:lnTo>
                    <a:pt x="1102461" y="4762038"/>
                  </a:lnTo>
                  <a:lnTo>
                    <a:pt x="1102555" y="4762038"/>
                  </a:lnTo>
                  <a:lnTo>
                    <a:pt x="1102649" y="4762038"/>
                  </a:lnTo>
                  <a:lnTo>
                    <a:pt x="1102743" y="4762038"/>
                  </a:lnTo>
                  <a:lnTo>
                    <a:pt x="1102837" y="4762038"/>
                  </a:lnTo>
                  <a:lnTo>
                    <a:pt x="1102931" y="4762038"/>
                  </a:lnTo>
                  <a:lnTo>
                    <a:pt x="1103025" y="4762038"/>
                  </a:lnTo>
                  <a:lnTo>
                    <a:pt x="1103119" y="4762038"/>
                  </a:lnTo>
                  <a:lnTo>
                    <a:pt x="1103119" y="4756758"/>
                  </a:lnTo>
                  <a:lnTo>
                    <a:pt x="1103213" y="4756758"/>
                  </a:lnTo>
                  <a:lnTo>
                    <a:pt x="1103307" y="4756758"/>
                  </a:lnTo>
                  <a:lnTo>
                    <a:pt x="1103401" y="4756758"/>
                  </a:lnTo>
                  <a:lnTo>
                    <a:pt x="1103495" y="4756758"/>
                  </a:lnTo>
                  <a:lnTo>
                    <a:pt x="1103589" y="4756758"/>
                  </a:lnTo>
                  <a:lnTo>
                    <a:pt x="1103683" y="4756758"/>
                  </a:lnTo>
                  <a:lnTo>
                    <a:pt x="1103777" y="4756758"/>
                  </a:lnTo>
                  <a:lnTo>
                    <a:pt x="1103871" y="4756758"/>
                  </a:lnTo>
                  <a:lnTo>
                    <a:pt x="1103965" y="4756758"/>
                  </a:lnTo>
                  <a:lnTo>
                    <a:pt x="1104059" y="4756758"/>
                  </a:lnTo>
                  <a:lnTo>
                    <a:pt x="1104153" y="4756758"/>
                  </a:lnTo>
                  <a:lnTo>
                    <a:pt x="1104247" y="4756758"/>
                  </a:lnTo>
                  <a:lnTo>
                    <a:pt x="1104341" y="4756758"/>
                  </a:lnTo>
                  <a:lnTo>
                    <a:pt x="1104435" y="4756758"/>
                  </a:lnTo>
                  <a:lnTo>
                    <a:pt x="1104529" y="4756758"/>
                  </a:lnTo>
                  <a:lnTo>
                    <a:pt x="1104623" y="4756758"/>
                  </a:lnTo>
                  <a:lnTo>
                    <a:pt x="1104717" y="4756758"/>
                  </a:lnTo>
                  <a:lnTo>
                    <a:pt x="1104811" y="4756758"/>
                  </a:lnTo>
                  <a:lnTo>
                    <a:pt x="1104905" y="4756758"/>
                  </a:lnTo>
                  <a:lnTo>
                    <a:pt x="1104999" y="4756758"/>
                  </a:lnTo>
                  <a:lnTo>
                    <a:pt x="1105093" y="4756758"/>
                  </a:lnTo>
                  <a:lnTo>
                    <a:pt x="1105187" y="4756758"/>
                  </a:lnTo>
                  <a:lnTo>
                    <a:pt x="1105281" y="4756758"/>
                  </a:lnTo>
                  <a:lnTo>
                    <a:pt x="1105375" y="4756758"/>
                  </a:lnTo>
                  <a:lnTo>
                    <a:pt x="1105469" y="4756758"/>
                  </a:lnTo>
                  <a:lnTo>
                    <a:pt x="1105563" y="4756758"/>
                  </a:lnTo>
                  <a:lnTo>
                    <a:pt x="1105657" y="4756758"/>
                  </a:lnTo>
                  <a:lnTo>
                    <a:pt x="1105751" y="4756758"/>
                  </a:lnTo>
                  <a:lnTo>
                    <a:pt x="1105846" y="4756758"/>
                  </a:lnTo>
                  <a:lnTo>
                    <a:pt x="1105940" y="4756758"/>
                  </a:lnTo>
                  <a:lnTo>
                    <a:pt x="1106034" y="4756758"/>
                  </a:lnTo>
                  <a:lnTo>
                    <a:pt x="1106128" y="4756758"/>
                  </a:lnTo>
                  <a:lnTo>
                    <a:pt x="1106222" y="4756758"/>
                  </a:lnTo>
                  <a:lnTo>
                    <a:pt x="1106316" y="4756758"/>
                  </a:lnTo>
                  <a:lnTo>
                    <a:pt x="1106410" y="4756758"/>
                  </a:lnTo>
                  <a:lnTo>
                    <a:pt x="1106504" y="4756758"/>
                  </a:lnTo>
                  <a:lnTo>
                    <a:pt x="1106598" y="4756758"/>
                  </a:lnTo>
                  <a:lnTo>
                    <a:pt x="1106692" y="4756758"/>
                  </a:lnTo>
                  <a:lnTo>
                    <a:pt x="1106786" y="4756758"/>
                  </a:lnTo>
                  <a:lnTo>
                    <a:pt x="1106880" y="4756758"/>
                  </a:lnTo>
                  <a:lnTo>
                    <a:pt x="1106974" y="4756758"/>
                  </a:lnTo>
                  <a:lnTo>
                    <a:pt x="1107068" y="4756758"/>
                  </a:lnTo>
                  <a:lnTo>
                    <a:pt x="1107162" y="4756758"/>
                  </a:lnTo>
                  <a:lnTo>
                    <a:pt x="1107256" y="4756758"/>
                  </a:lnTo>
                  <a:lnTo>
                    <a:pt x="1107350" y="4756758"/>
                  </a:lnTo>
                  <a:lnTo>
                    <a:pt x="1107444" y="4756758"/>
                  </a:lnTo>
                  <a:lnTo>
                    <a:pt x="1107538" y="4756758"/>
                  </a:lnTo>
                  <a:lnTo>
                    <a:pt x="1107632" y="4756758"/>
                  </a:lnTo>
                  <a:lnTo>
                    <a:pt x="1107726" y="4756758"/>
                  </a:lnTo>
                  <a:lnTo>
                    <a:pt x="1107820" y="4756758"/>
                  </a:lnTo>
                  <a:lnTo>
                    <a:pt x="1107914" y="4756758"/>
                  </a:lnTo>
                  <a:lnTo>
                    <a:pt x="1108008" y="4756758"/>
                  </a:lnTo>
                  <a:lnTo>
                    <a:pt x="1108102" y="4756758"/>
                  </a:lnTo>
                  <a:lnTo>
                    <a:pt x="1108196" y="4756758"/>
                  </a:lnTo>
                  <a:lnTo>
                    <a:pt x="1108290" y="4756758"/>
                  </a:lnTo>
                  <a:lnTo>
                    <a:pt x="1108384" y="4756758"/>
                  </a:lnTo>
                  <a:lnTo>
                    <a:pt x="1108478" y="4756758"/>
                  </a:lnTo>
                  <a:lnTo>
                    <a:pt x="1108572" y="4756758"/>
                  </a:lnTo>
                  <a:lnTo>
                    <a:pt x="1108666" y="4756758"/>
                  </a:lnTo>
                  <a:lnTo>
                    <a:pt x="1108760" y="4756758"/>
                  </a:lnTo>
                  <a:lnTo>
                    <a:pt x="1108854" y="4756758"/>
                  </a:lnTo>
                  <a:lnTo>
                    <a:pt x="1108948" y="4756758"/>
                  </a:lnTo>
                  <a:lnTo>
                    <a:pt x="1109042" y="4756758"/>
                  </a:lnTo>
                  <a:lnTo>
                    <a:pt x="1109136" y="4756758"/>
                  </a:lnTo>
                  <a:lnTo>
                    <a:pt x="1109230" y="4756758"/>
                  </a:lnTo>
                  <a:lnTo>
                    <a:pt x="1109325" y="4756758"/>
                  </a:lnTo>
                  <a:lnTo>
                    <a:pt x="1109419" y="4756758"/>
                  </a:lnTo>
                  <a:lnTo>
                    <a:pt x="1109513" y="4756758"/>
                  </a:lnTo>
                  <a:lnTo>
                    <a:pt x="1109607" y="4756758"/>
                  </a:lnTo>
                  <a:lnTo>
                    <a:pt x="1109701" y="4756758"/>
                  </a:lnTo>
                  <a:lnTo>
                    <a:pt x="1109795" y="4756758"/>
                  </a:lnTo>
                  <a:lnTo>
                    <a:pt x="1109889" y="4756758"/>
                  </a:lnTo>
                  <a:lnTo>
                    <a:pt x="1109983" y="4756758"/>
                  </a:lnTo>
                  <a:lnTo>
                    <a:pt x="1110077" y="4756758"/>
                  </a:lnTo>
                  <a:lnTo>
                    <a:pt x="1110171" y="4756758"/>
                  </a:lnTo>
                  <a:lnTo>
                    <a:pt x="1110265" y="4756758"/>
                  </a:lnTo>
                  <a:lnTo>
                    <a:pt x="1110359" y="4756758"/>
                  </a:lnTo>
                  <a:lnTo>
                    <a:pt x="1110453" y="4756758"/>
                  </a:lnTo>
                  <a:lnTo>
                    <a:pt x="1110547" y="4756758"/>
                  </a:lnTo>
                  <a:lnTo>
                    <a:pt x="1110641" y="4756758"/>
                  </a:lnTo>
                  <a:lnTo>
                    <a:pt x="1110735" y="4756758"/>
                  </a:lnTo>
                  <a:lnTo>
                    <a:pt x="1110829" y="4756758"/>
                  </a:lnTo>
                  <a:lnTo>
                    <a:pt x="1110923" y="4756758"/>
                  </a:lnTo>
                  <a:lnTo>
                    <a:pt x="1111017" y="4756758"/>
                  </a:lnTo>
                  <a:lnTo>
                    <a:pt x="1111111" y="4756758"/>
                  </a:lnTo>
                  <a:lnTo>
                    <a:pt x="1111205" y="4756758"/>
                  </a:lnTo>
                  <a:lnTo>
                    <a:pt x="1111299" y="4756758"/>
                  </a:lnTo>
                  <a:lnTo>
                    <a:pt x="1111393" y="4756758"/>
                  </a:lnTo>
                  <a:lnTo>
                    <a:pt x="1111487" y="4756758"/>
                  </a:lnTo>
                  <a:lnTo>
                    <a:pt x="1111581" y="4756758"/>
                  </a:lnTo>
                  <a:lnTo>
                    <a:pt x="1111675" y="4756758"/>
                  </a:lnTo>
                  <a:lnTo>
                    <a:pt x="1111769" y="4756758"/>
                  </a:lnTo>
                  <a:lnTo>
                    <a:pt x="1111863" y="4756758"/>
                  </a:lnTo>
                  <a:lnTo>
                    <a:pt x="1111957" y="4756758"/>
                  </a:lnTo>
                  <a:lnTo>
                    <a:pt x="1112051" y="4756758"/>
                  </a:lnTo>
                  <a:lnTo>
                    <a:pt x="1112145" y="4756758"/>
                  </a:lnTo>
                  <a:lnTo>
                    <a:pt x="1112239" y="4756758"/>
                  </a:lnTo>
                  <a:lnTo>
                    <a:pt x="1112333" y="4756758"/>
                  </a:lnTo>
                  <a:lnTo>
                    <a:pt x="1112427" y="4756758"/>
                  </a:lnTo>
                  <a:lnTo>
                    <a:pt x="1112521" y="4756758"/>
                  </a:lnTo>
                  <a:lnTo>
                    <a:pt x="1112615" y="4756758"/>
                  </a:lnTo>
                  <a:lnTo>
                    <a:pt x="1112709" y="4756758"/>
                  </a:lnTo>
                  <a:lnTo>
                    <a:pt x="1112803" y="4756758"/>
                  </a:lnTo>
                  <a:lnTo>
                    <a:pt x="1112898" y="4756758"/>
                  </a:lnTo>
                  <a:lnTo>
                    <a:pt x="1112992" y="4756758"/>
                  </a:lnTo>
                  <a:lnTo>
                    <a:pt x="1113086" y="4756758"/>
                  </a:lnTo>
                  <a:lnTo>
                    <a:pt x="1113180" y="4756758"/>
                  </a:lnTo>
                  <a:lnTo>
                    <a:pt x="1113274" y="4756758"/>
                  </a:lnTo>
                  <a:lnTo>
                    <a:pt x="1113368" y="4756758"/>
                  </a:lnTo>
                  <a:lnTo>
                    <a:pt x="1113462" y="4756758"/>
                  </a:lnTo>
                  <a:lnTo>
                    <a:pt x="1113556" y="4756758"/>
                  </a:lnTo>
                  <a:lnTo>
                    <a:pt x="1113650" y="4756758"/>
                  </a:lnTo>
                  <a:lnTo>
                    <a:pt x="1113744" y="4756758"/>
                  </a:lnTo>
                  <a:lnTo>
                    <a:pt x="1113838" y="4756758"/>
                  </a:lnTo>
                  <a:lnTo>
                    <a:pt x="1113838" y="4751479"/>
                  </a:lnTo>
                  <a:lnTo>
                    <a:pt x="1113932" y="4751479"/>
                  </a:lnTo>
                  <a:lnTo>
                    <a:pt x="1114026" y="4751479"/>
                  </a:lnTo>
                  <a:lnTo>
                    <a:pt x="1114120" y="4751479"/>
                  </a:lnTo>
                  <a:lnTo>
                    <a:pt x="1114214" y="4751479"/>
                  </a:lnTo>
                  <a:lnTo>
                    <a:pt x="1114308" y="4751479"/>
                  </a:lnTo>
                  <a:lnTo>
                    <a:pt x="1114402" y="4751479"/>
                  </a:lnTo>
                  <a:lnTo>
                    <a:pt x="1114496" y="4751479"/>
                  </a:lnTo>
                  <a:lnTo>
                    <a:pt x="1114590" y="4751479"/>
                  </a:lnTo>
                  <a:lnTo>
                    <a:pt x="1114684" y="4751479"/>
                  </a:lnTo>
                  <a:lnTo>
                    <a:pt x="1114778" y="4751479"/>
                  </a:lnTo>
                  <a:lnTo>
                    <a:pt x="1114872" y="4751479"/>
                  </a:lnTo>
                  <a:lnTo>
                    <a:pt x="1114966" y="4751479"/>
                  </a:lnTo>
                  <a:lnTo>
                    <a:pt x="1115060" y="4751479"/>
                  </a:lnTo>
                  <a:lnTo>
                    <a:pt x="1115154" y="4751479"/>
                  </a:lnTo>
                  <a:lnTo>
                    <a:pt x="1115248" y="4751479"/>
                  </a:lnTo>
                  <a:lnTo>
                    <a:pt x="1115342" y="4751479"/>
                  </a:lnTo>
                  <a:lnTo>
                    <a:pt x="1115436" y="4751479"/>
                  </a:lnTo>
                  <a:lnTo>
                    <a:pt x="1115530" y="4751479"/>
                  </a:lnTo>
                  <a:lnTo>
                    <a:pt x="1115624" y="4751479"/>
                  </a:lnTo>
                  <a:lnTo>
                    <a:pt x="1115718" y="4751479"/>
                  </a:lnTo>
                  <a:lnTo>
                    <a:pt x="1115812" y="4751479"/>
                  </a:lnTo>
                  <a:lnTo>
                    <a:pt x="1115812" y="4746199"/>
                  </a:lnTo>
                  <a:lnTo>
                    <a:pt x="1115906" y="4746199"/>
                  </a:lnTo>
                  <a:lnTo>
                    <a:pt x="1116000" y="4746199"/>
                  </a:lnTo>
                  <a:lnTo>
                    <a:pt x="1116094" y="4746199"/>
                  </a:lnTo>
                  <a:lnTo>
                    <a:pt x="1116188" y="4746199"/>
                  </a:lnTo>
                  <a:lnTo>
                    <a:pt x="1116282" y="4746199"/>
                  </a:lnTo>
                  <a:lnTo>
                    <a:pt x="1116376" y="4746199"/>
                  </a:lnTo>
                  <a:lnTo>
                    <a:pt x="1116471" y="4746199"/>
                  </a:lnTo>
                  <a:lnTo>
                    <a:pt x="1116565" y="4746199"/>
                  </a:lnTo>
                  <a:lnTo>
                    <a:pt x="1116659" y="4746199"/>
                  </a:lnTo>
                  <a:lnTo>
                    <a:pt x="1116753" y="4746199"/>
                  </a:lnTo>
                  <a:lnTo>
                    <a:pt x="1116847" y="4746199"/>
                  </a:lnTo>
                  <a:lnTo>
                    <a:pt x="1116941" y="4746199"/>
                  </a:lnTo>
                  <a:lnTo>
                    <a:pt x="1117035" y="4746199"/>
                  </a:lnTo>
                  <a:lnTo>
                    <a:pt x="1117129" y="4746199"/>
                  </a:lnTo>
                  <a:lnTo>
                    <a:pt x="1117223" y="4746199"/>
                  </a:lnTo>
                  <a:lnTo>
                    <a:pt x="1117317" y="4746199"/>
                  </a:lnTo>
                  <a:lnTo>
                    <a:pt x="1117411" y="4746199"/>
                  </a:lnTo>
                  <a:lnTo>
                    <a:pt x="1117505" y="4746199"/>
                  </a:lnTo>
                  <a:lnTo>
                    <a:pt x="1117599" y="4746199"/>
                  </a:lnTo>
                  <a:lnTo>
                    <a:pt x="1117693" y="4746199"/>
                  </a:lnTo>
                  <a:lnTo>
                    <a:pt x="1117787" y="4746199"/>
                  </a:lnTo>
                  <a:lnTo>
                    <a:pt x="1117881" y="4746199"/>
                  </a:lnTo>
                  <a:lnTo>
                    <a:pt x="1117975" y="4746199"/>
                  </a:lnTo>
                  <a:lnTo>
                    <a:pt x="1118069" y="4746199"/>
                  </a:lnTo>
                  <a:lnTo>
                    <a:pt x="1118163" y="4746199"/>
                  </a:lnTo>
                  <a:lnTo>
                    <a:pt x="1118257" y="4746199"/>
                  </a:lnTo>
                  <a:lnTo>
                    <a:pt x="1118351" y="4746199"/>
                  </a:lnTo>
                  <a:lnTo>
                    <a:pt x="1118445" y="4746199"/>
                  </a:lnTo>
                  <a:lnTo>
                    <a:pt x="1118539" y="4746199"/>
                  </a:lnTo>
                  <a:lnTo>
                    <a:pt x="1118633" y="4746199"/>
                  </a:lnTo>
                  <a:lnTo>
                    <a:pt x="1118727" y="4746199"/>
                  </a:lnTo>
                  <a:lnTo>
                    <a:pt x="1118821" y="4746199"/>
                  </a:lnTo>
                  <a:lnTo>
                    <a:pt x="1118915" y="4746199"/>
                  </a:lnTo>
                  <a:lnTo>
                    <a:pt x="1119009" y="4746199"/>
                  </a:lnTo>
                  <a:lnTo>
                    <a:pt x="1119009" y="4740920"/>
                  </a:lnTo>
                  <a:lnTo>
                    <a:pt x="1119103" y="4740920"/>
                  </a:lnTo>
                  <a:lnTo>
                    <a:pt x="1119197" y="4740920"/>
                  </a:lnTo>
                  <a:lnTo>
                    <a:pt x="1119291" y="4740920"/>
                  </a:lnTo>
                  <a:lnTo>
                    <a:pt x="1119385" y="4740920"/>
                  </a:lnTo>
                  <a:lnTo>
                    <a:pt x="1119479" y="4740920"/>
                  </a:lnTo>
                  <a:lnTo>
                    <a:pt x="1119573" y="4740920"/>
                  </a:lnTo>
                  <a:lnTo>
                    <a:pt x="1119667" y="4740920"/>
                  </a:lnTo>
                  <a:lnTo>
                    <a:pt x="1119761" y="4740920"/>
                  </a:lnTo>
                  <a:lnTo>
                    <a:pt x="1119855" y="4740920"/>
                  </a:lnTo>
                  <a:lnTo>
                    <a:pt x="1119949" y="4740920"/>
                  </a:lnTo>
                  <a:lnTo>
                    <a:pt x="1120044" y="4740920"/>
                  </a:lnTo>
                  <a:lnTo>
                    <a:pt x="1120138" y="4740920"/>
                  </a:lnTo>
                  <a:lnTo>
                    <a:pt x="1120232" y="4740920"/>
                  </a:lnTo>
                  <a:lnTo>
                    <a:pt x="1120326" y="4740920"/>
                  </a:lnTo>
                  <a:lnTo>
                    <a:pt x="1120420" y="4740920"/>
                  </a:lnTo>
                  <a:lnTo>
                    <a:pt x="1120514" y="4740920"/>
                  </a:lnTo>
                  <a:lnTo>
                    <a:pt x="1120608" y="4740920"/>
                  </a:lnTo>
                  <a:lnTo>
                    <a:pt x="1120702" y="4740920"/>
                  </a:lnTo>
                  <a:lnTo>
                    <a:pt x="1120796" y="4740920"/>
                  </a:lnTo>
                  <a:lnTo>
                    <a:pt x="1120890" y="4740920"/>
                  </a:lnTo>
                  <a:lnTo>
                    <a:pt x="1120984" y="4740920"/>
                  </a:lnTo>
                  <a:lnTo>
                    <a:pt x="1121078" y="4740920"/>
                  </a:lnTo>
                  <a:lnTo>
                    <a:pt x="1121172" y="4740920"/>
                  </a:lnTo>
                  <a:lnTo>
                    <a:pt x="1121172" y="4735640"/>
                  </a:lnTo>
                  <a:lnTo>
                    <a:pt x="1121266" y="4735640"/>
                  </a:lnTo>
                  <a:lnTo>
                    <a:pt x="1121360" y="4735640"/>
                  </a:lnTo>
                  <a:lnTo>
                    <a:pt x="1121454" y="4735640"/>
                  </a:lnTo>
                  <a:lnTo>
                    <a:pt x="1121548" y="4735640"/>
                  </a:lnTo>
                  <a:lnTo>
                    <a:pt x="1121642" y="4735640"/>
                  </a:lnTo>
                  <a:lnTo>
                    <a:pt x="1121736" y="4735640"/>
                  </a:lnTo>
                  <a:lnTo>
                    <a:pt x="1121830" y="4735640"/>
                  </a:lnTo>
                  <a:lnTo>
                    <a:pt x="1121924" y="4735640"/>
                  </a:lnTo>
                  <a:lnTo>
                    <a:pt x="1122018" y="4735640"/>
                  </a:lnTo>
                  <a:lnTo>
                    <a:pt x="1122112" y="4735640"/>
                  </a:lnTo>
                  <a:lnTo>
                    <a:pt x="1122206" y="4735640"/>
                  </a:lnTo>
                  <a:lnTo>
                    <a:pt x="1122300" y="4735640"/>
                  </a:lnTo>
                  <a:lnTo>
                    <a:pt x="1122394" y="4735640"/>
                  </a:lnTo>
                  <a:lnTo>
                    <a:pt x="1122488" y="4735640"/>
                  </a:lnTo>
                  <a:lnTo>
                    <a:pt x="1122582" y="4735640"/>
                  </a:lnTo>
                  <a:lnTo>
                    <a:pt x="1122676" y="4735640"/>
                  </a:lnTo>
                  <a:lnTo>
                    <a:pt x="1122770" y="4735640"/>
                  </a:lnTo>
                  <a:lnTo>
                    <a:pt x="1122864" y="4735640"/>
                  </a:lnTo>
                  <a:lnTo>
                    <a:pt x="1122958" y="4735640"/>
                  </a:lnTo>
                  <a:lnTo>
                    <a:pt x="1123052" y="4735640"/>
                  </a:lnTo>
                  <a:lnTo>
                    <a:pt x="1123146" y="4735640"/>
                  </a:lnTo>
                  <a:lnTo>
                    <a:pt x="1123240" y="4735640"/>
                  </a:lnTo>
                  <a:lnTo>
                    <a:pt x="1123334" y="4735640"/>
                  </a:lnTo>
                  <a:lnTo>
                    <a:pt x="1123428" y="4735640"/>
                  </a:lnTo>
                  <a:lnTo>
                    <a:pt x="1123523" y="4735640"/>
                  </a:lnTo>
                  <a:lnTo>
                    <a:pt x="1123617" y="4735640"/>
                  </a:lnTo>
                  <a:lnTo>
                    <a:pt x="1123711" y="4735640"/>
                  </a:lnTo>
                  <a:lnTo>
                    <a:pt x="1123805" y="4735640"/>
                  </a:lnTo>
                  <a:lnTo>
                    <a:pt x="1123805" y="4730361"/>
                  </a:lnTo>
                  <a:lnTo>
                    <a:pt x="1123899" y="4730361"/>
                  </a:lnTo>
                  <a:lnTo>
                    <a:pt x="1123993" y="4730361"/>
                  </a:lnTo>
                  <a:lnTo>
                    <a:pt x="1124087" y="4730361"/>
                  </a:lnTo>
                  <a:lnTo>
                    <a:pt x="1124181" y="4730361"/>
                  </a:lnTo>
                  <a:lnTo>
                    <a:pt x="1124275" y="4730361"/>
                  </a:lnTo>
                  <a:lnTo>
                    <a:pt x="1124369" y="4730361"/>
                  </a:lnTo>
                  <a:lnTo>
                    <a:pt x="1124463" y="4730361"/>
                  </a:lnTo>
                  <a:lnTo>
                    <a:pt x="1124557" y="4730361"/>
                  </a:lnTo>
                  <a:lnTo>
                    <a:pt x="1124651" y="4730361"/>
                  </a:lnTo>
                  <a:lnTo>
                    <a:pt x="1124745" y="4730361"/>
                  </a:lnTo>
                  <a:lnTo>
                    <a:pt x="1124839" y="4730361"/>
                  </a:lnTo>
                  <a:lnTo>
                    <a:pt x="1124933" y="4730361"/>
                  </a:lnTo>
                  <a:lnTo>
                    <a:pt x="1125027" y="4730361"/>
                  </a:lnTo>
                  <a:lnTo>
                    <a:pt x="1125121" y="4730361"/>
                  </a:lnTo>
                  <a:lnTo>
                    <a:pt x="1125215" y="4730361"/>
                  </a:lnTo>
                  <a:lnTo>
                    <a:pt x="1125309" y="4730361"/>
                  </a:lnTo>
                  <a:lnTo>
                    <a:pt x="1125403" y="4730361"/>
                  </a:lnTo>
                  <a:lnTo>
                    <a:pt x="1125497" y="4730361"/>
                  </a:lnTo>
                  <a:lnTo>
                    <a:pt x="1125591" y="4730361"/>
                  </a:lnTo>
                  <a:lnTo>
                    <a:pt x="1125685" y="4730361"/>
                  </a:lnTo>
                  <a:lnTo>
                    <a:pt x="1125779" y="4730361"/>
                  </a:lnTo>
                  <a:lnTo>
                    <a:pt x="1125873" y="4730361"/>
                  </a:lnTo>
                  <a:lnTo>
                    <a:pt x="1125967" y="4730361"/>
                  </a:lnTo>
                  <a:lnTo>
                    <a:pt x="1126061" y="4730361"/>
                  </a:lnTo>
                  <a:lnTo>
                    <a:pt x="1126155" y="4730361"/>
                  </a:lnTo>
                  <a:lnTo>
                    <a:pt x="1126249" y="4730361"/>
                  </a:lnTo>
                  <a:lnTo>
                    <a:pt x="1126343" y="4730361"/>
                  </a:lnTo>
                  <a:lnTo>
                    <a:pt x="1126437" y="4730361"/>
                  </a:lnTo>
                  <a:lnTo>
                    <a:pt x="1126531" y="4730361"/>
                  </a:lnTo>
                  <a:lnTo>
                    <a:pt x="1126625" y="4730361"/>
                  </a:lnTo>
                  <a:lnTo>
                    <a:pt x="1126719" y="4730361"/>
                  </a:lnTo>
                  <a:lnTo>
                    <a:pt x="1126813" y="4730361"/>
                  </a:lnTo>
                  <a:lnTo>
                    <a:pt x="1126907" y="4730361"/>
                  </a:lnTo>
                  <a:lnTo>
                    <a:pt x="1127001" y="4730361"/>
                  </a:lnTo>
                  <a:lnTo>
                    <a:pt x="1127096" y="4730361"/>
                  </a:lnTo>
                  <a:lnTo>
                    <a:pt x="1127190" y="4730361"/>
                  </a:lnTo>
                  <a:lnTo>
                    <a:pt x="1127284" y="4730361"/>
                  </a:lnTo>
                  <a:lnTo>
                    <a:pt x="1127378" y="4730361"/>
                  </a:lnTo>
                  <a:lnTo>
                    <a:pt x="1127472" y="4730361"/>
                  </a:lnTo>
                  <a:lnTo>
                    <a:pt x="1127566" y="4730361"/>
                  </a:lnTo>
                  <a:lnTo>
                    <a:pt x="1127660" y="4730361"/>
                  </a:lnTo>
                  <a:lnTo>
                    <a:pt x="1127754" y="4730361"/>
                  </a:lnTo>
                  <a:lnTo>
                    <a:pt x="1127848" y="4730361"/>
                  </a:lnTo>
                  <a:lnTo>
                    <a:pt x="1127942" y="4730361"/>
                  </a:lnTo>
                  <a:lnTo>
                    <a:pt x="1128036" y="4730361"/>
                  </a:lnTo>
                  <a:lnTo>
                    <a:pt x="1128130" y="4730361"/>
                  </a:lnTo>
                  <a:lnTo>
                    <a:pt x="1128224" y="4730361"/>
                  </a:lnTo>
                  <a:lnTo>
                    <a:pt x="1128318" y="4730361"/>
                  </a:lnTo>
                  <a:lnTo>
                    <a:pt x="1128412" y="4730361"/>
                  </a:lnTo>
                  <a:lnTo>
                    <a:pt x="1128506" y="4730361"/>
                  </a:lnTo>
                  <a:lnTo>
                    <a:pt x="1128600" y="4730361"/>
                  </a:lnTo>
                  <a:lnTo>
                    <a:pt x="1128694" y="4730361"/>
                  </a:lnTo>
                  <a:lnTo>
                    <a:pt x="1128788" y="4730361"/>
                  </a:lnTo>
                  <a:lnTo>
                    <a:pt x="1128882" y="4730361"/>
                  </a:lnTo>
                  <a:lnTo>
                    <a:pt x="1128976" y="4730361"/>
                  </a:lnTo>
                  <a:lnTo>
                    <a:pt x="1129070" y="4730361"/>
                  </a:lnTo>
                  <a:lnTo>
                    <a:pt x="1129164" y="4730361"/>
                  </a:lnTo>
                  <a:lnTo>
                    <a:pt x="1129258" y="4730361"/>
                  </a:lnTo>
                  <a:lnTo>
                    <a:pt x="1129352" y="4730361"/>
                  </a:lnTo>
                  <a:lnTo>
                    <a:pt x="1129446" y="4730361"/>
                  </a:lnTo>
                  <a:lnTo>
                    <a:pt x="1129540" y="4730361"/>
                  </a:lnTo>
                  <a:lnTo>
                    <a:pt x="1129634" y="4730361"/>
                  </a:lnTo>
                  <a:lnTo>
                    <a:pt x="1129728" y="4730361"/>
                  </a:lnTo>
                  <a:lnTo>
                    <a:pt x="1129822" y="4730361"/>
                  </a:lnTo>
                  <a:lnTo>
                    <a:pt x="1129916" y="4730361"/>
                  </a:lnTo>
                  <a:lnTo>
                    <a:pt x="1129916" y="4725082"/>
                  </a:lnTo>
                  <a:lnTo>
                    <a:pt x="1130010" y="4725082"/>
                  </a:lnTo>
                  <a:lnTo>
                    <a:pt x="1130104" y="4725082"/>
                  </a:lnTo>
                  <a:lnTo>
                    <a:pt x="1130198" y="4725082"/>
                  </a:lnTo>
                  <a:lnTo>
                    <a:pt x="1130292" y="4725082"/>
                  </a:lnTo>
                  <a:lnTo>
                    <a:pt x="1130386" y="4725082"/>
                  </a:lnTo>
                  <a:lnTo>
                    <a:pt x="1130480" y="4725082"/>
                  </a:lnTo>
                  <a:lnTo>
                    <a:pt x="1130574" y="4725082"/>
                  </a:lnTo>
                  <a:lnTo>
                    <a:pt x="1130669" y="4725082"/>
                  </a:lnTo>
                  <a:lnTo>
                    <a:pt x="1130763" y="4725082"/>
                  </a:lnTo>
                  <a:lnTo>
                    <a:pt x="1130857" y="4725082"/>
                  </a:lnTo>
                  <a:lnTo>
                    <a:pt x="1130951" y="4725082"/>
                  </a:lnTo>
                  <a:lnTo>
                    <a:pt x="1131045" y="4725082"/>
                  </a:lnTo>
                  <a:lnTo>
                    <a:pt x="1131139" y="4725082"/>
                  </a:lnTo>
                  <a:lnTo>
                    <a:pt x="1131233" y="4725082"/>
                  </a:lnTo>
                  <a:lnTo>
                    <a:pt x="1131327" y="4725082"/>
                  </a:lnTo>
                  <a:lnTo>
                    <a:pt x="1131421" y="4725082"/>
                  </a:lnTo>
                  <a:lnTo>
                    <a:pt x="1131515" y="4725082"/>
                  </a:lnTo>
                  <a:lnTo>
                    <a:pt x="1131609" y="4725082"/>
                  </a:lnTo>
                  <a:lnTo>
                    <a:pt x="1131703" y="4725082"/>
                  </a:lnTo>
                  <a:lnTo>
                    <a:pt x="1131797" y="4725082"/>
                  </a:lnTo>
                  <a:lnTo>
                    <a:pt x="1131891" y="4725082"/>
                  </a:lnTo>
                  <a:lnTo>
                    <a:pt x="1131985" y="4725082"/>
                  </a:lnTo>
                  <a:lnTo>
                    <a:pt x="1132079" y="4725082"/>
                  </a:lnTo>
                  <a:lnTo>
                    <a:pt x="1132173" y="4725082"/>
                  </a:lnTo>
                  <a:lnTo>
                    <a:pt x="1132267" y="4725082"/>
                  </a:lnTo>
                  <a:lnTo>
                    <a:pt x="1132361" y="4725082"/>
                  </a:lnTo>
                  <a:lnTo>
                    <a:pt x="1132455" y="4725082"/>
                  </a:lnTo>
                  <a:lnTo>
                    <a:pt x="1132549" y="4725082"/>
                  </a:lnTo>
                  <a:lnTo>
                    <a:pt x="1132643" y="4725082"/>
                  </a:lnTo>
                  <a:lnTo>
                    <a:pt x="1132737" y="4725082"/>
                  </a:lnTo>
                  <a:lnTo>
                    <a:pt x="1132831" y="4725082"/>
                  </a:lnTo>
                  <a:lnTo>
                    <a:pt x="1132925" y="4725082"/>
                  </a:lnTo>
                  <a:lnTo>
                    <a:pt x="1133019" y="4725082"/>
                  </a:lnTo>
                  <a:lnTo>
                    <a:pt x="1133113" y="4725082"/>
                  </a:lnTo>
                  <a:lnTo>
                    <a:pt x="1133207" y="4725082"/>
                  </a:lnTo>
                  <a:lnTo>
                    <a:pt x="1133301" y="4725082"/>
                  </a:lnTo>
                  <a:lnTo>
                    <a:pt x="1133395" y="4725082"/>
                  </a:lnTo>
                  <a:lnTo>
                    <a:pt x="1133489" y="4725082"/>
                  </a:lnTo>
                  <a:lnTo>
                    <a:pt x="1133583" y="4725082"/>
                  </a:lnTo>
                  <a:lnTo>
                    <a:pt x="1133677" y="4725082"/>
                  </a:lnTo>
                  <a:lnTo>
                    <a:pt x="1133771" y="4725082"/>
                  </a:lnTo>
                  <a:lnTo>
                    <a:pt x="1133865" y="4725082"/>
                  </a:lnTo>
                  <a:lnTo>
                    <a:pt x="1133959" y="4725082"/>
                  </a:lnTo>
                  <a:lnTo>
                    <a:pt x="1133959" y="4719802"/>
                  </a:lnTo>
                  <a:lnTo>
                    <a:pt x="1134053" y="4719802"/>
                  </a:lnTo>
                  <a:lnTo>
                    <a:pt x="1134148" y="4719802"/>
                  </a:lnTo>
                  <a:lnTo>
                    <a:pt x="1134242" y="4719802"/>
                  </a:lnTo>
                  <a:lnTo>
                    <a:pt x="1134336" y="4719802"/>
                  </a:lnTo>
                  <a:lnTo>
                    <a:pt x="1134430" y="4719802"/>
                  </a:lnTo>
                  <a:lnTo>
                    <a:pt x="1134524" y="4719802"/>
                  </a:lnTo>
                  <a:lnTo>
                    <a:pt x="1134618" y="4719802"/>
                  </a:lnTo>
                  <a:lnTo>
                    <a:pt x="1134712" y="4719802"/>
                  </a:lnTo>
                  <a:lnTo>
                    <a:pt x="1134806" y="4719802"/>
                  </a:lnTo>
                  <a:lnTo>
                    <a:pt x="1134900" y="4719802"/>
                  </a:lnTo>
                  <a:lnTo>
                    <a:pt x="1134994" y="4719802"/>
                  </a:lnTo>
                  <a:lnTo>
                    <a:pt x="1135088" y="4719802"/>
                  </a:lnTo>
                  <a:lnTo>
                    <a:pt x="1135182" y="4719802"/>
                  </a:lnTo>
                  <a:lnTo>
                    <a:pt x="1135276" y="4719802"/>
                  </a:lnTo>
                  <a:lnTo>
                    <a:pt x="1135370" y="4719802"/>
                  </a:lnTo>
                  <a:lnTo>
                    <a:pt x="1135464" y="4719802"/>
                  </a:lnTo>
                  <a:lnTo>
                    <a:pt x="1135558" y="4719802"/>
                  </a:lnTo>
                  <a:lnTo>
                    <a:pt x="1135652" y="4719802"/>
                  </a:lnTo>
                  <a:lnTo>
                    <a:pt x="1135746" y="4719802"/>
                  </a:lnTo>
                  <a:lnTo>
                    <a:pt x="1135840" y="4719802"/>
                  </a:lnTo>
                  <a:lnTo>
                    <a:pt x="1135934" y="4719802"/>
                  </a:lnTo>
                  <a:lnTo>
                    <a:pt x="1136028" y="4719802"/>
                  </a:lnTo>
                  <a:lnTo>
                    <a:pt x="1136122" y="4719802"/>
                  </a:lnTo>
                  <a:lnTo>
                    <a:pt x="1136216" y="4719802"/>
                  </a:lnTo>
                  <a:lnTo>
                    <a:pt x="1136310" y="4719802"/>
                  </a:lnTo>
                  <a:lnTo>
                    <a:pt x="1136404" y="4719802"/>
                  </a:lnTo>
                  <a:lnTo>
                    <a:pt x="1136498" y="4719802"/>
                  </a:lnTo>
                  <a:lnTo>
                    <a:pt x="1136592" y="4719802"/>
                  </a:lnTo>
                  <a:lnTo>
                    <a:pt x="1136686" y="4719802"/>
                  </a:lnTo>
                  <a:lnTo>
                    <a:pt x="1136780" y="4719802"/>
                  </a:lnTo>
                  <a:lnTo>
                    <a:pt x="1136874" y="4719802"/>
                  </a:lnTo>
                  <a:lnTo>
                    <a:pt x="1136968" y="4719802"/>
                  </a:lnTo>
                  <a:lnTo>
                    <a:pt x="1137062" y="4719802"/>
                  </a:lnTo>
                  <a:lnTo>
                    <a:pt x="1137156" y="4719802"/>
                  </a:lnTo>
                  <a:lnTo>
                    <a:pt x="1137250" y="4719802"/>
                  </a:lnTo>
                  <a:lnTo>
                    <a:pt x="1137344" y="4719802"/>
                  </a:lnTo>
                  <a:lnTo>
                    <a:pt x="1137438" y="4719802"/>
                  </a:lnTo>
                  <a:lnTo>
                    <a:pt x="1137532" y="4719802"/>
                  </a:lnTo>
                  <a:lnTo>
                    <a:pt x="1137626" y="4719802"/>
                  </a:lnTo>
                  <a:lnTo>
                    <a:pt x="1137721" y="4719802"/>
                  </a:lnTo>
                  <a:lnTo>
                    <a:pt x="1137815" y="4719802"/>
                  </a:lnTo>
                  <a:lnTo>
                    <a:pt x="1137909" y="4719802"/>
                  </a:lnTo>
                  <a:lnTo>
                    <a:pt x="1138003" y="4719802"/>
                  </a:lnTo>
                  <a:lnTo>
                    <a:pt x="1138097" y="4719802"/>
                  </a:lnTo>
                  <a:lnTo>
                    <a:pt x="1138191" y="4719802"/>
                  </a:lnTo>
                  <a:lnTo>
                    <a:pt x="1138285" y="4719802"/>
                  </a:lnTo>
                  <a:lnTo>
                    <a:pt x="1138379" y="4719802"/>
                  </a:lnTo>
                  <a:lnTo>
                    <a:pt x="1138473" y="4719802"/>
                  </a:lnTo>
                  <a:lnTo>
                    <a:pt x="1138567" y="4719802"/>
                  </a:lnTo>
                  <a:lnTo>
                    <a:pt x="1138661" y="4719802"/>
                  </a:lnTo>
                  <a:lnTo>
                    <a:pt x="1138755" y="4719802"/>
                  </a:lnTo>
                  <a:lnTo>
                    <a:pt x="1138849" y="4719802"/>
                  </a:lnTo>
                  <a:lnTo>
                    <a:pt x="1138943" y="4719802"/>
                  </a:lnTo>
                  <a:lnTo>
                    <a:pt x="1139037" y="4719802"/>
                  </a:lnTo>
                  <a:lnTo>
                    <a:pt x="1139131" y="4719802"/>
                  </a:lnTo>
                  <a:lnTo>
                    <a:pt x="1139225" y="4719802"/>
                  </a:lnTo>
                  <a:lnTo>
                    <a:pt x="1139319" y="4719802"/>
                  </a:lnTo>
                  <a:lnTo>
                    <a:pt x="1139413" y="4719802"/>
                  </a:lnTo>
                  <a:lnTo>
                    <a:pt x="1139507" y="4719802"/>
                  </a:lnTo>
                  <a:lnTo>
                    <a:pt x="1139601" y="4719802"/>
                  </a:lnTo>
                  <a:lnTo>
                    <a:pt x="1139695" y="4719802"/>
                  </a:lnTo>
                  <a:lnTo>
                    <a:pt x="1139789" y="4719802"/>
                  </a:lnTo>
                  <a:lnTo>
                    <a:pt x="1139883" y="4719802"/>
                  </a:lnTo>
                  <a:lnTo>
                    <a:pt x="1139977" y="4719802"/>
                  </a:lnTo>
                  <a:lnTo>
                    <a:pt x="1140071" y="4719802"/>
                  </a:lnTo>
                  <a:lnTo>
                    <a:pt x="1140165" y="4719802"/>
                  </a:lnTo>
                  <a:lnTo>
                    <a:pt x="1140259" y="4719802"/>
                  </a:lnTo>
                  <a:lnTo>
                    <a:pt x="1140353" y="4719802"/>
                  </a:lnTo>
                  <a:lnTo>
                    <a:pt x="1140447" y="4719802"/>
                  </a:lnTo>
                  <a:lnTo>
                    <a:pt x="1140541" y="4719802"/>
                  </a:lnTo>
                  <a:lnTo>
                    <a:pt x="1140635" y="4719802"/>
                  </a:lnTo>
                  <a:lnTo>
                    <a:pt x="1140729" y="4719802"/>
                  </a:lnTo>
                  <a:lnTo>
                    <a:pt x="1140823" y="4719802"/>
                  </a:lnTo>
                  <a:lnTo>
                    <a:pt x="1140917" y="4719802"/>
                  </a:lnTo>
                  <a:lnTo>
                    <a:pt x="1141011" y="4719802"/>
                  </a:lnTo>
                  <a:lnTo>
                    <a:pt x="1141105" y="4719802"/>
                  </a:lnTo>
                  <a:lnTo>
                    <a:pt x="1141199" y="4719802"/>
                  </a:lnTo>
                  <a:lnTo>
                    <a:pt x="1141199" y="4714523"/>
                  </a:lnTo>
                  <a:lnTo>
                    <a:pt x="1141294" y="4714523"/>
                  </a:lnTo>
                  <a:lnTo>
                    <a:pt x="1141388" y="4714523"/>
                  </a:lnTo>
                  <a:lnTo>
                    <a:pt x="1141482" y="4714523"/>
                  </a:lnTo>
                  <a:lnTo>
                    <a:pt x="1141576" y="4714523"/>
                  </a:lnTo>
                  <a:lnTo>
                    <a:pt x="1141670" y="4714523"/>
                  </a:lnTo>
                  <a:lnTo>
                    <a:pt x="1141764" y="4714523"/>
                  </a:lnTo>
                  <a:lnTo>
                    <a:pt x="1141858" y="4714523"/>
                  </a:lnTo>
                  <a:lnTo>
                    <a:pt x="1141952" y="4714523"/>
                  </a:lnTo>
                  <a:lnTo>
                    <a:pt x="1142046" y="4714523"/>
                  </a:lnTo>
                  <a:lnTo>
                    <a:pt x="1142140" y="4714523"/>
                  </a:lnTo>
                  <a:lnTo>
                    <a:pt x="1142234" y="4714523"/>
                  </a:lnTo>
                  <a:lnTo>
                    <a:pt x="1142328" y="4714523"/>
                  </a:lnTo>
                  <a:lnTo>
                    <a:pt x="1142422" y="4714523"/>
                  </a:lnTo>
                  <a:lnTo>
                    <a:pt x="1142516" y="4714523"/>
                  </a:lnTo>
                  <a:lnTo>
                    <a:pt x="1142610" y="4714523"/>
                  </a:lnTo>
                  <a:lnTo>
                    <a:pt x="1142704" y="4714523"/>
                  </a:lnTo>
                  <a:lnTo>
                    <a:pt x="1142798" y="4714523"/>
                  </a:lnTo>
                  <a:lnTo>
                    <a:pt x="1142892" y="4714523"/>
                  </a:lnTo>
                  <a:lnTo>
                    <a:pt x="1142986" y="4714523"/>
                  </a:lnTo>
                  <a:lnTo>
                    <a:pt x="1143080" y="4714523"/>
                  </a:lnTo>
                  <a:lnTo>
                    <a:pt x="1143174" y="4714523"/>
                  </a:lnTo>
                  <a:lnTo>
                    <a:pt x="1143268" y="4714523"/>
                  </a:lnTo>
                  <a:lnTo>
                    <a:pt x="1143362" y="4714523"/>
                  </a:lnTo>
                  <a:lnTo>
                    <a:pt x="1143456" y="4714523"/>
                  </a:lnTo>
                  <a:lnTo>
                    <a:pt x="1143550" y="4714523"/>
                  </a:lnTo>
                  <a:lnTo>
                    <a:pt x="1143644" y="4714523"/>
                  </a:lnTo>
                  <a:lnTo>
                    <a:pt x="1143738" y="4714523"/>
                  </a:lnTo>
                  <a:lnTo>
                    <a:pt x="1143832" y="4714523"/>
                  </a:lnTo>
                  <a:lnTo>
                    <a:pt x="1143926" y="4714523"/>
                  </a:lnTo>
                  <a:lnTo>
                    <a:pt x="1144020" y="4714523"/>
                  </a:lnTo>
                  <a:lnTo>
                    <a:pt x="1144114" y="4714523"/>
                  </a:lnTo>
                  <a:lnTo>
                    <a:pt x="1144208" y="4714523"/>
                  </a:lnTo>
                  <a:lnTo>
                    <a:pt x="1144208" y="4709243"/>
                  </a:lnTo>
                  <a:lnTo>
                    <a:pt x="1144302" y="4709243"/>
                  </a:lnTo>
                  <a:lnTo>
                    <a:pt x="1144396" y="4709243"/>
                  </a:lnTo>
                  <a:lnTo>
                    <a:pt x="1144490" y="4709243"/>
                  </a:lnTo>
                  <a:lnTo>
                    <a:pt x="1144584" y="4709243"/>
                  </a:lnTo>
                  <a:lnTo>
                    <a:pt x="1144678" y="4709243"/>
                  </a:lnTo>
                  <a:lnTo>
                    <a:pt x="1144773" y="4709243"/>
                  </a:lnTo>
                  <a:lnTo>
                    <a:pt x="1144773" y="4703964"/>
                  </a:lnTo>
                  <a:lnTo>
                    <a:pt x="1144867" y="4703964"/>
                  </a:lnTo>
                  <a:lnTo>
                    <a:pt x="1144961" y="4703964"/>
                  </a:lnTo>
                  <a:lnTo>
                    <a:pt x="1145055" y="4703964"/>
                  </a:lnTo>
                  <a:lnTo>
                    <a:pt x="1145149" y="4703964"/>
                  </a:lnTo>
                  <a:lnTo>
                    <a:pt x="1145243" y="4703964"/>
                  </a:lnTo>
                  <a:lnTo>
                    <a:pt x="1145337" y="4703964"/>
                  </a:lnTo>
                  <a:lnTo>
                    <a:pt x="1145431" y="4703964"/>
                  </a:lnTo>
                  <a:lnTo>
                    <a:pt x="1145525" y="4703964"/>
                  </a:lnTo>
                  <a:lnTo>
                    <a:pt x="1145619" y="4703964"/>
                  </a:lnTo>
                  <a:lnTo>
                    <a:pt x="1145713" y="4703964"/>
                  </a:lnTo>
                  <a:lnTo>
                    <a:pt x="1145807" y="4703964"/>
                  </a:lnTo>
                  <a:lnTo>
                    <a:pt x="1145901" y="4703964"/>
                  </a:lnTo>
                  <a:lnTo>
                    <a:pt x="1145995" y="4703964"/>
                  </a:lnTo>
                  <a:lnTo>
                    <a:pt x="1146089" y="4703964"/>
                  </a:lnTo>
                  <a:lnTo>
                    <a:pt x="1146183" y="4703964"/>
                  </a:lnTo>
                  <a:lnTo>
                    <a:pt x="1146277" y="4703964"/>
                  </a:lnTo>
                  <a:lnTo>
                    <a:pt x="1146371" y="4703964"/>
                  </a:lnTo>
                  <a:lnTo>
                    <a:pt x="1146465" y="4703964"/>
                  </a:lnTo>
                  <a:lnTo>
                    <a:pt x="1146559" y="4703964"/>
                  </a:lnTo>
                  <a:lnTo>
                    <a:pt x="1146653" y="4703964"/>
                  </a:lnTo>
                  <a:lnTo>
                    <a:pt x="1146747" y="4703964"/>
                  </a:lnTo>
                  <a:lnTo>
                    <a:pt x="1146841" y="4703964"/>
                  </a:lnTo>
                  <a:lnTo>
                    <a:pt x="1146935" y="4703964"/>
                  </a:lnTo>
                  <a:lnTo>
                    <a:pt x="1147029" y="4703964"/>
                  </a:lnTo>
                  <a:lnTo>
                    <a:pt x="1147123" y="4703964"/>
                  </a:lnTo>
                  <a:lnTo>
                    <a:pt x="1147217" y="4703964"/>
                  </a:lnTo>
                  <a:lnTo>
                    <a:pt x="1147311" y="4703964"/>
                  </a:lnTo>
                  <a:lnTo>
                    <a:pt x="1147405" y="4703964"/>
                  </a:lnTo>
                  <a:lnTo>
                    <a:pt x="1147499" y="4703964"/>
                  </a:lnTo>
                  <a:lnTo>
                    <a:pt x="1147593" y="4703964"/>
                  </a:lnTo>
                  <a:lnTo>
                    <a:pt x="1147687" y="4703964"/>
                  </a:lnTo>
                  <a:lnTo>
                    <a:pt x="1147781" y="4703964"/>
                  </a:lnTo>
                  <a:lnTo>
                    <a:pt x="1147875" y="4703964"/>
                  </a:lnTo>
                  <a:lnTo>
                    <a:pt x="1147969" y="4703964"/>
                  </a:lnTo>
                  <a:lnTo>
                    <a:pt x="1148063" y="4703964"/>
                  </a:lnTo>
                  <a:lnTo>
                    <a:pt x="1148157" y="4703964"/>
                  </a:lnTo>
                  <a:lnTo>
                    <a:pt x="1148251" y="4703964"/>
                  </a:lnTo>
                  <a:lnTo>
                    <a:pt x="1148346" y="4703964"/>
                  </a:lnTo>
                  <a:lnTo>
                    <a:pt x="1148440" y="4703964"/>
                  </a:lnTo>
                  <a:lnTo>
                    <a:pt x="1148534" y="4703964"/>
                  </a:lnTo>
                  <a:lnTo>
                    <a:pt x="1148628" y="4703964"/>
                  </a:lnTo>
                  <a:lnTo>
                    <a:pt x="1148722" y="4703964"/>
                  </a:lnTo>
                  <a:lnTo>
                    <a:pt x="1148816" y="4703964"/>
                  </a:lnTo>
                  <a:lnTo>
                    <a:pt x="1148910" y="4703964"/>
                  </a:lnTo>
                  <a:lnTo>
                    <a:pt x="1149004" y="4703964"/>
                  </a:lnTo>
                  <a:lnTo>
                    <a:pt x="1149098" y="4703964"/>
                  </a:lnTo>
                  <a:lnTo>
                    <a:pt x="1149192" y="4703964"/>
                  </a:lnTo>
                  <a:lnTo>
                    <a:pt x="1149286" y="4703964"/>
                  </a:lnTo>
                  <a:lnTo>
                    <a:pt x="1149380" y="4703964"/>
                  </a:lnTo>
                  <a:lnTo>
                    <a:pt x="1149474" y="4703964"/>
                  </a:lnTo>
                  <a:lnTo>
                    <a:pt x="1149568" y="4703964"/>
                  </a:lnTo>
                  <a:lnTo>
                    <a:pt x="1149662" y="4703964"/>
                  </a:lnTo>
                  <a:lnTo>
                    <a:pt x="1149756" y="4703964"/>
                  </a:lnTo>
                  <a:lnTo>
                    <a:pt x="1149850" y="4703964"/>
                  </a:lnTo>
                  <a:lnTo>
                    <a:pt x="1149944" y="4703964"/>
                  </a:lnTo>
                  <a:lnTo>
                    <a:pt x="1150038" y="4703964"/>
                  </a:lnTo>
                  <a:lnTo>
                    <a:pt x="1150132" y="4703964"/>
                  </a:lnTo>
                  <a:lnTo>
                    <a:pt x="1150226" y="4703964"/>
                  </a:lnTo>
                  <a:lnTo>
                    <a:pt x="1150320" y="4703964"/>
                  </a:lnTo>
                  <a:lnTo>
                    <a:pt x="1150320" y="4698684"/>
                  </a:lnTo>
                  <a:lnTo>
                    <a:pt x="1150414" y="4698684"/>
                  </a:lnTo>
                  <a:lnTo>
                    <a:pt x="1150508" y="4698684"/>
                  </a:lnTo>
                  <a:lnTo>
                    <a:pt x="1150602" y="4698684"/>
                  </a:lnTo>
                  <a:lnTo>
                    <a:pt x="1150696" y="4698684"/>
                  </a:lnTo>
                  <a:lnTo>
                    <a:pt x="1150790" y="4698684"/>
                  </a:lnTo>
                  <a:lnTo>
                    <a:pt x="1150884" y="4698684"/>
                  </a:lnTo>
                  <a:lnTo>
                    <a:pt x="1150978" y="4698684"/>
                  </a:lnTo>
                  <a:lnTo>
                    <a:pt x="1151072" y="4698684"/>
                  </a:lnTo>
                  <a:lnTo>
                    <a:pt x="1151166" y="4698684"/>
                  </a:lnTo>
                  <a:lnTo>
                    <a:pt x="1151260" y="4698684"/>
                  </a:lnTo>
                  <a:lnTo>
                    <a:pt x="1151354" y="4698684"/>
                  </a:lnTo>
                  <a:lnTo>
                    <a:pt x="1151448" y="4698684"/>
                  </a:lnTo>
                  <a:lnTo>
                    <a:pt x="1151542" y="4698684"/>
                  </a:lnTo>
                  <a:lnTo>
                    <a:pt x="1151636" y="4698684"/>
                  </a:lnTo>
                  <a:lnTo>
                    <a:pt x="1151730" y="4698684"/>
                  </a:lnTo>
                  <a:lnTo>
                    <a:pt x="1151824" y="4698684"/>
                  </a:lnTo>
                  <a:lnTo>
                    <a:pt x="1151919" y="4698684"/>
                  </a:lnTo>
                  <a:lnTo>
                    <a:pt x="1151919" y="4693405"/>
                  </a:lnTo>
                  <a:lnTo>
                    <a:pt x="1152013" y="4693405"/>
                  </a:lnTo>
                  <a:lnTo>
                    <a:pt x="1152107" y="4693405"/>
                  </a:lnTo>
                  <a:lnTo>
                    <a:pt x="1152201" y="4693405"/>
                  </a:lnTo>
                  <a:lnTo>
                    <a:pt x="1152295" y="4693405"/>
                  </a:lnTo>
                  <a:lnTo>
                    <a:pt x="1152389" y="4693405"/>
                  </a:lnTo>
                  <a:lnTo>
                    <a:pt x="1152483" y="4693405"/>
                  </a:lnTo>
                  <a:lnTo>
                    <a:pt x="1152577" y="4693405"/>
                  </a:lnTo>
                  <a:lnTo>
                    <a:pt x="1152671" y="4693405"/>
                  </a:lnTo>
                  <a:lnTo>
                    <a:pt x="1152765" y="4693405"/>
                  </a:lnTo>
                  <a:lnTo>
                    <a:pt x="1152859" y="4693405"/>
                  </a:lnTo>
                  <a:lnTo>
                    <a:pt x="1152953" y="4693405"/>
                  </a:lnTo>
                  <a:lnTo>
                    <a:pt x="1153047" y="4693405"/>
                  </a:lnTo>
                  <a:lnTo>
                    <a:pt x="1153141" y="4693405"/>
                  </a:lnTo>
                  <a:lnTo>
                    <a:pt x="1153235" y="4693405"/>
                  </a:lnTo>
                  <a:lnTo>
                    <a:pt x="1153329" y="4693405"/>
                  </a:lnTo>
                  <a:lnTo>
                    <a:pt x="1153423" y="4693405"/>
                  </a:lnTo>
                  <a:lnTo>
                    <a:pt x="1153517" y="4693405"/>
                  </a:lnTo>
                  <a:lnTo>
                    <a:pt x="1153611" y="4693405"/>
                  </a:lnTo>
                  <a:lnTo>
                    <a:pt x="1153705" y="4693405"/>
                  </a:lnTo>
                  <a:lnTo>
                    <a:pt x="1153799" y="4693405"/>
                  </a:lnTo>
                  <a:lnTo>
                    <a:pt x="1153893" y="4693405"/>
                  </a:lnTo>
                  <a:lnTo>
                    <a:pt x="1153987" y="4693405"/>
                  </a:lnTo>
                  <a:lnTo>
                    <a:pt x="1154081" y="4693405"/>
                  </a:lnTo>
                  <a:lnTo>
                    <a:pt x="1154175" y="4693405"/>
                  </a:lnTo>
                  <a:lnTo>
                    <a:pt x="1154269" y="4693405"/>
                  </a:lnTo>
                  <a:lnTo>
                    <a:pt x="1154363" y="4693405"/>
                  </a:lnTo>
                  <a:lnTo>
                    <a:pt x="1154457" y="4693405"/>
                  </a:lnTo>
                  <a:lnTo>
                    <a:pt x="1154551" y="4693405"/>
                  </a:lnTo>
                  <a:lnTo>
                    <a:pt x="1154645" y="4693405"/>
                  </a:lnTo>
                  <a:lnTo>
                    <a:pt x="1154739" y="4693405"/>
                  </a:lnTo>
                  <a:lnTo>
                    <a:pt x="1154833" y="4693405"/>
                  </a:lnTo>
                  <a:lnTo>
                    <a:pt x="1154927" y="4693405"/>
                  </a:lnTo>
                  <a:lnTo>
                    <a:pt x="1155021" y="4693405"/>
                  </a:lnTo>
                  <a:lnTo>
                    <a:pt x="1155115" y="4693405"/>
                  </a:lnTo>
                  <a:lnTo>
                    <a:pt x="1155209" y="4693405"/>
                  </a:lnTo>
                  <a:lnTo>
                    <a:pt x="1155303" y="4693405"/>
                  </a:lnTo>
                  <a:lnTo>
                    <a:pt x="1155397" y="4693405"/>
                  </a:lnTo>
                  <a:lnTo>
                    <a:pt x="1155492" y="4693405"/>
                  </a:lnTo>
                  <a:lnTo>
                    <a:pt x="1155586" y="4693405"/>
                  </a:lnTo>
                  <a:lnTo>
                    <a:pt x="1155680" y="4693405"/>
                  </a:lnTo>
                  <a:lnTo>
                    <a:pt x="1155774" y="4693405"/>
                  </a:lnTo>
                  <a:lnTo>
                    <a:pt x="1155868" y="4693405"/>
                  </a:lnTo>
                  <a:lnTo>
                    <a:pt x="1155962" y="4693405"/>
                  </a:lnTo>
                  <a:lnTo>
                    <a:pt x="1156056" y="4693405"/>
                  </a:lnTo>
                  <a:lnTo>
                    <a:pt x="1156150" y="4693405"/>
                  </a:lnTo>
                  <a:lnTo>
                    <a:pt x="1156244" y="4693405"/>
                  </a:lnTo>
                  <a:lnTo>
                    <a:pt x="1156338" y="4693405"/>
                  </a:lnTo>
                  <a:lnTo>
                    <a:pt x="1156432" y="4693405"/>
                  </a:lnTo>
                  <a:lnTo>
                    <a:pt x="1156526" y="4693405"/>
                  </a:lnTo>
                  <a:lnTo>
                    <a:pt x="1156620" y="4693405"/>
                  </a:lnTo>
                  <a:lnTo>
                    <a:pt x="1156714" y="4693405"/>
                  </a:lnTo>
                  <a:lnTo>
                    <a:pt x="1156808" y="4693405"/>
                  </a:lnTo>
                  <a:lnTo>
                    <a:pt x="1156902" y="4693405"/>
                  </a:lnTo>
                  <a:lnTo>
                    <a:pt x="1156996" y="4693405"/>
                  </a:lnTo>
                  <a:lnTo>
                    <a:pt x="1157090" y="4693405"/>
                  </a:lnTo>
                  <a:lnTo>
                    <a:pt x="1157184" y="4693405"/>
                  </a:lnTo>
                  <a:lnTo>
                    <a:pt x="1157278" y="4693405"/>
                  </a:lnTo>
                  <a:lnTo>
                    <a:pt x="1157372" y="4693405"/>
                  </a:lnTo>
                  <a:lnTo>
                    <a:pt x="1157466" y="4693405"/>
                  </a:lnTo>
                  <a:lnTo>
                    <a:pt x="1157560" y="4693405"/>
                  </a:lnTo>
                  <a:lnTo>
                    <a:pt x="1157654" y="4693405"/>
                  </a:lnTo>
                  <a:lnTo>
                    <a:pt x="1157748" y="4693405"/>
                  </a:lnTo>
                  <a:lnTo>
                    <a:pt x="1157842" y="4693405"/>
                  </a:lnTo>
                  <a:lnTo>
                    <a:pt x="1157936" y="4693405"/>
                  </a:lnTo>
                  <a:lnTo>
                    <a:pt x="1158030" y="4693405"/>
                  </a:lnTo>
                  <a:lnTo>
                    <a:pt x="1158124" y="4693405"/>
                  </a:lnTo>
                  <a:lnTo>
                    <a:pt x="1158218" y="4693405"/>
                  </a:lnTo>
                  <a:lnTo>
                    <a:pt x="1158312" y="4693405"/>
                  </a:lnTo>
                  <a:lnTo>
                    <a:pt x="1158406" y="4693405"/>
                  </a:lnTo>
                  <a:lnTo>
                    <a:pt x="1158500" y="4693405"/>
                  </a:lnTo>
                  <a:lnTo>
                    <a:pt x="1158594" y="4693405"/>
                  </a:lnTo>
                  <a:lnTo>
                    <a:pt x="1158688" y="4693405"/>
                  </a:lnTo>
                  <a:lnTo>
                    <a:pt x="1158782" y="4693405"/>
                  </a:lnTo>
                  <a:lnTo>
                    <a:pt x="1158876" y="4693405"/>
                  </a:lnTo>
                  <a:lnTo>
                    <a:pt x="1158971" y="4693405"/>
                  </a:lnTo>
                  <a:lnTo>
                    <a:pt x="1159065" y="4693405"/>
                  </a:lnTo>
                  <a:lnTo>
                    <a:pt x="1159159" y="4693405"/>
                  </a:lnTo>
                  <a:lnTo>
                    <a:pt x="1159253" y="4693405"/>
                  </a:lnTo>
                  <a:lnTo>
                    <a:pt x="1159347" y="4693405"/>
                  </a:lnTo>
                  <a:lnTo>
                    <a:pt x="1159441" y="4693405"/>
                  </a:lnTo>
                  <a:lnTo>
                    <a:pt x="1159535" y="4693405"/>
                  </a:lnTo>
                  <a:lnTo>
                    <a:pt x="1159629" y="4693405"/>
                  </a:lnTo>
                  <a:lnTo>
                    <a:pt x="1159723" y="4693405"/>
                  </a:lnTo>
                  <a:lnTo>
                    <a:pt x="1159817" y="4693405"/>
                  </a:lnTo>
                  <a:lnTo>
                    <a:pt x="1159911" y="4693405"/>
                  </a:lnTo>
                  <a:lnTo>
                    <a:pt x="1160005" y="4693405"/>
                  </a:lnTo>
                  <a:lnTo>
                    <a:pt x="1160099" y="4693405"/>
                  </a:lnTo>
                  <a:lnTo>
                    <a:pt x="1160193" y="4693405"/>
                  </a:lnTo>
                  <a:lnTo>
                    <a:pt x="1160287" y="4693405"/>
                  </a:lnTo>
                  <a:lnTo>
                    <a:pt x="1160381" y="4693405"/>
                  </a:lnTo>
                  <a:lnTo>
                    <a:pt x="1160475" y="4693405"/>
                  </a:lnTo>
                  <a:lnTo>
                    <a:pt x="1160569" y="4693405"/>
                  </a:lnTo>
                  <a:lnTo>
                    <a:pt x="1160663" y="4693405"/>
                  </a:lnTo>
                  <a:lnTo>
                    <a:pt x="1160757" y="4693405"/>
                  </a:lnTo>
                  <a:lnTo>
                    <a:pt x="1160851" y="4693405"/>
                  </a:lnTo>
                  <a:lnTo>
                    <a:pt x="1160945" y="4693405"/>
                  </a:lnTo>
                  <a:lnTo>
                    <a:pt x="1161039" y="4693405"/>
                  </a:lnTo>
                  <a:lnTo>
                    <a:pt x="1161133" y="4693405"/>
                  </a:lnTo>
                  <a:lnTo>
                    <a:pt x="1161227" y="4693405"/>
                  </a:lnTo>
                  <a:lnTo>
                    <a:pt x="1161321" y="4693405"/>
                  </a:lnTo>
                  <a:lnTo>
                    <a:pt x="1161415" y="4693405"/>
                  </a:lnTo>
                  <a:lnTo>
                    <a:pt x="1161509" y="4693405"/>
                  </a:lnTo>
                  <a:lnTo>
                    <a:pt x="1161603" y="4693405"/>
                  </a:lnTo>
                  <a:lnTo>
                    <a:pt x="1161697" y="4693405"/>
                  </a:lnTo>
                  <a:lnTo>
                    <a:pt x="1161791" y="4693405"/>
                  </a:lnTo>
                  <a:lnTo>
                    <a:pt x="1161885" y="4693405"/>
                  </a:lnTo>
                  <a:lnTo>
                    <a:pt x="1161979" y="4693405"/>
                  </a:lnTo>
                  <a:lnTo>
                    <a:pt x="1162073" y="4693405"/>
                  </a:lnTo>
                  <a:lnTo>
                    <a:pt x="1162167" y="4693405"/>
                  </a:lnTo>
                  <a:lnTo>
                    <a:pt x="1162261" y="4693405"/>
                  </a:lnTo>
                  <a:lnTo>
                    <a:pt x="1162355" y="4693405"/>
                  </a:lnTo>
                  <a:lnTo>
                    <a:pt x="1162449" y="4693405"/>
                  </a:lnTo>
                  <a:lnTo>
                    <a:pt x="1162544" y="4693405"/>
                  </a:lnTo>
                  <a:lnTo>
                    <a:pt x="1162638" y="4693405"/>
                  </a:lnTo>
                  <a:lnTo>
                    <a:pt x="1162732" y="4693405"/>
                  </a:lnTo>
                  <a:lnTo>
                    <a:pt x="1162826" y="4693405"/>
                  </a:lnTo>
                  <a:lnTo>
                    <a:pt x="1162920" y="4693405"/>
                  </a:lnTo>
                  <a:lnTo>
                    <a:pt x="1162920" y="4688126"/>
                  </a:lnTo>
                  <a:lnTo>
                    <a:pt x="1163014" y="4688126"/>
                  </a:lnTo>
                  <a:lnTo>
                    <a:pt x="1163108" y="4688126"/>
                  </a:lnTo>
                  <a:lnTo>
                    <a:pt x="1163202" y="4688126"/>
                  </a:lnTo>
                  <a:lnTo>
                    <a:pt x="1163296" y="4688126"/>
                  </a:lnTo>
                  <a:lnTo>
                    <a:pt x="1163390" y="4688126"/>
                  </a:lnTo>
                  <a:lnTo>
                    <a:pt x="1163484" y="4688126"/>
                  </a:lnTo>
                  <a:lnTo>
                    <a:pt x="1163578" y="4688126"/>
                  </a:lnTo>
                  <a:lnTo>
                    <a:pt x="1163672" y="4688126"/>
                  </a:lnTo>
                  <a:lnTo>
                    <a:pt x="1163766" y="4688126"/>
                  </a:lnTo>
                  <a:lnTo>
                    <a:pt x="1163860" y="4688126"/>
                  </a:lnTo>
                  <a:lnTo>
                    <a:pt x="1163954" y="4688126"/>
                  </a:lnTo>
                  <a:lnTo>
                    <a:pt x="1164048" y="4688126"/>
                  </a:lnTo>
                  <a:lnTo>
                    <a:pt x="1164142" y="4688126"/>
                  </a:lnTo>
                  <a:lnTo>
                    <a:pt x="1164236" y="4688126"/>
                  </a:lnTo>
                  <a:lnTo>
                    <a:pt x="1164330" y="4688126"/>
                  </a:lnTo>
                  <a:lnTo>
                    <a:pt x="1164424" y="4688126"/>
                  </a:lnTo>
                  <a:lnTo>
                    <a:pt x="1164518" y="4688126"/>
                  </a:lnTo>
                  <a:lnTo>
                    <a:pt x="1164612" y="4688126"/>
                  </a:lnTo>
                  <a:lnTo>
                    <a:pt x="1164706" y="4688126"/>
                  </a:lnTo>
                  <a:lnTo>
                    <a:pt x="1164800" y="4688126"/>
                  </a:lnTo>
                  <a:lnTo>
                    <a:pt x="1164894" y="4688126"/>
                  </a:lnTo>
                  <a:lnTo>
                    <a:pt x="1164988" y="4688126"/>
                  </a:lnTo>
                  <a:lnTo>
                    <a:pt x="1165082" y="4688126"/>
                  </a:lnTo>
                  <a:lnTo>
                    <a:pt x="1165176" y="4688126"/>
                  </a:lnTo>
                  <a:lnTo>
                    <a:pt x="1165270" y="4688126"/>
                  </a:lnTo>
                  <a:lnTo>
                    <a:pt x="1165364" y="4688126"/>
                  </a:lnTo>
                  <a:lnTo>
                    <a:pt x="1165458" y="4688126"/>
                  </a:lnTo>
                  <a:lnTo>
                    <a:pt x="1165552" y="4688126"/>
                  </a:lnTo>
                  <a:lnTo>
                    <a:pt x="1165646" y="4688126"/>
                  </a:lnTo>
                  <a:lnTo>
                    <a:pt x="1165740" y="4688126"/>
                  </a:lnTo>
                  <a:lnTo>
                    <a:pt x="1165834" y="4688126"/>
                  </a:lnTo>
                  <a:lnTo>
                    <a:pt x="1165928" y="4688126"/>
                  </a:lnTo>
                  <a:lnTo>
                    <a:pt x="1166022" y="4688126"/>
                  </a:lnTo>
                  <a:lnTo>
                    <a:pt x="1166117" y="4688126"/>
                  </a:lnTo>
                  <a:lnTo>
                    <a:pt x="1166117" y="4682846"/>
                  </a:lnTo>
                  <a:lnTo>
                    <a:pt x="1166211" y="4682846"/>
                  </a:lnTo>
                  <a:lnTo>
                    <a:pt x="1166305" y="4682846"/>
                  </a:lnTo>
                  <a:lnTo>
                    <a:pt x="1166399" y="4682846"/>
                  </a:lnTo>
                  <a:lnTo>
                    <a:pt x="1166493" y="4682846"/>
                  </a:lnTo>
                  <a:lnTo>
                    <a:pt x="1166493" y="4677567"/>
                  </a:lnTo>
                  <a:lnTo>
                    <a:pt x="1166587" y="4677567"/>
                  </a:lnTo>
                  <a:lnTo>
                    <a:pt x="1166681" y="4677567"/>
                  </a:lnTo>
                  <a:lnTo>
                    <a:pt x="1166775" y="4677567"/>
                  </a:lnTo>
                  <a:lnTo>
                    <a:pt x="1166869" y="4677567"/>
                  </a:lnTo>
                  <a:lnTo>
                    <a:pt x="1166963" y="4677567"/>
                  </a:lnTo>
                  <a:lnTo>
                    <a:pt x="1167057" y="4677567"/>
                  </a:lnTo>
                  <a:lnTo>
                    <a:pt x="1167151" y="4677567"/>
                  </a:lnTo>
                  <a:lnTo>
                    <a:pt x="1167245" y="4677567"/>
                  </a:lnTo>
                  <a:lnTo>
                    <a:pt x="1167339" y="4677567"/>
                  </a:lnTo>
                  <a:lnTo>
                    <a:pt x="1167433" y="4677567"/>
                  </a:lnTo>
                  <a:lnTo>
                    <a:pt x="1167527" y="4677567"/>
                  </a:lnTo>
                  <a:lnTo>
                    <a:pt x="1167621" y="4677567"/>
                  </a:lnTo>
                  <a:lnTo>
                    <a:pt x="1167715" y="4677567"/>
                  </a:lnTo>
                  <a:lnTo>
                    <a:pt x="1167809" y="4677567"/>
                  </a:lnTo>
                  <a:lnTo>
                    <a:pt x="1167903" y="4677567"/>
                  </a:lnTo>
                  <a:lnTo>
                    <a:pt x="1167997" y="4677567"/>
                  </a:lnTo>
                  <a:lnTo>
                    <a:pt x="1168091" y="4677567"/>
                  </a:lnTo>
                  <a:lnTo>
                    <a:pt x="1168185" y="4677567"/>
                  </a:lnTo>
                  <a:lnTo>
                    <a:pt x="1168185" y="4672287"/>
                  </a:lnTo>
                  <a:lnTo>
                    <a:pt x="1168279" y="4672287"/>
                  </a:lnTo>
                  <a:lnTo>
                    <a:pt x="1168373" y="4672287"/>
                  </a:lnTo>
                  <a:lnTo>
                    <a:pt x="1168467" y="4672287"/>
                  </a:lnTo>
                  <a:lnTo>
                    <a:pt x="1168561" y="4672287"/>
                  </a:lnTo>
                  <a:lnTo>
                    <a:pt x="1168655" y="4672287"/>
                  </a:lnTo>
                  <a:lnTo>
                    <a:pt x="1168749" y="4672287"/>
                  </a:lnTo>
                  <a:lnTo>
                    <a:pt x="1168843" y="4672287"/>
                  </a:lnTo>
                  <a:lnTo>
                    <a:pt x="1168937" y="4672287"/>
                  </a:lnTo>
                  <a:lnTo>
                    <a:pt x="1169031" y="4672287"/>
                  </a:lnTo>
                  <a:lnTo>
                    <a:pt x="1169125" y="4672287"/>
                  </a:lnTo>
                  <a:lnTo>
                    <a:pt x="1169219" y="4672287"/>
                  </a:lnTo>
                  <a:lnTo>
                    <a:pt x="1169313" y="4672287"/>
                  </a:lnTo>
                  <a:lnTo>
                    <a:pt x="1169407" y="4672287"/>
                  </a:lnTo>
                  <a:lnTo>
                    <a:pt x="1169501" y="4672287"/>
                  </a:lnTo>
                  <a:lnTo>
                    <a:pt x="1169596" y="4672287"/>
                  </a:lnTo>
                  <a:lnTo>
                    <a:pt x="1169690" y="4672287"/>
                  </a:lnTo>
                  <a:lnTo>
                    <a:pt x="1169784" y="4672287"/>
                  </a:lnTo>
                  <a:lnTo>
                    <a:pt x="1169878" y="4672287"/>
                  </a:lnTo>
                  <a:lnTo>
                    <a:pt x="1169972" y="4672287"/>
                  </a:lnTo>
                  <a:lnTo>
                    <a:pt x="1170066" y="4672287"/>
                  </a:lnTo>
                  <a:lnTo>
                    <a:pt x="1170160" y="4672287"/>
                  </a:lnTo>
                  <a:lnTo>
                    <a:pt x="1170254" y="4672287"/>
                  </a:lnTo>
                  <a:lnTo>
                    <a:pt x="1170348" y="4672287"/>
                  </a:lnTo>
                  <a:lnTo>
                    <a:pt x="1170442" y="4672287"/>
                  </a:lnTo>
                  <a:lnTo>
                    <a:pt x="1170536" y="4672287"/>
                  </a:lnTo>
                  <a:lnTo>
                    <a:pt x="1170630" y="4672287"/>
                  </a:lnTo>
                  <a:lnTo>
                    <a:pt x="1170724" y="4672287"/>
                  </a:lnTo>
                  <a:lnTo>
                    <a:pt x="1170818" y="4672287"/>
                  </a:lnTo>
                  <a:lnTo>
                    <a:pt x="1170912" y="4672287"/>
                  </a:lnTo>
                  <a:lnTo>
                    <a:pt x="1171006" y="4672287"/>
                  </a:lnTo>
                  <a:lnTo>
                    <a:pt x="1171100" y="4672287"/>
                  </a:lnTo>
                  <a:lnTo>
                    <a:pt x="1171194" y="4672287"/>
                  </a:lnTo>
                  <a:lnTo>
                    <a:pt x="1171288" y="4672287"/>
                  </a:lnTo>
                  <a:lnTo>
                    <a:pt x="1171382" y="4672287"/>
                  </a:lnTo>
                  <a:lnTo>
                    <a:pt x="1171476" y="4672287"/>
                  </a:lnTo>
                  <a:lnTo>
                    <a:pt x="1171570" y="4672287"/>
                  </a:lnTo>
                  <a:lnTo>
                    <a:pt x="1171664" y="4672287"/>
                  </a:lnTo>
                  <a:lnTo>
                    <a:pt x="1171758" y="4672287"/>
                  </a:lnTo>
                  <a:lnTo>
                    <a:pt x="1171852" y="4672287"/>
                  </a:lnTo>
                  <a:lnTo>
                    <a:pt x="1171946" y="4672287"/>
                  </a:lnTo>
                  <a:lnTo>
                    <a:pt x="1172040" y="4672287"/>
                  </a:lnTo>
                  <a:lnTo>
                    <a:pt x="1172134" y="4672287"/>
                  </a:lnTo>
                  <a:lnTo>
                    <a:pt x="1172228" y="4672287"/>
                  </a:lnTo>
                  <a:lnTo>
                    <a:pt x="1172322" y="4672287"/>
                  </a:lnTo>
                  <a:lnTo>
                    <a:pt x="1172416" y="4672287"/>
                  </a:lnTo>
                  <a:lnTo>
                    <a:pt x="1172510" y="4672287"/>
                  </a:lnTo>
                  <a:lnTo>
                    <a:pt x="1172604" y="4672287"/>
                  </a:lnTo>
                  <a:lnTo>
                    <a:pt x="1172698" y="4672287"/>
                  </a:lnTo>
                  <a:lnTo>
                    <a:pt x="1172792" y="4672287"/>
                  </a:lnTo>
                  <a:lnTo>
                    <a:pt x="1172886" y="4672287"/>
                  </a:lnTo>
                  <a:lnTo>
                    <a:pt x="1172980" y="4672287"/>
                  </a:lnTo>
                  <a:lnTo>
                    <a:pt x="1173074" y="4672287"/>
                  </a:lnTo>
                  <a:lnTo>
                    <a:pt x="1173169" y="4672287"/>
                  </a:lnTo>
                  <a:lnTo>
                    <a:pt x="1173263" y="4672287"/>
                  </a:lnTo>
                  <a:lnTo>
                    <a:pt x="1173357" y="4672287"/>
                  </a:lnTo>
                  <a:lnTo>
                    <a:pt x="1173451" y="4672287"/>
                  </a:lnTo>
                  <a:lnTo>
                    <a:pt x="1173545" y="4672287"/>
                  </a:lnTo>
                  <a:lnTo>
                    <a:pt x="1173639" y="4672287"/>
                  </a:lnTo>
                  <a:lnTo>
                    <a:pt x="1173733" y="4672287"/>
                  </a:lnTo>
                  <a:lnTo>
                    <a:pt x="1173827" y="4672287"/>
                  </a:lnTo>
                  <a:lnTo>
                    <a:pt x="1173921" y="4672287"/>
                  </a:lnTo>
                  <a:lnTo>
                    <a:pt x="1174015" y="4672287"/>
                  </a:lnTo>
                  <a:lnTo>
                    <a:pt x="1174109" y="4672287"/>
                  </a:lnTo>
                  <a:lnTo>
                    <a:pt x="1174203" y="4672287"/>
                  </a:lnTo>
                  <a:lnTo>
                    <a:pt x="1174297" y="4672287"/>
                  </a:lnTo>
                  <a:lnTo>
                    <a:pt x="1174391" y="4672287"/>
                  </a:lnTo>
                  <a:lnTo>
                    <a:pt x="1174485" y="4672287"/>
                  </a:lnTo>
                  <a:lnTo>
                    <a:pt x="1174579" y="4672287"/>
                  </a:lnTo>
                  <a:lnTo>
                    <a:pt x="1174673" y="4672287"/>
                  </a:lnTo>
                  <a:lnTo>
                    <a:pt x="1174767" y="4672287"/>
                  </a:lnTo>
                  <a:lnTo>
                    <a:pt x="1174861" y="4672287"/>
                  </a:lnTo>
                  <a:lnTo>
                    <a:pt x="1174955" y="4672287"/>
                  </a:lnTo>
                  <a:lnTo>
                    <a:pt x="1175049" y="4672287"/>
                  </a:lnTo>
                  <a:lnTo>
                    <a:pt x="1175143" y="4672287"/>
                  </a:lnTo>
                  <a:lnTo>
                    <a:pt x="1175237" y="4672287"/>
                  </a:lnTo>
                  <a:lnTo>
                    <a:pt x="1175331" y="4672287"/>
                  </a:lnTo>
                  <a:lnTo>
                    <a:pt x="1175425" y="4672287"/>
                  </a:lnTo>
                  <a:lnTo>
                    <a:pt x="1175519" y="4672287"/>
                  </a:lnTo>
                  <a:lnTo>
                    <a:pt x="1175613" y="4672287"/>
                  </a:lnTo>
                  <a:lnTo>
                    <a:pt x="1175707" y="4672287"/>
                  </a:lnTo>
                  <a:lnTo>
                    <a:pt x="1175801" y="4672287"/>
                  </a:lnTo>
                  <a:lnTo>
                    <a:pt x="1175895" y="4672287"/>
                  </a:lnTo>
                  <a:lnTo>
                    <a:pt x="1175989" y="4672287"/>
                  </a:lnTo>
                  <a:lnTo>
                    <a:pt x="1176083" y="4672287"/>
                  </a:lnTo>
                  <a:lnTo>
                    <a:pt x="1176177" y="4672287"/>
                  </a:lnTo>
                  <a:lnTo>
                    <a:pt x="1176271" y="4672287"/>
                  </a:lnTo>
                  <a:lnTo>
                    <a:pt x="1176365" y="4672287"/>
                  </a:lnTo>
                  <a:lnTo>
                    <a:pt x="1176459" y="4672287"/>
                  </a:lnTo>
                  <a:lnTo>
                    <a:pt x="1176553" y="4672287"/>
                  </a:lnTo>
                  <a:lnTo>
                    <a:pt x="1176647" y="4672287"/>
                  </a:lnTo>
                  <a:lnTo>
                    <a:pt x="1176742" y="4672287"/>
                  </a:lnTo>
                  <a:lnTo>
                    <a:pt x="1176836" y="4672287"/>
                  </a:lnTo>
                  <a:lnTo>
                    <a:pt x="1176930" y="4672287"/>
                  </a:lnTo>
                  <a:lnTo>
                    <a:pt x="1177024" y="4672287"/>
                  </a:lnTo>
                  <a:lnTo>
                    <a:pt x="1177118" y="4672287"/>
                  </a:lnTo>
                  <a:lnTo>
                    <a:pt x="1177212" y="4672287"/>
                  </a:lnTo>
                  <a:lnTo>
                    <a:pt x="1177306" y="4672287"/>
                  </a:lnTo>
                  <a:lnTo>
                    <a:pt x="1177400" y="4672287"/>
                  </a:lnTo>
                  <a:lnTo>
                    <a:pt x="1177494" y="4672287"/>
                  </a:lnTo>
                  <a:lnTo>
                    <a:pt x="1177588" y="4672287"/>
                  </a:lnTo>
                  <a:lnTo>
                    <a:pt x="1177682" y="4672287"/>
                  </a:lnTo>
                  <a:lnTo>
                    <a:pt x="1177776" y="4672287"/>
                  </a:lnTo>
                  <a:lnTo>
                    <a:pt x="1177870" y="4672287"/>
                  </a:lnTo>
                  <a:lnTo>
                    <a:pt x="1177964" y="4672287"/>
                  </a:lnTo>
                  <a:lnTo>
                    <a:pt x="1178058" y="4672287"/>
                  </a:lnTo>
                  <a:lnTo>
                    <a:pt x="1178152" y="4672287"/>
                  </a:lnTo>
                  <a:lnTo>
                    <a:pt x="1178246" y="4672287"/>
                  </a:lnTo>
                  <a:lnTo>
                    <a:pt x="1178246" y="4667008"/>
                  </a:lnTo>
                  <a:lnTo>
                    <a:pt x="1178340" y="4667008"/>
                  </a:lnTo>
                  <a:lnTo>
                    <a:pt x="1178434" y="4667008"/>
                  </a:lnTo>
                  <a:lnTo>
                    <a:pt x="1178528" y="4667008"/>
                  </a:lnTo>
                  <a:lnTo>
                    <a:pt x="1178622" y="4667008"/>
                  </a:lnTo>
                  <a:lnTo>
                    <a:pt x="1178716" y="4667008"/>
                  </a:lnTo>
                  <a:lnTo>
                    <a:pt x="1178810" y="4667008"/>
                  </a:lnTo>
                  <a:lnTo>
                    <a:pt x="1178904" y="4667008"/>
                  </a:lnTo>
                  <a:lnTo>
                    <a:pt x="1178998" y="4667008"/>
                  </a:lnTo>
                  <a:lnTo>
                    <a:pt x="1179092" y="4667008"/>
                  </a:lnTo>
                  <a:lnTo>
                    <a:pt x="1179186" y="4667008"/>
                  </a:lnTo>
                  <a:lnTo>
                    <a:pt x="1179280" y="4667008"/>
                  </a:lnTo>
                  <a:lnTo>
                    <a:pt x="1179374" y="4667008"/>
                  </a:lnTo>
                  <a:lnTo>
                    <a:pt x="1179468" y="4667008"/>
                  </a:lnTo>
                  <a:lnTo>
                    <a:pt x="1179562" y="4667008"/>
                  </a:lnTo>
                  <a:lnTo>
                    <a:pt x="1179656" y="4667008"/>
                  </a:lnTo>
                  <a:lnTo>
                    <a:pt x="1179750" y="4667008"/>
                  </a:lnTo>
                  <a:lnTo>
                    <a:pt x="1179844" y="4667008"/>
                  </a:lnTo>
                  <a:lnTo>
                    <a:pt x="1179938" y="4667008"/>
                  </a:lnTo>
                  <a:lnTo>
                    <a:pt x="1180032" y="4667008"/>
                  </a:lnTo>
                  <a:lnTo>
                    <a:pt x="1180126" y="4667008"/>
                  </a:lnTo>
                  <a:lnTo>
                    <a:pt x="1180221" y="4667008"/>
                  </a:lnTo>
                  <a:lnTo>
                    <a:pt x="1180315" y="4667008"/>
                  </a:lnTo>
                  <a:lnTo>
                    <a:pt x="1180409" y="4667008"/>
                  </a:lnTo>
                  <a:lnTo>
                    <a:pt x="1180503" y="4667008"/>
                  </a:lnTo>
                  <a:lnTo>
                    <a:pt x="1180597" y="4667008"/>
                  </a:lnTo>
                  <a:lnTo>
                    <a:pt x="1180691" y="4667008"/>
                  </a:lnTo>
                  <a:lnTo>
                    <a:pt x="1180785" y="4667008"/>
                  </a:lnTo>
                  <a:lnTo>
                    <a:pt x="1180879" y="4667008"/>
                  </a:lnTo>
                  <a:lnTo>
                    <a:pt x="1180973" y="4667008"/>
                  </a:lnTo>
                  <a:lnTo>
                    <a:pt x="1181067" y="4667008"/>
                  </a:lnTo>
                  <a:lnTo>
                    <a:pt x="1181161" y="4667008"/>
                  </a:lnTo>
                  <a:lnTo>
                    <a:pt x="1181255" y="4667008"/>
                  </a:lnTo>
                  <a:lnTo>
                    <a:pt x="1181349" y="4667008"/>
                  </a:lnTo>
                  <a:lnTo>
                    <a:pt x="1181443" y="4667008"/>
                  </a:lnTo>
                  <a:lnTo>
                    <a:pt x="1181537" y="4667008"/>
                  </a:lnTo>
                  <a:lnTo>
                    <a:pt x="1181631" y="4667008"/>
                  </a:lnTo>
                  <a:lnTo>
                    <a:pt x="1181725" y="4667008"/>
                  </a:lnTo>
                  <a:lnTo>
                    <a:pt x="1181819" y="4667008"/>
                  </a:lnTo>
                  <a:lnTo>
                    <a:pt x="1181913" y="4667008"/>
                  </a:lnTo>
                  <a:lnTo>
                    <a:pt x="1182007" y="4667008"/>
                  </a:lnTo>
                  <a:lnTo>
                    <a:pt x="1182101" y="4667008"/>
                  </a:lnTo>
                  <a:lnTo>
                    <a:pt x="1182195" y="4667008"/>
                  </a:lnTo>
                  <a:lnTo>
                    <a:pt x="1182289" y="4667008"/>
                  </a:lnTo>
                  <a:lnTo>
                    <a:pt x="1182383" y="4667008"/>
                  </a:lnTo>
                  <a:lnTo>
                    <a:pt x="1182477" y="4667008"/>
                  </a:lnTo>
                  <a:lnTo>
                    <a:pt x="1182571" y="4667008"/>
                  </a:lnTo>
                  <a:lnTo>
                    <a:pt x="1182665" y="4667008"/>
                  </a:lnTo>
                  <a:lnTo>
                    <a:pt x="1182759" y="4667008"/>
                  </a:lnTo>
                  <a:lnTo>
                    <a:pt x="1182853" y="4667008"/>
                  </a:lnTo>
                  <a:lnTo>
                    <a:pt x="1182947" y="4667008"/>
                  </a:lnTo>
                  <a:lnTo>
                    <a:pt x="1183041" y="4667008"/>
                  </a:lnTo>
                  <a:lnTo>
                    <a:pt x="1183135" y="4667008"/>
                  </a:lnTo>
                  <a:lnTo>
                    <a:pt x="1183229" y="4667008"/>
                  </a:lnTo>
                  <a:lnTo>
                    <a:pt x="1183323" y="4667008"/>
                  </a:lnTo>
                  <a:lnTo>
                    <a:pt x="1183417" y="4667008"/>
                  </a:lnTo>
                  <a:lnTo>
                    <a:pt x="1183511" y="4667008"/>
                  </a:lnTo>
                  <a:lnTo>
                    <a:pt x="1183605" y="4667008"/>
                  </a:lnTo>
                  <a:lnTo>
                    <a:pt x="1183699" y="4667008"/>
                  </a:lnTo>
                  <a:lnTo>
                    <a:pt x="1183794" y="4667008"/>
                  </a:lnTo>
                  <a:lnTo>
                    <a:pt x="1183888" y="4667008"/>
                  </a:lnTo>
                  <a:lnTo>
                    <a:pt x="1183982" y="4667008"/>
                  </a:lnTo>
                  <a:lnTo>
                    <a:pt x="1184076" y="4667008"/>
                  </a:lnTo>
                  <a:lnTo>
                    <a:pt x="1184170" y="4667008"/>
                  </a:lnTo>
                  <a:lnTo>
                    <a:pt x="1184264" y="4667008"/>
                  </a:lnTo>
                  <a:lnTo>
                    <a:pt x="1184358" y="4667008"/>
                  </a:lnTo>
                  <a:lnTo>
                    <a:pt x="1184452" y="4667008"/>
                  </a:lnTo>
                  <a:lnTo>
                    <a:pt x="1184546" y="4667008"/>
                  </a:lnTo>
                  <a:lnTo>
                    <a:pt x="1184640" y="4667008"/>
                  </a:lnTo>
                  <a:lnTo>
                    <a:pt x="1184734" y="4667008"/>
                  </a:lnTo>
                  <a:lnTo>
                    <a:pt x="1184828" y="4667008"/>
                  </a:lnTo>
                  <a:lnTo>
                    <a:pt x="1184922" y="4667008"/>
                  </a:lnTo>
                  <a:lnTo>
                    <a:pt x="1185016" y="4667008"/>
                  </a:lnTo>
                  <a:lnTo>
                    <a:pt x="1185110" y="4667008"/>
                  </a:lnTo>
                  <a:lnTo>
                    <a:pt x="1185204" y="4667008"/>
                  </a:lnTo>
                  <a:lnTo>
                    <a:pt x="1185298" y="4667008"/>
                  </a:lnTo>
                  <a:lnTo>
                    <a:pt x="1185392" y="4667008"/>
                  </a:lnTo>
                  <a:lnTo>
                    <a:pt x="1185486" y="4667008"/>
                  </a:lnTo>
                  <a:lnTo>
                    <a:pt x="1185580" y="4667008"/>
                  </a:lnTo>
                  <a:lnTo>
                    <a:pt x="1185674" y="4667008"/>
                  </a:lnTo>
                  <a:lnTo>
                    <a:pt x="1185768" y="4667008"/>
                  </a:lnTo>
                  <a:lnTo>
                    <a:pt x="1185862" y="4667008"/>
                  </a:lnTo>
                  <a:lnTo>
                    <a:pt x="1185956" y="4667008"/>
                  </a:lnTo>
                  <a:lnTo>
                    <a:pt x="1186050" y="4667008"/>
                  </a:lnTo>
                  <a:lnTo>
                    <a:pt x="1186144" y="4667008"/>
                  </a:lnTo>
                  <a:lnTo>
                    <a:pt x="1186238" y="4667008"/>
                  </a:lnTo>
                  <a:lnTo>
                    <a:pt x="1186332" y="4667008"/>
                  </a:lnTo>
                  <a:lnTo>
                    <a:pt x="1186426" y="4667008"/>
                  </a:lnTo>
                  <a:lnTo>
                    <a:pt x="1186520" y="4667008"/>
                  </a:lnTo>
                  <a:lnTo>
                    <a:pt x="1186614" y="4667008"/>
                  </a:lnTo>
                  <a:lnTo>
                    <a:pt x="1186708" y="4667008"/>
                  </a:lnTo>
                  <a:lnTo>
                    <a:pt x="1186802" y="4667008"/>
                  </a:lnTo>
                  <a:lnTo>
                    <a:pt x="1186896" y="4667008"/>
                  </a:lnTo>
                  <a:lnTo>
                    <a:pt x="1186990" y="4667008"/>
                  </a:lnTo>
                  <a:lnTo>
                    <a:pt x="1187084" y="4667008"/>
                  </a:lnTo>
                  <a:lnTo>
                    <a:pt x="1187178" y="4667008"/>
                  </a:lnTo>
                  <a:lnTo>
                    <a:pt x="1187272" y="4667008"/>
                  </a:lnTo>
                  <a:lnTo>
                    <a:pt x="1187367" y="4667008"/>
                  </a:lnTo>
                  <a:lnTo>
                    <a:pt x="1187461" y="4667008"/>
                  </a:lnTo>
                  <a:lnTo>
                    <a:pt x="1187555" y="4667008"/>
                  </a:lnTo>
                  <a:lnTo>
                    <a:pt x="1187649" y="4667008"/>
                  </a:lnTo>
                  <a:lnTo>
                    <a:pt x="1187743" y="4667008"/>
                  </a:lnTo>
                  <a:lnTo>
                    <a:pt x="1187837" y="4667008"/>
                  </a:lnTo>
                  <a:lnTo>
                    <a:pt x="1187931" y="4667008"/>
                  </a:lnTo>
                  <a:lnTo>
                    <a:pt x="1188025" y="4667008"/>
                  </a:lnTo>
                  <a:lnTo>
                    <a:pt x="1188119" y="4667008"/>
                  </a:lnTo>
                  <a:lnTo>
                    <a:pt x="1188213" y="4667008"/>
                  </a:lnTo>
                  <a:lnTo>
                    <a:pt x="1188307" y="4667008"/>
                  </a:lnTo>
                  <a:lnTo>
                    <a:pt x="1188401" y="4667008"/>
                  </a:lnTo>
                  <a:lnTo>
                    <a:pt x="1188495" y="4667008"/>
                  </a:lnTo>
                  <a:lnTo>
                    <a:pt x="1188589" y="4667008"/>
                  </a:lnTo>
                  <a:lnTo>
                    <a:pt x="1188683" y="4667008"/>
                  </a:lnTo>
                  <a:lnTo>
                    <a:pt x="1188777" y="4667008"/>
                  </a:lnTo>
                  <a:lnTo>
                    <a:pt x="1188871" y="4667008"/>
                  </a:lnTo>
                  <a:lnTo>
                    <a:pt x="1188965" y="4667008"/>
                  </a:lnTo>
                  <a:lnTo>
                    <a:pt x="1189059" y="4667008"/>
                  </a:lnTo>
                  <a:lnTo>
                    <a:pt x="1189153" y="4667008"/>
                  </a:lnTo>
                  <a:lnTo>
                    <a:pt x="1189247" y="4667008"/>
                  </a:lnTo>
                  <a:lnTo>
                    <a:pt x="1189341" y="4667008"/>
                  </a:lnTo>
                  <a:lnTo>
                    <a:pt x="1189435" y="4667008"/>
                  </a:lnTo>
                  <a:lnTo>
                    <a:pt x="1189529" y="4667008"/>
                  </a:lnTo>
                  <a:lnTo>
                    <a:pt x="1189623" y="4667008"/>
                  </a:lnTo>
                  <a:lnTo>
                    <a:pt x="1189717" y="4667008"/>
                  </a:lnTo>
                  <a:lnTo>
                    <a:pt x="1189811" y="4667008"/>
                  </a:lnTo>
                  <a:lnTo>
                    <a:pt x="1189905" y="4667008"/>
                  </a:lnTo>
                  <a:lnTo>
                    <a:pt x="1189999" y="4667008"/>
                  </a:lnTo>
                  <a:lnTo>
                    <a:pt x="1190093" y="4667008"/>
                  </a:lnTo>
                  <a:lnTo>
                    <a:pt x="1190187" y="4667008"/>
                  </a:lnTo>
                  <a:lnTo>
                    <a:pt x="1190281" y="4667008"/>
                  </a:lnTo>
                  <a:lnTo>
                    <a:pt x="1190375" y="4667008"/>
                  </a:lnTo>
                  <a:lnTo>
                    <a:pt x="1190469" y="4667008"/>
                  </a:lnTo>
                  <a:lnTo>
                    <a:pt x="1190563" y="4667008"/>
                  </a:lnTo>
                  <a:lnTo>
                    <a:pt x="1190657" y="4667008"/>
                  </a:lnTo>
                  <a:lnTo>
                    <a:pt x="1190751" y="4667008"/>
                  </a:lnTo>
                  <a:lnTo>
                    <a:pt x="1190846" y="4667008"/>
                  </a:lnTo>
                  <a:lnTo>
                    <a:pt x="1190940" y="4667008"/>
                  </a:lnTo>
                  <a:lnTo>
                    <a:pt x="1190940" y="4661729"/>
                  </a:lnTo>
                  <a:lnTo>
                    <a:pt x="1191034" y="4661729"/>
                  </a:lnTo>
                  <a:lnTo>
                    <a:pt x="1191128" y="4661729"/>
                  </a:lnTo>
                  <a:lnTo>
                    <a:pt x="1191222" y="4661729"/>
                  </a:lnTo>
                  <a:lnTo>
                    <a:pt x="1191316" y="4661729"/>
                  </a:lnTo>
                  <a:lnTo>
                    <a:pt x="1191410" y="4661729"/>
                  </a:lnTo>
                  <a:lnTo>
                    <a:pt x="1191504" y="4661729"/>
                  </a:lnTo>
                  <a:lnTo>
                    <a:pt x="1191598" y="4661729"/>
                  </a:lnTo>
                  <a:lnTo>
                    <a:pt x="1191692" y="4661729"/>
                  </a:lnTo>
                  <a:lnTo>
                    <a:pt x="1191786" y="4661729"/>
                  </a:lnTo>
                  <a:lnTo>
                    <a:pt x="1191880" y="4661729"/>
                  </a:lnTo>
                  <a:lnTo>
                    <a:pt x="1191974" y="4661729"/>
                  </a:lnTo>
                  <a:lnTo>
                    <a:pt x="1192068" y="4661729"/>
                  </a:lnTo>
                  <a:lnTo>
                    <a:pt x="1192162" y="4661729"/>
                  </a:lnTo>
                  <a:lnTo>
                    <a:pt x="1192256" y="4661729"/>
                  </a:lnTo>
                  <a:lnTo>
                    <a:pt x="1192350" y="4661729"/>
                  </a:lnTo>
                  <a:lnTo>
                    <a:pt x="1192444" y="4661729"/>
                  </a:lnTo>
                  <a:lnTo>
                    <a:pt x="1192538" y="4661729"/>
                  </a:lnTo>
                  <a:lnTo>
                    <a:pt x="1192632" y="4661729"/>
                  </a:lnTo>
                  <a:lnTo>
                    <a:pt x="1192726" y="4661729"/>
                  </a:lnTo>
                  <a:lnTo>
                    <a:pt x="1192726" y="4656449"/>
                  </a:lnTo>
                  <a:lnTo>
                    <a:pt x="1192820" y="4656449"/>
                  </a:lnTo>
                  <a:lnTo>
                    <a:pt x="1192914" y="4656449"/>
                  </a:lnTo>
                  <a:lnTo>
                    <a:pt x="1193008" y="4656449"/>
                  </a:lnTo>
                  <a:lnTo>
                    <a:pt x="1193102" y="4656449"/>
                  </a:lnTo>
                  <a:lnTo>
                    <a:pt x="1193196" y="4656449"/>
                  </a:lnTo>
                  <a:lnTo>
                    <a:pt x="1193290" y="4656449"/>
                  </a:lnTo>
                  <a:lnTo>
                    <a:pt x="1193384" y="4656449"/>
                  </a:lnTo>
                  <a:lnTo>
                    <a:pt x="1193478" y="4656449"/>
                  </a:lnTo>
                  <a:lnTo>
                    <a:pt x="1193572" y="4656449"/>
                  </a:lnTo>
                  <a:lnTo>
                    <a:pt x="1193666" y="4656449"/>
                  </a:lnTo>
                  <a:lnTo>
                    <a:pt x="1193760" y="4656449"/>
                  </a:lnTo>
                  <a:lnTo>
                    <a:pt x="1193854" y="4656449"/>
                  </a:lnTo>
                  <a:lnTo>
                    <a:pt x="1193854" y="4651170"/>
                  </a:lnTo>
                  <a:lnTo>
                    <a:pt x="1193948" y="4651170"/>
                  </a:lnTo>
                  <a:lnTo>
                    <a:pt x="1193948" y="4645890"/>
                  </a:lnTo>
                  <a:lnTo>
                    <a:pt x="1194042" y="4645890"/>
                  </a:lnTo>
                  <a:lnTo>
                    <a:pt x="1194136" y="4645890"/>
                  </a:lnTo>
                  <a:lnTo>
                    <a:pt x="1194230" y="4645890"/>
                  </a:lnTo>
                  <a:lnTo>
                    <a:pt x="1194324" y="4645890"/>
                  </a:lnTo>
                  <a:lnTo>
                    <a:pt x="1194324" y="4640611"/>
                  </a:lnTo>
                  <a:lnTo>
                    <a:pt x="1194419" y="4640611"/>
                  </a:lnTo>
                  <a:lnTo>
                    <a:pt x="1194513" y="4640611"/>
                  </a:lnTo>
                  <a:lnTo>
                    <a:pt x="1194607" y="4640611"/>
                  </a:lnTo>
                  <a:lnTo>
                    <a:pt x="1194701" y="4640611"/>
                  </a:lnTo>
                  <a:lnTo>
                    <a:pt x="1194795" y="4640611"/>
                  </a:lnTo>
                  <a:lnTo>
                    <a:pt x="1194889" y="4640611"/>
                  </a:lnTo>
                  <a:lnTo>
                    <a:pt x="1194983" y="4640611"/>
                  </a:lnTo>
                  <a:lnTo>
                    <a:pt x="1195077" y="4640611"/>
                  </a:lnTo>
                  <a:lnTo>
                    <a:pt x="1195171" y="4640611"/>
                  </a:lnTo>
                  <a:lnTo>
                    <a:pt x="1195265" y="4640611"/>
                  </a:lnTo>
                  <a:lnTo>
                    <a:pt x="1195359" y="4640611"/>
                  </a:lnTo>
                  <a:lnTo>
                    <a:pt x="1195453" y="4640611"/>
                  </a:lnTo>
                  <a:lnTo>
                    <a:pt x="1195547" y="4640611"/>
                  </a:lnTo>
                  <a:lnTo>
                    <a:pt x="1195641" y="4640611"/>
                  </a:lnTo>
                  <a:lnTo>
                    <a:pt x="1195735" y="4640611"/>
                  </a:lnTo>
                  <a:lnTo>
                    <a:pt x="1195829" y="4640611"/>
                  </a:lnTo>
                  <a:lnTo>
                    <a:pt x="1195923" y="4640611"/>
                  </a:lnTo>
                  <a:lnTo>
                    <a:pt x="1196017" y="4640611"/>
                  </a:lnTo>
                  <a:lnTo>
                    <a:pt x="1196111" y="4640611"/>
                  </a:lnTo>
                  <a:lnTo>
                    <a:pt x="1196205" y="4640611"/>
                  </a:lnTo>
                  <a:lnTo>
                    <a:pt x="1196299" y="4640611"/>
                  </a:lnTo>
                  <a:lnTo>
                    <a:pt x="1196393" y="4640611"/>
                  </a:lnTo>
                  <a:lnTo>
                    <a:pt x="1196487" y="4640611"/>
                  </a:lnTo>
                  <a:lnTo>
                    <a:pt x="1196581" y="4640611"/>
                  </a:lnTo>
                  <a:lnTo>
                    <a:pt x="1196675" y="4640611"/>
                  </a:lnTo>
                  <a:lnTo>
                    <a:pt x="1196769" y="4640611"/>
                  </a:lnTo>
                  <a:lnTo>
                    <a:pt x="1196863" y="4640611"/>
                  </a:lnTo>
                  <a:lnTo>
                    <a:pt x="1196957" y="4640611"/>
                  </a:lnTo>
                  <a:lnTo>
                    <a:pt x="1197051" y="4640611"/>
                  </a:lnTo>
                  <a:lnTo>
                    <a:pt x="1197145" y="4640611"/>
                  </a:lnTo>
                  <a:lnTo>
                    <a:pt x="1197239" y="4640611"/>
                  </a:lnTo>
                  <a:lnTo>
                    <a:pt x="1197333" y="4640611"/>
                  </a:lnTo>
                  <a:lnTo>
                    <a:pt x="1197427" y="4640611"/>
                  </a:lnTo>
                  <a:lnTo>
                    <a:pt x="1197521" y="4640611"/>
                  </a:lnTo>
                  <a:lnTo>
                    <a:pt x="1197615" y="4640611"/>
                  </a:lnTo>
                  <a:lnTo>
                    <a:pt x="1197709" y="4640611"/>
                  </a:lnTo>
                  <a:lnTo>
                    <a:pt x="1197803" y="4640611"/>
                  </a:lnTo>
                  <a:lnTo>
                    <a:pt x="1197897" y="4640611"/>
                  </a:lnTo>
                  <a:lnTo>
                    <a:pt x="1197992" y="4640611"/>
                  </a:lnTo>
                  <a:lnTo>
                    <a:pt x="1198086" y="4640611"/>
                  </a:lnTo>
                  <a:lnTo>
                    <a:pt x="1198180" y="4640611"/>
                  </a:lnTo>
                  <a:lnTo>
                    <a:pt x="1198274" y="4640611"/>
                  </a:lnTo>
                  <a:lnTo>
                    <a:pt x="1198368" y="4640611"/>
                  </a:lnTo>
                  <a:lnTo>
                    <a:pt x="1198462" y="4640611"/>
                  </a:lnTo>
                  <a:lnTo>
                    <a:pt x="1198556" y="4640611"/>
                  </a:lnTo>
                  <a:lnTo>
                    <a:pt x="1198650" y="4640611"/>
                  </a:lnTo>
                  <a:lnTo>
                    <a:pt x="1198744" y="4640611"/>
                  </a:lnTo>
                  <a:lnTo>
                    <a:pt x="1198838" y="4640611"/>
                  </a:lnTo>
                  <a:lnTo>
                    <a:pt x="1198932" y="4640611"/>
                  </a:lnTo>
                  <a:lnTo>
                    <a:pt x="1199026" y="4640611"/>
                  </a:lnTo>
                  <a:lnTo>
                    <a:pt x="1199120" y="4640611"/>
                  </a:lnTo>
                  <a:lnTo>
                    <a:pt x="1199214" y="4640611"/>
                  </a:lnTo>
                  <a:lnTo>
                    <a:pt x="1199308" y="4640611"/>
                  </a:lnTo>
                  <a:lnTo>
                    <a:pt x="1199402" y="4640611"/>
                  </a:lnTo>
                  <a:lnTo>
                    <a:pt x="1199496" y="4640611"/>
                  </a:lnTo>
                  <a:lnTo>
                    <a:pt x="1199590" y="4640611"/>
                  </a:lnTo>
                  <a:lnTo>
                    <a:pt x="1199684" y="4640611"/>
                  </a:lnTo>
                  <a:lnTo>
                    <a:pt x="1199778" y="4640611"/>
                  </a:lnTo>
                  <a:lnTo>
                    <a:pt x="1199872" y="4640611"/>
                  </a:lnTo>
                  <a:lnTo>
                    <a:pt x="1199966" y="4640611"/>
                  </a:lnTo>
                  <a:lnTo>
                    <a:pt x="1200060" y="4640611"/>
                  </a:lnTo>
                  <a:lnTo>
                    <a:pt x="1200154" y="4640611"/>
                  </a:lnTo>
                  <a:lnTo>
                    <a:pt x="1200248" y="4640611"/>
                  </a:lnTo>
                  <a:lnTo>
                    <a:pt x="1200342" y="4640611"/>
                  </a:lnTo>
                  <a:lnTo>
                    <a:pt x="1200436" y="4640611"/>
                  </a:lnTo>
                  <a:lnTo>
                    <a:pt x="1200530" y="4640611"/>
                  </a:lnTo>
                  <a:lnTo>
                    <a:pt x="1200624" y="4640611"/>
                  </a:lnTo>
                  <a:lnTo>
                    <a:pt x="1200718" y="4640611"/>
                  </a:lnTo>
                  <a:lnTo>
                    <a:pt x="1200812" y="4640611"/>
                  </a:lnTo>
                  <a:lnTo>
                    <a:pt x="1200906" y="4640611"/>
                  </a:lnTo>
                  <a:lnTo>
                    <a:pt x="1201000" y="4640611"/>
                  </a:lnTo>
                  <a:lnTo>
                    <a:pt x="1201094" y="4640611"/>
                  </a:lnTo>
                  <a:lnTo>
                    <a:pt x="1201188" y="4640611"/>
                  </a:lnTo>
                  <a:lnTo>
                    <a:pt x="1201282" y="4640611"/>
                  </a:lnTo>
                  <a:lnTo>
                    <a:pt x="1201376" y="4640611"/>
                  </a:lnTo>
                  <a:lnTo>
                    <a:pt x="1201470" y="4640611"/>
                  </a:lnTo>
                  <a:lnTo>
                    <a:pt x="1201565" y="4640611"/>
                  </a:lnTo>
                  <a:lnTo>
                    <a:pt x="1201659" y="4640611"/>
                  </a:lnTo>
                  <a:lnTo>
                    <a:pt x="1201753" y="4640611"/>
                  </a:lnTo>
                  <a:lnTo>
                    <a:pt x="1201847" y="4640611"/>
                  </a:lnTo>
                  <a:lnTo>
                    <a:pt x="1201941" y="4640611"/>
                  </a:lnTo>
                  <a:lnTo>
                    <a:pt x="1202035" y="4640611"/>
                  </a:lnTo>
                  <a:lnTo>
                    <a:pt x="1202129" y="4640611"/>
                  </a:lnTo>
                  <a:lnTo>
                    <a:pt x="1202223" y="4640611"/>
                  </a:lnTo>
                  <a:lnTo>
                    <a:pt x="1202317" y="4640611"/>
                  </a:lnTo>
                  <a:lnTo>
                    <a:pt x="1202411" y="4640611"/>
                  </a:lnTo>
                  <a:lnTo>
                    <a:pt x="1202505" y="4640611"/>
                  </a:lnTo>
                  <a:lnTo>
                    <a:pt x="1202599" y="4640611"/>
                  </a:lnTo>
                  <a:lnTo>
                    <a:pt x="1202693" y="4640611"/>
                  </a:lnTo>
                  <a:lnTo>
                    <a:pt x="1202787" y="4640611"/>
                  </a:lnTo>
                  <a:lnTo>
                    <a:pt x="1202881" y="4640611"/>
                  </a:lnTo>
                  <a:lnTo>
                    <a:pt x="1202975" y="4640611"/>
                  </a:lnTo>
                  <a:lnTo>
                    <a:pt x="1203069" y="4640611"/>
                  </a:lnTo>
                  <a:lnTo>
                    <a:pt x="1203163" y="4640611"/>
                  </a:lnTo>
                  <a:lnTo>
                    <a:pt x="1203257" y="4640611"/>
                  </a:lnTo>
                  <a:lnTo>
                    <a:pt x="1203351" y="4640611"/>
                  </a:lnTo>
                  <a:lnTo>
                    <a:pt x="1203445" y="4640611"/>
                  </a:lnTo>
                  <a:lnTo>
                    <a:pt x="1203539" y="4640611"/>
                  </a:lnTo>
                  <a:lnTo>
                    <a:pt x="1203633" y="4640611"/>
                  </a:lnTo>
                  <a:lnTo>
                    <a:pt x="1203727" y="4640611"/>
                  </a:lnTo>
                  <a:lnTo>
                    <a:pt x="1203821" y="4640611"/>
                  </a:lnTo>
                  <a:lnTo>
                    <a:pt x="1203915" y="4640611"/>
                  </a:lnTo>
                  <a:lnTo>
                    <a:pt x="1204009" y="4640611"/>
                  </a:lnTo>
                  <a:lnTo>
                    <a:pt x="1204103" y="4640611"/>
                  </a:lnTo>
                  <a:lnTo>
                    <a:pt x="1204197" y="4640611"/>
                  </a:lnTo>
                  <a:lnTo>
                    <a:pt x="1204291" y="4640611"/>
                  </a:lnTo>
                  <a:lnTo>
                    <a:pt x="1204385" y="4640611"/>
                  </a:lnTo>
                  <a:lnTo>
                    <a:pt x="1204479" y="4640611"/>
                  </a:lnTo>
                  <a:lnTo>
                    <a:pt x="1204573" y="4640611"/>
                  </a:lnTo>
                  <a:lnTo>
                    <a:pt x="1204667" y="4640611"/>
                  </a:lnTo>
                  <a:lnTo>
                    <a:pt x="1204761" y="4640611"/>
                  </a:lnTo>
                  <a:lnTo>
                    <a:pt x="1204855" y="4640611"/>
                  </a:lnTo>
                  <a:lnTo>
                    <a:pt x="1204949" y="4640611"/>
                  </a:lnTo>
                  <a:lnTo>
                    <a:pt x="1205044" y="4640611"/>
                  </a:lnTo>
                  <a:lnTo>
                    <a:pt x="1205138" y="4640611"/>
                  </a:lnTo>
                  <a:lnTo>
                    <a:pt x="1205232" y="4640611"/>
                  </a:lnTo>
                  <a:lnTo>
                    <a:pt x="1205326" y="4640611"/>
                  </a:lnTo>
                  <a:lnTo>
                    <a:pt x="1205420" y="4640611"/>
                  </a:lnTo>
                  <a:lnTo>
                    <a:pt x="1205514" y="4640611"/>
                  </a:lnTo>
                  <a:lnTo>
                    <a:pt x="1205608" y="4640611"/>
                  </a:lnTo>
                  <a:lnTo>
                    <a:pt x="1205702" y="4640611"/>
                  </a:lnTo>
                  <a:lnTo>
                    <a:pt x="1205796" y="4640611"/>
                  </a:lnTo>
                  <a:lnTo>
                    <a:pt x="1205890" y="4640611"/>
                  </a:lnTo>
                  <a:lnTo>
                    <a:pt x="1205984" y="4640611"/>
                  </a:lnTo>
                  <a:lnTo>
                    <a:pt x="1206078" y="4640611"/>
                  </a:lnTo>
                  <a:lnTo>
                    <a:pt x="1206172" y="4640611"/>
                  </a:lnTo>
                  <a:lnTo>
                    <a:pt x="1206266" y="4640611"/>
                  </a:lnTo>
                  <a:lnTo>
                    <a:pt x="1206360" y="4640611"/>
                  </a:lnTo>
                  <a:lnTo>
                    <a:pt x="1206454" y="4640611"/>
                  </a:lnTo>
                  <a:lnTo>
                    <a:pt x="1206548" y="4640611"/>
                  </a:lnTo>
                  <a:lnTo>
                    <a:pt x="1206642" y="4640611"/>
                  </a:lnTo>
                  <a:lnTo>
                    <a:pt x="1206736" y="4640611"/>
                  </a:lnTo>
                  <a:lnTo>
                    <a:pt x="1206830" y="4640611"/>
                  </a:lnTo>
                  <a:lnTo>
                    <a:pt x="1206924" y="4640611"/>
                  </a:lnTo>
                  <a:lnTo>
                    <a:pt x="1207018" y="4640611"/>
                  </a:lnTo>
                  <a:lnTo>
                    <a:pt x="1207112" y="4640611"/>
                  </a:lnTo>
                  <a:lnTo>
                    <a:pt x="1207206" y="4640611"/>
                  </a:lnTo>
                  <a:lnTo>
                    <a:pt x="1207300" y="4640611"/>
                  </a:lnTo>
                  <a:lnTo>
                    <a:pt x="1207394" y="4640611"/>
                  </a:lnTo>
                  <a:lnTo>
                    <a:pt x="1207488" y="4640611"/>
                  </a:lnTo>
                  <a:lnTo>
                    <a:pt x="1207582" y="4640611"/>
                  </a:lnTo>
                  <a:lnTo>
                    <a:pt x="1207676" y="4640611"/>
                  </a:lnTo>
                  <a:lnTo>
                    <a:pt x="1207770" y="4640611"/>
                  </a:lnTo>
                  <a:lnTo>
                    <a:pt x="1207864" y="4640611"/>
                  </a:lnTo>
                  <a:lnTo>
                    <a:pt x="1207958" y="4640611"/>
                  </a:lnTo>
                  <a:lnTo>
                    <a:pt x="1208052" y="4640611"/>
                  </a:lnTo>
                  <a:lnTo>
                    <a:pt x="1208146" y="4640611"/>
                  </a:lnTo>
                  <a:lnTo>
                    <a:pt x="1208240" y="4640611"/>
                  </a:lnTo>
                  <a:lnTo>
                    <a:pt x="1208334" y="4640611"/>
                  </a:lnTo>
                  <a:lnTo>
                    <a:pt x="1208428" y="4640611"/>
                  </a:lnTo>
                  <a:lnTo>
                    <a:pt x="1208522" y="4640611"/>
                  </a:lnTo>
                  <a:lnTo>
                    <a:pt x="1208617" y="4640611"/>
                  </a:lnTo>
                  <a:lnTo>
                    <a:pt x="1208711" y="4640611"/>
                  </a:lnTo>
                  <a:lnTo>
                    <a:pt x="1208805" y="4640611"/>
                  </a:lnTo>
                  <a:lnTo>
                    <a:pt x="1208899" y="4640611"/>
                  </a:lnTo>
                  <a:lnTo>
                    <a:pt x="1208993" y="4640611"/>
                  </a:lnTo>
                  <a:lnTo>
                    <a:pt x="1209087" y="4640611"/>
                  </a:lnTo>
                  <a:lnTo>
                    <a:pt x="1209181" y="4640611"/>
                  </a:lnTo>
                  <a:lnTo>
                    <a:pt x="1209275" y="4640611"/>
                  </a:lnTo>
                  <a:lnTo>
                    <a:pt x="1209369" y="4640611"/>
                  </a:lnTo>
                  <a:lnTo>
                    <a:pt x="1209463" y="4640611"/>
                  </a:lnTo>
                  <a:lnTo>
                    <a:pt x="1209557" y="4640611"/>
                  </a:lnTo>
                  <a:lnTo>
                    <a:pt x="1209651" y="4640611"/>
                  </a:lnTo>
                  <a:lnTo>
                    <a:pt x="1209745" y="4640611"/>
                  </a:lnTo>
                  <a:lnTo>
                    <a:pt x="1209839" y="4640611"/>
                  </a:lnTo>
                  <a:lnTo>
                    <a:pt x="1209933" y="4640611"/>
                  </a:lnTo>
                  <a:lnTo>
                    <a:pt x="1210027" y="4640611"/>
                  </a:lnTo>
                  <a:lnTo>
                    <a:pt x="1210121" y="4640611"/>
                  </a:lnTo>
                  <a:lnTo>
                    <a:pt x="1210215" y="4640611"/>
                  </a:lnTo>
                  <a:lnTo>
                    <a:pt x="1210309" y="4640611"/>
                  </a:lnTo>
                  <a:lnTo>
                    <a:pt x="1210403" y="4640611"/>
                  </a:lnTo>
                  <a:lnTo>
                    <a:pt x="1210497" y="4640611"/>
                  </a:lnTo>
                  <a:lnTo>
                    <a:pt x="1210591" y="4640611"/>
                  </a:lnTo>
                  <a:lnTo>
                    <a:pt x="1210685" y="4640611"/>
                  </a:lnTo>
                  <a:lnTo>
                    <a:pt x="1210779" y="4640611"/>
                  </a:lnTo>
                  <a:lnTo>
                    <a:pt x="1210873" y="4640611"/>
                  </a:lnTo>
                  <a:lnTo>
                    <a:pt x="1210967" y="4640611"/>
                  </a:lnTo>
                  <a:lnTo>
                    <a:pt x="1211061" y="4640611"/>
                  </a:lnTo>
                  <a:lnTo>
                    <a:pt x="1211155" y="4640611"/>
                  </a:lnTo>
                  <a:lnTo>
                    <a:pt x="1211249" y="4640611"/>
                  </a:lnTo>
                  <a:lnTo>
                    <a:pt x="1211343" y="4640611"/>
                  </a:lnTo>
                  <a:lnTo>
                    <a:pt x="1211437" y="4640611"/>
                  </a:lnTo>
                  <a:lnTo>
                    <a:pt x="1211531" y="4640611"/>
                  </a:lnTo>
                  <a:lnTo>
                    <a:pt x="1211625" y="4640611"/>
                  </a:lnTo>
                  <a:lnTo>
                    <a:pt x="1211719" y="4640611"/>
                  </a:lnTo>
                  <a:lnTo>
                    <a:pt x="1211813" y="4640611"/>
                  </a:lnTo>
                  <a:lnTo>
                    <a:pt x="1211907" y="4640611"/>
                  </a:lnTo>
                  <a:lnTo>
                    <a:pt x="1212001" y="4640611"/>
                  </a:lnTo>
                  <a:lnTo>
                    <a:pt x="1212095" y="4640611"/>
                  </a:lnTo>
                  <a:lnTo>
                    <a:pt x="1212190" y="4640611"/>
                  </a:lnTo>
                  <a:lnTo>
                    <a:pt x="1212284" y="4640611"/>
                  </a:lnTo>
                  <a:lnTo>
                    <a:pt x="1212378" y="4640611"/>
                  </a:lnTo>
                  <a:lnTo>
                    <a:pt x="1212472" y="4640611"/>
                  </a:lnTo>
                  <a:lnTo>
                    <a:pt x="1212566" y="4640611"/>
                  </a:lnTo>
                  <a:lnTo>
                    <a:pt x="1212660" y="4640611"/>
                  </a:lnTo>
                  <a:lnTo>
                    <a:pt x="1212754" y="4640611"/>
                  </a:lnTo>
                  <a:lnTo>
                    <a:pt x="1212848" y="4640611"/>
                  </a:lnTo>
                  <a:lnTo>
                    <a:pt x="1212942" y="4640611"/>
                  </a:lnTo>
                  <a:lnTo>
                    <a:pt x="1213036" y="4640611"/>
                  </a:lnTo>
                  <a:lnTo>
                    <a:pt x="1213130" y="4640611"/>
                  </a:lnTo>
                  <a:lnTo>
                    <a:pt x="1213224" y="4640611"/>
                  </a:lnTo>
                  <a:lnTo>
                    <a:pt x="1213318" y="4640611"/>
                  </a:lnTo>
                  <a:lnTo>
                    <a:pt x="1213412" y="4640611"/>
                  </a:lnTo>
                  <a:lnTo>
                    <a:pt x="1213506" y="4640611"/>
                  </a:lnTo>
                  <a:lnTo>
                    <a:pt x="1213600" y="4640611"/>
                  </a:lnTo>
                  <a:lnTo>
                    <a:pt x="1213694" y="4640611"/>
                  </a:lnTo>
                  <a:lnTo>
                    <a:pt x="1213788" y="4640611"/>
                  </a:lnTo>
                  <a:lnTo>
                    <a:pt x="1213882" y="4640611"/>
                  </a:lnTo>
                  <a:lnTo>
                    <a:pt x="1213976" y="4640611"/>
                  </a:lnTo>
                  <a:lnTo>
                    <a:pt x="1214070" y="4640611"/>
                  </a:lnTo>
                  <a:lnTo>
                    <a:pt x="1214164" y="4640611"/>
                  </a:lnTo>
                  <a:lnTo>
                    <a:pt x="1214258" y="4640611"/>
                  </a:lnTo>
                  <a:lnTo>
                    <a:pt x="1214352" y="4640611"/>
                  </a:lnTo>
                  <a:lnTo>
                    <a:pt x="1214446" y="4640611"/>
                  </a:lnTo>
                  <a:lnTo>
                    <a:pt x="1214540" y="4640611"/>
                  </a:lnTo>
                  <a:lnTo>
                    <a:pt x="1214634" y="4640611"/>
                  </a:lnTo>
                  <a:lnTo>
                    <a:pt x="1214728" y="4640611"/>
                  </a:lnTo>
                  <a:lnTo>
                    <a:pt x="1214822" y="4640611"/>
                  </a:lnTo>
                  <a:lnTo>
                    <a:pt x="1214916" y="4640611"/>
                  </a:lnTo>
                  <a:lnTo>
                    <a:pt x="1215010" y="4640611"/>
                  </a:lnTo>
                  <a:lnTo>
                    <a:pt x="1215104" y="4640611"/>
                  </a:lnTo>
                  <a:lnTo>
                    <a:pt x="1215198" y="4640611"/>
                  </a:lnTo>
                  <a:lnTo>
                    <a:pt x="1215292" y="4640611"/>
                  </a:lnTo>
                  <a:lnTo>
                    <a:pt x="1215386" y="4640611"/>
                  </a:lnTo>
                  <a:lnTo>
                    <a:pt x="1215480" y="4640611"/>
                  </a:lnTo>
                  <a:lnTo>
                    <a:pt x="1215574" y="4640611"/>
                  </a:lnTo>
                  <a:lnTo>
                    <a:pt x="1215669" y="4640611"/>
                  </a:lnTo>
                  <a:lnTo>
                    <a:pt x="1215763" y="4640611"/>
                  </a:lnTo>
                  <a:lnTo>
                    <a:pt x="1215857" y="4640611"/>
                  </a:lnTo>
                  <a:lnTo>
                    <a:pt x="1215951" y="4640611"/>
                  </a:lnTo>
                  <a:lnTo>
                    <a:pt x="1216045" y="4640611"/>
                  </a:lnTo>
                  <a:lnTo>
                    <a:pt x="1216139" y="4640611"/>
                  </a:lnTo>
                  <a:lnTo>
                    <a:pt x="1216233" y="4640611"/>
                  </a:lnTo>
                  <a:lnTo>
                    <a:pt x="1216327" y="4640611"/>
                  </a:lnTo>
                  <a:lnTo>
                    <a:pt x="1216421" y="4640611"/>
                  </a:lnTo>
                  <a:lnTo>
                    <a:pt x="1216515" y="4640611"/>
                  </a:lnTo>
                  <a:lnTo>
                    <a:pt x="1216609" y="4640611"/>
                  </a:lnTo>
                  <a:lnTo>
                    <a:pt x="1216703" y="4640611"/>
                  </a:lnTo>
                  <a:lnTo>
                    <a:pt x="1216797" y="4640611"/>
                  </a:lnTo>
                  <a:lnTo>
                    <a:pt x="1216891" y="4640611"/>
                  </a:lnTo>
                  <a:lnTo>
                    <a:pt x="1216985" y="4640611"/>
                  </a:lnTo>
                  <a:lnTo>
                    <a:pt x="1217079" y="4640611"/>
                  </a:lnTo>
                  <a:lnTo>
                    <a:pt x="1217173" y="4640611"/>
                  </a:lnTo>
                  <a:lnTo>
                    <a:pt x="1217267" y="4640611"/>
                  </a:lnTo>
                  <a:lnTo>
                    <a:pt x="1217361" y="4640611"/>
                  </a:lnTo>
                  <a:lnTo>
                    <a:pt x="1217455" y="4640611"/>
                  </a:lnTo>
                  <a:lnTo>
                    <a:pt x="1217549" y="4640611"/>
                  </a:lnTo>
                  <a:lnTo>
                    <a:pt x="1217643" y="4640611"/>
                  </a:lnTo>
                  <a:lnTo>
                    <a:pt x="1217737" y="4640611"/>
                  </a:lnTo>
                  <a:lnTo>
                    <a:pt x="1217831" y="4640611"/>
                  </a:lnTo>
                  <a:lnTo>
                    <a:pt x="1217925" y="4640611"/>
                  </a:lnTo>
                  <a:lnTo>
                    <a:pt x="1218019" y="4640611"/>
                  </a:lnTo>
                  <a:lnTo>
                    <a:pt x="1218113" y="4640611"/>
                  </a:lnTo>
                  <a:lnTo>
                    <a:pt x="1218207" y="4640611"/>
                  </a:lnTo>
                  <a:lnTo>
                    <a:pt x="1218301" y="4640611"/>
                  </a:lnTo>
                  <a:lnTo>
                    <a:pt x="1218301" y="4635331"/>
                  </a:lnTo>
                  <a:lnTo>
                    <a:pt x="1218395" y="4635331"/>
                  </a:lnTo>
                  <a:lnTo>
                    <a:pt x="1218489" y="4635331"/>
                  </a:lnTo>
                  <a:lnTo>
                    <a:pt x="1218583" y="4635331"/>
                  </a:lnTo>
                  <a:lnTo>
                    <a:pt x="1218677" y="4635331"/>
                  </a:lnTo>
                  <a:lnTo>
                    <a:pt x="1218771" y="4635331"/>
                  </a:lnTo>
                  <a:lnTo>
                    <a:pt x="1218865" y="4635331"/>
                  </a:lnTo>
                  <a:lnTo>
                    <a:pt x="1218959" y="4635331"/>
                  </a:lnTo>
                  <a:lnTo>
                    <a:pt x="1219053" y="4635331"/>
                  </a:lnTo>
                  <a:lnTo>
                    <a:pt x="1219147" y="4635331"/>
                  </a:lnTo>
                  <a:lnTo>
                    <a:pt x="1219242" y="4635331"/>
                  </a:lnTo>
                  <a:lnTo>
                    <a:pt x="1219336" y="4635331"/>
                  </a:lnTo>
                  <a:lnTo>
                    <a:pt x="1219430" y="4635331"/>
                  </a:lnTo>
                  <a:lnTo>
                    <a:pt x="1219524" y="4635331"/>
                  </a:lnTo>
                  <a:lnTo>
                    <a:pt x="1219618" y="4635331"/>
                  </a:lnTo>
                  <a:lnTo>
                    <a:pt x="1219712" y="4635331"/>
                  </a:lnTo>
                  <a:lnTo>
                    <a:pt x="1219806" y="4635331"/>
                  </a:lnTo>
                  <a:lnTo>
                    <a:pt x="1219900" y="4635331"/>
                  </a:lnTo>
                  <a:lnTo>
                    <a:pt x="1219994" y="4635331"/>
                  </a:lnTo>
                  <a:lnTo>
                    <a:pt x="1220088" y="4635331"/>
                  </a:lnTo>
                  <a:lnTo>
                    <a:pt x="1220182" y="4635331"/>
                  </a:lnTo>
                  <a:lnTo>
                    <a:pt x="1220276" y="4635331"/>
                  </a:lnTo>
                  <a:lnTo>
                    <a:pt x="1220370" y="4635331"/>
                  </a:lnTo>
                  <a:lnTo>
                    <a:pt x="1220464" y="4635331"/>
                  </a:lnTo>
                  <a:lnTo>
                    <a:pt x="1220558" y="4635331"/>
                  </a:lnTo>
                  <a:lnTo>
                    <a:pt x="1220652" y="4635331"/>
                  </a:lnTo>
                  <a:lnTo>
                    <a:pt x="1220746" y="4635331"/>
                  </a:lnTo>
                  <a:lnTo>
                    <a:pt x="1220840" y="4635331"/>
                  </a:lnTo>
                  <a:lnTo>
                    <a:pt x="1220934" y="4635331"/>
                  </a:lnTo>
                  <a:lnTo>
                    <a:pt x="1221028" y="4635331"/>
                  </a:lnTo>
                  <a:lnTo>
                    <a:pt x="1221122" y="4635331"/>
                  </a:lnTo>
                  <a:lnTo>
                    <a:pt x="1221216" y="4635331"/>
                  </a:lnTo>
                  <a:lnTo>
                    <a:pt x="1221310" y="4635331"/>
                  </a:lnTo>
                  <a:lnTo>
                    <a:pt x="1221404" y="4635331"/>
                  </a:lnTo>
                  <a:lnTo>
                    <a:pt x="1221498" y="4635331"/>
                  </a:lnTo>
                  <a:lnTo>
                    <a:pt x="1221592" y="4635331"/>
                  </a:lnTo>
                  <a:lnTo>
                    <a:pt x="1221686" y="4635331"/>
                  </a:lnTo>
                  <a:lnTo>
                    <a:pt x="1221780" y="4635331"/>
                  </a:lnTo>
                  <a:lnTo>
                    <a:pt x="1221874" y="4635331"/>
                  </a:lnTo>
                  <a:lnTo>
                    <a:pt x="1221968" y="4635331"/>
                  </a:lnTo>
                  <a:lnTo>
                    <a:pt x="1222062" y="4635331"/>
                  </a:lnTo>
                  <a:lnTo>
                    <a:pt x="1222156" y="4635331"/>
                  </a:lnTo>
                  <a:lnTo>
                    <a:pt x="1222250" y="4635331"/>
                  </a:lnTo>
                  <a:lnTo>
                    <a:pt x="1222344" y="4635331"/>
                  </a:lnTo>
                  <a:lnTo>
                    <a:pt x="1222438" y="4635331"/>
                  </a:lnTo>
                  <a:lnTo>
                    <a:pt x="1222532" y="4635331"/>
                  </a:lnTo>
                  <a:lnTo>
                    <a:pt x="1222626" y="4635331"/>
                  </a:lnTo>
                  <a:lnTo>
                    <a:pt x="1222720" y="4635331"/>
                  </a:lnTo>
                  <a:lnTo>
                    <a:pt x="1222815" y="4635331"/>
                  </a:lnTo>
                  <a:lnTo>
                    <a:pt x="1222909" y="4635331"/>
                  </a:lnTo>
                  <a:lnTo>
                    <a:pt x="1223003" y="4635331"/>
                  </a:lnTo>
                  <a:lnTo>
                    <a:pt x="1223097" y="4635331"/>
                  </a:lnTo>
                  <a:lnTo>
                    <a:pt x="1223191" y="4635331"/>
                  </a:lnTo>
                  <a:lnTo>
                    <a:pt x="1223285" y="4635331"/>
                  </a:lnTo>
                  <a:lnTo>
                    <a:pt x="1223379" y="4635331"/>
                  </a:lnTo>
                  <a:lnTo>
                    <a:pt x="1223473" y="4635331"/>
                  </a:lnTo>
                  <a:lnTo>
                    <a:pt x="1223567" y="4635331"/>
                  </a:lnTo>
                  <a:lnTo>
                    <a:pt x="1223661" y="4635331"/>
                  </a:lnTo>
                  <a:lnTo>
                    <a:pt x="1223755" y="4635331"/>
                  </a:lnTo>
                  <a:lnTo>
                    <a:pt x="1223849" y="4635331"/>
                  </a:lnTo>
                  <a:lnTo>
                    <a:pt x="1223943" y="4635331"/>
                  </a:lnTo>
                  <a:lnTo>
                    <a:pt x="1224037" y="4635331"/>
                  </a:lnTo>
                  <a:lnTo>
                    <a:pt x="1224131" y="4635331"/>
                  </a:lnTo>
                  <a:lnTo>
                    <a:pt x="1224225" y="4635331"/>
                  </a:lnTo>
                  <a:lnTo>
                    <a:pt x="1224319" y="4635331"/>
                  </a:lnTo>
                  <a:lnTo>
                    <a:pt x="1224413" y="4635331"/>
                  </a:lnTo>
                  <a:lnTo>
                    <a:pt x="1224507" y="4635331"/>
                  </a:lnTo>
                  <a:lnTo>
                    <a:pt x="1224601" y="4635331"/>
                  </a:lnTo>
                  <a:lnTo>
                    <a:pt x="1224695" y="4635331"/>
                  </a:lnTo>
                  <a:lnTo>
                    <a:pt x="1224789" y="4635331"/>
                  </a:lnTo>
                  <a:lnTo>
                    <a:pt x="1224883" y="4635331"/>
                  </a:lnTo>
                  <a:lnTo>
                    <a:pt x="1224977" y="4635331"/>
                  </a:lnTo>
                  <a:lnTo>
                    <a:pt x="1225071" y="4635331"/>
                  </a:lnTo>
                  <a:lnTo>
                    <a:pt x="1225165" y="4635331"/>
                  </a:lnTo>
                  <a:lnTo>
                    <a:pt x="1225259" y="4635331"/>
                  </a:lnTo>
                  <a:lnTo>
                    <a:pt x="1225353" y="4635331"/>
                  </a:lnTo>
                  <a:lnTo>
                    <a:pt x="1225447" y="4635331"/>
                  </a:lnTo>
                  <a:lnTo>
                    <a:pt x="1225541" y="4635331"/>
                  </a:lnTo>
                  <a:lnTo>
                    <a:pt x="1225635" y="4635331"/>
                  </a:lnTo>
                  <a:lnTo>
                    <a:pt x="1225729" y="4635331"/>
                  </a:lnTo>
                  <a:lnTo>
                    <a:pt x="1225823" y="4635331"/>
                  </a:lnTo>
                  <a:lnTo>
                    <a:pt x="1225917" y="4635331"/>
                  </a:lnTo>
                  <a:lnTo>
                    <a:pt x="1226011" y="4635331"/>
                  </a:lnTo>
                  <a:lnTo>
                    <a:pt x="1226105" y="4635331"/>
                  </a:lnTo>
                  <a:lnTo>
                    <a:pt x="1226199" y="4635331"/>
                  </a:lnTo>
                  <a:lnTo>
                    <a:pt x="1226294" y="4635331"/>
                  </a:lnTo>
                  <a:lnTo>
                    <a:pt x="1226388" y="4635331"/>
                  </a:lnTo>
                  <a:lnTo>
                    <a:pt x="1226482" y="4635331"/>
                  </a:lnTo>
                  <a:lnTo>
                    <a:pt x="1226576" y="4635331"/>
                  </a:lnTo>
                  <a:lnTo>
                    <a:pt x="1226670" y="4635331"/>
                  </a:lnTo>
                  <a:lnTo>
                    <a:pt x="1226670" y="4630052"/>
                  </a:lnTo>
                  <a:lnTo>
                    <a:pt x="1226764" y="4630052"/>
                  </a:lnTo>
                  <a:lnTo>
                    <a:pt x="1226858" y="4630052"/>
                  </a:lnTo>
                  <a:lnTo>
                    <a:pt x="1226952" y="4630052"/>
                  </a:lnTo>
                  <a:lnTo>
                    <a:pt x="1227046" y="4630052"/>
                  </a:lnTo>
                  <a:lnTo>
                    <a:pt x="1227140" y="4630052"/>
                  </a:lnTo>
                  <a:lnTo>
                    <a:pt x="1227234" y="4630052"/>
                  </a:lnTo>
                  <a:lnTo>
                    <a:pt x="1227328" y="4630052"/>
                  </a:lnTo>
                  <a:lnTo>
                    <a:pt x="1227422" y="4630052"/>
                  </a:lnTo>
                  <a:lnTo>
                    <a:pt x="1227516" y="4630052"/>
                  </a:lnTo>
                  <a:lnTo>
                    <a:pt x="1227610" y="4630052"/>
                  </a:lnTo>
                  <a:lnTo>
                    <a:pt x="1227704" y="4630052"/>
                  </a:lnTo>
                  <a:lnTo>
                    <a:pt x="1227704" y="4624773"/>
                  </a:lnTo>
                  <a:lnTo>
                    <a:pt x="1227798" y="4624773"/>
                  </a:lnTo>
                  <a:lnTo>
                    <a:pt x="1227892" y="4624773"/>
                  </a:lnTo>
                  <a:lnTo>
                    <a:pt x="1227986" y="4624773"/>
                  </a:lnTo>
                  <a:lnTo>
                    <a:pt x="1228080" y="4624773"/>
                  </a:lnTo>
                  <a:lnTo>
                    <a:pt x="1228174" y="4624773"/>
                  </a:lnTo>
                  <a:lnTo>
                    <a:pt x="1228268" y="4624773"/>
                  </a:lnTo>
                  <a:lnTo>
                    <a:pt x="1228362" y="4624773"/>
                  </a:lnTo>
                  <a:lnTo>
                    <a:pt x="1228456" y="4624773"/>
                  </a:lnTo>
                  <a:lnTo>
                    <a:pt x="1228550" y="4624773"/>
                  </a:lnTo>
                  <a:lnTo>
                    <a:pt x="1228644" y="4624773"/>
                  </a:lnTo>
                  <a:lnTo>
                    <a:pt x="1228738" y="4624773"/>
                  </a:lnTo>
                  <a:lnTo>
                    <a:pt x="1228832" y="4624773"/>
                  </a:lnTo>
                  <a:lnTo>
                    <a:pt x="1228926" y="4624773"/>
                  </a:lnTo>
                  <a:lnTo>
                    <a:pt x="1229020" y="4624773"/>
                  </a:lnTo>
                  <a:lnTo>
                    <a:pt x="1229114" y="4624773"/>
                  </a:lnTo>
                  <a:lnTo>
                    <a:pt x="1229208" y="4624773"/>
                  </a:lnTo>
                  <a:lnTo>
                    <a:pt x="1229302" y="4624773"/>
                  </a:lnTo>
                  <a:lnTo>
                    <a:pt x="1229396" y="4624773"/>
                  </a:lnTo>
                  <a:lnTo>
                    <a:pt x="1229490" y="4624773"/>
                  </a:lnTo>
                  <a:lnTo>
                    <a:pt x="1229584" y="4624773"/>
                  </a:lnTo>
                  <a:lnTo>
                    <a:pt x="1229678" y="4624773"/>
                  </a:lnTo>
                  <a:lnTo>
                    <a:pt x="1229772" y="4624773"/>
                  </a:lnTo>
                  <a:lnTo>
                    <a:pt x="1229867" y="4624773"/>
                  </a:lnTo>
                  <a:lnTo>
                    <a:pt x="1229961" y="4624773"/>
                  </a:lnTo>
                  <a:lnTo>
                    <a:pt x="1230055" y="4624773"/>
                  </a:lnTo>
                  <a:lnTo>
                    <a:pt x="1230055" y="4619493"/>
                  </a:lnTo>
                  <a:lnTo>
                    <a:pt x="1230149" y="4619493"/>
                  </a:lnTo>
                  <a:lnTo>
                    <a:pt x="1230243" y="4619493"/>
                  </a:lnTo>
                  <a:lnTo>
                    <a:pt x="1230337" y="4619493"/>
                  </a:lnTo>
                  <a:lnTo>
                    <a:pt x="1230431" y="4619493"/>
                  </a:lnTo>
                  <a:lnTo>
                    <a:pt x="1230525" y="4619493"/>
                  </a:lnTo>
                  <a:lnTo>
                    <a:pt x="1230619" y="4619493"/>
                  </a:lnTo>
                  <a:lnTo>
                    <a:pt x="1230713" y="4619493"/>
                  </a:lnTo>
                  <a:lnTo>
                    <a:pt x="1230807" y="4619493"/>
                  </a:lnTo>
                  <a:lnTo>
                    <a:pt x="1230901" y="4619493"/>
                  </a:lnTo>
                  <a:lnTo>
                    <a:pt x="1230995" y="4619493"/>
                  </a:lnTo>
                  <a:lnTo>
                    <a:pt x="1230995" y="4614214"/>
                  </a:lnTo>
                  <a:lnTo>
                    <a:pt x="1231089" y="4614214"/>
                  </a:lnTo>
                  <a:lnTo>
                    <a:pt x="1231183" y="4614214"/>
                  </a:lnTo>
                  <a:lnTo>
                    <a:pt x="1231277" y="4614214"/>
                  </a:lnTo>
                  <a:lnTo>
                    <a:pt x="1231371" y="4614214"/>
                  </a:lnTo>
                  <a:lnTo>
                    <a:pt x="1231465" y="4614214"/>
                  </a:lnTo>
                  <a:lnTo>
                    <a:pt x="1231559" y="4614214"/>
                  </a:lnTo>
                  <a:lnTo>
                    <a:pt x="1231653" y="4614214"/>
                  </a:lnTo>
                  <a:lnTo>
                    <a:pt x="1231747" y="4614214"/>
                  </a:lnTo>
                  <a:lnTo>
                    <a:pt x="1231841" y="4614214"/>
                  </a:lnTo>
                  <a:lnTo>
                    <a:pt x="1231935" y="4614214"/>
                  </a:lnTo>
                  <a:lnTo>
                    <a:pt x="1232029" y="4614214"/>
                  </a:lnTo>
                  <a:lnTo>
                    <a:pt x="1232123" y="4614214"/>
                  </a:lnTo>
                  <a:lnTo>
                    <a:pt x="1232217" y="4614214"/>
                  </a:lnTo>
                  <a:lnTo>
                    <a:pt x="1232311" y="4614214"/>
                  </a:lnTo>
                  <a:lnTo>
                    <a:pt x="1232405" y="4614214"/>
                  </a:lnTo>
                  <a:lnTo>
                    <a:pt x="1232499" y="4614214"/>
                  </a:lnTo>
                  <a:lnTo>
                    <a:pt x="1232499" y="4608934"/>
                  </a:lnTo>
                  <a:lnTo>
                    <a:pt x="1232593" y="4608934"/>
                  </a:lnTo>
                  <a:lnTo>
                    <a:pt x="1232687" y="4608934"/>
                  </a:lnTo>
                  <a:lnTo>
                    <a:pt x="1232781" y="4608934"/>
                  </a:lnTo>
                  <a:lnTo>
                    <a:pt x="1232875" y="4608934"/>
                  </a:lnTo>
                  <a:lnTo>
                    <a:pt x="1232969" y="4608934"/>
                  </a:lnTo>
                  <a:lnTo>
                    <a:pt x="1233063" y="4608934"/>
                  </a:lnTo>
                  <a:lnTo>
                    <a:pt x="1233157" y="4608934"/>
                  </a:lnTo>
                  <a:lnTo>
                    <a:pt x="1233251" y="4608934"/>
                  </a:lnTo>
                  <a:lnTo>
                    <a:pt x="1233345" y="4608934"/>
                  </a:lnTo>
                  <a:lnTo>
                    <a:pt x="1233345" y="4603655"/>
                  </a:lnTo>
                  <a:lnTo>
                    <a:pt x="1233345" y="4598375"/>
                  </a:lnTo>
                  <a:lnTo>
                    <a:pt x="1233440" y="4598375"/>
                  </a:lnTo>
                  <a:lnTo>
                    <a:pt x="1233534" y="4598375"/>
                  </a:lnTo>
                  <a:lnTo>
                    <a:pt x="1233628" y="4598375"/>
                  </a:lnTo>
                  <a:lnTo>
                    <a:pt x="1233722" y="4598375"/>
                  </a:lnTo>
                  <a:lnTo>
                    <a:pt x="1233816" y="4598375"/>
                  </a:lnTo>
                  <a:lnTo>
                    <a:pt x="1233910" y="4598375"/>
                  </a:lnTo>
                  <a:lnTo>
                    <a:pt x="1234004" y="4598375"/>
                  </a:lnTo>
                  <a:lnTo>
                    <a:pt x="1234098" y="4598375"/>
                  </a:lnTo>
                  <a:lnTo>
                    <a:pt x="1234192" y="4598375"/>
                  </a:lnTo>
                  <a:lnTo>
                    <a:pt x="1234286" y="4598375"/>
                  </a:lnTo>
                  <a:lnTo>
                    <a:pt x="1234380" y="4598375"/>
                  </a:lnTo>
                  <a:lnTo>
                    <a:pt x="1234474" y="4598375"/>
                  </a:lnTo>
                  <a:lnTo>
                    <a:pt x="1234568" y="4598375"/>
                  </a:lnTo>
                  <a:lnTo>
                    <a:pt x="1234662" y="4598375"/>
                  </a:lnTo>
                  <a:lnTo>
                    <a:pt x="1234756" y="4598375"/>
                  </a:lnTo>
                  <a:lnTo>
                    <a:pt x="1234850" y="4598375"/>
                  </a:lnTo>
                  <a:lnTo>
                    <a:pt x="1234944" y="4598375"/>
                  </a:lnTo>
                  <a:lnTo>
                    <a:pt x="1235038" y="4598375"/>
                  </a:lnTo>
                  <a:lnTo>
                    <a:pt x="1235132" y="4598375"/>
                  </a:lnTo>
                  <a:lnTo>
                    <a:pt x="1235226" y="4598375"/>
                  </a:lnTo>
                  <a:lnTo>
                    <a:pt x="1235320" y="4598375"/>
                  </a:lnTo>
                  <a:lnTo>
                    <a:pt x="1235414" y="4598375"/>
                  </a:lnTo>
                  <a:lnTo>
                    <a:pt x="1235508" y="4598375"/>
                  </a:lnTo>
                  <a:lnTo>
                    <a:pt x="1235602" y="4598375"/>
                  </a:lnTo>
                  <a:lnTo>
                    <a:pt x="1235696" y="4598375"/>
                  </a:lnTo>
                  <a:lnTo>
                    <a:pt x="1235790" y="4598375"/>
                  </a:lnTo>
                  <a:lnTo>
                    <a:pt x="1235884" y="4598375"/>
                  </a:lnTo>
                  <a:lnTo>
                    <a:pt x="1235978" y="4598375"/>
                  </a:lnTo>
                  <a:lnTo>
                    <a:pt x="1236072" y="4598375"/>
                  </a:lnTo>
                  <a:lnTo>
                    <a:pt x="1236166" y="4598375"/>
                  </a:lnTo>
                  <a:lnTo>
                    <a:pt x="1236260" y="4598375"/>
                  </a:lnTo>
                  <a:lnTo>
                    <a:pt x="1236354" y="4598375"/>
                  </a:lnTo>
                  <a:lnTo>
                    <a:pt x="1236448" y="4598375"/>
                  </a:lnTo>
                  <a:lnTo>
                    <a:pt x="1236542" y="4598375"/>
                  </a:lnTo>
                  <a:lnTo>
                    <a:pt x="1236636" y="4598375"/>
                  </a:lnTo>
                  <a:lnTo>
                    <a:pt x="1236730" y="4598375"/>
                  </a:lnTo>
                  <a:lnTo>
                    <a:pt x="1236824" y="4598375"/>
                  </a:lnTo>
                  <a:lnTo>
                    <a:pt x="1236919" y="4598375"/>
                  </a:lnTo>
                  <a:lnTo>
                    <a:pt x="1237013" y="4598375"/>
                  </a:lnTo>
                  <a:lnTo>
                    <a:pt x="1237107" y="4598375"/>
                  </a:lnTo>
                  <a:lnTo>
                    <a:pt x="1237201" y="4598375"/>
                  </a:lnTo>
                  <a:lnTo>
                    <a:pt x="1237295" y="4598375"/>
                  </a:lnTo>
                  <a:lnTo>
                    <a:pt x="1237389" y="4598375"/>
                  </a:lnTo>
                  <a:lnTo>
                    <a:pt x="1237483" y="4598375"/>
                  </a:lnTo>
                  <a:lnTo>
                    <a:pt x="1237577" y="4598375"/>
                  </a:lnTo>
                  <a:lnTo>
                    <a:pt x="1237671" y="4598375"/>
                  </a:lnTo>
                  <a:lnTo>
                    <a:pt x="1237765" y="4598375"/>
                  </a:lnTo>
                  <a:lnTo>
                    <a:pt x="1237859" y="4598375"/>
                  </a:lnTo>
                  <a:lnTo>
                    <a:pt x="1237953" y="4598375"/>
                  </a:lnTo>
                  <a:lnTo>
                    <a:pt x="1238047" y="4598375"/>
                  </a:lnTo>
                  <a:lnTo>
                    <a:pt x="1238141" y="4598375"/>
                  </a:lnTo>
                  <a:lnTo>
                    <a:pt x="1238235" y="4598375"/>
                  </a:lnTo>
                  <a:lnTo>
                    <a:pt x="1238329" y="4598375"/>
                  </a:lnTo>
                  <a:lnTo>
                    <a:pt x="1238423" y="4598375"/>
                  </a:lnTo>
                  <a:lnTo>
                    <a:pt x="1238517" y="4598375"/>
                  </a:lnTo>
                  <a:lnTo>
                    <a:pt x="1238611" y="4598375"/>
                  </a:lnTo>
                  <a:lnTo>
                    <a:pt x="1238705" y="4598375"/>
                  </a:lnTo>
                  <a:lnTo>
                    <a:pt x="1238799" y="4598375"/>
                  </a:lnTo>
                  <a:lnTo>
                    <a:pt x="1238893" y="4598375"/>
                  </a:lnTo>
                  <a:lnTo>
                    <a:pt x="1238987" y="4598375"/>
                  </a:lnTo>
                  <a:lnTo>
                    <a:pt x="1239081" y="4598375"/>
                  </a:lnTo>
                  <a:lnTo>
                    <a:pt x="1239175" y="4598375"/>
                  </a:lnTo>
                  <a:lnTo>
                    <a:pt x="1239269" y="4598375"/>
                  </a:lnTo>
                  <a:lnTo>
                    <a:pt x="1239363" y="4598375"/>
                  </a:lnTo>
                  <a:lnTo>
                    <a:pt x="1239457" y="4598375"/>
                  </a:lnTo>
                  <a:lnTo>
                    <a:pt x="1239551" y="4598375"/>
                  </a:lnTo>
                  <a:lnTo>
                    <a:pt x="1239645" y="4598375"/>
                  </a:lnTo>
                  <a:lnTo>
                    <a:pt x="1239739" y="4598375"/>
                  </a:lnTo>
                  <a:lnTo>
                    <a:pt x="1239833" y="4598375"/>
                  </a:lnTo>
                  <a:lnTo>
                    <a:pt x="1239927" y="4598375"/>
                  </a:lnTo>
                  <a:lnTo>
                    <a:pt x="1240021" y="4598375"/>
                  </a:lnTo>
                  <a:lnTo>
                    <a:pt x="1240115" y="4598375"/>
                  </a:lnTo>
                  <a:lnTo>
                    <a:pt x="1240209" y="4598375"/>
                  </a:lnTo>
                  <a:lnTo>
                    <a:pt x="1240303" y="4598375"/>
                  </a:lnTo>
                  <a:lnTo>
                    <a:pt x="1240397" y="4598375"/>
                  </a:lnTo>
                  <a:lnTo>
                    <a:pt x="1240492" y="4598375"/>
                  </a:lnTo>
                  <a:lnTo>
                    <a:pt x="1240586" y="4598375"/>
                  </a:lnTo>
                  <a:lnTo>
                    <a:pt x="1240680" y="4598375"/>
                  </a:lnTo>
                  <a:lnTo>
                    <a:pt x="1240774" y="4598375"/>
                  </a:lnTo>
                  <a:lnTo>
                    <a:pt x="1240868" y="4598375"/>
                  </a:lnTo>
                  <a:lnTo>
                    <a:pt x="1240962" y="4598375"/>
                  </a:lnTo>
                  <a:lnTo>
                    <a:pt x="1241056" y="4598375"/>
                  </a:lnTo>
                  <a:lnTo>
                    <a:pt x="1241150" y="4598375"/>
                  </a:lnTo>
                  <a:lnTo>
                    <a:pt x="1241244" y="4598375"/>
                  </a:lnTo>
                  <a:lnTo>
                    <a:pt x="1241338" y="4598375"/>
                  </a:lnTo>
                  <a:lnTo>
                    <a:pt x="1241432" y="4598375"/>
                  </a:lnTo>
                  <a:lnTo>
                    <a:pt x="1241526" y="4598375"/>
                  </a:lnTo>
                  <a:lnTo>
                    <a:pt x="1241620" y="4598375"/>
                  </a:lnTo>
                  <a:lnTo>
                    <a:pt x="1241714" y="4598375"/>
                  </a:lnTo>
                  <a:lnTo>
                    <a:pt x="1241808" y="4598375"/>
                  </a:lnTo>
                  <a:lnTo>
                    <a:pt x="1241902" y="4598375"/>
                  </a:lnTo>
                  <a:lnTo>
                    <a:pt x="1241996" y="4598375"/>
                  </a:lnTo>
                  <a:lnTo>
                    <a:pt x="1242090" y="4598375"/>
                  </a:lnTo>
                  <a:lnTo>
                    <a:pt x="1242184" y="4598375"/>
                  </a:lnTo>
                  <a:lnTo>
                    <a:pt x="1242278" y="4598375"/>
                  </a:lnTo>
                  <a:lnTo>
                    <a:pt x="1242372" y="4598375"/>
                  </a:lnTo>
                  <a:lnTo>
                    <a:pt x="1242466" y="4598375"/>
                  </a:lnTo>
                  <a:lnTo>
                    <a:pt x="1242560" y="4598375"/>
                  </a:lnTo>
                  <a:lnTo>
                    <a:pt x="1242654" y="4598375"/>
                  </a:lnTo>
                  <a:lnTo>
                    <a:pt x="1242748" y="4598375"/>
                  </a:lnTo>
                  <a:lnTo>
                    <a:pt x="1242842" y="4598375"/>
                  </a:lnTo>
                  <a:lnTo>
                    <a:pt x="1242936" y="4598375"/>
                  </a:lnTo>
                  <a:lnTo>
                    <a:pt x="1243030" y="4598375"/>
                  </a:lnTo>
                  <a:lnTo>
                    <a:pt x="1243124" y="4598375"/>
                  </a:lnTo>
                  <a:lnTo>
                    <a:pt x="1243218" y="4598375"/>
                  </a:lnTo>
                  <a:lnTo>
                    <a:pt x="1243312" y="4598375"/>
                  </a:lnTo>
                  <a:lnTo>
                    <a:pt x="1243406" y="4598375"/>
                  </a:lnTo>
                  <a:lnTo>
                    <a:pt x="1243500" y="4598375"/>
                  </a:lnTo>
                  <a:lnTo>
                    <a:pt x="1243594" y="4598375"/>
                  </a:lnTo>
                  <a:lnTo>
                    <a:pt x="1243688" y="4598375"/>
                  </a:lnTo>
                  <a:lnTo>
                    <a:pt x="1243782" y="4598375"/>
                  </a:lnTo>
                  <a:lnTo>
                    <a:pt x="1243876" y="4598375"/>
                  </a:lnTo>
                  <a:lnTo>
                    <a:pt x="1243970" y="4598375"/>
                  </a:lnTo>
                  <a:lnTo>
                    <a:pt x="1244065" y="4598375"/>
                  </a:lnTo>
                  <a:lnTo>
                    <a:pt x="1244159" y="4598375"/>
                  </a:lnTo>
                  <a:lnTo>
                    <a:pt x="1244253" y="4598375"/>
                  </a:lnTo>
                  <a:lnTo>
                    <a:pt x="1244347" y="4598375"/>
                  </a:lnTo>
                  <a:lnTo>
                    <a:pt x="1244441" y="4598375"/>
                  </a:lnTo>
                  <a:lnTo>
                    <a:pt x="1244535" y="4598375"/>
                  </a:lnTo>
                  <a:lnTo>
                    <a:pt x="1244629" y="4598375"/>
                  </a:lnTo>
                  <a:lnTo>
                    <a:pt x="1244629" y="4593096"/>
                  </a:lnTo>
                  <a:lnTo>
                    <a:pt x="1244723" y="4593096"/>
                  </a:lnTo>
                  <a:lnTo>
                    <a:pt x="1244817" y="4593096"/>
                  </a:lnTo>
                  <a:lnTo>
                    <a:pt x="1244911" y="4593096"/>
                  </a:lnTo>
                  <a:lnTo>
                    <a:pt x="1245005" y="4593096"/>
                  </a:lnTo>
                  <a:lnTo>
                    <a:pt x="1245099" y="4593096"/>
                  </a:lnTo>
                  <a:lnTo>
                    <a:pt x="1245193" y="4593096"/>
                  </a:lnTo>
                  <a:lnTo>
                    <a:pt x="1245287" y="4593096"/>
                  </a:lnTo>
                  <a:lnTo>
                    <a:pt x="1245381" y="4593096"/>
                  </a:lnTo>
                  <a:lnTo>
                    <a:pt x="1245475" y="4593096"/>
                  </a:lnTo>
                  <a:lnTo>
                    <a:pt x="1245569" y="4593096"/>
                  </a:lnTo>
                  <a:lnTo>
                    <a:pt x="1245663" y="4593096"/>
                  </a:lnTo>
                  <a:lnTo>
                    <a:pt x="1245757" y="4593096"/>
                  </a:lnTo>
                  <a:lnTo>
                    <a:pt x="1245851" y="4593096"/>
                  </a:lnTo>
                  <a:lnTo>
                    <a:pt x="1245945" y="4593096"/>
                  </a:lnTo>
                  <a:lnTo>
                    <a:pt x="1246039" y="4593096"/>
                  </a:lnTo>
                  <a:lnTo>
                    <a:pt x="1246133" y="4593096"/>
                  </a:lnTo>
                  <a:lnTo>
                    <a:pt x="1246227" y="4593096"/>
                  </a:lnTo>
                  <a:lnTo>
                    <a:pt x="1246321" y="4593096"/>
                  </a:lnTo>
                  <a:lnTo>
                    <a:pt x="1246415" y="4593096"/>
                  </a:lnTo>
                  <a:lnTo>
                    <a:pt x="1246509" y="4593096"/>
                  </a:lnTo>
                  <a:lnTo>
                    <a:pt x="1246603" y="4593096"/>
                  </a:lnTo>
                  <a:lnTo>
                    <a:pt x="1246697" y="4593096"/>
                  </a:lnTo>
                  <a:lnTo>
                    <a:pt x="1246791" y="4593096"/>
                  </a:lnTo>
                  <a:lnTo>
                    <a:pt x="1246885" y="4593096"/>
                  </a:lnTo>
                  <a:lnTo>
                    <a:pt x="1246979" y="4593096"/>
                  </a:lnTo>
                  <a:lnTo>
                    <a:pt x="1247073" y="4593096"/>
                  </a:lnTo>
                  <a:lnTo>
                    <a:pt x="1247167" y="4593096"/>
                  </a:lnTo>
                  <a:lnTo>
                    <a:pt x="1247261" y="4593096"/>
                  </a:lnTo>
                  <a:lnTo>
                    <a:pt x="1247355" y="4593096"/>
                  </a:lnTo>
                  <a:lnTo>
                    <a:pt x="1247449" y="4593096"/>
                  </a:lnTo>
                  <a:lnTo>
                    <a:pt x="1247543" y="4593096"/>
                  </a:lnTo>
                  <a:lnTo>
                    <a:pt x="1247638" y="4593096"/>
                  </a:lnTo>
                  <a:lnTo>
                    <a:pt x="1247732" y="4593096"/>
                  </a:lnTo>
                  <a:lnTo>
                    <a:pt x="1247826" y="4593096"/>
                  </a:lnTo>
                  <a:lnTo>
                    <a:pt x="1247920" y="4593096"/>
                  </a:lnTo>
                  <a:lnTo>
                    <a:pt x="1248014" y="4593096"/>
                  </a:lnTo>
                  <a:lnTo>
                    <a:pt x="1248108" y="4593096"/>
                  </a:lnTo>
                  <a:lnTo>
                    <a:pt x="1248202" y="4593096"/>
                  </a:lnTo>
                  <a:lnTo>
                    <a:pt x="1248296" y="4593096"/>
                  </a:lnTo>
                  <a:lnTo>
                    <a:pt x="1248390" y="4593096"/>
                  </a:lnTo>
                  <a:lnTo>
                    <a:pt x="1248484" y="4593096"/>
                  </a:lnTo>
                  <a:lnTo>
                    <a:pt x="1248578" y="4593096"/>
                  </a:lnTo>
                  <a:lnTo>
                    <a:pt x="1248672" y="4593096"/>
                  </a:lnTo>
                  <a:lnTo>
                    <a:pt x="1248766" y="4593096"/>
                  </a:lnTo>
                  <a:lnTo>
                    <a:pt x="1248860" y="4593096"/>
                  </a:lnTo>
                  <a:lnTo>
                    <a:pt x="1248954" y="4593096"/>
                  </a:lnTo>
                  <a:lnTo>
                    <a:pt x="1249048" y="4593096"/>
                  </a:lnTo>
                  <a:lnTo>
                    <a:pt x="1249142" y="4593096"/>
                  </a:lnTo>
                  <a:lnTo>
                    <a:pt x="1249236" y="4593096"/>
                  </a:lnTo>
                  <a:lnTo>
                    <a:pt x="1249330" y="4593096"/>
                  </a:lnTo>
                  <a:lnTo>
                    <a:pt x="1249424" y="4593096"/>
                  </a:lnTo>
                  <a:lnTo>
                    <a:pt x="1249518" y="4593096"/>
                  </a:lnTo>
                  <a:lnTo>
                    <a:pt x="1249612" y="4593096"/>
                  </a:lnTo>
                  <a:lnTo>
                    <a:pt x="1249706" y="4593096"/>
                  </a:lnTo>
                  <a:lnTo>
                    <a:pt x="1249800" y="4593096"/>
                  </a:lnTo>
                  <a:lnTo>
                    <a:pt x="1249894" y="4593096"/>
                  </a:lnTo>
                  <a:lnTo>
                    <a:pt x="1249988" y="4593096"/>
                  </a:lnTo>
                  <a:lnTo>
                    <a:pt x="1250082" y="4593096"/>
                  </a:lnTo>
                  <a:lnTo>
                    <a:pt x="1250176" y="4593096"/>
                  </a:lnTo>
                  <a:lnTo>
                    <a:pt x="1250270" y="4593096"/>
                  </a:lnTo>
                  <a:lnTo>
                    <a:pt x="1250364" y="4593096"/>
                  </a:lnTo>
                  <a:lnTo>
                    <a:pt x="1250458" y="4593096"/>
                  </a:lnTo>
                  <a:lnTo>
                    <a:pt x="1250552" y="4593096"/>
                  </a:lnTo>
                  <a:lnTo>
                    <a:pt x="1250646" y="4593096"/>
                  </a:lnTo>
                  <a:lnTo>
                    <a:pt x="1250740" y="4593096"/>
                  </a:lnTo>
                  <a:lnTo>
                    <a:pt x="1250834" y="4593096"/>
                  </a:lnTo>
                  <a:lnTo>
                    <a:pt x="1250928" y="4593096"/>
                  </a:lnTo>
                  <a:lnTo>
                    <a:pt x="1250928" y="4587817"/>
                  </a:lnTo>
                  <a:lnTo>
                    <a:pt x="1251022" y="4587817"/>
                  </a:lnTo>
                  <a:lnTo>
                    <a:pt x="1251117" y="4587817"/>
                  </a:lnTo>
                  <a:lnTo>
                    <a:pt x="1251211" y="4587817"/>
                  </a:lnTo>
                  <a:lnTo>
                    <a:pt x="1251305" y="4587817"/>
                  </a:lnTo>
                  <a:lnTo>
                    <a:pt x="1251399" y="4587817"/>
                  </a:lnTo>
                  <a:lnTo>
                    <a:pt x="1251493" y="4587817"/>
                  </a:lnTo>
                  <a:lnTo>
                    <a:pt x="1251587" y="4587817"/>
                  </a:lnTo>
                  <a:lnTo>
                    <a:pt x="1251681" y="4587817"/>
                  </a:lnTo>
                  <a:lnTo>
                    <a:pt x="1251775" y="4587817"/>
                  </a:lnTo>
                  <a:lnTo>
                    <a:pt x="1251869" y="4587817"/>
                  </a:lnTo>
                  <a:lnTo>
                    <a:pt x="1251963" y="4587817"/>
                  </a:lnTo>
                  <a:lnTo>
                    <a:pt x="1252057" y="4587817"/>
                  </a:lnTo>
                  <a:lnTo>
                    <a:pt x="1252151" y="4587817"/>
                  </a:lnTo>
                  <a:lnTo>
                    <a:pt x="1252245" y="4587817"/>
                  </a:lnTo>
                  <a:lnTo>
                    <a:pt x="1252339" y="4587817"/>
                  </a:lnTo>
                  <a:lnTo>
                    <a:pt x="1252433" y="4587817"/>
                  </a:lnTo>
                  <a:lnTo>
                    <a:pt x="1252527" y="4587817"/>
                  </a:lnTo>
                  <a:lnTo>
                    <a:pt x="1252621" y="4587817"/>
                  </a:lnTo>
                  <a:lnTo>
                    <a:pt x="1252715" y="4587817"/>
                  </a:lnTo>
                  <a:lnTo>
                    <a:pt x="1252809" y="4587817"/>
                  </a:lnTo>
                  <a:lnTo>
                    <a:pt x="1252903" y="4587817"/>
                  </a:lnTo>
                  <a:lnTo>
                    <a:pt x="1252997" y="4587817"/>
                  </a:lnTo>
                  <a:lnTo>
                    <a:pt x="1253091" y="4587817"/>
                  </a:lnTo>
                  <a:lnTo>
                    <a:pt x="1253185" y="4587817"/>
                  </a:lnTo>
                  <a:lnTo>
                    <a:pt x="1253279" y="4587817"/>
                  </a:lnTo>
                  <a:lnTo>
                    <a:pt x="1253373" y="4587817"/>
                  </a:lnTo>
                  <a:lnTo>
                    <a:pt x="1253467" y="4587817"/>
                  </a:lnTo>
                  <a:lnTo>
                    <a:pt x="1253561" y="4587817"/>
                  </a:lnTo>
                  <a:lnTo>
                    <a:pt x="1253655" y="4587817"/>
                  </a:lnTo>
                  <a:lnTo>
                    <a:pt x="1253749" y="4587817"/>
                  </a:lnTo>
                  <a:lnTo>
                    <a:pt x="1253843" y="4587817"/>
                  </a:lnTo>
                  <a:lnTo>
                    <a:pt x="1253937" y="4587817"/>
                  </a:lnTo>
                  <a:lnTo>
                    <a:pt x="1254031" y="4587817"/>
                  </a:lnTo>
                  <a:lnTo>
                    <a:pt x="1254125" y="4587817"/>
                  </a:lnTo>
                  <a:lnTo>
                    <a:pt x="1254219" y="4587817"/>
                  </a:lnTo>
                  <a:lnTo>
                    <a:pt x="1254313" y="4587817"/>
                  </a:lnTo>
                  <a:lnTo>
                    <a:pt x="1254407" y="4587817"/>
                  </a:lnTo>
                  <a:lnTo>
                    <a:pt x="1254501" y="4587817"/>
                  </a:lnTo>
                  <a:lnTo>
                    <a:pt x="1254595" y="4587817"/>
                  </a:lnTo>
                  <a:lnTo>
                    <a:pt x="1254690" y="4587817"/>
                  </a:lnTo>
                  <a:lnTo>
                    <a:pt x="1254690" y="4582537"/>
                  </a:lnTo>
                  <a:lnTo>
                    <a:pt x="1254784" y="4582537"/>
                  </a:lnTo>
                  <a:lnTo>
                    <a:pt x="1254878" y="4582537"/>
                  </a:lnTo>
                  <a:lnTo>
                    <a:pt x="1254972" y="4582537"/>
                  </a:lnTo>
                  <a:lnTo>
                    <a:pt x="1255066" y="4582537"/>
                  </a:lnTo>
                  <a:lnTo>
                    <a:pt x="1255160" y="4582537"/>
                  </a:lnTo>
                  <a:lnTo>
                    <a:pt x="1255254" y="4582537"/>
                  </a:lnTo>
                  <a:lnTo>
                    <a:pt x="1255348" y="4582537"/>
                  </a:lnTo>
                  <a:lnTo>
                    <a:pt x="1255442" y="4582537"/>
                  </a:lnTo>
                  <a:lnTo>
                    <a:pt x="1255536" y="4582537"/>
                  </a:lnTo>
                  <a:lnTo>
                    <a:pt x="1255630" y="4582537"/>
                  </a:lnTo>
                  <a:lnTo>
                    <a:pt x="1255724" y="4582537"/>
                  </a:lnTo>
                  <a:lnTo>
                    <a:pt x="1255818" y="4582537"/>
                  </a:lnTo>
                  <a:lnTo>
                    <a:pt x="1255912" y="4582537"/>
                  </a:lnTo>
                  <a:lnTo>
                    <a:pt x="1256006" y="4582537"/>
                  </a:lnTo>
                  <a:lnTo>
                    <a:pt x="1256100" y="4582537"/>
                  </a:lnTo>
                  <a:lnTo>
                    <a:pt x="1256194" y="4582537"/>
                  </a:lnTo>
                  <a:lnTo>
                    <a:pt x="1256288" y="4582537"/>
                  </a:lnTo>
                  <a:lnTo>
                    <a:pt x="1256382" y="4582537"/>
                  </a:lnTo>
                  <a:lnTo>
                    <a:pt x="1256476" y="4582537"/>
                  </a:lnTo>
                  <a:lnTo>
                    <a:pt x="1256570" y="4582537"/>
                  </a:lnTo>
                  <a:lnTo>
                    <a:pt x="1256570" y="4577258"/>
                  </a:lnTo>
                  <a:lnTo>
                    <a:pt x="1256664" y="4577258"/>
                  </a:lnTo>
                  <a:lnTo>
                    <a:pt x="1256758" y="4577258"/>
                  </a:lnTo>
                  <a:lnTo>
                    <a:pt x="1256852" y="4577258"/>
                  </a:lnTo>
                  <a:lnTo>
                    <a:pt x="1256946" y="4577258"/>
                  </a:lnTo>
                  <a:lnTo>
                    <a:pt x="1257040" y="4577258"/>
                  </a:lnTo>
                  <a:lnTo>
                    <a:pt x="1257134" y="4577258"/>
                  </a:lnTo>
                  <a:lnTo>
                    <a:pt x="1257228" y="4577258"/>
                  </a:lnTo>
                  <a:lnTo>
                    <a:pt x="1257322" y="4577258"/>
                  </a:lnTo>
                  <a:lnTo>
                    <a:pt x="1257416" y="4577258"/>
                  </a:lnTo>
                  <a:lnTo>
                    <a:pt x="1257510" y="4577258"/>
                  </a:lnTo>
                  <a:lnTo>
                    <a:pt x="1257604" y="4577258"/>
                  </a:lnTo>
                  <a:lnTo>
                    <a:pt x="1257698" y="4577258"/>
                  </a:lnTo>
                  <a:lnTo>
                    <a:pt x="1257792" y="4577258"/>
                  </a:lnTo>
                  <a:lnTo>
                    <a:pt x="1257886" y="4577258"/>
                  </a:lnTo>
                  <a:lnTo>
                    <a:pt x="1257980" y="4577258"/>
                  </a:lnTo>
                  <a:lnTo>
                    <a:pt x="1258074" y="4577258"/>
                  </a:lnTo>
                  <a:lnTo>
                    <a:pt x="1258168" y="4577258"/>
                  </a:lnTo>
                  <a:lnTo>
                    <a:pt x="1258263" y="4577258"/>
                  </a:lnTo>
                  <a:lnTo>
                    <a:pt x="1258357" y="4577258"/>
                  </a:lnTo>
                  <a:lnTo>
                    <a:pt x="1258451" y="4577258"/>
                  </a:lnTo>
                  <a:lnTo>
                    <a:pt x="1258545" y="4577258"/>
                  </a:lnTo>
                  <a:lnTo>
                    <a:pt x="1258639" y="4577258"/>
                  </a:lnTo>
                  <a:lnTo>
                    <a:pt x="1258733" y="4577258"/>
                  </a:lnTo>
                  <a:lnTo>
                    <a:pt x="1258827" y="4577258"/>
                  </a:lnTo>
                  <a:lnTo>
                    <a:pt x="1258827" y="4571978"/>
                  </a:lnTo>
                  <a:lnTo>
                    <a:pt x="1258921" y="4571978"/>
                  </a:lnTo>
                  <a:lnTo>
                    <a:pt x="1259015" y="4571978"/>
                  </a:lnTo>
                  <a:lnTo>
                    <a:pt x="1259109" y="4571978"/>
                  </a:lnTo>
                  <a:lnTo>
                    <a:pt x="1259203" y="4571978"/>
                  </a:lnTo>
                  <a:lnTo>
                    <a:pt x="1259297" y="4571978"/>
                  </a:lnTo>
                  <a:lnTo>
                    <a:pt x="1259391" y="4571978"/>
                  </a:lnTo>
                  <a:lnTo>
                    <a:pt x="1259485" y="4571978"/>
                  </a:lnTo>
                  <a:lnTo>
                    <a:pt x="1259579" y="4571978"/>
                  </a:lnTo>
                  <a:lnTo>
                    <a:pt x="1259673" y="4571978"/>
                  </a:lnTo>
                  <a:lnTo>
                    <a:pt x="1259673" y="4566699"/>
                  </a:lnTo>
                  <a:lnTo>
                    <a:pt x="1259767" y="4566699"/>
                  </a:lnTo>
                  <a:lnTo>
                    <a:pt x="1259861" y="4566699"/>
                  </a:lnTo>
                  <a:lnTo>
                    <a:pt x="1259955" y="4566699"/>
                  </a:lnTo>
                  <a:lnTo>
                    <a:pt x="1260049" y="4566699"/>
                  </a:lnTo>
                  <a:lnTo>
                    <a:pt x="1260143" y="4566699"/>
                  </a:lnTo>
                  <a:lnTo>
                    <a:pt x="1260237" y="4566699"/>
                  </a:lnTo>
                  <a:lnTo>
                    <a:pt x="1260331" y="4566699"/>
                  </a:lnTo>
                  <a:lnTo>
                    <a:pt x="1260425" y="4566699"/>
                  </a:lnTo>
                  <a:lnTo>
                    <a:pt x="1260519" y="4566699"/>
                  </a:lnTo>
                  <a:lnTo>
                    <a:pt x="1260613" y="4566699"/>
                  </a:lnTo>
                  <a:lnTo>
                    <a:pt x="1260707" y="4566699"/>
                  </a:lnTo>
                  <a:lnTo>
                    <a:pt x="1260801" y="4566699"/>
                  </a:lnTo>
                  <a:lnTo>
                    <a:pt x="1260895" y="4566699"/>
                  </a:lnTo>
                  <a:lnTo>
                    <a:pt x="1260989" y="4566699"/>
                  </a:lnTo>
                  <a:lnTo>
                    <a:pt x="1261083" y="4566699"/>
                  </a:lnTo>
                  <a:lnTo>
                    <a:pt x="1261177" y="4566699"/>
                  </a:lnTo>
                  <a:lnTo>
                    <a:pt x="1261271" y="4566699"/>
                  </a:lnTo>
                  <a:lnTo>
                    <a:pt x="1261365" y="4566699"/>
                  </a:lnTo>
                  <a:lnTo>
                    <a:pt x="1261459" y="4566699"/>
                  </a:lnTo>
                  <a:lnTo>
                    <a:pt x="1261553" y="4566699"/>
                  </a:lnTo>
                  <a:lnTo>
                    <a:pt x="1261647" y="4566699"/>
                  </a:lnTo>
                  <a:lnTo>
                    <a:pt x="1261742" y="4566699"/>
                  </a:lnTo>
                  <a:lnTo>
                    <a:pt x="1261836" y="4566699"/>
                  </a:lnTo>
                  <a:lnTo>
                    <a:pt x="1261930" y="4566699"/>
                  </a:lnTo>
                  <a:lnTo>
                    <a:pt x="1262024" y="4566699"/>
                  </a:lnTo>
                  <a:lnTo>
                    <a:pt x="1262118" y="4566699"/>
                  </a:lnTo>
                  <a:lnTo>
                    <a:pt x="1262118" y="4561420"/>
                  </a:lnTo>
                  <a:lnTo>
                    <a:pt x="1262212" y="4561420"/>
                  </a:lnTo>
                  <a:lnTo>
                    <a:pt x="1262306" y="4561420"/>
                  </a:lnTo>
                  <a:lnTo>
                    <a:pt x="1262400" y="4561420"/>
                  </a:lnTo>
                  <a:lnTo>
                    <a:pt x="1262494" y="4561420"/>
                  </a:lnTo>
                  <a:lnTo>
                    <a:pt x="1262588" y="4561420"/>
                  </a:lnTo>
                  <a:lnTo>
                    <a:pt x="1262682" y="4561420"/>
                  </a:lnTo>
                  <a:lnTo>
                    <a:pt x="1262776" y="4561420"/>
                  </a:lnTo>
                  <a:lnTo>
                    <a:pt x="1262870" y="4561420"/>
                  </a:lnTo>
                  <a:lnTo>
                    <a:pt x="1262964" y="4561420"/>
                  </a:lnTo>
                  <a:lnTo>
                    <a:pt x="1263058" y="4561420"/>
                  </a:lnTo>
                  <a:lnTo>
                    <a:pt x="1263152" y="4561420"/>
                  </a:lnTo>
                  <a:lnTo>
                    <a:pt x="1263246" y="4561420"/>
                  </a:lnTo>
                  <a:lnTo>
                    <a:pt x="1263340" y="4561420"/>
                  </a:lnTo>
                  <a:lnTo>
                    <a:pt x="1263434" y="4561420"/>
                  </a:lnTo>
                  <a:lnTo>
                    <a:pt x="1263528" y="4561420"/>
                  </a:lnTo>
                  <a:lnTo>
                    <a:pt x="1263622" y="4561420"/>
                  </a:lnTo>
                  <a:lnTo>
                    <a:pt x="1263716" y="4561420"/>
                  </a:lnTo>
                  <a:lnTo>
                    <a:pt x="1263810" y="4561420"/>
                  </a:lnTo>
                  <a:lnTo>
                    <a:pt x="1263904" y="4561420"/>
                  </a:lnTo>
                  <a:lnTo>
                    <a:pt x="1263998" y="4561420"/>
                  </a:lnTo>
                  <a:lnTo>
                    <a:pt x="1264092" y="4561420"/>
                  </a:lnTo>
                  <a:lnTo>
                    <a:pt x="1264186" y="4561420"/>
                  </a:lnTo>
                  <a:lnTo>
                    <a:pt x="1264280" y="4561420"/>
                  </a:lnTo>
                  <a:lnTo>
                    <a:pt x="1264374" y="4561420"/>
                  </a:lnTo>
                  <a:lnTo>
                    <a:pt x="1264468" y="4561420"/>
                  </a:lnTo>
                  <a:lnTo>
                    <a:pt x="1264562" y="4561420"/>
                  </a:lnTo>
                  <a:lnTo>
                    <a:pt x="1264656" y="4561420"/>
                  </a:lnTo>
                  <a:lnTo>
                    <a:pt x="1264750" y="4561420"/>
                  </a:lnTo>
                  <a:lnTo>
                    <a:pt x="1264844" y="4561420"/>
                  </a:lnTo>
                  <a:lnTo>
                    <a:pt x="1264938" y="4561420"/>
                  </a:lnTo>
                  <a:lnTo>
                    <a:pt x="1265032" y="4561420"/>
                  </a:lnTo>
                  <a:lnTo>
                    <a:pt x="1265126" y="4561420"/>
                  </a:lnTo>
                  <a:lnTo>
                    <a:pt x="1265220" y="4561420"/>
                  </a:lnTo>
                  <a:lnTo>
                    <a:pt x="1265315" y="4561420"/>
                  </a:lnTo>
                  <a:lnTo>
                    <a:pt x="1265409" y="4561420"/>
                  </a:lnTo>
                  <a:lnTo>
                    <a:pt x="1265503" y="4561420"/>
                  </a:lnTo>
                  <a:lnTo>
                    <a:pt x="1265597" y="4561420"/>
                  </a:lnTo>
                  <a:lnTo>
                    <a:pt x="1265691" y="4561420"/>
                  </a:lnTo>
                  <a:lnTo>
                    <a:pt x="1265691" y="4556140"/>
                  </a:lnTo>
                  <a:lnTo>
                    <a:pt x="1265785" y="4556140"/>
                  </a:lnTo>
                  <a:lnTo>
                    <a:pt x="1265879" y="4556140"/>
                  </a:lnTo>
                  <a:lnTo>
                    <a:pt x="1265973" y="4556140"/>
                  </a:lnTo>
                  <a:lnTo>
                    <a:pt x="1266067" y="4556140"/>
                  </a:lnTo>
                  <a:lnTo>
                    <a:pt x="1266161" y="4556140"/>
                  </a:lnTo>
                  <a:lnTo>
                    <a:pt x="1266255" y="4556140"/>
                  </a:lnTo>
                  <a:lnTo>
                    <a:pt x="1266349" y="4556140"/>
                  </a:lnTo>
                  <a:lnTo>
                    <a:pt x="1266443" y="4556140"/>
                  </a:lnTo>
                  <a:lnTo>
                    <a:pt x="1266537" y="4556140"/>
                  </a:lnTo>
                  <a:lnTo>
                    <a:pt x="1266631" y="4556140"/>
                  </a:lnTo>
                  <a:lnTo>
                    <a:pt x="1266725" y="4556140"/>
                  </a:lnTo>
                  <a:lnTo>
                    <a:pt x="1266819" y="4556140"/>
                  </a:lnTo>
                  <a:lnTo>
                    <a:pt x="1266913" y="4556140"/>
                  </a:lnTo>
                  <a:lnTo>
                    <a:pt x="1267007" y="4556140"/>
                  </a:lnTo>
                  <a:lnTo>
                    <a:pt x="1267101" y="4556140"/>
                  </a:lnTo>
                  <a:lnTo>
                    <a:pt x="1267195" y="4556140"/>
                  </a:lnTo>
                  <a:lnTo>
                    <a:pt x="1267289" y="4556140"/>
                  </a:lnTo>
                  <a:lnTo>
                    <a:pt x="1267383" y="4556140"/>
                  </a:lnTo>
                  <a:lnTo>
                    <a:pt x="1267477" y="4556140"/>
                  </a:lnTo>
                  <a:lnTo>
                    <a:pt x="1267571" y="4556140"/>
                  </a:lnTo>
                  <a:lnTo>
                    <a:pt x="1267665" y="4556140"/>
                  </a:lnTo>
                  <a:lnTo>
                    <a:pt x="1267759" y="4556140"/>
                  </a:lnTo>
                  <a:lnTo>
                    <a:pt x="1267853" y="4556140"/>
                  </a:lnTo>
                  <a:lnTo>
                    <a:pt x="1267947" y="4556140"/>
                  </a:lnTo>
                  <a:lnTo>
                    <a:pt x="1268041" y="4556140"/>
                  </a:lnTo>
                  <a:lnTo>
                    <a:pt x="1268135" y="4556140"/>
                  </a:lnTo>
                  <a:lnTo>
                    <a:pt x="1268229" y="4556140"/>
                  </a:lnTo>
                  <a:lnTo>
                    <a:pt x="1268323" y="4556140"/>
                  </a:lnTo>
                  <a:lnTo>
                    <a:pt x="1268417" y="4556140"/>
                  </a:lnTo>
                  <a:lnTo>
                    <a:pt x="1268511" y="4556140"/>
                  </a:lnTo>
                  <a:lnTo>
                    <a:pt x="1268605" y="4556140"/>
                  </a:lnTo>
                  <a:lnTo>
                    <a:pt x="1268699" y="4556140"/>
                  </a:lnTo>
                  <a:lnTo>
                    <a:pt x="1268793" y="4556140"/>
                  </a:lnTo>
                  <a:lnTo>
                    <a:pt x="1268888" y="4556140"/>
                  </a:lnTo>
                  <a:lnTo>
                    <a:pt x="1268982" y="4556140"/>
                  </a:lnTo>
                  <a:lnTo>
                    <a:pt x="1269076" y="4556140"/>
                  </a:lnTo>
                  <a:lnTo>
                    <a:pt x="1269170" y="4556140"/>
                  </a:lnTo>
                  <a:lnTo>
                    <a:pt x="1269264" y="4556140"/>
                  </a:lnTo>
                  <a:lnTo>
                    <a:pt x="1269358" y="4556140"/>
                  </a:lnTo>
                  <a:lnTo>
                    <a:pt x="1269452" y="4556140"/>
                  </a:lnTo>
                  <a:lnTo>
                    <a:pt x="1269546" y="4556140"/>
                  </a:lnTo>
                  <a:lnTo>
                    <a:pt x="1269640" y="4556140"/>
                  </a:lnTo>
                  <a:lnTo>
                    <a:pt x="1269734" y="4556140"/>
                  </a:lnTo>
                  <a:lnTo>
                    <a:pt x="1269828" y="4556140"/>
                  </a:lnTo>
                  <a:lnTo>
                    <a:pt x="1269922" y="4556140"/>
                  </a:lnTo>
                  <a:lnTo>
                    <a:pt x="1270016" y="4556140"/>
                  </a:lnTo>
                  <a:lnTo>
                    <a:pt x="1270110" y="4556140"/>
                  </a:lnTo>
                  <a:lnTo>
                    <a:pt x="1270204" y="4556140"/>
                  </a:lnTo>
                  <a:lnTo>
                    <a:pt x="1270298" y="4556140"/>
                  </a:lnTo>
                  <a:lnTo>
                    <a:pt x="1270392" y="4556140"/>
                  </a:lnTo>
                  <a:lnTo>
                    <a:pt x="1270486" y="4556140"/>
                  </a:lnTo>
                  <a:lnTo>
                    <a:pt x="1270580" y="4556140"/>
                  </a:lnTo>
                  <a:lnTo>
                    <a:pt x="1270674" y="4556140"/>
                  </a:lnTo>
                  <a:lnTo>
                    <a:pt x="1270768" y="4556140"/>
                  </a:lnTo>
                  <a:lnTo>
                    <a:pt x="1270862" y="4556140"/>
                  </a:lnTo>
                  <a:lnTo>
                    <a:pt x="1270956" y="4556140"/>
                  </a:lnTo>
                  <a:lnTo>
                    <a:pt x="1271050" y="4556140"/>
                  </a:lnTo>
                  <a:lnTo>
                    <a:pt x="1271144" y="4556140"/>
                  </a:lnTo>
                  <a:lnTo>
                    <a:pt x="1271238" y="4556140"/>
                  </a:lnTo>
                  <a:lnTo>
                    <a:pt x="1271332" y="4556140"/>
                  </a:lnTo>
                  <a:lnTo>
                    <a:pt x="1271426" y="4556140"/>
                  </a:lnTo>
                  <a:lnTo>
                    <a:pt x="1271520" y="4556140"/>
                  </a:lnTo>
                  <a:lnTo>
                    <a:pt x="1271614" y="4556140"/>
                  </a:lnTo>
                  <a:lnTo>
                    <a:pt x="1271708" y="4556140"/>
                  </a:lnTo>
                  <a:lnTo>
                    <a:pt x="1271802" y="4556140"/>
                  </a:lnTo>
                  <a:lnTo>
                    <a:pt x="1271896" y="4556140"/>
                  </a:lnTo>
                  <a:lnTo>
                    <a:pt x="1271990" y="4556140"/>
                  </a:lnTo>
                  <a:lnTo>
                    <a:pt x="1271990" y="4550861"/>
                  </a:lnTo>
                  <a:lnTo>
                    <a:pt x="1272084" y="4550861"/>
                  </a:lnTo>
                  <a:lnTo>
                    <a:pt x="1272178" y="4550861"/>
                  </a:lnTo>
                  <a:lnTo>
                    <a:pt x="1272272" y="4550861"/>
                  </a:lnTo>
                  <a:lnTo>
                    <a:pt x="1272367" y="4550861"/>
                  </a:lnTo>
                  <a:lnTo>
                    <a:pt x="1272461" y="4550861"/>
                  </a:lnTo>
                  <a:lnTo>
                    <a:pt x="1272555" y="4550861"/>
                  </a:lnTo>
                  <a:lnTo>
                    <a:pt x="1272649" y="4550861"/>
                  </a:lnTo>
                  <a:lnTo>
                    <a:pt x="1272743" y="4550861"/>
                  </a:lnTo>
                  <a:lnTo>
                    <a:pt x="1272837" y="4550861"/>
                  </a:lnTo>
                  <a:lnTo>
                    <a:pt x="1272931" y="4550861"/>
                  </a:lnTo>
                  <a:lnTo>
                    <a:pt x="1273025" y="4550861"/>
                  </a:lnTo>
                  <a:lnTo>
                    <a:pt x="1273119" y="4550861"/>
                  </a:lnTo>
                  <a:lnTo>
                    <a:pt x="1273119" y="4545581"/>
                  </a:lnTo>
                  <a:lnTo>
                    <a:pt x="1273213" y="4545581"/>
                  </a:lnTo>
                  <a:lnTo>
                    <a:pt x="1273307" y="4545581"/>
                  </a:lnTo>
                  <a:lnTo>
                    <a:pt x="1273401" y="4545581"/>
                  </a:lnTo>
                  <a:lnTo>
                    <a:pt x="1273495" y="4545581"/>
                  </a:lnTo>
                  <a:lnTo>
                    <a:pt x="1273589" y="4545581"/>
                  </a:lnTo>
                  <a:lnTo>
                    <a:pt x="1273683" y="4545581"/>
                  </a:lnTo>
                  <a:lnTo>
                    <a:pt x="1273777" y="4545581"/>
                  </a:lnTo>
                  <a:lnTo>
                    <a:pt x="1273871" y="4545581"/>
                  </a:lnTo>
                  <a:lnTo>
                    <a:pt x="1273965" y="4545581"/>
                  </a:lnTo>
                  <a:lnTo>
                    <a:pt x="1274059" y="4545581"/>
                  </a:lnTo>
                  <a:lnTo>
                    <a:pt x="1274153" y="4545581"/>
                  </a:lnTo>
                  <a:lnTo>
                    <a:pt x="1274247" y="4545581"/>
                  </a:lnTo>
                  <a:lnTo>
                    <a:pt x="1274341" y="4545581"/>
                  </a:lnTo>
                  <a:lnTo>
                    <a:pt x="1274435" y="4545581"/>
                  </a:lnTo>
                  <a:lnTo>
                    <a:pt x="1274529" y="4545581"/>
                  </a:lnTo>
                  <a:lnTo>
                    <a:pt x="1274623" y="4545581"/>
                  </a:lnTo>
                  <a:lnTo>
                    <a:pt x="1274717" y="4545581"/>
                  </a:lnTo>
                  <a:lnTo>
                    <a:pt x="1274811" y="4545581"/>
                  </a:lnTo>
                  <a:lnTo>
                    <a:pt x="1274905" y="4545581"/>
                  </a:lnTo>
                  <a:lnTo>
                    <a:pt x="1274999" y="4545581"/>
                  </a:lnTo>
                  <a:lnTo>
                    <a:pt x="1275093" y="4545581"/>
                  </a:lnTo>
                  <a:lnTo>
                    <a:pt x="1275187" y="4545581"/>
                  </a:lnTo>
                  <a:lnTo>
                    <a:pt x="1275281" y="4545581"/>
                  </a:lnTo>
                  <a:lnTo>
                    <a:pt x="1275281" y="4540302"/>
                  </a:lnTo>
                  <a:lnTo>
                    <a:pt x="1275375" y="4540302"/>
                  </a:lnTo>
                  <a:lnTo>
                    <a:pt x="1275469" y="4540302"/>
                  </a:lnTo>
                  <a:lnTo>
                    <a:pt x="1275563" y="4540302"/>
                  </a:lnTo>
                  <a:lnTo>
                    <a:pt x="1275657" y="4540302"/>
                  </a:lnTo>
                  <a:lnTo>
                    <a:pt x="1275751" y="4540302"/>
                  </a:lnTo>
                  <a:lnTo>
                    <a:pt x="1275845" y="4540302"/>
                  </a:lnTo>
                  <a:lnTo>
                    <a:pt x="1275940" y="4540302"/>
                  </a:lnTo>
                  <a:lnTo>
                    <a:pt x="1275940" y="4535022"/>
                  </a:lnTo>
                  <a:lnTo>
                    <a:pt x="1276034" y="4535022"/>
                  </a:lnTo>
                  <a:lnTo>
                    <a:pt x="1276128" y="4535022"/>
                  </a:lnTo>
                  <a:lnTo>
                    <a:pt x="1276222" y="4535022"/>
                  </a:lnTo>
                  <a:lnTo>
                    <a:pt x="1276316" y="4535022"/>
                  </a:lnTo>
                  <a:lnTo>
                    <a:pt x="1276410" y="4535022"/>
                  </a:lnTo>
                  <a:lnTo>
                    <a:pt x="1276410" y="4529743"/>
                  </a:lnTo>
                  <a:lnTo>
                    <a:pt x="1276504" y="4529743"/>
                  </a:lnTo>
                  <a:lnTo>
                    <a:pt x="1276598" y="4529743"/>
                  </a:lnTo>
                  <a:lnTo>
                    <a:pt x="1276692" y="4529743"/>
                  </a:lnTo>
                  <a:lnTo>
                    <a:pt x="1276786" y="4529743"/>
                  </a:lnTo>
                  <a:lnTo>
                    <a:pt x="1276880" y="4529743"/>
                  </a:lnTo>
                  <a:lnTo>
                    <a:pt x="1276974" y="4529743"/>
                  </a:lnTo>
                  <a:lnTo>
                    <a:pt x="1277068" y="4529743"/>
                  </a:lnTo>
                  <a:lnTo>
                    <a:pt x="1277162" y="4529743"/>
                  </a:lnTo>
                  <a:lnTo>
                    <a:pt x="1277256" y="4529743"/>
                  </a:lnTo>
                  <a:lnTo>
                    <a:pt x="1277350" y="4529743"/>
                  </a:lnTo>
                  <a:lnTo>
                    <a:pt x="1277444" y="4529743"/>
                  </a:lnTo>
                  <a:lnTo>
                    <a:pt x="1277538" y="4529743"/>
                  </a:lnTo>
                  <a:lnTo>
                    <a:pt x="1277632" y="4529743"/>
                  </a:lnTo>
                  <a:lnTo>
                    <a:pt x="1277726" y="4529743"/>
                  </a:lnTo>
                  <a:lnTo>
                    <a:pt x="1277820" y="4529743"/>
                  </a:lnTo>
                  <a:lnTo>
                    <a:pt x="1277914" y="4529743"/>
                  </a:lnTo>
                  <a:lnTo>
                    <a:pt x="1278008" y="4529743"/>
                  </a:lnTo>
                  <a:lnTo>
                    <a:pt x="1278102" y="4529743"/>
                  </a:lnTo>
                  <a:lnTo>
                    <a:pt x="1278196" y="4529743"/>
                  </a:lnTo>
                  <a:lnTo>
                    <a:pt x="1278290" y="4529743"/>
                  </a:lnTo>
                  <a:lnTo>
                    <a:pt x="1278384" y="4529743"/>
                  </a:lnTo>
                  <a:lnTo>
                    <a:pt x="1278384" y="4524464"/>
                  </a:lnTo>
                  <a:lnTo>
                    <a:pt x="1278478" y="4524464"/>
                  </a:lnTo>
                  <a:lnTo>
                    <a:pt x="1278572" y="4524464"/>
                  </a:lnTo>
                  <a:lnTo>
                    <a:pt x="1278666" y="4524464"/>
                  </a:lnTo>
                  <a:lnTo>
                    <a:pt x="1278760" y="4524464"/>
                  </a:lnTo>
                  <a:lnTo>
                    <a:pt x="1278854" y="4524464"/>
                  </a:lnTo>
                  <a:lnTo>
                    <a:pt x="1278948" y="4524464"/>
                  </a:lnTo>
                  <a:lnTo>
                    <a:pt x="1279042" y="4524464"/>
                  </a:lnTo>
                  <a:lnTo>
                    <a:pt x="1279136" y="4524464"/>
                  </a:lnTo>
                  <a:lnTo>
                    <a:pt x="1279230" y="4524464"/>
                  </a:lnTo>
                  <a:lnTo>
                    <a:pt x="1279324" y="4524464"/>
                  </a:lnTo>
                  <a:lnTo>
                    <a:pt x="1279418" y="4524464"/>
                  </a:lnTo>
                  <a:lnTo>
                    <a:pt x="1279513" y="4524464"/>
                  </a:lnTo>
                  <a:lnTo>
                    <a:pt x="1279607" y="4524464"/>
                  </a:lnTo>
                  <a:lnTo>
                    <a:pt x="1279701" y="4524464"/>
                  </a:lnTo>
                  <a:lnTo>
                    <a:pt x="1279795" y="4524464"/>
                  </a:lnTo>
                  <a:lnTo>
                    <a:pt x="1279889" y="4524464"/>
                  </a:lnTo>
                  <a:lnTo>
                    <a:pt x="1279983" y="4524464"/>
                  </a:lnTo>
                  <a:lnTo>
                    <a:pt x="1280077" y="4524464"/>
                  </a:lnTo>
                  <a:lnTo>
                    <a:pt x="1280171" y="4524464"/>
                  </a:lnTo>
                  <a:lnTo>
                    <a:pt x="1280265" y="4524464"/>
                  </a:lnTo>
                  <a:lnTo>
                    <a:pt x="1280359" y="4524464"/>
                  </a:lnTo>
                  <a:lnTo>
                    <a:pt x="1280453" y="4524464"/>
                  </a:lnTo>
                  <a:lnTo>
                    <a:pt x="1280547" y="4524464"/>
                  </a:lnTo>
                  <a:lnTo>
                    <a:pt x="1280641" y="4524464"/>
                  </a:lnTo>
                  <a:lnTo>
                    <a:pt x="1280735" y="4524464"/>
                  </a:lnTo>
                  <a:lnTo>
                    <a:pt x="1280829" y="4524464"/>
                  </a:lnTo>
                  <a:lnTo>
                    <a:pt x="1280923" y="4524464"/>
                  </a:lnTo>
                  <a:lnTo>
                    <a:pt x="1281017" y="4524464"/>
                  </a:lnTo>
                  <a:lnTo>
                    <a:pt x="1281111" y="4524464"/>
                  </a:lnTo>
                  <a:lnTo>
                    <a:pt x="1281205" y="4524464"/>
                  </a:lnTo>
                  <a:lnTo>
                    <a:pt x="1281299" y="4524464"/>
                  </a:lnTo>
                  <a:lnTo>
                    <a:pt x="1281393" y="4524464"/>
                  </a:lnTo>
                  <a:lnTo>
                    <a:pt x="1281487" y="4524464"/>
                  </a:lnTo>
                  <a:lnTo>
                    <a:pt x="1281581" y="4524464"/>
                  </a:lnTo>
                  <a:lnTo>
                    <a:pt x="1281675" y="4524464"/>
                  </a:lnTo>
                  <a:lnTo>
                    <a:pt x="1281769" y="4524464"/>
                  </a:lnTo>
                  <a:lnTo>
                    <a:pt x="1281863" y="4524464"/>
                  </a:lnTo>
                  <a:lnTo>
                    <a:pt x="1281957" y="4524464"/>
                  </a:lnTo>
                  <a:lnTo>
                    <a:pt x="1282051" y="4524464"/>
                  </a:lnTo>
                  <a:lnTo>
                    <a:pt x="1282145" y="4524464"/>
                  </a:lnTo>
                  <a:lnTo>
                    <a:pt x="1282239" y="4524464"/>
                  </a:lnTo>
                  <a:lnTo>
                    <a:pt x="1282333" y="4524464"/>
                  </a:lnTo>
                  <a:lnTo>
                    <a:pt x="1282427" y="4524464"/>
                  </a:lnTo>
                  <a:lnTo>
                    <a:pt x="1282521" y="4524464"/>
                  </a:lnTo>
                  <a:lnTo>
                    <a:pt x="1282615" y="4524464"/>
                  </a:lnTo>
                  <a:lnTo>
                    <a:pt x="1282709" y="4524464"/>
                  </a:lnTo>
                  <a:lnTo>
                    <a:pt x="1282803" y="4524464"/>
                  </a:lnTo>
                  <a:lnTo>
                    <a:pt x="1282897" y="4524464"/>
                  </a:lnTo>
                  <a:lnTo>
                    <a:pt x="1282992" y="4524464"/>
                  </a:lnTo>
                  <a:lnTo>
                    <a:pt x="1283086" y="4524464"/>
                  </a:lnTo>
                  <a:lnTo>
                    <a:pt x="1283180" y="4524464"/>
                  </a:lnTo>
                  <a:lnTo>
                    <a:pt x="1283274" y="4524464"/>
                  </a:lnTo>
                  <a:lnTo>
                    <a:pt x="1283368" y="4524464"/>
                  </a:lnTo>
                  <a:lnTo>
                    <a:pt x="1283462" y="4524464"/>
                  </a:lnTo>
                  <a:lnTo>
                    <a:pt x="1283556" y="4524464"/>
                  </a:lnTo>
                  <a:lnTo>
                    <a:pt x="1283650" y="4524464"/>
                  </a:lnTo>
                  <a:lnTo>
                    <a:pt x="1283744" y="4524464"/>
                  </a:lnTo>
                  <a:lnTo>
                    <a:pt x="1283838" y="4524464"/>
                  </a:lnTo>
                  <a:lnTo>
                    <a:pt x="1283932" y="4524464"/>
                  </a:lnTo>
                  <a:lnTo>
                    <a:pt x="1284026" y="4524464"/>
                  </a:lnTo>
                  <a:lnTo>
                    <a:pt x="1284120" y="4524464"/>
                  </a:lnTo>
                  <a:lnTo>
                    <a:pt x="1284214" y="4524464"/>
                  </a:lnTo>
                  <a:lnTo>
                    <a:pt x="1284308" y="4524464"/>
                  </a:lnTo>
                  <a:lnTo>
                    <a:pt x="1284402" y="4524464"/>
                  </a:lnTo>
                  <a:lnTo>
                    <a:pt x="1284496" y="4524464"/>
                  </a:lnTo>
                  <a:lnTo>
                    <a:pt x="1284590" y="4524464"/>
                  </a:lnTo>
                  <a:lnTo>
                    <a:pt x="1284684" y="4524464"/>
                  </a:lnTo>
                  <a:lnTo>
                    <a:pt x="1284778" y="4524464"/>
                  </a:lnTo>
                  <a:lnTo>
                    <a:pt x="1284872" y="4524464"/>
                  </a:lnTo>
                  <a:lnTo>
                    <a:pt x="1284966" y="4524464"/>
                  </a:lnTo>
                  <a:lnTo>
                    <a:pt x="1285060" y="4524464"/>
                  </a:lnTo>
                  <a:lnTo>
                    <a:pt x="1285154" y="4524464"/>
                  </a:lnTo>
                  <a:lnTo>
                    <a:pt x="1285248" y="4524464"/>
                  </a:lnTo>
                  <a:lnTo>
                    <a:pt x="1285342" y="4524464"/>
                  </a:lnTo>
                  <a:lnTo>
                    <a:pt x="1285436" y="4524464"/>
                  </a:lnTo>
                  <a:lnTo>
                    <a:pt x="1285530" y="4524464"/>
                  </a:lnTo>
                  <a:lnTo>
                    <a:pt x="1285624" y="4524464"/>
                  </a:lnTo>
                  <a:lnTo>
                    <a:pt x="1285718" y="4524464"/>
                  </a:lnTo>
                  <a:lnTo>
                    <a:pt x="1285812" y="4524464"/>
                  </a:lnTo>
                  <a:lnTo>
                    <a:pt x="1285906" y="4524464"/>
                  </a:lnTo>
                  <a:lnTo>
                    <a:pt x="1286000" y="4524464"/>
                  </a:lnTo>
                  <a:lnTo>
                    <a:pt x="1286094" y="4524464"/>
                  </a:lnTo>
                  <a:lnTo>
                    <a:pt x="1286188" y="4524464"/>
                  </a:lnTo>
                  <a:lnTo>
                    <a:pt x="1286282" y="4524464"/>
                  </a:lnTo>
                  <a:lnTo>
                    <a:pt x="1286376" y="4524464"/>
                  </a:lnTo>
                  <a:lnTo>
                    <a:pt x="1286470" y="4524464"/>
                  </a:lnTo>
                  <a:lnTo>
                    <a:pt x="1286565" y="4524464"/>
                  </a:lnTo>
                  <a:lnTo>
                    <a:pt x="1286659" y="4524464"/>
                  </a:lnTo>
                  <a:lnTo>
                    <a:pt x="1286753" y="4524464"/>
                  </a:lnTo>
                  <a:lnTo>
                    <a:pt x="1286847" y="4524464"/>
                  </a:lnTo>
                  <a:lnTo>
                    <a:pt x="1286941" y="4524464"/>
                  </a:lnTo>
                  <a:lnTo>
                    <a:pt x="1287035" y="4524464"/>
                  </a:lnTo>
                  <a:lnTo>
                    <a:pt x="1287129" y="4524464"/>
                  </a:lnTo>
                  <a:lnTo>
                    <a:pt x="1287223" y="4524464"/>
                  </a:lnTo>
                  <a:lnTo>
                    <a:pt x="1287317" y="4524464"/>
                  </a:lnTo>
                  <a:lnTo>
                    <a:pt x="1287411" y="4524464"/>
                  </a:lnTo>
                  <a:lnTo>
                    <a:pt x="1287505" y="4524464"/>
                  </a:lnTo>
                  <a:lnTo>
                    <a:pt x="1287599" y="4524464"/>
                  </a:lnTo>
                  <a:lnTo>
                    <a:pt x="1287693" y="4524464"/>
                  </a:lnTo>
                  <a:lnTo>
                    <a:pt x="1287693" y="4519184"/>
                  </a:lnTo>
                  <a:lnTo>
                    <a:pt x="1287787" y="4519184"/>
                  </a:lnTo>
                  <a:lnTo>
                    <a:pt x="1287881" y="4519184"/>
                  </a:lnTo>
                  <a:lnTo>
                    <a:pt x="1287975" y="4519184"/>
                  </a:lnTo>
                  <a:lnTo>
                    <a:pt x="1288069" y="4519184"/>
                  </a:lnTo>
                  <a:lnTo>
                    <a:pt x="1288163" y="4519184"/>
                  </a:lnTo>
                  <a:lnTo>
                    <a:pt x="1288257" y="4519184"/>
                  </a:lnTo>
                  <a:lnTo>
                    <a:pt x="1288351" y="4519184"/>
                  </a:lnTo>
                  <a:lnTo>
                    <a:pt x="1288445" y="4519184"/>
                  </a:lnTo>
                  <a:lnTo>
                    <a:pt x="1288539" y="4519184"/>
                  </a:lnTo>
                  <a:lnTo>
                    <a:pt x="1288633" y="4519184"/>
                  </a:lnTo>
                  <a:lnTo>
                    <a:pt x="1288727" y="4519184"/>
                  </a:lnTo>
                  <a:lnTo>
                    <a:pt x="1288821" y="4519184"/>
                  </a:lnTo>
                  <a:lnTo>
                    <a:pt x="1288915" y="4519184"/>
                  </a:lnTo>
                  <a:lnTo>
                    <a:pt x="1289009" y="4519184"/>
                  </a:lnTo>
                  <a:lnTo>
                    <a:pt x="1289103" y="4519184"/>
                  </a:lnTo>
                  <a:lnTo>
                    <a:pt x="1289197" y="4519184"/>
                  </a:lnTo>
                  <a:lnTo>
                    <a:pt x="1289291" y="4519184"/>
                  </a:lnTo>
                  <a:lnTo>
                    <a:pt x="1289385" y="4519184"/>
                  </a:lnTo>
                  <a:lnTo>
                    <a:pt x="1289479" y="4519184"/>
                  </a:lnTo>
                  <a:lnTo>
                    <a:pt x="1289573" y="4519184"/>
                  </a:lnTo>
                  <a:lnTo>
                    <a:pt x="1289667" y="4519184"/>
                  </a:lnTo>
                  <a:lnTo>
                    <a:pt x="1289761" y="4519184"/>
                  </a:lnTo>
                  <a:lnTo>
                    <a:pt x="1289855" y="4519184"/>
                  </a:lnTo>
                  <a:lnTo>
                    <a:pt x="1289949" y="4519184"/>
                  </a:lnTo>
                  <a:lnTo>
                    <a:pt x="1290043" y="4519184"/>
                  </a:lnTo>
                  <a:lnTo>
                    <a:pt x="1290138" y="4519184"/>
                  </a:lnTo>
                  <a:lnTo>
                    <a:pt x="1290232" y="4519184"/>
                  </a:lnTo>
                  <a:lnTo>
                    <a:pt x="1290326" y="4519184"/>
                  </a:lnTo>
                  <a:lnTo>
                    <a:pt x="1290420" y="4519184"/>
                  </a:lnTo>
                  <a:lnTo>
                    <a:pt x="1290514" y="4519184"/>
                  </a:lnTo>
                  <a:lnTo>
                    <a:pt x="1290608" y="4519184"/>
                  </a:lnTo>
                  <a:lnTo>
                    <a:pt x="1290702" y="4519184"/>
                  </a:lnTo>
                  <a:lnTo>
                    <a:pt x="1290796" y="4519184"/>
                  </a:lnTo>
                  <a:lnTo>
                    <a:pt x="1290890" y="4519184"/>
                  </a:lnTo>
                  <a:lnTo>
                    <a:pt x="1290984" y="4519184"/>
                  </a:lnTo>
                  <a:lnTo>
                    <a:pt x="1291078" y="4519184"/>
                  </a:lnTo>
                  <a:lnTo>
                    <a:pt x="1291172" y="4519184"/>
                  </a:lnTo>
                  <a:lnTo>
                    <a:pt x="1291266" y="4519184"/>
                  </a:lnTo>
                  <a:lnTo>
                    <a:pt x="1291360" y="4519184"/>
                  </a:lnTo>
                  <a:lnTo>
                    <a:pt x="1291454" y="4519184"/>
                  </a:lnTo>
                  <a:lnTo>
                    <a:pt x="1291548" y="4519184"/>
                  </a:lnTo>
                  <a:lnTo>
                    <a:pt x="1291642" y="4519184"/>
                  </a:lnTo>
                  <a:lnTo>
                    <a:pt x="1291736" y="4519184"/>
                  </a:lnTo>
                  <a:lnTo>
                    <a:pt x="1291830" y="4519184"/>
                  </a:lnTo>
                  <a:lnTo>
                    <a:pt x="1291924" y="4519184"/>
                  </a:lnTo>
                  <a:lnTo>
                    <a:pt x="1292018" y="4519184"/>
                  </a:lnTo>
                  <a:lnTo>
                    <a:pt x="1292112" y="4519184"/>
                  </a:lnTo>
                  <a:lnTo>
                    <a:pt x="1292206" y="4519184"/>
                  </a:lnTo>
                  <a:lnTo>
                    <a:pt x="1292300" y="4519184"/>
                  </a:lnTo>
                  <a:lnTo>
                    <a:pt x="1292394" y="4519184"/>
                  </a:lnTo>
                  <a:lnTo>
                    <a:pt x="1292488" y="4519184"/>
                  </a:lnTo>
                  <a:lnTo>
                    <a:pt x="1292582" y="4519184"/>
                  </a:lnTo>
                  <a:lnTo>
                    <a:pt x="1292676" y="4519184"/>
                  </a:lnTo>
                  <a:lnTo>
                    <a:pt x="1292770" y="4519184"/>
                  </a:lnTo>
                  <a:lnTo>
                    <a:pt x="1292864" y="4519184"/>
                  </a:lnTo>
                  <a:lnTo>
                    <a:pt x="1292958" y="4519184"/>
                  </a:lnTo>
                  <a:lnTo>
                    <a:pt x="1292958" y="4513905"/>
                  </a:lnTo>
                  <a:lnTo>
                    <a:pt x="1293052" y="4513905"/>
                  </a:lnTo>
                  <a:lnTo>
                    <a:pt x="1293146" y="4513905"/>
                  </a:lnTo>
                  <a:lnTo>
                    <a:pt x="1293240" y="4513905"/>
                  </a:lnTo>
                  <a:lnTo>
                    <a:pt x="1293334" y="4513905"/>
                  </a:lnTo>
                  <a:lnTo>
                    <a:pt x="1293428" y="4513905"/>
                  </a:lnTo>
                  <a:lnTo>
                    <a:pt x="1293522" y="4513905"/>
                  </a:lnTo>
                  <a:lnTo>
                    <a:pt x="1293616" y="4513905"/>
                  </a:lnTo>
                  <a:lnTo>
                    <a:pt x="1293711" y="4513905"/>
                  </a:lnTo>
                  <a:lnTo>
                    <a:pt x="1293805" y="4513905"/>
                  </a:lnTo>
                  <a:lnTo>
                    <a:pt x="1293899" y="4513905"/>
                  </a:lnTo>
                  <a:lnTo>
                    <a:pt x="1293993" y="4513905"/>
                  </a:lnTo>
                  <a:lnTo>
                    <a:pt x="1294087" y="4513905"/>
                  </a:lnTo>
                  <a:lnTo>
                    <a:pt x="1294181" y="4513905"/>
                  </a:lnTo>
                  <a:lnTo>
                    <a:pt x="1294275" y="4513905"/>
                  </a:lnTo>
                  <a:lnTo>
                    <a:pt x="1294369" y="4513905"/>
                  </a:lnTo>
                  <a:lnTo>
                    <a:pt x="1294463" y="4513905"/>
                  </a:lnTo>
                  <a:lnTo>
                    <a:pt x="1294557" y="4513905"/>
                  </a:lnTo>
                  <a:lnTo>
                    <a:pt x="1294651" y="4513905"/>
                  </a:lnTo>
                  <a:lnTo>
                    <a:pt x="1294745" y="4513905"/>
                  </a:lnTo>
                  <a:lnTo>
                    <a:pt x="1294839" y="4513905"/>
                  </a:lnTo>
                  <a:lnTo>
                    <a:pt x="1294933" y="4513905"/>
                  </a:lnTo>
                  <a:lnTo>
                    <a:pt x="1295027" y="4513905"/>
                  </a:lnTo>
                  <a:lnTo>
                    <a:pt x="1295121" y="4513905"/>
                  </a:lnTo>
                  <a:lnTo>
                    <a:pt x="1295215" y="4513905"/>
                  </a:lnTo>
                  <a:lnTo>
                    <a:pt x="1295309" y="4513905"/>
                  </a:lnTo>
                  <a:lnTo>
                    <a:pt x="1295403" y="4513905"/>
                  </a:lnTo>
                  <a:lnTo>
                    <a:pt x="1295497" y="4513905"/>
                  </a:lnTo>
                  <a:lnTo>
                    <a:pt x="1295591" y="4513905"/>
                  </a:lnTo>
                  <a:lnTo>
                    <a:pt x="1295685" y="4513905"/>
                  </a:lnTo>
                  <a:lnTo>
                    <a:pt x="1295779" y="4513905"/>
                  </a:lnTo>
                  <a:lnTo>
                    <a:pt x="1295873" y="4513905"/>
                  </a:lnTo>
                  <a:lnTo>
                    <a:pt x="1295967" y="4513905"/>
                  </a:lnTo>
                  <a:lnTo>
                    <a:pt x="1296061" y="4513905"/>
                  </a:lnTo>
                  <a:lnTo>
                    <a:pt x="1296155" y="4513905"/>
                  </a:lnTo>
                  <a:lnTo>
                    <a:pt x="1296249" y="4513905"/>
                  </a:lnTo>
                  <a:lnTo>
                    <a:pt x="1296343" y="4513905"/>
                  </a:lnTo>
                  <a:lnTo>
                    <a:pt x="1296437" y="4513905"/>
                  </a:lnTo>
                  <a:lnTo>
                    <a:pt x="1296531" y="4513905"/>
                  </a:lnTo>
                  <a:lnTo>
                    <a:pt x="1296625" y="4513905"/>
                  </a:lnTo>
                  <a:lnTo>
                    <a:pt x="1296719" y="4513905"/>
                  </a:lnTo>
                  <a:lnTo>
                    <a:pt x="1296813" y="4513905"/>
                  </a:lnTo>
                  <a:lnTo>
                    <a:pt x="1296907" y="4513905"/>
                  </a:lnTo>
                  <a:lnTo>
                    <a:pt x="1297001" y="4513905"/>
                  </a:lnTo>
                  <a:lnTo>
                    <a:pt x="1297095" y="4513905"/>
                  </a:lnTo>
                  <a:lnTo>
                    <a:pt x="1297190" y="4513905"/>
                  </a:lnTo>
                  <a:lnTo>
                    <a:pt x="1297284" y="4513905"/>
                  </a:lnTo>
                  <a:lnTo>
                    <a:pt x="1297378" y="4513905"/>
                  </a:lnTo>
                  <a:lnTo>
                    <a:pt x="1297472" y="4513905"/>
                  </a:lnTo>
                  <a:lnTo>
                    <a:pt x="1297566" y="4513905"/>
                  </a:lnTo>
                  <a:lnTo>
                    <a:pt x="1297660" y="4513905"/>
                  </a:lnTo>
                  <a:lnTo>
                    <a:pt x="1297754" y="4513905"/>
                  </a:lnTo>
                  <a:lnTo>
                    <a:pt x="1297848" y="4513905"/>
                  </a:lnTo>
                  <a:lnTo>
                    <a:pt x="1297942" y="4513905"/>
                  </a:lnTo>
                  <a:lnTo>
                    <a:pt x="1298036" y="4513905"/>
                  </a:lnTo>
                  <a:lnTo>
                    <a:pt x="1298130" y="4513905"/>
                  </a:lnTo>
                  <a:lnTo>
                    <a:pt x="1298224" y="4513905"/>
                  </a:lnTo>
                  <a:lnTo>
                    <a:pt x="1298318" y="4513905"/>
                  </a:lnTo>
                  <a:lnTo>
                    <a:pt x="1298412" y="4513905"/>
                  </a:lnTo>
                  <a:lnTo>
                    <a:pt x="1298506" y="4513905"/>
                  </a:lnTo>
                  <a:lnTo>
                    <a:pt x="1298600" y="4513905"/>
                  </a:lnTo>
                  <a:lnTo>
                    <a:pt x="1298694" y="4513905"/>
                  </a:lnTo>
                  <a:lnTo>
                    <a:pt x="1298788" y="4513905"/>
                  </a:lnTo>
                  <a:lnTo>
                    <a:pt x="1298882" y="4513905"/>
                  </a:lnTo>
                  <a:lnTo>
                    <a:pt x="1298976" y="4513905"/>
                  </a:lnTo>
                  <a:lnTo>
                    <a:pt x="1299070" y="4513905"/>
                  </a:lnTo>
                  <a:lnTo>
                    <a:pt x="1299164" y="4513905"/>
                  </a:lnTo>
                  <a:lnTo>
                    <a:pt x="1299258" y="4513905"/>
                  </a:lnTo>
                  <a:lnTo>
                    <a:pt x="1299352" y="4513905"/>
                  </a:lnTo>
                  <a:lnTo>
                    <a:pt x="1299446" y="4513905"/>
                  </a:lnTo>
                  <a:lnTo>
                    <a:pt x="1299540" y="4513905"/>
                  </a:lnTo>
                  <a:lnTo>
                    <a:pt x="1299634" y="4513905"/>
                  </a:lnTo>
                  <a:lnTo>
                    <a:pt x="1299728" y="4513905"/>
                  </a:lnTo>
                  <a:lnTo>
                    <a:pt x="1299822" y="4513905"/>
                  </a:lnTo>
                  <a:lnTo>
                    <a:pt x="1299916" y="4513905"/>
                  </a:lnTo>
                  <a:lnTo>
                    <a:pt x="1299916" y="4508625"/>
                  </a:lnTo>
                  <a:lnTo>
                    <a:pt x="1300010" y="4508625"/>
                  </a:lnTo>
                  <a:lnTo>
                    <a:pt x="1300104" y="4508625"/>
                  </a:lnTo>
                  <a:lnTo>
                    <a:pt x="1300198" y="4508625"/>
                  </a:lnTo>
                  <a:lnTo>
                    <a:pt x="1300292" y="4508625"/>
                  </a:lnTo>
                  <a:lnTo>
                    <a:pt x="1300386" y="4508625"/>
                  </a:lnTo>
                  <a:lnTo>
                    <a:pt x="1300480" y="4508625"/>
                  </a:lnTo>
                  <a:lnTo>
                    <a:pt x="1300574" y="4508625"/>
                  </a:lnTo>
                  <a:lnTo>
                    <a:pt x="1300574" y="4503346"/>
                  </a:lnTo>
                  <a:lnTo>
                    <a:pt x="1300668" y="4503346"/>
                  </a:lnTo>
                  <a:lnTo>
                    <a:pt x="1300763" y="4503346"/>
                  </a:lnTo>
                  <a:lnTo>
                    <a:pt x="1300857" y="4503346"/>
                  </a:lnTo>
                  <a:lnTo>
                    <a:pt x="1300857" y="4498066"/>
                  </a:lnTo>
                  <a:lnTo>
                    <a:pt x="1300951" y="4498066"/>
                  </a:lnTo>
                  <a:lnTo>
                    <a:pt x="1301045" y="4498066"/>
                  </a:lnTo>
                  <a:lnTo>
                    <a:pt x="1301139" y="4498066"/>
                  </a:lnTo>
                  <a:lnTo>
                    <a:pt x="1301233" y="4498066"/>
                  </a:lnTo>
                  <a:lnTo>
                    <a:pt x="1301327" y="4498066"/>
                  </a:lnTo>
                  <a:lnTo>
                    <a:pt x="1301421" y="4498066"/>
                  </a:lnTo>
                  <a:lnTo>
                    <a:pt x="1301515" y="4498066"/>
                  </a:lnTo>
                  <a:lnTo>
                    <a:pt x="1301609" y="4498066"/>
                  </a:lnTo>
                  <a:lnTo>
                    <a:pt x="1301703" y="4498066"/>
                  </a:lnTo>
                  <a:lnTo>
                    <a:pt x="1301797" y="4498066"/>
                  </a:lnTo>
                  <a:lnTo>
                    <a:pt x="1301891" y="4498066"/>
                  </a:lnTo>
                  <a:lnTo>
                    <a:pt x="1301985" y="4498066"/>
                  </a:lnTo>
                  <a:lnTo>
                    <a:pt x="1301985" y="4492787"/>
                  </a:lnTo>
                  <a:lnTo>
                    <a:pt x="1302079" y="4492787"/>
                  </a:lnTo>
                  <a:lnTo>
                    <a:pt x="1302173" y="4492787"/>
                  </a:lnTo>
                  <a:lnTo>
                    <a:pt x="1302267" y="4492787"/>
                  </a:lnTo>
                  <a:lnTo>
                    <a:pt x="1302361" y="4492787"/>
                  </a:lnTo>
                  <a:lnTo>
                    <a:pt x="1302455" y="4492787"/>
                  </a:lnTo>
                  <a:lnTo>
                    <a:pt x="1302549" y="4492787"/>
                  </a:lnTo>
                  <a:lnTo>
                    <a:pt x="1302643" y="4492787"/>
                  </a:lnTo>
                  <a:lnTo>
                    <a:pt x="1302737" y="4492787"/>
                  </a:lnTo>
                  <a:lnTo>
                    <a:pt x="1302831" y="4492787"/>
                  </a:lnTo>
                  <a:lnTo>
                    <a:pt x="1302831" y="4487508"/>
                  </a:lnTo>
                  <a:lnTo>
                    <a:pt x="1302925" y="4487508"/>
                  </a:lnTo>
                  <a:lnTo>
                    <a:pt x="1303019" y="4487508"/>
                  </a:lnTo>
                  <a:lnTo>
                    <a:pt x="1303113" y="4487508"/>
                  </a:lnTo>
                  <a:lnTo>
                    <a:pt x="1303207" y="4487508"/>
                  </a:lnTo>
                  <a:lnTo>
                    <a:pt x="1303301" y="4487508"/>
                  </a:lnTo>
                  <a:lnTo>
                    <a:pt x="1303395" y="4487508"/>
                  </a:lnTo>
                  <a:lnTo>
                    <a:pt x="1303489" y="4487508"/>
                  </a:lnTo>
                  <a:lnTo>
                    <a:pt x="1303583" y="4487508"/>
                  </a:lnTo>
                  <a:lnTo>
                    <a:pt x="1303677" y="4487508"/>
                  </a:lnTo>
                  <a:lnTo>
                    <a:pt x="1303771" y="4487508"/>
                  </a:lnTo>
                  <a:lnTo>
                    <a:pt x="1303865" y="4487508"/>
                  </a:lnTo>
                  <a:lnTo>
                    <a:pt x="1303959" y="4487508"/>
                  </a:lnTo>
                  <a:lnTo>
                    <a:pt x="1304053" y="4487508"/>
                  </a:lnTo>
                  <a:lnTo>
                    <a:pt x="1304147" y="4487508"/>
                  </a:lnTo>
                  <a:lnTo>
                    <a:pt x="1304241" y="4487508"/>
                  </a:lnTo>
                  <a:lnTo>
                    <a:pt x="1304336" y="4487508"/>
                  </a:lnTo>
                  <a:lnTo>
                    <a:pt x="1304430" y="4487508"/>
                  </a:lnTo>
                  <a:lnTo>
                    <a:pt x="1304524" y="4487508"/>
                  </a:lnTo>
                  <a:lnTo>
                    <a:pt x="1304618" y="4487508"/>
                  </a:lnTo>
                  <a:lnTo>
                    <a:pt x="1304712" y="4487508"/>
                  </a:lnTo>
                  <a:lnTo>
                    <a:pt x="1304806" y="4487508"/>
                  </a:lnTo>
                  <a:lnTo>
                    <a:pt x="1304900" y="4487508"/>
                  </a:lnTo>
                  <a:lnTo>
                    <a:pt x="1304994" y="4487508"/>
                  </a:lnTo>
                  <a:lnTo>
                    <a:pt x="1305088" y="4487508"/>
                  </a:lnTo>
                  <a:lnTo>
                    <a:pt x="1305182" y="4487508"/>
                  </a:lnTo>
                  <a:lnTo>
                    <a:pt x="1305276" y="4487508"/>
                  </a:lnTo>
                  <a:lnTo>
                    <a:pt x="1305370" y="4487508"/>
                  </a:lnTo>
                  <a:lnTo>
                    <a:pt x="1305464" y="4487508"/>
                  </a:lnTo>
                  <a:lnTo>
                    <a:pt x="1305558" y="4487508"/>
                  </a:lnTo>
                  <a:lnTo>
                    <a:pt x="1305652" y="4487508"/>
                  </a:lnTo>
                  <a:lnTo>
                    <a:pt x="1305746" y="4487508"/>
                  </a:lnTo>
                  <a:lnTo>
                    <a:pt x="1305840" y="4487508"/>
                  </a:lnTo>
                  <a:lnTo>
                    <a:pt x="1305934" y="4487508"/>
                  </a:lnTo>
                  <a:lnTo>
                    <a:pt x="1306028" y="4487508"/>
                  </a:lnTo>
                  <a:lnTo>
                    <a:pt x="1306122" y="4487508"/>
                  </a:lnTo>
                  <a:lnTo>
                    <a:pt x="1306216" y="4487508"/>
                  </a:lnTo>
                  <a:lnTo>
                    <a:pt x="1306310" y="4487508"/>
                  </a:lnTo>
                  <a:lnTo>
                    <a:pt x="1306404" y="4487508"/>
                  </a:lnTo>
                  <a:lnTo>
                    <a:pt x="1306498" y="4487508"/>
                  </a:lnTo>
                  <a:lnTo>
                    <a:pt x="1306592" y="4487508"/>
                  </a:lnTo>
                  <a:lnTo>
                    <a:pt x="1306686" y="4487508"/>
                  </a:lnTo>
                  <a:lnTo>
                    <a:pt x="1306780" y="4487508"/>
                  </a:lnTo>
                  <a:lnTo>
                    <a:pt x="1306874" y="4487508"/>
                  </a:lnTo>
                  <a:lnTo>
                    <a:pt x="1306968" y="4487508"/>
                  </a:lnTo>
                  <a:lnTo>
                    <a:pt x="1307062" y="4487508"/>
                  </a:lnTo>
                  <a:lnTo>
                    <a:pt x="1307156" y="4487508"/>
                  </a:lnTo>
                  <a:lnTo>
                    <a:pt x="1307250" y="4487508"/>
                  </a:lnTo>
                  <a:lnTo>
                    <a:pt x="1307344" y="4487508"/>
                  </a:lnTo>
                  <a:lnTo>
                    <a:pt x="1307438" y="4487508"/>
                  </a:lnTo>
                  <a:lnTo>
                    <a:pt x="1307532" y="4487508"/>
                  </a:lnTo>
                  <a:lnTo>
                    <a:pt x="1307626" y="4487508"/>
                  </a:lnTo>
                  <a:lnTo>
                    <a:pt x="1307720" y="4487508"/>
                  </a:lnTo>
                  <a:lnTo>
                    <a:pt x="1307815" y="4487508"/>
                  </a:lnTo>
                  <a:lnTo>
                    <a:pt x="1307909" y="4487508"/>
                  </a:lnTo>
                  <a:lnTo>
                    <a:pt x="1308003" y="4487508"/>
                  </a:lnTo>
                  <a:lnTo>
                    <a:pt x="1308097" y="4487508"/>
                  </a:lnTo>
                  <a:lnTo>
                    <a:pt x="1308191" y="4487508"/>
                  </a:lnTo>
                  <a:lnTo>
                    <a:pt x="1308285" y="4487508"/>
                  </a:lnTo>
                  <a:lnTo>
                    <a:pt x="1308379" y="4487508"/>
                  </a:lnTo>
                  <a:lnTo>
                    <a:pt x="1308473" y="4487508"/>
                  </a:lnTo>
                  <a:lnTo>
                    <a:pt x="1308567" y="4487508"/>
                  </a:lnTo>
                  <a:lnTo>
                    <a:pt x="1308661" y="4487508"/>
                  </a:lnTo>
                  <a:lnTo>
                    <a:pt x="1308755" y="4487508"/>
                  </a:lnTo>
                  <a:lnTo>
                    <a:pt x="1308849" y="4487508"/>
                  </a:lnTo>
                  <a:lnTo>
                    <a:pt x="1308943" y="4487508"/>
                  </a:lnTo>
                  <a:lnTo>
                    <a:pt x="1309037" y="4487508"/>
                  </a:lnTo>
                  <a:lnTo>
                    <a:pt x="1309131" y="4487508"/>
                  </a:lnTo>
                  <a:lnTo>
                    <a:pt x="1309225" y="4487508"/>
                  </a:lnTo>
                  <a:lnTo>
                    <a:pt x="1309319" y="4487508"/>
                  </a:lnTo>
                  <a:lnTo>
                    <a:pt x="1309413" y="4487508"/>
                  </a:lnTo>
                  <a:lnTo>
                    <a:pt x="1309507" y="4487508"/>
                  </a:lnTo>
                  <a:lnTo>
                    <a:pt x="1309601" y="4487508"/>
                  </a:lnTo>
                  <a:lnTo>
                    <a:pt x="1309695" y="4487508"/>
                  </a:lnTo>
                  <a:lnTo>
                    <a:pt x="1309789" y="4487508"/>
                  </a:lnTo>
                  <a:lnTo>
                    <a:pt x="1309883" y="4487508"/>
                  </a:lnTo>
                  <a:lnTo>
                    <a:pt x="1309977" y="4487508"/>
                  </a:lnTo>
                  <a:lnTo>
                    <a:pt x="1310071" y="4487508"/>
                  </a:lnTo>
                  <a:lnTo>
                    <a:pt x="1310165" y="4487508"/>
                  </a:lnTo>
                  <a:lnTo>
                    <a:pt x="1310259" y="4487508"/>
                  </a:lnTo>
                  <a:lnTo>
                    <a:pt x="1310353" y="4487508"/>
                  </a:lnTo>
                  <a:lnTo>
                    <a:pt x="1310447" y="4487508"/>
                  </a:lnTo>
                  <a:lnTo>
                    <a:pt x="1310541" y="4487508"/>
                  </a:lnTo>
                  <a:lnTo>
                    <a:pt x="1310541" y="4482228"/>
                  </a:lnTo>
                  <a:lnTo>
                    <a:pt x="1310635" y="4482228"/>
                  </a:lnTo>
                  <a:lnTo>
                    <a:pt x="1310729" y="4482228"/>
                  </a:lnTo>
                  <a:lnTo>
                    <a:pt x="1310823" y="4482228"/>
                  </a:lnTo>
                  <a:lnTo>
                    <a:pt x="1310917" y="4482228"/>
                  </a:lnTo>
                  <a:lnTo>
                    <a:pt x="1311011" y="4482228"/>
                  </a:lnTo>
                  <a:lnTo>
                    <a:pt x="1311105" y="4482228"/>
                  </a:lnTo>
                  <a:lnTo>
                    <a:pt x="1311199" y="4482228"/>
                  </a:lnTo>
                  <a:lnTo>
                    <a:pt x="1311293" y="4482228"/>
                  </a:lnTo>
                  <a:lnTo>
                    <a:pt x="1311388" y="4482228"/>
                  </a:lnTo>
                  <a:lnTo>
                    <a:pt x="1311482" y="4482228"/>
                  </a:lnTo>
                  <a:lnTo>
                    <a:pt x="1311576" y="4482228"/>
                  </a:lnTo>
                  <a:lnTo>
                    <a:pt x="1311670" y="4482228"/>
                  </a:lnTo>
                  <a:lnTo>
                    <a:pt x="1311764" y="4482228"/>
                  </a:lnTo>
                  <a:lnTo>
                    <a:pt x="1311858" y="4482228"/>
                  </a:lnTo>
                  <a:lnTo>
                    <a:pt x="1311952" y="4482228"/>
                  </a:lnTo>
                  <a:lnTo>
                    <a:pt x="1312046" y="4482228"/>
                  </a:lnTo>
                  <a:lnTo>
                    <a:pt x="1312140" y="4482228"/>
                  </a:lnTo>
                  <a:lnTo>
                    <a:pt x="1312234" y="4482228"/>
                  </a:lnTo>
                  <a:lnTo>
                    <a:pt x="1312328" y="4482228"/>
                  </a:lnTo>
                  <a:lnTo>
                    <a:pt x="1312422" y="4482228"/>
                  </a:lnTo>
                  <a:lnTo>
                    <a:pt x="1312516" y="4482228"/>
                  </a:lnTo>
                  <a:lnTo>
                    <a:pt x="1312610" y="4482228"/>
                  </a:lnTo>
                  <a:lnTo>
                    <a:pt x="1312704" y="4482228"/>
                  </a:lnTo>
                  <a:lnTo>
                    <a:pt x="1312798" y="4482228"/>
                  </a:lnTo>
                  <a:lnTo>
                    <a:pt x="1312892" y="4482228"/>
                  </a:lnTo>
                  <a:lnTo>
                    <a:pt x="1312986" y="4482228"/>
                  </a:lnTo>
                  <a:lnTo>
                    <a:pt x="1313080" y="4482228"/>
                  </a:lnTo>
                  <a:lnTo>
                    <a:pt x="1313174" y="4482228"/>
                  </a:lnTo>
                  <a:lnTo>
                    <a:pt x="1313268" y="4482228"/>
                  </a:lnTo>
                  <a:lnTo>
                    <a:pt x="1313362" y="4482228"/>
                  </a:lnTo>
                  <a:lnTo>
                    <a:pt x="1313362" y="4476949"/>
                  </a:lnTo>
                  <a:lnTo>
                    <a:pt x="1313456" y="4476949"/>
                  </a:lnTo>
                  <a:lnTo>
                    <a:pt x="1313550" y="4476949"/>
                  </a:lnTo>
                  <a:lnTo>
                    <a:pt x="1313644" y="4476949"/>
                  </a:lnTo>
                  <a:lnTo>
                    <a:pt x="1313738" y="4476949"/>
                  </a:lnTo>
                  <a:lnTo>
                    <a:pt x="1313832" y="4476949"/>
                  </a:lnTo>
                  <a:lnTo>
                    <a:pt x="1313926" y="4476949"/>
                  </a:lnTo>
                  <a:lnTo>
                    <a:pt x="1314020" y="4476949"/>
                  </a:lnTo>
                  <a:lnTo>
                    <a:pt x="1314114" y="4476949"/>
                  </a:lnTo>
                  <a:lnTo>
                    <a:pt x="1314208" y="4476949"/>
                  </a:lnTo>
                  <a:lnTo>
                    <a:pt x="1314302" y="4476949"/>
                  </a:lnTo>
                  <a:lnTo>
                    <a:pt x="1314396" y="4476949"/>
                  </a:lnTo>
                  <a:lnTo>
                    <a:pt x="1314490" y="4476949"/>
                  </a:lnTo>
                  <a:lnTo>
                    <a:pt x="1314584" y="4476949"/>
                  </a:lnTo>
                  <a:lnTo>
                    <a:pt x="1314678" y="4476949"/>
                  </a:lnTo>
                  <a:lnTo>
                    <a:pt x="1314772" y="4476949"/>
                  </a:lnTo>
                  <a:lnTo>
                    <a:pt x="1314866" y="4476949"/>
                  </a:lnTo>
                  <a:lnTo>
                    <a:pt x="1314961" y="4476949"/>
                  </a:lnTo>
                  <a:lnTo>
                    <a:pt x="1315055" y="4476949"/>
                  </a:lnTo>
                  <a:lnTo>
                    <a:pt x="1315149" y="4476949"/>
                  </a:lnTo>
                  <a:lnTo>
                    <a:pt x="1315243" y="4476949"/>
                  </a:lnTo>
                  <a:lnTo>
                    <a:pt x="1315337" y="4476949"/>
                  </a:lnTo>
                  <a:lnTo>
                    <a:pt x="1315431" y="4476949"/>
                  </a:lnTo>
                  <a:lnTo>
                    <a:pt x="1315525" y="4476949"/>
                  </a:lnTo>
                  <a:lnTo>
                    <a:pt x="1315619" y="4476949"/>
                  </a:lnTo>
                  <a:lnTo>
                    <a:pt x="1315713" y="4476949"/>
                  </a:lnTo>
                  <a:lnTo>
                    <a:pt x="1315807" y="4476949"/>
                  </a:lnTo>
                  <a:lnTo>
                    <a:pt x="1315901" y="4476949"/>
                  </a:lnTo>
                  <a:lnTo>
                    <a:pt x="1315995" y="4476949"/>
                  </a:lnTo>
                  <a:lnTo>
                    <a:pt x="1316089" y="4476949"/>
                  </a:lnTo>
                  <a:lnTo>
                    <a:pt x="1316183" y="4476949"/>
                  </a:lnTo>
                  <a:lnTo>
                    <a:pt x="1316277" y="4476949"/>
                  </a:lnTo>
                  <a:lnTo>
                    <a:pt x="1316371" y="4476949"/>
                  </a:lnTo>
                  <a:lnTo>
                    <a:pt x="1316465" y="4476949"/>
                  </a:lnTo>
                  <a:lnTo>
                    <a:pt x="1316559" y="4476949"/>
                  </a:lnTo>
                  <a:lnTo>
                    <a:pt x="1316653" y="4476949"/>
                  </a:lnTo>
                  <a:lnTo>
                    <a:pt x="1316747" y="4476949"/>
                  </a:lnTo>
                  <a:lnTo>
                    <a:pt x="1316747" y="4471669"/>
                  </a:lnTo>
                  <a:lnTo>
                    <a:pt x="1316841" y="4471669"/>
                  </a:lnTo>
                  <a:lnTo>
                    <a:pt x="1316935" y="4471669"/>
                  </a:lnTo>
                  <a:lnTo>
                    <a:pt x="1317029" y="4471669"/>
                  </a:lnTo>
                  <a:lnTo>
                    <a:pt x="1317123" y="4471669"/>
                  </a:lnTo>
                  <a:lnTo>
                    <a:pt x="1317217" y="4471669"/>
                  </a:lnTo>
                  <a:lnTo>
                    <a:pt x="1317311" y="4471669"/>
                  </a:lnTo>
                  <a:lnTo>
                    <a:pt x="1317405" y="4471669"/>
                  </a:lnTo>
                  <a:lnTo>
                    <a:pt x="1317499" y="4471669"/>
                  </a:lnTo>
                  <a:lnTo>
                    <a:pt x="1317593" y="4471669"/>
                  </a:lnTo>
                  <a:lnTo>
                    <a:pt x="1317687" y="4471669"/>
                  </a:lnTo>
                  <a:lnTo>
                    <a:pt x="1317781" y="4471669"/>
                  </a:lnTo>
                  <a:lnTo>
                    <a:pt x="1317875" y="4471669"/>
                  </a:lnTo>
                  <a:lnTo>
                    <a:pt x="1317969" y="4471669"/>
                  </a:lnTo>
                  <a:lnTo>
                    <a:pt x="1318063" y="4471669"/>
                  </a:lnTo>
                  <a:lnTo>
                    <a:pt x="1318157" y="4471669"/>
                  </a:lnTo>
                  <a:lnTo>
                    <a:pt x="1318251" y="4471669"/>
                  </a:lnTo>
                  <a:lnTo>
                    <a:pt x="1318345" y="4471669"/>
                  </a:lnTo>
                  <a:lnTo>
                    <a:pt x="1318440" y="4471669"/>
                  </a:lnTo>
                  <a:lnTo>
                    <a:pt x="1318440" y="4466390"/>
                  </a:lnTo>
                  <a:lnTo>
                    <a:pt x="1318534" y="4466390"/>
                  </a:lnTo>
                  <a:lnTo>
                    <a:pt x="1318628" y="4466390"/>
                  </a:lnTo>
                  <a:lnTo>
                    <a:pt x="1318722" y="4466390"/>
                  </a:lnTo>
                  <a:lnTo>
                    <a:pt x="1318816" y="4466390"/>
                  </a:lnTo>
                  <a:lnTo>
                    <a:pt x="1318910" y="4466390"/>
                  </a:lnTo>
                  <a:lnTo>
                    <a:pt x="1319004" y="4466390"/>
                  </a:lnTo>
                  <a:lnTo>
                    <a:pt x="1319004" y="4461111"/>
                  </a:lnTo>
                  <a:lnTo>
                    <a:pt x="1319098" y="4461111"/>
                  </a:lnTo>
                  <a:lnTo>
                    <a:pt x="1319192" y="4461111"/>
                  </a:lnTo>
                  <a:lnTo>
                    <a:pt x="1319286" y="4461111"/>
                  </a:lnTo>
                  <a:lnTo>
                    <a:pt x="1319380" y="4461111"/>
                  </a:lnTo>
                  <a:lnTo>
                    <a:pt x="1319474" y="4461111"/>
                  </a:lnTo>
                  <a:lnTo>
                    <a:pt x="1319568" y="4461111"/>
                  </a:lnTo>
                  <a:lnTo>
                    <a:pt x="1319662" y="4461111"/>
                  </a:lnTo>
                  <a:lnTo>
                    <a:pt x="1319756" y="4461111"/>
                  </a:lnTo>
                  <a:lnTo>
                    <a:pt x="1319850" y="4461111"/>
                  </a:lnTo>
                  <a:lnTo>
                    <a:pt x="1319944" y="4461111"/>
                  </a:lnTo>
                  <a:lnTo>
                    <a:pt x="1320038" y="4461111"/>
                  </a:lnTo>
                  <a:lnTo>
                    <a:pt x="1320132" y="4461111"/>
                  </a:lnTo>
                  <a:lnTo>
                    <a:pt x="1320226" y="4461111"/>
                  </a:lnTo>
                  <a:lnTo>
                    <a:pt x="1320320" y="4461111"/>
                  </a:lnTo>
                  <a:lnTo>
                    <a:pt x="1320414" y="4461111"/>
                  </a:lnTo>
                  <a:lnTo>
                    <a:pt x="1320508" y="4461111"/>
                  </a:lnTo>
                  <a:lnTo>
                    <a:pt x="1320602" y="4461111"/>
                  </a:lnTo>
                  <a:lnTo>
                    <a:pt x="1320696" y="4461111"/>
                  </a:lnTo>
                  <a:lnTo>
                    <a:pt x="1320790" y="4461111"/>
                  </a:lnTo>
                  <a:lnTo>
                    <a:pt x="1320884" y="4461111"/>
                  </a:lnTo>
                  <a:lnTo>
                    <a:pt x="1320978" y="4461111"/>
                  </a:lnTo>
                  <a:lnTo>
                    <a:pt x="1321072" y="4461111"/>
                  </a:lnTo>
                  <a:lnTo>
                    <a:pt x="1321166" y="4461111"/>
                  </a:lnTo>
                  <a:lnTo>
                    <a:pt x="1321260" y="4461111"/>
                  </a:lnTo>
                  <a:lnTo>
                    <a:pt x="1321354" y="4461111"/>
                  </a:lnTo>
                  <a:lnTo>
                    <a:pt x="1321448" y="4461111"/>
                  </a:lnTo>
                  <a:lnTo>
                    <a:pt x="1321448" y="4455831"/>
                  </a:lnTo>
                  <a:lnTo>
                    <a:pt x="1321542" y="4455831"/>
                  </a:lnTo>
                  <a:lnTo>
                    <a:pt x="1321636" y="4455831"/>
                  </a:lnTo>
                  <a:lnTo>
                    <a:pt x="1321730" y="4455831"/>
                  </a:lnTo>
                  <a:lnTo>
                    <a:pt x="1321824" y="4455831"/>
                  </a:lnTo>
                  <a:lnTo>
                    <a:pt x="1321918" y="4455831"/>
                  </a:lnTo>
                  <a:lnTo>
                    <a:pt x="1322013" y="4455831"/>
                  </a:lnTo>
                  <a:lnTo>
                    <a:pt x="1322107" y="4455831"/>
                  </a:lnTo>
                  <a:lnTo>
                    <a:pt x="1322201" y="4455831"/>
                  </a:lnTo>
                  <a:lnTo>
                    <a:pt x="1322295" y="4455831"/>
                  </a:lnTo>
                  <a:lnTo>
                    <a:pt x="1322389" y="4455831"/>
                  </a:lnTo>
                  <a:lnTo>
                    <a:pt x="1322483" y="4455831"/>
                  </a:lnTo>
                  <a:lnTo>
                    <a:pt x="1322577" y="4455831"/>
                  </a:lnTo>
                  <a:lnTo>
                    <a:pt x="1322671" y="4455831"/>
                  </a:lnTo>
                  <a:lnTo>
                    <a:pt x="1322765" y="4455831"/>
                  </a:lnTo>
                  <a:lnTo>
                    <a:pt x="1322859" y="4455831"/>
                  </a:lnTo>
                  <a:lnTo>
                    <a:pt x="1322953" y="4455831"/>
                  </a:lnTo>
                  <a:lnTo>
                    <a:pt x="1323047" y="4455831"/>
                  </a:lnTo>
                  <a:lnTo>
                    <a:pt x="1323141" y="4455831"/>
                  </a:lnTo>
                  <a:lnTo>
                    <a:pt x="1323235" y="4455831"/>
                  </a:lnTo>
                  <a:lnTo>
                    <a:pt x="1323329" y="4455831"/>
                  </a:lnTo>
                  <a:lnTo>
                    <a:pt x="1323423" y="4455831"/>
                  </a:lnTo>
                  <a:lnTo>
                    <a:pt x="1323517" y="4455831"/>
                  </a:lnTo>
                  <a:lnTo>
                    <a:pt x="1323611" y="4455831"/>
                  </a:lnTo>
                  <a:lnTo>
                    <a:pt x="1323705" y="4455831"/>
                  </a:lnTo>
                  <a:lnTo>
                    <a:pt x="1323799" y="4455831"/>
                  </a:lnTo>
                  <a:lnTo>
                    <a:pt x="1323893" y="4455831"/>
                  </a:lnTo>
                  <a:lnTo>
                    <a:pt x="1323987" y="4455831"/>
                  </a:lnTo>
                  <a:lnTo>
                    <a:pt x="1324081" y="4455831"/>
                  </a:lnTo>
                  <a:lnTo>
                    <a:pt x="1324175" y="4455831"/>
                  </a:lnTo>
                  <a:lnTo>
                    <a:pt x="1324269" y="4455831"/>
                  </a:lnTo>
                  <a:lnTo>
                    <a:pt x="1324363" y="4455831"/>
                  </a:lnTo>
                  <a:lnTo>
                    <a:pt x="1324457" y="4455831"/>
                  </a:lnTo>
                  <a:lnTo>
                    <a:pt x="1324457" y="4450552"/>
                  </a:lnTo>
                  <a:lnTo>
                    <a:pt x="1324551" y="4450552"/>
                  </a:lnTo>
                  <a:lnTo>
                    <a:pt x="1324645" y="4450552"/>
                  </a:lnTo>
                  <a:lnTo>
                    <a:pt x="1324739" y="4450552"/>
                  </a:lnTo>
                  <a:lnTo>
                    <a:pt x="1324833" y="4450552"/>
                  </a:lnTo>
                  <a:lnTo>
                    <a:pt x="1324927" y="4450552"/>
                  </a:lnTo>
                  <a:lnTo>
                    <a:pt x="1325021" y="4450552"/>
                  </a:lnTo>
                  <a:lnTo>
                    <a:pt x="1325115" y="4450552"/>
                  </a:lnTo>
                  <a:lnTo>
                    <a:pt x="1325209" y="4450552"/>
                  </a:lnTo>
                  <a:lnTo>
                    <a:pt x="1325303" y="4450552"/>
                  </a:lnTo>
                  <a:lnTo>
                    <a:pt x="1325397" y="4450552"/>
                  </a:lnTo>
                  <a:lnTo>
                    <a:pt x="1325491" y="4450552"/>
                  </a:lnTo>
                  <a:lnTo>
                    <a:pt x="1325586" y="4450552"/>
                  </a:lnTo>
                  <a:lnTo>
                    <a:pt x="1325680" y="4450552"/>
                  </a:lnTo>
                  <a:lnTo>
                    <a:pt x="1325774" y="4450552"/>
                  </a:lnTo>
                  <a:lnTo>
                    <a:pt x="1325868" y="4450552"/>
                  </a:lnTo>
                  <a:lnTo>
                    <a:pt x="1325962" y="4450552"/>
                  </a:lnTo>
                  <a:lnTo>
                    <a:pt x="1326056" y="4450552"/>
                  </a:lnTo>
                  <a:lnTo>
                    <a:pt x="1326150" y="4450552"/>
                  </a:lnTo>
                  <a:lnTo>
                    <a:pt x="1326244" y="4450552"/>
                  </a:lnTo>
                  <a:lnTo>
                    <a:pt x="1326338" y="4450552"/>
                  </a:lnTo>
                  <a:lnTo>
                    <a:pt x="1326432" y="4450552"/>
                  </a:lnTo>
                  <a:lnTo>
                    <a:pt x="1326526" y="4450552"/>
                  </a:lnTo>
                  <a:lnTo>
                    <a:pt x="1326620" y="4450552"/>
                  </a:lnTo>
                  <a:lnTo>
                    <a:pt x="1326714" y="4450552"/>
                  </a:lnTo>
                  <a:lnTo>
                    <a:pt x="1326808" y="4450552"/>
                  </a:lnTo>
                  <a:lnTo>
                    <a:pt x="1326902" y="4450552"/>
                  </a:lnTo>
                  <a:lnTo>
                    <a:pt x="1326996" y="4450552"/>
                  </a:lnTo>
                  <a:lnTo>
                    <a:pt x="1327090" y="4450552"/>
                  </a:lnTo>
                  <a:lnTo>
                    <a:pt x="1327184" y="4450552"/>
                  </a:lnTo>
                  <a:lnTo>
                    <a:pt x="1327278" y="4450552"/>
                  </a:lnTo>
                  <a:lnTo>
                    <a:pt x="1327372" y="4450552"/>
                  </a:lnTo>
                  <a:lnTo>
                    <a:pt x="1327466" y="4450552"/>
                  </a:lnTo>
                  <a:lnTo>
                    <a:pt x="1327560" y="4450552"/>
                  </a:lnTo>
                  <a:lnTo>
                    <a:pt x="1327654" y="4450552"/>
                  </a:lnTo>
                  <a:lnTo>
                    <a:pt x="1327748" y="4450552"/>
                  </a:lnTo>
                  <a:lnTo>
                    <a:pt x="1327842" y="4450552"/>
                  </a:lnTo>
                  <a:lnTo>
                    <a:pt x="1327936" y="4450552"/>
                  </a:lnTo>
                  <a:lnTo>
                    <a:pt x="1328030" y="4450552"/>
                  </a:lnTo>
                  <a:lnTo>
                    <a:pt x="1328124" y="4450552"/>
                  </a:lnTo>
                  <a:lnTo>
                    <a:pt x="1328218" y="4450552"/>
                  </a:lnTo>
                  <a:lnTo>
                    <a:pt x="1328312" y="4450552"/>
                  </a:lnTo>
                  <a:lnTo>
                    <a:pt x="1328406" y="4450552"/>
                  </a:lnTo>
                  <a:lnTo>
                    <a:pt x="1328500" y="4450552"/>
                  </a:lnTo>
                  <a:lnTo>
                    <a:pt x="1328594" y="4450552"/>
                  </a:lnTo>
                  <a:lnTo>
                    <a:pt x="1328688" y="4450552"/>
                  </a:lnTo>
                  <a:lnTo>
                    <a:pt x="1328782" y="4450552"/>
                  </a:lnTo>
                  <a:lnTo>
                    <a:pt x="1328876" y="4450552"/>
                  </a:lnTo>
                  <a:lnTo>
                    <a:pt x="1328970" y="4450552"/>
                  </a:lnTo>
                  <a:lnTo>
                    <a:pt x="1329065" y="4450552"/>
                  </a:lnTo>
                  <a:lnTo>
                    <a:pt x="1329159" y="4450552"/>
                  </a:lnTo>
                  <a:lnTo>
                    <a:pt x="1329253" y="4450552"/>
                  </a:lnTo>
                  <a:lnTo>
                    <a:pt x="1329347" y="4450552"/>
                  </a:lnTo>
                  <a:lnTo>
                    <a:pt x="1329441" y="4450552"/>
                  </a:lnTo>
                  <a:lnTo>
                    <a:pt x="1329535" y="4450552"/>
                  </a:lnTo>
                  <a:lnTo>
                    <a:pt x="1329629" y="4450552"/>
                  </a:lnTo>
                  <a:lnTo>
                    <a:pt x="1329723" y="4450552"/>
                  </a:lnTo>
                  <a:lnTo>
                    <a:pt x="1329817" y="4450552"/>
                  </a:lnTo>
                  <a:lnTo>
                    <a:pt x="1329911" y="4450552"/>
                  </a:lnTo>
                  <a:lnTo>
                    <a:pt x="1330005" y="4450552"/>
                  </a:lnTo>
                  <a:lnTo>
                    <a:pt x="1330099" y="4450552"/>
                  </a:lnTo>
                  <a:lnTo>
                    <a:pt x="1330193" y="4450552"/>
                  </a:lnTo>
                  <a:lnTo>
                    <a:pt x="1330287" y="4450552"/>
                  </a:lnTo>
                  <a:lnTo>
                    <a:pt x="1330381" y="4450552"/>
                  </a:lnTo>
                  <a:lnTo>
                    <a:pt x="1330475" y="4450552"/>
                  </a:lnTo>
                  <a:lnTo>
                    <a:pt x="1330569" y="4450552"/>
                  </a:lnTo>
                  <a:lnTo>
                    <a:pt x="1330663" y="4450552"/>
                  </a:lnTo>
                  <a:lnTo>
                    <a:pt x="1330757" y="4450552"/>
                  </a:lnTo>
                  <a:lnTo>
                    <a:pt x="1330851" y="4450552"/>
                  </a:lnTo>
                  <a:lnTo>
                    <a:pt x="1330945" y="4450552"/>
                  </a:lnTo>
                  <a:lnTo>
                    <a:pt x="1331039" y="4450552"/>
                  </a:lnTo>
                  <a:lnTo>
                    <a:pt x="1331133" y="4450552"/>
                  </a:lnTo>
                  <a:lnTo>
                    <a:pt x="1331227" y="4450552"/>
                  </a:lnTo>
                  <a:lnTo>
                    <a:pt x="1331321" y="4450552"/>
                  </a:lnTo>
                  <a:lnTo>
                    <a:pt x="1331415" y="4450552"/>
                  </a:lnTo>
                  <a:lnTo>
                    <a:pt x="1331509" y="4450552"/>
                  </a:lnTo>
                  <a:lnTo>
                    <a:pt x="1331603" y="4450552"/>
                  </a:lnTo>
                  <a:lnTo>
                    <a:pt x="1331697" y="4450552"/>
                  </a:lnTo>
                  <a:lnTo>
                    <a:pt x="1331791" y="4450552"/>
                  </a:lnTo>
                  <a:lnTo>
                    <a:pt x="1331885" y="4450552"/>
                  </a:lnTo>
                  <a:lnTo>
                    <a:pt x="1331979" y="4450552"/>
                  </a:lnTo>
                  <a:lnTo>
                    <a:pt x="1332073" y="4450552"/>
                  </a:lnTo>
                  <a:lnTo>
                    <a:pt x="1332167" y="4450552"/>
                  </a:lnTo>
                  <a:lnTo>
                    <a:pt x="1332261" y="4450552"/>
                  </a:lnTo>
                  <a:lnTo>
                    <a:pt x="1332355" y="4450552"/>
                  </a:lnTo>
                  <a:lnTo>
                    <a:pt x="1332449" y="4450552"/>
                  </a:lnTo>
                  <a:lnTo>
                    <a:pt x="1332543" y="4450552"/>
                  </a:lnTo>
                  <a:lnTo>
                    <a:pt x="1332638" y="4450552"/>
                  </a:lnTo>
                  <a:lnTo>
                    <a:pt x="1332732" y="4450552"/>
                  </a:lnTo>
                  <a:lnTo>
                    <a:pt x="1332826" y="4450552"/>
                  </a:lnTo>
                  <a:lnTo>
                    <a:pt x="1332920" y="4450552"/>
                  </a:lnTo>
                  <a:lnTo>
                    <a:pt x="1333014" y="4450552"/>
                  </a:lnTo>
                  <a:lnTo>
                    <a:pt x="1333108" y="4450552"/>
                  </a:lnTo>
                  <a:lnTo>
                    <a:pt x="1333202" y="4450552"/>
                  </a:lnTo>
                  <a:lnTo>
                    <a:pt x="1333296" y="4450552"/>
                  </a:lnTo>
                  <a:lnTo>
                    <a:pt x="1333390" y="4450552"/>
                  </a:lnTo>
                  <a:lnTo>
                    <a:pt x="1333484" y="4450552"/>
                  </a:lnTo>
                  <a:lnTo>
                    <a:pt x="1333578" y="4450552"/>
                  </a:lnTo>
                  <a:lnTo>
                    <a:pt x="1333672" y="4450552"/>
                  </a:lnTo>
                  <a:lnTo>
                    <a:pt x="1333766" y="4450552"/>
                  </a:lnTo>
                  <a:lnTo>
                    <a:pt x="1333766" y="4445272"/>
                  </a:lnTo>
                  <a:lnTo>
                    <a:pt x="1333860" y="4445272"/>
                  </a:lnTo>
                  <a:lnTo>
                    <a:pt x="1333954" y="4445272"/>
                  </a:lnTo>
                  <a:lnTo>
                    <a:pt x="1334048" y="4445272"/>
                  </a:lnTo>
                  <a:lnTo>
                    <a:pt x="1334142" y="4445272"/>
                  </a:lnTo>
                  <a:lnTo>
                    <a:pt x="1334236" y="4445272"/>
                  </a:lnTo>
                  <a:lnTo>
                    <a:pt x="1334330" y="4445272"/>
                  </a:lnTo>
                  <a:lnTo>
                    <a:pt x="1334424" y="4445272"/>
                  </a:lnTo>
                  <a:lnTo>
                    <a:pt x="1334518" y="4445272"/>
                  </a:lnTo>
                  <a:lnTo>
                    <a:pt x="1334612" y="4445272"/>
                  </a:lnTo>
                  <a:lnTo>
                    <a:pt x="1334706" y="4445272"/>
                  </a:lnTo>
                  <a:lnTo>
                    <a:pt x="1334800" y="4445272"/>
                  </a:lnTo>
                  <a:lnTo>
                    <a:pt x="1334894" y="4445272"/>
                  </a:lnTo>
                  <a:lnTo>
                    <a:pt x="1334988" y="4445272"/>
                  </a:lnTo>
                  <a:lnTo>
                    <a:pt x="1335082" y="4445272"/>
                  </a:lnTo>
                  <a:lnTo>
                    <a:pt x="1335176" y="4445272"/>
                  </a:lnTo>
                  <a:lnTo>
                    <a:pt x="1335270" y="4445272"/>
                  </a:lnTo>
                  <a:lnTo>
                    <a:pt x="1335364" y="4445272"/>
                  </a:lnTo>
                  <a:lnTo>
                    <a:pt x="1335458" y="4445272"/>
                  </a:lnTo>
                  <a:lnTo>
                    <a:pt x="1335552" y="4445272"/>
                  </a:lnTo>
                  <a:lnTo>
                    <a:pt x="1335646" y="4445272"/>
                  </a:lnTo>
                  <a:lnTo>
                    <a:pt x="1335740" y="4445272"/>
                  </a:lnTo>
                  <a:lnTo>
                    <a:pt x="1335834" y="4445272"/>
                  </a:lnTo>
                  <a:lnTo>
                    <a:pt x="1335928" y="4445272"/>
                  </a:lnTo>
                  <a:lnTo>
                    <a:pt x="1335928" y="4439993"/>
                  </a:lnTo>
                  <a:lnTo>
                    <a:pt x="1336022" y="4439993"/>
                  </a:lnTo>
                  <a:lnTo>
                    <a:pt x="1336116" y="4439993"/>
                  </a:lnTo>
                  <a:lnTo>
                    <a:pt x="1336211" y="4439993"/>
                  </a:lnTo>
                  <a:lnTo>
                    <a:pt x="1336305" y="4439993"/>
                  </a:lnTo>
                  <a:lnTo>
                    <a:pt x="1336399" y="4439993"/>
                  </a:lnTo>
                  <a:lnTo>
                    <a:pt x="1336493" y="4439993"/>
                  </a:lnTo>
                  <a:lnTo>
                    <a:pt x="1336587" y="4439993"/>
                  </a:lnTo>
                  <a:lnTo>
                    <a:pt x="1336681" y="4439993"/>
                  </a:lnTo>
                  <a:lnTo>
                    <a:pt x="1336681" y="4434713"/>
                  </a:lnTo>
                  <a:lnTo>
                    <a:pt x="1336775" y="4434713"/>
                  </a:lnTo>
                  <a:lnTo>
                    <a:pt x="1336869" y="4434713"/>
                  </a:lnTo>
                  <a:lnTo>
                    <a:pt x="1336963" y="4434713"/>
                  </a:lnTo>
                  <a:lnTo>
                    <a:pt x="1337057" y="4434713"/>
                  </a:lnTo>
                  <a:lnTo>
                    <a:pt x="1337151" y="4434713"/>
                  </a:lnTo>
                  <a:lnTo>
                    <a:pt x="1337245" y="4434713"/>
                  </a:lnTo>
                  <a:lnTo>
                    <a:pt x="1337339" y="4434713"/>
                  </a:lnTo>
                  <a:lnTo>
                    <a:pt x="1337433" y="4434713"/>
                  </a:lnTo>
                  <a:lnTo>
                    <a:pt x="1337527" y="4434713"/>
                  </a:lnTo>
                  <a:lnTo>
                    <a:pt x="1337621" y="4434713"/>
                  </a:lnTo>
                  <a:lnTo>
                    <a:pt x="1337715" y="4434713"/>
                  </a:lnTo>
                  <a:lnTo>
                    <a:pt x="1337809" y="4434713"/>
                  </a:lnTo>
                  <a:lnTo>
                    <a:pt x="1337903" y="4434713"/>
                  </a:lnTo>
                  <a:lnTo>
                    <a:pt x="1337997" y="4434713"/>
                  </a:lnTo>
                  <a:lnTo>
                    <a:pt x="1338091" y="4434713"/>
                  </a:lnTo>
                  <a:lnTo>
                    <a:pt x="1338185" y="4434713"/>
                  </a:lnTo>
                  <a:lnTo>
                    <a:pt x="1338279" y="4434713"/>
                  </a:lnTo>
                  <a:lnTo>
                    <a:pt x="1338373" y="4434713"/>
                  </a:lnTo>
                  <a:lnTo>
                    <a:pt x="1338467" y="4434713"/>
                  </a:lnTo>
                  <a:lnTo>
                    <a:pt x="1338561" y="4434713"/>
                  </a:lnTo>
                  <a:lnTo>
                    <a:pt x="1338655" y="4434713"/>
                  </a:lnTo>
                  <a:lnTo>
                    <a:pt x="1338749" y="4434713"/>
                  </a:lnTo>
                  <a:lnTo>
                    <a:pt x="1338843" y="4434713"/>
                  </a:lnTo>
                  <a:lnTo>
                    <a:pt x="1338937" y="4434713"/>
                  </a:lnTo>
                  <a:lnTo>
                    <a:pt x="1339031" y="4434713"/>
                  </a:lnTo>
                  <a:lnTo>
                    <a:pt x="1339125" y="4434713"/>
                  </a:lnTo>
                  <a:lnTo>
                    <a:pt x="1339219" y="4434713"/>
                  </a:lnTo>
                  <a:lnTo>
                    <a:pt x="1339313" y="4434713"/>
                  </a:lnTo>
                  <a:lnTo>
                    <a:pt x="1339407" y="4434713"/>
                  </a:lnTo>
                  <a:lnTo>
                    <a:pt x="1339501" y="4434713"/>
                  </a:lnTo>
                  <a:lnTo>
                    <a:pt x="1339595" y="4434713"/>
                  </a:lnTo>
                  <a:lnTo>
                    <a:pt x="1339689" y="4434713"/>
                  </a:lnTo>
                  <a:lnTo>
                    <a:pt x="1339784" y="4434713"/>
                  </a:lnTo>
                  <a:lnTo>
                    <a:pt x="1339878" y="4434713"/>
                  </a:lnTo>
                  <a:lnTo>
                    <a:pt x="1339972" y="4434713"/>
                  </a:lnTo>
                  <a:lnTo>
                    <a:pt x="1340066" y="4434713"/>
                  </a:lnTo>
                  <a:lnTo>
                    <a:pt x="1340160" y="4434713"/>
                  </a:lnTo>
                  <a:lnTo>
                    <a:pt x="1340254" y="4434713"/>
                  </a:lnTo>
                  <a:lnTo>
                    <a:pt x="1340348" y="4434713"/>
                  </a:lnTo>
                  <a:lnTo>
                    <a:pt x="1340442" y="4434713"/>
                  </a:lnTo>
                  <a:lnTo>
                    <a:pt x="1340536" y="4434713"/>
                  </a:lnTo>
                  <a:lnTo>
                    <a:pt x="1340630" y="4434713"/>
                  </a:lnTo>
                  <a:lnTo>
                    <a:pt x="1340724" y="4434713"/>
                  </a:lnTo>
                  <a:lnTo>
                    <a:pt x="1340818" y="4434713"/>
                  </a:lnTo>
                  <a:lnTo>
                    <a:pt x="1340912" y="4434713"/>
                  </a:lnTo>
                  <a:lnTo>
                    <a:pt x="1341006" y="4434713"/>
                  </a:lnTo>
                  <a:lnTo>
                    <a:pt x="1341100" y="4434713"/>
                  </a:lnTo>
                  <a:lnTo>
                    <a:pt x="1341194" y="4434713"/>
                  </a:lnTo>
                  <a:lnTo>
                    <a:pt x="1341288" y="4434713"/>
                  </a:lnTo>
                  <a:lnTo>
                    <a:pt x="1341382" y="4434713"/>
                  </a:lnTo>
                  <a:lnTo>
                    <a:pt x="1341476" y="4434713"/>
                  </a:lnTo>
                  <a:lnTo>
                    <a:pt x="1341570" y="4434713"/>
                  </a:lnTo>
                  <a:lnTo>
                    <a:pt x="1341664" y="4434713"/>
                  </a:lnTo>
                  <a:lnTo>
                    <a:pt x="1341758" y="4434713"/>
                  </a:lnTo>
                  <a:lnTo>
                    <a:pt x="1341852" y="4434713"/>
                  </a:lnTo>
                  <a:lnTo>
                    <a:pt x="1341946" y="4434713"/>
                  </a:lnTo>
                  <a:lnTo>
                    <a:pt x="1342040" y="4434713"/>
                  </a:lnTo>
                  <a:lnTo>
                    <a:pt x="1342134" y="4434713"/>
                  </a:lnTo>
                  <a:lnTo>
                    <a:pt x="1342228" y="4434713"/>
                  </a:lnTo>
                  <a:lnTo>
                    <a:pt x="1342322" y="4434713"/>
                  </a:lnTo>
                  <a:lnTo>
                    <a:pt x="1342416" y="4434713"/>
                  </a:lnTo>
                  <a:lnTo>
                    <a:pt x="1342416" y="4429434"/>
                  </a:lnTo>
                  <a:lnTo>
                    <a:pt x="1342510" y="4429434"/>
                  </a:lnTo>
                  <a:lnTo>
                    <a:pt x="1342510" y="4424155"/>
                  </a:lnTo>
                  <a:lnTo>
                    <a:pt x="1342604" y="4424155"/>
                  </a:lnTo>
                  <a:lnTo>
                    <a:pt x="1342698" y="4424155"/>
                  </a:lnTo>
                  <a:lnTo>
                    <a:pt x="1342792" y="4424155"/>
                  </a:lnTo>
                  <a:lnTo>
                    <a:pt x="1342886" y="4424155"/>
                  </a:lnTo>
                  <a:lnTo>
                    <a:pt x="1342980" y="4424155"/>
                  </a:lnTo>
                  <a:lnTo>
                    <a:pt x="1343074" y="4424155"/>
                  </a:lnTo>
                  <a:lnTo>
                    <a:pt x="1343168" y="4424155"/>
                  </a:lnTo>
                  <a:lnTo>
                    <a:pt x="1343263" y="4424155"/>
                  </a:lnTo>
                  <a:lnTo>
                    <a:pt x="1343263" y="4418875"/>
                  </a:lnTo>
                  <a:lnTo>
                    <a:pt x="1343357" y="4418875"/>
                  </a:lnTo>
                  <a:lnTo>
                    <a:pt x="1343451" y="4418875"/>
                  </a:lnTo>
                  <a:lnTo>
                    <a:pt x="1343545" y="4418875"/>
                  </a:lnTo>
                  <a:lnTo>
                    <a:pt x="1343639" y="4418875"/>
                  </a:lnTo>
                  <a:lnTo>
                    <a:pt x="1343733" y="4418875"/>
                  </a:lnTo>
                  <a:lnTo>
                    <a:pt x="1343827" y="4418875"/>
                  </a:lnTo>
                  <a:lnTo>
                    <a:pt x="1343921" y="4418875"/>
                  </a:lnTo>
                  <a:lnTo>
                    <a:pt x="1344015" y="4418875"/>
                  </a:lnTo>
                  <a:lnTo>
                    <a:pt x="1344109" y="4418875"/>
                  </a:lnTo>
                  <a:lnTo>
                    <a:pt x="1344203" y="4418875"/>
                  </a:lnTo>
                  <a:lnTo>
                    <a:pt x="1344297" y="4418875"/>
                  </a:lnTo>
                  <a:lnTo>
                    <a:pt x="1344391" y="4418875"/>
                  </a:lnTo>
                  <a:lnTo>
                    <a:pt x="1344485" y="4418875"/>
                  </a:lnTo>
                  <a:lnTo>
                    <a:pt x="1344579" y="4418875"/>
                  </a:lnTo>
                  <a:lnTo>
                    <a:pt x="1344673" y="4418875"/>
                  </a:lnTo>
                  <a:lnTo>
                    <a:pt x="1344767" y="4418875"/>
                  </a:lnTo>
                  <a:lnTo>
                    <a:pt x="1344861" y="4418875"/>
                  </a:lnTo>
                  <a:lnTo>
                    <a:pt x="1344955" y="4418875"/>
                  </a:lnTo>
                  <a:lnTo>
                    <a:pt x="1345049" y="4418875"/>
                  </a:lnTo>
                  <a:lnTo>
                    <a:pt x="1345143" y="4418875"/>
                  </a:lnTo>
                  <a:lnTo>
                    <a:pt x="1345237" y="4418875"/>
                  </a:lnTo>
                  <a:lnTo>
                    <a:pt x="1345331" y="4418875"/>
                  </a:lnTo>
                  <a:lnTo>
                    <a:pt x="1345425" y="4418875"/>
                  </a:lnTo>
                  <a:lnTo>
                    <a:pt x="1345519" y="4418875"/>
                  </a:lnTo>
                  <a:lnTo>
                    <a:pt x="1345613" y="4418875"/>
                  </a:lnTo>
                  <a:lnTo>
                    <a:pt x="1345707" y="4418875"/>
                  </a:lnTo>
                  <a:lnTo>
                    <a:pt x="1345801" y="4418875"/>
                  </a:lnTo>
                  <a:lnTo>
                    <a:pt x="1345895" y="4418875"/>
                  </a:lnTo>
                  <a:lnTo>
                    <a:pt x="1345989" y="4418875"/>
                  </a:lnTo>
                  <a:lnTo>
                    <a:pt x="1346083" y="4418875"/>
                  </a:lnTo>
                  <a:lnTo>
                    <a:pt x="1346177" y="4418875"/>
                  </a:lnTo>
                  <a:lnTo>
                    <a:pt x="1346271" y="4418875"/>
                  </a:lnTo>
                  <a:lnTo>
                    <a:pt x="1346365" y="4418875"/>
                  </a:lnTo>
                  <a:lnTo>
                    <a:pt x="1346459" y="4418875"/>
                  </a:lnTo>
                  <a:lnTo>
                    <a:pt x="1346553" y="4418875"/>
                  </a:lnTo>
                  <a:lnTo>
                    <a:pt x="1346647" y="4418875"/>
                  </a:lnTo>
                  <a:lnTo>
                    <a:pt x="1346741" y="4418875"/>
                  </a:lnTo>
                  <a:lnTo>
                    <a:pt x="1346836" y="4418875"/>
                  </a:lnTo>
                  <a:lnTo>
                    <a:pt x="1346930" y="4418875"/>
                  </a:lnTo>
                  <a:lnTo>
                    <a:pt x="1347024" y="4418875"/>
                  </a:lnTo>
                  <a:lnTo>
                    <a:pt x="1347118" y="4418875"/>
                  </a:lnTo>
                  <a:lnTo>
                    <a:pt x="1347212" y="4418875"/>
                  </a:lnTo>
                  <a:lnTo>
                    <a:pt x="1347306" y="4418875"/>
                  </a:lnTo>
                  <a:lnTo>
                    <a:pt x="1347400" y="4418875"/>
                  </a:lnTo>
                  <a:lnTo>
                    <a:pt x="1347494" y="4418875"/>
                  </a:lnTo>
                  <a:lnTo>
                    <a:pt x="1347588" y="4418875"/>
                  </a:lnTo>
                  <a:lnTo>
                    <a:pt x="1347588" y="4413596"/>
                  </a:lnTo>
                  <a:lnTo>
                    <a:pt x="1347682" y="4413596"/>
                  </a:lnTo>
                  <a:lnTo>
                    <a:pt x="1347776" y="4413596"/>
                  </a:lnTo>
                  <a:lnTo>
                    <a:pt x="1347870" y="4413596"/>
                  </a:lnTo>
                  <a:lnTo>
                    <a:pt x="1347964" y="4413596"/>
                  </a:lnTo>
                  <a:lnTo>
                    <a:pt x="1348058" y="4413596"/>
                  </a:lnTo>
                  <a:lnTo>
                    <a:pt x="1348152" y="4413596"/>
                  </a:lnTo>
                  <a:lnTo>
                    <a:pt x="1348246" y="4413596"/>
                  </a:lnTo>
                  <a:lnTo>
                    <a:pt x="1348340" y="4413596"/>
                  </a:lnTo>
                  <a:lnTo>
                    <a:pt x="1348434" y="4413596"/>
                  </a:lnTo>
                  <a:lnTo>
                    <a:pt x="1348528" y="4413596"/>
                  </a:lnTo>
                  <a:lnTo>
                    <a:pt x="1348622" y="4413596"/>
                  </a:lnTo>
                  <a:lnTo>
                    <a:pt x="1348716" y="4413596"/>
                  </a:lnTo>
                  <a:lnTo>
                    <a:pt x="1348810" y="4413596"/>
                  </a:lnTo>
                  <a:lnTo>
                    <a:pt x="1348904" y="4413596"/>
                  </a:lnTo>
                  <a:lnTo>
                    <a:pt x="1348998" y="4413596"/>
                  </a:lnTo>
                  <a:lnTo>
                    <a:pt x="1349092" y="4413596"/>
                  </a:lnTo>
                  <a:lnTo>
                    <a:pt x="1349186" y="4413596"/>
                  </a:lnTo>
                  <a:lnTo>
                    <a:pt x="1349280" y="4413596"/>
                  </a:lnTo>
                  <a:lnTo>
                    <a:pt x="1349374" y="4413596"/>
                  </a:lnTo>
                  <a:lnTo>
                    <a:pt x="1349468" y="4413596"/>
                  </a:lnTo>
                  <a:lnTo>
                    <a:pt x="1349562" y="4413596"/>
                  </a:lnTo>
                  <a:lnTo>
                    <a:pt x="1349656" y="4413596"/>
                  </a:lnTo>
                  <a:lnTo>
                    <a:pt x="1349750" y="4413596"/>
                  </a:lnTo>
                  <a:lnTo>
                    <a:pt x="1349844" y="4413596"/>
                  </a:lnTo>
                  <a:lnTo>
                    <a:pt x="1349938" y="4413596"/>
                  </a:lnTo>
                  <a:lnTo>
                    <a:pt x="1350032" y="4413596"/>
                  </a:lnTo>
                  <a:lnTo>
                    <a:pt x="1350126" y="4413596"/>
                  </a:lnTo>
                  <a:lnTo>
                    <a:pt x="1350220" y="4413596"/>
                  </a:lnTo>
                  <a:lnTo>
                    <a:pt x="1350314" y="4413596"/>
                  </a:lnTo>
                  <a:lnTo>
                    <a:pt x="1350409" y="4413596"/>
                  </a:lnTo>
                  <a:lnTo>
                    <a:pt x="1350503" y="4413596"/>
                  </a:lnTo>
                  <a:lnTo>
                    <a:pt x="1350597" y="4413596"/>
                  </a:lnTo>
                  <a:lnTo>
                    <a:pt x="1350691" y="4413596"/>
                  </a:lnTo>
                  <a:lnTo>
                    <a:pt x="1350785" y="4413596"/>
                  </a:lnTo>
                  <a:lnTo>
                    <a:pt x="1350879" y="4413596"/>
                  </a:lnTo>
                  <a:lnTo>
                    <a:pt x="1350973" y="4413596"/>
                  </a:lnTo>
                  <a:lnTo>
                    <a:pt x="1351067" y="4413596"/>
                  </a:lnTo>
                  <a:lnTo>
                    <a:pt x="1351161" y="4413596"/>
                  </a:lnTo>
                  <a:lnTo>
                    <a:pt x="1351255" y="4413596"/>
                  </a:lnTo>
                  <a:lnTo>
                    <a:pt x="1351349" y="4413596"/>
                  </a:lnTo>
                  <a:lnTo>
                    <a:pt x="1351443" y="4413596"/>
                  </a:lnTo>
                  <a:lnTo>
                    <a:pt x="1351537" y="4413596"/>
                  </a:lnTo>
                  <a:lnTo>
                    <a:pt x="1351631" y="4413596"/>
                  </a:lnTo>
                  <a:lnTo>
                    <a:pt x="1351725" y="4413596"/>
                  </a:lnTo>
                  <a:lnTo>
                    <a:pt x="1351819" y="4413596"/>
                  </a:lnTo>
                  <a:lnTo>
                    <a:pt x="1351913" y="4413596"/>
                  </a:lnTo>
                  <a:lnTo>
                    <a:pt x="1352007" y="4413596"/>
                  </a:lnTo>
                  <a:lnTo>
                    <a:pt x="1352101" y="4413596"/>
                  </a:lnTo>
                  <a:lnTo>
                    <a:pt x="1352195" y="4413596"/>
                  </a:lnTo>
                  <a:lnTo>
                    <a:pt x="1352289" y="4413596"/>
                  </a:lnTo>
                  <a:lnTo>
                    <a:pt x="1352383" y="4413596"/>
                  </a:lnTo>
                  <a:lnTo>
                    <a:pt x="1352477" y="4413596"/>
                  </a:lnTo>
                  <a:lnTo>
                    <a:pt x="1352571" y="4413596"/>
                  </a:lnTo>
                  <a:lnTo>
                    <a:pt x="1352665" y="4413596"/>
                  </a:lnTo>
                  <a:lnTo>
                    <a:pt x="1352759" y="4413596"/>
                  </a:lnTo>
                  <a:lnTo>
                    <a:pt x="1352853" y="4413596"/>
                  </a:lnTo>
                  <a:lnTo>
                    <a:pt x="1352947" y="4413596"/>
                  </a:lnTo>
                  <a:lnTo>
                    <a:pt x="1353041" y="4413596"/>
                  </a:lnTo>
                  <a:lnTo>
                    <a:pt x="1353135" y="4413596"/>
                  </a:lnTo>
                  <a:lnTo>
                    <a:pt x="1353229" y="4413596"/>
                  </a:lnTo>
                  <a:lnTo>
                    <a:pt x="1353323" y="4413596"/>
                  </a:lnTo>
                  <a:lnTo>
                    <a:pt x="1353417" y="4413596"/>
                  </a:lnTo>
                  <a:lnTo>
                    <a:pt x="1353511" y="4413596"/>
                  </a:lnTo>
                  <a:lnTo>
                    <a:pt x="1353605" y="4413596"/>
                  </a:lnTo>
                  <a:lnTo>
                    <a:pt x="1353699" y="4413596"/>
                  </a:lnTo>
                  <a:lnTo>
                    <a:pt x="1353793" y="4413596"/>
                  </a:lnTo>
                  <a:lnTo>
                    <a:pt x="1353888" y="4413596"/>
                  </a:lnTo>
                  <a:lnTo>
                    <a:pt x="1353982" y="4413596"/>
                  </a:lnTo>
                  <a:lnTo>
                    <a:pt x="1354076" y="4413596"/>
                  </a:lnTo>
                  <a:lnTo>
                    <a:pt x="1354170" y="4413596"/>
                  </a:lnTo>
                  <a:lnTo>
                    <a:pt x="1354264" y="4413596"/>
                  </a:lnTo>
                  <a:lnTo>
                    <a:pt x="1354358" y="4413596"/>
                  </a:lnTo>
                  <a:lnTo>
                    <a:pt x="1354452" y="4413596"/>
                  </a:lnTo>
                  <a:lnTo>
                    <a:pt x="1354546" y="4413596"/>
                  </a:lnTo>
                  <a:lnTo>
                    <a:pt x="1354640" y="4413596"/>
                  </a:lnTo>
                  <a:lnTo>
                    <a:pt x="1354734" y="4413596"/>
                  </a:lnTo>
                  <a:lnTo>
                    <a:pt x="1354828" y="4413596"/>
                  </a:lnTo>
                  <a:lnTo>
                    <a:pt x="1354922" y="4413596"/>
                  </a:lnTo>
                  <a:lnTo>
                    <a:pt x="1355016" y="4413596"/>
                  </a:lnTo>
                  <a:lnTo>
                    <a:pt x="1355110" y="4413596"/>
                  </a:lnTo>
                  <a:lnTo>
                    <a:pt x="1355204" y="4413596"/>
                  </a:lnTo>
                  <a:lnTo>
                    <a:pt x="1355298" y="4413596"/>
                  </a:lnTo>
                  <a:lnTo>
                    <a:pt x="1355392" y="4413596"/>
                  </a:lnTo>
                  <a:lnTo>
                    <a:pt x="1355486" y="4413596"/>
                  </a:lnTo>
                  <a:lnTo>
                    <a:pt x="1355580" y="4413596"/>
                  </a:lnTo>
                  <a:lnTo>
                    <a:pt x="1355674" y="4413596"/>
                  </a:lnTo>
                  <a:lnTo>
                    <a:pt x="1355768" y="4413596"/>
                  </a:lnTo>
                  <a:lnTo>
                    <a:pt x="1355862" y="4413596"/>
                  </a:lnTo>
                  <a:lnTo>
                    <a:pt x="1355956" y="4413596"/>
                  </a:lnTo>
                  <a:lnTo>
                    <a:pt x="1356050" y="4413596"/>
                  </a:lnTo>
                  <a:lnTo>
                    <a:pt x="1356144" y="4413596"/>
                  </a:lnTo>
                  <a:lnTo>
                    <a:pt x="1356238" y="4413596"/>
                  </a:lnTo>
                  <a:lnTo>
                    <a:pt x="1356332" y="4413596"/>
                  </a:lnTo>
                  <a:lnTo>
                    <a:pt x="1356426" y="4413596"/>
                  </a:lnTo>
                  <a:lnTo>
                    <a:pt x="1356520" y="4413596"/>
                  </a:lnTo>
                  <a:lnTo>
                    <a:pt x="1356614" y="4413596"/>
                  </a:lnTo>
                  <a:lnTo>
                    <a:pt x="1356708" y="4413596"/>
                  </a:lnTo>
                  <a:lnTo>
                    <a:pt x="1356802" y="4413596"/>
                  </a:lnTo>
                  <a:lnTo>
                    <a:pt x="1356896" y="4413596"/>
                  </a:lnTo>
                  <a:lnTo>
                    <a:pt x="1356990" y="4413596"/>
                  </a:lnTo>
                  <a:lnTo>
                    <a:pt x="1357084" y="4413596"/>
                  </a:lnTo>
                  <a:lnTo>
                    <a:pt x="1357178" y="4413596"/>
                  </a:lnTo>
                  <a:lnTo>
                    <a:pt x="1357272" y="4413596"/>
                  </a:lnTo>
                  <a:lnTo>
                    <a:pt x="1357366" y="4413596"/>
                  </a:lnTo>
                  <a:lnTo>
                    <a:pt x="1357461" y="4413596"/>
                  </a:lnTo>
                  <a:lnTo>
                    <a:pt x="1357555" y="4413596"/>
                  </a:lnTo>
                  <a:lnTo>
                    <a:pt x="1357649" y="4413596"/>
                  </a:lnTo>
                  <a:lnTo>
                    <a:pt x="1357743" y="4413596"/>
                  </a:lnTo>
                  <a:lnTo>
                    <a:pt x="1357837" y="4413596"/>
                  </a:lnTo>
                  <a:lnTo>
                    <a:pt x="1357931" y="4413596"/>
                  </a:lnTo>
                  <a:lnTo>
                    <a:pt x="1358025" y="4413596"/>
                  </a:lnTo>
                  <a:lnTo>
                    <a:pt x="1358119" y="4413596"/>
                  </a:lnTo>
                  <a:lnTo>
                    <a:pt x="1358213" y="4413596"/>
                  </a:lnTo>
                  <a:lnTo>
                    <a:pt x="1358307" y="4413596"/>
                  </a:lnTo>
                  <a:lnTo>
                    <a:pt x="1358401" y="4413596"/>
                  </a:lnTo>
                  <a:lnTo>
                    <a:pt x="1358495" y="4413596"/>
                  </a:lnTo>
                  <a:lnTo>
                    <a:pt x="1358589" y="4413596"/>
                  </a:lnTo>
                  <a:lnTo>
                    <a:pt x="1358683" y="4413596"/>
                  </a:lnTo>
                  <a:lnTo>
                    <a:pt x="1358777" y="4413596"/>
                  </a:lnTo>
                  <a:lnTo>
                    <a:pt x="1358871" y="4413596"/>
                  </a:lnTo>
                  <a:lnTo>
                    <a:pt x="1358965" y="4413596"/>
                  </a:lnTo>
                  <a:lnTo>
                    <a:pt x="1359059" y="4413596"/>
                  </a:lnTo>
                  <a:lnTo>
                    <a:pt x="1359059" y="4408316"/>
                  </a:lnTo>
                  <a:lnTo>
                    <a:pt x="1359153" y="4408316"/>
                  </a:lnTo>
                  <a:lnTo>
                    <a:pt x="1359247" y="4408316"/>
                  </a:lnTo>
                  <a:lnTo>
                    <a:pt x="1359341" y="4408316"/>
                  </a:lnTo>
                  <a:lnTo>
                    <a:pt x="1359435" y="4408316"/>
                  </a:lnTo>
                  <a:lnTo>
                    <a:pt x="1359529" y="4408316"/>
                  </a:lnTo>
                  <a:lnTo>
                    <a:pt x="1359623" y="4408316"/>
                  </a:lnTo>
                  <a:lnTo>
                    <a:pt x="1359717" y="4408316"/>
                  </a:lnTo>
                  <a:lnTo>
                    <a:pt x="1359811" y="4408316"/>
                  </a:lnTo>
                  <a:lnTo>
                    <a:pt x="1359905" y="4408316"/>
                  </a:lnTo>
                  <a:lnTo>
                    <a:pt x="1359999" y="4408316"/>
                  </a:lnTo>
                  <a:lnTo>
                    <a:pt x="1360093" y="4408316"/>
                  </a:lnTo>
                  <a:lnTo>
                    <a:pt x="1360187" y="4408316"/>
                  </a:lnTo>
                  <a:lnTo>
                    <a:pt x="1360281" y="4408316"/>
                  </a:lnTo>
                  <a:lnTo>
                    <a:pt x="1360375" y="4408316"/>
                  </a:lnTo>
                  <a:lnTo>
                    <a:pt x="1360469" y="4408316"/>
                  </a:lnTo>
                  <a:lnTo>
                    <a:pt x="1360563" y="4408316"/>
                  </a:lnTo>
                  <a:lnTo>
                    <a:pt x="1360657" y="4408316"/>
                  </a:lnTo>
                  <a:lnTo>
                    <a:pt x="1360751" y="4408316"/>
                  </a:lnTo>
                  <a:lnTo>
                    <a:pt x="1360845" y="4408316"/>
                  </a:lnTo>
                  <a:lnTo>
                    <a:pt x="1360939" y="4408316"/>
                  </a:lnTo>
                  <a:lnTo>
                    <a:pt x="1361034" y="4408316"/>
                  </a:lnTo>
                  <a:lnTo>
                    <a:pt x="1361128" y="4408316"/>
                  </a:lnTo>
                  <a:lnTo>
                    <a:pt x="1361222" y="4408316"/>
                  </a:lnTo>
                  <a:lnTo>
                    <a:pt x="1361316" y="4408316"/>
                  </a:lnTo>
                  <a:lnTo>
                    <a:pt x="1361410" y="4408316"/>
                  </a:lnTo>
                  <a:lnTo>
                    <a:pt x="1361504" y="4408316"/>
                  </a:lnTo>
                  <a:lnTo>
                    <a:pt x="1361598" y="4408316"/>
                  </a:lnTo>
                  <a:lnTo>
                    <a:pt x="1361692" y="4408316"/>
                  </a:lnTo>
                  <a:lnTo>
                    <a:pt x="1361692" y="4403037"/>
                  </a:lnTo>
                  <a:lnTo>
                    <a:pt x="1361786" y="4403037"/>
                  </a:lnTo>
                  <a:lnTo>
                    <a:pt x="1361880" y="4403037"/>
                  </a:lnTo>
                  <a:lnTo>
                    <a:pt x="1361974" y="4403037"/>
                  </a:lnTo>
                  <a:lnTo>
                    <a:pt x="1362068" y="4403037"/>
                  </a:lnTo>
                  <a:lnTo>
                    <a:pt x="1362162" y="4403037"/>
                  </a:lnTo>
                  <a:lnTo>
                    <a:pt x="1362256" y="4403037"/>
                  </a:lnTo>
                  <a:lnTo>
                    <a:pt x="1362350" y="4403037"/>
                  </a:lnTo>
                  <a:lnTo>
                    <a:pt x="1362444" y="4403037"/>
                  </a:lnTo>
                  <a:lnTo>
                    <a:pt x="1362538" y="4403037"/>
                  </a:lnTo>
                  <a:lnTo>
                    <a:pt x="1362632" y="4403037"/>
                  </a:lnTo>
                  <a:lnTo>
                    <a:pt x="1362726" y="4403037"/>
                  </a:lnTo>
                  <a:lnTo>
                    <a:pt x="1362820" y="4403037"/>
                  </a:lnTo>
                  <a:lnTo>
                    <a:pt x="1362914" y="4403037"/>
                  </a:lnTo>
                  <a:lnTo>
                    <a:pt x="1363008" y="4403037"/>
                  </a:lnTo>
                  <a:lnTo>
                    <a:pt x="1363102" y="4403037"/>
                  </a:lnTo>
                  <a:lnTo>
                    <a:pt x="1363196" y="4403037"/>
                  </a:lnTo>
                  <a:lnTo>
                    <a:pt x="1363290" y="4403037"/>
                  </a:lnTo>
                  <a:lnTo>
                    <a:pt x="1363384" y="4403037"/>
                  </a:lnTo>
                  <a:lnTo>
                    <a:pt x="1363478" y="4403037"/>
                  </a:lnTo>
                  <a:lnTo>
                    <a:pt x="1363572" y="4403037"/>
                  </a:lnTo>
                  <a:lnTo>
                    <a:pt x="1363572" y="4397757"/>
                  </a:lnTo>
                  <a:lnTo>
                    <a:pt x="1363666" y="4397757"/>
                  </a:lnTo>
                  <a:lnTo>
                    <a:pt x="1363760" y="4397757"/>
                  </a:lnTo>
                  <a:lnTo>
                    <a:pt x="1363854" y="4397757"/>
                  </a:lnTo>
                  <a:lnTo>
                    <a:pt x="1363948" y="4397757"/>
                  </a:lnTo>
                  <a:lnTo>
                    <a:pt x="1364042" y="4397757"/>
                  </a:lnTo>
                  <a:lnTo>
                    <a:pt x="1364136" y="4397757"/>
                  </a:lnTo>
                  <a:lnTo>
                    <a:pt x="1364230" y="4397757"/>
                  </a:lnTo>
                  <a:lnTo>
                    <a:pt x="1364324" y="4397757"/>
                  </a:lnTo>
                  <a:lnTo>
                    <a:pt x="1364418" y="4397757"/>
                  </a:lnTo>
                  <a:lnTo>
                    <a:pt x="1364513" y="4397757"/>
                  </a:lnTo>
                  <a:lnTo>
                    <a:pt x="1364607" y="4397757"/>
                  </a:lnTo>
                  <a:lnTo>
                    <a:pt x="1364701" y="4397757"/>
                  </a:lnTo>
                  <a:lnTo>
                    <a:pt x="1364795" y="4397757"/>
                  </a:lnTo>
                  <a:lnTo>
                    <a:pt x="1364889" y="4397757"/>
                  </a:lnTo>
                  <a:lnTo>
                    <a:pt x="1364983" y="4397757"/>
                  </a:lnTo>
                  <a:lnTo>
                    <a:pt x="1365077" y="4397757"/>
                  </a:lnTo>
                  <a:lnTo>
                    <a:pt x="1365171" y="4397757"/>
                  </a:lnTo>
                  <a:lnTo>
                    <a:pt x="1365265" y="4397757"/>
                  </a:lnTo>
                  <a:lnTo>
                    <a:pt x="1365359" y="4397757"/>
                  </a:lnTo>
                  <a:lnTo>
                    <a:pt x="1365453" y="4397757"/>
                  </a:lnTo>
                  <a:lnTo>
                    <a:pt x="1365547" y="4397757"/>
                  </a:lnTo>
                  <a:lnTo>
                    <a:pt x="1365641" y="4397757"/>
                  </a:lnTo>
                  <a:lnTo>
                    <a:pt x="1365735" y="4397757"/>
                  </a:lnTo>
                  <a:lnTo>
                    <a:pt x="1365829" y="4397757"/>
                  </a:lnTo>
                  <a:lnTo>
                    <a:pt x="1365923" y="4397757"/>
                  </a:lnTo>
                  <a:lnTo>
                    <a:pt x="1366017" y="4397757"/>
                  </a:lnTo>
                  <a:lnTo>
                    <a:pt x="1366111" y="4397757"/>
                  </a:lnTo>
                  <a:lnTo>
                    <a:pt x="1366205" y="4397757"/>
                  </a:lnTo>
                  <a:lnTo>
                    <a:pt x="1366299" y="4397757"/>
                  </a:lnTo>
                  <a:lnTo>
                    <a:pt x="1366393" y="4397757"/>
                  </a:lnTo>
                  <a:lnTo>
                    <a:pt x="1366487" y="4397757"/>
                  </a:lnTo>
                  <a:lnTo>
                    <a:pt x="1366581" y="4397757"/>
                  </a:lnTo>
                  <a:lnTo>
                    <a:pt x="1366675" y="4397757"/>
                  </a:lnTo>
                  <a:lnTo>
                    <a:pt x="1366769" y="4397757"/>
                  </a:lnTo>
                  <a:lnTo>
                    <a:pt x="1366863" y="4397757"/>
                  </a:lnTo>
                  <a:lnTo>
                    <a:pt x="1366957" y="4397757"/>
                  </a:lnTo>
                  <a:lnTo>
                    <a:pt x="1367051" y="4397757"/>
                  </a:lnTo>
                  <a:lnTo>
                    <a:pt x="1367145" y="4397757"/>
                  </a:lnTo>
                  <a:lnTo>
                    <a:pt x="1367239" y="4397757"/>
                  </a:lnTo>
                  <a:lnTo>
                    <a:pt x="1367333" y="4397757"/>
                  </a:lnTo>
                  <a:lnTo>
                    <a:pt x="1367427" y="4397757"/>
                  </a:lnTo>
                  <a:lnTo>
                    <a:pt x="1367521" y="4397757"/>
                  </a:lnTo>
                  <a:lnTo>
                    <a:pt x="1367615" y="4397757"/>
                  </a:lnTo>
                  <a:lnTo>
                    <a:pt x="1367709" y="4397757"/>
                  </a:lnTo>
                  <a:lnTo>
                    <a:pt x="1367803" y="4397757"/>
                  </a:lnTo>
                  <a:lnTo>
                    <a:pt x="1367897" y="4397757"/>
                  </a:lnTo>
                  <a:lnTo>
                    <a:pt x="1367991" y="4397757"/>
                  </a:lnTo>
                  <a:lnTo>
                    <a:pt x="1368086" y="4397757"/>
                  </a:lnTo>
                  <a:lnTo>
                    <a:pt x="1368180" y="4397757"/>
                  </a:lnTo>
                  <a:lnTo>
                    <a:pt x="1368274" y="4397757"/>
                  </a:lnTo>
                  <a:lnTo>
                    <a:pt x="1368368" y="4397757"/>
                  </a:lnTo>
                  <a:lnTo>
                    <a:pt x="1368462" y="4397757"/>
                  </a:lnTo>
                  <a:lnTo>
                    <a:pt x="1368556" y="4397757"/>
                  </a:lnTo>
                  <a:lnTo>
                    <a:pt x="1368650" y="4397757"/>
                  </a:lnTo>
                  <a:lnTo>
                    <a:pt x="1368744" y="4397757"/>
                  </a:lnTo>
                  <a:lnTo>
                    <a:pt x="1368838" y="4397757"/>
                  </a:lnTo>
                  <a:lnTo>
                    <a:pt x="1368932" y="4397757"/>
                  </a:lnTo>
                  <a:lnTo>
                    <a:pt x="1369026" y="4397757"/>
                  </a:lnTo>
                  <a:lnTo>
                    <a:pt x="1369120" y="4397757"/>
                  </a:lnTo>
                  <a:lnTo>
                    <a:pt x="1369214" y="4397757"/>
                  </a:lnTo>
                  <a:lnTo>
                    <a:pt x="1369308" y="4397757"/>
                  </a:lnTo>
                  <a:lnTo>
                    <a:pt x="1369402" y="4397757"/>
                  </a:lnTo>
                  <a:lnTo>
                    <a:pt x="1369496" y="4397757"/>
                  </a:lnTo>
                  <a:lnTo>
                    <a:pt x="1369590" y="4397757"/>
                  </a:lnTo>
                  <a:lnTo>
                    <a:pt x="1369684" y="4397757"/>
                  </a:lnTo>
                  <a:lnTo>
                    <a:pt x="1369778" y="4397757"/>
                  </a:lnTo>
                  <a:lnTo>
                    <a:pt x="1369872" y="4397757"/>
                  </a:lnTo>
                  <a:lnTo>
                    <a:pt x="1369966" y="4397757"/>
                  </a:lnTo>
                  <a:lnTo>
                    <a:pt x="1370060" y="4397757"/>
                  </a:lnTo>
                  <a:lnTo>
                    <a:pt x="1370154" y="4397757"/>
                  </a:lnTo>
                  <a:lnTo>
                    <a:pt x="1370248" y="4397757"/>
                  </a:lnTo>
                  <a:lnTo>
                    <a:pt x="1370342" y="4397757"/>
                  </a:lnTo>
                  <a:lnTo>
                    <a:pt x="1370436" y="4397757"/>
                  </a:lnTo>
                  <a:lnTo>
                    <a:pt x="1370530" y="4397757"/>
                  </a:lnTo>
                  <a:lnTo>
                    <a:pt x="1370624" y="4397757"/>
                  </a:lnTo>
                  <a:lnTo>
                    <a:pt x="1370718" y="4397757"/>
                  </a:lnTo>
                  <a:lnTo>
                    <a:pt x="1370812" y="4397757"/>
                  </a:lnTo>
                  <a:lnTo>
                    <a:pt x="1370906" y="4397757"/>
                  </a:lnTo>
                  <a:lnTo>
                    <a:pt x="1371000" y="4397757"/>
                  </a:lnTo>
                  <a:lnTo>
                    <a:pt x="1371094" y="4397757"/>
                  </a:lnTo>
                  <a:lnTo>
                    <a:pt x="1371188" y="4397757"/>
                  </a:lnTo>
                  <a:lnTo>
                    <a:pt x="1371282" y="4397757"/>
                  </a:lnTo>
                  <a:lnTo>
                    <a:pt x="1371376" y="4397757"/>
                  </a:lnTo>
                  <a:lnTo>
                    <a:pt x="1371470" y="4397757"/>
                  </a:lnTo>
                  <a:lnTo>
                    <a:pt x="1371564" y="4397757"/>
                  </a:lnTo>
                  <a:lnTo>
                    <a:pt x="1371659" y="4397757"/>
                  </a:lnTo>
                  <a:lnTo>
                    <a:pt x="1371753" y="4397757"/>
                  </a:lnTo>
                  <a:lnTo>
                    <a:pt x="1371847" y="4397757"/>
                  </a:lnTo>
                  <a:lnTo>
                    <a:pt x="1371941" y="4397757"/>
                  </a:lnTo>
                  <a:lnTo>
                    <a:pt x="1372035" y="4397757"/>
                  </a:lnTo>
                  <a:lnTo>
                    <a:pt x="1372129" y="4397757"/>
                  </a:lnTo>
                  <a:lnTo>
                    <a:pt x="1372223" y="4397757"/>
                  </a:lnTo>
                  <a:lnTo>
                    <a:pt x="1372317" y="4397757"/>
                  </a:lnTo>
                  <a:lnTo>
                    <a:pt x="1372411" y="4397757"/>
                  </a:lnTo>
                  <a:lnTo>
                    <a:pt x="1372505" y="4397757"/>
                  </a:lnTo>
                  <a:lnTo>
                    <a:pt x="1372599" y="4397757"/>
                  </a:lnTo>
                  <a:lnTo>
                    <a:pt x="1372693" y="4397757"/>
                  </a:lnTo>
                  <a:lnTo>
                    <a:pt x="1372787" y="4397757"/>
                  </a:lnTo>
                  <a:lnTo>
                    <a:pt x="1372881" y="4397757"/>
                  </a:lnTo>
                  <a:lnTo>
                    <a:pt x="1372975" y="4397757"/>
                  </a:lnTo>
                  <a:lnTo>
                    <a:pt x="1373069" y="4397757"/>
                  </a:lnTo>
                  <a:lnTo>
                    <a:pt x="1373163" y="4397757"/>
                  </a:lnTo>
                  <a:lnTo>
                    <a:pt x="1373257" y="4397757"/>
                  </a:lnTo>
                  <a:lnTo>
                    <a:pt x="1373351" y="4397757"/>
                  </a:lnTo>
                  <a:lnTo>
                    <a:pt x="1373445" y="4397757"/>
                  </a:lnTo>
                  <a:lnTo>
                    <a:pt x="1373539" y="4397757"/>
                  </a:lnTo>
                  <a:lnTo>
                    <a:pt x="1373633" y="4397757"/>
                  </a:lnTo>
                  <a:lnTo>
                    <a:pt x="1373727" y="4397757"/>
                  </a:lnTo>
                  <a:lnTo>
                    <a:pt x="1373821" y="4397757"/>
                  </a:lnTo>
                  <a:lnTo>
                    <a:pt x="1373915" y="4397757"/>
                  </a:lnTo>
                  <a:lnTo>
                    <a:pt x="1374009" y="4397757"/>
                  </a:lnTo>
                  <a:lnTo>
                    <a:pt x="1374103" y="4397757"/>
                  </a:lnTo>
                  <a:lnTo>
                    <a:pt x="1374197" y="4397757"/>
                  </a:lnTo>
                  <a:lnTo>
                    <a:pt x="1374291" y="4397757"/>
                  </a:lnTo>
                  <a:lnTo>
                    <a:pt x="1374385" y="4397757"/>
                  </a:lnTo>
                  <a:lnTo>
                    <a:pt x="1374479" y="4397757"/>
                  </a:lnTo>
                  <a:lnTo>
                    <a:pt x="1374573" y="4397757"/>
                  </a:lnTo>
                  <a:lnTo>
                    <a:pt x="1374667" y="4397757"/>
                  </a:lnTo>
                  <a:lnTo>
                    <a:pt x="1374761" y="4397757"/>
                  </a:lnTo>
                  <a:lnTo>
                    <a:pt x="1374855" y="4397757"/>
                  </a:lnTo>
                  <a:lnTo>
                    <a:pt x="1374949" y="4397757"/>
                  </a:lnTo>
                  <a:lnTo>
                    <a:pt x="1375043" y="4397757"/>
                  </a:lnTo>
                  <a:lnTo>
                    <a:pt x="1375138" y="4397757"/>
                  </a:lnTo>
                  <a:lnTo>
                    <a:pt x="1375232" y="4397757"/>
                  </a:lnTo>
                  <a:lnTo>
                    <a:pt x="1375326" y="4397757"/>
                  </a:lnTo>
                  <a:lnTo>
                    <a:pt x="1375420" y="4397757"/>
                  </a:lnTo>
                  <a:lnTo>
                    <a:pt x="1375514" y="4397757"/>
                  </a:lnTo>
                  <a:lnTo>
                    <a:pt x="1375608" y="4397757"/>
                  </a:lnTo>
                  <a:lnTo>
                    <a:pt x="1375702" y="4397757"/>
                  </a:lnTo>
                  <a:lnTo>
                    <a:pt x="1375796" y="4397757"/>
                  </a:lnTo>
                  <a:lnTo>
                    <a:pt x="1375890" y="4397757"/>
                  </a:lnTo>
                  <a:lnTo>
                    <a:pt x="1375984" y="4397757"/>
                  </a:lnTo>
                  <a:lnTo>
                    <a:pt x="1376078" y="4397757"/>
                  </a:lnTo>
                  <a:lnTo>
                    <a:pt x="1376172" y="4397757"/>
                  </a:lnTo>
                  <a:lnTo>
                    <a:pt x="1376172" y="4392478"/>
                  </a:lnTo>
                  <a:lnTo>
                    <a:pt x="1376266" y="4392478"/>
                  </a:lnTo>
                  <a:lnTo>
                    <a:pt x="1376360" y="4392478"/>
                  </a:lnTo>
                  <a:lnTo>
                    <a:pt x="1376454" y="4392478"/>
                  </a:lnTo>
                  <a:lnTo>
                    <a:pt x="1376548" y="4392478"/>
                  </a:lnTo>
                  <a:lnTo>
                    <a:pt x="1376642" y="4392478"/>
                  </a:lnTo>
                  <a:lnTo>
                    <a:pt x="1376736" y="4392478"/>
                  </a:lnTo>
                  <a:lnTo>
                    <a:pt x="1376830" y="4392478"/>
                  </a:lnTo>
                  <a:lnTo>
                    <a:pt x="1376924" y="4392478"/>
                  </a:lnTo>
                  <a:lnTo>
                    <a:pt x="1377018" y="4392478"/>
                  </a:lnTo>
                  <a:lnTo>
                    <a:pt x="1377112" y="4392478"/>
                  </a:lnTo>
                  <a:lnTo>
                    <a:pt x="1377206" y="4392478"/>
                  </a:lnTo>
                  <a:lnTo>
                    <a:pt x="1377300" y="4392478"/>
                  </a:lnTo>
                  <a:lnTo>
                    <a:pt x="1377394" y="4392478"/>
                  </a:lnTo>
                  <a:lnTo>
                    <a:pt x="1377488" y="4392478"/>
                  </a:lnTo>
                  <a:lnTo>
                    <a:pt x="1377582" y="4392478"/>
                  </a:lnTo>
                  <a:lnTo>
                    <a:pt x="1377676" y="4392478"/>
                  </a:lnTo>
                  <a:lnTo>
                    <a:pt x="1377770" y="4392478"/>
                  </a:lnTo>
                  <a:lnTo>
                    <a:pt x="1377864" y="4392478"/>
                  </a:lnTo>
                  <a:lnTo>
                    <a:pt x="1377958" y="4392478"/>
                  </a:lnTo>
                  <a:lnTo>
                    <a:pt x="1378052" y="4392478"/>
                  </a:lnTo>
                  <a:lnTo>
                    <a:pt x="1378146" y="4392478"/>
                  </a:lnTo>
                  <a:lnTo>
                    <a:pt x="1378240" y="4392478"/>
                  </a:lnTo>
                  <a:lnTo>
                    <a:pt x="1378334" y="4392478"/>
                  </a:lnTo>
                  <a:lnTo>
                    <a:pt x="1378428" y="4392478"/>
                  </a:lnTo>
                  <a:lnTo>
                    <a:pt x="1378522" y="4392478"/>
                  </a:lnTo>
                  <a:lnTo>
                    <a:pt x="1378616" y="4392478"/>
                  </a:lnTo>
                  <a:lnTo>
                    <a:pt x="1378711" y="4392478"/>
                  </a:lnTo>
                  <a:lnTo>
                    <a:pt x="1378805" y="4392478"/>
                  </a:lnTo>
                  <a:lnTo>
                    <a:pt x="1378899" y="4392478"/>
                  </a:lnTo>
                  <a:lnTo>
                    <a:pt x="1378993" y="4392478"/>
                  </a:lnTo>
                  <a:lnTo>
                    <a:pt x="1379087" y="4392478"/>
                  </a:lnTo>
                  <a:lnTo>
                    <a:pt x="1379087" y="4387199"/>
                  </a:lnTo>
                  <a:lnTo>
                    <a:pt x="1379181" y="4387199"/>
                  </a:lnTo>
                  <a:lnTo>
                    <a:pt x="1379275" y="4387199"/>
                  </a:lnTo>
                  <a:lnTo>
                    <a:pt x="1379369" y="4387199"/>
                  </a:lnTo>
                  <a:lnTo>
                    <a:pt x="1379463" y="4387199"/>
                  </a:lnTo>
                  <a:lnTo>
                    <a:pt x="1379557" y="4387199"/>
                  </a:lnTo>
                  <a:lnTo>
                    <a:pt x="1379651" y="4387199"/>
                  </a:lnTo>
                  <a:lnTo>
                    <a:pt x="1379745" y="4387199"/>
                  </a:lnTo>
                  <a:lnTo>
                    <a:pt x="1379839" y="4387199"/>
                  </a:lnTo>
                  <a:lnTo>
                    <a:pt x="1379933" y="4387199"/>
                  </a:lnTo>
                  <a:lnTo>
                    <a:pt x="1380027" y="4387199"/>
                  </a:lnTo>
                  <a:lnTo>
                    <a:pt x="1380121" y="4387199"/>
                  </a:lnTo>
                  <a:lnTo>
                    <a:pt x="1380215" y="4387199"/>
                  </a:lnTo>
                  <a:lnTo>
                    <a:pt x="1380309" y="4387199"/>
                  </a:lnTo>
                  <a:lnTo>
                    <a:pt x="1380403" y="4387199"/>
                  </a:lnTo>
                  <a:lnTo>
                    <a:pt x="1380403" y="4381919"/>
                  </a:lnTo>
                  <a:lnTo>
                    <a:pt x="1380497" y="4381919"/>
                  </a:lnTo>
                  <a:lnTo>
                    <a:pt x="1380591" y="4381919"/>
                  </a:lnTo>
                  <a:lnTo>
                    <a:pt x="1380685" y="4381919"/>
                  </a:lnTo>
                  <a:lnTo>
                    <a:pt x="1380779" y="4381919"/>
                  </a:lnTo>
                  <a:lnTo>
                    <a:pt x="1380873" y="4381919"/>
                  </a:lnTo>
                  <a:lnTo>
                    <a:pt x="1380967" y="4381919"/>
                  </a:lnTo>
                  <a:lnTo>
                    <a:pt x="1381061" y="4381919"/>
                  </a:lnTo>
                  <a:lnTo>
                    <a:pt x="1381155" y="4381919"/>
                  </a:lnTo>
                  <a:lnTo>
                    <a:pt x="1381249" y="4381919"/>
                  </a:lnTo>
                  <a:lnTo>
                    <a:pt x="1381343" y="4381919"/>
                  </a:lnTo>
                  <a:lnTo>
                    <a:pt x="1381437" y="4381919"/>
                  </a:lnTo>
                  <a:lnTo>
                    <a:pt x="1381531" y="4381919"/>
                  </a:lnTo>
                  <a:lnTo>
                    <a:pt x="1381625" y="4381919"/>
                  </a:lnTo>
                  <a:lnTo>
                    <a:pt x="1381625" y="4376640"/>
                  </a:lnTo>
                  <a:lnTo>
                    <a:pt x="1381719" y="4376640"/>
                  </a:lnTo>
                  <a:lnTo>
                    <a:pt x="1381813" y="4376640"/>
                  </a:lnTo>
                  <a:lnTo>
                    <a:pt x="1381907" y="4376640"/>
                  </a:lnTo>
                  <a:lnTo>
                    <a:pt x="1382001" y="4376640"/>
                  </a:lnTo>
                  <a:lnTo>
                    <a:pt x="1382095" y="4376640"/>
                  </a:lnTo>
                  <a:lnTo>
                    <a:pt x="1382189" y="4376640"/>
                  </a:lnTo>
                  <a:lnTo>
                    <a:pt x="1382284" y="4376640"/>
                  </a:lnTo>
                  <a:lnTo>
                    <a:pt x="1382378" y="4376640"/>
                  </a:lnTo>
                  <a:lnTo>
                    <a:pt x="1382472" y="4376640"/>
                  </a:lnTo>
                  <a:lnTo>
                    <a:pt x="1382566" y="4376640"/>
                  </a:lnTo>
                  <a:lnTo>
                    <a:pt x="1382660" y="4376640"/>
                  </a:lnTo>
                  <a:lnTo>
                    <a:pt x="1382754" y="4376640"/>
                  </a:lnTo>
                  <a:lnTo>
                    <a:pt x="1382848" y="4376640"/>
                  </a:lnTo>
                  <a:lnTo>
                    <a:pt x="1382942" y="4376640"/>
                  </a:lnTo>
                  <a:lnTo>
                    <a:pt x="1383036" y="4376640"/>
                  </a:lnTo>
                  <a:lnTo>
                    <a:pt x="1383130" y="4376640"/>
                  </a:lnTo>
                  <a:lnTo>
                    <a:pt x="1383224" y="4376640"/>
                  </a:lnTo>
                  <a:lnTo>
                    <a:pt x="1383318" y="4376640"/>
                  </a:lnTo>
                  <a:lnTo>
                    <a:pt x="1383412" y="4376640"/>
                  </a:lnTo>
                  <a:lnTo>
                    <a:pt x="1383506" y="4376640"/>
                  </a:lnTo>
                  <a:lnTo>
                    <a:pt x="1383600" y="4376640"/>
                  </a:lnTo>
                  <a:lnTo>
                    <a:pt x="1383694" y="4376640"/>
                  </a:lnTo>
                  <a:lnTo>
                    <a:pt x="1383788" y="4376640"/>
                  </a:lnTo>
                  <a:lnTo>
                    <a:pt x="1383882" y="4376640"/>
                  </a:lnTo>
                  <a:lnTo>
                    <a:pt x="1383976" y="4376640"/>
                  </a:lnTo>
                  <a:lnTo>
                    <a:pt x="1384070" y="4376640"/>
                  </a:lnTo>
                  <a:lnTo>
                    <a:pt x="1384164" y="4376640"/>
                  </a:lnTo>
                  <a:lnTo>
                    <a:pt x="1384258" y="4376640"/>
                  </a:lnTo>
                  <a:lnTo>
                    <a:pt x="1384352" y="4376640"/>
                  </a:lnTo>
                  <a:lnTo>
                    <a:pt x="1384446" y="4376640"/>
                  </a:lnTo>
                  <a:lnTo>
                    <a:pt x="1384540" y="4376640"/>
                  </a:lnTo>
                  <a:lnTo>
                    <a:pt x="1384634" y="4376640"/>
                  </a:lnTo>
                  <a:lnTo>
                    <a:pt x="1384728" y="4376640"/>
                  </a:lnTo>
                  <a:lnTo>
                    <a:pt x="1384822" y="4376640"/>
                  </a:lnTo>
                  <a:lnTo>
                    <a:pt x="1384916" y="4376640"/>
                  </a:lnTo>
                  <a:lnTo>
                    <a:pt x="1385010" y="4376640"/>
                  </a:lnTo>
                  <a:lnTo>
                    <a:pt x="1385104" y="4376640"/>
                  </a:lnTo>
                  <a:lnTo>
                    <a:pt x="1385198" y="4376640"/>
                  </a:lnTo>
                  <a:lnTo>
                    <a:pt x="1385292" y="4376640"/>
                  </a:lnTo>
                  <a:lnTo>
                    <a:pt x="1385386" y="4376640"/>
                  </a:lnTo>
                  <a:lnTo>
                    <a:pt x="1385480" y="4376640"/>
                  </a:lnTo>
                  <a:lnTo>
                    <a:pt x="1385574" y="4376640"/>
                  </a:lnTo>
                  <a:lnTo>
                    <a:pt x="1385574" y="4371360"/>
                  </a:lnTo>
                  <a:lnTo>
                    <a:pt x="1385668" y="4371360"/>
                  </a:lnTo>
                  <a:lnTo>
                    <a:pt x="1385762" y="4371360"/>
                  </a:lnTo>
                  <a:lnTo>
                    <a:pt x="1385857" y="4371360"/>
                  </a:lnTo>
                  <a:lnTo>
                    <a:pt x="1385951" y="4371360"/>
                  </a:lnTo>
                  <a:lnTo>
                    <a:pt x="1386045" y="4371360"/>
                  </a:lnTo>
                  <a:lnTo>
                    <a:pt x="1386139" y="4371360"/>
                  </a:lnTo>
                  <a:lnTo>
                    <a:pt x="1386233" y="4371360"/>
                  </a:lnTo>
                  <a:lnTo>
                    <a:pt x="1386327" y="4371360"/>
                  </a:lnTo>
                  <a:lnTo>
                    <a:pt x="1386421" y="4371360"/>
                  </a:lnTo>
                  <a:lnTo>
                    <a:pt x="1386515" y="4371360"/>
                  </a:lnTo>
                  <a:lnTo>
                    <a:pt x="1386609" y="4371360"/>
                  </a:lnTo>
                  <a:lnTo>
                    <a:pt x="1386703" y="4371360"/>
                  </a:lnTo>
                  <a:lnTo>
                    <a:pt x="1386797" y="4371360"/>
                  </a:lnTo>
                  <a:lnTo>
                    <a:pt x="1386891" y="4371360"/>
                  </a:lnTo>
                  <a:lnTo>
                    <a:pt x="1386985" y="4371360"/>
                  </a:lnTo>
                  <a:lnTo>
                    <a:pt x="1387079" y="4371360"/>
                  </a:lnTo>
                  <a:lnTo>
                    <a:pt x="1387173" y="4371360"/>
                  </a:lnTo>
                  <a:lnTo>
                    <a:pt x="1387267" y="4371360"/>
                  </a:lnTo>
                  <a:lnTo>
                    <a:pt x="1387361" y="4371360"/>
                  </a:lnTo>
                  <a:lnTo>
                    <a:pt x="1387455" y="4371360"/>
                  </a:lnTo>
                  <a:lnTo>
                    <a:pt x="1387455" y="4366081"/>
                  </a:lnTo>
                  <a:lnTo>
                    <a:pt x="1387549" y="4366081"/>
                  </a:lnTo>
                  <a:lnTo>
                    <a:pt x="1387643" y="4366081"/>
                  </a:lnTo>
                  <a:lnTo>
                    <a:pt x="1387737" y="4366081"/>
                  </a:lnTo>
                  <a:lnTo>
                    <a:pt x="1387831" y="4366081"/>
                  </a:lnTo>
                  <a:lnTo>
                    <a:pt x="1387925" y="4366081"/>
                  </a:lnTo>
                  <a:lnTo>
                    <a:pt x="1388019" y="4366081"/>
                  </a:lnTo>
                  <a:lnTo>
                    <a:pt x="1388113" y="4366081"/>
                  </a:lnTo>
                  <a:lnTo>
                    <a:pt x="1388207" y="4366081"/>
                  </a:lnTo>
                  <a:lnTo>
                    <a:pt x="1388301" y="4366081"/>
                  </a:lnTo>
                  <a:lnTo>
                    <a:pt x="1388395" y="4366081"/>
                  </a:lnTo>
                  <a:lnTo>
                    <a:pt x="1388395" y="4360802"/>
                  </a:lnTo>
                  <a:lnTo>
                    <a:pt x="1388489" y="4360802"/>
                  </a:lnTo>
                  <a:lnTo>
                    <a:pt x="1388583" y="4360802"/>
                  </a:lnTo>
                  <a:lnTo>
                    <a:pt x="1388677" y="4360802"/>
                  </a:lnTo>
                  <a:lnTo>
                    <a:pt x="1388771" y="4360802"/>
                  </a:lnTo>
                  <a:lnTo>
                    <a:pt x="1388865" y="4360802"/>
                  </a:lnTo>
                  <a:lnTo>
                    <a:pt x="1388959" y="4360802"/>
                  </a:lnTo>
                  <a:lnTo>
                    <a:pt x="1389053" y="4360802"/>
                  </a:lnTo>
                  <a:lnTo>
                    <a:pt x="1389147" y="4360802"/>
                  </a:lnTo>
                  <a:lnTo>
                    <a:pt x="1389241" y="4360802"/>
                  </a:lnTo>
                  <a:lnTo>
                    <a:pt x="1389336" y="4360802"/>
                  </a:lnTo>
                  <a:lnTo>
                    <a:pt x="1389430" y="4360802"/>
                  </a:lnTo>
                  <a:lnTo>
                    <a:pt x="1389524" y="4360802"/>
                  </a:lnTo>
                  <a:lnTo>
                    <a:pt x="1389524" y="4355522"/>
                  </a:lnTo>
                  <a:lnTo>
                    <a:pt x="1389618" y="4355522"/>
                  </a:lnTo>
                  <a:lnTo>
                    <a:pt x="1389712" y="4355522"/>
                  </a:lnTo>
                  <a:lnTo>
                    <a:pt x="1389806" y="4355522"/>
                  </a:lnTo>
                  <a:lnTo>
                    <a:pt x="1389900" y="4355522"/>
                  </a:lnTo>
                  <a:lnTo>
                    <a:pt x="1389994" y="4355522"/>
                  </a:lnTo>
                  <a:lnTo>
                    <a:pt x="1390088" y="4355522"/>
                  </a:lnTo>
                  <a:lnTo>
                    <a:pt x="1390182" y="4355522"/>
                  </a:lnTo>
                  <a:lnTo>
                    <a:pt x="1390276" y="4355522"/>
                  </a:lnTo>
                  <a:lnTo>
                    <a:pt x="1390370" y="4355522"/>
                  </a:lnTo>
                  <a:lnTo>
                    <a:pt x="1390464" y="4355522"/>
                  </a:lnTo>
                  <a:lnTo>
                    <a:pt x="1390464" y="4350243"/>
                  </a:lnTo>
                  <a:lnTo>
                    <a:pt x="1390558" y="4350243"/>
                  </a:lnTo>
                  <a:lnTo>
                    <a:pt x="1390652" y="4350243"/>
                  </a:lnTo>
                  <a:lnTo>
                    <a:pt x="1390746" y="4350243"/>
                  </a:lnTo>
                  <a:lnTo>
                    <a:pt x="1390840" y="4350243"/>
                  </a:lnTo>
                  <a:lnTo>
                    <a:pt x="1390934" y="4350243"/>
                  </a:lnTo>
                  <a:lnTo>
                    <a:pt x="1391028" y="4350243"/>
                  </a:lnTo>
                  <a:lnTo>
                    <a:pt x="1391122" y="4350243"/>
                  </a:lnTo>
                  <a:lnTo>
                    <a:pt x="1391216" y="4350243"/>
                  </a:lnTo>
                  <a:lnTo>
                    <a:pt x="1391310" y="4350243"/>
                  </a:lnTo>
                  <a:lnTo>
                    <a:pt x="1391404" y="4350243"/>
                  </a:lnTo>
                  <a:lnTo>
                    <a:pt x="1391498" y="4350243"/>
                  </a:lnTo>
                  <a:lnTo>
                    <a:pt x="1391592" y="4350243"/>
                  </a:lnTo>
                  <a:lnTo>
                    <a:pt x="1391686" y="4350243"/>
                  </a:lnTo>
                  <a:lnTo>
                    <a:pt x="1391780" y="4350243"/>
                  </a:lnTo>
                  <a:lnTo>
                    <a:pt x="1391874" y="4350243"/>
                  </a:lnTo>
                  <a:lnTo>
                    <a:pt x="1391968" y="4350243"/>
                  </a:lnTo>
                  <a:lnTo>
                    <a:pt x="1392062" y="4350243"/>
                  </a:lnTo>
                  <a:lnTo>
                    <a:pt x="1392156" y="4350243"/>
                  </a:lnTo>
                  <a:lnTo>
                    <a:pt x="1392250" y="4350243"/>
                  </a:lnTo>
                  <a:lnTo>
                    <a:pt x="1392344" y="4350243"/>
                  </a:lnTo>
                  <a:lnTo>
                    <a:pt x="1392438" y="4350243"/>
                  </a:lnTo>
                  <a:lnTo>
                    <a:pt x="1392532" y="4350243"/>
                  </a:lnTo>
                  <a:lnTo>
                    <a:pt x="1392626" y="4350243"/>
                  </a:lnTo>
                  <a:lnTo>
                    <a:pt x="1392720" y="4350243"/>
                  </a:lnTo>
                  <a:lnTo>
                    <a:pt x="1392814" y="4350243"/>
                  </a:lnTo>
                  <a:lnTo>
                    <a:pt x="1392909" y="4350243"/>
                  </a:lnTo>
                  <a:lnTo>
                    <a:pt x="1393003" y="4350243"/>
                  </a:lnTo>
                  <a:lnTo>
                    <a:pt x="1393097" y="4350243"/>
                  </a:lnTo>
                  <a:lnTo>
                    <a:pt x="1393191" y="4350243"/>
                  </a:lnTo>
                  <a:lnTo>
                    <a:pt x="1393285" y="4350243"/>
                  </a:lnTo>
                  <a:lnTo>
                    <a:pt x="1393379" y="4350243"/>
                  </a:lnTo>
                  <a:lnTo>
                    <a:pt x="1393473" y="4350243"/>
                  </a:lnTo>
                  <a:lnTo>
                    <a:pt x="1393567" y="4350243"/>
                  </a:lnTo>
                  <a:lnTo>
                    <a:pt x="1393567" y="4344963"/>
                  </a:lnTo>
                  <a:lnTo>
                    <a:pt x="1393661" y="4344963"/>
                  </a:lnTo>
                  <a:lnTo>
                    <a:pt x="1393755" y="4344963"/>
                  </a:lnTo>
                  <a:lnTo>
                    <a:pt x="1393849" y="4344963"/>
                  </a:lnTo>
                  <a:lnTo>
                    <a:pt x="1393943" y="4344963"/>
                  </a:lnTo>
                  <a:lnTo>
                    <a:pt x="1394037" y="4344963"/>
                  </a:lnTo>
                  <a:lnTo>
                    <a:pt x="1394131" y="4344963"/>
                  </a:lnTo>
                  <a:lnTo>
                    <a:pt x="1394225" y="4344963"/>
                  </a:lnTo>
                  <a:lnTo>
                    <a:pt x="1394319" y="4344963"/>
                  </a:lnTo>
                  <a:lnTo>
                    <a:pt x="1394413" y="4344963"/>
                  </a:lnTo>
                  <a:lnTo>
                    <a:pt x="1394507" y="4344963"/>
                  </a:lnTo>
                  <a:lnTo>
                    <a:pt x="1394601" y="4344963"/>
                  </a:lnTo>
                  <a:lnTo>
                    <a:pt x="1394695" y="4344963"/>
                  </a:lnTo>
                  <a:lnTo>
                    <a:pt x="1394789" y="4344963"/>
                  </a:lnTo>
                  <a:lnTo>
                    <a:pt x="1394883" y="4344963"/>
                  </a:lnTo>
                  <a:lnTo>
                    <a:pt x="1394977" y="4344963"/>
                  </a:lnTo>
                  <a:lnTo>
                    <a:pt x="1395071" y="4344963"/>
                  </a:lnTo>
                  <a:lnTo>
                    <a:pt x="1395165" y="4344963"/>
                  </a:lnTo>
                  <a:lnTo>
                    <a:pt x="1395259" y="4344963"/>
                  </a:lnTo>
                  <a:lnTo>
                    <a:pt x="1395353" y="4344963"/>
                  </a:lnTo>
                  <a:lnTo>
                    <a:pt x="1395447" y="4344963"/>
                  </a:lnTo>
                  <a:lnTo>
                    <a:pt x="1395541" y="4344963"/>
                  </a:lnTo>
                  <a:lnTo>
                    <a:pt x="1395635" y="4344963"/>
                  </a:lnTo>
                  <a:lnTo>
                    <a:pt x="1395729" y="4344963"/>
                  </a:lnTo>
                  <a:lnTo>
                    <a:pt x="1395823" y="4344963"/>
                  </a:lnTo>
                  <a:lnTo>
                    <a:pt x="1395917" y="4344963"/>
                  </a:lnTo>
                  <a:lnTo>
                    <a:pt x="1396011" y="4344963"/>
                  </a:lnTo>
                  <a:lnTo>
                    <a:pt x="1396105" y="4344963"/>
                  </a:lnTo>
                  <a:lnTo>
                    <a:pt x="1396199" y="4344963"/>
                  </a:lnTo>
                  <a:lnTo>
                    <a:pt x="1396293" y="4344963"/>
                  </a:lnTo>
                  <a:lnTo>
                    <a:pt x="1396387" y="4344963"/>
                  </a:lnTo>
                  <a:lnTo>
                    <a:pt x="1396482" y="4344963"/>
                  </a:lnTo>
                  <a:lnTo>
                    <a:pt x="1396576" y="4344963"/>
                  </a:lnTo>
                  <a:lnTo>
                    <a:pt x="1396670" y="4344963"/>
                  </a:lnTo>
                  <a:lnTo>
                    <a:pt x="1396764" y="4344963"/>
                  </a:lnTo>
                  <a:lnTo>
                    <a:pt x="1396858" y="4344963"/>
                  </a:lnTo>
                  <a:lnTo>
                    <a:pt x="1396952" y="4344963"/>
                  </a:lnTo>
                  <a:lnTo>
                    <a:pt x="1397046" y="4344963"/>
                  </a:lnTo>
                  <a:lnTo>
                    <a:pt x="1397046" y="4339684"/>
                  </a:lnTo>
                  <a:lnTo>
                    <a:pt x="1397140" y="4339684"/>
                  </a:lnTo>
                  <a:lnTo>
                    <a:pt x="1397234" y="4339684"/>
                  </a:lnTo>
                  <a:lnTo>
                    <a:pt x="1397328" y="4339684"/>
                  </a:lnTo>
                  <a:lnTo>
                    <a:pt x="1397422" y="4339684"/>
                  </a:lnTo>
                  <a:lnTo>
                    <a:pt x="1397516" y="4339684"/>
                  </a:lnTo>
                  <a:lnTo>
                    <a:pt x="1397610" y="4339684"/>
                  </a:lnTo>
                  <a:lnTo>
                    <a:pt x="1397704" y="4339684"/>
                  </a:lnTo>
                  <a:lnTo>
                    <a:pt x="1397798" y="4339684"/>
                  </a:lnTo>
                  <a:lnTo>
                    <a:pt x="1397892" y="4339684"/>
                  </a:lnTo>
                  <a:lnTo>
                    <a:pt x="1397986" y="4339684"/>
                  </a:lnTo>
                  <a:lnTo>
                    <a:pt x="1398080" y="4339684"/>
                  </a:lnTo>
                  <a:lnTo>
                    <a:pt x="1398174" y="4339684"/>
                  </a:lnTo>
                  <a:lnTo>
                    <a:pt x="1398174" y="4334404"/>
                  </a:lnTo>
                  <a:lnTo>
                    <a:pt x="1398268" y="4334404"/>
                  </a:lnTo>
                  <a:lnTo>
                    <a:pt x="1398362" y="4334404"/>
                  </a:lnTo>
                  <a:lnTo>
                    <a:pt x="1398456" y="4334404"/>
                  </a:lnTo>
                  <a:lnTo>
                    <a:pt x="1398550" y="4334404"/>
                  </a:lnTo>
                  <a:lnTo>
                    <a:pt x="1398644" y="4334404"/>
                  </a:lnTo>
                  <a:lnTo>
                    <a:pt x="1398738" y="4334404"/>
                  </a:lnTo>
                  <a:lnTo>
                    <a:pt x="1398832" y="4334404"/>
                  </a:lnTo>
                  <a:lnTo>
                    <a:pt x="1398926" y="4334404"/>
                  </a:lnTo>
                  <a:lnTo>
                    <a:pt x="1399020" y="4334404"/>
                  </a:lnTo>
                  <a:lnTo>
                    <a:pt x="1399114" y="4334404"/>
                  </a:lnTo>
                  <a:lnTo>
                    <a:pt x="1399208" y="4334404"/>
                  </a:lnTo>
                  <a:lnTo>
                    <a:pt x="1399302" y="4334404"/>
                  </a:lnTo>
                  <a:lnTo>
                    <a:pt x="1399396" y="4334404"/>
                  </a:lnTo>
                  <a:lnTo>
                    <a:pt x="1399490" y="4334404"/>
                  </a:lnTo>
                  <a:lnTo>
                    <a:pt x="1399584" y="4334404"/>
                  </a:lnTo>
                  <a:lnTo>
                    <a:pt x="1399678" y="4334404"/>
                  </a:lnTo>
                  <a:lnTo>
                    <a:pt x="1399772" y="4334404"/>
                  </a:lnTo>
                  <a:lnTo>
                    <a:pt x="1399866" y="4334404"/>
                  </a:lnTo>
                  <a:lnTo>
                    <a:pt x="1399961" y="4334404"/>
                  </a:lnTo>
                  <a:lnTo>
                    <a:pt x="1400055" y="4334404"/>
                  </a:lnTo>
                  <a:lnTo>
                    <a:pt x="1400149" y="4334404"/>
                  </a:lnTo>
                  <a:lnTo>
                    <a:pt x="1400243" y="4334404"/>
                  </a:lnTo>
                  <a:lnTo>
                    <a:pt x="1400337" y="4334404"/>
                  </a:lnTo>
                  <a:lnTo>
                    <a:pt x="1400431" y="4334404"/>
                  </a:lnTo>
                  <a:lnTo>
                    <a:pt x="1400525" y="4334404"/>
                  </a:lnTo>
                  <a:lnTo>
                    <a:pt x="1400619" y="4334404"/>
                  </a:lnTo>
                  <a:lnTo>
                    <a:pt x="1400713" y="4334404"/>
                  </a:lnTo>
                  <a:lnTo>
                    <a:pt x="1400807" y="4334404"/>
                  </a:lnTo>
                  <a:lnTo>
                    <a:pt x="1400901" y="4334404"/>
                  </a:lnTo>
                  <a:lnTo>
                    <a:pt x="1400995" y="4334404"/>
                  </a:lnTo>
                  <a:lnTo>
                    <a:pt x="1401089" y="4334404"/>
                  </a:lnTo>
                  <a:lnTo>
                    <a:pt x="1401183" y="4334404"/>
                  </a:lnTo>
                  <a:lnTo>
                    <a:pt x="1401277" y="4334404"/>
                  </a:lnTo>
                  <a:lnTo>
                    <a:pt x="1401371" y="4334404"/>
                  </a:lnTo>
                  <a:lnTo>
                    <a:pt x="1401465" y="4334404"/>
                  </a:lnTo>
                  <a:lnTo>
                    <a:pt x="1401559" y="4334404"/>
                  </a:lnTo>
                  <a:lnTo>
                    <a:pt x="1401653" y="4334404"/>
                  </a:lnTo>
                  <a:lnTo>
                    <a:pt x="1401747" y="4334404"/>
                  </a:lnTo>
                  <a:lnTo>
                    <a:pt x="1401841" y="4334404"/>
                  </a:lnTo>
                  <a:lnTo>
                    <a:pt x="1401935" y="4334404"/>
                  </a:lnTo>
                  <a:lnTo>
                    <a:pt x="1402029" y="4334404"/>
                  </a:lnTo>
                  <a:lnTo>
                    <a:pt x="1402123" y="4334404"/>
                  </a:lnTo>
                  <a:lnTo>
                    <a:pt x="1402217" y="4334404"/>
                  </a:lnTo>
                  <a:lnTo>
                    <a:pt x="1402311" y="4334404"/>
                  </a:lnTo>
                  <a:lnTo>
                    <a:pt x="1402405" y="4334404"/>
                  </a:lnTo>
                  <a:lnTo>
                    <a:pt x="1402499" y="4334404"/>
                  </a:lnTo>
                  <a:lnTo>
                    <a:pt x="1402593" y="4334404"/>
                  </a:lnTo>
                  <a:lnTo>
                    <a:pt x="1402687" y="4334404"/>
                  </a:lnTo>
                  <a:lnTo>
                    <a:pt x="1402781" y="4334404"/>
                  </a:lnTo>
                  <a:lnTo>
                    <a:pt x="1402875" y="4334404"/>
                  </a:lnTo>
                  <a:lnTo>
                    <a:pt x="1402969" y="4334404"/>
                  </a:lnTo>
                  <a:lnTo>
                    <a:pt x="1403063" y="4334404"/>
                  </a:lnTo>
                  <a:lnTo>
                    <a:pt x="1403157" y="4334404"/>
                  </a:lnTo>
                  <a:lnTo>
                    <a:pt x="1403251" y="4334404"/>
                  </a:lnTo>
                  <a:lnTo>
                    <a:pt x="1403345" y="4334404"/>
                  </a:lnTo>
                  <a:lnTo>
                    <a:pt x="1403439" y="4334404"/>
                  </a:lnTo>
                  <a:lnTo>
                    <a:pt x="1403534" y="4334404"/>
                  </a:lnTo>
                  <a:lnTo>
                    <a:pt x="1403628" y="4334404"/>
                  </a:lnTo>
                  <a:lnTo>
                    <a:pt x="1403722" y="4334404"/>
                  </a:lnTo>
                  <a:lnTo>
                    <a:pt x="1403816" y="4334404"/>
                  </a:lnTo>
                  <a:lnTo>
                    <a:pt x="1403816" y="4329125"/>
                  </a:lnTo>
                  <a:lnTo>
                    <a:pt x="1403910" y="4329125"/>
                  </a:lnTo>
                  <a:lnTo>
                    <a:pt x="1404004" y="4329125"/>
                  </a:lnTo>
                  <a:lnTo>
                    <a:pt x="1404098" y="4329125"/>
                  </a:lnTo>
                  <a:lnTo>
                    <a:pt x="1404192" y="4329125"/>
                  </a:lnTo>
                  <a:lnTo>
                    <a:pt x="1404286" y="4329125"/>
                  </a:lnTo>
                  <a:lnTo>
                    <a:pt x="1404380" y="4329125"/>
                  </a:lnTo>
                  <a:lnTo>
                    <a:pt x="1404474" y="4329125"/>
                  </a:lnTo>
                  <a:lnTo>
                    <a:pt x="1404568" y="4329125"/>
                  </a:lnTo>
                  <a:lnTo>
                    <a:pt x="1404662" y="4329125"/>
                  </a:lnTo>
                  <a:lnTo>
                    <a:pt x="1404756" y="4329125"/>
                  </a:lnTo>
                  <a:lnTo>
                    <a:pt x="1404850" y="4329125"/>
                  </a:lnTo>
                  <a:lnTo>
                    <a:pt x="1404944" y="4329125"/>
                  </a:lnTo>
                  <a:lnTo>
                    <a:pt x="1405038" y="4329125"/>
                  </a:lnTo>
                  <a:lnTo>
                    <a:pt x="1405132" y="4329125"/>
                  </a:lnTo>
                  <a:lnTo>
                    <a:pt x="1405226" y="4329125"/>
                  </a:lnTo>
                  <a:lnTo>
                    <a:pt x="1405320" y="4329125"/>
                  </a:lnTo>
                  <a:lnTo>
                    <a:pt x="1405414" y="4329125"/>
                  </a:lnTo>
                  <a:lnTo>
                    <a:pt x="1405508" y="4329125"/>
                  </a:lnTo>
                  <a:lnTo>
                    <a:pt x="1405602" y="4329125"/>
                  </a:lnTo>
                  <a:lnTo>
                    <a:pt x="1405696" y="4329125"/>
                  </a:lnTo>
                  <a:lnTo>
                    <a:pt x="1405790" y="4329125"/>
                  </a:lnTo>
                  <a:lnTo>
                    <a:pt x="1405884" y="4329125"/>
                  </a:lnTo>
                  <a:lnTo>
                    <a:pt x="1405978" y="4329125"/>
                  </a:lnTo>
                  <a:lnTo>
                    <a:pt x="1406072" y="4329125"/>
                  </a:lnTo>
                  <a:lnTo>
                    <a:pt x="1406166" y="4329125"/>
                  </a:lnTo>
                  <a:lnTo>
                    <a:pt x="1406260" y="4329125"/>
                  </a:lnTo>
                  <a:lnTo>
                    <a:pt x="1406260" y="4323846"/>
                  </a:lnTo>
                  <a:lnTo>
                    <a:pt x="1406354" y="4323846"/>
                  </a:lnTo>
                  <a:lnTo>
                    <a:pt x="1406448" y="4323846"/>
                  </a:lnTo>
                  <a:lnTo>
                    <a:pt x="1406542" y="4323846"/>
                  </a:lnTo>
                  <a:lnTo>
                    <a:pt x="1406636" y="4323846"/>
                  </a:lnTo>
                  <a:lnTo>
                    <a:pt x="1406730" y="4323846"/>
                  </a:lnTo>
                  <a:lnTo>
                    <a:pt x="1406824" y="4323846"/>
                  </a:lnTo>
                  <a:lnTo>
                    <a:pt x="1406918" y="4323846"/>
                  </a:lnTo>
                  <a:lnTo>
                    <a:pt x="1407012" y="4323846"/>
                  </a:lnTo>
                  <a:lnTo>
                    <a:pt x="1407107" y="4323846"/>
                  </a:lnTo>
                  <a:lnTo>
                    <a:pt x="1407201" y="4323846"/>
                  </a:lnTo>
                  <a:lnTo>
                    <a:pt x="1407295" y="4323846"/>
                  </a:lnTo>
                  <a:lnTo>
                    <a:pt x="1407389" y="4323846"/>
                  </a:lnTo>
                  <a:lnTo>
                    <a:pt x="1407483" y="4323846"/>
                  </a:lnTo>
                  <a:lnTo>
                    <a:pt x="1407577" y="4323846"/>
                  </a:lnTo>
                  <a:lnTo>
                    <a:pt x="1407671" y="4323846"/>
                  </a:lnTo>
                  <a:lnTo>
                    <a:pt x="1407765" y="4323846"/>
                  </a:lnTo>
                  <a:lnTo>
                    <a:pt x="1407859" y="4323846"/>
                  </a:lnTo>
                  <a:lnTo>
                    <a:pt x="1407953" y="4323846"/>
                  </a:lnTo>
                  <a:lnTo>
                    <a:pt x="1408047" y="4323846"/>
                  </a:lnTo>
                  <a:lnTo>
                    <a:pt x="1408141" y="4323846"/>
                  </a:lnTo>
                  <a:lnTo>
                    <a:pt x="1408235" y="4323846"/>
                  </a:lnTo>
                  <a:lnTo>
                    <a:pt x="1408329" y="4323846"/>
                  </a:lnTo>
                  <a:lnTo>
                    <a:pt x="1408423" y="4323846"/>
                  </a:lnTo>
                  <a:lnTo>
                    <a:pt x="1408517" y="4323846"/>
                  </a:lnTo>
                  <a:lnTo>
                    <a:pt x="1408611" y="4323846"/>
                  </a:lnTo>
                  <a:lnTo>
                    <a:pt x="1408705" y="4323846"/>
                  </a:lnTo>
                  <a:lnTo>
                    <a:pt x="1408799" y="4323846"/>
                  </a:lnTo>
                  <a:lnTo>
                    <a:pt x="1408893" y="4323846"/>
                  </a:lnTo>
                  <a:lnTo>
                    <a:pt x="1408987" y="4323846"/>
                  </a:lnTo>
                  <a:lnTo>
                    <a:pt x="1409081" y="4323846"/>
                  </a:lnTo>
                  <a:lnTo>
                    <a:pt x="1409175" y="4323846"/>
                  </a:lnTo>
                  <a:lnTo>
                    <a:pt x="1409269" y="4323846"/>
                  </a:lnTo>
                  <a:lnTo>
                    <a:pt x="1409269" y="4318566"/>
                  </a:lnTo>
                  <a:lnTo>
                    <a:pt x="1409363" y="4318566"/>
                  </a:lnTo>
                  <a:lnTo>
                    <a:pt x="1409457" y="4318566"/>
                  </a:lnTo>
                  <a:lnTo>
                    <a:pt x="1409551" y="4318566"/>
                  </a:lnTo>
                  <a:lnTo>
                    <a:pt x="1409645" y="4318566"/>
                  </a:lnTo>
                  <a:lnTo>
                    <a:pt x="1409739" y="4318566"/>
                  </a:lnTo>
                  <a:lnTo>
                    <a:pt x="1409833" y="4318566"/>
                  </a:lnTo>
                  <a:lnTo>
                    <a:pt x="1409927" y="4318566"/>
                  </a:lnTo>
                  <a:lnTo>
                    <a:pt x="1410021" y="4318566"/>
                  </a:lnTo>
                  <a:lnTo>
                    <a:pt x="1410115" y="4318566"/>
                  </a:lnTo>
                  <a:lnTo>
                    <a:pt x="1410209" y="4318566"/>
                  </a:lnTo>
                  <a:lnTo>
                    <a:pt x="1410303" y="4318566"/>
                  </a:lnTo>
                  <a:lnTo>
                    <a:pt x="1410397" y="4318566"/>
                  </a:lnTo>
                  <a:lnTo>
                    <a:pt x="1410491" y="4318566"/>
                  </a:lnTo>
                  <a:lnTo>
                    <a:pt x="1410586" y="4318566"/>
                  </a:lnTo>
                  <a:lnTo>
                    <a:pt x="1410680" y="4318566"/>
                  </a:lnTo>
                  <a:lnTo>
                    <a:pt x="1410774" y="4318566"/>
                  </a:lnTo>
                  <a:lnTo>
                    <a:pt x="1410868" y="4318566"/>
                  </a:lnTo>
                  <a:lnTo>
                    <a:pt x="1410962" y="4318566"/>
                  </a:lnTo>
                  <a:lnTo>
                    <a:pt x="1411056" y="4318566"/>
                  </a:lnTo>
                  <a:lnTo>
                    <a:pt x="1411150" y="4318566"/>
                  </a:lnTo>
                  <a:lnTo>
                    <a:pt x="1411244" y="4318566"/>
                  </a:lnTo>
                  <a:lnTo>
                    <a:pt x="1411338" y="4318566"/>
                  </a:lnTo>
                  <a:lnTo>
                    <a:pt x="1411432" y="4318566"/>
                  </a:lnTo>
                  <a:lnTo>
                    <a:pt x="1411526" y="4318566"/>
                  </a:lnTo>
                  <a:lnTo>
                    <a:pt x="1411620" y="4318566"/>
                  </a:lnTo>
                  <a:lnTo>
                    <a:pt x="1411714" y="4318566"/>
                  </a:lnTo>
                  <a:lnTo>
                    <a:pt x="1411808" y="4318566"/>
                  </a:lnTo>
                  <a:lnTo>
                    <a:pt x="1411902" y="4318566"/>
                  </a:lnTo>
                  <a:lnTo>
                    <a:pt x="1411996" y="4318566"/>
                  </a:lnTo>
                  <a:lnTo>
                    <a:pt x="1412090" y="4318566"/>
                  </a:lnTo>
                  <a:lnTo>
                    <a:pt x="1412184" y="4318566"/>
                  </a:lnTo>
                  <a:lnTo>
                    <a:pt x="1412278" y="4318566"/>
                  </a:lnTo>
                  <a:lnTo>
                    <a:pt x="1412372" y="4318566"/>
                  </a:lnTo>
                  <a:lnTo>
                    <a:pt x="1412466" y="4318566"/>
                  </a:lnTo>
                  <a:lnTo>
                    <a:pt x="1412560" y="4318566"/>
                  </a:lnTo>
                  <a:lnTo>
                    <a:pt x="1412654" y="4318566"/>
                  </a:lnTo>
                  <a:lnTo>
                    <a:pt x="1412748" y="4318566"/>
                  </a:lnTo>
                  <a:lnTo>
                    <a:pt x="1412842" y="4318566"/>
                  </a:lnTo>
                  <a:lnTo>
                    <a:pt x="1412936" y="4318566"/>
                  </a:lnTo>
                  <a:lnTo>
                    <a:pt x="1413030" y="4318566"/>
                  </a:lnTo>
                  <a:lnTo>
                    <a:pt x="1413124" y="4318566"/>
                  </a:lnTo>
                  <a:lnTo>
                    <a:pt x="1413218" y="4318566"/>
                  </a:lnTo>
                  <a:lnTo>
                    <a:pt x="1413312" y="4318566"/>
                  </a:lnTo>
                  <a:lnTo>
                    <a:pt x="1413406" y="4318566"/>
                  </a:lnTo>
                  <a:lnTo>
                    <a:pt x="1413500" y="4318566"/>
                  </a:lnTo>
                  <a:lnTo>
                    <a:pt x="1413594" y="4318566"/>
                  </a:lnTo>
                  <a:lnTo>
                    <a:pt x="1413688" y="4318566"/>
                  </a:lnTo>
                  <a:lnTo>
                    <a:pt x="1413782" y="4318566"/>
                  </a:lnTo>
                  <a:lnTo>
                    <a:pt x="1413876" y="4318566"/>
                  </a:lnTo>
                  <a:lnTo>
                    <a:pt x="1413970" y="4318566"/>
                  </a:lnTo>
                  <a:lnTo>
                    <a:pt x="1414064" y="4318566"/>
                  </a:lnTo>
                  <a:lnTo>
                    <a:pt x="1414159" y="4318566"/>
                  </a:lnTo>
                  <a:lnTo>
                    <a:pt x="1414159" y="4313287"/>
                  </a:lnTo>
                  <a:lnTo>
                    <a:pt x="1414159" y="4308007"/>
                  </a:lnTo>
                  <a:lnTo>
                    <a:pt x="1414253" y="4308007"/>
                  </a:lnTo>
                  <a:lnTo>
                    <a:pt x="1414347" y="4308007"/>
                  </a:lnTo>
                  <a:lnTo>
                    <a:pt x="1414441" y="4308007"/>
                  </a:lnTo>
                  <a:lnTo>
                    <a:pt x="1414535" y="4308007"/>
                  </a:lnTo>
                  <a:lnTo>
                    <a:pt x="1414629" y="4308007"/>
                  </a:lnTo>
                  <a:lnTo>
                    <a:pt x="1414723" y="4308007"/>
                  </a:lnTo>
                  <a:lnTo>
                    <a:pt x="1414817" y="4308007"/>
                  </a:lnTo>
                  <a:lnTo>
                    <a:pt x="1414911" y="4308007"/>
                  </a:lnTo>
                  <a:lnTo>
                    <a:pt x="1415005" y="4308007"/>
                  </a:lnTo>
                  <a:lnTo>
                    <a:pt x="1415099" y="4308007"/>
                  </a:lnTo>
                  <a:lnTo>
                    <a:pt x="1415193" y="4308007"/>
                  </a:lnTo>
                  <a:lnTo>
                    <a:pt x="1415287" y="4308007"/>
                  </a:lnTo>
                  <a:lnTo>
                    <a:pt x="1415381" y="4308007"/>
                  </a:lnTo>
                  <a:lnTo>
                    <a:pt x="1415475" y="4308007"/>
                  </a:lnTo>
                  <a:lnTo>
                    <a:pt x="1415569" y="4308007"/>
                  </a:lnTo>
                  <a:lnTo>
                    <a:pt x="1415663" y="4308007"/>
                  </a:lnTo>
                  <a:lnTo>
                    <a:pt x="1415757" y="4308007"/>
                  </a:lnTo>
                  <a:lnTo>
                    <a:pt x="1415851" y="4308007"/>
                  </a:lnTo>
                  <a:lnTo>
                    <a:pt x="1415945" y="4308007"/>
                  </a:lnTo>
                  <a:lnTo>
                    <a:pt x="1416039" y="4308007"/>
                  </a:lnTo>
                  <a:lnTo>
                    <a:pt x="1416133" y="4308007"/>
                  </a:lnTo>
                  <a:lnTo>
                    <a:pt x="1416227" y="4308007"/>
                  </a:lnTo>
                  <a:lnTo>
                    <a:pt x="1416321" y="4308007"/>
                  </a:lnTo>
                  <a:lnTo>
                    <a:pt x="1416415" y="4308007"/>
                  </a:lnTo>
                  <a:lnTo>
                    <a:pt x="1416509" y="4308007"/>
                  </a:lnTo>
                  <a:lnTo>
                    <a:pt x="1416603" y="4308007"/>
                  </a:lnTo>
                  <a:lnTo>
                    <a:pt x="1416697" y="4308007"/>
                  </a:lnTo>
                  <a:lnTo>
                    <a:pt x="1416791" y="4308007"/>
                  </a:lnTo>
                  <a:lnTo>
                    <a:pt x="1416791" y="4302728"/>
                  </a:lnTo>
                  <a:lnTo>
                    <a:pt x="1416885" y="4302728"/>
                  </a:lnTo>
                  <a:lnTo>
                    <a:pt x="1416979" y="4302728"/>
                  </a:lnTo>
                  <a:lnTo>
                    <a:pt x="1417073" y="4302728"/>
                  </a:lnTo>
                  <a:lnTo>
                    <a:pt x="1417167" y="4302728"/>
                  </a:lnTo>
                  <a:lnTo>
                    <a:pt x="1417261" y="4302728"/>
                  </a:lnTo>
                  <a:lnTo>
                    <a:pt x="1417355" y="4302728"/>
                  </a:lnTo>
                  <a:lnTo>
                    <a:pt x="1417449" y="4302728"/>
                  </a:lnTo>
                  <a:lnTo>
                    <a:pt x="1417543" y="4302728"/>
                  </a:lnTo>
                  <a:lnTo>
                    <a:pt x="1417637" y="4302728"/>
                  </a:lnTo>
                  <a:lnTo>
                    <a:pt x="1417732" y="4302728"/>
                  </a:lnTo>
                  <a:lnTo>
                    <a:pt x="1417826" y="4302728"/>
                  </a:lnTo>
                  <a:lnTo>
                    <a:pt x="1417920" y="4302728"/>
                  </a:lnTo>
                  <a:lnTo>
                    <a:pt x="1418014" y="4302728"/>
                  </a:lnTo>
                  <a:lnTo>
                    <a:pt x="1418108" y="4302728"/>
                  </a:lnTo>
                  <a:lnTo>
                    <a:pt x="1418202" y="4302728"/>
                  </a:lnTo>
                  <a:lnTo>
                    <a:pt x="1418296" y="4302728"/>
                  </a:lnTo>
                  <a:lnTo>
                    <a:pt x="1418390" y="4302728"/>
                  </a:lnTo>
                  <a:lnTo>
                    <a:pt x="1418484" y="4302728"/>
                  </a:lnTo>
                  <a:lnTo>
                    <a:pt x="1418578" y="4302728"/>
                  </a:lnTo>
                  <a:lnTo>
                    <a:pt x="1418672" y="4302728"/>
                  </a:lnTo>
                  <a:lnTo>
                    <a:pt x="1418766" y="4302728"/>
                  </a:lnTo>
                  <a:lnTo>
                    <a:pt x="1418860" y="4302728"/>
                  </a:lnTo>
                  <a:lnTo>
                    <a:pt x="1418954" y="4302728"/>
                  </a:lnTo>
                  <a:lnTo>
                    <a:pt x="1419048" y="4302728"/>
                  </a:lnTo>
                  <a:lnTo>
                    <a:pt x="1419142" y="4302728"/>
                  </a:lnTo>
                  <a:lnTo>
                    <a:pt x="1419236" y="4302728"/>
                  </a:lnTo>
                  <a:lnTo>
                    <a:pt x="1419330" y="4302728"/>
                  </a:lnTo>
                  <a:lnTo>
                    <a:pt x="1419424" y="4302728"/>
                  </a:lnTo>
                  <a:lnTo>
                    <a:pt x="1419424" y="4297448"/>
                  </a:lnTo>
                  <a:lnTo>
                    <a:pt x="1419518" y="4297448"/>
                  </a:lnTo>
                  <a:lnTo>
                    <a:pt x="1419612" y="4297448"/>
                  </a:lnTo>
                  <a:lnTo>
                    <a:pt x="1419706" y="4297448"/>
                  </a:lnTo>
                  <a:lnTo>
                    <a:pt x="1419800" y="4297448"/>
                  </a:lnTo>
                  <a:lnTo>
                    <a:pt x="1419894" y="4297448"/>
                  </a:lnTo>
                  <a:lnTo>
                    <a:pt x="1419988" y="4297448"/>
                  </a:lnTo>
                  <a:lnTo>
                    <a:pt x="1420082" y="4297448"/>
                  </a:lnTo>
                  <a:lnTo>
                    <a:pt x="1420176" y="4297448"/>
                  </a:lnTo>
                  <a:lnTo>
                    <a:pt x="1420270" y="4297448"/>
                  </a:lnTo>
                  <a:lnTo>
                    <a:pt x="1420364" y="4297448"/>
                  </a:lnTo>
                  <a:lnTo>
                    <a:pt x="1420458" y="4297448"/>
                  </a:lnTo>
                  <a:lnTo>
                    <a:pt x="1420552" y="4297448"/>
                  </a:lnTo>
                  <a:lnTo>
                    <a:pt x="1420646" y="4297448"/>
                  </a:lnTo>
                  <a:lnTo>
                    <a:pt x="1420740" y="4297448"/>
                  </a:lnTo>
                  <a:lnTo>
                    <a:pt x="1420740" y="4292169"/>
                  </a:lnTo>
                  <a:lnTo>
                    <a:pt x="1420834" y="4292169"/>
                  </a:lnTo>
                  <a:lnTo>
                    <a:pt x="1420928" y="4292169"/>
                  </a:lnTo>
                  <a:lnTo>
                    <a:pt x="1421022" y="4292169"/>
                  </a:lnTo>
                  <a:lnTo>
                    <a:pt x="1421116" y="4292169"/>
                  </a:lnTo>
                  <a:lnTo>
                    <a:pt x="1421211" y="4292169"/>
                  </a:lnTo>
                  <a:lnTo>
                    <a:pt x="1421305" y="4292169"/>
                  </a:lnTo>
                  <a:lnTo>
                    <a:pt x="1421305" y="4286890"/>
                  </a:lnTo>
                  <a:lnTo>
                    <a:pt x="1421399" y="4286890"/>
                  </a:lnTo>
                  <a:lnTo>
                    <a:pt x="1421493" y="4286890"/>
                  </a:lnTo>
                  <a:lnTo>
                    <a:pt x="1421587" y="4286890"/>
                  </a:lnTo>
                  <a:lnTo>
                    <a:pt x="1421681" y="4286890"/>
                  </a:lnTo>
                  <a:lnTo>
                    <a:pt x="1421775" y="4286890"/>
                  </a:lnTo>
                  <a:lnTo>
                    <a:pt x="1421869" y="4286890"/>
                  </a:lnTo>
                  <a:lnTo>
                    <a:pt x="1421963" y="4286890"/>
                  </a:lnTo>
                  <a:lnTo>
                    <a:pt x="1422057" y="4286890"/>
                  </a:lnTo>
                  <a:lnTo>
                    <a:pt x="1422151" y="4286890"/>
                  </a:lnTo>
                  <a:lnTo>
                    <a:pt x="1422245" y="4286890"/>
                  </a:lnTo>
                  <a:lnTo>
                    <a:pt x="1422339" y="4286890"/>
                  </a:lnTo>
                  <a:lnTo>
                    <a:pt x="1422433" y="4286890"/>
                  </a:lnTo>
                  <a:lnTo>
                    <a:pt x="1422527" y="4286890"/>
                  </a:lnTo>
                  <a:lnTo>
                    <a:pt x="1422621" y="4286890"/>
                  </a:lnTo>
                  <a:lnTo>
                    <a:pt x="1422621" y="4281610"/>
                  </a:lnTo>
                  <a:lnTo>
                    <a:pt x="1422715" y="4281610"/>
                  </a:lnTo>
                  <a:lnTo>
                    <a:pt x="1422809" y="4281610"/>
                  </a:lnTo>
                  <a:lnTo>
                    <a:pt x="1422903" y="4281610"/>
                  </a:lnTo>
                  <a:lnTo>
                    <a:pt x="1422997" y="4281610"/>
                  </a:lnTo>
                  <a:lnTo>
                    <a:pt x="1423091" y="4281610"/>
                  </a:lnTo>
                  <a:lnTo>
                    <a:pt x="1423185" y="4281610"/>
                  </a:lnTo>
                  <a:lnTo>
                    <a:pt x="1423279" y="4281610"/>
                  </a:lnTo>
                  <a:lnTo>
                    <a:pt x="1423373" y="4281610"/>
                  </a:lnTo>
                  <a:lnTo>
                    <a:pt x="1423467" y="4281610"/>
                  </a:lnTo>
                  <a:lnTo>
                    <a:pt x="1423561" y="4281610"/>
                  </a:lnTo>
                  <a:lnTo>
                    <a:pt x="1423655" y="4281610"/>
                  </a:lnTo>
                  <a:lnTo>
                    <a:pt x="1423749" y="4281610"/>
                  </a:lnTo>
                  <a:lnTo>
                    <a:pt x="1423843" y="4281610"/>
                  </a:lnTo>
                  <a:lnTo>
                    <a:pt x="1423937" y="4281610"/>
                  </a:lnTo>
                  <a:lnTo>
                    <a:pt x="1424031" y="4281610"/>
                  </a:lnTo>
                  <a:lnTo>
                    <a:pt x="1424125" y="4281610"/>
                  </a:lnTo>
                  <a:lnTo>
                    <a:pt x="1424219" y="4281610"/>
                  </a:lnTo>
                  <a:lnTo>
                    <a:pt x="1424313" y="4281610"/>
                  </a:lnTo>
                  <a:lnTo>
                    <a:pt x="1424407" y="4281610"/>
                  </a:lnTo>
                  <a:lnTo>
                    <a:pt x="1424501" y="4281610"/>
                  </a:lnTo>
                  <a:lnTo>
                    <a:pt x="1424595" y="4281610"/>
                  </a:lnTo>
                  <a:lnTo>
                    <a:pt x="1424689" y="4281610"/>
                  </a:lnTo>
                  <a:lnTo>
                    <a:pt x="1424784" y="4281610"/>
                  </a:lnTo>
                  <a:lnTo>
                    <a:pt x="1424878" y="4281610"/>
                  </a:lnTo>
                  <a:lnTo>
                    <a:pt x="1424972" y="4281610"/>
                  </a:lnTo>
                  <a:lnTo>
                    <a:pt x="1425066" y="4281610"/>
                  </a:lnTo>
                  <a:lnTo>
                    <a:pt x="1425160" y="4281610"/>
                  </a:lnTo>
                  <a:lnTo>
                    <a:pt x="1425254" y="4281610"/>
                  </a:lnTo>
                  <a:lnTo>
                    <a:pt x="1425348" y="4281610"/>
                  </a:lnTo>
                  <a:lnTo>
                    <a:pt x="1425442" y="4281610"/>
                  </a:lnTo>
                  <a:lnTo>
                    <a:pt x="1425536" y="4281610"/>
                  </a:lnTo>
                  <a:lnTo>
                    <a:pt x="1425630" y="4281610"/>
                  </a:lnTo>
                  <a:lnTo>
                    <a:pt x="1425724" y="4281610"/>
                  </a:lnTo>
                  <a:lnTo>
                    <a:pt x="1425818" y="4281610"/>
                  </a:lnTo>
                  <a:lnTo>
                    <a:pt x="1425912" y="4281610"/>
                  </a:lnTo>
                  <a:lnTo>
                    <a:pt x="1426006" y="4281610"/>
                  </a:lnTo>
                  <a:lnTo>
                    <a:pt x="1426100" y="4281610"/>
                  </a:lnTo>
                  <a:lnTo>
                    <a:pt x="1426194" y="4281610"/>
                  </a:lnTo>
                  <a:lnTo>
                    <a:pt x="1426288" y="4281610"/>
                  </a:lnTo>
                  <a:lnTo>
                    <a:pt x="1426382" y="4281610"/>
                  </a:lnTo>
                  <a:lnTo>
                    <a:pt x="1426476" y="4281610"/>
                  </a:lnTo>
                  <a:lnTo>
                    <a:pt x="1426570" y="4281610"/>
                  </a:lnTo>
                  <a:lnTo>
                    <a:pt x="1426664" y="4281610"/>
                  </a:lnTo>
                  <a:lnTo>
                    <a:pt x="1426758" y="4281610"/>
                  </a:lnTo>
                  <a:lnTo>
                    <a:pt x="1426852" y="4281610"/>
                  </a:lnTo>
                  <a:lnTo>
                    <a:pt x="1426946" y="4281610"/>
                  </a:lnTo>
                  <a:lnTo>
                    <a:pt x="1427040" y="4281610"/>
                  </a:lnTo>
                  <a:lnTo>
                    <a:pt x="1427134" y="4281610"/>
                  </a:lnTo>
                  <a:lnTo>
                    <a:pt x="1427228" y="4281610"/>
                  </a:lnTo>
                  <a:lnTo>
                    <a:pt x="1427322" y="4281610"/>
                  </a:lnTo>
                  <a:lnTo>
                    <a:pt x="1427416" y="4281610"/>
                  </a:lnTo>
                  <a:lnTo>
                    <a:pt x="1427510" y="4281610"/>
                  </a:lnTo>
                  <a:lnTo>
                    <a:pt x="1427604" y="4281610"/>
                  </a:lnTo>
                  <a:lnTo>
                    <a:pt x="1427698" y="4281610"/>
                  </a:lnTo>
                  <a:lnTo>
                    <a:pt x="1427792" y="4281610"/>
                  </a:lnTo>
                  <a:lnTo>
                    <a:pt x="1427886" y="4281610"/>
                  </a:lnTo>
                  <a:lnTo>
                    <a:pt x="1427980" y="4281610"/>
                  </a:lnTo>
                  <a:lnTo>
                    <a:pt x="1428074" y="4281610"/>
                  </a:lnTo>
                  <a:lnTo>
                    <a:pt x="1428168" y="4281610"/>
                  </a:lnTo>
                  <a:lnTo>
                    <a:pt x="1428262" y="4281610"/>
                  </a:lnTo>
                  <a:lnTo>
                    <a:pt x="1428357" y="4281610"/>
                  </a:lnTo>
                  <a:lnTo>
                    <a:pt x="1428451" y="4281610"/>
                  </a:lnTo>
                  <a:lnTo>
                    <a:pt x="1428545" y="4281610"/>
                  </a:lnTo>
                  <a:lnTo>
                    <a:pt x="1428639" y="4281610"/>
                  </a:lnTo>
                  <a:lnTo>
                    <a:pt x="1428733" y="4281610"/>
                  </a:lnTo>
                  <a:lnTo>
                    <a:pt x="1428827" y="4281610"/>
                  </a:lnTo>
                  <a:lnTo>
                    <a:pt x="1428921" y="4281610"/>
                  </a:lnTo>
                  <a:lnTo>
                    <a:pt x="1429015" y="4281610"/>
                  </a:lnTo>
                  <a:lnTo>
                    <a:pt x="1429109" y="4281610"/>
                  </a:lnTo>
                  <a:lnTo>
                    <a:pt x="1429203" y="4281610"/>
                  </a:lnTo>
                  <a:lnTo>
                    <a:pt x="1429297" y="4281610"/>
                  </a:lnTo>
                  <a:lnTo>
                    <a:pt x="1429391" y="4281610"/>
                  </a:lnTo>
                  <a:lnTo>
                    <a:pt x="1429485" y="4281610"/>
                  </a:lnTo>
                  <a:lnTo>
                    <a:pt x="1429579" y="4281610"/>
                  </a:lnTo>
                  <a:lnTo>
                    <a:pt x="1429673" y="4281610"/>
                  </a:lnTo>
                  <a:lnTo>
                    <a:pt x="1429767" y="4281610"/>
                  </a:lnTo>
                  <a:lnTo>
                    <a:pt x="1429861" y="4281610"/>
                  </a:lnTo>
                  <a:lnTo>
                    <a:pt x="1429955" y="4281610"/>
                  </a:lnTo>
                  <a:lnTo>
                    <a:pt x="1430049" y="4281610"/>
                  </a:lnTo>
                  <a:lnTo>
                    <a:pt x="1430143" y="4281610"/>
                  </a:lnTo>
                  <a:lnTo>
                    <a:pt x="1430237" y="4281610"/>
                  </a:lnTo>
                  <a:lnTo>
                    <a:pt x="1430331" y="4281610"/>
                  </a:lnTo>
                  <a:lnTo>
                    <a:pt x="1430425" y="4281610"/>
                  </a:lnTo>
                  <a:lnTo>
                    <a:pt x="1430519" y="4281610"/>
                  </a:lnTo>
                  <a:lnTo>
                    <a:pt x="1430613" y="4281610"/>
                  </a:lnTo>
                  <a:lnTo>
                    <a:pt x="1430707" y="4281610"/>
                  </a:lnTo>
                  <a:lnTo>
                    <a:pt x="1430801" y="4281610"/>
                  </a:lnTo>
                  <a:lnTo>
                    <a:pt x="1430895" y="4281610"/>
                  </a:lnTo>
                  <a:lnTo>
                    <a:pt x="1430989" y="4281610"/>
                  </a:lnTo>
                  <a:lnTo>
                    <a:pt x="1431083" y="4281610"/>
                  </a:lnTo>
                  <a:lnTo>
                    <a:pt x="1431177" y="4281610"/>
                  </a:lnTo>
                  <a:lnTo>
                    <a:pt x="1431271" y="4281610"/>
                  </a:lnTo>
                  <a:lnTo>
                    <a:pt x="1431365" y="4281610"/>
                  </a:lnTo>
                  <a:lnTo>
                    <a:pt x="1431459" y="4281610"/>
                  </a:lnTo>
                  <a:lnTo>
                    <a:pt x="1431553" y="4281610"/>
                  </a:lnTo>
                  <a:lnTo>
                    <a:pt x="1431647" y="4281610"/>
                  </a:lnTo>
                  <a:lnTo>
                    <a:pt x="1431741" y="4281610"/>
                  </a:lnTo>
                  <a:lnTo>
                    <a:pt x="1431835" y="4281610"/>
                  </a:lnTo>
                  <a:lnTo>
                    <a:pt x="1431930" y="4281610"/>
                  </a:lnTo>
                  <a:lnTo>
                    <a:pt x="1432024" y="4281610"/>
                  </a:lnTo>
                  <a:lnTo>
                    <a:pt x="1432118" y="4281610"/>
                  </a:lnTo>
                  <a:lnTo>
                    <a:pt x="1432212" y="4281610"/>
                  </a:lnTo>
                  <a:lnTo>
                    <a:pt x="1432306" y="4281610"/>
                  </a:lnTo>
                  <a:lnTo>
                    <a:pt x="1432400" y="4281610"/>
                  </a:lnTo>
                  <a:lnTo>
                    <a:pt x="1432494" y="4281610"/>
                  </a:lnTo>
                  <a:lnTo>
                    <a:pt x="1432588" y="4281610"/>
                  </a:lnTo>
                  <a:lnTo>
                    <a:pt x="1432682" y="4281610"/>
                  </a:lnTo>
                  <a:lnTo>
                    <a:pt x="1432776" y="4281610"/>
                  </a:lnTo>
                  <a:lnTo>
                    <a:pt x="1432870" y="4281610"/>
                  </a:lnTo>
                  <a:lnTo>
                    <a:pt x="1432964" y="4281610"/>
                  </a:lnTo>
                  <a:lnTo>
                    <a:pt x="1433058" y="4281610"/>
                  </a:lnTo>
                  <a:lnTo>
                    <a:pt x="1433152" y="4281610"/>
                  </a:lnTo>
                  <a:lnTo>
                    <a:pt x="1433246" y="4281610"/>
                  </a:lnTo>
                  <a:lnTo>
                    <a:pt x="1433340" y="4281610"/>
                  </a:lnTo>
                  <a:lnTo>
                    <a:pt x="1433434" y="4281610"/>
                  </a:lnTo>
                  <a:lnTo>
                    <a:pt x="1433528" y="4281610"/>
                  </a:lnTo>
                  <a:lnTo>
                    <a:pt x="1433622" y="4281610"/>
                  </a:lnTo>
                  <a:lnTo>
                    <a:pt x="1433716" y="4281610"/>
                  </a:lnTo>
                  <a:lnTo>
                    <a:pt x="1433810" y="4281610"/>
                  </a:lnTo>
                  <a:lnTo>
                    <a:pt x="1433904" y="4281610"/>
                  </a:lnTo>
                  <a:lnTo>
                    <a:pt x="1433998" y="4281610"/>
                  </a:lnTo>
                  <a:lnTo>
                    <a:pt x="1434092" y="4281610"/>
                  </a:lnTo>
                  <a:lnTo>
                    <a:pt x="1434186" y="4281610"/>
                  </a:lnTo>
                  <a:lnTo>
                    <a:pt x="1434280" y="4281610"/>
                  </a:lnTo>
                  <a:lnTo>
                    <a:pt x="1434374" y="4281610"/>
                  </a:lnTo>
                  <a:lnTo>
                    <a:pt x="1434468" y="4281610"/>
                  </a:lnTo>
                  <a:lnTo>
                    <a:pt x="1434562" y="4281610"/>
                  </a:lnTo>
                  <a:lnTo>
                    <a:pt x="1434562" y="4276331"/>
                  </a:lnTo>
                  <a:lnTo>
                    <a:pt x="1434656" y="4276331"/>
                  </a:lnTo>
                  <a:lnTo>
                    <a:pt x="1434750" y="4276331"/>
                  </a:lnTo>
                  <a:lnTo>
                    <a:pt x="1434844" y="4276331"/>
                  </a:lnTo>
                  <a:lnTo>
                    <a:pt x="1434938" y="4276331"/>
                  </a:lnTo>
                  <a:lnTo>
                    <a:pt x="1435032" y="4276331"/>
                  </a:lnTo>
                  <a:lnTo>
                    <a:pt x="1435126" y="4276331"/>
                  </a:lnTo>
                  <a:lnTo>
                    <a:pt x="1435220" y="4276331"/>
                  </a:lnTo>
                  <a:lnTo>
                    <a:pt x="1435314" y="4276331"/>
                  </a:lnTo>
                  <a:lnTo>
                    <a:pt x="1435409" y="4276331"/>
                  </a:lnTo>
                  <a:lnTo>
                    <a:pt x="1435503" y="4276331"/>
                  </a:lnTo>
                  <a:lnTo>
                    <a:pt x="1435597" y="4276331"/>
                  </a:lnTo>
                  <a:lnTo>
                    <a:pt x="1435691" y="4276331"/>
                  </a:lnTo>
                  <a:lnTo>
                    <a:pt x="1435785" y="4276331"/>
                  </a:lnTo>
                  <a:lnTo>
                    <a:pt x="1435879" y="4276331"/>
                  </a:lnTo>
                  <a:lnTo>
                    <a:pt x="1435973" y="4276331"/>
                  </a:lnTo>
                  <a:lnTo>
                    <a:pt x="1436067" y="4276331"/>
                  </a:lnTo>
                  <a:lnTo>
                    <a:pt x="1436161" y="4276331"/>
                  </a:lnTo>
                  <a:lnTo>
                    <a:pt x="1436255" y="4276331"/>
                  </a:lnTo>
                  <a:lnTo>
                    <a:pt x="1436349" y="4276331"/>
                  </a:lnTo>
                  <a:lnTo>
                    <a:pt x="1436443" y="4276331"/>
                  </a:lnTo>
                  <a:lnTo>
                    <a:pt x="1436537" y="4276331"/>
                  </a:lnTo>
                  <a:lnTo>
                    <a:pt x="1436631" y="4276331"/>
                  </a:lnTo>
                  <a:lnTo>
                    <a:pt x="1436725" y="4276331"/>
                  </a:lnTo>
                  <a:lnTo>
                    <a:pt x="1436819" y="4276331"/>
                  </a:lnTo>
                  <a:lnTo>
                    <a:pt x="1436913" y="4276331"/>
                  </a:lnTo>
                  <a:lnTo>
                    <a:pt x="1437007" y="4276331"/>
                  </a:lnTo>
                  <a:lnTo>
                    <a:pt x="1437101" y="4276331"/>
                  </a:lnTo>
                  <a:lnTo>
                    <a:pt x="1437195" y="4276331"/>
                  </a:lnTo>
                  <a:lnTo>
                    <a:pt x="1437289" y="4276331"/>
                  </a:lnTo>
                  <a:lnTo>
                    <a:pt x="1437383" y="4276331"/>
                  </a:lnTo>
                  <a:lnTo>
                    <a:pt x="1437477" y="4276331"/>
                  </a:lnTo>
                  <a:lnTo>
                    <a:pt x="1437571" y="4276331"/>
                  </a:lnTo>
                  <a:lnTo>
                    <a:pt x="1437665" y="4276331"/>
                  </a:lnTo>
                  <a:lnTo>
                    <a:pt x="1437759" y="4276331"/>
                  </a:lnTo>
                  <a:lnTo>
                    <a:pt x="1437853" y="4276331"/>
                  </a:lnTo>
                  <a:lnTo>
                    <a:pt x="1437947" y="4276331"/>
                  </a:lnTo>
                  <a:lnTo>
                    <a:pt x="1438041" y="4276331"/>
                  </a:lnTo>
                  <a:lnTo>
                    <a:pt x="1438135" y="4276331"/>
                  </a:lnTo>
                  <a:lnTo>
                    <a:pt x="1438229" y="4276331"/>
                  </a:lnTo>
                  <a:lnTo>
                    <a:pt x="1438323" y="4276331"/>
                  </a:lnTo>
                  <a:lnTo>
                    <a:pt x="1438417" y="4276331"/>
                  </a:lnTo>
                  <a:lnTo>
                    <a:pt x="1438417" y="4271051"/>
                  </a:lnTo>
                  <a:lnTo>
                    <a:pt x="1438511" y="4271051"/>
                  </a:lnTo>
                  <a:lnTo>
                    <a:pt x="1438605" y="4271051"/>
                  </a:lnTo>
                  <a:lnTo>
                    <a:pt x="1438699" y="4271051"/>
                  </a:lnTo>
                  <a:lnTo>
                    <a:pt x="1438793" y="4271051"/>
                  </a:lnTo>
                  <a:lnTo>
                    <a:pt x="1438887" y="4271051"/>
                  </a:lnTo>
                  <a:lnTo>
                    <a:pt x="1438982" y="4271051"/>
                  </a:lnTo>
                  <a:lnTo>
                    <a:pt x="1439076" y="4271051"/>
                  </a:lnTo>
                  <a:lnTo>
                    <a:pt x="1439170" y="4271051"/>
                  </a:lnTo>
                  <a:lnTo>
                    <a:pt x="1439264" y="4271051"/>
                  </a:lnTo>
                  <a:lnTo>
                    <a:pt x="1439358" y="4271051"/>
                  </a:lnTo>
                  <a:lnTo>
                    <a:pt x="1439452" y="4271051"/>
                  </a:lnTo>
                  <a:lnTo>
                    <a:pt x="1439546" y="4271051"/>
                  </a:lnTo>
                  <a:lnTo>
                    <a:pt x="1439640" y="4271051"/>
                  </a:lnTo>
                  <a:lnTo>
                    <a:pt x="1439734" y="4271051"/>
                  </a:lnTo>
                  <a:lnTo>
                    <a:pt x="1439828" y="4271051"/>
                  </a:lnTo>
                  <a:lnTo>
                    <a:pt x="1439922" y="4271051"/>
                  </a:lnTo>
                  <a:lnTo>
                    <a:pt x="1440016" y="4271051"/>
                  </a:lnTo>
                  <a:lnTo>
                    <a:pt x="1440110" y="4271051"/>
                  </a:lnTo>
                  <a:lnTo>
                    <a:pt x="1440204" y="4271051"/>
                  </a:lnTo>
                  <a:lnTo>
                    <a:pt x="1440298" y="4271051"/>
                  </a:lnTo>
                  <a:lnTo>
                    <a:pt x="1440392" y="4271051"/>
                  </a:lnTo>
                  <a:lnTo>
                    <a:pt x="1440486" y="4271051"/>
                  </a:lnTo>
                  <a:lnTo>
                    <a:pt x="1440580" y="4271051"/>
                  </a:lnTo>
                  <a:lnTo>
                    <a:pt x="1440674" y="4271051"/>
                  </a:lnTo>
                  <a:lnTo>
                    <a:pt x="1440768" y="4271051"/>
                  </a:lnTo>
                  <a:lnTo>
                    <a:pt x="1440862" y="4271051"/>
                  </a:lnTo>
                  <a:lnTo>
                    <a:pt x="1440956" y="4271051"/>
                  </a:lnTo>
                  <a:lnTo>
                    <a:pt x="1441050" y="4271051"/>
                  </a:lnTo>
                  <a:lnTo>
                    <a:pt x="1441144" y="4271051"/>
                  </a:lnTo>
                  <a:lnTo>
                    <a:pt x="1441238" y="4271051"/>
                  </a:lnTo>
                  <a:lnTo>
                    <a:pt x="1441332" y="4271051"/>
                  </a:lnTo>
                  <a:lnTo>
                    <a:pt x="1441426" y="4271051"/>
                  </a:lnTo>
                  <a:lnTo>
                    <a:pt x="1441520" y="4271051"/>
                  </a:lnTo>
                  <a:lnTo>
                    <a:pt x="1441614" y="4271051"/>
                  </a:lnTo>
                  <a:lnTo>
                    <a:pt x="1441708" y="4271051"/>
                  </a:lnTo>
                  <a:lnTo>
                    <a:pt x="1441802" y="4271051"/>
                  </a:lnTo>
                  <a:lnTo>
                    <a:pt x="1441896" y="4271051"/>
                  </a:lnTo>
                  <a:lnTo>
                    <a:pt x="1441990" y="4271051"/>
                  </a:lnTo>
                  <a:lnTo>
                    <a:pt x="1442084" y="4271051"/>
                  </a:lnTo>
                  <a:lnTo>
                    <a:pt x="1442178" y="4271051"/>
                  </a:lnTo>
                  <a:lnTo>
                    <a:pt x="1442272" y="4271051"/>
                  </a:lnTo>
                  <a:lnTo>
                    <a:pt x="1442366" y="4271051"/>
                  </a:lnTo>
                  <a:lnTo>
                    <a:pt x="1442460" y="4271051"/>
                  </a:lnTo>
                  <a:lnTo>
                    <a:pt x="1442555" y="4271051"/>
                  </a:lnTo>
                  <a:lnTo>
                    <a:pt x="1442649" y="4271051"/>
                  </a:lnTo>
                  <a:lnTo>
                    <a:pt x="1442743" y="4271051"/>
                  </a:lnTo>
                  <a:lnTo>
                    <a:pt x="1442837" y="4271051"/>
                  </a:lnTo>
                  <a:lnTo>
                    <a:pt x="1442931" y="4271051"/>
                  </a:lnTo>
                  <a:lnTo>
                    <a:pt x="1443025" y="4271051"/>
                  </a:lnTo>
                  <a:lnTo>
                    <a:pt x="1443119" y="4271051"/>
                  </a:lnTo>
                  <a:lnTo>
                    <a:pt x="1443213" y="4271051"/>
                  </a:lnTo>
                  <a:lnTo>
                    <a:pt x="1443307" y="4271051"/>
                  </a:lnTo>
                  <a:lnTo>
                    <a:pt x="1443401" y="4271051"/>
                  </a:lnTo>
                  <a:lnTo>
                    <a:pt x="1443495" y="4271051"/>
                  </a:lnTo>
                  <a:lnTo>
                    <a:pt x="1443589" y="4271051"/>
                  </a:lnTo>
                  <a:lnTo>
                    <a:pt x="1443683" y="4271051"/>
                  </a:lnTo>
                  <a:lnTo>
                    <a:pt x="1443777" y="4271051"/>
                  </a:lnTo>
                  <a:lnTo>
                    <a:pt x="1443871" y="4271051"/>
                  </a:lnTo>
                  <a:lnTo>
                    <a:pt x="1443965" y="4271051"/>
                  </a:lnTo>
                  <a:lnTo>
                    <a:pt x="1444059" y="4271051"/>
                  </a:lnTo>
                  <a:lnTo>
                    <a:pt x="1444153" y="4271051"/>
                  </a:lnTo>
                  <a:lnTo>
                    <a:pt x="1444247" y="4271051"/>
                  </a:lnTo>
                  <a:lnTo>
                    <a:pt x="1444341" y="4271051"/>
                  </a:lnTo>
                  <a:lnTo>
                    <a:pt x="1444435" y="4271051"/>
                  </a:lnTo>
                  <a:lnTo>
                    <a:pt x="1444529" y="4271051"/>
                  </a:lnTo>
                  <a:lnTo>
                    <a:pt x="1444623" y="4271051"/>
                  </a:lnTo>
                  <a:lnTo>
                    <a:pt x="1444717" y="4271051"/>
                  </a:lnTo>
                  <a:lnTo>
                    <a:pt x="1444811" y="4271051"/>
                  </a:lnTo>
                  <a:lnTo>
                    <a:pt x="1444811" y="4265772"/>
                  </a:lnTo>
                  <a:lnTo>
                    <a:pt x="1444905" y="4265772"/>
                  </a:lnTo>
                  <a:lnTo>
                    <a:pt x="1444999" y="4265772"/>
                  </a:lnTo>
                  <a:lnTo>
                    <a:pt x="1445093" y="4265772"/>
                  </a:lnTo>
                  <a:lnTo>
                    <a:pt x="1445187" y="4265772"/>
                  </a:lnTo>
                  <a:lnTo>
                    <a:pt x="1445281" y="4265772"/>
                  </a:lnTo>
                  <a:lnTo>
                    <a:pt x="1445375" y="4265772"/>
                  </a:lnTo>
                  <a:lnTo>
                    <a:pt x="1445469" y="4265772"/>
                  </a:lnTo>
                  <a:lnTo>
                    <a:pt x="1445563" y="4265772"/>
                  </a:lnTo>
                  <a:lnTo>
                    <a:pt x="1445657" y="4265772"/>
                  </a:lnTo>
                  <a:lnTo>
                    <a:pt x="1445751" y="4265772"/>
                  </a:lnTo>
                  <a:lnTo>
                    <a:pt x="1445845" y="4265772"/>
                  </a:lnTo>
                  <a:lnTo>
                    <a:pt x="1445939" y="4265772"/>
                  </a:lnTo>
                  <a:lnTo>
                    <a:pt x="1445939" y="4260493"/>
                  </a:lnTo>
                  <a:lnTo>
                    <a:pt x="1446034" y="4260493"/>
                  </a:lnTo>
                  <a:lnTo>
                    <a:pt x="1446128" y="4260493"/>
                  </a:lnTo>
                  <a:lnTo>
                    <a:pt x="1446222" y="4260493"/>
                  </a:lnTo>
                  <a:lnTo>
                    <a:pt x="1446316" y="4260493"/>
                  </a:lnTo>
                  <a:lnTo>
                    <a:pt x="1446410" y="4260493"/>
                  </a:lnTo>
                  <a:lnTo>
                    <a:pt x="1446504" y="4260493"/>
                  </a:lnTo>
                  <a:lnTo>
                    <a:pt x="1446598" y="4260493"/>
                  </a:lnTo>
                  <a:lnTo>
                    <a:pt x="1446692" y="4260493"/>
                  </a:lnTo>
                  <a:lnTo>
                    <a:pt x="1446786" y="4260493"/>
                  </a:lnTo>
                  <a:lnTo>
                    <a:pt x="1446880" y="4260493"/>
                  </a:lnTo>
                  <a:lnTo>
                    <a:pt x="1446974" y="4260493"/>
                  </a:lnTo>
                  <a:lnTo>
                    <a:pt x="1447068" y="4260493"/>
                  </a:lnTo>
                  <a:lnTo>
                    <a:pt x="1447162" y="4260493"/>
                  </a:lnTo>
                  <a:lnTo>
                    <a:pt x="1447256" y="4260493"/>
                  </a:lnTo>
                  <a:lnTo>
                    <a:pt x="1447350" y="4260493"/>
                  </a:lnTo>
                  <a:lnTo>
                    <a:pt x="1447444" y="4260493"/>
                  </a:lnTo>
                  <a:lnTo>
                    <a:pt x="1447538" y="4260493"/>
                  </a:lnTo>
                  <a:lnTo>
                    <a:pt x="1447632" y="4260493"/>
                  </a:lnTo>
                  <a:lnTo>
                    <a:pt x="1447632" y="4255213"/>
                  </a:lnTo>
                  <a:lnTo>
                    <a:pt x="1447726" y="4255213"/>
                  </a:lnTo>
                  <a:lnTo>
                    <a:pt x="1447820" y="4255213"/>
                  </a:lnTo>
                  <a:lnTo>
                    <a:pt x="1447914" y="4255213"/>
                  </a:lnTo>
                  <a:lnTo>
                    <a:pt x="1448008" y="4255213"/>
                  </a:lnTo>
                  <a:lnTo>
                    <a:pt x="1448102" y="4255213"/>
                  </a:lnTo>
                  <a:lnTo>
                    <a:pt x="1448196" y="4255213"/>
                  </a:lnTo>
                  <a:lnTo>
                    <a:pt x="1448290" y="4255213"/>
                  </a:lnTo>
                  <a:lnTo>
                    <a:pt x="1448384" y="4255213"/>
                  </a:lnTo>
                  <a:lnTo>
                    <a:pt x="1448478" y="4255213"/>
                  </a:lnTo>
                  <a:lnTo>
                    <a:pt x="1448572" y="4255213"/>
                  </a:lnTo>
                  <a:lnTo>
                    <a:pt x="1448666" y="4255213"/>
                  </a:lnTo>
                  <a:lnTo>
                    <a:pt x="1448760" y="4255213"/>
                  </a:lnTo>
                  <a:lnTo>
                    <a:pt x="1448854" y="4255213"/>
                  </a:lnTo>
                  <a:lnTo>
                    <a:pt x="1448948" y="4255213"/>
                  </a:lnTo>
                  <a:lnTo>
                    <a:pt x="1448948" y="4249934"/>
                  </a:lnTo>
                  <a:lnTo>
                    <a:pt x="1449042" y="4249934"/>
                  </a:lnTo>
                  <a:lnTo>
                    <a:pt x="1449136" y="4249934"/>
                  </a:lnTo>
                  <a:lnTo>
                    <a:pt x="1449230" y="4249934"/>
                  </a:lnTo>
                  <a:lnTo>
                    <a:pt x="1449324" y="4249934"/>
                  </a:lnTo>
                  <a:lnTo>
                    <a:pt x="1449418" y="4249934"/>
                  </a:lnTo>
                  <a:lnTo>
                    <a:pt x="1449512" y="4249934"/>
                  </a:lnTo>
                  <a:lnTo>
                    <a:pt x="1449607" y="4249934"/>
                  </a:lnTo>
                  <a:lnTo>
                    <a:pt x="1449701" y="4249934"/>
                  </a:lnTo>
                  <a:lnTo>
                    <a:pt x="1449795" y="4249934"/>
                  </a:lnTo>
                  <a:lnTo>
                    <a:pt x="1449889" y="4249934"/>
                  </a:lnTo>
                  <a:lnTo>
                    <a:pt x="1449983" y="4249934"/>
                  </a:lnTo>
                  <a:lnTo>
                    <a:pt x="1450077" y="4249934"/>
                  </a:lnTo>
                  <a:lnTo>
                    <a:pt x="1450171" y="4249934"/>
                  </a:lnTo>
                  <a:lnTo>
                    <a:pt x="1450265" y="4249934"/>
                  </a:lnTo>
                  <a:lnTo>
                    <a:pt x="1450359" y="4249934"/>
                  </a:lnTo>
                  <a:lnTo>
                    <a:pt x="1450453" y="4249934"/>
                  </a:lnTo>
                  <a:lnTo>
                    <a:pt x="1450547" y="4249934"/>
                  </a:lnTo>
                  <a:lnTo>
                    <a:pt x="1450641" y="4249934"/>
                  </a:lnTo>
                  <a:lnTo>
                    <a:pt x="1450735" y="4249934"/>
                  </a:lnTo>
                  <a:lnTo>
                    <a:pt x="1450829" y="4249934"/>
                  </a:lnTo>
                  <a:lnTo>
                    <a:pt x="1450923" y="4249934"/>
                  </a:lnTo>
                  <a:lnTo>
                    <a:pt x="1451017" y="4249934"/>
                  </a:lnTo>
                  <a:lnTo>
                    <a:pt x="1451111" y="4249934"/>
                  </a:lnTo>
                  <a:lnTo>
                    <a:pt x="1451205" y="4249934"/>
                  </a:lnTo>
                  <a:lnTo>
                    <a:pt x="1451299" y="4249934"/>
                  </a:lnTo>
                  <a:lnTo>
                    <a:pt x="1451393" y="4249934"/>
                  </a:lnTo>
                  <a:lnTo>
                    <a:pt x="1451487" y="4249934"/>
                  </a:lnTo>
                  <a:lnTo>
                    <a:pt x="1451581" y="4249934"/>
                  </a:lnTo>
                  <a:lnTo>
                    <a:pt x="1451675" y="4249934"/>
                  </a:lnTo>
                  <a:lnTo>
                    <a:pt x="1451769" y="4249934"/>
                  </a:lnTo>
                  <a:lnTo>
                    <a:pt x="1451863" y="4249934"/>
                  </a:lnTo>
                  <a:lnTo>
                    <a:pt x="1451957" y="4249934"/>
                  </a:lnTo>
                  <a:lnTo>
                    <a:pt x="1452051" y="4249934"/>
                  </a:lnTo>
                  <a:lnTo>
                    <a:pt x="1452145" y="4249934"/>
                  </a:lnTo>
                  <a:lnTo>
                    <a:pt x="1452239" y="4249934"/>
                  </a:lnTo>
                  <a:lnTo>
                    <a:pt x="1452333" y="4249934"/>
                  </a:lnTo>
                  <a:lnTo>
                    <a:pt x="1452427" y="4249934"/>
                  </a:lnTo>
                  <a:lnTo>
                    <a:pt x="1452521" y="4249934"/>
                  </a:lnTo>
                  <a:lnTo>
                    <a:pt x="1452615" y="4249934"/>
                  </a:lnTo>
                  <a:lnTo>
                    <a:pt x="1452709" y="4249934"/>
                  </a:lnTo>
                  <a:lnTo>
                    <a:pt x="1452803" y="4249934"/>
                  </a:lnTo>
                  <a:lnTo>
                    <a:pt x="1452897" y="4249934"/>
                  </a:lnTo>
                  <a:lnTo>
                    <a:pt x="1452991" y="4249934"/>
                  </a:lnTo>
                  <a:lnTo>
                    <a:pt x="1453085" y="4249934"/>
                  </a:lnTo>
                  <a:lnTo>
                    <a:pt x="1453180" y="4249934"/>
                  </a:lnTo>
                  <a:lnTo>
                    <a:pt x="1453274" y="4249934"/>
                  </a:lnTo>
                  <a:lnTo>
                    <a:pt x="1453368" y="4249934"/>
                  </a:lnTo>
                  <a:lnTo>
                    <a:pt x="1453462" y="4249934"/>
                  </a:lnTo>
                  <a:lnTo>
                    <a:pt x="1453556" y="4249934"/>
                  </a:lnTo>
                  <a:lnTo>
                    <a:pt x="1453650" y="4249934"/>
                  </a:lnTo>
                  <a:lnTo>
                    <a:pt x="1453744" y="4249934"/>
                  </a:lnTo>
                  <a:lnTo>
                    <a:pt x="1453838" y="4249934"/>
                  </a:lnTo>
                  <a:lnTo>
                    <a:pt x="1453932" y="4249934"/>
                  </a:lnTo>
                  <a:lnTo>
                    <a:pt x="1454026" y="4249934"/>
                  </a:lnTo>
                  <a:lnTo>
                    <a:pt x="1454120" y="4249934"/>
                  </a:lnTo>
                  <a:lnTo>
                    <a:pt x="1454214" y="4249934"/>
                  </a:lnTo>
                  <a:lnTo>
                    <a:pt x="1454308" y="4249934"/>
                  </a:lnTo>
                  <a:lnTo>
                    <a:pt x="1454402" y="4249934"/>
                  </a:lnTo>
                  <a:lnTo>
                    <a:pt x="1454496" y="4249934"/>
                  </a:lnTo>
                  <a:lnTo>
                    <a:pt x="1454590" y="4249934"/>
                  </a:lnTo>
                  <a:lnTo>
                    <a:pt x="1454684" y="4249934"/>
                  </a:lnTo>
                  <a:lnTo>
                    <a:pt x="1454778" y="4249934"/>
                  </a:lnTo>
                  <a:lnTo>
                    <a:pt x="1454872" y="4249934"/>
                  </a:lnTo>
                  <a:lnTo>
                    <a:pt x="1454966" y="4249934"/>
                  </a:lnTo>
                  <a:lnTo>
                    <a:pt x="1455060" y="4249934"/>
                  </a:lnTo>
                  <a:lnTo>
                    <a:pt x="1455154" y="4249934"/>
                  </a:lnTo>
                  <a:lnTo>
                    <a:pt x="1455248" y="4249934"/>
                  </a:lnTo>
                  <a:lnTo>
                    <a:pt x="1455342" y="4249934"/>
                  </a:lnTo>
                  <a:lnTo>
                    <a:pt x="1455436" y="4249934"/>
                  </a:lnTo>
                  <a:lnTo>
                    <a:pt x="1455530" y="4249934"/>
                  </a:lnTo>
                  <a:lnTo>
                    <a:pt x="1455624" y="4249934"/>
                  </a:lnTo>
                  <a:lnTo>
                    <a:pt x="1455718" y="4249934"/>
                  </a:lnTo>
                  <a:lnTo>
                    <a:pt x="1455812" y="4249934"/>
                  </a:lnTo>
                  <a:lnTo>
                    <a:pt x="1455812" y="4244654"/>
                  </a:lnTo>
                  <a:lnTo>
                    <a:pt x="1455906" y="4244654"/>
                  </a:lnTo>
                  <a:lnTo>
                    <a:pt x="1456000" y="4244654"/>
                  </a:lnTo>
                  <a:lnTo>
                    <a:pt x="1456094" y="4244654"/>
                  </a:lnTo>
                  <a:lnTo>
                    <a:pt x="1456188" y="4244654"/>
                  </a:lnTo>
                  <a:lnTo>
                    <a:pt x="1456282" y="4244654"/>
                  </a:lnTo>
                  <a:lnTo>
                    <a:pt x="1456376" y="4244654"/>
                  </a:lnTo>
                  <a:lnTo>
                    <a:pt x="1456470" y="4244654"/>
                  </a:lnTo>
                  <a:lnTo>
                    <a:pt x="1456564" y="4244654"/>
                  </a:lnTo>
                  <a:lnTo>
                    <a:pt x="1456659" y="4244654"/>
                  </a:lnTo>
                  <a:lnTo>
                    <a:pt x="1456753" y="4244654"/>
                  </a:lnTo>
                  <a:lnTo>
                    <a:pt x="1456847" y="4244654"/>
                  </a:lnTo>
                  <a:lnTo>
                    <a:pt x="1456941" y="4244654"/>
                  </a:lnTo>
                  <a:lnTo>
                    <a:pt x="1457035" y="4244654"/>
                  </a:lnTo>
                  <a:lnTo>
                    <a:pt x="1457129" y="4244654"/>
                  </a:lnTo>
                  <a:lnTo>
                    <a:pt x="1457223" y="4244654"/>
                  </a:lnTo>
                  <a:lnTo>
                    <a:pt x="1457317" y="4244654"/>
                  </a:lnTo>
                  <a:lnTo>
                    <a:pt x="1457411" y="4244654"/>
                  </a:lnTo>
                  <a:lnTo>
                    <a:pt x="1457505" y="4244654"/>
                  </a:lnTo>
                  <a:lnTo>
                    <a:pt x="1457599" y="4244654"/>
                  </a:lnTo>
                  <a:lnTo>
                    <a:pt x="1457599" y="4239375"/>
                  </a:lnTo>
                  <a:lnTo>
                    <a:pt x="1457693" y="4239375"/>
                  </a:lnTo>
                  <a:lnTo>
                    <a:pt x="1457787" y="4239375"/>
                  </a:lnTo>
                  <a:lnTo>
                    <a:pt x="1457881" y="4239375"/>
                  </a:lnTo>
                  <a:lnTo>
                    <a:pt x="1457975" y="4239375"/>
                  </a:lnTo>
                  <a:lnTo>
                    <a:pt x="1458069" y="4239375"/>
                  </a:lnTo>
                  <a:lnTo>
                    <a:pt x="1458163" y="4239375"/>
                  </a:lnTo>
                  <a:lnTo>
                    <a:pt x="1458257" y="4239375"/>
                  </a:lnTo>
                  <a:lnTo>
                    <a:pt x="1458351" y="4239375"/>
                  </a:lnTo>
                  <a:lnTo>
                    <a:pt x="1458445" y="4239375"/>
                  </a:lnTo>
                  <a:lnTo>
                    <a:pt x="1458539" y="4239375"/>
                  </a:lnTo>
                  <a:lnTo>
                    <a:pt x="1458633" y="4239375"/>
                  </a:lnTo>
                  <a:lnTo>
                    <a:pt x="1458727" y="4239375"/>
                  </a:lnTo>
                  <a:lnTo>
                    <a:pt x="1458821" y="4239375"/>
                  </a:lnTo>
                  <a:lnTo>
                    <a:pt x="1458915" y="4239375"/>
                  </a:lnTo>
                  <a:lnTo>
                    <a:pt x="1458915" y="4234095"/>
                  </a:lnTo>
                  <a:lnTo>
                    <a:pt x="1459009" y="4234095"/>
                  </a:lnTo>
                  <a:lnTo>
                    <a:pt x="1459103" y="4234095"/>
                  </a:lnTo>
                  <a:lnTo>
                    <a:pt x="1459197" y="4234095"/>
                  </a:lnTo>
                  <a:lnTo>
                    <a:pt x="1459291" y="4234095"/>
                  </a:lnTo>
                  <a:lnTo>
                    <a:pt x="1459385" y="4234095"/>
                  </a:lnTo>
                  <a:lnTo>
                    <a:pt x="1459479" y="4234095"/>
                  </a:lnTo>
                  <a:lnTo>
                    <a:pt x="1459573" y="4234095"/>
                  </a:lnTo>
                  <a:lnTo>
                    <a:pt x="1459667" y="4234095"/>
                  </a:lnTo>
                  <a:lnTo>
                    <a:pt x="1459761" y="4234095"/>
                  </a:lnTo>
                  <a:lnTo>
                    <a:pt x="1459855" y="4234095"/>
                  </a:lnTo>
                  <a:lnTo>
                    <a:pt x="1459949" y="4234095"/>
                  </a:lnTo>
                  <a:lnTo>
                    <a:pt x="1460043" y="4234095"/>
                  </a:lnTo>
                  <a:lnTo>
                    <a:pt x="1460137" y="4234095"/>
                  </a:lnTo>
                  <a:lnTo>
                    <a:pt x="1460232" y="4234095"/>
                  </a:lnTo>
                  <a:lnTo>
                    <a:pt x="1460326" y="4234095"/>
                  </a:lnTo>
                  <a:lnTo>
                    <a:pt x="1460420" y="4234095"/>
                  </a:lnTo>
                  <a:lnTo>
                    <a:pt x="1460514" y="4234095"/>
                  </a:lnTo>
                  <a:lnTo>
                    <a:pt x="1460608" y="4234095"/>
                  </a:lnTo>
                  <a:lnTo>
                    <a:pt x="1460702" y="4234095"/>
                  </a:lnTo>
                  <a:lnTo>
                    <a:pt x="1460796" y="4234095"/>
                  </a:lnTo>
                  <a:lnTo>
                    <a:pt x="1460890" y="4234095"/>
                  </a:lnTo>
                  <a:lnTo>
                    <a:pt x="1460984" y="4234095"/>
                  </a:lnTo>
                  <a:lnTo>
                    <a:pt x="1461078" y="4234095"/>
                  </a:lnTo>
                  <a:lnTo>
                    <a:pt x="1461172" y="4234095"/>
                  </a:lnTo>
                  <a:lnTo>
                    <a:pt x="1461266" y="4234095"/>
                  </a:lnTo>
                  <a:lnTo>
                    <a:pt x="1461360" y="4234095"/>
                  </a:lnTo>
                  <a:lnTo>
                    <a:pt x="1461454" y="4234095"/>
                  </a:lnTo>
                  <a:lnTo>
                    <a:pt x="1461548" y="4234095"/>
                  </a:lnTo>
                  <a:lnTo>
                    <a:pt x="1461642" y="4234095"/>
                  </a:lnTo>
                  <a:lnTo>
                    <a:pt x="1461736" y="4234095"/>
                  </a:lnTo>
                  <a:lnTo>
                    <a:pt x="1461830" y="4234095"/>
                  </a:lnTo>
                  <a:lnTo>
                    <a:pt x="1461924" y="4234095"/>
                  </a:lnTo>
                  <a:lnTo>
                    <a:pt x="1462018" y="4234095"/>
                  </a:lnTo>
                  <a:lnTo>
                    <a:pt x="1462112" y="4234095"/>
                  </a:lnTo>
                  <a:lnTo>
                    <a:pt x="1462206" y="4234095"/>
                  </a:lnTo>
                  <a:lnTo>
                    <a:pt x="1462300" y="4234095"/>
                  </a:lnTo>
                  <a:lnTo>
                    <a:pt x="1462394" y="4234095"/>
                  </a:lnTo>
                  <a:lnTo>
                    <a:pt x="1462488" y="4234095"/>
                  </a:lnTo>
                  <a:lnTo>
                    <a:pt x="1462582" y="4234095"/>
                  </a:lnTo>
                  <a:lnTo>
                    <a:pt x="1462676" y="4234095"/>
                  </a:lnTo>
                  <a:lnTo>
                    <a:pt x="1462770" y="4234095"/>
                  </a:lnTo>
                  <a:lnTo>
                    <a:pt x="1462864" y="4234095"/>
                  </a:lnTo>
                  <a:lnTo>
                    <a:pt x="1462958" y="4234095"/>
                  </a:lnTo>
                  <a:lnTo>
                    <a:pt x="1463052" y="4234095"/>
                  </a:lnTo>
                  <a:lnTo>
                    <a:pt x="1463146" y="4234095"/>
                  </a:lnTo>
                  <a:lnTo>
                    <a:pt x="1463146" y="4228816"/>
                  </a:lnTo>
                  <a:lnTo>
                    <a:pt x="1463240" y="4228816"/>
                  </a:lnTo>
                  <a:lnTo>
                    <a:pt x="1463334" y="4228816"/>
                  </a:lnTo>
                  <a:lnTo>
                    <a:pt x="1463428" y="4228816"/>
                  </a:lnTo>
                  <a:lnTo>
                    <a:pt x="1463522" y="4228816"/>
                  </a:lnTo>
                  <a:lnTo>
                    <a:pt x="1463616" y="4228816"/>
                  </a:lnTo>
                  <a:lnTo>
                    <a:pt x="1463710" y="4228816"/>
                  </a:lnTo>
                  <a:lnTo>
                    <a:pt x="1463805" y="4228816"/>
                  </a:lnTo>
                  <a:lnTo>
                    <a:pt x="1463899" y="4228816"/>
                  </a:lnTo>
                  <a:lnTo>
                    <a:pt x="1463993" y="4228816"/>
                  </a:lnTo>
                  <a:lnTo>
                    <a:pt x="1464087" y="4228816"/>
                  </a:lnTo>
                  <a:lnTo>
                    <a:pt x="1464181" y="4228816"/>
                  </a:lnTo>
                  <a:lnTo>
                    <a:pt x="1464275" y="4228816"/>
                  </a:lnTo>
                  <a:lnTo>
                    <a:pt x="1464369" y="4228816"/>
                  </a:lnTo>
                  <a:lnTo>
                    <a:pt x="1464463" y="4228816"/>
                  </a:lnTo>
                  <a:lnTo>
                    <a:pt x="1464557" y="4228816"/>
                  </a:lnTo>
                  <a:lnTo>
                    <a:pt x="1464651" y="4228816"/>
                  </a:lnTo>
                  <a:lnTo>
                    <a:pt x="1464651" y="4223537"/>
                  </a:lnTo>
                  <a:lnTo>
                    <a:pt x="1464745" y="4223537"/>
                  </a:lnTo>
                  <a:lnTo>
                    <a:pt x="1464839" y="4223537"/>
                  </a:lnTo>
                  <a:lnTo>
                    <a:pt x="1464933" y="4223537"/>
                  </a:lnTo>
                  <a:lnTo>
                    <a:pt x="1465027" y="4223537"/>
                  </a:lnTo>
                  <a:lnTo>
                    <a:pt x="1465121" y="4223537"/>
                  </a:lnTo>
                  <a:lnTo>
                    <a:pt x="1465215" y="4223537"/>
                  </a:lnTo>
                  <a:lnTo>
                    <a:pt x="1465309" y="4223537"/>
                  </a:lnTo>
                  <a:lnTo>
                    <a:pt x="1465403" y="4223537"/>
                  </a:lnTo>
                  <a:lnTo>
                    <a:pt x="1465497" y="4223537"/>
                  </a:lnTo>
                  <a:lnTo>
                    <a:pt x="1465591" y="4223537"/>
                  </a:lnTo>
                  <a:lnTo>
                    <a:pt x="1465685" y="4223537"/>
                  </a:lnTo>
                  <a:lnTo>
                    <a:pt x="1465779" y="4223537"/>
                  </a:lnTo>
                  <a:lnTo>
                    <a:pt x="1465873" y="4223537"/>
                  </a:lnTo>
                  <a:lnTo>
                    <a:pt x="1465967" y="4223537"/>
                  </a:lnTo>
                  <a:lnTo>
                    <a:pt x="1466061" y="4223537"/>
                  </a:lnTo>
                  <a:lnTo>
                    <a:pt x="1466155" y="4223537"/>
                  </a:lnTo>
                  <a:lnTo>
                    <a:pt x="1466249" y="4223537"/>
                  </a:lnTo>
                  <a:lnTo>
                    <a:pt x="1466343" y="4223537"/>
                  </a:lnTo>
                  <a:lnTo>
                    <a:pt x="1466437" y="4223537"/>
                  </a:lnTo>
                  <a:lnTo>
                    <a:pt x="1466531" y="4223537"/>
                  </a:lnTo>
                  <a:lnTo>
                    <a:pt x="1466625" y="4223537"/>
                  </a:lnTo>
                  <a:lnTo>
                    <a:pt x="1466719" y="4223537"/>
                  </a:lnTo>
                  <a:lnTo>
                    <a:pt x="1466813" y="4223537"/>
                  </a:lnTo>
                  <a:lnTo>
                    <a:pt x="1466907" y="4223537"/>
                  </a:lnTo>
                  <a:lnTo>
                    <a:pt x="1467001" y="4223537"/>
                  </a:lnTo>
                  <a:lnTo>
                    <a:pt x="1467095" y="4223537"/>
                  </a:lnTo>
                  <a:lnTo>
                    <a:pt x="1467189" y="4223537"/>
                  </a:lnTo>
                  <a:lnTo>
                    <a:pt x="1467283" y="4223537"/>
                  </a:lnTo>
                  <a:lnTo>
                    <a:pt x="1467378" y="4223537"/>
                  </a:lnTo>
                  <a:lnTo>
                    <a:pt x="1467472" y="4223537"/>
                  </a:lnTo>
                  <a:lnTo>
                    <a:pt x="1467566" y="4223537"/>
                  </a:lnTo>
                  <a:lnTo>
                    <a:pt x="1467660" y="4223537"/>
                  </a:lnTo>
                  <a:lnTo>
                    <a:pt x="1467754" y="4223537"/>
                  </a:lnTo>
                  <a:lnTo>
                    <a:pt x="1467848" y="4223537"/>
                  </a:lnTo>
                  <a:lnTo>
                    <a:pt x="1467942" y="4223537"/>
                  </a:lnTo>
                  <a:lnTo>
                    <a:pt x="1468036" y="4223537"/>
                  </a:lnTo>
                  <a:lnTo>
                    <a:pt x="1468130" y="4223537"/>
                  </a:lnTo>
                  <a:lnTo>
                    <a:pt x="1468224" y="4223537"/>
                  </a:lnTo>
                  <a:lnTo>
                    <a:pt x="1468318" y="4223537"/>
                  </a:lnTo>
                  <a:lnTo>
                    <a:pt x="1468412" y="4223537"/>
                  </a:lnTo>
                  <a:lnTo>
                    <a:pt x="1468506" y="4223537"/>
                  </a:lnTo>
                  <a:lnTo>
                    <a:pt x="1468600" y="4223537"/>
                  </a:lnTo>
                  <a:lnTo>
                    <a:pt x="1468694" y="4223537"/>
                  </a:lnTo>
                  <a:lnTo>
                    <a:pt x="1468788" y="4223537"/>
                  </a:lnTo>
                  <a:lnTo>
                    <a:pt x="1468882" y="4223537"/>
                  </a:lnTo>
                  <a:lnTo>
                    <a:pt x="1468976" y="4223537"/>
                  </a:lnTo>
                  <a:lnTo>
                    <a:pt x="1469070" y="4223537"/>
                  </a:lnTo>
                  <a:lnTo>
                    <a:pt x="1469164" y="4223537"/>
                  </a:lnTo>
                  <a:lnTo>
                    <a:pt x="1469258" y="4223537"/>
                  </a:lnTo>
                  <a:lnTo>
                    <a:pt x="1469352" y="4223537"/>
                  </a:lnTo>
                  <a:lnTo>
                    <a:pt x="1469446" y="4223537"/>
                  </a:lnTo>
                  <a:lnTo>
                    <a:pt x="1469540" y="4223537"/>
                  </a:lnTo>
                  <a:lnTo>
                    <a:pt x="1469634" y="4223537"/>
                  </a:lnTo>
                  <a:lnTo>
                    <a:pt x="1469728" y="4223537"/>
                  </a:lnTo>
                  <a:lnTo>
                    <a:pt x="1469822" y="4223537"/>
                  </a:lnTo>
                  <a:lnTo>
                    <a:pt x="1469916" y="4223537"/>
                  </a:lnTo>
                  <a:lnTo>
                    <a:pt x="1470010" y="4223537"/>
                  </a:lnTo>
                  <a:lnTo>
                    <a:pt x="1470104" y="4223537"/>
                  </a:lnTo>
                  <a:lnTo>
                    <a:pt x="1470198" y="4223537"/>
                  </a:lnTo>
                  <a:lnTo>
                    <a:pt x="1470292" y="4223537"/>
                  </a:lnTo>
                  <a:lnTo>
                    <a:pt x="1470386" y="4223537"/>
                  </a:lnTo>
                  <a:lnTo>
                    <a:pt x="1470480" y="4223537"/>
                  </a:lnTo>
                  <a:lnTo>
                    <a:pt x="1470574" y="4223537"/>
                  </a:lnTo>
                  <a:lnTo>
                    <a:pt x="1470668" y="4223537"/>
                  </a:lnTo>
                  <a:lnTo>
                    <a:pt x="1470762" y="4223537"/>
                  </a:lnTo>
                  <a:lnTo>
                    <a:pt x="1470857" y="4223537"/>
                  </a:lnTo>
                  <a:lnTo>
                    <a:pt x="1470951" y="4223537"/>
                  </a:lnTo>
                  <a:lnTo>
                    <a:pt x="1471045" y="4223537"/>
                  </a:lnTo>
                  <a:lnTo>
                    <a:pt x="1471139" y="4223537"/>
                  </a:lnTo>
                  <a:lnTo>
                    <a:pt x="1471233" y="4223537"/>
                  </a:lnTo>
                  <a:lnTo>
                    <a:pt x="1471327" y="4223537"/>
                  </a:lnTo>
                  <a:lnTo>
                    <a:pt x="1471421" y="4223537"/>
                  </a:lnTo>
                  <a:lnTo>
                    <a:pt x="1471515" y="4223537"/>
                  </a:lnTo>
                  <a:lnTo>
                    <a:pt x="1471609" y="4223537"/>
                  </a:lnTo>
                  <a:lnTo>
                    <a:pt x="1471703" y="4223537"/>
                  </a:lnTo>
                  <a:lnTo>
                    <a:pt x="1471797" y="4223537"/>
                  </a:lnTo>
                  <a:lnTo>
                    <a:pt x="1471891" y="4223537"/>
                  </a:lnTo>
                  <a:lnTo>
                    <a:pt x="1471985" y="4223537"/>
                  </a:lnTo>
                  <a:lnTo>
                    <a:pt x="1472079" y="4223537"/>
                  </a:lnTo>
                  <a:lnTo>
                    <a:pt x="1472079" y="4218257"/>
                  </a:lnTo>
                  <a:lnTo>
                    <a:pt x="1472173" y="4218257"/>
                  </a:lnTo>
                  <a:lnTo>
                    <a:pt x="1472267" y="4218257"/>
                  </a:lnTo>
                  <a:lnTo>
                    <a:pt x="1472361" y="4218257"/>
                  </a:lnTo>
                  <a:lnTo>
                    <a:pt x="1472455" y="4218257"/>
                  </a:lnTo>
                  <a:lnTo>
                    <a:pt x="1472549" y="4218257"/>
                  </a:lnTo>
                  <a:lnTo>
                    <a:pt x="1472643" y="4218257"/>
                  </a:lnTo>
                  <a:lnTo>
                    <a:pt x="1472737" y="4218257"/>
                  </a:lnTo>
                  <a:lnTo>
                    <a:pt x="1472831" y="4218257"/>
                  </a:lnTo>
                  <a:lnTo>
                    <a:pt x="1472925" y="4218257"/>
                  </a:lnTo>
                  <a:lnTo>
                    <a:pt x="1473019" y="4218257"/>
                  </a:lnTo>
                  <a:lnTo>
                    <a:pt x="1473113" y="4218257"/>
                  </a:lnTo>
                  <a:lnTo>
                    <a:pt x="1473207" y="4218257"/>
                  </a:lnTo>
                  <a:lnTo>
                    <a:pt x="1473301" y="4218257"/>
                  </a:lnTo>
                  <a:lnTo>
                    <a:pt x="1473395" y="4218257"/>
                  </a:lnTo>
                  <a:lnTo>
                    <a:pt x="1473489" y="4218257"/>
                  </a:lnTo>
                  <a:lnTo>
                    <a:pt x="1473583" y="4218257"/>
                  </a:lnTo>
                  <a:lnTo>
                    <a:pt x="1473677" y="4218257"/>
                  </a:lnTo>
                  <a:lnTo>
                    <a:pt x="1473771" y="4218257"/>
                  </a:lnTo>
                  <a:lnTo>
                    <a:pt x="1473865" y="4218257"/>
                  </a:lnTo>
                  <a:lnTo>
                    <a:pt x="1473959" y="4218257"/>
                  </a:lnTo>
                  <a:lnTo>
                    <a:pt x="1474053" y="4218257"/>
                  </a:lnTo>
                  <a:lnTo>
                    <a:pt x="1474147" y="4218257"/>
                  </a:lnTo>
                  <a:lnTo>
                    <a:pt x="1474241" y="4218257"/>
                  </a:lnTo>
                  <a:lnTo>
                    <a:pt x="1474335" y="4218257"/>
                  </a:lnTo>
                  <a:lnTo>
                    <a:pt x="1474430" y="4218257"/>
                  </a:lnTo>
                  <a:lnTo>
                    <a:pt x="1474524" y="4218257"/>
                  </a:lnTo>
                  <a:lnTo>
                    <a:pt x="1474618" y="4218257"/>
                  </a:lnTo>
                  <a:lnTo>
                    <a:pt x="1474712" y="4218257"/>
                  </a:lnTo>
                  <a:lnTo>
                    <a:pt x="1474806" y="4218257"/>
                  </a:lnTo>
                  <a:lnTo>
                    <a:pt x="1474900" y="4218257"/>
                  </a:lnTo>
                  <a:lnTo>
                    <a:pt x="1474994" y="4218257"/>
                  </a:lnTo>
                  <a:lnTo>
                    <a:pt x="1475088" y="4218257"/>
                  </a:lnTo>
                  <a:lnTo>
                    <a:pt x="1475182" y="4218257"/>
                  </a:lnTo>
                  <a:lnTo>
                    <a:pt x="1475276" y="4218257"/>
                  </a:lnTo>
                  <a:lnTo>
                    <a:pt x="1475370" y="4218257"/>
                  </a:lnTo>
                  <a:lnTo>
                    <a:pt x="1475464" y="4218257"/>
                  </a:lnTo>
                  <a:lnTo>
                    <a:pt x="1475558" y="4218257"/>
                  </a:lnTo>
                  <a:lnTo>
                    <a:pt x="1475652" y="4218257"/>
                  </a:lnTo>
                  <a:lnTo>
                    <a:pt x="1475746" y="4218257"/>
                  </a:lnTo>
                  <a:lnTo>
                    <a:pt x="1475840" y="4218257"/>
                  </a:lnTo>
                  <a:lnTo>
                    <a:pt x="1475934" y="4218257"/>
                  </a:lnTo>
                  <a:lnTo>
                    <a:pt x="1476028" y="4218257"/>
                  </a:lnTo>
                  <a:lnTo>
                    <a:pt x="1476122" y="4218257"/>
                  </a:lnTo>
                  <a:lnTo>
                    <a:pt x="1476216" y="4218257"/>
                  </a:lnTo>
                  <a:lnTo>
                    <a:pt x="1476310" y="4218257"/>
                  </a:lnTo>
                  <a:lnTo>
                    <a:pt x="1476404" y="4218257"/>
                  </a:lnTo>
                  <a:lnTo>
                    <a:pt x="1476498" y="4218257"/>
                  </a:lnTo>
                  <a:lnTo>
                    <a:pt x="1476592" y="4218257"/>
                  </a:lnTo>
                  <a:lnTo>
                    <a:pt x="1476686" y="4218257"/>
                  </a:lnTo>
                  <a:lnTo>
                    <a:pt x="1476780" y="4218257"/>
                  </a:lnTo>
                  <a:lnTo>
                    <a:pt x="1476874" y="4218257"/>
                  </a:lnTo>
                  <a:lnTo>
                    <a:pt x="1476968" y="4218257"/>
                  </a:lnTo>
                  <a:lnTo>
                    <a:pt x="1477062" y="4218257"/>
                  </a:lnTo>
                  <a:lnTo>
                    <a:pt x="1477156" y="4218257"/>
                  </a:lnTo>
                  <a:lnTo>
                    <a:pt x="1477250" y="4218257"/>
                  </a:lnTo>
                  <a:lnTo>
                    <a:pt x="1477344" y="4218257"/>
                  </a:lnTo>
                  <a:lnTo>
                    <a:pt x="1477438" y="4218257"/>
                  </a:lnTo>
                  <a:lnTo>
                    <a:pt x="1477532" y="4218257"/>
                  </a:lnTo>
                  <a:lnTo>
                    <a:pt x="1477626" y="4218257"/>
                  </a:lnTo>
                  <a:lnTo>
                    <a:pt x="1477720" y="4218257"/>
                  </a:lnTo>
                  <a:lnTo>
                    <a:pt x="1477814" y="4218257"/>
                  </a:lnTo>
                  <a:lnTo>
                    <a:pt x="1477908" y="4218257"/>
                  </a:lnTo>
                  <a:lnTo>
                    <a:pt x="1478003" y="4218257"/>
                  </a:lnTo>
                  <a:lnTo>
                    <a:pt x="1478097" y="4218257"/>
                  </a:lnTo>
                  <a:lnTo>
                    <a:pt x="1478191" y="4218257"/>
                  </a:lnTo>
                  <a:lnTo>
                    <a:pt x="1478285" y="4218257"/>
                  </a:lnTo>
                  <a:lnTo>
                    <a:pt x="1478379" y="4218257"/>
                  </a:lnTo>
                  <a:lnTo>
                    <a:pt x="1478473" y="4218257"/>
                  </a:lnTo>
                  <a:lnTo>
                    <a:pt x="1478567" y="4218257"/>
                  </a:lnTo>
                  <a:lnTo>
                    <a:pt x="1478661" y="4218257"/>
                  </a:lnTo>
                  <a:lnTo>
                    <a:pt x="1478755" y="4218257"/>
                  </a:lnTo>
                  <a:lnTo>
                    <a:pt x="1478849" y="4218257"/>
                  </a:lnTo>
                  <a:lnTo>
                    <a:pt x="1478943" y="4218257"/>
                  </a:lnTo>
                  <a:lnTo>
                    <a:pt x="1479037" y="4218257"/>
                  </a:lnTo>
                  <a:lnTo>
                    <a:pt x="1479131" y="4218257"/>
                  </a:lnTo>
                  <a:lnTo>
                    <a:pt x="1479225" y="4218257"/>
                  </a:lnTo>
                  <a:lnTo>
                    <a:pt x="1479319" y="4218257"/>
                  </a:lnTo>
                  <a:lnTo>
                    <a:pt x="1479413" y="4218257"/>
                  </a:lnTo>
                  <a:lnTo>
                    <a:pt x="1479507" y="4218257"/>
                  </a:lnTo>
                  <a:lnTo>
                    <a:pt x="1479601" y="4218257"/>
                  </a:lnTo>
                  <a:lnTo>
                    <a:pt x="1479695" y="4218257"/>
                  </a:lnTo>
                  <a:lnTo>
                    <a:pt x="1479789" y="4218257"/>
                  </a:lnTo>
                  <a:lnTo>
                    <a:pt x="1479883" y="4218257"/>
                  </a:lnTo>
                  <a:lnTo>
                    <a:pt x="1479977" y="4218257"/>
                  </a:lnTo>
                  <a:lnTo>
                    <a:pt x="1480071" y="4218257"/>
                  </a:lnTo>
                  <a:lnTo>
                    <a:pt x="1480165" y="4218257"/>
                  </a:lnTo>
                  <a:lnTo>
                    <a:pt x="1480259" y="4218257"/>
                  </a:lnTo>
                  <a:lnTo>
                    <a:pt x="1480353" y="4218257"/>
                  </a:lnTo>
                  <a:lnTo>
                    <a:pt x="1480447" y="4218257"/>
                  </a:lnTo>
                  <a:lnTo>
                    <a:pt x="1480541" y="4218257"/>
                  </a:lnTo>
                  <a:lnTo>
                    <a:pt x="1480635" y="4218257"/>
                  </a:lnTo>
                  <a:lnTo>
                    <a:pt x="1480729" y="4218257"/>
                  </a:lnTo>
                  <a:lnTo>
                    <a:pt x="1480823" y="4218257"/>
                  </a:lnTo>
                  <a:lnTo>
                    <a:pt x="1480917" y="4218257"/>
                  </a:lnTo>
                  <a:lnTo>
                    <a:pt x="1480917" y="4212978"/>
                  </a:lnTo>
                  <a:lnTo>
                    <a:pt x="1481011" y="4212978"/>
                  </a:lnTo>
                  <a:lnTo>
                    <a:pt x="1481105" y="4212978"/>
                  </a:lnTo>
                  <a:lnTo>
                    <a:pt x="1481199" y="4212978"/>
                  </a:lnTo>
                  <a:lnTo>
                    <a:pt x="1481293" y="4212978"/>
                  </a:lnTo>
                  <a:lnTo>
                    <a:pt x="1481387" y="4212978"/>
                  </a:lnTo>
                  <a:lnTo>
                    <a:pt x="1481482" y="4212978"/>
                  </a:lnTo>
                  <a:lnTo>
                    <a:pt x="1481576" y="4212978"/>
                  </a:lnTo>
                  <a:lnTo>
                    <a:pt x="1481670" y="4212978"/>
                  </a:lnTo>
                  <a:lnTo>
                    <a:pt x="1481764" y="4212978"/>
                  </a:lnTo>
                  <a:lnTo>
                    <a:pt x="1481858" y="4212978"/>
                  </a:lnTo>
                  <a:lnTo>
                    <a:pt x="1481952" y="4212978"/>
                  </a:lnTo>
                  <a:lnTo>
                    <a:pt x="1482046" y="4212978"/>
                  </a:lnTo>
                  <a:lnTo>
                    <a:pt x="1482140" y="4212978"/>
                  </a:lnTo>
                  <a:lnTo>
                    <a:pt x="1482234" y="4212978"/>
                  </a:lnTo>
                  <a:lnTo>
                    <a:pt x="1482234" y="4207698"/>
                  </a:lnTo>
                  <a:lnTo>
                    <a:pt x="1482328" y="4207698"/>
                  </a:lnTo>
                  <a:lnTo>
                    <a:pt x="1482422" y="4207698"/>
                  </a:lnTo>
                  <a:lnTo>
                    <a:pt x="1482516" y="4207698"/>
                  </a:lnTo>
                  <a:lnTo>
                    <a:pt x="1482610" y="4207698"/>
                  </a:lnTo>
                  <a:lnTo>
                    <a:pt x="1482704" y="4207698"/>
                  </a:lnTo>
                  <a:lnTo>
                    <a:pt x="1482798" y="4207698"/>
                  </a:lnTo>
                  <a:lnTo>
                    <a:pt x="1482892" y="4207698"/>
                  </a:lnTo>
                  <a:lnTo>
                    <a:pt x="1482986" y="4207698"/>
                  </a:lnTo>
                  <a:lnTo>
                    <a:pt x="1483080" y="4207698"/>
                  </a:lnTo>
                  <a:lnTo>
                    <a:pt x="1483174" y="4207698"/>
                  </a:lnTo>
                  <a:lnTo>
                    <a:pt x="1483268" y="4207698"/>
                  </a:lnTo>
                  <a:lnTo>
                    <a:pt x="1483362" y="4207698"/>
                  </a:lnTo>
                  <a:lnTo>
                    <a:pt x="1483456" y="4207698"/>
                  </a:lnTo>
                  <a:lnTo>
                    <a:pt x="1483550" y="4207698"/>
                  </a:lnTo>
                  <a:lnTo>
                    <a:pt x="1483644" y="4207698"/>
                  </a:lnTo>
                  <a:lnTo>
                    <a:pt x="1483738" y="4207698"/>
                  </a:lnTo>
                  <a:lnTo>
                    <a:pt x="1483832" y="4207698"/>
                  </a:lnTo>
                  <a:lnTo>
                    <a:pt x="1483926" y="4207698"/>
                  </a:lnTo>
                  <a:lnTo>
                    <a:pt x="1484020" y="4207698"/>
                  </a:lnTo>
                  <a:lnTo>
                    <a:pt x="1484114" y="4207698"/>
                  </a:lnTo>
                  <a:lnTo>
                    <a:pt x="1484208" y="4207698"/>
                  </a:lnTo>
                  <a:lnTo>
                    <a:pt x="1484302" y="4207698"/>
                  </a:lnTo>
                  <a:lnTo>
                    <a:pt x="1484396" y="4207698"/>
                  </a:lnTo>
                  <a:lnTo>
                    <a:pt x="1484490" y="4207698"/>
                  </a:lnTo>
                  <a:lnTo>
                    <a:pt x="1484584" y="4207698"/>
                  </a:lnTo>
                  <a:lnTo>
                    <a:pt x="1484678" y="4207698"/>
                  </a:lnTo>
                  <a:lnTo>
                    <a:pt x="1484772" y="4207698"/>
                  </a:lnTo>
                  <a:lnTo>
                    <a:pt x="1484866" y="4207698"/>
                  </a:lnTo>
                  <a:lnTo>
                    <a:pt x="1484960" y="4207698"/>
                  </a:lnTo>
                  <a:lnTo>
                    <a:pt x="1485055" y="4207698"/>
                  </a:lnTo>
                  <a:lnTo>
                    <a:pt x="1485149" y="4207698"/>
                  </a:lnTo>
                  <a:lnTo>
                    <a:pt x="1485149" y="4202419"/>
                  </a:lnTo>
                  <a:lnTo>
                    <a:pt x="1485243" y="4202419"/>
                  </a:lnTo>
                  <a:lnTo>
                    <a:pt x="1485337" y="4202419"/>
                  </a:lnTo>
                  <a:lnTo>
                    <a:pt x="1485431" y="4202419"/>
                  </a:lnTo>
                  <a:lnTo>
                    <a:pt x="1485525" y="4202419"/>
                  </a:lnTo>
                  <a:lnTo>
                    <a:pt x="1485619" y="4202419"/>
                  </a:lnTo>
                  <a:lnTo>
                    <a:pt x="1485713" y="4202419"/>
                  </a:lnTo>
                  <a:lnTo>
                    <a:pt x="1485807" y="4202419"/>
                  </a:lnTo>
                  <a:lnTo>
                    <a:pt x="1485901" y="4202419"/>
                  </a:lnTo>
                  <a:lnTo>
                    <a:pt x="1485995" y="4202419"/>
                  </a:lnTo>
                  <a:lnTo>
                    <a:pt x="1486089" y="4202419"/>
                  </a:lnTo>
                  <a:lnTo>
                    <a:pt x="1486183" y="4202419"/>
                  </a:lnTo>
                  <a:lnTo>
                    <a:pt x="1486277" y="4202419"/>
                  </a:lnTo>
                  <a:lnTo>
                    <a:pt x="1486371" y="4202419"/>
                  </a:lnTo>
                  <a:lnTo>
                    <a:pt x="1486465" y="4202419"/>
                  </a:lnTo>
                  <a:lnTo>
                    <a:pt x="1486559" y="4202419"/>
                  </a:lnTo>
                  <a:lnTo>
                    <a:pt x="1486653" y="4202419"/>
                  </a:lnTo>
                  <a:lnTo>
                    <a:pt x="1486747" y="4202419"/>
                  </a:lnTo>
                  <a:lnTo>
                    <a:pt x="1486841" y="4202419"/>
                  </a:lnTo>
                  <a:lnTo>
                    <a:pt x="1486935" y="4202419"/>
                  </a:lnTo>
                  <a:lnTo>
                    <a:pt x="1487029" y="4202419"/>
                  </a:lnTo>
                  <a:lnTo>
                    <a:pt x="1487123" y="4202419"/>
                  </a:lnTo>
                  <a:lnTo>
                    <a:pt x="1487217" y="4202419"/>
                  </a:lnTo>
                  <a:lnTo>
                    <a:pt x="1487311" y="4202419"/>
                  </a:lnTo>
                  <a:lnTo>
                    <a:pt x="1487405" y="4202419"/>
                  </a:lnTo>
                  <a:lnTo>
                    <a:pt x="1487499" y="4202419"/>
                  </a:lnTo>
                  <a:lnTo>
                    <a:pt x="1487593" y="4202419"/>
                  </a:lnTo>
                  <a:lnTo>
                    <a:pt x="1487687" y="4202419"/>
                  </a:lnTo>
                  <a:lnTo>
                    <a:pt x="1487781" y="4202419"/>
                  </a:lnTo>
                  <a:lnTo>
                    <a:pt x="1487875" y="4202419"/>
                  </a:lnTo>
                  <a:lnTo>
                    <a:pt x="1487969" y="4202419"/>
                  </a:lnTo>
                  <a:lnTo>
                    <a:pt x="1488063" y="4202419"/>
                  </a:lnTo>
                  <a:lnTo>
                    <a:pt x="1488157" y="4202419"/>
                  </a:lnTo>
                  <a:lnTo>
                    <a:pt x="1488251" y="4202419"/>
                  </a:lnTo>
                  <a:lnTo>
                    <a:pt x="1488345" y="4202419"/>
                  </a:lnTo>
                  <a:lnTo>
                    <a:pt x="1488439" y="4202419"/>
                  </a:lnTo>
                  <a:lnTo>
                    <a:pt x="1488439" y="4197139"/>
                  </a:lnTo>
                  <a:lnTo>
                    <a:pt x="1488533" y="4197139"/>
                  </a:lnTo>
                  <a:lnTo>
                    <a:pt x="1488628" y="4197139"/>
                  </a:lnTo>
                  <a:lnTo>
                    <a:pt x="1488722" y="4197139"/>
                  </a:lnTo>
                  <a:lnTo>
                    <a:pt x="1488816" y="4197139"/>
                  </a:lnTo>
                  <a:lnTo>
                    <a:pt x="1488910" y="4197139"/>
                  </a:lnTo>
                  <a:lnTo>
                    <a:pt x="1489004" y="4197139"/>
                  </a:lnTo>
                  <a:lnTo>
                    <a:pt x="1489098" y="4197139"/>
                  </a:lnTo>
                  <a:lnTo>
                    <a:pt x="1489192" y="4197139"/>
                  </a:lnTo>
                  <a:lnTo>
                    <a:pt x="1489286" y="4197139"/>
                  </a:lnTo>
                  <a:lnTo>
                    <a:pt x="1489380" y="4197139"/>
                  </a:lnTo>
                  <a:lnTo>
                    <a:pt x="1489474" y="4197139"/>
                  </a:lnTo>
                  <a:lnTo>
                    <a:pt x="1489568" y="4197139"/>
                  </a:lnTo>
                  <a:lnTo>
                    <a:pt x="1489662" y="4197139"/>
                  </a:lnTo>
                  <a:lnTo>
                    <a:pt x="1489756" y="4197139"/>
                  </a:lnTo>
                  <a:lnTo>
                    <a:pt x="1489850" y="4197139"/>
                  </a:lnTo>
                  <a:lnTo>
                    <a:pt x="1489944" y="4197139"/>
                  </a:lnTo>
                  <a:lnTo>
                    <a:pt x="1490038" y="4197139"/>
                  </a:lnTo>
                  <a:lnTo>
                    <a:pt x="1490132" y="4197139"/>
                  </a:lnTo>
                  <a:lnTo>
                    <a:pt x="1490226" y="4197139"/>
                  </a:lnTo>
                  <a:lnTo>
                    <a:pt x="1490320" y="4197139"/>
                  </a:lnTo>
                  <a:lnTo>
                    <a:pt x="1490414" y="4197139"/>
                  </a:lnTo>
                  <a:lnTo>
                    <a:pt x="1490508" y="4197139"/>
                  </a:lnTo>
                  <a:lnTo>
                    <a:pt x="1490602" y="4197139"/>
                  </a:lnTo>
                  <a:lnTo>
                    <a:pt x="1490696" y="4197139"/>
                  </a:lnTo>
                  <a:lnTo>
                    <a:pt x="1490790" y="4197139"/>
                  </a:lnTo>
                  <a:lnTo>
                    <a:pt x="1490884" y="4197139"/>
                  </a:lnTo>
                  <a:lnTo>
                    <a:pt x="1490884" y="4191860"/>
                  </a:lnTo>
                  <a:lnTo>
                    <a:pt x="1490978" y="4191860"/>
                  </a:lnTo>
                  <a:lnTo>
                    <a:pt x="1491072" y="4191860"/>
                  </a:lnTo>
                  <a:lnTo>
                    <a:pt x="1491166" y="4191860"/>
                  </a:lnTo>
                  <a:lnTo>
                    <a:pt x="1491260" y="4191860"/>
                  </a:lnTo>
                  <a:lnTo>
                    <a:pt x="1491354" y="4191860"/>
                  </a:lnTo>
                  <a:lnTo>
                    <a:pt x="1491448" y="4191860"/>
                  </a:lnTo>
                  <a:lnTo>
                    <a:pt x="1491542" y="4191860"/>
                  </a:lnTo>
                  <a:lnTo>
                    <a:pt x="1491636" y="4191860"/>
                  </a:lnTo>
                  <a:lnTo>
                    <a:pt x="1491730" y="4191860"/>
                  </a:lnTo>
                  <a:lnTo>
                    <a:pt x="1491824" y="4191860"/>
                  </a:lnTo>
                  <a:lnTo>
                    <a:pt x="1491918" y="4191860"/>
                  </a:lnTo>
                  <a:lnTo>
                    <a:pt x="1492012" y="4191860"/>
                  </a:lnTo>
                  <a:lnTo>
                    <a:pt x="1492107" y="4191860"/>
                  </a:lnTo>
                  <a:lnTo>
                    <a:pt x="1492201" y="4191860"/>
                  </a:lnTo>
                  <a:lnTo>
                    <a:pt x="1492295" y="4191860"/>
                  </a:lnTo>
                  <a:lnTo>
                    <a:pt x="1492389" y="4191860"/>
                  </a:lnTo>
                  <a:lnTo>
                    <a:pt x="1492483" y="4191860"/>
                  </a:lnTo>
                  <a:lnTo>
                    <a:pt x="1492577" y="4191860"/>
                  </a:lnTo>
                  <a:lnTo>
                    <a:pt x="1492671" y="4191860"/>
                  </a:lnTo>
                  <a:lnTo>
                    <a:pt x="1492765" y="4191860"/>
                  </a:lnTo>
                  <a:lnTo>
                    <a:pt x="1492859" y="4191860"/>
                  </a:lnTo>
                  <a:lnTo>
                    <a:pt x="1492953" y="4191860"/>
                  </a:lnTo>
                  <a:lnTo>
                    <a:pt x="1493047" y="4191860"/>
                  </a:lnTo>
                  <a:lnTo>
                    <a:pt x="1493141" y="4191860"/>
                  </a:lnTo>
                  <a:lnTo>
                    <a:pt x="1493235" y="4191860"/>
                  </a:lnTo>
                  <a:lnTo>
                    <a:pt x="1493329" y="4191860"/>
                  </a:lnTo>
                  <a:lnTo>
                    <a:pt x="1493423" y="4191860"/>
                  </a:lnTo>
                  <a:lnTo>
                    <a:pt x="1493517" y="4191860"/>
                  </a:lnTo>
                  <a:lnTo>
                    <a:pt x="1493611" y="4191860"/>
                  </a:lnTo>
                  <a:lnTo>
                    <a:pt x="1493705" y="4191860"/>
                  </a:lnTo>
                  <a:lnTo>
                    <a:pt x="1493799" y="4191860"/>
                  </a:lnTo>
                  <a:lnTo>
                    <a:pt x="1493893" y="4191860"/>
                  </a:lnTo>
                  <a:lnTo>
                    <a:pt x="1493987" y="4191860"/>
                  </a:lnTo>
                  <a:lnTo>
                    <a:pt x="1494081" y="4191860"/>
                  </a:lnTo>
                  <a:lnTo>
                    <a:pt x="1494175" y="4191860"/>
                  </a:lnTo>
                  <a:lnTo>
                    <a:pt x="1494269" y="4191860"/>
                  </a:lnTo>
                  <a:lnTo>
                    <a:pt x="1494363" y="4191860"/>
                  </a:lnTo>
                  <a:lnTo>
                    <a:pt x="1494457" y="4191860"/>
                  </a:lnTo>
                  <a:lnTo>
                    <a:pt x="1494551" y="4191860"/>
                  </a:lnTo>
                  <a:lnTo>
                    <a:pt x="1494645" y="4191860"/>
                  </a:lnTo>
                  <a:lnTo>
                    <a:pt x="1494739" y="4191860"/>
                  </a:lnTo>
                  <a:lnTo>
                    <a:pt x="1494833" y="4191860"/>
                  </a:lnTo>
                  <a:lnTo>
                    <a:pt x="1494927" y="4191860"/>
                  </a:lnTo>
                  <a:lnTo>
                    <a:pt x="1495021" y="4191860"/>
                  </a:lnTo>
                  <a:lnTo>
                    <a:pt x="1495115" y="4191860"/>
                  </a:lnTo>
                  <a:lnTo>
                    <a:pt x="1495209" y="4191860"/>
                  </a:lnTo>
                  <a:lnTo>
                    <a:pt x="1495303" y="4191860"/>
                  </a:lnTo>
                  <a:lnTo>
                    <a:pt x="1495397" y="4191860"/>
                  </a:lnTo>
                  <a:lnTo>
                    <a:pt x="1495491" y="4191860"/>
                  </a:lnTo>
                  <a:lnTo>
                    <a:pt x="1495585" y="4191860"/>
                  </a:lnTo>
                  <a:lnTo>
                    <a:pt x="1495680" y="4191860"/>
                  </a:lnTo>
                  <a:lnTo>
                    <a:pt x="1495774" y="4191860"/>
                  </a:lnTo>
                  <a:lnTo>
                    <a:pt x="1495868" y="4191860"/>
                  </a:lnTo>
                  <a:lnTo>
                    <a:pt x="1495962" y="4191860"/>
                  </a:lnTo>
                  <a:lnTo>
                    <a:pt x="1496056" y="4191860"/>
                  </a:lnTo>
                  <a:lnTo>
                    <a:pt x="1496150" y="4191860"/>
                  </a:lnTo>
                  <a:lnTo>
                    <a:pt x="1496244" y="4191860"/>
                  </a:lnTo>
                  <a:lnTo>
                    <a:pt x="1496338" y="4191860"/>
                  </a:lnTo>
                  <a:lnTo>
                    <a:pt x="1496432" y="4191860"/>
                  </a:lnTo>
                  <a:lnTo>
                    <a:pt x="1496526" y="4191860"/>
                  </a:lnTo>
                  <a:lnTo>
                    <a:pt x="1496620" y="4191860"/>
                  </a:lnTo>
                  <a:lnTo>
                    <a:pt x="1496714" y="4191860"/>
                  </a:lnTo>
                  <a:lnTo>
                    <a:pt x="1496808" y="4191860"/>
                  </a:lnTo>
                  <a:lnTo>
                    <a:pt x="1496902" y="4191860"/>
                  </a:lnTo>
                  <a:lnTo>
                    <a:pt x="1496996" y="4191860"/>
                  </a:lnTo>
                  <a:lnTo>
                    <a:pt x="1497090" y="4191860"/>
                  </a:lnTo>
                  <a:lnTo>
                    <a:pt x="1497184" y="4191860"/>
                  </a:lnTo>
                  <a:lnTo>
                    <a:pt x="1497278" y="4191860"/>
                  </a:lnTo>
                  <a:lnTo>
                    <a:pt x="1497372" y="4191860"/>
                  </a:lnTo>
                  <a:lnTo>
                    <a:pt x="1497466" y="4191860"/>
                  </a:lnTo>
                  <a:lnTo>
                    <a:pt x="1497560" y="4191860"/>
                  </a:lnTo>
                  <a:lnTo>
                    <a:pt x="1497654" y="4191860"/>
                  </a:lnTo>
                  <a:lnTo>
                    <a:pt x="1497748" y="4191860"/>
                  </a:lnTo>
                  <a:lnTo>
                    <a:pt x="1497842" y="4191860"/>
                  </a:lnTo>
                  <a:lnTo>
                    <a:pt x="1497936" y="4191860"/>
                  </a:lnTo>
                  <a:lnTo>
                    <a:pt x="1498030" y="4191860"/>
                  </a:lnTo>
                  <a:lnTo>
                    <a:pt x="1498124" y="4191860"/>
                  </a:lnTo>
                  <a:lnTo>
                    <a:pt x="1498218" y="4191860"/>
                  </a:lnTo>
                  <a:lnTo>
                    <a:pt x="1498312" y="4191860"/>
                  </a:lnTo>
                  <a:lnTo>
                    <a:pt x="1498406" y="4191860"/>
                  </a:lnTo>
                  <a:lnTo>
                    <a:pt x="1498500" y="4191860"/>
                  </a:lnTo>
                  <a:lnTo>
                    <a:pt x="1498594" y="4191860"/>
                  </a:lnTo>
                  <a:lnTo>
                    <a:pt x="1498594" y="4186581"/>
                  </a:lnTo>
                  <a:lnTo>
                    <a:pt x="1498688" y="4186581"/>
                  </a:lnTo>
                  <a:lnTo>
                    <a:pt x="1498688" y="4181301"/>
                  </a:lnTo>
                  <a:lnTo>
                    <a:pt x="1498782" y="4181301"/>
                  </a:lnTo>
                  <a:lnTo>
                    <a:pt x="1498876" y="4181301"/>
                  </a:lnTo>
                  <a:lnTo>
                    <a:pt x="1498970" y="4181301"/>
                  </a:lnTo>
                  <a:lnTo>
                    <a:pt x="1499064" y="4181301"/>
                  </a:lnTo>
                  <a:lnTo>
                    <a:pt x="1499158" y="4181301"/>
                  </a:lnTo>
                  <a:lnTo>
                    <a:pt x="1499253" y="4181301"/>
                  </a:lnTo>
                  <a:lnTo>
                    <a:pt x="1499347" y="4181301"/>
                  </a:lnTo>
                  <a:lnTo>
                    <a:pt x="1499441" y="4181301"/>
                  </a:lnTo>
                  <a:lnTo>
                    <a:pt x="1499535" y="4181301"/>
                  </a:lnTo>
                  <a:lnTo>
                    <a:pt x="1499629" y="4181301"/>
                  </a:lnTo>
                  <a:lnTo>
                    <a:pt x="1499723" y="4181301"/>
                  </a:lnTo>
                  <a:lnTo>
                    <a:pt x="1499817" y="4181301"/>
                  </a:lnTo>
                  <a:lnTo>
                    <a:pt x="1499911" y="4181301"/>
                  </a:lnTo>
                  <a:lnTo>
                    <a:pt x="1500005" y="4181301"/>
                  </a:lnTo>
                  <a:lnTo>
                    <a:pt x="1500099" y="4181301"/>
                  </a:lnTo>
                  <a:lnTo>
                    <a:pt x="1500193" y="4181301"/>
                  </a:lnTo>
                  <a:lnTo>
                    <a:pt x="1500287" y="4181301"/>
                  </a:lnTo>
                  <a:lnTo>
                    <a:pt x="1500381" y="4181301"/>
                  </a:lnTo>
                  <a:lnTo>
                    <a:pt x="1500475" y="4181301"/>
                  </a:lnTo>
                  <a:lnTo>
                    <a:pt x="1500569" y="4181301"/>
                  </a:lnTo>
                  <a:lnTo>
                    <a:pt x="1500663" y="4181301"/>
                  </a:lnTo>
                  <a:lnTo>
                    <a:pt x="1500757" y="4181301"/>
                  </a:lnTo>
                  <a:lnTo>
                    <a:pt x="1500851" y="4181301"/>
                  </a:lnTo>
                  <a:lnTo>
                    <a:pt x="1500945" y="4181301"/>
                  </a:lnTo>
                  <a:lnTo>
                    <a:pt x="1501039" y="4181301"/>
                  </a:lnTo>
                  <a:lnTo>
                    <a:pt x="1501039" y="4176022"/>
                  </a:lnTo>
                  <a:lnTo>
                    <a:pt x="1501133" y="4176022"/>
                  </a:lnTo>
                  <a:lnTo>
                    <a:pt x="1501227" y="4176022"/>
                  </a:lnTo>
                  <a:lnTo>
                    <a:pt x="1501321" y="4176022"/>
                  </a:lnTo>
                  <a:lnTo>
                    <a:pt x="1501415" y="4176022"/>
                  </a:lnTo>
                  <a:lnTo>
                    <a:pt x="1501509" y="4176022"/>
                  </a:lnTo>
                  <a:lnTo>
                    <a:pt x="1501603" y="4176022"/>
                  </a:lnTo>
                  <a:lnTo>
                    <a:pt x="1501697" y="4176022"/>
                  </a:lnTo>
                  <a:lnTo>
                    <a:pt x="1501791" y="4176022"/>
                  </a:lnTo>
                  <a:lnTo>
                    <a:pt x="1501885" y="4176022"/>
                  </a:lnTo>
                  <a:lnTo>
                    <a:pt x="1501979" y="4176022"/>
                  </a:lnTo>
                  <a:lnTo>
                    <a:pt x="1502073" y="4176022"/>
                  </a:lnTo>
                  <a:lnTo>
                    <a:pt x="1502167" y="4176022"/>
                  </a:lnTo>
                  <a:lnTo>
                    <a:pt x="1502261" y="4176022"/>
                  </a:lnTo>
                  <a:lnTo>
                    <a:pt x="1502355" y="4176022"/>
                  </a:lnTo>
                  <a:lnTo>
                    <a:pt x="1502449" y="4176022"/>
                  </a:lnTo>
                  <a:lnTo>
                    <a:pt x="1502543" y="4176022"/>
                  </a:lnTo>
                  <a:lnTo>
                    <a:pt x="1502637" y="4176022"/>
                  </a:lnTo>
                  <a:lnTo>
                    <a:pt x="1502732" y="4176022"/>
                  </a:lnTo>
                  <a:lnTo>
                    <a:pt x="1502826" y="4176022"/>
                  </a:lnTo>
                  <a:lnTo>
                    <a:pt x="1502920" y="4176022"/>
                  </a:lnTo>
                  <a:lnTo>
                    <a:pt x="1503014" y="4176022"/>
                  </a:lnTo>
                  <a:lnTo>
                    <a:pt x="1503108" y="4176022"/>
                  </a:lnTo>
                  <a:lnTo>
                    <a:pt x="1503202" y="4176022"/>
                  </a:lnTo>
                  <a:lnTo>
                    <a:pt x="1503296" y="4176022"/>
                  </a:lnTo>
                  <a:lnTo>
                    <a:pt x="1503390" y="4176022"/>
                  </a:lnTo>
                  <a:lnTo>
                    <a:pt x="1503484" y="4176022"/>
                  </a:lnTo>
                  <a:lnTo>
                    <a:pt x="1503578" y="4176022"/>
                  </a:lnTo>
                  <a:lnTo>
                    <a:pt x="1503672" y="4176022"/>
                  </a:lnTo>
                  <a:lnTo>
                    <a:pt x="1503766" y="4176022"/>
                  </a:lnTo>
                  <a:lnTo>
                    <a:pt x="1503860" y="4176022"/>
                  </a:lnTo>
                  <a:lnTo>
                    <a:pt x="1503954" y="4176022"/>
                  </a:lnTo>
                  <a:lnTo>
                    <a:pt x="1504048" y="4176022"/>
                  </a:lnTo>
                  <a:lnTo>
                    <a:pt x="1504142" y="4176022"/>
                  </a:lnTo>
                  <a:lnTo>
                    <a:pt x="1504236" y="4176022"/>
                  </a:lnTo>
                  <a:lnTo>
                    <a:pt x="1504330" y="4176022"/>
                  </a:lnTo>
                  <a:lnTo>
                    <a:pt x="1504424" y="4176022"/>
                  </a:lnTo>
                  <a:lnTo>
                    <a:pt x="1504518" y="4176022"/>
                  </a:lnTo>
                  <a:lnTo>
                    <a:pt x="1504612" y="4176022"/>
                  </a:lnTo>
                  <a:lnTo>
                    <a:pt x="1504706" y="4176022"/>
                  </a:lnTo>
                  <a:lnTo>
                    <a:pt x="1504800" y="4176022"/>
                  </a:lnTo>
                  <a:lnTo>
                    <a:pt x="1504894" y="4176022"/>
                  </a:lnTo>
                  <a:lnTo>
                    <a:pt x="1504988" y="4176022"/>
                  </a:lnTo>
                  <a:lnTo>
                    <a:pt x="1505082" y="4176022"/>
                  </a:lnTo>
                  <a:lnTo>
                    <a:pt x="1505176" y="4176022"/>
                  </a:lnTo>
                  <a:lnTo>
                    <a:pt x="1505270" y="4176022"/>
                  </a:lnTo>
                  <a:lnTo>
                    <a:pt x="1505364" y="4176022"/>
                  </a:lnTo>
                  <a:lnTo>
                    <a:pt x="1505458" y="4176022"/>
                  </a:lnTo>
                  <a:lnTo>
                    <a:pt x="1505552" y="4176022"/>
                  </a:lnTo>
                  <a:lnTo>
                    <a:pt x="1505646" y="4176022"/>
                  </a:lnTo>
                  <a:lnTo>
                    <a:pt x="1505740" y="4176022"/>
                  </a:lnTo>
                  <a:lnTo>
                    <a:pt x="1505834" y="4176022"/>
                  </a:lnTo>
                  <a:lnTo>
                    <a:pt x="1505928" y="4176022"/>
                  </a:lnTo>
                  <a:lnTo>
                    <a:pt x="1506022" y="4176022"/>
                  </a:lnTo>
                  <a:lnTo>
                    <a:pt x="1506116" y="4176022"/>
                  </a:lnTo>
                  <a:lnTo>
                    <a:pt x="1506210" y="4176022"/>
                  </a:lnTo>
                  <a:lnTo>
                    <a:pt x="1506305" y="4176022"/>
                  </a:lnTo>
                  <a:lnTo>
                    <a:pt x="1506399" y="4176022"/>
                  </a:lnTo>
                  <a:lnTo>
                    <a:pt x="1506493" y="4176022"/>
                  </a:lnTo>
                  <a:lnTo>
                    <a:pt x="1506587" y="4176022"/>
                  </a:lnTo>
                  <a:lnTo>
                    <a:pt x="1506681" y="4176022"/>
                  </a:lnTo>
                  <a:lnTo>
                    <a:pt x="1506775" y="4176022"/>
                  </a:lnTo>
                  <a:lnTo>
                    <a:pt x="1506869" y="4176022"/>
                  </a:lnTo>
                  <a:lnTo>
                    <a:pt x="1506963" y="4176022"/>
                  </a:lnTo>
                  <a:lnTo>
                    <a:pt x="1507057" y="4176022"/>
                  </a:lnTo>
                  <a:lnTo>
                    <a:pt x="1507151" y="4176022"/>
                  </a:lnTo>
                  <a:lnTo>
                    <a:pt x="1507245" y="4176022"/>
                  </a:lnTo>
                  <a:lnTo>
                    <a:pt x="1507339" y="4176022"/>
                  </a:lnTo>
                  <a:lnTo>
                    <a:pt x="1507339" y="4170742"/>
                  </a:lnTo>
                  <a:lnTo>
                    <a:pt x="1507433" y="4170742"/>
                  </a:lnTo>
                  <a:lnTo>
                    <a:pt x="1507527" y="4170742"/>
                  </a:lnTo>
                  <a:lnTo>
                    <a:pt x="1507621" y="4170742"/>
                  </a:lnTo>
                  <a:lnTo>
                    <a:pt x="1507715" y="4170742"/>
                  </a:lnTo>
                  <a:lnTo>
                    <a:pt x="1507809" y="4170742"/>
                  </a:lnTo>
                  <a:lnTo>
                    <a:pt x="1507903" y="4170742"/>
                  </a:lnTo>
                  <a:lnTo>
                    <a:pt x="1507997" y="4170742"/>
                  </a:lnTo>
                  <a:lnTo>
                    <a:pt x="1508091" y="4170742"/>
                  </a:lnTo>
                  <a:lnTo>
                    <a:pt x="1508185" y="4170742"/>
                  </a:lnTo>
                  <a:lnTo>
                    <a:pt x="1508279" y="4170742"/>
                  </a:lnTo>
                  <a:lnTo>
                    <a:pt x="1508373" y="4170742"/>
                  </a:lnTo>
                  <a:lnTo>
                    <a:pt x="1508467" y="4170742"/>
                  </a:lnTo>
                  <a:lnTo>
                    <a:pt x="1508561" y="4170742"/>
                  </a:lnTo>
                  <a:lnTo>
                    <a:pt x="1508655" y="4170742"/>
                  </a:lnTo>
                  <a:lnTo>
                    <a:pt x="1508749" y="4170742"/>
                  </a:lnTo>
                  <a:lnTo>
                    <a:pt x="1508843" y="4170742"/>
                  </a:lnTo>
                  <a:lnTo>
                    <a:pt x="1508937" y="4170742"/>
                  </a:lnTo>
                  <a:lnTo>
                    <a:pt x="1509031" y="4170742"/>
                  </a:lnTo>
                  <a:lnTo>
                    <a:pt x="1509125" y="4170742"/>
                  </a:lnTo>
                  <a:lnTo>
                    <a:pt x="1509219" y="4170742"/>
                  </a:lnTo>
                  <a:lnTo>
                    <a:pt x="1509313" y="4170742"/>
                  </a:lnTo>
                  <a:lnTo>
                    <a:pt x="1509407" y="4170742"/>
                  </a:lnTo>
                  <a:lnTo>
                    <a:pt x="1509501" y="4170742"/>
                  </a:lnTo>
                  <a:lnTo>
                    <a:pt x="1509595" y="4170742"/>
                  </a:lnTo>
                  <a:lnTo>
                    <a:pt x="1509689" y="4170742"/>
                  </a:lnTo>
                  <a:lnTo>
                    <a:pt x="1509783" y="4170742"/>
                  </a:lnTo>
                  <a:lnTo>
                    <a:pt x="1509878" y="4170742"/>
                  </a:lnTo>
                  <a:lnTo>
                    <a:pt x="1509972" y="4170742"/>
                  </a:lnTo>
                  <a:lnTo>
                    <a:pt x="1510066" y="4170742"/>
                  </a:lnTo>
                  <a:lnTo>
                    <a:pt x="1510160" y="4170742"/>
                  </a:lnTo>
                  <a:lnTo>
                    <a:pt x="1510254" y="4170742"/>
                  </a:lnTo>
                  <a:lnTo>
                    <a:pt x="1510348" y="4170742"/>
                  </a:lnTo>
                  <a:lnTo>
                    <a:pt x="1510442" y="4170742"/>
                  </a:lnTo>
                  <a:lnTo>
                    <a:pt x="1510536" y="4170742"/>
                  </a:lnTo>
                  <a:lnTo>
                    <a:pt x="1510630" y="4170742"/>
                  </a:lnTo>
                  <a:lnTo>
                    <a:pt x="1510724" y="4170742"/>
                  </a:lnTo>
                  <a:lnTo>
                    <a:pt x="1510818" y="4170742"/>
                  </a:lnTo>
                  <a:lnTo>
                    <a:pt x="1510912" y="4170742"/>
                  </a:lnTo>
                  <a:lnTo>
                    <a:pt x="1511006" y="4170742"/>
                  </a:lnTo>
                  <a:lnTo>
                    <a:pt x="1511100" y="4170742"/>
                  </a:lnTo>
                  <a:lnTo>
                    <a:pt x="1511194" y="4170742"/>
                  </a:lnTo>
                  <a:lnTo>
                    <a:pt x="1511288" y="4170742"/>
                  </a:lnTo>
                  <a:lnTo>
                    <a:pt x="1511382" y="4170742"/>
                  </a:lnTo>
                  <a:lnTo>
                    <a:pt x="1511476" y="4170742"/>
                  </a:lnTo>
                  <a:lnTo>
                    <a:pt x="1511570" y="4170742"/>
                  </a:lnTo>
                  <a:lnTo>
                    <a:pt x="1511664" y="4170742"/>
                  </a:lnTo>
                  <a:lnTo>
                    <a:pt x="1511758" y="4170742"/>
                  </a:lnTo>
                  <a:lnTo>
                    <a:pt x="1511852" y="4170742"/>
                  </a:lnTo>
                  <a:lnTo>
                    <a:pt x="1511946" y="4170742"/>
                  </a:lnTo>
                  <a:lnTo>
                    <a:pt x="1512040" y="4170742"/>
                  </a:lnTo>
                  <a:lnTo>
                    <a:pt x="1512134" y="4170742"/>
                  </a:lnTo>
                  <a:lnTo>
                    <a:pt x="1512228" y="4170742"/>
                  </a:lnTo>
                  <a:lnTo>
                    <a:pt x="1512322" y="4170742"/>
                  </a:lnTo>
                  <a:lnTo>
                    <a:pt x="1512416" y="4170742"/>
                  </a:lnTo>
                  <a:lnTo>
                    <a:pt x="1512510" y="4170742"/>
                  </a:lnTo>
                  <a:lnTo>
                    <a:pt x="1512604" y="4170742"/>
                  </a:lnTo>
                  <a:lnTo>
                    <a:pt x="1512698" y="4170742"/>
                  </a:lnTo>
                  <a:lnTo>
                    <a:pt x="1512792" y="4170742"/>
                  </a:lnTo>
                  <a:lnTo>
                    <a:pt x="1512792" y="4165463"/>
                  </a:lnTo>
                  <a:lnTo>
                    <a:pt x="1512886" y="4165463"/>
                  </a:lnTo>
                  <a:lnTo>
                    <a:pt x="1512980" y="4165463"/>
                  </a:lnTo>
                  <a:lnTo>
                    <a:pt x="1513074" y="4165463"/>
                  </a:lnTo>
                  <a:lnTo>
                    <a:pt x="1513168" y="4165463"/>
                  </a:lnTo>
                  <a:lnTo>
                    <a:pt x="1513262" y="4165463"/>
                  </a:lnTo>
                  <a:lnTo>
                    <a:pt x="1513356" y="4165463"/>
                  </a:lnTo>
                  <a:lnTo>
                    <a:pt x="1513451" y="4165463"/>
                  </a:lnTo>
                  <a:lnTo>
                    <a:pt x="1513545" y="4165463"/>
                  </a:lnTo>
                  <a:lnTo>
                    <a:pt x="1513639" y="4165463"/>
                  </a:lnTo>
                  <a:lnTo>
                    <a:pt x="1513733" y="4165463"/>
                  </a:lnTo>
                  <a:lnTo>
                    <a:pt x="1513827" y="4165463"/>
                  </a:lnTo>
                  <a:lnTo>
                    <a:pt x="1513921" y="4165463"/>
                  </a:lnTo>
                  <a:lnTo>
                    <a:pt x="1514015" y="4165463"/>
                  </a:lnTo>
                  <a:lnTo>
                    <a:pt x="1514109" y="4165463"/>
                  </a:lnTo>
                  <a:lnTo>
                    <a:pt x="1514203" y="4165463"/>
                  </a:lnTo>
                  <a:lnTo>
                    <a:pt x="1514297" y="4165463"/>
                  </a:lnTo>
                  <a:lnTo>
                    <a:pt x="1514391" y="4165463"/>
                  </a:lnTo>
                  <a:lnTo>
                    <a:pt x="1514485" y="4165463"/>
                  </a:lnTo>
                  <a:lnTo>
                    <a:pt x="1514579" y="4165463"/>
                  </a:lnTo>
                  <a:lnTo>
                    <a:pt x="1514673" y="4165463"/>
                  </a:lnTo>
                  <a:lnTo>
                    <a:pt x="1514767" y="4165463"/>
                  </a:lnTo>
                  <a:lnTo>
                    <a:pt x="1514861" y="4165463"/>
                  </a:lnTo>
                  <a:lnTo>
                    <a:pt x="1514955" y="4165463"/>
                  </a:lnTo>
                  <a:lnTo>
                    <a:pt x="1515049" y="4165463"/>
                  </a:lnTo>
                  <a:lnTo>
                    <a:pt x="1515049" y="4160184"/>
                  </a:lnTo>
                  <a:lnTo>
                    <a:pt x="1515143" y="4160184"/>
                  </a:lnTo>
                  <a:lnTo>
                    <a:pt x="1515237" y="4160184"/>
                  </a:lnTo>
                  <a:lnTo>
                    <a:pt x="1515331" y="4160184"/>
                  </a:lnTo>
                  <a:lnTo>
                    <a:pt x="1515425" y="4160184"/>
                  </a:lnTo>
                  <a:lnTo>
                    <a:pt x="1515519" y="4160184"/>
                  </a:lnTo>
                  <a:lnTo>
                    <a:pt x="1515613" y="4160184"/>
                  </a:lnTo>
                  <a:lnTo>
                    <a:pt x="1515707" y="4160184"/>
                  </a:lnTo>
                  <a:lnTo>
                    <a:pt x="1515801" y="4160184"/>
                  </a:lnTo>
                  <a:lnTo>
                    <a:pt x="1515895" y="4160184"/>
                  </a:lnTo>
                  <a:lnTo>
                    <a:pt x="1515989" y="4160184"/>
                  </a:lnTo>
                  <a:lnTo>
                    <a:pt x="1516083" y="4160184"/>
                  </a:lnTo>
                  <a:lnTo>
                    <a:pt x="1516177" y="4160184"/>
                  </a:lnTo>
                  <a:lnTo>
                    <a:pt x="1516271" y="4160184"/>
                  </a:lnTo>
                  <a:lnTo>
                    <a:pt x="1516365" y="4160184"/>
                  </a:lnTo>
                  <a:lnTo>
                    <a:pt x="1516459" y="4160184"/>
                  </a:lnTo>
                  <a:lnTo>
                    <a:pt x="1516553" y="4160184"/>
                  </a:lnTo>
                  <a:lnTo>
                    <a:pt x="1516647" y="4160184"/>
                  </a:lnTo>
                  <a:lnTo>
                    <a:pt x="1516741" y="4160184"/>
                  </a:lnTo>
                  <a:lnTo>
                    <a:pt x="1516835" y="4160184"/>
                  </a:lnTo>
                  <a:lnTo>
                    <a:pt x="1516930" y="4160184"/>
                  </a:lnTo>
                  <a:lnTo>
                    <a:pt x="1517024" y="4160184"/>
                  </a:lnTo>
                  <a:lnTo>
                    <a:pt x="1517118" y="4160184"/>
                  </a:lnTo>
                  <a:lnTo>
                    <a:pt x="1517212" y="4160184"/>
                  </a:lnTo>
                  <a:lnTo>
                    <a:pt x="1517306" y="4160184"/>
                  </a:lnTo>
                  <a:lnTo>
                    <a:pt x="1517400" y="4160184"/>
                  </a:lnTo>
                  <a:lnTo>
                    <a:pt x="1517494" y="4160184"/>
                  </a:lnTo>
                  <a:lnTo>
                    <a:pt x="1517588" y="4160184"/>
                  </a:lnTo>
                  <a:lnTo>
                    <a:pt x="1517682" y="4160184"/>
                  </a:lnTo>
                  <a:lnTo>
                    <a:pt x="1517776" y="4160184"/>
                  </a:lnTo>
                  <a:lnTo>
                    <a:pt x="1517870" y="4160184"/>
                  </a:lnTo>
                  <a:lnTo>
                    <a:pt x="1517964" y="4160184"/>
                  </a:lnTo>
                  <a:lnTo>
                    <a:pt x="1518058" y="4160184"/>
                  </a:lnTo>
                  <a:lnTo>
                    <a:pt x="1518152" y="4160184"/>
                  </a:lnTo>
                  <a:lnTo>
                    <a:pt x="1518246" y="4160184"/>
                  </a:lnTo>
                  <a:lnTo>
                    <a:pt x="1518340" y="4160184"/>
                  </a:lnTo>
                  <a:lnTo>
                    <a:pt x="1518434" y="4160184"/>
                  </a:lnTo>
                  <a:lnTo>
                    <a:pt x="1518434" y="4154904"/>
                  </a:lnTo>
                  <a:lnTo>
                    <a:pt x="1518528" y="4154904"/>
                  </a:lnTo>
                  <a:lnTo>
                    <a:pt x="1518622" y="4154904"/>
                  </a:lnTo>
                  <a:lnTo>
                    <a:pt x="1518716" y="4154904"/>
                  </a:lnTo>
                  <a:lnTo>
                    <a:pt x="1518810" y="4154904"/>
                  </a:lnTo>
                  <a:lnTo>
                    <a:pt x="1518904" y="4154904"/>
                  </a:lnTo>
                  <a:lnTo>
                    <a:pt x="1518998" y="4154904"/>
                  </a:lnTo>
                  <a:lnTo>
                    <a:pt x="1519092" y="4154904"/>
                  </a:lnTo>
                  <a:lnTo>
                    <a:pt x="1519186" y="4154904"/>
                  </a:lnTo>
                  <a:lnTo>
                    <a:pt x="1519280" y="4154904"/>
                  </a:lnTo>
                  <a:lnTo>
                    <a:pt x="1519374" y="4154904"/>
                  </a:lnTo>
                  <a:lnTo>
                    <a:pt x="1519468" y="4154904"/>
                  </a:lnTo>
                  <a:lnTo>
                    <a:pt x="1519562" y="4154904"/>
                  </a:lnTo>
                  <a:lnTo>
                    <a:pt x="1519656" y="4154904"/>
                  </a:lnTo>
                  <a:lnTo>
                    <a:pt x="1519750" y="4154904"/>
                  </a:lnTo>
                  <a:lnTo>
                    <a:pt x="1519844" y="4154904"/>
                  </a:lnTo>
                  <a:lnTo>
                    <a:pt x="1519938" y="4154904"/>
                  </a:lnTo>
                  <a:lnTo>
                    <a:pt x="1520032" y="4154904"/>
                  </a:lnTo>
                  <a:lnTo>
                    <a:pt x="1520126" y="4154904"/>
                  </a:lnTo>
                  <a:lnTo>
                    <a:pt x="1520220" y="4154904"/>
                  </a:lnTo>
                  <a:lnTo>
                    <a:pt x="1520314" y="4154904"/>
                  </a:lnTo>
                  <a:lnTo>
                    <a:pt x="1520408" y="4154904"/>
                  </a:lnTo>
                  <a:lnTo>
                    <a:pt x="1520503" y="4154904"/>
                  </a:lnTo>
                  <a:lnTo>
                    <a:pt x="1520597" y="4154904"/>
                  </a:lnTo>
                  <a:lnTo>
                    <a:pt x="1520691" y="4154904"/>
                  </a:lnTo>
                  <a:lnTo>
                    <a:pt x="1520785" y="4154904"/>
                  </a:lnTo>
                  <a:lnTo>
                    <a:pt x="1520879" y="4154904"/>
                  </a:lnTo>
                  <a:lnTo>
                    <a:pt x="1520973" y="4154904"/>
                  </a:lnTo>
                  <a:lnTo>
                    <a:pt x="1521067" y="4154904"/>
                  </a:lnTo>
                  <a:lnTo>
                    <a:pt x="1521161" y="4154904"/>
                  </a:lnTo>
                  <a:lnTo>
                    <a:pt x="1521255" y="4154904"/>
                  </a:lnTo>
                  <a:lnTo>
                    <a:pt x="1521349" y="4154904"/>
                  </a:lnTo>
                  <a:lnTo>
                    <a:pt x="1521443" y="4154904"/>
                  </a:lnTo>
                  <a:lnTo>
                    <a:pt x="1521537" y="4154904"/>
                  </a:lnTo>
                  <a:lnTo>
                    <a:pt x="1521631" y="4154904"/>
                  </a:lnTo>
                  <a:lnTo>
                    <a:pt x="1521725" y="4154904"/>
                  </a:lnTo>
                  <a:lnTo>
                    <a:pt x="1521819" y="4154904"/>
                  </a:lnTo>
                  <a:lnTo>
                    <a:pt x="1521913" y="4154904"/>
                  </a:lnTo>
                  <a:lnTo>
                    <a:pt x="1522007" y="4154904"/>
                  </a:lnTo>
                  <a:lnTo>
                    <a:pt x="1522101" y="4154904"/>
                  </a:lnTo>
                  <a:lnTo>
                    <a:pt x="1522195" y="4154904"/>
                  </a:lnTo>
                  <a:lnTo>
                    <a:pt x="1522289" y="4154904"/>
                  </a:lnTo>
                  <a:lnTo>
                    <a:pt x="1522383" y="4154904"/>
                  </a:lnTo>
                  <a:lnTo>
                    <a:pt x="1522477" y="4154904"/>
                  </a:lnTo>
                  <a:lnTo>
                    <a:pt x="1522571" y="4154904"/>
                  </a:lnTo>
                  <a:lnTo>
                    <a:pt x="1522665" y="4154904"/>
                  </a:lnTo>
                  <a:lnTo>
                    <a:pt x="1522759" y="4154904"/>
                  </a:lnTo>
                  <a:lnTo>
                    <a:pt x="1522853" y="4154904"/>
                  </a:lnTo>
                  <a:lnTo>
                    <a:pt x="1522947" y="4154904"/>
                  </a:lnTo>
                  <a:lnTo>
                    <a:pt x="1523041" y="4154904"/>
                  </a:lnTo>
                  <a:lnTo>
                    <a:pt x="1523135" y="4154904"/>
                  </a:lnTo>
                  <a:lnTo>
                    <a:pt x="1523229" y="4154904"/>
                  </a:lnTo>
                  <a:lnTo>
                    <a:pt x="1523323" y="4154904"/>
                  </a:lnTo>
                  <a:lnTo>
                    <a:pt x="1523417" y="4154904"/>
                  </a:lnTo>
                  <a:lnTo>
                    <a:pt x="1523511" y="4154904"/>
                  </a:lnTo>
                  <a:lnTo>
                    <a:pt x="1523605" y="4154904"/>
                  </a:lnTo>
                  <a:lnTo>
                    <a:pt x="1523699" y="4154904"/>
                  </a:lnTo>
                  <a:lnTo>
                    <a:pt x="1523793" y="4154904"/>
                  </a:lnTo>
                  <a:lnTo>
                    <a:pt x="1523887" y="4154904"/>
                  </a:lnTo>
                  <a:lnTo>
                    <a:pt x="1523981" y="4154904"/>
                  </a:lnTo>
                  <a:lnTo>
                    <a:pt x="1524076" y="4154904"/>
                  </a:lnTo>
                  <a:lnTo>
                    <a:pt x="1524170" y="4154904"/>
                  </a:lnTo>
                  <a:lnTo>
                    <a:pt x="1524264" y="4154904"/>
                  </a:lnTo>
                  <a:lnTo>
                    <a:pt x="1524358" y="4154904"/>
                  </a:lnTo>
                  <a:lnTo>
                    <a:pt x="1524452" y="4154904"/>
                  </a:lnTo>
                  <a:lnTo>
                    <a:pt x="1524546" y="4154904"/>
                  </a:lnTo>
                  <a:lnTo>
                    <a:pt x="1524640" y="4154904"/>
                  </a:lnTo>
                  <a:lnTo>
                    <a:pt x="1524734" y="4154904"/>
                  </a:lnTo>
                  <a:lnTo>
                    <a:pt x="1524828" y="4154904"/>
                  </a:lnTo>
                  <a:lnTo>
                    <a:pt x="1524922" y="4154904"/>
                  </a:lnTo>
                  <a:lnTo>
                    <a:pt x="1525016" y="4154904"/>
                  </a:lnTo>
                  <a:lnTo>
                    <a:pt x="1525110" y="4154904"/>
                  </a:lnTo>
                  <a:lnTo>
                    <a:pt x="1525204" y="4154904"/>
                  </a:lnTo>
                  <a:lnTo>
                    <a:pt x="1525298" y="4154904"/>
                  </a:lnTo>
                  <a:lnTo>
                    <a:pt x="1525392" y="4154904"/>
                  </a:lnTo>
                  <a:lnTo>
                    <a:pt x="1525486" y="4154904"/>
                  </a:lnTo>
                  <a:lnTo>
                    <a:pt x="1525580" y="4154904"/>
                  </a:lnTo>
                  <a:lnTo>
                    <a:pt x="1525674" y="4154904"/>
                  </a:lnTo>
                  <a:lnTo>
                    <a:pt x="1525674" y="4149625"/>
                  </a:lnTo>
                  <a:lnTo>
                    <a:pt x="1525768" y="4149625"/>
                  </a:lnTo>
                  <a:lnTo>
                    <a:pt x="1525862" y="4149625"/>
                  </a:lnTo>
                  <a:lnTo>
                    <a:pt x="1525956" y="4149625"/>
                  </a:lnTo>
                  <a:lnTo>
                    <a:pt x="1526050" y="4149625"/>
                  </a:lnTo>
                  <a:lnTo>
                    <a:pt x="1526144" y="4149625"/>
                  </a:lnTo>
                  <a:lnTo>
                    <a:pt x="1526238" y="4149625"/>
                  </a:lnTo>
                  <a:lnTo>
                    <a:pt x="1526332" y="4149625"/>
                  </a:lnTo>
                  <a:lnTo>
                    <a:pt x="1526426" y="4149625"/>
                  </a:lnTo>
                  <a:lnTo>
                    <a:pt x="1526520" y="4149625"/>
                  </a:lnTo>
                  <a:lnTo>
                    <a:pt x="1526614" y="4149625"/>
                  </a:lnTo>
                  <a:lnTo>
                    <a:pt x="1526708" y="4149625"/>
                  </a:lnTo>
                  <a:lnTo>
                    <a:pt x="1526802" y="4149625"/>
                  </a:lnTo>
                  <a:lnTo>
                    <a:pt x="1526896" y="4149625"/>
                  </a:lnTo>
                  <a:lnTo>
                    <a:pt x="1526990" y="4149625"/>
                  </a:lnTo>
                  <a:lnTo>
                    <a:pt x="1527084" y="4149625"/>
                  </a:lnTo>
                  <a:lnTo>
                    <a:pt x="1527178" y="4149625"/>
                  </a:lnTo>
                  <a:lnTo>
                    <a:pt x="1527272" y="4149625"/>
                  </a:lnTo>
                  <a:lnTo>
                    <a:pt x="1527366" y="4149625"/>
                  </a:lnTo>
                  <a:lnTo>
                    <a:pt x="1527460" y="4149625"/>
                  </a:lnTo>
                  <a:lnTo>
                    <a:pt x="1527555" y="4149625"/>
                  </a:lnTo>
                  <a:lnTo>
                    <a:pt x="1527649" y="4149625"/>
                  </a:lnTo>
                  <a:lnTo>
                    <a:pt x="1527743" y="4149625"/>
                  </a:lnTo>
                  <a:lnTo>
                    <a:pt x="1527837" y="4149625"/>
                  </a:lnTo>
                  <a:lnTo>
                    <a:pt x="1527931" y="4149625"/>
                  </a:lnTo>
                  <a:lnTo>
                    <a:pt x="1528025" y="4149625"/>
                  </a:lnTo>
                  <a:lnTo>
                    <a:pt x="1528119" y="4149625"/>
                  </a:lnTo>
                  <a:lnTo>
                    <a:pt x="1528213" y="4149625"/>
                  </a:lnTo>
                  <a:lnTo>
                    <a:pt x="1528307" y="4149625"/>
                  </a:lnTo>
                  <a:lnTo>
                    <a:pt x="1528401" y="4149625"/>
                  </a:lnTo>
                  <a:lnTo>
                    <a:pt x="1528495" y="4149625"/>
                  </a:lnTo>
                  <a:lnTo>
                    <a:pt x="1528589" y="4149625"/>
                  </a:lnTo>
                  <a:lnTo>
                    <a:pt x="1528683" y="4149625"/>
                  </a:lnTo>
                  <a:lnTo>
                    <a:pt x="1528777" y="4149625"/>
                  </a:lnTo>
                  <a:lnTo>
                    <a:pt x="1528871" y="4149625"/>
                  </a:lnTo>
                  <a:lnTo>
                    <a:pt x="1528965" y="4149625"/>
                  </a:lnTo>
                  <a:lnTo>
                    <a:pt x="1529059" y="4149625"/>
                  </a:lnTo>
                  <a:lnTo>
                    <a:pt x="1529153" y="4149625"/>
                  </a:lnTo>
                  <a:lnTo>
                    <a:pt x="1529247" y="4149625"/>
                  </a:lnTo>
                  <a:lnTo>
                    <a:pt x="1529341" y="4149625"/>
                  </a:lnTo>
                  <a:lnTo>
                    <a:pt x="1529435" y="4149625"/>
                  </a:lnTo>
                  <a:lnTo>
                    <a:pt x="1529529" y="4149625"/>
                  </a:lnTo>
                  <a:lnTo>
                    <a:pt x="1529623" y="4149625"/>
                  </a:lnTo>
                  <a:lnTo>
                    <a:pt x="1529717" y="4149625"/>
                  </a:lnTo>
                  <a:lnTo>
                    <a:pt x="1529811" y="4149625"/>
                  </a:lnTo>
                  <a:lnTo>
                    <a:pt x="1529905" y="4149625"/>
                  </a:lnTo>
                  <a:lnTo>
                    <a:pt x="1529999" y="4149625"/>
                  </a:lnTo>
                  <a:lnTo>
                    <a:pt x="1530093" y="4149625"/>
                  </a:lnTo>
                  <a:lnTo>
                    <a:pt x="1530187" y="4149625"/>
                  </a:lnTo>
                  <a:lnTo>
                    <a:pt x="1530281" y="4149625"/>
                  </a:lnTo>
                  <a:lnTo>
                    <a:pt x="1530375" y="4149625"/>
                  </a:lnTo>
                  <a:lnTo>
                    <a:pt x="1530469" y="4149625"/>
                  </a:lnTo>
                  <a:lnTo>
                    <a:pt x="1530563" y="4149625"/>
                  </a:lnTo>
                  <a:lnTo>
                    <a:pt x="1530657" y="4149625"/>
                  </a:lnTo>
                  <a:lnTo>
                    <a:pt x="1530751" y="4149625"/>
                  </a:lnTo>
                  <a:lnTo>
                    <a:pt x="1530845" y="4149625"/>
                  </a:lnTo>
                  <a:lnTo>
                    <a:pt x="1530939" y="4149625"/>
                  </a:lnTo>
                  <a:lnTo>
                    <a:pt x="1531033" y="4149625"/>
                  </a:lnTo>
                  <a:lnTo>
                    <a:pt x="1531128" y="4149625"/>
                  </a:lnTo>
                  <a:lnTo>
                    <a:pt x="1531222" y="4149625"/>
                  </a:lnTo>
                  <a:lnTo>
                    <a:pt x="1531316" y="4149625"/>
                  </a:lnTo>
                  <a:lnTo>
                    <a:pt x="1531410" y="4149625"/>
                  </a:lnTo>
                  <a:lnTo>
                    <a:pt x="1531504" y="4149625"/>
                  </a:lnTo>
                  <a:lnTo>
                    <a:pt x="1531598" y="4149625"/>
                  </a:lnTo>
                  <a:lnTo>
                    <a:pt x="1531692" y="4149625"/>
                  </a:lnTo>
                  <a:lnTo>
                    <a:pt x="1531786" y="4149625"/>
                  </a:lnTo>
                  <a:lnTo>
                    <a:pt x="1531880" y="4149625"/>
                  </a:lnTo>
                  <a:lnTo>
                    <a:pt x="1531974" y="4149625"/>
                  </a:lnTo>
                  <a:lnTo>
                    <a:pt x="1532068" y="4149625"/>
                  </a:lnTo>
                  <a:lnTo>
                    <a:pt x="1532162" y="4149625"/>
                  </a:lnTo>
                  <a:lnTo>
                    <a:pt x="1532256" y="4149625"/>
                  </a:lnTo>
                  <a:lnTo>
                    <a:pt x="1532350" y="4149625"/>
                  </a:lnTo>
                  <a:lnTo>
                    <a:pt x="1532350" y="4144345"/>
                  </a:lnTo>
                  <a:lnTo>
                    <a:pt x="1532444" y="4144345"/>
                  </a:lnTo>
                  <a:lnTo>
                    <a:pt x="1532538" y="4144345"/>
                  </a:lnTo>
                  <a:lnTo>
                    <a:pt x="1532632" y="4144345"/>
                  </a:lnTo>
                  <a:lnTo>
                    <a:pt x="1532726" y="4144345"/>
                  </a:lnTo>
                  <a:lnTo>
                    <a:pt x="1532820" y="4144345"/>
                  </a:lnTo>
                  <a:lnTo>
                    <a:pt x="1532914" y="4144345"/>
                  </a:lnTo>
                  <a:lnTo>
                    <a:pt x="1533008" y="4144345"/>
                  </a:lnTo>
                  <a:lnTo>
                    <a:pt x="1533102" y="4144345"/>
                  </a:lnTo>
                  <a:lnTo>
                    <a:pt x="1533196" y="4144345"/>
                  </a:lnTo>
                  <a:lnTo>
                    <a:pt x="1533290" y="4144345"/>
                  </a:lnTo>
                  <a:lnTo>
                    <a:pt x="1533384" y="4144345"/>
                  </a:lnTo>
                  <a:lnTo>
                    <a:pt x="1533478" y="4144345"/>
                  </a:lnTo>
                  <a:lnTo>
                    <a:pt x="1533572" y="4144345"/>
                  </a:lnTo>
                  <a:lnTo>
                    <a:pt x="1533666" y="4144345"/>
                  </a:lnTo>
                  <a:lnTo>
                    <a:pt x="1533760" y="4144345"/>
                  </a:lnTo>
                  <a:lnTo>
                    <a:pt x="1533854" y="4144345"/>
                  </a:lnTo>
                  <a:lnTo>
                    <a:pt x="1533948" y="4144345"/>
                  </a:lnTo>
                  <a:lnTo>
                    <a:pt x="1534042" y="4144345"/>
                  </a:lnTo>
                  <a:lnTo>
                    <a:pt x="1534136" y="4144345"/>
                  </a:lnTo>
                  <a:lnTo>
                    <a:pt x="1534230" y="4144345"/>
                  </a:lnTo>
                  <a:lnTo>
                    <a:pt x="1534324" y="4144345"/>
                  </a:lnTo>
                  <a:lnTo>
                    <a:pt x="1534324" y="4139066"/>
                  </a:lnTo>
                  <a:lnTo>
                    <a:pt x="1534418" y="4139066"/>
                  </a:lnTo>
                  <a:lnTo>
                    <a:pt x="1534512" y="4139066"/>
                  </a:lnTo>
                  <a:lnTo>
                    <a:pt x="1534606" y="4139066"/>
                  </a:lnTo>
                  <a:lnTo>
                    <a:pt x="1534701" y="4139066"/>
                  </a:lnTo>
                  <a:lnTo>
                    <a:pt x="1534795" y="4139066"/>
                  </a:lnTo>
                  <a:lnTo>
                    <a:pt x="1534889" y="4139066"/>
                  </a:lnTo>
                  <a:lnTo>
                    <a:pt x="1534983" y="4139066"/>
                  </a:lnTo>
                  <a:lnTo>
                    <a:pt x="1535077" y="4139066"/>
                  </a:lnTo>
                  <a:lnTo>
                    <a:pt x="1535171" y="4139066"/>
                  </a:lnTo>
                  <a:lnTo>
                    <a:pt x="1535265" y="4139066"/>
                  </a:lnTo>
                  <a:lnTo>
                    <a:pt x="1535359" y="4139066"/>
                  </a:lnTo>
                  <a:lnTo>
                    <a:pt x="1535453" y="4139066"/>
                  </a:lnTo>
                  <a:lnTo>
                    <a:pt x="1535547" y="4139066"/>
                  </a:lnTo>
                  <a:lnTo>
                    <a:pt x="1535641" y="4139066"/>
                  </a:lnTo>
                  <a:lnTo>
                    <a:pt x="1535735" y="4139066"/>
                  </a:lnTo>
                  <a:lnTo>
                    <a:pt x="1535829" y="4139066"/>
                  </a:lnTo>
                  <a:lnTo>
                    <a:pt x="1535923" y="4139066"/>
                  </a:lnTo>
                  <a:lnTo>
                    <a:pt x="1536017" y="4139066"/>
                  </a:lnTo>
                  <a:lnTo>
                    <a:pt x="1536111" y="4139066"/>
                  </a:lnTo>
                  <a:lnTo>
                    <a:pt x="1536205" y="4139066"/>
                  </a:lnTo>
                  <a:lnTo>
                    <a:pt x="1536299" y="4139066"/>
                  </a:lnTo>
                  <a:lnTo>
                    <a:pt x="1536393" y="4139066"/>
                  </a:lnTo>
                  <a:lnTo>
                    <a:pt x="1536487" y="4139066"/>
                  </a:lnTo>
                  <a:lnTo>
                    <a:pt x="1536581" y="4139066"/>
                  </a:lnTo>
                  <a:lnTo>
                    <a:pt x="1536675" y="4139066"/>
                  </a:lnTo>
                  <a:lnTo>
                    <a:pt x="1536769" y="4139066"/>
                  </a:lnTo>
                  <a:lnTo>
                    <a:pt x="1536863" y="4139066"/>
                  </a:lnTo>
                  <a:lnTo>
                    <a:pt x="1536957" y="4139066"/>
                  </a:lnTo>
                  <a:lnTo>
                    <a:pt x="1537051" y="4139066"/>
                  </a:lnTo>
                  <a:lnTo>
                    <a:pt x="1537145" y="4139066"/>
                  </a:lnTo>
                  <a:lnTo>
                    <a:pt x="1537239" y="4139066"/>
                  </a:lnTo>
                  <a:lnTo>
                    <a:pt x="1537333" y="4139066"/>
                  </a:lnTo>
                  <a:lnTo>
                    <a:pt x="1537427" y="4139066"/>
                  </a:lnTo>
                  <a:lnTo>
                    <a:pt x="1537521" y="4139066"/>
                  </a:lnTo>
                  <a:lnTo>
                    <a:pt x="1537615" y="4139066"/>
                  </a:lnTo>
                  <a:lnTo>
                    <a:pt x="1537709" y="4139066"/>
                  </a:lnTo>
                  <a:lnTo>
                    <a:pt x="1537803" y="4139066"/>
                  </a:lnTo>
                  <a:lnTo>
                    <a:pt x="1537897" y="4139066"/>
                  </a:lnTo>
                  <a:lnTo>
                    <a:pt x="1537991" y="4139066"/>
                  </a:lnTo>
                  <a:lnTo>
                    <a:pt x="1538085" y="4139066"/>
                  </a:lnTo>
                  <a:lnTo>
                    <a:pt x="1538180" y="4139066"/>
                  </a:lnTo>
                  <a:lnTo>
                    <a:pt x="1538274" y="4139066"/>
                  </a:lnTo>
                  <a:lnTo>
                    <a:pt x="1538368" y="4139066"/>
                  </a:lnTo>
                  <a:lnTo>
                    <a:pt x="1538462" y="4139066"/>
                  </a:lnTo>
                  <a:lnTo>
                    <a:pt x="1538556" y="4139066"/>
                  </a:lnTo>
                  <a:lnTo>
                    <a:pt x="1538650" y="4139066"/>
                  </a:lnTo>
                  <a:lnTo>
                    <a:pt x="1538744" y="4139066"/>
                  </a:lnTo>
                  <a:lnTo>
                    <a:pt x="1538838" y="4139066"/>
                  </a:lnTo>
                  <a:lnTo>
                    <a:pt x="1538932" y="4139066"/>
                  </a:lnTo>
                  <a:lnTo>
                    <a:pt x="1539026" y="4139066"/>
                  </a:lnTo>
                  <a:lnTo>
                    <a:pt x="1539120" y="4139066"/>
                  </a:lnTo>
                  <a:lnTo>
                    <a:pt x="1539214" y="4139066"/>
                  </a:lnTo>
                  <a:lnTo>
                    <a:pt x="1539308" y="4139066"/>
                  </a:lnTo>
                  <a:lnTo>
                    <a:pt x="1539402" y="4139066"/>
                  </a:lnTo>
                  <a:lnTo>
                    <a:pt x="1539496" y="4139066"/>
                  </a:lnTo>
                  <a:lnTo>
                    <a:pt x="1539590" y="4139066"/>
                  </a:lnTo>
                  <a:lnTo>
                    <a:pt x="1539684" y="4139066"/>
                  </a:lnTo>
                  <a:lnTo>
                    <a:pt x="1539778" y="4139066"/>
                  </a:lnTo>
                  <a:lnTo>
                    <a:pt x="1539872" y="4139066"/>
                  </a:lnTo>
                  <a:lnTo>
                    <a:pt x="1539966" y="4139066"/>
                  </a:lnTo>
                  <a:lnTo>
                    <a:pt x="1540060" y="4139066"/>
                  </a:lnTo>
                  <a:lnTo>
                    <a:pt x="1540154" y="4139066"/>
                  </a:lnTo>
                  <a:lnTo>
                    <a:pt x="1540248" y="4139066"/>
                  </a:lnTo>
                  <a:lnTo>
                    <a:pt x="1540342" y="4139066"/>
                  </a:lnTo>
                  <a:lnTo>
                    <a:pt x="1540436" y="4139066"/>
                  </a:lnTo>
                  <a:lnTo>
                    <a:pt x="1540530" y="4139066"/>
                  </a:lnTo>
                  <a:lnTo>
                    <a:pt x="1540624" y="4139066"/>
                  </a:lnTo>
                  <a:lnTo>
                    <a:pt x="1540718" y="4139066"/>
                  </a:lnTo>
                  <a:lnTo>
                    <a:pt x="1540812" y="4139066"/>
                  </a:lnTo>
                  <a:lnTo>
                    <a:pt x="1540906" y="4139066"/>
                  </a:lnTo>
                  <a:lnTo>
                    <a:pt x="1541000" y="4139066"/>
                  </a:lnTo>
                  <a:lnTo>
                    <a:pt x="1541094" y="4139066"/>
                  </a:lnTo>
                  <a:lnTo>
                    <a:pt x="1541188" y="4139066"/>
                  </a:lnTo>
                  <a:lnTo>
                    <a:pt x="1541282" y="4139066"/>
                  </a:lnTo>
                  <a:lnTo>
                    <a:pt x="1541376" y="4139066"/>
                  </a:lnTo>
                  <a:lnTo>
                    <a:pt x="1541470" y="4139066"/>
                  </a:lnTo>
                  <a:lnTo>
                    <a:pt x="1541564" y="4139066"/>
                  </a:lnTo>
                  <a:lnTo>
                    <a:pt x="1541658" y="4139066"/>
                  </a:lnTo>
                  <a:lnTo>
                    <a:pt x="1541753" y="4139066"/>
                  </a:lnTo>
                  <a:lnTo>
                    <a:pt x="1541847" y="4139066"/>
                  </a:lnTo>
                  <a:lnTo>
                    <a:pt x="1541941" y="4139066"/>
                  </a:lnTo>
                  <a:lnTo>
                    <a:pt x="1542035" y="4139066"/>
                  </a:lnTo>
                  <a:lnTo>
                    <a:pt x="1542129" y="4139066"/>
                  </a:lnTo>
                  <a:lnTo>
                    <a:pt x="1542223" y="4139066"/>
                  </a:lnTo>
                  <a:lnTo>
                    <a:pt x="1542317" y="4139066"/>
                  </a:lnTo>
                  <a:lnTo>
                    <a:pt x="1542411" y="4139066"/>
                  </a:lnTo>
                  <a:lnTo>
                    <a:pt x="1542505" y="4139066"/>
                  </a:lnTo>
                  <a:lnTo>
                    <a:pt x="1542599" y="4139066"/>
                  </a:lnTo>
                  <a:lnTo>
                    <a:pt x="1542693" y="4139066"/>
                  </a:lnTo>
                  <a:lnTo>
                    <a:pt x="1542787" y="4139066"/>
                  </a:lnTo>
                  <a:lnTo>
                    <a:pt x="1542881" y="4139066"/>
                  </a:lnTo>
                  <a:lnTo>
                    <a:pt x="1542975" y="4139066"/>
                  </a:lnTo>
                  <a:lnTo>
                    <a:pt x="1543069" y="4139066"/>
                  </a:lnTo>
                  <a:lnTo>
                    <a:pt x="1543163" y="4139066"/>
                  </a:lnTo>
                  <a:lnTo>
                    <a:pt x="1543257" y="4139066"/>
                  </a:lnTo>
                  <a:lnTo>
                    <a:pt x="1543351" y="4139066"/>
                  </a:lnTo>
                  <a:lnTo>
                    <a:pt x="1543445" y="4139066"/>
                  </a:lnTo>
                  <a:lnTo>
                    <a:pt x="1543539" y="4139066"/>
                  </a:lnTo>
                  <a:lnTo>
                    <a:pt x="1543539" y="4133786"/>
                  </a:lnTo>
                  <a:lnTo>
                    <a:pt x="1543633" y="4133786"/>
                  </a:lnTo>
                  <a:lnTo>
                    <a:pt x="1543727" y="4133786"/>
                  </a:lnTo>
                  <a:lnTo>
                    <a:pt x="1543821" y="4133786"/>
                  </a:lnTo>
                  <a:lnTo>
                    <a:pt x="1543915" y="4133786"/>
                  </a:lnTo>
                  <a:lnTo>
                    <a:pt x="1544009" y="4133786"/>
                  </a:lnTo>
                  <a:lnTo>
                    <a:pt x="1544103" y="4133786"/>
                  </a:lnTo>
                  <a:lnTo>
                    <a:pt x="1544197" y="4133786"/>
                  </a:lnTo>
                  <a:lnTo>
                    <a:pt x="1544291" y="4133786"/>
                  </a:lnTo>
                  <a:lnTo>
                    <a:pt x="1544385" y="4133786"/>
                  </a:lnTo>
                  <a:lnTo>
                    <a:pt x="1544479" y="4133786"/>
                  </a:lnTo>
                  <a:lnTo>
                    <a:pt x="1544573" y="4133786"/>
                  </a:lnTo>
                  <a:lnTo>
                    <a:pt x="1544667" y="4133786"/>
                  </a:lnTo>
                  <a:lnTo>
                    <a:pt x="1544761" y="4133786"/>
                  </a:lnTo>
                  <a:lnTo>
                    <a:pt x="1544855" y="4133786"/>
                  </a:lnTo>
                  <a:lnTo>
                    <a:pt x="1544949" y="4133786"/>
                  </a:lnTo>
                  <a:lnTo>
                    <a:pt x="1545043" y="4133786"/>
                  </a:lnTo>
                  <a:lnTo>
                    <a:pt x="1545137" y="4133786"/>
                  </a:lnTo>
                  <a:lnTo>
                    <a:pt x="1545231" y="4133786"/>
                  </a:lnTo>
                  <a:lnTo>
                    <a:pt x="1545326" y="4133786"/>
                  </a:lnTo>
                  <a:lnTo>
                    <a:pt x="1545420" y="4133786"/>
                  </a:lnTo>
                  <a:lnTo>
                    <a:pt x="1545514" y="4133786"/>
                  </a:lnTo>
                  <a:lnTo>
                    <a:pt x="1545608" y="4133786"/>
                  </a:lnTo>
                  <a:lnTo>
                    <a:pt x="1545702" y="4133786"/>
                  </a:lnTo>
                  <a:lnTo>
                    <a:pt x="1545796" y="4133786"/>
                  </a:lnTo>
                  <a:lnTo>
                    <a:pt x="1545890" y="4133786"/>
                  </a:lnTo>
                  <a:lnTo>
                    <a:pt x="1545984" y="4133786"/>
                  </a:lnTo>
                  <a:lnTo>
                    <a:pt x="1546078" y="4133786"/>
                  </a:lnTo>
                  <a:lnTo>
                    <a:pt x="1546172" y="4133786"/>
                  </a:lnTo>
                  <a:lnTo>
                    <a:pt x="1546266" y="4133786"/>
                  </a:lnTo>
                  <a:lnTo>
                    <a:pt x="1546360" y="4133786"/>
                  </a:lnTo>
                  <a:lnTo>
                    <a:pt x="1546454" y="4133786"/>
                  </a:lnTo>
                  <a:lnTo>
                    <a:pt x="1546548" y="4133786"/>
                  </a:lnTo>
                  <a:lnTo>
                    <a:pt x="1546642" y="4133786"/>
                  </a:lnTo>
                  <a:lnTo>
                    <a:pt x="1546736" y="4133786"/>
                  </a:lnTo>
                  <a:lnTo>
                    <a:pt x="1546830" y="4133786"/>
                  </a:lnTo>
                  <a:lnTo>
                    <a:pt x="1546924" y="4133786"/>
                  </a:lnTo>
                  <a:lnTo>
                    <a:pt x="1547018" y="4133786"/>
                  </a:lnTo>
                  <a:lnTo>
                    <a:pt x="1547112" y="4133786"/>
                  </a:lnTo>
                  <a:lnTo>
                    <a:pt x="1547206" y="4133786"/>
                  </a:lnTo>
                  <a:lnTo>
                    <a:pt x="1547300" y="4133786"/>
                  </a:lnTo>
                  <a:lnTo>
                    <a:pt x="1547394" y="4133786"/>
                  </a:lnTo>
                  <a:lnTo>
                    <a:pt x="1547488" y="4133786"/>
                  </a:lnTo>
                  <a:lnTo>
                    <a:pt x="1547488" y="4128507"/>
                  </a:lnTo>
                  <a:lnTo>
                    <a:pt x="1547582" y="4128507"/>
                  </a:lnTo>
                  <a:lnTo>
                    <a:pt x="1547676" y="4128507"/>
                  </a:lnTo>
                  <a:lnTo>
                    <a:pt x="1547770" y="4128507"/>
                  </a:lnTo>
                  <a:lnTo>
                    <a:pt x="1547864" y="4128507"/>
                  </a:lnTo>
                  <a:lnTo>
                    <a:pt x="1547958" y="4128507"/>
                  </a:lnTo>
                  <a:lnTo>
                    <a:pt x="1548052" y="4128507"/>
                  </a:lnTo>
                  <a:lnTo>
                    <a:pt x="1548146" y="4128507"/>
                  </a:lnTo>
                  <a:lnTo>
                    <a:pt x="1548240" y="4128507"/>
                  </a:lnTo>
                  <a:lnTo>
                    <a:pt x="1548334" y="4128507"/>
                  </a:lnTo>
                  <a:lnTo>
                    <a:pt x="1548428" y="4128507"/>
                  </a:lnTo>
                  <a:lnTo>
                    <a:pt x="1548522" y="4128507"/>
                  </a:lnTo>
                  <a:lnTo>
                    <a:pt x="1548616" y="4128507"/>
                  </a:lnTo>
                  <a:lnTo>
                    <a:pt x="1548710" y="4128507"/>
                  </a:lnTo>
                  <a:lnTo>
                    <a:pt x="1548805" y="4128507"/>
                  </a:lnTo>
                  <a:lnTo>
                    <a:pt x="1548899" y="4128507"/>
                  </a:lnTo>
                  <a:lnTo>
                    <a:pt x="1548993" y="4128507"/>
                  </a:lnTo>
                  <a:lnTo>
                    <a:pt x="1549087" y="4128507"/>
                  </a:lnTo>
                  <a:lnTo>
                    <a:pt x="1549181" y="4128507"/>
                  </a:lnTo>
                  <a:lnTo>
                    <a:pt x="1549275" y="4128507"/>
                  </a:lnTo>
                  <a:lnTo>
                    <a:pt x="1549369" y="4128507"/>
                  </a:lnTo>
                  <a:lnTo>
                    <a:pt x="1549463" y="4128507"/>
                  </a:lnTo>
                  <a:lnTo>
                    <a:pt x="1549557" y="4128507"/>
                  </a:lnTo>
                  <a:lnTo>
                    <a:pt x="1549651" y="4128507"/>
                  </a:lnTo>
                  <a:lnTo>
                    <a:pt x="1549745" y="4128507"/>
                  </a:lnTo>
                  <a:lnTo>
                    <a:pt x="1549839" y="4128507"/>
                  </a:lnTo>
                  <a:lnTo>
                    <a:pt x="1549933" y="4128507"/>
                  </a:lnTo>
                  <a:lnTo>
                    <a:pt x="1550027" y="4128507"/>
                  </a:lnTo>
                  <a:lnTo>
                    <a:pt x="1550121" y="4128507"/>
                  </a:lnTo>
                  <a:lnTo>
                    <a:pt x="1550215" y="4128507"/>
                  </a:lnTo>
                  <a:lnTo>
                    <a:pt x="1550309" y="4128507"/>
                  </a:lnTo>
                  <a:lnTo>
                    <a:pt x="1550403" y="4128507"/>
                  </a:lnTo>
                  <a:lnTo>
                    <a:pt x="1550497" y="4128507"/>
                  </a:lnTo>
                  <a:lnTo>
                    <a:pt x="1550591" y="4128507"/>
                  </a:lnTo>
                  <a:lnTo>
                    <a:pt x="1550685" y="4128507"/>
                  </a:lnTo>
                  <a:lnTo>
                    <a:pt x="1550685" y="4123228"/>
                  </a:lnTo>
                  <a:lnTo>
                    <a:pt x="1550779" y="4123228"/>
                  </a:lnTo>
                  <a:lnTo>
                    <a:pt x="1550873" y="4123228"/>
                  </a:lnTo>
                  <a:lnTo>
                    <a:pt x="1550967" y="4123228"/>
                  </a:lnTo>
                  <a:lnTo>
                    <a:pt x="1551061" y="4123228"/>
                  </a:lnTo>
                  <a:lnTo>
                    <a:pt x="1551155" y="4123228"/>
                  </a:lnTo>
                  <a:lnTo>
                    <a:pt x="1551249" y="4123228"/>
                  </a:lnTo>
                  <a:lnTo>
                    <a:pt x="1551343" y="4123228"/>
                  </a:lnTo>
                  <a:lnTo>
                    <a:pt x="1551437" y="4123228"/>
                  </a:lnTo>
                  <a:lnTo>
                    <a:pt x="1551531" y="4123228"/>
                  </a:lnTo>
                  <a:lnTo>
                    <a:pt x="1551625" y="4123228"/>
                  </a:lnTo>
                  <a:lnTo>
                    <a:pt x="1551719" y="4123228"/>
                  </a:lnTo>
                  <a:lnTo>
                    <a:pt x="1551813" y="4123228"/>
                  </a:lnTo>
                  <a:lnTo>
                    <a:pt x="1551907" y="4123228"/>
                  </a:lnTo>
                  <a:lnTo>
                    <a:pt x="1552001" y="4123228"/>
                  </a:lnTo>
                  <a:lnTo>
                    <a:pt x="1552095" y="4123228"/>
                  </a:lnTo>
                  <a:lnTo>
                    <a:pt x="1552189" y="4123228"/>
                  </a:lnTo>
                  <a:lnTo>
                    <a:pt x="1552283" y="4123228"/>
                  </a:lnTo>
                  <a:lnTo>
                    <a:pt x="1552378" y="4123228"/>
                  </a:lnTo>
                  <a:lnTo>
                    <a:pt x="1552472" y="4123228"/>
                  </a:lnTo>
                  <a:lnTo>
                    <a:pt x="1552566" y="4123228"/>
                  </a:lnTo>
                  <a:lnTo>
                    <a:pt x="1552660" y="4123228"/>
                  </a:lnTo>
                  <a:lnTo>
                    <a:pt x="1552754" y="4123228"/>
                  </a:lnTo>
                  <a:lnTo>
                    <a:pt x="1552848" y="4123228"/>
                  </a:lnTo>
                  <a:lnTo>
                    <a:pt x="1552942" y="4123228"/>
                  </a:lnTo>
                  <a:lnTo>
                    <a:pt x="1553036" y="4123228"/>
                  </a:lnTo>
                  <a:lnTo>
                    <a:pt x="1553130" y="4123228"/>
                  </a:lnTo>
                  <a:lnTo>
                    <a:pt x="1553224" y="4123228"/>
                  </a:lnTo>
                  <a:lnTo>
                    <a:pt x="1553318" y="4123228"/>
                  </a:lnTo>
                  <a:lnTo>
                    <a:pt x="1553412" y="4123228"/>
                  </a:lnTo>
                  <a:lnTo>
                    <a:pt x="1553506" y="4123228"/>
                  </a:lnTo>
                  <a:lnTo>
                    <a:pt x="1553600" y="4123228"/>
                  </a:lnTo>
                  <a:lnTo>
                    <a:pt x="1553694" y="4123228"/>
                  </a:lnTo>
                  <a:lnTo>
                    <a:pt x="1553788" y="4123228"/>
                  </a:lnTo>
                  <a:lnTo>
                    <a:pt x="1553882" y="4123228"/>
                  </a:lnTo>
                  <a:lnTo>
                    <a:pt x="1553976" y="4123228"/>
                  </a:lnTo>
                  <a:lnTo>
                    <a:pt x="1554070" y="4123228"/>
                  </a:lnTo>
                  <a:lnTo>
                    <a:pt x="1554164" y="4123228"/>
                  </a:lnTo>
                  <a:lnTo>
                    <a:pt x="1554258" y="4123228"/>
                  </a:lnTo>
                  <a:lnTo>
                    <a:pt x="1554352" y="4123228"/>
                  </a:lnTo>
                  <a:lnTo>
                    <a:pt x="1554446" y="4123228"/>
                  </a:lnTo>
                  <a:lnTo>
                    <a:pt x="1554540" y="4123228"/>
                  </a:lnTo>
                  <a:lnTo>
                    <a:pt x="1554540" y="4117948"/>
                  </a:lnTo>
                  <a:lnTo>
                    <a:pt x="1554634" y="4117948"/>
                  </a:lnTo>
                  <a:lnTo>
                    <a:pt x="1554728" y="4117948"/>
                  </a:lnTo>
                  <a:lnTo>
                    <a:pt x="1554822" y="4117948"/>
                  </a:lnTo>
                  <a:lnTo>
                    <a:pt x="1554916" y="4117948"/>
                  </a:lnTo>
                  <a:lnTo>
                    <a:pt x="1555010" y="4117948"/>
                  </a:lnTo>
                  <a:lnTo>
                    <a:pt x="1555104" y="4117948"/>
                  </a:lnTo>
                  <a:lnTo>
                    <a:pt x="1555198" y="4117948"/>
                  </a:lnTo>
                  <a:lnTo>
                    <a:pt x="1555292" y="4117948"/>
                  </a:lnTo>
                  <a:lnTo>
                    <a:pt x="1555386" y="4117948"/>
                  </a:lnTo>
                  <a:lnTo>
                    <a:pt x="1555480" y="4117948"/>
                  </a:lnTo>
                  <a:lnTo>
                    <a:pt x="1555574" y="4117948"/>
                  </a:lnTo>
                  <a:lnTo>
                    <a:pt x="1555668" y="4117948"/>
                  </a:lnTo>
                  <a:lnTo>
                    <a:pt x="1555762" y="4117948"/>
                  </a:lnTo>
                  <a:lnTo>
                    <a:pt x="1555856" y="4117948"/>
                  </a:lnTo>
                  <a:lnTo>
                    <a:pt x="1555951" y="4117948"/>
                  </a:lnTo>
                  <a:lnTo>
                    <a:pt x="1556045" y="4117948"/>
                  </a:lnTo>
                  <a:lnTo>
                    <a:pt x="1556139" y="4117948"/>
                  </a:lnTo>
                  <a:lnTo>
                    <a:pt x="1556233" y="4117948"/>
                  </a:lnTo>
                  <a:lnTo>
                    <a:pt x="1556327" y="4117948"/>
                  </a:lnTo>
                  <a:lnTo>
                    <a:pt x="1556421" y="4117948"/>
                  </a:lnTo>
                  <a:lnTo>
                    <a:pt x="1556515" y="4117948"/>
                  </a:lnTo>
                  <a:lnTo>
                    <a:pt x="1556609" y="4117948"/>
                  </a:lnTo>
                  <a:lnTo>
                    <a:pt x="1556703" y="4117948"/>
                  </a:lnTo>
                  <a:lnTo>
                    <a:pt x="1556797" y="4117948"/>
                  </a:lnTo>
                  <a:lnTo>
                    <a:pt x="1556891" y="4117948"/>
                  </a:lnTo>
                  <a:lnTo>
                    <a:pt x="1556985" y="4117948"/>
                  </a:lnTo>
                  <a:lnTo>
                    <a:pt x="1557079" y="4117948"/>
                  </a:lnTo>
                  <a:lnTo>
                    <a:pt x="1557173" y="4117948"/>
                  </a:lnTo>
                  <a:lnTo>
                    <a:pt x="1557267" y="4117948"/>
                  </a:lnTo>
                  <a:lnTo>
                    <a:pt x="1557361" y="4117948"/>
                  </a:lnTo>
                  <a:lnTo>
                    <a:pt x="1557455" y="4117948"/>
                  </a:lnTo>
                  <a:lnTo>
                    <a:pt x="1557549" y="4117948"/>
                  </a:lnTo>
                  <a:lnTo>
                    <a:pt x="1557643" y="4117948"/>
                  </a:lnTo>
                  <a:lnTo>
                    <a:pt x="1557737" y="4117948"/>
                  </a:lnTo>
                  <a:lnTo>
                    <a:pt x="1557831" y="4117948"/>
                  </a:lnTo>
                  <a:lnTo>
                    <a:pt x="1557925" y="4117948"/>
                  </a:lnTo>
                  <a:lnTo>
                    <a:pt x="1558019" y="4117948"/>
                  </a:lnTo>
                  <a:lnTo>
                    <a:pt x="1558113" y="4117948"/>
                  </a:lnTo>
                  <a:lnTo>
                    <a:pt x="1558207" y="4117948"/>
                  </a:lnTo>
                  <a:lnTo>
                    <a:pt x="1558301" y="4117948"/>
                  </a:lnTo>
                  <a:lnTo>
                    <a:pt x="1558395" y="4117948"/>
                  </a:lnTo>
                  <a:lnTo>
                    <a:pt x="1558489" y="4117948"/>
                  </a:lnTo>
                  <a:lnTo>
                    <a:pt x="1558583" y="4117948"/>
                  </a:lnTo>
                  <a:lnTo>
                    <a:pt x="1558677" y="4117948"/>
                  </a:lnTo>
                  <a:lnTo>
                    <a:pt x="1558771" y="4117948"/>
                  </a:lnTo>
                  <a:lnTo>
                    <a:pt x="1558865" y="4117948"/>
                  </a:lnTo>
                  <a:lnTo>
                    <a:pt x="1558959" y="4117948"/>
                  </a:lnTo>
                  <a:lnTo>
                    <a:pt x="1559053" y="4117948"/>
                  </a:lnTo>
                  <a:lnTo>
                    <a:pt x="1559147" y="4117948"/>
                  </a:lnTo>
                  <a:lnTo>
                    <a:pt x="1559241" y="4117948"/>
                  </a:lnTo>
                  <a:lnTo>
                    <a:pt x="1559335" y="4117948"/>
                  </a:lnTo>
                  <a:lnTo>
                    <a:pt x="1559429" y="4117948"/>
                  </a:lnTo>
                  <a:lnTo>
                    <a:pt x="1559524" y="4117948"/>
                  </a:lnTo>
                  <a:lnTo>
                    <a:pt x="1559618" y="4117948"/>
                  </a:lnTo>
                  <a:lnTo>
                    <a:pt x="1559712" y="4117948"/>
                  </a:lnTo>
                  <a:lnTo>
                    <a:pt x="1559806" y="4117948"/>
                  </a:lnTo>
                  <a:lnTo>
                    <a:pt x="1559900" y="4117948"/>
                  </a:lnTo>
                  <a:lnTo>
                    <a:pt x="1559994" y="4117948"/>
                  </a:lnTo>
                  <a:lnTo>
                    <a:pt x="1560088" y="4117948"/>
                  </a:lnTo>
                  <a:lnTo>
                    <a:pt x="1560182" y="4117948"/>
                  </a:lnTo>
                  <a:lnTo>
                    <a:pt x="1560276" y="4117948"/>
                  </a:lnTo>
                  <a:lnTo>
                    <a:pt x="1560370" y="4117948"/>
                  </a:lnTo>
                  <a:lnTo>
                    <a:pt x="1560464" y="4117948"/>
                  </a:lnTo>
                  <a:lnTo>
                    <a:pt x="1560558" y="4117948"/>
                  </a:lnTo>
                  <a:lnTo>
                    <a:pt x="1560652" y="4117948"/>
                  </a:lnTo>
                  <a:lnTo>
                    <a:pt x="1560746" y="4117948"/>
                  </a:lnTo>
                  <a:lnTo>
                    <a:pt x="1560840" y="4117948"/>
                  </a:lnTo>
                  <a:lnTo>
                    <a:pt x="1560934" y="4117948"/>
                  </a:lnTo>
                  <a:lnTo>
                    <a:pt x="1561028" y="4117948"/>
                  </a:lnTo>
                  <a:lnTo>
                    <a:pt x="1561122" y="4117948"/>
                  </a:lnTo>
                  <a:lnTo>
                    <a:pt x="1561216" y="4117948"/>
                  </a:lnTo>
                  <a:lnTo>
                    <a:pt x="1561310" y="4117948"/>
                  </a:lnTo>
                  <a:lnTo>
                    <a:pt x="1561404" y="4117948"/>
                  </a:lnTo>
                  <a:lnTo>
                    <a:pt x="1561498" y="4117948"/>
                  </a:lnTo>
                  <a:lnTo>
                    <a:pt x="1561592" y="4117948"/>
                  </a:lnTo>
                  <a:lnTo>
                    <a:pt x="1561686" y="4117948"/>
                  </a:lnTo>
                  <a:lnTo>
                    <a:pt x="1561780" y="4117948"/>
                  </a:lnTo>
                  <a:lnTo>
                    <a:pt x="1561874" y="4117948"/>
                  </a:lnTo>
                  <a:lnTo>
                    <a:pt x="1561968" y="4117948"/>
                  </a:lnTo>
                  <a:lnTo>
                    <a:pt x="1562062" y="4117948"/>
                  </a:lnTo>
                  <a:lnTo>
                    <a:pt x="1562156" y="4117948"/>
                  </a:lnTo>
                  <a:lnTo>
                    <a:pt x="1562250" y="4117948"/>
                  </a:lnTo>
                  <a:lnTo>
                    <a:pt x="1562344" y="4117948"/>
                  </a:lnTo>
                  <a:lnTo>
                    <a:pt x="1562438" y="4117948"/>
                  </a:lnTo>
                  <a:lnTo>
                    <a:pt x="1562532" y="4117948"/>
                  </a:lnTo>
                  <a:lnTo>
                    <a:pt x="1562626" y="4117948"/>
                  </a:lnTo>
                  <a:lnTo>
                    <a:pt x="1562720" y="4117948"/>
                  </a:lnTo>
                  <a:lnTo>
                    <a:pt x="1562814" y="4117948"/>
                  </a:lnTo>
                  <a:lnTo>
                    <a:pt x="1562908" y="4117948"/>
                  </a:lnTo>
                  <a:lnTo>
                    <a:pt x="1563003" y="4117948"/>
                  </a:lnTo>
                  <a:lnTo>
                    <a:pt x="1563097" y="4117948"/>
                  </a:lnTo>
                  <a:lnTo>
                    <a:pt x="1563191" y="4117948"/>
                  </a:lnTo>
                  <a:lnTo>
                    <a:pt x="1563285" y="4117948"/>
                  </a:lnTo>
                  <a:lnTo>
                    <a:pt x="1563379" y="4117948"/>
                  </a:lnTo>
                  <a:lnTo>
                    <a:pt x="1563473" y="4117948"/>
                  </a:lnTo>
                  <a:lnTo>
                    <a:pt x="1563473" y="4112669"/>
                  </a:lnTo>
                  <a:lnTo>
                    <a:pt x="1563567" y="4112669"/>
                  </a:lnTo>
                  <a:lnTo>
                    <a:pt x="1563661" y="4112669"/>
                  </a:lnTo>
                  <a:lnTo>
                    <a:pt x="1563755" y="4112669"/>
                  </a:lnTo>
                  <a:lnTo>
                    <a:pt x="1563849" y="4112669"/>
                  </a:lnTo>
                  <a:lnTo>
                    <a:pt x="1563943" y="4112669"/>
                  </a:lnTo>
                  <a:lnTo>
                    <a:pt x="1564037" y="4112669"/>
                  </a:lnTo>
                  <a:lnTo>
                    <a:pt x="1564131" y="4112669"/>
                  </a:lnTo>
                  <a:lnTo>
                    <a:pt x="1564225" y="4112669"/>
                  </a:lnTo>
                  <a:lnTo>
                    <a:pt x="1564319" y="4112669"/>
                  </a:lnTo>
                  <a:lnTo>
                    <a:pt x="1564413" y="4112669"/>
                  </a:lnTo>
                  <a:lnTo>
                    <a:pt x="1564507" y="4112669"/>
                  </a:lnTo>
                  <a:lnTo>
                    <a:pt x="1564601" y="4112669"/>
                  </a:lnTo>
                  <a:lnTo>
                    <a:pt x="1564695" y="4112669"/>
                  </a:lnTo>
                  <a:lnTo>
                    <a:pt x="1564789" y="4112669"/>
                  </a:lnTo>
                  <a:lnTo>
                    <a:pt x="1564883" y="4112669"/>
                  </a:lnTo>
                  <a:lnTo>
                    <a:pt x="1564977" y="4112669"/>
                  </a:lnTo>
                  <a:lnTo>
                    <a:pt x="1565071" y="4112669"/>
                  </a:lnTo>
                  <a:lnTo>
                    <a:pt x="1565165" y="4112669"/>
                  </a:lnTo>
                  <a:lnTo>
                    <a:pt x="1565259" y="4112669"/>
                  </a:lnTo>
                  <a:lnTo>
                    <a:pt x="1565353" y="4112669"/>
                  </a:lnTo>
                  <a:lnTo>
                    <a:pt x="1565447" y="4112669"/>
                  </a:lnTo>
                  <a:lnTo>
                    <a:pt x="1565541" y="4112669"/>
                  </a:lnTo>
                  <a:lnTo>
                    <a:pt x="1565635" y="4112669"/>
                  </a:lnTo>
                  <a:lnTo>
                    <a:pt x="1565729" y="4112669"/>
                  </a:lnTo>
                  <a:lnTo>
                    <a:pt x="1565823" y="4112669"/>
                  </a:lnTo>
                  <a:lnTo>
                    <a:pt x="1565917" y="4112669"/>
                  </a:lnTo>
                  <a:lnTo>
                    <a:pt x="1566011" y="4112669"/>
                  </a:lnTo>
                  <a:lnTo>
                    <a:pt x="1566105" y="4112669"/>
                  </a:lnTo>
                  <a:lnTo>
                    <a:pt x="1566199" y="4112669"/>
                  </a:lnTo>
                  <a:lnTo>
                    <a:pt x="1566293" y="4112669"/>
                  </a:lnTo>
                  <a:lnTo>
                    <a:pt x="1566387" y="4112669"/>
                  </a:lnTo>
                  <a:lnTo>
                    <a:pt x="1566481" y="4112669"/>
                  </a:lnTo>
                  <a:lnTo>
                    <a:pt x="1566576" y="4112669"/>
                  </a:lnTo>
                  <a:lnTo>
                    <a:pt x="1566670" y="4112669"/>
                  </a:lnTo>
                  <a:lnTo>
                    <a:pt x="1566764" y="4112669"/>
                  </a:lnTo>
                  <a:lnTo>
                    <a:pt x="1566858" y="4112669"/>
                  </a:lnTo>
                  <a:lnTo>
                    <a:pt x="1566952" y="4112669"/>
                  </a:lnTo>
                  <a:lnTo>
                    <a:pt x="1567046" y="4112669"/>
                  </a:lnTo>
                  <a:lnTo>
                    <a:pt x="1567140" y="4112669"/>
                  </a:lnTo>
                  <a:lnTo>
                    <a:pt x="1567234" y="4112669"/>
                  </a:lnTo>
                  <a:lnTo>
                    <a:pt x="1567328" y="4112669"/>
                  </a:lnTo>
                  <a:lnTo>
                    <a:pt x="1567422" y="4112669"/>
                  </a:lnTo>
                  <a:lnTo>
                    <a:pt x="1567516" y="4112669"/>
                  </a:lnTo>
                  <a:lnTo>
                    <a:pt x="1567610" y="4112669"/>
                  </a:lnTo>
                  <a:lnTo>
                    <a:pt x="1567704" y="4112669"/>
                  </a:lnTo>
                  <a:lnTo>
                    <a:pt x="1567798" y="4112669"/>
                  </a:lnTo>
                  <a:lnTo>
                    <a:pt x="1567892" y="4112669"/>
                  </a:lnTo>
                  <a:lnTo>
                    <a:pt x="1567986" y="4112669"/>
                  </a:lnTo>
                  <a:lnTo>
                    <a:pt x="1568080" y="4112669"/>
                  </a:lnTo>
                  <a:lnTo>
                    <a:pt x="1568174" y="4112669"/>
                  </a:lnTo>
                  <a:lnTo>
                    <a:pt x="1568268" y="4112669"/>
                  </a:lnTo>
                  <a:lnTo>
                    <a:pt x="1568362" y="4112669"/>
                  </a:lnTo>
                  <a:lnTo>
                    <a:pt x="1568456" y="4112669"/>
                  </a:lnTo>
                  <a:lnTo>
                    <a:pt x="1568456" y="4107389"/>
                  </a:lnTo>
                  <a:lnTo>
                    <a:pt x="1568550" y="4107389"/>
                  </a:lnTo>
                  <a:lnTo>
                    <a:pt x="1568644" y="4107389"/>
                  </a:lnTo>
                  <a:lnTo>
                    <a:pt x="1568738" y="4107389"/>
                  </a:lnTo>
                  <a:lnTo>
                    <a:pt x="1568832" y="4107389"/>
                  </a:lnTo>
                  <a:lnTo>
                    <a:pt x="1568926" y="4107389"/>
                  </a:lnTo>
                  <a:lnTo>
                    <a:pt x="1569020" y="4107389"/>
                  </a:lnTo>
                  <a:lnTo>
                    <a:pt x="1569114" y="4107389"/>
                  </a:lnTo>
                  <a:lnTo>
                    <a:pt x="1569208" y="4107389"/>
                  </a:lnTo>
                  <a:lnTo>
                    <a:pt x="1569302" y="4107389"/>
                  </a:lnTo>
                  <a:lnTo>
                    <a:pt x="1569396" y="4107389"/>
                  </a:lnTo>
                  <a:lnTo>
                    <a:pt x="1569490" y="4107389"/>
                  </a:lnTo>
                  <a:lnTo>
                    <a:pt x="1569584" y="4107389"/>
                  </a:lnTo>
                  <a:lnTo>
                    <a:pt x="1569678" y="4107389"/>
                  </a:lnTo>
                  <a:lnTo>
                    <a:pt x="1569772" y="4107389"/>
                  </a:lnTo>
                  <a:lnTo>
                    <a:pt x="1569866" y="4107389"/>
                  </a:lnTo>
                  <a:lnTo>
                    <a:pt x="1569960" y="4107389"/>
                  </a:lnTo>
                  <a:lnTo>
                    <a:pt x="1570054" y="4107389"/>
                  </a:lnTo>
                  <a:lnTo>
                    <a:pt x="1570149" y="4107389"/>
                  </a:lnTo>
                  <a:lnTo>
                    <a:pt x="1570149" y="4102110"/>
                  </a:lnTo>
                  <a:lnTo>
                    <a:pt x="1570243" y="4102110"/>
                  </a:lnTo>
                  <a:lnTo>
                    <a:pt x="1570337" y="4102110"/>
                  </a:lnTo>
                  <a:lnTo>
                    <a:pt x="1570431" y="4102110"/>
                  </a:lnTo>
                  <a:lnTo>
                    <a:pt x="1570525" y="4102110"/>
                  </a:lnTo>
                  <a:lnTo>
                    <a:pt x="1570525" y="4096830"/>
                  </a:lnTo>
                  <a:lnTo>
                    <a:pt x="1570619" y="4096830"/>
                  </a:lnTo>
                  <a:lnTo>
                    <a:pt x="1570713" y="4096830"/>
                  </a:lnTo>
                  <a:lnTo>
                    <a:pt x="1570807" y="4096830"/>
                  </a:lnTo>
                  <a:lnTo>
                    <a:pt x="1570901" y="4096830"/>
                  </a:lnTo>
                  <a:lnTo>
                    <a:pt x="1570995" y="4096830"/>
                  </a:lnTo>
                  <a:lnTo>
                    <a:pt x="1571089" y="4096830"/>
                  </a:lnTo>
                  <a:lnTo>
                    <a:pt x="1571183" y="4096830"/>
                  </a:lnTo>
                  <a:lnTo>
                    <a:pt x="1571277" y="4096830"/>
                  </a:lnTo>
                  <a:lnTo>
                    <a:pt x="1571371" y="4096830"/>
                  </a:lnTo>
                  <a:lnTo>
                    <a:pt x="1571465" y="4096830"/>
                  </a:lnTo>
                  <a:lnTo>
                    <a:pt x="1571559" y="4096830"/>
                  </a:lnTo>
                  <a:lnTo>
                    <a:pt x="1571653" y="4096830"/>
                  </a:lnTo>
                  <a:lnTo>
                    <a:pt x="1571747" y="4096830"/>
                  </a:lnTo>
                  <a:lnTo>
                    <a:pt x="1571841" y="4096830"/>
                  </a:lnTo>
                  <a:lnTo>
                    <a:pt x="1571935" y="4096830"/>
                  </a:lnTo>
                  <a:lnTo>
                    <a:pt x="1572029" y="4096830"/>
                  </a:lnTo>
                  <a:lnTo>
                    <a:pt x="1572123" y="4096830"/>
                  </a:lnTo>
                  <a:lnTo>
                    <a:pt x="1572217" y="4096830"/>
                  </a:lnTo>
                  <a:lnTo>
                    <a:pt x="1572311" y="4096830"/>
                  </a:lnTo>
                  <a:lnTo>
                    <a:pt x="1572405" y="4096830"/>
                  </a:lnTo>
                  <a:lnTo>
                    <a:pt x="1572499" y="4096830"/>
                  </a:lnTo>
                  <a:lnTo>
                    <a:pt x="1572593" y="4096830"/>
                  </a:lnTo>
                  <a:lnTo>
                    <a:pt x="1572687" y="4096830"/>
                  </a:lnTo>
                  <a:lnTo>
                    <a:pt x="1572781" y="4096830"/>
                  </a:lnTo>
                  <a:lnTo>
                    <a:pt x="1572875" y="4096830"/>
                  </a:lnTo>
                  <a:lnTo>
                    <a:pt x="1572969" y="4096830"/>
                  </a:lnTo>
                  <a:lnTo>
                    <a:pt x="1573063" y="4096830"/>
                  </a:lnTo>
                  <a:lnTo>
                    <a:pt x="1573157" y="4096830"/>
                  </a:lnTo>
                  <a:lnTo>
                    <a:pt x="1573251" y="4096830"/>
                  </a:lnTo>
                  <a:lnTo>
                    <a:pt x="1573345" y="4096830"/>
                  </a:lnTo>
                  <a:lnTo>
                    <a:pt x="1573439" y="4096830"/>
                  </a:lnTo>
                  <a:lnTo>
                    <a:pt x="1573533" y="4096830"/>
                  </a:lnTo>
                  <a:lnTo>
                    <a:pt x="1573628" y="4096830"/>
                  </a:lnTo>
                  <a:lnTo>
                    <a:pt x="1573628" y="4091551"/>
                  </a:lnTo>
                  <a:lnTo>
                    <a:pt x="1573628" y="4086272"/>
                  </a:lnTo>
                  <a:lnTo>
                    <a:pt x="1573722" y="4086272"/>
                  </a:lnTo>
                  <a:lnTo>
                    <a:pt x="1573816" y="4086272"/>
                  </a:lnTo>
                  <a:lnTo>
                    <a:pt x="1573910" y="4086272"/>
                  </a:lnTo>
                  <a:lnTo>
                    <a:pt x="1574004" y="4086272"/>
                  </a:lnTo>
                  <a:lnTo>
                    <a:pt x="1574098" y="4086272"/>
                  </a:lnTo>
                  <a:lnTo>
                    <a:pt x="1574192" y="4086272"/>
                  </a:lnTo>
                  <a:lnTo>
                    <a:pt x="1574286" y="4086272"/>
                  </a:lnTo>
                  <a:lnTo>
                    <a:pt x="1574380" y="4086272"/>
                  </a:lnTo>
                  <a:lnTo>
                    <a:pt x="1574474" y="4086272"/>
                  </a:lnTo>
                  <a:lnTo>
                    <a:pt x="1574568" y="4086272"/>
                  </a:lnTo>
                  <a:lnTo>
                    <a:pt x="1574662" y="4086272"/>
                  </a:lnTo>
                  <a:lnTo>
                    <a:pt x="1574756" y="4086272"/>
                  </a:lnTo>
                  <a:lnTo>
                    <a:pt x="1574850" y="4086272"/>
                  </a:lnTo>
                  <a:lnTo>
                    <a:pt x="1574944" y="4086272"/>
                  </a:lnTo>
                  <a:lnTo>
                    <a:pt x="1575038" y="4086272"/>
                  </a:lnTo>
                  <a:lnTo>
                    <a:pt x="1575132" y="4086272"/>
                  </a:lnTo>
                  <a:lnTo>
                    <a:pt x="1575226" y="4086272"/>
                  </a:lnTo>
                  <a:lnTo>
                    <a:pt x="1575320" y="4086272"/>
                  </a:lnTo>
                  <a:lnTo>
                    <a:pt x="1575414" y="4086272"/>
                  </a:lnTo>
                  <a:lnTo>
                    <a:pt x="1575508" y="4086272"/>
                  </a:lnTo>
                  <a:lnTo>
                    <a:pt x="1575602" y="4086272"/>
                  </a:lnTo>
                  <a:lnTo>
                    <a:pt x="1575696" y="4086272"/>
                  </a:lnTo>
                  <a:lnTo>
                    <a:pt x="1575790" y="4086272"/>
                  </a:lnTo>
                  <a:lnTo>
                    <a:pt x="1575884" y="4086272"/>
                  </a:lnTo>
                  <a:lnTo>
                    <a:pt x="1575978" y="4086272"/>
                  </a:lnTo>
                  <a:lnTo>
                    <a:pt x="1576072" y="4086272"/>
                  </a:lnTo>
                  <a:lnTo>
                    <a:pt x="1576166" y="4086272"/>
                  </a:lnTo>
                  <a:lnTo>
                    <a:pt x="1576260" y="4086272"/>
                  </a:lnTo>
                  <a:lnTo>
                    <a:pt x="1576354" y="4086272"/>
                  </a:lnTo>
                  <a:lnTo>
                    <a:pt x="1576448" y="4086272"/>
                  </a:lnTo>
                  <a:lnTo>
                    <a:pt x="1576542" y="4086272"/>
                  </a:lnTo>
                  <a:lnTo>
                    <a:pt x="1576636" y="4086272"/>
                  </a:lnTo>
                  <a:lnTo>
                    <a:pt x="1576730" y="4086272"/>
                  </a:lnTo>
                  <a:lnTo>
                    <a:pt x="1576824" y="4086272"/>
                  </a:lnTo>
                  <a:lnTo>
                    <a:pt x="1576918" y="4086272"/>
                  </a:lnTo>
                  <a:lnTo>
                    <a:pt x="1577012" y="4086272"/>
                  </a:lnTo>
                  <a:lnTo>
                    <a:pt x="1577106" y="4086272"/>
                  </a:lnTo>
                  <a:lnTo>
                    <a:pt x="1577201" y="4086272"/>
                  </a:lnTo>
                  <a:lnTo>
                    <a:pt x="1577295" y="4086272"/>
                  </a:lnTo>
                  <a:lnTo>
                    <a:pt x="1577389" y="4086272"/>
                  </a:lnTo>
                  <a:lnTo>
                    <a:pt x="1577483" y="4086272"/>
                  </a:lnTo>
                  <a:lnTo>
                    <a:pt x="1577577" y="4086272"/>
                  </a:lnTo>
                  <a:lnTo>
                    <a:pt x="1577671" y="4086272"/>
                  </a:lnTo>
                  <a:lnTo>
                    <a:pt x="1577765" y="4086272"/>
                  </a:lnTo>
                  <a:lnTo>
                    <a:pt x="1577859" y="4086272"/>
                  </a:lnTo>
                  <a:lnTo>
                    <a:pt x="1577953" y="4086272"/>
                  </a:lnTo>
                  <a:lnTo>
                    <a:pt x="1578047" y="4086272"/>
                  </a:lnTo>
                  <a:lnTo>
                    <a:pt x="1578141" y="4086272"/>
                  </a:lnTo>
                  <a:lnTo>
                    <a:pt x="1578235" y="4086272"/>
                  </a:lnTo>
                  <a:lnTo>
                    <a:pt x="1578329" y="4086272"/>
                  </a:lnTo>
                  <a:lnTo>
                    <a:pt x="1578423" y="4086272"/>
                  </a:lnTo>
                  <a:lnTo>
                    <a:pt x="1578517" y="4086272"/>
                  </a:lnTo>
                  <a:lnTo>
                    <a:pt x="1578611" y="4086272"/>
                  </a:lnTo>
                  <a:lnTo>
                    <a:pt x="1578705" y="4086272"/>
                  </a:lnTo>
                  <a:lnTo>
                    <a:pt x="1578799" y="4086272"/>
                  </a:lnTo>
                  <a:lnTo>
                    <a:pt x="1578893" y="4086272"/>
                  </a:lnTo>
                  <a:lnTo>
                    <a:pt x="1578987" y="4086272"/>
                  </a:lnTo>
                  <a:lnTo>
                    <a:pt x="1579081" y="4086272"/>
                  </a:lnTo>
                  <a:lnTo>
                    <a:pt x="1579175" y="4086272"/>
                  </a:lnTo>
                  <a:lnTo>
                    <a:pt x="1579269" y="4086272"/>
                  </a:lnTo>
                  <a:lnTo>
                    <a:pt x="1579363" y="4086272"/>
                  </a:lnTo>
                  <a:lnTo>
                    <a:pt x="1579457" y="4086272"/>
                  </a:lnTo>
                  <a:lnTo>
                    <a:pt x="1579551" y="4086272"/>
                  </a:lnTo>
                  <a:lnTo>
                    <a:pt x="1579645" y="4086272"/>
                  </a:lnTo>
                  <a:lnTo>
                    <a:pt x="1579739" y="4086272"/>
                  </a:lnTo>
                  <a:lnTo>
                    <a:pt x="1579833" y="4086272"/>
                  </a:lnTo>
                  <a:lnTo>
                    <a:pt x="1579927" y="4086272"/>
                  </a:lnTo>
                  <a:lnTo>
                    <a:pt x="1580021" y="4086272"/>
                  </a:lnTo>
                  <a:lnTo>
                    <a:pt x="1580115" y="4086272"/>
                  </a:lnTo>
                  <a:lnTo>
                    <a:pt x="1580209" y="4086272"/>
                  </a:lnTo>
                  <a:lnTo>
                    <a:pt x="1580303" y="4086272"/>
                  </a:lnTo>
                  <a:lnTo>
                    <a:pt x="1580397" y="4086272"/>
                  </a:lnTo>
                  <a:lnTo>
                    <a:pt x="1580491" y="4086272"/>
                  </a:lnTo>
                  <a:lnTo>
                    <a:pt x="1580585" y="4086272"/>
                  </a:lnTo>
                  <a:lnTo>
                    <a:pt x="1580585" y="4080992"/>
                  </a:lnTo>
                  <a:lnTo>
                    <a:pt x="1580679" y="4080992"/>
                  </a:lnTo>
                  <a:lnTo>
                    <a:pt x="1580774" y="4080992"/>
                  </a:lnTo>
                  <a:lnTo>
                    <a:pt x="1580868" y="4080992"/>
                  </a:lnTo>
                  <a:lnTo>
                    <a:pt x="1580962" y="4080992"/>
                  </a:lnTo>
                  <a:lnTo>
                    <a:pt x="1581056" y="4080992"/>
                  </a:lnTo>
                  <a:lnTo>
                    <a:pt x="1581150" y="4080992"/>
                  </a:lnTo>
                  <a:lnTo>
                    <a:pt x="1581244" y="4080992"/>
                  </a:lnTo>
                  <a:lnTo>
                    <a:pt x="1581338" y="4080992"/>
                  </a:lnTo>
                  <a:lnTo>
                    <a:pt x="1581432" y="4080992"/>
                  </a:lnTo>
                  <a:lnTo>
                    <a:pt x="1581526" y="4080992"/>
                  </a:lnTo>
                  <a:lnTo>
                    <a:pt x="1581620" y="4080992"/>
                  </a:lnTo>
                  <a:lnTo>
                    <a:pt x="1581714" y="4080992"/>
                  </a:lnTo>
                  <a:lnTo>
                    <a:pt x="1581808" y="4080992"/>
                  </a:lnTo>
                  <a:lnTo>
                    <a:pt x="1581902" y="4080992"/>
                  </a:lnTo>
                  <a:lnTo>
                    <a:pt x="1581996" y="4080992"/>
                  </a:lnTo>
                  <a:lnTo>
                    <a:pt x="1582090" y="4080992"/>
                  </a:lnTo>
                  <a:lnTo>
                    <a:pt x="1582184" y="4080992"/>
                  </a:lnTo>
                  <a:lnTo>
                    <a:pt x="1582278" y="4080992"/>
                  </a:lnTo>
                  <a:lnTo>
                    <a:pt x="1582372" y="4080992"/>
                  </a:lnTo>
                  <a:lnTo>
                    <a:pt x="1582466" y="4080992"/>
                  </a:lnTo>
                  <a:lnTo>
                    <a:pt x="1582560" y="4080992"/>
                  </a:lnTo>
                  <a:lnTo>
                    <a:pt x="1582654" y="4080992"/>
                  </a:lnTo>
                  <a:lnTo>
                    <a:pt x="1582748" y="4080992"/>
                  </a:lnTo>
                  <a:lnTo>
                    <a:pt x="1582842" y="4080992"/>
                  </a:lnTo>
                  <a:lnTo>
                    <a:pt x="1582936" y="4080992"/>
                  </a:lnTo>
                  <a:lnTo>
                    <a:pt x="1583030" y="4080992"/>
                  </a:lnTo>
                  <a:lnTo>
                    <a:pt x="1583124" y="4080992"/>
                  </a:lnTo>
                  <a:lnTo>
                    <a:pt x="1583218" y="4080992"/>
                  </a:lnTo>
                  <a:lnTo>
                    <a:pt x="1583312" y="4080992"/>
                  </a:lnTo>
                  <a:lnTo>
                    <a:pt x="1583406" y="4080992"/>
                  </a:lnTo>
                  <a:lnTo>
                    <a:pt x="1583500" y="4080992"/>
                  </a:lnTo>
                  <a:lnTo>
                    <a:pt x="1583594" y="4080992"/>
                  </a:lnTo>
                  <a:lnTo>
                    <a:pt x="1583688" y="4080992"/>
                  </a:lnTo>
                  <a:lnTo>
                    <a:pt x="1583782" y="4080992"/>
                  </a:lnTo>
                  <a:lnTo>
                    <a:pt x="1583876" y="4080992"/>
                  </a:lnTo>
                  <a:lnTo>
                    <a:pt x="1583970" y="4080992"/>
                  </a:lnTo>
                  <a:lnTo>
                    <a:pt x="1584064" y="4080992"/>
                  </a:lnTo>
                  <a:lnTo>
                    <a:pt x="1584158" y="4080992"/>
                  </a:lnTo>
                  <a:lnTo>
                    <a:pt x="1584253" y="4080992"/>
                  </a:lnTo>
                  <a:lnTo>
                    <a:pt x="1584347" y="4080992"/>
                  </a:lnTo>
                  <a:lnTo>
                    <a:pt x="1584441" y="4080992"/>
                  </a:lnTo>
                  <a:lnTo>
                    <a:pt x="1584535" y="4080992"/>
                  </a:lnTo>
                  <a:lnTo>
                    <a:pt x="1584629" y="4080992"/>
                  </a:lnTo>
                  <a:lnTo>
                    <a:pt x="1584723" y="4080992"/>
                  </a:lnTo>
                  <a:lnTo>
                    <a:pt x="1584817" y="4080992"/>
                  </a:lnTo>
                  <a:lnTo>
                    <a:pt x="1584911" y="4080992"/>
                  </a:lnTo>
                  <a:lnTo>
                    <a:pt x="1585005" y="4080992"/>
                  </a:lnTo>
                  <a:lnTo>
                    <a:pt x="1585099" y="4080992"/>
                  </a:lnTo>
                  <a:lnTo>
                    <a:pt x="1585193" y="4080992"/>
                  </a:lnTo>
                  <a:lnTo>
                    <a:pt x="1585287" y="4080992"/>
                  </a:lnTo>
                  <a:lnTo>
                    <a:pt x="1585381" y="4080992"/>
                  </a:lnTo>
                  <a:lnTo>
                    <a:pt x="1585475" y="4080992"/>
                  </a:lnTo>
                  <a:lnTo>
                    <a:pt x="1585569" y="4080992"/>
                  </a:lnTo>
                  <a:lnTo>
                    <a:pt x="1585663" y="4080992"/>
                  </a:lnTo>
                  <a:lnTo>
                    <a:pt x="1585757" y="4080992"/>
                  </a:lnTo>
                  <a:lnTo>
                    <a:pt x="1585851" y="4080992"/>
                  </a:lnTo>
                  <a:lnTo>
                    <a:pt x="1585945" y="4080992"/>
                  </a:lnTo>
                  <a:lnTo>
                    <a:pt x="1586039" y="4080992"/>
                  </a:lnTo>
                  <a:lnTo>
                    <a:pt x="1586133" y="4080992"/>
                  </a:lnTo>
                  <a:lnTo>
                    <a:pt x="1586227" y="4080992"/>
                  </a:lnTo>
                  <a:lnTo>
                    <a:pt x="1586321" y="4080992"/>
                  </a:lnTo>
                  <a:lnTo>
                    <a:pt x="1586415" y="4080992"/>
                  </a:lnTo>
                  <a:lnTo>
                    <a:pt x="1586509" y="4080992"/>
                  </a:lnTo>
                  <a:lnTo>
                    <a:pt x="1586603" y="4080992"/>
                  </a:lnTo>
                  <a:lnTo>
                    <a:pt x="1586697" y="4080992"/>
                  </a:lnTo>
                  <a:lnTo>
                    <a:pt x="1586791" y="4080992"/>
                  </a:lnTo>
                  <a:lnTo>
                    <a:pt x="1586885" y="4080992"/>
                  </a:lnTo>
                  <a:lnTo>
                    <a:pt x="1586979" y="4080992"/>
                  </a:lnTo>
                  <a:lnTo>
                    <a:pt x="1587073" y="4080992"/>
                  </a:lnTo>
                  <a:lnTo>
                    <a:pt x="1587167" y="4080992"/>
                  </a:lnTo>
                  <a:lnTo>
                    <a:pt x="1587261" y="4080992"/>
                  </a:lnTo>
                  <a:lnTo>
                    <a:pt x="1587355" y="4080992"/>
                  </a:lnTo>
                  <a:lnTo>
                    <a:pt x="1587449" y="4080992"/>
                  </a:lnTo>
                  <a:lnTo>
                    <a:pt x="1587543" y="4080992"/>
                  </a:lnTo>
                  <a:lnTo>
                    <a:pt x="1587637" y="4080992"/>
                  </a:lnTo>
                  <a:lnTo>
                    <a:pt x="1587731" y="4080992"/>
                  </a:lnTo>
                  <a:lnTo>
                    <a:pt x="1587826" y="4080992"/>
                  </a:lnTo>
                  <a:lnTo>
                    <a:pt x="1587920" y="4080992"/>
                  </a:lnTo>
                  <a:lnTo>
                    <a:pt x="1588014" y="4080992"/>
                  </a:lnTo>
                  <a:lnTo>
                    <a:pt x="1588108" y="4080992"/>
                  </a:lnTo>
                  <a:lnTo>
                    <a:pt x="1588202" y="4080992"/>
                  </a:lnTo>
                  <a:lnTo>
                    <a:pt x="1588296" y="4080992"/>
                  </a:lnTo>
                  <a:lnTo>
                    <a:pt x="1588390" y="4080992"/>
                  </a:lnTo>
                  <a:lnTo>
                    <a:pt x="1588484" y="4080992"/>
                  </a:lnTo>
                  <a:lnTo>
                    <a:pt x="1588578" y="4080992"/>
                  </a:lnTo>
                  <a:lnTo>
                    <a:pt x="1588672" y="4080992"/>
                  </a:lnTo>
                  <a:lnTo>
                    <a:pt x="1588766" y="4080992"/>
                  </a:lnTo>
                  <a:lnTo>
                    <a:pt x="1588860" y="4080992"/>
                  </a:lnTo>
                  <a:lnTo>
                    <a:pt x="1588954" y="4080992"/>
                  </a:lnTo>
                  <a:lnTo>
                    <a:pt x="1589048" y="4080992"/>
                  </a:lnTo>
                  <a:lnTo>
                    <a:pt x="1589142" y="4080992"/>
                  </a:lnTo>
                  <a:lnTo>
                    <a:pt x="1589236" y="4080992"/>
                  </a:lnTo>
                  <a:lnTo>
                    <a:pt x="1589330" y="4080992"/>
                  </a:lnTo>
                  <a:lnTo>
                    <a:pt x="1589424" y="4080992"/>
                  </a:lnTo>
                  <a:lnTo>
                    <a:pt x="1589518" y="4080992"/>
                  </a:lnTo>
                  <a:lnTo>
                    <a:pt x="1589612" y="4080992"/>
                  </a:lnTo>
                  <a:lnTo>
                    <a:pt x="1589706" y="4080992"/>
                  </a:lnTo>
                  <a:lnTo>
                    <a:pt x="1589800" y="4080992"/>
                  </a:lnTo>
                  <a:lnTo>
                    <a:pt x="1589894" y="4080992"/>
                  </a:lnTo>
                  <a:lnTo>
                    <a:pt x="1589988" y="4080992"/>
                  </a:lnTo>
                  <a:lnTo>
                    <a:pt x="1590082" y="4080992"/>
                  </a:lnTo>
                  <a:lnTo>
                    <a:pt x="1590176" y="4080992"/>
                  </a:lnTo>
                  <a:lnTo>
                    <a:pt x="1590270" y="4080992"/>
                  </a:lnTo>
                  <a:lnTo>
                    <a:pt x="1590364" y="4080992"/>
                  </a:lnTo>
                  <a:lnTo>
                    <a:pt x="1590458" y="4080992"/>
                  </a:lnTo>
                  <a:lnTo>
                    <a:pt x="1590552" y="4080992"/>
                  </a:lnTo>
                  <a:lnTo>
                    <a:pt x="1590646" y="4080992"/>
                  </a:lnTo>
                  <a:lnTo>
                    <a:pt x="1590740" y="4080992"/>
                  </a:lnTo>
                  <a:lnTo>
                    <a:pt x="1590834" y="4080992"/>
                  </a:lnTo>
                  <a:lnTo>
                    <a:pt x="1590928" y="4080992"/>
                  </a:lnTo>
                  <a:lnTo>
                    <a:pt x="1591022" y="4080992"/>
                  </a:lnTo>
                  <a:lnTo>
                    <a:pt x="1591116" y="4080992"/>
                  </a:lnTo>
                  <a:lnTo>
                    <a:pt x="1591210" y="4080992"/>
                  </a:lnTo>
                  <a:lnTo>
                    <a:pt x="1591304" y="4080992"/>
                  </a:lnTo>
                  <a:lnTo>
                    <a:pt x="1591399" y="4080992"/>
                  </a:lnTo>
                  <a:lnTo>
                    <a:pt x="1591493" y="4080992"/>
                  </a:lnTo>
                  <a:lnTo>
                    <a:pt x="1591587" y="4080992"/>
                  </a:lnTo>
                  <a:lnTo>
                    <a:pt x="1591681" y="4080992"/>
                  </a:lnTo>
                  <a:lnTo>
                    <a:pt x="1591775" y="4080992"/>
                  </a:lnTo>
                  <a:lnTo>
                    <a:pt x="1591869" y="4080992"/>
                  </a:lnTo>
                  <a:lnTo>
                    <a:pt x="1591963" y="4080992"/>
                  </a:lnTo>
                  <a:lnTo>
                    <a:pt x="1592057" y="4080992"/>
                  </a:lnTo>
                  <a:lnTo>
                    <a:pt x="1592151" y="4080992"/>
                  </a:lnTo>
                  <a:lnTo>
                    <a:pt x="1592245" y="4080992"/>
                  </a:lnTo>
                  <a:lnTo>
                    <a:pt x="1592339" y="4080992"/>
                  </a:lnTo>
                  <a:lnTo>
                    <a:pt x="1592433" y="4080992"/>
                  </a:lnTo>
                  <a:lnTo>
                    <a:pt x="1592527" y="4080992"/>
                  </a:lnTo>
                  <a:lnTo>
                    <a:pt x="1592621" y="4080992"/>
                  </a:lnTo>
                  <a:lnTo>
                    <a:pt x="1592715" y="4080992"/>
                  </a:lnTo>
                  <a:lnTo>
                    <a:pt x="1592809" y="4080992"/>
                  </a:lnTo>
                  <a:lnTo>
                    <a:pt x="1592903" y="4080992"/>
                  </a:lnTo>
                  <a:lnTo>
                    <a:pt x="1592997" y="4080992"/>
                  </a:lnTo>
                  <a:lnTo>
                    <a:pt x="1593091" y="4080992"/>
                  </a:lnTo>
                  <a:lnTo>
                    <a:pt x="1593185" y="4080992"/>
                  </a:lnTo>
                  <a:lnTo>
                    <a:pt x="1593279" y="4080992"/>
                  </a:lnTo>
                  <a:lnTo>
                    <a:pt x="1593373" y="4080992"/>
                  </a:lnTo>
                  <a:lnTo>
                    <a:pt x="1593467" y="4080992"/>
                  </a:lnTo>
                  <a:lnTo>
                    <a:pt x="1593561" y="4080992"/>
                  </a:lnTo>
                  <a:lnTo>
                    <a:pt x="1593655" y="4080992"/>
                  </a:lnTo>
                  <a:lnTo>
                    <a:pt x="1593749" y="4080992"/>
                  </a:lnTo>
                  <a:lnTo>
                    <a:pt x="1593843" y="4080992"/>
                  </a:lnTo>
                  <a:lnTo>
                    <a:pt x="1593937" y="4080992"/>
                  </a:lnTo>
                  <a:lnTo>
                    <a:pt x="1594031" y="4080992"/>
                  </a:lnTo>
                  <a:lnTo>
                    <a:pt x="1594125" y="4080992"/>
                  </a:lnTo>
                  <a:lnTo>
                    <a:pt x="1594219" y="4080992"/>
                  </a:lnTo>
                  <a:lnTo>
                    <a:pt x="1594313" y="4080992"/>
                  </a:lnTo>
                  <a:lnTo>
                    <a:pt x="1594407" y="4080992"/>
                  </a:lnTo>
                  <a:lnTo>
                    <a:pt x="1594501" y="4080992"/>
                  </a:lnTo>
                  <a:lnTo>
                    <a:pt x="1594595" y="4080992"/>
                  </a:lnTo>
                  <a:lnTo>
                    <a:pt x="1594689" y="4080992"/>
                  </a:lnTo>
                  <a:lnTo>
                    <a:pt x="1594783" y="4080992"/>
                  </a:lnTo>
                  <a:lnTo>
                    <a:pt x="1594878" y="4080992"/>
                  </a:lnTo>
                  <a:lnTo>
                    <a:pt x="1594972" y="4080992"/>
                  </a:lnTo>
                  <a:lnTo>
                    <a:pt x="1595066" y="4080992"/>
                  </a:lnTo>
                  <a:lnTo>
                    <a:pt x="1595160" y="4080992"/>
                  </a:lnTo>
                  <a:lnTo>
                    <a:pt x="1595254" y="4080992"/>
                  </a:lnTo>
                  <a:lnTo>
                    <a:pt x="1595348" y="4080992"/>
                  </a:lnTo>
                  <a:lnTo>
                    <a:pt x="1595442" y="4080992"/>
                  </a:lnTo>
                  <a:lnTo>
                    <a:pt x="1595536" y="4080992"/>
                  </a:lnTo>
                  <a:lnTo>
                    <a:pt x="1595630" y="4080992"/>
                  </a:lnTo>
                  <a:lnTo>
                    <a:pt x="1595724" y="4080992"/>
                  </a:lnTo>
                  <a:lnTo>
                    <a:pt x="1595818" y="4080992"/>
                  </a:lnTo>
                  <a:lnTo>
                    <a:pt x="1595912" y="4080992"/>
                  </a:lnTo>
                  <a:lnTo>
                    <a:pt x="1596006" y="4080992"/>
                  </a:lnTo>
                  <a:lnTo>
                    <a:pt x="1596100" y="4080992"/>
                  </a:lnTo>
                  <a:lnTo>
                    <a:pt x="1596194" y="4080992"/>
                  </a:lnTo>
                  <a:lnTo>
                    <a:pt x="1596288" y="4080992"/>
                  </a:lnTo>
                  <a:lnTo>
                    <a:pt x="1596382" y="4080992"/>
                  </a:lnTo>
                  <a:lnTo>
                    <a:pt x="1596476" y="4080992"/>
                  </a:lnTo>
                  <a:lnTo>
                    <a:pt x="1596570" y="4080992"/>
                  </a:lnTo>
                  <a:lnTo>
                    <a:pt x="1596664" y="4080992"/>
                  </a:lnTo>
                  <a:lnTo>
                    <a:pt x="1596758" y="4080992"/>
                  </a:lnTo>
                  <a:lnTo>
                    <a:pt x="1596852" y="4080992"/>
                  </a:lnTo>
                  <a:lnTo>
                    <a:pt x="1596946" y="4080992"/>
                  </a:lnTo>
                  <a:lnTo>
                    <a:pt x="1597040" y="4080992"/>
                  </a:lnTo>
                  <a:lnTo>
                    <a:pt x="1597134" y="4080992"/>
                  </a:lnTo>
                  <a:lnTo>
                    <a:pt x="1597228" y="4080992"/>
                  </a:lnTo>
                  <a:lnTo>
                    <a:pt x="1597322" y="4080992"/>
                  </a:lnTo>
                  <a:lnTo>
                    <a:pt x="1597416" y="4080992"/>
                  </a:lnTo>
                  <a:lnTo>
                    <a:pt x="1597510" y="4080992"/>
                  </a:lnTo>
                  <a:lnTo>
                    <a:pt x="1597604" y="4080992"/>
                  </a:lnTo>
                  <a:lnTo>
                    <a:pt x="1597698" y="4080992"/>
                  </a:lnTo>
                  <a:lnTo>
                    <a:pt x="1597792" y="4080992"/>
                  </a:lnTo>
                  <a:lnTo>
                    <a:pt x="1597886" y="4080992"/>
                  </a:lnTo>
                  <a:lnTo>
                    <a:pt x="1597980" y="4080992"/>
                  </a:lnTo>
                  <a:lnTo>
                    <a:pt x="1598074" y="4080992"/>
                  </a:lnTo>
                  <a:lnTo>
                    <a:pt x="1598168" y="4080992"/>
                  </a:lnTo>
                  <a:lnTo>
                    <a:pt x="1598262" y="4080992"/>
                  </a:lnTo>
                  <a:lnTo>
                    <a:pt x="1598356" y="4080992"/>
                  </a:lnTo>
                  <a:lnTo>
                    <a:pt x="1598451" y="4080992"/>
                  </a:lnTo>
                  <a:lnTo>
                    <a:pt x="1598545" y="4080992"/>
                  </a:lnTo>
                  <a:lnTo>
                    <a:pt x="1598639" y="4080992"/>
                  </a:lnTo>
                  <a:lnTo>
                    <a:pt x="1598733" y="4080992"/>
                  </a:lnTo>
                  <a:lnTo>
                    <a:pt x="1598827" y="4080992"/>
                  </a:lnTo>
                  <a:lnTo>
                    <a:pt x="1598921" y="4080992"/>
                  </a:lnTo>
                  <a:lnTo>
                    <a:pt x="1599015" y="4080992"/>
                  </a:lnTo>
                  <a:lnTo>
                    <a:pt x="1599109" y="4080992"/>
                  </a:lnTo>
                  <a:lnTo>
                    <a:pt x="1599203" y="4080992"/>
                  </a:lnTo>
                  <a:lnTo>
                    <a:pt x="1599297" y="4080992"/>
                  </a:lnTo>
                  <a:lnTo>
                    <a:pt x="1599391" y="4080992"/>
                  </a:lnTo>
                  <a:lnTo>
                    <a:pt x="1599485" y="4080992"/>
                  </a:lnTo>
                  <a:lnTo>
                    <a:pt x="1599579" y="4080992"/>
                  </a:lnTo>
                  <a:lnTo>
                    <a:pt x="1599673" y="4080992"/>
                  </a:lnTo>
                  <a:lnTo>
                    <a:pt x="1599767" y="4080992"/>
                  </a:lnTo>
                  <a:lnTo>
                    <a:pt x="1599861" y="4080992"/>
                  </a:lnTo>
                  <a:lnTo>
                    <a:pt x="1599955" y="4080992"/>
                  </a:lnTo>
                  <a:lnTo>
                    <a:pt x="1600049" y="4080992"/>
                  </a:lnTo>
                  <a:lnTo>
                    <a:pt x="1600143" y="4080992"/>
                  </a:lnTo>
                  <a:lnTo>
                    <a:pt x="1600237" y="4080992"/>
                  </a:lnTo>
                  <a:lnTo>
                    <a:pt x="1600331" y="4080992"/>
                  </a:lnTo>
                  <a:lnTo>
                    <a:pt x="1600425" y="4080992"/>
                  </a:lnTo>
                  <a:lnTo>
                    <a:pt x="1600519" y="4080992"/>
                  </a:lnTo>
                  <a:lnTo>
                    <a:pt x="1600613" y="4080992"/>
                  </a:lnTo>
                  <a:lnTo>
                    <a:pt x="1600613" y="4075713"/>
                  </a:lnTo>
                  <a:lnTo>
                    <a:pt x="1600707" y="4075713"/>
                  </a:lnTo>
                  <a:lnTo>
                    <a:pt x="1600801" y="4075713"/>
                  </a:lnTo>
                  <a:lnTo>
                    <a:pt x="1600895" y="4075713"/>
                  </a:lnTo>
                  <a:lnTo>
                    <a:pt x="1600989" y="4075713"/>
                  </a:lnTo>
                  <a:lnTo>
                    <a:pt x="1601083" y="4075713"/>
                  </a:lnTo>
                  <a:lnTo>
                    <a:pt x="1601177" y="4075713"/>
                  </a:lnTo>
                  <a:lnTo>
                    <a:pt x="1601271" y="4075713"/>
                  </a:lnTo>
                  <a:lnTo>
                    <a:pt x="1601365" y="4075713"/>
                  </a:lnTo>
                  <a:lnTo>
                    <a:pt x="1601459" y="4075713"/>
                  </a:lnTo>
                  <a:lnTo>
                    <a:pt x="1601553" y="4075713"/>
                  </a:lnTo>
                  <a:lnTo>
                    <a:pt x="1601647" y="4075713"/>
                  </a:lnTo>
                  <a:lnTo>
                    <a:pt x="1601741" y="4075713"/>
                  </a:lnTo>
                  <a:lnTo>
                    <a:pt x="1601835" y="4075713"/>
                  </a:lnTo>
                  <a:lnTo>
                    <a:pt x="1601929" y="4075713"/>
                  </a:lnTo>
                  <a:lnTo>
                    <a:pt x="1602024" y="4075713"/>
                  </a:lnTo>
                  <a:lnTo>
                    <a:pt x="1602118" y="4075713"/>
                  </a:lnTo>
                  <a:lnTo>
                    <a:pt x="1602212" y="4075713"/>
                  </a:lnTo>
                  <a:lnTo>
                    <a:pt x="1602306" y="4075713"/>
                  </a:lnTo>
                  <a:lnTo>
                    <a:pt x="1602400" y="4075713"/>
                  </a:lnTo>
                  <a:lnTo>
                    <a:pt x="1602400" y="4070433"/>
                  </a:lnTo>
                  <a:lnTo>
                    <a:pt x="1602494" y="4070433"/>
                  </a:lnTo>
                  <a:lnTo>
                    <a:pt x="1602588" y="4070433"/>
                  </a:lnTo>
                  <a:lnTo>
                    <a:pt x="1602682" y="4070433"/>
                  </a:lnTo>
                  <a:lnTo>
                    <a:pt x="1602776" y="4070433"/>
                  </a:lnTo>
                  <a:lnTo>
                    <a:pt x="1602870" y="4070433"/>
                  </a:lnTo>
                  <a:lnTo>
                    <a:pt x="1602964" y="4070433"/>
                  </a:lnTo>
                  <a:lnTo>
                    <a:pt x="1603058" y="4070433"/>
                  </a:lnTo>
                  <a:lnTo>
                    <a:pt x="1603152" y="4070433"/>
                  </a:lnTo>
                  <a:lnTo>
                    <a:pt x="1603246" y="4070433"/>
                  </a:lnTo>
                  <a:lnTo>
                    <a:pt x="1603340" y="4070433"/>
                  </a:lnTo>
                  <a:lnTo>
                    <a:pt x="1603434" y="4070433"/>
                  </a:lnTo>
                  <a:lnTo>
                    <a:pt x="1603434" y="4065154"/>
                  </a:lnTo>
                  <a:lnTo>
                    <a:pt x="1603528" y="4065154"/>
                  </a:lnTo>
                  <a:lnTo>
                    <a:pt x="1603622" y="4065154"/>
                  </a:lnTo>
                  <a:lnTo>
                    <a:pt x="1603716" y="4065154"/>
                  </a:lnTo>
                  <a:lnTo>
                    <a:pt x="1603810" y="4065154"/>
                  </a:lnTo>
                  <a:lnTo>
                    <a:pt x="1603904" y="4065154"/>
                  </a:lnTo>
                  <a:lnTo>
                    <a:pt x="1603998" y="4065154"/>
                  </a:lnTo>
                  <a:lnTo>
                    <a:pt x="1604092" y="4065154"/>
                  </a:lnTo>
                  <a:lnTo>
                    <a:pt x="1604186" y="4065154"/>
                  </a:lnTo>
                  <a:lnTo>
                    <a:pt x="1604280" y="4065154"/>
                  </a:lnTo>
                  <a:lnTo>
                    <a:pt x="1604374" y="4065154"/>
                  </a:lnTo>
                  <a:lnTo>
                    <a:pt x="1604468" y="4065154"/>
                  </a:lnTo>
                  <a:lnTo>
                    <a:pt x="1604562" y="4065154"/>
                  </a:lnTo>
                  <a:lnTo>
                    <a:pt x="1604656" y="4065154"/>
                  </a:lnTo>
                  <a:lnTo>
                    <a:pt x="1604750" y="4065154"/>
                  </a:lnTo>
                  <a:lnTo>
                    <a:pt x="1604844" y="4065154"/>
                  </a:lnTo>
                  <a:lnTo>
                    <a:pt x="1604938" y="4065154"/>
                  </a:lnTo>
                  <a:lnTo>
                    <a:pt x="1605032" y="4065154"/>
                  </a:lnTo>
                  <a:lnTo>
                    <a:pt x="1605126" y="4065154"/>
                  </a:lnTo>
                  <a:lnTo>
                    <a:pt x="1605220" y="4065154"/>
                  </a:lnTo>
                  <a:lnTo>
                    <a:pt x="1605314" y="4065154"/>
                  </a:lnTo>
                  <a:lnTo>
                    <a:pt x="1605408" y="4065154"/>
                  </a:lnTo>
                  <a:lnTo>
                    <a:pt x="1605502" y="4065154"/>
                  </a:lnTo>
                  <a:lnTo>
                    <a:pt x="1605597" y="4065154"/>
                  </a:lnTo>
                  <a:lnTo>
                    <a:pt x="1605691" y="4065154"/>
                  </a:lnTo>
                  <a:lnTo>
                    <a:pt x="1605785" y="4065154"/>
                  </a:lnTo>
                  <a:lnTo>
                    <a:pt x="1605879" y="4065154"/>
                  </a:lnTo>
                  <a:lnTo>
                    <a:pt x="1605973" y="4065154"/>
                  </a:lnTo>
                  <a:lnTo>
                    <a:pt x="1606067" y="4065154"/>
                  </a:lnTo>
                  <a:lnTo>
                    <a:pt x="1606161" y="4065154"/>
                  </a:lnTo>
                  <a:lnTo>
                    <a:pt x="1606255" y="4065154"/>
                  </a:lnTo>
                  <a:lnTo>
                    <a:pt x="1606349" y="4065154"/>
                  </a:lnTo>
                  <a:lnTo>
                    <a:pt x="1606443" y="4065154"/>
                  </a:lnTo>
                  <a:lnTo>
                    <a:pt x="1606537" y="4065154"/>
                  </a:lnTo>
                  <a:lnTo>
                    <a:pt x="1606631" y="4065154"/>
                  </a:lnTo>
                  <a:lnTo>
                    <a:pt x="1606725" y="4065154"/>
                  </a:lnTo>
                  <a:lnTo>
                    <a:pt x="1606819" y="4065154"/>
                  </a:lnTo>
                  <a:lnTo>
                    <a:pt x="1606913" y="4065154"/>
                  </a:lnTo>
                  <a:lnTo>
                    <a:pt x="1607007" y="4065154"/>
                  </a:lnTo>
                  <a:lnTo>
                    <a:pt x="1607101" y="4065154"/>
                  </a:lnTo>
                  <a:lnTo>
                    <a:pt x="1607195" y="4065154"/>
                  </a:lnTo>
                  <a:lnTo>
                    <a:pt x="1607289" y="4065154"/>
                  </a:lnTo>
                  <a:lnTo>
                    <a:pt x="1607383" y="4065154"/>
                  </a:lnTo>
                  <a:lnTo>
                    <a:pt x="1607477" y="4065154"/>
                  </a:lnTo>
                  <a:lnTo>
                    <a:pt x="1607571" y="4065154"/>
                  </a:lnTo>
                  <a:lnTo>
                    <a:pt x="1607665" y="4065154"/>
                  </a:lnTo>
                  <a:lnTo>
                    <a:pt x="1607759" y="4065154"/>
                  </a:lnTo>
                  <a:lnTo>
                    <a:pt x="1607853" y="4065154"/>
                  </a:lnTo>
                  <a:lnTo>
                    <a:pt x="1607947" y="4065154"/>
                  </a:lnTo>
                  <a:lnTo>
                    <a:pt x="1608041" y="4065154"/>
                  </a:lnTo>
                  <a:lnTo>
                    <a:pt x="1608135" y="4065154"/>
                  </a:lnTo>
                  <a:lnTo>
                    <a:pt x="1608229" y="4065154"/>
                  </a:lnTo>
                  <a:lnTo>
                    <a:pt x="1608323" y="4065154"/>
                  </a:lnTo>
                  <a:lnTo>
                    <a:pt x="1608417" y="4065154"/>
                  </a:lnTo>
                  <a:lnTo>
                    <a:pt x="1608511" y="4065154"/>
                  </a:lnTo>
                  <a:lnTo>
                    <a:pt x="1608605" y="4065154"/>
                  </a:lnTo>
                  <a:lnTo>
                    <a:pt x="1608699" y="4065154"/>
                  </a:lnTo>
                  <a:lnTo>
                    <a:pt x="1608793" y="4065154"/>
                  </a:lnTo>
                  <a:lnTo>
                    <a:pt x="1608887" y="4065154"/>
                  </a:lnTo>
                  <a:lnTo>
                    <a:pt x="1608981" y="4065154"/>
                  </a:lnTo>
                  <a:lnTo>
                    <a:pt x="1609076" y="4065154"/>
                  </a:lnTo>
                  <a:lnTo>
                    <a:pt x="1609170" y="4065154"/>
                  </a:lnTo>
                  <a:lnTo>
                    <a:pt x="1609264" y="4065154"/>
                  </a:lnTo>
                  <a:lnTo>
                    <a:pt x="1609358" y="4065154"/>
                  </a:lnTo>
                  <a:lnTo>
                    <a:pt x="1609452" y="4065154"/>
                  </a:lnTo>
                  <a:lnTo>
                    <a:pt x="1609546" y="4065154"/>
                  </a:lnTo>
                  <a:lnTo>
                    <a:pt x="1609640" y="4065154"/>
                  </a:lnTo>
                  <a:lnTo>
                    <a:pt x="1609734" y="4065154"/>
                  </a:lnTo>
                  <a:lnTo>
                    <a:pt x="1609828" y="4065154"/>
                  </a:lnTo>
                  <a:lnTo>
                    <a:pt x="1609922" y="4065154"/>
                  </a:lnTo>
                  <a:lnTo>
                    <a:pt x="1610016" y="4065154"/>
                  </a:lnTo>
                  <a:lnTo>
                    <a:pt x="1610110" y="4065154"/>
                  </a:lnTo>
                  <a:lnTo>
                    <a:pt x="1610204" y="4065154"/>
                  </a:lnTo>
                  <a:lnTo>
                    <a:pt x="1610298" y="4065154"/>
                  </a:lnTo>
                  <a:lnTo>
                    <a:pt x="1610392" y="4065154"/>
                  </a:lnTo>
                  <a:lnTo>
                    <a:pt x="1610486" y="4065154"/>
                  </a:lnTo>
                  <a:lnTo>
                    <a:pt x="1610580" y="4065154"/>
                  </a:lnTo>
                  <a:lnTo>
                    <a:pt x="1610674" y="4065154"/>
                  </a:lnTo>
                  <a:lnTo>
                    <a:pt x="1610768" y="4065154"/>
                  </a:lnTo>
                  <a:lnTo>
                    <a:pt x="1610862" y="4065154"/>
                  </a:lnTo>
                  <a:lnTo>
                    <a:pt x="1610956" y="4065154"/>
                  </a:lnTo>
                  <a:lnTo>
                    <a:pt x="1611050" y="4065154"/>
                  </a:lnTo>
                  <a:lnTo>
                    <a:pt x="1611144" y="4065154"/>
                  </a:lnTo>
                  <a:lnTo>
                    <a:pt x="1611238" y="4065154"/>
                  </a:lnTo>
                  <a:lnTo>
                    <a:pt x="1611332" y="4065154"/>
                  </a:lnTo>
                  <a:lnTo>
                    <a:pt x="1611426" y="4065154"/>
                  </a:lnTo>
                  <a:lnTo>
                    <a:pt x="1611426" y="4059875"/>
                  </a:lnTo>
                  <a:lnTo>
                    <a:pt x="1611520" y="4059875"/>
                  </a:lnTo>
                  <a:lnTo>
                    <a:pt x="1611614" y="4059875"/>
                  </a:lnTo>
                  <a:lnTo>
                    <a:pt x="1611708" y="4059875"/>
                  </a:lnTo>
                  <a:lnTo>
                    <a:pt x="1611802" y="4059875"/>
                  </a:lnTo>
                  <a:lnTo>
                    <a:pt x="1611896" y="4059875"/>
                  </a:lnTo>
                  <a:lnTo>
                    <a:pt x="1611990" y="4059875"/>
                  </a:lnTo>
                  <a:lnTo>
                    <a:pt x="1611990" y="4054595"/>
                  </a:lnTo>
                  <a:lnTo>
                    <a:pt x="1612084" y="4054595"/>
                  </a:lnTo>
                  <a:lnTo>
                    <a:pt x="1612178" y="4054595"/>
                  </a:lnTo>
                  <a:lnTo>
                    <a:pt x="1612272" y="4054595"/>
                  </a:lnTo>
                  <a:lnTo>
                    <a:pt x="1612366" y="4054595"/>
                  </a:lnTo>
                  <a:lnTo>
                    <a:pt x="1612460" y="4054595"/>
                  </a:lnTo>
                  <a:lnTo>
                    <a:pt x="1612554" y="4054595"/>
                  </a:lnTo>
                  <a:lnTo>
                    <a:pt x="1612649" y="4054595"/>
                  </a:lnTo>
                  <a:lnTo>
                    <a:pt x="1612743" y="4054595"/>
                  </a:lnTo>
                  <a:lnTo>
                    <a:pt x="1612837" y="4054595"/>
                  </a:lnTo>
                  <a:lnTo>
                    <a:pt x="1612931" y="4054595"/>
                  </a:lnTo>
                  <a:lnTo>
                    <a:pt x="1613025" y="4054595"/>
                  </a:lnTo>
                  <a:lnTo>
                    <a:pt x="1613119" y="4054595"/>
                  </a:lnTo>
                  <a:lnTo>
                    <a:pt x="1613213" y="4054595"/>
                  </a:lnTo>
                  <a:lnTo>
                    <a:pt x="1613307" y="4054595"/>
                  </a:lnTo>
                  <a:lnTo>
                    <a:pt x="1613401" y="4054595"/>
                  </a:lnTo>
                  <a:lnTo>
                    <a:pt x="1613495" y="4054595"/>
                  </a:lnTo>
                  <a:lnTo>
                    <a:pt x="1613589" y="4054595"/>
                  </a:lnTo>
                  <a:lnTo>
                    <a:pt x="1613683" y="4054595"/>
                  </a:lnTo>
                  <a:lnTo>
                    <a:pt x="1613683" y="4049316"/>
                  </a:lnTo>
                  <a:lnTo>
                    <a:pt x="1613777" y="4049316"/>
                  </a:lnTo>
                  <a:lnTo>
                    <a:pt x="1613871" y="4049316"/>
                  </a:lnTo>
                  <a:lnTo>
                    <a:pt x="1613965" y="4049316"/>
                  </a:lnTo>
                  <a:lnTo>
                    <a:pt x="1614059" y="4049316"/>
                  </a:lnTo>
                  <a:lnTo>
                    <a:pt x="1614153" y="4049316"/>
                  </a:lnTo>
                  <a:lnTo>
                    <a:pt x="1614247" y="4049316"/>
                  </a:lnTo>
                  <a:lnTo>
                    <a:pt x="1614341" y="4049316"/>
                  </a:lnTo>
                  <a:lnTo>
                    <a:pt x="1614435" y="4049316"/>
                  </a:lnTo>
                  <a:lnTo>
                    <a:pt x="1614529" y="4049316"/>
                  </a:lnTo>
                  <a:lnTo>
                    <a:pt x="1614623" y="4049316"/>
                  </a:lnTo>
                  <a:lnTo>
                    <a:pt x="1614717" y="4049316"/>
                  </a:lnTo>
                  <a:lnTo>
                    <a:pt x="1614811" y="4049316"/>
                  </a:lnTo>
                  <a:lnTo>
                    <a:pt x="1614905" y="4049316"/>
                  </a:lnTo>
                  <a:lnTo>
                    <a:pt x="1614999" y="4049316"/>
                  </a:lnTo>
                  <a:lnTo>
                    <a:pt x="1615093" y="4049316"/>
                  </a:lnTo>
                  <a:lnTo>
                    <a:pt x="1615187" y="4049316"/>
                  </a:lnTo>
                  <a:lnTo>
                    <a:pt x="1615281" y="4049316"/>
                  </a:lnTo>
                  <a:lnTo>
                    <a:pt x="1615375" y="4049316"/>
                  </a:lnTo>
                  <a:lnTo>
                    <a:pt x="1615469" y="4049316"/>
                  </a:lnTo>
                  <a:lnTo>
                    <a:pt x="1615563" y="4049316"/>
                  </a:lnTo>
                  <a:lnTo>
                    <a:pt x="1615657" y="4049316"/>
                  </a:lnTo>
                  <a:lnTo>
                    <a:pt x="1615751" y="4049316"/>
                  </a:lnTo>
                  <a:lnTo>
                    <a:pt x="1615845" y="4049316"/>
                  </a:lnTo>
                  <a:lnTo>
                    <a:pt x="1615939" y="4049316"/>
                  </a:lnTo>
                  <a:lnTo>
                    <a:pt x="1616033" y="4049316"/>
                  </a:lnTo>
                  <a:lnTo>
                    <a:pt x="1616127" y="4049316"/>
                  </a:lnTo>
                  <a:lnTo>
                    <a:pt x="1616222" y="4049316"/>
                  </a:lnTo>
                  <a:lnTo>
                    <a:pt x="1616316" y="4049316"/>
                  </a:lnTo>
                  <a:lnTo>
                    <a:pt x="1616410" y="4049316"/>
                  </a:lnTo>
                  <a:lnTo>
                    <a:pt x="1616504" y="4049316"/>
                  </a:lnTo>
                  <a:lnTo>
                    <a:pt x="1616598" y="4049316"/>
                  </a:lnTo>
                  <a:lnTo>
                    <a:pt x="1616692" y="4049316"/>
                  </a:lnTo>
                  <a:lnTo>
                    <a:pt x="1616786" y="4049316"/>
                  </a:lnTo>
                  <a:lnTo>
                    <a:pt x="1616880" y="4049316"/>
                  </a:lnTo>
                  <a:lnTo>
                    <a:pt x="1616974" y="4049316"/>
                  </a:lnTo>
                  <a:lnTo>
                    <a:pt x="1617068" y="4049316"/>
                  </a:lnTo>
                  <a:lnTo>
                    <a:pt x="1617162" y="4049316"/>
                  </a:lnTo>
                  <a:lnTo>
                    <a:pt x="1617256" y="4049316"/>
                  </a:lnTo>
                  <a:lnTo>
                    <a:pt x="1617350" y="4049316"/>
                  </a:lnTo>
                  <a:lnTo>
                    <a:pt x="1617444" y="4049316"/>
                  </a:lnTo>
                  <a:lnTo>
                    <a:pt x="1617444" y="4044036"/>
                  </a:lnTo>
                  <a:lnTo>
                    <a:pt x="1617444" y="4038757"/>
                  </a:lnTo>
                  <a:lnTo>
                    <a:pt x="1617538" y="4038757"/>
                  </a:lnTo>
                  <a:lnTo>
                    <a:pt x="1617632" y="4038757"/>
                  </a:lnTo>
                  <a:lnTo>
                    <a:pt x="1617726" y="4038757"/>
                  </a:lnTo>
                  <a:lnTo>
                    <a:pt x="1617820" y="4038757"/>
                  </a:lnTo>
                  <a:lnTo>
                    <a:pt x="1617914" y="4038757"/>
                  </a:lnTo>
                  <a:lnTo>
                    <a:pt x="1618008" y="4038757"/>
                  </a:lnTo>
                  <a:lnTo>
                    <a:pt x="1618102" y="4038757"/>
                  </a:lnTo>
                  <a:lnTo>
                    <a:pt x="1618196" y="4038757"/>
                  </a:lnTo>
                  <a:lnTo>
                    <a:pt x="1618290" y="4038757"/>
                  </a:lnTo>
                  <a:lnTo>
                    <a:pt x="1618384" y="4038757"/>
                  </a:lnTo>
                  <a:lnTo>
                    <a:pt x="1618478" y="4038757"/>
                  </a:lnTo>
                  <a:lnTo>
                    <a:pt x="1618572" y="4038757"/>
                  </a:lnTo>
                  <a:lnTo>
                    <a:pt x="1618666" y="4038757"/>
                  </a:lnTo>
                  <a:lnTo>
                    <a:pt x="1618760" y="4038757"/>
                  </a:lnTo>
                  <a:lnTo>
                    <a:pt x="1618854" y="4038757"/>
                  </a:lnTo>
                  <a:lnTo>
                    <a:pt x="1618948" y="4038757"/>
                  </a:lnTo>
                  <a:lnTo>
                    <a:pt x="1619042" y="4038757"/>
                  </a:lnTo>
                  <a:lnTo>
                    <a:pt x="1619136" y="4038757"/>
                  </a:lnTo>
                  <a:lnTo>
                    <a:pt x="1619230" y="4038757"/>
                  </a:lnTo>
                  <a:lnTo>
                    <a:pt x="1619324" y="4038757"/>
                  </a:lnTo>
                  <a:lnTo>
                    <a:pt x="1619418" y="4038757"/>
                  </a:lnTo>
                  <a:lnTo>
                    <a:pt x="1619512" y="4038757"/>
                  </a:lnTo>
                  <a:lnTo>
                    <a:pt x="1619606" y="4038757"/>
                  </a:lnTo>
                  <a:lnTo>
                    <a:pt x="1619701" y="4038757"/>
                  </a:lnTo>
                  <a:lnTo>
                    <a:pt x="1619795" y="4038757"/>
                  </a:lnTo>
                  <a:lnTo>
                    <a:pt x="1619889" y="4038757"/>
                  </a:lnTo>
                  <a:lnTo>
                    <a:pt x="1619983" y="4038757"/>
                  </a:lnTo>
                  <a:lnTo>
                    <a:pt x="1620077" y="4038757"/>
                  </a:lnTo>
                  <a:lnTo>
                    <a:pt x="1620171" y="4038757"/>
                  </a:lnTo>
                  <a:lnTo>
                    <a:pt x="1620265" y="4038757"/>
                  </a:lnTo>
                  <a:lnTo>
                    <a:pt x="1620359" y="4038757"/>
                  </a:lnTo>
                  <a:lnTo>
                    <a:pt x="1620453" y="4038757"/>
                  </a:lnTo>
                  <a:lnTo>
                    <a:pt x="1620547" y="4038757"/>
                  </a:lnTo>
                  <a:lnTo>
                    <a:pt x="1620641" y="4038757"/>
                  </a:lnTo>
                  <a:lnTo>
                    <a:pt x="1620735" y="4038757"/>
                  </a:lnTo>
                  <a:lnTo>
                    <a:pt x="1620829" y="4038757"/>
                  </a:lnTo>
                  <a:lnTo>
                    <a:pt x="1620829" y="4033477"/>
                  </a:lnTo>
                  <a:lnTo>
                    <a:pt x="1620923" y="4033477"/>
                  </a:lnTo>
                  <a:lnTo>
                    <a:pt x="1621017" y="4033477"/>
                  </a:lnTo>
                  <a:lnTo>
                    <a:pt x="1621111" y="4033477"/>
                  </a:lnTo>
                  <a:lnTo>
                    <a:pt x="1621205" y="4033477"/>
                  </a:lnTo>
                  <a:lnTo>
                    <a:pt x="1621299" y="4033477"/>
                  </a:lnTo>
                  <a:lnTo>
                    <a:pt x="1621393" y="4033477"/>
                  </a:lnTo>
                  <a:lnTo>
                    <a:pt x="1621487" y="4033477"/>
                  </a:lnTo>
                  <a:lnTo>
                    <a:pt x="1621581" y="4033477"/>
                  </a:lnTo>
                  <a:lnTo>
                    <a:pt x="1621675" y="4033477"/>
                  </a:lnTo>
                  <a:lnTo>
                    <a:pt x="1621769" y="4033477"/>
                  </a:lnTo>
                  <a:lnTo>
                    <a:pt x="1621863" y="4033477"/>
                  </a:lnTo>
                  <a:lnTo>
                    <a:pt x="1621957" y="4033477"/>
                  </a:lnTo>
                  <a:lnTo>
                    <a:pt x="1622051" y="4033477"/>
                  </a:lnTo>
                  <a:lnTo>
                    <a:pt x="1622145" y="4033477"/>
                  </a:lnTo>
                  <a:lnTo>
                    <a:pt x="1622239" y="4033477"/>
                  </a:lnTo>
                  <a:lnTo>
                    <a:pt x="1622333" y="4033477"/>
                  </a:lnTo>
                  <a:lnTo>
                    <a:pt x="1622427" y="4033477"/>
                  </a:lnTo>
                  <a:lnTo>
                    <a:pt x="1622521" y="4033477"/>
                  </a:lnTo>
                  <a:lnTo>
                    <a:pt x="1622615" y="4033477"/>
                  </a:lnTo>
                  <a:lnTo>
                    <a:pt x="1622709" y="4033477"/>
                  </a:lnTo>
                  <a:lnTo>
                    <a:pt x="1622803" y="4033477"/>
                  </a:lnTo>
                  <a:lnTo>
                    <a:pt x="1622897" y="4033477"/>
                  </a:lnTo>
                  <a:lnTo>
                    <a:pt x="1622991" y="4033477"/>
                  </a:lnTo>
                  <a:lnTo>
                    <a:pt x="1623085" y="4033477"/>
                  </a:lnTo>
                  <a:lnTo>
                    <a:pt x="1623179" y="4033477"/>
                  </a:lnTo>
                  <a:lnTo>
                    <a:pt x="1623274" y="4033477"/>
                  </a:lnTo>
                  <a:lnTo>
                    <a:pt x="1623368" y="4033477"/>
                  </a:lnTo>
                  <a:lnTo>
                    <a:pt x="1623462" y="4033477"/>
                  </a:lnTo>
                  <a:lnTo>
                    <a:pt x="1623556" y="4033477"/>
                  </a:lnTo>
                  <a:lnTo>
                    <a:pt x="1623556" y="4028198"/>
                  </a:lnTo>
                  <a:lnTo>
                    <a:pt x="1623650" y="4028198"/>
                  </a:lnTo>
                  <a:lnTo>
                    <a:pt x="1623744" y="4028198"/>
                  </a:lnTo>
                  <a:lnTo>
                    <a:pt x="1623838" y="4028198"/>
                  </a:lnTo>
                  <a:lnTo>
                    <a:pt x="1623932" y="4028198"/>
                  </a:lnTo>
                  <a:lnTo>
                    <a:pt x="1624026" y="4028198"/>
                  </a:lnTo>
                  <a:lnTo>
                    <a:pt x="1624120" y="4028198"/>
                  </a:lnTo>
                  <a:lnTo>
                    <a:pt x="1624214" y="4028198"/>
                  </a:lnTo>
                  <a:lnTo>
                    <a:pt x="1624308" y="4028198"/>
                  </a:lnTo>
                  <a:lnTo>
                    <a:pt x="1624402" y="4028198"/>
                  </a:lnTo>
                  <a:lnTo>
                    <a:pt x="1624496" y="4028198"/>
                  </a:lnTo>
                  <a:lnTo>
                    <a:pt x="1624590" y="4028198"/>
                  </a:lnTo>
                  <a:lnTo>
                    <a:pt x="1624684" y="4028198"/>
                  </a:lnTo>
                  <a:lnTo>
                    <a:pt x="1624778" y="4028198"/>
                  </a:lnTo>
                  <a:lnTo>
                    <a:pt x="1624872" y="4028198"/>
                  </a:lnTo>
                  <a:lnTo>
                    <a:pt x="1624966" y="4028198"/>
                  </a:lnTo>
                  <a:lnTo>
                    <a:pt x="1625060" y="4028198"/>
                  </a:lnTo>
                  <a:lnTo>
                    <a:pt x="1625154" y="4028198"/>
                  </a:lnTo>
                  <a:lnTo>
                    <a:pt x="1625248" y="4028198"/>
                  </a:lnTo>
                  <a:lnTo>
                    <a:pt x="1625342" y="4028198"/>
                  </a:lnTo>
                  <a:lnTo>
                    <a:pt x="1625436" y="4028198"/>
                  </a:lnTo>
                  <a:lnTo>
                    <a:pt x="1625530" y="4028198"/>
                  </a:lnTo>
                  <a:lnTo>
                    <a:pt x="1625624" y="4028198"/>
                  </a:lnTo>
                  <a:lnTo>
                    <a:pt x="1625718" y="4028198"/>
                  </a:lnTo>
                  <a:lnTo>
                    <a:pt x="1625812" y="4028198"/>
                  </a:lnTo>
                  <a:lnTo>
                    <a:pt x="1625906" y="4028198"/>
                  </a:lnTo>
                  <a:lnTo>
                    <a:pt x="1626000" y="4028198"/>
                  </a:lnTo>
                  <a:lnTo>
                    <a:pt x="1626000" y="4022919"/>
                  </a:lnTo>
                  <a:lnTo>
                    <a:pt x="1626094" y="4022919"/>
                  </a:lnTo>
                  <a:lnTo>
                    <a:pt x="1626188" y="4022919"/>
                  </a:lnTo>
                  <a:lnTo>
                    <a:pt x="1626282" y="4022919"/>
                  </a:lnTo>
                  <a:lnTo>
                    <a:pt x="1626376" y="4022919"/>
                  </a:lnTo>
                  <a:lnTo>
                    <a:pt x="1626470" y="4022919"/>
                  </a:lnTo>
                  <a:lnTo>
                    <a:pt x="1626564" y="4022919"/>
                  </a:lnTo>
                  <a:lnTo>
                    <a:pt x="1626658" y="4022919"/>
                  </a:lnTo>
                  <a:lnTo>
                    <a:pt x="1626752" y="4022919"/>
                  </a:lnTo>
                  <a:lnTo>
                    <a:pt x="1626847" y="4022919"/>
                  </a:lnTo>
                  <a:lnTo>
                    <a:pt x="1626941" y="4022919"/>
                  </a:lnTo>
                  <a:lnTo>
                    <a:pt x="1627035" y="4022919"/>
                  </a:lnTo>
                  <a:lnTo>
                    <a:pt x="1627129" y="4022919"/>
                  </a:lnTo>
                  <a:lnTo>
                    <a:pt x="1627223" y="4022919"/>
                  </a:lnTo>
                  <a:lnTo>
                    <a:pt x="1627317" y="4022919"/>
                  </a:lnTo>
                  <a:lnTo>
                    <a:pt x="1627411" y="4022919"/>
                  </a:lnTo>
                  <a:lnTo>
                    <a:pt x="1627505" y="4022919"/>
                  </a:lnTo>
                  <a:lnTo>
                    <a:pt x="1627599" y="4022919"/>
                  </a:lnTo>
                  <a:lnTo>
                    <a:pt x="1627693" y="4022919"/>
                  </a:lnTo>
                  <a:lnTo>
                    <a:pt x="1627787" y="4022919"/>
                  </a:lnTo>
                  <a:lnTo>
                    <a:pt x="1627881" y="4022919"/>
                  </a:lnTo>
                  <a:lnTo>
                    <a:pt x="1627975" y="4022919"/>
                  </a:lnTo>
                  <a:lnTo>
                    <a:pt x="1628069" y="4022919"/>
                  </a:lnTo>
                  <a:lnTo>
                    <a:pt x="1628163" y="4022919"/>
                  </a:lnTo>
                  <a:lnTo>
                    <a:pt x="1628257" y="4022919"/>
                  </a:lnTo>
                  <a:lnTo>
                    <a:pt x="1628351" y="4022919"/>
                  </a:lnTo>
                  <a:lnTo>
                    <a:pt x="1628445" y="4022919"/>
                  </a:lnTo>
                  <a:lnTo>
                    <a:pt x="1628539" y="4022919"/>
                  </a:lnTo>
                  <a:lnTo>
                    <a:pt x="1628633" y="4022919"/>
                  </a:lnTo>
                  <a:lnTo>
                    <a:pt x="1628727" y="4022919"/>
                  </a:lnTo>
                  <a:lnTo>
                    <a:pt x="1628821" y="4022919"/>
                  </a:lnTo>
                  <a:lnTo>
                    <a:pt x="1628915" y="4022919"/>
                  </a:lnTo>
                  <a:lnTo>
                    <a:pt x="1629009" y="4022919"/>
                  </a:lnTo>
                  <a:lnTo>
                    <a:pt x="1629103" y="4022919"/>
                  </a:lnTo>
                  <a:lnTo>
                    <a:pt x="1629197" y="4022919"/>
                  </a:lnTo>
                  <a:lnTo>
                    <a:pt x="1629291" y="4022919"/>
                  </a:lnTo>
                  <a:lnTo>
                    <a:pt x="1629385" y="4022919"/>
                  </a:lnTo>
                  <a:lnTo>
                    <a:pt x="1629479" y="4022919"/>
                  </a:lnTo>
                  <a:lnTo>
                    <a:pt x="1629573" y="4022919"/>
                  </a:lnTo>
                  <a:lnTo>
                    <a:pt x="1629667" y="4022919"/>
                  </a:lnTo>
                  <a:lnTo>
                    <a:pt x="1629761" y="4022919"/>
                  </a:lnTo>
                  <a:lnTo>
                    <a:pt x="1629855" y="4022919"/>
                  </a:lnTo>
                  <a:lnTo>
                    <a:pt x="1629949" y="4022919"/>
                  </a:lnTo>
                  <a:lnTo>
                    <a:pt x="1629949" y="4017639"/>
                  </a:lnTo>
                  <a:lnTo>
                    <a:pt x="1630043" y="4017639"/>
                  </a:lnTo>
                  <a:lnTo>
                    <a:pt x="1630137" y="4017639"/>
                  </a:lnTo>
                  <a:lnTo>
                    <a:pt x="1630231" y="4017639"/>
                  </a:lnTo>
                  <a:lnTo>
                    <a:pt x="1630326" y="4017639"/>
                  </a:lnTo>
                  <a:lnTo>
                    <a:pt x="1630420" y="4017639"/>
                  </a:lnTo>
                  <a:lnTo>
                    <a:pt x="1630514" y="4017639"/>
                  </a:lnTo>
                  <a:lnTo>
                    <a:pt x="1630608" y="4017639"/>
                  </a:lnTo>
                  <a:lnTo>
                    <a:pt x="1630702" y="4017639"/>
                  </a:lnTo>
                  <a:lnTo>
                    <a:pt x="1630796" y="4017639"/>
                  </a:lnTo>
                  <a:lnTo>
                    <a:pt x="1630890" y="4017639"/>
                  </a:lnTo>
                  <a:lnTo>
                    <a:pt x="1630984" y="4017639"/>
                  </a:lnTo>
                  <a:lnTo>
                    <a:pt x="1631078" y="4017639"/>
                  </a:lnTo>
                  <a:lnTo>
                    <a:pt x="1631172" y="4017639"/>
                  </a:lnTo>
                  <a:lnTo>
                    <a:pt x="1631266" y="4017639"/>
                  </a:lnTo>
                  <a:lnTo>
                    <a:pt x="1631360" y="4017639"/>
                  </a:lnTo>
                  <a:lnTo>
                    <a:pt x="1631454" y="4017639"/>
                  </a:lnTo>
                  <a:lnTo>
                    <a:pt x="1631548" y="4017639"/>
                  </a:lnTo>
                  <a:lnTo>
                    <a:pt x="1631642" y="4017639"/>
                  </a:lnTo>
                  <a:lnTo>
                    <a:pt x="1631736" y="4017639"/>
                  </a:lnTo>
                  <a:lnTo>
                    <a:pt x="1631830" y="4017639"/>
                  </a:lnTo>
                  <a:lnTo>
                    <a:pt x="1631924" y="4017639"/>
                  </a:lnTo>
                  <a:lnTo>
                    <a:pt x="1632018" y="4017639"/>
                  </a:lnTo>
                  <a:lnTo>
                    <a:pt x="1632018" y="4012360"/>
                  </a:lnTo>
                  <a:lnTo>
                    <a:pt x="1632112" y="4012360"/>
                  </a:lnTo>
                  <a:lnTo>
                    <a:pt x="1632206" y="4012360"/>
                  </a:lnTo>
                  <a:lnTo>
                    <a:pt x="1632300" y="4012360"/>
                  </a:lnTo>
                  <a:lnTo>
                    <a:pt x="1632394" y="4012360"/>
                  </a:lnTo>
                  <a:lnTo>
                    <a:pt x="1632488" y="4012360"/>
                  </a:lnTo>
                  <a:lnTo>
                    <a:pt x="1632582" y="4012360"/>
                  </a:lnTo>
                  <a:lnTo>
                    <a:pt x="1632676" y="4012360"/>
                  </a:lnTo>
                  <a:lnTo>
                    <a:pt x="1632770" y="4012360"/>
                  </a:lnTo>
                  <a:lnTo>
                    <a:pt x="1632864" y="4012360"/>
                  </a:lnTo>
                  <a:lnTo>
                    <a:pt x="1632958" y="4012360"/>
                  </a:lnTo>
                  <a:lnTo>
                    <a:pt x="1633052" y="4012360"/>
                  </a:lnTo>
                  <a:lnTo>
                    <a:pt x="1633146" y="4012360"/>
                  </a:lnTo>
                  <a:lnTo>
                    <a:pt x="1633240" y="4012360"/>
                  </a:lnTo>
                  <a:lnTo>
                    <a:pt x="1633334" y="4012360"/>
                  </a:lnTo>
                  <a:lnTo>
                    <a:pt x="1633428" y="4012360"/>
                  </a:lnTo>
                  <a:lnTo>
                    <a:pt x="1633522" y="4012360"/>
                  </a:lnTo>
                  <a:lnTo>
                    <a:pt x="1633522" y="4007080"/>
                  </a:lnTo>
                  <a:lnTo>
                    <a:pt x="1633616" y="4007080"/>
                  </a:lnTo>
                  <a:lnTo>
                    <a:pt x="1633710" y="4007080"/>
                  </a:lnTo>
                  <a:lnTo>
                    <a:pt x="1633804" y="4007080"/>
                  </a:lnTo>
                  <a:lnTo>
                    <a:pt x="1633899" y="4007080"/>
                  </a:lnTo>
                  <a:lnTo>
                    <a:pt x="1633993" y="4007080"/>
                  </a:lnTo>
                  <a:lnTo>
                    <a:pt x="1634087" y="4007080"/>
                  </a:lnTo>
                  <a:lnTo>
                    <a:pt x="1634181" y="4007080"/>
                  </a:lnTo>
                  <a:lnTo>
                    <a:pt x="1634275" y="4007080"/>
                  </a:lnTo>
                  <a:lnTo>
                    <a:pt x="1634369" y="4007080"/>
                  </a:lnTo>
                  <a:lnTo>
                    <a:pt x="1634463" y="4007080"/>
                  </a:lnTo>
                  <a:lnTo>
                    <a:pt x="1634557" y="4007080"/>
                  </a:lnTo>
                  <a:lnTo>
                    <a:pt x="1634651" y="4007080"/>
                  </a:lnTo>
                  <a:lnTo>
                    <a:pt x="1634745" y="4007080"/>
                  </a:lnTo>
                  <a:lnTo>
                    <a:pt x="1634839" y="4007080"/>
                  </a:lnTo>
                  <a:lnTo>
                    <a:pt x="1634933" y="4007080"/>
                  </a:lnTo>
                  <a:lnTo>
                    <a:pt x="1635027" y="4007080"/>
                  </a:lnTo>
                  <a:lnTo>
                    <a:pt x="1635121" y="4007080"/>
                  </a:lnTo>
                  <a:lnTo>
                    <a:pt x="1635215" y="4007080"/>
                  </a:lnTo>
                  <a:lnTo>
                    <a:pt x="1635309" y="4007080"/>
                  </a:lnTo>
                  <a:lnTo>
                    <a:pt x="1635403" y="4007080"/>
                  </a:lnTo>
                  <a:lnTo>
                    <a:pt x="1635497" y="4007080"/>
                  </a:lnTo>
                  <a:lnTo>
                    <a:pt x="1635591" y="4007080"/>
                  </a:lnTo>
                  <a:lnTo>
                    <a:pt x="1635685" y="4007080"/>
                  </a:lnTo>
                  <a:lnTo>
                    <a:pt x="1635779" y="4007080"/>
                  </a:lnTo>
                  <a:lnTo>
                    <a:pt x="1635873" y="4007080"/>
                  </a:lnTo>
                  <a:lnTo>
                    <a:pt x="1635967" y="4007080"/>
                  </a:lnTo>
                  <a:lnTo>
                    <a:pt x="1636061" y="4007080"/>
                  </a:lnTo>
                  <a:lnTo>
                    <a:pt x="1636155" y="4007080"/>
                  </a:lnTo>
                  <a:lnTo>
                    <a:pt x="1636249" y="4007080"/>
                  </a:lnTo>
                  <a:lnTo>
                    <a:pt x="1636343" y="4007080"/>
                  </a:lnTo>
                  <a:lnTo>
                    <a:pt x="1636437" y="4007080"/>
                  </a:lnTo>
                  <a:lnTo>
                    <a:pt x="1636531" y="4007080"/>
                  </a:lnTo>
                  <a:lnTo>
                    <a:pt x="1636625" y="4007080"/>
                  </a:lnTo>
                  <a:lnTo>
                    <a:pt x="1636719" y="4007080"/>
                  </a:lnTo>
                  <a:lnTo>
                    <a:pt x="1636813" y="4007080"/>
                  </a:lnTo>
                  <a:lnTo>
                    <a:pt x="1636907" y="4007080"/>
                  </a:lnTo>
                  <a:lnTo>
                    <a:pt x="1637001" y="4007080"/>
                  </a:lnTo>
                  <a:lnTo>
                    <a:pt x="1637095" y="4007080"/>
                  </a:lnTo>
                  <a:lnTo>
                    <a:pt x="1637189" y="4007080"/>
                  </a:lnTo>
                  <a:lnTo>
                    <a:pt x="1637283" y="4007080"/>
                  </a:lnTo>
                  <a:lnTo>
                    <a:pt x="1637377" y="4007080"/>
                  </a:lnTo>
                  <a:lnTo>
                    <a:pt x="1637472" y="4007080"/>
                  </a:lnTo>
                  <a:lnTo>
                    <a:pt x="1637566" y="4007080"/>
                  </a:lnTo>
                  <a:lnTo>
                    <a:pt x="1637660" y="4007080"/>
                  </a:lnTo>
                  <a:lnTo>
                    <a:pt x="1637754" y="4007080"/>
                  </a:lnTo>
                  <a:lnTo>
                    <a:pt x="1637848" y="4007080"/>
                  </a:lnTo>
                  <a:lnTo>
                    <a:pt x="1637942" y="4007080"/>
                  </a:lnTo>
                  <a:lnTo>
                    <a:pt x="1638036" y="4007080"/>
                  </a:lnTo>
                  <a:lnTo>
                    <a:pt x="1638130" y="4007080"/>
                  </a:lnTo>
                  <a:lnTo>
                    <a:pt x="1638224" y="4007080"/>
                  </a:lnTo>
                  <a:lnTo>
                    <a:pt x="1638318" y="4007080"/>
                  </a:lnTo>
                  <a:lnTo>
                    <a:pt x="1638412" y="4007080"/>
                  </a:lnTo>
                  <a:lnTo>
                    <a:pt x="1638506" y="4007080"/>
                  </a:lnTo>
                  <a:lnTo>
                    <a:pt x="1638600" y="4007080"/>
                  </a:lnTo>
                  <a:lnTo>
                    <a:pt x="1638694" y="4007080"/>
                  </a:lnTo>
                  <a:lnTo>
                    <a:pt x="1638788" y="4007080"/>
                  </a:lnTo>
                  <a:lnTo>
                    <a:pt x="1638882" y="4007080"/>
                  </a:lnTo>
                  <a:lnTo>
                    <a:pt x="1638976" y="4007080"/>
                  </a:lnTo>
                  <a:lnTo>
                    <a:pt x="1639070" y="4007080"/>
                  </a:lnTo>
                  <a:lnTo>
                    <a:pt x="1639164" y="4007080"/>
                  </a:lnTo>
                  <a:lnTo>
                    <a:pt x="1639258" y="4007080"/>
                  </a:lnTo>
                  <a:lnTo>
                    <a:pt x="1639352" y="4007080"/>
                  </a:lnTo>
                  <a:lnTo>
                    <a:pt x="1639446" y="4007080"/>
                  </a:lnTo>
                  <a:lnTo>
                    <a:pt x="1639540" y="4007080"/>
                  </a:lnTo>
                  <a:lnTo>
                    <a:pt x="1639634" y="4007080"/>
                  </a:lnTo>
                  <a:lnTo>
                    <a:pt x="1639728" y="4007080"/>
                  </a:lnTo>
                  <a:lnTo>
                    <a:pt x="1639822" y="4007080"/>
                  </a:lnTo>
                  <a:lnTo>
                    <a:pt x="1639916" y="4007080"/>
                  </a:lnTo>
                  <a:lnTo>
                    <a:pt x="1640010" y="4007080"/>
                  </a:lnTo>
                  <a:lnTo>
                    <a:pt x="1640104" y="4007080"/>
                  </a:lnTo>
                  <a:lnTo>
                    <a:pt x="1640198" y="4007080"/>
                  </a:lnTo>
                  <a:lnTo>
                    <a:pt x="1640292" y="4007080"/>
                  </a:lnTo>
                  <a:lnTo>
                    <a:pt x="1640386" y="4007080"/>
                  </a:lnTo>
                  <a:lnTo>
                    <a:pt x="1640480" y="4007080"/>
                  </a:lnTo>
                  <a:lnTo>
                    <a:pt x="1640574" y="4007080"/>
                  </a:lnTo>
                  <a:lnTo>
                    <a:pt x="1640668" y="4007080"/>
                  </a:lnTo>
                  <a:lnTo>
                    <a:pt x="1640762" y="4007080"/>
                  </a:lnTo>
                  <a:lnTo>
                    <a:pt x="1640762" y="4001801"/>
                  </a:lnTo>
                  <a:lnTo>
                    <a:pt x="1640856" y="4001801"/>
                  </a:lnTo>
                  <a:lnTo>
                    <a:pt x="1640951" y="4001801"/>
                  </a:lnTo>
                  <a:lnTo>
                    <a:pt x="1641045" y="4001801"/>
                  </a:lnTo>
                  <a:lnTo>
                    <a:pt x="1641139" y="4001801"/>
                  </a:lnTo>
                  <a:lnTo>
                    <a:pt x="1641233" y="4001801"/>
                  </a:lnTo>
                  <a:lnTo>
                    <a:pt x="1641327" y="4001801"/>
                  </a:lnTo>
                  <a:lnTo>
                    <a:pt x="1641421" y="4001801"/>
                  </a:lnTo>
                  <a:lnTo>
                    <a:pt x="1641515" y="4001801"/>
                  </a:lnTo>
                  <a:lnTo>
                    <a:pt x="1641609" y="4001801"/>
                  </a:lnTo>
                  <a:lnTo>
                    <a:pt x="1641703" y="4001801"/>
                  </a:lnTo>
                  <a:lnTo>
                    <a:pt x="1641797" y="4001801"/>
                  </a:lnTo>
                  <a:lnTo>
                    <a:pt x="1641891" y="4001801"/>
                  </a:lnTo>
                  <a:lnTo>
                    <a:pt x="1641985" y="4001801"/>
                  </a:lnTo>
                  <a:lnTo>
                    <a:pt x="1642079" y="4001801"/>
                  </a:lnTo>
                  <a:lnTo>
                    <a:pt x="1642173" y="4001801"/>
                  </a:lnTo>
                  <a:lnTo>
                    <a:pt x="1642267" y="4001801"/>
                  </a:lnTo>
                  <a:lnTo>
                    <a:pt x="1642361" y="4001801"/>
                  </a:lnTo>
                  <a:lnTo>
                    <a:pt x="1642455" y="4001801"/>
                  </a:lnTo>
                  <a:lnTo>
                    <a:pt x="1642549" y="4001801"/>
                  </a:lnTo>
                  <a:lnTo>
                    <a:pt x="1642643" y="4001801"/>
                  </a:lnTo>
                  <a:lnTo>
                    <a:pt x="1642737" y="4001801"/>
                  </a:lnTo>
                  <a:lnTo>
                    <a:pt x="1642831" y="4001801"/>
                  </a:lnTo>
                  <a:lnTo>
                    <a:pt x="1642925" y="4001801"/>
                  </a:lnTo>
                  <a:lnTo>
                    <a:pt x="1643019" y="4001801"/>
                  </a:lnTo>
                  <a:lnTo>
                    <a:pt x="1643113" y="4001801"/>
                  </a:lnTo>
                  <a:lnTo>
                    <a:pt x="1643207" y="4001801"/>
                  </a:lnTo>
                  <a:lnTo>
                    <a:pt x="1643301" y="4001801"/>
                  </a:lnTo>
                  <a:lnTo>
                    <a:pt x="1643395" y="4001801"/>
                  </a:lnTo>
                  <a:lnTo>
                    <a:pt x="1643489" y="4001801"/>
                  </a:lnTo>
                  <a:lnTo>
                    <a:pt x="1643583" y="4001801"/>
                  </a:lnTo>
                  <a:lnTo>
                    <a:pt x="1643677" y="4001801"/>
                  </a:lnTo>
                  <a:lnTo>
                    <a:pt x="1643771" y="4001801"/>
                  </a:lnTo>
                  <a:lnTo>
                    <a:pt x="1643865" y="4001801"/>
                  </a:lnTo>
                  <a:lnTo>
                    <a:pt x="1643959" y="4001801"/>
                  </a:lnTo>
                  <a:lnTo>
                    <a:pt x="1644053" y="4001801"/>
                  </a:lnTo>
                  <a:lnTo>
                    <a:pt x="1644147" y="4001801"/>
                  </a:lnTo>
                  <a:lnTo>
                    <a:pt x="1644241" y="4001801"/>
                  </a:lnTo>
                  <a:lnTo>
                    <a:pt x="1644335" y="4001801"/>
                  </a:lnTo>
                  <a:lnTo>
                    <a:pt x="1644429" y="4001801"/>
                  </a:lnTo>
                  <a:lnTo>
                    <a:pt x="1644524" y="4001801"/>
                  </a:lnTo>
                  <a:lnTo>
                    <a:pt x="1644618" y="4001801"/>
                  </a:lnTo>
                  <a:lnTo>
                    <a:pt x="1644712" y="4001801"/>
                  </a:lnTo>
                  <a:lnTo>
                    <a:pt x="1644806" y="4001801"/>
                  </a:lnTo>
                  <a:lnTo>
                    <a:pt x="1644900" y="4001801"/>
                  </a:lnTo>
                  <a:lnTo>
                    <a:pt x="1644994" y="4001801"/>
                  </a:lnTo>
                  <a:lnTo>
                    <a:pt x="1645088" y="4001801"/>
                  </a:lnTo>
                  <a:lnTo>
                    <a:pt x="1645182" y="4001801"/>
                  </a:lnTo>
                  <a:lnTo>
                    <a:pt x="1645276" y="4001801"/>
                  </a:lnTo>
                  <a:lnTo>
                    <a:pt x="1645370" y="4001801"/>
                  </a:lnTo>
                  <a:lnTo>
                    <a:pt x="1645464" y="4001801"/>
                  </a:lnTo>
                  <a:lnTo>
                    <a:pt x="1645558" y="4001801"/>
                  </a:lnTo>
                  <a:lnTo>
                    <a:pt x="1645652" y="4001801"/>
                  </a:lnTo>
                  <a:lnTo>
                    <a:pt x="1645746" y="4001801"/>
                  </a:lnTo>
                  <a:lnTo>
                    <a:pt x="1645840" y="4001801"/>
                  </a:lnTo>
                  <a:lnTo>
                    <a:pt x="1645934" y="4001801"/>
                  </a:lnTo>
                  <a:lnTo>
                    <a:pt x="1646028" y="4001801"/>
                  </a:lnTo>
                  <a:lnTo>
                    <a:pt x="1646122" y="4001801"/>
                  </a:lnTo>
                  <a:lnTo>
                    <a:pt x="1646216" y="4001801"/>
                  </a:lnTo>
                  <a:lnTo>
                    <a:pt x="1646310" y="4001801"/>
                  </a:lnTo>
                  <a:lnTo>
                    <a:pt x="1646404" y="4001801"/>
                  </a:lnTo>
                  <a:lnTo>
                    <a:pt x="1646498" y="4001801"/>
                  </a:lnTo>
                  <a:lnTo>
                    <a:pt x="1646592" y="4001801"/>
                  </a:lnTo>
                  <a:lnTo>
                    <a:pt x="1646686" y="4001801"/>
                  </a:lnTo>
                  <a:lnTo>
                    <a:pt x="1646780" y="4001801"/>
                  </a:lnTo>
                  <a:lnTo>
                    <a:pt x="1646874" y="4001801"/>
                  </a:lnTo>
                  <a:lnTo>
                    <a:pt x="1646968" y="4001801"/>
                  </a:lnTo>
                  <a:lnTo>
                    <a:pt x="1647062" y="4001801"/>
                  </a:lnTo>
                  <a:lnTo>
                    <a:pt x="1647156" y="4001801"/>
                  </a:lnTo>
                  <a:lnTo>
                    <a:pt x="1647250" y="4001801"/>
                  </a:lnTo>
                  <a:lnTo>
                    <a:pt x="1647344" y="4001801"/>
                  </a:lnTo>
                  <a:lnTo>
                    <a:pt x="1647438" y="4001801"/>
                  </a:lnTo>
                  <a:lnTo>
                    <a:pt x="1647532" y="4001801"/>
                  </a:lnTo>
                  <a:lnTo>
                    <a:pt x="1647626" y="4001801"/>
                  </a:lnTo>
                  <a:lnTo>
                    <a:pt x="1647720" y="4001801"/>
                  </a:lnTo>
                  <a:lnTo>
                    <a:pt x="1647814" y="4001801"/>
                  </a:lnTo>
                  <a:lnTo>
                    <a:pt x="1647908" y="4001801"/>
                  </a:lnTo>
                  <a:lnTo>
                    <a:pt x="1648002" y="4001801"/>
                  </a:lnTo>
                  <a:lnTo>
                    <a:pt x="1648097" y="4001801"/>
                  </a:lnTo>
                  <a:lnTo>
                    <a:pt x="1648191" y="4001801"/>
                  </a:lnTo>
                  <a:lnTo>
                    <a:pt x="1648285" y="4001801"/>
                  </a:lnTo>
                  <a:lnTo>
                    <a:pt x="1648379" y="4001801"/>
                  </a:lnTo>
                  <a:lnTo>
                    <a:pt x="1648473" y="4001801"/>
                  </a:lnTo>
                  <a:lnTo>
                    <a:pt x="1648567" y="4001801"/>
                  </a:lnTo>
                  <a:lnTo>
                    <a:pt x="1648661" y="4001801"/>
                  </a:lnTo>
                  <a:lnTo>
                    <a:pt x="1648755" y="4001801"/>
                  </a:lnTo>
                  <a:lnTo>
                    <a:pt x="1648849" y="4001801"/>
                  </a:lnTo>
                  <a:lnTo>
                    <a:pt x="1648849" y="3996521"/>
                  </a:lnTo>
                  <a:lnTo>
                    <a:pt x="1648943" y="3996521"/>
                  </a:lnTo>
                  <a:lnTo>
                    <a:pt x="1649037" y="3996521"/>
                  </a:lnTo>
                  <a:lnTo>
                    <a:pt x="1649131" y="3996521"/>
                  </a:lnTo>
                  <a:lnTo>
                    <a:pt x="1649225" y="3996521"/>
                  </a:lnTo>
                  <a:lnTo>
                    <a:pt x="1649319" y="3996521"/>
                  </a:lnTo>
                  <a:lnTo>
                    <a:pt x="1649413" y="3996521"/>
                  </a:lnTo>
                  <a:lnTo>
                    <a:pt x="1649507" y="3996521"/>
                  </a:lnTo>
                  <a:lnTo>
                    <a:pt x="1649601" y="3996521"/>
                  </a:lnTo>
                  <a:lnTo>
                    <a:pt x="1649695" y="3996521"/>
                  </a:lnTo>
                  <a:lnTo>
                    <a:pt x="1649789" y="3996521"/>
                  </a:lnTo>
                  <a:lnTo>
                    <a:pt x="1649789" y="3991242"/>
                  </a:lnTo>
                  <a:lnTo>
                    <a:pt x="1649883" y="3991242"/>
                  </a:lnTo>
                  <a:lnTo>
                    <a:pt x="1649977" y="3991242"/>
                  </a:lnTo>
                  <a:lnTo>
                    <a:pt x="1650071" y="3991242"/>
                  </a:lnTo>
                  <a:lnTo>
                    <a:pt x="1650165" y="3991242"/>
                  </a:lnTo>
                  <a:lnTo>
                    <a:pt x="1650259" y="3991242"/>
                  </a:lnTo>
                  <a:lnTo>
                    <a:pt x="1650353" y="3991242"/>
                  </a:lnTo>
                  <a:lnTo>
                    <a:pt x="1650447" y="3991242"/>
                  </a:lnTo>
                  <a:lnTo>
                    <a:pt x="1650541" y="3991242"/>
                  </a:lnTo>
                  <a:lnTo>
                    <a:pt x="1650635" y="3991242"/>
                  </a:lnTo>
                  <a:lnTo>
                    <a:pt x="1650729" y="3991242"/>
                  </a:lnTo>
                  <a:lnTo>
                    <a:pt x="1650823" y="3991242"/>
                  </a:lnTo>
                  <a:lnTo>
                    <a:pt x="1650917" y="3991242"/>
                  </a:lnTo>
                  <a:lnTo>
                    <a:pt x="1651011" y="3991242"/>
                  </a:lnTo>
                  <a:lnTo>
                    <a:pt x="1651105" y="3991242"/>
                  </a:lnTo>
                  <a:lnTo>
                    <a:pt x="1651199" y="3991242"/>
                  </a:lnTo>
                  <a:lnTo>
                    <a:pt x="1651293" y="3991242"/>
                  </a:lnTo>
                  <a:lnTo>
                    <a:pt x="1651387" y="3991242"/>
                  </a:lnTo>
                  <a:lnTo>
                    <a:pt x="1651481" y="3991242"/>
                  </a:lnTo>
                  <a:lnTo>
                    <a:pt x="1651575" y="3991242"/>
                  </a:lnTo>
                  <a:lnTo>
                    <a:pt x="1651670" y="3991242"/>
                  </a:lnTo>
                  <a:lnTo>
                    <a:pt x="1651764" y="3991242"/>
                  </a:lnTo>
                  <a:lnTo>
                    <a:pt x="1651858" y="3991242"/>
                  </a:lnTo>
                  <a:lnTo>
                    <a:pt x="1651952" y="3991242"/>
                  </a:lnTo>
                  <a:lnTo>
                    <a:pt x="1652046" y="3991242"/>
                  </a:lnTo>
                  <a:lnTo>
                    <a:pt x="1652140" y="3991242"/>
                  </a:lnTo>
                  <a:lnTo>
                    <a:pt x="1652234" y="3991242"/>
                  </a:lnTo>
                  <a:lnTo>
                    <a:pt x="1652328" y="3991242"/>
                  </a:lnTo>
                  <a:lnTo>
                    <a:pt x="1652422" y="3991242"/>
                  </a:lnTo>
                  <a:lnTo>
                    <a:pt x="1652516" y="3991242"/>
                  </a:lnTo>
                  <a:lnTo>
                    <a:pt x="1652610" y="3991242"/>
                  </a:lnTo>
                  <a:lnTo>
                    <a:pt x="1652704" y="3991242"/>
                  </a:lnTo>
                  <a:lnTo>
                    <a:pt x="1652798" y="3991242"/>
                  </a:lnTo>
                  <a:lnTo>
                    <a:pt x="1652892" y="3991242"/>
                  </a:lnTo>
                  <a:lnTo>
                    <a:pt x="1652986" y="3991242"/>
                  </a:lnTo>
                  <a:lnTo>
                    <a:pt x="1653080" y="3991242"/>
                  </a:lnTo>
                  <a:lnTo>
                    <a:pt x="1653174" y="3991242"/>
                  </a:lnTo>
                  <a:lnTo>
                    <a:pt x="1653268" y="3991242"/>
                  </a:lnTo>
                  <a:lnTo>
                    <a:pt x="1653362" y="3991242"/>
                  </a:lnTo>
                  <a:lnTo>
                    <a:pt x="1653456" y="3991242"/>
                  </a:lnTo>
                  <a:lnTo>
                    <a:pt x="1653550" y="3991242"/>
                  </a:lnTo>
                  <a:lnTo>
                    <a:pt x="1653644" y="3991242"/>
                  </a:lnTo>
                  <a:lnTo>
                    <a:pt x="1653738" y="3991242"/>
                  </a:lnTo>
                  <a:lnTo>
                    <a:pt x="1653832" y="3991242"/>
                  </a:lnTo>
                  <a:lnTo>
                    <a:pt x="1653926" y="3991242"/>
                  </a:lnTo>
                  <a:lnTo>
                    <a:pt x="1654020" y="3991242"/>
                  </a:lnTo>
                  <a:lnTo>
                    <a:pt x="1654114" y="3991242"/>
                  </a:lnTo>
                  <a:lnTo>
                    <a:pt x="1654208" y="3991242"/>
                  </a:lnTo>
                  <a:lnTo>
                    <a:pt x="1654302" y="3991242"/>
                  </a:lnTo>
                  <a:lnTo>
                    <a:pt x="1654396" y="3991242"/>
                  </a:lnTo>
                  <a:lnTo>
                    <a:pt x="1654490" y="3991242"/>
                  </a:lnTo>
                  <a:lnTo>
                    <a:pt x="1654490" y="3985963"/>
                  </a:lnTo>
                  <a:lnTo>
                    <a:pt x="1654584" y="3985963"/>
                  </a:lnTo>
                  <a:lnTo>
                    <a:pt x="1654678" y="3985963"/>
                  </a:lnTo>
                  <a:lnTo>
                    <a:pt x="1654772" y="3985963"/>
                  </a:lnTo>
                  <a:lnTo>
                    <a:pt x="1654866" y="3985963"/>
                  </a:lnTo>
                  <a:lnTo>
                    <a:pt x="1654960" y="3985963"/>
                  </a:lnTo>
                  <a:lnTo>
                    <a:pt x="1655054" y="3985963"/>
                  </a:lnTo>
                  <a:lnTo>
                    <a:pt x="1655149" y="3985963"/>
                  </a:lnTo>
                  <a:lnTo>
                    <a:pt x="1655243" y="3985963"/>
                  </a:lnTo>
                  <a:lnTo>
                    <a:pt x="1655337" y="3985963"/>
                  </a:lnTo>
                  <a:lnTo>
                    <a:pt x="1655431" y="3985963"/>
                  </a:lnTo>
                  <a:lnTo>
                    <a:pt x="1655525" y="3985963"/>
                  </a:lnTo>
                  <a:lnTo>
                    <a:pt x="1655619" y="3985963"/>
                  </a:lnTo>
                  <a:lnTo>
                    <a:pt x="1655713" y="3985963"/>
                  </a:lnTo>
                  <a:lnTo>
                    <a:pt x="1655807" y="3985963"/>
                  </a:lnTo>
                  <a:lnTo>
                    <a:pt x="1655901" y="3985963"/>
                  </a:lnTo>
                  <a:lnTo>
                    <a:pt x="1655995" y="3985963"/>
                  </a:lnTo>
                  <a:lnTo>
                    <a:pt x="1656089" y="3985963"/>
                  </a:lnTo>
                  <a:lnTo>
                    <a:pt x="1656183" y="3985963"/>
                  </a:lnTo>
                  <a:lnTo>
                    <a:pt x="1656277" y="3985963"/>
                  </a:lnTo>
                  <a:lnTo>
                    <a:pt x="1656371" y="3985963"/>
                  </a:lnTo>
                  <a:lnTo>
                    <a:pt x="1656465" y="3985963"/>
                  </a:lnTo>
                  <a:lnTo>
                    <a:pt x="1656559" y="3985963"/>
                  </a:lnTo>
                  <a:lnTo>
                    <a:pt x="1656653" y="3985963"/>
                  </a:lnTo>
                  <a:lnTo>
                    <a:pt x="1656747" y="3985963"/>
                  </a:lnTo>
                  <a:lnTo>
                    <a:pt x="1656841" y="3985963"/>
                  </a:lnTo>
                  <a:lnTo>
                    <a:pt x="1656935" y="3985963"/>
                  </a:lnTo>
                  <a:lnTo>
                    <a:pt x="1657029" y="3985963"/>
                  </a:lnTo>
                  <a:lnTo>
                    <a:pt x="1657029" y="3980683"/>
                  </a:lnTo>
                  <a:lnTo>
                    <a:pt x="1657123" y="3980683"/>
                  </a:lnTo>
                  <a:lnTo>
                    <a:pt x="1657217" y="3980683"/>
                  </a:lnTo>
                  <a:lnTo>
                    <a:pt x="1657311" y="3980683"/>
                  </a:lnTo>
                  <a:lnTo>
                    <a:pt x="1657405" y="3980683"/>
                  </a:lnTo>
                  <a:lnTo>
                    <a:pt x="1657499" y="3980683"/>
                  </a:lnTo>
                  <a:lnTo>
                    <a:pt x="1657593" y="3980683"/>
                  </a:lnTo>
                  <a:lnTo>
                    <a:pt x="1657687" y="3980683"/>
                  </a:lnTo>
                  <a:lnTo>
                    <a:pt x="1657781" y="3980683"/>
                  </a:lnTo>
                  <a:lnTo>
                    <a:pt x="1657875" y="3980683"/>
                  </a:lnTo>
                  <a:lnTo>
                    <a:pt x="1657969" y="3980683"/>
                  </a:lnTo>
                  <a:lnTo>
                    <a:pt x="1658063" y="3980683"/>
                  </a:lnTo>
                  <a:lnTo>
                    <a:pt x="1658157" y="3980683"/>
                  </a:lnTo>
                  <a:lnTo>
                    <a:pt x="1658251" y="3980683"/>
                  </a:lnTo>
                  <a:lnTo>
                    <a:pt x="1658345" y="3980683"/>
                  </a:lnTo>
                  <a:lnTo>
                    <a:pt x="1658439" y="3980683"/>
                  </a:lnTo>
                  <a:lnTo>
                    <a:pt x="1658533" y="3980683"/>
                  </a:lnTo>
                  <a:lnTo>
                    <a:pt x="1658627" y="3980683"/>
                  </a:lnTo>
                  <a:lnTo>
                    <a:pt x="1658722" y="3980683"/>
                  </a:lnTo>
                  <a:lnTo>
                    <a:pt x="1658816" y="3980683"/>
                  </a:lnTo>
                  <a:lnTo>
                    <a:pt x="1658910" y="3980683"/>
                  </a:lnTo>
                  <a:lnTo>
                    <a:pt x="1659004" y="3980683"/>
                  </a:lnTo>
                  <a:lnTo>
                    <a:pt x="1659098" y="3980683"/>
                  </a:lnTo>
                  <a:lnTo>
                    <a:pt x="1659192" y="3980683"/>
                  </a:lnTo>
                  <a:lnTo>
                    <a:pt x="1659286" y="3980683"/>
                  </a:lnTo>
                  <a:lnTo>
                    <a:pt x="1659380" y="3980683"/>
                  </a:lnTo>
                  <a:lnTo>
                    <a:pt x="1659474" y="3980683"/>
                  </a:lnTo>
                  <a:lnTo>
                    <a:pt x="1659568" y="3980683"/>
                  </a:lnTo>
                  <a:lnTo>
                    <a:pt x="1659662" y="3980683"/>
                  </a:lnTo>
                  <a:lnTo>
                    <a:pt x="1659756" y="3980683"/>
                  </a:lnTo>
                  <a:lnTo>
                    <a:pt x="1659850" y="3980683"/>
                  </a:lnTo>
                  <a:lnTo>
                    <a:pt x="1659944" y="3980683"/>
                  </a:lnTo>
                  <a:lnTo>
                    <a:pt x="1660038" y="3980683"/>
                  </a:lnTo>
                  <a:lnTo>
                    <a:pt x="1660132" y="3980683"/>
                  </a:lnTo>
                  <a:lnTo>
                    <a:pt x="1660226" y="3980683"/>
                  </a:lnTo>
                  <a:lnTo>
                    <a:pt x="1660320" y="3980683"/>
                  </a:lnTo>
                  <a:lnTo>
                    <a:pt x="1660414" y="3980683"/>
                  </a:lnTo>
                  <a:lnTo>
                    <a:pt x="1660508" y="3980683"/>
                  </a:lnTo>
                  <a:lnTo>
                    <a:pt x="1660602" y="3980683"/>
                  </a:lnTo>
                  <a:lnTo>
                    <a:pt x="1660696" y="3980683"/>
                  </a:lnTo>
                  <a:lnTo>
                    <a:pt x="1660790" y="3980683"/>
                  </a:lnTo>
                  <a:lnTo>
                    <a:pt x="1660884" y="3980683"/>
                  </a:lnTo>
                  <a:lnTo>
                    <a:pt x="1660978" y="3980683"/>
                  </a:lnTo>
                  <a:lnTo>
                    <a:pt x="1661072" y="3980683"/>
                  </a:lnTo>
                  <a:lnTo>
                    <a:pt x="1661166" y="3980683"/>
                  </a:lnTo>
                  <a:lnTo>
                    <a:pt x="1661260" y="3980683"/>
                  </a:lnTo>
                  <a:lnTo>
                    <a:pt x="1661354" y="3980683"/>
                  </a:lnTo>
                  <a:lnTo>
                    <a:pt x="1661448" y="3980683"/>
                  </a:lnTo>
                  <a:lnTo>
                    <a:pt x="1661542" y="3980683"/>
                  </a:lnTo>
                  <a:lnTo>
                    <a:pt x="1661636" y="3980683"/>
                  </a:lnTo>
                  <a:lnTo>
                    <a:pt x="1661730" y="3980683"/>
                  </a:lnTo>
                  <a:lnTo>
                    <a:pt x="1661824" y="3980683"/>
                  </a:lnTo>
                  <a:lnTo>
                    <a:pt x="1661918" y="3980683"/>
                  </a:lnTo>
                  <a:lnTo>
                    <a:pt x="1662012" y="3980683"/>
                  </a:lnTo>
                  <a:lnTo>
                    <a:pt x="1662106" y="3980683"/>
                  </a:lnTo>
                  <a:lnTo>
                    <a:pt x="1662200" y="3980683"/>
                  </a:lnTo>
                  <a:lnTo>
                    <a:pt x="1662295" y="3980683"/>
                  </a:lnTo>
                  <a:lnTo>
                    <a:pt x="1662389" y="3980683"/>
                  </a:lnTo>
                  <a:lnTo>
                    <a:pt x="1662483" y="3980683"/>
                  </a:lnTo>
                  <a:lnTo>
                    <a:pt x="1662577" y="3980683"/>
                  </a:lnTo>
                  <a:lnTo>
                    <a:pt x="1662577" y="3975404"/>
                  </a:lnTo>
                  <a:lnTo>
                    <a:pt x="1662671" y="3975404"/>
                  </a:lnTo>
                  <a:lnTo>
                    <a:pt x="1662765" y="3975404"/>
                  </a:lnTo>
                  <a:lnTo>
                    <a:pt x="1662859" y="3975404"/>
                  </a:lnTo>
                  <a:lnTo>
                    <a:pt x="1662953" y="3975404"/>
                  </a:lnTo>
                  <a:lnTo>
                    <a:pt x="1663047" y="3975404"/>
                  </a:lnTo>
                  <a:lnTo>
                    <a:pt x="1663141" y="3975404"/>
                  </a:lnTo>
                  <a:lnTo>
                    <a:pt x="1663235" y="3975404"/>
                  </a:lnTo>
                  <a:lnTo>
                    <a:pt x="1663329" y="3975404"/>
                  </a:lnTo>
                  <a:lnTo>
                    <a:pt x="1663423" y="3975404"/>
                  </a:lnTo>
                  <a:lnTo>
                    <a:pt x="1663517" y="3975404"/>
                  </a:lnTo>
                  <a:lnTo>
                    <a:pt x="1663611" y="3975404"/>
                  </a:lnTo>
                  <a:lnTo>
                    <a:pt x="1663705" y="3975404"/>
                  </a:lnTo>
                  <a:lnTo>
                    <a:pt x="1663799" y="3975404"/>
                  </a:lnTo>
                  <a:lnTo>
                    <a:pt x="1663893" y="3975404"/>
                  </a:lnTo>
                  <a:lnTo>
                    <a:pt x="1663987" y="3975404"/>
                  </a:lnTo>
                  <a:lnTo>
                    <a:pt x="1664081" y="3975404"/>
                  </a:lnTo>
                  <a:lnTo>
                    <a:pt x="1664175" y="3975404"/>
                  </a:lnTo>
                  <a:lnTo>
                    <a:pt x="1664269" y="3975404"/>
                  </a:lnTo>
                  <a:lnTo>
                    <a:pt x="1664363" y="3975404"/>
                  </a:lnTo>
                  <a:lnTo>
                    <a:pt x="1664457" y="3975404"/>
                  </a:lnTo>
                  <a:lnTo>
                    <a:pt x="1664551" y="3975404"/>
                  </a:lnTo>
                  <a:lnTo>
                    <a:pt x="1664645" y="3975404"/>
                  </a:lnTo>
                  <a:lnTo>
                    <a:pt x="1664739" y="3975404"/>
                  </a:lnTo>
                  <a:lnTo>
                    <a:pt x="1664833" y="3975404"/>
                  </a:lnTo>
                  <a:lnTo>
                    <a:pt x="1664927" y="3975404"/>
                  </a:lnTo>
                  <a:lnTo>
                    <a:pt x="1665021" y="3975404"/>
                  </a:lnTo>
                  <a:lnTo>
                    <a:pt x="1665115" y="3975404"/>
                  </a:lnTo>
                  <a:lnTo>
                    <a:pt x="1665209" y="3975404"/>
                  </a:lnTo>
                  <a:lnTo>
                    <a:pt x="1665303" y="3975404"/>
                  </a:lnTo>
                  <a:lnTo>
                    <a:pt x="1665397" y="3975404"/>
                  </a:lnTo>
                  <a:lnTo>
                    <a:pt x="1665491" y="3975404"/>
                  </a:lnTo>
                  <a:lnTo>
                    <a:pt x="1665585" y="3975404"/>
                  </a:lnTo>
                  <a:lnTo>
                    <a:pt x="1665679" y="3975404"/>
                  </a:lnTo>
                  <a:lnTo>
                    <a:pt x="1665774" y="3975404"/>
                  </a:lnTo>
                  <a:lnTo>
                    <a:pt x="1665868" y="3975404"/>
                  </a:lnTo>
                  <a:lnTo>
                    <a:pt x="1665962" y="3975404"/>
                  </a:lnTo>
                  <a:lnTo>
                    <a:pt x="1666056" y="3975404"/>
                  </a:lnTo>
                  <a:lnTo>
                    <a:pt x="1666150" y="3975404"/>
                  </a:lnTo>
                  <a:lnTo>
                    <a:pt x="1666244" y="3975404"/>
                  </a:lnTo>
                  <a:lnTo>
                    <a:pt x="1666338" y="3975404"/>
                  </a:lnTo>
                  <a:lnTo>
                    <a:pt x="1666338" y="3970124"/>
                  </a:lnTo>
                  <a:lnTo>
                    <a:pt x="1666432" y="3970124"/>
                  </a:lnTo>
                  <a:lnTo>
                    <a:pt x="1666526" y="3970124"/>
                  </a:lnTo>
                  <a:lnTo>
                    <a:pt x="1666620" y="3970124"/>
                  </a:lnTo>
                  <a:lnTo>
                    <a:pt x="1666714" y="3970124"/>
                  </a:lnTo>
                  <a:lnTo>
                    <a:pt x="1666808" y="3970124"/>
                  </a:lnTo>
                  <a:lnTo>
                    <a:pt x="1666902" y="3970124"/>
                  </a:lnTo>
                  <a:lnTo>
                    <a:pt x="1666996" y="3970124"/>
                  </a:lnTo>
                  <a:lnTo>
                    <a:pt x="1667090" y="3970124"/>
                  </a:lnTo>
                  <a:lnTo>
                    <a:pt x="1667184" y="3970124"/>
                  </a:lnTo>
                  <a:lnTo>
                    <a:pt x="1667278" y="3970124"/>
                  </a:lnTo>
                  <a:lnTo>
                    <a:pt x="1667372" y="3970124"/>
                  </a:lnTo>
                  <a:lnTo>
                    <a:pt x="1667466" y="3970124"/>
                  </a:lnTo>
                  <a:lnTo>
                    <a:pt x="1667560" y="3970124"/>
                  </a:lnTo>
                  <a:lnTo>
                    <a:pt x="1667654" y="3970124"/>
                  </a:lnTo>
                  <a:lnTo>
                    <a:pt x="1667748" y="3970124"/>
                  </a:lnTo>
                  <a:lnTo>
                    <a:pt x="1667842" y="3970124"/>
                  </a:lnTo>
                  <a:lnTo>
                    <a:pt x="1667936" y="3970124"/>
                  </a:lnTo>
                  <a:lnTo>
                    <a:pt x="1668030" y="3970124"/>
                  </a:lnTo>
                  <a:lnTo>
                    <a:pt x="1668124" y="3970124"/>
                  </a:lnTo>
                  <a:lnTo>
                    <a:pt x="1668218" y="3970124"/>
                  </a:lnTo>
                  <a:lnTo>
                    <a:pt x="1668312" y="3970124"/>
                  </a:lnTo>
                  <a:lnTo>
                    <a:pt x="1668406" y="3970124"/>
                  </a:lnTo>
                  <a:lnTo>
                    <a:pt x="1668500" y="3970124"/>
                  </a:lnTo>
                  <a:lnTo>
                    <a:pt x="1668594" y="3970124"/>
                  </a:lnTo>
                  <a:lnTo>
                    <a:pt x="1668688" y="3970124"/>
                  </a:lnTo>
                  <a:lnTo>
                    <a:pt x="1668782" y="3970124"/>
                  </a:lnTo>
                  <a:lnTo>
                    <a:pt x="1668876" y="3970124"/>
                  </a:lnTo>
                  <a:lnTo>
                    <a:pt x="1668970" y="3970124"/>
                  </a:lnTo>
                  <a:lnTo>
                    <a:pt x="1669064" y="3970124"/>
                  </a:lnTo>
                  <a:lnTo>
                    <a:pt x="1669158" y="3970124"/>
                  </a:lnTo>
                  <a:lnTo>
                    <a:pt x="1669252" y="3970124"/>
                  </a:lnTo>
                  <a:lnTo>
                    <a:pt x="1669347" y="3970124"/>
                  </a:lnTo>
                  <a:lnTo>
                    <a:pt x="1669347" y="3964845"/>
                  </a:lnTo>
                  <a:lnTo>
                    <a:pt x="1669441" y="3964845"/>
                  </a:lnTo>
                  <a:lnTo>
                    <a:pt x="1669535" y="3964845"/>
                  </a:lnTo>
                  <a:lnTo>
                    <a:pt x="1669629" y="3964845"/>
                  </a:lnTo>
                  <a:lnTo>
                    <a:pt x="1669723" y="3964845"/>
                  </a:lnTo>
                  <a:lnTo>
                    <a:pt x="1669817" y="3964845"/>
                  </a:lnTo>
                  <a:lnTo>
                    <a:pt x="1669911" y="3964845"/>
                  </a:lnTo>
                  <a:lnTo>
                    <a:pt x="1670005" y="3964845"/>
                  </a:lnTo>
                  <a:lnTo>
                    <a:pt x="1670099" y="3964845"/>
                  </a:lnTo>
                  <a:lnTo>
                    <a:pt x="1670193" y="3964845"/>
                  </a:lnTo>
                  <a:lnTo>
                    <a:pt x="1670287" y="3964845"/>
                  </a:lnTo>
                  <a:lnTo>
                    <a:pt x="1670381" y="3964845"/>
                  </a:lnTo>
                  <a:lnTo>
                    <a:pt x="1670475" y="3964845"/>
                  </a:lnTo>
                  <a:lnTo>
                    <a:pt x="1670569" y="3964845"/>
                  </a:lnTo>
                  <a:lnTo>
                    <a:pt x="1670663" y="3964845"/>
                  </a:lnTo>
                  <a:lnTo>
                    <a:pt x="1670757" y="3964845"/>
                  </a:lnTo>
                  <a:lnTo>
                    <a:pt x="1670851" y="3964845"/>
                  </a:lnTo>
                  <a:lnTo>
                    <a:pt x="1670945" y="3964845"/>
                  </a:lnTo>
                  <a:lnTo>
                    <a:pt x="1671039" y="3964845"/>
                  </a:lnTo>
                  <a:lnTo>
                    <a:pt x="1671133" y="3964845"/>
                  </a:lnTo>
                  <a:lnTo>
                    <a:pt x="1671227" y="3964845"/>
                  </a:lnTo>
                  <a:lnTo>
                    <a:pt x="1671321" y="3964845"/>
                  </a:lnTo>
                  <a:lnTo>
                    <a:pt x="1671415" y="3964845"/>
                  </a:lnTo>
                  <a:lnTo>
                    <a:pt x="1671509" y="3964845"/>
                  </a:lnTo>
                  <a:lnTo>
                    <a:pt x="1671603" y="3964845"/>
                  </a:lnTo>
                  <a:lnTo>
                    <a:pt x="1671697" y="3964845"/>
                  </a:lnTo>
                  <a:lnTo>
                    <a:pt x="1671791" y="3964845"/>
                  </a:lnTo>
                  <a:lnTo>
                    <a:pt x="1671885" y="3964845"/>
                  </a:lnTo>
                  <a:lnTo>
                    <a:pt x="1671979" y="3964845"/>
                  </a:lnTo>
                  <a:lnTo>
                    <a:pt x="1672073" y="3964845"/>
                  </a:lnTo>
                  <a:lnTo>
                    <a:pt x="1672167" y="3964845"/>
                  </a:lnTo>
                  <a:lnTo>
                    <a:pt x="1672261" y="3964845"/>
                  </a:lnTo>
                  <a:lnTo>
                    <a:pt x="1672355" y="3964845"/>
                  </a:lnTo>
                  <a:lnTo>
                    <a:pt x="1672449" y="3964845"/>
                  </a:lnTo>
                  <a:lnTo>
                    <a:pt x="1672543" y="3964845"/>
                  </a:lnTo>
                  <a:lnTo>
                    <a:pt x="1672637" y="3964845"/>
                  </a:lnTo>
                  <a:lnTo>
                    <a:pt x="1672731" y="3964845"/>
                  </a:lnTo>
                  <a:lnTo>
                    <a:pt x="1672825" y="3964845"/>
                  </a:lnTo>
                  <a:lnTo>
                    <a:pt x="1672920" y="3964845"/>
                  </a:lnTo>
                  <a:lnTo>
                    <a:pt x="1673014" y="3964845"/>
                  </a:lnTo>
                  <a:lnTo>
                    <a:pt x="1673108" y="3964845"/>
                  </a:lnTo>
                  <a:lnTo>
                    <a:pt x="1673202" y="3964845"/>
                  </a:lnTo>
                  <a:lnTo>
                    <a:pt x="1673296" y="3964845"/>
                  </a:lnTo>
                  <a:lnTo>
                    <a:pt x="1673390" y="3964845"/>
                  </a:lnTo>
                  <a:lnTo>
                    <a:pt x="1673484" y="3964845"/>
                  </a:lnTo>
                  <a:lnTo>
                    <a:pt x="1673578" y="3964845"/>
                  </a:lnTo>
                  <a:lnTo>
                    <a:pt x="1673672" y="3964845"/>
                  </a:lnTo>
                  <a:lnTo>
                    <a:pt x="1673766" y="3964845"/>
                  </a:lnTo>
                  <a:lnTo>
                    <a:pt x="1673860" y="3964845"/>
                  </a:lnTo>
                  <a:lnTo>
                    <a:pt x="1673954" y="3964845"/>
                  </a:lnTo>
                  <a:lnTo>
                    <a:pt x="1674048" y="3964845"/>
                  </a:lnTo>
                  <a:lnTo>
                    <a:pt x="1674142" y="3964845"/>
                  </a:lnTo>
                  <a:lnTo>
                    <a:pt x="1674236" y="3964845"/>
                  </a:lnTo>
                  <a:lnTo>
                    <a:pt x="1674330" y="3964845"/>
                  </a:lnTo>
                  <a:lnTo>
                    <a:pt x="1674424" y="3964845"/>
                  </a:lnTo>
                  <a:lnTo>
                    <a:pt x="1674518" y="3964845"/>
                  </a:lnTo>
                  <a:lnTo>
                    <a:pt x="1674612" y="3964845"/>
                  </a:lnTo>
                  <a:lnTo>
                    <a:pt x="1674706" y="3964845"/>
                  </a:lnTo>
                  <a:lnTo>
                    <a:pt x="1674800" y="3964845"/>
                  </a:lnTo>
                  <a:lnTo>
                    <a:pt x="1674894" y="3964845"/>
                  </a:lnTo>
                  <a:lnTo>
                    <a:pt x="1674988" y="3964845"/>
                  </a:lnTo>
                  <a:lnTo>
                    <a:pt x="1675082" y="3964845"/>
                  </a:lnTo>
                  <a:lnTo>
                    <a:pt x="1675176" y="3964845"/>
                  </a:lnTo>
                  <a:lnTo>
                    <a:pt x="1675270" y="3964845"/>
                  </a:lnTo>
                  <a:lnTo>
                    <a:pt x="1675364" y="3964845"/>
                  </a:lnTo>
                  <a:lnTo>
                    <a:pt x="1675458" y="3964845"/>
                  </a:lnTo>
                  <a:lnTo>
                    <a:pt x="1675552" y="3964845"/>
                  </a:lnTo>
                  <a:lnTo>
                    <a:pt x="1675646" y="3964845"/>
                  </a:lnTo>
                  <a:lnTo>
                    <a:pt x="1675740" y="3964845"/>
                  </a:lnTo>
                  <a:lnTo>
                    <a:pt x="1675834" y="3964845"/>
                  </a:lnTo>
                  <a:lnTo>
                    <a:pt x="1675928" y="3964845"/>
                  </a:lnTo>
                  <a:lnTo>
                    <a:pt x="1676022" y="3964845"/>
                  </a:lnTo>
                  <a:lnTo>
                    <a:pt x="1676116" y="3964845"/>
                  </a:lnTo>
                  <a:lnTo>
                    <a:pt x="1676210" y="3964845"/>
                  </a:lnTo>
                  <a:lnTo>
                    <a:pt x="1676304" y="3964845"/>
                  </a:lnTo>
                  <a:lnTo>
                    <a:pt x="1676399" y="3964845"/>
                  </a:lnTo>
                  <a:lnTo>
                    <a:pt x="1676493" y="3964845"/>
                  </a:lnTo>
                  <a:lnTo>
                    <a:pt x="1676587" y="3964845"/>
                  </a:lnTo>
                  <a:lnTo>
                    <a:pt x="1676681" y="3964845"/>
                  </a:lnTo>
                  <a:lnTo>
                    <a:pt x="1676775" y="3964845"/>
                  </a:lnTo>
                  <a:lnTo>
                    <a:pt x="1676869" y="3964845"/>
                  </a:lnTo>
                  <a:lnTo>
                    <a:pt x="1676963" y="3964845"/>
                  </a:lnTo>
                  <a:lnTo>
                    <a:pt x="1677057" y="3964845"/>
                  </a:lnTo>
                  <a:lnTo>
                    <a:pt x="1677151" y="3964845"/>
                  </a:lnTo>
                  <a:lnTo>
                    <a:pt x="1677245" y="3964845"/>
                  </a:lnTo>
                  <a:lnTo>
                    <a:pt x="1677339" y="3964845"/>
                  </a:lnTo>
                  <a:lnTo>
                    <a:pt x="1677433" y="3964845"/>
                  </a:lnTo>
                  <a:lnTo>
                    <a:pt x="1677527" y="3964845"/>
                  </a:lnTo>
                  <a:lnTo>
                    <a:pt x="1677621" y="3964845"/>
                  </a:lnTo>
                  <a:lnTo>
                    <a:pt x="1677715" y="3964845"/>
                  </a:lnTo>
                  <a:lnTo>
                    <a:pt x="1677809" y="3964845"/>
                  </a:lnTo>
                  <a:lnTo>
                    <a:pt x="1677903" y="3964845"/>
                  </a:lnTo>
                  <a:lnTo>
                    <a:pt x="1677997" y="3964845"/>
                  </a:lnTo>
                  <a:lnTo>
                    <a:pt x="1678091" y="3964845"/>
                  </a:lnTo>
                  <a:lnTo>
                    <a:pt x="1678185" y="3964845"/>
                  </a:lnTo>
                  <a:lnTo>
                    <a:pt x="1678279" y="3964845"/>
                  </a:lnTo>
                  <a:lnTo>
                    <a:pt x="1678373" y="3964845"/>
                  </a:lnTo>
                  <a:lnTo>
                    <a:pt x="1678467" y="3964845"/>
                  </a:lnTo>
                  <a:lnTo>
                    <a:pt x="1678561" y="3964845"/>
                  </a:lnTo>
                  <a:lnTo>
                    <a:pt x="1678561" y="3959565"/>
                  </a:lnTo>
                  <a:lnTo>
                    <a:pt x="1678655" y="3959565"/>
                  </a:lnTo>
                  <a:lnTo>
                    <a:pt x="1678749" y="3959565"/>
                  </a:lnTo>
                  <a:lnTo>
                    <a:pt x="1678843" y="3959565"/>
                  </a:lnTo>
                  <a:lnTo>
                    <a:pt x="1678937" y="3959565"/>
                  </a:lnTo>
                  <a:lnTo>
                    <a:pt x="1679031" y="3959565"/>
                  </a:lnTo>
                  <a:lnTo>
                    <a:pt x="1679125" y="3959565"/>
                  </a:lnTo>
                  <a:lnTo>
                    <a:pt x="1679219" y="3959565"/>
                  </a:lnTo>
                  <a:lnTo>
                    <a:pt x="1679313" y="3959565"/>
                  </a:lnTo>
                  <a:lnTo>
                    <a:pt x="1679407" y="3959565"/>
                  </a:lnTo>
                  <a:lnTo>
                    <a:pt x="1679501" y="3959565"/>
                  </a:lnTo>
                  <a:lnTo>
                    <a:pt x="1679595" y="3959565"/>
                  </a:lnTo>
                  <a:lnTo>
                    <a:pt x="1679689" y="3959565"/>
                  </a:lnTo>
                  <a:lnTo>
                    <a:pt x="1679783" y="3959565"/>
                  </a:lnTo>
                  <a:lnTo>
                    <a:pt x="1679877" y="3959565"/>
                  </a:lnTo>
                  <a:lnTo>
                    <a:pt x="1679972" y="3959565"/>
                  </a:lnTo>
                  <a:lnTo>
                    <a:pt x="1680066" y="3959565"/>
                  </a:lnTo>
                  <a:lnTo>
                    <a:pt x="1680160" y="3959565"/>
                  </a:lnTo>
                  <a:lnTo>
                    <a:pt x="1680254" y="3959565"/>
                  </a:lnTo>
                  <a:lnTo>
                    <a:pt x="1680348" y="3959565"/>
                  </a:lnTo>
                  <a:lnTo>
                    <a:pt x="1680442" y="3959565"/>
                  </a:lnTo>
                  <a:lnTo>
                    <a:pt x="1680536" y="3959565"/>
                  </a:lnTo>
                  <a:lnTo>
                    <a:pt x="1680630" y="3959565"/>
                  </a:lnTo>
                  <a:lnTo>
                    <a:pt x="1680724" y="3959565"/>
                  </a:lnTo>
                  <a:lnTo>
                    <a:pt x="1680818" y="3959565"/>
                  </a:lnTo>
                  <a:lnTo>
                    <a:pt x="1680912" y="3959565"/>
                  </a:lnTo>
                  <a:lnTo>
                    <a:pt x="1681006" y="3959565"/>
                  </a:lnTo>
                  <a:lnTo>
                    <a:pt x="1681100" y="3959565"/>
                  </a:lnTo>
                  <a:lnTo>
                    <a:pt x="1681194" y="3959565"/>
                  </a:lnTo>
                  <a:lnTo>
                    <a:pt x="1681288" y="3959565"/>
                  </a:lnTo>
                  <a:lnTo>
                    <a:pt x="1681382" y="3959565"/>
                  </a:lnTo>
                  <a:lnTo>
                    <a:pt x="1681476" y="3959565"/>
                  </a:lnTo>
                  <a:lnTo>
                    <a:pt x="1681570" y="3959565"/>
                  </a:lnTo>
                  <a:lnTo>
                    <a:pt x="1681664" y="3959565"/>
                  </a:lnTo>
                  <a:lnTo>
                    <a:pt x="1681758" y="3959565"/>
                  </a:lnTo>
                  <a:lnTo>
                    <a:pt x="1681852" y="3959565"/>
                  </a:lnTo>
                  <a:lnTo>
                    <a:pt x="1681946" y="3959565"/>
                  </a:lnTo>
                  <a:lnTo>
                    <a:pt x="1682040" y="3959565"/>
                  </a:lnTo>
                  <a:lnTo>
                    <a:pt x="1682134" y="3959565"/>
                  </a:lnTo>
                  <a:lnTo>
                    <a:pt x="1682228" y="3959565"/>
                  </a:lnTo>
                  <a:lnTo>
                    <a:pt x="1682228" y="3954286"/>
                  </a:lnTo>
                  <a:lnTo>
                    <a:pt x="1682322" y="3954286"/>
                  </a:lnTo>
                  <a:lnTo>
                    <a:pt x="1682416" y="3954286"/>
                  </a:lnTo>
                  <a:lnTo>
                    <a:pt x="1682510" y="3954286"/>
                  </a:lnTo>
                  <a:lnTo>
                    <a:pt x="1682604" y="3954286"/>
                  </a:lnTo>
                  <a:lnTo>
                    <a:pt x="1682698" y="3954286"/>
                  </a:lnTo>
                  <a:lnTo>
                    <a:pt x="1682792" y="3954286"/>
                  </a:lnTo>
                  <a:lnTo>
                    <a:pt x="1682886" y="3954286"/>
                  </a:lnTo>
                  <a:lnTo>
                    <a:pt x="1682980" y="3954286"/>
                  </a:lnTo>
                  <a:lnTo>
                    <a:pt x="1683074" y="3954286"/>
                  </a:lnTo>
                  <a:lnTo>
                    <a:pt x="1683168" y="3954286"/>
                  </a:lnTo>
                  <a:lnTo>
                    <a:pt x="1683168" y="3949007"/>
                  </a:lnTo>
                  <a:lnTo>
                    <a:pt x="1683262" y="3949007"/>
                  </a:lnTo>
                  <a:lnTo>
                    <a:pt x="1683356" y="3949007"/>
                  </a:lnTo>
                  <a:lnTo>
                    <a:pt x="1683450" y="3949007"/>
                  </a:lnTo>
                  <a:lnTo>
                    <a:pt x="1683545" y="3949007"/>
                  </a:lnTo>
                  <a:lnTo>
                    <a:pt x="1683639" y="3949007"/>
                  </a:lnTo>
                  <a:lnTo>
                    <a:pt x="1683733" y="3949007"/>
                  </a:lnTo>
                  <a:lnTo>
                    <a:pt x="1683827" y="3949007"/>
                  </a:lnTo>
                  <a:lnTo>
                    <a:pt x="1683921" y="3949007"/>
                  </a:lnTo>
                  <a:lnTo>
                    <a:pt x="1684015" y="3949007"/>
                  </a:lnTo>
                  <a:lnTo>
                    <a:pt x="1684109" y="3949007"/>
                  </a:lnTo>
                  <a:lnTo>
                    <a:pt x="1684203" y="3949007"/>
                  </a:lnTo>
                  <a:lnTo>
                    <a:pt x="1684297" y="3949007"/>
                  </a:lnTo>
                  <a:lnTo>
                    <a:pt x="1684391" y="3949007"/>
                  </a:lnTo>
                  <a:lnTo>
                    <a:pt x="1684485" y="3949007"/>
                  </a:lnTo>
                  <a:lnTo>
                    <a:pt x="1684579" y="3949007"/>
                  </a:lnTo>
                  <a:lnTo>
                    <a:pt x="1684673" y="3949007"/>
                  </a:lnTo>
                  <a:lnTo>
                    <a:pt x="1684767" y="3949007"/>
                  </a:lnTo>
                  <a:lnTo>
                    <a:pt x="1684861" y="3949007"/>
                  </a:lnTo>
                  <a:lnTo>
                    <a:pt x="1684955" y="3949007"/>
                  </a:lnTo>
                  <a:lnTo>
                    <a:pt x="1685049" y="3949007"/>
                  </a:lnTo>
                  <a:lnTo>
                    <a:pt x="1685143" y="3949007"/>
                  </a:lnTo>
                  <a:lnTo>
                    <a:pt x="1685237" y="3949007"/>
                  </a:lnTo>
                  <a:lnTo>
                    <a:pt x="1685331" y="3949007"/>
                  </a:lnTo>
                  <a:lnTo>
                    <a:pt x="1685425" y="3949007"/>
                  </a:lnTo>
                  <a:lnTo>
                    <a:pt x="1685519" y="3949007"/>
                  </a:lnTo>
                  <a:lnTo>
                    <a:pt x="1685613" y="3949007"/>
                  </a:lnTo>
                  <a:lnTo>
                    <a:pt x="1685613" y="3943727"/>
                  </a:lnTo>
                  <a:lnTo>
                    <a:pt x="1685707" y="3943727"/>
                  </a:lnTo>
                  <a:lnTo>
                    <a:pt x="1685801" y="3943727"/>
                  </a:lnTo>
                  <a:lnTo>
                    <a:pt x="1685895" y="3943727"/>
                  </a:lnTo>
                  <a:lnTo>
                    <a:pt x="1685989" y="3943727"/>
                  </a:lnTo>
                  <a:lnTo>
                    <a:pt x="1686083" y="3943727"/>
                  </a:lnTo>
                  <a:lnTo>
                    <a:pt x="1686177" y="3943727"/>
                  </a:lnTo>
                  <a:lnTo>
                    <a:pt x="1686271" y="3943727"/>
                  </a:lnTo>
                  <a:lnTo>
                    <a:pt x="1686365" y="3943727"/>
                  </a:lnTo>
                  <a:lnTo>
                    <a:pt x="1686459" y="3943727"/>
                  </a:lnTo>
                  <a:lnTo>
                    <a:pt x="1686553" y="3943727"/>
                  </a:lnTo>
                  <a:lnTo>
                    <a:pt x="1686647" y="3943727"/>
                  </a:lnTo>
                  <a:lnTo>
                    <a:pt x="1686741" y="3943727"/>
                  </a:lnTo>
                  <a:lnTo>
                    <a:pt x="1686835" y="3943727"/>
                  </a:lnTo>
                  <a:lnTo>
                    <a:pt x="1686929" y="3943727"/>
                  </a:lnTo>
                  <a:lnTo>
                    <a:pt x="1687024" y="3943727"/>
                  </a:lnTo>
                  <a:lnTo>
                    <a:pt x="1687118" y="3943727"/>
                  </a:lnTo>
                  <a:lnTo>
                    <a:pt x="1687212" y="3943727"/>
                  </a:lnTo>
                  <a:lnTo>
                    <a:pt x="1687306" y="3943727"/>
                  </a:lnTo>
                  <a:lnTo>
                    <a:pt x="1687400" y="3943727"/>
                  </a:lnTo>
                  <a:lnTo>
                    <a:pt x="1687400" y="3938448"/>
                  </a:lnTo>
                  <a:lnTo>
                    <a:pt x="1687494" y="3938448"/>
                  </a:lnTo>
                  <a:lnTo>
                    <a:pt x="1687588" y="3938448"/>
                  </a:lnTo>
                  <a:lnTo>
                    <a:pt x="1687682" y="3938448"/>
                  </a:lnTo>
                  <a:lnTo>
                    <a:pt x="1687776" y="3938448"/>
                  </a:lnTo>
                  <a:lnTo>
                    <a:pt x="1687870" y="3938448"/>
                  </a:lnTo>
                  <a:lnTo>
                    <a:pt x="1687964" y="3938448"/>
                  </a:lnTo>
                  <a:lnTo>
                    <a:pt x="1688058" y="3938448"/>
                  </a:lnTo>
                  <a:lnTo>
                    <a:pt x="1688152" y="3938448"/>
                  </a:lnTo>
                  <a:lnTo>
                    <a:pt x="1688246" y="3938448"/>
                  </a:lnTo>
                  <a:lnTo>
                    <a:pt x="1688340" y="3938448"/>
                  </a:lnTo>
                  <a:lnTo>
                    <a:pt x="1688434" y="3938448"/>
                  </a:lnTo>
                  <a:lnTo>
                    <a:pt x="1688528" y="3938448"/>
                  </a:lnTo>
                  <a:lnTo>
                    <a:pt x="1688622" y="3938448"/>
                  </a:lnTo>
                  <a:lnTo>
                    <a:pt x="1688716" y="3938448"/>
                  </a:lnTo>
                  <a:lnTo>
                    <a:pt x="1688810" y="3938448"/>
                  </a:lnTo>
                  <a:lnTo>
                    <a:pt x="1688904" y="3938448"/>
                  </a:lnTo>
                  <a:lnTo>
                    <a:pt x="1688998" y="3938448"/>
                  </a:lnTo>
                  <a:lnTo>
                    <a:pt x="1689092" y="3938448"/>
                  </a:lnTo>
                  <a:lnTo>
                    <a:pt x="1689186" y="3938448"/>
                  </a:lnTo>
                  <a:lnTo>
                    <a:pt x="1689280" y="3938448"/>
                  </a:lnTo>
                  <a:lnTo>
                    <a:pt x="1689374" y="3938448"/>
                  </a:lnTo>
                  <a:lnTo>
                    <a:pt x="1689468" y="3938448"/>
                  </a:lnTo>
                  <a:lnTo>
                    <a:pt x="1689562" y="3938448"/>
                  </a:lnTo>
                  <a:lnTo>
                    <a:pt x="1689656" y="3938448"/>
                  </a:lnTo>
                  <a:lnTo>
                    <a:pt x="1689750" y="3938448"/>
                  </a:lnTo>
                  <a:lnTo>
                    <a:pt x="1689844" y="3938448"/>
                  </a:lnTo>
                  <a:lnTo>
                    <a:pt x="1689938" y="3938448"/>
                  </a:lnTo>
                  <a:lnTo>
                    <a:pt x="1690032" y="3938448"/>
                  </a:lnTo>
                  <a:lnTo>
                    <a:pt x="1690126" y="3938448"/>
                  </a:lnTo>
                  <a:lnTo>
                    <a:pt x="1690220" y="3938448"/>
                  </a:lnTo>
                  <a:lnTo>
                    <a:pt x="1690314" y="3938448"/>
                  </a:lnTo>
                  <a:lnTo>
                    <a:pt x="1690408" y="3938448"/>
                  </a:lnTo>
                  <a:lnTo>
                    <a:pt x="1690502" y="3938448"/>
                  </a:lnTo>
                  <a:lnTo>
                    <a:pt x="1690597" y="3938448"/>
                  </a:lnTo>
                  <a:lnTo>
                    <a:pt x="1690691" y="3938448"/>
                  </a:lnTo>
                  <a:lnTo>
                    <a:pt x="1690785" y="3938448"/>
                  </a:lnTo>
                  <a:lnTo>
                    <a:pt x="1690879" y="3938448"/>
                  </a:lnTo>
                  <a:lnTo>
                    <a:pt x="1690973" y="3938448"/>
                  </a:lnTo>
                  <a:lnTo>
                    <a:pt x="1691067" y="3938448"/>
                  </a:lnTo>
                  <a:lnTo>
                    <a:pt x="1691161" y="3938448"/>
                  </a:lnTo>
                  <a:lnTo>
                    <a:pt x="1691255" y="3938448"/>
                  </a:lnTo>
                  <a:lnTo>
                    <a:pt x="1691349" y="3938448"/>
                  </a:lnTo>
                  <a:lnTo>
                    <a:pt x="1691443" y="3938448"/>
                  </a:lnTo>
                  <a:lnTo>
                    <a:pt x="1691537" y="3938448"/>
                  </a:lnTo>
                  <a:lnTo>
                    <a:pt x="1691631" y="3938448"/>
                  </a:lnTo>
                  <a:lnTo>
                    <a:pt x="1691725" y="3938448"/>
                  </a:lnTo>
                  <a:lnTo>
                    <a:pt x="1691819" y="3938448"/>
                  </a:lnTo>
                  <a:lnTo>
                    <a:pt x="1691913" y="3938448"/>
                  </a:lnTo>
                  <a:lnTo>
                    <a:pt x="1692007" y="3938448"/>
                  </a:lnTo>
                  <a:lnTo>
                    <a:pt x="1692101" y="3938448"/>
                  </a:lnTo>
                  <a:lnTo>
                    <a:pt x="1692195" y="3938448"/>
                  </a:lnTo>
                  <a:lnTo>
                    <a:pt x="1692289" y="3938448"/>
                  </a:lnTo>
                  <a:lnTo>
                    <a:pt x="1692383" y="3938448"/>
                  </a:lnTo>
                  <a:lnTo>
                    <a:pt x="1692383" y="3933168"/>
                  </a:lnTo>
                  <a:lnTo>
                    <a:pt x="1692477" y="3933168"/>
                  </a:lnTo>
                  <a:lnTo>
                    <a:pt x="1692571" y="3933168"/>
                  </a:lnTo>
                  <a:lnTo>
                    <a:pt x="1692665" y="3933168"/>
                  </a:lnTo>
                  <a:lnTo>
                    <a:pt x="1692759" y="3933168"/>
                  </a:lnTo>
                  <a:lnTo>
                    <a:pt x="1692853" y="3933168"/>
                  </a:lnTo>
                  <a:lnTo>
                    <a:pt x="1692853" y="3927889"/>
                  </a:lnTo>
                  <a:lnTo>
                    <a:pt x="1692947" y="3927889"/>
                  </a:lnTo>
                  <a:lnTo>
                    <a:pt x="1693041" y="3927889"/>
                  </a:lnTo>
                  <a:lnTo>
                    <a:pt x="1693041" y="3922610"/>
                  </a:lnTo>
                  <a:lnTo>
                    <a:pt x="1693135" y="3922610"/>
                  </a:lnTo>
                  <a:lnTo>
                    <a:pt x="1693229" y="3922610"/>
                  </a:lnTo>
                  <a:lnTo>
                    <a:pt x="1693323" y="3922610"/>
                  </a:lnTo>
                  <a:lnTo>
                    <a:pt x="1693417" y="3922610"/>
                  </a:lnTo>
                  <a:lnTo>
                    <a:pt x="1693511" y="3922610"/>
                  </a:lnTo>
                  <a:lnTo>
                    <a:pt x="1693605" y="3922610"/>
                  </a:lnTo>
                  <a:lnTo>
                    <a:pt x="1693699" y="3922610"/>
                  </a:lnTo>
                  <a:lnTo>
                    <a:pt x="1693793" y="3922610"/>
                  </a:lnTo>
                  <a:lnTo>
                    <a:pt x="1693887" y="3922610"/>
                  </a:lnTo>
                  <a:lnTo>
                    <a:pt x="1693981" y="3922610"/>
                  </a:lnTo>
                  <a:lnTo>
                    <a:pt x="1694075" y="3922610"/>
                  </a:lnTo>
                  <a:lnTo>
                    <a:pt x="1694170" y="3922610"/>
                  </a:lnTo>
                  <a:lnTo>
                    <a:pt x="1694264" y="3922610"/>
                  </a:lnTo>
                  <a:lnTo>
                    <a:pt x="1694358" y="3922610"/>
                  </a:lnTo>
                  <a:lnTo>
                    <a:pt x="1694452" y="3922610"/>
                  </a:lnTo>
                  <a:lnTo>
                    <a:pt x="1694546" y="3922610"/>
                  </a:lnTo>
                  <a:lnTo>
                    <a:pt x="1694640" y="3922610"/>
                  </a:lnTo>
                  <a:lnTo>
                    <a:pt x="1694734" y="3922610"/>
                  </a:lnTo>
                  <a:lnTo>
                    <a:pt x="1694828" y="3922610"/>
                  </a:lnTo>
                  <a:lnTo>
                    <a:pt x="1694922" y="3922610"/>
                  </a:lnTo>
                  <a:lnTo>
                    <a:pt x="1695016" y="3922610"/>
                  </a:lnTo>
                  <a:lnTo>
                    <a:pt x="1695110" y="3922610"/>
                  </a:lnTo>
                  <a:lnTo>
                    <a:pt x="1695204" y="3922610"/>
                  </a:lnTo>
                  <a:lnTo>
                    <a:pt x="1695298" y="3922610"/>
                  </a:lnTo>
                  <a:lnTo>
                    <a:pt x="1695392" y="3922610"/>
                  </a:lnTo>
                  <a:lnTo>
                    <a:pt x="1695486" y="3922610"/>
                  </a:lnTo>
                  <a:lnTo>
                    <a:pt x="1695580" y="3922610"/>
                  </a:lnTo>
                  <a:lnTo>
                    <a:pt x="1695674" y="3922610"/>
                  </a:lnTo>
                  <a:lnTo>
                    <a:pt x="1695768" y="3922610"/>
                  </a:lnTo>
                  <a:lnTo>
                    <a:pt x="1695862" y="3922610"/>
                  </a:lnTo>
                  <a:lnTo>
                    <a:pt x="1695956" y="3922610"/>
                  </a:lnTo>
                  <a:lnTo>
                    <a:pt x="1696050" y="3922610"/>
                  </a:lnTo>
                  <a:lnTo>
                    <a:pt x="1696144" y="3922610"/>
                  </a:lnTo>
                  <a:lnTo>
                    <a:pt x="1696238" y="3922610"/>
                  </a:lnTo>
                  <a:lnTo>
                    <a:pt x="1696332" y="3922610"/>
                  </a:lnTo>
                  <a:lnTo>
                    <a:pt x="1696426" y="3922610"/>
                  </a:lnTo>
                  <a:lnTo>
                    <a:pt x="1696520" y="3922610"/>
                  </a:lnTo>
                  <a:lnTo>
                    <a:pt x="1696614" y="3922610"/>
                  </a:lnTo>
                  <a:lnTo>
                    <a:pt x="1696708" y="3922610"/>
                  </a:lnTo>
                  <a:lnTo>
                    <a:pt x="1696802" y="3922610"/>
                  </a:lnTo>
                  <a:lnTo>
                    <a:pt x="1696896" y="3922610"/>
                  </a:lnTo>
                  <a:lnTo>
                    <a:pt x="1696990" y="3922610"/>
                  </a:lnTo>
                  <a:lnTo>
                    <a:pt x="1697084" y="3922610"/>
                  </a:lnTo>
                  <a:lnTo>
                    <a:pt x="1697178" y="3922610"/>
                  </a:lnTo>
                  <a:lnTo>
                    <a:pt x="1697272" y="3922610"/>
                  </a:lnTo>
                  <a:lnTo>
                    <a:pt x="1697366" y="3922610"/>
                  </a:lnTo>
                  <a:lnTo>
                    <a:pt x="1697366" y="3917330"/>
                  </a:lnTo>
                  <a:lnTo>
                    <a:pt x="1697460" y="3917330"/>
                  </a:lnTo>
                  <a:lnTo>
                    <a:pt x="1697554" y="3917330"/>
                  </a:lnTo>
                  <a:lnTo>
                    <a:pt x="1697648" y="3917330"/>
                  </a:lnTo>
                  <a:lnTo>
                    <a:pt x="1697743" y="3917330"/>
                  </a:lnTo>
                  <a:lnTo>
                    <a:pt x="1697837" y="3917330"/>
                  </a:lnTo>
                  <a:lnTo>
                    <a:pt x="1697931" y="3917330"/>
                  </a:lnTo>
                  <a:lnTo>
                    <a:pt x="1698025" y="3917330"/>
                  </a:lnTo>
                  <a:lnTo>
                    <a:pt x="1698119" y="3917330"/>
                  </a:lnTo>
                  <a:lnTo>
                    <a:pt x="1698213" y="3917330"/>
                  </a:lnTo>
                  <a:lnTo>
                    <a:pt x="1698307" y="3917330"/>
                  </a:lnTo>
                  <a:lnTo>
                    <a:pt x="1698401" y="3917330"/>
                  </a:lnTo>
                  <a:lnTo>
                    <a:pt x="1698495" y="3917330"/>
                  </a:lnTo>
                  <a:lnTo>
                    <a:pt x="1698589" y="3917330"/>
                  </a:lnTo>
                  <a:lnTo>
                    <a:pt x="1698683" y="3917330"/>
                  </a:lnTo>
                  <a:lnTo>
                    <a:pt x="1698777" y="3917330"/>
                  </a:lnTo>
                  <a:lnTo>
                    <a:pt x="1698871" y="3917330"/>
                  </a:lnTo>
                  <a:lnTo>
                    <a:pt x="1698965" y="3917330"/>
                  </a:lnTo>
                  <a:lnTo>
                    <a:pt x="1699059" y="3917330"/>
                  </a:lnTo>
                  <a:lnTo>
                    <a:pt x="1699153" y="3917330"/>
                  </a:lnTo>
                  <a:lnTo>
                    <a:pt x="1699247" y="3917330"/>
                  </a:lnTo>
                  <a:lnTo>
                    <a:pt x="1699341" y="3917330"/>
                  </a:lnTo>
                  <a:lnTo>
                    <a:pt x="1699341" y="3912051"/>
                  </a:lnTo>
                  <a:lnTo>
                    <a:pt x="1699435" y="3912051"/>
                  </a:lnTo>
                  <a:lnTo>
                    <a:pt x="1699529" y="3912051"/>
                  </a:lnTo>
                  <a:lnTo>
                    <a:pt x="1699623" y="3912051"/>
                  </a:lnTo>
                  <a:lnTo>
                    <a:pt x="1699717" y="3912051"/>
                  </a:lnTo>
                  <a:lnTo>
                    <a:pt x="1699811" y="3912051"/>
                  </a:lnTo>
                  <a:lnTo>
                    <a:pt x="1699905" y="3912051"/>
                  </a:lnTo>
                  <a:lnTo>
                    <a:pt x="1699999" y="3912051"/>
                  </a:lnTo>
                  <a:lnTo>
                    <a:pt x="1700093" y="3912051"/>
                  </a:lnTo>
                  <a:lnTo>
                    <a:pt x="1700187" y="3912051"/>
                  </a:lnTo>
                  <a:lnTo>
                    <a:pt x="1700281" y="3912051"/>
                  </a:lnTo>
                  <a:lnTo>
                    <a:pt x="1700375" y="3912051"/>
                  </a:lnTo>
                  <a:lnTo>
                    <a:pt x="1700469" y="3912051"/>
                  </a:lnTo>
                  <a:lnTo>
                    <a:pt x="1700563" y="3912051"/>
                  </a:lnTo>
                  <a:lnTo>
                    <a:pt x="1700657" y="3912051"/>
                  </a:lnTo>
                  <a:lnTo>
                    <a:pt x="1700751" y="3912051"/>
                  </a:lnTo>
                  <a:lnTo>
                    <a:pt x="1700845" y="3912051"/>
                  </a:lnTo>
                  <a:lnTo>
                    <a:pt x="1700939" y="3912051"/>
                  </a:lnTo>
                  <a:lnTo>
                    <a:pt x="1701033" y="3912051"/>
                  </a:lnTo>
                  <a:lnTo>
                    <a:pt x="1701127" y="3912051"/>
                  </a:lnTo>
                  <a:lnTo>
                    <a:pt x="1701222" y="3912051"/>
                  </a:lnTo>
                  <a:lnTo>
                    <a:pt x="1701316" y="3912051"/>
                  </a:lnTo>
                  <a:lnTo>
                    <a:pt x="1701410" y="3912051"/>
                  </a:lnTo>
                  <a:lnTo>
                    <a:pt x="1701504" y="3912051"/>
                  </a:lnTo>
                  <a:lnTo>
                    <a:pt x="1701598" y="3912051"/>
                  </a:lnTo>
                  <a:lnTo>
                    <a:pt x="1701692" y="3912051"/>
                  </a:lnTo>
                  <a:lnTo>
                    <a:pt x="1701786" y="3912051"/>
                  </a:lnTo>
                  <a:lnTo>
                    <a:pt x="1701880" y="3912051"/>
                  </a:lnTo>
                  <a:lnTo>
                    <a:pt x="1701974" y="3912051"/>
                  </a:lnTo>
                  <a:lnTo>
                    <a:pt x="1702068" y="3912051"/>
                  </a:lnTo>
                  <a:lnTo>
                    <a:pt x="1702162" y="3912051"/>
                  </a:lnTo>
                  <a:lnTo>
                    <a:pt x="1702256" y="3912051"/>
                  </a:lnTo>
                  <a:lnTo>
                    <a:pt x="1702350" y="3912051"/>
                  </a:lnTo>
                  <a:lnTo>
                    <a:pt x="1702444" y="3912051"/>
                  </a:lnTo>
                  <a:lnTo>
                    <a:pt x="1702538" y="3912051"/>
                  </a:lnTo>
                  <a:lnTo>
                    <a:pt x="1702632" y="3912051"/>
                  </a:lnTo>
                  <a:lnTo>
                    <a:pt x="1702726" y="3912051"/>
                  </a:lnTo>
                  <a:lnTo>
                    <a:pt x="1702820" y="3912051"/>
                  </a:lnTo>
                  <a:lnTo>
                    <a:pt x="1702914" y="3912051"/>
                  </a:lnTo>
                  <a:lnTo>
                    <a:pt x="1703008" y="3912051"/>
                  </a:lnTo>
                  <a:lnTo>
                    <a:pt x="1703102" y="3912051"/>
                  </a:lnTo>
                  <a:lnTo>
                    <a:pt x="1703196" y="3912051"/>
                  </a:lnTo>
                  <a:lnTo>
                    <a:pt x="1703290" y="3912051"/>
                  </a:lnTo>
                  <a:lnTo>
                    <a:pt x="1703384" y="3912051"/>
                  </a:lnTo>
                  <a:lnTo>
                    <a:pt x="1703478" y="3912051"/>
                  </a:lnTo>
                  <a:lnTo>
                    <a:pt x="1703572" y="3912051"/>
                  </a:lnTo>
                  <a:lnTo>
                    <a:pt x="1703666" y="3912051"/>
                  </a:lnTo>
                  <a:lnTo>
                    <a:pt x="1703760" y="3912051"/>
                  </a:lnTo>
                  <a:lnTo>
                    <a:pt x="1703854" y="3912051"/>
                  </a:lnTo>
                  <a:lnTo>
                    <a:pt x="1703948" y="3912051"/>
                  </a:lnTo>
                  <a:lnTo>
                    <a:pt x="1704042" y="3912051"/>
                  </a:lnTo>
                  <a:lnTo>
                    <a:pt x="1704136" y="3912051"/>
                  </a:lnTo>
                  <a:lnTo>
                    <a:pt x="1704230" y="3912051"/>
                  </a:lnTo>
                  <a:lnTo>
                    <a:pt x="1704324" y="3912051"/>
                  </a:lnTo>
                  <a:lnTo>
                    <a:pt x="1704418" y="3912051"/>
                  </a:lnTo>
                  <a:lnTo>
                    <a:pt x="1704512" y="3912051"/>
                  </a:lnTo>
                  <a:lnTo>
                    <a:pt x="1704606" y="3912051"/>
                  </a:lnTo>
                  <a:lnTo>
                    <a:pt x="1704700" y="3912051"/>
                  </a:lnTo>
                  <a:lnTo>
                    <a:pt x="1704795" y="3912051"/>
                  </a:lnTo>
                  <a:lnTo>
                    <a:pt x="1704889" y="3912051"/>
                  </a:lnTo>
                  <a:lnTo>
                    <a:pt x="1704983" y="3912051"/>
                  </a:lnTo>
                  <a:lnTo>
                    <a:pt x="1705077" y="3912051"/>
                  </a:lnTo>
                  <a:lnTo>
                    <a:pt x="1705171" y="3912051"/>
                  </a:lnTo>
                  <a:lnTo>
                    <a:pt x="1705265" y="3912051"/>
                  </a:lnTo>
                  <a:lnTo>
                    <a:pt x="1705359" y="3912051"/>
                  </a:lnTo>
                  <a:lnTo>
                    <a:pt x="1705453" y="3912051"/>
                  </a:lnTo>
                  <a:lnTo>
                    <a:pt x="1705547" y="3912051"/>
                  </a:lnTo>
                  <a:lnTo>
                    <a:pt x="1705641" y="3912051"/>
                  </a:lnTo>
                  <a:lnTo>
                    <a:pt x="1705735" y="3912051"/>
                  </a:lnTo>
                  <a:lnTo>
                    <a:pt x="1705829" y="3912051"/>
                  </a:lnTo>
                  <a:lnTo>
                    <a:pt x="1705923" y="3912051"/>
                  </a:lnTo>
                  <a:lnTo>
                    <a:pt x="1706017" y="3912051"/>
                  </a:lnTo>
                  <a:lnTo>
                    <a:pt x="1706111" y="3912051"/>
                  </a:lnTo>
                  <a:lnTo>
                    <a:pt x="1706205" y="3912051"/>
                  </a:lnTo>
                  <a:lnTo>
                    <a:pt x="1706299" y="3912051"/>
                  </a:lnTo>
                  <a:lnTo>
                    <a:pt x="1706393" y="3912051"/>
                  </a:lnTo>
                  <a:lnTo>
                    <a:pt x="1706487" y="3912051"/>
                  </a:lnTo>
                  <a:lnTo>
                    <a:pt x="1706581" y="3912051"/>
                  </a:lnTo>
                  <a:lnTo>
                    <a:pt x="1706675" y="3912051"/>
                  </a:lnTo>
                  <a:lnTo>
                    <a:pt x="1706675" y="3906771"/>
                  </a:lnTo>
                  <a:lnTo>
                    <a:pt x="1706769" y="3906771"/>
                  </a:lnTo>
                  <a:lnTo>
                    <a:pt x="1706863" y="3906771"/>
                  </a:lnTo>
                  <a:lnTo>
                    <a:pt x="1706957" y="3906771"/>
                  </a:lnTo>
                  <a:lnTo>
                    <a:pt x="1707051" y="3906771"/>
                  </a:lnTo>
                  <a:lnTo>
                    <a:pt x="1707145" y="3906771"/>
                  </a:lnTo>
                  <a:lnTo>
                    <a:pt x="1707239" y="3906771"/>
                  </a:lnTo>
                  <a:lnTo>
                    <a:pt x="1707333" y="3906771"/>
                  </a:lnTo>
                  <a:lnTo>
                    <a:pt x="1707427" y="3906771"/>
                  </a:lnTo>
                  <a:lnTo>
                    <a:pt x="1707427" y="3901492"/>
                  </a:lnTo>
                  <a:lnTo>
                    <a:pt x="1707521" y="3901492"/>
                  </a:lnTo>
                  <a:lnTo>
                    <a:pt x="1707615" y="3901492"/>
                  </a:lnTo>
                  <a:lnTo>
                    <a:pt x="1707709" y="3901492"/>
                  </a:lnTo>
                  <a:lnTo>
                    <a:pt x="1707803" y="3901492"/>
                  </a:lnTo>
                  <a:lnTo>
                    <a:pt x="1707897" y="3901492"/>
                  </a:lnTo>
                  <a:lnTo>
                    <a:pt x="1707991" y="3901492"/>
                  </a:lnTo>
                  <a:lnTo>
                    <a:pt x="1708085" y="3901492"/>
                  </a:lnTo>
                  <a:lnTo>
                    <a:pt x="1708179" y="3901492"/>
                  </a:lnTo>
                  <a:lnTo>
                    <a:pt x="1708273" y="3901492"/>
                  </a:lnTo>
                  <a:lnTo>
                    <a:pt x="1708368" y="3901492"/>
                  </a:lnTo>
                  <a:lnTo>
                    <a:pt x="1708462" y="3901492"/>
                  </a:lnTo>
                  <a:lnTo>
                    <a:pt x="1708462" y="3896212"/>
                  </a:lnTo>
                  <a:lnTo>
                    <a:pt x="1708462" y="3890933"/>
                  </a:lnTo>
                  <a:lnTo>
                    <a:pt x="1708556" y="3890933"/>
                  </a:lnTo>
                  <a:lnTo>
                    <a:pt x="1708650" y="3890933"/>
                  </a:lnTo>
                  <a:lnTo>
                    <a:pt x="1708744" y="3890933"/>
                  </a:lnTo>
                  <a:lnTo>
                    <a:pt x="1708838" y="3890933"/>
                  </a:lnTo>
                  <a:lnTo>
                    <a:pt x="1708932" y="3890933"/>
                  </a:lnTo>
                  <a:lnTo>
                    <a:pt x="1709026" y="3890933"/>
                  </a:lnTo>
                  <a:lnTo>
                    <a:pt x="1709120" y="3890933"/>
                  </a:lnTo>
                  <a:lnTo>
                    <a:pt x="1709214" y="3890933"/>
                  </a:lnTo>
                  <a:lnTo>
                    <a:pt x="1709308" y="3890933"/>
                  </a:lnTo>
                  <a:lnTo>
                    <a:pt x="1709402" y="3890933"/>
                  </a:lnTo>
                  <a:lnTo>
                    <a:pt x="1709496" y="3890933"/>
                  </a:lnTo>
                  <a:lnTo>
                    <a:pt x="1709590" y="3890933"/>
                  </a:lnTo>
                  <a:lnTo>
                    <a:pt x="1709684" y="3890933"/>
                  </a:lnTo>
                  <a:lnTo>
                    <a:pt x="1709778" y="3890933"/>
                  </a:lnTo>
                  <a:lnTo>
                    <a:pt x="1709872" y="3890933"/>
                  </a:lnTo>
                  <a:lnTo>
                    <a:pt x="1709966" y="3890933"/>
                  </a:lnTo>
                  <a:lnTo>
                    <a:pt x="1710060" y="3890933"/>
                  </a:lnTo>
                  <a:lnTo>
                    <a:pt x="1710154" y="3890933"/>
                  </a:lnTo>
                  <a:lnTo>
                    <a:pt x="1710248" y="3890933"/>
                  </a:lnTo>
                  <a:lnTo>
                    <a:pt x="1710342" y="3890933"/>
                  </a:lnTo>
                  <a:lnTo>
                    <a:pt x="1710436" y="3890933"/>
                  </a:lnTo>
                  <a:lnTo>
                    <a:pt x="1710530" y="3890933"/>
                  </a:lnTo>
                  <a:lnTo>
                    <a:pt x="1710624" y="3890933"/>
                  </a:lnTo>
                  <a:lnTo>
                    <a:pt x="1710718" y="3890933"/>
                  </a:lnTo>
                  <a:lnTo>
                    <a:pt x="1710812" y="3890933"/>
                  </a:lnTo>
                  <a:lnTo>
                    <a:pt x="1710906" y="3890933"/>
                  </a:lnTo>
                  <a:lnTo>
                    <a:pt x="1711000" y="3890933"/>
                  </a:lnTo>
                  <a:lnTo>
                    <a:pt x="1711094" y="3890933"/>
                  </a:lnTo>
                  <a:lnTo>
                    <a:pt x="1711188" y="3890933"/>
                  </a:lnTo>
                  <a:lnTo>
                    <a:pt x="1711282" y="3890933"/>
                  </a:lnTo>
                  <a:lnTo>
                    <a:pt x="1711376" y="3890933"/>
                  </a:lnTo>
                  <a:lnTo>
                    <a:pt x="1711470" y="3890933"/>
                  </a:lnTo>
                  <a:lnTo>
                    <a:pt x="1711564" y="3890933"/>
                  </a:lnTo>
                  <a:lnTo>
                    <a:pt x="1711658" y="3890933"/>
                  </a:lnTo>
                  <a:lnTo>
                    <a:pt x="1711752" y="3890933"/>
                  </a:lnTo>
                  <a:lnTo>
                    <a:pt x="1711847" y="3890933"/>
                  </a:lnTo>
                  <a:lnTo>
                    <a:pt x="1711941" y="3890933"/>
                  </a:lnTo>
                  <a:lnTo>
                    <a:pt x="1712035" y="3890933"/>
                  </a:lnTo>
                  <a:lnTo>
                    <a:pt x="1712129" y="3890933"/>
                  </a:lnTo>
                  <a:lnTo>
                    <a:pt x="1712223" y="3890933"/>
                  </a:lnTo>
                  <a:lnTo>
                    <a:pt x="1712317" y="3890933"/>
                  </a:lnTo>
                  <a:lnTo>
                    <a:pt x="1712411" y="3890933"/>
                  </a:lnTo>
                  <a:lnTo>
                    <a:pt x="1712505" y="3890933"/>
                  </a:lnTo>
                  <a:lnTo>
                    <a:pt x="1712599" y="3890933"/>
                  </a:lnTo>
                  <a:lnTo>
                    <a:pt x="1712693" y="3890933"/>
                  </a:lnTo>
                  <a:lnTo>
                    <a:pt x="1712787" y="3890933"/>
                  </a:lnTo>
                  <a:lnTo>
                    <a:pt x="1712881" y="3890933"/>
                  </a:lnTo>
                  <a:lnTo>
                    <a:pt x="1712975" y="3890933"/>
                  </a:lnTo>
                  <a:lnTo>
                    <a:pt x="1713069" y="3890933"/>
                  </a:lnTo>
                  <a:lnTo>
                    <a:pt x="1713163" y="3890933"/>
                  </a:lnTo>
                  <a:lnTo>
                    <a:pt x="1713257" y="3890933"/>
                  </a:lnTo>
                  <a:lnTo>
                    <a:pt x="1713351" y="3890933"/>
                  </a:lnTo>
                  <a:lnTo>
                    <a:pt x="1713445" y="3890933"/>
                  </a:lnTo>
                  <a:lnTo>
                    <a:pt x="1713539" y="3890933"/>
                  </a:lnTo>
                  <a:lnTo>
                    <a:pt x="1713633" y="3890933"/>
                  </a:lnTo>
                  <a:lnTo>
                    <a:pt x="1713727" y="3890933"/>
                  </a:lnTo>
                  <a:lnTo>
                    <a:pt x="1713821" y="3890933"/>
                  </a:lnTo>
                  <a:lnTo>
                    <a:pt x="1713915" y="3890933"/>
                  </a:lnTo>
                  <a:lnTo>
                    <a:pt x="1714009" y="3890933"/>
                  </a:lnTo>
                  <a:lnTo>
                    <a:pt x="1714103" y="3890933"/>
                  </a:lnTo>
                  <a:lnTo>
                    <a:pt x="1714197" y="3890933"/>
                  </a:lnTo>
                  <a:lnTo>
                    <a:pt x="1714291" y="3890933"/>
                  </a:lnTo>
                  <a:lnTo>
                    <a:pt x="1714385" y="3890933"/>
                  </a:lnTo>
                  <a:lnTo>
                    <a:pt x="1714479" y="3890933"/>
                  </a:lnTo>
                  <a:lnTo>
                    <a:pt x="1714573" y="3890933"/>
                  </a:lnTo>
                  <a:lnTo>
                    <a:pt x="1714667" y="3890933"/>
                  </a:lnTo>
                  <a:lnTo>
                    <a:pt x="1714761" y="3890933"/>
                  </a:lnTo>
                  <a:lnTo>
                    <a:pt x="1714855" y="3890933"/>
                  </a:lnTo>
                  <a:lnTo>
                    <a:pt x="1714949" y="3890933"/>
                  </a:lnTo>
                  <a:lnTo>
                    <a:pt x="1715043" y="3890933"/>
                  </a:lnTo>
                  <a:lnTo>
                    <a:pt x="1715137" y="3890933"/>
                  </a:lnTo>
                  <a:lnTo>
                    <a:pt x="1715231" y="3890933"/>
                  </a:lnTo>
                  <a:lnTo>
                    <a:pt x="1715325" y="3890933"/>
                  </a:lnTo>
                  <a:lnTo>
                    <a:pt x="1715420" y="3890933"/>
                  </a:lnTo>
                  <a:lnTo>
                    <a:pt x="1715514" y="3890933"/>
                  </a:lnTo>
                  <a:lnTo>
                    <a:pt x="1715608" y="3890933"/>
                  </a:lnTo>
                  <a:lnTo>
                    <a:pt x="1715702" y="3890933"/>
                  </a:lnTo>
                  <a:lnTo>
                    <a:pt x="1715796" y="3890933"/>
                  </a:lnTo>
                  <a:lnTo>
                    <a:pt x="1715890" y="3890933"/>
                  </a:lnTo>
                  <a:lnTo>
                    <a:pt x="1715984" y="3890933"/>
                  </a:lnTo>
                  <a:lnTo>
                    <a:pt x="1716078" y="3890933"/>
                  </a:lnTo>
                  <a:lnTo>
                    <a:pt x="1716172" y="3890933"/>
                  </a:lnTo>
                  <a:lnTo>
                    <a:pt x="1716266" y="3890933"/>
                  </a:lnTo>
                  <a:lnTo>
                    <a:pt x="1716360" y="3890933"/>
                  </a:lnTo>
                  <a:lnTo>
                    <a:pt x="1716454" y="3890933"/>
                  </a:lnTo>
                  <a:lnTo>
                    <a:pt x="1716548" y="3890933"/>
                  </a:lnTo>
                  <a:lnTo>
                    <a:pt x="1716642" y="3890933"/>
                  </a:lnTo>
                  <a:lnTo>
                    <a:pt x="1716736" y="3890933"/>
                  </a:lnTo>
                  <a:lnTo>
                    <a:pt x="1716830" y="3890933"/>
                  </a:lnTo>
                  <a:lnTo>
                    <a:pt x="1716924" y="3890933"/>
                  </a:lnTo>
                  <a:lnTo>
                    <a:pt x="1717018" y="3890933"/>
                  </a:lnTo>
                  <a:lnTo>
                    <a:pt x="1717112" y="3890933"/>
                  </a:lnTo>
                  <a:lnTo>
                    <a:pt x="1717206" y="3890933"/>
                  </a:lnTo>
                  <a:lnTo>
                    <a:pt x="1717300" y="3890933"/>
                  </a:lnTo>
                  <a:lnTo>
                    <a:pt x="1717394" y="3890933"/>
                  </a:lnTo>
                  <a:lnTo>
                    <a:pt x="1717488" y="3890933"/>
                  </a:lnTo>
                  <a:lnTo>
                    <a:pt x="1717582" y="3890933"/>
                  </a:lnTo>
                  <a:lnTo>
                    <a:pt x="1717676" y="3890933"/>
                  </a:lnTo>
                  <a:lnTo>
                    <a:pt x="1717770" y="3890933"/>
                  </a:lnTo>
                  <a:lnTo>
                    <a:pt x="1717864" y="3890933"/>
                  </a:lnTo>
                  <a:lnTo>
                    <a:pt x="1717958" y="3890933"/>
                  </a:lnTo>
                  <a:lnTo>
                    <a:pt x="1718052" y="3890933"/>
                  </a:lnTo>
                  <a:lnTo>
                    <a:pt x="1718146" y="3890933"/>
                  </a:lnTo>
                  <a:lnTo>
                    <a:pt x="1718240" y="3890933"/>
                  </a:lnTo>
                  <a:lnTo>
                    <a:pt x="1718334" y="3890933"/>
                  </a:lnTo>
                  <a:lnTo>
                    <a:pt x="1718428" y="3890933"/>
                  </a:lnTo>
                  <a:lnTo>
                    <a:pt x="1718522" y="3890933"/>
                  </a:lnTo>
                  <a:lnTo>
                    <a:pt x="1718616" y="3890933"/>
                  </a:lnTo>
                  <a:lnTo>
                    <a:pt x="1718710" y="3890933"/>
                  </a:lnTo>
                  <a:lnTo>
                    <a:pt x="1718804" y="3890933"/>
                  </a:lnTo>
                  <a:lnTo>
                    <a:pt x="1718898" y="3890933"/>
                  </a:lnTo>
                  <a:lnTo>
                    <a:pt x="1718993" y="3890933"/>
                  </a:lnTo>
                  <a:lnTo>
                    <a:pt x="1719087" y="3890933"/>
                  </a:lnTo>
                  <a:lnTo>
                    <a:pt x="1719181" y="3890933"/>
                  </a:lnTo>
                  <a:lnTo>
                    <a:pt x="1719275" y="3890933"/>
                  </a:lnTo>
                  <a:lnTo>
                    <a:pt x="1719369" y="3890933"/>
                  </a:lnTo>
                  <a:lnTo>
                    <a:pt x="1719463" y="3890933"/>
                  </a:lnTo>
                  <a:lnTo>
                    <a:pt x="1719557" y="3890933"/>
                  </a:lnTo>
                  <a:lnTo>
                    <a:pt x="1719651" y="3890933"/>
                  </a:lnTo>
                  <a:lnTo>
                    <a:pt x="1719745" y="3890933"/>
                  </a:lnTo>
                  <a:lnTo>
                    <a:pt x="1719839" y="3890933"/>
                  </a:lnTo>
                  <a:lnTo>
                    <a:pt x="1719933" y="3890933"/>
                  </a:lnTo>
                  <a:lnTo>
                    <a:pt x="1720027" y="3890933"/>
                  </a:lnTo>
                  <a:lnTo>
                    <a:pt x="1720121" y="3890933"/>
                  </a:lnTo>
                  <a:lnTo>
                    <a:pt x="1720215" y="3890933"/>
                  </a:lnTo>
                  <a:lnTo>
                    <a:pt x="1720309" y="3890933"/>
                  </a:lnTo>
                  <a:lnTo>
                    <a:pt x="1720403" y="3890933"/>
                  </a:lnTo>
                  <a:lnTo>
                    <a:pt x="1720497" y="3890933"/>
                  </a:lnTo>
                  <a:lnTo>
                    <a:pt x="1720591" y="3890933"/>
                  </a:lnTo>
                  <a:lnTo>
                    <a:pt x="1720685" y="3890933"/>
                  </a:lnTo>
                  <a:lnTo>
                    <a:pt x="1720779" y="3890933"/>
                  </a:lnTo>
                  <a:lnTo>
                    <a:pt x="1720873" y="3890933"/>
                  </a:lnTo>
                  <a:lnTo>
                    <a:pt x="1720967" y="3890933"/>
                  </a:lnTo>
                  <a:lnTo>
                    <a:pt x="1721061" y="3890933"/>
                  </a:lnTo>
                  <a:lnTo>
                    <a:pt x="1721155" y="3890933"/>
                  </a:lnTo>
                  <a:lnTo>
                    <a:pt x="1721249" y="3890933"/>
                  </a:lnTo>
                  <a:lnTo>
                    <a:pt x="1721343" y="3890933"/>
                  </a:lnTo>
                  <a:lnTo>
                    <a:pt x="1721437" y="3890933"/>
                  </a:lnTo>
                  <a:lnTo>
                    <a:pt x="1721531" y="3890933"/>
                  </a:lnTo>
                  <a:lnTo>
                    <a:pt x="1721625" y="3890933"/>
                  </a:lnTo>
                  <a:lnTo>
                    <a:pt x="1721719" y="3890933"/>
                  </a:lnTo>
                  <a:lnTo>
                    <a:pt x="1721813" y="3890933"/>
                  </a:lnTo>
                  <a:lnTo>
                    <a:pt x="1721907" y="3890933"/>
                  </a:lnTo>
                  <a:lnTo>
                    <a:pt x="1722001" y="3890933"/>
                  </a:lnTo>
                  <a:lnTo>
                    <a:pt x="1722001" y="3885654"/>
                  </a:lnTo>
                  <a:lnTo>
                    <a:pt x="1722095" y="3885654"/>
                  </a:lnTo>
                  <a:lnTo>
                    <a:pt x="1722189" y="3885654"/>
                  </a:lnTo>
                  <a:lnTo>
                    <a:pt x="1722283" y="3885654"/>
                  </a:lnTo>
                  <a:lnTo>
                    <a:pt x="1722377" y="3885654"/>
                  </a:lnTo>
                  <a:lnTo>
                    <a:pt x="1722472" y="3885654"/>
                  </a:lnTo>
                  <a:lnTo>
                    <a:pt x="1722566" y="3885654"/>
                  </a:lnTo>
                  <a:lnTo>
                    <a:pt x="1722660" y="3885654"/>
                  </a:lnTo>
                  <a:lnTo>
                    <a:pt x="1722754" y="3885654"/>
                  </a:lnTo>
                  <a:lnTo>
                    <a:pt x="1722848" y="3885654"/>
                  </a:lnTo>
                  <a:lnTo>
                    <a:pt x="1722942" y="3885654"/>
                  </a:lnTo>
                  <a:lnTo>
                    <a:pt x="1723036" y="3885654"/>
                  </a:lnTo>
                  <a:lnTo>
                    <a:pt x="1723130" y="3885654"/>
                  </a:lnTo>
                  <a:lnTo>
                    <a:pt x="1723224" y="3885654"/>
                  </a:lnTo>
                  <a:lnTo>
                    <a:pt x="1723318" y="3885654"/>
                  </a:lnTo>
                  <a:lnTo>
                    <a:pt x="1723412" y="3885654"/>
                  </a:lnTo>
                  <a:lnTo>
                    <a:pt x="1723506" y="3885654"/>
                  </a:lnTo>
                  <a:lnTo>
                    <a:pt x="1723600" y="3885654"/>
                  </a:lnTo>
                  <a:lnTo>
                    <a:pt x="1723694" y="3885654"/>
                  </a:lnTo>
                  <a:lnTo>
                    <a:pt x="1723788" y="3885654"/>
                  </a:lnTo>
                  <a:lnTo>
                    <a:pt x="1723882" y="3885654"/>
                  </a:lnTo>
                  <a:lnTo>
                    <a:pt x="1723976" y="3885654"/>
                  </a:lnTo>
                  <a:lnTo>
                    <a:pt x="1724070" y="3885654"/>
                  </a:lnTo>
                  <a:lnTo>
                    <a:pt x="1724164" y="3885654"/>
                  </a:lnTo>
                  <a:lnTo>
                    <a:pt x="1724258" y="3885654"/>
                  </a:lnTo>
                  <a:lnTo>
                    <a:pt x="1724352" y="3885654"/>
                  </a:lnTo>
                  <a:lnTo>
                    <a:pt x="1724446" y="3885654"/>
                  </a:lnTo>
                  <a:lnTo>
                    <a:pt x="1724540" y="3885654"/>
                  </a:lnTo>
                  <a:lnTo>
                    <a:pt x="1724634" y="3885654"/>
                  </a:lnTo>
                  <a:lnTo>
                    <a:pt x="1724728" y="3885654"/>
                  </a:lnTo>
                  <a:lnTo>
                    <a:pt x="1724822" y="3885654"/>
                  </a:lnTo>
                  <a:lnTo>
                    <a:pt x="1724916" y="3885654"/>
                  </a:lnTo>
                  <a:lnTo>
                    <a:pt x="1725010" y="3885654"/>
                  </a:lnTo>
                  <a:lnTo>
                    <a:pt x="1725104" y="3885654"/>
                  </a:lnTo>
                  <a:lnTo>
                    <a:pt x="1725198" y="3885654"/>
                  </a:lnTo>
                  <a:lnTo>
                    <a:pt x="1725292" y="3885654"/>
                  </a:lnTo>
                  <a:lnTo>
                    <a:pt x="1725386" y="3885654"/>
                  </a:lnTo>
                  <a:lnTo>
                    <a:pt x="1725480" y="3885654"/>
                  </a:lnTo>
                  <a:lnTo>
                    <a:pt x="1725574" y="3885654"/>
                  </a:lnTo>
                  <a:lnTo>
                    <a:pt x="1725668" y="3885654"/>
                  </a:lnTo>
                  <a:lnTo>
                    <a:pt x="1725762" y="3885654"/>
                  </a:lnTo>
                  <a:lnTo>
                    <a:pt x="1725856" y="3885654"/>
                  </a:lnTo>
                  <a:lnTo>
                    <a:pt x="1725950" y="3885654"/>
                  </a:lnTo>
                  <a:lnTo>
                    <a:pt x="1726045" y="3885654"/>
                  </a:lnTo>
                  <a:lnTo>
                    <a:pt x="1726139" y="3885654"/>
                  </a:lnTo>
                  <a:lnTo>
                    <a:pt x="1726233" y="3885654"/>
                  </a:lnTo>
                  <a:lnTo>
                    <a:pt x="1726233" y="3880374"/>
                  </a:lnTo>
                  <a:lnTo>
                    <a:pt x="1726327" y="3880374"/>
                  </a:lnTo>
                  <a:lnTo>
                    <a:pt x="1726421" y="3880374"/>
                  </a:lnTo>
                  <a:lnTo>
                    <a:pt x="1726515" y="3880374"/>
                  </a:lnTo>
                  <a:lnTo>
                    <a:pt x="1726609" y="3880374"/>
                  </a:lnTo>
                  <a:lnTo>
                    <a:pt x="1726703" y="3880374"/>
                  </a:lnTo>
                  <a:lnTo>
                    <a:pt x="1726797" y="3880374"/>
                  </a:lnTo>
                  <a:lnTo>
                    <a:pt x="1726891" y="3880374"/>
                  </a:lnTo>
                  <a:lnTo>
                    <a:pt x="1726985" y="3880374"/>
                  </a:lnTo>
                  <a:lnTo>
                    <a:pt x="1727079" y="3880374"/>
                  </a:lnTo>
                  <a:lnTo>
                    <a:pt x="1727173" y="3880374"/>
                  </a:lnTo>
                  <a:lnTo>
                    <a:pt x="1727267" y="3880374"/>
                  </a:lnTo>
                  <a:lnTo>
                    <a:pt x="1727361" y="3880374"/>
                  </a:lnTo>
                  <a:lnTo>
                    <a:pt x="1727455" y="3880374"/>
                  </a:lnTo>
                  <a:lnTo>
                    <a:pt x="1727549" y="3880374"/>
                  </a:lnTo>
                  <a:lnTo>
                    <a:pt x="1727643" y="3880374"/>
                  </a:lnTo>
                  <a:lnTo>
                    <a:pt x="1727737" y="3880374"/>
                  </a:lnTo>
                  <a:lnTo>
                    <a:pt x="1727831" y="3880374"/>
                  </a:lnTo>
                  <a:lnTo>
                    <a:pt x="1727925" y="3880374"/>
                  </a:lnTo>
                  <a:lnTo>
                    <a:pt x="1728019" y="3880374"/>
                  </a:lnTo>
                  <a:lnTo>
                    <a:pt x="1728113" y="3880374"/>
                  </a:lnTo>
                  <a:lnTo>
                    <a:pt x="1728207" y="3880374"/>
                  </a:lnTo>
                  <a:lnTo>
                    <a:pt x="1728301" y="3880374"/>
                  </a:lnTo>
                  <a:lnTo>
                    <a:pt x="1728395" y="3880374"/>
                  </a:lnTo>
                  <a:lnTo>
                    <a:pt x="1728489" y="3880374"/>
                  </a:lnTo>
                  <a:lnTo>
                    <a:pt x="1728583" y="3880374"/>
                  </a:lnTo>
                  <a:lnTo>
                    <a:pt x="1728677" y="3880374"/>
                  </a:lnTo>
                  <a:lnTo>
                    <a:pt x="1728771" y="3880374"/>
                  </a:lnTo>
                  <a:lnTo>
                    <a:pt x="1728771" y="3875095"/>
                  </a:lnTo>
                  <a:lnTo>
                    <a:pt x="1728865" y="3875095"/>
                  </a:lnTo>
                  <a:lnTo>
                    <a:pt x="1728959" y="3875095"/>
                  </a:lnTo>
                  <a:lnTo>
                    <a:pt x="1729053" y="3875095"/>
                  </a:lnTo>
                  <a:lnTo>
                    <a:pt x="1729147" y="3875095"/>
                  </a:lnTo>
                  <a:lnTo>
                    <a:pt x="1729241" y="3875095"/>
                  </a:lnTo>
                  <a:lnTo>
                    <a:pt x="1729335" y="3875095"/>
                  </a:lnTo>
                  <a:lnTo>
                    <a:pt x="1729429" y="3875095"/>
                  </a:lnTo>
                  <a:lnTo>
                    <a:pt x="1729523" y="3875095"/>
                  </a:lnTo>
                  <a:lnTo>
                    <a:pt x="1729618" y="3875095"/>
                  </a:lnTo>
                  <a:lnTo>
                    <a:pt x="1729712" y="3875095"/>
                  </a:lnTo>
                  <a:lnTo>
                    <a:pt x="1729806" y="3875095"/>
                  </a:lnTo>
                  <a:lnTo>
                    <a:pt x="1729900" y="3875095"/>
                  </a:lnTo>
                  <a:lnTo>
                    <a:pt x="1729994" y="3875095"/>
                  </a:lnTo>
                  <a:lnTo>
                    <a:pt x="1730088" y="3875095"/>
                  </a:lnTo>
                  <a:lnTo>
                    <a:pt x="1730182" y="3875095"/>
                  </a:lnTo>
                  <a:lnTo>
                    <a:pt x="1730276" y="3875095"/>
                  </a:lnTo>
                  <a:lnTo>
                    <a:pt x="1730370" y="3875095"/>
                  </a:lnTo>
                  <a:lnTo>
                    <a:pt x="1730464" y="3875095"/>
                  </a:lnTo>
                  <a:lnTo>
                    <a:pt x="1730558" y="3875095"/>
                  </a:lnTo>
                  <a:lnTo>
                    <a:pt x="1730652" y="3875095"/>
                  </a:lnTo>
                  <a:lnTo>
                    <a:pt x="1730746" y="3875095"/>
                  </a:lnTo>
                  <a:lnTo>
                    <a:pt x="1730840" y="3875095"/>
                  </a:lnTo>
                  <a:lnTo>
                    <a:pt x="1730934" y="3875095"/>
                  </a:lnTo>
                  <a:lnTo>
                    <a:pt x="1731028" y="3875095"/>
                  </a:lnTo>
                  <a:lnTo>
                    <a:pt x="1731122" y="3875095"/>
                  </a:lnTo>
                  <a:lnTo>
                    <a:pt x="1731216" y="3875095"/>
                  </a:lnTo>
                  <a:lnTo>
                    <a:pt x="1731310" y="3875095"/>
                  </a:lnTo>
                  <a:lnTo>
                    <a:pt x="1731404" y="3875095"/>
                  </a:lnTo>
                  <a:lnTo>
                    <a:pt x="1731498" y="3875095"/>
                  </a:lnTo>
                  <a:lnTo>
                    <a:pt x="1731592" y="3875095"/>
                  </a:lnTo>
                  <a:lnTo>
                    <a:pt x="1731686" y="3875095"/>
                  </a:lnTo>
                  <a:lnTo>
                    <a:pt x="1731780" y="3875095"/>
                  </a:lnTo>
                  <a:lnTo>
                    <a:pt x="1731874" y="3875095"/>
                  </a:lnTo>
                  <a:lnTo>
                    <a:pt x="1731968" y="3875095"/>
                  </a:lnTo>
                  <a:lnTo>
                    <a:pt x="1732062" y="3875095"/>
                  </a:lnTo>
                  <a:lnTo>
                    <a:pt x="1732156" y="3875095"/>
                  </a:lnTo>
                  <a:lnTo>
                    <a:pt x="1732250" y="3875095"/>
                  </a:lnTo>
                  <a:lnTo>
                    <a:pt x="1732344" y="3875095"/>
                  </a:lnTo>
                  <a:lnTo>
                    <a:pt x="1732438" y="3875095"/>
                  </a:lnTo>
                  <a:lnTo>
                    <a:pt x="1732532" y="3875095"/>
                  </a:lnTo>
                  <a:lnTo>
                    <a:pt x="1732626" y="3875095"/>
                  </a:lnTo>
                  <a:lnTo>
                    <a:pt x="1732720" y="3875095"/>
                  </a:lnTo>
                  <a:lnTo>
                    <a:pt x="1732720" y="3869815"/>
                  </a:lnTo>
                  <a:lnTo>
                    <a:pt x="1732814" y="3869815"/>
                  </a:lnTo>
                  <a:lnTo>
                    <a:pt x="1732908" y="3869815"/>
                  </a:lnTo>
                  <a:lnTo>
                    <a:pt x="1733002" y="3869815"/>
                  </a:lnTo>
                  <a:lnTo>
                    <a:pt x="1733096" y="3869815"/>
                  </a:lnTo>
                  <a:lnTo>
                    <a:pt x="1733191" y="3869815"/>
                  </a:lnTo>
                  <a:lnTo>
                    <a:pt x="1733285" y="3869815"/>
                  </a:lnTo>
                  <a:lnTo>
                    <a:pt x="1733379" y="3869815"/>
                  </a:lnTo>
                  <a:lnTo>
                    <a:pt x="1733473" y="3869815"/>
                  </a:lnTo>
                  <a:lnTo>
                    <a:pt x="1733567" y="3869815"/>
                  </a:lnTo>
                  <a:lnTo>
                    <a:pt x="1733567" y="3864536"/>
                  </a:lnTo>
                  <a:lnTo>
                    <a:pt x="1733661" y="3864536"/>
                  </a:lnTo>
                  <a:lnTo>
                    <a:pt x="1733755" y="3864536"/>
                  </a:lnTo>
                  <a:lnTo>
                    <a:pt x="1733849" y="3864536"/>
                  </a:lnTo>
                  <a:lnTo>
                    <a:pt x="1733943" y="3864536"/>
                  </a:lnTo>
                  <a:lnTo>
                    <a:pt x="1734037" y="3864536"/>
                  </a:lnTo>
                  <a:lnTo>
                    <a:pt x="1734131" y="3864536"/>
                  </a:lnTo>
                  <a:lnTo>
                    <a:pt x="1734225" y="3864536"/>
                  </a:lnTo>
                  <a:lnTo>
                    <a:pt x="1734319" y="3864536"/>
                  </a:lnTo>
                  <a:lnTo>
                    <a:pt x="1734413" y="3864536"/>
                  </a:lnTo>
                  <a:lnTo>
                    <a:pt x="1734507" y="3864536"/>
                  </a:lnTo>
                  <a:lnTo>
                    <a:pt x="1734601" y="3864536"/>
                  </a:lnTo>
                  <a:lnTo>
                    <a:pt x="1734695" y="3864536"/>
                  </a:lnTo>
                  <a:lnTo>
                    <a:pt x="1734789" y="3864536"/>
                  </a:lnTo>
                  <a:lnTo>
                    <a:pt x="1734883" y="3864536"/>
                  </a:lnTo>
                  <a:lnTo>
                    <a:pt x="1734977" y="3864536"/>
                  </a:lnTo>
                  <a:lnTo>
                    <a:pt x="1735071" y="3864536"/>
                  </a:lnTo>
                  <a:lnTo>
                    <a:pt x="1735165" y="3864536"/>
                  </a:lnTo>
                  <a:lnTo>
                    <a:pt x="1735259" y="3864536"/>
                  </a:lnTo>
                  <a:lnTo>
                    <a:pt x="1735353" y="3864536"/>
                  </a:lnTo>
                  <a:lnTo>
                    <a:pt x="1735447" y="3864536"/>
                  </a:lnTo>
                  <a:lnTo>
                    <a:pt x="1735541" y="3864536"/>
                  </a:lnTo>
                  <a:lnTo>
                    <a:pt x="1735635" y="3864536"/>
                  </a:lnTo>
                  <a:lnTo>
                    <a:pt x="1735729" y="3864536"/>
                  </a:lnTo>
                  <a:lnTo>
                    <a:pt x="1735823" y="3864536"/>
                  </a:lnTo>
                  <a:lnTo>
                    <a:pt x="1735917" y="3864536"/>
                  </a:lnTo>
                  <a:lnTo>
                    <a:pt x="1736011" y="3864536"/>
                  </a:lnTo>
                  <a:lnTo>
                    <a:pt x="1736105" y="3864536"/>
                  </a:lnTo>
                  <a:lnTo>
                    <a:pt x="1736199" y="3864536"/>
                  </a:lnTo>
                  <a:lnTo>
                    <a:pt x="1736293" y="3864536"/>
                  </a:lnTo>
                  <a:lnTo>
                    <a:pt x="1736387" y="3864536"/>
                  </a:lnTo>
                  <a:lnTo>
                    <a:pt x="1736481" y="3864536"/>
                  </a:lnTo>
                  <a:lnTo>
                    <a:pt x="1736575" y="3864536"/>
                  </a:lnTo>
                  <a:lnTo>
                    <a:pt x="1736670" y="3864536"/>
                  </a:lnTo>
                  <a:lnTo>
                    <a:pt x="1736764" y="3864536"/>
                  </a:lnTo>
                  <a:lnTo>
                    <a:pt x="1736858" y="3864536"/>
                  </a:lnTo>
                  <a:lnTo>
                    <a:pt x="1736952" y="3864536"/>
                  </a:lnTo>
                  <a:lnTo>
                    <a:pt x="1737046" y="3864536"/>
                  </a:lnTo>
                  <a:lnTo>
                    <a:pt x="1737140" y="3864536"/>
                  </a:lnTo>
                  <a:lnTo>
                    <a:pt x="1737234" y="3864536"/>
                  </a:lnTo>
                  <a:lnTo>
                    <a:pt x="1737328" y="3864536"/>
                  </a:lnTo>
                  <a:lnTo>
                    <a:pt x="1737422" y="3864536"/>
                  </a:lnTo>
                  <a:lnTo>
                    <a:pt x="1737516" y="3864536"/>
                  </a:lnTo>
                  <a:lnTo>
                    <a:pt x="1737610" y="3864536"/>
                  </a:lnTo>
                  <a:lnTo>
                    <a:pt x="1737704" y="3864536"/>
                  </a:lnTo>
                  <a:lnTo>
                    <a:pt x="1737798" y="3864536"/>
                  </a:lnTo>
                  <a:lnTo>
                    <a:pt x="1737892" y="3864536"/>
                  </a:lnTo>
                  <a:lnTo>
                    <a:pt x="1737986" y="3864536"/>
                  </a:lnTo>
                  <a:lnTo>
                    <a:pt x="1738080" y="3864536"/>
                  </a:lnTo>
                  <a:lnTo>
                    <a:pt x="1738174" y="3864536"/>
                  </a:lnTo>
                  <a:lnTo>
                    <a:pt x="1738268" y="3864536"/>
                  </a:lnTo>
                  <a:lnTo>
                    <a:pt x="1738362" y="3864536"/>
                  </a:lnTo>
                  <a:lnTo>
                    <a:pt x="1738456" y="3864536"/>
                  </a:lnTo>
                  <a:lnTo>
                    <a:pt x="1738550" y="3864536"/>
                  </a:lnTo>
                  <a:lnTo>
                    <a:pt x="1738644" y="3864536"/>
                  </a:lnTo>
                  <a:lnTo>
                    <a:pt x="1738738" y="3864536"/>
                  </a:lnTo>
                  <a:lnTo>
                    <a:pt x="1738832" y="3864536"/>
                  </a:lnTo>
                  <a:lnTo>
                    <a:pt x="1738926" y="3864536"/>
                  </a:lnTo>
                  <a:lnTo>
                    <a:pt x="1739020" y="3864536"/>
                  </a:lnTo>
                  <a:lnTo>
                    <a:pt x="1739114" y="3864536"/>
                  </a:lnTo>
                  <a:lnTo>
                    <a:pt x="1739208" y="3864536"/>
                  </a:lnTo>
                  <a:lnTo>
                    <a:pt x="1739302" y="3864536"/>
                  </a:lnTo>
                  <a:lnTo>
                    <a:pt x="1739396" y="3864536"/>
                  </a:lnTo>
                  <a:lnTo>
                    <a:pt x="1739490" y="3864536"/>
                  </a:lnTo>
                  <a:lnTo>
                    <a:pt x="1739584" y="3864536"/>
                  </a:lnTo>
                  <a:lnTo>
                    <a:pt x="1739678" y="3864536"/>
                  </a:lnTo>
                  <a:lnTo>
                    <a:pt x="1739772" y="3864536"/>
                  </a:lnTo>
                  <a:lnTo>
                    <a:pt x="1739866" y="3864536"/>
                  </a:lnTo>
                  <a:lnTo>
                    <a:pt x="1739960" y="3864536"/>
                  </a:lnTo>
                  <a:lnTo>
                    <a:pt x="1740054" y="3864536"/>
                  </a:lnTo>
                  <a:lnTo>
                    <a:pt x="1740148" y="3864536"/>
                  </a:lnTo>
                  <a:lnTo>
                    <a:pt x="1740148" y="3859256"/>
                  </a:lnTo>
                  <a:lnTo>
                    <a:pt x="1740243" y="3859256"/>
                  </a:lnTo>
                  <a:lnTo>
                    <a:pt x="1740337" y="3859256"/>
                  </a:lnTo>
                  <a:lnTo>
                    <a:pt x="1740431" y="3859256"/>
                  </a:lnTo>
                  <a:lnTo>
                    <a:pt x="1740525" y="3859256"/>
                  </a:lnTo>
                  <a:lnTo>
                    <a:pt x="1740619" y="3859256"/>
                  </a:lnTo>
                  <a:lnTo>
                    <a:pt x="1740713" y="3859256"/>
                  </a:lnTo>
                  <a:lnTo>
                    <a:pt x="1740807" y="3859256"/>
                  </a:lnTo>
                  <a:lnTo>
                    <a:pt x="1740901" y="3859256"/>
                  </a:lnTo>
                  <a:lnTo>
                    <a:pt x="1740995" y="3859256"/>
                  </a:lnTo>
                  <a:lnTo>
                    <a:pt x="1741089" y="3859256"/>
                  </a:lnTo>
                  <a:lnTo>
                    <a:pt x="1741183" y="3859256"/>
                  </a:lnTo>
                  <a:lnTo>
                    <a:pt x="1741277" y="3859256"/>
                  </a:lnTo>
                  <a:lnTo>
                    <a:pt x="1741371" y="3859256"/>
                  </a:lnTo>
                  <a:lnTo>
                    <a:pt x="1741465" y="3859256"/>
                  </a:lnTo>
                  <a:lnTo>
                    <a:pt x="1741559" y="3859256"/>
                  </a:lnTo>
                  <a:lnTo>
                    <a:pt x="1741653" y="3859256"/>
                  </a:lnTo>
                  <a:lnTo>
                    <a:pt x="1741747" y="3859256"/>
                  </a:lnTo>
                  <a:lnTo>
                    <a:pt x="1741841" y="3859256"/>
                  </a:lnTo>
                  <a:lnTo>
                    <a:pt x="1741935" y="3859256"/>
                  </a:lnTo>
                  <a:lnTo>
                    <a:pt x="1742029" y="3859256"/>
                  </a:lnTo>
                  <a:lnTo>
                    <a:pt x="1742123" y="3859256"/>
                  </a:lnTo>
                  <a:lnTo>
                    <a:pt x="1742217" y="3859256"/>
                  </a:lnTo>
                  <a:lnTo>
                    <a:pt x="1742311" y="3859256"/>
                  </a:lnTo>
                  <a:lnTo>
                    <a:pt x="1742405" y="3859256"/>
                  </a:lnTo>
                  <a:lnTo>
                    <a:pt x="1742499" y="3859256"/>
                  </a:lnTo>
                  <a:lnTo>
                    <a:pt x="1742593" y="3859256"/>
                  </a:lnTo>
                  <a:lnTo>
                    <a:pt x="1742687" y="3859256"/>
                  </a:lnTo>
                  <a:lnTo>
                    <a:pt x="1742781" y="3859256"/>
                  </a:lnTo>
                  <a:lnTo>
                    <a:pt x="1742875" y="3859256"/>
                  </a:lnTo>
                  <a:lnTo>
                    <a:pt x="1742969" y="3859256"/>
                  </a:lnTo>
                  <a:lnTo>
                    <a:pt x="1743063" y="3859256"/>
                  </a:lnTo>
                  <a:lnTo>
                    <a:pt x="1743157" y="3859256"/>
                  </a:lnTo>
                  <a:lnTo>
                    <a:pt x="1743251" y="3859256"/>
                  </a:lnTo>
                  <a:lnTo>
                    <a:pt x="1743345" y="3859256"/>
                  </a:lnTo>
                  <a:lnTo>
                    <a:pt x="1743439" y="3859256"/>
                  </a:lnTo>
                  <a:lnTo>
                    <a:pt x="1743533" y="3859256"/>
                  </a:lnTo>
                  <a:lnTo>
                    <a:pt x="1743627" y="3859256"/>
                  </a:lnTo>
                  <a:lnTo>
                    <a:pt x="1743721" y="3859256"/>
                  </a:lnTo>
                  <a:lnTo>
                    <a:pt x="1743816" y="3859256"/>
                  </a:lnTo>
                  <a:lnTo>
                    <a:pt x="1743910" y="3859256"/>
                  </a:lnTo>
                  <a:lnTo>
                    <a:pt x="1744004" y="3859256"/>
                  </a:lnTo>
                  <a:lnTo>
                    <a:pt x="1744098" y="3859256"/>
                  </a:lnTo>
                  <a:lnTo>
                    <a:pt x="1744192" y="3859256"/>
                  </a:lnTo>
                  <a:lnTo>
                    <a:pt x="1744192" y="3853977"/>
                  </a:lnTo>
                  <a:lnTo>
                    <a:pt x="1744286" y="3853977"/>
                  </a:lnTo>
                  <a:lnTo>
                    <a:pt x="1744380" y="3853977"/>
                  </a:lnTo>
                  <a:lnTo>
                    <a:pt x="1744474" y="3853977"/>
                  </a:lnTo>
                  <a:lnTo>
                    <a:pt x="1744568" y="3853977"/>
                  </a:lnTo>
                  <a:lnTo>
                    <a:pt x="1744662" y="3853977"/>
                  </a:lnTo>
                  <a:lnTo>
                    <a:pt x="1744756" y="3853977"/>
                  </a:lnTo>
                  <a:lnTo>
                    <a:pt x="1744850" y="3853977"/>
                  </a:lnTo>
                  <a:lnTo>
                    <a:pt x="1744944" y="3853977"/>
                  </a:lnTo>
                  <a:lnTo>
                    <a:pt x="1745038" y="3853977"/>
                  </a:lnTo>
                  <a:lnTo>
                    <a:pt x="1745132" y="3853977"/>
                  </a:lnTo>
                  <a:lnTo>
                    <a:pt x="1745226" y="3853977"/>
                  </a:lnTo>
                  <a:lnTo>
                    <a:pt x="1745320" y="3853977"/>
                  </a:lnTo>
                  <a:lnTo>
                    <a:pt x="1745414" y="3853977"/>
                  </a:lnTo>
                  <a:lnTo>
                    <a:pt x="1745508" y="3853977"/>
                  </a:lnTo>
                  <a:lnTo>
                    <a:pt x="1745602" y="3853977"/>
                  </a:lnTo>
                  <a:lnTo>
                    <a:pt x="1745696" y="3853977"/>
                  </a:lnTo>
                  <a:lnTo>
                    <a:pt x="1745790" y="3853977"/>
                  </a:lnTo>
                  <a:lnTo>
                    <a:pt x="1745884" y="3853977"/>
                  </a:lnTo>
                  <a:lnTo>
                    <a:pt x="1745978" y="3853977"/>
                  </a:lnTo>
                  <a:lnTo>
                    <a:pt x="1746072" y="3853977"/>
                  </a:lnTo>
                  <a:lnTo>
                    <a:pt x="1746166" y="3853977"/>
                  </a:lnTo>
                  <a:lnTo>
                    <a:pt x="1746260" y="3853977"/>
                  </a:lnTo>
                  <a:lnTo>
                    <a:pt x="1746354" y="3853977"/>
                  </a:lnTo>
                  <a:lnTo>
                    <a:pt x="1746448" y="3853977"/>
                  </a:lnTo>
                  <a:lnTo>
                    <a:pt x="1746542" y="3853977"/>
                  </a:lnTo>
                  <a:lnTo>
                    <a:pt x="1746636" y="3853977"/>
                  </a:lnTo>
                  <a:lnTo>
                    <a:pt x="1746730" y="3853977"/>
                  </a:lnTo>
                  <a:lnTo>
                    <a:pt x="1746824" y="3853977"/>
                  </a:lnTo>
                  <a:lnTo>
                    <a:pt x="1746918" y="3853977"/>
                  </a:lnTo>
                  <a:lnTo>
                    <a:pt x="1747012" y="3853977"/>
                  </a:lnTo>
                  <a:lnTo>
                    <a:pt x="1747106" y="3853977"/>
                  </a:lnTo>
                  <a:lnTo>
                    <a:pt x="1747200" y="3853977"/>
                  </a:lnTo>
                  <a:lnTo>
                    <a:pt x="1747295" y="3853977"/>
                  </a:lnTo>
                  <a:lnTo>
                    <a:pt x="1747389" y="3853977"/>
                  </a:lnTo>
                  <a:lnTo>
                    <a:pt x="1747483" y="3853977"/>
                  </a:lnTo>
                  <a:lnTo>
                    <a:pt x="1747577" y="3853977"/>
                  </a:lnTo>
                  <a:lnTo>
                    <a:pt x="1747671" y="3853977"/>
                  </a:lnTo>
                  <a:lnTo>
                    <a:pt x="1747765" y="3853977"/>
                  </a:lnTo>
                  <a:lnTo>
                    <a:pt x="1747859" y="3853977"/>
                  </a:lnTo>
                  <a:lnTo>
                    <a:pt x="1747953" y="3853977"/>
                  </a:lnTo>
                  <a:lnTo>
                    <a:pt x="1748047" y="3853977"/>
                  </a:lnTo>
                  <a:lnTo>
                    <a:pt x="1748141" y="3853977"/>
                  </a:lnTo>
                  <a:lnTo>
                    <a:pt x="1748235" y="3853977"/>
                  </a:lnTo>
                  <a:lnTo>
                    <a:pt x="1748329" y="3853977"/>
                  </a:lnTo>
                  <a:lnTo>
                    <a:pt x="1748423" y="3853977"/>
                  </a:lnTo>
                  <a:lnTo>
                    <a:pt x="1748517" y="3853977"/>
                  </a:lnTo>
                  <a:lnTo>
                    <a:pt x="1748611" y="3853977"/>
                  </a:lnTo>
                  <a:lnTo>
                    <a:pt x="1748705" y="3853977"/>
                  </a:lnTo>
                  <a:lnTo>
                    <a:pt x="1748799" y="3853977"/>
                  </a:lnTo>
                  <a:lnTo>
                    <a:pt x="1748893" y="3853977"/>
                  </a:lnTo>
                  <a:lnTo>
                    <a:pt x="1748987" y="3853977"/>
                  </a:lnTo>
                  <a:lnTo>
                    <a:pt x="1749081" y="3853977"/>
                  </a:lnTo>
                  <a:lnTo>
                    <a:pt x="1749175" y="3853977"/>
                  </a:lnTo>
                  <a:lnTo>
                    <a:pt x="1749269" y="3853977"/>
                  </a:lnTo>
                  <a:lnTo>
                    <a:pt x="1749363" y="3853977"/>
                  </a:lnTo>
                  <a:lnTo>
                    <a:pt x="1749457" y="3853977"/>
                  </a:lnTo>
                  <a:lnTo>
                    <a:pt x="1749551" y="3853977"/>
                  </a:lnTo>
                  <a:lnTo>
                    <a:pt x="1749645" y="3853977"/>
                  </a:lnTo>
                  <a:lnTo>
                    <a:pt x="1749739" y="3853977"/>
                  </a:lnTo>
                  <a:lnTo>
                    <a:pt x="1749833" y="3853977"/>
                  </a:lnTo>
                  <a:lnTo>
                    <a:pt x="1749927" y="3853977"/>
                  </a:lnTo>
                  <a:lnTo>
                    <a:pt x="1750021" y="3853977"/>
                  </a:lnTo>
                  <a:lnTo>
                    <a:pt x="1750115" y="3853977"/>
                  </a:lnTo>
                  <a:lnTo>
                    <a:pt x="1750209" y="3853977"/>
                  </a:lnTo>
                  <a:lnTo>
                    <a:pt x="1750303" y="3853977"/>
                  </a:lnTo>
                  <a:lnTo>
                    <a:pt x="1750397" y="3853977"/>
                  </a:lnTo>
                  <a:lnTo>
                    <a:pt x="1750491" y="3853977"/>
                  </a:lnTo>
                  <a:lnTo>
                    <a:pt x="1750585" y="3853977"/>
                  </a:lnTo>
                  <a:lnTo>
                    <a:pt x="1750679" y="3853977"/>
                  </a:lnTo>
                  <a:lnTo>
                    <a:pt x="1750773" y="3853977"/>
                  </a:lnTo>
                  <a:lnTo>
                    <a:pt x="1750868" y="3853977"/>
                  </a:lnTo>
                  <a:lnTo>
                    <a:pt x="1750962" y="3853977"/>
                  </a:lnTo>
                  <a:lnTo>
                    <a:pt x="1750962" y="3848698"/>
                  </a:lnTo>
                  <a:lnTo>
                    <a:pt x="1751056" y="3848698"/>
                  </a:lnTo>
                  <a:lnTo>
                    <a:pt x="1751150" y="3848698"/>
                  </a:lnTo>
                  <a:lnTo>
                    <a:pt x="1751244" y="3848698"/>
                  </a:lnTo>
                  <a:lnTo>
                    <a:pt x="1751338" y="3848698"/>
                  </a:lnTo>
                  <a:lnTo>
                    <a:pt x="1751432" y="3848698"/>
                  </a:lnTo>
                  <a:lnTo>
                    <a:pt x="1751526" y="3848698"/>
                  </a:lnTo>
                  <a:lnTo>
                    <a:pt x="1751620" y="3848698"/>
                  </a:lnTo>
                  <a:lnTo>
                    <a:pt x="1751714" y="3848698"/>
                  </a:lnTo>
                  <a:lnTo>
                    <a:pt x="1751808" y="3848698"/>
                  </a:lnTo>
                  <a:lnTo>
                    <a:pt x="1751902" y="3848698"/>
                  </a:lnTo>
                  <a:lnTo>
                    <a:pt x="1751996" y="3848698"/>
                  </a:lnTo>
                  <a:lnTo>
                    <a:pt x="1752090" y="3848698"/>
                  </a:lnTo>
                  <a:lnTo>
                    <a:pt x="1752184" y="3848698"/>
                  </a:lnTo>
                  <a:lnTo>
                    <a:pt x="1752278" y="3848698"/>
                  </a:lnTo>
                  <a:lnTo>
                    <a:pt x="1752372" y="3848698"/>
                  </a:lnTo>
                  <a:lnTo>
                    <a:pt x="1752466" y="3848698"/>
                  </a:lnTo>
                  <a:lnTo>
                    <a:pt x="1752560" y="3848698"/>
                  </a:lnTo>
                  <a:lnTo>
                    <a:pt x="1752654" y="3848698"/>
                  </a:lnTo>
                  <a:lnTo>
                    <a:pt x="1752748" y="3848698"/>
                  </a:lnTo>
                  <a:lnTo>
                    <a:pt x="1752842" y="3848698"/>
                  </a:lnTo>
                  <a:lnTo>
                    <a:pt x="1752936" y="3848698"/>
                  </a:lnTo>
                  <a:lnTo>
                    <a:pt x="1753030" y="3848698"/>
                  </a:lnTo>
                  <a:lnTo>
                    <a:pt x="1753124" y="3848698"/>
                  </a:lnTo>
                  <a:lnTo>
                    <a:pt x="1753218" y="3848698"/>
                  </a:lnTo>
                  <a:lnTo>
                    <a:pt x="1753312" y="3848698"/>
                  </a:lnTo>
                  <a:lnTo>
                    <a:pt x="1753406" y="3848698"/>
                  </a:lnTo>
                  <a:lnTo>
                    <a:pt x="1753500" y="3848698"/>
                  </a:lnTo>
                  <a:lnTo>
                    <a:pt x="1753594" y="3848698"/>
                  </a:lnTo>
                  <a:lnTo>
                    <a:pt x="1753688" y="3848698"/>
                  </a:lnTo>
                  <a:lnTo>
                    <a:pt x="1753782" y="3848698"/>
                  </a:lnTo>
                  <a:lnTo>
                    <a:pt x="1753876" y="3848698"/>
                  </a:lnTo>
                  <a:lnTo>
                    <a:pt x="1753970" y="3848698"/>
                  </a:lnTo>
                  <a:lnTo>
                    <a:pt x="1754064" y="3848698"/>
                  </a:lnTo>
                  <a:lnTo>
                    <a:pt x="1754158" y="3848698"/>
                  </a:lnTo>
                  <a:lnTo>
                    <a:pt x="1754252" y="3848698"/>
                  </a:lnTo>
                  <a:lnTo>
                    <a:pt x="1754346" y="3848698"/>
                  </a:lnTo>
                  <a:lnTo>
                    <a:pt x="1754441" y="3848698"/>
                  </a:lnTo>
                  <a:lnTo>
                    <a:pt x="1754535" y="3848698"/>
                  </a:lnTo>
                  <a:lnTo>
                    <a:pt x="1754629" y="3848698"/>
                  </a:lnTo>
                  <a:lnTo>
                    <a:pt x="1754723" y="3848698"/>
                  </a:lnTo>
                  <a:lnTo>
                    <a:pt x="1754817" y="3848698"/>
                  </a:lnTo>
                  <a:lnTo>
                    <a:pt x="1754911" y="3848698"/>
                  </a:lnTo>
                  <a:lnTo>
                    <a:pt x="1755005" y="3848698"/>
                  </a:lnTo>
                  <a:lnTo>
                    <a:pt x="1755099" y="3848698"/>
                  </a:lnTo>
                  <a:lnTo>
                    <a:pt x="1755193" y="3848698"/>
                  </a:lnTo>
                  <a:lnTo>
                    <a:pt x="1755287" y="3848698"/>
                  </a:lnTo>
                  <a:lnTo>
                    <a:pt x="1755381" y="3848698"/>
                  </a:lnTo>
                  <a:lnTo>
                    <a:pt x="1755475" y="3848698"/>
                  </a:lnTo>
                  <a:lnTo>
                    <a:pt x="1755569" y="3848698"/>
                  </a:lnTo>
                  <a:lnTo>
                    <a:pt x="1755663" y="3848698"/>
                  </a:lnTo>
                  <a:lnTo>
                    <a:pt x="1755757" y="3848698"/>
                  </a:lnTo>
                  <a:lnTo>
                    <a:pt x="1755851" y="3848698"/>
                  </a:lnTo>
                  <a:lnTo>
                    <a:pt x="1755945" y="3848698"/>
                  </a:lnTo>
                  <a:lnTo>
                    <a:pt x="1756039" y="3848698"/>
                  </a:lnTo>
                  <a:lnTo>
                    <a:pt x="1756133" y="3848698"/>
                  </a:lnTo>
                  <a:lnTo>
                    <a:pt x="1756227" y="3848698"/>
                  </a:lnTo>
                  <a:lnTo>
                    <a:pt x="1756321" y="3848698"/>
                  </a:lnTo>
                  <a:lnTo>
                    <a:pt x="1756415" y="3848698"/>
                  </a:lnTo>
                  <a:lnTo>
                    <a:pt x="1756509" y="3848698"/>
                  </a:lnTo>
                  <a:lnTo>
                    <a:pt x="1756603" y="3848698"/>
                  </a:lnTo>
                  <a:lnTo>
                    <a:pt x="1756697" y="3848698"/>
                  </a:lnTo>
                  <a:lnTo>
                    <a:pt x="1756791" y="3848698"/>
                  </a:lnTo>
                  <a:lnTo>
                    <a:pt x="1756791" y="3843418"/>
                  </a:lnTo>
                  <a:lnTo>
                    <a:pt x="1756885" y="3843418"/>
                  </a:lnTo>
                  <a:lnTo>
                    <a:pt x="1756979" y="3843418"/>
                  </a:lnTo>
                  <a:lnTo>
                    <a:pt x="1757073" y="3843418"/>
                  </a:lnTo>
                  <a:lnTo>
                    <a:pt x="1757167" y="3843418"/>
                  </a:lnTo>
                  <a:lnTo>
                    <a:pt x="1757261" y="3843418"/>
                  </a:lnTo>
                  <a:lnTo>
                    <a:pt x="1757355" y="3843418"/>
                  </a:lnTo>
                  <a:lnTo>
                    <a:pt x="1757449" y="3843418"/>
                  </a:lnTo>
                  <a:lnTo>
                    <a:pt x="1757543" y="3843418"/>
                  </a:lnTo>
                  <a:lnTo>
                    <a:pt x="1757637" y="3843418"/>
                  </a:lnTo>
                  <a:lnTo>
                    <a:pt x="1757731" y="3843418"/>
                  </a:lnTo>
                  <a:lnTo>
                    <a:pt x="1757825" y="3843418"/>
                  </a:lnTo>
                  <a:lnTo>
                    <a:pt x="1757920" y="3843418"/>
                  </a:lnTo>
                  <a:lnTo>
                    <a:pt x="1758014" y="3843418"/>
                  </a:lnTo>
                  <a:lnTo>
                    <a:pt x="1758108" y="3843418"/>
                  </a:lnTo>
                  <a:lnTo>
                    <a:pt x="1758202" y="3843418"/>
                  </a:lnTo>
                  <a:lnTo>
                    <a:pt x="1758296" y="3843418"/>
                  </a:lnTo>
                  <a:lnTo>
                    <a:pt x="1758390" y="3843418"/>
                  </a:lnTo>
                  <a:lnTo>
                    <a:pt x="1758484" y="3843418"/>
                  </a:lnTo>
                  <a:lnTo>
                    <a:pt x="1758578" y="3843418"/>
                  </a:lnTo>
                  <a:lnTo>
                    <a:pt x="1758672" y="3843418"/>
                  </a:lnTo>
                  <a:lnTo>
                    <a:pt x="1758766" y="3843418"/>
                  </a:lnTo>
                  <a:lnTo>
                    <a:pt x="1758860" y="3843418"/>
                  </a:lnTo>
                  <a:lnTo>
                    <a:pt x="1758954" y="3843418"/>
                  </a:lnTo>
                  <a:lnTo>
                    <a:pt x="1759048" y="3843418"/>
                  </a:lnTo>
                  <a:lnTo>
                    <a:pt x="1759142" y="3843418"/>
                  </a:lnTo>
                  <a:lnTo>
                    <a:pt x="1759236" y="3843418"/>
                  </a:lnTo>
                  <a:lnTo>
                    <a:pt x="1759330" y="3843418"/>
                  </a:lnTo>
                  <a:lnTo>
                    <a:pt x="1759424" y="3843418"/>
                  </a:lnTo>
                  <a:lnTo>
                    <a:pt x="1759518" y="3843418"/>
                  </a:lnTo>
                  <a:lnTo>
                    <a:pt x="1759612" y="3843418"/>
                  </a:lnTo>
                  <a:lnTo>
                    <a:pt x="1759706" y="3843418"/>
                  </a:lnTo>
                  <a:lnTo>
                    <a:pt x="1759800" y="3843418"/>
                  </a:lnTo>
                  <a:lnTo>
                    <a:pt x="1759894" y="3843418"/>
                  </a:lnTo>
                  <a:lnTo>
                    <a:pt x="1759988" y="3843418"/>
                  </a:lnTo>
                  <a:lnTo>
                    <a:pt x="1760082" y="3843418"/>
                  </a:lnTo>
                  <a:lnTo>
                    <a:pt x="1760176" y="3843418"/>
                  </a:lnTo>
                  <a:lnTo>
                    <a:pt x="1760270" y="3843418"/>
                  </a:lnTo>
                  <a:lnTo>
                    <a:pt x="1760364" y="3843418"/>
                  </a:lnTo>
                  <a:lnTo>
                    <a:pt x="1760458" y="3843418"/>
                  </a:lnTo>
                  <a:lnTo>
                    <a:pt x="1760552" y="3843418"/>
                  </a:lnTo>
                  <a:lnTo>
                    <a:pt x="1760646" y="3843418"/>
                  </a:lnTo>
                  <a:lnTo>
                    <a:pt x="1760740" y="3843418"/>
                  </a:lnTo>
                  <a:lnTo>
                    <a:pt x="1760834" y="3843418"/>
                  </a:lnTo>
                  <a:lnTo>
                    <a:pt x="1760928" y="3843418"/>
                  </a:lnTo>
                  <a:lnTo>
                    <a:pt x="1761022" y="3843418"/>
                  </a:lnTo>
                  <a:lnTo>
                    <a:pt x="1761116" y="3843418"/>
                  </a:lnTo>
                  <a:lnTo>
                    <a:pt x="1761210" y="3843418"/>
                  </a:lnTo>
                  <a:lnTo>
                    <a:pt x="1761304" y="3843418"/>
                  </a:lnTo>
                  <a:lnTo>
                    <a:pt x="1761398" y="3843418"/>
                  </a:lnTo>
                  <a:lnTo>
                    <a:pt x="1761493" y="3843418"/>
                  </a:lnTo>
                  <a:lnTo>
                    <a:pt x="1761587" y="3843418"/>
                  </a:lnTo>
                  <a:lnTo>
                    <a:pt x="1761681" y="3843418"/>
                  </a:lnTo>
                  <a:lnTo>
                    <a:pt x="1761775" y="3843418"/>
                  </a:lnTo>
                  <a:lnTo>
                    <a:pt x="1761869" y="3843418"/>
                  </a:lnTo>
                  <a:lnTo>
                    <a:pt x="1761963" y="3843418"/>
                  </a:lnTo>
                  <a:lnTo>
                    <a:pt x="1762057" y="3843418"/>
                  </a:lnTo>
                  <a:lnTo>
                    <a:pt x="1762151" y="3843418"/>
                  </a:lnTo>
                  <a:lnTo>
                    <a:pt x="1762245" y="3843418"/>
                  </a:lnTo>
                  <a:lnTo>
                    <a:pt x="1762339" y="3843418"/>
                  </a:lnTo>
                  <a:lnTo>
                    <a:pt x="1762433" y="3843418"/>
                  </a:lnTo>
                  <a:lnTo>
                    <a:pt x="1762527" y="3843418"/>
                  </a:lnTo>
                  <a:lnTo>
                    <a:pt x="1762621" y="3843418"/>
                  </a:lnTo>
                  <a:lnTo>
                    <a:pt x="1762621" y="3838139"/>
                  </a:lnTo>
                  <a:lnTo>
                    <a:pt x="1762715" y="3838139"/>
                  </a:lnTo>
                  <a:lnTo>
                    <a:pt x="1762809" y="3838139"/>
                  </a:lnTo>
                  <a:lnTo>
                    <a:pt x="1762903" y="3838139"/>
                  </a:lnTo>
                  <a:lnTo>
                    <a:pt x="1762997" y="3838139"/>
                  </a:lnTo>
                  <a:lnTo>
                    <a:pt x="1763091" y="3838139"/>
                  </a:lnTo>
                  <a:lnTo>
                    <a:pt x="1763185" y="3838139"/>
                  </a:lnTo>
                  <a:lnTo>
                    <a:pt x="1763279" y="3838139"/>
                  </a:lnTo>
                  <a:lnTo>
                    <a:pt x="1763373" y="3838139"/>
                  </a:lnTo>
                  <a:lnTo>
                    <a:pt x="1763467" y="3838139"/>
                  </a:lnTo>
                  <a:lnTo>
                    <a:pt x="1763561" y="3838139"/>
                  </a:lnTo>
                  <a:lnTo>
                    <a:pt x="1763655" y="3838139"/>
                  </a:lnTo>
                  <a:lnTo>
                    <a:pt x="1763749" y="3838139"/>
                  </a:lnTo>
                  <a:lnTo>
                    <a:pt x="1763843" y="3838139"/>
                  </a:lnTo>
                  <a:lnTo>
                    <a:pt x="1763937" y="3838139"/>
                  </a:lnTo>
                  <a:lnTo>
                    <a:pt x="1764031" y="3838139"/>
                  </a:lnTo>
                  <a:lnTo>
                    <a:pt x="1764031" y="3832859"/>
                  </a:lnTo>
                  <a:lnTo>
                    <a:pt x="1764125" y="3832859"/>
                  </a:lnTo>
                  <a:lnTo>
                    <a:pt x="1764219" y="3832859"/>
                  </a:lnTo>
                  <a:lnTo>
                    <a:pt x="1764313" y="3832859"/>
                  </a:lnTo>
                  <a:lnTo>
                    <a:pt x="1764407" y="3832859"/>
                  </a:lnTo>
                  <a:lnTo>
                    <a:pt x="1764501" y="3832859"/>
                  </a:lnTo>
                  <a:lnTo>
                    <a:pt x="1764595" y="3832859"/>
                  </a:lnTo>
                  <a:lnTo>
                    <a:pt x="1764689" y="3832859"/>
                  </a:lnTo>
                  <a:lnTo>
                    <a:pt x="1764783" y="3832859"/>
                  </a:lnTo>
                  <a:lnTo>
                    <a:pt x="1764877" y="3832859"/>
                  </a:lnTo>
                  <a:lnTo>
                    <a:pt x="1764971" y="3832859"/>
                  </a:lnTo>
                  <a:lnTo>
                    <a:pt x="1765066" y="3832859"/>
                  </a:lnTo>
                  <a:lnTo>
                    <a:pt x="1765160" y="3832859"/>
                  </a:lnTo>
                  <a:lnTo>
                    <a:pt x="1765254" y="3832859"/>
                  </a:lnTo>
                  <a:lnTo>
                    <a:pt x="1765348" y="3832859"/>
                  </a:lnTo>
                  <a:lnTo>
                    <a:pt x="1765442" y="3832859"/>
                  </a:lnTo>
                  <a:lnTo>
                    <a:pt x="1765536" y="3832859"/>
                  </a:lnTo>
                  <a:lnTo>
                    <a:pt x="1765630" y="3832859"/>
                  </a:lnTo>
                  <a:lnTo>
                    <a:pt x="1765724" y="3832859"/>
                  </a:lnTo>
                  <a:lnTo>
                    <a:pt x="1765818" y="3832859"/>
                  </a:lnTo>
                  <a:lnTo>
                    <a:pt x="1765912" y="3832859"/>
                  </a:lnTo>
                  <a:lnTo>
                    <a:pt x="1766006" y="3832859"/>
                  </a:lnTo>
                  <a:lnTo>
                    <a:pt x="1766100" y="3832859"/>
                  </a:lnTo>
                  <a:lnTo>
                    <a:pt x="1766194" y="3832859"/>
                  </a:lnTo>
                  <a:lnTo>
                    <a:pt x="1766288" y="3832859"/>
                  </a:lnTo>
                  <a:lnTo>
                    <a:pt x="1766382" y="3832859"/>
                  </a:lnTo>
                  <a:lnTo>
                    <a:pt x="1766476" y="3832859"/>
                  </a:lnTo>
                  <a:lnTo>
                    <a:pt x="1766570" y="3832859"/>
                  </a:lnTo>
                  <a:lnTo>
                    <a:pt x="1766664" y="3832859"/>
                  </a:lnTo>
                  <a:lnTo>
                    <a:pt x="1766758" y="3832859"/>
                  </a:lnTo>
                  <a:lnTo>
                    <a:pt x="1766852" y="3832859"/>
                  </a:lnTo>
                  <a:lnTo>
                    <a:pt x="1766946" y="3832859"/>
                  </a:lnTo>
                  <a:lnTo>
                    <a:pt x="1767040" y="3832859"/>
                  </a:lnTo>
                  <a:lnTo>
                    <a:pt x="1767134" y="3832859"/>
                  </a:lnTo>
                  <a:lnTo>
                    <a:pt x="1767228" y="3832859"/>
                  </a:lnTo>
                  <a:lnTo>
                    <a:pt x="1767322" y="3832859"/>
                  </a:lnTo>
                  <a:lnTo>
                    <a:pt x="1767416" y="3832859"/>
                  </a:lnTo>
                  <a:lnTo>
                    <a:pt x="1767510" y="3832859"/>
                  </a:lnTo>
                  <a:lnTo>
                    <a:pt x="1767604" y="3832859"/>
                  </a:lnTo>
                  <a:lnTo>
                    <a:pt x="1767698" y="3832859"/>
                  </a:lnTo>
                  <a:lnTo>
                    <a:pt x="1767792" y="3832859"/>
                  </a:lnTo>
                  <a:lnTo>
                    <a:pt x="1767886" y="3832859"/>
                  </a:lnTo>
                  <a:lnTo>
                    <a:pt x="1767980" y="3832859"/>
                  </a:lnTo>
                  <a:lnTo>
                    <a:pt x="1768074" y="3832859"/>
                  </a:lnTo>
                  <a:lnTo>
                    <a:pt x="1768168" y="3832859"/>
                  </a:lnTo>
                  <a:lnTo>
                    <a:pt x="1768262" y="3832859"/>
                  </a:lnTo>
                  <a:lnTo>
                    <a:pt x="1768356" y="3832859"/>
                  </a:lnTo>
                  <a:lnTo>
                    <a:pt x="1768450" y="3832859"/>
                  </a:lnTo>
                  <a:lnTo>
                    <a:pt x="1768545" y="3832859"/>
                  </a:lnTo>
                  <a:lnTo>
                    <a:pt x="1768639" y="3832859"/>
                  </a:lnTo>
                  <a:lnTo>
                    <a:pt x="1768733" y="3832859"/>
                  </a:lnTo>
                  <a:lnTo>
                    <a:pt x="1768827" y="3832859"/>
                  </a:lnTo>
                  <a:lnTo>
                    <a:pt x="1768921" y="3832859"/>
                  </a:lnTo>
                  <a:lnTo>
                    <a:pt x="1769015" y="3832859"/>
                  </a:lnTo>
                  <a:lnTo>
                    <a:pt x="1769109" y="3832859"/>
                  </a:lnTo>
                  <a:lnTo>
                    <a:pt x="1769203" y="3832859"/>
                  </a:lnTo>
                  <a:lnTo>
                    <a:pt x="1769297" y="3832859"/>
                  </a:lnTo>
                  <a:lnTo>
                    <a:pt x="1769391" y="3832859"/>
                  </a:lnTo>
                  <a:lnTo>
                    <a:pt x="1769485" y="3832859"/>
                  </a:lnTo>
                  <a:lnTo>
                    <a:pt x="1769579" y="3832859"/>
                  </a:lnTo>
                  <a:lnTo>
                    <a:pt x="1769673" y="3832859"/>
                  </a:lnTo>
                  <a:lnTo>
                    <a:pt x="1769767" y="3832859"/>
                  </a:lnTo>
                  <a:lnTo>
                    <a:pt x="1769861" y="3832859"/>
                  </a:lnTo>
                  <a:lnTo>
                    <a:pt x="1769955" y="3832859"/>
                  </a:lnTo>
                  <a:lnTo>
                    <a:pt x="1770049" y="3832859"/>
                  </a:lnTo>
                  <a:lnTo>
                    <a:pt x="1770143" y="3832859"/>
                  </a:lnTo>
                  <a:lnTo>
                    <a:pt x="1770237" y="3832859"/>
                  </a:lnTo>
                  <a:lnTo>
                    <a:pt x="1770331" y="3832859"/>
                  </a:lnTo>
                  <a:lnTo>
                    <a:pt x="1770425" y="3832859"/>
                  </a:lnTo>
                  <a:lnTo>
                    <a:pt x="1770519" y="3832859"/>
                  </a:lnTo>
                  <a:lnTo>
                    <a:pt x="1770613" y="3832859"/>
                  </a:lnTo>
                  <a:lnTo>
                    <a:pt x="1770707" y="3832859"/>
                  </a:lnTo>
                  <a:lnTo>
                    <a:pt x="1770801" y="3832859"/>
                  </a:lnTo>
                  <a:lnTo>
                    <a:pt x="1770895" y="3832859"/>
                  </a:lnTo>
                  <a:lnTo>
                    <a:pt x="1770989" y="3832859"/>
                  </a:lnTo>
                  <a:lnTo>
                    <a:pt x="1771083" y="3832859"/>
                  </a:lnTo>
                  <a:lnTo>
                    <a:pt x="1771177" y="3832859"/>
                  </a:lnTo>
                  <a:lnTo>
                    <a:pt x="1771271" y="3832859"/>
                  </a:lnTo>
                  <a:lnTo>
                    <a:pt x="1771365" y="3832859"/>
                  </a:lnTo>
                  <a:lnTo>
                    <a:pt x="1771459" y="3832859"/>
                  </a:lnTo>
                  <a:lnTo>
                    <a:pt x="1771553" y="3832859"/>
                  </a:lnTo>
                  <a:lnTo>
                    <a:pt x="1771647" y="3832859"/>
                  </a:lnTo>
                  <a:lnTo>
                    <a:pt x="1771741" y="3832859"/>
                  </a:lnTo>
                  <a:lnTo>
                    <a:pt x="1771835" y="3832859"/>
                  </a:lnTo>
                  <a:lnTo>
                    <a:pt x="1771929" y="3832859"/>
                  </a:lnTo>
                  <a:lnTo>
                    <a:pt x="1772023" y="3832859"/>
                  </a:lnTo>
                  <a:lnTo>
                    <a:pt x="1772118" y="3832859"/>
                  </a:lnTo>
                  <a:lnTo>
                    <a:pt x="1772212" y="3832859"/>
                  </a:lnTo>
                  <a:lnTo>
                    <a:pt x="1772306" y="3832859"/>
                  </a:lnTo>
                  <a:lnTo>
                    <a:pt x="1772400" y="3832859"/>
                  </a:lnTo>
                  <a:lnTo>
                    <a:pt x="1772494" y="3832859"/>
                  </a:lnTo>
                  <a:lnTo>
                    <a:pt x="1772588" y="3832859"/>
                  </a:lnTo>
                  <a:lnTo>
                    <a:pt x="1772588" y="3827580"/>
                  </a:lnTo>
                  <a:lnTo>
                    <a:pt x="1772682" y="3827580"/>
                  </a:lnTo>
                  <a:lnTo>
                    <a:pt x="1772776" y="3827580"/>
                  </a:lnTo>
                  <a:lnTo>
                    <a:pt x="1772870" y="3827580"/>
                  </a:lnTo>
                  <a:lnTo>
                    <a:pt x="1772964" y="3827580"/>
                  </a:lnTo>
                  <a:lnTo>
                    <a:pt x="1773058" y="3827580"/>
                  </a:lnTo>
                  <a:lnTo>
                    <a:pt x="1773152" y="3827580"/>
                  </a:lnTo>
                  <a:lnTo>
                    <a:pt x="1773246" y="3827580"/>
                  </a:lnTo>
                  <a:lnTo>
                    <a:pt x="1773340" y="3827580"/>
                  </a:lnTo>
                  <a:lnTo>
                    <a:pt x="1773340" y="3822301"/>
                  </a:lnTo>
                  <a:lnTo>
                    <a:pt x="1773434" y="3822301"/>
                  </a:lnTo>
                  <a:lnTo>
                    <a:pt x="1773528" y="3822301"/>
                  </a:lnTo>
                  <a:lnTo>
                    <a:pt x="1773622" y="3822301"/>
                  </a:lnTo>
                  <a:lnTo>
                    <a:pt x="1773716" y="3822301"/>
                  </a:lnTo>
                  <a:lnTo>
                    <a:pt x="1773810" y="3822301"/>
                  </a:lnTo>
                  <a:lnTo>
                    <a:pt x="1773904" y="3822301"/>
                  </a:lnTo>
                  <a:lnTo>
                    <a:pt x="1773998" y="3822301"/>
                  </a:lnTo>
                  <a:lnTo>
                    <a:pt x="1774092" y="3822301"/>
                  </a:lnTo>
                  <a:lnTo>
                    <a:pt x="1774186" y="3822301"/>
                  </a:lnTo>
                  <a:lnTo>
                    <a:pt x="1774280" y="3822301"/>
                  </a:lnTo>
                  <a:lnTo>
                    <a:pt x="1774374" y="3822301"/>
                  </a:lnTo>
                  <a:lnTo>
                    <a:pt x="1774468" y="3822301"/>
                  </a:lnTo>
                  <a:lnTo>
                    <a:pt x="1774562" y="3822301"/>
                  </a:lnTo>
                  <a:lnTo>
                    <a:pt x="1774656" y="3822301"/>
                  </a:lnTo>
                  <a:lnTo>
                    <a:pt x="1774750" y="3822301"/>
                  </a:lnTo>
                  <a:lnTo>
                    <a:pt x="1774844" y="3822301"/>
                  </a:lnTo>
                  <a:lnTo>
                    <a:pt x="1774938" y="3822301"/>
                  </a:lnTo>
                  <a:lnTo>
                    <a:pt x="1775032" y="3822301"/>
                  </a:lnTo>
                  <a:lnTo>
                    <a:pt x="1775126" y="3822301"/>
                  </a:lnTo>
                  <a:lnTo>
                    <a:pt x="1775220" y="3822301"/>
                  </a:lnTo>
                  <a:lnTo>
                    <a:pt x="1775314" y="3822301"/>
                  </a:lnTo>
                  <a:lnTo>
                    <a:pt x="1775408" y="3822301"/>
                  </a:lnTo>
                  <a:lnTo>
                    <a:pt x="1775502" y="3822301"/>
                  </a:lnTo>
                  <a:lnTo>
                    <a:pt x="1775596" y="3822301"/>
                  </a:lnTo>
                  <a:lnTo>
                    <a:pt x="1775691" y="3822301"/>
                  </a:lnTo>
                  <a:lnTo>
                    <a:pt x="1775785" y="3822301"/>
                  </a:lnTo>
                  <a:lnTo>
                    <a:pt x="1775879" y="3822301"/>
                  </a:lnTo>
                  <a:lnTo>
                    <a:pt x="1775973" y="3822301"/>
                  </a:lnTo>
                  <a:lnTo>
                    <a:pt x="1776067" y="3822301"/>
                  </a:lnTo>
                  <a:lnTo>
                    <a:pt x="1776161" y="3822301"/>
                  </a:lnTo>
                  <a:lnTo>
                    <a:pt x="1776255" y="3822301"/>
                  </a:lnTo>
                  <a:lnTo>
                    <a:pt x="1776349" y="3822301"/>
                  </a:lnTo>
                  <a:lnTo>
                    <a:pt x="1776443" y="3822301"/>
                  </a:lnTo>
                  <a:lnTo>
                    <a:pt x="1776537" y="3822301"/>
                  </a:lnTo>
                  <a:lnTo>
                    <a:pt x="1776631" y="3822301"/>
                  </a:lnTo>
                  <a:lnTo>
                    <a:pt x="1776725" y="3822301"/>
                  </a:lnTo>
                  <a:lnTo>
                    <a:pt x="1776819" y="3822301"/>
                  </a:lnTo>
                  <a:lnTo>
                    <a:pt x="1776913" y="3822301"/>
                  </a:lnTo>
                  <a:lnTo>
                    <a:pt x="1777007" y="3822301"/>
                  </a:lnTo>
                  <a:lnTo>
                    <a:pt x="1777101" y="3822301"/>
                  </a:lnTo>
                  <a:lnTo>
                    <a:pt x="1777195" y="3822301"/>
                  </a:lnTo>
                  <a:lnTo>
                    <a:pt x="1777289" y="3822301"/>
                  </a:lnTo>
                  <a:lnTo>
                    <a:pt x="1777383" y="3822301"/>
                  </a:lnTo>
                  <a:lnTo>
                    <a:pt x="1777477" y="3822301"/>
                  </a:lnTo>
                  <a:lnTo>
                    <a:pt x="1777571" y="3822301"/>
                  </a:lnTo>
                  <a:lnTo>
                    <a:pt x="1777665" y="3822301"/>
                  </a:lnTo>
                  <a:lnTo>
                    <a:pt x="1777759" y="3822301"/>
                  </a:lnTo>
                  <a:lnTo>
                    <a:pt x="1777853" y="3822301"/>
                  </a:lnTo>
                  <a:lnTo>
                    <a:pt x="1777947" y="3822301"/>
                  </a:lnTo>
                  <a:lnTo>
                    <a:pt x="1778041" y="3822301"/>
                  </a:lnTo>
                  <a:lnTo>
                    <a:pt x="1778135" y="3822301"/>
                  </a:lnTo>
                  <a:lnTo>
                    <a:pt x="1778229" y="3822301"/>
                  </a:lnTo>
                  <a:lnTo>
                    <a:pt x="1778323" y="3822301"/>
                  </a:lnTo>
                  <a:lnTo>
                    <a:pt x="1778417" y="3822301"/>
                  </a:lnTo>
                  <a:lnTo>
                    <a:pt x="1778511" y="3822301"/>
                  </a:lnTo>
                  <a:lnTo>
                    <a:pt x="1778605" y="3822301"/>
                  </a:lnTo>
                  <a:lnTo>
                    <a:pt x="1778699" y="3822301"/>
                  </a:lnTo>
                  <a:lnTo>
                    <a:pt x="1778793" y="3822301"/>
                  </a:lnTo>
                  <a:lnTo>
                    <a:pt x="1778887" y="3822301"/>
                  </a:lnTo>
                  <a:lnTo>
                    <a:pt x="1778981" y="3822301"/>
                  </a:lnTo>
                  <a:lnTo>
                    <a:pt x="1779075" y="3822301"/>
                  </a:lnTo>
                  <a:lnTo>
                    <a:pt x="1779169" y="3822301"/>
                  </a:lnTo>
                  <a:lnTo>
                    <a:pt x="1779264" y="3822301"/>
                  </a:lnTo>
                  <a:lnTo>
                    <a:pt x="1779358" y="3822301"/>
                  </a:lnTo>
                  <a:lnTo>
                    <a:pt x="1779452" y="3822301"/>
                  </a:lnTo>
                  <a:lnTo>
                    <a:pt x="1779546" y="3822301"/>
                  </a:lnTo>
                  <a:lnTo>
                    <a:pt x="1779640" y="3822301"/>
                  </a:lnTo>
                  <a:lnTo>
                    <a:pt x="1779734" y="3822301"/>
                  </a:lnTo>
                  <a:lnTo>
                    <a:pt x="1779828" y="3822301"/>
                  </a:lnTo>
                  <a:lnTo>
                    <a:pt x="1779922" y="3822301"/>
                  </a:lnTo>
                  <a:lnTo>
                    <a:pt x="1780016" y="3822301"/>
                  </a:lnTo>
                  <a:lnTo>
                    <a:pt x="1780110" y="3822301"/>
                  </a:lnTo>
                  <a:lnTo>
                    <a:pt x="1780204" y="3822301"/>
                  </a:lnTo>
                  <a:lnTo>
                    <a:pt x="1780298" y="3822301"/>
                  </a:lnTo>
                  <a:lnTo>
                    <a:pt x="1780392" y="3822301"/>
                  </a:lnTo>
                  <a:lnTo>
                    <a:pt x="1780486" y="3822301"/>
                  </a:lnTo>
                  <a:lnTo>
                    <a:pt x="1780580" y="3822301"/>
                  </a:lnTo>
                  <a:lnTo>
                    <a:pt x="1780674" y="3822301"/>
                  </a:lnTo>
                  <a:lnTo>
                    <a:pt x="1780768" y="3822301"/>
                  </a:lnTo>
                  <a:lnTo>
                    <a:pt x="1780862" y="3822301"/>
                  </a:lnTo>
                  <a:lnTo>
                    <a:pt x="1780956" y="3822301"/>
                  </a:lnTo>
                  <a:lnTo>
                    <a:pt x="1781050" y="3822301"/>
                  </a:lnTo>
                  <a:lnTo>
                    <a:pt x="1781144" y="3822301"/>
                  </a:lnTo>
                  <a:lnTo>
                    <a:pt x="1781238" y="3822301"/>
                  </a:lnTo>
                  <a:lnTo>
                    <a:pt x="1781332" y="3822301"/>
                  </a:lnTo>
                  <a:lnTo>
                    <a:pt x="1781426" y="3822301"/>
                  </a:lnTo>
                  <a:lnTo>
                    <a:pt x="1781520" y="3822301"/>
                  </a:lnTo>
                  <a:lnTo>
                    <a:pt x="1781614" y="3822301"/>
                  </a:lnTo>
                  <a:lnTo>
                    <a:pt x="1781708" y="3822301"/>
                  </a:lnTo>
                  <a:lnTo>
                    <a:pt x="1781802" y="3822301"/>
                  </a:lnTo>
                  <a:lnTo>
                    <a:pt x="1781896" y="3822301"/>
                  </a:lnTo>
                  <a:lnTo>
                    <a:pt x="1781990" y="3822301"/>
                  </a:lnTo>
                  <a:lnTo>
                    <a:pt x="1782084" y="3822301"/>
                  </a:lnTo>
                  <a:lnTo>
                    <a:pt x="1782178" y="3822301"/>
                  </a:lnTo>
                  <a:lnTo>
                    <a:pt x="1782272" y="3822301"/>
                  </a:lnTo>
                  <a:lnTo>
                    <a:pt x="1782366" y="3822301"/>
                  </a:lnTo>
                  <a:lnTo>
                    <a:pt x="1782460" y="3822301"/>
                  </a:lnTo>
                  <a:lnTo>
                    <a:pt x="1782554" y="3822301"/>
                  </a:lnTo>
                  <a:lnTo>
                    <a:pt x="1782648" y="3822301"/>
                  </a:lnTo>
                  <a:lnTo>
                    <a:pt x="1782743" y="3822301"/>
                  </a:lnTo>
                  <a:lnTo>
                    <a:pt x="1782837" y="3822301"/>
                  </a:lnTo>
                  <a:lnTo>
                    <a:pt x="1782931" y="3822301"/>
                  </a:lnTo>
                  <a:lnTo>
                    <a:pt x="1783025" y="3822301"/>
                  </a:lnTo>
                  <a:lnTo>
                    <a:pt x="1783119" y="3822301"/>
                  </a:lnTo>
                  <a:lnTo>
                    <a:pt x="1783213" y="3822301"/>
                  </a:lnTo>
                  <a:lnTo>
                    <a:pt x="1783307" y="3822301"/>
                  </a:lnTo>
                  <a:lnTo>
                    <a:pt x="1783307" y="3817021"/>
                  </a:lnTo>
                  <a:lnTo>
                    <a:pt x="1783401" y="3817021"/>
                  </a:lnTo>
                  <a:lnTo>
                    <a:pt x="1783495" y="3817021"/>
                  </a:lnTo>
                  <a:lnTo>
                    <a:pt x="1783589" y="3817021"/>
                  </a:lnTo>
                  <a:lnTo>
                    <a:pt x="1783683" y="3817021"/>
                  </a:lnTo>
                  <a:lnTo>
                    <a:pt x="1783777" y="3817021"/>
                  </a:lnTo>
                  <a:lnTo>
                    <a:pt x="1783871" y="3817021"/>
                  </a:lnTo>
                  <a:lnTo>
                    <a:pt x="1783965" y="3817021"/>
                  </a:lnTo>
                  <a:lnTo>
                    <a:pt x="1784059" y="3817021"/>
                  </a:lnTo>
                  <a:lnTo>
                    <a:pt x="1784153" y="3817021"/>
                  </a:lnTo>
                  <a:lnTo>
                    <a:pt x="1784247" y="3817021"/>
                  </a:lnTo>
                  <a:lnTo>
                    <a:pt x="1784341" y="3817021"/>
                  </a:lnTo>
                  <a:lnTo>
                    <a:pt x="1784435" y="3817021"/>
                  </a:lnTo>
                  <a:lnTo>
                    <a:pt x="1784529" y="3817021"/>
                  </a:lnTo>
                  <a:lnTo>
                    <a:pt x="1784623" y="3817021"/>
                  </a:lnTo>
                  <a:lnTo>
                    <a:pt x="1784717" y="3817021"/>
                  </a:lnTo>
                  <a:lnTo>
                    <a:pt x="1784811" y="3817021"/>
                  </a:lnTo>
                  <a:lnTo>
                    <a:pt x="1784905" y="3817021"/>
                  </a:lnTo>
                  <a:lnTo>
                    <a:pt x="1784999" y="3817021"/>
                  </a:lnTo>
                  <a:lnTo>
                    <a:pt x="1785093" y="3817021"/>
                  </a:lnTo>
                  <a:lnTo>
                    <a:pt x="1785187" y="3817021"/>
                  </a:lnTo>
                  <a:lnTo>
                    <a:pt x="1785281" y="3817021"/>
                  </a:lnTo>
                  <a:lnTo>
                    <a:pt x="1785375" y="3817021"/>
                  </a:lnTo>
                  <a:lnTo>
                    <a:pt x="1785469" y="3817021"/>
                  </a:lnTo>
                  <a:lnTo>
                    <a:pt x="1785563" y="3817021"/>
                  </a:lnTo>
                  <a:lnTo>
                    <a:pt x="1785657" y="3817021"/>
                  </a:lnTo>
                  <a:lnTo>
                    <a:pt x="1785751" y="3817021"/>
                  </a:lnTo>
                  <a:lnTo>
                    <a:pt x="1785845" y="3817021"/>
                  </a:lnTo>
                  <a:lnTo>
                    <a:pt x="1785939" y="3817021"/>
                  </a:lnTo>
                  <a:lnTo>
                    <a:pt x="1786033" y="3817021"/>
                  </a:lnTo>
                  <a:lnTo>
                    <a:pt x="1786127" y="3817021"/>
                  </a:lnTo>
                  <a:lnTo>
                    <a:pt x="1786221" y="3817021"/>
                  </a:lnTo>
                  <a:lnTo>
                    <a:pt x="1786316" y="3817021"/>
                  </a:lnTo>
                  <a:lnTo>
                    <a:pt x="1786410" y="3817021"/>
                  </a:lnTo>
                  <a:lnTo>
                    <a:pt x="1786504" y="3817021"/>
                  </a:lnTo>
                  <a:lnTo>
                    <a:pt x="1786504" y="3811742"/>
                  </a:lnTo>
                  <a:lnTo>
                    <a:pt x="1786598" y="3811742"/>
                  </a:lnTo>
                  <a:lnTo>
                    <a:pt x="1786692" y="3811742"/>
                  </a:lnTo>
                  <a:lnTo>
                    <a:pt x="1786786" y="3811742"/>
                  </a:lnTo>
                  <a:lnTo>
                    <a:pt x="1786880" y="3811742"/>
                  </a:lnTo>
                  <a:lnTo>
                    <a:pt x="1786974" y="3811742"/>
                  </a:lnTo>
                  <a:lnTo>
                    <a:pt x="1787068" y="3811742"/>
                  </a:lnTo>
                  <a:lnTo>
                    <a:pt x="1787162" y="3811742"/>
                  </a:lnTo>
                  <a:lnTo>
                    <a:pt x="1787256" y="3811742"/>
                  </a:lnTo>
                  <a:lnTo>
                    <a:pt x="1787350" y="3811742"/>
                  </a:lnTo>
                  <a:lnTo>
                    <a:pt x="1787444" y="3811742"/>
                  </a:lnTo>
                  <a:lnTo>
                    <a:pt x="1787538" y="3811742"/>
                  </a:lnTo>
                  <a:lnTo>
                    <a:pt x="1787632" y="3811742"/>
                  </a:lnTo>
                  <a:lnTo>
                    <a:pt x="1787726" y="3811742"/>
                  </a:lnTo>
                  <a:lnTo>
                    <a:pt x="1787820" y="3811742"/>
                  </a:lnTo>
                  <a:lnTo>
                    <a:pt x="1787914" y="3811742"/>
                  </a:lnTo>
                  <a:lnTo>
                    <a:pt x="1788008" y="3811742"/>
                  </a:lnTo>
                  <a:lnTo>
                    <a:pt x="1788102" y="3811742"/>
                  </a:lnTo>
                  <a:lnTo>
                    <a:pt x="1788196" y="3811742"/>
                  </a:lnTo>
                  <a:lnTo>
                    <a:pt x="1788290" y="3811742"/>
                  </a:lnTo>
                  <a:lnTo>
                    <a:pt x="1788384" y="3811742"/>
                  </a:lnTo>
                  <a:lnTo>
                    <a:pt x="1788384" y="3806462"/>
                  </a:lnTo>
                  <a:lnTo>
                    <a:pt x="1788478" y="3806462"/>
                  </a:lnTo>
                  <a:lnTo>
                    <a:pt x="1788572" y="3806462"/>
                  </a:lnTo>
                  <a:lnTo>
                    <a:pt x="1788666" y="3806462"/>
                  </a:lnTo>
                  <a:lnTo>
                    <a:pt x="1788760" y="3806462"/>
                  </a:lnTo>
                  <a:lnTo>
                    <a:pt x="1788854" y="3806462"/>
                  </a:lnTo>
                  <a:lnTo>
                    <a:pt x="1788948" y="3806462"/>
                  </a:lnTo>
                  <a:lnTo>
                    <a:pt x="1789042" y="3806462"/>
                  </a:lnTo>
                  <a:lnTo>
                    <a:pt x="1789136" y="3806462"/>
                  </a:lnTo>
                  <a:lnTo>
                    <a:pt x="1789230" y="3806462"/>
                  </a:lnTo>
                  <a:lnTo>
                    <a:pt x="1789324" y="3806462"/>
                  </a:lnTo>
                  <a:lnTo>
                    <a:pt x="1789418" y="3806462"/>
                  </a:lnTo>
                  <a:lnTo>
                    <a:pt x="1789512" y="3806462"/>
                  </a:lnTo>
                  <a:lnTo>
                    <a:pt x="1789606" y="3806462"/>
                  </a:lnTo>
                  <a:lnTo>
                    <a:pt x="1789700" y="3806462"/>
                  </a:lnTo>
                  <a:lnTo>
                    <a:pt x="1789794" y="3806462"/>
                  </a:lnTo>
                  <a:lnTo>
                    <a:pt x="1789889" y="3806462"/>
                  </a:lnTo>
                  <a:lnTo>
                    <a:pt x="1789983" y="3806462"/>
                  </a:lnTo>
                  <a:lnTo>
                    <a:pt x="1790077" y="3806462"/>
                  </a:lnTo>
                  <a:lnTo>
                    <a:pt x="1790171" y="3806462"/>
                  </a:lnTo>
                  <a:lnTo>
                    <a:pt x="1790265" y="3806462"/>
                  </a:lnTo>
                  <a:lnTo>
                    <a:pt x="1790359" y="3806462"/>
                  </a:lnTo>
                  <a:lnTo>
                    <a:pt x="1790453" y="3806462"/>
                  </a:lnTo>
                  <a:lnTo>
                    <a:pt x="1790547" y="3806462"/>
                  </a:lnTo>
                  <a:lnTo>
                    <a:pt x="1790641" y="3806462"/>
                  </a:lnTo>
                  <a:lnTo>
                    <a:pt x="1790735" y="3806462"/>
                  </a:lnTo>
                  <a:lnTo>
                    <a:pt x="1790829" y="3806462"/>
                  </a:lnTo>
                  <a:lnTo>
                    <a:pt x="1790923" y="3806462"/>
                  </a:lnTo>
                  <a:lnTo>
                    <a:pt x="1791017" y="3806462"/>
                  </a:lnTo>
                  <a:lnTo>
                    <a:pt x="1791111" y="3806462"/>
                  </a:lnTo>
                  <a:lnTo>
                    <a:pt x="1791205" y="3806462"/>
                  </a:lnTo>
                  <a:lnTo>
                    <a:pt x="1791299" y="3806462"/>
                  </a:lnTo>
                  <a:lnTo>
                    <a:pt x="1791393" y="3806462"/>
                  </a:lnTo>
                  <a:lnTo>
                    <a:pt x="1791487" y="3806462"/>
                  </a:lnTo>
                  <a:lnTo>
                    <a:pt x="1791581" y="3806462"/>
                  </a:lnTo>
                  <a:lnTo>
                    <a:pt x="1791675" y="3806462"/>
                  </a:lnTo>
                  <a:lnTo>
                    <a:pt x="1791769" y="3806462"/>
                  </a:lnTo>
                  <a:lnTo>
                    <a:pt x="1791863" y="3806462"/>
                  </a:lnTo>
                  <a:lnTo>
                    <a:pt x="1791957" y="3806462"/>
                  </a:lnTo>
                  <a:lnTo>
                    <a:pt x="1792051" y="3806462"/>
                  </a:lnTo>
                  <a:lnTo>
                    <a:pt x="1792145" y="3806462"/>
                  </a:lnTo>
                  <a:lnTo>
                    <a:pt x="1792239" y="3806462"/>
                  </a:lnTo>
                  <a:lnTo>
                    <a:pt x="1792239" y="3801183"/>
                  </a:lnTo>
                  <a:lnTo>
                    <a:pt x="1792333" y="3801183"/>
                  </a:lnTo>
                  <a:lnTo>
                    <a:pt x="1792333" y="3795903"/>
                  </a:lnTo>
                  <a:lnTo>
                    <a:pt x="1792427" y="3795903"/>
                  </a:lnTo>
                  <a:lnTo>
                    <a:pt x="1792521" y="3795903"/>
                  </a:lnTo>
                  <a:lnTo>
                    <a:pt x="1792615" y="3795903"/>
                  </a:lnTo>
                  <a:lnTo>
                    <a:pt x="1792709" y="3795903"/>
                  </a:lnTo>
                  <a:lnTo>
                    <a:pt x="1792803" y="3795903"/>
                  </a:lnTo>
                  <a:lnTo>
                    <a:pt x="1792897" y="3795903"/>
                  </a:lnTo>
                  <a:lnTo>
                    <a:pt x="1792991" y="3795903"/>
                  </a:lnTo>
                  <a:lnTo>
                    <a:pt x="1793085" y="3795903"/>
                  </a:lnTo>
                  <a:lnTo>
                    <a:pt x="1793179" y="3795903"/>
                  </a:lnTo>
                  <a:lnTo>
                    <a:pt x="1793273" y="3795903"/>
                  </a:lnTo>
                  <a:lnTo>
                    <a:pt x="1793368" y="3795903"/>
                  </a:lnTo>
                  <a:lnTo>
                    <a:pt x="1793462" y="3795903"/>
                  </a:lnTo>
                  <a:lnTo>
                    <a:pt x="1793556" y="3795903"/>
                  </a:lnTo>
                  <a:lnTo>
                    <a:pt x="1793650" y="3795903"/>
                  </a:lnTo>
                  <a:lnTo>
                    <a:pt x="1793744" y="3795903"/>
                  </a:lnTo>
                  <a:lnTo>
                    <a:pt x="1793838" y="3795903"/>
                  </a:lnTo>
                  <a:lnTo>
                    <a:pt x="1793932" y="3795903"/>
                  </a:lnTo>
                  <a:lnTo>
                    <a:pt x="1794026" y="3795903"/>
                  </a:lnTo>
                  <a:lnTo>
                    <a:pt x="1794120" y="3795903"/>
                  </a:lnTo>
                  <a:lnTo>
                    <a:pt x="1794214" y="3795903"/>
                  </a:lnTo>
                  <a:lnTo>
                    <a:pt x="1794308" y="3795903"/>
                  </a:lnTo>
                  <a:lnTo>
                    <a:pt x="1794402" y="3795903"/>
                  </a:lnTo>
                  <a:lnTo>
                    <a:pt x="1794496" y="3795903"/>
                  </a:lnTo>
                  <a:lnTo>
                    <a:pt x="1794590" y="3795903"/>
                  </a:lnTo>
                  <a:lnTo>
                    <a:pt x="1794684" y="3795903"/>
                  </a:lnTo>
                  <a:lnTo>
                    <a:pt x="1794778" y="3795903"/>
                  </a:lnTo>
                  <a:lnTo>
                    <a:pt x="1794872" y="3795903"/>
                  </a:lnTo>
                  <a:lnTo>
                    <a:pt x="1794966" y="3795903"/>
                  </a:lnTo>
                  <a:lnTo>
                    <a:pt x="1795060" y="3795903"/>
                  </a:lnTo>
                  <a:lnTo>
                    <a:pt x="1795154" y="3795903"/>
                  </a:lnTo>
                  <a:lnTo>
                    <a:pt x="1795248" y="3795903"/>
                  </a:lnTo>
                  <a:lnTo>
                    <a:pt x="1795342" y="3795903"/>
                  </a:lnTo>
                  <a:lnTo>
                    <a:pt x="1795436" y="3795903"/>
                  </a:lnTo>
                  <a:lnTo>
                    <a:pt x="1795530" y="3795903"/>
                  </a:lnTo>
                  <a:lnTo>
                    <a:pt x="1795624" y="3795903"/>
                  </a:lnTo>
                  <a:lnTo>
                    <a:pt x="1795718" y="3795903"/>
                  </a:lnTo>
                  <a:lnTo>
                    <a:pt x="1795812" y="3795903"/>
                  </a:lnTo>
                  <a:lnTo>
                    <a:pt x="1795906" y="3795903"/>
                  </a:lnTo>
                  <a:lnTo>
                    <a:pt x="1796000" y="3795903"/>
                  </a:lnTo>
                  <a:lnTo>
                    <a:pt x="1796094" y="3795903"/>
                  </a:lnTo>
                  <a:lnTo>
                    <a:pt x="1796188" y="3795903"/>
                  </a:lnTo>
                  <a:lnTo>
                    <a:pt x="1796282" y="3795903"/>
                  </a:lnTo>
                  <a:lnTo>
                    <a:pt x="1796376" y="3795903"/>
                  </a:lnTo>
                  <a:lnTo>
                    <a:pt x="1796470" y="3795903"/>
                  </a:lnTo>
                  <a:lnTo>
                    <a:pt x="1796564" y="3795903"/>
                  </a:lnTo>
                  <a:lnTo>
                    <a:pt x="1796658" y="3795903"/>
                  </a:lnTo>
                  <a:lnTo>
                    <a:pt x="1796752" y="3795903"/>
                  </a:lnTo>
                  <a:lnTo>
                    <a:pt x="1796846" y="3795903"/>
                  </a:lnTo>
                  <a:lnTo>
                    <a:pt x="1796941" y="3795903"/>
                  </a:lnTo>
                  <a:lnTo>
                    <a:pt x="1797035" y="3795903"/>
                  </a:lnTo>
                  <a:lnTo>
                    <a:pt x="1797129" y="3795903"/>
                  </a:lnTo>
                  <a:lnTo>
                    <a:pt x="1797223" y="3795903"/>
                  </a:lnTo>
                  <a:lnTo>
                    <a:pt x="1797317" y="3795903"/>
                  </a:lnTo>
                  <a:lnTo>
                    <a:pt x="1797411" y="3795903"/>
                  </a:lnTo>
                  <a:lnTo>
                    <a:pt x="1797505" y="3795903"/>
                  </a:lnTo>
                  <a:lnTo>
                    <a:pt x="1797599" y="3795903"/>
                  </a:lnTo>
                  <a:lnTo>
                    <a:pt x="1797693" y="3795903"/>
                  </a:lnTo>
                  <a:lnTo>
                    <a:pt x="1797787" y="3795903"/>
                  </a:lnTo>
                  <a:lnTo>
                    <a:pt x="1797881" y="3795903"/>
                  </a:lnTo>
                  <a:lnTo>
                    <a:pt x="1797975" y="3795903"/>
                  </a:lnTo>
                  <a:lnTo>
                    <a:pt x="1798069" y="3795903"/>
                  </a:lnTo>
                  <a:lnTo>
                    <a:pt x="1798163" y="3795903"/>
                  </a:lnTo>
                  <a:lnTo>
                    <a:pt x="1798163" y="3790624"/>
                  </a:lnTo>
                  <a:lnTo>
                    <a:pt x="1798257" y="3790624"/>
                  </a:lnTo>
                  <a:lnTo>
                    <a:pt x="1798351" y="3790624"/>
                  </a:lnTo>
                  <a:lnTo>
                    <a:pt x="1798445" y="3790624"/>
                  </a:lnTo>
                  <a:lnTo>
                    <a:pt x="1798539" y="3790624"/>
                  </a:lnTo>
                  <a:lnTo>
                    <a:pt x="1798633" y="3790624"/>
                  </a:lnTo>
                  <a:lnTo>
                    <a:pt x="1798727" y="3790624"/>
                  </a:lnTo>
                  <a:lnTo>
                    <a:pt x="1798821" y="3790624"/>
                  </a:lnTo>
                  <a:lnTo>
                    <a:pt x="1798915" y="3790624"/>
                  </a:lnTo>
                  <a:lnTo>
                    <a:pt x="1799009" y="3790624"/>
                  </a:lnTo>
                  <a:lnTo>
                    <a:pt x="1799103" y="3790624"/>
                  </a:lnTo>
                  <a:lnTo>
                    <a:pt x="1799197" y="3790624"/>
                  </a:lnTo>
                  <a:lnTo>
                    <a:pt x="1799291" y="3790624"/>
                  </a:lnTo>
                  <a:lnTo>
                    <a:pt x="1799385" y="3790624"/>
                  </a:lnTo>
                  <a:lnTo>
                    <a:pt x="1799479" y="3790624"/>
                  </a:lnTo>
                  <a:lnTo>
                    <a:pt x="1799573" y="3790624"/>
                  </a:lnTo>
                  <a:lnTo>
                    <a:pt x="1799667" y="3790624"/>
                  </a:lnTo>
                  <a:lnTo>
                    <a:pt x="1799761" y="3790624"/>
                  </a:lnTo>
                  <a:lnTo>
                    <a:pt x="1799855" y="3790624"/>
                  </a:lnTo>
                  <a:lnTo>
                    <a:pt x="1799949" y="3790624"/>
                  </a:lnTo>
                  <a:lnTo>
                    <a:pt x="1800043" y="3790624"/>
                  </a:lnTo>
                  <a:lnTo>
                    <a:pt x="1800137" y="3790624"/>
                  </a:lnTo>
                  <a:lnTo>
                    <a:pt x="1800231" y="3790624"/>
                  </a:lnTo>
                  <a:lnTo>
                    <a:pt x="1800325" y="3790624"/>
                  </a:lnTo>
                  <a:lnTo>
                    <a:pt x="1800419" y="3790624"/>
                  </a:lnTo>
                  <a:lnTo>
                    <a:pt x="1800514" y="3790624"/>
                  </a:lnTo>
                  <a:lnTo>
                    <a:pt x="1800514" y="3785345"/>
                  </a:lnTo>
                  <a:lnTo>
                    <a:pt x="1800608" y="3785345"/>
                  </a:lnTo>
                  <a:lnTo>
                    <a:pt x="1800702" y="3785345"/>
                  </a:lnTo>
                  <a:lnTo>
                    <a:pt x="1800796" y="3785345"/>
                  </a:lnTo>
                  <a:lnTo>
                    <a:pt x="1800890" y="3785345"/>
                  </a:lnTo>
                  <a:lnTo>
                    <a:pt x="1800984" y="3785345"/>
                  </a:lnTo>
                  <a:lnTo>
                    <a:pt x="1801078" y="3785345"/>
                  </a:lnTo>
                  <a:lnTo>
                    <a:pt x="1801172" y="3785345"/>
                  </a:lnTo>
                  <a:lnTo>
                    <a:pt x="1801266" y="3785345"/>
                  </a:lnTo>
                  <a:lnTo>
                    <a:pt x="1801360" y="3785345"/>
                  </a:lnTo>
                  <a:lnTo>
                    <a:pt x="1801454" y="3785345"/>
                  </a:lnTo>
                  <a:lnTo>
                    <a:pt x="1801548" y="3785345"/>
                  </a:lnTo>
                  <a:lnTo>
                    <a:pt x="1801642" y="3785345"/>
                  </a:lnTo>
                  <a:lnTo>
                    <a:pt x="1801736" y="3785345"/>
                  </a:lnTo>
                  <a:lnTo>
                    <a:pt x="1801830" y="3785345"/>
                  </a:lnTo>
                  <a:lnTo>
                    <a:pt x="1801924" y="3785345"/>
                  </a:lnTo>
                  <a:lnTo>
                    <a:pt x="1802018" y="3785345"/>
                  </a:lnTo>
                  <a:lnTo>
                    <a:pt x="1802112" y="3785345"/>
                  </a:lnTo>
                  <a:lnTo>
                    <a:pt x="1802206" y="3785345"/>
                  </a:lnTo>
                  <a:lnTo>
                    <a:pt x="1802300" y="3785345"/>
                  </a:lnTo>
                  <a:lnTo>
                    <a:pt x="1802394" y="3785345"/>
                  </a:lnTo>
                  <a:lnTo>
                    <a:pt x="1802488" y="3785345"/>
                  </a:lnTo>
                  <a:lnTo>
                    <a:pt x="1802582" y="3785345"/>
                  </a:lnTo>
                  <a:lnTo>
                    <a:pt x="1802676" y="3785345"/>
                  </a:lnTo>
                  <a:lnTo>
                    <a:pt x="1802770" y="3785345"/>
                  </a:lnTo>
                  <a:lnTo>
                    <a:pt x="1802864" y="3785345"/>
                  </a:lnTo>
                  <a:lnTo>
                    <a:pt x="1802958" y="3785345"/>
                  </a:lnTo>
                  <a:lnTo>
                    <a:pt x="1803052" y="3785345"/>
                  </a:lnTo>
                  <a:lnTo>
                    <a:pt x="1803146" y="3785345"/>
                  </a:lnTo>
                  <a:lnTo>
                    <a:pt x="1803240" y="3785345"/>
                  </a:lnTo>
                  <a:lnTo>
                    <a:pt x="1803334" y="3785345"/>
                  </a:lnTo>
                  <a:lnTo>
                    <a:pt x="1803428" y="3785345"/>
                  </a:lnTo>
                  <a:lnTo>
                    <a:pt x="1803522" y="3785345"/>
                  </a:lnTo>
                  <a:lnTo>
                    <a:pt x="1803616" y="3785345"/>
                  </a:lnTo>
                  <a:lnTo>
                    <a:pt x="1803710" y="3785345"/>
                  </a:lnTo>
                  <a:lnTo>
                    <a:pt x="1803804" y="3785345"/>
                  </a:lnTo>
                  <a:lnTo>
                    <a:pt x="1803898" y="3785345"/>
                  </a:lnTo>
                  <a:lnTo>
                    <a:pt x="1803993" y="3785345"/>
                  </a:lnTo>
                  <a:lnTo>
                    <a:pt x="1804087" y="3785345"/>
                  </a:lnTo>
                  <a:lnTo>
                    <a:pt x="1804181" y="3785345"/>
                  </a:lnTo>
                  <a:lnTo>
                    <a:pt x="1804275" y="3785345"/>
                  </a:lnTo>
                  <a:lnTo>
                    <a:pt x="1804369" y="3785345"/>
                  </a:lnTo>
                  <a:lnTo>
                    <a:pt x="1804463" y="3785345"/>
                  </a:lnTo>
                  <a:lnTo>
                    <a:pt x="1804557" y="3785345"/>
                  </a:lnTo>
                  <a:lnTo>
                    <a:pt x="1804651" y="3785345"/>
                  </a:lnTo>
                  <a:lnTo>
                    <a:pt x="1804745" y="3785345"/>
                  </a:lnTo>
                  <a:lnTo>
                    <a:pt x="1804839" y="3785345"/>
                  </a:lnTo>
                  <a:lnTo>
                    <a:pt x="1804933" y="3785345"/>
                  </a:lnTo>
                  <a:lnTo>
                    <a:pt x="1805027" y="3785345"/>
                  </a:lnTo>
                  <a:lnTo>
                    <a:pt x="1805121" y="3785345"/>
                  </a:lnTo>
                  <a:lnTo>
                    <a:pt x="1805215" y="3785345"/>
                  </a:lnTo>
                  <a:lnTo>
                    <a:pt x="1805309" y="3785345"/>
                  </a:lnTo>
                  <a:lnTo>
                    <a:pt x="1805403" y="3785345"/>
                  </a:lnTo>
                  <a:lnTo>
                    <a:pt x="1805497" y="3785345"/>
                  </a:lnTo>
                  <a:lnTo>
                    <a:pt x="1805591" y="3785345"/>
                  </a:lnTo>
                  <a:lnTo>
                    <a:pt x="1805685" y="3785345"/>
                  </a:lnTo>
                  <a:lnTo>
                    <a:pt x="1805779" y="3785345"/>
                  </a:lnTo>
                  <a:lnTo>
                    <a:pt x="1805873" y="3785345"/>
                  </a:lnTo>
                  <a:lnTo>
                    <a:pt x="1805967" y="3785345"/>
                  </a:lnTo>
                  <a:lnTo>
                    <a:pt x="1806061" y="3785345"/>
                  </a:lnTo>
                  <a:lnTo>
                    <a:pt x="1806155" y="3785345"/>
                  </a:lnTo>
                  <a:lnTo>
                    <a:pt x="1806249" y="3785345"/>
                  </a:lnTo>
                  <a:lnTo>
                    <a:pt x="1806343" y="3785345"/>
                  </a:lnTo>
                  <a:lnTo>
                    <a:pt x="1806437" y="3785345"/>
                  </a:lnTo>
                  <a:lnTo>
                    <a:pt x="1806531" y="3785345"/>
                  </a:lnTo>
                  <a:lnTo>
                    <a:pt x="1806625" y="3785345"/>
                  </a:lnTo>
                  <a:lnTo>
                    <a:pt x="1806719" y="3785345"/>
                  </a:lnTo>
                  <a:lnTo>
                    <a:pt x="1806813" y="3785345"/>
                  </a:lnTo>
                  <a:lnTo>
                    <a:pt x="1806907" y="3785345"/>
                  </a:lnTo>
                  <a:lnTo>
                    <a:pt x="1807001" y="3785345"/>
                  </a:lnTo>
                  <a:lnTo>
                    <a:pt x="1807095" y="3785345"/>
                  </a:lnTo>
                  <a:lnTo>
                    <a:pt x="1807189" y="3785345"/>
                  </a:lnTo>
                  <a:lnTo>
                    <a:pt x="1807283" y="3785345"/>
                  </a:lnTo>
                  <a:lnTo>
                    <a:pt x="1807377" y="3785345"/>
                  </a:lnTo>
                  <a:lnTo>
                    <a:pt x="1807471" y="3785345"/>
                  </a:lnTo>
                  <a:lnTo>
                    <a:pt x="1807566" y="3785345"/>
                  </a:lnTo>
                  <a:lnTo>
                    <a:pt x="1807660" y="3785345"/>
                  </a:lnTo>
                  <a:lnTo>
                    <a:pt x="1807754" y="3785345"/>
                  </a:lnTo>
                  <a:lnTo>
                    <a:pt x="1807848" y="3785345"/>
                  </a:lnTo>
                  <a:lnTo>
                    <a:pt x="1807942" y="3785345"/>
                  </a:lnTo>
                  <a:lnTo>
                    <a:pt x="1808036" y="3785345"/>
                  </a:lnTo>
                  <a:lnTo>
                    <a:pt x="1808130" y="3785345"/>
                  </a:lnTo>
                  <a:lnTo>
                    <a:pt x="1808224" y="3785345"/>
                  </a:lnTo>
                  <a:lnTo>
                    <a:pt x="1808318" y="3785345"/>
                  </a:lnTo>
                  <a:lnTo>
                    <a:pt x="1808412" y="3785345"/>
                  </a:lnTo>
                  <a:lnTo>
                    <a:pt x="1808506" y="3785345"/>
                  </a:lnTo>
                  <a:lnTo>
                    <a:pt x="1808600" y="3785345"/>
                  </a:lnTo>
                  <a:lnTo>
                    <a:pt x="1808694" y="3785345"/>
                  </a:lnTo>
                  <a:lnTo>
                    <a:pt x="1808788" y="3785345"/>
                  </a:lnTo>
                  <a:lnTo>
                    <a:pt x="1808882" y="3785345"/>
                  </a:lnTo>
                  <a:lnTo>
                    <a:pt x="1808976" y="3785345"/>
                  </a:lnTo>
                  <a:lnTo>
                    <a:pt x="1809070" y="3785345"/>
                  </a:lnTo>
                  <a:lnTo>
                    <a:pt x="1809164" y="3785345"/>
                  </a:lnTo>
                  <a:lnTo>
                    <a:pt x="1809258" y="3785345"/>
                  </a:lnTo>
                  <a:lnTo>
                    <a:pt x="1809352" y="3785345"/>
                  </a:lnTo>
                  <a:lnTo>
                    <a:pt x="1809446" y="3785345"/>
                  </a:lnTo>
                  <a:lnTo>
                    <a:pt x="1809540" y="3785345"/>
                  </a:lnTo>
                  <a:lnTo>
                    <a:pt x="1809634" y="3785345"/>
                  </a:lnTo>
                  <a:lnTo>
                    <a:pt x="1809728" y="3785345"/>
                  </a:lnTo>
                  <a:lnTo>
                    <a:pt x="1809822" y="3785345"/>
                  </a:lnTo>
                  <a:lnTo>
                    <a:pt x="1809916" y="3785345"/>
                  </a:lnTo>
                  <a:lnTo>
                    <a:pt x="1810010" y="3785345"/>
                  </a:lnTo>
                  <a:lnTo>
                    <a:pt x="1810104" y="3785345"/>
                  </a:lnTo>
                  <a:lnTo>
                    <a:pt x="1810198" y="3785345"/>
                  </a:lnTo>
                  <a:lnTo>
                    <a:pt x="1810292" y="3785345"/>
                  </a:lnTo>
                  <a:lnTo>
                    <a:pt x="1810386" y="3785345"/>
                  </a:lnTo>
                  <a:lnTo>
                    <a:pt x="1810480" y="3785345"/>
                  </a:lnTo>
                  <a:lnTo>
                    <a:pt x="1810574" y="3785345"/>
                  </a:lnTo>
                  <a:lnTo>
                    <a:pt x="1810668" y="3785345"/>
                  </a:lnTo>
                  <a:lnTo>
                    <a:pt x="1810762" y="3785345"/>
                  </a:lnTo>
                  <a:lnTo>
                    <a:pt x="1810856" y="3785345"/>
                  </a:lnTo>
                  <a:lnTo>
                    <a:pt x="1810950" y="3785345"/>
                  </a:lnTo>
                  <a:lnTo>
                    <a:pt x="1811044" y="3785345"/>
                  </a:lnTo>
                  <a:lnTo>
                    <a:pt x="1811139" y="3785345"/>
                  </a:lnTo>
                  <a:lnTo>
                    <a:pt x="1811139" y="3780065"/>
                  </a:lnTo>
                  <a:lnTo>
                    <a:pt x="1811233" y="3780065"/>
                  </a:lnTo>
                  <a:lnTo>
                    <a:pt x="1811327" y="3780065"/>
                  </a:lnTo>
                  <a:lnTo>
                    <a:pt x="1811421" y="3780065"/>
                  </a:lnTo>
                  <a:lnTo>
                    <a:pt x="1811515" y="3780065"/>
                  </a:lnTo>
                  <a:lnTo>
                    <a:pt x="1811609" y="3780065"/>
                  </a:lnTo>
                  <a:lnTo>
                    <a:pt x="1811703" y="3780065"/>
                  </a:lnTo>
                  <a:lnTo>
                    <a:pt x="1811797" y="3780065"/>
                  </a:lnTo>
                  <a:lnTo>
                    <a:pt x="1811891" y="3780065"/>
                  </a:lnTo>
                  <a:lnTo>
                    <a:pt x="1811985" y="3780065"/>
                  </a:lnTo>
                  <a:lnTo>
                    <a:pt x="1812079" y="3780065"/>
                  </a:lnTo>
                  <a:lnTo>
                    <a:pt x="1812173" y="3780065"/>
                  </a:lnTo>
                  <a:lnTo>
                    <a:pt x="1812267" y="3780065"/>
                  </a:lnTo>
                  <a:lnTo>
                    <a:pt x="1812361" y="3780065"/>
                  </a:lnTo>
                  <a:lnTo>
                    <a:pt x="1812455" y="3780065"/>
                  </a:lnTo>
                  <a:lnTo>
                    <a:pt x="1812549" y="3780065"/>
                  </a:lnTo>
                  <a:lnTo>
                    <a:pt x="1812643" y="3780065"/>
                  </a:lnTo>
                  <a:lnTo>
                    <a:pt x="1812737" y="3780065"/>
                  </a:lnTo>
                  <a:lnTo>
                    <a:pt x="1812831" y="3780065"/>
                  </a:lnTo>
                  <a:lnTo>
                    <a:pt x="1812925" y="3780065"/>
                  </a:lnTo>
                  <a:lnTo>
                    <a:pt x="1813019" y="3780065"/>
                  </a:lnTo>
                  <a:lnTo>
                    <a:pt x="1813113" y="3780065"/>
                  </a:lnTo>
                  <a:lnTo>
                    <a:pt x="1813207" y="3780065"/>
                  </a:lnTo>
                  <a:lnTo>
                    <a:pt x="1813301" y="3780065"/>
                  </a:lnTo>
                  <a:lnTo>
                    <a:pt x="1813395" y="3780065"/>
                  </a:lnTo>
                  <a:lnTo>
                    <a:pt x="1813489" y="3780065"/>
                  </a:lnTo>
                  <a:lnTo>
                    <a:pt x="1813583" y="3780065"/>
                  </a:lnTo>
                  <a:lnTo>
                    <a:pt x="1813677" y="3780065"/>
                  </a:lnTo>
                  <a:lnTo>
                    <a:pt x="1813771" y="3780065"/>
                  </a:lnTo>
                  <a:lnTo>
                    <a:pt x="1813865" y="3780065"/>
                  </a:lnTo>
                  <a:lnTo>
                    <a:pt x="1813959" y="3780065"/>
                  </a:lnTo>
                  <a:lnTo>
                    <a:pt x="1813959" y="3774786"/>
                  </a:lnTo>
                  <a:lnTo>
                    <a:pt x="1814053" y="3774786"/>
                  </a:lnTo>
                  <a:lnTo>
                    <a:pt x="1814147" y="3774786"/>
                  </a:lnTo>
                  <a:lnTo>
                    <a:pt x="1814241" y="3774786"/>
                  </a:lnTo>
                  <a:lnTo>
                    <a:pt x="1814335" y="3774786"/>
                  </a:lnTo>
                  <a:lnTo>
                    <a:pt x="1814429" y="3774786"/>
                  </a:lnTo>
                  <a:lnTo>
                    <a:pt x="1814523" y="3774786"/>
                  </a:lnTo>
                  <a:lnTo>
                    <a:pt x="1814618" y="3774786"/>
                  </a:lnTo>
                  <a:lnTo>
                    <a:pt x="1814712" y="3774786"/>
                  </a:lnTo>
                  <a:lnTo>
                    <a:pt x="1814806" y="3774786"/>
                  </a:lnTo>
                  <a:lnTo>
                    <a:pt x="1814900" y="3774786"/>
                  </a:lnTo>
                  <a:lnTo>
                    <a:pt x="1814994" y="3774786"/>
                  </a:lnTo>
                  <a:lnTo>
                    <a:pt x="1815088" y="3774786"/>
                  </a:lnTo>
                  <a:lnTo>
                    <a:pt x="1815182" y="3774786"/>
                  </a:lnTo>
                  <a:lnTo>
                    <a:pt x="1815276" y="3774786"/>
                  </a:lnTo>
                  <a:lnTo>
                    <a:pt x="1815370" y="3774786"/>
                  </a:lnTo>
                  <a:lnTo>
                    <a:pt x="1815464" y="3774786"/>
                  </a:lnTo>
                  <a:lnTo>
                    <a:pt x="1815558" y="3774786"/>
                  </a:lnTo>
                  <a:lnTo>
                    <a:pt x="1815652" y="3774786"/>
                  </a:lnTo>
                  <a:lnTo>
                    <a:pt x="1815746" y="3774786"/>
                  </a:lnTo>
                  <a:lnTo>
                    <a:pt x="1815840" y="3774786"/>
                  </a:lnTo>
                  <a:lnTo>
                    <a:pt x="1815934" y="3774786"/>
                  </a:lnTo>
                  <a:lnTo>
                    <a:pt x="1816028" y="3774786"/>
                  </a:lnTo>
                  <a:lnTo>
                    <a:pt x="1816122" y="3774786"/>
                  </a:lnTo>
                  <a:lnTo>
                    <a:pt x="1816216" y="3774786"/>
                  </a:lnTo>
                  <a:lnTo>
                    <a:pt x="1816310" y="3774786"/>
                  </a:lnTo>
                  <a:lnTo>
                    <a:pt x="1816404" y="3774786"/>
                  </a:lnTo>
                  <a:lnTo>
                    <a:pt x="1816498" y="3774786"/>
                  </a:lnTo>
                  <a:lnTo>
                    <a:pt x="1816498" y="3769506"/>
                  </a:lnTo>
                  <a:lnTo>
                    <a:pt x="1816592" y="3769506"/>
                  </a:lnTo>
                  <a:lnTo>
                    <a:pt x="1816686" y="3769506"/>
                  </a:lnTo>
                  <a:lnTo>
                    <a:pt x="1816780" y="3769506"/>
                  </a:lnTo>
                  <a:lnTo>
                    <a:pt x="1816874" y="3769506"/>
                  </a:lnTo>
                  <a:lnTo>
                    <a:pt x="1816968" y="3769506"/>
                  </a:lnTo>
                  <a:lnTo>
                    <a:pt x="1817062" y="3769506"/>
                  </a:lnTo>
                  <a:lnTo>
                    <a:pt x="1817156" y="3769506"/>
                  </a:lnTo>
                  <a:lnTo>
                    <a:pt x="1817250" y="3769506"/>
                  </a:lnTo>
                  <a:lnTo>
                    <a:pt x="1817344" y="3769506"/>
                  </a:lnTo>
                  <a:lnTo>
                    <a:pt x="1817438" y="3769506"/>
                  </a:lnTo>
                  <a:lnTo>
                    <a:pt x="1817532" y="3769506"/>
                  </a:lnTo>
                  <a:lnTo>
                    <a:pt x="1817626" y="3769506"/>
                  </a:lnTo>
                  <a:lnTo>
                    <a:pt x="1817720" y="3769506"/>
                  </a:lnTo>
                  <a:lnTo>
                    <a:pt x="1817814" y="3769506"/>
                  </a:lnTo>
                  <a:lnTo>
                    <a:pt x="1817908" y="3769506"/>
                  </a:lnTo>
                  <a:lnTo>
                    <a:pt x="1818002" y="3769506"/>
                  </a:lnTo>
                  <a:lnTo>
                    <a:pt x="1818096" y="3769506"/>
                  </a:lnTo>
                  <a:lnTo>
                    <a:pt x="1818191" y="3769506"/>
                  </a:lnTo>
                  <a:lnTo>
                    <a:pt x="1818285" y="3769506"/>
                  </a:lnTo>
                  <a:lnTo>
                    <a:pt x="1818379" y="3769506"/>
                  </a:lnTo>
                  <a:lnTo>
                    <a:pt x="1818473" y="3769506"/>
                  </a:lnTo>
                  <a:lnTo>
                    <a:pt x="1818567" y="3769506"/>
                  </a:lnTo>
                  <a:lnTo>
                    <a:pt x="1818661" y="3769506"/>
                  </a:lnTo>
                  <a:lnTo>
                    <a:pt x="1818755" y="3769506"/>
                  </a:lnTo>
                  <a:lnTo>
                    <a:pt x="1818849" y="3769506"/>
                  </a:lnTo>
                  <a:lnTo>
                    <a:pt x="1818943" y="3769506"/>
                  </a:lnTo>
                  <a:lnTo>
                    <a:pt x="1819037" y="3769506"/>
                  </a:lnTo>
                  <a:lnTo>
                    <a:pt x="1819131" y="3769506"/>
                  </a:lnTo>
                  <a:lnTo>
                    <a:pt x="1819225" y="3769506"/>
                  </a:lnTo>
                  <a:lnTo>
                    <a:pt x="1819319" y="3769506"/>
                  </a:lnTo>
                  <a:lnTo>
                    <a:pt x="1819413" y="3769506"/>
                  </a:lnTo>
                  <a:lnTo>
                    <a:pt x="1819507" y="3769506"/>
                  </a:lnTo>
                  <a:lnTo>
                    <a:pt x="1819601" y="3769506"/>
                  </a:lnTo>
                  <a:lnTo>
                    <a:pt x="1819695" y="3769506"/>
                  </a:lnTo>
                  <a:lnTo>
                    <a:pt x="1819789" y="3769506"/>
                  </a:lnTo>
                  <a:lnTo>
                    <a:pt x="1819883" y="3769506"/>
                  </a:lnTo>
                  <a:lnTo>
                    <a:pt x="1819977" y="3769506"/>
                  </a:lnTo>
                  <a:lnTo>
                    <a:pt x="1820071" y="3769506"/>
                  </a:lnTo>
                  <a:lnTo>
                    <a:pt x="1820165" y="3769506"/>
                  </a:lnTo>
                  <a:lnTo>
                    <a:pt x="1820259" y="3769506"/>
                  </a:lnTo>
                  <a:lnTo>
                    <a:pt x="1820353" y="3769506"/>
                  </a:lnTo>
                  <a:lnTo>
                    <a:pt x="1820447" y="3769506"/>
                  </a:lnTo>
                  <a:lnTo>
                    <a:pt x="1820541" y="3769506"/>
                  </a:lnTo>
                  <a:lnTo>
                    <a:pt x="1820635" y="3769506"/>
                  </a:lnTo>
                  <a:lnTo>
                    <a:pt x="1820729" y="3769506"/>
                  </a:lnTo>
                  <a:lnTo>
                    <a:pt x="1820823" y="3769506"/>
                  </a:lnTo>
                  <a:lnTo>
                    <a:pt x="1820917" y="3769506"/>
                  </a:lnTo>
                  <a:lnTo>
                    <a:pt x="1821011" y="3769506"/>
                  </a:lnTo>
                  <a:lnTo>
                    <a:pt x="1821105" y="3769506"/>
                  </a:lnTo>
                  <a:lnTo>
                    <a:pt x="1821199" y="3769506"/>
                  </a:lnTo>
                  <a:lnTo>
                    <a:pt x="1821293" y="3769506"/>
                  </a:lnTo>
                  <a:lnTo>
                    <a:pt x="1821387" y="3769506"/>
                  </a:lnTo>
                  <a:lnTo>
                    <a:pt x="1821481" y="3769506"/>
                  </a:lnTo>
                  <a:lnTo>
                    <a:pt x="1821575" y="3769506"/>
                  </a:lnTo>
                  <a:lnTo>
                    <a:pt x="1821669" y="3769506"/>
                  </a:lnTo>
                  <a:lnTo>
                    <a:pt x="1821764" y="3769506"/>
                  </a:lnTo>
                  <a:lnTo>
                    <a:pt x="1821858" y="3769506"/>
                  </a:lnTo>
                  <a:lnTo>
                    <a:pt x="1821858" y="3764227"/>
                  </a:lnTo>
                  <a:lnTo>
                    <a:pt x="1821952" y="3764227"/>
                  </a:lnTo>
                  <a:lnTo>
                    <a:pt x="1822046" y="3764227"/>
                  </a:lnTo>
                  <a:lnTo>
                    <a:pt x="1822140" y="3764227"/>
                  </a:lnTo>
                  <a:lnTo>
                    <a:pt x="1822234" y="3764227"/>
                  </a:lnTo>
                  <a:lnTo>
                    <a:pt x="1822328" y="3764227"/>
                  </a:lnTo>
                  <a:lnTo>
                    <a:pt x="1822422" y="3764227"/>
                  </a:lnTo>
                  <a:lnTo>
                    <a:pt x="1822516" y="3764227"/>
                  </a:lnTo>
                  <a:lnTo>
                    <a:pt x="1822610" y="3764227"/>
                  </a:lnTo>
                  <a:lnTo>
                    <a:pt x="1822704" y="3764227"/>
                  </a:lnTo>
                  <a:lnTo>
                    <a:pt x="1822798" y="3764227"/>
                  </a:lnTo>
                  <a:lnTo>
                    <a:pt x="1822892" y="3764227"/>
                  </a:lnTo>
                  <a:lnTo>
                    <a:pt x="1822986" y="3764227"/>
                  </a:lnTo>
                  <a:lnTo>
                    <a:pt x="1823080" y="3764227"/>
                  </a:lnTo>
                  <a:lnTo>
                    <a:pt x="1823174" y="3764227"/>
                  </a:lnTo>
                  <a:lnTo>
                    <a:pt x="1823268" y="3764227"/>
                  </a:lnTo>
                  <a:lnTo>
                    <a:pt x="1823362" y="3764227"/>
                  </a:lnTo>
                  <a:lnTo>
                    <a:pt x="1823456" y="3764227"/>
                  </a:lnTo>
                  <a:lnTo>
                    <a:pt x="1823550" y="3764227"/>
                  </a:lnTo>
                  <a:lnTo>
                    <a:pt x="1823644" y="3764227"/>
                  </a:lnTo>
                  <a:lnTo>
                    <a:pt x="1823738" y="3764227"/>
                  </a:lnTo>
                  <a:lnTo>
                    <a:pt x="1823832" y="3764227"/>
                  </a:lnTo>
                  <a:lnTo>
                    <a:pt x="1823926" y="3764227"/>
                  </a:lnTo>
                  <a:lnTo>
                    <a:pt x="1824020" y="3764227"/>
                  </a:lnTo>
                  <a:lnTo>
                    <a:pt x="1824114" y="3764227"/>
                  </a:lnTo>
                  <a:lnTo>
                    <a:pt x="1824208" y="3764227"/>
                  </a:lnTo>
                  <a:lnTo>
                    <a:pt x="1824302" y="3764227"/>
                  </a:lnTo>
                  <a:lnTo>
                    <a:pt x="1824396" y="3764227"/>
                  </a:lnTo>
                  <a:lnTo>
                    <a:pt x="1824490" y="3764227"/>
                  </a:lnTo>
                  <a:lnTo>
                    <a:pt x="1824584" y="3764227"/>
                  </a:lnTo>
                  <a:lnTo>
                    <a:pt x="1824678" y="3764227"/>
                  </a:lnTo>
                  <a:lnTo>
                    <a:pt x="1824678" y="3758947"/>
                  </a:lnTo>
                  <a:lnTo>
                    <a:pt x="1824772" y="3758947"/>
                  </a:lnTo>
                  <a:lnTo>
                    <a:pt x="1824866" y="3758947"/>
                  </a:lnTo>
                  <a:lnTo>
                    <a:pt x="1824960" y="3758947"/>
                  </a:lnTo>
                  <a:lnTo>
                    <a:pt x="1825054" y="3758947"/>
                  </a:lnTo>
                  <a:lnTo>
                    <a:pt x="1825148" y="3758947"/>
                  </a:lnTo>
                  <a:lnTo>
                    <a:pt x="1825242" y="3758947"/>
                  </a:lnTo>
                  <a:lnTo>
                    <a:pt x="1825337" y="3758947"/>
                  </a:lnTo>
                  <a:lnTo>
                    <a:pt x="1825431" y="3758947"/>
                  </a:lnTo>
                  <a:lnTo>
                    <a:pt x="1825525" y="3758947"/>
                  </a:lnTo>
                  <a:lnTo>
                    <a:pt x="1825619" y="3758947"/>
                  </a:lnTo>
                  <a:lnTo>
                    <a:pt x="1825713" y="3758947"/>
                  </a:lnTo>
                  <a:lnTo>
                    <a:pt x="1825807" y="3758947"/>
                  </a:lnTo>
                  <a:lnTo>
                    <a:pt x="1825901" y="3758947"/>
                  </a:lnTo>
                  <a:lnTo>
                    <a:pt x="1825995" y="3758947"/>
                  </a:lnTo>
                  <a:lnTo>
                    <a:pt x="1826089" y="3758947"/>
                  </a:lnTo>
                  <a:lnTo>
                    <a:pt x="1826183" y="3758947"/>
                  </a:lnTo>
                  <a:lnTo>
                    <a:pt x="1826277" y="3758947"/>
                  </a:lnTo>
                  <a:lnTo>
                    <a:pt x="1826371" y="3758947"/>
                  </a:lnTo>
                  <a:lnTo>
                    <a:pt x="1826465" y="3758947"/>
                  </a:lnTo>
                  <a:lnTo>
                    <a:pt x="1826559" y="3758947"/>
                  </a:lnTo>
                  <a:lnTo>
                    <a:pt x="1826653" y="3758947"/>
                  </a:lnTo>
                  <a:lnTo>
                    <a:pt x="1826747" y="3758947"/>
                  </a:lnTo>
                  <a:lnTo>
                    <a:pt x="1826841" y="3758947"/>
                  </a:lnTo>
                  <a:lnTo>
                    <a:pt x="1826935" y="3758947"/>
                  </a:lnTo>
                  <a:lnTo>
                    <a:pt x="1827029" y="3758947"/>
                  </a:lnTo>
                  <a:lnTo>
                    <a:pt x="1827123" y="3758947"/>
                  </a:lnTo>
                  <a:lnTo>
                    <a:pt x="1827217" y="3758947"/>
                  </a:lnTo>
                  <a:lnTo>
                    <a:pt x="1827311" y="3758947"/>
                  </a:lnTo>
                  <a:lnTo>
                    <a:pt x="1827405" y="3758947"/>
                  </a:lnTo>
                  <a:lnTo>
                    <a:pt x="1827499" y="3758947"/>
                  </a:lnTo>
                  <a:lnTo>
                    <a:pt x="1827593" y="3758947"/>
                  </a:lnTo>
                  <a:lnTo>
                    <a:pt x="1827687" y="3758947"/>
                  </a:lnTo>
                  <a:lnTo>
                    <a:pt x="1827781" y="3758947"/>
                  </a:lnTo>
                  <a:lnTo>
                    <a:pt x="1827875" y="3758947"/>
                  </a:lnTo>
                  <a:lnTo>
                    <a:pt x="1827969" y="3758947"/>
                  </a:lnTo>
                  <a:lnTo>
                    <a:pt x="1828063" y="3758947"/>
                  </a:lnTo>
                  <a:lnTo>
                    <a:pt x="1828157" y="3758947"/>
                  </a:lnTo>
                  <a:lnTo>
                    <a:pt x="1828251" y="3758947"/>
                  </a:lnTo>
                  <a:lnTo>
                    <a:pt x="1828345" y="3758947"/>
                  </a:lnTo>
                  <a:lnTo>
                    <a:pt x="1828439" y="3758947"/>
                  </a:lnTo>
                  <a:lnTo>
                    <a:pt x="1828533" y="3758947"/>
                  </a:lnTo>
                  <a:lnTo>
                    <a:pt x="1828627" y="3758947"/>
                  </a:lnTo>
                  <a:lnTo>
                    <a:pt x="1828721" y="3758947"/>
                  </a:lnTo>
                  <a:lnTo>
                    <a:pt x="1828816" y="3758947"/>
                  </a:lnTo>
                  <a:lnTo>
                    <a:pt x="1828910" y="3758947"/>
                  </a:lnTo>
                  <a:lnTo>
                    <a:pt x="1829004" y="3758947"/>
                  </a:lnTo>
                  <a:lnTo>
                    <a:pt x="1829098" y="3758947"/>
                  </a:lnTo>
                  <a:lnTo>
                    <a:pt x="1829098" y="3753668"/>
                  </a:lnTo>
                  <a:lnTo>
                    <a:pt x="1829192" y="3753668"/>
                  </a:lnTo>
                  <a:lnTo>
                    <a:pt x="1829286" y="3753668"/>
                  </a:lnTo>
                  <a:lnTo>
                    <a:pt x="1829380" y="3753668"/>
                  </a:lnTo>
                  <a:lnTo>
                    <a:pt x="1829380" y="3748389"/>
                  </a:lnTo>
                  <a:lnTo>
                    <a:pt x="1829474" y="3748389"/>
                  </a:lnTo>
                  <a:lnTo>
                    <a:pt x="1829568" y="3748389"/>
                  </a:lnTo>
                  <a:lnTo>
                    <a:pt x="1829662" y="3748389"/>
                  </a:lnTo>
                  <a:lnTo>
                    <a:pt x="1829756" y="3748389"/>
                  </a:lnTo>
                  <a:lnTo>
                    <a:pt x="1829850" y="3748389"/>
                  </a:lnTo>
                  <a:lnTo>
                    <a:pt x="1829944" y="3748389"/>
                  </a:lnTo>
                  <a:lnTo>
                    <a:pt x="1830038" y="3748389"/>
                  </a:lnTo>
                  <a:lnTo>
                    <a:pt x="1830132" y="3748389"/>
                  </a:lnTo>
                  <a:lnTo>
                    <a:pt x="1830226" y="3748389"/>
                  </a:lnTo>
                  <a:lnTo>
                    <a:pt x="1830320" y="3748389"/>
                  </a:lnTo>
                  <a:lnTo>
                    <a:pt x="1830414" y="3748389"/>
                  </a:lnTo>
                  <a:lnTo>
                    <a:pt x="1830508" y="3748389"/>
                  </a:lnTo>
                  <a:lnTo>
                    <a:pt x="1830602" y="3748389"/>
                  </a:lnTo>
                  <a:lnTo>
                    <a:pt x="1830696" y="3748389"/>
                  </a:lnTo>
                  <a:lnTo>
                    <a:pt x="1830790" y="3748389"/>
                  </a:lnTo>
                  <a:lnTo>
                    <a:pt x="1830884" y="3748389"/>
                  </a:lnTo>
                  <a:lnTo>
                    <a:pt x="1830978" y="3748389"/>
                  </a:lnTo>
                  <a:lnTo>
                    <a:pt x="1831072" y="3748389"/>
                  </a:lnTo>
                  <a:lnTo>
                    <a:pt x="1831166" y="3748389"/>
                  </a:lnTo>
                  <a:lnTo>
                    <a:pt x="1831260" y="3748389"/>
                  </a:lnTo>
                  <a:lnTo>
                    <a:pt x="1831354" y="3748389"/>
                  </a:lnTo>
                  <a:lnTo>
                    <a:pt x="1831448" y="3748389"/>
                  </a:lnTo>
                  <a:lnTo>
                    <a:pt x="1831542" y="3748389"/>
                  </a:lnTo>
                  <a:lnTo>
                    <a:pt x="1831636" y="3748389"/>
                  </a:lnTo>
                  <a:lnTo>
                    <a:pt x="1831730" y="3748389"/>
                  </a:lnTo>
                  <a:lnTo>
                    <a:pt x="1831824" y="3748389"/>
                  </a:lnTo>
                  <a:lnTo>
                    <a:pt x="1831918" y="3748389"/>
                  </a:lnTo>
                  <a:lnTo>
                    <a:pt x="1832012" y="3748389"/>
                  </a:lnTo>
                  <a:lnTo>
                    <a:pt x="1832106" y="3748389"/>
                  </a:lnTo>
                  <a:lnTo>
                    <a:pt x="1832200" y="3748389"/>
                  </a:lnTo>
                  <a:lnTo>
                    <a:pt x="1832294" y="3748389"/>
                  </a:lnTo>
                  <a:lnTo>
                    <a:pt x="1832389" y="3748389"/>
                  </a:lnTo>
                  <a:lnTo>
                    <a:pt x="1832483" y="3748389"/>
                  </a:lnTo>
                  <a:lnTo>
                    <a:pt x="1832577" y="3748389"/>
                  </a:lnTo>
                  <a:lnTo>
                    <a:pt x="1832671" y="3748389"/>
                  </a:lnTo>
                  <a:lnTo>
                    <a:pt x="1832765" y="3748389"/>
                  </a:lnTo>
                  <a:lnTo>
                    <a:pt x="1832765" y="3743109"/>
                  </a:lnTo>
                  <a:lnTo>
                    <a:pt x="1832859" y="3743109"/>
                  </a:lnTo>
                  <a:lnTo>
                    <a:pt x="1832953" y="3743109"/>
                  </a:lnTo>
                  <a:lnTo>
                    <a:pt x="1833047" y="3743109"/>
                  </a:lnTo>
                  <a:lnTo>
                    <a:pt x="1833141" y="3743109"/>
                  </a:lnTo>
                  <a:lnTo>
                    <a:pt x="1833235" y="3743109"/>
                  </a:lnTo>
                  <a:lnTo>
                    <a:pt x="1833329" y="3743109"/>
                  </a:lnTo>
                  <a:lnTo>
                    <a:pt x="1833423" y="3743109"/>
                  </a:lnTo>
                  <a:lnTo>
                    <a:pt x="1833517" y="3743109"/>
                  </a:lnTo>
                  <a:lnTo>
                    <a:pt x="1833611" y="3743109"/>
                  </a:lnTo>
                  <a:lnTo>
                    <a:pt x="1833705" y="3743109"/>
                  </a:lnTo>
                  <a:lnTo>
                    <a:pt x="1833799" y="3743109"/>
                  </a:lnTo>
                  <a:lnTo>
                    <a:pt x="1833893" y="3743109"/>
                  </a:lnTo>
                  <a:lnTo>
                    <a:pt x="1833987" y="3743109"/>
                  </a:lnTo>
                  <a:lnTo>
                    <a:pt x="1834081" y="3743109"/>
                  </a:lnTo>
                  <a:lnTo>
                    <a:pt x="1834175" y="3743109"/>
                  </a:lnTo>
                  <a:lnTo>
                    <a:pt x="1834269" y="3743109"/>
                  </a:lnTo>
                  <a:lnTo>
                    <a:pt x="1834363" y="3743109"/>
                  </a:lnTo>
                  <a:lnTo>
                    <a:pt x="1834457" y="3743109"/>
                  </a:lnTo>
                  <a:lnTo>
                    <a:pt x="1834551" y="3743109"/>
                  </a:lnTo>
                  <a:lnTo>
                    <a:pt x="1834645" y="3743109"/>
                  </a:lnTo>
                  <a:lnTo>
                    <a:pt x="1834739" y="3743109"/>
                  </a:lnTo>
                  <a:lnTo>
                    <a:pt x="1834833" y="3743109"/>
                  </a:lnTo>
                  <a:lnTo>
                    <a:pt x="1834927" y="3743109"/>
                  </a:lnTo>
                  <a:lnTo>
                    <a:pt x="1835021" y="3743109"/>
                  </a:lnTo>
                  <a:lnTo>
                    <a:pt x="1835115" y="3743109"/>
                  </a:lnTo>
                  <a:lnTo>
                    <a:pt x="1835209" y="3743109"/>
                  </a:lnTo>
                  <a:lnTo>
                    <a:pt x="1835303" y="3743109"/>
                  </a:lnTo>
                  <a:lnTo>
                    <a:pt x="1835397" y="3743109"/>
                  </a:lnTo>
                  <a:lnTo>
                    <a:pt x="1835491" y="3743109"/>
                  </a:lnTo>
                  <a:lnTo>
                    <a:pt x="1835585" y="3743109"/>
                  </a:lnTo>
                  <a:lnTo>
                    <a:pt x="1835679" y="3743109"/>
                  </a:lnTo>
                  <a:lnTo>
                    <a:pt x="1835773" y="3743109"/>
                  </a:lnTo>
                  <a:lnTo>
                    <a:pt x="1835773" y="3737830"/>
                  </a:lnTo>
                  <a:lnTo>
                    <a:pt x="1835867" y="3737830"/>
                  </a:lnTo>
                  <a:lnTo>
                    <a:pt x="1835962" y="3737830"/>
                  </a:lnTo>
                  <a:lnTo>
                    <a:pt x="1835962" y="3732550"/>
                  </a:lnTo>
                  <a:lnTo>
                    <a:pt x="1836056" y="3732550"/>
                  </a:lnTo>
                  <a:lnTo>
                    <a:pt x="1836150" y="3732550"/>
                  </a:lnTo>
                  <a:lnTo>
                    <a:pt x="1836244" y="3732550"/>
                  </a:lnTo>
                  <a:lnTo>
                    <a:pt x="1836338" y="3732550"/>
                  </a:lnTo>
                  <a:lnTo>
                    <a:pt x="1836432" y="3732550"/>
                  </a:lnTo>
                  <a:lnTo>
                    <a:pt x="1836526" y="3732550"/>
                  </a:lnTo>
                  <a:lnTo>
                    <a:pt x="1836620" y="3732550"/>
                  </a:lnTo>
                  <a:lnTo>
                    <a:pt x="1836714" y="3732550"/>
                  </a:lnTo>
                  <a:lnTo>
                    <a:pt x="1836808" y="3732550"/>
                  </a:lnTo>
                  <a:lnTo>
                    <a:pt x="1836902" y="3732550"/>
                  </a:lnTo>
                  <a:lnTo>
                    <a:pt x="1836996" y="3732550"/>
                  </a:lnTo>
                  <a:lnTo>
                    <a:pt x="1837090" y="3732550"/>
                  </a:lnTo>
                  <a:lnTo>
                    <a:pt x="1837184" y="3732550"/>
                  </a:lnTo>
                  <a:lnTo>
                    <a:pt x="1837278" y="3732550"/>
                  </a:lnTo>
                  <a:lnTo>
                    <a:pt x="1837372" y="3732550"/>
                  </a:lnTo>
                  <a:lnTo>
                    <a:pt x="1837466" y="3732550"/>
                  </a:lnTo>
                  <a:lnTo>
                    <a:pt x="1837560" y="3732550"/>
                  </a:lnTo>
                  <a:lnTo>
                    <a:pt x="1837654" y="3732550"/>
                  </a:lnTo>
                  <a:lnTo>
                    <a:pt x="1837654" y="3727271"/>
                  </a:lnTo>
                  <a:lnTo>
                    <a:pt x="1837748" y="3727271"/>
                  </a:lnTo>
                  <a:lnTo>
                    <a:pt x="1837842" y="3727271"/>
                  </a:lnTo>
                  <a:lnTo>
                    <a:pt x="1837936" y="3727271"/>
                  </a:lnTo>
                  <a:lnTo>
                    <a:pt x="1838030" y="3727271"/>
                  </a:lnTo>
                  <a:lnTo>
                    <a:pt x="1838124" y="3727271"/>
                  </a:lnTo>
                  <a:lnTo>
                    <a:pt x="1838218" y="3727271"/>
                  </a:lnTo>
                  <a:lnTo>
                    <a:pt x="1838312" y="3727271"/>
                  </a:lnTo>
                  <a:lnTo>
                    <a:pt x="1838406" y="3727271"/>
                  </a:lnTo>
                  <a:lnTo>
                    <a:pt x="1838500" y="3727271"/>
                  </a:lnTo>
                  <a:lnTo>
                    <a:pt x="1838594" y="3727271"/>
                  </a:lnTo>
                  <a:lnTo>
                    <a:pt x="1838688" y="3727271"/>
                  </a:lnTo>
                  <a:lnTo>
                    <a:pt x="1838782" y="3727271"/>
                  </a:lnTo>
                  <a:lnTo>
                    <a:pt x="1838876" y="3727271"/>
                  </a:lnTo>
                  <a:lnTo>
                    <a:pt x="1838970" y="3727271"/>
                  </a:lnTo>
                  <a:lnTo>
                    <a:pt x="1839064" y="3727271"/>
                  </a:lnTo>
                  <a:lnTo>
                    <a:pt x="1839158" y="3727271"/>
                  </a:lnTo>
                  <a:lnTo>
                    <a:pt x="1839252" y="3727271"/>
                  </a:lnTo>
                  <a:lnTo>
                    <a:pt x="1839346" y="3727271"/>
                  </a:lnTo>
                  <a:lnTo>
                    <a:pt x="1839441" y="3727271"/>
                  </a:lnTo>
                  <a:lnTo>
                    <a:pt x="1839535" y="3727271"/>
                  </a:lnTo>
                  <a:lnTo>
                    <a:pt x="1839629" y="3727271"/>
                  </a:lnTo>
                  <a:lnTo>
                    <a:pt x="1839723" y="3727271"/>
                  </a:lnTo>
                  <a:lnTo>
                    <a:pt x="1839817" y="3727271"/>
                  </a:lnTo>
                  <a:lnTo>
                    <a:pt x="1839911" y="3727271"/>
                  </a:lnTo>
                  <a:lnTo>
                    <a:pt x="1840005" y="3727271"/>
                  </a:lnTo>
                  <a:lnTo>
                    <a:pt x="1840099" y="3727271"/>
                  </a:lnTo>
                  <a:lnTo>
                    <a:pt x="1840193" y="3727271"/>
                  </a:lnTo>
                  <a:lnTo>
                    <a:pt x="1840287" y="3727271"/>
                  </a:lnTo>
                  <a:lnTo>
                    <a:pt x="1840381" y="3727271"/>
                  </a:lnTo>
                  <a:lnTo>
                    <a:pt x="1840475" y="3727271"/>
                  </a:lnTo>
                  <a:lnTo>
                    <a:pt x="1840569" y="3727271"/>
                  </a:lnTo>
                  <a:lnTo>
                    <a:pt x="1840663" y="3727271"/>
                  </a:lnTo>
                  <a:lnTo>
                    <a:pt x="1840757" y="3727271"/>
                  </a:lnTo>
                  <a:lnTo>
                    <a:pt x="1840851" y="3727271"/>
                  </a:lnTo>
                  <a:lnTo>
                    <a:pt x="1840945" y="3727271"/>
                  </a:lnTo>
                  <a:lnTo>
                    <a:pt x="1841039" y="3727271"/>
                  </a:lnTo>
                  <a:lnTo>
                    <a:pt x="1841133" y="3727271"/>
                  </a:lnTo>
                  <a:lnTo>
                    <a:pt x="1841227" y="3727271"/>
                  </a:lnTo>
                  <a:lnTo>
                    <a:pt x="1841321" y="3727271"/>
                  </a:lnTo>
                  <a:lnTo>
                    <a:pt x="1841415" y="3727271"/>
                  </a:lnTo>
                  <a:lnTo>
                    <a:pt x="1841415" y="3721992"/>
                  </a:lnTo>
                  <a:lnTo>
                    <a:pt x="1841509" y="3721992"/>
                  </a:lnTo>
                  <a:lnTo>
                    <a:pt x="1841603" y="3721992"/>
                  </a:lnTo>
                  <a:lnTo>
                    <a:pt x="1841697" y="3721992"/>
                  </a:lnTo>
                  <a:lnTo>
                    <a:pt x="1841791" y="3721992"/>
                  </a:lnTo>
                  <a:lnTo>
                    <a:pt x="1841885" y="3721992"/>
                  </a:lnTo>
                  <a:lnTo>
                    <a:pt x="1841979" y="3721992"/>
                  </a:lnTo>
                  <a:lnTo>
                    <a:pt x="1842073" y="3721992"/>
                  </a:lnTo>
                  <a:lnTo>
                    <a:pt x="1842167" y="3721992"/>
                  </a:lnTo>
                  <a:lnTo>
                    <a:pt x="1842261" y="3721992"/>
                  </a:lnTo>
                  <a:lnTo>
                    <a:pt x="1842355" y="3721992"/>
                  </a:lnTo>
                  <a:lnTo>
                    <a:pt x="1842449" y="3721992"/>
                  </a:lnTo>
                  <a:lnTo>
                    <a:pt x="1842543" y="3721992"/>
                  </a:lnTo>
                  <a:lnTo>
                    <a:pt x="1842637" y="3721992"/>
                  </a:lnTo>
                  <a:lnTo>
                    <a:pt x="1842731" y="3721992"/>
                  </a:lnTo>
                  <a:lnTo>
                    <a:pt x="1842825" y="3721992"/>
                  </a:lnTo>
                  <a:lnTo>
                    <a:pt x="1842919" y="3721992"/>
                  </a:lnTo>
                  <a:lnTo>
                    <a:pt x="1843014" y="3721992"/>
                  </a:lnTo>
                  <a:lnTo>
                    <a:pt x="1843108" y="3721992"/>
                  </a:lnTo>
                  <a:lnTo>
                    <a:pt x="1843202" y="3721992"/>
                  </a:lnTo>
                  <a:lnTo>
                    <a:pt x="1843296" y="3721992"/>
                  </a:lnTo>
                  <a:lnTo>
                    <a:pt x="1843390" y="3721992"/>
                  </a:lnTo>
                  <a:lnTo>
                    <a:pt x="1843484" y="3721992"/>
                  </a:lnTo>
                  <a:lnTo>
                    <a:pt x="1843578" y="3721992"/>
                  </a:lnTo>
                  <a:lnTo>
                    <a:pt x="1843672" y="3721992"/>
                  </a:lnTo>
                  <a:lnTo>
                    <a:pt x="1843766" y="3721992"/>
                  </a:lnTo>
                  <a:lnTo>
                    <a:pt x="1843860" y="3721992"/>
                  </a:lnTo>
                  <a:lnTo>
                    <a:pt x="1843954" y="3721992"/>
                  </a:lnTo>
                  <a:lnTo>
                    <a:pt x="1844048" y="3721992"/>
                  </a:lnTo>
                  <a:lnTo>
                    <a:pt x="1844142" y="3721992"/>
                  </a:lnTo>
                  <a:lnTo>
                    <a:pt x="1844236" y="3721992"/>
                  </a:lnTo>
                  <a:lnTo>
                    <a:pt x="1844330" y="3721992"/>
                  </a:lnTo>
                  <a:lnTo>
                    <a:pt x="1844424" y="3721992"/>
                  </a:lnTo>
                  <a:lnTo>
                    <a:pt x="1844518" y="3721992"/>
                  </a:lnTo>
                  <a:lnTo>
                    <a:pt x="1844612" y="3721992"/>
                  </a:lnTo>
                  <a:lnTo>
                    <a:pt x="1844612" y="3716712"/>
                  </a:lnTo>
                  <a:lnTo>
                    <a:pt x="1844706" y="3716712"/>
                  </a:lnTo>
                  <a:lnTo>
                    <a:pt x="1844800" y="3716712"/>
                  </a:lnTo>
                  <a:lnTo>
                    <a:pt x="1844894" y="3716712"/>
                  </a:lnTo>
                  <a:lnTo>
                    <a:pt x="1844988" y="3716712"/>
                  </a:lnTo>
                  <a:lnTo>
                    <a:pt x="1845082" y="3716712"/>
                  </a:lnTo>
                  <a:lnTo>
                    <a:pt x="1845176" y="3716712"/>
                  </a:lnTo>
                  <a:lnTo>
                    <a:pt x="1845270" y="3716712"/>
                  </a:lnTo>
                  <a:lnTo>
                    <a:pt x="1845364" y="3716712"/>
                  </a:lnTo>
                  <a:lnTo>
                    <a:pt x="1845458" y="3716712"/>
                  </a:lnTo>
                  <a:lnTo>
                    <a:pt x="1845552" y="3716712"/>
                  </a:lnTo>
                  <a:lnTo>
                    <a:pt x="1845646" y="3716712"/>
                  </a:lnTo>
                  <a:lnTo>
                    <a:pt x="1845740" y="3716712"/>
                  </a:lnTo>
                  <a:lnTo>
                    <a:pt x="1845834" y="3716712"/>
                  </a:lnTo>
                  <a:lnTo>
                    <a:pt x="1845928" y="3716712"/>
                  </a:lnTo>
                  <a:lnTo>
                    <a:pt x="1846022" y="3716712"/>
                  </a:lnTo>
                  <a:lnTo>
                    <a:pt x="1846116" y="3716712"/>
                  </a:lnTo>
                  <a:lnTo>
                    <a:pt x="1846210" y="3716712"/>
                  </a:lnTo>
                  <a:lnTo>
                    <a:pt x="1846304" y="3716712"/>
                  </a:lnTo>
                  <a:lnTo>
                    <a:pt x="1846398" y="3716712"/>
                  </a:lnTo>
                  <a:lnTo>
                    <a:pt x="1846492" y="3716712"/>
                  </a:lnTo>
                  <a:lnTo>
                    <a:pt x="1846587" y="3716712"/>
                  </a:lnTo>
                  <a:lnTo>
                    <a:pt x="1846681" y="3716712"/>
                  </a:lnTo>
                  <a:lnTo>
                    <a:pt x="1846775" y="3716712"/>
                  </a:lnTo>
                  <a:lnTo>
                    <a:pt x="1846869" y="3716712"/>
                  </a:lnTo>
                  <a:lnTo>
                    <a:pt x="1846963" y="3716712"/>
                  </a:lnTo>
                  <a:lnTo>
                    <a:pt x="1847057" y="3716712"/>
                  </a:lnTo>
                  <a:lnTo>
                    <a:pt x="1847151" y="3716712"/>
                  </a:lnTo>
                  <a:lnTo>
                    <a:pt x="1847245" y="3716712"/>
                  </a:lnTo>
                  <a:lnTo>
                    <a:pt x="1847339" y="3716712"/>
                  </a:lnTo>
                  <a:lnTo>
                    <a:pt x="1847433" y="3716712"/>
                  </a:lnTo>
                  <a:lnTo>
                    <a:pt x="1847527" y="3716712"/>
                  </a:lnTo>
                  <a:lnTo>
                    <a:pt x="1847621" y="3716712"/>
                  </a:lnTo>
                  <a:lnTo>
                    <a:pt x="1847715" y="3716712"/>
                  </a:lnTo>
                  <a:lnTo>
                    <a:pt x="1847809" y="3716712"/>
                  </a:lnTo>
                  <a:lnTo>
                    <a:pt x="1847903" y="3716712"/>
                  </a:lnTo>
                  <a:lnTo>
                    <a:pt x="1847997" y="3716712"/>
                  </a:lnTo>
                  <a:lnTo>
                    <a:pt x="1848091" y="3716712"/>
                  </a:lnTo>
                  <a:lnTo>
                    <a:pt x="1848185" y="3716712"/>
                  </a:lnTo>
                  <a:lnTo>
                    <a:pt x="1848279" y="3716712"/>
                  </a:lnTo>
                  <a:lnTo>
                    <a:pt x="1848373" y="3716712"/>
                  </a:lnTo>
                  <a:lnTo>
                    <a:pt x="1848467" y="3716712"/>
                  </a:lnTo>
                  <a:lnTo>
                    <a:pt x="1848561" y="3716712"/>
                  </a:lnTo>
                  <a:lnTo>
                    <a:pt x="1848655" y="3716712"/>
                  </a:lnTo>
                  <a:lnTo>
                    <a:pt x="1848749" y="3716712"/>
                  </a:lnTo>
                  <a:lnTo>
                    <a:pt x="1848843" y="3716712"/>
                  </a:lnTo>
                  <a:lnTo>
                    <a:pt x="1848937" y="3716712"/>
                  </a:lnTo>
                  <a:lnTo>
                    <a:pt x="1849031" y="3716712"/>
                  </a:lnTo>
                  <a:lnTo>
                    <a:pt x="1849125" y="3716712"/>
                  </a:lnTo>
                  <a:lnTo>
                    <a:pt x="1849219" y="3716712"/>
                  </a:lnTo>
                  <a:lnTo>
                    <a:pt x="1849313" y="3716712"/>
                  </a:lnTo>
                  <a:lnTo>
                    <a:pt x="1849407" y="3716712"/>
                  </a:lnTo>
                  <a:lnTo>
                    <a:pt x="1849501" y="3716712"/>
                  </a:lnTo>
                  <a:lnTo>
                    <a:pt x="1849595" y="3716712"/>
                  </a:lnTo>
                  <a:lnTo>
                    <a:pt x="1849689" y="3716712"/>
                  </a:lnTo>
                  <a:lnTo>
                    <a:pt x="1849689" y="3711433"/>
                  </a:lnTo>
                  <a:lnTo>
                    <a:pt x="1849783" y="3711433"/>
                  </a:lnTo>
                  <a:lnTo>
                    <a:pt x="1849877" y="3711433"/>
                  </a:lnTo>
                  <a:lnTo>
                    <a:pt x="1849971" y="3711433"/>
                  </a:lnTo>
                  <a:lnTo>
                    <a:pt x="1850066" y="3711433"/>
                  </a:lnTo>
                  <a:lnTo>
                    <a:pt x="1850160" y="3711433"/>
                  </a:lnTo>
                  <a:lnTo>
                    <a:pt x="1850254" y="3711433"/>
                  </a:lnTo>
                  <a:lnTo>
                    <a:pt x="1850348" y="3711433"/>
                  </a:lnTo>
                  <a:lnTo>
                    <a:pt x="1850442" y="3711433"/>
                  </a:lnTo>
                  <a:lnTo>
                    <a:pt x="1850536" y="3711433"/>
                  </a:lnTo>
                  <a:lnTo>
                    <a:pt x="1850630" y="3711433"/>
                  </a:lnTo>
                  <a:lnTo>
                    <a:pt x="1850724" y="3711433"/>
                  </a:lnTo>
                  <a:lnTo>
                    <a:pt x="1850818" y="3711433"/>
                  </a:lnTo>
                  <a:lnTo>
                    <a:pt x="1850912" y="3711433"/>
                  </a:lnTo>
                  <a:lnTo>
                    <a:pt x="1851006" y="3711433"/>
                  </a:lnTo>
                  <a:lnTo>
                    <a:pt x="1851100" y="3711433"/>
                  </a:lnTo>
                  <a:lnTo>
                    <a:pt x="1851194" y="3711433"/>
                  </a:lnTo>
                  <a:lnTo>
                    <a:pt x="1851288" y="3711433"/>
                  </a:lnTo>
                  <a:lnTo>
                    <a:pt x="1851382" y="3711433"/>
                  </a:lnTo>
                  <a:lnTo>
                    <a:pt x="1851476" y="3711433"/>
                  </a:lnTo>
                  <a:lnTo>
                    <a:pt x="1851570" y="3711433"/>
                  </a:lnTo>
                  <a:lnTo>
                    <a:pt x="1851664" y="3711433"/>
                  </a:lnTo>
                  <a:lnTo>
                    <a:pt x="1851758" y="3711433"/>
                  </a:lnTo>
                  <a:lnTo>
                    <a:pt x="1851852" y="3711433"/>
                  </a:lnTo>
                  <a:lnTo>
                    <a:pt x="1851946" y="3711433"/>
                  </a:lnTo>
                  <a:lnTo>
                    <a:pt x="1852040" y="3711433"/>
                  </a:lnTo>
                  <a:lnTo>
                    <a:pt x="1852134" y="3711433"/>
                  </a:lnTo>
                  <a:lnTo>
                    <a:pt x="1852228" y="3711433"/>
                  </a:lnTo>
                  <a:lnTo>
                    <a:pt x="1852322" y="3711433"/>
                  </a:lnTo>
                  <a:lnTo>
                    <a:pt x="1852416" y="3711433"/>
                  </a:lnTo>
                  <a:lnTo>
                    <a:pt x="1852510" y="3711433"/>
                  </a:lnTo>
                  <a:lnTo>
                    <a:pt x="1852604" y="3711433"/>
                  </a:lnTo>
                  <a:lnTo>
                    <a:pt x="1852698" y="3711433"/>
                  </a:lnTo>
                  <a:lnTo>
                    <a:pt x="1852792" y="3711433"/>
                  </a:lnTo>
                  <a:lnTo>
                    <a:pt x="1852886" y="3711433"/>
                  </a:lnTo>
                  <a:lnTo>
                    <a:pt x="1852980" y="3711433"/>
                  </a:lnTo>
                  <a:lnTo>
                    <a:pt x="1853074" y="3711433"/>
                  </a:lnTo>
                  <a:lnTo>
                    <a:pt x="1853168" y="3711433"/>
                  </a:lnTo>
                  <a:lnTo>
                    <a:pt x="1853262" y="3711433"/>
                  </a:lnTo>
                  <a:lnTo>
                    <a:pt x="1853356" y="3711433"/>
                  </a:lnTo>
                  <a:lnTo>
                    <a:pt x="1853450" y="3711433"/>
                  </a:lnTo>
                  <a:lnTo>
                    <a:pt x="1853544" y="3711433"/>
                  </a:lnTo>
                  <a:lnTo>
                    <a:pt x="1853639" y="3711433"/>
                  </a:lnTo>
                  <a:lnTo>
                    <a:pt x="1853733" y="3711433"/>
                  </a:lnTo>
                  <a:lnTo>
                    <a:pt x="1853827" y="3711433"/>
                  </a:lnTo>
                  <a:lnTo>
                    <a:pt x="1853921" y="3711433"/>
                  </a:lnTo>
                  <a:lnTo>
                    <a:pt x="1854015" y="3711433"/>
                  </a:lnTo>
                  <a:lnTo>
                    <a:pt x="1854109" y="3711433"/>
                  </a:lnTo>
                  <a:lnTo>
                    <a:pt x="1854203" y="3711433"/>
                  </a:lnTo>
                  <a:lnTo>
                    <a:pt x="1854297" y="3711433"/>
                  </a:lnTo>
                  <a:lnTo>
                    <a:pt x="1854391" y="3711433"/>
                  </a:lnTo>
                  <a:lnTo>
                    <a:pt x="1854485" y="3711433"/>
                  </a:lnTo>
                  <a:lnTo>
                    <a:pt x="1854579" y="3711433"/>
                  </a:lnTo>
                  <a:lnTo>
                    <a:pt x="1854673" y="3711433"/>
                  </a:lnTo>
                  <a:lnTo>
                    <a:pt x="1854767" y="3711433"/>
                  </a:lnTo>
                  <a:lnTo>
                    <a:pt x="1854861" y="3711433"/>
                  </a:lnTo>
                  <a:lnTo>
                    <a:pt x="1854955" y="3711433"/>
                  </a:lnTo>
                  <a:lnTo>
                    <a:pt x="1855049" y="3711433"/>
                  </a:lnTo>
                  <a:lnTo>
                    <a:pt x="1855143" y="3711433"/>
                  </a:lnTo>
                  <a:lnTo>
                    <a:pt x="1855237" y="3711433"/>
                  </a:lnTo>
                  <a:lnTo>
                    <a:pt x="1855331" y="3711433"/>
                  </a:lnTo>
                  <a:lnTo>
                    <a:pt x="1855425" y="3711433"/>
                  </a:lnTo>
                  <a:lnTo>
                    <a:pt x="1855519" y="3711433"/>
                  </a:lnTo>
                  <a:lnTo>
                    <a:pt x="1855613" y="3711433"/>
                  </a:lnTo>
                  <a:lnTo>
                    <a:pt x="1855707" y="3711433"/>
                  </a:lnTo>
                  <a:lnTo>
                    <a:pt x="1855801" y="3711433"/>
                  </a:lnTo>
                  <a:lnTo>
                    <a:pt x="1855895" y="3711433"/>
                  </a:lnTo>
                  <a:lnTo>
                    <a:pt x="1855989" y="3711433"/>
                  </a:lnTo>
                  <a:lnTo>
                    <a:pt x="1856083" y="3711433"/>
                  </a:lnTo>
                  <a:lnTo>
                    <a:pt x="1856177" y="3711433"/>
                  </a:lnTo>
                  <a:lnTo>
                    <a:pt x="1856271" y="3711433"/>
                  </a:lnTo>
                  <a:lnTo>
                    <a:pt x="1856365" y="3711433"/>
                  </a:lnTo>
                  <a:lnTo>
                    <a:pt x="1856459" y="3711433"/>
                  </a:lnTo>
                  <a:lnTo>
                    <a:pt x="1856553" y="3711433"/>
                  </a:lnTo>
                  <a:lnTo>
                    <a:pt x="1856647" y="3711433"/>
                  </a:lnTo>
                  <a:lnTo>
                    <a:pt x="1856741" y="3711433"/>
                  </a:lnTo>
                  <a:lnTo>
                    <a:pt x="1856835" y="3711433"/>
                  </a:lnTo>
                  <a:lnTo>
                    <a:pt x="1856929" y="3711433"/>
                  </a:lnTo>
                  <a:lnTo>
                    <a:pt x="1857023" y="3711433"/>
                  </a:lnTo>
                  <a:lnTo>
                    <a:pt x="1857117" y="3711433"/>
                  </a:lnTo>
                  <a:lnTo>
                    <a:pt x="1857212" y="3711433"/>
                  </a:lnTo>
                  <a:lnTo>
                    <a:pt x="1857306" y="3711433"/>
                  </a:lnTo>
                  <a:lnTo>
                    <a:pt x="1857400" y="3711433"/>
                  </a:lnTo>
                  <a:lnTo>
                    <a:pt x="1857494" y="3711433"/>
                  </a:lnTo>
                  <a:lnTo>
                    <a:pt x="1857588" y="3711433"/>
                  </a:lnTo>
                  <a:lnTo>
                    <a:pt x="1857682" y="3711433"/>
                  </a:lnTo>
                  <a:lnTo>
                    <a:pt x="1857776" y="3711433"/>
                  </a:lnTo>
                  <a:lnTo>
                    <a:pt x="1857870" y="3711433"/>
                  </a:lnTo>
                  <a:lnTo>
                    <a:pt x="1857964" y="3711433"/>
                  </a:lnTo>
                  <a:lnTo>
                    <a:pt x="1858058" y="3711433"/>
                  </a:lnTo>
                  <a:lnTo>
                    <a:pt x="1858152" y="3711433"/>
                  </a:lnTo>
                  <a:lnTo>
                    <a:pt x="1858246" y="3711433"/>
                  </a:lnTo>
                  <a:lnTo>
                    <a:pt x="1858340" y="3711433"/>
                  </a:lnTo>
                  <a:lnTo>
                    <a:pt x="1858434" y="3711433"/>
                  </a:lnTo>
                  <a:lnTo>
                    <a:pt x="1858528" y="3711433"/>
                  </a:lnTo>
                  <a:lnTo>
                    <a:pt x="1858622" y="3711433"/>
                  </a:lnTo>
                  <a:lnTo>
                    <a:pt x="1858716" y="3711433"/>
                  </a:lnTo>
                  <a:lnTo>
                    <a:pt x="1858810" y="3711433"/>
                  </a:lnTo>
                  <a:lnTo>
                    <a:pt x="1858904" y="3711433"/>
                  </a:lnTo>
                  <a:lnTo>
                    <a:pt x="1858998" y="3711433"/>
                  </a:lnTo>
                  <a:lnTo>
                    <a:pt x="1859092" y="3711433"/>
                  </a:lnTo>
                  <a:lnTo>
                    <a:pt x="1859186" y="3711433"/>
                  </a:lnTo>
                  <a:lnTo>
                    <a:pt x="1859280" y="3711433"/>
                  </a:lnTo>
                  <a:lnTo>
                    <a:pt x="1859374" y="3711433"/>
                  </a:lnTo>
                  <a:lnTo>
                    <a:pt x="1859468" y="3711433"/>
                  </a:lnTo>
                  <a:lnTo>
                    <a:pt x="1859562" y="3711433"/>
                  </a:lnTo>
                  <a:lnTo>
                    <a:pt x="1859656" y="3711433"/>
                  </a:lnTo>
                  <a:lnTo>
                    <a:pt x="1859750" y="3711433"/>
                  </a:lnTo>
                  <a:lnTo>
                    <a:pt x="1859844" y="3711433"/>
                  </a:lnTo>
                  <a:lnTo>
                    <a:pt x="1859938" y="3711433"/>
                  </a:lnTo>
                  <a:lnTo>
                    <a:pt x="1860032" y="3711433"/>
                  </a:lnTo>
                  <a:lnTo>
                    <a:pt x="1860126" y="3711433"/>
                  </a:lnTo>
                  <a:lnTo>
                    <a:pt x="1860220" y="3711433"/>
                  </a:lnTo>
                  <a:lnTo>
                    <a:pt x="1860314" y="3711433"/>
                  </a:lnTo>
                  <a:lnTo>
                    <a:pt x="1860408" y="3711433"/>
                  </a:lnTo>
                  <a:lnTo>
                    <a:pt x="1860502" y="3711433"/>
                  </a:lnTo>
                  <a:lnTo>
                    <a:pt x="1860596" y="3711433"/>
                  </a:lnTo>
                  <a:lnTo>
                    <a:pt x="1860691" y="3711433"/>
                  </a:lnTo>
                  <a:lnTo>
                    <a:pt x="1860785" y="3711433"/>
                  </a:lnTo>
                  <a:lnTo>
                    <a:pt x="1860879" y="3711433"/>
                  </a:lnTo>
                  <a:lnTo>
                    <a:pt x="1860973" y="3711433"/>
                  </a:lnTo>
                  <a:lnTo>
                    <a:pt x="1861067" y="3711433"/>
                  </a:lnTo>
                  <a:lnTo>
                    <a:pt x="1861161" y="3711433"/>
                  </a:lnTo>
                  <a:lnTo>
                    <a:pt x="1861255" y="3711433"/>
                  </a:lnTo>
                  <a:lnTo>
                    <a:pt x="1861349" y="3711433"/>
                  </a:lnTo>
                  <a:lnTo>
                    <a:pt x="1861443" y="3711433"/>
                  </a:lnTo>
                  <a:lnTo>
                    <a:pt x="1861537" y="3711433"/>
                  </a:lnTo>
                  <a:lnTo>
                    <a:pt x="1861631" y="3711433"/>
                  </a:lnTo>
                  <a:lnTo>
                    <a:pt x="1861725" y="3711433"/>
                  </a:lnTo>
                  <a:lnTo>
                    <a:pt x="1861819" y="3711433"/>
                  </a:lnTo>
                  <a:lnTo>
                    <a:pt x="1861913" y="3711433"/>
                  </a:lnTo>
                  <a:lnTo>
                    <a:pt x="1862007" y="3711433"/>
                  </a:lnTo>
                  <a:lnTo>
                    <a:pt x="1862101" y="3711433"/>
                  </a:lnTo>
                  <a:lnTo>
                    <a:pt x="1862195" y="3711433"/>
                  </a:lnTo>
                  <a:lnTo>
                    <a:pt x="1862289" y="3711433"/>
                  </a:lnTo>
                  <a:lnTo>
                    <a:pt x="1862383" y="3711433"/>
                  </a:lnTo>
                  <a:lnTo>
                    <a:pt x="1862477" y="3711433"/>
                  </a:lnTo>
                  <a:lnTo>
                    <a:pt x="1862571" y="3711433"/>
                  </a:lnTo>
                  <a:lnTo>
                    <a:pt x="1862665" y="3711433"/>
                  </a:lnTo>
                  <a:lnTo>
                    <a:pt x="1862759" y="3711433"/>
                  </a:lnTo>
                  <a:lnTo>
                    <a:pt x="1862853" y="3711433"/>
                  </a:lnTo>
                  <a:lnTo>
                    <a:pt x="1862947" y="3711433"/>
                  </a:lnTo>
                  <a:lnTo>
                    <a:pt x="1863041" y="3711433"/>
                  </a:lnTo>
                  <a:lnTo>
                    <a:pt x="1863135" y="3711433"/>
                  </a:lnTo>
                  <a:lnTo>
                    <a:pt x="1863229" y="3711433"/>
                  </a:lnTo>
                  <a:lnTo>
                    <a:pt x="1863323" y="3711433"/>
                  </a:lnTo>
                  <a:lnTo>
                    <a:pt x="1863417" y="3711433"/>
                  </a:lnTo>
                  <a:lnTo>
                    <a:pt x="1863511" y="3711433"/>
                  </a:lnTo>
                  <a:lnTo>
                    <a:pt x="1863605" y="3711433"/>
                  </a:lnTo>
                  <a:lnTo>
                    <a:pt x="1863699" y="3711433"/>
                  </a:lnTo>
                  <a:lnTo>
                    <a:pt x="1863793" y="3711433"/>
                  </a:lnTo>
                  <a:lnTo>
                    <a:pt x="1863887" y="3711433"/>
                  </a:lnTo>
                  <a:lnTo>
                    <a:pt x="1863981" y="3711433"/>
                  </a:lnTo>
                  <a:lnTo>
                    <a:pt x="1864075" y="3711433"/>
                  </a:lnTo>
                  <a:lnTo>
                    <a:pt x="1864169" y="3711433"/>
                  </a:lnTo>
                  <a:lnTo>
                    <a:pt x="1864264" y="3711433"/>
                  </a:lnTo>
                  <a:lnTo>
                    <a:pt x="1864358" y="3711433"/>
                  </a:lnTo>
                  <a:lnTo>
                    <a:pt x="1864452" y="3711433"/>
                  </a:lnTo>
                  <a:lnTo>
                    <a:pt x="1864546" y="3711433"/>
                  </a:lnTo>
                  <a:lnTo>
                    <a:pt x="1864640" y="3711433"/>
                  </a:lnTo>
                  <a:lnTo>
                    <a:pt x="1864734" y="3711433"/>
                  </a:lnTo>
                  <a:lnTo>
                    <a:pt x="1864828" y="3711433"/>
                  </a:lnTo>
                  <a:lnTo>
                    <a:pt x="1864922" y="3711433"/>
                  </a:lnTo>
                  <a:lnTo>
                    <a:pt x="1865016" y="3711433"/>
                  </a:lnTo>
                  <a:lnTo>
                    <a:pt x="1865110" y="3711433"/>
                  </a:lnTo>
                  <a:lnTo>
                    <a:pt x="1865204" y="3711433"/>
                  </a:lnTo>
                  <a:lnTo>
                    <a:pt x="1865298" y="3711433"/>
                  </a:lnTo>
                  <a:lnTo>
                    <a:pt x="1865392" y="3711433"/>
                  </a:lnTo>
                  <a:lnTo>
                    <a:pt x="1865486" y="3711433"/>
                  </a:lnTo>
                  <a:lnTo>
                    <a:pt x="1865580" y="3711433"/>
                  </a:lnTo>
                  <a:lnTo>
                    <a:pt x="1865674" y="3711433"/>
                  </a:lnTo>
                  <a:lnTo>
                    <a:pt x="1865768" y="3711433"/>
                  </a:lnTo>
                  <a:lnTo>
                    <a:pt x="1865862" y="3711433"/>
                  </a:lnTo>
                  <a:lnTo>
                    <a:pt x="1865956" y="3711433"/>
                  </a:lnTo>
                  <a:lnTo>
                    <a:pt x="1866050" y="3711433"/>
                  </a:lnTo>
                  <a:lnTo>
                    <a:pt x="1866144" y="3711433"/>
                  </a:lnTo>
                  <a:lnTo>
                    <a:pt x="1866238" y="3711433"/>
                  </a:lnTo>
                  <a:lnTo>
                    <a:pt x="1866332" y="3711433"/>
                  </a:lnTo>
                  <a:lnTo>
                    <a:pt x="1866426" y="3711433"/>
                  </a:lnTo>
                  <a:lnTo>
                    <a:pt x="1866520" y="3711433"/>
                  </a:lnTo>
                  <a:lnTo>
                    <a:pt x="1866520" y="3706153"/>
                  </a:lnTo>
                  <a:lnTo>
                    <a:pt x="1866614" y="3706153"/>
                  </a:lnTo>
                  <a:lnTo>
                    <a:pt x="1866708" y="3706153"/>
                  </a:lnTo>
                  <a:lnTo>
                    <a:pt x="1866802" y="3706153"/>
                  </a:lnTo>
                  <a:lnTo>
                    <a:pt x="1866896" y="3706153"/>
                  </a:lnTo>
                  <a:lnTo>
                    <a:pt x="1866896" y="3700874"/>
                  </a:lnTo>
                  <a:lnTo>
                    <a:pt x="1866990" y="3700874"/>
                  </a:lnTo>
                  <a:lnTo>
                    <a:pt x="1867084" y="3700874"/>
                  </a:lnTo>
                  <a:lnTo>
                    <a:pt x="1867178" y="3700874"/>
                  </a:lnTo>
                  <a:lnTo>
                    <a:pt x="1867272" y="3700874"/>
                  </a:lnTo>
                  <a:lnTo>
                    <a:pt x="1867366" y="3700874"/>
                  </a:lnTo>
                  <a:lnTo>
                    <a:pt x="1867460" y="3700874"/>
                  </a:lnTo>
                  <a:lnTo>
                    <a:pt x="1867554" y="3700874"/>
                  </a:lnTo>
                  <a:lnTo>
                    <a:pt x="1867648" y="3700874"/>
                  </a:lnTo>
                  <a:lnTo>
                    <a:pt x="1867742" y="3700874"/>
                  </a:lnTo>
                  <a:lnTo>
                    <a:pt x="1867837" y="3700874"/>
                  </a:lnTo>
                  <a:lnTo>
                    <a:pt x="1867837" y="3695594"/>
                  </a:lnTo>
                  <a:lnTo>
                    <a:pt x="1867931" y="3695594"/>
                  </a:lnTo>
                  <a:lnTo>
                    <a:pt x="1868025" y="3695594"/>
                  </a:lnTo>
                  <a:lnTo>
                    <a:pt x="1868119" y="3695594"/>
                  </a:lnTo>
                  <a:lnTo>
                    <a:pt x="1868213" y="3695594"/>
                  </a:lnTo>
                  <a:lnTo>
                    <a:pt x="1868307" y="3695594"/>
                  </a:lnTo>
                  <a:lnTo>
                    <a:pt x="1868401" y="3695594"/>
                  </a:lnTo>
                  <a:lnTo>
                    <a:pt x="1868495" y="3695594"/>
                  </a:lnTo>
                  <a:lnTo>
                    <a:pt x="1868589" y="3695594"/>
                  </a:lnTo>
                  <a:lnTo>
                    <a:pt x="1868683" y="3695594"/>
                  </a:lnTo>
                  <a:lnTo>
                    <a:pt x="1868777" y="3695594"/>
                  </a:lnTo>
                  <a:lnTo>
                    <a:pt x="1868871" y="3695594"/>
                  </a:lnTo>
                  <a:lnTo>
                    <a:pt x="1868965" y="3695594"/>
                  </a:lnTo>
                  <a:lnTo>
                    <a:pt x="1869059" y="3695594"/>
                  </a:lnTo>
                  <a:lnTo>
                    <a:pt x="1869153" y="3695594"/>
                  </a:lnTo>
                  <a:lnTo>
                    <a:pt x="1869247" y="3695594"/>
                  </a:lnTo>
                  <a:lnTo>
                    <a:pt x="1869341" y="3695594"/>
                  </a:lnTo>
                  <a:lnTo>
                    <a:pt x="1869435" y="3695594"/>
                  </a:lnTo>
                  <a:lnTo>
                    <a:pt x="1869529" y="3695594"/>
                  </a:lnTo>
                  <a:lnTo>
                    <a:pt x="1869623" y="3695594"/>
                  </a:lnTo>
                  <a:lnTo>
                    <a:pt x="1869717" y="3695594"/>
                  </a:lnTo>
                  <a:lnTo>
                    <a:pt x="1869811" y="3695594"/>
                  </a:lnTo>
                  <a:lnTo>
                    <a:pt x="1869905" y="3695594"/>
                  </a:lnTo>
                  <a:lnTo>
                    <a:pt x="1869999" y="3695594"/>
                  </a:lnTo>
                  <a:lnTo>
                    <a:pt x="1870093" y="3695594"/>
                  </a:lnTo>
                  <a:lnTo>
                    <a:pt x="1870187" y="3695594"/>
                  </a:lnTo>
                  <a:lnTo>
                    <a:pt x="1870281" y="3695594"/>
                  </a:lnTo>
                  <a:lnTo>
                    <a:pt x="1870375" y="3695594"/>
                  </a:lnTo>
                  <a:lnTo>
                    <a:pt x="1870469" y="3695594"/>
                  </a:lnTo>
                  <a:lnTo>
                    <a:pt x="1870563" y="3695594"/>
                  </a:lnTo>
                  <a:lnTo>
                    <a:pt x="1870657" y="3695594"/>
                  </a:lnTo>
                  <a:lnTo>
                    <a:pt x="1870751" y="3695594"/>
                  </a:lnTo>
                  <a:lnTo>
                    <a:pt x="1870845" y="3695594"/>
                  </a:lnTo>
                  <a:lnTo>
                    <a:pt x="1870939" y="3695594"/>
                  </a:lnTo>
                  <a:lnTo>
                    <a:pt x="1871033" y="3695594"/>
                  </a:lnTo>
                  <a:lnTo>
                    <a:pt x="1871127" y="3695594"/>
                  </a:lnTo>
                  <a:lnTo>
                    <a:pt x="1871221" y="3695594"/>
                  </a:lnTo>
                  <a:lnTo>
                    <a:pt x="1871315" y="3695594"/>
                  </a:lnTo>
                  <a:lnTo>
                    <a:pt x="1871315" y="3690315"/>
                  </a:lnTo>
                  <a:lnTo>
                    <a:pt x="1871410" y="3690315"/>
                  </a:lnTo>
                  <a:lnTo>
                    <a:pt x="1871504" y="3690315"/>
                  </a:lnTo>
                  <a:lnTo>
                    <a:pt x="1871598" y="3690315"/>
                  </a:lnTo>
                  <a:lnTo>
                    <a:pt x="1871692" y="3690315"/>
                  </a:lnTo>
                  <a:lnTo>
                    <a:pt x="1871786" y="3690315"/>
                  </a:lnTo>
                  <a:lnTo>
                    <a:pt x="1871880" y="3690315"/>
                  </a:lnTo>
                  <a:lnTo>
                    <a:pt x="1871974" y="3690315"/>
                  </a:lnTo>
                  <a:lnTo>
                    <a:pt x="1872068" y="3690315"/>
                  </a:lnTo>
                  <a:lnTo>
                    <a:pt x="1872162" y="3690315"/>
                  </a:lnTo>
                  <a:lnTo>
                    <a:pt x="1872256" y="3690315"/>
                  </a:lnTo>
                  <a:lnTo>
                    <a:pt x="1872350" y="3690315"/>
                  </a:lnTo>
                  <a:lnTo>
                    <a:pt x="1872444" y="3690315"/>
                  </a:lnTo>
                  <a:lnTo>
                    <a:pt x="1872538" y="3690315"/>
                  </a:lnTo>
                  <a:lnTo>
                    <a:pt x="1872632" y="3690315"/>
                  </a:lnTo>
                  <a:lnTo>
                    <a:pt x="1872726" y="3690315"/>
                  </a:lnTo>
                  <a:lnTo>
                    <a:pt x="1872820" y="3690315"/>
                  </a:lnTo>
                  <a:lnTo>
                    <a:pt x="1872820" y="3685036"/>
                  </a:lnTo>
                  <a:lnTo>
                    <a:pt x="1872914" y="3685036"/>
                  </a:lnTo>
                  <a:lnTo>
                    <a:pt x="1873008" y="3685036"/>
                  </a:lnTo>
                  <a:lnTo>
                    <a:pt x="1873102" y="3685036"/>
                  </a:lnTo>
                  <a:lnTo>
                    <a:pt x="1873196" y="3685036"/>
                  </a:lnTo>
                  <a:lnTo>
                    <a:pt x="1873290" y="3685036"/>
                  </a:lnTo>
                  <a:lnTo>
                    <a:pt x="1873384" y="3685036"/>
                  </a:lnTo>
                  <a:lnTo>
                    <a:pt x="1873478" y="3685036"/>
                  </a:lnTo>
                  <a:lnTo>
                    <a:pt x="1873572" y="3685036"/>
                  </a:lnTo>
                  <a:lnTo>
                    <a:pt x="1873666" y="3685036"/>
                  </a:lnTo>
                  <a:lnTo>
                    <a:pt x="1873760" y="3685036"/>
                  </a:lnTo>
                  <a:lnTo>
                    <a:pt x="1873854" y="3685036"/>
                  </a:lnTo>
                  <a:lnTo>
                    <a:pt x="1873948" y="3685036"/>
                  </a:lnTo>
                  <a:lnTo>
                    <a:pt x="1874042" y="3685036"/>
                  </a:lnTo>
                  <a:lnTo>
                    <a:pt x="1874136" y="3685036"/>
                  </a:lnTo>
                  <a:lnTo>
                    <a:pt x="1874230" y="3685036"/>
                  </a:lnTo>
                  <a:lnTo>
                    <a:pt x="1874324" y="3685036"/>
                  </a:lnTo>
                  <a:lnTo>
                    <a:pt x="1874418" y="3685036"/>
                  </a:lnTo>
                  <a:lnTo>
                    <a:pt x="1874512" y="3685036"/>
                  </a:lnTo>
                  <a:lnTo>
                    <a:pt x="1874606" y="3685036"/>
                  </a:lnTo>
                  <a:lnTo>
                    <a:pt x="1874700" y="3685036"/>
                  </a:lnTo>
                  <a:lnTo>
                    <a:pt x="1874794" y="3685036"/>
                  </a:lnTo>
                  <a:lnTo>
                    <a:pt x="1874794" y="3679756"/>
                  </a:lnTo>
                  <a:lnTo>
                    <a:pt x="1874889" y="3679756"/>
                  </a:lnTo>
                  <a:lnTo>
                    <a:pt x="1874983" y="3679756"/>
                  </a:lnTo>
                  <a:lnTo>
                    <a:pt x="1875077" y="3679756"/>
                  </a:lnTo>
                  <a:lnTo>
                    <a:pt x="1875171" y="3679756"/>
                  </a:lnTo>
                  <a:lnTo>
                    <a:pt x="1875265" y="3679756"/>
                  </a:lnTo>
                  <a:lnTo>
                    <a:pt x="1875359" y="3679756"/>
                  </a:lnTo>
                  <a:lnTo>
                    <a:pt x="1875453" y="3679756"/>
                  </a:lnTo>
                  <a:lnTo>
                    <a:pt x="1875547" y="3679756"/>
                  </a:lnTo>
                  <a:lnTo>
                    <a:pt x="1875641" y="3679756"/>
                  </a:lnTo>
                  <a:lnTo>
                    <a:pt x="1875735" y="3679756"/>
                  </a:lnTo>
                  <a:lnTo>
                    <a:pt x="1875829" y="3679756"/>
                  </a:lnTo>
                  <a:lnTo>
                    <a:pt x="1875923" y="3679756"/>
                  </a:lnTo>
                  <a:lnTo>
                    <a:pt x="1876017" y="3679756"/>
                  </a:lnTo>
                  <a:lnTo>
                    <a:pt x="1876111" y="3679756"/>
                  </a:lnTo>
                  <a:lnTo>
                    <a:pt x="1876205" y="3679756"/>
                  </a:lnTo>
                  <a:lnTo>
                    <a:pt x="1876299" y="3679756"/>
                  </a:lnTo>
                  <a:lnTo>
                    <a:pt x="1876393" y="3679756"/>
                  </a:lnTo>
                  <a:lnTo>
                    <a:pt x="1876487" y="3679756"/>
                  </a:lnTo>
                  <a:lnTo>
                    <a:pt x="1876581" y="3679756"/>
                  </a:lnTo>
                  <a:lnTo>
                    <a:pt x="1876675" y="3679756"/>
                  </a:lnTo>
                  <a:lnTo>
                    <a:pt x="1876769" y="3679756"/>
                  </a:lnTo>
                  <a:lnTo>
                    <a:pt x="1876863" y="3679756"/>
                  </a:lnTo>
                  <a:lnTo>
                    <a:pt x="1876957" y="3679756"/>
                  </a:lnTo>
                  <a:lnTo>
                    <a:pt x="1877051" y="3679756"/>
                  </a:lnTo>
                  <a:lnTo>
                    <a:pt x="1877145" y="3679756"/>
                  </a:lnTo>
                  <a:lnTo>
                    <a:pt x="1877239" y="3679756"/>
                  </a:lnTo>
                  <a:lnTo>
                    <a:pt x="1877333" y="3679756"/>
                  </a:lnTo>
                  <a:lnTo>
                    <a:pt x="1877427" y="3679756"/>
                  </a:lnTo>
                  <a:lnTo>
                    <a:pt x="1877427" y="3674477"/>
                  </a:lnTo>
                  <a:lnTo>
                    <a:pt x="1877521" y="3674477"/>
                  </a:lnTo>
                  <a:lnTo>
                    <a:pt x="1877615" y="3674477"/>
                  </a:lnTo>
                  <a:lnTo>
                    <a:pt x="1877709" y="3674477"/>
                  </a:lnTo>
                  <a:lnTo>
                    <a:pt x="1877803" y="3674477"/>
                  </a:lnTo>
                  <a:lnTo>
                    <a:pt x="1877897" y="3674477"/>
                  </a:lnTo>
                  <a:lnTo>
                    <a:pt x="1877991" y="3674477"/>
                  </a:lnTo>
                  <a:lnTo>
                    <a:pt x="1878085" y="3674477"/>
                  </a:lnTo>
                  <a:lnTo>
                    <a:pt x="1878179" y="3674477"/>
                  </a:lnTo>
                  <a:lnTo>
                    <a:pt x="1878273" y="3674477"/>
                  </a:lnTo>
                  <a:lnTo>
                    <a:pt x="1878367" y="3674477"/>
                  </a:lnTo>
                  <a:lnTo>
                    <a:pt x="1878367" y="3669197"/>
                  </a:lnTo>
                  <a:lnTo>
                    <a:pt x="1878462" y="3669197"/>
                  </a:lnTo>
                  <a:lnTo>
                    <a:pt x="1878556" y="3669197"/>
                  </a:lnTo>
                  <a:lnTo>
                    <a:pt x="1878650" y="3669197"/>
                  </a:lnTo>
                  <a:lnTo>
                    <a:pt x="1878744" y="3669197"/>
                  </a:lnTo>
                  <a:lnTo>
                    <a:pt x="1878838" y="3669197"/>
                  </a:lnTo>
                  <a:lnTo>
                    <a:pt x="1878932" y="3669197"/>
                  </a:lnTo>
                  <a:lnTo>
                    <a:pt x="1879026" y="3669197"/>
                  </a:lnTo>
                  <a:lnTo>
                    <a:pt x="1879120" y="3669197"/>
                  </a:lnTo>
                  <a:lnTo>
                    <a:pt x="1879214" y="3669197"/>
                  </a:lnTo>
                  <a:lnTo>
                    <a:pt x="1879308" y="3669197"/>
                  </a:lnTo>
                  <a:lnTo>
                    <a:pt x="1879402" y="3669197"/>
                  </a:lnTo>
                  <a:lnTo>
                    <a:pt x="1879496" y="3669197"/>
                  </a:lnTo>
                  <a:lnTo>
                    <a:pt x="1879590" y="3669197"/>
                  </a:lnTo>
                  <a:lnTo>
                    <a:pt x="1879684" y="3669197"/>
                  </a:lnTo>
                  <a:lnTo>
                    <a:pt x="1879778" y="3669197"/>
                  </a:lnTo>
                  <a:lnTo>
                    <a:pt x="1879872" y="3669197"/>
                  </a:lnTo>
                  <a:lnTo>
                    <a:pt x="1879966" y="3669197"/>
                  </a:lnTo>
                  <a:lnTo>
                    <a:pt x="1880060" y="3669197"/>
                  </a:lnTo>
                  <a:lnTo>
                    <a:pt x="1880154" y="3669197"/>
                  </a:lnTo>
                  <a:lnTo>
                    <a:pt x="1880248" y="3669197"/>
                  </a:lnTo>
                  <a:lnTo>
                    <a:pt x="1880342" y="3669197"/>
                  </a:lnTo>
                  <a:lnTo>
                    <a:pt x="1880436" y="3669197"/>
                  </a:lnTo>
                  <a:lnTo>
                    <a:pt x="1880530" y="3669197"/>
                  </a:lnTo>
                  <a:lnTo>
                    <a:pt x="1880624" y="3669197"/>
                  </a:lnTo>
                  <a:lnTo>
                    <a:pt x="1880718" y="3669197"/>
                  </a:lnTo>
                  <a:lnTo>
                    <a:pt x="1880812" y="3669197"/>
                  </a:lnTo>
                  <a:lnTo>
                    <a:pt x="1880906" y="3669197"/>
                  </a:lnTo>
                  <a:lnTo>
                    <a:pt x="1881000" y="3669197"/>
                  </a:lnTo>
                  <a:lnTo>
                    <a:pt x="1881094" y="3669197"/>
                  </a:lnTo>
                  <a:lnTo>
                    <a:pt x="1881188" y="3669197"/>
                  </a:lnTo>
                  <a:lnTo>
                    <a:pt x="1881282" y="3669197"/>
                  </a:lnTo>
                  <a:lnTo>
                    <a:pt x="1881376" y="3669197"/>
                  </a:lnTo>
                  <a:lnTo>
                    <a:pt x="1881470" y="3669197"/>
                  </a:lnTo>
                  <a:lnTo>
                    <a:pt x="1881564" y="3669197"/>
                  </a:lnTo>
                  <a:lnTo>
                    <a:pt x="1881658" y="3669197"/>
                  </a:lnTo>
                  <a:lnTo>
                    <a:pt x="1881752" y="3669197"/>
                  </a:lnTo>
                  <a:lnTo>
                    <a:pt x="1881846" y="3669197"/>
                  </a:lnTo>
                  <a:lnTo>
                    <a:pt x="1881940" y="3669197"/>
                  </a:lnTo>
                  <a:lnTo>
                    <a:pt x="1882035" y="3669197"/>
                  </a:lnTo>
                  <a:lnTo>
                    <a:pt x="1882129" y="3669197"/>
                  </a:lnTo>
                  <a:lnTo>
                    <a:pt x="1882223" y="3669197"/>
                  </a:lnTo>
                  <a:lnTo>
                    <a:pt x="1882317" y="3669197"/>
                  </a:lnTo>
                  <a:lnTo>
                    <a:pt x="1882411" y="3669197"/>
                  </a:lnTo>
                  <a:lnTo>
                    <a:pt x="1882505" y="3669197"/>
                  </a:lnTo>
                  <a:lnTo>
                    <a:pt x="1882599" y="3669197"/>
                  </a:lnTo>
                  <a:lnTo>
                    <a:pt x="1882693" y="3669197"/>
                  </a:lnTo>
                  <a:lnTo>
                    <a:pt x="1882787" y="3669197"/>
                  </a:lnTo>
                  <a:lnTo>
                    <a:pt x="1882881" y="3669197"/>
                  </a:lnTo>
                  <a:lnTo>
                    <a:pt x="1882975" y="3669197"/>
                  </a:lnTo>
                  <a:lnTo>
                    <a:pt x="1883069" y="3669197"/>
                  </a:lnTo>
                  <a:lnTo>
                    <a:pt x="1883163" y="3669197"/>
                  </a:lnTo>
                  <a:lnTo>
                    <a:pt x="1883257" y="3669197"/>
                  </a:lnTo>
                  <a:lnTo>
                    <a:pt x="1883351" y="3669197"/>
                  </a:lnTo>
                  <a:lnTo>
                    <a:pt x="1883445" y="3669197"/>
                  </a:lnTo>
                  <a:lnTo>
                    <a:pt x="1883539" y="3669197"/>
                  </a:lnTo>
                  <a:lnTo>
                    <a:pt x="1883633" y="3669197"/>
                  </a:lnTo>
                  <a:lnTo>
                    <a:pt x="1883727" y="3669197"/>
                  </a:lnTo>
                  <a:lnTo>
                    <a:pt x="1883821" y="3669197"/>
                  </a:lnTo>
                  <a:lnTo>
                    <a:pt x="1883915" y="3669197"/>
                  </a:lnTo>
                  <a:lnTo>
                    <a:pt x="1884009" y="3669197"/>
                  </a:lnTo>
                  <a:lnTo>
                    <a:pt x="1884103" y="3669197"/>
                  </a:lnTo>
                  <a:lnTo>
                    <a:pt x="1884197" y="3669197"/>
                  </a:lnTo>
                  <a:lnTo>
                    <a:pt x="1884291" y="3669197"/>
                  </a:lnTo>
                  <a:lnTo>
                    <a:pt x="1884291" y="3663918"/>
                  </a:lnTo>
                  <a:lnTo>
                    <a:pt x="1884385" y="3663918"/>
                  </a:lnTo>
                  <a:lnTo>
                    <a:pt x="1884479" y="3663918"/>
                  </a:lnTo>
                  <a:lnTo>
                    <a:pt x="1884573" y="3663918"/>
                  </a:lnTo>
                  <a:lnTo>
                    <a:pt x="1884667" y="3663918"/>
                  </a:lnTo>
                  <a:lnTo>
                    <a:pt x="1884761" y="3663918"/>
                  </a:lnTo>
                  <a:lnTo>
                    <a:pt x="1884855" y="3663918"/>
                  </a:lnTo>
                  <a:lnTo>
                    <a:pt x="1884949" y="3663918"/>
                  </a:lnTo>
                  <a:lnTo>
                    <a:pt x="1885043" y="3663918"/>
                  </a:lnTo>
                  <a:lnTo>
                    <a:pt x="1885137" y="3663918"/>
                  </a:lnTo>
                  <a:lnTo>
                    <a:pt x="1885231" y="3663918"/>
                  </a:lnTo>
                  <a:lnTo>
                    <a:pt x="1885325" y="3663918"/>
                  </a:lnTo>
                  <a:lnTo>
                    <a:pt x="1885419" y="3663918"/>
                  </a:lnTo>
                  <a:lnTo>
                    <a:pt x="1885514" y="3663918"/>
                  </a:lnTo>
                  <a:lnTo>
                    <a:pt x="1885608" y="3663918"/>
                  </a:lnTo>
                  <a:lnTo>
                    <a:pt x="1885702" y="3663918"/>
                  </a:lnTo>
                  <a:lnTo>
                    <a:pt x="1885796" y="3663918"/>
                  </a:lnTo>
                  <a:lnTo>
                    <a:pt x="1885890" y="3663918"/>
                  </a:lnTo>
                  <a:lnTo>
                    <a:pt x="1885984" y="3663918"/>
                  </a:lnTo>
                  <a:lnTo>
                    <a:pt x="1886078" y="3663918"/>
                  </a:lnTo>
                  <a:lnTo>
                    <a:pt x="1886172" y="3663918"/>
                  </a:lnTo>
                  <a:lnTo>
                    <a:pt x="1886266" y="3663918"/>
                  </a:lnTo>
                  <a:lnTo>
                    <a:pt x="1886360" y="3663918"/>
                  </a:lnTo>
                  <a:lnTo>
                    <a:pt x="1886454" y="3663918"/>
                  </a:lnTo>
                  <a:lnTo>
                    <a:pt x="1886548" y="3663918"/>
                  </a:lnTo>
                  <a:lnTo>
                    <a:pt x="1886642" y="3663918"/>
                  </a:lnTo>
                  <a:lnTo>
                    <a:pt x="1886736" y="3663918"/>
                  </a:lnTo>
                  <a:lnTo>
                    <a:pt x="1886830" y="3663918"/>
                  </a:lnTo>
                  <a:lnTo>
                    <a:pt x="1886924" y="3663918"/>
                  </a:lnTo>
                  <a:lnTo>
                    <a:pt x="1887018" y="3663918"/>
                  </a:lnTo>
                  <a:lnTo>
                    <a:pt x="1887112" y="3663918"/>
                  </a:lnTo>
                  <a:lnTo>
                    <a:pt x="1887206" y="3663918"/>
                  </a:lnTo>
                  <a:lnTo>
                    <a:pt x="1887300" y="3663918"/>
                  </a:lnTo>
                  <a:lnTo>
                    <a:pt x="1887394" y="3663918"/>
                  </a:lnTo>
                  <a:lnTo>
                    <a:pt x="1887488" y="3663918"/>
                  </a:lnTo>
                  <a:lnTo>
                    <a:pt x="1887582" y="3663918"/>
                  </a:lnTo>
                  <a:lnTo>
                    <a:pt x="1887676" y="3663918"/>
                  </a:lnTo>
                  <a:lnTo>
                    <a:pt x="1887770" y="3663918"/>
                  </a:lnTo>
                  <a:lnTo>
                    <a:pt x="1887864" y="3663918"/>
                  </a:lnTo>
                  <a:lnTo>
                    <a:pt x="1887958" y="3663918"/>
                  </a:lnTo>
                  <a:lnTo>
                    <a:pt x="1888052" y="3663918"/>
                  </a:lnTo>
                  <a:lnTo>
                    <a:pt x="1888146" y="3663918"/>
                  </a:lnTo>
                  <a:lnTo>
                    <a:pt x="1888240" y="3663918"/>
                  </a:lnTo>
                  <a:lnTo>
                    <a:pt x="1888334" y="3663918"/>
                  </a:lnTo>
                  <a:lnTo>
                    <a:pt x="1888428" y="3663918"/>
                  </a:lnTo>
                  <a:lnTo>
                    <a:pt x="1888522" y="3663918"/>
                  </a:lnTo>
                  <a:lnTo>
                    <a:pt x="1888616" y="3663918"/>
                  </a:lnTo>
                  <a:lnTo>
                    <a:pt x="1888710" y="3663918"/>
                  </a:lnTo>
                  <a:lnTo>
                    <a:pt x="1888804" y="3663918"/>
                  </a:lnTo>
                  <a:lnTo>
                    <a:pt x="1888898" y="3663918"/>
                  </a:lnTo>
                  <a:lnTo>
                    <a:pt x="1888992" y="3663918"/>
                  </a:lnTo>
                  <a:lnTo>
                    <a:pt x="1889087" y="3663918"/>
                  </a:lnTo>
                  <a:lnTo>
                    <a:pt x="1889181" y="3663918"/>
                  </a:lnTo>
                  <a:lnTo>
                    <a:pt x="1889275" y="3663918"/>
                  </a:lnTo>
                  <a:lnTo>
                    <a:pt x="1889369" y="3663918"/>
                  </a:lnTo>
                  <a:lnTo>
                    <a:pt x="1889463" y="3663918"/>
                  </a:lnTo>
                  <a:lnTo>
                    <a:pt x="1889557" y="3663918"/>
                  </a:lnTo>
                  <a:lnTo>
                    <a:pt x="1889651" y="3663918"/>
                  </a:lnTo>
                  <a:lnTo>
                    <a:pt x="1889745" y="3663918"/>
                  </a:lnTo>
                  <a:lnTo>
                    <a:pt x="1889839" y="3663918"/>
                  </a:lnTo>
                  <a:lnTo>
                    <a:pt x="1889933" y="3663918"/>
                  </a:lnTo>
                  <a:lnTo>
                    <a:pt x="1890027" y="3663918"/>
                  </a:lnTo>
                  <a:lnTo>
                    <a:pt x="1890121" y="3663918"/>
                  </a:lnTo>
                  <a:lnTo>
                    <a:pt x="1890215" y="3663918"/>
                  </a:lnTo>
                  <a:lnTo>
                    <a:pt x="1890309" y="3663918"/>
                  </a:lnTo>
                  <a:lnTo>
                    <a:pt x="1890403" y="3663918"/>
                  </a:lnTo>
                  <a:lnTo>
                    <a:pt x="1890497" y="3663918"/>
                  </a:lnTo>
                  <a:lnTo>
                    <a:pt x="1890591" y="3663918"/>
                  </a:lnTo>
                  <a:lnTo>
                    <a:pt x="1890685" y="3663918"/>
                  </a:lnTo>
                  <a:lnTo>
                    <a:pt x="1890779" y="3663918"/>
                  </a:lnTo>
                  <a:lnTo>
                    <a:pt x="1890873" y="3663918"/>
                  </a:lnTo>
                  <a:lnTo>
                    <a:pt x="1890967" y="3663918"/>
                  </a:lnTo>
                  <a:lnTo>
                    <a:pt x="1891061" y="3663918"/>
                  </a:lnTo>
                  <a:lnTo>
                    <a:pt x="1891061" y="3658638"/>
                  </a:lnTo>
                  <a:lnTo>
                    <a:pt x="1891155" y="3658638"/>
                  </a:lnTo>
                  <a:lnTo>
                    <a:pt x="1891249" y="3658638"/>
                  </a:lnTo>
                  <a:lnTo>
                    <a:pt x="1891343" y="3658638"/>
                  </a:lnTo>
                  <a:lnTo>
                    <a:pt x="1891437" y="3658638"/>
                  </a:lnTo>
                  <a:lnTo>
                    <a:pt x="1891531" y="3658638"/>
                  </a:lnTo>
                  <a:lnTo>
                    <a:pt x="1891625" y="3658638"/>
                  </a:lnTo>
                  <a:lnTo>
                    <a:pt x="1891719" y="3658638"/>
                  </a:lnTo>
                  <a:lnTo>
                    <a:pt x="1891813" y="3658638"/>
                  </a:lnTo>
                  <a:lnTo>
                    <a:pt x="1891907" y="3658638"/>
                  </a:lnTo>
                  <a:lnTo>
                    <a:pt x="1892001" y="3658638"/>
                  </a:lnTo>
                  <a:lnTo>
                    <a:pt x="1892095" y="3658638"/>
                  </a:lnTo>
                  <a:lnTo>
                    <a:pt x="1892189" y="3658638"/>
                  </a:lnTo>
                  <a:lnTo>
                    <a:pt x="1892189" y="3653359"/>
                  </a:lnTo>
                  <a:lnTo>
                    <a:pt x="1892283" y="3653359"/>
                  </a:lnTo>
                  <a:lnTo>
                    <a:pt x="1892377" y="3653359"/>
                  </a:lnTo>
                  <a:lnTo>
                    <a:pt x="1892471" y="3653359"/>
                  </a:lnTo>
                  <a:lnTo>
                    <a:pt x="1892565" y="3653359"/>
                  </a:lnTo>
                  <a:lnTo>
                    <a:pt x="1892660" y="3653359"/>
                  </a:lnTo>
                  <a:lnTo>
                    <a:pt x="1892660" y="3648080"/>
                  </a:lnTo>
                  <a:lnTo>
                    <a:pt x="1892754" y="3648080"/>
                  </a:lnTo>
                  <a:lnTo>
                    <a:pt x="1892848" y="3648080"/>
                  </a:lnTo>
                  <a:lnTo>
                    <a:pt x="1892942" y="3648080"/>
                  </a:lnTo>
                  <a:lnTo>
                    <a:pt x="1893036" y="3648080"/>
                  </a:lnTo>
                  <a:lnTo>
                    <a:pt x="1893130" y="3648080"/>
                  </a:lnTo>
                  <a:lnTo>
                    <a:pt x="1893224" y="3648080"/>
                  </a:lnTo>
                  <a:lnTo>
                    <a:pt x="1893318" y="3648080"/>
                  </a:lnTo>
                  <a:lnTo>
                    <a:pt x="1893412" y="3648080"/>
                  </a:lnTo>
                  <a:lnTo>
                    <a:pt x="1893506" y="3648080"/>
                  </a:lnTo>
                  <a:lnTo>
                    <a:pt x="1893600" y="3648080"/>
                  </a:lnTo>
                  <a:lnTo>
                    <a:pt x="1893694" y="3648080"/>
                  </a:lnTo>
                  <a:lnTo>
                    <a:pt x="1893788" y="3648080"/>
                  </a:lnTo>
                  <a:lnTo>
                    <a:pt x="1893882" y="3648080"/>
                  </a:lnTo>
                  <a:lnTo>
                    <a:pt x="1893976" y="3648080"/>
                  </a:lnTo>
                  <a:lnTo>
                    <a:pt x="1894070" y="3648080"/>
                  </a:lnTo>
                  <a:lnTo>
                    <a:pt x="1894164" y="3648080"/>
                  </a:lnTo>
                  <a:lnTo>
                    <a:pt x="1894258" y="3648080"/>
                  </a:lnTo>
                  <a:lnTo>
                    <a:pt x="1894352" y="3648080"/>
                  </a:lnTo>
                  <a:lnTo>
                    <a:pt x="1894352" y="3642800"/>
                  </a:lnTo>
                  <a:lnTo>
                    <a:pt x="1894446" y="3642800"/>
                  </a:lnTo>
                  <a:lnTo>
                    <a:pt x="1894540" y="3642800"/>
                  </a:lnTo>
                  <a:lnTo>
                    <a:pt x="1894634" y="3642800"/>
                  </a:lnTo>
                  <a:lnTo>
                    <a:pt x="1894728" y="3642800"/>
                  </a:lnTo>
                  <a:lnTo>
                    <a:pt x="1894822" y="3642800"/>
                  </a:lnTo>
                  <a:lnTo>
                    <a:pt x="1894916" y="3642800"/>
                  </a:lnTo>
                  <a:lnTo>
                    <a:pt x="1895010" y="3642800"/>
                  </a:lnTo>
                  <a:lnTo>
                    <a:pt x="1895104" y="3642800"/>
                  </a:lnTo>
                  <a:lnTo>
                    <a:pt x="1895198" y="3642800"/>
                  </a:lnTo>
                  <a:lnTo>
                    <a:pt x="1895292" y="3642800"/>
                  </a:lnTo>
                  <a:lnTo>
                    <a:pt x="1895386" y="3642800"/>
                  </a:lnTo>
                  <a:lnTo>
                    <a:pt x="1895480" y="3642800"/>
                  </a:lnTo>
                  <a:lnTo>
                    <a:pt x="1895574" y="3642800"/>
                  </a:lnTo>
                  <a:lnTo>
                    <a:pt x="1895668" y="3642800"/>
                  </a:lnTo>
                  <a:lnTo>
                    <a:pt x="1895762" y="3642800"/>
                  </a:lnTo>
                  <a:lnTo>
                    <a:pt x="1895856" y="3642800"/>
                  </a:lnTo>
                  <a:lnTo>
                    <a:pt x="1895950" y="3642800"/>
                  </a:lnTo>
                  <a:lnTo>
                    <a:pt x="1896044" y="3642800"/>
                  </a:lnTo>
                  <a:lnTo>
                    <a:pt x="1896139" y="3642800"/>
                  </a:lnTo>
                  <a:lnTo>
                    <a:pt x="1896233" y="3642800"/>
                  </a:lnTo>
                  <a:lnTo>
                    <a:pt x="1896327" y="3642800"/>
                  </a:lnTo>
                  <a:lnTo>
                    <a:pt x="1896421" y="3642800"/>
                  </a:lnTo>
                  <a:lnTo>
                    <a:pt x="1896515" y="3642800"/>
                  </a:lnTo>
                  <a:lnTo>
                    <a:pt x="1896609" y="3642800"/>
                  </a:lnTo>
                  <a:lnTo>
                    <a:pt x="1896703" y="3642800"/>
                  </a:lnTo>
                  <a:lnTo>
                    <a:pt x="1896797" y="3642800"/>
                  </a:lnTo>
                  <a:lnTo>
                    <a:pt x="1896891" y="3642800"/>
                  </a:lnTo>
                  <a:lnTo>
                    <a:pt x="1896985" y="3642800"/>
                  </a:lnTo>
                  <a:lnTo>
                    <a:pt x="1897079" y="3642800"/>
                  </a:lnTo>
                  <a:lnTo>
                    <a:pt x="1897173" y="3642800"/>
                  </a:lnTo>
                  <a:lnTo>
                    <a:pt x="1897267" y="3642800"/>
                  </a:lnTo>
                  <a:lnTo>
                    <a:pt x="1897361" y="3642800"/>
                  </a:lnTo>
                  <a:lnTo>
                    <a:pt x="1897455" y="3642800"/>
                  </a:lnTo>
                  <a:lnTo>
                    <a:pt x="1897549" y="3642800"/>
                  </a:lnTo>
                  <a:lnTo>
                    <a:pt x="1897643" y="3642800"/>
                  </a:lnTo>
                  <a:lnTo>
                    <a:pt x="1897737" y="3642800"/>
                  </a:lnTo>
                  <a:lnTo>
                    <a:pt x="1897831" y="3642800"/>
                  </a:lnTo>
                  <a:lnTo>
                    <a:pt x="1897925" y="3642800"/>
                  </a:lnTo>
                  <a:lnTo>
                    <a:pt x="1898019" y="3642800"/>
                  </a:lnTo>
                  <a:lnTo>
                    <a:pt x="1898113" y="3642800"/>
                  </a:lnTo>
                  <a:lnTo>
                    <a:pt x="1898207" y="3642800"/>
                  </a:lnTo>
                  <a:lnTo>
                    <a:pt x="1898301" y="3642800"/>
                  </a:lnTo>
                  <a:lnTo>
                    <a:pt x="1898395" y="3642800"/>
                  </a:lnTo>
                  <a:lnTo>
                    <a:pt x="1898489" y="3642800"/>
                  </a:lnTo>
                  <a:lnTo>
                    <a:pt x="1898489" y="3637521"/>
                  </a:lnTo>
                  <a:lnTo>
                    <a:pt x="1898583" y="3637521"/>
                  </a:lnTo>
                  <a:lnTo>
                    <a:pt x="1898677" y="3637521"/>
                  </a:lnTo>
                  <a:lnTo>
                    <a:pt x="1898771" y="3637521"/>
                  </a:lnTo>
                  <a:lnTo>
                    <a:pt x="1898865" y="3637521"/>
                  </a:lnTo>
                  <a:lnTo>
                    <a:pt x="1898959" y="3637521"/>
                  </a:lnTo>
                  <a:lnTo>
                    <a:pt x="1899053" y="3637521"/>
                  </a:lnTo>
                  <a:lnTo>
                    <a:pt x="1899147" y="3637521"/>
                  </a:lnTo>
                  <a:lnTo>
                    <a:pt x="1899241" y="3637521"/>
                  </a:lnTo>
                  <a:lnTo>
                    <a:pt x="1899335" y="3637521"/>
                  </a:lnTo>
                  <a:lnTo>
                    <a:pt x="1899429" y="3637521"/>
                  </a:lnTo>
                  <a:lnTo>
                    <a:pt x="1899523" y="3637521"/>
                  </a:lnTo>
                  <a:lnTo>
                    <a:pt x="1899617" y="3637521"/>
                  </a:lnTo>
                  <a:lnTo>
                    <a:pt x="1899712" y="3637521"/>
                  </a:lnTo>
                  <a:lnTo>
                    <a:pt x="1899806" y="3637521"/>
                  </a:lnTo>
                  <a:lnTo>
                    <a:pt x="1899900" y="3637521"/>
                  </a:lnTo>
                  <a:lnTo>
                    <a:pt x="1899994" y="3637521"/>
                  </a:lnTo>
                  <a:lnTo>
                    <a:pt x="1900088" y="3637521"/>
                  </a:lnTo>
                  <a:lnTo>
                    <a:pt x="1900182" y="3637521"/>
                  </a:lnTo>
                  <a:lnTo>
                    <a:pt x="1900276" y="3637521"/>
                  </a:lnTo>
                  <a:lnTo>
                    <a:pt x="1900370" y="3637521"/>
                  </a:lnTo>
                  <a:lnTo>
                    <a:pt x="1900370" y="3632241"/>
                  </a:lnTo>
                  <a:lnTo>
                    <a:pt x="1900464" y="3632241"/>
                  </a:lnTo>
                  <a:lnTo>
                    <a:pt x="1900558" y="3632241"/>
                  </a:lnTo>
                  <a:lnTo>
                    <a:pt x="1900652" y="3632241"/>
                  </a:lnTo>
                  <a:lnTo>
                    <a:pt x="1900746" y="3632241"/>
                  </a:lnTo>
                  <a:lnTo>
                    <a:pt x="1900840" y="3632241"/>
                  </a:lnTo>
                  <a:lnTo>
                    <a:pt x="1900934" y="3632241"/>
                  </a:lnTo>
                  <a:lnTo>
                    <a:pt x="1901028" y="3632241"/>
                  </a:lnTo>
                  <a:lnTo>
                    <a:pt x="1901122" y="3632241"/>
                  </a:lnTo>
                  <a:lnTo>
                    <a:pt x="1901216" y="3632241"/>
                  </a:lnTo>
                  <a:lnTo>
                    <a:pt x="1901310" y="3632241"/>
                  </a:lnTo>
                  <a:lnTo>
                    <a:pt x="1901404" y="3632241"/>
                  </a:lnTo>
                  <a:lnTo>
                    <a:pt x="1901498" y="3632241"/>
                  </a:lnTo>
                  <a:lnTo>
                    <a:pt x="1901592" y="3632241"/>
                  </a:lnTo>
                  <a:lnTo>
                    <a:pt x="1901686" y="3632241"/>
                  </a:lnTo>
                  <a:lnTo>
                    <a:pt x="1901780" y="3632241"/>
                  </a:lnTo>
                  <a:lnTo>
                    <a:pt x="1901874" y="3632241"/>
                  </a:lnTo>
                  <a:lnTo>
                    <a:pt x="1901968" y="3632241"/>
                  </a:lnTo>
                  <a:lnTo>
                    <a:pt x="1902062" y="3632241"/>
                  </a:lnTo>
                  <a:lnTo>
                    <a:pt x="1902156" y="3632241"/>
                  </a:lnTo>
                  <a:lnTo>
                    <a:pt x="1902250" y="3632241"/>
                  </a:lnTo>
                  <a:lnTo>
                    <a:pt x="1902344" y="3632241"/>
                  </a:lnTo>
                  <a:lnTo>
                    <a:pt x="1902438" y="3632241"/>
                  </a:lnTo>
                  <a:lnTo>
                    <a:pt x="1902532" y="3632241"/>
                  </a:lnTo>
                  <a:lnTo>
                    <a:pt x="1902626" y="3632241"/>
                  </a:lnTo>
                  <a:lnTo>
                    <a:pt x="1902720" y="3632241"/>
                  </a:lnTo>
                  <a:lnTo>
                    <a:pt x="1902814" y="3632241"/>
                  </a:lnTo>
                  <a:lnTo>
                    <a:pt x="1902908" y="3632241"/>
                  </a:lnTo>
                  <a:lnTo>
                    <a:pt x="1903002" y="3632241"/>
                  </a:lnTo>
                  <a:lnTo>
                    <a:pt x="1903096" y="3632241"/>
                  </a:lnTo>
                  <a:lnTo>
                    <a:pt x="1903190" y="3632241"/>
                  </a:lnTo>
                  <a:lnTo>
                    <a:pt x="1903285" y="3632241"/>
                  </a:lnTo>
                  <a:lnTo>
                    <a:pt x="1903379" y="3632241"/>
                  </a:lnTo>
                  <a:lnTo>
                    <a:pt x="1903473" y="3632241"/>
                  </a:lnTo>
                  <a:lnTo>
                    <a:pt x="1903567" y="3632241"/>
                  </a:lnTo>
                  <a:lnTo>
                    <a:pt x="1903661" y="3632241"/>
                  </a:lnTo>
                  <a:lnTo>
                    <a:pt x="1903755" y="3632241"/>
                  </a:lnTo>
                  <a:lnTo>
                    <a:pt x="1903849" y="3632241"/>
                  </a:lnTo>
                  <a:lnTo>
                    <a:pt x="1903943" y="3632241"/>
                  </a:lnTo>
                  <a:lnTo>
                    <a:pt x="1904037" y="3632241"/>
                  </a:lnTo>
                  <a:lnTo>
                    <a:pt x="1904131" y="3632241"/>
                  </a:lnTo>
                  <a:lnTo>
                    <a:pt x="1904225" y="3632241"/>
                  </a:lnTo>
                  <a:lnTo>
                    <a:pt x="1904319" y="3632241"/>
                  </a:lnTo>
                  <a:lnTo>
                    <a:pt x="1904413" y="3632241"/>
                  </a:lnTo>
                  <a:lnTo>
                    <a:pt x="1904507" y="3632241"/>
                  </a:lnTo>
                  <a:lnTo>
                    <a:pt x="1904601" y="3632241"/>
                  </a:lnTo>
                  <a:lnTo>
                    <a:pt x="1904695" y="3632241"/>
                  </a:lnTo>
                  <a:lnTo>
                    <a:pt x="1904789" y="3632241"/>
                  </a:lnTo>
                  <a:lnTo>
                    <a:pt x="1904883" y="3632241"/>
                  </a:lnTo>
                  <a:lnTo>
                    <a:pt x="1904977" y="3632241"/>
                  </a:lnTo>
                  <a:lnTo>
                    <a:pt x="1905071" y="3632241"/>
                  </a:lnTo>
                  <a:lnTo>
                    <a:pt x="1905165" y="3632241"/>
                  </a:lnTo>
                  <a:lnTo>
                    <a:pt x="1905259" y="3632241"/>
                  </a:lnTo>
                  <a:lnTo>
                    <a:pt x="1905353" y="3632241"/>
                  </a:lnTo>
                  <a:lnTo>
                    <a:pt x="1905447" y="3632241"/>
                  </a:lnTo>
                  <a:lnTo>
                    <a:pt x="1905541" y="3632241"/>
                  </a:lnTo>
                  <a:lnTo>
                    <a:pt x="1905635" y="3632241"/>
                  </a:lnTo>
                  <a:lnTo>
                    <a:pt x="1905729" y="3632241"/>
                  </a:lnTo>
                  <a:lnTo>
                    <a:pt x="1905823" y="3632241"/>
                  </a:lnTo>
                  <a:lnTo>
                    <a:pt x="1905917" y="3632241"/>
                  </a:lnTo>
                  <a:lnTo>
                    <a:pt x="1906011" y="3632241"/>
                  </a:lnTo>
                  <a:lnTo>
                    <a:pt x="1906105" y="3632241"/>
                  </a:lnTo>
                  <a:lnTo>
                    <a:pt x="1906199" y="3632241"/>
                  </a:lnTo>
                  <a:lnTo>
                    <a:pt x="1906293" y="3632241"/>
                  </a:lnTo>
                  <a:lnTo>
                    <a:pt x="1906387" y="3632241"/>
                  </a:lnTo>
                  <a:lnTo>
                    <a:pt x="1906481" y="3632241"/>
                  </a:lnTo>
                  <a:lnTo>
                    <a:pt x="1906575" y="3632241"/>
                  </a:lnTo>
                  <a:lnTo>
                    <a:pt x="1906669" y="3632241"/>
                  </a:lnTo>
                  <a:lnTo>
                    <a:pt x="1906764" y="3632241"/>
                  </a:lnTo>
                  <a:lnTo>
                    <a:pt x="1906858" y="3632241"/>
                  </a:lnTo>
                  <a:lnTo>
                    <a:pt x="1906952" y="3632241"/>
                  </a:lnTo>
                  <a:lnTo>
                    <a:pt x="1907046" y="3632241"/>
                  </a:lnTo>
                  <a:lnTo>
                    <a:pt x="1907140" y="3632241"/>
                  </a:lnTo>
                  <a:lnTo>
                    <a:pt x="1907234" y="3632241"/>
                  </a:lnTo>
                  <a:lnTo>
                    <a:pt x="1907328" y="3632241"/>
                  </a:lnTo>
                  <a:lnTo>
                    <a:pt x="1907422" y="3632241"/>
                  </a:lnTo>
                  <a:lnTo>
                    <a:pt x="1907516" y="3632241"/>
                  </a:lnTo>
                  <a:lnTo>
                    <a:pt x="1907610" y="3632241"/>
                  </a:lnTo>
                  <a:lnTo>
                    <a:pt x="1907704" y="3632241"/>
                  </a:lnTo>
                  <a:lnTo>
                    <a:pt x="1907798" y="3632241"/>
                  </a:lnTo>
                  <a:lnTo>
                    <a:pt x="1907892" y="3632241"/>
                  </a:lnTo>
                  <a:lnTo>
                    <a:pt x="1907986" y="3632241"/>
                  </a:lnTo>
                  <a:lnTo>
                    <a:pt x="1908080" y="3632241"/>
                  </a:lnTo>
                  <a:lnTo>
                    <a:pt x="1908174" y="3632241"/>
                  </a:lnTo>
                  <a:lnTo>
                    <a:pt x="1908268" y="3632241"/>
                  </a:lnTo>
                  <a:lnTo>
                    <a:pt x="1908362" y="3632241"/>
                  </a:lnTo>
                  <a:lnTo>
                    <a:pt x="1908456" y="3632241"/>
                  </a:lnTo>
                  <a:lnTo>
                    <a:pt x="1908550" y="3632241"/>
                  </a:lnTo>
                  <a:lnTo>
                    <a:pt x="1908644" y="3632241"/>
                  </a:lnTo>
                  <a:lnTo>
                    <a:pt x="1908738" y="3632241"/>
                  </a:lnTo>
                  <a:lnTo>
                    <a:pt x="1908832" y="3632241"/>
                  </a:lnTo>
                  <a:lnTo>
                    <a:pt x="1908926" y="3632241"/>
                  </a:lnTo>
                  <a:lnTo>
                    <a:pt x="1909020" y="3632241"/>
                  </a:lnTo>
                  <a:lnTo>
                    <a:pt x="1909114" y="3632241"/>
                  </a:lnTo>
                  <a:lnTo>
                    <a:pt x="1909208" y="3632241"/>
                  </a:lnTo>
                  <a:lnTo>
                    <a:pt x="1909302" y="3632241"/>
                  </a:lnTo>
                  <a:lnTo>
                    <a:pt x="1909396" y="3632241"/>
                  </a:lnTo>
                  <a:lnTo>
                    <a:pt x="1909490" y="3632241"/>
                  </a:lnTo>
                  <a:lnTo>
                    <a:pt x="1909584" y="3632241"/>
                  </a:lnTo>
                  <a:lnTo>
                    <a:pt x="1909678" y="3632241"/>
                  </a:lnTo>
                  <a:lnTo>
                    <a:pt x="1909772" y="3632241"/>
                  </a:lnTo>
                  <a:lnTo>
                    <a:pt x="1909866" y="3632241"/>
                  </a:lnTo>
                  <a:lnTo>
                    <a:pt x="1909960" y="3632241"/>
                  </a:lnTo>
                  <a:lnTo>
                    <a:pt x="1910054" y="3632241"/>
                  </a:lnTo>
                  <a:lnTo>
                    <a:pt x="1910148" y="3632241"/>
                  </a:lnTo>
                  <a:lnTo>
                    <a:pt x="1910242" y="3632241"/>
                  </a:lnTo>
                  <a:lnTo>
                    <a:pt x="1910337" y="3632241"/>
                  </a:lnTo>
                  <a:lnTo>
                    <a:pt x="1910431" y="3632241"/>
                  </a:lnTo>
                  <a:lnTo>
                    <a:pt x="1910525" y="3632241"/>
                  </a:lnTo>
                  <a:lnTo>
                    <a:pt x="1910619" y="3632241"/>
                  </a:lnTo>
                  <a:lnTo>
                    <a:pt x="1910713" y="3632241"/>
                  </a:lnTo>
                  <a:lnTo>
                    <a:pt x="1910807" y="3632241"/>
                  </a:lnTo>
                  <a:lnTo>
                    <a:pt x="1910901" y="3632241"/>
                  </a:lnTo>
                  <a:lnTo>
                    <a:pt x="1910995" y="3632241"/>
                  </a:lnTo>
                  <a:lnTo>
                    <a:pt x="1911089" y="3632241"/>
                  </a:lnTo>
                  <a:lnTo>
                    <a:pt x="1911183" y="3632241"/>
                  </a:lnTo>
                  <a:lnTo>
                    <a:pt x="1911277" y="3632241"/>
                  </a:lnTo>
                  <a:lnTo>
                    <a:pt x="1911371" y="3632241"/>
                  </a:lnTo>
                  <a:lnTo>
                    <a:pt x="1911465" y="3632241"/>
                  </a:lnTo>
                  <a:lnTo>
                    <a:pt x="1911559" y="3632241"/>
                  </a:lnTo>
                  <a:lnTo>
                    <a:pt x="1911653" y="3632241"/>
                  </a:lnTo>
                  <a:lnTo>
                    <a:pt x="1911747" y="3632241"/>
                  </a:lnTo>
                  <a:lnTo>
                    <a:pt x="1911841" y="3632241"/>
                  </a:lnTo>
                  <a:lnTo>
                    <a:pt x="1911935" y="3632241"/>
                  </a:lnTo>
                  <a:lnTo>
                    <a:pt x="1912029" y="3632241"/>
                  </a:lnTo>
                  <a:lnTo>
                    <a:pt x="1912123" y="3632241"/>
                  </a:lnTo>
                  <a:lnTo>
                    <a:pt x="1912217" y="3632241"/>
                  </a:lnTo>
                  <a:lnTo>
                    <a:pt x="1912311" y="3632241"/>
                  </a:lnTo>
                  <a:lnTo>
                    <a:pt x="1912405" y="3632241"/>
                  </a:lnTo>
                  <a:lnTo>
                    <a:pt x="1912499" y="3632241"/>
                  </a:lnTo>
                  <a:lnTo>
                    <a:pt x="1912593" y="3632241"/>
                  </a:lnTo>
                  <a:lnTo>
                    <a:pt x="1912687" y="3632241"/>
                  </a:lnTo>
                  <a:lnTo>
                    <a:pt x="1912781" y="3632241"/>
                  </a:lnTo>
                  <a:lnTo>
                    <a:pt x="1912875" y="3632241"/>
                  </a:lnTo>
                  <a:lnTo>
                    <a:pt x="1912969" y="3632241"/>
                  </a:lnTo>
                  <a:lnTo>
                    <a:pt x="1913063" y="3632241"/>
                  </a:lnTo>
                  <a:lnTo>
                    <a:pt x="1913157" y="3632241"/>
                  </a:lnTo>
                  <a:lnTo>
                    <a:pt x="1913251" y="3632241"/>
                  </a:lnTo>
                  <a:lnTo>
                    <a:pt x="1913345" y="3632241"/>
                  </a:lnTo>
                  <a:lnTo>
                    <a:pt x="1913439" y="3632241"/>
                  </a:lnTo>
                  <a:lnTo>
                    <a:pt x="1913533" y="3632241"/>
                  </a:lnTo>
                  <a:lnTo>
                    <a:pt x="1913627" y="3632241"/>
                  </a:lnTo>
                  <a:lnTo>
                    <a:pt x="1913721" y="3632241"/>
                  </a:lnTo>
                  <a:lnTo>
                    <a:pt x="1913815" y="3632241"/>
                  </a:lnTo>
                  <a:lnTo>
                    <a:pt x="1913910" y="3632241"/>
                  </a:lnTo>
                  <a:lnTo>
                    <a:pt x="1914004" y="3632241"/>
                  </a:lnTo>
                  <a:lnTo>
                    <a:pt x="1914098" y="3632241"/>
                  </a:lnTo>
                  <a:lnTo>
                    <a:pt x="1914192" y="3632241"/>
                  </a:lnTo>
                  <a:lnTo>
                    <a:pt x="1914286" y="3632241"/>
                  </a:lnTo>
                  <a:lnTo>
                    <a:pt x="1914380" y="3632241"/>
                  </a:lnTo>
                  <a:lnTo>
                    <a:pt x="1914474" y="3632241"/>
                  </a:lnTo>
                  <a:lnTo>
                    <a:pt x="1914474" y="3626962"/>
                  </a:lnTo>
                  <a:lnTo>
                    <a:pt x="1914568" y="3626962"/>
                  </a:lnTo>
                  <a:lnTo>
                    <a:pt x="1914662" y="3626962"/>
                  </a:lnTo>
                  <a:lnTo>
                    <a:pt x="1914756" y="3626962"/>
                  </a:lnTo>
                  <a:lnTo>
                    <a:pt x="1914850" y="3626962"/>
                  </a:lnTo>
                  <a:lnTo>
                    <a:pt x="1914944" y="3626962"/>
                  </a:lnTo>
                  <a:lnTo>
                    <a:pt x="1915038" y="3626962"/>
                  </a:lnTo>
                  <a:lnTo>
                    <a:pt x="1915132" y="3626962"/>
                  </a:lnTo>
                  <a:lnTo>
                    <a:pt x="1915226" y="3626962"/>
                  </a:lnTo>
                  <a:lnTo>
                    <a:pt x="1915320" y="3626962"/>
                  </a:lnTo>
                  <a:lnTo>
                    <a:pt x="1915414" y="3626962"/>
                  </a:lnTo>
                  <a:lnTo>
                    <a:pt x="1915508" y="3626962"/>
                  </a:lnTo>
                  <a:lnTo>
                    <a:pt x="1915602" y="3626962"/>
                  </a:lnTo>
                  <a:lnTo>
                    <a:pt x="1915696" y="3626962"/>
                  </a:lnTo>
                  <a:lnTo>
                    <a:pt x="1915790" y="3626962"/>
                  </a:lnTo>
                  <a:lnTo>
                    <a:pt x="1915884" y="3626962"/>
                  </a:lnTo>
                  <a:lnTo>
                    <a:pt x="1915978" y="3626962"/>
                  </a:lnTo>
                  <a:lnTo>
                    <a:pt x="1916072" y="3626962"/>
                  </a:lnTo>
                  <a:lnTo>
                    <a:pt x="1916166" y="3626962"/>
                  </a:lnTo>
                  <a:lnTo>
                    <a:pt x="1916260" y="3626962"/>
                  </a:lnTo>
                  <a:lnTo>
                    <a:pt x="1916354" y="3626962"/>
                  </a:lnTo>
                  <a:lnTo>
                    <a:pt x="1916448" y="3626962"/>
                  </a:lnTo>
                  <a:lnTo>
                    <a:pt x="1916542" y="3626962"/>
                  </a:lnTo>
                  <a:lnTo>
                    <a:pt x="1916636" y="3626962"/>
                  </a:lnTo>
                  <a:lnTo>
                    <a:pt x="1916730" y="3626962"/>
                  </a:lnTo>
                  <a:lnTo>
                    <a:pt x="1916824" y="3626962"/>
                  </a:lnTo>
                  <a:lnTo>
                    <a:pt x="1916918" y="3626962"/>
                  </a:lnTo>
                  <a:lnTo>
                    <a:pt x="1917012" y="3626962"/>
                  </a:lnTo>
                  <a:lnTo>
                    <a:pt x="1917106" y="3626962"/>
                  </a:lnTo>
                  <a:lnTo>
                    <a:pt x="1917200" y="3626962"/>
                  </a:lnTo>
                  <a:lnTo>
                    <a:pt x="1917294" y="3626962"/>
                  </a:lnTo>
                  <a:lnTo>
                    <a:pt x="1917388" y="3626962"/>
                  </a:lnTo>
                  <a:lnTo>
                    <a:pt x="1917483" y="3626962"/>
                  </a:lnTo>
                  <a:lnTo>
                    <a:pt x="1917577" y="3626962"/>
                  </a:lnTo>
                  <a:lnTo>
                    <a:pt x="1917671" y="3626962"/>
                  </a:lnTo>
                  <a:lnTo>
                    <a:pt x="1917765" y="3626962"/>
                  </a:lnTo>
                  <a:lnTo>
                    <a:pt x="1917859" y="3626962"/>
                  </a:lnTo>
                  <a:lnTo>
                    <a:pt x="1917953" y="3626962"/>
                  </a:lnTo>
                  <a:lnTo>
                    <a:pt x="1918047" y="3626962"/>
                  </a:lnTo>
                  <a:lnTo>
                    <a:pt x="1918141" y="3626962"/>
                  </a:lnTo>
                  <a:lnTo>
                    <a:pt x="1918235" y="3626962"/>
                  </a:lnTo>
                  <a:lnTo>
                    <a:pt x="1918329" y="3626962"/>
                  </a:lnTo>
                  <a:lnTo>
                    <a:pt x="1918423" y="3626962"/>
                  </a:lnTo>
                  <a:lnTo>
                    <a:pt x="1918517" y="3626962"/>
                  </a:lnTo>
                  <a:lnTo>
                    <a:pt x="1918611" y="3626962"/>
                  </a:lnTo>
                  <a:lnTo>
                    <a:pt x="1918705" y="3626962"/>
                  </a:lnTo>
                  <a:lnTo>
                    <a:pt x="1918799" y="3626962"/>
                  </a:lnTo>
                  <a:lnTo>
                    <a:pt x="1918893" y="3626962"/>
                  </a:lnTo>
                  <a:lnTo>
                    <a:pt x="1918987" y="3626962"/>
                  </a:lnTo>
                  <a:lnTo>
                    <a:pt x="1919081" y="3626962"/>
                  </a:lnTo>
                  <a:lnTo>
                    <a:pt x="1919175" y="3626962"/>
                  </a:lnTo>
                  <a:lnTo>
                    <a:pt x="1919269" y="3626962"/>
                  </a:lnTo>
                  <a:lnTo>
                    <a:pt x="1919363" y="3626962"/>
                  </a:lnTo>
                  <a:lnTo>
                    <a:pt x="1919457" y="3626962"/>
                  </a:lnTo>
                  <a:lnTo>
                    <a:pt x="1919551" y="3626962"/>
                  </a:lnTo>
                  <a:lnTo>
                    <a:pt x="1919645" y="3626962"/>
                  </a:lnTo>
                  <a:lnTo>
                    <a:pt x="1919739" y="3626962"/>
                  </a:lnTo>
                  <a:lnTo>
                    <a:pt x="1919833" y="3626962"/>
                  </a:lnTo>
                  <a:lnTo>
                    <a:pt x="1919927" y="3626962"/>
                  </a:lnTo>
                  <a:lnTo>
                    <a:pt x="1920021" y="3626962"/>
                  </a:lnTo>
                  <a:lnTo>
                    <a:pt x="1920115" y="3626962"/>
                  </a:lnTo>
                  <a:lnTo>
                    <a:pt x="1920209" y="3626962"/>
                  </a:lnTo>
                  <a:lnTo>
                    <a:pt x="1920303" y="3626962"/>
                  </a:lnTo>
                  <a:lnTo>
                    <a:pt x="1920397" y="3626962"/>
                  </a:lnTo>
                  <a:lnTo>
                    <a:pt x="1920491" y="3626962"/>
                  </a:lnTo>
                  <a:lnTo>
                    <a:pt x="1920585" y="3626962"/>
                  </a:lnTo>
                  <a:lnTo>
                    <a:pt x="1920679" y="3626962"/>
                  </a:lnTo>
                  <a:lnTo>
                    <a:pt x="1920773" y="3626962"/>
                  </a:lnTo>
                  <a:lnTo>
                    <a:pt x="1920867" y="3626962"/>
                  </a:lnTo>
                  <a:lnTo>
                    <a:pt x="1920962" y="3626962"/>
                  </a:lnTo>
                  <a:lnTo>
                    <a:pt x="1921056" y="3626962"/>
                  </a:lnTo>
                  <a:lnTo>
                    <a:pt x="1921150" y="3626962"/>
                  </a:lnTo>
                  <a:lnTo>
                    <a:pt x="1921244" y="3626962"/>
                  </a:lnTo>
                  <a:lnTo>
                    <a:pt x="1921338" y="3626962"/>
                  </a:lnTo>
                  <a:lnTo>
                    <a:pt x="1921432" y="3626962"/>
                  </a:lnTo>
                  <a:lnTo>
                    <a:pt x="1921526" y="3626962"/>
                  </a:lnTo>
                  <a:lnTo>
                    <a:pt x="1921620" y="3626962"/>
                  </a:lnTo>
                  <a:lnTo>
                    <a:pt x="1921714" y="3626962"/>
                  </a:lnTo>
                  <a:lnTo>
                    <a:pt x="1921808" y="3626962"/>
                  </a:lnTo>
                  <a:lnTo>
                    <a:pt x="1921902" y="3626962"/>
                  </a:lnTo>
                  <a:lnTo>
                    <a:pt x="1921996" y="3626962"/>
                  </a:lnTo>
                  <a:lnTo>
                    <a:pt x="1922090" y="3626962"/>
                  </a:lnTo>
                  <a:lnTo>
                    <a:pt x="1922184" y="3626962"/>
                  </a:lnTo>
                  <a:lnTo>
                    <a:pt x="1922278" y="3626962"/>
                  </a:lnTo>
                  <a:lnTo>
                    <a:pt x="1922372" y="3626962"/>
                  </a:lnTo>
                  <a:lnTo>
                    <a:pt x="1922466" y="3626962"/>
                  </a:lnTo>
                  <a:lnTo>
                    <a:pt x="1922560" y="3626962"/>
                  </a:lnTo>
                  <a:lnTo>
                    <a:pt x="1922654" y="3626962"/>
                  </a:lnTo>
                  <a:lnTo>
                    <a:pt x="1922748" y="3626962"/>
                  </a:lnTo>
                  <a:lnTo>
                    <a:pt x="1922842" y="3626962"/>
                  </a:lnTo>
                  <a:lnTo>
                    <a:pt x="1922936" y="3626962"/>
                  </a:lnTo>
                  <a:lnTo>
                    <a:pt x="1923030" y="3626962"/>
                  </a:lnTo>
                  <a:lnTo>
                    <a:pt x="1923124" y="3626962"/>
                  </a:lnTo>
                  <a:lnTo>
                    <a:pt x="1923218" y="3626962"/>
                  </a:lnTo>
                  <a:lnTo>
                    <a:pt x="1923312" y="3626962"/>
                  </a:lnTo>
                  <a:lnTo>
                    <a:pt x="1923406" y="3626962"/>
                  </a:lnTo>
                  <a:lnTo>
                    <a:pt x="1923500" y="3626962"/>
                  </a:lnTo>
                  <a:lnTo>
                    <a:pt x="1923594" y="3626962"/>
                  </a:lnTo>
                  <a:lnTo>
                    <a:pt x="1923688" y="3626962"/>
                  </a:lnTo>
                  <a:lnTo>
                    <a:pt x="1923782" y="3626962"/>
                  </a:lnTo>
                  <a:lnTo>
                    <a:pt x="1923876" y="3626962"/>
                  </a:lnTo>
                  <a:lnTo>
                    <a:pt x="1923970" y="3626962"/>
                  </a:lnTo>
                  <a:lnTo>
                    <a:pt x="1924064" y="3626962"/>
                  </a:lnTo>
                  <a:lnTo>
                    <a:pt x="1924158" y="3626962"/>
                  </a:lnTo>
                  <a:lnTo>
                    <a:pt x="1924252" y="3626962"/>
                  </a:lnTo>
                  <a:lnTo>
                    <a:pt x="1924346" y="3626962"/>
                  </a:lnTo>
                  <a:lnTo>
                    <a:pt x="1924440" y="3626962"/>
                  </a:lnTo>
                  <a:lnTo>
                    <a:pt x="1924535" y="3626962"/>
                  </a:lnTo>
                  <a:lnTo>
                    <a:pt x="1924629" y="3626962"/>
                  </a:lnTo>
                  <a:lnTo>
                    <a:pt x="1924723" y="3626962"/>
                  </a:lnTo>
                  <a:lnTo>
                    <a:pt x="1924817" y="3626962"/>
                  </a:lnTo>
                  <a:lnTo>
                    <a:pt x="1924911" y="3626962"/>
                  </a:lnTo>
                  <a:lnTo>
                    <a:pt x="1925005" y="3626962"/>
                  </a:lnTo>
                  <a:lnTo>
                    <a:pt x="1925099" y="3626962"/>
                  </a:lnTo>
                  <a:lnTo>
                    <a:pt x="1925193" y="3626962"/>
                  </a:lnTo>
                  <a:lnTo>
                    <a:pt x="1925287" y="3626962"/>
                  </a:lnTo>
                  <a:lnTo>
                    <a:pt x="1925381" y="3626962"/>
                  </a:lnTo>
                  <a:lnTo>
                    <a:pt x="1925475" y="3626962"/>
                  </a:lnTo>
                  <a:lnTo>
                    <a:pt x="1925569" y="3626962"/>
                  </a:lnTo>
                  <a:lnTo>
                    <a:pt x="1925663" y="3626962"/>
                  </a:lnTo>
                  <a:lnTo>
                    <a:pt x="1925757" y="3626962"/>
                  </a:lnTo>
                  <a:lnTo>
                    <a:pt x="1925851" y="3626962"/>
                  </a:lnTo>
                  <a:lnTo>
                    <a:pt x="1925945" y="3626962"/>
                  </a:lnTo>
                  <a:lnTo>
                    <a:pt x="1926039" y="3626962"/>
                  </a:lnTo>
                  <a:lnTo>
                    <a:pt x="1926133" y="3626962"/>
                  </a:lnTo>
                  <a:lnTo>
                    <a:pt x="1926227" y="3626962"/>
                  </a:lnTo>
                  <a:lnTo>
                    <a:pt x="1926321" y="3626962"/>
                  </a:lnTo>
                  <a:lnTo>
                    <a:pt x="1926321" y="3621683"/>
                  </a:lnTo>
                  <a:lnTo>
                    <a:pt x="1926415" y="3621683"/>
                  </a:lnTo>
                  <a:lnTo>
                    <a:pt x="1926509" y="3621683"/>
                  </a:lnTo>
                  <a:lnTo>
                    <a:pt x="1926603" y="3621683"/>
                  </a:lnTo>
                  <a:lnTo>
                    <a:pt x="1926697" y="3621683"/>
                  </a:lnTo>
                  <a:lnTo>
                    <a:pt x="1926791" y="3621683"/>
                  </a:lnTo>
                  <a:lnTo>
                    <a:pt x="1926885" y="3621683"/>
                  </a:lnTo>
                  <a:lnTo>
                    <a:pt x="1926979" y="3621683"/>
                  </a:lnTo>
                  <a:lnTo>
                    <a:pt x="1927073" y="3621683"/>
                  </a:lnTo>
                  <a:lnTo>
                    <a:pt x="1927167" y="3621683"/>
                  </a:lnTo>
                  <a:lnTo>
                    <a:pt x="1927261" y="3621683"/>
                  </a:lnTo>
                  <a:lnTo>
                    <a:pt x="1927355" y="3621683"/>
                  </a:lnTo>
                  <a:lnTo>
                    <a:pt x="1927449" y="3621683"/>
                  </a:lnTo>
                  <a:lnTo>
                    <a:pt x="1927543" y="3621683"/>
                  </a:lnTo>
                  <a:lnTo>
                    <a:pt x="1927637" y="3621683"/>
                  </a:lnTo>
                  <a:lnTo>
                    <a:pt x="1927731" y="3621683"/>
                  </a:lnTo>
                  <a:lnTo>
                    <a:pt x="1927825" y="3621683"/>
                  </a:lnTo>
                  <a:lnTo>
                    <a:pt x="1927919" y="3621683"/>
                  </a:lnTo>
                  <a:lnTo>
                    <a:pt x="1928013" y="3621683"/>
                  </a:lnTo>
                  <a:lnTo>
                    <a:pt x="1928108" y="3621683"/>
                  </a:lnTo>
                  <a:lnTo>
                    <a:pt x="1928202" y="3621683"/>
                  </a:lnTo>
                  <a:lnTo>
                    <a:pt x="1928296" y="3621683"/>
                  </a:lnTo>
                  <a:lnTo>
                    <a:pt x="1928390" y="3621683"/>
                  </a:lnTo>
                  <a:lnTo>
                    <a:pt x="1928484" y="3621683"/>
                  </a:lnTo>
                  <a:lnTo>
                    <a:pt x="1928578" y="3621683"/>
                  </a:lnTo>
                  <a:lnTo>
                    <a:pt x="1928672" y="3621683"/>
                  </a:lnTo>
                  <a:lnTo>
                    <a:pt x="1928766" y="3621683"/>
                  </a:lnTo>
                  <a:lnTo>
                    <a:pt x="1928860" y="3621683"/>
                  </a:lnTo>
                  <a:lnTo>
                    <a:pt x="1928954" y="3621683"/>
                  </a:lnTo>
                  <a:lnTo>
                    <a:pt x="1929048" y="3621683"/>
                  </a:lnTo>
                  <a:lnTo>
                    <a:pt x="1929142" y="3621683"/>
                  </a:lnTo>
                  <a:lnTo>
                    <a:pt x="1929236" y="3621683"/>
                  </a:lnTo>
                  <a:lnTo>
                    <a:pt x="1929330" y="3621683"/>
                  </a:lnTo>
                  <a:lnTo>
                    <a:pt x="1929424" y="3621683"/>
                  </a:lnTo>
                  <a:lnTo>
                    <a:pt x="1929518" y="3621683"/>
                  </a:lnTo>
                  <a:lnTo>
                    <a:pt x="1929612" y="3621683"/>
                  </a:lnTo>
                  <a:lnTo>
                    <a:pt x="1929706" y="3621683"/>
                  </a:lnTo>
                  <a:lnTo>
                    <a:pt x="1929800" y="3621683"/>
                  </a:lnTo>
                  <a:lnTo>
                    <a:pt x="1929894" y="3621683"/>
                  </a:lnTo>
                  <a:lnTo>
                    <a:pt x="1929988" y="3621683"/>
                  </a:lnTo>
                  <a:lnTo>
                    <a:pt x="1930082" y="3621683"/>
                  </a:lnTo>
                  <a:lnTo>
                    <a:pt x="1930176" y="3621683"/>
                  </a:lnTo>
                  <a:lnTo>
                    <a:pt x="1930270" y="3621683"/>
                  </a:lnTo>
                  <a:lnTo>
                    <a:pt x="1930364" y="3621683"/>
                  </a:lnTo>
                  <a:lnTo>
                    <a:pt x="1930458" y="3621683"/>
                  </a:lnTo>
                  <a:lnTo>
                    <a:pt x="1930552" y="3621683"/>
                  </a:lnTo>
                  <a:lnTo>
                    <a:pt x="1930646" y="3621683"/>
                  </a:lnTo>
                  <a:lnTo>
                    <a:pt x="1930740" y="3621683"/>
                  </a:lnTo>
                  <a:lnTo>
                    <a:pt x="1930834" y="3621683"/>
                  </a:lnTo>
                  <a:lnTo>
                    <a:pt x="1930928" y="3621683"/>
                  </a:lnTo>
                  <a:lnTo>
                    <a:pt x="1931022" y="3621683"/>
                  </a:lnTo>
                  <a:lnTo>
                    <a:pt x="1931116" y="3621683"/>
                  </a:lnTo>
                  <a:lnTo>
                    <a:pt x="1931210" y="3621683"/>
                  </a:lnTo>
                  <a:lnTo>
                    <a:pt x="1931304" y="3621683"/>
                  </a:lnTo>
                  <a:lnTo>
                    <a:pt x="1931304" y="3616403"/>
                  </a:lnTo>
                  <a:lnTo>
                    <a:pt x="1931398" y="3616403"/>
                  </a:lnTo>
                  <a:lnTo>
                    <a:pt x="1931492" y="3616403"/>
                  </a:lnTo>
                  <a:lnTo>
                    <a:pt x="1931587" y="3616403"/>
                  </a:lnTo>
                  <a:lnTo>
                    <a:pt x="1931681" y="3616403"/>
                  </a:lnTo>
                  <a:lnTo>
                    <a:pt x="1931775" y="3616403"/>
                  </a:lnTo>
                  <a:lnTo>
                    <a:pt x="1931869" y="3616403"/>
                  </a:lnTo>
                  <a:lnTo>
                    <a:pt x="1931963" y="3616403"/>
                  </a:lnTo>
                  <a:lnTo>
                    <a:pt x="1932057" y="3616403"/>
                  </a:lnTo>
                  <a:lnTo>
                    <a:pt x="1932151" y="3616403"/>
                  </a:lnTo>
                  <a:lnTo>
                    <a:pt x="1932245" y="3616403"/>
                  </a:lnTo>
                  <a:lnTo>
                    <a:pt x="1932339" y="3616403"/>
                  </a:lnTo>
                  <a:lnTo>
                    <a:pt x="1932433" y="3616403"/>
                  </a:lnTo>
                  <a:lnTo>
                    <a:pt x="1932433" y="3611124"/>
                  </a:lnTo>
                  <a:lnTo>
                    <a:pt x="1932527" y="3611124"/>
                  </a:lnTo>
                  <a:lnTo>
                    <a:pt x="1932621" y="3611124"/>
                  </a:lnTo>
                  <a:lnTo>
                    <a:pt x="1932715" y="3611124"/>
                  </a:lnTo>
                  <a:lnTo>
                    <a:pt x="1932809" y="3611124"/>
                  </a:lnTo>
                  <a:lnTo>
                    <a:pt x="1932903" y="3611124"/>
                  </a:lnTo>
                  <a:lnTo>
                    <a:pt x="1932997" y="3611124"/>
                  </a:lnTo>
                  <a:lnTo>
                    <a:pt x="1933091" y="3611124"/>
                  </a:lnTo>
                  <a:lnTo>
                    <a:pt x="1933185" y="3611124"/>
                  </a:lnTo>
                  <a:lnTo>
                    <a:pt x="1933279" y="3611124"/>
                  </a:lnTo>
                  <a:lnTo>
                    <a:pt x="1933373" y="3611124"/>
                  </a:lnTo>
                  <a:lnTo>
                    <a:pt x="1933467" y="3611124"/>
                  </a:lnTo>
                  <a:lnTo>
                    <a:pt x="1933561" y="3611124"/>
                  </a:lnTo>
                  <a:lnTo>
                    <a:pt x="1933655" y="3611124"/>
                  </a:lnTo>
                  <a:lnTo>
                    <a:pt x="1933749" y="3611124"/>
                  </a:lnTo>
                  <a:lnTo>
                    <a:pt x="1933843" y="3611124"/>
                  </a:lnTo>
                  <a:lnTo>
                    <a:pt x="1933937" y="3611124"/>
                  </a:lnTo>
                  <a:lnTo>
                    <a:pt x="1934031" y="3611124"/>
                  </a:lnTo>
                  <a:lnTo>
                    <a:pt x="1934125" y="3611124"/>
                  </a:lnTo>
                  <a:lnTo>
                    <a:pt x="1934219" y="3611124"/>
                  </a:lnTo>
                  <a:lnTo>
                    <a:pt x="1934313" y="3611124"/>
                  </a:lnTo>
                  <a:lnTo>
                    <a:pt x="1934407" y="3611124"/>
                  </a:lnTo>
                  <a:lnTo>
                    <a:pt x="1934501" y="3611124"/>
                  </a:lnTo>
                  <a:lnTo>
                    <a:pt x="1934595" y="3611124"/>
                  </a:lnTo>
                  <a:lnTo>
                    <a:pt x="1934689" y="3611124"/>
                  </a:lnTo>
                  <a:lnTo>
                    <a:pt x="1934783" y="3611124"/>
                  </a:lnTo>
                  <a:lnTo>
                    <a:pt x="1934877" y="3611124"/>
                  </a:lnTo>
                  <a:lnTo>
                    <a:pt x="1934971" y="3611124"/>
                  </a:lnTo>
                  <a:lnTo>
                    <a:pt x="1935065" y="3611124"/>
                  </a:lnTo>
                  <a:lnTo>
                    <a:pt x="1935160" y="3611124"/>
                  </a:lnTo>
                  <a:lnTo>
                    <a:pt x="1935254" y="3611124"/>
                  </a:lnTo>
                  <a:lnTo>
                    <a:pt x="1935348" y="3611124"/>
                  </a:lnTo>
                  <a:lnTo>
                    <a:pt x="1935442" y="3611124"/>
                  </a:lnTo>
                  <a:lnTo>
                    <a:pt x="1935536" y="3611124"/>
                  </a:lnTo>
                  <a:lnTo>
                    <a:pt x="1935630" y="3611124"/>
                  </a:lnTo>
                  <a:lnTo>
                    <a:pt x="1935724" y="3611124"/>
                  </a:lnTo>
                  <a:lnTo>
                    <a:pt x="1935724" y="3605844"/>
                  </a:lnTo>
                  <a:lnTo>
                    <a:pt x="1935818" y="3605844"/>
                  </a:lnTo>
                  <a:lnTo>
                    <a:pt x="1935912" y="3605844"/>
                  </a:lnTo>
                  <a:lnTo>
                    <a:pt x="1936006" y="3605844"/>
                  </a:lnTo>
                  <a:lnTo>
                    <a:pt x="1936100" y="3605844"/>
                  </a:lnTo>
                  <a:lnTo>
                    <a:pt x="1936194" y="3605844"/>
                  </a:lnTo>
                  <a:lnTo>
                    <a:pt x="1936194" y="3600565"/>
                  </a:lnTo>
                  <a:lnTo>
                    <a:pt x="1936288" y="3600565"/>
                  </a:lnTo>
                  <a:lnTo>
                    <a:pt x="1936382" y="3600565"/>
                  </a:lnTo>
                  <a:lnTo>
                    <a:pt x="1936476" y="3600565"/>
                  </a:lnTo>
                  <a:lnTo>
                    <a:pt x="1936570" y="3600565"/>
                  </a:lnTo>
                  <a:lnTo>
                    <a:pt x="1936664" y="3600565"/>
                  </a:lnTo>
                  <a:lnTo>
                    <a:pt x="1936758" y="3600565"/>
                  </a:lnTo>
                  <a:lnTo>
                    <a:pt x="1936852" y="3600565"/>
                  </a:lnTo>
                  <a:lnTo>
                    <a:pt x="1936852" y="3595285"/>
                  </a:lnTo>
                  <a:lnTo>
                    <a:pt x="1936946" y="3595285"/>
                  </a:lnTo>
                  <a:lnTo>
                    <a:pt x="1937040" y="3595285"/>
                  </a:lnTo>
                  <a:lnTo>
                    <a:pt x="1937134" y="3595285"/>
                  </a:lnTo>
                  <a:lnTo>
                    <a:pt x="1937228" y="3595285"/>
                  </a:lnTo>
                  <a:lnTo>
                    <a:pt x="1937322" y="3595285"/>
                  </a:lnTo>
                  <a:lnTo>
                    <a:pt x="1937416" y="3595285"/>
                  </a:lnTo>
                  <a:lnTo>
                    <a:pt x="1937510" y="3595285"/>
                  </a:lnTo>
                  <a:lnTo>
                    <a:pt x="1937604" y="3595285"/>
                  </a:lnTo>
                  <a:lnTo>
                    <a:pt x="1937698" y="3595285"/>
                  </a:lnTo>
                  <a:lnTo>
                    <a:pt x="1937792" y="3595285"/>
                  </a:lnTo>
                  <a:lnTo>
                    <a:pt x="1937886" y="3595285"/>
                  </a:lnTo>
                  <a:lnTo>
                    <a:pt x="1937980" y="3595285"/>
                  </a:lnTo>
                  <a:lnTo>
                    <a:pt x="1938074" y="3595285"/>
                  </a:lnTo>
                  <a:lnTo>
                    <a:pt x="1938168" y="3595285"/>
                  </a:lnTo>
                  <a:lnTo>
                    <a:pt x="1938262" y="3595285"/>
                  </a:lnTo>
                  <a:lnTo>
                    <a:pt x="1938356" y="3595285"/>
                  </a:lnTo>
                  <a:lnTo>
                    <a:pt x="1938450" y="3595285"/>
                  </a:lnTo>
                  <a:lnTo>
                    <a:pt x="1938544" y="3595285"/>
                  </a:lnTo>
                  <a:lnTo>
                    <a:pt x="1938638" y="3595285"/>
                  </a:lnTo>
                  <a:lnTo>
                    <a:pt x="1938733" y="3595285"/>
                  </a:lnTo>
                  <a:lnTo>
                    <a:pt x="1938827" y="3595285"/>
                  </a:lnTo>
                  <a:lnTo>
                    <a:pt x="1938921" y="3595285"/>
                  </a:lnTo>
                  <a:lnTo>
                    <a:pt x="1939015" y="3595285"/>
                  </a:lnTo>
                  <a:lnTo>
                    <a:pt x="1939109" y="3595285"/>
                  </a:lnTo>
                  <a:lnTo>
                    <a:pt x="1939203" y="3595285"/>
                  </a:lnTo>
                  <a:lnTo>
                    <a:pt x="1939297" y="3595285"/>
                  </a:lnTo>
                  <a:lnTo>
                    <a:pt x="1939391" y="3595285"/>
                  </a:lnTo>
                  <a:lnTo>
                    <a:pt x="1939485" y="3595285"/>
                  </a:lnTo>
                  <a:lnTo>
                    <a:pt x="1939579" y="3595285"/>
                  </a:lnTo>
                  <a:lnTo>
                    <a:pt x="1939673" y="3595285"/>
                  </a:lnTo>
                  <a:lnTo>
                    <a:pt x="1939767" y="3595285"/>
                  </a:lnTo>
                  <a:lnTo>
                    <a:pt x="1939861" y="3595285"/>
                  </a:lnTo>
                  <a:lnTo>
                    <a:pt x="1939955" y="3595285"/>
                  </a:lnTo>
                  <a:lnTo>
                    <a:pt x="1940049" y="3595285"/>
                  </a:lnTo>
                  <a:lnTo>
                    <a:pt x="1940143" y="3595285"/>
                  </a:lnTo>
                  <a:lnTo>
                    <a:pt x="1940237" y="3595285"/>
                  </a:lnTo>
                  <a:lnTo>
                    <a:pt x="1940331" y="3595285"/>
                  </a:lnTo>
                  <a:lnTo>
                    <a:pt x="1940425" y="3595285"/>
                  </a:lnTo>
                  <a:lnTo>
                    <a:pt x="1940519" y="3595285"/>
                  </a:lnTo>
                  <a:lnTo>
                    <a:pt x="1940613" y="3595285"/>
                  </a:lnTo>
                  <a:lnTo>
                    <a:pt x="1940707" y="3595285"/>
                  </a:lnTo>
                  <a:lnTo>
                    <a:pt x="1940801" y="3595285"/>
                  </a:lnTo>
                  <a:lnTo>
                    <a:pt x="1940895" y="3595285"/>
                  </a:lnTo>
                  <a:lnTo>
                    <a:pt x="1940989" y="3595285"/>
                  </a:lnTo>
                  <a:lnTo>
                    <a:pt x="1941083" y="3595285"/>
                  </a:lnTo>
                  <a:lnTo>
                    <a:pt x="1941177" y="3595285"/>
                  </a:lnTo>
                  <a:lnTo>
                    <a:pt x="1941271" y="3595285"/>
                  </a:lnTo>
                  <a:lnTo>
                    <a:pt x="1941365" y="3595285"/>
                  </a:lnTo>
                  <a:lnTo>
                    <a:pt x="1941459" y="3595285"/>
                  </a:lnTo>
                  <a:lnTo>
                    <a:pt x="1941553" y="3595285"/>
                  </a:lnTo>
                  <a:lnTo>
                    <a:pt x="1941647" y="3595285"/>
                  </a:lnTo>
                  <a:lnTo>
                    <a:pt x="1941741" y="3595285"/>
                  </a:lnTo>
                  <a:lnTo>
                    <a:pt x="1941835" y="3595285"/>
                  </a:lnTo>
                  <a:lnTo>
                    <a:pt x="1941929" y="3595285"/>
                  </a:lnTo>
                  <a:lnTo>
                    <a:pt x="1942023" y="3595285"/>
                  </a:lnTo>
                  <a:lnTo>
                    <a:pt x="1942117" y="3595285"/>
                  </a:lnTo>
                  <a:lnTo>
                    <a:pt x="1942212" y="3595285"/>
                  </a:lnTo>
                  <a:lnTo>
                    <a:pt x="1942306" y="3595285"/>
                  </a:lnTo>
                  <a:lnTo>
                    <a:pt x="1942400" y="3595285"/>
                  </a:lnTo>
                  <a:lnTo>
                    <a:pt x="1942494" y="3595285"/>
                  </a:lnTo>
                  <a:lnTo>
                    <a:pt x="1942588" y="3595285"/>
                  </a:lnTo>
                  <a:lnTo>
                    <a:pt x="1942682" y="3595285"/>
                  </a:lnTo>
                  <a:lnTo>
                    <a:pt x="1942776" y="3595285"/>
                  </a:lnTo>
                  <a:lnTo>
                    <a:pt x="1942870" y="3595285"/>
                  </a:lnTo>
                  <a:lnTo>
                    <a:pt x="1942964" y="3595285"/>
                  </a:lnTo>
                  <a:lnTo>
                    <a:pt x="1943058" y="3595285"/>
                  </a:lnTo>
                  <a:lnTo>
                    <a:pt x="1943152" y="3595285"/>
                  </a:lnTo>
                  <a:lnTo>
                    <a:pt x="1943246" y="3595285"/>
                  </a:lnTo>
                  <a:lnTo>
                    <a:pt x="1943340" y="3595285"/>
                  </a:lnTo>
                  <a:lnTo>
                    <a:pt x="1943434" y="3595285"/>
                  </a:lnTo>
                  <a:lnTo>
                    <a:pt x="1943528" y="3595285"/>
                  </a:lnTo>
                  <a:lnTo>
                    <a:pt x="1943622" y="3595285"/>
                  </a:lnTo>
                  <a:lnTo>
                    <a:pt x="1943622" y="3590006"/>
                  </a:lnTo>
                  <a:lnTo>
                    <a:pt x="1943716" y="3590006"/>
                  </a:lnTo>
                  <a:lnTo>
                    <a:pt x="1943810" y="3590006"/>
                  </a:lnTo>
                  <a:lnTo>
                    <a:pt x="1943904" y="3590006"/>
                  </a:lnTo>
                  <a:lnTo>
                    <a:pt x="1943998" y="3590006"/>
                  </a:lnTo>
                  <a:lnTo>
                    <a:pt x="1944092" y="3590006"/>
                  </a:lnTo>
                  <a:lnTo>
                    <a:pt x="1944186" y="3590006"/>
                  </a:lnTo>
                  <a:lnTo>
                    <a:pt x="1944280" y="3590006"/>
                  </a:lnTo>
                  <a:lnTo>
                    <a:pt x="1944374" y="3590006"/>
                  </a:lnTo>
                  <a:lnTo>
                    <a:pt x="1944468" y="3590006"/>
                  </a:lnTo>
                  <a:lnTo>
                    <a:pt x="1944468" y="3584727"/>
                  </a:lnTo>
                  <a:lnTo>
                    <a:pt x="1944562" y="3584727"/>
                  </a:lnTo>
                  <a:lnTo>
                    <a:pt x="1944656" y="3584727"/>
                  </a:lnTo>
                  <a:lnTo>
                    <a:pt x="1944750" y="3584727"/>
                  </a:lnTo>
                  <a:lnTo>
                    <a:pt x="1944844" y="3584727"/>
                  </a:lnTo>
                  <a:lnTo>
                    <a:pt x="1944938" y="3584727"/>
                  </a:lnTo>
                  <a:lnTo>
                    <a:pt x="1945032" y="3584727"/>
                  </a:lnTo>
                  <a:lnTo>
                    <a:pt x="1945126" y="3584727"/>
                  </a:lnTo>
                  <a:lnTo>
                    <a:pt x="1945220" y="3584727"/>
                  </a:lnTo>
                  <a:lnTo>
                    <a:pt x="1945220" y="3579447"/>
                  </a:lnTo>
                  <a:lnTo>
                    <a:pt x="1945314" y="3579447"/>
                  </a:lnTo>
                  <a:lnTo>
                    <a:pt x="1945314" y="3574168"/>
                  </a:lnTo>
                  <a:lnTo>
                    <a:pt x="1945408" y="3574168"/>
                  </a:lnTo>
                  <a:lnTo>
                    <a:pt x="1945502" y="3574168"/>
                  </a:lnTo>
                  <a:lnTo>
                    <a:pt x="1945596" y="3574168"/>
                  </a:lnTo>
                  <a:lnTo>
                    <a:pt x="1945690" y="3574168"/>
                  </a:lnTo>
                  <a:lnTo>
                    <a:pt x="1945785" y="3574168"/>
                  </a:lnTo>
                  <a:lnTo>
                    <a:pt x="1945879" y="3574168"/>
                  </a:lnTo>
                  <a:lnTo>
                    <a:pt x="1945973" y="3574168"/>
                  </a:lnTo>
                  <a:lnTo>
                    <a:pt x="1946067" y="3574168"/>
                  </a:lnTo>
                  <a:lnTo>
                    <a:pt x="1946161" y="3574168"/>
                  </a:lnTo>
                  <a:lnTo>
                    <a:pt x="1946255" y="3574168"/>
                  </a:lnTo>
                  <a:lnTo>
                    <a:pt x="1946349" y="3574168"/>
                  </a:lnTo>
                  <a:lnTo>
                    <a:pt x="1946443" y="3574168"/>
                  </a:lnTo>
                  <a:lnTo>
                    <a:pt x="1946537" y="3574168"/>
                  </a:lnTo>
                  <a:lnTo>
                    <a:pt x="1946631" y="3574168"/>
                  </a:lnTo>
                  <a:lnTo>
                    <a:pt x="1946725" y="3574168"/>
                  </a:lnTo>
                  <a:lnTo>
                    <a:pt x="1946819" y="3574168"/>
                  </a:lnTo>
                  <a:lnTo>
                    <a:pt x="1946913" y="3574168"/>
                  </a:lnTo>
                  <a:lnTo>
                    <a:pt x="1947007" y="3574168"/>
                  </a:lnTo>
                  <a:lnTo>
                    <a:pt x="1947101" y="3574168"/>
                  </a:lnTo>
                  <a:lnTo>
                    <a:pt x="1947195" y="3574168"/>
                  </a:lnTo>
                  <a:lnTo>
                    <a:pt x="1947289" y="3574168"/>
                  </a:lnTo>
                  <a:lnTo>
                    <a:pt x="1947383" y="3574168"/>
                  </a:lnTo>
                  <a:lnTo>
                    <a:pt x="1947477" y="3574168"/>
                  </a:lnTo>
                  <a:lnTo>
                    <a:pt x="1947571" y="3574168"/>
                  </a:lnTo>
                  <a:lnTo>
                    <a:pt x="1947665" y="3574168"/>
                  </a:lnTo>
                  <a:lnTo>
                    <a:pt x="1947759" y="3574168"/>
                  </a:lnTo>
                  <a:lnTo>
                    <a:pt x="1947853" y="3574168"/>
                  </a:lnTo>
                  <a:lnTo>
                    <a:pt x="1947947" y="3574168"/>
                  </a:lnTo>
                  <a:lnTo>
                    <a:pt x="1948041" y="3574168"/>
                  </a:lnTo>
                  <a:lnTo>
                    <a:pt x="1948135" y="3574168"/>
                  </a:lnTo>
                  <a:lnTo>
                    <a:pt x="1948229" y="3574168"/>
                  </a:lnTo>
                  <a:lnTo>
                    <a:pt x="1948323" y="3574168"/>
                  </a:lnTo>
                  <a:lnTo>
                    <a:pt x="1948417" y="3574168"/>
                  </a:lnTo>
                  <a:lnTo>
                    <a:pt x="1948511" y="3574168"/>
                  </a:lnTo>
                  <a:lnTo>
                    <a:pt x="1948605" y="3574168"/>
                  </a:lnTo>
                  <a:lnTo>
                    <a:pt x="1948699" y="3574168"/>
                  </a:lnTo>
                  <a:lnTo>
                    <a:pt x="1948793" y="3574168"/>
                  </a:lnTo>
                  <a:lnTo>
                    <a:pt x="1948887" y="3574168"/>
                  </a:lnTo>
                  <a:lnTo>
                    <a:pt x="1948981" y="3574168"/>
                  </a:lnTo>
                  <a:lnTo>
                    <a:pt x="1949075" y="3574168"/>
                  </a:lnTo>
                  <a:lnTo>
                    <a:pt x="1949169" y="3574168"/>
                  </a:lnTo>
                  <a:lnTo>
                    <a:pt x="1949263" y="3574168"/>
                  </a:lnTo>
                  <a:lnTo>
                    <a:pt x="1949358" y="3574168"/>
                  </a:lnTo>
                  <a:lnTo>
                    <a:pt x="1949452" y="3574168"/>
                  </a:lnTo>
                  <a:lnTo>
                    <a:pt x="1949546" y="3574168"/>
                  </a:lnTo>
                  <a:lnTo>
                    <a:pt x="1949640" y="3574168"/>
                  </a:lnTo>
                  <a:lnTo>
                    <a:pt x="1949734" y="3574168"/>
                  </a:lnTo>
                  <a:lnTo>
                    <a:pt x="1949828" y="3574168"/>
                  </a:lnTo>
                  <a:lnTo>
                    <a:pt x="1949922" y="3574168"/>
                  </a:lnTo>
                  <a:lnTo>
                    <a:pt x="1950016" y="3574168"/>
                  </a:lnTo>
                  <a:lnTo>
                    <a:pt x="1950110" y="3574168"/>
                  </a:lnTo>
                  <a:lnTo>
                    <a:pt x="1950204" y="3574168"/>
                  </a:lnTo>
                  <a:lnTo>
                    <a:pt x="1950298" y="3574168"/>
                  </a:lnTo>
                  <a:lnTo>
                    <a:pt x="1950392" y="3574168"/>
                  </a:lnTo>
                  <a:lnTo>
                    <a:pt x="1950486" y="3574168"/>
                  </a:lnTo>
                  <a:lnTo>
                    <a:pt x="1950580" y="3574168"/>
                  </a:lnTo>
                  <a:lnTo>
                    <a:pt x="1950674" y="3574168"/>
                  </a:lnTo>
                  <a:lnTo>
                    <a:pt x="1950768" y="3574168"/>
                  </a:lnTo>
                  <a:lnTo>
                    <a:pt x="1950862" y="3574168"/>
                  </a:lnTo>
                  <a:lnTo>
                    <a:pt x="1950956" y="3574168"/>
                  </a:lnTo>
                  <a:lnTo>
                    <a:pt x="1951050" y="3574168"/>
                  </a:lnTo>
                  <a:lnTo>
                    <a:pt x="1951144" y="3574168"/>
                  </a:lnTo>
                  <a:lnTo>
                    <a:pt x="1951238" y="3574168"/>
                  </a:lnTo>
                  <a:lnTo>
                    <a:pt x="1951332" y="3574168"/>
                  </a:lnTo>
                  <a:lnTo>
                    <a:pt x="1951426" y="3574168"/>
                  </a:lnTo>
                  <a:lnTo>
                    <a:pt x="1951520" y="3574168"/>
                  </a:lnTo>
                  <a:lnTo>
                    <a:pt x="1951614" y="3574168"/>
                  </a:lnTo>
                  <a:lnTo>
                    <a:pt x="1951708" y="3574168"/>
                  </a:lnTo>
                  <a:lnTo>
                    <a:pt x="1951802" y="3574168"/>
                  </a:lnTo>
                  <a:lnTo>
                    <a:pt x="1951896" y="3574168"/>
                  </a:lnTo>
                  <a:lnTo>
                    <a:pt x="1951990" y="3574168"/>
                  </a:lnTo>
                  <a:lnTo>
                    <a:pt x="1952084" y="3574168"/>
                  </a:lnTo>
                  <a:lnTo>
                    <a:pt x="1952178" y="3574168"/>
                  </a:lnTo>
                  <a:lnTo>
                    <a:pt x="1952272" y="3574168"/>
                  </a:lnTo>
                  <a:lnTo>
                    <a:pt x="1952366" y="3574168"/>
                  </a:lnTo>
                  <a:lnTo>
                    <a:pt x="1952460" y="3574168"/>
                  </a:lnTo>
                  <a:lnTo>
                    <a:pt x="1952460" y="3568888"/>
                  </a:lnTo>
                  <a:lnTo>
                    <a:pt x="1952554" y="3568888"/>
                  </a:lnTo>
                  <a:lnTo>
                    <a:pt x="1952554" y="3563609"/>
                  </a:lnTo>
                  <a:lnTo>
                    <a:pt x="1952648" y="3563609"/>
                  </a:lnTo>
                  <a:lnTo>
                    <a:pt x="1952742" y="3563609"/>
                  </a:lnTo>
                  <a:lnTo>
                    <a:pt x="1952837" y="3563609"/>
                  </a:lnTo>
                  <a:lnTo>
                    <a:pt x="1952931" y="3563609"/>
                  </a:lnTo>
                  <a:lnTo>
                    <a:pt x="1953025" y="3563609"/>
                  </a:lnTo>
                  <a:lnTo>
                    <a:pt x="1953119" y="3563609"/>
                  </a:lnTo>
                  <a:lnTo>
                    <a:pt x="1953213" y="3563609"/>
                  </a:lnTo>
                  <a:lnTo>
                    <a:pt x="1953307" y="3563609"/>
                  </a:lnTo>
                  <a:lnTo>
                    <a:pt x="1953401" y="3563609"/>
                  </a:lnTo>
                  <a:lnTo>
                    <a:pt x="1953495" y="3563609"/>
                  </a:lnTo>
                  <a:lnTo>
                    <a:pt x="1953589" y="3563609"/>
                  </a:lnTo>
                  <a:lnTo>
                    <a:pt x="1953683" y="3563609"/>
                  </a:lnTo>
                  <a:lnTo>
                    <a:pt x="1953777" y="3563609"/>
                  </a:lnTo>
                  <a:lnTo>
                    <a:pt x="1953871" y="3563609"/>
                  </a:lnTo>
                  <a:lnTo>
                    <a:pt x="1953965" y="3563609"/>
                  </a:lnTo>
                  <a:lnTo>
                    <a:pt x="1954059" y="3563609"/>
                  </a:lnTo>
                  <a:lnTo>
                    <a:pt x="1954153" y="3563609"/>
                  </a:lnTo>
                  <a:lnTo>
                    <a:pt x="1954247" y="3563609"/>
                  </a:lnTo>
                  <a:lnTo>
                    <a:pt x="1954341" y="3563609"/>
                  </a:lnTo>
                  <a:lnTo>
                    <a:pt x="1954435" y="3563609"/>
                  </a:lnTo>
                  <a:lnTo>
                    <a:pt x="1954529" y="3563609"/>
                  </a:lnTo>
                  <a:lnTo>
                    <a:pt x="1954623" y="3563609"/>
                  </a:lnTo>
                  <a:lnTo>
                    <a:pt x="1954717" y="3563609"/>
                  </a:lnTo>
                  <a:lnTo>
                    <a:pt x="1954811" y="3563609"/>
                  </a:lnTo>
                  <a:lnTo>
                    <a:pt x="1954905" y="3563609"/>
                  </a:lnTo>
                  <a:lnTo>
                    <a:pt x="1954999" y="3563609"/>
                  </a:lnTo>
                  <a:lnTo>
                    <a:pt x="1955093" y="3563609"/>
                  </a:lnTo>
                  <a:lnTo>
                    <a:pt x="1955187" y="3563609"/>
                  </a:lnTo>
                  <a:lnTo>
                    <a:pt x="1955281" y="3563609"/>
                  </a:lnTo>
                  <a:lnTo>
                    <a:pt x="1955375" y="3563609"/>
                  </a:lnTo>
                  <a:lnTo>
                    <a:pt x="1955469" y="3563609"/>
                  </a:lnTo>
                  <a:lnTo>
                    <a:pt x="1955563" y="3563609"/>
                  </a:lnTo>
                  <a:lnTo>
                    <a:pt x="1955657" y="3563609"/>
                  </a:lnTo>
                  <a:lnTo>
                    <a:pt x="1955751" y="3563609"/>
                  </a:lnTo>
                  <a:lnTo>
                    <a:pt x="1955845" y="3563609"/>
                  </a:lnTo>
                  <a:lnTo>
                    <a:pt x="1955939" y="3563609"/>
                  </a:lnTo>
                  <a:lnTo>
                    <a:pt x="1956033" y="3563609"/>
                  </a:lnTo>
                  <a:lnTo>
                    <a:pt x="1956127" y="3563609"/>
                  </a:lnTo>
                  <a:lnTo>
                    <a:pt x="1956221" y="3563609"/>
                  </a:lnTo>
                  <a:lnTo>
                    <a:pt x="1956315" y="3563609"/>
                  </a:lnTo>
                  <a:lnTo>
                    <a:pt x="1956410" y="3563609"/>
                  </a:lnTo>
                  <a:lnTo>
                    <a:pt x="1956504" y="3563609"/>
                  </a:lnTo>
                  <a:lnTo>
                    <a:pt x="1956598" y="3563609"/>
                  </a:lnTo>
                  <a:lnTo>
                    <a:pt x="1956692" y="3563609"/>
                  </a:lnTo>
                  <a:lnTo>
                    <a:pt x="1956786" y="3563609"/>
                  </a:lnTo>
                  <a:lnTo>
                    <a:pt x="1956880" y="3563609"/>
                  </a:lnTo>
                  <a:lnTo>
                    <a:pt x="1956974" y="3563609"/>
                  </a:lnTo>
                  <a:lnTo>
                    <a:pt x="1957068" y="3563609"/>
                  </a:lnTo>
                  <a:lnTo>
                    <a:pt x="1957162" y="3563609"/>
                  </a:lnTo>
                  <a:lnTo>
                    <a:pt x="1957256" y="3563609"/>
                  </a:lnTo>
                  <a:lnTo>
                    <a:pt x="1957350" y="3563609"/>
                  </a:lnTo>
                  <a:lnTo>
                    <a:pt x="1957444" y="3563609"/>
                  </a:lnTo>
                  <a:lnTo>
                    <a:pt x="1957538" y="3563609"/>
                  </a:lnTo>
                  <a:lnTo>
                    <a:pt x="1957632" y="3563609"/>
                  </a:lnTo>
                  <a:lnTo>
                    <a:pt x="1957726" y="3563609"/>
                  </a:lnTo>
                  <a:lnTo>
                    <a:pt x="1957820" y="3563609"/>
                  </a:lnTo>
                  <a:lnTo>
                    <a:pt x="1957914" y="3563609"/>
                  </a:lnTo>
                  <a:lnTo>
                    <a:pt x="1958008" y="3563609"/>
                  </a:lnTo>
                  <a:lnTo>
                    <a:pt x="1958102" y="3563609"/>
                  </a:lnTo>
                  <a:lnTo>
                    <a:pt x="1958196" y="3563609"/>
                  </a:lnTo>
                  <a:lnTo>
                    <a:pt x="1958290" y="3563609"/>
                  </a:lnTo>
                  <a:lnTo>
                    <a:pt x="1958384" y="3563609"/>
                  </a:lnTo>
                  <a:lnTo>
                    <a:pt x="1958478" y="3563609"/>
                  </a:lnTo>
                  <a:lnTo>
                    <a:pt x="1958572" y="3563609"/>
                  </a:lnTo>
                  <a:lnTo>
                    <a:pt x="1958666" y="3563609"/>
                  </a:lnTo>
                  <a:lnTo>
                    <a:pt x="1958760" y="3563609"/>
                  </a:lnTo>
                  <a:lnTo>
                    <a:pt x="1958854" y="3563609"/>
                  </a:lnTo>
                  <a:lnTo>
                    <a:pt x="1958948" y="3563609"/>
                  </a:lnTo>
                  <a:lnTo>
                    <a:pt x="1958948" y="3558329"/>
                  </a:lnTo>
                  <a:lnTo>
                    <a:pt x="1959042" y="3558329"/>
                  </a:lnTo>
                  <a:lnTo>
                    <a:pt x="1959136" y="3558329"/>
                  </a:lnTo>
                  <a:lnTo>
                    <a:pt x="1959230" y="3558329"/>
                  </a:lnTo>
                  <a:lnTo>
                    <a:pt x="1959324" y="3558329"/>
                  </a:lnTo>
                  <a:lnTo>
                    <a:pt x="1959418" y="3558329"/>
                  </a:lnTo>
                  <a:lnTo>
                    <a:pt x="1959512" y="3558329"/>
                  </a:lnTo>
                  <a:lnTo>
                    <a:pt x="1959606" y="3558329"/>
                  </a:lnTo>
                  <a:lnTo>
                    <a:pt x="1959700" y="3558329"/>
                  </a:lnTo>
                  <a:lnTo>
                    <a:pt x="1959794" y="3558329"/>
                  </a:lnTo>
                  <a:lnTo>
                    <a:pt x="1959888" y="3558329"/>
                  </a:lnTo>
                  <a:lnTo>
                    <a:pt x="1959983" y="3558329"/>
                  </a:lnTo>
                  <a:lnTo>
                    <a:pt x="1960077" y="3558329"/>
                  </a:lnTo>
                  <a:lnTo>
                    <a:pt x="1960171" y="3558329"/>
                  </a:lnTo>
                  <a:lnTo>
                    <a:pt x="1960265" y="3558329"/>
                  </a:lnTo>
                  <a:lnTo>
                    <a:pt x="1960359" y="3558329"/>
                  </a:lnTo>
                  <a:lnTo>
                    <a:pt x="1960453" y="3558329"/>
                  </a:lnTo>
                  <a:lnTo>
                    <a:pt x="1960547" y="3558329"/>
                  </a:lnTo>
                  <a:lnTo>
                    <a:pt x="1960641" y="3558329"/>
                  </a:lnTo>
                  <a:lnTo>
                    <a:pt x="1960735" y="3558329"/>
                  </a:lnTo>
                  <a:lnTo>
                    <a:pt x="1960829" y="3558329"/>
                  </a:lnTo>
                  <a:lnTo>
                    <a:pt x="1960923" y="3558329"/>
                  </a:lnTo>
                  <a:lnTo>
                    <a:pt x="1961017" y="3558329"/>
                  </a:lnTo>
                  <a:lnTo>
                    <a:pt x="1961111" y="3558329"/>
                  </a:lnTo>
                  <a:lnTo>
                    <a:pt x="1961111" y="3553050"/>
                  </a:lnTo>
                  <a:lnTo>
                    <a:pt x="1961205" y="3553050"/>
                  </a:lnTo>
                  <a:lnTo>
                    <a:pt x="1961299" y="3553050"/>
                  </a:lnTo>
                  <a:lnTo>
                    <a:pt x="1961393" y="3553050"/>
                  </a:lnTo>
                  <a:lnTo>
                    <a:pt x="1961487" y="3553050"/>
                  </a:lnTo>
                  <a:lnTo>
                    <a:pt x="1961581" y="3553050"/>
                  </a:lnTo>
                  <a:lnTo>
                    <a:pt x="1961675" y="3553050"/>
                  </a:lnTo>
                  <a:lnTo>
                    <a:pt x="1961769" y="3553050"/>
                  </a:lnTo>
                  <a:lnTo>
                    <a:pt x="1961863" y="3553050"/>
                  </a:lnTo>
                  <a:lnTo>
                    <a:pt x="1961957" y="3553050"/>
                  </a:lnTo>
                  <a:lnTo>
                    <a:pt x="1962051" y="3553050"/>
                  </a:lnTo>
                  <a:lnTo>
                    <a:pt x="1962145" y="3553050"/>
                  </a:lnTo>
                  <a:lnTo>
                    <a:pt x="1962239" y="3553050"/>
                  </a:lnTo>
                  <a:lnTo>
                    <a:pt x="1962333" y="3553050"/>
                  </a:lnTo>
                  <a:lnTo>
                    <a:pt x="1962427" y="3553050"/>
                  </a:lnTo>
                  <a:lnTo>
                    <a:pt x="1962521" y="3553050"/>
                  </a:lnTo>
                  <a:lnTo>
                    <a:pt x="1962615" y="3553050"/>
                  </a:lnTo>
                  <a:lnTo>
                    <a:pt x="1962709" y="3553050"/>
                  </a:lnTo>
                  <a:lnTo>
                    <a:pt x="1962803" y="3553050"/>
                  </a:lnTo>
                  <a:lnTo>
                    <a:pt x="1962897" y="3553050"/>
                  </a:lnTo>
                  <a:lnTo>
                    <a:pt x="1962991" y="3553050"/>
                  </a:lnTo>
                  <a:lnTo>
                    <a:pt x="1963085" y="3553050"/>
                  </a:lnTo>
                  <a:lnTo>
                    <a:pt x="1963179" y="3553050"/>
                  </a:lnTo>
                  <a:lnTo>
                    <a:pt x="1963273" y="3553050"/>
                  </a:lnTo>
                  <a:lnTo>
                    <a:pt x="1963367" y="3553050"/>
                  </a:lnTo>
                  <a:lnTo>
                    <a:pt x="1963461" y="3553050"/>
                  </a:lnTo>
                  <a:lnTo>
                    <a:pt x="1963556" y="3553050"/>
                  </a:lnTo>
                  <a:lnTo>
                    <a:pt x="1963650" y="3553050"/>
                  </a:lnTo>
                  <a:lnTo>
                    <a:pt x="1963744" y="3553050"/>
                  </a:lnTo>
                  <a:lnTo>
                    <a:pt x="1963838" y="3553050"/>
                  </a:lnTo>
                  <a:lnTo>
                    <a:pt x="1963932" y="3553050"/>
                  </a:lnTo>
                  <a:lnTo>
                    <a:pt x="1964026" y="3553050"/>
                  </a:lnTo>
                  <a:lnTo>
                    <a:pt x="1964120" y="3553050"/>
                  </a:lnTo>
                  <a:lnTo>
                    <a:pt x="1964214" y="3553050"/>
                  </a:lnTo>
                  <a:lnTo>
                    <a:pt x="1964308" y="3553050"/>
                  </a:lnTo>
                  <a:lnTo>
                    <a:pt x="1964402" y="3553050"/>
                  </a:lnTo>
                  <a:lnTo>
                    <a:pt x="1964496" y="3553050"/>
                  </a:lnTo>
                  <a:lnTo>
                    <a:pt x="1964590" y="3553050"/>
                  </a:lnTo>
                  <a:lnTo>
                    <a:pt x="1964684" y="3553050"/>
                  </a:lnTo>
                  <a:lnTo>
                    <a:pt x="1964778" y="3553050"/>
                  </a:lnTo>
                  <a:lnTo>
                    <a:pt x="1964872" y="3553050"/>
                  </a:lnTo>
                  <a:lnTo>
                    <a:pt x="1964966" y="3553050"/>
                  </a:lnTo>
                  <a:lnTo>
                    <a:pt x="1965060" y="3553050"/>
                  </a:lnTo>
                  <a:lnTo>
                    <a:pt x="1965154" y="3553050"/>
                  </a:lnTo>
                  <a:lnTo>
                    <a:pt x="1965248" y="3553050"/>
                  </a:lnTo>
                  <a:lnTo>
                    <a:pt x="1965342" y="3553050"/>
                  </a:lnTo>
                  <a:lnTo>
                    <a:pt x="1965436" y="3553050"/>
                  </a:lnTo>
                  <a:lnTo>
                    <a:pt x="1965530" y="3553050"/>
                  </a:lnTo>
                  <a:lnTo>
                    <a:pt x="1965624" y="3553050"/>
                  </a:lnTo>
                  <a:lnTo>
                    <a:pt x="1965718" y="3553050"/>
                  </a:lnTo>
                  <a:lnTo>
                    <a:pt x="1965812" y="3553050"/>
                  </a:lnTo>
                  <a:lnTo>
                    <a:pt x="1965906" y="3553050"/>
                  </a:lnTo>
                  <a:lnTo>
                    <a:pt x="1966000" y="3553050"/>
                  </a:lnTo>
                  <a:lnTo>
                    <a:pt x="1966094" y="3553050"/>
                  </a:lnTo>
                  <a:lnTo>
                    <a:pt x="1966188" y="3553050"/>
                  </a:lnTo>
                  <a:lnTo>
                    <a:pt x="1966282" y="3553050"/>
                  </a:lnTo>
                  <a:lnTo>
                    <a:pt x="1966376" y="3553050"/>
                  </a:lnTo>
                  <a:lnTo>
                    <a:pt x="1966470" y="3553050"/>
                  </a:lnTo>
                  <a:lnTo>
                    <a:pt x="1966564" y="3553050"/>
                  </a:lnTo>
                  <a:lnTo>
                    <a:pt x="1966658" y="3553050"/>
                  </a:lnTo>
                  <a:lnTo>
                    <a:pt x="1966752" y="3553050"/>
                  </a:lnTo>
                  <a:lnTo>
                    <a:pt x="1966846" y="3553050"/>
                  </a:lnTo>
                  <a:lnTo>
                    <a:pt x="1966940" y="3553050"/>
                  </a:lnTo>
                  <a:lnTo>
                    <a:pt x="1967035" y="3553050"/>
                  </a:lnTo>
                  <a:lnTo>
                    <a:pt x="1967129" y="3553050"/>
                  </a:lnTo>
                  <a:lnTo>
                    <a:pt x="1967223" y="3553050"/>
                  </a:lnTo>
                  <a:lnTo>
                    <a:pt x="1967317" y="3553050"/>
                  </a:lnTo>
                  <a:lnTo>
                    <a:pt x="1967411" y="3553050"/>
                  </a:lnTo>
                  <a:lnTo>
                    <a:pt x="1967505" y="3553050"/>
                  </a:lnTo>
                  <a:lnTo>
                    <a:pt x="1967599" y="3553050"/>
                  </a:lnTo>
                  <a:lnTo>
                    <a:pt x="1967693" y="3553050"/>
                  </a:lnTo>
                  <a:lnTo>
                    <a:pt x="1967787" y="3553050"/>
                  </a:lnTo>
                  <a:lnTo>
                    <a:pt x="1967881" y="3553050"/>
                  </a:lnTo>
                  <a:lnTo>
                    <a:pt x="1967975" y="3553050"/>
                  </a:lnTo>
                  <a:lnTo>
                    <a:pt x="1968069" y="3553050"/>
                  </a:lnTo>
                  <a:lnTo>
                    <a:pt x="1968163" y="3553050"/>
                  </a:lnTo>
                  <a:lnTo>
                    <a:pt x="1968257" y="3553050"/>
                  </a:lnTo>
                  <a:lnTo>
                    <a:pt x="1968351" y="3553050"/>
                  </a:lnTo>
                  <a:lnTo>
                    <a:pt x="1968445" y="3553050"/>
                  </a:lnTo>
                  <a:lnTo>
                    <a:pt x="1968539" y="3553050"/>
                  </a:lnTo>
                  <a:lnTo>
                    <a:pt x="1968633" y="3553050"/>
                  </a:lnTo>
                  <a:lnTo>
                    <a:pt x="1968727" y="3553050"/>
                  </a:lnTo>
                  <a:lnTo>
                    <a:pt x="1968821" y="3553050"/>
                  </a:lnTo>
                  <a:lnTo>
                    <a:pt x="1968915" y="3553050"/>
                  </a:lnTo>
                  <a:lnTo>
                    <a:pt x="1969009" y="3553050"/>
                  </a:lnTo>
                  <a:lnTo>
                    <a:pt x="1969103" y="3553050"/>
                  </a:lnTo>
                  <a:lnTo>
                    <a:pt x="1969197" y="3553050"/>
                  </a:lnTo>
                  <a:lnTo>
                    <a:pt x="1969291" y="3553050"/>
                  </a:lnTo>
                  <a:lnTo>
                    <a:pt x="1969385" y="3553050"/>
                  </a:lnTo>
                  <a:lnTo>
                    <a:pt x="1969479" y="3553050"/>
                  </a:lnTo>
                  <a:lnTo>
                    <a:pt x="1969573" y="3553050"/>
                  </a:lnTo>
                  <a:lnTo>
                    <a:pt x="1969667" y="3553050"/>
                  </a:lnTo>
                  <a:lnTo>
                    <a:pt x="1969761" y="3553050"/>
                  </a:lnTo>
                  <a:lnTo>
                    <a:pt x="1969855" y="3553050"/>
                  </a:lnTo>
                  <a:lnTo>
                    <a:pt x="1969949" y="3553050"/>
                  </a:lnTo>
                  <a:lnTo>
                    <a:pt x="1970043" y="3553050"/>
                  </a:lnTo>
                  <a:lnTo>
                    <a:pt x="1970137" y="3553050"/>
                  </a:lnTo>
                  <a:lnTo>
                    <a:pt x="1970231" y="3553050"/>
                  </a:lnTo>
                  <a:lnTo>
                    <a:pt x="1970325" y="3553050"/>
                  </a:lnTo>
                  <a:lnTo>
                    <a:pt x="1970419" y="3553050"/>
                  </a:lnTo>
                  <a:lnTo>
                    <a:pt x="1970513" y="3553050"/>
                  </a:lnTo>
                  <a:lnTo>
                    <a:pt x="1970608" y="3553050"/>
                  </a:lnTo>
                  <a:lnTo>
                    <a:pt x="1970702" y="3553050"/>
                  </a:lnTo>
                  <a:lnTo>
                    <a:pt x="1970796" y="3553050"/>
                  </a:lnTo>
                  <a:lnTo>
                    <a:pt x="1970890" y="3553050"/>
                  </a:lnTo>
                  <a:lnTo>
                    <a:pt x="1970984" y="3553050"/>
                  </a:lnTo>
                  <a:lnTo>
                    <a:pt x="1971078" y="3553050"/>
                  </a:lnTo>
                  <a:lnTo>
                    <a:pt x="1971172" y="3553050"/>
                  </a:lnTo>
                  <a:lnTo>
                    <a:pt x="1971266" y="3553050"/>
                  </a:lnTo>
                  <a:lnTo>
                    <a:pt x="1971360" y="3553050"/>
                  </a:lnTo>
                  <a:lnTo>
                    <a:pt x="1971360" y="3547771"/>
                  </a:lnTo>
                  <a:lnTo>
                    <a:pt x="1971454" y="3547771"/>
                  </a:lnTo>
                  <a:lnTo>
                    <a:pt x="1971548" y="3547771"/>
                  </a:lnTo>
                  <a:lnTo>
                    <a:pt x="1971642" y="3547771"/>
                  </a:lnTo>
                  <a:lnTo>
                    <a:pt x="1971736" y="3547771"/>
                  </a:lnTo>
                  <a:lnTo>
                    <a:pt x="1971830" y="3547771"/>
                  </a:lnTo>
                  <a:lnTo>
                    <a:pt x="1971924" y="3547771"/>
                  </a:lnTo>
                  <a:lnTo>
                    <a:pt x="1972018" y="3547771"/>
                  </a:lnTo>
                  <a:lnTo>
                    <a:pt x="1972112" y="3547771"/>
                  </a:lnTo>
                  <a:lnTo>
                    <a:pt x="1972206" y="3547771"/>
                  </a:lnTo>
                  <a:lnTo>
                    <a:pt x="1972300" y="3547771"/>
                  </a:lnTo>
                  <a:lnTo>
                    <a:pt x="1972394" y="3547771"/>
                  </a:lnTo>
                  <a:lnTo>
                    <a:pt x="1972488" y="3547771"/>
                  </a:lnTo>
                  <a:lnTo>
                    <a:pt x="1972582" y="3547771"/>
                  </a:lnTo>
                  <a:lnTo>
                    <a:pt x="1972676" y="3547771"/>
                  </a:lnTo>
                  <a:lnTo>
                    <a:pt x="1972770" y="3547771"/>
                  </a:lnTo>
                  <a:lnTo>
                    <a:pt x="1972864" y="3547771"/>
                  </a:lnTo>
                  <a:lnTo>
                    <a:pt x="1972958" y="3547771"/>
                  </a:lnTo>
                  <a:lnTo>
                    <a:pt x="1973052" y="3547771"/>
                  </a:lnTo>
                  <a:lnTo>
                    <a:pt x="1973146" y="3547771"/>
                  </a:lnTo>
                  <a:lnTo>
                    <a:pt x="1973240" y="3547771"/>
                  </a:lnTo>
                  <a:lnTo>
                    <a:pt x="1973334" y="3547771"/>
                  </a:lnTo>
                  <a:lnTo>
                    <a:pt x="1973428" y="3547771"/>
                  </a:lnTo>
                  <a:lnTo>
                    <a:pt x="1973522" y="3547771"/>
                  </a:lnTo>
                  <a:lnTo>
                    <a:pt x="1973616" y="3547771"/>
                  </a:lnTo>
                  <a:lnTo>
                    <a:pt x="1973710" y="3547771"/>
                  </a:lnTo>
                  <a:lnTo>
                    <a:pt x="1973804" y="3547771"/>
                  </a:lnTo>
                  <a:lnTo>
                    <a:pt x="1973898" y="3547771"/>
                  </a:lnTo>
                  <a:lnTo>
                    <a:pt x="1973992" y="3547771"/>
                  </a:lnTo>
                  <a:lnTo>
                    <a:pt x="1974086" y="3547771"/>
                  </a:lnTo>
                  <a:lnTo>
                    <a:pt x="1974181" y="3547771"/>
                  </a:lnTo>
                  <a:lnTo>
                    <a:pt x="1974275" y="3547771"/>
                  </a:lnTo>
                  <a:lnTo>
                    <a:pt x="1974369" y="3547771"/>
                  </a:lnTo>
                  <a:lnTo>
                    <a:pt x="1974463" y="3547771"/>
                  </a:lnTo>
                  <a:lnTo>
                    <a:pt x="1974557" y="3547771"/>
                  </a:lnTo>
                  <a:lnTo>
                    <a:pt x="1974651" y="3547771"/>
                  </a:lnTo>
                  <a:lnTo>
                    <a:pt x="1974745" y="3547771"/>
                  </a:lnTo>
                  <a:lnTo>
                    <a:pt x="1974839" y="3547771"/>
                  </a:lnTo>
                  <a:lnTo>
                    <a:pt x="1974933" y="3547771"/>
                  </a:lnTo>
                  <a:lnTo>
                    <a:pt x="1975027" y="3547771"/>
                  </a:lnTo>
                  <a:lnTo>
                    <a:pt x="1975121" y="3547771"/>
                  </a:lnTo>
                  <a:lnTo>
                    <a:pt x="1975215" y="3547771"/>
                  </a:lnTo>
                  <a:lnTo>
                    <a:pt x="1975309" y="3547771"/>
                  </a:lnTo>
                  <a:lnTo>
                    <a:pt x="1975403" y="3547771"/>
                  </a:lnTo>
                  <a:lnTo>
                    <a:pt x="1975497" y="3547771"/>
                  </a:lnTo>
                  <a:lnTo>
                    <a:pt x="1975591" y="3547771"/>
                  </a:lnTo>
                  <a:lnTo>
                    <a:pt x="1975591" y="3542491"/>
                  </a:lnTo>
                  <a:lnTo>
                    <a:pt x="1975685" y="3542491"/>
                  </a:lnTo>
                  <a:lnTo>
                    <a:pt x="1975779" y="3542491"/>
                  </a:lnTo>
                  <a:lnTo>
                    <a:pt x="1975873" y="3542491"/>
                  </a:lnTo>
                  <a:lnTo>
                    <a:pt x="1975967" y="3542491"/>
                  </a:lnTo>
                  <a:lnTo>
                    <a:pt x="1976061" y="3542491"/>
                  </a:lnTo>
                  <a:lnTo>
                    <a:pt x="1976155" y="3542491"/>
                  </a:lnTo>
                  <a:lnTo>
                    <a:pt x="1976249" y="3542491"/>
                  </a:lnTo>
                  <a:lnTo>
                    <a:pt x="1976343" y="3542491"/>
                  </a:lnTo>
                  <a:lnTo>
                    <a:pt x="1976437" y="3542491"/>
                  </a:lnTo>
                  <a:lnTo>
                    <a:pt x="1976531" y="3542491"/>
                  </a:lnTo>
                  <a:lnTo>
                    <a:pt x="1976625" y="3542491"/>
                  </a:lnTo>
                  <a:lnTo>
                    <a:pt x="1976719" y="3542491"/>
                  </a:lnTo>
                  <a:lnTo>
                    <a:pt x="1976813" y="3542491"/>
                  </a:lnTo>
                  <a:lnTo>
                    <a:pt x="1976907" y="3542491"/>
                  </a:lnTo>
                  <a:lnTo>
                    <a:pt x="1977001" y="3542491"/>
                  </a:lnTo>
                  <a:lnTo>
                    <a:pt x="1977095" y="3542491"/>
                  </a:lnTo>
                  <a:lnTo>
                    <a:pt x="1977095" y="3537212"/>
                  </a:lnTo>
                  <a:lnTo>
                    <a:pt x="1977189" y="3537212"/>
                  </a:lnTo>
                  <a:lnTo>
                    <a:pt x="1977283" y="3537212"/>
                  </a:lnTo>
                  <a:lnTo>
                    <a:pt x="1977377" y="3537212"/>
                  </a:lnTo>
                  <a:lnTo>
                    <a:pt x="1977471" y="3537212"/>
                  </a:lnTo>
                  <a:lnTo>
                    <a:pt x="1977565" y="3537212"/>
                  </a:lnTo>
                  <a:lnTo>
                    <a:pt x="1977660" y="3537212"/>
                  </a:lnTo>
                  <a:lnTo>
                    <a:pt x="1977754" y="3537212"/>
                  </a:lnTo>
                  <a:lnTo>
                    <a:pt x="1977848" y="3537212"/>
                  </a:lnTo>
                  <a:lnTo>
                    <a:pt x="1977942" y="3537212"/>
                  </a:lnTo>
                  <a:lnTo>
                    <a:pt x="1978036" y="3537212"/>
                  </a:lnTo>
                  <a:lnTo>
                    <a:pt x="1978130" y="3537212"/>
                  </a:lnTo>
                  <a:lnTo>
                    <a:pt x="1978224" y="3537212"/>
                  </a:lnTo>
                  <a:lnTo>
                    <a:pt x="1978318" y="3537212"/>
                  </a:lnTo>
                  <a:lnTo>
                    <a:pt x="1978412" y="3537212"/>
                  </a:lnTo>
                  <a:lnTo>
                    <a:pt x="1978506" y="3537212"/>
                  </a:lnTo>
                  <a:lnTo>
                    <a:pt x="1978600" y="3537212"/>
                  </a:lnTo>
                  <a:lnTo>
                    <a:pt x="1978694" y="3537212"/>
                  </a:lnTo>
                  <a:lnTo>
                    <a:pt x="1978788" y="3537212"/>
                  </a:lnTo>
                  <a:lnTo>
                    <a:pt x="1978882" y="3537212"/>
                  </a:lnTo>
                  <a:lnTo>
                    <a:pt x="1978976" y="3537212"/>
                  </a:lnTo>
                  <a:lnTo>
                    <a:pt x="1979070" y="3537212"/>
                  </a:lnTo>
                  <a:lnTo>
                    <a:pt x="1979164" y="3537212"/>
                  </a:lnTo>
                  <a:lnTo>
                    <a:pt x="1979258" y="3537212"/>
                  </a:lnTo>
                  <a:lnTo>
                    <a:pt x="1979352" y="3537212"/>
                  </a:lnTo>
                  <a:lnTo>
                    <a:pt x="1979446" y="3537212"/>
                  </a:lnTo>
                  <a:lnTo>
                    <a:pt x="1979540" y="3537212"/>
                  </a:lnTo>
                  <a:lnTo>
                    <a:pt x="1979634" y="3537212"/>
                  </a:lnTo>
                  <a:lnTo>
                    <a:pt x="1979728" y="3537212"/>
                  </a:lnTo>
                  <a:lnTo>
                    <a:pt x="1979822" y="3537212"/>
                  </a:lnTo>
                  <a:lnTo>
                    <a:pt x="1979916" y="3537212"/>
                  </a:lnTo>
                  <a:lnTo>
                    <a:pt x="1980010" y="3537212"/>
                  </a:lnTo>
                  <a:lnTo>
                    <a:pt x="1980104" y="3537212"/>
                  </a:lnTo>
                  <a:lnTo>
                    <a:pt x="1980198" y="3537212"/>
                  </a:lnTo>
                  <a:lnTo>
                    <a:pt x="1980292" y="3537212"/>
                  </a:lnTo>
                  <a:lnTo>
                    <a:pt x="1980386" y="3537212"/>
                  </a:lnTo>
                  <a:lnTo>
                    <a:pt x="1980480" y="3537212"/>
                  </a:lnTo>
                  <a:lnTo>
                    <a:pt x="1980574" y="3537212"/>
                  </a:lnTo>
                  <a:lnTo>
                    <a:pt x="1980668" y="3537212"/>
                  </a:lnTo>
                  <a:lnTo>
                    <a:pt x="1980762" y="3537212"/>
                  </a:lnTo>
                  <a:lnTo>
                    <a:pt x="1980856" y="3537212"/>
                  </a:lnTo>
                  <a:lnTo>
                    <a:pt x="1980950" y="3537212"/>
                  </a:lnTo>
                  <a:lnTo>
                    <a:pt x="1981044" y="3537212"/>
                  </a:lnTo>
                  <a:lnTo>
                    <a:pt x="1981138" y="3537212"/>
                  </a:lnTo>
                  <a:lnTo>
                    <a:pt x="1981233" y="3537212"/>
                  </a:lnTo>
                  <a:lnTo>
                    <a:pt x="1981327" y="3537212"/>
                  </a:lnTo>
                  <a:lnTo>
                    <a:pt x="1981421" y="3537212"/>
                  </a:lnTo>
                  <a:lnTo>
                    <a:pt x="1981515" y="3537212"/>
                  </a:lnTo>
                  <a:lnTo>
                    <a:pt x="1981609" y="3537212"/>
                  </a:lnTo>
                  <a:lnTo>
                    <a:pt x="1981703" y="3537212"/>
                  </a:lnTo>
                  <a:lnTo>
                    <a:pt x="1981797" y="3537212"/>
                  </a:lnTo>
                  <a:lnTo>
                    <a:pt x="1981891" y="3537212"/>
                  </a:lnTo>
                  <a:lnTo>
                    <a:pt x="1981985" y="3537212"/>
                  </a:lnTo>
                  <a:lnTo>
                    <a:pt x="1982079" y="3537212"/>
                  </a:lnTo>
                  <a:lnTo>
                    <a:pt x="1982173" y="3537212"/>
                  </a:lnTo>
                  <a:lnTo>
                    <a:pt x="1982267" y="3537212"/>
                  </a:lnTo>
                  <a:lnTo>
                    <a:pt x="1982361" y="3537212"/>
                  </a:lnTo>
                  <a:lnTo>
                    <a:pt x="1982455" y="3537212"/>
                  </a:lnTo>
                  <a:lnTo>
                    <a:pt x="1982549" y="3537212"/>
                  </a:lnTo>
                  <a:lnTo>
                    <a:pt x="1982643" y="3537212"/>
                  </a:lnTo>
                  <a:lnTo>
                    <a:pt x="1982643" y="3531932"/>
                  </a:lnTo>
                  <a:lnTo>
                    <a:pt x="1982737" y="3531932"/>
                  </a:lnTo>
                  <a:lnTo>
                    <a:pt x="1982831" y="3531932"/>
                  </a:lnTo>
                  <a:lnTo>
                    <a:pt x="1982925" y="3531932"/>
                  </a:lnTo>
                  <a:lnTo>
                    <a:pt x="1983019" y="3531932"/>
                  </a:lnTo>
                  <a:lnTo>
                    <a:pt x="1983113" y="3531932"/>
                  </a:lnTo>
                  <a:lnTo>
                    <a:pt x="1983207" y="3531932"/>
                  </a:lnTo>
                  <a:lnTo>
                    <a:pt x="1983301" y="3531932"/>
                  </a:lnTo>
                  <a:lnTo>
                    <a:pt x="1983395" y="3531932"/>
                  </a:lnTo>
                  <a:lnTo>
                    <a:pt x="1983489" y="3531932"/>
                  </a:lnTo>
                  <a:lnTo>
                    <a:pt x="1983583" y="3531932"/>
                  </a:lnTo>
                  <a:lnTo>
                    <a:pt x="1983677" y="3531932"/>
                  </a:lnTo>
                  <a:lnTo>
                    <a:pt x="1983771" y="3531932"/>
                  </a:lnTo>
                  <a:lnTo>
                    <a:pt x="1983865" y="3531932"/>
                  </a:lnTo>
                  <a:lnTo>
                    <a:pt x="1983959" y="3531932"/>
                  </a:lnTo>
                  <a:lnTo>
                    <a:pt x="1983959" y="3526653"/>
                  </a:lnTo>
                  <a:lnTo>
                    <a:pt x="1984053" y="3526653"/>
                  </a:lnTo>
                  <a:lnTo>
                    <a:pt x="1984147" y="3526653"/>
                  </a:lnTo>
                  <a:lnTo>
                    <a:pt x="1984241" y="3526653"/>
                  </a:lnTo>
                  <a:lnTo>
                    <a:pt x="1984335" y="3526653"/>
                  </a:lnTo>
                  <a:lnTo>
                    <a:pt x="1984429" y="3526653"/>
                  </a:lnTo>
                  <a:lnTo>
                    <a:pt x="1984523" y="3526653"/>
                  </a:lnTo>
                  <a:lnTo>
                    <a:pt x="1984617" y="3526653"/>
                  </a:lnTo>
                  <a:lnTo>
                    <a:pt x="1984711" y="3526653"/>
                  </a:lnTo>
                  <a:lnTo>
                    <a:pt x="1984806" y="3526653"/>
                  </a:lnTo>
                  <a:lnTo>
                    <a:pt x="1984900" y="3526653"/>
                  </a:lnTo>
                  <a:lnTo>
                    <a:pt x="1984994" y="3526653"/>
                  </a:lnTo>
                  <a:lnTo>
                    <a:pt x="1985088" y="3526653"/>
                  </a:lnTo>
                  <a:lnTo>
                    <a:pt x="1985182" y="3526653"/>
                  </a:lnTo>
                  <a:lnTo>
                    <a:pt x="1985276" y="3526653"/>
                  </a:lnTo>
                  <a:lnTo>
                    <a:pt x="1985370" y="3526653"/>
                  </a:lnTo>
                  <a:lnTo>
                    <a:pt x="1985464" y="3526653"/>
                  </a:lnTo>
                  <a:lnTo>
                    <a:pt x="1985558" y="3526653"/>
                  </a:lnTo>
                  <a:lnTo>
                    <a:pt x="1985652" y="3526653"/>
                  </a:lnTo>
                  <a:lnTo>
                    <a:pt x="1985746" y="3526653"/>
                  </a:lnTo>
                  <a:lnTo>
                    <a:pt x="1985840" y="3526653"/>
                  </a:lnTo>
                  <a:lnTo>
                    <a:pt x="1985934" y="3526653"/>
                  </a:lnTo>
                  <a:lnTo>
                    <a:pt x="1986028" y="3526653"/>
                  </a:lnTo>
                  <a:lnTo>
                    <a:pt x="1986122" y="3526653"/>
                  </a:lnTo>
                  <a:lnTo>
                    <a:pt x="1986216" y="3526653"/>
                  </a:lnTo>
                  <a:lnTo>
                    <a:pt x="1986310" y="3526653"/>
                  </a:lnTo>
                  <a:lnTo>
                    <a:pt x="1986404" y="3526653"/>
                  </a:lnTo>
                  <a:lnTo>
                    <a:pt x="1986498" y="3526653"/>
                  </a:lnTo>
                  <a:lnTo>
                    <a:pt x="1986592" y="3526653"/>
                  </a:lnTo>
                  <a:lnTo>
                    <a:pt x="1986686" y="3526653"/>
                  </a:lnTo>
                  <a:lnTo>
                    <a:pt x="1986780" y="3526653"/>
                  </a:lnTo>
                  <a:lnTo>
                    <a:pt x="1986874" y="3526653"/>
                  </a:lnTo>
                  <a:lnTo>
                    <a:pt x="1986968" y="3526653"/>
                  </a:lnTo>
                  <a:lnTo>
                    <a:pt x="1987062" y="3526653"/>
                  </a:lnTo>
                  <a:lnTo>
                    <a:pt x="1987156" y="3526653"/>
                  </a:lnTo>
                  <a:lnTo>
                    <a:pt x="1987250" y="3526653"/>
                  </a:lnTo>
                  <a:lnTo>
                    <a:pt x="1987344" y="3526653"/>
                  </a:lnTo>
                  <a:lnTo>
                    <a:pt x="1987438" y="3526653"/>
                  </a:lnTo>
                  <a:lnTo>
                    <a:pt x="1987532" y="3526653"/>
                  </a:lnTo>
                  <a:lnTo>
                    <a:pt x="1987626" y="3526653"/>
                  </a:lnTo>
                  <a:lnTo>
                    <a:pt x="1987720" y="3526653"/>
                  </a:lnTo>
                  <a:lnTo>
                    <a:pt x="1987814" y="3526653"/>
                  </a:lnTo>
                  <a:lnTo>
                    <a:pt x="1987908" y="3526653"/>
                  </a:lnTo>
                  <a:lnTo>
                    <a:pt x="1988002" y="3526653"/>
                  </a:lnTo>
                  <a:lnTo>
                    <a:pt x="1988096" y="3526653"/>
                  </a:lnTo>
                  <a:lnTo>
                    <a:pt x="1988190" y="3526653"/>
                  </a:lnTo>
                  <a:lnTo>
                    <a:pt x="1988285" y="3526653"/>
                  </a:lnTo>
                  <a:lnTo>
                    <a:pt x="1988379" y="3526653"/>
                  </a:lnTo>
                  <a:lnTo>
                    <a:pt x="1988473" y="3526653"/>
                  </a:lnTo>
                  <a:lnTo>
                    <a:pt x="1988567" y="3526653"/>
                  </a:lnTo>
                  <a:lnTo>
                    <a:pt x="1988661" y="3526653"/>
                  </a:lnTo>
                  <a:lnTo>
                    <a:pt x="1988755" y="3526653"/>
                  </a:lnTo>
                  <a:lnTo>
                    <a:pt x="1988849" y="3526653"/>
                  </a:lnTo>
                  <a:lnTo>
                    <a:pt x="1988943" y="3526653"/>
                  </a:lnTo>
                  <a:lnTo>
                    <a:pt x="1989037" y="3526653"/>
                  </a:lnTo>
                  <a:lnTo>
                    <a:pt x="1989131" y="3526653"/>
                  </a:lnTo>
                  <a:lnTo>
                    <a:pt x="1989225" y="3526653"/>
                  </a:lnTo>
                  <a:lnTo>
                    <a:pt x="1989319" y="3526653"/>
                  </a:lnTo>
                  <a:lnTo>
                    <a:pt x="1989413" y="3526653"/>
                  </a:lnTo>
                  <a:lnTo>
                    <a:pt x="1989507" y="3526653"/>
                  </a:lnTo>
                  <a:lnTo>
                    <a:pt x="1989601" y="3526653"/>
                  </a:lnTo>
                  <a:lnTo>
                    <a:pt x="1989695" y="3526653"/>
                  </a:lnTo>
                  <a:lnTo>
                    <a:pt x="1989789" y="3526653"/>
                  </a:lnTo>
                  <a:lnTo>
                    <a:pt x="1989883" y="3526653"/>
                  </a:lnTo>
                  <a:lnTo>
                    <a:pt x="1989977" y="3526653"/>
                  </a:lnTo>
                  <a:lnTo>
                    <a:pt x="1990071" y="3526653"/>
                  </a:lnTo>
                  <a:lnTo>
                    <a:pt x="1990165" y="3526653"/>
                  </a:lnTo>
                  <a:lnTo>
                    <a:pt x="1990259" y="3526653"/>
                  </a:lnTo>
                  <a:lnTo>
                    <a:pt x="1990353" y="3526653"/>
                  </a:lnTo>
                  <a:lnTo>
                    <a:pt x="1990447" y="3526653"/>
                  </a:lnTo>
                  <a:lnTo>
                    <a:pt x="1990541" y="3526653"/>
                  </a:lnTo>
                  <a:lnTo>
                    <a:pt x="1990635" y="3526653"/>
                  </a:lnTo>
                  <a:lnTo>
                    <a:pt x="1990729" y="3526653"/>
                  </a:lnTo>
                  <a:lnTo>
                    <a:pt x="1990823" y="3526653"/>
                  </a:lnTo>
                  <a:lnTo>
                    <a:pt x="1990917" y="3526653"/>
                  </a:lnTo>
                  <a:lnTo>
                    <a:pt x="1991011" y="3526653"/>
                  </a:lnTo>
                  <a:lnTo>
                    <a:pt x="1991105" y="3526653"/>
                  </a:lnTo>
                  <a:lnTo>
                    <a:pt x="1991199" y="3526653"/>
                  </a:lnTo>
                  <a:lnTo>
                    <a:pt x="1991293" y="3526653"/>
                  </a:lnTo>
                  <a:lnTo>
                    <a:pt x="1991387" y="3526653"/>
                  </a:lnTo>
                  <a:lnTo>
                    <a:pt x="1991481" y="3526653"/>
                  </a:lnTo>
                  <a:lnTo>
                    <a:pt x="1991575" y="3526653"/>
                  </a:lnTo>
                  <a:lnTo>
                    <a:pt x="1991669" y="3526653"/>
                  </a:lnTo>
                  <a:lnTo>
                    <a:pt x="1991763" y="3526653"/>
                  </a:lnTo>
                  <a:lnTo>
                    <a:pt x="1991858" y="3526653"/>
                  </a:lnTo>
                  <a:lnTo>
                    <a:pt x="1991952" y="3526653"/>
                  </a:lnTo>
                  <a:lnTo>
                    <a:pt x="1992046" y="3526653"/>
                  </a:lnTo>
                  <a:lnTo>
                    <a:pt x="1992140" y="3526653"/>
                  </a:lnTo>
                  <a:lnTo>
                    <a:pt x="1992234" y="3526653"/>
                  </a:lnTo>
                  <a:lnTo>
                    <a:pt x="1992328" y="3526653"/>
                  </a:lnTo>
                  <a:lnTo>
                    <a:pt x="1992422" y="3526653"/>
                  </a:lnTo>
                  <a:lnTo>
                    <a:pt x="1992516" y="3526653"/>
                  </a:lnTo>
                  <a:lnTo>
                    <a:pt x="1992610" y="3526653"/>
                  </a:lnTo>
                  <a:lnTo>
                    <a:pt x="1992704" y="3526653"/>
                  </a:lnTo>
                  <a:lnTo>
                    <a:pt x="1992798" y="3526653"/>
                  </a:lnTo>
                  <a:lnTo>
                    <a:pt x="1992892" y="3526653"/>
                  </a:lnTo>
                  <a:lnTo>
                    <a:pt x="1992986" y="3526653"/>
                  </a:lnTo>
                  <a:lnTo>
                    <a:pt x="1993080" y="3526653"/>
                  </a:lnTo>
                  <a:lnTo>
                    <a:pt x="1993174" y="3526653"/>
                  </a:lnTo>
                  <a:lnTo>
                    <a:pt x="1993268" y="3526653"/>
                  </a:lnTo>
                  <a:lnTo>
                    <a:pt x="1993362" y="3526653"/>
                  </a:lnTo>
                  <a:lnTo>
                    <a:pt x="1993456" y="3526653"/>
                  </a:lnTo>
                  <a:lnTo>
                    <a:pt x="1993550" y="3526653"/>
                  </a:lnTo>
                  <a:lnTo>
                    <a:pt x="1993644" y="3526653"/>
                  </a:lnTo>
                  <a:lnTo>
                    <a:pt x="1993738" y="3526653"/>
                  </a:lnTo>
                  <a:lnTo>
                    <a:pt x="1993832" y="3526653"/>
                  </a:lnTo>
                  <a:lnTo>
                    <a:pt x="1993926" y="3526653"/>
                  </a:lnTo>
                  <a:lnTo>
                    <a:pt x="1994020" y="3526653"/>
                  </a:lnTo>
                  <a:lnTo>
                    <a:pt x="1994114" y="3526653"/>
                  </a:lnTo>
                  <a:lnTo>
                    <a:pt x="1994208" y="3526653"/>
                  </a:lnTo>
                  <a:lnTo>
                    <a:pt x="1994302" y="3526653"/>
                  </a:lnTo>
                  <a:lnTo>
                    <a:pt x="1994396" y="3526653"/>
                  </a:lnTo>
                  <a:lnTo>
                    <a:pt x="1994490" y="3526653"/>
                  </a:lnTo>
                  <a:lnTo>
                    <a:pt x="1994584" y="3526653"/>
                  </a:lnTo>
                  <a:lnTo>
                    <a:pt x="1994678" y="3526653"/>
                  </a:lnTo>
                  <a:lnTo>
                    <a:pt x="1994678" y="3521374"/>
                  </a:lnTo>
                  <a:lnTo>
                    <a:pt x="1994772" y="3521374"/>
                  </a:lnTo>
                  <a:lnTo>
                    <a:pt x="1994866" y="3521374"/>
                  </a:lnTo>
                  <a:lnTo>
                    <a:pt x="1994960" y="3521374"/>
                  </a:lnTo>
                  <a:lnTo>
                    <a:pt x="1995054" y="3521374"/>
                  </a:lnTo>
                  <a:lnTo>
                    <a:pt x="1995148" y="3521374"/>
                  </a:lnTo>
                  <a:lnTo>
                    <a:pt x="1995242" y="3521374"/>
                  </a:lnTo>
                  <a:lnTo>
                    <a:pt x="1995336" y="3521374"/>
                  </a:lnTo>
                  <a:lnTo>
                    <a:pt x="1995431" y="3521374"/>
                  </a:lnTo>
                  <a:lnTo>
                    <a:pt x="1995525" y="3521374"/>
                  </a:lnTo>
                  <a:lnTo>
                    <a:pt x="1995619" y="3521374"/>
                  </a:lnTo>
                  <a:lnTo>
                    <a:pt x="1995713" y="3521374"/>
                  </a:lnTo>
                  <a:lnTo>
                    <a:pt x="1995807" y="3521374"/>
                  </a:lnTo>
                  <a:lnTo>
                    <a:pt x="1995901" y="3521374"/>
                  </a:lnTo>
                  <a:lnTo>
                    <a:pt x="1995995" y="3521374"/>
                  </a:lnTo>
                  <a:lnTo>
                    <a:pt x="1996089" y="3521374"/>
                  </a:lnTo>
                  <a:lnTo>
                    <a:pt x="1996183" y="3521374"/>
                  </a:lnTo>
                  <a:lnTo>
                    <a:pt x="1996277" y="3521374"/>
                  </a:lnTo>
                  <a:lnTo>
                    <a:pt x="1996371" y="3521374"/>
                  </a:lnTo>
                  <a:lnTo>
                    <a:pt x="1996465" y="3521374"/>
                  </a:lnTo>
                  <a:lnTo>
                    <a:pt x="1996559" y="3521374"/>
                  </a:lnTo>
                  <a:lnTo>
                    <a:pt x="1996653" y="3521374"/>
                  </a:lnTo>
                  <a:lnTo>
                    <a:pt x="1996747" y="3521374"/>
                  </a:lnTo>
                  <a:lnTo>
                    <a:pt x="1996747" y="3516094"/>
                  </a:lnTo>
                  <a:lnTo>
                    <a:pt x="1996841" y="3516094"/>
                  </a:lnTo>
                  <a:lnTo>
                    <a:pt x="1996935" y="3516094"/>
                  </a:lnTo>
                  <a:lnTo>
                    <a:pt x="1997029" y="3516094"/>
                  </a:lnTo>
                  <a:lnTo>
                    <a:pt x="1997123" y="3516094"/>
                  </a:lnTo>
                  <a:lnTo>
                    <a:pt x="1997217" y="3516094"/>
                  </a:lnTo>
                  <a:lnTo>
                    <a:pt x="1997311" y="3516094"/>
                  </a:lnTo>
                  <a:lnTo>
                    <a:pt x="1997405" y="3516094"/>
                  </a:lnTo>
                  <a:lnTo>
                    <a:pt x="1997499" y="3516094"/>
                  </a:lnTo>
                  <a:lnTo>
                    <a:pt x="1997593" y="3516094"/>
                  </a:lnTo>
                  <a:lnTo>
                    <a:pt x="1997687" y="3516094"/>
                  </a:lnTo>
                  <a:lnTo>
                    <a:pt x="1997781" y="3516094"/>
                  </a:lnTo>
                  <a:lnTo>
                    <a:pt x="1997875" y="3516094"/>
                  </a:lnTo>
                  <a:lnTo>
                    <a:pt x="1997969" y="3516094"/>
                  </a:lnTo>
                  <a:lnTo>
                    <a:pt x="1998063" y="3516094"/>
                  </a:lnTo>
                  <a:lnTo>
                    <a:pt x="1998157" y="3516094"/>
                  </a:lnTo>
                  <a:lnTo>
                    <a:pt x="1998251" y="3516094"/>
                  </a:lnTo>
                  <a:lnTo>
                    <a:pt x="1998345" y="3516094"/>
                  </a:lnTo>
                  <a:lnTo>
                    <a:pt x="1998439" y="3516094"/>
                  </a:lnTo>
                  <a:lnTo>
                    <a:pt x="1998533" y="3516094"/>
                  </a:lnTo>
                  <a:lnTo>
                    <a:pt x="1998627" y="3516094"/>
                  </a:lnTo>
                  <a:lnTo>
                    <a:pt x="1998721" y="3516094"/>
                  </a:lnTo>
                  <a:lnTo>
                    <a:pt x="1998815" y="3516094"/>
                  </a:lnTo>
                  <a:lnTo>
                    <a:pt x="1998910" y="3516094"/>
                  </a:lnTo>
                  <a:lnTo>
                    <a:pt x="1999004" y="3516094"/>
                  </a:lnTo>
                  <a:lnTo>
                    <a:pt x="1999098" y="3516094"/>
                  </a:lnTo>
                  <a:lnTo>
                    <a:pt x="1999192" y="3516094"/>
                  </a:lnTo>
                  <a:lnTo>
                    <a:pt x="1999286" y="3516094"/>
                  </a:lnTo>
                  <a:lnTo>
                    <a:pt x="1999380" y="3516094"/>
                  </a:lnTo>
                  <a:lnTo>
                    <a:pt x="1999474" y="3516094"/>
                  </a:lnTo>
                  <a:lnTo>
                    <a:pt x="1999568" y="3516094"/>
                  </a:lnTo>
                  <a:lnTo>
                    <a:pt x="1999662" y="3516094"/>
                  </a:lnTo>
                  <a:lnTo>
                    <a:pt x="1999756" y="3516094"/>
                  </a:lnTo>
                  <a:lnTo>
                    <a:pt x="1999850" y="3516094"/>
                  </a:lnTo>
                  <a:lnTo>
                    <a:pt x="1999944" y="3516094"/>
                  </a:lnTo>
                  <a:lnTo>
                    <a:pt x="2000038" y="3516094"/>
                  </a:lnTo>
                  <a:lnTo>
                    <a:pt x="2000132" y="3516094"/>
                  </a:lnTo>
                  <a:lnTo>
                    <a:pt x="2000226" y="3516094"/>
                  </a:lnTo>
                  <a:lnTo>
                    <a:pt x="2000320" y="3516094"/>
                  </a:lnTo>
                  <a:lnTo>
                    <a:pt x="2000414" y="3516094"/>
                  </a:lnTo>
                  <a:lnTo>
                    <a:pt x="2000508" y="3516094"/>
                  </a:lnTo>
                  <a:lnTo>
                    <a:pt x="2000602" y="3516094"/>
                  </a:lnTo>
                  <a:lnTo>
                    <a:pt x="2000696" y="3516094"/>
                  </a:lnTo>
                  <a:lnTo>
                    <a:pt x="2000790" y="3516094"/>
                  </a:lnTo>
                  <a:lnTo>
                    <a:pt x="2000884" y="3516094"/>
                  </a:lnTo>
                  <a:lnTo>
                    <a:pt x="2000978" y="3516094"/>
                  </a:lnTo>
                  <a:lnTo>
                    <a:pt x="2001072" y="3516094"/>
                  </a:lnTo>
                  <a:lnTo>
                    <a:pt x="2001166" y="3516094"/>
                  </a:lnTo>
                  <a:lnTo>
                    <a:pt x="2001260" y="3516094"/>
                  </a:lnTo>
                  <a:lnTo>
                    <a:pt x="2001354" y="3516094"/>
                  </a:lnTo>
                  <a:lnTo>
                    <a:pt x="2001448" y="3516094"/>
                  </a:lnTo>
                  <a:lnTo>
                    <a:pt x="2001542" y="3516094"/>
                  </a:lnTo>
                  <a:lnTo>
                    <a:pt x="2001636" y="3516094"/>
                  </a:lnTo>
                  <a:lnTo>
                    <a:pt x="2001730" y="3516094"/>
                  </a:lnTo>
                  <a:lnTo>
                    <a:pt x="2001824" y="3516094"/>
                  </a:lnTo>
                  <a:lnTo>
                    <a:pt x="2001918" y="3516094"/>
                  </a:lnTo>
                  <a:lnTo>
                    <a:pt x="2002012" y="3516094"/>
                  </a:lnTo>
                  <a:lnTo>
                    <a:pt x="2002106" y="3516094"/>
                  </a:lnTo>
                  <a:lnTo>
                    <a:pt x="2002200" y="3516094"/>
                  </a:lnTo>
                  <a:lnTo>
                    <a:pt x="2002294" y="3516094"/>
                  </a:lnTo>
                  <a:lnTo>
                    <a:pt x="2002388" y="3516094"/>
                  </a:lnTo>
                  <a:lnTo>
                    <a:pt x="2002483" y="3516094"/>
                  </a:lnTo>
                  <a:lnTo>
                    <a:pt x="2002577" y="3516094"/>
                  </a:lnTo>
                  <a:lnTo>
                    <a:pt x="2002671" y="3516094"/>
                  </a:lnTo>
                  <a:lnTo>
                    <a:pt x="2002765" y="3516094"/>
                  </a:lnTo>
                  <a:lnTo>
                    <a:pt x="2002859" y="3516094"/>
                  </a:lnTo>
                  <a:lnTo>
                    <a:pt x="2002953" y="3516094"/>
                  </a:lnTo>
                  <a:lnTo>
                    <a:pt x="2003047" y="3516094"/>
                  </a:lnTo>
                  <a:lnTo>
                    <a:pt x="2003141" y="3516094"/>
                  </a:lnTo>
                  <a:lnTo>
                    <a:pt x="2003235" y="3516094"/>
                  </a:lnTo>
                  <a:lnTo>
                    <a:pt x="2003329" y="3516094"/>
                  </a:lnTo>
                  <a:lnTo>
                    <a:pt x="2003423" y="3516094"/>
                  </a:lnTo>
                  <a:lnTo>
                    <a:pt x="2003517" y="3516094"/>
                  </a:lnTo>
                  <a:lnTo>
                    <a:pt x="2003611" y="3516094"/>
                  </a:lnTo>
                  <a:lnTo>
                    <a:pt x="2003705" y="3516094"/>
                  </a:lnTo>
                  <a:lnTo>
                    <a:pt x="2003799" y="3516094"/>
                  </a:lnTo>
                  <a:lnTo>
                    <a:pt x="2003893" y="3516094"/>
                  </a:lnTo>
                  <a:lnTo>
                    <a:pt x="2003987" y="3516094"/>
                  </a:lnTo>
                  <a:lnTo>
                    <a:pt x="2003987" y="3510815"/>
                  </a:lnTo>
                  <a:lnTo>
                    <a:pt x="2004081" y="3510815"/>
                  </a:lnTo>
                  <a:lnTo>
                    <a:pt x="2004175" y="3510815"/>
                  </a:lnTo>
                  <a:lnTo>
                    <a:pt x="2004269" y="3510815"/>
                  </a:lnTo>
                  <a:lnTo>
                    <a:pt x="2004363" y="3510815"/>
                  </a:lnTo>
                  <a:lnTo>
                    <a:pt x="2004457" y="3510815"/>
                  </a:lnTo>
                  <a:lnTo>
                    <a:pt x="2004551" y="3510815"/>
                  </a:lnTo>
                  <a:lnTo>
                    <a:pt x="2004645" y="3510815"/>
                  </a:lnTo>
                  <a:lnTo>
                    <a:pt x="2004739" y="3510815"/>
                  </a:lnTo>
                  <a:lnTo>
                    <a:pt x="2004833" y="3510815"/>
                  </a:lnTo>
                  <a:lnTo>
                    <a:pt x="2004927" y="3510815"/>
                  </a:lnTo>
                  <a:lnTo>
                    <a:pt x="2005021" y="3510815"/>
                  </a:lnTo>
                  <a:lnTo>
                    <a:pt x="2005115" y="3510815"/>
                  </a:lnTo>
                  <a:lnTo>
                    <a:pt x="2005209" y="3510815"/>
                  </a:lnTo>
                  <a:lnTo>
                    <a:pt x="2005303" y="3510815"/>
                  </a:lnTo>
                  <a:lnTo>
                    <a:pt x="2005397" y="3510815"/>
                  </a:lnTo>
                  <a:lnTo>
                    <a:pt x="2005491" y="3510815"/>
                  </a:lnTo>
                  <a:lnTo>
                    <a:pt x="2005585" y="3510815"/>
                  </a:lnTo>
                  <a:lnTo>
                    <a:pt x="2005679" y="3510815"/>
                  </a:lnTo>
                  <a:lnTo>
                    <a:pt x="2005773" y="3510815"/>
                  </a:lnTo>
                  <a:lnTo>
                    <a:pt x="2005867" y="3510815"/>
                  </a:lnTo>
                  <a:lnTo>
                    <a:pt x="2005961" y="3510815"/>
                  </a:lnTo>
                  <a:lnTo>
                    <a:pt x="2006056" y="3510815"/>
                  </a:lnTo>
                  <a:lnTo>
                    <a:pt x="2006150" y="3510815"/>
                  </a:lnTo>
                  <a:lnTo>
                    <a:pt x="2006244" y="3510815"/>
                  </a:lnTo>
                  <a:lnTo>
                    <a:pt x="2006338" y="3510815"/>
                  </a:lnTo>
                  <a:lnTo>
                    <a:pt x="2006432" y="3510815"/>
                  </a:lnTo>
                  <a:lnTo>
                    <a:pt x="2006526" y="3510815"/>
                  </a:lnTo>
                  <a:lnTo>
                    <a:pt x="2006620" y="3510815"/>
                  </a:lnTo>
                  <a:lnTo>
                    <a:pt x="2006714" y="3510815"/>
                  </a:lnTo>
                  <a:lnTo>
                    <a:pt x="2006808" y="3510815"/>
                  </a:lnTo>
                  <a:lnTo>
                    <a:pt x="2006902" y="3510815"/>
                  </a:lnTo>
                  <a:lnTo>
                    <a:pt x="2006996" y="3510815"/>
                  </a:lnTo>
                  <a:lnTo>
                    <a:pt x="2007090" y="3510815"/>
                  </a:lnTo>
                  <a:lnTo>
                    <a:pt x="2007184" y="3510815"/>
                  </a:lnTo>
                  <a:lnTo>
                    <a:pt x="2007278" y="3510815"/>
                  </a:lnTo>
                  <a:lnTo>
                    <a:pt x="2007372" y="3510815"/>
                  </a:lnTo>
                  <a:lnTo>
                    <a:pt x="2007466" y="3510815"/>
                  </a:lnTo>
                  <a:lnTo>
                    <a:pt x="2007560" y="3510815"/>
                  </a:lnTo>
                  <a:lnTo>
                    <a:pt x="2007654" y="3510815"/>
                  </a:lnTo>
                  <a:lnTo>
                    <a:pt x="2007748" y="3510815"/>
                  </a:lnTo>
                  <a:lnTo>
                    <a:pt x="2007842" y="3510815"/>
                  </a:lnTo>
                  <a:lnTo>
                    <a:pt x="2007936" y="3510815"/>
                  </a:lnTo>
                  <a:lnTo>
                    <a:pt x="2008030" y="3510815"/>
                  </a:lnTo>
                  <a:lnTo>
                    <a:pt x="2008124" y="3510815"/>
                  </a:lnTo>
                  <a:lnTo>
                    <a:pt x="2008218" y="3510815"/>
                  </a:lnTo>
                  <a:lnTo>
                    <a:pt x="2008312" y="3510815"/>
                  </a:lnTo>
                  <a:lnTo>
                    <a:pt x="2008406" y="3510815"/>
                  </a:lnTo>
                  <a:lnTo>
                    <a:pt x="2008500" y="3510815"/>
                  </a:lnTo>
                  <a:lnTo>
                    <a:pt x="2008594" y="3510815"/>
                  </a:lnTo>
                  <a:lnTo>
                    <a:pt x="2008688" y="3510815"/>
                  </a:lnTo>
                  <a:lnTo>
                    <a:pt x="2008782" y="3510815"/>
                  </a:lnTo>
                  <a:lnTo>
                    <a:pt x="2008782" y="3505535"/>
                  </a:lnTo>
                  <a:lnTo>
                    <a:pt x="2008876" y="3505535"/>
                  </a:lnTo>
                  <a:lnTo>
                    <a:pt x="2008970" y="3505535"/>
                  </a:lnTo>
                  <a:lnTo>
                    <a:pt x="2009064" y="3505535"/>
                  </a:lnTo>
                  <a:lnTo>
                    <a:pt x="2009158" y="3505535"/>
                  </a:lnTo>
                  <a:lnTo>
                    <a:pt x="2009252" y="3505535"/>
                  </a:lnTo>
                  <a:lnTo>
                    <a:pt x="2009346" y="3505535"/>
                  </a:lnTo>
                  <a:lnTo>
                    <a:pt x="2009440" y="3505535"/>
                  </a:lnTo>
                  <a:lnTo>
                    <a:pt x="2009534" y="3505535"/>
                  </a:lnTo>
                  <a:lnTo>
                    <a:pt x="2009629" y="3505535"/>
                  </a:lnTo>
                  <a:lnTo>
                    <a:pt x="2009723" y="3505535"/>
                  </a:lnTo>
                  <a:lnTo>
                    <a:pt x="2009817" y="3505535"/>
                  </a:lnTo>
                  <a:lnTo>
                    <a:pt x="2009911" y="3505535"/>
                  </a:lnTo>
                  <a:lnTo>
                    <a:pt x="2010005" y="3505535"/>
                  </a:lnTo>
                  <a:lnTo>
                    <a:pt x="2010099" y="3505535"/>
                  </a:lnTo>
                  <a:lnTo>
                    <a:pt x="2010193" y="3505535"/>
                  </a:lnTo>
                  <a:lnTo>
                    <a:pt x="2010287" y="3505535"/>
                  </a:lnTo>
                  <a:lnTo>
                    <a:pt x="2010381" y="3505535"/>
                  </a:lnTo>
                  <a:lnTo>
                    <a:pt x="2010475" y="3505535"/>
                  </a:lnTo>
                  <a:lnTo>
                    <a:pt x="2010569" y="3505535"/>
                  </a:lnTo>
                  <a:lnTo>
                    <a:pt x="2010663" y="3505535"/>
                  </a:lnTo>
                  <a:lnTo>
                    <a:pt x="2010663" y="3500256"/>
                  </a:lnTo>
                  <a:lnTo>
                    <a:pt x="2010757" y="3500256"/>
                  </a:lnTo>
                  <a:lnTo>
                    <a:pt x="2010851" y="3500256"/>
                  </a:lnTo>
                  <a:lnTo>
                    <a:pt x="2010945" y="3500256"/>
                  </a:lnTo>
                  <a:lnTo>
                    <a:pt x="2011039" y="3500256"/>
                  </a:lnTo>
                  <a:lnTo>
                    <a:pt x="2011133" y="3500256"/>
                  </a:lnTo>
                  <a:lnTo>
                    <a:pt x="2011227" y="3500256"/>
                  </a:lnTo>
                  <a:lnTo>
                    <a:pt x="2011321" y="3500256"/>
                  </a:lnTo>
                  <a:lnTo>
                    <a:pt x="2011415" y="3500256"/>
                  </a:lnTo>
                  <a:lnTo>
                    <a:pt x="2011509" y="3500256"/>
                  </a:lnTo>
                  <a:lnTo>
                    <a:pt x="2011603" y="3500256"/>
                  </a:lnTo>
                  <a:lnTo>
                    <a:pt x="2011697" y="3500256"/>
                  </a:lnTo>
                  <a:lnTo>
                    <a:pt x="2011791" y="3500256"/>
                  </a:lnTo>
                  <a:lnTo>
                    <a:pt x="2011885" y="3500256"/>
                  </a:lnTo>
                  <a:lnTo>
                    <a:pt x="2011979" y="3500256"/>
                  </a:lnTo>
                  <a:lnTo>
                    <a:pt x="2011979" y="3494976"/>
                  </a:lnTo>
                  <a:lnTo>
                    <a:pt x="2012073" y="3494976"/>
                  </a:lnTo>
                  <a:lnTo>
                    <a:pt x="2012167" y="3494976"/>
                  </a:lnTo>
                  <a:lnTo>
                    <a:pt x="2012261" y="3494976"/>
                  </a:lnTo>
                  <a:lnTo>
                    <a:pt x="2012355" y="3494976"/>
                  </a:lnTo>
                  <a:lnTo>
                    <a:pt x="2012449" y="3494976"/>
                  </a:lnTo>
                  <a:lnTo>
                    <a:pt x="2012543" y="3494976"/>
                  </a:lnTo>
                  <a:lnTo>
                    <a:pt x="2012637" y="3494976"/>
                  </a:lnTo>
                  <a:lnTo>
                    <a:pt x="2012731" y="3494976"/>
                  </a:lnTo>
                  <a:lnTo>
                    <a:pt x="2012825" y="3494976"/>
                  </a:lnTo>
                  <a:lnTo>
                    <a:pt x="2012919" y="3494976"/>
                  </a:lnTo>
                  <a:lnTo>
                    <a:pt x="2013013" y="3494976"/>
                  </a:lnTo>
                  <a:lnTo>
                    <a:pt x="2013108" y="3494976"/>
                  </a:lnTo>
                  <a:lnTo>
                    <a:pt x="2013202" y="3494976"/>
                  </a:lnTo>
                  <a:lnTo>
                    <a:pt x="2013296" y="3494976"/>
                  </a:lnTo>
                  <a:lnTo>
                    <a:pt x="2013390" y="3494976"/>
                  </a:lnTo>
                  <a:lnTo>
                    <a:pt x="2013484" y="3494976"/>
                  </a:lnTo>
                  <a:lnTo>
                    <a:pt x="2013578" y="3494976"/>
                  </a:lnTo>
                  <a:lnTo>
                    <a:pt x="2013672" y="3494976"/>
                  </a:lnTo>
                  <a:lnTo>
                    <a:pt x="2013766" y="3494976"/>
                  </a:lnTo>
                  <a:lnTo>
                    <a:pt x="2013860" y="3494976"/>
                  </a:lnTo>
                  <a:lnTo>
                    <a:pt x="2013954" y="3494976"/>
                  </a:lnTo>
                  <a:lnTo>
                    <a:pt x="2014048" y="3494976"/>
                  </a:lnTo>
                  <a:lnTo>
                    <a:pt x="2014142" y="3494976"/>
                  </a:lnTo>
                  <a:lnTo>
                    <a:pt x="2014236" y="3494976"/>
                  </a:lnTo>
                  <a:lnTo>
                    <a:pt x="2014330" y="3494976"/>
                  </a:lnTo>
                  <a:lnTo>
                    <a:pt x="2014424" y="3494976"/>
                  </a:lnTo>
                  <a:lnTo>
                    <a:pt x="2014518" y="3494976"/>
                  </a:lnTo>
                  <a:lnTo>
                    <a:pt x="2014612" y="3494976"/>
                  </a:lnTo>
                  <a:lnTo>
                    <a:pt x="2014706" y="3494976"/>
                  </a:lnTo>
                  <a:lnTo>
                    <a:pt x="2014800" y="3494976"/>
                  </a:lnTo>
                  <a:lnTo>
                    <a:pt x="2014894" y="3494976"/>
                  </a:lnTo>
                  <a:lnTo>
                    <a:pt x="2014988" y="3494976"/>
                  </a:lnTo>
                  <a:lnTo>
                    <a:pt x="2015082" y="3494976"/>
                  </a:lnTo>
                  <a:lnTo>
                    <a:pt x="2015176" y="3494976"/>
                  </a:lnTo>
                  <a:lnTo>
                    <a:pt x="2015176" y="3489697"/>
                  </a:lnTo>
                  <a:lnTo>
                    <a:pt x="2015270" y="3489697"/>
                  </a:lnTo>
                  <a:lnTo>
                    <a:pt x="2015364" y="3489697"/>
                  </a:lnTo>
                  <a:lnTo>
                    <a:pt x="2015458" y="3489697"/>
                  </a:lnTo>
                  <a:lnTo>
                    <a:pt x="2015552" y="3489697"/>
                  </a:lnTo>
                  <a:lnTo>
                    <a:pt x="2015646" y="3489697"/>
                  </a:lnTo>
                  <a:lnTo>
                    <a:pt x="2015740" y="3489697"/>
                  </a:lnTo>
                  <a:lnTo>
                    <a:pt x="2015834" y="3489697"/>
                  </a:lnTo>
                  <a:lnTo>
                    <a:pt x="2015928" y="3489697"/>
                  </a:lnTo>
                  <a:lnTo>
                    <a:pt x="2016022" y="3489697"/>
                  </a:lnTo>
                  <a:lnTo>
                    <a:pt x="2016116" y="3489697"/>
                  </a:lnTo>
                  <a:lnTo>
                    <a:pt x="2016210" y="3489697"/>
                  </a:lnTo>
                  <a:lnTo>
                    <a:pt x="2016304" y="3489697"/>
                  </a:lnTo>
                  <a:lnTo>
                    <a:pt x="2016398" y="3489697"/>
                  </a:lnTo>
                  <a:lnTo>
                    <a:pt x="2016492" y="3489697"/>
                  </a:lnTo>
                  <a:lnTo>
                    <a:pt x="2016586" y="3489697"/>
                  </a:lnTo>
                  <a:lnTo>
                    <a:pt x="2016681" y="3489697"/>
                  </a:lnTo>
                  <a:lnTo>
                    <a:pt x="2016775" y="3489697"/>
                  </a:lnTo>
                  <a:lnTo>
                    <a:pt x="2016869" y="3489697"/>
                  </a:lnTo>
                  <a:lnTo>
                    <a:pt x="2016963" y="3489697"/>
                  </a:lnTo>
                  <a:lnTo>
                    <a:pt x="2017057" y="3489697"/>
                  </a:lnTo>
                  <a:lnTo>
                    <a:pt x="2017151" y="3489697"/>
                  </a:lnTo>
                  <a:lnTo>
                    <a:pt x="2017245" y="3489697"/>
                  </a:lnTo>
                  <a:lnTo>
                    <a:pt x="2017339" y="3489697"/>
                  </a:lnTo>
                  <a:lnTo>
                    <a:pt x="2017433" y="3489697"/>
                  </a:lnTo>
                  <a:lnTo>
                    <a:pt x="2017527" y="3489697"/>
                  </a:lnTo>
                  <a:lnTo>
                    <a:pt x="2017621" y="3489697"/>
                  </a:lnTo>
                  <a:lnTo>
                    <a:pt x="2017715" y="3489697"/>
                  </a:lnTo>
                  <a:lnTo>
                    <a:pt x="2017809" y="3489697"/>
                  </a:lnTo>
                  <a:lnTo>
                    <a:pt x="2017903" y="3489697"/>
                  </a:lnTo>
                  <a:lnTo>
                    <a:pt x="2017997" y="3489697"/>
                  </a:lnTo>
                  <a:lnTo>
                    <a:pt x="2018091" y="3489697"/>
                  </a:lnTo>
                  <a:lnTo>
                    <a:pt x="2018185" y="3489697"/>
                  </a:lnTo>
                  <a:lnTo>
                    <a:pt x="2018279" y="3489697"/>
                  </a:lnTo>
                  <a:lnTo>
                    <a:pt x="2018373" y="3489697"/>
                  </a:lnTo>
                  <a:lnTo>
                    <a:pt x="2018467" y="3489697"/>
                  </a:lnTo>
                  <a:lnTo>
                    <a:pt x="2018561" y="3489697"/>
                  </a:lnTo>
                  <a:lnTo>
                    <a:pt x="2018655" y="3489697"/>
                  </a:lnTo>
                  <a:lnTo>
                    <a:pt x="2018749" y="3489697"/>
                  </a:lnTo>
                  <a:lnTo>
                    <a:pt x="2018843" y="3489697"/>
                  </a:lnTo>
                  <a:lnTo>
                    <a:pt x="2018937" y="3489697"/>
                  </a:lnTo>
                  <a:lnTo>
                    <a:pt x="2019031" y="3489697"/>
                  </a:lnTo>
                  <a:lnTo>
                    <a:pt x="2019125" y="3489697"/>
                  </a:lnTo>
                  <a:lnTo>
                    <a:pt x="2019219" y="3489697"/>
                  </a:lnTo>
                  <a:lnTo>
                    <a:pt x="2019313" y="3489697"/>
                  </a:lnTo>
                  <a:lnTo>
                    <a:pt x="2019407" y="3489697"/>
                  </a:lnTo>
                  <a:lnTo>
                    <a:pt x="2019501" y="3489697"/>
                  </a:lnTo>
                  <a:lnTo>
                    <a:pt x="2019595" y="3489697"/>
                  </a:lnTo>
                  <a:lnTo>
                    <a:pt x="2019689" y="3489697"/>
                  </a:lnTo>
                  <a:lnTo>
                    <a:pt x="2019783" y="3489697"/>
                  </a:lnTo>
                  <a:lnTo>
                    <a:pt x="2019877" y="3489697"/>
                  </a:lnTo>
                  <a:lnTo>
                    <a:pt x="2019971" y="3489697"/>
                  </a:lnTo>
                  <a:lnTo>
                    <a:pt x="2020065" y="3489697"/>
                  </a:lnTo>
                  <a:lnTo>
                    <a:pt x="2020159" y="3489697"/>
                  </a:lnTo>
                  <a:lnTo>
                    <a:pt x="2020254" y="3489697"/>
                  </a:lnTo>
                  <a:lnTo>
                    <a:pt x="2020348" y="3489697"/>
                  </a:lnTo>
                  <a:lnTo>
                    <a:pt x="2020442" y="3489697"/>
                  </a:lnTo>
                  <a:lnTo>
                    <a:pt x="2020536" y="3489697"/>
                  </a:lnTo>
                  <a:lnTo>
                    <a:pt x="2020630" y="3489697"/>
                  </a:lnTo>
                  <a:lnTo>
                    <a:pt x="2020724" y="3489697"/>
                  </a:lnTo>
                  <a:lnTo>
                    <a:pt x="2020818" y="3489697"/>
                  </a:lnTo>
                  <a:lnTo>
                    <a:pt x="2020818" y="3484418"/>
                  </a:lnTo>
                  <a:lnTo>
                    <a:pt x="2020912" y="3484418"/>
                  </a:lnTo>
                  <a:lnTo>
                    <a:pt x="2021006" y="3484418"/>
                  </a:lnTo>
                  <a:lnTo>
                    <a:pt x="2021100" y="3484418"/>
                  </a:lnTo>
                  <a:lnTo>
                    <a:pt x="2021194" y="3484418"/>
                  </a:lnTo>
                  <a:lnTo>
                    <a:pt x="2021288" y="3484418"/>
                  </a:lnTo>
                  <a:lnTo>
                    <a:pt x="2021382" y="3484418"/>
                  </a:lnTo>
                  <a:lnTo>
                    <a:pt x="2021476" y="3484418"/>
                  </a:lnTo>
                  <a:lnTo>
                    <a:pt x="2021570" y="3484418"/>
                  </a:lnTo>
                  <a:lnTo>
                    <a:pt x="2021664" y="3484418"/>
                  </a:lnTo>
                  <a:lnTo>
                    <a:pt x="2021758" y="3484418"/>
                  </a:lnTo>
                  <a:lnTo>
                    <a:pt x="2021758" y="3479138"/>
                  </a:lnTo>
                  <a:lnTo>
                    <a:pt x="2021852" y="3479138"/>
                  </a:lnTo>
                  <a:lnTo>
                    <a:pt x="2021946" y="3479138"/>
                  </a:lnTo>
                  <a:lnTo>
                    <a:pt x="2022040" y="3479138"/>
                  </a:lnTo>
                  <a:lnTo>
                    <a:pt x="2022134" y="3479138"/>
                  </a:lnTo>
                  <a:lnTo>
                    <a:pt x="2022228" y="3479138"/>
                  </a:lnTo>
                  <a:lnTo>
                    <a:pt x="2022322" y="3479138"/>
                  </a:lnTo>
                  <a:lnTo>
                    <a:pt x="2022416" y="3479138"/>
                  </a:lnTo>
                  <a:lnTo>
                    <a:pt x="2022510" y="3479138"/>
                  </a:lnTo>
                  <a:lnTo>
                    <a:pt x="2022604" y="3479138"/>
                  </a:lnTo>
                  <a:lnTo>
                    <a:pt x="2022698" y="3479138"/>
                  </a:lnTo>
                  <a:lnTo>
                    <a:pt x="2022698" y="3473859"/>
                  </a:lnTo>
                  <a:lnTo>
                    <a:pt x="2022792" y="3473859"/>
                  </a:lnTo>
                  <a:lnTo>
                    <a:pt x="2022886" y="3473859"/>
                  </a:lnTo>
                  <a:lnTo>
                    <a:pt x="2022980" y="3473859"/>
                  </a:lnTo>
                  <a:lnTo>
                    <a:pt x="2023074" y="3473859"/>
                  </a:lnTo>
                  <a:lnTo>
                    <a:pt x="2023168" y="3473859"/>
                  </a:lnTo>
                  <a:lnTo>
                    <a:pt x="2023262" y="3473859"/>
                  </a:lnTo>
                  <a:lnTo>
                    <a:pt x="2023356" y="3473859"/>
                  </a:lnTo>
                  <a:lnTo>
                    <a:pt x="2023450" y="3473859"/>
                  </a:lnTo>
                  <a:lnTo>
                    <a:pt x="2023544" y="3473859"/>
                  </a:lnTo>
                  <a:lnTo>
                    <a:pt x="2023638" y="3473859"/>
                  </a:lnTo>
                  <a:lnTo>
                    <a:pt x="2023733" y="3473859"/>
                  </a:lnTo>
                  <a:lnTo>
                    <a:pt x="2023827" y="3473859"/>
                  </a:lnTo>
                  <a:lnTo>
                    <a:pt x="2023921" y="3473859"/>
                  </a:lnTo>
                  <a:lnTo>
                    <a:pt x="2024015" y="3473859"/>
                  </a:lnTo>
                  <a:lnTo>
                    <a:pt x="2024109" y="3473859"/>
                  </a:lnTo>
                  <a:lnTo>
                    <a:pt x="2024203" y="3473859"/>
                  </a:lnTo>
                  <a:lnTo>
                    <a:pt x="2024297" y="3473859"/>
                  </a:lnTo>
                  <a:lnTo>
                    <a:pt x="2024391" y="3473859"/>
                  </a:lnTo>
                  <a:lnTo>
                    <a:pt x="2024485" y="3473859"/>
                  </a:lnTo>
                  <a:lnTo>
                    <a:pt x="2024579" y="3473859"/>
                  </a:lnTo>
                  <a:lnTo>
                    <a:pt x="2024673" y="3473859"/>
                  </a:lnTo>
                  <a:lnTo>
                    <a:pt x="2024767" y="3473859"/>
                  </a:lnTo>
                  <a:lnTo>
                    <a:pt x="2024861" y="3473859"/>
                  </a:lnTo>
                  <a:lnTo>
                    <a:pt x="2024955" y="3473859"/>
                  </a:lnTo>
                  <a:lnTo>
                    <a:pt x="2025049" y="3473859"/>
                  </a:lnTo>
                  <a:lnTo>
                    <a:pt x="2025143" y="3473859"/>
                  </a:lnTo>
                  <a:lnTo>
                    <a:pt x="2025237" y="3473859"/>
                  </a:lnTo>
                  <a:lnTo>
                    <a:pt x="2025237" y="3468579"/>
                  </a:lnTo>
                  <a:lnTo>
                    <a:pt x="2025331" y="3468579"/>
                  </a:lnTo>
                  <a:lnTo>
                    <a:pt x="2025425" y="3468579"/>
                  </a:lnTo>
                  <a:lnTo>
                    <a:pt x="2025519" y="3468579"/>
                  </a:lnTo>
                  <a:lnTo>
                    <a:pt x="2025613" y="3468579"/>
                  </a:lnTo>
                  <a:lnTo>
                    <a:pt x="2025707" y="3468579"/>
                  </a:lnTo>
                  <a:lnTo>
                    <a:pt x="2025801" y="3468579"/>
                  </a:lnTo>
                  <a:lnTo>
                    <a:pt x="2025895" y="3468579"/>
                  </a:lnTo>
                  <a:lnTo>
                    <a:pt x="2025989" y="3468579"/>
                  </a:lnTo>
                  <a:lnTo>
                    <a:pt x="2026083" y="3468579"/>
                  </a:lnTo>
                  <a:lnTo>
                    <a:pt x="2026177" y="3468579"/>
                  </a:lnTo>
                  <a:lnTo>
                    <a:pt x="2026271" y="3468579"/>
                  </a:lnTo>
                  <a:lnTo>
                    <a:pt x="2026365" y="3468579"/>
                  </a:lnTo>
                  <a:lnTo>
                    <a:pt x="2026459" y="3468579"/>
                  </a:lnTo>
                  <a:lnTo>
                    <a:pt x="2026553" y="3468579"/>
                  </a:lnTo>
                  <a:lnTo>
                    <a:pt x="2026647" y="3468579"/>
                  </a:lnTo>
                  <a:lnTo>
                    <a:pt x="2026741" y="3468579"/>
                  </a:lnTo>
                  <a:lnTo>
                    <a:pt x="2026835" y="3468579"/>
                  </a:lnTo>
                  <a:lnTo>
                    <a:pt x="2026929" y="3468579"/>
                  </a:lnTo>
                  <a:lnTo>
                    <a:pt x="2027023" y="3468579"/>
                  </a:lnTo>
                  <a:lnTo>
                    <a:pt x="2027117" y="3468579"/>
                  </a:lnTo>
                  <a:lnTo>
                    <a:pt x="2027211" y="3468579"/>
                  </a:lnTo>
                  <a:lnTo>
                    <a:pt x="2027306" y="3468579"/>
                  </a:lnTo>
                  <a:lnTo>
                    <a:pt x="2027400" y="3468579"/>
                  </a:lnTo>
                  <a:lnTo>
                    <a:pt x="2027494" y="3468579"/>
                  </a:lnTo>
                  <a:lnTo>
                    <a:pt x="2027588" y="3468579"/>
                  </a:lnTo>
                  <a:lnTo>
                    <a:pt x="2027682" y="3468579"/>
                  </a:lnTo>
                  <a:lnTo>
                    <a:pt x="2027776" y="3468579"/>
                  </a:lnTo>
                  <a:lnTo>
                    <a:pt x="2027870" y="3468579"/>
                  </a:lnTo>
                  <a:lnTo>
                    <a:pt x="2027964" y="3468579"/>
                  </a:lnTo>
                  <a:lnTo>
                    <a:pt x="2028058" y="3468579"/>
                  </a:lnTo>
                  <a:lnTo>
                    <a:pt x="2028152" y="3468579"/>
                  </a:lnTo>
                  <a:lnTo>
                    <a:pt x="2028246" y="3468579"/>
                  </a:lnTo>
                  <a:lnTo>
                    <a:pt x="2028340" y="3468579"/>
                  </a:lnTo>
                  <a:lnTo>
                    <a:pt x="2028434" y="3468579"/>
                  </a:lnTo>
                  <a:lnTo>
                    <a:pt x="2028528" y="3468579"/>
                  </a:lnTo>
                  <a:lnTo>
                    <a:pt x="2028622" y="3468579"/>
                  </a:lnTo>
                  <a:lnTo>
                    <a:pt x="2028716" y="3468579"/>
                  </a:lnTo>
                  <a:lnTo>
                    <a:pt x="2028810" y="3468579"/>
                  </a:lnTo>
                  <a:lnTo>
                    <a:pt x="2028904" y="3468579"/>
                  </a:lnTo>
                  <a:lnTo>
                    <a:pt x="2028998" y="3468579"/>
                  </a:lnTo>
                  <a:lnTo>
                    <a:pt x="2028998" y="3463300"/>
                  </a:lnTo>
                  <a:lnTo>
                    <a:pt x="2029092" y="3463300"/>
                  </a:lnTo>
                  <a:lnTo>
                    <a:pt x="2029186" y="3463300"/>
                  </a:lnTo>
                  <a:lnTo>
                    <a:pt x="2029280" y="3463300"/>
                  </a:lnTo>
                  <a:lnTo>
                    <a:pt x="2029374" y="3463300"/>
                  </a:lnTo>
                  <a:lnTo>
                    <a:pt x="2029468" y="3463300"/>
                  </a:lnTo>
                  <a:lnTo>
                    <a:pt x="2029562" y="3463300"/>
                  </a:lnTo>
                  <a:lnTo>
                    <a:pt x="2029656" y="3463300"/>
                  </a:lnTo>
                  <a:lnTo>
                    <a:pt x="2029750" y="3463300"/>
                  </a:lnTo>
                  <a:lnTo>
                    <a:pt x="2029844" y="3463300"/>
                  </a:lnTo>
                  <a:lnTo>
                    <a:pt x="2029938" y="3463300"/>
                  </a:lnTo>
                  <a:lnTo>
                    <a:pt x="2030032" y="3463300"/>
                  </a:lnTo>
                  <a:lnTo>
                    <a:pt x="2030126" y="3463300"/>
                  </a:lnTo>
                  <a:lnTo>
                    <a:pt x="2030220" y="3463300"/>
                  </a:lnTo>
                  <a:lnTo>
                    <a:pt x="2030314" y="3463300"/>
                  </a:lnTo>
                  <a:lnTo>
                    <a:pt x="2030408" y="3463300"/>
                  </a:lnTo>
                  <a:lnTo>
                    <a:pt x="2030502" y="3463300"/>
                  </a:lnTo>
                  <a:lnTo>
                    <a:pt x="2030596" y="3463300"/>
                  </a:lnTo>
                  <a:lnTo>
                    <a:pt x="2030690" y="3463300"/>
                  </a:lnTo>
                  <a:lnTo>
                    <a:pt x="2030784" y="3463300"/>
                  </a:lnTo>
                  <a:lnTo>
                    <a:pt x="2030879" y="3463300"/>
                  </a:lnTo>
                  <a:lnTo>
                    <a:pt x="2030973" y="3463300"/>
                  </a:lnTo>
                  <a:lnTo>
                    <a:pt x="2031067" y="3463300"/>
                  </a:lnTo>
                  <a:lnTo>
                    <a:pt x="2031161" y="3463300"/>
                  </a:lnTo>
                  <a:lnTo>
                    <a:pt x="2031255" y="3463300"/>
                  </a:lnTo>
                  <a:lnTo>
                    <a:pt x="2031349" y="3463300"/>
                  </a:lnTo>
                  <a:lnTo>
                    <a:pt x="2031443" y="3463300"/>
                  </a:lnTo>
                  <a:lnTo>
                    <a:pt x="2031537" y="3463300"/>
                  </a:lnTo>
                  <a:lnTo>
                    <a:pt x="2031631" y="3463300"/>
                  </a:lnTo>
                  <a:lnTo>
                    <a:pt x="2031725" y="3463300"/>
                  </a:lnTo>
                  <a:lnTo>
                    <a:pt x="2031819" y="3463300"/>
                  </a:lnTo>
                  <a:lnTo>
                    <a:pt x="2031913" y="3463300"/>
                  </a:lnTo>
                  <a:lnTo>
                    <a:pt x="2032007" y="3463300"/>
                  </a:lnTo>
                  <a:lnTo>
                    <a:pt x="2032101" y="3463300"/>
                  </a:lnTo>
                  <a:lnTo>
                    <a:pt x="2032195" y="3463300"/>
                  </a:lnTo>
                  <a:lnTo>
                    <a:pt x="2032289" y="3463300"/>
                  </a:lnTo>
                  <a:lnTo>
                    <a:pt x="2032383" y="3463300"/>
                  </a:lnTo>
                  <a:lnTo>
                    <a:pt x="2032477" y="3463300"/>
                  </a:lnTo>
                  <a:lnTo>
                    <a:pt x="2032571" y="3463300"/>
                  </a:lnTo>
                  <a:lnTo>
                    <a:pt x="2032665" y="3463300"/>
                  </a:lnTo>
                  <a:lnTo>
                    <a:pt x="2032759" y="3463300"/>
                  </a:lnTo>
                  <a:lnTo>
                    <a:pt x="2032853" y="3463300"/>
                  </a:lnTo>
                  <a:lnTo>
                    <a:pt x="2032947" y="3463300"/>
                  </a:lnTo>
                  <a:lnTo>
                    <a:pt x="2033041" y="3463300"/>
                  </a:lnTo>
                  <a:lnTo>
                    <a:pt x="2033135" y="3463300"/>
                  </a:lnTo>
                  <a:lnTo>
                    <a:pt x="2033229" y="3463300"/>
                  </a:lnTo>
                  <a:lnTo>
                    <a:pt x="2033323" y="3463300"/>
                  </a:lnTo>
                  <a:lnTo>
                    <a:pt x="2033417" y="3463300"/>
                  </a:lnTo>
                  <a:lnTo>
                    <a:pt x="2033511" y="3463300"/>
                  </a:lnTo>
                  <a:lnTo>
                    <a:pt x="2033605" y="3463300"/>
                  </a:lnTo>
                  <a:lnTo>
                    <a:pt x="2033699" y="3463300"/>
                  </a:lnTo>
                  <a:lnTo>
                    <a:pt x="2033793" y="3463300"/>
                  </a:lnTo>
                  <a:lnTo>
                    <a:pt x="2033887" y="3463300"/>
                  </a:lnTo>
                  <a:lnTo>
                    <a:pt x="2033981" y="3463300"/>
                  </a:lnTo>
                  <a:lnTo>
                    <a:pt x="2034075" y="3463300"/>
                  </a:lnTo>
                  <a:lnTo>
                    <a:pt x="2034169" y="3463300"/>
                  </a:lnTo>
                  <a:lnTo>
                    <a:pt x="2034263" y="3463300"/>
                  </a:lnTo>
                  <a:lnTo>
                    <a:pt x="2034358" y="3463300"/>
                  </a:lnTo>
                  <a:lnTo>
                    <a:pt x="2034452" y="3463300"/>
                  </a:lnTo>
                  <a:lnTo>
                    <a:pt x="2034546" y="3463300"/>
                  </a:lnTo>
                  <a:lnTo>
                    <a:pt x="2034640" y="3463300"/>
                  </a:lnTo>
                  <a:lnTo>
                    <a:pt x="2034734" y="3463300"/>
                  </a:lnTo>
                  <a:lnTo>
                    <a:pt x="2034828" y="3463300"/>
                  </a:lnTo>
                  <a:lnTo>
                    <a:pt x="2034922" y="3463300"/>
                  </a:lnTo>
                  <a:lnTo>
                    <a:pt x="2035016" y="3463300"/>
                  </a:lnTo>
                  <a:lnTo>
                    <a:pt x="2035110" y="3463300"/>
                  </a:lnTo>
                  <a:lnTo>
                    <a:pt x="2035204" y="3463300"/>
                  </a:lnTo>
                  <a:lnTo>
                    <a:pt x="2035298" y="3463300"/>
                  </a:lnTo>
                  <a:lnTo>
                    <a:pt x="2035392" y="3463300"/>
                  </a:lnTo>
                  <a:lnTo>
                    <a:pt x="2035486" y="3463300"/>
                  </a:lnTo>
                  <a:lnTo>
                    <a:pt x="2035580" y="3463300"/>
                  </a:lnTo>
                  <a:lnTo>
                    <a:pt x="2035674" y="3463300"/>
                  </a:lnTo>
                  <a:lnTo>
                    <a:pt x="2035768" y="3463300"/>
                  </a:lnTo>
                  <a:lnTo>
                    <a:pt x="2035862" y="3463300"/>
                  </a:lnTo>
                  <a:lnTo>
                    <a:pt x="2035956" y="3463300"/>
                  </a:lnTo>
                  <a:lnTo>
                    <a:pt x="2036050" y="3463300"/>
                  </a:lnTo>
                  <a:lnTo>
                    <a:pt x="2036144" y="3463300"/>
                  </a:lnTo>
                  <a:lnTo>
                    <a:pt x="2036238" y="3463300"/>
                  </a:lnTo>
                  <a:lnTo>
                    <a:pt x="2036332" y="3463300"/>
                  </a:lnTo>
                  <a:lnTo>
                    <a:pt x="2036426" y="3463300"/>
                  </a:lnTo>
                  <a:lnTo>
                    <a:pt x="2036520" y="3463300"/>
                  </a:lnTo>
                  <a:lnTo>
                    <a:pt x="2036614" y="3463300"/>
                  </a:lnTo>
                  <a:lnTo>
                    <a:pt x="2036708" y="3463300"/>
                  </a:lnTo>
                  <a:lnTo>
                    <a:pt x="2036802" y="3463300"/>
                  </a:lnTo>
                  <a:lnTo>
                    <a:pt x="2036896" y="3463300"/>
                  </a:lnTo>
                  <a:lnTo>
                    <a:pt x="2036990" y="3463300"/>
                  </a:lnTo>
                  <a:lnTo>
                    <a:pt x="2037084" y="3463300"/>
                  </a:lnTo>
                  <a:lnTo>
                    <a:pt x="2037178" y="3463300"/>
                  </a:lnTo>
                  <a:lnTo>
                    <a:pt x="2037272" y="3463300"/>
                  </a:lnTo>
                  <a:lnTo>
                    <a:pt x="2037366" y="3463300"/>
                  </a:lnTo>
                  <a:lnTo>
                    <a:pt x="2037460" y="3463300"/>
                  </a:lnTo>
                  <a:lnTo>
                    <a:pt x="2037554" y="3463300"/>
                  </a:lnTo>
                  <a:lnTo>
                    <a:pt x="2037648" y="3463300"/>
                  </a:lnTo>
                  <a:lnTo>
                    <a:pt x="2037742" y="3463300"/>
                  </a:lnTo>
                  <a:lnTo>
                    <a:pt x="2037836" y="3463300"/>
                  </a:lnTo>
                  <a:lnTo>
                    <a:pt x="2037931" y="3463300"/>
                  </a:lnTo>
                  <a:lnTo>
                    <a:pt x="2037931" y="3458020"/>
                  </a:lnTo>
                  <a:lnTo>
                    <a:pt x="2038025" y="3458020"/>
                  </a:lnTo>
                  <a:lnTo>
                    <a:pt x="2038119" y="3458020"/>
                  </a:lnTo>
                  <a:lnTo>
                    <a:pt x="2038213" y="3458020"/>
                  </a:lnTo>
                  <a:lnTo>
                    <a:pt x="2038307" y="3458020"/>
                  </a:lnTo>
                  <a:lnTo>
                    <a:pt x="2038401" y="3458020"/>
                  </a:lnTo>
                  <a:lnTo>
                    <a:pt x="2038495" y="3458020"/>
                  </a:lnTo>
                  <a:lnTo>
                    <a:pt x="2038589" y="3458020"/>
                  </a:lnTo>
                  <a:lnTo>
                    <a:pt x="2038683" y="3458020"/>
                  </a:lnTo>
                  <a:lnTo>
                    <a:pt x="2038777" y="3458020"/>
                  </a:lnTo>
                  <a:lnTo>
                    <a:pt x="2038871" y="3458020"/>
                  </a:lnTo>
                  <a:lnTo>
                    <a:pt x="2038965" y="3458020"/>
                  </a:lnTo>
                  <a:lnTo>
                    <a:pt x="2039059" y="3458020"/>
                  </a:lnTo>
                  <a:lnTo>
                    <a:pt x="2039153" y="3458020"/>
                  </a:lnTo>
                  <a:lnTo>
                    <a:pt x="2039247" y="3458020"/>
                  </a:lnTo>
                  <a:lnTo>
                    <a:pt x="2039341" y="3458020"/>
                  </a:lnTo>
                  <a:lnTo>
                    <a:pt x="2039435" y="3458020"/>
                  </a:lnTo>
                  <a:lnTo>
                    <a:pt x="2039529" y="3458020"/>
                  </a:lnTo>
                  <a:lnTo>
                    <a:pt x="2039623" y="3458020"/>
                  </a:lnTo>
                  <a:lnTo>
                    <a:pt x="2039717" y="3458020"/>
                  </a:lnTo>
                  <a:lnTo>
                    <a:pt x="2039811" y="3458020"/>
                  </a:lnTo>
                  <a:lnTo>
                    <a:pt x="2039905" y="3458020"/>
                  </a:lnTo>
                  <a:lnTo>
                    <a:pt x="2039999" y="3458020"/>
                  </a:lnTo>
                  <a:lnTo>
                    <a:pt x="2040093" y="3458020"/>
                  </a:lnTo>
                  <a:lnTo>
                    <a:pt x="2040187" y="3458020"/>
                  </a:lnTo>
                  <a:lnTo>
                    <a:pt x="2040281" y="3458020"/>
                  </a:lnTo>
                  <a:lnTo>
                    <a:pt x="2040375" y="3458020"/>
                  </a:lnTo>
                  <a:lnTo>
                    <a:pt x="2040469" y="3458020"/>
                  </a:lnTo>
                  <a:lnTo>
                    <a:pt x="2040563" y="3458020"/>
                  </a:lnTo>
                  <a:lnTo>
                    <a:pt x="2040657" y="3458020"/>
                  </a:lnTo>
                  <a:lnTo>
                    <a:pt x="2040751" y="3458020"/>
                  </a:lnTo>
                  <a:lnTo>
                    <a:pt x="2040845" y="3458020"/>
                  </a:lnTo>
                  <a:lnTo>
                    <a:pt x="2040939" y="3458020"/>
                  </a:lnTo>
                  <a:lnTo>
                    <a:pt x="2041033" y="3458020"/>
                  </a:lnTo>
                  <a:lnTo>
                    <a:pt x="2041127" y="3458020"/>
                  </a:lnTo>
                  <a:lnTo>
                    <a:pt x="2041221" y="3458020"/>
                  </a:lnTo>
                  <a:lnTo>
                    <a:pt x="2041315" y="3458020"/>
                  </a:lnTo>
                  <a:lnTo>
                    <a:pt x="2041409" y="3458020"/>
                  </a:lnTo>
                  <a:lnTo>
                    <a:pt x="2041504" y="3458020"/>
                  </a:lnTo>
                  <a:lnTo>
                    <a:pt x="2041598" y="3458020"/>
                  </a:lnTo>
                  <a:lnTo>
                    <a:pt x="2041692" y="3458020"/>
                  </a:lnTo>
                  <a:lnTo>
                    <a:pt x="2041786" y="3458020"/>
                  </a:lnTo>
                  <a:lnTo>
                    <a:pt x="2041880" y="3458020"/>
                  </a:lnTo>
                  <a:lnTo>
                    <a:pt x="2041974" y="3458020"/>
                  </a:lnTo>
                  <a:lnTo>
                    <a:pt x="2042068" y="3458020"/>
                  </a:lnTo>
                  <a:lnTo>
                    <a:pt x="2042162" y="3458020"/>
                  </a:lnTo>
                  <a:lnTo>
                    <a:pt x="2042256" y="3458020"/>
                  </a:lnTo>
                  <a:lnTo>
                    <a:pt x="2042350" y="3458020"/>
                  </a:lnTo>
                  <a:lnTo>
                    <a:pt x="2042444" y="3458020"/>
                  </a:lnTo>
                  <a:lnTo>
                    <a:pt x="2042538" y="3458020"/>
                  </a:lnTo>
                  <a:lnTo>
                    <a:pt x="2042632" y="3458020"/>
                  </a:lnTo>
                  <a:lnTo>
                    <a:pt x="2042726" y="3458020"/>
                  </a:lnTo>
                  <a:lnTo>
                    <a:pt x="2042820" y="3458020"/>
                  </a:lnTo>
                  <a:lnTo>
                    <a:pt x="2042914" y="3458020"/>
                  </a:lnTo>
                  <a:lnTo>
                    <a:pt x="2042914" y="3452741"/>
                  </a:lnTo>
                  <a:lnTo>
                    <a:pt x="2043008" y="3452741"/>
                  </a:lnTo>
                  <a:lnTo>
                    <a:pt x="2043102" y="3452741"/>
                  </a:lnTo>
                  <a:lnTo>
                    <a:pt x="2043196" y="3452741"/>
                  </a:lnTo>
                  <a:lnTo>
                    <a:pt x="2043290" y="3452741"/>
                  </a:lnTo>
                  <a:lnTo>
                    <a:pt x="2043384" y="3452741"/>
                  </a:lnTo>
                  <a:lnTo>
                    <a:pt x="2043478" y="3452741"/>
                  </a:lnTo>
                  <a:lnTo>
                    <a:pt x="2043572" y="3452741"/>
                  </a:lnTo>
                  <a:lnTo>
                    <a:pt x="2043666" y="3452741"/>
                  </a:lnTo>
                  <a:lnTo>
                    <a:pt x="2043760" y="3452741"/>
                  </a:lnTo>
                  <a:lnTo>
                    <a:pt x="2043854" y="3452741"/>
                  </a:lnTo>
                  <a:lnTo>
                    <a:pt x="2043948" y="3452741"/>
                  </a:lnTo>
                  <a:lnTo>
                    <a:pt x="2044042" y="3452741"/>
                  </a:lnTo>
                  <a:lnTo>
                    <a:pt x="2044136" y="3452741"/>
                  </a:lnTo>
                  <a:lnTo>
                    <a:pt x="2044230" y="3452741"/>
                  </a:lnTo>
                  <a:lnTo>
                    <a:pt x="2044324" y="3452741"/>
                  </a:lnTo>
                  <a:lnTo>
                    <a:pt x="2044418" y="3452741"/>
                  </a:lnTo>
                  <a:lnTo>
                    <a:pt x="2044512" y="3452741"/>
                  </a:lnTo>
                  <a:lnTo>
                    <a:pt x="2044606" y="3452741"/>
                  </a:lnTo>
                  <a:lnTo>
                    <a:pt x="2044700" y="3452741"/>
                  </a:lnTo>
                  <a:lnTo>
                    <a:pt x="2044794" y="3452741"/>
                  </a:lnTo>
                  <a:lnTo>
                    <a:pt x="2044888" y="3452741"/>
                  </a:lnTo>
                  <a:lnTo>
                    <a:pt x="2044982" y="3452741"/>
                  </a:lnTo>
                  <a:lnTo>
                    <a:pt x="2045077" y="3452741"/>
                  </a:lnTo>
                  <a:lnTo>
                    <a:pt x="2045171" y="3452741"/>
                  </a:lnTo>
                  <a:lnTo>
                    <a:pt x="2045265" y="3452741"/>
                  </a:lnTo>
                  <a:lnTo>
                    <a:pt x="2045359" y="3452741"/>
                  </a:lnTo>
                  <a:lnTo>
                    <a:pt x="2045453" y="3452741"/>
                  </a:lnTo>
                  <a:lnTo>
                    <a:pt x="2045547" y="3452741"/>
                  </a:lnTo>
                  <a:lnTo>
                    <a:pt x="2045641" y="3452741"/>
                  </a:lnTo>
                  <a:lnTo>
                    <a:pt x="2045735" y="3452741"/>
                  </a:lnTo>
                  <a:lnTo>
                    <a:pt x="2045829" y="3452741"/>
                  </a:lnTo>
                  <a:lnTo>
                    <a:pt x="2045923" y="3452741"/>
                  </a:lnTo>
                  <a:lnTo>
                    <a:pt x="2046017" y="3452741"/>
                  </a:lnTo>
                  <a:lnTo>
                    <a:pt x="2046111" y="3452741"/>
                  </a:lnTo>
                  <a:lnTo>
                    <a:pt x="2046205" y="3452741"/>
                  </a:lnTo>
                  <a:lnTo>
                    <a:pt x="2046299" y="3452741"/>
                  </a:lnTo>
                  <a:lnTo>
                    <a:pt x="2046393" y="3452741"/>
                  </a:lnTo>
                  <a:lnTo>
                    <a:pt x="2046487" y="3452741"/>
                  </a:lnTo>
                  <a:lnTo>
                    <a:pt x="2046581" y="3452741"/>
                  </a:lnTo>
                  <a:lnTo>
                    <a:pt x="2046675" y="3452741"/>
                  </a:lnTo>
                  <a:lnTo>
                    <a:pt x="2046769" y="3452741"/>
                  </a:lnTo>
                  <a:lnTo>
                    <a:pt x="2046863" y="3452741"/>
                  </a:lnTo>
                  <a:lnTo>
                    <a:pt x="2046957" y="3452741"/>
                  </a:lnTo>
                  <a:lnTo>
                    <a:pt x="2046957" y="3447462"/>
                  </a:lnTo>
                  <a:lnTo>
                    <a:pt x="2047051" y="3447462"/>
                  </a:lnTo>
                  <a:lnTo>
                    <a:pt x="2047145" y="3447462"/>
                  </a:lnTo>
                  <a:lnTo>
                    <a:pt x="2047239" y="3447462"/>
                  </a:lnTo>
                  <a:lnTo>
                    <a:pt x="2047333" y="3447462"/>
                  </a:lnTo>
                  <a:lnTo>
                    <a:pt x="2047427" y="3447462"/>
                  </a:lnTo>
                  <a:lnTo>
                    <a:pt x="2047521" y="3447462"/>
                  </a:lnTo>
                  <a:lnTo>
                    <a:pt x="2047615" y="3447462"/>
                  </a:lnTo>
                  <a:lnTo>
                    <a:pt x="2047709" y="3447462"/>
                  </a:lnTo>
                  <a:lnTo>
                    <a:pt x="2047803" y="3447462"/>
                  </a:lnTo>
                  <a:lnTo>
                    <a:pt x="2047897" y="3447462"/>
                  </a:lnTo>
                  <a:lnTo>
                    <a:pt x="2047991" y="3447462"/>
                  </a:lnTo>
                  <a:lnTo>
                    <a:pt x="2048085" y="3447462"/>
                  </a:lnTo>
                  <a:lnTo>
                    <a:pt x="2048179" y="3447462"/>
                  </a:lnTo>
                  <a:lnTo>
                    <a:pt x="2048273" y="3447462"/>
                  </a:lnTo>
                  <a:lnTo>
                    <a:pt x="2048367" y="3447462"/>
                  </a:lnTo>
                  <a:lnTo>
                    <a:pt x="2048461" y="3447462"/>
                  </a:lnTo>
                  <a:lnTo>
                    <a:pt x="2048556" y="3447462"/>
                  </a:lnTo>
                  <a:lnTo>
                    <a:pt x="2048650" y="3447462"/>
                  </a:lnTo>
                  <a:lnTo>
                    <a:pt x="2048744" y="3447462"/>
                  </a:lnTo>
                  <a:lnTo>
                    <a:pt x="2048838" y="3447462"/>
                  </a:lnTo>
                  <a:lnTo>
                    <a:pt x="2048932" y="3447462"/>
                  </a:lnTo>
                  <a:lnTo>
                    <a:pt x="2049026" y="3447462"/>
                  </a:lnTo>
                  <a:lnTo>
                    <a:pt x="2049120" y="3447462"/>
                  </a:lnTo>
                  <a:lnTo>
                    <a:pt x="2049214" y="3447462"/>
                  </a:lnTo>
                  <a:lnTo>
                    <a:pt x="2049308" y="3447462"/>
                  </a:lnTo>
                  <a:lnTo>
                    <a:pt x="2049402" y="3447462"/>
                  </a:lnTo>
                  <a:lnTo>
                    <a:pt x="2049496" y="3447462"/>
                  </a:lnTo>
                  <a:lnTo>
                    <a:pt x="2049590" y="3447462"/>
                  </a:lnTo>
                  <a:lnTo>
                    <a:pt x="2049684" y="3447462"/>
                  </a:lnTo>
                  <a:lnTo>
                    <a:pt x="2049778" y="3447462"/>
                  </a:lnTo>
                  <a:lnTo>
                    <a:pt x="2049872" y="3447462"/>
                  </a:lnTo>
                  <a:lnTo>
                    <a:pt x="2049966" y="3447462"/>
                  </a:lnTo>
                  <a:lnTo>
                    <a:pt x="2050060" y="3447462"/>
                  </a:lnTo>
                  <a:lnTo>
                    <a:pt x="2050154" y="3447462"/>
                  </a:lnTo>
                  <a:lnTo>
                    <a:pt x="2050248" y="3447462"/>
                  </a:lnTo>
                  <a:lnTo>
                    <a:pt x="2050342" y="3447462"/>
                  </a:lnTo>
                  <a:lnTo>
                    <a:pt x="2050436" y="3447462"/>
                  </a:lnTo>
                  <a:lnTo>
                    <a:pt x="2050530" y="3447462"/>
                  </a:lnTo>
                  <a:lnTo>
                    <a:pt x="2050624" y="3447462"/>
                  </a:lnTo>
                  <a:lnTo>
                    <a:pt x="2050718" y="3447462"/>
                  </a:lnTo>
                  <a:lnTo>
                    <a:pt x="2050812" y="3447462"/>
                  </a:lnTo>
                  <a:lnTo>
                    <a:pt x="2050906" y="3447462"/>
                  </a:lnTo>
                  <a:lnTo>
                    <a:pt x="2051000" y="3447462"/>
                  </a:lnTo>
                  <a:lnTo>
                    <a:pt x="2051094" y="3447462"/>
                  </a:lnTo>
                  <a:lnTo>
                    <a:pt x="2051188" y="3447462"/>
                  </a:lnTo>
                  <a:lnTo>
                    <a:pt x="2051282" y="3447462"/>
                  </a:lnTo>
                  <a:lnTo>
                    <a:pt x="2051376" y="3447462"/>
                  </a:lnTo>
                  <a:lnTo>
                    <a:pt x="2051470" y="3447462"/>
                  </a:lnTo>
                  <a:lnTo>
                    <a:pt x="2051564" y="3447462"/>
                  </a:lnTo>
                  <a:lnTo>
                    <a:pt x="2051658" y="3447462"/>
                  </a:lnTo>
                  <a:lnTo>
                    <a:pt x="2051752" y="3447462"/>
                  </a:lnTo>
                  <a:lnTo>
                    <a:pt x="2051846" y="3447462"/>
                  </a:lnTo>
                  <a:lnTo>
                    <a:pt x="2051940" y="3447462"/>
                  </a:lnTo>
                  <a:lnTo>
                    <a:pt x="2052034" y="3447462"/>
                  </a:lnTo>
                  <a:lnTo>
                    <a:pt x="2052129" y="3447462"/>
                  </a:lnTo>
                  <a:lnTo>
                    <a:pt x="2052223" y="3447462"/>
                  </a:lnTo>
                  <a:lnTo>
                    <a:pt x="2052317" y="3447462"/>
                  </a:lnTo>
                  <a:lnTo>
                    <a:pt x="2052411" y="3447462"/>
                  </a:lnTo>
                  <a:lnTo>
                    <a:pt x="2052505" y="3447462"/>
                  </a:lnTo>
                  <a:lnTo>
                    <a:pt x="2052599" y="3447462"/>
                  </a:lnTo>
                  <a:lnTo>
                    <a:pt x="2052693" y="3447462"/>
                  </a:lnTo>
                  <a:lnTo>
                    <a:pt x="2052787" y="3447462"/>
                  </a:lnTo>
                  <a:lnTo>
                    <a:pt x="2052881" y="3447462"/>
                  </a:lnTo>
                  <a:lnTo>
                    <a:pt x="2052975" y="3447462"/>
                  </a:lnTo>
                  <a:lnTo>
                    <a:pt x="2052975" y="3442182"/>
                  </a:lnTo>
                  <a:lnTo>
                    <a:pt x="2053069" y="3442182"/>
                  </a:lnTo>
                  <a:lnTo>
                    <a:pt x="2053163" y="3442182"/>
                  </a:lnTo>
                  <a:lnTo>
                    <a:pt x="2053257" y="3442182"/>
                  </a:lnTo>
                  <a:lnTo>
                    <a:pt x="2053351" y="3442182"/>
                  </a:lnTo>
                  <a:lnTo>
                    <a:pt x="2053445" y="3442182"/>
                  </a:lnTo>
                  <a:lnTo>
                    <a:pt x="2053539" y="3442182"/>
                  </a:lnTo>
                  <a:lnTo>
                    <a:pt x="2053633" y="3442182"/>
                  </a:lnTo>
                  <a:lnTo>
                    <a:pt x="2053727" y="3442182"/>
                  </a:lnTo>
                  <a:lnTo>
                    <a:pt x="2053821" y="3442182"/>
                  </a:lnTo>
                  <a:lnTo>
                    <a:pt x="2053915" y="3442182"/>
                  </a:lnTo>
                  <a:lnTo>
                    <a:pt x="2054009" y="3442182"/>
                  </a:lnTo>
                  <a:lnTo>
                    <a:pt x="2054103" y="3442182"/>
                  </a:lnTo>
                  <a:lnTo>
                    <a:pt x="2054197" y="3442182"/>
                  </a:lnTo>
                  <a:lnTo>
                    <a:pt x="2054291" y="3442182"/>
                  </a:lnTo>
                  <a:lnTo>
                    <a:pt x="2054385" y="3442182"/>
                  </a:lnTo>
                  <a:lnTo>
                    <a:pt x="2054479" y="3442182"/>
                  </a:lnTo>
                  <a:lnTo>
                    <a:pt x="2054573" y="3442182"/>
                  </a:lnTo>
                  <a:lnTo>
                    <a:pt x="2054667" y="3442182"/>
                  </a:lnTo>
                  <a:lnTo>
                    <a:pt x="2054761" y="3442182"/>
                  </a:lnTo>
                  <a:lnTo>
                    <a:pt x="2054855" y="3442182"/>
                  </a:lnTo>
                  <a:lnTo>
                    <a:pt x="2054949" y="3442182"/>
                  </a:lnTo>
                  <a:lnTo>
                    <a:pt x="2055043" y="3442182"/>
                  </a:lnTo>
                  <a:lnTo>
                    <a:pt x="2055137" y="3442182"/>
                  </a:lnTo>
                  <a:lnTo>
                    <a:pt x="2055137" y="3436903"/>
                  </a:lnTo>
                  <a:lnTo>
                    <a:pt x="2055231" y="3436903"/>
                  </a:lnTo>
                  <a:lnTo>
                    <a:pt x="2055325" y="3436903"/>
                  </a:lnTo>
                  <a:lnTo>
                    <a:pt x="2055419" y="3436903"/>
                  </a:lnTo>
                  <a:lnTo>
                    <a:pt x="2055513" y="3436903"/>
                  </a:lnTo>
                  <a:lnTo>
                    <a:pt x="2055607" y="3436903"/>
                  </a:lnTo>
                  <a:lnTo>
                    <a:pt x="2055702" y="3436903"/>
                  </a:lnTo>
                  <a:lnTo>
                    <a:pt x="2055796" y="3436903"/>
                  </a:lnTo>
                  <a:lnTo>
                    <a:pt x="2055796" y="3431623"/>
                  </a:lnTo>
                  <a:lnTo>
                    <a:pt x="2055890" y="3431623"/>
                  </a:lnTo>
                  <a:lnTo>
                    <a:pt x="2055984" y="3431623"/>
                  </a:lnTo>
                  <a:lnTo>
                    <a:pt x="2056078" y="3431623"/>
                  </a:lnTo>
                  <a:lnTo>
                    <a:pt x="2056172" y="3431623"/>
                  </a:lnTo>
                  <a:lnTo>
                    <a:pt x="2056266" y="3431623"/>
                  </a:lnTo>
                  <a:lnTo>
                    <a:pt x="2056360" y="3431623"/>
                  </a:lnTo>
                  <a:lnTo>
                    <a:pt x="2056454" y="3431623"/>
                  </a:lnTo>
                  <a:lnTo>
                    <a:pt x="2056548" y="3431623"/>
                  </a:lnTo>
                  <a:lnTo>
                    <a:pt x="2056642" y="3431623"/>
                  </a:lnTo>
                  <a:lnTo>
                    <a:pt x="2056736" y="3431623"/>
                  </a:lnTo>
                  <a:lnTo>
                    <a:pt x="2056830" y="3431623"/>
                  </a:lnTo>
                  <a:lnTo>
                    <a:pt x="2056924" y="3431623"/>
                  </a:lnTo>
                  <a:lnTo>
                    <a:pt x="2057018" y="3431623"/>
                  </a:lnTo>
                  <a:lnTo>
                    <a:pt x="2057112" y="3431623"/>
                  </a:lnTo>
                  <a:lnTo>
                    <a:pt x="2057112" y="3426344"/>
                  </a:lnTo>
                  <a:lnTo>
                    <a:pt x="2057206" y="3426344"/>
                  </a:lnTo>
                  <a:lnTo>
                    <a:pt x="2057300" y="3426344"/>
                  </a:lnTo>
                  <a:lnTo>
                    <a:pt x="2057300" y="3421065"/>
                  </a:lnTo>
                  <a:lnTo>
                    <a:pt x="2057394" y="3421065"/>
                  </a:lnTo>
                  <a:lnTo>
                    <a:pt x="2057488" y="3421065"/>
                  </a:lnTo>
                  <a:lnTo>
                    <a:pt x="2057582" y="3421065"/>
                  </a:lnTo>
                  <a:lnTo>
                    <a:pt x="2057676" y="3421065"/>
                  </a:lnTo>
                  <a:lnTo>
                    <a:pt x="2057770" y="3421065"/>
                  </a:lnTo>
                  <a:lnTo>
                    <a:pt x="2057864" y="3421065"/>
                  </a:lnTo>
                  <a:lnTo>
                    <a:pt x="2057958" y="3421065"/>
                  </a:lnTo>
                  <a:lnTo>
                    <a:pt x="2058052" y="3421065"/>
                  </a:lnTo>
                  <a:lnTo>
                    <a:pt x="2058146" y="3421065"/>
                  </a:lnTo>
                  <a:lnTo>
                    <a:pt x="2058240" y="3421065"/>
                  </a:lnTo>
                  <a:lnTo>
                    <a:pt x="2058334" y="3421065"/>
                  </a:lnTo>
                  <a:lnTo>
                    <a:pt x="2058428" y="3421065"/>
                  </a:lnTo>
                  <a:lnTo>
                    <a:pt x="2058522" y="3421065"/>
                  </a:lnTo>
                  <a:lnTo>
                    <a:pt x="2058616" y="3421065"/>
                  </a:lnTo>
                  <a:lnTo>
                    <a:pt x="2058710" y="3421065"/>
                  </a:lnTo>
                  <a:lnTo>
                    <a:pt x="2058804" y="3421065"/>
                  </a:lnTo>
                  <a:lnTo>
                    <a:pt x="2058804" y="3415785"/>
                  </a:lnTo>
                  <a:lnTo>
                    <a:pt x="2058898" y="3415785"/>
                  </a:lnTo>
                  <a:lnTo>
                    <a:pt x="2058992" y="3415785"/>
                  </a:lnTo>
                  <a:lnTo>
                    <a:pt x="2059086" y="3415785"/>
                  </a:lnTo>
                  <a:lnTo>
                    <a:pt x="2059181" y="3415785"/>
                  </a:lnTo>
                  <a:lnTo>
                    <a:pt x="2059275" y="3415785"/>
                  </a:lnTo>
                  <a:lnTo>
                    <a:pt x="2059369" y="3415785"/>
                  </a:lnTo>
                  <a:lnTo>
                    <a:pt x="2059463" y="3415785"/>
                  </a:lnTo>
                  <a:lnTo>
                    <a:pt x="2059557" y="3415785"/>
                  </a:lnTo>
                  <a:lnTo>
                    <a:pt x="2059651" y="3415785"/>
                  </a:lnTo>
                  <a:lnTo>
                    <a:pt x="2059745" y="3415785"/>
                  </a:lnTo>
                  <a:lnTo>
                    <a:pt x="2059839" y="3415785"/>
                  </a:lnTo>
                  <a:lnTo>
                    <a:pt x="2059933" y="3415785"/>
                  </a:lnTo>
                  <a:lnTo>
                    <a:pt x="2059933" y="3410506"/>
                  </a:lnTo>
                  <a:lnTo>
                    <a:pt x="2060027" y="3410506"/>
                  </a:lnTo>
                  <a:lnTo>
                    <a:pt x="2060121" y="3410506"/>
                  </a:lnTo>
                  <a:lnTo>
                    <a:pt x="2060215" y="3410506"/>
                  </a:lnTo>
                  <a:lnTo>
                    <a:pt x="2060309" y="3410506"/>
                  </a:lnTo>
                  <a:lnTo>
                    <a:pt x="2060403" y="3410506"/>
                  </a:lnTo>
                  <a:lnTo>
                    <a:pt x="2060497" y="3410506"/>
                  </a:lnTo>
                  <a:lnTo>
                    <a:pt x="2060591" y="3410506"/>
                  </a:lnTo>
                  <a:lnTo>
                    <a:pt x="2060685" y="3410506"/>
                  </a:lnTo>
                  <a:lnTo>
                    <a:pt x="2060779" y="3410506"/>
                  </a:lnTo>
                  <a:lnTo>
                    <a:pt x="2060873" y="3410506"/>
                  </a:lnTo>
                  <a:lnTo>
                    <a:pt x="2060967" y="3410506"/>
                  </a:lnTo>
                  <a:lnTo>
                    <a:pt x="2061061" y="3410506"/>
                  </a:lnTo>
                  <a:lnTo>
                    <a:pt x="2061155" y="3410506"/>
                  </a:lnTo>
                  <a:lnTo>
                    <a:pt x="2061249" y="3410506"/>
                  </a:lnTo>
                  <a:lnTo>
                    <a:pt x="2061343" y="3410506"/>
                  </a:lnTo>
                  <a:lnTo>
                    <a:pt x="2061437" y="3410506"/>
                  </a:lnTo>
                  <a:lnTo>
                    <a:pt x="2061531" y="3410506"/>
                  </a:lnTo>
                  <a:lnTo>
                    <a:pt x="2061625" y="3410506"/>
                  </a:lnTo>
                  <a:lnTo>
                    <a:pt x="2061719" y="3410506"/>
                  </a:lnTo>
                  <a:lnTo>
                    <a:pt x="2061813" y="3410506"/>
                  </a:lnTo>
                  <a:lnTo>
                    <a:pt x="2061907" y="3410506"/>
                  </a:lnTo>
                  <a:lnTo>
                    <a:pt x="2062001" y="3410506"/>
                  </a:lnTo>
                  <a:lnTo>
                    <a:pt x="2062095" y="3410506"/>
                  </a:lnTo>
                  <a:lnTo>
                    <a:pt x="2062189" y="3410506"/>
                  </a:lnTo>
                  <a:lnTo>
                    <a:pt x="2062283" y="3410506"/>
                  </a:lnTo>
                  <a:lnTo>
                    <a:pt x="2062377" y="3410506"/>
                  </a:lnTo>
                  <a:lnTo>
                    <a:pt x="2062377" y="3405226"/>
                  </a:lnTo>
                  <a:lnTo>
                    <a:pt x="2062471" y="3405226"/>
                  </a:lnTo>
                  <a:lnTo>
                    <a:pt x="2062565" y="3405226"/>
                  </a:lnTo>
                  <a:lnTo>
                    <a:pt x="2062659" y="3405226"/>
                  </a:lnTo>
                  <a:lnTo>
                    <a:pt x="2062754" y="3405226"/>
                  </a:lnTo>
                  <a:lnTo>
                    <a:pt x="2062848" y="3405226"/>
                  </a:lnTo>
                  <a:lnTo>
                    <a:pt x="2062942" y="3405226"/>
                  </a:lnTo>
                  <a:lnTo>
                    <a:pt x="2063036" y="3405226"/>
                  </a:lnTo>
                  <a:lnTo>
                    <a:pt x="2063130" y="3405226"/>
                  </a:lnTo>
                  <a:lnTo>
                    <a:pt x="2063224" y="3405226"/>
                  </a:lnTo>
                  <a:lnTo>
                    <a:pt x="2063318" y="3405226"/>
                  </a:lnTo>
                  <a:lnTo>
                    <a:pt x="2063412" y="3405226"/>
                  </a:lnTo>
                  <a:lnTo>
                    <a:pt x="2063506" y="3405226"/>
                  </a:lnTo>
                  <a:lnTo>
                    <a:pt x="2063600" y="3405226"/>
                  </a:lnTo>
                  <a:lnTo>
                    <a:pt x="2063694" y="3405226"/>
                  </a:lnTo>
                  <a:lnTo>
                    <a:pt x="2063788" y="3405226"/>
                  </a:lnTo>
                  <a:lnTo>
                    <a:pt x="2063882" y="3405226"/>
                  </a:lnTo>
                  <a:lnTo>
                    <a:pt x="2063976" y="3405226"/>
                  </a:lnTo>
                  <a:lnTo>
                    <a:pt x="2064070" y="3405226"/>
                  </a:lnTo>
                  <a:lnTo>
                    <a:pt x="2064164" y="3405226"/>
                  </a:lnTo>
                  <a:lnTo>
                    <a:pt x="2064258" y="3405226"/>
                  </a:lnTo>
                  <a:lnTo>
                    <a:pt x="2064352" y="3405226"/>
                  </a:lnTo>
                  <a:lnTo>
                    <a:pt x="2064446" y="3405226"/>
                  </a:lnTo>
                  <a:lnTo>
                    <a:pt x="2064540" y="3405226"/>
                  </a:lnTo>
                  <a:lnTo>
                    <a:pt x="2064634" y="3405226"/>
                  </a:lnTo>
                  <a:lnTo>
                    <a:pt x="2064728" y="3405226"/>
                  </a:lnTo>
                  <a:lnTo>
                    <a:pt x="2064822" y="3405226"/>
                  </a:lnTo>
                  <a:lnTo>
                    <a:pt x="2064916" y="3405226"/>
                  </a:lnTo>
                  <a:lnTo>
                    <a:pt x="2065010" y="3405226"/>
                  </a:lnTo>
                  <a:lnTo>
                    <a:pt x="2065104" y="3405226"/>
                  </a:lnTo>
                  <a:lnTo>
                    <a:pt x="2065198" y="3405226"/>
                  </a:lnTo>
                  <a:lnTo>
                    <a:pt x="2065292" y="3405226"/>
                  </a:lnTo>
                  <a:lnTo>
                    <a:pt x="2065386" y="3405226"/>
                  </a:lnTo>
                  <a:lnTo>
                    <a:pt x="2065480" y="3405226"/>
                  </a:lnTo>
                  <a:lnTo>
                    <a:pt x="2065574" y="3405226"/>
                  </a:lnTo>
                  <a:lnTo>
                    <a:pt x="2065668" y="3405226"/>
                  </a:lnTo>
                  <a:lnTo>
                    <a:pt x="2065762" y="3405226"/>
                  </a:lnTo>
                  <a:lnTo>
                    <a:pt x="2065856" y="3405226"/>
                  </a:lnTo>
                  <a:lnTo>
                    <a:pt x="2065950" y="3405226"/>
                  </a:lnTo>
                  <a:lnTo>
                    <a:pt x="2066044" y="3405226"/>
                  </a:lnTo>
                  <a:lnTo>
                    <a:pt x="2066138" y="3405226"/>
                  </a:lnTo>
                  <a:lnTo>
                    <a:pt x="2066232" y="3405226"/>
                  </a:lnTo>
                  <a:lnTo>
                    <a:pt x="2066327" y="3405226"/>
                  </a:lnTo>
                  <a:lnTo>
                    <a:pt x="2066421" y="3405226"/>
                  </a:lnTo>
                  <a:lnTo>
                    <a:pt x="2066515" y="3405226"/>
                  </a:lnTo>
                  <a:lnTo>
                    <a:pt x="2066609" y="3405226"/>
                  </a:lnTo>
                  <a:lnTo>
                    <a:pt x="2066703" y="3405226"/>
                  </a:lnTo>
                  <a:lnTo>
                    <a:pt x="2066797" y="3405226"/>
                  </a:lnTo>
                  <a:lnTo>
                    <a:pt x="2066891" y="3405226"/>
                  </a:lnTo>
                  <a:lnTo>
                    <a:pt x="2066985" y="3405226"/>
                  </a:lnTo>
                  <a:lnTo>
                    <a:pt x="2067079" y="3405226"/>
                  </a:lnTo>
                  <a:lnTo>
                    <a:pt x="2067173" y="3405226"/>
                  </a:lnTo>
                  <a:lnTo>
                    <a:pt x="2067267" y="3405226"/>
                  </a:lnTo>
                  <a:lnTo>
                    <a:pt x="2067361" y="3405226"/>
                  </a:lnTo>
                  <a:lnTo>
                    <a:pt x="2067455" y="3405226"/>
                  </a:lnTo>
                  <a:lnTo>
                    <a:pt x="2067549" y="3405226"/>
                  </a:lnTo>
                  <a:lnTo>
                    <a:pt x="2067643" y="3405226"/>
                  </a:lnTo>
                  <a:lnTo>
                    <a:pt x="2067737" y="3405226"/>
                  </a:lnTo>
                  <a:lnTo>
                    <a:pt x="2067831" y="3405226"/>
                  </a:lnTo>
                  <a:lnTo>
                    <a:pt x="2067925" y="3405226"/>
                  </a:lnTo>
                  <a:lnTo>
                    <a:pt x="2068019" y="3405226"/>
                  </a:lnTo>
                  <a:lnTo>
                    <a:pt x="2068113" y="3405226"/>
                  </a:lnTo>
                  <a:lnTo>
                    <a:pt x="2068207" y="3405226"/>
                  </a:lnTo>
                  <a:lnTo>
                    <a:pt x="2068301" y="3405226"/>
                  </a:lnTo>
                  <a:lnTo>
                    <a:pt x="2068395" y="3405226"/>
                  </a:lnTo>
                  <a:lnTo>
                    <a:pt x="2068489" y="3405226"/>
                  </a:lnTo>
                  <a:lnTo>
                    <a:pt x="2068583" y="3405226"/>
                  </a:lnTo>
                  <a:lnTo>
                    <a:pt x="2068677" y="3405226"/>
                  </a:lnTo>
                  <a:lnTo>
                    <a:pt x="2068771" y="3405226"/>
                  </a:lnTo>
                  <a:lnTo>
                    <a:pt x="2068865" y="3405226"/>
                  </a:lnTo>
                  <a:lnTo>
                    <a:pt x="2068959" y="3405226"/>
                  </a:lnTo>
                  <a:lnTo>
                    <a:pt x="2069053" y="3405226"/>
                  </a:lnTo>
                  <a:lnTo>
                    <a:pt x="2069147" y="3405226"/>
                  </a:lnTo>
                  <a:lnTo>
                    <a:pt x="2069241" y="3405226"/>
                  </a:lnTo>
                  <a:lnTo>
                    <a:pt x="2069335" y="3405226"/>
                  </a:lnTo>
                  <a:lnTo>
                    <a:pt x="2069429" y="3405226"/>
                  </a:lnTo>
                  <a:lnTo>
                    <a:pt x="2069523" y="3405226"/>
                  </a:lnTo>
                  <a:lnTo>
                    <a:pt x="2069617" y="3405226"/>
                  </a:lnTo>
                  <a:lnTo>
                    <a:pt x="2069711" y="3405226"/>
                  </a:lnTo>
                  <a:lnTo>
                    <a:pt x="2069806" y="3405226"/>
                  </a:lnTo>
                  <a:lnTo>
                    <a:pt x="2069900" y="3405226"/>
                  </a:lnTo>
                  <a:lnTo>
                    <a:pt x="2069994" y="3405226"/>
                  </a:lnTo>
                  <a:lnTo>
                    <a:pt x="2070088" y="3405226"/>
                  </a:lnTo>
                  <a:lnTo>
                    <a:pt x="2070182" y="3405226"/>
                  </a:lnTo>
                  <a:lnTo>
                    <a:pt x="2070276" y="3405226"/>
                  </a:lnTo>
                  <a:lnTo>
                    <a:pt x="2070370" y="3405226"/>
                  </a:lnTo>
                  <a:lnTo>
                    <a:pt x="2070464" y="3405226"/>
                  </a:lnTo>
                  <a:lnTo>
                    <a:pt x="2070558" y="3405226"/>
                  </a:lnTo>
                  <a:lnTo>
                    <a:pt x="2070652" y="3405226"/>
                  </a:lnTo>
                  <a:lnTo>
                    <a:pt x="2070746" y="3405226"/>
                  </a:lnTo>
                  <a:lnTo>
                    <a:pt x="2070840" y="3405226"/>
                  </a:lnTo>
                  <a:lnTo>
                    <a:pt x="2070934" y="3405226"/>
                  </a:lnTo>
                  <a:lnTo>
                    <a:pt x="2071028" y="3405226"/>
                  </a:lnTo>
                  <a:lnTo>
                    <a:pt x="2071122" y="3405226"/>
                  </a:lnTo>
                  <a:lnTo>
                    <a:pt x="2071216" y="3405226"/>
                  </a:lnTo>
                  <a:lnTo>
                    <a:pt x="2071216" y="3399947"/>
                  </a:lnTo>
                  <a:lnTo>
                    <a:pt x="2071310" y="3399947"/>
                  </a:lnTo>
                  <a:lnTo>
                    <a:pt x="2071404" y="3399947"/>
                  </a:lnTo>
                  <a:lnTo>
                    <a:pt x="2071498" y="3399947"/>
                  </a:lnTo>
                  <a:lnTo>
                    <a:pt x="2071592" y="3399947"/>
                  </a:lnTo>
                  <a:lnTo>
                    <a:pt x="2071686" y="3399947"/>
                  </a:lnTo>
                  <a:lnTo>
                    <a:pt x="2071780" y="3399947"/>
                  </a:lnTo>
                  <a:lnTo>
                    <a:pt x="2071780" y="3394667"/>
                  </a:lnTo>
                  <a:lnTo>
                    <a:pt x="2071874" y="3394667"/>
                  </a:lnTo>
                  <a:lnTo>
                    <a:pt x="2071968" y="3394667"/>
                  </a:lnTo>
                  <a:lnTo>
                    <a:pt x="2072062" y="3394667"/>
                  </a:lnTo>
                  <a:lnTo>
                    <a:pt x="2072156" y="3394667"/>
                  </a:lnTo>
                  <a:lnTo>
                    <a:pt x="2072250" y="3394667"/>
                  </a:lnTo>
                  <a:lnTo>
                    <a:pt x="2072344" y="3394667"/>
                  </a:lnTo>
                  <a:lnTo>
                    <a:pt x="2072438" y="3394667"/>
                  </a:lnTo>
                  <a:lnTo>
                    <a:pt x="2072532" y="3394667"/>
                  </a:lnTo>
                  <a:lnTo>
                    <a:pt x="2072626" y="3394667"/>
                  </a:lnTo>
                  <a:lnTo>
                    <a:pt x="2072720" y="3394667"/>
                  </a:lnTo>
                  <a:lnTo>
                    <a:pt x="2072814" y="3394667"/>
                  </a:lnTo>
                  <a:lnTo>
                    <a:pt x="2072908" y="3394667"/>
                  </a:lnTo>
                  <a:lnTo>
                    <a:pt x="2073002" y="3394667"/>
                  </a:lnTo>
                  <a:lnTo>
                    <a:pt x="2073096" y="3394667"/>
                  </a:lnTo>
                  <a:lnTo>
                    <a:pt x="2073190" y="3394667"/>
                  </a:lnTo>
                  <a:lnTo>
                    <a:pt x="2073190" y="3389388"/>
                  </a:lnTo>
                  <a:lnTo>
                    <a:pt x="2073284" y="3389388"/>
                  </a:lnTo>
                  <a:lnTo>
                    <a:pt x="2073379" y="3389388"/>
                  </a:lnTo>
                  <a:lnTo>
                    <a:pt x="2073473" y="3389388"/>
                  </a:lnTo>
                  <a:lnTo>
                    <a:pt x="2073567" y="3389388"/>
                  </a:lnTo>
                  <a:lnTo>
                    <a:pt x="2073661" y="3389388"/>
                  </a:lnTo>
                  <a:lnTo>
                    <a:pt x="2073755" y="3389388"/>
                  </a:lnTo>
                  <a:lnTo>
                    <a:pt x="2073849" y="3389388"/>
                  </a:lnTo>
                  <a:lnTo>
                    <a:pt x="2073943" y="3389388"/>
                  </a:lnTo>
                  <a:lnTo>
                    <a:pt x="2074037" y="3389388"/>
                  </a:lnTo>
                  <a:lnTo>
                    <a:pt x="2074131" y="3389388"/>
                  </a:lnTo>
                  <a:lnTo>
                    <a:pt x="2074225" y="3389388"/>
                  </a:lnTo>
                  <a:lnTo>
                    <a:pt x="2074319" y="3389388"/>
                  </a:lnTo>
                  <a:lnTo>
                    <a:pt x="2074413" y="3389388"/>
                  </a:lnTo>
                  <a:lnTo>
                    <a:pt x="2074507" y="3389388"/>
                  </a:lnTo>
                  <a:lnTo>
                    <a:pt x="2074601" y="3389388"/>
                  </a:lnTo>
                  <a:lnTo>
                    <a:pt x="2074695" y="3389388"/>
                  </a:lnTo>
                  <a:lnTo>
                    <a:pt x="2074789" y="3389388"/>
                  </a:lnTo>
                  <a:lnTo>
                    <a:pt x="2074883" y="3389388"/>
                  </a:lnTo>
                  <a:lnTo>
                    <a:pt x="2074977" y="3389388"/>
                  </a:lnTo>
                  <a:lnTo>
                    <a:pt x="2075071" y="3389388"/>
                  </a:lnTo>
                  <a:lnTo>
                    <a:pt x="2075165" y="3389388"/>
                  </a:lnTo>
                  <a:lnTo>
                    <a:pt x="2075259" y="3389388"/>
                  </a:lnTo>
                  <a:lnTo>
                    <a:pt x="2075353" y="3389388"/>
                  </a:lnTo>
                  <a:lnTo>
                    <a:pt x="2075447" y="3389388"/>
                  </a:lnTo>
                  <a:lnTo>
                    <a:pt x="2075541" y="3389388"/>
                  </a:lnTo>
                  <a:lnTo>
                    <a:pt x="2075635" y="3389388"/>
                  </a:lnTo>
                  <a:lnTo>
                    <a:pt x="2075729" y="3389388"/>
                  </a:lnTo>
                  <a:lnTo>
                    <a:pt x="2075823" y="3389388"/>
                  </a:lnTo>
                  <a:lnTo>
                    <a:pt x="2075917" y="3389388"/>
                  </a:lnTo>
                  <a:lnTo>
                    <a:pt x="2076011" y="3389388"/>
                  </a:lnTo>
                  <a:lnTo>
                    <a:pt x="2076105" y="3389388"/>
                  </a:lnTo>
                  <a:lnTo>
                    <a:pt x="2076199" y="3389388"/>
                  </a:lnTo>
                  <a:lnTo>
                    <a:pt x="2076293" y="3389388"/>
                  </a:lnTo>
                  <a:lnTo>
                    <a:pt x="2076387" y="3389388"/>
                  </a:lnTo>
                  <a:lnTo>
                    <a:pt x="2076481" y="3389388"/>
                  </a:lnTo>
                  <a:lnTo>
                    <a:pt x="2076575" y="3389388"/>
                  </a:lnTo>
                  <a:lnTo>
                    <a:pt x="2076669" y="3389388"/>
                  </a:lnTo>
                  <a:lnTo>
                    <a:pt x="2076763" y="3389388"/>
                  </a:lnTo>
                  <a:lnTo>
                    <a:pt x="2076763" y="3384109"/>
                  </a:lnTo>
                  <a:lnTo>
                    <a:pt x="2076857" y="3384109"/>
                  </a:lnTo>
                  <a:lnTo>
                    <a:pt x="2076952" y="3384109"/>
                  </a:lnTo>
                  <a:lnTo>
                    <a:pt x="2077046" y="3384109"/>
                  </a:lnTo>
                  <a:lnTo>
                    <a:pt x="2077140" y="3384109"/>
                  </a:lnTo>
                  <a:lnTo>
                    <a:pt x="2077234" y="3384109"/>
                  </a:lnTo>
                  <a:lnTo>
                    <a:pt x="2077328" y="3384109"/>
                  </a:lnTo>
                  <a:lnTo>
                    <a:pt x="2077422" y="3384109"/>
                  </a:lnTo>
                  <a:lnTo>
                    <a:pt x="2077516" y="3384109"/>
                  </a:lnTo>
                  <a:lnTo>
                    <a:pt x="2077610" y="3384109"/>
                  </a:lnTo>
                  <a:lnTo>
                    <a:pt x="2077704" y="3384109"/>
                  </a:lnTo>
                  <a:lnTo>
                    <a:pt x="2077798" y="3384109"/>
                  </a:lnTo>
                  <a:lnTo>
                    <a:pt x="2077892" y="3384109"/>
                  </a:lnTo>
                  <a:lnTo>
                    <a:pt x="2077986" y="3384109"/>
                  </a:lnTo>
                  <a:lnTo>
                    <a:pt x="2078080" y="3384109"/>
                  </a:lnTo>
                  <a:lnTo>
                    <a:pt x="2078174" y="3384109"/>
                  </a:lnTo>
                  <a:lnTo>
                    <a:pt x="2078268" y="3384109"/>
                  </a:lnTo>
                  <a:lnTo>
                    <a:pt x="2078362" y="3384109"/>
                  </a:lnTo>
                  <a:lnTo>
                    <a:pt x="2078456" y="3384109"/>
                  </a:lnTo>
                  <a:lnTo>
                    <a:pt x="2078550" y="3384109"/>
                  </a:lnTo>
                  <a:lnTo>
                    <a:pt x="2078644" y="3384109"/>
                  </a:lnTo>
                  <a:lnTo>
                    <a:pt x="2078738" y="3384109"/>
                  </a:lnTo>
                  <a:lnTo>
                    <a:pt x="2078832" y="3384109"/>
                  </a:lnTo>
                  <a:lnTo>
                    <a:pt x="2078926" y="3384109"/>
                  </a:lnTo>
                  <a:lnTo>
                    <a:pt x="2079020" y="3384109"/>
                  </a:lnTo>
                  <a:lnTo>
                    <a:pt x="2079114" y="3384109"/>
                  </a:lnTo>
                  <a:lnTo>
                    <a:pt x="2079208" y="3384109"/>
                  </a:lnTo>
                  <a:lnTo>
                    <a:pt x="2079302" y="3384109"/>
                  </a:lnTo>
                  <a:lnTo>
                    <a:pt x="2079396" y="3384109"/>
                  </a:lnTo>
                  <a:lnTo>
                    <a:pt x="2079490" y="3384109"/>
                  </a:lnTo>
                  <a:lnTo>
                    <a:pt x="2079584" y="3384109"/>
                  </a:lnTo>
                  <a:lnTo>
                    <a:pt x="2079678" y="3384109"/>
                  </a:lnTo>
                  <a:lnTo>
                    <a:pt x="2079772" y="3384109"/>
                  </a:lnTo>
                  <a:lnTo>
                    <a:pt x="2079866" y="3384109"/>
                  </a:lnTo>
                  <a:lnTo>
                    <a:pt x="2079960" y="3384109"/>
                  </a:lnTo>
                  <a:lnTo>
                    <a:pt x="2080054" y="3384109"/>
                  </a:lnTo>
                  <a:lnTo>
                    <a:pt x="2080148" y="3384109"/>
                  </a:lnTo>
                  <a:lnTo>
                    <a:pt x="2080242" y="3384109"/>
                  </a:lnTo>
                  <a:lnTo>
                    <a:pt x="2080336" y="3384109"/>
                  </a:lnTo>
                  <a:lnTo>
                    <a:pt x="2080431" y="3384109"/>
                  </a:lnTo>
                  <a:lnTo>
                    <a:pt x="2080525" y="3384109"/>
                  </a:lnTo>
                  <a:lnTo>
                    <a:pt x="2080619" y="3384109"/>
                  </a:lnTo>
                  <a:lnTo>
                    <a:pt x="2080713" y="3384109"/>
                  </a:lnTo>
                  <a:lnTo>
                    <a:pt x="2080807" y="3384109"/>
                  </a:lnTo>
                  <a:lnTo>
                    <a:pt x="2080901" y="3384109"/>
                  </a:lnTo>
                  <a:lnTo>
                    <a:pt x="2080995" y="3384109"/>
                  </a:lnTo>
                  <a:lnTo>
                    <a:pt x="2081089" y="3384109"/>
                  </a:lnTo>
                  <a:lnTo>
                    <a:pt x="2081183" y="3384109"/>
                  </a:lnTo>
                  <a:lnTo>
                    <a:pt x="2081277" y="3384109"/>
                  </a:lnTo>
                  <a:lnTo>
                    <a:pt x="2081371" y="3384109"/>
                  </a:lnTo>
                  <a:lnTo>
                    <a:pt x="2081465" y="3384109"/>
                  </a:lnTo>
                  <a:lnTo>
                    <a:pt x="2081559" y="3384109"/>
                  </a:lnTo>
                  <a:lnTo>
                    <a:pt x="2081653" y="3384109"/>
                  </a:lnTo>
                  <a:lnTo>
                    <a:pt x="2081747" y="3384109"/>
                  </a:lnTo>
                  <a:lnTo>
                    <a:pt x="2081841" y="3384109"/>
                  </a:lnTo>
                  <a:lnTo>
                    <a:pt x="2081935" y="3384109"/>
                  </a:lnTo>
                  <a:lnTo>
                    <a:pt x="2082029" y="3384109"/>
                  </a:lnTo>
                  <a:lnTo>
                    <a:pt x="2082123" y="3384109"/>
                  </a:lnTo>
                  <a:lnTo>
                    <a:pt x="2082217" y="3384109"/>
                  </a:lnTo>
                  <a:lnTo>
                    <a:pt x="2082311" y="3384109"/>
                  </a:lnTo>
                  <a:lnTo>
                    <a:pt x="2082405" y="3384109"/>
                  </a:lnTo>
                  <a:lnTo>
                    <a:pt x="2082499" y="3384109"/>
                  </a:lnTo>
                  <a:lnTo>
                    <a:pt x="2082593" y="3384109"/>
                  </a:lnTo>
                  <a:lnTo>
                    <a:pt x="2082687" y="3384109"/>
                  </a:lnTo>
                  <a:lnTo>
                    <a:pt x="2082781" y="3384109"/>
                  </a:lnTo>
                  <a:lnTo>
                    <a:pt x="2082875" y="3384109"/>
                  </a:lnTo>
                  <a:lnTo>
                    <a:pt x="2082969" y="3384109"/>
                  </a:lnTo>
                  <a:lnTo>
                    <a:pt x="2083063" y="3384109"/>
                  </a:lnTo>
                  <a:lnTo>
                    <a:pt x="2083157" y="3384109"/>
                  </a:lnTo>
                  <a:lnTo>
                    <a:pt x="2083251" y="3384109"/>
                  </a:lnTo>
                  <a:lnTo>
                    <a:pt x="2083345" y="3384109"/>
                  </a:lnTo>
                  <a:lnTo>
                    <a:pt x="2083439" y="3384109"/>
                  </a:lnTo>
                  <a:lnTo>
                    <a:pt x="2083533" y="3384109"/>
                  </a:lnTo>
                  <a:lnTo>
                    <a:pt x="2083627" y="3384109"/>
                  </a:lnTo>
                  <a:lnTo>
                    <a:pt x="2083721" y="3384109"/>
                  </a:lnTo>
                  <a:lnTo>
                    <a:pt x="2083815" y="3384109"/>
                  </a:lnTo>
                  <a:lnTo>
                    <a:pt x="2083909" y="3384109"/>
                  </a:lnTo>
                  <a:lnTo>
                    <a:pt x="2084004" y="3384109"/>
                  </a:lnTo>
                  <a:lnTo>
                    <a:pt x="2084098" y="3384109"/>
                  </a:lnTo>
                  <a:lnTo>
                    <a:pt x="2084192" y="3384109"/>
                  </a:lnTo>
                  <a:lnTo>
                    <a:pt x="2084286" y="3384109"/>
                  </a:lnTo>
                  <a:lnTo>
                    <a:pt x="2084380" y="3384109"/>
                  </a:lnTo>
                  <a:lnTo>
                    <a:pt x="2084474" y="3384109"/>
                  </a:lnTo>
                  <a:lnTo>
                    <a:pt x="2084568" y="3384109"/>
                  </a:lnTo>
                  <a:lnTo>
                    <a:pt x="2084662" y="3384109"/>
                  </a:lnTo>
                  <a:lnTo>
                    <a:pt x="2084756" y="3384109"/>
                  </a:lnTo>
                  <a:lnTo>
                    <a:pt x="2084850" y="3384109"/>
                  </a:lnTo>
                  <a:lnTo>
                    <a:pt x="2084944" y="3384109"/>
                  </a:lnTo>
                  <a:lnTo>
                    <a:pt x="2085038" y="3384109"/>
                  </a:lnTo>
                  <a:lnTo>
                    <a:pt x="2085132" y="3384109"/>
                  </a:lnTo>
                  <a:lnTo>
                    <a:pt x="2085226" y="3384109"/>
                  </a:lnTo>
                  <a:lnTo>
                    <a:pt x="2085320" y="3384109"/>
                  </a:lnTo>
                  <a:lnTo>
                    <a:pt x="2085414" y="3384109"/>
                  </a:lnTo>
                  <a:lnTo>
                    <a:pt x="2085508" y="3384109"/>
                  </a:lnTo>
                  <a:lnTo>
                    <a:pt x="2085602" y="3384109"/>
                  </a:lnTo>
                  <a:lnTo>
                    <a:pt x="2085696" y="3384109"/>
                  </a:lnTo>
                  <a:lnTo>
                    <a:pt x="2085790" y="3384109"/>
                  </a:lnTo>
                  <a:lnTo>
                    <a:pt x="2085884" y="3384109"/>
                  </a:lnTo>
                  <a:lnTo>
                    <a:pt x="2085978" y="3384109"/>
                  </a:lnTo>
                  <a:lnTo>
                    <a:pt x="2086072" y="3384109"/>
                  </a:lnTo>
                  <a:lnTo>
                    <a:pt x="2086166" y="3384109"/>
                  </a:lnTo>
                  <a:lnTo>
                    <a:pt x="2086260" y="3384109"/>
                  </a:lnTo>
                  <a:lnTo>
                    <a:pt x="2086354" y="3384109"/>
                  </a:lnTo>
                  <a:lnTo>
                    <a:pt x="2086448" y="3384109"/>
                  </a:lnTo>
                  <a:lnTo>
                    <a:pt x="2086542" y="3384109"/>
                  </a:lnTo>
                  <a:lnTo>
                    <a:pt x="2086636" y="3384109"/>
                  </a:lnTo>
                  <a:lnTo>
                    <a:pt x="2086730" y="3384109"/>
                  </a:lnTo>
                  <a:lnTo>
                    <a:pt x="2086824" y="3384109"/>
                  </a:lnTo>
                  <a:lnTo>
                    <a:pt x="2086918" y="3384109"/>
                  </a:lnTo>
                  <a:lnTo>
                    <a:pt x="2087012" y="3384109"/>
                  </a:lnTo>
                  <a:lnTo>
                    <a:pt x="2087106" y="3384109"/>
                  </a:lnTo>
                  <a:lnTo>
                    <a:pt x="2087200" y="3384109"/>
                  </a:lnTo>
                  <a:lnTo>
                    <a:pt x="2087294" y="3384109"/>
                  </a:lnTo>
                  <a:lnTo>
                    <a:pt x="2087388" y="3384109"/>
                  </a:lnTo>
                  <a:lnTo>
                    <a:pt x="2087482" y="3384109"/>
                  </a:lnTo>
                  <a:lnTo>
                    <a:pt x="2087577" y="3384109"/>
                  </a:lnTo>
                  <a:lnTo>
                    <a:pt x="2087671" y="3384109"/>
                  </a:lnTo>
                  <a:lnTo>
                    <a:pt x="2087765" y="3384109"/>
                  </a:lnTo>
                  <a:lnTo>
                    <a:pt x="2087859" y="3384109"/>
                  </a:lnTo>
                  <a:lnTo>
                    <a:pt x="2087953" y="3384109"/>
                  </a:lnTo>
                  <a:lnTo>
                    <a:pt x="2088047" y="3384109"/>
                  </a:lnTo>
                  <a:lnTo>
                    <a:pt x="2088141" y="3384109"/>
                  </a:lnTo>
                  <a:lnTo>
                    <a:pt x="2088235" y="3384109"/>
                  </a:lnTo>
                  <a:lnTo>
                    <a:pt x="2088329" y="3384109"/>
                  </a:lnTo>
                  <a:lnTo>
                    <a:pt x="2088423" y="3384109"/>
                  </a:lnTo>
                  <a:lnTo>
                    <a:pt x="2088517" y="3384109"/>
                  </a:lnTo>
                  <a:lnTo>
                    <a:pt x="2088611" y="3384109"/>
                  </a:lnTo>
                  <a:lnTo>
                    <a:pt x="2088705" y="3384109"/>
                  </a:lnTo>
                  <a:lnTo>
                    <a:pt x="2088799" y="3384109"/>
                  </a:lnTo>
                  <a:lnTo>
                    <a:pt x="2088893" y="3384109"/>
                  </a:lnTo>
                  <a:lnTo>
                    <a:pt x="2088987" y="3384109"/>
                  </a:lnTo>
                  <a:lnTo>
                    <a:pt x="2089081" y="3384109"/>
                  </a:lnTo>
                  <a:lnTo>
                    <a:pt x="2089175" y="3384109"/>
                  </a:lnTo>
                  <a:lnTo>
                    <a:pt x="2089269" y="3384109"/>
                  </a:lnTo>
                  <a:lnTo>
                    <a:pt x="2089363" y="3384109"/>
                  </a:lnTo>
                  <a:lnTo>
                    <a:pt x="2089457" y="3384109"/>
                  </a:lnTo>
                  <a:lnTo>
                    <a:pt x="2089551" y="3384109"/>
                  </a:lnTo>
                  <a:lnTo>
                    <a:pt x="2089645" y="3384109"/>
                  </a:lnTo>
                  <a:lnTo>
                    <a:pt x="2089739" y="3384109"/>
                  </a:lnTo>
                  <a:lnTo>
                    <a:pt x="2089833" y="3384109"/>
                  </a:lnTo>
                  <a:lnTo>
                    <a:pt x="2089927" y="3384109"/>
                  </a:lnTo>
                  <a:lnTo>
                    <a:pt x="2090021" y="3384109"/>
                  </a:lnTo>
                  <a:lnTo>
                    <a:pt x="2090115" y="3384109"/>
                  </a:lnTo>
                  <a:lnTo>
                    <a:pt x="2090209" y="3384109"/>
                  </a:lnTo>
                  <a:lnTo>
                    <a:pt x="2090303" y="3384109"/>
                  </a:lnTo>
                  <a:lnTo>
                    <a:pt x="2090397" y="3384109"/>
                  </a:lnTo>
                  <a:lnTo>
                    <a:pt x="2090491" y="3384109"/>
                  </a:lnTo>
                  <a:lnTo>
                    <a:pt x="2090585" y="3384109"/>
                  </a:lnTo>
                  <a:lnTo>
                    <a:pt x="2090679" y="3384109"/>
                  </a:lnTo>
                  <a:lnTo>
                    <a:pt x="2090773" y="3384109"/>
                  </a:lnTo>
                  <a:lnTo>
                    <a:pt x="2090867" y="3384109"/>
                  </a:lnTo>
                  <a:lnTo>
                    <a:pt x="2090961" y="3384109"/>
                  </a:lnTo>
                  <a:lnTo>
                    <a:pt x="2091055" y="3384109"/>
                  </a:lnTo>
                  <a:lnTo>
                    <a:pt x="2091150" y="3384109"/>
                  </a:lnTo>
                  <a:lnTo>
                    <a:pt x="2091244" y="3384109"/>
                  </a:lnTo>
                  <a:lnTo>
                    <a:pt x="2091338" y="3384109"/>
                  </a:lnTo>
                  <a:lnTo>
                    <a:pt x="2091432" y="3384109"/>
                  </a:lnTo>
                  <a:lnTo>
                    <a:pt x="2091526" y="3384109"/>
                  </a:lnTo>
                  <a:lnTo>
                    <a:pt x="2091620" y="3384109"/>
                  </a:lnTo>
                  <a:lnTo>
                    <a:pt x="2091714" y="3384109"/>
                  </a:lnTo>
                  <a:lnTo>
                    <a:pt x="2091808" y="3384109"/>
                  </a:lnTo>
                  <a:lnTo>
                    <a:pt x="2091902" y="3384109"/>
                  </a:lnTo>
                  <a:lnTo>
                    <a:pt x="2091996" y="3384109"/>
                  </a:lnTo>
                  <a:lnTo>
                    <a:pt x="2092090" y="3384109"/>
                  </a:lnTo>
                  <a:lnTo>
                    <a:pt x="2092184" y="3384109"/>
                  </a:lnTo>
                  <a:lnTo>
                    <a:pt x="2092278" y="3384109"/>
                  </a:lnTo>
                  <a:lnTo>
                    <a:pt x="2092372" y="3384109"/>
                  </a:lnTo>
                  <a:lnTo>
                    <a:pt x="2092466" y="3384109"/>
                  </a:lnTo>
                  <a:lnTo>
                    <a:pt x="2092560" y="3384109"/>
                  </a:lnTo>
                  <a:lnTo>
                    <a:pt x="2092654" y="3384109"/>
                  </a:lnTo>
                  <a:lnTo>
                    <a:pt x="2092748" y="3384109"/>
                  </a:lnTo>
                  <a:lnTo>
                    <a:pt x="2092842" y="3384109"/>
                  </a:lnTo>
                  <a:lnTo>
                    <a:pt x="2092936" y="3384109"/>
                  </a:lnTo>
                  <a:lnTo>
                    <a:pt x="2093030" y="3384109"/>
                  </a:lnTo>
                  <a:lnTo>
                    <a:pt x="2093124" y="3384109"/>
                  </a:lnTo>
                  <a:lnTo>
                    <a:pt x="2093218" y="3384109"/>
                  </a:lnTo>
                  <a:lnTo>
                    <a:pt x="2093312" y="3384109"/>
                  </a:lnTo>
                  <a:lnTo>
                    <a:pt x="2093406" y="3384109"/>
                  </a:lnTo>
                  <a:lnTo>
                    <a:pt x="2093500" y="3384109"/>
                  </a:lnTo>
                  <a:lnTo>
                    <a:pt x="2093594" y="3384109"/>
                  </a:lnTo>
                  <a:lnTo>
                    <a:pt x="2093688" y="3384109"/>
                  </a:lnTo>
                  <a:lnTo>
                    <a:pt x="2093782" y="3384109"/>
                  </a:lnTo>
                  <a:lnTo>
                    <a:pt x="2093876" y="3384109"/>
                  </a:lnTo>
                  <a:lnTo>
                    <a:pt x="2093970" y="3384109"/>
                  </a:lnTo>
                  <a:lnTo>
                    <a:pt x="2094064" y="3384109"/>
                  </a:lnTo>
                  <a:lnTo>
                    <a:pt x="2094158" y="3384109"/>
                  </a:lnTo>
                  <a:lnTo>
                    <a:pt x="2094252" y="3384109"/>
                  </a:lnTo>
                  <a:lnTo>
                    <a:pt x="2094346" y="3384109"/>
                  </a:lnTo>
                  <a:lnTo>
                    <a:pt x="2094440" y="3384109"/>
                  </a:lnTo>
                  <a:lnTo>
                    <a:pt x="2094534" y="3384109"/>
                  </a:lnTo>
                  <a:lnTo>
                    <a:pt x="2094629" y="3384109"/>
                  </a:lnTo>
                  <a:lnTo>
                    <a:pt x="2094723" y="3384109"/>
                  </a:lnTo>
                  <a:lnTo>
                    <a:pt x="2094817" y="3384109"/>
                  </a:lnTo>
                  <a:lnTo>
                    <a:pt x="2094911" y="3384109"/>
                  </a:lnTo>
                  <a:lnTo>
                    <a:pt x="2095005" y="3384109"/>
                  </a:lnTo>
                  <a:lnTo>
                    <a:pt x="2095099" y="3384109"/>
                  </a:lnTo>
                  <a:lnTo>
                    <a:pt x="2095193" y="3384109"/>
                  </a:lnTo>
                  <a:lnTo>
                    <a:pt x="2095287" y="3384109"/>
                  </a:lnTo>
                  <a:lnTo>
                    <a:pt x="2095381" y="3384109"/>
                  </a:lnTo>
                  <a:lnTo>
                    <a:pt x="2095475" y="3384109"/>
                  </a:lnTo>
                  <a:lnTo>
                    <a:pt x="2095569" y="3384109"/>
                  </a:lnTo>
                  <a:lnTo>
                    <a:pt x="2095663" y="3384109"/>
                  </a:lnTo>
                  <a:lnTo>
                    <a:pt x="2095757" y="3384109"/>
                  </a:lnTo>
                  <a:lnTo>
                    <a:pt x="2095851" y="3384109"/>
                  </a:lnTo>
                  <a:lnTo>
                    <a:pt x="2095945" y="3384109"/>
                  </a:lnTo>
                  <a:lnTo>
                    <a:pt x="2096039" y="3384109"/>
                  </a:lnTo>
                  <a:lnTo>
                    <a:pt x="2096133" y="3384109"/>
                  </a:lnTo>
                  <a:lnTo>
                    <a:pt x="2096227" y="3384109"/>
                  </a:lnTo>
                  <a:lnTo>
                    <a:pt x="2096321" y="3384109"/>
                  </a:lnTo>
                  <a:lnTo>
                    <a:pt x="2096415" y="3384109"/>
                  </a:lnTo>
                  <a:lnTo>
                    <a:pt x="2096509" y="3384109"/>
                  </a:lnTo>
                  <a:lnTo>
                    <a:pt x="2096603" y="3384109"/>
                  </a:lnTo>
                  <a:lnTo>
                    <a:pt x="2096697" y="3384109"/>
                  </a:lnTo>
                  <a:lnTo>
                    <a:pt x="2096791" y="3384109"/>
                  </a:lnTo>
                  <a:lnTo>
                    <a:pt x="2096791" y="3378829"/>
                  </a:lnTo>
                  <a:lnTo>
                    <a:pt x="2096885" y="3378829"/>
                  </a:lnTo>
                  <a:lnTo>
                    <a:pt x="2096979" y="3378829"/>
                  </a:lnTo>
                  <a:lnTo>
                    <a:pt x="2097073" y="3378829"/>
                  </a:lnTo>
                  <a:lnTo>
                    <a:pt x="2097167" y="3378829"/>
                  </a:lnTo>
                  <a:lnTo>
                    <a:pt x="2097261" y="3378829"/>
                  </a:lnTo>
                  <a:lnTo>
                    <a:pt x="2097355" y="3378829"/>
                  </a:lnTo>
                  <a:lnTo>
                    <a:pt x="2097449" y="3378829"/>
                  </a:lnTo>
                  <a:lnTo>
                    <a:pt x="2097449" y="3373550"/>
                  </a:lnTo>
                  <a:lnTo>
                    <a:pt x="2097543" y="3373550"/>
                  </a:lnTo>
                  <a:lnTo>
                    <a:pt x="2097637" y="3373550"/>
                  </a:lnTo>
                  <a:lnTo>
                    <a:pt x="2097731" y="3373550"/>
                  </a:lnTo>
                  <a:lnTo>
                    <a:pt x="2097825" y="3373550"/>
                  </a:lnTo>
                  <a:lnTo>
                    <a:pt x="2097919" y="3373550"/>
                  </a:lnTo>
                  <a:lnTo>
                    <a:pt x="2098013" y="3373550"/>
                  </a:lnTo>
                  <a:lnTo>
                    <a:pt x="2098107" y="3373550"/>
                  </a:lnTo>
                  <a:lnTo>
                    <a:pt x="2098202" y="3373550"/>
                  </a:lnTo>
                  <a:lnTo>
                    <a:pt x="2098296" y="3373550"/>
                  </a:lnTo>
                  <a:lnTo>
                    <a:pt x="2098390" y="3373550"/>
                  </a:lnTo>
                  <a:lnTo>
                    <a:pt x="2098484" y="3373550"/>
                  </a:lnTo>
                  <a:lnTo>
                    <a:pt x="2098578" y="3373550"/>
                  </a:lnTo>
                  <a:lnTo>
                    <a:pt x="2098672" y="3373550"/>
                  </a:lnTo>
                  <a:lnTo>
                    <a:pt x="2098766" y="3373550"/>
                  </a:lnTo>
                  <a:lnTo>
                    <a:pt x="2098860" y="3373550"/>
                  </a:lnTo>
                  <a:lnTo>
                    <a:pt x="2098954" y="3373550"/>
                  </a:lnTo>
                  <a:lnTo>
                    <a:pt x="2099048" y="3373550"/>
                  </a:lnTo>
                  <a:lnTo>
                    <a:pt x="2099142" y="3373550"/>
                  </a:lnTo>
                  <a:lnTo>
                    <a:pt x="2099236" y="3373550"/>
                  </a:lnTo>
                  <a:lnTo>
                    <a:pt x="2099330" y="3373550"/>
                  </a:lnTo>
                  <a:lnTo>
                    <a:pt x="2099424" y="3373550"/>
                  </a:lnTo>
                  <a:lnTo>
                    <a:pt x="2099518" y="3373550"/>
                  </a:lnTo>
                  <a:lnTo>
                    <a:pt x="2099612" y="3373550"/>
                  </a:lnTo>
                  <a:lnTo>
                    <a:pt x="2099706" y="3373550"/>
                  </a:lnTo>
                  <a:lnTo>
                    <a:pt x="2099800" y="3373550"/>
                  </a:lnTo>
                  <a:lnTo>
                    <a:pt x="2099894" y="3373550"/>
                  </a:lnTo>
                  <a:lnTo>
                    <a:pt x="2099988" y="3373550"/>
                  </a:lnTo>
                  <a:lnTo>
                    <a:pt x="2100082" y="3373550"/>
                  </a:lnTo>
                  <a:lnTo>
                    <a:pt x="2100176" y="3373550"/>
                  </a:lnTo>
                  <a:lnTo>
                    <a:pt x="2100270" y="3373550"/>
                  </a:lnTo>
                  <a:lnTo>
                    <a:pt x="2100364" y="3373550"/>
                  </a:lnTo>
                  <a:lnTo>
                    <a:pt x="2100458" y="3373550"/>
                  </a:lnTo>
                  <a:lnTo>
                    <a:pt x="2100552" y="3373550"/>
                  </a:lnTo>
                  <a:lnTo>
                    <a:pt x="2100646" y="3373550"/>
                  </a:lnTo>
                  <a:lnTo>
                    <a:pt x="2100740" y="3373550"/>
                  </a:lnTo>
                  <a:lnTo>
                    <a:pt x="2100834" y="3373550"/>
                  </a:lnTo>
                  <a:lnTo>
                    <a:pt x="2100928" y="3373550"/>
                  </a:lnTo>
                  <a:lnTo>
                    <a:pt x="2101022" y="3373550"/>
                  </a:lnTo>
                  <a:lnTo>
                    <a:pt x="2101116" y="3373550"/>
                  </a:lnTo>
                  <a:lnTo>
                    <a:pt x="2101210" y="3373550"/>
                  </a:lnTo>
                  <a:lnTo>
                    <a:pt x="2101304" y="3373550"/>
                  </a:lnTo>
                  <a:lnTo>
                    <a:pt x="2101398" y="3373550"/>
                  </a:lnTo>
                  <a:lnTo>
                    <a:pt x="2101492" y="3373550"/>
                  </a:lnTo>
                  <a:lnTo>
                    <a:pt x="2101586" y="3373550"/>
                  </a:lnTo>
                  <a:lnTo>
                    <a:pt x="2101680" y="3373550"/>
                  </a:lnTo>
                  <a:lnTo>
                    <a:pt x="2101775" y="3373550"/>
                  </a:lnTo>
                  <a:lnTo>
                    <a:pt x="2101869" y="3373550"/>
                  </a:lnTo>
                  <a:lnTo>
                    <a:pt x="2101963" y="3373550"/>
                  </a:lnTo>
                  <a:lnTo>
                    <a:pt x="2102057" y="3373550"/>
                  </a:lnTo>
                  <a:lnTo>
                    <a:pt x="2102151" y="3373550"/>
                  </a:lnTo>
                  <a:lnTo>
                    <a:pt x="2102245" y="3373550"/>
                  </a:lnTo>
                  <a:lnTo>
                    <a:pt x="2102339" y="3373550"/>
                  </a:lnTo>
                  <a:lnTo>
                    <a:pt x="2102433" y="3373550"/>
                  </a:lnTo>
                  <a:lnTo>
                    <a:pt x="2102527" y="3373550"/>
                  </a:lnTo>
                  <a:lnTo>
                    <a:pt x="2102621" y="3373550"/>
                  </a:lnTo>
                  <a:lnTo>
                    <a:pt x="2102715" y="3373550"/>
                  </a:lnTo>
                  <a:lnTo>
                    <a:pt x="2102809" y="3373550"/>
                  </a:lnTo>
                  <a:lnTo>
                    <a:pt x="2102903" y="3373550"/>
                  </a:lnTo>
                  <a:lnTo>
                    <a:pt x="2102997" y="3373550"/>
                  </a:lnTo>
                  <a:lnTo>
                    <a:pt x="2103091" y="3373550"/>
                  </a:lnTo>
                  <a:lnTo>
                    <a:pt x="2103185" y="3373550"/>
                  </a:lnTo>
                  <a:lnTo>
                    <a:pt x="2103279" y="3373550"/>
                  </a:lnTo>
                  <a:lnTo>
                    <a:pt x="2103373" y="3373550"/>
                  </a:lnTo>
                  <a:lnTo>
                    <a:pt x="2103467" y="3373550"/>
                  </a:lnTo>
                  <a:lnTo>
                    <a:pt x="2103561" y="3373550"/>
                  </a:lnTo>
                  <a:lnTo>
                    <a:pt x="2103655" y="3373550"/>
                  </a:lnTo>
                  <a:lnTo>
                    <a:pt x="2103749" y="3373550"/>
                  </a:lnTo>
                  <a:lnTo>
                    <a:pt x="2103843" y="3373550"/>
                  </a:lnTo>
                  <a:lnTo>
                    <a:pt x="2103937" y="3373550"/>
                  </a:lnTo>
                  <a:lnTo>
                    <a:pt x="2104031" y="3373550"/>
                  </a:lnTo>
                  <a:lnTo>
                    <a:pt x="2104125" y="3373550"/>
                  </a:lnTo>
                  <a:lnTo>
                    <a:pt x="2104219" y="3373550"/>
                  </a:lnTo>
                  <a:lnTo>
                    <a:pt x="2104313" y="3373550"/>
                  </a:lnTo>
                  <a:lnTo>
                    <a:pt x="2104407" y="3373550"/>
                  </a:lnTo>
                  <a:lnTo>
                    <a:pt x="2104501" y="3373550"/>
                  </a:lnTo>
                  <a:lnTo>
                    <a:pt x="2104595" y="3373550"/>
                  </a:lnTo>
                  <a:lnTo>
                    <a:pt x="2104689" y="3373550"/>
                  </a:lnTo>
                  <a:lnTo>
                    <a:pt x="2104783" y="3373550"/>
                  </a:lnTo>
                  <a:lnTo>
                    <a:pt x="2104877" y="3373550"/>
                  </a:lnTo>
                  <a:lnTo>
                    <a:pt x="2104971" y="3373550"/>
                  </a:lnTo>
                  <a:lnTo>
                    <a:pt x="2105065" y="3373550"/>
                  </a:lnTo>
                  <a:lnTo>
                    <a:pt x="2105159" y="3373550"/>
                  </a:lnTo>
                  <a:lnTo>
                    <a:pt x="2105254" y="3373550"/>
                  </a:lnTo>
                  <a:lnTo>
                    <a:pt x="2105348" y="3373550"/>
                  </a:lnTo>
                  <a:lnTo>
                    <a:pt x="2105442" y="3373550"/>
                  </a:lnTo>
                  <a:lnTo>
                    <a:pt x="2105536" y="3373550"/>
                  </a:lnTo>
                  <a:lnTo>
                    <a:pt x="2105630" y="3373550"/>
                  </a:lnTo>
                  <a:lnTo>
                    <a:pt x="2105724" y="3373550"/>
                  </a:lnTo>
                  <a:lnTo>
                    <a:pt x="2105818" y="3373550"/>
                  </a:lnTo>
                  <a:lnTo>
                    <a:pt x="2105912" y="3373550"/>
                  </a:lnTo>
                  <a:lnTo>
                    <a:pt x="2106006" y="3373550"/>
                  </a:lnTo>
                  <a:lnTo>
                    <a:pt x="2106100" y="3373550"/>
                  </a:lnTo>
                  <a:lnTo>
                    <a:pt x="2106194" y="3373550"/>
                  </a:lnTo>
                  <a:lnTo>
                    <a:pt x="2106288" y="3373550"/>
                  </a:lnTo>
                  <a:lnTo>
                    <a:pt x="2106382" y="3373550"/>
                  </a:lnTo>
                  <a:lnTo>
                    <a:pt x="2106476" y="3373550"/>
                  </a:lnTo>
                  <a:lnTo>
                    <a:pt x="2106570" y="3373550"/>
                  </a:lnTo>
                  <a:lnTo>
                    <a:pt x="2106664" y="3373550"/>
                  </a:lnTo>
                  <a:lnTo>
                    <a:pt x="2106758" y="3373550"/>
                  </a:lnTo>
                  <a:lnTo>
                    <a:pt x="2106852" y="3373550"/>
                  </a:lnTo>
                  <a:lnTo>
                    <a:pt x="2106946" y="3373550"/>
                  </a:lnTo>
                  <a:lnTo>
                    <a:pt x="2107040" y="3373550"/>
                  </a:lnTo>
                  <a:lnTo>
                    <a:pt x="2107134" y="3373550"/>
                  </a:lnTo>
                  <a:lnTo>
                    <a:pt x="2107228" y="3373550"/>
                  </a:lnTo>
                  <a:lnTo>
                    <a:pt x="2107322" y="3373550"/>
                  </a:lnTo>
                  <a:lnTo>
                    <a:pt x="2107416" y="3373550"/>
                  </a:lnTo>
                  <a:lnTo>
                    <a:pt x="2107510" y="3373550"/>
                  </a:lnTo>
                  <a:lnTo>
                    <a:pt x="2107604" y="3373550"/>
                  </a:lnTo>
                  <a:lnTo>
                    <a:pt x="2107698" y="3373550"/>
                  </a:lnTo>
                  <a:lnTo>
                    <a:pt x="2107792" y="3373550"/>
                  </a:lnTo>
                  <a:lnTo>
                    <a:pt x="2107886" y="3373550"/>
                  </a:lnTo>
                  <a:lnTo>
                    <a:pt x="2107980" y="3373550"/>
                  </a:lnTo>
                  <a:lnTo>
                    <a:pt x="2108074" y="3373550"/>
                  </a:lnTo>
                  <a:lnTo>
                    <a:pt x="2108168" y="3373550"/>
                  </a:lnTo>
                  <a:lnTo>
                    <a:pt x="2108262" y="3373550"/>
                  </a:lnTo>
                  <a:lnTo>
                    <a:pt x="2108356" y="3373550"/>
                  </a:lnTo>
                  <a:lnTo>
                    <a:pt x="2108450" y="3373550"/>
                  </a:lnTo>
                  <a:lnTo>
                    <a:pt x="2108544" y="3373550"/>
                  </a:lnTo>
                  <a:lnTo>
                    <a:pt x="2108638" y="3373550"/>
                  </a:lnTo>
                  <a:lnTo>
                    <a:pt x="2108732" y="3373550"/>
                  </a:lnTo>
                  <a:lnTo>
                    <a:pt x="2108827" y="3373550"/>
                  </a:lnTo>
                  <a:lnTo>
                    <a:pt x="2108921" y="3373550"/>
                  </a:lnTo>
                  <a:lnTo>
                    <a:pt x="2109015" y="3373550"/>
                  </a:lnTo>
                  <a:lnTo>
                    <a:pt x="2109109" y="3373550"/>
                  </a:lnTo>
                  <a:lnTo>
                    <a:pt x="2109203" y="3373550"/>
                  </a:lnTo>
                  <a:lnTo>
                    <a:pt x="2109297" y="3373550"/>
                  </a:lnTo>
                  <a:lnTo>
                    <a:pt x="2109391" y="3373550"/>
                  </a:lnTo>
                  <a:lnTo>
                    <a:pt x="2109485" y="3373550"/>
                  </a:lnTo>
                  <a:lnTo>
                    <a:pt x="2109579" y="3373550"/>
                  </a:lnTo>
                  <a:lnTo>
                    <a:pt x="2109673" y="3373550"/>
                  </a:lnTo>
                  <a:lnTo>
                    <a:pt x="2109767" y="3373550"/>
                  </a:lnTo>
                  <a:lnTo>
                    <a:pt x="2109861" y="3373550"/>
                  </a:lnTo>
                  <a:lnTo>
                    <a:pt x="2109955" y="3373550"/>
                  </a:lnTo>
                  <a:lnTo>
                    <a:pt x="2110049" y="3373550"/>
                  </a:lnTo>
                  <a:lnTo>
                    <a:pt x="2110143" y="3373550"/>
                  </a:lnTo>
                  <a:lnTo>
                    <a:pt x="2110237" y="3373550"/>
                  </a:lnTo>
                  <a:lnTo>
                    <a:pt x="2110331" y="3373550"/>
                  </a:lnTo>
                  <a:lnTo>
                    <a:pt x="2110425" y="3373550"/>
                  </a:lnTo>
                  <a:lnTo>
                    <a:pt x="2110519" y="3373550"/>
                  </a:lnTo>
                  <a:lnTo>
                    <a:pt x="2110613" y="3373550"/>
                  </a:lnTo>
                  <a:lnTo>
                    <a:pt x="2110707" y="3373550"/>
                  </a:lnTo>
                  <a:lnTo>
                    <a:pt x="2110801" y="3373550"/>
                  </a:lnTo>
                  <a:lnTo>
                    <a:pt x="2110895" y="3373550"/>
                  </a:lnTo>
                  <a:lnTo>
                    <a:pt x="2110989" y="3373550"/>
                  </a:lnTo>
                  <a:lnTo>
                    <a:pt x="2111083" y="3373550"/>
                  </a:lnTo>
                  <a:lnTo>
                    <a:pt x="2111177" y="3373550"/>
                  </a:lnTo>
                  <a:lnTo>
                    <a:pt x="2111271" y="3373550"/>
                  </a:lnTo>
                  <a:lnTo>
                    <a:pt x="2111365" y="3373550"/>
                  </a:lnTo>
                  <a:lnTo>
                    <a:pt x="2111459" y="3373550"/>
                  </a:lnTo>
                  <a:lnTo>
                    <a:pt x="2111553" y="3373550"/>
                  </a:lnTo>
                  <a:lnTo>
                    <a:pt x="2111647" y="3373550"/>
                  </a:lnTo>
                  <a:lnTo>
                    <a:pt x="2111647" y="3368270"/>
                  </a:lnTo>
                  <a:lnTo>
                    <a:pt x="2111741" y="3368270"/>
                  </a:lnTo>
                  <a:lnTo>
                    <a:pt x="2111835" y="3368270"/>
                  </a:lnTo>
                  <a:lnTo>
                    <a:pt x="2111929" y="3368270"/>
                  </a:lnTo>
                  <a:lnTo>
                    <a:pt x="2112023" y="3368270"/>
                  </a:lnTo>
                  <a:lnTo>
                    <a:pt x="2112117" y="3368270"/>
                  </a:lnTo>
                  <a:lnTo>
                    <a:pt x="2112211" y="3368270"/>
                  </a:lnTo>
                  <a:lnTo>
                    <a:pt x="2112305" y="3368270"/>
                  </a:lnTo>
                  <a:lnTo>
                    <a:pt x="2112400" y="3368270"/>
                  </a:lnTo>
                  <a:lnTo>
                    <a:pt x="2112494" y="3368270"/>
                  </a:lnTo>
                  <a:lnTo>
                    <a:pt x="2112588" y="3368270"/>
                  </a:lnTo>
                  <a:lnTo>
                    <a:pt x="2112682" y="3368270"/>
                  </a:lnTo>
                  <a:lnTo>
                    <a:pt x="2112776" y="3368270"/>
                  </a:lnTo>
                  <a:lnTo>
                    <a:pt x="2112870" y="3368270"/>
                  </a:lnTo>
                  <a:lnTo>
                    <a:pt x="2112964" y="3368270"/>
                  </a:lnTo>
                  <a:lnTo>
                    <a:pt x="2112964" y="3362991"/>
                  </a:lnTo>
                  <a:lnTo>
                    <a:pt x="2113058" y="3362991"/>
                  </a:lnTo>
                  <a:lnTo>
                    <a:pt x="2113152" y="3362991"/>
                  </a:lnTo>
                  <a:lnTo>
                    <a:pt x="2113152" y="3357711"/>
                  </a:lnTo>
                  <a:lnTo>
                    <a:pt x="2113246" y="3357711"/>
                  </a:lnTo>
                  <a:lnTo>
                    <a:pt x="2113340" y="3357711"/>
                  </a:lnTo>
                  <a:lnTo>
                    <a:pt x="2113434" y="3357711"/>
                  </a:lnTo>
                  <a:lnTo>
                    <a:pt x="2113528" y="3357711"/>
                  </a:lnTo>
                  <a:lnTo>
                    <a:pt x="2113622" y="3357711"/>
                  </a:lnTo>
                  <a:lnTo>
                    <a:pt x="2113716" y="3357711"/>
                  </a:lnTo>
                  <a:lnTo>
                    <a:pt x="2113810" y="3357711"/>
                  </a:lnTo>
                  <a:lnTo>
                    <a:pt x="2113904" y="3357711"/>
                  </a:lnTo>
                  <a:lnTo>
                    <a:pt x="2113998" y="3357711"/>
                  </a:lnTo>
                  <a:lnTo>
                    <a:pt x="2114092" y="3357711"/>
                  </a:lnTo>
                  <a:lnTo>
                    <a:pt x="2114186" y="3357711"/>
                  </a:lnTo>
                  <a:lnTo>
                    <a:pt x="2114280" y="3357711"/>
                  </a:lnTo>
                  <a:lnTo>
                    <a:pt x="2114374" y="3357711"/>
                  </a:lnTo>
                  <a:lnTo>
                    <a:pt x="2114468" y="3357711"/>
                  </a:lnTo>
                  <a:lnTo>
                    <a:pt x="2114562" y="3357711"/>
                  </a:lnTo>
                  <a:lnTo>
                    <a:pt x="2114656" y="3357711"/>
                  </a:lnTo>
                  <a:lnTo>
                    <a:pt x="2114750" y="3357711"/>
                  </a:lnTo>
                  <a:lnTo>
                    <a:pt x="2114844" y="3357711"/>
                  </a:lnTo>
                  <a:lnTo>
                    <a:pt x="2114938" y="3357711"/>
                  </a:lnTo>
                  <a:lnTo>
                    <a:pt x="2115032" y="3357711"/>
                  </a:lnTo>
                  <a:lnTo>
                    <a:pt x="2115126" y="3357711"/>
                  </a:lnTo>
                  <a:lnTo>
                    <a:pt x="2115220" y="3357711"/>
                  </a:lnTo>
                  <a:lnTo>
                    <a:pt x="2115314" y="3357711"/>
                  </a:lnTo>
                  <a:lnTo>
                    <a:pt x="2115408" y="3357711"/>
                  </a:lnTo>
                  <a:lnTo>
                    <a:pt x="2115502" y="3357711"/>
                  </a:lnTo>
                  <a:lnTo>
                    <a:pt x="2115596" y="3357711"/>
                  </a:lnTo>
                  <a:lnTo>
                    <a:pt x="2115690" y="3357711"/>
                  </a:lnTo>
                  <a:lnTo>
                    <a:pt x="2115784" y="3357711"/>
                  </a:lnTo>
                  <a:lnTo>
                    <a:pt x="2115879" y="3357711"/>
                  </a:lnTo>
                  <a:lnTo>
                    <a:pt x="2115973" y="3357711"/>
                  </a:lnTo>
                  <a:lnTo>
                    <a:pt x="2116067" y="3357711"/>
                  </a:lnTo>
                  <a:lnTo>
                    <a:pt x="2116161" y="3357711"/>
                  </a:lnTo>
                  <a:lnTo>
                    <a:pt x="2116255" y="3357711"/>
                  </a:lnTo>
                  <a:lnTo>
                    <a:pt x="2116349" y="3357711"/>
                  </a:lnTo>
                  <a:lnTo>
                    <a:pt x="2116443" y="3357711"/>
                  </a:lnTo>
                  <a:lnTo>
                    <a:pt x="2116537" y="3357711"/>
                  </a:lnTo>
                  <a:lnTo>
                    <a:pt x="2116631" y="3357711"/>
                  </a:lnTo>
                  <a:lnTo>
                    <a:pt x="2116725" y="3357711"/>
                  </a:lnTo>
                  <a:lnTo>
                    <a:pt x="2116819" y="3357711"/>
                  </a:lnTo>
                  <a:lnTo>
                    <a:pt x="2116913" y="3357711"/>
                  </a:lnTo>
                  <a:lnTo>
                    <a:pt x="2117007" y="3357711"/>
                  </a:lnTo>
                  <a:lnTo>
                    <a:pt x="2117101" y="3357711"/>
                  </a:lnTo>
                  <a:lnTo>
                    <a:pt x="2117195" y="3357711"/>
                  </a:lnTo>
                  <a:lnTo>
                    <a:pt x="2117289" y="3357711"/>
                  </a:lnTo>
                  <a:lnTo>
                    <a:pt x="2117383" y="3357711"/>
                  </a:lnTo>
                  <a:lnTo>
                    <a:pt x="2117477" y="3357711"/>
                  </a:lnTo>
                  <a:lnTo>
                    <a:pt x="2117571" y="3357711"/>
                  </a:lnTo>
                  <a:lnTo>
                    <a:pt x="2117665" y="3357711"/>
                  </a:lnTo>
                  <a:lnTo>
                    <a:pt x="2117759" y="3357711"/>
                  </a:lnTo>
                  <a:lnTo>
                    <a:pt x="2117853" y="3357711"/>
                  </a:lnTo>
                  <a:lnTo>
                    <a:pt x="2117947" y="3357711"/>
                  </a:lnTo>
                  <a:lnTo>
                    <a:pt x="2118041" y="3357711"/>
                  </a:lnTo>
                  <a:lnTo>
                    <a:pt x="2118135" y="3357711"/>
                  </a:lnTo>
                  <a:lnTo>
                    <a:pt x="2118229" y="3357711"/>
                  </a:lnTo>
                  <a:lnTo>
                    <a:pt x="2118323" y="3357711"/>
                  </a:lnTo>
                  <a:lnTo>
                    <a:pt x="2118417" y="3357711"/>
                  </a:lnTo>
                  <a:lnTo>
                    <a:pt x="2118511" y="3357711"/>
                  </a:lnTo>
                  <a:lnTo>
                    <a:pt x="2118605" y="3357711"/>
                  </a:lnTo>
                  <a:lnTo>
                    <a:pt x="2118699" y="3357711"/>
                  </a:lnTo>
                  <a:lnTo>
                    <a:pt x="2118793" y="3357711"/>
                  </a:lnTo>
                  <a:lnTo>
                    <a:pt x="2118887" y="3357711"/>
                  </a:lnTo>
                  <a:lnTo>
                    <a:pt x="2118981" y="3357711"/>
                  </a:lnTo>
                  <a:lnTo>
                    <a:pt x="2119075" y="3357711"/>
                  </a:lnTo>
                  <a:lnTo>
                    <a:pt x="2119169" y="3357711"/>
                  </a:lnTo>
                  <a:lnTo>
                    <a:pt x="2119263" y="3357711"/>
                  </a:lnTo>
                  <a:lnTo>
                    <a:pt x="2119357" y="3357711"/>
                  </a:lnTo>
                  <a:lnTo>
                    <a:pt x="2119452" y="3357711"/>
                  </a:lnTo>
                  <a:lnTo>
                    <a:pt x="2119546" y="3357711"/>
                  </a:lnTo>
                  <a:lnTo>
                    <a:pt x="2119640" y="3357711"/>
                  </a:lnTo>
                  <a:lnTo>
                    <a:pt x="2119734" y="3357711"/>
                  </a:lnTo>
                  <a:lnTo>
                    <a:pt x="2119828" y="3357711"/>
                  </a:lnTo>
                  <a:lnTo>
                    <a:pt x="2119922" y="3357711"/>
                  </a:lnTo>
                  <a:lnTo>
                    <a:pt x="2120016" y="3357711"/>
                  </a:lnTo>
                  <a:lnTo>
                    <a:pt x="2120110" y="3357711"/>
                  </a:lnTo>
                  <a:lnTo>
                    <a:pt x="2120204" y="3357711"/>
                  </a:lnTo>
                  <a:lnTo>
                    <a:pt x="2120298" y="3357711"/>
                  </a:lnTo>
                  <a:lnTo>
                    <a:pt x="2120392" y="3357711"/>
                  </a:lnTo>
                  <a:lnTo>
                    <a:pt x="2120486" y="3357711"/>
                  </a:lnTo>
                  <a:lnTo>
                    <a:pt x="2120580" y="3357711"/>
                  </a:lnTo>
                  <a:lnTo>
                    <a:pt x="2120674" y="3357711"/>
                  </a:lnTo>
                  <a:lnTo>
                    <a:pt x="2120768" y="3357711"/>
                  </a:lnTo>
                  <a:lnTo>
                    <a:pt x="2120862" y="3357711"/>
                  </a:lnTo>
                  <a:lnTo>
                    <a:pt x="2120956" y="3357711"/>
                  </a:lnTo>
                  <a:lnTo>
                    <a:pt x="2121050" y="3357711"/>
                  </a:lnTo>
                  <a:lnTo>
                    <a:pt x="2121144" y="3357711"/>
                  </a:lnTo>
                  <a:lnTo>
                    <a:pt x="2121238" y="3357711"/>
                  </a:lnTo>
                  <a:lnTo>
                    <a:pt x="2121332" y="3357711"/>
                  </a:lnTo>
                  <a:lnTo>
                    <a:pt x="2121426" y="3357711"/>
                  </a:lnTo>
                  <a:lnTo>
                    <a:pt x="2121520" y="3357711"/>
                  </a:lnTo>
                  <a:lnTo>
                    <a:pt x="2121614" y="3357711"/>
                  </a:lnTo>
                  <a:lnTo>
                    <a:pt x="2121708" y="3357711"/>
                  </a:lnTo>
                  <a:lnTo>
                    <a:pt x="2121802" y="3357711"/>
                  </a:lnTo>
                  <a:lnTo>
                    <a:pt x="2121896" y="3357711"/>
                  </a:lnTo>
                  <a:lnTo>
                    <a:pt x="2121990" y="3357711"/>
                  </a:lnTo>
                  <a:lnTo>
                    <a:pt x="2122084" y="3357711"/>
                  </a:lnTo>
                  <a:lnTo>
                    <a:pt x="2122178" y="3357711"/>
                  </a:lnTo>
                  <a:lnTo>
                    <a:pt x="2122272" y="3357711"/>
                  </a:lnTo>
                  <a:lnTo>
                    <a:pt x="2122366" y="3357711"/>
                  </a:lnTo>
                  <a:lnTo>
                    <a:pt x="2122460" y="3357711"/>
                  </a:lnTo>
                  <a:lnTo>
                    <a:pt x="2122554" y="3357711"/>
                  </a:lnTo>
                  <a:lnTo>
                    <a:pt x="2122648" y="3357711"/>
                  </a:lnTo>
                  <a:lnTo>
                    <a:pt x="2122742" y="3357711"/>
                  </a:lnTo>
                  <a:lnTo>
                    <a:pt x="2122836" y="3357711"/>
                  </a:lnTo>
                  <a:lnTo>
                    <a:pt x="2122930" y="3357711"/>
                  </a:lnTo>
                  <a:lnTo>
                    <a:pt x="2123025" y="3357711"/>
                  </a:lnTo>
                  <a:lnTo>
                    <a:pt x="2123025" y="3352432"/>
                  </a:lnTo>
                  <a:lnTo>
                    <a:pt x="2123119" y="3352432"/>
                  </a:lnTo>
                  <a:lnTo>
                    <a:pt x="2123213" y="3352432"/>
                  </a:lnTo>
                  <a:lnTo>
                    <a:pt x="2123307" y="3352432"/>
                  </a:lnTo>
                  <a:lnTo>
                    <a:pt x="2123401" y="3352432"/>
                  </a:lnTo>
                  <a:lnTo>
                    <a:pt x="2123495" y="3352432"/>
                  </a:lnTo>
                  <a:lnTo>
                    <a:pt x="2123589" y="3352432"/>
                  </a:lnTo>
                  <a:lnTo>
                    <a:pt x="2123683" y="3352432"/>
                  </a:lnTo>
                  <a:lnTo>
                    <a:pt x="2123777" y="3352432"/>
                  </a:lnTo>
                  <a:lnTo>
                    <a:pt x="2123871" y="3352432"/>
                  </a:lnTo>
                  <a:lnTo>
                    <a:pt x="2123965" y="3352432"/>
                  </a:lnTo>
                  <a:lnTo>
                    <a:pt x="2124059" y="3352432"/>
                  </a:lnTo>
                  <a:lnTo>
                    <a:pt x="2124153" y="3352432"/>
                  </a:lnTo>
                  <a:lnTo>
                    <a:pt x="2124247" y="3352432"/>
                  </a:lnTo>
                  <a:lnTo>
                    <a:pt x="2124341" y="3352432"/>
                  </a:lnTo>
                  <a:lnTo>
                    <a:pt x="2124435" y="3352432"/>
                  </a:lnTo>
                  <a:lnTo>
                    <a:pt x="2124529" y="3352432"/>
                  </a:lnTo>
                  <a:lnTo>
                    <a:pt x="2124623" y="3352432"/>
                  </a:lnTo>
                  <a:lnTo>
                    <a:pt x="2124717" y="3352432"/>
                  </a:lnTo>
                  <a:lnTo>
                    <a:pt x="2124811" y="3352432"/>
                  </a:lnTo>
                  <a:lnTo>
                    <a:pt x="2124905" y="3352432"/>
                  </a:lnTo>
                  <a:lnTo>
                    <a:pt x="2124999" y="3352432"/>
                  </a:lnTo>
                  <a:lnTo>
                    <a:pt x="2125093" y="3352432"/>
                  </a:lnTo>
                  <a:lnTo>
                    <a:pt x="2125187" y="3352432"/>
                  </a:lnTo>
                  <a:lnTo>
                    <a:pt x="2125281" y="3352432"/>
                  </a:lnTo>
                  <a:lnTo>
                    <a:pt x="2125375" y="3352432"/>
                  </a:lnTo>
                  <a:lnTo>
                    <a:pt x="2125469" y="3352432"/>
                  </a:lnTo>
                  <a:lnTo>
                    <a:pt x="2125563" y="3352432"/>
                  </a:lnTo>
                  <a:lnTo>
                    <a:pt x="2125657" y="3352432"/>
                  </a:lnTo>
                  <a:lnTo>
                    <a:pt x="2125751" y="3352432"/>
                  </a:lnTo>
                  <a:lnTo>
                    <a:pt x="2125751" y="3347153"/>
                  </a:lnTo>
                  <a:lnTo>
                    <a:pt x="2125845" y="3347153"/>
                  </a:lnTo>
                  <a:lnTo>
                    <a:pt x="2125939" y="3347153"/>
                  </a:lnTo>
                  <a:lnTo>
                    <a:pt x="2126033" y="3347153"/>
                  </a:lnTo>
                  <a:lnTo>
                    <a:pt x="2126127" y="3347153"/>
                  </a:lnTo>
                  <a:lnTo>
                    <a:pt x="2126221" y="3347153"/>
                  </a:lnTo>
                  <a:lnTo>
                    <a:pt x="2126315" y="3347153"/>
                  </a:lnTo>
                  <a:lnTo>
                    <a:pt x="2126409" y="3347153"/>
                  </a:lnTo>
                  <a:lnTo>
                    <a:pt x="2126504" y="3347153"/>
                  </a:lnTo>
                  <a:lnTo>
                    <a:pt x="2126598" y="3347153"/>
                  </a:lnTo>
                  <a:lnTo>
                    <a:pt x="2126692" y="3347153"/>
                  </a:lnTo>
                  <a:lnTo>
                    <a:pt x="2126786" y="3347153"/>
                  </a:lnTo>
                  <a:lnTo>
                    <a:pt x="2126786" y="3341873"/>
                  </a:lnTo>
                  <a:lnTo>
                    <a:pt x="2126880" y="3341873"/>
                  </a:lnTo>
                  <a:lnTo>
                    <a:pt x="2126974" y="3341873"/>
                  </a:lnTo>
                  <a:lnTo>
                    <a:pt x="2127068" y="3341873"/>
                  </a:lnTo>
                  <a:lnTo>
                    <a:pt x="2127162" y="3341873"/>
                  </a:lnTo>
                  <a:lnTo>
                    <a:pt x="2127256" y="3341873"/>
                  </a:lnTo>
                  <a:lnTo>
                    <a:pt x="2127350" y="3341873"/>
                  </a:lnTo>
                  <a:lnTo>
                    <a:pt x="2127444" y="3341873"/>
                  </a:lnTo>
                  <a:lnTo>
                    <a:pt x="2127538" y="3341873"/>
                  </a:lnTo>
                  <a:lnTo>
                    <a:pt x="2127632" y="3341873"/>
                  </a:lnTo>
                  <a:lnTo>
                    <a:pt x="2127726" y="3341873"/>
                  </a:lnTo>
                  <a:lnTo>
                    <a:pt x="2127820" y="3341873"/>
                  </a:lnTo>
                  <a:lnTo>
                    <a:pt x="2127914" y="3341873"/>
                  </a:lnTo>
                  <a:lnTo>
                    <a:pt x="2128008" y="3341873"/>
                  </a:lnTo>
                  <a:lnTo>
                    <a:pt x="2128102" y="3341873"/>
                  </a:lnTo>
                  <a:lnTo>
                    <a:pt x="2128102" y="3336594"/>
                  </a:lnTo>
                  <a:lnTo>
                    <a:pt x="2128196" y="3336594"/>
                  </a:lnTo>
                  <a:lnTo>
                    <a:pt x="2128290" y="3336594"/>
                  </a:lnTo>
                  <a:lnTo>
                    <a:pt x="2128384" y="3336594"/>
                  </a:lnTo>
                  <a:lnTo>
                    <a:pt x="2128478" y="3336594"/>
                  </a:lnTo>
                  <a:lnTo>
                    <a:pt x="2128572" y="3336594"/>
                  </a:lnTo>
                  <a:lnTo>
                    <a:pt x="2128666" y="3336594"/>
                  </a:lnTo>
                  <a:lnTo>
                    <a:pt x="2128760" y="3336594"/>
                  </a:lnTo>
                  <a:lnTo>
                    <a:pt x="2128854" y="3336594"/>
                  </a:lnTo>
                  <a:lnTo>
                    <a:pt x="2128948" y="3336594"/>
                  </a:lnTo>
                  <a:lnTo>
                    <a:pt x="2129042" y="3336594"/>
                  </a:lnTo>
                  <a:lnTo>
                    <a:pt x="2129136" y="3336594"/>
                  </a:lnTo>
                  <a:lnTo>
                    <a:pt x="2129230" y="3336594"/>
                  </a:lnTo>
                  <a:lnTo>
                    <a:pt x="2129324" y="3336594"/>
                  </a:lnTo>
                  <a:lnTo>
                    <a:pt x="2129418" y="3336594"/>
                  </a:lnTo>
                  <a:lnTo>
                    <a:pt x="2129512" y="3336594"/>
                  </a:lnTo>
                  <a:lnTo>
                    <a:pt x="2129606" y="3336594"/>
                  </a:lnTo>
                  <a:lnTo>
                    <a:pt x="2129700" y="3336594"/>
                  </a:lnTo>
                  <a:lnTo>
                    <a:pt x="2129794" y="3336594"/>
                  </a:lnTo>
                  <a:lnTo>
                    <a:pt x="2129888" y="3336594"/>
                  </a:lnTo>
                  <a:lnTo>
                    <a:pt x="2129982" y="3336594"/>
                  </a:lnTo>
                  <a:lnTo>
                    <a:pt x="2130077" y="3336594"/>
                  </a:lnTo>
                  <a:lnTo>
                    <a:pt x="2130171" y="3336594"/>
                  </a:lnTo>
                  <a:lnTo>
                    <a:pt x="2130265" y="3336594"/>
                  </a:lnTo>
                  <a:lnTo>
                    <a:pt x="2130359" y="3336594"/>
                  </a:lnTo>
                  <a:lnTo>
                    <a:pt x="2130453" y="3336594"/>
                  </a:lnTo>
                  <a:lnTo>
                    <a:pt x="2130547" y="3336594"/>
                  </a:lnTo>
                  <a:lnTo>
                    <a:pt x="2130641" y="3336594"/>
                  </a:lnTo>
                  <a:lnTo>
                    <a:pt x="2130735" y="3336594"/>
                  </a:lnTo>
                  <a:lnTo>
                    <a:pt x="2130829" y="3336594"/>
                  </a:lnTo>
                  <a:lnTo>
                    <a:pt x="2130923" y="3336594"/>
                  </a:lnTo>
                  <a:lnTo>
                    <a:pt x="2131017" y="3336594"/>
                  </a:lnTo>
                  <a:lnTo>
                    <a:pt x="2131111" y="3336594"/>
                  </a:lnTo>
                  <a:lnTo>
                    <a:pt x="2131205" y="3336594"/>
                  </a:lnTo>
                  <a:lnTo>
                    <a:pt x="2131299" y="3336594"/>
                  </a:lnTo>
                  <a:lnTo>
                    <a:pt x="2131393" y="3336594"/>
                  </a:lnTo>
                  <a:lnTo>
                    <a:pt x="2131487" y="3336594"/>
                  </a:lnTo>
                  <a:lnTo>
                    <a:pt x="2131581" y="3336594"/>
                  </a:lnTo>
                  <a:lnTo>
                    <a:pt x="2131675" y="3336594"/>
                  </a:lnTo>
                  <a:lnTo>
                    <a:pt x="2131769" y="3336594"/>
                  </a:lnTo>
                  <a:lnTo>
                    <a:pt x="2131863" y="3336594"/>
                  </a:lnTo>
                  <a:lnTo>
                    <a:pt x="2131957" y="3336594"/>
                  </a:lnTo>
                  <a:lnTo>
                    <a:pt x="2132051" y="3336594"/>
                  </a:lnTo>
                  <a:lnTo>
                    <a:pt x="2132145" y="3336594"/>
                  </a:lnTo>
                  <a:lnTo>
                    <a:pt x="2132239" y="3336594"/>
                  </a:lnTo>
                  <a:lnTo>
                    <a:pt x="2132333" y="3336594"/>
                  </a:lnTo>
                  <a:lnTo>
                    <a:pt x="2132427" y="3336594"/>
                  </a:lnTo>
                  <a:lnTo>
                    <a:pt x="2132521" y="3336594"/>
                  </a:lnTo>
                  <a:lnTo>
                    <a:pt x="2132615" y="3336594"/>
                  </a:lnTo>
                  <a:lnTo>
                    <a:pt x="2132709" y="3336594"/>
                  </a:lnTo>
                  <a:lnTo>
                    <a:pt x="2132803" y="3336594"/>
                  </a:lnTo>
                  <a:lnTo>
                    <a:pt x="2132897" y="3336594"/>
                  </a:lnTo>
                  <a:lnTo>
                    <a:pt x="2132991" y="3336594"/>
                  </a:lnTo>
                  <a:lnTo>
                    <a:pt x="2133085" y="3336594"/>
                  </a:lnTo>
                  <a:lnTo>
                    <a:pt x="2133179" y="3336594"/>
                  </a:lnTo>
                  <a:lnTo>
                    <a:pt x="2133273" y="3336594"/>
                  </a:lnTo>
                  <a:lnTo>
                    <a:pt x="2133367" y="3336594"/>
                  </a:lnTo>
                  <a:lnTo>
                    <a:pt x="2133461" y="3336594"/>
                  </a:lnTo>
                  <a:lnTo>
                    <a:pt x="2133555" y="3336594"/>
                  </a:lnTo>
                  <a:lnTo>
                    <a:pt x="2133650" y="3336594"/>
                  </a:lnTo>
                  <a:lnTo>
                    <a:pt x="2133744" y="3336594"/>
                  </a:lnTo>
                  <a:lnTo>
                    <a:pt x="2133838" y="3336594"/>
                  </a:lnTo>
                  <a:lnTo>
                    <a:pt x="2133932" y="3336594"/>
                  </a:lnTo>
                  <a:lnTo>
                    <a:pt x="2134026" y="3336594"/>
                  </a:lnTo>
                  <a:lnTo>
                    <a:pt x="2134120" y="3336594"/>
                  </a:lnTo>
                  <a:lnTo>
                    <a:pt x="2134214" y="3336594"/>
                  </a:lnTo>
                  <a:lnTo>
                    <a:pt x="2134308" y="3336594"/>
                  </a:lnTo>
                  <a:lnTo>
                    <a:pt x="2134402" y="3336594"/>
                  </a:lnTo>
                  <a:lnTo>
                    <a:pt x="2134496" y="3336594"/>
                  </a:lnTo>
                  <a:lnTo>
                    <a:pt x="2134590" y="3336594"/>
                  </a:lnTo>
                  <a:lnTo>
                    <a:pt x="2134684" y="3336594"/>
                  </a:lnTo>
                  <a:lnTo>
                    <a:pt x="2134778" y="3336594"/>
                  </a:lnTo>
                  <a:lnTo>
                    <a:pt x="2134872" y="3336594"/>
                  </a:lnTo>
                  <a:lnTo>
                    <a:pt x="2134966" y="3336594"/>
                  </a:lnTo>
                  <a:lnTo>
                    <a:pt x="2135060" y="3336594"/>
                  </a:lnTo>
                  <a:lnTo>
                    <a:pt x="2135154" y="3336594"/>
                  </a:lnTo>
                  <a:lnTo>
                    <a:pt x="2135248" y="3336594"/>
                  </a:lnTo>
                  <a:lnTo>
                    <a:pt x="2135342" y="3336594"/>
                  </a:lnTo>
                  <a:lnTo>
                    <a:pt x="2135436" y="3336594"/>
                  </a:lnTo>
                  <a:lnTo>
                    <a:pt x="2135530" y="3336594"/>
                  </a:lnTo>
                  <a:lnTo>
                    <a:pt x="2135624" y="3336594"/>
                  </a:lnTo>
                  <a:lnTo>
                    <a:pt x="2135718" y="3336594"/>
                  </a:lnTo>
                  <a:lnTo>
                    <a:pt x="2135812" y="3336594"/>
                  </a:lnTo>
                  <a:lnTo>
                    <a:pt x="2135906" y="3336594"/>
                  </a:lnTo>
                  <a:lnTo>
                    <a:pt x="2136000" y="3336594"/>
                  </a:lnTo>
                  <a:lnTo>
                    <a:pt x="2136094" y="3336594"/>
                  </a:lnTo>
                  <a:lnTo>
                    <a:pt x="2136188" y="3336594"/>
                  </a:lnTo>
                  <a:lnTo>
                    <a:pt x="2136188" y="3331314"/>
                  </a:lnTo>
                  <a:lnTo>
                    <a:pt x="2136282" y="3331314"/>
                  </a:lnTo>
                  <a:lnTo>
                    <a:pt x="2136376" y="3331314"/>
                  </a:lnTo>
                  <a:lnTo>
                    <a:pt x="2136470" y="3331314"/>
                  </a:lnTo>
                  <a:lnTo>
                    <a:pt x="2136564" y="3331314"/>
                  </a:lnTo>
                  <a:lnTo>
                    <a:pt x="2136658" y="3331314"/>
                  </a:lnTo>
                  <a:lnTo>
                    <a:pt x="2136752" y="3331314"/>
                  </a:lnTo>
                  <a:lnTo>
                    <a:pt x="2136846" y="3331314"/>
                  </a:lnTo>
                  <a:lnTo>
                    <a:pt x="2136940" y="3331314"/>
                  </a:lnTo>
                  <a:lnTo>
                    <a:pt x="2137034" y="3331314"/>
                  </a:lnTo>
                  <a:lnTo>
                    <a:pt x="2137128" y="3331314"/>
                  </a:lnTo>
                  <a:lnTo>
                    <a:pt x="2137223" y="3331314"/>
                  </a:lnTo>
                  <a:lnTo>
                    <a:pt x="2137317" y="3331314"/>
                  </a:lnTo>
                  <a:lnTo>
                    <a:pt x="2137411" y="3331314"/>
                  </a:lnTo>
                  <a:lnTo>
                    <a:pt x="2137411" y="3326035"/>
                  </a:lnTo>
                  <a:lnTo>
                    <a:pt x="2137505" y="3326035"/>
                  </a:lnTo>
                  <a:lnTo>
                    <a:pt x="2137599" y="3326035"/>
                  </a:lnTo>
                  <a:lnTo>
                    <a:pt x="2137693" y="3326035"/>
                  </a:lnTo>
                  <a:lnTo>
                    <a:pt x="2137787" y="3326035"/>
                  </a:lnTo>
                  <a:lnTo>
                    <a:pt x="2137881" y="3326035"/>
                  </a:lnTo>
                  <a:lnTo>
                    <a:pt x="2137975" y="3326035"/>
                  </a:lnTo>
                  <a:lnTo>
                    <a:pt x="2138069" y="3326035"/>
                  </a:lnTo>
                  <a:lnTo>
                    <a:pt x="2138163" y="3326035"/>
                  </a:lnTo>
                  <a:lnTo>
                    <a:pt x="2138257" y="3326035"/>
                  </a:lnTo>
                  <a:lnTo>
                    <a:pt x="2138257" y="3320756"/>
                  </a:lnTo>
                  <a:lnTo>
                    <a:pt x="2138351" y="3320756"/>
                  </a:lnTo>
                  <a:lnTo>
                    <a:pt x="2138445" y="3320756"/>
                  </a:lnTo>
                  <a:lnTo>
                    <a:pt x="2138445" y="3315476"/>
                  </a:lnTo>
                  <a:lnTo>
                    <a:pt x="2138539" y="3315476"/>
                  </a:lnTo>
                  <a:lnTo>
                    <a:pt x="2138633" y="3315476"/>
                  </a:lnTo>
                  <a:lnTo>
                    <a:pt x="2138727" y="3315476"/>
                  </a:lnTo>
                  <a:lnTo>
                    <a:pt x="2138821" y="3315476"/>
                  </a:lnTo>
                  <a:lnTo>
                    <a:pt x="2138915" y="3315476"/>
                  </a:lnTo>
                  <a:lnTo>
                    <a:pt x="2139009" y="3315476"/>
                  </a:lnTo>
                  <a:lnTo>
                    <a:pt x="2139103" y="3315476"/>
                  </a:lnTo>
                  <a:lnTo>
                    <a:pt x="2139197" y="3315476"/>
                  </a:lnTo>
                  <a:lnTo>
                    <a:pt x="2139291" y="3315476"/>
                  </a:lnTo>
                  <a:lnTo>
                    <a:pt x="2139385" y="3315476"/>
                  </a:lnTo>
                  <a:lnTo>
                    <a:pt x="2139479" y="3315476"/>
                  </a:lnTo>
                  <a:lnTo>
                    <a:pt x="2139573" y="3315476"/>
                  </a:lnTo>
                  <a:lnTo>
                    <a:pt x="2139667" y="3315476"/>
                  </a:lnTo>
                  <a:lnTo>
                    <a:pt x="2139761" y="3315476"/>
                  </a:lnTo>
                  <a:lnTo>
                    <a:pt x="2139855" y="3315476"/>
                  </a:lnTo>
                  <a:lnTo>
                    <a:pt x="2139949" y="3315476"/>
                  </a:lnTo>
                  <a:lnTo>
                    <a:pt x="2140043" y="3315476"/>
                  </a:lnTo>
                  <a:lnTo>
                    <a:pt x="2140137" y="3315476"/>
                  </a:lnTo>
                  <a:lnTo>
                    <a:pt x="2140231" y="3315476"/>
                  </a:lnTo>
                  <a:lnTo>
                    <a:pt x="2140325" y="3315476"/>
                  </a:lnTo>
                  <a:lnTo>
                    <a:pt x="2140419" y="3315476"/>
                  </a:lnTo>
                  <a:lnTo>
                    <a:pt x="2140513" y="3315476"/>
                  </a:lnTo>
                  <a:lnTo>
                    <a:pt x="2140607" y="3315476"/>
                  </a:lnTo>
                  <a:lnTo>
                    <a:pt x="2140702" y="3315476"/>
                  </a:lnTo>
                  <a:lnTo>
                    <a:pt x="2140796" y="3315476"/>
                  </a:lnTo>
                  <a:lnTo>
                    <a:pt x="2140890" y="3315476"/>
                  </a:lnTo>
                  <a:lnTo>
                    <a:pt x="2140984" y="3315476"/>
                  </a:lnTo>
                  <a:lnTo>
                    <a:pt x="2141078" y="3315476"/>
                  </a:lnTo>
                  <a:lnTo>
                    <a:pt x="2141172" y="3315476"/>
                  </a:lnTo>
                  <a:lnTo>
                    <a:pt x="2141266" y="3315476"/>
                  </a:lnTo>
                  <a:lnTo>
                    <a:pt x="2141360" y="3315476"/>
                  </a:lnTo>
                  <a:lnTo>
                    <a:pt x="2141454" y="3315476"/>
                  </a:lnTo>
                  <a:lnTo>
                    <a:pt x="2141548" y="3315476"/>
                  </a:lnTo>
                  <a:lnTo>
                    <a:pt x="2141642" y="3315476"/>
                  </a:lnTo>
                  <a:lnTo>
                    <a:pt x="2141736" y="3315476"/>
                  </a:lnTo>
                  <a:lnTo>
                    <a:pt x="2141830" y="3315476"/>
                  </a:lnTo>
                  <a:lnTo>
                    <a:pt x="2141924" y="3315476"/>
                  </a:lnTo>
                  <a:lnTo>
                    <a:pt x="2142018" y="3315476"/>
                  </a:lnTo>
                  <a:lnTo>
                    <a:pt x="2142112" y="3315476"/>
                  </a:lnTo>
                  <a:lnTo>
                    <a:pt x="2142206" y="3315476"/>
                  </a:lnTo>
                  <a:lnTo>
                    <a:pt x="2142300" y="3315476"/>
                  </a:lnTo>
                  <a:lnTo>
                    <a:pt x="2142394" y="3315476"/>
                  </a:lnTo>
                  <a:lnTo>
                    <a:pt x="2142394" y="3310197"/>
                  </a:lnTo>
                  <a:lnTo>
                    <a:pt x="2142488" y="3310197"/>
                  </a:lnTo>
                  <a:lnTo>
                    <a:pt x="2142488" y="3304917"/>
                  </a:lnTo>
                  <a:lnTo>
                    <a:pt x="2142582" y="3304917"/>
                  </a:lnTo>
                  <a:lnTo>
                    <a:pt x="2142676" y="3304917"/>
                  </a:lnTo>
                  <a:lnTo>
                    <a:pt x="2142770" y="3304917"/>
                  </a:lnTo>
                  <a:lnTo>
                    <a:pt x="2142864" y="3304917"/>
                  </a:lnTo>
                  <a:lnTo>
                    <a:pt x="2142958" y="3304917"/>
                  </a:lnTo>
                  <a:lnTo>
                    <a:pt x="2143052" y="3304917"/>
                  </a:lnTo>
                  <a:lnTo>
                    <a:pt x="2143146" y="3304917"/>
                  </a:lnTo>
                  <a:lnTo>
                    <a:pt x="2143240" y="3304917"/>
                  </a:lnTo>
                  <a:lnTo>
                    <a:pt x="2143334" y="3304917"/>
                  </a:lnTo>
                  <a:lnTo>
                    <a:pt x="2143428" y="3304917"/>
                  </a:lnTo>
                  <a:lnTo>
                    <a:pt x="2143522" y="3304917"/>
                  </a:lnTo>
                  <a:lnTo>
                    <a:pt x="2143522" y="3299638"/>
                  </a:lnTo>
                  <a:lnTo>
                    <a:pt x="2143616" y="3299638"/>
                  </a:lnTo>
                  <a:lnTo>
                    <a:pt x="2143710" y="3299638"/>
                  </a:lnTo>
                  <a:lnTo>
                    <a:pt x="2143804" y="3299638"/>
                  </a:lnTo>
                  <a:lnTo>
                    <a:pt x="2143898" y="3299638"/>
                  </a:lnTo>
                  <a:lnTo>
                    <a:pt x="2143992" y="3299638"/>
                  </a:lnTo>
                  <a:lnTo>
                    <a:pt x="2144086" y="3299638"/>
                  </a:lnTo>
                  <a:lnTo>
                    <a:pt x="2144180" y="3299638"/>
                  </a:lnTo>
                  <a:lnTo>
                    <a:pt x="2144275" y="3299638"/>
                  </a:lnTo>
                  <a:lnTo>
                    <a:pt x="2144369" y="3299638"/>
                  </a:lnTo>
                  <a:lnTo>
                    <a:pt x="2144463" y="3299638"/>
                  </a:lnTo>
                  <a:lnTo>
                    <a:pt x="2144557" y="3299638"/>
                  </a:lnTo>
                  <a:lnTo>
                    <a:pt x="2144651" y="3299638"/>
                  </a:lnTo>
                  <a:lnTo>
                    <a:pt x="2144745" y="3299638"/>
                  </a:lnTo>
                  <a:lnTo>
                    <a:pt x="2144839" y="3299638"/>
                  </a:lnTo>
                  <a:lnTo>
                    <a:pt x="2144933" y="3299638"/>
                  </a:lnTo>
                  <a:lnTo>
                    <a:pt x="2145027" y="3299638"/>
                  </a:lnTo>
                  <a:lnTo>
                    <a:pt x="2145121" y="3299638"/>
                  </a:lnTo>
                  <a:lnTo>
                    <a:pt x="2145215" y="3299638"/>
                  </a:lnTo>
                  <a:lnTo>
                    <a:pt x="2145309" y="3299638"/>
                  </a:lnTo>
                  <a:lnTo>
                    <a:pt x="2145403" y="3299638"/>
                  </a:lnTo>
                  <a:lnTo>
                    <a:pt x="2145497" y="3299638"/>
                  </a:lnTo>
                  <a:lnTo>
                    <a:pt x="2145591" y="3299638"/>
                  </a:lnTo>
                  <a:lnTo>
                    <a:pt x="2145685" y="3299638"/>
                  </a:lnTo>
                  <a:lnTo>
                    <a:pt x="2145779" y="3299638"/>
                  </a:lnTo>
                  <a:lnTo>
                    <a:pt x="2145873" y="3299638"/>
                  </a:lnTo>
                  <a:lnTo>
                    <a:pt x="2145967" y="3299638"/>
                  </a:lnTo>
                  <a:lnTo>
                    <a:pt x="2146061" y="3299638"/>
                  </a:lnTo>
                  <a:lnTo>
                    <a:pt x="2146155" y="3299638"/>
                  </a:lnTo>
                  <a:lnTo>
                    <a:pt x="2146249" y="3299638"/>
                  </a:lnTo>
                  <a:lnTo>
                    <a:pt x="2146343" y="3299638"/>
                  </a:lnTo>
                  <a:lnTo>
                    <a:pt x="2146437" y="3299638"/>
                  </a:lnTo>
                  <a:lnTo>
                    <a:pt x="2146531" y="3299638"/>
                  </a:lnTo>
                  <a:lnTo>
                    <a:pt x="2146531" y="3294358"/>
                  </a:lnTo>
                  <a:lnTo>
                    <a:pt x="2146625" y="3294358"/>
                  </a:lnTo>
                  <a:lnTo>
                    <a:pt x="2146719" y="3294358"/>
                  </a:lnTo>
                  <a:lnTo>
                    <a:pt x="2146813" y="3294358"/>
                  </a:lnTo>
                  <a:lnTo>
                    <a:pt x="2146907" y="3294358"/>
                  </a:lnTo>
                  <a:lnTo>
                    <a:pt x="2147001" y="3294358"/>
                  </a:lnTo>
                  <a:lnTo>
                    <a:pt x="2147095" y="3294358"/>
                  </a:lnTo>
                  <a:lnTo>
                    <a:pt x="2147189" y="3294358"/>
                  </a:lnTo>
                  <a:lnTo>
                    <a:pt x="2147283" y="3294358"/>
                  </a:lnTo>
                  <a:lnTo>
                    <a:pt x="2147377" y="3294358"/>
                  </a:lnTo>
                  <a:lnTo>
                    <a:pt x="2147377" y="3289079"/>
                  </a:lnTo>
                  <a:lnTo>
                    <a:pt x="2147471" y="3289079"/>
                  </a:lnTo>
                  <a:lnTo>
                    <a:pt x="2147565" y="3289079"/>
                  </a:lnTo>
                  <a:lnTo>
                    <a:pt x="2147659" y="3289079"/>
                  </a:lnTo>
                  <a:lnTo>
                    <a:pt x="2147753" y="3289079"/>
                  </a:lnTo>
                  <a:lnTo>
                    <a:pt x="2147848" y="3289079"/>
                  </a:lnTo>
                  <a:lnTo>
                    <a:pt x="2147942" y="3289079"/>
                  </a:lnTo>
                  <a:lnTo>
                    <a:pt x="2148036" y="3289079"/>
                  </a:lnTo>
                  <a:lnTo>
                    <a:pt x="2148130" y="3289079"/>
                  </a:lnTo>
                  <a:lnTo>
                    <a:pt x="2148224" y="3289079"/>
                  </a:lnTo>
                  <a:lnTo>
                    <a:pt x="2148318" y="3289079"/>
                  </a:lnTo>
                  <a:lnTo>
                    <a:pt x="2148412" y="3289079"/>
                  </a:lnTo>
                  <a:lnTo>
                    <a:pt x="2148506" y="3289079"/>
                  </a:lnTo>
                  <a:lnTo>
                    <a:pt x="2148600" y="3289079"/>
                  </a:lnTo>
                  <a:lnTo>
                    <a:pt x="2148694" y="3289079"/>
                  </a:lnTo>
                  <a:lnTo>
                    <a:pt x="2148788" y="3289079"/>
                  </a:lnTo>
                  <a:lnTo>
                    <a:pt x="2148882" y="3289079"/>
                  </a:lnTo>
                  <a:lnTo>
                    <a:pt x="2148976" y="3289079"/>
                  </a:lnTo>
                  <a:lnTo>
                    <a:pt x="2149070" y="3289079"/>
                  </a:lnTo>
                  <a:lnTo>
                    <a:pt x="2149164" y="3289079"/>
                  </a:lnTo>
                  <a:lnTo>
                    <a:pt x="2149258" y="3289079"/>
                  </a:lnTo>
                  <a:lnTo>
                    <a:pt x="2149352" y="3289079"/>
                  </a:lnTo>
                  <a:lnTo>
                    <a:pt x="2149446" y="3289079"/>
                  </a:lnTo>
                  <a:lnTo>
                    <a:pt x="2149540" y="3289079"/>
                  </a:lnTo>
                  <a:lnTo>
                    <a:pt x="2149634" y="3289079"/>
                  </a:lnTo>
                  <a:lnTo>
                    <a:pt x="2149728" y="3289079"/>
                  </a:lnTo>
                  <a:lnTo>
                    <a:pt x="2149822" y="3289079"/>
                  </a:lnTo>
                  <a:lnTo>
                    <a:pt x="2149916" y="3289079"/>
                  </a:lnTo>
                  <a:lnTo>
                    <a:pt x="2150010" y="3289079"/>
                  </a:lnTo>
                  <a:lnTo>
                    <a:pt x="2150104" y="3289079"/>
                  </a:lnTo>
                  <a:lnTo>
                    <a:pt x="2150198" y="3289079"/>
                  </a:lnTo>
                  <a:lnTo>
                    <a:pt x="2150292" y="3289079"/>
                  </a:lnTo>
                  <a:lnTo>
                    <a:pt x="2150386" y="3289079"/>
                  </a:lnTo>
                  <a:lnTo>
                    <a:pt x="2150480" y="3289079"/>
                  </a:lnTo>
                  <a:lnTo>
                    <a:pt x="2150574" y="3289079"/>
                  </a:lnTo>
                  <a:lnTo>
                    <a:pt x="2150668" y="3289079"/>
                  </a:lnTo>
                  <a:lnTo>
                    <a:pt x="2150762" y="3289079"/>
                  </a:lnTo>
                  <a:lnTo>
                    <a:pt x="2150856" y="3289079"/>
                  </a:lnTo>
                  <a:lnTo>
                    <a:pt x="2150950" y="3289079"/>
                  </a:lnTo>
                  <a:lnTo>
                    <a:pt x="2151044" y="3289079"/>
                  </a:lnTo>
                  <a:lnTo>
                    <a:pt x="2151138" y="3289079"/>
                  </a:lnTo>
                  <a:lnTo>
                    <a:pt x="2151232" y="3289079"/>
                  </a:lnTo>
                  <a:lnTo>
                    <a:pt x="2151327" y="3289079"/>
                  </a:lnTo>
                  <a:lnTo>
                    <a:pt x="2151421" y="3289079"/>
                  </a:lnTo>
                  <a:lnTo>
                    <a:pt x="2151515" y="3289079"/>
                  </a:lnTo>
                  <a:lnTo>
                    <a:pt x="2151609" y="3289079"/>
                  </a:lnTo>
                  <a:lnTo>
                    <a:pt x="2151703" y="3289079"/>
                  </a:lnTo>
                  <a:lnTo>
                    <a:pt x="2151797" y="3289079"/>
                  </a:lnTo>
                  <a:lnTo>
                    <a:pt x="2151891" y="3289079"/>
                  </a:lnTo>
                  <a:lnTo>
                    <a:pt x="2151985" y="3289079"/>
                  </a:lnTo>
                  <a:lnTo>
                    <a:pt x="2152079" y="3289079"/>
                  </a:lnTo>
                  <a:lnTo>
                    <a:pt x="2152173" y="3289079"/>
                  </a:lnTo>
                  <a:lnTo>
                    <a:pt x="2152267" y="3289079"/>
                  </a:lnTo>
                  <a:lnTo>
                    <a:pt x="2152361" y="3289079"/>
                  </a:lnTo>
                  <a:lnTo>
                    <a:pt x="2152455" y="3289079"/>
                  </a:lnTo>
                  <a:lnTo>
                    <a:pt x="2152549" y="3289079"/>
                  </a:lnTo>
                  <a:lnTo>
                    <a:pt x="2152643" y="3289079"/>
                  </a:lnTo>
                  <a:lnTo>
                    <a:pt x="2152737" y="3289079"/>
                  </a:lnTo>
                  <a:lnTo>
                    <a:pt x="2152831" y="3289079"/>
                  </a:lnTo>
                  <a:lnTo>
                    <a:pt x="2152831" y="3283800"/>
                  </a:lnTo>
                  <a:lnTo>
                    <a:pt x="2152925" y="3283800"/>
                  </a:lnTo>
                  <a:lnTo>
                    <a:pt x="2153019" y="3283800"/>
                  </a:lnTo>
                  <a:lnTo>
                    <a:pt x="2153113" y="3283800"/>
                  </a:lnTo>
                  <a:lnTo>
                    <a:pt x="2153207" y="3283800"/>
                  </a:lnTo>
                  <a:lnTo>
                    <a:pt x="2153301" y="3283800"/>
                  </a:lnTo>
                  <a:lnTo>
                    <a:pt x="2153395" y="3283800"/>
                  </a:lnTo>
                  <a:lnTo>
                    <a:pt x="2153489" y="3283800"/>
                  </a:lnTo>
                  <a:lnTo>
                    <a:pt x="2153583" y="3283800"/>
                  </a:lnTo>
                  <a:lnTo>
                    <a:pt x="2153677" y="3283800"/>
                  </a:lnTo>
                  <a:lnTo>
                    <a:pt x="2153771" y="3283800"/>
                  </a:lnTo>
                  <a:lnTo>
                    <a:pt x="2153865" y="3283800"/>
                  </a:lnTo>
                  <a:lnTo>
                    <a:pt x="2153959" y="3283800"/>
                  </a:lnTo>
                  <a:lnTo>
                    <a:pt x="2154053" y="3283800"/>
                  </a:lnTo>
                  <a:lnTo>
                    <a:pt x="2154147" y="3283800"/>
                  </a:lnTo>
                  <a:lnTo>
                    <a:pt x="2154241" y="3283800"/>
                  </a:lnTo>
                  <a:lnTo>
                    <a:pt x="2154335" y="3283800"/>
                  </a:lnTo>
                  <a:lnTo>
                    <a:pt x="2154429" y="3283800"/>
                  </a:lnTo>
                  <a:lnTo>
                    <a:pt x="2154523" y="3283800"/>
                  </a:lnTo>
                  <a:lnTo>
                    <a:pt x="2154617" y="3283800"/>
                  </a:lnTo>
                  <a:lnTo>
                    <a:pt x="2154711" y="3283800"/>
                  </a:lnTo>
                  <a:lnTo>
                    <a:pt x="2154805" y="3283800"/>
                  </a:lnTo>
                  <a:lnTo>
                    <a:pt x="2154900" y="3283800"/>
                  </a:lnTo>
                  <a:lnTo>
                    <a:pt x="2154994" y="3283800"/>
                  </a:lnTo>
                  <a:lnTo>
                    <a:pt x="2155088" y="3283800"/>
                  </a:lnTo>
                  <a:lnTo>
                    <a:pt x="2155182" y="3283800"/>
                  </a:lnTo>
                  <a:lnTo>
                    <a:pt x="2155276" y="3283800"/>
                  </a:lnTo>
                  <a:lnTo>
                    <a:pt x="2155370" y="3283800"/>
                  </a:lnTo>
                  <a:lnTo>
                    <a:pt x="2155464" y="3283800"/>
                  </a:lnTo>
                  <a:lnTo>
                    <a:pt x="2155558" y="3283800"/>
                  </a:lnTo>
                  <a:lnTo>
                    <a:pt x="2155652" y="3283800"/>
                  </a:lnTo>
                  <a:lnTo>
                    <a:pt x="2155746" y="3283800"/>
                  </a:lnTo>
                  <a:lnTo>
                    <a:pt x="2155840" y="3283800"/>
                  </a:lnTo>
                  <a:lnTo>
                    <a:pt x="2155934" y="3283800"/>
                  </a:lnTo>
                  <a:lnTo>
                    <a:pt x="2156028" y="3283800"/>
                  </a:lnTo>
                  <a:lnTo>
                    <a:pt x="2156122" y="3283800"/>
                  </a:lnTo>
                  <a:lnTo>
                    <a:pt x="2156216" y="3283800"/>
                  </a:lnTo>
                  <a:lnTo>
                    <a:pt x="2156310" y="3283800"/>
                  </a:lnTo>
                  <a:lnTo>
                    <a:pt x="2156404" y="3283800"/>
                  </a:lnTo>
                  <a:lnTo>
                    <a:pt x="2156498" y="3283800"/>
                  </a:lnTo>
                  <a:lnTo>
                    <a:pt x="2156592" y="3283800"/>
                  </a:lnTo>
                  <a:lnTo>
                    <a:pt x="2156686" y="3283800"/>
                  </a:lnTo>
                  <a:lnTo>
                    <a:pt x="2156780" y="3283800"/>
                  </a:lnTo>
                  <a:lnTo>
                    <a:pt x="2156874" y="3283800"/>
                  </a:lnTo>
                  <a:lnTo>
                    <a:pt x="2156968" y="3283800"/>
                  </a:lnTo>
                  <a:lnTo>
                    <a:pt x="2157062" y="3283800"/>
                  </a:lnTo>
                  <a:lnTo>
                    <a:pt x="2157156" y="3283800"/>
                  </a:lnTo>
                  <a:lnTo>
                    <a:pt x="2157250" y="3283800"/>
                  </a:lnTo>
                  <a:lnTo>
                    <a:pt x="2157344" y="3283800"/>
                  </a:lnTo>
                  <a:lnTo>
                    <a:pt x="2157438" y="3283800"/>
                  </a:lnTo>
                  <a:lnTo>
                    <a:pt x="2157532" y="3283800"/>
                  </a:lnTo>
                  <a:lnTo>
                    <a:pt x="2157626" y="3283800"/>
                  </a:lnTo>
                  <a:lnTo>
                    <a:pt x="2157720" y="3283800"/>
                  </a:lnTo>
                  <a:lnTo>
                    <a:pt x="2157814" y="3283800"/>
                  </a:lnTo>
                  <a:lnTo>
                    <a:pt x="2157908" y="3283800"/>
                  </a:lnTo>
                  <a:lnTo>
                    <a:pt x="2158002" y="3283800"/>
                  </a:lnTo>
                  <a:lnTo>
                    <a:pt x="2158096" y="3283800"/>
                  </a:lnTo>
                  <a:lnTo>
                    <a:pt x="2158190" y="3283800"/>
                  </a:lnTo>
                  <a:lnTo>
                    <a:pt x="2158284" y="3283800"/>
                  </a:lnTo>
                  <a:lnTo>
                    <a:pt x="2158378" y="3283800"/>
                  </a:lnTo>
                  <a:lnTo>
                    <a:pt x="2158473" y="3283800"/>
                  </a:lnTo>
                  <a:lnTo>
                    <a:pt x="2158567" y="3283800"/>
                  </a:lnTo>
                  <a:lnTo>
                    <a:pt x="2158661" y="3283800"/>
                  </a:lnTo>
                  <a:lnTo>
                    <a:pt x="2158755" y="3283800"/>
                  </a:lnTo>
                  <a:lnTo>
                    <a:pt x="2158849" y="3283800"/>
                  </a:lnTo>
                  <a:lnTo>
                    <a:pt x="2158943" y="3283800"/>
                  </a:lnTo>
                  <a:lnTo>
                    <a:pt x="2159037" y="3283800"/>
                  </a:lnTo>
                  <a:lnTo>
                    <a:pt x="2159131" y="3283800"/>
                  </a:lnTo>
                  <a:lnTo>
                    <a:pt x="2159225" y="3283800"/>
                  </a:lnTo>
                  <a:lnTo>
                    <a:pt x="2159319" y="3283800"/>
                  </a:lnTo>
                  <a:lnTo>
                    <a:pt x="2159413" y="3283800"/>
                  </a:lnTo>
                  <a:lnTo>
                    <a:pt x="2159507" y="3283800"/>
                  </a:lnTo>
                  <a:lnTo>
                    <a:pt x="2159601" y="3283800"/>
                  </a:lnTo>
                  <a:lnTo>
                    <a:pt x="2159695" y="3283800"/>
                  </a:lnTo>
                  <a:lnTo>
                    <a:pt x="2159789" y="3283800"/>
                  </a:lnTo>
                  <a:lnTo>
                    <a:pt x="2159883" y="3283800"/>
                  </a:lnTo>
                  <a:lnTo>
                    <a:pt x="2159977" y="3283800"/>
                  </a:lnTo>
                  <a:lnTo>
                    <a:pt x="2160071" y="3283800"/>
                  </a:lnTo>
                  <a:lnTo>
                    <a:pt x="2160165" y="3283800"/>
                  </a:lnTo>
                  <a:lnTo>
                    <a:pt x="2160259" y="3283800"/>
                  </a:lnTo>
                  <a:lnTo>
                    <a:pt x="2160353" y="3283800"/>
                  </a:lnTo>
                  <a:lnTo>
                    <a:pt x="2160447" y="3283800"/>
                  </a:lnTo>
                  <a:lnTo>
                    <a:pt x="2160541" y="3283800"/>
                  </a:lnTo>
                  <a:lnTo>
                    <a:pt x="2160635" y="3283800"/>
                  </a:lnTo>
                  <a:lnTo>
                    <a:pt x="2160729" y="3283800"/>
                  </a:lnTo>
                  <a:lnTo>
                    <a:pt x="2160823" y="3283800"/>
                  </a:lnTo>
                  <a:lnTo>
                    <a:pt x="2160917" y="3283800"/>
                  </a:lnTo>
                  <a:lnTo>
                    <a:pt x="2161011" y="3283800"/>
                  </a:lnTo>
                  <a:lnTo>
                    <a:pt x="2161105" y="3283800"/>
                  </a:lnTo>
                  <a:lnTo>
                    <a:pt x="2161199" y="3283800"/>
                  </a:lnTo>
                  <a:lnTo>
                    <a:pt x="2161293" y="3283800"/>
                  </a:lnTo>
                  <a:lnTo>
                    <a:pt x="2161387" y="3283800"/>
                  </a:lnTo>
                  <a:lnTo>
                    <a:pt x="2161481" y="3283800"/>
                  </a:lnTo>
                  <a:lnTo>
                    <a:pt x="2161575" y="3283800"/>
                  </a:lnTo>
                  <a:lnTo>
                    <a:pt x="2161669" y="3283800"/>
                  </a:lnTo>
                  <a:lnTo>
                    <a:pt x="2161763" y="3283800"/>
                  </a:lnTo>
                  <a:lnTo>
                    <a:pt x="2161857" y="3283800"/>
                  </a:lnTo>
                  <a:lnTo>
                    <a:pt x="2161952" y="3283800"/>
                  </a:lnTo>
                  <a:lnTo>
                    <a:pt x="2162046" y="3283800"/>
                  </a:lnTo>
                  <a:lnTo>
                    <a:pt x="2162140" y="3283800"/>
                  </a:lnTo>
                  <a:lnTo>
                    <a:pt x="2162234" y="3283800"/>
                  </a:lnTo>
                  <a:lnTo>
                    <a:pt x="2162328" y="3283800"/>
                  </a:lnTo>
                  <a:lnTo>
                    <a:pt x="2162422" y="3283800"/>
                  </a:lnTo>
                  <a:lnTo>
                    <a:pt x="2162516" y="3283800"/>
                  </a:lnTo>
                  <a:lnTo>
                    <a:pt x="2162610" y="3283800"/>
                  </a:lnTo>
                  <a:lnTo>
                    <a:pt x="2162704" y="3283800"/>
                  </a:lnTo>
                  <a:lnTo>
                    <a:pt x="2162798" y="3283800"/>
                  </a:lnTo>
                  <a:lnTo>
                    <a:pt x="2162892" y="3283800"/>
                  </a:lnTo>
                  <a:lnTo>
                    <a:pt x="2162986" y="3283800"/>
                  </a:lnTo>
                  <a:lnTo>
                    <a:pt x="2163080" y="3283800"/>
                  </a:lnTo>
                  <a:lnTo>
                    <a:pt x="2163174" y="3283800"/>
                  </a:lnTo>
                  <a:lnTo>
                    <a:pt x="2163268" y="3283800"/>
                  </a:lnTo>
                  <a:lnTo>
                    <a:pt x="2163362" y="3283800"/>
                  </a:lnTo>
                  <a:lnTo>
                    <a:pt x="2163456" y="3283800"/>
                  </a:lnTo>
                  <a:lnTo>
                    <a:pt x="2163550" y="3283800"/>
                  </a:lnTo>
                  <a:lnTo>
                    <a:pt x="2163644" y="3283800"/>
                  </a:lnTo>
                  <a:lnTo>
                    <a:pt x="2163738" y="3283800"/>
                  </a:lnTo>
                  <a:lnTo>
                    <a:pt x="2163832" y="3283800"/>
                  </a:lnTo>
                  <a:lnTo>
                    <a:pt x="2163926" y="3283800"/>
                  </a:lnTo>
                  <a:lnTo>
                    <a:pt x="2164020" y="3283800"/>
                  </a:lnTo>
                  <a:lnTo>
                    <a:pt x="2164114" y="3283800"/>
                  </a:lnTo>
                  <a:lnTo>
                    <a:pt x="2164208" y="3283800"/>
                  </a:lnTo>
                  <a:lnTo>
                    <a:pt x="2164302" y="3283800"/>
                  </a:lnTo>
                  <a:lnTo>
                    <a:pt x="2164396" y="3283800"/>
                  </a:lnTo>
                  <a:lnTo>
                    <a:pt x="2164396" y="3278520"/>
                  </a:lnTo>
                  <a:lnTo>
                    <a:pt x="2164490" y="3278520"/>
                  </a:lnTo>
                  <a:lnTo>
                    <a:pt x="2164584" y="3278520"/>
                  </a:lnTo>
                  <a:lnTo>
                    <a:pt x="2164678" y="3278520"/>
                  </a:lnTo>
                  <a:lnTo>
                    <a:pt x="2164772" y="3278520"/>
                  </a:lnTo>
                  <a:lnTo>
                    <a:pt x="2164866" y="3278520"/>
                  </a:lnTo>
                  <a:lnTo>
                    <a:pt x="2164960" y="3278520"/>
                  </a:lnTo>
                  <a:lnTo>
                    <a:pt x="2165054" y="3278520"/>
                  </a:lnTo>
                  <a:lnTo>
                    <a:pt x="2165148" y="3278520"/>
                  </a:lnTo>
                  <a:lnTo>
                    <a:pt x="2165242" y="3278520"/>
                  </a:lnTo>
                  <a:lnTo>
                    <a:pt x="2165242" y="3273241"/>
                  </a:lnTo>
                  <a:lnTo>
                    <a:pt x="2165336" y="3273241"/>
                  </a:lnTo>
                  <a:lnTo>
                    <a:pt x="2165430" y="3273241"/>
                  </a:lnTo>
                  <a:lnTo>
                    <a:pt x="2165525" y="3273241"/>
                  </a:lnTo>
                  <a:lnTo>
                    <a:pt x="2165619" y="3273241"/>
                  </a:lnTo>
                  <a:lnTo>
                    <a:pt x="2165713" y="3273241"/>
                  </a:lnTo>
                  <a:lnTo>
                    <a:pt x="2165807" y="3273241"/>
                  </a:lnTo>
                  <a:lnTo>
                    <a:pt x="2165901" y="3273241"/>
                  </a:lnTo>
                  <a:lnTo>
                    <a:pt x="2165995" y="3273241"/>
                  </a:lnTo>
                  <a:lnTo>
                    <a:pt x="2166089" y="3273241"/>
                  </a:lnTo>
                  <a:lnTo>
                    <a:pt x="2166183" y="3273241"/>
                  </a:lnTo>
                  <a:lnTo>
                    <a:pt x="2166277" y="3273241"/>
                  </a:lnTo>
                  <a:lnTo>
                    <a:pt x="2166371" y="3273241"/>
                  </a:lnTo>
                  <a:lnTo>
                    <a:pt x="2166465" y="3273241"/>
                  </a:lnTo>
                  <a:lnTo>
                    <a:pt x="2166559" y="3273241"/>
                  </a:lnTo>
                  <a:lnTo>
                    <a:pt x="2166653" y="3273241"/>
                  </a:lnTo>
                  <a:lnTo>
                    <a:pt x="2166747" y="3273241"/>
                  </a:lnTo>
                  <a:lnTo>
                    <a:pt x="2166841" y="3273241"/>
                  </a:lnTo>
                  <a:lnTo>
                    <a:pt x="2166935" y="3273241"/>
                  </a:lnTo>
                  <a:lnTo>
                    <a:pt x="2167029" y="3273241"/>
                  </a:lnTo>
                  <a:lnTo>
                    <a:pt x="2167123" y="3273241"/>
                  </a:lnTo>
                  <a:lnTo>
                    <a:pt x="2167217" y="3273241"/>
                  </a:lnTo>
                  <a:lnTo>
                    <a:pt x="2167217" y="3267961"/>
                  </a:lnTo>
                  <a:lnTo>
                    <a:pt x="2167311" y="3267961"/>
                  </a:lnTo>
                  <a:lnTo>
                    <a:pt x="2167405" y="3267961"/>
                  </a:lnTo>
                  <a:lnTo>
                    <a:pt x="2167499" y="3267961"/>
                  </a:lnTo>
                  <a:lnTo>
                    <a:pt x="2167593" y="3267961"/>
                  </a:lnTo>
                  <a:lnTo>
                    <a:pt x="2167687" y="3267961"/>
                  </a:lnTo>
                  <a:lnTo>
                    <a:pt x="2167781" y="3267961"/>
                  </a:lnTo>
                  <a:lnTo>
                    <a:pt x="2167875" y="3267961"/>
                  </a:lnTo>
                  <a:lnTo>
                    <a:pt x="2167969" y="3267961"/>
                  </a:lnTo>
                  <a:lnTo>
                    <a:pt x="2168063" y="3267961"/>
                  </a:lnTo>
                  <a:lnTo>
                    <a:pt x="2168157" y="3267961"/>
                  </a:lnTo>
                  <a:lnTo>
                    <a:pt x="2168251" y="3267961"/>
                  </a:lnTo>
                  <a:lnTo>
                    <a:pt x="2168345" y="3267961"/>
                  </a:lnTo>
                  <a:lnTo>
                    <a:pt x="2168439" y="3267961"/>
                  </a:lnTo>
                  <a:lnTo>
                    <a:pt x="2168533" y="3267961"/>
                  </a:lnTo>
                  <a:lnTo>
                    <a:pt x="2168627" y="3267961"/>
                  </a:lnTo>
                  <a:lnTo>
                    <a:pt x="2168721" y="3267961"/>
                  </a:lnTo>
                  <a:lnTo>
                    <a:pt x="2168815" y="3267961"/>
                  </a:lnTo>
                  <a:lnTo>
                    <a:pt x="2168909" y="3267961"/>
                  </a:lnTo>
                  <a:lnTo>
                    <a:pt x="2169003" y="3267961"/>
                  </a:lnTo>
                  <a:lnTo>
                    <a:pt x="2169098" y="3267961"/>
                  </a:lnTo>
                  <a:lnTo>
                    <a:pt x="2169192" y="3267961"/>
                  </a:lnTo>
                  <a:lnTo>
                    <a:pt x="2169286" y="3267961"/>
                  </a:lnTo>
                  <a:lnTo>
                    <a:pt x="2169380" y="3267961"/>
                  </a:lnTo>
                  <a:lnTo>
                    <a:pt x="2169474" y="3267961"/>
                  </a:lnTo>
                  <a:lnTo>
                    <a:pt x="2169568" y="3267961"/>
                  </a:lnTo>
                  <a:lnTo>
                    <a:pt x="2169662" y="3267961"/>
                  </a:lnTo>
                  <a:lnTo>
                    <a:pt x="2169756" y="3267961"/>
                  </a:lnTo>
                  <a:lnTo>
                    <a:pt x="2169850" y="3267961"/>
                  </a:lnTo>
                  <a:lnTo>
                    <a:pt x="2169944" y="3267961"/>
                  </a:lnTo>
                  <a:lnTo>
                    <a:pt x="2170038" y="3267961"/>
                  </a:lnTo>
                  <a:lnTo>
                    <a:pt x="2170132" y="3267961"/>
                  </a:lnTo>
                  <a:lnTo>
                    <a:pt x="2170226" y="3267961"/>
                  </a:lnTo>
                  <a:lnTo>
                    <a:pt x="2170320" y="3267961"/>
                  </a:lnTo>
                  <a:lnTo>
                    <a:pt x="2170414" y="3267961"/>
                  </a:lnTo>
                  <a:lnTo>
                    <a:pt x="2170508" y="3267961"/>
                  </a:lnTo>
                  <a:lnTo>
                    <a:pt x="2170602" y="3267961"/>
                  </a:lnTo>
                  <a:lnTo>
                    <a:pt x="2170696" y="3267961"/>
                  </a:lnTo>
                  <a:lnTo>
                    <a:pt x="2170790" y="3267961"/>
                  </a:lnTo>
                  <a:lnTo>
                    <a:pt x="2170884" y="3267961"/>
                  </a:lnTo>
                  <a:lnTo>
                    <a:pt x="2170978" y="3267961"/>
                  </a:lnTo>
                  <a:lnTo>
                    <a:pt x="2171072" y="3267961"/>
                  </a:lnTo>
                  <a:lnTo>
                    <a:pt x="2171166" y="3267961"/>
                  </a:lnTo>
                  <a:lnTo>
                    <a:pt x="2171260" y="3267961"/>
                  </a:lnTo>
                  <a:lnTo>
                    <a:pt x="2171354" y="3267961"/>
                  </a:lnTo>
                  <a:lnTo>
                    <a:pt x="2171448" y="3267961"/>
                  </a:lnTo>
                  <a:lnTo>
                    <a:pt x="2171542" y="3267961"/>
                  </a:lnTo>
                  <a:lnTo>
                    <a:pt x="2171636" y="3267961"/>
                  </a:lnTo>
                  <a:lnTo>
                    <a:pt x="2171730" y="3267961"/>
                  </a:lnTo>
                  <a:lnTo>
                    <a:pt x="2171824" y="3267961"/>
                  </a:lnTo>
                  <a:lnTo>
                    <a:pt x="2171918" y="3267961"/>
                  </a:lnTo>
                  <a:lnTo>
                    <a:pt x="2172012" y="3267961"/>
                  </a:lnTo>
                  <a:lnTo>
                    <a:pt x="2172106" y="3267961"/>
                  </a:lnTo>
                  <a:lnTo>
                    <a:pt x="2172200" y="3267961"/>
                  </a:lnTo>
                  <a:lnTo>
                    <a:pt x="2172294" y="3267961"/>
                  </a:lnTo>
                  <a:lnTo>
                    <a:pt x="2172388" y="3267961"/>
                  </a:lnTo>
                  <a:lnTo>
                    <a:pt x="2172482" y="3267961"/>
                  </a:lnTo>
                  <a:lnTo>
                    <a:pt x="2172577" y="3267961"/>
                  </a:lnTo>
                  <a:lnTo>
                    <a:pt x="2172671" y="3267961"/>
                  </a:lnTo>
                  <a:lnTo>
                    <a:pt x="2172765" y="3267961"/>
                  </a:lnTo>
                  <a:lnTo>
                    <a:pt x="2172859" y="3267961"/>
                  </a:lnTo>
                  <a:lnTo>
                    <a:pt x="2172953" y="3267961"/>
                  </a:lnTo>
                  <a:lnTo>
                    <a:pt x="2173047" y="3267961"/>
                  </a:lnTo>
                  <a:lnTo>
                    <a:pt x="2173141" y="3267961"/>
                  </a:lnTo>
                  <a:lnTo>
                    <a:pt x="2173235" y="3267961"/>
                  </a:lnTo>
                  <a:lnTo>
                    <a:pt x="2173329" y="3267961"/>
                  </a:lnTo>
                  <a:lnTo>
                    <a:pt x="2173423" y="3267961"/>
                  </a:lnTo>
                  <a:lnTo>
                    <a:pt x="2173517" y="3267961"/>
                  </a:lnTo>
                  <a:lnTo>
                    <a:pt x="2173611" y="3267961"/>
                  </a:lnTo>
                  <a:lnTo>
                    <a:pt x="2173705" y="3267961"/>
                  </a:lnTo>
                  <a:lnTo>
                    <a:pt x="2173799" y="3267961"/>
                  </a:lnTo>
                  <a:lnTo>
                    <a:pt x="2173893" y="3267961"/>
                  </a:lnTo>
                  <a:lnTo>
                    <a:pt x="2173987" y="3267961"/>
                  </a:lnTo>
                  <a:lnTo>
                    <a:pt x="2174081" y="3267961"/>
                  </a:lnTo>
                  <a:lnTo>
                    <a:pt x="2174175" y="3267961"/>
                  </a:lnTo>
                  <a:lnTo>
                    <a:pt x="2174269" y="3267961"/>
                  </a:lnTo>
                  <a:lnTo>
                    <a:pt x="2174363" y="3267961"/>
                  </a:lnTo>
                  <a:lnTo>
                    <a:pt x="2174457" y="3267961"/>
                  </a:lnTo>
                  <a:lnTo>
                    <a:pt x="2174551" y="3267961"/>
                  </a:lnTo>
                  <a:lnTo>
                    <a:pt x="2174645" y="3267961"/>
                  </a:lnTo>
                  <a:lnTo>
                    <a:pt x="2174739" y="3267961"/>
                  </a:lnTo>
                  <a:lnTo>
                    <a:pt x="2174833" y="3267961"/>
                  </a:lnTo>
                  <a:lnTo>
                    <a:pt x="2174927" y="3267961"/>
                  </a:lnTo>
                  <a:lnTo>
                    <a:pt x="2175021" y="3267961"/>
                  </a:lnTo>
                  <a:lnTo>
                    <a:pt x="2175115" y="3267961"/>
                  </a:lnTo>
                  <a:lnTo>
                    <a:pt x="2175209" y="3267961"/>
                  </a:lnTo>
                  <a:lnTo>
                    <a:pt x="2175303" y="3267961"/>
                  </a:lnTo>
                  <a:lnTo>
                    <a:pt x="2175397" y="3267961"/>
                  </a:lnTo>
                  <a:lnTo>
                    <a:pt x="2175491" y="3267961"/>
                  </a:lnTo>
                  <a:lnTo>
                    <a:pt x="2175585" y="3267961"/>
                  </a:lnTo>
                  <a:lnTo>
                    <a:pt x="2175679" y="3267961"/>
                  </a:lnTo>
                  <a:lnTo>
                    <a:pt x="2175773" y="3267961"/>
                  </a:lnTo>
                  <a:lnTo>
                    <a:pt x="2175867" y="3267961"/>
                  </a:lnTo>
                  <a:lnTo>
                    <a:pt x="2175961" y="3267961"/>
                  </a:lnTo>
                  <a:lnTo>
                    <a:pt x="2176055" y="3267961"/>
                  </a:lnTo>
                  <a:lnTo>
                    <a:pt x="2176150" y="3267961"/>
                  </a:lnTo>
                  <a:lnTo>
                    <a:pt x="2176244" y="3267961"/>
                  </a:lnTo>
                  <a:lnTo>
                    <a:pt x="2176338" y="3267961"/>
                  </a:lnTo>
                  <a:lnTo>
                    <a:pt x="2176432" y="3267961"/>
                  </a:lnTo>
                  <a:lnTo>
                    <a:pt x="2176526" y="3267961"/>
                  </a:lnTo>
                  <a:lnTo>
                    <a:pt x="2176620" y="3267961"/>
                  </a:lnTo>
                  <a:lnTo>
                    <a:pt x="2176714" y="3267961"/>
                  </a:lnTo>
                  <a:lnTo>
                    <a:pt x="2176808" y="3267961"/>
                  </a:lnTo>
                  <a:lnTo>
                    <a:pt x="2176902" y="3267961"/>
                  </a:lnTo>
                  <a:lnTo>
                    <a:pt x="2176996" y="3267961"/>
                  </a:lnTo>
                  <a:lnTo>
                    <a:pt x="2177090" y="3267961"/>
                  </a:lnTo>
                  <a:lnTo>
                    <a:pt x="2177184" y="3267961"/>
                  </a:lnTo>
                  <a:lnTo>
                    <a:pt x="2177278" y="3267961"/>
                  </a:lnTo>
                  <a:lnTo>
                    <a:pt x="2177372" y="3267961"/>
                  </a:lnTo>
                  <a:lnTo>
                    <a:pt x="2177466" y="3267961"/>
                  </a:lnTo>
                  <a:lnTo>
                    <a:pt x="2177560" y="3267961"/>
                  </a:lnTo>
                  <a:lnTo>
                    <a:pt x="2177560" y="3262682"/>
                  </a:lnTo>
                  <a:lnTo>
                    <a:pt x="2177560" y="3257402"/>
                  </a:lnTo>
                  <a:lnTo>
                    <a:pt x="2177654" y="3257402"/>
                  </a:lnTo>
                  <a:lnTo>
                    <a:pt x="2177748" y="3257402"/>
                  </a:lnTo>
                  <a:lnTo>
                    <a:pt x="2177842" y="3257402"/>
                  </a:lnTo>
                  <a:lnTo>
                    <a:pt x="2177936" y="3257402"/>
                  </a:lnTo>
                  <a:lnTo>
                    <a:pt x="2178030" y="3257402"/>
                  </a:lnTo>
                  <a:lnTo>
                    <a:pt x="2178124" y="3257402"/>
                  </a:lnTo>
                  <a:lnTo>
                    <a:pt x="2178218" y="3257402"/>
                  </a:lnTo>
                  <a:lnTo>
                    <a:pt x="2178312" y="3257402"/>
                  </a:lnTo>
                  <a:lnTo>
                    <a:pt x="2178406" y="3257402"/>
                  </a:lnTo>
                  <a:lnTo>
                    <a:pt x="2178500" y="3257402"/>
                  </a:lnTo>
                  <a:lnTo>
                    <a:pt x="2178594" y="3257402"/>
                  </a:lnTo>
                  <a:lnTo>
                    <a:pt x="2178688" y="3257402"/>
                  </a:lnTo>
                  <a:lnTo>
                    <a:pt x="2178782" y="3257402"/>
                  </a:lnTo>
                  <a:lnTo>
                    <a:pt x="2178876" y="3257402"/>
                  </a:lnTo>
                  <a:lnTo>
                    <a:pt x="2178970" y="3257402"/>
                  </a:lnTo>
                  <a:lnTo>
                    <a:pt x="2179064" y="3257402"/>
                  </a:lnTo>
                  <a:lnTo>
                    <a:pt x="2179158" y="3257402"/>
                  </a:lnTo>
                  <a:lnTo>
                    <a:pt x="2179252" y="3257402"/>
                  </a:lnTo>
                  <a:lnTo>
                    <a:pt x="2179346" y="3257402"/>
                  </a:lnTo>
                  <a:lnTo>
                    <a:pt x="2179440" y="3257402"/>
                  </a:lnTo>
                  <a:lnTo>
                    <a:pt x="2179534" y="3257402"/>
                  </a:lnTo>
                  <a:lnTo>
                    <a:pt x="2179628" y="3257402"/>
                  </a:lnTo>
                  <a:lnTo>
                    <a:pt x="2179723" y="3257402"/>
                  </a:lnTo>
                  <a:lnTo>
                    <a:pt x="2179817" y="3257402"/>
                  </a:lnTo>
                  <a:lnTo>
                    <a:pt x="2179911" y="3257402"/>
                  </a:lnTo>
                  <a:lnTo>
                    <a:pt x="2180005" y="3257402"/>
                  </a:lnTo>
                  <a:lnTo>
                    <a:pt x="2180099" y="3257402"/>
                  </a:lnTo>
                  <a:lnTo>
                    <a:pt x="2180193" y="3257402"/>
                  </a:lnTo>
                  <a:lnTo>
                    <a:pt x="2180287" y="3257402"/>
                  </a:lnTo>
                  <a:lnTo>
                    <a:pt x="2180381" y="3257402"/>
                  </a:lnTo>
                  <a:lnTo>
                    <a:pt x="2180475" y="3257402"/>
                  </a:lnTo>
                  <a:lnTo>
                    <a:pt x="2180569" y="3257402"/>
                  </a:lnTo>
                  <a:lnTo>
                    <a:pt x="2180663" y="3257402"/>
                  </a:lnTo>
                  <a:lnTo>
                    <a:pt x="2180757" y="3257402"/>
                  </a:lnTo>
                  <a:lnTo>
                    <a:pt x="2180851" y="3257402"/>
                  </a:lnTo>
                  <a:lnTo>
                    <a:pt x="2180945" y="3257402"/>
                  </a:lnTo>
                  <a:lnTo>
                    <a:pt x="2181039" y="3257402"/>
                  </a:lnTo>
                  <a:lnTo>
                    <a:pt x="2181133" y="3257402"/>
                  </a:lnTo>
                  <a:lnTo>
                    <a:pt x="2181227" y="3257402"/>
                  </a:lnTo>
                  <a:lnTo>
                    <a:pt x="2181321" y="3257402"/>
                  </a:lnTo>
                  <a:lnTo>
                    <a:pt x="2181415" y="3257402"/>
                  </a:lnTo>
                  <a:lnTo>
                    <a:pt x="2181509" y="3257402"/>
                  </a:lnTo>
                  <a:lnTo>
                    <a:pt x="2181603" y="3257402"/>
                  </a:lnTo>
                  <a:lnTo>
                    <a:pt x="2181697" y="3257402"/>
                  </a:lnTo>
                  <a:lnTo>
                    <a:pt x="2181791" y="3257402"/>
                  </a:lnTo>
                  <a:lnTo>
                    <a:pt x="2181885" y="3257402"/>
                  </a:lnTo>
                  <a:lnTo>
                    <a:pt x="2181979" y="3257402"/>
                  </a:lnTo>
                  <a:lnTo>
                    <a:pt x="2182073" y="3257402"/>
                  </a:lnTo>
                  <a:lnTo>
                    <a:pt x="2182167" y="3257402"/>
                  </a:lnTo>
                  <a:lnTo>
                    <a:pt x="2182261" y="3257402"/>
                  </a:lnTo>
                  <a:lnTo>
                    <a:pt x="2182355" y="3257402"/>
                  </a:lnTo>
                  <a:lnTo>
                    <a:pt x="2182449" y="3257402"/>
                  </a:lnTo>
                  <a:lnTo>
                    <a:pt x="2182543" y="3257402"/>
                  </a:lnTo>
                  <a:lnTo>
                    <a:pt x="2182637" y="3257402"/>
                  </a:lnTo>
                  <a:lnTo>
                    <a:pt x="2182731" y="3257402"/>
                  </a:lnTo>
                  <a:lnTo>
                    <a:pt x="2182825" y="3257402"/>
                  </a:lnTo>
                  <a:lnTo>
                    <a:pt x="2182919" y="3257402"/>
                  </a:lnTo>
                  <a:lnTo>
                    <a:pt x="2183013" y="3257402"/>
                  </a:lnTo>
                  <a:lnTo>
                    <a:pt x="2183107" y="3257402"/>
                  </a:lnTo>
                  <a:lnTo>
                    <a:pt x="2183201" y="3257402"/>
                  </a:lnTo>
                  <a:lnTo>
                    <a:pt x="2183296" y="3257402"/>
                  </a:lnTo>
                  <a:lnTo>
                    <a:pt x="2183390" y="3257402"/>
                  </a:lnTo>
                  <a:lnTo>
                    <a:pt x="2183484" y="3257402"/>
                  </a:lnTo>
                  <a:lnTo>
                    <a:pt x="2183578" y="3257402"/>
                  </a:lnTo>
                  <a:lnTo>
                    <a:pt x="2183672" y="3257402"/>
                  </a:lnTo>
                  <a:lnTo>
                    <a:pt x="2183766" y="3257402"/>
                  </a:lnTo>
                  <a:lnTo>
                    <a:pt x="2183860" y="3257402"/>
                  </a:lnTo>
                  <a:lnTo>
                    <a:pt x="2183954" y="3257402"/>
                  </a:lnTo>
                  <a:lnTo>
                    <a:pt x="2184048" y="3257402"/>
                  </a:lnTo>
                  <a:lnTo>
                    <a:pt x="2184142" y="3257402"/>
                  </a:lnTo>
                  <a:lnTo>
                    <a:pt x="2184236" y="3257402"/>
                  </a:lnTo>
                  <a:lnTo>
                    <a:pt x="2184330" y="3257402"/>
                  </a:lnTo>
                  <a:lnTo>
                    <a:pt x="2184424" y="3257402"/>
                  </a:lnTo>
                  <a:lnTo>
                    <a:pt x="2184518" y="3257402"/>
                  </a:lnTo>
                  <a:lnTo>
                    <a:pt x="2184612" y="3257402"/>
                  </a:lnTo>
                  <a:lnTo>
                    <a:pt x="2184706" y="3257402"/>
                  </a:lnTo>
                  <a:lnTo>
                    <a:pt x="2184800" y="3257402"/>
                  </a:lnTo>
                  <a:lnTo>
                    <a:pt x="2184894" y="3257402"/>
                  </a:lnTo>
                  <a:lnTo>
                    <a:pt x="2184988" y="3257402"/>
                  </a:lnTo>
                  <a:lnTo>
                    <a:pt x="2185082" y="3257402"/>
                  </a:lnTo>
                  <a:lnTo>
                    <a:pt x="2185176" y="3257402"/>
                  </a:lnTo>
                  <a:lnTo>
                    <a:pt x="2185270" y="3257402"/>
                  </a:lnTo>
                  <a:lnTo>
                    <a:pt x="2185364" y="3257402"/>
                  </a:lnTo>
                  <a:lnTo>
                    <a:pt x="2185458" y="3257402"/>
                  </a:lnTo>
                  <a:lnTo>
                    <a:pt x="2185552" y="3257402"/>
                  </a:lnTo>
                  <a:lnTo>
                    <a:pt x="2185646" y="3257402"/>
                  </a:lnTo>
                  <a:lnTo>
                    <a:pt x="2185740" y="3257402"/>
                  </a:lnTo>
                  <a:lnTo>
                    <a:pt x="2185834" y="3257402"/>
                  </a:lnTo>
                  <a:lnTo>
                    <a:pt x="2185928" y="3257402"/>
                  </a:lnTo>
                  <a:lnTo>
                    <a:pt x="2186022" y="3257402"/>
                  </a:lnTo>
                  <a:lnTo>
                    <a:pt x="2186116" y="3257402"/>
                  </a:lnTo>
                  <a:lnTo>
                    <a:pt x="2186210" y="3257402"/>
                  </a:lnTo>
                  <a:lnTo>
                    <a:pt x="2186304" y="3257402"/>
                  </a:lnTo>
                  <a:lnTo>
                    <a:pt x="2186398" y="3257402"/>
                  </a:lnTo>
                  <a:lnTo>
                    <a:pt x="2186492" y="3257402"/>
                  </a:lnTo>
                  <a:lnTo>
                    <a:pt x="2186586" y="3257402"/>
                  </a:lnTo>
                  <a:lnTo>
                    <a:pt x="2186680" y="3257402"/>
                  </a:lnTo>
                  <a:lnTo>
                    <a:pt x="2186775" y="3257402"/>
                  </a:lnTo>
                  <a:lnTo>
                    <a:pt x="2186869" y="3257402"/>
                  </a:lnTo>
                  <a:lnTo>
                    <a:pt x="2186963" y="3257402"/>
                  </a:lnTo>
                  <a:lnTo>
                    <a:pt x="2187057" y="3257402"/>
                  </a:lnTo>
                  <a:lnTo>
                    <a:pt x="2187151" y="3257402"/>
                  </a:lnTo>
                  <a:lnTo>
                    <a:pt x="2187245" y="3257402"/>
                  </a:lnTo>
                  <a:lnTo>
                    <a:pt x="2187339" y="3257402"/>
                  </a:lnTo>
                  <a:lnTo>
                    <a:pt x="2187433" y="3257402"/>
                  </a:lnTo>
                  <a:lnTo>
                    <a:pt x="2187527" y="3257402"/>
                  </a:lnTo>
                  <a:lnTo>
                    <a:pt x="2187621" y="3257402"/>
                  </a:lnTo>
                  <a:lnTo>
                    <a:pt x="2187715" y="3257402"/>
                  </a:lnTo>
                  <a:lnTo>
                    <a:pt x="2187809" y="3257402"/>
                  </a:lnTo>
                  <a:lnTo>
                    <a:pt x="2187903" y="3257402"/>
                  </a:lnTo>
                  <a:lnTo>
                    <a:pt x="2187997" y="3257402"/>
                  </a:lnTo>
                  <a:lnTo>
                    <a:pt x="2188091" y="3257402"/>
                  </a:lnTo>
                  <a:lnTo>
                    <a:pt x="2188185" y="3257402"/>
                  </a:lnTo>
                  <a:lnTo>
                    <a:pt x="2188279" y="3257402"/>
                  </a:lnTo>
                  <a:lnTo>
                    <a:pt x="2188373" y="3257402"/>
                  </a:lnTo>
                  <a:lnTo>
                    <a:pt x="2188467" y="3257402"/>
                  </a:lnTo>
                  <a:lnTo>
                    <a:pt x="2188561" y="3257402"/>
                  </a:lnTo>
                  <a:lnTo>
                    <a:pt x="2188655" y="3257402"/>
                  </a:lnTo>
                  <a:lnTo>
                    <a:pt x="2188749" y="3257402"/>
                  </a:lnTo>
                  <a:lnTo>
                    <a:pt x="2188843" y="3257402"/>
                  </a:lnTo>
                  <a:lnTo>
                    <a:pt x="2188937" y="3257402"/>
                  </a:lnTo>
                  <a:lnTo>
                    <a:pt x="2189031" y="3257402"/>
                  </a:lnTo>
                  <a:lnTo>
                    <a:pt x="2189125" y="3257402"/>
                  </a:lnTo>
                  <a:lnTo>
                    <a:pt x="2189219" y="3257402"/>
                  </a:lnTo>
                  <a:lnTo>
                    <a:pt x="2189313" y="3257402"/>
                  </a:lnTo>
                  <a:lnTo>
                    <a:pt x="2189407" y="3257402"/>
                  </a:lnTo>
                  <a:lnTo>
                    <a:pt x="2189501" y="3257402"/>
                  </a:lnTo>
                  <a:lnTo>
                    <a:pt x="2189595" y="3257402"/>
                  </a:lnTo>
                  <a:lnTo>
                    <a:pt x="2189689" y="3257402"/>
                  </a:lnTo>
                  <a:lnTo>
                    <a:pt x="2189783" y="3257402"/>
                  </a:lnTo>
                  <a:lnTo>
                    <a:pt x="2189877" y="3257402"/>
                  </a:lnTo>
                  <a:lnTo>
                    <a:pt x="2189971" y="3257402"/>
                  </a:lnTo>
                  <a:lnTo>
                    <a:pt x="2190065" y="3257402"/>
                  </a:lnTo>
                  <a:lnTo>
                    <a:pt x="2190159" y="3257402"/>
                  </a:lnTo>
                  <a:lnTo>
                    <a:pt x="2190253" y="3257402"/>
                  </a:lnTo>
                  <a:lnTo>
                    <a:pt x="2190348" y="3257402"/>
                  </a:lnTo>
                  <a:lnTo>
                    <a:pt x="2190442" y="3257402"/>
                  </a:lnTo>
                  <a:lnTo>
                    <a:pt x="2190536" y="3257402"/>
                  </a:lnTo>
                  <a:lnTo>
                    <a:pt x="2190630" y="3257402"/>
                  </a:lnTo>
                  <a:lnTo>
                    <a:pt x="2190724" y="3257402"/>
                  </a:lnTo>
                  <a:lnTo>
                    <a:pt x="2190818" y="3257402"/>
                  </a:lnTo>
                  <a:lnTo>
                    <a:pt x="2190912" y="3257402"/>
                  </a:lnTo>
                  <a:lnTo>
                    <a:pt x="2191006" y="3257402"/>
                  </a:lnTo>
                  <a:lnTo>
                    <a:pt x="2191100" y="3257402"/>
                  </a:lnTo>
                  <a:lnTo>
                    <a:pt x="2191194" y="3257402"/>
                  </a:lnTo>
                  <a:lnTo>
                    <a:pt x="2191288" y="3257402"/>
                  </a:lnTo>
                  <a:lnTo>
                    <a:pt x="2191382" y="3257402"/>
                  </a:lnTo>
                  <a:lnTo>
                    <a:pt x="2191382" y="3252123"/>
                  </a:lnTo>
                  <a:lnTo>
                    <a:pt x="2191476" y="3252123"/>
                  </a:lnTo>
                  <a:lnTo>
                    <a:pt x="2191570" y="3252123"/>
                  </a:lnTo>
                  <a:lnTo>
                    <a:pt x="2191664" y="3252123"/>
                  </a:lnTo>
                  <a:lnTo>
                    <a:pt x="2191758" y="3252123"/>
                  </a:lnTo>
                  <a:lnTo>
                    <a:pt x="2191852" y="3252123"/>
                  </a:lnTo>
                  <a:lnTo>
                    <a:pt x="2191946" y="3252123"/>
                  </a:lnTo>
                  <a:lnTo>
                    <a:pt x="2192040" y="3252123"/>
                  </a:lnTo>
                  <a:lnTo>
                    <a:pt x="2192134" y="3252123"/>
                  </a:lnTo>
                  <a:lnTo>
                    <a:pt x="2192228" y="3252123"/>
                  </a:lnTo>
                  <a:lnTo>
                    <a:pt x="2192322" y="3252123"/>
                  </a:lnTo>
                  <a:lnTo>
                    <a:pt x="2192416" y="3252123"/>
                  </a:lnTo>
                  <a:lnTo>
                    <a:pt x="2192510" y="3252123"/>
                  </a:lnTo>
                  <a:lnTo>
                    <a:pt x="2192604" y="3252123"/>
                  </a:lnTo>
                  <a:lnTo>
                    <a:pt x="2192698" y="3252123"/>
                  </a:lnTo>
                  <a:lnTo>
                    <a:pt x="2192792" y="3252123"/>
                  </a:lnTo>
                  <a:lnTo>
                    <a:pt x="2192886" y="3252123"/>
                  </a:lnTo>
                  <a:lnTo>
                    <a:pt x="2192980" y="3252123"/>
                  </a:lnTo>
                  <a:lnTo>
                    <a:pt x="2193074" y="3252123"/>
                  </a:lnTo>
                  <a:lnTo>
                    <a:pt x="2193168" y="3252123"/>
                  </a:lnTo>
                  <a:lnTo>
                    <a:pt x="2193262" y="3252123"/>
                  </a:lnTo>
                  <a:lnTo>
                    <a:pt x="2193356" y="3252123"/>
                  </a:lnTo>
                  <a:lnTo>
                    <a:pt x="2193450" y="3252123"/>
                  </a:lnTo>
                  <a:lnTo>
                    <a:pt x="2193544" y="3252123"/>
                  </a:lnTo>
                  <a:lnTo>
                    <a:pt x="2193638" y="3252123"/>
                  </a:lnTo>
                  <a:lnTo>
                    <a:pt x="2193732" y="3252123"/>
                  </a:lnTo>
                  <a:lnTo>
                    <a:pt x="2193826" y="3252123"/>
                  </a:lnTo>
                  <a:lnTo>
                    <a:pt x="2193921" y="3252123"/>
                  </a:lnTo>
                  <a:lnTo>
                    <a:pt x="2194015" y="3252123"/>
                  </a:lnTo>
                  <a:lnTo>
                    <a:pt x="2194109" y="3252123"/>
                  </a:lnTo>
                  <a:lnTo>
                    <a:pt x="2194203" y="3252123"/>
                  </a:lnTo>
                  <a:lnTo>
                    <a:pt x="2194297" y="3252123"/>
                  </a:lnTo>
                  <a:lnTo>
                    <a:pt x="2194391" y="3252123"/>
                  </a:lnTo>
                  <a:lnTo>
                    <a:pt x="2194485" y="3252123"/>
                  </a:lnTo>
                  <a:lnTo>
                    <a:pt x="2194579" y="3252123"/>
                  </a:lnTo>
                  <a:lnTo>
                    <a:pt x="2194673" y="3252123"/>
                  </a:lnTo>
                  <a:lnTo>
                    <a:pt x="2194767" y="3252123"/>
                  </a:lnTo>
                  <a:lnTo>
                    <a:pt x="2194861" y="3252123"/>
                  </a:lnTo>
                  <a:lnTo>
                    <a:pt x="2194955" y="3252123"/>
                  </a:lnTo>
                  <a:lnTo>
                    <a:pt x="2195049" y="3252123"/>
                  </a:lnTo>
                  <a:lnTo>
                    <a:pt x="2195143" y="3252123"/>
                  </a:lnTo>
                  <a:lnTo>
                    <a:pt x="2195237" y="3252123"/>
                  </a:lnTo>
                  <a:lnTo>
                    <a:pt x="2195331" y="3252123"/>
                  </a:lnTo>
                  <a:lnTo>
                    <a:pt x="2195425" y="3252123"/>
                  </a:lnTo>
                  <a:lnTo>
                    <a:pt x="2195519" y="3252123"/>
                  </a:lnTo>
                  <a:lnTo>
                    <a:pt x="2195613" y="3252123"/>
                  </a:lnTo>
                  <a:lnTo>
                    <a:pt x="2195707" y="3252123"/>
                  </a:lnTo>
                  <a:lnTo>
                    <a:pt x="2195801" y="3252123"/>
                  </a:lnTo>
                  <a:lnTo>
                    <a:pt x="2195895" y="3252123"/>
                  </a:lnTo>
                  <a:lnTo>
                    <a:pt x="2195989" y="3252123"/>
                  </a:lnTo>
                  <a:lnTo>
                    <a:pt x="2196083" y="3252123"/>
                  </a:lnTo>
                  <a:lnTo>
                    <a:pt x="2196177" y="3252123"/>
                  </a:lnTo>
                  <a:lnTo>
                    <a:pt x="2196271" y="3252123"/>
                  </a:lnTo>
                  <a:lnTo>
                    <a:pt x="2196365" y="3252123"/>
                  </a:lnTo>
                  <a:lnTo>
                    <a:pt x="2196459" y="3252123"/>
                  </a:lnTo>
                  <a:lnTo>
                    <a:pt x="2196553" y="3252123"/>
                  </a:lnTo>
                  <a:lnTo>
                    <a:pt x="2196647" y="3252123"/>
                  </a:lnTo>
                  <a:lnTo>
                    <a:pt x="2196741" y="3252123"/>
                  </a:lnTo>
                  <a:lnTo>
                    <a:pt x="2196835" y="3252123"/>
                  </a:lnTo>
                  <a:lnTo>
                    <a:pt x="2196929" y="3252123"/>
                  </a:lnTo>
                  <a:lnTo>
                    <a:pt x="2197023" y="3252123"/>
                  </a:lnTo>
                  <a:lnTo>
                    <a:pt x="2197117" y="3252123"/>
                  </a:lnTo>
                  <a:lnTo>
                    <a:pt x="2197211" y="3252123"/>
                  </a:lnTo>
                  <a:lnTo>
                    <a:pt x="2197305" y="3252123"/>
                  </a:lnTo>
                  <a:lnTo>
                    <a:pt x="2197400" y="3252123"/>
                  </a:lnTo>
                  <a:lnTo>
                    <a:pt x="2197494" y="3252123"/>
                  </a:lnTo>
                  <a:lnTo>
                    <a:pt x="2197588" y="3252123"/>
                  </a:lnTo>
                  <a:lnTo>
                    <a:pt x="2197682" y="3252123"/>
                  </a:lnTo>
                  <a:lnTo>
                    <a:pt x="2197776" y="3252123"/>
                  </a:lnTo>
                  <a:lnTo>
                    <a:pt x="2197870" y="3252123"/>
                  </a:lnTo>
                  <a:lnTo>
                    <a:pt x="2197964" y="3252123"/>
                  </a:lnTo>
                  <a:lnTo>
                    <a:pt x="2198058" y="3252123"/>
                  </a:lnTo>
                  <a:lnTo>
                    <a:pt x="2198152" y="3252123"/>
                  </a:lnTo>
                  <a:lnTo>
                    <a:pt x="2198246" y="3252123"/>
                  </a:lnTo>
                  <a:lnTo>
                    <a:pt x="2198340" y="3252123"/>
                  </a:lnTo>
                  <a:lnTo>
                    <a:pt x="2198434" y="3252123"/>
                  </a:lnTo>
                  <a:lnTo>
                    <a:pt x="2198528" y="3252123"/>
                  </a:lnTo>
                  <a:lnTo>
                    <a:pt x="2198622" y="3252123"/>
                  </a:lnTo>
                  <a:lnTo>
                    <a:pt x="2198716" y="3252123"/>
                  </a:lnTo>
                  <a:lnTo>
                    <a:pt x="2198716" y="3246844"/>
                  </a:lnTo>
                  <a:lnTo>
                    <a:pt x="2198810" y="3246844"/>
                  </a:lnTo>
                  <a:lnTo>
                    <a:pt x="2198904" y="3246844"/>
                  </a:lnTo>
                  <a:lnTo>
                    <a:pt x="2198998" y="3246844"/>
                  </a:lnTo>
                  <a:lnTo>
                    <a:pt x="2199092" y="3246844"/>
                  </a:lnTo>
                  <a:lnTo>
                    <a:pt x="2199186" y="3246844"/>
                  </a:lnTo>
                  <a:lnTo>
                    <a:pt x="2199280" y="3246844"/>
                  </a:lnTo>
                  <a:lnTo>
                    <a:pt x="2199374" y="3246844"/>
                  </a:lnTo>
                  <a:lnTo>
                    <a:pt x="2199468" y="3246844"/>
                  </a:lnTo>
                  <a:lnTo>
                    <a:pt x="2199562" y="3246844"/>
                  </a:lnTo>
                  <a:lnTo>
                    <a:pt x="2199656" y="3246844"/>
                  </a:lnTo>
                  <a:lnTo>
                    <a:pt x="2199750" y="3246844"/>
                  </a:lnTo>
                  <a:lnTo>
                    <a:pt x="2199844" y="3246844"/>
                  </a:lnTo>
                  <a:lnTo>
                    <a:pt x="2199938" y="3246844"/>
                  </a:lnTo>
                  <a:lnTo>
                    <a:pt x="2200032" y="3246844"/>
                  </a:lnTo>
                  <a:lnTo>
                    <a:pt x="2200126" y="3246844"/>
                  </a:lnTo>
                  <a:lnTo>
                    <a:pt x="2200220" y="3246844"/>
                  </a:lnTo>
                  <a:lnTo>
                    <a:pt x="2200314" y="3246844"/>
                  </a:lnTo>
                  <a:lnTo>
                    <a:pt x="2200408" y="3246844"/>
                  </a:lnTo>
                  <a:lnTo>
                    <a:pt x="2200502" y="3246844"/>
                  </a:lnTo>
                  <a:lnTo>
                    <a:pt x="2200596" y="3246844"/>
                  </a:lnTo>
                  <a:lnTo>
                    <a:pt x="2200690" y="3246844"/>
                  </a:lnTo>
                  <a:lnTo>
                    <a:pt x="2200784" y="3246844"/>
                  </a:lnTo>
                  <a:lnTo>
                    <a:pt x="2200878" y="3246844"/>
                  </a:lnTo>
                  <a:lnTo>
                    <a:pt x="2200973" y="3246844"/>
                  </a:lnTo>
                  <a:lnTo>
                    <a:pt x="2201067" y="3246844"/>
                  </a:lnTo>
                  <a:lnTo>
                    <a:pt x="2201161" y="3246844"/>
                  </a:lnTo>
                  <a:lnTo>
                    <a:pt x="2201255" y="3246844"/>
                  </a:lnTo>
                  <a:lnTo>
                    <a:pt x="2201349" y="3246844"/>
                  </a:lnTo>
                  <a:lnTo>
                    <a:pt x="2201443" y="3246844"/>
                  </a:lnTo>
                  <a:lnTo>
                    <a:pt x="2201537" y="3246844"/>
                  </a:lnTo>
                  <a:lnTo>
                    <a:pt x="2201631" y="3246844"/>
                  </a:lnTo>
                  <a:lnTo>
                    <a:pt x="2201725" y="3246844"/>
                  </a:lnTo>
                  <a:lnTo>
                    <a:pt x="2201819" y="3246844"/>
                  </a:lnTo>
                  <a:lnTo>
                    <a:pt x="2201913" y="3246844"/>
                  </a:lnTo>
                  <a:lnTo>
                    <a:pt x="2202007" y="3246844"/>
                  </a:lnTo>
                  <a:lnTo>
                    <a:pt x="2202101" y="3246844"/>
                  </a:lnTo>
                  <a:lnTo>
                    <a:pt x="2202195" y="3246844"/>
                  </a:lnTo>
                  <a:lnTo>
                    <a:pt x="2202289" y="3246844"/>
                  </a:lnTo>
                  <a:lnTo>
                    <a:pt x="2202289" y="3241564"/>
                  </a:lnTo>
                  <a:lnTo>
                    <a:pt x="2202289" y="3236285"/>
                  </a:lnTo>
                  <a:lnTo>
                    <a:pt x="2202383" y="3236285"/>
                  </a:lnTo>
                  <a:lnTo>
                    <a:pt x="2202477" y="3236285"/>
                  </a:lnTo>
                  <a:lnTo>
                    <a:pt x="2202571" y="3236285"/>
                  </a:lnTo>
                  <a:lnTo>
                    <a:pt x="2202665" y="3236285"/>
                  </a:lnTo>
                  <a:lnTo>
                    <a:pt x="2202759" y="3236285"/>
                  </a:lnTo>
                  <a:lnTo>
                    <a:pt x="2202853" y="3236285"/>
                  </a:lnTo>
                  <a:lnTo>
                    <a:pt x="2202947" y="3236285"/>
                  </a:lnTo>
                  <a:lnTo>
                    <a:pt x="2203041" y="3236285"/>
                  </a:lnTo>
                  <a:lnTo>
                    <a:pt x="2203135" y="3236285"/>
                  </a:lnTo>
                  <a:lnTo>
                    <a:pt x="2203229" y="3236285"/>
                  </a:lnTo>
                  <a:lnTo>
                    <a:pt x="2203323" y="3236285"/>
                  </a:lnTo>
                  <a:lnTo>
                    <a:pt x="2203417" y="3236285"/>
                  </a:lnTo>
                  <a:lnTo>
                    <a:pt x="2203511" y="3236285"/>
                  </a:lnTo>
                  <a:lnTo>
                    <a:pt x="2203605" y="3236285"/>
                  </a:lnTo>
                  <a:lnTo>
                    <a:pt x="2203699" y="3236285"/>
                  </a:lnTo>
                  <a:lnTo>
                    <a:pt x="2203793" y="3236285"/>
                  </a:lnTo>
                  <a:lnTo>
                    <a:pt x="2203887" y="3236285"/>
                  </a:lnTo>
                  <a:lnTo>
                    <a:pt x="2203981" y="3236285"/>
                  </a:lnTo>
                  <a:lnTo>
                    <a:pt x="2204075" y="3236285"/>
                  </a:lnTo>
                  <a:lnTo>
                    <a:pt x="2204169" y="3236285"/>
                  </a:lnTo>
                  <a:lnTo>
                    <a:pt x="2204263" y="3236285"/>
                  </a:lnTo>
                  <a:lnTo>
                    <a:pt x="2204357" y="3236285"/>
                  </a:lnTo>
                  <a:lnTo>
                    <a:pt x="2204451" y="3236285"/>
                  </a:lnTo>
                  <a:lnTo>
                    <a:pt x="2204546" y="3236285"/>
                  </a:lnTo>
                  <a:lnTo>
                    <a:pt x="2204640" y="3236285"/>
                  </a:lnTo>
                  <a:lnTo>
                    <a:pt x="2204734" y="3236285"/>
                  </a:lnTo>
                  <a:lnTo>
                    <a:pt x="2204828" y="3236285"/>
                  </a:lnTo>
                  <a:lnTo>
                    <a:pt x="2204922" y="3236285"/>
                  </a:lnTo>
                  <a:lnTo>
                    <a:pt x="2205016" y="3236285"/>
                  </a:lnTo>
                  <a:lnTo>
                    <a:pt x="2205110" y="3236285"/>
                  </a:lnTo>
                  <a:lnTo>
                    <a:pt x="2205204" y="3236285"/>
                  </a:lnTo>
                  <a:lnTo>
                    <a:pt x="2205298" y="3236285"/>
                  </a:lnTo>
                  <a:lnTo>
                    <a:pt x="2205392" y="3236285"/>
                  </a:lnTo>
                  <a:lnTo>
                    <a:pt x="2205486" y="3236285"/>
                  </a:lnTo>
                  <a:lnTo>
                    <a:pt x="2205580" y="3236285"/>
                  </a:lnTo>
                  <a:lnTo>
                    <a:pt x="2205674" y="3236285"/>
                  </a:lnTo>
                  <a:lnTo>
                    <a:pt x="2205768" y="3236285"/>
                  </a:lnTo>
                  <a:lnTo>
                    <a:pt x="2205862" y="3236285"/>
                  </a:lnTo>
                  <a:lnTo>
                    <a:pt x="2205956" y="3236285"/>
                  </a:lnTo>
                  <a:lnTo>
                    <a:pt x="2206050" y="3236285"/>
                  </a:lnTo>
                  <a:lnTo>
                    <a:pt x="2206144" y="3236285"/>
                  </a:lnTo>
                  <a:lnTo>
                    <a:pt x="2206238" y="3236285"/>
                  </a:lnTo>
                  <a:lnTo>
                    <a:pt x="2206332" y="3236285"/>
                  </a:lnTo>
                  <a:lnTo>
                    <a:pt x="2206426" y="3236285"/>
                  </a:lnTo>
                  <a:lnTo>
                    <a:pt x="2206520" y="3236285"/>
                  </a:lnTo>
                  <a:lnTo>
                    <a:pt x="2206614" y="3236285"/>
                  </a:lnTo>
                  <a:lnTo>
                    <a:pt x="2206708" y="3236285"/>
                  </a:lnTo>
                  <a:lnTo>
                    <a:pt x="2206802" y="3236285"/>
                  </a:lnTo>
                  <a:lnTo>
                    <a:pt x="2206896" y="3236285"/>
                  </a:lnTo>
                  <a:lnTo>
                    <a:pt x="2206990" y="3236285"/>
                  </a:lnTo>
                  <a:lnTo>
                    <a:pt x="2207084" y="3236285"/>
                  </a:lnTo>
                  <a:lnTo>
                    <a:pt x="2207178" y="3236285"/>
                  </a:lnTo>
                  <a:lnTo>
                    <a:pt x="2207272" y="3236285"/>
                  </a:lnTo>
                  <a:lnTo>
                    <a:pt x="2207366" y="3236285"/>
                  </a:lnTo>
                  <a:lnTo>
                    <a:pt x="2207460" y="3236285"/>
                  </a:lnTo>
                  <a:lnTo>
                    <a:pt x="2207554" y="3236285"/>
                  </a:lnTo>
                  <a:lnTo>
                    <a:pt x="2207648" y="3236285"/>
                  </a:lnTo>
                  <a:lnTo>
                    <a:pt x="2207742" y="3236285"/>
                  </a:lnTo>
                  <a:lnTo>
                    <a:pt x="2207836" y="3236285"/>
                  </a:lnTo>
                  <a:lnTo>
                    <a:pt x="2207930" y="3236285"/>
                  </a:lnTo>
                  <a:lnTo>
                    <a:pt x="2208025" y="3236285"/>
                  </a:lnTo>
                  <a:lnTo>
                    <a:pt x="2208119" y="3236285"/>
                  </a:lnTo>
                  <a:lnTo>
                    <a:pt x="2208213" y="3236285"/>
                  </a:lnTo>
                  <a:lnTo>
                    <a:pt x="2208307" y="3236285"/>
                  </a:lnTo>
                  <a:lnTo>
                    <a:pt x="2208401" y="3236285"/>
                  </a:lnTo>
                  <a:lnTo>
                    <a:pt x="2208495" y="3236285"/>
                  </a:lnTo>
                  <a:lnTo>
                    <a:pt x="2208589" y="3236285"/>
                  </a:lnTo>
                  <a:lnTo>
                    <a:pt x="2208683" y="3236285"/>
                  </a:lnTo>
                  <a:lnTo>
                    <a:pt x="2208777" y="3236285"/>
                  </a:lnTo>
                  <a:lnTo>
                    <a:pt x="2208871" y="3236285"/>
                  </a:lnTo>
                  <a:lnTo>
                    <a:pt x="2208965" y="3236285"/>
                  </a:lnTo>
                  <a:lnTo>
                    <a:pt x="2209059" y="3236285"/>
                  </a:lnTo>
                  <a:lnTo>
                    <a:pt x="2209153" y="3236285"/>
                  </a:lnTo>
                  <a:lnTo>
                    <a:pt x="2209247" y="3236285"/>
                  </a:lnTo>
                  <a:lnTo>
                    <a:pt x="2209341" y="3236285"/>
                  </a:lnTo>
                  <a:lnTo>
                    <a:pt x="2209435" y="3236285"/>
                  </a:lnTo>
                  <a:lnTo>
                    <a:pt x="2209529" y="3236285"/>
                  </a:lnTo>
                  <a:lnTo>
                    <a:pt x="2209623" y="3236285"/>
                  </a:lnTo>
                  <a:lnTo>
                    <a:pt x="2209717" y="3236285"/>
                  </a:lnTo>
                  <a:lnTo>
                    <a:pt x="2209811" y="3236285"/>
                  </a:lnTo>
                  <a:lnTo>
                    <a:pt x="2209905" y="3236285"/>
                  </a:lnTo>
                  <a:lnTo>
                    <a:pt x="2209999" y="3236285"/>
                  </a:lnTo>
                  <a:lnTo>
                    <a:pt x="2210093" y="3236285"/>
                  </a:lnTo>
                  <a:lnTo>
                    <a:pt x="2210187" y="3236285"/>
                  </a:lnTo>
                  <a:lnTo>
                    <a:pt x="2210281" y="3236285"/>
                  </a:lnTo>
                  <a:lnTo>
                    <a:pt x="2210375" y="3236285"/>
                  </a:lnTo>
                  <a:lnTo>
                    <a:pt x="2210469" y="3236285"/>
                  </a:lnTo>
                  <a:lnTo>
                    <a:pt x="2210469" y="3231005"/>
                  </a:lnTo>
                  <a:lnTo>
                    <a:pt x="2210563" y="3231005"/>
                  </a:lnTo>
                  <a:lnTo>
                    <a:pt x="2210657" y="3231005"/>
                  </a:lnTo>
                  <a:lnTo>
                    <a:pt x="2210751" y="3231005"/>
                  </a:lnTo>
                  <a:lnTo>
                    <a:pt x="2210845" y="3231005"/>
                  </a:lnTo>
                  <a:lnTo>
                    <a:pt x="2210939" y="3231005"/>
                  </a:lnTo>
                  <a:lnTo>
                    <a:pt x="2211033" y="3231005"/>
                  </a:lnTo>
                  <a:lnTo>
                    <a:pt x="2211127" y="3231005"/>
                  </a:lnTo>
                  <a:lnTo>
                    <a:pt x="2211221" y="3231005"/>
                  </a:lnTo>
                  <a:lnTo>
                    <a:pt x="2211315" y="3231005"/>
                  </a:lnTo>
                  <a:lnTo>
                    <a:pt x="2211409" y="3231005"/>
                  </a:lnTo>
                  <a:lnTo>
                    <a:pt x="2211503" y="3231005"/>
                  </a:lnTo>
                  <a:lnTo>
                    <a:pt x="2211598" y="3231005"/>
                  </a:lnTo>
                  <a:lnTo>
                    <a:pt x="2211692" y="3231005"/>
                  </a:lnTo>
                  <a:lnTo>
                    <a:pt x="2211786" y="3231005"/>
                  </a:lnTo>
                  <a:lnTo>
                    <a:pt x="2211880" y="3231005"/>
                  </a:lnTo>
                  <a:lnTo>
                    <a:pt x="2211974" y="3231005"/>
                  </a:lnTo>
                  <a:lnTo>
                    <a:pt x="2211974" y="3225726"/>
                  </a:lnTo>
                  <a:lnTo>
                    <a:pt x="2212068" y="3225726"/>
                  </a:lnTo>
                  <a:lnTo>
                    <a:pt x="2212162" y="3225726"/>
                  </a:lnTo>
                  <a:lnTo>
                    <a:pt x="2212256" y="3225726"/>
                  </a:lnTo>
                  <a:lnTo>
                    <a:pt x="2212350" y="3225726"/>
                  </a:lnTo>
                  <a:lnTo>
                    <a:pt x="2212444" y="3225726"/>
                  </a:lnTo>
                  <a:lnTo>
                    <a:pt x="2212538" y="3225726"/>
                  </a:lnTo>
                  <a:lnTo>
                    <a:pt x="2212632" y="3225726"/>
                  </a:lnTo>
                  <a:lnTo>
                    <a:pt x="2212726" y="3225726"/>
                  </a:lnTo>
                  <a:lnTo>
                    <a:pt x="2212820" y="3225726"/>
                  </a:lnTo>
                  <a:lnTo>
                    <a:pt x="2212914" y="3225726"/>
                  </a:lnTo>
                  <a:lnTo>
                    <a:pt x="2213008" y="3225726"/>
                  </a:lnTo>
                  <a:lnTo>
                    <a:pt x="2213102" y="3225726"/>
                  </a:lnTo>
                  <a:lnTo>
                    <a:pt x="2213196" y="3225726"/>
                  </a:lnTo>
                  <a:lnTo>
                    <a:pt x="2213290" y="3225726"/>
                  </a:lnTo>
                  <a:lnTo>
                    <a:pt x="2213384" y="3225726"/>
                  </a:lnTo>
                  <a:lnTo>
                    <a:pt x="2213478" y="3225726"/>
                  </a:lnTo>
                  <a:lnTo>
                    <a:pt x="2213572" y="3225726"/>
                  </a:lnTo>
                  <a:lnTo>
                    <a:pt x="2213666" y="3225726"/>
                  </a:lnTo>
                  <a:lnTo>
                    <a:pt x="2213760" y="3225726"/>
                  </a:lnTo>
                  <a:lnTo>
                    <a:pt x="2213854" y="3225726"/>
                  </a:lnTo>
                  <a:lnTo>
                    <a:pt x="2213948" y="3225726"/>
                  </a:lnTo>
                  <a:lnTo>
                    <a:pt x="2214042" y="3225726"/>
                  </a:lnTo>
                  <a:lnTo>
                    <a:pt x="2214136" y="3225726"/>
                  </a:lnTo>
                  <a:lnTo>
                    <a:pt x="2214230" y="3225726"/>
                  </a:lnTo>
                  <a:lnTo>
                    <a:pt x="2214324" y="3225726"/>
                  </a:lnTo>
                  <a:lnTo>
                    <a:pt x="2214418" y="3225726"/>
                  </a:lnTo>
                  <a:lnTo>
                    <a:pt x="2214512" y="3225726"/>
                  </a:lnTo>
                  <a:lnTo>
                    <a:pt x="2214606" y="3225726"/>
                  </a:lnTo>
                  <a:lnTo>
                    <a:pt x="2214700" y="3225726"/>
                  </a:lnTo>
                  <a:lnTo>
                    <a:pt x="2214794" y="3225726"/>
                  </a:lnTo>
                  <a:lnTo>
                    <a:pt x="2214794" y="3220447"/>
                  </a:lnTo>
                  <a:lnTo>
                    <a:pt x="2214888" y="3220447"/>
                  </a:lnTo>
                  <a:lnTo>
                    <a:pt x="2214982" y="3220447"/>
                  </a:lnTo>
                  <a:lnTo>
                    <a:pt x="2215076" y="3220447"/>
                  </a:lnTo>
                  <a:lnTo>
                    <a:pt x="2215171" y="3220447"/>
                  </a:lnTo>
                  <a:lnTo>
                    <a:pt x="2215265" y="3220447"/>
                  </a:lnTo>
                  <a:lnTo>
                    <a:pt x="2215359" y="3220447"/>
                  </a:lnTo>
                  <a:lnTo>
                    <a:pt x="2215453" y="3220447"/>
                  </a:lnTo>
                  <a:lnTo>
                    <a:pt x="2215547" y="3220447"/>
                  </a:lnTo>
                  <a:lnTo>
                    <a:pt x="2215641" y="3220447"/>
                  </a:lnTo>
                  <a:lnTo>
                    <a:pt x="2215735" y="3220447"/>
                  </a:lnTo>
                  <a:lnTo>
                    <a:pt x="2215829" y="3220447"/>
                  </a:lnTo>
                  <a:lnTo>
                    <a:pt x="2215923" y="3220447"/>
                  </a:lnTo>
                  <a:lnTo>
                    <a:pt x="2216017" y="3220447"/>
                  </a:lnTo>
                  <a:lnTo>
                    <a:pt x="2216111" y="3220447"/>
                  </a:lnTo>
                  <a:lnTo>
                    <a:pt x="2216205" y="3220447"/>
                  </a:lnTo>
                  <a:lnTo>
                    <a:pt x="2216299" y="3220447"/>
                  </a:lnTo>
                  <a:lnTo>
                    <a:pt x="2216393" y="3220447"/>
                  </a:lnTo>
                  <a:lnTo>
                    <a:pt x="2216487" y="3220447"/>
                  </a:lnTo>
                  <a:lnTo>
                    <a:pt x="2216581" y="3220447"/>
                  </a:lnTo>
                  <a:lnTo>
                    <a:pt x="2216675" y="3220447"/>
                  </a:lnTo>
                  <a:lnTo>
                    <a:pt x="2216769" y="3220447"/>
                  </a:lnTo>
                  <a:lnTo>
                    <a:pt x="2216863" y="3220447"/>
                  </a:lnTo>
                  <a:lnTo>
                    <a:pt x="2216957" y="3220447"/>
                  </a:lnTo>
                  <a:lnTo>
                    <a:pt x="2217051" y="3220447"/>
                  </a:lnTo>
                  <a:lnTo>
                    <a:pt x="2217145" y="3220447"/>
                  </a:lnTo>
                  <a:lnTo>
                    <a:pt x="2217239" y="3220447"/>
                  </a:lnTo>
                  <a:lnTo>
                    <a:pt x="2217333" y="3220447"/>
                  </a:lnTo>
                  <a:lnTo>
                    <a:pt x="2217427" y="3220447"/>
                  </a:lnTo>
                  <a:lnTo>
                    <a:pt x="2217521" y="3220447"/>
                  </a:lnTo>
                  <a:lnTo>
                    <a:pt x="2217615" y="3220447"/>
                  </a:lnTo>
                  <a:lnTo>
                    <a:pt x="2217709" y="3220447"/>
                  </a:lnTo>
                  <a:lnTo>
                    <a:pt x="2217803" y="3220447"/>
                  </a:lnTo>
                  <a:lnTo>
                    <a:pt x="2217897" y="3220447"/>
                  </a:lnTo>
                  <a:lnTo>
                    <a:pt x="2217991" y="3220447"/>
                  </a:lnTo>
                  <a:lnTo>
                    <a:pt x="2218085" y="3220447"/>
                  </a:lnTo>
                  <a:lnTo>
                    <a:pt x="2218179" y="3220447"/>
                  </a:lnTo>
                  <a:lnTo>
                    <a:pt x="2218273" y="3220447"/>
                  </a:lnTo>
                  <a:lnTo>
                    <a:pt x="2218367" y="3220447"/>
                  </a:lnTo>
                  <a:lnTo>
                    <a:pt x="2218461" y="3220447"/>
                  </a:lnTo>
                  <a:lnTo>
                    <a:pt x="2218555" y="3220447"/>
                  </a:lnTo>
                  <a:lnTo>
                    <a:pt x="2218650" y="3220447"/>
                  </a:lnTo>
                  <a:lnTo>
                    <a:pt x="2218744" y="3220447"/>
                  </a:lnTo>
                  <a:lnTo>
                    <a:pt x="2218838" y="3220447"/>
                  </a:lnTo>
                  <a:lnTo>
                    <a:pt x="2218932" y="3220447"/>
                  </a:lnTo>
                  <a:lnTo>
                    <a:pt x="2219026" y="3220447"/>
                  </a:lnTo>
                  <a:lnTo>
                    <a:pt x="2219120" y="3220447"/>
                  </a:lnTo>
                  <a:lnTo>
                    <a:pt x="2219214" y="3220447"/>
                  </a:lnTo>
                  <a:lnTo>
                    <a:pt x="2219308" y="3220447"/>
                  </a:lnTo>
                  <a:lnTo>
                    <a:pt x="2219402" y="3220447"/>
                  </a:lnTo>
                  <a:lnTo>
                    <a:pt x="2219496" y="3220447"/>
                  </a:lnTo>
                  <a:lnTo>
                    <a:pt x="2219590" y="3220447"/>
                  </a:lnTo>
                  <a:lnTo>
                    <a:pt x="2219684" y="3220447"/>
                  </a:lnTo>
                  <a:lnTo>
                    <a:pt x="2219778" y="3220447"/>
                  </a:lnTo>
                  <a:lnTo>
                    <a:pt x="2219872" y="3220447"/>
                  </a:lnTo>
                  <a:lnTo>
                    <a:pt x="2219966" y="3220447"/>
                  </a:lnTo>
                  <a:lnTo>
                    <a:pt x="2220060" y="3220447"/>
                  </a:lnTo>
                  <a:lnTo>
                    <a:pt x="2220154" y="3220447"/>
                  </a:lnTo>
                  <a:lnTo>
                    <a:pt x="2220248" y="3220447"/>
                  </a:lnTo>
                  <a:lnTo>
                    <a:pt x="2220342" y="3220447"/>
                  </a:lnTo>
                  <a:lnTo>
                    <a:pt x="2220436" y="3220447"/>
                  </a:lnTo>
                  <a:lnTo>
                    <a:pt x="2220530" y="3220447"/>
                  </a:lnTo>
                  <a:lnTo>
                    <a:pt x="2220624" y="3220447"/>
                  </a:lnTo>
                  <a:lnTo>
                    <a:pt x="2220718" y="3220447"/>
                  </a:lnTo>
                  <a:lnTo>
                    <a:pt x="2220812" y="3220447"/>
                  </a:lnTo>
                  <a:lnTo>
                    <a:pt x="2220906" y="3220447"/>
                  </a:lnTo>
                  <a:lnTo>
                    <a:pt x="2221000" y="3220447"/>
                  </a:lnTo>
                  <a:lnTo>
                    <a:pt x="2221094" y="3220447"/>
                  </a:lnTo>
                  <a:lnTo>
                    <a:pt x="2221188" y="3220447"/>
                  </a:lnTo>
                  <a:lnTo>
                    <a:pt x="2221282" y="3220447"/>
                  </a:lnTo>
                  <a:lnTo>
                    <a:pt x="2221376" y="3220447"/>
                  </a:lnTo>
                  <a:lnTo>
                    <a:pt x="2221470" y="3220447"/>
                  </a:lnTo>
                  <a:lnTo>
                    <a:pt x="2221564" y="3220447"/>
                  </a:lnTo>
                  <a:lnTo>
                    <a:pt x="2221658" y="3220447"/>
                  </a:lnTo>
                  <a:lnTo>
                    <a:pt x="2221752" y="3220447"/>
                  </a:lnTo>
                  <a:lnTo>
                    <a:pt x="2221846" y="3220447"/>
                  </a:lnTo>
                  <a:lnTo>
                    <a:pt x="2221940" y="3220447"/>
                  </a:lnTo>
                  <a:lnTo>
                    <a:pt x="2222034" y="3220447"/>
                  </a:lnTo>
                  <a:lnTo>
                    <a:pt x="2222128" y="3220447"/>
                  </a:lnTo>
                  <a:lnTo>
                    <a:pt x="2222223" y="3220447"/>
                  </a:lnTo>
                  <a:lnTo>
                    <a:pt x="2222317" y="3220447"/>
                  </a:lnTo>
                  <a:lnTo>
                    <a:pt x="2222411" y="3220447"/>
                  </a:lnTo>
                  <a:lnTo>
                    <a:pt x="2222505" y="3220447"/>
                  </a:lnTo>
                  <a:lnTo>
                    <a:pt x="2222599" y="3220447"/>
                  </a:lnTo>
                  <a:lnTo>
                    <a:pt x="2222693" y="3220447"/>
                  </a:lnTo>
                  <a:lnTo>
                    <a:pt x="2222787" y="3220447"/>
                  </a:lnTo>
                  <a:lnTo>
                    <a:pt x="2222881" y="3220447"/>
                  </a:lnTo>
                  <a:lnTo>
                    <a:pt x="2222975" y="3220447"/>
                  </a:lnTo>
                  <a:lnTo>
                    <a:pt x="2223069" y="3220447"/>
                  </a:lnTo>
                  <a:lnTo>
                    <a:pt x="2223163" y="3220447"/>
                  </a:lnTo>
                  <a:lnTo>
                    <a:pt x="2223257" y="3220447"/>
                  </a:lnTo>
                  <a:lnTo>
                    <a:pt x="2223351" y="3220447"/>
                  </a:lnTo>
                  <a:lnTo>
                    <a:pt x="2223445" y="3220447"/>
                  </a:lnTo>
                  <a:lnTo>
                    <a:pt x="2223539" y="3220447"/>
                  </a:lnTo>
                  <a:lnTo>
                    <a:pt x="2223633" y="3220447"/>
                  </a:lnTo>
                  <a:lnTo>
                    <a:pt x="2223727" y="3220447"/>
                  </a:lnTo>
                  <a:lnTo>
                    <a:pt x="2223821" y="3220447"/>
                  </a:lnTo>
                  <a:lnTo>
                    <a:pt x="2223915" y="3220447"/>
                  </a:lnTo>
                  <a:lnTo>
                    <a:pt x="2224009" y="3220447"/>
                  </a:lnTo>
                  <a:lnTo>
                    <a:pt x="2224103" y="3220447"/>
                  </a:lnTo>
                  <a:lnTo>
                    <a:pt x="2224197" y="3220447"/>
                  </a:lnTo>
                  <a:lnTo>
                    <a:pt x="2224291" y="3220447"/>
                  </a:lnTo>
                  <a:lnTo>
                    <a:pt x="2224385" y="3220447"/>
                  </a:lnTo>
                  <a:lnTo>
                    <a:pt x="2224479" y="3220447"/>
                  </a:lnTo>
                  <a:lnTo>
                    <a:pt x="2224573" y="3220447"/>
                  </a:lnTo>
                  <a:lnTo>
                    <a:pt x="2224667" y="3220447"/>
                  </a:lnTo>
                  <a:lnTo>
                    <a:pt x="2224761" y="3220447"/>
                  </a:lnTo>
                  <a:lnTo>
                    <a:pt x="2224855" y="3220447"/>
                  </a:lnTo>
                  <a:lnTo>
                    <a:pt x="2224949" y="3220447"/>
                  </a:lnTo>
                  <a:lnTo>
                    <a:pt x="2225043" y="3220447"/>
                  </a:lnTo>
                  <a:lnTo>
                    <a:pt x="2225137" y="3220447"/>
                  </a:lnTo>
                  <a:lnTo>
                    <a:pt x="2225231" y="3220447"/>
                  </a:lnTo>
                  <a:lnTo>
                    <a:pt x="2225325" y="3220447"/>
                  </a:lnTo>
                  <a:lnTo>
                    <a:pt x="2225419" y="3220447"/>
                  </a:lnTo>
                  <a:lnTo>
                    <a:pt x="2225513" y="3220447"/>
                  </a:lnTo>
                  <a:lnTo>
                    <a:pt x="2225607" y="3220447"/>
                  </a:lnTo>
                  <a:lnTo>
                    <a:pt x="2225701" y="3220447"/>
                  </a:lnTo>
                  <a:lnTo>
                    <a:pt x="2225796" y="3220447"/>
                  </a:lnTo>
                  <a:lnTo>
                    <a:pt x="2225890" y="3220447"/>
                  </a:lnTo>
                  <a:lnTo>
                    <a:pt x="2225984" y="3220447"/>
                  </a:lnTo>
                  <a:lnTo>
                    <a:pt x="2226078" y="3220447"/>
                  </a:lnTo>
                  <a:lnTo>
                    <a:pt x="2226172" y="3220447"/>
                  </a:lnTo>
                  <a:lnTo>
                    <a:pt x="2226266" y="3220447"/>
                  </a:lnTo>
                  <a:lnTo>
                    <a:pt x="2226360" y="3220447"/>
                  </a:lnTo>
                  <a:lnTo>
                    <a:pt x="2226454" y="3220447"/>
                  </a:lnTo>
                  <a:lnTo>
                    <a:pt x="2226548" y="3220447"/>
                  </a:lnTo>
                  <a:lnTo>
                    <a:pt x="2226642" y="3220447"/>
                  </a:lnTo>
                  <a:lnTo>
                    <a:pt x="2226736" y="3220447"/>
                  </a:lnTo>
                  <a:lnTo>
                    <a:pt x="2226830" y="3220447"/>
                  </a:lnTo>
                  <a:lnTo>
                    <a:pt x="2226924" y="3220447"/>
                  </a:lnTo>
                  <a:lnTo>
                    <a:pt x="2227018" y="3220447"/>
                  </a:lnTo>
                  <a:lnTo>
                    <a:pt x="2227112" y="3220447"/>
                  </a:lnTo>
                  <a:lnTo>
                    <a:pt x="2227206" y="3220447"/>
                  </a:lnTo>
                  <a:lnTo>
                    <a:pt x="2227300" y="3220447"/>
                  </a:lnTo>
                  <a:lnTo>
                    <a:pt x="2227394" y="3220447"/>
                  </a:lnTo>
                  <a:lnTo>
                    <a:pt x="2227488" y="3220447"/>
                  </a:lnTo>
                  <a:lnTo>
                    <a:pt x="2227582" y="3220447"/>
                  </a:lnTo>
                  <a:lnTo>
                    <a:pt x="2227676" y="3220447"/>
                  </a:lnTo>
                  <a:lnTo>
                    <a:pt x="2227770" y="3220447"/>
                  </a:lnTo>
                  <a:lnTo>
                    <a:pt x="2227864" y="3220447"/>
                  </a:lnTo>
                  <a:lnTo>
                    <a:pt x="2227958" y="3220447"/>
                  </a:lnTo>
                  <a:lnTo>
                    <a:pt x="2228052" y="3220447"/>
                  </a:lnTo>
                  <a:lnTo>
                    <a:pt x="2228146" y="3220447"/>
                  </a:lnTo>
                  <a:lnTo>
                    <a:pt x="2228240" y="3220447"/>
                  </a:lnTo>
                  <a:lnTo>
                    <a:pt x="2228334" y="3220447"/>
                  </a:lnTo>
                  <a:lnTo>
                    <a:pt x="2228428" y="3220447"/>
                  </a:lnTo>
                  <a:lnTo>
                    <a:pt x="2228522" y="3220447"/>
                  </a:lnTo>
                  <a:lnTo>
                    <a:pt x="2228616" y="3220447"/>
                  </a:lnTo>
                  <a:lnTo>
                    <a:pt x="2228710" y="3220447"/>
                  </a:lnTo>
                  <a:lnTo>
                    <a:pt x="2228804" y="3220447"/>
                  </a:lnTo>
                  <a:lnTo>
                    <a:pt x="2228898" y="3220447"/>
                  </a:lnTo>
                  <a:lnTo>
                    <a:pt x="2228992" y="3220447"/>
                  </a:lnTo>
                  <a:lnTo>
                    <a:pt x="2229086" y="3220447"/>
                  </a:lnTo>
                  <a:lnTo>
                    <a:pt x="2229180" y="3220447"/>
                  </a:lnTo>
                  <a:lnTo>
                    <a:pt x="2229274" y="3220447"/>
                  </a:lnTo>
                  <a:lnTo>
                    <a:pt x="2229369" y="3220447"/>
                  </a:lnTo>
                  <a:lnTo>
                    <a:pt x="2229463" y="3220447"/>
                  </a:lnTo>
                  <a:lnTo>
                    <a:pt x="2229557" y="3220447"/>
                  </a:lnTo>
                  <a:lnTo>
                    <a:pt x="2229651" y="3220447"/>
                  </a:lnTo>
                  <a:lnTo>
                    <a:pt x="2229745" y="3220447"/>
                  </a:lnTo>
                  <a:lnTo>
                    <a:pt x="2229839" y="3220447"/>
                  </a:lnTo>
                  <a:lnTo>
                    <a:pt x="2229933" y="3220447"/>
                  </a:lnTo>
                  <a:lnTo>
                    <a:pt x="2230027" y="3220447"/>
                  </a:lnTo>
                  <a:lnTo>
                    <a:pt x="2230121" y="3220447"/>
                  </a:lnTo>
                  <a:lnTo>
                    <a:pt x="2230215" y="3220447"/>
                  </a:lnTo>
                  <a:lnTo>
                    <a:pt x="2230309" y="3220447"/>
                  </a:lnTo>
                  <a:lnTo>
                    <a:pt x="2230403" y="3220447"/>
                  </a:lnTo>
                  <a:lnTo>
                    <a:pt x="2230497" y="3220447"/>
                  </a:lnTo>
                  <a:lnTo>
                    <a:pt x="2230497" y="3215167"/>
                  </a:lnTo>
                  <a:lnTo>
                    <a:pt x="2230591" y="3215167"/>
                  </a:lnTo>
                  <a:lnTo>
                    <a:pt x="2230685" y="3215167"/>
                  </a:lnTo>
                  <a:lnTo>
                    <a:pt x="2230779" y="3215167"/>
                  </a:lnTo>
                  <a:lnTo>
                    <a:pt x="2230873" y="3215167"/>
                  </a:lnTo>
                  <a:lnTo>
                    <a:pt x="2230967" y="3215167"/>
                  </a:lnTo>
                  <a:lnTo>
                    <a:pt x="2231061" y="3215167"/>
                  </a:lnTo>
                  <a:lnTo>
                    <a:pt x="2231155" y="3215167"/>
                  </a:lnTo>
                  <a:lnTo>
                    <a:pt x="2231249" y="3215167"/>
                  </a:lnTo>
                  <a:lnTo>
                    <a:pt x="2231343" y="3215167"/>
                  </a:lnTo>
                  <a:lnTo>
                    <a:pt x="2231437" y="3215167"/>
                  </a:lnTo>
                  <a:lnTo>
                    <a:pt x="2231531" y="3215167"/>
                  </a:lnTo>
                  <a:lnTo>
                    <a:pt x="2231625" y="3215167"/>
                  </a:lnTo>
                  <a:lnTo>
                    <a:pt x="2231719" y="3215167"/>
                  </a:lnTo>
                  <a:lnTo>
                    <a:pt x="2231813" y="3215167"/>
                  </a:lnTo>
                  <a:lnTo>
                    <a:pt x="2231907" y="3215167"/>
                  </a:lnTo>
                  <a:lnTo>
                    <a:pt x="2232001" y="3215167"/>
                  </a:lnTo>
                  <a:lnTo>
                    <a:pt x="2232095" y="3215167"/>
                  </a:lnTo>
                  <a:lnTo>
                    <a:pt x="2232189" y="3215167"/>
                  </a:lnTo>
                  <a:lnTo>
                    <a:pt x="2232283" y="3215167"/>
                  </a:lnTo>
                  <a:lnTo>
                    <a:pt x="2232377" y="3215167"/>
                  </a:lnTo>
                  <a:lnTo>
                    <a:pt x="2232471" y="3215167"/>
                  </a:lnTo>
                  <a:lnTo>
                    <a:pt x="2232565" y="3215167"/>
                  </a:lnTo>
                  <a:lnTo>
                    <a:pt x="2232659" y="3215167"/>
                  </a:lnTo>
                  <a:lnTo>
                    <a:pt x="2232753" y="3215167"/>
                  </a:lnTo>
                  <a:lnTo>
                    <a:pt x="2232848" y="3215167"/>
                  </a:lnTo>
                  <a:lnTo>
                    <a:pt x="2232942" y="3215167"/>
                  </a:lnTo>
                  <a:lnTo>
                    <a:pt x="2233036" y="3215167"/>
                  </a:lnTo>
                  <a:lnTo>
                    <a:pt x="2233130" y="3215167"/>
                  </a:lnTo>
                  <a:lnTo>
                    <a:pt x="2233224" y="3215167"/>
                  </a:lnTo>
                  <a:lnTo>
                    <a:pt x="2233318" y="3215167"/>
                  </a:lnTo>
                  <a:lnTo>
                    <a:pt x="2233412" y="3215167"/>
                  </a:lnTo>
                  <a:lnTo>
                    <a:pt x="2233506" y="3215167"/>
                  </a:lnTo>
                  <a:lnTo>
                    <a:pt x="2233506" y="3209888"/>
                  </a:lnTo>
                  <a:lnTo>
                    <a:pt x="2233600" y="3209888"/>
                  </a:lnTo>
                  <a:lnTo>
                    <a:pt x="2233694" y="3209888"/>
                  </a:lnTo>
                  <a:lnTo>
                    <a:pt x="2233788" y="3209888"/>
                  </a:lnTo>
                  <a:lnTo>
                    <a:pt x="2233882" y="3209888"/>
                  </a:lnTo>
                  <a:lnTo>
                    <a:pt x="2233976" y="3209888"/>
                  </a:lnTo>
                  <a:lnTo>
                    <a:pt x="2234070" y="3209888"/>
                  </a:lnTo>
                  <a:lnTo>
                    <a:pt x="2234164" y="3209888"/>
                  </a:lnTo>
                  <a:lnTo>
                    <a:pt x="2234258" y="3209888"/>
                  </a:lnTo>
                  <a:lnTo>
                    <a:pt x="2234352" y="3209888"/>
                  </a:lnTo>
                  <a:lnTo>
                    <a:pt x="2234446" y="3209888"/>
                  </a:lnTo>
                  <a:lnTo>
                    <a:pt x="2234540" y="3209888"/>
                  </a:lnTo>
                  <a:lnTo>
                    <a:pt x="2234634" y="3209888"/>
                  </a:lnTo>
                  <a:lnTo>
                    <a:pt x="2234728" y="3209888"/>
                  </a:lnTo>
                  <a:lnTo>
                    <a:pt x="2234822" y="3209888"/>
                  </a:lnTo>
                  <a:lnTo>
                    <a:pt x="2234916" y="3209888"/>
                  </a:lnTo>
                  <a:lnTo>
                    <a:pt x="2235010" y="3209888"/>
                  </a:lnTo>
                  <a:lnTo>
                    <a:pt x="2235104" y="3209888"/>
                  </a:lnTo>
                  <a:lnTo>
                    <a:pt x="2235198" y="3209888"/>
                  </a:lnTo>
                  <a:lnTo>
                    <a:pt x="2235292" y="3209888"/>
                  </a:lnTo>
                  <a:lnTo>
                    <a:pt x="2235386" y="3209888"/>
                  </a:lnTo>
                  <a:lnTo>
                    <a:pt x="2235480" y="3209888"/>
                  </a:lnTo>
                  <a:lnTo>
                    <a:pt x="2235574" y="3209888"/>
                  </a:lnTo>
                  <a:lnTo>
                    <a:pt x="2235668" y="3209888"/>
                  </a:lnTo>
                  <a:lnTo>
                    <a:pt x="2235762" y="3209888"/>
                  </a:lnTo>
                  <a:lnTo>
                    <a:pt x="2235856" y="3209888"/>
                  </a:lnTo>
                  <a:lnTo>
                    <a:pt x="2235950" y="3209888"/>
                  </a:lnTo>
                  <a:lnTo>
                    <a:pt x="2236044" y="3209888"/>
                  </a:lnTo>
                  <a:lnTo>
                    <a:pt x="2236138" y="3209888"/>
                  </a:lnTo>
                  <a:lnTo>
                    <a:pt x="2236232" y="3209888"/>
                  </a:lnTo>
                  <a:lnTo>
                    <a:pt x="2236326" y="3209888"/>
                  </a:lnTo>
                  <a:lnTo>
                    <a:pt x="2236421" y="3209888"/>
                  </a:lnTo>
                  <a:lnTo>
                    <a:pt x="2236515" y="3209888"/>
                  </a:lnTo>
                  <a:lnTo>
                    <a:pt x="2236609" y="3209888"/>
                  </a:lnTo>
                  <a:lnTo>
                    <a:pt x="2236703" y="3209888"/>
                  </a:lnTo>
                  <a:lnTo>
                    <a:pt x="2236797" y="3209888"/>
                  </a:lnTo>
                  <a:lnTo>
                    <a:pt x="2236891" y="3209888"/>
                  </a:lnTo>
                  <a:lnTo>
                    <a:pt x="2236985" y="3209888"/>
                  </a:lnTo>
                  <a:lnTo>
                    <a:pt x="2237079" y="3209888"/>
                  </a:lnTo>
                  <a:lnTo>
                    <a:pt x="2237173" y="3209888"/>
                  </a:lnTo>
                  <a:lnTo>
                    <a:pt x="2237267" y="3209888"/>
                  </a:lnTo>
                  <a:lnTo>
                    <a:pt x="2237361" y="3209888"/>
                  </a:lnTo>
                  <a:lnTo>
                    <a:pt x="2237455" y="3209888"/>
                  </a:lnTo>
                  <a:lnTo>
                    <a:pt x="2237549" y="3209888"/>
                  </a:lnTo>
                  <a:lnTo>
                    <a:pt x="2237643" y="3209888"/>
                  </a:lnTo>
                  <a:lnTo>
                    <a:pt x="2237737" y="3209888"/>
                  </a:lnTo>
                  <a:lnTo>
                    <a:pt x="2237831" y="3209888"/>
                  </a:lnTo>
                  <a:lnTo>
                    <a:pt x="2237831" y="3204608"/>
                  </a:lnTo>
                  <a:lnTo>
                    <a:pt x="2237925" y="3204608"/>
                  </a:lnTo>
                  <a:lnTo>
                    <a:pt x="2238019" y="3204608"/>
                  </a:lnTo>
                  <a:lnTo>
                    <a:pt x="2238113" y="3204608"/>
                  </a:lnTo>
                  <a:lnTo>
                    <a:pt x="2238207" y="3204608"/>
                  </a:lnTo>
                  <a:lnTo>
                    <a:pt x="2238301" y="3204608"/>
                  </a:lnTo>
                  <a:lnTo>
                    <a:pt x="2238395" y="3204608"/>
                  </a:lnTo>
                  <a:lnTo>
                    <a:pt x="2238489" y="3204608"/>
                  </a:lnTo>
                  <a:lnTo>
                    <a:pt x="2238583" y="3204608"/>
                  </a:lnTo>
                  <a:lnTo>
                    <a:pt x="2238677" y="3204608"/>
                  </a:lnTo>
                  <a:lnTo>
                    <a:pt x="2238771" y="3204608"/>
                  </a:lnTo>
                  <a:lnTo>
                    <a:pt x="2238865" y="3204608"/>
                  </a:lnTo>
                  <a:lnTo>
                    <a:pt x="2238959" y="3204608"/>
                  </a:lnTo>
                  <a:lnTo>
                    <a:pt x="2239053" y="3204608"/>
                  </a:lnTo>
                  <a:lnTo>
                    <a:pt x="2239147" y="3204608"/>
                  </a:lnTo>
                  <a:lnTo>
                    <a:pt x="2239241" y="3204608"/>
                  </a:lnTo>
                  <a:lnTo>
                    <a:pt x="2239335" y="3204608"/>
                  </a:lnTo>
                  <a:lnTo>
                    <a:pt x="2239429" y="3204608"/>
                  </a:lnTo>
                  <a:lnTo>
                    <a:pt x="2239523" y="3204608"/>
                  </a:lnTo>
                  <a:lnTo>
                    <a:pt x="2239617" y="3204608"/>
                  </a:lnTo>
                  <a:lnTo>
                    <a:pt x="2239711" y="3204608"/>
                  </a:lnTo>
                  <a:lnTo>
                    <a:pt x="2239805" y="3204608"/>
                  </a:lnTo>
                  <a:lnTo>
                    <a:pt x="2239899" y="3204608"/>
                  </a:lnTo>
                  <a:lnTo>
                    <a:pt x="2239994" y="3204608"/>
                  </a:lnTo>
                  <a:lnTo>
                    <a:pt x="2240088" y="3204608"/>
                  </a:lnTo>
                  <a:lnTo>
                    <a:pt x="2240182" y="3204608"/>
                  </a:lnTo>
                  <a:lnTo>
                    <a:pt x="2240276" y="3204608"/>
                  </a:lnTo>
                  <a:lnTo>
                    <a:pt x="2240370" y="3204608"/>
                  </a:lnTo>
                  <a:lnTo>
                    <a:pt x="2240464" y="3204608"/>
                  </a:lnTo>
                  <a:lnTo>
                    <a:pt x="2240558" y="3204608"/>
                  </a:lnTo>
                  <a:lnTo>
                    <a:pt x="2240652" y="3204608"/>
                  </a:lnTo>
                  <a:lnTo>
                    <a:pt x="2240746" y="3204608"/>
                  </a:lnTo>
                  <a:lnTo>
                    <a:pt x="2240840" y="3204608"/>
                  </a:lnTo>
                  <a:lnTo>
                    <a:pt x="2240934" y="3204608"/>
                  </a:lnTo>
                  <a:lnTo>
                    <a:pt x="2241028" y="3204608"/>
                  </a:lnTo>
                  <a:lnTo>
                    <a:pt x="2241122" y="3204608"/>
                  </a:lnTo>
                  <a:lnTo>
                    <a:pt x="2241216" y="3204608"/>
                  </a:lnTo>
                  <a:lnTo>
                    <a:pt x="2241310" y="3204608"/>
                  </a:lnTo>
                  <a:lnTo>
                    <a:pt x="2241404" y="3204608"/>
                  </a:lnTo>
                  <a:lnTo>
                    <a:pt x="2241498" y="3204608"/>
                  </a:lnTo>
                  <a:lnTo>
                    <a:pt x="2241592" y="3204608"/>
                  </a:lnTo>
                  <a:lnTo>
                    <a:pt x="2241592" y="3199329"/>
                  </a:lnTo>
                  <a:lnTo>
                    <a:pt x="2241686" y="3199329"/>
                  </a:lnTo>
                  <a:lnTo>
                    <a:pt x="2241780" y="3199329"/>
                  </a:lnTo>
                  <a:lnTo>
                    <a:pt x="2241874" y="3199329"/>
                  </a:lnTo>
                  <a:lnTo>
                    <a:pt x="2241968" y="3199329"/>
                  </a:lnTo>
                  <a:lnTo>
                    <a:pt x="2241968" y="3194049"/>
                  </a:lnTo>
                  <a:lnTo>
                    <a:pt x="2242062" y="3194049"/>
                  </a:lnTo>
                  <a:lnTo>
                    <a:pt x="2242156" y="3194049"/>
                  </a:lnTo>
                  <a:lnTo>
                    <a:pt x="2242250" y="3194049"/>
                  </a:lnTo>
                  <a:lnTo>
                    <a:pt x="2242344" y="3194049"/>
                  </a:lnTo>
                  <a:lnTo>
                    <a:pt x="2242438" y="3194049"/>
                  </a:lnTo>
                  <a:lnTo>
                    <a:pt x="2242532" y="3194049"/>
                  </a:lnTo>
                  <a:lnTo>
                    <a:pt x="2242626" y="3194049"/>
                  </a:lnTo>
                  <a:lnTo>
                    <a:pt x="2242720" y="3194049"/>
                  </a:lnTo>
                  <a:lnTo>
                    <a:pt x="2242814" y="3194049"/>
                  </a:lnTo>
                  <a:lnTo>
                    <a:pt x="2242908" y="3194049"/>
                  </a:lnTo>
                  <a:lnTo>
                    <a:pt x="2243002" y="3194049"/>
                  </a:lnTo>
                  <a:lnTo>
                    <a:pt x="2243096" y="3194049"/>
                  </a:lnTo>
                  <a:lnTo>
                    <a:pt x="2243190" y="3194049"/>
                  </a:lnTo>
                  <a:lnTo>
                    <a:pt x="2243284" y="3194049"/>
                  </a:lnTo>
                  <a:lnTo>
                    <a:pt x="2243378" y="3194049"/>
                  </a:lnTo>
                  <a:lnTo>
                    <a:pt x="2243473" y="3194049"/>
                  </a:lnTo>
                  <a:lnTo>
                    <a:pt x="2243567" y="3194049"/>
                  </a:lnTo>
                  <a:lnTo>
                    <a:pt x="2243661" y="3194049"/>
                  </a:lnTo>
                  <a:lnTo>
                    <a:pt x="2243755" y="3194049"/>
                  </a:lnTo>
                  <a:lnTo>
                    <a:pt x="2243849" y="3194049"/>
                  </a:lnTo>
                  <a:lnTo>
                    <a:pt x="2243943" y="3194049"/>
                  </a:lnTo>
                  <a:lnTo>
                    <a:pt x="2244037" y="3194049"/>
                  </a:lnTo>
                  <a:lnTo>
                    <a:pt x="2244131" y="3194049"/>
                  </a:lnTo>
                  <a:lnTo>
                    <a:pt x="2244225" y="3194049"/>
                  </a:lnTo>
                  <a:lnTo>
                    <a:pt x="2244319" y="3194049"/>
                  </a:lnTo>
                  <a:lnTo>
                    <a:pt x="2244413" y="3194049"/>
                  </a:lnTo>
                  <a:lnTo>
                    <a:pt x="2244507" y="3194049"/>
                  </a:lnTo>
                  <a:lnTo>
                    <a:pt x="2244601" y="3194049"/>
                  </a:lnTo>
                  <a:lnTo>
                    <a:pt x="2244695" y="3194049"/>
                  </a:lnTo>
                  <a:lnTo>
                    <a:pt x="2244789" y="3194049"/>
                  </a:lnTo>
                  <a:lnTo>
                    <a:pt x="2244883" y="3194049"/>
                  </a:lnTo>
                  <a:lnTo>
                    <a:pt x="2244977" y="3194049"/>
                  </a:lnTo>
                  <a:lnTo>
                    <a:pt x="2245071" y="3194049"/>
                  </a:lnTo>
                  <a:lnTo>
                    <a:pt x="2245165" y="3194049"/>
                  </a:lnTo>
                  <a:lnTo>
                    <a:pt x="2245259" y="3194049"/>
                  </a:lnTo>
                  <a:lnTo>
                    <a:pt x="2245353" y="3194049"/>
                  </a:lnTo>
                  <a:lnTo>
                    <a:pt x="2245447" y="3194049"/>
                  </a:lnTo>
                  <a:lnTo>
                    <a:pt x="2245541" y="3194049"/>
                  </a:lnTo>
                  <a:lnTo>
                    <a:pt x="2245635" y="3194049"/>
                  </a:lnTo>
                  <a:lnTo>
                    <a:pt x="2245729" y="3194049"/>
                  </a:lnTo>
                  <a:lnTo>
                    <a:pt x="2245823" y="3194049"/>
                  </a:lnTo>
                  <a:lnTo>
                    <a:pt x="2245917" y="3194049"/>
                  </a:lnTo>
                  <a:lnTo>
                    <a:pt x="2246011" y="3194049"/>
                  </a:lnTo>
                  <a:lnTo>
                    <a:pt x="2246105" y="3194049"/>
                  </a:lnTo>
                  <a:lnTo>
                    <a:pt x="2246199" y="3194049"/>
                  </a:lnTo>
                  <a:lnTo>
                    <a:pt x="2246293" y="3194049"/>
                  </a:lnTo>
                  <a:lnTo>
                    <a:pt x="2246387" y="3194049"/>
                  </a:lnTo>
                  <a:lnTo>
                    <a:pt x="2246481" y="3194049"/>
                  </a:lnTo>
                  <a:lnTo>
                    <a:pt x="2246575" y="3194049"/>
                  </a:lnTo>
                  <a:lnTo>
                    <a:pt x="2246669" y="3194049"/>
                  </a:lnTo>
                  <a:lnTo>
                    <a:pt x="2246763" y="3194049"/>
                  </a:lnTo>
                  <a:lnTo>
                    <a:pt x="2246857" y="3194049"/>
                  </a:lnTo>
                  <a:lnTo>
                    <a:pt x="2246951" y="3194049"/>
                  </a:lnTo>
                  <a:lnTo>
                    <a:pt x="2247046" y="3194049"/>
                  </a:lnTo>
                  <a:lnTo>
                    <a:pt x="2247140" y="3194049"/>
                  </a:lnTo>
                  <a:lnTo>
                    <a:pt x="2247234" y="3194049"/>
                  </a:lnTo>
                  <a:lnTo>
                    <a:pt x="2247328" y="3194049"/>
                  </a:lnTo>
                  <a:lnTo>
                    <a:pt x="2247422" y="3194049"/>
                  </a:lnTo>
                  <a:lnTo>
                    <a:pt x="2247516" y="3194049"/>
                  </a:lnTo>
                  <a:lnTo>
                    <a:pt x="2247610" y="3194049"/>
                  </a:lnTo>
                  <a:lnTo>
                    <a:pt x="2247704" y="3194049"/>
                  </a:lnTo>
                  <a:lnTo>
                    <a:pt x="2247798" y="3194049"/>
                  </a:lnTo>
                  <a:lnTo>
                    <a:pt x="2247892" y="3194049"/>
                  </a:lnTo>
                  <a:lnTo>
                    <a:pt x="2247986" y="3194049"/>
                  </a:lnTo>
                  <a:lnTo>
                    <a:pt x="2248080" y="3194049"/>
                  </a:lnTo>
                  <a:lnTo>
                    <a:pt x="2248174" y="3194049"/>
                  </a:lnTo>
                  <a:lnTo>
                    <a:pt x="2248268" y="3194049"/>
                  </a:lnTo>
                  <a:lnTo>
                    <a:pt x="2248362" y="3194049"/>
                  </a:lnTo>
                  <a:lnTo>
                    <a:pt x="2248456" y="3194049"/>
                  </a:lnTo>
                  <a:lnTo>
                    <a:pt x="2248550" y="3194049"/>
                  </a:lnTo>
                  <a:lnTo>
                    <a:pt x="2248644" y="3194049"/>
                  </a:lnTo>
                  <a:lnTo>
                    <a:pt x="2248738" y="3194049"/>
                  </a:lnTo>
                  <a:lnTo>
                    <a:pt x="2248832" y="3194049"/>
                  </a:lnTo>
                  <a:lnTo>
                    <a:pt x="2248926" y="3194049"/>
                  </a:lnTo>
                  <a:lnTo>
                    <a:pt x="2249020" y="3194049"/>
                  </a:lnTo>
                  <a:lnTo>
                    <a:pt x="2249114" y="3194049"/>
                  </a:lnTo>
                  <a:lnTo>
                    <a:pt x="2249208" y="3194049"/>
                  </a:lnTo>
                  <a:lnTo>
                    <a:pt x="2249302" y="3194049"/>
                  </a:lnTo>
                  <a:lnTo>
                    <a:pt x="2249396" y="3194049"/>
                  </a:lnTo>
                  <a:lnTo>
                    <a:pt x="2249490" y="3194049"/>
                  </a:lnTo>
                  <a:lnTo>
                    <a:pt x="2249584" y="3194049"/>
                  </a:lnTo>
                  <a:lnTo>
                    <a:pt x="2249678" y="3194049"/>
                  </a:lnTo>
                  <a:lnTo>
                    <a:pt x="2249772" y="3194049"/>
                  </a:lnTo>
                  <a:lnTo>
                    <a:pt x="2249866" y="3194049"/>
                  </a:lnTo>
                  <a:lnTo>
                    <a:pt x="2249960" y="3194049"/>
                  </a:lnTo>
                  <a:lnTo>
                    <a:pt x="2250054" y="3194049"/>
                  </a:lnTo>
                  <a:lnTo>
                    <a:pt x="2250148" y="3194049"/>
                  </a:lnTo>
                  <a:lnTo>
                    <a:pt x="2250242" y="3194049"/>
                  </a:lnTo>
                  <a:lnTo>
                    <a:pt x="2250336" y="3194049"/>
                  </a:lnTo>
                  <a:lnTo>
                    <a:pt x="2250430" y="3194049"/>
                  </a:lnTo>
                  <a:lnTo>
                    <a:pt x="2250524" y="3194049"/>
                  </a:lnTo>
                  <a:lnTo>
                    <a:pt x="2250619" y="3194049"/>
                  </a:lnTo>
                  <a:lnTo>
                    <a:pt x="2250713" y="3194049"/>
                  </a:lnTo>
                  <a:lnTo>
                    <a:pt x="2250807" y="3194049"/>
                  </a:lnTo>
                  <a:lnTo>
                    <a:pt x="2250901" y="3194049"/>
                  </a:lnTo>
                  <a:lnTo>
                    <a:pt x="2250995" y="3194049"/>
                  </a:lnTo>
                  <a:lnTo>
                    <a:pt x="2251089" y="3194049"/>
                  </a:lnTo>
                  <a:lnTo>
                    <a:pt x="2251183" y="3194049"/>
                  </a:lnTo>
                  <a:lnTo>
                    <a:pt x="2251277" y="3194049"/>
                  </a:lnTo>
                  <a:lnTo>
                    <a:pt x="2251371" y="3194049"/>
                  </a:lnTo>
                  <a:lnTo>
                    <a:pt x="2251465" y="3194049"/>
                  </a:lnTo>
                  <a:lnTo>
                    <a:pt x="2251559" y="3194049"/>
                  </a:lnTo>
                  <a:lnTo>
                    <a:pt x="2251653" y="3194049"/>
                  </a:lnTo>
                  <a:lnTo>
                    <a:pt x="2251747" y="3194049"/>
                  </a:lnTo>
                  <a:lnTo>
                    <a:pt x="2251841" y="3194049"/>
                  </a:lnTo>
                  <a:lnTo>
                    <a:pt x="2251935" y="3194049"/>
                  </a:lnTo>
                  <a:lnTo>
                    <a:pt x="2252029" y="3194049"/>
                  </a:lnTo>
                  <a:lnTo>
                    <a:pt x="2252123" y="3194049"/>
                  </a:lnTo>
                  <a:lnTo>
                    <a:pt x="2252217" y="3194049"/>
                  </a:lnTo>
                  <a:lnTo>
                    <a:pt x="2252311" y="3194049"/>
                  </a:lnTo>
                  <a:lnTo>
                    <a:pt x="2252405" y="3194049"/>
                  </a:lnTo>
                  <a:lnTo>
                    <a:pt x="2252499" y="3194049"/>
                  </a:lnTo>
                  <a:lnTo>
                    <a:pt x="2252593" y="3194049"/>
                  </a:lnTo>
                  <a:lnTo>
                    <a:pt x="2252687" y="3194049"/>
                  </a:lnTo>
                  <a:lnTo>
                    <a:pt x="2252781" y="3194049"/>
                  </a:lnTo>
                  <a:lnTo>
                    <a:pt x="2252875" y="3194049"/>
                  </a:lnTo>
                  <a:lnTo>
                    <a:pt x="2252969" y="3194049"/>
                  </a:lnTo>
                  <a:lnTo>
                    <a:pt x="2253063" y="3194049"/>
                  </a:lnTo>
                  <a:lnTo>
                    <a:pt x="2253157" y="3194049"/>
                  </a:lnTo>
                  <a:lnTo>
                    <a:pt x="2253251" y="3194049"/>
                  </a:lnTo>
                  <a:lnTo>
                    <a:pt x="2253345" y="3194049"/>
                  </a:lnTo>
                  <a:lnTo>
                    <a:pt x="2253439" y="3194049"/>
                  </a:lnTo>
                  <a:lnTo>
                    <a:pt x="2253533" y="3194049"/>
                  </a:lnTo>
                  <a:lnTo>
                    <a:pt x="2253627" y="3194049"/>
                  </a:lnTo>
                  <a:lnTo>
                    <a:pt x="2253721" y="3194049"/>
                  </a:lnTo>
                  <a:lnTo>
                    <a:pt x="2253815" y="3194049"/>
                  </a:lnTo>
                  <a:lnTo>
                    <a:pt x="2253909" y="3194049"/>
                  </a:lnTo>
                  <a:lnTo>
                    <a:pt x="2254003" y="3194049"/>
                  </a:lnTo>
                  <a:lnTo>
                    <a:pt x="2254098" y="3194049"/>
                  </a:lnTo>
                  <a:lnTo>
                    <a:pt x="2254192" y="3194049"/>
                  </a:lnTo>
                  <a:lnTo>
                    <a:pt x="2254286" y="3194049"/>
                  </a:lnTo>
                  <a:lnTo>
                    <a:pt x="2254380" y="3194049"/>
                  </a:lnTo>
                  <a:lnTo>
                    <a:pt x="2254474" y="3194049"/>
                  </a:lnTo>
                  <a:lnTo>
                    <a:pt x="2254568" y="3194049"/>
                  </a:lnTo>
                  <a:lnTo>
                    <a:pt x="2254662" y="3194049"/>
                  </a:lnTo>
                  <a:lnTo>
                    <a:pt x="2254756" y="3194049"/>
                  </a:lnTo>
                  <a:lnTo>
                    <a:pt x="2254850" y="3194049"/>
                  </a:lnTo>
                  <a:lnTo>
                    <a:pt x="2254944" y="3194049"/>
                  </a:lnTo>
                  <a:lnTo>
                    <a:pt x="2255038" y="3194049"/>
                  </a:lnTo>
                  <a:lnTo>
                    <a:pt x="2255132" y="3194049"/>
                  </a:lnTo>
                  <a:lnTo>
                    <a:pt x="2255226" y="3194049"/>
                  </a:lnTo>
                  <a:lnTo>
                    <a:pt x="2255320" y="3194049"/>
                  </a:lnTo>
                  <a:lnTo>
                    <a:pt x="2255414" y="3194049"/>
                  </a:lnTo>
                  <a:lnTo>
                    <a:pt x="2255508" y="3194049"/>
                  </a:lnTo>
                  <a:lnTo>
                    <a:pt x="2255602" y="3194049"/>
                  </a:lnTo>
                  <a:lnTo>
                    <a:pt x="2255696" y="3194049"/>
                  </a:lnTo>
                  <a:lnTo>
                    <a:pt x="2255790" y="3194049"/>
                  </a:lnTo>
                  <a:lnTo>
                    <a:pt x="2255884" y="3194049"/>
                  </a:lnTo>
                  <a:lnTo>
                    <a:pt x="2255978" y="3194049"/>
                  </a:lnTo>
                  <a:lnTo>
                    <a:pt x="2256072" y="3194049"/>
                  </a:lnTo>
                  <a:lnTo>
                    <a:pt x="2256166" y="3194049"/>
                  </a:lnTo>
                  <a:lnTo>
                    <a:pt x="2256260" y="3194049"/>
                  </a:lnTo>
                  <a:lnTo>
                    <a:pt x="2256354" y="3194049"/>
                  </a:lnTo>
                  <a:lnTo>
                    <a:pt x="2256448" y="3194049"/>
                  </a:lnTo>
                  <a:lnTo>
                    <a:pt x="2256542" y="3194049"/>
                  </a:lnTo>
                  <a:lnTo>
                    <a:pt x="2256636" y="3194049"/>
                  </a:lnTo>
                  <a:lnTo>
                    <a:pt x="2256730" y="3194049"/>
                  </a:lnTo>
                  <a:lnTo>
                    <a:pt x="2256824" y="3194049"/>
                  </a:lnTo>
                  <a:lnTo>
                    <a:pt x="2256918" y="3194049"/>
                  </a:lnTo>
                  <a:lnTo>
                    <a:pt x="2257012" y="3194049"/>
                  </a:lnTo>
                  <a:lnTo>
                    <a:pt x="2257106" y="3194049"/>
                  </a:lnTo>
                  <a:lnTo>
                    <a:pt x="2257200" y="3194049"/>
                  </a:lnTo>
                  <a:lnTo>
                    <a:pt x="2257294" y="3194049"/>
                  </a:lnTo>
                  <a:lnTo>
                    <a:pt x="2257388" y="3194049"/>
                  </a:lnTo>
                  <a:lnTo>
                    <a:pt x="2257482" y="3194049"/>
                  </a:lnTo>
                  <a:lnTo>
                    <a:pt x="2257576" y="3194049"/>
                  </a:lnTo>
                  <a:lnTo>
                    <a:pt x="2257671" y="3194049"/>
                  </a:lnTo>
                  <a:lnTo>
                    <a:pt x="2257765" y="3194049"/>
                  </a:lnTo>
                  <a:lnTo>
                    <a:pt x="2257859" y="3194049"/>
                  </a:lnTo>
                  <a:lnTo>
                    <a:pt x="2257953" y="3194049"/>
                  </a:lnTo>
                  <a:lnTo>
                    <a:pt x="2258047" y="3194049"/>
                  </a:lnTo>
                  <a:lnTo>
                    <a:pt x="2258141" y="3194049"/>
                  </a:lnTo>
                  <a:lnTo>
                    <a:pt x="2258235" y="3194049"/>
                  </a:lnTo>
                  <a:lnTo>
                    <a:pt x="2258329" y="3194049"/>
                  </a:lnTo>
                  <a:lnTo>
                    <a:pt x="2258423" y="3194049"/>
                  </a:lnTo>
                  <a:lnTo>
                    <a:pt x="2258517" y="3194049"/>
                  </a:lnTo>
                  <a:lnTo>
                    <a:pt x="2258611" y="3194049"/>
                  </a:lnTo>
                  <a:lnTo>
                    <a:pt x="2258705" y="3194049"/>
                  </a:lnTo>
                  <a:lnTo>
                    <a:pt x="2258799" y="3194049"/>
                  </a:lnTo>
                  <a:lnTo>
                    <a:pt x="2258893" y="3194049"/>
                  </a:lnTo>
                  <a:lnTo>
                    <a:pt x="2258987" y="3194049"/>
                  </a:lnTo>
                  <a:lnTo>
                    <a:pt x="2259081" y="3194049"/>
                  </a:lnTo>
                  <a:lnTo>
                    <a:pt x="2259175" y="3194049"/>
                  </a:lnTo>
                  <a:lnTo>
                    <a:pt x="2259269" y="3194049"/>
                  </a:lnTo>
                  <a:lnTo>
                    <a:pt x="2259363" y="3194049"/>
                  </a:lnTo>
                  <a:lnTo>
                    <a:pt x="2259457" y="3194049"/>
                  </a:lnTo>
                  <a:lnTo>
                    <a:pt x="2259551" y="3194049"/>
                  </a:lnTo>
                  <a:lnTo>
                    <a:pt x="2259645" y="3194049"/>
                  </a:lnTo>
                  <a:lnTo>
                    <a:pt x="2259739" y="3194049"/>
                  </a:lnTo>
                  <a:lnTo>
                    <a:pt x="2259833" y="3194049"/>
                  </a:lnTo>
                  <a:lnTo>
                    <a:pt x="2259927" y="3194049"/>
                  </a:lnTo>
                  <a:lnTo>
                    <a:pt x="2260021" y="3194049"/>
                  </a:lnTo>
                  <a:lnTo>
                    <a:pt x="2260115" y="3194049"/>
                  </a:lnTo>
                  <a:lnTo>
                    <a:pt x="2260209" y="3194049"/>
                  </a:lnTo>
                  <a:lnTo>
                    <a:pt x="2260303" y="3194049"/>
                  </a:lnTo>
                  <a:lnTo>
                    <a:pt x="2260397" y="3194049"/>
                  </a:lnTo>
                  <a:lnTo>
                    <a:pt x="2260491" y="3194049"/>
                  </a:lnTo>
                  <a:lnTo>
                    <a:pt x="2260585" y="3194049"/>
                  </a:lnTo>
                  <a:lnTo>
                    <a:pt x="2260679" y="3194049"/>
                  </a:lnTo>
                  <a:lnTo>
                    <a:pt x="2260773" y="3194049"/>
                  </a:lnTo>
                  <a:lnTo>
                    <a:pt x="2260867" y="3194049"/>
                  </a:lnTo>
                  <a:lnTo>
                    <a:pt x="2260961" y="3194049"/>
                  </a:lnTo>
                  <a:lnTo>
                    <a:pt x="2261055" y="3194049"/>
                  </a:lnTo>
                  <a:lnTo>
                    <a:pt x="2261149" y="3194049"/>
                  </a:lnTo>
                  <a:lnTo>
                    <a:pt x="2261244" y="3194049"/>
                  </a:lnTo>
                  <a:lnTo>
                    <a:pt x="2261338" y="3194049"/>
                  </a:lnTo>
                  <a:lnTo>
                    <a:pt x="2261432" y="3194049"/>
                  </a:lnTo>
                  <a:lnTo>
                    <a:pt x="2261526" y="3194049"/>
                  </a:lnTo>
                  <a:lnTo>
                    <a:pt x="2261620" y="3194049"/>
                  </a:lnTo>
                  <a:lnTo>
                    <a:pt x="2261714" y="3194049"/>
                  </a:lnTo>
                  <a:lnTo>
                    <a:pt x="2261808" y="3194049"/>
                  </a:lnTo>
                  <a:lnTo>
                    <a:pt x="2261902" y="3194049"/>
                  </a:lnTo>
                  <a:lnTo>
                    <a:pt x="2261996" y="3194049"/>
                  </a:lnTo>
                  <a:lnTo>
                    <a:pt x="2262090" y="3194049"/>
                  </a:lnTo>
                  <a:lnTo>
                    <a:pt x="2262184" y="3194049"/>
                  </a:lnTo>
                  <a:lnTo>
                    <a:pt x="2262278" y="3194049"/>
                  </a:lnTo>
                  <a:lnTo>
                    <a:pt x="2262372" y="3194049"/>
                  </a:lnTo>
                  <a:lnTo>
                    <a:pt x="2262466" y="3194049"/>
                  </a:lnTo>
                  <a:lnTo>
                    <a:pt x="2262466" y="3188770"/>
                  </a:lnTo>
                  <a:lnTo>
                    <a:pt x="2262560" y="3188770"/>
                  </a:lnTo>
                  <a:lnTo>
                    <a:pt x="2262654" y="3188770"/>
                  </a:lnTo>
                  <a:lnTo>
                    <a:pt x="2262748" y="3188770"/>
                  </a:lnTo>
                  <a:lnTo>
                    <a:pt x="2262842" y="3188770"/>
                  </a:lnTo>
                  <a:lnTo>
                    <a:pt x="2262936" y="3188770"/>
                  </a:lnTo>
                  <a:lnTo>
                    <a:pt x="2263030" y="3188770"/>
                  </a:lnTo>
                  <a:lnTo>
                    <a:pt x="2263124" y="3188770"/>
                  </a:lnTo>
                  <a:lnTo>
                    <a:pt x="2263218" y="3188770"/>
                  </a:lnTo>
                  <a:lnTo>
                    <a:pt x="2263312" y="3188770"/>
                  </a:lnTo>
                  <a:lnTo>
                    <a:pt x="2263406" y="3188770"/>
                  </a:lnTo>
                  <a:lnTo>
                    <a:pt x="2263406" y="3183491"/>
                  </a:lnTo>
                  <a:lnTo>
                    <a:pt x="2263500" y="3183491"/>
                  </a:lnTo>
                  <a:lnTo>
                    <a:pt x="2263594" y="3183491"/>
                  </a:lnTo>
                  <a:lnTo>
                    <a:pt x="2263688" y="3183491"/>
                  </a:lnTo>
                  <a:lnTo>
                    <a:pt x="2263782" y="3183491"/>
                  </a:lnTo>
                  <a:lnTo>
                    <a:pt x="2263876" y="3183491"/>
                  </a:lnTo>
                  <a:lnTo>
                    <a:pt x="2263970" y="3183491"/>
                  </a:lnTo>
                  <a:lnTo>
                    <a:pt x="2264064" y="3183491"/>
                  </a:lnTo>
                  <a:lnTo>
                    <a:pt x="2264158" y="3183491"/>
                  </a:lnTo>
                  <a:lnTo>
                    <a:pt x="2264252" y="3183491"/>
                  </a:lnTo>
                  <a:lnTo>
                    <a:pt x="2264346" y="3183491"/>
                  </a:lnTo>
                  <a:lnTo>
                    <a:pt x="2264440" y="3183491"/>
                  </a:lnTo>
                  <a:lnTo>
                    <a:pt x="2264534" y="3183491"/>
                  </a:lnTo>
                  <a:lnTo>
                    <a:pt x="2264628" y="3183491"/>
                  </a:lnTo>
                  <a:lnTo>
                    <a:pt x="2264723" y="3183491"/>
                  </a:lnTo>
                  <a:lnTo>
                    <a:pt x="2264817" y="3183491"/>
                  </a:lnTo>
                  <a:lnTo>
                    <a:pt x="2264911" y="3183491"/>
                  </a:lnTo>
                  <a:lnTo>
                    <a:pt x="2265005" y="3183491"/>
                  </a:lnTo>
                  <a:lnTo>
                    <a:pt x="2265099" y="3183491"/>
                  </a:lnTo>
                  <a:lnTo>
                    <a:pt x="2265193" y="3183491"/>
                  </a:lnTo>
                  <a:lnTo>
                    <a:pt x="2265193" y="3178211"/>
                  </a:lnTo>
                  <a:lnTo>
                    <a:pt x="2265287" y="3178211"/>
                  </a:lnTo>
                  <a:lnTo>
                    <a:pt x="2265381" y="3178211"/>
                  </a:lnTo>
                  <a:lnTo>
                    <a:pt x="2265475" y="3178211"/>
                  </a:lnTo>
                  <a:lnTo>
                    <a:pt x="2265569" y="3178211"/>
                  </a:lnTo>
                  <a:lnTo>
                    <a:pt x="2265663" y="3178211"/>
                  </a:lnTo>
                  <a:lnTo>
                    <a:pt x="2265757" y="3178211"/>
                  </a:lnTo>
                  <a:lnTo>
                    <a:pt x="2265851" y="3178211"/>
                  </a:lnTo>
                  <a:lnTo>
                    <a:pt x="2265945" y="3178211"/>
                  </a:lnTo>
                  <a:lnTo>
                    <a:pt x="2266039" y="3178211"/>
                  </a:lnTo>
                  <a:lnTo>
                    <a:pt x="2266133" y="3178211"/>
                  </a:lnTo>
                  <a:lnTo>
                    <a:pt x="2266227" y="3178211"/>
                  </a:lnTo>
                  <a:lnTo>
                    <a:pt x="2266321" y="3178211"/>
                  </a:lnTo>
                  <a:lnTo>
                    <a:pt x="2266415" y="3178211"/>
                  </a:lnTo>
                  <a:lnTo>
                    <a:pt x="2266509" y="3178211"/>
                  </a:lnTo>
                  <a:lnTo>
                    <a:pt x="2266603" y="3178211"/>
                  </a:lnTo>
                  <a:lnTo>
                    <a:pt x="2266697" y="3178211"/>
                  </a:lnTo>
                  <a:lnTo>
                    <a:pt x="2266791" y="3178211"/>
                  </a:lnTo>
                  <a:lnTo>
                    <a:pt x="2266885" y="3178211"/>
                  </a:lnTo>
                  <a:lnTo>
                    <a:pt x="2266979" y="3178211"/>
                  </a:lnTo>
                  <a:lnTo>
                    <a:pt x="2267073" y="3178211"/>
                  </a:lnTo>
                  <a:lnTo>
                    <a:pt x="2267167" y="3178211"/>
                  </a:lnTo>
                  <a:lnTo>
                    <a:pt x="2267261" y="3178211"/>
                  </a:lnTo>
                  <a:lnTo>
                    <a:pt x="2267355" y="3178211"/>
                  </a:lnTo>
                  <a:lnTo>
                    <a:pt x="2267449" y="3178211"/>
                  </a:lnTo>
                  <a:lnTo>
                    <a:pt x="2267543" y="3178211"/>
                  </a:lnTo>
                  <a:lnTo>
                    <a:pt x="2267637" y="3178211"/>
                  </a:lnTo>
                  <a:lnTo>
                    <a:pt x="2267731" y="3178211"/>
                  </a:lnTo>
                  <a:lnTo>
                    <a:pt x="2267825" y="3178211"/>
                  </a:lnTo>
                  <a:lnTo>
                    <a:pt x="2267919" y="3178211"/>
                  </a:lnTo>
                  <a:lnTo>
                    <a:pt x="2267919" y="3172932"/>
                  </a:lnTo>
                  <a:lnTo>
                    <a:pt x="2268013" y="3172932"/>
                  </a:lnTo>
                  <a:lnTo>
                    <a:pt x="2268013" y="3167652"/>
                  </a:lnTo>
                  <a:lnTo>
                    <a:pt x="2268107" y="3167652"/>
                  </a:lnTo>
                  <a:lnTo>
                    <a:pt x="2268201" y="3167652"/>
                  </a:lnTo>
                  <a:lnTo>
                    <a:pt x="2268296" y="3167652"/>
                  </a:lnTo>
                  <a:lnTo>
                    <a:pt x="2268390" y="3167652"/>
                  </a:lnTo>
                  <a:lnTo>
                    <a:pt x="2268484" y="3167652"/>
                  </a:lnTo>
                  <a:lnTo>
                    <a:pt x="2268578" y="3167652"/>
                  </a:lnTo>
                  <a:lnTo>
                    <a:pt x="2268672" y="3167652"/>
                  </a:lnTo>
                  <a:lnTo>
                    <a:pt x="2268766" y="3167652"/>
                  </a:lnTo>
                  <a:lnTo>
                    <a:pt x="2268860" y="3167652"/>
                  </a:lnTo>
                  <a:lnTo>
                    <a:pt x="2268954" y="3167652"/>
                  </a:lnTo>
                  <a:lnTo>
                    <a:pt x="2269048" y="3167652"/>
                  </a:lnTo>
                  <a:lnTo>
                    <a:pt x="2269142" y="3167652"/>
                  </a:lnTo>
                  <a:lnTo>
                    <a:pt x="2269236" y="3167652"/>
                  </a:lnTo>
                  <a:lnTo>
                    <a:pt x="2269330" y="3167652"/>
                  </a:lnTo>
                  <a:lnTo>
                    <a:pt x="2269424" y="3167652"/>
                  </a:lnTo>
                  <a:lnTo>
                    <a:pt x="2269518" y="3167652"/>
                  </a:lnTo>
                  <a:lnTo>
                    <a:pt x="2269612" y="3167652"/>
                  </a:lnTo>
                  <a:lnTo>
                    <a:pt x="2269706" y="3167652"/>
                  </a:lnTo>
                  <a:lnTo>
                    <a:pt x="2269800" y="3167652"/>
                  </a:lnTo>
                  <a:lnTo>
                    <a:pt x="2269894" y="3167652"/>
                  </a:lnTo>
                  <a:lnTo>
                    <a:pt x="2269988" y="3167652"/>
                  </a:lnTo>
                  <a:lnTo>
                    <a:pt x="2270082" y="3167652"/>
                  </a:lnTo>
                  <a:lnTo>
                    <a:pt x="2270176" y="3167652"/>
                  </a:lnTo>
                  <a:lnTo>
                    <a:pt x="2270270" y="3167652"/>
                  </a:lnTo>
                  <a:lnTo>
                    <a:pt x="2270364" y="3167652"/>
                  </a:lnTo>
                  <a:lnTo>
                    <a:pt x="2270458" y="3167652"/>
                  </a:lnTo>
                  <a:lnTo>
                    <a:pt x="2270552" y="3167652"/>
                  </a:lnTo>
                  <a:lnTo>
                    <a:pt x="2270646" y="3167652"/>
                  </a:lnTo>
                  <a:lnTo>
                    <a:pt x="2270740" y="3167652"/>
                  </a:lnTo>
                  <a:lnTo>
                    <a:pt x="2270834" y="3167652"/>
                  </a:lnTo>
                  <a:lnTo>
                    <a:pt x="2270928" y="3167652"/>
                  </a:lnTo>
                  <a:lnTo>
                    <a:pt x="2271022" y="3167652"/>
                  </a:lnTo>
                  <a:lnTo>
                    <a:pt x="2271116" y="3167652"/>
                  </a:lnTo>
                  <a:lnTo>
                    <a:pt x="2271210" y="3167652"/>
                  </a:lnTo>
                  <a:lnTo>
                    <a:pt x="2271304" y="3167652"/>
                  </a:lnTo>
                  <a:lnTo>
                    <a:pt x="2271398" y="3167652"/>
                  </a:lnTo>
                  <a:lnTo>
                    <a:pt x="2271492" y="3167652"/>
                  </a:lnTo>
                  <a:lnTo>
                    <a:pt x="2271586" y="3167652"/>
                  </a:lnTo>
                  <a:lnTo>
                    <a:pt x="2271680" y="3167652"/>
                  </a:lnTo>
                  <a:lnTo>
                    <a:pt x="2271774" y="3167652"/>
                  </a:lnTo>
                  <a:lnTo>
                    <a:pt x="2271869" y="3167652"/>
                  </a:lnTo>
                  <a:lnTo>
                    <a:pt x="2271963" y="3167652"/>
                  </a:lnTo>
                  <a:lnTo>
                    <a:pt x="2272057" y="3167652"/>
                  </a:lnTo>
                  <a:lnTo>
                    <a:pt x="2272151" y="3167652"/>
                  </a:lnTo>
                  <a:lnTo>
                    <a:pt x="2272245" y="3167652"/>
                  </a:lnTo>
                  <a:lnTo>
                    <a:pt x="2272339" y="3167652"/>
                  </a:lnTo>
                  <a:lnTo>
                    <a:pt x="2272433" y="3167652"/>
                  </a:lnTo>
                  <a:lnTo>
                    <a:pt x="2272527" y="3167652"/>
                  </a:lnTo>
                  <a:lnTo>
                    <a:pt x="2272621" y="3167652"/>
                  </a:lnTo>
                  <a:lnTo>
                    <a:pt x="2272621" y="3162373"/>
                  </a:lnTo>
                  <a:lnTo>
                    <a:pt x="2272715" y="3162373"/>
                  </a:lnTo>
                  <a:lnTo>
                    <a:pt x="2272809" y="3162373"/>
                  </a:lnTo>
                  <a:lnTo>
                    <a:pt x="2272903" y="3162373"/>
                  </a:lnTo>
                  <a:lnTo>
                    <a:pt x="2272997" y="3162373"/>
                  </a:lnTo>
                  <a:lnTo>
                    <a:pt x="2273091" y="3162373"/>
                  </a:lnTo>
                  <a:lnTo>
                    <a:pt x="2273185" y="3162373"/>
                  </a:lnTo>
                  <a:lnTo>
                    <a:pt x="2273279" y="3162373"/>
                  </a:lnTo>
                  <a:lnTo>
                    <a:pt x="2273373" y="3162373"/>
                  </a:lnTo>
                  <a:lnTo>
                    <a:pt x="2273467" y="3162373"/>
                  </a:lnTo>
                  <a:lnTo>
                    <a:pt x="2273561" y="3162373"/>
                  </a:lnTo>
                  <a:lnTo>
                    <a:pt x="2273655" y="3162373"/>
                  </a:lnTo>
                  <a:lnTo>
                    <a:pt x="2273749" y="3162373"/>
                  </a:lnTo>
                  <a:lnTo>
                    <a:pt x="2273843" y="3162373"/>
                  </a:lnTo>
                  <a:lnTo>
                    <a:pt x="2273937" y="3162373"/>
                  </a:lnTo>
                  <a:lnTo>
                    <a:pt x="2274031" y="3162373"/>
                  </a:lnTo>
                  <a:lnTo>
                    <a:pt x="2274125" y="3162373"/>
                  </a:lnTo>
                  <a:lnTo>
                    <a:pt x="2274219" y="3162373"/>
                  </a:lnTo>
                  <a:lnTo>
                    <a:pt x="2274313" y="3162373"/>
                  </a:lnTo>
                  <a:lnTo>
                    <a:pt x="2274407" y="3162373"/>
                  </a:lnTo>
                  <a:lnTo>
                    <a:pt x="2274501" y="3162373"/>
                  </a:lnTo>
                  <a:lnTo>
                    <a:pt x="2274595" y="3162373"/>
                  </a:lnTo>
                  <a:lnTo>
                    <a:pt x="2274689" y="3162373"/>
                  </a:lnTo>
                  <a:lnTo>
                    <a:pt x="2274783" y="3162373"/>
                  </a:lnTo>
                  <a:lnTo>
                    <a:pt x="2274877" y="3162373"/>
                  </a:lnTo>
                  <a:lnTo>
                    <a:pt x="2274971" y="3162373"/>
                  </a:lnTo>
                  <a:lnTo>
                    <a:pt x="2275065" y="3162373"/>
                  </a:lnTo>
                  <a:lnTo>
                    <a:pt x="2275159" y="3162373"/>
                  </a:lnTo>
                  <a:lnTo>
                    <a:pt x="2275253" y="3162373"/>
                  </a:lnTo>
                  <a:lnTo>
                    <a:pt x="2275347" y="3162373"/>
                  </a:lnTo>
                  <a:lnTo>
                    <a:pt x="2275442" y="3162373"/>
                  </a:lnTo>
                  <a:lnTo>
                    <a:pt x="2275536" y="3162373"/>
                  </a:lnTo>
                  <a:lnTo>
                    <a:pt x="2275630" y="3162373"/>
                  </a:lnTo>
                  <a:lnTo>
                    <a:pt x="2275724" y="3162373"/>
                  </a:lnTo>
                  <a:lnTo>
                    <a:pt x="2275818" y="3162373"/>
                  </a:lnTo>
                  <a:lnTo>
                    <a:pt x="2275912" y="3162373"/>
                  </a:lnTo>
                  <a:lnTo>
                    <a:pt x="2276006" y="3162373"/>
                  </a:lnTo>
                  <a:lnTo>
                    <a:pt x="2276100" y="3162373"/>
                  </a:lnTo>
                  <a:lnTo>
                    <a:pt x="2276194" y="3162373"/>
                  </a:lnTo>
                  <a:lnTo>
                    <a:pt x="2276288" y="3162373"/>
                  </a:lnTo>
                  <a:lnTo>
                    <a:pt x="2276382" y="3162373"/>
                  </a:lnTo>
                  <a:lnTo>
                    <a:pt x="2276476" y="3162373"/>
                  </a:lnTo>
                  <a:lnTo>
                    <a:pt x="2276570" y="3162373"/>
                  </a:lnTo>
                  <a:lnTo>
                    <a:pt x="2276664" y="3162373"/>
                  </a:lnTo>
                  <a:lnTo>
                    <a:pt x="2276758" y="3162373"/>
                  </a:lnTo>
                  <a:lnTo>
                    <a:pt x="2276852" y="3162373"/>
                  </a:lnTo>
                  <a:lnTo>
                    <a:pt x="2276946" y="3162373"/>
                  </a:lnTo>
                  <a:lnTo>
                    <a:pt x="2276946" y="3157093"/>
                  </a:lnTo>
                  <a:lnTo>
                    <a:pt x="2277040" y="3157093"/>
                  </a:lnTo>
                  <a:lnTo>
                    <a:pt x="2277134" y="3157093"/>
                  </a:lnTo>
                  <a:lnTo>
                    <a:pt x="2277228" y="3157093"/>
                  </a:lnTo>
                  <a:lnTo>
                    <a:pt x="2277322" y="3157093"/>
                  </a:lnTo>
                  <a:lnTo>
                    <a:pt x="2277416" y="3157093"/>
                  </a:lnTo>
                  <a:lnTo>
                    <a:pt x="2277510" y="3157093"/>
                  </a:lnTo>
                  <a:lnTo>
                    <a:pt x="2277604" y="3157093"/>
                  </a:lnTo>
                  <a:lnTo>
                    <a:pt x="2277698" y="3157093"/>
                  </a:lnTo>
                  <a:lnTo>
                    <a:pt x="2277792" y="3157093"/>
                  </a:lnTo>
                  <a:lnTo>
                    <a:pt x="2277886" y="3157093"/>
                  </a:lnTo>
                  <a:lnTo>
                    <a:pt x="2277980" y="3157093"/>
                  </a:lnTo>
                  <a:lnTo>
                    <a:pt x="2278074" y="3157093"/>
                  </a:lnTo>
                  <a:lnTo>
                    <a:pt x="2278168" y="3157093"/>
                  </a:lnTo>
                  <a:lnTo>
                    <a:pt x="2278262" y="3157093"/>
                  </a:lnTo>
                  <a:lnTo>
                    <a:pt x="2278356" y="3157093"/>
                  </a:lnTo>
                  <a:lnTo>
                    <a:pt x="2278356" y="3151814"/>
                  </a:lnTo>
                  <a:lnTo>
                    <a:pt x="2278450" y="3151814"/>
                  </a:lnTo>
                  <a:lnTo>
                    <a:pt x="2278544" y="3151814"/>
                  </a:lnTo>
                  <a:lnTo>
                    <a:pt x="2278638" y="3151814"/>
                  </a:lnTo>
                  <a:lnTo>
                    <a:pt x="2278732" y="3151814"/>
                  </a:lnTo>
                  <a:lnTo>
                    <a:pt x="2278826" y="3151814"/>
                  </a:lnTo>
                  <a:lnTo>
                    <a:pt x="2278921" y="3151814"/>
                  </a:lnTo>
                  <a:lnTo>
                    <a:pt x="2279015" y="3151814"/>
                  </a:lnTo>
                  <a:lnTo>
                    <a:pt x="2279109" y="3151814"/>
                  </a:lnTo>
                  <a:lnTo>
                    <a:pt x="2279203" y="3151814"/>
                  </a:lnTo>
                  <a:lnTo>
                    <a:pt x="2279297" y="3151814"/>
                  </a:lnTo>
                  <a:lnTo>
                    <a:pt x="2279391" y="3151814"/>
                  </a:lnTo>
                  <a:lnTo>
                    <a:pt x="2279485" y="3151814"/>
                  </a:lnTo>
                  <a:lnTo>
                    <a:pt x="2279579" y="3151814"/>
                  </a:lnTo>
                  <a:lnTo>
                    <a:pt x="2279673" y="3151814"/>
                  </a:lnTo>
                  <a:lnTo>
                    <a:pt x="2279767" y="3151814"/>
                  </a:lnTo>
                  <a:lnTo>
                    <a:pt x="2279861" y="3151814"/>
                  </a:lnTo>
                  <a:lnTo>
                    <a:pt x="2279955" y="3151814"/>
                  </a:lnTo>
                  <a:lnTo>
                    <a:pt x="2280049" y="3151814"/>
                  </a:lnTo>
                  <a:lnTo>
                    <a:pt x="2280143" y="3151814"/>
                  </a:lnTo>
                  <a:lnTo>
                    <a:pt x="2280237" y="3151814"/>
                  </a:lnTo>
                  <a:lnTo>
                    <a:pt x="2280331" y="3151814"/>
                  </a:lnTo>
                  <a:lnTo>
                    <a:pt x="2280425" y="3151814"/>
                  </a:lnTo>
                  <a:lnTo>
                    <a:pt x="2280519" y="3151814"/>
                  </a:lnTo>
                  <a:lnTo>
                    <a:pt x="2280613" y="3151814"/>
                  </a:lnTo>
                  <a:lnTo>
                    <a:pt x="2280707" y="3151814"/>
                  </a:lnTo>
                  <a:lnTo>
                    <a:pt x="2280801" y="3151814"/>
                  </a:lnTo>
                  <a:lnTo>
                    <a:pt x="2280895" y="3151814"/>
                  </a:lnTo>
                  <a:lnTo>
                    <a:pt x="2280989" y="3151814"/>
                  </a:lnTo>
                  <a:lnTo>
                    <a:pt x="2281083" y="3151814"/>
                  </a:lnTo>
                  <a:lnTo>
                    <a:pt x="2281177" y="3151814"/>
                  </a:lnTo>
                  <a:lnTo>
                    <a:pt x="2281271" y="3151814"/>
                  </a:lnTo>
                  <a:lnTo>
                    <a:pt x="2281365" y="3151814"/>
                  </a:lnTo>
                  <a:lnTo>
                    <a:pt x="2281459" y="3151814"/>
                  </a:lnTo>
                  <a:lnTo>
                    <a:pt x="2281553" y="3151814"/>
                  </a:lnTo>
                  <a:lnTo>
                    <a:pt x="2281647" y="3151814"/>
                  </a:lnTo>
                  <a:lnTo>
                    <a:pt x="2281741" y="3151814"/>
                  </a:lnTo>
                  <a:lnTo>
                    <a:pt x="2281835" y="3151814"/>
                  </a:lnTo>
                  <a:lnTo>
                    <a:pt x="2281929" y="3151814"/>
                  </a:lnTo>
                  <a:lnTo>
                    <a:pt x="2282023" y="3151814"/>
                  </a:lnTo>
                  <a:lnTo>
                    <a:pt x="2282117" y="3151814"/>
                  </a:lnTo>
                  <a:lnTo>
                    <a:pt x="2282211" y="3151814"/>
                  </a:lnTo>
                  <a:lnTo>
                    <a:pt x="2282305" y="3151814"/>
                  </a:lnTo>
                  <a:lnTo>
                    <a:pt x="2282399" y="3151814"/>
                  </a:lnTo>
                  <a:lnTo>
                    <a:pt x="2282494" y="3151814"/>
                  </a:lnTo>
                  <a:lnTo>
                    <a:pt x="2282588" y="3151814"/>
                  </a:lnTo>
                  <a:lnTo>
                    <a:pt x="2282682" y="3151814"/>
                  </a:lnTo>
                  <a:lnTo>
                    <a:pt x="2282776" y="3151814"/>
                  </a:lnTo>
                  <a:lnTo>
                    <a:pt x="2282870" y="3151814"/>
                  </a:lnTo>
                  <a:lnTo>
                    <a:pt x="2282964" y="3151814"/>
                  </a:lnTo>
                  <a:lnTo>
                    <a:pt x="2283058" y="3151814"/>
                  </a:lnTo>
                  <a:lnTo>
                    <a:pt x="2283152" y="3151814"/>
                  </a:lnTo>
                  <a:lnTo>
                    <a:pt x="2283246" y="3151814"/>
                  </a:lnTo>
                  <a:lnTo>
                    <a:pt x="2283340" y="3151814"/>
                  </a:lnTo>
                  <a:lnTo>
                    <a:pt x="2283434" y="3151814"/>
                  </a:lnTo>
                  <a:lnTo>
                    <a:pt x="2283528" y="3151814"/>
                  </a:lnTo>
                  <a:lnTo>
                    <a:pt x="2283622" y="3151814"/>
                  </a:lnTo>
                  <a:lnTo>
                    <a:pt x="2283716" y="3151814"/>
                  </a:lnTo>
                  <a:lnTo>
                    <a:pt x="2283810" y="3151814"/>
                  </a:lnTo>
                  <a:lnTo>
                    <a:pt x="2283904" y="3151814"/>
                  </a:lnTo>
                  <a:lnTo>
                    <a:pt x="2283998" y="3151814"/>
                  </a:lnTo>
                  <a:lnTo>
                    <a:pt x="2284092" y="3151814"/>
                  </a:lnTo>
                  <a:lnTo>
                    <a:pt x="2284186" y="3151814"/>
                  </a:lnTo>
                  <a:lnTo>
                    <a:pt x="2284280" y="3151814"/>
                  </a:lnTo>
                  <a:lnTo>
                    <a:pt x="2284374" y="3151814"/>
                  </a:lnTo>
                  <a:lnTo>
                    <a:pt x="2284468" y="3151814"/>
                  </a:lnTo>
                  <a:lnTo>
                    <a:pt x="2284562" y="3151814"/>
                  </a:lnTo>
                  <a:lnTo>
                    <a:pt x="2284656" y="3151814"/>
                  </a:lnTo>
                  <a:lnTo>
                    <a:pt x="2284750" y="3151814"/>
                  </a:lnTo>
                  <a:lnTo>
                    <a:pt x="2284844" y="3151814"/>
                  </a:lnTo>
                  <a:lnTo>
                    <a:pt x="2284938" y="3151814"/>
                  </a:lnTo>
                  <a:lnTo>
                    <a:pt x="2285032" y="3151814"/>
                  </a:lnTo>
                  <a:lnTo>
                    <a:pt x="2285126" y="3151814"/>
                  </a:lnTo>
                  <a:lnTo>
                    <a:pt x="2285220" y="3151814"/>
                  </a:lnTo>
                  <a:lnTo>
                    <a:pt x="2285314" y="3151814"/>
                  </a:lnTo>
                  <a:lnTo>
                    <a:pt x="2285408" y="3151814"/>
                  </a:lnTo>
                  <a:lnTo>
                    <a:pt x="2285502" y="3151814"/>
                  </a:lnTo>
                  <a:lnTo>
                    <a:pt x="2285596" y="3151814"/>
                  </a:lnTo>
                  <a:lnTo>
                    <a:pt x="2285690" y="3151814"/>
                  </a:lnTo>
                  <a:lnTo>
                    <a:pt x="2285784" y="3151814"/>
                  </a:lnTo>
                  <a:lnTo>
                    <a:pt x="2285878" y="3151814"/>
                  </a:lnTo>
                  <a:lnTo>
                    <a:pt x="2285972" y="3151814"/>
                  </a:lnTo>
                  <a:lnTo>
                    <a:pt x="2286067" y="3151814"/>
                  </a:lnTo>
                  <a:lnTo>
                    <a:pt x="2286161" y="3151814"/>
                  </a:lnTo>
                  <a:lnTo>
                    <a:pt x="2286255" y="3151814"/>
                  </a:lnTo>
                  <a:lnTo>
                    <a:pt x="2286349" y="3151814"/>
                  </a:lnTo>
                  <a:lnTo>
                    <a:pt x="2286349" y="3146535"/>
                  </a:lnTo>
                  <a:lnTo>
                    <a:pt x="2286443" y="3146535"/>
                  </a:lnTo>
                  <a:lnTo>
                    <a:pt x="2286537" y="3146535"/>
                  </a:lnTo>
                  <a:lnTo>
                    <a:pt x="2286631" y="3146535"/>
                  </a:lnTo>
                  <a:lnTo>
                    <a:pt x="2286725" y="3146535"/>
                  </a:lnTo>
                  <a:lnTo>
                    <a:pt x="2286819" y="3146535"/>
                  </a:lnTo>
                  <a:lnTo>
                    <a:pt x="2286913" y="3146535"/>
                  </a:lnTo>
                  <a:lnTo>
                    <a:pt x="2287007" y="3146535"/>
                  </a:lnTo>
                  <a:lnTo>
                    <a:pt x="2287101" y="3146535"/>
                  </a:lnTo>
                  <a:lnTo>
                    <a:pt x="2287195" y="3146535"/>
                  </a:lnTo>
                  <a:lnTo>
                    <a:pt x="2287289" y="3146535"/>
                  </a:lnTo>
                  <a:lnTo>
                    <a:pt x="2287383" y="3146535"/>
                  </a:lnTo>
                  <a:lnTo>
                    <a:pt x="2287477" y="3146535"/>
                  </a:lnTo>
                  <a:lnTo>
                    <a:pt x="2287571" y="3146535"/>
                  </a:lnTo>
                  <a:lnTo>
                    <a:pt x="2287665" y="3146535"/>
                  </a:lnTo>
                  <a:lnTo>
                    <a:pt x="2287759" y="3146535"/>
                  </a:lnTo>
                  <a:lnTo>
                    <a:pt x="2287853" y="3146535"/>
                  </a:lnTo>
                  <a:lnTo>
                    <a:pt x="2287947" y="3146535"/>
                  </a:lnTo>
                  <a:lnTo>
                    <a:pt x="2288041" y="3146535"/>
                  </a:lnTo>
                  <a:lnTo>
                    <a:pt x="2288135" y="3146535"/>
                  </a:lnTo>
                  <a:lnTo>
                    <a:pt x="2288229" y="3146535"/>
                  </a:lnTo>
                  <a:lnTo>
                    <a:pt x="2288323" y="3146535"/>
                  </a:lnTo>
                  <a:lnTo>
                    <a:pt x="2288417" y="3146535"/>
                  </a:lnTo>
                  <a:lnTo>
                    <a:pt x="2288511" y="3146535"/>
                  </a:lnTo>
                  <a:lnTo>
                    <a:pt x="2288605" y="3146535"/>
                  </a:lnTo>
                  <a:lnTo>
                    <a:pt x="2288699" y="3146535"/>
                  </a:lnTo>
                  <a:lnTo>
                    <a:pt x="2288793" y="3146535"/>
                  </a:lnTo>
                  <a:lnTo>
                    <a:pt x="2288887" y="3146535"/>
                  </a:lnTo>
                  <a:lnTo>
                    <a:pt x="2288981" y="3146535"/>
                  </a:lnTo>
                  <a:lnTo>
                    <a:pt x="2289075" y="3146535"/>
                  </a:lnTo>
                  <a:lnTo>
                    <a:pt x="2289169" y="3146535"/>
                  </a:lnTo>
                  <a:lnTo>
                    <a:pt x="2289263" y="3146535"/>
                  </a:lnTo>
                  <a:lnTo>
                    <a:pt x="2289357" y="3146535"/>
                  </a:lnTo>
                  <a:lnTo>
                    <a:pt x="2289451" y="3146535"/>
                  </a:lnTo>
                  <a:lnTo>
                    <a:pt x="2289546" y="3146535"/>
                  </a:lnTo>
                  <a:lnTo>
                    <a:pt x="2289640" y="3146535"/>
                  </a:lnTo>
                  <a:lnTo>
                    <a:pt x="2289734" y="3146535"/>
                  </a:lnTo>
                  <a:lnTo>
                    <a:pt x="2289828" y="3146535"/>
                  </a:lnTo>
                  <a:lnTo>
                    <a:pt x="2289922" y="3146535"/>
                  </a:lnTo>
                  <a:lnTo>
                    <a:pt x="2289922" y="3141255"/>
                  </a:lnTo>
                  <a:lnTo>
                    <a:pt x="2290016" y="3141255"/>
                  </a:lnTo>
                  <a:lnTo>
                    <a:pt x="2290110" y="3141255"/>
                  </a:lnTo>
                  <a:lnTo>
                    <a:pt x="2290204" y="3141255"/>
                  </a:lnTo>
                  <a:lnTo>
                    <a:pt x="2290298" y="3141255"/>
                  </a:lnTo>
                  <a:lnTo>
                    <a:pt x="2290392" y="3141255"/>
                  </a:lnTo>
                  <a:lnTo>
                    <a:pt x="2290486" y="3141255"/>
                  </a:lnTo>
                  <a:lnTo>
                    <a:pt x="2290580" y="3141255"/>
                  </a:lnTo>
                  <a:lnTo>
                    <a:pt x="2290674" y="3141255"/>
                  </a:lnTo>
                  <a:lnTo>
                    <a:pt x="2290768" y="3141255"/>
                  </a:lnTo>
                  <a:lnTo>
                    <a:pt x="2290862" y="3141255"/>
                  </a:lnTo>
                  <a:lnTo>
                    <a:pt x="2290956" y="3141255"/>
                  </a:lnTo>
                  <a:lnTo>
                    <a:pt x="2291050" y="3141255"/>
                  </a:lnTo>
                  <a:lnTo>
                    <a:pt x="2291144" y="3141255"/>
                  </a:lnTo>
                  <a:lnTo>
                    <a:pt x="2291238" y="3141255"/>
                  </a:lnTo>
                  <a:lnTo>
                    <a:pt x="2291332" y="3141255"/>
                  </a:lnTo>
                  <a:lnTo>
                    <a:pt x="2291426" y="3141255"/>
                  </a:lnTo>
                  <a:lnTo>
                    <a:pt x="2291520" y="3141255"/>
                  </a:lnTo>
                  <a:lnTo>
                    <a:pt x="2291614" y="3141255"/>
                  </a:lnTo>
                  <a:lnTo>
                    <a:pt x="2291708" y="3141255"/>
                  </a:lnTo>
                  <a:lnTo>
                    <a:pt x="2291802" y="3141255"/>
                  </a:lnTo>
                  <a:lnTo>
                    <a:pt x="2291896" y="3141255"/>
                  </a:lnTo>
                  <a:lnTo>
                    <a:pt x="2291990" y="3141255"/>
                  </a:lnTo>
                  <a:lnTo>
                    <a:pt x="2292084" y="3141255"/>
                  </a:lnTo>
                  <a:lnTo>
                    <a:pt x="2292178" y="3141255"/>
                  </a:lnTo>
                  <a:lnTo>
                    <a:pt x="2292272" y="3141255"/>
                  </a:lnTo>
                  <a:lnTo>
                    <a:pt x="2292366" y="3141255"/>
                  </a:lnTo>
                  <a:lnTo>
                    <a:pt x="2292460" y="3141255"/>
                  </a:lnTo>
                  <a:lnTo>
                    <a:pt x="2292554" y="3141255"/>
                  </a:lnTo>
                  <a:lnTo>
                    <a:pt x="2292648" y="3141255"/>
                  </a:lnTo>
                  <a:lnTo>
                    <a:pt x="2292742" y="3141255"/>
                  </a:lnTo>
                  <a:lnTo>
                    <a:pt x="2292836" y="3141255"/>
                  </a:lnTo>
                  <a:lnTo>
                    <a:pt x="2292930" y="3141255"/>
                  </a:lnTo>
                  <a:lnTo>
                    <a:pt x="2293024" y="3141255"/>
                  </a:lnTo>
                  <a:lnTo>
                    <a:pt x="2293119" y="3141255"/>
                  </a:lnTo>
                  <a:lnTo>
                    <a:pt x="2293213" y="3141255"/>
                  </a:lnTo>
                  <a:lnTo>
                    <a:pt x="2293307" y="3141255"/>
                  </a:lnTo>
                  <a:lnTo>
                    <a:pt x="2293401" y="3141255"/>
                  </a:lnTo>
                  <a:lnTo>
                    <a:pt x="2293495" y="3141255"/>
                  </a:lnTo>
                  <a:lnTo>
                    <a:pt x="2293589" y="3141255"/>
                  </a:lnTo>
                  <a:lnTo>
                    <a:pt x="2293683" y="3141255"/>
                  </a:lnTo>
                  <a:lnTo>
                    <a:pt x="2293777" y="3141255"/>
                  </a:lnTo>
                  <a:lnTo>
                    <a:pt x="2293871" y="3141255"/>
                  </a:lnTo>
                  <a:lnTo>
                    <a:pt x="2293965" y="3141255"/>
                  </a:lnTo>
                  <a:lnTo>
                    <a:pt x="2294059" y="3141255"/>
                  </a:lnTo>
                  <a:lnTo>
                    <a:pt x="2294153" y="3141255"/>
                  </a:lnTo>
                  <a:lnTo>
                    <a:pt x="2294247" y="3141255"/>
                  </a:lnTo>
                  <a:lnTo>
                    <a:pt x="2294341" y="3141255"/>
                  </a:lnTo>
                  <a:lnTo>
                    <a:pt x="2294435" y="3141255"/>
                  </a:lnTo>
                  <a:lnTo>
                    <a:pt x="2294529" y="3141255"/>
                  </a:lnTo>
                  <a:lnTo>
                    <a:pt x="2294623" y="3141255"/>
                  </a:lnTo>
                  <a:lnTo>
                    <a:pt x="2294717" y="3141255"/>
                  </a:lnTo>
                  <a:lnTo>
                    <a:pt x="2294811" y="3141255"/>
                  </a:lnTo>
                  <a:lnTo>
                    <a:pt x="2294905" y="3141255"/>
                  </a:lnTo>
                  <a:lnTo>
                    <a:pt x="2294999" y="3141255"/>
                  </a:lnTo>
                  <a:lnTo>
                    <a:pt x="2295093" y="3141255"/>
                  </a:lnTo>
                  <a:lnTo>
                    <a:pt x="2295187" y="3141255"/>
                  </a:lnTo>
                  <a:lnTo>
                    <a:pt x="2295281" y="3141255"/>
                  </a:lnTo>
                  <a:lnTo>
                    <a:pt x="2295375" y="3141255"/>
                  </a:lnTo>
                  <a:lnTo>
                    <a:pt x="2295469" y="3141255"/>
                  </a:lnTo>
                  <a:lnTo>
                    <a:pt x="2295563" y="3141255"/>
                  </a:lnTo>
                  <a:lnTo>
                    <a:pt x="2295657" y="3141255"/>
                  </a:lnTo>
                  <a:lnTo>
                    <a:pt x="2295751" y="3141255"/>
                  </a:lnTo>
                  <a:lnTo>
                    <a:pt x="2295845" y="3141255"/>
                  </a:lnTo>
                  <a:lnTo>
                    <a:pt x="2295939" y="3141255"/>
                  </a:lnTo>
                  <a:lnTo>
                    <a:pt x="2296033" y="3141255"/>
                  </a:lnTo>
                  <a:lnTo>
                    <a:pt x="2296127" y="3141255"/>
                  </a:lnTo>
                  <a:lnTo>
                    <a:pt x="2296221" y="3141255"/>
                  </a:lnTo>
                  <a:lnTo>
                    <a:pt x="2296315" y="3141255"/>
                  </a:lnTo>
                  <a:lnTo>
                    <a:pt x="2296409" y="3141255"/>
                  </a:lnTo>
                  <a:lnTo>
                    <a:pt x="2296503" y="3141255"/>
                  </a:lnTo>
                  <a:lnTo>
                    <a:pt x="2296597" y="3141255"/>
                  </a:lnTo>
                  <a:lnTo>
                    <a:pt x="2296692" y="3141255"/>
                  </a:lnTo>
                  <a:lnTo>
                    <a:pt x="2296786" y="3141255"/>
                  </a:lnTo>
                  <a:lnTo>
                    <a:pt x="2296880" y="3141255"/>
                  </a:lnTo>
                  <a:lnTo>
                    <a:pt x="2296974" y="3141255"/>
                  </a:lnTo>
                  <a:lnTo>
                    <a:pt x="2297068" y="3141255"/>
                  </a:lnTo>
                  <a:lnTo>
                    <a:pt x="2297162" y="3141255"/>
                  </a:lnTo>
                  <a:lnTo>
                    <a:pt x="2297256" y="3141255"/>
                  </a:lnTo>
                  <a:lnTo>
                    <a:pt x="2297350" y="3141255"/>
                  </a:lnTo>
                  <a:lnTo>
                    <a:pt x="2297444" y="3141255"/>
                  </a:lnTo>
                  <a:lnTo>
                    <a:pt x="2297538" y="3141255"/>
                  </a:lnTo>
                  <a:lnTo>
                    <a:pt x="2297632" y="3141255"/>
                  </a:lnTo>
                  <a:lnTo>
                    <a:pt x="2297726" y="3141255"/>
                  </a:lnTo>
                  <a:lnTo>
                    <a:pt x="2297820" y="3141255"/>
                  </a:lnTo>
                  <a:lnTo>
                    <a:pt x="2297914" y="3141255"/>
                  </a:lnTo>
                  <a:lnTo>
                    <a:pt x="2298008" y="3141255"/>
                  </a:lnTo>
                  <a:lnTo>
                    <a:pt x="2298102" y="3141255"/>
                  </a:lnTo>
                  <a:lnTo>
                    <a:pt x="2298196" y="3141255"/>
                  </a:lnTo>
                  <a:lnTo>
                    <a:pt x="2298290" y="3141255"/>
                  </a:lnTo>
                  <a:lnTo>
                    <a:pt x="2298384" y="3141255"/>
                  </a:lnTo>
                  <a:lnTo>
                    <a:pt x="2298478" y="3141255"/>
                  </a:lnTo>
                  <a:lnTo>
                    <a:pt x="2298572" y="3141255"/>
                  </a:lnTo>
                  <a:lnTo>
                    <a:pt x="2298666" y="3141255"/>
                  </a:lnTo>
                  <a:lnTo>
                    <a:pt x="2298760" y="3141255"/>
                  </a:lnTo>
                  <a:lnTo>
                    <a:pt x="2298854" y="3141255"/>
                  </a:lnTo>
                  <a:lnTo>
                    <a:pt x="2298948" y="3141255"/>
                  </a:lnTo>
                  <a:lnTo>
                    <a:pt x="2299042" y="3141255"/>
                  </a:lnTo>
                  <a:lnTo>
                    <a:pt x="2299136" y="3141255"/>
                  </a:lnTo>
                  <a:lnTo>
                    <a:pt x="2299230" y="3141255"/>
                  </a:lnTo>
                  <a:lnTo>
                    <a:pt x="2299324" y="3141255"/>
                  </a:lnTo>
                  <a:lnTo>
                    <a:pt x="2299418" y="3141255"/>
                  </a:lnTo>
                  <a:lnTo>
                    <a:pt x="2299512" y="3141255"/>
                  </a:lnTo>
                  <a:lnTo>
                    <a:pt x="2299606" y="3141255"/>
                  </a:lnTo>
                  <a:lnTo>
                    <a:pt x="2299700" y="3141255"/>
                  </a:lnTo>
                  <a:lnTo>
                    <a:pt x="2299794" y="3141255"/>
                  </a:lnTo>
                  <a:lnTo>
                    <a:pt x="2299888" y="3141255"/>
                  </a:lnTo>
                  <a:lnTo>
                    <a:pt x="2299982" y="3141255"/>
                  </a:lnTo>
                  <a:lnTo>
                    <a:pt x="2300076" y="3141255"/>
                  </a:lnTo>
                  <a:lnTo>
                    <a:pt x="2300171" y="3141255"/>
                  </a:lnTo>
                  <a:lnTo>
                    <a:pt x="2300265" y="3141255"/>
                  </a:lnTo>
                  <a:lnTo>
                    <a:pt x="2300359" y="3141255"/>
                  </a:lnTo>
                  <a:lnTo>
                    <a:pt x="2300453" y="3141255"/>
                  </a:lnTo>
                  <a:lnTo>
                    <a:pt x="2300547" y="3141255"/>
                  </a:lnTo>
                  <a:lnTo>
                    <a:pt x="2300641" y="3141255"/>
                  </a:lnTo>
                  <a:lnTo>
                    <a:pt x="2300735" y="3141255"/>
                  </a:lnTo>
                  <a:lnTo>
                    <a:pt x="2300829" y="3141255"/>
                  </a:lnTo>
                  <a:lnTo>
                    <a:pt x="2300923" y="3141255"/>
                  </a:lnTo>
                  <a:lnTo>
                    <a:pt x="2301017" y="3141255"/>
                  </a:lnTo>
                  <a:lnTo>
                    <a:pt x="2301111" y="3141255"/>
                  </a:lnTo>
                  <a:lnTo>
                    <a:pt x="2301205" y="3141255"/>
                  </a:lnTo>
                  <a:lnTo>
                    <a:pt x="2301299" y="3141255"/>
                  </a:lnTo>
                  <a:lnTo>
                    <a:pt x="2301393" y="3141255"/>
                  </a:lnTo>
                  <a:lnTo>
                    <a:pt x="2301487" y="3141255"/>
                  </a:lnTo>
                  <a:lnTo>
                    <a:pt x="2301581" y="3141255"/>
                  </a:lnTo>
                  <a:lnTo>
                    <a:pt x="2301675" y="3141255"/>
                  </a:lnTo>
                  <a:lnTo>
                    <a:pt x="2301769" y="3141255"/>
                  </a:lnTo>
                  <a:lnTo>
                    <a:pt x="2301863" y="3141255"/>
                  </a:lnTo>
                  <a:lnTo>
                    <a:pt x="2301957" y="3141255"/>
                  </a:lnTo>
                  <a:lnTo>
                    <a:pt x="2302051" y="3141255"/>
                  </a:lnTo>
                  <a:lnTo>
                    <a:pt x="2302145" y="3141255"/>
                  </a:lnTo>
                  <a:lnTo>
                    <a:pt x="2302145" y="3135976"/>
                  </a:lnTo>
                  <a:lnTo>
                    <a:pt x="2302145" y="3130696"/>
                  </a:lnTo>
                  <a:lnTo>
                    <a:pt x="2302239" y="3130696"/>
                  </a:lnTo>
                  <a:lnTo>
                    <a:pt x="2302333" y="3130696"/>
                  </a:lnTo>
                  <a:lnTo>
                    <a:pt x="2302427" y="3130696"/>
                  </a:lnTo>
                  <a:lnTo>
                    <a:pt x="2302521" y="3130696"/>
                  </a:lnTo>
                  <a:lnTo>
                    <a:pt x="2302521" y="3125417"/>
                  </a:lnTo>
                  <a:lnTo>
                    <a:pt x="2302615" y="3125417"/>
                  </a:lnTo>
                  <a:lnTo>
                    <a:pt x="2302709" y="3125417"/>
                  </a:lnTo>
                  <a:lnTo>
                    <a:pt x="2302803" y="3125417"/>
                  </a:lnTo>
                  <a:lnTo>
                    <a:pt x="2302897" y="3125417"/>
                  </a:lnTo>
                  <a:lnTo>
                    <a:pt x="2302991" y="3125417"/>
                  </a:lnTo>
                  <a:lnTo>
                    <a:pt x="2303085" y="3125417"/>
                  </a:lnTo>
                  <a:lnTo>
                    <a:pt x="2303179" y="3125417"/>
                  </a:lnTo>
                  <a:lnTo>
                    <a:pt x="2303273" y="3125417"/>
                  </a:lnTo>
                  <a:lnTo>
                    <a:pt x="2303367" y="3125417"/>
                  </a:lnTo>
                  <a:lnTo>
                    <a:pt x="2303461" y="3125417"/>
                  </a:lnTo>
                  <a:lnTo>
                    <a:pt x="2303555" y="3125417"/>
                  </a:lnTo>
                  <a:lnTo>
                    <a:pt x="2303649" y="3125417"/>
                  </a:lnTo>
                  <a:lnTo>
                    <a:pt x="2303744" y="3125417"/>
                  </a:lnTo>
                  <a:lnTo>
                    <a:pt x="2303838" y="3125417"/>
                  </a:lnTo>
                  <a:lnTo>
                    <a:pt x="2303932" y="3125417"/>
                  </a:lnTo>
                  <a:lnTo>
                    <a:pt x="2304026" y="3125417"/>
                  </a:lnTo>
                  <a:lnTo>
                    <a:pt x="2304120" y="3125417"/>
                  </a:lnTo>
                  <a:lnTo>
                    <a:pt x="2304214" y="3125417"/>
                  </a:lnTo>
                  <a:lnTo>
                    <a:pt x="2304308" y="3125417"/>
                  </a:lnTo>
                  <a:lnTo>
                    <a:pt x="2304402" y="3125417"/>
                  </a:lnTo>
                  <a:lnTo>
                    <a:pt x="2304496" y="3125417"/>
                  </a:lnTo>
                  <a:lnTo>
                    <a:pt x="2304590" y="3125417"/>
                  </a:lnTo>
                  <a:lnTo>
                    <a:pt x="2304684" y="3125417"/>
                  </a:lnTo>
                  <a:lnTo>
                    <a:pt x="2304778" y="3125417"/>
                  </a:lnTo>
                  <a:lnTo>
                    <a:pt x="2304872" y="3125417"/>
                  </a:lnTo>
                  <a:lnTo>
                    <a:pt x="2304966" y="3125417"/>
                  </a:lnTo>
                  <a:lnTo>
                    <a:pt x="2305060" y="3125417"/>
                  </a:lnTo>
                  <a:lnTo>
                    <a:pt x="2305154" y="3125417"/>
                  </a:lnTo>
                  <a:lnTo>
                    <a:pt x="2305248" y="3125417"/>
                  </a:lnTo>
                  <a:lnTo>
                    <a:pt x="2305342" y="3125417"/>
                  </a:lnTo>
                  <a:lnTo>
                    <a:pt x="2305436" y="3125417"/>
                  </a:lnTo>
                  <a:lnTo>
                    <a:pt x="2305530" y="3125417"/>
                  </a:lnTo>
                  <a:lnTo>
                    <a:pt x="2305624" y="3125417"/>
                  </a:lnTo>
                  <a:lnTo>
                    <a:pt x="2305718" y="3125417"/>
                  </a:lnTo>
                  <a:lnTo>
                    <a:pt x="2305812" y="3125417"/>
                  </a:lnTo>
                  <a:lnTo>
                    <a:pt x="2305906" y="3125417"/>
                  </a:lnTo>
                  <a:lnTo>
                    <a:pt x="2306000" y="3125417"/>
                  </a:lnTo>
                  <a:lnTo>
                    <a:pt x="2306094" y="3125417"/>
                  </a:lnTo>
                  <a:lnTo>
                    <a:pt x="2306188" y="3125417"/>
                  </a:lnTo>
                  <a:lnTo>
                    <a:pt x="2306282" y="3125417"/>
                  </a:lnTo>
                  <a:lnTo>
                    <a:pt x="2306376" y="3125417"/>
                  </a:lnTo>
                  <a:lnTo>
                    <a:pt x="2306470" y="3125417"/>
                  </a:lnTo>
                  <a:lnTo>
                    <a:pt x="2306564" y="3125417"/>
                  </a:lnTo>
                  <a:lnTo>
                    <a:pt x="2306658" y="3125417"/>
                  </a:lnTo>
                  <a:lnTo>
                    <a:pt x="2306752" y="3125417"/>
                  </a:lnTo>
                  <a:lnTo>
                    <a:pt x="2306846" y="3125417"/>
                  </a:lnTo>
                  <a:lnTo>
                    <a:pt x="2306940" y="3125417"/>
                  </a:lnTo>
                  <a:lnTo>
                    <a:pt x="2307034" y="3125417"/>
                  </a:lnTo>
                  <a:lnTo>
                    <a:pt x="2307128" y="3125417"/>
                  </a:lnTo>
                  <a:lnTo>
                    <a:pt x="2307222" y="3125417"/>
                  </a:lnTo>
                  <a:lnTo>
                    <a:pt x="2307317" y="3125417"/>
                  </a:lnTo>
                  <a:lnTo>
                    <a:pt x="2307411" y="3125417"/>
                  </a:lnTo>
                  <a:lnTo>
                    <a:pt x="2307505" y="3125417"/>
                  </a:lnTo>
                  <a:lnTo>
                    <a:pt x="2307599" y="3125417"/>
                  </a:lnTo>
                  <a:lnTo>
                    <a:pt x="2307693" y="3125417"/>
                  </a:lnTo>
                  <a:lnTo>
                    <a:pt x="2307787" y="3125417"/>
                  </a:lnTo>
                  <a:lnTo>
                    <a:pt x="2307881" y="3125417"/>
                  </a:lnTo>
                  <a:lnTo>
                    <a:pt x="2307975" y="3125417"/>
                  </a:lnTo>
                  <a:lnTo>
                    <a:pt x="2308069" y="3125417"/>
                  </a:lnTo>
                  <a:lnTo>
                    <a:pt x="2308163" y="3125417"/>
                  </a:lnTo>
                  <a:lnTo>
                    <a:pt x="2308257" y="3125417"/>
                  </a:lnTo>
                  <a:lnTo>
                    <a:pt x="2308351" y="3125417"/>
                  </a:lnTo>
                  <a:lnTo>
                    <a:pt x="2308445" y="3125417"/>
                  </a:lnTo>
                  <a:lnTo>
                    <a:pt x="2308539" y="3125417"/>
                  </a:lnTo>
                  <a:lnTo>
                    <a:pt x="2308633" y="3125417"/>
                  </a:lnTo>
                  <a:lnTo>
                    <a:pt x="2308727" y="3125417"/>
                  </a:lnTo>
                  <a:lnTo>
                    <a:pt x="2308821" y="3125417"/>
                  </a:lnTo>
                  <a:lnTo>
                    <a:pt x="2308915" y="3125417"/>
                  </a:lnTo>
                  <a:lnTo>
                    <a:pt x="2309009" y="3125417"/>
                  </a:lnTo>
                  <a:lnTo>
                    <a:pt x="2309103" y="3125417"/>
                  </a:lnTo>
                  <a:lnTo>
                    <a:pt x="2309197" y="3125417"/>
                  </a:lnTo>
                  <a:lnTo>
                    <a:pt x="2309291" y="3125417"/>
                  </a:lnTo>
                  <a:lnTo>
                    <a:pt x="2309385" y="3125417"/>
                  </a:lnTo>
                  <a:lnTo>
                    <a:pt x="2309479" y="3125417"/>
                  </a:lnTo>
                  <a:lnTo>
                    <a:pt x="2309573" y="3125417"/>
                  </a:lnTo>
                  <a:lnTo>
                    <a:pt x="2309667" y="3125417"/>
                  </a:lnTo>
                  <a:lnTo>
                    <a:pt x="2309761" y="3125417"/>
                  </a:lnTo>
                  <a:lnTo>
                    <a:pt x="2309855" y="3125417"/>
                  </a:lnTo>
                  <a:lnTo>
                    <a:pt x="2309949" y="3125417"/>
                  </a:lnTo>
                  <a:lnTo>
                    <a:pt x="2310043" y="3125417"/>
                  </a:lnTo>
                  <a:lnTo>
                    <a:pt x="2310137" y="3125417"/>
                  </a:lnTo>
                  <a:lnTo>
                    <a:pt x="2310231" y="3125417"/>
                  </a:lnTo>
                  <a:lnTo>
                    <a:pt x="2310325" y="3125417"/>
                  </a:lnTo>
                  <a:lnTo>
                    <a:pt x="2310419" y="3125417"/>
                  </a:lnTo>
                  <a:lnTo>
                    <a:pt x="2310513" y="3125417"/>
                  </a:lnTo>
                  <a:lnTo>
                    <a:pt x="2310607" y="3125417"/>
                  </a:lnTo>
                  <a:lnTo>
                    <a:pt x="2310701" y="3125417"/>
                  </a:lnTo>
                  <a:lnTo>
                    <a:pt x="2310795" y="3125417"/>
                  </a:lnTo>
                  <a:lnTo>
                    <a:pt x="2310890" y="3125417"/>
                  </a:lnTo>
                  <a:lnTo>
                    <a:pt x="2310984" y="3125417"/>
                  </a:lnTo>
                  <a:lnTo>
                    <a:pt x="2311078" y="3125417"/>
                  </a:lnTo>
                  <a:lnTo>
                    <a:pt x="2311172" y="3125417"/>
                  </a:lnTo>
                  <a:lnTo>
                    <a:pt x="2311266" y="3125417"/>
                  </a:lnTo>
                  <a:lnTo>
                    <a:pt x="2311360" y="3125417"/>
                  </a:lnTo>
                  <a:lnTo>
                    <a:pt x="2311454" y="3125417"/>
                  </a:lnTo>
                  <a:lnTo>
                    <a:pt x="2311548" y="3125417"/>
                  </a:lnTo>
                  <a:lnTo>
                    <a:pt x="2311642" y="3125417"/>
                  </a:lnTo>
                  <a:lnTo>
                    <a:pt x="2311736" y="3125417"/>
                  </a:lnTo>
                  <a:lnTo>
                    <a:pt x="2311830" y="3125417"/>
                  </a:lnTo>
                  <a:lnTo>
                    <a:pt x="2311924" y="3125417"/>
                  </a:lnTo>
                  <a:lnTo>
                    <a:pt x="2312018" y="3125417"/>
                  </a:lnTo>
                  <a:lnTo>
                    <a:pt x="2312112" y="3125417"/>
                  </a:lnTo>
                  <a:lnTo>
                    <a:pt x="2312206" y="3125417"/>
                  </a:lnTo>
                  <a:lnTo>
                    <a:pt x="2312300" y="3125417"/>
                  </a:lnTo>
                  <a:lnTo>
                    <a:pt x="2312394" y="3125417"/>
                  </a:lnTo>
                  <a:lnTo>
                    <a:pt x="2312488" y="3125417"/>
                  </a:lnTo>
                  <a:lnTo>
                    <a:pt x="2312582" y="3125417"/>
                  </a:lnTo>
                  <a:lnTo>
                    <a:pt x="2312676" y="3125417"/>
                  </a:lnTo>
                  <a:lnTo>
                    <a:pt x="2312770" y="3125417"/>
                  </a:lnTo>
                  <a:lnTo>
                    <a:pt x="2312864" y="3125417"/>
                  </a:lnTo>
                  <a:lnTo>
                    <a:pt x="2312958" y="3125417"/>
                  </a:lnTo>
                  <a:lnTo>
                    <a:pt x="2313052" y="3125417"/>
                  </a:lnTo>
                  <a:lnTo>
                    <a:pt x="2313146" y="3125417"/>
                  </a:lnTo>
                  <a:lnTo>
                    <a:pt x="2313240" y="3125417"/>
                  </a:lnTo>
                  <a:lnTo>
                    <a:pt x="2313334" y="3125417"/>
                  </a:lnTo>
                  <a:lnTo>
                    <a:pt x="2313428" y="3125417"/>
                  </a:lnTo>
                  <a:lnTo>
                    <a:pt x="2313522" y="3125417"/>
                  </a:lnTo>
                  <a:lnTo>
                    <a:pt x="2313616" y="3125417"/>
                  </a:lnTo>
                  <a:lnTo>
                    <a:pt x="2313710" y="3125417"/>
                  </a:lnTo>
                  <a:lnTo>
                    <a:pt x="2313804" y="3125417"/>
                  </a:lnTo>
                  <a:lnTo>
                    <a:pt x="2313898" y="3125417"/>
                  </a:lnTo>
                  <a:lnTo>
                    <a:pt x="2313898" y="3120138"/>
                  </a:lnTo>
                  <a:lnTo>
                    <a:pt x="2313992" y="3120138"/>
                  </a:lnTo>
                  <a:lnTo>
                    <a:pt x="2314086" y="3120138"/>
                  </a:lnTo>
                  <a:lnTo>
                    <a:pt x="2314180" y="3120138"/>
                  </a:lnTo>
                  <a:lnTo>
                    <a:pt x="2314274" y="3120138"/>
                  </a:lnTo>
                  <a:lnTo>
                    <a:pt x="2314369" y="3120138"/>
                  </a:lnTo>
                  <a:lnTo>
                    <a:pt x="2314463" y="3120138"/>
                  </a:lnTo>
                  <a:lnTo>
                    <a:pt x="2314557" y="3120138"/>
                  </a:lnTo>
                  <a:lnTo>
                    <a:pt x="2314651" y="3120138"/>
                  </a:lnTo>
                  <a:lnTo>
                    <a:pt x="2314745" y="3120138"/>
                  </a:lnTo>
                  <a:lnTo>
                    <a:pt x="2314839" y="3120138"/>
                  </a:lnTo>
                  <a:lnTo>
                    <a:pt x="2314933" y="3120138"/>
                  </a:lnTo>
                  <a:lnTo>
                    <a:pt x="2315027" y="3120138"/>
                  </a:lnTo>
                  <a:lnTo>
                    <a:pt x="2315121" y="3120138"/>
                  </a:lnTo>
                  <a:lnTo>
                    <a:pt x="2315215" y="3120138"/>
                  </a:lnTo>
                  <a:lnTo>
                    <a:pt x="2315309" y="3120138"/>
                  </a:lnTo>
                  <a:lnTo>
                    <a:pt x="2315403" y="3120138"/>
                  </a:lnTo>
                  <a:lnTo>
                    <a:pt x="2315497" y="3120138"/>
                  </a:lnTo>
                  <a:lnTo>
                    <a:pt x="2315591" y="3120138"/>
                  </a:lnTo>
                  <a:lnTo>
                    <a:pt x="2315685" y="3120138"/>
                  </a:lnTo>
                  <a:lnTo>
                    <a:pt x="2315779" y="3120138"/>
                  </a:lnTo>
                  <a:lnTo>
                    <a:pt x="2315873" y="3120138"/>
                  </a:lnTo>
                  <a:lnTo>
                    <a:pt x="2315967" y="3120138"/>
                  </a:lnTo>
                  <a:lnTo>
                    <a:pt x="2316061" y="3120138"/>
                  </a:lnTo>
                  <a:lnTo>
                    <a:pt x="2316155" y="3120138"/>
                  </a:lnTo>
                  <a:lnTo>
                    <a:pt x="2316249" y="3120138"/>
                  </a:lnTo>
                  <a:lnTo>
                    <a:pt x="2316343" y="3120138"/>
                  </a:lnTo>
                  <a:lnTo>
                    <a:pt x="2316437" y="3120138"/>
                  </a:lnTo>
                  <a:lnTo>
                    <a:pt x="2316531" y="3120138"/>
                  </a:lnTo>
                  <a:lnTo>
                    <a:pt x="2316625" y="3120138"/>
                  </a:lnTo>
                  <a:lnTo>
                    <a:pt x="2316719" y="3120138"/>
                  </a:lnTo>
                  <a:lnTo>
                    <a:pt x="2316813" y="3120138"/>
                  </a:lnTo>
                  <a:lnTo>
                    <a:pt x="2316907" y="3120138"/>
                  </a:lnTo>
                  <a:lnTo>
                    <a:pt x="2317001" y="3120138"/>
                  </a:lnTo>
                  <a:lnTo>
                    <a:pt x="2317095" y="3120138"/>
                  </a:lnTo>
                  <a:lnTo>
                    <a:pt x="2317189" y="3120138"/>
                  </a:lnTo>
                  <a:lnTo>
                    <a:pt x="2317283" y="3120138"/>
                  </a:lnTo>
                  <a:lnTo>
                    <a:pt x="2317377" y="3120138"/>
                  </a:lnTo>
                  <a:lnTo>
                    <a:pt x="2317377" y="3114858"/>
                  </a:lnTo>
                  <a:lnTo>
                    <a:pt x="2317471" y="3114858"/>
                  </a:lnTo>
                  <a:lnTo>
                    <a:pt x="2317565" y="3114858"/>
                  </a:lnTo>
                  <a:lnTo>
                    <a:pt x="2317659" y="3114858"/>
                  </a:lnTo>
                  <a:lnTo>
                    <a:pt x="2317753" y="3114858"/>
                  </a:lnTo>
                  <a:lnTo>
                    <a:pt x="2317847" y="3114858"/>
                  </a:lnTo>
                  <a:lnTo>
                    <a:pt x="2317942" y="3114858"/>
                  </a:lnTo>
                  <a:lnTo>
                    <a:pt x="2318036" y="3114858"/>
                  </a:lnTo>
                  <a:lnTo>
                    <a:pt x="2318130" y="3114858"/>
                  </a:lnTo>
                  <a:lnTo>
                    <a:pt x="2318224" y="3114858"/>
                  </a:lnTo>
                  <a:lnTo>
                    <a:pt x="2318318" y="3114858"/>
                  </a:lnTo>
                  <a:lnTo>
                    <a:pt x="2318412" y="3114858"/>
                  </a:lnTo>
                  <a:lnTo>
                    <a:pt x="2318506" y="3114858"/>
                  </a:lnTo>
                  <a:lnTo>
                    <a:pt x="2318600" y="3114858"/>
                  </a:lnTo>
                  <a:lnTo>
                    <a:pt x="2318694" y="3114858"/>
                  </a:lnTo>
                  <a:lnTo>
                    <a:pt x="2318788" y="3114858"/>
                  </a:lnTo>
                  <a:lnTo>
                    <a:pt x="2318882" y="3114858"/>
                  </a:lnTo>
                  <a:lnTo>
                    <a:pt x="2318976" y="3114858"/>
                  </a:lnTo>
                  <a:lnTo>
                    <a:pt x="2318976" y="3109579"/>
                  </a:lnTo>
                  <a:lnTo>
                    <a:pt x="2319070" y="3109579"/>
                  </a:lnTo>
                  <a:lnTo>
                    <a:pt x="2319164" y="3109579"/>
                  </a:lnTo>
                  <a:lnTo>
                    <a:pt x="2319258" y="3109579"/>
                  </a:lnTo>
                  <a:lnTo>
                    <a:pt x="2319352" y="3109579"/>
                  </a:lnTo>
                  <a:lnTo>
                    <a:pt x="2319446" y="3109579"/>
                  </a:lnTo>
                  <a:lnTo>
                    <a:pt x="2319540" y="3109579"/>
                  </a:lnTo>
                  <a:lnTo>
                    <a:pt x="2319634" y="3109579"/>
                  </a:lnTo>
                  <a:lnTo>
                    <a:pt x="2319728" y="3109579"/>
                  </a:lnTo>
                  <a:lnTo>
                    <a:pt x="2319822" y="3109579"/>
                  </a:lnTo>
                  <a:lnTo>
                    <a:pt x="2319916" y="3109579"/>
                  </a:lnTo>
                  <a:lnTo>
                    <a:pt x="2320010" y="3109579"/>
                  </a:lnTo>
                  <a:lnTo>
                    <a:pt x="2320104" y="3109579"/>
                  </a:lnTo>
                  <a:lnTo>
                    <a:pt x="2320198" y="3109579"/>
                  </a:lnTo>
                  <a:lnTo>
                    <a:pt x="2320292" y="3109579"/>
                  </a:lnTo>
                  <a:lnTo>
                    <a:pt x="2320386" y="3109579"/>
                  </a:lnTo>
                  <a:lnTo>
                    <a:pt x="2320480" y="3109579"/>
                  </a:lnTo>
                  <a:lnTo>
                    <a:pt x="2320574" y="3109579"/>
                  </a:lnTo>
                  <a:lnTo>
                    <a:pt x="2320668" y="3109579"/>
                  </a:lnTo>
                  <a:lnTo>
                    <a:pt x="2320762" y="3109579"/>
                  </a:lnTo>
                  <a:lnTo>
                    <a:pt x="2320856" y="3109579"/>
                  </a:lnTo>
                  <a:lnTo>
                    <a:pt x="2320950" y="3109579"/>
                  </a:lnTo>
                  <a:lnTo>
                    <a:pt x="2321044" y="3109579"/>
                  </a:lnTo>
                  <a:lnTo>
                    <a:pt x="2321138" y="3109579"/>
                  </a:lnTo>
                  <a:lnTo>
                    <a:pt x="2321232" y="3109579"/>
                  </a:lnTo>
                  <a:lnTo>
                    <a:pt x="2321326" y="3109579"/>
                  </a:lnTo>
                  <a:lnTo>
                    <a:pt x="2321420" y="3109579"/>
                  </a:lnTo>
                  <a:lnTo>
                    <a:pt x="2321515" y="3109579"/>
                  </a:lnTo>
                  <a:lnTo>
                    <a:pt x="2321609" y="3109579"/>
                  </a:lnTo>
                  <a:lnTo>
                    <a:pt x="2321703" y="3109579"/>
                  </a:lnTo>
                  <a:lnTo>
                    <a:pt x="2321797" y="3109579"/>
                  </a:lnTo>
                  <a:lnTo>
                    <a:pt x="2321891" y="3109579"/>
                  </a:lnTo>
                  <a:lnTo>
                    <a:pt x="2321985" y="3109579"/>
                  </a:lnTo>
                  <a:lnTo>
                    <a:pt x="2322079" y="3109579"/>
                  </a:lnTo>
                  <a:lnTo>
                    <a:pt x="2322173" y="3109579"/>
                  </a:lnTo>
                  <a:lnTo>
                    <a:pt x="2322267" y="3109579"/>
                  </a:lnTo>
                  <a:lnTo>
                    <a:pt x="2322361" y="3109579"/>
                  </a:lnTo>
                  <a:lnTo>
                    <a:pt x="2322455" y="3109579"/>
                  </a:lnTo>
                  <a:lnTo>
                    <a:pt x="2322549" y="3109579"/>
                  </a:lnTo>
                  <a:lnTo>
                    <a:pt x="2322643" y="3109579"/>
                  </a:lnTo>
                  <a:lnTo>
                    <a:pt x="2322737" y="3109579"/>
                  </a:lnTo>
                  <a:lnTo>
                    <a:pt x="2322831" y="3109579"/>
                  </a:lnTo>
                  <a:lnTo>
                    <a:pt x="2322925" y="3109579"/>
                  </a:lnTo>
                  <a:lnTo>
                    <a:pt x="2323019" y="3109579"/>
                  </a:lnTo>
                  <a:lnTo>
                    <a:pt x="2323113" y="3109579"/>
                  </a:lnTo>
                  <a:lnTo>
                    <a:pt x="2323207" y="3109579"/>
                  </a:lnTo>
                  <a:lnTo>
                    <a:pt x="2323301" y="3109579"/>
                  </a:lnTo>
                  <a:lnTo>
                    <a:pt x="2323395" y="3109579"/>
                  </a:lnTo>
                  <a:lnTo>
                    <a:pt x="2323489" y="3109579"/>
                  </a:lnTo>
                  <a:lnTo>
                    <a:pt x="2323583" y="3109579"/>
                  </a:lnTo>
                  <a:lnTo>
                    <a:pt x="2323677" y="3109579"/>
                  </a:lnTo>
                  <a:lnTo>
                    <a:pt x="2323771" y="3109579"/>
                  </a:lnTo>
                  <a:lnTo>
                    <a:pt x="2323865" y="3109579"/>
                  </a:lnTo>
                  <a:lnTo>
                    <a:pt x="2323959" y="3109579"/>
                  </a:lnTo>
                  <a:lnTo>
                    <a:pt x="2323959" y="3104299"/>
                  </a:lnTo>
                  <a:lnTo>
                    <a:pt x="2324053" y="3104299"/>
                  </a:lnTo>
                  <a:lnTo>
                    <a:pt x="2324147" y="3104299"/>
                  </a:lnTo>
                  <a:lnTo>
                    <a:pt x="2324241" y="3104299"/>
                  </a:lnTo>
                  <a:lnTo>
                    <a:pt x="2324335" y="3104299"/>
                  </a:lnTo>
                  <a:lnTo>
                    <a:pt x="2324429" y="3104299"/>
                  </a:lnTo>
                  <a:lnTo>
                    <a:pt x="2324523" y="3104299"/>
                  </a:lnTo>
                  <a:lnTo>
                    <a:pt x="2324617" y="3104299"/>
                  </a:lnTo>
                  <a:lnTo>
                    <a:pt x="2324711" y="3104299"/>
                  </a:lnTo>
                  <a:lnTo>
                    <a:pt x="2324805" y="3104299"/>
                  </a:lnTo>
                  <a:lnTo>
                    <a:pt x="2324899" y="3104299"/>
                  </a:lnTo>
                  <a:lnTo>
                    <a:pt x="2324899" y="3099020"/>
                  </a:lnTo>
                  <a:lnTo>
                    <a:pt x="2324994" y="3099020"/>
                  </a:lnTo>
                  <a:lnTo>
                    <a:pt x="2325088" y="3099020"/>
                  </a:lnTo>
                  <a:lnTo>
                    <a:pt x="2325182" y="3099020"/>
                  </a:lnTo>
                  <a:lnTo>
                    <a:pt x="2325276" y="3099020"/>
                  </a:lnTo>
                  <a:lnTo>
                    <a:pt x="2325370" y="3099020"/>
                  </a:lnTo>
                  <a:lnTo>
                    <a:pt x="2325464" y="3099020"/>
                  </a:lnTo>
                  <a:lnTo>
                    <a:pt x="2325558" y="3099020"/>
                  </a:lnTo>
                  <a:lnTo>
                    <a:pt x="2325652" y="3099020"/>
                  </a:lnTo>
                  <a:lnTo>
                    <a:pt x="2325746" y="3099020"/>
                  </a:lnTo>
                  <a:lnTo>
                    <a:pt x="2325840" y="3099020"/>
                  </a:lnTo>
                  <a:lnTo>
                    <a:pt x="2325934" y="3099020"/>
                  </a:lnTo>
                  <a:lnTo>
                    <a:pt x="2326028" y="3099020"/>
                  </a:lnTo>
                  <a:lnTo>
                    <a:pt x="2326122" y="3099020"/>
                  </a:lnTo>
                  <a:lnTo>
                    <a:pt x="2326216" y="3099020"/>
                  </a:lnTo>
                  <a:lnTo>
                    <a:pt x="2326310" y="3099020"/>
                  </a:lnTo>
                  <a:lnTo>
                    <a:pt x="2326404" y="3099020"/>
                  </a:lnTo>
                  <a:lnTo>
                    <a:pt x="2326498" y="3099020"/>
                  </a:lnTo>
                  <a:lnTo>
                    <a:pt x="2326592" y="3099020"/>
                  </a:lnTo>
                  <a:lnTo>
                    <a:pt x="2326686" y="3099020"/>
                  </a:lnTo>
                  <a:lnTo>
                    <a:pt x="2326780" y="3099020"/>
                  </a:lnTo>
                  <a:lnTo>
                    <a:pt x="2326874" y="3099020"/>
                  </a:lnTo>
                  <a:lnTo>
                    <a:pt x="2326968" y="3099020"/>
                  </a:lnTo>
                  <a:lnTo>
                    <a:pt x="2327062" y="3099020"/>
                  </a:lnTo>
                  <a:lnTo>
                    <a:pt x="2327156" y="3099020"/>
                  </a:lnTo>
                  <a:lnTo>
                    <a:pt x="2327250" y="3099020"/>
                  </a:lnTo>
                  <a:lnTo>
                    <a:pt x="2327344" y="3099020"/>
                  </a:lnTo>
                  <a:lnTo>
                    <a:pt x="2327438" y="3099020"/>
                  </a:lnTo>
                  <a:lnTo>
                    <a:pt x="2327532" y="3099020"/>
                  </a:lnTo>
                  <a:lnTo>
                    <a:pt x="2327626" y="3099020"/>
                  </a:lnTo>
                  <a:lnTo>
                    <a:pt x="2327720" y="3099020"/>
                  </a:lnTo>
                  <a:lnTo>
                    <a:pt x="2327814" y="3099020"/>
                  </a:lnTo>
                  <a:lnTo>
                    <a:pt x="2327908" y="3099020"/>
                  </a:lnTo>
                  <a:lnTo>
                    <a:pt x="2328002" y="3099020"/>
                  </a:lnTo>
                  <a:lnTo>
                    <a:pt x="2328096" y="3099020"/>
                  </a:lnTo>
                  <a:lnTo>
                    <a:pt x="2328190" y="3099020"/>
                  </a:lnTo>
                  <a:lnTo>
                    <a:pt x="2328284" y="3099020"/>
                  </a:lnTo>
                  <a:lnTo>
                    <a:pt x="2328378" y="3099020"/>
                  </a:lnTo>
                  <a:lnTo>
                    <a:pt x="2328472" y="3099020"/>
                  </a:lnTo>
                  <a:lnTo>
                    <a:pt x="2328567" y="3099020"/>
                  </a:lnTo>
                  <a:lnTo>
                    <a:pt x="2328661" y="3099020"/>
                  </a:lnTo>
                  <a:lnTo>
                    <a:pt x="2328755" y="3099020"/>
                  </a:lnTo>
                  <a:lnTo>
                    <a:pt x="2328849" y="3099020"/>
                  </a:lnTo>
                  <a:lnTo>
                    <a:pt x="2328943" y="3099020"/>
                  </a:lnTo>
                  <a:lnTo>
                    <a:pt x="2329037" y="3099020"/>
                  </a:lnTo>
                  <a:lnTo>
                    <a:pt x="2329131" y="3099020"/>
                  </a:lnTo>
                  <a:lnTo>
                    <a:pt x="2329225" y="3099020"/>
                  </a:lnTo>
                  <a:lnTo>
                    <a:pt x="2329319" y="3099020"/>
                  </a:lnTo>
                  <a:lnTo>
                    <a:pt x="2329413" y="3099020"/>
                  </a:lnTo>
                  <a:lnTo>
                    <a:pt x="2329507" y="3099020"/>
                  </a:lnTo>
                  <a:lnTo>
                    <a:pt x="2329601" y="3099020"/>
                  </a:lnTo>
                  <a:lnTo>
                    <a:pt x="2329695" y="3099020"/>
                  </a:lnTo>
                  <a:lnTo>
                    <a:pt x="2329789" y="3099020"/>
                  </a:lnTo>
                  <a:lnTo>
                    <a:pt x="2329883" y="3099020"/>
                  </a:lnTo>
                  <a:lnTo>
                    <a:pt x="2329977" y="3099020"/>
                  </a:lnTo>
                  <a:lnTo>
                    <a:pt x="2330071" y="3099020"/>
                  </a:lnTo>
                  <a:lnTo>
                    <a:pt x="2330165" y="3099020"/>
                  </a:lnTo>
                  <a:lnTo>
                    <a:pt x="2330259" y="3099020"/>
                  </a:lnTo>
                  <a:lnTo>
                    <a:pt x="2330353" y="3099020"/>
                  </a:lnTo>
                  <a:lnTo>
                    <a:pt x="2330447" y="3099020"/>
                  </a:lnTo>
                  <a:lnTo>
                    <a:pt x="2330541" y="3099020"/>
                  </a:lnTo>
                  <a:lnTo>
                    <a:pt x="2330635" y="3099020"/>
                  </a:lnTo>
                  <a:lnTo>
                    <a:pt x="2330729" y="3099020"/>
                  </a:lnTo>
                  <a:lnTo>
                    <a:pt x="2330729" y="3093740"/>
                  </a:lnTo>
                  <a:lnTo>
                    <a:pt x="2330823" y="3093740"/>
                  </a:lnTo>
                  <a:lnTo>
                    <a:pt x="2330917" y="3093740"/>
                  </a:lnTo>
                  <a:lnTo>
                    <a:pt x="2331011" y="3093740"/>
                  </a:lnTo>
                  <a:lnTo>
                    <a:pt x="2331105" y="3093740"/>
                  </a:lnTo>
                  <a:lnTo>
                    <a:pt x="2331105" y="3088461"/>
                  </a:lnTo>
                  <a:lnTo>
                    <a:pt x="2331199" y="3088461"/>
                  </a:lnTo>
                  <a:lnTo>
                    <a:pt x="2331293" y="3088461"/>
                  </a:lnTo>
                  <a:lnTo>
                    <a:pt x="2331387" y="3088461"/>
                  </a:lnTo>
                  <a:lnTo>
                    <a:pt x="2331481" y="3088461"/>
                  </a:lnTo>
                  <a:lnTo>
                    <a:pt x="2331575" y="3088461"/>
                  </a:lnTo>
                  <a:lnTo>
                    <a:pt x="2331669" y="3088461"/>
                  </a:lnTo>
                  <a:lnTo>
                    <a:pt x="2331763" y="3088461"/>
                  </a:lnTo>
                  <a:lnTo>
                    <a:pt x="2331857" y="3088461"/>
                  </a:lnTo>
                  <a:lnTo>
                    <a:pt x="2331951" y="3088461"/>
                  </a:lnTo>
                  <a:lnTo>
                    <a:pt x="2332045" y="3088461"/>
                  </a:lnTo>
                  <a:lnTo>
                    <a:pt x="2332140" y="3088461"/>
                  </a:lnTo>
                  <a:lnTo>
                    <a:pt x="2332234" y="3088461"/>
                  </a:lnTo>
                  <a:lnTo>
                    <a:pt x="2332328" y="3088461"/>
                  </a:lnTo>
                  <a:lnTo>
                    <a:pt x="2332422" y="3088461"/>
                  </a:lnTo>
                  <a:lnTo>
                    <a:pt x="2332516" y="3088461"/>
                  </a:lnTo>
                  <a:lnTo>
                    <a:pt x="2332610" y="3088461"/>
                  </a:lnTo>
                  <a:lnTo>
                    <a:pt x="2332704" y="3088461"/>
                  </a:lnTo>
                  <a:lnTo>
                    <a:pt x="2332798" y="3088461"/>
                  </a:lnTo>
                  <a:lnTo>
                    <a:pt x="2332892" y="3088461"/>
                  </a:lnTo>
                  <a:lnTo>
                    <a:pt x="2332892" y="3083182"/>
                  </a:lnTo>
                  <a:lnTo>
                    <a:pt x="2332986" y="3083182"/>
                  </a:lnTo>
                  <a:lnTo>
                    <a:pt x="2333080" y="3083182"/>
                  </a:lnTo>
                  <a:lnTo>
                    <a:pt x="2333174" y="3083182"/>
                  </a:lnTo>
                  <a:lnTo>
                    <a:pt x="2333268" y="3083182"/>
                  </a:lnTo>
                  <a:lnTo>
                    <a:pt x="2333362" y="3083182"/>
                  </a:lnTo>
                  <a:lnTo>
                    <a:pt x="2333456" y="3083182"/>
                  </a:lnTo>
                  <a:lnTo>
                    <a:pt x="2333550" y="3083182"/>
                  </a:lnTo>
                  <a:lnTo>
                    <a:pt x="2333644" y="3083182"/>
                  </a:lnTo>
                  <a:lnTo>
                    <a:pt x="2333738" y="3083182"/>
                  </a:lnTo>
                  <a:lnTo>
                    <a:pt x="2333832" y="3083182"/>
                  </a:lnTo>
                  <a:lnTo>
                    <a:pt x="2333926" y="3083182"/>
                  </a:lnTo>
                  <a:lnTo>
                    <a:pt x="2334020" y="3083182"/>
                  </a:lnTo>
                  <a:lnTo>
                    <a:pt x="2334114" y="3083182"/>
                  </a:lnTo>
                  <a:lnTo>
                    <a:pt x="2334208" y="3083182"/>
                  </a:lnTo>
                  <a:lnTo>
                    <a:pt x="2334302" y="3083182"/>
                  </a:lnTo>
                  <a:lnTo>
                    <a:pt x="2334396" y="3083182"/>
                  </a:lnTo>
                  <a:lnTo>
                    <a:pt x="2334490" y="3083182"/>
                  </a:lnTo>
                  <a:lnTo>
                    <a:pt x="2334584" y="3083182"/>
                  </a:lnTo>
                  <a:lnTo>
                    <a:pt x="2334678" y="3083182"/>
                  </a:lnTo>
                  <a:lnTo>
                    <a:pt x="2334772" y="3083182"/>
                  </a:lnTo>
                  <a:lnTo>
                    <a:pt x="2334866" y="3083182"/>
                  </a:lnTo>
                  <a:lnTo>
                    <a:pt x="2334960" y="3083182"/>
                  </a:lnTo>
                  <a:lnTo>
                    <a:pt x="2335054" y="3083182"/>
                  </a:lnTo>
                  <a:lnTo>
                    <a:pt x="2335148" y="3083182"/>
                  </a:lnTo>
                  <a:lnTo>
                    <a:pt x="2335242" y="3083182"/>
                  </a:lnTo>
                  <a:lnTo>
                    <a:pt x="2335336" y="3083182"/>
                  </a:lnTo>
                  <a:lnTo>
                    <a:pt x="2335430" y="3083182"/>
                  </a:lnTo>
                  <a:lnTo>
                    <a:pt x="2335524" y="3083182"/>
                  </a:lnTo>
                  <a:lnTo>
                    <a:pt x="2335619" y="3083182"/>
                  </a:lnTo>
                  <a:lnTo>
                    <a:pt x="2335713" y="3083182"/>
                  </a:lnTo>
                  <a:lnTo>
                    <a:pt x="2335807" y="3083182"/>
                  </a:lnTo>
                  <a:lnTo>
                    <a:pt x="2335901" y="3083182"/>
                  </a:lnTo>
                  <a:lnTo>
                    <a:pt x="2335995" y="3083182"/>
                  </a:lnTo>
                  <a:lnTo>
                    <a:pt x="2336089" y="3083182"/>
                  </a:lnTo>
                  <a:lnTo>
                    <a:pt x="2336183" y="3083182"/>
                  </a:lnTo>
                  <a:lnTo>
                    <a:pt x="2336277" y="3083182"/>
                  </a:lnTo>
                  <a:lnTo>
                    <a:pt x="2336371" y="3083182"/>
                  </a:lnTo>
                  <a:lnTo>
                    <a:pt x="2336465" y="3083182"/>
                  </a:lnTo>
                  <a:lnTo>
                    <a:pt x="2336559" y="3083182"/>
                  </a:lnTo>
                  <a:lnTo>
                    <a:pt x="2336653" y="3083182"/>
                  </a:lnTo>
                  <a:lnTo>
                    <a:pt x="2336747" y="3083182"/>
                  </a:lnTo>
                  <a:lnTo>
                    <a:pt x="2336841" y="3083182"/>
                  </a:lnTo>
                  <a:lnTo>
                    <a:pt x="2336935" y="3083182"/>
                  </a:lnTo>
                  <a:lnTo>
                    <a:pt x="2337029" y="3083182"/>
                  </a:lnTo>
                  <a:lnTo>
                    <a:pt x="2337123" y="3083182"/>
                  </a:lnTo>
                  <a:lnTo>
                    <a:pt x="2337217" y="3083182"/>
                  </a:lnTo>
                  <a:lnTo>
                    <a:pt x="2337311" y="3083182"/>
                  </a:lnTo>
                  <a:lnTo>
                    <a:pt x="2337405" y="3083182"/>
                  </a:lnTo>
                  <a:lnTo>
                    <a:pt x="2337499" y="3083182"/>
                  </a:lnTo>
                  <a:lnTo>
                    <a:pt x="2337593" y="3083182"/>
                  </a:lnTo>
                  <a:lnTo>
                    <a:pt x="2337687" y="3083182"/>
                  </a:lnTo>
                  <a:lnTo>
                    <a:pt x="2337781" y="3083182"/>
                  </a:lnTo>
                  <a:lnTo>
                    <a:pt x="2337875" y="3083182"/>
                  </a:lnTo>
                  <a:lnTo>
                    <a:pt x="2337969" y="3083182"/>
                  </a:lnTo>
                  <a:lnTo>
                    <a:pt x="2338063" y="3083182"/>
                  </a:lnTo>
                  <a:lnTo>
                    <a:pt x="2338157" y="3083182"/>
                  </a:lnTo>
                  <a:lnTo>
                    <a:pt x="2338251" y="3083182"/>
                  </a:lnTo>
                  <a:lnTo>
                    <a:pt x="2338345" y="3083182"/>
                  </a:lnTo>
                  <a:lnTo>
                    <a:pt x="2338439" y="3083182"/>
                  </a:lnTo>
                  <a:lnTo>
                    <a:pt x="2338533" y="3083182"/>
                  </a:lnTo>
                  <a:lnTo>
                    <a:pt x="2338627" y="3083182"/>
                  </a:lnTo>
                  <a:lnTo>
                    <a:pt x="2338721" y="3083182"/>
                  </a:lnTo>
                  <a:lnTo>
                    <a:pt x="2338815" y="3083182"/>
                  </a:lnTo>
                  <a:lnTo>
                    <a:pt x="2338909" y="3083182"/>
                  </a:lnTo>
                  <a:lnTo>
                    <a:pt x="2339003" y="3083182"/>
                  </a:lnTo>
                  <a:lnTo>
                    <a:pt x="2339097" y="3083182"/>
                  </a:lnTo>
                  <a:lnTo>
                    <a:pt x="2339192" y="3083182"/>
                  </a:lnTo>
                  <a:lnTo>
                    <a:pt x="2339286" y="3083182"/>
                  </a:lnTo>
                  <a:lnTo>
                    <a:pt x="2339380" y="3083182"/>
                  </a:lnTo>
                  <a:lnTo>
                    <a:pt x="2339474" y="3083182"/>
                  </a:lnTo>
                  <a:lnTo>
                    <a:pt x="2339568" y="3083182"/>
                  </a:lnTo>
                  <a:lnTo>
                    <a:pt x="2339662" y="3083182"/>
                  </a:lnTo>
                  <a:lnTo>
                    <a:pt x="2339756" y="3083182"/>
                  </a:lnTo>
                  <a:lnTo>
                    <a:pt x="2339850" y="3083182"/>
                  </a:lnTo>
                  <a:lnTo>
                    <a:pt x="2339944" y="3083182"/>
                  </a:lnTo>
                  <a:lnTo>
                    <a:pt x="2340038" y="3083182"/>
                  </a:lnTo>
                  <a:lnTo>
                    <a:pt x="2340132" y="3083182"/>
                  </a:lnTo>
                  <a:lnTo>
                    <a:pt x="2340226" y="3083182"/>
                  </a:lnTo>
                  <a:lnTo>
                    <a:pt x="2340320" y="3083182"/>
                  </a:lnTo>
                  <a:lnTo>
                    <a:pt x="2340414" y="3083182"/>
                  </a:lnTo>
                  <a:lnTo>
                    <a:pt x="2340508" y="3083182"/>
                  </a:lnTo>
                  <a:lnTo>
                    <a:pt x="2340602" y="3083182"/>
                  </a:lnTo>
                  <a:lnTo>
                    <a:pt x="2340696" y="3083182"/>
                  </a:lnTo>
                  <a:lnTo>
                    <a:pt x="2340790" y="3083182"/>
                  </a:lnTo>
                  <a:lnTo>
                    <a:pt x="2340884" y="3083182"/>
                  </a:lnTo>
                  <a:lnTo>
                    <a:pt x="2340978" y="3083182"/>
                  </a:lnTo>
                  <a:lnTo>
                    <a:pt x="2341072" y="3083182"/>
                  </a:lnTo>
                  <a:lnTo>
                    <a:pt x="2341166" y="3083182"/>
                  </a:lnTo>
                  <a:lnTo>
                    <a:pt x="2341260" y="3083182"/>
                  </a:lnTo>
                  <a:lnTo>
                    <a:pt x="2341354" y="3083182"/>
                  </a:lnTo>
                  <a:lnTo>
                    <a:pt x="2341448" y="3083182"/>
                  </a:lnTo>
                  <a:lnTo>
                    <a:pt x="2341542" y="3083182"/>
                  </a:lnTo>
                  <a:lnTo>
                    <a:pt x="2341636" y="3083182"/>
                  </a:lnTo>
                  <a:lnTo>
                    <a:pt x="2341730" y="3083182"/>
                  </a:lnTo>
                  <a:lnTo>
                    <a:pt x="2341730" y="3077902"/>
                  </a:lnTo>
                  <a:lnTo>
                    <a:pt x="2341824" y="3077902"/>
                  </a:lnTo>
                  <a:lnTo>
                    <a:pt x="2341918" y="3077902"/>
                  </a:lnTo>
                  <a:lnTo>
                    <a:pt x="2342012" y="3077902"/>
                  </a:lnTo>
                  <a:lnTo>
                    <a:pt x="2342106" y="3077902"/>
                  </a:lnTo>
                  <a:lnTo>
                    <a:pt x="2342200" y="3077902"/>
                  </a:lnTo>
                  <a:lnTo>
                    <a:pt x="2342294" y="3077902"/>
                  </a:lnTo>
                  <a:lnTo>
                    <a:pt x="2342388" y="3077902"/>
                  </a:lnTo>
                  <a:lnTo>
                    <a:pt x="2342482" y="3077902"/>
                  </a:lnTo>
                  <a:lnTo>
                    <a:pt x="2342576" y="3077902"/>
                  </a:lnTo>
                  <a:lnTo>
                    <a:pt x="2342670" y="3077902"/>
                  </a:lnTo>
                  <a:lnTo>
                    <a:pt x="2342765" y="3077902"/>
                  </a:lnTo>
                  <a:lnTo>
                    <a:pt x="2342859" y="3077902"/>
                  </a:lnTo>
                  <a:lnTo>
                    <a:pt x="2342953" y="3077902"/>
                  </a:lnTo>
                  <a:lnTo>
                    <a:pt x="2343047" y="3077902"/>
                  </a:lnTo>
                  <a:lnTo>
                    <a:pt x="2343141" y="3077902"/>
                  </a:lnTo>
                  <a:lnTo>
                    <a:pt x="2343235" y="3077902"/>
                  </a:lnTo>
                  <a:lnTo>
                    <a:pt x="2343329" y="3077902"/>
                  </a:lnTo>
                  <a:lnTo>
                    <a:pt x="2343423" y="3077902"/>
                  </a:lnTo>
                  <a:lnTo>
                    <a:pt x="2343517" y="3077902"/>
                  </a:lnTo>
                  <a:lnTo>
                    <a:pt x="2343611" y="3077902"/>
                  </a:lnTo>
                  <a:lnTo>
                    <a:pt x="2343705" y="3077902"/>
                  </a:lnTo>
                  <a:lnTo>
                    <a:pt x="2343799" y="3077902"/>
                  </a:lnTo>
                  <a:lnTo>
                    <a:pt x="2343893" y="3077902"/>
                  </a:lnTo>
                  <a:lnTo>
                    <a:pt x="2343987" y="3077902"/>
                  </a:lnTo>
                  <a:lnTo>
                    <a:pt x="2344081" y="3077902"/>
                  </a:lnTo>
                  <a:lnTo>
                    <a:pt x="2344175" y="3077902"/>
                  </a:lnTo>
                  <a:lnTo>
                    <a:pt x="2344269" y="3077902"/>
                  </a:lnTo>
                  <a:lnTo>
                    <a:pt x="2344363" y="3077902"/>
                  </a:lnTo>
                  <a:lnTo>
                    <a:pt x="2344457" y="3077902"/>
                  </a:lnTo>
                  <a:lnTo>
                    <a:pt x="2344551" y="3077902"/>
                  </a:lnTo>
                  <a:lnTo>
                    <a:pt x="2344645" y="3077902"/>
                  </a:lnTo>
                  <a:lnTo>
                    <a:pt x="2344645" y="3072623"/>
                  </a:lnTo>
                  <a:lnTo>
                    <a:pt x="2344739" y="3072623"/>
                  </a:lnTo>
                  <a:lnTo>
                    <a:pt x="2344833" y="3072623"/>
                  </a:lnTo>
                  <a:lnTo>
                    <a:pt x="2344927" y="3072623"/>
                  </a:lnTo>
                  <a:lnTo>
                    <a:pt x="2345021" y="3072623"/>
                  </a:lnTo>
                  <a:lnTo>
                    <a:pt x="2345115" y="3072623"/>
                  </a:lnTo>
                  <a:lnTo>
                    <a:pt x="2345209" y="3072623"/>
                  </a:lnTo>
                  <a:lnTo>
                    <a:pt x="2345303" y="3072623"/>
                  </a:lnTo>
                  <a:lnTo>
                    <a:pt x="2345397" y="3072623"/>
                  </a:lnTo>
                  <a:lnTo>
                    <a:pt x="2345491" y="3072623"/>
                  </a:lnTo>
                  <a:lnTo>
                    <a:pt x="2345585" y="3072623"/>
                  </a:lnTo>
                  <a:lnTo>
                    <a:pt x="2345679" y="3072623"/>
                  </a:lnTo>
                  <a:lnTo>
                    <a:pt x="2345773" y="3072623"/>
                  </a:lnTo>
                  <a:lnTo>
                    <a:pt x="2345867" y="3072623"/>
                  </a:lnTo>
                  <a:lnTo>
                    <a:pt x="2345961" y="3072623"/>
                  </a:lnTo>
                  <a:lnTo>
                    <a:pt x="2346055" y="3072623"/>
                  </a:lnTo>
                  <a:lnTo>
                    <a:pt x="2346149" y="3072623"/>
                  </a:lnTo>
                  <a:lnTo>
                    <a:pt x="2346244" y="3072623"/>
                  </a:lnTo>
                  <a:lnTo>
                    <a:pt x="2346338" y="3072623"/>
                  </a:lnTo>
                  <a:lnTo>
                    <a:pt x="2346432" y="3072623"/>
                  </a:lnTo>
                  <a:lnTo>
                    <a:pt x="2346526" y="3072623"/>
                  </a:lnTo>
                  <a:lnTo>
                    <a:pt x="2346620" y="3072623"/>
                  </a:lnTo>
                  <a:lnTo>
                    <a:pt x="2346714" y="3072623"/>
                  </a:lnTo>
                  <a:lnTo>
                    <a:pt x="2346808" y="3072623"/>
                  </a:lnTo>
                  <a:lnTo>
                    <a:pt x="2346902" y="3072623"/>
                  </a:lnTo>
                  <a:lnTo>
                    <a:pt x="2346996" y="3072623"/>
                  </a:lnTo>
                  <a:lnTo>
                    <a:pt x="2347090" y="3072623"/>
                  </a:lnTo>
                  <a:lnTo>
                    <a:pt x="2347184" y="3072623"/>
                  </a:lnTo>
                  <a:lnTo>
                    <a:pt x="2347278" y="3072623"/>
                  </a:lnTo>
                  <a:lnTo>
                    <a:pt x="2347372" y="3072623"/>
                  </a:lnTo>
                  <a:lnTo>
                    <a:pt x="2347466" y="3072623"/>
                  </a:lnTo>
                  <a:lnTo>
                    <a:pt x="2347560" y="3072623"/>
                  </a:lnTo>
                  <a:lnTo>
                    <a:pt x="2347654" y="3072623"/>
                  </a:lnTo>
                  <a:lnTo>
                    <a:pt x="2347748" y="3072623"/>
                  </a:lnTo>
                  <a:lnTo>
                    <a:pt x="2347842" y="3072623"/>
                  </a:lnTo>
                  <a:lnTo>
                    <a:pt x="2347936" y="3072623"/>
                  </a:lnTo>
                  <a:lnTo>
                    <a:pt x="2348030" y="3072623"/>
                  </a:lnTo>
                  <a:lnTo>
                    <a:pt x="2348124" y="3072623"/>
                  </a:lnTo>
                  <a:lnTo>
                    <a:pt x="2348218" y="3072623"/>
                  </a:lnTo>
                  <a:lnTo>
                    <a:pt x="2348312" y="3072623"/>
                  </a:lnTo>
                  <a:lnTo>
                    <a:pt x="2348406" y="3072623"/>
                  </a:lnTo>
                  <a:lnTo>
                    <a:pt x="2348500" y="3072623"/>
                  </a:lnTo>
                  <a:lnTo>
                    <a:pt x="2348594" y="3072623"/>
                  </a:lnTo>
                  <a:lnTo>
                    <a:pt x="2348688" y="3072623"/>
                  </a:lnTo>
                  <a:lnTo>
                    <a:pt x="2348782" y="3072623"/>
                  </a:lnTo>
                  <a:lnTo>
                    <a:pt x="2348876" y="3072623"/>
                  </a:lnTo>
                  <a:lnTo>
                    <a:pt x="2348970" y="3072623"/>
                  </a:lnTo>
                  <a:lnTo>
                    <a:pt x="2349064" y="3072623"/>
                  </a:lnTo>
                  <a:lnTo>
                    <a:pt x="2349158" y="3072623"/>
                  </a:lnTo>
                  <a:lnTo>
                    <a:pt x="2349252" y="3072623"/>
                  </a:lnTo>
                  <a:lnTo>
                    <a:pt x="2349346" y="3072623"/>
                  </a:lnTo>
                  <a:lnTo>
                    <a:pt x="2349440" y="3072623"/>
                  </a:lnTo>
                  <a:lnTo>
                    <a:pt x="2349534" y="3072623"/>
                  </a:lnTo>
                  <a:lnTo>
                    <a:pt x="2349628" y="3072623"/>
                  </a:lnTo>
                  <a:lnTo>
                    <a:pt x="2349722" y="3072623"/>
                  </a:lnTo>
                  <a:lnTo>
                    <a:pt x="2349817" y="3072623"/>
                  </a:lnTo>
                  <a:lnTo>
                    <a:pt x="2349911" y="3072623"/>
                  </a:lnTo>
                  <a:lnTo>
                    <a:pt x="2350005" y="3072623"/>
                  </a:lnTo>
                  <a:lnTo>
                    <a:pt x="2350099" y="3072623"/>
                  </a:lnTo>
                  <a:lnTo>
                    <a:pt x="2350193" y="3072623"/>
                  </a:lnTo>
                  <a:lnTo>
                    <a:pt x="2350287" y="3072623"/>
                  </a:lnTo>
                  <a:lnTo>
                    <a:pt x="2350381" y="3072623"/>
                  </a:lnTo>
                  <a:lnTo>
                    <a:pt x="2350475" y="3072623"/>
                  </a:lnTo>
                  <a:lnTo>
                    <a:pt x="2350569" y="3072623"/>
                  </a:lnTo>
                  <a:lnTo>
                    <a:pt x="2350663" y="3072623"/>
                  </a:lnTo>
                  <a:lnTo>
                    <a:pt x="2350757" y="3072623"/>
                  </a:lnTo>
                  <a:lnTo>
                    <a:pt x="2350851" y="3072623"/>
                  </a:lnTo>
                  <a:lnTo>
                    <a:pt x="2350945" y="3072623"/>
                  </a:lnTo>
                  <a:lnTo>
                    <a:pt x="2351039" y="3072623"/>
                  </a:lnTo>
                  <a:lnTo>
                    <a:pt x="2351133" y="3072623"/>
                  </a:lnTo>
                  <a:lnTo>
                    <a:pt x="2351227" y="3072623"/>
                  </a:lnTo>
                  <a:lnTo>
                    <a:pt x="2351321" y="3072623"/>
                  </a:lnTo>
                  <a:lnTo>
                    <a:pt x="2351415" y="3072623"/>
                  </a:lnTo>
                  <a:lnTo>
                    <a:pt x="2351509" y="3072623"/>
                  </a:lnTo>
                  <a:lnTo>
                    <a:pt x="2351603" y="3072623"/>
                  </a:lnTo>
                  <a:lnTo>
                    <a:pt x="2351697" y="3072623"/>
                  </a:lnTo>
                  <a:lnTo>
                    <a:pt x="2351791" y="3072623"/>
                  </a:lnTo>
                  <a:lnTo>
                    <a:pt x="2351885" y="3072623"/>
                  </a:lnTo>
                  <a:lnTo>
                    <a:pt x="2351979" y="3072623"/>
                  </a:lnTo>
                  <a:lnTo>
                    <a:pt x="2352073" y="3072623"/>
                  </a:lnTo>
                  <a:lnTo>
                    <a:pt x="2352167" y="3072623"/>
                  </a:lnTo>
                  <a:lnTo>
                    <a:pt x="2352261" y="3072623"/>
                  </a:lnTo>
                  <a:lnTo>
                    <a:pt x="2352355" y="3072623"/>
                  </a:lnTo>
                  <a:lnTo>
                    <a:pt x="2352355" y="3067343"/>
                  </a:lnTo>
                  <a:lnTo>
                    <a:pt x="2352449" y="3067343"/>
                  </a:lnTo>
                  <a:lnTo>
                    <a:pt x="2352543" y="3067343"/>
                  </a:lnTo>
                  <a:lnTo>
                    <a:pt x="2352637" y="3067343"/>
                  </a:lnTo>
                  <a:lnTo>
                    <a:pt x="2352731" y="3067343"/>
                  </a:lnTo>
                  <a:lnTo>
                    <a:pt x="2352825" y="3067343"/>
                  </a:lnTo>
                  <a:lnTo>
                    <a:pt x="2352919" y="3067343"/>
                  </a:lnTo>
                  <a:lnTo>
                    <a:pt x="2353013" y="3067343"/>
                  </a:lnTo>
                  <a:lnTo>
                    <a:pt x="2353107" y="3067343"/>
                  </a:lnTo>
                  <a:lnTo>
                    <a:pt x="2353201" y="3067343"/>
                  </a:lnTo>
                  <a:lnTo>
                    <a:pt x="2353295" y="3067343"/>
                  </a:lnTo>
                  <a:lnTo>
                    <a:pt x="2353390" y="3067343"/>
                  </a:lnTo>
                  <a:lnTo>
                    <a:pt x="2353484" y="3067343"/>
                  </a:lnTo>
                  <a:lnTo>
                    <a:pt x="2353578" y="3067343"/>
                  </a:lnTo>
                  <a:lnTo>
                    <a:pt x="2353672" y="3067343"/>
                  </a:lnTo>
                  <a:lnTo>
                    <a:pt x="2353766" y="3067343"/>
                  </a:lnTo>
                  <a:lnTo>
                    <a:pt x="2353860" y="3067343"/>
                  </a:lnTo>
                  <a:lnTo>
                    <a:pt x="2353954" y="3067343"/>
                  </a:lnTo>
                  <a:lnTo>
                    <a:pt x="2354048" y="3067343"/>
                  </a:lnTo>
                  <a:lnTo>
                    <a:pt x="2354142" y="3067343"/>
                  </a:lnTo>
                  <a:lnTo>
                    <a:pt x="2354236" y="3067343"/>
                  </a:lnTo>
                  <a:lnTo>
                    <a:pt x="2354330" y="3067343"/>
                  </a:lnTo>
                  <a:lnTo>
                    <a:pt x="2354424" y="3067343"/>
                  </a:lnTo>
                  <a:lnTo>
                    <a:pt x="2354518" y="3067343"/>
                  </a:lnTo>
                  <a:lnTo>
                    <a:pt x="2354612" y="3067343"/>
                  </a:lnTo>
                  <a:lnTo>
                    <a:pt x="2354706" y="3067343"/>
                  </a:lnTo>
                  <a:lnTo>
                    <a:pt x="2354800" y="3067343"/>
                  </a:lnTo>
                  <a:lnTo>
                    <a:pt x="2354894" y="3067343"/>
                  </a:lnTo>
                  <a:lnTo>
                    <a:pt x="2354988" y="3067343"/>
                  </a:lnTo>
                  <a:lnTo>
                    <a:pt x="2355082" y="3067343"/>
                  </a:lnTo>
                  <a:lnTo>
                    <a:pt x="2355176" y="3067343"/>
                  </a:lnTo>
                  <a:lnTo>
                    <a:pt x="2355270" y="3067343"/>
                  </a:lnTo>
                  <a:lnTo>
                    <a:pt x="2355364" y="3067343"/>
                  </a:lnTo>
                  <a:lnTo>
                    <a:pt x="2355458" y="3067343"/>
                  </a:lnTo>
                  <a:lnTo>
                    <a:pt x="2355552" y="3067343"/>
                  </a:lnTo>
                  <a:lnTo>
                    <a:pt x="2355646" y="3067343"/>
                  </a:lnTo>
                  <a:lnTo>
                    <a:pt x="2355740" y="3067343"/>
                  </a:lnTo>
                  <a:lnTo>
                    <a:pt x="2355834" y="3067343"/>
                  </a:lnTo>
                  <a:lnTo>
                    <a:pt x="2355928" y="3067343"/>
                  </a:lnTo>
                  <a:lnTo>
                    <a:pt x="2356022" y="3067343"/>
                  </a:lnTo>
                  <a:lnTo>
                    <a:pt x="2356116" y="3067343"/>
                  </a:lnTo>
                  <a:lnTo>
                    <a:pt x="2356210" y="3067343"/>
                  </a:lnTo>
                  <a:lnTo>
                    <a:pt x="2356304" y="3067343"/>
                  </a:lnTo>
                  <a:lnTo>
                    <a:pt x="2356398" y="3067343"/>
                  </a:lnTo>
                  <a:lnTo>
                    <a:pt x="2356492" y="3067343"/>
                  </a:lnTo>
                  <a:lnTo>
                    <a:pt x="2356586" y="3067343"/>
                  </a:lnTo>
                  <a:lnTo>
                    <a:pt x="2356680" y="3067343"/>
                  </a:lnTo>
                  <a:lnTo>
                    <a:pt x="2356774" y="3067343"/>
                  </a:lnTo>
                  <a:lnTo>
                    <a:pt x="2356868" y="3067343"/>
                  </a:lnTo>
                  <a:lnTo>
                    <a:pt x="2356963" y="3067343"/>
                  </a:lnTo>
                  <a:lnTo>
                    <a:pt x="2357057" y="3067343"/>
                  </a:lnTo>
                  <a:lnTo>
                    <a:pt x="2357057" y="3062064"/>
                  </a:lnTo>
                  <a:lnTo>
                    <a:pt x="2357151" y="3062064"/>
                  </a:lnTo>
                  <a:lnTo>
                    <a:pt x="2357245" y="3062064"/>
                  </a:lnTo>
                  <a:lnTo>
                    <a:pt x="2357339" y="3062064"/>
                  </a:lnTo>
                  <a:lnTo>
                    <a:pt x="2357433" y="3062064"/>
                  </a:lnTo>
                  <a:lnTo>
                    <a:pt x="2357527" y="3062064"/>
                  </a:lnTo>
                  <a:lnTo>
                    <a:pt x="2357621" y="3062064"/>
                  </a:lnTo>
                  <a:lnTo>
                    <a:pt x="2357715" y="3062064"/>
                  </a:lnTo>
                  <a:lnTo>
                    <a:pt x="2357809" y="3062064"/>
                  </a:lnTo>
                  <a:lnTo>
                    <a:pt x="2357903" y="3062064"/>
                  </a:lnTo>
                  <a:lnTo>
                    <a:pt x="2357997" y="3062064"/>
                  </a:lnTo>
                  <a:lnTo>
                    <a:pt x="2358091" y="3062064"/>
                  </a:lnTo>
                  <a:lnTo>
                    <a:pt x="2358185" y="3062064"/>
                  </a:lnTo>
                  <a:lnTo>
                    <a:pt x="2358279" y="3062064"/>
                  </a:lnTo>
                  <a:lnTo>
                    <a:pt x="2358373" y="3062064"/>
                  </a:lnTo>
                  <a:lnTo>
                    <a:pt x="2358467" y="3062064"/>
                  </a:lnTo>
                  <a:lnTo>
                    <a:pt x="2358561" y="3062064"/>
                  </a:lnTo>
                  <a:lnTo>
                    <a:pt x="2358655" y="3062064"/>
                  </a:lnTo>
                  <a:lnTo>
                    <a:pt x="2358749" y="3062064"/>
                  </a:lnTo>
                  <a:lnTo>
                    <a:pt x="2358843" y="3062064"/>
                  </a:lnTo>
                  <a:lnTo>
                    <a:pt x="2358937" y="3062064"/>
                  </a:lnTo>
                  <a:lnTo>
                    <a:pt x="2359031" y="3062064"/>
                  </a:lnTo>
                  <a:lnTo>
                    <a:pt x="2359125" y="3062064"/>
                  </a:lnTo>
                  <a:lnTo>
                    <a:pt x="2359219" y="3062064"/>
                  </a:lnTo>
                  <a:lnTo>
                    <a:pt x="2359313" y="3062064"/>
                  </a:lnTo>
                  <a:lnTo>
                    <a:pt x="2359407" y="3062064"/>
                  </a:lnTo>
                  <a:lnTo>
                    <a:pt x="2359501" y="3062064"/>
                  </a:lnTo>
                  <a:lnTo>
                    <a:pt x="2359595" y="3062064"/>
                  </a:lnTo>
                  <a:lnTo>
                    <a:pt x="2359689" y="3062064"/>
                  </a:lnTo>
                  <a:lnTo>
                    <a:pt x="2359783" y="3062064"/>
                  </a:lnTo>
                  <a:lnTo>
                    <a:pt x="2359877" y="3062064"/>
                  </a:lnTo>
                  <a:lnTo>
                    <a:pt x="2359971" y="3062064"/>
                  </a:lnTo>
                  <a:lnTo>
                    <a:pt x="2360065" y="3062064"/>
                  </a:lnTo>
                  <a:lnTo>
                    <a:pt x="2360159" y="3062064"/>
                  </a:lnTo>
                  <a:lnTo>
                    <a:pt x="2360253" y="3062064"/>
                  </a:lnTo>
                  <a:lnTo>
                    <a:pt x="2360347" y="3062064"/>
                  </a:lnTo>
                  <a:lnTo>
                    <a:pt x="2360442" y="3062064"/>
                  </a:lnTo>
                  <a:lnTo>
                    <a:pt x="2360536" y="3062064"/>
                  </a:lnTo>
                  <a:lnTo>
                    <a:pt x="2360630" y="3062064"/>
                  </a:lnTo>
                  <a:lnTo>
                    <a:pt x="2360724" y="3062064"/>
                  </a:lnTo>
                  <a:lnTo>
                    <a:pt x="2360818" y="3062064"/>
                  </a:lnTo>
                  <a:lnTo>
                    <a:pt x="2360912" y="3062064"/>
                  </a:lnTo>
                  <a:lnTo>
                    <a:pt x="2360912" y="3056784"/>
                  </a:lnTo>
                  <a:lnTo>
                    <a:pt x="2361006" y="3056784"/>
                  </a:lnTo>
                  <a:lnTo>
                    <a:pt x="2361100" y="3056784"/>
                  </a:lnTo>
                  <a:lnTo>
                    <a:pt x="2361194" y="3056784"/>
                  </a:lnTo>
                  <a:lnTo>
                    <a:pt x="2361288" y="3056784"/>
                  </a:lnTo>
                  <a:lnTo>
                    <a:pt x="2361382" y="3056784"/>
                  </a:lnTo>
                  <a:lnTo>
                    <a:pt x="2361476" y="3056784"/>
                  </a:lnTo>
                  <a:lnTo>
                    <a:pt x="2361570" y="3056784"/>
                  </a:lnTo>
                  <a:lnTo>
                    <a:pt x="2361664" y="3056784"/>
                  </a:lnTo>
                  <a:lnTo>
                    <a:pt x="2361758" y="3056784"/>
                  </a:lnTo>
                  <a:lnTo>
                    <a:pt x="2361852" y="3056784"/>
                  </a:lnTo>
                  <a:lnTo>
                    <a:pt x="2361946" y="3056784"/>
                  </a:lnTo>
                  <a:lnTo>
                    <a:pt x="2362040" y="3056784"/>
                  </a:lnTo>
                  <a:lnTo>
                    <a:pt x="2362134" y="3056784"/>
                  </a:lnTo>
                  <a:lnTo>
                    <a:pt x="2362228" y="3056784"/>
                  </a:lnTo>
                  <a:lnTo>
                    <a:pt x="2362322" y="3056784"/>
                  </a:lnTo>
                  <a:lnTo>
                    <a:pt x="2362416" y="3056784"/>
                  </a:lnTo>
                  <a:lnTo>
                    <a:pt x="2362510" y="3056784"/>
                  </a:lnTo>
                  <a:lnTo>
                    <a:pt x="2362604" y="3056784"/>
                  </a:lnTo>
                  <a:lnTo>
                    <a:pt x="2362698" y="3056784"/>
                  </a:lnTo>
                  <a:lnTo>
                    <a:pt x="2362792" y="3056784"/>
                  </a:lnTo>
                  <a:lnTo>
                    <a:pt x="2362886" y="3056784"/>
                  </a:lnTo>
                  <a:lnTo>
                    <a:pt x="2362980" y="3056784"/>
                  </a:lnTo>
                  <a:lnTo>
                    <a:pt x="2363074" y="3056784"/>
                  </a:lnTo>
                  <a:lnTo>
                    <a:pt x="2363168" y="3056784"/>
                  </a:lnTo>
                  <a:lnTo>
                    <a:pt x="2363262" y="3056784"/>
                  </a:lnTo>
                  <a:lnTo>
                    <a:pt x="2363356" y="3056784"/>
                  </a:lnTo>
                  <a:lnTo>
                    <a:pt x="2363450" y="3056784"/>
                  </a:lnTo>
                  <a:lnTo>
                    <a:pt x="2363544" y="3056784"/>
                  </a:lnTo>
                  <a:lnTo>
                    <a:pt x="2363638" y="3056784"/>
                  </a:lnTo>
                  <a:lnTo>
                    <a:pt x="2363638" y="3051505"/>
                  </a:lnTo>
                  <a:lnTo>
                    <a:pt x="2363732" y="3051505"/>
                  </a:lnTo>
                  <a:lnTo>
                    <a:pt x="2363826" y="3051505"/>
                  </a:lnTo>
                  <a:lnTo>
                    <a:pt x="2363920" y="3051505"/>
                  </a:lnTo>
                  <a:lnTo>
                    <a:pt x="2364015" y="3051505"/>
                  </a:lnTo>
                  <a:lnTo>
                    <a:pt x="2364109" y="3051505"/>
                  </a:lnTo>
                  <a:lnTo>
                    <a:pt x="2364203" y="3051505"/>
                  </a:lnTo>
                  <a:lnTo>
                    <a:pt x="2364297" y="3051505"/>
                  </a:lnTo>
                  <a:lnTo>
                    <a:pt x="2364391" y="3051505"/>
                  </a:lnTo>
                  <a:lnTo>
                    <a:pt x="2364485" y="3051505"/>
                  </a:lnTo>
                  <a:lnTo>
                    <a:pt x="2364579" y="3051505"/>
                  </a:lnTo>
                  <a:lnTo>
                    <a:pt x="2364579" y="3046226"/>
                  </a:lnTo>
                  <a:lnTo>
                    <a:pt x="2364673" y="3046226"/>
                  </a:lnTo>
                  <a:lnTo>
                    <a:pt x="2364767" y="3046226"/>
                  </a:lnTo>
                  <a:lnTo>
                    <a:pt x="2364861" y="3046226"/>
                  </a:lnTo>
                  <a:lnTo>
                    <a:pt x="2364955" y="3046226"/>
                  </a:lnTo>
                  <a:lnTo>
                    <a:pt x="2365049" y="3046226"/>
                  </a:lnTo>
                  <a:lnTo>
                    <a:pt x="2365049" y="3040946"/>
                  </a:lnTo>
                  <a:lnTo>
                    <a:pt x="2365143" y="3040946"/>
                  </a:lnTo>
                  <a:lnTo>
                    <a:pt x="2365237" y="3040946"/>
                  </a:lnTo>
                  <a:lnTo>
                    <a:pt x="2365331" y="3040946"/>
                  </a:lnTo>
                  <a:lnTo>
                    <a:pt x="2365425" y="3040946"/>
                  </a:lnTo>
                  <a:lnTo>
                    <a:pt x="2365519" y="3040946"/>
                  </a:lnTo>
                  <a:lnTo>
                    <a:pt x="2365613" y="3040946"/>
                  </a:lnTo>
                  <a:lnTo>
                    <a:pt x="2365707" y="3040946"/>
                  </a:lnTo>
                  <a:lnTo>
                    <a:pt x="2365801" y="3040946"/>
                  </a:lnTo>
                  <a:lnTo>
                    <a:pt x="2365895" y="3040946"/>
                  </a:lnTo>
                  <a:lnTo>
                    <a:pt x="2365989" y="3040946"/>
                  </a:lnTo>
                  <a:lnTo>
                    <a:pt x="2366083" y="3040946"/>
                  </a:lnTo>
                  <a:lnTo>
                    <a:pt x="2366177" y="3040946"/>
                  </a:lnTo>
                  <a:lnTo>
                    <a:pt x="2366271" y="3040946"/>
                  </a:lnTo>
                  <a:lnTo>
                    <a:pt x="2366365" y="3040946"/>
                  </a:lnTo>
                  <a:lnTo>
                    <a:pt x="2366459" y="3040946"/>
                  </a:lnTo>
                  <a:lnTo>
                    <a:pt x="2366553" y="3040946"/>
                  </a:lnTo>
                  <a:lnTo>
                    <a:pt x="2366647" y="3040946"/>
                  </a:lnTo>
                  <a:lnTo>
                    <a:pt x="2366741" y="3040946"/>
                  </a:lnTo>
                  <a:lnTo>
                    <a:pt x="2366835" y="3040946"/>
                  </a:lnTo>
                  <a:lnTo>
                    <a:pt x="2366929" y="3040946"/>
                  </a:lnTo>
                  <a:lnTo>
                    <a:pt x="2367023" y="3040946"/>
                  </a:lnTo>
                  <a:lnTo>
                    <a:pt x="2367117" y="3040946"/>
                  </a:lnTo>
                  <a:lnTo>
                    <a:pt x="2367211" y="3040946"/>
                  </a:lnTo>
                  <a:lnTo>
                    <a:pt x="2367305" y="3040946"/>
                  </a:lnTo>
                  <a:lnTo>
                    <a:pt x="2367399" y="3040946"/>
                  </a:lnTo>
                  <a:lnTo>
                    <a:pt x="2367493" y="3040946"/>
                  </a:lnTo>
                  <a:lnTo>
                    <a:pt x="2367588" y="3040946"/>
                  </a:lnTo>
                  <a:lnTo>
                    <a:pt x="2367682" y="3040946"/>
                  </a:lnTo>
                  <a:lnTo>
                    <a:pt x="2367776" y="3040946"/>
                  </a:lnTo>
                  <a:lnTo>
                    <a:pt x="2367870" y="3040946"/>
                  </a:lnTo>
                  <a:lnTo>
                    <a:pt x="2367964" y="3040946"/>
                  </a:lnTo>
                  <a:lnTo>
                    <a:pt x="2368058" y="3040946"/>
                  </a:lnTo>
                  <a:lnTo>
                    <a:pt x="2368152" y="3040946"/>
                  </a:lnTo>
                  <a:lnTo>
                    <a:pt x="2368246" y="3040946"/>
                  </a:lnTo>
                  <a:lnTo>
                    <a:pt x="2368340" y="3040946"/>
                  </a:lnTo>
                  <a:lnTo>
                    <a:pt x="2368434" y="3040946"/>
                  </a:lnTo>
                  <a:lnTo>
                    <a:pt x="2368528" y="3040946"/>
                  </a:lnTo>
                  <a:lnTo>
                    <a:pt x="2368622" y="3040946"/>
                  </a:lnTo>
                  <a:lnTo>
                    <a:pt x="2368716" y="3040946"/>
                  </a:lnTo>
                  <a:lnTo>
                    <a:pt x="2368810" y="3040946"/>
                  </a:lnTo>
                  <a:lnTo>
                    <a:pt x="2368904" y="3040946"/>
                  </a:lnTo>
                  <a:lnTo>
                    <a:pt x="2368904" y="3035667"/>
                  </a:lnTo>
                  <a:lnTo>
                    <a:pt x="2368998" y="3035667"/>
                  </a:lnTo>
                  <a:lnTo>
                    <a:pt x="2369092" y="3035667"/>
                  </a:lnTo>
                  <a:lnTo>
                    <a:pt x="2369186" y="3035667"/>
                  </a:lnTo>
                  <a:lnTo>
                    <a:pt x="2369280" y="3035667"/>
                  </a:lnTo>
                  <a:lnTo>
                    <a:pt x="2369374" y="3035667"/>
                  </a:lnTo>
                  <a:lnTo>
                    <a:pt x="2369468" y="3035667"/>
                  </a:lnTo>
                  <a:lnTo>
                    <a:pt x="2369562" y="3035667"/>
                  </a:lnTo>
                  <a:lnTo>
                    <a:pt x="2369656" y="3035667"/>
                  </a:lnTo>
                  <a:lnTo>
                    <a:pt x="2369750" y="3035667"/>
                  </a:lnTo>
                  <a:lnTo>
                    <a:pt x="2369844" y="3035667"/>
                  </a:lnTo>
                  <a:lnTo>
                    <a:pt x="2369938" y="3035667"/>
                  </a:lnTo>
                  <a:lnTo>
                    <a:pt x="2370032" y="3035667"/>
                  </a:lnTo>
                  <a:lnTo>
                    <a:pt x="2370126" y="3035667"/>
                  </a:lnTo>
                  <a:lnTo>
                    <a:pt x="2370220" y="3035667"/>
                  </a:lnTo>
                  <a:lnTo>
                    <a:pt x="2370314" y="3035667"/>
                  </a:lnTo>
                  <a:lnTo>
                    <a:pt x="2370408" y="3035667"/>
                  </a:lnTo>
                  <a:lnTo>
                    <a:pt x="2370502" y="3035667"/>
                  </a:lnTo>
                  <a:lnTo>
                    <a:pt x="2370596" y="3035667"/>
                  </a:lnTo>
                  <a:lnTo>
                    <a:pt x="2370690" y="3035667"/>
                  </a:lnTo>
                  <a:lnTo>
                    <a:pt x="2370784" y="3035667"/>
                  </a:lnTo>
                  <a:lnTo>
                    <a:pt x="2370878" y="3035667"/>
                  </a:lnTo>
                  <a:lnTo>
                    <a:pt x="2370972" y="3035667"/>
                  </a:lnTo>
                  <a:lnTo>
                    <a:pt x="2371067" y="3035667"/>
                  </a:lnTo>
                  <a:lnTo>
                    <a:pt x="2371161" y="3035667"/>
                  </a:lnTo>
                  <a:lnTo>
                    <a:pt x="2371255" y="3035667"/>
                  </a:lnTo>
                  <a:lnTo>
                    <a:pt x="2371349" y="3035667"/>
                  </a:lnTo>
                  <a:lnTo>
                    <a:pt x="2371443" y="3035667"/>
                  </a:lnTo>
                  <a:lnTo>
                    <a:pt x="2371537" y="3035667"/>
                  </a:lnTo>
                  <a:lnTo>
                    <a:pt x="2371631" y="3035667"/>
                  </a:lnTo>
                  <a:lnTo>
                    <a:pt x="2371725" y="3035667"/>
                  </a:lnTo>
                  <a:lnTo>
                    <a:pt x="2371819" y="3035667"/>
                  </a:lnTo>
                  <a:lnTo>
                    <a:pt x="2371913" y="3035667"/>
                  </a:lnTo>
                  <a:lnTo>
                    <a:pt x="2372007" y="3035667"/>
                  </a:lnTo>
                  <a:lnTo>
                    <a:pt x="2372101" y="3035667"/>
                  </a:lnTo>
                  <a:lnTo>
                    <a:pt x="2372195" y="3035667"/>
                  </a:lnTo>
                  <a:lnTo>
                    <a:pt x="2372289" y="3035667"/>
                  </a:lnTo>
                  <a:lnTo>
                    <a:pt x="2372383" y="3035667"/>
                  </a:lnTo>
                  <a:lnTo>
                    <a:pt x="2372477" y="3035667"/>
                  </a:lnTo>
                  <a:lnTo>
                    <a:pt x="2372571" y="3035667"/>
                  </a:lnTo>
                  <a:lnTo>
                    <a:pt x="2372571" y="3030387"/>
                  </a:lnTo>
                  <a:lnTo>
                    <a:pt x="2372665" y="3030387"/>
                  </a:lnTo>
                  <a:lnTo>
                    <a:pt x="2372759" y="3030387"/>
                  </a:lnTo>
                  <a:lnTo>
                    <a:pt x="2372853" y="3030387"/>
                  </a:lnTo>
                  <a:lnTo>
                    <a:pt x="2372947" y="3030387"/>
                  </a:lnTo>
                  <a:lnTo>
                    <a:pt x="2373041" y="3030387"/>
                  </a:lnTo>
                  <a:lnTo>
                    <a:pt x="2373135" y="3030387"/>
                  </a:lnTo>
                  <a:lnTo>
                    <a:pt x="2373135" y="3025108"/>
                  </a:lnTo>
                  <a:lnTo>
                    <a:pt x="2373229" y="3025108"/>
                  </a:lnTo>
                  <a:lnTo>
                    <a:pt x="2373323" y="3025108"/>
                  </a:lnTo>
                  <a:lnTo>
                    <a:pt x="2373417" y="3025108"/>
                  </a:lnTo>
                  <a:lnTo>
                    <a:pt x="2373511" y="3025108"/>
                  </a:lnTo>
                  <a:lnTo>
                    <a:pt x="2373605" y="3025108"/>
                  </a:lnTo>
                  <a:lnTo>
                    <a:pt x="2373699" y="3025108"/>
                  </a:lnTo>
                  <a:lnTo>
                    <a:pt x="2373793" y="3025108"/>
                  </a:lnTo>
                  <a:lnTo>
                    <a:pt x="2373887" y="3025108"/>
                  </a:lnTo>
                  <a:lnTo>
                    <a:pt x="2373981" y="3025108"/>
                  </a:lnTo>
                  <a:lnTo>
                    <a:pt x="2374075" y="3025108"/>
                  </a:lnTo>
                  <a:lnTo>
                    <a:pt x="2374169" y="3025108"/>
                  </a:lnTo>
                  <a:lnTo>
                    <a:pt x="2374263" y="3025108"/>
                  </a:lnTo>
                  <a:lnTo>
                    <a:pt x="2374357" y="3025108"/>
                  </a:lnTo>
                  <a:lnTo>
                    <a:pt x="2374451" y="3025108"/>
                  </a:lnTo>
                  <a:lnTo>
                    <a:pt x="2374545" y="3025108"/>
                  </a:lnTo>
                  <a:lnTo>
                    <a:pt x="2374640" y="3025108"/>
                  </a:lnTo>
                  <a:lnTo>
                    <a:pt x="2374734" y="3025108"/>
                  </a:lnTo>
                  <a:lnTo>
                    <a:pt x="2374828" y="3025108"/>
                  </a:lnTo>
                  <a:lnTo>
                    <a:pt x="2374922" y="3025108"/>
                  </a:lnTo>
                  <a:lnTo>
                    <a:pt x="2375016" y="3025108"/>
                  </a:lnTo>
                  <a:lnTo>
                    <a:pt x="2375110" y="3025108"/>
                  </a:lnTo>
                  <a:lnTo>
                    <a:pt x="2375204" y="3025108"/>
                  </a:lnTo>
                  <a:lnTo>
                    <a:pt x="2375298" y="3025108"/>
                  </a:lnTo>
                  <a:lnTo>
                    <a:pt x="2375392" y="3025108"/>
                  </a:lnTo>
                  <a:lnTo>
                    <a:pt x="2375486" y="3025108"/>
                  </a:lnTo>
                  <a:lnTo>
                    <a:pt x="2375580" y="3025108"/>
                  </a:lnTo>
                  <a:lnTo>
                    <a:pt x="2375674" y="3025108"/>
                  </a:lnTo>
                  <a:lnTo>
                    <a:pt x="2375768" y="3025108"/>
                  </a:lnTo>
                  <a:lnTo>
                    <a:pt x="2375862" y="3025108"/>
                  </a:lnTo>
                  <a:lnTo>
                    <a:pt x="2375956" y="3025108"/>
                  </a:lnTo>
                  <a:lnTo>
                    <a:pt x="2376050" y="3025108"/>
                  </a:lnTo>
                  <a:lnTo>
                    <a:pt x="2376144" y="3025108"/>
                  </a:lnTo>
                  <a:lnTo>
                    <a:pt x="2376238" y="3025108"/>
                  </a:lnTo>
                  <a:lnTo>
                    <a:pt x="2376332" y="3025108"/>
                  </a:lnTo>
                  <a:lnTo>
                    <a:pt x="2376426" y="3025108"/>
                  </a:lnTo>
                  <a:lnTo>
                    <a:pt x="2376520" y="3025108"/>
                  </a:lnTo>
                  <a:lnTo>
                    <a:pt x="2376614" y="3025108"/>
                  </a:lnTo>
                  <a:lnTo>
                    <a:pt x="2376708" y="3025108"/>
                  </a:lnTo>
                  <a:lnTo>
                    <a:pt x="2376802" y="3025108"/>
                  </a:lnTo>
                  <a:lnTo>
                    <a:pt x="2376896" y="3025108"/>
                  </a:lnTo>
                  <a:lnTo>
                    <a:pt x="2376990" y="3025108"/>
                  </a:lnTo>
                  <a:lnTo>
                    <a:pt x="2377084" y="3025108"/>
                  </a:lnTo>
                  <a:lnTo>
                    <a:pt x="2377178" y="3025108"/>
                  </a:lnTo>
                  <a:lnTo>
                    <a:pt x="2377272" y="3025108"/>
                  </a:lnTo>
                  <a:lnTo>
                    <a:pt x="2377366" y="3025108"/>
                  </a:lnTo>
                  <a:lnTo>
                    <a:pt x="2377460" y="3025108"/>
                  </a:lnTo>
                  <a:lnTo>
                    <a:pt x="2377554" y="3025108"/>
                  </a:lnTo>
                  <a:lnTo>
                    <a:pt x="2377648" y="3025108"/>
                  </a:lnTo>
                  <a:lnTo>
                    <a:pt x="2377742" y="3025108"/>
                  </a:lnTo>
                  <a:lnTo>
                    <a:pt x="2377836" y="3025108"/>
                  </a:lnTo>
                  <a:lnTo>
                    <a:pt x="2377930" y="3025108"/>
                  </a:lnTo>
                  <a:lnTo>
                    <a:pt x="2378024" y="3025108"/>
                  </a:lnTo>
                  <a:lnTo>
                    <a:pt x="2378118" y="3025108"/>
                  </a:lnTo>
                  <a:lnTo>
                    <a:pt x="2378213" y="3025108"/>
                  </a:lnTo>
                  <a:lnTo>
                    <a:pt x="2378307" y="3025108"/>
                  </a:lnTo>
                  <a:lnTo>
                    <a:pt x="2378401" y="3025108"/>
                  </a:lnTo>
                  <a:lnTo>
                    <a:pt x="2378495" y="3025108"/>
                  </a:lnTo>
                  <a:lnTo>
                    <a:pt x="2378589" y="3025108"/>
                  </a:lnTo>
                  <a:lnTo>
                    <a:pt x="2378683" y="3025108"/>
                  </a:lnTo>
                  <a:lnTo>
                    <a:pt x="2378777" y="3025108"/>
                  </a:lnTo>
                  <a:lnTo>
                    <a:pt x="2378871" y="3025108"/>
                  </a:lnTo>
                  <a:lnTo>
                    <a:pt x="2378965" y="3025108"/>
                  </a:lnTo>
                  <a:lnTo>
                    <a:pt x="2379059" y="3025108"/>
                  </a:lnTo>
                  <a:lnTo>
                    <a:pt x="2379153" y="3025108"/>
                  </a:lnTo>
                  <a:lnTo>
                    <a:pt x="2379247" y="3025108"/>
                  </a:lnTo>
                  <a:lnTo>
                    <a:pt x="2379341" y="3025108"/>
                  </a:lnTo>
                  <a:lnTo>
                    <a:pt x="2379435" y="3025108"/>
                  </a:lnTo>
                  <a:lnTo>
                    <a:pt x="2379529" y="3025108"/>
                  </a:lnTo>
                  <a:lnTo>
                    <a:pt x="2379623" y="3025108"/>
                  </a:lnTo>
                  <a:lnTo>
                    <a:pt x="2379717" y="3025108"/>
                  </a:lnTo>
                  <a:lnTo>
                    <a:pt x="2379811" y="3025108"/>
                  </a:lnTo>
                  <a:lnTo>
                    <a:pt x="2379905" y="3025108"/>
                  </a:lnTo>
                  <a:lnTo>
                    <a:pt x="2379999" y="3025108"/>
                  </a:lnTo>
                  <a:lnTo>
                    <a:pt x="2380093" y="3025108"/>
                  </a:lnTo>
                  <a:lnTo>
                    <a:pt x="2380187" y="3025108"/>
                  </a:lnTo>
                  <a:lnTo>
                    <a:pt x="2380281" y="3025108"/>
                  </a:lnTo>
                  <a:lnTo>
                    <a:pt x="2380375" y="3025108"/>
                  </a:lnTo>
                  <a:lnTo>
                    <a:pt x="2380469" y="3025108"/>
                  </a:lnTo>
                  <a:lnTo>
                    <a:pt x="2380563" y="3025108"/>
                  </a:lnTo>
                  <a:lnTo>
                    <a:pt x="2380657" y="3025108"/>
                  </a:lnTo>
                  <a:lnTo>
                    <a:pt x="2380751" y="3025108"/>
                  </a:lnTo>
                  <a:lnTo>
                    <a:pt x="2380845" y="3025108"/>
                  </a:lnTo>
                  <a:lnTo>
                    <a:pt x="2380939" y="3025108"/>
                  </a:lnTo>
                  <a:lnTo>
                    <a:pt x="2381033" y="3025108"/>
                  </a:lnTo>
                  <a:lnTo>
                    <a:pt x="2381127" y="3025108"/>
                  </a:lnTo>
                  <a:lnTo>
                    <a:pt x="2381221" y="3025108"/>
                  </a:lnTo>
                  <a:lnTo>
                    <a:pt x="2381315" y="3025108"/>
                  </a:lnTo>
                  <a:lnTo>
                    <a:pt x="2381409" y="3025108"/>
                  </a:lnTo>
                  <a:lnTo>
                    <a:pt x="2381409" y="3019829"/>
                  </a:lnTo>
                  <a:lnTo>
                    <a:pt x="2381503" y="3019829"/>
                  </a:lnTo>
                  <a:lnTo>
                    <a:pt x="2381597" y="3019829"/>
                  </a:lnTo>
                  <a:lnTo>
                    <a:pt x="2381692" y="3019829"/>
                  </a:lnTo>
                  <a:lnTo>
                    <a:pt x="2381786" y="3019829"/>
                  </a:lnTo>
                  <a:lnTo>
                    <a:pt x="2381880" y="3019829"/>
                  </a:lnTo>
                  <a:lnTo>
                    <a:pt x="2381974" y="3019829"/>
                  </a:lnTo>
                  <a:lnTo>
                    <a:pt x="2382068" y="3019829"/>
                  </a:lnTo>
                  <a:lnTo>
                    <a:pt x="2382162" y="3019829"/>
                  </a:lnTo>
                  <a:lnTo>
                    <a:pt x="2382162" y="3014549"/>
                  </a:lnTo>
                  <a:lnTo>
                    <a:pt x="2382256" y="3014549"/>
                  </a:lnTo>
                  <a:lnTo>
                    <a:pt x="2382350" y="3014549"/>
                  </a:lnTo>
                  <a:lnTo>
                    <a:pt x="2382444" y="3014549"/>
                  </a:lnTo>
                  <a:lnTo>
                    <a:pt x="2382538" y="3014549"/>
                  </a:lnTo>
                  <a:lnTo>
                    <a:pt x="2382632" y="3014549"/>
                  </a:lnTo>
                  <a:lnTo>
                    <a:pt x="2382726" y="3014549"/>
                  </a:lnTo>
                  <a:lnTo>
                    <a:pt x="2382820" y="3014549"/>
                  </a:lnTo>
                  <a:lnTo>
                    <a:pt x="2382914" y="3014549"/>
                  </a:lnTo>
                  <a:lnTo>
                    <a:pt x="2383008" y="3014549"/>
                  </a:lnTo>
                  <a:lnTo>
                    <a:pt x="2383102" y="3014549"/>
                  </a:lnTo>
                  <a:lnTo>
                    <a:pt x="2383196" y="3014549"/>
                  </a:lnTo>
                  <a:lnTo>
                    <a:pt x="2383290" y="3014549"/>
                  </a:lnTo>
                  <a:lnTo>
                    <a:pt x="2383384" y="3014549"/>
                  </a:lnTo>
                  <a:lnTo>
                    <a:pt x="2383478" y="3014549"/>
                  </a:lnTo>
                  <a:lnTo>
                    <a:pt x="2383572" y="3014549"/>
                  </a:lnTo>
                  <a:lnTo>
                    <a:pt x="2383666" y="3014549"/>
                  </a:lnTo>
                  <a:lnTo>
                    <a:pt x="2383760" y="3014549"/>
                  </a:lnTo>
                  <a:lnTo>
                    <a:pt x="2383854" y="3014549"/>
                  </a:lnTo>
                  <a:lnTo>
                    <a:pt x="2383948" y="3014549"/>
                  </a:lnTo>
                  <a:lnTo>
                    <a:pt x="2384042" y="3014549"/>
                  </a:lnTo>
                  <a:lnTo>
                    <a:pt x="2384136" y="3014549"/>
                  </a:lnTo>
                  <a:lnTo>
                    <a:pt x="2384230" y="3014549"/>
                  </a:lnTo>
                  <a:lnTo>
                    <a:pt x="2384324" y="3014549"/>
                  </a:lnTo>
                  <a:lnTo>
                    <a:pt x="2384418" y="3014549"/>
                  </a:lnTo>
                  <a:lnTo>
                    <a:pt x="2384512" y="3014549"/>
                  </a:lnTo>
                  <a:lnTo>
                    <a:pt x="2384606" y="3014549"/>
                  </a:lnTo>
                  <a:lnTo>
                    <a:pt x="2384700" y="3014549"/>
                  </a:lnTo>
                  <a:lnTo>
                    <a:pt x="2384794" y="3014549"/>
                  </a:lnTo>
                  <a:lnTo>
                    <a:pt x="2384888" y="3014549"/>
                  </a:lnTo>
                  <a:lnTo>
                    <a:pt x="2384982" y="3014549"/>
                  </a:lnTo>
                  <a:lnTo>
                    <a:pt x="2384982" y="3009270"/>
                  </a:lnTo>
                  <a:lnTo>
                    <a:pt x="2385076" y="3009270"/>
                  </a:lnTo>
                  <a:lnTo>
                    <a:pt x="2385170" y="3009270"/>
                  </a:lnTo>
                  <a:lnTo>
                    <a:pt x="2385265" y="3009270"/>
                  </a:lnTo>
                  <a:lnTo>
                    <a:pt x="2385359" y="3009270"/>
                  </a:lnTo>
                  <a:lnTo>
                    <a:pt x="2385453" y="3009270"/>
                  </a:lnTo>
                  <a:lnTo>
                    <a:pt x="2385547" y="3009270"/>
                  </a:lnTo>
                  <a:lnTo>
                    <a:pt x="2385641" y="3009270"/>
                  </a:lnTo>
                  <a:lnTo>
                    <a:pt x="2385735" y="3009270"/>
                  </a:lnTo>
                  <a:lnTo>
                    <a:pt x="2385829" y="3009270"/>
                  </a:lnTo>
                  <a:lnTo>
                    <a:pt x="2385923" y="3009270"/>
                  </a:lnTo>
                  <a:lnTo>
                    <a:pt x="2386017" y="3009270"/>
                  </a:lnTo>
                  <a:lnTo>
                    <a:pt x="2386111" y="3009270"/>
                  </a:lnTo>
                  <a:lnTo>
                    <a:pt x="2386205" y="3009270"/>
                  </a:lnTo>
                  <a:lnTo>
                    <a:pt x="2386299" y="3009270"/>
                  </a:lnTo>
                  <a:lnTo>
                    <a:pt x="2386393" y="3009270"/>
                  </a:lnTo>
                  <a:lnTo>
                    <a:pt x="2386487" y="3009270"/>
                  </a:lnTo>
                  <a:lnTo>
                    <a:pt x="2386581" y="3009270"/>
                  </a:lnTo>
                  <a:lnTo>
                    <a:pt x="2386675" y="3009270"/>
                  </a:lnTo>
                  <a:lnTo>
                    <a:pt x="2386769" y="3009270"/>
                  </a:lnTo>
                  <a:lnTo>
                    <a:pt x="2386863" y="3009270"/>
                  </a:lnTo>
                  <a:lnTo>
                    <a:pt x="2386957" y="3009270"/>
                  </a:lnTo>
                  <a:lnTo>
                    <a:pt x="2387051" y="3009270"/>
                  </a:lnTo>
                  <a:lnTo>
                    <a:pt x="2387145" y="3009270"/>
                  </a:lnTo>
                  <a:lnTo>
                    <a:pt x="2387239" y="3009270"/>
                  </a:lnTo>
                  <a:lnTo>
                    <a:pt x="2387333" y="3009270"/>
                  </a:lnTo>
                  <a:lnTo>
                    <a:pt x="2387427" y="3009270"/>
                  </a:lnTo>
                  <a:lnTo>
                    <a:pt x="2387521" y="3009270"/>
                  </a:lnTo>
                  <a:lnTo>
                    <a:pt x="2387615" y="3009270"/>
                  </a:lnTo>
                  <a:lnTo>
                    <a:pt x="2387709" y="3009270"/>
                  </a:lnTo>
                  <a:lnTo>
                    <a:pt x="2387803" y="3009270"/>
                  </a:lnTo>
                  <a:lnTo>
                    <a:pt x="2387897" y="3009270"/>
                  </a:lnTo>
                  <a:lnTo>
                    <a:pt x="2387991" y="3009270"/>
                  </a:lnTo>
                  <a:lnTo>
                    <a:pt x="2388085" y="3009270"/>
                  </a:lnTo>
                  <a:lnTo>
                    <a:pt x="2388179" y="3009270"/>
                  </a:lnTo>
                  <a:lnTo>
                    <a:pt x="2388273" y="3009270"/>
                  </a:lnTo>
                  <a:lnTo>
                    <a:pt x="2388367" y="3009270"/>
                  </a:lnTo>
                  <a:lnTo>
                    <a:pt x="2388461" y="3009270"/>
                  </a:lnTo>
                  <a:lnTo>
                    <a:pt x="2388555" y="3009270"/>
                  </a:lnTo>
                  <a:lnTo>
                    <a:pt x="2388649" y="3009270"/>
                  </a:lnTo>
                  <a:lnTo>
                    <a:pt x="2388743" y="3009270"/>
                  </a:lnTo>
                  <a:lnTo>
                    <a:pt x="2388838" y="3009270"/>
                  </a:lnTo>
                  <a:lnTo>
                    <a:pt x="2388932" y="3009270"/>
                  </a:lnTo>
                  <a:lnTo>
                    <a:pt x="2389026" y="3009270"/>
                  </a:lnTo>
                  <a:lnTo>
                    <a:pt x="2389120" y="3009270"/>
                  </a:lnTo>
                  <a:lnTo>
                    <a:pt x="2389214" y="3009270"/>
                  </a:lnTo>
                  <a:lnTo>
                    <a:pt x="2389308" y="3009270"/>
                  </a:lnTo>
                  <a:lnTo>
                    <a:pt x="2389402" y="3009270"/>
                  </a:lnTo>
                  <a:lnTo>
                    <a:pt x="2389496" y="3009270"/>
                  </a:lnTo>
                  <a:lnTo>
                    <a:pt x="2389590" y="3009270"/>
                  </a:lnTo>
                  <a:lnTo>
                    <a:pt x="2389684" y="3009270"/>
                  </a:lnTo>
                  <a:lnTo>
                    <a:pt x="2389778" y="3009270"/>
                  </a:lnTo>
                  <a:lnTo>
                    <a:pt x="2389872" y="3009270"/>
                  </a:lnTo>
                  <a:lnTo>
                    <a:pt x="2389966" y="3009270"/>
                  </a:lnTo>
                  <a:lnTo>
                    <a:pt x="2390060" y="3009270"/>
                  </a:lnTo>
                  <a:lnTo>
                    <a:pt x="2390154" y="3009270"/>
                  </a:lnTo>
                  <a:lnTo>
                    <a:pt x="2390248" y="3009270"/>
                  </a:lnTo>
                  <a:lnTo>
                    <a:pt x="2390342" y="3009270"/>
                  </a:lnTo>
                  <a:lnTo>
                    <a:pt x="2390436" y="3009270"/>
                  </a:lnTo>
                  <a:lnTo>
                    <a:pt x="2390530" y="3009270"/>
                  </a:lnTo>
                  <a:lnTo>
                    <a:pt x="2390624" y="3009270"/>
                  </a:lnTo>
                  <a:lnTo>
                    <a:pt x="2390718" y="3009270"/>
                  </a:lnTo>
                  <a:lnTo>
                    <a:pt x="2390812" y="3009270"/>
                  </a:lnTo>
                  <a:lnTo>
                    <a:pt x="2390906" y="3009270"/>
                  </a:lnTo>
                  <a:lnTo>
                    <a:pt x="2391000" y="3009270"/>
                  </a:lnTo>
                  <a:lnTo>
                    <a:pt x="2391000" y="3003990"/>
                  </a:lnTo>
                  <a:lnTo>
                    <a:pt x="2391094" y="3003990"/>
                  </a:lnTo>
                  <a:lnTo>
                    <a:pt x="2391188" y="3003990"/>
                  </a:lnTo>
                  <a:lnTo>
                    <a:pt x="2391282" y="3003990"/>
                  </a:lnTo>
                  <a:lnTo>
                    <a:pt x="2391376" y="3003990"/>
                  </a:lnTo>
                  <a:lnTo>
                    <a:pt x="2391470" y="3003990"/>
                  </a:lnTo>
                  <a:lnTo>
                    <a:pt x="2391564" y="3003990"/>
                  </a:lnTo>
                  <a:lnTo>
                    <a:pt x="2391658" y="3003990"/>
                  </a:lnTo>
                  <a:lnTo>
                    <a:pt x="2391752" y="3003990"/>
                  </a:lnTo>
                  <a:lnTo>
                    <a:pt x="2391846" y="3003990"/>
                  </a:lnTo>
                  <a:lnTo>
                    <a:pt x="2391940" y="3003990"/>
                  </a:lnTo>
                  <a:lnTo>
                    <a:pt x="2392034" y="3003990"/>
                  </a:lnTo>
                  <a:lnTo>
                    <a:pt x="2392128" y="3003990"/>
                  </a:lnTo>
                  <a:lnTo>
                    <a:pt x="2392222" y="3003990"/>
                  </a:lnTo>
                  <a:lnTo>
                    <a:pt x="2392317" y="3003990"/>
                  </a:lnTo>
                  <a:lnTo>
                    <a:pt x="2392411" y="3003990"/>
                  </a:lnTo>
                  <a:lnTo>
                    <a:pt x="2392505" y="3003990"/>
                  </a:lnTo>
                  <a:lnTo>
                    <a:pt x="2392599" y="3003990"/>
                  </a:lnTo>
                  <a:lnTo>
                    <a:pt x="2392693" y="3003990"/>
                  </a:lnTo>
                  <a:lnTo>
                    <a:pt x="2392787" y="3003990"/>
                  </a:lnTo>
                  <a:lnTo>
                    <a:pt x="2392881" y="3003990"/>
                  </a:lnTo>
                  <a:lnTo>
                    <a:pt x="2392975" y="3003990"/>
                  </a:lnTo>
                  <a:lnTo>
                    <a:pt x="2393069" y="3003990"/>
                  </a:lnTo>
                  <a:lnTo>
                    <a:pt x="2393163" y="3003990"/>
                  </a:lnTo>
                  <a:lnTo>
                    <a:pt x="2393257" y="3003990"/>
                  </a:lnTo>
                  <a:lnTo>
                    <a:pt x="2393351" y="3003990"/>
                  </a:lnTo>
                  <a:lnTo>
                    <a:pt x="2393445" y="3003990"/>
                  </a:lnTo>
                  <a:lnTo>
                    <a:pt x="2393539" y="3003990"/>
                  </a:lnTo>
                  <a:lnTo>
                    <a:pt x="2393633" y="3003990"/>
                  </a:lnTo>
                  <a:lnTo>
                    <a:pt x="2393727" y="3003990"/>
                  </a:lnTo>
                  <a:lnTo>
                    <a:pt x="2393821" y="3003990"/>
                  </a:lnTo>
                  <a:lnTo>
                    <a:pt x="2393915" y="3003990"/>
                  </a:lnTo>
                  <a:lnTo>
                    <a:pt x="2394009" y="3003990"/>
                  </a:lnTo>
                  <a:lnTo>
                    <a:pt x="2394103" y="3003990"/>
                  </a:lnTo>
                  <a:lnTo>
                    <a:pt x="2394197" y="3003990"/>
                  </a:lnTo>
                  <a:lnTo>
                    <a:pt x="2394291" y="3003990"/>
                  </a:lnTo>
                  <a:lnTo>
                    <a:pt x="2394385" y="3003990"/>
                  </a:lnTo>
                  <a:lnTo>
                    <a:pt x="2394479" y="3003990"/>
                  </a:lnTo>
                  <a:lnTo>
                    <a:pt x="2394573" y="3003990"/>
                  </a:lnTo>
                  <a:lnTo>
                    <a:pt x="2394667" y="3003990"/>
                  </a:lnTo>
                  <a:lnTo>
                    <a:pt x="2394761" y="3003990"/>
                  </a:lnTo>
                  <a:lnTo>
                    <a:pt x="2394761" y="2998711"/>
                  </a:lnTo>
                  <a:lnTo>
                    <a:pt x="2394855" y="2998711"/>
                  </a:lnTo>
                  <a:lnTo>
                    <a:pt x="2394949" y="2998711"/>
                  </a:lnTo>
                  <a:lnTo>
                    <a:pt x="2395043" y="2998711"/>
                  </a:lnTo>
                  <a:lnTo>
                    <a:pt x="2395137" y="2998711"/>
                  </a:lnTo>
                  <a:lnTo>
                    <a:pt x="2395231" y="2998711"/>
                  </a:lnTo>
                  <a:lnTo>
                    <a:pt x="2395325" y="2998711"/>
                  </a:lnTo>
                  <a:lnTo>
                    <a:pt x="2395419" y="2998711"/>
                  </a:lnTo>
                  <a:lnTo>
                    <a:pt x="2395513" y="2998711"/>
                  </a:lnTo>
                  <a:lnTo>
                    <a:pt x="2395607" y="2998711"/>
                  </a:lnTo>
                  <a:lnTo>
                    <a:pt x="2395701" y="2998711"/>
                  </a:lnTo>
                  <a:lnTo>
                    <a:pt x="2395795" y="2998711"/>
                  </a:lnTo>
                  <a:lnTo>
                    <a:pt x="2395890" y="2998711"/>
                  </a:lnTo>
                  <a:lnTo>
                    <a:pt x="2395984" y="2998711"/>
                  </a:lnTo>
                  <a:lnTo>
                    <a:pt x="2396078" y="2998711"/>
                  </a:lnTo>
                  <a:lnTo>
                    <a:pt x="2396172" y="2998711"/>
                  </a:lnTo>
                  <a:lnTo>
                    <a:pt x="2396266" y="2998711"/>
                  </a:lnTo>
                  <a:lnTo>
                    <a:pt x="2396360" y="2998711"/>
                  </a:lnTo>
                  <a:lnTo>
                    <a:pt x="2396454" y="2998711"/>
                  </a:lnTo>
                  <a:lnTo>
                    <a:pt x="2396548" y="2998711"/>
                  </a:lnTo>
                  <a:lnTo>
                    <a:pt x="2396642" y="2998711"/>
                  </a:lnTo>
                  <a:lnTo>
                    <a:pt x="2396736" y="2998711"/>
                  </a:lnTo>
                  <a:lnTo>
                    <a:pt x="2396830" y="2998711"/>
                  </a:lnTo>
                  <a:lnTo>
                    <a:pt x="2396924" y="2998711"/>
                  </a:lnTo>
                  <a:lnTo>
                    <a:pt x="2397018" y="2998711"/>
                  </a:lnTo>
                  <a:lnTo>
                    <a:pt x="2397112" y="2998711"/>
                  </a:lnTo>
                  <a:lnTo>
                    <a:pt x="2397206" y="2998711"/>
                  </a:lnTo>
                  <a:lnTo>
                    <a:pt x="2397300" y="2998711"/>
                  </a:lnTo>
                  <a:lnTo>
                    <a:pt x="2397394" y="2998711"/>
                  </a:lnTo>
                  <a:lnTo>
                    <a:pt x="2397488" y="2998711"/>
                  </a:lnTo>
                  <a:lnTo>
                    <a:pt x="2397582" y="2998711"/>
                  </a:lnTo>
                  <a:lnTo>
                    <a:pt x="2397676" y="2998711"/>
                  </a:lnTo>
                  <a:lnTo>
                    <a:pt x="2397770" y="2998711"/>
                  </a:lnTo>
                  <a:lnTo>
                    <a:pt x="2397864" y="2998711"/>
                  </a:lnTo>
                  <a:lnTo>
                    <a:pt x="2397958" y="2998711"/>
                  </a:lnTo>
                  <a:lnTo>
                    <a:pt x="2398052" y="2998711"/>
                  </a:lnTo>
                  <a:lnTo>
                    <a:pt x="2398146" y="2998711"/>
                  </a:lnTo>
                  <a:lnTo>
                    <a:pt x="2398240" y="2998711"/>
                  </a:lnTo>
                  <a:lnTo>
                    <a:pt x="2398334" y="2998711"/>
                  </a:lnTo>
                  <a:lnTo>
                    <a:pt x="2398428" y="2998711"/>
                  </a:lnTo>
                  <a:lnTo>
                    <a:pt x="2398522" y="2998711"/>
                  </a:lnTo>
                  <a:lnTo>
                    <a:pt x="2398616" y="2998711"/>
                  </a:lnTo>
                  <a:lnTo>
                    <a:pt x="2398710" y="2998711"/>
                  </a:lnTo>
                  <a:lnTo>
                    <a:pt x="2398710" y="2993431"/>
                  </a:lnTo>
                  <a:lnTo>
                    <a:pt x="2398804" y="2993431"/>
                  </a:lnTo>
                  <a:lnTo>
                    <a:pt x="2398898" y="2993431"/>
                  </a:lnTo>
                  <a:lnTo>
                    <a:pt x="2398992" y="2993431"/>
                  </a:lnTo>
                  <a:lnTo>
                    <a:pt x="2399086" y="2993431"/>
                  </a:lnTo>
                  <a:lnTo>
                    <a:pt x="2399180" y="2993431"/>
                  </a:lnTo>
                  <a:lnTo>
                    <a:pt x="2399274" y="2993431"/>
                  </a:lnTo>
                  <a:lnTo>
                    <a:pt x="2399368" y="2993431"/>
                  </a:lnTo>
                  <a:lnTo>
                    <a:pt x="2399463" y="2993431"/>
                  </a:lnTo>
                  <a:lnTo>
                    <a:pt x="2399557" y="2993431"/>
                  </a:lnTo>
                  <a:lnTo>
                    <a:pt x="2399651" y="2993431"/>
                  </a:lnTo>
                  <a:lnTo>
                    <a:pt x="2399745" y="2993431"/>
                  </a:lnTo>
                  <a:lnTo>
                    <a:pt x="2399839" y="2993431"/>
                  </a:lnTo>
                  <a:lnTo>
                    <a:pt x="2399933" y="2993431"/>
                  </a:lnTo>
                  <a:lnTo>
                    <a:pt x="2400027" y="2993431"/>
                  </a:lnTo>
                  <a:lnTo>
                    <a:pt x="2400121" y="2993431"/>
                  </a:lnTo>
                  <a:lnTo>
                    <a:pt x="2400215" y="2993431"/>
                  </a:lnTo>
                  <a:lnTo>
                    <a:pt x="2400309" y="2993431"/>
                  </a:lnTo>
                  <a:lnTo>
                    <a:pt x="2400403" y="2993431"/>
                  </a:lnTo>
                  <a:lnTo>
                    <a:pt x="2400497" y="2993431"/>
                  </a:lnTo>
                  <a:lnTo>
                    <a:pt x="2400591" y="2993431"/>
                  </a:lnTo>
                  <a:lnTo>
                    <a:pt x="2400685" y="2993431"/>
                  </a:lnTo>
                  <a:lnTo>
                    <a:pt x="2400779" y="2993431"/>
                  </a:lnTo>
                  <a:lnTo>
                    <a:pt x="2400873" y="2993431"/>
                  </a:lnTo>
                  <a:lnTo>
                    <a:pt x="2400967" y="2993431"/>
                  </a:lnTo>
                  <a:lnTo>
                    <a:pt x="2401061" y="2993431"/>
                  </a:lnTo>
                  <a:lnTo>
                    <a:pt x="2401061" y="2988152"/>
                  </a:lnTo>
                  <a:lnTo>
                    <a:pt x="2401155" y="2988152"/>
                  </a:lnTo>
                  <a:lnTo>
                    <a:pt x="2401249" y="2988152"/>
                  </a:lnTo>
                  <a:lnTo>
                    <a:pt x="2401343" y="2988152"/>
                  </a:lnTo>
                  <a:lnTo>
                    <a:pt x="2401437" y="2988152"/>
                  </a:lnTo>
                  <a:lnTo>
                    <a:pt x="2401531" y="2988152"/>
                  </a:lnTo>
                  <a:lnTo>
                    <a:pt x="2401625" y="2988152"/>
                  </a:lnTo>
                  <a:lnTo>
                    <a:pt x="2401719" y="2988152"/>
                  </a:lnTo>
                  <a:lnTo>
                    <a:pt x="2401813" y="2988152"/>
                  </a:lnTo>
                  <a:lnTo>
                    <a:pt x="2401907" y="2988152"/>
                  </a:lnTo>
                  <a:lnTo>
                    <a:pt x="2402001" y="2988152"/>
                  </a:lnTo>
                  <a:lnTo>
                    <a:pt x="2402095" y="2988152"/>
                  </a:lnTo>
                  <a:lnTo>
                    <a:pt x="2402189" y="2988152"/>
                  </a:lnTo>
                  <a:lnTo>
                    <a:pt x="2402283" y="2988152"/>
                  </a:lnTo>
                  <a:lnTo>
                    <a:pt x="2402377" y="2988152"/>
                  </a:lnTo>
                  <a:lnTo>
                    <a:pt x="2402471" y="2988152"/>
                  </a:lnTo>
                  <a:lnTo>
                    <a:pt x="2402565" y="2988152"/>
                  </a:lnTo>
                  <a:lnTo>
                    <a:pt x="2402659" y="2988152"/>
                  </a:lnTo>
                  <a:lnTo>
                    <a:pt x="2402753" y="2988152"/>
                  </a:lnTo>
                  <a:lnTo>
                    <a:pt x="2402847" y="2988152"/>
                  </a:lnTo>
                  <a:lnTo>
                    <a:pt x="2402941" y="2988152"/>
                  </a:lnTo>
                  <a:lnTo>
                    <a:pt x="2403036" y="2988152"/>
                  </a:lnTo>
                  <a:lnTo>
                    <a:pt x="2403130" y="2988152"/>
                  </a:lnTo>
                  <a:lnTo>
                    <a:pt x="2403224" y="2988152"/>
                  </a:lnTo>
                  <a:lnTo>
                    <a:pt x="2403318" y="2988152"/>
                  </a:lnTo>
                  <a:lnTo>
                    <a:pt x="2403412" y="2988152"/>
                  </a:lnTo>
                  <a:lnTo>
                    <a:pt x="2403506" y="2988152"/>
                  </a:lnTo>
                  <a:lnTo>
                    <a:pt x="2403600" y="2988152"/>
                  </a:lnTo>
                  <a:lnTo>
                    <a:pt x="2403694" y="2988152"/>
                  </a:lnTo>
                  <a:lnTo>
                    <a:pt x="2403788" y="2988152"/>
                  </a:lnTo>
                  <a:lnTo>
                    <a:pt x="2403882" y="2988152"/>
                  </a:lnTo>
                  <a:lnTo>
                    <a:pt x="2403976" y="2988152"/>
                  </a:lnTo>
                  <a:lnTo>
                    <a:pt x="2404070" y="2988152"/>
                  </a:lnTo>
                  <a:lnTo>
                    <a:pt x="2404164" y="2988152"/>
                  </a:lnTo>
                  <a:lnTo>
                    <a:pt x="2404258" y="2988152"/>
                  </a:lnTo>
                  <a:lnTo>
                    <a:pt x="2404352" y="2988152"/>
                  </a:lnTo>
                  <a:lnTo>
                    <a:pt x="2404446" y="2988152"/>
                  </a:lnTo>
                  <a:lnTo>
                    <a:pt x="2404540" y="2988152"/>
                  </a:lnTo>
                  <a:lnTo>
                    <a:pt x="2404634" y="2988152"/>
                  </a:lnTo>
                  <a:lnTo>
                    <a:pt x="2404728" y="2988152"/>
                  </a:lnTo>
                  <a:lnTo>
                    <a:pt x="2404822" y="2988152"/>
                  </a:lnTo>
                  <a:lnTo>
                    <a:pt x="2404916" y="2988152"/>
                  </a:lnTo>
                  <a:lnTo>
                    <a:pt x="2405010" y="2988152"/>
                  </a:lnTo>
                  <a:lnTo>
                    <a:pt x="2405104" y="2988152"/>
                  </a:lnTo>
                  <a:lnTo>
                    <a:pt x="2405198" y="2988152"/>
                  </a:lnTo>
                  <a:lnTo>
                    <a:pt x="2405292" y="2988152"/>
                  </a:lnTo>
                  <a:lnTo>
                    <a:pt x="2405386" y="2988152"/>
                  </a:lnTo>
                  <a:lnTo>
                    <a:pt x="2405480" y="2988152"/>
                  </a:lnTo>
                  <a:lnTo>
                    <a:pt x="2405574" y="2988152"/>
                  </a:lnTo>
                  <a:lnTo>
                    <a:pt x="2405668" y="2988152"/>
                  </a:lnTo>
                  <a:lnTo>
                    <a:pt x="2405762" y="2988152"/>
                  </a:lnTo>
                  <a:lnTo>
                    <a:pt x="2405856" y="2988152"/>
                  </a:lnTo>
                  <a:lnTo>
                    <a:pt x="2405950" y="2988152"/>
                  </a:lnTo>
                  <a:lnTo>
                    <a:pt x="2406044" y="2988152"/>
                  </a:lnTo>
                  <a:lnTo>
                    <a:pt x="2406138" y="2988152"/>
                  </a:lnTo>
                  <a:lnTo>
                    <a:pt x="2406232" y="2988152"/>
                  </a:lnTo>
                  <a:lnTo>
                    <a:pt x="2406326" y="2988152"/>
                  </a:lnTo>
                  <a:lnTo>
                    <a:pt x="2406420" y="2988152"/>
                  </a:lnTo>
                  <a:lnTo>
                    <a:pt x="2406515" y="2988152"/>
                  </a:lnTo>
                  <a:lnTo>
                    <a:pt x="2406609" y="2988152"/>
                  </a:lnTo>
                  <a:lnTo>
                    <a:pt x="2406703" y="2988152"/>
                  </a:lnTo>
                  <a:lnTo>
                    <a:pt x="2406797" y="2988152"/>
                  </a:lnTo>
                  <a:lnTo>
                    <a:pt x="2406891" y="2988152"/>
                  </a:lnTo>
                  <a:lnTo>
                    <a:pt x="2406985" y="2988152"/>
                  </a:lnTo>
                  <a:lnTo>
                    <a:pt x="2407079" y="2988152"/>
                  </a:lnTo>
                  <a:lnTo>
                    <a:pt x="2407173" y="2988152"/>
                  </a:lnTo>
                  <a:lnTo>
                    <a:pt x="2407267" y="2988152"/>
                  </a:lnTo>
                  <a:lnTo>
                    <a:pt x="2407361" y="2988152"/>
                  </a:lnTo>
                  <a:lnTo>
                    <a:pt x="2407455" y="2988152"/>
                  </a:lnTo>
                  <a:lnTo>
                    <a:pt x="2407549" y="2988152"/>
                  </a:lnTo>
                  <a:lnTo>
                    <a:pt x="2407643" y="2988152"/>
                  </a:lnTo>
                  <a:lnTo>
                    <a:pt x="2407737" y="2988152"/>
                  </a:lnTo>
                  <a:lnTo>
                    <a:pt x="2407831" y="2988152"/>
                  </a:lnTo>
                  <a:lnTo>
                    <a:pt x="2407925" y="2988152"/>
                  </a:lnTo>
                  <a:lnTo>
                    <a:pt x="2408019" y="2988152"/>
                  </a:lnTo>
                  <a:lnTo>
                    <a:pt x="2408113" y="2988152"/>
                  </a:lnTo>
                  <a:lnTo>
                    <a:pt x="2408207" y="2988152"/>
                  </a:lnTo>
                  <a:lnTo>
                    <a:pt x="2408301" y="2988152"/>
                  </a:lnTo>
                  <a:lnTo>
                    <a:pt x="2408395" y="2988152"/>
                  </a:lnTo>
                  <a:lnTo>
                    <a:pt x="2408489" y="2988152"/>
                  </a:lnTo>
                  <a:lnTo>
                    <a:pt x="2408583" y="2988152"/>
                  </a:lnTo>
                  <a:lnTo>
                    <a:pt x="2408677" y="2988152"/>
                  </a:lnTo>
                  <a:lnTo>
                    <a:pt x="2408771" y="2988152"/>
                  </a:lnTo>
                  <a:lnTo>
                    <a:pt x="2408865" y="2988152"/>
                  </a:lnTo>
                  <a:lnTo>
                    <a:pt x="2408959" y="2988152"/>
                  </a:lnTo>
                  <a:lnTo>
                    <a:pt x="2409053" y="2988152"/>
                  </a:lnTo>
                  <a:lnTo>
                    <a:pt x="2409147" y="2988152"/>
                  </a:lnTo>
                  <a:lnTo>
                    <a:pt x="2409241" y="2988152"/>
                  </a:lnTo>
                  <a:lnTo>
                    <a:pt x="2409335" y="2988152"/>
                  </a:lnTo>
                  <a:lnTo>
                    <a:pt x="2409429" y="2988152"/>
                  </a:lnTo>
                  <a:lnTo>
                    <a:pt x="2409523" y="2988152"/>
                  </a:lnTo>
                  <a:lnTo>
                    <a:pt x="2409617" y="2988152"/>
                  </a:lnTo>
                  <a:lnTo>
                    <a:pt x="2409711" y="2988152"/>
                  </a:lnTo>
                  <a:lnTo>
                    <a:pt x="2409805" y="2988152"/>
                  </a:lnTo>
                  <a:lnTo>
                    <a:pt x="2409899" y="2988152"/>
                  </a:lnTo>
                  <a:lnTo>
                    <a:pt x="2409993" y="2988152"/>
                  </a:lnTo>
                  <a:lnTo>
                    <a:pt x="2410088" y="2988152"/>
                  </a:lnTo>
                  <a:lnTo>
                    <a:pt x="2410182" y="2988152"/>
                  </a:lnTo>
                  <a:lnTo>
                    <a:pt x="2410276" y="2988152"/>
                  </a:lnTo>
                  <a:lnTo>
                    <a:pt x="2410370" y="2988152"/>
                  </a:lnTo>
                  <a:lnTo>
                    <a:pt x="2410370" y="2982873"/>
                  </a:lnTo>
                  <a:lnTo>
                    <a:pt x="2410464" y="2982873"/>
                  </a:lnTo>
                  <a:lnTo>
                    <a:pt x="2410558" y="2982873"/>
                  </a:lnTo>
                  <a:lnTo>
                    <a:pt x="2410652" y="2982873"/>
                  </a:lnTo>
                  <a:lnTo>
                    <a:pt x="2410746" y="2982873"/>
                  </a:lnTo>
                  <a:lnTo>
                    <a:pt x="2410840" y="2982873"/>
                  </a:lnTo>
                  <a:lnTo>
                    <a:pt x="2410934" y="2982873"/>
                  </a:lnTo>
                  <a:lnTo>
                    <a:pt x="2411028" y="2982873"/>
                  </a:lnTo>
                  <a:lnTo>
                    <a:pt x="2411122" y="2982873"/>
                  </a:lnTo>
                  <a:lnTo>
                    <a:pt x="2411216" y="2982873"/>
                  </a:lnTo>
                  <a:lnTo>
                    <a:pt x="2411310" y="2982873"/>
                  </a:lnTo>
                  <a:lnTo>
                    <a:pt x="2411404" y="2982873"/>
                  </a:lnTo>
                  <a:lnTo>
                    <a:pt x="2411498" y="2982873"/>
                  </a:lnTo>
                  <a:lnTo>
                    <a:pt x="2411592" y="2982873"/>
                  </a:lnTo>
                  <a:lnTo>
                    <a:pt x="2411686" y="2982873"/>
                  </a:lnTo>
                  <a:lnTo>
                    <a:pt x="2411780" y="2982873"/>
                  </a:lnTo>
                  <a:lnTo>
                    <a:pt x="2411874" y="2982873"/>
                  </a:lnTo>
                  <a:lnTo>
                    <a:pt x="2411968" y="2982873"/>
                  </a:lnTo>
                  <a:lnTo>
                    <a:pt x="2412062" y="2982873"/>
                  </a:lnTo>
                  <a:lnTo>
                    <a:pt x="2412156" y="2982873"/>
                  </a:lnTo>
                  <a:lnTo>
                    <a:pt x="2412250" y="2982873"/>
                  </a:lnTo>
                  <a:lnTo>
                    <a:pt x="2412344" y="2982873"/>
                  </a:lnTo>
                  <a:lnTo>
                    <a:pt x="2412438" y="2982873"/>
                  </a:lnTo>
                  <a:lnTo>
                    <a:pt x="2412532" y="2982873"/>
                  </a:lnTo>
                  <a:lnTo>
                    <a:pt x="2412626" y="2982873"/>
                  </a:lnTo>
                  <a:lnTo>
                    <a:pt x="2412720" y="2982873"/>
                  </a:lnTo>
                  <a:lnTo>
                    <a:pt x="2412814" y="2982873"/>
                  </a:lnTo>
                  <a:lnTo>
                    <a:pt x="2412908" y="2982873"/>
                  </a:lnTo>
                  <a:lnTo>
                    <a:pt x="2413002" y="2982873"/>
                  </a:lnTo>
                  <a:lnTo>
                    <a:pt x="2413096" y="2982873"/>
                  </a:lnTo>
                  <a:lnTo>
                    <a:pt x="2413190" y="2982873"/>
                  </a:lnTo>
                  <a:lnTo>
                    <a:pt x="2413190" y="2977593"/>
                  </a:lnTo>
                  <a:lnTo>
                    <a:pt x="2413284" y="2977593"/>
                  </a:lnTo>
                  <a:lnTo>
                    <a:pt x="2413378" y="2977593"/>
                  </a:lnTo>
                  <a:lnTo>
                    <a:pt x="2413472" y="2977593"/>
                  </a:lnTo>
                  <a:lnTo>
                    <a:pt x="2413566" y="2977593"/>
                  </a:lnTo>
                  <a:lnTo>
                    <a:pt x="2413566" y="2972314"/>
                  </a:lnTo>
                  <a:lnTo>
                    <a:pt x="2413661" y="2972314"/>
                  </a:lnTo>
                  <a:lnTo>
                    <a:pt x="2413755" y="2972314"/>
                  </a:lnTo>
                  <a:lnTo>
                    <a:pt x="2413849" y="2972314"/>
                  </a:lnTo>
                  <a:lnTo>
                    <a:pt x="2413943" y="2972314"/>
                  </a:lnTo>
                  <a:lnTo>
                    <a:pt x="2414037" y="2972314"/>
                  </a:lnTo>
                  <a:lnTo>
                    <a:pt x="2414131" y="2972314"/>
                  </a:lnTo>
                  <a:lnTo>
                    <a:pt x="2414225" y="2972314"/>
                  </a:lnTo>
                  <a:lnTo>
                    <a:pt x="2414319" y="2972314"/>
                  </a:lnTo>
                  <a:lnTo>
                    <a:pt x="2414413" y="2972314"/>
                  </a:lnTo>
                  <a:lnTo>
                    <a:pt x="2414413" y="2967034"/>
                  </a:lnTo>
                  <a:lnTo>
                    <a:pt x="2414507" y="2967034"/>
                  </a:lnTo>
                  <a:lnTo>
                    <a:pt x="2414601" y="2967034"/>
                  </a:lnTo>
                  <a:lnTo>
                    <a:pt x="2414695" y="2967034"/>
                  </a:lnTo>
                  <a:lnTo>
                    <a:pt x="2414789" y="2967034"/>
                  </a:lnTo>
                  <a:lnTo>
                    <a:pt x="2414883" y="2967034"/>
                  </a:lnTo>
                  <a:lnTo>
                    <a:pt x="2414977" y="2967034"/>
                  </a:lnTo>
                  <a:lnTo>
                    <a:pt x="2415071" y="2967034"/>
                  </a:lnTo>
                  <a:lnTo>
                    <a:pt x="2415165" y="2967034"/>
                  </a:lnTo>
                  <a:lnTo>
                    <a:pt x="2415259" y="2967034"/>
                  </a:lnTo>
                  <a:lnTo>
                    <a:pt x="2415259" y="2961755"/>
                  </a:lnTo>
                  <a:lnTo>
                    <a:pt x="2415353" y="2961755"/>
                  </a:lnTo>
                  <a:lnTo>
                    <a:pt x="2415447" y="2961755"/>
                  </a:lnTo>
                  <a:lnTo>
                    <a:pt x="2415541" y="2961755"/>
                  </a:lnTo>
                  <a:lnTo>
                    <a:pt x="2415635" y="2961755"/>
                  </a:lnTo>
                  <a:lnTo>
                    <a:pt x="2415729" y="2961755"/>
                  </a:lnTo>
                  <a:lnTo>
                    <a:pt x="2415823" y="2961755"/>
                  </a:lnTo>
                  <a:lnTo>
                    <a:pt x="2415917" y="2961755"/>
                  </a:lnTo>
                  <a:lnTo>
                    <a:pt x="2416011" y="2961755"/>
                  </a:lnTo>
                  <a:lnTo>
                    <a:pt x="2416105" y="2961755"/>
                  </a:lnTo>
                  <a:lnTo>
                    <a:pt x="2416199" y="2961755"/>
                  </a:lnTo>
                  <a:lnTo>
                    <a:pt x="2416293" y="2961755"/>
                  </a:lnTo>
                  <a:lnTo>
                    <a:pt x="2416387" y="2961755"/>
                  </a:lnTo>
                  <a:lnTo>
                    <a:pt x="2416481" y="2961755"/>
                  </a:lnTo>
                  <a:lnTo>
                    <a:pt x="2416575" y="2961755"/>
                  </a:lnTo>
                  <a:lnTo>
                    <a:pt x="2416669" y="2961755"/>
                  </a:lnTo>
                  <a:lnTo>
                    <a:pt x="2416763" y="2961755"/>
                  </a:lnTo>
                  <a:lnTo>
                    <a:pt x="2416857" y="2961755"/>
                  </a:lnTo>
                  <a:lnTo>
                    <a:pt x="2416951" y="2961755"/>
                  </a:lnTo>
                  <a:lnTo>
                    <a:pt x="2417045" y="2961755"/>
                  </a:lnTo>
                  <a:lnTo>
                    <a:pt x="2417140" y="2961755"/>
                  </a:lnTo>
                  <a:lnTo>
                    <a:pt x="2417234" y="2961755"/>
                  </a:lnTo>
                  <a:lnTo>
                    <a:pt x="2417328" y="2961755"/>
                  </a:lnTo>
                  <a:lnTo>
                    <a:pt x="2417422" y="2961755"/>
                  </a:lnTo>
                  <a:lnTo>
                    <a:pt x="2417516" y="2961755"/>
                  </a:lnTo>
                  <a:lnTo>
                    <a:pt x="2417610" y="2961755"/>
                  </a:lnTo>
                  <a:lnTo>
                    <a:pt x="2417704" y="2961755"/>
                  </a:lnTo>
                  <a:lnTo>
                    <a:pt x="2417798" y="2961755"/>
                  </a:lnTo>
                  <a:lnTo>
                    <a:pt x="2417892" y="2961755"/>
                  </a:lnTo>
                  <a:lnTo>
                    <a:pt x="2417986" y="2961755"/>
                  </a:lnTo>
                  <a:lnTo>
                    <a:pt x="2418080" y="2961755"/>
                  </a:lnTo>
                  <a:lnTo>
                    <a:pt x="2418174" y="2961755"/>
                  </a:lnTo>
                  <a:lnTo>
                    <a:pt x="2418268" y="2961755"/>
                  </a:lnTo>
                  <a:lnTo>
                    <a:pt x="2418362" y="2961755"/>
                  </a:lnTo>
                  <a:lnTo>
                    <a:pt x="2418456" y="2961755"/>
                  </a:lnTo>
                  <a:lnTo>
                    <a:pt x="2418550" y="2961755"/>
                  </a:lnTo>
                  <a:lnTo>
                    <a:pt x="2418644" y="2961755"/>
                  </a:lnTo>
                  <a:lnTo>
                    <a:pt x="2418738" y="2961755"/>
                  </a:lnTo>
                  <a:lnTo>
                    <a:pt x="2418832" y="2961755"/>
                  </a:lnTo>
                  <a:lnTo>
                    <a:pt x="2418926" y="2961755"/>
                  </a:lnTo>
                  <a:lnTo>
                    <a:pt x="2418926" y="2956475"/>
                  </a:lnTo>
                  <a:lnTo>
                    <a:pt x="2419020" y="2956475"/>
                  </a:lnTo>
                  <a:lnTo>
                    <a:pt x="2419114" y="2956475"/>
                  </a:lnTo>
                  <a:lnTo>
                    <a:pt x="2419208" y="2956475"/>
                  </a:lnTo>
                  <a:lnTo>
                    <a:pt x="2419302" y="2956475"/>
                  </a:lnTo>
                  <a:lnTo>
                    <a:pt x="2419396" y="2956475"/>
                  </a:lnTo>
                  <a:lnTo>
                    <a:pt x="2419490" y="2956475"/>
                  </a:lnTo>
                  <a:lnTo>
                    <a:pt x="2419584" y="2956475"/>
                  </a:lnTo>
                  <a:lnTo>
                    <a:pt x="2419678" y="2956475"/>
                  </a:lnTo>
                  <a:lnTo>
                    <a:pt x="2419772" y="2956475"/>
                  </a:lnTo>
                  <a:lnTo>
                    <a:pt x="2419866" y="2956475"/>
                  </a:lnTo>
                  <a:lnTo>
                    <a:pt x="2419960" y="2956475"/>
                  </a:lnTo>
                  <a:lnTo>
                    <a:pt x="2420054" y="2956475"/>
                  </a:lnTo>
                  <a:lnTo>
                    <a:pt x="2420148" y="2956475"/>
                  </a:lnTo>
                  <a:lnTo>
                    <a:pt x="2420242" y="2956475"/>
                  </a:lnTo>
                  <a:lnTo>
                    <a:pt x="2420336" y="2956475"/>
                  </a:lnTo>
                  <a:lnTo>
                    <a:pt x="2420430" y="2956475"/>
                  </a:lnTo>
                  <a:lnTo>
                    <a:pt x="2420524" y="2956475"/>
                  </a:lnTo>
                  <a:lnTo>
                    <a:pt x="2420618" y="2956475"/>
                  </a:lnTo>
                  <a:lnTo>
                    <a:pt x="2420713" y="2956475"/>
                  </a:lnTo>
                  <a:lnTo>
                    <a:pt x="2420807" y="2956475"/>
                  </a:lnTo>
                  <a:lnTo>
                    <a:pt x="2420901" y="2956475"/>
                  </a:lnTo>
                  <a:lnTo>
                    <a:pt x="2420995" y="2956475"/>
                  </a:lnTo>
                  <a:lnTo>
                    <a:pt x="2421089" y="2956475"/>
                  </a:lnTo>
                  <a:lnTo>
                    <a:pt x="2421183" y="2956475"/>
                  </a:lnTo>
                  <a:lnTo>
                    <a:pt x="2421277" y="2956475"/>
                  </a:lnTo>
                  <a:lnTo>
                    <a:pt x="2421371" y="2956475"/>
                  </a:lnTo>
                  <a:lnTo>
                    <a:pt x="2421465" y="2956475"/>
                  </a:lnTo>
                  <a:lnTo>
                    <a:pt x="2421559" y="2956475"/>
                  </a:lnTo>
                  <a:lnTo>
                    <a:pt x="2421653" y="2956475"/>
                  </a:lnTo>
                  <a:lnTo>
                    <a:pt x="2421747" y="2956475"/>
                  </a:lnTo>
                  <a:lnTo>
                    <a:pt x="2421747" y="2951196"/>
                  </a:lnTo>
                  <a:lnTo>
                    <a:pt x="2421841" y="2951196"/>
                  </a:lnTo>
                  <a:lnTo>
                    <a:pt x="2421935" y="2951196"/>
                  </a:lnTo>
                  <a:lnTo>
                    <a:pt x="2422029" y="2951196"/>
                  </a:lnTo>
                  <a:lnTo>
                    <a:pt x="2422123" y="2951196"/>
                  </a:lnTo>
                  <a:lnTo>
                    <a:pt x="2422217" y="2951196"/>
                  </a:lnTo>
                  <a:lnTo>
                    <a:pt x="2422311" y="2951196"/>
                  </a:lnTo>
                  <a:lnTo>
                    <a:pt x="2422405" y="2951196"/>
                  </a:lnTo>
                  <a:lnTo>
                    <a:pt x="2422499" y="2951196"/>
                  </a:lnTo>
                  <a:lnTo>
                    <a:pt x="2422593" y="2951196"/>
                  </a:lnTo>
                  <a:lnTo>
                    <a:pt x="2422687" y="2951196"/>
                  </a:lnTo>
                  <a:lnTo>
                    <a:pt x="2422781" y="2951196"/>
                  </a:lnTo>
                  <a:lnTo>
                    <a:pt x="2422875" y="2951196"/>
                  </a:lnTo>
                  <a:lnTo>
                    <a:pt x="2422969" y="2951196"/>
                  </a:lnTo>
                  <a:lnTo>
                    <a:pt x="2423063" y="2951196"/>
                  </a:lnTo>
                  <a:lnTo>
                    <a:pt x="2423157" y="2951196"/>
                  </a:lnTo>
                  <a:lnTo>
                    <a:pt x="2423157" y="2945917"/>
                  </a:lnTo>
                  <a:lnTo>
                    <a:pt x="2423251" y="2945917"/>
                  </a:lnTo>
                  <a:lnTo>
                    <a:pt x="2423345" y="2945917"/>
                  </a:lnTo>
                  <a:lnTo>
                    <a:pt x="2423439" y="2945917"/>
                  </a:lnTo>
                  <a:lnTo>
                    <a:pt x="2423533" y="2945917"/>
                  </a:lnTo>
                  <a:lnTo>
                    <a:pt x="2423627" y="2945917"/>
                  </a:lnTo>
                  <a:lnTo>
                    <a:pt x="2423721" y="2945917"/>
                  </a:lnTo>
                  <a:lnTo>
                    <a:pt x="2423815" y="2945917"/>
                  </a:lnTo>
                  <a:lnTo>
                    <a:pt x="2423909" y="2945917"/>
                  </a:lnTo>
                  <a:lnTo>
                    <a:pt x="2424003" y="2945917"/>
                  </a:lnTo>
                  <a:lnTo>
                    <a:pt x="2424097" y="2945917"/>
                  </a:lnTo>
                  <a:lnTo>
                    <a:pt x="2424191" y="2945917"/>
                  </a:lnTo>
                  <a:lnTo>
                    <a:pt x="2424286" y="2945917"/>
                  </a:lnTo>
                  <a:lnTo>
                    <a:pt x="2424286" y="2940637"/>
                  </a:lnTo>
                  <a:lnTo>
                    <a:pt x="2424380" y="2940637"/>
                  </a:lnTo>
                  <a:lnTo>
                    <a:pt x="2424474" y="2940637"/>
                  </a:lnTo>
                  <a:lnTo>
                    <a:pt x="2424568" y="2940637"/>
                  </a:lnTo>
                  <a:lnTo>
                    <a:pt x="2424662" y="2940637"/>
                  </a:lnTo>
                  <a:lnTo>
                    <a:pt x="2424756" y="2940637"/>
                  </a:lnTo>
                  <a:lnTo>
                    <a:pt x="2424850" y="2940637"/>
                  </a:lnTo>
                  <a:lnTo>
                    <a:pt x="2424944" y="2940637"/>
                  </a:lnTo>
                  <a:lnTo>
                    <a:pt x="2425038" y="2940637"/>
                  </a:lnTo>
                  <a:lnTo>
                    <a:pt x="2425132" y="2940637"/>
                  </a:lnTo>
                  <a:lnTo>
                    <a:pt x="2425226" y="2940637"/>
                  </a:lnTo>
                  <a:lnTo>
                    <a:pt x="2425320" y="2940637"/>
                  </a:lnTo>
                  <a:lnTo>
                    <a:pt x="2425414" y="2940637"/>
                  </a:lnTo>
                  <a:lnTo>
                    <a:pt x="2425508" y="2940637"/>
                  </a:lnTo>
                  <a:lnTo>
                    <a:pt x="2425602" y="2940637"/>
                  </a:lnTo>
                  <a:lnTo>
                    <a:pt x="2425696" y="2940637"/>
                  </a:lnTo>
                  <a:lnTo>
                    <a:pt x="2425790" y="2940637"/>
                  </a:lnTo>
                  <a:lnTo>
                    <a:pt x="2425884" y="2940637"/>
                  </a:lnTo>
                  <a:lnTo>
                    <a:pt x="2425978" y="2940637"/>
                  </a:lnTo>
                  <a:lnTo>
                    <a:pt x="2426072" y="2940637"/>
                  </a:lnTo>
                  <a:lnTo>
                    <a:pt x="2426166" y="2940637"/>
                  </a:lnTo>
                  <a:lnTo>
                    <a:pt x="2426260" y="2940637"/>
                  </a:lnTo>
                  <a:lnTo>
                    <a:pt x="2426354" y="2940637"/>
                  </a:lnTo>
                  <a:lnTo>
                    <a:pt x="2426448" y="2940637"/>
                  </a:lnTo>
                  <a:lnTo>
                    <a:pt x="2426542" y="2940637"/>
                  </a:lnTo>
                  <a:lnTo>
                    <a:pt x="2426636" y="2940637"/>
                  </a:lnTo>
                  <a:lnTo>
                    <a:pt x="2426730" y="2940637"/>
                  </a:lnTo>
                  <a:lnTo>
                    <a:pt x="2426824" y="2940637"/>
                  </a:lnTo>
                  <a:lnTo>
                    <a:pt x="2426824" y="2935358"/>
                  </a:lnTo>
                  <a:lnTo>
                    <a:pt x="2426918" y="2935358"/>
                  </a:lnTo>
                  <a:lnTo>
                    <a:pt x="2427012" y="2935358"/>
                  </a:lnTo>
                  <a:lnTo>
                    <a:pt x="2427106" y="2935358"/>
                  </a:lnTo>
                  <a:lnTo>
                    <a:pt x="2427200" y="2935358"/>
                  </a:lnTo>
                  <a:lnTo>
                    <a:pt x="2427294" y="2935358"/>
                  </a:lnTo>
                  <a:lnTo>
                    <a:pt x="2427388" y="2935358"/>
                  </a:lnTo>
                  <a:lnTo>
                    <a:pt x="2427482" y="2935358"/>
                  </a:lnTo>
                  <a:lnTo>
                    <a:pt x="2427576" y="2935358"/>
                  </a:lnTo>
                  <a:lnTo>
                    <a:pt x="2427670" y="2935358"/>
                  </a:lnTo>
                  <a:lnTo>
                    <a:pt x="2427765" y="2935358"/>
                  </a:lnTo>
                  <a:lnTo>
                    <a:pt x="2427859" y="2935358"/>
                  </a:lnTo>
                  <a:lnTo>
                    <a:pt x="2427953" y="2935358"/>
                  </a:lnTo>
                  <a:lnTo>
                    <a:pt x="2428047" y="2935358"/>
                  </a:lnTo>
                  <a:lnTo>
                    <a:pt x="2428141" y="2935358"/>
                  </a:lnTo>
                  <a:lnTo>
                    <a:pt x="2428235" y="2935358"/>
                  </a:lnTo>
                  <a:lnTo>
                    <a:pt x="2428329" y="2935358"/>
                  </a:lnTo>
                  <a:lnTo>
                    <a:pt x="2428423" y="2935358"/>
                  </a:lnTo>
                  <a:lnTo>
                    <a:pt x="2428517" y="2935358"/>
                  </a:lnTo>
                  <a:lnTo>
                    <a:pt x="2428611" y="2935358"/>
                  </a:lnTo>
                  <a:lnTo>
                    <a:pt x="2428705" y="2935358"/>
                  </a:lnTo>
                  <a:lnTo>
                    <a:pt x="2428799" y="2935358"/>
                  </a:lnTo>
                  <a:lnTo>
                    <a:pt x="2428893" y="2935358"/>
                  </a:lnTo>
                  <a:lnTo>
                    <a:pt x="2428987" y="2935358"/>
                  </a:lnTo>
                  <a:lnTo>
                    <a:pt x="2429081" y="2935358"/>
                  </a:lnTo>
                  <a:lnTo>
                    <a:pt x="2429175" y="2935358"/>
                  </a:lnTo>
                  <a:lnTo>
                    <a:pt x="2429269" y="2935358"/>
                  </a:lnTo>
                  <a:lnTo>
                    <a:pt x="2429269" y="2930078"/>
                  </a:lnTo>
                  <a:lnTo>
                    <a:pt x="2429363" y="2930078"/>
                  </a:lnTo>
                  <a:lnTo>
                    <a:pt x="2429457" y="2930078"/>
                  </a:lnTo>
                  <a:lnTo>
                    <a:pt x="2429551" y="2930078"/>
                  </a:lnTo>
                  <a:lnTo>
                    <a:pt x="2429645" y="2930078"/>
                  </a:lnTo>
                  <a:lnTo>
                    <a:pt x="2429739" y="2930078"/>
                  </a:lnTo>
                  <a:lnTo>
                    <a:pt x="2429833" y="2930078"/>
                  </a:lnTo>
                  <a:lnTo>
                    <a:pt x="2429927" y="2930078"/>
                  </a:lnTo>
                  <a:lnTo>
                    <a:pt x="2430021" y="2930078"/>
                  </a:lnTo>
                  <a:lnTo>
                    <a:pt x="2430115" y="2930078"/>
                  </a:lnTo>
                  <a:lnTo>
                    <a:pt x="2430209" y="2930078"/>
                  </a:lnTo>
                  <a:lnTo>
                    <a:pt x="2430303" y="2930078"/>
                  </a:lnTo>
                  <a:lnTo>
                    <a:pt x="2430397" y="2930078"/>
                  </a:lnTo>
                  <a:lnTo>
                    <a:pt x="2430491" y="2930078"/>
                  </a:lnTo>
                  <a:lnTo>
                    <a:pt x="2430585" y="2930078"/>
                  </a:lnTo>
                  <a:lnTo>
                    <a:pt x="2430585" y="2924799"/>
                  </a:lnTo>
                  <a:lnTo>
                    <a:pt x="2430679" y="2924799"/>
                  </a:lnTo>
                  <a:lnTo>
                    <a:pt x="2430773" y="2924799"/>
                  </a:lnTo>
                  <a:lnTo>
                    <a:pt x="2430867" y="2924799"/>
                  </a:lnTo>
                  <a:lnTo>
                    <a:pt x="2430961" y="2924799"/>
                  </a:lnTo>
                  <a:lnTo>
                    <a:pt x="2431055" y="2924799"/>
                  </a:lnTo>
                  <a:lnTo>
                    <a:pt x="2431149" y="2924799"/>
                  </a:lnTo>
                  <a:lnTo>
                    <a:pt x="2431243" y="2924799"/>
                  </a:lnTo>
                  <a:lnTo>
                    <a:pt x="2431338" y="2924799"/>
                  </a:lnTo>
                  <a:lnTo>
                    <a:pt x="2431432" y="2924799"/>
                  </a:lnTo>
                  <a:lnTo>
                    <a:pt x="2431526" y="2924799"/>
                  </a:lnTo>
                  <a:lnTo>
                    <a:pt x="2431620" y="2924799"/>
                  </a:lnTo>
                  <a:lnTo>
                    <a:pt x="2431714" y="2924799"/>
                  </a:lnTo>
                  <a:lnTo>
                    <a:pt x="2431808" y="2924799"/>
                  </a:lnTo>
                  <a:lnTo>
                    <a:pt x="2431902" y="2924799"/>
                  </a:lnTo>
                  <a:lnTo>
                    <a:pt x="2431996" y="2924799"/>
                  </a:lnTo>
                  <a:lnTo>
                    <a:pt x="2432090" y="2924799"/>
                  </a:lnTo>
                  <a:lnTo>
                    <a:pt x="2432184" y="2924799"/>
                  </a:lnTo>
                  <a:lnTo>
                    <a:pt x="2432278" y="2924799"/>
                  </a:lnTo>
                  <a:lnTo>
                    <a:pt x="2432372" y="2924799"/>
                  </a:lnTo>
                  <a:lnTo>
                    <a:pt x="2432466" y="2924799"/>
                  </a:lnTo>
                  <a:lnTo>
                    <a:pt x="2432560" y="2924799"/>
                  </a:lnTo>
                  <a:lnTo>
                    <a:pt x="2432654" y="2924799"/>
                  </a:lnTo>
                  <a:lnTo>
                    <a:pt x="2432748" y="2924799"/>
                  </a:lnTo>
                  <a:lnTo>
                    <a:pt x="2432842" y="2924799"/>
                  </a:lnTo>
                  <a:lnTo>
                    <a:pt x="2432936" y="2924799"/>
                  </a:lnTo>
                  <a:lnTo>
                    <a:pt x="2433030" y="2924799"/>
                  </a:lnTo>
                  <a:lnTo>
                    <a:pt x="2433124" y="2924799"/>
                  </a:lnTo>
                  <a:lnTo>
                    <a:pt x="2433218" y="2924799"/>
                  </a:lnTo>
                  <a:lnTo>
                    <a:pt x="2433312" y="2924799"/>
                  </a:lnTo>
                  <a:lnTo>
                    <a:pt x="2433406" y="2924799"/>
                  </a:lnTo>
                  <a:lnTo>
                    <a:pt x="2433500" y="2924799"/>
                  </a:lnTo>
                  <a:lnTo>
                    <a:pt x="2433594" y="2924799"/>
                  </a:lnTo>
                  <a:lnTo>
                    <a:pt x="2433688" y="2924799"/>
                  </a:lnTo>
                  <a:lnTo>
                    <a:pt x="2433782" y="2924799"/>
                  </a:lnTo>
                  <a:lnTo>
                    <a:pt x="2433876" y="2924799"/>
                  </a:lnTo>
                  <a:lnTo>
                    <a:pt x="2433970" y="2924799"/>
                  </a:lnTo>
                  <a:lnTo>
                    <a:pt x="2434064" y="2924799"/>
                  </a:lnTo>
                  <a:lnTo>
                    <a:pt x="2434158" y="2924799"/>
                  </a:lnTo>
                  <a:lnTo>
                    <a:pt x="2434252" y="2924799"/>
                  </a:lnTo>
                  <a:lnTo>
                    <a:pt x="2434346" y="2924799"/>
                  </a:lnTo>
                  <a:lnTo>
                    <a:pt x="2434440" y="2924799"/>
                  </a:lnTo>
                  <a:lnTo>
                    <a:pt x="2434534" y="2924799"/>
                  </a:lnTo>
                  <a:lnTo>
                    <a:pt x="2434628" y="2924799"/>
                  </a:lnTo>
                  <a:lnTo>
                    <a:pt x="2434722" y="2924799"/>
                  </a:lnTo>
                  <a:lnTo>
                    <a:pt x="2434816" y="2924799"/>
                  </a:lnTo>
                  <a:lnTo>
                    <a:pt x="2434911" y="2924799"/>
                  </a:lnTo>
                  <a:lnTo>
                    <a:pt x="2435005" y="2924799"/>
                  </a:lnTo>
                  <a:lnTo>
                    <a:pt x="2435099" y="2924799"/>
                  </a:lnTo>
                  <a:lnTo>
                    <a:pt x="2435193" y="2924799"/>
                  </a:lnTo>
                  <a:lnTo>
                    <a:pt x="2435287" y="2924799"/>
                  </a:lnTo>
                  <a:lnTo>
                    <a:pt x="2435381" y="2924799"/>
                  </a:lnTo>
                  <a:lnTo>
                    <a:pt x="2435475" y="2924799"/>
                  </a:lnTo>
                  <a:lnTo>
                    <a:pt x="2435569" y="2924799"/>
                  </a:lnTo>
                  <a:lnTo>
                    <a:pt x="2435663" y="2924799"/>
                  </a:lnTo>
                  <a:lnTo>
                    <a:pt x="2435757" y="2924799"/>
                  </a:lnTo>
                  <a:lnTo>
                    <a:pt x="2435851" y="2924799"/>
                  </a:lnTo>
                  <a:lnTo>
                    <a:pt x="2435945" y="2924799"/>
                  </a:lnTo>
                  <a:lnTo>
                    <a:pt x="2436039" y="2924799"/>
                  </a:lnTo>
                  <a:lnTo>
                    <a:pt x="2436133" y="2924799"/>
                  </a:lnTo>
                  <a:lnTo>
                    <a:pt x="2436227" y="2924799"/>
                  </a:lnTo>
                  <a:lnTo>
                    <a:pt x="2436321" y="2924799"/>
                  </a:lnTo>
                  <a:lnTo>
                    <a:pt x="2436415" y="2924799"/>
                  </a:lnTo>
                  <a:lnTo>
                    <a:pt x="2436509" y="2924799"/>
                  </a:lnTo>
                  <a:lnTo>
                    <a:pt x="2436603" y="2924799"/>
                  </a:lnTo>
                  <a:lnTo>
                    <a:pt x="2436697" y="2924799"/>
                  </a:lnTo>
                  <a:lnTo>
                    <a:pt x="2436791" y="2924799"/>
                  </a:lnTo>
                  <a:lnTo>
                    <a:pt x="2436885" y="2924799"/>
                  </a:lnTo>
                  <a:lnTo>
                    <a:pt x="2436979" y="2924799"/>
                  </a:lnTo>
                  <a:lnTo>
                    <a:pt x="2437073" y="2924799"/>
                  </a:lnTo>
                  <a:lnTo>
                    <a:pt x="2437167" y="2924799"/>
                  </a:lnTo>
                  <a:lnTo>
                    <a:pt x="2437261" y="2924799"/>
                  </a:lnTo>
                  <a:lnTo>
                    <a:pt x="2437355" y="2924799"/>
                  </a:lnTo>
                  <a:lnTo>
                    <a:pt x="2437449" y="2924799"/>
                  </a:lnTo>
                  <a:lnTo>
                    <a:pt x="2437449" y="2919519"/>
                  </a:lnTo>
                  <a:lnTo>
                    <a:pt x="2437543" y="2919519"/>
                  </a:lnTo>
                  <a:lnTo>
                    <a:pt x="2437637" y="2919519"/>
                  </a:lnTo>
                  <a:lnTo>
                    <a:pt x="2437731" y="2919519"/>
                  </a:lnTo>
                  <a:lnTo>
                    <a:pt x="2437825" y="2919519"/>
                  </a:lnTo>
                  <a:lnTo>
                    <a:pt x="2437919" y="2919519"/>
                  </a:lnTo>
                  <a:lnTo>
                    <a:pt x="2438013" y="2919519"/>
                  </a:lnTo>
                  <a:lnTo>
                    <a:pt x="2438107" y="2919519"/>
                  </a:lnTo>
                  <a:lnTo>
                    <a:pt x="2438201" y="2919519"/>
                  </a:lnTo>
                  <a:lnTo>
                    <a:pt x="2438295" y="2919519"/>
                  </a:lnTo>
                  <a:lnTo>
                    <a:pt x="2438390" y="2919519"/>
                  </a:lnTo>
                  <a:lnTo>
                    <a:pt x="2438390" y="2914240"/>
                  </a:lnTo>
                  <a:lnTo>
                    <a:pt x="2438484" y="2914240"/>
                  </a:lnTo>
                  <a:lnTo>
                    <a:pt x="2438578" y="2914240"/>
                  </a:lnTo>
                  <a:lnTo>
                    <a:pt x="2438672" y="2914240"/>
                  </a:lnTo>
                  <a:lnTo>
                    <a:pt x="2438766" y="2914240"/>
                  </a:lnTo>
                  <a:lnTo>
                    <a:pt x="2438860" y="2914240"/>
                  </a:lnTo>
                  <a:lnTo>
                    <a:pt x="2438954" y="2914240"/>
                  </a:lnTo>
                  <a:lnTo>
                    <a:pt x="2439048" y="2914240"/>
                  </a:lnTo>
                  <a:lnTo>
                    <a:pt x="2439142" y="2914240"/>
                  </a:lnTo>
                  <a:lnTo>
                    <a:pt x="2439236" y="2914240"/>
                  </a:lnTo>
                  <a:lnTo>
                    <a:pt x="2439330" y="2914240"/>
                  </a:lnTo>
                  <a:lnTo>
                    <a:pt x="2439424" y="2914240"/>
                  </a:lnTo>
                  <a:lnTo>
                    <a:pt x="2439518" y="2914240"/>
                  </a:lnTo>
                  <a:lnTo>
                    <a:pt x="2439612" y="2914240"/>
                  </a:lnTo>
                  <a:lnTo>
                    <a:pt x="2439706" y="2914240"/>
                  </a:lnTo>
                  <a:lnTo>
                    <a:pt x="2439800" y="2914240"/>
                  </a:lnTo>
                  <a:lnTo>
                    <a:pt x="2439894" y="2914240"/>
                  </a:lnTo>
                  <a:lnTo>
                    <a:pt x="2439988" y="2914240"/>
                  </a:lnTo>
                  <a:lnTo>
                    <a:pt x="2440082" y="2914240"/>
                  </a:lnTo>
                  <a:lnTo>
                    <a:pt x="2440176" y="2914240"/>
                  </a:lnTo>
                  <a:lnTo>
                    <a:pt x="2440270" y="2914240"/>
                  </a:lnTo>
                  <a:lnTo>
                    <a:pt x="2440364" y="2914240"/>
                  </a:lnTo>
                  <a:lnTo>
                    <a:pt x="2440364" y="2908961"/>
                  </a:lnTo>
                  <a:lnTo>
                    <a:pt x="2440458" y="2908961"/>
                  </a:lnTo>
                  <a:lnTo>
                    <a:pt x="2440552" y="2908961"/>
                  </a:lnTo>
                  <a:lnTo>
                    <a:pt x="2440646" y="2908961"/>
                  </a:lnTo>
                  <a:lnTo>
                    <a:pt x="2440740" y="2908961"/>
                  </a:lnTo>
                  <a:lnTo>
                    <a:pt x="2440834" y="2908961"/>
                  </a:lnTo>
                  <a:lnTo>
                    <a:pt x="2440928" y="2908961"/>
                  </a:lnTo>
                  <a:lnTo>
                    <a:pt x="2441022" y="2908961"/>
                  </a:lnTo>
                  <a:lnTo>
                    <a:pt x="2441116" y="2908961"/>
                  </a:lnTo>
                  <a:lnTo>
                    <a:pt x="2441210" y="2908961"/>
                  </a:lnTo>
                  <a:lnTo>
                    <a:pt x="2441304" y="2908961"/>
                  </a:lnTo>
                  <a:lnTo>
                    <a:pt x="2441398" y="2908961"/>
                  </a:lnTo>
                  <a:lnTo>
                    <a:pt x="2441492" y="2908961"/>
                  </a:lnTo>
                  <a:lnTo>
                    <a:pt x="2441586" y="2908961"/>
                  </a:lnTo>
                  <a:lnTo>
                    <a:pt x="2441680" y="2908961"/>
                  </a:lnTo>
                  <a:lnTo>
                    <a:pt x="2441774" y="2908961"/>
                  </a:lnTo>
                  <a:lnTo>
                    <a:pt x="2441868" y="2908961"/>
                  </a:lnTo>
                  <a:lnTo>
                    <a:pt x="2441963" y="2908961"/>
                  </a:lnTo>
                  <a:lnTo>
                    <a:pt x="2442057" y="2908961"/>
                  </a:lnTo>
                  <a:lnTo>
                    <a:pt x="2442151" y="2908961"/>
                  </a:lnTo>
                  <a:lnTo>
                    <a:pt x="2442245" y="2908961"/>
                  </a:lnTo>
                  <a:lnTo>
                    <a:pt x="2442339" y="2908961"/>
                  </a:lnTo>
                  <a:lnTo>
                    <a:pt x="2442433" y="2908961"/>
                  </a:lnTo>
                  <a:lnTo>
                    <a:pt x="2442527" y="2908961"/>
                  </a:lnTo>
                  <a:lnTo>
                    <a:pt x="2442621" y="2908961"/>
                  </a:lnTo>
                  <a:lnTo>
                    <a:pt x="2442715" y="2908961"/>
                  </a:lnTo>
                  <a:lnTo>
                    <a:pt x="2442809" y="2908961"/>
                  </a:lnTo>
                  <a:lnTo>
                    <a:pt x="2442903" y="2908961"/>
                  </a:lnTo>
                  <a:lnTo>
                    <a:pt x="2442997" y="2908961"/>
                  </a:lnTo>
                  <a:lnTo>
                    <a:pt x="2443091" y="2908961"/>
                  </a:lnTo>
                  <a:lnTo>
                    <a:pt x="2443185" y="2908961"/>
                  </a:lnTo>
                  <a:lnTo>
                    <a:pt x="2443279" y="2908961"/>
                  </a:lnTo>
                  <a:lnTo>
                    <a:pt x="2443373" y="2908961"/>
                  </a:lnTo>
                  <a:lnTo>
                    <a:pt x="2443467" y="2908961"/>
                  </a:lnTo>
                  <a:lnTo>
                    <a:pt x="2443561" y="2908961"/>
                  </a:lnTo>
                  <a:lnTo>
                    <a:pt x="2443655" y="2908961"/>
                  </a:lnTo>
                  <a:lnTo>
                    <a:pt x="2443749" y="2908961"/>
                  </a:lnTo>
                  <a:lnTo>
                    <a:pt x="2443843" y="2908961"/>
                  </a:lnTo>
                  <a:lnTo>
                    <a:pt x="2443937" y="2908961"/>
                  </a:lnTo>
                  <a:lnTo>
                    <a:pt x="2444031" y="2908961"/>
                  </a:lnTo>
                  <a:lnTo>
                    <a:pt x="2444125" y="2908961"/>
                  </a:lnTo>
                  <a:lnTo>
                    <a:pt x="2444219" y="2908961"/>
                  </a:lnTo>
                  <a:lnTo>
                    <a:pt x="2444313" y="2908961"/>
                  </a:lnTo>
                  <a:lnTo>
                    <a:pt x="2444407" y="2908961"/>
                  </a:lnTo>
                  <a:lnTo>
                    <a:pt x="2444407" y="2903681"/>
                  </a:lnTo>
                  <a:lnTo>
                    <a:pt x="2444501" y="2903681"/>
                  </a:lnTo>
                  <a:lnTo>
                    <a:pt x="2444595" y="2903681"/>
                  </a:lnTo>
                  <a:lnTo>
                    <a:pt x="2444689" y="2903681"/>
                  </a:lnTo>
                  <a:lnTo>
                    <a:pt x="2444783" y="2903681"/>
                  </a:lnTo>
                  <a:lnTo>
                    <a:pt x="2444877" y="2903681"/>
                  </a:lnTo>
                  <a:lnTo>
                    <a:pt x="2444971" y="2903681"/>
                  </a:lnTo>
                  <a:lnTo>
                    <a:pt x="2445065" y="2903681"/>
                  </a:lnTo>
                  <a:lnTo>
                    <a:pt x="2445159" y="2903681"/>
                  </a:lnTo>
                  <a:lnTo>
                    <a:pt x="2445253" y="2903681"/>
                  </a:lnTo>
                  <a:lnTo>
                    <a:pt x="2445347" y="2903681"/>
                  </a:lnTo>
                  <a:lnTo>
                    <a:pt x="2445441" y="2903681"/>
                  </a:lnTo>
                  <a:lnTo>
                    <a:pt x="2445536" y="2903681"/>
                  </a:lnTo>
                  <a:lnTo>
                    <a:pt x="2445630" y="2903681"/>
                  </a:lnTo>
                  <a:lnTo>
                    <a:pt x="2445724" y="2903681"/>
                  </a:lnTo>
                  <a:lnTo>
                    <a:pt x="2445818" y="2903681"/>
                  </a:lnTo>
                  <a:lnTo>
                    <a:pt x="2445912" y="2903681"/>
                  </a:lnTo>
                  <a:lnTo>
                    <a:pt x="2446006" y="2903681"/>
                  </a:lnTo>
                  <a:lnTo>
                    <a:pt x="2446100" y="2903681"/>
                  </a:lnTo>
                  <a:lnTo>
                    <a:pt x="2446194" y="2903681"/>
                  </a:lnTo>
                  <a:lnTo>
                    <a:pt x="2446288" y="2903681"/>
                  </a:lnTo>
                  <a:lnTo>
                    <a:pt x="2446382" y="2903681"/>
                  </a:lnTo>
                  <a:lnTo>
                    <a:pt x="2446476" y="2903681"/>
                  </a:lnTo>
                  <a:lnTo>
                    <a:pt x="2446570" y="2903681"/>
                  </a:lnTo>
                  <a:lnTo>
                    <a:pt x="2446664" y="2903681"/>
                  </a:lnTo>
                  <a:lnTo>
                    <a:pt x="2446758" y="2903681"/>
                  </a:lnTo>
                  <a:lnTo>
                    <a:pt x="2446852" y="2903681"/>
                  </a:lnTo>
                  <a:lnTo>
                    <a:pt x="2446946" y="2903681"/>
                  </a:lnTo>
                  <a:lnTo>
                    <a:pt x="2447040" y="2903681"/>
                  </a:lnTo>
                  <a:lnTo>
                    <a:pt x="2447134" y="2903681"/>
                  </a:lnTo>
                  <a:lnTo>
                    <a:pt x="2447228" y="2903681"/>
                  </a:lnTo>
                  <a:lnTo>
                    <a:pt x="2447322" y="2903681"/>
                  </a:lnTo>
                  <a:lnTo>
                    <a:pt x="2447416" y="2903681"/>
                  </a:lnTo>
                  <a:lnTo>
                    <a:pt x="2447510" y="2903681"/>
                  </a:lnTo>
                  <a:lnTo>
                    <a:pt x="2447604" y="2903681"/>
                  </a:lnTo>
                  <a:lnTo>
                    <a:pt x="2447698" y="2903681"/>
                  </a:lnTo>
                  <a:lnTo>
                    <a:pt x="2447792" y="2903681"/>
                  </a:lnTo>
                  <a:lnTo>
                    <a:pt x="2447886" y="2903681"/>
                  </a:lnTo>
                  <a:lnTo>
                    <a:pt x="2447980" y="2903681"/>
                  </a:lnTo>
                  <a:lnTo>
                    <a:pt x="2448074" y="2903681"/>
                  </a:lnTo>
                  <a:lnTo>
                    <a:pt x="2448168" y="2903681"/>
                  </a:lnTo>
                  <a:lnTo>
                    <a:pt x="2448262" y="2903681"/>
                  </a:lnTo>
                  <a:lnTo>
                    <a:pt x="2448356" y="2903681"/>
                  </a:lnTo>
                  <a:lnTo>
                    <a:pt x="2448450" y="2903681"/>
                  </a:lnTo>
                  <a:lnTo>
                    <a:pt x="2448544" y="2903681"/>
                  </a:lnTo>
                  <a:lnTo>
                    <a:pt x="2448638" y="2903681"/>
                  </a:lnTo>
                  <a:lnTo>
                    <a:pt x="2448732" y="2903681"/>
                  </a:lnTo>
                  <a:lnTo>
                    <a:pt x="2448826" y="2903681"/>
                  </a:lnTo>
                  <a:lnTo>
                    <a:pt x="2448920" y="2903681"/>
                  </a:lnTo>
                  <a:lnTo>
                    <a:pt x="2449014" y="2903681"/>
                  </a:lnTo>
                  <a:lnTo>
                    <a:pt x="2449109" y="2903681"/>
                  </a:lnTo>
                  <a:lnTo>
                    <a:pt x="2449203" y="2903681"/>
                  </a:lnTo>
                  <a:lnTo>
                    <a:pt x="2449297" y="2903681"/>
                  </a:lnTo>
                  <a:lnTo>
                    <a:pt x="2449391" y="2903681"/>
                  </a:lnTo>
                  <a:lnTo>
                    <a:pt x="2449485" y="2903681"/>
                  </a:lnTo>
                  <a:lnTo>
                    <a:pt x="2449579" y="2903681"/>
                  </a:lnTo>
                  <a:lnTo>
                    <a:pt x="2449673" y="2903681"/>
                  </a:lnTo>
                  <a:lnTo>
                    <a:pt x="2449767" y="2903681"/>
                  </a:lnTo>
                  <a:lnTo>
                    <a:pt x="2449861" y="2903681"/>
                  </a:lnTo>
                  <a:lnTo>
                    <a:pt x="2449955" y="2903681"/>
                  </a:lnTo>
                  <a:lnTo>
                    <a:pt x="2450049" y="2903681"/>
                  </a:lnTo>
                  <a:lnTo>
                    <a:pt x="2450143" y="2903681"/>
                  </a:lnTo>
                  <a:lnTo>
                    <a:pt x="2450237" y="2903681"/>
                  </a:lnTo>
                  <a:lnTo>
                    <a:pt x="2450331" y="2903681"/>
                  </a:lnTo>
                  <a:lnTo>
                    <a:pt x="2450425" y="2903681"/>
                  </a:lnTo>
                  <a:lnTo>
                    <a:pt x="2450519" y="2903681"/>
                  </a:lnTo>
                  <a:lnTo>
                    <a:pt x="2450613" y="2903681"/>
                  </a:lnTo>
                  <a:lnTo>
                    <a:pt x="2450707" y="2903681"/>
                  </a:lnTo>
                  <a:lnTo>
                    <a:pt x="2450801" y="2903681"/>
                  </a:lnTo>
                  <a:lnTo>
                    <a:pt x="2450895" y="2903681"/>
                  </a:lnTo>
                  <a:lnTo>
                    <a:pt x="2450989" y="2903681"/>
                  </a:lnTo>
                  <a:lnTo>
                    <a:pt x="2451083" y="2903681"/>
                  </a:lnTo>
                  <a:lnTo>
                    <a:pt x="2451177" y="2903681"/>
                  </a:lnTo>
                  <a:lnTo>
                    <a:pt x="2451271" y="2903681"/>
                  </a:lnTo>
                  <a:lnTo>
                    <a:pt x="2451365" y="2903681"/>
                  </a:lnTo>
                  <a:lnTo>
                    <a:pt x="2451459" y="2903681"/>
                  </a:lnTo>
                  <a:lnTo>
                    <a:pt x="2451553" y="2903681"/>
                  </a:lnTo>
                  <a:lnTo>
                    <a:pt x="2451647" y="2903681"/>
                  </a:lnTo>
                  <a:lnTo>
                    <a:pt x="2451741" y="2903681"/>
                  </a:lnTo>
                  <a:lnTo>
                    <a:pt x="2451835" y="2903681"/>
                  </a:lnTo>
                  <a:lnTo>
                    <a:pt x="2451929" y="2903681"/>
                  </a:lnTo>
                  <a:lnTo>
                    <a:pt x="2452023" y="2903681"/>
                  </a:lnTo>
                  <a:lnTo>
                    <a:pt x="2452117" y="2903681"/>
                  </a:lnTo>
                  <a:lnTo>
                    <a:pt x="2452211" y="2903681"/>
                  </a:lnTo>
                  <a:lnTo>
                    <a:pt x="2452305" y="2903681"/>
                  </a:lnTo>
                  <a:lnTo>
                    <a:pt x="2452399" y="2903681"/>
                  </a:lnTo>
                  <a:lnTo>
                    <a:pt x="2452493" y="2903681"/>
                  </a:lnTo>
                  <a:lnTo>
                    <a:pt x="2452588" y="2903681"/>
                  </a:lnTo>
                  <a:lnTo>
                    <a:pt x="2452682" y="2903681"/>
                  </a:lnTo>
                  <a:lnTo>
                    <a:pt x="2452776" y="2903681"/>
                  </a:lnTo>
                  <a:lnTo>
                    <a:pt x="2452870" y="2903681"/>
                  </a:lnTo>
                  <a:lnTo>
                    <a:pt x="2452964" y="2903681"/>
                  </a:lnTo>
                  <a:lnTo>
                    <a:pt x="2453058" y="2903681"/>
                  </a:lnTo>
                  <a:lnTo>
                    <a:pt x="2453152" y="2903681"/>
                  </a:lnTo>
                  <a:lnTo>
                    <a:pt x="2453246" y="2903681"/>
                  </a:lnTo>
                  <a:lnTo>
                    <a:pt x="2453340" y="2903681"/>
                  </a:lnTo>
                  <a:lnTo>
                    <a:pt x="2453434" y="2903681"/>
                  </a:lnTo>
                  <a:lnTo>
                    <a:pt x="2453528" y="2903681"/>
                  </a:lnTo>
                  <a:lnTo>
                    <a:pt x="2453622" y="2903681"/>
                  </a:lnTo>
                  <a:lnTo>
                    <a:pt x="2453716" y="2903681"/>
                  </a:lnTo>
                  <a:lnTo>
                    <a:pt x="2453810" y="2903681"/>
                  </a:lnTo>
                  <a:lnTo>
                    <a:pt x="2453904" y="2903681"/>
                  </a:lnTo>
                  <a:lnTo>
                    <a:pt x="2453998" y="2903681"/>
                  </a:lnTo>
                  <a:lnTo>
                    <a:pt x="2454092" y="2903681"/>
                  </a:lnTo>
                  <a:lnTo>
                    <a:pt x="2454186" y="2903681"/>
                  </a:lnTo>
                  <a:lnTo>
                    <a:pt x="2454186" y="2898402"/>
                  </a:lnTo>
                  <a:lnTo>
                    <a:pt x="2454280" y="2898402"/>
                  </a:lnTo>
                  <a:lnTo>
                    <a:pt x="2454374" y="2898402"/>
                  </a:lnTo>
                  <a:lnTo>
                    <a:pt x="2454468" y="2898402"/>
                  </a:lnTo>
                  <a:lnTo>
                    <a:pt x="2454562" y="2898402"/>
                  </a:lnTo>
                  <a:lnTo>
                    <a:pt x="2454656" y="2898402"/>
                  </a:lnTo>
                  <a:lnTo>
                    <a:pt x="2454750" y="2898402"/>
                  </a:lnTo>
                  <a:lnTo>
                    <a:pt x="2454750" y="2893122"/>
                  </a:lnTo>
                  <a:lnTo>
                    <a:pt x="2454844" y="2893122"/>
                  </a:lnTo>
                  <a:lnTo>
                    <a:pt x="2454938" y="2893122"/>
                  </a:lnTo>
                  <a:lnTo>
                    <a:pt x="2455032" y="2893122"/>
                  </a:lnTo>
                  <a:lnTo>
                    <a:pt x="2455126" y="2893122"/>
                  </a:lnTo>
                  <a:lnTo>
                    <a:pt x="2455220" y="2893122"/>
                  </a:lnTo>
                  <a:lnTo>
                    <a:pt x="2455314" y="2893122"/>
                  </a:lnTo>
                  <a:lnTo>
                    <a:pt x="2455408" y="2893122"/>
                  </a:lnTo>
                  <a:lnTo>
                    <a:pt x="2455502" y="2893122"/>
                  </a:lnTo>
                  <a:lnTo>
                    <a:pt x="2455596" y="2893122"/>
                  </a:lnTo>
                  <a:lnTo>
                    <a:pt x="2455690" y="2893122"/>
                  </a:lnTo>
                  <a:lnTo>
                    <a:pt x="2455784" y="2893122"/>
                  </a:lnTo>
                  <a:lnTo>
                    <a:pt x="2455878" y="2893122"/>
                  </a:lnTo>
                  <a:lnTo>
                    <a:pt x="2455972" y="2893122"/>
                  </a:lnTo>
                  <a:lnTo>
                    <a:pt x="2456066" y="2893122"/>
                  </a:lnTo>
                  <a:lnTo>
                    <a:pt x="2456161" y="2893122"/>
                  </a:lnTo>
                  <a:lnTo>
                    <a:pt x="2456255" y="2893122"/>
                  </a:lnTo>
                  <a:lnTo>
                    <a:pt x="2456349" y="2893122"/>
                  </a:lnTo>
                  <a:lnTo>
                    <a:pt x="2456443" y="2893122"/>
                  </a:lnTo>
                  <a:lnTo>
                    <a:pt x="2456537" y="2893122"/>
                  </a:lnTo>
                  <a:lnTo>
                    <a:pt x="2456631" y="2893122"/>
                  </a:lnTo>
                  <a:lnTo>
                    <a:pt x="2456725" y="2893122"/>
                  </a:lnTo>
                  <a:lnTo>
                    <a:pt x="2456819" y="2893122"/>
                  </a:lnTo>
                  <a:lnTo>
                    <a:pt x="2456913" y="2893122"/>
                  </a:lnTo>
                  <a:lnTo>
                    <a:pt x="2457007" y="2893122"/>
                  </a:lnTo>
                  <a:lnTo>
                    <a:pt x="2457101" y="2893122"/>
                  </a:lnTo>
                  <a:lnTo>
                    <a:pt x="2457195" y="2893122"/>
                  </a:lnTo>
                  <a:lnTo>
                    <a:pt x="2457289" y="2893122"/>
                  </a:lnTo>
                  <a:lnTo>
                    <a:pt x="2457383" y="2893122"/>
                  </a:lnTo>
                  <a:lnTo>
                    <a:pt x="2457477" y="2893122"/>
                  </a:lnTo>
                  <a:lnTo>
                    <a:pt x="2457571" y="2893122"/>
                  </a:lnTo>
                  <a:lnTo>
                    <a:pt x="2457665" y="2893122"/>
                  </a:lnTo>
                  <a:lnTo>
                    <a:pt x="2457759" y="2893122"/>
                  </a:lnTo>
                  <a:lnTo>
                    <a:pt x="2457853" y="2893122"/>
                  </a:lnTo>
                  <a:lnTo>
                    <a:pt x="2457947" y="2893122"/>
                  </a:lnTo>
                  <a:lnTo>
                    <a:pt x="2458041" y="2893122"/>
                  </a:lnTo>
                  <a:lnTo>
                    <a:pt x="2458135" y="2893122"/>
                  </a:lnTo>
                  <a:lnTo>
                    <a:pt x="2458229" y="2893122"/>
                  </a:lnTo>
                  <a:lnTo>
                    <a:pt x="2458323" y="2893122"/>
                  </a:lnTo>
                  <a:lnTo>
                    <a:pt x="2458417" y="2893122"/>
                  </a:lnTo>
                  <a:lnTo>
                    <a:pt x="2458511" y="2893122"/>
                  </a:lnTo>
                  <a:lnTo>
                    <a:pt x="2458605" y="2893122"/>
                  </a:lnTo>
                  <a:lnTo>
                    <a:pt x="2458699" y="2893122"/>
                  </a:lnTo>
                  <a:lnTo>
                    <a:pt x="2458793" y="2893122"/>
                  </a:lnTo>
                  <a:lnTo>
                    <a:pt x="2458887" y="2893122"/>
                  </a:lnTo>
                  <a:lnTo>
                    <a:pt x="2458981" y="2893122"/>
                  </a:lnTo>
                  <a:lnTo>
                    <a:pt x="2459075" y="2893122"/>
                  </a:lnTo>
                  <a:lnTo>
                    <a:pt x="2459169" y="2893122"/>
                  </a:lnTo>
                  <a:lnTo>
                    <a:pt x="2459263" y="2893122"/>
                  </a:lnTo>
                  <a:lnTo>
                    <a:pt x="2459357" y="2893122"/>
                  </a:lnTo>
                  <a:lnTo>
                    <a:pt x="2459451" y="2893122"/>
                  </a:lnTo>
                  <a:lnTo>
                    <a:pt x="2459545" y="2893122"/>
                  </a:lnTo>
                  <a:lnTo>
                    <a:pt x="2459639" y="2893122"/>
                  </a:lnTo>
                  <a:lnTo>
                    <a:pt x="2459734" y="2893122"/>
                  </a:lnTo>
                  <a:lnTo>
                    <a:pt x="2459828" y="2893122"/>
                  </a:lnTo>
                  <a:lnTo>
                    <a:pt x="2459922" y="2893122"/>
                  </a:lnTo>
                  <a:lnTo>
                    <a:pt x="2460016" y="2893122"/>
                  </a:lnTo>
                  <a:lnTo>
                    <a:pt x="2460110" y="2893122"/>
                  </a:lnTo>
                  <a:lnTo>
                    <a:pt x="2460204" y="2893122"/>
                  </a:lnTo>
                  <a:lnTo>
                    <a:pt x="2460298" y="2893122"/>
                  </a:lnTo>
                  <a:lnTo>
                    <a:pt x="2460392" y="2893122"/>
                  </a:lnTo>
                  <a:lnTo>
                    <a:pt x="2460486" y="2893122"/>
                  </a:lnTo>
                  <a:lnTo>
                    <a:pt x="2460580" y="2893122"/>
                  </a:lnTo>
                  <a:lnTo>
                    <a:pt x="2460674" y="2893122"/>
                  </a:lnTo>
                  <a:lnTo>
                    <a:pt x="2460768" y="2893122"/>
                  </a:lnTo>
                  <a:lnTo>
                    <a:pt x="2460862" y="2893122"/>
                  </a:lnTo>
                  <a:lnTo>
                    <a:pt x="2460956" y="2893122"/>
                  </a:lnTo>
                  <a:lnTo>
                    <a:pt x="2461050" y="2893122"/>
                  </a:lnTo>
                  <a:lnTo>
                    <a:pt x="2461144" y="2893122"/>
                  </a:lnTo>
                  <a:lnTo>
                    <a:pt x="2461238" y="2893122"/>
                  </a:lnTo>
                  <a:lnTo>
                    <a:pt x="2461332" y="2893122"/>
                  </a:lnTo>
                  <a:lnTo>
                    <a:pt x="2461426" y="2893122"/>
                  </a:lnTo>
                  <a:lnTo>
                    <a:pt x="2461520" y="2893122"/>
                  </a:lnTo>
                  <a:lnTo>
                    <a:pt x="2461614" y="2893122"/>
                  </a:lnTo>
                  <a:lnTo>
                    <a:pt x="2461708" y="2893122"/>
                  </a:lnTo>
                  <a:lnTo>
                    <a:pt x="2461802" y="2893122"/>
                  </a:lnTo>
                  <a:lnTo>
                    <a:pt x="2461896" y="2893122"/>
                  </a:lnTo>
                  <a:lnTo>
                    <a:pt x="2461990" y="2893122"/>
                  </a:lnTo>
                  <a:lnTo>
                    <a:pt x="2462084" y="2893122"/>
                  </a:lnTo>
                  <a:lnTo>
                    <a:pt x="2462178" y="2893122"/>
                  </a:lnTo>
                  <a:lnTo>
                    <a:pt x="2462272" y="2893122"/>
                  </a:lnTo>
                  <a:lnTo>
                    <a:pt x="2462366" y="2893122"/>
                  </a:lnTo>
                  <a:lnTo>
                    <a:pt x="2462460" y="2893122"/>
                  </a:lnTo>
                  <a:lnTo>
                    <a:pt x="2462554" y="2893122"/>
                  </a:lnTo>
                  <a:lnTo>
                    <a:pt x="2462648" y="2893122"/>
                  </a:lnTo>
                  <a:lnTo>
                    <a:pt x="2462742" y="2893122"/>
                  </a:lnTo>
                  <a:lnTo>
                    <a:pt x="2462836" y="2893122"/>
                  </a:lnTo>
                  <a:lnTo>
                    <a:pt x="2462930" y="2893122"/>
                  </a:lnTo>
                  <a:lnTo>
                    <a:pt x="2463024" y="2893122"/>
                  </a:lnTo>
                  <a:lnTo>
                    <a:pt x="2463118" y="2893122"/>
                  </a:lnTo>
                  <a:lnTo>
                    <a:pt x="2463213" y="2893122"/>
                  </a:lnTo>
                  <a:lnTo>
                    <a:pt x="2463307" y="2893122"/>
                  </a:lnTo>
                  <a:lnTo>
                    <a:pt x="2463401" y="2893122"/>
                  </a:lnTo>
                  <a:lnTo>
                    <a:pt x="2463495" y="2893122"/>
                  </a:lnTo>
                  <a:lnTo>
                    <a:pt x="2463589" y="2893122"/>
                  </a:lnTo>
                  <a:lnTo>
                    <a:pt x="2463683" y="2893122"/>
                  </a:lnTo>
                  <a:lnTo>
                    <a:pt x="2463777" y="2893122"/>
                  </a:lnTo>
                  <a:lnTo>
                    <a:pt x="2463871" y="2893122"/>
                  </a:lnTo>
                  <a:lnTo>
                    <a:pt x="2463965" y="2893122"/>
                  </a:lnTo>
                  <a:lnTo>
                    <a:pt x="2464059" y="2893122"/>
                  </a:lnTo>
                  <a:lnTo>
                    <a:pt x="2464153" y="2893122"/>
                  </a:lnTo>
                  <a:lnTo>
                    <a:pt x="2464247" y="2893122"/>
                  </a:lnTo>
                  <a:lnTo>
                    <a:pt x="2464341" y="2893122"/>
                  </a:lnTo>
                  <a:lnTo>
                    <a:pt x="2464435" y="2893122"/>
                  </a:lnTo>
                  <a:lnTo>
                    <a:pt x="2464529" y="2893122"/>
                  </a:lnTo>
                  <a:lnTo>
                    <a:pt x="2464623" y="2893122"/>
                  </a:lnTo>
                  <a:lnTo>
                    <a:pt x="2464717" y="2893122"/>
                  </a:lnTo>
                  <a:lnTo>
                    <a:pt x="2464811" y="2893122"/>
                  </a:lnTo>
                  <a:lnTo>
                    <a:pt x="2464905" y="2893122"/>
                  </a:lnTo>
                  <a:lnTo>
                    <a:pt x="2464999" y="2893122"/>
                  </a:lnTo>
                  <a:lnTo>
                    <a:pt x="2465093" y="2893122"/>
                  </a:lnTo>
                  <a:lnTo>
                    <a:pt x="2465187" y="2893122"/>
                  </a:lnTo>
                  <a:lnTo>
                    <a:pt x="2465281" y="2893122"/>
                  </a:lnTo>
                  <a:lnTo>
                    <a:pt x="2465375" y="2893122"/>
                  </a:lnTo>
                  <a:lnTo>
                    <a:pt x="2465469" y="2893122"/>
                  </a:lnTo>
                  <a:lnTo>
                    <a:pt x="2465563" y="2893122"/>
                  </a:lnTo>
                  <a:lnTo>
                    <a:pt x="2465657" y="2893122"/>
                  </a:lnTo>
                  <a:lnTo>
                    <a:pt x="2465751" y="2893122"/>
                  </a:lnTo>
                  <a:lnTo>
                    <a:pt x="2465845" y="2893122"/>
                  </a:lnTo>
                  <a:lnTo>
                    <a:pt x="2465939" y="2893122"/>
                  </a:lnTo>
                  <a:lnTo>
                    <a:pt x="2466033" y="2893122"/>
                  </a:lnTo>
                  <a:lnTo>
                    <a:pt x="2466127" y="2893122"/>
                  </a:lnTo>
                  <a:lnTo>
                    <a:pt x="2466221" y="2893122"/>
                  </a:lnTo>
                  <a:lnTo>
                    <a:pt x="2466315" y="2893122"/>
                  </a:lnTo>
                  <a:lnTo>
                    <a:pt x="2466409" y="2893122"/>
                  </a:lnTo>
                  <a:lnTo>
                    <a:pt x="2466503" y="2893122"/>
                  </a:lnTo>
                  <a:lnTo>
                    <a:pt x="2466597" y="2893122"/>
                  </a:lnTo>
                  <a:lnTo>
                    <a:pt x="2466691" y="2893122"/>
                  </a:lnTo>
                  <a:lnTo>
                    <a:pt x="2466786" y="2893122"/>
                  </a:lnTo>
                  <a:lnTo>
                    <a:pt x="2466880" y="2893122"/>
                  </a:lnTo>
                  <a:lnTo>
                    <a:pt x="2466974" y="2893122"/>
                  </a:lnTo>
                  <a:lnTo>
                    <a:pt x="2467068" y="2893122"/>
                  </a:lnTo>
                  <a:lnTo>
                    <a:pt x="2467162" y="2893122"/>
                  </a:lnTo>
                  <a:lnTo>
                    <a:pt x="2467256" y="2893122"/>
                  </a:lnTo>
                  <a:lnTo>
                    <a:pt x="2467350" y="2893122"/>
                  </a:lnTo>
                  <a:lnTo>
                    <a:pt x="2467444" y="2893122"/>
                  </a:lnTo>
                  <a:lnTo>
                    <a:pt x="2467538" y="2893122"/>
                  </a:lnTo>
                  <a:lnTo>
                    <a:pt x="2467632" y="2893122"/>
                  </a:lnTo>
                  <a:lnTo>
                    <a:pt x="2467726" y="2893122"/>
                  </a:lnTo>
                  <a:lnTo>
                    <a:pt x="2467820" y="2893122"/>
                  </a:lnTo>
                  <a:lnTo>
                    <a:pt x="2467914" y="2893122"/>
                  </a:lnTo>
                  <a:lnTo>
                    <a:pt x="2468008" y="2893122"/>
                  </a:lnTo>
                  <a:lnTo>
                    <a:pt x="2468102" y="2893122"/>
                  </a:lnTo>
                  <a:lnTo>
                    <a:pt x="2468196" y="2893122"/>
                  </a:lnTo>
                  <a:lnTo>
                    <a:pt x="2468290" y="2893122"/>
                  </a:lnTo>
                  <a:lnTo>
                    <a:pt x="2468384" y="2893122"/>
                  </a:lnTo>
                  <a:lnTo>
                    <a:pt x="2468478" y="2893122"/>
                  </a:lnTo>
                  <a:lnTo>
                    <a:pt x="2468572" y="2893122"/>
                  </a:lnTo>
                  <a:lnTo>
                    <a:pt x="2468666" y="2893122"/>
                  </a:lnTo>
                  <a:lnTo>
                    <a:pt x="2468760" y="2893122"/>
                  </a:lnTo>
                  <a:lnTo>
                    <a:pt x="2468854" y="2893122"/>
                  </a:lnTo>
                  <a:lnTo>
                    <a:pt x="2468948" y="2893122"/>
                  </a:lnTo>
                  <a:lnTo>
                    <a:pt x="2469042" y="2893122"/>
                  </a:lnTo>
                  <a:lnTo>
                    <a:pt x="2469136" y="2893122"/>
                  </a:lnTo>
                  <a:lnTo>
                    <a:pt x="2469230" y="2893122"/>
                  </a:lnTo>
                  <a:lnTo>
                    <a:pt x="2469324" y="2893122"/>
                  </a:lnTo>
                  <a:lnTo>
                    <a:pt x="2469418" y="2893122"/>
                  </a:lnTo>
                  <a:lnTo>
                    <a:pt x="2469512" y="2893122"/>
                  </a:lnTo>
                  <a:lnTo>
                    <a:pt x="2469606" y="2893122"/>
                  </a:lnTo>
                  <a:lnTo>
                    <a:pt x="2469700" y="2893122"/>
                  </a:lnTo>
                  <a:lnTo>
                    <a:pt x="2469794" y="2893122"/>
                  </a:lnTo>
                  <a:lnTo>
                    <a:pt x="2469888" y="2893122"/>
                  </a:lnTo>
                  <a:lnTo>
                    <a:pt x="2469982" y="2893122"/>
                  </a:lnTo>
                  <a:lnTo>
                    <a:pt x="2470076" y="2893122"/>
                  </a:lnTo>
                  <a:lnTo>
                    <a:pt x="2470170" y="2893122"/>
                  </a:lnTo>
                  <a:lnTo>
                    <a:pt x="2470264" y="2893122"/>
                  </a:lnTo>
                  <a:lnTo>
                    <a:pt x="2470359" y="2893122"/>
                  </a:lnTo>
                  <a:lnTo>
                    <a:pt x="2470453" y="2893122"/>
                  </a:lnTo>
                  <a:lnTo>
                    <a:pt x="2470547" y="2893122"/>
                  </a:lnTo>
                  <a:lnTo>
                    <a:pt x="2470641" y="2893122"/>
                  </a:lnTo>
                  <a:lnTo>
                    <a:pt x="2470735" y="2893122"/>
                  </a:lnTo>
                  <a:lnTo>
                    <a:pt x="2470829" y="2893122"/>
                  </a:lnTo>
                  <a:lnTo>
                    <a:pt x="2470923" y="2893122"/>
                  </a:lnTo>
                  <a:lnTo>
                    <a:pt x="2471017" y="2893122"/>
                  </a:lnTo>
                  <a:lnTo>
                    <a:pt x="2471111" y="2893122"/>
                  </a:lnTo>
                  <a:lnTo>
                    <a:pt x="2471205" y="2893122"/>
                  </a:lnTo>
                  <a:lnTo>
                    <a:pt x="2471299" y="2893122"/>
                  </a:lnTo>
                  <a:lnTo>
                    <a:pt x="2471393" y="2893122"/>
                  </a:lnTo>
                  <a:lnTo>
                    <a:pt x="2471487" y="2893122"/>
                  </a:lnTo>
                  <a:lnTo>
                    <a:pt x="2471581" y="2893122"/>
                  </a:lnTo>
                  <a:lnTo>
                    <a:pt x="2471675" y="2893122"/>
                  </a:lnTo>
                  <a:lnTo>
                    <a:pt x="2471769" y="2893122"/>
                  </a:lnTo>
                  <a:lnTo>
                    <a:pt x="2471863" y="2893122"/>
                  </a:lnTo>
                  <a:lnTo>
                    <a:pt x="2471957" y="2893122"/>
                  </a:lnTo>
                  <a:lnTo>
                    <a:pt x="2472051" y="2893122"/>
                  </a:lnTo>
                  <a:lnTo>
                    <a:pt x="2472145" y="2893122"/>
                  </a:lnTo>
                  <a:lnTo>
                    <a:pt x="2472239" y="2893122"/>
                  </a:lnTo>
                  <a:lnTo>
                    <a:pt x="2472333" y="2893122"/>
                  </a:lnTo>
                  <a:lnTo>
                    <a:pt x="2472427" y="2893122"/>
                  </a:lnTo>
                  <a:lnTo>
                    <a:pt x="2472521" y="2893122"/>
                  </a:lnTo>
                  <a:lnTo>
                    <a:pt x="2472615" y="2893122"/>
                  </a:lnTo>
                  <a:lnTo>
                    <a:pt x="2472709" y="2893122"/>
                  </a:lnTo>
                  <a:lnTo>
                    <a:pt x="2472803" y="2893122"/>
                  </a:lnTo>
                  <a:lnTo>
                    <a:pt x="2472897" y="2893122"/>
                  </a:lnTo>
                  <a:lnTo>
                    <a:pt x="2472991" y="2893122"/>
                  </a:lnTo>
                  <a:lnTo>
                    <a:pt x="2473085" y="2893122"/>
                  </a:lnTo>
                  <a:lnTo>
                    <a:pt x="2473179" y="2893122"/>
                  </a:lnTo>
                  <a:lnTo>
                    <a:pt x="2473273" y="2893122"/>
                  </a:lnTo>
                  <a:lnTo>
                    <a:pt x="2473367" y="2893122"/>
                  </a:lnTo>
                  <a:lnTo>
                    <a:pt x="2473461" y="2893122"/>
                  </a:lnTo>
                  <a:lnTo>
                    <a:pt x="2473555" y="2893122"/>
                  </a:lnTo>
                  <a:lnTo>
                    <a:pt x="2473649" y="2893122"/>
                  </a:lnTo>
                  <a:lnTo>
                    <a:pt x="2473743" y="2893122"/>
                  </a:lnTo>
                  <a:lnTo>
                    <a:pt x="2473838" y="2893122"/>
                  </a:lnTo>
                  <a:lnTo>
                    <a:pt x="2473932" y="2893122"/>
                  </a:lnTo>
                  <a:lnTo>
                    <a:pt x="2474026" y="2893122"/>
                  </a:lnTo>
                  <a:lnTo>
                    <a:pt x="2474120" y="2893122"/>
                  </a:lnTo>
                  <a:lnTo>
                    <a:pt x="2474214" y="2893122"/>
                  </a:lnTo>
                  <a:lnTo>
                    <a:pt x="2474308" y="2893122"/>
                  </a:lnTo>
                  <a:lnTo>
                    <a:pt x="2474402" y="2893122"/>
                  </a:lnTo>
                  <a:lnTo>
                    <a:pt x="2474496" y="2893122"/>
                  </a:lnTo>
                  <a:lnTo>
                    <a:pt x="2474590" y="2893122"/>
                  </a:lnTo>
                  <a:lnTo>
                    <a:pt x="2474684" y="2893122"/>
                  </a:lnTo>
                  <a:lnTo>
                    <a:pt x="2474778" y="2893122"/>
                  </a:lnTo>
                  <a:lnTo>
                    <a:pt x="2474872" y="2893122"/>
                  </a:lnTo>
                  <a:lnTo>
                    <a:pt x="2474966" y="2893122"/>
                  </a:lnTo>
                  <a:lnTo>
                    <a:pt x="2475060" y="2893122"/>
                  </a:lnTo>
                  <a:lnTo>
                    <a:pt x="2475154" y="2893122"/>
                  </a:lnTo>
                  <a:lnTo>
                    <a:pt x="2475248" y="2893122"/>
                  </a:lnTo>
                  <a:lnTo>
                    <a:pt x="2475342" y="2893122"/>
                  </a:lnTo>
                  <a:lnTo>
                    <a:pt x="2475436" y="2893122"/>
                  </a:lnTo>
                  <a:lnTo>
                    <a:pt x="2475530" y="2893122"/>
                  </a:lnTo>
                  <a:lnTo>
                    <a:pt x="2475624" y="2893122"/>
                  </a:lnTo>
                  <a:lnTo>
                    <a:pt x="2475718" y="2893122"/>
                  </a:lnTo>
                  <a:lnTo>
                    <a:pt x="2475812" y="2893122"/>
                  </a:lnTo>
                  <a:lnTo>
                    <a:pt x="2475906" y="2893122"/>
                  </a:lnTo>
                  <a:lnTo>
                    <a:pt x="2476000" y="2893122"/>
                  </a:lnTo>
                  <a:lnTo>
                    <a:pt x="2476094" y="2893122"/>
                  </a:lnTo>
                  <a:lnTo>
                    <a:pt x="2476188" y="2893122"/>
                  </a:lnTo>
                  <a:lnTo>
                    <a:pt x="2476282" y="2893122"/>
                  </a:lnTo>
                  <a:lnTo>
                    <a:pt x="2476376" y="2893122"/>
                  </a:lnTo>
                  <a:lnTo>
                    <a:pt x="2476470" y="2893122"/>
                  </a:lnTo>
                  <a:lnTo>
                    <a:pt x="2476564" y="2893122"/>
                  </a:lnTo>
                  <a:lnTo>
                    <a:pt x="2476658" y="2893122"/>
                  </a:lnTo>
                  <a:lnTo>
                    <a:pt x="2476752" y="2893122"/>
                  </a:lnTo>
                  <a:lnTo>
                    <a:pt x="2476846" y="2893122"/>
                  </a:lnTo>
                  <a:lnTo>
                    <a:pt x="2476940" y="2893122"/>
                  </a:lnTo>
                  <a:lnTo>
                    <a:pt x="2477034" y="2893122"/>
                  </a:lnTo>
                  <a:lnTo>
                    <a:pt x="2477128" y="2893122"/>
                  </a:lnTo>
                  <a:lnTo>
                    <a:pt x="2477222" y="2893122"/>
                  </a:lnTo>
                  <a:lnTo>
                    <a:pt x="2477316" y="2893122"/>
                  </a:lnTo>
                  <a:lnTo>
                    <a:pt x="2477411" y="2893122"/>
                  </a:lnTo>
                  <a:lnTo>
                    <a:pt x="2477505" y="2893122"/>
                  </a:lnTo>
                  <a:lnTo>
                    <a:pt x="2477599" y="2893122"/>
                  </a:lnTo>
                  <a:lnTo>
                    <a:pt x="2477693" y="2893122"/>
                  </a:lnTo>
                  <a:lnTo>
                    <a:pt x="2477787" y="2893122"/>
                  </a:lnTo>
                  <a:lnTo>
                    <a:pt x="2477881" y="2893122"/>
                  </a:lnTo>
                  <a:lnTo>
                    <a:pt x="2477975" y="2893122"/>
                  </a:lnTo>
                  <a:lnTo>
                    <a:pt x="2478069" y="2893122"/>
                  </a:lnTo>
                  <a:lnTo>
                    <a:pt x="2478163" y="2893122"/>
                  </a:lnTo>
                  <a:lnTo>
                    <a:pt x="2478257" y="2893122"/>
                  </a:lnTo>
                  <a:lnTo>
                    <a:pt x="2478351" y="2893122"/>
                  </a:lnTo>
                  <a:lnTo>
                    <a:pt x="2478445" y="2893122"/>
                  </a:lnTo>
                  <a:lnTo>
                    <a:pt x="2478539" y="2893122"/>
                  </a:lnTo>
                  <a:lnTo>
                    <a:pt x="2478633" y="2893122"/>
                  </a:lnTo>
                  <a:lnTo>
                    <a:pt x="2478727" y="2893122"/>
                  </a:lnTo>
                  <a:lnTo>
                    <a:pt x="2478821" y="2893122"/>
                  </a:lnTo>
                  <a:lnTo>
                    <a:pt x="2478915" y="2893122"/>
                  </a:lnTo>
                  <a:lnTo>
                    <a:pt x="2479009" y="2893122"/>
                  </a:lnTo>
                  <a:lnTo>
                    <a:pt x="2479103" y="2893122"/>
                  </a:lnTo>
                  <a:lnTo>
                    <a:pt x="2479197" y="2893122"/>
                  </a:lnTo>
                  <a:lnTo>
                    <a:pt x="2479291" y="2893122"/>
                  </a:lnTo>
                  <a:lnTo>
                    <a:pt x="2479385" y="2893122"/>
                  </a:lnTo>
                  <a:lnTo>
                    <a:pt x="2479479" y="2893122"/>
                  </a:lnTo>
                  <a:lnTo>
                    <a:pt x="2479573" y="2893122"/>
                  </a:lnTo>
                  <a:lnTo>
                    <a:pt x="2479667" y="2893122"/>
                  </a:lnTo>
                  <a:lnTo>
                    <a:pt x="2479761" y="2893122"/>
                  </a:lnTo>
                  <a:lnTo>
                    <a:pt x="2479855" y="2893122"/>
                  </a:lnTo>
                  <a:lnTo>
                    <a:pt x="2479949" y="2893122"/>
                  </a:lnTo>
                  <a:lnTo>
                    <a:pt x="2480043" y="2893122"/>
                  </a:lnTo>
                  <a:lnTo>
                    <a:pt x="2480137" y="2893122"/>
                  </a:lnTo>
                  <a:lnTo>
                    <a:pt x="2480231" y="2893122"/>
                  </a:lnTo>
                  <a:lnTo>
                    <a:pt x="2480325" y="2893122"/>
                  </a:lnTo>
                  <a:lnTo>
                    <a:pt x="2480419" y="2893122"/>
                  </a:lnTo>
                  <a:lnTo>
                    <a:pt x="2480513" y="2893122"/>
                  </a:lnTo>
                  <a:lnTo>
                    <a:pt x="2480607" y="2893122"/>
                  </a:lnTo>
                  <a:lnTo>
                    <a:pt x="2480701" y="2893122"/>
                  </a:lnTo>
                  <a:lnTo>
                    <a:pt x="2480795" y="2893122"/>
                  </a:lnTo>
                  <a:lnTo>
                    <a:pt x="2480889" y="2893122"/>
                  </a:lnTo>
                  <a:lnTo>
                    <a:pt x="2480984" y="2893122"/>
                  </a:lnTo>
                  <a:lnTo>
                    <a:pt x="2481078" y="2893122"/>
                  </a:lnTo>
                  <a:lnTo>
                    <a:pt x="2481172" y="2893122"/>
                  </a:lnTo>
                  <a:lnTo>
                    <a:pt x="2481266" y="2893122"/>
                  </a:lnTo>
                  <a:lnTo>
                    <a:pt x="2481360" y="2893122"/>
                  </a:lnTo>
                  <a:lnTo>
                    <a:pt x="2481454" y="2893122"/>
                  </a:lnTo>
                  <a:lnTo>
                    <a:pt x="2481548" y="2893122"/>
                  </a:lnTo>
                  <a:lnTo>
                    <a:pt x="2481642" y="2893122"/>
                  </a:lnTo>
                  <a:lnTo>
                    <a:pt x="2481736" y="2893122"/>
                  </a:lnTo>
                  <a:lnTo>
                    <a:pt x="2481830" y="2893122"/>
                  </a:lnTo>
                  <a:lnTo>
                    <a:pt x="2481924" y="2893122"/>
                  </a:lnTo>
                  <a:lnTo>
                    <a:pt x="2482018" y="2893122"/>
                  </a:lnTo>
                  <a:lnTo>
                    <a:pt x="2482112" y="2893122"/>
                  </a:lnTo>
                  <a:lnTo>
                    <a:pt x="2482206" y="2893122"/>
                  </a:lnTo>
                  <a:lnTo>
                    <a:pt x="2482300" y="2893122"/>
                  </a:lnTo>
                  <a:lnTo>
                    <a:pt x="2482394" y="2893122"/>
                  </a:lnTo>
                  <a:lnTo>
                    <a:pt x="2482488" y="2893122"/>
                  </a:lnTo>
                  <a:lnTo>
                    <a:pt x="2482582" y="2893122"/>
                  </a:lnTo>
                  <a:lnTo>
                    <a:pt x="2482676" y="2893122"/>
                  </a:lnTo>
                  <a:lnTo>
                    <a:pt x="2482770" y="2893122"/>
                  </a:lnTo>
                  <a:lnTo>
                    <a:pt x="2482864" y="2893122"/>
                  </a:lnTo>
                  <a:lnTo>
                    <a:pt x="2482958" y="2893122"/>
                  </a:lnTo>
                  <a:lnTo>
                    <a:pt x="2483052" y="2893122"/>
                  </a:lnTo>
                  <a:lnTo>
                    <a:pt x="2483146" y="2893122"/>
                  </a:lnTo>
                  <a:lnTo>
                    <a:pt x="2483240" y="2893122"/>
                  </a:lnTo>
                  <a:lnTo>
                    <a:pt x="2483334" y="2893122"/>
                  </a:lnTo>
                  <a:lnTo>
                    <a:pt x="2483428" y="2893122"/>
                  </a:lnTo>
                  <a:lnTo>
                    <a:pt x="2483522" y="2893122"/>
                  </a:lnTo>
                  <a:lnTo>
                    <a:pt x="2483616" y="2893122"/>
                  </a:lnTo>
                  <a:lnTo>
                    <a:pt x="2483710" y="2893122"/>
                  </a:lnTo>
                  <a:lnTo>
                    <a:pt x="2483804" y="2893122"/>
                  </a:lnTo>
                  <a:lnTo>
                    <a:pt x="2483898" y="2893122"/>
                  </a:lnTo>
                  <a:lnTo>
                    <a:pt x="2483992" y="2893122"/>
                  </a:lnTo>
                  <a:lnTo>
                    <a:pt x="2484086" y="2893122"/>
                  </a:lnTo>
                  <a:lnTo>
                    <a:pt x="2484180" y="2893122"/>
                  </a:lnTo>
                  <a:lnTo>
                    <a:pt x="2484274" y="2893122"/>
                  </a:lnTo>
                  <a:lnTo>
                    <a:pt x="2484368" y="2893122"/>
                  </a:lnTo>
                  <a:lnTo>
                    <a:pt x="2484463" y="2893122"/>
                  </a:lnTo>
                  <a:lnTo>
                    <a:pt x="2484557" y="2893122"/>
                  </a:lnTo>
                  <a:lnTo>
                    <a:pt x="2484651" y="2893122"/>
                  </a:lnTo>
                  <a:lnTo>
                    <a:pt x="2484745" y="2893122"/>
                  </a:lnTo>
                  <a:lnTo>
                    <a:pt x="2484839" y="2893122"/>
                  </a:lnTo>
                  <a:lnTo>
                    <a:pt x="2484839" y="2887843"/>
                  </a:lnTo>
                  <a:lnTo>
                    <a:pt x="2484933" y="2887843"/>
                  </a:lnTo>
                  <a:lnTo>
                    <a:pt x="2485027" y="2887843"/>
                  </a:lnTo>
                  <a:lnTo>
                    <a:pt x="2485121" y="2887843"/>
                  </a:lnTo>
                  <a:lnTo>
                    <a:pt x="2485215" y="2887843"/>
                  </a:lnTo>
                  <a:lnTo>
                    <a:pt x="2485309" y="2887843"/>
                  </a:lnTo>
                  <a:lnTo>
                    <a:pt x="2485403" y="2887843"/>
                  </a:lnTo>
                  <a:lnTo>
                    <a:pt x="2485497" y="2887843"/>
                  </a:lnTo>
                  <a:lnTo>
                    <a:pt x="2485591" y="2887843"/>
                  </a:lnTo>
                  <a:lnTo>
                    <a:pt x="2485685" y="2887843"/>
                  </a:lnTo>
                  <a:lnTo>
                    <a:pt x="2485779" y="2887843"/>
                  </a:lnTo>
                  <a:lnTo>
                    <a:pt x="2485873" y="2887843"/>
                  </a:lnTo>
                  <a:lnTo>
                    <a:pt x="2485967" y="2887843"/>
                  </a:lnTo>
                  <a:lnTo>
                    <a:pt x="2486061" y="2887843"/>
                  </a:lnTo>
                  <a:lnTo>
                    <a:pt x="2486155" y="2887843"/>
                  </a:lnTo>
                  <a:lnTo>
                    <a:pt x="2486249" y="2887843"/>
                  </a:lnTo>
                  <a:lnTo>
                    <a:pt x="2486343" y="2887843"/>
                  </a:lnTo>
                  <a:lnTo>
                    <a:pt x="2486437" y="2887843"/>
                  </a:lnTo>
                  <a:lnTo>
                    <a:pt x="2486531" y="2887843"/>
                  </a:lnTo>
                  <a:lnTo>
                    <a:pt x="2486625" y="2887843"/>
                  </a:lnTo>
                  <a:lnTo>
                    <a:pt x="2486719" y="2887843"/>
                  </a:lnTo>
                  <a:lnTo>
                    <a:pt x="2486813" y="2887843"/>
                  </a:lnTo>
                  <a:lnTo>
                    <a:pt x="2486907" y="2887843"/>
                  </a:lnTo>
                  <a:lnTo>
                    <a:pt x="2487001" y="2887843"/>
                  </a:lnTo>
                  <a:lnTo>
                    <a:pt x="2487095" y="2887843"/>
                  </a:lnTo>
                  <a:lnTo>
                    <a:pt x="2487189" y="2887843"/>
                  </a:lnTo>
                  <a:lnTo>
                    <a:pt x="2487283" y="2887843"/>
                  </a:lnTo>
                  <a:lnTo>
                    <a:pt x="2487377" y="2887843"/>
                  </a:lnTo>
                  <a:lnTo>
                    <a:pt x="2487471" y="2887843"/>
                  </a:lnTo>
                  <a:lnTo>
                    <a:pt x="2487565" y="2887843"/>
                  </a:lnTo>
                  <a:lnTo>
                    <a:pt x="2487659" y="2887843"/>
                  </a:lnTo>
                  <a:lnTo>
                    <a:pt x="2487753" y="2887843"/>
                  </a:lnTo>
                  <a:lnTo>
                    <a:pt x="2487847" y="2887843"/>
                  </a:lnTo>
                  <a:lnTo>
                    <a:pt x="2487941" y="2887843"/>
                  </a:lnTo>
                  <a:lnTo>
                    <a:pt x="2488036" y="2887843"/>
                  </a:lnTo>
                  <a:lnTo>
                    <a:pt x="2488130" y="2887843"/>
                  </a:lnTo>
                  <a:lnTo>
                    <a:pt x="2488224" y="2887843"/>
                  </a:lnTo>
                  <a:lnTo>
                    <a:pt x="2488318" y="2887843"/>
                  </a:lnTo>
                  <a:lnTo>
                    <a:pt x="2488412" y="2887843"/>
                  </a:lnTo>
                  <a:lnTo>
                    <a:pt x="2488506" y="2887843"/>
                  </a:lnTo>
                  <a:lnTo>
                    <a:pt x="2488600" y="2887843"/>
                  </a:lnTo>
                  <a:lnTo>
                    <a:pt x="2488694" y="2887843"/>
                  </a:lnTo>
                  <a:lnTo>
                    <a:pt x="2488788" y="2887843"/>
                  </a:lnTo>
                  <a:lnTo>
                    <a:pt x="2488882" y="2887843"/>
                  </a:lnTo>
                  <a:lnTo>
                    <a:pt x="2488882" y="2882564"/>
                  </a:lnTo>
                  <a:lnTo>
                    <a:pt x="2488976" y="2882564"/>
                  </a:lnTo>
                  <a:lnTo>
                    <a:pt x="2489070" y="2882564"/>
                  </a:lnTo>
                  <a:lnTo>
                    <a:pt x="2489164" y="2882564"/>
                  </a:lnTo>
                  <a:lnTo>
                    <a:pt x="2489258" y="2882564"/>
                  </a:lnTo>
                  <a:lnTo>
                    <a:pt x="2489258" y="2877284"/>
                  </a:lnTo>
                  <a:lnTo>
                    <a:pt x="2489352" y="2877284"/>
                  </a:lnTo>
                  <a:lnTo>
                    <a:pt x="2489446" y="2877284"/>
                  </a:lnTo>
                  <a:lnTo>
                    <a:pt x="2489540" y="2877284"/>
                  </a:lnTo>
                  <a:lnTo>
                    <a:pt x="2489634" y="2877284"/>
                  </a:lnTo>
                  <a:lnTo>
                    <a:pt x="2489728" y="2877284"/>
                  </a:lnTo>
                  <a:lnTo>
                    <a:pt x="2489822" y="2877284"/>
                  </a:lnTo>
                  <a:lnTo>
                    <a:pt x="2489916" y="2877284"/>
                  </a:lnTo>
                  <a:lnTo>
                    <a:pt x="2490010" y="2877284"/>
                  </a:lnTo>
                  <a:lnTo>
                    <a:pt x="2490104" y="2877284"/>
                  </a:lnTo>
                  <a:lnTo>
                    <a:pt x="2490198" y="2877284"/>
                  </a:lnTo>
                  <a:lnTo>
                    <a:pt x="2490292" y="2877284"/>
                  </a:lnTo>
                  <a:lnTo>
                    <a:pt x="2490292" y="2872005"/>
                  </a:lnTo>
                  <a:lnTo>
                    <a:pt x="2490386" y="2872005"/>
                  </a:lnTo>
                  <a:lnTo>
                    <a:pt x="2490480" y="2872005"/>
                  </a:lnTo>
                  <a:lnTo>
                    <a:pt x="2490574" y="2872005"/>
                  </a:lnTo>
                  <a:lnTo>
                    <a:pt x="2490668" y="2872005"/>
                  </a:lnTo>
                  <a:lnTo>
                    <a:pt x="2490762" y="2872005"/>
                  </a:lnTo>
                  <a:lnTo>
                    <a:pt x="2490856" y="2872005"/>
                  </a:lnTo>
                  <a:lnTo>
                    <a:pt x="2490950" y="2872005"/>
                  </a:lnTo>
                  <a:lnTo>
                    <a:pt x="2490950" y="2866725"/>
                  </a:lnTo>
                  <a:lnTo>
                    <a:pt x="2491044" y="2866725"/>
                  </a:lnTo>
                  <a:lnTo>
                    <a:pt x="2491138" y="2866725"/>
                  </a:lnTo>
                  <a:lnTo>
                    <a:pt x="2491232" y="2866725"/>
                  </a:lnTo>
                  <a:lnTo>
                    <a:pt x="2491326" y="2866725"/>
                  </a:lnTo>
                  <a:lnTo>
                    <a:pt x="2491420" y="2866725"/>
                  </a:lnTo>
                  <a:lnTo>
                    <a:pt x="2491514" y="2866725"/>
                  </a:lnTo>
                  <a:lnTo>
                    <a:pt x="2491609" y="2866725"/>
                  </a:lnTo>
                  <a:lnTo>
                    <a:pt x="2491703" y="2866725"/>
                  </a:lnTo>
                  <a:lnTo>
                    <a:pt x="2491797" y="2866725"/>
                  </a:lnTo>
                  <a:lnTo>
                    <a:pt x="2491891" y="2866725"/>
                  </a:lnTo>
                  <a:lnTo>
                    <a:pt x="2491985" y="2866725"/>
                  </a:lnTo>
                  <a:lnTo>
                    <a:pt x="2492079" y="2866725"/>
                  </a:lnTo>
                  <a:lnTo>
                    <a:pt x="2492173" y="2866725"/>
                  </a:lnTo>
                  <a:lnTo>
                    <a:pt x="2492267" y="2866725"/>
                  </a:lnTo>
                  <a:lnTo>
                    <a:pt x="2492361" y="2866725"/>
                  </a:lnTo>
                  <a:lnTo>
                    <a:pt x="2492455" y="2866725"/>
                  </a:lnTo>
                  <a:lnTo>
                    <a:pt x="2492549" y="2866725"/>
                  </a:lnTo>
                  <a:lnTo>
                    <a:pt x="2492643" y="2866725"/>
                  </a:lnTo>
                  <a:lnTo>
                    <a:pt x="2492737" y="2866725"/>
                  </a:lnTo>
                  <a:lnTo>
                    <a:pt x="2492831" y="2866725"/>
                  </a:lnTo>
                  <a:lnTo>
                    <a:pt x="2492925" y="2866725"/>
                  </a:lnTo>
                  <a:lnTo>
                    <a:pt x="2493019" y="2866725"/>
                  </a:lnTo>
                  <a:lnTo>
                    <a:pt x="2493113" y="2866725"/>
                  </a:lnTo>
                  <a:lnTo>
                    <a:pt x="2493207" y="2866725"/>
                  </a:lnTo>
                  <a:lnTo>
                    <a:pt x="2493301" y="2866725"/>
                  </a:lnTo>
                  <a:lnTo>
                    <a:pt x="2493395" y="2866725"/>
                  </a:lnTo>
                  <a:lnTo>
                    <a:pt x="2493395" y="2861446"/>
                  </a:lnTo>
                  <a:lnTo>
                    <a:pt x="2493489" y="2861446"/>
                  </a:lnTo>
                  <a:lnTo>
                    <a:pt x="2493583" y="2861446"/>
                  </a:lnTo>
                  <a:lnTo>
                    <a:pt x="2493677" y="2861446"/>
                  </a:lnTo>
                  <a:lnTo>
                    <a:pt x="2493771" y="2861446"/>
                  </a:lnTo>
                  <a:lnTo>
                    <a:pt x="2493865" y="2861446"/>
                  </a:lnTo>
                  <a:lnTo>
                    <a:pt x="2493959" y="2861446"/>
                  </a:lnTo>
                  <a:lnTo>
                    <a:pt x="2494053" y="2861446"/>
                  </a:lnTo>
                  <a:lnTo>
                    <a:pt x="2494147" y="2861446"/>
                  </a:lnTo>
                  <a:lnTo>
                    <a:pt x="2494241" y="2861446"/>
                  </a:lnTo>
                  <a:lnTo>
                    <a:pt x="2494335" y="2861446"/>
                  </a:lnTo>
                  <a:lnTo>
                    <a:pt x="2494429" y="2861446"/>
                  </a:lnTo>
                  <a:lnTo>
                    <a:pt x="2494523" y="2861446"/>
                  </a:lnTo>
                  <a:lnTo>
                    <a:pt x="2494617" y="2861446"/>
                  </a:lnTo>
                  <a:lnTo>
                    <a:pt x="2494711" y="2861446"/>
                  </a:lnTo>
                  <a:lnTo>
                    <a:pt x="2494805" y="2861446"/>
                  </a:lnTo>
                  <a:lnTo>
                    <a:pt x="2494899" y="2861446"/>
                  </a:lnTo>
                  <a:lnTo>
                    <a:pt x="2494993" y="2861446"/>
                  </a:lnTo>
                  <a:lnTo>
                    <a:pt x="2495087" y="2861446"/>
                  </a:lnTo>
                  <a:lnTo>
                    <a:pt x="2495182" y="2861446"/>
                  </a:lnTo>
                  <a:lnTo>
                    <a:pt x="2495276" y="2861446"/>
                  </a:lnTo>
                  <a:lnTo>
                    <a:pt x="2495370" y="2861446"/>
                  </a:lnTo>
                  <a:lnTo>
                    <a:pt x="2495464" y="2861446"/>
                  </a:lnTo>
                  <a:lnTo>
                    <a:pt x="2495558" y="2861446"/>
                  </a:lnTo>
                  <a:lnTo>
                    <a:pt x="2495652" y="2861446"/>
                  </a:lnTo>
                  <a:lnTo>
                    <a:pt x="2495746" y="2861446"/>
                  </a:lnTo>
                  <a:lnTo>
                    <a:pt x="2495840" y="2861446"/>
                  </a:lnTo>
                  <a:lnTo>
                    <a:pt x="2495934" y="2861446"/>
                  </a:lnTo>
                  <a:lnTo>
                    <a:pt x="2496028" y="2861446"/>
                  </a:lnTo>
                  <a:lnTo>
                    <a:pt x="2496122" y="2861446"/>
                  </a:lnTo>
                  <a:lnTo>
                    <a:pt x="2496216" y="2861446"/>
                  </a:lnTo>
                  <a:lnTo>
                    <a:pt x="2496310" y="2861446"/>
                  </a:lnTo>
                  <a:lnTo>
                    <a:pt x="2496404" y="2861446"/>
                  </a:lnTo>
                  <a:lnTo>
                    <a:pt x="2496498" y="2861446"/>
                  </a:lnTo>
                  <a:lnTo>
                    <a:pt x="2496592" y="2861446"/>
                  </a:lnTo>
                  <a:lnTo>
                    <a:pt x="2496686" y="2861446"/>
                  </a:lnTo>
                  <a:lnTo>
                    <a:pt x="2496780" y="2861446"/>
                  </a:lnTo>
                  <a:lnTo>
                    <a:pt x="2496874" y="2861446"/>
                  </a:lnTo>
                  <a:lnTo>
                    <a:pt x="2496968" y="2861446"/>
                  </a:lnTo>
                  <a:lnTo>
                    <a:pt x="2497062" y="2861446"/>
                  </a:lnTo>
                  <a:lnTo>
                    <a:pt x="2497156" y="2861446"/>
                  </a:lnTo>
                  <a:lnTo>
                    <a:pt x="2497250" y="2861446"/>
                  </a:lnTo>
                  <a:lnTo>
                    <a:pt x="2497344" y="2861446"/>
                  </a:lnTo>
                  <a:lnTo>
                    <a:pt x="2497438" y="2861446"/>
                  </a:lnTo>
                  <a:lnTo>
                    <a:pt x="2497532" y="2861446"/>
                  </a:lnTo>
                  <a:lnTo>
                    <a:pt x="2497626" y="2861446"/>
                  </a:lnTo>
                  <a:lnTo>
                    <a:pt x="2497720" y="2861446"/>
                  </a:lnTo>
                  <a:lnTo>
                    <a:pt x="2497814" y="2861446"/>
                  </a:lnTo>
                  <a:lnTo>
                    <a:pt x="2497908" y="2861446"/>
                  </a:lnTo>
                  <a:lnTo>
                    <a:pt x="2498002" y="2861446"/>
                  </a:lnTo>
                  <a:lnTo>
                    <a:pt x="2498096" y="2861446"/>
                  </a:lnTo>
                  <a:lnTo>
                    <a:pt x="2498190" y="2861446"/>
                  </a:lnTo>
                  <a:lnTo>
                    <a:pt x="2498284" y="2861446"/>
                  </a:lnTo>
                  <a:lnTo>
                    <a:pt x="2498378" y="2861446"/>
                  </a:lnTo>
                  <a:lnTo>
                    <a:pt x="2498472" y="2861446"/>
                  </a:lnTo>
                  <a:lnTo>
                    <a:pt x="2498566" y="2861446"/>
                  </a:lnTo>
                  <a:lnTo>
                    <a:pt x="2498661" y="2861446"/>
                  </a:lnTo>
                  <a:lnTo>
                    <a:pt x="2498755" y="2861446"/>
                  </a:lnTo>
                  <a:lnTo>
                    <a:pt x="2498849" y="2861446"/>
                  </a:lnTo>
                  <a:lnTo>
                    <a:pt x="2498943" y="2861446"/>
                  </a:lnTo>
                  <a:lnTo>
                    <a:pt x="2499037" y="2861446"/>
                  </a:lnTo>
                  <a:lnTo>
                    <a:pt x="2499131" y="2861446"/>
                  </a:lnTo>
                  <a:lnTo>
                    <a:pt x="2499225" y="2861446"/>
                  </a:lnTo>
                  <a:lnTo>
                    <a:pt x="2499319" y="2861446"/>
                  </a:lnTo>
                  <a:lnTo>
                    <a:pt x="2499413" y="2861446"/>
                  </a:lnTo>
                  <a:lnTo>
                    <a:pt x="2499507" y="2861446"/>
                  </a:lnTo>
                  <a:lnTo>
                    <a:pt x="2499601" y="2861446"/>
                  </a:lnTo>
                  <a:lnTo>
                    <a:pt x="2499695" y="2861446"/>
                  </a:lnTo>
                  <a:lnTo>
                    <a:pt x="2499789" y="2861446"/>
                  </a:lnTo>
                  <a:lnTo>
                    <a:pt x="2499883" y="2861446"/>
                  </a:lnTo>
                  <a:lnTo>
                    <a:pt x="2499977" y="2861446"/>
                  </a:lnTo>
                  <a:lnTo>
                    <a:pt x="2500071" y="2861446"/>
                  </a:lnTo>
                  <a:lnTo>
                    <a:pt x="2500165" y="2861446"/>
                  </a:lnTo>
                  <a:lnTo>
                    <a:pt x="2500259" y="2861446"/>
                  </a:lnTo>
                  <a:lnTo>
                    <a:pt x="2500353" y="2861446"/>
                  </a:lnTo>
                  <a:lnTo>
                    <a:pt x="2500447" y="2861446"/>
                  </a:lnTo>
                  <a:lnTo>
                    <a:pt x="2500541" y="2861446"/>
                  </a:lnTo>
                  <a:lnTo>
                    <a:pt x="2500635" y="2861446"/>
                  </a:lnTo>
                  <a:lnTo>
                    <a:pt x="2500729" y="2861446"/>
                  </a:lnTo>
                  <a:lnTo>
                    <a:pt x="2500823" y="2861446"/>
                  </a:lnTo>
                  <a:lnTo>
                    <a:pt x="2500917" y="2861446"/>
                  </a:lnTo>
                  <a:lnTo>
                    <a:pt x="2501011" y="2861446"/>
                  </a:lnTo>
                  <a:lnTo>
                    <a:pt x="2501105" y="2861446"/>
                  </a:lnTo>
                  <a:lnTo>
                    <a:pt x="2501199" y="2861446"/>
                  </a:lnTo>
                  <a:lnTo>
                    <a:pt x="2501293" y="2861446"/>
                  </a:lnTo>
                  <a:lnTo>
                    <a:pt x="2501387" y="2861446"/>
                  </a:lnTo>
                  <a:lnTo>
                    <a:pt x="2501481" y="2861446"/>
                  </a:lnTo>
                  <a:lnTo>
                    <a:pt x="2501575" y="2861446"/>
                  </a:lnTo>
                  <a:lnTo>
                    <a:pt x="2501669" y="2861446"/>
                  </a:lnTo>
                  <a:lnTo>
                    <a:pt x="2501763" y="2861446"/>
                  </a:lnTo>
                  <a:lnTo>
                    <a:pt x="2501857" y="2861446"/>
                  </a:lnTo>
                  <a:lnTo>
                    <a:pt x="2501951" y="2861446"/>
                  </a:lnTo>
                  <a:lnTo>
                    <a:pt x="2502045" y="2861446"/>
                  </a:lnTo>
                  <a:lnTo>
                    <a:pt x="2502139" y="2861446"/>
                  </a:lnTo>
                  <a:lnTo>
                    <a:pt x="2502234" y="2861446"/>
                  </a:lnTo>
                  <a:lnTo>
                    <a:pt x="2502328" y="2861446"/>
                  </a:lnTo>
                  <a:lnTo>
                    <a:pt x="2502422" y="2861446"/>
                  </a:lnTo>
                  <a:lnTo>
                    <a:pt x="2502516" y="2861446"/>
                  </a:lnTo>
                  <a:lnTo>
                    <a:pt x="2502610" y="2861446"/>
                  </a:lnTo>
                  <a:lnTo>
                    <a:pt x="2502704" y="2861446"/>
                  </a:lnTo>
                  <a:lnTo>
                    <a:pt x="2502798" y="2861446"/>
                  </a:lnTo>
                  <a:lnTo>
                    <a:pt x="2502892" y="2861446"/>
                  </a:lnTo>
                  <a:lnTo>
                    <a:pt x="2502986" y="2861446"/>
                  </a:lnTo>
                  <a:lnTo>
                    <a:pt x="2503080" y="2861446"/>
                  </a:lnTo>
                  <a:lnTo>
                    <a:pt x="2503174" y="2861446"/>
                  </a:lnTo>
                  <a:lnTo>
                    <a:pt x="2503268" y="2861446"/>
                  </a:lnTo>
                  <a:lnTo>
                    <a:pt x="2503362" y="2861446"/>
                  </a:lnTo>
                  <a:lnTo>
                    <a:pt x="2503456" y="2861446"/>
                  </a:lnTo>
                  <a:lnTo>
                    <a:pt x="2503550" y="2861446"/>
                  </a:lnTo>
                  <a:lnTo>
                    <a:pt x="2503644" y="2861446"/>
                  </a:lnTo>
                  <a:lnTo>
                    <a:pt x="2503738" y="2861446"/>
                  </a:lnTo>
                  <a:lnTo>
                    <a:pt x="2503832" y="2861446"/>
                  </a:lnTo>
                  <a:lnTo>
                    <a:pt x="2503926" y="2861446"/>
                  </a:lnTo>
                  <a:lnTo>
                    <a:pt x="2504020" y="2861446"/>
                  </a:lnTo>
                  <a:lnTo>
                    <a:pt x="2504114" y="2861446"/>
                  </a:lnTo>
                  <a:lnTo>
                    <a:pt x="2504208" y="2861446"/>
                  </a:lnTo>
                  <a:lnTo>
                    <a:pt x="2504302" y="2861446"/>
                  </a:lnTo>
                  <a:lnTo>
                    <a:pt x="2504396" y="2861446"/>
                  </a:lnTo>
                  <a:lnTo>
                    <a:pt x="2504490" y="2861446"/>
                  </a:lnTo>
                  <a:lnTo>
                    <a:pt x="2504584" y="2861446"/>
                  </a:lnTo>
                  <a:lnTo>
                    <a:pt x="2504678" y="2861446"/>
                  </a:lnTo>
                  <a:lnTo>
                    <a:pt x="2504772" y="2861446"/>
                  </a:lnTo>
                  <a:lnTo>
                    <a:pt x="2504866" y="2861446"/>
                  </a:lnTo>
                  <a:lnTo>
                    <a:pt x="2504960" y="2861446"/>
                  </a:lnTo>
                  <a:lnTo>
                    <a:pt x="2505054" y="2861446"/>
                  </a:lnTo>
                  <a:lnTo>
                    <a:pt x="2505148" y="2861446"/>
                  </a:lnTo>
                  <a:lnTo>
                    <a:pt x="2505242" y="2861446"/>
                  </a:lnTo>
                  <a:lnTo>
                    <a:pt x="2505336" y="2861446"/>
                  </a:lnTo>
                  <a:lnTo>
                    <a:pt x="2505430" y="2861446"/>
                  </a:lnTo>
                  <a:lnTo>
                    <a:pt x="2505524" y="2861446"/>
                  </a:lnTo>
                  <a:lnTo>
                    <a:pt x="2505524" y="2856166"/>
                  </a:lnTo>
                  <a:lnTo>
                    <a:pt x="2505618" y="2856166"/>
                  </a:lnTo>
                  <a:lnTo>
                    <a:pt x="2505712" y="2856166"/>
                  </a:lnTo>
                  <a:lnTo>
                    <a:pt x="2505807" y="2856166"/>
                  </a:lnTo>
                  <a:lnTo>
                    <a:pt x="2505901" y="2856166"/>
                  </a:lnTo>
                  <a:lnTo>
                    <a:pt x="2505995" y="2856166"/>
                  </a:lnTo>
                  <a:lnTo>
                    <a:pt x="2506089" y="2856166"/>
                  </a:lnTo>
                  <a:lnTo>
                    <a:pt x="2506183" y="2856166"/>
                  </a:lnTo>
                  <a:lnTo>
                    <a:pt x="2506277" y="2856166"/>
                  </a:lnTo>
                  <a:lnTo>
                    <a:pt x="2506371" y="2856166"/>
                  </a:lnTo>
                  <a:lnTo>
                    <a:pt x="2506465" y="2856166"/>
                  </a:lnTo>
                  <a:lnTo>
                    <a:pt x="2506559" y="2856166"/>
                  </a:lnTo>
                  <a:lnTo>
                    <a:pt x="2506653" y="2856166"/>
                  </a:lnTo>
                  <a:lnTo>
                    <a:pt x="2506747" y="2856166"/>
                  </a:lnTo>
                  <a:lnTo>
                    <a:pt x="2506841" y="2856166"/>
                  </a:lnTo>
                  <a:lnTo>
                    <a:pt x="2506935" y="2856166"/>
                  </a:lnTo>
                  <a:lnTo>
                    <a:pt x="2507029" y="2856166"/>
                  </a:lnTo>
                  <a:lnTo>
                    <a:pt x="2507123" y="2856166"/>
                  </a:lnTo>
                  <a:lnTo>
                    <a:pt x="2507217" y="2856166"/>
                  </a:lnTo>
                  <a:lnTo>
                    <a:pt x="2507311" y="2856166"/>
                  </a:lnTo>
                  <a:lnTo>
                    <a:pt x="2507405" y="2856166"/>
                  </a:lnTo>
                  <a:lnTo>
                    <a:pt x="2507499" y="2856166"/>
                  </a:lnTo>
                  <a:lnTo>
                    <a:pt x="2507593" y="2856166"/>
                  </a:lnTo>
                  <a:lnTo>
                    <a:pt x="2507687" y="2856166"/>
                  </a:lnTo>
                  <a:lnTo>
                    <a:pt x="2507781" y="2856166"/>
                  </a:lnTo>
                  <a:lnTo>
                    <a:pt x="2507875" y="2856166"/>
                  </a:lnTo>
                  <a:lnTo>
                    <a:pt x="2507969" y="2856166"/>
                  </a:lnTo>
                  <a:lnTo>
                    <a:pt x="2508063" y="2856166"/>
                  </a:lnTo>
                  <a:lnTo>
                    <a:pt x="2508157" y="2856166"/>
                  </a:lnTo>
                  <a:lnTo>
                    <a:pt x="2508251" y="2856166"/>
                  </a:lnTo>
                  <a:lnTo>
                    <a:pt x="2508251" y="2850887"/>
                  </a:lnTo>
                  <a:lnTo>
                    <a:pt x="2508345" y="2850887"/>
                  </a:lnTo>
                  <a:lnTo>
                    <a:pt x="2508439" y="2850887"/>
                  </a:lnTo>
                  <a:lnTo>
                    <a:pt x="2508533" y="2850887"/>
                  </a:lnTo>
                  <a:lnTo>
                    <a:pt x="2508627" y="2850887"/>
                  </a:lnTo>
                  <a:lnTo>
                    <a:pt x="2508721" y="2850887"/>
                  </a:lnTo>
                  <a:lnTo>
                    <a:pt x="2508815" y="2850887"/>
                  </a:lnTo>
                  <a:lnTo>
                    <a:pt x="2508909" y="2850887"/>
                  </a:lnTo>
                  <a:lnTo>
                    <a:pt x="2509003" y="2850887"/>
                  </a:lnTo>
                  <a:lnTo>
                    <a:pt x="2509097" y="2850887"/>
                  </a:lnTo>
                  <a:lnTo>
                    <a:pt x="2509191" y="2850887"/>
                  </a:lnTo>
                  <a:lnTo>
                    <a:pt x="2509286" y="2850887"/>
                  </a:lnTo>
                  <a:lnTo>
                    <a:pt x="2509380" y="2850887"/>
                  </a:lnTo>
                  <a:lnTo>
                    <a:pt x="2509474" y="2850887"/>
                  </a:lnTo>
                  <a:lnTo>
                    <a:pt x="2509568" y="2850887"/>
                  </a:lnTo>
                  <a:lnTo>
                    <a:pt x="2509662" y="2850887"/>
                  </a:lnTo>
                  <a:lnTo>
                    <a:pt x="2509756" y="2850887"/>
                  </a:lnTo>
                  <a:lnTo>
                    <a:pt x="2509850" y="2850887"/>
                  </a:lnTo>
                  <a:lnTo>
                    <a:pt x="2509944" y="2850887"/>
                  </a:lnTo>
                  <a:lnTo>
                    <a:pt x="2510038" y="2850887"/>
                  </a:lnTo>
                  <a:lnTo>
                    <a:pt x="2510132" y="2850887"/>
                  </a:lnTo>
                  <a:lnTo>
                    <a:pt x="2510226" y="2850887"/>
                  </a:lnTo>
                  <a:lnTo>
                    <a:pt x="2510320" y="2850887"/>
                  </a:lnTo>
                  <a:lnTo>
                    <a:pt x="2510414" y="2850887"/>
                  </a:lnTo>
                  <a:lnTo>
                    <a:pt x="2510508" y="2850887"/>
                  </a:lnTo>
                  <a:lnTo>
                    <a:pt x="2510602" y="2850887"/>
                  </a:lnTo>
                  <a:lnTo>
                    <a:pt x="2510696" y="2850887"/>
                  </a:lnTo>
                  <a:lnTo>
                    <a:pt x="2510790" y="2850887"/>
                  </a:lnTo>
                  <a:lnTo>
                    <a:pt x="2510790" y="2845608"/>
                  </a:lnTo>
                  <a:lnTo>
                    <a:pt x="2510884" y="2845608"/>
                  </a:lnTo>
                  <a:lnTo>
                    <a:pt x="2510978" y="2845608"/>
                  </a:lnTo>
                  <a:lnTo>
                    <a:pt x="2511072" y="2845608"/>
                  </a:lnTo>
                  <a:lnTo>
                    <a:pt x="2511166" y="2845608"/>
                  </a:lnTo>
                  <a:lnTo>
                    <a:pt x="2511260" y="2845608"/>
                  </a:lnTo>
                  <a:lnTo>
                    <a:pt x="2511354" y="2845608"/>
                  </a:lnTo>
                  <a:lnTo>
                    <a:pt x="2511448" y="2845608"/>
                  </a:lnTo>
                  <a:lnTo>
                    <a:pt x="2511542" y="2845608"/>
                  </a:lnTo>
                  <a:lnTo>
                    <a:pt x="2511636" y="2845608"/>
                  </a:lnTo>
                  <a:lnTo>
                    <a:pt x="2511730" y="2845608"/>
                  </a:lnTo>
                  <a:lnTo>
                    <a:pt x="2511824" y="2845608"/>
                  </a:lnTo>
                  <a:lnTo>
                    <a:pt x="2511918" y="2845608"/>
                  </a:lnTo>
                  <a:lnTo>
                    <a:pt x="2512012" y="2845608"/>
                  </a:lnTo>
                  <a:lnTo>
                    <a:pt x="2512106" y="2845608"/>
                  </a:lnTo>
                  <a:lnTo>
                    <a:pt x="2512200" y="2845608"/>
                  </a:lnTo>
                  <a:lnTo>
                    <a:pt x="2512294" y="2845608"/>
                  </a:lnTo>
                  <a:lnTo>
                    <a:pt x="2512388" y="2845608"/>
                  </a:lnTo>
                  <a:lnTo>
                    <a:pt x="2512482" y="2845608"/>
                  </a:lnTo>
                  <a:lnTo>
                    <a:pt x="2512576" y="2845608"/>
                  </a:lnTo>
                  <a:lnTo>
                    <a:pt x="2512670" y="2845608"/>
                  </a:lnTo>
                  <a:lnTo>
                    <a:pt x="2512764" y="2845608"/>
                  </a:lnTo>
                  <a:lnTo>
                    <a:pt x="2512859" y="2845608"/>
                  </a:lnTo>
                  <a:lnTo>
                    <a:pt x="2512953" y="2845608"/>
                  </a:lnTo>
                  <a:lnTo>
                    <a:pt x="2513047" y="2845608"/>
                  </a:lnTo>
                  <a:lnTo>
                    <a:pt x="2513141" y="2845608"/>
                  </a:lnTo>
                  <a:lnTo>
                    <a:pt x="2513235" y="2845608"/>
                  </a:lnTo>
                  <a:lnTo>
                    <a:pt x="2513329" y="2845608"/>
                  </a:lnTo>
                  <a:lnTo>
                    <a:pt x="2513423" y="2845608"/>
                  </a:lnTo>
                  <a:lnTo>
                    <a:pt x="2513517" y="2845608"/>
                  </a:lnTo>
                  <a:lnTo>
                    <a:pt x="2513611" y="2845608"/>
                  </a:lnTo>
                  <a:lnTo>
                    <a:pt x="2513705" y="2845608"/>
                  </a:lnTo>
                  <a:lnTo>
                    <a:pt x="2513799" y="2845608"/>
                  </a:lnTo>
                  <a:lnTo>
                    <a:pt x="2513893" y="2845608"/>
                  </a:lnTo>
                  <a:lnTo>
                    <a:pt x="2513987" y="2845608"/>
                  </a:lnTo>
                  <a:lnTo>
                    <a:pt x="2514081" y="2845608"/>
                  </a:lnTo>
                  <a:lnTo>
                    <a:pt x="2514175" y="2845608"/>
                  </a:lnTo>
                  <a:lnTo>
                    <a:pt x="2514269" y="2845608"/>
                  </a:lnTo>
                  <a:lnTo>
                    <a:pt x="2514363" y="2845608"/>
                  </a:lnTo>
                  <a:lnTo>
                    <a:pt x="2514457" y="2845608"/>
                  </a:lnTo>
                  <a:lnTo>
                    <a:pt x="2514551" y="2845608"/>
                  </a:lnTo>
                  <a:lnTo>
                    <a:pt x="2514645" y="2845608"/>
                  </a:lnTo>
                  <a:lnTo>
                    <a:pt x="2514739" y="2845608"/>
                  </a:lnTo>
                  <a:lnTo>
                    <a:pt x="2514833" y="2845608"/>
                  </a:lnTo>
                  <a:lnTo>
                    <a:pt x="2514927" y="2845608"/>
                  </a:lnTo>
                  <a:lnTo>
                    <a:pt x="2515021" y="2845608"/>
                  </a:lnTo>
                  <a:lnTo>
                    <a:pt x="2515115" y="2845608"/>
                  </a:lnTo>
                  <a:lnTo>
                    <a:pt x="2515209" y="2845608"/>
                  </a:lnTo>
                  <a:lnTo>
                    <a:pt x="2515303" y="2845608"/>
                  </a:lnTo>
                  <a:lnTo>
                    <a:pt x="2515397" y="2845608"/>
                  </a:lnTo>
                  <a:lnTo>
                    <a:pt x="2515491" y="2845608"/>
                  </a:lnTo>
                  <a:lnTo>
                    <a:pt x="2515585" y="2845608"/>
                  </a:lnTo>
                  <a:lnTo>
                    <a:pt x="2515679" y="2845608"/>
                  </a:lnTo>
                  <a:lnTo>
                    <a:pt x="2515773" y="2845608"/>
                  </a:lnTo>
                  <a:lnTo>
                    <a:pt x="2515867" y="2845608"/>
                  </a:lnTo>
                  <a:lnTo>
                    <a:pt x="2515961" y="2845608"/>
                  </a:lnTo>
                  <a:lnTo>
                    <a:pt x="2516055" y="2845608"/>
                  </a:lnTo>
                  <a:lnTo>
                    <a:pt x="2516149" y="2845608"/>
                  </a:lnTo>
                  <a:lnTo>
                    <a:pt x="2516243" y="2845608"/>
                  </a:lnTo>
                  <a:lnTo>
                    <a:pt x="2516337" y="2845608"/>
                  </a:lnTo>
                  <a:lnTo>
                    <a:pt x="2516432" y="2845608"/>
                  </a:lnTo>
                  <a:lnTo>
                    <a:pt x="2516526" y="2845608"/>
                  </a:lnTo>
                  <a:lnTo>
                    <a:pt x="2516620" y="2845608"/>
                  </a:lnTo>
                  <a:lnTo>
                    <a:pt x="2516714" y="2845608"/>
                  </a:lnTo>
                  <a:lnTo>
                    <a:pt x="2516808" y="2845608"/>
                  </a:lnTo>
                  <a:lnTo>
                    <a:pt x="2516808" y="2840328"/>
                  </a:lnTo>
                  <a:lnTo>
                    <a:pt x="2516902" y="2840328"/>
                  </a:lnTo>
                  <a:lnTo>
                    <a:pt x="2516996" y="2840328"/>
                  </a:lnTo>
                  <a:lnTo>
                    <a:pt x="2517090" y="2840328"/>
                  </a:lnTo>
                  <a:lnTo>
                    <a:pt x="2517184" y="2840328"/>
                  </a:lnTo>
                  <a:lnTo>
                    <a:pt x="2517278" y="2840328"/>
                  </a:lnTo>
                  <a:lnTo>
                    <a:pt x="2517372" y="2840328"/>
                  </a:lnTo>
                  <a:lnTo>
                    <a:pt x="2517466" y="2840328"/>
                  </a:lnTo>
                  <a:lnTo>
                    <a:pt x="2517560" y="2840328"/>
                  </a:lnTo>
                  <a:lnTo>
                    <a:pt x="2517654" y="2840328"/>
                  </a:lnTo>
                  <a:lnTo>
                    <a:pt x="2517748" y="2840328"/>
                  </a:lnTo>
                  <a:lnTo>
                    <a:pt x="2517842" y="2840328"/>
                  </a:lnTo>
                  <a:lnTo>
                    <a:pt x="2517936" y="2840328"/>
                  </a:lnTo>
                  <a:lnTo>
                    <a:pt x="2518030" y="2840328"/>
                  </a:lnTo>
                  <a:lnTo>
                    <a:pt x="2518124" y="2840328"/>
                  </a:lnTo>
                  <a:lnTo>
                    <a:pt x="2518218" y="2840328"/>
                  </a:lnTo>
                  <a:lnTo>
                    <a:pt x="2518312" y="2840328"/>
                  </a:lnTo>
                  <a:lnTo>
                    <a:pt x="2518406" y="2840328"/>
                  </a:lnTo>
                  <a:lnTo>
                    <a:pt x="2518500" y="2840328"/>
                  </a:lnTo>
                  <a:lnTo>
                    <a:pt x="2518594" y="2840328"/>
                  </a:lnTo>
                  <a:lnTo>
                    <a:pt x="2518688" y="2840328"/>
                  </a:lnTo>
                  <a:lnTo>
                    <a:pt x="2518782" y="2840328"/>
                  </a:lnTo>
                  <a:lnTo>
                    <a:pt x="2518876" y="2840328"/>
                  </a:lnTo>
                  <a:lnTo>
                    <a:pt x="2518876" y="2835049"/>
                  </a:lnTo>
                  <a:lnTo>
                    <a:pt x="2518970" y="2835049"/>
                  </a:lnTo>
                  <a:lnTo>
                    <a:pt x="2519064" y="2835049"/>
                  </a:lnTo>
                  <a:lnTo>
                    <a:pt x="2519158" y="2835049"/>
                  </a:lnTo>
                  <a:lnTo>
                    <a:pt x="2519252" y="2835049"/>
                  </a:lnTo>
                  <a:lnTo>
                    <a:pt x="2519346" y="2835049"/>
                  </a:lnTo>
                  <a:lnTo>
                    <a:pt x="2519440" y="2835049"/>
                  </a:lnTo>
                  <a:lnTo>
                    <a:pt x="2519534" y="2835049"/>
                  </a:lnTo>
                  <a:lnTo>
                    <a:pt x="2519628" y="2835049"/>
                  </a:lnTo>
                  <a:lnTo>
                    <a:pt x="2519722" y="2835049"/>
                  </a:lnTo>
                  <a:lnTo>
                    <a:pt x="2519816" y="2835049"/>
                  </a:lnTo>
                  <a:lnTo>
                    <a:pt x="2519911" y="2835049"/>
                  </a:lnTo>
                  <a:lnTo>
                    <a:pt x="2520005" y="2835049"/>
                  </a:lnTo>
                  <a:lnTo>
                    <a:pt x="2520099" y="2835049"/>
                  </a:lnTo>
                  <a:lnTo>
                    <a:pt x="2520193" y="2835049"/>
                  </a:lnTo>
                  <a:lnTo>
                    <a:pt x="2520287" y="2835049"/>
                  </a:lnTo>
                  <a:lnTo>
                    <a:pt x="2520381" y="2835049"/>
                  </a:lnTo>
                  <a:lnTo>
                    <a:pt x="2520475" y="2835049"/>
                  </a:lnTo>
                  <a:lnTo>
                    <a:pt x="2520569" y="2835049"/>
                  </a:lnTo>
                  <a:lnTo>
                    <a:pt x="2520663" y="2835049"/>
                  </a:lnTo>
                  <a:lnTo>
                    <a:pt x="2520757" y="2835049"/>
                  </a:lnTo>
                  <a:lnTo>
                    <a:pt x="2520851" y="2835049"/>
                  </a:lnTo>
                  <a:lnTo>
                    <a:pt x="2520945" y="2835049"/>
                  </a:lnTo>
                  <a:lnTo>
                    <a:pt x="2521039" y="2835049"/>
                  </a:lnTo>
                  <a:lnTo>
                    <a:pt x="2521133" y="2835049"/>
                  </a:lnTo>
                  <a:lnTo>
                    <a:pt x="2521227" y="2835049"/>
                  </a:lnTo>
                  <a:lnTo>
                    <a:pt x="2521321" y="2835049"/>
                  </a:lnTo>
                  <a:lnTo>
                    <a:pt x="2521415" y="2835049"/>
                  </a:lnTo>
                  <a:lnTo>
                    <a:pt x="2521509" y="2835049"/>
                  </a:lnTo>
                  <a:lnTo>
                    <a:pt x="2521603" y="2835049"/>
                  </a:lnTo>
                  <a:lnTo>
                    <a:pt x="2521697" y="2835049"/>
                  </a:lnTo>
                  <a:lnTo>
                    <a:pt x="2521791" y="2835049"/>
                  </a:lnTo>
                  <a:lnTo>
                    <a:pt x="2521885" y="2835049"/>
                  </a:lnTo>
                  <a:lnTo>
                    <a:pt x="2521979" y="2835049"/>
                  </a:lnTo>
                  <a:lnTo>
                    <a:pt x="2522073" y="2835049"/>
                  </a:lnTo>
                  <a:lnTo>
                    <a:pt x="2522167" y="2835049"/>
                  </a:lnTo>
                  <a:lnTo>
                    <a:pt x="2522261" y="2835049"/>
                  </a:lnTo>
                  <a:lnTo>
                    <a:pt x="2522355" y="2835049"/>
                  </a:lnTo>
                  <a:lnTo>
                    <a:pt x="2522449" y="2835049"/>
                  </a:lnTo>
                  <a:lnTo>
                    <a:pt x="2522543" y="2835049"/>
                  </a:lnTo>
                  <a:lnTo>
                    <a:pt x="2522637" y="2835049"/>
                  </a:lnTo>
                  <a:lnTo>
                    <a:pt x="2522731" y="2835049"/>
                  </a:lnTo>
                  <a:lnTo>
                    <a:pt x="2522825" y="2835049"/>
                  </a:lnTo>
                  <a:lnTo>
                    <a:pt x="2522919" y="2835049"/>
                  </a:lnTo>
                  <a:lnTo>
                    <a:pt x="2523013" y="2835049"/>
                  </a:lnTo>
                  <a:lnTo>
                    <a:pt x="2523107" y="2835049"/>
                  </a:lnTo>
                  <a:lnTo>
                    <a:pt x="2523201" y="2835049"/>
                  </a:lnTo>
                  <a:lnTo>
                    <a:pt x="2523295" y="2835049"/>
                  </a:lnTo>
                  <a:lnTo>
                    <a:pt x="2523389" y="2835049"/>
                  </a:lnTo>
                  <a:lnTo>
                    <a:pt x="2523484" y="2835049"/>
                  </a:lnTo>
                  <a:lnTo>
                    <a:pt x="2523578" y="2835049"/>
                  </a:lnTo>
                  <a:lnTo>
                    <a:pt x="2523672" y="2835049"/>
                  </a:lnTo>
                  <a:lnTo>
                    <a:pt x="2523766" y="2835049"/>
                  </a:lnTo>
                  <a:lnTo>
                    <a:pt x="2523860" y="2835049"/>
                  </a:lnTo>
                  <a:lnTo>
                    <a:pt x="2523954" y="2835049"/>
                  </a:lnTo>
                  <a:lnTo>
                    <a:pt x="2524048" y="2835049"/>
                  </a:lnTo>
                  <a:lnTo>
                    <a:pt x="2524142" y="2835049"/>
                  </a:lnTo>
                  <a:lnTo>
                    <a:pt x="2524236" y="2835049"/>
                  </a:lnTo>
                  <a:lnTo>
                    <a:pt x="2524330" y="2835049"/>
                  </a:lnTo>
                  <a:lnTo>
                    <a:pt x="2524424" y="2835049"/>
                  </a:lnTo>
                  <a:lnTo>
                    <a:pt x="2524518" y="2835049"/>
                  </a:lnTo>
                  <a:lnTo>
                    <a:pt x="2524612" y="2835049"/>
                  </a:lnTo>
                  <a:lnTo>
                    <a:pt x="2524706" y="2835049"/>
                  </a:lnTo>
                  <a:lnTo>
                    <a:pt x="2524800" y="2835049"/>
                  </a:lnTo>
                  <a:lnTo>
                    <a:pt x="2524894" y="2835049"/>
                  </a:lnTo>
                  <a:lnTo>
                    <a:pt x="2524988" y="2835049"/>
                  </a:lnTo>
                  <a:lnTo>
                    <a:pt x="2525082" y="2835049"/>
                  </a:lnTo>
                  <a:lnTo>
                    <a:pt x="2525176" y="2835049"/>
                  </a:lnTo>
                  <a:lnTo>
                    <a:pt x="2525270" y="2835049"/>
                  </a:lnTo>
                  <a:lnTo>
                    <a:pt x="2525364" y="2835049"/>
                  </a:lnTo>
                  <a:lnTo>
                    <a:pt x="2525458" y="2835049"/>
                  </a:lnTo>
                  <a:lnTo>
                    <a:pt x="2525552" y="2835049"/>
                  </a:lnTo>
                  <a:lnTo>
                    <a:pt x="2525646" y="2835049"/>
                  </a:lnTo>
                  <a:lnTo>
                    <a:pt x="2525740" y="2835049"/>
                  </a:lnTo>
                  <a:lnTo>
                    <a:pt x="2525834" y="2835049"/>
                  </a:lnTo>
                  <a:lnTo>
                    <a:pt x="2525928" y="2835049"/>
                  </a:lnTo>
                  <a:lnTo>
                    <a:pt x="2526022" y="2835049"/>
                  </a:lnTo>
                  <a:lnTo>
                    <a:pt x="2526116" y="2835049"/>
                  </a:lnTo>
                  <a:lnTo>
                    <a:pt x="2526210" y="2835049"/>
                  </a:lnTo>
                  <a:lnTo>
                    <a:pt x="2526304" y="2835049"/>
                  </a:lnTo>
                  <a:lnTo>
                    <a:pt x="2526398" y="2835049"/>
                  </a:lnTo>
                  <a:lnTo>
                    <a:pt x="2526492" y="2835049"/>
                  </a:lnTo>
                  <a:lnTo>
                    <a:pt x="2526586" y="2835049"/>
                  </a:lnTo>
                  <a:lnTo>
                    <a:pt x="2526680" y="2835049"/>
                  </a:lnTo>
                  <a:lnTo>
                    <a:pt x="2526774" y="2835049"/>
                  </a:lnTo>
                  <a:lnTo>
                    <a:pt x="2526868" y="2835049"/>
                  </a:lnTo>
                  <a:lnTo>
                    <a:pt x="2526962" y="2835049"/>
                  </a:lnTo>
                  <a:lnTo>
                    <a:pt x="2527057" y="2835049"/>
                  </a:lnTo>
                  <a:lnTo>
                    <a:pt x="2527151" y="2835049"/>
                  </a:lnTo>
                  <a:lnTo>
                    <a:pt x="2527245" y="2835049"/>
                  </a:lnTo>
                  <a:lnTo>
                    <a:pt x="2527339" y="2835049"/>
                  </a:lnTo>
                  <a:lnTo>
                    <a:pt x="2527433" y="2835049"/>
                  </a:lnTo>
                  <a:lnTo>
                    <a:pt x="2527527" y="2835049"/>
                  </a:lnTo>
                  <a:lnTo>
                    <a:pt x="2527621" y="2835049"/>
                  </a:lnTo>
                  <a:lnTo>
                    <a:pt x="2527715" y="2835049"/>
                  </a:lnTo>
                  <a:lnTo>
                    <a:pt x="2527809" y="2835049"/>
                  </a:lnTo>
                  <a:lnTo>
                    <a:pt x="2527903" y="2835049"/>
                  </a:lnTo>
                  <a:lnTo>
                    <a:pt x="2527997" y="2835049"/>
                  </a:lnTo>
                  <a:lnTo>
                    <a:pt x="2528091" y="2835049"/>
                  </a:lnTo>
                  <a:lnTo>
                    <a:pt x="2528185" y="2835049"/>
                  </a:lnTo>
                  <a:lnTo>
                    <a:pt x="2528279" y="2835049"/>
                  </a:lnTo>
                  <a:lnTo>
                    <a:pt x="2528373" y="2835049"/>
                  </a:lnTo>
                  <a:lnTo>
                    <a:pt x="2528467" y="2835049"/>
                  </a:lnTo>
                  <a:lnTo>
                    <a:pt x="2528561" y="2835049"/>
                  </a:lnTo>
                  <a:lnTo>
                    <a:pt x="2528655" y="2835049"/>
                  </a:lnTo>
                  <a:lnTo>
                    <a:pt x="2528749" y="2835049"/>
                  </a:lnTo>
                  <a:lnTo>
                    <a:pt x="2528843" y="2835049"/>
                  </a:lnTo>
                  <a:lnTo>
                    <a:pt x="2528937" y="2835049"/>
                  </a:lnTo>
                  <a:lnTo>
                    <a:pt x="2529031" y="2835049"/>
                  </a:lnTo>
                  <a:lnTo>
                    <a:pt x="2529125" y="2835049"/>
                  </a:lnTo>
                  <a:lnTo>
                    <a:pt x="2529219" y="2835049"/>
                  </a:lnTo>
                  <a:lnTo>
                    <a:pt x="2529313" y="2835049"/>
                  </a:lnTo>
                  <a:lnTo>
                    <a:pt x="2529407" y="2835049"/>
                  </a:lnTo>
                  <a:lnTo>
                    <a:pt x="2529501" y="2835049"/>
                  </a:lnTo>
                  <a:lnTo>
                    <a:pt x="2529595" y="2835049"/>
                  </a:lnTo>
                  <a:lnTo>
                    <a:pt x="2529689" y="2835049"/>
                  </a:lnTo>
                  <a:lnTo>
                    <a:pt x="2529783" y="2835049"/>
                  </a:lnTo>
                  <a:lnTo>
                    <a:pt x="2529783" y="2829769"/>
                  </a:lnTo>
                  <a:lnTo>
                    <a:pt x="2529877" y="2829769"/>
                  </a:lnTo>
                  <a:lnTo>
                    <a:pt x="2529971" y="2829769"/>
                  </a:lnTo>
                  <a:lnTo>
                    <a:pt x="2530065" y="2829769"/>
                  </a:lnTo>
                  <a:lnTo>
                    <a:pt x="2530159" y="2829769"/>
                  </a:lnTo>
                  <a:lnTo>
                    <a:pt x="2530253" y="2829769"/>
                  </a:lnTo>
                  <a:lnTo>
                    <a:pt x="2530347" y="2829769"/>
                  </a:lnTo>
                  <a:lnTo>
                    <a:pt x="2530441" y="2829769"/>
                  </a:lnTo>
                  <a:lnTo>
                    <a:pt x="2530536" y="2829769"/>
                  </a:lnTo>
                  <a:lnTo>
                    <a:pt x="2530630" y="2829769"/>
                  </a:lnTo>
                  <a:lnTo>
                    <a:pt x="2530724" y="2829769"/>
                  </a:lnTo>
                  <a:lnTo>
                    <a:pt x="2530818" y="2829769"/>
                  </a:lnTo>
                  <a:lnTo>
                    <a:pt x="2530912" y="2829769"/>
                  </a:lnTo>
                  <a:lnTo>
                    <a:pt x="2531006" y="2829769"/>
                  </a:lnTo>
                  <a:lnTo>
                    <a:pt x="2531100" y="2829769"/>
                  </a:lnTo>
                  <a:lnTo>
                    <a:pt x="2531194" y="2829769"/>
                  </a:lnTo>
                  <a:lnTo>
                    <a:pt x="2531288" y="2829769"/>
                  </a:lnTo>
                  <a:lnTo>
                    <a:pt x="2531382" y="2829769"/>
                  </a:lnTo>
                  <a:lnTo>
                    <a:pt x="2531476" y="2829769"/>
                  </a:lnTo>
                  <a:lnTo>
                    <a:pt x="2531570" y="2829769"/>
                  </a:lnTo>
                  <a:lnTo>
                    <a:pt x="2531664" y="2829769"/>
                  </a:lnTo>
                  <a:lnTo>
                    <a:pt x="2531758" y="2829769"/>
                  </a:lnTo>
                  <a:lnTo>
                    <a:pt x="2531852" y="2829769"/>
                  </a:lnTo>
                  <a:lnTo>
                    <a:pt x="2531946" y="2829769"/>
                  </a:lnTo>
                  <a:lnTo>
                    <a:pt x="2532040" y="2829769"/>
                  </a:lnTo>
                  <a:lnTo>
                    <a:pt x="2532134" y="2829769"/>
                  </a:lnTo>
                  <a:lnTo>
                    <a:pt x="2532228" y="2829769"/>
                  </a:lnTo>
                  <a:lnTo>
                    <a:pt x="2532322" y="2829769"/>
                  </a:lnTo>
                  <a:lnTo>
                    <a:pt x="2532416" y="2829769"/>
                  </a:lnTo>
                  <a:lnTo>
                    <a:pt x="2532510" y="2829769"/>
                  </a:lnTo>
                  <a:lnTo>
                    <a:pt x="2532604" y="2829769"/>
                  </a:lnTo>
                  <a:lnTo>
                    <a:pt x="2532698" y="2829769"/>
                  </a:lnTo>
                  <a:lnTo>
                    <a:pt x="2532792" y="2829769"/>
                  </a:lnTo>
                  <a:lnTo>
                    <a:pt x="2532886" y="2829769"/>
                  </a:lnTo>
                  <a:lnTo>
                    <a:pt x="2532980" y="2829769"/>
                  </a:lnTo>
                  <a:lnTo>
                    <a:pt x="2533074" y="2829769"/>
                  </a:lnTo>
                  <a:lnTo>
                    <a:pt x="2533074" y="2824490"/>
                  </a:lnTo>
                  <a:lnTo>
                    <a:pt x="2533168" y="2824490"/>
                  </a:lnTo>
                  <a:lnTo>
                    <a:pt x="2533262" y="2824490"/>
                  </a:lnTo>
                  <a:lnTo>
                    <a:pt x="2533356" y="2824490"/>
                  </a:lnTo>
                  <a:lnTo>
                    <a:pt x="2533450" y="2824490"/>
                  </a:lnTo>
                  <a:lnTo>
                    <a:pt x="2533544" y="2824490"/>
                  </a:lnTo>
                  <a:lnTo>
                    <a:pt x="2533638" y="2824490"/>
                  </a:lnTo>
                  <a:lnTo>
                    <a:pt x="2533732" y="2824490"/>
                  </a:lnTo>
                  <a:lnTo>
                    <a:pt x="2533732" y="2819210"/>
                  </a:lnTo>
                  <a:lnTo>
                    <a:pt x="2533826" y="2819210"/>
                  </a:lnTo>
                  <a:lnTo>
                    <a:pt x="2533920" y="2819210"/>
                  </a:lnTo>
                  <a:lnTo>
                    <a:pt x="2534014" y="2819210"/>
                  </a:lnTo>
                  <a:lnTo>
                    <a:pt x="2534109" y="2819210"/>
                  </a:lnTo>
                  <a:lnTo>
                    <a:pt x="2534203" y="2819210"/>
                  </a:lnTo>
                  <a:lnTo>
                    <a:pt x="2534297" y="2819210"/>
                  </a:lnTo>
                  <a:lnTo>
                    <a:pt x="2534391" y="2819210"/>
                  </a:lnTo>
                  <a:lnTo>
                    <a:pt x="2534485" y="2819210"/>
                  </a:lnTo>
                  <a:lnTo>
                    <a:pt x="2534579" y="2819210"/>
                  </a:lnTo>
                  <a:lnTo>
                    <a:pt x="2534673" y="2819210"/>
                  </a:lnTo>
                  <a:lnTo>
                    <a:pt x="2534767" y="2819210"/>
                  </a:lnTo>
                  <a:lnTo>
                    <a:pt x="2534861" y="2819210"/>
                  </a:lnTo>
                  <a:lnTo>
                    <a:pt x="2534955" y="2819210"/>
                  </a:lnTo>
                  <a:lnTo>
                    <a:pt x="2535049" y="2819210"/>
                  </a:lnTo>
                  <a:lnTo>
                    <a:pt x="2535143" y="2819210"/>
                  </a:lnTo>
                  <a:lnTo>
                    <a:pt x="2535237" y="2819210"/>
                  </a:lnTo>
                  <a:lnTo>
                    <a:pt x="2535331" y="2819210"/>
                  </a:lnTo>
                  <a:lnTo>
                    <a:pt x="2535425" y="2819210"/>
                  </a:lnTo>
                  <a:lnTo>
                    <a:pt x="2535519" y="2819210"/>
                  </a:lnTo>
                  <a:lnTo>
                    <a:pt x="2535613" y="2819210"/>
                  </a:lnTo>
                  <a:lnTo>
                    <a:pt x="2535707" y="2819210"/>
                  </a:lnTo>
                  <a:lnTo>
                    <a:pt x="2535801" y="2819210"/>
                  </a:lnTo>
                  <a:lnTo>
                    <a:pt x="2535895" y="2819210"/>
                  </a:lnTo>
                  <a:lnTo>
                    <a:pt x="2535989" y="2819210"/>
                  </a:lnTo>
                  <a:lnTo>
                    <a:pt x="2536083" y="2819210"/>
                  </a:lnTo>
                  <a:lnTo>
                    <a:pt x="2536177" y="2819210"/>
                  </a:lnTo>
                  <a:lnTo>
                    <a:pt x="2536271" y="2819210"/>
                  </a:lnTo>
                  <a:lnTo>
                    <a:pt x="2536365" y="2819210"/>
                  </a:lnTo>
                  <a:lnTo>
                    <a:pt x="2536459" y="2819210"/>
                  </a:lnTo>
                  <a:lnTo>
                    <a:pt x="2536553" y="2819210"/>
                  </a:lnTo>
                  <a:lnTo>
                    <a:pt x="2536647" y="2819210"/>
                  </a:lnTo>
                  <a:lnTo>
                    <a:pt x="2536741" y="2819210"/>
                  </a:lnTo>
                  <a:lnTo>
                    <a:pt x="2536835" y="2819210"/>
                  </a:lnTo>
                  <a:lnTo>
                    <a:pt x="2536929" y="2819210"/>
                  </a:lnTo>
                  <a:lnTo>
                    <a:pt x="2537023" y="2819210"/>
                  </a:lnTo>
                  <a:lnTo>
                    <a:pt x="2537117" y="2819210"/>
                  </a:lnTo>
                  <a:lnTo>
                    <a:pt x="2537211" y="2819210"/>
                  </a:lnTo>
                  <a:lnTo>
                    <a:pt x="2537305" y="2819210"/>
                  </a:lnTo>
                  <a:lnTo>
                    <a:pt x="2537399" y="2819210"/>
                  </a:lnTo>
                  <a:lnTo>
                    <a:pt x="2537493" y="2819210"/>
                  </a:lnTo>
                  <a:lnTo>
                    <a:pt x="2537587" y="2819210"/>
                  </a:lnTo>
                  <a:lnTo>
                    <a:pt x="2537682" y="2819210"/>
                  </a:lnTo>
                  <a:lnTo>
                    <a:pt x="2537776" y="2819210"/>
                  </a:lnTo>
                  <a:lnTo>
                    <a:pt x="2537870" y="2819210"/>
                  </a:lnTo>
                  <a:lnTo>
                    <a:pt x="2537964" y="2819210"/>
                  </a:lnTo>
                  <a:lnTo>
                    <a:pt x="2538058" y="2819210"/>
                  </a:lnTo>
                  <a:lnTo>
                    <a:pt x="2538152" y="2819210"/>
                  </a:lnTo>
                  <a:lnTo>
                    <a:pt x="2538246" y="2819210"/>
                  </a:lnTo>
                  <a:lnTo>
                    <a:pt x="2538340" y="2819210"/>
                  </a:lnTo>
                  <a:lnTo>
                    <a:pt x="2538434" y="2819210"/>
                  </a:lnTo>
                  <a:lnTo>
                    <a:pt x="2538528" y="2819210"/>
                  </a:lnTo>
                  <a:lnTo>
                    <a:pt x="2538622" y="2819210"/>
                  </a:lnTo>
                  <a:lnTo>
                    <a:pt x="2538716" y="2819210"/>
                  </a:lnTo>
                  <a:lnTo>
                    <a:pt x="2538810" y="2819210"/>
                  </a:lnTo>
                  <a:lnTo>
                    <a:pt x="2538904" y="2819210"/>
                  </a:lnTo>
                  <a:lnTo>
                    <a:pt x="2538998" y="2819210"/>
                  </a:lnTo>
                  <a:lnTo>
                    <a:pt x="2539092" y="2819210"/>
                  </a:lnTo>
                  <a:lnTo>
                    <a:pt x="2539186" y="2819210"/>
                  </a:lnTo>
                  <a:lnTo>
                    <a:pt x="2539280" y="2819210"/>
                  </a:lnTo>
                  <a:lnTo>
                    <a:pt x="2539374" y="2819210"/>
                  </a:lnTo>
                  <a:lnTo>
                    <a:pt x="2539468" y="2819210"/>
                  </a:lnTo>
                  <a:lnTo>
                    <a:pt x="2539562" y="2819210"/>
                  </a:lnTo>
                  <a:lnTo>
                    <a:pt x="2539656" y="2819210"/>
                  </a:lnTo>
                  <a:lnTo>
                    <a:pt x="2539750" y="2819210"/>
                  </a:lnTo>
                  <a:lnTo>
                    <a:pt x="2539844" y="2819210"/>
                  </a:lnTo>
                  <a:lnTo>
                    <a:pt x="2539938" y="2819210"/>
                  </a:lnTo>
                  <a:lnTo>
                    <a:pt x="2540032" y="2819210"/>
                  </a:lnTo>
                  <a:lnTo>
                    <a:pt x="2540126" y="2819210"/>
                  </a:lnTo>
                  <a:lnTo>
                    <a:pt x="2540220" y="2819210"/>
                  </a:lnTo>
                  <a:lnTo>
                    <a:pt x="2540314" y="2819210"/>
                  </a:lnTo>
                  <a:lnTo>
                    <a:pt x="2540408" y="2819210"/>
                  </a:lnTo>
                  <a:lnTo>
                    <a:pt x="2540502" y="2819210"/>
                  </a:lnTo>
                  <a:lnTo>
                    <a:pt x="2540596" y="2819210"/>
                  </a:lnTo>
                  <a:lnTo>
                    <a:pt x="2540690" y="2819210"/>
                  </a:lnTo>
                  <a:lnTo>
                    <a:pt x="2540784" y="2819210"/>
                  </a:lnTo>
                  <a:lnTo>
                    <a:pt x="2540878" y="2819210"/>
                  </a:lnTo>
                  <a:lnTo>
                    <a:pt x="2540972" y="2819210"/>
                  </a:lnTo>
                  <a:lnTo>
                    <a:pt x="2541066" y="2819210"/>
                  </a:lnTo>
                  <a:lnTo>
                    <a:pt x="2541160" y="2819210"/>
                  </a:lnTo>
                  <a:lnTo>
                    <a:pt x="2541255" y="2819210"/>
                  </a:lnTo>
                  <a:lnTo>
                    <a:pt x="2541349" y="2819210"/>
                  </a:lnTo>
                  <a:lnTo>
                    <a:pt x="2541443" y="2819210"/>
                  </a:lnTo>
                  <a:lnTo>
                    <a:pt x="2541537" y="2819210"/>
                  </a:lnTo>
                  <a:lnTo>
                    <a:pt x="2541631" y="2819210"/>
                  </a:lnTo>
                  <a:lnTo>
                    <a:pt x="2541725" y="2819210"/>
                  </a:lnTo>
                  <a:lnTo>
                    <a:pt x="2541819" y="2819210"/>
                  </a:lnTo>
                  <a:lnTo>
                    <a:pt x="2541913" y="2819210"/>
                  </a:lnTo>
                  <a:lnTo>
                    <a:pt x="2542007" y="2819210"/>
                  </a:lnTo>
                  <a:lnTo>
                    <a:pt x="2542101" y="2819210"/>
                  </a:lnTo>
                  <a:lnTo>
                    <a:pt x="2542195" y="2819210"/>
                  </a:lnTo>
                  <a:lnTo>
                    <a:pt x="2542289" y="2819210"/>
                  </a:lnTo>
                  <a:lnTo>
                    <a:pt x="2542383" y="2819210"/>
                  </a:lnTo>
                  <a:lnTo>
                    <a:pt x="2542477" y="2819210"/>
                  </a:lnTo>
                  <a:lnTo>
                    <a:pt x="2542571" y="2819210"/>
                  </a:lnTo>
                  <a:lnTo>
                    <a:pt x="2542665" y="2819210"/>
                  </a:lnTo>
                  <a:lnTo>
                    <a:pt x="2542759" y="2819210"/>
                  </a:lnTo>
                  <a:lnTo>
                    <a:pt x="2542853" y="2819210"/>
                  </a:lnTo>
                  <a:lnTo>
                    <a:pt x="2542947" y="2819210"/>
                  </a:lnTo>
                  <a:lnTo>
                    <a:pt x="2543041" y="2819210"/>
                  </a:lnTo>
                  <a:lnTo>
                    <a:pt x="2543135" y="2819210"/>
                  </a:lnTo>
                  <a:lnTo>
                    <a:pt x="2543229" y="2819210"/>
                  </a:lnTo>
                  <a:lnTo>
                    <a:pt x="2543323" y="2819210"/>
                  </a:lnTo>
                  <a:lnTo>
                    <a:pt x="2543417" y="2819210"/>
                  </a:lnTo>
                  <a:lnTo>
                    <a:pt x="2543511" y="2819210"/>
                  </a:lnTo>
                  <a:lnTo>
                    <a:pt x="2543605" y="2819210"/>
                  </a:lnTo>
                  <a:lnTo>
                    <a:pt x="2543699" y="2819210"/>
                  </a:lnTo>
                  <a:lnTo>
                    <a:pt x="2543793" y="2819210"/>
                  </a:lnTo>
                  <a:lnTo>
                    <a:pt x="2543887" y="2819210"/>
                  </a:lnTo>
                  <a:lnTo>
                    <a:pt x="2543981" y="2819210"/>
                  </a:lnTo>
                  <a:lnTo>
                    <a:pt x="2544075" y="2819210"/>
                  </a:lnTo>
                  <a:lnTo>
                    <a:pt x="2544169" y="2819210"/>
                  </a:lnTo>
                  <a:lnTo>
                    <a:pt x="2544263" y="2819210"/>
                  </a:lnTo>
                  <a:lnTo>
                    <a:pt x="2544357" y="2819210"/>
                  </a:lnTo>
                  <a:lnTo>
                    <a:pt x="2544451" y="2819210"/>
                  </a:lnTo>
                  <a:lnTo>
                    <a:pt x="2544545" y="2819210"/>
                  </a:lnTo>
                  <a:lnTo>
                    <a:pt x="2544639" y="2819210"/>
                  </a:lnTo>
                  <a:lnTo>
                    <a:pt x="2544734" y="2819210"/>
                  </a:lnTo>
                  <a:lnTo>
                    <a:pt x="2544828" y="2819210"/>
                  </a:lnTo>
                  <a:lnTo>
                    <a:pt x="2544922" y="2819210"/>
                  </a:lnTo>
                  <a:lnTo>
                    <a:pt x="2545016" y="2819210"/>
                  </a:lnTo>
                  <a:lnTo>
                    <a:pt x="2545110" y="2819210"/>
                  </a:lnTo>
                  <a:lnTo>
                    <a:pt x="2545204" y="2819210"/>
                  </a:lnTo>
                  <a:lnTo>
                    <a:pt x="2545298" y="2819210"/>
                  </a:lnTo>
                  <a:lnTo>
                    <a:pt x="2545392" y="2819210"/>
                  </a:lnTo>
                  <a:lnTo>
                    <a:pt x="2545486" y="2819210"/>
                  </a:lnTo>
                  <a:lnTo>
                    <a:pt x="2545580" y="2819210"/>
                  </a:lnTo>
                  <a:lnTo>
                    <a:pt x="2545674" y="2819210"/>
                  </a:lnTo>
                  <a:lnTo>
                    <a:pt x="2545768" y="2819210"/>
                  </a:lnTo>
                  <a:lnTo>
                    <a:pt x="2545862" y="2819210"/>
                  </a:lnTo>
                  <a:lnTo>
                    <a:pt x="2545956" y="2819210"/>
                  </a:lnTo>
                  <a:lnTo>
                    <a:pt x="2546050" y="2819210"/>
                  </a:lnTo>
                  <a:lnTo>
                    <a:pt x="2546144" y="2819210"/>
                  </a:lnTo>
                  <a:lnTo>
                    <a:pt x="2546144" y="2813931"/>
                  </a:lnTo>
                  <a:lnTo>
                    <a:pt x="2546238" y="2813931"/>
                  </a:lnTo>
                  <a:lnTo>
                    <a:pt x="2546332" y="2813931"/>
                  </a:lnTo>
                  <a:lnTo>
                    <a:pt x="2546426" y="2813931"/>
                  </a:lnTo>
                  <a:lnTo>
                    <a:pt x="2546520" y="2813931"/>
                  </a:lnTo>
                  <a:lnTo>
                    <a:pt x="2546614" y="2813931"/>
                  </a:lnTo>
                  <a:lnTo>
                    <a:pt x="2546708" y="2813931"/>
                  </a:lnTo>
                  <a:lnTo>
                    <a:pt x="2546802" y="2813931"/>
                  </a:lnTo>
                  <a:lnTo>
                    <a:pt x="2546896" y="2813931"/>
                  </a:lnTo>
                  <a:lnTo>
                    <a:pt x="2546990" y="2813931"/>
                  </a:lnTo>
                  <a:lnTo>
                    <a:pt x="2547084" y="2813931"/>
                  </a:lnTo>
                  <a:lnTo>
                    <a:pt x="2547178" y="2813931"/>
                  </a:lnTo>
                  <a:lnTo>
                    <a:pt x="2547272" y="2813931"/>
                  </a:lnTo>
                  <a:lnTo>
                    <a:pt x="2547366" y="2813931"/>
                  </a:lnTo>
                  <a:lnTo>
                    <a:pt x="2547366" y="2808652"/>
                  </a:lnTo>
                  <a:lnTo>
                    <a:pt x="2547460" y="2808652"/>
                  </a:lnTo>
                  <a:lnTo>
                    <a:pt x="2547554" y="2808652"/>
                  </a:lnTo>
                  <a:lnTo>
                    <a:pt x="2547648" y="2808652"/>
                  </a:lnTo>
                  <a:lnTo>
                    <a:pt x="2547742" y="2808652"/>
                  </a:lnTo>
                  <a:lnTo>
                    <a:pt x="2547836" y="2808652"/>
                  </a:lnTo>
                  <a:lnTo>
                    <a:pt x="2547930" y="2808652"/>
                  </a:lnTo>
                  <a:lnTo>
                    <a:pt x="2548024" y="2808652"/>
                  </a:lnTo>
                  <a:lnTo>
                    <a:pt x="2548118" y="2808652"/>
                  </a:lnTo>
                  <a:lnTo>
                    <a:pt x="2548212" y="2808652"/>
                  </a:lnTo>
                  <a:lnTo>
                    <a:pt x="2548307" y="2808652"/>
                  </a:lnTo>
                  <a:lnTo>
                    <a:pt x="2548401" y="2808652"/>
                  </a:lnTo>
                  <a:lnTo>
                    <a:pt x="2548495" y="2808652"/>
                  </a:lnTo>
                  <a:lnTo>
                    <a:pt x="2548589" y="2808652"/>
                  </a:lnTo>
                  <a:lnTo>
                    <a:pt x="2548683" y="2808652"/>
                  </a:lnTo>
                  <a:lnTo>
                    <a:pt x="2548777" y="2808652"/>
                  </a:lnTo>
                  <a:lnTo>
                    <a:pt x="2548871" y="2808652"/>
                  </a:lnTo>
                  <a:lnTo>
                    <a:pt x="2548965" y="2808652"/>
                  </a:lnTo>
                  <a:lnTo>
                    <a:pt x="2549059" y="2808652"/>
                  </a:lnTo>
                  <a:lnTo>
                    <a:pt x="2549153" y="2808652"/>
                  </a:lnTo>
                  <a:lnTo>
                    <a:pt x="2549247" y="2808652"/>
                  </a:lnTo>
                  <a:lnTo>
                    <a:pt x="2549341" y="2808652"/>
                  </a:lnTo>
                  <a:lnTo>
                    <a:pt x="2549435" y="2808652"/>
                  </a:lnTo>
                  <a:lnTo>
                    <a:pt x="2549529" y="2808652"/>
                  </a:lnTo>
                  <a:lnTo>
                    <a:pt x="2549623" y="2808652"/>
                  </a:lnTo>
                  <a:lnTo>
                    <a:pt x="2549717" y="2808652"/>
                  </a:lnTo>
                  <a:lnTo>
                    <a:pt x="2549811" y="2808652"/>
                  </a:lnTo>
                  <a:lnTo>
                    <a:pt x="2549905" y="2808652"/>
                  </a:lnTo>
                  <a:lnTo>
                    <a:pt x="2549999" y="2808652"/>
                  </a:lnTo>
                  <a:lnTo>
                    <a:pt x="2550093" y="2808652"/>
                  </a:lnTo>
                  <a:lnTo>
                    <a:pt x="2550187" y="2808652"/>
                  </a:lnTo>
                  <a:lnTo>
                    <a:pt x="2550281" y="2808652"/>
                  </a:lnTo>
                  <a:lnTo>
                    <a:pt x="2550375" y="2808652"/>
                  </a:lnTo>
                  <a:lnTo>
                    <a:pt x="2550469" y="2808652"/>
                  </a:lnTo>
                  <a:lnTo>
                    <a:pt x="2550563" y="2808652"/>
                  </a:lnTo>
                  <a:lnTo>
                    <a:pt x="2550657" y="2808652"/>
                  </a:lnTo>
                  <a:lnTo>
                    <a:pt x="2550751" y="2808652"/>
                  </a:lnTo>
                  <a:lnTo>
                    <a:pt x="2550845" y="2808652"/>
                  </a:lnTo>
                  <a:lnTo>
                    <a:pt x="2550939" y="2808652"/>
                  </a:lnTo>
                  <a:lnTo>
                    <a:pt x="2551033" y="2808652"/>
                  </a:lnTo>
                  <a:lnTo>
                    <a:pt x="2551127" y="2808652"/>
                  </a:lnTo>
                  <a:lnTo>
                    <a:pt x="2551221" y="2808652"/>
                  </a:lnTo>
                  <a:lnTo>
                    <a:pt x="2551315" y="2808652"/>
                  </a:lnTo>
                  <a:lnTo>
                    <a:pt x="2551409" y="2808652"/>
                  </a:lnTo>
                  <a:lnTo>
                    <a:pt x="2551503" y="2808652"/>
                  </a:lnTo>
                  <a:lnTo>
                    <a:pt x="2551597" y="2808652"/>
                  </a:lnTo>
                  <a:lnTo>
                    <a:pt x="2551691" y="2808652"/>
                  </a:lnTo>
                  <a:lnTo>
                    <a:pt x="2551785" y="2808652"/>
                  </a:lnTo>
                  <a:lnTo>
                    <a:pt x="2551880" y="2808652"/>
                  </a:lnTo>
                  <a:lnTo>
                    <a:pt x="2551974" y="2808652"/>
                  </a:lnTo>
                  <a:lnTo>
                    <a:pt x="2552068" y="2808652"/>
                  </a:lnTo>
                  <a:lnTo>
                    <a:pt x="2552162" y="2808652"/>
                  </a:lnTo>
                  <a:lnTo>
                    <a:pt x="2552256" y="2808652"/>
                  </a:lnTo>
                  <a:lnTo>
                    <a:pt x="2552350" y="2808652"/>
                  </a:lnTo>
                  <a:lnTo>
                    <a:pt x="2552444" y="2808652"/>
                  </a:lnTo>
                  <a:lnTo>
                    <a:pt x="2552538" y="2808652"/>
                  </a:lnTo>
                  <a:lnTo>
                    <a:pt x="2552632" y="2808652"/>
                  </a:lnTo>
                  <a:lnTo>
                    <a:pt x="2552726" y="2808652"/>
                  </a:lnTo>
                  <a:lnTo>
                    <a:pt x="2552820" y="2808652"/>
                  </a:lnTo>
                  <a:lnTo>
                    <a:pt x="2552914" y="2808652"/>
                  </a:lnTo>
                  <a:lnTo>
                    <a:pt x="2553008" y="2808652"/>
                  </a:lnTo>
                  <a:lnTo>
                    <a:pt x="2553102" y="2808652"/>
                  </a:lnTo>
                  <a:lnTo>
                    <a:pt x="2553196" y="2808652"/>
                  </a:lnTo>
                  <a:lnTo>
                    <a:pt x="2553290" y="2808652"/>
                  </a:lnTo>
                  <a:lnTo>
                    <a:pt x="2553384" y="2808652"/>
                  </a:lnTo>
                  <a:lnTo>
                    <a:pt x="2553478" y="2808652"/>
                  </a:lnTo>
                  <a:lnTo>
                    <a:pt x="2553572" y="2808652"/>
                  </a:lnTo>
                  <a:lnTo>
                    <a:pt x="2553666" y="2808652"/>
                  </a:lnTo>
                  <a:lnTo>
                    <a:pt x="2553760" y="2808652"/>
                  </a:lnTo>
                  <a:lnTo>
                    <a:pt x="2553854" y="2808652"/>
                  </a:lnTo>
                  <a:lnTo>
                    <a:pt x="2553948" y="2808652"/>
                  </a:lnTo>
                  <a:lnTo>
                    <a:pt x="2554042" y="2808652"/>
                  </a:lnTo>
                  <a:lnTo>
                    <a:pt x="2554136" y="2808652"/>
                  </a:lnTo>
                  <a:lnTo>
                    <a:pt x="2554230" y="2808652"/>
                  </a:lnTo>
                  <a:lnTo>
                    <a:pt x="2554324" y="2808652"/>
                  </a:lnTo>
                  <a:lnTo>
                    <a:pt x="2554418" y="2808652"/>
                  </a:lnTo>
                  <a:lnTo>
                    <a:pt x="2554512" y="2808652"/>
                  </a:lnTo>
                  <a:lnTo>
                    <a:pt x="2554606" y="2808652"/>
                  </a:lnTo>
                  <a:lnTo>
                    <a:pt x="2554700" y="2808652"/>
                  </a:lnTo>
                  <a:lnTo>
                    <a:pt x="2554794" y="2808652"/>
                  </a:lnTo>
                  <a:lnTo>
                    <a:pt x="2554888" y="2808652"/>
                  </a:lnTo>
                  <a:lnTo>
                    <a:pt x="2554982" y="2808652"/>
                  </a:lnTo>
                  <a:lnTo>
                    <a:pt x="2555076" y="2808652"/>
                  </a:lnTo>
                  <a:lnTo>
                    <a:pt x="2555170" y="2808652"/>
                  </a:lnTo>
                  <a:lnTo>
                    <a:pt x="2555264" y="2808652"/>
                  </a:lnTo>
                  <a:lnTo>
                    <a:pt x="2555359" y="2808652"/>
                  </a:lnTo>
                  <a:lnTo>
                    <a:pt x="2555453" y="2808652"/>
                  </a:lnTo>
                  <a:lnTo>
                    <a:pt x="2555547" y="2808652"/>
                  </a:lnTo>
                  <a:lnTo>
                    <a:pt x="2555641" y="2808652"/>
                  </a:lnTo>
                  <a:lnTo>
                    <a:pt x="2555735" y="2808652"/>
                  </a:lnTo>
                  <a:lnTo>
                    <a:pt x="2555829" y="2808652"/>
                  </a:lnTo>
                  <a:lnTo>
                    <a:pt x="2555923" y="2808652"/>
                  </a:lnTo>
                  <a:lnTo>
                    <a:pt x="2556017" y="2808652"/>
                  </a:lnTo>
                  <a:lnTo>
                    <a:pt x="2556111" y="2808652"/>
                  </a:lnTo>
                  <a:lnTo>
                    <a:pt x="2556205" y="2808652"/>
                  </a:lnTo>
                  <a:lnTo>
                    <a:pt x="2556299" y="2808652"/>
                  </a:lnTo>
                  <a:lnTo>
                    <a:pt x="2556393" y="2808652"/>
                  </a:lnTo>
                  <a:lnTo>
                    <a:pt x="2556487" y="2808652"/>
                  </a:lnTo>
                  <a:lnTo>
                    <a:pt x="2556581" y="2808652"/>
                  </a:lnTo>
                  <a:lnTo>
                    <a:pt x="2556675" y="2808652"/>
                  </a:lnTo>
                  <a:lnTo>
                    <a:pt x="2556675" y="2803372"/>
                  </a:lnTo>
                  <a:lnTo>
                    <a:pt x="2556769" y="2803372"/>
                  </a:lnTo>
                  <a:lnTo>
                    <a:pt x="2556863" y="2803372"/>
                  </a:lnTo>
                  <a:lnTo>
                    <a:pt x="2556957" y="2803372"/>
                  </a:lnTo>
                  <a:lnTo>
                    <a:pt x="2557051" y="2803372"/>
                  </a:lnTo>
                  <a:lnTo>
                    <a:pt x="2557145" y="2803372"/>
                  </a:lnTo>
                  <a:lnTo>
                    <a:pt x="2557239" y="2803372"/>
                  </a:lnTo>
                  <a:lnTo>
                    <a:pt x="2557333" y="2803372"/>
                  </a:lnTo>
                  <a:lnTo>
                    <a:pt x="2557427" y="2803372"/>
                  </a:lnTo>
                  <a:lnTo>
                    <a:pt x="2557521" y="2803372"/>
                  </a:lnTo>
                  <a:lnTo>
                    <a:pt x="2557615" y="2803372"/>
                  </a:lnTo>
                  <a:lnTo>
                    <a:pt x="2557709" y="2803372"/>
                  </a:lnTo>
                  <a:lnTo>
                    <a:pt x="2557803" y="2803372"/>
                  </a:lnTo>
                  <a:lnTo>
                    <a:pt x="2557897" y="2803372"/>
                  </a:lnTo>
                  <a:lnTo>
                    <a:pt x="2557991" y="2803372"/>
                  </a:lnTo>
                  <a:lnTo>
                    <a:pt x="2558085" y="2803372"/>
                  </a:lnTo>
                  <a:lnTo>
                    <a:pt x="2558179" y="2803372"/>
                  </a:lnTo>
                  <a:lnTo>
                    <a:pt x="2558273" y="2803372"/>
                  </a:lnTo>
                  <a:lnTo>
                    <a:pt x="2558367" y="2803372"/>
                  </a:lnTo>
                  <a:lnTo>
                    <a:pt x="2558461" y="2803372"/>
                  </a:lnTo>
                  <a:lnTo>
                    <a:pt x="2558555" y="2803372"/>
                  </a:lnTo>
                  <a:lnTo>
                    <a:pt x="2558649" y="2803372"/>
                  </a:lnTo>
                  <a:lnTo>
                    <a:pt x="2558743" y="2803372"/>
                  </a:lnTo>
                  <a:lnTo>
                    <a:pt x="2558837" y="2803372"/>
                  </a:lnTo>
                  <a:lnTo>
                    <a:pt x="2558932" y="2803372"/>
                  </a:lnTo>
                  <a:lnTo>
                    <a:pt x="2559026" y="2803372"/>
                  </a:lnTo>
                  <a:lnTo>
                    <a:pt x="2559120" y="2803372"/>
                  </a:lnTo>
                  <a:lnTo>
                    <a:pt x="2559214" y="2803372"/>
                  </a:lnTo>
                  <a:lnTo>
                    <a:pt x="2559308" y="2803372"/>
                  </a:lnTo>
                  <a:lnTo>
                    <a:pt x="2559402" y="2803372"/>
                  </a:lnTo>
                  <a:lnTo>
                    <a:pt x="2559496" y="2803372"/>
                  </a:lnTo>
                  <a:lnTo>
                    <a:pt x="2559590" y="2803372"/>
                  </a:lnTo>
                  <a:lnTo>
                    <a:pt x="2559684" y="2803372"/>
                  </a:lnTo>
                  <a:lnTo>
                    <a:pt x="2559778" y="2803372"/>
                  </a:lnTo>
                  <a:lnTo>
                    <a:pt x="2559872" y="2803372"/>
                  </a:lnTo>
                  <a:lnTo>
                    <a:pt x="2559966" y="2803372"/>
                  </a:lnTo>
                  <a:lnTo>
                    <a:pt x="2560060" y="2803372"/>
                  </a:lnTo>
                  <a:lnTo>
                    <a:pt x="2560154" y="2803372"/>
                  </a:lnTo>
                  <a:lnTo>
                    <a:pt x="2560248" y="2803372"/>
                  </a:lnTo>
                  <a:lnTo>
                    <a:pt x="2560342" y="2803372"/>
                  </a:lnTo>
                  <a:lnTo>
                    <a:pt x="2560436" y="2803372"/>
                  </a:lnTo>
                  <a:lnTo>
                    <a:pt x="2560530" y="2803372"/>
                  </a:lnTo>
                  <a:lnTo>
                    <a:pt x="2560624" y="2803372"/>
                  </a:lnTo>
                  <a:lnTo>
                    <a:pt x="2560718" y="2803372"/>
                  </a:lnTo>
                  <a:lnTo>
                    <a:pt x="2560812" y="2803372"/>
                  </a:lnTo>
                  <a:lnTo>
                    <a:pt x="2560906" y="2803372"/>
                  </a:lnTo>
                  <a:lnTo>
                    <a:pt x="2561000" y="2803372"/>
                  </a:lnTo>
                  <a:lnTo>
                    <a:pt x="2561094" y="2803372"/>
                  </a:lnTo>
                  <a:lnTo>
                    <a:pt x="2561188" y="2803372"/>
                  </a:lnTo>
                  <a:lnTo>
                    <a:pt x="2561282" y="2803372"/>
                  </a:lnTo>
                  <a:lnTo>
                    <a:pt x="2561376" y="2803372"/>
                  </a:lnTo>
                  <a:lnTo>
                    <a:pt x="2561470" y="2803372"/>
                  </a:lnTo>
                  <a:lnTo>
                    <a:pt x="2561564" y="2803372"/>
                  </a:lnTo>
                  <a:lnTo>
                    <a:pt x="2561658" y="2803372"/>
                  </a:lnTo>
                  <a:lnTo>
                    <a:pt x="2561752" y="2803372"/>
                  </a:lnTo>
                  <a:lnTo>
                    <a:pt x="2561846" y="2803372"/>
                  </a:lnTo>
                  <a:lnTo>
                    <a:pt x="2561940" y="2803372"/>
                  </a:lnTo>
                  <a:lnTo>
                    <a:pt x="2562034" y="2803372"/>
                  </a:lnTo>
                  <a:lnTo>
                    <a:pt x="2562128" y="2803372"/>
                  </a:lnTo>
                  <a:lnTo>
                    <a:pt x="2562222" y="2803372"/>
                  </a:lnTo>
                  <a:lnTo>
                    <a:pt x="2562316" y="2803372"/>
                  </a:lnTo>
                  <a:lnTo>
                    <a:pt x="2562410" y="2803372"/>
                  </a:lnTo>
                  <a:lnTo>
                    <a:pt x="2562505" y="2803372"/>
                  </a:lnTo>
                  <a:lnTo>
                    <a:pt x="2562599" y="2803372"/>
                  </a:lnTo>
                  <a:lnTo>
                    <a:pt x="2562693" y="2803372"/>
                  </a:lnTo>
                  <a:lnTo>
                    <a:pt x="2562787" y="2803372"/>
                  </a:lnTo>
                  <a:lnTo>
                    <a:pt x="2562881" y="2803372"/>
                  </a:lnTo>
                  <a:lnTo>
                    <a:pt x="2562975" y="2803372"/>
                  </a:lnTo>
                  <a:lnTo>
                    <a:pt x="2563069" y="2803372"/>
                  </a:lnTo>
                  <a:lnTo>
                    <a:pt x="2563163" y="2803372"/>
                  </a:lnTo>
                  <a:lnTo>
                    <a:pt x="2563257" y="2803372"/>
                  </a:lnTo>
                  <a:lnTo>
                    <a:pt x="2563351" y="2803372"/>
                  </a:lnTo>
                  <a:lnTo>
                    <a:pt x="2563445" y="2803372"/>
                  </a:lnTo>
                  <a:lnTo>
                    <a:pt x="2563539" y="2803372"/>
                  </a:lnTo>
                  <a:lnTo>
                    <a:pt x="2563633" y="2803372"/>
                  </a:lnTo>
                  <a:lnTo>
                    <a:pt x="2563727" y="2803372"/>
                  </a:lnTo>
                  <a:lnTo>
                    <a:pt x="2563821" y="2803372"/>
                  </a:lnTo>
                  <a:lnTo>
                    <a:pt x="2563915" y="2803372"/>
                  </a:lnTo>
                  <a:lnTo>
                    <a:pt x="2564009" y="2803372"/>
                  </a:lnTo>
                  <a:lnTo>
                    <a:pt x="2564103" y="2803372"/>
                  </a:lnTo>
                  <a:lnTo>
                    <a:pt x="2564197" y="2803372"/>
                  </a:lnTo>
                  <a:lnTo>
                    <a:pt x="2564291" y="2803372"/>
                  </a:lnTo>
                  <a:lnTo>
                    <a:pt x="2564291" y="2798093"/>
                  </a:lnTo>
                  <a:lnTo>
                    <a:pt x="2564291" y="2792813"/>
                  </a:lnTo>
                  <a:lnTo>
                    <a:pt x="2564385" y="2792813"/>
                  </a:lnTo>
                  <a:lnTo>
                    <a:pt x="2564479" y="2792813"/>
                  </a:lnTo>
                  <a:lnTo>
                    <a:pt x="2564573" y="2792813"/>
                  </a:lnTo>
                  <a:lnTo>
                    <a:pt x="2564667" y="2792813"/>
                  </a:lnTo>
                  <a:lnTo>
                    <a:pt x="2564761" y="2792813"/>
                  </a:lnTo>
                  <a:lnTo>
                    <a:pt x="2564855" y="2792813"/>
                  </a:lnTo>
                  <a:lnTo>
                    <a:pt x="2564949" y="2792813"/>
                  </a:lnTo>
                  <a:lnTo>
                    <a:pt x="2565043" y="2792813"/>
                  </a:lnTo>
                  <a:lnTo>
                    <a:pt x="2565137" y="2792813"/>
                  </a:lnTo>
                  <a:lnTo>
                    <a:pt x="2565231" y="2792813"/>
                  </a:lnTo>
                  <a:lnTo>
                    <a:pt x="2565325" y="2792813"/>
                  </a:lnTo>
                  <a:lnTo>
                    <a:pt x="2565419" y="2792813"/>
                  </a:lnTo>
                  <a:lnTo>
                    <a:pt x="2565513" y="2792813"/>
                  </a:lnTo>
                  <a:lnTo>
                    <a:pt x="2565607" y="2792813"/>
                  </a:lnTo>
                  <a:lnTo>
                    <a:pt x="2565701" y="2792813"/>
                  </a:lnTo>
                  <a:lnTo>
                    <a:pt x="2565795" y="2792813"/>
                  </a:lnTo>
                  <a:lnTo>
                    <a:pt x="2565889" y="2792813"/>
                  </a:lnTo>
                  <a:lnTo>
                    <a:pt x="2565984" y="2792813"/>
                  </a:lnTo>
                  <a:lnTo>
                    <a:pt x="2566078" y="2792813"/>
                  </a:lnTo>
                  <a:lnTo>
                    <a:pt x="2566172" y="2792813"/>
                  </a:lnTo>
                  <a:lnTo>
                    <a:pt x="2566266" y="2792813"/>
                  </a:lnTo>
                  <a:lnTo>
                    <a:pt x="2566360" y="2792813"/>
                  </a:lnTo>
                  <a:lnTo>
                    <a:pt x="2566454" y="2792813"/>
                  </a:lnTo>
                  <a:lnTo>
                    <a:pt x="2566548" y="2792813"/>
                  </a:lnTo>
                  <a:lnTo>
                    <a:pt x="2566642" y="2792813"/>
                  </a:lnTo>
                  <a:lnTo>
                    <a:pt x="2566736" y="2792813"/>
                  </a:lnTo>
                  <a:lnTo>
                    <a:pt x="2566830" y="2792813"/>
                  </a:lnTo>
                  <a:lnTo>
                    <a:pt x="2566924" y="2792813"/>
                  </a:lnTo>
                  <a:lnTo>
                    <a:pt x="2567018" y="2792813"/>
                  </a:lnTo>
                  <a:lnTo>
                    <a:pt x="2567112" y="2792813"/>
                  </a:lnTo>
                  <a:lnTo>
                    <a:pt x="2567206" y="2792813"/>
                  </a:lnTo>
                  <a:lnTo>
                    <a:pt x="2567300" y="2792813"/>
                  </a:lnTo>
                  <a:lnTo>
                    <a:pt x="2567394" y="2792813"/>
                  </a:lnTo>
                  <a:lnTo>
                    <a:pt x="2567488" y="2792813"/>
                  </a:lnTo>
                  <a:lnTo>
                    <a:pt x="2567582" y="2792813"/>
                  </a:lnTo>
                  <a:lnTo>
                    <a:pt x="2567676" y="2792813"/>
                  </a:lnTo>
                  <a:lnTo>
                    <a:pt x="2567770" y="2792813"/>
                  </a:lnTo>
                  <a:lnTo>
                    <a:pt x="2567864" y="2792813"/>
                  </a:lnTo>
                  <a:lnTo>
                    <a:pt x="2567958" y="2792813"/>
                  </a:lnTo>
                  <a:lnTo>
                    <a:pt x="2568052" y="2792813"/>
                  </a:lnTo>
                  <a:lnTo>
                    <a:pt x="2568146" y="2792813"/>
                  </a:lnTo>
                  <a:lnTo>
                    <a:pt x="2568240" y="2792813"/>
                  </a:lnTo>
                  <a:lnTo>
                    <a:pt x="2568334" y="2792813"/>
                  </a:lnTo>
                  <a:lnTo>
                    <a:pt x="2568428" y="2792813"/>
                  </a:lnTo>
                  <a:lnTo>
                    <a:pt x="2568522" y="2792813"/>
                  </a:lnTo>
                  <a:lnTo>
                    <a:pt x="2568616" y="2792813"/>
                  </a:lnTo>
                  <a:lnTo>
                    <a:pt x="2568710" y="2792813"/>
                  </a:lnTo>
                  <a:lnTo>
                    <a:pt x="2568804" y="2792813"/>
                  </a:lnTo>
                  <a:lnTo>
                    <a:pt x="2568898" y="2792813"/>
                  </a:lnTo>
                  <a:lnTo>
                    <a:pt x="2568992" y="2792813"/>
                  </a:lnTo>
                  <a:lnTo>
                    <a:pt x="2569086" y="2792813"/>
                  </a:lnTo>
                  <a:lnTo>
                    <a:pt x="2569180" y="2792813"/>
                  </a:lnTo>
                  <a:lnTo>
                    <a:pt x="2569274" y="2792813"/>
                  </a:lnTo>
                  <a:lnTo>
                    <a:pt x="2569368" y="2792813"/>
                  </a:lnTo>
                  <a:lnTo>
                    <a:pt x="2569462" y="2792813"/>
                  </a:lnTo>
                  <a:lnTo>
                    <a:pt x="2569557" y="2792813"/>
                  </a:lnTo>
                  <a:lnTo>
                    <a:pt x="2569651" y="2792813"/>
                  </a:lnTo>
                  <a:lnTo>
                    <a:pt x="2569745" y="2792813"/>
                  </a:lnTo>
                  <a:lnTo>
                    <a:pt x="2569839" y="2792813"/>
                  </a:lnTo>
                  <a:lnTo>
                    <a:pt x="2569933" y="2792813"/>
                  </a:lnTo>
                  <a:lnTo>
                    <a:pt x="2570027" y="2792813"/>
                  </a:lnTo>
                  <a:lnTo>
                    <a:pt x="2570121" y="2792813"/>
                  </a:lnTo>
                  <a:lnTo>
                    <a:pt x="2570215" y="2792813"/>
                  </a:lnTo>
                  <a:lnTo>
                    <a:pt x="2570309" y="2792813"/>
                  </a:lnTo>
                  <a:lnTo>
                    <a:pt x="2570403" y="2792813"/>
                  </a:lnTo>
                  <a:lnTo>
                    <a:pt x="2570497" y="2792813"/>
                  </a:lnTo>
                  <a:lnTo>
                    <a:pt x="2570591" y="2792813"/>
                  </a:lnTo>
                  <a:lnTo>
                    <a:pt x="2570685" y="2792813"/>
                  </a:lnTo>
                  <a:lnTo>
                    <a:pt x="2570779" y="2792813"/>
                  </a:lnTo>
                  <a:lnTo>
                    <a:pt x="2570873" y="2792813"/>
                  </a:lnTo>
                  <a:lnTo>
                    <a:pt x="2570967" y="2792813"/>
                  </a:lnTo>
                  <a:lnTo>
                    <a:pt x="2571061" y="2792813"/>
                  </a:lnTo>
                  <a:lnTo>
                    <a:pt x="2571155" y="2792813"/>
                  </a:lnTo>
                  <a:lnTo>
                    <a:pt x="2571249" y="2792813"/>
                  </a:lnTo>
                  <a:lnTo>
                    <a:pt x="2571343" y="2792813"/>
                  </a:lnTo>
                  <a:lnTo>
                    <a:pt x="2571437" y="2792813"/>
                  </a:lnTo>
                  <a:lnTo>
                    <a:pt x="2571531" y="2792813"/>
                  </a:lnTo>
                  <a:lnTo>
                    <a:pt x="2571625" y="2792813"/>
                  </a:lnTo>
                  <a:lnTo>
                    <a:pt x="2571719" y="2792813"/>
                  </a:lnTo>
                  <a:lnTo>
                    <a:pt x="2571813" y="2792813"/>
                  </a:lnTo>
                  <a:lnTo>
                    <a:pt x="2571907" y="2792813"/>
                  </a:lnTo>
                  <a:lnTo>
                    <a:pt x="2572001" y="2792813"/>
                  </a:lnTo>
                  <a:lnTo>
                    <a:pt x="2572095" y="2792813"/>
                  </a:lnTo>
                  <a:lnTo>
                    <a:pt x="2572189" y="2792813"/>
                  </a:lnTo>
                  <a:lnTo>
                    <a:pt x="2572283" y="2792813"/>
                  </a:lnTo>
                  <a:lnTo>
                    <a:pt x="2572377" y="2792813"/>
                  </a:lnTo>
                  <a:lnTo>
                    <a:pt x="2572471" y="2792813"/>
                  </a:lnTo>
                  <a:lnTo>
                    <a:pt x="2572565" y="2792813"/>
                  </a:lnTo>
                  <a:lnTo>
                    <a:pt x="2572659" y="2792813"/>
                  </a:lnTo>
                  <a:lnTo>
                    <a:pt x="2572753" y="2792813"/>
                  </a:lnTo>
                  <a:lnTo>
                    <a:pt x="2572847" y="2792813"/>
                  </a:lnTo>
                  <a:lnTo>
                    <a:pt x="2572941" y="2792813"/>
                  </a:lnTo>
                  <a:lnTo>
                    <a:pt x="2573035" y="2792813"/>
                  </a:lnTo>
                  <a:lnTo>
                    <a:pt x="2573130" y="2792813"/>
                  </a:lnTo>
                  <a:lnTo>
                    <a:pt x="2573224" y="2792813"/>
                  </a:lnTo>
                  <a:lnTo>
                    <a:pt x="2573318" y="2792813"/>
                  </a:lnTo>
                  <a:lnTo>
                    <a:pt x="2573412" y="2792813"/>
                  </a:lnTo>
                  <a:lnTo>
                    <a:pt x="2573506" y="2792813"/>
                  </a:lnTo>
                  <a:lnTo>
                    <a:pt x="2573600" y="2792813"/>
                  </a:lnTo>
                  <a:lnTo>
                    <a:pt x="2573694" y="2792813"/>
                  </a:lnTo>
                  <a:lnTo>
                    <a:pt x="2573788" y="2792813"/>
                  </a:lnTo>
                  <a:lnTo>
                    <a:pt x="2573882" y="2792813"/>
                  </a:lnTo>
                  <a:lnTo>
                    <a:pt x="2573976" y="2792813"/>
                  </a:lnTo>
                  <a:lnTo>
                    <a:pt x="2574070" y="2792813"/>
                  </a:lnTo>
                  <a:lnTo>
                    <a:pt x="2574164" y="2792813"/>
                  </a:lnTo>
                  <a:lnTo>
                    <a:pt x="2574258" y="2792813"/>
                  </a:lnTo>
                  <a:lnTo>
                    <a:pt x="2574352" y="2792813"/>
                  </a:lnTo>
                  <a:lnTo>
                    <a:pt x="2574446" y="2792813"/>
                  </a:lnTo>
                  <a:lnTo>
                    <a:pt x="2574540" y="2792813"/>
                  </a:lnTo>
                  <a:lnTo>
                    <a:pt x="2574634" y="2792813"/>
                  </a:lnTo>
                  <a:lnTo>
                    <a:pt x="2574728" y="2792813"/>
                  </a:lnTo>
                  <a:lnTo>
                    <a:pt x="2574822" y="2792813"/>
                  </a:lnTo>
                  <a:lnTo>
                    <a:pt x="2574916" y="2792813"/>
                  </a:lnTo>
                  <a:lnTo>
                    <a:pt x="2575010" y="2792813"/>
                  </a:lnTo>
                  <a:lnTo>
                    <a:pt x="2575104" y="2792813"/>
                  </a:lnTo>
                  <a:lnTo>
                    <a:pt x="2575198" y="2792813"/>
                  </a:lnTo>
                  <a:lnTo>
                    <a:pt x="2575292" y="2792813"/>
                  </a:lnTo>
                  <a:lnTo>
                    <a:pt x="2575386" y="2792813"/>
                  </a:lnTo>
                  <a:lnTo>
                    <a:pt x="2575480" y="2792813"/>
                  </a:lnTo>
                  <a:lnTo>
                    <a:pt x="2575574" y="2792813"/>
                  </a:lnTo>
                  <a:lnTo>
                    <a:pt x="2575668" y="2792813"/>
                  </a:lnTo>
                  <a:lnTo>
                    <a:pt x="2575762" y="2792813"/>
                  </a:lnTo>
                  <a:lnTo>
                    <a:pt x="2575856" y="2792813"/>
                  </a:lnTo>
                  <a:lnTo>
                    <a:pt x="2575950" y="2792813"/>
                  </a:lnTo>
                  <a:lnTo>
                    <a:pt x="2576044" y="2792813"/>
                  </a:lnTo>
                  <a:lnTo>
                    <a:pt x="2576138" y="2792813"/>
                  </a:lnTo>
                  <a:lnTo>
                    <a:pt x="2576232" y="2792813"/>
                  </a:lnTo>
                  <a:lnTo>
                    <a:pt x="2576326" y="2792813"/>
                  </a:lnTo>
                  <a:lnTo>
                    <a:pt x="2576420" y="2792813"/>
                  </a:lnTo>
                  <a:lnTo>
                    <a:pt x="2576514" y="2792813"/>
                  </a:lnTo>
                  <a:lnTo>
                    <a:pt x="2576609" y="2792813"/>
                  </a:lnTo>
                  <a:lnTo>
                    <a:pt x="2576703" y="2792813"/>
                  </a:lnTo>
                  <a:lnTo>
                    <a:pt x="2576797" y="2792813"/>
                  </a:lnTo>
                  <a:lnTo>
                    <a:pt x="2576891" y="2792813"/>
                  </a:lnTo>
                  <a:lnTo>
                    <a:pt x="2576985" y="2792813"/>
                  </a:lnTo>
                  <a:lnTo>
                    <a:pt x="2577079" y="2792813"/>
                  </a:lnTo>
                  <a:lnTo>
                    <a:pt x="2577173" y="2792813"/>
                  </a:lnTo>
                  <a:lnTo>
                    <a:pt x="2577267" y="2792813"/>
                  </a:lnTo>
                  <a:lnTo>
                    <a:pt x="2577361" y="2792813"/>
                  </a:lnTo>
                  <a:lnTo>
                    <a:pt x="2577455" y="2792813"/>
                  </a:lnTo>
                  <a:lnTo>
                    <a:pt x="2577549" y="2792813"/>
                  </a:lnTo>
                  <a:lnTo>
                    <a:pt x="2577643" y="2792813"/>
                  </a:lnTo>
                  <a:lnTo>
                    <a:pt x="2577737" y="2792813"/>
                  </a:lnTo>
                  <a:lnTo>
                    <a:pt x="2577831" y="2792813"/>
                  </a:lnTo>
                  <a:lnTo>
                    <a:pt x="2577925" y="2792813"/>
                  </a:lnTo>
                  <a:lnTo>
                    <a:pt x="2578019" y="2792813"/>
                  </a:lnTo>
                  <a:lnTo>
                    <a:pt x="2578113" y="2792813"/>
                  </a:lnTo>
                  <a:lnTo>
                    <a:pt x="2578207" y="2792813"/>
                  </a:lnTo>
                  <a:lnTo>
                    <a:pt x="2578301" y="2792813"/>
                  </a:lnTo>
                  <a:lnTo>
                    <a:pt x="2578395" y="2792813"/>
                  </a:lnTo>
                  <a:lnTo>
                    <a:pt x="2578395" y="2787534"/>
                  </a:lnTo>
                  <a:lnTo>
                    <a:pt x="2578489" y="2787534"/>
                  </a:lnTo>
                  <a:lnTo>
                    <a:pt x="2578583" y="2787534"/>
                  </a:lnTo>
                  <a:lnTo>
                    <a:pt x="2578677" y="2787534"/>
                  </a:lnTo>
                  <a:lnTo>
                    <a:pt x="2578771" y="2787534"/>
                  </a:lnTo>
                  <a:lnTo>
                    <a:pt x="2578865" y="2787534"/>
                  </a:lnTo>
                  <a:lnTo>
                    <a:pt x="2578959" y="2787534"/>
                  </a:lnTo>
                  <a:lnTo>
                    <a:pt x="2579053" y="2787534"/>
                  </a:lnTo>
                  <a:lnTo>
                    <a:pt x="2579147" y="2787534"/>
                  </a:lnTo>
                  <a:lnTo>
                    <a:pt x="2579241" y="2787534"/>
                  </a:lnTo>
                  <a:lnTo>
                    <a:pt x="2579335" y="2787534"/>
                  </a:lnTo>
                  <a:lnTo>
                    <a:pt x="2579429" y="2787534"/>
                  </a:lnTo>
                  <a:lnTo>
                    <a:pt x="2579523" y="2787534"/>
                  </a:lnTo>
                  <a:lnTo>
                    <a:pt x="2579617" y="2787534"/>
                  </a:lnTo>
                  <a:lnTo>
                    <a:pt x="2579711" y="2787534"/>
                  </a:lnTo>
                  <a:lnTo>
                    <a:pt x="2579805" y="2787534"/>
                  </a:lnTo>
                  <a:lnTo>
                    <a:pt x="2579899" y="2787534"/>
                  </a:lnTo>
                  <a:lnTo>
                    <a:pt x="2579993" y="2787534"/>
                  </a:lnTo>
                  <a:lnTo>
                    <a:pt x="2580087" y="2787534"/>
                  </a:lnTo>
                  <a:lnTo>
                    <a:pt x="2580182" y="2787534"/>
                  </a:lnTo>
                  <a:lnTo>
                    <a:pt x="2580276" y="2787534"/>
                  </a:lnTo>
                  <a:lnTo>
                    <a:pt x="2580370" y="2787534"/>
                  </a:lnTo>
                  <a:lnTo>
                    <a:pt x="2580464" y="2787534"/>
                  </a:lnTo>
                  <a:lnTo>
                    <a:pt x="2580558" y="2787534"/>
                  </a:lnTo>
                  <a:lnTo>
                    <a:pt x="2580652" y="2787534"/>
                  </a:lnTo>
                  <a:lnTo>
                    <a:pt x="2580746" y="2787534"/>
                  </a:lnTo>
                  <a:lnTo>
                    <a:pt x="2580840" y="2787534"/>
                  </a:lnTo>
                  <a:lnTo>
                    <a:pt x="2580934" y="2787534"/>
                  </a:lnTo>
                  <a:lnTo>
                    <a:pt x="2581028" y="2787534"/>
                  </a:lnTo>
                  <a:lnTo>
                    <a:pt x="2581122" y="2787534"/>
                  </a:lnTo>
                  <a:lnTo>
                    <a:pt x="2581216" y="2787534"/>
                  </a:lnTo>
                  <a:lnTo>
                    <a:pt x="2581310" y="2787534"/>
                  </a:lnTo>
                  <a:lnTo>
                    <a:pt x="2581404" y="2787534"/>
                  </a:lnTo>
                  <a:lnTo>
                    <a:pt x="2581498" y="2787534"/>
                  </a:lnTo>
                  <a:lnTo>
                    <a:pt x="2581592" y="2787534"/>
                  </a:lnTo>
                  <a:lnTo>
                    <a:pt x="2581686" y="2787534"/>
                  </a:lnTo>
                  <a:lnTo>
                    <a:pt x="2581780" y="2787534"/>
                  </a:lnTo>
                  <a:lnTo>
                    <a:pt x="2581874" y="2787534"/>
                  </a:lnTo>
                  <a:lnTo>
                    <a:pt x="2581968" y="2787534"/>
                  </a:lnTo>
                  <a:lnTo>
                    <a:pt x="2582062" y="2787534"/>
                  </a:lnTo>
                  <a:lnTo>
                    <a:pt x="2582156" y="2787534"/>
                  </a:lnTo>
                  <a:lnTo>
                    <a:pt x="2582250" y="2787534"/>
                  </a:lnTo>
                  <a:lnTo>
                    <a:pt x="2582344" y="2787534"/>
                  </a:lnTo>
                  <a:lnTo>
                    <a:pt x="2582438" y="2787534"/>
                  </a:lnTo>
                  <a:lnTo>
                    <a:pt x="2582532" y="2787534"/>
                  </a:lnTo>
                  <a:lnTo>
                    <a:pt x="2582532" y="2782255"/>
                  </a:lnTo>
                  <a:lnTo>
                    <a:pt x="2582626" y="2782255"/>
                  </a:lnTo>
                  <a:lnTo>
                    <a:pt x="2582720" y="2782255"/>
                  </a:lnTo>
                  <a:lnTo>
                    <a:pt x="2582814" y="2782255"/>
                  </a:lnTo>
                  <a:lnTo>
                    <a:pt x="2582908" y="2782255"/>
                  </a:lnTo>
                  <a:lnTo>
                    <a:pt x="2583002" y="2782255"/>
                  </a:lnTo>
                  <a:lnTo>
                    <a:pt x="2583096" y="2782255"/>
                  </a:lnTo>
                  <a:lnTo>
                    <a:pt x="2583190" y="2782255"/>
                  </a:lnTo>
                  <a:lnTo>
                    <a:pt x="2583284" y="2782255"/>
                  </a:lnTo>
                  <a:lnTo>
                    <a:pt x="2583378" y="2782255"/>
                  </a:lnTo>
                  <a:lnTo>
                    <a:pt x="2583472" y="2782255"/>
                  </a:lnTo>
                  <a:lnTo>
                    <a:pt x="2583566" y="2782255"/>
                  </a:lnTo>
                  <a:lnTo>
                    <a:pt x="2583660" y="2782255"/>
                  </a:lnTo>
                  <a:lnTo>
                    <a:pt x="2583755" y="2782255"/>
                  </a:lnTo>
                  <a:lnTo>
                    <a:pt x="2583849" y="2782255"/>
                  </a:lnTo>
                  <a:lnTo>
                    <a:pt x="2583943" y="2782255"/>
                  </a:lnTo>
                  <a:lnTo>
                    <a:pt x="2584037" y="2782255"/>
                  </a:lnTo>
                  <a:lnTo>
                    <a:pt x="2584131" y="2782255"/>
                  </a:lnTo>
                  <a:lnTo>
                    <a:pt x="2584225" y="2782255"/>
                  </a:lnTo>
                  <a:lnTo>
                    <a:pt x="2584319" y="2782255"/>
                  </a:lnTo>
                  <a:lnTo>
                    <a:pt x="2584413" y="2782255"/>
                  </a:lnTo>
                  <a:lnTo>
                    <a:pt x="2584507" y="2782255"/>
                  </a:lnTo>
                  <a:lnTo>
                    <a:pt x="2584601" y="2782255"/>
                  </a:lnTo>
                  <a:lnTo>
                    <a:pt x="2584695" y="2782255"/>
                  </a:lnTo>
                  <a:lnTo>
                    <a:pt x="2584789" y="2782255"/>
                  </a:lnTo>
                  <a:lnTo>
                    <a:pt x="2584883" y="2782255"/>
                  </a:lnTo>
                  <a:lnTo>
                    <a:pt x="2584977" y="2782255"/>
                  </a:lnTo>
                  <a:lnTo>
                    <a:pt x="2585071" y="2782255"/>
                  </a:lnTo>
                  <a:lnTo>
                    <a:pt x="2585165" y="2782255"/>
                  </a:lnTo>
                  <a:lnTo>
                    <a:pt x="2585259" y="2782255"/>
                  </a:lnTo>
                  <a:lnTo>
                    <a:pt x="2585353" y="2782255"/>
                  </a:lnTo>
                  <a:lnTo>
                    <a:pt x="2585447" y="2782255"/>
                  </a:lnTo>
                  <a:lnTo>
                    <a:pt x="2585541" y="2782255"/>
                  </a:lnTo>
                  <a:lnTo>
                    <a:pt x="2585635" y="2782255"/>
                  </a:lnTo>
                  <a:lnTo>
                    <a:pt x="2585729" y="2782255"/>
                  </a:lnTo>
                  <a:lnTo>
                    <a:pt x="2585823" y="2782255"/>
                  </a:lnTo>
                  <a:lnTo>
                    <a:pt x="2585917" y="2782255"/>
                  </a:lnTo>
                  <a:lnTo>
                    <a:pt x="2586011" y="2782255"/>
                  </a:lnTo>
                  <a:lnTo>
                    <a:pt x="2586105" y="2782255"/>
                  </a:lnTo>
                  <a:lnTo>
                    <a:pt x="2586199" y="2782255"/>
                  </a:lnTo>
                  <a:lnTo>
                    <a:pt x="2586293" y="2782255"/>
                  </a:lnTo>
                  <a:lnTo>
                    <a:pt x="2586387" y="2782255"/>
                  </a:lnTo>
                  <a:lnTo>
                    <a:pt x="2586481" y="2782255"/>
                  </a:lnTo>
                  <a:lnTo>
                    <a:pt x="2586575" y="2782255"/>
                  </a:lnTo>
                  <a:lnTo>
                    <a:pt x="2586669" y="2782255"/>
                  </a:lnTo>
                  <a:lnTo>
                    <a:pt x="2586763" y="2782255"/>
                  </a:lnTo>
                  <a:lnTo>
                    <a:pt x="2586857" y="2782255"/>
                  </a:lnTo>
                  <a:lnTo>
                    <a:pt x="2586951" y="2782255"/>
                  </a:lnTo>
                  <a:lnTo>
                    <a:pt x="2587045" y="2782255"/>
                  </a:lnTo>
                  <a:lnTo>
                    <a:pt x="2587139" y="2782255"/>
                  </a:lnTo>
                  <a:lnTo>
                    <a:pt x="2587233" y="2782255"/>
                  </a:lnTo>
                  <a:lnTo>
                    <a:pt x="2587328" y="2782255"/>
                  </a:lnTo>
                  <a:lnTo>
                    <a:pt x="2587422" y="2782255"/>
                  </a:lnTo>
                  <a:lnTo>
                    <a:pt x="2587516" y="2782255"/>
                  </a:lnTo>
                  <a:lnTo>
                    <a:pt x="2587610" y="2782255"/>
                  </a:lnTo>
                  <a:lnTo>
                    <a:pt x="2587704" y="2782255"/>
                  </a:lnTo>
                  <a:lnTo>
                    <a:pt x="2587798" y="2782255"/>
                  </a:lnTo>
                  <a:lnTo>
                    <a:pt x="2587892" y="2782255"/>
                  </a:lnTo>
                  <a:lnTo>
                    <a:pt x="2587986" y="2782255"/>
                  </a:lnTo>
                  <a:lnTo>
                    <a:pt x="2588080" y="2782255"/>
                  </a:lnTo>
                  <a:lnTo>
                    <a:pt x="2588174" y="2782255"/>
                  </a:lnTo>
                  <a:lnTo>
                    <a:pt x="2588268" y="2782255"/>
                  </a:lnTo>
                  <a:lnTo>
                    <a:pt x="2588362" y="2782255"/>
                  </a:lnTo>
                  <a:lnTo>
                    <a:pt x="2588456" y="2782255"/>
                  </a:lnTo>
                  <a:lnTo>
                    <a:pt x="2588550" y="2782255"/>
                  </a:lnTo>
                  <a:lnTo>
                    <a:pt x="2588644" y="2782255"/>
                  </a:lnTo>
                  <a:lnTo>
                    <a:pt x="2588738" y="2782255"/>
                  </a:lnTo>
                  <a:lnTo>
                    <a:pt x="2588832" y="2782255"/>
                  </a:lnTo>
                  <a:lnTo>
                    <a:pt x="2588926" y="2782255"/>
                  </a:lnTo>
                  <a:lnTo>
                    <a:pt x="2589020" y="2782255"/>
                  </a:lnTo>
                  <a:lnTo>
                    <a:pt x="2589114" y="2782255"/>
                  </a:lnTo>
                  <a:lnTo>
                    <a:pt x="2589208" y="2782255"/>
                  </a:lnTo>
                  <a:lnTo>
                    <a:pt x="2589302" y="2782255"/>
                  </a:lnTo>
                  <a:lnTo>
                    <a:pt x="2589396" y="2782255"/>
                  </a:lnTo>
                  <a:lnTo>
                    <a:pt x="2589490" y="2782255"/>
                  </a:lnTo>
                  <a:lnTo>
                    <a:pt x="2589584" y="2782255"/>
                  </a:lnTo>
                  <a:lnTo>
                    <a:pt x="2589678" y="2782255"/>
                  </a:lnTo>
                  <a:lnTo>
                    <a:pt x="2589772" y="2782255"/>
                  </a:lnTo>
                  <a:lnTo>
                    <a:pt x="2589866" y="2782255"/>
                  </a:lnTo>
                  <a:lnTo>
                    <a:pt x="2589960" y="2782255"/>
                  </a:lnTo>
                  <a:lnTo>
                    <a:pt x="2590054" y="2782255"/>
                  </a:lnTo>
                  <a:lnTo>
                    <a:pt x="2590148" y="2782255"/>
                  </a:lnTo>
                  <a:lnTo>
                    <a:pt x="2590242" y="2782255"/>
                  </a:lnTo>
                  <a:lnTo>
                    <a:pt x="2590336" y="2782255"/>
                  </a:lnTo>
                  <a:lnTo>
                    <a:pt x="2590430" y="2782255"/>
                  </a:lnTo>
                  <a:lnTo>
                    <a:pt x="2590430" y="2776975"/>
                  </a:lnTo>
                  <a:lnTo>
                    <a:pt x="2590524" y="2776975"/>
                  </a:lnTo>
                  <a:lnTo>
                    <a:pt x="2590618" y="2776975"/>
                  </a:lnTo>
                  <a:lnTo>
                    <a:pt x="2590712" y="2776975"/>
                  </a:lnTo>
                  <a:lnTo>
                    <a:pt x="2590807" y="2776975"/>
                  </a:lnTo>
                  <a:lnTo>
                    <a:pt x="2590901" y="2776975"/>
                  </a:lnTo>
                  <a:lnTo>
                    <a:pt x="2590995" y="2776975"/>
                  </a:lnTo>
                  <a:lnTo>
                    <a:pt x="2591089" y="2776975"/>
                  </a:lnTo>
                  <a:lnTo>
                    <a:pt x="2591183" y="2776975"/>
                  </a:lnTo>
                  <a:lnTo>
                    <a:pt x="2591277" y="2776975"/>
                  </a:lnTo>
                  <a:lnTo>
                    <a:pt x="2591371" y="2776975"/>
                  </a:lnTo>
                  <a:lnTo>
                    <a:pt x="2591465" y="2776975"/>
                  </a:lnTo>
                  <a:lnTo>
                    <a:pt x="2591559" y="2776975"/>
                  </a:lnTo>
                  <a:lnTo>
                    <a:pt x="2591653" y="2776975"/>
                  </a:lnTo>
                  <a:lnTo>
                    <a:pt x="2591747" y="2776975"/>
                  </a:lnTo>
                  <a:lnTo>
                    <a:pt x="2591841" y="2776975"/>
                  </a:lnTo>
                  <a:lnTo>
                    <a:pt x="2591935" y="2776975"/>
                  </a:lnTo>
                  <a:lnTo>
                    <a:pt x="2592029" y="2776975"/>
                  </a:lnTo>
                  <a:lnTo>
                    <a:pt x="2592123" y="2776975"/>
                  </a:lnTo>
                  <a:lnTo>
                    <a:pt x="2592217" y="2776975"/>
                  </a:lnTo>
                  <a:lnTo>
                    <a:pt x="2592311" y="2776975"/>
                  </a:lnTo>
                  <a:lnTo>
                    <a:pt x="2592405" y="2776975"/>
                  </a:lnTo>
                  <a:lnTo>
                    <a:pt x="2592499" y="2776975"/>
                  </a:lnTo>
                  <a:lnTo>
                    <a:pt x="2592593" y="2776975"/>
                  </a:lnTo>
                  <a:lnTo>
                    <a:pt x="2592687" y="2776975"/>
                  </a:lnTo>
                  <a:lnTo>
                    <a:pt x="2592781" y="2776975"/>
                  </a:lnTo>
                  <a:lnTo>
                    <a:pt x="2592781" y="2771696"/>
                  </a:lnTo>
                  <a:lnTo>
                    <a:pt x="2592875" y="2771696"/>
                  </a:lnTo>
                  <a:lnTo>
                    <a:pt x="2592969" y="2771696"/>
                  </a:lnTo>
                  <a:lnTo>
                    <a:pt x="2593063" y="2771696"/>
                  </a:lnTo>
                  <a:lnTo>
                    <a:pt x="2593063" y="2766416"/>
                  </a:lnTo>
                  <a:lnTo>
                    <a:pt x="2593157" y="2766416"/>
                  </a:lnTo>
                  <a:lnTo>
                    <a:pt x="2593251" y="2766416"/>
                  </a:lnTo>
                  <a:lnTo>
                    <a:pt x="2593345" y="2766416"/>
                  </a:lnTo>
                  <a:lnTo>
                    <a:pt x="2593439" y="2766416"/>
                  </a:lnTo>
                  <a:lnTo>
                    <a:pt x="2593533" y="2766416"/>
                  </a:lnTo>
                  <a:lnTo>
                    <a:pt x="2593627" y="2766416"/>
                  </a:lnTo>
                  <a:lnTo>
                    <a:pt x="2593721" y="2766416"/>
                  </a:lnTo>
                  <a:lnTo>
                    <a:pt x="2593815" y="2766416"/>
                  </a:lnTo>
                  <a:lnTo>
                    <a:pt x="2593815" y="2761137"/>
                  </a:lnTo>
                  <a:lnTo>
                    <a:pt x="2593909" y="2761137"/>
                  </a:lnTo>
                  <a:lnTo>
                    <a:pt x="2594003" y="2761137"/>
                  </a:lnTo>
                  <a:lnTo>
                    <a:pt x="2594097" y="2761137"/>
                  </a:lnTo>
                  <a:lnTo>
                    <a:pt x="2594191" y="2761137"/>
                  </a:lnTo>
                  <a:lnTo>
                    <a:pt x="2594285" y="2761137"/>
                  </a:lnTo>
                  <a:lnTo>
                    <a:pt x="2594380" y="2761137"/>
                  </a:lnTo>
                  <a:lnTo>
                    <a:pt x="2594474" y="2761137"/>
                  </a:lnTo>
                  <a:lnTo>
                    <a:pt x="2594568" y="2761137"/>
                  </a:lnTo>
                  <a:lnTo>
                    <a:pt x="2594662" y="2761137"/>
                  </a:lnTo>
                  <a:lnTo>
                    <a:pt x="2594756" y="2761137"/>
                  </a:lnTo>
                  <a:lnTo>
                    <a:pt x="2594850" y="2761137"/>
                  </a:lnTo>
                  <a:lnTo>
                    <a:pt x="2594944" y="2761137"/>
                  </a:lnTo>
                  <a:lnTo>
                    <a:pt x="2595038" y="2761137"/>
                  </a:lnTo>
                  <a:lnTo>
                    <a:pt x="2595132" y="2761137"/>
                  </a:lnTo>
                  <a:lnTo>
                    <a:pt x="2595226" y="2761137"/>
                  </a:lnTo>
                  <a:lnTo>
                    <a:pt x="2595320" y="2761137"/>
                  </a:lnTo>
                  <a:lnTo>
                    <a:pt x="2595414" y="2761137"/>
                  </a:lnTo>
                  <a:lnTo>
                    <a:pt x="2595508" y="2761137"/>
                  </a:lnTo>
                  <a:lnTo>
                    <a:pt x="2595602" y="2761137"/>
                  </a:lnTo>
                  <a:lnTo>
                    <a:pt x="2595696" y="2761137"/>
                  </a:lnTo>
                  <a:lnTo>
                    <a:pt x="2595790" y="2761137"/>
                  </a:lnTo>
                  <a:lnTo>
                    <a:pt x="2595884" y="2761137"/>
                  </a:lnTo>
                  <a:lnTo>
                    <a:pt x="2595978" y="2761137"/>
                  </a:lnTo>
                  <a:lnTo>
                    <a:pt x="2596072" y="2761137"/>
                  </a:lnTo>
                  <a:lnTo>
                    <a:pt x="2596166" y="2761137"/>
                  </a:lnTo>
                  <a:lnTo>
                    <a:pt x="2596260" y="2761137"/>
                  </a:lnTo>
                  <a:lnTo>
                    <a:pt x="2596354" y="2761137"/>
                  </a:lnTo>
                  <a:lnTo>
                    <a:pt x="2596448" y="2761137"/>
                  </a:lnTo>
                  <a:lnTo>
                    <a:pt x="2596542" y="2761137"/>
                  </a:lnTo>
                  <a:lnTo>
                    <a:pt x="2596636" y="2761137"/>
                  </a:lnTo>
                  <a:lnTo>
                    <a:pt x="2596730" y="2761137"/>
                  </a:lnTo>
                  <a:lnTo>
                    <a:pt x="2596824" y="2761137"/>
                  </a:lnTo>
                  <a:lnTo>
                    <a:pt x="2596918" y="2761137"/>
                  </a:lnTo>
                  <a:lnTo>
                    <a:pt x="2597012" y="2761137"/>
                  </a:lnTo>
                  <a:lnTo>
                    <a:pt x="2597106" y="2761137"/>
                  </a:lnTo>
                  <a:lnTo>
                    <a:pt x="2597200" y="2761137"/>
                  </a:lnTo>
                  <a:lnTo>
                    <a:pt x="2597294" y="2761137"/>
                  </a:lnTo>
                  <a:lnTo>
                    <a:pt x="2597388" y="2761137"/>
                  </a:lnTo>
                  <a:lnTo>
                    <a:pt x="2597482" y="2761137"/>
                  </a:lnTo>
                  <a:lnTo>
                    <a:pt x="2597576" y="2761137"/>
                  </a:lnTo>
                  <a:lnTo>
                    <a:pt x="2597670" y="2761137"/>
                  </a:lnTo>
                  <a:lnTo>
                    <a:pt x="2597764" y="2761137"/>
                  </a:lnTo>
                  <a:lnTo>
                    <a:pt x="2597764" y="2755857"/>
                  </a:lnTo>
                  <a:lnTo>
                    <a:pt x="2597858" y="2755857"/>
                  </a:lnTo>
                  <a:lnTo>
                    <a:pt x="2597953" y="2755857"/>
                  </a:lnTo>
                  <a:lnTo>
                    <a:pt x="2598047" y="2755857"/>
                  </a:lnTo>
                  <a:lnTo>
                    <a:pt x="2598141" y="2755857"/>
                  </a:lnTo>
                  <a:lnTo>
                    <a:pt x="2598235" y="2755857"/>
                  </a:lnTo>
                  <a:lnTo>
                    <a:pt x="2598329" y="2755857"/>
                  </a:lnTo>
                  <a:lnTo>
                    <a:pt x="2598423" y="2755857"/>
                  </a:lnTo>
                  <a:lnTo>
                    <a:pt x="2598517" y="2755857"/>
                  </a:lnTo>
                  <a:lnTo>
                    <a:pt x="2598611" y="2755857"/>
                  </a:lnTo>
                  <a:lnTo>
                    <a:pt x="2598705" y="2755857"/>
                  </a:lnTo>
                  <a:lnTo>
                    <a:pt x="2598799" y="2755857"/>
                  </a:lnTo>
                  <a:lnTo>
                    <a:pt x="2598893" y="2755857"/>
                  </a:lnTo>
                  <a:lnTo>
                    <a:pt x="2598987" y="2755857"/>
                  </a:lnTo>
                  <a:lnTo>
                    <a:pt x="2599081" y="2755857"/>
                  </a:lnTo>
                  <a:lnTo>
                    <a:pt x="2599175" y="2755857"/>
                  </a:lnTo>
                  <a:lnTo>
                    <a:pt x="2599269" y="2755857"/>
                  </a:lnTo>
                  <a:lnTo>
                    <a:pt x="2599363" y="2755857"/>
                  </a:lnTo>
                  <a:lnTo>
                    <a:pt x="2599457" y="2755857"/>
                  </a:lnTo>
                  <a:lnTo>
                    <a:pt x="2599551" y="2755857"/>
                  </a:lnTo>
                  <a:lnTo>
                    <a:pt x="2599645" y="2755857"/>
                  </a:lnTo>
                  <a:lnTo>
                    <a:pt x="2599739" y="2755857"/>
                  </a:lnTo>
                  <a:lnTo>
                    <a:pt x="2599833" y="2755857"/>
                  </a:lnTo>
                  <a:lnTo>
                    <a:pt x="2599927" y="2755857"/>
                  </a:lnTo>
                  <a:lnTo>
                    <a:pt x="2600021" y="2755857"/>
                  </a:lnTo>
                  <a:lnTo>
                    <a:pt x="2600115" y="2755857"/>
                  </a:lnTo>
                  <a:lnTo>
                    <a:pt x="2600209" y="2755857"/>
                  </a:lnTo>
                  <a:lnTo>
                    <a:pt x="2600303" y="2755857"/>
                  </a:lnTo>
                  <a:lnTo>
                    <a:pt x="2600397" y="2755857"/>
                  </a:lnTo>
                  <a:lnTo>
                    <a:pt x="2600491" y="2755857"/>
                  </a:lnTo>
                  <a:lnTo>
                    <a:pt x="2600585" y="2755857"/>
                  </a:lnTo>
                  <a:lnTo>
                    <a:pt x="2600679" y="2755857"/>
                  </a:lnTo>
                  <a:lnTo>
                    <a:pt x="2600773" y="2755857"/>
                  </a:lnTo>
                  <a:lnTo>
                    <a:pt x="2600867" y="2755857"/>
                  </a:lnTo>
                  <a:lnTo>
                    <a:pt x="2600961" y="2755857"/>
                  </a:lnTo>
                  <a:lnTo>
                    <a:pt x="2601055" y="2755857"/>
                  </a:lnTo>
                  <a:lnTo>
                    <a:pt x="2601149" y="2755857"/>
                  </a:lnTo>
                  <a:lnTo>
                    <a:pt x="2601243" y="2755857"/>
                  </a:lnTo>
                  <a:lnTo>
                    <a:pt x="2601337" y="2755857"/>
                  </a:lnTo>
                  <a:lnTo>
                    <a:pt x="2601432" y="2755857"/>
                  </a:lnTo>
                  <a:lnTo>
                    <a:pt x="2601526" y="2755857"/>
                  </a:lnTo>
                  <a:lnTo>
                    <a:pt x="2601620" y="2755857"/>
                  </a:lnTo>
                  <a:lnTo>
                    <a:pt x="2601714" y="2755857"/>
                  </a:lnTo>
                  <a:lnTo>
                    <a:pt x="2601808" y="2755857"/>
                  </a:lnTo>
                  <a:lnTo>
                    <a:pt x="2601902" y="2755857"/>
                  </a:lnTo>
                  <a:lnTo>
                    <a:pt x="2601996" y="2755857"/>
                  </a:lnTo>
                  <a:lnTo>
                    <a:pt x="2602090" y="2755857"/>
                  </a:lnTo>
                  <a:lnTo>
                    <a:pt x="2602184" y="2755857"/>
                  </a:lnTo>
                  <a:lnTo>
                    <a:pt x="2602278" y="2755857"/>
                  </a:lnTo>
                  <a:lnTo>
                    <a:pt x="2602372" y="2755857"/>
                  </a:lnTo>
                  <a:lnTo>
                    <a:pt x="2602466" y="2755857"/>
                  </a:lnTo>
                  <a:lnTo>
                    <a:pt x="2602560" y="2755857"/>
                  </a:lnTo>
                  <a:lnTo>
                    <a:pt x="2602654" y="2755857"/>
                  </a:lnTo>
                  <a:lnTo>
                    <a:pt x="2602748" y="2755857"/>
                  </a:lnTo>
                  <a:lnTo>
                    <a:pt x="2602842" y="2755857"/>
                  </a:lnTo>
                  <a:lnTo>
                    <a:pt x="2602936" y="2755857"/>
                  </a:lnTo>
                  <a:lnTo>
                    <a:pt x="2603030" y="2755857"/>
                  </a:lnTo>
                  <a:lnTo>
                    <a:pt x="2603124" y="2755857"/>
                  </a:lnTo>
                  <a:lnTo>
                    <a:pt x="2603218" y="2755857"/>
                  </a:lnTo>
                  <a:lnTo>
                    <a:pt x="2603312" y="2755857"/>
                  </a:lnTo>
                  <a:lnTo>
                    <a:pt x="2603406" y="2755857"/>
                  </a:lnTo>
                  <a:lnTo>
                    <a:pt x="2603500" y="2755857"/>
                  </a:lnTo>
                  <a:lnTo>
                    <a:pt x="2603594" y="2755857"/>
                  </a:lnTo>
                  <a:lnTo>
                    <a:pt x="2603688" y="2755857"/>
                  </a:lnTo>
                  <a:lnTo>
                    <a:pt x="2603782" y="2755857"/>
                  </a:lnTo>
                  <a:lnTo>
                    <a:pt x="2603876" y="2755857"/>
                  </a:lnTo>
                  <a:lnTo>
                    <a:pt x="2603970" y="2755857"/>
                  </a:lnTo>
                  <a:lnTo>
                    <a:pt x="2604064" y="2755857"/>
                  </a:lnTo>
                  <a:lnTo>
                    <a:pt x="2604158" y="2755857"/>
                  </a:lnTo>
                  <a:lnTo>
                    <a:pt x="2604252" y="2755857"/>
                  </a:lnTo>
                  <a:lnTo>
                    <a:pt x="2604346" y="2755857"/>
                  </a:lnTo>
                  <a:lnTo>
                    <a:pt x="2604440" y="2755857"/>
                  </a:lnTo>
                  <a:lnTo>
                    <a:pt x="2604534" y="2755857"/>
                  </a:lnTo>
                  <a:lnTo>
                    <a:pt x="2604628" y="2755857"/>
                  </a:lnTo>
                  <a:lnTo>
                    <a:pt x="2604722" y="2755857"/>
                  </a:lnTo>
                  <a:lnTo>
                    <a:pt x="2604816" y="2755857"/>
                  </a:lnTo>
                  <a:lnTo>
                    <a:pt x="2604910" y="2755857"/>
                  </a:lnTo>
                  <a:lnTo>
                    <a:pt x="2605005" y="2755857"/>
                  </a:lnTo>
                  <a:lnTo>
                    <a:pt x="2605099" y="2755857"/>
                  </a:lnTo>
                  <a:lnTo>
                    <a:pt x="2605193" y="2755857"/>
                  </a:lnTo>
                  <a:lnTo>
                    <a:pt x="2605287" y="2755857"/>
                  </a:lnTo>
                  <a:lnTo>
                    <a:pt x="2605381" y="2755857"/>
                  </a:lnTo>
                  <a:lnTo>
                    <a:pt x="2605475" y="2755857"/>
                  </a:lnTo>
                  <a:lnTo>
                    <a:pt x="2605569" y="2755857"/>
                  </a:lnTo>
                  <a:lnTo>
                    <a:pt x="2605663" y="2755857"/>
                  </a:lnTo>
                  <a:lnTo>
                    <a:pt x="2605757" y="2755857"/>
                  </a:lnTo>
                  <a:lnTo>
                    <a:pt x="2605851" y="2755857"/>
                  </a:lnTo>
                  <a:lnTo>
                    <a:pt x="2605945" y="2755857"/>
                  </a:lnTo>
                  <a:lnTo>
                    <a:pt x="2606039" y="2755857"/>
                  </a:lnTo>
                  <a:lnTo>
                    <a:pt x="2606133" y="2755857"/>
                  </a:lnTo>
                  <a:lnTo>
                    <a:pt x="2606227" y="2755857"/>
                  </a:lnTo>
                  <a:lnTo>
                    <a:pt x="2606321" y="2755857"/>
                  </a:lnTo>
                  <a:lnTo>
                    <a:pt x="2606415" y="2755857"/>
                  </a:lnTo>
                  <a:lnTo>
                    <a:pt x="2606509" y="2755857"/>
                  </a:lnTo>
                  <a:lnTo>
                    <a:pt x="2606603" y="2755857"/>
                  </a:lnTo>
                  <a:lnTo>
                    <a:pt x="2606697" y="2755857"/>
                  </a:lnTo>
                  <a:lnTo>
                    <a:pt x="2606791" y="2755857"/>
                  </a:lnTo>
                  <a:lnTo>
                    <a:pt x="2606885" y="2755857"/>
                  </a:lnTo>
                  <a:lnTo>
                    <a:pt x="2606979" y="2755857"/>
                  </a:lnTo>
                  <a:lnTo>
                    <a:pt x="2607073" y="2755857"/>
                  </a:lnTo>
                  <a:lnTo>
                    <a:pt x="2607167" y="2755857"/>
                  </a:lnTo>
                  <a:lnTo>
                    <a:pt x="2607261" y="2755857"/>
                  </a:lnTo>
                  <a:lnTo>
                    <a:pt x="2607355" y="2755857"/>
                  </a:lnTo>
                  <a:lnTo>
                    <a:pt x="2607449" y="2755857"/>
                  </a:lnTo>
                  <a:lnTo>
                    <a:pt x="2607543" y="2755857"/>
                  </a:lnTo>
                  <a:lnTo>
                    <a:pt x="2607637" y="2755857"/>
                  </a:lnTo>
                  <a:lnTo>
                    <a:pt x="2607731" y="2755857"/>
                  </a:lnTo>
                  <a:lnTo>
                    <a:pt x="2607825" y="2755857"/>
                  </a:lnTo>
                  <a:lnTo>
                    <a:pt x="2607919" y="2755857"/>
                  </a:lnTo>
                  <a:lnTo>
                    <a:pt x="2608013" y="2755857"/>
                  </a:lnTo>
                  <a:lnTo>
                    <a:pt x="2608107" y="2755857"/>
                  </a:lnTo>
                  <a:lnTo>
                    <a:pt x="2608201" y="2755857"/>
                  </a:lnTo>
                  <a:lnTo>
                    <a:pt x="2608295" y="2755857"/>
                  </a:lnTo>
                  <a:lnTo>
                    <a:pt x="2608389" y="2755857"/>
                  </a:lnTo>
                  <a:lnTo>
                    <a:pt x="2608483" y="2755857"/>
                  </a:lnTo>
                  <a:lnTo>
                    <a:pt x="2608578" y="2755857"/>
                  </a:lnTo>
                  <a:lnTo>
                    <a:pt x="2608672" y="2755857"/>
                  </a:lnTo>
                  <a:lnTo>
                    <a:pt x="2608766" y="2755857"/>
                  </a:lnTo>
                  <a:lnTo>
                    <a:pt x="2608860" y="2755857"/>
                  </a:lnTo>
                  <a:lnTo>
                    <a:pt x="2608954" y="2755857"/>
                  </a:lnTo>
                  <a:lnTo>
                    <a:pt x="2609048" y="2755857"/>
                  </a:lnTo>
                  <a:lnTo>
                    <a:pt x="2609142" y="2755857"/>
                  </a:lnTo>
                  <a:lnTo>
                    <a:pt x="2609236" y="2755857"/>
                  </a:lnTo>
                  <a:lnTo>
                    <a:pt x="2609236" y="2750578"/>
                  </a:lnTo>
                  <a:lnTo>
                    <a:pt x="2609330" y="2750578"/>
                  </a:lnTo>
                  <a:lnTo>
                    <a:pt x="2609424" y="2750578"/>
                  </a:lnTo>
                  <a:lnTo>
                    <a:pt x="2609518" y="2750578"/>
                  </a:lnTo>
                  <a:lnTo>
                    <a:pt x="2609612" y="2750578"/>
                  </a:lnTo>
                  <a:lnTo>
                    <a:pt x="2609706" y="2750578"/>
                  </a:lnTo>
                  <a:lnTo>
                    <a:pt x="2609800" y="2750578"/>
                  </a:lnTo>
                  <a:lnTo>
                    <a:pt x="2609894" y="2750578"/>
                  </a:lnTo>
                  <a:lnTo>
                    <a:pt x="2609988" y="2750578"/>
                  </a:lnTo>
                  <a:lnTo>
                    <a:pt x="2610082" y="2750578"/>
                  </a:lnTo>
                  <a:lnTo>
                    <a:pt x="2610176" y="2750578"/>
                  </a:lnTo>
                  <a:lnTo>
                    <a:pt x="2610270" y="2750578"/>
                  </a:lnTo>
                  <a:lnTo>
                    <a:pt x="2610364" y="2750578"/>
                  </a:lnTo>
                  <a:lnTo>
                    <a:pt x="2610458" y="2750578"/>
                  </a:lnTo>
                  <a:lnTo>
                    <a:pt x="2610552" y="2750578"/>
                  </a:lnTo>
                  <a:lnTo>
                    <a:pt x="2610646" y="2750578"/>
                  </a:lnTo>
                  <a:lnTo>
                    <a:pt x="2610740" y="2750578"/>
                  </a:lnTo>
                  <a:lnTo>
                    <a:pt x="2610834" y="2750578"/>
                  </a:lnTo>
                  <a:lnTo>
                    <a:pt x="2610928" y="2750578"/>
                  </a:lnTo>
                  <a:lnTo>
                    <a:pt x="2611022" y="2750578"/>
                  </a:lnTo>
                  <a:lnTo>
                    <a:pt x="2611116" y="2750578"/>
                  </a:lnTo>
                  <a:lnTo>
                    <a:pt x="2611210" y="2750578"/>
                  </a:lnTo>
                  <a:lnTo>
                    <a:pt x="2611304" y="2750578"/>
                  </a:lnTo>
                  <a:lnTo>
                    <a:pt x="2611398" y="2750578"/>
                  </a:lnTo>
                  <a:lnTo>
                    <a:pt x="2611492" y="2750578"/>
                  </a:lnTo>
                  <a:lnTo>
                    <a:pt x="2611586" y="2750578"/>
                  </a:lnTo>
                  <a:lnTo>
                    <a:pt x="2611680" y="2750578"/>
                  </a:lnTo>
                  <a:lnTo>
                    <a:pt x="2611774" y="2750578"/>
                  </a:lnTo>
                  <a:lnTo>
                    <a:pt x="2611868" y="2750578"/>
                  </a:lnTo>
                  <a:lnTo>
                    <a:pt x="2611962" y="2750578"/>
                  </a:lnTo>
                  <a:lnTo>
                    <a:pt x="2612057" y="2750578"/>
                  </a:lnTo>
                  <a:lnTo>
                    <a:pt x="2612151" y="2750578"/>
                  </a:lnTo>
                  <a:lnTo>
                    <a:pt x="2612245" y="2750578"/>
                  </a:lnTo>
                  <a:lnTo>
                    <a:pt x="2612339" y="2750578"/>
                  </a:lnTo>
                  <a:lnTo>
                    <a:pt x="2612433" y="2750578"/>
                  </a:lnTo>
                  <a:lnTo>
                    <a:pt x="2612527" y="2750578"/>
                  </a:lnTo>
                  <a:lnTo>
                    <a:pt x="2612621" y="2750578"/>
                  </a:lnTo>
                  <a:lnTo>
                    <a:pt x="2612715" y="2750578"/>
                  </a:lnTo>
                  <a:lnTo>
                    <a:pt x="2612809" y="2750578"/>
                  </a:lnTo>
                  <a:lnTo>
                    <a:pt x="2612903" y="2750578"/>
                  </a:lnTo>
                  <a:lnTo>
                    <a:pt x="2612997" y="2750578"/>
                  </a:lnTo>
                  <a:lnTo>
                    <a:pt x="2613091" y="2750578"/>
                  </a:lnTo>
                  <a:lnTo>
                    <a:pt x="2613185" y="2750578"/>
                  </a:lnTo>
                  <a:lnTo>
                    <a:pt x="2613279" y="2750578"/>
                  </a:lnTo>
                  <a:lnTo>
                    <a:pt x="2613373" y="2750578"/>
                  </a:lnTo>
                  <a:lnTo>
                    <a:pt x="2613467" y="2750578"/>
                  </a:lnTo>
                  <a:lnTo>
                    <a:pt x="2613561" y="2750578"/>
                  </a:lnTo>
                  <a:lnTo>
                    <a:pt x="2613655" y="2750578"/>
                  </a:lnTo>
                  <a:lnTo>
                    <a:pt x="2613749" y="2750578"/>
                  </a:lnTo>
                  <a:lnTo>
                    <a:pt x="2613843" y="2750578"/>
                  </a:lnTo>
                  <a:lnTo>
                    <a:pt x="2613937" y="2750578"/>
                  </a:lnTo>
                  <a:lnTo>
                    <a:pt x="2614031" y="2750578"/>
                  </a:lnTo>
                  <a:lnTo>
                    <a:pt x="2614125" y="2750578"/>
                  </a:lnTo>
                  <a:lnTo>
                    <a:pt x="2614219" y="2750578"/>
                  </a:lnTo>
                  <a:lnTo>
                    <a:pt x="2614313" y="2750578"/>
                  </a:lnTo>
                  <a:lnTo>
                    <a:pt x="2614407" y="2750578"/>
                  </a:lnTo>
                  <a:lnTo>
                    <a:pt x="2614501" y="2750578"/>
                  </a:lnTo>
                  <a:lnTo>
                    <a:pt x="2614595" y="2750578"/>
                  </a:lnTo>
                  <a:lnTo>
                    <a:pt x="2614689" y="2750578"/>
                  </a:lnTo>
                  <a:lnTo>
                    <a:pt x="2614783" y="2750578"/>
                  </a:lnTo>
                  <a:lnTo>
                    <a:pt x="2614877" y="2750578"/>
                  </a:lnTo>
                  <a:lnTo>
                    <a:pt x="2614971" y="2750578"/>
                  </a:lnTo>
                  <a:lnTo>
                    <a:pt x="2615065" y="2750578"/>
                  </a:lnTo>
                  <a:lnTo>
                    <a:pt x="2615159" y="2750578"/>
                  </a:lnTo>
                  <a:lnTo>
                    <a:pt x="2615253" y="2750578"/>
                  </a:lnTo>
                  <a:lnTo>
                    <a:pt x="2615347" y="2750578"/>
                  </a:lnTo>
                  <a:lnTo>
                    <a:pt x="2615441" y="2750578"/>
                  </a:lnTo>
                  <a:lnTo>
                    <a:pt x="2615535" y="2750578"/>
                  </a:lnTo>
                  <a:lnTo>
                    <a:pt x="2615630" y="2750578"/>
                  </a:lnTo>
                  <a:lnTo>
                    <a:pt x="2615724" y="2750578"/>
                  </a:lnTo>
                  <a:lnTo>
                    <a:pt x="2615818" y="2750578"/>
                  </a:lnTo>
                  <a:lnTo>
                    <a:pt x="2615912" y="2750578"/>
                  </a:lnTo>
                  <a:lnTo>
                    <a:pt x="2616006" y="2750578"/>
                  </a:lnTo>
                  <a:lnTo>
                    <a:pt x="2616100" y="2750578"/>
                  </a:lnTo>
                  <a:lnTo>
                    <a:pt x="2616194" y="2750578"/>
                  </a:lnTo>
                  <a:lnTo>
                    <a:pt x="2616288" y="2750578"/>
                  </a:lnTo>
                  <a:lnTo>
                    <a:pt x="2616382" y="2750578"/>
                  </a:lnTo>
                  <a:lnTo>
                    <a:pt x="2616476" y="2750578"/>
                  </a:lnTo>
                  <a:lnTo>
                    <a:pt x="2616570" y="2750578"/>
                  </a:lnTo>
                  <a:lnTo>
                    <a:pt x="2616664" y="2750578"/>
                  </a:lnTo>
                  <a:lnTo>
                    <a:pt x="2616758" y="2750578"/>
                  </a:lnTo>
                  <a:lnTo>
                    <a:pt x="2616852" y="2750578"/>
                  </a:lnTo>
                  <a:lnTo>
                    <a:pt x="2616946" y="2750578"/>
                  </a:lnTo>
                  <a:lnTo>
                    <a:pt x="2617040" y="2750578"/>
                  </a:lnTo>
                  <a:lnTo>
                    <a:pt x="2617134" y="2750578"/>
                  </a:lnTo>
                  <a:lnTo>
                    <a:pt x="2617228" y="2750578"/>
                  </a:lnTo>
                  <a:lnTo>
                    <a:pt x="2617322" y="2750578"/>
                  </a:lnTo>
                  <a:lnTo>
                    <a:pt x="2617416" y="2750578"/>
                  </a:lnTo>
                  <a:lnTo>
                    <a:pt x="2617510" y="2750578"/>
                  </a:lnTo>
                  <a:lnTo>
                    <a:pt x="2617604" y="2750578"/>
                  </a:lnTo>
                  <a:lnTo>
                    <a:pt x="2617698" y="2750578"/>
                  </a:lnTo>
                  <a:lnTo>
                    <a:pt x="2617792" y="2750578"/>
                  </a:lnTo>
                  <a:lnTo>
                    <a:pt x="2617886" y="2750578"/>
                  </a:lnTo>
                  <a:lnTo>
                    <a:pt x="2617980" y="2750578"/>
                  </a:lnTo>
                  <a:lnTo>
                    <a:pt x="2618074" y="2750578"/>
                  </a:lnTo>
                  <a:lnTo>
                    <a:pt x="2618168" y="2750578"/>
                  </a:lnTo>
                  <a:lnTo>
                    <a:pt x="2618262" y="2750578"/>
                  </a:lnTo>
                  <a:lnTo>
                    <a:pt x="2618356" y="2750578"/>
                  </a:lnTo>
                  <a:lnTo>
                    <a:pt x="2618450" y="2750578"/>
                  </a:lnTo>
                  <a:lnTo>
                    <a:pt x="2618544" y="2750578"/>
                  </a:lnTo>
                  <a:lnTo>
                    <a:pt x="2618638" y="2750578"/>
                  </a:lnTo>
                  <a:lnTo>
                    <a:pt x="2618732" y="2750578"/>
                  </a:lnTo>
                  <a:lnTo>
                    <a:pt x="2618826" y="2750578"/>
                  </a:lnTo>
                  <a:lnTo>
                    <a:pt x="2618920" y="2750578"/>
                  </a:lnTo>
                  <a:lnTo>
                    <a:pt x="2619014" y="2750578"/>
                  </a:lnTo>
                  <a:lnTo>
                    <a:pt x="2619108" y="2750578"/>
                  </a:lnTo>
                  <a:lnTo>
                    <a:pt x="2619203" y="2750578"/>
                  </a:lnTo>
                  <a:lnTo>
                    <a:pt x="2619297" y="2750578"/>
                  </a:lnTo>
                  <a:lnTo>
                    <a:pt x="2619391" y="2750578"/>
                  </a:lnTo>
                  <a:lnTo>
                    <a:pt x="2619485" y="2750578"/>
                  </a:lnTo>
                  <a:lnTo>
                    <a:pt x="2619579" y="2750578"/>
                  </a:lnTo>
                  <a:lnTo>
                    <a:pt x="2619673" y="2750578"/>
                  </a:lnTo>
                  <a:lnTo>
                    <a:pt x="2619767" y="2750578"/>
                  </a:lnTo>
                  <a:lnTo>
                    <a:pt x="2619861" y="2750578"/>
                  </a:lnTo>
                  <a:lnTo>
                    <a:pt x="2619955" y="2750578"/>
                  </a:lnTo>
                  <a:lnTo>
                    <a:pt x="2620049" y="2750578"/>
                  </a:lnTo>
                  <a:lnTo>
                    <a:pt x="2620143" y="2750578"/>
                  </a:lnTo>
                  <a:lnTo>
                    <a:pt x="2620237" y="2750578"/>
                  </a:lnTo>
                  <a:lnTo>
                    <a:pt x="2620331" y="2750578"/>
                  </a:lnTo>
                  <a:lnTo>
                    <a:pt x="2620425" y="2750578"/>
                  </a:lnTo>
                  <a:lnTo>
                    <a:pt x="2620519" y="2750578"/>
                  </a:lnTo>
                  <a:lnTo>
                    <a:pt x="2620613" y="2750578"/>
                  </a:lnTo>
                  <a:lnTo>
                    <a:pt x="2620707" y="2750578"/>
                  </a:lnTo>
                  <a:lnTo>
                    <a:pt x="2620801" y="2750578"/>
                  </a:lnTo>
                  <a:lnTo>
                    <a:pt x="2620895" y="2750578"/>
                  </a:lnTo>
                  <a:lnTo>
                    <a:pt x="2620989" y="2750578"/>
                  </a:lnTo>
                  <a:lnTo>
                    <a:pt x="2621083" y="2750578"/>
                  </a:lnTo>
                  <a:lnTo>
                    <a:pt x="2621177" y="2750578"/>
                  </a:lnTo>
                  <a:lnTo>
                    <a:pt x="2621271" y="2750578"/>
                  </a:lnTo>
                  <a:lnTo>
                    <a:pt x="2621365" y="2750578"/>
                  </a:lnTo>
                  <a:lnTo>
                    <a:pt x="2621459" y="2750578"/>
                  </a:lnTo>
                  <a:lnTo>
                    <a:pt x="2621553" y="2750578"/>
                  </a:lnTo>
                  <a:lnTo>
                    <a:pt x="2621647" y="2750578"/>
                  </a:lnTo>
                  <a:lnTo>
                    <a:pt x="2621741" y="2750578"/>
                  </a:lnTo>
                  <a:lnTo>
                    <a:pt x="2621835" y="2750578"/>
                  </a:lnTo>
                  <a:lnTo>
                    <a:pt x="2621929" y="2750578"/>
                  </a:lnTo>
                  <a:lnTo>
                    <a:pt x="2622023" y="2750578"/>
                  </a:lnTo>
                  <a:lnTo>
                    <a:pt x="2622117" y="2750578"/>
                  </a:lnTo>
                  <a:lnTo>
                    <a:pt x="2622211" y="2750578"/>
                  </a:lnTo>
                  <a:lnTo>
                    <a:pt x="2622305" y="2750578"/>
                  </a:lnTo>
                  <a:lnTo>
                    <a:pt x="2622305" y="2745299"/>
                  </a:lnTo>
                  <a:lnTo>
                    <a:pt x="2622399" y="2745299"/>
                  </a:lnTo>
                  <a:lnTo>
                    <a:pt x="2622493" y="2745299"/>
                  </a:lnTo>
                  <a:lnTo>
                    <a:pt x="2622587" y="2745299"/>
                  </a:lnTo>
                  <a:lnTo>
                    <a:pt x="2622681" y="2745299"/>
                  </a:lnTo>
                  <a:lnTo>
                    <a:pt x="2622776" y="2745299"/>
                  </a:lnTo>
                  <a:lnTo>
                    <a:pt x="2622870" y="2745299"/>
                  </a:lnTo>
                  <a:lnTo>
                    <a:pt x="2622964" y="2745299"/>
                  </a:lnTo>
                  <a:lnTo>
                    <a:pt x="2623058" y="2745299"/>
                  </a:lnTo>
                  <a:lnTo>
                    <a:pt x="2623152" y="2745299"/>
                  </a:lnTo>
                  <a:lnTo>
                    <a:pt x="2623246" y="2745299"/>
                  </a:lnTo>
                  <a:lnTo>
                    <a:pt x="2623340" y="2745299"/>
                  </a:lnTo>
                  <a:lnTo>
                    <a:pt x="2623340" y="2740019"/>
                  </a:lnTo>
                  <a:lnTo>
                    <a:pt x="2623434" y="2740019"/>
                  </a:lnTo>
                  <a:lnTo>
                    <a:pt x="2623528" y="2740019"/>
                  </a:lnTo>
                  <a:lnTo>
                    <a:pt x="2623622" y="2740019"/>
                  </a:lnTo>
                  <a:lnTo>
                    <a:pt x="2623716" y="2740019"/>
                  </a:lnTo>
                  <a:lnTo>
                    <a:pt x="2623810" y="2740019"/>
                  </a:lnTo>
                  <a:lnTo>
                    <a:pt x="2623904" y="2740019"/>
                  </a:lnTo>
                  <a:lnTo>
                    <a:pt x="2623998" y="2740019"/>
                  </a:lnTo>
                  <a:lnTo>
                    <a:pt x="2624092" y="2740019"/>
                  </a:lnTo>
                  <a:lnTo>
                    <a:pt x="2624186" y="2740019"/>
                  </a:lnTo>
                  <a:lnTo>
                    <a:pt x="2624186" y="2734740"/>
                  </a:lnTo>
                  <a:lnTo>
                    <a:pt x="2624280" y="2734740"/>
                  </a:lnTo>
                  <a:lnTo>
                    <a:pt x="2624374" y="2734740"/>
                  </a:lnTo>
                  <a:lnTo>
                    <a:pt x="2624468" y="2734740"/>
                  </a:lnTo>
                  <a:lnTo>
                    <a:pt x="2624562" y="2734740"/>
                  </a:lnTo>
                  <a:lnTo>
                    <a:pt x="2624656" y="2734740"/>
                  </a:lnTo>
                  <a:lnTo>
                    <a:pt x="2624750" y="2734740"/>
                  </a:lnTo>
                  <a:lnTo>
                    <a:pt x="2624844" y="2734740"/>
                  </a:lnTo>
                  <a:lnTo>
                    <a:pt x="2624844" y="2729460"/>
                  </a:lnTo>
                  <a:lnTo>
                    <a:pt x="2624938" y="2729460"/>
                  </a:lnTo>
                  <a:lnTo>
                    <a:pt x="2625032" y="2729460"/>
                  </a:lnTo>
                  <a:lnTo>
                    <a:pt x="2625126" y="2729460"/>
                  </a:lnTo>
                  <a:lnTo>
                    <a:pt x="2625220" y="2729460"/>
                  </a:lnTo>
                  <a:lnTo>
                    <a:pt x="2625314" y="2729460"/>
                  </a:lnTo>
                  <a:lnTo>
                    <a:pt x="2625408" y="2729460"/>
                  </a:lnTo>
                  <a:lnTo>
                    <a:pt x="2625502" y="2729460"/>
                  </a:lnTo>
                  <a:lnTo>
                    <a:pt x="2625502" y="2724181"/>
                  </a:lnTo>
                  <a:lnTo>
                    <a:pt x="2625596" y="2724181"/>
                  </a:lnTo>
                  <a:lnTo>
                    <a:pt x="2625690" y="2724181"/>
                  </a:lnTo>
                  <a:lnTo>
                    <a:pt x="2625784" y="2724181"/>
                  </a:lnTo>
                  <a:lnTo>
                    <a:pt x="2625878" y="2724181"/>
                  </a:lnTo>
                  <a:lnTo>
                    <a:pt x="2625972" y="2724181"/>
                  </a:lnTo>
                  <a:lnTo>
                    <a:pt x="2626066" y="2724181"/>
                  </a:lnTo>
                  <a:lnTo>
                    <a:pt x="2626160" y="2724181"/>
                  </a:lnTo>
                  <a:lnTo>
                    <a:pt x="2626255" y="2724181"/>
                  </a:lnTo>
                  <a:lnTo>
                    <a:pt x="2626349" y="2724181"/>
                  </a:lnTo>
                  <a:lnTo>
                    <a:pt x="2626443" y="2724181"/>
                  </a:lnTo>
                  <a:lnTo>
                    <a:pt x="2626537" y="2724181"/>
                  </a:lnTo>
                  <a:lnTo>
                    <a:pt x="2626631" y="2724181"/>
                  </a:lnTo>
                  <a:lnTo>
                    <a:pt x="2626725" y="2724181"/>
                  </a:lnTo>
                  <a:lnTo>
                    <a:pt x="2626819" y="2724181"/>
                  </a:lnTo>
                  <a:lnTo>
                    <a:pt x="2626913" y="2724181"/>
                  </a:lnTo>
                  <a:lnTo>
                    <a:pt x="2627007" y="2724181"/>
                  </a:lnTo>
                  <a:lnTo>
                    <a:pt x="2627101" y="2724181"/>
                  </a:lnTo>
                  <a:lnTo>
                    <a:pt x="2627195" y="2724181"/>
                  </a:lnTo>
                  <a:lnTo>
                    <a:pt x="2627289" y="2724181"/>
                  </a:lnTo>
                  <a:lnTo>
                    <a:pt x="2627383" y="2724181"/>
                  </a:lnTo>
                  <a:lnTo>
                    <a:pt x="2627477" y="2724181"/>
                  </a:lnTo>
                  <a:lnTo>
                    <a:pt x="2627571" y="2724181"/>
                  </a:lnTo>
                  <a:lnTo>
                    <a:pt x="2627665" y="2724181"/>
                  </a:lnTo>
                  <a:lnTo>
                    <a:pt x="2627759" y="2724181"/>
                  </a:lnTo>
                  <a:lnTo>
                    <a:pt x="2627853" y="2724181"/>
                  </a:lnTo>
                  <a:lnTo>
                    <a:pt x="2627947" y="2724181"/>
                  </a:lnTo>
                  <a:lnTo>
                    <a:pt x="2628041" y="2724181"/>
                  </a:lnTo>
                  <a:lnTo>
                    <a:pt x="2628135" y="2724181"/>
                  </a:lnTo>
                  <a:lnTo>
                    <a:pt x="2628229" y="2724181"/>
                  </a:lnTo>
                  <a:lnTo>
                    <a:pt x="2628323" y="2724181"/>
                  </a:lnTo>
                  <a:lnTo>
                    <a:pt x="2628417" y="2724181"/>
                  </a:lnTo>
                  <a:lnTo>
                    <a:pt x="2628511" y="2724181"/>
                  </a:lnTo>
                  <a:lnTo>
                    <a:pt x="2628605" y="2724181"/>
                  </a:lnTo>
                  <a:lnTo>
                    <a:pt x="2628699" y="2724181"/>
                  </a:lnTo>
                  <a:lnTo>
                    <a:pt x="2628793" y="2724181"/>
                  </a:lnTo>
                  <a:lnTo>
                    <a:pt x="2628887" y="2724181"/>
                  </a:lnTo>
                  <a:lnTo>
                    <a:pt x="2628981" y="2724181"/>
                  </a:lnTo>
                  <a:lnTo>
                    <a:pt x="2629075" y="2724181"/>
                  </a:lnTo>
                  <a:lnTo>
                    <a:pt x="2629169" y="2724181"/>
                  </a:lnTo>
                  <a:lnTo>
                    <a:pt x="2629263" y="2724181"/>
                  </a:lnTo>
                  <a:lnTo>
                    <a:pt x="2629263" y="2718901"/>
                  </a:lnTo>
                  <a:lnTo>
                    <a:pt x="2629357" y="2718901"/>
                  </a:lnTo>
                  <a:lnTo>
                    <a:pt x="2629451" y="2718901"/>
                  </a:lnTo>
                  <a:lnTo>
                    <a:pt x="2629545" y="2718901"/>
                  </a:lnTo>
                  <a:lnTo>
                    <a:pt x="2629639" y="2718901"/>
                  </a:lnTo>
                  <a:lnTo>
                    <a:pt x="2629733" y="2718901"/>
                  </a:lnTo>
                  <a:lnTo>
                    <a:pt x="2629828" y="2718901"/>
                  </a:lnTo>
                  <a:lnTo>
                    <a:pt x="2629922" y="2718901"/>
                  </a:lnTo>
                  <a:lnTo>
                    <a:pt x="2630016" y="2718901"/>
                  </a:lnTo>
                  <a:lnTo>
                    <a:pt x="2630110" y="2718901"/>
                  </a:lnTo>
                  <a:lnTo>
                    <a:pt x="2630204" y="2718901"/>
                  </a:lnTo>
                  <a:lnTo>
                    <a:pt x="2630298" y="2718901"/>
                  </a:lnTo>
                  <a:lnTo>
                    <a:pt x="2630392" y="2718901"/>
                  </a:lnTo>
                  <a:lnTo>
                    <a:pt x="2630486" y="2718901"/>
                  </a:lnTo>
                  <a:lnTo>
                    <a:pt x="2630580" y="2718901"/>
                  </a:lnTo>
                  <a:lnTo>
                    <a:pt x="2630674" y="2718901"/>
                  </a:lnTo>
                  <a:lnTo>
                    <a:pt x="2630768" y="2718901"/>
                  </a:lnTo>
                  <a:lnTo>
                    <a:pt x="2630862" y="2718901"/>
                  </a:lnTo>
                  <a:lnTo>
                    <a:pt x="2630956" y="2718901"/>
                  </a:lnTo>
                  <a:lnTo>
                    <a:pt x="2631050" y="2718901"/>
                  </a:lnTo>
                  <a:lnTo>
                    <a:pt x="2631144" y="2718901"/>
                  </a:lnTo>
                  <a:lnTo>
                    <a:pt x="2631238" y="2718901"/>
                  </a:lnTo>
                  <a:lnTo>
                    <a:pt x="2631332" y="2718901"/>
                  </a:lnTo>
                  <a:lnTo>
                    <a:pt x="2631426" y="2718901"/>
                  </a:lnTo>
                  <a:lnTo>
                    <a:pt x="2631520" y="2718901"/>
                  </a:lnTo>
                  <a:lnTo>
                    <a:pt x="2631614" y="2718901"/>
                  </a:lnTo>
                  <a:lnTo>
                    <a:pt x="2631708" y="2718901"/>
                  </a:lnTo>
                  <a:lnTo>
                    <a:pt x="2631802" y="2718901"/>
                  </a:lnTo>
                  <a:lnTo>
                    <a:pt x="2631896" y="2718901"/>
                  </a:lnTo>
                  <a:lnTo>
                    <a:pt x="2631990" y="2718901"/>
                  </a:lnTo>
                  <a:lnTo>
                    <a:pt x="2632084" y="2718901"/>
                  </a:lnTo>
                  <a:lnTo>
                    <a:pt x="2632178" y="2718901"/>
                  </a:lnTo>
                  <a:lnTo>
                    <a:pt x="2632272" y="2718901"/>
                  </a:lnTo>
                  <a:lnTo>
                    <a:pt x="2632366" y="2718901"/>
                  </a:lnTo>
                  <a:lnTo>
                    <a:pt x="2632460" y="2718901"/>
                  </a:lnTo>
                  <a:lnTo>
                    <a:pt x="2632554" y="2718901"/>
                  </a:lnTo>
                  <a:lnTo>
                    <a:pt x="2632648" y="2718901"/>
                  </a:lnTo>
                  <a:lnTo>
                    <a:pt x="2632742" y="2718901"/>
                  </a:lnTo>
                  <a:lnTo>
                    <a:pt x="2632836" y="2718901"/>
                  </a:lnTo>
                  <a:lnTo>
                    <a:pt x="2632930" y="2718901"/>
                  </a:lnTo>
                  <a:lnTo>
                    <a:pt x="2633024" y="2718901"/>
                  </a:lnTo>
                  <a:lnTo>
                    <a:pt x="2633118" y="2718901"/>
                  </a:lnTo>
                  <a:lnTo>
                    <a:pt x="2633118" y="2713622"/>
                  </a:lnTo>
                  <a:lnTo>
                    <a:pt x="2633212" y="2713622"/>
                  </a:lnTo>
                  <a:lnTo>
                    <a:pt x="2633306" y="2713622"/>
                  </a:lnTo>
                  <a:lnTo>
                    <a:pt x="2633401" y="2713622"/>
                  </a:lnTo>
                  <a:lnTo>
                    <a:pt x="2633495" y="2713622"/>
                  </a:lnTo>
                  <a:lnTo>
                    <a:pt x="2633589" y="2713622"/>
                  </a:lnTo>
                  <a:lnTo>
                    <a:pt x="2633683" y="2713622"/>
                  </a:lnTo>
                  <a:lnTo>
                    <a:pt x="2633777" y="2713622"/>
                  </a:lnTo>
                  <a:lnTo>
                    <a:pt x="2633871" y="2713622"/>
                  </a:lnTo>
                  <a:lnTo>
                    <a:pt x="2633965" y="2713622"/>
                  </a:lnTo>
                  <a:lnTo>
                    <a:pt x="2634059" y="2713622"/>
                  </a:lnTo>
                  <a:lnTo>
                    <a:pt x="2634153" y="2713622"/>
                  </a:lnTo>
                  <a:lnTo>
                    <a:pt x="2634247" y="2713622"/>
                  </a:lnTo>
                  <a:lnTo>
                    <a:pt x="2634341" y="2713622"/>
                  </a:lnTo>
                  <a:lnTo>
                    <a:pt x="2634435" y="2713622"/>
                  </a:lnTo>
                  <a:lnTo>
                    <a:pt x="2634529" y="2713622"/>
                  </a:lnTo>
                  <a:lnTo>
                    <a:pt x="2634623" y="2713622"/>
                  </a:lnTo>
                  <a:lnTo>
                    <a:pt x="2634717" y="2713622"/>
                  </a:lnTo>
                  <a:lnTo>
                    <a:pt x="2634811" y="2713622"/>
                  </a:lnTo>
                  <a:lnTo>
                    <a:pt x="2634905" y="2713622"/>
                  </a:lnTo>
                  <a:lnTo>
                    <a:pt x="2634999" y="2713622"/>
                  </a:lnTo>
                  <a:lnTo>
                    <a:pt x="2635093" y="2713622"/>
                  </a:lnTo>
                  <a:lnTo>
                    <a:pt x="2635187" y="2713622"/>
                  </a:lnTo>
                  <a:lnTo>
                    <a:pt x="2635281" y="2713622"/>
                  </a:lnTo>
                  <a:lnTo>
                    <a:pt x="2635375" y="2713622"/>
                  </a:lnTo>
                  <a:lnTo>
                    <a:pt x="2635469" y="2713622"/>
                  </a:lnTo>
                  <a:lnTo>
                    <a:pt x="2635563" y="2713622"/>
                  </a:lnTo>
                  <a:lnTo>
                    <a:pt x="2635657" y="2713622"/>
                  </a:lnTo>
                  <a:lnTo>
                    <a:pt x="2635751" y="2713622"/>
                  </a:lnTo>
                  <a:lnTo>
                    <a:pt x="2635845" y="2713622"/>
                  </a:lnTo>
                  <a:lnTo>
                    <a:pt x="2635939" y="2713622"/>
                  </a:lnTo>
                  <a:lnTo>
                    <a:pt x="2636033" y="2713622"/>
                  </a:lnTo>
                  <a:lnTo>
                    <a:pt x="2636127" y="2713622"/>
                  </a:lnTo>
                  <a:lnTo>
                    <a:pt x="2636221" y="2713622"/>
                  </a:lnTo>
                  <a:lnTo>
                    <a:pt x="2636315" y="2713622"/>
                  </a:lnTo>
                  <a:lnTo>
                    <a:pt x="2636409" y="2713622"/>
                  </a:lnTo>
                  <a:lnTo>
                    <a:pt x="2636503" y="2713622"/>
                  </a:lnTo>
                  <a:lnTo>
                    <a:pt x="2636597" y="2713622"/>
                  </a:lnTo>
                  <a:lnTo>
                    <a:pt x="2636691" y="2713622"/>
                  </a:lnTo>
                  <a:lnTo>
                    <a:pt x="2636785" y="2713622"/>
                  </a:lnTo>
                  <a:lnTo>
                    <a:pt x="2636880" y="2713622"/>
                  </a:lnTo>
                  <a:lnTo>
                    <a:pt x="2636974" y="2713622"/>
                  </a:lnTo>
                  <a:lnTo>
                    <a:pt x="2637068" y="2713622"/>
                  </a:lnTo>
                  <a:lnTo>
                    <a:pt x="2637162" y="2713622"/>
                  </a:lnTo>
                  <a:lnTo>
                    <a:pt x="2637256" y="2713622"/>
                  </a:lnTo>
                  <a:lnTo>
                    <a:pt x="2637350" y="2713622"/>
                  </a:lnTo>
                  <a:lnTo>
                    <a:pt x="2637444" y="2713622"/>
                  </a:lnTo>
                  <a:lnTo>
                    <a:pt x="2637538" y="2713622"/>
                  </a:lnTo>
                  <a:lnTo>
                    <a:pt x="2637632" y="2713622"/>
                  </a:lnTo>
                  <a:lnTo>
                    <a:pt x="2637726" y="2713622"/>
                  </a:lnTo>
                  <a:lnTo>
                    <a:pt x="2637820" y="2713622"/>
                  </a:lnTo>
                  <a:lnTo>
                    <a:pt x="2637914" y="2713622"/>
                  </a:lnTo>
                  <a:lnTo>
                    <a:pt x="2638008" y="2713622"/>
                  </a:lnTo>
                  <a:lnTo>
                    <a:pt x="2638102" y="2713622"/>
                  </a:lnTo>
                  <a:lnTo>
                    <a:pt x="2638196" y="2713622"/>
                  </a:lnTo>
                  <a:lnTo>
                    <a:pt x="2638196" y="2708343"/>
                  </a:lnTo>
                  <a:lnTo>
                    <a:pt x="2638290" y="2708343"/>
                  </a:lnTo>
                  <a:lnTo>
                    <a:pt x="2638384" y="2708343"/>
                  </a:lnTo>
                  <a:lnTo>
                    <a:pt x="2638478" y="2708343"/>
                  </a:lnTo>
                  <a:lnTo>
                    <a:pt x="2638572" y="2708343"/>
                  </a:lnTo>
                  <a:lnTo>
                    <a:pt x="2638666" y="2708343"/>
                  </a:lnTo>
                  <a:lnTo>
                    <a:pt x="2638760" y="2708343"/>
                  </a:lnTo>
                  <a:lnTo>
                    <a:pt x="2638854" y="2708343"/>
                  </a:lnTo>
                  <a:lnTo>
                    <a:pt x="2638948" y="2708343"/>
                  </a:lnTo>
                  <a:lnTo>
                    <a:pt x="2639042" y="2708343"/>
                  </a:lnTo>
                  <a:lnTo>
                    <a:pt x="2639136" y="2708343"/>
                  </a:lnTo>
                  <a:lnTo>
                    <a:pt x="2639230" y="2708343"/>
                  </a:lnTo>
                  <a:lnTo>
                    <a:pt x="2639324" y="2708343"/>
                  </a:lnTo>
                  <a:lnTo>
                    <a:pt x="2639418" y="2708343"/>
                  </a:lnTo>
                  <a:lnTo>
                    <a:pt x="2639512" y="2708343"/>
                  </a:lnTo>
                  <a:lnTo>
                    <a:pt x="2639606" y="2708343"/>
                  </a:lnTo>
                  <a:lnTo>
                    <a:pt x="2639700" y="2708343"/>
                  </a:lnTo>
                  <a:lnTo>
                    <a:pt x="2639794" y="2708343"/>
                  </a:lnTo>
                  <a:lnTo>
                    <a:pt x="2639888" y="2708343"/>
                  </a:lnTo>
                  <a:lnTo>
                    <a:pt x="2639982" y="2708343"/>
                  </a:lnTo>
                  <a:lnTo>
                    <a:pt x="2640076" y="2708343"/>
                  </a:lnTo>
                  <a:lnTo>
                    <a:pt x="2640170" y="2708343"/>
                  </a:lnTo>
                  <a:lnTo>
                    <a:pt x="2640264" y="2708343"/>
                  </a:lnTo>
                  <a:lnTo>
                    <a:pt x="2640358" y="2708343"/>
                  </a:lnTo>
                  <a:lnTo>
                    <a:pt x="2640453" y="2708343"/>
                  </a:lnTo>
                  <a:lnTo>
                    <a:pt x="2640547" y="2708343"/>
                  </a:lnTo>
                  <a:lnTo>
                    <a:pt x="2640641" y="2708343"/>
                  </a:lnTo>
                  <a:lnTo>
                    <a:pt x="2640735" y="2708343"/>
                  </a:lnTo>
                  <a:lnTo>
                    <a:pt x="2640829" y="2708343"/>
                  </a:lnTo>
                  <a:lnTo>
                    <a:pt x="2640923" y="2708343"/>
                  </a:lnTo>
                  <a:lnTo>
                    <a:pt x="2641017" y="2708343"/>
                  </a:lnTo>
                  <a:lnTo>
                    <a:pt x="2641111" y="2708343"/>
                  </a:lnTo>
                  <a:lnTo>
                    <a:pt x="2641205" y="2708343"/>
                  </a:lnTo>
                  <a:lnTo>
                    <a:pt x="2641299" y="2708343"/>
                  </a:lnTo>
                  <a:lnTo>
                    <a:pt x="2641393" y="2708343"/>
                  </a:lnTo>
                  <a:lnTo>
                    <a:pt x="2641487" y="2708343"/>
                  </a:lnTo>
                  <a:lnTo>
                    <a:pt x="2641581" y="2708343"/>
                  </a:lnTo>
                  <a:lnTo>
                    <a:pt x="2641675" y="2708343"/>
                  </a:lnTo>
                  <a:lnTo>
                    <a:pt x="2641769" y="2708343"/>
                  </a:lnTo>
                  <a:lnTo>
                    <a:pt x="2641863" y="2708343"/>
                  </a:lnTo>
                  <a:lnTo>
                    <a:pt x="2641957" y="2708343"/>
                  </a:lnTo>
                  <a:lnTo>
                    <a:pt x="2642051" y="2708343"/>
                  </a:lnTo>
                  <a:lnTo>
                    <a:pt x="2642145" y="2708343"/>
                  </a:lnTo>
                  <a:lnTo>
                    <a:pt x="2642239" y="2708343"/>
                  </a:lnTo>
                  <a:lnTo>
                    <a:pt x="2642333" y="2708343"/>
                  </a:lnTo>
                  <a:lnTo>
                    <a:pt x="2642427" y="2708343"/>
                  </a:lnTo>
                  <a:lnTo>
                    <a:pt x="2642521" y="2708343"/>
                  </a:lnTo>
                  <a:lnTo>
                    <a:pt x="2642615" y="2708343"/>
                  </a:lnTo>
                  <a:lnTo>
                    <a:pt x="2642709" y="2708343"/>
                  </a:lnTo>
                  <a:lnTo>
                    <a:pt x="2642803" y="2708343"/>
                  </a:lnTo>
                  <a:lnTo>
                    <a:pt x="2642897" y="2708343"/>
                  </a:lnTo>
                  <a:lnTo>
                    <a:pt x="2642991" y="2708343"/>
                  </a:lnTo>
                  <a:lnTo>
                    <a:pt x="2643085" y="2708343"/>
                  </a:lnTo>
                  <a:lnTo>
                    <a:pt x="2643179" y="2708343"/>
                  </a:lnTo>
                  <a:lnTo>
                    <a:pt x="2643273" y="2708343"/>
                  </a:lnTo>
                  <a:lnTo>
                    <a:pt x="2643367" y="2708343"/>
                  </a:lnTo>
                  <a:lnTo>
                    <a:pt x="2643461" y="2708343"/>
                  </a:lnTo>
                  <a:lnTo>
                    <a:pt x="2643555" y="2708343"/>
                  </a:lnTo>
                  <a:lnTo>
                    <a:pt x="2643649" y="2708343"/>
                  </a:lnTo>
                  <a:lnTo>
                    <a:pt x="2643743" y="2708343"/>
                  </a:lnTo>
                  <a:lnTo>
                    <a:pt x="2643837" y="2708343"/>
                  </a:lnTo>
                  <a:lnTo>
                    <a:pt x="2643931" y="2708343"/>
                  </a:lnTo>
                  <a:lnTo>
                    <a:pt x="2644026" y="2708343"/>
                  </a:lnTo>
                  <a:lnTo>
                    <a:pt x="2644120" y="2708343"/>
                  </a:lnTo>
                  <a:lnTo>
                    <a:pt x="2644214" y="2708343"/>
                  </a:lnTo>
                  <a:lnTo>
                    <a:pt x="2644308" y="2708343"/>
                  </a:lnTo>
                  <a:lnTo>
                    <a:pt x="2644402" y="2708343"/>
                  </a:lnTo>
                  <a:lnTo>
                    <a:pt x="2644496" y="2708343"/>
                  </a:lnTo>
                  <a:lnTo>
                    <a:pt x="2644590" y="2708343"/>
                  </a:lnTo>
                  <a:lnTo>
                    <a:pt x="2644684" y="2708343"/>
                  </a:lnTo>
                  <a:lnTo>
                    <a:pt x="2644778" y="2708343"/>
                  </a:lnTo>
                  <a:lnTo>
                    <a:pt x="2644872" y="2708343"/>
                  </a:lnTo>
                  <a:lnTo>
                    <a:pt x="2644966" y="2708343"/>
                  </a:lnTo>
                  <a:lnTo>
                    <a:pt x="2644966" y="2703063"/>
                  </a:lnTo>
                  <a:lnTo>
                    <a:pt x="2645060" y="2703063"/>
                  </a:lnTo>
                  <a:lnTo>
                    <a:pt x="2645154" y="2703063"/>
                  </a:lnTo>
                  <a:lnTo>
                    <a:pt x="2645248" y="2703063"/>
                  </a:lnTo>
                  <a:lnTo>
                    <a:pt x="2645342" y="2703063"/>
                  </a:lnTo>
                  <a:lnTo>
                    <a:pt x="2645436" y="2703063"/>
                  </a:lnTo>
                  <a:lnTo>
                    <a:pt x="2645530" y="2703063"/>
                  </a:lnTo>
                  <a:lnTo>
                    <a:pt x="2645624" y="2703063"/>
                  </a:lnTo>
                  <a:lnTo>
                    <a:pt x="2645718" y="2703063"/>
                  </a:lnTo>
                  <a:lnTo>
                    <a:pt x="2645812" y="2703063"/>
                  </a:lnTo>
                  <a:lnTo>
                    <a:pt x="2645906" y="2703063"/>
                  </a:lnTo>
                  <a:lnTo>
                    <a:pt x="2646000" y="2703063"/>
                  </a:lnTo>
                  <a:lnTo>
                    <a:pt x="2646094" y="2703063"/>
                  </a:lnTo>
                  <a:lnTo>
                    <a:pt x="2646188" y="2703063"/>
                  </a:lnTo>
                  <a:lnTo>
                    <a:pt x="2646282" y="2703063"/>
                  </a:lnTo>
                  <a:lnTo>
                    <a:pt x="2646376" y="2703063"/>
                  </a:lnTo>
                  <a:lnTo>
                    <a:pt x="2646470" y="2703063"/>
                  </a:lnTo>
                  <a:lnTo>
                    <a:pt x="2646564" y="2703063"/>
                  </a:lnTo>
                  <a:lnTo>
                    <a:pt x="2646658" y="2703063"/>
                  </a:lnTo>
                  <a:lnTo>
                    <a:pt x="2646752" y="2703063"/>
                  </a:lnTo>
                  <a:lnTo>
                    <a:pt x="2646846" y="2703063"/>
                  </a:lnTo>
                  <a:lnTo>
                    <a:pt x="2646940" y="2703063"/>
                  </a:lnTo>
                  <a:lnTo>
                    <a:pt x="2647034" y="2703063"/>
                  </a:lnTo>
                  <a:lnTo>
                    <a:pt x="2647128" y="2703063"/>
                  </a:lnTo>
                  <a:lnTo>
                    <a:pt x="2647222" y="2703063"/>
                  </a:lnTo>
                  <a:lnTo>
                    <a:pt x="2647316" y="2703063"/>
                  </a:lnTo>
                  <a:lnTo>
                    <a:pt x="2647410" y="2703063"/>
                  </a:lnTo>
                  <a:lnTo>
                    <a:pt x="2647505" y="2703063"/>
                  </a:lnTo>
                  <a:lnTo>
                    <a:pt x="2647599" y="2703063"/>
                  </a:lnTo>
                  <a:lnTo>
                    <a:pt x="2647693" y="2703063"/>
                  </a:lnTo>
                  <a:lnTo>
                    <a:pt x="2647787" y="2703063"/>
                  </a:lnTo>
                  <a:lnTo>
                    <a:pt x="2647881" y="2703063"/>
                  </a:lnTo>
                  <a:lnTo>
                    <a:pt x="2647975" y="2703063"/>
                  </a:lnTo>
                  <a:lnTo>
                    <a:pt x="2648069" y="2703063"/>
                  </a:lnTo>
                  <a:lnTo>
                    <a:pt x="2648163" y="2703063"/>
                  </a:lnTo>
                  <a:lnTo>
                    <a:pt x="2648257" y="2703063"/>
                  </a:lnTo>
                  <a:lnTo>
                    <a:pt x="2648351" y="2703063"/>
                  </a:lnTo>
                  <a:lnTo>
                    <a:pt x="2648445" y="2703063"/>
                  </a:lnTo>
                  <a:lnTo>
                    <a:pt x="2648539" y="2703063"/>
                  </a:lnTo>
                  <a:lnTo>
                    <a:pt x="2648633" y="2703063"/>
                  </a:lnTo>
                  <a:lnTo>
                    <a:pt x="2648727" y="2703063"/>
                  </a:lnTo>
                  <a:lnTo>
                    <a:pt x="2648821" y="2703063"/>
                  </a:lnTo>
                  <a:lnTo>
                    <a:pt x="2648915" y="2703063"/>
                  </a:lnTo>
                  <a:lnTo>
                    <a:pt x="2649009" y="2703063"/>
                  </a:lnTo>
                  <a:lnTo>
                    <a:pt x="2649103" y="2703063"/>
                  </a:lnTo>
                  <a:lnTo>
                    <a:pt x="2649197" y="2703063"/>
                  </a:lnTo>
                  <a:lnTo>
                    <a:pt x="2649291" y="2703063"/>
                  </a:lnTo>
                  <a:lnTo>
                    <a:pt x="2649385" y="2703063"/>
                  </a:lnTo>
                  <a:lnTo>
                    <a:pt x="2649479" y="2703063"/>
                  </a:lnTo>
                  <a:lnTo>
                    <a:pt x="2649573" y="2703063"/>
                  </a:lnTo>
                  <a:lnTo>
                    <a:pt x="2649667" y="2703063"/>
                  </a:lnTo>
                  <a:lnTo>
                    <a:pt x="2649761" y="2703063"/>
                  </a:lnTo>
                  <a:lnTo>
                    <a:pt x="2649855" y="2703063"/>
                  </a:lnTo>
                  <a:lnTo>
                    <a:pt x="2649949" y="2703063"/>
                  </a:lnTo>
                  <a:lnTo>
                    <a:pt x="2650043" y="2703063"/>
                  </a:lnTo>
                  <a:lnTo>
                    <a:pt x="2650137" y="2703063"/>
                  </a:lnTo>
                  <a:lnTo>
                    <a:pt x="2650231" y="2703063"/>
                  </a:lnTo>
                  <a:lnTo>
                    <a:pt x="2650325" y="2703063"/>
                  </a:lnTo>
                  <a:lnTo>
                    <a:pt x="2650419" y="2703063"/>
                  </a:lnTo>
                  <a:lnTo>
                    <a:pt x="2650513" y="2703063"/>
                  </a:lnTo>
                  <a:lnTo>
                    <a:pt x="2650607" y="2703063"/>
                  </a:lnTo>
                  <a:lnTo>
                    <a:pt x="2650701" y="2703063"/>
                  </a:lnTo>
                  <a:lnTo>
                    <a:pt x="2650795" y="2703063"/>
                  </a:lnTo>
                  <a:lnTo>
                    <a:pt x="2650889" y="2703063"/>
                  </a:lnTo>
                  <a:lnTo>
                    <a:pt x="2650983" y="2703063"/>
                  </a:lnTo>
                  <a:lnTo>
                    <a:pt x="2651078" y="2703063"/>
                  </a:lnTo>
                  <a:lnTo>
                    <a:pt x="2651172" y="2703063"/>
                  </a:lnTo>
                  <a:lnTo>
                    <a:pt x="2651266" y="2703063"/>
                  </a:lnTo>
                  <a:lnTo>
                    <a:pt x="2651360" y="2703063"/>
                  </a:lnTo>
                  <a:lnTo>
                    <a:pt x="2651360" y="2697784"/>
                  </a:lnTo>
                  <a:lnTo>
                    <a:pt x="2651454" y="2697784"/>
                  </a:lnTo>
                  <a:lnTo>
                    <a:pt x="2651548" y="2697784"/>
                  </a:lnTo>
                  <a:lnTo>
                    <a:pt x="2651642" y="2697784"/>
                  </a:lnTo>
                  <a:lnTo>
                    <a:pt x="2651736" y="2697784"/>
                  </a:lnTo>
                  <a:lnTo>
                    <a:pt x="2651830" y="2697784"/>
                  </a:lnTo>
                  <a:lnTo>
                    <a:pt x="2651924" y="2697784"/>
                  </a:lnTo>
                  <a:lnTo>
                    <a:pt x="2652018" y="2697784"/>
                  </a:lnTo>
                  <a:lnTo>
                    <a:pt x="2652112" y="2697784"/>
                  </a:lnTo>
                  <a:lnTo>
                    <a:pt x="2652206" y="2697784"/>
                  </a:lnTo>
                  <a:lnTo>
                    <a:pt x="2652300" y="2697784"/>
                  </a:lnTo>
                  <a:lnTo>
                    <a:pt x="2652300" y="2692504"/>
                  </a:lnTo>
                  <a:lnTo>
                    <a:pt x="2652394" y="2692504"/>
                  </a:lnTo>
                  <a:lnTo>
                    <a:pt x="2652488" y="2692504"/>
                  </a:lnTo>
                  <a:lnTo>
                    <a:pt x="2652582" y="2692504"/>
                  </a:lnTo>
                  <a:lnTo>
                    <a:pt x="2652676" y="2692504"/>
                  </a:lnTo>
                  <a:lnTo>
                    <a:pt x="2652770" y="2692504"/>
                  </a:lnTo>
                  <a:lnTo>
                    <a:pt x="2652864" y="2692504"/>
                  </a:lnTo>
                  <a:lnTo>
                    <a:pt x="2652958" y="2692504"/>
                  </a:lnTo>
                  <a:lnTo>
                    <a:pt x="2653052" y="2692504"/>
                  </a:lnTo>
                  <a:lnTo>
                    <a:pt x="2653146" y="2692504"/>
                  </a:lnTo>
                  <a:lnTo>
                    <a:pt x="2653240" y="2692504"/>
                  </a:lnTo>
                  <a:lnTo>
                    <a:pt x="2653334" y="2692504"/>
                  </a:lnTo>
                  <a:lnTo>
                    <a:pt x="2653428" y="2692504"/>
                  </a:lnTo>
                  <a:lnTo>
                    <a:pt x="2653522" y="2692504"/>
                  </a:lnTo>
                  <a:lnTo>
                    <a:pt x="2653616" y="2692504"/>
                  </a:lnTo>
                  <a:lnTo>
                    <a:pt x="2653710" y="2692504"/>
                  </a:lnTo>
                  <a:lnTo>
                    <a:pt x="2653804" y="2692504"/>
                  </a:lnTo>
                  <a:lnTo>
                    <a:pt x="2653804" y="2687225"/>
                  </a:lnTo>
                  <a:lnTo>
                    <a:pt x="2653898" y="2687225"/>
                  </a:lnTo>
                  <a:lnTo>
                    <a:pt x="2653992" y="2687225"/>
                  </a:lnTo>
                  <a:lnTo>
                    <a:pt x="2654086" y="2687225"/>
                  </a:lnTo>
                  <a:lnTo>
                    <a:pt x="2654180" y="2687225"/>
                  </a:lnTo>
                  <a:lnTo>
                    <a:pt x="2654274" y="2687225"/>
                  </a:lnTo>
                  <a:lnTo>
                    <a:pt x="2654368" y="2687225"/>
                  </a:lnTo>
                  <a:lnTo>
                    <a:pt x="2654462" y="2687225"/>
                  </a:lnTo>
                  <a:lnTo>
                    <a:pt x="2654556" y="2687225"/>
                  </a:lnTo>
                  <a:lnTo>
                    <a:pt x="2654651" y="2687225"/>
                  </a:lnTo>
                  <a:lnTo>
                    <a:pt x="2654745" y="2687225"/>
                  </a:lnTo>
                  <a:lnTo>
                    <a:pt x="2654839" y="2687225"/>
                  </a:lnTo>
                  <a:lnTo>
                    <a:pt x="2654933" y="2687225"/>
                  </a:lnTo>
                  <a:lnTo>
                    <a:pt x="2655027" y="2687225"/>
                  </a:lnTo>
                  <a:lnTo>
                    <a:pt x="2655121" y="2687225"/>
                  </a:lnTo>
                  <a:lnTo>
                    <a:pt x="2655215" y="2687225"/>
                  </a:lnTo>
                  <a:lnTo>
                    <a:pt x="2655309" y="2687225"/>
                  </a:lnTo>
                  <a:lnTo>
                    <a:pt x="2655403" y="2687225"/>
                  </a:lnTo>
                  <a:lnTo>
                    <a:pt x="2655497" y="2687225"/>
                  </a:lnTo>
                  <a:lnTo>
                    <a:pt x="2655591" y="2687225"/>
                  </a:lnTo>
                  <a:lnTo>
                    <a:pt x="2655685" y="2687225"/>
                  </a:lnTo>
                  <a:lnTo>
                    <a:pt x="2655779" y="2687225"/>
                  </a:lnTo>
                  <a:lnTo>
                    <a:pt x="2655873" y="2687225"/>
                  </a:lnTo>
                  <a:lnTo>
                    <a:pt x="2655967" y="2687225"/>
                  </a:lnTo>
                  <a:lnTo>
                    <a:pt x="2656061" y="2687225"/>
                  </a:lnTo>
                  <a:lnTo>
                    <a:pt x="2656155" y="2687225"/>
                  </a:lnTo>
                  <a:lnTo>
                    <a:pt x="2656249" y="2687225"/>
                  </a:lnTo>
                  <a:lnTo>
                    <a:pt x="2656343" y="2687225"/>
                  </a:lnTo>
                  <a:lnTo>
                    <a:pt x="2656437" y="2687225"/>
                  </a:lnTo>
                  <a:lnTo>
                    <a:pt x="2656531" y="2687225"/>
                  </a:lnTo>
                  <a:lnTo>
                    <a:pt x="2656625" y="2687225"/>
                  </a:lnTo>
                  <a:lnTo>
                    <a:pt x="2656719" y="2687225"/>
                  </a:lnTo>
                  <a:lnTo>
                    <a:pt x="2656813" y="2687225"/>
                  </a:lnTo>
                  <a:lnTo>
                    <a:pt x="2656907" y="2687225"/>
                  </a:lnTo>
                  <a:lnTo>
                    <a:pt x="2657001" y="2687225"/>
                  </a:lnTo>
                  <a:lnTo>
                    <a:pt x="2657095" y="2687225"/>
                  </a:lnTo>
                  <a:lnTo>
                    <a:pt x="2657189" y="2687225"/>
                  </a:lnTo>
                  <a:lnTo>
                    <a:pt x="2657283" y="2687225"/>
                  </a:lnTo>
                  <a:lnTo>
                    <a:pt x="2657283" y="2681946"/>
                  </a:lnTo>
                  <a:lnTo>
                    <a:pt x="2657377" y="2681946"/>
                  </a:lnTo>
                  <a:lnTo>
                    <a:pt x="2657471" y="2681946"/>
                  </a:lnTo>
                  <a:lnTo>
                    <a:pt x="2657565" y="2681946"/>
                  </a:lnTo>
                  <a:lnTo>
                    <a:pt x="2657659" y="2681946"/>
                  </a:lnTo>
                  <a:lnTo>
                    <a:pt x="2657753" y="2681946"/>
                  </a:lnTo>
                  <a:lnTo>
                    <a:pt x="2657847" y="2681946"/>
                  </a:lnTo>
                  <a:lnTo>
                    <a:pt x="2657941" y="2681946"/>
                  </a:lnTo>
                  <a:lnTo>
                    <a:pt x="2658035" y="2681946"/>
                  </a:lnTo>
                  <a:lnTo>
                    <a:pt x="2658130" y="2681946"/>
                  </a:lnTo>
                  <a:lnTo>
                    <a:pt x="2658224" y="2681946"/>
                  </a:lnTo>
                  <a:lnTo>
                    <a:pt x="2658318" y="2681946"/>
                  </a:lnTo>
                  <a:lnTo>
                    <a:pt x="2658412" y="2681946"/>
                  </a:lnTo>
                  <a:lnTo>
                    <a:pt x="2658506" y="2681946"/>
                  </a:lnTo>
                  <a:lnTo>
                    <a:pt x="2658600" y="2681946"/>
                  </a:lnTo>
                  <a:lnTo>
                    <a:pt x="2658694" y="2681946"/>
                  </a:lnTo>
                  <a:lnTo>
                    <a:pt x="2658788" y="2681946"/>
                  </a:lnTo>
                  <a:lnTo>
                    <a:pt x="2658882" y="2681946"/>
                  </a:lnTo>
                  <a:lnTo>
                    <a:pt x="2658976" y="2681946"/>
                  </a:lnTo>
                  <a:lnTo>
                    <a:pt x="2659070" y="2681946"/>
                  </a:lnTo>
                  <a:lnTo>
                    <a:pt x="2659164" y="2681946"/>
                  </a:lnTo>
                  <a:lnTo>
                    <a:pt x="2659258" y="2681946"/>
                  </a:lnTo>
                  <a:lnTo>
                    <a:pt x="2659352" y="2681946"/>
                  </a:lnTo>
                  <a:lnTo>
                    <a:pt x="2659446" y="2681946"/>
                  </a:lnTo>
                  <a:lnTo>
                    <a:pt x="2659540" y="2681946"/>
                  </a:lnTo>
                  <a:lnTo>
                    <a:pt x="2659634" y="2681946"/>
                  </a:lnTo>
                  <a:lnTo>
                    <a:pt x="2659728" y="2681946"/>
                  </a:lnTo>
                  <a:lnTo>
                    <a:pt x="2659822" y="2681946"/>
                  </a:lnTo>
                  <a:lnTo>
                    <a:pt x="2659822" y="2676666"/>
                  </a:lnTo>
                  <a:lnTo>
                    <a:pt x="2659916" y="2676666"/>
                  </a:lnTo>
                  <a:lnTo>
                    <a:pt x="2660010" y="2676666"/>
                  </a:lnTo>
                  <a:lnTo>
                    <a:pt x="2660104" y="2676666"/>
                  </a:lnTo>
                  <a:lnTo>
                    <a:pt x="2660198" y="2676666"/>
                  </a:lnTo>
                  <a:lnTo>
                    <a:pt x="2660292" y="2676666"/>
                  </a:lnTo>
                  <a:lnTo>
                    <a:pt x="2660386" y="2676666"/>
                  </a:lnTo>
                  <a:lnTo>
                    <a:pt x="2660480" y="2676666"/>
                  </a:lnTo>
                  <a:lnTo>
                    <a:pt x="2660574" y="2676666"/>
                  </a:lnTo>
                  <a:lnTo>
                    <a:pt x="2660668" y="2676666"/>
                  </a:lnTo>
                  <a:lnTo>
                    <a:pt x="2660762" y="2676666"/>
                  </a:lnTo>
                  <a:lnTo>
                    <a:pt x="2660856" y="2676666"/>
                  </a:lnTo>
                  <a:lnTo>
                    <a:pt x="2660950" y="2676666"/>
                  </a:lnTo>
                  <a:lnTo>
                    <a:pt x="2661044" y="2676666"/>
                  </a:lnTo>
                  <a:lnTo>
                    <a:pt x="2661138" y="2676666"/>
                  </a:lnTo>
                  <a:lnTo>
                    <a:pt x="2661232" y="2676666"/>
                  </a:lnTo>
                  <a:lnTo>
                    <a:pt x="2661326" y="2676666"/>
                  </a:lnTo>
                  <a:lnTo>
                    <a:pt x="2661420" y="2676666"/>
                  </a:lnTo>
                  <a:lnTo>
                    <a:pt x="2661514" y="2676666"/>
                  </a:lnTo>
                  <a:lnTo>
                    <a:pt x="2661608" y="2676666"/>
                  </a:lnTo>
                  <a:lnTo>
                    <a:pt x="2661703" y="2676666"/>
                  </a:lnTo>
                  <a:lnTo>
                    <a:pt x="2661797" y="2676666"/>
                  </a:lnTo>
                  <a:lnTo>
                    <a:pt x="2661891" y="2676666"/>
                  </a:lnTo>
                  <a:lnTo>
                    <a:pt x="2661985" y="2676666"/>
                  </a:lnTo>
                  <a:lnTo>
                    <a:pt x="2662079" y="2676666"/>
                  </a:lnTo>
                  <a:lnTo>
                    <a:pt x="2662173" y="2676666"/>
                  </a:lnTo>
                  <a:lnTo>
                    <a:pt x="2662267" y="2676666"/>
                  </a:lnTo>
                  <a:lnTo>
                    <a:pt x="2662361" y="2676666"/>
                  </a:lnTo>
                  <a:lnTo>
                    <a:pt x="2662455" y="2676666"/>
                  </a:lnTo>
                  <a:lnTo>
                    <a:pt x="2662549" y="2676666"/>
                  </a:lnTo>
                  <a:lnTo>
                    <a:pt x="2662643" y="2676666"/>
                  </a:lnTo>
                  <a:lnTo>
                    <a:pt x="2662737" y="2676666"/>
                  </a:lnTo>
                  <a:lnTo>
                    <a:pt x="2662831" y="2676666"/>
                  </a:lnTo>
                  <a:lnTo>
                    <a:pt x="2662925" y="2676666"/>
                  </a:lnTo>
                  <a:lnTo>
                    <a:pt x="2663019" y="2676666"/>
                  </a:lnTo>
                  <a:lnTo>
                    <a:pt x="2663113" y="2676666"/>
                  </a:lnTo>
                  <a:lnTo>
                    <a:pt x="2663207" y="2676666"/>
                  </a:lnTo>
                  <a:lnTo>
                    <a:pt x="2663301" y="2676666"/>
                  </a:lnTo>
                  <a:lnTo>
                    <a:pt x="2663395" y="2676666"/>
                  </a:lnTo>
                  <a:lnTo>
                    <a:pt x="2663489" y="2676666"/>
                  </a:lnTo>
                  <a:lnTo>
                    <a:pt x="2663583" y="2676666"/>
                  </a:lnTo>
                  <a:lnTo>
                    <a:pt x="2663677" y="2676666"/>
                  </a:lnTo>
                  <a:lnTo>
                    <a:pt x="2663771" y="2676666"/>
                  </a:lnTo>
                  <a:lnTo>
                    <a:pt x="2663865" y="2676666"/>
                  </a:lnTo>
                  <a:lnTo>
                    <a:pt x="2663959" y="2676666"/>
                  </a:lnTo>
                  <a:lnTo>
                    <a:pt x="2664053" y="2676666"/>
                  </a:lnTo>
                  <a:lnTo>
                    <a:pt x="2664147" y="2676666"/>
                  </a:lnTo>
                  <a:lnTo>
                    <a:pt x="2664241" y="2676666"/>
                  </a:lnTo>
                  <a:lnTo>
                    <a:pt x="2664335" y="2676666"/>
                  </a:lnTo>
                  <a:lnTo>
                    <a:pt x="2664429" y="2676666"/>
                  </a:lnTo>
                  <a:lnTo>
                    <a:pt x="2664523" y="2676666"/>
                  </a:lnTo>
                  <a:lnTo>
                    <a:pt x="2664617" y="2676666"/>
                  </a:lnTo>
                  <a:lnTo>
                    <a:pt x="2664711" y="2676666"/>
                  </a:lnTo>
                  <a:lnTo>
                    <a:pt x="2664805" y="2676666"/>
                  </a:lnTo>
                  <a:lnTo>
                    <a:pt x="2664899" y="2676666"/>
                  </a:lnTo>
                  <a:lnTo>
                    <a:pt x="2664993" y="2676666"/>
                  </a:lnTo>
                  <a:lnTo>
                    <a:pt x="2665087" y="2676666"/>
                  </a:lnTo>
                  <a:lnTo>
                    <a:pt x="2665181" y="2676666"/>
                  </a:lnTo>
                  <a:lnTo>
                    <a:pt x="2665276" y="2676666"/>
                  </a:lnTo>
                  <a:lnTo>
                    <a:pt x="2665370" y="2676666"/>
                  </a:lnTo>
                  <a:lnTo>
                    <a:pt x="2665464" y="2676666"/>
                  </a:lnTo>
                  <a:lnTo>
                    <a:pt x="2665558" y="2676666"/>
                  </a:lnTo>
                  <a:lnTo>
                    <a:pt x="2665652" y="2676666"/>
                  </a:lnTo>
                  <a:lnTo>
                    <a:pt x="2665746" y="2676666"/>
                  </a:lnTo>
                  <a:lnTo>
                    <a:pt x="2665840" y="2676666"/>
                  </a:lnTo>
                  <a:lnTo>
                    <a:pt x="2665934" y="2676666"/>
                  </a:lnTo>
                  <a:lnTo>
                    <a:pt x="2666028" y="2676666"/>
                  </a:lnTo>
                  <a:lnTo>
                    <a:pt x="2666122" y="2676666"/>
                  </a:lnTo>
                  <a:lnTo>
                    <a:pt x="2666216" y="2676666"/>
                  </a:lnTo>
                  <a:lnTo>
                    <a:pt x="2666310" y="2676666"/>
                  </a:lnTo>
                  <a:lnTo>
                    <a:pt x="2666404" y="2676666"/>
                  </a:lnTo>
                  <a:lnTo>
                    <a:pt x="2666498" y="2676666"/>
                  </a:lnTo>
                  <a:lnTo>
                    <a:pt x="2666592" y="2676666"/>
                  </a:lnTo>
                  <a:lnTo>
                    <a:pt x="2666686" y="2676666"/>
                  </a:lnTo>
                  <a:lnTo>
                    <a:pt x="2666780" y="2676666"/>
                  </a:lnTo>
                  <a:lnTo>
                    <a:pt x="2666874" y="2676666"/>
                  </a:lnTo>
                  <a:lnTo>
                    <a:pt x="2666968" y="2676666"/>
                  </a:lnTo>
                  <a:lnTo>
                    <a:pt x="2667062" y="2676666"/>
                  </a:lnTo>
                  <a:lnTo>
                    <a:pt x="2667156" y="2676666"/>
                  </a:lnTo>
                  <a:lnTo>
                    <a:pt x="2667250" y="2676666"/>
                  </a:lnTo>
                  <a:lnTo>
                    <a:pt x="2667344" y="2676666"/>
                  </a:lnTo>
                  <a:lnTo>
                    <a:pt x="2667438" y="2676666"/>
                  </a:lnTo>
                  <a:lnTo>
                    <a:pt x="2667532" y="2676666"/>
                  </a:lnTo>
                  <a:lnTo>
                    <a:pt x="2667626" y="2676666"/>
                  </a:lnTo>
                  <a:lnTo>
                    <a:pt x="2667720" y="2676666"/>
                  </a:lnTo>
                  <a:lnTo>
                    <a:pt x="2667814" y="2676666"/>
                  </a:lnTo>
                  <a:lnTo>
                    <a:pt x="2667908" y="2676666"/>
                  </a:lnTo>
                  <a:lnTo>
                    <a:pt x="2668002" y="2676666"/>
                  </a:lnTo>
                  <a:lnTo>
                    <a:pt x="2668096" y="2676666"/>
                  </a:lnTo>
                  <a:lnTo>
                    <a:pt x="2668190" y="2676666"/>
                  </a:lnTo>
                  <a:lnTo>
                    <a:pt x="2668284" y="2676666"/>
                  </a:lnTo>
                  <a:lnTo>
                    <a:pt x="2668378" y="2676666"/>
                  </a:lnTo>
                  <a:lnTo>
                    <a:pt x="2668472" y="2676666"/>
                  </a:lnTo>
                  <a:lnTo>
                    <a:pt x="2668566" y="2676666"/>
                  </a:lnTo>
                  <a:lnTo>
                    <a:pt x="2668660" y="2676666"/>
                  </a:lnTo>
                  <a:lnTo>
                    <a:pt x="2668754" y="2676666"/>
                  </a:lnTo>
                  <a:lnTo>
                    <a:pt x="2668849" y="2676666"/>
                  </a:lnTo>
                  <a:lnTo>
                    <a:pt x="2668943" y="2676666"/>
                  </a:lnTo>
                  <a:lnTo>
                    <a:pt x="2669037" y="2676666"/>
                  </a:lnTo>
                  <a:lnTo>
                    <a:pt x="2669037" y="2671387"/>
                  </a:lnTo>
                  <a:lnTo>
                    <a:pt x="2669131" y="2671387"/>
                  </a:lnTo>
                  <a:lnTo>
                    <a:pt x="2669131" y="2666107"/>
                  </a:lnTo>
                  <a:lnTo>
                    <a:pt x="2669225" y="2666107"/>
                  </a:lnTo>
                  <a:lnTo>
                    <a:pt x="2669319" y="2666107"/>
                  </a:lnTo>
                  <a:lnTo>
                    <a:pt x="2669413" y="2666107"/>
                  </a:lnTo>
                  <a:lnTo>
                    <a:pt x="2669507" y="2666107"/>
                  </a:lnTo>
                  <a:lnTo>
                    <a:pt x="2669601" y="2666107"/>
                  </a:lnTo>
                  <a:lnTo>
                    <a:pt x="2669695" y="2666107"/>
                  </a:lnTo>
                  <a:lnTo>
                    <a:pt x="2669695" y="2660828"/>
                  </a:lnTo>
                  <a:lnTo>
                    <a:pt x="2669789" y="2660828"/>
                  </a:lnTo>
                  <a:lnTo>
                    <a:pt x="2669883" y="2660828"/>
                  </a:lnTo>
                  <a:lnTo>
                    <a:pt x="2669977" y="2660828"/>
                  </a:lnTo>
                  <a:lnTo>
                    <a:pt x="2670071" y="2660828"/>
                  </a:lnTo>
                  <a:lnTo>
                    <a:pt x="2670165" y="2660828"/>
                  </a:lnTo>
                  <a:lnTo>
                    <a:pt x="2670259" y="2660828"/>
                  </a:lnTo>
                  <a:lnTo>
                    <a:pt x="2670353" y="2660828"/>
                  </a:lnTo>
                  <a:lnTo>
                    <a:pt x="2670447" y="2660828"/>
                  </a:lnTo>
                  <a:lnTo>
                    <a:pt x="2670447" y="2655548"/>
                  </a:lnTo>
                  <a:lnTo>
                    <a:pt x="2670541" y="2655548"/>
                  </a:lnTo>
                  <a:lnTo>
                    <a:pt x="2670635" y="2655548"/>
                  </a:lnTo>
                  <a:lnTo>
                    <a:pt x="2670729" y="2655548"/>
                  </a:lnTo>
                  <a:lnTo>
                    <a:pt x="2670823" y="2655548"/>
                  </a:lnTo>
                  <a:lnTo>
                    <a:pt x="2670917" y="2655548"/>
                  </a:lnTo>
                  <a:lnTo>
                    <a:pt x="2671011" y="2655548"/>
                  </a:lnTo>
                  <a:lnTo>
                    <a:pt x="2671105" y="2655548"/>
                  </a:lnTo>
                  <a:lnTo>
                    <a:pt x="2671199" y="2655548"/>
                  </a:lnTo>
                  <a:lnTo>
                    <a:pt x="2671293" y="2655548"/>
                  </a:lnTo>
                  <a:lnTo>
                    <a:pt x="2671387" y="2655548"/>
                  </a:lnTo>
                  <a:lnTo>
                    <a:pt x="2671481" y="2655548"/>
                  </a:lnTo>
                  <a:lnTo>
                    <a:pt x="2671575" y="2655548"/>
                  </a:lnTo>
                  <a:lnTo>
                    <a:pt x="2671669" y="2655548"/>
                  </a:lnTo>
                  <a:lnTo>
                    <a:pt x="2671763" y="2655548"/>
                  </a:lnTo>
                  <a:lnTo>
                    <a:pt x="2671857" y="2655548"/>
                  </a:lnTo>
                  <a:lnTo>
                    <a:pt x="2671951" y="2655548"/>
                  </a:lnTo>
                  <a:lnTo>
                    <a:pt x="2672045" y="2655548"/>
                  </a:lnTo>
                  <a:lnTo>
                    <a:pt x="2672139" y="2655548"/>
                  </a:lnTo>
                  <a:lnTo>
                    <a:pt x="2672233" y="2655548"/>
                  </a:lnTo>
                  <a:lnTo>
                    <a:pt x="2672328" y="2655548"/>
                  </a:lnTo>
                  <a:lnTo>
                    <a:pt x="2672422" y="2655548"/>
                  </a:lnTo>
                  <a:lnTo>
                    <a:pt x="2672516" y="2655548"/>
                  </a:lnTo>
                  <a:lnTo>
                    <a:pt x="2672610" y="2655548"/>
                  </a:lnTo>
                  <a:lnTo>
                    <a:pt x="2672704" y="2655548"/>
                  </a:lnTo>
                  <a:lnTo>
                    <a:pt x="2672798" y="2655548"/>
                  </a:lnTo>
                  <a:lnTo>
                    <a:pt x="2672892" y="2655548"/>
                  </a:lnTo>
                  <a:lnTo>
                    <a:pt x="2672986" y="2655548"/>
                  </a:lnTo>
                  <a:lnTo>
                    <a:pt x="2673080" y="2655548"/>
                  </a:lnTo>
                  <a:lnTo>
                    <a:pt x="2673174" y="2655548"/>
                  </a:lnTo>
                  <a:lnTo>
                    <a:pt x="2673268" y="2655548"/>
                  </a:lnTo>
                  <a:lnTo>
                    <a:pt x="2673362" y="2655548"/>
                  </a:lnTo>
                  <a:lnTo>
                    <a:pt x="2673456" y="2655548"/>
                  </a:lnTo>
                  <a:lnTo>
                    <a:pt x="2673550" y="2655548"/>
                  </a:lnTo>
                  <a:lnTo>
                    <a:pt x="2673644" y="2655548"/>
                  </a:lnTo>
                  <a:lnTo>
                    <a:pt x="2673738" y="2655548"/>
                  </a:lnTo>
                  <a:lnTo>
                    <a:pt x="2673832" y="2655548"/>
                  </a:lnTo>
                  <a:lnTo>
                    <a:pt x="2673926" y="2655548"/>
                  </a:lnTo>
                  <a:lnTo>
                    <a:pt x="2674020" y="2655548"/>
                  </a:lnTo>
                  <a:lnTo>
                    <a:pt x="2674114" y="2655548"/>
                  </a:lnTo>
                  <a:lnTo>
                    <a:pt x="2674208" y="2655548"/>
                  </a:lnTo>
                  <a:lnTo>
                    <a:pt x="2674302" y="2655548"/>
                  </a:lnTo>
                  <a:lnTo>
                    <a:pt x="2674396" y="2655548"/>
                  </a:lnTo>
                  <a:lnTo>
                    <a:pt x="2674490" y="2655548"/>
                  </a:lnTo>
                  <a:lnTo>
                    <a:pt x="2674584" y="2655548"/>
                  </a:lnTo>
                  <a:lnTo>
                    <a:pt x="2674678" y="2655548"/>
                  </a:lnTo>
                  <a:lnTo>
                    <a:pt x="2674772" y="2655548"/>
                  </a:lnTo>
                  <a:lnTo>
                    <a:pt x="2674866" y="2655548"/>
                  </a:lnTo>
                  <a:lnTo>
                    <a:pt x="2674960" y="2655548"/>
                  </a:lnTo>
                  <a:lnTo>
                    <a:pt x="2674960" y="2650269"/>
                  </a:lnTo>
                  <a:lnTo>
                    <a:pt x="2675054" y="2650269"/>
                  </a:lnTo>
                  <a:lnTo>
                    <a:pt x="2675148" y="2650269"/>
                  </a:lnTo>
                  <a:lnTo>
                    <a:pt x="2675242" y="2650269"/>
                  </a:lnTo>
                  <a:lnTo>
                    <a:pt x="2675336" y="2650269"/>
                  </a:lnTo>
                  <a:lnTo>
                    <a:pt x="2675430" y="2650269"/>
                  </a:lnTo>
                  <a:lnTo>
                    <a:pt x="2675524" y="2650269"/>
                  </a:lnTo>
                  <a:lnTo>
                    <a:pt x="2675618" y="2650269"/>
                  </a:lnTo>
                  <a:lnTo>
                    <a:pt x="2675712" y="2650269"/>
                  </a:lnTo>
                  <a:lnTo>
                    <a:pt x="2675806" y="2650269"/>
                  </a:lnTo>
                  <a:lnTo>
                    <a:pt x="2675901" y="2650269"/>
                  </a:lnTo>
                  <a:lnTo>
                    <a:pt x="2675995" y="2650269"/>
                  </a:lnTo>
                  <a:lnTo>
                    <a:pt x="2676089" y="2650269"/>
                  </a:lnTo>
                  <a:lnTo>
                    <a:pt x="2676183" y="2650269"/>
                  </a:lnTo>
                  <a:lnTo>
                    <a:pt x="2676277" y="2650269"/>
                  </a:lnTo>
                  <a:lnTo>
                    <a:pt x="2676371" y="2650269"/>
                  </a:lnTo>
                  <a:lnTo>
                    <a:pt x="2676465" y="2650269"/>
                  </a:lnTo>
                  <a:lnTo>
                    <a:pt x="2676559" y="2650269"/>
                  </a:lnTo>
                  <a:lnTo>
                    <a:pt x="2676653" y="2650269"/>
                  </a:lnTo>
                  <a:lnTo>
                    <a:pt x="2676653" y="2644990"/>
                  </a:lnTo>
                  <a:lnTo>
                    <a:pt x="2676747" y="2644990"/>
                  </a:lnTo>
                  <a:lnTo>
                    <a:pt x="2676841" y="2644990"/>
                  </a:lnTo>
                  <a:lnTo>
                    <a:pt x="2676841" y="2639710"/>
                  </a:lnTo>
                  <a:lnTo>
                    <a:pt x="2676935" y="2639710"/>
                  </a:lnTo>
                  <a:lnTo>
                    <a:pt x="2677029" y="2639710"/>
                  </a:lnTo>
                  <a:lnTo>
                    <a:pt x="2677123" y="2639710"/>
                  </a:lnTo>
                  <a:lnTo>
                    <a:pt x="2677217" y="2639710"/>
                  </a:lnTo>
                  <a:lnTo>
                    <a:pt x="2677311" y="2639710"/>
                  </a:lnTo>
                  <a:lnTo>
                    <a:pt x="2677405" y="2639710"/>
                  </a:lnTo>
                  <a:lnTo>
                    <a:pt x="2677499" y="2639710"/>
                  </a:lnTo>
                  <a:lnTo>
                    <a:pt x="2677593" y="2639710"/>
                  </a:lnTo>
                  <a:lnTo>
                    <a:pt x="2677687" y="2639710"/>
                  </a:lnTo>
                  <a:lnTo>
                    <a:pt x="2677781" y="2639710"/>
                  </a:lnTo>
                  <a:lnTo>
                    <a:pt x="2677875" y="2639710"/>
                  </a:lnTo>
                  <a:lnTo>
                    <a:pt x="2677969" y="2639710"/>
                  </a:lnTo>
                  <a:lnTo>
                    <a:pt x="2678063" y="2639710"/>
                  </a:lnTo>
                  <a:lnTo>
                    <a:pt x="2678157" y="2639710"/>
                  </a:lnTo>
                  <a:lnTo>
                    <a:pt x="2678251" y="2639710"/>
                  </a:lnTo>
                  <a:lnTo>
                    <a:pt x="2678345" y="2639710"/>
                  </a:lnTo>
                  <a:lnTo>
                    <a:pt x="2678439" y="2639710"/>
                  </a:lnTo>
                  <a:lnTo>
                    <a:pt x="2678533" y="2639710"/>
                  </a:lnTo>
                  <a:lnTo>
                    <a:pt x="2678627" y="2639710"/>
                  </a:lnTo>
                  <a:lnTo>
                    <a:pt x="2678721" y="2639710"/>
                  </a:lnTo>
                  <a:lnTo>
                    <a:pt x="2678815" y="2639710"/>
                  </a:lnTo>
                  <a:lnTo>
                    <a:pt x="2678909" y="2639710"/>
                  </a:lnTo>
                  <a:lnTo>
                    <a:pt x="2679003" y="2639710"/>
                  </a:lnTo>
                  <a:lnTo>
                    <a:pt x="2679097" y="2639710"/>
                  </a:lnTo>
                  <a:lnTo>
                    <a:pt x="2679191" y="2639710"/>
                  </a:lnTo>
                  <a:lnTo>
                    <a:pt x="2679285" y="2639710"/>
                  </a:lnTo>
                  <a:lnTo>
                    <a:pt x="2679379" y="2639710"/>
                  </a:lnTo>
                  <a:lnTo>
                    <a:pt x="2679379" y="2634431"/>
                  </a:lnTo>
                  <a:lnTo>
                    <a:pt x="2679474" y="2634431"/>
                  </a:lnTo>
                  <a:lnTo>
                    <a:pt x="2679568" y="2634431"/>
                  </a:lnTo>
                  <a:lnTo>
                    <a:pt x="2679662" y="2634431"/>
                  </a:lnTo>
                  <a:lnTo>
                    <a:pt x="2679756" y="2634431"/>
                  </a:lnTo>
                  <a:lnTo>
                    <a:pt x="2679850" y="2634431"/>
                  </a:lnTo>
                  <a:lnTo>
                    <a:pt x="2679944" y="2634431"/>
                  </a:lnTo>
                  <a:lnTo>
                    <a:pt x="2680038" y="2634431"/>
                  </a:lnTo>
                  <a:lnTo>
                    <a:pt x="2680132" y="2634431"/>
                  </a:lnTo>
                  <a:lnTo>
                    <a:pt x="2680226" y="2634431"/>
                  </a:lnTo>
                  <a:lnTo>
                    <a:pt x="2680320" y="2634431"/>
                  </a:lnTo>
                  <a:lnTo>
                    <a:pt x="2680414" y="2634431"/>
                  </a:lnTo>
                  <a:lnTo>
                    <a:pt x="2680508" y="2634431"/>
                  </a:lnTo>
                  <a:lnTo>
                    <a:pt x="2680602" y="2634431"/>
                  </a:lnTo>
                  <a:lnTo>
                    <a:pt x="2680696" y="2634431"/>
                  </a:lnTo>
                  <a:lnTo>
                    <a:pt x="2680790" y="2634431"/>
                  </a:lnTo>
                  <a:lnTo>
                    <a:pt x="2680884" y="2634431"/>
                  </a:lnTo>
                  <a:lnTo>
                    <a:pt x="2680978" y="2634431"/>
                  </a:lnTo>
                  <a:lnTo>
                    <a:pt x="2681072" y="2634431"/>
                  </a:lnTo>
                  <a:lnTo>
                    <a:pt x="2681166" y="2634431"/>
                  </a:lnTo>
                  <a:lnTo>
                    <a:pt x="2681260" y="2634431"/>
                  </a:lnTo>
                  <a:lnTo>
                    <a:pt x="2681354" y="2634431"/>
                  </a:lnTo>
                  <a:lnTo>
                    <a:pt x="2681448" y="2634431"/>
                  </a:lnTo>
                  <a:lnTo>
                    <a:pt x="2681542" y="2634431"/>
                  </a:lnTo>
                  <a:lnTo>
                    <a:pt x="2681636" y="2634431"/>
                  </a:lnTo>
                  <a:lnTo>
                    <a:pt x="2681730" y="2634431"/>
                  </a:lnTo>
                  <a:lnTo>
                    <a:pt x="2681824" y="2634431"/>
                  </a:lnTo>
                  <a:lnTo>
                    <a:pt x="2681918" y="2634431"/>
                  </a:lnTo>
                  <a:lnTo>
                    <a:pt x="2682012" y="2634431"/>
                  </a:lnTo>
                  <a:lnTo>
                    <a:pt x="2682012" y="2629151"/>
                  </a:lnTo>
                  <a:lnTo>
                    <a:pt x="2682106" y="2629151"/>
                  </a:lnTo>
                  <a:lnTo>
                    <a:pt x="2682200" y="2629151"/>
                  </a:lnTo>
                  <a:lnTo>
                    <a:pt x="2682294" y="2629151"/>
                  </a:lnTo>
                  <a:lnTo>
                    <a:pt x="2682388" y="2629151"/>
                  </a:lnTo>
                  <a:lnTo>
                    <a:pt x="2682482" y="2629151"/>
                  </a:lnTo>
                  <a:lnTo>
                    <a:pt x="2682576" y="2629151"/>
                  </a:lnTo>
                  <a:lnTo>
                    <a:pt x="2682670" y="2629151"/>
                  </a:lnTo>
                  <a:lnTo>
                    <a:pt x="2682764" y="2629151"/>
                  </a:lnTo>
                  <a:lnTo>
                    <a:pt x="2682858" y="2629151"/>
                  </a:lnTo>
                  <a:lnTo>
                    <a:pt x="2682953" y="2629151"/>
                  </a:lnTo>
                  <a:lnTo>
                    <a:pt x="2683047" y="2629151"/>
                  </a:lnTo>
                  <a:lnTo>
                    <a:pt x="2683141" y="2629151"/>
                  </a:lnTo>
                  <a:lnTo>
                    <a:pt x="2683235" y="2629151"/>
                  </a:lnTo>
                  <a:lnTo>
                    <a:pt x="2683329" y="2629151"/>
                  </a:lnTo>
                  <a:lnTo>
                    <a:pt x="2683423" y="2629151"/>
                  </a:lnTo>
                  <a:lnTo>
                    <a:pt x="2683517" y="2629151"/>
                  </a:lnTo>
                  <a:lnTo>
                    <a:pt x="2683611" y="2629151"/>
                  </a:lnTo>
                  <a:lnTo>
                    <a:pt x="2683705" y="2629151"/>
                  </a:lnTo>
                  <a:lnTo>
                    <a:pt x="2683799" y="2629151"/>
                  </a:lnTo>
                  <a:lnTo>
                    <a:pt x="2683799" y="2623872"/>
                  </a:lnTo>
                  <a:lnTo>
                    <a:pt x="2683893" y="2623872"/>
                  </a:lnTo>
                  <a:lnTo>
                    <a:pt x="2683987" y="2623872"/>
                  </a:lnTo>
                  <a:lnTo>
                    <a:pt x="2684081" y="2623872"/>
                  </a:lnTo>
                  <a:lnTo>
                    <a:pt x="2684081" y="2618592"/>
                  </a:lnTo>
                  <a:lnTo>
                    <a:pt x="2684175" y="2618592"/>
                  </a:lnTo>
                  <a:lnTo>
                    <a:pt x="2684269" y="2618592"/>
                  </a:lnTo>
                  <a:lnTo>
                    <a:pt x="2684363" y="2618592"/>
                  </a:lnTo>
                  <a:lnTo>
                    <a:pt x="2684457" y="2618592"/>
                  </a:lnTo>
                  <a:lnTo>
                    <a:pt x="2684551" y="2618592"/>
                  </a:lnTo>
                  <a:lnTo>
                    <a:pt x="2684645" y="2618592"/>
                  </a:lnTo>
                  <a:lnTo>
                    <a:pt x="2684739" y="2618592"/>
                  </a:lnTo>
                  <a:lnTo>
                    <a:pt x="2684833" y="2618592"/>
                  </a:lnTo>
                  <a:lnTo>
                    <a:pt x="2684927" y="2618592"/>
                  </a:lnTo>
                  <a:lnTo>
                    <a:pt x="2685021" y="2618592"/>
                  </a:lnTo>
                  <a:lnTo>
                    <a:pt x="2685115" y="2618592"/>
                  </a:lnTo>
                  <a:lnTo>
                    <a:pt x="2685209" y="2618592"/>
                  </a:lnTo>
                  <a:lnTo>
                    <a:pt x="2685303" y="2618592"/>
                  </a:lnTo>
                  <a:lnTo>
                    <a:pt x="2685397" y="2618592"/>
                  </a:lnTo>
                  <a:lnTo>
                    <a:pt x="2685491" y="2618592"/>
                  </a:lnTo>
                  <a:lnTo>
                    <a:pt x="2685585" y="2618592"/>
                  </a:lnTo>
                  <a:lnTo>
                    <a:pt x="2685679" y="2618592"/>
                  </a:lnTo>
                  <a:lnTo>
                    <a:pt x="2685773" y="2618592"/>
                  </a:lnTo>
                  <a:lnTo>
                    <a:pt x="2685867" y="2618592"/>
                  </a:lnTo>
                  <a:lnTo>
                    <a:pt x="2685961" y="2618592"/>
                  </a:lnTo>
                  <a:lnTo>
                    <a:pt x="2686055" y="2618592"/>
                  </a:lnTo>
                  <a:lnTo>
                    <a:pt x="2686149" y="2618592"/>
                  </a:lnTo>
                  <a:lnTo>
                    <a:pt x="2686243" y="2618592"/>
                  </a:lnTo>
                  <a:lnTo>
                    <a:pt x="2686337" y="2618592"/>
                  </a:lnTo>
                  <a:lnTo>
                    <a:pt x="2686431" y="2618592"/>
                  </a:lnTo>
                  <a:lnTo>
                    <a:pt x="2686526" y="2618592"/>
                  </a:lnTo>
                  <a:lnTo>
                    <a:pt x="2686620" y="2618592"/>
                  </a:lnTo>
                  <a:lnTo>
                    <a:pt x="2686714" y="2618592"/>
                  </a:lnTo>
                  <a:lnTo>
                    <a:pt x="2686808" y="2618592"/>
                  </a:lnTo>
                  <a:lnTo>
                    <a:pt x="2686902" y="2618592"/>
                  </a:lnTo>
                  <a:lnTo>
                    <a:pt x="2686996" y="2618592"/>
                  </a:lnTo>
                  <a:lnTo>
                    <a:pt x="2687090" y="2618592"/>
                  </a:lnTo>
                  <a:lnTo>
                    <a:pt x="2687184" y="2618592"/>
                  </a:lnTo>
                  <a:lnTo>
                    <a:pt x="2687278" y="2618592"/>
                  </a:lnTo>
                  <a:lnTo>
                    <a:pt x="2687372" y="2618592"/>
                  </a:lnTo>
                  <a:lnTo>
                    <a:pt x="2687466" y="2618592"/>
                  </a:lnTo>
                  <a:lnTo>
                    <a:pt x="2687560" y="2618592"/>
                  </a:lnTo>
                  <a:lnTo>
                    <a:pt x="2687654" y="2618592"/>
                  </a:lnTo>
                  <a:lnTo>
                    <a:pt x="2687748" y="2618592"/>
                  </a:lnTo>
                  <a:lnTo>
                    <a:pt x="2687842" y="2618592"/>
                  </a:lnTo>
                  <a:lnTo>
                    <a:pt x="2687936" y="2618592"/>
                  </a:lnTo>
                  <a:lnTo>
                    <a:pt x="2688030" y="2618592"/>
                  </a:lnTo>
                  <a:lnTo>
                    <a:pt x="2688124" y="2618592"/>
                  </a:lnTo>
                  <a:lnTo>
                    <a:pt x="2688218" y="2618592"/>
                  </a:lnTo>
                  <a:lnTo>
                    <a:pt x="2688312" y="2618592"/>
                  </a:lnTo>
                  <a:lnTo>
                    <a:pt x="2688406" y="2618592"/>
                  </a:lnTo>
                  <a:lnTo>
                    <a:pt x="2688500" y="2618592"/>
                  </a:lnTo>
                  <a:lnTo>
                    <a:pt x="2688594" y="2618592"/>
                  </a:lnTo>
                  <a:lnTo>
                    <a:pt x="2688688" y="2618592"/>
                  </a:lnTo>
                  <a:lnTo>
                    <a:pt x="2688782" y="2618592"/>
                  </a:lnTo>
                  <a:lnTo>
                    <a:pt x="2688876" y="2618592"/>
                  </a:lnTo>
                  <a:lnTo>
                    <a:pt x="2688970" y="2618592"/>
                  </a:lnTo>
                  <a:lnTo>
                    <a:pt x="2689064" y="2618592"/>
                  </a:lnTo>
                  <a:lnTo>
                    <a:pt x="2689158" y="2618592"/>
                  </a:lnTo>
                  <a:lnTo>
                    <a:pt x="2689252" y="2618592"/>
                  </a:lnTo>
                  <a:lnTo>
                    <a:pt x="2689346" y="2618592"/>
                  </a:lnTo>
                  <a:lnTo>
                    <a:pt x="2689440" y="2618592"/>
                  </a:lnTo>
                  <a:lnTo>
                    <a:pt x="2689534" y="2618592"/>
                  </a:lnTo>
                  <a:lnTo>
                    <a:pt x="2689628" y="2618592"/>
                  </a:lnTo>
                  <a:lnTo>
                    <a:pt x="2689722" y="2618592"/>
                  </a:lnTo>
                  <a:lnTo>
                    <a:pt x="2689816" y="2618592"/>
                  </a:lnTo>
                  <a:lnTo>
                    <a:pt x="2689910" y="2618592"/>
                  </a:lnTo>
                  <a:lnTo>
                    <a:pt x="2690004" y="2618592"/>
                  </a:lnTo>
                  <a:lnTo>
                    <a:pt x="2690099" y="2618592"/>
                  </a:lnTo>
                  <a:lnTo>
                    <a:pt x="2690193" y="2618592"/>
                  </a:lnTo>
                  <a:lnTo>
                    <a:pt x="2690287" y="2618592"/>
                  </a:lnTo>
                  <a:lnTo>
                    <a:pt x="2690381" y="2618592"/>
                  </a:lnTo>
                  <a:lnTo>
                    <a:pt x="2690475" y="2618592"/>
                  </a:lnTo>
                  <a:lnTo>
                    <a:pt x="2690569" y="2618592"/>
                  </a:lnTo>
                  <a:lnTo>
                    <a:pt x="2690663" y="2618592"/>
                  </a:lnTo>
                  <a:lnTo>
                    <a:pt x="2690757" y="2618592"/>
                  </a:lnTo>
                  <a:lnTo>
                    <a:pt x="2690851" y="2618592"/>
                  </a:lnTo>
                  <a:lnTo>
                    <a:pt x="2690945" y="2618592"/>
                  </a:lnTo>
                  <a:lnTo>
                    <a:pt x="2691039" y="2618592"/>
                  </a:lnTo>
                  <a:lnTo>
                    <a:pt x="2691133" y="2618592"/>
                  </a:lnTo>
                  <a:lnTo>
                    <a:pt x="2691227" y="2618592"/>
                  </a:lnTo>
                  <a:lnTo>
                    <a:pt x="2691321" y="2618592"/>
                  </a:lnTo>
                  <a:lnTo>
                    <a:pt x="2691415" y="2618592"/>
                  </a:lnTo>
                  <a:lnTo>
                    <a:pt x="2691509" y="2618592"/>
                  </a:lnTo>
                  <a:lnTo>
                    <a:pt x="2691603" y="2618592"/>
                  </a:lnTo>
                  <a:lnTo>
                    <a:pt x="2691697" y="2618592"/>
                  </a:lnTo>
                  <a:lnTo>
                    <a:pt x="2691791" y="2618592"/>
                  </a:lnTo>
                  <a:lnTo>
                    <a:pt x="2691885" y="2618592"/>
                  </a:lnTo>
                  <a:lnTo>
                    <a:pt x="2691979" y="2618592"/>
                  </a:lnTo>
                  <a:lnTo>
                    <a:pt x="2692073" y="2618592"/>
                  </a:lnTo>
                  <a:lnTo>
                    <a:pt x="2692167" y="2618592"/>
                  </a:lnTo>
                  <a:lnTo>
                    <a:pt x="2692261" y="2618592"/>
                  </a:lnTo>
                  <a:lnTo>
                    <a:pt x="2692355" y="2618592"/>
                  </a:lnTo>
                  <a:lnTo>
                    <a:pt x="2692449" y="2618592"/>
                  </a:lnTo>
                  <a:lnTo>
                    <a:pt x="2692543" y="2618592"/>
                  </a:lnTo>
                  <a:lnTo>
                    <a:pt x="2692637" y="2618592"/>
                  </a:lnTo>
                  <a:lnTo>
                    <a:pt x="2692731" y="2618592"/>
                  </a:lnTo>
                  <a:lnTo>
                    <a:pt x="2692825" y="2618592"/>
                  </a:lnTo>
                  <a:lnTo>
                    <a:pt x="2692919" y="2618592"/>
                  </a:lnTo>
                  <a:lnTo>
                    <a:pt x="2693013" y="2618592"/>
                  </a:lnTo>
                  <a:lnTo>
                    <a:pt x="2693107" y="2618592"/>
                  </a:lnTo>
                  <a:lnTo>
                    <a:pt x="2693201" y="2618592"/>
                  </a:lnTo>
                  <a:lnTo>
                    <a:pt x="2693295" y="2618592"/>
                  </a:lnTo>
                  <a:lnTo>
                    <a:pt x="2693389" y="2618592"/>
                  </a:lnTo>
                  <a:lnTo>
                    <a:pt x="2693483" y="2618592"/>
                  </a:lnTo>
                  <a:lnTo>
                    <a:pt x="2693578" y="2618592"/>
                  </a:lnTo>
                  <a:lnTo>
                    <a:pt x="2693672" y="2618592"/>
                  </a:lnTo>
                  <a:lnTo>
                    <a:pt x="2693766" y="2618592"/>
                  </a:lnTo>
                  <a:lnTo>
                    <a:pt x="2693860" y="2618592"/>
                  </a:lnTo>
                  <a:lnTo>
                    <a:pt x="2693954" y="2618592"/>
                  </a:lnTo>
                  <a:lnTo>
                    <a:pt x="2694048" y="2618592"/>
                  </a:lnTo>
                  <a:lnTo>
                    <a:pt x="2694142" y="2618592"/>
                  </a:lnTo>
                  <a:lnTo>
                    <a:pt x="2694236" y="2618592"/>
                  </a:lnTo>
                  <a:lnTo>
                    <a:pt x="2694330" y="2618592"/>
                  </a:lnTo>
                  <a:lnTo>
                    <a:pt x="2694424" y="2618592"/>
                  </a:lnTo>
                  <a:lnTo>
                    <a:pt x="2694518" y="2618592"/>
                  </a:lnTo>
                  <a:lnTo>
                    <a:pt x="2694612" y="2618592"/>
                  </a:lnTo>
                  <a:lnTo>
                    <a:pt x="2694706" y="2618592"/>
                  </a:lnTo>
                  <a:lnTo>
                    <a:pt x="2694800" y="2618592"/>
                  </a:lnTo>
                  <a:lnTo>
                    <a:pt x="2694894" y="2618592"/>
                  </a:lnTo>
                  <a:lnTo>
                    <a:pt x="2694988" y="2618592"/>
                  </a:lnTo>
                  <a:lnTo>
                    <a:pt x="2695082" y="2618592"/>
                  </a:lnTo>
                  <a:lnTo>
                    <a:pt x="2695176" y="2618592"/>
                  </a:lnTo>
                  <a:lnTo>
                    <a:pt x="2695270" y="2618592"/>
                  </a:lnTo>
                  <a:lnTo>
                    <a:pt x="2695364" y="2618592"/>
                  </a:lnTo>
                  <a:lnTo>
                    <a:pt x="2695458" y="2618592"/>
                  </a:lnTo>
                  <a:lnTo>
                    <a:pt x="2695552" y="2618592"/>
                  </a:lnTo>
                  <a:lnTo>
                    <a:pt x="2695646" y="2618592"/>
                  </a:lnTo>
                  <a:lnTo>
                    <a:pt x="2695740" y="2618592"/>
                  </a:lnTo>
                  <a:lnTo>
                    <a:pt x="2695834" y="2618592"/>
                  </a:lnTo>
                  <a:lnTo>
                    <a:pt x="2695928" y="2618592"/>
                  </a:lnTo>
                  <a:lnTo>
                    <a:pt x="2696022" y="2618592"/>
                  </a:lnTo>
                  <a:lnTo>
                    <a:pt x="2696116" y="2618592"/>
                  </a:lnTo>
                  <a:lnTo>
                    <a:pt x="2696210" y="2618592"/>
                  </a:lnTo>
                  <a:lnTo>
                    <a:pt x="2696304" y="2618592"/>
                  </a:lnTo>
                  <a:lnTo>
                    <a:pt x="2696398" y="2618592"/>
                  </a:lnTo>
                  <a:lnTo>
                    <a:pt x="2696492" y="2618592"/>
                  </a:lnTo>
                  <a:lnTo>
                    <a:pt x="2696586" y="2618592"/>
                  </a:lnTo>
                  <a:lnTo>
                    <a:pt x="2696680" y="2618592"/>
                  </a:lnTo>
                  <a:lnTo>
                    <a:pt x="2696774" y="2618592"/>
                  </a:lnTo>
                  <a:lnTo>
                    <a:pt x="2696868" y="2618592"/>
                  </a:lnTo>
                  <a:lnTo>
                    <a:pt x="2696962" y="2618592"/>
                  </a:lnTo>
                  <a:lnTo>
                    <a:pt x="2697056" y="2618592"/>
                  </a:lnTo>
                  <a:lnTo>
                    <a:pt x="2697151" y="2618592"/>
                  </a:lnTo>
                  <a:lnTo>
                    <a:pt x="2697245" y="2618592"/>
                  </a:lnTo>
                  <a:lnTo>
                    <a:pt x="2697339" y="2618592"/>
                  </a:lnTo>
                  <a:lnTo>
                    <a:pt x="2697433" y="2618592"/>
                  </a:lnTo>
                  <a:lnTo>
                    <a:pt x="2697527" y="2618592"/>
                  </a:lnTo>
                  <a:lnTo>
                    <a:pt x="2697621" y="2618592"/>
                  </a:lnTo>
                  <a:lnTo>
                    <a:pt x="2697715" y="2618592"/>
                  </a:lnTo>
                  <a:lnTo>
                    <a:pt x="2697809" y="2618592"/>
                  </a:lnTo>
                  <a:lnTo>
                    <a:pt x="2697903" y="2618592"/>
                  </a:lnTo>
                  <a:lnTo>
                    <a:pt x="2697997" y="2618592"/>
                  </a:lnTo>
                  <a:lnTo>
                    <a:pt x="2698091" y="2618592"/>
                  </a:lnTo>
                  <a:lnTo>
                    <a:pt x="2698185" y="2618592"/>
                  </a:lnTo>
                  <a:lnTo>
                    <a:pt x="2698279" y="2618592"/>
                  </a:lnTo>
                  <a:lnTo>
                    <a:pt x="2698373" y="2618592"/>
                  </a:lnTo>
                  <a:lnTo>
                    <a:pt x="2698467" y="2618592"/>
                  </a:lnTo>
                  <a:lnTo>
                    <a:pt x="2698467" y="2613313"/>
                  </a:lnTo>
                  <a:lnTo>
                    <a:pt x="2698561" y="2613313"/>
                  </a:lnTo>
                  <a:lnTo>
                    <a:pt x="2698655" y="2613313"/>
                  </a:lnTo>
                  <a:lnTo>
                    <a:pt x="2698749" y="2613313"/>
                  </a:lnTo>
                  <a:lnTo>
                    <a:pt x="2698843" y="2613313"/>
                  </a:lnTo>
                  <a:lnTo>
                    <a:pt x="2698937" y="2613313"/>
                  </a:lnTo>
                  <a:lnTo>
                    <a:pt x="2699031" y="2613313"/>
                  </a:lnTo>
                  <a:lnTo>
                    <a:pt x="2699125" y="2613313"/>
                  </a:lnTo>
                  <a:lnTo>
                    <a:pt x="2699219" y="2613313"/>
                  </a:lnTo>
                  <a:lnTo>
                    <a:pt x="2699313" y="2613313"/>
                  </a:lnTo>
                  <a:lnTo>
                    <a:pt x="2699407" y="2613313"/>
                  </a:lnTo>
                  <a:lnTo>
                    <a:pt x="2699501" y="2613313"/>
                  </a:lnTo>
                  <a:lnTo>
                    <a:pt x="2699595" y="2613313"/>
                  </a:lnTo>
                  <a:lnTo>
                    <a:pt x="2699689" y="2613313"/>
                  </a:lnTo>
                  <a:lnTo>
                    <a:pt x="2699783" y="2613313"/>
                  </a:lnTo>
                  <a:lnTo>
                    <a:pt x="2699877" y="2613313"/>
                  </a:lnTo>
                  <a:lnTo>
                    <a:pt x="2699971" y="2613313"/>
                  </a:lnTo>
                  <a:lnTo>
                    <a:pt x="2700065" y="2613313"/>
                  </a:lnTo>
                  <a:lnTo>
                    <a:pt x="2700159" y="2613313"/>
                  </a:lnTo>
                  <a:lnTo>
                    <a:pt x="2700253" y="2613313"/>
                  </a:lnTo>
                  <a:lnTo>
                    <a:pt x="2700347" y="2613313"/>
                  </a:lnTo>
                  <a:lnTo>
                    <a:pt x="2700441" y="2613313"/>
                  </a:lnTo>
                  <a:lnTo>
                    <a:pt x="2700535" y="2613313"/>
                  </a:lnTo>
                  <a:lnTo>
                    <a:pt x="2700535" y="2608034"/>
                  </a:lnTo>
                  <a:lnTo>
                    <a:pt x="2700629" y="2608034"/>
                  </a:lnTo>
                  <a:lnTo>
                    <a:pt x="2700724" y="2608034"/>
                  </a:lnTo>
                  <a:lnTo>
                    <a:pt x="2700818" y="2608034"/>
                  </a:lnTo>
                  <a:lnTo>
                    <a:pt x="2700912" y="2608034"/>
                  </a:lnTo>
                  <a:lnTo>
                    <a:pt x="2701006" y="2608034"/>
                  </a:lnTo>
                  <a:lnTo>
                    <a:pt x="2701100" y="2608034"/>
                  </a:lnTo>
                  <a:lnTo>
                    <a:pt x="2701194" y="2608034"/>
                  </a:lnTo>
                  <a:lnTo>
                    <a:pt x="2701288" y="2608034"/>
                  </a:lnTo>
                  <a:lnTo>
                    <a:pt x="2701382" y="2608034"/>
                  </a:lnTo>
                  <a:lnTo>
                    <a:pt x="2701476" y="2608034"/>
                  </a:lnTo>
                  <a:lnTo>
                    <a:pt x="2701570" y="2608034"/>
                  </a:lnTo>
                  <a:lnTo>
                    <a:pt x="2701664" y="2608034"/>
                  </a:lnTo>
                  <a:lnTo>
                    <a:pt x="2701758" y="2608034"/>
                  </a:lnTo>
                  <a:lnTo>
                    <a:pt x="2701852" y="2608034"/>
                  </a:lnTo>
                  <a:lnTo>
                    <a:pt x="2701946" y="2608034"/>
                  </a:lnTo>
                  <a:lnTo>
                    <a:pt x="2702040" y="2608034"/>
                  </a:lnTo>
                  <a:lnTo>
                    <a:pt x="2702134" y="2608034"/>
                  </a:lnTo>
                  <a:lnTo>
                    <a:pt x="2702228" y="2608034"/>
                  </a:lnTo>
                  <a:lnTo>
                    <a:pt x="2702322" y="2608034"/>
                  </a:lnTo>
                  <a:lnTo>
                    <a:pt x="2702416" y="2608034"/>
                  </a:lnTo>
                  <a:lnTo>
                    <a:pt x="2702510" y="2608034"/>
                  </a:lnTo>
                  <a:lnTo>
                    <a:pt x="2702604" y="2608034"/>
                  </a:lnTo>
                  <a:lnTo>
                    <a:pt x="2702698" y="2608034"/>
                  </a:lnTo>
                  <a:lnTo>
                    <a:pt x="2702792" y="2608034"/>
                  </a:lnTo>
                  <a:lnTo>
                    <a:pt x="2702886" y="2608034"/>
                  </a:lnTo>
                  <a:lnTo>
                    <a:pt x="2702980" y="2608034"/>
                  </a:lnTo>
                  <a:lnTo>
                    <a:pt x="2703074" y="2608034"/>
                  </a:lnTo>
                  <a:lnTo>
                    <a:pt x="2703168" y="2608034"/>
                  </a:lnTo>
                  <a:lnTo>
                    <a:pt x="2703262" y="2608034"/>
                  </a:lnTo>
                  <a:lnTo>
                    <a:pt x="2703356" y="2608034"/>
                  </a:lnTo>
                  <a:lnTo>
                    <a:pt x="2703450" y="2608034"/>
                  </a:lnTo>
                  <a:lnTo>
                    <a:pt x="2703544" y="2608034"/>
                  </a:lnTo>
                  <a:lnTo>
                    <a:pt x="2703638" y="2608034"/>
                  </a:lnTo>
                  <a:lnTo>
                    <a:pt x="2703732" y="2608034"/>
                  </a:lnTo>
                  <a:lnTo>
                    <a:pt x="2703826" y="2608034"/>
                  </a:lnTo>
                  <a:lnTo>
                    <a:pt x="2703920" y="2608034"/>
                  </a:lnTo>
                  <a:lnTo>
                    <a:pt x="2704014" y="2608034"/>
                  </a:lnTo>
                  <a:lnTo>
                    <a:pt x="2704108" y="2608034"/>
                  </a:lnTo>
                  <a:lnTo>
                    <a:pt x="2704203" y="2608034"/>
                  </a:lnTo>
                  <a:lnTo>
                    <a:pt x="2704297" y="2608034"/>
                  </a:lnTo>
                  <a:lnTo>
                    <a:pt x="2704297" y="2602754"/>
                  </a:lnTo>
                  <a:lnTo>
                    <a:pt x="2704391" y="2602754"/>
                  </a:lnTo>
                  <a:lnTo>
                    <a:pt x="2704485" y="2602754"/>
                  </a:lnTo>
                  <a:lnTo>
                    <a:pt x="2704579" y="2602754"/>
                  </a:lnTo>
                  <a:lnTo>
                    <a:pt x="2704673" y="2602754"/>
                  </a:lnTo>
                  <a:lnTo>
                    <a:pt x="2704767" y="2602754"/>
                  </a:lnTo>
                  <a:lnTo>
                    <a:pt x="2704861" y="2602754"/>
                  </a:lnTo>
                  <a:lnTo>
                    <a:pt x="2704955" y="2602754"/>
                  </a:lnTo>
                  <a:lnTo>
                    <a:pt x="2705049" y="2602754"/>
                  </a:lnTo>
                  <a:lnTo>
                    <a:pt x="2705143" y="2602754"/>
                  </a:lnTo>
                  <a:lnTo>
                    <a:pt x="2705237" y="2602754"/>
                  </a:lnTo>
                  <a:lnTo>
                    <a:pt x="2705331" y="2602754"/>
                  </a:lnTo>
                  <a:lnTo>
                    <a:pt x="2705425" y="2602754"/>
                  </a:lnTo>
                  <a:lnTo>
                    <a:pt x="2705519" y="2602754"/>
                  </a:lnTo>
                  <a:lnTo>
                    <a:pt x="2705613" y="2602754"/>
                  </a:lnTo>
                  <a:lnTo>
                    <a:pt x="2705613" y="2597475"/>
                  </a:lnTo>
                  <a:lnTo>
                    <a:pt x="2705707" y="2597475"/>
                  </a:lnTo>
                  <a:lnTo>
                    <a:pt x="2705801" y="2597475"/>
                  </a:lnTo>
                  <a:lnTo>
                    <a:pt x="2705895" y="2597475"/>
                  </a:lnTo>
                  <a:lnTo>
                    <a:pt x="2705989" y="2597475"/>
                  </a:lnTo>
                  <a:lnTo>
                    <a:pt x="2706083" y="2597475"/>
                  </a:lnTo>
                  <a:lnTo>
                    <a:pt x="2706177" y="2597475"/>
                  </a:lnTo>
                  <a:lnTo>
                    <a:pt x="2706271" y="2597475"/>
                  </a:lnTo>
                  <a:lnTo>
                    <a:pt x="2706365" y="2597475"/>
                  </a:lnTo>
                  <a:lnTo>
                    <a:pt x="2706459" y="2597475"/>
                  </a:lnTo>
                  <a:lnTo>
                    <a:pt x="2706553" y="2597475"/>
                  </a:lnTo>
                  <a:lnTo>
                    <a:pt x="2706647" y="2597475"/>
                  </a:lnTo>
                  <a:lnTo>
                    <a:pt x="2706741" y="2597475"/>
                  </a:lnTo>
                  <a:lnTo>
                    <a:pt x="2706835" y="2597475"/>
                  </a:lnTo>
                  <a:lnTo>
                    <a:pt x="2706929" y="2597475"/>
                  </a:lnTo>
                  <a:lnTo>
                    <a:pt x="2707023" y="2597475"/>
                  </a:lnTo>
                  <a:lnTo>
                    <a:pt x="2707117" y="2597475"/>
                  </a:lnTo>
                  <a:lnTo>
                    <a:pt x="2707211" y="2597475"/>
                  </a:lnTo>
                  <a:lnTo>
                    <a:pt x="2707305" y="2597475"/>
                  </a:lnTo>
                  <a:lnTo>
                    <a:pt x="2707399" y="2597475"/>
                  </a:lnTo>
                  <a:lnTo>
                    <a:pt x="2707493" y="2597475"/>
                  </a:lnTo>
                  <a:lnTo>
                    <a:pt x="2707587" y="2597475"/>
                  </a:lnTo>
                  <a:lnTo>
                    <a:pt x="2707681" y="2597475"/>
                  </a:lnTo>
                  <a:lnTo>
                    <a:pt x="2707776" y="2597475"/>
                  </a:lnTo>
                  <a:lnTo>
                    <a:pt x="2707870" y="2597475"/>
                  </a:lnTo>
                  <a:lnTo>
                    <a:pt x="2707964" y="2597475"/>
                  </a:lnTo>
                  <a:lnTo>
                    <a:pt x="2708058" y="2597475"/>
                  </a:lnTo>
                  <a:lnTo>
                    <a:pt x="2708152" y="2597475"/>
                  </a:lnTo>
                  <a:lnTo>
                    <a:pt x="2708246" y="2597475"/>
                  </a:lnTo>
                  <a:lnTo>
                    <a:pt x="2708340" y="2597475"/>
                  </a:lnTo>
                  <a:lnTo>
                    <a:pt x="2708434" y="2597475"/>
                  </a:lnTo>
                  <a:lnTo>
                    <a:pt x="2708434" y="2592195"/>
                  </a:lnTo>
                  <a:lnTo>
                    <a:pt x="2708528" y="2592195"/>
                  </a:lnTo>
                  <a:lnTo>
                    <a:pt x="2708622" y="2592195"/>
                  </a:lnTo>
                  <a:lnTo>
                    <a:pt x="2708716" y="2592195"/>
                  </a:lnTo>
                  <a:lnTo>
                    <a:pt x="2708810" y="2592195"/>
                  </a:lnTo>
                  <a:lnTo>
                    <a:pt x="2708810" y="2586916"/>
                  </a:lnTo>
                  <a:lnTo>
                    <a:pt x="2708904" y="2586916"/>
                  </a:lnTo>
                  <a:lnTo>
                    <a:pt x="2708998" y="2586916"/>
                  </a:lnTo>
                  <a:lnTo>
                    <a:pt x="2709092" y="2586916"/>
                  </a:lnTo>
                  <a:lnTo>
                    <a:pt x="2709186" y="2586916"/>
                  </a:lnTo>
                  <a:lnTo>
                    <a:pt x="2709280" y="2586916"/>
                  </a:lnTo>
                  <a:lnTo>
                    <a:pt x="2709374" y="2586916"/>
                  </a:lnTo>
                  <a:lnTo>
                    <a:pt x="2709468" y="2586916"/>
                  </a:lnTo>
                  <a:lnTo>
                    <a:pt x="2709562" y="2586916"/>
                  </a:lnTo>
                  <a:lnTo>
                    <a:pt x="2709656" y="2586916"/>
                  </a:lnTo>
                  <a:lnTo>
                    <a:pt x="2709750" y="2586916"/>
                  </a:lnTo>
                  <a:lnTo>
                    <a:pt x="2709844" y="2586916"/>
                  </a:lnTo>
                  <a:lnTo>
                    <a:pt x="2709938" y="2586916"/>
                  </a:lnTo>
                  <a:lnTo>
                    <a:pt x="2710032" y="2586916"/>
                  </a:lnTo>
                  <a:lnTo>
                    <a:pt x="2710126" y="2586916"/>
                  </a:lnTo>
                  <a:lnTo>
                    <a:pt x="2710220" y="2586916"/>
                  </a:lnTo>
                  <a:lnTo>
                    <a:pt x="2710314" y="2586916"/>
                  </a:lnTo>
                  <a:lnTo>
                    <a:pt x="2710408" y="2586916"/>
                  </a:lnTo>
                  <a:lnTo>
                    <a:pt x="2710502" y="2586916"/>
                  </a:lnTo>
                  <a:lnTo>
                    <a:pt x="2710596" y="2586916"/>
                  </a:lnTo>
                  <a:lnTo>
                    <a:pt x="2710690" y="2586916"/>
                  </a:lnTo>
                  <a:lnTo>
                    <a:pt x="2710784" y="2586916"/>
                  </a:lnTo>
                  <a:lnTo>
                    <a:pt x="2710878" y="2586916"/>
                  </a:lnTo>
                  <a:lnTo>
                    <a:pt x="2710972" y="2586916"/>
                  </a:lnTo>
                  <a:lnTo>
                    <a:pt x="2711066" y="2586916"/>
                  </a:lnTo>
                  <a:lnTo>
                    <a:pt x="2711160" y="2586916"/>
                  </a:lnTo>
                  <a:lnTo>
                    <a:pt x="2711254" y="2586916"/>
                  </a:lnTo>
                  <a:lnTo>
                    <a:pt x="2711349" y="2586916"/>
                  </a:lnTo>
                  <a:lnTo>
                    <a:pt x="2711443" y="2586916"/>
                  </a:lnTo>
                  <a:lnTo>
                    <a:pt x="2711537" y="2586916"/>
                  </a:lnTo>
                  <a:lnTo>
                    <a:pt x="2711631" y="2586916"/>
                  </a:lnTo>
                  <a:lnTo>
                    <a:pt x="2711725" y="2586916"/>
                  </a:lnTo>
                  <a:lnTo>
                    <a:pt x="2711819" y="2586916"/>
                  </a:lnTo>
                  <a:lnTo>
                    <a:pt x="2711913" y="2586916"/>
                  </a:lnTo>
                  <a:lnTo>
                    <a:pt x="2712007" y="2586916"/>
                  </a:lnTo>
                  <a:lnTo>
                    <a:pt x="2712101" y="2586916"/>
                  </a:lnTo>
                  <a:lnTo>
                    <a:pt x="2712195" y="2586916"/>
                  </a:lnTo>
                  <a:lnTo>
                    <a:pt x="2712289" y="2586916"/>
                  </a:lnTo>
                  <a:lnTo>
                    <a:pt x="2712383" y="2586916"/>
                  </a:lnTo>
                  <a:lnTo>
                    <a:pt x="2712477" y="2586916"/>
                  </a:lnTo>
                  <a:lnTo>
                    <a:pt x="2712571" y="2586916"/>
                  </a:lnTo>
                  <a:lnTo>
                    <a:pt x="2712665" y="2586916"/>
                  </a:lnTo>
                  <a:lnTo>
                    <a:pt x="2712759" y="2586916"/>
                  </a:lnTo>
                  <a:lnTo>
                    <a:pt x="2712853" y="2586916"/>
                  </a:lnTo>
                  <a:lnTo>
                    <a:pt x="2712947" y="2586916"/>
                  </a:lnTo>
                  <a:lnTo>
                    <a:pt x="2713041" y="2586916"/>
                  </a:lnTo>
                  <a:lnTo>
                    <a:pt x="2713135" y="2586916"/>
                  </a:lnTo>
                  <a:lnTo>
                    <a:pt x="2713229" y="2586916"/>
                  </a:lnTo>
                  <a:lnTo>
                    <a:pt x="2713323" y="2586916"/>
                  </a:lnTo>
                  <a:lnTo>
                    <a:pt x="2713417" y="2586916"/>
                  </a:lnTo>
                  <a:lnTo>
                    <a:pt x="2713511" y="2586916"/>
                  </a:lnTo>
                  <a:lnTo>
                    <a:pt x="2713605" y="2586916"/>
                  </a:lnTo>
                  <a:lnTo>
                    <a:pt x="2713699" y="2586916"/>
                  </a:lnTo>
                  <a:lnTo>
                    <a:pt x="2713793" y="2586916"/>
                  </a:lnTo>
                  <a:lnTo>
                    <a:pt x="2713887" y="2586916"/>
                  </a:lnTo>
                  <a:lnTo>
                    <a:pt x="2713981" y="2586916"/>
                  </a:lnTo>
                  <a:lnTo>
                    <a:pt x="2714075" y="2586916"/>
                  </a:lnTo>
                  <a:lnTo>
                    <a:pt x="2714169" y="2586916"/>
                  </a:lnTo>
                  <a:lnTo>
                    <a:pt x="2714263" y="2586916"/>
                  </a:lnTo>
                  <a:lnTo>
                    <a:pt x="2714357" y="2586916"/>
                  </a:lnTo>
                  <a:lnTo>
                    <a:pt x="2714451" y="2586916"/>
                  </a:lnTo>
                  <a:lnTo>
                    <a:pt x="2714545" y="2586916"/>
                  </a:lnTo>
                  <a:lnTo>
                    <a:pt x="2714639" y="2586916"/>
                  </a:lnTo>
                  <a:lnTo>
                    <a:pt x="2714733" y="2586916"/>
                  </a:lnTo>
                  <a:lnTo>
                    <a:pt x="2714827" y="2586916"/>
                  </a:lnTo>
                  <a:lnTo>
                    <a:pt x="2714922" y="2586916"/>
                  </a:lnTo>
                  <a:lnTo>
                    <a:pt x="2715016" y="2586916"/>
                  </a:lnTo>
                  <a:lnTo>
                    <a:pt x="2715110" y="2586916"/>
                  </a:lnTo>
                  <a:lnTo>
                    <a:pt x="2715204" y="2586916"/>
                  </a:lnTo>
                  <a:lnTo>
                    <a:pt x="2715298" y="2586916"/>
                  </a:lnTo>
                  <a:lnTo>
                    <a:pt x="2715392" y="2586916"/>
                  </a:lnTo>
                  <a:lnTo>
                    <a:pt x="2715486" y="2586916"/>
                  </a:lnTo>
                  <a:lnTo>
                    <a:pt x="2715580" y="2586916"/>
                  </a:lnTo>
                  <a:lnTo>
                    <a:pt x="2715674" y="2586916"/>
                  </a:lnTo>
                  <a:lnTo>
                    <a:pt x="2715768" y="2586916"/>
                  </a:lnTo>
                  <a:lnTo>
                    <a:pt x="2715862" y="2586916"/>
                  </a:lnTo>
                  <a:lnTo>
                    <a:pt x="2715956" y="2586916"/>
                  </a:lnTo>
                  <a:lnTo>
                    <a:pt x="2716050" y="2586916"/>
                  </a:lnTo>
                  <a:lnTo>
                    <a:pt x="2716144" y="2586916"/>
                  </a:lnTo>
                  <a:lnTo>
                    <a:pt x="2716238" y="2586916"/>
                  </a:lnTo>
                  <a:lnTo>
                    <a:pt x="2716332" y="2586916"/>
                  </a:lnTo>
                  <a:lnTo>
                    <a:pt x="2716426" y="2586916"/>
                  </a:lnTo>
                  <a:lnTo>
                    <a:pt x="2716520" y="2586916"/>
                  </a:lnTo>
                  <a:lnTo>
                    <a:pt x="2716614" y="2586916"/>
                  </a:lnTo>
                  <a:lnTo>
                    <a:pt x="2716708" y="2586916"/>
                  </a:lnTo>
                  <a:lnTo>
                    <a:pt x="2716802" y="2586916"/>
                  </a:lnTo>
                  <a:lnTo>
                    <a:pt x="2716896" y="2586916"/>
                  </a:lnTo>
                  <a:lnTo>
                    <a:pt x="2716990" y="2586916"/>
                  </a:lnTo>
                  <a:lnTo>
                    <a:pt x="2717084" y="2586916"/>
                  </a:lnTo>
                  <a:lnTo>
                    <a:pt x="2717178" y="2586916"/>
                  </a:lnTo>
                  <a:lnTo>
                    <a:pt x="2717272" y="2586916"/>
                  </a:lnTo>
                  <a:lnTo>
                    <a:pt x="2717366" y="2586916"/>
                  </a:lnTo>
                  <a:lnTo>
                    <a:pt x="2717460" y="2586916"/>
                  </a:lnTo>
                  <a:lnTo>
                    <a:pt x="2717554" y="2586916"/>
                  </a:lnTo>
                  <a:lnTo>
                    <a:pt x="2717648" y="2586916"/>
                  </a:lnTo>
                  <a:lnTo>
                    <a:pt x="2717742" y="2586916"/>
                  </a:lnTo>
                  <a:lnTo>
                    <a:pt x="2717836" y="2586916"/>
                  </a:lnTo>
                  <a:lnTo>
                    <a:pt x="2717930" y="2586916"/>
                  </a:lnTo>
                  <a:lnTo>
                    <a:pt x="2718024" y="2586916"/>
                  </a:lnTo>
                  <a:lnTo>
                    <a:pt x="2718118" y="2586916"/>
                  </a:lnTo>
                  <a:lnTo>
                    <a:pt x="2718212" y="2586916"/>
                  </a:lnTo>
                  <a:lnTo>
                    <a:pt x="2718306" y="2586916"/>
                  </a:lnTo>
                  <a:lnTo>
                    <a:pt x="2718401" y="2586916"/>
                  </a:lnTo>
                  <a:lnTo>
                    <a:pt x="2718495" y="2586916"/>
                  </a:lnTo>
                  <a:lnTo>
                    <a:pt x="2718589" y="2586916"/>
                  </a:lnTo>
                  <a:lnTo>
                    <a:pt x="2718683" y="2586916"/>
                  </a:lnTo>
                  <a:lnTo>
                    <a:pt x="2718777" y="2586916"/>
                  </a:lnTo>
                  <a:lnTo>
                    <a:pt x="2718871" y="2586916"/>
                  </a:lnTo>
                  <a:lnTo>
                    <a:pt x="2718965" y="2586916"/>
                  </a:lnTo>
                  <a:lnTo>
                    <a:pt x="2719059" y="2586916"/>
                  </a:lnTo>
                  <a:lnTo>
                    <a:pt x="2719153" y="2586916"/>
                  </a:lnTo>
                  <a:lnTo>
                    <a:pt x="2719247" y="2586916"/>
                  </a:lnTo>
                  <a:lnTo>
                    <a:pt x="2719341" y="2586916"/>
                  </a:lnTo>
                  <a:lnTo>
                    <a:pt x="2719435" y="2586916"/>
                  </a:lnTo>
                  <a:lnTo>
                    <a:pt x="2719529" y="2586916"/>
                  </a:lnTo>
                  <a:lnTo>
                    <a:pt x="2719623" y="2586916"/>
                  </a:lnTo>
                  <a:lnTo>
                    <a:pt x="2719717" y="2586916"/>
                  </a:lnTo>
                  <a:lnTo>
                    <a:pt x="2719811" y="2586916"/>
                  </a:lnTo>
                  <a:lnTo>
                    <a:pt x="2719905" y="2586916"/>
                  </a:lnTo>
                  <a:lnTo>
                    <a:pt x="2719999" y="2586916"/>
                  </a:lnTo>
                  <a:lnTo>
                    <a:pt x="2720093" y="2586916"/>
                  </a:lnTo>
                  <a:lnTo>
                    <a:pt x="2720187" y="2586916"/>
                  </a:lnTo>
                  <a:lnTo>
                    <a:pt x="2720281" y="2586916"/>
                  </a:lnTo>
                  <a:lnTo>
                    <a:pt x="2720375" y="2586916"/>
                  </a:lnTo>
                  <a:lnTo>
                    <a:pt x="2720469" y="2586916"/>
                  </a:lnTo>
                  <a:lnTo>
                    <a:pt x="2720563" y="2586916"/>
                  </a:lnTo>
                  <a:lnTo>
                    <a:pt x="2720657" y="2586916"/>
                  </a:lnTo>
                  <a:lnTo>
                    <a:pt x="2720751" y="2586916"/>
                  </a:lnTo>
                  <a:lnTo>
                    <a:pt x="2720845" y="2586916"/>
                  </a:lnTo>
                  <a:lnTo>
                    <a:pt x="2720939" y="2586916"/>
                  </a:lnTo>
                  <a:lnTo>
                    <a:pt x="2721033" y="2586916"/>
                  </a:lnTo>
                  <a:lnTo>
                    <a:pt x="2721127" y="2586916"/>
                  </a:lnTo>
                  <a:lnTo>
                    <a:pt x="2721221" y="2586916"/>
                  </a:lnTo>
                  <a:lnTo>
                    <a:pt x="2721315" y="2586916"/>
                  </a:lnTo>
                  <a:lnTo>
                    <a:pt x="2721409" y="2586916"/>
                  </a:lnTo>
                  <a:lnTo>
                    <a:pt x="2721503" y="2586916"/>
                  </a:lnTo>
                  <a:lnTo>
                    <a:pt x="2721597" y="2586916"/>
                  </a:lnTo>
                  <a:lnTo>
                    <a:pt x="2721691" y="2586916"/>
                  </a:lnTo>
                  <a:lnTo>
                    <a:pt x="2721785" y="2586916"/>
                  </a:lnTo>
                  <a:lnTo>
                    <a:pt x="2721879" y="2586916"/>
                  </a:lnTo>
                  <a:lnTo>
                    <a:pt x="2721974" y="2586916"/>
                  </a:lnTo>
                  <a:lnTo>
                    <a:pt x="2722068" y="2586916"/>
                  </a:lnTo>
                  <a:lnTo>
                    <a:pt x="2722162" y="2586916"/>
                  </a:lnTo>
                  <a:lnTo>
                    <a:pt x="2722256" y="2586916"/>
                  </a:lnTo>
                  <a:lnTo>
                    <a:pt x="2722350" y="2586916"/>
                  </a:lnTo>
                  <a:lnTo>
                    <a:pt x="2722444" y="2586916"/>
                  </a:lnTo>
                  <a:lnTo>
                    <a:pt x="2722538" y="2586916"/>
                  </a:lnTo>
                  <a:lnTo>
                    <a:pt x="2722632" y="2586916"/>
                  </a:lnTo>
                  <a:lnTo>
                    <a:pt x="2722726" y="2586916"/>
                  </a:lnTo>
                  <a:lnTo>
                    <a:pt x="2722820" y="2586916"/>
                  </a:lnTo>
                  <a:lnTo>
                    <a:pt x="2722914" y="2586916"/>
                  </a:lnTo>
                  <a:lnTo>
                    <a:pt x="2723008" y="2586916"/>
                  </a:lnTo>
                  <a:lnTo>
                    <a:pt x="2723102" y="2586916"/>
                  </a:lnTo>
                  <a:lnTo>
                    <a:pt x="2723196" y="2586916"/>
                  </a:lnTo>
                  <a:lnTo>
                    <a:pt x="2723290" y="2586916"/>
                  </a:lnTo>
                  <a:lnTo>
                    <a:pt x="2723384" y="2586916"/>
                  </a:lnTo>
                  <a:lnTo>
                    <a:pt x="2723478" y="2586916"/>
                  </a:lnTo>
                  <a:lnTo>
                    <a:pt x="2723572" y="2586916"/>
                  </a:lnTo>
                  <a:lnTo>
                    <a:pt x="2723666" y="2586916"/>
                  </a:lnTo>
                  <a:lnTo>
                    <a:pt x="2723760" y="2586916"/>
                  </a:lnTo>
                  <a:lnTo>
                    <a:pt x="2723854" y="2586916"/>
                  </a:lnTo>
                  <a:lnTo>
                    <a:pt x="2723948" y="2586916"/>
                  </a:lnTo>
                  <a:lnTo>
                    <a:pt x="2724042" y="2586916"/>
                  </a:lnTo>
                  <a:lnTo>
                    <a:pt x="2724136" y="2586916"/>
                  </a:lnTo>
                  <a:lnTo>
                    <a:pt x="2724230" y="2586916"/>
                  </a:lnTo>
                  <a:lnTo>
                    <a:pt x="2724324" y="2586916"/>
                  </a:lnTo>
                  <a:lnTo>
                    <a:pt x="2724418" y="2586916"/>
                  </a:lnTo>
                  <a:lnTo>
                    <a:pt x="2724512" y="2586916"/>
                  </a:lnTo>
                  <a:lnTo>
                    <a:pt x="2724606" y="2586916"/>
                  </a:lnTo>
                  <a:lnTo>
                    <a:pt x="2724700" y="2586916"/>
                  </a:lnTo>
                  <a:lnTo>
                    <a:pt x="2724794" y="2586916"/>
                  </a:lnTo>
                  <a:lnTo>
                    <a:pt x="2724888" y="2586916"/>
                  </a:lnTo>
                  <a:lnTo>
                    <a:pt x="2724982" y="2586916"/>
                  </a:lnTo>
                  <a:lnTo>
                    <a:pt x="2725076" y="2586916"/>
                  </a:lnTo>
                  <a:lnTo>
                    <a:pt x="2725076" y="2581637"/>
                  </a:lnTo>
                  <a:lnTo>
                    <a:pt x="2725170" y="2581637"/>
                  </a:lnTo>
                  <a:lnTo>
                    <a:pt x="2725264" y="2581637"/>
                  </a:lnTo>
                  <a:lnTo>
                    <a:pt x="2725358" y="2581637"/>
                  </a:lnTo>
                  <a:lnTo>
                    <a:pt x="2725452" y="2581637"/>
                  </a:lnTo>
                  <a:lnTo>
                    <a:pt x="2725547" y="2581637"/>
                  </a:lnTo>
                  <a:lnTo>
                    <a:pt x="2725641" y="2581637"/>
                  </a:lnTo>
                  <a:lnTo>
                    <a:pt x="2725735" y="2581637"/>
                  </a:lnTo>
                  <a:lnTo>
                    <a:pt x="2725829" y="2581637"/>
                  </a:lnTo>
                  <a:lnTo>
                    <a:pt x="2725923" y="2581637"/>
                  </a:lnTo>
                  <a:lnTo>
                    <a:pt x="2726017" y="2581637"/>
                  </a:lnTo>
                  <a:lnTo>
                    <a:pt x="2726111" y="2581637"/>
                  </a:lnTo>
                  <a:lnTo>
                    <a:pt x="2726205" y="2581637"/>
                  </a:lnTo>
                  <a:lnTo>
                    <a:pt x="2726299" y="2581637"/>
                  </a:lnTo>
                  <a:lnTo>
                    <a:pt x="2726393" y="2581637"/>
                  </a:lnTo>
                  <a:lnTo>
                    <a:pt x="2726487" y="2581637"/>
                  </a:lnTo>
                  <a:lnTo>
                    <a:pt x="2726581" y="2581637"/>
                  </a:lnTo>
                  <a:lnTo>
                    <a:pt x="2726675" y="2581637"/>
                  </a:lnTo>
                  <a:lnTo>
                    <a:pt x="2726769" y="2581637"/>
                  </a:lnTo>
                  <a:lnTo>
                    <a:pt x="2726863" y="2581637"/>
                  </a:lnTo>
                  <a:lnTo>
                    <a:pt x="2726957" y="2581637"/>
                  </a:lnTo>
                  <a:lnTo>
                    <a:pt x="2727051" y="2581637"/>
                  </a:lnTo>
                  <a:lnTo>
                    <a:pt x="2727145" y="2581637"/>
                  </a:lnTo>
                  <a:lnTo>
                    <a:pt x="2727239" y="2581637"/>
                  </a:lnTo>
                  <a:lnTo>
                    <a:pt x="2727333" y="2581637"/>
                  </a:lnTo>
                  <a:lnTo>
                    <a:pt x="2727427" y="2581637"/>
                  </a:lnTo>
                  <a:lnTo>
                    <a:pt x="2727521" y="2581637"/>
                  </a:lnTo>
                  <a:lnTo>
                    <a:pt x="2727615" y="2581637"/>
                  </a:lnTo>
                  <a:lnTo>
                    <a:pt x="2727709" y="2581637"/>
                  </a:lnTo>
                  <a:lnTo>
                    <a:pt x="2727803" y="2581637"/>
                  </a:lnTo>
                  <a:lnTo>
                    <a:pt x="2727803" y="2576357"/>
                  </a:lnTo>
                  <a:lnTo>
                    <a:pt x="2727897" y="2576357"/>
                  </a:lnTo>
                  <a:lnTo>
                    <a:pt x="2727991" y="2576357"/>
                  </a:lnTo>
                  <a:lnTo>
                    <a:pt x="2728085" y="2576357"/>
                  </a:lnTo>
                  <a:lnTo>
                    <a:pt x="2728179" y="2576357"/>
                  </a:lnTo>
                  <a:lnTo>
                    <a:pt x="2728273" y="2576357"/>
                  </a:lnTo>
                  <a:lnTo>
                    <a:pt x="2728367" y="2576357"/>
                  </a:lnTo>
                  <a:lnTo>
                    <a:pt x="2728461" y="2576357"/>
                  </a:lnTo>
                  <a:lnTo>
                    <a:pt x="2728555" y="2576357"/>
                  </a:lnTo>
                  <a:lnTo>
                    <a:pt x="2728649" y="2576357"/>
                  </a:lnTo>
                  <a:lnTo>
                    <a:pt x="2728743" y="2576357"/>
                  </a:lnTo>
                  <a:lnTo>
                    <a:pt x="2728837" y="2576357"/>
                  </a:lnTo>
                  <a:lnTo>
                    <a:pt x="2728931" y="2576357"/>
                  </a:lnTo>
                  <a:lnTo>
                    <a:pt x="2729026" y="2576357"/>
                  </a:lnTo>
                  <a:lnTo>
                    <a:pt x="2729120" y="2576357"/>
                  </a:lnTo>
                  <a:lnTo>
                    <a:pt x="2729214" y="2576357"/>
                  </a:lnTo>
                  <a:lnTo>
                    <a:pt x="2729308" y="2576357"/>
                  </a:lnTo>
                  <a:lnTo>
                    <a:pt x="2729402" y="2576357"/>
                  </a:lnTo>
                  <a:lnTo>
                    <a:pt x="2729496" y="2576357"/>
                  </a:lnTo>
                  <a:lnTo>
                    <a:pt x="2729590" y="2576357"/>
                  </a:lnTo>
                  <a:lnTo>
                    <a:pt x="2729684" y="2576357"/>
                  </a:lnTo>
                  <a:lnTo>
                    <a:pt x="2729684" y="2571078"/>
                  </a:lnTo>
                  <a:lnTo>
                    <a:pt x="2729778" y="2571078"/>
                  </a:lnTo>
                  <a:lnTo>
                    <a:pt x="2729872" y="2571078"/>
                  </a:lnTo>
                  <a:lnTo>
                    <a:pt x="2729966" y="2571078"/>
                  </a:lnTo>
                  <a:lnTo>
                    <a:pt x="2730060" y="2571078"/>
                  </a:lnTo>
                  <a:lnTo>
                    <a:pt x="2730154" y="2571078"/>
                  </a:lnTo>
                  <a:lnTo>
                    <a:pt x="2730248" y="2571078"/>
                  </a:lnTo>
                  <a:lnTo>
                    <a:pt x="2730342" y="2571078"/>
                  </a:lnTo>
                  <a:lnTo>
                    <a:pt x="2730436" y="2571078"/>
                  </a:lnTo>
                  <a:lnTo>
                    <a:pt x="2730530" y="2571078"/>
                  </a:lnTo>
                  <a:lnTo>
                    <a:pt x="2730624" y="2571078"/>
                  </a:lnTo>
                  <a:lnTo>
                    <a:pt x="2730718" y="2571078"/>
                  </a:lnTo>
                  <a:lnTo>
                    <a:pt x="2730812" y="2571078"/>
                  </a:lnTo>
                  <a:lnTo>
                    <a:pt x="2730906" y="2571078"/>
                  </a:lnTo>
                  <a:lnTo>
                    <a:pt x="2731000" y="2571078"/>
                  </a:lnTo>
                  <a:lnTo>
                    <a:pt x="2731094" y="2571078"/>
                  </a:lnTo>
                  <a:lnTo>
                    <a:pt x="2731188" y="2571078"/>
                  </a:lnTo>
                  <a:lnTo>
                    <a:pt x="2731282" y="2571078"/>
                  </a:lnTo>
                  <a:lnTo>
                    <a:pt x="2731376" y="2571078"/>
                  </a:lnTo>
                  <a:lnTo>
                    <a:pt x="2731470" y="2571078"/>
                  </a:lnTo>
                  <a:lnTo>
                    <a:pt x="2731564" y="2571078"/>
                  </a:lnTo>
                  <a:lnTo>
                    <a:pt x="2731658" y="2571078"/>
                  </a:lnTo>
                  <a:lnTo>
                    <a:pt x="2731752" y="2571078"/>
                  </a:lnTo>
                  <a:lnTo>
                    <a:pt x="2731846" y="2571078"/>
                  </a:lnTo>
                  <a:lnTo>
                    <a:pt x="2731940" y="2571078"/>
                  </a:lnTo>
                  <a:lnTo>
                    <a:pt x="2732034" y="2571078"/>
                  </a:lnTo>
                  <a:lnTo>
                    <a:pt x="2732128" y="2571078"/>
                  </a:lnTo>
                  <a:lnTo>
                    <a:pt x="2732222" y="2571078"/>
                  </a:lnTo>
                  <a:lnTo>
                    <a:pt x="2732316" y="2571078"/>
                  </a:lnTo>
                  <a:lnTo>
                    <a:pt x="2732410" y="2571078"/>
                  </a:lnTo>
                  <a:lnTo>
                    <a:pt x="2732504" y="2571078"/>
                  </a:lnTo>
                  <a:lnTo>
                    <a:pt x="2732599" y="2571078"/>
                  </a:lnTo>
                  <a:lnTo>
                    <a:pt x="2732693" y="2571078"/>
                  </a:lnTo>
                  <a:lnTo>
                    <a:pt x="2732787" y="2571078"/>
                  </a:lnTo>
                  <a:lnTo>
                    <a:pt x="2732881" y="2571078"/>
                  </a:lnTo>
                  <a:lnTo>
                    <a:pt x="2732975" y="2571078"/>
                  </a:lnTo>
                  <a:lnTo>
                    <a:pt x="2733069" y="2571078"/>
                  </a:lnTo>
                  <a:lnTo>
                    <a:pt x="2733163" y="2571078"/>
                  </a:lnTo>
                  <a:lnTo>
                    <a:pt x="2733257" y="2571078"/>
                  </a:lnTo>
                  <a:lnTo>
                    <a:pt x="2733351" y="2571078"/>
                  </a:lnTo>
                  <a:lnTo>
                    <a:pt x="2733445" y="2571078"/>
                  </a:lnTo>
                  <a:lnTo>
                    <a:pt x="2733539" y="2571078"/>
                  </a:lnTo>
                  <a:lnTo>
                    <a:pt x="2733633" y="2571078"/>
                  </a:lnTo>
                  <a:lnTo>
                    <a:pt x="2733727" y="2571078"/>
                  </a:lnTo>
                  <a:lnTo>
                    <a:pt x="2733821" y="2571078"/>
                  </a:lnTo>
                  <a:lnTo>
                    <a:pt x="2733915" y="2571078"/>
                  </a:lnTo>
                  <a:lnTo>
                    <a:pt x="2734009" y="2571078"/>
                  </a:lnTo>
                  <a:lnTo>
                    <a:pt x="2734103" y="2571078"/>
                  </a:lnTo>
                  <a:lnTo>
                    <a:pt x="2734197" y="2571078"/>
                  </a:lnTo>
                  <a:lnTo>
                    <a:pt x="2734291" y="2571078"/>
                  </a:lnTo>
                  <a:lnTo>
                    <a:pt x="2734385" y="2571078"/>
                  </a:lnTo>
                  <a:lnTo>
                    <a:pt x="2734479" y="2571078"/>
                  </a:lnTo>
                  <a:lnTo>
                    <a:pt x="2734573" y="2571078"/>
                  </a:lnTo>
                  <a:lnTo>
                    <a:pt x="2734667" y="2571078"/>
                  </a:lnTo>
                  <a:lnTo>
                    <a:pt x="2734761" y="2571078"/>
                  </a:lnTo>
                  <a:lnTo>
                    <a:pt x="2734855" y="2571078"/>
                  </a:lnTo>
                  <a:lnTo>
                    <a:pt x="2734949" y="2571078"/>
                  </a:lnTo>
                  <a:lnTo>
                    <a:pt x="2735043" y="2571078"/>
                  </a:lnTo>
                  <a:lnTo>
                    <a:pt x="2735137" y="2571078"/>
                  </a:lnTo>
                  <a:lnTo>
                    <a:pt x="2735231" y="2571078"/>
                  </a:lnTo>
                  <a:lnTo>
                    <a:pt x="2735325" y="2571078"/>
                  </a:lnTo>
                  <a:lnTo>
                    <a:pt x="2735419" y="2571078"/>
                  </a:lnTo>
                  <a:lnTo>
                    <a:pt x="2735513" y="2571078"/>
                  </a:lnTo>
                  <a:lnTo>
                    <a:pt x="2735607" y="2571078"/>
                  </a:lnTo>
                  <a:lnTo>
                    <a:pt x="2735701" y="2571078"/>
                  </a:lnTo>
                  <a:lnTo>
                    <a:pt x="2735795" y="2571078"/>
                  </a:lnTo>
                  <a:lnTo>
                    <a:pt x="2735889" y="2571078"/>
                  </a:lnTo>
                  <a:lnTo>
                    <a:pt x="2735983" y="2571078"/>
                  </a:lnTo>
                  <a:lnTo>
                    <a:pt x="2736077" y="2571078"/>
                  </a:lnTo>
                  <a:lnTo>
                    <a:pt x="2736172" y="2571078"/>
                  </a:lnTo>
                  <a:lnTo>
                    <a:pt x="2736266" y="2571078"/>
                  </a:lnTo>
                  <a:lnTo>
                    <a:pt x="2736360" y="2571078"/>
                  </a:lnTo>
                  <a:lnTo>
                    <a:pt x="2736454" y="2571078"/>
                  </a:lnTo>
                  <a:lnTo>
                    <a:pt x="2736548" y="2571078"/>
                  </a:lnTo>
                  <a:lnTo>
                    <a:pt x="2736642" y="2571078"/>
                  </a:lnTo>
                  <a:lnTo>
                    <a:pt x="2736736" y="2571078"/>
                  </a:lnTo>
                  <a:lnTo>
                    <a:pt x="2736830" y="2571078"/>
                  </a:lnTo>
                  <a:lnTo>
                    <a:pt x="2736924" y="2571078"/>
                  </a:lnTo>
                  <a:lnTo>
                    <a:pt x="2737018" y="2571078"/>
                  </a:lnTo>
                  <a:lnTo>
                    <a:pt x="2737112" y="2571078"/>
                  </a:lnTo>
                  <a:lnTo>
                    <a:pt x="2737206" y="2571078"/>
                  </a:lnTo>
                  <a:lnTo>
                    <a:pt x="2737300" y="2571078"/>
                  </a:lnTo>
                  <a:lnTo>
                    <a:pt x="2737394" y="2571078"/>
                  </a:lnTo>
                  <a:lnTo>
                    <a:pt x="2737488" y="2571078"/>
                  </a:lnTo>
                  <a:lnTo>
                    <a:pt x="2737582" y="2571078"/>
                  </a:lnTo>
                  <a:lnTo>
                    <a:pt x="2737676" y="2571078"/>
                  </a:lnTo>
                  <a:lnTo>
                    <a:pt x="2737770" y="2571078"/>
                  </a:lnTo>
                  <a:lnTo>
                    <a:pt x="2737864" y="2571078"/>
                  </a:lnTo>
                  <a:lnTo>
                    <a:pt x="2737958" y="2571078"/>
                  </a:lnTo>
                  <a:lnTo>
                    <a:pt x="2738052" y="2571078"/>
                  </a:lnTo>
                  <a:lnTo>
                    <a:pt x="2738146" y="2571078"/>
                  </a:lnTo>
                  <a:lnTo>
                    <a:pt x="2738240" y="2571078"/>
                  </a:lnTo>
                  <a:lnTo>
                    <a:pt x="2738334" y="2571078"/>
                  </a:lnTo>
                  <a:lnTo>
                    <a:pt x="2738428" y="2571078"/>
                  </a:lnTo>
                  <a:lnTo>
                    <a:pt x="2738522" y="2571078"/>
                  </a:lnTo>
                  <a:lnTo>
                    <a:pt x="2738616" y="2571078"/>
                  </a:lnTo>
                  <a:lnTo>
                    <a:pt x="2738710" y="2571078"/>
                  </a:lnTo>
                  <a:lnTo>
                    <a:pt x="2738804" y="2571078"/>
                  </a:lnTo>
                  <a:lnTo>
                    <a:pt x="2738898" y="2571078"/>
                  </a:lnTo>
                  <a:lnTo>
                    <a:pt x="2738992" y="2571078"/>
                  </a:lnTo>
                  <a:lnTo>
                    <a:pt x="2739086" y="2571078"/>
                  </a:lnTo>
                  <a:lnTo>
                    <a:pt x="2739180" y="2571078"/>
                  </a:lnTo>
                  <a:lnTo>
                    <a:pt x="2739274" y="2571078"/>
                  </a:lnTo>
                  <a:lnTo>
                    <a:pt x="2739368" y="2571078"/>
                  </a:lnTo>
                  <a:lnTo>
                    <a:pt x="2739462" y="2571078"/>
                  </a:lnTo>
                  <a:lnTo>
                    <a:pt x="2739556" y="2571078"/>
                  </a:lnTo>
                  <a:lnTo>
                    <a:pt x="2739651" y="2571078"/>
                  </a:lnTo>
                  <a:lnTo>
                    <a:pt x="2739745" y="2571078"/>
                  </a:lnTo>
                  <a:lnTo>
                    <a:pt x="2739839" y="2571078"/>
                  </a:lnTo>
                  <a:lnTo>
                    <a:pt x="2739933" y="2571078"/>
                  </a:lnTo>
                  <a:lnTo>
                    <a:pt x="2740027" y="2571078"/>
                  </a:lnTo>
                  <a:lnTo>
                    <a:pt x="2740121" y="2571078"/>
                  </a:lnTo>
                  <a:lnTo>
                    <a:pt x="2740215" y="2571078"/>
                  </a:lnTo>
                  <a:lnTo>
                    <a:pt x="2740309" y="2571078"/>
                  </a:lnTo>
                  <a:lnTo>
                    <a:pt x="2740403" y="2571078"/>
                  </a:lnTo>
                  <a:lnTo>
                    <a:pt x="2740497" y="2571078"/>
                  </a:lnTo>
                  <a:lnTo>
                    <a:pt x="2740591" y="2571078"/>
                  </a:lnTo>
                  <a:lnTo>
                    <a:pt x="2740685" y="2571078"/>
                  </a:lnTo>
                  <a:lnTo>
                    <a:pt x="2740779" y="2571078"/>
                  </a:lnTo>
                  <a:lnTo>
                    <a:pt x="2740873" y="2571078"/>
                  </a:lnTo>
                  <a:lnTo>
                    <a:pt x="2740967" y="2571078"/>
                  </a:lnTo>
                  <a:lnTo>
                    <a:pt x="2741061" y="2571078"/>
                  </a:lnTo>
                  <a:lnTo>
                    <a:pt x="2741155" y="2571078"/>
                  </a:lnTo>
                  <a:lnTo>
                    <a:pt x="2741249" y="2571078"/>
                  </a:lnTo>
                  <a:lnTo>
                    <a:pt x="2741343" y="2571078"/>
                  </a:lnTo>
                  <a:lnTo>
                    <a:pt x="2741437" y="2571078"/>
                  </a:lnTo>
                  <a:lnTo>
                    <a:pt x="2741531" y="2571078"/>
                  </a:lnTo>
                  <a:lnTo>
                    <a:pt x="2741625" y="2571078"/>
                  </a:lnTo>
                  <a:lnTo>
                    <a:pt x="2741719" y="2571078"/>
                  </a:lnTo>
                  <a:lnTo>
                    <a:pt x="2741813" y="2571078"/>
                  </a:lnTo>
                  <a:lnTo>
                    <a:pt x="2741907" y="2571078"/>
                  </a:lnTo>
                  <a:lnTo>
                    <a:pt x="2742001" y="2571078"/>
                  </a:lnTo>
                  <a:lnTo>
                    <a:pt x="2742095" y="2571078"/>
                  </a:lnTo>
                  <a:lnTo>
                    <a:pt x="2742189" y="2571078"/>
                  </a:lnTo>
                  <a:lnTo>
                    <a:pt x="2742283" y="2571078"/>
                  </a:lnTo>
                  <a:lnTo>
                    <a:pt x="2742377" y="2571078"/>
                  </a:lnTo>
                  <a:lnTo>
                    <a:pt x="2742471" y="2571078"/>
                  </a:lnTo>
                  <a:lnTo>
                    <a:pt x="2742565" y="2571078"/>
                  </a:lnTo>
                  <a:lnTo>
                    <a:pt x="2742659" y="2571078"/>
                  </a:lnTo>
                  <a:lnTo>
                    <a:pt x="2742753" y="2571078"/>
                  </a:lnTo>
                  <a:lnTo>
                    <a:pt x="2742847" y="2571078"/>
                  </a:lnTo>
                  <a:lnTo>
                    <a:pt x="2742941" y="2571078"/>
                  </a:lnTo>
                  <a:lnTo>
                    <a:pt x="2743035" y="2571078"/>
                  </a:lnTo>
                  <a:lnTo>
                    <a:pt x="2743129" y="2571078"/>
                  </a:lnTo>
                  <a:lnTo>
                    <a:pt x="2743224" y="2571078"/>
                  </a:lnTo>
                  <a:lnTo>
                    <a:pt x="2743318" y="2571078"/>
                  </a:lnTo>
                  <a:lnTo>
                    <a:pt x="2743412" y="2571078"/>
                  </a:lnTo>
                  <a:lnTo>
                    <a:pt x="2743506" y="2571078"/>
                  </a:lnTo>
                  <a:lnTo>
                    <a:pt x="2743600" y="2571078"/>
                  </a:lnTo>
                  <a:lnTo>
                    <a:pt x="2743694" y="2571078"/>
                  </a:lnTo>
                  <a:lnTo>
                    <a:pt x="2743788" y="2571078"/>
                  </a:lnTo>
                  <a:lnTo>
                    <a:pt x="2743882" y="2571078"/>
                  </a:lnTo>
                  <a:lnTo>
                    <a:pt x="2743976" y="2571078"/>
                  </a:lnTo>
                  <a:lnTo>
                    <a:pt x="2744070" y="2571078"/>
                  </a:lnTo>
                  <a:lnTo>
                    <a:pt x="2744164" y="2571078"/>
                  </a:lnTo>
                  <a:lnTo>
                    <a:pt x="2744258" y="2571078"/>
                  </a:lnTo>
                  <a:lnTo>
                    <a:pt x="2744352" y="2571078"/>
                  </a:lnTo>
                  <a:lnTo>
                    <a:pt x="2744446" y="2571078"/>
                  </a:lnTo>
                  <a:lnTo>
                    <a:pt x="2744540" y="2571078"/>
                  </a:lnTo>
                  <a:lnTo>
                    <a:pt x="2744634" y="2571078"/>
                  </a:lnTo>
                  <a:lnTo>
                    <a:pt x="2744728" y="2571078"/>
                  </a:lnTo>
                  <a:lnTo>
                    <a:pt x="2744822" y="2571078"/>
                  </a:lnTo>
                  <a:lnTo>
                    <a:pt x="2744916" y="2571078"/>
                  </a:lnTo>
                  <a:lnTo>
                    <a:pt x="2744916" y="2565798"/>
                  </a:lnTo>
                  <a:lnTo>
                    <a:pt x="2745010" y="2565798"/>
                  </a:lnTo>
                  <a:lnTo>
                    <a:pt x="2745104" y="2565798"/>
                  </a:lnTo>
                  <a:lnTo>
                    <a:pt x="2745198" y="2565798"/>
                  </a:lnTo>
                  <a:lnTo>
                    <a:pt x="2745292" y="2565798"/>
                  </a:lnTo>
                  <a:lnTo>
                    <a:pt x="2745386" y="2565798"/>
                  </a:lnTo>
                  <a:lnTo>
                    <a:pt x="2745480" y="2565798"/>
                  </a:lnTo>
                  <a:lnTo>
                    <a:pt x="2745574" y="2565798"/>
                  </a:lnTo>
                  <a:lnTo>
                    <a:pt x="2745668" y="2565798"/>
                  </a:lnTo>
                  <a:lnTo>
                    <a:pt x="2745762" y="2565798"/>
                  </a:lnTo>
                  <a:lnTo>
                    <a:pt x="2745856" y="2565798"/>
                  </a:lnTo>
                  <a:lnTo>
                    <a:pt x="2745950" y="2565798"/>
                  </a:lnTo>
                  <a:lnTo>
                    <a:pt x="2746044" y="2565798"/>
                  </a:lnTo>
                  <a:lnTo>
                    <a:pt x="2746138" y="2565798"/>
                  </a:lnTo>
                  <a:lnTo>
                    <a:pt x="2746232" y="2565798"/>
                  </a:lnTo>
                  <a:lnTo>
                    <a:pt x="2746326" y="2565798"/>
                  </a:lnTo>
                  <a:lnTo>
                    <a:pt x="2746420" y="2565798"/>
                  </a:lnTo>
                  <a:lnTo>
                    <a:pt x="2746514" y="2565798"/>
                  </a:lnTo>
                  <a:lnTo>
                    <a:pt x="2746608" y="2565798"/>
                  </a:lnTo>
                  <a:lnTo>
                    <a:pt x="2746702" y="2565798"/>
                  </a:lnTo>
                  <a:lnTo>
                    <a:pt x="2746797" y="2565798"/>
                  </a:lnTo>
                  <a:lnTo>
                    <a:pt x="2746891" y="2565798"/>
                  </a:lnTo>
                  <a:lnTo>
                    <a:pt x="2746985" y="2565798"/>
                  </a:lnTo>
                  <a:lnTo>
                    <a:pt x="2747079" y="2565798"/>
                  </a:lnTo>
                  <a:lnTo>
                    <a:pt x="2747173" y="2565798"/>
                  </a:lnTo>
                  <a:lnTo>
                    <a:pt x="2747267" y="2565798"/>
                  </a:lnTo>
                  <a:lnTo>
                    <a:pt x="2747361" y="2565798"/>
                  </a:lnTo>
                  <a:lnTo>
                    <a:pt x="2747455" y="2565798"/>
                  </a:lnTo>
                  <a:lnTo>
                    <a:pt x="2747549" y="2565798"/>
                  </a:lnTo>
                  <a:lnTo>
                    <a:pt x="2747643" y="2565798"/>
                  </a:lnTo>
                  <a:lnTo>
                    <a:pt x="2747643" y="2560519"/>
                  </a:lnTo>
                  <a:lnTo>
                    <a:pt x="2747737" y="2560519"/>
                  </a:lnTo>
                  <a:lnTo>
                    <a:pt x="2747831" y="2560519"/>
                  </a:lnTo>
                  <a:lnTo>
                    <a:pt x="2747925" y="2560519"/>
                  </a:lnTo>
                  <a:lnTo>
                    <a:pt x="2748019" y="2560519"/>
                  </a:lnTo>
                  <a:lnTo>
                    <a:pt x="2748113" y="2560519"/>
                  </a:lnTo>
                  <a:lnTo>
                    <a:pt x="2748207" y="2560519"/>
                  </a:lnTo>
                  <a:lnTo>
                    <a:pt x="2748301" y="2560519"/>
                  </a:lnTo>
                  <a:lnTo>
                    <a:pt x="2748395" y="2560519"/>
                  </a:lnTo>
                  <a:lnTo>
                    <a:pt x="2748489" y="2560519"/>
                  </a:lnTo>
                  <a:lnTo>
                    <a:pt x="2748583" y="2560519"/>
                  </a:lnTo>
                  <a:lnTo>
                    <a:pt x="2748677" y="2560519"/>
                  </a:lnTo>
                  <a:lnTo>
                    <a:pt x="2748771" y="2560519"/>
                  </a:lnTo>
                  <a:lnTo>
                    <a:pt x="2748865" y="2560519"/>
                  </a:lnTo>
                  <a:lnTo>
                    <a:pt x="2748959" y="2560519"/>
                  </a:lnTo>
                  <a:lnTo>
                    <a:pt x="2749053" y="2560519"/>
                  </a:lnTo>
                  <a:lnTo>
                    <a:pt x="2749147" y="2560519"/>
                  </a:lnTo>
                  <a:lnTo>
                    <a:pt x="2749241" y="2560519"/>
                  </a:lnTo>
                  <a:lnTo>
                    <a:pt x="2749335" y="2560519"/>
                  </a:lnTo>
                  <a:lnTo>
                    <a:pt x="2749429" y="2560519"/>
                  </a:lnTo>
                  <a:lnTo>
                    <a:pt x="2749523" y="2560519"/>
                  </a:lnTo>
                  <a:lnTo>
                    <a:pt x="2749523" y="2555239"/>
                  </a:lnTo>
                  <a:lnTo>
                    <a:pt x="2749617" y="2555239"/>
                  </a:lnTo>
                  <a:lnTo>
                    <a:pt x="2749711" y="2555239"/>
                  </a:lnTo>
                  <a:lnTo>
                    <a:pt x="2749805" y="2555239"/>
                  </a:lnTo>
                  <a:lnTo>
                    <a:pt x="2749899" y="2555239"/>
                  </a:lnTo>
                  <a:lnTo>
                    <a:pt x="2749993" y="2555239"/>
                  </a:lnTo>
                  <a:lnTo>
                    <a:pt x="2750087" y="2555239"/>
                  </a:lnTo>
                  <a:lnTo>
                    <a:pt x="2750181" y="2555239"/>
                  </a:lnTo>
                  <a:lnTo>
                    <a:pt x="2750276" y="2555239"/>
                  </a:lnTo>
                  <a:lnTo>
                    <a:pt x="2750370" y="2555239"/>
                  </a:lnTo>
                  <a:lnTo>
                    <a:pt x="2750464" y="2555239"/>
                  </a:lnTo>
                  <a:lnTo>
                    <a:pt x="2750558" y="2555239"/>
                  </a:lnTo>
                  <a:lnTo>
                    <a:pt x="2750652" y="2555239"/>
                  </a:lnTo>
                  <a:lnTo>
                    <a:pt x="2750746" y="2555239"/>
                  </a:lnTo>
                  <a:lnTo>
                    <a:pt x="2750840" y="2555239"/>
                  </a:lnTo>
                  <a:lnTo>
                    <a:pt x="2750934" y="2555239"/>
                  </a:lnTo>
                  <a:lnTo>
                    <a:pt x="2751028" y="2555239"/>
                  </a:lnTo>
                  <a:lnTo>
                    <a:pt x="2751028" y="2549960"/>
                  </a:lnTo>
                  <a:lnTo>
                    <a:pt x="2751122" y="2549960"/>
                  </a:lnTo>
                  <a:lnTo>
                    <a:pt x="2751216" y="2549960"/>
                  </a:lnTo>
                  <a:lnTo>
                    <a:pt x="2751310" y="2549960"/>
                  </a:lnTo>
                  <a:lnTo>
                    <a:pt x="2751404" y="2549960"/>
                  </a:lnTo>
                  <a:lnTo>
                    <a:pt x="2751498" y="2549960"/>
                  </a:lnTo>
                  <a:lnTo>
                    <a:pt x="2751592" y="2549960"/>
                  </a:lnTo>
                  <a:lnTo>
                    <a:pt x="2751686" y="2549960"/>
                  </a:lnTo>
                  <a:lnTo>
                    <a:pt x="2751780" y="2549960"/>
                  </a:lnTo>
                  <a:lnTo>
                    <a:pt x="2751874" y="2549960"/>
                  </a:lnTo>
                  <a:lnTo>
                    <a:pt x="2751968" y="2549960"/>
                  </a:lnTo>
                  <a:lnTo>
                    <a:pt x="2752062" y="2549960"/>
                  </a:lnTo>
                  <a:lnTo>
                    <a:pt x="2752156" y="2549960"/>
                  </a:lnTo>
                  <a:lnTo>
                    <a:pt x="2752250" y="2549960"/>
                  </a:lnTo>
                  <a:lnTo>
                    <a:pt x="2752344" y="2549960"/>
                  </a:lnTo>
                  <a:lnTo>
                    <a:pt x="2752438" y="2549960"/>
                  </a:lnTo>
                  <a:lnTo>
                    <a:pt x="2752532" y="2549960"/>
                  </a:lnTo>
                  <a:lnTo>
                    <a:pt x="2752626" y="2549960"/>
                  </a:lnTo>
                  <a:lnTo>
                    <a:pt x="2752720" y="2549960"/>
                  </a:lnTo>
                  <a:lnTo>
                    <a:pt x="2752814" y="2549960"/>
                  </a:lnTo>
                  <a:lnTo>
                    <a:pt x="2752814" y="2544681"/>
                  </a:lnTo>
                  <a:lnTo>
                    <a:pt x="2752908" y="2544681"/>
                  </a:lnTo>
                  <a:lnTo>
                    <a:pt x="2753002" y="2544681"/>
                  </a:lnTo>
                  <a:lnTo>
                    <a:pt x="2753096" y="2544681"/>
                  </a:lnTo>
                  <a:lnTo>
                    <a:pt x="2753190" y="2544681"/>
                  </a:lnTo>
                  <a:lnTo>
                    <a:pt x="2753284" y="2544681"/>
                  </a:lnTo>
                  <a:lnTo>
                    <a:pt x="2753378" y="2544681"/>
                  </a:lnTo>
                  <a:lnTo>
                    <a:pt x="2753472" y="2544681"/>
                  </a:lnTo>
                  <a:lnTo>
                    <a:pt x="2753566" y="2544681"/>
                  </a:lnTo>
                  <a:lnTo>
                    <a:pt x="2753660" y="2544681"/>
                  </a:lnTo>
                  <a:lnTo>
                    <a:pt x="2753754" y="2544681"/>
                  </a:lnTo>
                  <a:lnTo>
                    <a:pt x="2753849" y="2544681"/>
                  </a:lnTo>
                  <a:lnTo>
                    <a:pt x="2753943" y="2544681"/>
                  </a:lnTo>
                  <a:lnTo>
                    <a:pt x="2754037" y="2544681"/>
                  </a:lnTo>
                  <a:lnTo>
                    <a:pt x="2754131" y="2544681"/>
                  </a:lnTo>
                  <a:lnTo>
                    <a:pt x="2754225" y="2544681"/>
                  </a:lnTo>
                  <a:lnTo>
                    <a:pt x="2754319" y="2544681"/>
                  </a:lnTo>
                  <a:lnTo>
                    <a:pt x="2754413" y="2544681"/>
                  </a:lnTo>
                  <a:lnTo>
                    <a:pt x="2754507" y="2544681"/>
                  </a:lnTo>
                  <a:lnTo>
                    <a:pt x="2754601" y="2544681"/>
                  </a:lnTo>
                  <a:lnTo>
                    <a:pt x="2754695" y="2544681"/>
                  </a:lnTo>
                  <a:lnTo>
                    <a:pt x="2754789" y="2544681"/>
                  </a:lnTo>
                  <a:lnTo>
                    <a:pt x="2754883" y="2544681"/>
                  </a:lnTo>
                  <a:lnTo>
                    <a:pt x="2754977" y="2544681"/>
                  </a:lnTo>
                  <a:lnTo>
                    <a:pt x="2755071" y="2544681"/>
                  </a:lnTo>
                  <a:lnTo>
                    <a:pt x="2755165" y="2544681"/>
                  </a:lnTo>
                  <a:lnTo>
                    <a:pt x="2755259" y="2544681"/>
                  </a:lnTo>
                  <a:lnTo>
                    <a:pt x="2755353" y="2544681"/>
                  </a:lnTo>
                  <a:lnTo>
                    <a:pt x="2755447" y="2544681"/>
                  </a:lnTo>
                  <a:lnTo>
                    <a:pt x="2755541" y="2544681"/>
                  </a:lnTo>
                  <a:lnTo>
                    <a:pt x="2755635" y="2544681"/>
                  </a:lnTo>
                  <a:lnTo>
                    <a:pt x="2755729" y="2544681"/>
                  </a:lnTo>
                  <a:lnTo>
                    <a:pt x="2755823" y="2544681"/>
                  </a:lnTo>
                  <a:lnTo>
                    <a:pt x="2755917" y="2544681"/>
                  </a:lnTo>
                  <a:lnTo>
                    <a:pt x="2756011" y="2544681"/>
                  </a:lnTo>
                  <a:lnTo>
                    <a:pt x="2756105" y="2544681"/>
                  </a:lnTo>
                  <a:lnTo>
                    <a:pt x="2756199" y="2544681"/>
                  </a:lnTo>
                  <a:lnTo>
                    <a:pt x="2756293" y="2544681"/>
                  </a:lnTo>
                  <a:lnTo>
                    <a:pt x="2756387" y="2544681"/>
                  </a:lnTo>
                  <a:lnTo>
                    <a:pt x="2756481" y="2544681"/>
                  </a:lnTo>
                  <a:lnTo>
                    <a:pt x="2756575" y="2544681"/>
                  </a:lnTo>
                  <a:lnTo>
                    <a:pt x="2756669" y="2544681"/>
                  </a:lnTo>
                  <a:lnTo>
                    <a:pt x="2756763" y="2544681"/>
                  </a:lnTo>
                  <a:lnTo>
                    <a:pt x="2756857" y="2544681"/>
                  </a:lnTo>
                  <a:lnTo>
                    <a:pt x="2756951" y="2544681"/>
                  </a:lnTo>
                  <a:lnTo>
                    <a:pt x="2757045" y="2544681"/>
                  </a:lnTo>
                  <a:lnTo>
                    <a:pt x="2757139" y="2544681"/>
                  </a:lnTo>
                  <a:lnTo>
                    <a:pt x="2757233" y="2544681"/>
                  </a:lnTo>
                  <a:lnTo>
                    <a:pt x="2757327" y="2544681"/>
                  </a:lnTo>
                  <a:lnTo>
                    <a:pt x="2757422" y="2544681"/>
                  </a:lnTo>
                  <a:lnTo>
                    <a:pt x="2757516" y="2544681"/>
                  </a:lnTo>
                  <a:lnTo>
                    <a:pt x="2757610" y="2544681"/>
                  </a:lnTo>
                  <a:lnTo>
                    <a:pt x="2757704" y="2544681"/>
                  </a:lnTo>
                  <a:lnTo>
                    <a:pt x="2757798" y="2544681"/>
                  </a:lnTo>
                  <a:lnTo>
                    <a:pt x="2757892" y="2544681"/>
                  </a:lnTo>
                  <a:lnTo>
                    <a:pt x="2757986" y="2544681"/>
                  </a:lnTo>
                  <a:lnTo>
                    <a:pt x="2758080" y="2544681"/>
                  </a:lnTo>
                  <a:lnTo>
                    <a:pt x="2758174" y="2544681"/>
                  </a:lnTo>
                  <a:lnTo>
                    <a:pt x="2758268" y="2544681"/>
                  </a:lnTo>
                  <a:lnTo>
                    <a:pt x="2758362" y="2544681"/>
                  </a:lnTo>
                  <a:lnTo>
                    <a:pt x="2758456" y="2544681"/>
                  </a:lnTo>
                  <a:lnTo>
                    <a:pt x="2758550" y="2544681"/>
                  </a:lnTo>
                  <a:lnTo>
                    <a:pt x="2758644" y="2544681"/>
                  </a:lnTo>
                  <a:lnTo>
                    <a:pt x="2758738" y="2544681"/>
                  </a:lnTo>
                  <a:lnTo>
                    <a:pt x="2758832" y="2544681"/>
                  </a:lnTo>
                  <a:lnTo>
                    <a:pt x="2758926" y="2544681"/>
                  </a:lnTo>
                  <a:lnTo>
                    <a:pt x="2759020" y="2544681"/>
                  </a:lnTo>
                  <a:lnTo>
                    <a:pt x="2759114" y="2544681"/>
                  </a:lnTo>
                  <a:lnTo>
                    <a:pt x="2759208" y="2544681"/>
                  </a:lnTo>
                  <a:lnTo>
                    <a:pt x="2759302" y="2544681"/>
                  </a:lnTo>
                  <a:lnTo>
                    <a:pt x="2759396" y="2544681"/>
                  </a:lnTo>
                  <a:lnTo>
                    <a:pt x="2759490" y="2544681"/>
                  </a:lnTo>
                  <a:lnTo>
                    <a:pt x="2759584" y="2544681"/>
                  </a:lnTo>
                  <a:lnTo>
                    <a:pt x="2759678" y="2544681"/>
                  </a:lnTo>
                  <a:lnTo>
                    <a:pt x="2759772" y="2544681"/>
                  </a:lnTo>
                  <a:lnTo>
                    <a:pt x="2759866" y="2544681"/>
                  </a:lnTo>
                  <a:lnTo>
                    <a:pt x="2759960" y="2544681"/>
                  </a:lnTo>
                  <a:lnTo>
                    <a:pt x="2760054" y="2544681"/>
                  </a:lnTo>
                  <a:lnTo>
                    <a:pt x="2760148" y="2544681"/>
                  </a:lnTo>
                  <a:lnTo>
                    <a:pt x="2760242" y="2544681"/>
                  </a:lnTo>
                  <a:lnTo>
                    <a:pt x="2760336" y="2544681"/>
                  </a:lnTo>
                  <a:lnTo>
                    <a:pt x="2760430" y="2544681"/>
                  </a:lnTo>
                  <a:lnTo>
                    <a:pt x="2760524" y="2544681"/>
                  </a:lnTo>
                  <a:lnTo>
                    <a:pt x="2760618" y="2544681"/>
                  </a:lnTo>
                  <a:lnTo>
                    <a:pt x="2760712" y="2544681"/>
                  </a:lnTo>
                  <a:lnTo>
                    <a:pt x="2760806" y="2544681"/>
                  </a:lnTo>
                  <a:lnTo>
                    <a:pt x="2760900" y="2544681"/>
                  </a:lnTo>
                  <a:lnTo>
                    <a:pt x="2760995" y="2544681"/>
                  </a:lnTo>
                  <a:lnTo>
                    <a:pt x="2761089" y="2544681"/>
                  </a:lnTo>
                  <a:lnTo>
                    <a:pt x="2761183" y="2544681"/>
                  </a:lnTo>
                  <a:lnTo>
                    <a:pt x="2761277" y="2544681"/>
                  </a:lnTo>
                  <a:lnTo>
                    <a:pt x="2761371" y="2544681"/>
                  </a:lnTo>
                  <a:lnTo>
                    <a:pt x="2761465" y="2544681"/>
                  </a:lnTo>
                  <a:lnTo>
                    <a:pt x="2761559" y="2544681"/>
                  </a:lnTo>
                  <a:lnTo>
                    <a:pt x="2761653" y="2544681"/>
                  </a:lnTo>
                  <a:lnTo>
                    <a:pt x="2761747" y="2544681"/>
                  </a:lnTo>
                  <a:lnTo>
                    <a:pt x="2761841" y="2544681"/>
                  </a:lnTo>
                  <a:lnTo>
                    <a:pt x="2761935" y="2544681"/>
                  </a:lnTo>
                  <a:lnTo>
                    <a:pt x="2762029" y="2544681"/>
                  </a:lnTo>
                  <a:lnTo>
                    <a:pt x="2762123" y="2544681"/>
                  </a:lnTo>
                  <a:lnTo>
                    <a:pt x="2762217" y="2544681"/>
                  </a:lnTo>
                  <a:lnTo>
                    <a:pt x="2762311" y="2544681"/>
                  </a:lnTo>
                  <a:lnTo>
                    <a:pt x="2762405" y="2544681"/>
                  </a:lnTo>
                  <a:lnTo>
                    <a:pt x="2762499" y="2544681"/>
                  </a:lnTo>
                  <a:lnTo>
                    <a:pt x="2762593" y="2544681"/>
                  </a:lnTo>
                  <a:lnTo>
                    <a:pt x="2762687" y="2544681"/>
                  </a:lnTo>
                  <a:lnTo>
                    <a:pt x="2762781" y="2544681"/>
                  </a:lnTo>
                  <a:lnTo>
                    <a:pt x="2762875" y="2544681"/>
                  </a:lnTo>
                  <a:lnTo>
                    <a:pt x="2762969" y="2544681"/>
                  </a:lnTo>
                  <a:lnTo>
                    <a:pt x="2763063" y="2544681"/>
                  </a:lnTo>
                  <a:lnTo>
                    <a:pt x="2763157" y="2544681"/>
                  </a:lnTo>
                  <a:lnTo>
                    <a:pt x="2763251" y="2544681"/>
                  </a:lnTo>
                  <a:lnTo>
                    <a:pt x="2763345" y="2544681"/>
                  </a:lnTo>
                  <a:lnTo>
                    <a:pt x="2763439" y="2544681"/>
                  </a:lnTo>
                  <a:lnTo>
                    <a:pt x="2763533" y="2544681"/>
                  </a:lnTo>
                  <a:lnTo>
                    <a:pt x="2763533" y="2539401"/>
                  </a:lnTo>
                  <a:lnTo>
                    <a:pt x="2763627" y="2539401"/>
                  </a:lnTo>
                  <a:lnTo>
                    <a:pt x="2763721" y="2539401"/>
                  </a:lnTo>
                  <a:lnTo>
                    <a:pt x="2763721" y="2534122"/>
                  </a:lnTo>
                  <a:lnTo>
                    <a:pt x="2763815" y="2534122"/>
                  </a:lnTo>
                  <a:lnTo>
                    <a:pt x="2763909" y="2534122"/>
                  </a:lnTo>
                  <a:lnTo>
                    <a:pt x="2764003" y="2534122"/>
                  </a:lnTo>
                  <a:lnTo>
                    <a:pt x="2764097" y="2534122"/>
                  </a:lnTo>
                  <a:lnTo>
                    <a:pt x="2764191" y="2534122"/>
                  </a:lnTo>
                  <a:lnTo>
                    <a:pt x="2764285" y="2534122"/>
                  </a:lnTo>
                  <a:lnTo>
                    <a:pt x="2764379" y="2534122"/>
                  </a:lnTo>
                  <a:lnTo>
                    <a:pt x="2764474" y="2534122"/>
                  </a:lnTo>
                  <a:lnTo>
                    <a:pt x="2764568" y="2534122"/>
                  </a:lnTo>
                  <a:lnTo>
                    <a:pt x="2764662" y="2534122"/>
                  </a:lnTo>
                  <a:lnTo>
                    <a:pt x="2764756" y="2534122"/>
                  </a:lnTo>
                  <a:lnTo>
                    <a:pt x="2764850" y="2534122"/>
                  </a:lnTo>
                  <a:lnTo>
                    <a:pt x="2764944" y="2534122"/>
                  </a:lnTo>
                  <a:lnTo>
                    <a:pt x="2765038" y="2534122"/>
                  </a:lnTo>
                  <a:lnTo>
                    <a:pt x="2765132" y="2534122"/>
                  </a:lnTo>
                  <a:lnTo>
                    <a:pt x="2765226" y="2534122"/>
                  </a:lnTo>
                  <a:lnTo>
                    <a:pt x="2765320" y="2534122"/>
                  </a:lnTo>
                  <a:lnTo>
                    <a:pt x="2765414" y="2534122"/>
                  </a:lnTo>
                  <a:lnTo>
                    <a:pt x="2765508" y="2534122"/>
                  </a:lnTo>
                  <a:lnTo>
                    <a:pt x="2765508" y="2528842"/>
                  </a:lnTo>
                  <a:lnTo>
                    <a:pt x="2765602" y="2528842"/>
                  </a:lnTo>
                  <a:lnTo>
                    <a:pt x="2765696" y="2528842"/>
                  </a:lnTo>
                  <a:lnTo>
                    <a:pt x="2765790" y="2528842"/>
                  </a:lnTo>
                  <a:lnTo>
                    <a:pt x="2765884" y="2528842"/>
                  </a:lnTo>
                  <a:lnTo>
                    <a:pt x="2765978" y="2528842"/>
                  </a:lnTo>
                  <a:lnTo>
                    <a:pt x="2766072" y="2528842"/>
                  </a:lnTo>
                  <a:lnTo>
                    <a:pt x="2766166" y="2528842"/>
                  </a:lnTo>
                  <a:lnTo>
                    <a:pt x="2766260" y="2528842"/>
                  </a:lnTo>
                  <a:lnTo>
                    <a:pt x="2766354" y="2528842"/>
                  </a:lnTo>
                  <a:lnTo>
                    <a:pt x="2766448" y="2528842"/>
                  </a:lnTo>
                  <a:lnTo>
                    <a:pt x="2766542" y="2528842"/>
                  </a:lnTo>
                  <a:lnTo>
                    <a:pt x="2766636" y="2528842"/>
                  </a:lnTo>
                  <a:lnTo>
                    <a:pt x="2766730" y="2528842"/>
                  </a:lnTo>
                  <a:lnTo>
                    <a:pt x="2766824" y="2528842"/>
                  </a:lnTo>
                  <a:lnTo>
                    <a:pt x="2766918" y="2528842"/>
                  </a:lnTo>
                  <a:lnTo>
                    <a:pt x="2767012" y="2528842"/>
                  </a:lnTo>
                  <a:lnTo>
                    <a:pt x="2767106" y="2528842"/>
                  </a:lnTo>
                  <a:lnTo>
                    <a:pt x="2767200" y="2528842"/>
                  </a:lnTo>
                  <a:lnTo>
                    <a:pt x="2767294" y="2528842"/>
                  </a:lnTo>
                  <a:lnTo>
                    <a:pt x="2767388" y="2528842"/>
                  </a:lnTo>
                  <a:lnTo>
                    <a:pt x="2767482" y="2528842"/>
                  </a:lnTo>
                  <a:lnTo>
                    <a:pt x="2767576" y="2528842"/>
                  </a:lnTo>
                  <a:lnTo>
                    <a:pt x="2767670" y="2528842"/>
                  </a:lnTo>
                  <a:lnTo>
                    <a:pt x="2767764" y="2528842"/>
                  </a:lnTo>
                  <a:lnTo>
                    <a:pt x="2767858" y="2528842"/>
                  </a:lnTo>
                  <a:lnTo>
                    <a:pt x="2767952" y="2528842"/>
                  </a:lnTo>
                  <a:lnTo>
                    <a:pt x="2768047" y="2528842"/>
                  </a:lnTo>
                  <a:lnTo>
                    <a:pt x="2768141" y="2528842"/>
                  </a:lnTo>
                  <a:lnTo>
                    <a:pt x="2768235" y="2528842"/>
                  </a:lnTo>
                  <a:lnTo>
                    <a:pt x="2768329" y="2528842"/>
                  </a:lnTo>
                  <a:lnTo>
                    <a:pt x="2768423" y="2528842"/>
                  </a:lnTo>
                  <a:lnTo>
                    <a:pt x="2768517" y="2528842"/>
                  </a:lnTo>
                  <a:lnTo>
                    <a:pt x="2768611" y="2528842"/>
                  </a:lnTo>
                  <a:lnTo>
                    <a:pt x="2768705" y="2528842"/>
                  </a:lnTo>
                  <a:lnTo>
                    <a:pt x="2768799" y="2528842"/>
                  </a:lnTo>
                  <a:lnTo>
                    <a:pt x="2768893" y="2528842"/>
                  </a:lnTo>
                  <a:lnTo>
                    <a:pt x="2768987" y="2528842"/>
                  </a:lnTo>
                  <a:lnTo>
                    <a:pt x="2769081" y="2528842"/>
                  </a:lnTo>
                  <a:lnTo>
                    <a:pt x="2769175" y="2528842"/>
                  </a:lnTo>
                  <a:lnTo>
                    <a:pt x="2769269" y="2528842"/>
                  </a:lnTo>
                  <a:lnTo>
                    <a:pt x="2769363" y="2528842"/>
                  </a:lnTo>
                  <a:lnTo>
                    <a:pt x="2769457" y="2528842"/>
                  </a:lnTo>
                  <a:lnTo>
                    <a:pt x="2769551" y="2528842"/>
                  </a:lnTo>
                  <a:lnTo>
                    <a:pt x="2769645" y="2528842"/>
                  </a:lnTo>
                  <a:lnTo>
                    <a:pt x="2769739" y="2528842"/>
                  </a:lnTo>
                  <a:lnTo>
                    <a:pt x="2769833" y="2528842"/>
                  </a:lnTo>
                  <a:lnTo>
                    <a:pt x="2769927" y="2528842"/>
                  </a:lnTo>
                  <a:lnTo>
                    <a:pt x="2770021" y="2528842"/>
                  </a:lnTo>
                  <a:lnTo>
                    <a:pt x="2770115" y="2528842"/>
                  </a:lnTo>
                  <a:lnTo>
                    <a:pt x="2770209" y="2528842"/>
                  </a:lnTo>
                  <a:lnTo>
                    <a:pt x="2770303" y="2528842"/>
                  </a:lnTo>
                  <a:lnTo>
                    <a:pt x="2770397" y="2528842"/>
                  </a:lnTo>
                  <a:lnTo>
                    <a:pt x="2770491" y="2528842"/>
                  </a:lnTo>
                  <a:lnTo>
                    <a:pt x="2770585" y="2528842"/>
                  </a:lnTo>
                  <a:lnTo>
                    <a:pt x="2770679" y="2528842"/>
                  </a:lnTo>
                  <a:lnTo>
                    <a:pt x="2770773" y="2528842"/>
                  </a:lnTo>
                  <a:lnTo>
                    <a:pt x="2770867" y="2528842"/>
                  </a:lnTo>
                  <a:lnTo>
                    <a:pt x="2770867" y="2523563"/>
                  </a:lnTo>
                  <a:lnTo>
                    <a:pt x="2770961" y="2523563"/>
                  </a:lnTo>
                  <a:lnTo>
                    <a:pt x="2771055" y="2523563"/>
                  </a:lnTo>
                  <a:lnTo>
                    <a:pt x="2771149" y="2523563"/>
                  </a:lnTo>
                  <a:lnTo>
                    <a:pt x="2771243" y="2523563"/>
                  </a:lnTo>
                  <a:lnTo>
                    <a:pt x="2771337" y="2523563"/>
                  </a:lnTo>
                  <a:lnTo>
                    <a:pt x="2771431" y="2523563"/>
                  </a:lnTo>
                  <a:lnTo>
                    <a:pt x="2771525" y="2523563"/>
                  </a:lnTo>
                  <a:lnTo>
                    <a:pt x="2771620" y="2523563"/>
                  </a:lnTo>
                  <a:lnTo>
                    <a:pt x="2771714" y="2523563"/>
                  </a:lnTo>
                  <a:lnTo>
                    <a:pt x="2771808" y="2523563"/>
                  </a:lnTo>
                  <a:lnTo>
                    <a:pt x="2771902" y="2523563"/>
                  </a:lnTo>
                  <a:lnTo>
                    <a:pt x="2771902" y="2518283"/>
                  </a:lnTo>
                  <a:lnTo>
                    <a:pt x="2771902" y="2513004"/>
                  </a:lnTo>
                  <a:lnTo>
                    <a:pt x="2771996" y="2513004"/>
                  </a:lnTo>
                  <a:lnTo>
                    <a:pt x="2772090" y="2513004"/>
                  </a:lnTo>
                  <a:lnTo>
                    <a:pt x="2772184" y="2513004"/>
                  </a:lnTo>
                  <a:lnTo>
                    <a:pt x="2772278" y="2513004"/>
                  </a:lnTo>
                  <a:lnTo>
                    <a:pt x="2772372" y="2513004"/>
                  </a:lnTo>
                  <a:lnTo>
                    <a:pt x="2772466" y="2513004"/>
                  </a:lnTo>
                  <a:lnTo>
                    <a:pt x="2772560" y="2513004"/>
                  </a:lnTo>
                  <a:lnTo>
                    <a:pt x="2772654" y="2513004"/>
                  </a:lnTo>
                  <a:lnTo>
                    <a:pt x="2772748" y="2513004"/>
                  </a:lnTo>
                  <a:lnTo>
                    <a:pt x="2772842" y="2513004"/>
                  </a:lnTo>
                  <a:lnTo>
                    <a:pt x="2772936" y="2513004"/>
                  </a:lnTo>
                  <a:lnTo>
                    <a:pt x="2773030" y="2513004"/>
                  </a:lnTo>
                  <a:lnTo>
                    <a:pt x="2773124" y="2513004"/>
                  </a:lnTo>
                  <a:lnTo>
                    <a:pt x="2773218" y="2513004"/>
                  </a:lnTo>
                  <a:lnTo>
                    <a:pt x="2773312" y="2513004"/>
                  </a:lnTo>
                  <a:lnTo>
                    <a:pt x="2773406" y="2513004"/>
                  </a:lnTo>
                  <a:lnTo>
                    <a:pt x="2773500" y="2513004"/>
                  </a:lnTo>
                  <a:lnTo>
                    <a:pt x="2773594" y="2513004"/>
                  </a:lnTo>
                  <a:lnTo>
                    <a:pt x="2773688" y="2513004"/>
                  </a:lnTo>
                  <a:lnTo>
                    <a:pt x="2773782" y="2513004"/>
                  </a:lnTo>
                  <a:lnTo>
                    <a:pt x="2773876" y="2513004"/>
                  </a:lnTo>
                  <a:lnTo>
                    <a:pt x="2773970" y="2513004"/>
                  </a:lnTo>
                  <a:lnTo>
                    <a:pt x="2774064" y="2513004"/>
                  </a:lnTo>
                  <a:lnTo>
                    <a:pt x="2774158" y="2513004"/>
                  </a:lnTo>
                  <a:lnTo>
                    <a:pt x="2774252" y="2513004"/>
                  </a:lnTo>
                  <a:lnTo>
                    <a:pt x="2774346" y="2513004"/>
                  </a:lnTo>
                  <a:lnTo>
                    <a:pt x="2774440" y="2513004"/>
                  </a:lnTo>
                  <a:lnTo>
                    <a:pt x="2774534" y="2513004"/>
                  </a:lnTo>
                  <a:lnTo>
                    <a:pt x="2774628" y="2513004"/>
                  </a:lnTo>
                  <a:lnTo>
                    <a:pt x="2774722" y="2513004"/>
                  </a:lnTo>
                  <a:lnTo>
                    <a:pt x="2774816" y="2513004"/>
                  </a:lnTo>
                  <a:lnTo>
                    <a:pt x="2774910" y="2513004"/>
                  </a:lnTo>
                  <a:lnTo>
                    <a:pt x="2775004" y="2513004"/>
                  </a:lnTo>
                  <a:lnTo>
                    <a:pt x="2775099" y="2513004"/>
                  </a:lnTo>
                  <a:lnTo>
                    <a:pt x="2775193" y="2513004"/>
                  </a:lnTo>
                  <a:lnTo>
                    <a:pt x="2775287" y="2513004"/>
                  </a:lnTo>
                  <a:lnTo>
                    <a:pt x="2775381" y="2513004"/>
                  </a:lnTo>
                  <a:lnTo>
                    <a:pt x="2775475" y="2513004"/>
                  </a:lnTo>
                  <a:lnTo>
                    <a:pt x="2775569" y="2513004"/>
                  </a:lnTo>
                  <a:lnTo>
                    <a:pt x="2775663" y="2513004"/>
                  </a:lnTo>
                  <a:lnTo>
                    <a:pt x="2775757" y="2513004"/>
                  </a:lnTo>
                  <a:lnTo>
                    <a:pt x="2775851" y="2513004"/>
                  </a:lnTo>
                  <a:lnTo>
                    <a:pt x="2775945" y="2513004"/>
                  </a:lnTo>
                  <a:lnTo>
                    <a:pt x="2776039" y="2513004"/>
                  </a:lnTo>
                  <a:lnTo>
                    <a:pt x="2776133" y="2513004"/>
                  </a:lnTo>
                  <a:lnTo>
                    <a:pt x="2776227" y="2513004"/>
                  </a:lnTo>
                  <a:lnTo>
                    <a:pt x="2776321" y="2513004"/>
                  </a:lnTo>
                  <a:lnTo>
                    <a:pt x="2776415" y="2513004"/>
                  </a:lnTo>
                  <a:lnTo>
                    <a:pt x="2776509" y="2513004"/>
                  </a:lnTo>
                  <a:lnTo>
                    <a:pt x="2776603" y="2513004"/>
                  </a:lnTo>
                  <a:lnTo>
                    <a:pt x="2776697" y="2513004"/>
                  </a:lnTo>
                  <a:lnTo>
                    <a:pt x="2776791" y="2513004"/>
                  </a:lnTo>
                  <a:lnTo>
                    <a:pt x="2776885" y="2513004"/>
                  </a:lnTo>
                  <a:lnTo>
                    <a:pt x="2776979" y="2513004"/>
                  </a:lnTo>
                  <a:lnTo>
                    <a:pt x="2777073" y="2513004"/>
                  </a:lnTo>
                  <a:lnTo>
                    <a:pt x="2777167" y="2513004"/>
                  </a:lnTo>
                  <a:lnTo>
                    <a:pt x="2777261" y="2513004"/>
                  </a:lnTo>
                  <a:lnTo>
                    <a:pt x="2777355" y="2513004"/>
                  </a:lnTo>
                  <a:lnTo>
                    <a:pt x="2777449" y="2513004"/>
                  </a:lnTo>
                  <a:lnTo>
                    <a:pt x="2777543" y="2513004"/>
                  </a:lnTo>
                  <a:lnTo>
                    <a:pt x="2777637" y="2513004"/>
                  </a:lnTo>
                  <a:lnTo>
                    <a:pt x="2777731" y="2513004"/>
                  </a:lnTo>
                  <a:lnTo>
                    <a:pt x="2777825" y="2513004"/>
                  </a:lnTo>
                  <a:lnTo>
                    <a:pt x="2777919" y="2513004"/>
                  </a:lnTo>
                  <a:lnTo>
                    <a:pt x="2778013" y="2513004"/>
                  </a:lnTo>
                  <a:lnTo>
                    <a:pt x="2778107" y="2513004"/>
                  </a:lnTo>
                  <a:lnTo>
                    <a:pt x="2778201" y="2513004"/>
                  </a:lnTo>
                  <a:lnTo>
                    <a:pt x="2778295" y="2513004"/>
                  </a:lnTo>
                  <a:lnTo>
                    <a:pt x="2778389" y="2513004"/>
                  </a:lnTo>
                  <a:lnTo>
                    <a:pt x="2778483" y="2513004"/>
                  </a:lnTo>
                  <a:lnTo>
                    <a:pt x="2778577" y="2513004"/>
                  </a:lnTo>
                  <a:lnTo>
                    <a:pt x="2778672" y="2513004"/>
                  </a:lnTo>
                  <a:lnTo>
                    <a:pt x="2778766" y="2513004"/>
                  </a:lnTo>
                  <a:lnTo>
                    <a:pt x="2778860" y="2513004"/>
                  </a:lnTo>
                  <a:lnTo>
                    <a:pt x="2778954" y="2513004"/>
                  </a:lnTo>
                  <a:lnTo>
                    <a:pt x="2779048" y="2513004"/>
                  </a:lnTo>
                  <a:lnTo>
                    <a:pt x="2779142" y="2513004"/>
                  </a:lnTo>
                  <a:lnTo>
                    <a:pt x="2779236" y="2513004"/>
                  </a:lnTo>
                  <a:lnTo>
                    <a:pt x="2779330" y="2513004"/>
                  </a:lnTo>
                  <a:lnTo>
                    <a:pt x="2779424" y="2513004"/>
                  </a:lnTo>
                  <a:lnTo>
                    <a:pt x="2779518" y="2513004"/>
                  </a:lnTo>
                  <a:lnTo>
                    <a:pt x="2779612" y="2513004"/>
                  </a:lnTo>
                  <a:lnTo>
                    <a:pt x="2779706" y="2513004"/>
                  </a:lnTo>
                  <a:lnTo>
                    <a:pt x="2779800" y="2513004"/>
                  </a:lnTo>
                  <a:lnTo>
                    <a:pt x="2779894" y="2513004"/>
                  </a:lnTo>
                  <a:lnTo>
                    <a:pt x="2779988" y="2513004"/>
                  </a:lnTo>
                  <a:lnTo>
                    <a:pt x="2780082" y="2513004"/>
                  </a:lnTo>
                  <a:lnTo>
                    <a:pt x="2780176" y="2513004"/>
                  </a:lnTo>
                  <a:lnTo>
                    <a:pt x="2780270" y="2513004"/>
                  </a:lnTo>
                  <a:lnTo>
                    <a:pt x="2780364" y="2513004"/>
                  </a:lnTo>
                  <a:lnTo>
                    <a:pt x="2780458" y="2513004"/>
                  </a:lnTo>
                  <a:lnTo>
                    <a:pt x="2780552" y="2513004"/>
                  </a:lnTo>
                  <a:lnTo>
                    <a:pt x="2780646" y="2513004"/>
                  </a:lnTo>
                  <a:lnTo>
                    <a:pt x="2780740" y="2513004"/>
                  </a:lnTo>
                  <a:lnTo>
                    <a:pt x="2780834" y="2513004"/>
                  </a:lnTo>
                  <a:lnTo>
                    <a:pt x="2780928" y="2513004"/>
                  </a:lnTo>
                  <a:lnTo>
                    <a:pt x="2781022" y="2513004"/>
                  </a:lnTo>
                  <a:lnTo>
                    <a:pt x="2781116" y="2513004"/>
                  </a:lnTo>
                  <a:lnTo>
                    <a:pt x="2781210" y="2513004"/>
                  </a:lnTo>
                  <a:lnTo>
                    <a:pt x="2781304" y="2513004"/>
                  </a:lnTo>
                  <a:lnTo>
                    <a:pt x="2781398" y="2513004"/>
                  </a:lnTo>
                  <a:lnTo>
                    <a:pt x="2781492" y="2513004"/>
                  </a:lnTo>
                  <a:lnTo>
                    <a:pt x="2781586" y="2513004"/>
                  </a:lnTo>
                  <a:lnTo>
                    <a:pt x="2781680" y="2513004"/>
                  </a:lnTo>
                  <a:lnTo>
                    <a:pt x="2781774" y="2513004"/>
                  </a:lnTo>
                  <a:lnTo>
                    <a:pt x="2781774" y="2507725"/>
                  </a:lnTo>
                  <a:lnTo>
                    <a:pt x="2781868" y="2507725"/>
                  </a:lnTo>
                  <a:lnTo>
                    <a:pt x="2781962" y="2507725"/>
                  </a:lnTo>
                  <a:lnTo>
                    <a:pt x="2782056" y="2507725"/>
                  </a:lnTo>
                  <a:lnTo>
                    <a:pt x="2782150" y="2507725"/>
                  </a:lnTo>
                  <a:lnTo>
                    <a:pt x="2782150" y="2502445"/>
                  </a:lnTo>
                  <a:lnTo>
                    <a:pt x="2782245" y="2502445"/>
                  </a:lnTo>
                  <a:lnTo>
                    <a:pt x="2782339" y="2502445"/>
                  </a:lnTo>
                  <a:lnTo>
                    <a:pt x="2782433" y="2502445"/>
                  </a:lnTo>
                  <a:lnTo>
                    <a:pt x="2782527" y="2502445"/>
                  </a:lnTo>
                  <a:lnTo>
                    <a:pt x="2782621" y="2502445"/>
                  </a:lnTo>
                  <a:lnTo>
                    <a:pt x="2782715" y="2502445"/>
                  </a:lnTo>
                  <a:lnTo>
                    <a:pt x="2782809" y="2502445"/>
                  </a:lnTo>
                  <a:lnTo>
                    <a:pt x="2782903" y="2502445"/>
                  </a:lnTo>
                  <a:lnTo>
                    <a:pt x="2782997" y="2502445"/>
                  </a:lnTo>
                  <a:lnTo>
                    <a:pt x="2783091" y="2502445"/>
                  </a:lnTo>
                  <a:lnTo>
                    <a:pt x="2783185" y="2502445"/>
                  </a:lnTo>
                  <a:lnTo>
                    <a:pt x="2783279" y="2502445"/>
                  </a:lnTo>
                  <a:lnTo>
                    <a:pt x="2783373" y="2502445"/>
                  </a:lnTo>
                  <a:lnTo>
                    <a:pt x="2783467" y="2502445"/>
                  </a:lnTo>
                  <a:lnTo>
                    <a:pt x="2783561" y="2502445"/>
                  </a:lnTo>
                  <a:lnTo>
                    <a:pt x="2783655" y="2502445"/>
                  </a:lnTo>
                  <a:lnTo>
                    <a:pt x="2783655" y="2497166"/>
                  </a:lnTo>
                  <a:lnTo>
                    <a:pt x="2783749" y="2497166"/>
                  </a:lnTo>
                  <a:lnTo>
                    <a:pt x="2783843" y="2497166"/>
                  </a:lnTo>
                  <a:lnTo>
                    <a:pt x="2783937" y="2497166"/>
                  </a:lnTo>
                  <a:lnTo>
                    <a:pt x="2784031" y="2497166"/>
                  </a:lnTo>
                  <a:lnTo>
                    <a:pt x="2784125" y="2497166"/>
                  </a:lnTo>
                  <a:lnTo>
                    <a:pt x="2784219" y="2497166"/>
                  </a:lnTo>
                  <a:lnTo>
                    <a:pt x="2784313" y="2497166"/>
                  </a:lnTo>
                  <a:lnTo>
                    <a:pt x="2784407" y="2497166"/>
                  </a:lnTo>
                  <a:lnTo>
                    <a:pt x="2784501" y="2497166"/>
                  </a:lnTo>
                  <a:lnTo>
                    <a:pt x="2784595" y="2497166"/>
                  </a:lnTo>
                  <a:lnTo>
                    <a:pt x="2784689" y="2497166"/>
                  </a:lnTo>
                  <a:lnTo>
                    <a:pt x="2784783" y="2497166"/>
                  </a:lnTo>
                  <a:lnTo>
                    <a:pt x="2784877" y="2497166"/>
                  </a:lnTo>
                  <a:lnTo>
                    <a:pt x="2784971" y="2497166"/>
                  </a:lnTo>
                  <a:lnTo>
                    <a:pt x="2785065" y="2497166"/>
                  </a:lnTo>
                  <a:lnTo>
                    <a:pt x="2785159" y="2497166"/>
                  </a:lnTo>
                  <a:lnTo>
                    <a:pt x="2785253" y="2497166"/>
                  </a:lnTo>
                  <a:lnTo>
                    <a:pt x="2785347" y="2497166"/>
                  </a:lnTo>
                  <a:lnTo>
                    <a:pt x="2785441" y="2497166"/>
                  </a:lnTo>
                  <a:lnTo>
                    <a:pt x="2785535" y="2497166"/>
                  </a:lnTo>
                  <a:lnTo>
                    <a:pt x="2785629" y="2497166"/>
                  </a:lnTo>
                  <a:lnTo>
                    <a:pt x="2785724" y="2497166"/>
                  </a:lnTo>
                  <a:lnTo>
                    <a:pt x="2785818" y="2497166"/>
                  </a:lnTo>
                  <a:lnTo>
                    <a:pt x="2785912" y="2497166"/>
                  </a:lnTo>
                  <a:lnTo>
                    <a:pt x="2786006" y="2497166"/>
                  </a:lnTo>
                  <a:lnTo>
                    <a:pt x="2786100" y="2497166"/>
                  </a:lnTo>
                  <a:lnTo>
                    <a:pt x="2786194" y="2497166"/>
                  </a:lnTo>
                  <a:lnTo>
                    <a:pt x="2786288" y="2497166"/>
                  </a:lnTo>
                  <a:lnTo>
                    <a:pt x="2786382" y="2497166"/>
                  </a:lnTo>
                  <a:lnTo>
                    <a:pt x="2786476" y="2497166"/>
                  </a:lnTo>
                  <a:lnTo>
                    <a:pt x="2786570" y="2497166"/>
                  </a:lnTo>
                  <a:lnTo>
                    <a:pt x="2786664" y="2497166"/>
                  </a:lnTo>
                  <a:lnTo>
                    <a:pt x="2786758" y="2497166"/>
                  </a:lnTo>
                  <a:lnTo>
                    <a:pt x="2786852" y="2497166"/>
                  </a:lnTo>
                  <a:lnTo>
                    <a:pt x="2786946" y="2497166"/>
                  </a:lnTo>
                  <a:lnTo>
                    <a:pt x="2787040" y="2497166"/>
                  </a:lnTo>
                  <a:lnTo>
                    <a:pt x="2787134" y="2497166"/>
                  </a:lnTo>
                  <a:lnTo>
                    <a:pt x="2787228" y="2497166"/>
                  </a:lnTo>
                  <a:lnTo>
                    <a:pt x="2787322" y="2497166"/>
                  </a:lnTo>
                  <a:lnTo>
                    <a:pt x="2787416" y="2497166"/>
                  </a:lnTo>
                  <a:lnTo>
                    <a:pt x="2787510" y="2497166"/>
                  </a:lnTo>
                  <a:lnTo>
                    <a:pt x="2787604" y="2497166"/>
                  </a:lnTo>
                  <a:lnTo>
                    <a:pt x="2787698" y="2497166"/>
                  </a:lnTo>
                  <a:lnTo>
                    <a:pt x="2787792" y="2497166"/>
                  </a:lnTo>
                  <a:lnTo>
                    <a:pt x="2787886" y="2497166"/>
                  </a:lnTo>
                  <a:lnTo>
                    <a:pt x="2787980" y="2497166"/>
                  </a:lnTo>
                  <a:lnTo>
                    <a:pt x="2788074" y="2497166"/>
                  </a:lnTo>
                  <a:lnTo>
                    <a:pt x="2788168" y="2497166"/>
                  </a:lnTo>
                  <a:lnTo>
                    <a:pt x="2788262" y="2497166"/>
                  </a:lnTo>
                  <a:lnTo>
                    <a:pt x="2788356" y="2497166"/>
                  </a:lnTo>
                  <a:lnTo>
                    <a:pt x="2788450" y="2497166"/>
                  </a:lnTo>
                  <a:lnTo>
                    <a:pt x="2788544" y="2497166"/>
                  </a:lnTo>
                  <a:lnTo>
                    <a:pt x="2788638" y="2497166"/>
                  </a:lnTo>
                  <a:lnTo>
                    <a:pt x="2788732" y="2497166"/>
                  </a:lnTo>
                  <a:lnTo>
                    <a:pt x="2788826" y="2497166"/>
                  </a:lnTo>
                  <a:lnTo>
                    <a:pt x="2788920" y="2497166"/>
                  </a:lnTo>
                  <a:lnTo>
                    <a:pt x="2789014" y="2497166"/>
                  </a:lnTo>
                  <a:lnTo>
                    <a:pt x="2789108" y="2497166"/>
                  </a:lnTo>
                  <a:lnTo>
                    <a:pt x="2789202" y="2497166"/>
                  </a:lnTo>
                  <a:lnTo>
                    <a:pt x="2789297" y="2497166"/>
                  </a:lnTo>
                  <a:lnTo>
                    <a:pt x="2789391" y="2497166"/>
                  </a:lnTo>
                  <a:lnTo>
                    <a:pt x="2789391" y="2491886"/>
                  </a:lnTo>
                  <a:lnTo>
                    <a:pt x="2789485" y="2491886"/>
                  </a:lnTo>
                  <a:lnTo>
                    <a:pt x="2789579" y="2491886"/>
                  </a:lnTo>
                  <a:lnTo>
                    <a:pt x="2789673" y="2491886"/>
                  </a:lnTo>
                  <a:lnTo>
                    <a:pt x="2789767" y="2491886"/>
                  </a:lnTo>
                  <a:lnTo>
                    <a:pt x="2789861" y="2491886"/>
                  </a:lnTo>
                  <a:lnTo>
                    <a:pt x="2789955" y="2491886"/>
                  </a:lnTo>
                  <a:lnTo>
                    <a:pt x="2790049" y="2491886"/>
                  </a:lnTo>
                  <a:lnTo>
                    <a:pt x="2790143" y="2491886"/>
                  </a:lnTo>
                  <a:lnTo>
                    <a:pt x="2790237" y="2491886"/>
                  </a:lnTo>
                  <a:lnTo>
                    <a:pt x="2790331" y="2491886"/>
                  </a:lnTo>
                  <a:lnTo>
                    <a:pt x="2790425" y="2491886"/>
                  </a:lnTo>
                  <a:lnTo>
                    <a:pt x="2790519" y="2491886"/>
                  </a:lnTo>
                  <a:lnTo>
                    <a:pt x="2790613" y="2491886"/>
                  </a:lnTo>
                  <a:lnTo>
                    <a:pt x="2790707" y="2491886"/>
                  </a:lnTo>
                  <a:lnTo>
                    <a:pt x="2790801" y="2491886"/>
                  </a:lnTo>
                  <a:lnTo>
                    <a:pt x="2790895" y="2491886"/>
                  </a:lnTo>
                  <a:lnTo>
                    <a:pt x="2790989" y="2491886"/>
                  </a:lnTo>
                  <a:lnTo>
                    <a:pt x="2791083" y="2491886"/>
                  </a:lnTo>
                  <a:lnTo>
                    <a:pt x="2791177" y="2491886"/>
                  </a:lnTo>
                  <a:lnTo>
                    <a:pt x="2791271" y="2491886"/>
                  </a:lnTo>
                  <a:lnTo>
                    <a:pt x="2791365" y="2491886"/>
                  </a:lnTo>
                  <a:lnTo>
                    <a:pt x="2791459" y="2491886"/>
                  </a:lnTo>
                  <a:lnTo>
                    <a:pt x="2791553" y="2491886"/>
                  </a:lnTo>
                  <a:lnTo>
                    <a:pt x="2791647" y="2491886"/>
                  </a:lnTo>
                  <a:lnTo>
                    <a:pt x="2791741" y="2491886"/>
                  </a:lnTo>
                  <a:lnTo>
                    <a:pt x="2791835" y="2491886"/>
                  </a:lnTo>
                  <a:lnTo>
                    <a:pt x="2791929" y="2491886"/>
                  </a:lnTo>
                  <a:lnTo>
                    <a:pt x="2792023" y="2491886"/>
                  </a:lnTo>
                  <a:lnTo>
                    <a:pt x="2792117" y="2491886"/>
                  </a:lnTo>
                  <a:lnTo>
                    <a:pt x="2792211" y="2491886"/>
                  </a:lnTo>
                  <a:lnTo>
                    <a:pt x="2792305" y="2491886"/>
                  </a:lnTo>
                  <a:lnTo>
                    <a:pt x="2792399" y="2491886"/>
                  </a:lnTo>
                  <a:lnTo>
                    <a:pt x="2792493" y="2491886"/>
                  </a:lnTo>
                  <a:lnTo>
                    <a:pt x="2792587" y="2491886"/>
                  </a:lnTo>
                  <a:lnTo>
                    <a:pt x="2792681" y="2491886"/>
                  </a:lnTo>
                  <a:lnTo>
                    <a:pt x="2792775" y="2491886"/>
                  </a:lnTo>
                  <a:lnTo>
                    <a:pt x="2792870" y="2491886"/>
                  </a:lnTo>
                  <a:lnTo>
                    <a:pt x="2792964" y="2491886"/>
                  </a:lnTo>
                  <a:lnTo>
                    <a:pt x="2793058" y="2491886"/>
                  </a:lnTo>
                  <a:lnTo>
                    <a:pt x="2793152" y="2491886"/>
                  </a:lnTo>
                  <a:lnTo>
                    <a:pt x="2793246" y="2491886"/>
                  </a:lnTo>
                  <a:lnTo>
                    <a:pt x="2793340" y="2491886"/>
                  </a:lnTo>
                  <a:lnTo>
                    <a:pt x="2793434" y="2491886"/>
                  </a:lnTo>
                  <a:lnTo>
                    <a:pt x="2793528" y="2491886"/>
                  </a:lnTo>
                  <a:lnTo>
                    <a:pt x="2793622" y="2491886"/>
                  </a:lnTo>
                  <a:lnTo>
                    <a:pt x="2793716" y="2491886"/>
                  </a:lnTo>
                  <a:lnTo>
                    <a:pt x="2793810" y="2491886"/>
                  </a:lnTo>
                  <a:lnTo>
                    <a:pt x="2793904" y="2491886"/>
                  </a:lnTo>
                  <a:lnTo>
                    <a:pt x="2793998" y="2491886"/>
                  </a:lnTo>
                  <a:lnTo>
                    <a:pt x="2794092" y="2491886"/>
                  </a:lnTo>
                  <a:lnTo>
                    <a:pt x="2794186" y="2491886"/>
                  </a:lnTo>
                  <a:lnTo>
                    <a:pt x="2794280" y="2491886"/>
                  </a:lnTo>
                  <a:lnTo>
                    <a:pt x="2794374" y="2491886"/>
                  </a:lnTo>
                  <a:lnTo>
                    <a:pt x="2794468" y="2491886"/>
                  </a:lnTo>
                  <a:lnTo>
                    <a:pt x="2794562" y="2491886"/>
                  </a:lnTo>
                  <a:lnTo>
                    <a:pt x="2794656" y="2491886"/>
                  </a:lnTo>
                  <a:lnTo>
                    <a:pt x="2794750" y="2491886"/>
                  </a:lnTo>
                  <a:lnTo>
                    <a:pt x="2794844" y="2491886"/>
                  </a:lnTo>
                  <a:lnTo>
                    <a:pt x="2794938" y="2491886"/>
                  </a:lnTo>
                  <a:lnTo>
                    <a:pt x="2795032" y="2491886"/>
                  </a:lnTo>
                  <a:lnTo>
                    <a:pt x="2795126" y="2491886"/>
                  </a:lnTo>
                  <a:lnTo>
                    <a:pt x="2795220" y="2491886"/>
                  </a:lnTo>
                  <a:lnTo>
                    <a:pt x="2795314" y="2491886"/>
                  </a:lnTo>
                  <a:lnTo>
                    <a:pt x="2795408" y="2491886"/>
                  </a:lnTo>
                  <a:lnTo>
                    <a:pt x="2795502" y="2491886"/>
                  </a:lnTo>
                  <a:lnTo>
                    <a:pt x="2795596" y="2491886"/>
                  </a:lnTo>
                  <a:lnTo>
                    <a:pt x="2795596" y="2486607"/>
                  </a:lnTo>
                  <a:lnTo>
                    <a:pt x="2795690" y="2486607"/>
                  </a:lnTo>
                  <a:lnTo>
                    <a:pt x="2795690" y="2481328"/>
                  </a:lnTo>
                  <a:lnTo>
                    <a:pt x="2795784" y="2481328"/>
                  </a:lnTo>
                  <a:lnTo>
                    <a:pt x="2795878" y="2481328"/>
                  </a:lnTo>
                  <a:lnTo>
                    <a:pt x="2795972" y="2481328"/>
                  </a:lnTo>
                  <a:lnTo>
                    <a:pt x="2796066" y="2481328"/>
                  </a:lnTo>
                  <a:lnTo>
                    <a:pt x="2796160" y="2481328"/>
                  </a:lnTo>
                  <a:lnTo>
                    <a:pt x="2796254" y="2481328"/>
                  </a:lnTo>
                  <a:lnTo>
                    <a:pt x="2796349" y="2481328"/>
                  </a:lnTo>
                  <a:lnTo>
                    <a:pt x="2796443" y="2481328"/>
                  </a:lnTo>
                  <a:lnTo>
                    <a:pt x="2796537" y="2481328"/>
                  </a:lnTo>
                  <a:lnTo>
                    <a:pt x="2796631" y="2481328"/>
                  </a:lnTo>
                  <a:lnTo>
                    <a:pt x="2796725" y="2481328"/>
                  </a:lnTo>
                  <a:lnTo>
                    <a:pt x="2796819" y="2481328"/>
                  </a:lnTo>
                  <a:lnTo>
                    <a:pt x="2796819" y="2476048"/>
                  </a:lnTo>
                  <a:lnTo>
                    <a:pt x="2796913" y="2476048"/>
                  </a:lnTo>
                  <a:lnTo>
                    <a:pt x="2797007" y="2476048"/>
                  </a:lnTo>
                  <a:lnTo>
                    <a:pt x="2797101" y="2476048"/>
                  </a:lnTo>
                  <a:lnTo>
                    <a:pt x="2797195" y="2476048"/>
                  </a:lnTo>
                  <a:lnTo>
                    <a:pt x="2797289" y="2476048"/>
                  </a:lnTo>
                  <a:lnTo>
                    <a:pt x="2797383" y="2476048"/>
                  </a:lnTo>
                  <a:lnTo>
                    <a:pt x="2797477" y="2476048"/>
                  </a:lnTo>
                  <a:lnTo>
                    <a:pt x="2797571" y="2476048"/>
                  </a:lnTo>
                  <a:lnTo>
                    <a:pt x="2797665" y="2476048"/>
                  </a:lnTo>
                  <a:lnTo>
                    <a:pt x="2797759" y="2476048"/>
                  </a:lnTo>
                  <a:lnTo>
                    <a:pt x="2797853" y="2476048"/>
                  </a:lnTo>
                  <a:lnTo>
                    <a:pt x="2797947" y="2476048"/>
                  </a:lnTo>
                  <a:lnTo>
                    <a:pt x="2797947" y="2470769"/>
                  </a:lnTo>
                  <a:lnTo>
                    <a:pt x="2798041" y="2470769"/>
                  </a:lnTo>
                  <a:lnTo>
                    <a:pt x="2798135" y="2470769"/>
                  </a:lnTo>
                  <a:lnTo>
                    <a:pt x="2798229" y="2470769"/>
                  </a:lnTo>
                  <a:lnTo>
                    <a:pt x="2798323" y="2470769"/>
                  </a:lnTo>
                  <a:lnTo>
                    <a:pt x="2798417" y="2470769"/>
                  </a:lnTo>
                  <a:lnTo>
                    <a:pt x="2798511" y="2470769"/>
                  </a:lnTo>
                  <a:lnTo>
                    <a:pt x="2798605" y="2470769"/>
                  </a:lnTo>
                  <a:lnTo>
                    <a:pt x="2798699" y="2470769"/>
                  </a:lnTo>
                  <a:lnTo>
                    <a:pt x="2798793" y="2470769"/>
                  </a:lnTo>
                  <a:lnTo>
                    <a:pt x="2798887" y="2470769"/>
                  </a:lnTo>
                  <a:lnTo>
                    <a:pt x="2798981" y="2470769"/>
                  </a:lnTo>
                  <a:lnTo>
                    <a:pt x="2799075" y="2470769"/>
                  </a:lnTo>
                  <a:lnTo>
                    <a:pt x="2799169" y="2470769"/>
                  </a:lnTo>
                  <a:lnTo>
                    <a:pt x="2799263" y="2470769"/>
                  </a:lnTo>
                  <a:lnTo>
                    <a:pt x="2799357" y="2470769"/>
                  </a:lnTo>
                  <a:lnTo>
                    <a:pt x="2799451" y="2470769"/>
                  </a:lnTo>
                  <a:lnTo>
                    <a:pt x="2799545" y="2470769"/>
                  </a:lnTo>
                  <a:lnTo>
                    <a:pt x="2799639" y="2470769"/>
                  </a:lnTo>
                  <a:lnTo>
                    <a:pt x="2799733" y="2470769"/>
                  </a:lnTo>
                  <a:lnTo>
                    <a:pt x="2799827" y="2470769"/>
                  </a:lnTo>
                  <a:lnTo>
                    <a:pt x="2799922" y="2470769"/>
                  </a:lnTo>
                  <a:lnTo>
                    <a:pt x="2800016" y="2470769"/>
                  </a:lnTo>
                  <a:lnTo>
                    <a:pt x="2800110" y="2470769"/>
                  </a:lnTo>
                  <a:lnTo>
                    <a:pt x="2800204" y="2470769"/>
                  </a:lnTo>
                  <a:lnTo>
                    <a:pt x="2800298" y="2470769"/>
                  </a:lnTo>
                  <a:lnTo>
                    <a:pt x="2800392" y="2470769"/>
                  </a:lnTo>
                  <a:lnTo>
                    <a:pt x="2800486" y="2470769"/>
                  </a:lnTo>
                  <a:lnTo>
                    <a:pt x="2800580" y="2470769"/>
                  </a:lnTo>
                  <a:lnTo>
                    <a:pt x="2800674" y="2470769"/>
                  </a:lnTo>
                  <a:lnTo>
                    <a:pt x="2800768" y="2470769"/>
                  </a:lnTo>
                  <a:lnTo>
                    <a:pt x="2800862" y="2470769"/>
                  </a:lnTo>
                  <a:lnTo>
                    <a:pt x="2800862" y="2465489"/>
                  </a:lnTo>
                  <a:lnTo>
                    <a:pt x="2800956" y="2465489"/>
                  </a:lnTo>
                  <a:lnTo>
                    <a:pt x="2801050" y="2465489"/>
                  </a:lnTo>
                  <a:lnTo>
                    <a:pt x="2801144" y="2465489"/>
                  </a:lnTo>
                  <a:lnTo>
                    <a:pt x="2801238" y="2465489"/>
                  </a:lnTo>
                  <a:lnTo>
                    <a:pt x="2801332" y="2465489"/>
                  </a:lnTo>
                  <a:lnTo>
                    <a:pt x="2801426" y="2465489"/>
                  </a:lnTo>
                  <a:lnTo>
                    <a:pt x="2801520" y="2465489"/>
                  </a:lnTo>
                  <a:lnTo>
                    <a:pt x="2801614" y="2465489"/>
                  </a:lnTo>
                  <a:lnTo>
                    <a:pt x="2801708" y="2465489"/>
                  </a:lnTo>
                  <a:lnTo>
                    <a:pt x="2801708" y="2460210"/>
                  </a:lnTo>
                  <a:lnTo>
                    <a:pt x="2801802" y="2460210"/>
                  </a:lnTo>
                  <a:lnTo>
                    <a:pt x="2801896" y="2460210"/>
                  </a:lnTo>
                  <a:lnTo>
                    <a:pt x="2801990" y="2460210"/>
                  </a:lnTo>
                  <a:lnTo>
                    <a:pt x="2802084" y="2460210"/>
                  </a:lnTo>
                  <a:lnTo>
                    <a:pt x="2802178" y="2460210"/>
                  </a:lnTo>
                  <a:lnTo>
                    <a:pt x="2802272" y="2460210"/>
                  </a:lnTo>
                  <a:lnTo>
                    <a:pt x="2802366" y="2460210"/>
                  </a:lnTo>
                  <a:lnTo>
                    <a:pt x="2802460" y="2460210"/>
                  </a:lnTo>
                  <a:lnTo>
                    <a:pt x="2802554" y="2460210"/>
                  </a:lnTo>
                  <a:lnTo>
                    <a:pt x="2802648" y="2460210"/>
                  </a:lnTo>
                  <a:lnTo>
                    <a:pt x="2802742" y="2460210"/>
                  </a:lnTo>
                  <a:lnTo>
                    <a:pt x="2802836" y="2460210"/>
                  </a:lnTo>
                  <a:lnTo>
                    <a:pt x="2802836" y="2454930"/>
                  </a:lnTo>
                  <a:lnTo>
                    <a:pt x="2802930" y="2454930"/>
                  </a:lnTo>
                  <a:lnTo>
                    <a:pt x="2803024" y="2454930"/>
                  </a:lnTo>
                  <a:lnTo>
                    <a:pt x="2803118" y="2454930"/>
                  </a:lnTo>
                  <a:lnTo>
                    <a:pt x="2803212" y="2454930"/>
                  </a:lnTo>
                  <a:lnTo>
                    <a:pt x="2803306" y="2454930"/>
                  </a:lnTo>
                  <a:lnTo>
                    <a:pt x="2803400" y="2454930"/>
                  </a:lnTo>
                  <a:lnTo>
                    <a:pt x="2803495" y="2454930"/>
                  </a:lnTo>
                  <a:lnTo>
                    <a:pt x="2803589" y="2454930"/>
                  </a:lnTo>
                  <a:lnTo>
                    <a:pt x="2803683" y="2454930"/>
                  </a:lnTo>
                  <a:lnTo>
                    <a:pt x="2803683" y="2449651"/>
                  </a:lnTo>
                  <a:lnTo>
                    <a:pt x="2803777" y="2449651"/>
                  </a:lnTo>
                  <a:lnTo>
                    <a:pt x="2803871" y="2449651"/>
                  </a:lnTo>
                  <a:lnTo>
                    <a:pt x="2803965" y="2449651"/>
                  </a:lnTo>
                  <a:lnTo>
                    <a:pt x="2804059" y="2449651"/>
                  </a:lnTo>
                  <a:lnTo>
                    <a:pt x="2804153" y="2449651"/>
                  </a:lnTo>
                  <a:lnTo>
                    <a:pt x="2804247" y="2449651"/>
                  </a:lnTo>
                  <a:lnTo>
                    <a:pt x="2804341" y="2449651"/>
                  </a:lnTo>
                  <a:lnTo>
                    <a:pt x="2804435" y="2449651"/>
                  </a:lnTo>
                  <a:lnTo>
                    <a:pt x="2804529" y="2449651"/>
                  </a:lnTo>
                  <a:lnTo>
                    <a:pt x="2804623" y="2449651"/>
                  </a:lnTo>
                  <a:lnTo>
                    <a:pt x="2804717" y="2449651"/>
                  </a:lnTo>
                  <a:lnTo>
                    <a:pt x="2804811" y="2449651"/>
                  </a:lnTo>
                  <a:lnTo>
                    <a:pt x="2804905" y="2449651"/>
                  </a:lnTo>
                  <a:lnTo>
                    <a:pt x="2804999" y="2449651"/>
                  </a:lnTo>
                  <a:lnTo>
                    <a:pt x="2805093" y="2449651"/>
                  </a:lnTo>
                  <a:lnTo>
                    <a:pt x="2805187" y="2449651"/>
                  </a:lnTo>
                  <a:lnTo>
                    <a:pt x="2805281" y="2449651"/>
                  </a:lnTo>
                  <a:lnTo>
                    <a:pt x="2805375" y="2449651"/>
                  </a:lnTo>
                  <a:lnTo>
                    <a:pt x="2805469" y="2449651"/>
                  </a:lnTo>
                  <a:lnTo>
                    <a:pt x="2805563" y="2449651"/>
                  </a:lnTo>
                  <a:lnTo>
                    <a:pt x="2805657" y="2449651"/>
                  </a:lnTo>
                  <a:lnTo>
                    <a:pt x="2805751" y="2449651"/>
                  </a:lnTo>
                  <a:lnTo>
                    <a:pt x="2805845" y="2449651"/>
                  </a:lnTo>
                  <a:lnTo>
                    <a:pt x="2805939" y="2449651"/>
                  </a:lnTo>
                  <a:lnTo>
                    <a:pt x="2806033" y="2449651"/>
                  </a:lnTo>
                  <a:lnTo>
                    <a:pt x="2806127" y="2449651"/>
                  </a:lnTo>
                  <a:lnTo>
                    <a:pt x="2806221" y="2449651"/>
                  </a:lnTo>
                  <a:lnTo>
                    <a:pt x="2806315" y="2449651"/>
                  </a:lnTo>
                  <a:lnTo>
                    <a:pt x="2806409" y="2449651"/>
                  </a:lnTo>
                  <a:lnTo>
                    <a:pt x="2806503" y="2449651"/>
                  </a:lnTo>
                  <a:lnTo>
                    <a:pt x="2806597" y="2449651"/>
                  </a:lnTo>
                  <a:lnTo>
                    <a:pt x="2806691" y="2449651"/>
                  </a:lnTo>
                  <a:lnTo>
                    <a:pt x="2806785" y="2449651"/>
                  </a:lnTo>
                  <a:lnTo>
                    <a:pt x="2806879" y="2449651"/>
                  </a:lnTo>
                  <a:lnTo>
                    <a:pt x="2806973" y="2449651"/>
                  </a:lnTo>
                  <a:lnTo>
                    <a:pt x="2807068" y="2449651"/>
                  </a:lnTo>
                  <a:lnTo>
                    <a:pt x="2807162" y="2449651"/>
                  </a:lnTo>
                  <a:lnTo>
                    <a:pt x="2807256" y="2449651"/>
                  </a:lnTo>
                  <a:lnTo>
                    <a:pt x="2807350" y="2449651"/>
                  </a:lnTo>
                  <a:lnTo>
                    <a:pt x="2807444" y="2449651"/>
                  </a:lnTo>
                  <a:lnTo>
                    <a:pt x="2807538" y="2449651"/>
                  </a:lnTo>
                  <a:lnTo>
                    <a:pt x="2807632" y="2449651"/>
                  </a:lnTo>
                  <a:lnTo>
                    <a:pt x="2807726" y="2449651"/>
                  </a:lnTo>
                  <a:lnTo>
                    <a:pt x="2807820" y="2449651"/>
                  </a:lnTo>
                  <a:lnTo>
                    <a:pt x="2807914" y="2449651"/>
                  </a:lnTo>
                  <a:lnTo>
                    <a:pt x="2808008" y="2449651"/>
                  </a:lnTo>
                  <a:lnTo>
                    <a:pt x="2808102" y="2449651"/>
                  </a:lnTo>
                  <a:lnTo>
                    <a:pt x="2808196" y="2449651"/>
                  </a:lnTo>
                  <a:lnTo>
                    <a:pt x="2808290" y="2449651"/>
                  </a:lnTo>
                  <a:lnTo>
                    <a:pt x="2808384" y="2449651"/>
                  </a:lnTo>
                  <a:lnTo>
                    <a:pt x="2808478" y="2449651"/>
                  </a:lnTo>
                  <a:lnTo>
                    <a:pt x="2808572" y="2449651"/>
                  </a:lnTo>
                  <a:lnTo>
                    <a:pt x="2808666" y="2449651"/>
                  </a:lnTo>
                  <a:lnTo>
                    <a:pt x="2808760" y="2449651"/>
                  </a:lnTo>
                  <a:lnTo>
                    <a:pt x="2808854" y="2449651"/>
                  </a:lnTo>
                  <a:lnTo>
                    <a:pt x="2808948" y="2449651"/>
                  </a:lnTo>
                  <a:lnTo>
                    <a:pt x="2809042" y="2449651"/>
                  </a:lnTo>
                  <a:lnTo>
                    <a:pt x="2809136" y="2449651"/>
                  </a:lnTo>
                  <a:lnTo>
                    <a:pt x="2809230" y="2449651"/>
                  </a:lnTo>
                  <a:lnTo>
                    <a:pt x="2809324" y="2449651"/>
                  </a:lnTo>
                  <a:lnTo>
                    <a:pt x="2809418" y="2449651"/>
                  </a:lnTo>
                  <a:lnTo>
                    <a:pt x="2809512" y="2449651"/>
                  </a:lnTo>
                  <a:lnTo>
                    <a:pt x="2809606" y="2449651"/>
                  </a:lnTo>
                  <a:lnTo>
                    <a:pt x="2809700" y="2449651"/>
                  </a:lnTo>
                  <a:lnTo>
                    <a:pt x="2809794" y="2449651"/>
                  </a:lnTo>
                  <a:lnTo>
                    <a:pt x="2809888" y="2449651"/>
                  </a:lnTo>
                  <a:lnTo>
                    <a:pt x="2809982" y="2449651"/>
                  </a:lnTo>
                  <a:lnTo>
                    <a:pt x="2810076" y="2449651"/>
                  </a:lnTo>
                  <a:lnTo>
                    <a:pt x="2810170" y="2449651"/>
                  </a:lnTo>
                  <a:lnTo>
                    <a:pt x="2810264" y="2449651"/>
                  </a:lnTo>
                  <a:lnTo>
                    <a:pt x="2810358" y="2449651"/>
                  </a:lnTo>
                  <a:lnTo>
                    <a:pt x="2810452" y="2449651"/>
                  </a:lnTo>
                  <a:lnTo>
                    <a:pt x="2810547" y="2449651"/>
                  </a:lnTo>
                  <a:lnTo>
                    <a:pt x="2810641" y="2449651"/>
                  </a:lnTo>
                  <a:lnTo>
                    <a:pt x="2810735" y="2449651"/>
                  </a:lnTo>
                  <a:lnTo>
                    <a:pt x="2810829" y="2449651"/>
                  </a:lnTo>
                  <a:lnTo>
                    <a:pt x="2810923" y="2449651"/>
                  </a:lnTo>
                  <a:lnTo>
                    <a:pt x="2811017" y="2449651"/>
                  </a:lnTo>
                  <a:lnTo>
                    <a:pt x="2811111" y="2449651"/>
                  </a:lnTo>
                  <a:lnTo>
                    <a:pt x="2811205" y="2449651"/>
                  </a:lnTo>
                  <a:lnTo>
                    <a:pt x="2811299" y="2449651"/>
                  </a:lnTo>
                  <a:lnTo>
                    <a:pt x="2811393" y="2449651"/>
                  </a:lnTo>
                  <a:lnTo>
                    <a:pt x="2811487" y="2449651"/>
                  </a:lnTo>
                  <a:lnTo>
                    <a:pt x="2811581" y="2449651"/>
                  </a:lnTo>
                  <a:lnTo>
                    <a:pt x="2811675" y="2449651"/>
                  </a:lnTo>
                  <a:lnTo>
                    <a:pt x="2811769" y="2449651"/>
                  </a:lnTo>
                  <a:lnTo>
                    <a:pt x="2811769" y="2444372"/>
                  </a:lnTo>
                  <a:lnTo>
                    <a:pt x="2811863" y="2444372"/>
                  </a:lnTo>
                  <a:lnTo>
                    <a:pt x="2811957" y="2444372"/>
                  </a:lnTo>
                  <a:lnTo>
                    <a:pt x="2812051" y="2444372"/>
                  </a:lnTo>
                  <a:lnTo>
                    <a:pt x="2812145" y="2444372"/>
                  </a:lnTo>
                  <a:lnTo>
                    <a:pt x="2812239" y="2444372"/>
                  </a:lnTo>
                  <a:lnTo>
                    <a:pt x="2812333" y="2444372"/>
                  </a:lnTo>
                  <a:lnTo>
                    <a:pt x="2812427" y="2444372"/>
                  </a:lnTo>
                  <a:lnTo>
                    <a:pt x="2812521" y="2444372"/>
                  </a:lnTo>
                  <a:lnTo>
                    <a:pt x="2812615" y="2444372"/>
                  </a:lnTo>
                  <a:lnTo>
                    <a:pt x="2812709" y="2444372"/>
                  </a:lnTo>
                  <a:lnTo>
                    <a:pt x="2812803" y="2444372"/>
                  </a:lnTo>
                  <a:lnTo>
                    <a:pt x="2812803" y="2439092"/>
                  </a:lnTo>
                  <a:lnTo>
                    <a:pt x="2812897" y="2439092"/>
                  </a:lnTo>
                  <a:lnTo>
                    <a:pt x="2812991" y="2439092"/>
                  </a:lnTo>
                  <a:lnTo>
                    <a:pt x="2813085" y="2439092"/>
                  </a:lnTo>
                  <a:lnTo>
                    <a:pt x="2813179" y="2439092"/>
                  </a:lnTo>
                  <a:lnTo>
                    <a:pt x="2813273" y="2439092"/>
                  </a:lnTo>
                  <a:lnTo>
                    <a:pt x="2813367" y="2439092"/>
                  </a:lnTo>
                  <a:lnTo>
                    <a:pt x="2813461" y="2439092"/>
                  </a:lnTo>
                  <a:lnTo>
                    <a:pt x="2813555" y="2439092"/>
                  </a:lnTo>
                  <a:lnTo>
                    <a:pt x="2813649" y="2439092"/>
                  </a:lnTo>
                  <a:lnTo>
                    <a:pt x="2813743" y="2439092"/>
                  </a:lnTo>
                  <a:lnTo>
                    <a:pt x="2813837" y="2439092"/>
                  </a:lnTo>
                  <a:lnTo>
                    <a:pt x="2813931" y="2439092"/>
                  </a:lnTo>
                  <a:lnTo>
                    <a:pt x="2814025" y="2439092"/>
                  </a:lnTo>
                  <a:lnTo>
                    <a:pt x="2814120" y="2439092"/>
                  </a:lnTo>
                  <a:lnTo>
                    <a:pt x="2814214" y="2439092"/>
                  </a:lnTo>
                  <a:lnTo>
                    <a:pt x="2814308" y="2439092"/>
                  </a:lnTo>
                  <a:lnTo>
                    <a:pt x="2814402" y="2439092"/>
                  </a:lnTo>
                  <a:lnTo>
                    <a:pt x="2814496" y="2439092"/>
                  </a:lnTo>
                  <a:lnTo>
                    <a:pt x="2814590" y="2439092"/>
                  </a:lnTo>
                  <a:lnTo>
                    <a:pt x="2814684" y="2439092"/>
                  </a:lnTo>
                  <a:lnTo>
                    <a:pt x="2814778" y="2439092"/>
                  </a:lnTo>
                  <a:lnTo>
                    <a:pt x="2814872" y="2439092"/>
                  </a:lnTo>
                  <a:lnTo>
                    <a:pt x="2814966" y="2439092"/>
                  </a:lnTo>
                  <a:lnTo>
                    <a:pt x="2815060" y="2439092"/>
                  </a:lnTo>
                  <a:lnTo>
                    <a:pt x="2815154" y="2439092"/>
                  </a:lnTo>
                  <a:lnTo>
                    <a:pt x="2815248" y="2439092"/>
                  </a:lnTo>
                  <a:lnTo>
                    <a:pt x="2815342" y="2439092"/>
                  </a:lnTo>
                  <a:lnTo>
                    <a:pt x="2815436" y="2439092"/>
                  </a:lnTo>
                  <a:lnTo>
                    <a:pt x="2815530" y="2439092"/>
                  </a:lnTo>
                  <a:lnTo>
                    <a:pt x="2815624" y="2439092"/>
                  </a:lnTo>
                  <a:lnTo>
                    <a:pt x="2815718" y="2439092"/>
                  </a:lnTo>
                  <a:lnTo>
                    <a:pt x="2815812" y="2439092"/>
                  </a:lnTo>
                  <a:lnTo>
                    <a:pt x="2815906" y="2439092"/>
                  </a:lnTo>
                  <a:lnTo>
                    <a:pt x="2816000" y="2439092"/>
                  </a:lnTo>
                  <a:lnTo>
                    <a:pt x="2816094" y="2439092"/>
                  </a:lnTo>
                  <a:lnTo>
                    <a:pt x="2816188" y="2439092"/>
                  </a:lnTo>
                  <a:lnTo>
                    <a:pt x="2816282" y="2439092"/>
                  </a:lnTo>
                  <a:lnTo>
                    <a:pt x="2816376" y="2439092"/>
                  </a:lnTo>
                  <a:lnTo>
                    <a:pt x="2816470" y="2439092"/>
                  </a:lnTo>
                  <a:lnTo>
                    <a:pt x="2816564" y="2439092"/>
                  </a:lnTo>
                  <a:lnTo>
                    <a:pt x="2816658" y="2439092"/>
                  </a:lnTo>
                  <a:lnTo>
                    <a:pt x="2816752" y="2439092"/>
                  </a:lnTo>
                  <a:lnTo>
                    <a:pt x="2816846" y="2439092"/>
                  </a:lnTo>
                  <a:lnTo>
                    <a:pt x="2816940" y="2439092"/>
                  </a:lnTo>
                  <a:lnTo>
                    <a:pt x="2817034" y="2439092"/>
                  </a:lnTo>
                  <a:lnTo>
                    <a:pt x="2817128" y="2439092"/>
                  </a:lnTo>
                  <a:lnTo>
                    <a:pt x="2817222" y="2439092"/>
                  </a:lnTo>
                  <a:lnTo>
                    <a:pt x="2817316" y="2439092"/>
                  </a:lnTo>
                  <a:lnTo>
                    <a:pt x="2817410" y="2439092"/>
                  </a:lnTo>
                  <a:lnTo>
                    <a:pt x="2817504" y="2439092"/>
                  </a:lnTo>
                  <a:lnTo>
                    <a:pt x="2817598" y="2439092"/>
                  </a:lnTo>
                  <a:lnTo>
                    <a:pt x="2817693" y="2439092"/>
                  </a:lnTo>
                  <a:lnTo>
                    <a:pt x="2817787" y="2439092"/>
                  </a:lnTo>
                  <a:lnTo>
                    <a:pt x="2817881" y="2439092"/>
                  </a:lnTo>
                  <a:lnTo>
                    <a:pt x="2817975" y="2439092"/>
                  </a:lnTo>
                  <a:lnTo>
                    <a:pt x="2818069" y="2439092"/>
                  </a:lnTo>
                  <a:lnTo>
                    <a:pt x="2818163" y="2439092"/>
                  </a:lnTo>
                  <a:lnTo>
                    <a:pt x="2818257" y="2439092"/>
                  </a:lnTo>
                  <a:lnTo>
                    <a:pt x="2818351" y="2439092"/>
                  </a:lnTo>
                  <a:lnTo>
                    <a:pt x="2818445" y="2439092"/>
                  </a:lnTo>
                  <a:lnTo>
                    <a:pt x="2818539" y="2439092"/>
                  </a:lnTo>
                  <a:lnTo>
                    <a:pt x="2818633" y="2439092"/>
                  </a:lnTo>
                  <a:lnTo>
                    <a:pt x="2818727" y="2439092"/>
                  </a:lnTo>
                  <a:lnTo>
                    <a:pt x="2818821" y="2439092"/>
                  </a:lnTo>
                  <a:lnTo>
                    <a:pt x="2818915" y="2439092"/>
                  </a:lnTo>
                  <a:lnTo>
                    <a:pt x="2819009" y="2439092"/>
                  </a:lnTo>
                  <a:lnTo>
                    <a:pt x="2819103" y="2439092"/>
                  </a:lnTo>
                  <a:lnTo>
                    <a:pt x="2819197" y="2439092"/>
                  </a:lnTo>
                  <a:lnTo>
                    <a:pt x="2819291" y="2439092"/>
                  </a:lnTo>
                  <a:lnTo>
                    <a:pt x="2819385" y="2439092"/>
                  </a:lnTo>
                  <a:lnTo>
                    <a:pt x="2819479" y="2439092"/>
                  </a:lnTo>
                  <a:lnTo>
                    <a:pt x="2819573" y="2439092"/>
                  </a:lnTo>
                  <a:lnTo>
                    <a:pt x="2819667" y="2439092"/>
                  </a:lnTo>
                  <a:lnTo>
                    <a:pt x="2819761" y="2439092"/>
                  </a:lnTo>
                  <a:lnTo>
                    <a:pt x="2819855" y="2439092"/>
                  </a:lnTo>
                  <a:lnTo>
                    <a:pt x="2819949" y="2439092"/>
                  </a:lnTo>
                  <a:lnTo>
                    <a:pt x="2820043" y="2439092"/>
                  </a:lnTo>
                  <a:lnTo>
                    <a:pt x="2820137" y="2439092"/>
                  </a:lnTo>
                  <a:lnTo>
                    <a:pt x="2820231" y="2439092"/>
                  </a:lnTo>
                  <a:lnTo>
                    <a:pt x="2820325" y="2439092"/>
                  </a:lnTo>
                  <a:lnTo>
                    <a:pt x="2820419" y="2439092"/>
                  </a:lnTo>
                  <a:lnTo>
                    <a:pt x="2820513" y="2439092"/>
                  </a:lnTo>
                  <a:lnTo>
                    <a:pt x="2820607" y="2439092"/>
                  </a:lnTo>
                  <a:lnTo>
                    <a:pt x="2820701" y="2439092"/>
                  </a:lnTo>
                  <a:lnTo>
                    <a:pt x="2820795" y="2439092"/>
                  </a:lnTo>
                  <a:lnTo>
                    <a:pt x="2820889" y="2439092"/>
                  </a:lnTo>
                  <a:lnTo>
                    <a:pt x="2820983" y="2439092"/>
                  </a:lnTo>
                  <a:lnTo>
                    <a:pt x="2821077" y="2439092"/>
                  </a:lnTo>
                  <a:lnTo>
                    <a:pt x="2821172" y="2439092"/>
                  </a:lnTo>
                  <a:lnTo>
                    <a:pt x="2821266" y="2439092"/>
                  </a:lnTo>
                  <a:lnTo>
                    <a:pt x="2821360" y="2439092"/>
                  </a:lnTo>
                  <a:lnTo>
                    <a:pt x="2821454" y="2439092"/>
                  </a:lnTo>
                  <a:lnTo>
                    <a:pt x="2821548" y="2439092"/>
                  </a:lnTo>
                  <a:lnTo>
                    <a:pt x="2821642" y="2439092"/>
                  </a:lnTo>
                  <a:lnTo>
                    <a:pt x="2821736" y="2439092"/>
                  </a:lnTo>
                  <a:lnTo>
                    <a:pt x="2821830" y="2439092"/>
                  </a:lnTo>
                  <a:lnTo>
                    <a:pt x="2821924" y="2439092"/>
                  </a:lnTo>
                  <a:lnTo>
                    <a:pt x="2822018" y="2439092"/>
                  </a:lnTo>
                  <a:lnTo>
                    <a:pt x="2822112" y="2439092"/>
                  </a:lnTo>
                  <a:lnTo>
                    <a:pt x="2822206" y="2439092"/>
                  </a:lnTo>
                  <a:lnTo>
                    <a:pt x="2822300" y="2439092"/>
                  </a:lnTo>
                  <a:lnTo>
                    <a:pt x="2822394" y="2439092"/>
                  </a:lnTo>
                  <a:lnTo>
                    <a:pt x="2822488" y="2439092"/>
                  </a:lnTo>
                  <a:lnTo>
                    <a:pt x="2822582" y="2439092"/>
                  </a:lnTo>
                  <a:lnTo>
                    <a:pt x="2822676" y="2439092"/>
                  </a:lnTo>
                  <a:lnTo>
                    <a:pt x="2822770" y="2439092"/>
                  </a:lnTo>
                  <a:lnTo>
                    <a:pt x="2822864" y="2439092"/>
                  </a:lnTo>
                  <a:lnTo>
                    <a:pt x="2822958" y="2439092"/>
                  </a:lnTo>
                  <a:lnTo>
                    <a:pt x="2823052" y="2439092"/>
                  </a:lnTo>
                  <a:lnTo>
                    <a:pt x="2823146" y="2439092"/>
                  </a:lnTo>
                  <a:lnTo>
                    <a:pt x="2823240" y="2439092"/>
                  </a:lnTo>
                  <a:lnTo>
                    <a:pt x="2823334" y="2439092"/>
                  </a:lnTo>
                  <a:lnTo>
                    <a:pt x="2823428" y="2439092"/>
                  </a:lnTo>
                  <a:lnTo>
                    <a:pt x="2823522" y="2439092"/>
                  </a:lnTo>
                  <a:lnTo>
                    <a:pt x="2823616" y="2439092"/>
                  </a:lnTo>
                  <a:lnTo>
                    <a:pt x="2823710" y="2439092"/>
                  </a:lnTo>
                  <a:lnTo>
                    <a:pt x="2823804" y="2439092"/>
                  </a:lnTo>
                  <a:lnTo>
                    <a:pt x="2823898" y="2439092"/>
                  </a:lnTo>
                  <a:lnTo>
                    <a:pt x="2823992" y="2439092"/>
                  </a:lnTo>
                  <a:lnTo>
                    <a:pt x="2824086" y="2439092"/>
                  </a:lnTo>
                  <a:lnTo>
                    <a:pt x="2824180" y="2439092"/>
                  </a:lnTo>
                  <a:lnTo>
                    <a:pt x="2824274" y="2439092"/>
                  </a:lnTo>
                  <a:lnTo>
                    <a:pt x="2824368" y="2439092"/>
                  </a:lnTo>
                  <a:lnTo>
                    <a:pt x="2824462" y="2439092"/>
                  </a:lnTo>
                  <a:lnTo>
                    <a:pt x="2824556" y="2439092"/>
                  </a:lnTo>
                  <a:lnTo>
                    <a:pt x="2824650" y="2439092"/>
                  </a:lnTo>
                  <a:lnTo>
                    <a:pt x="2824745" y="2439092"/>
                  </a:lnTo>
                  <a:lnTo>
                    <a:pt x="2824839" y="2439092"/>
                  </a:lnTo>
                  <a:lnTo>
                    <a:pt x="2824933" y="2439092"/>
                  </a:lnTo>
                  <a:lnTo>
                    <a:pt x="2825027" y="2439092"/>
                  </a:lnTo>
                  <a:lnTo>
                    <a:pt x="2825121" y="2439092"/>
                  </a:lnTo>
                  <a:lnTo>
                    <a:pt x="2825215" y="2439092"/>
                  </a:lnTo>
                  <a:lnTo>
                    <a:pt x="2825215" y="2433813"/>
                  </a:lnTo>
                  <a:lnTo>
                    <a:pt x="2825309" y="2433813"/>
                  </a:lnTo>
                  <a:lnTo>
                    <a:pt x="2825403" y="2433813"/>
                  </a:lnTo>
                  <a:lnTo>
                    <a:pt x="2825497" y="2433813"/>
                  </a:lnTo>
                  <a:lnTo>
                    <a:pt x="2825591" y="2433813"/>
                  </a:lnTo>
                  <a:lnTo>
                    <a:pt x="2825685" y="2433813"/>
                  </a:lnTo>
                  <a:lnTo>
                    <a:pt x="2825779" y="2433813"/>
                  </a:lnTo>
                  <a:lnTo>
                    <a:pt x="2825779" y="2428533"/>
                  </a:lnTo>
                  <a:lnTo>
                    <a:pt x="2825873" y="2428533"/>
                  </a:lnTo>
                  <a:lnTo>
                    <a:pt x="2825967" y="2428533"/>
                  </a:lnTo>
                  <a:lnTo>
                    <a:pt x="2826061" y="2428533"/>
                  </a:lnTo>
                  <a:lnTo>
                    <a:pt x="2826155" y="2428533"/>
                  </a:lnTo>
                  <a:lnTo>
                    <a:pt x="2826249" y="2428533"/>
                  </a:lnTo>
                  <a:lnTo>
                    <a:pt x="2826343" y="2428533"/>
                  </a:lnTo>
                  <a:lnTo>
                    <a:pt x="2826437" y="2428533"/>
                  </a:lnTo>
                  <a:lnTo>
                    <a:pt x="2826531" y="2428533"/>
                  </a:lnTo>
                  <a:lnTo>
                    <a:pt x="2826625" y="2428533"/>
                  </a:lnTo>
                  <a:lnTo>
                    <a:pt x="2826719" y="2428533"/>
                  </a:lnTo>
                  <a:lnTo>
                    <a:pt x="2826813" y="2428533"/>
                  </a:lnTo>
                  <a:lnTo>
                    <a:pt x="2826907" y="2428533"/>
                  </a:lnTo>
                  <a:lnTo>
                    <a:pt x="2827001" y="2428533"/>
                  </a:lnTo>
                  <a:lnTo>
                    <a:pt x="2827095" y="2428533"/>
                  </a:lnTo>
                  <a:lnTo>
                    <a:pt x="2827189" y="2428533"/>
                  </a:lnTo>
                  <a:lnTo>
                    <a:pt x="2827283" y="2428533"/>
                  </a:lnTo>
                  <a:lnTo>
                    <a:pt x="2827377" y="2428533"/>
                  </a:lnTo>
                  <a:lnTo>
                    <a:pt x="2827471" y="2428533"/>
                  </a:lnTo>
                  <a:lnTo>
                    <a:pt x="2827565" y="2428533"/>
                  </a:lnTo>
                  <a:lnTo>
                    <a:pt x="2827659" y="2428533"/>
                  </a:lnTo>
                  <a:lnTo>
                    <a:pt x="2827753" y="2428533"/>
                  </a:lnTo>
                  <a:lnTo>
                    <a:pt x="2827847" y="2428533"/>
                  </a:lnTo>
                  <a:lnTo>
                    <a:pt x="2827941" y="2428533"/>
                  </a:lnTo>
                  <a:lnTo>
                    <a:pt x="2828035" y="2428533"/>
                  </a:lnTo>
                  <a:lnTo>
                    <a:pt x="2828129" y="2428533"/>
                  </a:lnTo>
                  <a:lnTo>
                    <a:pt x="2828223" y="2428533"/>
                  </a:lnTo>
                  <a:lnTo>
                    <a:pt x="2828318" y="2428533"/>
                  </a:lnTo>
                  <a:lnTo>
                    <a:pt x="2828412" y="2428533"/>
                  </a:lnTo>
                  <a:lnTo>
                    <a:pt x="2828506" y="2428533"/>
                  </a:lnTo>
                  <a:lnTo>
                    <a:pt x="2828600" y="2428533"/>
                  </a:lnTo>
                  <a:lnTo>
                    <a:pt x="2828694" y="2428533"/>
                  </a:lnTo>
                  <a:lnTo>
                    <a:pt x="2828788" y="2428533"/>
                  </a:lnTo>
                  <a:lnTo>
                    <a:pt x="2828882" y="2428533"/>
                  </a:lnTo>
                  <a:lnTo>
                    <a:pt x="2828976" y="2428533"/>
                  </a:lnTo>
                  <a:lnTo>
                    <a:pt x="2829070" y="2428533"/>
                  </a:lnTo>
                  <a:lnTo>
                    <a:pt x="2829164" y="2428533"/>
                  </a:lnTo>
                  <a:lnTo>
                    <a:pt x="2829258" y="2428533"/>
                  </a:lnTo>
                  <a:lnTo>
                    <a:pt x="2829352" y="2428533"/>
                  </a:lnTo>
                  <a:lnTo>
                    <a:pt x="2829446" y="2428533"/>
                  </a:lnTo>
                  <a:lnTo>
                    <a:pt x="2829540" y="2428533"/>
                  </a:lnTo>
                  <a:lnTo>
                    <a:pt x="2829634" y="2428533"/>
                  </a:lnTo>
                  <a:lnTo>
                    <a:pt x="2829728" y="2428533"/>
                  </a:lnTo>
                  <a:lnTo>
                    <a:pt x="2829822" y="2428533"/>
                  </a:lnTo>
                  <a:lnTo>
                    <a:pt x="2829916" y="2428533"/>
                  </a:lnTo>
                  <a:lnTo>
                    <a:pt x="2830010" y="2428533"/>
                  </a:lnTo>
                  <a:lnTo>
                    <a:pt x="2830104" y="2428533"/>
                  </a:lnTo>
                  <a:lnTo>
                    <a:pt x="2830198" y="2428533"/>
                  </a:lnTo>
                  <a:lnTo>
                    <a:pt x="2830292" y="2428533"/>
                  </a:lnTo>
                  <a:lnTo>
                    <a:pt x="2830386" y="2428533"/>
                  </a:lnTo>
                  <a:lnTo>
                    <a:pt x="2830480" y="2428533"/>
                  </a:lnTo>
                  <a:lnTo>
                    <a:pt x="2830574" y="2428533"/>
                  </a:lnTo>
                  <a:lnTo>
                    <a:pt x="2830668" y="2428533"/>
                  </a:lnTo>
                  <a:lnTo>
                    <a:pt x="2830762" y="2428533"/>
                  </a:lnTo>
                  <a:lnTo>
                    <a:pt x="2830856" y="2428533"/>
                  </a:lnTo>
                  <a:lnTo>
                    <a:pt x="2830950" y="2428533"/>
                  </a:lnTo>
                  <a:lnTo>
                    <a:pt x="2831044" y="2428533"/>
                  </a:lnTo>
                  <a:lnTo>
                    <a:pt x="2831138" y="2428533"/>
                  </a:lnTo>
                  <a:lnTo>
                    <a:pt x="2831232" y="2428533"/>
                  </a:lnTo>
                  <a:lnTo>
                    <a:pt x="2831326" y="2428533"/>
                  </a:lnTo>
                  <a:lnTo>
                    <a:pt x="2831420" y="2428533"/>
                  </a:lnTo>
                  <a:lnTo>
                    <a:pt x="2831514" y="2428533"/>
                  </a:lnTo>
                  <a:lnTo>
                    <a:pt x="2831608" y="2428533"/>
                  </a:lnTo>
                  <a:lnTo>
                    <a:pt x="2831702" y="2428533"/>
                  </a:lnTo>
                  <a:lnTo>
                    <a:pt x="2831797" y="2428533"/>
                  </a:lnTo>
                  <a:lnTo>
                    <a:pt x="2831891" y="2428533"/>
                  </a:lnTo>
                  <a:lnTo>
                    <a:pt x="2831985" y="2428533"/>
                  </a:lnTo>
                  <a:lnTo>
                    <a:pt x="2832079" y="2428533"/>
                  </a:lnTo>
                  <a:lnTo>
                    <a:pt x="2832173" y="2428533"/>
                  </a:lnTo>
                  <a:lnTo>
                    <a:pt x="2832267" y="2428533"/>
                  </a:lnTo>
                  <a:lnTo>
                    <a:pt x="2832361" y="2428533"/>
                  </a:lnTo>
                  <a:lnTo>
                    <a:pt x="2832455" y="2428533"/>
                  </a:lnTo>
                  <a:lnTo>
                    <a:pt x="2832549" y="2428533"/>
                  </a:lnTo>
                  <a:lnTo>
                    <a:pt x="2832643" y="2428533"/>
                  </a:lnTo>
                  <a:lnTo>
                    <a:pt x="2832737" y="2428533"/>
                  </a:lnTo>
                  <a:lnTo>
                    <a:pt x="2832831" y="2428533"/>
                  </a:lnTo>
                  <a:lnTo>
                    <a:pt x="2832925" y="2428533"/>
                  </a:lnTo>
                  <a:lnTo>
                    <a:pt x="2833019" y="2428533"/>
                  </a:lnTo>
                  <a:lnTo>
                    <a:pt x="2833113" y="2428533"/>
                  </a:lnTo>
                  <a:lnTo>
                    <a:pt x="2833207" y="2428533"/>
                  </a:lnTo>
                  <a:lnTo>
                    <a:pt x="2833301" y="2428533"/>
                  </a:lnTo>
                  <a:lnTo>
                    <a:pt x="2833395" y="2428533"/>
                  </a:lnTo>
                  <a:lnTo>
                    <a:pt x="2833489" y="2428533"/>
                  </a:lnTo>
                  <a:lnTo>
                    <a:pt x="2833583" y="2428533"/>
                  </a:lnTo>
                  <a:lnTo>
                    <a:pt x="2833677" y="2428533"/>
                  </a:lnTo>
                  <a:lnTo>
                    <a:pt x="2833771" y="2428533"/>
                  </a:lnTo>
                  <a:lnTo>
                    <a:pt x="2833865" y="2428533"/>
                  </a:lnTo>
                  <a:lnTo>
                    <a:pt x="2833959" y="2428533"/>
                  </a:lnTo>
                  <a:lnTo>
                    <a:pt x="2834053" y="2428533"/>
                  </a:lnTo>
                  <a:lnTo>
                    <a:pt x="2834147" y="2428533"/>
                  </a:lnTo>
                  <a:lnTo>
                    <a:pt x="2834241" y="2428533"/>
                  </a:lnTo>
                  <a:lnTo>
                    <a:pt x="2834335" y="2428533"/>
                  </a:lnTo>
                  <a:lnTo>
                    <a:pt x="2834429" y="2428533"/>
                  </a:lnTo>
                  <a:lnTo>
                    <a:pt x="2834523" y="2428533"/>
                  </a:lnTo>
                  <a:lnTo>
                    <a:pt x="2834617" y="2428533"/>
                  </a:lnTo>
                  <a:lnTo>
                    <a:pt x="2834711" y="2428533"/>
                  </a:lnTo>
                  <a:lnTo>
                    <a:pt x="2834805" y="2428533"/>
                  </a:lnTo>
                  <a:lnTo>
                    <a:pt x="2834899" y="2428533"/>
                  </a:lnTo>
                  <a:lnTo>
                    <a:pt x="2834993" y="2428533"/>
                  </a:lnTo>
                  <a:lnTo>
                    <a:pt x="2835087" y="2428533"/>
                  </a:lnTo>
                  <a:lnTo>
                    <a:pt x="2835181" y="2428533"/>
                  </a:lnTo>
                  <a:lnTo>
                    <a:pt x="2835275" y="2428533"/>
                  </a:lnTo>
                  <a:lnTo>
                    <a:pt x="2835370" y="2428533"/>
                  </a:lnTo>
                  <a:lnTo>
                    <a:pt x="2835464" y="2428533"/>
                  </a:lnTo>
                  <a:lnTo>
                    <a:pt x="2835558" y="2428533"/>
                  </a:lnTo>
                  <a:lnTo>
                    <a:pt x="2835652" y="2428533"/>
                  </a:lnTo>
                  <a:lnTo>
                    <a:pt x="2835746" y="2428533"/>
                  </a:lnTo>
                  <a:lnTo>
                    <a:pt x="2835840" y="2428533"/>
                  </a:lnTo>
                  <a:lnTo>
                    <a:pt x="2835934" y="2428533"/>
                  </a:lnTo>
                  <a:lnTo>
                    <a:pt x="2836028" y="2428533"/>
                  </a:lnTo>
                  <a:lnTo>
                    <a:pt x="2836122" y="2428533"/>
                  </a:lnTo>
                  <a:lnTo>
                    <a:pt x="2836216" y="2428533"/>
                  </a:lnTo>
                  <a:lnTo>
                    <a:pt x="2836310" y="2428533"/>
                  </a:lnTo>
                  <a:lnTo>
                    <a:pt x="2836404" y="2428533"/>
                  </a:lnTo>
                  <a:lnTo>
                    <a:pt x="2836498" y="2428533"/>
                  </a:lnTo>
                  <a:lnTo>
                    <a:pt x="2836592" y="2428533"/>
                  </a:lnTo>
                  <a:lnTo>
                    <a:pt x="2836592" y="2423254"/>
                  </a:lnTo>
                  <a:lnTo>
                    <a:pt x="2836686" y="2423254"/>
                  </a:lnTo>
                  <a:lnTo>
                    <a:pt x="2836780" y="2423254"/>
                  </a:lnTo>
                  <a:lnTo>
                    <a:pt x="2836874" y="2423254"/>
                  </a:lnTo>
                  <a:lnTo>
                    <a:pt x="2836968" y="2423254"/>
                  </a:lnTo>
                  <a:lnTo>
                    <a:pt x="2837062" y="2423254"/>
                  </a:lnTo>
                  <a:lnTo>
                    <a:pt x="2837156" y="2423254"/>
                  </a:lnTo>
                  <a:lnTo>
                    <a:pt x="2837250" y="2423254"/>
                  </a:lnTo>
                  <a:lnTo>
                    <a:pt x="2837344" y="2423254"/>
                  </a:lnTo>
                  <a:lnTo>
                    <a:pt x="2837438" y="2423254"/>
                  </a:lnTo>
                  <a:lnTo>
                    <a:pt x="2837532" y="2423254"/>
                  </a:lnTo>
                  <a:lnTo>
                    <a:pt x="2837626" y="2423254"/>
                  </a:lnTo>
                  <a:lnTo>
                    <a:pt x="2837720" y="2423254"/>
                  </a:lnTo>
                  <a:lnTo>
                    <a:pt x="2837814" y="2423254"/>
                  </a:lnTo>
                  <a:lnTo>
                    <a:pt x="2837908" y="2423254"/>
                  </a:lnTo>
                  <a:lnTo>
                    <a:pt x="2838002" y="2423254"/>
                  </a:lnTo>
                  <a:lnTo>
                    <a:pt x="2838096" y="2423254"/>
                  </a:lnTo>
                  <a:lnTo>
                    <a:pt x="2838190" y="2423254"/>
                  </a:lnTo>
                  <a:lnTo>
                    <a:pt x="2838284" y="2423254"/>
                  </a:lnTo>
                  <a:lnTo>
                    <a:pt x="2838378" y="2423254"/>
                  </a:lnTo>
                  <a:lnTo>
                    <a:pt x="2838472" y="2423254"/>
                  </a:lnTo>
                  <a:lnTo>
                    <a:pt x="2838566" y="2423254"/>
                  </a:lnTo>
                  <a:lnTo>
                    <a:pt x="2838660" y="2423254"/>
                  </a:lnTo>
                  <a:lnTo>
                    <a:pt x="2838660" y="2417974"/>
                  </a:lnTo>
                  <a:lnTo>
                    <a:pt x="2838754" y="2417974"/>
                  </a:lnTo>
                  <a:lnTo>
                    <a:pt x="2838848" y="2417974"/>
                  </a:lnTo>
                  <a:lnTo>
                    <a:pt x="2838943" y="2417974"/>
                  </a:lnTo>
                  <a:lnTo>
                    <a:pt x="2839037" y="2417974"/>
                  </a:lnTo>
                  <a:lnTo>
                    <a:pt x="2839131" y="2417974"/>
                  </a:lnTo>
                  <a:lnTo>
                    <a:pt x="2839225" y="2417974"/>
                  </a:lnTo>
                  <a:lnTo>
                    <a:pt x="2839319" y="2417974"/>
                  </a:lnTo>
                  <a:lnTo>
                    <a:pt x="2839413" y="2417974"/>
                  </a:lnTo>
                  <a:lnTo>
                    <a:pt x="2839507" y="2417974"/>
                  </a:lnTo>
                  <a:lnTo>
                    <a:pt x="2839601" y="2417974"/>
                  </a:lnTo>
                  <a:lnTo>
                    <a:pt x="2839695" y="2417974"/>
                  </a:lnTo>
                  <a:lnTo>
                    <a:pt x="2839789" y="2417974"/>
                  </a:lnTo>
                  <a:lnTo>
                    <a:pt x="2839883" y="2417974"/>
                  </a:lnTo>
                  <a:lnTo>
                    <a:pt x="2839977" y="2417974"/>
                  </a:lnTo>
                  <a:lnTo>
                    <a:pt x="2840071" y="2417974"/>
                  </a:lnTo>
                  <a:lnTo>
                    <a:pt x="2840165" y="2417974"/>
                  </a:lnTo>
                  <a:lnTo>
                    <a:pt x="2840259" y="2417974"/>
                  </a:lnTo>
                  <a:lnTo>
                    <a:pt x="2840353" y="2417974"/>
                  </a:lnTo>
                  <a:lnTo>
                    <a:pt x="2840447" y="2417974"/>
                  </a:lnTo>
                  <a:lnTo>
                    <a:pt x="2840541" y="2417974"/>
                  </a:lnTo>
                  <a:lnTo>
                    <a:pt x="2840635" y="2417974"/>
                  </a:lnTo>
                  <a:lnTo>
                    <a:pt x="2840729" y="2417974"/>
                  </a:lnTo>
                  <a:lnTo>
                    <a:pt x="2840823" y="2417974"/>
                  </a:lnTo>
                  <a:lnTo>
                    <a:pt x="2840917" y="2417974"/>
                  </a:lnTo>
                  <a:lnTo>
                    <a:pt x="2841011" y="2417974"/>
                  </a:lnTo>
                  <a:lnTo>
                    <a:pt x="2841105" y="2417974"/>
                  </a:lnTo>
                  <a:lnTo>
                    <a:pt x="2841199" y="2417974"/>
                  </a:lnTo>
                  <a:lnTo>
                    <a:pt x="2841293" y="2417974"/>
                  </a:lnTo>
                  <a:lnTo>
                    <a:pt x="2841387" y="2417974"/>
                  </a:lnTo>
                  <a:lnTo>
                    <a:pt x="2841481" y="2417974"/>
                  </a:lnTo>
                  <a:lnTo>
                    <a:pt x="2841575" y="2417974"/>
                  </a:lnTo>
                  <a:lnTo>
                    <a:pt x="2841669" y="2417974"/>
                  </a:lnTo>
                  <a:lnTo>
                    <a:pt x="2841763" y="2417974"/>
                  </a:lnTo>
                  <a:lnTo>
                    <a:pt x="2841857" y="2417974"/>
                  </a:lnTo>
                  <a:lnTo>
                    <a:pt x="2841951" y="2417974"/>
                  </a:lnTo>
                  <a:lnTo>
                    <a:pt x="2842045" y="2417974"/>
                  </a:lnTo>
                  <a:lnTo>
                    <a:pt x="2842139" y="2417974"/>
                  </a:lnTo>
                  <a:lnTo>
                    <a:pt x="2842233" y="2417974"/>
                  </a:lnTo>
                  <a:lnTo>
                    <a:pt x="2842327" y="2417974"/>
                  </a:lnTo>
                  <a:lnTo>
                    <a:pt x="2842422" y="2417974"/>
                  </a:lnTo>
                  <a:lnTo>
                    <a:pt x="2842516" y="2417974"/>
                  </a:lnTo>
                  <a:lnTo>
                    <a:pt x="2842610" y="2417974"/>
                  </a:lnTo>
                  <a:lnTo>
                    <a:pt x="2842704" y="2417974"/>
                  </a:lnTo>
                  <a:lnTo>
                    <a:pt x="2842798" y="2417974"/>
                  </a:lnTo>
                  <a:lnTo>
                    <a:pt x="2842892" y="2417974"/>
                  </a:lnTo>
                  <a:lnTo>
                    <a:pt x="2842986" y="2417974"/>
                  </a:lnTo>
                  <a:lnTo>
                    <a:pt x="2843080" y="2417974"/>
                  </a:lnTo>
                  <a:lnTo>
                    <a:pt x="2843174" y="2417974"/>
                  </a:lnTo>
                  <a:lnTo>
                    <a:pt x="2843268" y="2417974"/>
                  </a:lnTo>
                  <a:lnTo>
                    <a:pt x="2843362" y="2417974"/>
                  </a:lnTo>
                  <a:lnTo>
                    <a:pt x="2843456" y="2417974"/>
                  </a:lnTo>
                  <a:lnTo>
                    <a:pt x="2843550" y="2417974"/>
                  </a:lnTo>
                  <a:lnTo>
                    <a:pt x="2843644" y="2417974"/>
                  </a:lnTo>
                  <a:lnTo>
                    <a:pt x="2843738" y="2417974"/>
                  </a:lnTo>
                  <a:lnTo>
                    <a:pt x="2843832" y="2417974"/>
                  </a:lnTo>
                  <a:lnTo>
                    <a:pt x="2843926" y="2417974"/>
                  </a:lnTo>
                  <a:lnTo>
                    <a:pt x="2844020" y="2417974"/>
                  </a:lnTo>
                  <a:lnTo>
                    <a:pt x="2844114" y="2417974"/>
                  </a:lnTo>
                  <a:lnTo>
                    <a:pt x="2844208" y="2417974"/>
                  </a:lnTo>
                  <a:lnTo>
                    <a:pt x="2844302" y="2417974"/>
                  </a:lnTo>
                  <a:lnTo>
                    <a:pt x="2844396" y="2417974"/>
                  </a:lnTo>
                  <a:lnTo>
                    <a:pt x="2844490" y="2417974"/>
                  </a:lnTo>
                  <a:lnTo>
                    <a:pt x="2844584" y="2417974"/>
                  </a:lnTo>
                  <a:lnTo>
                    <a:pt x="2844678" y="2417974"/>
                  </a:lnTo>
                  <a:lnTo>
                    <a:pt x="2844772" y="2417974"/>
                  </a:lnTo>
                  <a:lnTo>
                    <a:pt x="2844866" y="2417974"/>
                  </a:lnTo>
                  <a:lnTo>
                    <a:pt x="2844960" y="2417974"/>
                  </a:lnTo>
                  <a:lnTo>
                    <a:pt x="2845054" y="2417974"/>
                  </a:lnTo>
                  <a:lnTo>
                    <a:pt x="2845148" y="2417974"/>
                  </a:lnTo>
                  <a:lnTo>
                    <a:pt x="2845148" y="2412695"/>
                  </a:lnTo>
                  <a:lnTo>
                    <a:pt x="2845242" y="2412695"/>
                  </a:lnTo>
                  <a:lnTo>
                    <a:pt x="2845336" y="2412695"/>
                  </a:lnTo>
                  <a:lnTo>
                    <a:pt x="2845430" y="2412695"/>
                  </a:lnTo>
                  <a:lnTo>
                    <a:pt x="2845524" y="2412695"/>
                  </a:lnTo>
                  <a:lnTo>
                    <a:pt x="2845618" y="2412695"/>
                  </a:lnTo>
                  <a:lnTo>
                    <a:pt x="2845712" y="2412695"/>
                  </a:lnTo>
                  <a:lnTo>
                    <a:pt x="2845806" y="2412695"/>
                  </a:lnTo>
                  <a:lnTo>
                    <a:pt x="2845900" y="2412695"/>
                  </a:lnTo>
                  <a:lnTo>
                    <a:pt x="2845995" y="2412695"/>
                  </a:lnTo>
                  <a:lnTo>
                    <a:pt x="2846089" y="2412695"/>
                  </a:lnTo>
                  <a:lnTo>
                    <a:pt x="2846183" y="2412695"/>
                  </a:lnTo>
                  <a:lnTo>
                    <a:pt x="2846277" y="2412695"/>
                  </a:lnTo>
                  <a:lnTo>
                    <a:pt x="2846371" y="2412695"/>
                  </a:lnTo>
                  <a:lnTo>
                    <a:pt x="2846465" y="2412695"/>
                  </a:lnTo>
                  <a:lnTo>
                    <a:pt x="2846559" y="2412695"/>
                  </a:lnTo>
                  <a:lnTo>
                    <a:pt x="2846653" y="2412695"/>
                  </a:lnTo>
                  <a:lnTo>
                    <a:pt x="2846747" y="2412695"/>
                  </a:lnTo>
                  <a:lnTo>
                    <a:pt x="2846841" y="2412695"/>
                  </a:lnTo>
                  <a:lnTo>
                    <a:pt x="2846935" y="2412695"/>
                  </a:lnTo>
                  <a:lnTo>
                    <a:pt x="2847029" y="2412695"/>
                  </a:lnTo>
                  <a:lnTo>
                    <a:pt x="2847123" y="2412695"/>
                  </a:lnTo>
                  <a:lnTo>
                    <a:pt x="2847217" y="2412695"/>
                  </a:lnTo>
                  <a:lnTo>
                    <a:pt x="2847311" y="2412695"/>
                  </a:lnTo>
                  <a:lnTo>
                    <a:pt x="2847405" y="2412695"/>
                  </a:lnTo>
                  <a:lnTo>
                    <a:pt x="2847499" y="2412695"/>
                  </a:lnTo>
                  <a:lnTo>
                    <a:pt x="2847593" y="2412695"/>
                  </a:lnTo>
                  <a:lnTo>
                    <a:pt x="2847687" y="2412695"/>
                  </a:lnTo>
                  <a:lnTo>
                    <a:pt x="2847781" y="2412695"/>
                  </a:lnTo>
                  <a:lnTo>
                    <a:pt x="2847781" y="2407416"/>
                  </a:lnTo>
                  <a:lnTo>
                    <a:pt x="2847875" y="2407416"/>
                  </a:lnTo>
                  <a:lnTo>
                    <a:pt x="2847969" y="2407416"/>
                  </a:lnTo>
                  <a:lnTo>
                    <a:pt x="2848063" y="2407416"/>
                  </a:lnTo>
                  <a:lnTo>
                    <a:pt x="2848063" y="2402136"/>
                  </a:lnTo>
                  <a:lnTo>
                    <a:pt x="2848157" y="2402136"/>
                  </a:lnTo>
                  <a:lnTo>
                    <a:pt x="2848251" y="2402136"/>
                  </a:lnTo>
                  <a:lnTo>
                    <a:pt x="2848345" y="2402136"/>
                  </a:lnTo>
                  <a:lnTo>
                    <a:pt x="2848439" y="2402136"/>
                  </a:lnTo>
                  <a:lnTo>
                    <a:pt x="2848533" y="2402136"/>
                  </a:lnTo>
                  <a:lnTo>
                    <a:pt x="2848627" y="2402136"/>
                  </a:lnTo>
                  <a:lnTo>
                    <a:pt x="2848721" y="2402136"/>
                  </a:lnTo>
                  <a:lnTo>
                    <a:pt x="2848815" y="2402136"/>
                  </a:lnTo>
                  <a:lnTo>
                    <a:pt x="2848909" y="2402136"/>
                  </a:lnTo>
                  <a:lnTo>
                    <a:pt x="2848909" y="2396857"/>
                  </a:lnTo>
                  <a:lnTo>
                    <a:pt x="2849003" y="2396857"/>
                  </a:lnTo>
                  <a:lnTo>
                    <a:pt x="2849003" y="2391577"/>
                  </a:lnTo>
                  <a:lnTo>
                    <a:pt x="2849097" y="2391577"/>
                  </a:lnTo>
                  <a:lnTo>
                    <a:pt x="2849191" y="2391577"/>
                  </a:lnTo>
                  <a:lnTo>
                    <a:pt x="2849285" y="2391577"/>
                  </a:lnTo>
                  <a:lnTo>
                    <a:pt x="2849379" y="2391577"/>
                  </a:lnTo>
                  <a:lnTo>
                    <a:pt x="2849473" y="2391577"/>
                  </a:lnTo>
                  <a:lnTo>
                    <a:pt x="2849568" y="2391577"/>
                  </a:lnTo>
                  <a:lnTo>
                    <a:pt x="2849662" y="2391577"/>
                  </a:lnTo>
                  <a:lnTo>
                    <a:pt x="2849756" y="2391577"/>
                  </a:lnTo>
                  <a:lnTo>
                    <a:pt x="2849850" y="2391577"/>
                  </a:lnTo>
                  <a:lnTo>
                    <a:pt x="2849944" y="2391577"/>
                  </a:lnTo>
                  <a:lnTo>
                    <a:pt x="2850038" y="2391577"/>
                  </a:lnTo>
                  <a:lnTo>
                    <a:pt x="2850132" y="2391577"/>
                  </a:lnTo>
                  <a:lnTo>
                    <a:pt x="2850226" y="2391577"/>
                  </a:lnTo>
                  <a:lnTo>
                    <a:pt x="2850320" y="2391577"/>
                  </a:lnTo>
                  <a:lnTo>
                    <a:pt x="2850414" y="2391577"/>
                  </a:lnTo>
                  <a:lnTo>
                    <a:pt x="2850508" y="2391577"/>
                  </a:lnTo>
                  <a:lnTo>
                    <a:pt x="2850602" y="2391577"/>
                  </a:lnTo>
                  <a:lnTo>
                    <a:pt x="2850696" y="2391577"/>
                  </a:lnTo>
                  <a:lnTo>
                    <a:pt x="2850790" y="2391577"/>
                  </a:lnTo>
                  <a:lnTo>
                    <a:pt x="2850884" y="2391577"/>
                  </a:lnTo>
                  <a:lnTo>
                    <a:pt x="2850978" y="2391577"/>
                  </a:lnTo>
                  <a:lnTo>
                    <a:pt x="2851072" y="2391577"/>
                  </a:lnTo>
                  <a:lnTo>
                    <a:pt x="2851166" y="2391577"/>
                  </a:lnTo>
                  <a:lnTo>
                    <a:pt x="2851260" y="2391577"/>
                  </a:lnTo>
                  <a:lnTo>
                    <a:pt x="2851354" y="2391577"/>
                  </a:lnTo>
                  <a:lnTo>
                    <a:pt x="2851448" y="2391577"/>
                  </a:lnTo>
                  <a:lnTo>
                    <a:pt x="2851542" y="2391577"/>
                  </a:lnTo>
                  <a:lnTo>
                    <a:pt x="2851636" y="2391577"/>
                  </a:lnTo>
                  <a:lnTo>
                    <a:pt x="2851730" y="2391577"/>
                  </a:lnTo>
                  <a:lnTo>
                    <a:pt x="2851824" y="2391577"/>
                  </a:lnTo>
                  <a:lnTo>
                    <a:pt x="2851918" y="2391577"/>
                  </a:lnTo>
                  <a:lnTo>
                    <a:pt x="2852012" y="2391577"/>
                  </a:lnTo>
                  <a:lnTo>
                    <a:pt x="2852106" y="2391577"/>
                  </a:lnTo>
                  <a:lnTo>
                    <a:pt x="2852200" y="2391577"/>
                  </a:lnTo>
                  <a:lnTo>
                    <a:pt x="2852294" y="2391577"/>
                  </a:lnTo>
                  <a:lnTo>
                    <a:pt x="2852388" y="2391577"/>
                  </a:lnTo>
                  <a:lnTo>
                    <a:pt x="2852482" y="2391577"/>
                  </a:lnTo>
                  <a:lnTo>
                    <a:pt x="2852576" y="2391577"/>
                  </a:lnTo>
                  <a:lnTo>
                    <a:pt x="2852670" y="2391577"/>
                  </a:lnTo>
                  <a:lnTo>
                    <a:pt x="2852764" y="2391577"/>
                  </a:lnTo>
                  <a:lnTo>
                    <a:pt x="2852858" y="2391577"/>
                  </a:lnTo>
                  <a:lnTo>
                    <a:pt x="2852952" y="2391577"/>
                  </a:lnTo>
                  <a:lnTo>
                    <a:pt x="2853046" y="2391577"/>
                  </a:lnTo>
                  <a:lnTo>
                    <a:pt x="2853141" y="2391577"/>
                  </a:lnTo>
                  <a:lnTo>
                    <a:pt x="2853235" y="2391577"/>
                  </a:lnTo>
                  <a:lnTo>
                    <a:pt x="2853329" y="2391577"/>
                  </a:lnTo>
                  <a:lnTo>
                    <a:pt x="2853423" y="2391577"/>
                  </a:lnTo>
                  <a:lnTo>
                    <a:pt x="2853517" y="2391577"/>
                  </a:lnTo>
                  <a:lnTo>
                    <a:pt x="2853611" y="2391577"/>
                  </a:lnTo>
                  <a:lnTo>
                    <a:pt x="2853705" y="2391577"/>
                  </a:lnTo>
                  <a:lnTo>
                    <a:pt x="2853799" y="2391577"/>
                  </a:lnTo>
                  <a:lnTo>
                    <a:pt x="2853893" y="2391577"/>
                  </a:lnTo>
                  <a:lnTo>
                    <a:pt x="2853987" y="2391577"/>
                  </a:lnTo>
                  <a:lnTo>
                    <a:pt x="2854081" y="2391577"/>
                  </a:lnTo>
                  <a:lnTo>
                    <a:pt x="2854175" y="2391577"/>
                  </a:lnTo>
                  <a:lnTo>
                    <a:pt x="2854269" y="2391577"/>
                  </a:lnTo>
                  <a:lnTo>
                    <a:pt x="2854363" y="2391577"/>
                  </a:lnTo>
                  <a:lnTo>
                    <a:pt x="2854457" y="2391577"/>
                  </a:lnTo>
                  <a:lnTo>
                    <a:pt x="2854551" y="2391577"/>
                  </a:lnTo>
                  <a:lnTo>
                    <a:pt x="2854645" y="2391577"/>
                  </a:lnTo>
                  <a:lnTo>
                    <a:pt x="2854739" y="2391577"/>
                  </a:lnTo>
                  <a:lnTo>
                    <a:pt x="2854833" y="2391577"/>
                  </a:lnTo>
                  <a:lnTo>
                    <a:pt x="2854927" y="2391577"/>
                  </a:lnTo>
                  <a:lnTo>
                    <a:pt x="2854927" y="2386298"/>
                  </a:lnTo>
                  <a:lnTo>
                    <a:pt x="2855021" y="2386298"/>
                  </a:lnTo>
                  <a:lnTo>
                    <a:pt x="2855115" y="2386298"/>
                  </a:lnTo>
                  <a:lnTo>
                    <a:pt x="2855209" y="2386298"/>
                  </a:lnTo>
                  <a:lnTo>
                    <a:pt x="2855303" y="2386298"/>
                  </a:lnTo>
                  <a:lnTo>
                    <a:pt x="2855397" y="2386298"/>
                  </a:lnTo>
                  <a:lnTo>
                    <a:pt x="2855491" y="2386298"/>
                  </a:lnTo>
                  <a:lnTo>
                    <a:pt x="2855585" y="2386298"/>
                  </a:lnTo>
                  <a:lnTo>
                    <a:pt x="2855679" y="2386298"/>
                  </a:lnTo>
                  <a:lnTo>
                    <a:pt x="2855773" y="2386298"/>
                  </a:lnTo>
                  <a:lnTo>
                    <a:pt x="2855867" y="2386298"/>
                  </a:lnTo>
                  <a:lnTo>
                    <a:pt x="2855961" y="2386298"/>
                  </a:lnTo>
                  <a:lnTo>
                    <a:pt x="2856055" y="2386298"/>
                  </a:lnTo>
                  <a:lnTo>
                    <a:pt x="2856149" y="2386298"/>
                  </a:lnTo>
                  <a:lnTo>
                    <a:pt x="2856243" y="2386298"/>
                  </a:lnTo>
                  <a:lnTo>
                    <a:pt x="2856337" y="2386298"/>
                  </a:lnTo>
                  <a:lnTo>
                    <a:pt x="2856431" y="2386298"/>
                  </a:lnTo>
                  <a:lnTo>
                    <a:pt x="2856525" y="2386298"/>
                  </a:lnTo>
                  <a:lnTo>
                    <a:pt x="2856620" y="2386298"/>
                  </a:lnTo>
                  <a:lnTo>
                    <a:pt x="2856714" y="2386298"/>
                  </a:lnTo>
                  <a:lnTo>
                    <a:pt x="2856808" y="2386298"/>
                  </a:lnTo>
                  <a:lnTo>
                    <a:pt x="2856902" y="2386298"/>
                  </a:lnTo>
                  <a:lnTo>
                    <a:pt x="2856996" y="2386298"/>
                  </a:lnTo>
                  <a:lnTo>
                    <a:pt x="2857090" y="2386298"/>
                  </a:lnTo>
                  <a:lnTo>
                    <a:pt x="2857184" y="2386298"/>
                  </a:lnTo>
                  <a:lnTo>
                    <a:pt x="2857278" y="2386298"/>
                  </a:lnTo>
                  <a:lnTo>
                    <a:pt x="2857372" y="2386298"/>
                  </a:lnTo>
                  <a:lnTo>
                    <a:pt x="2857466" y="2386298"/>
                  </a:lnTo>
                  <a:lnTo>
                    <a:pt x="2857560" y="2386298"/>
                  </a:lnTo>
                  <a:lnTo>
                    <a:pt x="2857654" y="2386298"/>
                  </a:lnTo>
                  <a:lnTo>
                    <a:pt x="2857748" y="2386298"/>
                  </a:lnTo>
                  <a:lnTo>
                    <a:pt x="2857842" y="2386298"/>
                  </a:lnTo>
                  <a:lnTo>
                    <a:pt x="2857936" y="2386298"/>
                  </a:lnTo>
                  <a:lnTo>
                    <a:pt x="2858030" y="2386298"/>
                  </a:lnTo>
                  <a:lnTo>
                    <a:pt x="2858124" y="2386298"/>
                  </a:lnTo>
                  <a:lnTo>
                    <a:pt x="2858218" y="2386298"/>
                  </a:lnTo>
                  <a:lnTo>
                    <a:pt x="2858218" y="2381019"/>
                  </a:lnTo>
                  <a:lnTo>
                    <a:pt x="2858312" y="2381019"/>
                  </a:lnTo>
                  <a:lnTo>
                    <a:pt x="2858406" y="2381019"/>
                  </a:lnTo>
                  <a:lnTo>
                    <a:pt x="2858500" y="2381019"/>
                  </a:lnTo>
                  <a:lnTo>
                    <a:pt x="2858594" y="2381019"/>
                  </a:lnTo>
                  <a:lnTo>
                    <a:pt x="2858688" y="2381019"/>
                  </a:lnTo>
                  <a:lnTo>
                    <a:pt x="2858782" y="2381019"/>
                  </a:lnTo>
                  <a:lnTo>
                    <a:pt x="2858876" y="2381019"/>
                  </a:lnTo>
                  <a:lnTo>
                    <a:pt x="2858970" y="2381019"/>
                  </a:lnTo>
                  <a:lnTo>
                    <a:pt x="2859064" y="2381019"/>
                  </a:lnTo>
                  <a:lnTo>
                    <a:pt x="2859158" y="2381019"/>
                  </a:lnTo>
                  <a:lnTo>
                    <a:pt x="2859252" y="2381019"/>
                  </a:lnTo>
                  <a:lnTo>
                    <a:pt x="2859346" y="2381019"/>
                  </a:lnTo>
                  <a:lnTo>
                    <a:pt x="2859440" y="2381019"/>
                  </a:lnTo>
                  <a:lnTo>
                    <a:pt x="2859534" y="2381019"/>
                  </a:lnTo>
                  <a:lnTo>
                    <a:pt x="2859628" y="2381019"/>
                  </a:lnTo>
                  <a:lnTo>
                    <a:pt x="2859722" y="2381019"/>
                  </a:lnTo>
                  <a:lnTo>
                    <a:pt x="2859816" y="2381019"/>
                  </a:lnTo>
                  <a:lnTo>
                    <a:pt x="2859910" y="2381019"/>
                  </a:lnTo>
                  <a:lnTo>
                    <a:pt x="2860004" y="2381019"/>
                  </a:lnTo>
                  <a:lnTo>
                    <a:pt x="2860098" y="2381019"/>
                  </a:lnTo>
                  <a:lnTo>
                    <a:pt x="2860193" y="2381019"/>
                  </a:lnTo>
                  <a:lnTo>
                    <a:pt x="2860287" y="2381019"/>
                  </a:lnTo>
                  <a:lnTo>
                    <a:pt x="2860381" y="2381019"/>
                  </a:lnTo>
                  <a:lnTo>
                    <a:pt x="2860475" y="2381019"/>
                  </a:lnTo>
                  <a:lnTo>
                    <a:pt x="2860569" y="2381019"/>
                  </a:lnTo>
                  <a:lnTo>
                    <a:pt x="2860663" y="2381019"/>
                  </a:lnTo>
                  <a:lnTo>
                    <a:pt x="2860757" y="2381019"/>
                  </a:lnTo>
                  <a:lnTo>
                    <a:pt x="2860851" y="2381019"/>
                  </a:lnTo>
                  <a:lnTo>
                    <a:pt x="2860945" y="2381019"/>
                  </a:lnTo>
                  <a:lnTo>
                    <a:pt x="2861039" y="2381019"/>
                  </a:lnTo>
                  <a:lnTo>
                    <a:pt x="2861133" y="2381019"/>
                  </a:lnTo>
                  <a:lnTo>
                    <a:pt x="2861227" y="2381019"/>
                  </a:lnTo>
                  <a:lnTo>
                    <a:pt x="2861321" y="2381019"/>
                  </a:lnTo>
                  <a:lnTo>
                    <a:pt x="2861415" y="2381019"/>
                  </a:lnTo>
                  <a:lnTo>
                    <a:pt x="2861509" y="2381019"/>
                  </a:lnTo>
                  <a:lnTo>
                    <a:pt x="2861603" y="2381019"/>
                  </a:lnTo>
                  <a:lnTo>
                    <a:pt x="2861697" y="2381019"/>
                  </a:lnTo>
                  <a:lnTo>
                    <a:pt x="2861791" y="2381019"/>
                  </a:lnTo>
                  <a:lnTo>
                    <a:pt x="2861885" y="2381019"/>
                  </a:lnTo>
                  <a:lnTo>
                    <a:pt x="2861979" y="2381019"/>
                  </a:lnTo>
                  <a:lnTo>
                    <a:pt x="2862073" y="2381019"/>
                  </a:lnTo>
                  <a:lnTo>
                    <a:pt x="2862167" y="2381019"/>
                  </a:lnTo>
                  <a:lnTo>
                    <a:pt x="2862261" y="2381019"/>
                  </a:lnTo>
                  <a:lnTo>
                    <a:pt x="2862355" y="2381019"/>
                  </a:lnTo>
                  <a:lnTo>
                    <a:pt x="2862449" y="2381019"/>
                  </a:lnTo>
                  <a:lnTo>
                    <a:pt x="2862543" y="2381019"/>
                  </a:lnTo>
                  <a:lnTo>
                    <a:pt x="2862637" y="2381019"/>
                  </a:lnTo>
                  <a:lnTo>
                    <a:pt x="2862731" y="2381019"/>
                  </a:lnTo>
                  <a:lnTo>
                    <a:pt x="2862825" y="2381019"/>
                  </a:lnTo>
                  <a:lnTo>
                    <a:pt x="2862919" y="2381019"/>
                  </a:lnTo>
                  <a:lnTo>
                    <a:pt x="2863013" y="2381019"/>
                  </a:lnTo>
                  <a:lnTo>
                    <a:pt x="2863107" y="2381019"/>
                  </a:lnTo>
                  <a:lnTo>
                    <a:pt x="2863201" y="2381019"/>
                  </a:lnTo>
                  <a:lnTo>
                    <a:pt x="2863295" y="2381019"/>
                  </a:lnTo>
                  <a:lnTo>
                    <a:pt x="2863389" y="2381019"/>
                  </a:lnTo>
                  <a:lnTo>
                    <a:pt x="2863483" y="2381019"/>
                  </a:lnTo>
                  <a:lnTo>
                    <a:pt x="2863577" y="2381019"/>
                  </a:lnTo>
                  <a:lnTo>
                    <a:pt x="2863671" y="2381019"/>
                  </a:lnTo>
                  <a:lnTo>
                    <a:pt x="2863766" y="2381019"/>
                  </a:lnTo>
                  <a:lnTo>
                    <a:pt x="2863860" y="2381019"/>
                  </a:lnTo>
                  <a:lnTo>
                    <a:pt x="2863954" y="2381019"/>
                  </a:lnTo>
                  <a:lnTo>
                    <a:pt x="2864048" y="2381019"/>
                  </a:lnTo>
                  <a:lnTo>
                    <a:pt x="2864142" y="2381019"/>
                  </a:lnTo>
                  <a:lnTo>
                    <a:pt x="2864236" y="2381019"/>
                  </a:lnTo>
                  <a:lnTo>
                    <a:pt x="2864330" y="2381019"/>
                  </a:lnTo>
                  <a:lnTo>
                    <a:pt x="2864424" y="2381019"/>
                  </a:lnTo>
                  <a:lnTo>
                    <a:pt x="2864518" y="2381019"/>
                  </a:lnTo>
                  <a:lnTo>
                    <a:pt x="2864612" y="2381019"/>
                  </a:lnTo>
                  <a:lnTo>
                    <a:pt x="2864706" y="2381019"/>
                  </a:lnTo>
                  <a:lnTo>
                    <a:pt x="2864800" y="2381019"/>
                  </a:lnTo>
                  <a:lnTo>
                    <a:pt x="2864894" y="2381019"/>
                  </a:lnTo>
                  <a:lnTo>
                    <a:pt x="2864988" y="2381019"/>
                  </a:lnTo>
                  <a:lnTo>
                    <a:pt x="2864988" y="2375739"/>
                  </a:lnTo>
                  <a:lnTo>
                    <a:pt x="2865082" y="2375739"/>
                  </a:lnTo>
                  <a:lnTo>
                    <a:pt x="2865176" y="2375739"/>
                  </a:lnTo>
                  <a:lnTo>
                    <a:pt x="2865270" y="2375739"/>
                  </a:lnTo>
                  <a:lnTo>
                    <a:pt x="2865364" y="2375739"/>
                  </a:lnTo>
                  <a:lnTo>
                    <a:pt x="2865458" y="2375739"/>
                  </a:lnTo>
                  <a:lnTo>
                    <a:pt x="2865552" y="2375739"/>
                  </a:lnTo>
                  <a:lnTo>
                    <a:pt x="2865646" y="2375739"/>
                  </a:lnTo>
                  <a:lnTo>
                    <a:pt x="2865740" y="2375739"/>
                  </a:lnTo>
                  <a:lnTo>
                    <a:pt x="2865834" y="2375739"/>
                  </a:lnTo>
                  <a:lnTo>
                    <a:pt x="2865928" y="2375739"/>
                  </a:lnTo>
                  <a:lnTo>
                    <a:pt x="2866022" y="2375739"/>
                  </a:lnTo>
                  <a:lnTo>
                    <a:pt x="2866116" y="2375739"/>
                  </a:lnTo>
                  <a:lnTo>
                    <a:pt x="2866210" y="2375739"/>
                  </a:lnTo>
                  <a:lnTo>
                    <a:pt x="2866304" y="2375739"/>
                  </a:lnTo>
                  <a:lnTo>
                    <a:pt x="2866398" y="2375739"/>
                  </a:lnTo>
                  <a:lnTo>
                    <a:pt x="2866492" y="2375739"/>
                  </a:lnTo>
                  <a:lnTo>
                    <a:pt x="2866586" y="2375739"/>
                  </a:lnTo>
                  <a:lnTo>
                    <a:pt x="2866680" y="2375739"/>
                  </a:lnTo>
                  <a:lnTo>
                    <a:pt x="2866774" y="2375739"/>
                  </a:lnTo>
                  <a:lnTo>
                    <a:pt x="2866868" y="2375739"/>
                  </a:lnTo>
                  <a:lnTo>
                    <a:pt x="2866962" y="2375739"/>
                  </a:lnTo>
                  <a:lnTo>
                    <a:pt x="2867056" y="2375739"/>
                  </a:lnTo>
                  <a:lnTo>
                    <a:pt x="2867056" y="2370460"/>
                  </a:lnTo>
                  <a:lnTo>
                    <a:pt x="2867150" y="2370460"/>
                  </a:lnTo>
                  <a:lnTo>
                    <a:pt x="2867150" y="2365180"/>
                  </a:lnTo>
                  <a:lnTo>
                    <a:pt x="2867245" y="2365180"/>
                  </a:lnTo>
                  <a:lnTo>
                    <a:pt x="2867339" y="2365180"/>
                  </a:lnTo>
                  <a:lnTo>
                    <a:pt x="2867433" y="2365180"/>
                  </a:lnTo>
                  <a:lnTo>
                    <a:pt x="2867527" y="2365180"/>
                  </a:lnTo>
                  <a:lnTo>
                    <a:pt x="2867621" y="2365180"/>
                  </a:lnTo>
                  <a:lnTo>
                    <a:pt x="2867715" y="2365180"/>
                  </a:lnTo>
                  <a:lnTo>
                    <a:pt x="2867809" y="2365180"/>
                  </a:lnTo>
                  <a:lnTo>
                    <a:pt x="2867903" y="2365180"/>
                  </a:lnTo>
                  <a:lnTo>
                    <a:pt x="2867997" y="2365180"/>
                  </a:lnTo>
                  <a:lnTo>
                    <a:pt x="2868091" y="2365180"/>
                  </a:lnTo>
                  <a:lnTo>
                    <a:pt x="2868185" y="2365180"/>
                  </a:lnTo>
                  <a:lnTo>
                    <a:pt x="2868279" y="2365180"/>
                  </a:lnTo>
                  <a:lnTo>
                    <a:pt x="2868373" y="2365180"/>
                  </a:lnTo>
                  <a:lnTo>
                    <a:pt x="2868467" y="2365180"/>
                  </a:lnTo>
                  <a:lnTo>
                    <a:pt x="2868561" y="2365180"/>
                  </a:lnTo>
                  <a:lnTo>
                    <a:pt x="2868655" y="2365180"/>
                  </a:lnTo>
                  <a:lnTo>
                    <a:pt x="2868749" y="2365180"/>
                  </a:lnTo>
                  <a:lnTo>
                    <a:pt x="2868843" y="2365180"/>
                  </a:lnTo>
                  <a:lnTo>
                    <a:pt x="2868937" y="2365180"/>
                  </a:lnTo>
                  <a:lnTo>
                    <a:pt x="2869031" y="2365180"/>
                  </a:lnTo>
                  <a:lnTo>
                    <a:pt x="2869125" y="2365180"/>
                  </a:lnTo>
                  <a:lnTo>
                    <a:pt x="2869219" y="2365180"/>
                  </a:lnTo>
                  <a:lnTo>
                    <a:pt x="2869313" y="2365180"/>
                  </a:lnTo>
                  <a:lnTo>
                    <a:pt x="2869407" y="2365180"/>
                  </a:lnTo>
                  <a:lnTo>
                    <a:pt x="2869501" y="2365180"/>
                  </a:lnTo>
                  <a:lnTo>
                    <a:pt x="2869595" y="2365180"/>
                  </a:lnTo>
                  <a:lnTo>
                    <a:pt x="2869689" y="2365180"/>
                  </a:lnTo>
                  <a:lnTo>
                    <a:pt x="2869783" y="2365180"/>
                  </a:lnTo>
                  <a:lnTo>
                    <a:pt x="2869877" y="2365180"/>
                  </a:lnTo>
                  <a:lnTo>
                    <a:pt x="2869971" y="2365180"/>
                  </a:lnTo>
                  <a:lnTo>
                    <a:pt x="2870065" y="2365180"/>
                  </a:lnTo>
                  <a:lnTo>
                    <a:pt x="2870159" y="2365180"/>
                  </a:lnTo>
                  <a:lnTo>
                    <a:pt x="2870253" y="2365180"/>
                  </a:lnTo>
                  <a:lnTo>
                    <a:pt x="2870347" y="2365180"/>
                  </a:lnTo>
                  <a:lnTo>
                    <a:pt x="2870441" y="2365180"/>
                  </a:lnTo>
                  <a:lnTo>
                    <a:pt x="2870535" y="2365180"/>
                  </a:lnTo>
                  <a:lnTo>
                    <a:pt x="2870629" y="2365180"/>
                  </a:lnTo>
                  <a:lnTo>
                    <a:pt x="2870723" y="2365180"/>
                  </a:lnTo>
                  <a:lnTo>
                    <a:pt x="2870818" y="2365180"/>
                  </a:lnTo>
                  <a:lnTo>
                    <a:pt x="2870912" y="2365180"/>
                  </a:lnTo>
                  <a:lnTo>
                    <a:pt x="2871006" y="2365180"/>
                  </a:lnTo>
                  <a:lnTo>
                    <a:pt x="2871100" y="2365180"/>
                  </a:lnTo>
                  <a:lnTo>
                    <a:pt x="2871194" y="2365180"/>
                  </a:lnTo>
                  <a:lnTo>
                    <a:pt x="2871288" y="2365180"/>
                  </a:lnTo>
                  <a:lnTo>
                    <a:pt x="2871382" y="2365180"/>
                  </a:lnTo>
                  <a:lnTo>
                    <a:pt x="2871476" y="2365180"/>
                  </a:lnTo>
                  <a:lnTo>
                    <a:pt x="2871570" y="2365180"/>
                  </a:lnTo>
                  <a:lnTo>
                    <a:pt x="2871664" y="2365180"/>
                  </a:lnTo>
                  <a:lnTo>
                    <a:pt x="2871758" y="2365180"/>
                  </a:lnTo>
                  <a:lnTo>
                    <a:pt x="2871852" y="2365180"/>
                  </a:lnTo>
                  <a:lnTo>
                    <a:pt x="2871946" y="2365180"/>
                  </a:lnTo>
                  <a:lnTo>
                    <a:pt x="2872040" y="2365180"/>
                  </a:lnTo>
                  <a:lnTo>
                    <a:pt x="2872134" y="2365180"/>
                  </a:lnTo>
                  <a:lnTo>
                    <a:pt x="2872228" y="2365180"/>
                  </a:lnTo>
                  <a:lnTo>
                    <a:pt x="2872322" y="2365180"/>
                  </a:lnTo>
                  <a:lnTo>
                    <a:pt x="2872416" y="2365180"/>
                  </a:lnTo>
                  <a:lnTo>
                    <a:pt x="2872510" y="2365180"/>
                  </a:lnTo>
                  <a:lnTo>
                    <a:pt x="2872604" y="2365180"/>
                  </a:lnTo>
                  <a:lnTo>
                    <a:pt x="2872698" y="2365180"/>
                  </a:lnTo>
                  <a:lnTo>
                    <a:pt x="2872792" y="2365180"/>
                  </a:lnTo>
                  <a:lnTo>
                    <a:pt x="2872886" y="2365180"/>
                  </a:lnTo>
                  <a:lnTo>
                    <a:pt x="2872980" y="2365180"/>
                  </a:lnTo>
                  <a:lnTo>
                    <a:pt x="2873074" y="2365180"/>
                  </a:lnTo>
                  <a:lnTo>
                    <a:pt x="2873168" y="2365180"/>
                  </a:lnTo>
                  <a:lnTo>
                    <a:pt x="2873262" y="2365180"/>
                  </a:lnTo>
                  <a:lnTo>
                    <a:pt x="2873356" y="2365180"/>
                  </a:lnTo>
                  <a:lnTo>
                    <a:pt x="2873450" y="2365180"/>
                  </a:lnTo>
                  <a:lnTo>
                    <a:pt x="2873544" y="2365180"/>
                  </a:lnTo>
                  <a:lnTo>
                    <a:pt x="2873638" y="2365180"/>
                  </a:lnTo>
                  <a:lnTo>
                    <a:pt x="2873732" y="2365180"/>
                  </a:lnTo>
                  <a:lnTo>
                    <a:pt x="2873826" y="2365180"/>
                  </a:lnTo>
                  <a:lnTo>
                    <a:pt x="2873920" y="2365180"/>
                  </a:lnTo>
                  <a:lnTo>
                    <a:pt x="2874014" y="2365180"/>
                  </a:lnTo>
                  <a:lnTo>
                    <a:pt x="2874108" y="2365180"/>
                  </a:lnTo>
                  <a:lnTo>
                    <a:pt x="2874202" y="2365180"/>
                  </a:lnTo>
                  <a:lnTo>
                    <a:pt x="2874296" y="2365180"/>
                  </a:lnTo>
                  <a:lnTo>
                    <a:pt x="2874391" y="2365180"/>
                  </a:lnTo>
                  <a:lnTo>
                    <a:pt x="2874485" y="2365180"/>
                  </a:lnTo>
                  <a:lnTo>
                    <a:pt x="2874579" y="2365180"/>
                  </a:lnTo>
                  <a:lnTo>
                    <a:pt x="2874673" y="2365180"/>
                  </a:lnTo>
                  <a:lnTo>
                    <a:pt x="2874767" y="2365180"/>
                  </a:lnTo>
                  <a:lnTo>
                    <a:pt x="2874861" y="2365180"/>
                  </a:lnTo>
                  <a:lnTo>
                    <a:pt x="2874955" y="2365180"/>
                  </a:lnTo>
                  <a:lnTo>
                    <a:pt x="2875049" y="2365180"/>
                  </a:lnTo>
                  <a:lnTo>
                    <a:pt x="2875143" y="2365180"/>
                  </a:lnTo>
                  <a:lnTo>
                    <a:pt x="2875237" y="2365180"/>
                  </a:lnTo>
                  <a:lnTo>
                    <a:pt x="2875331" y="2365180"/>
                  </a:lnTo>
                  <a:lnTo>
                    <a:pt x="2875425" y="2365180"/>
                  </a:lnTo>
                  <a:lnTo>
                    <a:pt x="2875519" y="2365180"/>
                  </a:lnTo>
                  <a:lnTo>
                    <a:pt x="2875613" y="2365180"/>
                  </a:lnTo>
                  <a:lnTo>
                    <a:pt x="2875707" y="2365180"/>
                  </a:lnTo>
                  <a:lnTo>
                    <a:pt x="2875801" y="2365180"/>
                  </a:lnTo>
                  <a:lnTo>
                    <a:pt x="2875895" y="2365180"/>
                  </a:lnTo>
                  <a:lnTo>
                    <a:pt x="2875989" y="2365180"/>
                  </a:lnTo>
                  <a:lnTo>
                    <a:pt x="2876083" y="2365180"/>
                  </a:lnTo>
                  <a:lnTo>
                    <a:pt x="2876177" y="2365180"/>
                  </a:lnTo>
                  <a:lnTo>
                    <a:pt x="2876271" y="2365180"/>
                  </a:lnTo>
                  <a:lnTo>
                    <a:pt x="2876365" y="2365180"/>
                  </a:lnTo>
                  <a:lnTo>
                    <a:pt x="2876459" y="2365180"/>
                  </a:lnTo>
                  <a:lnTo>
                    <a:pt x="2876553" y="2365180"/>
                  </a:lnTo>
                  <a:lnTo>
                    <a:pt x="2876647" y="2365180"/>
                  </a:lnTo>
                  <a:lnTo>
                    <a:pt x="2876741" y="2365180"/>
                  </a:lnTo>
                  <a:lnTo>
                    <a:pt x="2876835" y="2365180"/>
                  </a:lnTo>
                  <a:lnTo>
                    <a:pt x="2876929" y="2365180"/>
                  </a:lnTo>
                  <a:lnTo>
                    <a:pt x="2877023" y="2365180"/>
                  </a:lnTo>
                  <a:lnTo>
                    <a:pt x="2877117" y="2365180"/>
                  </a:lnTo>
                  <a:lnTo>
                    <a:pt x="2877211" y="2365180"/>
                  </a:lnTo>
                  <a:lnTo>
                    <a:pt x="2877305" y="2365180"/>
                  </a:lnTo>
                  <a:lnTo>
                    <a:pt x="2877399" y="2365180"/>
                  </a:lnTo>
                  <a:lnTo>
                    <a:pt x="2877493" y="2365180"/>
                  </a:lnTo>
                  <a:lnTo>
                    <a:pt x="2877587" y="2365180"/>
                  </a:lnTo>
                  <a:lnTo>
                    <a:pt x="2877681" y="2365180"/>
                  </a:lnTo>
                  <a:lnTo>
                    <a:pt x="2877775" y="2365180"/>
                  </a:lnTo>
                  <a:lnTo>
                    <a:pt x="2877870" y="2365180"/>
                  </a:lnTo>
                  <a:lnTo>
                    <a:pt x="2877964" y="2365180"/>
                  </a:lnTo>
                  <a:lnTo>
                    <a:pt x="2878058" y="2365180"/>
                  </a:lnTo>
                  <a:lnTo>
                    <a:pt x="2878152" y="2365180"/>
                  </a:lnTo>
                  <a:lnTo>
                    <a:pt x="2878246" y="2365180"/>
                  </a:lnTo>
                  <a:lnTo>
                    <a:pt x="2878340" y="2365180"/>
                  </a:lnTo>
                  <a:lnTo>
                    <a:pt x="2878434" y="2365180"/>
                  </a:lnTo>
                  <a:lnTo>
                    <a:pt x="2878528" y="2365180"/>
                  </a:lnTo>
                  <a:lnTo>
                    <a:pt x="2878622" y="2365180"/>
                  </a:lnTo>
                  <a:lnTo>
                    <a:pt x="2878716" y="2365180"/>
                  </a:lnTo>
                  <a:lnTo>
                    <a:pt x="2878810" y="2365180"/>
                  </a:lnTo>
                  <a:lnTo>
                    <a:pt x="2878904" y="2365180"/>
                  </a:lnTo>
                  <a:lnTo>
                    <a:pt x="2878998" y="2365180"/>
                  </a:lnTo>
                  <a:lnTo>
                    <a:pt x="2879092" y="2365180"/>
                  </a:lnTo>
                  <a:lnTo>
                    <a:pt x="2879186" y="2365180"/>
                  </a:lnTo>
                  <a:lnTo>
                    <a:pt x="2879280" y="2365180"/>
                  </a:lnTo>
                  <a:lnTo>
                    <a:pt x="2879374" y="2365180"/>
                  </a:lnTo>
                  <a:lnTo>
                    <a:pt x="2879468" y="2365180"/>
                  </a:lnTo>
                  <a:lnTo>
                    <a:pt x="2879562" y="2365180"/>
                  </a:lnTo>
                  <a:lnTo>
                    <a:pt x="2879656" y="2365180"/>
                  </a:lnTo>
                  <a:lnTo>
                    <a:pt x="2879750" y="2365180"/>
                  </a:lnTo>
                  <a:lnTo>
                    <a:pt x="2879844" y="2365180"/>
                  </a:lnTo>
                  <a:lnTo>
                    <a:pt x="2879938" y="2365180"/>
                  </a:lnTo>
                  <a:lnTo>
                    <a:pt x="2880032" y="2365180"/>
                  </a:lnTo>
                  <a:lnTo>
                    <a:pt x="2880126" y="2365180"/>
                  </a:lnTo>
                  <a:lnTo>
                    <a:pt x="2880220" y="2365180"/>
                  </a:lnTo>
                  <a:lnTo>
                    <a:pt x="2880314" y="2365180"/>
                  </a:lnTo>
                  <a:lnTo>
                    <a:pt x="2880314" y="2359901"/>
                  </a:lnTo>
                  <a:lnTo>
                    <a:pt x="2880408" y="2359901"/>
                  </a:lnTo>
                  <a:lnTo>
                    <a:pt x="2880502" y="2359901"/>
                  </a:lnTo>
                  <a:lnTo>
                    <a:pt x="2880596" y="2359901"/>
                  </a:lnTo>
                  <a:lnTo>
                    <a:pt x="2880690" y="2359901"/>
                  </a:lnTo>
                  <a:lnTo>
                    <a:pt x="2880784" y="2359901"/>
                  </a:lnTo>
                  <a:lnTo>
                    <a:pt x="2880878" y="2359901"/>
                  </a:lnTo>
                  <a:lnTo>
                    <a:pt x="2880972" y="2359901"/>
                  </a:lnTo>
                  <a:lnTo>
                    <a:pt x="2881066" y="2359901"/>
                  </a:lnTo>
                  <a:lnTo>
                    <a:pt x="2881160" y="2359901"/>
                  </a:lnTo>
                  <a:lnTo>
                    <a:pt x="2881254" y="2359901"/>
                  </a:lnTo>
                  <a:lnTo>
                    <a:pt x="2881348" y="2359901"/>
                  </a:lnTo>
                  <a:lnTo>
                    <a:pt x="2881443" y="2359901"/>
                  </a:lnTo>
                  <a:lnTo>
                    <a:pt x="2881537" y="2359901"/>
                  </a:lnTo>
                  <a:lnTo>
                    <a:pt x="2881631" y="2359901"/>
                  </a:lnTo>
                  <a:lnTo>
                    <a:pt x="2881725" y="2359901"/>
                  </a:lnTo>
                  <a:lnTo>
                    <a:pt x="2881819" y="2359901"/>
                  </a:lnTo>
                  <a:lnTo>
                    <a:pt x="2881913" y="2359901"/>
                  </a:lnTo>
                  <a:lnTo>
                    <a:pt x="2882007" y="2359901"/>
                  </a:lnTo>
                  <a:lnTo>
                    <a:pt x="2882101" y="2359901"/>
                  </a:lnTo>
                  <a:lnTo>
                    <a:pt x="2882195" y="2359901"/>
                  </a:lnTo>
                  <a:lnTo>
                    <a:pt x="2882289" y="2359901"/>
                  </a:lnTo>
                  <a:lnTo>
                    <a:pt x="2882383" y="2359901"/>
                  </a:lnTo>
                  <a:lnTo>
                    <a:pt x="2882477" y="2359901"/>
                  </a:lnTo>
                  <a:lnTo>
                    <a:pt x="2882571" y="2359901"/>
                  </a:lnTo>
                  <a:lnTo>
                    <a:pt x="2882665" y="2359901"/>
                  </a:lnTo>
                  <a:lnTo>
                    <a:pt x="2882759" y="2359901"/>
                  </a:lnTo>
                  <a:lnTo>
                    <a:pt x="2882853" y="2359901"/>
                  </a:lnTo>
                  <a:lnTo>
                    <a:pt x="2882853" y="2354621"/>
                  </a:lnTo>
                  <a:lnTo>
                    <a:pt x="2882947" y="2354621"/>
                  </a:lnTo>
                  <a:lnTo>
                    <a:pt x="2883041" y="2354621"/>
                  </a:lnTo>
                  <a:lnTo>
                    <a:pt x="2883135" y="2354621"/>
                  </a:lnTo>
                  <a:lnTo>
                    <a:pt x="2883229" y="2354621"/>
                  </a:lnTo>
                  <a:lnTo>
                    <a:pt x="2883323" y="2354621"/>
                  </a:lnTo>
                  <a:lnTo>
                    <a:pt x="2883417" y="2354621"/>
                  </a:lnTo>
                  <a:lnTo>
                    <a:pt x="2883511" y="2354621"/>
                  </a:lnTo>
                  <a:lnTo>
                    <a:pt x="2883605" y="2354621"/>
                  </a:lnTo>
                  <a:lnTo>
                    <a:pt x="2883699" y="2354621"/>
                  </a:lnTo>
                  <a:lnTo>
                    <a:pt x="2883793" y="2354621"/>
                  </a:lnTo>
                  <a:lnTo>
                    <a:pt x="2883887" y="2354621"/>
                  </a:lnTo>
                  <a:lnTo>
                    <a:pt x="2883981" y="2354621"/>
                  </a:lnTo>
                  <a:lnTo>
                    <a:pt x="2884075" y="2354621"/>
                  </a:lnTo>
                  <a:lnTo>
                    <a:pt x="2884169" y="2354621"/>
                  </a:lnTo>
                  <a:lnTo>
                    <a:pt x="2884263" y="2354621"/>
                  </a:lnTo>
                  <a:lnTo>
                    <a:pt x="2884357" y="2354621"/>
                  </a:lnTo>
                  <a:lnTo>
                    <a:pt x="2884451" y="2354621"/>
                  </a:lnTo>
                  <a:lnTo>
                    <a:pt x="2884545" y="2354621"/>
                  </a:lnTo>
                  <a:lnTo>
                    <a:pt x="2884639" y="2354621"/>
                  </a:lnTo>
                  <a:lnTo>
                    <a:pt x="2884733" y="2354621"/>
                  </a:lnTo>
                  <a:lnTo>
                    <a:pt x="2884827" y="2354621"/>
                  </a:lnTo>
                  <a:lnTo>
                    <a:pt x="2884921" y="2354621"/>
                  </a:lnTo>
                  <a:lnTo>
                    <a:pt x="2885016" y="2354621"/>
                  </a:lnTo>
                  <a:lnTo>
                    <a:pt x="2885110" y="2354621"/>
                  </a:lnTo>
                  <a:lnTo>
                    <a:pt x="2885204" y="2354621"/>
                  </a:lnTo>
                  <a:lnTo>
                    <a:pt x="2885298" y="2354621"/>
                  </a:lnTo>
                  <a:lnTo>
                    <a:pt x="2885392" y="2354621"/>
                  </a:lnTo>
                  <a:lnTo>
                    <a:pt x="2885486" y="2354621"/>
                  </a:lnTo>
                  <a:lnTo>
                    <a:pt x="2885580" y="2354621"/>
                  </a:lnTo>
                  <a:lnTo>
                    <a:pt x="2885580" y="2349342"/>
                  </a:lnTo>
                  <a:lnTo>
                    <a:pt x="2885674" y="2349342"/>
                  </a:lnTo>
                  <a:lnTo>
                    <a:pt x="2885768" y="2349342"/>
                  </a:lnTo>
                  <a:lnTo>
                    <a:pt x="2885862" y="2349342"/>
                  </a:lnTo>
                  <a:lnTo>
                    <a:pt x="2885956" y="2349342"/>
                  </a:lnTo>
                  <a:lnTo>
                    <a:pt x="2886050" y="2349342"/>
                  </a:lnTo>
                  <a:lnTo>
                    <a:pt x="2886144" y="2349342"/>
                  </a:lnTo>
                  <a:lnTo>
                    <a:pt x="2886238" y="2349342"/>
                  </a:lnTo>
                  <a:lnTo>
                    <a:pt x="2886332" y="2349342"/>
                  </a:lnTo>
                  <a:lnTo>
                    <a:pt x="2886426" y="2349342"/>
                  </a:lnTo>
                  <a:lnTo>
                    <a:pt x="2886520" y="2349342"/>
                  </a:lnTo>
                  <a:lnTo>
                    <a:pt x="2886614" y="2349342"/>
                  </a:lnTo>
                  <a:lnTo>
                    <a:pt x="2886708" y="2349342"/>
                  </a:lnTo>
                  <a:lnTo>
                    <a:pt x="2886802" y="2349342"/>
                  </a:lnTo>
                  <a:lnTo>
                    <a:pt x="2886896" y="2349342"/>
                  </a:lnTo>
                  <a:lnTo>
                    <a:pt x="2886990" y="2349342"/>
                  </a:lnTo>
                  <a:lnTo>
                    <a:pt x="2887084" y="2349342"/>
                  </a:lnTo>
                  <a:lnTo>
                    <a:pt x="2887178" y="2349342"/>
                  </a:lnTo>
                  <a:lnTo>
                    <a:pt x="2887272" y="2349342"/>
                  </a:lnTo>
                  <a:lnTo>
                    <a:pt x="2887366" y="2349342"/>
                  </a:lnTo>
                  <a:lnTo>
                    <a:pt x="2887460" y="2349342"/>
                  </a:lnTo>
                  <a:lnTo>
                    <a:pt x="2887554" y="2349342"/>
                  </a:lnTo>
                  <a:lnTo>
                    <a:pt x="2887648" y="2349342"/>
                  </a:lnTo>
                  <a:lnTo>
                    <a:pt x="2887742" y="2349342"/>
                  </a:lnTo>
                  <a:lnTo>
                    <a:pt x="2887836" y="2349342"/>
                  </a:lnTo>
                  <a:lnTo>
                    <a:pt x="2887930" y="2349342"/>
                  </a:lnTo>
                  <a:lnTo>
                    <a:pt x="2888024" y="2349342"/>
                  </a:lnTo>
                  <a:lnTo>
                    <a:pt x="2888118" y="2349342"/>
                  </a:lnTo>
                  <a:lnTo>
                    <a:pt x="2888212" y="2349342"/>
                  </a:lnTo>
                  <a:lnTo>
                    <a:pt x="2888306" y="2349342"/>
                  </a:lnTo>
                  <a:lnTo>
                    <a:pt x="2888400" y="2349342"/>
                  </a:lnTo>
                  <a:lnTo>
                    <a:pt x="2888494" y="2349342"/>
                  </a:lnTo>
                  <a:lnTo>
                    <a:pt x="2888589" y="2349342"/>
                  </a:lnTo>
                  <a:lnTo>
                    <a:pt x="2888683" y="2349342"/>
                  </a:lnTo>
                  <a:lnTo>
                    <a:pt x="2888777" y="2349342"/>
                  </a:lnTo>
                  <a:lnTo>
                    <a:pt x="2888871" y="2349342"/>
                  </a:lnTo>
                  <a:lnTo>
                    <a:pt x="2888965" y="2349342"/>
                  </a:lnTo>
                  <a:lnTo>
                    <a:pt x="2889059" y="2349342"/>
                  </a:lnTo>
                  <a:lnTo>
                    <a:pt x="2889153" y="2349342"/>
                  </a:lnTo>
                  <a:lnTo>
                    <a:pt x="2889247" y="2349342"/>
                  </a:lnTo>
                  <a:lnTo>
                    <a:pt x="2889341" y="2349342"/>
                  </a:lnTo>
                  <a:lnTo>
                    <a:pt x="2889435" y="2349342"/>
                  </a:lnTo>
                  <a:lnTo>
                    <a:pt x="2889529" y="2349342"/>
                  </a:lnTo>
                  <a:lnTo>
                    <a:pt x="2889623" y="2349342"/>
                  </a:lnTo>
                  <a:lnTo>
                    <a:pt x="2889717" y="2349342"/>
                  </a:lnTo>
                  <a:lnTo>
                    <a:pt x="2889811" y="2349342"/>
                  </a:lnTo>
                  <a:lnTo>
                    <a:pt x="2889905" y="2349342"/>
                  </a:lnTo>
                  <a:lnTo>
                    <a:pt x="2889999" y="2349342"/>
                  </a:lnTo>
                  <a:lnTo>
                    <a:pt x="2890093" y="2349342"/>
                  </a:lnTo>
                  <a:lnTo>
                    <a:pt x="2890187" y="2349342"/>
                  </a:lnTo>
                  <a:lnTo>
                    <a:pt x="2890281" y="2349342"/>
                  </a:lnTo>
                  <a:lnTo>
                    <a:pt x="2890375" y="2349342"/>
                  </a:lnTo>
                  <a:lnTo>
                    <a:pt x="2890469" y="2349342"/>
                  </a:lnTo>
                  <a:lnTo>
                    <a:pt x="2890563" y="2349342"/>
                  </a:lnTo>
                  <a:lnTo>
                    <a:pt x="2890657" y="2349342"/>
                  </a:lnTo>
                  <a:lnTo>
                    <a:pt x="2890751" y="2349342"/>
                  </a:lnTo>
                  <a:lnTo>
                    <a:pt x="2890845" y="2349342"/>
                  </a:lnTo>
                  <a:lnTo>
                    <a:pt x="2890939" y="2349342"/>
                  </a:lnTo>
                  <a:lnTo>
                    <a:pt x="2891033" y="2349342"/>
                  </a:lnTo>
                  <a:lnTo>
                    <a:pt x="2891127" y="2349342"/>
                  </a:lnTo>
                  <a:lnTo>
                    <a:pt x="2891127" y="2344063"/>
                  </a:lnTo>
                  <a:lnTo>
                    <a:pt x="2891221" y="2344063"/>
                  </a:lnTo>
                  <a:lnTo>
                    <a:pt x="2891315" y="2344063"/>
                  </a:lnTo>
                  <a:lnTo>
                    <a:pt x="2891409" y="2344063"/>
                  </a:lnTo>
                  <a:lnTo>
                    <a:pt x="2891503" y="2344063"/>
                  </a:lnTo>
                  <a:lnTo>
                    <a:pt x="2891597" y="2344063"/>
                  </a:lnTo>
                  <a:lnTo>
                    <a:pt x="2891691" y="2344063"/>
                  </a:lnTo>
                  <a:lnTo>
                    <a:pt x="2891785" y="2344063"/>
                  </a:lnTo>
                  <a:lnTo>
                    <a:pt x="2891785" y="2338783"/>
                  </a:lnTo>
                  <a:lnTo>
                    <a:pt x="2891879" y="2338783"/>
                  </a:lnTo>
                  <a:lnTo>
                    <a:pt x="2891973" y="2338783"/>
                  </a:lnTo>
                  <a:lnTo>
                    <a:pt x="2892068" y="2338783"/>
                  </a:lnTo>
                  <a:lnTo>
                    <a:pt x="2892162" y="2338783"/>
                  </a:lnTo>
                  <a:lnTo>
                    <a:pt x="2892256" y="2338783"/>
                  </a:lnTo>
                  <a:lnTo>
                    <a:pt x="2892350" y="2338783"/>
                  </a:lnTo>
                  <a:lnTo>
                    <a:pt x="2892444" y="2338783"/>
                  </a:lnTo>
                  <a:lnTo>
                    <a:pt x="2892538" y="2338783"/>
                  </a:lnTo>
                  <a:lnTo>
                    <a:pt x="2892632" y="2338783"/>
                  </a:lnTo>
                  <a:lnTo>
                    <a:pt x="2892726" y="2338783"/>
                  </a:lnTo>
                  <a:lnTo>
                    <a:pt x="2892726" y="2333504"/>
                  </a:lnTo>
                  <a:lnTo>
                    <a:pt x="2892820" y="2333504"/>
                  </a:lnTo>
                  <a:lnTo>
                    <a:pt x="2892914" y="2333504"/>
                  </a:lnTo>
                  <a:lnTo>
                    <a:pt x="2893008" y="2333504"/>
                  </a:lnTo>
                  <a:lnTo>
                    <a:pt x="2893102" y="2333504"/>
                  </a:lnTo>
                  <a:lnTo>
                    <a:pt x="2893196" y="2333504"/>
                  </a:lnTo>
                  <a:lnTo>
                    <a:pt x="2893290" y="2333504"/>
                  </a:lnTo>
                  <a:lnTo>
                    <a:pt x="2893384" y="2333504"/>
                  </a:lnTo>
                  <a:lnTo>
                    <a:pt x="2893478" y="2333504"/>
                  </a:lnTo>
                  <a:lnTo>
                    <a:pt x="2893572" y="2333504"/>
                  </a:lnTo>
                  <a:lnTo>
                    <a:pt x="2893666" y="2333504"/>
                  </a:lnTo>
                  <a:lnTo>
                    <a:pt x="2893760" y="2333504"/>
                  </a:lnTo>
                  <a:lnTo>
                    <a:pt x="2893854" y="2333504"/>
                  </a:lnTo>
                  <a:lnTo>
                    <a:pt x="2893948" y="2333504"/>
                  </a:lnTo>
                  <a:lnTo>
                    <a:pt x="2894042" y="2333504"/>
                  </a:lnTo>
                  <a:lnTo>
                    <a:pt x="2894136" y="2333504"/>
                  </a:lnTo>
                  <a:lnTo>
                    <a:pt x="2894230" y="2333504"/>
                  </a:lnTo>
                  <a:lnTo>
                    <a:pt x="2894324" y="2333504"/>
                  </a:lnTo>
                  <a:lnTo>
                    <a:pt x="2894418" y="2333504"/>
                  </a:lnTo>
                  <a:lnTo>
                    <a:pt x="2894512" y="2333504"/>
                  </a:lnTo>
                  <a:lnTo>
                    <a:pt x="2894606" y="2333504"/>
                  </a:lnTo>
                  <a:lnTo>
                    <a:pt x="2894700" y="2333504"/>
                  </a:lnTo>
                  <a:lnTo>
                    <a:pt x="2894794" y="2333504"/>
                  </a:lnTo>
                  <a:lnTo>
                    <a:pt x="2894888" y="2333504"/>
                  </a:lnTo>
                  <a:lnTo>
                    <a:pt x="2894982" y="2333504"/>
                  </a:lnTo>
                  <a:lnTo>
                    <a:pt x="2895076" y="2333504"/>
                  </a:lnTo>
                  <a:lnTo>
                    <a:pt x="2895170" y="2333504"/>
                  </a:lnTo>
                  <a:lnTo>
                    <a:pt x="2895264" y="2333504"/>
                  </a:lnTo>
                  <a:lnTo>
                    <a:pt x="2895358" y="2333504"/>
                  </a:lnTo>
                  <a:lnTo>
                    <a:pt x="2895452" y="2333504"/>
                  </a:lnTo>
                  <a:lnTo>
                    <a:pt x="2895546" y="2333504"/>
                  </a:lnTo>
                  <a:lnTo>
                    <a:pt x="2895641" y="2333504"/>
                  </a:lnTo>
                  <a:lnTo>
                    <a:pt x="2895735" y="2333504"/>
                  </a:lnTo>
                  <a:lnTo>
                    <a:pt x="2895829" y="2333504"/>
                  </a:lnTo>
                  <a:lnTo>
                    <a:pt x="2895923" y="2333504"/>
                  </a:lnTo>
                  <a:lnTo>
                    <a:pt x="2896017" y="2333504"/>
                  </a:lnTo>
                  <a:lnTo>
                    <a:pt x="2896111" y="2333504"/>
                  </a:lnTo>
                  <a:lnTo>
                    <a:pt x="2896205" y="2333504"/>
                  </a:lnTo>
                  <a:lnTo>
                    <a:pt x="2896299" y="2333504"/>
                  </a:lnTo>
                  <a:lnTo>
                    <a:pt x="2896393" y="2333504"/>
                  </a:lnTo>
                  <a:lnTo>
                    <a:pt x="2896487" y="2333504"/>
                  </a:lnTo>
                  <a:lnTo>
                    <a:pt x="2896581" y="2333504"/>
                  </a:lnTo>
                  <a:lnTo>
                    <a:pt x="2896675" y="2333504"/>
                  </a:lnTo>
                  <a:lnTo>
                    <a:pt x="2896769" y="2333504"/>
                  </a:lnTo>
                  <a:lnTo>
                    <a:pt x="2896863" y="2333504"/>
                  </a:lnTo>
                  <a:lnTo>
                    <a:pt x="2896957" y="2333504"/>
                  </a:lnTo>
                  <a:lnTo>
                    <a:pt x="2897051" y="2333504"/>
                  </a:lnTo>
                  <a:lnTo>
                    <a:pt x="2897145" y="2333504"/>
                  </a:lnTo>
                  <a:lnTo>
                    <a:pt x="2897239" y="2333504"/>
                  </a:lnTo>
                  <a:lnTo>
                    <a:pt x="2897333" y="2333504"/>
                  </a:lnTo>
                  <a:lnTo>
                    <a:pt x="2897427" y="2333504"/>
                  </a:lnTo>
                  <a:lnTo>
                    <a:pt x="2897521" y="2333504"/>
                  </a:lnTo>
                  <a:lnTo>
                    <a:pt x="2897615" y="2333504"/>
                  </a:lnTo>
                  <a:lnTo>
                    <a:pt x="2897709" y="2333504"/>
                  </a:lnTo>
                  <a:lnTo>
                    <a:pt x="2897803" y="2333504"/>
                  </a:lnTo>
                  <a:lnTo>
                    <a:pt x="2897897" y="2333504"/>
                  </a:lnTo>
                  <a:lnTo>
                    <a:pt x="2897991" y="2333504"/>
                  </a:lnTo>
                  <a:lnTo>
                    <a:pt x="2898085" y="2333504"/>
                  </a:lnTo>
                  <a:lnTo>
                    <a:pt x="2898179" y="2333504"/>
                  </a:lnTo>
                  <a:lnTo>
                    <a:pt x="2898179" y="2328224"/>
                  </a:lnTo>
                  <a:lnTo>
                    <a:pt x="2898273" y="2328224"/>
                  </a:lnTo>
                  <a:lnTo>
                    <a:pt x="2898367" y="2328224"/>
                  </a:lnTo>
                  <a:lnTo>
                    <a:pt x="2898461" y="2328224"/>
                  </a:lnTo>
                  <a:lnTo>
                    <a:pt x="2898555" y="2328224"/>
                  </a:lnTo>
                  <a:lnTo>
                    <a:pt x="2898649" y="2328224"/>
                  </a:lnTo>
                  <a:lnTo>
                    <a:pt x="2898743" y="2328224"/>
                  </a:lnTo>
                  <a:lnTo>
                    <a:pt x="2898837" y="2328224"/>
                  </a:lnTo>
                  <a:lnTo>
                    <a:pt x="2898931" y="2328224"/>
                  </a:lnTo>
                  <a:lnTo>
                    <a:pt x="2899025" y="2328224"/>
                  </a:lnTo>
                  <a:lnTo>
                    <a:pt x="2899119" y="2328224"/>
                  </a:lnTo>
                  <a:lnTo>
                    <a:pt x="2899214" y="2328224"/>
                  </a:lnTo>
                  <a:lnTo>
                    <a:pt x="2899308" y="2328224"/>
                  </a:lnTo>
                  <a:lnTo>
                    <a:pt x="2899402" y="2328224"/>
                  </a:lnTo>
                  <a:lnTo>
                    <a:pt x="2899496" y="2328224"/>
                  </a:lnTo>
                  <a:lnTo>
                    <a:pt x="2899590" y="2328224"/>
                  </a:lnTo>
                  <a:lnTo>
                    <a:pt x="2899684" y="2328224"/>
                  </a:lnTo>
                  <a:lnTo>
                    <a:pt x="2899778" y="2328224"/>
                  </a:lnTo>
                  <a:lnTo>
                    <a:pt x="2899872" y="2328224"/>
                  </a:lnTo>
                  <a:lnTo>
                    <a:pt x="2899966" y="2328224"/>
                  </a:lnTo>
                  <a:lnTo>
                    <a:pt x="2900060" y="2328224"/>
                  </a:lnTo>
                  <a:lnTo>
                    <a:pt x="2900154" y="2328224"/>
                  </a:lnTo>
                  <a:lnTo>
                    <a:pt x="2900248" y="2328224"/>
                  </a:lnTo>
                  <a:lnTo>
                    <a:pt x="2900342" y="2328224"/>
                  </a:lnTo>
                  <a:lnTo>
                    <a:pt x="2900436" y="2328224"/>
                  </a:lnTo>
                  <a:lnTo>
                    <a:pt x="2900530" y="2328224"/>
                  </a:lnTo>
                  <a:lnTo>
                    <a:pt x="2900624" y="2328224"/>
                  </a:lnTo>
                  <a:lnTo>
                    <a:pt x="2900718" y="2328224"/>
                  </a:lnTo>
                  <a:lnTo>
                    <a:pt x="2900812" y="2328224"/>
                  </a:lnTo>
                  <a:lnTo>
                    <a:pt x="2900906" y="2328224"/>
                  </a:lnTo>
                  <a:lnTo>
                    <a:pt x="2901000" y="2328224"/>
                  </a:lnTo>
                  <a:lnTo>
                    <a:pt x="2901094" y="2328224"/>
                  </a:lnTo>
                  <a:lnTo>
                    <a:pt x="2901188" y="2328224"/>
                  </a:lnTo>
                  <a:lnTo>
                    <a:pt x="2901282" y="2328224"/>
                  </a:lnTo>
                  <a:lnTo>
                    <a:pt x="2901376" y="2328224"/>
                  </a:lnTo>
                  <a:lnTo>
                    <a:pt x="2901470" y="2328224"/>
                  </a:lnTo>
                  <a:lnTo>
                    <a:pt x="2901564" y="2328224"/>
                  </a:lnTo>
                  <a:lnTo>
                    <a:pt x="2901658" y="2328224"/>
                  </a:lnTo>
                  <a:lnTo>
                    <a:pt x="2901752" y="2328224"/>
                  </a:lnTo>
                  <a:lnTo>
                    <a:pt x="2901846" y="2328224"/>
                  </a:lnTo>
                  <a:lnTo>
                    <a:pt x="2901940" y="2328224"/>
                  </a:lnTo>
                  <a:lnTo>
                    <a:pt x="2902034" y="2328224"/>
                  </a:lnTo>
                  <a:lnTo>
                    <a:pt x="2902128" y="2328224"/>
                  </a:lnTo>
                  <a:lnTo>
                    <a:pt x="2902222" y="2328224"/>
                  </a:lnTo>
                  <a:lnTo>
                    <a:pt x="2902316" y="2328224"/>
                  </a:lnTo>
                  <a:lnTo>
                    <a:pt x="2902410" y="2328224"/>
                  </a:lnTo>
                  <a:lnTo>
                    <a:pt x="2902504" y="2328224"/>
                  </a:lnTo>
                  <a:lnTo>
                    <a:pt x="2902598" y="2328224"/>
                  </a:lnTo>
                  <a:lnTo>
                    <a:pt x="2902693" y="2328224"/>
                  </a:lnTo>
                  <a:lnTo>
                    <a:pt x="2902787" y="2328224"/>
                  </a:lnTo>
                  <a:lnTo>
                    <a:pt x="2902881" y="2328224"/>
                  </a:lnTo>
                  <a:lnTo>
                    <a:pt x="2902975" y="2328224"/>
                  </a:lnTo>
                  <a:lnTo>
                    <a:pt x="2902975" y="2322945"/>
                  </a:lnTo>
                  <a:lnTo>
                    <a:pt x="2903069" y="2322945"/>
                  </a:lnTo>
                  <a:lnTo>
                    <a:pt x="2903163" y="2322945"/>
                  </a:lnTo>
                  <a:lnTo>
                    <a:pt x="2903257" y="2322945"/>
                  </a:lnTo>
                  <a:lnTo>
                    <a:pt x="2903351" y="2322945"/>
                  </a:lnTo>
                  <a:lnTo>
                    <a:pt x="2903351" y="2317665"/>
                  </a:lnTo>
                  <a:lnTo>
                    <a:pt x="2903445" y="2317665"/>
                  </a:lnTo>
                  <a:lnTo>
                    <a:pt x="2903539" y="2317665"/>
                  </a:lnTo>
                  <a:lnTo>
                    <a:pt x="2903633" y="2317665"/>
                  </a:lnTo>
                  <a:lnTo>
                    <a:pt x="2903727" y="2317665"/>
                  </a:lnTo>
                  <a:lnTo>
                    <a:pt x="2903821" y="2317665"/>
                  </a:lnTo>
                  <a:lnTo>
                    <a:pt x="2903915" y="2317665"/>
                  </a:lnTo>
                  <a:lnTo>
                    <a:pt x="2904009" y="2317665"/>
                  </a:lnTo>
                  <a:lnTo>
                    <a:pt x="2904103" y="2317665"/>
                  </a:lnTo>
                  <a:lnTo>
                    <a:pt x="2904197" y="2317665"/>
                  </a:lnTo>
                  <a:lnTo>
                    <a:pt x="2904291" y="2317665"/>
                  </a:lnTo>
                  <a:lnTo>
                    <a:pt x="2904291" y="2312386"/>
                  </a:lnTo>
                  <a:lnTo>
                    <a:pt x="2904385" y="2312386"/>
                  </a:lnTo>
                  <a:lnTo>
                    <a:pt x="2904479" y="2312386"/>
                  </a:lnTo>
                  <a:lnTo>
                    <a:pt x="2904573" y="2312386"/>
                  </a:lnTo>
                  <a:lnTo>
                    <a:pt x="2904667" y="2312386"/>
                  </a:lnTo>
                  <a:lnTo>
                    <a:pt x="2904761" y="2312386"/>
                  </a:lnTo>
                  <a:lnTo>
                    <a:pt x="2904855" y="2312386"/>
                  </a:lnTo>
                  <a:lnTo>
                    <a:pt x="2904949" y="2312386"/>
                  </a:lnTo>
                  <a:lnTo>
                    <a:pt x="2905043" y="2312386"/>
                  </a:lnTo>
                  <a:lnTo>
                    <a:pt x="2905137" y="2312386"/>
                  </a:lnTo>
                  <a:lnTo>
                    <a:pt x="2905231" y="2312386"/>
                  </a:lnTo>
                  <a:lnTo>
                    <a:pt x="2905325" y="2312386"/>
                  </a:lnTo>
                  <a:lnTo>
                    <a:pt x="2905419" y="2312386"/>
                  </a:lnTo>
                  <a:lnTo>
                    <a:pt x="2905513" y="2312386"/>
                  </a:lnTo>
                  <a:lnTo>
                    <a:pt x="2905607" y="2312386"/>
                  </a:lnTo>
                  <a:lnTo>
                    <a:pt x="2905701" y="2312386"/>
                  </a:lnTo>
                  <a:lnTo>
                    <a:pt x="2905795" y="2312386"/>
                  </a:lnTo>
                  <a:lnTo>
                    <a:pt x="2905889" y="2312386"/>
                  </a:lnTo>
                  <a:lnTo>
                    <a:pt x="2905983" y="2312386"/>
                  </a:lnTo>
                  <a:lnTo>
                    <a:pt x="2906077" y="2312386"/>
                  </a:lnTo>
                  <a:lnTo>
                    <a:pt x="2906171" y="2312386"/>
                  </a:lnTo>
                  <a:lnTo>
                    <a:pt x="2906266" y="2312386"/>
                  </a:lnTo>
                  <a:lnTo>
                    <a:pt x="2906360" y="2312386"/>
                  </a:lnTo>
                  <a:lnTo>
                    <a:pt x="2906454" y="2312386"/>
                  </a:lnTo>
                  <a:lnTo>
                    <a:pt x="2906548" y="2312386"/>
                  </a:lnTo>
                  <a:lnTo>
                    <a:pt x="2906642" y="2312386"/>
                  </a:lnTo>
                  <a:lnTo>
                    <a:pt x="2906736" y="2312386"/>
                  </a:lnTo>
                  <a:lnTo>
                    <a:pt x="2906830" y="2312386"/>
                  </a:lnTo>
                  <a:lnTo>
                    <a:pt x="2906924" y="2312386"/>
                  </a:lnTo>
                  <a:lnTo>
                    <a:pt x="2907018" y="2312386"/>
                  </a:lnTo>
                  <a:lnTo>
                    <a:pt x="2907112" y="2312386"/>
                  </a:lnTo>
                  <a:lnTo>
                    <a:pt x="2907206" y="2312386"/>
                  </a:lnTo>
                  <a:lnTo>
                    <a:pt x="2907300" y="2312386"/>
                  </a:lnTo>
                  <a:lnTo>
                    <a:pt x="2907394" y="2312386"/>
                  </a:lnTo>
                  <a:lnTo>
                    <a:pt x="2907488" y="2312386"/>
                  </a:lnTo>
                  <a:lnTo>
                    <a:pt x="2907582" y="2312386"/>
                  </a:lnTo>
                  <a:lnTo>
                    <a:pt x="2907676" y="2312386"/>
                  </a:lnTo>
                  <a:lnTo>
                    <a:pt x="2907770" y="2312386"/>
                  </a:lnTo>
                  <a:lnTo>
                    <a:pt x="2907864" y="2312386"/>
                  </a:lnTo>
                  <a:lnTo>
                    <a:pt x="2907958" y="2312386"/>
                  </a:lnTo>
                  <a:lnTo>
                    <a:pt x="2908052" y="2312386"/>
                  </a:lnTo>
                  <a:lnTo>
                    <a:pt x="2908146" y="2312386"/>
                  </a:lnTo>
                  <a:lnTo>
                    <a:pt x="2908240" y="2312386"/>
                  </a:lnTo>
                  <a:lnTo>
                    <a:pt x="2908334" y="2312386"/>
                  </a:lnTo>
                  <a:lnTo>
                    <a:pt x="2908428" y="2312386"/>
                  </a:lnTo>
                  <a:lnTo>
                    <a:pt x="2908522" y="2312386"/>
                  </a:lnTo>
                  <a:lnTo>
                    <a:pt x="2908616" y="2312386"/>
                  </a:lnTo>
                  <a:lnTo>
                    <a:pt x="2908710" y="2312386"/>
                  </a:lnTo>
                  <a:lnTo>
                    <a:pt x="2908804" y="2312386"/>
                  </a:lnTo>
                  <a:lnTo>
                    <a:pt x="2908898" y="2312386"/>
                  </a:lnTo>
                  <a:lnTo>
                    <a:pt x="2908898" y="2307107"/>
                  </a:lnTo>
                  <a:lnTo>
                    <a:pt x="2908992" y="2307107"/>
                  </a:lnTo>
                  <a:lnTo>
                    <a:pt x="2909086" y="2307107"/>
                  </a:lnTo>
                  <a:lnTo>
                    <a:pt x="2909180" y="2307107"/>
                  </a:lnTo>
                  <a:lnTo>
                    <a:pt x="2909274" y="2307107"/>
                  </a:lnTo>
                  <a:lnTo>
                    <a:pt x="2909368" y="2307107"/>
                  </a:lnTo>
                  <a:lnTo>
                    <a:pt x="2909462" y="2307107"/>
                  </a:lnTo>
                  <a:lnTo>
                    <a:pt x="2909556" y="2307107"/>
                  </a:lnTo>
                  <a:lnTo>
                    <a:pt x="2909650" y="2307107"/>
                  </a:lnTo>
                  <a:lnTo>
                    <a:pt x="2909744" y="2307107"/>
                  </a:lnTo>
                  <a:lnTo>
                    <a:pt x="2909839" y="2307107"/>
                  </a:lnTo>
                  <a:lnTo>
                    <a:pt x="2909933" y="2307107"/>
                  </a:lnTo>
                  <a:lnTo>
                    <a:pt x="2910027" y="2307107"/>
                  </a:lnTo>
                  <a:lnTo>
                    <a:pt x="2910121" y="2307107"/>
                  </a:lnTo>
                  <a:lnTo>
                    <a:pt x="2910215" y="2307107"/>
                  </a:lnTo>
                  <a:lnTo>
                    <a:pt x="2910309" y="2307107"/>
                  </a:lnTo>
                  <a:lnTo>
                    <a:pt x="2910403" y="2307107"/>
                  </a:lnTo>
                  <a:lnTo>
                    <a:pt x="2910497" y="2307107"/>
                  </a:lnTo>
                  <a:lnTo>
                    <a:pt x="2910591" y="2307107"/>
                  </a:lnTo>
                  <a:lnTo>
                    <a:pt x="2910685" y="2307107"/>
                  </a:lnTo>
                  <a:lnTo>
                    <a:pt x="2910779" y="2307107"/>
                  </a:lnTo>
                  <a:lnTo>
                    <a:pt x="2910873" y="2307107"/>
                  </a:lnTo>
                  <a:lnTo>
                    <a:pt x="2910967" y="2307107"/>
                  </a:lnTo>
                  <a:lnTo>
                    <a:pt x="2911061" y="2307107"/>
                  </a:lnTo>
                  <a:lnTo>
                    <a:pt x="2911061" y="2301827"/>
                  </a:lnTo>
                  <a:lnTo>
                    <a:pt x="2911155" y="2301827"/>
                  </a:lnTo>
                  <a:lnTo>
                    <a:pt x="2911249" y="2301827"/>
                  </a:lnTo>
                  <a:lnTo>
                    <a:pt x="2911343" y="2301827"/>
                  </a:lnTo>
                  <a:lnTo>
                    <a:pt x="2911437" y="2301827"/>
                  </a:lnTo>
                  <a:lnTo>
                    <a:pt x="2911531" y="2301827"/>
                  </a:lnTo>
                  <a:lnTo>
                    <a:pt x="2911625" y="2301827"/>
                  </a:lnTo>
                  <a:lnTo>
                    <a:pt x="2911719" y="2301827"/>
                  </a:lnTo>
                  <a:lnTo>
                    <a:pt x="2911813" y="2301827"/>
                  </a:lnTo>
                  <a:lnTo>
                    <a:pt x="2911907" y="2301827"/>
                  </a:lnTo>
                  <a:lnTo>
                    <a:pt x="2912001" y="2301827"/>
                  </a:lnTo>
                  <a:lnTo>
                    <a:pt x="2912095" y="2301827"/>
                  </a:lnTo>
                  <a:lnTo>
                    <a:pt x="2912189" y="2301827"/>
                  </a:lnTo>
                  <a:lnTo>
                    <a:pt x="2912283" y="2301827"/>
                  </a:lnTo>
                  <a:lnTo>
                    <a:pt x="2912377" y="2301827"/>
                  </a:lnTo>
                  <a:lnTo>
                    <a:pt x="2912471" y="2301827"/>
                  </a:lnTo>
                  <a:lnTo>
                    <a:pt x="2912565" y="2301827"/>
                  </a:lnTo>
                  <a:lnTo>
                    <a:pt x="2912659" y="2301827"/>
                  </a:lnTo>
                  <a:lnTo>
                    <a:pt x="2912753" y="2301827"/>
                  </a:lnTo>
                  <a:lnTo>
                    <a:pt x="2912847" y="2301827"/>
                  </a:lnTo>
                  <a:lnTo>
                    <a:pt x="2912941" y="2301827"/>
                  </a:lnTo>
                  <a:lnTo>
                    <a:pt x="2913035" y="2301827"/>
                  </a:lnTo>
                  <a:lnTo>
                    <a:pt x="2913129" y="2301827"/>
                  </a:lnTo>
                  <a:lnTo>
                    <a:pt x="2913223" y="2301827"/>
                  </a:lnTo>
                  <a:lnTo>
                    <a:pt x="2913318" y="2301827"/>
                  </a:lnTo>
                  <a:lnTo>
                    <a:pt x="2913412" y="2301827"/>
                  </a:lnTo>
                  <a:lnTo>
                    <a:pt x="2913506" y="2301827"/>
                  </a:lnTo>
                  <a:lnTo>
                    <a:pt x="2913600" y="2301827"/>
                  </a:lnTo>
                  <a:lnTo>
                    <a:pt x="2913694" y="2301827"/>
                  </a:lnTo>
                  <a:lnTo>
                    <a:pt x="2913788" y="2301827"/>
                  </a:lnTo>
                  <a:lnTo>
                    <a:pt x="2913882" y="2301827"/>
                  </a:lnTo>
                  <a:lnTo>
                    <a:pt x="2913976" y="2301827"/>
                  </a:lnTo>
                  <a:lnTo>
                    <a:pt x="2914070" y="2301827"/>
                  </a:lnTo>
                  <a:lnTo>
                    <a:pt x="2914164" y="2301827"/>
                  </a:lnTo>
                  <a:lnTo>
                    <a:pt x="2914258" y="2301827"/>
                  </a:lnTo>
                  <a:lnTo>
                    <a:pt x="2914352" y="2301827"/>
                  </a:lnTo>
                  <a:lnTo>
                    <a:pt x="2914446" y="2301827"/>
                  </a:lnTo>
                  <a:lnTo>
                    <a:pt x="2914540" y="2301827"/>
                  </a:lnTo>
                  <a:lnTo>
                    <a:pt x="2914634" y="2301827"/>
                  </a:lnTo>
                  <a:lnTo>
                    <a:pt x="2914728" y="2301827"/>
                  </a:lnTo>
                  <a:lnTo>
                    <a:pt x="2914822" y="2301827"/>
                  </a:lnTo>
                  <a:lnTo>
                    <a:pt x="2914916" y="2301827"/>
                  </a:lnTo>
                  <a:lnTo>
                    <a:pt x="2915010" y="2301827"/>
                  </a:lnTo>
                  <a:lnTo>
                    <a:pt x="2915104" y="2301827"/>
                  </a:lnTo>
                  <a:lnTo>
                    <a:pt x="2915198" y="2301827"/>
                  </a:lnTo>
                  <a:lnTo>
                    <a:pt x="2915292" y="2301827"/>
                  </a:lnTo>
                  <a:lnTo>
                    <a:pt x="2915386" y="2301827"/>
                  </a:lnTo>
                  <a:lnTo>
                    <a:pt x="2915480" y="2301827"/>
                  </a:lnTo>
                  <a:lnTo>
                    <a:pt x="2915574" y="2301827"/>
                  </a:lnTo>
                  <a:lnTo>
                    <a:pt x="2915668" y="2301827"/>
                  </a:lnTo>
                  <a:lnTo>
                    <a:pt x="2915762" y="2301827"/>
                  </a:lnTo>
                  <a:lnTo>
                    <a:pt x="2915856" y="2301827"/>
                  </a:lnTo>
                  <a:lnTo>
                    <a:pt x="2915950" y="2301827"/>
                  </a:lnTo>
                  <a:lnTo>
                    <a:pt x="2916044" y="2301827"/>
                  </a:lnTo>
                  <a:lnTo>
                    <a:pt x="2916138" y="2301827"/>
                  </a:lnTo>
                  <a:lnTo>
                    <a:pt x="2916232" y="2301827"/>
                  </a:lnTo>
                  <a:lnTo>
                    <a:pt x="2916326" y="2301827"/>
                  </a:lnTo>
                  <a:lnTo>
                    <a:pt x="2916420" y="2301827"/>
                  </a:lnTo>
                  <a:lnTo>
                    <a:pt x="2916514" y="2301827"/>
                  </a:lnTo>
                  <a:lnTo>
                    <a:pt x="2916608" y="2301827"/>
                  </a:lnTo>
                  <a:lnTo>
                    <a:pt x="2916702" y="2301827"/>
                  </a:lnTo>
                  <a:lnTo>
                    <a:pt x="2916796" y="2301827"/>
                  </a:lnTo>
                  <a:lnTo>
                    <a:pt x="2916891" y="2301827"/>
                  </a:lnTo>
                  <a:lnTo>
                    <a:pt x="2916891" y="2296548"/>
                  </a:lnTo>
                  <a:lnTo>
                    <a:pt x="2916985" y="2296548"/>
                  </a:lnTo>
                  <a:lnTo>
                    <a:pt x="2917079" y="2296548"/>
                  </a:lnTo>
                  <a:lnTo>
                    <a:pt x="2917173" y="2296548"/>
                  </a:lnTo>
                  <a:lnTo>
                    <a:pt x="2917267" y="2296548"/>
                  </a:lnTo>
                  <a:lnTo>
                    <a:pt x="2917361" y="2296548"/>
                  </a:lnTo>
                  <a:lnTo>
                    <a:pt x="2917455" y="2296548"/>
                  </a:lnTo>
                  <a:lnTo>
                    <a:pt x="2917549" y="2296548"/>
                  </a:lnTo>
                  <a:lnTo>
                    <a:pt x="2917643" y="2296548"/>
                  </a:lnTo>
                  <a:lnTo>
                    <a:pt x="2917737" y="2296548"/>
                  </a:lnTo>
                  <a:lnTo>
                    <a:pt x="2917831" y="2296548"/>
                  </a:lnTo>
                  <a:lnTo>
                    <a:pt x="2917925" y="2296548"/>
                  </a:lnTo>
                  <a:lnTo>
                    <a:pt x="2918019" y="2296548"/>
                  </a:lnTo>
                  <a:lnTo>
                    <a:pt x="2918113" y="2296548"/>
                  </a:lnTo>
                  <a:lnTo>
                    <a:pt x="2918207" y="2296548"/>
                  </a:lnTo>
                  <a:lnTo>
                    <a:pt x="2918301" y="2296548"/>
                  </a:lnTo>
                  <a:lnTo>
                    <a:pt x="2918395" y="2296548"/>
                  </a:lnTo>
                  <a:lnTo>
                    <a:pt x="2918489" y="2296548"/>
                  </a:lnTo>
                  <a:lnTo>
                    <a:pt x="2918583" y="2296548"/>
                  </a:lnTo>
                  <a:lnTo>
                    <a:pt x="2918677" y="2296548"/>
                  </a:lnTo>
                  <a:lnTo>
                    <a:pt x="2918771" y="2296548"/>
                  </a:lnTo>
                  <a:lnTo>
                    <a:pt x="2918865" y="2296548"/>
                  </a:lnTo>
                  <a:lnTo>
                    <a:pt x="2918959" y="2296548"/>
                  </a:lnTo>
                  <a:lnTo>
                    <a:pt x="2919053" y="2296548"/>
                  </a:lnTo>
                  <a:lnTo>
                    <a:pt x="2919147" y="2296548"/>
                  </a:lnTo>
                  <a:lnTo>
                    <a:pt x="2919241" y="2296548"/>
                  </a:lnTo>
                  <a:lnTo>
                    <a:pt x="2919335" y="2296548"/>
                  </a:lnTo>
                  <a:lnTo>
                    <a:pt x="2919429" y="2296548"/>
                  </a:lnTo>
                  <a:lnTo>
                    <a:pt x="2919523" y="2296548"/>
                  </a:lnTo>
                  <a:lnTo>
                    <a:pt x="2919617" y="2296548"/>
                  </a:lnTo>
                  <a:lnTo>
                    <a:pt x="2919711" y="2296548"/>
                  </a:lnTo>
                  <a:lnTo>
                    <a:pt x="2919805" y="2296548"/>
                  </a:lnTo>
                  <a:lnTo>
                    <a:pt x="2919899" y="2296548"/>
                  </a:lnTo>
                  <a:lnTo>
                    <a:pt x="2919993" y="2296548"/>
                  </a:lnTo>
                  <a:lnTo>
                    <a:pt x="2920087" y="2296548"/>
                  </a:lnTo>
                  <a:lnTo>
                    <a:pt x="2920181" y="2296548"/>
                  </a:lnTo>
                  <a:lnTo>
                    <a:pt x="2920275" y="2296548"/>
                  </a:lnTo>
                  <a:lnTo>
                    <a:pt x="2920369" y="2296548"/>
                  </a:lnTo>
                  <a:lnTo>
                    <a:pt x="2920464" y="2296548"/>
                  </a:lnTo>
                  <a:lnTo>
                    <a:pt x="2920464" y="2291268"/>
                  </a:lnTo>
                  <a:lnTo>
                    <a:pt x="2920558" y="2291268"/>
                  </a:lnTo>
                  <a:lnTo>
                    <a:pt x="2920652" y="2291268"/>
                  </a:lnTo>
                  <a:lnTo>
                    <a:pt x="2920746" y="2291268"/>
                  </a:lnTo>
                  <a:lnTo>
                    <a:pt x="2920840" y="2291268"/>
                  </a:lnTo>
                  <a:lnTo>
                    <a:pt x="2920934" y="2291268"/>
                  </a:lnTo>
                  <a:lnTo>
                    <a:pt x="2921028" y="2291268"/>
                  </a:lnTo>
                  <a:lnTo>
                    <a:pt x="2921122" y="2291268"/>
                  </a:lnTo>
                  <a:lnTo>
                    <a:pt x="2921216" y="2291268"/>
                  </a:lnTo>
                  <a:lnTo>
                    <a:pt x="2921310" y="2291268"/>
                  </a:lnTo>
                  <a:lnTo>
                    <a:pt x="2921404" y="2291268"/>
                  </a:lnTo>
                  <a:lnTo>
                    <a:pt x="2921498" y="2291268"/>
                  </a:lnTo>
                  <a:lnTo>
                    <a:pt x="2921592" y="2291268"/>
                  </a:lnTo>
                  <a:lnTo>
                    <a:pt x="2921686" y="2291268"/>
                  </a:lnTo>
                  <a:lnTo>
                    <a:pt x="2921780" y="2291268"/>
                  </a:lnTo>
                  <a:lnTo>
                    <a:pt x="2921874" y="2291268"/>
                  </a:lnTo>
                  <a:lnTo>
                    <a:pt x="2921968" y="2291268"/>
                  </a:lnTo>
                  <a:lnTo>
                    <a:pt x="2922062" y="2291268"/>
                  </a:lnTo>
                  <a:lnTo>
                    <a:pt x="2922156" y="2291268"/>
                  </a:lnTo>
                  <a:lnTo>
                    <a:pt x="2922250" y="2291268"/>
                  </a:lnTo>
                  <a:lnTo>
                    <a:pt x="2922344" y="2291268"/>
                  </a:lnTo>
                  <a:lnTo>
                    <a:pt x="2922438" y="2291268"/>
                  </a:lnTo>
                  <a:lnTo>
                    <a:pt x="2922532" y="2291268"/>
                  </a:lnTo>
                  <a:lnTo>
                    <a:pt x="2922626" y="2291268"/>
                  </a:lnTo>
                  <a:lnTo>
                    <a:pt x="2922720" y="2291268"/>
                  </a:lnTo>
                  <a:lnTo>
                    <a:pt x="2922814" y="2291268"/>
                  </a:lnTo>
                  <a:lnTo>
                    <a:pt x="2922908" y="2291268"/>
                  </a:lnTo>
                  <a:lnTo>
                    <a:pt x="2923002" y="2291268"/>
                  </a:lnTo>
                  <a:lnTo>
                    <a:pt x="2923096" y="2291268"/>
                  </a:lnTo>
                  <a:lnTo>
                    <a:pt x="2923190" y="2291268"/>
                  </a:lnTo>
                  <a:lnTo>
                    <a:pt x="2923284" y="2291268"/>
                  </a:lnTo>
                  <a:lnTo>
                    <a:pt x="2923378" y="2291268"/>
                  </a:lnTo>
                  <a:lnTo>
                    <a:pt x="2923472" y="2291268"/>
                  </a:lnTo>
                  <a:lnTo>
                    <a:pt x="2923566" y="2291268"/>
                  </a:lnTo>
                  <a:lnTo>
                    <a:pt x="2923660" y="2291268"/>
                  </a:lnTo>
                  <a:lnTo>
                    <a:pt x="2923754" y="2291268"/>
                  </a:lnTo>
                  <a:lnTo>
                    <a:pt x="2923848" y="2291268"/>
                  </a:lnTo>
                  <a:lnTo>
                    <a:pt x="2923943" y="2291268"/>
                  </a:lnTo>
                  <a:lnTo>
                    <a:pt x="2924037" y="2291268"/>
                  </a:lnTo>
                  <a:lnTo>
                    <a:pt x="2924131" y="2291268"/>
                  </a:lnTo>
                  <a:lnTo>
                    <a:pt x="2924131" y="2285989"/>
                  </a:lnTo>
                  <a:lnTo>
                    <a:pt x="2924225" y="2285989"/>
                  </a:lnTo>
                  <a:lnTo>
                    <a:pt x="2924319" y="2285989"/>
                  </a:lnTo>
                  <a:lnTo>
                    <a:pt x="2924413" y="2285989"/>
                  </a:lnTo>
                  <a:lnTo>
                    <a:pt x="2924507" y="2285989"/>
                  </a:lnTo>
                  <a:lnTo>
                    <a:pt x="2924601" y="2285989"/>
                  </a:lnTo>
                  <a:lnTo>
                    <a:pt x="2924695" y="2285989"/>
                  </a:lnTo>
                  <a:lnTo>
                    <a:pt x="2924789" y="2285989"/>
                  </a:lnTo>
                  <a:lnTo>
                    <a:pt x="2924883" y="2285989"/>
                  </a:lnTo>
                  <a:lnTo>
                    <a:pt x="2924977" y="2285989"/>
                  </a:lnTo>
                  <a:lnTo>
                    <a:pt x="2925071" y="2285989"/>
                  </a:lnTo>
                  <a:lnTo>
                    <a:pt x="2925165" y="2285989"/>
                  </a:lnTo>
                  <a:lnTo>
                    <a:pt x="2925259" y="2285989"/>
                  </a:lnTo>
                  <a:lnTo>
                    <a:pt x="2925353" y="2285989"/>
                  </a:lnTo>
                  <a:lnTo>
                    <a:pt x="2925447" y="2285989"/>
                  </a:lnTo>
                  <a:lnTo>
                    <a:pt x="2925541" y="2285989"/>
                  </a:lnTo>
                  <a:lnTo>
                    <a:pt x="2925635" y="2285989"/>
                  </a:lnTo>
                  <a:lnTo>
                    <a:pt x="2925729" y="2285989"/>
                  </a:lnTo>
                  <a:lnTo>
                    <a:pt x="2925823" y="2285989"/>
                  </a:lnTo>
                  <a:lnTo>
                    <a:pt x="2925917" y="2285989"/>
                  </a:lnTo>
                  <a:lnTo>
                    <a:pt x="2926011" y="2285989"/>
                  </a:lnTo>
                  <a:lnTo>
                    <a:pt x="2926105" y="2285989"/>
                  </a:lnTo>
                  <a:lnTo>
                    <a:pt x="2926199" y="2285989"/>
                  </a:lnTo>
                  <a:lnTo>
                    <a:pt x="2926199" y="2280710"/>
                  </a:lnTo>
                  <a:lnTo>
                    <a:pt x="2926293" y="2280710"/>
                  </a:lnTo>
                  <a:lnTo>
                    <a:pt x="2926387" y="2280710"/>
                  </a:lnTo>
                  <a:lnTo>
                    <a:pt x="2926481" y="2280710"/>
                  </a:lnTo>
                  <a:lnTo>
                    <a:pt x="2926575" y="2280710"/>
                  </a:lnTo>
                  <a:lnTo>
                    <a:pt x="2926669" y="2280710"/>
                  </a:lnTo>
                  <a:lnTo>
                    <a:pt x="2926763" y="2280710"/>
                  </a:lnTo>
                  <a:lnTo>
                    <a:pt x="2926857" y="2280710"/>
                  </a:lnTo>
                  <a:lnTo>
                    <a:pt x="2926951" y="2280710"/>
                  </a:lnTo>
                  <a:lnTo>
                    <a:pt x="2927045" y="2280710"/>
                  </a:lnTo>
                  <a:lnTo>
                    <a:pt x="2927139" y="2280710"/>
                  </a:lnTo>
                  <a:lnTo>
                    <a:pt x="2927233" y="2280710"/>
                  </a:lnTo>
                  <a:lnTo>
                    <a:pt x="2927327" y="2280710"/>
                  </a:lnTo>
                  <a:lnTo>
                    <a:pt x="2927421" y="2280710"/>
                  </a:lnTo>
                  <a:lnTo>
                    <a:pt x="2927516" y="2280710"/>
                  </a:lnTo>
                  <a:lnTo>
                    <a:pt x="2927610" y="2280710"/>
                  </a:lnTo>
                  <a:lnTo>
                    <a:pt x="2927704" y="2280710"/>
                  </a:lnTo>
                  <a:lnTo>
                    <a:pt x="2927798" y="2280710"/>
                  </a:lnTo>
                  <a:lnTo>
                    <a:pt x="2927892" y="2280710"/>
                  </a:lnTo>
                  <a:lnTo>
                    <a:pt x="2927986" y="2280710"/>
                  </a:lnTo>
                  <a:lnTo>
                    <a:pt x="2928080" y="2280710"/>
                  </a:lnTo>
                  <a:lnTo>
                    <a:pt x="2928174" y="2280710"/>
                  </a:lnTo>
                  <a:lnTo>
                    <a:pt x="2928268" y="2280710"/>
                  </a:lnTo>
                  <a:lnTo>
                    <a:pt x="2928362" y="2280710"/>
                  </a:lnTo>
                  <a:lnTo>
                    <a:pt x="2928456" y="2280710"/>
                  </a:lnTo>
                  <a:lnTo>
                    <a:pt x="2928550" y="2280710"/>
                  </a:lnTo>
                  <a:lnTo>
                    <a:pt x="2928644" y="2280710"/>
                  </a:lnTo>
                  <a:lnTo>
                    <a:pt x="2928738" y="2280710"/>
                  </a:lnTo>
                  <a:lnTo>
                    <a:pt x="2928832" y="2280710"/>
                  </a:lnTo>
                  <a:lnTo>
                    <a:pt x="2928926" y="2280710"/>
                  </a:lnTo>
                  <a:lnTo>
                    <a:pt x="2929020" y="2280710"/>
                  </a:lnTo>
                  <a:lnTo>
                    <a:pt x="2929114" y="2280710"/>
                  </a:lnTo>
                  <a:lnTo>
                    <a:pt x="2929208" y="2280710"/>
                  </a:lnTo>
                  <a:lnTo>
                    <a:pt x="2929302" y="2280710"/>
                  </a:lnTo>
                  <a:lnTo>
                    <a:pt x="2929396" y="2280710"/>
                  </a:lnTo>
                  <a:lnTo>
                    <a:pt x="2929490" y="2280710"/>
                  </a:lnTo>
                  <a:lnTo>
                    <a:pt x="2929584" y="2280710"/>
                  </a:lnTo>
                  <a:lnTo>
                    <a:pt x="2929678" y="2280710"/>
                  </a:lnTo>
                  <a:lnTo>
                    <a:pt x="2929772" y="2280710"/>
                  </a:lnTo>
                  <a:lnTo>
                    <a:pt x="2929866" y="2280710"/>
                  </a:lnTo>
                  <a:lnTo>
                    <a:pt x="2929960" y="2280710"/>
                  </a:lnTo>
                  <a:lnTo>
                    <a:pt x="2930054" y="2280710"/>
                  </a:lnTo>
                  <a:lnTo>
                    <a:pt x="2930148" y="2280710"/>
                  </a:lnTo>
                  <a:lnTo>
                    <a:pt x="2930242" y="2280710"/>
                  </a:lnTo>
                  <a:lnTo>
                    <a:pt x="2930336" y="2280710"/>
                  </a:lnTo>
                  <a:lnTo>
                    <a:pt x="2930430" y="2280710"/>
                  </a:lnTo>
                  <a:lnTo>
                    <a:pt x="2930524" y="2280710"/>
                  </a:lnTo>
                  <a:lnTo>
                    <a:pt x="2930618" y="2280710"/>
                  </a:lnTo>
                  <a:lnTo>
                    <a:pt x="2930712" y="2280710"/>
                  </a:lnTo>
                  <a:lnTo>
                    <a:pt x="2930806" y="2280710"/>
                  </a:lnTo>
                  <a:lnTo>
                    <a:pt x="2930900" y="2280710"/>
                  </a:lnTo>
                  <a:lnTo>
                    <a:pt x="2930994" y="2280710"/>
                  </a:lnTo>
                  <a:lnTo>
                    <a:pt x="2931089" y="2280710"/>
                  </a:lnTo>
                  <a:lnTo>
                    <a:pt x="2931183" y="2280710"/>
                  </a:lnTo>
                  <a:lnTo>
                    <a:pt x="2931277" y="2280710"/>
                  </a:lnTo>
                  <a:lnTo>
                    <a:pt x="2931371" y="2280710"/>
                  </a:lnTo>
                  <a:lnTo>
                    <a:pt x="2931465" y="2280710"/>
                  </a:lnTo>
                  <a:lnTo>
                    <a:pt x="2931559" y="2280710"/>
                  </a:lnTo>
                  <a:lnTo>
                    <a:pt x="2931653" y="2280710"/>
                  </a:lnTo>
                  <a:lnTo>
                    <a:pt x="2931747" y="2280710"/>
                  </a:lnTo>
                  <a:lnTo>
                    <a:pt x="2931841" y="2280710"/>
                  </a:lnTo>
                  <a:lnTo>
                    <a:pt x="2931935" y="2280710"/>
                  </a:lnTo>
                  <a:lnTo>
                    <a:pt x="2932029" y="2280710"/>
                  </a:lnTo>
                  <a:lnTo>
                    <a:pt x="2932123" y="2280710"/>
                  </a:lnTo>
                  <a:lnTo>
                    <a:pt x="2932217" y="2280710"/>
                  </a:lnTo>
                  <a:lnTo>
                    <a:pt x="2932311" y="2280710"/>
                  </a:lnTo>
                  <a:lnTo>
                    <a:pt x="2932405" y="2280710"/>
                  </a:lnTo>
                  <a:lnTo>
                    <a:pt x="2932499" y="2280710"/>
                  </a:lnTo>
                  <a:lnTo>
                    <a:pt x="2932593" y="2280710"/>
                  </a:lnTo>
                  <a:lnTo>
                    <a:pt x="2932687" y="2280710"/>
                  </a:lnTo>
                  <a:lnTo>
                    <a:pt x="2932781" y="2280710"/>
                  </a:lnTo>
                  <a:lnTo>
                    <a:pt x="2932875" y="2280710"/>
                  </a:lnTo>
                  <a:lnTo>
                    <a:pt x="2932969" y="2280710"/>
                  </a:lnTo>
                  <a:lnTo>
                    <a:pt x="2933063" y="2280710"/>
                  </a:lnTo>
                  <a:lnTo>
                    <a:pt x="2933157" y="2280710"/>
                  </a:lnTo>
                  <a:lnTo>
                    <a:pt x="2933251" y="2280710"/>
                  </a:lnTo>
                  <a:lnTo>
                    <a:pt x="2933345" y="2280710"/>
                  </a:lnTo>
                  <a:lnTo>
                    <a:pt x="2933439" y="2280710"/>
                  </a:lnTo>
                  <a:lnTo>
                    <a:pt x="2933533" y="2280710"/>
                  </a:lnTo>
                  <a:lnTo>
                    <a:pt x="2933627" y="2280710"/>
                  </a:lnTo>
                  <a:lnTo>
                    <a:pt x="2933721" y="2280710"/>
                  </a:lnTo>
                  <a:lnTo>
                    <a:pt x="2933815" y="2280710"/>
                  </a:lnTo>
                  <a:lnTo>
                    <a:pt x="2933909" y="2280710"/>
                  </a:lnTo>
                  <a:lnTo>
                    <a:pt x="2934003" y="2280710"/>
                  </a:lnTo>
                  <a:lnTo>
                    <a:pt x="2934097" y="2280710"/>
                  </a:lnTo>
                  <a:lnTo>
                    <a:pt x="2934191" y="2280710"/>
                  </a:lnTo>
                  <a:lnTo>
                    <a:pt x="2934285" y="2280710"/>
                  </a:lnTo>
                  <a:lnTo>
                    <a:pt x="2934379" y="2280710"/>
                  </a:lnTo>
                  <a:lnTo>
                    <a:pt x="2934473" y="2280710"/>
                  </a:lnTo>
                  <a:lnTo>
                    <a:pt x="2934567" y="2280710"/>
                  </a:lnTo>
                  <a:lnTo>
                    <a:pt x="2934662" y="2280710"/>
                  </a:lnTo>
                  <a:lnTo>
                    <a:pt x="2934756" y="2280710"/>
                  </a:lnTo>
                  <a:lnTo>
                    <a:pt x="2934850" y="2280710"/>
                  </a:lnTo>
                  <a:lnTo>
                    <a:pt x="2934944" y="2280710"/>
                  </a:lnTo>
                  <a:lnTo>
                    <a:pt x="2935038" y="2280710"/>
                  </a:lnTo>
                  <a:lnTo>
                    <a:pt x="2935132" y="2280710"/>
                  </a:lnTo>
                  <a:lnTo>
                    <a:pt x="2935226" y="2280710"/>
                  </a:lnTo>
                  <a:lnTo>
                    <a:pt x="2935320" y="2280710"/>
                  </a:lnTo>
                  <a:lnTo>
                    <a:pt x="2935414" y="2280710"/>
                  </a:lnTo>
                  <a:lnTo>
                    <a:pt x="2935508" y="2280710"/>
                  </a:lnTo>
                  <a:lnTo>
                    <a:pt x="2935602" y="2280710"/>
                  </a:lnTo>
                  <a:lnTo>
                    <a:pt x="2935696" y="2280710"/>
                  </a:lnTo>
                  <a:lnTo>
                    <a:pt x="2935790" y="2280710"/>
                  </a:lnTo>
                  <a:lnTo>
                    <a:pt x="2935884" y="2280710"/>
                  </a:lnTo>
                  <a:lnTo>
                    <a:pt x="2935884" y="2275430"/>
                  </a:lnTo>
                  <a:lnTo>
                    <a:pt x="2935978" y="2275430"/>
                  </a:lnTo>
                  <a:lnTo>
                    <a:pt x="2936072" y="2275430"/>
                  </a:lnTo>
                  <a:lnTo>
                    <a:pt x="2936166" y="2275430"/>
                  </a:lnTo>
                  <a:lnTo>
                    <a:pt x="2936260" y="2275430"/>
                  </a:lnTo>
                  <a:lnTo>
                    <a:pt x="2936354" y="2275430"/>
                  </a:lnTo>
                  <a:lnTo>
                    <a:pt x="2936448" y="2275430"/>
                  </a:lnTo>
                  <a:lnTo>
                    <a:pt x="2936542" y="2275430"/>
                  </a:lnTo>
                  <a:lnTo>
                    <a:pt x="2936636" y="2275430"/>
                  </a:lnTo>
                  <a:lnTo>
                    <a:pt x="2936730" y="2275430"/>
                  </a:lnTo>
                  <a:lnTo>
                    <a:pt x="2936824" y="2275430"/>
                  </a:lnTo>
                  <a:lnTo>
                    <a:pt x="2936918" y="2275430"/>
                  </a:lnTo>
                  <a:lnTo>
                    <a:pt x="2937012" y="2275430"/>
                  </a:lnTo>
                  <a:lnTo>
                    <a:pt x="2937106" y="2275430"/>
                  </a:lnTo>
                  <a:lnTo>
                    <a:pt x="2937200" y="2275430"/>
                  </a:lnTo>
                  <a:lnTo>
                    <a:pt x="2937294" y="2275430"/>
                  </a:lnTo>
                  <a:lnTo>
                    <a:pt x="2937388" y="2275430"/>
                  </a:lnTo>
                  <a:lnTo>
                    <a:pt x="2937482" y="2275430"/>
                  </a:lnTo>
                  <a:lnTo>
                    <a:pt x="2937576" y="2275430"/>
                  </a:lnTo>
                  <a:lnTo>
                    <a:pt x="2937670" y="2275430"/>
                  </a:lnTo>
                  <a:lnTo>
                    <a:pt x="2937764" y="2275430"/>
                  </a:lnTo>
                  <a:lnTo>
                    <a:pt x="2937858" y="2275430"/>
                  </a:lnTo>
                  <a:lnTo>
                    <a:pt x="2937952" y="2275430"/>
                  </a:lnTo>
                  <a:lnTo>
                    <a:pt x="2938046" y="2275430"/>
                  </a:lnTo>
                  <a:lnTo>
                    <a:pt x="2938141" y="2275430"/>
                  </a:lnTo>
                  <a:lnTo>
                    <a:pt x="2938235" y="2275430"/>
                  </a:lnTo>
                  <a:lnTo>
                    <a:pt x="2938329" y="2275430"/>
                  </a:lnTo>
                  <a:lnTo>
                    <a:pt x="2938423" y="2275430"/>
                  </a:lnTo>
                  <a:lnTo>
                    <a:pt x="2938517" y="2275430"/>
                  </a:lnTo>
                  <a:lnTo>
                    <a:pt x="2938611" y="2275430"/>
                  </a:lnTo>
                  <a:lnTo>
                    <a:pt x="2938705" y="2275430"/>
                  </a:lnTo>
                  <a:lnTo>
                    <a:pt x="2938799" y="2275430"/>
                  </a:lnTo>
                  <a:lnTo>
                    <a:pt x="2938893" y="2275430"/>
                  </a:lnTo>
                  <a:lnTo>
                    <a:pt x="2938987" y="2275430"/>
                  </a:lnTo>
                  <a:lnTo>
                    <a:pt x="2939081" y="2275430"/>
                  </a:lnTo>
                  <a:lnTo>
                    <a:pt x="2939175" y="2275430"/>
                  </a:lnTo>
                  <a:lnTo>
                    <a:pt x="2939269" y="2275430"/>
                  </a:lnTo>
                  <a:lnTo>
                    <a:pt x="2939363" y="2275430"/>
                  </a:lnTo>
                  <a:lnTo>
                    <a:pt x="2939457" y="2275430"/>
                  </a:lnTo>
                  <a:lnTo>
                    <a:pt x="2939551" y="2275430"/>
                  </a:lnTo>
                  <a:lnTo>
                    <a:pt x="2939645" y="2275430"/>
                  </a:lnTo>
                  <a:lnTo>
                    <a:pt x="2939739" y="2275430"/>
                  </a:lnTo>
                  <a:lnTo>
                    <a:pt x="2939833" y="2275430"/>
                  </a:lnTo>
                  <a:lnTo>
                    <a:pt x="2939927" y="2275430"/>
                  </a:lnTo>
                  <a:lnTo>
                    <a:pt x="2940021" y="2275430"/>
                  </a:lnTo>
                  <a:lnTo>
                    <a:pt x="2940115" y="2275430"/>
                  </a:lnTo>
                  <a:lnTo>
                    <a:pt x="2940209" y="2275430"/>
                  </a:lnTo>
                  <a:lnTo>
                    <a:pt x="2940303" y="2275430"/>
                  </a:lnTo>
                  <a:lnTo>
                    <a:pt x="2940397" y="2275430"/>
                  </a:lnTo>
                  <a:lnTo>
                    <a:pt x="2940491" y="2275430"/>
                  </a:lnTo>
                  <a:lnTo>
                    <a:pt x="2940585" y="2275430"/>
                  </a:lnTo>
                  <a:lnTo>
                    <a:pt x="2940679" y="2275430"/>
                  </a:lnTo>
                  <a:lnTo>
                    <a:pt x="2940773" y="2275430"/>
                  </a:lnTo>
                  <a:lnTo>
                    <a:pt x="2940867" y="2275430"/>
                  </a:lnTo>
                  <a:lnTo>
                    <a:pt x="2940961" y="2275430"/>
                  </a:lnTo>
                  <a:lnTo>
                    <a:pt x="2941055" y="2275430"/>
                  </a:lnTo>
                  <a:lnTo>
                    <a:pt x="2941149" y="2275430"/>
                  </a:lnTo>
                  <a:lnTo>
                    <a:pt x="2941243" y="2275430"/>
                  </a:lnTo>
                  <a:lnTo>
                    <a:pt x="2941337" y="2275430"/>
                  </a:lnTo>
                  <a:lnTo>
                    <a:pt x="2941431" y="2275430"/>
                  </a:lnTo>
                  <a:lnTo>
                    <a:pt x="2941525" y="2275430"/>
                  </a:lnTo>
                  <a:lnTo>
                    <a:pt x="2941619" y="2275430"/>
                  </a:lnTo>
                  <a:lnTo>
                    <a:pt x="2941714" y="2275430"/>
                  </a:lnTo>
                  <a:lnTo>
                    <a:pt x="2941808" y="2275430"/>
                  </a:lnTo>
                  <a:lnTo>
                    <a:pt x="2941902" y="2275430"/>
                  </a:lnTo>
                  <a:lnTo>
                    <a:pt x="2941996" y="2275430"/>
                  </a:lnTo>
                  <a:lnTo>
                    <a:pt x="2942090" y="2275430"/>
                  </a:lnTo>
                  <a:lnTo>
                    <a:pt x="2942184" y="2275430"/>
                  </a:lnTo>
                  <a:lnTo>
                    <a:pt x="2942278" y="2275430"/>
                  </a:lnTo>
                  <a:lnTo>
                    <a:pt x="2942372" y="2275430"/>
                  </a:lnTo>
                  <a:lnTo>
                    <a:pt x="2942466" y="2275430"/>
                  </a:lnTo>
                  <a:lnTo>
                    <a:pt x="2942560" y="2275430"/>
                  </a:lnTo>
                  <a:lnTo>
                    <a:pt x="2942654" y="2275430"/>
                  </a:lnTo>
                  <a:lnTo>
                    <a:pt x="2942748" y="2275430"/>
                  </a:lnTo>
                  <a:lnTo>
                    <a:pt x="2942842" y="2275430"/>
                  </a:lnTo>
                  <a:lnTo>
                    <a:pt x="2942936" y="2275430"/>
                  </a:lnTo>
                  <a:lnTo>
                    <a:pt x="2943030" y="2275430"/>
                  </a:lnTo>
                  <a:lnTo>
                    <a:pt x="2943124" y="2275430"/>
                  </a:lnTo>
                  <a:lnTo>
                    <a:pt x="2943218" y="2275430"/>
                  </a:lnTo>
                  <a:lnTo>
                    <a:pt x="2943218" y="2270151"/>
                  </a:lnTo>
                  <a:lnTo>
                    <a:pt x="2943312" y="2270151"/>
                  </a:lnTo>
                  <a:lnTo>
                    <a:pt x="2943312" y="2264871"/>
                  </a:lnTo>
                  <a:lnTo>
                    <a:pt x="2943406" y="2264871"/>
                  </a:lnTo>
                  <a:lnTo>
                    <a:pt x="2943406" y="2259592"/>
                  </a:lnTo>
                  <a:lnTo>
                    <a:pt x="2943500" y="2259592"/>
                  </a:lnTo>
                  <a:lnTo>
                    <a:pt x="2943594" y="2259592"/>
                  </a:lnTo>
                  <a:lnTo>
                    <a:pt x="2943688" y="2259592"/>
                  </a:lnTo>
                  <a:lnTo>
                    <a:pt x="2943782" y="2259592"/>
                  </a:lnTo>
                  <a:lnTo>
                    <a:pt x="2943876" y="2259592"/>
                  </a:lnTo>
                  <a:lnTo>
                    <a:pt x="2943970" y="2259592"/>
                  </a:lnTo>
                  <a:lnTo>
                    <a:pt x="2944064" y="2259592"/>
                  </a:lnTo>
                  <a:lnTo>
                    <a:pt x="2944158" y="2259592"/>
                  </a:lnTo>
                  <a:lnTo>
                    <a:pt x="2944252" y="2259592"/>
                  </a:lnTo>
                  <a:lnTo>
                    <a:pt x="2944346" y="2259592"/>
                  </a:lnTo>
                  <a:lnTo>
                    <a:pt x="2944440" y="2259592"/>
                  </a:lnTo>
                  <a:lnTo>
                    <a:pt x="2944534" y="2259592"/>
                  </a:lnTo>
                  <a:lnTo>
                    <a:pt x="2944628" y="2259592"/>
                  </a:lnTo>
                  <a:lnTo>
                    <a:pt x="2944722" y="2259592"/>
                  </a:lnTo>
                  <a:lnTo>
                    <a:pt x="2944816" y="2259592"/>
                  </a:lnTo>
                  <a:lnTo>
                    <a:pt x="2944910" y="2259592"/>
                  </a:lnTo>
                  <a:lnTo>
                    <a:pt x="2945004" y="2259592"/>
                  </a:lnTo>
                  <a:lnTo>
                    <a:pt x="2945098" y="2259592"/>
                  </a:lnTo>
                  <a:lnTo>
                    <a:pt x="2945192" y="2259592"/>
                  </a:lnTo>
                  <a:lnTo>
                    <a:pt x="2945287" y="2259592"/>
                  </a:lnTo>
                  <a:lnTo>
                    <a:pt x="2945381" y="2259592"/>
                  </a:lnTo>
                  <a:lnTo>
                    <a:pt x="2945475" y="2259592"/>
                  </a:lnTo>
                  <a:lnTo>
                    <a:pt x="2945569" y="2259592"/>
                  </a:lnTo>
                  <a:lnTo>
                    <a:pt x="2945663" y="2259592"/>
                  </a:lnTo>
                  <a:lnTo>
                    <a:pt x="2945757" y="2259592"/>
                  </a:lnTo>
                  <a:lnTo>
                    <a:pt x="2945851" y="2259592"/>
                  </a:lnTo>
                  <a:lnTo>
                    <a:pt x="2945945" y="2259592"/>
                  </a:lnTo>
                  <a:lnTo>
                    <a:pt x="2946039" y="2259592"/>
                  </a:lnTo>
                  <a:lnTo>
                    <a:pt x="2946133" y="2259592"/>
                  </a:lnTo>
                  <a:lnTo>
                    <a:pt x="2946227" y="2259592"/>
                  </a:lnTo>
                  <a:lnTo>
                    <a:pt x="2946321" y="2259592"/>
                  </a:lnTo>
                  <a:lnTo>
                    <a:pt x="2946415" y="2259592"/>
                  </a:lnTo>
                  <a:lnTo>
                    <a:pt x="2946509" y="2259592"/>
                  </a:lnTo>
                  <a:lnTo>
                    <a:pt x="2946603" y="2259592"/>
                  </a:lnTo>
                  <a:lnTo>
                    <a:pt x="2946697" y="2259592"/>
                  </a:lnTo>
                  <a:lnTo>
                    <a:pt x="2946791" y="2259592"/>
                  </a:lnTo>
                  <a:lnTo>
                    <a:pt x="2946885" y="2259592"/>
                  </a:lnTo>
                  <a:lnTo>
                    <a:pt x="2946979" y="2259592"/>
                  </a:lnTo>
                  <a:lnTo>
                    <a:pt x="2947073" y="2259592"/>
                  </a:lnTo>
                  <a:lnTo>
                    <a:pt x="2947167" y="2259592"/>
                  </a:lnTo>
                  <a:lnTo>
                    <a:pt x="2947261" y="2259592"/>
                  </a:lnTo>
                  <a:lnTo>
                    <a:pt x="2947355" y="2259592"/>
                  </a:lnTo>
                  <a:lnTo>
                    <a:pt x="2947449" y="2259592"/>
                  </a:lnTo>
                  <a:lnTo>
                    <a:pt x="2947543" y="2259592"/>
                  </a:lnTo>
                  <a:lnTo>
                    <a:pt x="2947637" y="2259592"/>
                  </a:lnTo>
                  <a:lnTo>
                    <a:pt x="2947731" y="2259592"/>
                  </a:lnTo>
                  <a:lnTo>
                    <a:pt x="2947825" y="2259592"/>
                  </a:lnTo>
                  <a:lnTo>
                    <a:pt x="2947919" y="2259592"/>
                  </a:lnTo>
                  <a:lnTo>
                    <a:pt x="2948013" y="2259592"/>
                  </a:lnTo>
                  <a:lnTo>
                    <a:pt x="2948107" y="2259592"/>
                  </a:lnTo>
                  <a:lnTo>
                    <a:pt x="2948201" y="2259592"/>
                  </a:lnTo>
                  <a:lnTo>
                    <a:pt x="2948295" y="2259592"/>
                  </a:lnTo>
                  <a:lnTo>
                    <a:pt x="2948389" y="2259592"/>
                  </a:lnTo>
                  <a:lnTo>
                    <a:pt x="2948483" y="2259592"/>
                  </a:lnTo>
                  <a:lnTo>
                    <a:pt x="2948577" y="2259592"/>
                  </a:lnTo>
                  <a:lnTo>
                    <a:pt x="2948671" y="2259592"/>
                  </a:lnTo>
                  <a:lnTo>
                    <a:pt x="2948766" y="2259592"/>
                  </a:lnTo>
                  <a:lnTo>
                    <a:pt x="2948860" y="2259592"/>
                  </a:lnTo>
                  <a:lnTo>
                    <a:pt x="2948954" y="2259592"/>
                  </a:lnTo>
                  <a:lnTo>
                    <a:pt x="2949048" y="2259592"/>
                  </a:lnTo>
                  <a:lnTo>
                    <a:pt x="2949142" y="2259592"/>
                  </a:lnTo>
                  <a:lnTo>
                    <a:pt x="2949236" y="2259592"/>
                  </a:lnTo>
                  <a:lnTo>
                    <a:pt x="2949330" y="2259592"/>
                  </a:lnTo>
                  <a:lnTo>
                    <a:pt x="2949424" y="2259592"/>
                  </a:lnTo>
                  <a:lnTo>
                    <a:pt x="2949518" y="2259592"/>
                  </a:lnTo>
                  <a:lnTo>
                    <a:pt x="2949612" y="2259592"/>
                  </a:lnTo>
                  <a:lnTo>
                    <a:pt x="2949706" y="2259592"/>
                  </a:lnTo>
                  <a:lnTo>
                    <a:pt x="2949800" y="2259592"/>
                  </a:lnTo>
                  <a:lnTo>
                    <a:pt x="2949894" y="2259592"/>
                  </a:lnTo>
                  <a:lnTo>
                    <a:pt x="2949988" y="2259592"/>
                  </a:lnTo>
                  <a:lnTo>
                    <a:pt x="2950082" y="2259592"/>
                  </a:lnTo>
                  <a:lnTo>
                    <a:pt x="2950176" y="2259592"/>
                  </a:lnTo>
                  <a:lnTo>
                    <a:pt x="2950270" y="2259592"/>
                  </a:lnTo>
                  <a:lnTo>
                    <a:pt x="2950364" y="2259592"/>
                  </a:lnTo>
                  <a:lnTo>
                    <a:pt x="2950458" y="2259592"/>
                  </a:lnTo>
                  <a:lnTo>
                    <a:pt x="2950552" y="2259592"/>
                  </a:lnTo>
                  <a:lnTo>
                    <a:pt x="2950646" y="2259592"/>
                  </a:lnTo>
                  <a:lnTo>
                    <a:pt x="2950740" y="2259592"/>
                  </a:lnTo>
                  <a:lnTo>
                    <a:pt x="2950834" y="2259592"/>
                  </a:lnTo>
                  <a:lnTo>
                    <a:pt x="2950928" y="2259592"/>
                  </a:lnTo>
                  <a:lnTo>
                    <a:pt x="2951022" y="2259592"/>
                  </a:lnTo>
                  <a:lnTo>
                    <a:pt x="2951116" y="2259592"/>
                  </a:lnTo>
                  <a:lnTo>
                    <a:pt x="2951210" y="2259592"/>
                  </a:lnTo>
                  <a:lnTo>
                    <a:pt x="2951304" y="2259592"/>
                  </a:lnTo>
                  <a:lnTo>
                    <a:pt x="2951398" y="2259592"/>
                  </a:lnTo>
                  <a:lnTo>
                    <a:pt x="2951492" y="2259592"/>
                  </a:lnTo>
                  <a:lnTo>
                    <a:pt x="2951586" y="2259592"/>
                  </a:lnTo>
                  <a:lnTo>
                    <a:pt x="2951680" y="2259592"/>
                  </a:lnTo>
                  <a:lnTo>
                    <a:pt x="2951774" y="2259592"/>
                  </a:lnTo>
                  <a:lnTo>
                    <a:pt x="2951868" y="2259592"/>
                  </a:lnTo>
                  <a:lnTo>
                    <a:pt x="2951962" y="2259592"/>
                  </a:lnTo>
                  <a:lnTo>
                    <a:pt x="2952056" y="2259592"/>
                  </a:lnTo>
                  <a:lnTo>
                    <a:pt x="2952150" y="2259592"/>
                  </a:lnTo>
                  <a:lnTo>
                    <a:pt x="2952244" y="2259592"/>
                  </a:lnTo>
                  <a:lnTo>
                    <a:pt x="2952339" y="2259592"/>
                  </a:lnTo>
                  <a:lnTo>
                    <a:pt x="2952433" y="2259592"/>
                  </a:lnTo>
                  <a:lnTo>
                    <a:pt x="2952527" y="2259592"/>
                  </a:lnTo>
                  <a:lnTo>
                    <a:pt x="2952621" y="2259592"/>
                  </a:lnTo>
                  <a:lnTo>
                    <a:pt x="2952715" y="2259592"/>
                  </a:lnTo>
                  <a:lnTo>
                    <a:pt x="2952715" y="2254312"/>
                  </a:lnTo>
                  <a:lnTo>
                    <a:pt x="2952809" y="2254312"/>
                  </a:lnTo>
                  <a:lnTo>
                    <a:pt x="2952903" y="2254312"/>
                  </a:lnTo>
                  <a:lnTo>
                    <a:pt x="2952997" y="2254312"/>
                  </a:lnTo>
                  <a:lnTo>
                    <a:pt x="2953091" y="2254312"/>
                  </a:lnTo>
                  <a:lnTo>
                    <a:pt x="2953185" y="2254312"/>
                  </a:lnTo>
                  <a:lnTo>
                    <a:pt x="2953279" y="2254312"/>
                  </a:lnTo>
                  <a:lnTo>
                    <a:pt x="2953373" y="2254312"/>
                  </a:lnTo>
                  <a:lnTo>
                    <a:pt x="2953467" y="2254312"/>
                  </a:lnTo>
                  <a:lnTo>
                    <a:pt x="2953561" y="2254312"/>
                  </a:lnTo>
                  <a:lnTo>
                    <a:pt x="2953655" y="2254312"/>
                  </a:lnTo>
                  <a:lnTo>
                    <a:pt x="2953749" y="2254312"/>
                  </a:lnTo>
                  <a:lnTo>
                    <a:pt x="2953843" y="2254312"/>
                  </a:lnTo>
                  <a:lnTo>
                    <a:pt x="2953937" y="2254312"/>
                  </a:lnTo>
                  <a:lnTo>
                    <a:pt x="2954031" y="2254312"/>
                  </a:lnTo>
                  <a:lnTo>
                    <a:pt x="2954125" y="2254312"/>
                  </a:lnTo>
                  <a:lnTo>
                    <a:pt x="2954219" y="2254312"/>
                  </a:lnTo>
                  <a:lnTo>
                    <a:pt x="2954313" y="2254312"/>
                  </a:lnTo>
                  <a:lnTo>
                    <a:pt x="2954407" y="2254312"/>
                  </a:lnTo>
                  <a:lnTo>
                    <a:pt x="2954501" y="2254312"/>
                  </a:lnTo>
                  <a:lnTo>
                    <a:pt x="2954595" y="2254312"/>
                  </a:lnTo>
                  <a:lnTo>
                    <a:pt x="2954689" y="2254312"/>
                  </a:lnTo>
                  <a:lnTo>
                    <a:pt x="2954783" y="2254312"/>
                  </a:lnTo>
                  <a:lnTo>
                    <a:pt x="2954877" y="2254312"/>
                  </a:lnTo>
                  <a:lnTo>
                    <a:pt x="2954971" y="2254312"/>
                  </a:lnTo>
                  <a:lnTo>
                    <a:pt x="2955065" y="2254312"/>
                  </a:lnTo>
                  <a:lnTo>
                    <a:pt x="2955159" y="2254312"/>
                  </a:lnTo>
                  <a:lnTo>
                    <a:pt x="2955253" y="2254312"/>
                  </a:lnTo>
                  <a:lnTo>
                    <a:pt x="2955347" y="2254312"/>
                  </a:lnTo>
                  <a:lnTo>
                    <a:pt x="2955441" y="2254312"/>
                  </a:lnTo>
                  <a:lnTo>
                    <a:pt x="2955535" y="2254312"/>
                  </a:lnTo>
                  <a:lnTo>
                    <a:pt x="2955629" y="2254312"/>
                  </a:lnTo>
                  <a:lnTo>
                    <a:pt x="2955723" y="2254312"/>
                  </a:lnTo>
                  <a:lnTo>
                    <a:pt x="2955817" y="2254312"/>
                  </a:lnTo>
                  <a:lnTo>
                    <a:pt x="2955912" y="2254312"/>
                  </a:lnTo>
                  <a:lnTo>
                    <a:pt x="2956006" y="2254312"/>
                  </a:lnTo>
                  <a:lnTo>
                    <a:pt x="2956100" y="2254312"/>
                  </a:lnTo>
                  <a:lnTo>
                    <a:pt x="2956194" y="2254312"/>
                  </a:lnTo>
                  <a:lnTo>
                    <a:pt x="2956288" y="2254312"/>
                  </a:lnTo>
                  <a:lnTo>
                    <a:pt x="2956382" y="2254312"/>
                  </a:lnTo>
                  <a:lnTo>
                    <a:pt x="2956476" y="2254312"/>
                  </a:lnTo>
                  <a:lnTo>
                    <a:pt x="2956570" y="2254312"/>
                  </a:lnTo>
                  <a:lnTo>
                    <a:pt x="2956664" y="2254312"/>
                  </a:lnTo>
                  <a:lnTo>
                    <a:pt x="2956758" y="2254312"/>
                  </a:lnTo>
                  <a:lnTo>
                    <a:pt x="2956852" y="2254312"/>
                  </a:lnTo>
                  <a:lnTo>
                    <a:pt x="2956946" y="2254312"/>
                  </a:lnTo>
                  <a:lnTo>
                    <a:pt x="2957040" y="2254312"/>
                  </a:lnTo>
                  <a:lnTo>
                    <a:pt x="2957134" y="2254312"/>
                  </a:lnTo>
                  <a:lnTo>
                    <a:pt x="2957228" y="2254312"/>
                  </a:lnTo>
                  <a:lnTo>
                    <a:pt x="2957322" y="2254312"/>
                  </a:lnTo>
                  <a:lnTo>
                    <a:pt x="2957416" y="2254312"/>
                  </a:lnTo>
                  <a:lnTo>
                    <a:pt x="2957510" y="2254312"/>
                  </a:lnTo>
                  <a:lnTo>
                    <a:pt x="2957604" y="2254312"/>
                  </a:lnTo>
                  <a:lnTo>
                    <a:pt x="2957698" y="2254312"/>
                  </a:lnTo>
                  <a:lnTo>
                    <a:pt x="2957792" y="2254312"/>
                  </a:lnTo>
                  <a:lnTo>
                    <a:pt x="2957886" y="2254312"/>
                  </a:lnTo>
                  <a:lnTo>
                    <a:pt x="2957980" y="2254312"/>
                  </a:lnTo>
                  <a:lnTo>
                    <a:pt x="2958074" y="2254312"/>
                  </a:lnTo>
                  <a:lnTo>
                    <a:pt x="2958168" y="2254312"/>
                  </a:lnTo>
                  <a:lnTo>
                    <a:pt x="2958262" y="2254312"/>
                  </a:lnTo>
                  <a:lnTo>
                    <a:pt x="2958356" y="2254312"/>
                  </a:lnTo>
                  <a:lnTo>
                    <a:pt x="2958450" y="2254312"/>
                  </a:lnTo>
                  <a:lnTo>
                    <a:pt x="2958544" y="2254312"/>
                  </a:lnTo>
                  <a:lnTo>
                    <a:pt x="2958638" y="2254312"/>
                  </a:lnTo>
                  <a:lnTo>
                    <a:pt x="2958732" y="2254312"/>
                  </a:lnTo>
                  <a:lnTo>
                    <a:pt x="2958826" y="2254312"/>
                  </a:lnTo>
                  <a:lnTo>
                    <a:pt x="2958920" y="2254312"/>
                  </a:lnTo>
                  <a:lnTo>
                    <a:pt x="2959014" y="2254312"/>
                  </a:lnTo>
                  <a:lnTo>
                    <a:pt x="2959108" y="2254312"/>
                  </a:lnTo>
                  <a:lnTo>
                    <a:pt x="2959202" y="2254312"/>
                  </a:lnTo>
                  <a:lnTo>
                    <a:pt x="2959296" y="2254312"/>
                  </a:lnTo>
                  <a:lnTo>
                    <a:pt x="2959391" y="2254312"/>
                  </a:lnTo>
                  <a:lnTo>
                    <a:pt x="2959485" y="2254312"/>
                  </a:lnTo>
                  <a:lnTo>
                    <a:pt x="2959579" y="2254312"/>
                  </a:lnTo>
                  <a:lnTo>
                    <a:pt x="2959673" y="2254312"/>
                  </a:lnTo>
                  <a:lnTo>
                    <a:pt x="2959767" y="2254312"/>
                  </a:lnTo>
                  <a:lnTo>
                    <a:pt x="2959861" y="2254312"/>
                  </a:lnTo>
                  <a:lnTo>
                    <a:pt x="2959955" y="2254312"/>
                  </a:lnTo>
                  <a:lnTo>
                    <a:pt x="2960049" y="2254312"/>
                  </a:lnTo>
                  <a:lnTo>
                    <a:pt x="2960143" y="2254312"/>
                  </a:lnTo>
                  <a:lnTo>
                    <a:pt x="2960237" y="2254312"/>
                  </a:lnTo>
                  <a:lnTo>
                    <a:pt x="2960331" y="2254312"/>
                  </a:lnTo>
                  <a:lnTo>
                    <a:pt x="2960425" y="2254312"/>
                  </a:lnTo>
                  <a:lnTo>
                    <a:pt x="2960519" y="2254312"/>
                  </a:lnTo>
                  <a:lnTo>
                    <a:pt x="2960613" y="2254312"/>
                  </a:lnTo>
                  <a:lnTo>
                    <a:pt x="2960707" y="2254312"/>
                  </a:lnTo>
                  <a:lnTo>
                    <a:pt x="2960801" y="2254312"/>
                  </a:lnTo>
                  <a:lnTo>
                    <a:pt x="2960895" y="2254312"/>
                  </a:lnTo>
                  <a:lnTo>
                    <a:pt x="2960989" y="2254312"/>
                  </a:lnTo>
                  <a:lnTo>
                    <a:pt x="2961083" y="2254312"/>
                  </a:lnTo>
                  <a:lnTo>
                    <a:pt x="2961177" y="2254312"/>
                  </a:lnTo>
                  <a:lnTo>
                    <a:pt x="2961271" y="2254312"/>
                  </a:lnTo>
                  <a:lnTo>
                    <a:pt x="2961365" y="2254312"/>
                  </a:lnTo>
                  <a:lnTo>
                    <a:pt x="2961459" y="2254312"/>
                  </a:lnTo>
                  <a:lnTo>
                    <a:pt x="2961553" y="2254312"/>
                  </a:lnTo>
                  <a:lnTo>
                    <a:pt x="2961647" y="2254312"/>
                  </a:lnTo>
                  <a:lnTo>
                    <a:pt x="2961741" y="2254312"/>
                  </a:lnTo>
                  <a:lnTo>
                    <a:pt x="2961835" y="2254312"/>
                  </a:lnTo>
                  <a:lnTo>
                    <a:pt x="2961929" y="2254312"/>
                  </a:lnTo>
                  <a:lnTo>
                    <a:pt x="2961929" y="2249033"/>
                  </a:lnTo>
                  <a:lnTo>
                    <a:pt x="2962023" y="2249033"/>
                  </a:lnTo>
                  <a:lnTo>
                    <a:pt x="2962117" y="2249033"/>
                  </a:lnTo>
                  <a:lnTo>
                    <a:pt x="2962211" y="2249033"/>
                  </a:lnTo>
                  <a:lnTo>
                    <a:pt x="2962305" y="2249033"/>
                  </a:lnTo>
                  <a:lnTo>
                    <a:pt x="2962399" y="2249033"/>
                  </a:lnTo>
                  <a:lnTo>
                    <a:pt x="2962493" y="2249033"/>
                  </a:lnTo>
                  <a:lnTo>
                    <a:pt x="2962587" y="2249033"/>
                  </a:lnTo>
                  <a:lnTo>
                    <a:pt x="2962681" y="2249033"/>
                  </a:lnTo>
                  <a:lnTo>
                    <a:pt x="2962775" y="2249033"/>
                  </a:lnTo>
                  <a:lnTo>
                    <a:pt x="2962869" y="2249033"/>
                  </a:lnTo>
                  <a:lnTo>
                    <a:pt x="2962964" y="2249033"/>
                  </a:lnTo>
                  <a:lnTo>
                    <a:pt x="2963058" y="2249033"/>
                  </a:lnTo>
                  <a:lnTo>
                    <a:pt x="2963152" y="2249033"/>
                  </a:lnTo>
                  <a:lnTo>
                    <a:pt x="2963246" y="2249033"/>
                  </a:lnTo>
                  <a:lnTo>
                    <a:pt x="2963340" y="2249033"/>
                  </a:lnTo>
                  <a:lnTo>
                    <a:pt x="2963434" y="2249033"/>
                  </a:lnTo>
                  <a:lnTo>
                    <a:pt x="2963528" y="2249033"/>
                  </a:lnTo>
                  <a:lnTo>
                    <a:pt x="2963622" y="2249033"/>
                  </a:lnTo>
                  <a:lnTo>
                    <a:pt x="2963716" y="2249033"/>
                  </a:lnTo>
                  <a:lnTo>
                    <a:pt x="2963810" y="2249033"/>
                  </a:lnTo>
                  <a:lnTo>
                    <a:pt x="2963904" y="2249033"/>
                  </a:lnTo>
                  <a:lnTo>
                    <a:pt x="2963998" y="2249033"/>
                  </a:lnTo>
                  <a:lnTo>
                    <a:pt x="2964092" y="2249033"/>
                  </a:lnTo>
                  <a:lnTo>
                    <a:pt x="2964186" y="2249033"/>
                  </a:lnTo>
                  <a:lnTo>
                    <a:pt x="2964280" y="2249033"/>
                  </a:lnTo>
                  <a:lnTo>
                    <a:pt x="2964374" y="2249033"/>
                  </a:lnTo>
                  <a:lnTo>
                    <a:pt x="2964468" y="2249033"/>
                  </a:lnTo>
                  <a:lnTo>
                    <a:pt x="2964562" y="2249033"/>
                  </a:lnTo>
                  <a:lnTo>
                    <a:pt x="2964656" y="2249033"/>
                  </a:lnTo>
                  <a:lnTo>
                    <a:pt x="2964750" y="2249033"/>
                  </a:lnTo>
                  <a:lnTo>
                    <a:pt x="2964844" y="2249033"/>
                  </a:lnTo>
                  <a:lnTo>
                    <a:pt x="2964938" y="2249033"/>
                  </a:lnTo>
                  <a:lnTo>
                    <a:pt x="2965032" y="2249033"/>
                  </a:lnTo>
                  <a:lnTo>
                    <a:pt x="2965126" y="2249033"/>
                  </a:lnTo>
                  <a:lnTo>
                    <a:pt x="2965220" y="2249033"/>
                  </a:lnTo>
                  <a:lnTo>
                    <a:pt x="2965314" y="2249033"/>
                  </a:lnTo>
                  <a:lnTo>
                    <a:pt x="2965408" y="2249033"/>
                  </a:lnTo>
                  <a:lnTo>
                    <a:pt x="2965502" y="2249033"/>
                  </a:lnTo>
                  <a:lnTo>
                    <a:pt x="2965596" y="2249033"/>
                  </a:lnTo>
                  <a:lnTo>
                    <a:pt x="2965690" y="2249033"/>
                  </a:lnTo>
                  <a:lnTo>
                    <a:pt x="2965784" y="2249033"/>
                  </a:lnTo>
                  <a:lnTo>
                    <a:pt x="2965878" y="2249033"/>
                  </a:lnTo>
                  <a:lnTo>
                    <a:pt x="2965972" y="2249033"/>
                  </a:lnTo>
                  <a:lnTo>
                    <a:pt x="2966066" y="2249033"/>
                  </a:lnTo>
                  <a:lnTo>
                    <a:pt x="2966160" y="2249033"/>
                  </a:lnTo>
                  <a:lnTo>
                    <a:pt x="2966254" y="2249033"/>
                  </a:lnTo>
                  <a:lnTo>
                    <a:pt x="2966348" y="2249033"/>
                  </a:lnTo>
                  <a:lnTo>
                    <a:pt x="2966442" y="2249033"/>
                  </a:lnTo>
                  <a:lnTo>
                    <a:pt x="2966537" y="2249033"/>
                  </a:lnTo>
                  <a:lnTo>
                    <a:pt x="2966631" y="2249033"/>
                  </a:lnTo>
                  <a:lnTo>
                    <a:pt x="2966725" y="2249033"/>
                  </a:lnTo>
                  <a:lnTo>
                    <a:pt x="2966725" y="2243754"/>
                  </a:lnTo>
                  <a:lnTo>
                    <a:pt x="2966819" y="2243754"/>
                  </a:lnTo>
                  <a:lnTo>
                    <a:pt x="2966819" y="2238474"/>
                  </a:lnTo>
                  <a:lnTo>
                    <a:pt x="2966913" y="2238474"/>
                  </a:lnTo>
                  <a:lnTo>
                    <a:pt x="2967007" y="2238474"/>
                  </a:lnTo>
                  <a:lnTo>
                    <a:pt x="2967101" y="2238474"/>
                  </a:lnTo>
                  <a:lnTo>
                    <a:pt x="2967195" y="2238474"/>
                  </a:lnTo>
                  <a:lnTo>
                    <a:pt x="2967289" y="2238474"/>
                  </a:lnTo>
                  <a:lnTo>
                    <a:pt x="2967383" y="2238474"/>
                  </a:lnTo>
                  <a:lnTo>
                    <a:pt x="2967477" y="2238474"/>
                  </a:lnTo>
                  <a:lnTo>
                    <a:pt x="2967571" y="2238474"/>
                  </a:lnTo>
                  <a:lnTo>
                    <a:pt x="2967665" y="2238474"/>
                  </a:lnTo>
                  <a:lnTo>
                    <a:pt x="2967759" y="2238474"/>
                  </a:lnTo>
                  <a:lnTo>
                    <a:pt x="2967853" y="2238474"/>
                  </a:lnTo>
                  <a:lnTo>
                    <a:pt x="2967947" y="2238474"/>
                  </a:lnTo>
                  <a:lnTo>
                    <a:pt x="2968041" y="2238474"/>
                  </a:lnTo>
                  <a:lnTo>
                    <a:pt x="2968135" y="2238474"/>
                  </a:lnTo>
                  <a:lnTo>
                    <a:pt x="2968229" y="2238474"/>
                  </a:lnTo>
                  <a:lnTo>
                    <a:pt x="2968323" y="2238474"/>
                  </a:lnTo>
                  <a:lnTo>
                    <a:pt x="2968417" y="2238474"/>
                  </a:lnTo>
                  <a:lnTo>
                    <a:pt x="2968511" y="2238474"/>
                  </a:lnTo>
                  <a:lnTo>
                    <a:pt x="2968605" y="2238474"/>
                  </a:lnTo>
                  <a:lnTo>
                    <a:pt x="2968699" y="2238474"/>
                  </a:lnTo>
                  <a:lnTo>
                    <a:pt x="2968793" y="2238474"/>
                  </a:lnTo>
                  <a:lnTo>
                    <a:pt x="2968887" y="2238474"/>
                  </a:lnTo>
                  <a:lnTo>
                    <a:pt x="2968981" y="2238474"/>
                  </a:lnTo>
                  <a:lnTo>
                    <a:pt x="2969075" y="2238474"/>
                  </a:lnTo>
                  <a:lnTo>
                    <a:pt x="2969169" y="2238474"/>
                  </a:lnTo>
                  <a:lnTo>
                    <a:pt x="2969263" y="2238474"/>
                  </a:lnTo>
                  <a:lnTo>
                    <a:pt x="2969357" y="2238474"/>
                  </a:lnTo>
                  <a:lnTo>
                    <a:pt x="2969451" y="2238474"/>
                  </a:lnTo>
                  <a:lnTo>
                    <a:pt x="2969545" y="2238474"/>
                  </a:lnTo>
                  <a:lnTo>
                    <a:pt x="2969639" y="2238474"/>
                  </a:lnTo>
                  <a:lnTo>
                    <a:pt x="2969733" y="2238474"/>
                  </a:lnTo>
                  <a:lnTo>
                    <a:pt x="2969827" y="2238474"/>
                  </a:lnTo>
                  <a:lnTo>
                    <a:pt x="2969921" y="2238474"/>
                  </a:lnTo>
                  <a:lnTo>
                    <a:pt x="2970016" y="2238474"/>
                  </a:lnTo>
                  <a:lnTo>
                    <a:pt x="2970110" y="2238474"/>
                  </a:lnTo>
                  <a:lnTo>
                    <a:pt x="2970204" y="2238474"/>
                  </a:lnTo>
                  <a:lnTo>
                    <a:pt x="2970298" y="2238474"/>
                  </a:lnTo>
                  <a:lnTo>
                    <a:pt x="2970392" y="2238474"/>
                  </a:lnTo>
                  <a:lnTo>
                    <a:pt x="2970486" y="2238474"/>
                  </a:lnTo>
                  <a:lnTo>
                    <a:pt x="2970580" y="2238474"/>
                  </a:lnTo>
                  <a:lnTo>
                    <a:pt x="2970674" y="2238474"/>
                  </a:lnTo>
                  <a:lnTo>
                    <a:pt x="2970768" y="2238474"/>
                  </a:lnTo>
                  <a:lnTo>
                    <a:pt x="2970862" y="2238474"/>
                  </a:lnTo>
                  <a:lnTo>
                    <a:pt x="2970956" y="2238474"/>
                  </a:lnTo>
                  <a:lnTo>
                    <a:pt x="2971050" y="2238474"/>
                  </a:lnTo>
                  <a:lnTo>
                    <a:pt x="2971144" y="2238474"/>
                  </a:lnTo>
                  <a:lnTo>
                    <a:pt x="2971238" y="2238474"/>
                  </a:lnTo>
                  <a:lnTo>
                    <a:pt x="2971332" y="2238474"/>
                  </a:lnTo>
                  <a:lnTo>
                    <a:pt x="2971426" y="2238474"/>
                  </a:lnTo>
                  <a:lnTo>
                    <a:pt x="2971520" y="2238474"/>
                  </a:lnTo>
                  <a:lnTo>
                    <a:pt x="2971614" y="2238474"/>
                  </a:lnTo>
                  <a:lnTo>
                    <a:pt x="2971708" y="2238474"/>
                  </a:lnTo>
                  <a:lnTo>
                    <a:pt x="2971802" y="2238474"/>
                  </a:lnTo>
                  <a:lnTo>
                    <a:pt x="2971896" y="2238474"/>
                  </a:lnTo>
                  <a:lnTo>
                    <a:pt x="2971990" y="2238474"/>
                  </a:lnTo>
                  <a:lnTo>
                    <a:pt x="2972084" y="2238474"/>
                  </a:lnTo>
                  <a:lnTo>
                    <a:pt x="2972178" y="2238474"/>
                  </a:lnTo>
                  <a:lnTo>
                    <a:pt x="2972272" y="2238474"/>
                  </a:lnTo>
                  <a:lnTo>
                    <a:pt x="2972366" y="2238474"/>
                  </a:lnTo>
                  <a:lnTo>
                    <a:pt x="2972460" y="2238474"/>
                  </a:lnTo>
                  <a:lnTo>
                    <a:pt x="2972554" y="2238474"/>
                  </a:lnTo>
                  <a:lnTo>
                    <a:pt x="2972648" y="2238474"/>
                  </a:lnTo>
                  <a:lnTo>
                    <a:pt x="2972742" y="2238474"/>
                  </a:lnTo>
                  <a:lnTo>
                    <a:pt x="2972836" y="2238474"/>
                  </a:lnTo>
                  <a:lnTo>
                    <a:pt x="2972930" y="2238474"/>
                  </a:lnTo>
                  <a:lnTo>
                    <a:pt x="2973024" y="2238474"/>
                  </a:lnTo>
                  <a:lnTo>
                    <a:pt x="2973118" y="2238474"/>
                  </a:lnTo>
                  <a:lnTo>
                    <a:pt x="2973212" y="2238474"/>
                  </a:lnTo>
                  <a:lnTo>
                    <a:pt x="2973306" y="2238474"/>
                  </a:lnTo>
                  <a:lnTo>
                    <a:pt x="2973400" y="2238474"/>
                  </a:lnTo>
                  <a:lnTo>
                    <a:pt x="2973494" y="2238474"/>
                  </a:lnTo>
                  <a:lnTo>
                    <a:pt x="2973589" y="2238474"/>
                  </a:lnTo>
                  <a:lnTo>
                    <a:pt x="2973683" y="2238474"/>
                  </a:lnTo>
                  <a:lnTo>
                    <a:pt x="2973777" y="2238474"/>
                  </a:lnTo>
                  <a:lnTo>
                    <a:pt x="2973871" y="2238474"/>
                  </a:lnTo>
                  <a:lnTo>
                    <a:pt x="2973965" y="2238474"/>
                  </a:lnTo>
                  <a:lnTo>
                    <a:pt x="2974059" y="2238474"/>
                  </a:lnTo>
                  <a:lnTo>
                    <a:pt x="2974153" y="2238474"/>
                  </a:lnTo>
                  <a:lnTo>
                    <a:pt x="2974247" y="2238474"/>
                  </a:lnTo>
                  <a:lnTo>
                    <a:pt x="2974341" y="2238474"/>
                  </a:lnTo>
                  <a:lnTo>
                    <a:pt x="2974435" y="2238474"/>
                  </a:lnTo>
                  <a:lnTo>
                    <a:pt x="2974529" y="2238474"/>
                  </a:lnTo>
                  <a:lnTo>
                    <a:pt x="2974623" y="2238474"/>
                  </a:lnTo>
                  <a:lnTo>
                    <a:pt x="2974717" y="2238474"/>
                  </a:lnTo>
                  <a:lnTo>
                    <a:pt x="2974811" y="2238474"/>
                  </a:lnTo>
                  <a:lnTo>
                    <a:pt x="2974905" y="2238474"/>
                  </a:lnTo>
                  <a:lnTo>
                    <a:pt x="2974999" y="2238474"/>
                  </a:lnTo>
                  <a:lnTo>
                    <a:pt x="2975093" y="2238474"/>
                  </a:lnTo>
                  <a:lnTo>
                    <a:pt x="2975187" y="2238474"/>
                  </a:lnTo>
                  <a:lnTo>
                    <a:pt x="2975281" y="2238474"/>
                  </a:lnTo>
                  <a:lnTo>
                    <a:pt x="2975375" y="2238474"/>
                  </a:lnTo>
                  <a:lnTo>
                    <a:pt x="2975469" y="2238474"/>
                  </a:lnTo>
                  <a:lnTo>
                    <a:pt x="2975563" y="2238474"/>
                  </a:lnTo>
                  <a:lnTo>
                    <a:pt x="2975657" y="2238474"/>
                  </a:lnTo>
                  <a:lnTo>
                    <a:pt x="2975751" y="2238474"/>
                  </a:lnTo>
                  <a:lnTo>
                    <a:pt x="2975845" y="2238474"/>
                  </a:lnTo>
                  <a:lnTo>
                    <a:pt x="2975939" y="2238474"/>
                  </a:lnTo>
                  <a:lnTo>
                    <a:pt x="2976033" y="2238474"/>
                  </a:lnTo>
                  <a:lnTo>
                    <a:pt x="2976127" y="2238474"/>
                  </a:lnTo>
                  <a:lnTo>
                    <a:pt x="2976221" y="2238474"/>
                  </a:lnTo>
                  <a:lnTo>
                    <a:pt x="2976315" y="2238474"/>
                  </a:lnTo>
                  <a:lnTo>
                    <a:pt x="2976409" y="2238474"/>
                  </a:lnTo>
                  <a:lnTo>
                    <a:pt x="2976503" y="2238474"/>
                  </a:lnTo>
                  <a:lnTo>
                    <a:pt x="2976597" y="2238474"/>
                  </a:lnTo>
                  <a:lnTo>
                    <a:pt x="2976691" y="2238474"/>
                  </a:lnTo>
                  <a:lnTo>
                    <a:pt x="2976785" y="2238474"/>
                  </a:lnTo>
                  <a:lnTo>
                    <a:pt x="2976879" y="2238474"/>
                  </a:lnTo>
                  <a:lnTo>
                    <a:pt x="2976973" y="2238474"/>
                  </a:lnTo>
                  <a:lnTo>
                    <a:pt x="2977067" y="2238474"/>
                  </a:lnTo>
                  <a:lnTo>
                    <a:pt x="2977162" y="2238474"/>
                  </a:lnTo>
                  <a:lnTo>
                    <a:pt x="2977256" y="2238474"/>
                  </a:lnTo>
                  <a:lnTo>
                    <a:pt x="2977350" y="2238474"/>
                  </a:lnTo>
                  <a:lnTo>
                    <a:pt x="2977444" y="2238474"/>
                  </a:lnTo>
                  <a:lnTo>
                    <a:pt x="2977538" y="2238474"/>
                  </a:lnTo>
                  <a:lnTo>
                    <a:pt x="2977632" y="2238474"/>
                  </a:lnTo>
                  <a:lnTo>
                    <a:pt x="2977726" y="2238474"/>
                  </a:lnTo>
                  <a:lnTo>
                    <a:pt x="2977820" y="2238474"/>
                  </a:lnTo>
                  <a:lnTo>
                    <a:pt x="2977914" y="2238474"/>
                  </a:lnTo>
                  <a:lnTo>
                    <a:pt x="2978008" y="2238474"/>
                  </a:lnTo>
                  <a:lnTo>
                    <a:pt x="2978102" y="2238474"/>
                  </a:lnTo>
                  <a:lnTo>
                    <a:pt x="2978196" y="2238474"/>
                  </a:lnTo>
                  <a:lnTo>
                    <a:pt x="2978290" y="2238474"/>
                  </a:lnTo>
                  <a:lnTo>
                    <a:pt x="2978384" y="2238474"/>
                  </a:lnTo>
                  <a:lnTo>
                    <a:pt x="2978478" y="2238474"/>
                  </a:lnTo>
                  <a:lnTo>
                    <a:pt x="2978572" y="2238474"/>
                  </a:lnTo>
                  <a:lnTo>
                    <a:pt x="2978666" y="2238474"/>
                  </a:lnTo>
                  <a:lnTo>
                    <a:pt x="2978760" y="2238474"/>
                  </a:lnTo>
                  <a:lnTo>
                    <a:pt x="2978854" y="2238474"/>
                  </a:lnTo>
                  <a:lnTo>
                    <a:pt x="2978948" y="2238474"/>
                  </a:lnTo>
                  <a:lnTo>
                    <a:pt x="2979042" y="2238474"/>
                  </a:lnTo>
                  <a:lnTo>
                    <a:pt x="2979136" y="2238474"/>
                  </a:lnTo>
                  <a:lnTo>
                    <a:pt x="2979230" y="2238474"/>
                  </a:lnTo>
                  <a:lnTo>
                    <a:pt x="2979324" y="2238474"/>
                  </a:lnTo>
                  <a:lnTo>
                    <a:pt x="2979418" y="2238474"/>
                  </a:lnTo>
                  <a:lnTo>
                    <a:pt x="2979512" y="2238474"/>
                  </a:lnTo>
                  <a:lnTo>
                    <a:pt x="2979606" y="2238474"/>
                  </a:lnTo>
                  <a:lnTo>
                    <a:pt x="2979700" y="2238474"/>
                  </a:lnTo>
                  <a:lnTo>
                    <a:pt x="2979794" y="2238474"/>
                  </a:lnTo>
                  <a:lnTo>
                    <a:pt x="2979888" y="2238474"/>
                  </a:lnTo>
                  <a:lnTo>
                    <a:pt x="2979982" y="2238474"/>
                  </a:lnTo>
                  <a:lnTo>
                    <a:pt x="2980076" y="2238474"/>
                  </a:lnTo>
                  <a:lnTo>
                    <a:pt x="2980170" y="2238474"/>
                  </a:lnTo>
                  <a:lnTo>
                    <a:pt x="2980264" y="2238474"/>
                  </a:lnTo>
                  <a:lnTo>
                    <a:pt x="2980358" y="2238474"/>
                  </a:lnTo>
                  <a:lnTo>
                    <a:pt x="2980452" y="2238474"/>
                  </a:lnTo>
                  <a:lnTo>
                    <a:pt x="2980546" y="2238474"/>
                  </a:lnTo>
                  <a:lnTo>
                    <a:pt x="2980640" y="2238474"/>
                  </a:lnTo>
                  <a:lnTo>
                    <a:pt x="2980735" y="2238474"/>
                  </a:lnTo>
                  <a:lnTo>
                    <a:pt x="2980829" y="2238474"/>
                  </a:lnTo>
                  <a:lnTo>
                    <a:pt x="2980923" y="2238474"/>
                  </a:lnTo>
                  <a:lnTo>
                    <a:pt x="2981017" y="2238474"/>
                  </a:lnTo>
                  <a:lnTo>
                    <a:pt x="2981111" y="2238474"/>
                  </a:lnTo>
                  <a:lnTo>
                    <a:pt x="2981205" y="2238474"/>
                  </a:lnTo>
                  <a:lnTo>
                    <a:pt x="2981299" y="2238474"/>
                  </a:lnTo>
                  <a:lnTo>
                    <a:pt x="2981393" y="2238474"/>
                  </a:lnTo>
                  <a:lnTo>
                    <a:pt x="2981487" y="2238474"/>
                  </a:lnTo>
                  <a:lnTo>
                    <a:pt x="2981581" y="2238474"/>
                  </a:lnTo>
                  <a:lnTo>
                    <a:pt x="2981675" y="2238474"/>
                  </a:lnTo>
                  <a:lnTo>
                    <a:pt x="2981769" y="2238474"/>
                  </a:lnTo>
                  <a:lnTo>
                    <a:pt x="2981863" y="2238474"/>
                  </a:lnTo>
                  <a:lnTo>
                    <a:pt x="2981957" y="2238474"/>
                  </a:lnTo>
                  <a:lnTo>
                    <a:pt x="2982051" y="2238474"/>
                  </a:lnTo>
                  <a:lnTo>
                    <a:pt x="2982145" y="2238474"/>
                  </a:lnTo>
                  <a:lnTo>
                    <a:pt x="2982239" y="2238474"/>
                  </a:lnTo>
                  <a:lnTo>
                    <a:pt x="2982333" y="2238474"/>
                  </a:lnTo>
                  <a:lnTo>
                    <a:pt x="2982427" y="2238474"/>
                  </a:lnTo>
                  <a:lnTo>
                    <a:pt x="2982521" y="2238474"/>
                  </a:lnTo>
                  <a:lnTo>
                    <a:pt x="2982615" y="2238474"/>
                  </a:lnTo>
                  <a:lnTo>
                    <a:pt x="2982709" y="2238474"/>
                  </a:lnTo>
                  <a:lnTo>
                    <a:pt x="2982803" y="2238474"/>
                  </a:lnTo>
                  <a:lnTo>
                    <a:pt x="2982897" y="2238474"/>
                  </a:lnTo>
                  <a:lnTo>
                    <a:pt x="2982991" y="2238474"/>
                  </a:lnTo>
                  <a:lnTo>
                    <a:pt x="2983085" y="2238474"/>
                  </a:lnTo>
                  <a:lnTo>
                    <a:pt x="2983179" y="2238474"/>
                  </a:lnTo>
                  <a:lnTo>
                    <a:pt x="2983273" y="2238474"/>
                  </a:lnTo>
                  <a:lnTo>
                    <a:pt x="2983367" y="2238474"/>
                  </a:lnTo>
                  <a:lnTo>
                    <a:pt x="2983461" y="2238474"/>
                  </a:lnTo>
                  <a:lnTo>
                    <a:pt x="2983555" y="2238474"/>
                  </a:lnTo>
                  <a:lnTo>
                    <a:pt x="2983649" y="2238474"/>
                  </a:lnTo>
                  <a:lnTo>
                    <a:pt x="2983743" y="2238474"/>
                  </a:lnTo>
                  <a:lnTo>
                    <a:pt x="2983837" y="2238474"/>
                  </a:lnTo>
                  <a:lnTo>
                    <a:pt x="2983931" y="2238474"/>
                  </a:lnTo>
                  <a:lnTo>
                    <a:pt x="2984025" y="2238474"/>
                  </a:lnTo>
                  <a:lnTo>
                    <a:pt x="2984119" y="2238474"/>
                  </a:lnTo>
                  <a:lnTo>
                    <a:pt x="2984214" y="2238474"/>
                  </a:lnTo>
                  <a:lnTo>
                    <a:pt x="2984308" y="2238474"/>
                  </a:lnTo>
                  <a:lnTo>
                    <a:pt x="2984402" y="2238474"/>
                  </a:lnTo>
                  <a:lnTo>
                    <a:pt x="2984496" y="2238474"/>
                  </a:lnTo>
                  <a:lnTo>
                    <a:pt x="2984590" y="2238474"/>
                  </a:lnTo>
                  <a:lnTo>
                    <a:pt x="2984684" y="2238474"/>
                  </a:lnTo>
                  <a:lnTo>
                    <a:pt x="2984778" y="2238474"/>
                  </a:lnTo>
                  <a:lnTo>
                    <a:pt x="2984872" y="2238474"/>
                  </a:lnTo>
                  <a:lnTo>
                    <a:pt x="2984966" y="2238474"/>
                  </a:lnTo>
                  <a:lnTo>
                    <a:pt x="2985060" y="2238474"/>
                  </a:lnTo>
                  <a:lnTo>
                    <a:pt x="2985154" y="2238474"/>
                  </a:lnTo>
                  <a:lnTo>
                    <a:pt x="2985248" y="2238474"/>
                  </a:lnTo>
                  <a:lnTo>
                    <a:pt x="2985342" y="2238474"/>
                  </a:lnTo>
                  <a:lnTo>
                    <a:pt x="2985436" y="2238474"/>
                  </a:lnTo>
                  <a:lnTo>
                    <a:pt x="2985530" y="2238474"/>
                  </a:lnTo>
                  <a:lnTo>
                    <a:pt x="2985624" y="2238474"/>
                  </a:lnTo>
                  <a:lnTo>
                    <a:pt x="2985718" y="2238474"/>
                  </a:lnTo>
                  <a:lnTo>
                    <a:pt x="2985812" y="2238474"/>
                  </a:lnTo>
                  <a:lnTo>
                    <a:pt x="2985906" y="2238474"/>
                  </a:lnTo>
                  <a:lnTo>
                    <a:pt x="2986000" y="2238474"/>
                  </a:lnTo>
                  <a:lnTo>
                    <a:pt x="2986094" y="2238474"/>
                  </a:lnTo>
                  <a:lnTo>
                    <a:pt x="2986188" y="2238474"/>
                  </a:lnTo>
                  <a:lnTo>
                    <a:pt x="2986282" y="2238474"/>
                  </a:lnTo>
                  <a:lnTo>
                    <a:pt x="2986376" y="2238474"/>
                  </a:lnTo>
                  <a:lnTo>
                    <a:pt x="2986470" y="2238474"/>
                  </a:lnTo>
                  <a:lnTo>
                    <a:pt x="2986564" y="2238474"/>
                  </a:lnTo>
                  <a:lnTo>
                    <a:pt x="2986658" y="2238474"/>
                  </a:lnTo>
                  <a:lnTo>
                    <a:pt x="2986752" y="2238474"/>
                  </a:lnTo>
                  <a:lnTo>
                    <a:pt x="2986846" y="2238474"/>
                  </a:lnTo>
                  <a:lnTo>
                    <a:pt x="2986940" y="2238474"/>
                  </a:lnTo>
                  <a:lnTo>
                    <a:pt x="2987034" y="2238474"/>
                  </a:lnTo>
                  <a:lnTo>
                    <a:pt x="2987128" y="2238474"/>
                  </a:lnTo>
                  <a:lnTo>
                    <a:pt x="2987222" y="2238474"/>
                  </a:lnTo>
                  <a:lnTo>
                    <a:pt x="2987316" y="2238474"/>
                  </a:lnTo>
                  <a:lnTo>
                    <a:pt x="2987410" y="2238474"/>
                  </a:lnTo>
                  <a:lnTo>
                    <a:pt x="2987504" y="2238474"/>
                  </a:lnTo>
                  <a:lnTo>
                    <a:pt x="2987598" y="2238474"/>
                  </a:lnTo>
                  <a:lnTo>
                    <a:pt x="2987692" y="2238474"/>
                  </a:lnTo>
                  <a:lnTo>
                    <a:pt x="2987787" y="2238474"/>
                  </a:lnTo>
                  <a:lnTo>
                    <a:pt x="2987881" y="2238474"/>
                  </a:lnTo>
                  <a:lnTo>
                    <a:pt x="2987975" y="2238474"/>
                  </a:lnTo>
                  <a:lnTo>
                    <a:pt x="2988069" y="2238474"/>
                  </a:lnTo>
                  <a:lnTo>
                    <a:pt x="2988163" y="2238474"/>
                  </a:lnTo>
                  <a:lnTo>
                    <a:pt x="2988257" y="2238474"/>
                  </a:lnTo>
                  <a:lnTo>
                    <a:pt x="2988351" y="2238474"/>
                  </a:lnTo>
                  <a:lnTo>
                    <a:pt x="2988445" y="2238474"/>
                  </a:lnTo>
                  <a:lnTo>
                    <a:pt x="2988539" y="2238474"/>
                  </a:lnTo>
                  <a:lnTo>
                    <a:pt x="2988633" y="2238474"/>
                  </a:lnTo>
                  <a:lnTo>
                    <a:pt x="2988727" y="2238474"/>
                  </a:lnTo>
                  <a:lnTo>
                    <a:pt x="2988821" y="2238474"/>
                  </a:lnTo>
                  <a:lnTo>
                    <a:pt x="2988915" y="2238474"/>
                  </a:lnTo>
                  <a:lnTo>
                    <a:pt x="2989009" y="2238474"/>
                  </a:lnTo>
                  <a:lnTo>
                    <a:pt x="2989103" y="2238474"/>
                  </a:lnTo>
                  <a:lnTo>
                    <a:pt x="2989197" y="2238474"/>
                  </a:lnTo>
                  <a:lnTo>
                    <a:pt x="2989291" y="2238474"/>
                  </a:lnTo>
                  <a:lnTo>
                    <a:pt x="2989385" y="2238474"/>
                  </a:lnTo>
                  <a:lnTo>
                    <a:pt x="2989479" y="2238474"/>
                  </a:lnTo>
                  <a:lnTo>
                    <a:pt x="2989573" y="2238474"/>
                  </a:lnTo>
                  <a:lnTo>
                    <a:pt x="2989667" y="2238474"/>
                  </a:lnTo>
                  <a:lnTo>
                    <a:pt x="2989761" y="2238474"/>
                  </a:lnTo>
                  <a:lnTo>
                    <a:pt x="2989855" y="2238474"/>
                  </a:lnTo>
                  <a:lnTo>
                    <a:pt x="2989949" y="2238474"/>
                  </a:lnTo>
                  <a:lnTo>
                    <a:pt x="2990043" y="2238474"/>
                  </a:lnTo>
                  <a:lnTo>
                    <a:pt x="2990137" y="2238474"/>
                  </a:lnTo>
                  <a:lnTo>
                    <a:pt x="2990231" y="2238474"/>
                  </a:lnTo>
                  <a:lnTo>
                    <a:pt x="2990325" y="2238474"/>
                  </a:lnTo>
                  <a:lnTo>
                    <a:pt x="2990419" y="2238474"/>
                  </a:lnTo>
                  <a:lnTo>
                    <a:pt x="2990513" y="2238474"/>
                  </a:lnTo>
                  <a:lnTo>
                    <a:pt x="2990607" y="2238474"/>
                  </a:lnTo>
                  <a:lnTo>
                    <a:pt x="2990701" y="2238474"/>
                  </a:lnTo>
                  <a:lnTo>
                    <a:pt x="2990795" y="2238474"/>
                  </a:lnTo>
                  <a:lnTo>
                    <a:pt x="2990889" y="2238474"/>
                  </a:lnTo>
                  <a:lnTo>
                    <a:pt x="2990983" y="2238474"/>
                  </a:lnTo>
                  <a:lnTo>
                    <a:pt x="2991077" y="2238474"/>
                  </a:lnTo>
                  <a:lnTo>
                    <a:pt x="2991171" y="2238474"/>
                  </a:lnTo>
                  <a:lnTo>
                    <a:pt x="2991265" y="2238474"/>
                  </a:lnTo>
                  <a:lnTo>
                    <a:pt x="2991360" y="2238474"/>
                  </a:lnTo>
                  <a:lnTo>
                    <a:pt x="2991454" y="2238474"/>
                  </a:lnTo>
                  <a:lnTo>
                    <a:pt x="2991548" y="2238474"/>
                  </a:lnTo>
                  <a:lnTo>
                    <a:pt x="2991642" y="2238474"/>
                  </a:lnTo>
                  <a:lnTo>
                    <a:pt x="2991736" y="2238474"/>
                  </a:lnTo>
                  <a:lnTo>
                    <a:pt x="2991830" y="2238474"/>
                  </a:lnTo>
                  <a:lnTo>
                    <a:pt x="2991924" y="2238474"/>
                  </a:lnTo>
                  <a:lnTo>
                    <a:pt x="2992018" y="2238474"/>
                  </a:lnTo>
                  <a:lnTo>
                    <a:pt x="2992112" y="2238474"/>
                  </a:lnTo>
                  <a:lnTo>
                    <a:pt x="2992206" y="2238474"/>
                  </a:lnTo>
                  <a:lnTo>
                    <a:pt x="2992300" y="2238474"/>
                  </a:lnTo>
                  <a:lnTo>
                    <a:pt x="2992394" y="2238474"/>
                  </a:lnTo>
                  <a:lnTo>
                    <a:pt x="2992488" y="2238474"/>
                  </a:lnTo>
                  <a:lnTo>
                    <a:pt x="2992582" y="2238474"/>
                  </a:lnTo>
                  <a:lnTo>
                    <a:pt x="2992676" y="2238474"/>
                  </a:lnTo>
                  <a:lnTo>
                    <a:pt x="2992770" y="2238474"/>
                  </a:lnTo>
                  <a:lnTo>
                    <a:pt x="2992864" y="2238474"/>
                  </a:lnTo>
                  <a:lnTo>
                    <a:pt x="2992958" y="2238474"/>
                  </a:lnTo>
                  <a:lnTo>
                    <a:pt x="2993052" y="2238474"/>
                  </a:lnTo>
                  <a:lnTo>
                    <a:pt x="2993146" y="2238474"/>
                  </a:lnTo>
                  <a:lnTo>
                    <a:pt x="2993240" y="2238474"/>
                  </a:lnTo>
                  <a:lnTo>
                    <a:pt x="2993334" y="2238474"/>
                  </a:lnTo>
                  <a:lnTo>
                    <a:pt x="2993428" y="2238474"/>
                  </a:lnTo>
                  <a:lnTo>
                    <a:pt x="2993522" y="2238474"/>
                  </a:lnTo>
                  <a:lnTo>
                    <a:pt x="2993616" y="2238474"/>
                  </a:lnTo>
                  <a:lnTo>
                    <a:pt x="2993710" y="2238474"/>
                  </a:lnTo>
                  <a:lnTo>
                    <a:pt x="2993804" y="2238474"/>
                  </a:lnTo>
                  <a:lnTo>
                    <a:pt x="2993898" y="2238474"/>
                  </a:lnTo>
                  <a:lnTo>
                    <a:pt x="2993992" y="2238474"/>
                  </a:lnTo>
                  <a:lnTo>
                    <a:pt x="2993992" y="2233195"/>
                  </a:lnTo>
                  <a:lnTo>
                    <a:pt x="2994086" y="2233195"/>
                  </a:lnTo>
                  <a:lnTo>
                    <a:pt x="2994180" y="2233195"/>
                  </a:lnTo>
                  <a:lnTo>
                    <a:pt x="2994180" y="2227915"/>
                  </a:lnTo>
                  <a:lnTo>
                    <a:pt x="2994274" y="2227915"/>
                  </a:lnTo>
                  <a:lnTo>
                    <a:pt x="2994368" y="2227915"/>
                  </a:lnTo>
                  <a:lnTo>
                    <a:pt x="2994462" y="2227915"/>
                  </a:lnTo>
                  <a:lnTo>
                    <a:pt x="2994556" y="2227915"/>
                  </a:lnTo>
                  <a:lnTo>
                    <a:pt x="2994650" y="2227915"/>
                  </a:lnTo>
                  <a:lnTo>
                    <a:pt x="2994744" y="2227915"/>
                  </a:lnTo>
                  <a:lnTo>
                    <a:pt x="2994744" y="2222636"/>
                  </a:lnTo>
                  <a:lnTo>
                    <a:pt x="2994839" y="2222636"/>
                  </a:lnTo>
                  <a:lnTo>
                    <a:pt x="2994933" y="2222636"/>
                  </a:lnTo>
                  <a:lnTo>
                    <a:pt x="2995027" y="2222636"/>
                  </a:lnTo>
                  <a:lnTo>
                    <a:pt x="2995121" y="2222636"/>
                  </a:lnTo>
                  <a:lnTo>
                    <a:pt x="2995215" y="2222636"/>
                  </a:lnTo>
                  <a:lnTo>
                    <a:pt x="2995309" y="2222636"/>
                  </a:lnTo>
                  <a:lnTo>
                    <a:pt x="2995403" y="2222636"/>
                  </a:lnTo>
                  <a:lnTo>
                    <a:pt x="2995497" y="2222636"/>
                  </a:lnTo>
                  <a:lnTo>
                    <a:pt x="2995591" y="2222636"/>
                  </a:lnTo>
                  <a:lnTo>
                    <a:pt x="2995591" y="2217356"/>
                  </a:lnTo>
                  <a:lnTo>
                    <a:pt x="2995685" y="2217356"/>
                  </a:lnTo>
                  <a:lnTo>
                    <a:pt x="2995779" y="2217356"/>
                  </a:lnTo>
                  <a:lnTo>
                    <a:pt x="2995873" y="2217356"/>
                  </a:lnTo>
                  <a:lnTo>
                    <a:pt x="2995967" y="2217356"/>
                  </a:lnTo>
                  <a:lnTo>
                    <a:pt x="2996061" y="2217356"/>
                  </a:lnTo>
                  <a:lnTo>
                    <a:pt x="2996155" y="2217356"/>
                  </a:lnTo>
                  <a:lnTo>
                    <a:pt x="2996249" y="2217356"/>
                  </a:lnTo>
                  <a:lnTo>
                    <a:pt x="2996343" y="2217356"/>
                  </a:lnTo>
                  <a:lnTo>
                    <a:pt x="2996437" y="2217356"/>
                  </a:lnTo>
                  <a:lnTo>
                    <a:pt x="2996531" y="2217356"/>
                  </a:lnTo>
                  <a:lnTo>
                    <a:pt x="2996625" y="2217356"/>
                  </a:lnTo>
                  <a:lnTo>
                    <a:pt x="2996719" y="2217356"/>
                  </a:lnTo>
                  <a:lnTo>
                    <a:pt x="2996813" y="2217356"/>
                  </a:lnTo>
                  <a:lnTo>
                    <a:pt x="2996907" y="2217356"/>
                  </a:lnTo>
                  <a:lnTo>
                    <a:pt x="2997001" y="2217356"/>
                  </a:lnTo>
                  <a:lnTo>
                    <a:pt x="2997095" y="2217356"/>
                  </a:lnTo>
                  <a:lnTo>
                    <a:pt x="2997189" y="2217356"/>
                  </a:lnTo>
                  <a:lnTo>
                    <a:pt x="2997283" y="2217356"/>
                  </a:lnTo>
                  <a:lnTo>
                    <a:pt x="2997377" y="2217356"/>
                  </a:lnTo>
                  <a:lnTo>
                    <a:pt x="2997471" y="2217356"/>
                  </a:lnTo>
                  <a:lnTo>
                    <a:pt x="2997565" y="2217356"/>
                  </a:lnTo>
                  <a:lnTo>
                    <a:pt x="2997659" y="2217356"/>
                  </a:lnTo>
                  <a:lnTo>
                    <a:pt x="2997753" y="2217356"/>
                  </a:lnTo>
                  <a:lnTo>
                    <a:pt x="2997847" y="2217356"/>
                  </a:lnTo>
                  <a:lnTo>
                    <a:pt x="2997941" y="2217356"/>
                  </a:lnTo>
                  <a:lnTo>
                    <a:pt x="2998035" y="2217356"/>
                  </a:lnTo>
                  <a:lnTo>
                    <a:pt x="2998035" y="2212077"/>
                  </a:lnTo>
                  <a:lnTo>
                    <a:pt x="2998129" y="2212077"/>
                  </a:lnTo>
                  <a:lnTo>
                    <a:pt x="2998223" y="2212077"/>
                  </a:lnTo>
                  <a:lnTo>
                    <a:pt x="2998317" y="2212077"/>
                  </a:lnTo>
                  <a:lnTo>
                    <a:pt x="2998412" y="2212077"/>
                  </a:lnTo>
                  <a:lnTo>
                    <a:pt x="2998506" y="2212077"/>
                  </a:lnTo>
                  <a:lnTo>
                    <a:pt x="2998600" y="2212077"/>
                  </a:lnTo>
                  <a:lnTo>
                    <a:pt x="2998694" y="2212077"/>
                  </a:lnTo>
                  <a:lnTo>
                    <a:pt x="2998788" y="2212077"/>
                  </a:lnTo>
                  <a:lnTo>
                    <a:pt x="2998882" y="2212077"/>
                  </a:lnTo>
                  <a:lnTo>
                    <a:pt x="2998976" y="2212077"/>
                  </a:lnTo>
                  <a:lnTo>
                    <a:pt x="2999070" y="2212077"/>
                  </a:lnTo>
                  <a:lnTo>
                    <a:pt x="2999164" y="2212077"/>
                  </a:lnTo>
                  <a:lnTo>
                    <a:pt x="2999258" y="2212077"/>
                  </a:lnTo>
                  <a:lnTo>
                    <a:pt x="2999352" y="2212077"/>
                  </a:lnTo>
                  <a:lnTo>
                    <a:pt x="2999446" y="2212077"/>
                  </a:lnTo>
                  <a:lnTo>
                    <a:pt x="2999540" y="2212077"/>
                  </a:lnTo>
                  <a:lnTo>
                    <a:pt x="2999634" y="2212077"/>
                  </a:lnTo>
                  <a:lnTo>
                    <a:pt x="2999728" y="2212077"/>
                  </a:lnTo>
                  <a:lnTo>
                    <a:pt x="2999822" y="2212077"/>
                  </a:lnTo>
                  <a:lnTo>
                    <a:pt x="2999916" y="2212077"/>
                  </a:lnTo>
                  <a:lnTo>
                    <a:pt x="3000010" y="2212077"/>
                  </a:lnTo>
                  <a:lnTo>
                    <a:pt x="3000104" y="2212077"/>
                  </a:lnTo>
                  <a:lnTo>
                    <a:pt x="3000198" y="2212077"/>
                  </a:lnTo>
                  <a:lnTo>
                    <a:pt x="3000292" y="2212077"/>
                  </a:lnTo>
                  <a:lnTo>
                    <a:pt x="3000386" y="2212077"/>
                  </a:lnTo>
                  <a:lnTo>
                    <a:pt x="3000480" y="2212077"/>
                  </a:lnTo>
                  <a:lnTo>
                    <a:pt x="3000574" y="2212077"/>
                  </a:lnTo>
                  <a:lnTo>
                    <a:pt x="3000668" y="2212077"/>
                  </a:lnTo>
                  <a:lnTo>
                    <a:pt x="3000762" y="2212077"/>
                  </a:lnTo>
                  <a:lnTo>
                    <a:pt x="3000856" y="2212077"/>
                  </a:lnTo>
                  <a:lnTo>
                    <a:pt x="3000950" y="2212077"/>
                  </a:lnTo>
                  <a:lnTo>
                    <a:pt x="3001044" y="2212077"/>
                  </a:lnTo>
                  <a:lnTo>
                    <a:pt x="3001138" y="2212077"/>
                  </a:lnTo>
                  <a:lnTo>
                    <a:pt x="3001232" y="2212077"/>
                  </a:lnTo>
                  <a:lnTo>
                    <a:pt x="3001326" y="2212077"/>
                  </a:lnTo>
                  <a:lnTo>
                    <a:pt x="3001420" y="2212077"/>
                  </a:lnTo>
                  <a:lnTo>
                    <a:pt x="3001514" y="2212077"/>
                  </a:lnTo>
                  <a:lnTo>
                    <a:pt x="3001608" y="2212077"/>
                  </a:lnTo>
                  <a:lnTo>
                    <a:pt x="3001702" y="2212077"/>
                  </a:lnTo>
                  <a:lnTo>
                    <a:pt x="3001796" y="2212077"/>
                  </a:lnTo>
                  <a:lnTo>
                    <a:pt x="3001890" y="2212077"/>
                  </a:lnTo>
                  <a:lnTo>
                    <a:pt x="3001985" y="2212077"/>
                  </a:lnTo>
                  <a:lnTo>
                    <a:pt x="3002079" y="2212077"/>
                  </a:lnTo>
                  <a:lnTo>
                    <a:pt x="3002173" y="2212077"/>
                  </a:lnTo>
                  <a:lnTo>
                    <a:pt x="3002267" y="2212077"/>
                  </a:lnTo>
                  <a:lnTo>
                    <a:pt x="3002361" y="2212077"/>
                  </a:lnTo>
                  <a:lnTo>
                    <a:pt x="3002455" y="2212077"/>
                  </a:lnTo>
                  <a:lnTo>
                    <a:pt x="3002549" y="2212077"/>
                  </a:lnTo>
                  <a:lnTo>
                    <a:pt x="3002643" y="2212077"/>
                  </a:lnTo>
                  <a:lnTo>
                    <a:pt x="3002737" y="2212077"/>
                  </a:lnTo>
                  <a:lnTo>
                    <a:pt x="3002831" y="2212077"/>
                  </a:lnTo>
                  <a:lnTo>
                    <a:pt x="3002925" y="2212077"/>
                  </a:lnTo>
                  <a:lnTo>
                    <a:pt x="3003019" y="2212077"/>
                  </a:lnTo>
                  <a:lnTo>
                    <a:pt x="3003113" y="2212077"/>
                  </a:lnTo>
                  <a:lnTo>
                    <a:pt x="3003207" y="2212077"/>
                  </a:lnTo>
                  <a:lnTo>
                    <a:pt x="3003301" y="2212077"/>
                  </a:lnTo>
                  <a:lnTo>
                    <a:pt x="3003395" y="2212077"/>
                  </a:lnTo>
                  <a:lnTo>
                    <a:pt x="3003489" y="2212077"/>
                  </a:lnTo>
                  <a:lnTo>
                    <a:pt x="3003583" y="2212077"/>
                  </a:lnTo>
                  <a:lnTo>
                    <a:pt x="3003677" y="2212077"/>
                  </a:lnTo>
                  <a:lnTo>
                    <a:pt x="3003771" y="2212077"/>
                  </a:lnTo>
                  <a:lnTo>
                    <a:pt x="3003865" y="2212077"/>
                  </a:lnTo>
                  <a:lnTo>
                    <a:pt x="3003959" y="2212077"/>
                  </a:lnTo>
                  <a:lnTo>
                    <a:pt x="3004053" y="2212077"/>
                  </a:lnTo>
                  <a:lnTo>
                    <a:pt x="3004147" y="2212077"/>
                  </a:lnTo>
                  <a:lnTo>
                    <a:pt x="3004241" y="2212077"/>
                  </a:lnTo>
                  <a:lnTo>
                    <a:pt x="3004335" y="2212077"/>
                  </a:lnTo>
                  <a:lnTo>
                    <a:pt x="3004429" y="2212077"/>
                  </a:lnTo>
                  <a:lnTo>
                    <a:pt x="3004523" y="2212077"/>
                  </a:lnTo>
                  <a:lnTo>
                    <a:pt x="3004617" y="2212077"/>
                  </a:lnTo>
                  <a:lnTo>
                    <a:pt x="3004711" y="2212077"/>
                  </a:lnTo>
                  <a:lnTo>
                    <a:pt x="3004805" y="2212077"/>
                  </a:lnTo>
                  <a:lnTo>
                    <a:pt x="3004899" y="2212077"/>
                  </a:lnTo>
                  <a:lnTo>
                    <a:pt x="3004993" y="2212077"/>
                  </a:lnTo>
                  <a:lnTo>
                    <a:pt x="3005087" y="2212077"/>
                  </a:lnTo>
                  <a:lnTo>
                    <a:pt x="3005181" y="2212077"/>
                  </a:lnTo>
                  <a:lnTo>
                    <a:pt x="3005275" y="2212077"/>
                  </a:lnTo>
                  <a:lnTo>
                    <a:pt x="3005369" y="2212077"/>
                  </a:lnTo>
                  <a:lnTo>
                    <a:pt x="3005464" y="2212077"/>
                  </a:lnTo>
                  <a:lnTo>
                    <a:pt x="3005558" y="2212077"/>
                  </a:lnTo>
                  <a:lnTo>
                    <a:pt x="3005652" y="2212077"/>
                  </a:lnTo>
                  <a:lnTo>
                    <a:pt x="3005746" y="2212077"/>
                  </a:lnTo>
                  <a:lnTo>
                    <a:pt x="3005840" y="2212077"/>
                  </a:lnTo>
                  <a:lnTo>
                    <a:pt x="3005934" y="2212077"/>
                  </a:lnTo>
                  <a:lnTo>
                    <a:pt x="3006028" y="2212077"/>
                  </a:lnTo>
                  <a:lnTo>
                    <a:pt x="3006122" y="2212077"/>
                  </a:lnTo>
                  <a:lnTo>
                    <a:pt x="3006216" y="2212077"/>
                  </a:lnTo>
                  <a:lnTo>
                    <a:pt x="3006310" y="2212077"/>
                  </a:lnTo>
                  <a:lnTo>
                    <a:pt x="3006404" y="2212077"/>
                  </a:lnTo>
                  <a:lnTo>
                    <a:pt x="3006498" y="2212077"/>
                  </a:lnTo>
                  <a:lnTo>
                    <a:pt x="3006592" y="2212077"/>
                  </a:lnTo>
                  <a:lnTo>
                    <a:pt x="3006686" y="2212077"/>
                  </a:lnTo>
                  <a:lnTo>
                    <a:pt x="3006780" y="2212077"/>
                  </a:lnTo>
                  <a:lnTo>
                    <a:pt x="3006874" y="2212077"/>
                  </a:lnTo>
                  <a:lnTo>
                    <a:pt x="3006968" y="2212077"/>
                  </a:lnTo>
                  <a:lnTo>
                    <a:pt x="3007062" y="2212077"/>
                  </a:lnTo>
                  <a:lnTo>
                    <a:pt x="3007156" y="2212077"/>
                  </a:lnTo>
                  <a:lnTo>
                    <a:pt x="3007250" y="2212077"/>
                  </a:lnTo>
                  <a:lnTo>
                    <a:pt x="3007344" y="2212077"/>
                  </a:lnTo>
                  <a:lnTo>
                    <a:pt x="3007438" y="2212077"/>
                  </a:lnTo>
                  <a:lnTo>
                    <a:pt x="3007532" y="2212077"/>
                  </a:lnTo>
                  <a:lnTo>
                    <a:pt x="3007626" y="2212077"/>
                  </a:lnTo>
                  <a:lnTo>
                    <a:pt x="3007720" y="2212077"/>
                  </a:lnTo>
                  <a:lnTo>
                    <a:pt x="3007814" y="2212077"/>
                  </a:lnTo>
                  <a:lnTo>
                    <a:pt x="3007908" y="2212077"/>
                  </a:lnTo>
                  <a:lnTo>
                    <a:pt x="3008002" y="2212077"/>
                  </a:lnTo>
                  <a:lnTo>
                    <a:pt x="3008096" y="2212077"/>
                  </a:lnTo>
                  <a:lnTo>
                    <a:pt x="3008190" y="2212077"/>
                  </a:lnTo>
                  <a:lnTo>
                    <a:pt x="3008284" y="2212077"/>
                  </a:lnTo>
                  <a:lnTo>
                    <a:pt x="3008378" y="2212077"/>
                  </a:lnTo>
                  <a:lnTo>
                    <a:pt x="3008472" y="2212077"/>
                  </a:lnTo>
                  <a:lnTo>
                    <a:pt x="3008566" y="2212077"/>
                  </a:lnTo>
                  <a:lnTo>
                    <a:pt x="3008660" y="2212077"/>
                  </a:lnTo>
                  <a:lnTo>
                    <a:pt x="3008754" y="2212077"/>
                  </a:lnTo>
                  <a:lnTo>
                    <a:pt x="3008848" y="2212077"/>
                  </a:lnTo>
                  <a:lnTo>
                    <a:pt x="3008942" y="2212077"/>
                  </a:lnTo>
                  <a:lnTo>
                    <a:pt x="3009037" y="2212077"/>
                  </a:lnTo>
                  <a:lnTo>
                    <a:pt x="3009131" y="2212077"/>
                  </a:lnTo>
                  <a:lnTo>
                    <a:pt x="3009225" y="2212077"/>
                  </a:lnTo>
                  <a:lnTo>
                    <a:pt x="3009319" y="2212077"/>
                  </a:lnTo>
                  <a:lnTo>
                    <a:pt x="3009413" y="2212077"/>
                  </a:lnTo>
                  <a:lnTo>
                    <a:pt x="3009507" y="2212077"/>
                  </a:lnTo>
                  <a:lnTo>
                    <a:pt x="3009601" y="2212077"/>
                  </a:lnTo>
                  <a:lnTo>
                    <a:pt x="3009695" y="2212077"/>
                  </a:lnTo>
                  <a:lnTo>
                    <a:pt x="3009789" y="2212077"/>
                  </a:lnTo>
                  <a:lnTo>
                    <a:pt x="3009883" y="2212077"/>
                  </a:lnTo>
                  <a:lnTo>
                    <a:pt x="3009977" y="2212077"/>
                  </a:lnTo>
                  <a:lnTo>
                    <a:pt x="3010071" y="2212077"/>
                  </a:lnTo>
                  <a:lnTo>
                    <a:pt x="3010165" y="2212077"/>
                  </a:lnTo>
                  <a:lnTo>
                    <a:pt x="3010259" y="2212077"/>
                  </a:lnTo>
                  <a:lnTo>
                    <a:pt x="3010353" y="2212077"/>
                  </a:lnTo>
                  <a:lnTo>
                    <a:pt x="3010447" y="2212077"/>
                  </a:lnTo>
                  <a:lnTo>
                    <a:pt x="3010541" y="2212077"/>
                  </a:lnTo>
                  <a:lnTo>
                    <a:pt x="3010635" y="2212077"/>
                  </a:lnTo>
                  <a:lnTo>
                    <a:pt x="3010729" y="2212077"/>
                  </a:lnTo>
                  <a:lnTo>
                    <a:pt x="3010823" y="2212077"/>
                  </a:lnTo>
                  <a:lnTo>
                    <a:pt x="3010917" y="2212077"/>
                  </a:lnTo>
                  <a:lnTo>
                    <a:pt x="3011011" y="2212077"/>
                  </a:lnTo>
                  <a:lnTo>
                    <a:pt x="3011105" y="2212077"/>
                  </a:lnTo>
                  <a:lnTo>
                    <a:pt x="3011199" y="2212077"/>
                  </a:lnTo>
                  <a:lnTo>
                    <a:pt x="3011293" y="2212077"/>
                  </a:lnTo>
                  <a:lnTo>
                    <a:pt x="3011387" y="2212077"/>
                  </a:lnTo>
                  <a:lnTo>
                    <a:pt x="3011481" y="2212077"/>
                  </a:lnTo>
                  <a:lnTo>
                    <a:pt x="3011575" y="2212077"/>
                  </a:lnTo>
                  <a:lnTo>
                    <a:pt x="3011669" y="2212077"/>
                  </a:lnTo>
                  <a:lnTo>
                    <a:pt x="3011763" y="2212077"/>
                  </a:lnTo>
                  <a:lnTo>
                    <a:pt x="3011857" y="2212077"/>
                  </a:lnTo>
                  <a:lnTo>
                    <a:pt x="3011951" y="2212077"/>
                  </a:lnTo>
                  <a:lnTo>
                    <a:pt x="3012045" y="2212077"/>
                  </a:lnTo>
                  <a:lnTo>
                    <a:pt x="3012139" y="2212077"/>
                  </a:lnTo>
                  <a:lnTo>
                    <a:pt x="3012233" y="2212077"/>
                  </a:lnTo>
                  <a:lnTo>
                    <a:pt x="3012327" y="2212077"/>
                  </a:lnTo>
                  <a:lnTo>
                    <a:pt x="3012421" y="2212077"/>
                  </a:lnTo>
                  <a:lnTo>
                    <a:pt x="3012515" y="2212077"/>
                  </a:lnTo>
                  <a:lnTo>
                    <a:pt x="3012610" y="2212077"/>
                  </a:lnTo>
                  <a:lnTo>
                    <a:pt x="3012704" y="2212077"/>
                  </a:lnTo>
                  <a:lnTo>
                    <a:pt x="3012798" y="2212077"/>
                  </a:lnTo>
                  <a:lnTo>
                    <a:pt x="3012892" y="2212077"/>
                  </a:lnTo>
                  <a:lnTo>
                    <a:pt x="3012986" y="2212077"/>
                  </a:lnTo>
                  <a:lnTo>
                    <a:pt x="3013080" y="2212077"/>
                  </a:lnTo>
                  <a:lnTo>
                    <a:pt x="3013174" y="2212077"/>
                  </a:lnTo>
                  <a:lnTo>
                    <a:pt x="3013268" y="2212077"/>
                  </a:lnTo>
                  <a:lnTo>
                    <a:pt x="3013362" y="2212077"/>
                  </a:lnTo>
                  <a:lnTo>
                    <a:pt x="3013456" y="2212077"/>
                  </a:lnTo>
                  <a:lnTo>
                    <a:pt x="3013550" y="2212077"/>
                  </a:lnTo>
                  <a:lnTo>
                    <a:pt x="3013644" y="2212077"/>
                  </a:lnTo>
                  <a:lnTo>
                    <a:pt x="3013738" y="2212077"/>
                  </a:lnTo>
                  <a:lnTo>
                    <a:pt x="3013832" y="2212077"/>
                  </a:lnTo>
                  <a:lnTo>
                    <a:pt x="3013926" y="2212077"/>
                  </a:lnTo>
                  <a:lnTo>
                    <a:pt x="3014020" y="2212077"/>
                  </a:lnTo>
                  <a:lnTo>
                    <a:pt x="3014114" y="2212077"/>
                  </a:lnTo>
                  <a:lnTo>
                    <a:pt x="3014208" y="2212077"/>
                  </a:lnTo>
                  <a:lnTo>
                    <a:pt x="3014302" y="2212077"/>
                  </a:lnTo>
                  <a:lnTo>
                    <a:pt x="3014396" y="2212077"/>
                  </a:lnTo>
                  <a:lnTo>
                    <a:pt x="3014490" y="2212077"/>
                  </a:lnTo>
                  <a:lnTo>
                    <a:pt x="3014584" y="2212077"/>
                  </a:lnTo>
                  <a:lnTo>
                    <a:pt x="3014678" y="2212077"/>
                  </a:lnTo>
                  <a:lnTo>
                    <a:pt x="3014772" y="2212077"/>
                  </a:lnTo>
                  <a:lnTo>
                    <a:pt x="3014866" y="2212077"/>
                  </a:lnTo>
                  <a:lnTo>
                    <a:pt x="3014960" y="2212077"/>
                  </a:lnTo>
                  <a:lnTo>
                    <a:pt x="3015054" y="2212077"/>
                  </a:lnTo>
                  <a:lnTo>
                    <a:pt x="3015148" y="2212077"/>
                  </a:lnTo>
                  <a:lnTo>
                    <a:pt x="3015242" y="2212077"/>
                  </a:lnTo>
                  <a:lnTo>
                    <a:pt x="3015336" y="2212077"/>
                  </a:lnTo>
                  <a:lnTo>
                    <a:pt x="3015430" y="2212077"/>
                  </a:lnTo>
                  <a:lnTo>
                    <a:pt x="3015524" y="2212077"/>
                  </a:lnTo>
                  <a:lnTo>
                    <a:pt x="3015618" y="2212077"/>
                  </a:lnTo>
                  <a:lnTo>
                    <a:pt x="3015712" y="2212077"/>
                  </a:lnTo>
                  <a:lnTo>
                    <a:pt x="3015806" y="2212077"/>
                  </a:lnTo>
                  <a:lnTo>
                    <a:pt x="3015900" y="2212077"/>
                  </a:lnTo>
                  <a:lnTo>
                    <a:pt x="3015994" y="2212077"/>
                  </a:lnTo>
                  <a:lnTo>
                    <a:pt x="3016089" y="2212077"/>
                  </a:lnTo>
                  <a:lnTo>
                    <a:pt x="3016183" y="2212077"/>
                  </a:lnTo>
                  <a:lnTo>
                    <a:pt x="3016183" y="2206798"/>
                  </a:lnTo>
                  <a:lnTo>
                    <a:pt x="3016277" y="2206798"/>
                  </a:lnTo>
                  <a:lnTo>
                    <a:pt x="3016371" y="2206798"/>
                  </a:lnTo>
                  <a:lnTo>
                    <a:pt x="3016371" y="2201518"/>
                  </a:lnTo>
                  <a:lnTo>
                    <a:pt x="3016465" y="2201518"/>
                  </a:lnTo>
                  <a:lnTo>
                    <a:pt x="3016559" y="2201518"/>
                  </a:lnTo>
                  <a:lnTo>
                    <a:pt x="3016653" y="2201518"/>
                  </a:lnTo>
                  <a:lnTo>
                    <a:pt x="3016747" y="2201518"/>
                  </a:lnTo>
                  <a:lnTo>
                    <a:pt x="3016841" y="2201518"/>
                  </a:lnTo>
                  <a:lnTo>
                    <a:pt x="3016935" y="2201518"/>
                  </a:lnTo>
                  <a:lnTo>
                    <a:pt x="3017029" y="2201518"/>
                  </a:lnTo>
                  <a:lnTo>
                    <a:pt x="3017123" y="2201518"/>
                  </a:lnTo>
                  <a:lnTo>
                    <a:pt x="3017217" y="2201518"/>
                  </a:lnTo>
                  <a:lnTo>
                    <a:pt x="3017311" y="2201518"/>
                  </a:lnTo>
                  <a:lnTo>
                    <a:pt x="3017405" y="2201518"/>
                  </a:lnTo>
                  <a:lnTo>
                    <a:pt x="3017499" y="2201518"/>
                  </a:lnTo>
                  <a:lnTo>
                    <a:pt x="3017593" y="2201518"/>
                  </a:lnTo>
                  <a:lnTo>
                    <a:pt x="3017687" y="2201518"/>
                  </a:lnTo>
                  <a:lnTo>
                    <a:pt x="3017781" y="2201518"/>
                  </a:lnTo>
                  <a:lnTo>
                    <a:pt x="3017875" y="2201518"/>
                  </a:lnTo>
                  <a:lnTo>
                    <a:pt x="3017969" y="2201518"/>
                  </a:lnTo>
                  <a:lnTo>
                    <a:pt x="3018063" y="2201518"/>
                  </a:lnTo>
                  <a:lnTo>
                    <a:pt x="3018157" y="2201518"/>
                  </a:lnTo>
                  <a:lnTo>
                    <a:pt x="3018251" y="2201518"/>
                  </a:lnTo>
                  <a:lnTo>
                    <a:pt x="3018345" y="2201518"/>
                  </a:lnTo>
                  <a:lnTo>
                    <a:pt x="3018439" y="2201518"/>
                  </a:lnTo>
                  <a:lnTo>
                    <a:pt x="3018533" y="2201518"/>
                  </a:lnTo>
                  <a:lnTo>
                    <a:pt x="3018627" y="2201518"/>
                  </a:lnTo>
                  <a:lnTo>
                    <a:pt x="3018721" y="2201518"/>
                  </a:lnTo>
                  <a:lnTo>
                    <a:pt x="3018815" y="2201518"/>
                  </a:lnTo>
                  <a:lnTo>
                    <a:pt x="3018909" y="2201518"/>
                  </a:lnTo>
                  <a:lnTo>
                    <a:pt x="3019003" y="2201518"/>
                  </a:lnTo>
                  <a:lnTo>
                    <a:pt x="3019097" y="2201518"/>
                  </a:lnTo>
                  <a:lnTo>
                    <a:pt x="3019191" y="2201518"/>
                  </a:lnTo>
                  <a:lnTo>
                    <a:pt x="3019285" y="2201518"/>
                  </a:lnTo>
                  <a:lnTo>
                    <a:pt x="3019379" y="2201518"/>
                  </a:lnTo>
                  <a:lnTo>
                    <a:pt x="3019473" y="2201518"/>
                  </a:lnTo>
                  <a:lnTo>
                    <a:pt x="3019567" y="2201518"/>
                  </a:lnTo>
                  <a:lnTo>
                    <a:pt x="3019662" y="2201518"/>
                  </a:lnTo>
                  <a:lnTo>
                    <a:pt x="3019756" y="2201518"/>
                  </a:lnTo>
                  <a:lnTo>
                    <a:pt x="3019850" y="2201518"/>
                  </a:lnTo>
                  <a:lnTo>
                    <a:pt x="3019944" y="2201518"/>
                  </a:lnTo>
                  <a:lnTo>
                    <a:pt x="3020038" y="2201518"/>
                  </a:lnTo>
                  <a:lnTo>
                    <a:pt x="3020132" y="2201518"/>
                  </a:lnTo>
                  <a:lnTo>
                    <a:pt x="3020226" y="2201518"/>
                  </a:lnTo>
                  <a:lnTo>
                    <a:pt x="3020320" y="2201518"/>
                  </a:lnTo>
                  <a:lnTo>
                    <a:pt x="3020414" y="2201518"/>
                  </a:lnTo>
                  <a:lnTo>
                    <a:pt x="3020508" y="2201518"/>
                  </a:lnTo>
                  <a:lnTo>
                    <a:pt x="3020602" y="2201518"/>
                  </a:lnTo>
                  <a:lnTo>
                    <a:pt x="3020696" y="2201518"/>
                  </a:lnTo>
                  <a:lnTo>
                    <a:pt x="3020790" y="2201518"/>
                  </a:lnTo>
                  <a:lnTo>
                    <a:pt x="3020884" y="2201518"/>
                  </a:lnTo>
                  <a:lnTo>
                    <a:pt x="3020978" y="2201518"/>
                  </a:lnTo>
                  <a:lnTo>
                    <a:pt x="3021072" y="2201518"/>
                  </a:lnTo>
                  <a:lnTo>
                    <a:pt x="3021166" y="2201518"/>
                  </a:lnTo>
                  <a:lnTo>
                    <a:pt x="3021260" y="2201518"/>
                  </a:lnTo>
                  <a:lnTo>
                    <a:pt x="3021354" y="2201518"/>
                  </a:lnTo>
                  <a:lnTo>
                    <a:pt x="3021448" y="2201518"/>
                  </a:lnTo>
                  <a:lnTo>
                    <a:pt x="3021542" y="2201518"/>
                  </a:lnTo>
                  <a:lnTo>
                    <a:pt x="3021636" y="2201518"/>
                  </a:lnTo>
                  <a:lnTo>
                    <a:pt x="3021730" y="2201518"/>
                  </a:lnTo>
                  <a:lnTo>
                    <a:pt x="3021824" y="2201518"/>
                  </a:lnTo>
                  <a:lnTo>
                    <a:pt x="3021918" y="2201518"/>
                  </a:lnTo>
                  <a:lnTo>
                    <a:pt x="3022012" y="2201518"/>
                  </a:lnTo>
                  <a:lnTo>
                    <a:pt x="3022106" y="2201518"/>
                  </a:lnTo>
                  <a:lnTo>
                    <a:pt x="3022200" y="2201518"/>
                  </a:lnTo>
                  <a:lnTo>
                    <a:pt x="3022294" y="2201518"/>
                  </a:lnTo>
                  <a:lnTo>
                    <a:pt x="3022388" y="2201518"/>
                  </a:lnTo>
                  <a:lnTo>
                    <a:pt x="3022482" y="2201518"/>
                  </a:lnTo>
                  <a:lnTo>
                    <a:pt x="3022576" y="2201518"/>
                  </a:lnTo>
                  <a:lnTo>
                    <a:pt x="3022670" y="2201518"/>
                  </a:lnTo>
                  <a:lnTo>
                    <a:pt x="3022764" y="2201518"/>
                  </a:lnTo>
                  <a:lnTo>
                    <a:pt x="3022858" y="2201518"/>
                  </a:lnTo>
                  <a:lnTo>
                    <a:pt x="3022952" y="2201518"/>
                  </a:lnTo>
                  <a:lnTo>
                    <a:pt x="3023046" y="2201518"/>
                  </a:lnTo>
                  <a:lnTo>
                    <a:pt x="3023140" y="2201518"/>
                  </a:lnTo>
                  <a:lnTo>
                    <a:pt x="3023235" y="2201518"/>
                  </a:lnTo>
                  <a:lnTo>
                    <a:pt x="3023329" y="2201518"/>
                  </a:lnTo>
                  <a:lnTo>
                    <a:pt x="3023423" y="2201518"/>
                  </a:lnTo>
                  <a:lnTo>
                    <a:pt x="3023517" y="2201518"/>
                  </a:lnTo>
                  <a:lnTo>
                    <a:pt x="3023611" y="2201518"/>
                  </a:lnTo>
                  <a:lnTo>
                    <a:pt x="3023611" y="2196239"/>
                  </a:lnTo>
                  <a:lnTo>
                    <a:pt x="3023705" y="2196239"/>
                  </a:lnTo>
                  <a:lnTo>
                    <a:pt x="3023799" y="2196239"/>
                  </a:lnTo>
                  <a:lnTo>
                    <a:pt x="3023893" y="2196239"/>
                  </a:lnTo>
                  <a:lnTo>
                    <a:pt x="3023987" y="2196239"/>
                  </a:lnTo>
                  <a:lnTo>
                    <a:pt x="3024081" y="2196239"/>
                  </a:lnTo>
                  <a:lnTo>
                    <a:pt x="3024175" y="2196239"/>
                  </a:lnTo>
                  <a:lnTo>
                    <a:pt x="3024269" y="2196239"/>
                  </a:lnTo>
                  <a:lnTo>
                    <a:pt x="3024363" y="2196239"/>
                  </a:lnTo>
                  <a:lnTo>
                    <a:pt x="3024457" y="2196239"/>
                  </a:lnTo>
                  <a:lnTo>
                    <a:pt x="3024551" y="2196239"/>
                  </a:lnTo>
                  <a:lnTo>
                    <a:pt x="3024645" y="2196239"/>
                  </a:lnTo>
                  <a:lnTo>
                    <a:pt x="3024739" y="2196239"/>
                  </a:lnTo>
                  <a:lnTo>
                    <a:pt x="3024833" y="2196239"/>
                  </a:lnTo>
                  <a:lnTo>
                    <a:pt x="3024927" y="2196239"/>
                  </a:lnTo>
                  <a:lnTo>
                    <a:pt x="3025021" y="2196239"/>
                  </a:lnTo>
                  <a:lnTo>
                    <a:pt x="3025115" y="2196239"/>
                  </a:lnTo>
                  <a:lnTo>
                    <a:pt x="3025209" y="2196239"/>
                  </a:lnTo>
                  <a:lnTo>
                    <a:pt x="3025303" y="2196239"/>
                  </a:lnTo>
                  <a:lnTo>
                    <a:pt x="3025397" y="2196239"/>
                  </a:lnTo>
                  <a:lnTo>
                    <a:pt x="3025491" y="2196239"/>
                  </a:lnTo>
                  <a:lnTo>
                    <a:pt x="3025585" y="2196239"/>
                  </a:lnTo>
                  <a:lnTo>
                    <a:pt x="3025679" y="2196239"/>
                  </a:lnTo>
                  <a:lnTo>
                    <a:pt x="3025773" y="2196239"/>
                  </a:lnTo>
                  <a:lnTo>
                    <a:pt x="3025867" y="2196239"/>
                  </a:lnTo>
                  <a:lnTo>
                    <a:pt x="3025961" y="2196239"/>
                  </a:lnTo>
                  <a:lnTo>
                    <a:pt x="3026055" y="2196239"/>
                  </a:lnTo>
                  <a:lnTo>
                    <a:pt x="3026149" y="2196239"/>
                  </a:lnTo>
                  <a:lnTo>
                    <a:pt x="3026243" y="2196239"/>
                  </a:lnTo>
                  <a:lnTo>
                    <a:pt x="3026337" y="2196239"/>
                  </a:lnTo>
                  <a:lnTo>
                    <a:pt x="3026431" y="2196239"/>
                  </a:lnTo>
                  <a:lnTo>
                    <a:pt x="3026525" y="2196239"/>
                  </a:lnTo>
                  <a:lnTo>
                    <a:pt x="3026619" y="2196239"/>
                  </a:lnTo>
                  <a:lnTo>
                    <a:pt x="3026713" y="2196239"/>
                  </a:lnTo>
                  <a:lnTo>
                    <a:pt x="3026808" y="2196239"/>
                  </a:lnTo>
                  <a:lnTo>
                    <a:pt x="3026902" y="2196239"/>
                  </a:lnTo>
                  <a:lnTo>
                    <a:pt x="3026996" y="2196239"/>
                  </a:lnTo>
                  <a:lnTo>
                    <a:pt x="3027090" y="2196239"/>
                  </a:lnTo>
                  <a:lnTo>
                    <a:pt x="3027184" y="2196239"/>
                  </a:lnTo>
                  <a:lnTo>
                    <a:pt x="3027278" y="2196239"/>
                  </a:lnTo>
                  <a:lnTo>
                    <a:pt x="3027372" y="2196239"/>
                  </a:lnTo>
                  <a:lnTo>
                    <a:pt x="3027466" y="2196239"/>
                  </a:lnTo>
                  <a:lnTo>
                    <a:pt x="3027560" y="2196239"/>
                  </a:lnTo>
                  <a:lnTo>
                    <a:pt x="3027654" y="2196239"/>
                  </a:lnTo>
                  <a:lnTo>
                    <a:pt x="3027748" y="2196239"/>
                  </a:lnTo>
                  <a:lnTo>
                    <a:pt x="3027842" y="2196239"/>
                  </a:lnTo>
                  <a:lnTo>
                    <a:pt x="3027936" y="2196239"/>
                  </a:lnTo>
                  <a:lnTo>
                    <a:pt x="3028030" y="2196239"/>
                  </a:lnTo>
                  <a:lnTo>
                    <a:pt x="3028124" y="2196239"/>
                  </a:lnTo>
                  <a:lnTo>
                    <a:pt x="3028218" y="2196239"/>
                  </a:lnTo>
                  <a:lnTo>
                    <a:pt x="3028312" y="2196239"/>
                  </a:lnTo>
                  <a:lnTo>
                    <a:pt x="3028406" y="2196239"/>
                  </a:lnTo>
                  <a:lnTo>
                    <a:pt x="3028500" y="2196239"/>
                  </a:lnTo>
                  <a:lnTo>
                    <a:pt x="3028594" y="2196239"/>
                  </a:lnTo>
                  <a:lnTo>
                    <a:pt x="3028688" y="2196239"/>
                  </a:lnTo>
                  <a:lnTo>
                    <a:pt x="3028782" y="2196239"/>
                  </a:lnTo>
                  <a:lnTo>
                    <a:pt x="3028876" y="2196239"/>
                  </a:lnTo>
                  <a:lnTo>
                    <a:pt x="3028970" y="2196239"/>
                  </a:lnTo>
                  <a:lnTo>
                    <a:pt x="3029064" y="2196239"/>
                  </a:lnTo>
                  <a:lnTo>
                    <a:pt x="3029158" y="2196239"/>
                  </a:lnTo>
                  <a:lnTo>
                    <a:pt x="3029252" y="2196239"/>
                  </a:lnTo>
                  <a:lnTo>
                    <a:pt x="3029346" y="2196239"/>
                  </a:lnTo>
                  <a:lnTo>
                    <a:pt x="3029440" y="2196239"/>
                  </a:lnTo>
                  <a:lnTo>
                    <a:pt x="3029534" y="2196239"/>
                  </a:lnTo>
                  <a:lnTo>
                    <a:pt x="3029628" y="2196239"/>
                  </a:lnTo>
                  <a:lnTo>
                    <a:pt x="3029722" y="2196239"/>
                  </a:lnTo>
                  <a:lnTo>
                    <a:pt x="3029816" y="2196239"/>
                  </a:lnTo>
                  <a:lnTo>
                    <a:pt x="3029910" y="2196239"/>
                  </a:lnTo>
                  <a:lnTo>
                    <a:pt x="3030004" y="2196239"/>
                  </a:lnTo>
                  <a:lnTo>
                    <a:pt x="3030098" y="2196239"/>
                  </a:lnTo>
                  <a:lnTo>
                    <a:pt x="3030192" y="2196239"/>
                  </a:lnTo>
                  <a:lnTo>
                    <a:pt x="3030287" y="2196239"/>
                  </a:lnTo>
                  <a:lnTo>
                    <a:pt x="3030381" y="2196239"/>
                  </a:lnTo>
                  <a:lnTo>
                    <a:pt x="3030475" y="2196239"/>
                  </a:lnTo>
                  <a:lnTo>
                    <a:pt x="3030569" y="2196239"/>
                  </a:lnTo>
                  <a:lnTo>
                    <a:pt x="3030663" y="2196239"/>
                  </a:lnTo>
                  <a:lnTo>
                    <a:pt x="3030757" y="2196239"/>
                  </a:lnTo>
                  <a:lnTo>
                    <a:pt x="3030851" y="2196239"/>
                  </a:lnTo>
                  <a:lnTo>
                    <a:pt x="3030945" y="2196239"/>
                  </a:lnTo>
                  <a:lnTo>
                    <a:pt x="3031039" y="2196239"/>
                  </a:lnTo>
                  <a:lnTo>
                    <a:pt x="3031133" y="2196239"/>
                  </a:lnTo>
                  <a:lnTo>
                    <a:pt x="3031227" y="2196239"/>
                  </a:lnTo>
                  <a:lnTo>
                    <a:pt x="3031321" y="2196239"/>
                  </a:lnTo>
                  <a:lnTo>
                    <a:pt x="3031415" y="2196239"/>
                  </a:lnTo>
                  <a:lnTo>
                    <a:pt x="3031509" y="2196239"/>
                  </a:lnTo>
                  <a:lnTo>
                    <a:pt x="3031603" y="2196239"/>
                  </a:lnTo>
                  <a:lnTo>
                    <a:pt x="3031697" y="2196239"/>
                  </a:lnTo>
                  <a:lnTo>
                    <a:pt x="3031791" y="2196239"/>
                  </a:lnTo>
                  <a:lnTo>
                    <a:pt x="3031885" y="2196239"/>
                  </a:lnTo>
                  <a:lnTo>
                    <a:pt x="3031979" y="2196239"/>
                  </a:lnTo>
                  <a:lnTo>
                    <a:pt x="3032073" y="2196239"/>
                  </a:lnTo>
                  <a:lnTo>
                    <a:pt x="3032167" y="2196239"/>
                  </a:lnTo>
                  <a:lnTo>
                    <a:pt x="3032261" y="2196239"/>
                  </a:lnTo>
                  <a:lnTo>
                    <a:pt x="3032355" y="2196239"/>
                  </a:lnTo>
                  <a:lnTo>
                    <a:pt x="3032449" y="2196239"/>
                  </a:lnTo>
                  <a:lnTo>
                    <a:pt x="3032543" y="2196239"/>
                  </a:lnTo>
                  <a:lnTo>
                    <a:pt x="3032637" y="2196239"/>
                  </a:lnTo>
                  <a:lnTo>
                    <a:pt x="3032731" y="2196239"/>
                  </a:lnTo>
                  <a:lnTo>
                    <a:pt x="3032825" y="2196239"/>
                  </a:lnTo>
                  <a:lnTo>
                    <a:pt x="3032919" y="2196239"/>
                  </a:lnTo>
                  <a:lnTo>
                    <a:pt x="3033013" y="2196239"/>
                  </a:lnTo>
                  <a:lnTo>
                    <a:pt x="3033107" y="2196239"/>
                  </a:lnTo>
                  <a:lnTo>
                    <a:pt x="3033201" y="2196239"/>
                  </a:lnTo>
                  <a:lnTo>
                    <a:pt x="3033295" y="2196239"/>
                  </a:lnTo>
                  <a:lnTo>
                    <a:pt x="3033389" y="2196239"/>
                  </a:lnTo>
                  <a:lnTo>
                    <a:pt x="3033483" y="2196239"/>
                  </a:lnTo>
                  <a:lnTo>
                    <a:pt x="3033577" y="2196239"/>
                  </a:lnTo>
                  <a:lnTo>
                    <a:pt x="3033671" y="2196239"/>
                  </a:lnTo>
                  <a:lnTo>
                    <a:pt x="3033765" y="2196239"/>
                  </a:lnTo>
                  <a:lnTo>
                    <a:pt x="3033860" y="2196239"/>
                  </a:lnTo>
                  <a:lnTo>
                    <a:pt x="3033954" y="2196239"/>
                  </a:lnTo>
                  <a:lnTo>
                    <a:pt x="3034048" y="2196239"/>
                  </a:lnTo>
                  <a:lnTo>
                    <a:pt x="3034142" y="2196239"/>
                  </a:lnTo>
                  <a:lnTo>
                    <a:pt x="3034236" y="2196239"/>
                  </a:lnTo>
                  <a:lnTo>
                    <a:pt x="3034330" y="2196239"/>
                  </a:lnTo>
                  <a:lnTo>
                    <a:pt x="3034424" y="2196239"/>
                  </a:lnTo>
                  <a:lnTo>
                    <a:pt x="3034518" y="2196239"/>
                  </a:lnTo>
                  <a:lnTo>
                    <a:pt x="3034612" y="2196239"/>
                  </a:lnTo>
                  <a:lnTo>
                    <a:pt x="3034706" y="2196239"/>
                  </a:lnTo>
                  <a:lnTo>
                    <a:pt x="3034800" y="2196239"/>
                  </a:lnTo>
                  <a:lnTo>
                    <a:pt x="3034894" y="2196239"/>
                  </a:lnTo>
                  <a:lnTo>
                    <a:pt x="3034988" y="2196239"/>
                  </a:lnTo>
                  <a:lnTo>
                    <a:pt x="3035082" y="2196239"/>
                  </a:lnTo>
                  <a:lnTo>
                    <a:pt x="3035176" y="2196239"/>
                  </a:lnTo>
                  <a:lnTo>
                    <a:pt x="3035270" y="2196239"/>
                  </a:lnTo>
                  <a:lnTo>
                    <a:pt x="3035364" y="2196239"/>
                  </a:lnTo>
                  <a:lnTo>
                    <a:pt x="3035458" y="2196239"/>
                  </a:lnTo>
                  <a:lnTo>
                    <a:pt x="3035552" y="2196239"/>
                  </a:lnTo>
                  <a:lnTo>
                    <a:pt x="3035646" y="2196239"/>
                  </a:lnTo>
                  <a:lnTo>
                    <a:pt x="3035740" y="2196239"/>
                  </a:lnTo>
                  <a:lnTo>
                    <a:pt x="3035834" y="2196239"/>
                  </a:lnTo>
                  <a:lnTo>
                    <a:pt x="3035928" y="2196239"/>
                  </a:lnTo>
                  <a:lnTo>
                    <a:pt x="3036022" y="2196239"/>
                  </a:lnTo>
                  <a:lnTo>
                    <a:pt x="3036116" y="2196239"/>
                  </a:lnTo>
                  <a:lnTo>
                    <a:pt x="3036210" y="2196239"/>
                  </a:lnTo>
                  <a:lnTo>
                    <a:pt x="3036304" y="2196239"/>
                  </a:lnTo>
                  <a:lnTo>
                    <a:pt x="3036398" y="2196239"/>
                  </a:lnTo>
                  <a:lnTo>
                    <a:pt x="3036492" y="2196239"/>
                  </a:lnTo>
                  <a:lnTo>
                    <a:pt x="3036586" y="2196239"/>
                  </a:lnTo>
                  <a:lnTo>
                    <a:pt x="3036680" y="2196239"/>
                  </a:lnTo>
                  <a:lnTo>
                    <a:pt x="3036774" y="2196239"/>
                  </a:lnTo>
                  <a:lnTo>
                    <a:pt x="3036868" y="2196239"/>
                  </a:lnTo>
                  <a:lnTo>
                    <a:pt x="3036962" y="2196239"/>
                  </a:lnTo>
                  <a:lnTo>
                    <a:pt x="3037056" y="2196239"/>
                  </a:lnTo>
                  <a:lnTo>
                    <a:pt x="3037150" y="2196239"/>
                  </a:lnTo>
                  <a:lnTo>
                    <a:pt x="3037244" y="2196239"/>
                  </a:lnTo>
                  <a:lnTo>
                    <a:pt x="3037338" y="2196239"/>
                  </a:lnTo>
                  <a:lnTo>
                    <a:pt x="3037433" y="2196239"/>
                  </a:lnTo>
                  <a:lnTo>
                    <a:pt x="3037527" y="2196239"/>
                  </a:lnTo>
                  <a:lnTo>
                    <a:pt x="3037621" y="2196239"/>
                  </a:lnTo>
                  <a:lnTo>
                    <a:pt x="3037715" y="2196239"/>
                  </a:lnTo>
                  <a:lnTo>
                    <a:pt x="3037809" y="2196239"/>
                  </a:lnTo>
                  <a:lnTo>
                    <a:pt x="3037903" y="2196239"/>
                  </a:lnTo>
                  <a:lnTo>
                    <a:pt x="3037997" y="2196239"/>
                  </a:lnTo>
                  <a:lnTo>
                    <a:pt x="3038091" y="2196239"/>
                  </a:lnTo>
                  <a:lnTo>
                    <a:pt x="3038185" y="2196239"/>
                  </a:lnTo>
                  <a:lnTo>
                    <a:pt x="3038279" y="2196239"/>
                  </a:lnTo>
                  <a:lnTo>
                    <a:pt x="3038373" y="2196239"/>
                  </a:lnTo>
                  <a:lnTo>
                    <a:pt x="3038467" y="2196239"/>
                  </a:lnTo>
                  <a:lnTo>
                    <a:pt x="3038561" y="2196239"/>
                  </a:lnTo>
                  <a:lnTo>
                    <a:pt x="3038655" y="2196239"/>
                  </a:lnTo>
                  <a:lnTo>
                    <a:pt x="3038749" y="2196239"/>
                  </a:lnTo>
                  <a:lnTo>
                    <a:pt x="3038843" y="2196239"/>
                  </a:lnTo>
                  <a:lnTo>
                    <a:pt x="3038937" y="2196239"/>
                  </a:lnTo>
                  <a:lnTo>
                    <a:pt x="3039031" y="2196239"/>
                  </a:lnTo>
                  <a:lnTo>
                    <a:pt x="3039125" y="2196239"/>
                  </a:lnTo>
                  <a:lnTo>
                    <a:pt x="3039219" y="2196239"/>
                  </a:lnTo>
                  <a:lnTo>
                    <a:pt x="3039313" y="2196239"/>
                  </a:lnTo>
                  <a:lnTo>
                    <a:pt x="3039407" y="2196239"/>
                  </a:lnTo>
                  <a:lnTo>
                    <a:pt x="3039501" y="2196239"/>
                  </a:lnTo>
                  <a:lnTo>
                    <a:pt x="3039595" y="2196239"/>
                  </a:lnTo>
                  <a:lnTo>
                    <a:pt x="3039689" y="2196239"/>
                  </a:lnTo>
                  <a:lnTo>
                    <a:pt x="3039783" y="2196239"/>
                  </a:lnTo>
                  <a:lnTo>
                    <a:pt x="3039877" y="2196239"/>
                  </a:lnTo>
                  <a:lnTo>
                    <a:pt x="3039971" y="2196239"/>
                  </a:lnTo>
                  <a:lnTo>
                    <a:pt x="3040065" y="2196239"/>
                  </a:lnTo>
                  <a:lnTo>
                    <a:pt x="3040159" y="2196239"/>
                  </a:lnTo>
                  <a:lnTo>
                    <a:pt x="3040253" y="2196239"/>
                  </a:lnTo>
                  <a:lnTo>
                    <a:pt x="3040347" y="2196239"/>
                  </a:lnTo>
                  <a:lnTo>
                    <a:pt x="3040441" y="2196239"/>
                  </a:lnTo>
                  <a:lnTo>
                    <a:pt x="3040535" y="2196239"/>
                  </a:lnTo>
                  <a:lnTo>
                    <a:pt x="3040629" y="2196239"/>
                  </a:lnTo>
                  <a:lnTo>
                    <a:pt x="3040723" y="2196239"/>
                  </a:lnTo>
                  <a:lnTo>
                    <a:pt x="3040817" y="2196239"/>
                  </a:lnTo>
                  <a:lnTo>
                    <a:pt x="3040912" y="2196239"/>
                  </a:lnTo>
                  <a:lnTo>
                    <a:pt x="3041006" y="2196239"/>
                  </a:lnTo>
                  <a:lnTo>
                    <a:pt x="3041100" y="2196239"/>
                  </a:lnTo>
                  <a:lnTo>
                    <a:pt x="3041194" y="2196239"/>
                  </a:lnTo>
                  <a:lnTo>
                    <a:pt x="3041194" y="2190959"/>
                  </a:lnTo>
                  <a:lnTo>
                    <a:pt x="3041288" y="2190959"/>
                  </a:lnTo>
                  <a:lnTo>
                    <a:pt x="3041382" y="2190959"/>
                  </a:lnTo>
                  <a:lnTo>
                    <a:pt x="3041476" y="2190959"/>
                  </a:lnTo>
                  <a:lnTo>
                    <a:pt x="3041570" y="2190959"/>
                  </a:lnTo>
                  <a:lnTo>
                    <a:pt x="3041664" y="2190959"/>
                  </a:lnTo>
                  <a:lnTo>
                    <a:pt x="3041758" y="2190959"/>
                  </a:lnTo>
                  <a:lnTo>
                    <a:pt x="3041852" y="2190959"/>
                  </a:lnTo>
                  <a:lnTo>
                    <a:pt x="3041852" y="2185680"/>
                  </a:lnTo>
                  <a:lnTo>
                    <a:pt x="3041946" y="2185680"/>
                  </a:lnTo>
                  <a:lnTo>
                    <a:pt x="3042040" y="2185680"/>
                  </a:lnTo>
                  <a:lnTo>
                    <a:pt x="3042134" y="2185680"/>
                  </a:lnTo>
                  <a:lnTo>
                    <a:pt x="3042228" y="2185680"/>
                  </a:lnTo>
                  <a:lnTo>
                    <a:pt x="3042322" y="2185680"/>
                  </a:lnTo>
                  <a:lnTo>
                    <a:pt x="3042416" y="2185680"/>
                  </a:lnTo>
                  <a:lnTo>
                    <a:pt x="3042510" y="2185680"/>
                  </a:lnTo>
                  <a:lnTo>
                    <a:pt x="3042604" y="2185680"/>
                  </a:lnTo>
                  <a:lnTo>
                    <a:pt x="3042698" y="2185680"/>
                  </a:lnTo>
                  <a:lnTo>
                    <a:pt x="3042792" y="2185680"/>
                  </a:lnTo>
                  <a:lnTo>
                    <a:pt x="3042886" y="2185680"/>
                  </a:lnTo>
                  <a:lnTo>
                    <a:pt x="3042980" y="2185680"/>
                  </a:lnTo>
                  <a:lnTo>
                    <a:pt x="3043074" y="2185680"/>
                  </a:lnTo>
                  <a:lnTo>
                    <a:pt x="3043168" y="2185680"/>
                  </a:lnTo>
                  <a:lnTo>
                    <a:pt x="3043262" y="2185680"/>
                  </a:lnTo>
                  <a:lnTo>
                    <a:pt x="3043356" y="2185680"/>
                  </a:lnTo>
                  <a:lnTo>
                    <a:pt x="3043450" y="2185680"/>
                  </a:lnTo>
                  <a:lnTo>
                    <a:pt x="3043544" y="2185680"/>
                  </a:lnTo>
                  <a:lnTo>
                    <a:pt x="3043638" y="2185680"/>
                  </a:lnTo>
                  <a:lnTo>
                    <a:pt x="3043732" y="2185680"/>
                  </a:lnTo>
                  <a:lnTo>
                    <a:pt x="3043826" y="2185680"/>
                  </a:lnTo>
                  <a:lnTo>
                    <a:pt x="3043920" y="2185680"/>
                  </a:lnTo>
                  <a:lnTo>
                    <a:pt x="3044014" y="2185680"/>
                  </a:lnTo>
                  <a:lnTo>
                    <a:pt x="3044108" y="2185680"/>
                  </a:lnTo>
                  <a:lnTo>
                    <a:pt x="3044202" y="2185680"/>
                  </a:lnTo>
                  <a:lnTo>
                    <a:pt x="3044296" y="2185680"/>
                  </a:lnTo>
                  <a:lnTo>
                    <a:pt x="3044390" y="2185680"/>
                  </a:lnTo>
                  <a:lnTo>
                    <a:pt x="3044485" y="2185680"/>
                  </a:lnTo>
                  <a:lnTo>
                    <a:pt x="3044579" y="2185680"/>
                  </a:lnTo>
                  <a:lnTo>
                    <a:pt x="3044673" y="2185680"/>
                  </a:lnTo>
                  <a:lnTo>
                    <a:pt x="3044767" y="2185680"/>
                  </a:lnTo>
                  <a:lnTo>
                    <a:pt x="3044861" y="2185680"/>
                  </a:lnTo>
                  <a:lnTo>
                    <a:pt x="3044955" y="2185680"/>
                  </a:lnTo>
                  <a:lnTo>
                    <a:pt x="3045049" y="2185680"/>
                  </a:lnTo>
                  <a:lnTo>
                    <a:pt x="3045143" y="2185680"/>
                  </a:lnTo>
                  <a:lnTo>
                    <a:pt x="3045237" y="2185680"/>
                  </a:lnTo>
                  <a:lnTo>
                    <a:pt x="3045331" y="2185680"/>
                  </a:lnTo>
                  <a:lnTo>
                    <a:pt x="3045425" y="2185680"/>
                  </a:lnTo>
                  <a:lnTo>
                    <a:pt x="3045519" y="2185680"/>
                  </a:lnTo>
                  <a:lnTo>
                    <a:pt x="3045613" y="2185680"/>
                  </a:lnTo>
                  <a:lnTo>
                    <a:pt x="3045707" y="2185680"/>
                  </a:lnTo>
                  <a:lnTo>
                    <a:pt x="3045801" y="2185680"/>
                  </a:lnTo>
                  <a:lnTo>
                    <a:pt x="3045895" y="2185680"/>
                  </a:lnTo>
                  <a:lnTo>
                    <a:pt x="3045989" y="2185680"/>
                  </a:lnTo>
                  <a:lnTo>
                    <a:pt x="3046083" y="2185680"/>
                  </a:lnTo>
                  <a:lnTo>
                    <a:pt x="3046177" y="2185680"/>
                  </a:lnTo>
                  <a:lnTo>
                    <a:pt x="3046271" y="2185680"/>
                  </a:lnTo>
                  <a:lnTo>
                    <a:pt x="3046365" y="2185680"/>
                  </a:lnTo>
                  <a:lnTo>
                    <a:pt x="3046459" y="2185680"/>
                  </a:lnTo>
                  <a:lnTo>
                    <a:pt x="3046553" y="2185680"/>
                  </a:lnTo>
                  <a:lnTo>
                    <a:pt x="3046647" y="2185680"/>
                  </a:lnTo>
                  <a:lnTo>
                    <a:pt x="3046741" y="2185680"/>
                  </a:lnTo>
                  <a:lnTo>
                    <a:pt x="3046835" y="2185680"/>
                  </a:lnTo>
                  <a:lnTo>
                    <a:pt x="3046929" y="2185680"/>
                  </a:lnTo>
                  <a:lnTo>
                    <a:pt x="3047023" y="2185680"/>
                  </a:lnTo>
                  <a:lnTo>
                    <a:pt x="3047117" y="2185680"/>
                  </a:lnTo>
                  <a:lnTo>
                    <a:pt x="3047211" y="2185680"/>
                  </a:lnTo>
                  <a:lnTo>
                    <a:pt x="3047305" y="2185680"/>
                  </a:lnTo>
                  <a:lnTo>
                    <a:pt x="3047399" y="2185680"/>
                  </a:lnTo>
                  <a:lnTo>
                    <a:pt x="3047493" y="2185680"/>
                  </a:lnTo>
                  <a:lnTo>
                    <a:pt x="3047587" y="2185680"/>
                  </a:lnTo>
                  <a:lnTo>
                    <a:pt x="3047681" y="2185680"/>
                  </a:lnTo>
                  <a:lnTo>
                    <a:pt x="3047775" y="2185680"/>
                  </a:lnTo>
                  <a:lnTo>
                    <a:pt x="3047869" y="2185680"/>
                  </a:lnTo>
                  <a:lnTo>
                    <a:pt x="3047963" y="2185680"/>
                  </a:lnTo>
                  <a:lnTo>
                    <a:pt x="3048058" y="2185680"/>
                  </a:lnTo>
                  <a:lnTo>
                    <a:pt x="3048152" y="2185680"/>
                  </a:lnTo>
                  <a:lnTo>
                    <a:pt x="3048246" y="2185680"/>
                  </a:lnTo>
                  <a:lnTo>
                    <a:pt x="3048340" y="2185680"/>
                  </a:lnTo>
                  <a:lnTo>
                    <a:pt x="3048434" y="2185680"/>
                  </a:lnTo>
                  <a:lnTo>
                    <a:pt x="3048528" y="2185680"/>
                  </a:lnTo>
                  <a:lnTo>
                    <a:pt x="3048622" y="2185680"/>
                  </a:lnTo>
                  <a:lnTo>
                    <a:pt x="3048716" y="2185680"/>
                  </a:lnTo>
                  <a:lnTo>
                    <a:pt x="3048810" y="2185680"/>
                  </a:lnTo>
                  <a:lnTo>
                    <a:pt x="3048904" y="2185680"/>
                  </a:lnTo>
                  <a:lnTo>
                    <a:pt x="3048998" y="2185680"/>
                  </a:lnTo>
                  <a:lnTo>
                    <a:pt x="3049092" y="2185680"/>
                  </a:lnTo>
                  <a:lnTo>
                    <a:pt x="3049186" y="2185680"/>
                  </a:lnTo>
                  <a:lnTo>
                    <a:pt x="3049280" y="2185680"/>
                  </a:lnTo>
                  <a:lnTo>
                    <a:pt x="3049374" y="2185680"/>
                  </a:lnTo>
                  <a:lnTo>
                    <a:pt x="3049468" y="2185680"/>
                  </a:lnTo>
                  <a:lnTo>
                    <a:pt x="3049562" y="2185680"/>
                  </a:lnTo>
                  <a:lnTo>
                    <a:pt x="3049656" y="2185680"/>
                  </a:lnTo>
                  <a:lnTo>
                    <a:pt x="3049750" y="2185680"/>
                  </a:lnTo>
                  <a:lnTo>
                    <a:pt x="3049844" y="2185680"/>
                  </a:lnTo>
                  <a:lnTo>
                    <a:pt x="3049938" y="2185680"/>
                  </a:lnTo>
                  <a:lnTo>
                    <a:pt x="3050032" y="2185680"/>
                  </a:lnTo>
                  <a:lnTo>
                    <a:pt x="3050126" y="2185680"/>
                  </a:lnTo>
                  <a:lnTo>
                    <a:pt x="3050220" y="2185680"/>
                  </a:lnTo>
                  <a:lnTo>
                    <a:pt x="3050314" y="2185680"/>
                  </a:lnTo>
                  <a:lnTo>
                    <a:pt x="3050408" y="2185680"/>
                  </a:lnTo>
                  <a:lnTo>
                    <a:pt x="3050502" y="2185680"/>
                  </a:lnTo>
                  <a:lnTo>
                    <a:pt x="3050596" y="2185680"/>
                  </a:lnTo>
                  <a:lnTo>
                    <a:pt x="3050690" y="2185680"/>
                  </a:lnTo>
                  <a:lnTo>
                    <a:pt x="3050784" y="2185680"/>
                  </a:lnTo>
                  <a:lnTo>
                    <a:pt x="3050878" y="2185680"/>
                  </a:lnTo>
                  <a:lnTo>
                    <a:pt x="3050972" y="2185680"/>
                  </a:lnTo>
                  <a:lnTo>
                    <a:pt x="3051066" y="2185680"/>
                  </a:lnTo>
                  <a:lnTo>
                    <a:pt x="3051160" y="2185680"/>
                  </a:lnTo>
                  <a:lnTo>
                    <a:pt x="3051254" y="2185680"/>
                  </a:lnTo>
                  <a:lnTo>
                    <a:pt x="3051348" y="2185680"/>
                  </a:lnTo>
                  <a:lnTo>
                    <a:pt x="3051442" y="2185680"/>
                  </a:lnTo>
                  <a:lnTo>
                    <a:pt x="3051537" y="2185680"/>
                  </a:lnTo>
                  <a:lnTo>
                    <a:pt x="3051631" y="2185680"/>
                  </a:lnTo>
                  <a:lnTo>
                    <a:pt x="3051725" y="2185680"/>
                  </a:lnTo>
                  <a:lnTo>
                    <a:pt x="3051819" y="2185680"/>
                  </a:lnTo>
                  <a:lnTo>
                    <a:pt x="3051913" y="2185680"/>
                  </a:lnTo>
                  <a:lnTo>
                    <a:pt x="3052007" y="2185680"/>
                  </a:lnTo>
                  <a:lnTo>
                    <a:pt x="3052101" y="2185680"/>
                  </a:lnTo>
                  <a:lnTo>
                    <a:pt x="3052195" y="2185680"/>
                  </a:lnTo>
                  <a:lnTo>
                    <a:pt x="3052289" y="2185680"/>
                  </a:lnTo>
                  <a:lnTo>
                    <a:pt x="3052383" y="2185680"/>
                  </a:lnTo>
                  <a:lnTo>
                    <a:pt x="3052477" y="2185680"/>
                  </a:lnTo>
                  <a:lnTo>
                    <a:pt x="3052571" y="2185680"/>
                  </a:lnTo>
                  <a:lnTo>
                    <a:pt x="3052665" y="2185680"/>
                  </a:lnTo>
                  <a:lnTo>
                    <a:pt x="3052759" y="2185680"/>
                  </a:lnTo>
                  <a:lnTo>
                    <a:pt x="3052853" y="2185680"/>
                  </a:lnTo>
                  <a:lnTo>
                    <a:pt x="3052947" y="2185680"/>
                  </a:lnTo>
                  <a:lnTo>
                    <a:pt x="3053041" y="2185680"/>
                  </a:lnTo>
                  <a:lnTo>
                    <a:pt x="3053135" y="2185680"/>
                  </a:lnTo>
                  <a:lnTo>
                    <a:pt x="3053229" y="2185680"/>
                  </a:lnTo>
                  <a:lnTo>
                    <a:pt x="3053323" y="2185680"/>
                  </a:lnTo>
                  <a:lnTo>
                    <a:pt x="3053417" y="2185680"/>
                  </a:lnTo>
                  <a:lnTo>
                    <a:pt x="3053511" y="2185680"/>
                  </a:lnTo>
                  <a:lnTo>
                    <a:pt x="3053605" y="2185680"/>
                  </a:lnTo>
                  <a:lnTo>
                    <a:pt x="3053699" y="2185680"/>
                  </a:lnTo>
                  <a:lnTo>
                    <a:pt x="3053793" y="2185680"/>
                  </a:lnTo>
                  <a:lnTo>
                    <a:pt x="3053887" y="2185680"/>
                  </a:lnTo>
                  <a:lnTo>
                    <a:pt x="3053981" y="2185680"/>
                  </a:lnTo>
                  <a:lnTo>
                    <a:pt x="3054075" y="2185680"/>
                  </a:lnTo>
                  <a:lnTo>
                    <a:pt x="3054169" y="2185680"/>
                  </a:lnTo>
                  <a:lnTo>
                    <a:pt x="3054263" y="2185680"/>
                  </a:lnTo>
                  <a:lnTo>
                    <a:pt x="3054357" y="2185680"/>
                  </a:lnTo>
                  <a:lnTo>
                    <a:pt x="3054451" y="2185680"/>
                  </a:lnTo>
                  <a:lnTo>
                    <a:pt x="3054545" y="2185680"/>
                  </a:lnTo>
                  <a:lnTo>
                    <a:pt x="3054639" y="2185680"/>
                  </a:lnTo>
                  <a:lnTo>
                    <a:pt x="3054733" y="2185680"/>
                  </a:lnTo>
                  <a:lnTo>
                    <a:pt x="3054827" y="2185680"/>
                  </a:lnTo>
                  <a:lnTo>
                    <a:pt x="3054921" y="2185680"/>
                  </a:lnTo>
                  <a:lnTo>
                    <a:pt x="3055015" y="2185680"/>
                  </a:lnTo>
                  <a:lnTo>
                    <a:pt x="3055110" y="2185680"/>
                  </a:lnTo>
                  <a:lnTo>
                    <a:pt x="3055204" y="2185680"/>
                  </a:lnTo>
                  <a:lnTo>
                    <a:pt x="3055298" y="2185680"/>
                  </a:lnTo>
                  <a:lnTo>
                    <a:pt x="3055392" y="2185680"/>
                  </a:lnTo>
                  <a:lnTo>
                    <a:pt x="3055486" y="2185680"/>
                  </a:lnTo>
                  <a:lnTo>
                    <a:pt x="3055580" y="2185680"/>
                  </a:lnTo>
                  <a:lnTo>
                    <a:pt x="3055674" y="2185680"/>
                  </a:lnTo>
                  <a:lnTo>
                    <a:pt x="3055768" y="2185680"/>
                  </a:lnTo>
                  <a:lnTo>
                    <a:pt x="3055862" y="2185680"/>
                  </a:lnTo>
                  <a:lnTo>
                    <a:pt x="3055956" y="2185680"/>
                  </a:lnTo>
                  <a:lnTo>
                    <a:pt x="3056050" y="2185680"/>
                  </a:lnTo>
                  <a:lnTo>
                    <a:pt x="3056144" y="2185680"/>
                  </a:lnTo>
                  <a:lnTo>
                    <a:pt x="3056238" y="2185680"/>
                  </a:lnTo>
                  <a:lnTo>
                    <a:pt x="3056332" y="2185680"/>
                  </a:lnTo>
                  <a:lnTo>
                    <a:pt x="3056426" y="2185680"/>
                  </a:lnTo>
                  <a:lnTo>
                    <a:pt x="3056520" y="2185680"/>
                  </a:lnTo>
                  <a:lnTo>
                    <a:pt x="3056614" y="2185680"/>
                  </a:lnTo>
                  <a:lnTo>
                    <a:pt x="3056708" y="2185680"/>
                  </a:lnTo>
                  <a:lnTo>
                    <a:pt x="3056802" y="2185680"/>
                  </a:lnTo>
                  <a:lnTo>
                    <a:pt x="3056896" y="2185680"/>
                  </a:lnTo>
                  <a:lnTo>
                    <a:pt x="3056990" y="2185680"/>
                  </a:lnTo>
                  <a:lnTo>
                    <a:pt x="3057084" y="2185680"/>
                  </a:lnTo>
                  <a:lnTo>
                    <a:pt x="3057178" y="2185680"/>
                  </a:lnTo>
                  <a:lnTo>
                    <a:pt x="3057272" y="2185680"/>
                  </a:lnTo>
                  <a:lnTo>
                    <a:pt x="3057366" y="2185680"/>
                  </a:lnTo>
                  <a:lnTo>
                    <a:pt x="3057460" y="2185680"/>
                  </a:lnTo>
                  <a:lnTo>
                    <a:pt x="3057554" y="2185680"/>
                  </a:lnTo>
                  <a:lnTo>
                    <a:pt x="3057648" y="2185680"/>
                  </a:lnTo>
                  <a:lnTo>
                    <a:pt x="3057742" y="2185680"/>
                  </a:lnTo>
                  <a:lnTo>
                    <a:pt x="3057836" y="2185680"/>
                  </a:lnTo>
                  <a:lnTo>
                    <a:pt x="3057930" y="2185680"/>
                  </a:lnTo>
                  <a:lnTo>
                    <a:pt x="3058024" y="2185680"/>
                  </a:lnTo>
                  <a:lnTo>
                    <a:pt x="3058118" y="2185680"/>
                  </a:lnTo>
                  <a:lnTo>
                    <a:pt x="3058212" y="2185680"/>
                  </a:lnTo>
                  <a:lnTo>
                    <a:pt x="3058306" y="2185680"/>
                  </a:lnTo>
                  <a:lnTo>
                    <a:pt x="3058400" y="2185680"/>
                  </a:lnTo>
                  <a:lnTo>
                    <a:pt x="3058494" y="2185680"/>
                  </a:lnTo>
                  <a:lnTo>
                    <a:pt x="3058588" y="2185680"/>
                  </a:lnTo>
                  <a:lnTo>
                    <a:pt x="3058683" y="2185680"/>
                  </a:lnTo>
                  <a:lnTo>
                    <a:pt x="3058777" y="2185680"/>
                  </a:lnTo>
                  <a:lnTo>
                    <a:pt x="3058871" y="2185680"/>
                  </a:lnTo>
                  <a:lnTo>
                    <a:pt x="3058965" y="2185680"/>
                  </a:lnTo>
                  <a:lnTo>
                    <a:pt x="3059059" y="2185680"/>
                  </a:lnTo>
                  <a:lnTo>
                    <a:pt x="3059153" y="2185680"/>
                  </a:lnTo>
                  <a:lnTo>
                    <a:pt x="3059247" y="2185680"/>
                  </a:lnTo>
                  <a:lnTo>
                    <a:pt x="3059341" y="2185680"/>
                  </a:lnTo>
                  <a:lnTo>
                    <a:pt x="3059435" y="2185680"/>
                  </a:lnTo>
                  <a:lnTo>
                    <a:pt x="3059529" y="2185680"/>
                  </a:lnTo>
                  <a:lnTo>
                    <a:pt x="3059623" y="2185680"/>
                  </a:lnTo>
                  <a:lnTo>
                    <a:pt x="3059717" y="2185680"/>
                  </a:lnTo>
                  <a:lnTo>
                    <a:pt x="3059811" y="2185680"/>
                  </a:lnTo>
                  <a:lnTo>
                    <a:pt x="3059905" y="2185680"/>
                  </a:lnTo>
                  <a:lnTo>
                    <a:pt x="3059999" y="2185680"/>
                  </a:lnTo>
                  <a:lnTo>
                    <a:pt x="3060093" y="2185680"/>
                  </a:lnTo>
                  <a:lnTo>
                    <a:pt x="3060187" y="2185680"/>
                  </a:lnTo>
                  <a:lnTo>
                    <a:pt x="3060281" y="2185680"/>
                  </a:lnTo>
                  <a:lnTo>
                    <a:pt x="3060375" y="2185680"/>
                  </a:lnTo>
                  <a:lnTo>
                    <a:pt x="3060469" y="2185680"/>
                  </a:lnTo>
                  <a:lnTo>
                    <a:pt x="3060563" y="2185680"/>
                  </a:lnTo>
                  <a:lnTo>
                    <a:pt x="3060657" y="2185680"/>
                  </a:lnTo>
                  <a:lnTo>
                    <a:pt x="3060751" y="2185680"/>
                  </a:lnTo>
                  <a:lnTo>
                    <a:pt x="3060845" y="2185680"/>
                  </a:lnTo>
                  <a:lnTo>
                    <a:pt x="3060939" y="2185680"/>
                  </a:lnTo>
                  <a:lnTo>
                    <a:pt x="3061033" y="2185680"/>
                  </a:lnTo>
                  <a:lnTo>
                    <a:pt x="3061127" y="2185680"/>
                  </a:lnTo>
                  <a:lnTo>
                    <a:pt x="3061221" y="2185680"/>
                  </a:lnTo>
                  <a:lnTo>
                    <a:pt x="3061315" y="2185680"/>
                  </a:lnTo>
                  <a:lnTo>
                    <a:pt x="3061409" y="2185680"/>
                  </a:lnTo>
                  <a:lnTo>
                    <a:pt x="3061503" y="2185680"/>
                  </a:lnTo>
                  <a:lnTo>
                    <a:pt x="3061597" y="2185680"/>
                  </a:lnTo>
                  <a:lnTo>
                    <a:pt x="3061691" y="2185680"/>
                  </a:lnTo>
                  <a:lnTo>
                    <a:pt x="3061785" y="2185680"/>
                  </a:lnTo>
                  <a:lnTo>
                    <a:pt x="3061785" y="2180401"/>
                  </a:lnTo>
                  <a:lnTo>
                    <a:pt x="3061879" y="2180401"/>
                  </a:lnTo>
                  <a:lnTo>
                    <a:pt x="3061973" y="2180401"/>
                  </a:lnTo>
                  <a:lnTo>
                    <a:pt x="3062067" y="2180401"/>
                  </a:lnTo>
                  <a:lnTo>
                    <a:pt x="3062162" y="2180401"/>
                  </a:lnTo>
                  <a:lnTo>
                    <a:pt x="3062256" y="2180401"/>
                  </a:lnTo>
                  <a:lnTo>
                    <a:pt x="3062350" y="2180401"/>
                  </a:lnTo>
                  <a:lnTo>
                    <a:pt x="3062444" y="2180401"/>
                  </a:lnTo>
                  <a:lnTo>
                    <a:pt x="3062538" y="2180401"/>
                  </a:lnTo>
                  <a:lnTo>
                    <a:pt x="3062632" y="2180401"/>
                  </a:lnTo>
                  <a:lnTo>
                    <a:pt x="3062726" y="2180401"/>
                  </a:lnTo>
                  <a:lnTo>
                    <a:pt x="3062820" y="2180401"/>
                  </a:lnTo>
                  <a:lnTo>
                    <a:pt x="3062914" y="2180401"/>
                  </a:lnTo>
                  <a:lnTo>
                    <a:pt x="3063008" y="2180401"/>
                  </a:lnTo>
                  <a:lnTo>
                    <a:pt x="3063102" y="2180401"/>
                  </a:lnTo>
                  <a:lnTo>
                    <a:pt x="3063196" y="2180401"/>
                  </a:lnTo>
                  <a:lnTo>
                    <a:pt x="3063290" y="2180401"/>
                  </a:lnTo>
                  <a:lnTo>
                    <a:pt x="3063384" y="2180401"/>
                  </a:lnTo>
                  <a:lnTo>
                    <a:pt x="3063478" y="2180401"/>
                  </a:lnTo>
                  <a:lnTo>
                    <a:pt x="3063572" y="2180401"/>
                  </a:lnTo>
                  <a:lnTo>
                    <a:pt x="3063666" y="2180401"/>
                  </a:lnTo>
                  <a:lnTo>
                    <a:pt x="3063760" y="2180401"/>
                  </a:lnTo>
                  <a:lnTo>
                    <a:pt x="3063854" y="2180401"/>
                  </a:lnTo>
                  <a:lnTo>
                    <a:pt x="3063948" y="2180401"/>
                  </a:lnTo>
                  <a:lnTo>
                    <a:pt x="3064042" y="2180401"/>
                  </a:lnTo>
                  <a:lnTo>
                    <a:pt x="3064042" y="2175121"/>
                  </a:lnTo>
                  <a:lnTo>
                    <a:pt x="3064136" y="2175121"/>
                  </a:lnTo>
                  <a:lnTo>
                    <a:pt x="3064230" y="2175121"/>
                  </a:lnTo>
                  <a:lnTo>
                    <a:pt x="3064324" y="2175121"/>
                  </a:lnTo>
                  <a:lnTo>
                    <a:pt x="3064418" y="2175121"/>
                  </a:lnTo>
                  <a:lnTo>
                    <a:pt x="3064512" y="2175121"/>
                  </a:lnTo>
                  <a:lnTo>
                    <a:pt x="3064606" y="2175121"/>
                  </a:lnTo>
                  <a:lnTo>
                    <a:pt x="3064700" y="2175121"/>
                  </a:lnTo>
                  <a:lnTo>
                    <a:pt x="3064794" y="2175121"/>
                  </a:lnTo>
                  <a:lnTo>
                    <a:pt x="3064888" y="2175121"/>
                  </a:lnTo>
                  <a:lnTo>
                    <a:pt x="3064982" y="2175121"/>
                  </a:lnTo>
                  <a:lnTo>
                    <a:pt x="3065076" y="2175121"/>
                  </a:lnTo>
                  <a:lnTo>
                    <a:pt x="3065170" y="2175121"/>
                  </a:lnTo>
                  <a:lnTo>
                    <a:pt x="3065264" y="2175121"/>
                  </a:lnTo>
                  <a:lnTo>
                    <a:pt x="3065358" y="2175121"/>
                  </a:lnTo>
                  <a:lnTo>
                    <a:pt x="3065358" y="2169842"/>
                  </a:lnTo>
                  <a:lnTo>
                    <a:pt x="3065452" y="2169842"/>
                  </a:lnTo>
                  <a:lnTo>
                    <a:pt x="3065546" y="2169842"/>
                  </a:lnTo>
                  <a:lnTo>
                    <a:pt x="3065640" y="2169842"/>
                  </a:lnTo>
                  <a:lnTo>
                    <a:pt x="3065735" y="2169842"/>
                  </a:lnTo>
                  <a:lnTo>
                    <a:pt x="3065735" y="2164562"/>
                  </a:lnTo>
                  <a:lnTo>
                    <a:pt x="3065829" y="2164562"/>
                  </a:lnTo>
                  <a:lnTo>
                    <a:pt x="3065923" y="2164562"/>
                  </a:lnTo>
                  <a:lnTo>
                    <a:pt x="3066017" y="2164562"/>
                  </a:lnTo>
                  <a:lnTo>
                    <a:pt x="3066111" y="2164562"/>
                  </a:lnTo>
                  <a:lnTo>
                    <a:pt x="3066205" y="2164562"/>
                  </a:lnTo>
                  <a:lnTo>
                    <a:pt x="3066299" y="2164562"/>
                  </a:lnTo>
                  <a:lnTo>
                    <a:pt x="3066393" y="2164562"/>
                  </a:lnTo>
                  <a:lnTo>
                    <a:pt x="3066487" y="2164562"/>
                  </a:lnTo>
                  <a:lnTo>
                    <a:pt x="3066581" y="2164562"/>
                  </a:lnTo>
                  <a:lnTo>
                    <a:pt x="3066675" y="2164562"/>
                  </a:lnTo>
                  <a:lnTo>
                    <a:pt x="3066769" y="2164562"/>
                  </a:lnTo>
                  <a:lnTo>
                    <a:pt x="3066863" y="2164562"/>
                  </a:lnTo>
                  <a:lnTo>
                    <a:pt x="3066957" y="2164562"/>
                  </a:lnTo>
                  <a:lnTo>
                    <a:pt x="3067051" y="2164562"/>
                  </a:lnTo>
                  <a:lnTo>
                    <a:pt x="3067145" y="2164562"/>
                  </a:lnTo>
                  <a:lnTo>
                    <a:pt x="3067239" y="2164562"/>
                  </a:lnTo>
                  <a:lnTo>
                    <a:pt x="3067333" y="2164562"/>
                  </a:lnTo>
                  <a:lnTo>
                    <a:pt x="3067427" y="2164562"/>
                  </a:lnTo>
                  <a:lnTo>
                    <a:pt x="3067521" y="2164562"/>
                  </a:lnTo>
                  <a:lnTo>
                    <a:pt x="3067615" y="2164562"/>
                  </a:lnTo>
                  <a:lnTo>
                    <a:pt x="3067709" y="2164562"/>
                  </a:lnTo>
                  <a:lnTo>
                    <a:pt x="3067803" y="2164562"/>
                  </a:lnTo>
                  <a:lnTo>
                    <a:pt x="3067897" y="2164562"/>
                  </a:lnTo>
                  <a:lnTo>
                    <a:pt x="3067991" y="2164562"/>
                  </a:lnTo>
                  <a:lnTo>
                    <a:pt x="3068085" y="2164562"/>
                  </a:lnTo>
                  <a:lnTo>
                    <a:pt x="3068179" y="2164562"/>
                  </a:lnTo>
                  <a:lnTo>
                    <a:pt x="3068273" y="2164562"/>
                  </a:lnTo>
                  <a:lnTo>
                    <a:pt x="3068367" y="2164562"/>
                  </a:lnTo>
                  <a:lnTo>
                    <a:pt x="3068461" y="2164562"/>
                  </a:lnTo>
                  <a:lnTo>
                    <a:pt x="3068555" y="2164562"/>
                  </a:lnTo>
                  <a:lnTo>
                    <a:pt x="3068649" y="2164562"/>
                  </a:lnTo>
                  <a:lnTo>
                    <a:pt x="3068743" y="2164562"/>
                  </a:lnTo>
                  <a:lnTo>
                    <a:pt x="3068837" y="2164562"/>
                  </a:lnTo>
                  <a:lnTo>
                    <a:pt x="3068931" y="2164562"/>
                  </a:lnTo>
                  <a:lnTo>
                    <a:pt x="3069025" y="2164562"/>
                  </a:lnTo>
                  <a:lnTo>
                    <a:pt x="3069119" y="2164562"/>
                  </a:lnTo>
                  <a:lnTo>
                    <a:pt x="3069213" y="2164562"/>
                  </a:lnTo>
                  <a:lnTo>
                    <a:pt x="3069308" y="2164562"/>
                  </a:lnTo>
                  <a:lnTo>
                    <a:pt x="3069402" y="2164562"/>
                  </a:lnTo>
                  <a:lnTo>
                    <a:pt x="3069496" y="2164562"/>
                  </a:lnTo>
                  <a:lnTo>
                    <a:pt x="3069590" y="2164562"/>
                  </a:lnTo>
                  <a:lnTo>
                    <a:pt x="3069684" y="2164562"/>
                  </a:lnTo>
                  <a:lnTo>
                    <a:pt x="3069778" y="2164562"/>
                  </a:lnTo>
                  <a:lnTo>
                    <a:pt x="3069872" y="2164562"/>
                  </a:lnTo>
                  <a:lnTo>
                    <a:pt x="3069966" y="2164562"/>
                  </a:lnTo>
                  <a:lnTo>
                    <a:pt x="3070060" y="2164562"/>
                  </a:lnTo>
                  <a:lnTo>
                    <a:pt x="3070154" y="2164562"/>
                  </a:lnTo>
                  <a:lnTo>
                    <a:pt x="3070248" y="2164562"/>
                  </a:lnTo>
                  <a:lnTo>
                    <a:pt x="3070342" y="2164562"/>
                  </a:lnTo>
                  <a:lnTo>
                    <a:pt x="3070436" y="2164562"/>
                  </a:lnTo>
                  <a:lnTo>
                    <a:pt x="3070530" y="2164562"/>
                  </a:lnTo>
                  <a:lnTo>
                    <a:pt x="3070624" y="2164562"/>
                  </a:lnTo>
                  <a:lnTo>
                    <a:pt x="3070718" y="2164562"/>
                  </a:lnTo>
                  <a:lnTo>
                    <a:pt x="3070812" y="2164562"/>
                  </a:lnTo>
                  <a:lnTo>
                    <a:pt x="3070906" y="2164562"/>
                  </a:lnTo>
                  <a:lnTo>
                    <a:pt x="3071000" y="2164562"/>
                  </a:lnTo>
                  <a:lnTo>
                    <a:pt x="3071094" y="2164562"/>
                  </a:lnTo>
                  <a:lnTo>
                    <a:pt x="3071188" y="2164562"/>
                  </a:lnTo>
                  <a:lnTo>
                    <a:pt x="3071282" y="2164562"/>
                  </a:lnTo>
                  <a:lnTo>
                    <a:pt x="3071376" y="2164562"/>
                  </a:lnTo>
                  <a:lnTo>
                    <a:pt x="3071470" y="2164562"/>
                  </a:lnTo>
                  <a:lnTo>
                    <a:pt x="3071564" y="2164562"/>
                  </a:lnTo>
                  <a:lnTo>
                    <a:pt x="3071658" y="2164562"/>
                  </a:lnTo>
                  <a:lnTo>
                    <a:pt x="3071658" y="2159283"/>
                  </a:lnTo>
                  <a:lnTo>
                    <a:pt x="3071752" y="2159283"/>
                  </a:lnTo>
                  <a:lnTo>
                    <a:pt x="3071846" y="2159283"/>
                  </a:lnTo>
                  <a:lnTo>
                    <a:pt x="3071940" y="2159283"/>
                  </a:lnTo>
                  <a:lnTo>
                    <a:pt x="3072034" y="2159283"/>
                  </a:lnTo>
                  <a:lnTo>
                    <a:pt x="3072128" y="2159283"/>
                  </a:lnTo>
                  <a:lnTo>
                    <a:pt x="3072222" y="2159283"/>
                  </a:lnTo>
                  <a:lnTo>
                    <a:pt x="3072316" y="2159283"/>
                  </a:lnTo>
                  <a:lnTo>
                    <a:pt x="3072410" y="2159283"/>
                  </a:lnTo>
                  <a:lnTo>
                    <a:pt x="3072504" y="2159283"/>
                  </a:lnTo>
                  <a:lnTo>
                    <a:pt x="3072598" y="2159283"/>
                  </a:lnTo>
                  <a:lnTo>
                    <a:pt x="3072692" y="2159283"/>
                  </a:lnTo>
                  <a:lnTo>
                    <a:pt x="3072786" y="2159283"/>
                  </a:lnTo>
                  <a:lnTo>
                    <a:pt x="3072881" y="2159283"/>
                  </a:lnTo>
                  <a:lnTo>
                    <a:pt x="3072975" y="2159283"/>
                  </a:lnTo>
                  <a:lnTo>
                    <a:pt x="3073069" y="2159283"/>
                  </a:lnTo>
                  <a:lnTo>
                    <a:pt x="3073163" y="2159283"/>
                  </a:lnTo>
                  <a:lnTo>
                    <a:pt x="3073257" y="2159283"/>
                  </a:lnTo>
                  <a:lnTo>
                    <a:pt x="3073351" y="2159283"/>
                  </a:lnTo>
                  <a:lnTo>
                    <a:pt x="3073445" y="2159283"/>
                  </a:lnTo>
                  <a:lnTo>
                    <a:pt x="3073539" y="2159283"/>
                  </a:lnTo>
                  <a:lnTo>
                    <a:pt x="3073633" y="2159283"/>
                  </a:lnTo>
                  <a:lnTo>
                    <a:pt x="3073727" y="2159283"/>
                  </a:lnTo>
                  <a:lnTo>
                    <a:pt x="3073821" y="2159283"/>
                  </a:lnTo>
                  <a:lnTo>
                    <a:pt x="3073915" y="2159283"/>
                  </a:lnTo>
                  <a:lnTo>
                    <a:pt x="3074009" y="2159283"/>
                  </a:lnTo>
                  <a:lnTo>
                    <a:pt x="3074103" y="2159283"/>
                  </a:lnTo>
                  <a:lnTo>
                    <a:pt x="3074197" y="2159283"/>
                  </a:lnTo>
                  <a:lnTo>
                    <a:pt x="3074291" y="2159283"/>
                  </a:lnTo>
                  <a:lnTo>
                    <a:pt x="3074385" y="2159283"/>
                  </a:lnTo>
                  <a:lnTo>
                    <a:pt x="3074385" y="2154003"/>
                  </a:lnTo>
                  <a:lnTo>
                    <a:pt x="3074479" y="2154003"/>
                  </a:lnTo>
                  <a:lnTo>
                    <a:pt x="3074573" y="2154003"/>
                  </a:lnTo>
                  <a:lnTo>
                    <a:pt x="3074667" y="2154003"/>
                  </a:lnTo>
                  <a:lnTo>
                    <a:pt x="3074761" y="2154003"/>
                  </a:lnTo>
                  <a:lnTo>
                    <a:pt x="3074855" y="2154003"/>
                  </a:lnTo>
                  <a:lnTo>
                    <a:pt x="3074949" y="2154003"/>
                  </a:lnTo>
                  <a:lnTo>
                    <a:pt x="3075043" y="2154003"/>
                  </a:lnTo>
                  <a:lnTo>
                    <a:pt x="3075137" y="2154003"/>
                  </a:lnTo>
                  <a:lnTo>
                    <a:pt x="3075231" y="2154003"/>
                  </a:lnTo>
                  <a:lnTo>
                    <a:pt x="3075325" y="2154003"/>
                  </a:lnTo>
                  <a:lnTo>
                    <a:pt x="3075419" y="2154003"/>
                  </a:lnTo>
                  <a:lnTo>
                    <a:pt x="3075513" y="2154003"/>
                  </a:lnTo>
                  <a:lnTo>
                    <a:pt x="3075607" y="2154003"/>
                  </a:lnTo>
                  <a:lnTo>
                    <a:pt x="3075701" y="2154003"/>
                  </a:lnTo>
                  <a:lnTo>
                    <a:pt x="3075795" y="2154003"/>
                  </a:lnTo>
                  <a:lnTo>
                    <a:pt x="3075889" y="2154003"/>
                  </a:lnTo>
                  <a:lnTo>
                    <a:pt x="3075983" y="2154003"/>
                  </a:lnTo>
                  <a:lnTo>
                    <a:pt x="3076077" y="2154003"/>
                  </a:lnTo>
                  <a:lnTo>
                    <a:pt x="3076171" y="2154003"/>
                  </a:lnTo>
                  <a:lnTo>
                    <a:pt x="3076265" y="2154003"/>
                  </a:lnTo>
                  <a:lnTo>
                    <a:pt x="3076360" y="2154003"/>
                  </a:lnTo>
                  <a:lnTo>
                    <a:pt x="3076454" y="2154003"/>
                  </a:lnTo>
                  <a:lnTo>
                    <a:pt x="3076548" y="2154003"/>
                  </a:lnTo>
                  <a:lnTo>
                    <a:pt x="3076642" y="2154003"/>
                  </a:lnTo>
                  <a:lnTo>
                    <a:pt x="3076736" y="2154003"/>
                  </a:lnTo>
                  <a:lnTo>
                    <a:pt x="3076830" y="2154003"/>
                  </a:lnTo>
                  <a:lnTo>
                    <a:pt x="3076924" y="2154003"/>
                  </a:lnTo>
                  <a:lnTo>
                    <a:pt x="3077018" y="2154003"/>
                  </a:lnTo>
                  <a:lnTo>
                    <a:pt x="3077112" y="2154003"/>
                  </a:lnTo>
                  <a:lnTo>
                    <a:pt x="3077206" y="2154003"/>
                  </a:lnTo>
                  <a:lnTo>
                    <a:pt x="3077300" y="2154003"/>
                  </a:lnTo>
                  <a:lnTo>
                    <a:pt x="3077394" y="2154003"/>
                  </a:lnTo>
                  <a:lnTo>
                    <a:pt x="3077488" y="2154003"/>
                  </a:lnTo>
                  <a:lnTo>
                    <a:pt x="3077582" y="2154003"/>
                  </a:lnTo>
                  <a:lnTo>
                    <a:pt x="3077676" y="2154003"/>
                  </a:lnTo>
                  <a:lnTo>
                    <a:pt x="3077770" y="2154003"/>
                  </a:lnTo>
                  <a:lnTo>
                    <a:pt x="3077864" y="2154003"/>
                  </a:lnTo>
                  <a:lnTo>
                    <a:pt x="3077958" y="2154003"/>
                  </a:lnTo>
                  <a:lnTo>
                    <a:pt x="3078052" y="2154003"/>
                  </a:lnTo>
                  <a:lnTo>
                    <a:pt x="3078146" y="2154003"/>
                  </a:lnTo>
                  <a:lnTo>
                    <a:pt x="3078240" y="2154003"/>
                  </a:lnTo>
                  <a:lnTo>
                    <a:pt x="3078334" y="2154003"/>
                  </a:lnTo>
                  <a:lnTo>
                    <a:pt x="3078428" y="2154003"/>
                  </a:lnTo>
                  <a:lnTo>
                    <a:pt x="3078522" y="2154003"/>
                  </a:lnTo>
                  <a:lnTo>
                    <a:pt x="3078616" y="2154003"/>
                  </a:lnTo>
                  <a:lnTo>
                    <a:pt x="3078710" y="2154003"/>
                  </a:lnTo>
                  <a:lnTo>
                    <a:pt x="3078804" y="2154003"/>
                  </a:lnTo>
                  <a:lnTo>
                    <a:pt x="3078898" y="2154003"/>
                  </a:lnTo>
                  <a:lnTo>
                    <a:pt x="3078992" y="2154003"/>
                  </a:lnTo>
                  <a:lnTo>
                    <a:pt x="3079086" y="2154003"/>
                  </a:lnTo>
                  <a:lnTo>
                    <a:pt x="3079180" y="2154003"/>
                  </a:lnTo>
                  <a:lnTo>
                    <a:pt x="3079274" y="2154003"/>
                  </a:lnTo>
                  <a:lnTo>
                    <a:pt x="3079368" y="2154003"/>
                  </a:lnTo>
                  <a:lnTo>
                    <a:pt x="3079462" y="2154003"/>
                  </a:lnTo>
                  <a:lnTo>
                    <a:pt x="3079556" y="2154003"/>
                  </a:lnTo>
                  <a:lnTo>
                    <a:pt x="3079650" y="2154003"/>
                  </a:lnTo>
                  <a:lnTo>
                    <a:pt x="3079744" y="2154003"/>
                  </a:lnTo>
                  <a:lnTo>
                    <a:pt x="3079838" y="2154003"/>
                  </a:lnTo>
                  <a:lnTo>
                    <a:pt x="3079933" y="2154003"/>
                  </a:lnTo>
                  <a:lnTo>
                    <a:pt x="3080027" y="2154003"/>
                  </a:lnTo>
                  <a:lnTo>
                    <a:pt x="3080121" y="2154003"/>
                  </a:lnTo>
                  <a:lnTo>
                    <a:pt x="3080215" y="2154003"/>
                  </a:lnTo>
                  <a:lnTo>
                    <a:pt x="3080309" y="2154003"/>
                  </a:lnTo>
                  <a:lnTo>
                    <a:pt x="3080403" y="2154003"/>
                  </a:lnTo>
                  <a:lnTo>
                    <a:pt x="3080497" y="2154003"/>
                  </a:lnTo>
                  <a:lnTo>
                    <a:pt x="3080591" y="2154003"/>
                  </a:lnTo>
                  <a:lnTo>
                    <a:pt x="3080685" y="2154003"/>
                  </a:lnTo>
                  <a:lnTo>
                    <a:pt x="3080779" y="2154003"/>
                  </a:lnTo>
                  <a:lnTo>
                    <a:pt x="3080873" y="2154003"/>
                  </a:lnTo>
                  <a:lnTo>
                    <a:pt x="3080967" y="2154003"/>
                  </a:lnTo>
                  <a:lnTo>
                    <a:pt x="3081061" y="2154003"/>
                  </a:lnTo>
                  <a:lnTo>
                    <a:pt x="3081061" y="2148724"/>
                  </a:lnTo>
                  <a:lnTo>
                    <a:pt x="3081155" y="2148724"/>
                  </a:lnTo>
                  <a:lnTo>
                    <a:pt x="3081249" y="2148724"/>
                  </a:lnTo>
                  <a:lnTo>
                    <a:pt x="3081343" y="2148724"/>
                  </a:lnTo>
                  <a:lnTo>
                    <a:pt x="3081437" y="2148724"/>
                  </a:lnTo>
                  <a:lnTo>
                    <a:pt x="3081531" y="2148724"/>
                  </a:lnTo>
                  <a:lnTo>
                    <a:pt x="3081625" y="2148724"/>
                  </a:lnTo>
                  <a:lnTo>
                    <a:pt x="3081719" y="2148724"/>
                  </a:lnTo>
                  <a:lnTo>
                    <a:pt x="3081813" y="2148724"/>
                  </a:lnTo>
                  <a:lnTo>
                    <a:pt x="3081907" y="2148724"/>
                  </a:lnTo>
                  <a:lnTo>
                    <a:pt x="3082001" y="2148724"/>
                  </a:lnTo>
                  <a:lnTo>
                    <a:pt x="3082095" y="2148724"/>
                  </a:lnTo>
                  <a:lnTo>
                    <a:pt x="3082189" y="2148724"/>
                  </a:lnTo>
                  <a:lnTo>
                    <a:pt x="3082283" y="2148724"/>
                  </a:lnTo>
                  <a:lnTo>
                    <a:pt x="3082377" y="2148724"/>
                  </a:lnTo>
                  <a:lnTo>
                    <a:pt x="3082471" y="2148724"/>
                  </a:lnTo>
                  <a:lnTo>
                    <a:pt x="3082565" y="2148724"/>
                  </a:lnTo>
                  <a:lnTo>
                    <a:pt x="3082659" y="2148724"/>
                  </a:lnTo>
                  <a:lnTo>
                    <a:pt x="3082753" y="2148724"/>
                  </a:lnTo>
                  <a:lnTo>
                    <a:pt x="3082847" y="2148724"/>
                  </a:lnTo>
                  <a:lnTo>
                    <a:pt x="3082941" y="2148724"/>
                  </a:lnTo>
                  <a:lnTo>
                    <a:pt x="3083035" y="2148724"/>
                  </a:lnTo>
                  <a:lnTo>
                    <a:pt x="3083129" y="2148724"/>
                  </a:lnTo>
                  <a:lnTo>
                    <a:pt x="3083223" y="2148724"/>
                  </a:lnTo>
                  <a:lnTo>
                    <a:pt x="3083317" y="2148724"/>
                  </a:lnTo>
                  <a:lnTo>
                    <a:pt x="3083411" y="2148724"/>
                  </a:lnTo>
                  <a:lnTo>
                    <a:pt x="3083506" y="2148724"/>
                  </a:lnTo>
                  <a:lnTo>
                    <a:pt x="3083600" y="2148724"/>
                  </a:lnTo>
                  <a:lnTo>
                    <a:pt x="3083694" y="2148724"/>
                  </a:lnTo>
                  <a:lnTo>
                    <a:pt x="3083788" y="2148724"/>
                  </a:lnTo>
                  <a:lnTo>
                    <a:pt x="3083882" y="2148724"/>
                  </a:lnTo>
                  <a:lnTo>
                    <a:pt x="3083976" y="2148724"/>
                  </a:lnTo>
                  <a:lnTo>
                    <a:pt x="3084070" y="2148724"/>
                  </a:lnTo>
                  <a:lnTo>
                    <a:pt x="3084164" y="2148724"/>
                  </a:lnTo>
                  <a:lnTo>
                    <a:pt x="3084258" y="2148724"/>
                  </a:lnTo>
                  <a:lnTo>
                    <a:pt x="3084352" y="2148724"/>
                  </a:lnTo>
                  <a:lnTo>
                    <a:pt x="3084446" y="2148724"/>
                  </a:lnTo>
                  <a:lnTo>
                    <a:pt x="3084540" y="2148724"/>
                  </a:lnTo>
                  <a:lnTo>
                    <a:pt x="3084634" y="2148724"/>
                  </a:lnTo>
                  <a:lnTo>
                    <a:pt x="3084728" y="2148724"/>
                  </a:lnTo>
                  <a:lnTo>
                    <a:pt x="3084822" y="2148724"/>
                  </a:lnTo>
                  <a:lnTo>
                    <a:pt x="3084916" y="2148724"/>
                  </a:lnTo>
                  <a:lnTo>
                    <a:pt x="3085010" y="2148724"/>
                  </a:lnTo>
                  <a:lnTo>
                    <a:pt x="3085104" y="2148724"/>
                  </a:lnTo>
                  <a:lnTo>
                    <a:pt x="3085198" y="2148724"/>
                  </a:lnTo>
                  <a:lnTo>
                    <a:pt x="3085292" y="2148724"/>
                  </a:lnTo>
                  <a:lnTo>
                    <a:pt x="3085386" y="2148724"/>
                  </a:lnTo>
                  <a:lnTo>
                    <a:pt x="3085480" y="2148724"/>
                  </a:lnTo>
                  <a:lnTo>
                    <a:pt x="3085574" y="2148724"/>
                  </a:lnTo>
                  <a:lnTo>
                    <a:pt x="3085668" y="2148724"/>
                  </a:lnTo>
                  <a:lnTo>
                    <a:pt x="3085762" y="2148724"/>
                  </a:lnTo>
                  <a:lnTo>
                    <a:pt x="3085856" y="2148724"/>
                  </a:lnTo>
                  <a:lnTo>
                    <a:pt x="3085950" y="2148724"/>
                  </a:lnTo>
                  <a:lnTo>
                    <a:pt x="3086044" y="2148724"/>
                  </a:lnTo>
                  <a:lnTo>
                    <a:pt x="3086138" y="2148724"/>
                  </a:lnTo>
                  <a:lnTo>
                    <a:pt x="3086232" y="2148724"/>
                  </a:lnTo>
                  <a:lnTo>
                    <a:pt x="3086326" y="2148724"/>
                  </a:lnTo>
                  <a:lnTo>
                    <a:pt x="3086420" y="2148724"/>
                  </a:lnTo>
                  <a:lnTo>
                    <a:pt x="3086514" y="2148724"/>
                  </a:lnTo>
                  <a:lnTo>
                    <a:pt x="3086608" y="2148724"/>
                  </a:lnTo>
                  <a:lnTo>
                    <a:pt x="3086702" y="2148724"/>
                  </a:lnTo>
                  <a:lnTo>
                    <a:pt x="3086796" y="2148724"/>
                  </a:lnTo>
                  <a:lnTo>
                    <a:pt x="3086890" y="2148724"/>
                  </a:lnTo>
                  <a:lnTo>
                    <a:pt x="3086985" y="2148724"/>
                  </a:lnTo>
                  <a:lnTo>
                    <a:pt x="3087079" y="2148724"/>
                  </a:lnTo>
                  <a:lnTo>
                    <a:pt x="3087173" y="2148724"/>
                  </a:lnTo>
                  <a:lnTo>
                    <a:pt x="3087267" y="2148724"/>
                  </a:lnTo>
                  <a:lnTo>
                    <a:pt x="3087361" y="2148724"/>
                  </a:lnTo>
                  <a:lnTo>
                    <a:pt x="3087455" y="2148724"/>
                  </a:lnTo>
                  <a:lnTo>
                    <a:pt x="3087549" y="2148724"/>
                  </a:lnTo>
                  <a:lnTo>
                    <a:pt x="3087643" y="2148724"/>
                  </a:lnTo>
                  <a:lnTo>
                    <a:pt x="3087737" y="2148724"/>
                  </a:lnTo>
                  <a:lnTo>
                    <a:pt x="3087831" y="2148724"/>
                  </a:lnTo>
                  <a:lnTo>
                    <a:pt x="3087925" y="2148724"/>
                  </a:lnTo>
                  <a:lnTo>
                    <a:pt x="3088019" y="2148724"/>
                  </a:lnTo>
                  <a:lnTo>
                    <a:pt x="3088113" y="2148724"/>
                  </a:lnTo>
                  <a:lnTo>
                    <a:pt x="3088207" y="2148724"/>
                  </a:lnTo>
                  <a:lnTo>
                    <a:pt x="3088301" y="2148724"/>
                  </a:lnTo>
                  <a:lnTo>
                    <a:pt x="3088395" y="2148724"/>
                  </a:lnTo>
                  <a:lnTo>
                    <a:pt x="3088489" y="2148724"/>
                  </a:lnTo>
                  <a:lnTo>
                    <a:pt x="3088583" y="2148724"/>
                  </a:lnTo>
                  <a:lnTo>
                    <a:pt x="3088677" y="2148724"/>
                  </a:lnTo>
                  <a:lnTo>
                    <a:pt x="3088771" y="2148724"/>
                  </a:lnTo>
                  <a:lnTo>
                    <a:pt x="3088865" y="2148724"/>
                  </a:lnTo>
                  <a:lnTo>
                    <a:pt x="3088959" y="2148724"/>
                  </a:lnTo>
                  <a:lnTo>
                    <a:pt x="3089053" y="2148724"/>
                  </a:lnTo>
                  <a:lnTo>
                    <a:pt x="3089147" y="2148724"/>
                  </a:lnTo>
                  <a:lnTo>
                    <a:pt x="3089241" y="2148724"/>
                  </a:lnTo>
                  <a:lnTo>
                    <a:pt x="3089335" y="2148724"/>
                  </a:lnTo>
                  <a:lnTo>
                    <a:pt x="3089429" y="2148724"/>
                  </a:lnTo>
                  <a:lnTo>
                    <a:pt x="3089523" y="2148724"/>
                  </a:lnTo>
                  <a:lnTo>
                    <a:pt x="3089617" y="2148724"/>
                  </a:lnTo>
                  <a:lnTo>
                    <a:pt x="3089711" y="2148724"/>
                  </a:lnTo>
                  <a:lnTo>
                    <a:pt x="3089805" y="2148724"/>
                  </a:lnTo>
                  <a:lnTo>
                    <a:pt x="3089899" y="2148724"/>
                  </a:lnTo>
                  <a:lnTo>
                    <a:pt x="3089993" y="2148724"/>
                  </a:lnTo>
                  <a:lnTo>
                    <a:pt x="3090087" y="2148724"/>
                  </a:lnTo>
                  <a:lnTo>
                    <a:pt x="3090181" y="2148724"/>
                  </a:lnTo>
                  <a:lnTo>
                    <a:pt x="3090275" y="2148724"/>
                  </a:lnTo>
                  <a:lnTo>
                    <a:pt x="3090369" y="2148724"/>
                  </a:lnTo>
                  <a:lnTo>
                    <a:pt x="3090463" y="2148724"/>
                  </a:lnTo>
                  <a:lnTo>
                    <a:pt x="3090558" y="2148724"/>
                  </a:lnTo>
                  <a:lnTo>
                    <a:pt x="3090652" y="2148724"/>
                  </a:lnTo>
                  <a:lnTo>
                    <a:pt x="3090746" y="2148724"/>
                  </a:lnTo>
                  <a:lnTo>
                    <a:pt x="3090840" y="2148724"/>
                  </a:lnTo>
                  <a:lnTo>
                    <a:pt x="3090934" y="2148724"/>
                  </a:lnTo>
                  <a:lnTo>
                    <a:pt x="3091028" y="2148724"/>
                  </a:lnTo>
                  <a:lnTo>
                    <a:pt x="3091122" y="2148724"/>
                  </a:lnTo>
                  <a:lnTo>
                    <a:pt x="3091216" y="2148724"/>
                  </a:lnTo>
                  <a:lnTo>
                    <a:pt x="3091310" y="2148724"/>
                  </a:lnTo>
                  <a:lnTo>
                    <a:pt x="3091404" y="2148724"/>
                  </a:lnTo>
                  <a:lnTo>
                    <a:pt x="3091498" y="2148724"/>
                  </a:lnTo>
                  <a:lnTo>
                    <a:pt x="3091592" y="2148724"/>
                  </a:lnTo>
                  <a:lnTo>
                    <a:pt x="3091686" y="2148724"/>
                  </a:lnTo>
                  <a:lnTo>
                    <a:pt x="3091780" y="2148724"/>
                  </a:lnTo>
                  <a:lnTo>
                    <a:pt x="3091874" y="2148724"/>
                  </a:lnTo>
                  <a:lnTo>
                    <a:pt x="3091968" y="2148724"/>
                  </a:lnTo>
                  <a:lnTo>
                    <a:pt x="3092062" y="2148724"/>
                  </a:lnTo>
                  <a:lnTo>
                    <a:pt x="3092156" y="2148724"/>
                  </a:lnTo>
                  <a:lnTo>
                    <a:pt x="3092250" y="2148724"/>
                  </a:lnTo>
                  <a:lnTo>
                    <a:pt x="3092344" y="2148724"/>
                  </a:lnTo>
                  <a:lnTo>
                    <a:pt x="3092438" y="2148724"/>
                  </a:lnTo>
                  <a:lnTo>
                    <a:pt x="3092532" y="2148724"/>
                  </a:lnTo>
                  <a:lnTo>
                    <a:pt x="3092626" y="2148724"/>
                  </a:lnTo>
                  <a:lnTo>
                    <a:pt x="3092720" y="2148724"/>
                  </a:lnTo>
                  <a:lnTo>
                    <a:pt x="3092814" y="2148724"/>
                  </a:lnTo>
                  <a:lnTo>
                    <a:pt x="3092908" y="2148724"/>
                  </a:lnTo>
                  <a:lnTo>
                    <a:pt x="3093002" y="2148724"/>
                  </a:lnTo>
                  <a:lnTo>
                    <a:pt x="3093096" y="2148724"/>
                  </a:lnTo>
                  <a:lnTo>
                    <a:pt x="3093190" y="2148724"/>
                  </a:lnTo>
                  <a:lnTo>
                    <a:pt x="3093284" y="2148724"/>
                  </a:lnTo>
                  <a:lnTo>
                    <a:pt x="3093378" y="2148724"/>
                  </a:lnTo>
                  <a:lnTo>
                    <a:pt x="3093472" y="2148724"/>
                  </a:lnTo>
                  <a:lnTo>
                    <a:pt x="3093566" y="2148724"/>
                  </a:lnTo>
                  <a:lnTo>
                    <a:pt x="3093660" y="2148724"/>
                  </a:lnTo>
                  <a:lnTo>
                    <a:pt x="3093754" y="2148724"/>
                  </a:lnTo>
                  <a:lnTo>
                    <a:pt x="3093848" y="2148724"/>
                  </a:lnTo>
                  <a:lnTo>
                    <a:pt x="3093942" y="2148724"/>
                  </a:lnTo>
                  <a:lnTo>
                    <a:pt x="3094036" y="2148724"/>
                  </a:lnTo>
                  <a:lnTo>
                    <a:pt x="3094131" y="2148724"/>
                  </a:lnTo>
                  <a:lnTo>
                    <a:pt x="3094225" y="2148724"/>
                  </a:lnTo>
                  <a:lnTo>
                    <a:pt x="3094319" y="2148724"/>
                  </a:lnTo>
                  <a:lnTo>
                    <a:pt x="3094413" y="2148724"/>
                  </a:lnTo>
                  <a:lnTo>
                    <a:pt x="3094507" y="2148724"/>
                  </a:lnTo>
                  <a:lnTo>
                    <a:pt x="3094601" y="2148724"/>
                  </a:lnTo>
                  <a:lnTo>
                    <a:pt x="3094695" y="2148724"/>
                  </a:lnTo>
                  <a:lnTo>
                    <a:pt x="3094789" y="2148724"/>
                  </a:lnTo>
                  <a:lnTo>
                    <a:pt x="3094883" y="2148724"/>
                  </a:lnTo>
                  <a:lnTo>
                    <a:pt x="3094977" y="2148724"/>
                  </a:lnTo>
                  <a:lnTo>
                    <a:pt x="3095071" y="2148724"/>
                  </a:lnTo>
                  <a:lnTo>
                    <a:pt x="3095165" y="2148724"/>
                  </a:lnTo>
                  <a:lnTo>
                    <a:pt x="3095259" y="2148724"/>
                  </a:lnTo>
                  <a:lnTo>
                    <a:pt x="3095353" y="2148724"/>
                  </a:lnTo>
                  <a:lnTo>
                    <a:pt x="3095447" y="2148724"/>
                  </a:lnTo>
                  <a:lnTo>
                    <a:pt x="3095541" y="2148724"/>
                  </a:lnTo>
                  <a:lnTo>
                    <a:pt x="3095635" y="2148724"/>
                  </a:lnTo>
                  <a:lnTo>
                    <a:pt x="3095729" y="2148724"/>
                  </a:lnTo>
                  <a:lnTo>
                    <a:pt x="3095823" y="2148724"/>
                  </a:lnTo>
                  <a:lnTo>
                    <a:pt x="3095917" y="2148724"/>
                  </a:lnTo>
                  <a:lnTo>
                    <a:pt x="3096011" y="2148724"/>
                  </a:lnTo>
                  <a:lnTo>
                    <a:pt x="3096105" y="2148724"/>
                  </a:lnTo>
                  <a:lnTo>
                    <a:pt x="3096199" y="2148724"/>
                  </a:lnTo>
                  <a:lnTo>
                    <a:pt x="3096293" y="2148724"/>
                  </a:lnTo>
                  <a:lnTo>
                    <a:pt x="3096387" y="2148724"/>
                  </a:lnTo>
                  <a:lnTo>
                    <a:pt x="3096481" y="2148724"/>
                  </a:lnTo>
                  <a:lnTo>
                    <a:pt x="3096575" y="2148724"/>
                  </a:lnTo>
                  <a:lnTo>
                    <a:pt x="3096669" y="2148724"/>
                  </a:lnTo>
                  <a:lnTo>
                    <a:pt x="3096763" y="2148724"/>
                  </a:lnTo>
                  <a:lnTo>
                    <a:pt x="3096857" y="2148724"/>
                  </a:lnTo>
                  <a:lnTo>
                    <a:pt x="3096951" y="2148724"/>
                  </a:lnTo>
                  <a:lnTo>
                    <a:pt x="3097045" y="2148724"/>
                  </a:lnTo>
                  <a:lnTo>
                    <a:pt x="3097139" y="2148724"/>
                  </a:lnTo>
                  <a:lnTo>
                    <a:pt x="3097233" y="2148724"/>
                  </a:lnTo>
                  <a:lnTo>
                    <a:pt x="3097327" y="2148724"/>
                  </a:lnTo>
                  <a:lnTo>
                    <a:pt x="3097421" y="2148724"/>
                  </a:lnTo>
                  <a:lnTo>
                    <a:pt x="3097515" y="2148724"/>
                  </a:lnTo>
                  <a:lnTo>
                    <a:pt x="3097610" y="2148724"/>
                  </a:lnTo>
                  <a:lnTo>
                    <a:pt x="3097704" y="2148724"/>
                  </a:lnTo>
                  <a:lnTo>
                    <a:pt x="3097798" y="2148724"/>
                  </a:lnTo>
                  <a:lnTo>
                    <a:pt x="3097892" y="2148724"/>
                  </a:lnTo>
                  <a:lnTo>
                    <a:pt x="3097986" y="2148724"/>
                  </a:lnTo>
                  <a:lnTo>
                    <a:pt x="3098080" y="2148724"/>
                  </a:lnTo>
                  <a:lnTo>
                    <a:pt x="3098174" y="2148724"/>
                  </a:lnTo>
                  <a:lnTo>
                    <a:pt x="3098268" y="2148724"/>
                  </a:lnTo>
                  <a:lnTo>
                    <a:pt x="3098362" y="2148724"/>
                  </a:lnTo>
                  <a:lnTo>
                    <a:pt x="3098456" y="2148724"/>
                  </a:lnTo>
                  <a:lnTo>
                    <a:pt x="3098550" y="2148724"/>
                  </a:lnTo>
                  <a:lnTo>
                    <a:pt x="3098644" y="2148724"/>
                  </a:lnTo>
                  <a:lnTo>
                    <a:pt x="3098738" y="2148724"/>
                  </a:lnTo>
                  <a:lnTo>
                    <a:pt x="3098832" y="2148724"/>
                  </a:lnTo>
                  <a:lnTo>
                    <a:pt x="3098926" y="2148724"/>
                  </a:lnTo>
                  <a:lnTo>
                    <a:pt x="3099020" y="2148724"/>
                  </a:lnTo>
                  <a:lnTo>
                    <a:pt x="3099114" y="2148724"/>
                  </a:lnTo>
                  <a:lnTo>
                    <a:pt x="3099208" y="2148724"/>
                  </a:lnTo>
                  <a:lnTo>
                    <a:pt x="3099302" y="2148724"/>
                  </a:lnTo>
                  <a:lnTo>
                    <a:pt x="3099396" y="2148724"/>
                  </a:lnTo>
                  <a:lnTo>
                    <a:pt x="3099490" y="2148724"/>
                  </a:lnTo>
                  <a:lnTo>
                    <a:pt x="3099584" y="2148724"/>
                  </a:lnTo>
                  <a:lnTo>
                    <a:pt x="3099678" y="2148724"/>
                  </a:lnTo>
                  <a:lnTo>
                    <a:pt x="3099678" y="2143445"/>
                  </a:lnTo>
                  <a:lnTo>
                    <a:pt x="3099772" y="2143445"/>
                  </a:lnTo>
                  <a:lnTo>
                    <a:pt x="3099866" y="2143445"/>
                  </a:lnTo>
                  <a:lnTo>
                    <a:pt x="3099960" y="2143445"/>
                  </a:lnTo>
                  <a:lnTo>
                    <a:pt x="3100054" y="2143445"/>
                  </a:lnTo>
                  <a:lnTo>
                    <a:pt x="3100148" y="2143445"/>
                  </a:lnTo>
                  <a:lnTo>
                    <a:pt x="3100242" y="2143445"/>
                  </a:lnTo>
                  <a:lnTo>
                    <a:pt x="3100336" y="2143445"/>
                  </a:lnTo>
                  <a:lnTo>
                    <a:pt x="3100430" y="2143445"/>
                  </a:lnTo>
                  <a:lnTo>
                    <a:pt x="3100524" y="2143445"/>
                  </a:lnTo>
                  <a:lnTo>
                    <a:pt x="3100618" y="2143445"/>
                  </a:lnTo>
                  <a:lnTo>
                    <a:pt x="3100712" y="2143445"/>
                  </a:lnTo>
                  <a:lnTo>
                    <a:pt x="3100806" y="2143445"/>
                  </a:lnTo>
                  <a:lnTo>
                    <a:pt x="3100900" y="2143445"/>
                  </a:lnTo>
                  <a:lnTo>
                    <a:pt x="3100994" y="2143445"/>
                  </a:lnTo>
                  <a:lnTo>
                    <a:pt x="3101088" y="2143445"/>
                  </a:lnTo>
                  <a:lnTo>
                    <a:pt x="3101183" y="2143445"/>
                  </a:lnTo>
                  <a:lnTo>
                    <a:pt x="3101277" y="2143445"/>
                  </a:lnTo>
                  <a:lnTo>
                    <a:pt x="3101371" y="2143445"/>
                  </a:lnTo>
                  <a:lnTo>
                    <a:pt x="3101465" y="2143445"/>
                  </a:lnTo>
                  <a:lnTo>
                    <a:pt x="3101559" y="2143445"/>
                  </a:lnTo>
                  <a:lnTo>
                    <a:pt x="3101653" y="2143445"/>
                  </a:lnTo>
                  <a:lnTo>
                    <a:pt x="3101747" y="2143445"/>
                  </a:lnTo>
                  <a:lnTo>
                    <a:pt x="3101841" y="2143445"/>
                  </a:lnTo>
                  <a:lnTo>
                    <a:pt x="3101935" y="2143445"/>
                  </a:lnTo>
                  <a:lnTo>
                    <a:pt x="3102029" y="2143445"/>
                  </a:lnTo>
                  <a:lnTo>
                    <a:pt x="3102123" y="2143445"/>
                  </a:lnTo>
                  <a:lnTo>
                    <a:pt x="3102217" y="2143445"/>
                  </a:lnTo>
                  <a:lnTo>
                    <a:pt x="3102311" y="2143445"/>
                  </a:lnTo>
                  <a:lnTo>
                    <a:pt x="3102405" y="2143445"/>
                  </a:lnTo>
                  <a:lnTo>
                    <a:pt x="3102499" y="2143445"/>
                  </a:lnTo>
                  <a:lnTo>
                    <a:pt x="3102593" y="2143445"/>
                  </a:lnTo>
                  <a:lnTo>
                    <a:pt x="3102687" y="2143445"/>
                  </a:lnTo>
                  <a:lnTo>
                    <a:pt x="3102781" y="2143445"/>
                  </a:lnTo>
                  <a:lnTo>
                    <a:pt x="3102875" y="2143445"/>
                  </a:lnTo>
                  <a:lnTo>
                    <a:pt x="3102969" y="2143445"/>
                  </a:lnTo>
                  <a:lnTo>
                    <a:pt x="3103063" y="2143445"/>
                  </a:lnTo>
                  <a:lnTo>
                    <a:pt x="3103157" y="2143445"/>
                  </a:lnTo>
                  <a:lnTo>
                    <a:pt x="3103251" y="2143445"/>
                  </a:lnTo>
                  <a:lnTo>
                    <a:pt x="3103345" y="2143445"/>
                  </a:lnTo>
                  <a:lnTo>
                    <a:pt x="3103439" y="2143445"/>
                  </a:lnTo>
                  <a:lnTo>
                    <a:pt x="3103533" y="2143445"/>
                  </a:lnTo>
                  <a:lnTo>
                    <a:pt x="3103627" y="2143445"/>
                  </a:lnTo>
                  <a:lnTo>
                    <a:pt x="3103721" y="2143445"/>
                  </a:lnTo>
                  <a:lnTo>
                    <a:pt x="3103815" y="2143445"/>
                  </a:lnTo>
                  <a:lnTo>
                    <a:pt x="3103909" y="2143445"/>
                  </a:lnTo>
                  <a:lnTo>
                    <a:pt x="3104003" y="2143445"/>
                  </a:lnTo>
                  <a:lnTo>
                    <a:pt x="3104097" y="2143445"/>
                  </a:lnTo>
                  <a:lnTo>
                    <a:pt x="3104191" y="2143445"/>
                  </a:lnTo>
                  <a:lnTo>
                    <a:pt x="3104285" y="2143445"/>
                  </a:lnTo>
                  <a:lnTo>
                    <a:pt x="3104379" y="2143445"/>
                  </a:lnTo>
                  <a:lnTo>
                    <a:pt x="3104473" y="2143445"/>
                  </a:lnTo>
                  <a:lnTo>
                    <a:pt x="3104567" y="2143445"/>
                  </a:lnTo>
                  <a:lnTo>
                    <a:pt x="3104661" y="2143445"/>
                  </a:lnTo>
                  <a:lnTo>
                    <a:pt x="3104661" y="2138165"/>
                  </a:lnTo>
                  <a:lnTo>
                    <a:pt x="3104756" y="2138165"/>
                  </a:lnTo>
                  <a:lnTo>
                    <a:pt x="3104850" y="2138165"/>
                  </a:lnTo>
                  <a:lnTo>
                    <a:pt x="3104944" y="2138165"/>
                  </a:lnTo>
                  <a:lnTo>
                    <a:pt x="3105038" y="2138165"/>
                  </a:lnTo>
                  <a:lnTo>
                    <a:pt x="3105132" y="2138165"/>
                  </a:lnTo>
                  <a:lnTo>
                    <a:pt x="3105226" y="2138165"/>
                  </a:lnTo>
                  <a:lnTo>
                    <a:pt x="3105320" y="2138165"/>
                  </a:lnTo>
                  <a:lnTo>
                    <a:pt x="3105414" y="2138165"/>
                  </a:lnTo>
                  <a:lnTo>
                    <a:pt x="3105414" y="2132886"/>
                  </a:lnTo>
                  <a:lnTo>
                    <a:pt x="3105508" y="2132886"/>
                  </a:lnTo>
                  <a:lnTo>
                    <a:pt x="3105602" y="2132886"/>
                  </a:lnTo>
                  <a:lnTo>
                    <a:pt x="3105696" y="2132886"/>
                  </a:lnTo>
                  <a:lnTo>
                    <a:pt x="3105790" y="2132886"/>
                  </a:lnTo>
                  <a:lnTo>
                    <a:pt x="3105884" y="2132886"/>
                  </a:lnTo>
                  <a:lnTo>
                    <a:pt x="3105978" y="2132886"/>
                  </a:lnTo>
                  <a:lnTo>
                    <a:pt x="3106072" y="2132886"/>
                  </a:lnTo>
                  <a:lnTo>
                    <a:pt x="3106166" y="2132886"/>
                  </a:lnTo>
                  <a:lnTo>
                    <a:pt x="3106260" y="2132886"/>
                  </a:lnTo>
                  <a:lnTo>
                    <a:pt x="3106354" y="2132886"/>
                  </a:lnTo>
                  <a:lnTo>
                    <a:pt x="3106448" y="2132886"/>
                  </a:lnTo>
                  <a:lnTo>
                    <a:pt x="3106542" y="2132886"/>
                  </a:lnTo>
                  <a:lnTo>
                    <a:pt x="3106636" y="2132886"/>
                  </a:lnTo>
                  <a:lnTo>
                    <a:pt x="3106730" y="2132886"/>
                  </a:lnTo>
                  <a:lnTo>
                    <a:pt x="3106824" y="2132886"/>
                  </a:lnTo>
                  <a:lnTo>
                    <a:pt x="3106824" y="2127606"/>
                  </a:lnTo>
                  <a:lnTo>
                    <a:pt x="3106918" y="2127606"/>
                  </a:lnTo>
                  <a:lnTo>
                    <a:pt x="3107012" y="2127606"/>
                  </a:lnTo>
                  <a:lnTo>
                    <a:pt x="3107106" y="2127606"/>
                  </a:lnTo>
                  <a:lnTo>
                    <a:pt x="3107200" y="2127606"/>
                  </a:lnTo>
                  <a:lnTo>
                    <a:pt x="3107294" y="2127606"/>
                  </a:lnTo>
                  <a:lnTo>
                    <a:pt x="3107388" y="2127606"/>
                  </a:lnTo>
                  <a:lnTo>
                    <a:pt x="3107482" y="2127606"/>
                  </a:lnTo>
                  <a:lnTo>
                    <a:pt x="3107576" y="2127606"/>
                  </a:lnTo>
                  <a:lnTo>
                    <a:pt x="3107670" y="2127606"/>
                  </a:lnTo>
                  <a:lnTo>
                    <a:pt x="3107764" y="2127606"/>
                  </a:lnTo>
                  <a:lnTo>
                    <a:pt x="3107858" y="2127606"/>
                  </a:lnTo>
                  <a:lnTo>
                    <a:pt x="3107952" y="2127606"/>
                  </a:lnTo>
                  <a:lnTo>
                    <a:pt x="3108046" y="2127606"/>
                  </a:lnTo>
                  <a:lnTo>
                    <a:pt x="3108140" y="2127606"/>
                  </a:lnTo>
                  <a:lnTo>
                    <a:pt x="3108235" y="2127606"/>
                  </a:lnTo>
                  <a:lnTo>
                    <a:pt x="3108329" y="2127606"/>
                  </a:lnTo>
                  <a:lnTo>
                    <a:pt x="3108423" y="2127606"/>
                  </a:lnTo>
                  <a:lnTo>
                    <a:pt x="3108517" y="2127606"/>
                  </a:lnTo>
                  <a:lnTo>
                    <a:pt x="3108611" y="2127606"/>
                  </a:lnTo>
                  <a:lnTo>
                    <a:pt x="3108705" y="2127606"/>
                  </a:lnTo>
                  <a:lnTo>
                    <a:pt x="3108799" y="2127606"/>
                  </a:lnTo>
                  <a:lnTo>
                    <a:pt x="3108893" y="2127606"/>
                  </a:lnTo>
                  <a:lnTo>
                    <a:pt x="3108987" y="2127606"/>
                  </a:lnTo>
                  <a:lnTo>
                    <a:pt x="3109081" y="2127606"/>
                  </a:lnTo>
                  <a:lnTo>
                    <a:pt x="3109175" y="2127606"/>
                  </a:lnTo>
                  <a:lnTo>
                    <a:pt x="3109269" y="2127606"/>
                  </a:lnTo>
                  <a:lnTo>
                    <a:pt x="3109363" y="2127606"/>
                  </a:lnTo>
                  <a:lnTo>
                    <a:pt x="3109457" y="2127606"/>
                  </a:lnTo>
                  <a:lnTo>
                    <a:pt x="3109551" y="2127606"/>
                  </a:lnTo>
                  <a:lnTo>
                    <a:pt x="3109645" y="2127606"/>
                  </a:lnTo>
                  <a:lnTo>
                    <a:pt x="3109739" y="2127606"/>
                  </a:lnTo>
                  <a:lnTo>
                    <a:pt x="3109833" y="2127606"/>
                  </a:lnTo>
                  <a:lnTo>
                    <a:pt x="3109927" y="2127606"/>
                  </a:lnTo>
                  <a:lnTo>
                    <a:pt x="3110021" y="2127606"/>
                  </a:lnTo>
                  <a:lnTo>
                    <a:pt x="3110115" y="2127606"/>
                  </a:lnTo>
                  <a:lnTo>
                    <a:pt x="3110209" y="2127606"/>
                  </a:lnTo>
                  <a:lnTo>
                    <a:pt x="3110303" y="2127606"/>
                  </a:lnTo>
                  <a:lnTo>
                    <a:pt x="3110397" y="2127606"/>
                  </a:lnTo>
                  <a:lnTo>
                    <a:pt x="3110491" y="2127606"/>
                  </a:lnTo>
                  <a:lnTo>
                    <a:pt x="3110585" y="2127606"/>
                  </a:lnTo>
                  <a:lnTo>
                    <a:pt x="3110679" y="2127606"/>
                  </a:lnTo>
                  <a:lnTo>
                    <a:pt x="3110773" y="2127606"/>
                  </a:lnTo>
                  <a:lnTo>
                    <a:pt x="3110867" y="2127606"/>
                  </a:lnTo>
                  <a:lnTo>
                    <a:pt x="3110961" y="2127606"/>
                  </a:lnTo>
                  <a:lnTo>
                    <a:pt x="3111055" y="2127606"/>
                  </a:lnTo>
                  <a:lnTo>
                    <a:pt x="3111149" y="2127606"/>
                  </a:lnTo>
                  <a:lnTo>
                    <a:pt x="3111149" y="2122327"/>
                  </a:lnTo>
                  <a:lnTo>
                    <a:pt x="3111243" y="2122327"/>
                  </a:lnTo>
                  <a:lnTo>
                    <a:pt x="3111337" y="2122327"/>
                  </a:lnTo>
                  <a:lnTo>
                    <a:pt x="3111431" y="2122327"/>
                  </a:lnTo>
                  <a:lnTo>
                    <a:pt x="3111525" y="2122327"/>
                  </a:lnTo>
                  <a:lnTo>
                    <a:pt x="3111619" y="2122327"/>
                  </a:lnTo>
                  <a:lnTo>
                    <a:pt x="3111713" y="2122327"/>
                  </a:lnTo>
                  <a:lnTo>
                    <a:pt x="3111808" y="2122327"/>
                  </a:lnTo>
                  <a:lnTo>
                    <a:pt x="3111902" y="2122327"/>
                  </a:lnTo>
                  <a:lnTo>
                    <a:pt x="3111996" y="2122327"/>
                  </a:lnTo>
                  <a:lnTo>
                    <a:pt x="3112090" y="2122327"/>
                  </a:lnTo>
                  <a:lnTo>
                    <a:pt x="3112184" y="2122327"/>
                  </a:lnTo>
                  <a:lnTo>
                    <a:pt x="3112278" y="2122327"/>
                  </a:lnTo>
                  <a:lnTo>
                    <a:pt x="3112372" y="2122327"/>
                  </a:lnTo>
                  <a:lnTo>
                    <a:pt x="3112466" y="2122327"/>
                  </a:lnTo>
                  <a:lnTo>
                    <a:pt x="3112560" y="2122327"/>
                  </a:lnTo>
                  <a:lnTo>
                    <a:pt x="3112654" y="2122327"/>
                  </a:lnTo>
                  <a:lnTo>
                    <a:pt x="3112748" y="2122327"/>
                  </a:lnTo>
                  <a:lnTo>
                    <a:pt x="3112842" y="2122327"/>
                  </a:lnTo>
                  <a:lnTo>
                    <a:pt x="3112936" y="2122327"/>
                  </a:lnTo>
                  <a:lnTo>
                    <a:pt x="3113030" y="2122327"/>
                  </a:lnTo>
                  <a:lnTo>
                    <a:pt x="3113030" y="2117047"/>
                  </a:lnTo>
                  <a:lnTo>
                    <a:pt x="3113124" y="2117047"/>
                  </a:lnTo>
                  <a:lnTo>
                    <a:pt x="3113218" y="2117047"/>
                  </a:lnTo>
                  <a:lnTo>
                    <a:pt x="3113312" y="2117047"/>
                  </a:lnTo>
                  <a:lnTo>
                    <a:pt x="3113406" y="2117047"/>
                  </a:lnTo>
                  <a:lnTo>
                    <a:pt x="3113500" y="2117047"/>
                  </a:lnTo>
                  <a:lnTo>
                    <a:pt x="3113594" y="2117047"/>
                  </a:lnTo>
                  <a:lnTo>
                    <a:pt x="3113688" y="2117047"/>
                  </a:lnTo>
                  <a:lnTo>
                    <a:pt x="3113782" y="2117047"/>
                  </a:lnTo>
                  <a:lnTo>
                    <a:pt x="3113876" y="2117047"/>
                  </a:lnTo>
                  <a:lnTo>
                    <a:pt x="3113970" y="2117047"/>
                  </a:lnTo>
                  <a:lnTo>
                    <a:pt x="3114064" y="2117047"/>
                  </a:lnTo>
                  <a:lnTo>
                    <a:pt x="3114158" y="2117047"/>
                  </a:lnTo>
                  <a:lnTo>
                    <a:pt x="3114252" y="2117047"/>
                  </a:lnTo>
                  <a:lnTo>
                    <a:pt x="3114346" y="2117047"/>
                  </a:lnTo>
                  <a:lnTo>
                    <a:pt x="3114440" y="2117047"/>
                  </a:lnTo>
                  <a:lnTo>
                    <a:pt x="3114534" y="2117047"/>
                  </a:lnTo>
                  <a:lnTo>
                    <a:pt x="3114628" y="2117047"/>
                  </a:lnTo>
                  <a:lnTo>
                    <a:pt x="3114722" y="2117047"/>
                  </a:lnTo>
                  <a:lnTo>
                    <a:pt x="3114816" y="2117047"/>
                  </a:lnTo>
                  <a:lnTo>
                    <a:pt x="3114910" y="2117047"/>
                  </a:lnTo>
                  <a:lnTo>
                    <a:pt x="3115004" y="2117047"/>
                  </a:lnTo>
                  <a:lnTo>
                    <a:pt x="3115098" y="2117047"/>
                  </a:lnTo>
                  <a:lnTo>
                    <a:pt x="3115192" y="2117047"/>
                  </a:lnTo>
                  <a:lnTo>
                    <a:pt x="3115286" y="2117047"/>
                  </a:lnTo>
                  <a:lnTo>
                    <a:pt x="3115381" y="2117047"/>
                  </a:lnTo>
                  <a:lnTo>
                    <a:pt x="3115475" y="2117047"/>
                  </a:lnTo>
                  <a:lnTo>
                    <a:pt x="3115569" y="2117047"/>
                  </a:lnTo>
                  <a:lnTo>
                    <a:pt x="3115663" y="2117047"/>
                  </a:lnTo>
                  <a:lnTo>
                    <a:pt x="3115757" y="2117047"/>
                  </a:lnTo>
                  <a:lnTo>
                    <a:pt x="3115851" y="2117047"/>
                  </a:lnTo>
                  <a:lnTo>
                    <a:pt x="3115945" y="2117047"/>
                  </a:lnTo>
                  <a:lnTo>
                    <a:pt x="3116039" y="2117047"/>
                  </a:lnTo>
                  <a:lnTo>
                    <a:pt x="3116133" y="2117047"/>
                  </a:lnTo>
                  <a:lnTo>
                    <a:pt x="3116227" y="2117047"/>
                  </a:lnTo>
                  <a:lnTo>
                    <a:pt x="3116321" y="2117047"/>
                  </a:lnTo>
                  <a:lnTo>
                    <a:pt x="3116415" y="2117047"/>
                  </a:lnTo>
                  <a:lnTo>
                    <a:pt x="3116509" y="2117047"/>
                  </a:lnTo>
                  <a:lnTo>
                    <a:pt x="3116603" y="2117047"/>
                  </a:lnTo>
                  <a:lnTo>
                    <a:pt x="3116697" y="2117047"/>
                  </a:lnTo>
                  <a:lnTo>
                    <a:pt x="3116791" y="2117047"/>
                  </a:lnTo>
                  <a:lnTo>
                    <a:pt x="3116885" y="2117047"/>
                  </a:lnTo>
                  <a:lnTo>
                    <a:pt x="3116979" y="2117047"/>
                  </a:lnTo>
                  <a:lnTo>
                    <a:pt x="3117073" y="2117047"/>
                  </a:lnTo>
                  <a:lnTo>
                    <a:pt x="3117167" y="2117047"/>
                  </a:lnTo>
                  <a:lnTo>
                    <a:pt x="3117261" y="2117047"/>
                  </a:lnTo>
                  <a:lnTo>
                    <a:pt x="3117355" y="2117047"/>
                  </a:lnTo>
                  <a:lnTo>
                    <a:pt x="3117449" y="2117047"/>
                  </a:lnTo>
                  <a:lnTo>
                    <a:pt x="3117543" y="2117047"/>
                  </a:lnTo>
                  <a:lnTo>
                    <a:pt x="3117637" y="2117047"/>
                  </a:lnTo>
                  <a:lnTo>
                    <a:pt x="3117731" y="2117047"/>
                  </a:lnTo>
                  <a:lnTo>
                    <a:pt x="3117825" y="2117047"/>
                  </a:lnTo>
                  <a:lnTo>
                    <a:pt x="3117919" y="2117047"/>
                  </a:lnTo>
                  <a:lnTo>
                    <a:pt x="3118013" y="2117047"/>
                  </a:lnTo>
                  <a:lnTo>
                    <a:pt x="3118107" y="2117047"/>
                  </a:lnTo>
                  <a:lnTo>
                    <a:pt x="3118201" y="2117047"/>
                  </a:lnTo>
                  <a:lnTo>
                    <a:pt x="3118295" y="2117047"/>
                  </a:lnTo>
                  <a:lnTo>
                    <a:pt x="3118389" y="2117047"/>
                  </a:lnTo>
                  <a:lnTo>
                    <a:pt x="3118483" y="2117047"/>
                  </a:lnTo>
                  <a:lnTo>
                    <a:pt x="3118577" y="2117047"/>
                  </a:lnTo>
                  <a:lnTo>
                    <a:pt x="3118671" y="2117047"/>
                  </a:lnTo>
                  <a:lnTo>
                    <a:pt x="3118765" y="2117047"/>
                  </a:lnTo>
                  <a:lnTo>
                    <a:pt x="3118859" y="2117047"/>
                  </a:lnTo>
                  <a:lnTo>
                    <a:pt x="3118954" y="2117047"/>
                  </a:lnTo>
                  <a:lnTo>
                    <a:pt x="3119048" y="2117047"/>
                  </a:lnTo>
                  <a:lnTo>
                    <a:pt x="3119142" y="2117047"/>
                  </a:lnTo>
                  <a:lnTo>
                    <a:pt x="3119236" y="2117047"/>
                  </a:lnTo>
                  <a:lnTo>
                    <a:pt x="3119330" y="2117047"/>
                  </a:lnTo>
                  <a:lnTo>
                    <a:pt x="3119424" y="2117047"/>
                  </a:lnTo>
                  <a:lnTo>
                    <a:pt x="3119518" y="2117047"/>
                  </a:lnTo>
                  <a:lnTo>
                    <a:pt x="3119612" y="2117047"/>
                  </a:lnTo>
                  <a:lnTo>
                    <a:pt x="3119706" y="2117047"/>
                  </a:lnTo>
                  <a:lnTo>
                    <a:pt x="3119800" y="2117047"/>
                  </a:lnTo>
                  <a:lnTo>
                    <a:pt x="3119894" y="2117047"/>
                  </a:lnTo>
                  <a:lnTo>
                    <a:pt x="3119988" y="2117047"/>
                  </a:lnTo>
                  <a:lnTo>
                    <a:pt x="3120082" y="2117047"/>
                  </a:lnTo>
                  <a:lnTo>
                    <a:pt x="3120176" y="2117047"/>
                  </a:lnTo>
                  <a:lnTo>
                    <a:pt x="3120270" y="2117047"/>
                  </a:lnTo>
                  <a:lnTo>
                    <a:pt x="3120364" y="2117047"/>
                  </a:lnTo>
                  <a:lnTo>
                    <a:pt x="3120458" y="2117047"/>
                  </a:lnTo>
                  <a:lnTo>
                    <a:pt x="3120552" y="2117047"/>
                  </a:lnTo>
                  <a:lnTo>
                    <a:pt x="3120646" y="2117047"/>
                  </a:lnTo>
                  <a:lnTo>
                    <a:pt x="3120740" y="2117047"/>
                  </a:lnTo>
                  <a:lnTo>
                    <a:pt x="3120834" y="2117047"/>
                  </a:lnTo>
                  <a:lnTo>
                    <a:pt x="3120928" y="2117047"/>
                  </a:lnTo>
                  <a:lnTo>
                    <a:pt x="3121022" y="2117047"/>
                  </a:lnTo>
                  <a:lnTo>
                    <a:pt x="3121116" y="2117047"/>
                  </a:lnTo>
                  <a:lnTo>
                    <a:pt x="3121210" y="2117047"/>
                  </a:lnTo>
                  <a:lnTo>
                    <a:pt x="3121304" y="2117047"/>
                  </a:lnTo>
                  <a:lnTo>
                    <a:pt x="3121398" y="2117047"/>
                  </a:lnTo>
                  <a:lnTo>
                    <a:pt x="3121492" y="2117047"/>
                  </a:lnTo>
                  <a:lnTo>
                    <a:pt x="3121586" y="2117047"/>
                  </a:lnTo>
                  <a:lnTo>
                    <a:pt x="3121680" y="2117047"/>
                  </a:lnTo>
                  <a:lnTo>
                    <a:pt x="3121774" y="2117047"/>
                  </a:lnTo>
                  <a:lnTo>
                    <a:pt x="3121868" y="2117047"/>
                  </a:lnTo>
                  <a:lnTo>
                    <a:pt x="3121962" y="2117047"/>
                  </a:lnTo>
                  <a:lnTo>
                    <a:pt x="3122056" y="2117047"/>
                  </a:lnTo>
                  <a:lnTo>
                    <a:pt x="3122150" y="2117047"/>
                  </a:lnTo>
                  <a:lnTo>
                    <a:pt x="3122244" y="2117047"/>
                  </a:lnTo>
                  <a:lnTo>
                    <a:pt x="3122338" y="2117047"/>
                  </a:lnTo>
                  <a:lnTo>
                    <a:pt x="3122433" y="2117047"/>
                  </a:lnTo>
                  <a:lnTo>
                    <a:pt x="3122527" y="2117047"/>
                  </a:lnTo>
                  <a:lnTo>
                    <a:pt x="3122621" y="2117047"/>
                  </a:lnTo>
                  <a:lnTo>
                    <a:pt x="3122715" y="2117047"/>
                  </a:lnTo>
                  <a:lnTo>
                    <a:pt x="3122809" y="2117047"/>
                  </a:lnTo>
                  <a:lnTo>
                    <a:pt x="3122903" y="2117047"/>
                  </a:lnTo>
                  <a:lnTo>
                    <a:pt x="3122997" y="2117047"/>
                  </a:lnTo>
                  <a:lnTo>
                    <a:pt x="3123091" y="2117047"/>
                  </a:lnTo>
                  <a:lnTo>
                    <a:pt x="3123185" y="2117047"/>
                  </a:lnTo>
                  <a:lnTo>
                    <a:pt x="3123279" y="2117047"/>
                  </a:lnTo>
                  <a:lnTo>
                    <a:pt x="3123373" y="2117047"/>
                  </a:lnTo>
                  <a:lnTo>
                    <a:pt x="3123467" y="2117047"/>
                  </a:lnTo>
                  <a:lnTo>
                    <a:pt x="3123561" y="2117047"/>
                  </a:lnTo>
                  <a:lnTo>
                    <a:pt x="3123655" y="2117047"/>
                  </a:lnTo>
                  <a:lnTo>
                    <a:pt x="3123749" y="2117047"/>
                  </a:lnTo>
                  <a:lnTo>
                    <a:pt x="3123843" y="2117047"/>
                  </a:lnTo>
                  <a:lnTo>
                    <a:pt x="3123937" y="2117047"/>
                  </a:lnTo>
                  <a:lnTo>
                    <a:pt x="3124031" y="2117047"/>
                  </a:lnTo>
                  <a:lnTo>
                    <a:pt x="3124125" y="2117047"/>
                  </a:lnTo>
                  <a:lnTo>
                    <a:pt x="3124219" y="2117047"/>
                  </a:lnTo>
                  <a:lnTo>
                    <a:pt x="3124313" y="2117047"/>
                  </a:lnTo>
                  <a:lnTo>
                    <a:pt x="3124407" y="2117047"/>
                  </a:lnTo>
                  <a:lnTo>
                    <a:pt x="3124501" y="2117047"/>
                  </a:lnTo>
                  <a:lnTo>
                    <a:pt x="3124595" y="2117047"/>
                  </a:lnTo>
                  <a:lnTo>
                    <a:pt x="3124689" y="2117047"/>
                  </a:lnTo>
                  <a:lnTo>
                    <a:pt x="3124783" y="2117047"/>
                  </a:lnTo>
                  <a:lnTo>
                    <a:pt x="3124877" y="2117047"/>
                  </a:lnTo>
                  <a:lnTo>
                    <a:pt x="3124971" y="2117047"/>
                  </a:lnTo>
                  <a:lnTo>
                    <a:pt x="3125065" y="2117047"/>
                  </a:lnTo>
                  <a:lnTo>
                    <a:pt x="3125159" y="2117047"/>
                  </a:lnTo>
                  <a:lnTo>
                    <a:pt x="3125253" y="2117047"/>
                  </a:lnTo>
                  <a:lnTo>
                    <a:pt x="3125347" y="2117047"/>
                  </a:lnTo>
                  <a:lnTo>
                    <a:pt x="3125441" y="2117047"/>
                  </a:lnTo>
                  <a:lnTo>
                    <a:pt x="3125535" y="2117047"/>
                  </a:lnTo>
                  <a:lnTo>
                    <a:pt x="3125629" y="2117047"/>
                  </a:lnTo>
                  <a:lnTo>
                    <a:pt x="3125723" y="2117047"/>
                  </a:lnTo>
                  <a:lnTo>
                    <a:pt x="3125817" y="2117047"/>
                  </a:lnTo>
                  <a:lnTo>
                    <a:pt x="3125911" y="2117047"/>
                  </a:lnTo>
                  <a:lnTo>
                    <a:pt x="3126006" y="2117047"/>
                  </a:lnTo>
                  <a:lnTo>
                    <a:pt x="3126100" y="2117047"/>
                  </a:lnTo>
                  <a:lnTo>
                    <a:pt x="3126194" y="2117047"/>
                  </a:lnTo>
                  <a:lnTo>
                    <a:pt x="3126288" y="2117047"/>
                  </a:lnTo>
                  <a:lnTo>
                    <a:pt x="3126382" y="2117047"/>
                  </a:lnTo>
                  <a:lnTo>
                    <a:pt x="3126476" y="2117047"/>
                  </a:lnTo>
                  <a:lnTo>
                    <a:pt x="3126570" y="2117047"/>
                  </a:lnTo>
                  <a:lnTo>
                    <a:pt x="3126570" y="2111768"/>
                  </a:lnTo>
                  <a:lnTo>
                    <a:pt x="3126664" y="2111768"/>
                  </a:lnTo>
                  <a:lnTo>
                    <a:pt x="3126758" y="2111768"/>
                  </a:lnTo>
                  <a:lnTo>
                    <a:pt x="3126852" y="2111768"/>
                  </a:lnTo>
                  <a:lnTo>
                    <a:pt x="3126946" y="2111768"/>
                  </a:lnTo>
                  <a:lnTo>
                    <a:pt x="3127040" y="2111768"/>
                  </a:lnTo>
                  <a:lnTo>
                    <a:pt x="3127134" y="2111768"/>
                  </a:lnTo>
                  <a:lnTo>
                    <a:pt x="3127228" y="2111768"/>
                  </a:lnTo>
                  <a:lnTo>
                    <a:pt x="3127322" y="2111768"/>
                  </a:lnTo>
                  <a:lnTo>
                    <a:pt x="3127416" y="2111768"/>
                  </a:lnTo>
                  <a:lnTo>
                    <a:pt x="3127510" y="2111768"/>
                  </a:lnTo>
                  <a:lnTo>
                    <a:pt x="3127604" y="2111768"/>
                  </a:lnTo>
                  <a:lnTo>
                    <a:pt x="3127698" y="2111768"/>
                  </a:lnTo>
                  <a:lnTo>
                    <a:pt x="3127792" y="2111768"/>
                  </a:lnTo>
                  <a:lnTo>
                    <a:pt x="3127886" y="2111768"/>
                  </a:lnTo>
                  <a:lnTo>
                    <a:pt x="3127980" y="2111768"/>
                  </a:lnTo>
                  <a:lnTo>
                    <a:pt x="3128074" y="2111768"/>
                  </a:lnTo>
                  <a:lnTo>
                    <a:pt x="3128168" y="2111768"/>
                  </a:lnTo>
                  <a:lnTo>
                    <a:pt x="3128262" y="2111768"/>
                  </a:lnTo>
                  <a:lnTo>
                    <a:pt x="3128356" y="2111768"/>
                  </a:lnTo>
                  <a:lnTo>
                    <a:pt x="3128450" y="2111768"/>
                  </a:lnTo>
                  <a:lnTo>
                    <a:pt x="3128544" y="2111768"/>
                  </a:lnTo>
                  <a:lnTo>
                    <a:pt x="3128638" y="2111768"/>
                  </a:lnTo>
                  <a:lnTo>
                    <a:pt x="3128732" y="2111768"/>
                  </a:lnTo>
                  <a:lnTo>
                    <a:pt x="3128826" y="2111768"/>
                  </a:lnTo>
                  <a:lnTo>
                    <a:pt x="3128920" y="2111768"/>
                  </a:lnTo>
                  <a:lnTo>
                    <a:pt x="3129014" y="2111768"/>
                  </a:lnTo>
                  <a:lnTo>
                    <a:pt x="3129108" y="2111768"/>
                  </a:lnTo>
                  <a:lnTo>
                    <a:pt x="3129202" y="2111768"/>
                  </a:lnTo>
                  <a:lnTo>
                    <a:pt x="3129296" y="2111768"/>
                  </a:lnTo>
                  <a:lnTo>
                    <a:pt x="3129390" y="2111768"/>
                  </a:lnTo>
                  <a:lnTo>
                    <a:pt x="3129484" y="2111768"/>
                  </a:lnTo>
                  <a:lnTo>
                    <a:pt x="3129579" y="2111768"/>
                  </a:lnTo>
                  <a:lnTo>
                    <a:pt x="3129673" y="2111768"/>
                  </a:lnTo>
                  <a:lnTo>
                    <a:pt x="3129767" y="2111768"/>
                  </a:lnTo>
                  <a:lnTo>
                    <a:pt x="3129861" y="2111768"/>
                  </a:lnTo>
                  <a:lnTo>
                    <a:pt x="3129955" y="2111768"/>
                  </a:lnTo>
                  <a:lnTo>
                    <a:pt x="3130049" y="2111768"/>
                  </a:lnTo>
                  <a:lnTo>
                    <a:pt x="3130143" y="2111768"/>
                  </a:lnTo>
                  <a:lnTo>
                    <a:pt x="3130237" y="2111768"/>
                  </a:lnTo>
                  <a:lnTo>
                    <a:pt x="3130331" y="2111768"/>
                  </a:lnTo>
                  <a:lnTo>
                    <a:pt x="3130425" y="2111768"/>
                  </a:lnTo>
                  <a:lnTo>
                    <a:pt x="3130519" y="2111768"/>
                  </a:lnTo>
                  <a:lnTo>
                    <a:pt x="3130613" y="2111768"/>
                  </a:lnTo>
                  <a:lnTo>
                    <a:pt x="3130707" y="2111768"/>
                  </a:lnTo>
                  <a:lnTo>
                    <a:pt x="3130801" y="2111768"/>
                  </a:lnTo>
                  <a:lnTo>
                    <a:pt x="3130895" y="2111768"/>
                  </a:lnTo>
                  <a:lnTo>
                    <a:pt x="3130989" y="2111768"/>
                  </a:lnTo>
                  <a:lnTo>
                    <a:pt x="3131083" y="2111768"/>
                  </a:lnTo>
                  <a:lnTo>
                    <a:pt x="3131177" y="2111768"/>
                  </a:lnTo>
                  <a:lnTo>
                    <a:pt x="3131271" y="2111768"/>
                  </a:lnTo>
                  <a:lnTo>
                    <a:pt x="3131365" y="2111768"/>
                  </a:lnTo>
                  <a:lnTo>
                    <a:pt x="3131459" y="2111768"/>
                  </a:lnTo>
                  <a:lnTo>
                    <a:pt x="3131553" y="2111768"/>
                  </a:lnTo>
                  <a:lnTo>
                    <a:pt x="3131647" y="2111768"/>
                  </a:lnTo>
                  <a:lnTo>
                    <a:pt x="3131741" y="2111768"/>
                  </a:lnTo>
                  <a:lnTo>
                    <a:pt x="3131835" y="2111768"/>
                  </a:lnTo>
                  <a:lnTo>
                    <a:pt x="3131929" y="2111768"/>
                  </a:lnTo>
                  <a:lnTo>
                    <a:pt x="3132023" y="2111768"/>
                  </a:lnTo>
                  <a:lnTo>
                    <a:pt x="3132117" y="2111768"/>
                  </a:lnTo>
                  <a:lnTo>
                    <a:pt x="3132211" y="2111768"/>
                  </a:lnTo>
                  <a:lnTo>
                    <a:pt x="3132305" y="2111768"/>
                  </a:lnTo>
                  <a:lnTo>
                    <a:pt x="3132399" y="2111768"/>
                  </a:lnTo>
                  <a:lnTo>
                    <a:pt x="3132493" y="2111768"/>
                  </a:lnTo>
                  <a:lnTo>
                    <a:pt x="3132587" y="2111768"/>
                  </a:lnTo>
                  <a:lnTo>
                    <a:pt x="3132681" y="2111768"/>
                  </a:lnTo>
                  <a:lnTo>
                    <a:pt x="3132681" y="2106489"/>
                  </a:lnTo>
                  <a:lnTo>
                    <a:pt x="3132775" y="2106489"/>
                  </a:lnTo>
                  <a:lnTo>
                    <a:pt x="3132869" y="2106489"/>
                  </a:lnTo>
                  <a:lnTo>
                    <a:pt x="3132963" y="2106489"/>
                  </a:lnTo>
                  <a:lnTo>
                    <a:pt x="3133058" y="2106489"/>
                  </a:lnTo>
                  <a:lnTo>
                    <a:pt x="3133152" y="2106489"/>
                  </a:lnTo>
                  <a:lnTo>
                    <a:pt x="3133246" y="2106489"/>
                  </a:lnTo>
                  <a:lnTo>
                    <a:pt x="3133340" y="2106489"/>
                  </a:lnTo>
                  <a:lnTo>
                    <a:pt x="3133434" y="2106489"/>
                  </a:lnTo>
                  <a:lnTo>
                    <a:pt x="3133528" y="2106489"/>
                  </a:lnTo>
                  <a:lnTo>
                    <a:pt x="3133622" y="2106489"/>
                  </a:lnTo>
                  <a:lnTo>
                    <a:pt x="3133716" y="2106489"/>
                  </a:lnTo>
                  <a:lnTo>
                    <a:pt x="3133810" y="2106489"/>
                  </a:lnTo>
                  <a:lnTo>
                    <a:pt x="3133904" y="2106489"/>
                  </a:lnTo>
                  <a:lnTo>
                    <a:pt x="3133998" y="2106489"/>
                  </a:lnTo>
                  <a:lnTo>
                    <a:pt x="3134092" y="2106489"/>
                  </a:lnTo>
                  <a:lnTo>
                    <a:pt x="3134186" y="2106489"/>
                  </a:lnTo>
                  <a:lnTo>
                    <a:pt x="3134280" y="2106489"/>
                  </a:lnTo>
                  <a:lnTo>
                    <a:pt x="3134374" y="2106489"/>
                  </a:lnTo>
                  <a:lnTo>
                    <a:pt x="3134468" y="2106489"/>
                  </a:lnTo>
                  <a:lnTo>
                    <a:pt x="3134562" y="2106489"/>
                  </a:lnTo>
                  <a:lnTo>
                    <a:pt x="3134656" y="2106489"/>
                  </a:lnTo>
                  <a:lnTo>
                    <a:pt x="3134750" y="2106489"/>
                  </a:lnTo>
                  <a:lnTo>
                    <a:pt x="3134844" y="2106489"/>
                  </a:lnTo>
                  <a:lnTo>
                    <a:pt x="3134938" y="2106489"/>
                  </a:lnTo>
                  <a:lnTo>
                    <a:pt x="3135032" y="2106489"/>
                  </a:lnTo>
                  <a:lnTo>
                    <a:pt x="3135126" y="2106489"/>
                  </a:lnTo>
                  <a:lnTo>
                    <a:pt x="3135220" y="2106489"/>
                  </a:lnTo>
                  <a:lnTo>
                    <a:pt x="3135314" y="2106489"/>
                  </a:lnTo>
                  <a:lnTo>
                    <a:pt x="3135408" y="2106489"/>
                  </a:lnTo>
                  <a:lnTo>
                    <a:pt x="3135502" y="2106489"/>
                  </a:lnTo>
                  <a:lnTo>
                    <a:pt x="3135596" y="2106489"/>
                  </a:lnTo>
                  <a:lnTo>
                    <a:pt x="3135690" y="2106489"/>
                  </a:lnTo>
                  <a:lnTo>
                    <a:pt x="3135784" y="2106489"/>
                  </a:lnTo>
                  <a:lnTo>
                    <a:pt x="3135878" y="2106489"/>
                  </a:lnTo>
                  <a:lnTo>
                    <a:pt x="3135972" y="2106489"/>
                  </a:lnTo>
                  <a:lnTo>
                    <a:pt x="3136066" y="2106489"/>
                  </a:lnTo>
                  <a:lnTo>
                    <a:pt x="3136160" y="2106489"/>
                  </a:lnTo>
                  <a:lnTo>
                    <a:pt x="3136254" y="2106489"/>
                  </a:lnTo>
                  <a:lnTo>
                    <a:pt x="3136348" y="2106489"/>
                  </a:lnTo>
                  <a:lnTo>
                    <a:pt x="3136442" y="2106489"/>
                  </a:lnTo>
                  <a:lnTo>
                    <a:pt x="3136442" y="2101209"/>
                  </a:lnTo>
                  <a:lnTo>
                    <a:pt x="3136536" y="2101209"/>
                  </a:lnTo>
                  <a:lnTo>
                    <a:pt x="3136631" y="2101209"/>
                  </a:lnTo>
                  <a:lnTo>
                    <a:pt x="3136725" y="2101209"/>
                  </a:lnTo>
                  <a:lnTo>
                    <a:pt x="3136819" y="2101209"/>
                  </a:lnTo>
                  <a:lnTo>
                    <a:pt x="3136913" y="2101209"/>
                  </a:lnTo>
                  <a:lnTo>
                    <a:pt x="3137007" y="2101209"/>
                  </a:lnTo>
                  <a:lnTo>
                    <a:pt x="3137101" y="2101209"/>
                  </a:lnTo>
                  <a:lnTo>
                    <a:pt x="3137195" y="2101209"/>
                  </a:lnTo>
                  <a:lnTo>
                    <a:pt x="3137289" y="2101209"/>
                  </a:lnTo>
                  <a:lnTo>
                    <a:pt x="3137383" y="2101209"/>
                  </a:lnTo>
                  <a:lnTo>
                    <a:pt x="3137477" y="2101209"/>
                  </a:lnTo>
                  <a:lnTo>
                    <a:pt x="3137571" y="2101209"/>
                  </a:lnTo>
                  <a:lnTo>
                    <a:pt x="3137665" y="2101209"/>
                  </a:lnTo>
                  <a:lnTo>
                    <a:pt x="3137759" y="2101209"/>
                  </a:lnTo>
                  <a:lnTo>
                    <a:pt x="3137853" y="2101209"/>
                  </a:lnTo>
                  <a:lnTo>
                    <a:pt x="3137947" y="2101209"/>
                  </a:lnTo>
                  <a:lnTo>
                    <a:pt x="3138041" y="2101209"/>
                  </a:lnTo>
                  <a:lnTo>
                    <a:pt x="3138135" y="2101209"/>
                  </a:lnTo>
                  <a:lnTo>
                    <a:pt x="3138229" y="2101209"/>
                  </a:lnTo>
                  <a:lnTo>
                    <a:pt x="3138323" y="2101209"/>
                  </a:lnTo>
                  <a:lnTo>
                    <a:pt x="3138417" y="2101209"/>
                  </a:lnTo>
                  <a:lnTo>
                    <a:pt x="3138511" y="2101209"/>
                  </a:lnTo>
                  <a:lnTo>
                    <a:pt x="3138605" y="2101209"/>
                  </a:lnTo>
                  <a:lnTo>
                    <a:pt x="3138699" y="2101209"/>
                  </a:lnTo>
                  <a:lnTo>
                    <a:pt x="3138793" y="2101209"/>
                  </a:lnTo>
                  <a:lnTo>
                    <a:pt x="3138887" y="2101209"/>
                  </a:lnTo>
                  <a:lnTo>
                    <a:pt x="3138981" y="2101209"/>
                  </a:lnTo>
                  <a:lnTo>
                    <a:pt x="3139075" y="2101209"/>
                  </a:lnTo>
                  <a:lnTo>
                    <a:pt x="3139169" y="2101209"/>
                  </a:lnTo>
                  <a:lnTo>
                    <a:pt x="3139263" y="2101209"/>
                  </a:lnTo>
                  <a:lnTo>
                    <a:pt x="3139357" y="2101209"/>
                  </a:lnTo>
                  <a:lnTo>
                    <a:pt x="3139451" y="2101209"/>
                  </a:lnTo>
                  <a:lnTo>
                    <a:pt x="3139545" y="2101209"/>
                  </a:lnTo>
                  <a:lnTo>
                    <a:pt x="3139639" y="2101209"/>
                  </a:lnTo>
                  <a:lnTo>
                    <a:pt x="3139733" y="2101209"/>
                  </a:lnTo>
                  <a:lnTo>
                    <a:pt x="3139827" y="2101209"/>
                  </a:lnTo>
                  <a:lnTo>
                    <a:pt x="3139921" y="2101209"/>
                  </a:lnTo>
                  <a:lnTo>
                    <a:pt x="3140015" y="2101209"/>
                  </a:lnTo>
                  <a:lnTo>
                    <a:pt x="3140109" y="2101209"/>
                  </a:lnTo>
                  <a:lnTo>
                    <a:pt x="3140204" y="2101209"/>
                  </a:lnTo>
                  <a:lnTo>
                    <a:pt x="3140298" y="2101209"/>
                  </a:lnTo>
                  <a:lnTo>
                    <a:pt x="3140392" y="2101209"/>
                  </a:lnTo>
                  <a:lnTo>
                    <a:pt x="3140486" y="2101209"/>
                  </a:lnTo>
                  <a:lnTo>
                    <a:pt x="3140580" y="2101209"/>
                  </a:lnTo>
                  <a:lnTo>
                    <a:pt x="3140580" y="2095930"/>
                  </a:lnTo>
                  <a:lnTo>
                    <a:pt x="3140674" y="2095930"/>
                  </a:lnTo>
                  <a:lnTo>
                    <a:pt x="3140768" y="2095930"/>
                  </a:lnTo>
                  <a:lnTo>
                    <a:pt x="3140862" y="2095930"/>
                  </a:lnTo>
                  <a:lnTo>
                    <a:pt x="3140956" y="2095930"/>
                  </a:lnTo>
                  <a:lnTo>
                    <a:pt x="3141050" y="2095930"/>
                  </a:lnTo>
                  <a:lnTo>
                    <a:pt x="3141144" y="2095930"/>
                  </a:lnTo>
                  <a:lnTo>
                    <a:pt x="3141238" y="2095930"/>
                  </a:lnTo>
                  <a:lnTo>
                    <a:pt x="3141332" y="2095930"/>
                  </a:lnTo>
                  <a:lnTo>
                    <a:pt x="3141426" y="2095930"/>
                  </a:lnTo>
                  <a:lnTo>
                    <a:pt x="3141520" y="2095930"/>
                  </a:lnTo>
                  <a:lnTo>
                    <a:pt x="3141614" y="2095930"/>
                  </a:lnTo>
                  <a:lnTo>
                    <a:pt x="3141708" y="2095930"/>
                  </a:lnTo>
                  <a:lnTo>
                    <a:pt x="3141802" y="2095930"/>
                  </a:lnTo>
                  <a:lnTo>
                    <a:pt x="3141896" y="2095930"/>
                  </a:lnTo>
                  <a:lnTo>
                    <a:pt x="3141990" y="2095930"/>
                  </a:lnTo>
                  <a:lnTo>
                    <a:pt x="3142084" y="2095930"/>
                  </a:lnTo>
                  <a:lnTo>
                    <a:pt x="3142178" y="2095930"/>
                  </a:lnTo>
                  <a:lnTo>
                    <a:pt x="3142272" y="2095930"/>
                  </a:lnTo>
                  <a:lnTo>
                    <a:pt x="3142366" y="2095930"/>
                  </a:lnTo>
                  <a:lnTo>
                    <a:pt x="3142460" y="2095930"/>
                  </a:lnTo>
                  <a:lnTo>
                    <a:pt x="3142554" y="2095930"/>
                  </a:lnTo>
                  <a:lnTo>
                    <a:pt x="3142648" y="2095930"/>
                  </a:lnTo>
                  <a:lnTo>
                    <a:pt x="3142742" y="2095930"/>
                  </a:lnTo>
                  <a:lnTo>
                    <a:pt x="3142836" y="2095930"/>
                  </a:lnTo>
                  <a:lnTo>
                    <a:pt x="3142930" y="2095930"/>
                  </a:lnTo>
                  <a:lnTo>
                    <a:pt x="3143024" y="2095930"/>
                  </a:lnTo>
                  <a:lnTo>
                    <a:pt x="3143118" y="2095930"/>
                  </a:lnTo>
                  <a:lnTo>
                    <a:pt x="3143212" y="2095930"/>
                  </a:lnTo>
                  <a:lnTo>
                    <a:pt x="3143306" y="2095930"/>
                  </a:lnTo>
                  <a:lnTo>
                    <a:pt x="3143400" y="2095930"/>
                  </a:lnTo>
                  <a:lnTo>
                    <a:pt x="3143494" y="2095930"/>
                  </a:lnTo>
                  <a:lnTo>
                    <a:pt x="3143588" y="2095930"/>
                  </a:lnTo>
                  <a:lnTo>
                    <a:pt x="3143683" y="2095930"/>
                  </a:lnTo>
                  <a:lnTo>
                    <a:pt x="3143777" y="2095930"/>
                  </a:lnTo>
                  <a:lnTo>
                    <a:pt x="3143871" y="2095930"/>
                  </a:lnTo>
                  <a:lnTo>
                    <a:pt x="3143965" y="2095930"/>
                  </a:lnTo>
                  <a:lnTo>
                    <a:pt x="3144059" y="2095930"/>
                  </a:lnTo>
                  <a:lnTo>
                    <a:pt x="3144153" y="2095930"/>
                  </a:lnTo>
                  <a:lnTo>
                    <a:pt x="3144247" y="2095930"/>
                  </a:lnTo>
                  <a:lnTo>
                    <a:pt x="3144341" y="2095930"/>
                  </a:lnTo>
                  <a:lnTo>
                    <a:pt x="3144435" y="2095930"/>
                  </a:lnTo>
                  <a:lnTo>
                    <a:pt x="3144529" y="2095930"/>
                  </a:lnTo>
                  <a:lnTo>
                    <a:pt x="3144623" y="2095930"/>
                  </a:lnTo>
                  <a:lnTo>
                    <a:pt x="3144717" y="2095930"/>
                  </a:lnTo>
                  <a:lnTo>
                    <a:pt x="3144811" y="2095930"/>
                  </a:lnTo>
                  <a:lnTo>
                    <a:pt x="3144905" y="2095930"/>
                  </a:lnTo>
                  <a:lnTo>
                    <a:pt x="3144999" y="2095930"/>
                  </a:lnTo>
                  <a:lnTo>
                    <a:pt x="3145093" y="2095930"/>
                  </a:lnTo>
                  <a:lnTo>
                    <a:pt x="3145187" y="2095930"/>
                  </a:lnTo>
                  <a:lnTo>
                    <a:pt x="3145187" y="2090650"/>
                  </a:lnTo>
                  <a:lnTo>
                    <a:pt x="3145281" y="2090650"/>
                  </a:lnTo>
                  <a:lnTo>
                    <a:pt x="3145375" y="2090650"/>
                  </a:lnTo>
                  <a:lnTo>
                    <a:pt x="3145469" y="2090650"/>
                  </a:lnTo>
                  <a:lnTo>
                    <a:pt x="3145563" y="2090650"/>
                  </a:lnTo>
                  <a:lnTo>
                    <a:pt x="3145657" y="2090650"/>
                  </a:lnTo>
                  <a:lnTo>
                    <a:pt x="3145751" y="2090650"/>
                  </a:lnTo>
                  <a:lnTo>
                    <a:pt x="3145845" y="2090650"/>
                  </a:lnTo>
                  <a:lnTo>
                    <a:pt x="3145939" y="2090650"/>
                  </a:lnTo>
                  <a:lnTo>
                    <a:pt x="3146033" y="2090650"/>
                  </a:lnTo>
                  <a:lnTo>
                    <a:pt x="3146127" y="2090650"/>
                  </a:lnTo>
                  <a:lnTo>
                    <a:pt x="3146221" y="2090650"/>
                  </a:lnTo>
                  <a:lnTo>
                    <a:pt x="3146315" y="2090650"/>
                  </a:lnTo>
                  <a:lnTo>
                    <a:pt x="3146409" y="2090650"/>
                  </a:lnTo>
                  <a:lnTo>
                    <a:pt x="3146503" y="2090650"/>
                  </a:lnTo>
                  <a:lnTo>
                    <a:pt x="3146597" y="2090650"/>
                  </a:lnTo>
                  <a:lnTo>
                    <a:pt x="3146691" y="2090650"/>
                  </a:lnTo>
                  <a:lnTo>
                    <a:pt x="3146785" y="2090650"/>
                  </a:lnTo>
                  <a:lnTo>
                    <a:pt x="3146879" y="2090650"/>
                  </a:lnTo>
                  <a:lnTo>
                    <a:pt x="3146973" y="2090650"/>
                  </a:lnTo>
                  <a:lnTo>
                    <a:pt x="3147067" y="2090650"/>
                  </a:lnTo>
                  <a:lnTo>
                    <a:pt x="3147161" y="2090650"/>
                  </a:lnTo>
                  <a:lnTo>
                    <a:pt x="3147161" y="2085371"/>
                  </a:lnTo>
                  <a:lnTo>
                    <a:pt x="3147256" y="2085371"/>
                  </a:lnTo>
                  <a:lnTo>
                    <a:pt x="3147350" y="2085371"/>
                  </a:lnTo>
                  <a:lnTo>
                    <a:pt x="3147444" y="2085371"/>
                  </a:lnTo>
                  <a:lnTo>
                    <a:pt x="3147538" y="2085371"/>
                  </a:lnTo>
                  <a:lnTo>
                    <a:pt x="3147632" y="2085371"/>
                  </a:lnTo>
                  <a:lnTo>
                    <a:pt x="3147726" y="2085371"/>
                  </a:lnTo>
                  <a:lnTo>
                    <a:pt x="3147820" y="2085371"/>
                  </a:lnTo>
                  <a:lnTo>
                    <a:pt x="3147914" y="2085371"/>
                  </a:lnTo>
                  <a:lnTo>
                    <a:pt x="3148008" y="2085371"/>
                  </a:lnTo>
                  <a:lnTo>
                    <a:pt x="3148102" y="2085371"/>
                  </a:lnTo>
                  <a:lnTo>
                    <a:pt x="3148196" y="2085371"/>
                  </a:lnTo>
                  <a:lnTo>
                    <a:pt x="3148290" y="2085371"/>
                  </a:lnTo>
                  <a:lnTo>
                    <a:pt x="3148384" y="2085371"/>
                  </a:lnTo>
                  <a:lnTo>
                    <a:pt x="3148478" y="2085371"/>
                  </a:lnTo>
                  <a:lnTo>
                    <a:pt x="3148572" y="2085371"/>
                  </a:lnTo>
                  <a:lnTo>
                    <a:pt x="3148666" y="2085371"/>
                  </a:lnTo>
                  <a:lnTo>
                    <a:pt x="3148760" y="2085371"/>
                  </a:lnTo>
                  <a:lnTo>
                    <a:pt x="3148854" y="2085371"/>
                  </a:lnTo>
                  <a:lnTo>
                    <a:pt x="3148948" y="2085371"/>
                  </a:lnTo>
                  <a:lnTo>
                    <a:pt x="3149042" y="2085371"/>
                  </a:lnTo>
                  <a:lnTo>
                    <a:pt x="3149136" y="2085371"/>
                  </a:lnTo>
                  <a:lnTo>
                    <a:pt x="3149230" y="2085371"/>
                  </a:lnTo>
                  <a:lnTo>
                    <a:pt x="3149324" y="2085371"/>
                  </a:lnTo>
                  <a:lnTo>
                    <a:pt x="3149418" y="2085371"/>
                  </a:lnTo>
                  <a:lnTo>
                    <a:pt x="3149512" y="2085371"/>
                  </a:lnTo>
                  <a:lnTo>
                    <a:pt x="3149606" y="2085371"/>
                  </a:lnTo>
                  <a:lnTo>
                    <a:pt x="3149700" y="2085371"/>
                  </a:lnTo>
                  <a:lnTo>
                    <a:pt x="3149794" y="2085371"/>
                  </a:lnTo>
                  <a:lnTo>
                    <a:pt x="3149888" y="2085371"/>
                  </a:lnTo>
                  <a:lnTo>
                    <a:pt x="3149982" y="2085371"/>
                  </a:lnTo>
                  <a:lnTo>
                    <a:pt x="3150076" y="2085371"/>
                  </a:lnTo>
                  <a:lnTo>
                    <a:pt x="3150170" y="2085371"/>
                  </a:lnTo>
                  <a:lnTo>
                    <a:pt x="3150264" y="2085371"/>
                  </a:lnTo>
                  <a:lnTo>
                    <a:pt x="3150358" y="2085371"/>
                  </a:lnTo>
                  <a:lnTo>
                    <a:pt x="3150452" y="2085371"/>
                  </a:lnTo>
                  <a:lnTo>
                    <a:pt x="3150546" y="2085371"/>
                  </a:lnTo>
                  <a:lnTo>
                    <a:pt x="3150640" y="2085371"/>
                  </a:lnTo>
                  <a:lnTo>
                    <a:pt x="3150734" y="2085371"/>
                  </a:lnTo>
                  <a:lnTo>
                    <a:pt x="3150829" y="2085371"/>
                  </a:lnTo>
                  <a:lnTo>
                    <a:pt x="3150923" y="2085371"/>
                  </a:lnTo>
                  <a:lnTo>
                    <a:pt x="3151017" y="2085371"/>
                  </a:lnTo>
                  <a:lnTo>
                    <a:pt x="3151111" y="2085371"/>
                  </a:lnTo>
                  <a:lnTo>
                    <a:pt x="3151205" y="2085371"/>
                  </a:lnTo>
                  <a:lnTo>
                    <a:pt x="3151299" y="2085371"/>
                  </a:lnTo>
                  <a:lnTo>
                    <a:pt x="3151393" y="2085371"/>
                  </a:lnTo>
                  <a:lnTo>
                    <a:pt x="3151487" y="2085371"/>
                  </a:lnTo>
                  <a:lnTo>
                    <a:pt x="3151581" y="2085371"/>
                  </a:lnTo>
                  <a:lnTo>
                    <a:pt x="3151675" y="2085371"/>
                  </a:lnTo>
                  <a:lnTo>
                    <a:pt x="3151769" y="2085371"/>
                  </a:lnTo>
                  <a:lnTo>
                    <a:pt x="3151863" y="2085371"/>
                  </a:lnTo>
                  <a:lnTo>
                    <a:pt x="3151957" y="2085371"/>
                  </a:lnTo>
                  <a:lnTo>
                    <a:pt x="3152051" y="2085371"/>
                  </a:lnTo>
                  <a:lnTo>
                    <a:pt x="3152145" y="2085371"/>
                  </a:lnTo>
                  <a:lnTo>
                    <a:pt x="3152239" y="2085371"/>
                  </a:lnTo>
                  <a:lnTo>
                    <a:pt x="3152333" y="2085371"/>
                  </a:lnTo>
                  <a:lnTo>
                    <a:pt x="3152427" y="2085371"/>
                  </a:lnTo>
                  <a:lnTo>
                    <a:pt x="3152521" y="2085371"/>
                  </a:lnTo>
                  <a:lnTo>
                    <a:pt x="3152615" y="2085371"/>
                  </a:lnTo>
                  <a:lnTo>
                    <a:pt x="3152709" y="2085371"/>
                  </a:lnTo>
                  <a:lnTo>
                    <a:pt x="3152803" y="2085371"/>
                  </a:lnTo>
                  <a:lnTo>
                    <a:pt x="3152897" y="2085371"/>
                  </a:lnTo>
                  <a:lnTo>
                    <a:pt x="3152991" y="2085371"/>
                  </a:lnTo>
                  <a:lnTo>
                    <a:pt x="3153085" y="2085371"/>
                  </a:lnTo>
                  <a:lnTo>
                    <a:pt x="3153179" y="2085371"/>
                  </a:lnTo>
                  <a:lnTo>
                    <a:pt x="3153273" y="2085371"/>
                  </a:lnTo>
                  <a:lnTo>
                    <a:pt x="3153367" y="2085371"/>
                  </a:lnTo>
                  <a:lnTo>
                    <a:pt x="3153461" y="2085371"/>
                  </a:lnTo>
                  <a:lnTo>
                    <a:pt x="3153555" y="2085371"/>
                  </a:lnTo>
                  <a:lnTo>
                    <a:pt x="3153649" y="2085371"/>
                  </a:lnTo>
                  <a:lnTo>
                    <a:pt x="3153743" y="2085371"/>
                  </a:lnTo>
                  <a:lnTo>
                    <a:pt x="3153837" y="2085371"/>
                  </a:lnTo>
                  <a:lnTo>
                    <a:pt x="3153931" y="2085371"/>
                  </a:lnTo>
                  <a:lnTo>
                    <a:pt x="3154025" y="2085371"/>
                  </a:lnTo>
                  <a:lnTo>
                    <a:pt x="3154119" y="2085371"/>
                  </a:lnTo>
                  <a:lnTo>
                    <a:pt x="3154213" y="2085371"/>
                  </a:lnTo>
                  <a:lnTo>
                    <a:pt x="3154308" y="2085371"/>
                  </a:lnTo>
                  <a:lnTo>
                    <a:pt x="3154402" y="2085371"/>
                  </a:lnTo>
                  <a:lnTo>
                    <a:pt x="3154496" y="2085371"/>
                  </a:lnTo>
                  <a:lnTo>
                    <a:pt x="3154590" y="2085371"/>
                  </a:lnTo>
                  <a:lnTo>
                    <a:pt x="3154684" y="2085371"/>
                  </a:lnTo>
                  <a:lnTo>
                    <a:pt x="3154778" y="2085371"/>
                  </a:lnTo>
                  <a:lnTo>
                    <a:pt x="3154872" y="2085371"/>
                  </a:lnTo>
                  <a:lnTo>
                    <a:pt x="3154966" y="2085371"/>
                  </a:lnTo>
                  <a:lnTo>
                    <a:pt x="3155060" y="2085371"/>
                  </a:lnTo>
                  <a:lnTo>
                    <a:pt x="3155154" y="2085371"/>
                  </a:lnTo>
                  <a:lnTo>
                    <a:pt x="3155248" y="2085371"/>
                  </a:lnTo>
                  <a:lnTo>
                    <a:pt x="3155342" y="2085371"/>
                  </a:lnTo>
                  <a:lnTo>
                    <a:pt x="3155436" y="2085371"/>
                  </a:lnTo>
                  <a:lnTo>
                    <a:pt x="3155530" y="2085371"/>
                  </a:lnTo>
                  <a:lnTo>
                    <a:pt x="3155624" y="2085371"/>
                  </a:lnTo>
                  <a:lnTo>
                    <a:pt x="3155718" y="2085371"/>
                  </a:lnTo>
                  <a:lnTo>
                    <a:pt x="3155812" y="2085371"/>
                  </a:lnTo>
                  <a:lnTo>
                    <a:pt x="3155906" y="2085371"/>
                  </a:lnTo>
                  <a:lnTo>
                    <a:pt x="3156000" y="2085371"/>
                  </a:lnTo>
                  <a:lnTo>
                    <a:pt x="3156094" y="2085371"/>
                  </a:lnTo>
                  <a:lnTo>
                    <a:pt x="3156188" y="2085371"/>
                  </a:lnTo>
                  <a:lnTo>
                    <a:pt x="3156282" y="2085371"/>
                  </a:lnTo>
                  <a:lnTo>
                    <a:pt x="3156376" y="2085371"/>
                  </a:lnTo>
                  <a:lnTo>
                    <a:pt x="3156470" y="2085371"/>
                  </a:lnTo>
                  <a:lnTo>
                    <a:pt x="3156564" y="2085371"/>
                  </a:lnTo>
                  <a:lnTo>
                    <a:pt x="3156658" y="2085371"/>
                  </a:lnTo>
                  <a:lnTo>
                    <a:pt x="3156752" y="2085371"/>
                  </a:lnTo>
                  <a:lnTo>
                    <a:pt x="3156846" y="2085371"/>
                  </a:lnTo>
                  <a:lnTo>
                    <a:pt x="3156940" y="2085371"/>
                  </a:lnTo>
                  <a:lnTo>
                    <a:pt x="3157034" y="2085371"/>
                  </a:lnTo>
                  <a:lnTo>
                    <a:pt x="3157128" y="2085371"/>
                  </a:lnTo>
                  <a:lnTo>
                    <a:pt x="3157222" y="2085371"/>
                  </a:lnTo>
                  <a:lnTo>
                    <a:pt x="3157316" y="2085371"/>
                  </a:lnTo>
                  <a:lnTo>
                    <a:pt x="3157410" y="2085371"/>
                  </a:lnTo>
                  <a:lnTo>
                    <a:pt x="3157504" y="2085371"/>
                  </a:lnTo>
                  <a:lnTo>
                    <a:pt x="3157598" y="2085371"/>
                  </a:lnTo>
                  <a:lnTo>
                    <a:pt x="3157692" y="2085371"/>
                  </a:lnTo>
                  <a:lnTo>
                    <a:pt x="3157786" y="2085371"/>
                  </a:lnTo>
                  <a:lnTo>
                    <a:pt x="3157881" y="2085371"/>
                  </a:lnTo>
                  <a:lnTo>
                    <a:pt x="3157975" y="2085371"/>
                  </a:lnTo>
                  <a:lnTo>
                    <a:pt x="3158069" y="2085371"/>
                  </a:lnTo>
                  <a:lnTo>
                    <a:pt x="3158163" y="2085371"/>
                  </a:lnTo>
                  <a:lnTo>
                    <a:pt x="3158257" y="2085371"/>
                  </a:lnTo>
                  <a:lnTo>
                    <a:pt x="3158351" y="2085371"/>
                  </a:lnTo>
                  <a:lnTo>
                    <a:pt x="3158445" y="2085371"/>
                  </a:lnTo>
                  <a:lnTo>
                    <a:pt x="3158539" y="2085371"/>
                  </a:lnTo>
                  <a:lnTo>
                    <a:pt x="3158633" y="2085371"/>
                  </a:lnTo>
                  <a:lnTo>
                    <a:pt x="3158727" y="2085371"/>
                  </a:lnTo>
                  <a:lnTo>
                    <a:pt x="3158821" y="2085371"/>
                  </a:lnTo>
                  <a:lnTo>
                    <a:pt x="3158915" y="2085371"/>
                  </a:lnTo>
                  <a:lnTo>
                    <a:pt x="3159009" y="2085371"/>
                  </a:lnTo>
                  <a:lnTo>
                    <a:pt x="3159103" y="2085371"/>
                  </a:lnTo>
                  <a:lnTo>
                    <a:pt x="3159197" y="2085371"/>
                  </a:lnTo>
                  <a:lnTo>
                    <a:pt x="3159291" y="2085371"/>
                  </a:lnTo>
                  <a:lnTo>
                    <a:pt x="3159385" y="2085371"/>
                  </a:lnTo>
                  <a:lnTo>
                    <a:pt x="3159479" y="2085371"/>
                  </a:lnTo>
                  <a:lnTo>
                    <a:pt x="3159573" y="2085371"/>
                  </a:lnTo>
                  <a:lnTo>
                    <a:pt x="3159667" y="2085371"/>
                  </a:lnTo>
                  <a:lnTo>
                    <a:pt x="3159761" y="2085371"/>
                  </a:lnTo>
                  <a:lnTo>
                    <a:pt x="3159855" y="2085371"/>
                  </a:lnTo>
                  <a:lnTo>
                    <a:pt x="3159949" y="2085371"/>
                  </a:lnTo>
                  <a:lnTo>
                    <a:pt x="3160043" y="2085371"/>
                  </a:lnTo>
                  <a:lnTo>
                    <a:pt x="3160137" y="2085371"/>
                  </a:lnTo>
                  <a:lnTo>
                    <a:pt x="3160231" y="2085371"/>
                  </a:lnTo>
                  <a:lnTo>
                    <a:pt x="3160325" y="2085371"/>
                  </a:lnTo>
                  <a:lnTo>
                    <a:pt x="3160419" y="2085371"/>
                  </a:lnTo>
                  <a:lnTo>
                    <a:pt x="3160419" y="2080092"/>
                  </a:lnTo>
                  <a:lnTo>
                    <a:pt x="3160513" y="2080092"/>
                  </a:lnTo>
                  <a:lnTo>
                    <a:pt x="3160607" y="2080092"/>
                  </a:lnTo>
                  <a:lnTo>
                    <a:pt x="3160701" y="2080092"/>
                  </a:lnTo>
                  <a:lnTo>
                    <a:pt x="3160795" y="2080092"/>
                  </a:lnTo>
                  <a:lnTo>
                    <a:pt x="3160889" y="2080092"/>
                  </a:lnTo>
                  <a:lnTo>
                    <a:pt x="3160983" y="2080092"/>
                  </a:lnTo>
                  <a:lnTo>
                    <a:pt x="3161077" y="2080092"/>
                  </a:lnTo>
                  <a:lnTo>
                    <a:pt x="3161171" y="2080092"/>
                  </a:lnTo>
                  <a:lnTo>
                    <a:pt x="3161265" y="2080092"/>
                  </a:lnTo>
                  <a:lnTo>
                    <a:pt x="3161359" y="2080092"/>
                  </a:lnTo>
                  <a:lnTo>
                    <a:pt x="3161454" y="2080092"/>
                  </a:lnTo>
                  <a:lnTo>
                    <a:pt x="3161548" y="2080092"/>
                  </a:lnTo>
                  <a:lnTo>
                    <a:pt x="3161642" y="2080092"/>
                  </a:lnTo>
                  <a:lnTo>
                    <a:pt x="3161736" y="2080092"/>
                  </a:lnTo>
                  <a:lnTo>
                    <a:pt x="3161830" y="2080092"/>
                  </a:lnTo>
                  <a:lnTo>
                    <a:pt x="3161924" y="2080092"/>
                  </a:lnTo>
                  <a:lnTo>
                    <a:pt x="3162018" y="2080092"/>
                  </a:lnTo>
                  <a:lnTo>
                    <a:pt x="3162112" y="2080092"/>
                  </a:lnTo>
                  <a:lnTo>
                    <a:pt x="3162206" y="2080092"/>
                  </a:lnTo>
                  <a:lnTo>
                    <a:pt x="3162300" y="2080092"/>
                  </a:lnTo>
                  <a:lnTo>
                    <a:pt x="3162394" y="2080092"/>
                  </a:lnTo>
                  <a:lnTo>
                    <a:pt x="3162488" y="2080092"/>
                  </a:lnTo>
                  <a:lnTo>
                    <a:pt x="3162582" y="2080092"/>
                  </a:lnTo>
                  <a:lnTo>
                    <a:pt x="3162676" y="2080092"/>
                  </a:lnTo>
                  <a:lnTo>
                    <a:pt x="3162770" y="2080092"/>
                  </a:lnTo>
                  <a:lnTo>
                    <a:pt x="3162864" y="2080092"/>
                  </a:lnTo>
                  <a:lnTo>
                    <a:pt x="3162958" y="2080092"/>
                  </a:lnTo>
                  <a:lnTo>
                    <a:pt x="3163052" y="2080092"/>
                  </a:lnTo>
                  <a:lnTo>
                    <a:pt x="3163146" y="2080092"/>
                  </a:lnTo>
                  <a:lnTo>
                    <a:pt x="3163240" y="2080092"/>
                  </a:lnTo>
                  <a:lnTo>
                    <a:pt x="3163334" y="2080092"/>
                  </a:lnTo>
                  <a:lnTo>
                    <a:pt x="3163428" y="2080092"/>
                  </a:lnTo>
                  <a:lnTo>
                    <a:pt x="3163522" y="2080092"/>
                  </a:lnTo>
                  <a:lnTo>
                    <a:pt x="3163616" y="2080092"/>
                  </a:lnTo>
                  <a:lnTo>
                    <a:pt x="3163710" y="2080092"/>
                  </a:lnTo>
                  <a:lnTo>
                    <a:pt x="3163804" y="2080092"/>
                  </a:lnTo>
                  <a:lnTo>
                    <a:pt x="3163898" y="2080092"/>
                  </a:lnTo>
                  <a:lnTo>
                    <a:pt x="3163992" y="2080092"/>
                  </a:lnTo>
                  <a:lnTo>
                    <a:pt x="3164086" y="2080092"/>
                  </a:lnTo>
                  <a:lnTo>
                    <a:pt x="3164086" y="2074812"/>
                  </a:lnTo>
                  <a:lnTo>
                    <a:pt x="3164180" y="2074812"/>
                  </a:lnTo>
                  <a:lnTo>
                    <a:pt x="3164274" y="2074812"/>
                  </a:lnTo>
                  <a:lnTo>
                    <a:pt x="3164368" y="2074812"/>
                  </a:lnTo>
                  <a:lnTo>
                    <a:pt x="3164462" y="2074812"/>
                  </a:lnTo>
                  <a:lnTo>
                    <a:pt x="3164556" y="2074812"/>
                  </a:lnTo>
                  <a:lnTo>
                    <a:pt x="3164650" y="2074812"/>
                  </a:lnTo>
                  <a:lnTo>
                    <a:pt x="3164744" y="2074812"/>
                  </a:lnTo>
                  <a:lnTo>
                    <a:pt x="3164838" y="2074812"/>
                  </a:lnTo>
                  <a:lnTo>
                    <a:pt x="3164932" y="2074812"/>
                  </a:lnTo>
                  <a:lnTo>
                    <a:pt x="3165027" y="2074812"/>
                  </a:lnTo>
                  <a:lnTo>
                    <a:pt x="3165121" y="2074812"/>
                  </a:lnTo>
                  <a:lnTo>
                    <a:pt x="3165215" y="2074812"/>
                  </a:lnTo>
                  <a:lnTo>
                    <a:pt x="3165309" y="2074812"/>
                  </a:lnTo>
                  <a:lnTo>
                    <a:pt x="3165403" y="2074812"/>
                  </a:lnTo>
                  <a:lnTo>
                    <a:pt x="3165497" y="2074812"/>
                  </a:lnTo>
                  <a:lnTo>
                    <a:pt x="3165591" y="2074812"/>
                  </a:lnTo>
                  <a:lnTo>
                    <a:pt x="3165685" y="2074812"/>
                  </a:lnTo>
                  <a:lnTo>
                    <a:pt x="3165779" y="2074812"/>
                  </a:lnTo>
                  <a:lnTo>
                    <a:pt x="3165873" y="2074812"/>
                  </a:lnTo>
                  <a:lnTo>
                    <a:pt x="3165967" y="2074812"/>
                  </a:lnTo>
                  <a:lnTo>
                    <a:pt x="3166061" y="2074812"/>
                  </a:lnTo>
                  <a:lnTo>
                    <a:pt x="3166155" y="2074812"/>
                  </a:lnTo>
                  <a:lnTo>
                    <a:pt x="3166249" y="2074812"/>
                  </a:lnTo>
                  <a:lnTo>
                    <a:pt x="3166343" y="2074812"/>
                  </a:lnTo>
                  <a:lnTo>
                    <a:pt x="3166437" y="2074812"/>
                  </a:lnTo>
                  <a:lnTo>
                    <a:pt x="3166531" y="2074812"/>
                  </a:lnTo>
                  <a:lnTo>
                    <a:pt x="3166625" y="2074812"/>
                  </a:lnTo>
                  <a:lnTo>
                    <a:pt x="3166719" y="2074812"/>
                  </a:lnTo>
                  <a:lnTo>
                    <a:pt x="3166813" y="2074812"/>
                  </a:lnTo>
                  <a:lnTo>
                    <a:pt x="3166907" y="2074812"/>
                  </a:lnTo>
                  <a:lnTo>
                    <a:pt x="3167001" y="2074812"/>
                  </a:lnTo>
                  <a:lnTo>
                    <a:pt x="3167095" y="2074812"/>
                  </a:lnTo>
                  <a:lnTo>
                    <a:pt x="3167189" y="2074812"/>
                  </a:lnTo>
                  <a:lnTo>
                    <a:pt x="3167283" y="2074812"/>
                  </a:lnTo>
                  <a:lnTo>
                    <a:pt x="3167377" y="2074812"/>
                  </a:lnTo>
                  <a:lnTo>
                    <a:pt x="3167471" y="2074812"/>
                  </a:lnTo>
                  <a:lnTo>
                    <a:pt x="3167565" y="2074812"/>
                  </a:lnTo>
                  <a:lnTo>
                    <a:pt x="3167659" y="2074812"/>
                  </a:lnTo>
                  <a:lnTo>
                    <a:pt x="3167753" y="2074812"/>
                  </a:lnTo>
                  <a:lnTo>
                    <a:pt x="3167847" y="2074812"/>
                  </a:lnTo>
                  <a:lnTo>
                    <a:pt x="3167941" y="2074812"/>
                  </a:lnTo>
                  <a:lnTo>
                    <a:pt x="3168035" y="2074812"/>
                  </a:lnTo>
                  <a:lnTo>
                    <a:pt x="3168129" y="2074812"/>
                  </a:lnTo>
                  <a:lnTo>
                    <a:pt x="3168223" y="2074812"/>
                  </a:lnTo>
                  <a:lnTo>
                    <a:pt x="3168317" y="2074812"/>
                  </a:lnTo>
                  <a:lnTo>
                    <a:pt x="3168411" y="2074812"/>
                  </a:lnTo>
                  <a:lnTo>
                    <a:pt x="3168506" y="2074812"/>
                  </a:lnTo>
                  <a:lnTo>
                    <a:pt x="3168600" y="2074812"/>
                  </a:lnTo>
                  <a:lnTo>
                    <a:pt x="3168694" y="2074812"/>
                  </a:lnTo>
                  <a:lnTo>
                    <a:pt x="3168788" y="2074812"/>
                  </a:lnTo>
                  <a:lnTo>
                    <a:pt x="3168882" y="2074812"/>
                  </a:lnTo>
                  <a:lnTo>
                    <a:pt x="3168976" y="2074812"/>
                  </a:lnTo>
                  <a:lnTo>
                    <a:pt x="3169070" y="2074812"/>
                  </a:lnTo>
                  <a:lnTo>
                    <a:pt x="3169164" y="2074812"/>
                  </a:lnTo>
                  <a:lnTo>
                    <a:pt x="3169258" y="2074812"/>
                  </a:lnTo>
                  <a:lnTo>
                    <a:pt x="3169352" y="2074812"/>
                  </a:lnTo>
                  <a:lnTo>
                    <a:pt x="3169446" y="2074812"/>
                  </a:lnTo>
                  <a:lnTo>
                    <a:pt x="3169540" y="2074812"/>
                  </a:lnTo>
                  <a:lnTo>
                    <a:pt x="3169634" y="2074812"/>
                  </a:lnTo>
                  <a:lnTo>
                    <a:pt x="3169728" y="2074812"/>
                  </a:lnTo>
                  <a:lnTo>
                    <a:pt x="3169822" y="2074812"/>
                  </a:lnTo>
                  <a:lnTo>
                    <a:pt x="3169916" y="2074812"/>
                  </a:lnTo>
                  <a:lnTo>
                    <a:pt x="3170010" y="2074812"/>
                  </a:lnTo>
                  <a:lnTo>
                    <a:pt x="3170104" y="2074812"/>
                  </a:lnTo>
                  <a:lnTo>
                    <a:pt x="3170198" y="2074812"/>
                  </a:lnTo>
                  <a:lnTo>
                    <a:pt x="3170292" y="2074812"/>
                  </a:lnTo>
                  <a:lnTo>
                    <a:pt x="3170386" y="2074812"/>
                  </a:lnTo>
                  <a:lnTo>
                    <a:pt x="3170480" y="2074812"/>
                  </a:lnTo>
                  <a:lnTo>
                    <a:pt x="3170574" y="2074812"/>
                  </a:lnTo>
                  <a:lnTo>
                    <a:pt x="3170668" y="2074812"/>
                  </a:lnTo>
                  <a:lnTo>
                    <a:pt x="3170762" y="2074812"/>
                  </a:lnTo>
                  <a:lnTo>
                    <a:pt x="3170856" y="2074812"/>
                  </a:lnTo>
                  <a:lnTo>
                    <a:pt x="3170950" y="2074812"/>
                  </a:lnTo>
                  <a:lnTo>
                    <a:pt x="3171044" y="2074812"/>
                  </a:lnTo>
                  <a:lnTo>
                    <a:pt x="3171138" y="2074812"/>
                  </a:lnTo>
                  <a:lnTo>
                    <a:pt x="3171232" y="2074812"/>
                  </a:lnTo>
                  <a:lnTo>
                    <a:pt x="3171326" y="2074812"/>
                  </a:lnTo>
                  <a:lnTo>
                    <a:pt x="3171420" y="2074812"/>
                  </a:lnTo>
                  <a:lnTo>
                    <a:pt x="3171514" y="2074812"/>
                  </a:lnTo>
                  <a:lnTo>
                    <a:pt x="3171608" y="2074812"/>
                  </a:lnTo>
                  <a:lnTo>
                    <a:pt x="3171702" y="2074812"/>
                  </a:lnTo>
                  <a:lnTo>
                    <a:pt x="3171796" y="2074812"/>
                  </a:lnTo>
                  <a:lnTo>
                    <a:pt x="3171890" y="2074812"/>
                  </a:lnTo>
                  <a:lnTo>
                    <a:pt x="3171984" y="2074812"/>
                  </a:lnTo>
                  <a:lnTo>
                    <a:pt x="3172079" y="2074812"/>
                  </a:lnTo>
                  <a:lnTo>
                    <a:pt x="3172173" y="2074812"/>
                  </a:lnTo>
                  <a:lnTo>
                    <a:pt x="3172267" y="2074812"/>
                  </a:lnTo>
                  <a:lnTo>
                    <a:pt x="3172361" y="2074812"/>
                  </a:lnTo>
                  <a:lnTo>
                    <a:pt x="3172455" y="2074812"/>
                  </a:lnTo>
                  <a:lnTo>
                    <a:pt x="3172549" y="2074812"/>
                  </a:lnTo>
                  <a:lnTo>
                    <a:pt x="3172643" y="2074812"/>
                  </a:lnTo>
                  <a:lnTo>
                    <a:pt x="3172737" y="2074812"/>
                  </a:lnTo>
                  <a:lnTo>
                    <a:pt x="3172831" y="2074812"/>
                  </a:lnTo>
                  <a:lnTo>
                    <a:pt x="3172925" y="2074812"/>
                  </a:lnTo>
                  <a:lnTo>
                    <a:pt x="3173019" y="2074812"/>
                  </a:lnTo>
                  <a:lnTo>
                    <a:pt x="3173113" y="2074812"/>
                  </a:lnTo>
                  <a:lnTo>
                    <a:pt x="3173207" y="2074812"/>
                  </a:lnTo>
                  <a:lnTo>
                    <a:pt x="3173301" y="2074812"/>
                  </a:lnTo>
                  <a:lnTo>
                    <a:pt x="3173395" y="2074812"/>
                  </a:lnTo>
                  <a:lnTo>
                    <a:pt x="3173489" y="2074812"/>
                  </a:lnTo>
                  <a:lnTo>
                    <a:pt x="3173583" y="2074812"/>
                  </a:lnTo>
                  <a:lnTo>
                    <a:pt x="3173677" y="2074812"/>
                  </a:lnTo>
                  <a:lnTo>
                    <a:pt x="3173771" y="2074812"/>
                  </a:lnTo>
                  <a:lnTo>
                    <a:pt x="3173865" y="2074812"/>
                  </a:lnTo>
                  <a:lnTo>
                    <a:pt x="3173959" y="2074812"/>
                  </a:lnTo>
                  <a:lnTo>
                    <a:pt x="3174053" y="2074812"/>
                  </a:lnTo>
                  <a:lnTo>
                    <a:pt x="3174147" y="2074812"/>
                  </a:lnTo>
                  <a:lnTo>
                    <a:pt x="3174241" y="2074812"/>
                  </a:lnTo>
                  <a:lnTo>
                    <a:pt x="3174335" y="2074812"/>
                  </a:lnTo>
                  <a:lnTo>
                    <a:pt x="3174429" y="2074812"/>
                  </a:lnTo>
                  <a:lnTo>
                    <a:pt x="3174523" y="2074812"/>
                  </a:lnTo>
                  <a:lnTo>
                    <a:pt x="3174617" y="2074812"/>
                  </a:lnTo>
                  <a:lnTo>
                    <a:pt x="3174711" y="2074812"/>
                  </a:lnTo>
                  <a:lnTo>
                    <a:pt x="3174805" y="2074812"/>
                  </a:lnTo>
                  <a:lnTo>
                    <a:pt x="3174899" y="2074812"/>
                  </a:lnTo>
                  <a:lnTo>
                    <a:pt x="3174993" y="2074812"/>
                  </a:lnTo>
                  <a:lnTo>
                    <a:pt x="3175087" y="2074812"/>
                  </a:lnTo>
                  <a:lnTo>
                    <a:pt x="3175181" y="2074812"/>
                  </a:lnTo>
                  <a:lnTo>
                    <a:pt x="3175275" y="2074812"/>
                  </a:lnTo>
                  <a:lnTo>
                    <a:pt x="3175369" y="2074812"/>
                  </a:lnTo>
                  <a:lnTo>
                    <a:pt x="3175463" y="2074812"/>
                  </a:lnTo>
                  <a:lnTo>
                    <a:pt x="3175557" y="2074812"/>
                  </a:lnTo>
                  <a:lnTo>
                    <a:pt x="3175652" y="2074812"/>
                  </a:lnTo>
                  <a:lnTo>
                    <a:pt x="3175746" y="2074812"/>
                  </a:lnTo>
                  <a:lnTo>
                    <a:pt x="3175840" y="2074812"/>
                  </a:lnTo>
                  <a:lnTo>
                    <a:pt x="3175934" y="2074812"/>
                  </a:lnTo>
                  <a:lnTo>
                    <a:pt x="3176028" y="2074812"/>
                  </a:lnTo>
                  <a:lnTo>
                    <a:pt x="3176122" y="2074812"/>
                  </a:lnTo>
                  <a:lnTo>
                    <a:pt x="3176216" y="2074812"/>
                  </a:lnTo>
                  <a:lnTo>
                    <a:pt x="3176310" y="2074812"/>
                  </a:lnTo>
                  <a:lnTo>
                    <a:pt x="3176404" y="2074812"/>
                  </a:lnTo>
                  <a:lnTo>
                    <a:pt x="3176498" y="2074812"/>
                  </a:lnTo>
                  <a:lnTo>
                    <a:pt x="3176592" y="2074812"/>
                  </a:lnTo>
                  <a:lnTo>
                    <a:pt x="3176686" y="2074812"/>
                  </a:lnTo>
                  <a:lnTo>
                    <a:pt x="3176780" y="2074812"/>
                  </a:lnTo>
                  <a:lnTo>
                    <a:pt x="3176874" y="2074812"/>
                  </a:lnTo>
                  <a:lnTo>
                    <a:pt x="3176968" y="2074812"/>
                  </a:lnTo>
                  <a:lnTo>
                    <a:pt x="3177062" y="2074812"/>
                  </a:lnTo>
                  <a:lnTo>
                    <a:pt x="3177156" y="2074812"/>
                  </a:lnTo>
                  <a:lnTo>
                    <a:pt x="3177250" y="2074812"/>
                  </a:lnTo>
                  <a:lnTo>
                    <a:pt x="3177344" y="2074812"/>
                  </a:lnTo>
                  <a:lnTo>
                    <a:pt x="3177438" y="2074812"/>
                  </a:lnTo>
                  <a:lnTo>
                    <a:pt x="3177532" y="2074812"/>
                  </a:lnTo>
                  <a:lnTo>
                    <a:pt x="3177626" y="2074812"/>
                  </a:lnTo>
                  <a:lnTo>
                    <a:pt x="3177720" y="2074812"/>
                  </a:lnTo>
                  <a:lnTo>
                    <a:pt x="3177814" y="2074812"/>
                  </a:lnTo>
                  <a:lnTo>
                    <a:pt x="3177908" y="2074812"/>
                  </a:lnTo>
                  <a:lnTo>
                    <a:pt x="3178002" y="2074812"/>
                  </a:lnTo>
                  <a:lnTo>
                    <a:pt x="3178002" y="2069533"/>
                  </a:lnTo>
                  <a:lnTo>
                    <a:pt x="3178096" y="2069533"/>
                  </a:lnTo>
                  <a:lnTo>
                    <a:pt x="3178190" y="2069533"/>
                  </a:lnTo>
                  <a:lnTo>
                    <a:pt x="3178284" y="2069533"/>
                  </a:lnTo>
                  <a:lnTo>
                    <a:pt x="3178378" y="2069533"/>
                  </a:lnTo>
                  <a:lnTo>
                    <a:pt x="3178472" y="2069533"/>
                  </a:lnTo>
                  <a:lnTo>
                    <a:pt x="3178566" y="2069533"/>
                  </a:lnTo>
                  <a:lnTo>
                    <a:pt x="3178660" y="2069533"/>
                  </a:lnTo>
                  <a:lnTo>
                    <a:pt x="3178754" y="2069533"/>
                  </a:lnTo>
                  <a:lnTo>
                    <a:pt x="3178848" y="2069533"/>
                  </a:lnTo>
                  <a:lnTo>
                    <a:pt x="3178942" y="2069533"/>
                  </a:lnTo>
                  <a:lnTo>
                    <a:pt x="3179036" y="2069533"/>
                  </a:lnTo>
                  <a:lnTo>
                    <a:pt x="3179131" y="2069533"/>
                  </a:lnTo>
                  <a:lnTo>
                    <a:pt x="3179225" y="2069533"/>
                  </a:lnTo>
                  <a:lnTo>
                    <a:pt x="3179319" y="2069533"/>
                  </a:lnTo>
                  <a:lnTo>
                    <a:pt x="3179413" y="2069533"/>
                  </a:lnTo>
                  <a:lnTo>
                    <a:pt x="3179507" y="2069533"/>
                  </a:lnTo>
                  <a:lnTo>
                    <a:pt x="3179601" y="2069533"/>
                  </a:lnTo>
                  <a:lnTo>
                    <a:pt x="3179695" y="2069533"/>
                  </a:lnTo>
                  <a:lnTo>
                    <a:pt x="3179789" y="2069533"/>
                  </a:lnTo>
                  <a:lnTo>
                    <a:pt x="3179883" y="2069533"/>
                  </a:lnTo>
                  <a:lnTo>
                    <a:pt x="3179977" y="2069533"/>
                  </a:lnTo>
                  <a:lnTo>
                    <a:pt x="3180071" y="2069533"/>
                  </a:lnTo>
                  <a:lnTo>
                    <a:pt x="3180165" y="2069533"/>
                  </a:lnTo>
                  <a:lnTo>
                    <a:pt x="3180259" y="2069533"/>
                  </a:lnTo>
                  <a:lnTo>
                    <a:pt x="3180353" y="2069533"/>
                  </a:lnTo>
                  <a:lnTo>
                    <a:pt x="3180447" y="2069533"/>
                  </a:lnTo>
                  <a:lnTo>
                    <a:pt x="3180541" y="2069533"/>
                  </a:lnTo>
                  <a:lnTo>
                    <a:pt x="3180635" y="2069533"/>
                  </a:lnTo>
                  <a:lnTo>
                    <a:pt x="3180729" y="2069533"/>
                  </a:lnTo>
                  <a:lnTo>
                    <a:pt x="3180823" y="2069533"/>
                  </a:lnTo>
                  <a:lnTo>
                    <a:pt x="3180917" y="2069533"/>
                  </a:lnTo>
                  <a:lnTo>
                    <a:pt x="3181011" y="2069533"/>
                  </a:lnTo>
                  <a:lnTo>
                    <a:pt x="3181105" y="2069533"/>
                  </a:lnTo>
                  <a:lnTo>
                    <a:pt x="3181199" y="2069533"/>
                  </a:lnTo>
                  <a:lnTo>
                    <a:pt x="3181293" y="2069533"/>
                  </a:lnTo>
                  <a:lnTo>
                    <a:pt x="3181387" y="2069533"/>
                  </a:lnTo>
                  <a:lnTo>
                    <a:pt x="3181481" y="2069533"/>
                  </a:lnTo>
                  <a:lnTo>
                    <a:pt x="3181575" y="2069533"/>
                  </a:lnTo>
                  <a:lnTo>
                    <a:pt x="3181669" y="2069533"/>
                  </a:lnTo>
                  <a:lnTo>
                    <a:pt x="3181763" y="2069533"/>
                  </a:lnTo>
                  <a:lnTo>
                    <a:pt x="3181857" y="2069533"/>
                  </a:lnTo>
                  <a:lnTo>
                    <a:pt x="3181951" y="2069533"/>
                  </a:lnTo>
                  <a:lnTo>
                    <a:pt x="3182045" y="2069533"/>
                  </a:lnTo>
                  <a:lnTo>
                    <a:pt x="3182139" y="2069533"/>
                  </a:lnTo>
                  <a:lnTo>
                    <a:pt x="3182233" y="2069533"/>
                  </a:lnTo>
                  <a:lnTo>
                    <a:pt x="3182327" y="2069533"/>
                  </a:lnTo>
                  <a:lnTo>
                    <a:pt x="3182421" y="2069533"/>
                  </a:lnTo>
                  <a:lnTo>
                    <a:pt x="3182515" y="2069533"/>
                  </a:lnTo>
                  <a:lnTo>
                    <a:pt x="3182609" y="2069533"/>
                  </a:lnTo>
                  <a:lnTo>
                    <a:pt x="3182704" y="2069533"/>
                  </a:lnTo>
                  <a:lnTo>
                    <a:pt x="3182798" y="2069533"/>
                  </a:lnTo>
                  <a:lnTo>
                    <a:pt x="3182892" y="2069533"/>
                  </a:lnTo>
                  <a:lnTo>
                    <a:pt x="3182986" y="2069533"/>
                  </a:lnTo>
                  <a:lnTo>
                    <a:pt x="3183080" y="2069533"/>
                  </a:lnTo>
                  <a:lnTo>
                    <a:pt x="3183174" y="2069533"/>
                  </a:lnTo>
                  <a:lnTo>
                    <a:pt x="3183268" y="2069533"/>
                  </a:lnTo>
                  <a:lnTo>
                    <a:pt x="3183362" y="2069533"/>
                  </a:lnTo>
                  <a:lnTo>
                    <a:pt x="3183456" y="2069533"/>
                  </a:lnTo>
                  <a:lnTo>
                    <a:pt x="3183550" y="2069533"/>
                  </a:lnTo>
                  <a:lnTo>
                    <a:pt x="3183644" y="2069533"/>
                  </a:lnTo>
                  <a:lnTo>
                    <a:pt x="3183738" y="2069533"/>
                  </a:lnTo>
                  <a:lnTo>
                    <a:pt x="3183832" y="2069533"/>
                  </a:lnTo>
                  <a:lnTo>
                    <a:pt x="3183926" y="2069533"/>
                  </a:lnTo>
                  <a:lnTo>
                    <a:pt x="3184020" y="2069533"/>
                  </a:lnTo>
                  <a:lnTo>
                    <a:pt x="3184114" y="2069533"/>
                  </a:lnTo>
                  <a:lnTo>
                    <a:pt x="3184208" y="2069533"/>
                  </a:lnTo>
                  <a:lnTo>
                    <a:pt x="3184302" y="2069533"/>
                  </a:lnTo>
                  <a:lnTo>
                    <a:pt x="3184396" y="2069533"/>
                  </a:lnTo>
                  <a:lnTo>
                    <a:pt x="3184490" y="2069533"/>
                  </a:lnTo>
                  <a:lnTo>
                    <a:pt x="3184584" y="2069533"/>
                  </a:lnTo>
                  <a:lnTo>
                    <a:pt x="3184678" y="2069533"/>
                  </a:lnTo>
                  <a:lnTo>
                    <a:pt x="3184772" y="2069533"/>
                  </a:lnTo>
                  <a:lnTo>
                    <a:pt x="3184866" y="2069533"/>
                  </a:lnTo>
                  <a:lnTo>
                    <a:pt x="3184960" y="2069533"/>
                  </a:lnTo>
                  <a:lnTo>
                    <a:pt x="3185054" y="2069533"/>
                  </a:lnTo>
                  <a:lnTo>
                    <a:pt x="3185148" y="2069533"/>
                  </a:lnTo>
                  <a:lnTo>
                    <a:pt x="3185242" y="2069533"/>
                  </a:lnTo>
                  <a:lnTo>
                    <a:pt x="3185336" y="2069533"/>
                  </a:lnTo>
                  <a:lnTo>
                    <a:pt x="3185430" y="2069533"/>
                  </a:lnTo>
                  <a:lnTo>
                    <a:pt x="3185524" y="2069533"/>
                  </a:lnTo>
                  <a:lnTo>
                    <a:pt x="3185618" y="2069533"/>
                  </a:lnTo>
                  <a:lnTo>
                    <a:pt x="3185712" y="2069533"/>
                  </a:lnTo>
                  <a:lnTo>
                    <a:pt x="3185806" y="2069533"/>
                  </a:lnTo>
                  <a:lnTo>
                    <a:pt x="3185900" y="2069533"/>
                  </a:lnTo>
                  <a:lnTo>
                    <a:pt x="3185994" y="2069533"/>
                  </a:lnTo>
                  <a:lnTo>
                    <a:pt x="3186088" y="2069533"/>
                  </a:lnTo>
                  <a:lnTo>
                    <a:pt x="3186182" y="2069533"/>
                  </a:lnTo>
                  <a:lnTo>
                    <a:pt x="3186277" y="2069533"/>
                  </a:lnTo>
                  <a:lnTo>
                    <a:pt x="3186371" y="2069533"/>
                  </a:lnTo>
                  <a:lnTo>
                    <a:pt x="3186465" y="2069533"/>
                  </a:lnTo>
                  <a:lnTo>
                    <a:pt x="3186559" y="2069533"/>
                  </a:lnTo>
                  <a:lnTo>
                    <a:pt x="3186653" y="2069533"/>
                  </a:lnTo>
                  <a:lnTo>
                    <a:pt x="3186747" y="2069533"/>
                  </a:lnTo>
                  <a:lnTo>
                    <a:pt x="3186841" y="2069533"/>
                  </a:lnTo>
                  <a:lnTo>
                    <a:pt x="3186935" y="2069533"/>
                  </a:lnTo>
                  <a:lnTo>
                    <a:pt x="3187029" y="2069533"/>
                  </a:lnTo>
                  <a:lnTo>
                    <a:pt x="3187123" y="2069533"/>
                  </a:lnTo>
                  <a:lnTo>
                    <a:pt x="3187217" y="2069533"/>
                  </a:lnTo>
                  <a:lnTo>
                    <a:pt x="3187311" y="2069533"/>
                  </a:lnTo>
                  <a:lnTo>
                    <a:pt x="3187405" y="2069533"/>
                  </a:lnTo>
                  <a:lnTo>
                    <a:pt x="3187499" y="2069533"/>
                  </a:lnTo>
                  <a:lnTo>
                    <a:pt x="3187593" y="2069533"/>
                  </a:lnTo>
                  <a:lnTo>
                    <a:pt x="3187687" y="2069533"/>
                  </a:lnTo>
                  <a:lnTo>
                    <a:pt x="3187781" y="2069533"/>
                  </a:lnTo>
                  <a:lnTo>
                    <a:pt x="3187875" y="2069533"/>
                  </a:lnTo>
                  <a:lnTo>
                    <a:pt x="3187969" y="2069533"/>
                  </a:lnTo>
                  <a:lnTo>
                    <a:pt x="3188063" y="2069533"/>
                  </a:lnTo>
                  <a:lnTo>
                    <a:pt x="3188157" y="2069533"/>
                  </a:lnTo>
                  <a:lnTo>
                    <a:pt x="3188251" y="2069533"/>
                  </a:lnTo>
                  <a:lnTo>
                    <a:pt x="3188345" y="2069533"/>
                  </a:lnTo>
                  <a:lnTo>
                    <a:pt x="3188439" y="2069533"/>
                  </a:lnTo>
                  <a:lnTo>
                    <a:pt x="3188533" y="2069533"/>
                  </a:lnTo>
                  <a:lnTo>
                    <a:pt x="3188627" y="2069533"/>
                  </a:lnTo>
                  <a:lnTo>
                    <a:pt x="3188721" y="2069533"/>
                  </a:lnTo>
                  <a:lnTo>
                    <a:pt x="3188815" y="2069533"/>
                  </a:lnTo>
                  <a:lnTo>
                    <a:pt x="3188909" y="2069533"/>
                  </a:lnTo>
                  <a:lnTo>
                    <a:pt x="3189003" y="2069533"/>
                  </a:lnTo>
                  <a:lnTo>
                    <a:pt x="3189097" y="2069533"/>
                  </a:lnTo>
                  <a:lnTo>
                    <a:pt x="3189191" y="2069533"/>
                  </a:lnTo>
                  <a:lnTo>
                    <a:pt x="3189285" y="2069533"/>
                  </a:lnTo>
                  <a:lnTo>
                    <a:pt x="3189379" y="2069533"/>
                  </a:lnTo>
                  <a:lnTo>
                    <a:pt x="3189473" y="2069533"/>
                  </a:lnTo>
                  <a:lnTo>
                    <a:pt x="3189567" y="2069533"/>
                  </a:lnTo>
                  <a:lnTo>
                    <a:pt x="3189661" y="2069533"/>
                  </a:lnTo>
                  <a:lnTo>
                    <a:pt x="3189756" y="2069533"/>
                  </a:lnTo>
                  <a:lnTo>
                    <a:pt x="3189850" y="2069533"/>
                  </a:lnTo>
                  <a:lnTo>
                    <a:pt x="3189944" y="2069533"/>
                  </a:lnTo>
                  <a:lnTo>
                    <a:pt x="3190038" y="2069533"/>
                  </a:lnTo>
                  <a:lnTo>
                    <a:pt x="3190132" y="2069533"/>
                  </a:lnTo>
                  <a:lnTo>
                    <a:pt x="3190226" y="2069533"/>
                  </a:lnTo>
                  <a:lnTo>
                    <a:pt x="3190320" y="2069533"/>
                  </a:lnTo>
                  <a:lnTo>
                    <a:pt x="3190414" y="2069533"/>
                  </a:lnTo>
                  <a:lnTo>
                    <a:pt x="3190508" y="2069533"/>
                  </a:lnTo>
                  <a:lnTo>
                    <a:pt x="3190602" y="2069533"/>
                  </a:lnTo>
                  <a:lnTo>
                    <a:pt x="3190696" y="2069533"/>
                  </a:lnTo>
                  <a:lnTo>
                    <a:pt x="3190790" y="2069533"/>
                  </a:lnTo>
                  <a:lnTo>
                    <a:pt x="3190884" y="2069533"/>
                  </a:lnTo>
                  <a:lnTo>
                    <a:pt x="3190978" y="2069533"/>
                  </a:lnTo>
                  <a:lnTo>
                    <a:pt x="3191072" y="2069533"/>
                  </a:lnTo>
                  <a:lnTo>
                    <a:pt x="3191166" y="2069533"/>
                  </a:lnTo>
                  <a:lnTo>
                    <a:pt x="3191260" y="2069533"/>
                  </a:lnTo>
                  <a:lnTo>
                    <a:pt x="3191354" y="2069533"/>
                  </a:lnTo>
                  <a:lnTo>
                    <a:pt x="3191448" y="2069533"/>
                  </a:lnTo>
                  <a:lnTo>
                    <a:pt x="3191542" y="2069533"/>
                  </a:lnTo>
                  <a:lnTo>
                    <a:pt x="3191636" y="2069533"/>
                  </a:lnTo>
                  <a:lnTo>
                    <a:pt x="3191730" y="2069533"/>
                  </a:lnTo>
                  <a:lnTo>
                    <a:pt x="3191824" y="2069533"/>
                  </a:lnTo>
                  <a:lnTo>
                    <a:pt x="3191918" y="2069533"/>
                  </a:lnTo>
                  <a:lnTo>
                    <a:pt x="3192012" y="2069533"/>
                  </a:lnTo>
                  <a:lnTo>
                    <a:pt x="3192106" y="2069533"/>
                  </a:lnTo>
                  <a:lnTo>
                    <a:pt x="3192106" y="2064253"/>
                  </a:lnTo>
                  <a:lnTo>
                    <a:pt x="3192200" y="2064253"/>
                  </a:lnTo>
                  <a:lnTo>
                    <a:pt x="3192294" y="2064253"/>
                  </a:lnTo>
                  <a:lnTo>
                    <a:pt x="3192388" y="2064253"/>
                  </a:lnTo>
                  <a:lnTo>
                    <a:pt x="3192482" y="2064253"/>
                  </a:lnTo>
                  <a:lnTo>
                    <a:pt x="3192576" y="2064253"/>
                  </a:lnTo>
                  <a:lnTo>
                    <a:pt x="3192670" y="2064253"/>
                  </a:lnTo>
                  <a:lnTo>
                    <a:pt x="3192764" y="2064253"/>
                  </a:lnTo>
                  <a:lnTo>
                    <a:pt x="3192858" y="2064253"/>
                  </a:lnTo>
                  <a:lnTo>
                    <a:pt x="3192952" y="2064253"/>
                  </a:lnTo>
                  <a:lnTo>
                    <a:pt x="3193046" y="2064253"/>
                  </a:lnTo>
                  <a:lnTo>
                    <a:pt x="3193140" y="2064253"/>
                  </a:lnTo>
                  <a:lnTo>
                    <a:pt x="3193234" y="2064253"/>
                  </a:lnTo>
                  <a:lnTo>
                    <a:pt x="3193329" y="2064253"/>
                  </a:lnTo>
                  <a:lnTo>
                    <a:pt x="3193423" y="2064253"/>
                  </a:lnTo>
                  <a:lnTo>
                    <a:pt x="3193517" y="2064253"/>
                  </a:lnTo>
                  <a:lnTo>
                    <a:pt x="3193611" y="2064253"/>
                  </a:lnTo>
                  <a:lnTo>
                    <a:pt x="3193705" y="2064253"/>
                  </a:lnTo>
                  <a:lnTo>
                    <a:pt x="3193799" y="2064253"/>
                  </a:lnTo>
                  <a:lnTo>
                    <a:pt x="3193893" y="2064253"/>
                  </a:lnTo>
                  <a:lnTo>
                    <a:pt x="3193987" y="2064253"/>
                  </a:lnTo>
                  <a:lnTo>
                    <a:pt x="3194081" y="2064253"/>
                  </a:lnTo>
                  <a:lnTo>
                    <a:pt x="3194175" y="2064253"/>
                  </a:lnTo>
                  <a:lnTo>
                    <a:pt x="3194269" y="2064253"/>
                  </a:lnTo>
                  <a:lnTo>
                    <a:pt x="3194363" y="2064253"/>
                  </a:lnTo>
                  <a:lnTo>
                    <a:pt x="3194457" y="2064253"/>
                  </a:lnTo>
                  <a:lnTo>
                    <a:pt x="3194551" y="2064253"/>
                  </a:lnTo>
                  <a:lnTo>
                    <a:pt x="3194645" y="2064253"/>
                  </a:lnTo>
                  <a:lnTo>
                    <a:pt x="3194739" y="2064253"/>
                  </a:lnTo>
                  <a:lnTo>
                    <a:pt x="3194833" y="2064253"/>
                  </a:lnTo>
                  <a:lnTo>
                    <a:pt x="3194927" y="2064253"/>
                  </a:lnTo>
                  <a:lnTo>
                    <a:pt x="3195021" y="2064253"/>
                  </a:lnTo>
                  <a:lnTo>
                    <a:pt x="3195115" y="2064253"/>
                  </a:lnTo>
                  <a:lnTo>
                    <a:pt x="3195209" y="2064253"/>
                  </a:lnTo>
                  <a:lnTo>
                    <a:pt x="3195303" y="2064253"/>
                  </a:lnTo>
                  <a:lnTo>
                    <a:pt x="3195397" y="2064253"/>
                  </a:lnTo>
                  <a:lnTo>
                    <a:pt x="3195491" y="2064253"/>
                  </a:lnTo>
                  <a:lnTo>
                    <a:pt x="3195585" y="2064253"/>
                  </a:lnTo>
                  <a:lnTo>
                    <a:pt x="3195679" y="2064253"/>
                  </a:lnTo>
                  <a:lnTo>
                    <a:pt x="3195773" y="2064253"/>
                  </a:lnTo>
                  <a:lnTo>
                    <a:pt x="3195867" y="2064253"/>
                  </a:lnTo>
                  <a:lnTo>
                    <a:pt x="3195961" y="2064253"/>
                  </a:lnTo>
                  <a:lnTo>
                    <a:pt x="3196055" y="2064253"/>
                  </a:lnTo>
                  <a:lnTo>
                    <a:pt x="3196149" y="2064253"/>
                  </a:lnTo>
                  <a:lnTo>
                    <a:pt x="3196243" y="2064253"/>
                  </a:lnTo>
                  <a:lnTo>
                    <a:pt x="3196337" y="2064253"/>
                  </a:lnTo>
                  <a:lnTo>
                    <a:pt x="3196431" y="2064253"/>
                  </a:lnTo>
                  <a:lnTo>
                    <a:pt x="3196525" y="2064253"/>
                  </a:lnTo>
                  <a:lnTo>
                    <a:pt x="3196619" y="2064253"/>
                  </a:lnTo>
                  <a:lnTo>
                    <a:pt x="3196713" y="2064253"/>
                  </a:lnTo>
                  <a:lnTo>
                    <a:pt x="3196807" y="2064253"/>
                  </a:lnTo>
                  <a:lnTo>
                    <a:pt x="3196902" y="2064253"/>
                  </a:lnTo>
                  <a:lnTo>
                    <a:pt x="3196996" y="2064253"/>
                  </a:lnTo>
                  <a:lnTo>
                    <a:pt x="3197090" y="2064253"/>
                  </a:lnTo>
                  <a:lnTo>
                    <a:pt x="3197184" y="2064253"/>
                  </a:lnTo>
                  <a:lnTo>
                    <a:pt x="3197278" y="2064253"/>
                  </a:lnTo>
                  <a:lnTo>
                    <a:pt x="3197372" y="2064253"/>
                  </a:lnTo>
                  <a:lnTo>
                    <a:pt x="3197466" y="2064253"/>
                  </a:lnTo>
                  <a:lnTo>
                    <a:pt x="3197560" y="2064253"/>
                  </a:lnTo>
                  <a:lnTo>
                    <a:pt x="3197654" y="2064253"/>
                  </a:lnTo>
                  <a:lnTo>
                    <a:pt x="3197748" y="2064253"/>
                  </a:lnTo>
                  <a:lnTo>
                    <a:pt x="3197842" y="2064253"/>
                  </a:lnTo>
                  <a:lnTo>
                    <a:pt x="3197936" y="2064253"/>
                  </a:lnTo>
                  <a:lnTo>
                    <a:pt x="3198030" y="2064253"/>
                  </a:lnTo>
                  <a:lnTo>
                    <a:pt x="3198124" y="2064253"/>
                  </a:lnTo>
                  <a:lnTo>
                    <a:pt x="3198218" y="2064253"/>
                  </a:lnTo>
                  <a:lnTo>
                    <a:pt x="3198312" y="2064253"/>
                  </a:lnTo>
                  <a:lnTo>
                    <a:pt x="3198406" y="2064253"/>
                  </a:lnTo>
                  <a:lnTo>
                    <a:pt x="3198500" y="2064253"/>
                  </a:lnTo>
                  <a:lnTo>
                    <a:pt x="3198594" y="2064253"/>
                  </a:lnTo>
                  <a:lnTo>
                    <a:pt x="3198688" y="2064253"/>
                  </a:lnTo>
                  <a:lnTo>
                    <a:pt x="3198782" y="2064253"/>
                  </a:lnTo>
                  <a:lnTo>
                    <a:pt x="3198876" y="2064253"/>
                  </a:lnTo>
                  <a:lnTo>
                    <a:pt x="3198970" y="2064253"/>
                  </a:lnTo>
                  <a:lnTo>
                    <a:pt x="3199064" y="2064253"/>
                  </a:lnTo>
                  <a:lnTo>
                    <a:pt x="3199158" y="2064253"/>
                  </a:lnTo>
                  <a:lnTo>
                    <a:pt x="3199252" y="2064253"/>
                  </a:lnTo>
                  <a:lnTo>
                    <a:pt x="3199346" y="2064253"/>
                  </a:lnTo>
                  <a:lnTo>
                    <a:pt x="3199440" y="2064253"/>
                  </a:lnTo>
                  <a:lnTo>
                    <a:pt x="3199534" y="2064253"/>
                  </a:lnTo>
                  <a:lnTo>
                    <a:pt x="3199628" y="2064253"/>
                  </a:lnTo>
                  <a:lnTo>
                    <a:pt x="3199722" y="2064253"/>
                  </a:lnTo>
                  <a:lnTo>
                    <a:pt x="3199816" y="2064253"/>
                  </a:lnTo>
                  <a:lnTo>
                    <a:pt x="3199910" y="2064253"/>
                  </a:lnTo>
                  <a:lnTo>
                    <a:pt x="3200004" y="2064253"/>
                  </a:lnTo>
                  <a:lnTo>
                    <a:pt x="3200098" y="2064253"/>
                  </a:lnTo>
                  <a:lnTo>
                    <a:pt x="3200192" y="2064253"/>
                  </a:lnTo>
                  <a:lnTo>
                    <a:pt x="3200286" y="2064253"/>
                  </a:lnTo>
                  <a:lnTo>
                    <a:pt x="3200380" y="2064253"/>
                  </a:lnTo>
                  <a:lnTo>
                    <a:pt x="3200475" y="2064253"/>
                  </a:lnTo>
                  <a:lnTo>
                    <a:pt x="3200569" y="2064253"/>
                  </a:lnTo>
                  <a:lnTo>
                    <a:pt x="3200663" y="2064253"/>
                  </a:lnTo>
                  <a:lnTo>
                    <a:pt x="3200757" y="2064253"/>
                  </a:lnTo>
                  <a:lnTo>
                    <a:pt x="3200851" y="2064253"/>
                  </a:lnTo>
                  <a:lnTo>
                    <a:pt x="3200945" y="2064253"/>
                  </a:lnTo>
                  <a:lnTo>
                    <a:pt x="3201039" y="2064253"/>
                  </a:lnTo>
                  <a:lnTo>
                    <a:pt x="3201133" y="2064253"/>
                  </a:lnTo>
                  <a:lnTo>
                    <a:pt x="3201227" y="2064253"/>
                  </a:lnTo>
                  <a:lnTo>
                    <a:pt x="3201321" y="2064253"/>
                  </a:lnTo>
                  <a:lnTo>
                    <a:pt x="3201415" y="2064253"/>
                  </a:lnTo>
                  <a:lnTo>
                    <a:pt x="3201509" y="2064253"/>
                  </a:lnTo>
                  <a:lnTo>
                    <a:pt x="3201603" y="2064253"/>
                  </a:lnTo>
                  <a:lnTo>
                    <a:pt x="3201697" y="2064253"/>
                  </a:lnTo>
                  <a:lnTo>
                    <a:pt x="3201791" y="2064253"/>
                  </a:lnTo>
                  <a:lnTo>
                    <a:pt x="3201885" y="2064253"/>
                  </a:lnTo>
                  <a:lnTo>
                    <a:pt x="3201979" y="2064253"/>
                  </a:lnTo>
                  <a:lnTo>
                    <a:pt x="3202073" y="2064253"/>
                  </a:lnTo>
                  <a:lnTo>
                    <a:pt x="3202167" y="2064253"/>
                  </a:lnTo>
                  <a:lnTo>
                    <a:pt x="3202261" y="2064253"/>
                  </a:lnTo>
                  <a:lnTo>
                    <a:pt x="3202355" y="2064253"/>
                  </a:lnTo>
                  <a:lnTo>
                    <a:pt x="3202449" y="2064253"/>
                  </a:lnTo>
                  <a:lnTo>
                    <a:pt x="3202543" y="2064253"/>
                  </a:lnTo>
                  <a:lnTo>
                    <a:pt x="3202637" y="2064253"/>
                  </a:lnTo>
                  <a:lnTo>
                    <a:pt x="3202731" y="2064253"/>
                  </a:lnTo>
                  <a:lnTo>
                    <a:pt x="3202825" y="2064253"/>
                  </a:lnTo>
                  <a:lnTo>
                    <a:pt x="3202919" y="2064253"/>
                  </a:lnTo>
                  <a:lnTo>
                    <a:pt x="3203013" y="2064253"/>
                  </a:lnTo>
                  <a:lnTo>
                    <a:pt x="3203107" y="2064253"/>
                  </a:lnTo>
                  <a:lnTo>
                    <a:pt x="3203201" y="2064253"/>
                  </a:lnTo>
                  <a:lnTo>
                    <a:pt x="3203295" y="2064253"/>
                  </a:lnTo>
                  <a:lnTo>
                    <a:pt x="3203389" y="2064253"/>
                  </a:lnTo>
                  <a:lnTo>
                    <a:pt x="3203483" y="2064253"/>
                  </a:lnTo>
                  <a:lnTo>
                    <a:pt x="3203577" y="2064253"/>
                  </a:lnTo>
                  <a:lnTo>
                    <a:pt x="3203671" y="2064253"/>
                  </a:lnTo>
                  <a:lnTo>
                    <a:pt x="3203765" y="2064253"/>
                  </a:lnTo>
                  <a:lnTo>
                    <a:pt x="3203859" y="2064253"/>
                  </a:lnTo>
                  <a:lnTo>
                    <a:pt x="3203954" y="2064253"/>
                  </a:lnTo>
                  <a:lnTo>
                    <a:pt x="3204048" y="2064253"/>
                  </a:lnTo>
                  <a:lnTo>
                    <a:pt x="3204142" y="2064253"/>
                  </a:lnTo>
                  <a:lnTo>
                    <a:pt x="3204236" y="2064253"/>
                  </a:lnTo>
                  <a:lnTo>
                    <a:pt x="3204330" y="2064253"/>
                  </a:lnTo>
                  <a:lnTo>
                    <a:pt x="3204424" y="2064253"/>
                  </a:lnTo>
                  <a:lnTo>
                    <a:pt x="3204518" y="2064253"/>
                  </a:lnTo>
                  <a:lnTo>
                    <a:pt x="3204612" y="2064253"/>
                  </a:lnTo>
                  <a:lnTo>
                    <a:pt x="3204706" y="2064253"/>
                  </a:lnTo>
                  <a:lnTo>
                    <a:pt x="3204800" y="2064253"/>
                  </a:lnTo>
                  <a:lnTo>
                    <a:pt x="3204894" y="2064253"/>
                  </a:lnTo>
                  <a:lnTo>
                    <a:pt x="3204988" y="2064253"/>
                  </a:lnTo>
                  <a:lnTo>
                    <a:pt x="3204988" y="2058974"/>
                  </a:lnTo>
                  <a:lnTo>
                    <a:pt x="3205082" y="2058974"/>
                  </a:lnTo>
                  <a:lnTo>
                    <a:pt x="3205176" y="2058974"/>
                  </a:lnTo>
                  <a:lnTo>
                    <a:pt x="3205270" y="2058974"/>
                  </a:lnTo>
                  <a:lnTo>
                    <a:pt x="3205364" y="2058974"/>
                  </a:lnTo>
                  <a:lnTo>
                    <a:pt x="3205458" y="2058974"/>
                  </a:lnTo>
                  <a:lnTo>
                    <a:pt x="3205552" y="2058974"/>
                  </a:lnTo>
                  <a:lnTo>
                    <a:pt x="3205646" y="2058974"/>
                  </a:lnTo>
                  <a:lnTo>
                    <a:pt x="3205740" y="2058974"/>
                  </a:lnTo>
                  <a:lnTo>
                    <a:pt x="3205834" y="2058974"/>
                  </a:lnTo>
                  <a:lnTo>
                    <a:pt x="3205928" y="2058974"/>
                  </a:lnTo>
                  <a:lnTo>
                    <a:pt x="3206022" y="2058974"/>
                  </a:lnTo>
                  <a:lnTo>
                    <a:pt x="3206116" y="2058974"/>
                  </a:lnTo>
                  <a:lnTo>
                    <a:pt x="3206210" y="2058974"/>
                  </a:lnTo>
                  <a:lnTo>
                    <a:pt x="3206304" y="2058974"/>
                  </a:lnTo>
                  <a:lnTo>
                    <a:pt x="3206398" y="2058974"/>
                  </a:lnTo>
                  <a:lnTo>
                    <a:pt x="3206492" y="2058974"/>
                  </a:lnTo>
                  <a:lnTo>
                    <a:pt x="3206586" y="2058974"/>
                  </a:lnTo>
                  <a:lnTo>
                    <a:pt x="3206680" y="2058974"/>
                  </a:lnTo>
                  <a:lnTo>
                    <a:pt x="3206774" y="2058974"/>
                  </a:lnTo>
                  <a:lnTo>
                    <a:pt x="3206868" y="2058974"/>
                  </a:lnTo>
                  <a:lnTo>
                    <a:pt x="3206962" y="2058974"/>
                  </a:lnTo>
                  <a:lnTo>
                    <a:pt x="3207056" y="2058974"/>
                  </a:lnTo>
                  <a:lnTo>
                    <a:pt x="3207150" y="2058974"/>
                  </a:lnTo>
                  <a:lnTo>
                    <a:pt x="3207244" y="2058974"/>
                  </a:lnTo>
                  <a:lnTo>
                    <a:pt x="3207338" y="2058974"/>
                  </a:lnTo>
                  <a:lnTo>
                    <a:pt x="3207432" y="2058974"/>
                  </a:lnTo>
                  <a:lnTo>
                    <a:pt x="3207527" y="2058974"/>
                  </a:lnTo>
                  <a:lnTo>
                    <a:pt x="3207621" y="2058974"/>
                  </a:lnTo>
                  <a:lnTo>
                    <a:pt x="3207715" y="2058974"/>
                  </a:lnTo>
                  <a:lnTo>
                    <a:pt x="3207809" y="2058974"/>
                  </a:lnTo>
                  <a:lnTo>
                    <a:pt x="3207903" y="2058974"/>
                  </a:lnTo>
                  <a:lnTo>
                    <a:pt x="3207997" y="2058974"/>
                  </a:lnTo>
                  <a:lnTo>
                    <a:pt x="3207997" y="2053694"/>
                  </a:lnTo>
                  <a:lnTo>
                    <a:pt x="3208091" y="2053694"/>
                  </a:lnTo>
                  <a:lnTo>
                    <a:pt x="3208185" y="2053694"/>
                  </a:lnTo>
                  <a:lnTo>
                    <a:pt x="3208279" y="2053694"/>
                  </a:lnTo>
                  <a:lnTo>
                    <a:pt x="3208373" y="2053694"/>
                  </a:lnTo>
                  <a:lnTo>
                    <a:pt x="3208467" y="2053694"/>
                  </a:lnTo>
                  <a:lnTo>
                    <a:pt x="3208561" y="2053694"/>
                  </a:lnTo>
                  <a:lnTo>
                    <a:pt x="3208655" y="2053694"/>
                  </a:lnTo>
                  <a:lnTo>
                    <a:pt x="3208749" y="2053694"/>
                  </a:lnTo>
                  <a:lnTo>
                    <a:pt x="3208749" y="2048415"/>
                  </a:lnTo>
                  <a:lnTo>
                    <a:pt x="3208843" y="2048415"/>
                  </a:lnTo>
                  <a:lnTo>
                    <a:pt x="3208937" y="2048415"/>
                  </a:lnTo>
                  <a:lnTo>
                    <a:pt x="3209031" y="2048415"/>
                  </a:lnTo>
                  <a:lnTo>
                    <a:pt x="3209125" y="2048415"/>
                  </a:lnTo>
                  <a:lnTo>
                    <a:pt x="3209219" y="2048415"/>
                  </a:lnTo>
                  <a:lnTo>
                    <a:pt x="3209313" y="2048415"/>
                  </a:lnTo>
                  <a:lnTo>
                    <a:pt x="3209407" y="2048415"/>
                  </a:lnTo>
                  <a:lnTo>
                    <a:pt x="3209501" y="2048415"/>
                  </a:lnTo>
                  <a:lnTo>
                    <a:pt x="3209595" y="2048415"/>
                  </a:lnTo>
                  <a:lnTo>
                    <a:pt x="3209689" y="2048415"/>
                  </a:lnTo>
                  <a:lnTo>
                    <a:pt x="3209783" y="2048415"/>
                  </a:lnTo>
                  <a:lnTo>
                    <a:pt x="3209877" y="2048415"/>
                  </a:lnTo>
                  <a:lnTo>
                    <a:pt x="3209971" y="2048415"/>
                  </a:lnTo>
                  <a:lnTo>
                    <a:pt x="3210065" y="2048415"/>
                  </a:lnTo>
                  <a:lnTo>
                    <a:pt x="3210159" y="2048415"/>
                  </a:lnTo>
                  <a:lnTo>
                    <a:pt x="3210253" y="2048415"/>
                  </a:lnTo>
                  <a:lnTo>
                    <a:pt x="3210347" y="2048415"/>
                  </a:lnTo>
                  <a:lnTo>
                    <a:pt x="3210441" y="2048415"/>
                  </a:lnTo>
                  <a:lnTo>
                    <a:pt x="3210535" y="2048415"/>
                  </a:lnTo>
                  <a:lnTo>
                    <a:pt x="3210629" y="2048415"/>
                  </a:lnTo>
                  <a:lnTo>
                    <a:pt x="3210723" y="2048415"/>
                  </a:lnTo>
                  <a:lnTo>
                    <a:pt x="3210817" y="2048415"/>
                  </a:lnTo>
                  <a:lnTo>
                    <a:pt x="3210911" y="2048415"/>
                  </a:lnTo>
                  <a:lnTo>
                    <a:pt x="3211005" y="2048415"/>
                  </a:lnTo>
                  <a:lnTo>
                    <a:pt x="3211100" y="2048415"/>
                  </a:lnTo>
                  <a:lnTo>
                    <a:pt x="3211194" y="2048415"/>
                  </a:lnTo>
                  <a:lnTo>
                    <a:pt x="3211288" y="2048415"/>
                  </a:lnTo>
                  <a:lnTo>
                    <a:pt x="3211382" y="2048415"/>
                  </a:lnTo>
                  <a:lnTo>
                    <a:pt x="3211476" y="2048415"/>
                  </a:lnTo>
                  <a:lnTo>
                    <a:pt x="3211570" y="2048415"/>
                  </a:lnTo>
                  <a:lnTo>
                    <a:pt x="3211664" y="2048415"/>
                  </a:lnTo>
                  <a:lnTo>
                    <a:pt x="3211758" y="2048415"/>
                  </a:lnTo>
                  <a:lnTo>
                    <a:pt x="3211852" y="2048415"/>
                  </a:lnTo>
                  <a:lnTo>
                    <a:pt x="3211946" y="2048415"/>
                  </a:lnTo>
                  <a:lnTo>
                    <a:pt x="3212040" y="2048415"/>
                  </a:lnTo>
                  <a:lnTo>
                    <a:pt x="3212134" y="2048415"/>
                  </a:lnTo>
                  <a:lnTo>
                    <a:pt x="3212228" y="2048415"/>
                  </a:lnTo>
                  <a:lnTo>
                    <a:pt x="3212322" y="2048415"/>
                  </a:lnTo>
                  <a:lnTo>
                    <a:pt x="3212416" y="2048415"/>
                  </a:lnTo>
                  <a:lnTo>
                    <a:pt x="3212510" y="2048415"/>
                  </a:lnTo>
                  <a:lnTo>
                    <a:pt x="3212604" y="2048415"/>
                  </a:lnTo>
                  <a:lnTo>
                    <a:pt x="3212698" y="2048415"/>
                  </a:lnTo>
                  <a:lnTo>
                    <a:pt x="3212792" y="2048415"/>
                  </a:lnTo>
                  <a:lnTo>
                    <a:pt x="3212886" y="2048415"/>
                  </a:lnTo>
                  <a:lnTo>
                    <a:pt x="3212980" y="2048415"/>
                  </a:lnTo>
                  <a:lnTo>
                    <a:pt x="3213074" y="2048415"/>
                  </a:lnTo>
                  <a:lnTo>
                    <a:pt x="3213168" y="2048415"/>
                  </a:lnTo>
                  <a:lnTo>
                    <a:pt x="3213262" y="2048415"/>
                  </a:lnTo>
                  <a:lnTo>
                    <a:pt x="3213356" y="2048415"/>
                  </a:lnTo>
                  <a:lnTo>
                    <a:pt x="3213450" y="2048415"/>
                  </a:lnTo>
                  <a:lnTo>
                    <a:pt x="3213544" y="2048415"/>
                  </a:lnTo>
                  <a:lnTo>
                    <a:pt x="3213544" y="2043136"/>
                  </a:lnTo>
                  <a:lnTo>
                    <a:pt x="3213638" y="2043136"/>
                  </a:lnTo>
                  <a:lnTo>
                    <a:pt x="3213732" y="2043136"/>
                  </a:lnTo>
                  <a:lnTo>
                    <a:pt x="3213826" y="2043136"/>
                  </a:lnTo>
                  <a:lnTo>
                    <a:pt x="3213920" y="2043136"/>
                  </a:lnTo>
                  <a:lnTo>
                    <a:pt x="3214014" y="2043136"/>
                  </a:lnTo>
                  <a:lnTo>
                    <a:pt x="3214108" y="2043136"/>
                  </a:lnTo>
                  <a:lnTo>
                    <a:pt x="3214202" y="2043136"/>
                  </a:lnTo>
                  <a:lnTo>
                    <a:pt x="3214296" y="2043136"/>
                  </a:lnTo>
                  <a:lnTo>
                    <a:pt x="3214390" y="2043136"/>
                  </a:lnTo>
                  <a:lnTo>
                    <a:pt x="3214484" y="2043136"/>
                  </a:lnTo>
                  <a:lnTo>
                    <a:pt x="3214579" y="2043136"/>
                  </a:lnTo>
                  <a:lnTo>
                    <a:pt x="3214673" y="2043136"/>
                  </a:lnTo>
                  <a:lnTo>
                    <a:pt x="3214673" y="2037856"/>
                  </a:lnTo>
                  <a:lnTo>
                    <a:pt x="3214767" y="2037856"/>
                  </a:lnTo>
                  <a:lnTo>
                    <a:pt x="3214861" y="2037856"/>
                  </a:lnTo>
                  <a:lnTo>
                    <a:pt x="3214955" y="2037856"/>
                  </a:lnTo>
                  <a:lnTo>
                    <a:pt x="3215049" y="2037856"/>
                  </a:lnTo>
                  <a:lnTo>
                    <a:pt x="3215143" y="2037856"/>
                  </a:lnTo>
                  <a:lnTo>
                    <a:pt x="3215237" y="2037856"/>
                  </a:lnTo>
                  <a:lnTo>
                    <a:pt x="3215331" y="2037856"/>
                  </a:lnTo>
                  <a:lnTo>
                    <a:pt x="3215425" y="2037856"/>
                  </a:lnTo>
                  <a:lnTo>
                    <a:pt x="3215519" y="2037856"/>
                  </a:lnTo>
                  <a:lnTo>
                    <a:pt x="3215613" y="2037856"/>
                  </a:lnTo>
                  <a:lnTo>
                    <a:pt x="3215707" y="2037856"/>
                  </a:lnTo>
                  <a:lnTo>
                    <a:pt x="3215801" y="2037856"/>
                  </a:lnTo>
                  <a:lnTo>
                    <a:pt x="3215895" y="2037856"/>
                  </a:lnTo>
                  <a:lnTo>
                    <a:pt x="3215989" y="2037856"/>
                  </a:lnTo>
                  <a:lnTo>
                    <a:pt x="3216083" y="2037856"/>
                  </a:lnTo>
                  <a:lnTo>
                    <a:pt x="3216177" y="2037856"/>
                  </a:lnTo>
                  <a:lnTo>
                    <a:pt x="3216271" y="2037856"/>
                  </a:lnTo>
                  <a:lnTo>
                    <a:pt x="3216365" y="2037856"/>
                  </a:lnTo>
                  <a:lnTo>
                    <a:pt x="3216459" y="2037856"/>
                  </a:lnTo>
                  <a:lnTo>
                    <a:pt x="3216553" y="2037856"/>
                  </a:lnTo>
                  <a:lnTo>
                    <a:pt x="3216647" y="2037856"/>
                  </a:lnTo>
                  <a:lnTo>
                    <a:pt x="3216741" y="2037856"/>
                  </a:lnTo>
                  <a:lnTo>
                    <a:pt x="3216835" y="2037856"/>
                  </a:lnTo>
                  <a:lnTo>
                    <a:pt x="3216929" y="2037856"/>
                  </a:lnTo>
                  <a:lnTo>
                    <a:pt x="3217023" y="2037856"/>
                  </a:lnTo>
                  <a:lnTo>
                    <a:pt x="3217117" y="2037856"/>
                  </a:lnTo>
                  <a:lnTo>
                    <a:pt x="3217211" y="2037856"/>
                  </a:lnTo>
                  <a:lnTo>
                    <a:pt x="3217305" y="2037856"/>
                  </a:lnTo>
                  <a:lnTo>
                    <a:pt x="3217399" y="2037856"/>
                  </a:lnTo>
                  <a:lnTo>
                    <a:pt x="3217493" y="2037856"/>
                  </a:lnTo>
                  <a:lnTo>
                    <a:pt x="3217587" y="2037856"/>
                  </a:lnTo>
                  <a:lnTo>
                    <a:pt x="3217681" y="2037856"/>
                  </a:lnTo>
                  <a:lnTo>
                    <a:pt x="3217775" y="2037856"/>
                  </a:lnTo>
                  <a:lnTo>
                    <a:pt x="3217869" y="2037856"/>
                  </a:lnTo>
                  <a:lnTo>
                    <a:pt x="3217963" y="2037856"/>
                  </a:lnTo>
                  <a:lnTo>
                    <a:pt x="3218057" y="2037856"/>
                  </a:lnTo>
                  <a:lnTo>
                    <a:pt x="3218152" y="2037856"/>
                  </a:lnTo>
                  <a:lnTo>
                    <a:pt x="3218246" y="2037856"/>
                  </a:lnTo>
                  <a:lnTo>
                    <a:pt x="3218340" y="2037856"/>
                  </a:lnTo>
                  <a:lnTo>
                    <a:pt x="3218434" y="2037856"/>
                  </a:lnTo>
                  <a:lnTo>
                    <a:pt x="3218528" y="2037856"/>
                  </a:lnTo>
                  <a:lnTo>
                    <a:pt x="3218622" y="2037856"/>
                  </a:lnTo>
                  <a:lnTo>
                    <a:pt x="3218716" y="2037856"/>
                  </a:lnTo>
                  <a:lnTo>
                    <a:pt x="3218810" y="2037856"/>
                  </a:lnTo>
                  <a:lnTo>
                    <a:pt x="3218904" y="2037856"/>
                  </a:lnTo>
                  <a:lnTo>
                    <a:pt x="3218998" y="2037856"/>
                  </a:lnTo>
                  <a:lnTo>
                    <a:pt x="3219092" y="2037856"/>
                  </a:lnTo>
                  <a:lnTo>
                    <a:pt x="3219186" y="2037856"/>
                  </a:lnTo>
                  <a:lnTo>
                    <a:pt x="3219280" y="2037856"/>
                  </a:lnTo>
                  <a:lnTo>
                    <a:pt x="3219374" y="2037856"/>
                  </a:lnTo>
                  <a:lnTo>
                    <a:pt x="3219468" y="2037856"/>
                  </a:lnTo>
                  <a:lnTo>
                    <a:pt x="3219468" y="2032577"/>
                  </a:lnTo>
                  <a:lnTo>
                    <a:pt x="3219562" y="2032577"/>
                  </a:lnTo>
                  <a:lnTo>
                    <a:pt x="3219656" y="2032577"/>
                  </a:lnTo>
                  <a:lnTo>
                    <a:pt x="3219750" y="2032577"/>
                  </a:lnTo>
                  <a:lnTo>
                    <a:pt x="3219750" y="2027297"/>
                  </a:lnTo>
                  <a:lnTo>
                    <a:pt x="3219844" y="2027297"/>
                  </a:lnTo>
                  <a:lnTo>
                    <a:pt x="3219938" y="2027297"/>
                  </a:lnTo>
                  <a:lnTo>
                    <a:pt x="3220032" y="2027297"/>
                  </a:lnTo>
                  <a:lnTo>
                    <a:pt x="3220126" y="2027297"/>
                  </a:lnTo>
                  <a:lnTo>
                    <a:pt x="3220220" y="2027297"/>
                  </a:lnTo>
                  <a:lnTo>
                    <a:pt x="3220314" y="2027297"/>
                  </a:lnTo>
                  <a:lnTo>
                    <a:pt x="3220408" y="2027297"/>
                  </a:lnTo>
                  <a:lnTo>
                    <a:pt x="3220502" y="2027297"/>
                  </a:lnTo>
                  <a:lnTo>
                    <a:pt x="3220596" y="2027297"/>
                  </a:lnTo>
                  <a:lnTo>
                    <a:pt x="3220690" y="2027297"/>
                  </a:lnTo>
                  <a:lnTo>
                    <a:pt x="3220784" y="2027297"/>
                  </a:lnTo>
                  <a:lnTo>
                    <a:pt x="3220878" y="2027297"/>
                  </a:lnTo>
                  <a:lnTo>
                    <a:pt x="3220972" y="2027297"/>
                  </a:lnTo>
                  <a:lnTo>
                    <a:pt x="3221066" y="2027297"/>
                  </a:lnTo>
                  <a:lnTo>
                    <a:pt x="3221160" y="2027297"/>
                  </a:lnTo>
                  <a:lnTo>
                    <a:pt x="3221254" y="2027297"/>
                  </a:lnTo>
                  <a:lnTo>
                    <a:pt x="3221348" y="2027297"/>
                  </a:lnTo>
                  <a:lnTo>
                    <a:pt x="3221442" y="2027297"/>
                  </a:lnTo>
                  <a:lnTo>
                    <a:pt x="3221536" y="2027297"/>
                  </a:lnTo>
                  <a:lnTo>
                    <a:pt x="3221630" y="2027297"/>
                  </a:lnTo>
                  <a:lnTo>
                    <a:pt x="3221725" y="2027297"/>
                  </a:lnTo>
                  <a:lnTo>
                    <a:pt x="3221819" y="2027297"/>
                  </a:lnTo>
                  <a:lnTo>
                    <a:pt x="3221913" y="2027297"/>
                  </a:lnTo>
                  <a:lnTo>
                    <a:pt x="3222007" y="2027297"/>
                  </a:lnTo>
                  <a:lnTo>
                    <a:pt x="3222101" y="2027297"/>
                  </a:lnTo>
                  <a:lnTo>
                    <a:pt x="3222195" y="2027297"/>
                  </a:lnTo>
                  <a:lnTo>
                    <a:pt x="3222289" y="2027297"/>
                  </a:lnTo>
                  <a:lnTo>
                    <a:pt x="3222383" y="2027297"/>
                  </a:lnTo>
                  <a:lnTo>
                    <a:pt x="3222477" y="2027297"/>
                  </a:lnTo>
                  <a:lnTo>
                    <a:pt x="3222571" y="2027297"/>
                  </a:lnTo>
                  <a:lnTo>
                    <a:pt x="3222665" y="2027297"/>
                  </a:lnTo>
                  <a:lnTo>
                    <a:pt x="3222759" y="2027297"/>
                  </a:lnTo>
                  <a:lnTo>
                    <a:pt x="3222853" y="2027297"/>
                  </a:lnTo>
                  <a:lnTo>
                    <a:pt x="3222947" y="2027297"/>
                  </a:lnTo>
                  <a:lnTo>
                    <a:pt x="3223041" y="2027297"/>
                  </a:lnTo>
                  <a:lnTo>
                    <a:pt x="3223135" y="2027297"/>
                  </a:lnTo>
                  <a:lnTo>
                    <a:pt x="3223229" y="2027297"/>
                  </a:lnTo>
                  <a:lnTo>
                    <a:pt x="3223323" y="2027297"/>
                  </a:lnTo>
                  <a:lnTo>
                    <a:pt x="3223417" y="2027297"/>
                  </a:lnTo>
                  <a:lnTo>
                    <a:pt x="3223511" y="2027297"/>
                  </a:lnTo>
                  <a:lnTo>
                    <a:pt x="3223605" y="2027297"/>
                  </a:lnTo>
                  <a:lnTo>
                    <a:pt x="3223699" y="2027297"/>
                  </a:lnTo>
                  <a:lnTo>
                    <a:pt x="3223793" y="2027297"/>
                  </a:lnTo>
                  <a:lnTo>
                    <a:pt x="3223887" y="2027297"/>
                  </a:lnTo>
                  <a:lnTo>
                    <a:pt x="3223981" y="2027297"/>
                  </a:lnTo>
                  <a:lnTo>
                    <a:pt x="3224075" y="2027297"/>
                  </a:lnTo>
                  <a:lnTo>
                    <a:pt x="3224169" y="2027297"/>
                  </a:lnTo>
                  <a:lnTo>
                    <a:pt x="3224263" y="2027297"/>
                  </a:lnTo>
                  <a:lnTo>
                    <a:pt x="3224357" y="2027297"/>
                  </a:lnTo>
                  <a:lnTo>
                    <a:pt x="3224451" y="2027297"/>
                  </a:lnTo>
                  <a:lnTo>
                    <a:pt x="3224545" y="2027297"/>
                  </a:lnTo>
                  <a:lnTo>
                    <a:pt x="3224639" y="2027297"/>
                  </a:lnTo>
                  <a:lnTo>
                    <a:pt x="3224733" y="2027297"/>
                  </a:lnTo>
                  <a:lnTo>
                    <a:pt x="3224827" y="2027297"/>
                  </a:lnTo>
                  <a:lnTo>
                    <a:pt x="3224921" y="2027297"/>
                  </a:lnTo>
                  <a:lnTo>
                    <a:pt x="3225015" y="2027297"/>
                  </a:lnTo>
                  <a:lnTo>
                    <a:pt x="3225109" y="2027297"/>
                  </a:lnTo>
                  <a:lnTo>
                    <a:pt x="3225204" y="2027297"/>
                  </a:lnTo>
                  <a:lnTo>
                    <a:pt x="3225298" y="2027297"/>
                  </a:lnTo>
                  <a:lnTo>
                    <a:pt x="3225392" y="2027297"/>
                  </a:lnTo>
                  <a:lnTo>
                    <a:pt x="3225486" y="2027297"/>
                  </a:lnTo>
                  <a:lnTo>
                    <a:pt x="3225580" y="2027297"/>
                  </a:lnTo>
                  <a:lnTo>
                    <a:pt x="3225674" y="2027297"/>
                  </a:lnTo>
                  <a:lnTo>
                    <a:pt x="3225768" y="2027297"/>
                  </a:lnTo>
                  <a:lnTo>
                    <a:pt x="3225862" y="2027297"/>
                  </a:lnTo>
                  <a:lnTo>
                    <a:pt x="3225956" y="2027297"/>
                  </a:lnTo>
                  <a:lnTo>
                    <a:pt x="3226050" y="2027297"/>
                  </a:lnTo>
                  <a:lnTo>
                    <a:pt x="3226144" y="2027297"/>
                  </a:lnTo>
                  <a:lnTo>
                    <a:pt x="3226238" y="2027297"/>
                  </a:lnTo>
                  <a:lnTo>
                    <a:pt x="3226332" y="2027297"/>
                  </a:lnTo>
                  <a:lnTo>
                    <a:pt x="3226426" y="2027297"/>
                  </a:lnTo>
                  <a:lnTo>
                    <a:pt x="3226520" y="2027297"/>
                  </a:lnTo>
                  <a:lnTo>
                    <a:pt x="3226614" y="2027297"/>
                  </a:lnTo>
                  <a:lnTo>
                    <a:pt x="3226708" y="2027297"/>
                  </a:lnTo>
                  <a:lnTo>
                    <a:pt x="3226802" y="2027297"/>
                  </a:lnTo>
                  <a:lnTo>
                    <a:pt x="3226896" y="2027297"/>
                  </a:lnTo>
                  <a:lnTo>
                    <a:pt x="3226990" y="2027297"/>
                  </a:lnTo>
                  <a:lnTo>
                    <a:pt x="3227084" y="2027297"/>
                  </a:lnTo>
                  <a:lnTo>
                    <a:pt x="3227178" y="2027297"/>
                  </a:lnTo>
                  <a:lnTo>
                    <a:pt x="3227272" y="2027297"/>
                  </a:lnTo>
                  <a:lnTo>
                    <a:pt x="3227366" y="2027297"/>
                  </a:lnTo>
                  <a:lnTo>
                    <a:pt x="3227460" y="2027297"/>
                  </a:lnTo>
                  <a:lnTo>
                    <a:pt x="3227554" y="2027297"/>
                  </a:lnTo>
                  <a:lnTo>
                    <a:pt x="3227648" y="2027297"/>
                  </a:lnTo>
                  <a:lnTo>
                    <a:pt x="3227648" y="2022018"/>
                  </a:lnTo>
                  <a:lnTo>
                    <a:pt x="3227742" y="2022018"/>
                  </a:lnTo>
                  <a:lnTo>
                    <a:pt x="3227836" y="2022018"/>
                  </a:lnTo>
                  <a:lnTo>
                    <a:pt x="3227930" y="2022018"/>
                  </a:lnTo>
                  <a:lnTo>
                    <a:pt x="3228024" y="2022018"/>
                  </a:lnTo>
                  <a:lnTo>
                    <a:pt x="3228118" y="2022018"/>
                  </a:lnTo>
                  <a:lnTo>
                    <a:pt x="3228212" y="2022018"/>
                  </a:lnTo>
                  <a:lnTo>
                    <a:pt x="3228306" y="2022018"/>
                  </a:lnTo>
                  <a:lnTo>
                    <a:pt x="3228400" y="2022018"/>
                  </a:lnTo>
                  <a:lnTo>
                    <a:pt x="3228494" y="2022018"/>
                  </a:lnTo>
                  <a:lnTo>
                    <a:pt x="3228588" y="2022018"/>
                  </a:lnTo>
                  <a:lnTo>
                    <a:pt x="3228682" y="2022018"/>
                  </a:lnTo>
                  <a:lnTo>
                    <a:pt x="3228777" y="2022018"/>
                  </a:lnTo>
                  <a:lnTo>
                    <a:pt x="3228871" y="2022018"/>
                  </a:lnTo>
                  <a:lnTo>
                    <a:pt x="3228965" y="2022018"/>
                  </a:lnTo>
                  <a:lnTo>
                    <a:pt x="3229059" y="2022018"/>
                  </a:lnTo>
                  <a:lnTo>
                    <a:pt x="3229153" y="2022018"/>
                  </a:lnTo>
                  <a:lnTo>
                    <a:pt x="3229247" y="2022018"/>
                  </a:lnTo>
                  <a:lnTo>
                    <a:pt x="3229341" y="2022018"/>
                  </a:lnTo>
                  <a:lnTo>
                    <a:pt x="3229435" y="2022018"/>
                  </a:lnTo>
                  <a:lnTo>
                    <a:pt x="3229529" y="2022018"/>
                  </a:lnTo>
                  <a:lnTo>
                    <a:pt x="3229623" y="2022018"/>
                  </a:lnTo>
                  <a:lnTo>
                    <a:pt x="3229717" y="2022018"/>
                  </a:lnTo>
                  <a:lnTo>
                    <a:pt x="3229811" y="2022018"/>
                  </a:lnTo>
                  <a:lnTo>
                    <a:pt x="3229905" y="2022018"/>
                  </a:lnTo>
                  <a:lnTo>
                    <a:pt x="3229999" y="2022018"/>
                  </a:lnTo>
                  <a:lnTo>
                    <a:pt x="3230093" y="2022018"/>
                  </a:lnTo>
                  <a:lnTo>
                    <a:pt x="3230187" y="2022018"/>
                  </a:lnTo>
                  <a:lnTo>
                    <a:pt x="3230281" y="2022018"/>
                  </a:lnTo>
                  <a:lnTo>
                    <a:pt x="3230375" y="2022018"/>
                  </a:lnTo>
                  <a:lnTo>
                    <a:pt x="3230469" y="2022018"/>
                  </a:lnTo>
                  <a:lnTo>
                    <a:pt x="3230563" y="2022018"/>
                  </a:lnTo>
                  <a:lnTo>
                    <a:pt x="3230657" y="2022018"/>
                  </a:lnTo>
                  <a:lnTo>
                    <a:pt x="3230751" y="2022018"/>
                  </a:lnTo>
                  <a:lnTo>
                    <a:pt x="3230845" y="2022018"/>
                  </a:lnTo>
                  <a:lnTo>
                    <a:pt x="3230939" y="2022018"/>
                  </a:lnTo>
                  <a:lnTo>
                    <a:pt x="3231033" y="2022018"/>
                  </a:lnTo>
                  <a:lnTo>
                    <a:pt x="3231127" y="2022018"/>
                  </a:lnTo>
                  <a:lnTo>
                    <a:pt x="3231221" y="2022018"/>
                  </a:lnTo>
                  <a:lnTo>
                    <a:pt x="3231315" y="2022018"/>
                  </a:lnTo>
                  <a:lnTo>
                    <a:pt x="3231409" y="2022018"/>
                  </a:lnTo>
                  <a:lnTo>
                    <a:pt x="3231503" y="2022018"/>
                  </a:lnTo>
                  <a:lnTo>
                    <a:pt x="3231597" y="2022018"/>
                  </a:lnTo>
                  <a:lnTo>
                    <a:pt x="3231691" y="2022018"/>
                  </a:lnTo>
                  <a:lnTo>
                    <a:pt x="3231785" y="2022018"/>
                  </a:lnTo>
                  <a:lnTo>
                    <a:pt x="3231879" y="2022018"/>
                  </a:lnTo>
                  <a:lnTo>
                    <a:pt x="3231973" y="2022018"/>
                  </a:lnTo>
                  <a:lnTo>
                    <a:pt x="3232067" y="2022018"/>
                  </a:lnTo>
                  <a:lnTo>
                    <a:pt x="3232161" y="2022018"/>
                  </a:lnTo>
                  <a:lnTo>
                    <a:pt x="3232255" y="2022018"/>
                  </a:lnTo>
                  <a:lnTo>
                    <a:pt x="3232350" y="2022018"/>
                  </a:lnTo>
                  <a:lnTo>
                    <a:pt x="3232444" y="2022018"/>
                  </a:lnTo>
                  <a:lnTo>
                    <a:pt x="3232538" y="2022018"/>
                  </a:lnTo>
                  <a:lnTo>
                    <a:pt x="3232632" y="2022018"/>
                  </a:lnTo>
                  <a:lnTo>
                    <a:pt x="3232726" y="2022018"/>
                  </a:lnTo>
                  <a:lnTo>
                    <a:pt x="3232820" y="2022018"/>
                  </a:lnTo>
                  <a:lnTo>
                    <a:pt x="3232914" y="2022018"/>
                  </a:lnTo>
                  <a:lnTo>
                    <a:pt x="3233008" y="2022018"/>
                  </a:lnTo>
                  <a:lnTo>
                    <a:pt x="3233102" y="2022018"/>
                  </a:lnTo>
                  <a:lnTo>
                    <a:pt x="3233196" y="2022018"/>
                  </a:lnTo>
                  <a:lnTo>
                    <a:pt x="3233290" y="2022018"/>
                  </a:lnTo>
                  <a:lnTo>
                    <a:pt x="3233384" y="2022018"/>
                  </a:lnTo>
                  <a:lnTo>
                    <a:pt x="3233478" y="2022018"/>
                  </a:lnTo>
                  <a:lnTo>
                    <a:pt x="3233572" y="2022018"/>
                  </a:lnTo>
                  <a:lnTo>
                    <a:pt x="3233666" y="2022018"/>
                  </a:lnTo>
                  <a:lnTo>
                    <a:pt x="3233760" y="2022018"/>
                  </a:lnTo>
                  <a:lnTo>
                    <a:pt x="3233854" y="2022018"/>
                  </a:lnTo>
                  <a:lnTo>
                    <a:pt x="3233948" y="2022018"/>
                  </a:lnTo>
                  <a:lnTo>
                    <a:pt x="3234042" y="2022018"/>
                  </a:lnTo>
                  <a:lnTo>
                    <a:pt x="3234136" y="2022018"/>
                  </a:lnTo>
                  <a:lnTo>
                    <a:pt x="3234230" y="2022018"/>
                  </a:lnTo>
                  <a:lnTo>
                    <a:pt x="3234324" y="2022018"/>
                  </a:lnTo>
                  <a:lnTo>
                    <a:pt x="3234418" y="2022018"/>
                  </a:lnTo>
                  <a:lnTo>
                    <a:pt x="3234512" y="2022018"/>
                  </a:lnTo>
                  <a:lnTo>
                    <a:pt x="3234606" y="2022018"/>
                  </a:lnTo>
                  <a:lnTo>
                    <a:pt x="3234700" y="2022018"/>
                  </a:lnTo>
                  <a:lnTo>
                    <a:pt x="3234794" y="2022018"/>
                  </a:lnTo>
                  <a:lnTo>
                    <a:pt x="3234888" y="2022018"/>
                  </a:lnTo>
                  <a:lnTo>
                    <a:pt x="3234982" y="2022018"/>
                  </a:lnTo>
                  <a:lnTo>
                    <a:pt x="3235076" y="2022018"/>
                  </a:lnTo>
                  <a:lnTo>
                    <a:pt x="3235170" y="2022018"/>
                  </a:lnTo>
                  <a:lnTo>
                    <a:pt x="3235264" y="2022018"/>
                  </a:lnTo>
                  <a:lnTo>
                    <a:pt x="3235358" y="2022018"/>
                  </a:lnTo>
                  <a:lnTo>
                    <a:pt x="3235452" y="2022018"/>
                  </a:lnTo>
                  <a:lnTo>
                    <a:pt x="3235546" y="2022018"/>
                  </a:lnTo>
                  <a:lnTo>
                    <a:pt x="3235640" y="2022018"/>
                  </a:lnTo>
                  <a:lnTo>
                    <a:pt x="3235734" y="2022018"/>
                  </a:lnTo>
                  <a:lnTo>
                    <a:pt x="3235829" y="2022018"/>
                  </a:lnTo>
                  <a:lnTo>
                    <a:pt x="3235923" y="2022018"/>
                  </a:lnTo>
                  <a:lnTo>
                    <a:pt x="3236017" y="2022018"/>
                  </a:lnTo>
                  <a:lnTo>
                    <a:pt x="3236111" y="2022018"/>
                  </a:lnTo>
                  <a:lnTo>
                    <a:pt x="3236205" y="2022018"/>
                  </a:lnTo>
                  <a:lnTo>
                    <a:pt x="3236299" y="2022018"/>
                  </a:lnTo>
                  <a:lnTo>
                    <a:pt x="3236393" y="2022018"/>
                  </a:lnTo>
                  <a:lnTo>
                    <a:pt x="3236487" y="2022018"/>
                  </a:lnTo>
                  <a:lnTo>
                    <a:pt x="3236581" y="2022018"/>
                  </a:lnTo>
                  <a:lnTo>
                    <a:pt x="3236675" y="2022018"/>
                  </a:lnTo>
                  <a:lnTo>
                    <a:pt x="3236769" y="2022018"/>
                  </a:lnTo>
                  <a:lnTo>
                    <a:pt x="3236863" y="2022018"/>
                  </a:lnTo>
                  <a:lnTo>
                    <a:pt x="3236957" y="2022018"/>
                  </a:lnTo>
                  <a:lnTo>
                    <a:pt x="3237051" y="2022018"/>
                  </a:lnTo>
                  <a:lnTo>
                    <a:pt x="3237145" y="2022018"/>
                  </a:lnTo>
                  <a:lnTo>
                    <a:pt x="3237239" y="2022018"/>
                  </a:lnTo>
                  <a:lnTo>
                    <a:pt x="3237333" y="2022018"/>
                  </a:lnTo>
                  <a:lnTo>
                    <a:pt x="3237427" y="2022018"/>
                  </a:lnTo>
                  <a:lnTo>
                    <a:pt x="3237521" y="2022018"/>
                  </a:lnTo>
                  <a:lnTo>
                    <a:pt x="3237615" y="2022018"/>
                  </a:lnTo>
                  <a:lnTo>
                    <a:pt x="3237709" y="2022018"/>
                  </a:lnTo>
                  <a:lnTo>
                    <a:pt x="3237803" y="2022018"/>
                  </a:lnTo>
                  <a:lnTo>
                    <a:pt x="3237803" y="2016738"/>
                  </a:lnTo>
                  <a:lnTo>
                    <a:pt x="3237897" y="2016738"/>
                  </a:lnTo>
                  <a:lnTo>
                    <a:pt x="3237991" y="2016738"/>
                  </a:lnTo>
                  <a:lnTo>
                    <a:pt x="3238085" y="2016738"/>
                  </a:lnTo>
                  <a:lnTo>
                    <a:pt x="3238179" y="2016738"/>
                  </a:lnTo>
                  <a:lnTo>
                    <a:pt x="3238273" y="2016738"/>
                  </a:lnTo>
                  <a:lnTo>
                    <a:pt x="3238367" y="2016738"/>
                  </a:lnTo>
                  <a:lnTo>
                    <a:pt x="3238461" y="2016738"/>
                  </a:lnTo>
                  <a:lnTo>
                    <a:pt x="3238555" y="2016738"/>
                  </a:lnTo>
                  <a:lnTo>
                    <a:pt x="3238649" y="2016738"/>
                  </a:lnTo>
                  <a:lnTo>
                    <a:pt x="3238743" y="2016738"/>
                  </a:lnTo>
                  <a:lnTo>
                    <a:pt x="3238837" y="2016738"/>
                  </a:lnTo>
                  <a:lnTo>
                    <a:pt x="3238931" y="2016738"/>
                  </a:lnTo>
                  <a:lnTo>
                    <a:pt x="3239025" y="2016738"/>
                  </a:lnTo>
                  <a:lnTo>
                    <a:pt x="3239119" y="2016738"/>
                  </a:lnTo>
                  <a:lnTo>
                    <a:pt x="3239213" y="2016738"/>
                  </a:lnTo>
                  <a:lnTo>
                    <a:pt x="3239307" y="2016738"/>
                  </a:lnTo>
                  <a:lnTo>
                    <a:pt x="3239402" y="2016738"/>
                  </a:lnTo>
                  <a:lnTo>
                    <a:pt x="3239496" y="2016738"/>
                  </a:lnTo>
                  <a:lnTo>
                    <a:pt x="3239590" y="2016738"/>
                  </a:lnTo>
                  <a:lnTo>
                    <a:pt x="3239684" y="2016738"/>
                  </a:lnTo>
                  <a:lnTo>
                    <a:pt x="3239778" y="2016738"/>
                  </a:lnTo>
                  <a:lnTo>
                    <a:pt x="3239872" y="2016738"/>
                  </a:lnTo>
                  <a:lnTo>
                    <a:pt x="3239966" y="2016738"/>
                  </a:lnTo>
                  <a:lnTo>
                    <a:pt x="3240060" y="2016738"/>
                  </a:lnTo>
                  <a:lnTo>
                    <a:pt x="3240154" y="2016738"/>
                  </a:lnTo>
                  <a:lnTo>
                    <a:pt x="3240248" y="2016738"/>
                  </a:lnTo>
                  <a:lnTo>
                    <a:pt x="3240342" y="2016738"/>
                  </a:lnTo>
                  <a:lnTo>
                    <a:pt x="3240436" y="2016738"/>
                  </a:lnTo>
                  <a:lnTo>
                    <a:pt x="3240530" y="2016738"/>
                  </a:lnTo>
                  <a:lnTo>
                    <a:pt x="3240624" y="2016738"/>
                  </a:lnTo>
                  <a:lnTo>
                    <a:pt x="3240718" y="2016738"/>
                  </a:lnTo>
                  <a:lnTo>
                    <a:pt x="3240812" y="2016738"/>
                  </a:lnTo>
                  <a:lnTo>
                    <a:pt x="3240906" y="2016738"/>
                  </a:lnTo>
                  <a:lnTo>
                    <a:pt x="3240906" y="2011459"/>
                  </a:lnTo>
                  <a:lnTo>
                    <a:pt x="3241000" y="2011459"/>
                  </a:lnTo>
                  <a:lnTo>
                    <a:pt x="3241094" y="2011459"/>
                  </a:lnTo>
                  <a:lnTo>
                    <a:pt x="3241188" y="2011459"/>
                  </a:lnTo>
                  <a:lnTo>
                    <a:pt x="3241282" y="2011459"/>
                  </a:lnTo>
                  <a:lnTo>
                    <a:pt x="3241376" y="2011459"/>
                  </a:lnTo>
                  <a:lnTo>
                    <a:pt x="3241470" y="2011459"/>
                  </a:lnTo>
                  <a:lnTo>
                    <a:pt x="3241564" y="2011459"/>
                  </a:lnTo>
                  <a:lnTo>
                    <a:pt x="3241658" y="2011459"/>
                  </a:lnTo>
                  <a:lnTo>
                    <a:pt x="3241752" y="2011459"/>
                  </a:lnTo>
                  <a:lnTo>
                    <a:pt x="3241846" y="2011459"/>
                  </a:lnTo>
                  <a:lnTo>
                    <a:pt x="3241940" y="2011459"/>
                  </a:lnTo>
                  <a:lnTo>
                    <a:pt x="3242034" y="2011459"/>
                  </a:lnTo>
                  <a:lnTo>
                    <a:pt x="3242128" y="2011459"/>
                  </a:lnTo>
                  <a:lnTo>
                    <a:pt x="3242222" y="2011459"/>
                  </a:lnTo>
                  <a:lnTo>
                    <a:pt x="3242316" y="2011459"/>
                  </a:lnTo>
                  <a:lnTo>
                    <a:pt x="3242410" y="2011459"/>
                  </a:lnTo>
                  <a:lnTo>
                    <a:pt x="3242504" y="2011459"/>
                  </a:lnTo>
                  <a:lnTo>
                    <a:pt x="3242598" y="2011459"/>
                  </a:lnTo>
                  <a:lnTo>
                    <a:pt x="3242692" y="2011459"/>
                  </a:lnTo>
                  <a:lnTo>
                    <a:pt x="3242786" y="2011459"/>
                  </a:lnTo>
                  <a:lnTo>
                    <a:pt x="3242880" y="2011459"/>
                  </a:lnTo>
                  <a:lnTo>
                    <a:pt x="3242975" y="2011459"/>
                  </a:lnTo>
                  <a:lnTo>
                    <a:pt x="3243069" y="2011459"/>
                  </a:lnTo>
                  <a:lnTo>
                    <a:pt x="3243163" y="2011459"/>
                  </a:lnTo>
                  <a:lnTo>
                    <a:pt x="3243257" y="2011459"/>
                  </a:lnTo>
                  <a:lnTo>
                    <a:pt x="3243351" y="2011459"/>
                  </a:lnTo>
                  <a:lnTo>
                    <a:pt x="3243445" y="2011459"/>
                  </a:lnTo>
                  <a:lnTo>
                    <a:pt x="3243539" y="2011459"/>
                  </a:lnTo>
                  <a:lnTo>
                    <a:pt x="3243633" y="2011459"/>
                  </a:lnTo>
                  <a:lnTo>
                    <a:pt x="3243727" y="2011459"/>
                  </a:lnTo>
                  <a:lnTo>
                    <a:pt x="3243821" y="2011459"/>
                  </a:lnTo>
                  <a:lnTo>
                    <a:pt x="3243915" y="2011459"/>
                  </a:lnTo>
                  <a:lnTo>
                    <a:pt x="3244009" y="2011459"/>
                  </a:lnTo>
                  <a:lnTo>
                    <a:pt x="3244103" y="2011459"/>
                  </a:lnTo>
                  <a:lnTo>
                    <a:pt x="3244197" y="2011459"/>
                  </a:lnTo>
                  <a:lnTo>
                    <a:pt x="3244291" y="2011459"/>
                  </a:lnTo>
                  <a:lnTo>
                    <a:pt x="3244385" y="2011459"/>
                  </a:lnTo>
                  <a:lnTo>
                    <a:pt x="3244479" y="2011459"/>
                  </a:lnTo>
                  <a:lnTo>
                    <a:pt x="3244573" y="2011459"/>
                  </a:lnTo>
                  <a:lnTo>
                    <a:pt x="3244667" y="2011459"/>
                  </a:lnTo>
                  <a:lnTo>
                    <a:pt x="3244761" y="2011459"/>
                  </a:lnTo>
                  <a:lnTo>
                    <a:pt x="3244855" y="2011459"/>
                  </a:lnTo>
                  <a:lnTo>
                    <a:pt x="3244949" y="2011459"/>
                  </a:lnTo>
                  <a:lnTo>
                    <a:pt x="3245043" y="2011459"/>
                  </a:lnTo>
                  <a:lnTo>
                    <a:pt x="3245137" y="2011459"/>
                  </a:lnTo>
                  <a:lnTo>
                    <a:pt x="3245231" y="2011459"/>
                  </a:lnTo>
                  <a:lnTo>
                    <a:pt x="3245325" y="2011459"/>
                  </a:lnTo>
                  <a:lnTo>
                    <a:pt x="3245419" y="2011459"/>
                  </a:lnTo>
                  <a:lnTo>
                    <a:pt x="3245513" y="2011459"/>
                  </a:lnTo>
                  <a:lnTo>
                    <a:pt x="3245607" y="2011459"/>
                  </a:lnTo>
                  <a:lnTo>
                    <a:pt x="3245701" y="2011459"/>
                  </a:lnTo>
                  <a:lnTo>
                    <a:pt x="3245795" y="2011459"/>
                  </a:lnTo>
                  <a:lnTo>
                    <a:pt x="3245889" y="2011459"/>
                  </a:lnTo>
                  <a:lnTo>
                    <a:pt x="3245983" y="2011459"/>
                  </a:lnTo>
                  <a:lnTo>
                    <a:pt x="3246077" y="2011459"/>
                  </a:lnTo>
                  <a:lnTo>
                    <a:pt x="3246171" y="2011459"/>
                  </a:lnTo>
                  <a:lnTo>
                    <a:pt x="3246265" y="2011459"/>
                  </a:lnTo>
                  <a:lnTo>
                    <a:pt x="3246359" y="2011459"/>
                  </a:lnTo>
                  <a:lnTo>
                    <a:pt x="3246453" y="2011459"/>
                  </a:lnTo>
                  <a:lnTo>
                    <a:pt x="3246548" y="2011459"/>
                  </a:lnTo>
                  <a:lnTo>
                    <a:pt x="3246642" y="2011459"/>
                  </a:lnTo>
                  <a:lnTo>
                    <a:pt x="3246736" y="2011459"/>
                  </a:lnTo>
                  <a:lnTo>
                    <a:pt x="3246830" y="2011459"/>
                  </a:lnTo>
                  <a:lnTo>
                    <a:pt x="3246924" y="2011459"/>
                  </a:lnTo>
                  <a:lnTo>
                    <a:pt x="3247018" y="2011459"/>
                  </a:lnTo>
                  <a:lnTo>
                    <a:pt x="3247112" y="2011459"/>
                  </a:lnTo>
                  <a:lnTo>
                    <a:pt x="3247206" y="2011459"/>
                  </a:lnTo>
                  <a:lnTo>
                    <a:pt x="3247300" y="2011459"/>
                  </a:lnTo>
                  <a:lnTo>
                    <a:pt x="3247394" y="2011459"/>
                  </a:lnTo>
                  <a:lnTo>
                    <a:pt x="3247488" y="2011459"/>
                  </a:lnTo>
                  <a:lnTo>
                    <a:pt x="3247582" y="2011459"/>
                  </a:lnTo>
                  <a:lnTo>
                    <a:pt x="3247676" y="2011459"/>
                  </a:lnTo>
                  <a:lnTo>
                    <a:pt x="3247770" y="2011459"/>
                  </a:lnTo>
                  <a:lnTo>
                    <a:pt x="3247864" y="2011459"/>
                  </a:lnTo>
                  <a:lnTo>
                    <a:pt x="3247958" y="2011459"/>
                  </a:lnTo>
                  <a:lnTo>
                    <a:pt x="3248052" y="2011459"/>
                  </a:lnTo>
                  <a:lnTo>
                    <a:pt x="3248146" y="2011459"/>
                  </a:lnTo>
                  <a:lnTo>
                    <a:pt x="3248240" y="2011459"/>
                  </a:lnTo>
                  <a:lnTo>
                    <a:pt x="3248334" y="2011459"/>
                  </a:lnTo>
                  <a:lnTo>
                    <a:pt x="3248428" y="2011459"/>
                  </a:lnTo>
                  <a:lnTo>
                    <a:pt x="3248522" y="2011459"/>
                  </a:lnTo>
                  <a:lnTo>
                    <a:pt x="3248616" y="2011459"/>
                  </a:lnTo>
                  <a:lnTo>
                    <a:pt x="3248710" y="2011459"/>
                  </a:lnTo>
                  <a:lnTo>
                    <a:pt x="3248804" y="2011459"/>
                  </a:lnTo>
                  <a:lnTo>
                    <a:pt x="3248898" y="2011459"/>
                  </a:lnTo>
                  <a:lnTo>
                    <a:pt x="3248992" y="2011459"/>
                  </a:lnTo>
                  <a:lnTo>
                    <a:pt x="3249086" y="2011459"/>
                  </a:lnTo>
                  <a:lnTo>
                    <a:pt x="3249180" y="2011459"/>
                  </a:lnTo>
                  <a:lnTo>
                    <a:pt x="3249274" y="2011459"/>
                  </a:lnTo>
                  <a:lnTo>
                    <a:pt x="3249368" y="2011459"/>
                  </a:lnTo>
                  <a:lnTo>
                    <a:pt x="3249462" y="2011459"/>
                  </a:lnTo>
                  <a:lnTo>
                    <a:pt x="3249556" y="2011459"/>
                  </a:lnTo>
                  <a:lnTo>
                    <a:pt x="3249650" y="2011459"/>
                  </a:lnTo>
                  <a:lnTo>
                    <a:pt x="3249744" y="2011459"/>
                  </a:lnTo>
                  <a:lnTo>
                    <a:pt x="3249838" y="2011459"/>
                  </a:lnTo>
                  <a:lnTo>
                    <a:pt x="3249932" y="2011459"/>
                  </a:lnTo>
                  <a:lnTo>
                    <a:pt x="3250027" y="2011459"/>
                  </a:lnTo>
                  <a:lnTo>
                    <a:pt x="3250121" y="2011459"/>
                  </a:lnTo>
                  <a:lnTo>
                    <a:pt x="3250215" y="2011459"/>
                  </a:lnTo>
                  <a:lnTo>
                    <a:pt x="3250309" y="2011459"/>
                  </a:lnTo>
                  <a:lnTo>
                    <a:pt x="3250403" y="2011459"/>
                  </a:lnTo>
                  <a:lnTo>
                    <a:pt x="3250497" y="2011459"/>
                  </a:lnTo>
                  <a:lnTo>
                    <a:pt x="3250591" y="2011459"/>
                  </a:lnTo>
                  <a:lnTo>
                    <a:pt x="3250685" y="2011459"/>
                  </a:lnTo>
                  <a:lnTo>
                    <a:pt x="3250779" y="2011459"/>
                  </a:lnTo>
                  <a:lnTo>
                    <a:pt x="3250873" y="2011459"/>
                  </a:lnTo>
                  <a:lnTo>
                    <a:pt x="3250967" y="2011459"/>
                  </a:lnTo>
                  <a:lnTo>
                    <a:pt x="3251061" y="2011459"/>
                  </a:lnTo>
                  <a:lnTo>
                    <a:pt x="3251155" y="2011459"/>
                  </a:lnTo>
                  <a:lnTo>
                    <a:pt x="3251249" y="2011459"/>
                  </a:lnTo>
                  <a:lnTo>
                    <a:pt x="3251343" y="2011459"/>
                  </a:lnTo>
                  <a:lnTo>
                    <a:pt x="3251437" y="2011459"/>
                  </a:lnTo>
                  <a:lnTo>
                    <a:pt x="3251531" y="2011459"/>
                  </a:lnTo>
                  <a:lnTo>
                    <a:pt x="3251625" y="2011459"/>
                  </a:lnTo>
                  <a:lnTo>
                    <a:pt x="3251719" y="2011459"/>
                  </a:lnTo>
                  <a:lnTo>
                    <a:pt x="3251813" y="2011459"/>
                  </a:lnTo>
                  <a:lnTo>
                    <a:pt x="3251907" y="2011459"/>
                  </a:lnTo>
                  <a:lnTo>
                    <a:pt x="3252001" y="2011459"/>
                  </a:lnTo>
                  <a:lnTo>
                    <a:pt x="3252095" y="2011459"/>
                  </a:lnTo>
                  <a:lnTo>
                    <a:pt x="3252189" y="2011459"/>
                  </a:lnTo>
                  <a:lnTo>
                    <a:pt x="3252283" y="2011459"/>
                  </a:lnTo>
                  <a:lnTo>
                    <a:pt x="3252377" y="2011459"/>
                  </a:lnTo>
                  <a:lnTo>
                    <a:pt x="3252471" y="2011459"/>
                  </a:lnTo>
                  <a:lnTo>
                    <a:pt x="3252565" y="2011459"/>
                  </a:lnTo>
                  <a:lnTo>
                    <a:pt x="3252659" y="2011459"/>
                  </a:lnTo>
                  <a:lnTo>
                    <a:pt x="3252753" y="2011459"/>
                  </a:lnTo>
                  <a:lnTo>
                    <a:pt x="3252847" y="2011459"/>
                  </a:lnTo>
                  <a:lnTo>
                    <a:pt x="3252941" y="2011459"/>
                  </a:lnTo>
                  <a:lnTo>
                    <a:pt x="3253035" y="2011459"/>
                  </a:lnTo>
                  <a:lnTo>
                    <a:pt x="3253129" y="2011459"/>
                  </a:lnTo>
                  <a:lnTo>
                    <a:pt x="3253223" y="2011459"/>
                  </a:lnTo>
                  <a:lnTo>
                    <a:pt x="3253317" y="2011459"/>
                  </a:lnTo>
                  <a:lnTo>
                    <a:pt x="3253411" y="2011459"/>
                  </a:lnTo>
                  <a:lnTo>
                    <a:pt x="3253505" y="2011459"/>
                  </a:lnTo>
                  <a:lnTo>
                    <a:pt x="3253600" y="2011459"/>
                  </a:lnTo>
                  <a:lnTo>
                    <a:pt x="3253694" y="2011459"/>
                  </a:lnTo>
                  <a:lnTo>
                    <a:pt x="3253788" y="2011459"/>
                  </a:lnTo>
                  <a:lnTo>
                    <a:pt x="3253788" y="2006180"/>
                  </a:lnTo>
                  <a:lnTo>
                    <a:pt x="3253882" y="2006180"/>
                  </a:lnTo>
                  <a:lnTo>
                    <a:pt x="3253976" y="2006180"/>
                  </a:lnTo>
                  <a:lnTo>
                    <a:pt x="3254070" y="2006180"/>
                  </a:lnTo>
                  <a:lnTo>
                    <a:pt x="3254164" y="2006180"/>
                  </a:lnTo>
                  <a:lnTo>
                    <a:pt x="3254258" y="2006180"/>
                  </a:lnTo>
                  <a:lnTo>
                    <a:pt x="3254352" y="2006180"/>
                  </a:lnTo>
                  <a:lnTo>
                    <a:pt x="3254446" y="2006180"/>
                  </a:lnTo>
                  <a:lnTo>
                    <a:pt x="3254540" y="2006180"/>
                  </a:lnTo>
                  <a:lnTo>
                    <a:pt x="3254634" y="2006180"/>
                  </a:lnTo>
                  <a:lnTo>
                    <a:pt x="3254728" y="2006180"/>
                  </a:lnTo>
                  <a:lnTo>
                    <a:pt x="3254822" y="2006180"/>
                  </a:lnTo>
                  <a:lnTo>
                    <a:pt x="3254916" y="2006180"/>
                  </a:lnTo>
                  <a:lnTo>
                    <a:pt x="3255010" y="2006180"/>
                  </a:lnTo>
                  <a:lnTo>
                    <a:pt x="3255104" y="2006180"/>
                  </a:lnTo>
                  <a:lnTo>
                    <a:pt x="3255198" y="2006180"/>
                  </a:lnTo>
                  <a:lnTo>
                    <a:pt x="3255292" y="2006180"/>
                  </a:lnTo>
                  <a:lnTo>
                    <a:pt x="3255386" y="2006180"/>
                  </a:lnTo>
                  <a:lnTo>
                    <a:pt x="3255480" y="2006180"/>
                  </a:lnTo>
                  <a:lnTo>
                    <a:pt x="3255574" y="2006180"/>
                  </a:lnTo>
                  <a:lnTo>
                    <a:pt x="3255668" y="2006180"/>
                  </a:lnTo>
                  <a:lnTo>
                    <a:pt x="3255762" y="2006180"/>
                  </a:lnTo>
                  <a:lnTo>
                    <a:pt x="3255856" y="2006180"/>
                  </a:lnTo>
                  <a:lnTo>
                    <a:pt x="3255950" y="2006180"/>
                  </a:lnTo>
                  <a:lnTo>
                    <a:pt x="3256044" y="2006180"/>
                  </a:lnTo>
                  <a:lnTo>
                    <a:pt x="3256138" y="2006180"/>
                  </a:lnTo>
                  <a:lnTo>
                    <a:pt x="3256232" y="2006180"/>
                  </a:lnTo>
                  <a:lnTo>
                    <a:pt x="3256326" y="2006180"/>
                  </a:lnTo>
                  <a:lnTo>
                    <a:pt x="3256420" y="2006180"/>
                  </a:lnTo>
                  <a:lnTo>
                    <a:pt x="3256420" y="2000900"/>
                  </a:lnTo>
                  <a:lnTo>
                    <a:pt x="3256514" y="2000900"/>
                  </a:lnTo>
                  <a:lnTo>
                    <a:pt x="3256608" y="2000900"/>
                  </a:lnTo>
                  <a:lnTo>
                    <a:pt x="3256702" y="2000900"/>
                  </a:lnTo>
                  <a:lnTo>
                    <a:pt x="3256796" y="2000900"/>
                  </a:lnTo>
                  <a:lnTo>
                    <a:pt x="3256890" y="2000900"/>
                  </a:lnTo>
                  <a:lnTo>
                    <a:pt x="3256984" y="2000900"/>
                  </a:lnTo>
                  <a:lnTo>
                    <a:pt x="3257078" y="2000900"/>
                  </a:lnTo>
                  <a:lnTo>
                    <a:pt x="3257173" y="2000900"/>
                  </a:lnTo>
                  <a:lnTo>
                    <a:pt x="3257267" y="2000900"/>
                  </a:lnTo>
                  <a:lnTo>
                    <a:pt x="3257361" y="2000900"/>
                  </a:lnTo>
                  <a:lnTo>
                    <a:pt x="3257455" y="2000900"/>
                  </a:lnTo>
                  <a:lnTo>
                    <a:pt x="3257455" y="1995621"/>
                  </a:lnTo>
                  <a:lnTo>
                    <a:pt x="3257549" y="1995621"/>
                  </a:lnTo>
                  <a:lnTo>
                    <a:pt x="3257643" y="1995621"/>
                  </a:lnTo>
                  <a:lnTo>
                    <a:pt x="3257737" y="1995621"/>
                  </a:lnTo>
                  <a:lnTo>
                    <a:pt x="3257831" y="1995621"/>
                  </a:lnTo>
                  <a:lnTo>
                    <a:pt x="3257925" y="1995621"/>
                  </a:lnTo>
                  <a:lnTo>
                    <a:pt x="3258019" y="1995621"/>
                  </a:lnTo>
                  <a:lnTo>
                    <a:pt x="3258113" y="1995621"/>
                  </a:lnTo>
                  <a:lnTo>
                    <a:pt x="3258207" y="1995621"/>
                  </a:lnTo>
                  <a:lnTo>
                    <a:pt x="3258301" y="1995621"/>
                  </a:lnTo>
                  <a:lnTo>
                    <a:pt x="3258395" y="1995621"/>
                  </a:lnTo>
                  <a:lnTo>
                    <a:pt x="3258489" y="1995621"/>
                  </a:lnTo>
                  <a:lnTo>
                    <a:pt x="3258583" y="1995621"/>
                  </a:lnTo>
                  <a:lnTo>
                    <a:pt x="3258677" y="1995621"/>
                  </a:lnTo>
                  <a:lnTo>
                    <a:pt x="3258677" y="1990341"/>
                  </a:lnTo>
                  <a:lnTo>
                    <a:pt x="3258771" y="1990341"/>
                  </a:lnTo>
                  <a:lnTo>
                    <a:pt x="3258865" y="1990341"/>
                  </a:lnTo>
                  <a:lnTo>
                    <a:pt x="3258959" y="1990341"/>
                  </a:lnTo>
                  <a:lnTo>
                    <a:pt x="3259053" y="1990341"/>
                  </a:lnTo>
                  <a:lnTo>
                    <a:pt x="3259147" y="1990341"/>
                  </a:lnTo>
                  <a:lnTo>
                    <a:pt x="3259241" y="1990341"/>
                  </a:lnTo>
                  <a:lnTo>
                    <a:pt x="3259335" y="1990341"/>
                  </a:lnTo>
                  <a:lnTo>
                    <a:pt x="3259429" y="1990341"/>
                  </a:lnTo>
                  <a:lnTo>
                    <a:pt x="3259523" y="1990341"/>
                  </a:lnTo>
                  <a:lnTo>
                    <a:pt x="3259617" y="1990341"/>
                  </a:lnTo>
                  <a:lnTo>
                    <a:pt x="3259711" y="1990341"/>
                  </a:lnTo>
                  <a:lnTo>
                    <a:pt x="3259805" y="1990341"/>
                  </a:lnTo>
                  <a:lnTo>
                    <a:pt x="3259899" y="1990341"/>
                  </a:lnTo>
                  <a:lnTo>
                    <a:pt x="3259993" y="1990341"/>
                  </a:lnTo>
                  <a:lnTo>
                    <a:pt x="3260087" y="1990341"/>
                  </a:lnTo>
                  <a:lnTo>
                    <a:pt x="3260181" y="1990341"/>
                  </a:lnTo>
                  <a:lnTo>
                    <a:pt x="3260275" y="1990341"/>
                  </a:lnTo>
                  <a:lnTo>
                    <a:pt x="3260369" y="1990341"/>
                  </a:lnTo>
                  <a:lnTo>
                    <a:pt x="3260463" y="1990341"/>
                  </a:lnTo>
                  <a:lnTo>
                    <a:pt x="3260557" y="1990341"/>
                  </a:lnTo>
                  <a:lnTo>
                    <a:pt x="3260652" y="1990341"/>
                  </a:lnTo>
                  <a:lnTo>
                    <a:pt x="3260746" y="1990341"/>
                  </a:lnTo>
                  <a:lnTo>
                    <a:pt x="3260840" y="1990341"/>
                  </a:lnTo>
                  <a:lnTo>
                    <a:pt x="3260934" y="1990341"/>
                  </a:lnTo>
                  <a:lnTo>
                    <a:pt x="3261028" y="1990341"/>
                  </a:lnTo>
                  <a:lnTo>
                    <a:pt x="3261122" y="1990341"/>
                  </a:lnTo>
                  <a:lnTo>
                    <a:pt x="3261216" y="1990341"/>
                  </a:lnTo>
                  <a:lnTo>
                    <a:pt x="3261310" y="1990341"/>
                  </a:lnTo>
                  <a:lnTo>
                    <a:pt x="3261404" y="1990341"/>
                  </a:lnTo>
                  <a:lnTo>
                    <a:pt x="3261498" y="1990341"/>
                  </a:lnTo>
                  <a:lnTo>
                    <a:pt x="3261592" y="1990341"/>
                  </a:lnTo>
                  <a:lnTo>
                    <a:pt x="3261686" y="1990341"/>
                  </a:lnTo>
                  <a:lnTo>
                    <a:pt x="3261780" y="1990341"/>
                  </a:lnTo>
                  <a:lnTo>
                    <a:pt x="3261874" y="1990341"/>
                  </a:lnTo>
                  <a:lnTo>
                    <a:pt x="3261968" y="1990341"/>
                  </a:lnTo>
                  <a:lnTo>
                    <a:pt x="3262062" y="1990341"/>
                  </a:lnTo>
                  <a:lnTo>
                    <a:pt x="3262156" y="1990341"/>
                  </a:lnTo>
                  <a:lnTo>
                    <a:pt x="3262250" y="1990341"/>
                  </a:lnTo>
                  <a:lnTo>
                    <a:pt x="3262344" y="1990341"/>
                  </a:lnTo>
                  <a:lnTo>
                    <a:pt x="3262438" y="1990341"/>
                  </a:lnTo>
                  <a:lnTo>
                    <a:pt x="3262532" y="1990341"/>
                  </a:lnTo>
                  <a:lnTo>
                    <a:pt x="3262626" y="1990341"/>
                  </a:lnTo>
                  <a:lnTo>
                    <a:pt x="3262720" y="1990341"/>
                  </a:lnTo>
                  <a:lnTo>
                    <a:pt x="3262814" y="1990341"/>
                  </a:lnTo>
                  <a:lnTo>
                    <a:pt x="3262908" y="1990341"/>
                  </a:lnTo>
                  <a:lnTo>
                    <a:pt x="3263002" y="1990341"/>
                  </a:lnTo>
                  <a:lnTo>
                    <a:pt x="3263096" y="1990341"/>
                  </a:lnTo>
                  <a:lnTo>
                    <a:pt x="3263190" y="1990341"/>
                  </a:lnTo>
                  <a:lnTo>
                    <a:pt x="3263284" y="1990341"/>
                  </a:lnTo>
                  <a:lnTo>
                    <a:pt x="3263378" y="1990341"/>
                  </a:lnTo>
                  <a:lnTo>
                    <a:pt x="3263472" y="1990341"/>
                  </a:lnTo>
                  <a:lnTo>
                    <a:pt x="3263566" y="1990341"/>
                  </a:lnTo>
                  <a:lnTo>
                    <a:pt x="3263660" y="1990341"/>
                  </a:lnTo>
                  <a:lnTo>
                    <a:pt x="3263754" y="1990341"/>
                  </a:lnTo>
                  <a:lnTo>
                    <a:pt x="3263848" y="1990341"/>
                  </a:lnTo>
                  <a:lnTo>
                    <a:pt x="3263942" y="1990341"/>
                  </a:lnTo>
                  <a:lnTo>
                    <a:pt x="3264036" y="1990341"/>
                  </a:lnTo>
                  <a:lnTo>
                    <a:pt x="3264130" y="1990341"/>
                  </a:lnTo>
                  <a:lnTo>
                    <a:pt x="3264225" y="1990341"/>
                  </a:lnTo>
                  <a:lnTo>
                    <a:pt x="3264319" y="1990341"/>
                  </a:lnTo>
                  <a:lnTo>
                    <a:pt x="3264413" y="1990341"/>
                  </a:lnTo>
                  <a:lnTo>
                    <a:pt x="3264507" y="1990341"/>
                  </a:lnTo>
                  <a:lnTo>
                    <a:pt x="3264601" y="1990341"/>
                  </a:lnTo>
                  <a:lnTo>
                    <a:pt x="3264695" y="1990341"/>
                  </a:lnTo>
                  <a:lnTo>
                    <a:pt x="3264789" y="1990341"/>
                  </a:lnTo>
                  <a:lnTo>
                    <a:pt x="3264883" y="1990341"/>
                  </a:lnTo>
                  <a:lnTo>
                    <a:pt x="3264977" y="1990341"/>
                  </a:lnTo>
                  <a:lnTo>
                    <a:pt x="3265071" y="1990341"/>
                  </a:lnTo>
                  <a:lnTo>
                    <a:pt x="3265165" y="1990341"/>
                  </a:lnTo>
                  <a:lnTo>
                    <a:pt x="3265259" y="1990341"/>
                  </a:lnTo>
                  <a:lnTo>
                    <a:pt x="3265353" y="1990341"/>
                  </a:lnTo>
                  <a:lnTo>
                    <a:pt x="3265447" y="1990341"/>
                  </a:lnTo>
                  <a:lnTo>
                    <a:pt x="3265541" y="1990341"/>
                  </a:lnTo>
                  <a:lnTo>
                    <a:pt x="3265635" y="1990341"/>
                  </a:lnTo>
                  <a:lnTo>
                    <a:pt x="3265729" y="1990341"/>
                  </a:lnTo>
                  <a:lnTo>
                    <a:pt x="3265823" y="1990341"/>
                  </a:lnTo>
                  <a:lnTo>
                    <a:pt x="3265917" y="1990341"/>
                  </a:lnTo>
                  <a:lnTo>
                    <a:pt x="3266011" y="1990341"/>
                  </a:lnTo>
                  <a:lnTo>
                    <a:pt x="3266105" y="1990341"/>
                  </a:lnTo>
                  <a:lnTo>
                    <a:pt x="3266199" y="1990341"/>
                  </a:lnTo>
                  <a:lnTo>
                    <a:pt x="3266293" y="1990341"/>
                  </a:lnTo>
                  <a:lnTo>
                    <a:pt x="3266387" y="1990341"/>
                  </a:lnTo>
                  <a:lnTo>
                    <a:pt x="3266481" y="1990341"/>
                  </a:lnTo>
                  <a:lnTo>
                    <a:pt x="3266575" y="1990341"/>
                  </a:lnTo>
                  <a:lnTo>
                    <a:pt x="3266669" y="1990341"/>
                  </a:lnTo>
                  <a:lnTo>
                    <a:pt x="3266763" y="1990341"/>
                  </a:lnTo>
                  <a:lnTo>
                    <a:pt x="3266857" y="1990341"/>
                  </a:lnTo>
                  <a:lnTo>
                    <a:pt x="3266951" y="1990341"/>
                  </a:lnTo>
                  <a:lnTo>
                    <a:pt x="3267045" y="1990341"/>
                  </a:lnTo>
                  <a:lnTo>
                    <a:pt x="3267139" y="1990341"/>
                  </a:lnTo>
                  <a:lnTo>
                    <a:pt x="3267233" y="1990341"/>
                  </a:lnTo>
                  <a:lnTo>
                    <a:pt x="3267327" y="1990341"/>
                  </a:lnTo>
                  <a:lnTo>
                    <a:pt x="3267421" y="1990341"/>
                  </a:lnTo>
                  <a:lnTo>
                    <a:pt x="3267515" y="1990341"/>
                  </a:lnTo>
                  <a:lnTo>
                    <a:pt x="3267609" y="1990341"/>
                  </a:lnTo>
                  <a:lnTo>
                    <a:pt x="3267703" y="1990341"/>
                  </a:lnTo>
                  <a:lnTo>
                    <a:pt x="3267798" y="1990341"/>
                  </a:lnTo>
                  <a:lnTo>
                    <a:pt x="3267892" y="1990341"/>
                  </a:lnTo>
                  <a:lnTo>
                    <a:pt x="3267986" y="1990341"/>
                  </a:lnTo>
                  <a:lnTo>
                    <a:pt x="3268080" y="1990341"/>
                  </a:lnTo>
                  <a:lnTo>
                    <a:pt x="3268174" y="1990341"/>
                  </a:lnTo>
                  <a:lnTo>
                    <a:pt x="3268268" y="1990341"/>
                  </a:lnTo>
                  <a:lnTo>
                    <a:pt x="3268362" y="1990341"/>
                  </a:lnTo>
                  <a:lnTo>
                    <a:pt x="3268456" y="1990341"/>
                  </a:lnTo>
                  <a:lnTo>
                    <a:pt x="3268550" y="1990341"/>
                  </a:lnTo>
                  <a:lnTo>
                    <a:pt x="3268644" y="1990341"/>
                  </a:lnTo>
                  <a:lnTo>
                    <a:pt x="3268738" y="1990341"/>
                  </a:lnTo>
                  <a:lnTo>
                    <a:pt x="3268832" y="1990341"/>
                  </a:lnTo>
                  <a:lnTo>
                    <a:pt x="3268832" y="1985062"/>
                  </a:lnTo>
                  <a:lnTo>
                    <a:pt x="3268926" y="1985062"/>
                  </a:lnTo>
                  <a:lnTo>
                    <a:pt x="3269020" y="1985062"/>
                  </a:lnTo>
                  <a:lnTo>
                    <a:pt x="3269114" y="1985062"/>
                  </a:lnTo>
                  <a:lnTo>
                    <a:pt x="3269208" y="1985062"/>
                  </a:lnTo>
                  <a:lnTo>
                    <a:pt x="3269302" y="1985062"/>
                  </a:lnTo>
                  <a:lnTo>
                    <a:pt x="3269396" y="1985062"/>
                  </a:lnTo>
                  <a:lnTo>
                    <a:pt x="3269490" y="1985062"/>
                  </a:lnTo>
                  <a:lnTo>
                    <a:pt x="3269584" y="1985062"/>
                  </a:lnTo>
                  <a:lnTo>
                    <a:pt x="3269678" y="1985062"/>
                  </a:lnTo>
                  <a:lnTo>
                    <a:pt x="3269772" y="1985062"/>
                  </a:lnTo>
                  <a:lnTo>
                    <a:pt x="3269866" y="1985062"/>
                  </a:lnTo>
                  <a:lnTo>
                    <a:pt x="3269960" y="1985062"/>
                  </a:lnTo>
                  <a:lnTo>
                    <a:pt x="3270054" y="1985062"/>
                  </a:lnTo>
                  <a:lnTo>
                    <a:pt x="3270148" y="1985062"/>
                  </a:lnTo>
                  <a:lnTo>
                    <a:pt x="3270242" y="1985062"/>
                  </a:lnTo>
                  <a:lnTo>
                    <a:pt x="3270336" y="1985062"/>
                  </a:lnTo>
                  <a:lnTo>
                    <a:pt x="3270430" y="1985062"/>
                  </a:lnTo>
                  <a:lnTo>
                    <a:pt x="3270524" y="1985062"/>
                  </a:lnTo>
                  <a:lnTo>
                    <a:pt x="3270618" y="1985062"/>
                  </a:lnTo>
                  <a:lnTo>
                    <a:pt x="3270712" y="1985062"/>
                  </a:lnTo>
                  <a:lnTo>
                    <a:pt x="3270806" y="1985062"/>
                  </a:lnTo>
                  <a:lnTo>
                    <a:pt x="3270900" y="1985062"/>
                  </a:lnTo>
                  <a:lnTo>
                    <a:pt x="3270994" y="1985062"/>
                  </a:lnTo>
                  <a:lnTo>
                    <a:pt x="3271088" y="1985062"/>
                  </a:lnTo>
                  <a:lnTo>
                    <a:pt x="3271182" y="1985062"/>
                  </a:lnTo>
                  <a:lnTo>
                    <a:pt x="3271277" y="1985062"/>
                  </a:lnTo>
                  <a:lnTo>
                    <a:pt x="3271371" y="1985062"/>
                  </a:lnTo>
                  <a:lnTo>
                    <a:pt x="3271465" y="1985062"/>
                  </a:lnTo>
                  <a:lnTo>
                    <a:pt x="3271559" y="1985062"/>
                  </a:lnTo>
                  <a:lnTo>
                    <a:pt x="3271653" y="1985062"/>
                  </a:lnTo>
                  <a:lnTo>
                    <a:pt x="3271747" y="1985062"/>
                  </a:lnTo>
                  <a:lnTo>
                    <a:pt x="3271841" y="1985062"/>
                  </a:lnTo>
                  <a:lnTo>
                    <a:pt x="3271935" y="1985062"/>
                  </a:lnTo>
                  <a:lnTo>
                    <a:pt x="3272029" y="1985062"/>
                  </a:lnTo>
                  <a:lnTo>
                    <a:pt x="3272123" y="1985062"/>
                  </a:lnTo>
                  <a:lnTo>
                    <a:pt x="3272217" y="1985062"/>
                  </a:lnTo>
                  <a:lnTo>
                    <a:pt x="3272311" y="1985062"/>
                  </a:lnTo>
                  <a:lnTo>
                    <a:pt x="3272405" y="1985062"/>
                  </a:lnTo>
                  <a:lnTo>
                    <a:pt x="3272499" y="1985062"/>
                  </a:lnTo>
                  <a:lnTo>
                    <a:pt x="3272593" y="1985062"/>
                  </a:lnTo>
                  <a:lnTo>
                    <a:pt x="3272687" y="1985062"/>
                  </a:lnTo>
                  <a:lnTo>
                    <a:pt x="3272781" y="1985062"/>
                  </a:lnTo>
                  <a:lnTo>
                    <a:pt x="3272875" y="1985062"/>
                  </a:lnTo>
                  <a:lnTo>
                    <a:pt x="3272969" y="1985062"/>
                  </a:lnTo>
                  <a:lnTo>
                    <a:pt x="3273063" y="1985062"/>
                  </a:lnTo>
                  <a:lnTo>
                    <a:pt x="3273157" y="1985062"/>
                  </a:lnTo>
                  <a:lnTo>
                    <a:pt x="3273251" y="1985062"/>
                  </a:lnTo>
                  <a:lnTo>
                    <a:pt x="3273345" y="1985062"/>
                  </a:lnTo>
                  <a:lnTo>
                    <a:pt x="3273439" y="1985062"/>
                  </a:lnTo>
                  <a:lnTo>
                    <a:pt x="3273533" y="1985062"/>
                  </a:lnTo>
                  <a:lnTo>
                    <a:pt x="3273627" y="1985062"/>
                  </a:lnTo>
                  <a:lnTo>
                    <a:pt x="3273721" y="1985062"/>
                  </a:lnTo>
                  <a:lnTo>
                    <a:pt x="3273815" y="1985062"/>
                  </a:lnTo>
                  <a:lnTo>
                    <a:pt x="3273909" y="1985062"/>
                  </a:lnTo>
                  <a:lnTo>
                    <a:pt x="3274003" y="1985062"/>
                  </a:lnTo>
                  <a:lnTo>
                    <a:pt x="3274097" y="1985062"/>
                  </a:lnTo>
                  <a:lnTo>
                    <a:pt x="3274191" y="1985062"/>
                  </a:lnTo>
                  <a:lnTo>
                    <a:pt x="3274285" y="1985062"/>
                  </a:lnTo>
                  <a:lnTo>
                    <a:pt x="3274379" y="1985062"/>
                  </a:lnTo>
                  <a:lnTo>
                    <a:pt x="3274473" y="1985062"/>
                  </a:lnTo>
                  <a:lnTo>
                    <a:pt x="3274567" y="1985062"/>
                  </a:lnTo>
                  <a:lnTo>
                    <a:pt x="3274661" y="1985062"/>
                  </a:lnTo>
                  <a:lnTo>
                    <a:pt x="3274755" y="1985062"/>
                  </a:lnTo>
                  <a:lnTo>
                    <a:pt x="3274850" y="1985062"/>
                  </a:lnTo>
                  <a:lnTo>
                    <a:pt x="3274944" y="1985062"/>
                  </a:lnTo>
                  <a:lnTo>
                    <a:pt x="3275038" y="1985062"/>
                  </a:lnTo>
                  <a:lnTo>
                    <a:pt x="3275132" y="1985062"/>
                  </a:lnTo>
                  <a:lnTo>
                    <a:pt x="3275226" y="1985062"/>
                  </a:lnTo>
                  <a:lnTo>
                    <a:pt x="3275320" y="1985062"/>
                  </a:lnTo>
                  <a:lnTo>
                    <a:pt x="3275414" y="1985062"/>
                  </a:lnTo>
                  <a:lnTo>
                    <a:pt x="3275508" y="1985062"/>
                  </a:lnTo>
                  <a:lnTo>
                    <a:pt x="3275602" y="1985062"/>
                  </a:lnTo>
                  <a:lnTo>
                    <a:pt x="3275696" y="1985062"/>
                  </a:lnTo>
                  <a:lnTo>
                    <a:pt x="3275790" y="1985062"/>
                  </a:lnTo>
                  <a:lnTo>
                    <a:pt x="3275884" y="1985062"/>
                  </a:lnTo>
                  <a:lnTo>
                    <a:pt x="3275978" y="1985062"/>
                  </a:lnTo>
                  <a:lnTo>
                    <a:pt x="3276072" y="1985062"/>
                  </a:lnTo>
                  <a:lnTo>
                    <a:pt x="3276166" y="1985062"/>
                  </a:lnTo>
                  <a:lnTo>
                    <a:pt x="3276260" y="1985062"/>
                  </a:lnTo>
                  <a:lnTo>
                    <a:pt x="3276354" y="1985062"/>
                  </a:lnTo>
                  <a:lnTo>
                    <a:pt x="3276448" y="1985062"/>
                  </a:lnTo>
                  <a:lnTo>
                    <a:pt x="3276542" y="1985062"/>
                  </a:lnTo>
                  <a:lnTo>
                    <a:pt x="3276636" y="1985062"/>
                  </a:lnTo>
                  <a:lnTo>
                    <a:pt x="3276730" y="1985062"/>
                  </a:lnTo>
                  <a:lnTo>
                    <a:pt x="3276824" y="1985062"/>
                  </a:lnTo>
                  <a:lnTo>
                    <a:pt x="3276918" y="1985062"/>
                  </a:lnTo>
                  <a:lnTo>
                    <a:pt x="3277012" y="1985062"/>
                  </a:lnTo>
                  <a:lnTo>
                    <a:pt x="3277106" y="1985062"/>
                  </a:lnTo>
                  <a:lnTo>
                    <a:pt x="3277200" y="1985062"/>
                  </a:lnTo>
                  <a:lnTo>
                    <a:pt x="3277294" y="1985062"/>
                  </a:lnTo>
                  <a:lnTo>
                    <a:pt x="3277388" y="1985062"/>
                  </a:lnTo>
                  <a:lnTo>
                    <a:pt x="3277482" y="1985062"/>
                  </a:lnTo>
                  <a:lnTo>
                    <a:pt x="3277576" y="1985062"/>
                  </a:lnTo>
                  <a:lnTo>
                    <a:pt x="3277670" y="1985062"/>
                  </a:lnTo>
                  <a:lnTo>
                    <a:pt x="3277764" y="1985062"/>
                  </a:lnTo>
                  <a:lnTo>
                    <a:pt x="3277858" y="1985062"/>
                  </a:lnTo>
                  <a:lnTo>
                    <a:pt x="3277952" y="1985062"/>
                  </a:lnTo>
                  <a:lnTo>
                    <a:pt x="3278046" y="1985062"/>
                  </a:lnTo>
                  <a:lnTo>
                    <a:pt x="3278140" y="1985062"/>
                  </a:lnTo>
                  <a:lnTo>
                    <a:pt x="3278234" y="1985062"/>
                  </a:lnTo>
                  <a:lnTo>
                    <a:pt x="3278328" y="1985062"/>
                  </a:lnTo>
                  <a:lnTo>
                    <a:pt x="3278423" y="1985062"/>
                  </a:lnTo>
                  <a:lnTo>
                    <a:pt x="3278517" y="1985062"/>
                  </a:lnTo>
                  <a:lnTo>
                    <a:pt x="3278611" y="1985062"/>
                  </a:lnTo>
                  <a:lnTo>
                    <a:pt x="3278705" y="1985062"/>
                  </a:lnTo>
                  <a:lnTo>
                    <a:pt x="3278799" y="1985062"/>
                  </a:lnTo>
                  <a:lnTo>
                    <a:pt x="3278893" y="1985062"/>
                  </a:lnTo>
                  <a:lnTo>
                    <a:pt x="3278987" y="1985062"/>
                  </a:lnTo>
                  <a:lnTo>
                    <a:pt x="3279081" y="1985062"/>
                  </a:lnTo>
                  <a:lnTo>
                    <a:pt x="3279175" y="1985062"/>
                  </a:lnTo>
                  <a:lnTo>
                    <a:pt x="3279269" y="1985062"/>
                  </a:lnTo>
                  <a:lnTo>
                    <a:pt x="3279363" y="1985062"/>
                  </a:lnTo>
                  <a:lnTo>
                    <a:pt x="3279457" y="1985062"/>
                  </a:lnTo>
                  <a:lnTo>
                    <a:pt x="3279551" y="1985062"/>
                  </a:lnTo>
                  <a:lnTo>
                    <a:pt x="3279645" y="1985062"/>
                  </a:lnTo>
                  <a:lnTo>
                    <a:pt x="3279739" y="1985062"/>
                  </a:lnTo>
                  <a:lnTo>
                    <a:pt x="3279833" y="1985062"/>
                  </a:lnTo>
                  <a:lnTo>
                    <a:pt x="3279927" y="1985062"/>
                  </a:lnTo>
                  <a:lnTo>
                    <a:pt x="3280021" y="1985062"/>
                  </a:lnTo>
                  <a:lnTo>
                    <a:pt x="3280115" y="1985062"/>
                  </a:lnTo>
                  <a:lnTo>
                    <a:pt x="3280209" y="1985062"/>
                  </a:lnTo>
                  <a:lnTo>
                    <a:pt x="3280303" y="1985062"/>
                  </a:lnTo>
                  <a:lnTo>
                    <a:pt x="3280397" y="1985062"/>
                  </a:lnTo>
                  <a:lnTo>
                    <a:pt x="3280491" y="1985062"/>
                  </a:lnTo>
                  <a:lnTo>
                    <a:pt x="3280585" y="1985062"/>
                  </a:lnTo>
                  <a:lnTo>
                    <a:pt x="3280679" y="1985062"/>
                  </a:lnTo>
                  <a:lnTo>
                    <a:pt x="3280773" y="1985062"/>
                  </a:lnTo>
                  <a:lnTo>
                    <a:pt x="3280867" y="1985062"/>
                  </a:lnTo>
                  <a:lnTo>
                    <a:pt x="3280961" y="1985062"/>
                  </a:lnTo>
                  <a:lnTo>
                    <a:pt x="3281055" y="1985062"/>
                  </a:lnTo>
                  <a:lnTo>
                    <a:pt x="3281149" y="1985062"/>
                  </a:lnTo>
                  <a:lnTo>
                    <a:pt x="3281243" y="1985062"/>
                  </a:lnTo>
                  <a:lnTo>
                    <a:pt x="3281337" y="1985062"/>
                  </a:lnTo>
                  <a:lnTo>
                    <a:pt x="3281431" y="1985062"/>
                  </a:lnTo>
                  <a:lnTo>
                    <a:pt x="3281525" y="1985062"/>
                  </a:lnTo>
                  <a:lnTo>
                    <a:pt x="3281619" y="1985062"/>
                  </a:lnTo>
                  <a:lnTo>
                    <a:pt x="3281713" y="1985062"/>
                  </a:lnTo>
                  <a:lnTo>
                    <a:pt x="3281807" y="1985062"/>
                  </a:lnTo>
                  <a:lnTo>
                    <a:pt x="3281902" y="1985062"/>
                  </a:lnTo>
                  <a:lnTo>
                    <a:pt x="3281996" y="1985062"/>
                  </a:lnTo>
                  <a:lnTo>
                    <a:pt x="3282090" y="1985062"/>
                  </a:lnTo>
                  <a:lnTo>
                    <a:pt x="3282184" y="1985062"/>
                  </a:lnTo>
                  <a:lnTo>
                    <a:pt x="3282278" y="1985062"/>
                  </a:lnTo>
                  <a:lnTo>
                    <a:pt x="3282372" y="1985062"/>
                  </a:lnTo>
                  <a:lnTo>
                    <a:pt x="3282466" y="1985062"/>
                  </a:lnTo>
                  <a:lnTo>
                    <a:pt x="3282560" y="1985062"/>
                  </a:lnTo>
                  <a:lnTo>
                    <a:pt x="3282654" y="1985062"/>
                  </a:lnTo>
                  <a:lnTo>
                    <a:pt x="3282748" y="1985062"/>
                  </a:lnTo>
                  <a:lnTo>
                    <a:pt x="3282842" y="1985062"/>
                  </a:lnTo>
                  <a:lnTo>
                    <a:pt x="3282936" y="1985062"/>
                  </a:lnTo>
                  <a:lnTo>
                    <a:pt x="3283030" y="1985062"/>
                  </a:lnTo>
                  <a:lnTo>
                    <a:pt x="3283124" y="1985062"/>
                  </a:lnTo>
                  <a:lnTo>
                    <a:pt x="3283218" y="1985062"/>
                  </a:lnTo>
                  <a:lnTo>
                    <a:pt x="3283312" y="1985062"/>
                  </a:lnTo>
                  <a:lnTo>
                    <a:pt x="3283406" y="1985062"/>
                  </a:lnTo>
                  <a:lnTo>
                    <a:pt x="3283500" y="1985062"/>
                  </a:lnTo>
                  <a:lnTo>
                    <a:pt x="3283594" y="1985062"/>
                  </a:lnTo>
                  <a:lnTo>
                    <a:pt x="3283688" y="1985062"/>
                  </a:lnTo>
                  <a:lnTo>
                    <a:pt x="3283782" y="1985062"/>
                  </a:lnTo>
                  <a:lnTo>
                    <a:pt x="3283876" y="1985062"/>
                  </a:lnTo>
                  <a:lnTo>
                    <a:pt x="3283970" y="1985062"/>
                  </a:lnTo>
                  <a:lnTo>
                    <a:pt x="3284064" y="1985062"/>
                  </a:lnTo>
                  <a:lnTo>
                    <a:pt x="3284158" y="1985062"/>
                  </a:lnTo>
                  <a:lnTo>
                    <a:pt x="3284252" y="1985062"/>
                  </a:lnTo>
                  <a:lnTo>
                    <a:pt x="3284346" y="1985062"/>
                  </a:lnTo>
                  <a:lnTo>
                    <a:pt x="3284440" y="1985062"/>
                  </a:lnTo>
                  <a:lnTo>
                    <a:pt x="3284534" y="1985062"/>
                  </a:lnTo>
                  <a:lnTo>
                    <a:pt x="3284628" y="1985062"/>
                  </a:lnTo>
                  <a:lnTo>
                    <a:pt x="3284722" y="1985062"/>
                  </a:lnTo>
                  <a:lnTo>
                    <a:pt x="3284816" y="1985062"/>
                  </a:lnTo>
                  <a:lnTo>
                    <a:pt x="3284910" y="1985062"/>
                  </a:lnTo>
                  <a:lnTo>
                    <a:pt x="3285004" y="1985062"/>
                  </a:lnTo>
                  <a:lnTo>
                    <a:pt x="3285098" y="1985062"/>
                  </a:lnTo>
                  <a:lnTo>
                    <a:pt x="3285192" y="1985062"/>
                  </a:lnTo>
                  <a:lnTo>
                    <a:pt x="3285286" y="1985062"/>
                  </a:lnTo>
                  <a:lnTo>
                    <a:pt x="3285380" y="1985062"/>
                  </a:lnTo>
                  <a:lnTo>
                    <a:pt x="3285475" y="1985062"/>
                  </a:lnTo>
                  <a:lnTo>
                    <a:pt x="3285569" y="1985062"/>
                  </a:lnTo>
                  <a:lnTo>
                    <a:pt x="3285663" y="1985062"/>
                  </a:lnTo>
                  <a:lnTo>
                    <a:pt x="3285757" y="1985062"/>
                  </a:lnTo>
                  <a:lnTo>
                    <a:pt x="3285851" y="1985062"/>
                  </a:lnTo>
                  <a:lnTo>
                    <a:pt x="3285945" y="1985062"/>
                  </a:lnTo>
                  <a:lnTo>
                    <a:pt x="3286039" y="1985062"/>
                  </a:lnTo>
                  <a:lnTo>
                    <a:pt x="3286133" y="1985062"/>
                  </a:lnTo>
                  <a:lnTo>
                    <a:pt x="3286227" y="1985062"/>
                  </a:lnTo>
                  <a:lnTo>
                    <a:pt x="3286321" y="1985062"/>
                  </a:lnTo>
                  <a:lnTo>
                    <a:pt x="3286415" y="1985062"/>
                  </a:lnTo>
                  <a:lnTo>
                    <a:pt x="3286509" y="1985062"/>
                  </a:lnTo>
                  <a:lnTo>
                    <a:pt x="3286603" y="1985062"/>
                  </a:lnTo>
                  <a:lnTo>
                    <a:pt x="3286697" y="1985062"/>
                  </a:lnTo>
                  <a:lnTo>
                    <a:pt x="3286791" y="1985062"/>
                  </a:lnTo>
                  <a:lnTo>
                    <a:pt x="3286885" y="1985062"/>
                  </a:lnTo>
                  <a:lnTo>
                    <a:pt x="3286979" y="1985062"/>
                  </a:lnTo>
                  <a:lnTo>
                    <a:pt x="3287073" y="1985062"/>
                  </a:lnTo>
                  <a:lnTo>
                    <a:pt x="3287167" y="1985062"/>
                  </a:lnTo>
                  <a:lnTo>
                    <a:pt x="3287261" y="1985062"/>
                  </a:lnTo>
                  <a:lnTo>
                    <a:pt x="3287355" y="1985062"/>
                  </a:lnTo>
                  <a:lnTo>
                    <a:pt x="3287449" y="1985062"/>
                  </a:lnTo>
                  <a:lnTo>
                    <a:pt x="3287543" y="1985062"/>
                  </a:lnTo>
                  <a:lnTo>
                    <a:pt x="3287637" y="1985062"/>
                  </a:lnTo>
                  <a:lnTo>
                    <a:pt x="3287731" y="1985062"/>
                  </a:lnTo>
                  <a:lnTo>
                    <a:pt x="3287825" y="1985062"/>
                  </a:lnTo>
                  <a:lnTo>
                    <a:pt x="3287919" y="1985062"/>
                  </a:lnTo>
                  <a:lnTo>
                    <a:pt x="3288013" y="1985062"/>
                  </a:lnTo>
                  <a:lnTo>
                    <a:pt x="3288107" y="1985062"/>
                  </a:lnTo>
                  <a:lnTo>
                    <a:pt x="3288201" y="1985062"/>
                  </a:lnTo>
                  <a:lnTo>
                    <a:pt x="3288295" y="1985062"/>
                  </a:lnTo>
                  <a:lnTo>
                    <a:pt x="3288295" y="1979782"/>
                  </a:lnTo>
                  <a:lnTo>
                    <a:pt x="3288389" y="1979782"/>
                  </a:lnTo>
                  <a:lnTo>
                    <a:pt x="3288483" y="1979782"/>
                  </a:lnTo>
                  <a:lnTo>
                    <a:pt x="3288577" y="1979782"/>
                  </a:lnTo>
                  <a:lnTo>
                    <a:pt x="3288671" y="1979782"/>
                  </a:lnTo>
                  <a:lnTo>
                    <a:pt x="3288765" y="1979782"/>
                  </a:lnTo>
                  <a:lnTo>
                    <a:pt x="3288859" y="1979782"/>
                  </a:lnTo>
                  <a:lnTo>
                    <a:pt x="3288953" y="1979782"/>
                  </a:lnTo>
                  <a:lnTo>
                    <a:pt x="3289048" y="1979782"/>
                  </a:lnTo>
                  <a:lnTo>
                    <a:pt x="3289142" y="1979782"/>
                  </a:lnTo>
                  <a:lnTo>
                    <a:pt x="3289236" y="1979782"/>
                  </a:lnTo>
                  <a:lnTo>
                    <a:pt x="3289330" y="1979782"/>
                  </a:lnTo>
                  <a:lnTo>
                    <a:pt x="3289424" y="1979782"/>
                  </a:lnTo>
                  <a:lnTo>
                    <a:pt x="3289518" y="1979782"/>
                  </a:lnTo>
                  <a:lnTo>
                    <a:pt x="3289612" y="1979782"/>
                  </a:lnTo>
                  <a:lnTo>
                    <a:pt x="3289706" y="1979782"/>
                  </a:lnTo>
                  <a:lnTo>
                    <a:pt x="3289800" y="1979782"/>
                  </a:lnTo>
                  <a:lnTo>
                    <a:pt x="3289894" y="1979782"/>
                  </a:lnTo>
                  <a:lnTo>
                    <a:pt x="3289988" y="1979782"/>
                  </a:lnTo>
                  <a:lnTo>
                    <a:pt x="3290082" y="1979782"/>
                  </a:lnTo>
                  <a:lnTo>
                    <a:pt x="3290176" y="1979782"/>
                  </a:lnTo>
                  <a:lnTo>
                    <a:pt x="3290270" y="1979782"/>
                  </a:lnTo>
                  <a:lnTo>
                    <a:pt x="3290364" y="1979782"/>
                  </a:lnTo>
                  <a:lnTo>
                    <a:pt x="3290458" y="1979782"/>
                  </a:lnTo>
                  <a:lnTo>
                    <a:pt x="3290552" y="1979782"/>
                  </a:lnTo>
                  <a:lnTo>
                    <a:pt x="3290646" y="1979782"/>
                  </a:lnTo>
                  <a:lnTo>
                    <a:pt x="3290740" y="1979782"/>
                  </a:lnTo>
                  <a:lnTo>
                    <a:pt x="3290834" y="1979782"/>
                  </a:lnTo>
                  <a:lnTo>
                    <a:pt x="3290928" y="1979782"/>
                  </a:lnTo>
                  <a:lnTo>
                    <a:pt x="3290928" y="1974503"/>
                  </a:lnTo>
                  <a:lnTo>
                    <a:pt x="3291022" y="1974503"/>
                  </a:lnTo>
                  <a:lnTo>
                    <a:pt x="3291116" y="1974503"/>
                  </a:lnTo>
                  <a:lnTo>
                    <a:pt x="3291210" y="1974503"/>
                  </a:lnTo>
                  <a:lnTo>
                    <a:pt x="3291304" y="1974503"/>
                  </a:lnTo>
                  <a:lnTo>
                    <a:pt x="3291398" y="1974503"/>
                  </a:lnTo>
                  <a:lnTo>
                    <a:pt x="3291492" y="1974503"/>
                  </a:lnTo>
                  <a:lnTo>
                    <a:pt x="3291586" y="1974503"/>
                  </a:lnTo>
                  <a:lnTo>
                    <a:pt x="3291680" y="1974503"/>
                  </a:lnTo>
                  <a:lnTo>
                    <a:pt x="3291774" y="1974503"/>
                  </a:lnTo>
                  <a:lnTo>
                    <a:pt x="3291868" y="1974503"/>
                  </a:lnTo>
                  <a:lnTo>
                    <a:pt x="3291962" y="1974503"/>
                  </a:lnTo>
                  <a:lnTo>
                    <a:pt x="3292056" y="1974503"/>
                  </a:lnTo>
                  <a:lnTo>
                    <a:pt x="3292150" y="1974503"/>
                  </a:lnTo>
                  <a:lnTo>
                    <a:pt x="3292244" y="1974503"/>
                  </a:lnTo>
                  <a:lnTo>
                    <a:pt x="3292338" y="1974503"/>
                  </a:lnTo>
                  <a:lnTo>
                    <a:pt x="3292432" y="1974503"/>
                  </a:lnTo>
                  <a:lnTo>
                    <a:pt x="3292526" y="1974503"/>
                  </a:lnTo>
                  <a:lnTo>
                    <a:pt x="3292621" y="1974503"/>
                  </a:lnTo>
                  <a:lnTo>
                    <a:pt x="3292715" y="1974503"/>
                  </a:lnTo>
                  <a:lnTo>
                    <a:pt x="3292809" y="1974503"/>
                  </a:lnTo>
                  <a:lnTo>
                    <a:pt x="3292903" y="1974503"/>
                  </a:lnTo>
                  <a:lnTo>
                    <a:pt x="3292997" y="1974503"/>
                  </a:lnTo>
                  <a:lnTo>
                    <a:pt x="3293091" y="1974503"/>
                  </a:lnTo>
                  <a:lnTo>
                    <a:pt x="3293185" y="1974503"/>
                  </a:lnTo>
                  <a:lnTo>
                    <a:pt x="3293279" y="1974503"/>
                  </a:lnTo>
                  <a:lnTo>
                    <a:pt x="3293373" y="1974503"/>
                  </a:lnTo>
                  <a:lnTo>
                    <a:pt x="3293467" y="1974503"/>
                  </a:lnTo>
                  <a:lnTo>
                    <a:pt x="3293561" y="1974503"/>
                  </a:lnTo>
                  <a:lnTo>
                    <a:pt x="3293655" y="1974503"/>
                  </a:lnTo>
                  <a:lnTo>
                    <a:pt x="3293749" y="1974503"/>
                  </a:lnTo>
                  <a:lnTo>
                    <a:pt x="3293843" y="1974503"/>
                  </a:lnTo>
                  <a:lnTo>
                    <a:pt x="3293937" y="1974503"/>
                  </a:lnTo>
                  <a:lnTo>
                    <a:pt x="3294031" y="1974503"/>
                  </a:lnTo>
                  <a:lnTo>
                    <a:pt x="3294125" y="1974503"/>
                  </a:lnTo>
                  <a:lnTo>
                    <a:pt x="3294219" y="1974503"/>
                  </a:lnTo>
                  <a:lnTo>
                    <a:pt x="3294313" y="1974503"/>
                  </a:lnTo>
                  <a:lnTo>
                    <a:pt x="3294407" y="1974503"/>
                  </a:lnTo>
                  <a:lnTo>
                    <a:pt x="3294501" y="1974503"/>
                  </a:lnTo>
                  <a:lnTo>
                    <a:pt x="3294595" y="1974503"/>
                  </a:lnTo>
                  <a:lnTo>
                    <a:pt x="3294689" y="1974503"/>
                  </a:lnTo>
                  <a:lnTo>
                    <a:pt x="3294783" y="1974503"/>
                  </a:lnTo>
                  <a:lnTo>
                    <a:pt x="3294877" y="1974503"/>
                  </a:lnTo>
                  <a:lnTo>
                    <a:pt x="3294971" y="1974503"/>
                  </a:lnTo>
                  <a:lnTo>
                    <a:pt x="3295065" y="1974503"/>
                  </a:lnTo>
                  <a:lnTo>
                    <a:pt x="3295159" y="1974503"/>
                  </a:lnTo>
                  <a:lnTo>
                    <a:pt x="3295253" y="1974503"/>
                  </a:lnTo>
                  <a:lnTo>
                    <a:pt x="3295347" y="1974503"/>
                  </a:lnTo>
                  <a:lnTo>
                    <a:pt x="3295441" y="1974503"/>
                  </a:lnTo>
                  <a:lnTo>
                    <a:pt x="3295535" y="1974503"/>
                  </a:lnTo>
                  <a:lnTo>
                    <a:pt x="3295629" y="1974503"/>
                  </a:lnTo>
                  <a:lnTo>
                    <a:pt x="3295723" y="1974503"/>
                  </a:lnTo>
                  <a:lnTo>
                    <a:pt x="3295817" y="1974503"/>
                  </a:lnTo>
                  <a:lnTo>
                    <a:pt x="3295911" y="1974503"/>
                  </a:lnTo>
                  <a:lnTo>
                    <a:pt x="3296005" y="1974503"/>
                  </a:lnTo>
                  <a:lnTo>
                    <a:pt x="3296100" y="1974503"/>
                  </a:lnTo>
                  <a:lnTo>
                    <a:pt x="3296194" y="1974503"/>
                  </a:lnTo>
                  <a:lnTo>
                    <a:pt x="3296288" y="1974503"/>
                  </a:lnTo>
                  <a:lnTo>
                    <a:pt x="3296382" y="1974503"/>
                  </a:lnTo>
                  <a:lnTo>
                    <a:pt x="3296476" y="1974503"/>
                  </a:lnTo>
                  <a:lnTo>
                    <a:pt x="3296570" y="1974503"/>
                  </a:lnTo>
                  <a:lnTo>
                    <a:pt x="3296664" y="1974503"/>
                  </a:lnTo>
                  <a:lnTo>
                    <a:pt x="3296758" y="1974503"/>
                  </a:lnTo>
                  <a:lnTo>
                    <a:pt x="3296852" y="1974503"/>
                  </a:lnTo>
                  <a:lnTo>
                    <a:pt x="3296946" y="1974503"/>
                  </a:lnTo>
                  <a:lnTo>
                    <a:pt x="3297040" y="1974503"/>
                  </a:lnTo>
                  <a:lnTo>
                    <a:pt x="3297134" y="1974503"/>
                  </a:lnTo>
                  <a:lnTo>
                    <a:pt x="3297228" y="1974503"/>
                  </a:lnTo>
                  <a:lnTo>
                    <a:pt x="3297322" y="1974503"/>
                  </a:lnTo>
                  <a:lnTo>
                    <a:pt x="3297416" y="1974503"/>
                  </a:lnTo>
                  <a:lnTo>
                    <a:pt x="3297510" y="1974503"/>
                  </a:lnTo>
                  <a:lnTo>
                    <a:pt x="3297604" y="1974503"/>
                  </a:lnTo>
                  <a:lnTo>
                    <a:pt x="3297698" y="1974503"/>
                  </a:lnTo>
                  <a:lnTo>
                    <a:pt x="3297792" y="1974503"/>
                  </a:lnTo>
                  <a:lnTo>
                    <a:pt x="3297886" y="1974503"/>
                  </a:lnTo>
                  <a:lnTo>
                    <a:pt x="3297980" y="1974503"/>
                  </a:lnTo>
                  <a:lnTo>
                    <a:pt x="3298074" y="1974503"/>
                  </a:lnTo>
                  <a:lnTo>
                    <a:pt x="3298168" y="1974503"/>
                  </a:lnTo>
                  <a:lnTo>
                    <a:pt x="3298262" y="1974503"/>
                  </a:lnTo>
                  <a:lnTo>
                    <a:pt x="3298356" y="1974503"/>
                  </a:lnTo>
                  <a:lnTo>
                    <a:pt x="3298450" y="1974503"/>
                  </a:lnTo>
                  <a:lnTo>
                    <a:pt x="3298544" y="1974503"/>
                  </a:lnTo>
                  <a:lnTo>
                    <a:pt x="3298638" y="1974503"/>
                  </a:lnTo>
                  <a:lnTo>
                    <a:pt x="3298732" y="1974503"/>
                  </a:lnTo>
                  <a:lnTo>
                    <a:pt x="3298826" y="1974503"/>
                  </a:lnTo>
                  <a:lnTo>
                    <a:pt x="3298920" y="1974503"/>
                  </a:lnTo>
                  <a:lnTo>
                    <a:pt x="3299014" y="1974503"/>
                  </a:lnTo>
                  <a:lnTo>
                    <a:pt x="3299108" y="1974503"/>
                  </a:lnTo>
                  <a:lnTo>
                    <a:pt x="3299202" y="1974503"/>
                  </a:lnTo>
                  <a:lnTo>
                    <a:pt x="3299296" y="1974503"/>
                  </a:lnTo>
                  <a:lnTo>
                    <a:pt x="3299390" y="1974503"/>
                  </a:lnTo>
                  <a:lnTo>
                    <a:pt x="3299484" y="1974503"/>
                  </a:lnTo>
                  <a:lnTo>
                    <a:pt x="3299484" y="1969224"/>
                  </a:lnTo>
                  <a:lnTo>
                    <a:pt x="3299578" y="1969224"/>
                  </a:lnTo>
                  <a:lnTo>
                    <a:pt x="3299673" y="1969224"/>
                  </a:lnTo>
                  <a:lnTo>
                    <a:pt x="3299767" y="1969224"/>
                  </a:lnTo>
                  <a:lnTo>
                    <a:pt x="3299861" y="1969224"/>
                  </a:lnTo>
                  <a:lnTo>
                    <a:pt x="3299955" y="1969224"/>
                  </a:lnTo>
                  <a:lnTo>
                    <a:pt x="3300049" y="1969224"/>
                  </a:lnTo>
                  <a:lnTo>
                    <a:pt x="3300143" y="1969224"/>
                  </a:lnTo>
                  <a:lnTo>
                    <a:pt x="3300237" y="1969224"/>
                  </a:lnTo>
                  <a:lnTo>
                    <a:pt x="3300331" y="1969224"/>
                  </a:lnTo>
                  <a:lnTo>
                    <a:pt x="3300425" y="1969224"/>
                  </a:lnTo>
                  <a:lnTo>
                    <a:pt x="3300519" y="1969224"/>
                  </a:lnTo>
                  <a:lnTo>
                    <a:pt x="3300613" y="1969224"/>
                  </a:lnTo>
                  <a:lnTo>
                    <a:pt x="3300707" y="1969224"/>
                  </a:lnTo>
                  <a:lnTo>
                    <a:pt x="3300801" y="1969224"/>
                  </a:lnTo>
                  <a:lnTo>
                    <a:pt x="3300895" y="1969224"/>
                  </a:lnTo>
                  <a:lnTo>
                    <a:pt x="3300989" y="1969224"/>
                  </a:lnTo>
                  <a:lnTo>
                    <a:pt x="3301083" y="1969224"/>
                  </a:lnTo>
                  <a:lnTo>
                    <a:pt x="3301177" y="1969224"/>
                  </a:lnTo>
                  <a:lnTo>
                    <a:pt x="3301271" y="1969224"/>
                  </a:lnTo>
                  <a:lnTo>
                    <a:pt x="3301365" y="1969224"/>
                  </a:lnTo>
                  <a:lnTo>
                    <a:pt x="3301459" y="1969224"/>
                  </a:lnTo>
                  <a:lnTo>
                    <a:pt x="3301553" y="1969224"/>
                  </a:lnTo>
                  <a:lnTo>
                    <a:pt x="3301647" y="1969224"/>
                  </a:lnTo>
                  <a:lnTo>
                    <a:pt x="3301741" y="1969224"/>
                  </a:lnTo>
                  <a:lnTo>
                    <a:pt x="3301835" y="1969224"/>
                  </a:lnTo>
                  <a:lnTo>
                    <a:pt x="3301929" y="1969224"/>
                  </a:lnTo>
                  <a:lnTo>
                    <a:pt x="3302023" y="1969224"/>
                  </a:lnTo>
                  <a:lnTo>
                    <a:pt x="3302117" y="1969224"/>
                  </a:lnTo>
                  <a:lnTo>
                    <a:pt x="3302211" y="1969224"/>
                  </a:lnTo>
                  <a:lnTo>
                    <a:pt x="3302305" y="1969224"/>
                  </a:lnTo>
                  <a:lnTo>
                    <a:pt x="3302399" y="1969224"/>
                  </a:lnTo>
                  <a:lnTo>
                    <a:pt x="3302493" y="1969224"/>
                  </a:lnTo>
                  <a:lnTo>
                    <a:pt x="3302493" y="1963944"/>
                  </a:lnTo>
                  <a:lnTo>
                    <a:pt x="3302587" y="1963944"/>
                  </a:lnTo>
                  <a:lnTo>
                    <a:pt x="3302681" y="1963944"/>
                  </a:lnTo>
                  <a:lnTo>
                    <a:pt x="3302775" y="1963944"/>
                  </a:lnTo>
                  <a:lnTo>
                    <a:pt x="3302869" y="1963944"/>
                  </a:lnTo>
                  <a:lnTo>
                    <a:pt x="3302963" y="1963944"/>
                  </a:lnTo>
                  <a:lnTo>
                    <a:pt x="3303057" y="1963944"/>
                  </a:lnTo>
                  <a:lnTo>
                    <a:pt x="3303151" y="1963944"/>
                  </a:lnTo>
                  <a:lnTo>
                    <a:pt x="3303246" y="1963944"/>
                  </a:lnTo>
                  <a:lnTo>
                    <a:pt x="3303340" y="1963944"/>
                  </a:lnTo>
                  <a:lnTo>
                    <a:pt x="3303434" y="1963944"/>
                  </a:lnTo>
                  <a:lnTo>
                    <a:pt x="3303528" y="1963944"/>
                  </a:lnTo>
                  <a:lnTo>
                    <a:pt x="3303622" y="1963944"/>
                  </a:lnTo>
                  <a:lnTo>
                    <a:pt x="3303716" y="1963944"/>
                  </a:lnTo>
                  <a:lnTo>
                    <a:pt x="3303810" y="1963944"/>
                  </a:lnTo>
                  <a:lnTo>
                    <a:pt x="3303904" y="1963944"/>
                  </a:lnTo>
                  <a:lnTo>
                    <a:pt x="3303998" y="1963944"/>
                  </a:lnTo>
                  <a:lnTo>
                    <a:pt x="3304092" y="1963944"/>
                  </a:lnTo>
                  <a:lnTo>
                    <a:pt x="3304186" y="1963944"/>
                  </a:lnTo>
                  <a:lnTo>
                    <a:pt x="3304280" y="1963944"/>
                  </a:lnTo>
                  <a:lnTo>
                    <a:pt x="3304374" y="1963944"/>
                  </a:lnTo>
                  <a:lnTo>
                    <a:pt x="3304468" y="1963944"/>
                  </a:lnTo>
                  <a:lnTo>
                    <a:pt x="3304562" y="1963944"/>
                  </a:lnTo>
                  <a:lnTo>
                    <a:pt x="3304656" y="1963944"/>
                  </a:lnTo>
                  <a:lnTo>
                    <a:pt x="3304750" y="1963944"/>
                  </a:lnTo>
                  <a:lnTo>
                    <a:pt x="3304750" y="1958665"/>
                  </a:lnTo>
                  <a:lnTo>
                    <a:pt x="3304844" y="1958665"/>
                  </a:lnTo>
                  <a:lnTo>
                    <a:pt x="3304938" y="1958665"/>
                  </a:lnTo>
                  <a:lnTo>
                    <a:pt x="3305032" y="1958665"/>
                  </a:lnTo>
                  <a:lnTo>
                    <a:pt x="3305126" y="1958665"/>
                  </a:lnTo>
                  <a:lnTo>
                    <a:pt x="3305220" y="1958665"/>
                  </a:lnTo>
                  <a:lnTo>
                    <a:pt x="3305314" y="1958665"/>
                  </a:lnTo>
                  <a:lnTo>
                    <a:pt x="3305408" y="1958665"/>
                  </a:lnTo>
                  <a:lnTo>
                    <a:pt x="3305502" y="1958665"/>
                  </a:lnTo>
                  <a:lnTo>
                    <a:pt x="3305596" y="1958665"/>
                  </a:lnTo>
                  <a:lnTo>
                    <a:pt x="3305690" y="1958665"/>
                  </a:lnTo>
                  <a:lnTo>
                    <a:pt x="3305784" y="1958665"/>
                  </a:lnTo>
                  <a:lnTo>
                    <a:pt x="3305878" y="1958665"/>
                  </a:lnTo>
                  <a:lnTo>
                    <a:pt x="3305972" y="1958665"/>
                  </a:lnTo>
                  <a:lnTo>
                    <a:pt x="3306066" y="1958665"/>
                  </a:lnTo>
                  <a:lnTo>
                    <a:pt x="3306160" y="1958665"/>
                  </a:lnTo>
                  <a:lnTo>
                    <a:pt x="3306254" y="1958665"/>
                  </a:lnTo>
                  <a:lnTo>
                    <a:pt x="3306348" y="1958665"/>
                  </a:lnTo>
                  <a:lnTo>
                    <a:pt x="3306442" y="1958665"/>
                  </a:lnTo>
                  <a:lnTo>
                    <a:pt x="3306536" y="1958665"/>
                  </a:lnTo>
                  <a:lnTo>
                    <a:pt x="3306630" y="1958665"/>
                  </a:lnTo>
                  <a:lnTo>
                    <a:pt x="3306725" y="1958665"/>
                  </a:lnTo>
                  <a:lnTo>
                    <a:pt x="3306819" y="1958665"/>
                  </a:lnTo>
                  <a:lnTo>
                    <a:pt x="3306913" y="1958665"/>
                  </a:lnTo>
                  <a:lnTo>
                    <a:pt x="3307007" y="1958665"/>
                  </a:lnTo>
                  <a:lnTo>
                    <a:pt x="3307101" y="1958665"/>
                  </a:lnTo>
                  <a:lnTo>
                    <a:pt x="3307195" y="1958665"/>
                  </a:lnTo>
                  <a:lnTo>
                    <a:pt x="3307289" y="1958665"/>
                  </a:lnTo>
                  <a:lnTo>
                    <a:pt x="3307383" y="1958665"/>
                  </a:lnTo>
                  <a:lnTo>
                    <a:pt x="3307477" y="1958665"/>
                  </a:lnTo>
                  <a:lnTo>
                    <a:pt x="3307571" y="1958665"/>
                  </a:lnTo>
                  <a:lnTo>
                    <a:pt x="3307665" y="1958665"/>
                  </a:lnTo>
                  <a:lnTo>
                    <a:pt x="3307759" y="1958665"/>
                  </a:lnTo>
                  <a:lnTo>
                    <a:pt x="3307853" y="1958665"/>
                  </a:lnTo>
                  <a:lnTo>
                    <a:pt x="3307947" y="1958665"/>
                  </a:lnTo>
                  <a:lnTo>
                    <a:pt x="3308041" y="1958665"/>
                  </a:lnTo>
                  <a:lnTo>
                    <a:pt x="3308135" y="1958665"/>
                  </a:lnTo>
                  <a:lnTo>
                    <a:pt x="3308229" y="1958665"/>
                  </a:lnTo>
                  <a:lnTo>
                    <a:pt x="3308323" y="1958665"/>
                  </a:lnTo>
                  <a:lnTo>
                    <a:pt x="3308417" y="1958665"/>
                  </a:lnTo>
                  <a:lnTo>
                    <a:pt x="3308511" y="1958665"/>
                  </a:lnTo>
                  <a:lnTo>
                    <a:pt x="3308605" y="1958665"/>
                  </a:lnTo>
                  <a:lnTo>
                    <a:pt x="3308699" y="1958665"/>
                  </a:lnTo>
                  <a:lnTo>
                    <a:pt x="3308793" y="1958665"/>
                  </a:lnTo>
                  <a:lnTo>
                    <a:pt x="3308887" y="1958665"/>
                  </a:lnTo>
                  <a:lnTo>
                    <a:pt x="3308981" y="1958665"/>
                  </a:lnTo>
                  <a:lnTo>
                    <a:pt x="3309075" y="1958665"/>
                  </a:lnTo>
                  <a:lnTo>
                    <a:pt x="3309169" y="1958665"/>
                  </a:lnTo>
                  <a:lnTo>
                    <a:pt x="3309263" y="1958665"/>
                  </a:lnTo>
                  <a:lnTo>
                    <a:pt x="3309357" y="1958665"/>
                  </a:lnTo>
                  <a:lnTo>
                    <a:pt x="3309451" y="1958665"/>
                  </a:lnTo>
                  <a:lnTo>
                    <a:pt x="3309545" y="1958665"/>
                  </a:lnTo>
                  <a:lnTo>
                    <a:pt x="3309639" y="1958665"/>
                  </a:lnTo>
                  <a:lnTo>
                    <a:pt x="3309733" y="1958665"/>
                  </a:lnTo>
                  <a:lnTo>
                    <a:pt x="3309827" y="1958665"/>
                  </a:lnTo>
                  <a:lnTo>
                    <a:pt x="3309921" y="1958665"/>
                  </a:lnTo>
                  <a:lnTo>
                    <a:pt x="3310015" y="1958665"/>
                  </a:lnTo>
                  <a:lnTo>
                    <a:pt x="3310109" y="1958665"/>
                  </a:lnTo>
                  <a:lnTo>
                    <a:pt x="3310203" y="1958665"/>
                  </a:lnTo>
                  <a:lnTo>
                    <a:pt x="3310298" y="1958665"/>
                  </a:lnTo>
                  <a:lnTo>
                    <a:pt x="3310392" y="1958665"/>
                  </a:lnTo>
                  <a:lnTo>
                    <a:pt x="3310486" y="1958665"/>
                  </a:lnTo>
                  <a:lnTo>
                    <a:pt x="3310580" y="1958665"/>
                  </a:lnTo>
                  <a:lnTo>
                    <a:pt x="3310674" y="1958665"/>
                  </a:lnTo>
                  <a:lnTo>
                    <a:pt x="3310768" y="1958665"/>
                  </a:lnTo>
                  <a:lnTo>
                    <a:pt x="3310862" y="1958665"/>
                  </a:lnTo>
                  <a:lnTo>
                    <a:pt x="3310956" y="1958665"/>
                  </a:lnTo>
                  <a:lnTo>
                    <a:pt x="3311050" y="1958665"/>
                  </a:lnTo>
                  <a:lnTo>
                    <a:pt x="3311144" y="1958665"/>
                  </a:lnTo>
                  <a:lnTo>
                    <a:pt x="3311238" y="1958665"/>
                  </a:lnTo>
                  <a:lnTo>
                    <a:pt x="3311332" y="1958665"/>
                  </a:lnTo>
                  <a:lnTo>
                    <a:pt x="3311426" y="1958665"/>
                  </a:lnTo>
                  <a:lnTo>
                    <a:pt x="3311520" y="1958665"/>
                  </a:lnTo>
                  <a:lnTo>
                    <a:pt x="3311614" y="1958665"/>
                  </a:lnTo>
                  <a:lnTo>
                    <a:pt x="3311708" y="1958665"/>
                  </a:lnTo>
                  <a:lnTo>
                    <a:pt x="3311802" y="1958665"/>
                  </a:lnTo>
                  <a:lnTo>
                    <a:pt x="3311896" y="1958665"/>
                  </a:lnTo>
                  <a:lnTo>
                    <a:pt x="3311990" y="1958665"/>
                  </a:lnTo>
                  <a:lnTo>
                    <a:pt x="3312084" y="1958665"/>
                  </a:lnTo>
                  <a:lnTo>
                    <a:pt x="3312178" y="1958665"/>
                  </a:lnTo>
                  <a:lnTo>
                    <a:pt x="3312272" y="1958665"/>
                  </a:lnTo>
                  <a:lnTo>
                    <a:pt x="3312366" y="1958665"/>
                  </a:lnTo>
                  <a:lnTo>
                    <a:pt x="3312460" y="1958665"/>
                  </a:lnTo>
                  <a:lnTo>
                    <a:pt x="3312554" y="1958665"/>
                  </a:lnTo>
                  <a:lnTo>
                    <a:pt x="3312648" y="1958665"/>
                  </a:lnTo>
                  <a:lnTo>
                    <a:pt x="3312742" y="1958665"/>
                  </a:lnTo>
                  <a:lnTo>
                    <a:pt x="3312836" y="1958665"/>
                  </a:lnTo>
                  <a:lnTo>
                    <a:pt x="3312930" y="1958665"/>
                  </a:lnTo>
                  <a:lnTo>
                    <a:pt x="3313024" y="1958665"/>
                  </a:lnTo>
                  <a:lnTo>
                    <a:pt x="3313118" y="1958665"/>
                  </a:lnTo>
                  <a:lnTo>
                    <a:pt x="3313212" y="1958665"/>
                  </a:lnTo>
                  <a:lnTo>
                    <a:pt x="3313212" y="1953385"/>
                  </a:lnTo>
                  <a:lnTo>
                    <a:pt x="3313306" y="1953385"/>
                  </a:lnTo>
                  <a:lnTo>
                    <a:pt x="3313400" y="1953385"/>
                  </a:lnTo>
                  <a:lnTo>
                    <a:pt x="3313494" y="1953385"/>
                  </a:lnTo>
                  <a:lnTo>
                    <a:pt x="3313588" y="1953385"/>
                  </a:lnTo>
                  <a:lnTo>
                    <a:pt x="3313682" y="1953385"/>
                  </a:lnTo>
                  <a:lnTo>
                    <a:pt x="3313776" y="1953385"/>
                  </a:lnTo>
                  <a:lnTo>
                    <a:pt x="3313871" y="1953385"/>
                  </a:lnTo>
                  <a:lnTo>
                    <a:pt x="3313965" y="1953385"/>
                  </a:lnTo>
                  <a:lnTo>
                    <a:pt x="3314059" y="1953385"/>
                  </a:lnTo>
                  <a:lnTo>
                    <a:pt x="3314153" y="1953385"/>
                  </a:lnTo>
                  <a:lnTo>
                    <a:pt x="3314247" y="1953385"/>
                  </a:lnTo>
                  <a:lnTo>
                    <a:pt x="3314341" y="1953385"/>
                  </a:lnTo>
                  <a:lnTo>
                    <a:pt x="3314435" y="1953385"/>
                  </a:lnTo>
                  <a:lnTo>
                    <a:pt x="3314529" y="1953385"/>
                  </a:lnTo>
                  <a:lnTo>
                    <a:pt x="3314623" y="1953385"/>
                  </a:lnTo>
                  <a:lnTo>
                    <a:pt x="3314717" y="1953385"/>
                  </a:lnTo>
                  <a:lnTo>
                    <a:pt x="3314811" y="1953385"/>
                  </a:lnTo>
                  <a:lnTo>
                    <a:pt x="3314905" y="1953385"/>
                  </a:lnTo>
                  <a:lnTo>
                    <a:pt x="3314999" y="1953385"/>
                  </a:lnTo>
                  <a:lnTo>
                    <a:pt x="3315093" y="1953385"/>
                  </a:lnTo>
                  <a:lnTo>
                    <a:pt x="3315187" y="1953385"/>
                  </a:lnTo>
                  <a:lnTo>
                    <a:pt x="3315281" y="1953385"/>
                  </a:lnTo>
                  <a:lnTo>
                    <a:pt x="3315375" y="1953385"/>
                  </a:lnTo>
                  <a:lnTo>
                    <a:pt x="3315469" y="1953385"/>
                  </a:lnTo>
                  <a:lnTo>
                    <a:pt x="3315563" y="1953385"/>
                  </a:lnTo>
                  <a:lnTo>
                    <a:pt x="3315657" y="1953385"/>
                  </a:lnTo>
                  <a:lnTo>
                    <a:pt x="3315751" y="1953385"/>
                  </a:lnTo>
                  <a:lnTo>
                    <a:pt x="3315845" y="1953385"/>
                  </a:lnTo>
                  <a:lnTo>
                    <a:pt x="3315939" y="1953385"/>
                  </a:lnTo>
                  <a:lnTo>
                    <a:pt x="3316033" y="1953385"/>
                  </a:lnTo>
                  <a:lnTo>
                    <a:pt x="3316127" y="1953385"/>
                  </a:lnTo>
                  <a:lnTo>
                    <a:pt x="3316221" y="1953385"/>
                  </a:lnTo>
                  <a:lnTo>
                    <a:pt x="3316315" y="1953385"/>
                  </a:lnTo>
                  <a:lnTo>
                    <a:pt x="3316409" y="1953385"/>
                  </a:lnTo>
                  <a:lnTo>
                    <a:pt x="3316503" y="1953385"/>
                  </a:lnTo>
                  <a:lnTo>
                    <a:pt x="3316597" y="1953385"/>
                  </a:lnTo>
                  <a:lnTo>
                    <a:pt x="3316691" y="1953385"/>
                  </a:lnTo>
                  <a:lnTo>
                    <a:pt x="3316785" y="1953385"/>
                  </a:lnTo>
                  <a:lnTo>
                    <a:pt x="3316879" y="1953385"/>
                  </a:lnTo>
                  <a:lnTo>
                    <a:pt x="3316973" y="1953385"/>
                  </a:lnTo>
                  <a:lnTo>
                    <a:pt x="3317067" y="1953385"/>
                  </a:lnTo>
                  <a:lnTo>
                    <a:pt x="3317161" y="1953385"/>
                  </a:lnTo>
                  <a:lnTo>
                    <a:pt x="3317255" y="1953385"/>
                  </a:lnTo>
                  <a:lnTo>
                    <a:pt x="3317350" y="1953385"/>
                  </a:lnTo>
                  <a:lnTo>
                    <a:pt x="3317444" y="1953385"/>
                  </a:lnTo>
                  <a:lnTo>
                    <a:pt x="3317538" y="1953385"/>
                  </a:lnTo>
                  <a:lnTo>
                    <a:pt x="3317632" y="1953385"/>
                  </a:lnTo>
                  <a:lnTo>
                    <a:pt x="3317726" y="1953385"/>
                  </a:lnTo>
                  <a:lnTo>
                    <a:pt x="3317820" y="1953385"/>
                  </a:lnTo>
                  <a:lnTo>
                    <a:pt x="3317914" y="1953385"/>
                  </a:lnTo>
                  <a:lnTo>
                    <a:pt x="3318008" y="1953385"/>
                  </a:lnTo>
                  <a:lnTo>
                    <a:pt x="3318102" y="1953385"/>
                  </a:lnTo>
                  <a:lnTo>
                    <a:pt x="3318196" y="1953385"/>
                  </a:lnTo>
                  <a:lnTo>
                    <a:pt x="3318290" y="1953385"/>
                  </a:lnTo>
                  <a:lnTo>
                    <a:pt x="3318384" y="1953385"/>
                  </a:lnTo>
                  <a:lnTo>
                    <a:pt x="3318478" y="1953385"/>
                  </a:lnTo>
                  <a:lnTo>
                    <a:pt x="3318572" y="1953385"/>
                  </a:lnTo>
                  <a:lnTo>
                    <a:pt x="3318666" y="1953385"/>
                  </a:lnTo>
                  <a:lnTo>
                    <a:pt x="3318760" y="1953385"/>
                  </a:lnTo>
                  <a:lnTo>
                    <a:pt x="3318854" y="1953385"/>
                  </a:lnTo>
                  <a:lnTo>
                    <a:pt x="3318948" y="1953385"/>
                  </a:lnTo>
                  <a:lnTo>
                    <a:pt x="3319042" y="1953385"/>
                  </a:lnTo>
                  <a:lnTo>
                    <a:pt x="3319136" y="1953385"/>
                  </a:lnTo>
                  <a:lnTo>
                    <a:pt x="3319230" y="1953385"/>
                  </a:lnTo>
                  <a:lnTo>
                    <a:pt x="3319324" y="1953385"/>
                  </a:lnTo>
                  <a:lnTo>
                    <a:pt x="3319418" y="1953385"/>
                  </a:lnTo>
                  <a:lnTo>
                    <a:pt x="3319512" y="1953385"/>
                  </a:lnTo>
                  <a:lnTo>
                    <a:pt x="3319606" y="1953385"/>
                  </a:lnTo>
                  <a:lnTo>
                    <a:pt x="3319700" y="1953385"/>
                  </a:lnTo>
                  <a:lnTo>
                    <a:pt x="3319794" y="1953385"/>
                  </a:lnTo>
                  <a:lnTo>
                    <a:pt x="3319888" y="1953385"/>
                  </a:lnTo>
                  <a:lnTo>
                    <a:pt x="3319982" y="1953385"/>
                  </a:lnTo>
                  <a:lnTo>
                    <a:pt x="3320076" y="1953385"/>
                  </a:lnTo>
                  <a:lnTo>
                    <a:pt x="3320170" y="1953385"/>
                  </a:lnTo>
                  <a:lnTo>
                    <a:pt x="3320264" y="1953385"/>
                  </a:lnTo>
                  <a:lnTo>
                    <a:pt x="3320358" y="1953385"/>
                  </a:lnTo>
                  <a:lnTo>
                    <a:pt x="3320452" y="1953385"/>
                  </a:lnTo>
                  <a:lnTo>
                    <a:pt x="3320546" y="1953385"/>
                  </a:lnTo>
                  <a:lnTo>
                    <a:pt x="3320640" y="1953385"/>
                  </a:lnTo>
                  <a:lnTo>
                    <a:pt x="3320734" y="1953385"/>
                  </a:lnTo>
                  <a:lnTo>
                    <a:pt x="3320828" y="1953385"/>
                  </a:lnTo>
                  <a:lnTo>
                    <a:pt x="3320828" y="1948106"/>
                  </a:lnTo>
                  <a:lnTo>
                    <a:pt x="3320923" y="1948106"/>
                  </a:lnTo>
                  <a:lnTo>
                    <a:pt x="3320923" y="1942827"/>
                  </a:lnTo>
                  <a:lnTo>
                    <a:pt x="3321017" y="1942827"/>
                  </a:lnTo>
                  <a:lnTo>
                    <a:pt x="3321111" y="1942827"/>
                  </a:lnTo>
                  <a:lnTo>
                    <a:pt x="3321205" y="1942827"/>
                  </a:lnTo>
                  <a:lnTo>
                    <a:pt x="3321299" y="1942827"/>
                  </a:lnTo>
                  <a:lnTo>
                    <a:pt x="3321393" y="1942827"/>
                  </a:lnTo>
                  <a:lnTo>
                    <a:pt x="3321487" y="1942827"/>
                  </a:lnTo>
                  <a:lnTo>
                    <a:pt x="3321581" y="1942827"/>
                  </a:lnTo>
                  <a:lnTo>
                    <a:pt x="3321675" y="1942827"/>
                  </a:lnTo>
                  <a:lnTo>
                    <a:pt x="3321769" y="1942827"/>
                  </a:lnTo>
                  <a:lnTo>
                    <a:pt x="3321863" y="1942827"/>
                  </a:lnTo>
                  <a:lnTo>
                    <a:pt x="3321957" y="1942827"/>
                  </a:lnTo>
                  <a:lnTo>
                    <a:pt x="3322051" y="1942827"/>
                  </a:lnTo>
                  <a:lnTo>
                    <a:pt x="3322145" y="1942827"/>
                  </a:lnTo>
                  <a:lnTo>
                    <a:pt x="3322239" y="1942827"/>
                  </a:lnTo>
                  <a:lnTo>
                    <a:pt x="3322333" y="1942827"/>
                  </a:lnTo>
                  <a:lnTo>
                    <a:pt x="3322427" y="1942827"/>
                  </a:lnTo>
                  <a:lnTo>
                    <a:pt x="3322521" y="1942827"/>
                  </a:lnTo>
                  <a:lnTo>
                    <a:pt x="3322615" y="1942827"/>
                  </a:lnTo>
                  <a:lnTo>
                    <a:pt x="3322709" y="1942827"/>
                  </a:lnTo>
                  <a:lnTo>
                    <a:pt x="3322803" y="1942827"/>
                  </a:lnTo>
                  <a:lnTo>
                    <a:pt x="3322897" y="1942827"/>
                  </a:lnTo>
                  <a:lnTo>
                    <a:pt x="3322991" y="1942827"/>
                  </a:lnTo>
                  <a:lnTo>
                    <a:pt x="3323085" y="1942827"/>
                  </a:lnTo>
                  <a:lnTo>
                    <a:pt x="3323179" y="1942827"/>
                  </a:lnTo>
                  <a:lnTo>
                    <a:pt x="3323273" y="1942827"/>
                  </a:lnTo>
                  <a:lnTo>
                    <a:pt x="3323367" y="1942827"/>
                  </a:lnTo>
                  <a:lnTo>
                    <a:pt x="3323461" y="1942827"/>
                  </a:lnTo>
                  <a:lnTo>
                    <a:pt x="3323555" y="1942827"/>
                  </a:lnTo>
                  <a:lnTo>
                    <a:pt x="3323649" y="1942827"/>
                  </a:lnTo>
                  <a:lnTo>
                    <a:pt x="3323743" y="1942827"/>
                  </a:lnTo>
                  <a:lnTo>
                    <a:pt x="3323837" y="1942827"/>
                  </a:lnTo>
                  <a:lnTo>
                    <a:pt x="3323931" y="1942827"/>
                  </a:lnTo>
                  <a:lnTo>
                    <a:pt x="3324025" y="1942827"/>
                  </a:lnTo>
                  <a:lnTo>
                    <a:pt x="3324119" y="1942827"/>
                  </a:lnTo>
                  <a:lnTo>
                    <a:pt x="3324213" y="1942827"/>
                  </a:lnTo>
                  <a:lnTo>
                    <a:pt x="3324307" y="1942827"/>
                  </a:lnTo>
                  <a:lnTo>
                    <a:pt x="3324401" y="1942827"/>
                  </a:lnTo>
                  <a:lnTo>
                    <a:pt x="3324496" y="1942827"/>
                  </a:lnTo>
                  <a:lnTo>
                    <a:pt x="3324590" y="1942827"/>
                  </a:lnTo>
                  <a:lnTo>
                    <a:pt x="3324684" y="1942827"/>
                  </a:lnTo>
                  <a:lnTo>
                    <a:pt x="3324778" y="1942827"/>
                  </a:lnTo>
                  <a:lnTo>
                    <a:pt x="3324872" y="1942827"/>
                  </a:lnTo>
                  <a:lnTo>
                    <a:pt x="3324966" y="1942827"/>
                  </a:lnTo>
                  <a:lnTo>
                    <a:pt x="3325060" y="1942827"/>
                  </a:lnTo>
                  <a:lnTo>
                    <a:pt x="3325154" y="1942827"/>
                  </a:lnTo>
                  <a:lnTo>
                    <a:pt x="3325248" y="1942827"/>
                  </a:lnTo>
                  <a:lnTo>
                    <a:pt x="3325342" y="1942827"/>
                  </a:lnTo>
                  <a:lnTo>
                    <a:pt x="3325342" y="1937547"/>
                  </a:lnTo>
                  <a:lnTo>
                    <a:pt x="3325436" y="1937547"/>
                  </a:lnTo>
                  <a:lnTo>
                    <a:pt x="3325530" y="1937547"/>
                  </a:lnTo>
                  <a:lnTo>
                    <a:pt x="3325624" y="1937547"/>
                  </a:lnTo>
                  <a:lnTo>
                    <a:pt x="3325718" y="1937547"/>
                  </a:lnTo>
                  <a:lnTo>
                    <a:pt x="3325812" y="1937547"/>
                  </a:lnTo>
                  <a:lnTo>
                    <a:pt x="3325906" y="1937547"/>
                  </a:lnTo>
                  <a:lnTo>
                    <a:pt x="3326000" y="1937547"/>
                  </a:lnTo>
                  <a:lnTo>
                    <a:pt x="3326094" y="1937547"/>
                  </a:lnTo>
                  <a:lnTo>
                    <a:pt x="3326188" y="1937547"/>
                  </a:lnTo>
                  <a:lnTo>
                    <a:pt x="3326282" y="1937547"/>
                  </a:lnTo>
                  <a:lnTo>
                    <a:pt x="3326376" y="1937547"/>
                  </a:lnTo>
                  <a:lnTo>
                    <a:pt x="3326470" y="1937547"/>
                  </a:lnTo>
                  <a:lnTo>
                    <a:pt x="3326564" y="1937547"/>
                  </a:lnTo>
                  <a:lnTo>
                    <a:pt x="3326658" y="1937547"/>
                  </a:lnTo>
                  <a:lnTo>
                    <a:pt x="3326752" y="1937547"/>
                  </a:lnTo>
                  <a:lnTo>
                    <a:pt x="3326846" y="1937547"/>
                  </a:lnTo>
                  <a:lnTo>
                    <a:pt x="3326940" y="1937547"/>
                  </a:lnTo>
                  <a:lnTo>
                    <a:pt x="3327034" y="1937547"/>
                  </a:lnTo>
                  <a:lnTo>
                    <a:pt x="3327128" y="1937547"/>
                  </a:lnTo>
                  <a:lnTo>
                    <a:pt x="3327222" y="1937547"/>
                  </a:lnTo>
                  <a:lnTo>
                    <a:pt x="3327316" y="1937547"/>
                  </a:lnTo>
                  <a:lnTo>
                    <a:pt x="3327410" y="1937547"/>
                  </a:lnTo>
                  <a:lnTo>
                    <a:pt x="3327504" y="1937547"/>
                  </a:lnTo>
                  <a:lnTo>
                    <a:pt x="3327598" y="1937547"/>
                  </a:lnTo>
                  <a:lnTo>
                    <a:pt x="3327692" y="1937547"/>
                  </a:lnTo>
                  <a:lnTo>
                    <a:pt x="3327786" y="1937547"/>
                  </a:lnTo>
                  <a:lnTo>
                    <a:pt x="3327880" y="1937547"/>
                  </a:lnTo>
                  <a:lnTo>
                    <a:pt x="3327975" y="1937547"/>
                  </a:lnTo>
                  <a:lnTo>
                    <a:pt x="3328069" y="1937547"/>
                  </a:lnTo>
                  <a:lnTo>
                    <a:pt x="3328163" y="1937547"/>
                  </a:lnTo>
                  <a:lnTo>
                    <a:pt x="3328257" y="1937547"/>
                  </a:lnTo>
                  <a:lnTo>
                    <a:pt x="3328351" y="1937547"/>
                  </a:lnTo>
                  <a:lnTo>
                    <a:pt x="3328445" y="1937547"/>
                  </a:lnTo>
                  <a:lnTo>
                    <a:pt x="3328539" y="1937547"/>
                  </a:lnTo>
                  <a:lnTo>
                    <a:pt x="3328633" y="1937547"/>
                  </a:lnTo>
                  <a:lnTo>
                    <a:pt x="3328727" y="1937547"/>
                  </a:lnTo>
                  <a:lnTo>
                    <a:pt x="3328821" y="1937547"/>
                  </a:lnTo>
                  <a:lnTo>
                    <a:pt x="3328915" y="1937547"/>
                  </a:lnTo>
                  <a:lnTo>
                    <a:pt x="3329009" y="1937547"/>
                  </a:lnTo>
                  <a:lnTo>
                    <a:pt x="3329103" y="1937547"/>
                  </a:lnTo>
                  <a:lnTo>
                    <a:pt x="3329197" y="1937547"/>
                  </a:lnTo>
                  <a:lnTo>
                    <a:pt x="3329197" y="1932268"/>
                  </a:lnTo>
                  <a:lnTo>
                    <a:pt x="3329291" y="1932268"/>
                  </a:lnTo>
                  <a:lnTo>
                    <a:pt x="3329385" y="1932268"/>
                  </a:lnTo>
                  <a:lnTo>
                    <a:pt x="3329479" y="1932268"/>
                  </a:lnTo>
                  <a:lnTo>
                    <a:pt x="3329573" y="1932268"/>
                  </a:lnTo>
                  <a:lnTo>
                    <a:pt x="3329667" y="1932268"/>
                  </a:lnTo>
                  <a:lnTo>
                    <a:pt x="3329761" y="1932268"/>
                  </a:lnTo>
                  <a:lnTo>
                    <a:pt x="3329855" y="1932268"/>
                  </a:lnTo>
                  <a:lnTo>
                    <a:pt x="3329949" y="1932268"/>
                  </a:lnTo>
                  <a:lnTo>
                    <a:pt x="3330043" y="1932268"/>
                  </a:lnTo>
                  <a:lnTo>
                    <a:pt x="3330137" y="1932268"/>
                  </a:lnTo>
                  <a:lnTo>
                    <a:pt x="3330231" y="1932268"/>
                  </a:lnTo>
                  <a:lnTo>
                    <a:pt x="3330325" y="1932268"/>
                  </a:lnTo>
                  <a:lnTo>
                    <a:pt x="3330419" y="1932268"/>
                  </a:lnTo>
                  <a:lnTo>
                    <a:pt x="3330513" y="1932268"/>
                  </a:lnTo>
                  <a:lnTo>
                    <a:pt x="3330607" y="1932268"/>
                  </a:lnTo>
                  <a:lnTo>
                    <a:pt x="3330701" y="1932268"/>
                  </a:lnTo>
                  <a:lnTo>
                    <a:pt x="3330795" y="1932268"/>
                  </a:lnTo>
                  <a:lnTo>
                    <a:pt x="3330889" y="1932268"/>
                  </a:lnTo>
                  <a:lnTo>
                    <a:pt x="3330983" y="1932268"/>
                  </a:lnTo>
                  <a:lnTo>
                    <a:pt x="3331077" y="1932268"/>
                  </a:lnTo>
                  <a:lnTo>
                    <a:pt x="3331171" y="1932268"/>
                  </a:lnTo>
                  <a:lnTo>
                    <a:pt x="3331265" y="1932268"/>
                  </a:lnTo>
                  <a:lnTo>
                    <a:pt x="3331359" y="1932268"/>
                  </a:lnTo>
                  <a:lnTo>
                    <a:pt x="3331453" y="1932268"/>
                  </a:lnTo>
                  <a:lnTo>
                    <a:pt x="3331548" y="1932268"/>
                  </a:lnTo>
                  <a:lnTo>
                    <a:pt x="3331642" y="1932268"/>
                  </a:lnTo>
                  <a:lnTo>
                    <a:pt x="3331736" y="1932268"/>
                  </a:lnTo>
                  <a:lnTo>
                    <a:pt x="3331830" y="1932268"/>
                  </a:lnTo>
                  <a:lnTo>
                    <a:pt x="3331924" y="1932268"/>
                  </a:lnTo>
                  <a:lnTo>
                    <a:pt x="3332018" y="1932268"/>
                  </a:lnTo>
                  <a:lnTo>
                    <a:pt x="3332112" y="1932268"/>
                  </a:lnTo>
                  <a:lnTo>
                    <a:pt x="3332206" y="1932268"/>
                  </a:lnTo>
                  <a:lnTo>
                    <a:pt x="3332300" y="1932268"/>
                  </a:lnTo>
                  <a:lnTo>
                    <a:pt x="3332394" y="1932268"/>
                  </a:lnTo>
                  <a:lnTo>
                    <a:pt x="3332488" y="1932268"/>
                  </a:lnTo>
                  <a:lnTo>
                    <a:pt x="3332582" y="1932268"/>
                  </a:lnTo>
                  <a:lnTo>
                    <a:pt x="3332676" y="1932268"/>
                  </a:lnTo>
                  <a:lnTo>
                    <a:pt x="3332770" y="1932268"/>
                  </a:lnTo>
                  <a:lnTo>
                    <a:pt x="3332770" y="1926988"/>
                  </a:lnTo>
                  <a:lnTo>
                    <a:pt x="3332864" y="1926988"/>
                  </a:lnTo>
                  <a:lnTo>
                    <a:pt x="3332958" y="1926988"/>
                  </a:lnTo>
                  <a:lnTo>
                    <a:pt x="3333052" y="1926988"/>
                  </a:lnTo>
                  <a:lnTo>
                    <a:pt x="3333146" y="1926988"/>
                  </a:lnTo>
                  <a:lnTo>
                    <a:pt x="3333240" y="1926988"/>
                  </a:lnTo>
                  <a:lnTo>
                    <a:pt x="3333334" y="1926988"/>
                  </a:lnTo>
                  <a:lnTo>
                    <a:pt x="3333428" y="1926988"/>
                  </a:lnTo>
                  <a:lnTo>
                    <a:pt x="3333522" y="1926988"/>
                  </a:lnTo>
                  <a:lnTo>
                    <a:pt x="3333522" y="1921709"/>
                  </a:lnTo>
                  <a:lnTo>
                    <a:pt x="3333616" y="1921709"/>
                  </a:lnTo>
                  <a:lnTo>
                    <a:pt x="3333710" y="1921709"/>
                  </a:lnTo>
                  <a:lnTo>
                    <a:pt x="3333804" y="1921709"/>
                  </a:lnTo>
                  <a:lnTo>
                    <a:pt x="3333898" y="1921709"/>
                  </a:lnTo>
                  <a:lnTo>
                    <a:pt x="3333992" y="1921709"/>
                  </a:lnTo>
                  <a:lnTo>
                    <a:pt x="3334086" y="1921709"/>
                  </a:lnTo>
                  <a:lnTo>
                    <a:pt x="3334180" y="1921709"/>
                  </a:lnTo>
                  <a:lnTo>
                    <a:pt x="3334274" y="1921709"/>
                  </a:lnTo>
                  <a:lnTo>
                    <a:pt x="3334368" y="1921709"/>
                  </a:lnTo>
                  <a:lnTo>
                    <a:pt x="3334462" y="1921709"/>
                  </a:lnTo>
                  <a:lnTo>
                    <a:pt x="3334556" y="1921709"/>
                  </a:lnTo>
                  <a:lnTo>
                    <a:pt x="3334650" y="1921709"/>
                  </a:lnTo>
                  <a:lnTo>
                    <a:pt x="3334744" y="1921709"/>
                  </a:lnTo>
                  <a:lnTo>
                    <a:pt x="3334838" y="1921709"/>
                  </a:lnTo>
                  <a:lnTo>
                    <a:pt x="3334932" y="1921709"/>
                  </a:lnTo>
                  <a:lnTo>
                    <a:pt x="3335026" y="1921709"/>
                  </a:lnTo>
                  <a:lnTo>
                    <a:pt x="3335121" y="1921709"/>
                  </a:lnTo>
                  <a:lnTo>
                    <a:pt x="3335215" y="1921709"/>
                  </a:lnTo>
                  <a:lnTo>
                    <a:pt x="3335309" y="1921709"/>
                  </a:lnTo>
                  <a:lnTo>
                    <a:pt x="3335403" y="1921709"/>
                  </a:lnTo>
                  <a:lnTo>
                    <a:pt x="3335497" y="1921709"/>
                  </a:lnTo>
                  <a:lnTo>
                    <a:pt x="3335591" y="1921709"/>
                  </a:lnTo>
                  <a:lnTo>
                    <a:pt x="3335685" y="1921709"/>
                  </a:lnTo>
                  <a:lnTo>
                    <a:pt x="3335779" y="1921709"/>
                  </a:lnTo>
                  <a:lnTo>
                    <a:pt x="3335873" y="1921709"/>
                  </a:lnTo>
                  <a:lnTo>
                    <a:pt x="3335967" y="1921709"/>
                  </a:lnTo>
                  <a:lnTo>
                    <a:pt x="3336061" y="1921709"/>
                  </a:lnTo>
                  <a:lnTo>
                    <a:pt x="3336155" y="1921709"/>
                  </a:lnTo>
                  <a:lnTo>
                    <a:pt x="3336249" y="1921709"/>
                  </a:lnTo>
                  <a:lnTo>
                    <a:pt x="3336343" y="1921709"/>
                  </a:lnTo>
                  <a:lnTo>
                    <a:pt x="3336437" y="1921709"/>
                  </a:lnTo>
                  <a:lnTo>
                    <a:pt x="3336531" y="1921709"/>
                  </a:lnTo>
                  <a:lnTo>
                    <a:pt x="3336625" y="1921709"/>
                  </a:lnTo>
                  <a:lnTo>
                    <a:pt x="3336719" y="1921709"/>
                  </a:lnTo>
                  <a:lnTo>
                    <a:pt x="3336813" y="1921709"/>
                  </a:lnTo>
                  <a:lnTo>
                    <a:pt x="3336907" y="1921709"/>
                  </a:lnTo>
                  <a:lnTo>
                    <a:pt x="3337001" y="1921709"/>
                  </a:lnTo>
                  <a:lnTo>
                    <a:pt x="3337095" y="1921709"/>
                  </a:lnTo>
                  <a:lnTo>
                    <a:pt x="3337189" y="1921709"/>
                  </a:lnTo>
                  <a:lnTo>
                    <a:pt x="3337283" y="1921709"/>
                  </a:lnTo>
                  <a:lnTo>
                    <a:pt x="3337377" y="1921709"/>
                  </a:lnTo>
                  <a:lnTo>
                    <a:pt x="3337471" y="1921709"/>
                  </a:lnTo>
                  <a:lnTo>
                    <a:pt x="3337565" y="1921709"/>
                  </a:lnTo>
                  <a:lnTo>
                    <a:pt x="3337659" y="1921709"/>
                  </a:lnTo>
                  <a:lnTo>
                    <a:pt x="3337753" y="1921709"/>
                  </a:lnTo>
                  <a:lnTo>
                    <a:pt x="3337847" y="1921709"/>
                  </a:lnTo>
                  <a:lnTo>
                    <a:pt x="3337941" y="1921709"/>
                  </a:lnTo>
                  <a:lnTo>
                    <a:pt x="3338035" y="1921709"/>
                  </a:lnTo>
                  <a:lnTo>
                    <a:pt x="3338129" y="1921709"/>
                  </a:lnTo>
                  <a:lnTo>
                    <a:pt x="3338223" y="1921709"/>
                  </a:lnTo>
                  <a:lnTo>
                    <a:pt x="3338223" y="1916429"/>
                  </a:lnTo>
                  <a:lnTo>
                    <a:pt x="3338317" y="1916429"/>
                  </a:lnTo>
                  <a:lnTo>
                    <a:pt x="3338411" y="1916429"/>
                  </a:lnTo>
                  <a:lnTo>
                    <a:pt x="3338505" y="1916429"/>
                  </a:lnTo>
                  <a:lnTo>
                    <a:pt x="3338599" y="1916429"/>
                  </a:lnTo>
                  <a:lnTo>
                    <a:pt x="3338694" y="1916429"/>
                  </a:lnTo>
                  <a:lnTo>
                    <a:pt x="3338788" y="1916429"/>
                  </a:lnTo>
                  <a:lnTo>
                    <a:pt x="3338882" y="1916429"/>
                  </a:lnTo>
                  <a:lnTo>
                    <a:pt x="3338976" y="1916429"/>
                  </a:lnTo>
                  <a:lnTo>
                    <a:pt x="3339070" y="1916429"/>
                  </a:lnTo>
                  <a:lnTo>
                    <a:pt x="3339164" y="1916429"/>
                  </a:lnTo>
                  <a:lnTo>
                    <a:pt x="3339258" y="1916429"/>
                  </a:lnTo>
                  <a:lnTo>
                    <a:pt x="3339352" y="1916429"/>
                  </a:lnTo>
                  <a:lnTo>
                    <a:pt x="3339446" y="1916429"/>
                  </a:lnTo>
                  <a:lnTo>
                    <a:pt x="3339540" y="1916429"/>
                  </a:lnTo>
                  <a:lnTo>
                    <a:pt x="3339634" y="1916429"/>
                  </a:lnTo>
                  <a:lnTo>
                    <a:pt x="3339728" y="1916429"/>
                  </a:lnTo>
                  <a:lnTo>
                    <a:pt x="3339822" y="1916429"/>
                  </a:lnTo>
                  <a:lnTo>
                    <a:pt x="3339916" y="1916429"/>
                  </a:lnTo>
                  <a:lnTo>
                    <a:pt x="3340010" y="1916429"/>
                  </a:lnTo>
                  <a:lnTo>
                    <a:pt x="3340010" y="1911150"/>
                  </a:lnTo>
                  <a:lnTo>
                    <a:pt x="3340104" y="1911150"/>
                  </a:lnTo>
                  <a:lnTo>
                    <a:pt x="3340198" y="1911150"/>
                  </a:lnTo>
                  <a:lnTo>
                    <a:pt x="3340292" y="1911150"/>
                  </a:lnTo>
                  <a:lnTo>
                    <a:pt x="3340386" y="1911150"/>
                  </a:lnTo>
                  <a:lnTo>
                    <a:pt x="3340480" y="1911150"/>
                  </a:lnTo>
                  <a:lnTo>
                    <a:pt x="3340574" y="1911150"/>
                  </a:lnTo>
                  <a:lnTo>
                    <a:pt x="3340668" y="1911150"/>
                  </a:lnTo>
                  <a:lnTo>
                    <a:pt x="3340762" y="1911150"/>
                  </a:lnTo>
                  <a:lnTo>
                    <a:pt x="3340856" y="1911150"/>
                  </a:lnTo>
                  <a:lnTo>
                    <a:pt x="3340950" y="1911150"/>
                  </a:lnTo>
                  <a:lnTo>
                    <a:pt x="3341044" y="1911150"/>
                  </a:lnTo>
                  <a:lnTo>
                    <a:pt x="3341138" y="1911150"/>
                  </a:lnTo>
                  <a:lnTo>
                    <a:pt x="3341232" y="1911150"/>
                  </a:lnTo>
                  <a:lnTo>
                    <a:pt x="3341326" y="1911150"/>
                  </a:lnTo>
                  <a:lnTo>
                    <a:pt x="3341420" y="1911150"/>
                  </a:lnTo>
                  <a:lnTo>
                    <a:pt x="3341514" y="1911150"/>
                  </a:lnTo>
                  <a:lnTo>
                    <a:pt x="3341608" y="1911150"/>
                  </a:lnTo>
                  <a:lnTo>
                    <a:pt x="3341702" y="1911150"/>
                  </a:lnTo>
                  <a:lnTo>
                    <a:pt x="3341796" y="1911150"/>
                  </a:lnTo>
                  <a:lnTo>
                    <a:pt x="3341890" y="1911150"/>
                  </a:lnTo>
                  <a:lnTo>
                    <a:pt x="3341984" y="1911150"/>
                  </a:lnTo>
                  <a:lnTo>
                    <a:pt x="3342078" y="1911150"/>
                  </a:lnTo>
                  <a:lnTo>
                    <a:pt x="3342173" y="1911150"/>
                  </a:lnTo>
                  <a:lnTo>
                    <a:pt x="3342267" y="1911150"/>
                  </a:lnTo>
                  <a:lnTo>
                    <a:pt x="3342361" y="1911150"/>
                  </a:lnTo>
                  <a:lnTo>
                    <a:pt x="3342455" y="1911150"/>
                  </a:lnTo>
                  <a:lnTo>
                    <a:pt x="3342549" y="1911150"/>
                  </a:lnTo>
                  <a:lnTo>
                    <a:pt x="3342643" y="1911150"/>
                  </a:lnTo>
                  <a:lnTo>
                    <a:pt x="3342737" y="1911150"/>
                  </a:lnTo>
                  <a:lnTo>
                    <a:pt x="3342831" y="1911150"/>
                  </a:lnTo>
                  <a:lnTo>
                    <a:pt x="3342925" y="1911150"/>
                  </a:lnTo>
                  <a:lnTo>
                    <a:pt x="3343019" y="1911150"/>
                  </a:lnTo>
                  <a:lnTo>
                    <a:pt x="3343113" y="1911150"/>
                  </a:lnTo>
                  <a:lnTo>
                    <a:pt x="3343207" y="1911150"/>
                  </a:lnTo>
                  <a:lnTo>
                    <a:pt x="3343301" y="1911150"/>
                  </a:lnTo>
                  <a:lnTo>
                    <a:pt x="3343395" y="1911150"/>
                  </a:lnTo>
                  <a:lnTo>
                    <a:pt x="3343489" y="1911150"/>
                  </a:lnTo>
                  <a:lnTo>
                    <a:pt x="3343583" y="1911150"/>
                  </a:lnTo>
                  <a:lnTo>
                    <a:pt x="3343677" y="1911150"/>
                  </a:lnTo>
                  <a:lnTo>
                    <a:pt x="3343771" y="1911150"/>
                  </a:lnTo>
                  <a:lnTo>
                    <a:pt x="3343865" y="1911150"/>
                  </a:lnTo>
                  <a:lnTo>
                    <a:pt x="3343959" y="1911150"/>
                  </a:lnTo>
                  <a:lnTo>
                    <a:pt x="3344053" y="1911150"/>
                  </a:lnTo>
                  <a:lnTo>
                    <a:pt x="3344147" y="1911150"/>
                  </a:lnTo>
                  <a:lnTo>
                    <a:pt x="3344241" y="1911150"/>
                  </a:lnTo>
                  <a:lnTo>
                    <a:pt x="3344335" y="1911150"/>
                  </a:lnTo>
                  <a:lnTo>
                    <a:pt x="3344429" y="1911150"/>
                  </a:lnTo>
                  <a:lnTo>
                    <a:pt x="3344523" y="1911150"/>
                  </a:lnTo>
                  <a:lnTo>
                    <a:pt x="3344617" y="1911150"/>
                  </a:lnTo>
                  <a:lnTo>
                    <a:pt x="3344711" y="1911150"/>
                  </a:lnTo>
                  <a:lnTo>
                    <a:pt x="3344711" y="1905871"/>
                  </a:lnTo>
                  <a:lnTo>
                    <a:pt x="3344805" y="1905871"/>
                  </a:lnTo>
                  <a:lnTo>
                    <a:pt x="3344899" y="1905871"/>
                  </a:lnTo>
                  <a:lnTo>
                    <a:pt x="3344993" y="1905871"/>
                  </a:lnTo>
                  <a:lnTo>
                    <a:pt x="3345087" y="1905871"/>
                  </a:lnTo>
                  <a:lnTo>
                    <a:pt x="3345181" y="1905871"/>
                  </a:lnTo>
                  <a:lnTo>
                    <a:pt x="3345275" y="1905871"/>
                  </a:lnTo>
                  <a:lnTo>
                    <a:pt x="3345369" y="1905871"/>
                  </a:lnTo>
                  <a:lnTo>
                    <a:pt x="3345463" y="1905871"/>
                  </a:lnTo>
                  <a:lnTo>
                    <a:pt x="3345557" y="1905871"/>
                  </a:lnTo>
                  <a:lnTo>
                    <a:pt x="3345651" y="1905871"/>
                  </a:lnTo>
                  <a:lnTo>
                    <a:pt x="3345746" y="1905871"/>
                  </a:lnTo>
                  <a:lnTo>
                    <a:pt x="3345840" y="1905871"/>
                  </a:lnTo>
                  <a:lnTo>
                    <a:pt x="3345934" y="1905871"/>
                  </a:lnTo>
                  <a:lnTo>
                    <a:pt x="3346028" y="1905871"/>
                  </a:lnTo>
                  <a:lnTo>
                    <a:pt x="3346122" y="1905871"/>
                  </a:lnTo>
                  <a:lnTo>
                    <a:pt x="3346216" y="1905871"/>
                  </a:lnTo>
                  <a:lnTo>
                    <a:pt x="3346310" y="1905871"/>
                  </a:lnTo>
                  <a:lnTo>
                    <a:pt x="3346404" y="1905871"/>
                  </a:lnTo>
                  <a:lnTo>
                    <a:pt x="3346498" y="1905871"/>
                  </a:lnTo>
                  <a:lnTo>
                    <a:pt x="3346592" y="1905871"/>
                  </a:lnTo>
                  <a:lnTo>
                    <a:pt x="3346686" y="1905871"/>
                  </a:lnTo>
                  <a:lnTo>
                    <a:pt x="3346780" y="1905871"/>
                  </a:lnTo>
                  <a:lnTo>
                    <a:pt x="3346874" y="1905871"/>
                  </a:lnTo>
                  <a:lnTo>
                    <a:pt x="3346968" y="1905871"/>
                  </a:lnTo>
                  <a:lnTo>
                    <a:pt x="3347062" y="1905871"/>
                  </a:lnTo>
                  <a:lnTo>
                    <a:pt x="3347156" y="1905871"/>
                  </a:lnTo>
                  <a:lnTo>
                    <a:pt x="3347250" y="1905871"/>
                  </a:lnTo>
                  <a:lnTo>
                    <a:pt x="3347344" y="1905871"/>
                  </a:lnTo>
                  <a:lnTo>
                    <a:pt x="3347438" y="1905871"/>
                  </a:lnTo>
                  <a:lnTo>
                    <a:pt x="3347532" y="1905871"/>
                  </a:lnTo>
                  <a:lnTo>
                    <a:pt x="3347626" y="1905871"/>
                  </a:lnTo>
                  <a:lnTo>
                    <a:pt x="3347720" y="1905871"/>
                  </a:lnTo>
                  <a:lnTo>
                    <a:pt x="3347814" y="1905871"/>
                  </a:lnTo>
                  <a:lnTo>
                    <a:pt x="3347908" y="1905871"/>
                  </a:lnTo>
                  <a:lnTo>
                    <a:pt x="3348002" y="1905871"/>
                  </a:lnTo>
                  <a:lnTo>
                    <a:pt x="3348096" y="1905871"/>
                  </a:lnTo>
                  <a:lnTo>
                    <a:pt x="3348190" y="1905871"/>
                  </a:lnTo>
                  <a:lnTo>
                    <a:pt x="3348284" y="1905871"/>
                  </a:lnTo>
                  <a:lnTo>
                    <a:pt x="3348284" y="1900591"/>
                  </a:lnTo>
                  <a:lnTo>
                    <a:pt x="3348378" y="1900591"/>
                  </a:lnTo>
                  <a:lnTo>
                    <a:pt x="3348472" y="1900591"/>
                  </a:lnTo>
                  <a:lnTo>
                    <a:pt x="3348566" y="1900591"/>
                  </a:lnTo>
                  <a:lnTo>
                    <a:pt x="3348660" y="1900591"/>
                  </a:lnTo>
                  <a:lnTo>
                    <a:pt x="3348754" y="1900591"/>
                  </a:lnTo>
                  <a:lnTo>
                    <a:pt x="3348848" y="1900591"/>
                  </a:lnTo>
                  <a:lnTo>
                    <a:pt x="3348942" y="1900591"/>
                  </a:lnTo>
                  <a:lnTo>
                    <a:pt x="3349036" y="1900591"/>
                  </a:lnTo>
                  <a:lnTo>
                    <a:pt x="3349130" y="1900591"/>
                  </a:lnTo>
                  <a:lnTo>
                    <a:pt x="3349224" y="1900591"/>
                  </a:lnTo>
                  <a:lnTo>
                    <a:pt x="3349319" y="1900591"/>
                  </a:lnTo>
                  <a:lnTo>
                    <a:pt x="3349413" y="1900591"/>
                  </a:lnTo>
                  <a:lnTo>
                    <a:pt x="3349507" y="1900591"/>
                  </a:lnTo>
                  <a:lnTo>
                    <a:pt x="3349601" y="1900591"/>
                  </a:lnTo>
                  <a:lnTo>
                    <a:pt x="3349695" y="1900591"/>
                  </a:lnTo>
                  <a:lnTo>
                    <a:pt x="3349789" y="1900591"/>
                  </a:lnTo>
                  <a:lnTo>
                    <a:pt x="3349883" y="1900591"/>
                  </a:lnTo>
                  <a:lnTo>
                    <a:pt x="3349977" y="1900591"/>
                  </a:lnTo>
                  <a:lnTo>
                    <a:pt x="3350071" y="1900591"/>
                  </a:lnTo>
                  <a:lnTo>
                    <a:pt x="3350165" y="1900591"/>
                  </a:lnTo>
                  <a:lnTo>
                    <a:pt x="3350259" y="1900591"/>
                  </a:lnTo>
                  <a:lnTo>
                    <a:pt x="3350353" y="1900591"/>
                  </a:lnTo>
                  <a:lnTo>
                    <a:pt x="3350447" y="1900591"/>
                  </a:lnTo>
                  <a:lnTo>
                    <a:pt x="3350541" y="1900591"/>
                  </a:lnTo>
                  <a:lnTo>
                    <a:pt x="3350635" y="1900591"/>
                  </a:lnTo>
                  <a:lnTo>
                    <a:pt x="3350729" y="1900591"/>
                  </a:lnTo>
                  <a:lnTo>
                    <a:pt x="3350823" y="1900591"/>
                  </a:lnTo>
                  <a:lnTo>
                    <a:pt x="3350917" y="1900591"/>
                  </a:lnTo>
                  <a:lnTo>
                    <a:pt x="3351011" y="1900591"/>
                  </a:lnTo>
                  <a:lnTo>
                    <a:pt x="3351105" y="1900591"/>
                  </a:lnTo>
                  <a:lnTo>
                    <a:pt x="3351199" y="1900591"/>
                  </a:lnTo>
                  <a:lnTo>
                    <a:pt x="3351293" y="1900591"/>
                  </a:lnTo>
                  <a:lnTo>
                    <a:pt x="3351387" y="1900591"/>
                  </a:lnTo>
                  <a:lnTo>
                    <a:pt x="3351481" y="1900591"/>
                  </a:lnTo>
                  <a:lnTo>
                    <a:pt x="3351575" y="1900591"/>
                  </a:lnTo>
                  <a:lnTo>
                    <a:pt x="3351669" y="1900591"/>
                  </a:lnTo>
                  <a:lnTo>
                    <a:pt x="3351763" y="1900591"/>
                  </a:lnTo>
                  <a:lnTo>
                    <a:pt x="3351857" y="1900591"/>
                  </a:lnTo>
                  <a:lnTo>
                    <a:pt x="3351951" y="1900591"/>
                  </a:lnTo>
                  <a:lnTo>
                    <a:pt x="3352045" y="1900591"/>
                  </a:lnTo>
                  <a:lnTo>
                    <a:pt x="3352139" y="1900591"/>
                  </a:lnTo>
                  <a:lnTo>
                    <a:pt x="3352233" y="1900591"/>
                  </a:lnTo>
                  <a:lnTo>
                    <a:pt x="3352327" y="1900591"/>
                  </a:lnTo>
                  <a:lnTo>
                    <a:pt x="3352421" y="1900591"/>
                  </a:lnTo>
                  <a:lnTo>
                    <a:pt x="3352515" y="1900591"/>
                  </a:lnTo>
                  <a:lnTo>
                    <a:pt x="3352609" y="1900591"/>
                  </a:lnTo>
                  <a:lnTo>
                    <a:pt x="3352703" y="1900591"/>
                  </a:lnTo>
                  <a:lnTo>
                    <a:pt x="3352798" y="1900591"/>
                  </a:lnTo>
                  <a:lnTo>
                    <a:pt x="3352892" y="1900591"/>
                  </a:lnTo>
                  <a:lnTo>
                    <a:pt x="3352986" y="1900591"/>
                  </a:lnTo>
                  <a:lnTo>
                    <a:pt x="3353080" y="1900591"/>
                  </a:lnTo>
                  <a:lnTo>
                    <a:pt x="3353174" y="1900591"/>
                  </a:lnTo>
                  <a:lnTo>
                    <a:pt x="3353268" y="1900591"/>
                  </a:lnTo>
                  <a:lnTo>
                    <a:pt x="3353362" y="1900591"/>
                  </a:lnTo>
                  <a:lnTo>
                    <a:pt x="3353456" y="1900591"/>
                  </a:lnTo>
                  <a:lnTo>
                    <a:pt x="3353550" y="1900591"/>
                  </a:lnTo>
                  <a:lnTo>
                    <a:pt x="3353644" y="1900591"/>
                  </a:lnTo>
                  <a:lnTo>
                    <a:pt x="3353738" y="1900591"/>
                  </a:lnTo>
                  <a:lnTo>
                    <a:pt x="3353738" y="1895312"/>
                  </a:lnTo>
                  <a:lnTo>
                    <a:pt x="3353832" y="1895312"/>
                  </a:lnTo>
                  <a:lnTo>
                    <a:pt x="3353926" y="1895312"/>
                  </a:lnTo>
                  <a:lnTo>
                    <a:pt x="3354020" y="1895312"/>
                  </a:lnTo>
                  <a:lnTo>
                    <a:pt x="3354114" y="1895312"/>
                  </a:lnTo>
                  <a:lnTo>
                    <a:pt x="3354208" y="1895312"/>
                  </a:lnTo>
                  <a:lnTo>
                    <a:pt x="3354302" y="1895312"/>
                  </a:lnTo>
                  <a:lnTo>
                    <a:pt x="3354396" y="1895312"/>
                  </a:lnTo>
                  <a:lnTo>
                    <a:pt x="3354490" y="1895312"/>
                  </a:lnTo>
                  <a:lnTo>
                    <a:pt x="3354584" y="1895312"/>
                  </a:lnTo>
                  <a:lnTo>
                    <a:pt x="3354678" y="1895312"/>
                  </a:lnTo>
                  <a:lnTo>
                    <a:pt x="3354772" y="1895312"/>
                  </a:lnTo>
                  <a:lnTo>
                    <a:pt x="3354866" y="1895312"/>
                  </a:lnTo>
                  <a:lnTo>
                    <a:pt x="3354960" y="1895312"/>
                  </a:lnTo>
                  <a:lnTo>
                    <a:pt x="3355054" y="1895312"/>
                  </a:lnTo>
                  <a:lnTo>
                    <a:pt x="3355148" y="1895312"/>
                  </a:lnTo>
                  <a:lnTo>
                    <a:pt x="3355242" y="1895312"/>
                  </a:lnTo>
                  <a:lnTo>
                    <a:pt x="3355336" y="1895312"/>
                  </a:lnTo>
                  <a:lnTo>
                    <a:pt x="3355430" y="1895312"/>
                  </a:lnTo>
                  <a:lnTo>
                    <a:pt x="3355524" y="1895312"/>
                  </a:lnTo>
                  <a:lnTo>
                    <a:pt x="3355618" y="1895312"/>
                  </a:lnTo>
                  <a:lnTo>
                    <a:pt x="3355712" y="1895312"/>
                  </a:lnTo>
                  <a:lnTo>
                    <a:pt x="3355806" y="1895312"/>
                  </a:lnTo>
                  <a:lnTo>
                    <a:pt x="3355806" y="1890032"/>
                  </a:lnTo>
                  <a:lnTo>
                    <a:pt x="3355900" y="1890032"/>
                  </a:lnTo>
                  <a:lnTo>
                    <a:pt x="3355994" y="1890032"/>
                  </a:lnTo>
                  <a:lnTo>
                    <a:pt x="3356088" y="1890032"/>
                  </a:lnTo>
                  <a:lnTo>
                    <a:pt x="3356182" y="1890032"/>
                  </a:lnTo>
                  <a:lnTo>
                    <a:pt x="3356276" y="1890032"/>
                  </a:lnTo>
                  <a:lnTo>
                    <a:pt x="3356371" y="1890032"/>
                  </a:lnTo>
                  <a:lnTo>
                    <a:pt x="3356465" y="1890032"/>
                  </a:lnTo>
                  <a:lnTo>
                    <a:pt x="3356559" y="1890032"/>
                  </a:lnTo>
                  <a:lnTo>
                    <a:pt x="3356653" y="1890032"/>
                  </a:lnTo>
                  <a:lnTo>
                    <a:pt x="3356747" y="1890032"/>
                  </a:lnTo>
                  <a:lnTo>
                    <a:pt x="3356841" y="1890032"/>
                  </a:lnTo>
                  <a:lnTo>
                    <a:pt x="3356935" y="1890032"/>
                  </a:lnTo>
                  <a:lnTo>
                    <a:pt x="3357029" y="1890032"/>
                  </a:lnTo>
                  <a:lnTo>
                    <a:pt x="3357123" y="1890032"/>
                  </a:lnTo>
                  <a:lnTo>
                    <a:pt x="3357217" y="1890032"/>
                  </a:lnTo>
                  <a:lnTo>
                    <a:pt x="3357311" y="1890032"/>
                  </a:lnTo>
                  <a:lnTo>
                    <a:pt x="3357405" y="1890032"/>
                  </a:lnTo>
                  <a:lnTo>
                    <a:pt x="3357499" y="1890032"/>
                  </a:lnTo>
                  <a:lnTo>
                    <a:pt x="3357593" y="1890032"/>
                  </a:lnTo>
                  <a:lnTo>
                    <a:pt x="3357687" y="1890032"/>
                  </a:lnTo>
                  <a:lnTo>
                    <a:pt x="3357781" y="1890032"/>
                  </a:lnTo>
                  <a:lnTo>
                    <a:pt x="3357875" y="1890032"/>
                  </a:lnTo>
                  <a:lnTo>
                    <a:pt x="3357969" y="1890032"/>
                  </a:lnTo>
                  <a:lnTo>
                    <a:pt x="3358063" y="1890032"/>
                  </a:lnTo>
                  <a:lnTo>
                    <a:pt x="3358157" y="1890032"/>
                  </a:lnTo>
                  <a:lnTo>
                    <a:pt x="3358251" y="1890032"/>
                  </a:lnTo>
                  <a:lnTo>
                    <a:pt x="3358345" y="1890032"/>
                  </a:lnTo>
                  <a:lnTo>
                    <a:pt x="3358439" y="1890032"/>
                  </a:lnTo>
                  <a:lnTo>
                    <a:pt x="3358533" y="1890032"/>
                  </a:lnTo>
                  <a:lnTo>
                    <a:pt x="3358627" y="1890032"/>
                  </a:lnTo>
                  <a:lnTo>
                    <a:pt x="3358721" y="1890032"/>
                  </a:lnTo>
                  <a:lnTo>
                    <a:pt x="3358815" y="1890032"/>
                  </a:lnTo>
                  <a:lnTo>
                    <a:pt x="3358909" y="1890032"/>
                  </a:lnTo>
                  <a:lnTo>
                    <a:pt x="3359003" y="1890032"/>
                  </a:lnTo>
                  <a:lnTo>
                    <a:pt x="3359097" y="1890032"/>
                  </a:lnTo>
                  <a:lnTo>
                    <a:pt x="3359097" y="1884753"/>
                  </a:lnTo>
                  <a:lnTo>
                    <a:pt x="3359191" y="1884753"/>
                  </a:lnTo>
                  <a:lnTo>
                    <a:pt x="3359285" y="1884753"/>
                  </a:lnTo>
                  <a:lnTo>
                    <a:pt x="3359379" y="1884753"/>
                  </a:lnTo>
                  <a:lnTo>
                    <a:pt x="3359473" y="1884753"/>
                  </a:lnTo>
                  <a:lnTo>
                    <a:pt x="3359567" y="1884753"/>
                  </a:lnTo>
                  <a:lnTo>
                    <a:pt x="3359661" y="1884753"/>
                  </a:lnTo>
                  <a:lnTo>
                    <a:pt x="3359755" y="1884753"/>
                  </a:lnTo>
                  <a:lnTo>
                    <a:pt x="3359849" y="1884753"/>
                  </a:lnTo>
                  <a:lnTo>
                    <a:pt x="3359944" y="1884753"/>
                  </a:lnTo>
                  <a:lnTo>
                    <a:pt x="3360038" y="1884753"/>
                  </a:lnTo>
                  <a:lnTo>
                    <a:pt x="3360132" y="1884753"/>
                  </a:lnTo>
                  <a:lnTo>
                    <a:pt x="3360226" y="1884753"/>
                  </a:lnTo>
                  <a:lnTo>
                    <a:pt x="3360320" y="1884753"/>
                  </a:lnTo>
                  <a:lnTo>
                    <a:pt x="3360414" y="1884753"/>
                  </a:lnTo>
                  <a:lnTo>
                    <a:pt x="3360508" y="1884753"/>
                  </a:lnTo>
                  <a:lnTo>
                    <a:pt x="3360602" y="1884753"/>
                  </a:lnTo>
                  <a:lnTo>
                    <a:pt x="3360696" y="1884753"/>
                  </a:lnTo>
                  <a:lnTo>
                    <a:pt x="3360790" y="1884753"/>
                  </a:lnTo>
                  <a:lnTo>
                    <a:pt x="3360884" y="1884753"/>
                  </a:lnTo>
                  <a:lnTo>
                    <a:pt x="3360978" y="1884753"/>
                  </a:lnTo>
                  <a:lnTo>
                    <a:pt x="3361072" y="1884753"/>
                  </a:lnTo>
                  <a:lnTo>
                    <a:pt x="3361166" y="1884753"/>
                  </a:lnTo>
                  <a:lnTo>
                    <a:pt x="3361260" y="1884753"/>
                  </a:lnTo>
                  <a:lnTo>
                    <a:pt x="3361354" y="1884753"/>
                  </a:lnTo>
                  <a:lnTo>
                    <a:pt x="3361448" y="1884753"/>
                  </a:lnTo>
                  <a:lnTo>
                    <a:pt x="3361542" y="1884753"/>
                  </a:lnTo>
                  <a:lnTo>
                    <a:pt x="3361636" y="1884753"/>
                  </a:lnTo>
                  <a:lnTo>
                    <a:pt x="3361730" y="1884753"/>
                  </a:lnTo>
                  <a:lnTo>
                    <a:pt x="3361824" y="1884753"/>
                  </a:lnTo>
                  <a:lnTo>
                    <a:pt x="3361918" y="1884753"/>
                  </a:lnTo>
                  <a:lnTo>
                    <a:pt x="3362012" y="1884753"/>
                  </a:lnTo>
                  <a:lnTo>
                    <a:pt x="3362106" y="1884753"/>
                  </a:lnTo>
                  <a:lnTo>
                    <a:pt x="3362200" y="1884753"/>
                  </a:lnTo>
                  <a:lnTo>
                    <a:pt x="3362294" y="1884753"/>
                  </a:lnTo>
                  <a:lnTo>
                    <a:pt x="3362388" y="1884753"/>
                  </a:lnTo>
                  <a:lnTo>
                    <a:pt x="3362482" y="1884753"/>
                  </a:lnTo>
                  <a:lnTo>
                    <a:pt x="3362576" y="1884753"/>
                  </a:lnTo>
                  <a:lnTo>
                    <a:pt x="3362670" y="1884753"/>
                  </a:lnTo>
                  <a:lnTo>
                    <a:pt x="3362764" y="1884753"/>
                  </a:lnTo>
                  <a:lnTo>
                    <a:pt x="3362858" y="1884753"/>
                  </a:lnTo>
                  <a:lnTo>
                    <a:pt x="3362952" y="1884753"/>
                  </a:lnTo>
                  <a:lnTo>
                    <a:pt x="3363046" y="1884753"/>
                  </a:lnTo>
                  <a:lnTo>
                    <a:pt x="3363140" y="1884753"/>
                  </a:lnTo>
                  <a:lnTo>
                    <a:pt x="3363234" y="1884753"/>
                  </a:lnTo>
                  <a:lnTo>
                    <a:pt x="3363328" y="1884753"/>
                  </a:lnTo>
                  <a:lnTo>
                    <a:pt x="3363423" y="1884753"/>
                  </a:lnTo>
                  <a:lnTo>
                    <a:pt x="3363517" y="1884753"/>
                  </a:lnTo>
                  <a:lnTo>
                    <a:pt x="3363611" y="1884753"/>
                  </a:lnTo>
                  <a:lnTo>
                    <a:pt x="3363705" y="1884753"/>
                  </a:lnTo>
                  <a:lnTo>
                    <a:pt x="3363799" y="1884753"/>
                  </a:lnTo>
                  <a:lnTo>
                    <a:pt x="3363893" y="1884753"/>
                  </a:lnTo>
                  <a:lnTo>
                    <a:pt x="3363987" y="1884753"/>
                  </a:lnTo>
                  <a:lnTo>
                    <a:pt x="3364081" y="1884753"/>
                  </a:lnTo>
                  <a:lnTo>
                    <a:pt x="3364175" y="1884753"/>
                  </a:lnTo>
                  <a:lnTo>
                    <a:pt x="3364269" y="1884753"/>
                  </a:lnTo>
                  <a:lnTo>
                    <a:pt x="3364363" y="1884753"/>
                  </a:lnTo>
                  <a:lnTo>
                    <a:pt x="3364457" y="1884753"/>
                  </a:lnTo>
                  <a:lnTo>
                    <a:pt x="3364551" y="1884753"/>
                  </a:lnTo>
                  <a:lnTo>
                    <a:pt x="3364645" y="1884753"/>
                  </a:lnTo>
                  <a:lnTo>
                    <a:pt x="3364739" y="1884753"/>
                  </a:lnTo>
                  <a:lnTo>
                    <a:pt x="3364833" y="1884753"/>
                  </a:lnTo>
                  <a:lnTo>
                    <a:pt x="3364927" y="1884753"/>
                  </a:lnTo>
                  <a:lnTo>
                    <a:pt x="3365021" y="1884753"/>
                  </a:lnTo>
                  <a:lnTo>
                    <a:pt x="3365115" y="1884753"/>
                  </a:lnTo>
                  <a:lnTo>
                    <a:pt x="3365209" y="1884753"/>
                  </a:lnTo>
                  <a:lnTo>
                    <a:pt x="3365303" y="1884753"/>
                  </a:lnTo>
                  <a:lnTo>
                    <a:pt x="3365397" y="1884753"/>
                  </a:lnTo>
                  <a:lnTo>
                    <a:pt x="3365491" y="1884753"/>
                  </a:lnTo>
                  <a:lnTo>
                    <a:pt x="3365585" y="1884753"/>
                  </a:lnTo>
                  <a:lnTo>
                    <a:pt x="3365679" y="1884753"/>
                  </a:lnTo>
                  <a:lnTo>
                    <a:pt x="3365773" y="1884753"/>
                  </a:lnTo>
                  <a:lnTo>
                    <a:pt x="3365867" y="1884753"/>
                  </a:lnTo>
                  <a:lnTo>
                    <a:pt x="3365961" y="1884753"/>
                  </a:lnTo>
                  <a:lnTo>
                    <a:pt x="3366055" y="1884753"/>
                  </a:lnTo>
                  <a:lnTo>
                    <a:pt x="3366149" y="1884753"/>
                  </a:lnTo>
                  <a:lnTo>
                    <a:pt x="3366243" y="1884753"/>
                  </a:lnTo>
                  <a:lnTo>
                    <a:pt x="3366337" y="1884753"/>
                  </a:lnTo>
                  <a:lnTo>
                    <a:pt x="3366431" y="1884753"/>
                  </a:lnTo>
                  <a:lnTo>
                    <a:pt x="3366525" y="1884753"/>
                  </a:lnTo>
                  <a:lnTo>
                    <a:pt x="3366619" y="1884753"/>
                  </a:lnTo>
                  <a:lnTo>
                    <a:pt x="3366713" y="1884753"/>
                  </a:lnTo>
                  <a:lnTo>
                    <a:pt x="3366807" y="1884753"/>
                  </a:lnTo>
                  <a:lnTo>
                    <a:pt x="3366901" y="1884753"/>
                  </a:lnTo>
                  <a:lnTo>
                    <a:pt x="3366996" y="1884753"/>
                  </a:lnTo>
                  <a:lnTo>
                    <a:pt x="3367090" y="1884753"/>
                  </a:lnTo>
                  <a:lnTo>
                    <a:pt x="3367184" y="1884753"/>
                  </a:lnTo>
                  <a:lnTo>
                    <a:pt x="3367278" y="1884753"/>
                  </a:lnTo>
                  <a:lnTo>
                    <a:pt x="3367372" y="1884753"/>
                  </a:lnTo>
                  <a:lnTo>
                    <a:pt x="3367466" y="1884753"/>
                  </a:lnTo>
                  <a:lnTo>
                    <a:pt x="3367560" y="1884753"/>
                  </a:lnTo>
                  <a:lnTo>
                    <a:pt x="3367654" y="1884753"/>
                  </a:lnTo>
                  <a:lnTo>
                    <a:pt x="3367748" y="1884753"/>
                  </a:lnTo>
                  <a:lnTo>
                    <a:pt x="3367842" y="1884753"/>
                  </a:lnTo>
                  <a:lnTo>
                    <a:pt x="3367936" y="1884753"/>
                  </a:lnTo>
                  <a:lnTo>
                    <a:pt x="3368030" y="1884753"/>
                  </a:lnTo>
                  <a:lnTo>
                    <a:pt x="3368124" y="1884753"/>
                  </a:lnTo>
                  <a:lnTo>
                    <a:pt x="3368218" y="1884753"/>
                  </a:lnTo>
                  <a:lnTo>
                    <a:pt x="3368312" y="1884753"/>
                  </a:lnTo>
                  <a:lnTo>
                    <a:pt x="3368406" y="1884753"/>
                  </a:lnTo>
                  <a:lnTo>
                    <a:pt x="3368500" y="1884753"/>
                  </a:lnTo>
                  <a:lnTo>
                    <a:pt x="3368594" y="1884753"/>
                  </a:lnTo>
                  <a:lnTo>
                    <a:pt x="3368688" y="1884753"/>
                  </a:lnTo>
                  <a:lnTo>
                    <a:pt x="3368782" y="1884753"/>
                  </a:lnTo>
                  <a:lnTo>
                    <a:pt x="3368876" y="1884753"/>
                  </a:lnTo>
                  <a:lnTo>
                    <a:pt x="3368970" y="1884753"/>
                  </a:lnTo>
                  <a:lnTo>
                    <a:pt x="3369064" y="1884753"/>
                  </a:lnTo>
                  <a:lnTo>
                    <a:pt x="3369158" y="1884753"/>
                  </a:lnTo>
                  <a:lnTo>
                    <a:pt x="3369252" y="1884753"/>
                  </a:lnTo>
                  <a:lnTo>
                    <a:pt x="3369346" y="1884753"/>
                  </a:lnTo>
                  <a:lnTo>
                    <a:pt x="3369440" y="1884753"/>
                  </a:lnTo>
                  <a:lnTo>
                    <a:pt x="3369534" y="1884753"/>
                  </a:lnTo>
                  <a:lnTo>
                    <a:pt x="3369628" y="1884753"/>
                  </a:lnTo>
                  <a:lnTo>
                    <a:pt x="3369722" y="1884753"/>
                  </a:lnTo>
                  <a:lnTo>
                    <a:pt x="3369816" y="1884753"/>
                  </a:lnTo>
                  <a:lnTo>
                    <a:pt x="3369910" y="1884753"/>
                  </a:lnTo>
                  <a:lnTo>
                    <a:pt x="3370004" y="1884753"/>
                  </a:lnTo>
                  <a:lnTo>
                    <a:pt x="3370098" y="1884753"/>
                  </a:lnTo>
                  <a:lnTo>
                    <a:pt x="3370192" y="1884753"/>
                  </a:lnTo>
                  <a:lnTo>
                    <a:pt x="3370286" y="1884753"/>
                  </a:lnTo>
                  <a:lnTo>
                    <a:pt x="3370380" y="1884753"/>
                  </a:lnTo>
                  <a:lnTo>
                    <a:pt x="3370474" y="1884753"/>
                  </a:lnTo>
                  <a:lnTo>
                    <a:pt x="3370569" y="1884753"/>
                  </a:lnTo>
                  <a:lnTo>
                    <a:pt x="3370663" y="1884753"/>
                  </a:lnTo>
                  <a:lnTo>
                    <a:pt x="3370757" y="1884753"/>
                  </a:lnTo>
                  <a:lnTo>
                    <a:pt x="3370851" y="1884753"/>
                  </a:lnTo>
                  <a:lnTo>
                    <a:pt x="3370945" y="1884753"/>
                  </a:lnTo>
                  <a:lnTo>
                    <a:pt x="3371039" y="1884753"/>
                  </a:lnTo>
                  <a:lnTo>
                    <a:pt x="3371133" y="1884753"/>
                  </a:lnTo>
                  <a:lnTo>
                    <a:pt x="3371227" y="1884753"/>
                  </a:lnTo>
                  <a:lnTo>
                    <a:pt x="3371321" y="1884753"/>
                  </a:lnTo>
                  <a:lnTo>
                    <a:pt x="3371415" y="1884753"/>
                  </a:lnTo>
                  <a:lnTo>
                    <a:pt x="3371509" y="1884753"/>
                  </a:lnTo>
                  <a:lnTo>
                    <a:pt x="3371603" y="1884753"/>
                  </a:lnTo>
                  <a:lnTo>
                    <a:pt x="3371697" y="1884753"/>
                  </a:lnTo>
                  <a:lnTo>
                    <a:pt x="3371791" y="1884753"/>
                  </a:lnTo>
                  <a:lnTo>
                    <a:pt x="3371885" y="1884753"/>
                  </a:lnTo>
                  <a:lnTo>
                    <a:pt x="3371979" y="1884753"/>
                  </a:lnTo>
                  <a:lnTo>
                    <a:pt x="3372073" y="1884753"/>
                  </a:lnTo>
                  <a:lnTo>
                    <a:pt x="3372167" y="1884753"/>
                  </a:lnTo>
                  <a:lnTo>
                    <a:pt x="3372261" y="1884753"/>
                  </a:lnTo>
                  <a:lnTo>
                    <a:pt x="3372355" y="1884753"/>
                  </a:lnTo>
                  <a:lnTo>
                    <a:pt x="3372449" y="1884753"/>
                  </a:lnTo>
                  <a:lnTo>
                    <a:pt x="3372543" y="1884753"/>
                  </a:lnTo>
                  <a:lnTo>
                    <a:pt x="3372637" y="1884753"/>
                  </a:lnTo>
                  <a:lnTo>
                    <a:pt x="3372731" y="1884753"/>
                  </a:lnTo>
                  <a:lnTo>
                    <a:pt x="3372825" y="1884753"/>
                  </a:lnTo>
                  <a:lnTo>
                    <a:pt x="3372825" y="1879473"/>
                  </a:lnTo>
                  <a:lnTo>
                    <a:pt x="3372919" y="1879473"/>
                  </a:lnTo>
                  <a:lnTo>
                    <a:pt x="3373013" y="1879473"/>
                  </a:lnTo>
                  <a:lnTo>
                    <a:pt x="3373107" y="1879473"/>
                  </a:lnTo>
                  <a:lnTo>
                    <a:pt x="3373201" y="1879473"/>
                  </a:lnTo>
                  <a:lnTo>
                    <a:pt x="3373295" y="1879473"/>
                  </a:lnTo>
                  <a:lnTo>
                    <a:pt x="3373389" y="1879473"/>
                  </a:lnTo>
                  <a:lnTo>
                    <a:pt x="3373483" y="1879473"/>
                  </a:lnTo>
                  <a:lnTo>
                    <a:pt x="3373577" y="1879473"/>
                  </a:lnTo>
                  <a:lnTo>
                    <a:pt x="3373671" y="1879473"/>
                  </a:lnTo>
                  <a:lnTo>
                    <a:pt x="3373765" y="1879473"/>
                  </a:lnTo>
                  <a:lnTo>
                    <a:pt x="3373859" y="1879473"/>
                  </a:lnTo>
                  <a:lnTo>
                    <a:pt x="3373953" y="1879473"/>
                  </a:lnTo>
                  <a:lnTo>
                    <a:pt x="3374048" y="1879473"/>
                  </a:lnTo>
                  <a:lnTo>
                    <a:pt x="3374048" y="1874194"/>
                  </a:lnTo>
                  <a:lnTo>
                    <a:pt x="3374142" y="1874194"/>
                  </a:lnTo>
                  <a:lnTo>
                    <a:pt x="3374236" y="1874194"/>
                  </a:lnTo>
                  <a:lnTo>
                    <a:pt x="3374330" y="1874194"/>
                  </a:lnTo>
                  <a:lnTo>
                    <a:pt x="3374424" y="1874194"/>
                  </a:lnTo>
                  <a:lnTo>
                    <a:pt x="3374518" y="1874194"/>
                  </a:lnTo>
                  <a:lnTo>
                    <a:pt x="3374612" y="1874194"/>
                  </a:lnTo>
                  <a:lnTo>
                    <a:pt x="3374706" y="1874194"/>
                  </a:lnTo>
                  <a:lnTo>
                    <a:pt x="3374800" y="1874194"/>
                  </a:lnTo>
                  <a:lnTo>
                    <a:pt x="3374894" y="1874194"/>
                  </a:lnTo>
                  <a:lnTo>
                    <a:pt x="3374988" y="1874194"/>
                  </a:lnTo>
                  <a:lnTo>
                    <a:pt x="3375082" y="1874194"/>
                  </a:lnTo>
                  <a:lnTo>
                    <a:pt x="3375176" y="1874194"/>
                  </a:lnTo>
                  <a:lnTo>
                    <a:pt x="3375270" y="1874194"/>
                  </a:lnTo>
                  <a:lnTo>
                    <a:pt x="3375364" y="1874194"/>
                  </a:lnTo>
                  <a:lnTo>
                    <a:pt x="3375458" y="1874194"/>
                  </a:lnTo>
                  <a:lnTo>
                    <a:pt x="3375552" y="1874194"/>
                  </a:lnTo>
                  <a:lnTo>
                    <a:pt x="3375646" y="1874194"/>
                  </a:lnTo>
                  <a:lnTo>
                    <a:pt x="3375740" y="1874194"/>
                  </a:lnTo>
                  <a:lnTo>
                    <a:pt x="3375834" y="1874194"/>
                  </a:lnTo>
                  <a:lnTo>
                    <a:pt x="3375928" y="1874194"/>
                  </a:lnTo>
                  <a:lnTo>
                    <a:pt x="3376022" y="1874194"/>
                  </a:lnTo>
                  <a:lnTo>
                    <a:pt x="3376116" y="1874194"/>
                  </a:lnTo>
                  <a:lnTo>
                    <a:pt x="3376210" y="1874194"/>
                  </a:lnTo>
                  <a:lnTo>
                    <a:pt x="3376304" y="1874194"/>
                  </a:lnTo>
                  <a:lnTo>
                    <a:pt x="3376398" y="1874194"/>
                  </a:lnTo>
                  <a:lnTo>
                    <a:pt x="3376398" y="1868915"/>
                  </a:lnTo>
                  <a:lnTo>
                    <a:pt x="3376492" y="1868915"/>
                  </a:lnTo>
                  <a:lnTo>
                    <a:pt x="3376586" y="1868915"/>
                  </a:lnTo>
                  <a:lnTo>
                    <a:pt x="3376680" y="1868915"/>
                  </a:lnTo>
                  <a:lnTo>
                    <a:pt x="3376774" y="1868915"/>
                  </a:lnTo>
                  <a:lnTo>
                    <a:pt x="3376868" y="1868915"/>
                  </a:lnTo>
                  <a:lnTo>
                    <a:pt x="3376962" y="1868915"/>
                  </a:lnTo>
                  <a:lnTo>
                    <a:pt x="3377056" y="1868915"/>
                  </a:lnTo>
                  <a:lnTo>
                    <a:pt x="3377150" y="1868915"/>
                  </a:lnTo>
                  <a:lnTo>
                    <a:pt x="3377244" y="1868915"/>
                  </a:lnTo>
                  <a:lnTo>
                    <a:pt x="3377338" y="1868915"/>
                  </a:lnTo>
                  <a:lnTo>
                    <a:pt x="3377432" y="1868915"/>
                  </a:lnTo>
                  <a:lnTo>
                    <a:pt x="3377526" y="1868915"/>
                  </a:lnTo>
                  <a:lnTo>
                    <a:pt x="3377621" y="1868915"/>
                  </a:lnTo>
                  <a:lnTo>
                    <a:pt x="3377715" y="1868915"/>
                  </a:lnTo>
                  <a:lnTo>
                    <a:pt x="3377809" y="1868915"/>
                  </a:lnTo>
                  <a:lnTo>
                    <a:pt x="3377903" y="1868915"/>
                  </a:lnTo>
                  <a:lnTo>
                    <a:pt x="3377997" y="1868915"/>
                  </a:lnTo>
                  <a:lnTo>
                    <a:pt x="3378091" y="1868915"/>
                  </a:lnTo>
                  <a:lnTo>
                    <a:pt x="3378185" y="1868915"/>
                  </a:lnTo>
                  <a:lnTo>
                    <a:pt x="3378279" y="1868915"/>
                  </a:lnTo>
                  <a:lnTo>
                    <a:pt x="3378373" y="1868915"/>
                  </a:lnTo>
                  <a:lnTo>
                    <a:pt x="3378467" y="1868915"/>
                  </a:lnTo>
                  <a:lnTo>
                    <a:pt x="3378561" y="1868915"/>
                  </a:lnTo>
                  <a:lnTo>
                    <a:pt x="3378655" y="1868915"/>
                  </a:lnTo>
                  <a:lnTo>
                    <a:pt x="3378749" y="1868915"/>
                  </a:lnTo>
                  <a:lnTo>
                    <a:pt x="3378843" y="1868915"/>
                  </a:lnTo>
                  <a:lnTo>
                    <a:pt x="3378937" y="1868915"/>
                  </a:lnTo>
                  <a:lnTo>
                    <a:pt x="3379031" y="1868915"/>
                  </a:lnTo>
                  <a:lnTo>
                    <a:pt x="3379125" y="1868915"/>
                  </a:lnTo>
                  <a:lnTo>
                    <a:pt x="3379219" y="1868915"/>
                  </a:lnTo>
                  <a:lnTo>
                    <a:pt x="3379313" y="1868915"/>
                  </a:lnTo>
                  <a:lnTo>
                    <a:pt x="3379407" y="1868915"/>
                  </a:lnTo>
                  <a:lnTo>
                    <a:pt x="3379501" y="1868915"/>
                  </a:lnTo>
                  <a:lnTo>
                    <a:pt x="3379595" y="1868915"/>
                  </a:lnTo>
                  <a:lnTo>
                    <a:pt x="3379689" y="1868915"/>
                  </a:lnTo>
                  <a:lnTo>
                    <a:pt x="3379783" y="1868915"/>
                  </a:lnTo>
                  <a:lnTo>
                    <a:pt x="3379877" y="1868915"/>
                  </a:lnTo>
                  <a:lnTo>
                    <a:pt x="3379971" y="1868915"/>
                  </a:lnTo>
                  <a:lnTo>
                    <a:pt x="3380065" y="1868915"/>
                  </a:lnTo>
                  <a:lnTo>
                    <a:pt x="3380159" y="1868915"/>
                  </a:lnTo>
                  <a:lnTo>
                    <a:pt x="3380253" y="1868915"/>
                  </a:lnTo>
                  <a:lnTo>
                    <a:pt x="3380347" y="1868915"/>
                  </a:lnTo>
                  <a:lnTo>
                    <a:pt x="3380441" y="1868915"/>
                  </a:lnTo>
                  <a:lnTo>
                    <a:pt x="3380535" y="1868915"/>
                  </a:lnTo>
                  <a:lnTo>
                    <a:pt x="3380629" y="1868915"/>
                  </a:lnTo>
                  <a:lnTo>
                    <a:pt x="3380629" y="1863635"/>
                  </a:lnTo>
                  <a:lnTo>
                    <a:pt x="3380723" y="1863635"/>
                  </a:lnTo>
                  <a:lnTo>
                    <a:pt x="3380817" y="1863635"/>
                  </a:lnTo>
                  <a:lnTo>
                    <a:pt x="3380911" y="1863635"/>
                  </a:lnTo>
                  <a:lnTo>
                    <a:pt x="3381005" y="1863635"/>
                  </a:lnTo>
                  <a:lnTo>
                    <a:pt x="3381099" y="1863635"/>
                  </a:lnTo>
                  <a:lnTo>
                    <a:pt x="3381194" y="1863635"/>
                  </a:lnTo>
                  <a:lnTo>
                    <a:pt x="3381288" y="1863635"/>
                  </a:lnTo>
                  <a:lnTo>
                    <a:pt x="3381382" y="1863635"/>
                  </a:lnTo>
                  <a:lnTo>
                    <a:pt x="3381476" y="1863635"/>
                  </a:lnTo>
                  <a:lnTo>
                    <a:pt x="3381570" y="1863635"/>
                  </a:lnTo>
                  <a:lnTo>
                    <a:pt x="3381570" y="1858356"/>
                  </a:lnTo>
                  <a:lnTo>
                    <a:pt x="3381570" y="1853076"/>
                  </a:lnTo>
                  <a:lnTo>
                    <a:pt x="3381664" y="1853076"/>
                  </a:lnTo>
                  <a:lnTo>
                    <a:pt x="3381758" y="1853076"/>
                  </a:lnTo>
                  <a:lnTo>
                    <a:pt x="3381852" y="1853076"/>
                  </a:lnTo>
                  <a:lnTo>
                    <a:pt x="3381946" y="1853076"/>
                  </a:lnTo>
                  <a:lnTo>
                    <a:pt x="3382040" y="1853076"/>
                  </a:lnTo>
                  <a:lnTo>
                    <a:pt x="3382134" y="1853076"/>
                  </a:lnTo>
                  <a:lnTo>
                    <a:pt x="3382228" y="1853076"/>
                  </a:lnTo>
                  <a:lnTo>
                    <a:pt x="3382322" y="1853076"/>
                  </a:lnTo>
                  <a:lnTo>
                    <a:pt x="3382416" y="1853076"/>
                  </a:lnTo>
                  <a:lnTo>
                    <a:pt x="3382510" y="1853076"/>
                  </a:lnTo>
                  <a:lnTo>
                    <a:pt x="3382604" y="1853076"/>
                  </a:lnTo>
                  <a:lnTo>
                    <a:pt x="3382698" y="1853076"/>
                  </a:lnTo>
                  <a:lnTo>
                    <a:pt x="3382792" y="1853076"/>
                  </a:lnTo>
                  <a:lnTo>
                    <a:pt x="3382886" y="1853076"/>
                  </a:lnTo>
                  <a:lnTo>
                    <a:pt x="3382980" y="1853076"/>
                  </a:lnTo>
                  <a:lnTo>
                    <a:pt x="3383074" y="1853076"/>
                  </a:lnTo>
                  <a:lnTo>
                    <a:pt x="3383168" y="1853076"/>
                  </a:lnTo>
                  <a:lnTo>
                    <a:pt x="3383262" y="1853076"/>
                  </a:lnTo>
                  <a:lnTo>
                    <a:pt x="3383356" y="1853076"/>
                  </a:lnTo>
                  <a:lnTo>
                    <a:pt x="3383450" y="1853076"/>
                  </a:lnTo>
                  <a:lnTo>
                    <a:pt x="3383544" y="1853076"/>
                  </a:lnTo>
                  <a:lnTo>
                    <a:pt x="3383638" y="1853076"/>
                  </a:lnTo>
                  <a:lnTo>
                    <a:pt x="3383732" y="1853076"/>
                  </a:lnTo>
                  <a:lnTo>
                    <a:pt x="3383826" y="1853076"/>
                  </a:lnTo>
                  <a:lnTo>
                    <a:pt x="3383920" y="1853076"/>
                  </a:lnTo>
                  <a:lnTo>
                    <a:pt x="3384014" y="1853076"/>
                  </a:lnTo>
                  <a:lnTo>
                    <a:pt x="3384108" y="1853076"/>
                  </a:lnTo>
                  <a:lnTo>
                    <a:pt x="3384202" y="1853076"/>
                  </a:lnTo>
                  <a:lnTo>
                    <a:pt x="3384296" y="1853076"/>
                  </a:lnTo>
                  <a:lnTo>
                    <a:pt x="3384390" y="1853076"/>
                  </a:lnTo>
                  <a:lnTo>
                    <a:pt x="3384484" y="1853076"/>
                  </a:lnTo>
                  <a:lnTo>
                    <a:pt x="3384578" y="1853076"/>
                  </a:lnTo>
                  <a:lnTo>
                    <a:pt x="3384672" y="1853076"/>
                  </a:lnTo>
                  <a:lnTo>
                    <a:pt x="3384767" y="1853076"/>
                  </a:lnTo>
                  <a:lnTo>
                    <a:pt x="3384861" y="1853076"/>
                  </a:lnTo>
                  <a:lnTo>
                    <a:pt x="3384955" y="1853076"/>
                  </a:lnTo>
                  <a:lnTo>
                    <a:pt x="3384955" y="1847797"/>
                  </a:lnTo>
                  <a:lnTo>
                    <a:pt x="3385049" y="1847797"/>
                  </a:lnTo>
                  <a:lnTo>
                    <a:pt x="3385143" y="1847797"/>
                  </a:lnTo>
                  <a:lnTo>
                    <a:pt x="3385237" y="1847797"/>
                  </a:lnTo>
                  <a:lnTo>
                    <a:pt x="3385331" y="1847797"/>
                  </a:lnTo>
                  <a:lnTo>
                    <a:pt x="3385425" y="1847797"/>
                  </a:lnTo>
                  <a:lnTo>
                    <a:pt x="3385519" y="1847797"/>
                  </a:lnTo>
                  <a:lnTo>
                    <a:pt x="3385613" y="1847797"/>
                  </a:lnTo>
                  <a:lnTo>
                    <a:pt x="3385707" y="1847797"/>
                  </a:lnTo>
                  <a:lnTo>
                    <a:pt x="3385801" y="1847797"/>
                  </a:lnTo>
                  <a:lnTo>
                    <a:pt x="3385895" y="1847797"/>
                  </a:lnTo>
                  <a:lnTo>
                    <a:pt x="3385989" y="1847797"/>
                  </a:lnTo>
                  <a:lnTo>
                    <a:pt x="3386083" y="1847797"/>
                  </a:lnTo>
                  <a:lnTo>
                    <a:pt x="3386177" y="1847797"/>
                  </a:lnTo>
                  <a:lnTo>
                    <a:pt x="3386271" y="1847797"/>
                  </a:lnTo>
                  <a:lnTo>
                    <a:pt x="3386365" y="1847797"/>
                  </a:lnTo>
                  <a:lnTo>
                    <a:pt x="3386459" y="1847797"/>
                  </a:lnTo>
                  <a:lnTo>
                    <a:pt x="3386553" y="1847797"/>
                  </a:lnTo>
                  <a:lnTo>
                    <a:pt x="3386647" y="1847797"/>
                  </a:lnTo>
                  <a:lnTo>
                    <a:pt x="3386741" y="1847797"/>
                  </a:lnTo>
                  <a:lnTo>
                    <a:pt x="3386835" y="1847797"/>
                  </a:lnTo>
                  <a:lnTo>
                    <a:pt x="3386929" y="1847797"/>
                  </a:lnTo>
                  <a:lnTo>
                    <a:pt x="3387023" y="1847797"/>
                  </a:lnTo>
                  <a:lnTo>
                    <a:pt x="3387117" y="1847797"/>
                  </a:lnTo>
                  <a:lnTo>
                    <a:pt x="3387211" y="1847797"/>
                  </a:lnTo>
                  <a:lnTo>
                    <a:pt x="3387305" y="1847797"/>
                  </a:lnTo>
                  <a:lnTo>
                    <a:pt x="3387399" y="1847797"/>
                  </a:lnTo>
                  <a:lnTo>
                    <a:pt x="3387493" y="1847797"/>
                  </a:lnTo>
                  <a:lnTo>
                    <a:pt x="3387587" y="1847797"/>
                  </a:lnTo>
                  <a:lnTo>
                    <a:pt x="3387681" y="1847797"/>
                  </a:lnTo>
                  <a:lnTo>
                    <a:pt x="3387775" y="1847797"/>
                  </a:lnTo>
                  <a:lnTo>
                    <a:pt x="3387869" y="1847797"/>
                  </a:lnTo>
                  <a:lnTo>
                    <a:pt x="3387963" y="1847797"/>
                  </a:lnTo>
                  <a:lnTo>
                    <a:pt x="3388057" y="1847797"/>
                  </a:lnTo>
                  <a:lnTo>
                    <a:pt x="3388151" y="1847797"/>
                  </a:lnTo>
                  <a:lnTo>
                    <a:pt x="3388246" y="1847797"/>
                  </a:lnTo>
                  <a:lnTo>
                    <a:pt x="3388340" y="1847797"/>
                  </a:lnTo>
                  <a:lnTo>
                    <a:pt x="3388434" y="1847797"/>
                  </a:lnTo>
                  <a:lnTo>
                    <a:pt x="3388528" y="1847797"/>
                  </a:lnTo>
                  <a:lnTo>
                    <a:pt x="3388622" y="1847797"/>
                  </a:lnTo>
                  <a:lnTo>
                    <a:pt x="3388716" y="1847797"/>
                  </a:lnTo>
                  <a:lnTo>
                    <a:pt x="3388810" y="1847797"/>
                  </a:lnTo>
                  <a:lnTo>
                    <a:pt x="3388904" y="1847797"/>
                  </a:lnTo>
                  <a:lnTo>
                    <a:pt x="3388998" y="1847797"/>
                  </a:lnTo>
                  <a:lnTo>
                    <a:pt x="3389092" y="1847797"/>
                  </a:lnTo>
                  <a:lnTo>
                    <a:pt x="3389186" y="1847797"/>
                  </a:lnTo>
                  <a:lnTo>
                    <a:pt x="3389280" y="1847797"/>
                  </a:lnTo>
                  <a:lnTo>
                    <a:pt x="3389374" y="1847797"/>
                  </a:lnTo>
                  <a:lnTo>
                    <a:pt x="3389468" y="1847797"/>
                  </a:lnTo>
                  <a:lnTo>
                    <a:pt x="3389562" y="1847797"/>
                  </a:lnTo>
                  <a:lnTo>
                    <a:pt x="3389656" y="1847797"/>
                  </a:lnTo>
                  <a:lnTo>
                    <a:pt x="3389750" y="1847797"/>
                  </a:lnTo>
                  <a:lnTo>
                    <a:pt x="3389844" y="1847797"/>
                  </a:lnTo>
                  <a:lnTo>
                    <a:pt x="3389938" y="1847797"/>
                  </a:lnTo>
                  <a:lnTo>
                    <a:pt x="3390032" y="1847797"/>
                  </a:lnTo>
                  <a:lnTo>
                    <a:pt x="3390126" y="1847797"/>
                  </a:lnTo>
                  <a:lnTo>
                    <a:pt x="3390220" y="1847797"/>
                  </a:lnTo>
                  <a:lnTo>
                    <a:pt x="3390314" y="1847797"/>
                  </a:lnTo>
                  <a:lnTo>
                    <a:pt x="3390408" y="1847797"/>
                  </a:lnTo>
                  <a:lnTo>
                    <a:pt x="3390502" y="1847797"/>
                  </a:lnTo>
                  <a:lnTo>
                    <a:pt x="3390596" y="1847797"/>
                  </a:lnTo>
                  <a:lnTo>
                    <a:pt x="3390690" y="1847797"/>
                  </a:lnTo>
                  <a:lnTo>
                    <a:pt x="3390784" y="1847797"/>
                  </a:lnTo>
                  <a:lnTo>
                    <a:pt x="3390878" y="1847797"/>
                  </a:lnTo>
                  <a:lnTo>
                    <a:pt x="3390972" y="1847797"/>
                  </a:lnTo>
                  <a:lnTo>
                    <a:pt x="3391066" y="1847797"/>
                  </a:lnTo>
                  <a:lnTo>
                    <a:pt x="3391160" y="1847797"/>
                  </a:lnTo>
                  <a:lnTo>
                    <a:pt x="3391160" y="1842518"/>
                  </a:lnTo>
                  <a:lnTo>
                    <a:pt x="3391254" y="1842518"/>
                  </a:lnTo>
                  <a:lnTo>
                    <a:pt x="3391348" y="1842518"/>
                  </a:lnTo>
                  <a:lnTo>
                    <a:pt x="3391442" y="1842518"/>
                  </a:lnTo>
                  <a:lnTo>
                    <a:pt x="3391536" y="1842518"/>
                  </a:lnTo>
                  <a:lnTo>
                    <a:pt x="3391630" y="1842518"/>
                  </a:lnTo>
                  <a:lnTo>
                    <a:pt x="3391724" y="1842518"/>
                  </a:lnTo>
                  <a:lnTo>
                    <a:pt x="3391819" y="1842518"/>
                  </a:lnTo>
                  <a:lnTo>
                    <a:pt x="3391913" y="1842518"/>
                  </a:lnTo>
                  <a:lnTo>
                    <a:pt x="3392007" y="1842518"/>
                  </a:lnTo>
                  <a:lnTo>
                    <a:pt x="3392101" y="1842518"/>
                  </a:lnTo>
                  <a:lnTo>
                    <a:pt x="3392195" y="1842518"/>
                  </a:lnTo>
                  <a:lnTo>
                    <a:pt x="3392289" y="1842518"/>
                  </a:lnTo>
                  <a:lnTo>
                    <a:pt x="3392383" y="1842518"/>
                  </a:lnTo>
                  <a:lnTo>
                    <a:pt x="3392477" y="1842518"/>
                  </a:lnTo>
                  <a:lnTo>
                    <a:pt x="3392571" y="1842518"/>
                  </a:lnTo>
                  <a:lnTo>
                    <a:pt x="3392665" y="1842518"/>
                  </a:lnTo>
                  <a:lnTo>
                    <a:pt x="3392759" y="1842518"/>
                  </a:lnTo>
                  <a:lnTo>
                    <a:pt x="3392853" y="1842518"/>
                  </a:lnTo>
                  <a:lnTo>
                    <a:pt x="3392947" y="1842518"/>
                  </a:lnTo>
                  <a:lnTo>
                    <a:pt x="3393041" y="1842518"/>
                  </a:lnTo>
                  <a:lnTo>
                    <a:pt x="3393135" y="1842518"/>
                  </a:lnTo>
                  <a:lnTo>
                    <a:pt x="3393229" y="1842518"/>
                  </a:lnTo>
                  <a:lnTo>
                    <a:pt x="3393323" y="1842518"/>
                  </a:lnTo>
                  <a:lnTo>
                    <a:pt x="3393417" y="1842518"/>
                  </a:lnTo>
                  <a:lnTo>
                    <a:pt x="3393511" y="1842518"/>
                  </a:lnTo>
                  <a:lnTo>
                    <a:pt x="3393605" y="1842518"/>
                  </a:lnTo>
                  <a:lnTo>
                    <a:pt x="3393699" y="1842518"/>
                  </a:lnTo>
                  <a:lnTo>
                    <a:pt x="3393793" y="1842518"/>
                  </a:lnTo>
                  <a:lnTo>
                    <a:pt x="3393887" y="1842518"/>
                  </a:lnTo>
                  <a:lnTo>
                    <a:pt x="3393981" y="1842518"/>
                  </a:lnTo>
                  <a:lnTo>
                    <a:pt x="3394075" y="1842518"/>
                  </a:lnTo>
                  <a:lnTo>
                    <a:pt x="3394169" y="1842518"/>
                  </a:lnTo>
                  <a:lnTo>
                    <a:pt x="3394263" y="1842518"/>
                  </a:lnTo>
                  <a:lnTo>
                    <a:pt x="3394357" y="1842518"/>
                  </a:lnTo>
                  <a:lnTo>
                    <a:pt x="3394451" y="1842518"/>
                  </a:lnTo>
                  <a:lnTo>
                    <a:pt x="3394545" y="1842518"/>
                  </a:lnTo>
                  <a:lnTo>
                    <a:pt x="3394639" y="1842518"/>
                  </a:lnTo>
                  <a:lnTo>
                    <a:pt x="3394733" y="1842518"/>
                  </a:lnTo>
                  <a:lnTo>
                    <a:pt x="3394827" y="1842518"/>
                  </a:lnTo>
                  <a:lnTo>
                    <a:pt x="3394921" y="1842518"/>
                  </a:lnTo>
                  <a:lnTo>
                    <a:pt x="3395015" y="1842518"/>
                  </a:lnTo>
                  <a:lnTo>
                    <a:pt x="3395109" y="1842518"/>
                  </a:lnTo>
                  <a:lnTo>
                    <a:pt x="3395203" y="1842518"/>
                  </a:lnTo>
                  <a:lnTo>
                    <a:pt x="3395297" y="1842518"/>
                  </a:lnTo>
                  <a:lnTo>
                    <a:pt x="3395392" y="1842518"/>
                  </a:lnTo>
                  <a:lnTo>
                    <a:pt x="3395486" y="1842518"/>
                  </a:lnTo>
                  <a:lnTo>
                    <a:pt x="3395580" y="1842518"/>
                  </a:lnTo>
                  <a:lnTo>
                    <a:pt x="3395674" y="1842518"/>
                  </a:lnTo>
                  <a:lnTo>
                    <a:pt x="3395768" y="1842518"/>
                  </a:lnTo>
                  <a:lnTo>
                    <a:pt x="3395862" y="1842518"/>
                  </a:lnTo>
                  <a:lnTo>
                    <a:pt x="3395956" y="1842518"/>
                  </a:lnTo>
                  <a:lnTo>
                    <a:pt x="3396050" y="1842518"/>
                  </a:lnTo>
                  <a:lnTo>
                    <a:pt x="3396144" y="1842518"/>
                  </a:lnTo>
                  <a:lnTo>
                    <a:pt x="3396238" y="1842518"/>
                  </a:lnTo>
                  <a:lnTo>
                    <a:pt x="3396332" y="1842518"/>
                  </a:lnTo>
                  <a:lnTo>
                    <a:pt x="3396426" y="1842518"/>
                  </a:lnTo>
                  <a:lnTo>
                    <a:pt x="3396520" y="1842518"/>
                  </a:lnTo>
                  <a:lnTo>
                    <a:pt x="3396614" y="1842518"/>
                  </a:lnTo>
                  <a:lnTo>
                    <a:pt x="3396708" y="1842518"/>
                  </a:lnTo>
                  <a:lnTo>
                    <a:pt x="3396802" y="1842518"/>
                  </a:lnTo>
                  <a:lnTo>
                    <a:pt x="3396896" y="1842518"/>
                  </a:lnTo>
                  <a:lnTo>
                    <a:pt x="3396990" y="1842518"/>
                  </a:lnTo>
                  <a:lnTo>
                    <a:pt x="3397084" y="1842518"/>
                  </a:lnTo>
                  <a:lnTo>
                    <a:pt x="3397178" y="1842518"/>
                  </a:lnTo>
                  <a:lnTo>
                    <a:pt x="3397272" y="1842518"/>
                  </a:lnTo>
                  <a:lnTo>
                    <a:pt x="3397366" y="1842518"/>
                  </a:lnTo>
                  <a:lnTo>
                    <a:pt x="3397460" y="1842518"/>
                  </a:lnTo>
                  <a:lnTo>
                    <a:pt x="3397554" y="1842518"/>
                  </a:lnTo>
                  <a:lnTo>
                    <a:pt x="3397648" y="1842518"/>
                  </a:lnTo>
                  <a:lnTo>
                    <a:pt x="3397742" y="1842518"/>
                  </a:lnTo>
                  <a:lnTo>
                    <a:pt x="3397836" y="1842518"/>
                  </a:lnTo>
                  <a:lnTo>
                    <a:pt x="3397930" y="1842518"/>
                  </a:lnTo>
                  <a:lnTo>
                    <a:pt x="3398024" y="1842518"/>
                  </a:lnTo>
                  <a:lnTo>
                    <a:pt x="3398118" y="1842518"/>
                  </a:lnTo>
                  <a:lnTo>
                    <a:pt x="3398212" y="1842518"/>
                  </a:lnTo>
                  <a:lnTo>
                    <a:pt x="3398306" y="1842518"/>
                  </a:lnTo>
                  <a:lnTo>
                    <a:pt x="3398400" y="1842518"/>
                  </a:lnTo>
                  <a:lnTo>
                    <a:pt x="3398494" y="1842518"/>
                  </a:lnTo>
                  <a:lnTo>
                    <a:pt x="3398588" y="1842518"/>
                  </a:lnTo>
                  <a:lnTo>
                    <a:pt x="3398682" y="1842518"/>
                  </a:lnTo>
                  <a:lnTo>
                    <a:pt x="3398776" y="1842518"/>
                  </a:lnTo>
                  <a:lnTo>
                    <a:pt x="3398871" y="1842518"/>
                  </a:lnTo>
                  <a:lnTo>
                    <a:pt x="3398965" y="1842518"/>
                  </a:lnTo>
                  <a:lnTo>
                    <a:pt x="3399059" y="1842518"/>
                  </a:lnTo>
                  <a:lnTo>
                    <a:pt x="3399153" y="1842518"/>
                  </a:lnTo>
                  <a:lnTo>
                    <a:pt x="3399247" y="1842518"/>
                  </a:lnTo>
                  <a:lnTo>
                    <a:pt x="3399341" y="1842518"/>
                  </a:lnTo>
                  <a:lnTo>
                    <a:pt x="3399435" y="1842518"/>
                  </a:lnTo>
                  <a:lnTo>
                    <a:pt x="3399529" y="1842518"/>
                  </a:lnTo>
                  <a:lnTo>
                    <a:pt x="3399623" y="1842518"/>
                  </a:lnTo>
                  <a:lnTo>
                    <a:pt x="3399717" y="1842518"/>
                  </a:lnTo>
                  <a:lnTo>
                    <a:pt x="3399811" y="1842518"/>
                  </a:lnTo>
                  <a:lnTo>
                    <a:pt x="3399905" y="1842518"/>
                  </a:lnTo>
                  <a:lnTo>
                    <a:pt x="3399999" y="1842518"/>
                  </a:lnTo>
                  <a:lnTo>
                    <a:pt x="3400093" y="1842518"/>
                  </a:lnTo>
                  <a:lnTo>
                    <a:pt x="3400187" y="1842518"/>
                  </a:lnTo>
                  <a:lnTo>
                    <a:pt x="3400281" y="1842518"/>
                  </a:lnTo>
                  <a:lnTo>
                    <a:pt x="3400375" y="1842518"/>
                  </a:lnTo>
                  <a:lnTo>
                    <a:pt x="3400469" y="1842518"/>
                  </a:lnTo>
                  <a:lnTo>
                    <a:pt x="3400563" y="1842518"/>
                  </a:lnTo>
                  <a:lnTo>
                    <a:pt x="3400657" y="1842518"/>
                  </a:lnTo>
                  <a:lnTo>
                    <a:pt x="3400751" y="1842518"/>
                  </a:lnTo>
                  <a:lnTo>
                    <a:pt x="3400845" y="1842518"/>
                  </a:lnTo>
                  <a:lnTo>
                    <a:pt x="3400939" y="1842518"/>
                  </a:lnTo>
                  <a:lnTo>
                    <a:pt x="3401033" y="1842518"/>
                  </a:lnTo>
                  <a:lnTo>
                    <a:pt x="3401127" y="1842518"/>
                  </a:lnTo>
                  <a:lnTo>
                    <a:pt x="3401221" y="1842518"/>
                  </a:lnTo>
                  <a:lnTo>
                    <a:pt x="3401315" y="1842518"/>
                  </a:lnTo>
                  <a:lnTo>
                    <a:pt x="3401409" y="1842518"/>
                  </a:lnTo>
                  <a:lnTo>
                    <a:pt x="3401503" y="1842518"/>
                  </a:lnTo>
                  <a:lnTo>
                    <a:pt x="3401597" y="1842518"/>
                  </a:lnTo>
                  <a:lnTo>
                    <a:pt x="3401691" y="1842518"/>
                  </a:lnTo>
                  <a:lnTo>
                    <a:pt x="3401785" y="1842518"/>
                  </a:lnTo>
                  <a:lnTo>
                    <a:pt x="3401879" y="1842518"/>
                  </a:lnTo>
                  <a:lnTo>
                    <a:pt x="3401973" y="1842518"/>
                  </a:lnTo>
                  <a:lnTo>
                    <a:pt x="3402067" y="1842518"/>
                  </a:lnTo>
                  <a:lnTo>
                    <a:pt x="3402161" y="1842518"/>
                  </a:lnTo>
                  <a:lnTo>
                    <a:pt x="3402255" y="1842518"/>
                  </a:lnTo>
                  <a:lnTo>
                    <a:pt x="3402349" y="1842518"/>
                  </a:lnTo>
                  <a:lnTo>
                    <a:pt x="3402444" y="1842518"/>
                  </a:lnTo>
                  <a:lnTo>
                    <a:pt x="3402538" y="1842518"/>
                  </a:lnTo>
                  <a:lnTo>
                    <a:pt x="3402632" y="1842518"/>
                  </a:lnTo>
                  <a:lnTo>
                    <a:pt x="3402726" y="1842518"/>
                  </a:lnTo>
                  <a:lnTo>
                    <a:pt x="3402820" y="1842518"/>
                  </a:lnTo>
                  <a:lnTo>
                    <a:pt x="3402914" y="1842518"/>
                  </a:lnTo>
                  <a:lnTo>
                    <a:pt x="3403008" y="1842518"/>
                  </a:lnTo>
                  <a:lnTo>
                    <a:pt x="3403008" y="1837238"/>
                  </a:lnTo>
                  <a:lnTo>
                    <a:pt x="3403102" y="1837238"/>
                  </a:lnTo>
                  <a:lnTo>
                    <a:pt x="3403196" y="1837238"/>
                  </a:lnTo>
                  <a:lnTo>
                    <a:pt x="3403290" y="1837238"/>
                  </a:lnTo>
                  <a:lnTo>
                    <a:pt x="3403384" y="1837238"/>
                  </a:lnTo>
                  <a:lnTo>
                    <a:pt x="3403478" y="1837238"/>
                  </a:lnTo>
                  <a:lnTo>
                    <a:pt x="3403572" y="1837238"/>
                  </a:lnTo>
                  <a:lnTo>
                    <a:pt x="3403666" y="1837238"/>
                  </a:lnTo>
                  <a:lnTo>
                    <a:pt x="3403760" y="1837238"/>
                  </a:lnTo>
                  <a:lnTo>
                    <a:pt x="3403854" y="1837238"/>
                  </a:lnTo>
                  <a:lnTo>
                    <a:pt x="3403948" y="1837238"/>
                  </a:lnTo>
                  <a:lnTo>
                    <a:pt x="3404042" y="1837238"/>
                  </a:lnTo>
                  <a:lnTo>
                    <a:pt x="3404136" y="1837238"/>
                  </a:lnTo>
                  <a:lnTo>
                    <a:pt x="3404230" y="1837238"/>
                  </a:lnTo>
                  <a:lnTo>
                    <a:pt x="3404324" y="1837238"/>
                  </a:lnTo>
                  <a:lnTo>
                    <a:pt x="3404418" y="1837238"/>
                  </a:lnTo>
                  <a:lnTo>
                    <a:pt x="3404512" y="1837238"/>
                  </a:lnTo>
                  <a:lnTo>
                    <a:pt x="3404606" y="1837238"/>
                  </a:lnTo>
                  <a:lnTo>
                    <a:pt x="3404700" y="1837238"/>
                  </a:lnTo>
                  <a:lnTo>
                    <a:pt x="3404794" y="1837238"/>
                  </a:lnTo>
                  <a:lnTo>
                    <a:pt x="3404888" y="1837238"/>
                  </a:lnTo>
                  <a:lnTo>
                    <a:pt x="3404982" y="1837238"/>
                  </a:lnTo>
                  <a:lnTo>
                    <a:pt x="3404982" y="1831959"/>
                  </a:lnTo>
                  <a:lnTo>
                    <a:pt x="3405076" y="1831959"/>
                  </a:lnTo>
                  <a:lnTo>
                    <a:pt x="3405170" y="1831959"/>
                  </a:lnTo>
                  <a:lnTo>
                    <a:pt x="3405264" y="1831959"/>
                  </a:lnTo>
                  <a:lnTo>
                    <a:pt x="3405358" y="1831959"/>
                  </a:lnTo>
                  <a:lnTo>
                    <a:pt x="3405452" y="1831959"/>
                  </a:lnTo>
                  <a:lnTo>
                    <a:pt x="3405546" y="1831959"/>
                  </a:lnTo>
                  <a:lnTo>
                    <a:pt x="3405640" y="1831959"/>
                  </a:lnTo>
                  <a:lnTo>
                    <a:pt x="3405734" y="1831959"/>
                  </a:lnTo>
                  <a:lnTo>
                    <a:pt x="3405828" y="1831959"/>
                  </a:lnTo>
                  <a:lnTo>
                    <a:pt x="3405922" y="1831959"/>
                  </a:lnTo>
                  <a:lnTo>
                    <a:pt x="3406017" y="1831959"/>
                  </a:lnTo>
                  <a:lnTo>
                    <a:pt x="3406111" y="1831959"/>
                  </a:lnTo>
                  <a:lnTo>
                    <a:pt x="3406205" y="1831959"/>
                  </a:lnTo>
                  <a:lnTo>
                    <a:pt x="3406299" y="1831959"/>
                  </a:lnTo>
                  <a:lnTo>
                    <a:pt x="3406393" y="1831959"/>
                  </a:lnTo>
                  <a:lnTo>
                    <a:pt x="3406487" y="1831959"/>
                  </a:lnTo>
                  <a:lnTo>
                    <a:pt x="3406581" y="1831959"/>
                  </a:lnTo>
                  <a:lnTo>
                    <a:pt x="3406675" y="1831959"/>
                  </a:lnTo>
                  <a:lnTo>
                    <a:pt x="3406675" y="1826679"/>
                  </a:lnTo>
                  <a:lnTo>
                    <a:pt x="3406769" y="1826679"/>
                  </a:lnTo>
                  <a:lnTo>
                    <a:pt x="3406863" y="1826679"/>
                  </a:lnTo>
                  <a:lnTo>
                    <a:pt x="3406957" y="1826679"/>
                  </a:lnTo>
                  <a:lnTo>
                    <a:pt x="3407051" y="1826679"/>
                  </a:lnTo>
                  <a:lnTo>
                    <a:pt x="3407145" y="1826679"/>
                  </a:lnTo>
                  <a:lnTo>
                    <a:pt x="3407239" y="1826679"/>
                  </a:lnTo>
                  <a:lnTo>
                    <a:pt x="3407333" y="1826679"/>
                  </a:lnTo>
                  <a:lnTo>
                    <a:pt x="3407427" y="1826679"/>
                  </a:lnTo>
                  <a:lnTo>
                    <a:pt x="3407521" y="1826679"/>
                  </a:lnTo>
                  <a:lnTo>
                    <a:pt x="3407615" y="1826679"/>
                  </a:lnTo>
                  <a:lnTo>
                    <a:pt x="3407709" y="1826679"/>
                  </a:lnTo>
                  <a:lnTo>
                    <a:pt x="3407803" y="1826679"/>
                  </a:lnTo>
                  <a:lnTo>
                    <a:pt x="3407897" y="1826679"/>
                  </a:lnTo>
                  <a:lnTo>
                    <a:pt x="3407991" y="1826679"/>
                  </a:lnTo>
                  <a:lnTo>
                    <a:pt x="3408085" y="1826679"/>
                  </a:lnTo>
                  <a:lnTo>
                    <a:pt x="3408179" y="1826679"/>
                  </a:lnTo>
                  <a:lnTo>
                    <a:pt x="3408273" y="1826679"/>
                  </a:lnTo>
                  <a:lnTo>
                    <a:pt x="3408367" y="1826679"/>
                  </a:lnTo>
                  <a:lnTo>
                    <a:pt x="3408461" y="1826679"/>
                  </a:lnTo>
                  <a:lnTo>
                    <a:pt x="3408555" y="1826679"/>
                  </a:lnTo>
                  <a:lnTo>
                    <a:pt x="3408649" y="1826679"/>
                  </a:lnTo>
                  <a:lnTo>
                    <a:pt x="3408743" y="1826679"/>
                  </a:lnTo>
                  <a:lnTo>
                    <a:pt x="3408837" y="1826679"/>
                  </a:lnTo>
                  <a:lnTo>
                    <a:pt x="3408931" y="1826679"/>
                  </a:lnTo>
                  <a:lnTo>
                    <a:pt x="3409025" y="1826679"/>
                  </a:lnTo>
                  <a:lnTo>
                    <a:pt x="3409119" y="1826679"/>
                  </a:lnTo>
                  <a:lnTo>
                    <a:pt x="3409213" y="1826679"/>
                  </a:lnTo>
                  <a:lnTo>
                    <a:pt x="3409307" y="1826679"/>
                  </a:lnTo>
                  <a:lnTo>
                    <a:pt x="3409401" y="1826679"/>
                  </a:lnTo>
                  <a:lnTo>
                    <a:pt x="3409496" y="1826679"/>
                  </a:lnTo>
                  <a:lnTo>
                    <a:pt x="3409590" y="1826679"/>
                  </a:lnTo>
                  <a:lnTo>
                    <a:pt x="3409684" y="1826679"/>
                  </a:lnTo>
                  <a:lnTo>
                    <a:pt x="3409778" y="1826679"/>
                  </a:lnTo>
                  <a:lnTo>
                    <a:pt x="3409872" y="1826679"/>
                  </a:lnTo>
                  <a:lnTo>
                    <a:pt x="3409966" y="1826679"/>
                  </a:lnTo>
                  <a:lnTo>
                    <a:pt x="3410060" y="1826679"/>
                  </a:lnTo>
                  <a:lnTo>
                    <a:pt x="3410154" y="1826679"/>
                  </a:lnTo>
                  <a:lnTo>
                    <a:pt x="3410248" y="1826679"/>
                  </a:lnTo>
                  <a:lnTo>
                    <a:pt x="3410342" y="1826679"/>
                  </a:lnTo>
                  <a:lnTo>
                    <a:pt x="3410436" y="1826679"/>
                  </a:lnTo>
                  <a:lnTo>
                    <a:pt x="3410530" y="1826679"/>
                  </a:lnTo>
                  <a:lnTo>
                    <a:pt x="3410624" y="1826679"/>
                  </a:lnTo>
                  <a:lnTo>
                    <a:pt x="3410718" y="1826679"/>
                  </a:lnTo>
                  <a:lnTo>
                    <a:pt x="3410812" y="1826679"/>
                  </a:lnTo>
                  <a:lnTo>
                    <a:pt x="3410906" y="1826679"/>
                  </a:lnTo>
                  <a:lnTo>
                    <a:pt x="3411000" y="1826679"/>
                  </a:lnTo>
                  <a:lnTo>
                    <a:pt x="3411094" y="1826679"/>
                  </a:lnTo>
                  <a:lnTo>
                    <a:pt x="3411188" y="1826679"/>
                  </a:lnTo>
                  <a:lnTo>
                    <a:pt x="3411282" y="1826679"/>
                  </a:lnTo>
                  <a:lnTo>
                    <a:pt x="3411376" y="1826679"/>
                  </a:lnTo>
                  <a:lnTo>
                    <a:pt x="3411470" y="1826679"/>
                  </a:lnTo>
                  <a:lnTo>
                    <a:pt x="3411564" y="1826679"/>
                  </a:lnTo>
                  <a:lnTo>
                    <a:pt x="3411658" y="1826679"/>
                  </a:lnTo>
                  <a:lnTo>
                    <a:pt x="3411752" y="1826679"/>
                  </a:lnTo>
                  <a:lnTo>
                    <a:pt x="3411846" y="1826679"/>
                  </a:lnTo>
                  <a:lnTo>
                    <a:pt x="3411940" y="1826679"/>
                  </a:lnTo>
                  <a:lnTo>
                    <a:pt x="3412034" y="1826679"/>
                  </a:lnTo>
                  <a:lnTo>
                    <a:pt x="3412128" y="1826679"/>
                  </a:lnTo>
                  <a:lnTo>
                    <a:pt x="3412222" y="1826679"/>
                  </a:lnTo>
                  <a:lnTo>
                    <a:pt x="3412316" y="1826679"/>
                  </a:lnTo>
                  <a:lnTo>
                    <a:pt x="3412410" y="1826679"/>
                  </a:lnTo>
                  <a:lnTo>
                    <a:pt x="3412504" y="1826679"/>
                  </a:lnTo>
                  <a:lnTo>
                    <a:pt x="3412598" y="1826679"/>
                  </a:lnTo>
                  <a:lnTo>
                    <a:pt x="3412692" y="1826679"/>
                  </a:lnTo>
                  <a:lnTo>
                    <a:pt x="3412786" y="1826679"/>
                  </a:lnTo>
                  <a:lnTo>
                    <a:pt x="3412786" y="1821400"/>
                  </a:lnTo>
                  <a:lnTo>
                    <a:pt x="3412880" y="1821400"/>
                  </a:lnTo>
                  <a:lnTo>
                    <a:pt x="3412974" y="1821400"/>
                  </a:lnTo>
                  <a:lnTo>
                    <a:pt x="3413069" y="1821400"/>
                  </a:lnTo>
                  <a:lnTo>
                    <a:pt x="3413163" y="1821400"/>
                  </a:lnTo>
                  <a:lnTo>
                    <a:pt x="3413257" y="1821400"/>
                  </a:lnTo>
                  <a:lnTo>
                    <a:pt x="3413351" y="1821400"/>
                  </a:lnTo>
                  <a:lnTo>
                    <a:pt x="3413445" y="1821400"/>
                  </a:lnTo>
                  <a:lnTo>
                    <a:pt x="3413539" y="1821400"/>
                  </a:lnTo>
                  <a:lnTo>
                    <a:pt x="3413633" y="1821400"/>
                  </a:lnTo>
                  <a:lnTo>
                    <a:pt x="3413727" y="1821400"/>
                  </a:lnTo>
                  <a:lnTo>
                    <a:pt x="3413821" y="1821400"/>
                  </a:lnTo>
                  <a:lnTo>
                    <a:pt x="3413915" y="1821400"/>
                  </a:lnTo>
                  <a:lnTo>
                    <a:pt x="3413915" y="1816120"/>
                  </a:lnTo>
                  <a:lnTo>
                    <a:pt x="3414009" y="1816120"/>
                  </a:lnTo>
                  <a:lnTo>
                    <a:pt x="3414103" y="1816120"/>
                  </a:lnTo>
                  <a:lnTo>
                    <a:pt x="3414197" y="1816120"/>
                  </a:lnTo>
                  <a:lnTo>
                    <a:pt x="3414291" y="1816120"/>
                  </a:lnTo>
                  <a:lnTo>
                    <a:pt x="3414385" y="1816120"/>
                  </a:lnTo>
                  <a:lnTo>
                    <a:pt x="3414479" y="1816120"/>
                  </a:lnTo>
                  <a:lnTo>
                    <a:pt x="3414573" y="1816120"/>
                  </a:lnTo>
                  <a:lnTo>
                    <a:pt x="3414667" y="1816120"/>
                  </a:lnTo>
                  <a:lnTo>
                    <a:pt x="3414761" y="1816120"/>
                  </a:lnTo>
                  <a:lnTo>
                    <a:pt x="3414855" y="1816120"/>
                  </a:lnTo>
                  <a:lnTo>
                    <a:pt x="3414949" y="1816120"/>
                  </a:lnTo>
                  <a:lnTo>
                    <a:pt x="3415043" y="1816120"/>
                  </a:lnTo>
                  <a:lnTo>
                    <a:pt x="3415137" y="1816120"/>
                  </a:lnTo>
                  <a:lnTo>
                    <a:pt x="3415231" y="1816120"/>
                  </a:lnTo>
                  <a:lnTo>
                    <a:pt x="3415325" y="1816120"/>
                  </a:lnTo>
                  <a:lnTo>
                    <a:pt x="3415419" y="1816120"/>
                  </a:lnTo>
                  <a:lnTo>
                    <a:pt x="3415513" y="1816120"/>
                  </a:lnTo>
                  <a:lnTo>
                    <a:pt x="3415607" y="1816120"/>
                  </a:lnTo>
                  <a:lnTo>
                    <a:pt x="3415701" y="1816120"/>
                  </a:lnTo>
                  <a:lnTo>
                    <a:pt x="3415795" y="1816120"/>
                  </a:lnTo>
                  <a:lnTo>
                    <a:pt x="3415889" y="1816120"/>
                  </a:lnTo>
                  <a:lnTo>
                    <a:pt x="3415983" y="1816120"/>
                  </a:lnTo>
                  <a:lnTo>
                    <a:pt x="3416077" y="1816120"/>
                  </a:lnTo>
                  <a:lnTo>
                    <a:pt x="3416171" y="1816120"/>
                  </a:lnTo>
                  <a:lnTo>
                    <a:pt x="3416265" y="1816120"/>
                  </a:lnTo>
                  <a:lnTo>
                    <a:pt x="3416359" y="1816120"/>
                  </a:lnTo>
                  <a:lnTo>
                    <a:pt x="3416453" y="1816120"/>
                  </a:lnTo>
                  <a:lnTo>
                    <a:pt x="3416547" y="1816120"/>
                  </a:lnTo>
                  <a:lnTo>
                    <a:pt x="3416642" y="1816120"/>
                  </a:lnTo>
                  <a:lnTo>
                    <a:pt x="3416736" y="1816120"/>
                  </a:lnTo>
                  <a:lnTo>
                    <a:pt x="3416830" y="1816120"/>
                  </a:lnTo>
                  <a:lnTo>
                    <a:pt x="3416924" y="1816120"/>
                  </a:lnTo>
                  <a:lnTo>
                    <a:pt x="3417018" y="1816120"/>
                  </a:lnTo>
                  <a:lnTo>
                    <a:pt x="3417112" y="1816120"/>
                  </a:lnTo>
                  <a:lnTo>
                    <a:pt x="3417206" y="1816120"/>
                  </a:lnTo>
                  <a:lnTo>
                    <a:pt x="3417300" y="1816120"/>
                  </a:lnTo>
                  <a:lnTo>
                    <a:pt x="3417300" y="1810841"/>
                  </a:lnTo>
                  <a:lnTo>
                    <a:pt x="3417394" y="1810841"/>
                  </a:lnTo>
                  <a:lnTo>
                    <a:pt x="3417488" y="1810841"/>
                  </a:lnTo>
                  <a:lnTo>
                    <a:pt x="3417582" y="1810841"/>
                  </a:lnTo>
                  <a:lnTo>
                    <a:pt x="3417676" y="1810841"/>
                  </a:lnTo>
                  <a:lnTo>
                    <a:pt x="3417770" y="1810841"/>
                  </a:lnTo>
                  <a:lnTo>
                    <a:pt x="3417864" y="1810841"/>
                  </a:lnTo>
                  <a:lnTo>
                    <a:pt x="3417958" y="1810841"/>
                  </a:lnTo>
                  <a:lnTo>
                    <a:pt x="3418052" y="1810841"/>
                  </a:lnTo>
                  <a:lnTo>
                    <a:pt x="3418146" y="1810841"/>
                  </a:lnTo>
                  <a:lnTo>
                    <a:pt x="3418240" y="1810841"/>
                  </a:lnTo>
                  <a:lnTo>
                    <a:pt x="3418334" y="1810841"/>
                  </a:lnTo>
                  <a:lnTo>
                    <a:pt x="3418428" y="1810841"/>
                  </a:lnTo>
                  <a:lnTo>
                    <a:pt x="3418522" y="1810841"/>
                  </a:lnTo>
                  <a:lnTo>
                    <a:pt x="3418616" y="1810841"/>
                  </a:lnTo>
                  <a:lnTo>
                    <a:pt x="3418710" y="1810841"/>
                  </a:lnTo>
                  <a:lnTo>
                    <a:pt x="3418804" y="1810841"/>
                  </a:lnTo>
                  <a:lnTo>
                    <a:pt x="3418804" y="1805562"/>
                  </a:lnTo>
                  <a:lnTo>
                    <a:pt x="3418898" y="1805562"/>
                  </a:lnTo>
                  <a:lnTo>
                    <a:pt x="3418992" y="1805562"/>
                  </a:lnTo>
                  <a:lnTo>
                    <a:pt x="3419086" y="1805562"/>
                  </a:lnTo>
                  <a:lnTo>
                    <a:pt x="3419180" y="1805562"/>
                  </a:lnTo>
                  <a:lnTo>
                    <a:pt x="3419274" y="1805562"/>
                  </a:lnTo>
                  <a:lnTo>
                    <a:pt x="3419368" y="1805562"/>
                  </a:lnTo>
                  <a:lnTo>
                    <a:pt x="3419462" y="1805562"/>
                  </a:lnTo>
                  <a:lnTo>
                    <a:pt x="3419556" y="1805562"/>
                  </a:lnTo>
                  <a:lnTo>
                    <a:pt x="3419650" y="1805562"/>
                  </a:lnTo>
                  <a:lnTo>
                    <a:pt x="3419744" y="1805562"/>
                  </a:lnTo>
                  <a:lnTo>
                    <a:pt x="3419838" y="1805562"/>
                  </a:lnTo>
                  <a:lnTo>
                    <a:pt x="3419932" y="1805562"/>
                  </a:lnTo>
                  <a:lnTo>
                    <a:pt x="3420026" y="1805562"/>
                  </a:lnTo>
                  <a:lnTo>
                    <a:pt x="3420121" y="1805562"/>
                  </a:lnTo>
                  <a:lnTo>
                    <a:pt x="3420215" y="1805562"/>
                  </a:lnTo>
                  <a:lnTo>
                    <a:pt x="3420309" y="1805562"/>
                  </a:lnTo>
                  <a:lnTo>
                    <a:pt x="3420403" y="1805562"/>
                  </a:lnTo>
                  <a:lnTo>
                    <a:pt x="3420497" y="1805562"/>
                  </a:lnTo>
                  <a:lnTo>
                    <a:pt x="3420591" y="1805562"/>
                  </a:lnTo>
                  <a:lnTo>
                    <a:pt x="3420685" y="1805562"/>
                  </a:lnTo>
                  <a:lnTo>
                    <a:pt x="3420779" y="1805562"/>
                  </a:lnTo>
                  <a:lnTo>
                    <a:pt x="3420873" y="1805562"/>
                  </a:lnTo>
                  <a:lnTo>
                    <a:pt x="3420967" y="1805562"/>
                  </a:lnTo>
                  <a:lnTo>
                    <a:pt x="3421061" y="1805562"/>
                  </a:lnTo>
                  <a:lnTo>
                    <a:pt x="3421155" y="1805562"/>
                  </a:lnTo>
                  <a:lnTo>
                    <a:pt x="3421249" y="1805562"/>
                  </a:lnTo>
                  <a:lnTo>
                    <a:pt x="3421343" y="1805562"/>
                  </a:lnTo>
                  <a:lnTo>
                    <a:pt x="3421437" y="1805562"/>
                  </a:lnTo>
                  <a:lnTo>
                    <a:pt x="3421531" y="1805562"/>
                  </a:lnTo>
                  <a:lnTo>
                    <a:pt x="3421625" y="1805562"/>
                  </a:lnTo>
                  <a:lnTo>
                    <a:pt x="3421719" y="1805562"/>
                  </a:lnTo>
                  <a:lnTo>
                    <a:pt x="3421813" y="1805562"/>
                  </a:lnTo>
                  <a:lnTo>
                    <a:pt x="3421907" y="1805562"/>
                  </a:lnTo>
                  <a:lnTo>
                    <a:pt x="3422001" y="1805562"/>
                  </a:lnTo>
                  <a:lnTo>
                    <a:pt x="3422095" y="1805562"/>
                  </a:lnTo>
                  <a:lnTo>
                    <a:pt x="3422189" y="1805562"/>
                  </a:lnTo>
                  <a:lnTo>
                    <a:pt x="3422283" y="1805562"/>
                  </a:lnTo>
                  <a:lnTo>
                    <a:pt x="3422377" y="1805562"/>
                  </a:lnTo>
                  <a:lnTo>
                    <a:pt x="3422471" y="1805562"/>
                  </a:lnTo>
                  <a:lnTo>
                    <a:pt x="3422565" y="1805562"/>
                  </a:lnTo>
                  <a:lnTo>
                    <a:pt x="3422659" y="1805562"/>
                  </a:lnTo>
                  <a:lnTo>
                    <a:pt x="3422753" y="1805562"/>
                  </a:lnTo>
                  <a:lnTo>
                    <a:pt x="3422847" y="1805562"/>
                  </a:lnTo>
                  <a:lnTo>
                    <a:pt x="3422941" y="1805562"/>
                  </a:lnTo>
                  <a:lnTo>
                    <a:pt x="3423035" y="1805562"/>
                  </a:lnTo>
                  <a:lnTo>
                    <a:pt x="3423129" y="1805562"/>
                  </a:lnTo>
                  <a:lnTo>
                    <a:pt x="3423223" y="1805562"/>
                  </a:lnTo>
                  <a:lnTo>
                    <a:pt x="3423317" y="1805562"/>
                  </a:lnTo>
                  <a:lnTo>
                    <a:pt x="3423411" y="1805562"/>
                  </a:lnTo>
                  <a:lnTo>
                    <a:pt x="3423505" y="1805562"/>
                  </a:lnTo>
                  <a:lnTo>
                    <a:pt x="3423599" y="1805562"/>
                  </a:lnTo>
                  <a:lnTo>
                    <a:pt x="3423694" y="1805562"/>
                  </a:lnTo>
                  <a:lnTo>
                    <a:pt x="3423788" y="1805562"/>
                  </a:lnTo>
                  <a:lnTo>
                    <a:pt x="3423882" y="1805562"/>
                  </a:lnTo>
                  <a:lnTo>
                    <a:pt x="3423976" y="1805562"/>
                  </a:lnTo>
                  <a:lnTo>
                    <a:pt x="3424070" y="1805562"/>
                  </a:lnTo>
                  <a:lnTo>
                    <a:pt x="3424164" y="1805562"/>
                  </a:lnTo>
                  <a:lnTo>
                    <a:pt x="3424258" y="1805562"/>
                  </a:lnTo>
                  <a:lnTo>
                    <a:pt x="3424352" y="1805562"/>
                  </a:lnTo>
                  <a:lnTo>
                    <a:pt x="3424446" y="1805562"/>
                  </a:lnTo>
                  <a:lnTo>
                    <a:pt x="3424446" y="1800282"/>
                  </a:lnTo>
                  <a:lnTo>
                    <a:pt x="3424540" y="1800282"/>
                  </a:lnTo>
                  <a:lnTo>
                    <a:pt x="3424634" y="1800282"/>
                  </a:lnTo>
                  <a:lnTo>
                    <a:pt x="3424728" y="1800282"/>
                  </a:lnTo>
                  <a:lnTo>
                    <a:pt x="3424822" y="1800282"/>
                  </a:lnTo>
                  <a:lnTo>
                    <a:pt x="3424916" y="1800282"/>
                  </a:lnTo>
                  <a:lnTo>
                    <a:pt x="3425010" y="1800282"/>
                  </a:lnTo>
                  <a:lnTo>
                    <a:pt x="3425104" y="1800282"/>
                  </a:lnTo>
                  <a:lnTo>
                    <a:pt x="3425198" y="1800282"/>
                  </a:lnTo>
                  <a:lnTo>
                    <a:pt x="3425292" y="1800282"/>
                  </a:lnTo>
                  <a:lnTo>
                    <a:pt x="3425386" y="1800282"/>
                  </a:lnTo>
                  <a:lnTo>
                    <a:pt x="3425480" y="1800282"/>
                  </a:lnTo>
                  <a:lnTo>
                    <a:pt x="3425574" y="1800282"/>
                  </a:lnTo>
                  <a:lnTo>
                    <a:pt x="3425668" y="1800282"/>
                  </a:lnTo>
                  <a:lnTo>
                    <a:pt x="3425762" y="1800282"/>
                  </a:lnTo>
                  <a:lnTo>
                    <a:pt x="3425856" y="1800282"/>
                  </a:lnTo>
                  <a:lnTo>
                    <a:pt x="3425950" y="1800282"/>
                  </a:lnTo>
                  <a:lnTo>
                    <a:pt x="3426044" y="1800282"/>
                  </a:lnTo>
                  <a:lnTo>
                    <a:pt x="3426138" y="1800282"/>
                  </a:lnTo>
                  <a:lnTo>
                    <a:pt x="3426232" y="1800282"/>
                  </a:lnTo>
                  <a:lnTo>
                    <a:pt x="3426326" y="1800282"/>
                  </a:lnTo>
                  <a:lnTo>
                    <a:pt x="3426420" y="1800282"/>
                  </a:lnTo>
                  <a:lnTo>
                    <a:pt x="3426514" y="1800282"/>
                  </a:lnTo>
                  <a:lnTo>
                    <a:pt x="3426608" y="1800282"/>
                  </a:lnTo>
                  <a:lnTo>
                    <a:pt x="3426702" y="1800282"/>
                  </a:lnTo>
                  <a:lnTo>
                    <a:pt x="3426796" y="1800282"/>
                  </a:lnTo>
                  <a:lnTo>
                    <a:pt x="3426890" y="1800282"/>
                  </a:lnTo>
                  <a:lnTo>
                    <a:pt x="3426984" y="1800282"/>
                  </a:lnTo>
                  <a:lnTo>
                    <a:pt x="3427078" y="1800282"/>
                  </a:lnTo>
                  <a:lnTo>
                    <a:pt x="3427172" y="1800282"/>
                  </a:lnTo>
                  <a:lnTo>
                    <a:pt x="3427267" y="1800282"/>
                  </a:lnTo>
                  <a:lnTo>
                    <a:pt x="3427361" y="1800282"/>
                  </a:lnTo>
                  <a:lnTo>
                    <a:pt x="3427455" y="1800282"/>
                  </a:lnTo>
                  <a:lnTo>
                    <a:pt x="3427549" y="1800282"/>
                  </a:lnTo>
                  <a:lnTo>
                    <a:pt x="3427643" y="1800282"/>
                  </a:lnTo>
                  <a:lnTo>
                    <a:pt x="3427737" y="1800282"/>
                  </a:lnTo>
                  <a:lnTo>
                    <a:pt x="3427831" y="1800282"/>
                  </a:lnTo>
                  <a:lnTo>
                    <a:pt x="3427925" y="1800282"/>
                  </a:lnTo>
                  <a:lnTo>
                    <a:pt x="3428019" y="1800282"/>
                  </a:lnTo>
                  <a:lnTo>
                    <a:pt x="3428113" y="1800282"/>
                  </a:lnTo>
                  <a:lnTo>
                    <a:pt x="3428207" y="1800282"/>
                  </a:lnTo>
                  <a:lnTo>
                    <a:pt x="3428301" y="1800282"/>
                  </a:lnTo>
                  <a:lnTo>
                    <a:pt x="3428395" y="1800282"/>
                  </a:lnTo>
                  <a:lnTo>
                    <a:pt x="3428489" y="1800282"/>
                  </a:lnTo>
                  <a:lnTo>
                    <a:pt x="3428583" y="1800282"/>
                  </a:lnTo>
                  <a:lnTo>
                    <a:pt x="3428677" y="1800282"/>
                  </a:lnTo>
                  <a:lnTo>
                    <a:pt x="3428771" y="1800282"/>
                  </a:lnTo>
                  <a:lnTo>
                    <a:pt x="3428865" y="1800282"/>
                  </a:lnTo>
                  <a:lnTo>
                    <a:pt x="3428959" y="1800282"/>
                  </a:lnTo>
                  <a:lnTo>
                    <a:pt x="3429053" y="1800282"/>
                  </a:lnTo>
                  <a:lnTo>
                    <a:pt x="3429147" y="1800282"/>
                  </a:lnTo>
                  <a:lnTo>
                    <a:pt x="3429241" y="1800282"/>
                  </a:lnTo>
                  <a:lnTo>
                    <a:pt x="3429335" y="1800282"/>
                  </a:lnTo>
                  <a:lnTo>
                    <a:pt x="3429429" y="1800282"/>
                  </a:lnTo>
                  <a:lnTo>
                    <a:pt x="3429523" y="1800282"/>
                  </a:lnTo>
                  <a:lnTo>
                    <a:pt x="3429617" y="1800282"/>
                  </a:lnTo>
                  <a:lnTo>
                    <a:pt x="3429711" y="1800282"/>
                  </a:lnTo>
                  <a:lnTo>
                    <a:pt x="3429805" y="1800282"/>
                  </a:lnTo>
                  <a:lnTo>
                    <a:pt x="3429899" y="1800282"/>
                  </a:lnTo>
                  <a:lnTo>
                    <a:pt x="3429993" y="1800282"/>
                  </a:lnTo>
                  <a:lnTo>
                    <a:pt x="3430087" y="1800282"/>
                  </a:lnTo>
                  <a:lnTo>
                    <a:pt x="3430181" y="1800282"/>
                  </a:lnTo>
                  <a:lnTo>
                    <a:pt x="3430275" y="1800282"/>
                  </a:lnTo>
                  <a:lnTo>
                    <a:pt x="3430369" y="1800282"/>
                  </a:lnTo>
                  <a:lnTo>
                    <a:pt x="3430463" y="1800282"/>
                  </a:lnTo>
                  <a:lnTo>
                    <a:pt x="3430557" y="1800282"/>
                  </a:lnTo>
                  <a:lnTo>
                    <a:pt x="3430557" y="1795003"/>
                  </a:lnTo>
                  <a:lnTo>
                    <a:pt x="3430651" y="1795003"/>
                  </a:lnTo>
                  <a:lnTo>
                    <a:pt x="3430745" y="1795003"/>
                  </a:lnTo>
                  <a:lnTo>
                    <a:pt x="3430840" y="1795003"/>
                  </a:lnTo>
                  <a:lnTo>
                    <a:pt x="3430934" y="1795003"/>
                  </a:lnTo>
                  <a:lnTo>
                    <a:pt x="3431028" y="1795003"/>
                  </a:lnTo>
                  <a:lnTo>
                    <a:pt x="3431122" y="1795003"/>
                  </a:lnTo>
                  <a:lnTo>
                    <a:pt x="3431216" y="1795003"/>
                  </a:lnTo>
                  <a:lnTo>
                    <a:pt x="3431310" y="1795003"/>
                  </a:lnTo>
                  <a:lnTo>
                    <a:pt x="3431404" y="1795003"/>
                  </a:lnTo>
                  <a:lnTo>
                    <a:pt x="3431498" y="1795003"/>
                  </a:lnTo>
                  <a:lnTo>
                    <a:pt x="3431592" y="1795003"/>
                  </a:lnTo>
                  <a:lnTo>
                    <a:pt x="3431686" y="1795003"/>
                  </a:lnTo>
                  <a:lnTo>
                    <a:pt x="3431686" y="1789723"/>
                  </a:lnTo>
                  <a:lnTo>
                    <a:pt x="3431780" y="1789723"/>
                  </a:lnTo>
                  <a:lnTo>
                    <a:pt x="3431874" y="1789723"/>
                  </a:lnTo>
                  <a:lnTo>
                    <a:pt x="3431968" y="1789723"/>
                  </a:lnTo>
                  <a:lnTo>
                    <a:pt x="3432062" y="1789723"/>
                  </a:lnTo>
                  <a:lnTo>
                    <a:pt x="3432156" y="1789723"/>
                  </a:lnTo>
                  <a:lnTo>
                    <a:pt x="3432250" y="1789723"/>
                  </a:lnTo>
                  <a:lnTo>
                    <a:pt x="3432344" y="1789723"/>
                  </a:lnTo>
                  <a:lnTo>
                    <a:pt x="3432438" y="1789723"/>
                  </a:lnTo>
                  <a:lnTo>
                    <a:pt x="3432532" y="1789723"/>
                  </a:lnTo>
                  <a:lnTo>
                    <a:pt x="3432626" y="1789723"/>
                  </a:lnTo>
                  <a:lnTo>
                    <a:pt x="3432720" y="1789723"/>
                  </a:lnTo>
                  <a:lnTo>
                    <a:pt x="3432814" y="1789723"/>
                  </a:lnTo>
                  <a:lnTo>
                    <a:pt x="3432908" y="1789723"/>
                  </a:lnTo>
                  <a:lnTo>
                    <a:pt x="3433002" y="1789723"/>
                  </a:lnTo>
                  <a:lnTo>
                    <a:pt x="3433096" y="1789723"/>
                  </a:lnTo>
                  <a:lnTo>
                    <a:pt x="3433190" y="1789723"/>
                  </a:lnTo>
                  <a:lnTo>
                    <a:pt x="3433284" y="1789723"/>
                  </a:lnTo>
                  <a:lnTo>
                    <a:pt x="3433378" y="1789723"/>
                  </a:lnTo>
                  <a:lnTo>
                    <a:pt x="3433472" y="1789723"/>
                  </a:lnTo>
                  <a:lnTo>
                    <a:pt x="3433566" y="1789723"/>
                  </a:lnTo>
                  <a:lnTo>
                    <a:pt x="3433660" y="1789723"/>
                  </a:lnTo>
                  <a:lnTo>
                    <a:pt x="3433754" y="1789723"/>
                  </a:lnTo>
                  <a:lnTo>
                    <a:pt x="3433848" y="1789723"/>
                  </a:lnTo>
                  <a:lnTo>
                    <a:pt x="3433942" y="1789723"/>
                  </a:lnTo>
                  <a:lnTo>
                    <a:pt x="3434036" y="1789723"/>
                  </a:lnTo>
                  <a:lnTo>
                    <a:pt x="3434130" y="1789723"/>
                  </a:lnTo>
                  <a:lnTo>
                    <a:pt x="3434224" y="1789723"/>
                  </a:lnTo>
                  <a:lnTo>
                    <a:pt x="3434319" y="1789723"/>
                  </a:lnTo>
                  <a:lnTo>
                    <a:pt x="3434413" y="1789723"/>
                  </a:lnTo>
                  <a:lnTo>
                    <a:pt x="3434507" y="1789723"/>
                  </a:lnTo>
                  <a:lnTo>
                    <a:pt x="3434601" y="1789723"/>
                  </a:lnTo>
                  <a:lnTo>
                    <a:pt x="3434695" y="1789723"/>
                  </a:lnTo>
                  <a:lnTo>
                    <a:pt x="3434789" y="1789723"/>
                  </a:lnTo>
                  <a:lnTo>
                    <a:pt x="3434883" y="1789723"/>
                  </a:lnTo>
                  <a:lnTo>
                    <a:pt x="3434977" y="1789723"/>
                  </a:lnTo>
                  <a:lnTo>
                    <a:pt x="3435071" y="1789723"/>
                  </a:lnTo>
                  <a:lnTo>
                    <a:pt x="3435165" y="1789723"/>
                  </a:lnTo>
                  <a:lnTo>
                    <a:pt x="3435259" y="1789723"/>
                  </a:lnTo>
                  <a:lnTo>
                    <a:pt x="3435353" y="1789723"/>
                  </a:lnTo>
                  <a:lnTo>
                    <a:pt x="3435447" y="1789723"/>
                  </a:lnTo>
                  <a:lnTo>
                    <a:pt x="3435541" y="1789723"/>
                  </a:lnTo>
                  <a:lnTo>
                    <a:pt x="3435635" y="1789723"/>
                  </a:lnTo>
                  <a:lnTo>
                    <a:pt x="3435729" y="1789723"/>
                  </a:lnTo>
                  <a:lnTo>
                    <a:pt x="3435823" y="1789723"/>
                  </a:lnTo>
                  <a:lnTo>
                    <a:pt x="3435917" y="1789723"/>
                  </a:lnTo>
                  <a:lnTo>
                    <a:pt x="3436011" y="1789723"/>
                  </a:lnTo>
                  <a:lnTo>
                    <a:pt x="3436105" y="1789723"/>
                  </a:lnTo>
                  <a:lnTo>
                    <a:pt x="3436199" y="1789723"/>
                  </a:lnTo>
                  <a:lnTo>
                    <a:pt x="3436293" y="1789723"/>
                  </a:lnTo>
                  <a:lnTo>
                    <a:pt x="3436387" y="1789723"/>
                  </a:lnTo>
                  <a:lnTo>
                    <a:pt x="3436481" y="1789723"/>
                  </a:lnTo>
                  <a:lnTo>
                    <a:pt x="3436575" y="1789723"/>
                  </a:lnTo>
                  <a:lnTo>
                    <a:pt x="3436669" y="1789723"/>
                  </a:lnTo>
                  <a:lnTo>
                    <a:pt x="3436763" y="1789723"/>
                  </a:lnTo>
                  <a:lnTo>
                    <a:pt x="3436857" y="1789723"/>
                  </a:lnTo>
                  <a:lnTo>
                    <a:pt x="3436951" y="1789723"/>
                  </a:lnTo>
                  <a:lnTo>
                    <a:pt x="3437045" y="1789723"/>
                  </a:lnTo>
                  <a:lnTo>
                    <a:pt x="3437139" y="1789723"/>
                  </a:lnTo>
                  <a:lnTo>
                    <a:pt x="3437233" y="1789723"/>
                  </a:lnTo>
                  <a:lnTo>
                    <a:pt x="3437327" y="1789723"/>
                  </a:lnTo>
                  <a:lnTo>
                    <a:pt x="3437421" y="1789723"/>
                  </a:lnTo>
                  <a:lnTo>
                    <a:pt x="3437515" y="1789723"/>
                  </a:lnTo>
                  <a:lnTo>
                    <a:pt x="3437609" y="1789723"/>
                  </a:lnTo>
                  <a:lnTo>
                    <a:pt x="3437703" y="1789723"/>
                  </a:lnTo>
                  <a:lnTo>
                    <a:pt x="3437797" y="1789723"/>
                  </a:lnTo>
                  <a:lnTo>
                    <a:pt x="3437892" y="1789723"/>
                  </a:lnTo>
                  <a:lnTo>
                    <a:pt x="3437986" y="1789723"/>
                  </a:lnTo>
                  <a:lnTo>
                    <a:pt x="3438080" y="1789723"/>
                  </a:lnTo>
                  <a:lnTo>
                    <a:pt x="3438174" y="1789723"/>
                  </a:lnTo>
                  <a:lnTo>
                    <a:pt x="3438268" y="1789723"/>
                  </a:lnTo>
                  <a:lnTo>
                    <a:pt x="3438362" y="1789723"/>
                  </a:lnTo>
                  <a:lnTo>
                    <a:pt x="3438456" y="1789723"/>
                  </a:lnTo>
                  <a:lnTo>
                    <a:pt x="3438550" y="1789723"/>
                  </a:lnTo>
                  <a:lnTo>
                    <a:pt x="3438644" y="1789723"/>
                  </a:lnTo>
                  <a:lnTo>
                    <a:pt x="3438738" y="1789723"/>
                  </a:lnTo>
                  <a:lnTo>
                    <a:pt x="3438832" y="1789723"/>
                  </a:lnTo>
                  <a:lnTo>
                    <a:pt x="3438926" y="1789723"/>
                  </a:lnTo>
                  <a:lnTo>
                    <a:pt x="3439020" y="1789723"/>
                  </a:lnTo>
                  <a:lnTo>
                    <a:pt x="3439114" y="1789723"/>
                  </a:lnTo>
                  <a:lnTo>
                    <a:pt x="3439208" y="1789723"/>
                  </a:lnTo>
                  <a:lnTo>
                    <a:pt x="3439302" y="1789723"/>
                  </a:lnTo>
                  <a:lnTo>
                    <a:pt x="3439396" y="1789723"/>
                  </a:lnTo>
                  <a:lnTo>
                    <a:pt x="3439490" y="1789723"/>
                  </a:lnTo>
                  <a:lnTo>
                    <a:pt x="3439584" y="1789723"/>
                  </a:lnTo>
                  <a:lnTo>
                    <a:pt x="3439678" y="1789723"/>
                  </a:lnTo>
                  <a:lnTo>
                    <a:pt x="3439772" y="1789723"/>
                  </a:lnTo>
                  <a:lnTo>
                    <a:pt x="3439866" y="1789723"/>
                  </a:lnTo>
                  <a:lnTo>
                    <a:pt x="3439960" y="1789723"/>
                  </a:lnTo>
                  <a:lnTo>
                    <a:pt x="3440054" y="1789723"/>
                  </a:lnTo>
                  <a:lnTo>
                    <a:pt x="3440148" y="1789723"/>
                  </a:lnTo>
                  <a:lnTo>
                    <a:pt x="3440242" y="1789723"/>
                  </a:lnTo>
                  <a:lnTo>
                    <a:pt x="3440336" y="1789723"/>
                  </a:lnTo>
                  <a:lnTo>
                    <a:pt x="3440430" y="1789723"/>
                  </a:lnTo>
                  <a:lnTo>
                    <a:pt x="3440524" y="1789723"/>
                  </a:lnTo>
                  <a:lnTo>
                    <a:pt x="3440618" y="1789723"/>
                  </a:lnTo>
                  <a:lnTo>
                    <a:pt x="3440712" y="1789723"/>
                  </a:lnTo>
                  <a:lnTo>
                    <a:pt x="3440806" y="1789723"/>
                  </a:lnTo>
                  <a:lnTo>
                    <a:pt x="3440900" y="1789723"/>
                  </a:lnTo>
                  <a:lnTo>
                    <a:pt x="3440994" y="1789723"/>
                  </a:lnTo>
                  <a:lnTo>
                    <a:pt x="3441088" y="1789723"/>
                  </a:lnTo>
                  <a:lnTo>
                    <a:pt x="3441182" y="1789723"/>
                  </a:lnTo>
                  <a:lnTo>
                    <a:pt x="3441276" y="1789723"/>
                  </a:lnTo>
                  <a:lnTo>
                    <a:pt x="3441370" y="1789723"/>
                  </a:lnTo>
                  <a:lnTo>
                    <a:pt x="3441465" y="1789723"/>
                  </a:lnTo>
                  <a:lnTo>
                    <a:pt x="3441559" y="1789723"/>
                  </a:lnTo>
                  <a:lnTo>
                    <a:pt x="3441653" y="1789723"/>
                  </a:lnTo>
                  <a:lnTo>
                    <a:pt x="3441747" y="1789723"/>
                  </a:lnTo>
                  <a:lnTo>
                    <a:pt x="3441841" y="1789723"/>
                  </a:lnTo>
                  <a:lnTo>
                    <a:pt x="3441935" y="1789723"/>
                  </a:lnTo>
                  <a:lnTo>
                    <a:pt x="3442029" y="1789723"/>
                  </a:lnTo>
                  <a:lnTo>
                    <a:pt x="3442123" y="1789723"/>
                  </a:lnTo>
                  <a:lnTo>
                    <a:pt x="3442217" y="1789723"/>
                  </a:lnTo>
                  <a:lnTo>
                    <a:pt x="3442311" y="1789723"/>
                  </a:lnTo>
                  <a:lnTo>
                    <a:pt x="3442405" y="1789723"/>
                  </a:lnTo>
                  <a:lnTo>
                    <a:pt x="3442499" y="1789723"/>
                  </a:lnTo>
                  <a:lnTo>
                    <a:pt x="3442593" y="1789723"/>
                  </a:lnTo>
                  <a:lnTo>
                    <a:pt x="3442687" y="1789723"/>
                  </a:lnTo>
                  <a:lnTo>
                    <a:pt x="3442687" y="1784444"/>
                  </a:lnTo>
                  <a:lnTo>
                    <a:pt x="3442781" y="1784444"/>
                  </a:lnTo>
                  <a:lnTo>
                    <a:pt x="3442875" y="1784444"/>
                  </a:lnTo>
                  <a:lnTo>
                    <a:pt x="3442969" y="1784444"/>
                  </a:lnTo>
                  <a:lnTo>
                    <a:pt x="3443063" y="1784444"/>
                  </a:lnTo>
                  <a:lnTo>
                    <a:pt x="3443157" y="1784444"/>
                  </a:lnTo>
                  <a:lnTo>
                    <a:pt x="3443251" y="1784444"/>
                  </a:lnTo>
                  <a:lnTo>
                    <a:pt x="3443345" y="1784444"/>
                  </a:lnTo>
                  <a:lnTo>
                    <a:pt x="3443439" y="1784444"/>
                  </a:lnTo>
                  <a:lnTo>
                    <a:pt x="3443533" y="1784444"/>
                  </a:lnTo>
                  <a:lnTo>
                    <a:pt x="3443627" y="1784444"/>
                  </a:lnTo>
                  <a:lnTo>
                    <a:pt x="3443721" y="1784444"/>
                  </a:lnTo>
                  <a:lnTo>
                    <a:pt x="3443815" y="1784444"/>
                  </a:lnTo>
                  <a:lnTo>
                    <a:pt x="3443909" y="1784444"/>
                  </a:lnTo>
                  <a:lnTo>
                    <a:pt x="3444003" y="1784444"/>
                  </a:lnTo>
                  <a:lnTo>
                    <a:pt x="3444097" y="1784444"/>
                  </a:lnTo>
                  <a:lnTo>
                    <a:pt x="3444191" y="1784444"/>
                  </a:lnTo>
                  <a:lnTo>
                    <a:pt x="3444285" y="1784444"/>
                  </a:lnTo>
                  <a:lnTo>
                    <a:pt x="3444379" y="1784444"/>
                  </a:lnTo>
                  <a:lnTo>
                    <a:pt x="3444473" y="1784444"/>
                  </a:lnTo>
                  <a:lnTo>
                    <a:pt x="3444567" y="1784444"/>
                  </a:lnTo>
                  <a:lnTo>
                    <a:pt x="3444661" y="1784444"/>
                  </a:lnTo>
                  <a:lnTo>
                    <a:pt x="3444755" y="1784444"/>
                  </a:lnTo>
                  <a:lnTo>
                    <a:pt x="3444849" y="1784444"/>
                  </a:lnTo>
                  <a:lnTo>
                    <a:pt x="3444944" y="1784444"/>
                  </a:lnTo>
                  <a:lnTo>
                    <a:pt x="3445038" y="1784444"/>
                  </a:lnTo>
                  <a:lnTo>
                    <a:pt x="3445132" y="1784444"/>
                  </a:lnTo>
                  <a:lnTo>
                    <a:pt x="3445226" y="1784444"/>
                  </a:lnTo>
                  <a:lnTo>
                    <a:pt x="3445320" y="1784444"/>
                  </a:lnTo>
                  <a:lnTo>
                    <a:pt x="3445414" y="1784444"/>
                  </a:lnTo>
                  <a:lnTo>
                    <a:pt x="3445508" y="1784444"/>
                  </a:lnTo>
                  <a:lnTo>
                    <a:pt x="3445602" y="1784444"/>
                  </a:lnTo>
                  <a:lnTo>
                    <a:pt x="3445696" y="1784444"/>
                  </a:lnTo>
                  <a:lnTo>
                    <a:pt x="3445790" y="1784444"/>
                  </a:lnTo>
                  <a:lnTo>
                    <a:pt x="3445884" y="1784444"/>
                  </a:lnTo>
                  <a:lnTo>
                    <a:pt x="3445978" y="1784444"/>
                  </a:lnTo>
                  <a:lnTo>
                    <a:pt x="3446072" y="1784444"/>
                  </a:lnTo>
                  <a:lnTo>
                    <a:pt x="3446166" y="1784444"/>
                  </a:lnTo>
                  <a:lnTo>
                    <a:pt x="3446260" y="1784444"/>
                  </a:lnTo>
                  <a:lnTo>
                    <a:pt x="3446354" y="1784444"/>
                  </a:lnTo>
                  <a:lnTo>
                    <a:pt x="3446448" y="1784444"/>
                  </a:lnTo>
                  <a:lnTo>
                    <a:pt x="3446542" y="1784444"/>
                  </a:lnTo>
                  <a:lnTo>
                    <a:pt x="3446636" y="1784444"/>
                  </a:lnTo>
                  <a:lnTo>
                    <a:pt x="3446636" y="1779164"/>
                  </a:lnTo>
                  <a:lnTo>
                    <a:pt x="3446730" y="1779164"/>
                  </a:lnTo>
                  <a:lnTo>
                    <a:pt x="3446824" y="1779164"/>
                  </a:lnTo>
                  <a:lnTo>
                    <a:pt x="3446918" y="1779164"/>
                  </a:lnTo>
                  <a:lnTo>
                    <a:pt x="3447012" y="1779164"/>
                  </a:lnTo>
                  <a:lnTo>
                    <a:pt x="3447012" y="1773885"/>
                  </a:lnTo>
                  <a:lnTo>
                    <a:pt x="3447106" y="1773885"/>
                  </a:lnTo>
                  <a:lnTo>
                    <a:pt x="3447200" y="1773885"/>
                  </a:lnTo>
                  <a:lnTo>
                    <a:pt x="3447294" y="1773885"/>
                  </a:lnTo>
                  <a:lnTo>
                    <a:pt x="3447388" y="1773885"/>
                  </a:lnTo>
                  <a:lnTo>
                    <a:pt x="3447482" y="1773885"/>
                  </a:lnTo>
                  <a:lnTo>
                    <a:pt x="3447576" y="1773885"/>
                  </a:lnTo>
                  <a:lnTo>
                    <a:pt x="3447670" y="1773885"/>
                  </a:lnTo>
                  <a:lnTo>
                    <a:pt x="3447764" y="1773885"/>
                  </a:lnTo>
                  <a:lnTo>
                    <a:pt x="3447858" y="1773885"/>
                  </a:lnTo>
                  <a:lnTo>
                    <a:pt x="3447952" y="1773885"/>
                  </a:lnTo>
                  <a:lnTo>
                    <a:pt x="3448046" y="1773885"/>
                  </a:lnTo>
                  <a:lnTo>
                    <a:pt x="3448140" y="1773885"/>
                  </a:lnTo>
                  <a:lnTo>
                    <a:pt x="3448234" y="1773885"/>
                  </a:lnTo>
                  <a:lnTo>
                    <a:pt x="3448328" y="1773885"/>
                  </a:lnTo>
                  <a:lnTo>
                    <a:pt x="3448422" y="1773885"/>
                  </a:lnTo>
                  <a:lnTo>
                    <a:pt x="3448517" y="1773885"/>
                  </a:lnTo>
                  <a:lnTo>
                    <a:pt x="3448611" y="1773885"/>
                  </a:lnTo>
                  <a:lnTo>
                    <a:pt x="3448705" y="1773885"/>
                  </a:lnTo>
                  <a:lnTo>
                    <a:pt x="3448799" y="1773885"/>
                  </a:lnTo>
                  <a:lnTo>
                    <a:pt x="3448893" y="1773885"/>
                  </a:lnTo>
                  <a:lnTo>
                    <a:pt x="3448987" y="1773885"/>
                  </a:lnTo>
                  <a:lnTo>
                    <a:pt x="3449081" y="1773885"/>
                  </a:lnTo>
                  <a:lnTo>
                    <a:pt x="3449175" y="1773885"/>
                  </a:lnTo>
                  <a:lnTo>
                    <a:pt x="3449269" y="1773885"/>
                  </a:lnTo>
                  <a:lnTo>
                    <a:pt x="3449363" y="1773885"/>
                  </a:lnTo>
                  <a:lnTo>
                    <a:pt x="3449457" y="1773885"/>
                  </a:lnTo>
                  <a:lnTo>
                    <a:pt x="3449551" y="1773885"/>
                  </a:lnTo>
                  <a:lnTo>
                    <a:pt x="3449645" y="1773885"/>
                  </a:lnTo>
                  <a:lnTo>
                    <a:pt x="3449739" y="1773885"/>
                  </a:lnTo>
                  <a:lnTo>
                    <a:pt x="3449833" y="1773885"/>
                  </a:lnTo>
                  <a:lnTo>
                    <a:pt x="3449927" y="1773885"/>
                  </a:lnTo>
                  <a:lnTo>
                    <a:pt x="3450021" y="1773885"/>
                  </a:lnTo>
                  <a:lnTo>
                    <a:pt x="3450115" y="1773885"/>
                  </a:lnTo>
                  <a:lnTo>
                    <a:pt x="3450209" y="1773885"/>
                  </a:lnTo>
                  <a:lnTo>
                    <a:pt x="3450303" y="1773885"/>
                  </a:lnTo>
                  <a:lnTo>
                    <a:pt x="3450397" y="1773885"/>
                  </a:lnTo>
                  <a:lnTo>
                    <a:pt x="3450491" y="1773885"/>
                  </a:lnTo>
                  <a:lnTo>
                    <a:pt x="3450585" y="1773885"/>
                  </a:lnTo>
                  <a:lnTo>
                    <a:pt x="3450679" y="1773885"/>
                  </a:lnTo>
                  <a:lnTo>
                    <a:pt x="3450773" y="1773885"/>
                  </a:lnTo>
                  <a:lnTo>
                    <a:pt x="3450867" y="1773885"/>
                  </a:lnTo>
                  <a:lnTo>
                    <a:pt x="3450961" y="1773885"/>
                  </a:lnTo>
                  <a:lnTo>
                    <a:pt x="3451055" y="1773885"/>
                  </a:lnTo>
                  <a:lnTo>
                    <a:pt x="3451149" y="1773885"/>
                  </a:lnTo>
                  <a:lnTo>
                    <a:pt x="3451243" y="1773885"/>
                  </a:lnTo>
                  <a:lnTo>
                    <a:pt x="3451337" y="1773885"/>
                  </a:lnTo>
                  <a:lnTo>
                    <a:pt x="3451431" y="1773885"/>
                  </a:lnTo>
                  <a:lnTo>
                    <a:pt x="3451525" y="1773885"/>
                  </a:lnTo>
                  <a:lnTo>
                    <a:pt x="3451619" y="1773885"/>
                  </a:lnTo>
                  <a:lnTo>
                    <a:pt x="3451713" y="1773885"/>
                  </a:lnTo>
                  <a:lnTo>
                    <a:pt x="3451807" y="1773885"/>
                  </a:lnTo>
                  <a:lnTo>
                    <a:pt x="3451901" y="1773885"/>
                  </a:lnTo>
                  <a:lnTo>
                    <a:pt x="3451995" y="1773885"/>
                  </a:lnTo>
                  <a:lnTo>
                    <a:pt x="3452090" y="1773885"/>
                  </a:lnTo>
                  <a:lnTo>
                    <a:pt x="3452184" y="1773885"/>
                  </a:lnTo>
                  <a:lnTo>
                    <a:pt x="3452278" y="1773885"/>
                  </a:lnTo>
                  <a:lnTo>
                    <a:pt x="3452372" y="1773885"/>
                  </a:lnTo>
                  <a:lnTo>
                    <a:pt x="3452466" y="1773885"/>
                  </a:lnTo>
                  <a:lnTo>
                    <a:pt x="3452560" y="1773885"/>
                  </a:lnTo>
                  <a:lnTo>
                    <a:pt x="3452654" y="1773885"/>
                  </a:lnTo>
                  <a:lnTo>
                    <a:pt x="3452748" y="1773885"/>
                  </a:lnTo>
                  <a:lnTo>
                    <a:pt x="3452842" y="1773885"/>
                  </a:lnTo>
                  <a:lnTo>
                    <a:pt x="3452936" y="1773885"/>
                  </a:lnTo>
                  <a:lnTo>
                    <a:pt x="3453030" y="1773885"/>
                  </a:lnTo>
                  <a:lnTo>
                    <a:pt x="3453124" y="1773885"/>
                  </a:lnTo>
                  <a:lnTo>
                    <a:pt x="3453218" y="1773885"/>
                  </a:lnTo>
                  <a:lnTo>
                    <a:pt x="3453312" y="1773885"/>
                  </a:lnTo>
                  <a:lnTo>
                    <a:pt x="3453406" y="1773885"/>
                  </a:lnTo>
                  <a:lnTo>
                    <a:pt x="3453500" y="1773885"/>
                  </a:lnTo>
                  <a:lnTo>
                    <a:pt x="3453594" y="1773885"/>
                  </a:lnTo>
                  <a:lnTo>
                    <a:pt x="3453688" y="1773885"/>
                  </a:lnTo>
                  <a:lnTo>
                    <a:pt x="3453782" y="1773885"/>
                  </a:lnTo>
                  <a:lnTo>
                    <a:pt x="3453876" y="1773885"/>
                  </a:lnTo>
                  <a:lnTo>
                    <a:pt x="3453970" y="1773885"/>
                  </a:lnTo>
                  <a:lnTo>
                    <a:pt x="3454064" y="1773885"/>
                  </a:lnTo>
                  <a:lnTo>
                    <a:pt x="3454158" y="1773885"/>
                  </a:lnTo>
                  <a:lnTo>
                    <a:pt x="3454252" y="1773885"/>
                  </a:lnTo>
                  <a:lnTo>
                    <a:pt x="3454346" y="1773885"/>
                  </a:lnTo>
                  <a:lnTo>
                    <a:pt x="3454440" y="1773885"/>
                  </a:lnTo>
                  <a:lnTo>
                    <a:pt x="3454534" y="1773885"/>
                  </a:lnTo>
                  <a:lnTo>
                    <a:pt x="3454628" y="1773885"/>
                  </a:lnTo>
                  <a:lnTo>
                    <a:pt x="3454722" y="1773885"/>
                  </a:lnTo>
                  <a:lnTo>
                    <a:pt x="3454816" y="1773885"/>
                  </a:lnTo>
                  <a:lnTo>
                    <a:pt x="3454910" y="1773885"/>
                  </a:lnTo>
                  <a:lnTo>
                    <a:pt x="3455004" y="1773885"/>
                  </a:lnTo>
                  <a:lnTo>
                    <a:pt x="3455098" y="1773885"/>
                  </a:lnTo>
                  <a:lnTo>
                    <a:pt x="3455192" y="1773885"/>
                  </a:lnTo>
                  <a:lnTo>
                    <a:pt x="3455286" y="1773885"/>
                  </a:lnTo>
                  <a:lnTo>
                    <a:pt x="3455380" y="1773885"/>
                  </a:lnTo>
                  <a:lnTo>
                    <a:pt x="3455474" y="1773885"/>
                  </a:lnTo>
                  <a:lnTo>
                    <a:pt x="3455569" y="1773885"/>
                  </a:lnTo>
                  <a:lnTo>
                    <a:pt x="3455663" y="1773885"/>
                  </a:lnTo>
                  <a:lnTo>
                    <a:pt x="3455757" y="1773885"/>
                  </a:lnTo>
                  <a:lnTo>
                    <a:pt x="3455851" y="1773885"/>
                  </a:lnTo>
                  <a:lnTo>
                    <a:pt x="3455945" y="1773885"/>
                  </a:lnTo>
                  <a:lnTo>
                    <a:pt x="3456039" y="1773885"/>
                  </a:lnTo>
                  <a:lnTo>
                    <a:pt x="3456133" y="1773885"/>
                  </a:lnTo>
                  <a:lnTo>
                    <a:pt x="3456227" y="1773885"/>
                  </a:lnTo>
                  <a:lnTo>
                    <a:pt x="3456227" y="1768606"/>
                  </a:lnTo>
                  <a:lnTo>
                    <a:pt x="3456321" y="1768606"/>
                  </a:lnTo>
                  <a:lnTo>
                    <a:pt x="3456415" y="1768606"/>
                  </a:lnTo>
                  <a:lnTo>
                    <a:pt x="3456509" y="1768606"/>
                  </a:lnTo>
                  <a:lnTo>
                    <a:pt x="3456603" y="1768606"/>
                  </a:lnTo>
                  <a:lnTo>
                    <a:pt x="3456697" y="1768606"/>
                  </a:lnTo>
                  <a:lnTo>
                    <a:pt x="3456791" y="1768606"/>
                  </a:lnTo>
                  <a:lnTo>
                    <a:pt x="3456885" y="1768606"/>
                  </a:lnTo>
                  <a:lnTo>
                    <a:pt x="3456979" y="1768606"/>
                  </a:lnTo>
                  <a:lnTo>
                    <a:pt x="3457073" y="1768606"/>
                  </a:lnTo>
                  <a:lnTo>
                    <a:pt x="3457167" y="1768606"/>
                  </a:lnTo>
                  <a:lnTo>
                    <a:pt x="3457261" y="1768606"/>
                  </a:lnTo>
                  <a:lnTo>
                    <a:pt x="3457355" y="1768606"/>
                  </a:lnTo>
                  <a:lnTo>
                    <a:pt x="3457449" y="1768606"/>
                  </a:lnTo>
                  <a:lnTo>
                    <a:pt x="3457543" y="1768606"/>
                  </a:lnTo>
                  <a:lnTo>
                    <a:pt x="3457637" y="1768606"/>
                  </a:lnTo>
                  <a:lnTo>
                    <a:pt x="3457731" y="1768606"/>
                  </a:lnTo>
                  <a:lnTo>
                    <a:pt x="3457825" y="1768606"/>
                  </a:lnTo>
                  <a:lnTo>
                    <a:pt x="3457919" y="1768606"/>
                  </a:lnTo>
                  <a:lnTo>
                    <a:pt x="3458013" y="1768606"/>
                  </a:lnTo>
                  <a:lnTo>
                    <a:pt x="3458107" y="1768606"/>
                  </a:lnTo>
                  <a:lnTo>
                    <a:pt x="3458201" y="1768606"/>
                  </a:lnTo>
                  <a:lnTo>
                    <a:pt x="3458295" y="1768606"/>
                  </a:lnTo>
                  <a:lnTo>
                    <a:pt x="3458389" y="1768606"/>
                  </a:lnTo>
                  <a:lnTo>
                    <a:pt x="3458483" y="1768606"/>
                  </a:lnTo>
                  <a:lnTo>
                    <a:pt x="3458483" y="1763326"/>
                  </a:lnTo>
                  <a:lnTo>
                    <a:pt x="3458577" y="1763326"/>
                  </a:lnTo>
                  <a:lnTo>
                    <a:pt x="3458671" y="1763326"/>
                  </a:lnTo>
                  <a:lnTo>
                    <a:pt x="3458765" y="1763326"/>
                  </a:lnTo>
                  <a:lnTo>
                    <a:pt x="3458859" y="1763326"/>
                  </a:lnTo>
                  <a:lnTo>
                    <a:pt x="3458953" y="1763326"/>
                  </a:lnTo>
                  <a:lnTo>
                    <a:pt x="3459047" y="1763326"/>
                  </a:lnTo>
                  <a:lnTo>
                    <a:pt x="3459142" y="1763326"/>
                  </a:lnTo>
                  <a:lnTo>
                    <a:pt x="3459236" y="1763326"/>
                  </a:lnTo>
                  <a:lnTo>
                    <a:pt x="3459330" y="1763326"/>
                  </a:lnTo>
                  <a:lnTo>
                    <a:pt x="3459424" y="1763326"/>
                  </a:lnTo>
                  <a:lnTo>
                    <a:pt x="3459518" y="1763326"/>
                  </a:lnTo>
                  <a:lnTo>
                    <a:pt x="3459612" y="1763326"/>
                  </a:lnTo>
                  <a:lnTo>
                    <a:pt x="3459706" y="1763326"/>
                  </a:lnTo>
                  <a:lnTo>
                    <a:pt x="3459800" y="1763326"/>
                  </a:lnTo>
                  <a:lnTo>
                    <a:pt x="3459894" y="1763326"/>
                  </a:lnTo>
                  <a:lnTo>
                    <a:pt x="3459988" y="1763326"/>
                  </a:lnTo>
                  <a:lnTo>
                    <a:pt x="3460082" y="1763326"/>
                  </a:lnTo>
                  <a:lnTo>
                    <a:pt x="3460176" y="1763326"/>
                  </a:lnTo>
                  <a:lnTo>
                    <a:pt x="3460270" y="1763326"/>
                  </a:lnTo>
                  <a:lnTo>
                    <a:pt x="3460364" y="1763326"/>
                  </a:lnTo>
                  <a:lnTo>
                    <a:pt x="3460458" y="1763326"/>
                  </a:lnTo>
                  <a:lnTo>
                    <a:pt x="3460552" y="1763326"/>
                  </a:lnTo>
                  <a:lnTo>
                    <a:pt x="3460646" y="1763326"/>
                  </a:lnTo>
                  <a:lnTo>
                    <a:pt x="3460740" y="1763326"/>
                  </a:lnTo>
                  <a:lnTo>
                    <a:pt x="3460834" y="1763326"/>
                  </a:lnTo>
                  <a:lnTo>
                    <a:pt x="3460928" y="1763326"/>
                  </a:lnTo>
                  <a:lnTo>
                    <a:pt x="3461022" y="1763326"/>
                  </a:lnTo>
                  <a:lnTo>
                    <a:pt x="3461116" y="1763326"/>
                  </a:lnTo>
                  <a:lnTo>
                    <a:pt x="3461210" y="1763326"/>
                  </a:lnTo>
                  <a:lnTo>
                    <a:pt x="3461210" y="1758047"/>
                  </a:lnTo>
                  <a:lnTo>
                    <a:pt x="3461304" y="1758047"/>
                  </a:lnTo>
                  <a:lnTo>
                    <a:pt x="3461398" y="1758047"/>
                  </a:lnTo>
                  <a:lnTo>
                    <a:pt x="3461492" y="1758047"/>
                  </a:lnTo>
                  <a:lnTo>
                    <a:pt x="3461586" y="1758047"/>
                  </a:lnTo>
                  <a:lnTo>
                    <a:pt x="3461680" y="1758047"/>
                  </a:lnTo>
                  <a:lnTo>
                    <a:pt x="3461774" y="1758047"/>
                  </a:lnTo>
                  <a:lnTo>
                    <a:pt x="3461868" y="1758047"/>
                  </a:lnTo>
                  <a:lnTo>
                    <a:pt x="3461962" y="1758047"/>
                  </a:lnTo>
                  <a:lnTo>
                    <a:pt x="3462056" y="1758047"/>
                  </a:lnTo>
                  <a:lnTo>
                    <a:pt x="3462150" y="1758047"/>
                  </a:lnTo>
                  <a:lnTo>
                    <a:pt x="3462244" y="1758047"/>
                  </a:lnTo>
                  <a:lnTo>
                    <a:pt x="3462338" y="1758047"/>
                  </a:lnTo>
                  <a:lnTo>
                    <a:pt x="3462432" y="1758047"/>
                  </a:lnTo>
                  <a:lnTo>
                    <a:pt x="3462526" y="1758047"/>
                  </a:lnTo>
                  <a:lnTo>
                    <a:pt x="3462620" y="1758047"/>
                  </a:lnTo>
                  <a:lnTo>
                    <a:pt x="3462715" y="1758047"/>
                  </a:lnTo>
                  <a:lnTo>
                    <a:pt x="3462809" y="1758047"/>
                  </a:lnTo>
                  <a:lnTo>
                    <a:pt x="3462903" y="1758047"/>
                  </a:lnTo>
                  <a:lnTo>
                    <a:pt x="3462997" y="1758047"/>
                  </a:lnTo>
                  <a:lnTo>
                    <a:pt x="3463091" y="1758047"/>
                  </a:lnTo>
                  <a:lnTo>
                    <a:pt x="3463185" y="1758047"/>
                  </a:lnTo>
                  <a:lnTo>
                    <a:pt x="3463279" y="1758047"/>
                  </a:lnTo>
                  <a:lnTo>
                    <a:pt x="3463373" y="1758047"/>
                  </a:lnTo>
                  <a:lnTo>
                    <a:pt x="3463467" y="1758047"/>
                  </a:lnTo>
                  <a:lnTo>
                    <a:pt x="3463561" y="1758047"/>
                  </a:lnTo>
                  <a:lnTo>
                    <a:pt x="3463655" y="1758047"/>
                  </a:lnTo>
                  <a:lnTo>
                    <a:pt x="3463749" y="1758047"/>
                  </a:lnTo>
                  <a:lnTo>
                    <a:pt x="3463843" y="1758047"/>
                  </a:lnTo>
                  <a:lnTo>
                    <a:pt x="3463937" y="1758047"/>
                  </a:lnTo>
                  <a:lnTo>
                    <a:pt x="3464031" y="1758047"/>
                  </a:lnTo>
                  <a:lnTo>
                    <a:pt x="3464125" y="1758047"/>
                  </a:lnTo>
                  <a:lnTo>
                    <a:pt x="3464219" y="1758047"/>
                  </a:lnTo>
                  <a:lnTo>
                    <a:pt x="3464313" y="1758047"/>
                  </a:lnTo>
                  <a:lnTo>
                    <a:pt x="3464407" y="1758047"/>
                  </a:lnTo>
                  <a:lnTo>
                    <a:pt x="3464501" y="1758047"/>
                  </a:lnTo>
                  <a:lnTo>
                    <a:pt x="3464595" y="1758047"/>
                  </a:lnTo>
                  <a:lnTo>
                    <a:pt x="3464689" y="1758047"/>
                  </a:lnTo>
                  <a:lnTo>
                    <a:pt x="3464783" y="1758047"/>
                  </a:lnTo>
                  <a:lnTo>
                    <a:pt x="3464877" y="1758047"/>
                  </a:lnTo>
                  <a:lnTo>
                    <a:pt x="3464971" y="1758047"/>
                  </a:lnTo>
                  <a:lnTo>
                    <a:pt x="3465065" y="1758047"/>
                  </a:lnTo>
                  <a:lnTo>
                    <a:pt x="3465159" y="1758047"/>
                  </a:lnTo>
                  <a:lnTo>
                    <a:pt x="3465253" y="1758047"/>
                  </a:lnTo>
                  <a:lnTo>
                    <a:pt x="3465347" y="1758047"/>
                  </a:lnTo>
                  <a:lnTo>
                    <a:pt x="3465441" y="1758047"/>
                  </a:lnTo>
                  <a:lnTo>
                    <a:pt x="3465535" y="1758047"/>
                  </a:lnTo>
                  <a:lnTo>
                    <a:pt x="3465629" y="1758047"/>
                  </a:lnTo>
                  <a:lnTo>
                    <a:pt x="3465723" y="1758047"/>
                  </a:lnTo>
                  <a:lnTo>
                    <a:pt x="3465817" y="1758047"/>
                  </a:lnTo>
                  <a:lnTo>
                    <a:pt x="3465911" y="1758047"/>
                  </a:lnTo>
                  <a:lnTo>
                    <a:pt x="3466005" y="1758047"/>
                  </a:lnTo>
                  <a:lnTo>
                    <a:pt x="3466099" y="1758047"/>
                  </a:lnTo>
                  <a:lnTo>
                    <a:pt x="3466193" y="1758047"/>
                  </a:lnTo>
                  <a:lnTo>
                    <a:pt x="3466193" y="1752767"/>
                  </a:lnTo>
                  <a:lnTo>
                    <a:pt x="3466193" y="1747488"/>
                  </a:lnTo>
                  <a:lnTo>
                    <a:pt x="3466288" y="1747488"/>
                  </a:lnTo>
                  <a:lnTo>
                    <a:pt x="3466382" y="1747488"/>
                  </a:lnTo>
                  <a:lnTo>
                    <a:pt x="3466476" y="1747488"/>
                  </a:lnTo>
                  <a:lnTo>
                    <a:pt x="3466570" y="1747488"/>
                  </a:lnTo>
                  <a:lnTo>
                    <a:pt x="3466664" y="1747488"/>
                  </a:lnTo>
                  <a:lnTo>
                    <a:pt x="3466758" y="1747488"/>
                  </a:lnTo>
                  <a:lnTo>
                    <a:pt x="3466852" y="1747488"/>
                  </a:lnTo>
                  <a:lnTo>
                    <a:pt x="3466946" y="1747488"/>
                  </a:lnTo>
                  <a:lnTo>
                    <a:pt x="3467040" y="1747488"/>
                  </a:lnTo>
                  <a:lnTo>
                    <a:pt x="3467134" y="1747488"/>
                  </a:lnTo>
                  <a:lnTo>
                    <a:pt x="3467228" y="1747488"/>
                  </a:lnTo>
                  <a:lnTo>
                    <a:pt x="3467322" y="1747488"/>
                  </a:lnTo>
                  <a:lnTo>
                    <a:pt x="3467416" y="1747488"/>
                  </a:lnTo>
                  <a:lnTo>
                    <a:pt x="3467510" y="1747488"/>
                  </a:lnTo>
                  <a:lnTo>
                    <a:pt x="3467604" y="1747488"/>
                  </a:lnTo>
                  <a:lnTo>
                    <a:pt x="3467698" y="1747488"/>
                  </a:lnTo>
                  <a:lnTo>
                    <a:pt x="3467792" y="1747488"/>
                  </a:lnTo>
                  <a:lnTo>
                    <a:pt x="3467886" y="1747488"/>
                  </a:lnTo>
                  <a:lnTo>
                    <a:pt x="3467980" y="1747488"/>
                  </a:lnTo>
                  <a:lnTo>
                    <a:pt x="3468074" y="1747488"/>
                  </a:lnTo>
                  <a:lnTo>
                    <a:pt x="3468168" y="1747488"/>
                  </a:lnTo>
                  <a:lnTo>
                    <a:pt x="3468262" y="1747488"/>
                  </a:lnTo>
                  <a:lnTo>
                    <a:pt x="3468356" y="1747488"/>
                  </a:lnTo>
                  <a:lnTo>
                    <a:pt x="3468450" y="1747488"/>
                  </a:lnTo>
                  <a:lnTo>
                    <a:pt x="3468544" y="1747488"/>
                  </a:lnTo>
                  <a:lnTo>
                    <a:pt x="3468638" y="1747488"/>
                  </a:lnTo>
                  <a:lnTo>
                    <a:pt x="3468732" y="1747488"/>
                  </a:lnTo>
                  <a:lnTo>
                    <a:pt x="3468826" y="1747488"/>
                  </a:lnTo>
                  <a:lnTo>
                    <a:pt x="3468920" y="1747488"/>
                  </a:lnTo>
                  <a:lnTo>
                    <a:pt x="3469014" y="1747488"/>
                  </a:lnTo>
                  <a:lnTo>
                    <a:pt x="3469108" y="1747488"/>
                  </a:lnTo>
                  <a:lnTo>
                    <a:pt x="3469202" y="1747488"/>
                  </a:lnTo>
                  <a:lnTo>
                    <a:pt x="3469296" y="1747488"/>
                  </a:lnTo>
                  <a:lnTo>
                    <a:pt x="3469390" y="1747488"/>
                  </a:lnTo>
                  <a:lnTo>
                    <a:pt x="3469484" y="1747488"/>
                  </a:lnTo>
                  <a:lnTo>
                    <a:pt x="3469578" y="1747488"/>
                  </a:lnTo>
                  <a:lnTo>
                    <a:pt x="3469672" y="1747488"/>
                  </a:lnTo>
                  <a:lnTo>
                    <a:pt x="3469767" y="1747488"/>
                  </a:lnTo>
                  <a:lnTo>
                    <a:pt x="3469861" y="1747488"/>
                  </a:lnTo>
                  <a:lnTo>
                    <a:pt x="3469955" y="1747488"/>
                  </a:lnTo>
                  <a:lnTo>
                    <a:pt x="3470049" y="1747488"/>
                  </a:lnTo>
                  <a:lnTo>
                    <a:pt x="3470143" y="1747488"/>
                  </a:lnTo>
                  <a:lnTo>
                    <a:pt x="3470237" y="1747488"/>
                  </a:lnTo>
                  <a:lnTo>
                    <a:pt x="3470331" y="1747488"/>
                  </a:lnTo>
                  <a:lnTo>
                    <a:pt x="3470425" y="1747488"/>
                  </a:lnTo>
                  <a:lnTo>
                    <a:pt x="3470519" y="1747488"/>
                  </a:lnTo>
                  <a:lnTo>
                    <a:pt x="3470613" y="1747488"/>
                  </a:lnTo>
                  <a:lnTo>
                    <a:pt x="3470707" y="1747488"/>
                  </a:lnTo>
                  <a:lnTo>
                    <a:pt x="3470801" y="1747488"/>
                  </a:lnTo>
                  <a:lnTo>
                    <a:pt x="3470895" y="1747488"/>
                  </a:lnTo>
                  <a:lnTo>
                    <a:pt x="3470989" y="1747488"/>
                  </a:lnTo>
                  <a:lnTo>
                    <a:pt x="3471083" y="1747488"/>
                  </a:lnTo>
                  <a:lnTo>
                    <a:pt x="3471177" y="1747488"/>
                  </a:lnTo>
                  <a:lnTo>
                    <a:pt x="3471271" y="1747488"/>
                  </a:lnTo>
                  <a:lnTo>
                    <a:pt x="3471365" y="1747488"/>
                  </a:lnTo>
                  <a:lnTo>
                    <a:pt x="3471459" y="1747488"/>
                  </a:lnTo>
                  <a:lnTo>
                    <a:pt x="3471553" y="1747488"/>
                  </a:lnTo>
                  <a:lnTo>
                    <a:pt x="3471647" y="1747488"/>
                  </a:lnTo>
                  <a:lnTo>
                    <a:pt x="3471741" y="1747488"/>
                  </a:lnTo>
                  <a:lnTo>
                    <a:pt x="3471835" y="1747488"/>
                  </a:lnTo>
                  <a:lnTo>
                    <a:pt x="3471929" y="1747488"/>
                  </a:lnTo>
                  <a:lnTo>
                    <a:pt x="3472023" y="1747488"/>
                  </a:lnTo>
                  <a:lnTo>
                    <a:pt x="3472117" y="1747488"/>
                  </a:lnTo>
                  <a:lnTo>
                    <a:pt x="3472211" y="1747488"/>
                  </a:lnTo>
                  <a:lnTo>
                    <a:pt x="3472305" y="1747488"/>
                  </a:lnTo>
                  <a:lnTo>
                    <a:pt x="3472399" y="1747488"/>
                  </a:lnTo>
                  <a:lnTo>
                    <a:pt x="3472399" y="1742209"/>
                  </a:lnTo>
                  <a:lnTo>
                    <a:pt x="3472493" y="1742209"/>
                  </a:lnTo>
                  <a:lnTo>
                    <a:pt x="3472587" y="1742209"/>
                  </a:lnTo>
                  <a:lnTo>
                    <a:pt x="3472681" y="1742209"/>
                  </a:lnTo>
                  <a:lnTo>
                    <a:pt x="3472775" y="1742209"/>
                  </a:lnTo>
                  <a:lnTo>
                    <a:pt x="3472869" y="1742209"/>
                  </a:lnTo>
                  <a:lnTo>
                    <a:pt x="3472963" y="1742209"/>
                  </a:lnTo>
                  <a:lnTo>
                    <a:pt x="3473057" y="1742209"/>
                  </a:lnTo>
                  <a:lnTo>
                    <a:pt x="3473151" y="1742209"/>
                  </a:lnTo>
                  <a:lnTo>
                    <a:pt x="3473151" y="1736929"/>
                  </a:lnTo>
                  <a:lnTo>
                    <a:pt x="3473245" y="1736929"/>
                  </a:lnTo>
                  <a:lnTo>
                    <a:pt x="3473340" y="1736929"/>
                  </a:lnTo>
                  <a:lnTo>
                    <a:pt x="3473434" y="1736929"/>
                  </a:lnTo>
                  <a:lnTo>
                    <a:pt x="3473528" y="1736929"/>
                  </a:lnTo>
                  <a:lnTo>
                    <a:pt x="3473622" y="1736929"/>
                  </a:lnTo>
                  <a:lnTo>
                    <a:pt x="3473716" y="1736929"/>
                  </a:lnTo>
                  <a:lnTo>
                    <a:pt x="3473810" y="1736929"/>
                  </a:lnTo>
                  <a:lnTo>
                    <a:pt x="3473904" y="1736929"/>
                  </a:lnTo>
                  <a:lnTo>
                    <a:pt x="3473904" y="1731650"/>
                  </a:lnTo>
                  <a:lnTo>
                    <a:pt x="3473998" y="1731650"/>
                  </a:lnTo>
                  <a:lnTo>
                    <a:pt x="3474092" y="1731650"/>
                  </a:lnTo>
                  <a:lnTo>
                    <a:pt x="3474186" y="1731650"/>
                  </a:lnTo>
                  <a:lnTo>
                    <a:pt x="3474280" y="1731650"/>
                  </a:lnTo>
                  <a:lnTo>
                    <a:pt x="3474374" y="1731650"/>
                  </a:lnTo>
                  <a:lnTo>
                    <a:pt x="3474468" y="1731650"/>
                  </a:lnTo>
                  <a:lnTo>
                    <a:pt x="3474562" y="1731650"/>
                  </a:lnTo>
                  <a:lnTo>
                    <a:pt x="3474656" y="1731650"/>
                  </a:lnTo>
                  <a:lnTo>
                    <a:pt x="3474750" y="1731650"/>
                  </a:lnTo>
                  <a:lnTo>
                    <a:pt x="3474844" y="1731650"/>
                  </a:lnTo>
                  <a:lnTo>
                    <a:pt x="3474938" y="1731650"/>
                  </a:lnTo>
                  <a:lnTo>
                    <a:pt x="3475032" y="1731650"/>
                  </a:lnTo>
                  <a:lnTo>
                    <a:pt x="3475126" y="1731650"/>
                  </a:lnTo>
                  <a:lnTo>
                    <a:pt x="3475220" y="1731650"/>
                  </a:lnTo>
                  <a:lnTo>
                    <a:pt x="3475314" y="1731650"/>
                  </a:lnTo>
                  <a:lnTo>
                    <a:pt x="3475408" y="1731650"/>
                  </a:lnTo>
                  <a:lnTo>
                    <a:pt x="3475502" y="1731650"/>
                  </a:lnTo>
                  <a:lnTo>
                    <a:pt x="3475596" y="1731650"/>
                  </a:lnTo>
                  <a:lnTo>
                    <a:pt x="3475690" y="1731650"/>
                  </a:lnTo>
                  <a:lnTo>
                    <a:pt x="3475784" y="1731650"/>
                  </a:lnTo>
                  <a:lnTo>
                    <a:pt x="3475878" y="1731650"/>
                  </a:lnTo>
                  <a:lnTo>
                    <a:pt x="3475972" y="1731650"/>
                  </a:lnTo>
                  <a:lnTo>
                    <a:pt x="3476066" y="1731650"/>
                  </a:lnTo>
                  <a:lnTo>
                    <a:pt x="3476160" y="1731650"/>
                  </a:lnTo>
                  <a:lnTo>
                    <a:pt x="3476254" y="1731650"/>
                  </a:lnTo>
                  <a:lnTo>
                    <a:pt x="3476348" y="1731650"/>
                  </a:lnTo>
                  <a:lnTo>
                    <a:pt x="3476442" y="1731650"/>
                  </a:lnTo>
                  <a:lnTo>
                    <a:pt x="3476536" y="1731650"/>
                  </a:lnTo>
                  <a:lnTo>
                    <a:pt x="3476630" y="1731650"/>
                  </a:lnTo>
                  <a:lnTo>
                    <a:pt x="3476724" y="1731650"/>
                  </a:lnTo>
                  <a:lnTo>
                    <a:pt x="3476818" y="1731650"/>
                  </a:lnTo>
                  <a:lnTo>
                    <a:pt x="3476913" y="1731650"/>
                  </a:lnTo>
                  <a:lnTo>
                    <a:pt x="3477007" y="1731650"/>
                  </a:lnTo>
                  <a:lnTo>
                    <a:pt x="3477101" y="1731650"/>
                  </a:lnTo>
                  <a:lnTo>
                    <a:pt x="3477195" y="1731650"/>
                  </a:lnTo>
                  <a:lnTo>
                    <a:pt x="3477289" y="1731650"/>
                  </a:lnTo>
                  <a:lnTo>
                    <a:pt x="3477383" y="1731650"/>
                  </a:lnTo>
                  <a:lnTo>
                    <a:pt x="3477477" y="1731650"/>
                  </a:lnTo>
                  <a:lnTo>
                    <a:pt x="3477571" y="1731650"/>
                  </a:lnTo>
                  <a:lnTo>
                    <a:pt x="3477665" y="1731650"/>
                  </a:lnTo>
                  <a:lnTo>
                    <a:pt x="3477759" y="1731650"/>
                  </a:lnTo>
                  <a:lnTo>
                    <a:pt x="3477853" y="1731650"/>
                  </a:lnTo>
                  <a:lnTo>
                    <a:pt x="3477947" y="1731650"/>
                  </a:lnTo>
                  <a:lnTo>
                    <a:pt x="3478041" y="1731650"/>
                  </a:lnTo>
                  <a:lnTo>
                    <a:pt x="3478135" y="1731650"/>
                  </a:lnTo>
                  <a:lnTo>
                    <a:pt x="3478229" y="1731650"/>
                  </a:lnTo>
                  <a:lnTo>
                    <a:pt x="3478323" y="1731650"/>
                  </a:lnTo>
                  <a:lnTo>
                    <a:pt x="3478417" y="1731650"/>
                  </a:lnTo>
                  <a:lnTo>
                    <a:pt x="3478511" y="1731650"/>
                  </a:lnTo>
                  <a:lnTo>
                    <a:pt x="3478605" y="1731650"/>
                  </a:lnTo>
                  <a:lnTo>
                    <a:pt x="3478699" y="1731650"/>
                  </a:lnTo>
                  <a:lnTo>
                    <a:pt x="3478793" y="1731650"/>
                  </a:lnTo>
                  <a:lnTo>
                    <a:pt x="3478887" y="1731650"/>
                  </a:lnTo>
                  <a:lnTo>
                    <a:pt x="3478981" y="1731650"/>
                  </a:lnTo>
                  <a:lnTo>
                    <a:pt x="3479075" y="1731650"/>
                  </a:lnTo>
                  <a:lnTo>
                    <a:pt x="3479169" y="1731650"/>
                  </a:lnTo>
                  <a:lnTo>
                    <a:pt x="3479263" y="1731650"/>
                  </a:lnTo>
                  <a:lnTo>
                    <a:pt x="3479357" y="1731650"/>
                  </a:lnTo>
                  <a:lnTo>
                    <a:pt x="3479451" y="1731650"/>
                  </a:lnTo>
                  <a:lnTo>
                    <a:pt x="3479545" y="1731650"/>
                  </a:lnTo>
                  <a:lnTo>
                    <a:pt x="3479639" y="1731650"/>
                  </a:lnTo>
                  <a:lnTo>
                    <a:pt x="3479733" y="1731650"/>
                  </a:lnTo>
                  <a:lnTo>
                    <a:pt x="3479827" y="1731650"/>
                  </a:lnTo>
                  <a:lnTo>
                    <a:pt x="3479921" y="1731650"/>
                  </a:lnTo>
                  <a:lnTo>
                    <a:pt x="3480015" y="1731650"/>
                  </a:lnTo>
                  <a:lnTo>
                    <a:pt x="3480109" y="1731650"/>
                  </a:lnTo>
                  <a:lnTo>
                    <a:pt x="3480203" y="1731650"/>
                  </a:lnTo>
                  <a:lnTo>
                    <a:pt x="3480297" y="1731650"/>
                  </a:lnTo>
                  <a:lnTo>
                    <a:pt x="3480392" y="1731650"/>
                  </a:lnTo>
                  <a:lnTo>
                    <a:pt x="3480486" y="1731650"/>
                  </a:lnTo>
                  <a:lnTo>
                    <a:pt x="3480580" y="1731650"/>
                  </a:lnTo>
                  <a:lnTo>
                    <a:pt x="3480674" y="1731650"/>
                  </a:lnTo>
                  <a:lnTo>
                    <a:pt x="3480768" y="1731650"/>
                  </a:lnTo>
                  <a:lnTo>
                    <a:pt x="3480862" y="1731650"/>
                  </a:lnTo>
                  <a:lnTo>
                    <a:pt x="3480956" y="1731650"/>
                  </a:lnTo>
                  <a:lnTo>
                    <a:pt x="3481050" y="1731650"/>
                  </a:lnTo>
                  <a:lnTo>
                    <a:pt x="3481144" y="1731650"/>
                  </a:lnTo>
                  <a:lnTo>
                    <a:pt x="3481238" y="1731650"/>
                  </a:lnTo>
                  <a:lnTo>
                    <a:pt x="3481332" y="1731650"/>
                  </a:lnTo>
                  <a:lnTo>
                    <a:pt x="3481426" y="1731650"/>
                  </a:lnTo>
                  <a:lnTo>
                    <a:pt x="3481520" y="1731650"/>
                  </a:lnTo>
                  <a:lnTo>
                    <a:pt x="3481614" y="1731650"/>
                  </a:lnTo>
                  <a:lnTo>
                    <a:pt x="3481708" y="1731650"/>
                  </a:lnTo>
                  <a:lnTo>
                    <a:pt x="3481802" y="1731650"/>
                  </a:lnTo>
                  <a:lnTo>
                    <a:pt x="3481896" y="1731650"/>
                  </a:lnTo>
                  <a:lnTo>
                    <a:pt x="3481990" y="1731650"/>
                  </a:lnTo>
                  <a:lnTo>
                    <a:pt x="3482084" y="1731650"/>
                  </a:lnTo>
                  <a:lnTo>
                    <a:pt x="3482178" y="1731650"/>
                  </a:lnTo>
                  <a:lnTo>
                    <a:pt x="3482272" y="1731650"/>
                  </a:lnTo>
                  <a:lnTo>
                    <a:pt x="3482366" y="1731650"/>
                  </a:lnTo>
                  <a:lnTo>
                    <a:pt x="3482460" y="1731650"/>
                  </a:lnTo>
                  <a:lnTo>
                    <a:pt x="3482554" y="1731650"/>
                  </a:lnTo>
                  <a:lnTo>
                    <a:pt x="3482648" y="1731650"/>
                  </a:lnTo>
                  <a:lnTo>
                    <a:pt x="3482742" y="1731650"/>
                  </a:lnTo>
                  <a:lnTo>
                    <a:pt x="3482742" y="1726370"/>
                  </a:lnTo>
                  <a:lnTo>
                    <a:pt x="3482836" y="1726370"/>
                  </a:lnTo>
                  <a:lnTo>
                    <a:pt x="3482930" y="1726370"/>
                  </a:lnTo>
                  <a:lnTo>
                    <a:pt x="3483024" y="1726370"/>
                  </a:lnTo>
                  <a:lnTo>
                    <a:pt x="3483118" y="1726370"/>
                  </a:lnTo>
                  <a:lnTo>
                    <a:pt x="3483212" y="1726370"/>
                  </a:lnTo>
                  <a:lnTo>
                    <a:pt x="3483306" y="1726370"/>
                  </a:lnTo>
                  <a:lnTo>
                    <a:pt x="3483400" y="1726370"/>
                  </a:lnTo>
                  <a:lnTo>
                    <a:pt x="3483494" y="1726370"/>
                  </a:lnTo>
                  <a:lnTo>
                    <a:pt x="3483588" y="1726370"/>
                  </a:lnTo>
                  <a:lnTo>
                    <a:pt x="3483682" y="1726370"/>
                  </a:lnTo>
                  <a:lnTo>
                    <a:pt x="3483776" y="1726370"/>
                  </a:lnTo>
                  <a:lnTo>
                    <a:pt x="3483870" y="1726370"/>
                  </a:lnTo>
                  <a:lnTo>
                    <a:pt x="3483965" y="1726370"/>
                  </a:lnTo>
                  <a:lnTo>
                    <a:pt x="3484059" y="1726370"/>
                  </a:lnTo>
                  <a:lnTo>
                    <a:pt x="3484153" y="1726370"/>
                  </a:lnTo>
                  <a:lnTo>
                    <a:pt x="3484247" y="1726370"/>
                  </a:lnTo>
                  <a:lnTo>
                    <a:pt x="3484341" y="1726370"/>
                  </a:lnTo>
                  <a:lnTo>
                    <a:pt x="3484435" y="1726370"/>
                  </a:lnTo>
                  <a:lnTo>
                    <a:pt x="3484529" y="1726370"/>
                  </a:lnTo>
                  <a:lnTo>
                    <a:pt x="3484623" y="1726370"/>
                  </a:lnTo>
                  <a:lnTo>
                    <a:pt x="3484717" y="1726370"/>
                  </a:lnTo>
                  <a:lnTo>
                    <a:pt x="3484811" y="1726370"/>
                  </a:lnTo>
                  <a:lnTo>
                    <a:pt x="3484905" y="1726370"/>
                  </a:lnTo>
                  <a:lnTo>
                    <a:pt x="3484999" y="1726370"/>
                  </a:lnTo>
                  <a:lnTo>
                    <a:pt x="3485093" y="1726370"/>
                  </a:lnTo>
                  <a:lnTo>
                    <a:pt x="3485187" y="1726370"/>
                  </a:lnTo>
                  <a:lnTo>
                    <a:pt x="3485281" y="1726370"/>
                  </a:lnTo>
                  <a:lnTo>
                    <a:pt x="3485375" y="1726370"/>
                  </a:lnTo>
                  <a:lnTo>
                    <a:pt x="3485469" y="1726370"/>
                  </a:lnTo>
                  <a:lnTo>
                    <a:pt x="3485563" y="1726370"/>
                  </a:lnTo>
                  <a:lnTo>
                    <a:pt x="3485657" y="1726370"/>
                  </a:lnTo>
                  <a:lnTo>
                    <a:pt x="3485751" y="1726370"/>
                  </a:lnTo>
                  <a:lnTo>
                    <a:pt x="3485845" y="1726370"/>
                  </a:lnTo>
                  <a:lnTo>
                    <a:pt x="3485939" y="1726370"/>
                  </a:lnTo>
                  <a:lnTo>
                    <a:pt x="3486033" y="1726370"/>
                  </a:lnTo>
                  <a:lnTo>
                    <a:pt x="3486127" y="1726370"/>
                  </a:lnTo>
                  <a:lnTo>
                    <a:pt x="3486221" y="1726370"/>
                  </a:lnTo>
                  <a:lnTo>
                    <a:pt x="3486315" y="1726370"/>
                  </a:lnTo>
                  <a:lnTo>
                    <a:pt x="3486409" y="1726370"/>
                  </a:lnTo>
                  <a:lnTo>
                    <a:pt x="3486503" y="1726370"/>
                  </a:lnTo>
                  <a:lnTo>
                    <a:pt x="3486597" y="1726370"/>
                  </a:lnTo>
                  <a:lnTo>
                    <a:pt x="3486691" y="1726370"/>
                  </a:lnTo>
                  <a:lnTo>
                    <a:pt x="3486785" y="1726370"/>
                  </a:lnTo>
                  <a:lnTo>
                    <a:pt x="3486879" y="1726370"/>
                  </a:lnTo>
                  <a:lnTo>
                    <a:pt x="3486973" y="1726370"/>
                  </a:lnTo>
                  <a:lnTo>
                    <a:pt x="3487067" y="1726370"/>
                  </a:lnTo>
                  <a:lnTo>
                    <a:pt x="3487161" y="1726370"/>
                  </a:lnTo>
                  <a:lnTo>
                    <a:pt x="3487255" y="1726370"/>
                  </a:lnTo>
                  <a:lnTo>
                    <a:pt x="3487349" y="1726370"/>
                  </a:lnTo>
                  <a:lnTo>
                    <a:pt x="3487443" y="1726370"/>
                  </a:lnTo>
                  <a:lnTo>
                    <a:pt x="3487538" y="1726370"/>
                  </a:lnTo>
                  <a:lnTo>
                    <a:pt x="3487632" y="1726370"/>
                  </a:lnTo>
                  <a:lnTo>
                    <a:pt x="3487726" y="1726370"/>
                  </a:lnTo>
                  <a:lnTo>
                    <a:pt x="3487820" y="1726370"/>
                  </a:lnTo>
                  <a:lnTo>
                    <a:pt x="3487914" y="1726370"/>
                  </a:lnTo>
                  <a:lnTo>
                    <a:pt x="3488008" y="1726370"/>
                  </a:lnTo>
                  <a:lnTo>
                    <a:pt x="3488102" y="1726370"/>
                  </a:lnTo>
                  <a:lnTo>
                    <a:pt x="3488196" y="1726370"/>
                  </a:lnTo>
                  <a:lnTo>
                    <a:pt x="3488290" y="1726370"/>
                  </a:lnTo>
                  <a:lnTo>
                    <a:pt x="3488384" y="1726370"/>
                  </a:lnTo>
                  <a:lnTo>
                    <a:pt x="3488478" y="1726370"/>
                  </a:lnTo>
                  <a:lnTo>
                    <a:pt x="3488572" y="1726370"/>
                  </a:lnTo>
                  <a:lnTo>
                    <a:pt x="3488666" y="1726370"/>
                  </a:lnTo>
                  <a:lnTo>
                    <a:pt x="3488666" y="1721091"/>
                  </a:lnTo>
                  <a:lnTo>
                    <a:pt x="3488760" y="1721091"/>
                  </a:lnTo>
                  <a:lnTo>
                    <a:pt x="3488854" y="1721091"/>
                  </a:lnTo>
                  <a:lnTo>
                    <a:pt x="3488948" y="1721091"/>
                  </a:lnTo>
                  <a:lnTo>
                    <a:pt x="3489042" y="1721091"/>
                  </a:lnTo>
                  <a:lnTo>
                    <a:pt x="3489136" y="1721091"/>
                  </a:lnTo>
                  <a:lnTo>
                    <a:pt x="3489230" y="1721091"/>
                  </a:lnTo>
                  <a:lnTo>
                    <a:pt x="3489324" y="1721091"/>
                  </a:lnTo>
                  <a:lnTo>
                    <a:pt x="3489418" y="1721091"/>
                  </a:lnTo>
                  <a:lnTo>
                    <a:pt x="3489512" y="1721091"/>
                  </a:lnTo>
                  <a:lnTo>
                    <a:pt x="3489606" y="1721091"/>
                  </a:lnTo>
                  <a:lnTo>
                    <a:pt x="3489700" y="1721091"/>
                  </a:lnTo>
                  <a:lnTo>
                    <a:pt x="3489794" y="1721091"/>
                  </a:lnTo>
                  <a:lnTo>
                    <a:pt x="3489888" y="1721091"/>
                  </a:lnTo>
                  <a:lnTo>
                    <a:pt x="3489982" y="1721091"/>
                  </a:lnTo>
                  <a:lnTo>
                    <a:pt x="3490076" y="1721091"/>
                  </a:lnTo>
                  <a:lnTo>
                    <a:pt x="3490170" y="1721091"/>
                  </a:lnTo>
                  <a:lnTo>
                    <a:pt x="3490264" y="1721091"/>
                  </a:lnTo>
                  <a:lnTo>
                    <a:pt x="3490358" y="1721091"/>
                  </a:lnTo>
                  <a:lnTo>
                    <a:pt x="3490452" y="1721091"/>
                  </a:lnTo>
                  <a:lnTo>
                    <a:pt x="3490546" y="1721091"/>
                  </a:lnTo>
                  <a:lnTo>
                    <a:pt x="3490640" y="1721091"/>
                  </a:lnTo>
                  <a:lnTo>
                    <a:pt x="3490734" y="1721091"/>
                  </a:lnTo>
                  <a:lnTo>
                    <a:pt x="3490828" y="1721091"/>
                  </a:lnTo>
                  <a:lnTo>
                    <a:pt x="3490922" y="1721091"/>
                  </a:lnTo>
                  <a:lnTo>
                    <a:pt x="3491017" y="1721091"/>
                  </a:lnTo>
                  <a:lnTo>
                    <a:pt x="3491111" y="1721091"/>
                  </a:lnTo>
                  <a:lnTo>
                    <a:pt x="3491205" y="1721091"/>
                  </a:lnTo>
                  <a:lnTo>
                    <a:pt x="3491299" y="1721091"/>
                  </a:lnTo>
                  <a:lnTo>
                    <a:pt x="3491393" y="1721091"/>
                  </a:lnTo>
                  <a:lnTo>
                    <a:pt x="3491487" y="1721091"/>
                  </a:lnTo>
                  <a:lnTo>
                    <a:pt x="3491581" y="1721091"/>
                  </a:lnTo>
                  <a:lnTo>
                    <a:pt x="3491675" y="1721091"/>
                  </a:lnTo>
                  <a:lnTo>
                    <a:pt x="3491769" y="1721091"/>
                  </a:lnTo>
                  <a:lnTo>
                    <a:pt x="3491863" y="1721091"/>
                  </a:lnTo>
                  <a:lnTo>
                    <a:pt x="3491957" y="1721091"/>
                  </a:lnTo>
                  <a:lnTo>
                    <a:pt x="3492051" y="1721091"/>
                  </a:lnTo>
                  <a:lnTo>
                    <a:pt x="3492145" y="1721091"/>
                  </a:lnTo>
                  <a:lnTo>
                    <a:pt x="3492239" y="1721091"/>
                  </a:lnTo>
                  <a:lnTo>
                    <a:pt x="3492333" y="1721091"/>
                  </a:lnTo>
                  <a:lnTo>
                    <a:pt x="3492427" y="1721091"/>
                  </a:lnTo>
                  <a:lnTo>
                    <a:pt x="3492521" y="1721091"/>
                  </a:lnTo>
                  <a:lnTo>
                    <a:pt x="3492615" y="1721091"/>
                  </a:lnTo>
                  <a:lnTo>
                    <a:pt x="3492709" y="1721091"/>
                  </a:lnTo>
                  <a:lnTo>
                    <a:pt x="3492803" y="1721091"/>
                  </a:lnTo>
                  <a:lnTo>
                    <a:pt x="3492897" y="1721091"/>
                  </a:lnTo>
                  <a:lnTo>
                    <a:pt x="3492991" y="1721091"/>
                  </a:lnTo>
                  <a:lnTo>
                    <a:pt x="3493085" y="1721091"/>
                  </a:lnTo>
                  <a:lnTo>
                    <a:pt x="3493179" y="1721091"/>
                  </a:lnTo>
                  <a:lnTo>
                    <a:pt x="3493273" y="1721091"/>
                  </a:lnTo>
                  <a:lnTo>
                    <a:pt x="3493367" y="1721091"/>
                  </a:lnTo>
                  <a:lnTo>
                    <a:pt x="3493461" y="1721091"/>
                  </a:lnTo>
                  <a:lnTo>
                    <a:pt x="3493555" y="1721091"/>
                  </a:lnTo>
                  <a:lnTo>
                    <a:pt x="3493649" y="1721091"/>
                  </a:lnTo>
                  <a:lnTo>
                    <a:pt x="3493743" y="1721091"/>
                  </a:lnTo>
                  <a:lnTo>
                    <a:pt x="3493837" y="1721091"/>
                  </a:lnTo>
                  <a:lnTo>
                    <a:pt x="3493931" y="1721091"/>
                  </a:lnTo>
                  <a:lnTo>
                    <a:pt x="3494025" y="1721091"/>
                  </a:lnTo>
                  <a:lnTo>
                    <a:pt x="3494119" y="1721091"/>
                  </a:lnTo>
                  <a:lnTo>
                    <a:pt x="3494119" y="1715811"/>
                  </a:lnTo>
                  <a:lnTo>
                    <a:pt x="3494213" y="1715811"/>
                  </a:lnTo>
                  <a:lnTo>
                    <a:pt x="3494307" y="1715811"/>
                  </a:lnTo>
                  <a:lnTo>
                    <a:pt x="3494401" y="1715811"/>
                  </a:lnTo>
                  <a:lnTo>
                    <a:pt x="3494495" y="1715811"/>
                  </a:lnTo>
                  <a:lnTo>
                    <a:pt x="3494590" y="1715811"/>
                  </a:lnTo>
                  <a:lnTo>
                    <a:pt x="3494684" y="1715811"/>
                  </a:lnTo>
                  <a:lnTo>
                    <a:pt x="3494778" y="1715811"/>
                  </a:lnTo>
                  <a:lnTo>
                    <a:pt x="3494872" y="1715811"/>
                  </a:lnTo>
                  <a:lnTo>
                    <a:pt x="3494966" y="1715811"/>
                  </a:lnTo>
                  <a:lnTo>
                    <a:pt x="3495060" y="1715811"/>
                  </a:lnTo>
                  <a:lnTo>
                    <a:pt x="3495154" y="1715811"/>
                  </a:lnTo>
                  <a:lnTo>
                    <a:pt x="3495248" y="1715811"/>
                  </a:lnTo>
                  <a:lnTo>
                    <a:pt x="3495342" y="1715811"/>
                  </a:lnTo>
                  <a:lnTo>
                    <a:pt x="3495436" y="1715811"/>
                  </a:lnTo>
                  <a:lnTo>
                    <a:pt x="3495530" y="1715811"/>
                  </a:lnTo>
                  <a:lnTo>
                    <a:pt x="3495624" y="1715811"/>
                  </a:lnTo>
                  <a:lnTo>
                    <a:pt x="3495718" y="1715811"/>
                  </a:lnTo>
                  <a:lnTo>
                    <a:pt x="3495812" y="1715811"/>
                  </a:lnTo>
                  <a:lnTo>
                    <a:pt x="3495906" y="1715811"/>
                  </a:lnTo>
                  <a:lnTo>
                    <a:pt x="3496000" y="1715811"/>
                  </a:lnTo>
                  <a:lnTo>
                    <a:pt x="3496094" y="1715811"/>
                  </a:lnTo>
                  <a:lnTo>
                    <a:pt x="3496188" y="1715811"/>
                  </a:lnTo>
                  <a:lnTo>
                    <a:pt x="3496282" y="1715811"/>
                  </a:lnTo>
                  <a:lnTo>
                    <a:pt x="3496376" y="1715811"/>
                  </a:lnTo>
                  <a:lnTo>
                    <a:pt x="3496470" y="1715811"/>
                  </a:lnTo>
                  <a:lnTo>
                    <a:pt x="3496564" y="1715811"/>
                  </a:lnTo>
                  <a:lnTo>
                    <a:pt x="3496658" y="1715811"/>
                  </a:lnTo>
                  <a:lnTo>
                    <a:pt x="3496752" y="1715811"/>
                  </a:lnTo>
                  <a:lnTo>
                    <a:pt x="3496846" y="1715811"/>
                  </a:lnTo>
                  <a:lnTo>
                    <a:pt x="3496940" y="1715811"/>
                  </a:lnTo>
                  <a:lnTo>
                    <a:pt x="3497034" y="1715811"/>
                  </a:lnTo>
                  <a:lnTo>
                    <a:pt x="3497128" y="1715811"/>
                  </a:lnTo>
                  <a:lnTo>
                    <a:pt x="3497222" y="1715811"/>
                  </a:lnTo>
                  <a:lnTo>
                    <a:pt x="3497316" y="1715811"/>
                  </a:lnTo>
                  <a:lnTo>
                    <a:pt x="3497410" y="1715811"/>
                  </a:lnTo>
                  <a:lnTo>
                    <a:pt x="3497504" y="1715811"/>
                  </a:lnTo>
                  <a:lnTo>
                    <a:pt x="3497598" y="1715811"/>
                  </a:lnTo>
                  <a:lnTo>
                    <a:pt x="3497692" y="1715811"/>
                  </a:lnTo>
                  <a:lnTo>
                    <a:pt x="3497786" y="1715811"/>
                  </a:lnTo>
                  <a:lnTo>
                    <a:pt x="3497880" y="1715811"/>
                  </a:lnTo>
                  <a:lnTo>
                    <a:pt x="3497974" y="1715811"/>
                  </a:lnTo>
                  <a:lnTo>
                    <a:pt x="3498068" y="1715811"/>
                  </a:lnTo>
                  <a:lnTo>
                    <a:pt x="3498163" y="1715811"/>
                  </a:lnTo>
                  <a:lnTo>
                    <a:pt x="3498257" y="1715811"/>
                  </a:lnTo>
                  <a:lnTo>
                    <a:pt x="3498351" y="1715811"/>
                  </a:lnTo>
                  <a:lnTo>
                    <a:pt x="3498445" y="1715811"/>
                  </a:lnTo>
                  <a:lnTo>
                    <a:pt x="3498539" y="1715811"/>
                  </a:lnTo>
                  <a:lnTo>
                    <a:pt x="3498633" y="1715811"/>
                  </a:lnTo>
                  <a:lnTo>
                    <a:pt x="3498727" y="1715811"/>
                  </a:lnTo>
                  <a:lnTo>
                    <a:pt x="3498821" y="1715811"/>
                  </a:lnTo>
                  <a:lnTo>
                    <a:pt x="3498915" y="1715811"/>
                  </a:lnTo>
                  <a:lnTo>
                    <a:pt x="3499009" y="1715811"/>
                  </a:lnTo>
                  <a:lnTo>
                    <a:pt x="3499103" y="1715811"/>
                  </a:lnTo>
                  <a:lnTo>
                    <a:pt x="3499197" y="1715811"/>
                  </a:lnTo>
                  <a:lnTo>
                    <a:pt x="3499291" y="1715811"/>
                  </a:lnTo>
                  <a:lnTo>
                    <a:pt x="3499385" y="1715811"/>
                  </a:lnTo>
                  <a:lnTo>
                    <a:pt x="3499479" y="1715811"/>
                  </a:lnTo>
                  <a:lnTo>
                    <a:pt x="3499573" y="1715811"/>
                  </a:lnTo>
                  <a:lnTo>
                    <a:pt x="3499667" y="1715811"/>
                  </a:lnTo>
                  <a:lnTo>
                    <a:pt x="3499761" y="1715811"/>
                  </a:lnTo>
                  <a:lnTo>
                    <a:pt x="3499855" y="1715811"/>
                  </a:lnTo>
                  <a:lnTo>
                    <a:pt x="3499949" y="1715811"/>
                  </a:lnTo>
                  <a:lnTo>
                    <a:pt x="3500043" y="1715811"/>
                  </a:lnTo>
                  <a:lnTo>
                    <a:pt x="3500137" y="1715811"/>
                  </a:lnTo>
                  <a:lnTo>
                    <a:pt x="3500231" y="1715811"/>
                  </a:lnTo>
                  <a:lnTo>
                    <a:pt x="3500325" y="1715811"/>
                  </a:lnTo>
                  <a:lnTo>
                    <a:pt x="3500419" y="1715811"/>
                  </a:lnTo>
                  <a:lnTo>
                    <a:pt x="3500513" y="1715811"/>
                  </a:lnTo>
                  <a:lnTo>
                    <a:pt x="3500607" y="1715811"/>
                  </a:lnTo>
                  <a:lnTo>
                    <a:pt x="3500701" y="1715811"/>
                  </a:lnTo>
                  <a:lnTo>
                    <a:pt x="3500795" y="1715811"/>
                  </a:lnTo>
                  <a:lnTo>
                    <a:pt x="3500889" y="1715811"/>
                  </a:lnTo>
                  <a:lnTo>
                    <a:pt x="3500983" y="1715811"/>
                  </a:lnTo>
                  <a:lnTo>
                    <a:pt x="3501077" y="1715811"/>
                  </a:lnTo>
                  <a:lnTo>
                    <a:pt x="3501171" y="1715811"/>
                  </a:lnTo>
                  <a:lnTo>
                    <a:pt x="3501265" y="1715811"/>
                  </a:lnTo>
                  <a:lnTo>
                    <a:pt x="3501359" y="1715811"/>
                  </a:lnTo>
                  <a:lnTo>
                    <a:pt x="3501453" y="1715811"/>
                  </a:lnTo>
                  <a:lnTo>
                    <a:pt x="3501547" y="1715811"/>
                  </a:lnTo>
                  <a:lnTo>
                    <a:pt x="3501642" y="1715811"/>
                  </a:lnTo>
                  <a:lnTo>
                    <a:pt x="3501736" y="1715811"/>
                  </a:lnTo>
                  <a:lnTo>
                    <a:pt x="3501830" y="1715811"/>
                  </a:lnTo>
                  <a:lnTo>
                    <a:pt x="3501924" y="1715811"/>
                  </a:lnTo>
                  <a:lnTo>
                    <a:pt x="3501924" y="1710532"/>
                  </a:lnTo>
                  <a:lnTo>
                    <a:pt x="3502018" y="1710532"/>
                  </a:lnTo>
                  <a:lnTo>
                    <a:pt x="3502112" y="1710532"/>
                  </a:lnTo>
                  <a:lnTo>
                    <a:pt x="3502206" y="1710532"/>
                  </a:lnTo>
                  <a:lnTo>
                    <a:pt x="3502300" y="1710532"/>
                  </a:lnTo>
                  <a:lnTo>
                    <a:pt x="3502394" y="1710532"/>
                  </a:lnTo>
                  <a:lnTo>
                    <a:pt x="3502488" y="1710532"/>
                  </a:lnTo>
                  <a:lnTo>
                    <a:pt x="3502582" y="1710532"/>
                  </a:lnTo>
                  <a:lnTo>
                    <a:pt x="3502676" y="1710532"/>
                  </a:lnTo>
                  <a:lnTo>
                    <a:pt x="3502770" y="1710532"/>
                  </a:lnTo>
                  <a:lnTo>
                    <a:pt x="3502864" y="1710532"/>
                  </a:lnTo>
                  <a:lnTo>
                    <a:pt x="3502958" y="1710532"/>
                  </a:lnTo>
                  <a:lnTo>
                    <a:pt x="3503052" y="1710532"/>
                  </a:lnTo>
                  <a:lnTo>
                    <a:pt x="3503146" y="1710532"/>
                  </a:lnTo>
                  <a:lnTo>
                    <a:pt x="3503240" y="1710532"/>
                  </a:lnTo>
                  <a:lnTo>
                    <a:pt x="3503334" y="1710532"/>
                  </a:lnTo>
                  <a:lnTo>
                    <a:pt x="3503428" y="1710532"/>
                  </a:lnTo>
                  <a:lnTo>
                    <a:pt x="3503522" y="1710532"/>
                  </a:lnTo>
                  <a:lnTo>
                    <a:pt x="3503616" y="1710532"/>
                  </a:lnTo>
                  <a:lnTo>
                    <a:pt x="3503710" y="1710532"/>
                  </a:lnTo>
                  <a:lnTo>
                    <a:pt x="3503804" y="1710532"/>
                  </a:lnTo>
                  <a:lnTo>
                    <a:pt x="3503898" y="1710532"/>
                  </a:lnTo>
                  <a:lnTo>
                    <a:pt x="3503992" y="1710532"/>
                  </a:lnTo>
                  <a:lnTo>
                    <a:pt x="3504086" y="1710532"/>
                  </a:lnTo>
                  <a:lnTo>
                    <a:pt x="3504180" y="1710532"/>
                  </a:lnTo>
                  <a:lnTo>
                    <a:pt x="3504274" y="1710532"/>
                  </a:lnTo>
                  <a:lnTo>
                    <a:pt x="3504368" y="1710532"/>
                  </a:lnTo>
                  <a:lnTo>
                    <a:pt x="3504462" y="1710532"/>
                  </a:lnTo>
                  <a:lnTo>
                    <a:pt x="3504556" y="1710532"/>
                  </a:lnTo>
                  <a:lnTo>
                    <a:pt x="3504650" y="1710532"/>
                  </a:lnTo>
                  <a:lnTo>
                    <a:pt x="3504744" y="1710532"/>
                  </a:lnTo>
                  <a:lnTo>
                    <a:pt x="3504838" y="1710532"/>
                  </a:lnTo>
                  <a:lnTo>
                    <a:pt x="3504932" y="1710532"/>
                  </a:lnTo>
                  <a:lnTo>
                    <a:pt x="3505026" y="1710532"/>
                  </a:lnTo>
                  <a:lnTo>
                    <a:pt x="3505120" y="1710532"/>
                  </a:lnTo>
                  <a:lnTo>
                    <a:pt x="3505215" y="1710532"/>
                  </a:lnTo>
                  <a:lnTo>
                    <a:pt x="3505309" y="1710532"/>
                  </a:lnTo>
                  <a:lnTo>
                    <a:pt x="3505403" y="1710532"/>
                  </a:lnTo>
                  <a:lnTo>
                    <a:pt x="3505403" y="1705253"/>
                  </a:lnTo>
                  <a:lnTo>
                    <a:pt x="3505497" y="1705253"/>
                  </a:lnTo>
                  <a:lnTo>
                    <a:pt x="3505591" y="1705253"/>
                  </a:lnTo>
                  <a:lnTo>
                    <a:pt x="3505685" y="1705253"/>
                  </a:lnTo>
                  <a:lnTo>
                    <a:pt x="3505779" y="1705253"/>
                  </a:lnTo>
                  <a:lnTo>
                    <a:pt x="3505873" y="1705253"/>
                  </a:lnTo>
                  <a:lnTo>
                    <a:pt x="3505967" y="1705253"/>
                  </a:lnTo>
                  <a:lnTo>
                    <a:pt x="3506061" y="1705253"/>
                  </a:lnTo>
                  <a:lnTo>
                    <a:pt x="3506155" y="1705253"/>
                  </a:lnTo>
                  <a:lnTo>
                    <a:pt x="3506249" y="1705253"/>
                  </a:lnTo>
                  <a:lnTo>
                    <a:pt x="3506343" y="1705253"/>
                  </a:lnTo>
                  <a:lnTo>
                    <a:pt x="3506437" y="1705253"/>
                  </a:lnTo>
                  <a:lnTo>
                    <a:pt x="3506531" y="1705253"/>
                  </a:lnTo>
                  <a:lnTo>
                    <a:pt x="3506625" y="1705253"/>
                  </a:lnTo>
                  <a:lnTo>
                    <a:pt x="3506719" y="1705253"/>
                  </a:lnTo>
                  <a:lnTo>
                    <a:pt x="3506813" y="1705253"/>
                  </a:lnTo>
                  <a:lnTo>
                    <a:pt x="3506907" y="1705253"/>
                  </a:lnTo>
                  <a:lnTo>
                    <a:pt x="3507001" y="1705253"/>
                  </a:lnTo>
                  <a:lnTo>
                    <a:pt x="3507095" y="1705253"/>
                  </a:lnTo>
                  <a:lnTo>
                    <a:pt x="3507189" y="1705253"/>
                  </a:lnTo>
                  <a:lnTo>
                    <a:pt x="3507283" y="1705253"/>
                  </a:lnTo>
                  <a:lnTo>
                    <a:pt x="3507377" y="1705253"/>
                  </a:lnTo>
                  <a:lnTo>
                    <a:pt x="3507471" y="1705253"/>
                  </a:lnTo>
                  <a:lnTo>
                    <a:pt x="3507565" y="1705253"/>
                  </a:lnTo>
                  <a:lnTo>
                    <a:pt x="3507659" y="1705253"/>
                  </a:lnTo>
                  <a:lnTo>
                    <a:pt x="3507753" y="1705253"/>
                  </a:lnTo>
                  <a:lnTo>
                    <a:pt x="3507847" y="1705253"/>
                  </a:lnTo>
                  <a:lnTo>
                    <a:pt x="3507941" y="1705253"/>
                  </a:lnTo>
                  <a:lnTo>
                    <a:pt x="3508035" y="1705253"/>
                  </a:lnTo>
                  <a:lnTo>
                    <a:pt x="3508129" y="1705253"/>
                  </a:lnTo>
                  <a:lnTo>
                    <a:pt x="3508223" y="1705253"/>
                  </a:lnTo>
                  <a:lnTo>
                    <a:pt x="3508317" y="1705253"/>
                  </a:lnTo>
                  <a:lnTo>
                    <a:pt x="3508411" y="1705253"/>
                  </a:lnTo>
                  <a:lnTo>
                    <a:pt x="3508505" y="1705253"/>
                  </a:lnTo>
                  <a:lnTo>
                    <a:pt x="3508599" y="1705253"/>
                  </a:lnTo>
                  <a:lnTo>
                    <a:pt x="3508693" y="1705253"/>
                  </a:lnTo>
                  <a:lnTo>
                    <a:pt x="3508788" y="1705253"/>
                  </a:lnTo>
                  <a:lnTo>
                    <a:pt x="3508882" y="1705253"/>
                  </a:lnTo>
                  <a:lnTo>
                    <a:pt x="3508976" y="1705253"/>
                  </a:lnTo>
                  <a:lnTo>
                    <a:pt x="3509070" y="1705253"/>
                  </a:lnTo>
                  <a:lnTo>
                    <a:pt x="3509164" y="1705253"/>
                  </a:lnTo>
                  <a:lnTo>
                    <a:pt x="3509258" y="1705253"/>
                  </a:lnTo>
                  <a:lnTo>
                    <a:pt x="3509352" y="1705253"/>
                  </a:lnTo>
                  <a:lnTo>
                    <a:pt x="3509446" y="1705253"/>
                  </a:lnTo>
                  <a:lnTo>
                    <a:pt x="3509540" y="1705253"/>
                  </a:lnTo>
                  <a:lnTo>
                    <a:pt x="3509634" y="1705253"/>
                  </a:lnTo>
                  <a:lnTo>
                    <a:pt x="3509728" y="1705253"/>
                  </a:lnTo>
                  <a:lnTo>
                    <a:pt x="3509822" y="1705253"/>
                  </a:lnTo>
                  <a:lnTo>
                    <a:pt x="3509916" y="1705253"/>
                  </a:lnTo>
                  <a:lnTo>
                    <a:pt x="3510010" y="1705253"/>
                  </a:lnTo>
                  <a:lnTo>
                    <a:pt x="3510104" y="1705253"/>
                  </a:lnTo>
                  <a:lnTo>
                    <a:pt x="3510198" y="1705253"/>
                  </a:lnTo>
                  <a:lnTo>
                    <a:pt x="3510292" y="1705253"/>
                  </a:lnTo>
                  <a:lnTo>
                    <a:pt x="3510386" y="1705253"/>
                  </a:lnTo>
                  <a:lnTo>
                    <a:pt x="3510480" y="1705253"/>
                  </a:lnTo>
                  <a:lnTo>
                    <a:pt x="3510574" y="1705253"/>
                  </a:lnTo>
                  <a:lnTo>
                    <a:pt x="3510668" y="1705253"/>
                  </a:lnTo>
                  <a:lnTo>
                    <a:pt x="3510762" y="1705253"/>
                  </a:lnTo>
                  <a:lnTo>
                    <a:pt x="3510856" y="1705253"/>
                  </a:lnTo>
                  <a:lnTo>
                    <a:pt x="3510950" y="1705253"/>
                  </a:lnTo>
                  <a:lnTo>
                    <a:pt x="3511044" y="1705253"/>
                  </a:lnTo>
                  <a:lnTo>
                    <a:pt x="3511138" y="1705253"/>
                  </a:lnTo>
                  <a:lnTo>
                    <a:pt x="3511232" y="1705253"/>
                  </a:lnTo>
                  <a:lnTo>
                    <a:pt x="3511326" y="1705253"/>
                  </a:lnTo>
                  <a:lnTo>
                    <a:pt x="3511420" y="1705253"/>
                  </a:lnTo>
                  <a:lnTo>
                    <a:pt x="3511514" y="1705253"/>
                  </a:lnTo>
                  <a:lnTo>
                    <a:pt x="3511608" y="1705253"/>
                  </a:lnTo>
                  <a:lnTo>
                    <a:pt x="3511608" y="1699973"/>
                  </a:lnTo>
                  <a:lnTo>
                    <a:pt x="3511702" y="1699973"/>
                  </a:lnTo>
                  <a:lnTo>
                    <a:pt x="3511796" y="1699973"/>
                  </a:lnTo>
                  <a:lnTo>
                    <a:pt x="3511890" y="1699973"/>
                  </a:lnTo>
                  <a:lnTo>
                    <a:pt x="3511984" y="1699973"/>
                  </a:lnTo>
                  <a:lnTo>
                    <a:pt x="3512078" y="1699973"/>
                  </a:lnTo>
                  <a:lnTo>
                    <a:pt x="3512172" y="1699973"/>
                  </a:lnTo>
                  <a:lnTo>
                    <a:pt x="3512266" y="1699973"/>
                  </a:lnTo>
                  <a:lnTo>
                    <a:pt x="3512361" y="1699973"/>
                  </a:lnTo>
                  <a:lnTo>
                    <a:pt x="3512455" y="1699973"/>
                  </a:lnTo>
                  <a:lnTo>
                    <a:pt x="3512549" y="1699973"/>
                  </a:lnTo>
                  <a:lnTo>
                    <a:pt x="3512643" y="1699973"/>
                  </a:lnTo>
                  <a:lnTo>
                    <a:pt x="3512737" y="1699973"/>
                  </a:lnTo>
                  <a:lnTo>
                    <a:pt x="3512831" y="1699973"/>
                  </a:lnTo>
                  <a:lnTo>
                    <a:pt x="3512925" y="1699973"/>
                  </a:lnTo>
                  <a:lnTo>
                    <a:pt x="3513019" y="1699973"/>
                  </a:lnTo>
                  <a:lnTo>
                    <a:pt x="3513113" y="1699973"/>
                  </a:lnTo>
                  <a:lnTo>
                    <a:pt x="3513207" y="1699973"/>
                  </a:lnTo>
                  <a:lnTo>
                    <a:pt x="3513301" y="1699973"/>
                  </a:lnTo>
                  <a:lnTo>
                    <a:pt x="3513395" y="1699973"/>
                  </a:lnTo>
                  <a:lnTo>
                    <a:pt x="3513489" y="1699973"/>
                  </a:lnTo>
                  <a:lnTo>
                    <a:pt x="3513583" y="1699973"/>
                  </a:lnTo>
                  <a:lnTo>
                    <a:pt x="3513677" y="1699973"/>
                  </a:lnTo>
                  <a:lnTo>
                    <a:pt x="3513771" y="1699973"/>
                  </a:lnTo>
                  <a:lnTo>
                    <a:pt x="3513865" y="1699973"/>
                  </a:lnTo>
                  <a:lnTo>
                    <a:pt x="3513959" y="1699973"/>
                  </a:lnTo>
                  <a:lnTo>
                    <a:pt x="3514053" y="1699973"/>
                  </a:lnTo>
                  <a:lnTo>
                    <a:pt x="3514147" y="1699973"/>
                  </a:lnTo>
                  <a:lnTo>
                    <a:pt x="3514241" y="1699973"/>
                  </a:lnTo>
                  <a:lnTo>
                    <a:pt x="3514335" y="1699973"/>
                  </a:lnTo>
                  <a:lnTo>
                    <a:pt x="3514429" y="1699973"/>
                  </a:lnTo>
                  <a:lnTo>
                    <a:pt x="3514523" y="1699973"/>
                  </a:lnTo>
                  <a:lnTo>
                    <a:pt x="3514617" y="1699973"/>
                  </a:lnTo>
                  <a:lnTo>
                    <a:pt x="3514711" y="1699973"/>
                  </a:lnTo>
                  <a:lnTo>
                    <a:pt x="3514805" y="1699973"/>
                  </a:lnTo>
                  <a:lnTo>
                    <a:pt x="3514899" y="1699973"/>
                  </a:lnTo>
                  <a:lnTo>
                    <a:pt x="3514993" y="1699973"/>
                  </a:lnTo>
                  <a:lnTo>
                    <a:pt x="3515087" y="1699973"/>
                  </a:lnTo>
                  <a:lnTo>
                    <a:pt x="3515181" y="1699973"/>
                  </a:lnTo>
                  <a:lnTo>
                    <a:pt x="3515275" y="1699973"/>
                  </a:lnTo>
                  <a:lnTo>
                    <a:pt x="3515369" y="1699973"/>
                  </a:lnTo>
                  <a:lnTo>
                    <a:pt x="3515463" y="1699973"/>
                  </a:lnTo>
                  <a:lnTo>
                    <a:pt x="3515557" y="1699973"/>
                  </a:lnTo>
                  <a:lnTo>
                    <a:pt x="3515651" y="1699973"/>
                  </a:lnTo>
                  <a:lnTo>
                    <a:pt x="3515745" y="1699973"/>
                  </a:lnTo>
                  <a:lnTo>
                    <a:pt x="3515840" y="1699973"/>
                  </a:lnTo>
                  <a:lnTo>
                    <a:pt x="3515934" y="1699973"/>
                  </a:lnTo>
                  <a:lnTo>
                    <a:pt x="3516028" y="1699973"/>
                  </a:lnTo>
                  <a:lnTo>
                    <a:pt x="3516122" y="1699973"/>
                  </a:lnTo>
                  <a:lnTo>
                    <a:pt x="3516216" y="1699973"/>
                  </a:lnTo>
                  <a:lnTo>
                    <a:pt x="3516310" y="1699973"/>
                  </a:lnTo>
                  <a:lnTo>
                    <a:pt x="3516404" y="1699973"/>
                  </a:lnTo>
                  <a:lnTo>
                    <a:pt x="3516498" y="1699973"/>
                  </a:lnTo>
                  <a:lnTo>
                    <a:pt x="3516592" y="1699973"/>
                  </a:lnTo>
                  <a:lnTo>
                    <a:pt x="3516686" y="1699973"/>
                  </a:lnTo>
                  <a:lnTo>
                    <a:pt x="3516780" y="1699973"/>
                  </a:lnTo>
                  <a:lnTo>
                    <a:pt x="3516874" y="1699973"/>
                  </a:lnTo>
                  <a:lnTo>
                    <a:pt x="3516968" y="1699973"/>
                  </a:lnTo>
                  <a:lnTo>
                    <a:pt x="3517062" y="1699973"/>
                  </a:lnTo>
                  <a:lnTo>
                    <a:pt x="3517156" y="1699973"/>
                  </a:lnTo>
                  <a:lnTo>
                    <a:pt x="3517250" y="1699973"/>
                  </a:lnTo>
                  <a:lnTo>
                    <a:pt x="3517344" y="1699973"/>
                  </a:lnTo>
                  <a:lnTo>
                    <a:pt x="3517438" y="1699973"/>
                  </a:lnTo>
                  <a:lnTo>
                    <a:pt x="3517532" y="1699973"/>
                  </a:lnTo>
                  <a:lnTo>
                    <a:pt x="3517626" y="1699973"/>
                  </a:lnTo>
                  <a:lnTo>
                    <a:pt x="3517720" y="1699973"/>
                  </a:lnTo>
                  <a:lnTo>
                    <a:pt x="3517814" y="1699973"/>
                  </a:lnTo>
                  <a:lnTo>
                    <a:pt x="3517908" y="1699973"/>
                  </a:lnTo>
                  <a:lnTo>
                    <a:pt x="3518002" y="1699973"/>
                  </a:lnTo>
                  <a:lnTo>
                    <a:pt x="3518096" y="1699973"/>
                  </a:lnTo>
                  <a:lnTo>
                    <a:pt x="3518190" y="1699973"/>
                  </a:lnTo>
                  <a:lnTo>
                    <a:pt x="3518284" y="1699973"/>
                  </a:lnTo>
                  <a:lnTo>
                    <a:pt x="3518378" y="1699973"/>
                  </a:lnTo>
                  <a:lnTo>
                    <a:pt x="3518472" y="1699973"/>
                  </a:lnTo>
                  <a:lnTo>
                    <a:pt x="3518566" y="1699973"/>
                  </a:lnTo>
                  <a:lnTo>
                    <a:pt x="3518660" y="1699973"/>
                  </a:lnTo>
                  <a:lnTo>
                    <a:pt x="3518754" y="1699973"/>
                  </a:lnTo>
                  <a:lnTo>
                    <a:pt x="3518848" y="1699973"/>
                  </a:lnTo>
                  <a:lnTo>
                    <a:pt x="3518942" y="1699973"/>
                  </a:lnTo>
                  <a:lnTo>
                    <a:pt x="3519036" y="1699973"/>
                  </a:lnTo>
                  <a:lnTo>
                    <a:pt x="3519130" y="1699973"/>
                  </a:lnTo>
                  <a:lnTo>
                    <a:pt x="3519224" y="1699973"/>
                  </a:lnTo>
                  <a:lnTo>
                    <a:pt x="3519318" y="1699973"/>
                  </a:lnTo>
                  <a:lnTo>
                    <a:pt x="3519413" y="1699973"/>
                  </a:lnTo>
                  <a:lnTo>
                    <a:pt x="3519507" y="1699973"/>
                  </a:lnTo>
                  <a:lnTo>
                    <a:pt x="3519601" y="1699973"/>
                  </a:lnTo>
                  <a:lnTo>
                    <a:pt x="3519695" y="1699973"/>
                  </a:lnTo>
                  <a:lnTo>
                    <a:pt x="3519695" y="1694694"/>
                  </a:lnTo>
                  <a:lnTo>
                    <a:pt x="3519789" y="1694694"/>
                  </a:lnTo>
                  <a:lnTo>
                    <a:pt x="3519883" y="1694694"/>
                  </a:lnTo>
                  <a:lnTo>
                    <a:pt x="3519977" y="1694694"/>
                  </a:lnTo>
                  <a:lnTo>
                    <a:pt x="3520071" y="1694694"/>
                  </a:lnTo>
                  <a:lnTo>
                    <a:pt x="3520165" y="1694694"/>
                  </a:lnTo>
                  <a:lnTo>
                    <a:pt x="3520259" y="1694694"/>
                  </a:lnTo>
                  <a:lnTo>
                    <a:pt x="3520353" y="1694694"/>
                  </a:lnTo>
                  <a:lnTo>
                    <a:pt x="3520447" y="1694694"/>
                  </a:lnTo>
                  <a:lnTo>
                    <a:pt x="3520541" y="1694694"/>
                  </a:lnTo>
                  <a:lnTo>
                    <a:pt x="3520635" y="1694694"/>
                  </a:lnTo>
                  <a:lnTo>
                    <a:pt x="3520729" y="1694694"/>
                  </a:lnTo>
                  <a:lnTo>
                    <a:pt x="3520823" y="1694694"/>
                  </a:lnTo>
                  <a:lnTo>
                    <a:pt x="3520917" y="1694694"/>
                  </a:lnTo>
                  <a:lnTo>
                    <a:pt x="3521011" y="1694694"/>
                  </a:lnTo>
                  <a:lnTo>
                    <a:pt x="3521105" y="1694694"/>
                  </a:lnTo>
                  <a:lnTo>
                    <a:pt x="3521199" y="1694694"/>
                  </a:lnTo>
                  <a:lnTo>
                    <a:pt x="3521293" y="1694694"/>
                  </a:lnTo>
                  <a:lnTo>
                    <a:pt x="3521387" y="1694694"/>
                  </a:lnTo>
                  <a:lnTo>
                    <a:pt x="3521481" y="1694694"/>
                  </a:lnTo>
                  <a:lnTo>
                    <a:pt x="3521575" y="1694694"/>
                  </a:lnTo>
                  <a:lnTo>
                    <a:pt x="3521669" y="1694694"/>
                  </a:lnTo>
                  <a:lnTo>
                    <a:pt x="3521763" y="1694694"/>
                  </a:lnTo>
                  <a:lnTo>
                    <a:pt x="3521857" y="1694694"/>
                  </a:lnTo>
                  <a:lnTo>
                    <a:pt x="3521951" y="1694694"/>
                  </a:lnTo>
                  <a:lnTo>
                    <a:pt x="3522045" y="1694694"/>
                  </a:lnTo>
                  <a:lnTo>
                    <a:pt x="3522139" y="1694694"/>
                  </a:lnTo>
                  <a:lnTo>
                    <a:pt x="3522233" y="1694694"/>
                  </a:lnTo>
                  <a:lnTo>
                    <a:pt x="3522327" y="1694694"/>
                  </a:lnTo>
                  <a:lnTo>
                    <a:pt x="3522421" y="1694694"/>
                  </a:lnTo>
                  <a:lnTo>
                    <a:pt x="3522515" y="1694694"/>
                  </a:lnTo>
                  <a:lnTo>
                    <a:pt x="3522609" y="1694694"/>
                  </a:lnTo>
                  <a:lnTo>
                    <a:pt x="3522703" y="1694694"/>
                  </a:lnTo>
                  <a:lnTo>
                    <a:pt x="3522797" y="1694694"/>
                  </a:lnTo>
                  <a:lnTo>
                    <a:pt x="3522891" y="1694694"/>
                  </a:lnTo>
                  <a:lnTo>
                    <a:pt x="3522986" y="1694694"/>
                  </a:lnTo>
                  <a:lnTo>
                    <a:pt x="3523080" y="1694694"/>
                  </a:lnTo>
                  <a:lnTo>
                    <a:pt x="3523174" y="1694694"/>
                  </a:lnTo>
                  <a:lnTo>
                    <a:pt x="3523268" y="1694694"/>
                  </a:lnTo>
                  <a:lnTo>
                    <a:pt x="3523362" y="1694694"/>
                  </a:lnTo>
                  <a:lnTo>
                    <a:pt x="3523456" y="1694694"/>
                  </a:lnTo>
                  <a:lnTo>
                    <a:pt x="3523550" y="1694694"/>
                  </a:lnTo>
                  <a:lnTo>
                    <a:pt x="3523644" y="1694694"/>
                  </a:lnTo>
                  <a:lnTo>
                    <a:pt x="3523738" y="1694694"/>
                  </a:lnTo>
                  <a:lnTo>
                    <a:pt x="3523832" y="1694694"/>
                  </a:lnTo>
                  <a:lnTo>
                    <a:pt x="3523926" y="1694694"/>
                  </a:lnTo>
                  <a:lnTo>
                    <a:pt x="3524020" y="1694694"/>
                  </a:lnTo>
                  <a:lnTo>
                    <a:pt x="3524114" y="1694694"/>
                  </a:lnTo>
                  <a:lnTo>
                    <a:pt x="3524208" y="1694694"/>
                  </a:lnTo>
                  <a:lnTo>
                    <a:pt x="3524302" y="1694694"/>
                  </a:lnTo>
                  <a:lnTo>
                    <a:pt x="3524396" y="1694694"/>
                  </a:lnTo>
                  <a:lnTo>
                    <a:pt x="3524490" y="1694694"/>
                  </a:lnTo>
                  <a:lnTo>
                    <a:pt x="3524584" y="1694694"/>
                  </a:lnTo>
                  <a:lnTo>
                    <a:pt x="3524678" y="1694694"/>
                  </a:lnTo>
                  <a:lnTo>
                    <a:pt x="3524772" y="1694694"/>
                  </a:lnTo>
                  <a:lnTo>
                    <a:pt x="3524866" y="1694694"/>
                  </a:lnTo>
                  <a:lnTo>
                    <a:pt x="3524960" y="1694694"/>
                  </a:lnTo>
                  <a:lnTo>
                    <a:pt x="3525054" y="1694694"/>
                  </a:lnTo>
                  <a:lnTo>
                    <a:pt x="3525148" y="1694694"/>
                  </a:lnTo>
                  <a:lnTo>
                    <a:pt x="3525242" y="1694694"/>
                  </a:lnTo>
                  <a:lnTo>
                    <a:pt x="3525336" y="1694694"/>
                  </a:lnTo>
                  <a:lnTo>
                    <a:pt x="3525430" y="1694694"/>
                  </a:lnTo>
                  <a:lnTo>
                    <a:pt x="3525524" y="1694694"/>
                  </a:lnTo>
                  <a:lnTo>
                    <a:pt x="3525618" y="1694694"/>
                  </a:lnTo>
                  <a:lnTo>
                    <a:pt x="3525712" y="1694694"/>
                  </a:lnTo>
                  <a:lnTo>
                    <a:pt x="3525806" y="1694694"/>
                  </a:lnTo>
                  <a:lnTo>
                    <a:pt x="3525900" y="1694694"/>
                  </a:lnTo>
                  <a:lnTo>
                    <a:pt x="3525994" y="1694694"/>
                  </a:lnTo>
                  <a:lnTo>
                    <a:pt x="3526088" y="1694694"/>
                  </a:lnTo>
                  <a:lnTo>
                    <a:pt x="3526182" y="1694694"/>
                  </a:lnTo>
                  <a:lnTo>
                    <a:pt x="3526276" y="1694694"/>
                  </a:lnTo>
                  <a:lnTo>
                    <a:pt x="3526370" y="1694694"/>
                  </a:lnTo>
                  <a:lnTo>
                    <a:pt x="3526465" y="1694694"/>
                  </a:lnTo>
                  <a:lnTo>
                    <a:pt x="3526559" y="1694694"/>
                  </a:lnTo>
                  <a:lnTo>
                    <a:pt x="3526653" y="1694694"/>
                  </a:lnTo>
                  <a:lnTo>
                    <a:pt x="3526747" y="1694694"/>
                  </a:lnTo>
                  <a:lnTo>
                    <a:pt x="3526841" y="1694694"/>
                  </a:lnTo>
                  <a:lnTo>
                    <a:pt x="3526935" y="1694694"/>
                  </a:lnTo>
                  <a:lnTo>
                    <a:pt x="3527029" y="1694694"/>
                  </a:lnTo>
                  <a:lnTo>
                    <a:pt x="3527123" y="1694694"/>
                  </a:lnTo>
                  <a:lnTo>
                    <a:pt x="3527217" y="1694694"/>
                  </a:lnTo>
                  <a:lnTo>
                    <a:pt x="3527311" y="1694694"/>
                  </a:lnTo>
                  <a:lnTo>
                    <a:pt x="3527405" y="1694694"/>
                  </a:lnTo>
                  <a:lnTo>
                    <a:pt x="3527499" y="1694694"/>
                  </a:lnTo>
                  <a:lnTo>
                    <a:pt x="3527593" y="1694694"/>
                  </a:lnTo>
                  <a:lnTo>
                    <a:pt x="3527687" y="1694694"/>
                  </a:lnTo>
                  <a:lnTo>
                    <a:pt x="3527781" y="1694694"/>
                  </a:lnTo>
                  <a:lnTo>
                    <a:pt x="3527875" y="1694694"/>
                  </a:lnTo>
                  <a:lnTo>
                    <a:pt x="3527969" y="1694694"/>
                  </a:lnTo>
                  <a:lnTo>
                    <a:pt x="3528063" y="1694694"/>
                  </a:lnTo>
                  <a:lnTo>
                    <a:pt x="3528157" y="1694694"/>
                  </a:lnTo>
                  <a:lnTo>
                    <a:pt x="3528251" y="1694694"/>
                  </a:lnTo>
                  <a:lnTo>
                    <a:pt x="3528345" y="1694694"/>
                  </a:lnTo>
                  <a:lnTo>
                    <a:pt x="3528439" y="1694694"/>
                  </a:lnTo>
                  <a:lnTo>
                    <a:pt x="3528533" y="1694694"/>
                  </a:lnTo>
                  <a:lnTo>
                    <a:pt x="3528627" y="1694694"/>
                  </a:lnTo>
                  <a:lnTo>
                    <a:pt x="3528721" y="1694694"/>
                  </a:lnTo>
                  <a:lnTo>
                    <a:pt x="3528815" y="1694694"/>
                  </a:lnTo>
                  <a:lnTo>
                    <a:pt x="3528909" y="1694694"/>
                  </a:lnTo>
                  <a:lnTo>
                    <a:pt x="3529003" y="1694694"/>
                  </a:lnTo>
                  <a:lnTo>
                    <a:pt x="3529097" y="1694694"/>
                  </a:lnTo>
                  <a:lnTo>
                    <a:pt x="3529191" y="1694694"/>
                  </a:lnTo>
                  <a:lnTo>
                    <a:pt x="3529285" y="1694694"/>
                  </a:lnTo>
                  <a:lnTo>
                    <a:pt x="3529379" y="1694694"/>
                  </a:lnTo>
                  <a:lnTo>
                    <a:pt x="3529473" y="1694694"/>
                  </a:lnTo>
                  <a:lnTo>
                    <a:pt x="3529567" y="1694694"/>
                  </a:lnTo>
                  <a:lnTo>
                    <a:pt x="3529661" y="1694694"/>
                  </a:lnTo>
                  <a:lnTo>
                    <a:pt x="3529755" y="1694694"/>
                  </a:lnTo>
                  <a:lnTo>
                    <a:pt x="3529849" y="1694694"/>
                  </a:lnTo>
                  <a:lnTo>
                    <a:pt x="3529943" y="1694694"/>
                  </a:lnTo>
                  <a:lnTo>
                    <a:pt x="3530038" y="1694694"/>
                  </a:lnTo>
                  <a:lnTo>
                    <a:pt x="3530132" y="1694694"/>
                  </a:lnTo>
                  <a:lnTo>
                    <a:pt x="3530226" y="1694694"/>
                  </a:lnTo>
                  <a:lnTo>
                    <a:pt x="3530320" y="1694694"/>
                  </a:lnTo>
                  <a:lnTo>
                    <a:pt x="3530414" y="1694694"/>
                  </a:lnTo>
                  <a:lnTo>
                    <a:pt x="3530508" y="1694694"/>
                  </a:lnTo>
                  <a:lnTo>
                    <a:pt x="3530602" y="1694694"/>
                  </a:lnTo>
                  <a:lnTo>
                    <a:pt x="3530696" y="1694694"/>
                  </a:lnTo>
                  <a:lnTo>
                    <a:pt x="3530790" y="1694694"/>
                  </a:lnTo>
                  <a:lnTo>
                    <a:pt x="3530884" y="1694694"/>
                  </a:lnTo>
                  <a:lnTo>
                    <a:pt x="3530978" y="1694694"/>
                  </a:lnTo>
                  <a:lnTo>
                    <a:pt x="3531072" y="1694694"/>
                  </a:lnTo>
                  <a:lnTo>
                    <a:pt x="3531166" y="1694694"/>
                  </a:lnTo>
                  <a:lnTo>
                    <a:pt x="3531260" y="1694694"/>
                  </a:lnTo>
                  <a:lnTo>
                    <a:pt x="3531354" y="1694694"/>
                  </a:lnTo>
                  <a:lnTo>
                    <a:pt x="3531448" y="1694694"/>
                  </a:lnTo>
                  <a:lnTo>
                    <a:pt x="3531542" y="1694694"/>
                  </a:lnTo>
                  <a:lnTo>
                    <a:pt x="3531636" y="1694694"/>
                  </a:lnTo>
                  <a:lnTo>
                    <a:pt x="3531730" y="1694694"/>
                  </a:lnTo>
                  <a:lnTo>
                    <a:pt x="3531824" y="1694694"/>
                  </a:lnTo>
                  <a:lnTo>
                    <a:pt x="3531918" y="1694694"/>
                  </a:lnTo>
                  <a:lnTo>
                    <a:pt x="3532012" y="1694694"/>
                  </a:lnTo>
                  <a:lnTo>
                    <a:pt x="3532106" y="1694694"/>
                  </a:lnTo>
                  <a:lnTo>
                    <a:pt x="3532200" y="1694694"/>
                  </a:lnTo>
                  <a:lnTo>
                    <a:pt x="3532294" y="1694694"/>
                  </a:lnTo>
                  <a:lnTo>
                    <a:pt x="3532388" y="1694694"/>
                  </a:lnTo>
                  <a:lnTo>
                    <a:pt x="3532482" y="1694694"/>
                  </a:lnTo>
                  <a:lnTo>
                    <a:pt x="3532576" y="1694694"/>
                  </a:lnTo>
                  <a:lnTo>
                    <a:pt x="3532670" y="1694694"/>
                  </a:lnTo>
                  <a:lnTo>
                    <a:pt x="3532764" y="1694694"/>
                  </a:lnTo>
                  <a:lnTo>
                    <a:pt x="3532858" y="1694694"/>
                  </a:lnTo>
                  <a:lnTo>
                    <a:pt x="3532952" y="1694694"/>
                  </a:lnTo>
                  <a:lnTo>
                    <a:pt x="3533046" y="1694694"/>
                  </a:lnTo>
                  <a:lnTo>
                    <a:pt x="3533140" y="1694694"/>
                  </a:lnTo>
                  <a:lnTo>
                    <a:pt x="3533234" y="1694694"/>
                  </a:lnTo>
                  <a:lnTo>
                    <a:pt x="3533328" y="1694694"/>
                  </a:lnTo>
                  <a:lnTo>
                    <a:pt x="3533422" y="1694694"/>
                  </a:lnTo>
                  <a:lnTo>
                    <a:pt x="3533516" y="1694694"/>
                  </a:lnTo>
                  <a:lnTo>
                    <a:pt x="3533611" y="1694694"/>
                  </a:lnTo>
                  <a:lnTo>
                    <a:pt x="3533705" y="1694694"/>
                  </a:lnTo>
                  <a:lnTo>
                    <a:pt x="3533799" y="1694694"/>
                  </a:lnTo>
                  <a:lnTo>
                    <a:pt x="3533893" y="1694694"/>
                  </a:lnTo>
                  <a:lnTo>
                    <a:pt x="3533987" y="1694694"/>
                  </a:lnTo>
                  <a:lnTo>
                    <a:pt x="3534081" y="1694694"/>
                  </a:lnTo>
                  <a:lnTo>
                    <a:pt x="3534175" y="1694694"/>
                  </a:lnTo>
                  <a:lnTo>
                    <a:pt x="3534269" y="1694694"/>
                  </a:lnTo>
                  <a:lnTo>
                    <a:pt x="3534363" y="1694694"/>
                  </a:lnTo>
                  <a:lnTo>
                    <a:pt x="3534457" y="1694694"/>
                  </a:lnTo>
                  <a:lnTo>
                    <a:pt x="3534551" y="1694694"/>
                  </a:lnTo>
                  <a:lnTo>
                    <a:pt x="3534645" y="1694694"/>
                  </a:lnTo>
                  <a:lnTo>
                    <a:pt x="3534739" y="1694694"/>
                  </a:lnTo>
                  <a:lnTo>
                    <a:pt x="3534833" y="1694694"/>
                  </a:lnTo>
                  <a:lnTo>
                    <a:pt x="3534927" y="1694694"/>
                  </a:lnTo>
                  <a:lnTo>
                    <a:pt x="3535021" y="1694694"/>
                  </a:lnTo>
                  <a:lnTo>
                    <a:pt x="3535115" y="1694694"/>
                  </a:lnTo>
                  <a:lnTo>
                    <a:pt x="3535209" y="1694694"/>
                  </a:lnTo>
                  <a:lnTo>
                    <a:pt x="3535303" y="1694694"/>
                  </a:lnTo>
                  <a:lnTo>
                    <a:pt x="3535397" y="1694694"/>
                  </a:lnTo>
                  <a:lnTo>
                    <a:pt x="3535491" y="1694694"/>
                  </a:lnTo>
                  <a:lnTo>
                    <a:pt x="3535585" y="1694694"/>
                  </a:lnTo>
                  <a:lnTo>
                    <a:pt x="3535679" y="1694694"/>
                  </a:lnTo>
                  <a:lnTo>
                    <a:pt x="3535773" y="1694694"/>
                  </a:lnTo>
                  <a:lnTo>
                    <a:pt x="3535867" y="1694694"/>
                  </a:lnTo>
                  <a:lnTo>
                    <a:pt x="3535961" y="1694694"/>
                  </a:lnTo>
                  <a:lnTo>
                    <a:pt x="3536055" y="1694694"/>
                  </a:lnTo>
                  <a:lnTo>
                    <a:pt x="3536149" y="1694694"/>
                  </a:lnTo>
                  <a:lnTo>
                    <a:pt x="3536243" y="1694694"/>
                  </a:lnTo>
                  <a:lnTo>
                    <a:pt x="3536337" y="1694694"/>
                  </a:lnTo>
                  <a:lnTo>
                    <a:pt x="3536431" y="1694694"/>
                  </a:lnTo>
                  <a:lnTo>
                    <a:pt x="3536525" y="1694694"/>
                  </a:lnTo>
                  <a:lnTo>
                    <a:pt x="3536619" y="1694694"/>
                  </a:lnTo>
                  <a:lnTo>
                    <a:pt x="3536713" y="1694694"/>
                  </a:lnTo>
                  <a:lnTo>
                    <a:pt x="3536807" y="1694694"/>
                  </a:lnTo>
                  <a:lnTo>
                    <a:pt x="3536901" y="1694694"/>
                  </a:lnTo>
                  <a:lnTo>
                    <a:pt x="3536995" y="1694694"/>
                  </a:lnTo>
                  <a:lnTo>
                    <a:pt x="3537090" y="1694694"/>
                  </a:lnTo>
                  <a:lnTo>
                    <a:pt x="3537184" y="1694694"/>
                  </a:lnTo>
                  <a:lnTo>
                    <a:pt x="3537278" y="1694694"/>
                  </a:lnTo>
                  <a:lnTo>
                    <a:pt x="3537372" y="1694694"/>
                  </a:lnTo>
                  <a:lnTo>
                    <a:pt x="3537466" y="1694694"/>
                  </a:lnTo>
                  <a:lnTo>
                    <a:pt x="3537560" y="1694694"/>
                  </a:lnTo>
                  <a:lnTo>
                    <a:pt x="3537654" y="1694694"/>
                  </a:lnTo>
                  <a:lnTo>
                    <a:pt x="3537748" y="1694694"/>
                  </a:lnTo>
                  <a:lnTo>
                    <a:pt x="3537842" y="1694694"/>
                  </a:lnTo>
                  <a:lnTo>
                    <a:pt x="3537936" y="1694694"/>
                  </a:lnTo>
                  <a:lnTo>
                    <a:pt x="3538030" y="1694694"/>
                  </a:lnTo>
                  <a:lnTo>
                    <a:pt x="3538030" y="1689414"/>
                  </a:lnTo>
                  <a:lnTo>
                    <a:pt x="3538124" y="1689414"/>
                  </a:lnTo>
                  <a:lnTo>
                    <a:pt x="3538124" y="1684135"/>
                  </a:lnTo>
                  <a:lnTo>
                    <a:pt x="3538218" y="1684135"/>
                  </a:lnTo>
                  <a:lnTo>
                    <a:pt x="3538312" y="1684135"/>
                  </a:lnTo>
                  <a:lnTo>
                    <a:pt x="3538406" y="1684135"/>
                  </a:lnTo>
                  <a:lnTo>
                    <a:pt x="3538500" y="1684135"/>
                  </a:lnTo>
                  <a:lnTo>
                    <a:pt x="3538594" y="1684135"/>
                  </a:lnTo>
                  <a:lnTo>
                    <a:pt x="3538688" y="1684135"/>
                  </a:lnTo>
                  <a:lnTo>
                    <a:pt x="3538782" y="1684135"/>
                  </a:lnTo>
                  <a:lnTo>
                    <a:pt x="3538876" y="1684135"/>
                  </a:lnTo>
                  <a:lnTo>
                    <a:pt x="3538970" y="1684135"/>
                  </a:lnTo>
                  <a:lnTo>
                    <a:pt x="3539064" y="1684135"/>
                  </a:lnTo>
                  <a:lnTo>
                    <a:pt x="3539158" y="1684135"/>
                  </a:lnTo>
                  <a:lnTo>
                    <a:pt x="3539252" y="1684135"/>
                  </a:lnTo>
                  <a:lnTo>
                    <a:pt x="3539346" y="1684135"/>
                  </a:lnTo>
                  <a:lnTo>
                    <a:pt x="3539440" y="1684135"/>
                  </a:lnTo>
                  <a:lnTo>
                    <a:pt x="3539534" y="1684135"/>
                  </a:lnTo>
                  <a:lnTo>
                    <a:pt x="3539628" y="1684135"/>
                  </a:lnTo>
                  <a:lnTo>
                    <a:pt x="3539722" y="1684135"/>
                  </a:lnTo>
                  <a:lnTo>
                    <a:pt x="3539816" y="1684135"/>
                  </a:lnTo>
                  <a:lnTo>
                    <a:pt x="3539910" y="1684135"/>
                  </a:lnTo>
                  <a:lnTo>
                    <a:pt x="3540004" y="1684135"/>
                  </a:lnTo>
                  <a:lnTo>
                    <a:pt x="3540098" y="1684135"/>
                  </a:lnTo>
                  <a:lnTo>
                    <a:pt x="3540192" y="1684135"/>
                  </a:lnTo>
                  <a:lnTo>
                    <a:pt x="3540286" y="1684135"/>
                  </a:lnTo>
                  <a:lnTo>
                    <a:pt x="3540380" y="1684135"/>
                  </a:lnTo>
                  <a:lnTo>
                    <a:pt x="3540474" y="1684135"/>
                  </a:lnTo>
                  <a:lnTo>
                    <a:pt x="3540568" y="1684135"/>
                  </a:lnTo>
                  <a:lnTo>
                    <a:pt x="3540663" y="1684135"/>
                  </a:lnTo>
                  <a:lnTo>
                    <a:pt x="3540757" y="1684135"/>
                  </a:lnTo>
                  <a:lnTo>
                    <a:pt x="3540851" y="1684135"/>
                  </a:lnTo>
                  <a:lnTo>
                    <a:pt x="3540945" y="1684135"/>
                  </a:lnTo>
                  <a:lnTo>
                    <a:pt x="3541039" y="1684135"/>
                  </a:lnTo>
                  <a:lnTo>
                    <a:pt x="3541133" y="1684135"/>
                  </a:lnTo>
                  <a:lnTo>
                    <a:pt x="3541227" y="1684135"/>
                  </a:lnTo>
                  <a:lnTo>
                    <a:pt x="3541321" y="1684135"/>
                  </a:lnTo>
                  <a:lnTo>
                    <a:pt x="3541321" y="1678855"/>
                  </a:lnTo>
                  <a:lnTo>
                    <a:pt x="3541415" y="1678855"/>
                  </a:lnTo>
                  <a:lnTo>
                    <a:pt x="3541509" y="1678855"/>
                  </a:lnTo>
                  <a:lnTo>
                    <a:pt x="3541603" y="1678855"/>
                  </a:lnTo>
                  <a:lnTo>
                    <a:pt x="3541697" y="1678855"/>
                  </a:lnTo>
                  <a:lnTo>
                    <a:pt x="3541791" y="1678855"/>
                  </a:lnTo>
                  <a:lnTo>
                    <a:pt x="3541885" y="1678855"/>
                  </a:lnTo>
                  <a:lnTo>
                    <a:pt x="3541979" y="1678855"/>
                  </a:lnTo>
                  <a:lnTo>
                    <a:pt x="3542073" y="1678855"/>
                  </a:lnTo>
                  <a:lnTo>
                    <a:pt x="3542167" y="1678855"/>
                  </a:lnTo>
                  <a:lnTo>
                    <a:pt x="3542261" y="1678855"/>
                  </a:lnTo>
                  <a:lnTo>
                    <a:pt x="3542355" y="1678855"/>
                  </a:lnTo>
                  <a:lnTo>
                    <a:pt x="3542449" y="1678855"/>
                  </a:lnTo>
                  <a:lnTo>
                    <a:pt x="3542543" y="1678855"/>
                  </a:lnTo>
                  <a:lnTo>
                    <a:pt x="3542637" y="1678855"/>
                  </a:lnTo>
                  <a:lnTo>
                    <a:pt x="3542731" y="1678855"/>
                  </a:lnTo>
                  <a:lnTo>
                    <a:pt x="3542825" y="1678855"/>
                  </a:lnTo>
                  <a:lnTo>
                    <a:pt x="3542919" y="1678855"/>
                  </a:lnTo>
                  <a:lnTo>
                    <a:pt x="3543013" y="1678855"/>
                  </a:lnTo>
                  <a:lnTo>
                    <a:pt x="3543107" y="1678855"/>
                  </a:lnTo>
                  <a:lnTo>
                    <a:pt x="3543201" y="1678855"/>
                  </a:lnTo>
                  <a:lnTo>
                    <a:pt x="3543295" y="1678855"/>
                  </a:lnTo>
                  <a:lnTo>
                    <a:pt x="3543389" y="1678855"/>
                  </a:lnTo>
                  <a:lnTo>
                    <a:pt x="3543483" y="1678855"/>
                  </a:lnTo>
                  <a:lnTo>
                    <a:pt x="3543577" y="1678855"/>
                  </a:lnTo>
                  <a:lnTo>
                    <a:pt x="3543671" y="1678855"/>
                  </a:lnTo>
                  <a:lnTo>
                    <a:pt x="3543765" y="1678855"/>
                  </a:lnTo>
                  <a:lnTo>
                    <a:pt x="3543859" y="1678855"/>
                  </a:lnTo>
                  <a:lnTo>
                    <a:pt x="3543953" y="1678855"/>
                  </a:lnTo>
                  <a:lnTo>
                    <a:pt x="3544047" y="1678855"/>
                  </a:lnTo>
                  <a:lnTo>
                    <a:pt x="3544141" y="1678855"/>
                  </a:lnTo>
                  <a:lnTo>
                    <a:pt x="3544236" y="1678855"/>
                  </a:lnTo>
                  <a:lnTo>
                    <a:pt x="3544330" y="1678855"/>
                  </a:lnTo>
                  <a:lnTo>
                    <a:pt x="3544424" y="1678855"/>
                  </a:lnTo>
                  <a:lnTo>
                    <a:pt x="3544518" y="1678855"/>
                  </a:lnTo>
                  <a:lnTo>
                    <a:pt x="3544612" y="1678855"/>
                  </a:lnTo>
                  <a:lnTo>
                    <a:pt x="3544706" y="1678855"/>
                  </a:lnTo>
                  <a:lnTo>
                    <a:pt x="3544800" y="1678855"/>
                  </a:lnTo>
                  <a:lnTo>
                    <a:pt x="3544894" y="1678855"/>
                  </a:lnTo>
                  <a:lnTo>
                    <a:pt x="3544988" y="1678855"/>
                  </a:lnTo>
                  <a:lnTo>
                    <a:pt x="3545082" y="1678855"/>
                  </a:lnTo>
                  <a:lnTo>
                    <a:pt x="3545176" y="1678855"/>
                  </a:lnTo>
                  <a:lnTo>
                    <a:pt x="3545270" y="1678855"/>
                  </a:lnTo>
                  <a:lnTo>
                    <a:pt x="3545364" y="1678855"/>
                  </a:lnTo>
                  <a:lnTo>
                    <a:pt x="3545458" y="1678855"/>
                  </a:lnTo>
                  <a:lnTo>
                    <a:pt x="3545552" y="1678855"/>
                  </a:lnTo>
                  <a:lnTo>
                    <a:pt x="3545646" y="1678855"/>
                  </a:lnTo>
                  <a:lnTo>
                    <a:pt x="3545740" y="1678855"/>
                  </a:lnTo>
                  <a:lnTo>
                    <a:pt x="3545834" y="1678855"/>
                  </a:lnTo>
                  <a:lnTo>
                    <a:pt x="3545928" y="1678855"/>
                  </a:lnTo>
                  <a:lnTo>
                    <a:pt x="3545928" y="1673576"/>
                  </a:lnTo>
                  <a:lnTo>
                    <a:pt x="3546022" y="1673576"/>
                  </a:lnTo>
                  <a:lnTo>
                    <a:pt x="3546116" y="1673576"/>
                  </a:lnTo>
                  <a:lnTo>
                    <a:pt x="3546210" y="1673576"/>
                  </a:lnTo>
                  <a:lnTo>
                    <a:pt x="3546304" y="1673576"/>
                  </a:lnTo>
                  <a:lnTo>
                    <a:pt x="3546398" y="1673576"/>
                  </a:lnTo>
                  <a:lnTo>
                    <a:pt x="3546492" y="1673576"/>
                  </a:lnTo>
                  <a:lnTo>
                    <a:pt x="3546586" y="1673576"/>
                  </a:lnTo>
                  <a:lnTo>
                    <a:pt x="3546680" y="1673576"/>
                  </a:lnTo>
                  <a:lnTo>
                    <a:pt x="3546774" y="1673576"/>
                  </a:lnTo>
                  <a:lnTo>
                    <a:pt x="3546868" y="1673576"/>
                  </a:lnTo>
                  <a:lnTo>
                    <a:pt x="3546962" y="1673576"/>
                  </a:lnTo>
                  <a:lnTo>
                    <a:pt x="3547056" y="1673576"/>
                  </a:lnTo>
                  <a:lnTo>
                    <a:pt x="3547150" y="1673576"/>
                  </a:lnTo>
                  <a:lnTo>
                    <a:pt x="3547244" y="1673576"/>
                  </a:lnTo>
                  <a:lnTo>
                    <a:pt x="3547338" y="1673576"/>
                  </a:lnTo>
                  <a:lnTo>
                    <a:pt x="3547432" y="1673576"/>
                  </a:lnTo>
                  <a:lnTo>
                    <a:pt x="3547526" y="1673576"/>
                  </a:lnTo>
                  <a:lnTo>
                    <a:pt x="3547620" y="1673576"/>
                  </a:lnTo>
                  <a:lnTo>
                    <a:pt x="3547715" y="1673576"/>
                  </a:lnTo>
                  <a:lnTo>
                    <a:pt x="3547809" y="1673576"/>
                  </a:lnTo>
                  <a:lnTo>
                    <a:pt x="3547903" y="1673576"/>
                  </a:lnTo>
                  <a:lnTo>
                    <a:pt x="3547997" y="1673576"/>
                  </a:lnTo>
                  <a:lnTo>
                    <a:pt x="3548091" y="1673576"/>
                  </a:lnTo>
                  <a:lnTo>
                    <a:pt x="3548185" y="1673576"/>
                  </a:lnTo>
                  <a:lnTo>
                    <a:pt x="3548279" y="1673576"/>
                  </a:lnTo>
                  <a:lnTo>
                    <a:pt x="3548373" y="1673576"/>
                  </a:lnTo>
                  <a:lnTo>
                    <a:pt x="3548467" y="1673576"/>
                  </a:lnTo>
                  <a:lnTo>
                    <a:pt x="3548561" y="1673576"/>
                  </a:lnTo>
                  <a:lnTo>
                    <a:pt x="3548655" y="1673576"/>
                  </a:lnTo>
                  <a:lnTo>
                    <a:pt x="3548749" y="1673576"/>
                  </a:lnTo>
                  <a:lnTo>
                    <a:pt x="3548843" y="1673576"/>
                  </a:lnTo>
                  <a:lnTo>
                    <a:pt x="3548937" y="1673576"/>
                  </a:lnTo>
                  <a:lnTo>
                    <a:pt x="3549031" y="1673576"/>
                  </a:lnTo>
                  <a:lnTo>
                    <a:pt x="3549125" y="1673576"/>
                  </a:lnTo>
                  <a:lnTo>
                    <a:pt x="3549219" y="1673576"/>
                  </a:lnTo>
                  <a:lnTo>
                    <a:pt x="3549313" y="1673576"/>
                  </a:lnTo>
                  <a:lnTo>
                    <a:pt x="3549407" y="1673576"/>
                  </a:lnTo>
                  <a:lnTo>
                    <a:pt x="3549501" y="1673576"/>
                  </a:lnTo>
                  <a:lnTo>
                    <a:pt x="3549595" y="1673576"/>
                  </a:lnTo>
                  <a:lnTo>
                    <a:pt x="3549689" y="1673576"/>
                  </a:lnTo>
                  <a:lnTo>
                    <a:pt x="3549783" y="1673576"/>
                  </a:lnTo>
                  <a:lnTo>
                    <a:pt x="3549877" y="1673576"/>
                  </a:lnTo>
                  <a:lnTo>
                    <a:pt x="3549971" y="1673576"/>
                  </a:lnTo>
                  <a:lnTo>
                    <a:pt x="3549971" y="1668297"/>
                  </a:lnTo>
                  <a:lnTo>
                    <a:pt x="3550065" y="1668297"/>
                  </a:lnTo>
                  <a:lnTo>
                    <a:pt x="3550159" y="1668297"/>
                  </a:lnTo>
                  <a:lnTo>
                    <a:pt x="3550253" y="1668297"/>
                  </a:lnTo>
                  <a:lnTo>
                    <a:pt x="3550347" y="1668297"/>
                  </a:lnTo>
                  <a:lnTo>
                    <a:pt x="3550441" y="1668297"/>
                  </a:lnTo>
                  <a:lnTo>
                    <a:pt x="3550535" y="1668297"/>
                  </a:lnTo>
                  <a:lnTo>
                    <a:pt x="3550629" y="1668297"/>
                  </a:lnTo>
                  <a:lnTo>
                    <a:pt x="3550723" y="1668297"/>
                  </a:lnTo>
                  <a:lnTo>
                    <a:pt x="3550817" y="1668297"/>
                  </a:lnTo>
                  <a:lnTo>
                    <a:pt x="3550911" y="1668297"/>
                  </a:lnTo>
                  <a:lnTo>
                    <a:pt x="3551005" y="1668297"/>
                  </a:lnTo>
                  <a:lnTo>
                    <a:pt x="3551099" y="1668297"/>
                  </a:lnTo>
                  <a:lnTo>
                    <a:pt x="3551193" y="1668297"/>
                  </a:lnTo>
                  <a:lnTo>
                    <a:pt x="3551288" y="1668297"/>
                  </a:lnTo>
                  <a:lnTo>
                    <a:pt x="3551382" y="1668297"/>
                  </a:lnTo>
                  <a:lnTo>
                    <a:pt x="3551476" y="1668297"/>
                  </a:lnTo>
                  <a:lnTo>
                    <a:pt x="3551570" y="1668297"/>
                  </a:lnTo>
                  <a:lnTo>
                    <a:pt x="3551664" y="1668297"/>
                  </a:lnTo>
                  <a:lnTo>
                    <a:pt x="3551758" y="1668297"/>
                  </a:lnTo>
                  <a:lnTo>
                    <a:pt x="3551852" y="1668297"/>
                  </a:lnTo>
                  <a:lnTo>
                    <a:pt x="3551946" y="1668297"/>
                  </a:lnTo>
                  <a:lnTo>
                    <a:pt x="3552040" y="1668297"/>
                  </a:lnTo>
                  <a:lnTo>
                    <a:pt x="3552134" y="1668297"/>
                  </a:lnTo>
                  <a:lnTo>
                    <a:pt x="3552228" y="1668297"/>
                  </a:lnTo>
                  <a:lnTo>
                    <a:pt x="3552322" y="1668297"/>
                  </a:lnTo>
                  <a:lnTo>
                    <a:pt x="3552416" y="1668297"/>
                  </a:lnTo>
                  <a:lnTo>
                    <a:pt x="3552510" y="1668297"/>
                  </a:lnTo>
                  <a:lnTo>
                    <a:pt x="3552604" y="1668297"/>
                  </a:lnTo>
                  <a:lnTo>
                    <a:pt x="3552698" y="1668297"/>
                  </a:lnTo>
                  <a:lnTo>
                    <a:pt x="3552792" y="1668297"/>
                  </a:lnTo>
                  <a:lnTo>
                    <a:pt x="3552886" y="1668297"/>
                  </a:lnTo>
                  <a:lnTo>
                    <a:pt x="3552980" y="1668297"/>
                  </a:lnTo>
                  <a:lnTo>
                    <a:pt x="3553074" y="1668297"/>
                  </a:lnTo>
                  <a:lnTo>
                    <a:pt x="3553168" y="1668297"/>
                  </a:lnTo>
                  <a:lnTo>
                    <a:pt x="3553262" y="1668297"/>
                  </a:lnTo>
                  <a:lnTo>
                    <a:pt x="3553356" y="1668297"/>
                  </a:lnTo>
                  <a:lnTo>
                    <a:pt x="3553450" y="1668297"/>
                  </a:lnTo>
                  <a:lnTo>
                    <a:pt x="3553544" y="1668297"/>
                  </a:lnTo>
                  <a:lnTo>
                    <a:pt x="3553638" y="1668297"/>
                  </a:lnTo>
                  <a:lnTo>
                    <a:pt x="3553732" y="1668297"/>
                  </a:lnTo>
                  <a:lnTo>
                    <a:pt x="3553826" y="1668297"/>
                  </a:lnTo>
                  <a:lnTo>
                    <a:pt x="3553920" y="1668297"/>
                  </a:lnTo>
                  <a:lnTo>
                    <a:pt x="3554014" y="1668297"/>
                  </a:lnTo>
                  <a:lnTo>
                    <a:pt x="3554108" y="1668297"/>
                  </a:lnTo>
                  <a:lnTo>
                    <a:pt x="3554202" y="1668297"/>
                  </a:lnTo>
                  <a:lnTo>
                    <a:pt x="3554296" y="1668297"/>
                  </a:lnTo>
                  <a:lnTo>
                    <a:pt x="3554390" y="1668297"/>
                  </a:lnTo>
                  <a:lnTo>
                    <a:pt x="3554484" y="1668297"/>
                  </a:lnTo>
                  <a:lnTo>
                    <a:pt x="3554578" y="1668297"/>
                  </a:lnTo>
                  <a:lnTo>
                    <a:pt x="3554672" y="1668297"/>
                  </a:lnTo>
                  <a:lnTo>
                    <a:pt x="3554766" y="1668297"/>
                  </a:lnTo>
                  <a:lnTo>
                    <a:pt x="3554861" y="1668297"/>
                  </a:lnTo>
                  <a:lnTo>
                    <a:pt x="3554955" y="1668297"/>
                  </a:lnTo>
                  <a:lnTo>
                    <a:pt x="3555049" y="1668297"/>
                  </a:lnTo>
                  <a:lnTo>
                    <a:pt x="3555143" y="1668297"/>
                  </a:lnTo>
                  <a:lnTo>
                    <a:pt x="3555237" y="1668297"/>
                  </a:lnTo>
                  <a:lnTo>
                    <a:pt x="3555331" y="1668297"/>
                  </a:lnTo>
                  <a:lnTo>
                    <a:pt x="3555425" y="1668297"/>
                  </a:lnTo>
                  <a:lnTo>
                    <a:pt x="3555519" y="1668297"/>
                  </a:lnTo>
                  <a:lnTo>
                    <a:pt x="3555613" y="1668297"/>
                  </a:lnTo>
                  <a:lnTo>
                    <a:pt x="3555707" y="1668297"/>
                  </a:lnTo>
                  <a:lnTo>
                    <a:pt x="3555801" y="1668297"/>
                  </a:lnTo>
                  <a:lnTo>
                    <a:pt x="3555895" y="1668297"/>
                  </a:lnTo>
                  <a:lnTo>
                    <a:pt x="3555989" y="1668297"/>
                  </a:lnTo>
                  <a:lnTo>
                    <a:pt x="3556083" y="1668297"/>
                  </a:lnTo>
                  <a:lnTo>
                    <a:pt x="3556177" y="1668297"/>
                  </a:lnTo>
                  <a:lnTo>
                    <a:pt x="3556271" y="1668297"/>
                  </a:lnTo>
                  <a:lnTo>
                    <a:pt x="3556365" y="1668297"/>
                  </a:lnTo>
                  <a:lnTo>
                    <a:pt x="3556459" y="1668297"/>
                  </a:lnTo>
                  <a:lnTo>
                    <a:pt x="3556553" y="1668297"/>
                  </a:lnTo>
                  <a:lnTo>
                    <a:pt x="3556647" y="1668297"/>
                  </a:lnTo>
                  <a:lnTo>
                    <a:pt x="3556741" y="1668297"/>
                  </a:lnTo>
                  <a:lnTo>
                    <a:pt x="3556835" y="1668297"/>
                  </a:lnTo>
                  <a:lnTo>
                    <a:pt x="3556929" y="1668297"/>
                  </a:lnTo>
                  <a:lnTo>
                    <a:pt x="3556929" y="1663017"/>
                  </a:lnTo>
                  <a:lnTo>
                    <a:pt x="3557023" y="1663017"/>
                  </a:lnTo>
                  <a:lnTo>
                    <a:pt x="3557117" y="1663017"/>
                  </a:lnTo>
                  <a:lnTo>
                    <a:pt x="3557211" y="1663017"/>
                  </a:lnTo>
                  <a:lnTo>
                    <a:pt x="3557305" y="1663017"/>
                  </a:lnTo>
                  <a:lnTo>
                    <a:pt x="3557305" y="1657738"/>
                  </a:lnTo>
                  <a:lnTo>
                    <a:pt x="3557399" y="1657738"/>
                  </a:lnTo>
                  <a:lnTo>
                    <a:pt x="3557493" y="1657738"/>
                  </a:lnTo>
                  <a:lnTo>
                    <a:pt x="3557587" y="1657738"/>
                  </a:lnTo>
                  <a:lnTo>
                    <a:pt x="3557681" y="1657738"/>
                  </a:lnTo>
                  <a:lnTo>
                    <a:pt x="3557775" y="1657738"/>
                  </a:lnTo>
                  <a:lnTo>
                    <a:pt x="3557869" y="1657738"/>
                  </a:lnTo>
                  <a:lnTo>
                    <a:pt x="3557963" y="1657738"/>
                  </a:lnTo>
                  <a:lnTo>
                    <a:pt x="3558057" y="1657738"/>
                  </a:lnTo>
                  <a:lnTo>
                    <a:pt x="3558151" y="1657738"/>
                  </a:lnTo>
                  <a:lnTo>
                    <a:pt x="3558245" y="1657738"/>
                  </a:lnTo>
                  <a:lnTo>
                    <a:pt x="3558339" y="1657738"/>
                  </a:lnTo>
                  <a:lnTo>
                    <a:pt x="3558434" y="1657738"/>
                  </a:lnTo>
                  <a:lnTo>
                    <a:pt x="3558528" y="1657738"/>
                  </a:lnTo>
                  <a:lnTo>
                    <a:pt x="3558622" y="1657738"/>
                  </a:lnTo>
                  <a:lnTo>
                    <a:pt x="3558716" y="1657738"/>
                  </a:lnTo>
                  <a:lnTo>
                    <a:pt x="3558810" y="1657738"/>
                  </a:lnTo>
                  <a:lnTo>
                    <a:pt x="3558904" y="1657738"/>
                  </a:lnTo>
                  <a:lnTo>
                    <a:pt x="3558998" y="1657738"/>
                  </a:lnTo>
                  <a:lnTo>
                    <a:pt x="3559092" y="1657738"/>
                  </a:lnTo>
                  <a:lnTo>
                    <a:pt x="3559186" y="1657738"/>
                  </a:lnTo>
                  <a:lnTo>
                    <a:pt x="3559280" y="1657738"/>
                  </a:lnTo>
                  <a:lnTo>
                    <a:pt x="3559374" y="1657738"/>
                  </a:lnTo>
                  <a:lnTo>
                    <a:pt x="3559468" y="1657738"/>
                  </a:lnTo>
                  <a:lnTo>
                    <a:pt x="3559562" y="1657738"/>
                  </a:lnTo>
                  <a:lnTo>
                    <a:pt x="3559656" y="1657738"/>
                  </a:lnTo>
                  <a:lnTo>
                    <a:pt x="3559750" y="1657738"/>
                  </a:lnTo>
                  <a:lnTo>
                    <a:pt x="3559844" y="1657738"/>
                  </a:lnTo>
                  <a:lnTo>
                    <a:pt x="3559938" y="1657738"/>
                  </a:lnTo>
                  <a:lnTo>
                    <a:pt x="3560032" y="1657738"/>
                  </a:lnTo>
                  <a:lnTo>
                    <a:pt x="3560126" y="1657738"/>
                  </a:lnTo>
                  <a:lnTo>
                    <a:pt x="3560220" y="1657738"/>
                  </a:lnTo>
                  <a:lnTo>
                    <a:pt x="3560314" y="1657738"/>
                  </a:lnTo>
                  <a:lnTo>
                    <a:pt x="3560408" y="1657738"/>
                  </a:lnTo>
                  <a:lnTo>
                    <a:pt x="3560502" y="1657738"/>
                  </a:lnTo>
                  <a:lnTo>
                    <a:pt x="3560596" y="1657738"/>
                  </a:lnTo>
                  <a:lnTo>
                    <a:pt x="3560690" y="1657738"/>
                  </a:lnTo>
                  <a:lnTo>
                    <a:pt x="3560784" y="1657738"/>
                  </a:lnTo>
                  <a:lnTo>
                    <a:pt x="3560878" y="1657738"/>
                  </a:lnTo>
                  <a:lnTo>
                    <a:pt x="3560972" y="1657738"/>
                  </a:lnTo>
                  <a:lnTo>
                    <a:pt x="3561066" y="1657738"/>
                  </a:lnTo>
                  <a:lnTo>
                    <a:pt x="3561160" y="1657738"/>
                  </a:lnTo>
                  <a:lnTo>
                    <a:pt x="3561254" y="1657738"/>
                  </a:lnTo>
                  <a:lnTo>
                    <a:pt x="3561348" y="1657738"/>
                  </a:lnTo>
                  <a:lnTo>
                    <a:pt x="3561442" y="1657738"/>
                  </a:lnTo>
                  <a:lnTo>
                    <a:pt x="3561536" y="1657738"/>
                  </a:lnTo>
                  <a:lnTo>
                    <a:pt x="3561630" y="1657738"/>
                  </a:lnTo>
                  <a:lnTo>
                    <a:pt x="3561630" y="1652458"/>
                  </a:lnTo>
                  <a:lnTo>
                    <a:pt x="3561724" y="1652458"/>
                  </a:lnTo>
                  <a:lnTo>
                    <a:pt x="3561818" y="1652458"/>
                  </a:lnTo>
                  <a:lnTo>
                    <a:pt x="3561913" y="1652458"/>
                  </a:lnTo>
                  <a:lnTo>
                    <a:pt x="3562007" y="1652458"/>
                  </a:lnTo>
                  <a:lnTo>
                    <a:pt x="3562101" y="1652458"/>
                  </a:lnTo>
                  <a:lnTo>
                    <a:pt x="3562195" y="1652458"/>
                  </a:lnTo>
                  <a:lnTo>
                    <a:pt x="3562289" y="1652458"/>
                  </a:lnTo>
                  <a:lnTo>
                    <a:pt x="3562383" y="1652458"/>
                  </a:lnTo>
                  <a:lnTo>
                    <a:pt x="3562477" y="1652458"/>
                  </a:lnTo>
                  <a:lnTo>
                    <a:pt x="3562571" y="1652458"/>
                  </a:lnTo>
                  <a:lnTo>
                    <a:pt x="3562665" y="1652458"/>
                  </a:lnTo>
                  <a:lnTo>
                    <a:pt x="3562759" y="1652458"/>
                  </a:lnTo>
                  <a:lnTo>
                    <a:pt x="3562853" y="1652458"/>
                  </a:lnTo>
                  <a:lnTo>
                    <a:pt x="3562947" y="1652458"/>
                  </a:lnTo>
                  <a:lnTo>
                    <a:pt x="3563041" y="1652458"/>
                  </a:lnTo>
                  <a:lnTo>
                    <a:pt x="3563135" y="1652458"/>
                  </a:lnTo>
                  <a:lnTo>
                    <a:pt x="3563229" y="1652458"/>
                  </a:lnTo>
                  <a:lnTo>
                    <a:pt x="3563323" y="1652458"/>
                  </a:lnTo>
                  <a:lnTo>
                    <a:pt x="3563417" y="1652458"/>
                  </a:lnTo>
                  <a:lnTo>
                    <a:pt x="3563511" y="1652458"/>
                  </a:lnTo>
                  <a:lnTo>
                    <a:pt x="3563605" y="1652458"/>
                  </a:lnTo>
                  <a:lnTo>
                    <a:pt x="3563699" y="1652458"/>
                  </a:lnTo>
                  <a:lnTo>
                    <a:pt x="3563793" y="1652458"/>
                  </a:lnTo>
                  <a:lnTo>
                    <a:pt x="3563887" y="1652458"/>
                  </a:lnTo>
                  <a:lnTo>
                    <a:pt x="3563981" y="1652458"/>
                  </a:lnTo>
                  <a:lnTo>
                    <a:pt x="3564075" y="1652458"/>
                  </a:lnTo>
                  <a:lnTo>
                    <a:pt x="3564169" y="1652458"/>
                  </a:lnTo>
                  <a:lnTo>
                    <a:pt x="3564263" y="1652458"/>
                  </a:lnTo>
                  <a:lnTo>
                    <a:pt x="3564357" y="1652458"/>
                  </a:lnTo>
                  <a:lnTo>
                    <a:pt x="3564451" y="1652458"/>
                  </a:lnTo>
                  <a:lnTo>
                    <a:pt x="3564545" y="1652458"/>
                  </a:lnTo>
                  <a:lnTo>
                    <a:pt x="3564639" y="1652458"/>
                  </a:lnTo>
                  <a:lnTo>
                    <a:pt x="3564639" y="1647179"/>
                  </a:lnTo>
                  <a:lnTo>
                    <a:pt x="3564733" y="1647179"/>
                  </a:lnTo>
                  <a:lnTo>
                    <a:pt x="3564827" y="1647179"/>
                  </a:lnTo>
                  <a:lnTo>
                    <a:pt x="3564921" y="1647179"/>
                  </a:lnTo>
                  <a:lnTo>
                    <a:pt x="3565015" y="1647179"/>
                  </a:lnTo>
                  <a:lnTo>
                    <a:pt x="3565109" y="1647179"/>
                  </a:lnTo>
                  <a:lnTo>
                    <a:pt x="3565203" y="1647179"/>
                  </a:lnTo>
                  <a:lnTo>
                    <a:pt x="3565297" y="1647179"/>
                  </a:lnTo>
                  <a:lnTo>
                    <a:pt x="3565391" y="1647179"/>
                  </a:lnTo>
                  <a:lnTo>
                    <a:pt x="3565391" y="1641900"/>
                  </a:lnTo>
                  <a:lnTo>
                    <a:pt x="3565486" y="1641900"/>
                  </a:lnTo>
                  <a:lnTo>
                    <a:pt x="3565580" y="1641900"/>
                  </a:lnTo>
                  <a:lnTo>
                    <a:pt x="3565674" y="1641900"/>
                  </a:lnTo>
                  <a:lnTo>
                    <a:pt x="3565768" y="1641900"/>
                  </a:lnTo>
                  <a:lnTo>
                    <a:pt x="3565862" y="1641900"/>
                  </a:lnTo>
                  <a:lnTo>
                    <a:pt x="3565956" y="1641900"/>
                  </a:lnTo>
                  <a:lnTo>
                    <a:pt x="3566050" y="1641900"/>
                  </a:lnTo>
                  <a:lnTo>
                    <a:pt x="3566144" y="1641900"/>
                  </a:lnTo>
                  <a:lnTo>
                    <a:pt x="3566238" y="1641900"/>
                  </a:lnTo>
                  <a:lnTo>
                    <a:pt x="3566332" y="1641900"/>
                  </a:lnTo>
                  <a:lnTo>
                    <a:pt x="3566332" y="1636620"/>
                  </a:lnTo>
                  <a:lnTo>
                    <a:pt x="3566426" y="1636620"/>
                  </a:lnTo>
                  <a:lnTo>
                    <a:pt x="3566520" y="1636620"/>
                  </a:lnTo>
                  <a:lnTo>
                    <a:pt x="3566614" y="1636620"/>
                  </a:lnTo>
                  <a:lnTo>
                    <a:pt x="3566708" y="1636620"/>
                  </a:lnTo>
                  <a:lnTo>
                    <a:pt x="3566802" y="1636620"/>
                  </a:lnTo>
                  <a:lnTo>
                    <a:pt x="3566896" y="1636620"/>
                  </a:lnTo>
                  <a:lnTo>
                    <a:pt x="3566990" y="1636620"/>
                  </a:lnTo>
                  <a:lnTo>
                    <a:pt x="3567084" y="1636620"/>
                  </a:lnTo>
                  <a:lnTo>
                    <a:pt x="3567084" y="1631341"/>
                  </a:lnTo>
                  <a:lnTo>
                    <a:pt x="3567178" y="1631341"/>
                  </a:lnTo>
                  <a:lnTo>
                    <a:pt x="3567272" y="1631341"/>
                  </a:lnTo>
                  <a:lnTo>
                    <a:pt x="3567366" y="1631341"/>
                  </a:lnTo>
                  <a:lnTo>
                    <a:pt x="3567460" y="1631341"/>
                  </a:lnTo>
                  <a:lnTo>
                    <a:pt x="3567554" y="1631341"/>
                  </a:lnTo>
                  <a:lnTo>
                    <a:pt x="3567648" y="1631341"/>
                  </a:lnTo>
                  <a:lnTo>
                    <a:pt x="3567742" y="1631341"/>
                  </a:lnTo>
                  <a:lnTo>
                    <a:pt x="3567836" y="1631341"/>
                  </a:lnTo>
                  <a:lnTo>
                    <a:pt x="3567930" y="1631341"/>
                  </a:lnTo>
                  <a:lnTo>
                    <a:pt x="3568024" y="1631341"/>
                  </a:lnTo>
                  <a:lnTo>
                    <a:pt x="3568118" y="1631341"/>
                  </a:lnTo>
                  <a:lnTo>
                    <a:pt x="3568212" y="1631341"/>
                  </a:lnTo>
                  <a:lnTo>
                    <a:pt x="3568306" y="1631341"/>
                  </a:lnTo>
                  <a:lnTo>
                    <a:pt x="3568400" y="1631341"/>
                  </a:lnTo>
                  <a:lnTo>
                    <a:pt x="3568494" y="1631341"/>
                  </a:lnTo>
                  <a:lnTo>
                    <a:pt x="3568588" y="1631341"/>
                  </a:lnTo>
                  <a:lnTo>
                    <a:pt x="3568682" y="1631341"/>
                  </a:lnTo>
                  <a:lnTo>
                    <a:pt x="3568776" y="1631341"/>
                  </a:lnTo>
                  <a:lnTo>
                    <a:pt x="3568870" y="1631341"/>
                  </a:lnTo>
                  <a:lnTo>
                    <a:pt x="3568964" y="1631341"/>
                  </a:lnTo>
                  <a:lnTo>
                    <a:pt x="3569059" y="1631341"/>
                  </a:lnTo>
                  <a:lnTo>
                    <a:pt x="3569153" y="1631341"/>
                  </a:lnTo>
                  <a:lnTo>
                    <a:pt x="3569247" y="1631341"/>
                  </a:lnTo>
                  <a:lnTo>
                    <a:pt x="3569341" y="1631341"/>
                  </a:lnTo>
                  <a:lnTo>
                    <a:pt x="3569435" y="1631341"/>
                  </a:lnTo>
                  <a:lnTo>
                    <a:pt x="3569529" y="1631341"/>
                  </a:lnTo>
                  <a:lnTo>
                    <a:pt x="3569623" y="1631341"/>
                  </a:lnTo>
                  <a:lnTo>
                    <a:pt x="3569717" y="1631341"/>
                  </a:lnTo>
                  <a:lnTo>
                    <a:pt x="3569811" y="1631341"/>
                  </a:lnTo>
                  <a:lnTo>
                    <a:pt x="3569905" y="1631341"/>
                  </a:lnTo>
                  <a:lnTo>
                    <a:pt x="3569999" y="1631341"/>
                  </a:lnTo>
                  <a:lnTo>
                    <a:pt x="3570093" y="1631341"/>
                  </a:lnTo>
                  <a:lnTo>
                    <a:pt x="3570187" y="1631341"/>
                  </a:lnTo>
                  <a:lnTo>
                    <a:pt x="3570281" y="1631341"/>
                  </a:lnTo>
                  <a:lnTo>
                    <a:pt x="3570375" y="1631341"/>
                  </a:lnTo>
                  <a:lnTo>
                    <a:pt x="3570469" y="1631341"/>
                  </a:lnTo>
                  <a:lnTo>
                    <a:pt x="3570563" y="1631341"/>
                  </a:lnTo>
                  <a:lnTo>
                    <a:pt x="3570657" y="1631341"/>
                  </a:lnTo>
                  <a:lnTo>
                    <a:pt x="3570751" y="1631341"/>
                  </a:lnTo>
                  <a:lnTo>
                    <a:pt x="3570845" y="1631341"/>
                  </a:lnTo>
                  <a:lnTo>
                    <a:pt x="3570939" y="1631341"/>
                  </a:lnTo>
                  <a:lnTo>
                    <a:pt x="3571033" y="1631341"/>
                  </a:lnTo>
                  <a:lnTo>
                    <a:pt x="3571127" y="1631341"/>
                  </a:lnTo>
                  <a:lnTo>
                    <a:pt x="3571221" y="1631341"/>
                  </a:lnTo>
                  <a:lnTo>
                    <a:pt x="3571315" y="1631341"/>
                  </a:lnTo>
                  <a:lnTo>
                    <a:pt x="3571409" y="1631341"/>
                  </a:lnTo>
                  <a:lnTo>
                    <a:pt x="3571503" y="1631341"/>
                  </a:lnTo>
                  <a:lnTo>
                    <a:pt x="3571597" y="1631341"/>
                  </a:lnTo>
                  <a:lnTo>
                    <a:pt x="3571691" y="1631341"/>
                  </a:lnTo>
                  <a:lnTo>
                    <a:pt x="3571785" y="1631341"/>
                  </a:lnTo>
                  <a:lnTo>
                    <a:pt x="3571879" y="1631341"/>
                  </a:lnTo>
                  <a:lnTo>
                    <a:pt x="3571973" y="1631341"/>
                  </a:lnTo>
                  <a:lnTo>
                    <a:pt x="3572067" y="1631341"/>
                  </a:lnTo>
                  <a:lnTo>
                    <a:pt x="3572161" y="1631341"/>
                  </a:lnTo>
                  <a:lnTo>
                    <a:pt x="3572255" y="1631341"/>
                  </a:lnTo>
                  <a:lnTo>
                    <a:pt x="3572349" y="1631341"/>
                  </a:lnTo>
                  <a:lnTo>
                    <a:pt x="3572443" y="1631341"/>
                  </a:lnTo>
                  <a:lnTo>
                    <a:pt x="3572538" y="1631341"/>
                  </a:lnTo>
                  <a:lnTo>
                    <a:pt x="3572632" y="1631341"/>
                  </a:lnTo>
                  <a:lnTo>
                    <a:pt x="3572726" y="1631341"/>
                  </a:lnTo>
                  <a:lnTo>
                    <a:pt x="3572820" y="1631341"/>
                  </a:lnTo>
                  <a:lnTo>
                    <a:pt x="3572914" y="1631341"/>
                  </a:lnTo>
                  <a:lnTo>
                    <a:pt x="3573008" y="1631341"/>
                  </a:lnTo>
                  <a:lnTo>
                    <a:pt x="3573102" y="1631341"/>
                  </a:lnTo>
                  <a:lnTo>
                    <a:pt x="3573196" y="1631341"/>
                  </a:lnTo>
                  <a:lnTo>
                    <a:pt x="3573290" y="1631341"/>
                  </a:lnTo>
                  <a:lnTo>
                    <a:pt x="3573384" y="1631341"/>
                  </a:lnTo>
                  <a:lnTo>
                    <a:pt x="3573478" y="1631341"/>
                  </a:lnTo>
                  <a:lnTo>
                    <a:pt x="3573572" y="1631341"/>
                  </a:lnTo>
                  <a:lnTo>
                    <a:pt x="3573666" y="1631341"/>
                  </a:lnTo>
                  <a:lnTo>
                    <a:pt x="3573760" y="1631341"/>
                  </a:lnTo>
                  <a:lnTo>
                    <a:pt x="3573854" y="1631341"/>
                  </a:lnTo>
                  <a:lnTo>
                    <a:pt x="3573948" y="1631341"/>
                  </a:lnTo>
                  <a:lnTo>
                    <a:pt x="3573948" y="1626061"/>
                  </a:lnTo>
                  <a:lnTo>
                    <a:pt x="3574042" y="1626061"/>
                  </a:lnTo>
                  <a:lnTo>
                    <a:pt x="3574136" y="1626061"/>
                  </a:lnTo>
                  <a:lnTo>
                    <a:pt x="3574230" y="1626061"/>
                  </a:lnTo>
                  <a:lnTo>
                    <a:pt x="3574324" y="1626061"/>
                  </a:lnTo>
                  <a:lnTo>
                    <a:pt x="3574418" y="1626061"/>
                  </a:lnTo>
                  <a:lnTo>
                    <a:pt x="3574512" y="1626061"/>
                  </a:lnTo>
                  <a:lnTo>
                    <a:pt x="3574606" y="1626061"/>
                  </a:lnTo>
                  <a:lnTo>
                    <a:pt x="3574700" y="1626061"/>
                  </a:lnTo>
                  <a:lnTo>
                    <a:pt x="3574794" y="1626061"/>
                  </a:lnTo>
                  <a:lnTo>
                    <a:pt x="3574888" y="1626061"/>
                  </a:lnTo>
                  <a:lnTo>
                    <a:pt x="3574982" y="1626061"/>
                  </a:lnTo>
                  <a:lnTo>
                    <a:pt x="3575076" y="1626061"/>
                  </a:lnTo>
                  <a:lnTo>
                    <a:pt x="3575170" y="1626061"/>
                  </a:lnTo>
                  <a:lnTo>
                    <a:pt x="3575264" y="1626061"/>
                  </a:lnTo>
                  <a:lnTo>
                    <a:pt x="3575358" y="1626061"/>
                  </a:lnTo>
                  <a:lnTo>
                    <a:pt x="3575452" y="1626061"/>
                  </a:lnTo>
                  <a:lnTo>
                    <a:pt x="3575546" y="1626061"/>
                  </a:lnTo>
                  <a:lnTo>
                    <a:pt x="3575640" y="1626061"/>
                  </a:lnTo>
                  <a:lnTo>
                    <a:pt x="3575734" y="1626061"/>
                  </a:lnTo>
                  <a:lnTo>
                    <a:pt x="3575828" y="1626061"/>
                  </a:lnTo>
                  <a:lnTo>
                    <a:pt x="3575922" y="1626061"/>
                  </a:lnTo>
                  <a:lnTo>
                    <a:pt x="3576016" y="1626061"/>
                  </a:lnTo>
                  <a:lnTo>
                    <a:pt x="3576111" y="1626061"/>
                  </a:lnTo>
                  <a:lnTo>
                    <a:pt x="3576205" y="1626061"/>
                  </a:lnTo>
                  <a:lnTo>
                    <a:pt x="3576299" y="1626061"/>
                  </a:lnTo>
                  <a:lnTo>
                    <a:pt x="3576393" y="1626061"/>
                  </a:lnTo>
                  <a:lnTo>
                    <a:pt x="3576487" y="1626061"/>
                  </a:lnTo>
                  <a:lnTo>
                    <a:pt x="3576581" y="1626061"/>
                  </a:lnTo>
                  <a:lnTo>
                    <a:pt x="3576675" y="1626061"/>
                  </a:lnTo>
                  <a:lnTo>
                    <a:pt x="3576769" y="1626061"/>
                  </a:lnTo>
                  <a:lnTo>
                    <a:pt x="3576863" y="1626061"/>
                  </a:lnTo>
                  <a:lnTo>
                    <a:pt x="3576957" y="1626061"/>
                  </a:lnTo>
                  <a:lnTo>
                    <a:pt x="3577051" y="1626061"/>
                  </a:lnTo>
                  <a:lnTo>
                    <a:pt x="3577145" y="1626061"/>
                  </a:lnTo>
                  <a:lnTo>
                    <a:pt x="3577239" y="1626061"/>
                  </a:lnTo>
                  <a:lnTo>
                    <a:pt x="3577333" y="1626061"/>
                  </a:lnTo>
                  <a:lnTo>
                    <a:pt x="3577427" y="1626061"/>
                  </a:lnTo>
                  <a:lnTo>
                    <a:pt x="3577521" y="1626061"/>
                  </a:lnTo>
                  <a:lnTo>
                    <a:pt x="3577615" y="1626061"/>
                  </a:lnTo>
                  <a:lnTo>
                    <a:pt x="3577709" y="1626061"/>
                  </a:lnTo>
                  <a:lnTo>
                    <a:pt x="3577803" y="1626061"/>
                  </a:lnTo>
                  <a:lnTo>
                    <a:pt x="3577897" y="1626061"/>
                  </a:lnTo>
                  <a:lnTo>
                    <a:pt x="3577991" y="1626061"/>
                  </a:lnTo>
                  <a:lnTo>
                    <a:pt x="3578085" y="1626061"/>
                  </a:lnTo>
                  <a:lnTo>
                    <a:pt x="3578179" y="1626061"/>
                  </a:lnTo>
                  <a:lnTo>
                    <a:pt x="3578273" y="1626061"/>
                  </a:lnTo>
                  <a:lnTo>
                    <a:pt x="3578367" y="1626061"/>
                  </a:lnTo>
                  <a:lnTo>
                    <a:pt x="3578461" y="1626061"/>
                  </a:lnTo>
                  <a:lnTo>
                    <a:pt x="3578555" y="1626061"/>
                  </a:lnTo>
                  <a:lnTo>
                    <a:pt x="3578649" y="1626061"/>
                  </a:lnTo>
                  <a:lnTo>
                    <a:pt x="3578743" y="1626061"/>
                  </a:lnTo>
                  <a:lnTo>
                    <a:pt x="3578837" y="1626061"/>
                  </a:lnTo>
                  <a:lnTo>
                    <a:pt x="3578931" y="1626061"/>
                  </a:lnTo>
                  <a:lnTo>
                    <a:pt x="3579025" y="1626061"/>
                  </a:lnTo>
                  <a:lnTo>
                    <a:pt x="3579119" y="1626061"/>
                  </a:lnTo>
                  <a:lnTo>
                    <a:pt x="3579213" y="1626061"/>
                  </a:lnTo>
                  <a:lnTo>
                    <a:pt x="3579307" y="1626061"/>
                  </a:lnTo>
                  <a:lnTo>
                    <a:pt x="3579401" y="1626061"/>
                  </a:lnTo>
                  <a:lnTo>
                    <a:pt x="3579495" y="1626061"/>
                  </a:lnTo>
                  <a:lnTo>
                    <a:pt x="3579589" y="1626061"/>
                  </a:lnTo>
                  <a:lnTo>
                    <a:pt x="3579684" y="1626061"/>
                  </a:lnTo>
                  <a:lnTo>
                    <a:pt x="3579778" y="1626061"/>
                  </a:lnTo>
                  <a:lnTo>
                    <a:pt x="3579872" y="1626061"/>
                  </a:lnTo>
                  <a:lnTo>
                    <a:pt x="3579966" y="1626061"/>
                  </a:lnTo>
                  <a:lnTo>
                    <a:pt x="3580060" y="1626061"/>
                  </a:lnTo>
                  <a:lnTo>
                    <a:pt x="3580154" y="1626061"/>
                  </a:lnTo>
                  <a:lnTo>
                    <a:pt x="3580248" y="1626061"/>
                  </a:lnTo>
                  <a:lnTo>
                    <a:pt x="3580342" y="1626061"/>
                  </a:lnTo>
                  <a:lnTo>
                    <a:pt x="3580436" y="1626061"/>
                  </a:lnTo>
                  <a:lnTo>
                    <a:pt x="3580530" y="1626061"/>
                  </a:lnTo>
                  <a:lnTo>
                    <a:pt x="3580624" y="1626061"/>
                  </a:lnTo>
                  <a:lnTo>
                    <a:pt x="3580718" y="1626061"/>
                  </a:lnTo>
                  <a:lnTo>
                    <a:pt x="3580812" y="1626061"/>
                  </a:lnTo>
                  <a:lnTo>
                    <a:pt x="3580906" y="1626061"/>
                  </a:lnTo>
                  <a:lnTo>
                    <a:pt x="3581000" y="1626061"/>
                  </a:lnTo>
                  <a:lnTo>
                    <a:pt x="3581094" y="1626061"/>
                  </a:lnTo>
                  <a:lnTo>
                    <a:pt x="3581188" y="1626061"/>
                  </a:lnTo>
                  <a:lnTo>
                    <a:pt x="3581282" y="1626061"/>
                  </a:lnTo>
                  <a:lnTo>
                    <a:pt x="3581376" y="1626061"/>
                  </a:lnTo>
                  <a:lnTo>
                    <a:pt x="3581470" y="1626061"/>
                  </a:lnTo>
                  <a:lnTo>
                    <a:pt x="3581564" y="1626061"/>
                  </a:lnTo>
                  <a:lnTo>
                    <a:pt x="3581658" y="1626061"/>
                  </a:lnTo>
                  <a:lnTo>
                    <a:pt x="3581752" y="1626061"/>
                  </a:lnTo>
                  <a:lnTo>
                    <a:pt x="3581846" y="1626061"/>
                  </a:lnTo>
                  <a:lnTo>
                    <a:pt x="3581940" y="1626061"/>
                  </a:lnTo>
                  <a:lnTo>
                    <a:pt x="3582034" y="1626061"/>
                  </a:lnTo>
                  <a:lnTo>
                    <a:pt x="3582128" y="1626061"/>
                  </a:lnTo>
                  <a:lnTo>
                    <a:pt x="3582222" y="1626061"/>
                  </a:lnTo>
                  <a:lnTo>
                    <a:pt x="3582316" y="1626061"/>
                  </a:lnTo>
                  <a:lnTo>
                    <a:pt x="3582410" y="1626061"/>
                  </a:lnTo>
                  <a:lnTo>
                    <a:pt x="3582504" y="1626061"/>
                  </a:lnTo>
                  <a:lnTo>
                    <a:pt x="3582598" y="1626061"/>
                  </a:lnTo>
                  <a:lnTo>
                    <a:pt x="3582692" y="1626061"/>
                  </a:lnTo>
                  <a:lnTo>
                    <a:pt x="3582786" y="1626061"/>
                  </a:lnTo>
                  <a:lnTo>
                    <a:pt x="3582880" y="1626061"/>
                  </a:lnTo>
                  <a:lnTo>
                    <a:pt x="3582974" y="1626061"/>
                  </a:lnTo>
                  <a:lnTo>
                    <a:pt x="3583068" y="1626061"/>
                  </a:lnTo>
                  <a:lnTo>
                    <a:pt x="3583163" y="1626061"/>
                  </a:lnTo>
                  <a:lnTo>
                    <a:pt x="3583257" y="1626061"/>
                  </a:lnTo>
                  <a:lnTo>
                    <a:pt x="3583351" y="1626061"/>
                  </a:lnTo>
                  <a:lnTo>
                    <a:pt x="3583445" y="1626061"/>
                  </a:lnTo>
                  <a:lnTo>
                    <a:pt x="3583539" y="1626061"/>
                  </a:lnTo>
                  <a:lnTo>
                    <a:pt x="3583633" y="1626061"/>
                  </a:lnTo>
                  <a:lnTo>
                    <a:pt x="3583727" y="1626061"/>
                  </a:lnTo>
                  <a:lnTo>
                    <a:pt x="3583821" y="1626061"/>
                  </a:lnTo>
                  <a:lnTo>
                    <a:pt x="3583915" y="1626061"/>
                  </a:lnTo>
                  <a:lnTo>
                    <a:pt x="3584009" y="1626061"/>
                  </a:lnTo>
                  <a:lnTo>
                    <a:pt x="3584103" y="1626061"/>
                  </a:lnTo>
                  <a:lnTo>
                    <a:pt x="3584197" y="1626061"/>
                  </a:lnTo>
                  <a:lnTo>
                    <a:pt x="3584291" y="1626061"/>
                  </a:lnTo>
                  <a:lnTo>
                    <a:pt x="3584385" y="1626061"/>
                  </a:lnTo>
                  <a:lnTo>
                    <a:pt x="3584479" y="1626061"/>
                  </a:lnTo>
                  <a:lnTo>
                    <a:pt x="3584573" y="1626061"/>
                  </a:lnTo>
                  <a:lnTo>
                    <a:pt x="3584667" y="1626061"/>
                  </a:lnTo>
                  <a:lnTo>
                    <a:pt x="3584761" y="1626061"/>
                  </a:lnTo>
                  <a:lnTo>
                    <a:pt x="3584855" y="1626061"/>
                  </a:lnTo>
                  <a:lnTo>
                    <a:pt x="3584949" y="1626061"/>
                  </a:lnTo>
                  <a:lnTo>
                    <a:pt x="3585043" y="1626061"/>
                  </a:lnTo>
                  <a:lnTo>
                    <a:pt x="3585137" y="1626061"/>
                  </a:lnTo>
                  <a:lnTo>
                    <a:pt x="3585231" y="1626061"/>
                  </a:lnTo>
                  <a:lnTo>
                    <a:pt x="3585325" y="1626061"/>
                  </a:lnTo>
                  <a:lnTo>
                    <a:pt x="3585419" y="1626061"/>
                  </a:lnTo>
                  <a:lnTo>
                    <a:pt x="3585513" y="1626061"/>
                  </a:lnTo>
                  <a:lnTo>
                    <a:pt x="3585513" y="1620782"/>
                  </a:lnTo>
                  <a:lnTo>
                    <a:pt x="3585607" y="1620782"/>
                  </a:lnTo>
                  <a:lnTo>
                    <a:pt x="3585701" y="1620782"/>
                  </a:lnTo>
                  <a:lnTo>
                    <a:pt x="3585795" y="1620782"/>
                  </a:lnTo>
                  <a:lnTo>
                    <a:pt x="3585889" y="1620782"/>
                  </a:lnTo>
                  <a:lnTo>
                    <a:pt x="3585983" y="1620782"/>
                  </a:lnTo>
                  <a:lnTo>
                    <a:pt x="3586077" y="1620782"/>
                  </a:lnTo>
                  <a:lnTo>
                    <a:pt x="3586171" y="1620782"/>
                  </a:lnTo>
                  <a:lnTo>
                    <a:pt x="3586265" y="1620782"/>
                  </a:lnTo>
                  <a:lnTo>
                    <a:pt x="3586359" y="1620782"/>
                  </a:lnTo>
                  <a:lnTo>
                    <a:pt x="3586453" y="1620782"/>
                  </a:lnTo>
                  <a:lnTo>
                    <a:pt x="3586547" y="1620782"/>
                  </a:lnTo>
                  <a:lnTo>
                    <a:pt x="3586641" y="1620782"/>
                  </a:lnTo>
                  <a:lnTo>
                    <a:pt x="3586736" y="1620782"/>
                  </a:lnTo>
                  <a:lnTo>
                    <a:pt x="3586830" y="1620782"/>
                  </a:lnTo>
                  <a:lnTo>
                    <a:pt x="3586924" y="1620782"/>
                  </a:lnTo>
                  <a:lnTo>
                    <a:pt x="3587018" y="1620782"/>
                  </a:lnTo>
                  <a:lnTo>
                    <a:pt x="3587112" y="1620782"/>
                  </a:lnTo>
                  <a:lnTo>
                    <a:pt x="3587206" y="1620782"/>
                  </a:lnTo>
                  <a:lnTo>
                    <a:pt x="3587300" y="1620782"/>
                  </a:lnTo>
                  <a:lnTo>
                    <a:pt x="3587394" y="1620782"/>
                  </a:lnTo>
                  <a:lnTo>
                    <a:pt x="3587488" y="1620782"/>
                  </a:lnTo>
                  <a:lnTo>
                    <a:pt x="3587582" y="1620782"/>
                  </a:lnTo>
                  <a:lnTo>
                    <a:pt x="3587676" y="1620782"/>
                  </a:lnTo>
                  <a:lnTo>
                    <a:pt x="3587770" y="1620782"/>
                  </a:lnTo>
                  <a:lnTo>
                    <a:pt x="3587864" y="1620782"/>
                  </a:lnTo>
                  <a:lnTo>
                    <a:pt x="3587958" y="1620782"/>
                  </a:lnTo>
                  <a:lnTo>
                    <a:pt x="3588052" y="1620782"/>
                  </a:lnTo>
                  <a:lnTo>
                    <a:pt x="3588052" y="1615502"/>
                  </a:lnTo>
                  <a:lnTo>
                    <a:pt x="3588146" y="1615502"/>
                  </a:lnTo>
                  <a:lnTo>
                    <a:pt x="3588240" y="1615502"/>
                  </a:lnTo>
                  <a:lnTo>
                    <a:pt x="3588334" y="1615502"/>
                  </a:lnTo>
                  <a:lnTo>
                    <a:pt x="3588428" y="1615502"/>
                  </a:lnTo>
                  <a:lnTo>
                    <a:pt x="3588522" y="1615502"/>
                  </a:lnTo>
                  <a:lnTo>
                    <a:pt x="3588616" y="1615502"/>
                  </a:lnTo>
                  <a:lnTo>
                    <a:pt x="3588710" y="1615502"/>
                  </a:lnTo>
                  <a:lnTo>
                    <a:pt x="3588804" y="1615502"/>
                  </a:lnTo>
                  <a:lnTo>
                    <a:pt x="3588898" y="1615502"/>
                  </a:lnTo>
                  <a:lnTo>
                    <a:pt x="3588992" y="1615502"/>
                  </a:lnTo>
                  <a:lnTo>
                    <a:pt x="3589086" y="1615502"/>
                  </a:lnTo>
                  <a:lnTo>
                    <a:pt x="3589180" y="1615502"/>
                  </a:lnTo>
                  <a:lnTo>
                    <a:pt x="3589274" y="1615502"/>
                  </a:lnTo>
                  <a:lnTo>
                    <a:pt x="3589368" y="1615502"/>
                  </a:lnTo>
                  <a:lnTo>
                    <a:pt x="3589462" y="1615502"/>
                  </a:lnTo>
                  <a:lnTo>
                    <a:pt x="3589556" y="1615502"/>
                  </a:lnTo>
                  <a:lnTo>
                    <a:pt x="3589650" y="1615502"/>
                  </a:lnTo>
                  <a:lnTo>
                    <a:pt x="3589744" y="1615502"/>
                  </a:lnTo>
                  <a:lnTo>
                    <a:pt x="3589838" y="1615502"/>
                  </a:lnTo>
                  <a:lnTo>
                    <a:pt x="3589932" y="1615502"/>
                  </a:lnTo>
                  <a:lnTo>
                    <a:pt x="3590026" y="1615502"/>
                  </a:lnTo>
                  <a:lnTo>
                    <a:pt x="3590120" y="1615502"/>
                  </a:lnTo>
                  <a:lnTo>
                    <a:pt x="3590214" y="1615502"/>
                  </a:lnTo>
                  <a:lnTo>
                    <a:pt x="3590309" y="1615502"/>
                  </a:lnTo>
                  <a:lnTo>
                    <a:pt x="3590403" y="1615502"/>
                  </a:lnTo>
                  <a:lnTo>
                    <a:pt x="3590497" y="1615502"/>
                  </a:lnTo>
                  <a:lnTo>
                    <a:pt x="3590591" y="1615502"/>
                  </a:lnTo>
                  <a:lnTo>
                    <a:pt x="3590685" y="1615502"/>
                  </a:lnTo>
                  <a:lnTo>
                    <a:pt x="3590779" y="1615502"/>
                  </a:lnTo>
                  <a:lnTo>
                    <a:pt x="3590873" y="1615502"/>
                  </a:lnTo>
                  <a:lnTo>
                    <a:pt x="3590967" y="1615502"/>
                  </a:lnTo>
                  <a:lnTo>
                    <a:pt x="3591061" y="1615502"/>
                  </a:lnTo>
                  <a:lnTo>
                    <a:pt x="3591155" y="1615502"/>
                  </a:lnTo>
                  <a:lnTo>
                    <a:pt x="3591249" y="1615502"/>
                  </a:lnTo>
                  <a:lnTo>
                    <a:pt x="3591343" y="1615502"/>
                  </a:lnTo>
                  <a:lnTo>
                    <a:pt x="3591437" y="1615502"/>
                  </a:lnTo>
                  <a:lnTo>
                    <a:pt x="3591531" y="1615502"/>
                  </a:lnTo>
                  <a:lnTo>
                    <a:pt x="3591625" y="1615502"/>
                  </a:lnTo>
                  <a:lnTo>
                    <a:pt x="3591719" y="1615502"/>
                  </a:lnTo>
                  <a:lnTo>
                    <a:pt x="3591813" y="1615502"/>
                  </a:lnTo>
                  <a:lnTo>
                    <a:pt x="3591907" y="1615502"/>
                  </a:lnTo>
                  <a:lnTo>
                    <a:pt x="3592001" y="1615502"/>
                  </a:lnTo>
                  <a:lnTo>
                    <a:pt x="3592095" y="1615502"/>
                  </a:lnTo>
                  <a:lnTo>
                    <a:pt x="3592189" y="1615502"/>
                  </a:lnTo>
                  <a:lnTo>
                    <a:pt x="3592283" y="1615502"/>
                  </a:lnTo>
                  <a:lnTo>
                    <a:pt x="3592377" y="1615502"/>
                  </a:lnTo>
                  <a:lnTo>
                    <a:pt x="3592471" y="1615502"/>
                  </a:lnTo>
                  <a:lnTo>
                    <a:pt x="3592565" y="1615502"/>
                  </a:lnTo>
                  <a:lnTo>
                    <a:pt x="3592659" y="1615502"/>
                  </a:lnTo>
                  <a:lnTo>
                    <a:pt x="3592753" y="1615502"/>
                  </a:lnTo>
                  <a:lnTo>
                    <a:pt x="3592753" y="1610223"/>
                  </a:lnTo>
                  <a:lnTo>
                    <a:pt x="3592847" y="1610223"/>
                  </a:lnTo>
                  <a:lnTo>
                    <a:pt x="3592941" y="1610223"/>
                  </a:lnTo>
                  <a:lnTo>
                    <a:pt x="3593035" y="1610223"/>
                  </a:lnTo>
                  <a:lnTo>
                    <a:pt x="3593129" y="1610223"/>
                  </a:lnTo>
                  <a:lnTo>
                    <a:pt x="3593223" y="1610223"/>
                  </a:lnTo>
                  <a:lnTo>
                    <a:pt x="3593317" y="1610223"/>
                  </a:lnTo>
                  <a:lnTo>
                    <a:pt x="3593411" y="1610223"/>
                  </a:lnTo>
                  <a:lnTo>
                    <a:pt x="3593505" y="1610223"/>
                  </a:lnTo>
                  <a:lnTo>
                    <a:pt x="3593599" y="1610223"/>
                  </a:lnTo>
                  <a:lnTo>
                    <a:pt x="3593693" y="1610223"/>
                  </a:lnTo>
                  <a:lnTo>
                    <a:pt x="3593788" y="1610223"/>
                  </a:lnTo>
                  <a:lnTo>
                    <a:pt x="3593882" y="1610223"/>
                  </a:lnTo>
                  <a:lnTo>
                    <a:pt x="3593976" y="1610223"/>
                  </a:lnTo>
                  <a:lnTo>
                    <a:pt x="3594070" y="1610223"/>
                  </a:lnTo>
                  <a:lnTo>
                    <a:pt x="3594164" y="1610223"/>
                  </a:lnTo>
                  <a:lnTo>
                    <a:pt x="3594258" y="1610223"/>
                  </a:lnTo>
                  <a:lnTo>
                    <a:pt x="3594352" y="1610223"/>
                  </a:lnTo>
                  <a:lnTo>
                    <a:pt x="3594446" y="1610223"/>
                  </a:lnTo>
                  <a:lnTo>
                    <a:pt x="3594540" y="1610223"/>
                  </a:lnTo>
                  <a:lnTo>
                    <a:pt x="3594634" y="1610223"/>
                  </a:lnTo>
                  <a:lnTo>
                    <a:pt x="3594728" y="1610223"/>
                  </a:lnTo>
                  <a:lnTo>
                    <a:pt x="3594822" y="1610223"/>
                  </a:lnTo>
                  <a:lnTo>
                    <a:pt x="3594916" y="1610223"/>
                  </a:lnTo>
                  <a:lnTo>
                    <a:pt x="3595010" y="1610223"/>
                  </a:lnTo>
                  <a:lnTo>
                    <a:pt x="3595104" y="1610223"/>
                  </a:lnTo>
                  <a:lnTo>
                    <a:pt x="3595198" y="1610223"/>
                  </a:lnTo>
                  <a:lnTo>
                    <a:pt x="3595292" y="1610223"/>
                  </a:lnTo>
                  <a:lnTo>
                    <a:pt x="3595386" y="1610223"/>
                  </a:lnTo>
                  <a:lnTo>
                    <a:pt x="3595480" y="1610223"/>
                  </a:lnTo>
                  <a:lnTo>
                    <a:pt x="3595574" y="1610223"/>
                  </a:lnTo>
                  <a:lnTo>
                    <a:pt x="3595668" y="1610223"/>
                  </a:lnTo>
                  <a:lnTo>
                    <a:pt x="3595762" y="1610223"/>
                  </a:lnTo>
                  <a:lnTo>
                    <a:pt x="3595856" y="1610223"/>
                  </a:lnTo>
                  <a:lnTo>
                    <a:pt x="3595950" y="1610223"/>
                  </a:lnTo>
                  <a:lnTo>
                    <a:pt x="3596044" y="1610223"/>
                  </a:lnTo>
                  <a:lnTo>
                    <a:pt x="3596138" y="1610223"/>
                  </a:lnTo>
                  <a:lnTo>
                    <a:pt x="3596232" y="1610223"/>
                  </a:lnTo>
                  <a:lnTo>
                    <a:pt x="3596326" y="1610223"/>
                  </a:lnTo>
                  <a:lnTo>
                    <a:pt x="3596420" y="1610223"/>
                  </a:lnTo>
                  <a:lnTo>
                    <a:pt x="3596514" y="1610223"/>
                  </a:lnTo>
                  <a:lnTo>
                    <a:pt x="3596608" y="1610223"/>
                  </a:lnTo>
                  <a:lnTo>
                    <a:pt x="3596702" y="1610223"/>
                  </a:lnTo>
                  <a:lnTo>
                    <a:pt x="3596796" y="1610223"/>
                  </a:lnTo>
                  <a:lnTo>
                    <a:pt x="3596890" y="1610223"/>
                  </a:lnTo>
                  <a:lnTo>
                    <a:pt x="3596984" y="1610223"/>
                  </a:lnTo>
                  <a:lnTo>
                    <a:pt x="3597078" y="1610223"/>
                  </a:lnTo>
                  <a:lnTo>
                    <a:pt x="3597172" y="1610223"/>
                  </a:lnTo>
                  <a:lnTo>
                    <a:pt x="3597266" y="1610223"/>
                  </a:lnTo>
                  <a:lnTo>
                    <a:pt x="3597361" y="1610223"/>
                  </a:lnTo>
                  <a:lnTo>
                    <a:pt x="3597455" y="1610223"/>
                  </a:lnTo>
                  <a:lnTo>
                    <a:pt x="3597549" y="1610223"/>
                  </a:lnTo>
                  <a:lnTo>
                    <a:pt x="3597643" y="1610223"/>
                  </a:lnTo>
                  <a:lnTo>
                    <a:pt x="3597737" y="1610223"/>
                  </a:lnTo>
                  <a:lnTo>
                    <a:pt x="3597831" y="1610223"/>
                  </a:lnTo>
                  <a:lnTo>
                    <a:pt x="3597925" y="1610223"/>
                  </a:lnTo>
                  <a:lnTo>
                    <a:pt x="3598019" y="1610223"/>
                  </a:lnTo>
                  <a:lnTo>
                    <a:pt x="3598113" y="1610223"/>
                  </a:lnTo>
                  <a:lnTo>
                    <a:pt x="3598207" y="1610223"/>
                  </a:lnTo>
                  <a:lnTo>
                    <a:pt x="3598301" y="1610223"/>
                  </a:lnTo>
                  <a:lnTo>
                    <a:pt x="3598301" y="1604944"/>
                  </a:lnTo>
                  <a:lnTo>
                    <a:pt x="3598395" y="1604944"/>
                  </a:lnTo>
                  <a:lnTo>
                    <a:pt x="3598489" y="1604944"/>
                  </a:lnTo>
                  <a:lnTo>
                    <a:pt x="3598583" y="1604944"/>
                  </a:lnTo>
                  <a:lnTo>
                    <a:pt x="3598677" y="1604944"/>
                  </a:lnTo>
                  <a:lnTo>
                    <a:pt x="3598771" y="1604944"/>
                  </a:lnTo>
                  <a:lnTo>
                    <a:pt x="3598865" y="1604944"/>
                  </a:lnTo>
                  <a:lnTo>
                    <a:pt x="3598959" y="1604944"/>
                  </a:lnTo>
                  <a:lnTo>
                    <a:pt x="3599053" y="1604944"/>
                  </a:lnTo>
                  <a:lnTo>
                    <a:pt x="3599147" y="1604944"/>
                  </a:lnTo>
                  <a:lnTo>
                    <a:pt x="3599241" y="1604944"/>
                  </a:lnTo>
                  <a:lnTo>
                    <a:pt x="3599335" y="1604944"/>
                  </a:lnTo>
                  <a:lnTo>
                    <a:pt x="3599429" y="1604944"/>
                  </a:lnTo>
                  <a:lnTo>
                    <a:pt x="3599429" y="1599664"/>
                  </a:lnTo>
                  <a:lnTo>
                    <a:pt x="3599523" y="1599664"/>
                  </a:lnTo>
                  <a:lnTo>
                    <a:pt x="3599617" y="1599664"/>
                  </a:lnTo>
                  <a:lnTo>
                    <a:pt x="3599711" y="1599664"/>
                  </a:lnTo>
                  <a:lnTo>
                    <a:pt x="3599805" y="1599664"/>
                  </a:lnTo>
                  <a:lnTo>
                    <a:pt x="3599899" y="1599664"/>
                  </a:lnTo>
                  <a:lnTo>
                    <a:pt x="3599993" y="1599664"/>
                  </a:lnTo>
                  <a:lnTo>
                    <a:pt x="3600087" y="1599664"/>
                  </a:lnTo>
                  <a:lnTo>
                    <a:pt x="3600181" y="1599664"/>
                  </a:lnTo>
                  <a:lnTo>
                    <a:pt x="3600275" y="1599664"/>
                  </a:lnTo>
                  <a:lnTo>
                    <a:pt x="3600369" y="1599664"/>
                  </a:lnTo>
                  <a:lnTo>
                    <a:pt x="3600463" y="1599664"/>
                  </a:lnTo>
                  <a:lnTo>
                    <a:pt x="3600557" y="1599664"/>
                  </a:lnTo>
                  <a:lnTo>
                    <a:pt x="3600651" y="1599664"/>
                  </a:lnTo>
                  <a:lnTo>
                    <a:pt x="3600745" y="1599664"/>
                  </a:lnTo>
                  <a:lnTo>
                    <a:pt x="3600839" y="1599664"/>
                  </a:lnTo>
                  <a:lnTo>
                    <a:pt x="3600934" y="1599664"/>
                  </a:lnTo>
                  <a:lnTo>
                    <a:pt x="3601028" y="1599664"/>
                  </a:lnTo>
                  <a:lnTo>
                    <a:pt x="3601122" y="1599664"/>
                  </a:lnTo>
                  <a:lnTo>
                    <a:pt x="3601216" y="1599664"/>
                  </a:lnTo>
                  <a:lnTo>
                    <a:pt x="3601310" y="1599664"/>
                  </a:lnTo>
                  <a:lnTo>
                    <a:pt x="3601404" y="1599664"/>
                  </a:lnTo>
                  <a:lnTo>
                    <a:pt x="3601498" y="1599664"/>
                  </a:lnTo>
                  <a:lnTo>
                    <a:pt x="3601592" y="1599664"/>
                  </a:lnTo>
                  <a:lnTo>
                    <a:pt x="3601686" y="1599664"/>
                  </a:lnTo>
                  <a:lnTo>
                    <a:pt x="3601780" y="1599664"/>
                  </a:lnTo>
                  <a:lnTo>
                    <a:pt x="3601874" y="1599664"/>
                  </a:lnTo>
                  <a:lnTo>
                    <a:pt x="3601968" y="1599664"/>
                  </a:lnTo>
                  <a:lnTo>
                    <a:pt x="3602062" y="1599664"/>
                  </a:lnTo>
                  <a:lnTo>
                    <a:pt x="3602156" y="1599664"/>
                  </a:lnTo>
                  <a:lnTo>
                    <a:pt x="3602250" y="1599664"/>
                  </a:lnTo>
                  <a:lnTo>
                    <a:pt x="3602344" y="1599664"/>
                  </a:lnTo>
                  <a:lnTo>
                    <a:pt x="3602438" y="1599664"/>
                  </a:lnTo>
                  <a:lnTo>
                    <a:pt x="3602532" y="1599664"/>
                  </a:lnTo>
                  <a:lnTo>
                    <a:pt x="3602626" y="1599664"/>
                  </a:lnTo>
                  <a:lnTo>
                    <a:pt x="3602720" y="1599664"/>
                  </a:lnTo>
                  <a:lnTo>
                    <a:pt x="3602814" y="1599664"/>
                  </a:lnTo>
                  <a:lnTo>
                    <a:pt x="3602908" y="1599664"/>
                  </a:lnTo>
                  <a:lnTo>
                    <a:pt x="3603002" y="1599664"/>
                  </a:lnTo>
                  <a:lnTo>
                    <a:pt x="3603096" y="1599664"/>
                  </a:lnTo>
                  <a:lnTo>
                    <a:pt x="3603190" y="1599664"/>
                  </a:lnTo>
                  <a:lnTo>
                    <a:pt x="3603284" y="1599664"/>
                  </a:lnTo>
                  <a:lnTo>
                    <a:pt x="3603378" y="1599664"/>
                  </a:lnTo>
                  <a:lnTo>
                    <a:pt x="3603472" y="1599664"/>
                  </a:lnTo>
                  <a:lnTo>
                    <a:pt x="3603566" y="1599664"/>
                  </a:lnTo>
                  <a:lnTo>
                    <a:pt x="3603660" y="1599664"/>
                  </a:lnTo>
                  <a:lnTo>
                    <a:pt x="3603754" y="1599664"/>
                  </a:lnTo>
                  <a:lnTo>
                    <a:pt x="3603848" y="1599664"/>
                  </a:lnTo>
                  <a:lnTo>
                    <a:pt x="3603942" y="1599664"/>
                  </a:lnTo>
                  <a:lnTo>
                    <a:pt x="3604036" y="1599664"/>
                  </a:lnTo>
                  <a:lnTo>
                    <a:pt x="3604130" y="1599664"/>
                  </a:lnTo>
                  <a:lnTo>
                    <a:pt x="3604224" y="1599664"/>
                  </a:lnTo>
                  <a:lnTo>
                    <a:pt x="3604318" y="1599664"/>
                  </a:lnTo>
                  <a:lnTo>
                    <a:pt x="3604412" y="1599664"/>
                  </a:lnTo>
                  <a:lnTo>
                    <a:pt x="3604507" y="1599664"/>
                  </a:lnTo>
                  <a:lnTo>
                    <a:pt x="3604601" y="1599664"/>
                  </a:lnTo>
                  <a:lnTo>
                    <a:pt x="3604695" y="1599664"/>
                  </a:lnTo>
                  <a:lnTo>
                    <a:pt x="3604789" y="1599664"/>
                  </a:lnTo>
                  <a:lnTo>
                    <a:pt x="3604883" y="1599664"/>
                  </a:lnTo>
                  <a:lnTo>
                    <a:pt x="3604977" y="1599664"/>
                  </a:lnTo>
                  <a:lnTo>
                    <a:pt x="3605071" y="1599664"/>
                  </a:lnTo>
                  <a:lnTo>
                    <a:pt x="3605165" y="1599664"/>
                  </a:lnTo>
                  <a:lnTo>
                    <a:pt x="3605259" y="1599664"/>
                  </a:lnTo>
                  <a:lnTo>
                    <a:pt x="3605353" y="1599664"/>
                  </a:lnTo>
                  <a:lnTo>
                    <a:pt x="3605447" y="1599664"/>
                  </a:lnTo>
                  <a:lnTo>
                    <a:pt x="3605541" y="1599664"/>
                  </a:lnTo>
                  <a:lnTo>
                    <a:pt x="3605635" y="1599664"/>
                  </a:lnTo>
                  <a:lnTo>
                    <a:pt x="3605729" y="1599664"/>
                  </a:lnTo>
                  <a:lnTo>
                    <a:pt x="3605823" y="1599664"/>
                  </a:lnTo>
                  <a:lnTo>
                    <a:pt x="3605917" y="1599664"/>
                  </a:lnTo>
                  <a:lnTo>
                    <a:pt x="3606011" y="1599664"/>
                  </a:lnTo>
                  <a:lnTo>
                    <a:pt x="3606105" y="1599664"/>
                  </a:lnTo>
                  <a:lnTo>
                    <a:pt x="3606199" y="1599664"/>
                  </a:lnTo>
                  <a:lnTo>
                    <a:pt x="3606293" y="1599664"/>
                  </a:lnTo>
                  <a:lnTo>
                    <a:pt x="3606387" y="1599664"/>
                  </a:lnTo>
                  <a:lnTo>
                    <a:pt x="3606481" y="1599664"/>
                  </a:lnTo>
                  <a:lnTo>
                    <a:pt x="3606575" y="1599664"/>
                  </a:lnTo>
                  <a:lnTo>
                    <a:pt x="3606669" y="1599664"/>
                  </a:lnTo>
                  <a:lnTo>
                    <a:pt x="3606763" y="1599664"/>
                  </a:lnTo>
                  <a:lnTo>
                    <a:pt x="3606857" y="1599664"/>
                  </a:lnTo>
                  <a:lnTo>
                    <a:pt x="3606951" y="1599664"/>
                  </a:lnTo>
                  <a:lnTo>
                    <a:pt x="3607045" y="1599664"/>
                  </a:lnTo>
                  <a:lnTo>
                    <a:pt x="3607139" y="1599664"/>
                  </a:lnTo>
                  <a:lnTo>
                    <a:pt x="3607233" y="1599664"/>
                  </a:lnTo>
                  <a:lnTo>
                    <a:pt x="3607327" y="1599664"/>
                  </a:lnTo>
                  <a:lnTo>
                    <a:pt x="3607421" y="1599664"/>
                  </a:lnTo>
                  <a:lnTo>
                    <a:pt x="3607515" y="1599664"/>
                  </a:lnTo>
                  <a:lnTo>
                    <a:pt x="3607609" y="1599664"/>
                  </a:lnTo>
                  <a:lnTo>
                    <a:pt x="3607703" y="1599664"/>
                  </a:lnTo>
                  <a:lnTo>
                    <a:pt x="3607797" y="1599664"/>
                  </a:lnTo>
                  <a:lnTo>
                    <a:pt x="3607891" y="1599664"/>
                  </a:lnTo>
                  <a:lnTo>
                    <a:pt x="3607986" y="1599664"/>
                  </a:lnTo>
                  <a:lnTo>
                    <a:pt x="3608080" y="1599664"/>
                  </a:lnTo>
                  <a:lnTo>
                    <a:pt x="3608174" y="1599664"/>
                  </a:lnTo>
                  <a:lnTo>
                    <a:pt x="3608268" y="1599664"/>
                  </a:lnTo>
                  <a:lnTo>
                    <a:pt x="3608362" y="1599664"/>
                  </a:lnTo>
                  <a:lnTo>
                    <a:pt x="3608456" y="1599664"/>
                  </a:lnTo>
                  <a:lnTo>
                    <a:pt x="3608550" y="1599664"/>
                  </a:lnTo>
                  <a:lnTo>
                    <a:pt x="3608644" y="1599664"/>
                  </a:lnTo>
                  <a:lnTo>
                    <a:pt x="3608738" y="1599664"/>
                  </a:lnTo>
                  <a:lnTo>
                    <a:pt x="3608832" y="1599664"/>
                  </a:lnTo>
                  <a:lnTo>
                    <a:pt x="3608926" y="1599664"/>
                  </a:lnTo>
                  <a:lnTo>
                    <a:pt x="3609020" y="1599664"/>
                  </a:lnTo>
                  <a:lnTo>
                    <a:pt x="3609114" y="1599664"/>
                  </a:lnTo>
                  <a:lnTo>
                    <a:pt x="3609208" y="1599664"/>
                  </a:lnTo>
                  <a:lnTo>
                    <a:pt x="3609302" y="1599664"/>
                  </a:lnTo>
                  <a:lnTo>
                    <a:pt x="3609396" y="1599664"/>
                  </a:lnTo>
                  <a:lnTo>
                    <a:pt x="3609490" y="1599664"/>
                  </a:lnTo>
                  <a:lnTo>
                    <a:pt x="3609584" y="1599664"/>
                  </a:lnTo>
                  <a:lnTo>
                    <a:pt x="3609678" y="1599664"/>
                  </a:lnTo>
                  <a:lnTo>
                    <a:pt x="3609772" y="1599664"/>
                  </a:lnTo>
                  <a:lnTo>
                    <a:pt x="3609866" y="1599664"/>
                  </a:lnTo>
                  <a:lnTo>
                    <a:pt x="3609960" y="1599664"/>
                  </a:lnTo>
                  <a:lnTo>
                    <a:pt x="3610054" y="1599664"/>
                  </a:lnTo>
                  <a:lnTo>
                    <a:pt x="3610148" y="1599664"/>
                  </a:lnTo>
                  <a:lnTo>
                    <a:pt x="3610242" y="1599664"/>
                  </a:lnTo>
                  <a:lnTo>
                    <a:pt x="3610336" y="1599664"/>
                  </a:lnTo>
                  <a:lnTo>
                    <a:pt x="3610430" y="1599664"/>
                  </a:lnTo>
                  <a:lnTo>
                    <a:pt x="3610524" y="1599664"/>
                  </a:lnTo>
                  <a:lnTo>
                    <a:pt x="3610618" y="1599664"/>
                  </a:lnTo>
                  <a:lnTo>
                    <a:pt x="3610712" y="1599664"/>
                  </a:lnTo>
                  <a:lnTo>
                    <a:pt x="3610806" y="1599664"/>
                  </a:lnTo>
                  <a:lnTo>
                    <a:pt x="3610900" y="1599664"/>
                  </a:lnTo>
                  <a:lnTo>
                    <a:pt x="3610994" y="1599664"/>
                  </a:lnTo>
                  <a:lnTo>
                    <a:pt x="3611088" y="1599664"/>
                  </a:lnTo>
                  <a:lnTo>
                    <a:pt x="3611182" y="1599664"/>
                  </a:lnTo>
                  <a:lnTo>
                    <a:pt x="3611276" y="1599664"/>
                  </a:lnTo>
                  <a:lnTo>
                    <a:pt x="3611370" y="1599664"/>
                  </a:lnTo>
                  <a:lnTo>
                    <a:pt x="3611464" y="1599664"/>
                  </a:lnTo>
                  <a:lnTo>
                    <a:pt x="3611464" y="1594385"/>
                  </a:lnTo>
                  <a:lnTo>
                    <a:pt x="3611559" y="1594385"/>
                  </a:lnTo>
                  <a:lnTo>
                    <a:pt x="3611653" y="1594385"/>
                  </a:lnTo>
                  <a:lnTo>
                    <a:pt x="3611747" y="1594385"/>
                  </a:lnTo>
                  <a:lnTo>
                    <a:pt x="3611841" y="1594385"/>
                  </a:lnTo>
                  <a:lnTo>
                    <a:pt x="3611935" y="1594385"/>
                  </a:lnTo>
                  <a:lnTo>
                    <a:pt x="3612029" y="1594385"/>
                  </a:lnTo>
                  <a:lnTo>
                    <a:pt x="3612123" y="1594385"/>
                  </a:lnTo>
                  <a:lnTo>
                    <a:pt x="3612217" y="1594385"/>
                  </a:lnTo>
                  <a:lnTo>
                    <a:pt x="3612311" y="1594385"/>
                  </a:lnTo>
                  <a:lnTo>
                    <a:pt x="3612405" y="1594385"/>
                  </a:lnTo>
                  <a:lnTo>
                    <a:pt x="3612499" y="1594385"/>
                  </a:lnTo>
                  <a:lnTo>
                    <a:pt x="3612593" y="1594385"/>
                  </a:lnTo>
                  <a:lnTo>
                    <a:pt x="3612687" y="1594385"/>
                  </a:lnTo>
                  <a:lnTo>
                    <a:pt x="3612781" y="1594385"/>
                  </a:lnTo>
                  <a:lnTo>
                    <a:pt x="3612875" y="1594385"/>
                  </a:lnTo>
                  <a:lnTo>
                    <a:pt x="3612969" y="1594385"/>
                  </a:lnTo>
                  <a:lnTo>
                    <a:pt x="3613063" y="1594385"/>
                  </a:lnTo>
                  <a:lnTo>
                    <a:pt x="3613157" y="1594385"/>
                  </a:lnTo>
                  <a:lnTo>
                    <a:pt x="3613251" y="1594385"/>
                  </a:lnTo>
                  <a:lnTo>
                    <a:pt x="3613345" y="1594385"/>
                  </a:lnTo>
                  <a:lnTo>
                    <a:pt x="3613439" y="1594385"/>
                  </a:lnTo>
                  <a:lnTo>
                    <a:pt x="3613533" y="1594385"/>
                  </a:lnTo>
                  <a:lnTo>
                    <a:pt x="3613627" y="1594385"/>
                  </a:lnTo>
                  <a:lnTo>
                    <a:pt x="3613721" y="1594385"/>
                  </a:lnTo>
                  <a:lnTo>
                    <a:pt x="3613815" y="1594385"/>
                  </a:lnTo>
                  <a:lnTo>
                    <a:pt x="3613909" y="1594385"/>
                  </a:lnTo>
                  <a:lnTo>
                    <a:pt x="3614003" y="1594385"/>
                  </a:lnTo>
                  <a:lnTo>
                    <a:pt x="3614097" y="1594385"/>
                  </a:lnTo>
                  <a:lnTo>
                    <a:pt x="3614191" y="1594385"/>
                  </a:lnTo>
                  <a:lnTo>
                    <a:pt x="3614285" y="1594385"/>
                  </a:lnTo>
                  <a:lnTo>
                    <a:pt x="3614379" y="1594385"/>
                  </a:lnTo>
                  <a:lnTo>
                    <a:pt x="3614473" y="1594385"/>
                  </a:lnTo>
                  <a:lnTo>
                    <a:pt x="3614567" y="1594385"/>
                  </a:lnTo>
                  <a:lnTo>
                    <a:pt x="3614661" y="1594385"/>
                  </a:lnTo>
                  <a:lnTo>
                    <a:pt x="3614755" y="1594385"/>
                  </a:lnTo>
                  <a:lnTo>
                    <a:pt x="3614849" y="1594385"/>
                  </a:lnTo>
                  <a:lnTo>
                    <a:pt x="3614943" y="1594385"/>
                  </a:lnTo>
                  <a:lnTo>
                    <a:pt x="3615037" y="1594385"/>
                  </a:lnTo>
                  <a:lnTo>
                    <a:pt x="3615132" y="1594385"/>
                  </a:lnTo>
                  <a:lnTo>
                    <a:pt x="3615226" y="1594385"/>
                  </a:lnTo>
                  <a:lnTo>
                    <a:pt x="3615320" y="1594385"/>
                  </a:lnTo>
                  <a:lnTo>
                    <a:pt x="3615414" y="1594385"/>
                  </a:lnTo>
                  <a:lnTo>
                    <a:pt x="3615508" y="1594385"/>
                  </a:lnTo>
                  <a:lnTo>
                    <a:pt x="3615602" y="1594385"/>
                  </a:lnTo>
                  <a:lnTo>
                    <a:pt x="3615696" y="1594385"/>
                  </a:lnTo>
                  <a:lnTo>
                    <a:pt x="3615790" y="1594385"/>
                  </a:lnTo>
                  <a:lnTo>
                    <a:pt x="3615884" y="1594385"/>
                  </a:lnTo>
                  <a:lnTo>
                    <a:pt x="3615978" y="1594385"/>
                  </a:lnTo>
                  <a:lnTo>
                    <a:pt x="3616072" y="1594385"/>
                  </a:lnTo>
                  <a:lnTo>
                    <a:pt x="3616166" y="1594385"/>
                  </a:lnTo>
                  <a:lnTo>
                    <a:pt x="3616260" y="1594385"/>
                  </a:lnTo>
                  <a:lnTo>
                    <a:pt x="3616354" y="1594385"/>
                  </a:lnTo>
                  <a:lnTo>
                    <a:pt x="3616448" y="1594385"/>
                  </a:lnTo>
                  <a:lnTo>
                    <a:pt x="3616542" y="1594385"/>
                  </a:lnTo>
                  <a:lnTo>
                    <a:pt x="3616636" y="1594385"/>
                  </a:lnTo>
                  <a:lnTo>
                    <a:pt x="3616730" y="1594385"/>
                  </a:lnTo>
                  <a:lnTo>
                    <a:pt x="3616824" y="1594385"/>
                  </a:lnTo>
                  <a:lnTo>
                    <a:pt x="3616918" y="1594385"/>
                  </a:lnTo>
                  <a:lnTo>
                    <a:pt x="3617012" y="1594385"/>
                  </a:lnTo>
                  <a:lnTo>
                    <a:pt x="3617106" y="1594385"/>
                  </a:lnTo>
                  <a:lnTo>
                    <a:pt x="3617200" y="1594385"/>
                  </a:lnTo>
                  <a:lnTo>
                    <a:pt x="3617294" y="1594385"/>
                  </a:lnTo>
                  <a:lnTo>
                    <a:pt x="3617388" y="1594385"/>
                  </a:lnTo>
                  <a:lnTo>
                    <a:pt x="3617482" y="1594385"/>
                  </a:lnTo>
                  <a:lnTo>
                    <a:pt x="3617576" y="1594385"/>
                  </a:lnTo>
                  <a:lnTo>
                    <a:pt x="3617670" y="1594385"/>
                  </a:lnTo>
                  <a:lnTo>
                    <a:pt x="3617764" y="1594385"/>
                  </a:lnTo>
                  <a:lnTo>
                    <a:pt x="3617858" y="1594385"/>
                  </a:lnTo>
                  <a:lnTo>
                    <a:pt x="3617952" y="1594385"/>
                  </a:lnTo>
                  <a:lnTo>
                    <a:pt x="3618046" y="1594385"/>
                  </a:lnTo>
                  <a:lnTo>
                    <a:pt x="3618140" y="1594385"/>
                  </a:lnTo>
                  <a:lnTo>
                    <a:pt x="3618234" y="1594385"/>
                  </a:lnTo>
                  <a:lnTo>
                    <a:pt x="3618328" y="1594385"/>
                  </a:lnTo>
                  <a:lnTo>
                    <a:pt x="3618422" y="1594385"/>
                  </a:lnTo>
                  <a:lnTo>
                    <a:pt x="3618516" y="1594385"/>
                  </a:lnTo>
                  <a:lnTo>
                    <a:pt x="3618611" y="1594385"/>
                  </a:lnTo>
                  <a:lnTo>
                    <a:pt x="3618705" y="1594385"/>
                  </a:lnTo>
                  <a:lnTo>
                    <a:pt x="3618799" y="1594385"/>
                  </a:lnTo>
                  <a:lnTo>
                    <a:pt x="3618893" y="1594385"/>
                  </a:lnTo>
                  <a:lnTo>
                    <a:pt x="3618987" y="1594385"/>
                  </a:lnTo>
                  <a:lnTo>
                    <a:pt x="3619081" y="1594385"/>
                  </a:lnTo>
                  <a:lnTo>
                    <a:pt x="3619175" y="1594385"/>
                  </a:lnTo>
                  <a:lnTo>
                    <a:pt x="3619269" y="1594385"/>
                  </a:lnTo>
                  <a:lnTo>
                    <a:pt x="3619363" y="1594385"/>
                  </a:lnTo>
                  <a:lnTo>
                    <a:pt x="3619457" y="1594385"/>
                  </a:lnTo>
                  <a:lnTo>
                    <a:pt x="3619551" y="1594385"/>
                  </a:lnTo>
                  <a:lnTo>
                    <a:pt x="3619645" y="1594385"/>
                  </a:lnTo>
                  <a:lnTo>
                    <a:pt x="3619739" y="1594385"/>
                  </a:lnTo>
                  <a:lnTo>
                    <a:pt x="3619833" y="1594385"/>
                  </a:lnTo>
                  <a:lnTo>
                    <a:pt x="3619927" y="1594385"/>
                  </a:lnTo>
                  <a:lnTo>
                    <a:pt x="3620021" y="1594385"/>
                  </a:lnTo>
                  <a:lnTo>
                    <a:pt x="3620115" y="1594385"/>
                  </a:lnTo>
                  <a:lnTo>
                    <a:pt x="3620209" y="1594385"/>
                  </a:lnTo>
                  <a:lnTo>
                    <a:pt x="3620303" y="1594385"/>
                  </a:lnTo>
                  <a:lnTo>
                    <a:pt x="3620397" y="1594385"/>
                  </a:lnTo>
                  <a:lnTo>
                    <a:pt x="3620491" y="1594385"/>
                  </a:lnTo>
                  <a:lnTo>
                    <a:pt x="3620585" y="1594385"/>
                  </a:lnTo>
                  <a:lnTo>
                    <a:pt x="3620585" y="1589105"/>
                  </a:lnTo>
                  <a:lnTo>
                    <a:pt x="3620679" y="1589105"/>
                  </a:lnTo>
                  <a:lnTo>
                    <a:pt x="3620773" y="1589105"/>
                  </a:lnTo>
                  <a:lnTo>
                    <a:pt x="3620867" y="1589105"/>
                  </a:lnTo>
                  <a:lnTo>
                    <a:pt x="3620961" y="1589105"/>
                  </a:lnTo>
                  <a:lnTo>
                    <a:pt x="3621055" y="1589105"/>
                  </a:lnTo>
                  <a:lnTo>
                    <a:pt x="3621149" y="1589105"/>
                  </a:lnTo>
                  <a:lnTo>
                    <a:pt x="3621243" y="1589105"/>
                  </a:lnTo>
                  <a:lnTo>
                    <a:pt x="3621337" y="1589105"/>
                  </a:lnTo>
                  <a:lnTo>
                    <a:pt x="3621431" y="1589105"/>
                  </a:lnTo>
                  <a:lnTo>
                    <a:pt x="3621525" y="1589105"/>
                  </a:lnTo>
                  <a:lnTo>
                    <a:pt x="3621619" y="1589105"/>
                  </a:lnTo>
                  <a:lnTo>
                    <a:pt x="3621713" y="1589105"/>
                  </a:lnTo>
                  <a:lnTo>
                    <a:pt x="3621807" y="1589105"/>
                  </a:lnTo>
                  <a:lnTo>
                    <a:pt x="3621901" y="1589105"/>
                  </a:lnTo>
                  <a:lnTo>
                    <a:pt x="3621995" y="1589105"/>
                  </a:lnTo>
                  <a:lnTo>
                    <a:pt x="3622089" y="1589105"/>
                  </a:lnTo>
                  <a:lnTo>
                    <a:pt x="3622184" y="1589105"/>
                  </a:lnTo>
                  <a:lnTo>
                    <a:pt x="3622278" y="1589105"/>
                  </a:lnTo>
                  <a:lnTo>
                    <a:pt x="3622372" y="1589105"/>
                  </a:lnTo>
                  <a:lnTo>
                    <a:pt x="3622466" y="1589105"/>
                  </a:lnTo>
                  <a:lnTo>
                    <a:pt x="3622560" y="1589105"/>
                  </a:lnTo>
                  <a:lnTo>
                    <a:pt x="3622560" y="1583826"/>
                  </a:lnTo>
                  <a:lnTo>
                    <a:pt x="3622654" y="1583826"/>
                  </a:lnTo>
                  <a:lnTo>
                    <a:pt x="3622748" y="1583826"/>
                  </a:lnTo>
                  <a:lnTo>
                    <a:pt x="3622842" y="1583826"/>
                  </a:lnTo>
                  <a:lnTo>
                    <a:pt x="3622936" y="1583826"/>
                  </a:lnTo>
                  <a:lnTo>
                    <a:pt x="3623030" y="1583826"/>
                  </a:lnTo>
                  <a:lnTo>
                    <a:pt x="3623124" y="1583826"/>
                  </a:lnTo>
                  <a:lnTo>
                    <a:pt x="3623218" y="1583826"/>
                  </a:lnTo>
                  <a:lnTo>
                    <a:pt x="3623312" y="1583826"/>
                  </a:lnTo>
                  <a:lnTo>
                    <a:pt x="3623406" y="1583826"/>
                  </a:lnTo>
                  <a:lnTo>
                    <a:pt x="3623500" y="1583826"/>
                  </a:lnTo>
                  <a:lnTo>
                    <a:pt x="3623594" y="1583826"/>
                  </a:lnTo>
                  <a:lnTo>
                    <a:pt x="3623688" y="1583826"/>
                  </a:lnTo>
                  <a:lnTo>
                    <a:pt x="3623782" y="1583826"/>
                  </a:lnTo>
                  <a:lnTo>
                    <a:pt x="3623876" y="1583826"/>
                  </a:lnTo>
                  <a:lnTo>
                    <a:pt x="3623970" y="1583826"/>
                  </a:lnTo>
                  <a:lnTo>
                    <a:pt x="3624064" y="1583826"/>
                  </a:lnTo>
                  <a:lnTo>
                    <a:pt x="3624158" y="1583826"/>
                  </a:lnTo>
                  <a:lnTo>
                    <a:pt x="3624252" y="1583826"/>
                  </a:lnTo>
                  <a:lnTo>
                    <a:pt x="3624346" y="1583826"/>
                  </a:lnTo>
                  <a:lnTo>
                    <a:pt x="3624440" y="1583826"/>
                  </a:lnTo>
                  <a:lnTo>
                    <a:pt x="3624534" y="1583826"/>
                  </a:lnTo>
                  <a:lnTo>
                    <a:pt x="3624628" y="1583826"/>
                  </a:lnTo>
                  <a:lnTo>
                    <a:pt x="3624722" y="1583826"/>
                  </a:lnTo>
                  <a:lnTo>
                    <a:pt x="3624816" y="1583826"/>
                  </a:lnTo>
                  <a:lnTo>
                    <a:pt x="3624910" y="1583826"/>
                  </a:lnTo>
                  <a:lnTo>
                    <a:pt x="3625004" y="1583826"/>
                  </a:lnTo>
                  <a:lnTo>
                    <a:pt x="3625098" y="1583826"/>
                  </a:lnTo>
                  <a:lnTo>
                    <a:pt x="3625192" y="1583826"/>
                  </a:lnTo>
                  <a:lnTo>
                    <a:pt x="3625286" y="1583826"/>
                  </a:lnTo>
                  <a:lnTo>
                    <a:pt x="3625380" y="1583826"/>
                  </a:lnTo>
                  <a:lnTo>
                    <a:pt x="3625474" y="1583826"/>
                  </a:lnTo>
                  <a:lnTo>
                    <a:pt x="3625568" y="1583826"/>
                  </a:lnTo>
                  <a:lnTo>
                    <a:pt x="3625662" y="1583826"/>
                  </a:lnTo>
                  <a:lnTo>
                    <a:pt x="3625757" y="1583826"/>
                  </a:lnTo>
                  <a:lnTo>
                    <a:pt x="3625851" y="1583826"/>
                  </a:lnTo>
                  <a:lnTo>
                    <a:pt x="3625945" y="1583826"/>
                  </a:lnTo>
                  <a:lnTo>
                    <a:pt x="3626039" y="1583826"/>
                  </a:lnTo>
                  <a:lnTo>
                    <a:pt x="3626133" y="1583826"/>
                  </a:lnTo>
                  <a:lnTo>
                    <a:pt x="3626227" y="1583826"/>
                  </a:lnTo>
                  <a:lnTo>
                    <a:pt x="3626321" y="1583826"/>
                  </a:lnTo>
                  <a:lnTo>
                    <a:pt x="3626415" y="1583826"/>
                  </a:lnTo>
                  <a:lnTo>
                    <a:pt x="3626509" y="1583826"/>
                  </a:lnTo>
                  <a:lnTo>
                    <a:pt x="3626603" y="1583826"/>
                  </a:lnTo>
                  <a:lnTo>
                    <a:pt x="3626697" y="1583826"/>
                  </a:lnTo>
                  <a:lnTo>
                    <a:pt x="3626791" y="1583826"/>
                  </a:lnTo>
                  <a:lnTo>
                    <a:pt x="3626885" y="1583826"/>
                  </a:lnTo>
                  <a:lnTo>
                    <a:pt x="3626979" y="1583826"/>
                  </a:lnTo>
                  <a:lnTo>
                    <a:pt x="3627073" y="1583826"/>
                  </a:lnTo>
                  <a:lnTo>
                    <a:pt x="3627167" y="1583826"/>
                  </a:lnTo>
                  <a:lnTo>
                    <a:pt x="3627261" y="1583826"/>
                  </a:lnTo>
                  <a:lnTo>
                    <a:pt x="3627355" y="1583826"/>
                  </a:lnTo>
                  <a:lnTo>
                    <a:pt x="3627449" y="1583826"/>
                  </a:lnTo>
                  <a:lnTo>
                    <a:pt x="3627543" y="1583826"/>
                  </a:lnTo>
                  <a:lnTo>
                    <a:pt x="3627637" y="1583826"/>
                  </a:lnTo>
                  <a:lnTo>
                    <a:pt x="3627731" y="1583826"/>
                  </a:lnTo>
                  <a:lnTo>
                    <a:pt x="3627825" y="1583826"/>
                  </a:lnTo>
                  <a:lnTo>
                    <a:pt x="3627919" y="1583826"/>
                  </a:lnTo>
                  <a:lnTo>
                    <a:pt x="3628013" y="1583826"/>
                  </a:lnTo>
                  <a:lnTo>
                    <a:pt x="3628107" y="1583826"/>
                  </a:lnTo>
                  <a:lnTo>
                    <a:pt x="3628201" y="1583826"/>
                  </a:lnTo>
                  <a:lnTo>
                    <a:pt x="3628295" y="1583826"/>
                  </a:lnTo>
                  <a:lnTo>
                    <a:pt x="3628389" y="1583826"/>
                  </a:lnTo>
                  <a:lnTo>
                    <a:pt x="3628483" y="1583826"/>
                  </a:lnTo>
                  <a:lnTo>
                    <a:pt x="3628577" y="1583826"/>
                  </a:lnTo>
                  <a:lnTo>
                    <a:pt x="3628671" y="1583826"/>
                  </a:lnTo>
                  <a:lnTo>
                    <a:pt x="3628765" y="1583826"/>
                  </a:lnTo>
                  <a:lnTo>
                    <a:pt x="3628859" y="1583826"/>
                  </a:lnTo>
                  <a:lnTo>
                    <a:pt x="3628953" y="1583826"/>
                  </a:lnTo>
                  <a:lnTo>
                    <a:pt x="3629047" y="1583826"/>
                  </a:lnTo>
                  <a:lnTo>
                    <a:pt x="3629141" y="1583826"/>
                  </a:lnTo>
                  <a:lnTo>
                    <a:pt x="3629236" y="1583826"/>
                  </a:lnTo>
                  <a:lnTo>
                    <a:pt x="3629330" y="1583826"/>
                  </a:lnTo>
                  <a:lnTo>
                    <a:pt x="3629330" y="1578546"/>
                  </a:lnTo>
                  <a:lnTo>
                    <a:pt x="3629424" y="1578546"/>
                  </a:lnTo>
                  <a:lnTo>
                    <a:pt x="3629518" y="1578546"/>
                  </a:lnTo>
                  <a:lnTo>
                    <a:pt x="3629612" y="1578546"/>
                  </a:lnTo>
                  <a:lnTo>
                    <a:pt x="3629706" y="1578546"/>
                  </a:lnTo>
                  <a:lnTo>
                    <a:pt x="3629800" y="1578546"/>
                  </a:lnTo>
                  <a:lnTo>
                    <a:pt x="3629894" y="1578546"/>
                  </a:lnTo>
                  <a:lnTo>
                    <a:pt x="3629988" y="1578546"/>
                  </a:lnTo>
                  <a:lnTo>
                    <a:pt x="3630082" y="1578546"/>
                  </a:lnTo>
                  <a:lnTo>
                    <a:pt x="3630176" y="1578546"/>
                  </a:lnTo>
                  <a:lnTo>
                    <a:pt x="3630270" y="1578546"/>
                  </a:lnTo>
                  <a:lnTo>
                    <a:pt x="3630364" y="1578546"/>
                  </a:lnTo>
                  <a:lnTo>
                    <a:pt x="3630458" y="1578546"/>
                  </a:lnTo>
                  <a:lnTo>
                    <a:pt x="3630552" y="1578546"/>
                  </a:lnTo>
                  <a:lnTo>
                    <a:pt x="3630646" y="1578546"/>
                  </a:lnTo>
                  <a:lnTo>
                    <a:pt x="3630740" y="1578546"/>
                  </a:lnTo>
                  <a:lnTo>
                    <a:pt x="3630834" y="1578546"/>
                  </a:lnTo>
                  <a:lnTo>
                    <a:pt x="3630928" y="1578546"/>
                  </a:lnTo>
                  <a:lnTo>
                    <a:pt x="3631022" y="1578546"/>
                  </a:lnTo>
                  <a:lnTo>
                    <a:pt x="3631116" y="1578546"/>
                  </a:lnTo>
                  <a:lnTo>
                    <a:pt x="3631210" y="1578546"/>
                  </a:lnTo>
                  <a:lnTo>
                    <a:pt x="3631304" y="1578546"/>
                  </a:lnTo>
                  <a:lnTo>
                    <a:pt x="3631398" y="1578546"/>
                  </a:lnTo>
                  <a:lnTo>
                    <a:pt x="3631492" y="1578546"/>
                  </a:lnTo>
                  <a:lnTo>
                    <a:pt x="3631586" y="1578546"/>
                  </a:lnTo>
                  <a:lnTo>
                    <a:pt x="3631680" y="1578546"/>
                  </a:lnTo>
                  <a:lnTo>
                    <a:pt x="3631774" y="1578546"/>
                  </a:lnTo>
                  <a:lnTo>
                    <a:pt x="3631868" y="1578546"/>
                  </a:lnTo>
                  <a:lnTo>
                    <a:pt x="3631962" y="1578546"/>
                  </a:lnTo>
                  <a:lnTo>
                    <a:pt x="3632056" y="1578546"/>
                  </a:lnTo>
                  <a:lnTo>
                    <a:pt x="3632150" y="1578546"/>
                  </a:lnTo>
                  <a:lnTo>
                    <a:pt x="3632244" y="1578546"/>
                  </a:lnTo>
                  <a:lnTo>
                    <a:pt x="3632338" y="1578546"/>
                  </a:lnTo>
                  <a:lnTo>
                    <a:pt x="3632432" y="1578546"/>
                  </a:lnTo>
                  <a:lnTo>
                    <a:pt x="3632526" y="1578546"/>
                  </a:lnTo>
                  <a:lnTo>
                    <a:pt x="3632620" y="1578546"/>
                  </a:lnTo>
                  <a:lnTo>
                    <a:pt x="3632714" y="1578546"/>
                  </a:lnTo>
                  <a:lnTo>
                    <a:pt x="3632809" y="1578546"/>
                  </a:lnTo>
                  <a:lnTo>
                    <a:pt x="3632903" y="1578546"/>
                  </a:lnTo>
                  <a:lnTo>
                    <a:pt x="3632997" y="1578546"/>
                  </a:lnTo>
                  <a:lnTo>
                    <a:pt x="3633091" y="1578546"/>
                  </a:lnTo>
                  <a:lnTo>
                    <a:pt x="3633185" y="1578546"/>
                  </a:lnTo>
                  <a:lnTo>
                    <a:pt x="3633279" y="1578546"/>
                  </a:lnTo>
                  <a:lnTo>
                    <a:pt x="3633373" y="1578546"/>
                  </a:lnTo>
                  <a:lnTo>
                    <a:pt x="3633467" y="1578546"/>
                  </a:lnTo>
                  <a:lnTo>
                    <a:pt x="3633561" y="1578546"/>
                  </a:lnTo>
                  <a:lnTo>
                    <a:pt x="3633655" y="1578546"/>
                  </a:lnTo>
                  <a:lnTo>
                    <a:pt x="3633749" y="1578546"/>
                  </a:lnTo>
                  <a:lnTo>
                    <a:pt x="3633843" y="1578546"/>
                  </a:lnTo>
                  <a:lnTo>
                    <a:pt x="3633937" y="1578546"/>
                  </a:lnTo>
                  <a:lnTo>
                    <a:pt x="3634031" y="1578546"/>
                  </a:lnTo>
                  <a:lnTo>
                    <a:pt x="3634125" y="1578546"/>
                  </a:lnTo>
                  <a:lnTo>
                    <a:pt x="3634219" y="1578546"/>
                  </a:lnTo>
                  <a:lnTo>
                    <a:pt x="3634313" y="1578546"/>
                  </a:lnTo>
                  <a:lnTo>
                    <a:pt x="3634313" y="1573267"/>
                  </a:lnTo>
                  <a:lnTo>
                    <a:pt x="3634407" y="1573267"/>
                  </a:lnTo>
                  <a:lnTo>
                    <a:pt x="3634501" y="1573267"/>
                  </a:lnTo>
                  <a:lnTo>
                    <a:pt x="3634595" y="1573267"/>
                  </a:lnTo>
                  <a:lnTo>
                    <a:pt x="3634689" y="1573267"/>
                  </a:lnTo>
                  <a:lnTo>
                    <a:pt x="3634783" y="1573267"/>
                  </a:lnTo>
                  <a:lnTo>
                    <a:pt x="3634877" y="1573267"/>
                  </a:lnTo>
                  <a:lnTo>
                    <a:pt x="3634971" y="1573267"/>
                  </a:lnTo>
                  <a:lnTo>
                    <a:pt x="3635065" y="1573267"/>
                  </a:lnTo>
                  <a:lnTo>
                    <a:pt x="3635159" y="1573267"/>
                  </a:lnTo>
                  <a:lnTo>
                    <a:pt x="3635253" y="1573267"/>
                  </a:lnTo>
                  <a:lnTo>
                    <a:pt x="3635347" y="1573267"/>
                  </a:lnTo>
                  <a:lnTo>
                    <a:pt x="3635441" y="1573267"/>
                  </a:lnTo>
                  <a:lnTo>
                    <a:pt x="3635535" y="1573267"/>
                  </a:lnTo>
                  <a:lnTo>
                    <a:pt x="3635629" y="1573267"/>
                  </a:lnTo>
                  <a:lnTo>
                    <a:pt x="3635723" y="1573267"/>
                  </a:lnTo>
                  <a:lnTo>
                    <a:pt x="3635723" y="1567988"/>
                  </a:lnTo>
                  <a:lnTo>
                    <a:pt x="3635817" y="1567988"/>
                  </a:lnTo>
                  <a:lnTo>
                    <a:pt x="3635911" y="1567988"/>
                  </a:lnTo>
                  <a:lnTo>
                    <a:pt x="3636005" y="1567988"/>
                  </a:lnTo>
                  <a:lnTo>
                    <a:pt x="3636099" y="1567988"/>
                  </a:lnTo>
                  <a:lnTo>
                    <a:pt x="3636193" y="1567988"/>
                  </a:lnTo>
                  <a:lnTo>
                    <a:pt x="3636287" y="1567988"/>
                  </a:lnTo>
                  <a:lnTo>
                    <a:pt x="3636382" y="1567988"/>
                  </a:lnTo>
                  <a:lnTo>
                    <a:pt x="3636476" y="1567988"/>
                  </a:lnTo>
                  <a:lnTo>
                    <a:pt x="3636570" y="1567988"/>
                  </a:lnTo>
                  <a:lnTo>
                    <a:pt x="3636664" y="1567988"/>
                  </a:lnTo>
                  <a:lnTo>
                    <a:pt x="3636758" y="1567988"/>
                  </a:lnTo>
                  <a:lnTo>
                    <a:pt x="3636852" y="1567988"/>
                  </a:lnTo>
                  <a:lnTo>
                    <a:pt x="3636946" y="1567988"/>
                  </a:lnTo>
                  <a:lnTo>
                    <a:pt x="3637040" y="1567988"/>
                  </a:lnTo>
                  <a:lnTo>
                    <a:pt x="3637134" y="1567988"/>
                  </a:lnTo>
                  <a:lnTo>
                    <a:pt x="3637228" y="1567988"/>
                  </a:lnTo>
                  <a:lnTo>
                    <a:pt x="3637322" y="1567988"/>
                  </a:lnTo>
                  <a:lnTo>
                    <a:pt x="3637416" y="1567988"/>
                  </a:lnTo>
                  <a:lnTo>
                    <a:pt x="3637510" y="1567988"/>
                  </a:lnTo>
                  <a:lnTo>
                    <a:pt x="3637604" y="1567988"/>
                  </a:lnTo>
                  <a:lnTo>
                    <a:pt x="3637698" y="1567988"/>
                  </a:lnTo>
                  <a:lnTo>
                    <a:pt x="3637792" y="1567988"/>
                  </a:lnTo>
                  <a:lnTo>
                    <a:pt x="3637886" y="1567988"/>
                  </a:lnTo>
                  <a:lnTo>
                    <a:pt x="3637980" y="1567988"/>
                  </a:lnTo>
                  <a:lnTo>
                    <a:pt x="3638074" y="1567988"/>
                  </a:lnTo>
                  <a:lnTo>
                    <a:pt x="3638168" y="1567988"/>
                  </a:lnTo>
                  <a:lnTo>
                    <a:pt x="3638262" y="1567988"/>
                  </a:lnTo>
                  <a:lnTo>
                    <a:pt x="3638356" y="1567988"/>
                  </a:lnTo>
                  <a:lnTo>
                    <a:pt x="3638450" y="1567988"/>
                  </a:lnTo>
                  <a:lnTo>
                    <a:pt x="3638544" y="1567988"/>
                  </a:lnTo>
                  <a:lnTo>
                    <a:pt x="3638638" y="1567988"/>
                  </a:lnTo>
                  <a:lnTo>
                    <a:pt x="3638732" y="1567988"/>
                  </a:lnTo>
                  <a:lnTo>
                    <a:pt x="3638826" y="1567988"/>
                  </a:lnTo>
                  <a:lnTo>
                    <a:pt x="3638920" y="1567988"/>
                  </a:lnTo>
                  <a:lnTo>
                    <a:pt x="3639014" y="1567988"/>
                  </a:lnTo>
                  <a:lnTo>
                    <a:pt x="3639108" y="1567988"/>
                  </a:lnTo>
                  <a:lnTo>
                    <a:pt x="3639202" y="1567988"/>
                  </a:lnTo>
                  <a:lnTo>
                    <a:pt x="3639296" y="1567988"/>
                  </a:lnTo>
                  <a:lnTo>
                    <a:pt x="3639296" y="1562708"/>
                  </a:lnTo>
                  <a:lnTo>
                    <a:pt x="3639390" y="1562708"/>
                  </a:lnTo>
                  <a:lnTo>
                    <a:pt x="3639484" y="1562708"/>
                  </a:lnTo>
                  <a:lnTo>
                    <a:pt x="3639578" y="1562708"/>
                  </a:lnTo>
                  <a:lnTo>
                    <a:pt x="3639672" y="1562708"/>
                  </a:lnTo>
                  <a:lnTo>
                    <a:pt x="3639766" y="1562708"/>
                  </a:lnTo>
                  <a:lnTo>
                    <a:pt x="3639861" y="1562708"/>
                  </a:lnTo>
                  <a:lnTo>
                    <a:pt x="3639955" y="1562708"/>
                  </a:lnTo>
                  <a:lnTo>
                    <a:pt x="3640049" y="1562708"/>
                  </a:lnTo>
                  <a:lnTo>
                    <a:pt x="3640143" y="1562708"/>
                  </a:lnTo>
                  <a:lnTo>
                    <a:pt x="3640237" y="1562708"/>
                  </a:lnTo>
                  <a:lnTo>
                    <a:pt x="3640331" y="1562708"/>
                  </a:lnTo>
                  <a:lnTo>
                    <a:pt x="3640425" y="1562708"/>
                  </a:lnTo>
                  <a:lnTo>
                    <a:pt x="3640519" y="1562708"/>
                  </a:lnTo>
                  <a:lnTo>
                    <a:pt x="3640613" y="1562708"/>
                  </a:lnTo>
                  <a:lnTo>
                    <a:pt x="3640707" y="1562708"/>
                  </a:lnTo>
                  <a:lnTo>
                    <a:pt x="3640801" y="1562708"/>
                  </a:lnTo>
                  <a:lnTo>
                    <a:pt x="3640895" y="1562708"/>
                  </a:lnTo>
                  <a:lnTo>
                    <a:pt x="3640989" y="1562708"/>
                  </a:lnTo>
                  <a:lnTo>
                    <a:pt x="3641083" y="1562708"/>
                  </a:lnTo>
                  <a:lnTo>
                    <a:pt x="3641177" y="1562708"/>
                  </a:lnTo>
                  <a:lnTo>
                    <a:pt x="3641271" y="1562708"/>
                  </a:lnTo>
                  <a:lnTo>
                    <a:pt x="3641365" y="1562708"/>
                  </a:lnTo>
                  <a:lnTo>
                    <a:pt x="3641459" y="1562708"/>
                  </a:lnTo>
                  <a:lnTo>
                    <a:pt x="3641553" y="1562708"/>
                  </a:lnTo>
                  <a:lnTo>
                    <a:pt x="3641647" y="1562708"/>
                  </a:lnTo>
                  <a:lnTo>
                    <a:pt x="3641741" y="1562708"/>
                  </a:lnTo>
                  <a:lnTo>
                    <a:pt x="3641835" y="1562708"/>
                  </a:lnTo>
                  <a:lnTo>
                    <a:pt x="3641929" y="1562708"/>
                  </a:lnTo>
                  <a:lnTo>
                    <a:pt x="3642023" y="1562708"/>
                  </a:lnTo>
                  <a:lnTo>
                    <a:pt x="3642117" y="1562708"/>
                  </a:lnTo>
                  <a:lnTo>
                    <a:pt x="3642211" y="1562708"/>
                  </a:lnTo>
                  <a:lnTo>
                    <a:pt x="3642305" y="1562708"/>
                  </a:lnTo>
                  <a:lnTo>
                    <a:pt x="3642399" y="1562708"/>
                  </a:lnTo>
                  <a:lnTo>
                    <a:pt x="3642493" y="1562708"/>
                  </a:lnTo>
                  <a:lnTo>
                    <a:pt x="3642587" y="1562708"/>
                  </a:lnTo>
                  <a:lnTo>
                    <a:pt x="3642681" y="1562708"/>
                  </a:lnTo>
                  <a:lnTo>
                    <a:pt x="3642775" y="1562708"/>
                  </a:lnTo>
                  <a:lnTo>
                    <a:pt x="3642869" y="1562708"/>
                  </a:lnTo>
                  <a:lnTo>
                    <a:pt x="3642963" y="1562708"/>
                  </a:lnTo>
                  <a:lnTo>
                    <a:pt x="3643057" y="1562708"/>
                  </a:lnTo>
                  <a:lnTo>
                    <a:pt x="3643151" y="1562708"/>
                  </a:lnTo>
                  <a:lnTo>
                    <a:pt x="3643245" y="1562708"/>
                  </a:lnTo>
                  <a:lnTo>
                    <a:pt x="3643339" y="1562708"/>
                  </a:lnTo>
                  <a:lnTo>
                    <a:pt x="3643434" y="1562708"/>
                  </a:lnTo>
                  <a:lnTo>
                    <a:pt x="3643528" y="1562708"/>
                  </a:lnTo>
                  <a:lnTo>
                    <a:pt x="3643622" y="1562708"/>
                  </a:lnTo>
                  <a:lnTo>
                    <a:pt x="3643716" y="1562708"/>
                  </a:lnTo>
                  <a:lnTo>
                    <a:pt x="3643810" y="1562708"/>
                  </a:lnTo>
                  <a:lnTo>
                    <a:pt x="3643904" y="1562708"/>
                  </a:lnTo>
                  <a:lnTo>
                    <a:pt x="3643998" y="1562708"/>
                  </a:lnTo>
                  <a:lnTo>
                    <a:pt x="3644092" y="1562708"/>
                  </a:lnTo>
                  <a:lnTo>
                    <a:pt x="3644186" y="1562708"/>
                  </a:lnTo>
                  <a:lnTo>
                    <a:pt x="3644280" y="1562708"/>
                  </a:lnTo>
                  <a:lnTo>
                    <a:pt x="3644374" y="1562708"/>
                  </a:lnTo>
                  <a:lnTo>
                    <a:pt x="3644468" y="1562708"/>
                  </a:lnTo>
                  <a:lnTo>
                    <a:pt x="3644562" y="1562708"/>
                  </a:lnTo>
                  <a:lnTo>
                    <a:pt x="3644656" y="1562708"/>
                  </a:lnTo>
                  <a:lnTo>
                    <a:pt x="3644750" y="1562708"/>
                  </a:lnTo>
                  <a:lnTo>
                    <a:pt x="3644844" y="1562708"/>
                  </a:lnTo>
                  <a:lnTo>
                    <a:pt x="3644938" y="1562708"/>
                  </a:lnTo>
                  <a:lnTo>
                    <a:pt x="3645032" y="1562708"/>
                  </a:lnTo>
                  <a:lnTo>
                    <a:pt x="3645126" y="1562708"/>
                  </a:lnTo>
                  <a:lnTo>
                    <a:pt x="3645220" y="1562708"/>
                  </a:lnTo>
                  <a:lnTo>
                    <a:pt x="3645314" y="1562708"/>
                  </a:lnTo>
                  <a:lnTo>
                    <a:pt x="3645408" y="1562708"/>
                  </a:lnTo>
                  <a:lnTo>
                    <a:pt x="3645502" y="1562708"/>
                  </a:lnTo>
                  <a:lnTo>
                    <a:pt x="3645596" y="1562708"/>
                  </a:lnTo>
                  <a:lnTo>
                    <a:pt x="3645690" y="1562708"/>
                  </a:lnTo>
                  <a:lnTo>
                    <a:pt x="3645784" y="1562708"/>
                  </a:lnTo>
                  <a:lnTo>
                    <a:pt x="3645878" y="1562708"/>
                  </a:lnTo>
                  <a:lnTo>
                    <a:pt x="3645972" y="1562708"/>
                  </a:lnTo>
                  <a:lnTo>
                    <a:pt x="3646066" y="1562708"/>
                  </a:lnTo>
                  <a:lnTo>
                    <a:pt x="3646160" y="1562708"/>
                  </a:lnTo>
                  <a:lnTo>
                    <a:pt x="3646254" y="1562708"/>
                  </a:lnTo>
                  <a:lnTo>
                    <a:pt x="3646348" y="1562708"/>
                  </a:lnTo>
                  <a:lnTo>
                    <a:pt x="3646442" y="1562708"/>
                  </a:lnTo>
                  <a:lnTo>
                    <a:pt x="3646536" y="1562708"/>
                  </a:lnTo>
                  <a:lnTo>
                    <a:pt x="3646630" y="1562708"/>
                  </a:lnTo>
                  <a:lnTo>
                    <a:pt x="3646724" y="1562708"/>
                  </a:lnTo>
                  <a:lnTo>
                    <a:pt x="3646818" y="1562708"/>
                  </a:lnTo>
                  <a:lnTo>
                    <a:pt x="3646912" y="1562708"/>
                  </a:lnTo>
                  <a:lnTo>
                    <a:pt x="3647007" y="1562708"/>
                  </a:lnTo>
                  <a:lnTo>
                    <a:pt x="3647101" y="1562708"/>
                  </a:lnTo>
                  <a:lnTo>
                    <a:pt x="3647195" y="1562708"/>
                  </a:lnTo>
                  <a:lnTo>
                    <a:pt x="3647289" y="1562708"/>
                  </a:lnTo>
                  <a:lnTo>
                    <a:pt x="3647383" y="1562708"/>
                  </a:lnTo>
                  <a:lnTo>
                    <a:pt x="3647477" y="1562708"/>
                  </a:lnTo>
                  <a:lnTo>
                    <a:pt x="3647571" y="1562708"/>
                  </a:lnTo>
                  <a:lnTo>
                    <a:pt x="3647665" y="1562708"/>
                  </a:lnTo>
                  <a:lnTo>
                    <a:pt x="3647759" y="1562708"/>
                  </a:lnTo>
                  <a:lnTo>
                    <a:pt x="3647853" y="1562708"/>
                  </a:lnTo>
                  <a:lnTo>
                    <a:pt x="3647947" y="1562708"/>
                  </a:lnTo>
                  <a:lnTo>
                    <a:pt x="3648041" y="1562708"/>
                  </a:lnTo>
                  <a:lnTo>
                    <a:pt x="3648135" y="1562708"/>
                  </a:lnTo>
                  <a:lnTo>
                    <a:pt x="3648229" y="1562708"/>
                  </a:lnTo>
                  <a:lnTo>
                    <a:pt x="3648323" y="1562708"/>
                  </a:lnTo>
                  <a:lnTo>
                    <a:pt x="3648417" y="1562708"/>
                  </a:lnTo>
                  <a:lnTo>
                    <a:pt x="3648511" y="1562708"/>
                  </a:lnTo>
                  <a:lnTo>
                    <a:pt x="3648605" y="1562708"/>
                  </a:lnTo>
                  <a:lnTo>
                    <a:pt x="3648699" y="1562708"/>
                  </a:lnTo>
                  <a:lnTo>
                    <a:pt x="3648793" y="1562708"/>
                  </a:lnTo>
                  <a:lnTo>
                    <a:pt x="3648887" y="1562708"/>
                  </a:lnTo>
                  <a:lnTo>
                    <a:pt x="3648981" y="1562708"/>
                  </a:lnTo>
                  <a:lnTo>
                    <a:pt x="3649075" y="1562708"/>
                  </a:lnTo>
                  <a:lnTo>
                    <a:pt x="3649169" y="1562708"/>
                  </a:lnTo>
                  <a:lnTo>
                    <a:pt x="3649263" y="1562708"/>
                  </a:lnTo>
                  <a:lnTo>
                    <a:pt x="3649357" y="1562708"/>
                  </a:lnTo>
                  <a:lnTo>
                    <a:pt x="3649451" y="1562708"/>
                  </a:lnTo>
                  <a:lnTo>
                    <a:pt x="3649545" y="1562708"/>
                  </a:lnTo>
                  <a:lnTo>
                    <a:pt x="3649639" y="1562708"/>
                  </a:lnTo>
                  <a:lnTo>
                    <a:pt x="3649733" y="1562708"/>
                  </a:lnTo>
                  <a:lnTo>
                    <a:pt x="3649827" y="1562708"/>
                  </a:lnTo>
                  <a:lnTo>
                    <a:pt x="3649921" y="1562708"/>
                  </a:lnTo>
                  <a:lnTo>
                    <a:pt x="3650015" y="1562708"/>
                  </a:lnTo>
                  <a:lnTo>
                    <a:pt x="3650109" y="1562708"/>
                  </a:lnTo>
                  <a:lnTo>
                    <a:pt x="3650203" y="1562708"/>
                  </a:lnTo>
                  <a:lnTo>
                    <a:pt x="3650297" y="1562708"/>
                  </a:lnTo>
                  <a:lnTo>
                    <a:pt x="3650391" y="1562708"/>
                  </a:lnTo>
                  <a:lnTo>
                    <a:pt x="3650485" y="1562708"/>
                  </a:lnTo>
                  <a:lnTo>
                    <a:pt x="3650580" y="1562708"/>
                  </a:lnTo>
                  <a:lnTo>
                    <a:pt x="3650674" y="1562708"/>
                  </a:lnTo>
                  <a:lnTo>
                    <a:pt x="3650768" y="1562708"/>
                  </a:lnTo>
                  <a:lnTo>
                    <a:pt x="3650862" y="1562708"/>
                  </a:lnTo>
                  <a:lnTo>
                    <a:pt x="3650956" y="1562708"/>
                  </a:lnTo>
                  <a:lnTo>
                    <a:pt x="3651050" y="1562708"/>
                  </a:lnTo>
                  <a:lnTo>
                    <a:pt x="3651144" y="1562708"/>
                  </a:lnTo>
                  <a:lnTo>
                    <a:pt x="3651238" y="1562708"/>
                  </a:lnTo>
                  <a:lnTo>
                    <a:pt x="3651332" y="1562708"/>
                  </a:lnTo>
                  <a:lnTo>
                    <a:pt x="3651426" y="1562708"/>
                  </a:lnTo>
                  <a:lnTo>
                    <a:pt x="3651520" y="1562708"/>
                  </a:lnTo>
                  <a:lnTo>
                    <a:pt x="3651614" y="1562708"/>
                  </a:lnTo>
                  <a:lnTo>
                    <a:pt x="3651708" y="1562708"/>
                  </a:lnTo>
                  <a:lnTo>
                    <a:pt x="3651802" y="1562708"/>
                  </a:lnTo>
                  <a:lnTo>
                    <a:pt x="3651896" y="1562708"/>
                  </a:lnTo>
                  <a:lnTo>
                    <a:pt x="3651990" y="1562708"/>
                  </a:lnTo>
                  <a:lnTo>
                    <a:pt x="3652084" y="1562708"/>
                  </a:lnTo>
                  <a:lnTo>
                    <a:pt x="3652178" y="1562708"/>
                  </a:lnTo>
                  <a:lnTo>
                    <a:pt x="3652272" y="1562708"/>
                  </a:lnTo>
                  <a:lnTo>
                    <a:pt x="3652366" y="1562708"/>
                  </a:lnTo>
                  <a:lnTo>
                    <a:pt x="3652460" y="1562708"/>
                  </a:lnTo>
                  <a:lnTo>
                    <a:pt x="3652554" y="1562708"/>
                  </a:lnTo>
                  <a:lnTo>
                    <a:pt x="3652648" y="1562708"/>
                  </a:lnTo>
                  <a:lnTo>
                    <a:pt x="3652742" y="1562708"/>
                  </a:lnTo>
                  <a:lnTo>
                    <a:pt x="3652836" y="1562708"/>
                  </a:lnTo>
                  <a:lnTo>
                    <a:pt x="3652930" y="1562708"/>
                  </a:lnTo>
                  <a:lnTo>
                    <a:pt x="3653024" y="1562708"/>
                  </a:lnTo>
                  <a:lnTo>
                    <a:pt x="3653118" y="1562708"/>
                  </a:lnTo>
                  <a:lnTo>
                    <a:pt x="3653212" y="1562708"/>
                  </a:lnTo>
                  <a:lnTo>
                    <a:pt x="3653306" y="1562708"/>
                  </a:lnTo>
                  <a:lnTo>
                    <a:pt x="3653400" y="1562708"/>
                  </a:lnTo>
                  <a:lnTo>
                    <a:pt x="3653494" y="1562708"/>
                  </a:lnTo>
                  <a:lnTo>
                    <a:pt x="3653588" y="1562708"/>
                  </a:lnTo>
                  <a:lnTo>
                    <a:pt x="3653682" y="1562708"/>
                  </a:lnTo>
                  <a:lnTo>
                    <a:pt x="3653776" y="1562708"/>
                  </a:lnTo>
                  <a:lnTo>
                    <a:pt x="3653776" y="1557429"/>
                  </a:lnTo>
                  <a:lnTo>
                    <a:pt x="3653870" y="1557429"/>
                  </a:lnTo>
                  <a:lnTo>
                    <a:pt x="3653964" y="1557429"/>
                  </a:lnTo>
                  <a:lnTo>
                    <a:pt x="3654059" y="1557429"/>
                  </a:lnTo>
                  <a:lnTo>
                    <a:pt x="3654153" y="1557429"/>
                  </a:lnTo>
                  <a:lnTo>
                    <a:pt x="3654247" y="1557429"/>
                  </a:lnTo>
                  <a:lnTo>
                    <a:pt x="3654247" y="1552149"/>
                  </a:lnTo>
                  <a:lnTo>
                    <a:pt x="3654341" y="1552149"/>
                  </a:lnTo>
                  <a:lnTo>
                    <a:pt x="3654435" y="1552149"/>
                  </a:lnTo>
                  <a:lnTo>
                    <a:pt x="3654529" y="1552149"/>
                  </a:lnTo>
                  <a:lnTo>
                    <a:pt x="3654623" y="1552149"/>
                  </a:lnTo>
                  <a:lnTo>
                    <a:pt x="3654717" y="1552149"/>
                  </a:lnTo>
                  <a:lnTo>
                    <a:pt x="3654811" y="1552149"/>
                  </a:lnTo>
                  <a:lnTo>
                    <a:pt x="3654905" y="1552149"/>
                  </a:lnTo>
                  <a:lnTo>
                    <a:pt x="3654999" y="1552149"/>
                  </a:lnTo>
                  <a:lnTo>
                    <a:pt x="3655093" y="1552149"/>
                  </a:lnTo>
                  <a:lnTo>
                    <a:pt x="3655093" y="1546870"/>
                  </a:lnTo>
                  <a:lnTo>
                    <a:pt x="3655187" y="1546870"/>
                  </a:lnTo>
                  <a:lnTo>
                    <a:pt x="3655281" y="1546870"/>
                  </a:lnTo>
                  <a:lnTo>
                    <a:pt x="3655375" y="1546870"/>
                  </a:lnTo>
                  <a:lnTo>
                    <a:pt x="3655469" y="1546870"/>
                  </a:lnTo>
                  <a:lnTo>
                    <a:pt x="3655563" y="1546870"/>
                  </a:lnTo>
                  <a:lnTo>
                    <a:pt x="3655657" y="1546870"/>
                  </a:lnTo>
                  <a:lnTo>
                    <a:pt x="3655751" y="1546870"/>
                  </a:lnTo>
                  <a:lnTo>
                    <a:pt x="3655845" y="1546870"/>
                  </a:lnTo>
                  <a:lnTo>
                    <a:pt x="3655939" y="1546870"/>
                  </a:lnTo>
                  <a:lnTo>
                    <a:pt x="3656033" y="1546870"/>
                  </a:lnTo>
                  <a:lnTo>
                    <a:pt x="3656127" y="1546870"/>
                  </a:lnTo>
                  <a:lnTo>
                    <a:pt x="3656221" y="1546870"/>
                  </a:lnTo>
                  <a:lnTo>
                    <a:pt x="3656315" y="1546870"/>
                  </a:lnTo>
                  <a:lnTo>
                    <a:pt x="3656409" y="1546870"/>
                  </a:lnTo>
                  <a:lnTo>
                    <a:pt x="3656503" y="1546870"/>
                  </a:lnTo>
                  <a:lnTo>
                    <a:pt x="3656597" y="1546870"/>
                  </a:lnTo>
                  <a:lnTo>
                    <a:pt x="3656691" y="1546870"/>
                  </a:lnTo>
                  <a:lnTo>
                    <a:pt x="3656785" y="1546870"/>
                  </a:lnTo>
                  <a:lnTo>
                    <a:pt x="3656879" y="1546870"/>
                  </a:lnTo>
                  <a:lnTo>
                    <a:pt x="3656973" y="1546870"/>
                  </a:lnTo>
                  <a:lnTo>
                    <a:pt x="3657067" y="1546870"/>
                  </a:lnTo>
                  <a:lnTo>
                    <a:pt x="3657161" y="1546870"/>
                  </a:lnTo>
                  <a:lnTo>
                    <a:pt x="3657255" y="1546870"/>
                  </a:lnTo>
                  <a:lnTo>
                    <a:pt x="3657349" y="1546870"/>
                  </a:lnTo>
                  <a:lnTo>
                    <a:pt x="3657443" y="1546870"/>
                  </a:lnTo>
                  <a:lnTo>
                    <a:pt x="3657537" y="1546870"/>
                  </a:lnTo>
                  <a:lnTo>
                    <a:pt x="3657632" y="1546870"/>
                  </a:lnTo>
                  <a:lnTo>
                    <a:pt x="3657726" y="1546870"/>
                  </a:lnTo>
                  <a:lnTo>
                    <a:pt x="3657820" y="1546870"/>
                  </a:lnTo>
                  <a:lnTo>
                    <a:pt x="3657914" y="1546870"/>
                  </a:lnTo>
                  <a:lnTo>
                    <a:pt x="3658008" y="1546870"/>
                  </a:lnTo>
                  <a:lnTo>
                    <a:pt x="3658102" y="1546870"/>
                  </a:lnTo>
                  <a:lnTo>
                    <a:pt x="3658196" y="1546870"/>
                  </a:lnTo>
                  <a:lnTo>
                    <a:pt x="3658290" y="1546870"/>
                  </a:lnTo>
                  <a:lnTo>
                    <a:pt x="3658384" y="1546870"/>
                  </a:lnTo>
                  <a:lnTo>
                    <a:pt x="3658478" y="1546870"/>
                  </a:lnTo>
                  <a:lnTo>
                    <a:pt x="3658572" y="1546870"/>
                  </a:lnTo>
                  <a:lnTo>
                    <a:pt x="3658666" y="1546870"/>
                  </a:lnTo>
                  <a:lnTo>
                    <a:pt x="3658760" y="1546870"/>
                  </a:lnTo>
                  <a:lnTo>
                    <a:pt x="3658854" y="1546870"/>
                  </a:lnTo>
                  <a:lnTo>
                    <a:pt x="3658948" y="1546870"/>
                  </a:lnTo>
                  <a:lnTo>
                    <a:pt x="3659042" y="1546870"/>
                  </a:lnTo>
                  <a:lnTo>
                    <a:pt x="3659042" y="1541591"/>
                  </a:lnTo>
                  <a:lnTo>
                    <a:pt x="3659136" y="1541591"/>
                  </a:lnTo>
                  <a:lnTo>
                    <a:pt x="3659230" y="1541591"/>
                  </a:lnTo>
                  <a:lnTo>
                    <a:pt x="3659324" y="1541591"/>
                  </a:lnTo>
                  <a:lnTo>
                    <a:pt x="3659418" y="1541591"/>
                  </a:lnTo>
                  <a:lnTo>
                    <a:pt x="3659512" y="1541591"/>
                  </a:lnTo>
                  <a:lnTo>
                    <a:pt x="3659606" y="1541591"/>
                  </a:lnTo>
                  <a:lnTo>
                    <a:pt x="3659606" y="1536311"/>
                  </a:lnTo>
                  <a:lnTo>
                    <a:pt x="3659700" y="1536311"/>
                  </a:lnTo>
                  <a:lnTo>
                    <a:pt x="3659794" y="1536311"/>
                  </a:lnTo>
                  <a:lnTo>
                    <a:pt x="3659888" y="1536311"/>
                  </a:lnTo>
                  <a:lnTo>
                    <a:pt x="3659982" y="1536311"/>
                  </a:lnTo>
                  <a:lnTo>
                    <a:pt x="3660076" y="1536311"/>
                  </a:lnTo>
                  <a:lnTo>
                    <a:pt x="3660170" y="1536311"/>
                  </a:lnTo>
                  <a:lnTo>
                    <a:pt x="3660264" y="1536311"/>
                  </a:lnTo>
                  <a:lnTo>
                    <a:pt x="3660358" y="1536311"/>
                  </a:lnTo>
                  <a:lnTo>
                    <a:pt x="3660452" y="1536311"/>
                  </a:lnTo>
                  <a:lnTo>
                    <a:pt x="3660546" y="1536311"/>
                  </a:lnTo>
                  <a:lnTo>
                    <a:pt x="3660640" y="1536311"/>
                  </a:lnTo>
                  <a:lnTo>
                    <a:pt x="3660734" y="1536311"/>
                  </a:lnTo>
                  <a:lnTo>
                    <a:pt x="3660828" y="1536311"/>
                  </a:lnTo>
                  <a:lnTo>
                    <a:pt x="3660922" y="1536311"/>
                  </a:lnTo>
                  <a:lnTo>
                    <a:pt x="3661016" y="1536311"/>
                  </a:lnTo>
                  <a:lnTo>
                    <a:pt x="3661110" y="1536311"/>
                  </a:lnTo>
                  <a:lnTo>
                    <a:pt x="3661205" y="1536311"/>
                  </a:lnTo>
                  <a:lnTo>
                    <a:pt x="3661299" y="1536311"/>
                  </a:lnTo>
                  <a:lnTo>
                    <a:pt x="3661393" y="1536311"/>
                  </a:lnTo>
                  <a:lnTo>
                    <a:pt x="3661487" y="1536311"/>
                  </a:lnTo>
                  <a:lnTo>
                    <a:pt x="3661581" y="1536311"/>
                  </a:lnTo>
                  <a:lnTo>
                    <a:pt x="3661675" y="1536311"/>
                  </a:lnTo>
                  <a:lnTo>
                    <a:pt x="3661769" y="1536311"/>
                  </a:lnTo>
                  <a:lnTo>
                    <a:pt x="3661863" y="1536311"/>
                  </a:lnTo>
                  <a:lnTo>
                    <a:pt x="3661957" y="1536311"/>
                  </a:lnTo>
                  <a:lnTo>
                    <a:pt x="3662051" y="1536311"/>
                  </a:lnTo>
                  <a:lnTo>
                    <a:pt x="3662145" y="1536311"/>
                  </a:lnTo>
                  <a:lnTo>
                    <a:pt x="3662239" y="1536311"/>
                  </a:lnTo>
                  <a:lnTo>
                    <a:pt x="3662333" y="1536311"/>
                  </a:lnTo>
                  <a:lnTo>
                    <a:pt x="3662427" y="1536311"/>
                  </a:lnTo>
                  <a:lnTo>
                    <a:pt x="3662521" y="1536311"/>
                  </a:lnTo>
                  <a:lnTo>
                    <a:pt x="3662615" y="1536311"/>
                  </a:lnTo>
                  <a:lnTo>
                    <a:pt x="3662709" y="1536311"/>
                  </a:lnTo>
                  <a:lnTo>
                    <a:pt x="3662803" y="1536311"/>
                  </a:lnTo>
                  <a:lnTo>
                    <a:pt x="3662897" y="1536311"/>
                  </a:lnTo>
                  <a:lnTo>
                    <a:pt x="3662991" y="1536311"/>
                  </a:lnTo>
                  <a:lnTo>
                    <a:pt x="3663085" y="1536311"/>
                  </a:lnTo>
                  <a:lnTo>
                    <a:pt x="3663179" y="1536311"/>
                  </a:lnTo>
                  <a:lnTo>
                    <a:pt x="3663273" y="1536311"/>
                  </a:lnTo>
                  <a:lnTo>
                    <a:pt x="3663367" y="1536311"/>
                  </a:lnTo>
                  <a:lnTo>
                    <a:pt x="3663461" y="1536311"/>
                  </a:lnTo>
                  <a:lnTo>
                    <a:pt x="3663555" y="1536311"/>
                  </a:lnTo>
                  <a:lnTo>
                    <a:pt x="3663649" y="1536311"/>
                  </a:lnTo>
                  <a:lnTo>
                    <a:pt x="3663743" y="1536311"/>
                  </a:lnTo>
                  <a:lnTo>
                    <a:pt x="3663837" y="1536311"/>
                  </a:lnTo>
                  <a:lnTo>
                    <a:pt x="3663931" y="1536311"/>
                  </a:lnTo>
                  <a:lnTo>
                    <a:pt x="3664025" y="1536311"/>
                  </a:lnTo>
                  <a:lnTo>
                    <a:pt x="3664025" y="1531032"/>
                  </a:lnTo>
                  <a:lnTo>
                    <a:pt x="3664119" y="1531032"/>
                  </a:lnTo>
                  <a:lnTo>
                    <a:pt x="3664213" y="1531032"/>
                  </a:lnTo>
                  <a:lnTo>
                    <a:pt x="3664307" y="1531032"/>
                  </a:lnTo>
                  <a:lnTo>
                    <a:pt x="3664401" y="1531032"/>
                  </a:lnTo>
                  <a:lnTo>
                    <a:pt x="3664495" y="1531032"/>
                  </a:lnTo>
                  <a:lnTo>
                    <a:pt x="3664589" y="1531032"/>
                  </a:lnTo>
                  <a:lnTo>
                    <a:pt x="3664684" y="1531032"/>
                  </a:lnTo>
                  <a:lnTo>
                    <a:pt x="3664778" y="1531032"/>
                  </a:lnTo>
                  <a:lnTo>
                    <a:pt x="3664872" y="1531032"/>
                  </a:lnTo>
                  <a:lnTo>
                    <a:pt x="3664966" y="1531032"/>
                  </a:lnTo>
                  <a:lnTo>
                    <a:pt x="3665060" y="1531032"/>
                  </a:lnTo>
                  <a:lnTo>
                    <a:pt x="3665154" y="1531032"/>
                  </a:lnTo>
                  <a:lnTo>
                    <a:pt x="3665248" y="1531032"/>
                  </a:lnTo>
                  <a:lnTo>
                    <a:pt x="3665342" y="1531032"/>
                  </a:lnTo>
                  <a:lnTo>
                    <a:pt x="3665436" y="1531032"/>
                  </a:lnTo>
                  <a:lnTo>
                    <a:pt x="3665530" y="1531032"/>
                  </a:lnTo>
                  <a:lnTo>
                    <a:pt x="3665624" y="1531032"/>
                  </a:lnTo>
                  <a:lnTo>
                    <a:pt x="3665718" y="1531032"/>
                  </a:lnTo>
                  <a:lnTo>
                    <a:pt x="3665812" y="1531032"/>
                  </a:lnTo>
                  <a:lnTo>
                    <a:pt x="3665906" y="1531032"/>
                  </a:lnTo>
                  <a:lnTo>
                    <a:pt x="3666000" y="1531032"/>
                  </a:lnTo>
                  <a:lnTo>
                    <a:pt x="3666094" y="1531032"/>
                  </a:lnTo>
                  <a:lnTo>
                    <a:pt x="3666188" y="1531032"/>
                  </a:lnTo>
                  <a:lnTo>
                    <a:pt x="3666282" y="1531032"/>
                  </a:lnTo>
                  <a:lnTo>
                    <a:pt x="3666376" y="1531032"/>
                  </a:lnTo>
                  <a:lnTo>
                    <a:pt x="3666470" y="1531032"/>
                  </a:lnTo>
                  <a:lnTo>
                    <a:pt x="3666564" y="1531032"/>
                  </a:lnTo>
                  <a:lnTo>
                    <a:pt x="3666658" y="1531032"/>
                  </a:lnTo>
                  <a:lnTo>
                    <a:pt x="3666752" y="1531032"/>
                  </a:lnTo>
                  <a:lnTo>
                    <a:pt x="3666846" y="1531032"/>
                  </a:lnTo>
                  <a:lnTo>
                    <a:pt x="3666940" y="1531032"/>
                  </a:lnTo>
                  <a:lnTo>
                    <a:pt x="3667034" y="1531032"/>
                  </a:lnTo>
                  <a:lnTo>
                    <a:pt x="3667128" y="1531032"/>
                  </a:lnTo>
                  <a:lnTo>
                    <a:pt x="3667222" y="1531032"/>
                  </a:lnTo>
                  <a:lnTo>
                    <a:pt x="3667316" y="1531032"/>
                  </a:lnTo>
                  <a:lnTo>
                    <a:pt x="3667410" y="1531032"/>
                  </a:lnTo>
                  <a:lnTo>
                    <a:pt x="3667504" y="1531032"/>
                  </a:lnTo>
                  <a:lnTo>
                    <a:pt x="3667598" y="1531032"/>
                  </a:lnTo>
                  <a:lnTo>
                    <a:pt x="3667692" y="1531032"/>
                  </a:lnTo>
                  <a:lnTo>
                    <a:pt x="3667786" y="1531032"/>
                  </a:lnTo>
                  <a:lnTo>
                    <a:pt x="3667880" y="1531032"/>
                  </a:lnTo>
                  <a:lnTo>
                    <a:pt x="3667974" y="1531032"/>
                  </a:lnTo>
                  <a:lnTo>
                    <a:pt x="3668068" y="1531032"/>
                  </a:lnTo>
                  <a:lnTo>
                    <a:pt x="3668162" y="1531032"/>
                  </a:lnTo>
                  <a:lnTo>
                    <a:pt x="3668257" y="1531032"/>
                  </a:lnTo>
                  <a:lnTo>
                    <a:pt x="3668351" y="1531032"/>
                  </a:lnTo>
                  <a:lnTo>
                    <a:pt x="3668445" y="1531032"/>
                  </a:lnTo>
                  <a:lnTo>
                    <a:pt x="3668539" y="1531032"/>
                  </a:lnTo>
                  <a:lnTo>
                    <a:pt x="3668633" y="1531032"/>
                  </a:lnTo>
                  <a:lnTo>
                    <a:pt x="3668727" y="1531032"/>
                  </a:lnTo>
                  <a:lnTo>
                    <a:pt x="3668821" y="1531032"/>
                  </a:lnTo>
                  <a:lnTo>
                    <a:pt x="3668915" y="1531032"/>
                  </a:lnTo>
                  <a:lnTo>
                    <a:pt x="3669009" y="1531032"/>
                  </a:lnTo>
                  <a:lnTo>
                    <a:pt x="3669103" y="1531032"/>
                  </a:lnTo>
                  <a:lnTo>
                    <a:pt x="3669197" y="1531032"/>
                  </a:lnTo>
                  <a:lnTo>
                    <a:pt x="3669291" y="1531032"/>
                  </a:lnTo>
                  <a:lnTo>
                    <a:pt x="3669385" y="1531032"/>
                  </a:lnTo>
                  <a:lnTo>
                    <a:pt x="3669479" y="1531032"/>
                  </a:lnTo>
                  <a:lnTo>
                    <a:pt x="3669573" y="1531032"/>
                  </a:lnTo>
                  <a:lnTo>
                    <a:pt x="3669667" y="1531032"/>
                  </a:lnTo>
                  <a:lnTo>
                    <a:pt x="3669761" y="1531032"/>
                  </a:lnTo>
                  <a:lnTo>
                    <a:pt x="3669855" y="1531032"/>
                  </a:lnTo>
                  <a:lnTo>
                    <a:pt x="3669949" y="1531032"/>
                  </a:lnTo>
                  <a:lnTo>
                    <a:pt x="3670043" y="1531032"/>
                  </a:lnTo>
                  <a:lnTo>
                    <a:pt x="3670137" y="1531032"/>
                  </a:lnTo>
                  <a:lnTo>
                    <a:pt x="3670231" y="1531032"/>
                  </a:lnTo>
                  <a:lnTo>
                    <a:pt x="3670325" y="1531032"/>
                  </a:lnTo>
                  <a:lnTo>
                    <a:pt x="3670419" y="1531032"/>
                  </a:lnTo>
                  <a:lnTo>
                    <a:pt x="3670513" y="1531032"/>
                  </a:lnTo>
                  <a:lnTo>
                    <a:pt x="3670607" y="1531032"/>
                  </a:lnTo>
                  <a:lnTo>
                    <a:pt x="3670701" y="1531032"/>
                  </a:lnTo>
                  <a:lnTo>
                    <a:pt x="3670795" y="1531032"/>
                  </a:lnTo>
                  <a:lnTo>
                    <a:pt x="3670889" y="1531032"/>
                  </a:lnTo>
                  <a:lnTo>
                    <a:pt x="3670983" y="1531032"/>
                  </a:lnTo>
                  <a:lnTo>
                    <a:pt x="3671077" y="1531032"/>
                  </a:lnTo>
                  <a:lnTo>
                    <a:pt x="3671171" y="1531032"/>
                  </a:lnTo>
                  <a:lnTo>
                    <a:pt x="3671265" y="1531032"/>
                  </a:lnTo>
                  <a:lnTo>
                    <a:pt x="3671359" y="1531032"/>
                  </a:lnTo>
                  <a:lnTo>
                    <a:pt x="3671453" y="1531032"/>
                  </a:lnTo>
                  <a:lnTo>
                    <a:pt x="3671547" y="1531032"/>
                  </a:lnTo>
                  <a:lnTo>
                    <a:pt x="3671641" y="1531032"/>
                  </a:lnTo>
                  <a:lnTo>
                    <a:pt x="3671735" y="1531032"/>
                  </a:lnTo>
                  <a:lnTo>
                    <a:pt x="3671830" y="1531032"/>
                  </a:lnTo>
                  <a:lnTo>
                    <a:pt x="3671924" y="1531032"/>
                  </a:lnTo>
                  <a:lnTo>
                    <a:pt x="3671924" y="1525752"/>
                  </a:lnTo>
                  <a:lnTo>
                    <a:pt x="3672018" y="1525752"/>
                  </a:lnTo>
                  <a:lnTo>
                    <a:pt x="3672018" y="1520473"/>
                  </a:lnTo>
                  <a:lnTo>
                    <a:pt x="3672112" y="1520473"/>
                  </a:lnTo>
                  <a:lnTo>
                    <a:pt x="3672206" y="1520473"/>
                  </a:lnTo>
                  <a:lnTo>
                    <a:pt x="3672300" y="1520473"/>
                  </a:lnTo>
                  <a:lnTo>
                    <a:pt x="3672394" y="1520473"/>
                  </a:lnTo>
                  <a:lnTo>
                    <a:pt x="3672488" y="1520473"/>
                  </a:lnTo>
                  <a:lnTo>
                    <a:pt x="3672582" y="1520473"/>
                  </a:lnTo>
                  <a:lnTo>
                    <a:pt x="3672676" y="1520473"/>
                  </a:lnTo>
                  <a:lnTo>
                    <a:pt x="3672770" y="1520473"/>
                  </a:lnTo>
                  <a:lnTo>
                    <a:pt x="3672864" y="1520473"/>
                  </a:lnTo>
                  <a:lnTo>
                    <a:pt x="3672958" y="1520473"/>
                  </a:lnTo>
                  <a:lnTo>
                    <a:pt x="3673052" y="1520473"/>
                  </a:lnTo>
                  <a:lnTo>
                    <a:pt x="3673146" y="1520473"/>
                  </a:lnTo>
                  <a:lnTo>
                    <a:pt x="3673240" y="1520473"/>
                  </a:lnTo>
                  <a:lnTo>
                    <a:pt x="3673334" y="1520473"/>
                  </a:lnTo>
                  <a:lnTo>
                    <a:pt x="3673428" y="1520473"/>
                  </a:lnTo>
                  <a:lnTo>
                    <a:pt x="3673522" y="1520473"/>
                  </a:lnTo>
                  <a:lnTo>
                    <a:pt x="3673616" y="1520473"/>
                  </a:lnTo>
                  <a:lnTo>
                    <a:pt x="3673710" y="1520473"/>
                  </a:lnTo>
                  <a:lnTo>
                    <a:pt x="3673804" y="1520473"/>
                  </a:lnTo>
                  <a:lnTo>
                    <a:pt x="3673898" y="1520473"/>
                  </a:lnTo>
                  <a:lnTo>
                    <a:pt x="3673992" y="1520473"/>
                  </a:lnTo>
                  <a:lnTo>
                    <a:pt x="3674086" y="1520473"/>
                  </a:lnTo>
                  <a:lnTo>
                    <a:pt x="3674180" y="1520473"/>
                  </a:lnTo>
                  <a:lnTo>
                    <a:pt x="3674274" y="1520473"/>
                  </a:lnTo>
                  <a:lnTo>
                    <a:pt x="3674368" y="1520473"/>
                  </a:lnTo>
                  <a:lnTo>
                    <a:pt x="3674462" y="1520473"/>
                  </a:lnTo>
                  <a:lnTo>
                    <a:pt x="3674556" y="1520473"/>
                  </a:lnTo>
                  <a:lnTo>
                    <a:pt x="3674650" y="1520473"/>
                  </a:lnTo>
                  <a:lnTo>
                    <a:pt x="3674744" y="1520473"/>
                  </a:lnTo>
                  <a:lnTo>
                    <a:pt x="3674838" y="1520473"/>
                  </a:lnTo>
                  <a:lnTo>
                    <a:pt x="3674932" y="1520473"/>
                  </a:lnTo>
                  <a:lnTo>
                    <a:pt x="3675026" y="1520473"/>
                  </a:lnTo>
                  <a:lnTo>
                    <a:pt x="3675120" y="1520473"/>
                  </a:lnTo>
                  <a:lnTo>
                    <a:pt x="3675214" y="1520473"/>
                  </a:lnTo>
                  <a:lnTo>
                    <a:pt x="3675309" y="1520473"/>
                  </a:lnTo>
                  <a:lnTo>
                    <a:pt x="3675403" y="1520473"/>
                  </a:lnTo>
                  <a:lnTo>
                    <a:pt x="3675497" y="1520473"/>
                  </a:lnTo>
                  <a:lnTo>
                    <a:pt x="3675497" y="1515193"/>
                  </a:lnTo>
                  <a:lnTo>
                    <a:pt x="3675591" y="1515193"/>
                  </a:lnTo>
                  <a:lnTo>
                    <a:pt x="3675685" y="1515193"/>
                  </a:lnTo>
                  <a:lnTo>
                    <a:pt x="3675779" y="1515193"/>
                  </a:lnTo>
                  <a:lnTo>
                    <a:pt x="3675873" y="1515193"/>
                  </a:lnTo>
                  <a:lnTo>
                    <a:pt x="3675967" y="1515193"/>
                  </a:lnTo>
                  <a:lnTo>
                    <a:pt x="3676061" y="1515193"/>
                  </a:lnTo>
                  <a:lnTo>
                    <a:pt x="3676155" y="1515193"/>
                  </a:lnTo>
                  <a:lnTo>
                    <a:pt x="3676249" y="1515193"/>
                  </a:lnTo>
                  <a:lnTo>
                    <a:pt x="3676343" y="1515193"/>
                  </a:lnTo>
                  <a:lnTo>
                    <a:pt x="3676437" y="1515193"/>
                  </a:lnTo>
                  <a:lnTo>
                    <a:pt x="3676531" y="1515193"/>
                  </a:lnTo>
                  <a:lnTo>
                    <a:pt x="3676625" y="1515193"/>
                  </a:lnTo>
                  <a:lnTo>
                    <a:pt x="3676719" y="1515193"/>
                  </a:lnTo>
                  <a:lnTo>
                    <a:pt x="3676813" y="1515193"/>
                  </a:lnTo>
                  <a:lnTo>
                    <a:pt x="3676907" y="1515193"/>
                  </a:lnTo>
                  <a:lnTo>
                    <a:pt x="3677001" y="1515193"/>
                  </a:lnTo>
                  <a:lnTo>
                    <a:pt x="3677095" y="1515193"/>
                  </a:lnTo>
                  <a:lnTo>
                    <a:pt x="3677189" y="1515193"/>
                  </a:lnTo>
                  <a:lnTo>
                    <a:pt x="3677283" y="1515193"/>
                  </a:lnTo>
                  <a:lnTo>
                    <a:pt x="3677377" y="1515193"/>
                  </a:lnTo>
                  <a:lnTo>
                    <a:pt x="3677471" y="1515193"/>
                  </a:lnTo>
                  <a:lnTo>
                    <a:pt x="3677565" y="1515193"/>
                  </a:lnTo>
                  <a:lnTo>
                    <a:pt x="3677659" y="1515193"/>
                  </a:lnTo>
                  <a:lnTo>
                    <a:pt x="3677753" y="1515193"/>
                  </a:lnTo>
                  <a:lnTo>
                    <a:pt x="3677847" y="1515193"/>
                  </a:lnTo>
                  <a:lnTo>
                    <a:pt x="3677941" y="1515193"/>
                  </a:lnTo>
                  <a:lnTo>
                    <a:pt x="3678035" y="1515193"/>
                  </a:lnTo>
                  <a:lnTo>
                    <a:pt x="3678129" y="1515193"/>
                  </a:lnTo>
                  <a:lnTo>
                    <a:pt x="3678223" y="1515193"/>
                  </a:lnTo>
                  <a:lnTo>
                    <a:pt x="3678223" y="1509914"/>
                  </a:lnTo>
                  <a:lnTo>
                    <a:pt x="3678317" y="1509914"/>
                  </a:lnTo>
                  <a:lnTo>
                    <a:pt x="3678411" y="1509914"/>
                  </a:lnTo>
                  <a:lnTo>
                    <a:pt x="3678505" y="1509914"/>
                  </a:lnTo>
                  <a:lnTo>
                    <a:pt x="3678599" y="1509914"/>
                  </a:lnTo>
                  <a:lnTo>
                    <a:pt x="3678693" y="1509914"/>
                  </a:lnTo>
                  <a:lnTo>
                    <a:pt x="3678787" y="1509914"/>
                  </a:lnTo>
                  <a:lnTo>
                    <a:pt x="3678882" y="1509914"/>
                  </a:lnTo>
                  <a:lnTo>
                    <a:pt x="3678976" y="1509914"/>
                  </a:lnTo>
                  <a:lnTo>
                    <a:pt x="3679070" y="1509914"/>
                  </a:lnTo>
                  <a:lnTo>
                    <a:pt x="3679164" y="1509914"/>
                  </a:lnTo>
                  <a:lnTo>
                    <a:pt x="3679258" y="1509914"/>
                  </a:lnTo>
                  <a:lnTo>
                    <a:pt x="3679352" y="1509914"/>
                  </a:lnTo>
                  <a:lnTo>
                    <a:pt x="3679446" y="1509914"/>
                  </a:lnTo>
                  <a:lnTo>
                    <a:pt x="3679540" y="1509914"/>
                  </a:lnTo>
                  <a:lnTo>
                    <a:pt x="3679634" y="1509914"/>
                  </a:lnTo>
                  <a:lnTo>
                    <a:pt x="3679728" y="1509914"/>
                  </a:lnTo>
                  <a:lnTo>
                    <a:pt x="3679822" y="1509914"/>
                  </a:lnTo>
                  <a:lnTo>
                    <a:pt x="3679916" y="1509914"/>
                  </a:lnTo>
                  <a:lnTo>
                    <a:pt x="3680010" y="1509914"/>
                  </a:lnTo>
                  <a:lnTo>
                    <a:pt x="3680104" y="1509914"/>
                  </a:lnTo>
                  <a:lnTo>
                    <a:pt x="3680198" y="1509914"/>
                  </a:lnTo>
                  <a:lnTo>
                    <a:pt x="3680292" y="1509914"/>
                  </a:lnTo>
                  <a:lnTo>
                    <a:pt x="3680386" y="1509914"/>
                  </a:lnTo>
                  <a:lnTo>
                    <a:pt x="3680480" y="1509914"/>
                  </a:lnTo>
                  <a:lnTo>
                    <a:pt x="3680574" y="1509914"/>
                  </a:lnTo>
                  <a:lnTo>
                    <a:pt x="3680668" y="1509914"/>
                  </a:lnTo>
                  <a:lnTo>
                    <a:pt x="3680762" y="1509914"/>
                  </a:lnTo>
                  <a:lnTo>
                    <a:pt x="3680856" y="1509914"/>
                  </a:lnTo>
                  <a:lnTo>
                    <a:pt x="3680950" y="1509914"/>
                  </a:lnTo>
                  <a:lnTo>
                    <a:pt x="3681044" y="1509914"/>
                  </a:lnTo>
                  <a:lnTo>
                    <a:pt x="3681138" y="1509914"/>
                  </a:lnTo>
                  <a:lnTo>
                    <a:pt x="3681232" y="1509914"/>
                  </a:lnTo>
                  <a:lnTo>
                    <a:pt x="3681326" y="1509914"/>
                  </a:lnTo>
                  <a:lnTo>
                    <a:pt x="3681420" y="1509914"/>
                  </a:lnTo>
                  <a:lnTo>
                    <a:pt x="3681514" y="1509914"/>
                  </a:lnTo>
                  <a:lnTo>
                    <a:pt x="3681608" y="1509914"/>
                  </a:lnTo>
                  <a:lnTo>
                    <a:pt x="3681702" y="1509914"/>
                  </a:lnTo>
                  <a:lnTo>
                    <a:pt x="3681796" y="1509914"/>
                  </a:lnTo>
                  <a:lnTo>
                    <a:pt x="3681890" y="1509914"/>
                  </a:lnTo>
                  <a:lnTo>
                    <a:pt x="3681984" y="1509914"/>
                  </a:lnTo>
                  <a:lnTo>
                    <a:pt x="3682078" y="1509914"/>
                  </a:lnTo>
                  <a:lnTo>
                    <a:pt x="3682172" y="1509914"/>
                  </a:lnTo>
                  <a:lnTo>
                    <a:pt x="3682266" y="1509914"/>
                  </a:lnTo>
                  <a:lnTo>
                    <a:pt x="3682360" y="1509914"/>
                  </a:lnTo>
                  <a:lnTo>
                    <a:pt x="3682455" y="1509914"/>
                  </a:lnTo>
                  <a:lnTo>
                    <a:pt x="3682549" y="1509914"/>
                  </a:lnTo>
                  <a:lnTo>
                    <a:pt x="3682643" y="1509914"/>
                  </a:lnTo>
                  <a:lnTo>
                    <a:pt x="3682737" y="1509914"/>
                  </a:lnTo>
                  <a:lnTo>
                    <a:pt x="3682831" y="1509914"/>
                  </a:lnTo>
                  <a:lnTo>
                    <a:pt x="3682925" y="1509914"/>
                  </a:lnTo>
                  <a:lnTo>
                    <a:pt x="3683019" y="1509914"/>
                  </a:lnTo>
                  <a:lnTo>
                    <a:pt x="3683113" y="1509914"/>
                  </a:lnTo>
                  <a:lnTo>
                    <a:pt x="3683207" y="1509914"/>
                  </a:lnTo>
                  <a:lnTo>
                    <a:pt x="3683207" y="1504635"/>
                  </a:lnTo>
                  <a:lnTo>
                    <a:pt x="3683301" y="1504635"/>
                  </a:lnTo>
                  <a:lnTo>
                    <a:pt x="3683395" y="1504635"/>
                  </a:lnTo>
                  <a:lnTo>
                    <a:pt x="3683489" y="1504635"/>
                  </a:lnTo>
                  <a:lnTo>
                    <a:pt x="3683583" y="1504635"/>
                  </a:lnTo>
                  <a:lnTo>
                    <a:pt x="3683677" y="1504635"/>
                  </a:lnTo>
                  <a:lnTo>
                    <a:pt x="3683771" y="1504635"/>
                  </a:lnTo>
                  <a:lnTo>
                    <a:pt x="3683865" y="1504635"/>
                  </a:lnTo>
                  <a:lnTo>
                    <a:pt x="3683959" y="1504635"/>
                  </a:lnTo>
                  <a:lnTo>
                    <a:pt x="3684053" y="1504635"/>
                  </a:lnTo>
                  <a:lnTo>
                    <a:pt x="3684147" y="1504635"/>
                  </a:lnTo>
                  <a:lnTo>
                    <a:pt x="3684241" y="1504635"/>
                  </a:lnTo>
                  <a:lnTo>
                    <a:pt x="3684335" y="1504635"/>
                  </a:lnTo>
                  <a:lnTo>
                    <a:pt x="3684429" y="1504635"/>
                  </a:lnTo>
                  <a:lnTo>
                    <a:pt x="3684523" y="1504635"/>
                  </a:lnTo>
                  <a:lnTo>
                    <a:pt x="3684617" y="1504635"/>
                  </a:lnTo>
                  <a:lnTo>
                    <a:pt x="3684711" y="1504635"/>
                  </a:lnTo>
                  <a:lnTo>
                    <a:pt x="3684805" y="1504635"/>
                  </a:lnTo>
                  <a:lnTo>
                    <a:pt x="3684899" y="1504635"/>
                  </a:lnTo>
                  <a:lnTo>
                    <a:pt x="3684993" y="1504635"/>
                  </a:lnTo>
                  <a:lnTo>
                    <a:pt x="3685087" y="1504635"/>
                  </a:lnTo>
                  <a:lnTo>
                    <a:pt x="3685181" y="1504635"/>
                  </a:lnTo>
                  <a:lnTo>
                    <a:pt x="3685275" y="1504635"/>
                  </a:lnTo>
                  <a:lnTo>
                    <a:pt x="3685369" y="1504635"/>
                  </a:lnTo>
                  <a:lnTo>
                    <a:pt x="3685463" y="1504635"/>
                  </a:lnTo>
                  <a:lnTo>
                    <a:pt x="3685557" y="1504635"/>
                  </a:lnTo>
                  <a:lnTo>
                    <a:pt x="3685651" y="1504635"/>
                  </a:lnTo>
                  <a:lnTo>
                    <a:pt x="3685745" y="1504635"/>
                  </a:lnTo>
                  <a:lnTo>
                    <a:pt x="3685839" y="1504635"/>
                  </a:lnTo>
                  <a:lnTo>
                    <a:pt x="3685934" y="1504635"/>
                  </a:lnTo>
                  <a:lnTo>
                    <a:pt x="3686028" y="1504635"/>
                  </a:lnTo>
                  <a:lnTo>
                    <a:pt x="3686122" y="1504635"/>
                  </a:lnTo>
                  <a:lnTo>
                    <a:pt x="3686216" y="1504635"/>
                  </a:lnTo>
                  <a:lnTo>
                    <a:pt x="3686310" y="1504635"/>
                  </a:lnTo>
                  <a:lnTo>
                    <a:pt x="3686404" y="1504635"/>
                  </a:lnTo>
                  <a:lnTo>
                    <a:pt x="3686498" y="1504635"/>
                  </a:lnTo>
                  <a:lnTo>
                    <a:pt x="3686592" y="1504635"/>
                  </a:lnTo>
                  <a:lnTo>
                    <a:pt x="3686686" y="1504635"/>
                  </a:lnTo>
                  <a:lnTo>
                    <a:pt x="3686780" y="1504635"/>
                  </a:lnTo>
                  <a:lnTo>
                    <a:pt x="3686874" y="1504635"/>
                  </a:lnTo>
                  <a:lnTo>
                    <a:pt x="3686968" y="1504635"/>
                  </a:lnTo>
                  <a:lnTo>
                    <a:pt x="3687062" y="1504635"/>
                  </a:lnTo>
                  <a:lnTo>
                    <a:pt x="3687156" y="1504635"/>
                  </a:lnTo>
                  <a:lnTo>
                    <a:pt x="3687250" y="1504635"/>
                  </a:lnTo>
                  <a:lnTo>
                    <a:pt x="3687344" y="1504635"/>
                  </a:lnTo>
                  <a:lnTo>
                    <a:pt x="3687438" y="1504635"/>
                  </a:lnTo>
                  <a:lnTo>
                    <a:pt x="3687532" y="1504635"/>
                  </a:lnTo>
                  <a:lnTo>
                    <a:pt x="3687626" y="1504635"/>
                  </a:lnTo>
                  <a:lnTo>
                    <a:pt x="3687720" y="1504635"/>
                  </a:lnTo>
                  <a:lnTo>
                    <a:pt x="3687814" y="1504635"/>
                  </a:lnTo>
                  <a:lnTo>
                    <a:pt x="3687908" y="1504635"/>
                  </a:lnTo>
                  <a:lnTo>
                    <a:pt x="3688002" y="1504635"/>
                  </a:lnTo>
                  <a:lnTo>
                    <a:pt x="3688096" y="1504635"/>
                  </a:lnTo>
                  <a:lnTo>
                    <a:pt x="3688190" y="1504635"/>
                  </a:lnTo>
                  <a:lnTo>
                    <a:pt x="3688284" y="1504635"/>
                  </a:lnTo>
                  <a:lnTo>
                    <a:pt x="3688378" y="1504635"/>
                  </a:lnTo>
                  <a:lnTo>
                    <a:pt x="3688472" y="1504635"/>
                  </a:lnTo>
                  <a:lnTo>
                    <a:pt x="3688566" y="1504635"/>
                  </a:lnTo>
                  <a:lnTo>
                    <a:pt x="3688660" y="1504635"/>
                  </a:lnTo>
                  <a:lnTo>
                    <a:pt x="3688754" y="1504635"/>
                  </a:lnTo>
                  <a:lnTo>
                    <a:pt x="3688848" y="1504635"/>
                  </a:lnTo>
                  <a:lnTo>
                    <a:pt x="3688942" y="1504635"/>
                  </a:lnTo>
                  <a:lnTo>
                    <a:pt x="3689036" y="1504635"/>
                  </a:lnTo>
                  <a:lnTo>
                    <a:pt x="3689130" y="1504635"/>
                  </a:lnTo>
                  <a:lnTo>
                    <a:pt x="3689224" y="1504635"/>
                  </a:lnTo>
                  <a:lnTo>
                    <a:pt x="3689318" y="1504635"/>
                  </a:lnTo>
                  <a:lnTo>
                    <a:pt x="3689412" y="1504635"/>
                  </a:lnTo>
                  <a:lnTo>
                    <a:pt x="3689507" y="1504635"/>
                  </a:lnTo>
                  <a:lnTo>
                    <a:pt x="3689601" y="1504635"/>
                  </a:lnTo>
                  <a:lnTo>
                    <a:pt x="3689695" y="1504635"/>
                  </a:lnTo>
                  <a:lnTo>
                    <a:pt x="3689789" y="1504635"/>
                  </a:lnTo>
                  <a:lnTo>
                    <a:pt x="3689883" y="1504635"/>
                  </a:lnTo>
                  <a:lnTo>
                    <a:pt x="3689977" y="1504635"/>
                  </a:lnTo>
                  <a:lnTo>
                    <a:pt x="3690071" y="1504635"/>
                  </a:lnTo>
                  <a:lnTo>
                    <a:pt x="3690165" y="1504635"/>
                  </a:lnTo>
                  <a:lnTo>
                    <a:pt x="3690259" y="1504635"/>
                  </a:lnTo>
                  <a:lnTo>
                    <a:pt x="3690353" y="1504635"/>
                  </a:lnTo>
                  <a:lnTo>
                    <a:pt x="3690447" y="1504635"/>
                  </a:lnTo>
                  <a:lnTo>
                    <a:pt x="3690541" y="1504635"/>
                  </a:lnTo>
                  <a:lnTo>
                    <a:pt x="3690635" y="1504635"/>
                  </a:lnTo>
                  <a:lnTo>
                    <a:pt x="3690729" y="1504635"/>
                  </a:lnTo>
                  <a:lnTo>
                    <a:pt x="3690823" y="1504635"/>
                  </a:lnTo>
                  <a:lnTo>
                    <a:pt x="3690917" y="1504635"/>
                  </a:lnTo>
                  <a:lnTo>
                    <a:pt x="3691011" y="1504635"/>
                  </a:lnTo>
                  <a:lnTo>
                    <a:pt x="3691105" y="1504635"/>
                  </a:lnTo>
                  <a:lnTo>
                    <a:pt x="3691199" y="1504635"/>
                  </a:lnTo>
                  <a:lnTo>
                    <a:pt x="3691293" y="1504635"/>
                  </a:lnTo>
                  <a:lnTo>
                    <a:pt x="3691387" y="1504635"/>
                  </a:lnTo>
                  <a:lnTo>
                    <a:pt x="3691481" y="1504635"/>
                  </a:lnTo>
                  <a:lnTo>
                    <a:pt x="3691575" y="1504635"/>
                  </a:lnTo>
                  <a:lnTo>
                    <a:pt x="3691669" y="1504635"/>
                  </a:lnTo>
                  <a:lnTo>
                    <a:pt x="3691763" y="1504635"/>
                  </a:lnTo>
                  <a:lnTo>
                    <a:pt x="3691857" y="1504635"/>
                  </a:lnTo>
                  <a:lnTo>
                    <a:pt x="3691951" y="1504635"/>
                  </a:lnTo>
                  <a:lnTo>
                    <a:pt x="3692045" y="1504635"/>
                  </a:lnTo>
                  <a:lnTo>
                    <a:pt x="3692139" y="1504635"/>
                  </a:lnTo>
                  <a:lnTo>
                    <a:pt x="3692233" y="1504635"/>
                  </a:lnTo>
                  <a:lnTo>
                    <a:pt x="3692327" y="1504635"/>
                  </a:lnTo>
                  <a:lnTo>
                    <a:pt x="3692421" y="1504635"/>
                  </a:lnTo>
                  <a:lnTo>
                    <a:pt x="3692515" y="1504635"/>
                  </a:lnTo>
                  <a:lnTo>
                    <a:pt x="3692609" y="1504635"/>
                  </a:lnTo>
                  <a:lnTo>
                    <a:pt x="3692703" y="1504635"/>
                  </a:lnTo>
                  <a:lnTo>
                    <a:pt x="3692797" y="1504635"/>
                  </a:lnTo>
                  <a:lnTo>
                    <a:pt x="3692891" y="1504635"/>
                  </a:lnTo>
                  <a:lnTo>
                    <a:pt x="3692985" y="1504635"/>
                  </a:lnTo>
                  <a:lnTo>
                    <a:pt x="3693080" y="1504635"/>
                  </a:lnTo>
                  <a:lnTo>
                    <a:pt x="3693174" y="1504635"/>
                  </a:lnTo>
                  <a:lnTo>
                    <a:pt x="3693268" y="1504635"/>
                  </a:lnTo>
                  <a:lnTo>
                    <a:pt x="3693362" y="1504635"/>
                  </a:lnTo>
                  <a:lnTo>
                    <a:pt x="3693456" y="1504635"/>
                  </a:lnTo>
                  <a:lnTo>
                    <a:pt x="3693550" y="1504635"/>
                  </a:lnTo>
                  <a:lnTo>
                    <a:pt x="3693644" y="1504635"/>
                  </a:lnTo>
                  <a:lnTo>
                    <a:pt x="3693738" y="1504635"/>
                  </a:lnTo>
                  <a:lnTo>
                    <a:pt x="3693832" y="1504635"/>
                  </a:lnTo>
                  <a:lnTo>
                    <a:pt x="3693926" y="1504635"/>
                  </a:lnTo>
                  <a:lnTo>
                    <a:pt x="3694020" y="1504635"/>
                  </a:lnTo>
                  <a:lnTo>
                    <a:pt x="3694114" y="1504635"/>
                  </a:lnTo>
                  <a:lnTo>
                    <a:pt x="3694208" y="1504635"/>
                  </a:lnTo>
                  <a:lnTo>
                    <a:pt x="3694302" y="1504635"/>
                  </a:lnTo>
                  <a:lnTo>
                    <a:pt x="3694396" y="1504635"/>
                  </a:lnTo>
                  <a:lnTo>
                    <a:pt x="3694490" y="1504635"/>
                  </a:lnTo>
                  <a:lnTo>
                    <a:pt x="3694584" y="1504635"/>
                  </a:lnTo>
                  <a:lnTo>
                    <a:pt x="3694678" y="1504635"/>
                  </a:lnTo>
                  <a:lnTo>
                    <a:pt x="3694772" y="1504635"/>
                  </a:lnTo>
                  <a:lnTo>
                    <a:pt x="3694866" y="1504635"/>
                  </a:lnTo>
                  <a:lnTo>
                    <a:pt x="3694960" y="1504635"/>
                  </a:lnTo>
                  <a:lnTo>
                    <a:pt x="3695054" y="1504635"/>
                  </a:lnTo>
                  <a:lnTo>
                    <a:pt x="3695148" y="1504635"/>
                  </a:lnTo>
                  <a:lnTo>
                    <a:pt x="3695242" y="1504635"/>
                  </a:lnTo>
                  <a:lnTo>
                    <a:pt x="3695336" y="1504635"/>
                  </a:lnTo>
                  <a:lnTo>
                    <a:pt x="3695430" y="1504635"/>
                  </a:lnTo>
                  <a:lnTo>
                    <a:pt x="3695524" y="1504635"/>
                  </a:lnTo>
                  <a:lnTo>
                    <a:pt x="3695618" y="1504635"/>
                  </a:lnTo>
                  <a:lnTo>
                    <a:pt x="3695712" y="1504635"/>
                  </a:lnTo>
                  <a:lnTo>
                    <a:pt x="3695806" y="1504635"/>
                  </a:lnTo>
                  <a:lnTo>
                    <a:pt x="3695900" y="1504635"/>
                  </a:lnTo>
                  <a:lnTo>
                    <a:pt x="3695994" y="1504635"/>
                  </a:lnTo>
                  <a:lnTo>
                    <a:pt x="3696088" y="1504635"/>
                  </a:lnTo>
                  <a:lnTo>
                    <a:pt x="3696182" y="1504635"/>
                  </a:lnTo>
                  <a:lnTo>
                    <a:pt x="3696276" y="1504635"/>
                  </a:lnTo>
                  <a:lnTo>
                    <a:pt x="3696370" y="1504635"/>
                  </a:lnTo>
                  <a:lnTo>
                    <a:pt x="3696464" y="1504635"/>
                  </a:lnTo>
                  <a:lnTo>
                    <a:pt x="3696558" y="1504635"/>
                  </a:lnTo>
                  <a:lnTo>
                    <a:pt x="3696653" y="1504635"/>
                  </a:lnTo>
                  <a:lnTo>
                    <a:pt x="3696747" y="1504635"/>
                  </a:lnTo>
                  <a:lnTo>
                    <a:pt x="3696841" y="1504635"/>
                  </a:lnTo>
                  <a:lnTo>
                    <a:pt x="3696935" y="1504635"/>
                  </a:lnTo>
                  <a:lnTo>
                    <a:pt x="3697029" y="1504635"/>
                  </a:lnTo>
                  <a:lnTo>
                    <a:pt x="3697123" y="1504635"/>
                  </a:lnTo>
                  <a:lnTo>
                    <a:pt x="3697217" y="1504635"/>
                  </a:lnTo>
                  <a:lnTo>
                    <a:pt x="3697311" y="1504635"/>
                  </a:lnTo>
                  <a:lnTo>
                    <a:pt x="3697405" y="1504635"/>
                  </a:lnTo>
                  <a:lnTo>
                    <a:pt x="3697499" y="1504635"/>
                  </a:lnTo>
                  <a:lnTo>
                    <a:pt x="3697593" y="1504635"/>
                  </a:lnTo>
                  <a:lnTo>
                    <a:pt x="3697687" y="1504635"/>
                  </a:lnTo>
                  <a:lnTo>
                    <a:pt x="3697781" y="1504635"/>
                  </a:lnTo>
                  <a:lnTo>
                    <a:pt x="3697875" y="1504635"/>
                  </a:lnTo>
                  <a:lnTo>
                    <a:pt x="3697969" y="1504635"/>
                  </a:lnTo>
                  <a:lnTo>
                    <a:pt x="3698063" y="1504635"/>
                  </a:lnTo>
                  <a:lnTo>
                    <a:pt x="3698157" y="1504635"/>
                  </a:lnTo>
                  <a:lnTo>
                    <a:pt x="3698251" y="1504635"/>
                  </a:lnTo>
                  <a:lnTo>
                    <a:pt x="3698251" y="1499355"/>
                  </a:lnTo>
                  <a:lnTo>
                    <a:pt x="3698345" y="1499355"/>
                  </a:lnTo>
                  <a:lnTo>
                    <a:pt x="3698439" y="1499355"/>
                  </a:lnTo>
                  <a:lnTo>
                    <a:pt x="3698533" y="1499355"/>
                  </a:lnTo>
                  <a:lnTo>
                    <a:pt x="3698627" y="1499355"/>
                  </a:lnTo>
                  <a:lnTo>
                    <a:pt x="3698721" y="1499355"/>
                  </a:lnTo>
                  <a:lnTo>
                    <a:pt x="3698815" y="1499355"/>
                  </a:lnTo>
                  <a:lnTo>
                    <a:pt x="3698909" y="1499355"/>
                  </a:lnTo>
                  <a:lnTo>
                    <a:pt x="3699003" y="1499355"/>
                  </a:lnTo>
                  <a:lnTo>
                    <a:pt x="3699097" y="1499355"/>
                  </a:lnTo>
                  <a:lnTo>
                    <a:pt x="3699191" y="1499355"/>
                  </a:lnTo>
                  <a:lnTo>
                    <a:pt x="3699285" y="1499355"/>
                  </a:lnTo>
                  <a:lnTo>
                    <a:pt x="3699379" y="1499355"/>
                  </a:lnTo>
                  <a:lnTo>
                    <a:pt x="3699473" y="1499355"/>
                  </a:lnTo>
                  <a:lnTo>
                    <a:pt x="3699567" y="1499355"/>
                  </a:lnTo>
                  <a:lnTo>
                    <a:pt x="3699661" y="1499355"/>
                  </a:lnTo>
                  <a:lnTo>
                    <a:pt x="3699755" y="1499355"/>
                  </a:lnTo>
                  <a:lnTo>
                    <a:pt x="3699849" y="1499355"/>
                  </a:lnTo>
                  <a:lnTo>
                    <a:pt x="3699943" y="1499355"/>
                  </a:lnTo>
                  <a:lnTo>
                    <a:pt x="3700037" y="1499355"/>
                  </a:lnTo>
                  <a:lnTo>
                    <a:pt x="3700132" y="1499355"/>
                  </a:lnTo>
                  <a:lnTo>
                    <a:pt x="3700226" y="1499355"/>
                  </a:lnTo>
                  <a:lnTo>
                    <a:pt x="3700320" y="1499355"/>
                  </a:lnTo>
                  <a:lnTo>
                    <a:pt x="3700414" y="1499355"/>
                  </a:lnTo>
                  <a:lnTo>
                    <a:pt x="3700508" y="1499355"/>
                  </a:lnTo>
                  <a:lnTo>
                    <a:pt x="3700508" y="1494076"/>
                  </a:lnTo>
                  <a:lnTo>
                    <a:pt x="3700602" y="1494076"/>
                  </a:lnTo>
                  <a:lnTo>
                    <a:pt x="3700696" y="1494076"/>
                  </a:lnTo>
                  <a:lnTo>
                    <a:pt x="3700790" y="1494076"/>
                  </a:lnTo>
                  <a:lnTo>
                    <a:pt x="3700884" y="1494076"/>
                  </a:lnTo>
                  <a:lnTo>
                    <a:pt x="3700978" y="1494076"/>
                  </a:lnTo>
                  <a:lnTo>
                    <a:pt x="3701072" y="1494076"/>
                  </a:lnTo>
                  <a:lnTo>
                    <a:pt x="3701166" y="1494076"/>
                  </a:lnTo>
                  <a:lnTo>
                    <a:pt x="3701260" y="1494076"/>
                  </a:lnTo>
                  <a:lnTo>
                    <a:pt x="3701354" y="1494076"/>
                  </a:lnTo>
                  <a:lnTo>
                    <a:pt x="3701448" y="1494076"/>
                  </a:lnTo>
                  <a:lnTo>
                    <a:pt x="3701542" y="1494076"/>
                  </a:lnTo>
                  <a:lnTo>
                    <a:pt x="3701636" y="1494076"/>
                  </a:lnTo>
                  <a:lnTo>
                    <a:pt x="3701730" y="1494076"/>
                  </a:lnTo>
                  <a:lnTo>
                    <a:pt x="3701824" y="1494076"/>
                  </a:lnTo>
                  <a:lnTo>
                    <a:pt x="3701918" y="1494076"/>
                  </a:lnTo>
                  <a:lnTo>
                    <a:pt x="3702012" y="1494076"/>
                  </a:lnTo>
                  <a:lnTo>
                    <a:pt x="3702106" y="1494076"/>
                  </a:lnTo>
                  <a:lnTo>
                    <a:pt x="3702200" y="1494076"/>
                  </a:lnTo>
                  <a:lnTo>
                    <a:pt x="3702294" y="1494076"/>
                  </a:lnTo>
                  <a:lnTo>
                    <a:pt x="3702388" y="1494076"/>
                  </a:lnTo>
                  <a:lnTo>
                    <a:pt x="3702482" y="1494076"/>
                  </a:lnTo>
                  <a:lnTo>
                    <a:pt x="3702576" y="1494076"/>
                  </a:lnTo>
                  <a:lnTo>
                    <a:pt x="3702670" y="1494076"/>
                  </a:lnTo>
                  <a:lnTo>
                    <a:pt x="3702764" y="1494076"/>
                  </a:lnTo>
                  <a:lnTo>
                    <a:pt x="3702858" y="1494076"/>
                  </a:lnTo>
                  <a:lnTo>
                    <a:pt x="3702952" y="1494076"/>
                  </a:lnTo>
                  <a:lnTo>
                    <a:pt x="3703046" y="1494076"/>
                  </a:lnTo>
                  <a:lnTo>
                    <a:pt x="3703140" y="1494076"/>
                  </a:lnTo>
                  <a:lnTo>
                    <a:pt x="3703234" y="1494076"/>
                  </a:lnTo>
                  <a:lnTo>
                    <a:pt x="3703328" y="1494076"/>
                  </a:lnTo>
                  <a:lnTo>
                    <a:pt x="3703422" y="1494076"/>
                  </a:lnTo>
                  <a:lnTo>
                    <a:pt x="3703516" y="1494076"/>
                  </a:lnTo>
                  <a:lnTo>
                    <a:pt x="3703610" y="1494076"/>
                  </a:lnTo>
                  <a:lnTo>
                    <a:pt x="3703705" y="1494076"/>
                  </a:lnTo>
                  <a:lnTo>
                    <a:pt x="3703799" y="1494076"/>
                  </a:lnTo>
                  <a:lnTo>
                    <a:pt x="3703893" y="1494076"/>
                  </a:lnTo>
                  <a:lnTo>
                    <a:pt x="3703987" y="1494076"/>
                  </a:lnTo>
                  <a:lnTo>
                    <a:pt x="3704081" y="1494076"/>
                  </a:lnTo>
                  <a:lnTo>
                    <a:pt x="3704175" y="1494076"/>
                  </a:lnTo>
                  <a:lnTo>
                    <a:pt x="3704269" y="1494076"/>
                  </a:lnTo>
                  <a:lnTo>
                    <a:pt x="3704363" y="1494076"/>
                  </a:lnTo>
                  <a:lnTo>
                    <a:pt x="3704457" y="1494076"/>
                  </a:lnTo>
                  <a:lnTo>
                    <a:pt x="3704551" y="1494076"/>
                  </a:lnTo>
                  <a:lnTo>
                    <a:pt x="3704645" y="1494076"/>
                  </a:lnTo>
                  <a:lnTo>
                    <a:pt x="3704739" y="1494076"/>
                  </a:lnTo>
                  <a:lnTo>
                    <a:pt x="3704833" y="1494076"/>
                  </a:lnTo>
                  <a:lnTo>
                    <a:pt x="3704927" y="1494076"/>
                  </a:lnTo>
                  <a:lnTo>
                    <a:pt x="3705021" y="1494076"/>
                  </a:lnTo>
                  <a:lnTo>
                    <a:pt x="3705115" y="1494076"/>
                  </a:lnTo>
                  <a:lnTo>
                    <a:pt x="3705209" y="1494076"/>
                  </a:lnTo>
                  <a:lnTo>
                    <a:pt x="3705303" y="1494076"/>
                  </a:lnTo>
                  <a:lnTo>
                    <a:pt x="3705397" y="1494076"/>
                  </a:lnTo>
                  <a:lnTo>
                    <a:pt x="3705491" y="1494076"/>
                  </a:lnTo>
                  <a:lnTo>
                    <a:pt x="3705585" y="1494076"/>
                  </a:lnTo>
                  <a:lnTo>
                    <a:pt x="3705679" y="1494076"/>
                  </a:lnTo>
                  <a:lnTo>
                    <a:pt x="3705773" y="1494076"/>
                  </a:lnTo>
                  <a:lnTo>
                    <a:pt x="3705867" y="1494076"/>
                  </a:lnTo>
                  <a:lnTo>
                    <a:pt x="3705961" y="1494076"/>
                  </a:lnTo>
                  <a:lnTo>
                    <a:pt x="3706055" y="1494076"/>
                  </a:lnTo>
                  <a:lnTo>
                    <a:pt x="3706149" y="1494076"/>
                  </a:lnTo>
                  <a:lnTo>
                    <a:pt x="3706243" y="1494076"/>
                  </a:lnTo>
                  <a:lnTo>
                    <a:pt x="3706337" y="1494076"/>
                  </a:lnTo>
                  <a:lnTo>
                    <a:pt x="3706431" y="1494076"/>
                  </a:lnTo>
                  <a:lnTo>
                    <a:pt x="3706525" y="1494076"/>
                  </a:lnTo>
                  <a:lnTo>
                    <a:pt x="3706619" y="1494076"/>
                  </a:lnTo>
                  <a:lnTo>
                    <a:pt x="3706713" y="1494076"/>
                  </a:lnTo>
                  <a:lnTo>
                    <a:pt x="3706807" y="1494076"/>
                  </a:lnTo>
                  <a:lnTo>
                    <a:pt x="3706901" y="1494076"/>
                  </a:lnTo>
                  <a:lnTo>
                    <a:pt x="3706995" y="1494076"/>
                  </a:lnTo>
                  <a:lnTo>
                    <a:pt x="3707089" y="1494076"/>
                  </a:lnTo>
                  <a:lnTo>
                    <a:pt x="3707089" y="1488796"/>
                  </a:lnTo>
                  <a:lnTo>
                    <a:pt x="3707183" y="1488796"/>
                  </a:lnTo>
                  <a:lnTo>
                    <a:pt x="3707278" y="1488796"/>
                  </a:lnTo>
                  <a:lnTo>
                    <a:pt x="3707372" y="1488796"/>
                  </a:lnTo>
                  <a:lnTo>
                    <a:pt x="3707466" y="1488796"/>
                  </a:lnTo>
                  <a:lnTo>
                    <a:pt x="3707560" y="1488796"/>
                  </a:lnTo>
                  <a:lnTo>
                    <a:pt x="3707654" y="1488796"/>
                  </a:lnTo>
                  <a:lnTo>
                    <a:pt x="3707748" y="1488796"/>
                  </a:lnTo>
                  <a:lnTo>
                    <a:pt x="3707842" y="1488796"/>
                  </a:lnTo>
                  <a:lnTo>
                    <a:pt x="3707936" y="1488796"/>
                  </a:lnTo>
                  <a:lnTo>
                    <a:pt x="3708030" y="1488796"/>
                  </a:lnTo>
                  <a:lnTo>
                    <a:pt x="3708124" y="1488796"/>
                  </a:lnTo>
                  <a:lnTo>
                    <a:pt x="3708124" y="1483517"/>
                  </a:lnTo>
                  <a:lnTo>
                    <a:pt x="3708218" y="1483517"/>
                  </a:lnTo>
                  <a:lnTo>
                    <a:pt x="3708312" y="1483517"/>
                  </a:lnTo>
                  <a:lnTo>
                    <a:pt x="3708406" y="1483517"/>
                  </a:lnTo>
                  <a:lnTo>
                    <a:pt x="3708500" y="1483517"/>
                  </a:lnTo>
                  <a:lnTo>
                    <a:pt x="3708594" y="1483517"/>
                  </a:lnTo>
                  <a:lnTo>
                    <a:pt x="3708688" y="1483517"/>
                  </a:lnTo>
                  <a:lnTo>
                    <a:pt x="3708782" y="1483517"/>
                  </a:lnTo>
                  <a:lnTo>
                    <a:pt x="3708876" y="1483517"/>
                  </a:lnTo>
                  <a:lnTo>
                    <a:pt x="3708970" y="1483517"/>
                  </a:lnTo>
                  <a:lnTo>
                    <a:pt x="3709064" y="1483517"/>
                  </a:lnTo>
                  <a:lnTo>
                    <a:pt x="3709158" y="1483517"/>
                  </a:lnTo>
                  <a:lnTo>
                    <a:pt x="3709252" y="1483517"/>
                  </a:lnTo>
                  <a:lnTo>
                    <a:pt x="3709346" y="1483517"/>
                  </a:lnTo>
                  <a:lnTo>
                    <a:pt x="3709440" y="1483517"/>
                  </a:lnTo>
                  <a:lnTo>
                    <a:pt x="3709534" y="1483517"/>
                  </a:lnTo>
                  <a:lnTo>
                    <a:pt x="3709628" y="1483517"/>
                  </a:lnTo>
                  <a:lnTo>
                    <a:pt x="3709722" y="1483517"/>
                  </a:lnTo>
                  <a:lnTo>
                    <a:pt x="3709816" y="1483517"/>
                  </a:lnTo>
                  <a:lnTo>
                    <a:pt x="3709910" y="1483517"/>
                  </a:lnTo>
                  <a:lnTo>
                    <a:pt x="3710004" y="1483517"/>
                  </a:lnTo>
                  <a:lnTo>
                    <a:pt x="3710098" y="1483517"/>
                  </a:lnTo>
                  <a:lnTo>
                    <a:pt x="3710192" y="1483517"/>
                  </a:lnTo>
                  <a:lnTo>
                    <a:pt x="3710286" y="1483517"/>
                  </a:lnTo>
                  <a:lnTo>
                    <a:pt x="3710380" y="1483517"/>
                  </a:lnTo>
                  <a:lnTo>
                    <a:pt x="3710474" y="1483517"/>
                  </a:lnTo>
                  <a:lnTo>
                    <a:pt x="3710568" y="1483517"/>
                  </a:lnTo>
                  <a:lnTo>
                    <a:pt x="3710662" y="1483517"/>
                  </a:lnTo>
                  <a:lnTo>
                    <a:pt x="3710757" y="1483517"/>
                  </a:lnTo>
                  <a:lnTo>
                    <a:pt x="3710851" y="1483517"/>
                  </a:lnTo>
                  <a:lnTo>
                    <a:pt x="3710945" y="1483517"/>
                  </a:lnTo>
                  <a:lnTo>
                    <a:pt x="3711039" y="1483517"/>
                  </a:lnTo>
                  <a:lnTo>
                    <a:pt x="3711133" y="1483517"/>
                  </a:lnTo>
                  <a:lnTo>
                    <a:pt x="3711227" y="1483517"/>
                  </a:lnTo>
                  <a:lnTo>
                    <a:pt x="3711321" y="1483517"/>
                  </a:lnTo>
                  <a:lnTo>
                    <a:pt x="3711415" y="1483517"/>
                  </a:lnTo>
                  <a:lnTo>
                    <a:pt x="3711509" y="1483517"/>
                  </a:lnTo>
                  <a:lnTo>
                    <a:pt x="3711603" y="1483517"/>
                  </a:lnTo>
                  <a:lnTo>
                    <a:pt x="3711697" y="1483517"/>
                  </a:lnTo>
                  <a:lnTo>
                    <a:pt x="3711791" y="1483517"/>
                  </a:lnTo>
                  <a:lnTo>
                    <a:pt x="3711885" y="1483517"/>
                  </a:lnTo>
                  <a:lnTo>
                    <a:pt x="3711979" y="1483517"/>
                  </a:lnTo>
                  <a:lnTo>
                    <a:pt x="3712073" y="1483517"/>
                  </a:lnTo>
                  <a:lnTo>
                    <a:pt x="3712167" y="1483517"/>
                  </a:lnTo>
                  <a:lnTo>
                    <a:pt x="3712261" y="1483517"/>
                  </a:lnTo>
                  <a:lnTo>
                    <a:pt x="3712355" y="1483517"/>
                  </a:lnTo>
                  <a:lnTo>
                    <a:pt x="3712449" y="1483517"/>
                  </a:lnTo>
                  <a:lnTo>
                    <a:pt x="3712543" y="1483517"/>
                  </a:lnTo>
                  <a:lnTo>
                    <a:pt x="3712637" y="1483517"/>
                  </a:lnTo>
                  <a:lnTo>
                    <a:pt x="3712731" y="1483517"/>
                  </a:lnTo>
                  <a:lnTo>
                    <a:pt x="3712731" y="1478237"/>
                  </a:lnTo>
                  <a:lnTo>
                    <a:pt x="3712825" y="1478237"/>
                  </a:lnTo>
                  <a:lnTo>
                    <a:pt x="3712919" y="1478237"/>
                  </a:lnTo>
                  <a:lnTo>
                    <a:pt x="3713013" y="1478237"/>
                  </a:lnTo>
                  <a:lnTo>
                    <a:pt x="3713107" y="1478237"/>
                  </a:lnTo>
                  <a:lnTo>
                    <a:pt x="3713201" y="1478237"/>
                  </a:lnTo>
                  <a:lnTo>
                    <a:pt x="3713295" y="1478237"/>
                  </a:lnTo>
                  <a:lnTo>
                    <a:pt x="3713389" y="1478237"/>
                  </a:lnTo>
                  <a:lnTo>
                    <a:pt x="3713483" y="1478237"/>
                  </a:lnTo>
                  <a:lnTo>
                    <a:pt x="3713577" y="1478237"/>
                  </a:lnTo>
                  <a:lnTo>
                    <a:pt x="3713671" y="1478237"/>
                  </a:lnTo>
                  <a:lnTo>
                    <a:pt x="3713765" y="1478237"/>
                  </a:lnTo>
                  <a:lnTo>
                    <a:pt x="3713859" y="1478237"/>
                  </a:lnTo>
                  <a:lnTo>
                    <a:pt x="3713953" y="1478237"/>
                  </a:lnTo>
                  <a:lnTo>
                    <a:pt x="3714047" y="1478237"/>
                  </a:lnTo>
                  <a:lnTo>
                    <a:pt x="3714141" y="1478237"/>
                  </a:lnTo>
                  <a:lnTo>
                    <a:pt x="3714235" y="1478237"/>
                  </a:lnTo>
                  <a:lnTo>
                    <a:pt x="3714330" y="1478237"/>
                  </a:lnTo>
                  <a:lnTo>
                    <a:pt x="3714424" y="1478237"/>
                  </a:lnTo>
                  <a:lnTo>
                    <a:pt x="3714518" y="1478237"/>
                  </a:lnTo>
                  <a:lnTo>
                    <a:pt x="3714612" y="1478237"/>
                  </a:lnTo>
                  <a:lnTo>
                    <a:pt x="3714706" y="1478237"/>
                  </a:lnTo>
                  <a:lnTo>
                    <a:pt x="3714800" y="1478237"/>
                  </a:lnTo>
                  <a:lnTo>
                    <a:pt x="3714894" y="1478237"/>
                  </a:lnTo>
                  <a:lnTo>
                    <a:pt x="3714988" y="1478237"/>
                  </a:lnTo>
                  <a:lnTo>
                    <a:pt x="3715082" y="1478237"/>
                  </a:lnTo>
                  <a:lnTo>
                    <a:pt x="3715176" y="1478237"/>
                  </a:lnTo>
                  <a:lnTo>
                    <a:pt x="3715270" y="1478237"/>
                  </a:lnTo>
                  <a:lnTo>
                    <a:pt x="3715364" y="1478237"/>
                  </a:lnTo>
                  <a:lnTo>
                    <a:pt x="3715458" y="1478237"/>
                  </a:lnTo>
                  <a:lnTo>
                    <a:pt x="3715552" y="1478237"/>
                  </a:lnTo>
                  <a:lnTo>
                    <a:pt x="3715646" y="1478237"/>
                  </a:lnTo>
                  <a:lnTo>
                    <a:pt x="3715740" y="1478237"/>
                  </a:lnTo>
                  <a:lnTo>
                    <a:pt x="3715834" y="1478237"/>
                  </a:lnTo>
                  <a:lnTo>
                    <a:pt x="3715928" y="1478237"/>
                  </a:lnTo>
                  <a:lnTo>
                    <a:pt x="3716022" y="1478237"/>
                  </a:lnTo>
                  <a:lnTo>
                    <a:pt x="3716116" y="1478237"/>
                  </a:lnTo>
                  <a:lnTo>
                    <a:pt x="3716210" y="1478237"/>
                  </a:lnTo>
                  <a:lnTo>
                    <a:pt x="3716304" y="1478237"/>
                  </a:lnTo>
                  <a:lnTo>
                    <a:pt x="3716398" y="1478237"/>
                  </a:lnTo>
                  <a:lnTo>
                    <a:pt x="3716492" y="1478237"/>
                  </a:lnTo>
                  <a:lnTo>
                    <a:pt x="3716586" y="1478237"/>
                  </a:lnTo>
                  <a:lnTo>
                    <a:pt x="3716680" y="1478237"/>
                  </a:lnTo>
                  <a:lnTo>
                    <a:pt x="3716774" y="1478237"/>
                  </a:lnTo>
                  <a:lnTo>
                    <a:pt x="3716868" y="1478237"/>
                  </a:lnTo>
                  <a:lnTo>
                    <a:pt x="3716962" y="1478237"/>
                  </a:lnTo>
                  <a:lnTo>
                    <a:pt x="3717056" y="1478237"/>
                  </a:lnTo>
                  <a:lnTo>
                    <a:pt x="3717150" y="1478237"/>
                  </a:lnTo>
                  <a:lnTo>
                    <a:pt x="3717244" y="1478237"/>
                  </a:lnTo>
                  <a:lnTo>
                    <a:pt x="3717338" y="1478237"/>
                  </a:lnTo>
                  <a:lnTo>
                    <a:pt x="3717432" y="1478237"/>
                  </a:lnTo>
                  <a:lnTo>
                    <a:pt x="3717526" y="1478237"/>
                  </a:lnTo>
                  <a:lnTo>
                    <a:pt x="3717620" y="1478237"/>
                  </a:lnTo>
                  <a:lnTo>
                    <a:pt x="3717714" y="1478237"/>
                  </a:lnTo>
                  <a:lnTo>
                    <a:pt x="3717808" y="1478237"/>
                  </a:lnTo>
                  <a:lnTo>
                    <a:pt x="3717903" y="1478237"/>
                  </a:lnTo>
                  <a:lnTo>
                    <a:pt x="3717997" y="1478237"/>
                  </a:lnTo>
                  <a:lnTo>
                    <a:pt x="3718091" y="1478237"/>
                  </a:lnTo>
                  <a:lnTo>
                    <a:pt x="3718185" y="1478237"/>
                  </a:lnTo>
                  <a:lnTo>
                    <a:pt x="3718279" y="1478237"/>
                  </a:lnTo>
                  <a:lnTo>
                    <a:pt x="3718373" y="1478237"/>
                  </a:lnTo>
                  <a:lnTo>
                    <a:pt x="3718467" y="1478237"/>
                  </a:lnTo>
                  <a:lnTo>
                    <a:pt x="3718561" y="1478237"/>
                  </a:lnTo>
                  <a:lnTo>
                    <a:pt x="3718655" y="1478237"/>
                  </a:lnTo>
                  <a:lnTo>
                    <a:pt x="3718749" y="1478237"/>
                  </a:lnTo>
                  <a:lnTo>
                    <a:pt x="3718843" y="1478237"/>
                  </a:lnTo>
                  <a:lnTo>
                    <a:pt x="3718937" y="1478237"/>
                  </a:lnTo>
                  <a:lnTo>
                    <a:pt x="3719031" y="1478237"/>
                  </a:lnTo>
                  <a:lnTo>
                    <a:pt x="3719125" y="1478237"/>
                  </a:lnTo>
                  <a:lnTo>
                    <a:pt x="3719219" y="1478237"/>
                  </a:lnTo>
                  <a:lnTo>
                    <a:pt x="3719313" y="1478237"/>
                  </a:lnTo>
                  <a:lnTo>
                    <a:pt x="3719407" y="1478237"/>
                  </a:lnTo>
                  <a:lnTo>
                    <a:pt x="3719501" y="1478237"/>
                  </a:lnTo>
                  <a:lnTo>
                    <a:pt x="3719595" y="1478237"/>
                  </a:lnTo>
                  <a:lnTo>
                    <a:pt x="3719689" y="1478237"/>
                  </a:lnTo>
                  <a:lnTo>
                    <a:pt x="3719783" y="1478237"/>
                  </a:lnTo>
                  <a:lnTo>
                    <a:pt x="3719877" y="1478237"/>
                  </a:lnTo>
                  <a:lnTo>
                    <a:pt x="3719971" y="1478237"/>
                  </a:lnTo>
                  <a:lnTo>
                    <a:pt x="3720065" y="1478237"/>
                  </a:lnTo>
                  <a:lnTo>
                    <a:pt x="3720159" y="1478237"/>
                  </a:lnTo>
                  <a:lnTo>
                    <a:pt x="3720253" y="1478237"/>
                  </a:lnTo>
                  <a:lnTo>
                    <a:pt x="3720347" y="1478237"/>
                  </a:lnTo>
                  <a:lnTo>
                    <a:pt x="3720441" y="1478237"/>
                  </a:lnTo>
                  <a:lnTo>
                    <a:pt x="3720535" y="1478237"/>
                  </a:lnTo>
                  <a:lnTo>
                    <a:pt x="3720629" y="1478237"/>
                  </a:lnTo>
                  <a:lnTo>
                    <a:pt x="3720723" y="1478237"/>
                  </a:lnTo>
                  <a:lnTo>
                    <a:pt x="3720817" y="1478237"/>
                  </a:lnTo>
                  <a:lnTo>
                    <a:pt x="3720911" y="1478237"/>
                  </a:lnTo>
                  <a:lnTo>
                    <a:pt x="3721005" y="1478237"/>
                  </a:lnTo>
                  <a:lnTo>
                    <a:pt x="3721099" y="1478237"/>
                  </a:lnTo>
                  <a:lnTo>
                    <a:pt x="3721193" y="1478237"/>
                  </a:lnTo>
                  <a:lnTo>
                    <a:pt x="3721287" y="1478237"/>
                  </a:lnTo>
                  <a:lnTo>
                    <a:pt x="3721382" y="1478237"/>
                  </a:lnTo>
                  <a:lnTo>
                    <a:pt x="3721476" y="1478237"/>
                  </a:lnTo>
                  <a:lnTo>
                    <a:pt x="3721570" y="1478237"/>
                  </a:lnTo>
                  <a:lnTo>
                    <a:pt x="3721664" y="1478237"/>
                  </a:lnTo>
                  <a:lnTo>
                    <a:pt x="3721758" y="1478237"/>
                  </a:lnTo>
                  <a:lnTo>
                    <a:pt x="3721852" y="1478237"/>
                  </a:lnTo>
                  <a:lnTo>
                    <a:pt x="3721946" y="1478237"/>
                  </a:lnTo>
                  <a:lnTo>
                    <a:pt x="3722040" y="1478237"/>
                  </a:lnTo>
                  <a:lnTo>
                    <a:pt x="3722134" y="1478237"/>
                  </a:lnTo>
                  <a:lnTo>
                    <a:pt x="3722228" y="1478237"/>
                  </a:lnTo>
                  <a:lnTo>
                    <a:pt x="3722322" y="1478237"/>
                  </a:lnTo>
                  <a:lnTo>
                    <a:pt x="3722416" y="1478237"/>
                  </a:lnTo>
                  <a:lnTo>
                    <a:pt x="3722510" y="1478237"/>
                  </a:lnTo>
                  <a:lnTo>
                    <a:pt x="3722604" y="1478237"/>
                  </a:lnTo>
                  <a:lnTo>
                    <a:pt x="3722698" y="1478237"/>
                  </a:lnTo>
                  <a:lnTo>
                    <a:pt x="3722792" y="1478237"/>
                  </a:lnTo>
                  <a:lnTo>
                    <a:pt x="3722886" y="1478237"/>
                  </a:lnTo>
                  <a:lnTo>
                    <a:pt x="3722980" y="1478237"/>
                  </a:lnTo>
                  <a:lnTo>
                    <a:pt x="3723074" y="1478237"/>
                  </a:lnTo>
                  <a:lnTo>
                    <a:pt x="3723168" y="1478237"/>
                  </a:lnTo>
                  <a:lnTo>
                    <a:pt x="3723262" y="1478237"/>
                  </a:lnTo>
                  <a:lnTo>
                    <a:pt x="3723356" y="1478237"/>
                  </a:lnTo>
                  <a:lnTo>
                    <a:pt x="3723450" y="1478237"/>
                  </a:lnTo>
                  <a:lnTo>
                    <a:pt x="3723544" y="1478237"/>
                  </a:lnTo>
                  <a:lnTo>
                    <a:pt x="3723638" y="1478237"/>
                  </a:lnTo>
                  <a:lnTo>
                    <a:pt x="3723732" y="1478237"/>
                  </a:lnTo>
                  <a:lnTo>
                    <a:pt x="3723826" y="1478237"/>
                  </a:lnTo>
                  <a:lnTo>
                    <a:pt x="3723920" y="1478237"/>
                  </a:lnTo>
                  <a:lnTo>
                    <a:pt x="3724014" y="1478237"/>
                  </a:lnTo>
                  <a:lnTo>
                    <a:pt x="3724108" y="1478237"/>
                  </a:lnTo>
                  <a:lnTo>
                    <a:pt x="3724202" y="1478237"/>
                  </a:lnTo>
                  <a:lnTo>
                    <a:pt x="3724296" y="1478237"/>
                  </a:lnTo>
                  <a:lnTo>
                    <a:pt x="3724390" y="1478237"/>
                  </a:lnTo>
                  <a:lnTo>
                    <a:pt x="3724484" y="1478237"/>
                  </a:lnTo>
                  <a:lnTo>
                    <a:pt x="3724578" y="1478237"/>
                  </a:lnTo>
                  <a:lnTo>
                    <a:pt x="3724672" y="1478237"/>
                  </a:lnTo>
                  <a:lnTo>
                    <a:pt x="3724766" y="1478237"/>
                  </a:lnTo>
                  <a:lnTo>
                    <a:pt x="3724766" y="1472958"/>
                  </a:lnTo>
                  <a:lnTo>
                    <a:pt x="3724860" y="1472958"/>
                  </a:lnTo>
                  <a:lnTo>
                    <a:pt x="3724955" y="1472958"/>
                  </a:lnTo>
                  <a:lnTo>
                    <a:pt x="3725049" y="1472958"/>
                  </a:lnTo>
                  <a:lnTo>
                    <a:pt x="3725143" y="1472958"/>
                  </a:lnTo>
                  <a:lnTo>
                    <a:pt x="3725237" y="1472958"/>
                  </a:lnTo>
                  <a:lnTo>
                    <a:pt x="3725331" y="1472958"/>
                  </a:lnTo>
                  <a:lnTo>
                    <a:pt x="3725425" y="1472958"/>
                  </a:lnTo>
                  <a:lnTo>
                    <a:pt x="3725519" y="1472958"/>
                  </a:lnTo>
                  <a:lnTo>
                    <a:pt x="3725613" y="1472958"/>
                  </a:lnTo>
                  <a:lnTo>
                    <a:pt x="3725707" y="1472958"/>
                  </a:lnTo>
                  <a:lnTo>
                    <a:pt x="3725801" y="1472958"/>
                  </a:lnTo>
                  <a:lnTo>
                    <a:pt x="3725895" y="1472958"/>
                  </a:lnTo>
                  <a:lnTo>
                    <a:pt x="3725989" y="1472958"/>
                  </a:lnTo>
                  <a:lnTo>
                    <a:pt x="3726083" y="1472958"/>
                  </a:lnTo>
                  <a:lnTo>
                    <a:pt x="3726177" y="1472958"/>
                  </a:lnTo>
                  <a:lnTo>
                    <a:pt x="3726271" y="1472958"/>
                  </a:lnTo>
                  <a:lnTo>
                    <a:pt x="3726365" y="1472958"/>
                  </a:lnTo>
                  <a:lnTo>
                    <a:pt x="3726459" y="1472958"/>
                  </a:lnTo>
                  <a:lnTo>
                    <a:pt x="3726553" y="1472958"/>
                  </a:lnTo>
                  <a:lnTo>
                    <a:pt x="3726647" y="1472958"/>
                  </a:lnTo>
                  <a:lnTo>
                    <a:pt x="3726741" y="1472958"/>
                  </a:lnTo>
                  <a:lnTo>
                    <a:pt x="3726835" y="1472958"/>
                  </a:lnTo>
                  <a:lnTo>
                    <a:pt x="3726929" y="1472958"/>
                  </a:lnTo>
                  <a:lnTo>
                    <a:pt x="3727023" y="1472958"/>
                  </a:lnTo>
                  <a:lnTo>
                    <a:pt x="3727117" y="1472958"/>
                  </a:lnTo>
                  <a:lnTo>
                    <a:pt x="3727211" y="1472958"/>
                  </a:lnTo>
                  <a:lnTo>
                    <a:pt x="3727305" y="1472958"/>
                  </a:lnTo>
                  <a:lnTo>
                    <a:pt x="3727399" y="1472958"/>
                  </a:lnTo>
                  <a:lnTo>
                    <a:pt x="3727493" y="1472958"/>
                  </a:lnTo>
                  <a:lnTo>
                    <a:pt x="3727587" y="1472958"/>
                  </a:lnTo>
                  <a:lnTo>
                    <a:pt x="3727681" y="1472958"/>
                  </a:lnTo>
                  <a:lnTo>
                    <a:pt x="3727775" y="1472958"/>
                  </a:lnTo>
                  <a:lnTo>
                    <a:pt x="3727869" y="1472958"/>
                  </a:lnTo>
                  <a:lnTo>
                    <a:pt x="3727963" y="1472958"/>
                  </a:lnTo>
                  <a:lnTo>
                    <a:pt x="3728057" y="1472958"/>
                  </a:lnTo>
                  <a:lnTo>
                    <a:pt x="3728151" y="1472958"/>
                  </a:lnTo>
                  <a:lnTo>
                    <a:pt x="3728245" y="1472958"/>
                  </a:lnTo>
                  <a:lnTo>
                    <a:pt x="3728339" y="1472958"/>
                  </a:lnTo>
                  <a:lnTo>
                    <a:pt x="3728433" y="1472958"/>
                  </a:lnTo>
                  <a:lnTo>
                    <a:pt x="3728528" y="1472958"/>
                  </a:lnTo>
                  <a:lnTo>
                    <a:pt x="3728622" y="1472958"/>
                  </a:lnTo>
                  <a:lnTo>
                    <a:pt x="3728716" y="1472958"/>
                  </a:lnTo>
                  <a:lnTo>
                    <a:pt x="3728810" y="1472958"/>
                  </a:lnTo>
                  <a:lnTo>
                    <a:pt x="3728904" y="1472958"/>
                  </a:lnTo>
                  <a:lnTo>
                    <a:pt x="3728998" y="1472958"/>
                  </a:lnTo>
                  <a:lnTo>
                    <a:pt x="3729092" y="1472958"/>
                  </a:lnTo>
                  <a:lnTo>
                    <a:pt x="3729186" y="1472958"/>
                  </a:lnTo>
                  <a:lnTo>
                    <a:pt x="3729280" y="1472958"/>
                  </a:lnTo>
                  <a:lnTo>
                    <a:pt x="3729374" y="1472958"/>
                  </a:lnTo>
                  <a:lnTo>
                    <a:pt x="3729468" y="1472958"/>
                  </a:lnTo>
                  <a:lnTo>
                    <a:pt x="3729562" y="1472958"/>
                  </a:lnTo>
                  <a:lnTo>
                    <a:pt x="3729656" y="1472958"/>
                  </a:lnTo>
                  <a:lnTo>
                    <a:pt x="3729750" y="1472958"/>
                  </a:lnTo>
                  <a:lnTo>
                    <a:pt x="3729844" y="1472958"/>
                  </a:lnTo>
                  <a:lnTo>
                    <a:pt x="3729938" y="1472958"/>
                  </a:lnTo>
                  <a:lnTo>
                    <a:pt x="3730032" y="1472958"/>
                  </a:lnTo>
                  <a:lnTo>
                    <a:pt x="3730126" y="1472958"/>
                  </a:lnTo>
                  <a:lnTo>
                    <a:pt x="3730220" y="1472958"/>
                  </a:lnTo>
                  <a:lnTo>
                    <a:pt x="3730314" y="1472958"/>
                  </a:lnTo>
                  <a:lnTo>
                    <a:pt x="3730408" y="1472958"/>
                  </a:lnTo>
                  <a:lnTo>
                    <a:pt x="3730502" y="1472958"/>
                  </a:lnTo>
                  <a:lnTo>
                    <a:pt x="3730596" y="1472958"/>
                  </a:lnTo>
                  <a:lnTo>
                    <a:pt x="3730690" y="1472958"/>
                  </a:lnTo>
                  <a:lnTo>
                    <a:pt x="3730784" y="1472958"/>
                  </a:lnTo>
                  <a:lnTo>
                    <a:pt x="3730878" y="1472958"/>
                  </a:lnTo>
                  <a:lnTo>
                    <a:pt x="3730972" y="1472958"/>
                  </a:lnTo>
                  <a:lnTo>
                    <a:pt x="3731066" y="1472958"/>
                  </a:lnTo>
                  <a:lnTo>
                    <a:pt x="3731160" y="1472958"/>
                  </a:lnTo>
                  <a:lnTo>
                    <a:pt x="3731254" y="1472958"/>
                  </a:lnTo>
                  <a:lnTo>
                    <a:pt x="3731348" y="1472958"/>
                  </a:lnTo>
                  <a:lnTo>
                    <a:pt x="3731442" y="1472958"/>
                  </a:lnTo>
                  <a:lnTo>
                    <a:pt x="3731536" y="1472958"/>
                  </a:lnTo>
                  <a:lnTo>
                    <a:pt x="3731630" y="1472958"/>
                  </a:lnTo>
                  <a:lnTo>
                    <a:pt x="3731724" y="1472958"/>
                  </a:lnTo>
                  <a:lnTo>
                    <a:pt x="3731818" y="1472958"/>
                  </a:lnTo>
                  <a:lnTo>
                    <a:pt x="3731912" y="1472958"/>
                  </a:lnTo>
                  <a:lnTo>
                    <a:pt x="3732007" y="1472958"/>
                  </a:lnTo>
                  <a:lnTo>
                    <a:pt x="3732101" y="1472958"/>
                  </a:lnTo>
                  <a:lnTo>
                    <a:pt x="3732195" y="1472958"/>
                  </a:lnTo>
                  <a:lnTo>
                    <a:pt x="3732289" y="1472958"/>
                  </a:lnTo>
                  <a:lnTo>
                    <a:pt x="3732383" y="1472958"/>
                  </a:lnTo>
                  <a:lnTo>
                    <a:pt x="3732477" y="1472958"/>
                  </a:lnTo>
                  <a:lnTo>
                    <a:pt x="3732571" y="1472958"/>
                  </a:lnTo>
                  <a:lnTo>
                    <a:pt x="3732665" y="1472958"/>
                  </a:lnTo>
                  <a:lnTo>
                    <a:pt x="3732759" y="1472958"/>
                  </a:lnTo>
                  <a:lnTo>
                    <a:pt x="3732853" y="1472958"/>
                  </a:lnTo>
                  <a:lnTo>
                    <a:pt x="3732947" y="1472958"/>
                  </a:lnTo>
                  <a:lnTo>
                    <a:pt x="3733041" y="1472958"/>
                  </a:lnTo>
                  <a:lnTo>
                    <a:pt x="3733135" y="1472958"/>
                  </a:lnTo>
                  <a:lnTo>
                    <a:pt x="3733229" y="1472958"/>
                  </a:lnTo>
                  <a:lnTo>
                    <a:pt x="3733323" y="1472958"/>
                  </a:lnTo>
                  <a:lnTo>
                    <a:pt x="3733417" y="1472958"/>
                  </a:lnTo>
                  <a:lnTo>
                    <a:pt x="3733511" y="1472958"/>
                  </a:lnTo>
                  <a:lnTo>
                    <a:pt x="3733605" y="1472958"/>
                  </a:lnTo>
                  <a:lnTo>
                    <a:pt x="3733699" y="1472958"/>
                  </a:lnTo>
                  <a:lnTo>
                    <a:pt x="3733793" y="1472958"/>
                  </a:lnTo>
                  <a:lnTo>
                    <a:pt x="3733887" y="1472958"/>
                  </a:lnTo>
                  <a:lnTo>
                    <a:pt x="3733981" y="1472958"/>
                  </a:lnTo>
                  <a:lnTo>
                    <a:pt x="3734075" y="1472958"/>
                  </a:lnTo>
                  <a:lnTo>
                    <a:pt x="3734169" y="1472958"/>
                  </a:lnTo>
                  <a:lnTo>
                    <a:pt x="3734263" y="1472958"/>
                  </a:lnTo>
                  <a:lnTo>
                    <a:pt x="3734357" y="1472958"/>
                  </a:lnTo>
                  <a:lnTo>
                    <a:pt x="3734451" y="1472958"/>
                  </a:lnTo>
                  <a:lnTo>
                    <a:pt x="3734545" y="1472958"/>
                  </a:lnTo>
                  <a:lnTo>
                    <a:pt x="3734639" y="1472958"/>
                  </a:lnTo>
                  <a:lnTo>
                    <a:pt x="3734733" y="1472958"/>
                  </a:lnTo>
                  <a:lnTo>
                    <a:pt x="3734827" y="1472958"/>
                  </a:lnTo>
                  <a:lnTo>
                    <a:pt x="3734921" y="1472958"/>
                  </a:lnTo>
                  <a:lnTo>
                    <a:pt x="3735015" y="1472958"/>
                  </a:lnTo>
                  <a:lnTo>
                    <a:pt x="3735109" y="1472958"/>
                  </a:lnTo>
                  <a:lnTo>
                    <a:pt x="3735203" y="1472958"/>
                  </a:lnTo>
                  <a:lnTo>
                    <a:pt x="3735297" y="1472958"/>
                  </a:lnTo>
                  <a:lnTo>
                    <a:pt x="3735391" y="1472958"/>
                  </a:lnTo>
                  <a:lnTo>
                    <a:pt x="3735485" y="1472958"/>
                  </a:lnTo>
                  <a:lnTo>
                    <a:pt x="3735580" y="1472958"/>
                  </a:lnTo>
                  <a:lnTo>
                    <a:pt x="3735674" y="1472958"/>
                  </a:lnTo>
                  <a:lnTo>
                    <a:pt x="3735768" y="1472958"/>
                  </a:lnTo>
                  <a:lnTo>
                    <a:pt x="3735862" y="1472958"/>
                  </a:lnTo>
                  <a:lnTo>
                    <a:pt x="3735956" y="1472958"/>
                  </a:lnTo>
                  <a:lnTo>
                    <a:pt x="3736050" y="1472958"/>
                  </a:lnTo>
                  <a:lnTo>
                    <a:pt x="3736144" y="1472958"/>
                  </a:lnTo>
                  <a:lnTo>
                    <a:pt x="3736238" y="1472958"/>
                  </a:lnTo>
                  <a:lnTo>
                    <a:pt x="3736332" y="1472958"/>
                  </a:lnTo>
                  <a:lnTo>
                    <a:pt x="3736426" y="1472958"/>
                  </a:lnTo>
                  <a:lnTo>
                    <a:pt x="3736520" y="1472958"/>
                  </a:lnTo>
                  <a:lnTo>
                    <a:pt x="3736614" y="1472958"/>
                  </a:lnTo>
                  <a:lnTo>
                    <a:pt x="3736708" y="1472958"/>
                  </a:lnTo>
                  <a:lnTo>
                    <a:pt x="3736802" y="1472958"/>
                  </a:lnTo>
                  <a:lnTo>
                    <a:pt x="3736896" y="1472958"/>
                  </a:lnTo>
                  <a:lnTo>
                    <a:pt x="3736990" y="1472958"/>
                  </a:lnTo>
                  <a:lnTo>
                    <a:pt x="3737084" y="1472958"/>
                  </a:lnTo>
                  <a:lnTo>
                    <a:pt x="3737178" y="1472958"/>
                  </a:lnTo>
                  <a:lnTo>
                    <a:pt x="3737272" y="1472958"/>
                  </a:lnTo>
                  <a:lnTo>
                    <a:pt x="3737366" y="1472958"/>
                  </a:lnTo>
                  <a:lnTo>
                    <a:pt x="3737460" y="1472958"/>
                  </a:lnTo>
                  <a:lnTo>
                    <a:pt x="3737554" y="1472958"/>
                  </a:lnTo>
                  <a:lnTo>
                    <a:pt x="3737648" y="1472958"/>
                  </a:lnTo>
                  <a:lnTo>
                    <a:pt x="3737742" y="1472958"/>
                  </a:lnTo>
                  <a:lnTo>
                    <a:pt x="3737836" y="1472958"/>
                  </a:lnTo>
                  <a:lnTo>
                    <a:pt x="3737930" y="1472958"/>
                  </a:lnTo>
                  <a:lnTo>
                    <a:pt x="3738024" y="1472958"/>
                  </a:lnTo>
                  <a:lnTo>
                    <a:pt x="3738118" y="1472958"/>
                  </a:lnTo>
                  <a:lnTo>
                    <a:pt x="3738212" y="1472958"/>
                  </a:lnTo>
                  <a:lnTo>
                    <a:pt x="3738306" y="1472958"/>
                  </a:lnTo>
                  <a:lnTo>
                    <a:pt x="3738400" y="1472958"/>
                  </a:lnTo>
                  <a:lnTo>
                    <a:pt x="3738494" y="1472958"/>
                  </a:lnTo>
                  <a:lnTo>
                    <a:pt x="3738588" y="1472958"/>
                  </a:lnTo>
                  <a:lnTo>
                    <a:pt x="3738682" y="1472958"/>
                  </a:lnTo>
                  <a:lnTo>
                    <a:pt x="3738776" y="1472958"/>
                  </a:lnTo>
                  <a:lnTo>
                    <a:pt x="3738870" y="1472958"/>
                  </a:lnTo>
                  <a:lnTo>
                    <a:pt x="3738964" y="1472958"/>
                  </a:lnTo>
                  <a:lnTo>
                    <a:pt x="3739058" y="1472958"/>
                  </a:lnTo>
                  <a:lnTo>
                    <a:pt x="3739153" y="1472958"/>
                  </a:lnTo>
                  <a:lnTo>
                    <a:pt x="3739247" y="1472958"/>
                  </a:lnTo>
                  <a:lnTo>
                    <a:pt x="3739341" y="1472958"/>
                  </a:lnTo>
                  <a:lnTo>
                    <a:pt x="3739435" y="1472958"/>
                  </a:lnTo>
                  <a:lnTo>
                    <a:pt x="3739529" y="1472958"/>
                  </a:lnTo>
                  <a:lnTo>
                    <a:pt x="3739623" y="1472958"/>
                  </a:lnTo>
                  <a:lnTo>
                    <a:pt x="3739717" y="1472958"/>
                  </a:lnTo>
                  <a:lnTo>
                    <a:pt x="3739811" y="1472958"/>
                  </a:lnTo>
                  <a:lnTo>
                    <a:pt x="3739905" y="1472958"/>
                  </a:lnTo>
                  <a:lnTo>
                    <a:pt x="3739999" y="1472958"/>
                  </a:lnTo>
                  <a:lnTo>
                    <a:pt x="3740093" y="1472958"/>
                  </a:lnTo>
                  <a:lnTo>
                    <a:pt x="3740187" y="1472958"/>
                  </a:lnTo>
                  <a:lnTo>
                    <a:pt x="3740281" y="1472958"/>
                  </a:lnTo>
                  <a:lnTo>
                    <a:pt x="3740375" y="1472958"/>
                  </a:lnTo>
                  <a:lnTo>
                    <a:pt x="3740469" y="1472958"/>
                  </a:lnTo>
                  <a:lnTo>
                    <a:pt x="3740563" y="1472958"/>
                  </a:lnTo>
                  <a:lnTo>
                    <a:pt x="3740657" y="1472958"/>
                  </a:lnTo>
                  <a:lnTo>
                    <a:pt x="3740751" y="1472958"/>
                  </a:lnTo>
                  <a:lnTo>
                    <a:pt x="3740845" y="1472958"/>
                  </a:lnTo>
                  <a:lnTo>
                    <a:pt x="3740939" y="1472958"/>
                  </a:lnTo>
                  <a:lnTo>
                    <a:pt x="3741033" y="1472958"/>
                  </a:lnTo>
                  <a:lnTo>
                    <a:pt x="3741127" y="1472958"/>
                  </a:lnTo>
                  <a:lnTo>
                    <a:pt x="3741221" y="1472958"/>
                  </a:lnTo>
                  <a:lnTo>
                    <a:pt x="3741315" y="1472958"/>
                  </a:lnTo>
                  <a:lnTo>
                    <a:pt x="3741409" y="1472958"/>
                  </a:lnTo>
                  <a:lnTo>
                    <a:pt x="3741503" y="1472958"/>
                  </a:lnTo>
                  <a:lnTo>
                    <a:pt x="3741597" y="1472958"/>
                  </a:lnTo>
                  <a:lnTo>
                    <a:pt x="3741691" y="1472958"/>
                  </a:lnTo>
                  <a:lnTo>
                    <a:pt x="3741785" y="1472958"/>
                  </a:lnTo>
                  <a:lnTo>
                    <a:pt x="3741879" y="1472958"/>
                  </a:lnTo>
                  <a:lnTo>
                    <a:pt x="3741973" y="1472958"/>
                  </a:lnTo>
                  <a:lnTo>
                    <a:pt x="3742067" y="1472958"/>
                  </a:lnTo>
                  <a:lnTo>
                    <a:pt x="3742161" y="1472958"/>
                  </a:lnTo>
                  <a:lnTo>
                    <a:pt x="3742255" y="1472958"/>
                  </a:lnTo>
                  <a:lnTo>
                    <a:pt x="3742349" y="1472958"/>
                  </a:lnTo>
                  <a:lnTo>
                    <a:pt x="3742443" y="1472958"/>
                  </a:lnTo>
                  <a:lnTo>
                    <a:pt x="3742537" y="1472958"/>
                  </a:lnTo>
                  <a:lnTo>
                    <a:pt x="3742631" y="1472958"/>
                  </a:lnTo>
                  <a:lnTo>
                    <a:pt x="3742726" y="1472958"/>
                  </a:lnTo>
                  <a:lnTo>
                    <a:pt x="3742820" y="1472958"/>
                  </a:lnTo>
                  <a:lnTo>
                    <a:pt x="3742914" y="1472958"/>
                  </a:lnTo>
                  <a:lnTo>
                    <a:pt x="3743008" y="1472958"/>
                  </a:lnTo>
                  <a:lnTo>
                    <a:pt x="3743102" y="1472958"/>
                  </a:lnTo>
                  <a:lnTo>
                    <a:pt x="3743196" y="1472958"/>
                  </a:lnTo>
                  <a:lnTo>
                    <a:pt x="3743290" y="1472958"/>
                  </a:lnTo>
                  <a:lnTo>
                    <a:pt x="3743290" y="1467679"/>
                  </a:lnTo>
                  <a:lnTo>
                    <a:pt x="3743384" y="1467679"/>
                  </a:lnTo>
                  <a:lnTo>
                    <a:pt x="3743478" y="1467679"/>
                  </a:lnTo>
                  <a:lnTo>
                    <a:pt x="3743572" y="1467679"/>
                  </a:lnTo>
                  <a:lnTo>
                    <a:pt x="3743666" y="1467679"/>
                  </a:lnTo>
                  <a:lnTo>
                    <a:pt x="3743760" y="1467679"/>
                  </a:lnTo>
                  <a:lnTo>
                    <a:pt x="3743854" y="1467679"/>
                  </a:lnTo>
                  <a:lnTo>
                    <a:pt x="3743948" y="1467679"/>
                  </a:lnTo>
                  <a:lnTo>
                    <a:pt x="3744042" y="1467679"/>
                  </a:lnTo>
                  <a:lnTo>
                    <a:pt x="3744136" y="1467679"/>
                  </a:lnTo>
                  <a:lnTo>
                    <a:pt x="3744230" y="1467679"/>
                  </a:lnTo>
                  <a:lnTo>
                    <a:pt x="3744324" y="1467679"/>
                  </a:lnTo>
                  <a:lnTo>
                    <a:pt x="3744418" y="1467679"/>
                  </a:lnTo>
                  <a:lnTo>
                    <a:pt x="3744512" y="1467679"/>
                  </a:lnTo>
                  <a:lnTo>
                    <a:pt x="3744606" y="1467679"/>
                  </a:lnTo>
                  <a:lnTo>
                    <a:pt x="3744700" y="1467679"/>
                  </a:lnTo>
                  <a:lnTo>
                    <a:pt x="3744794" y="1467679"/>
                  </a:lnTo>
                  <a:lnTo>
                    <a:pt x="3744888" y="1467679"/>
                  </a:lnTo>
                  <a:lnTo>
                    <a:pt x="3744982" y="1467679"/>
                  </a:lnTo>
                  <a:lnTo>
                    <a:pt x="3745076" y="1467679"/>
                  </a:lnTo>
                  <a:lnTo>
                    <a:pt x="3745170" y="1467679"/>
                  </a:lnTo>
                  <a:lnTo>
                    <a:pt x="3745264" y="1467679"/>
                  </a:lnTo>
                  <a:lnTo>
                    <a:pt x="3745358" y="1467679"/>
                  </a:lnTo>
                  <a:lnTo>
                    <a:pt x="3745452" y="1467679"/>
                  </a:lnTo>
                  <a:lnTo>
                    <a:pt x="3745546" y="1467679"/>
                  </a:lnTo>
                  <a:lnTo>
                    <a:pt x="3745640" y="1467679"/>
                  </a:lnTo>
                  <a:lnTo>
                    <a:pt x="3745734" y="1467679"/>
                  </a:lnTo>
                  <a:lnTo>
                    <a:pt x="3745828" y="1467679"/>
                  </a:lnTo>
                  <a:lnTo>
                    <a:pt x="3745922" y="1467679"/>
                  </a:lnTo>
                  <a:lnTo>
                    <a:pt x="3746016" y="1467679"/>
                  </a:lnTo>
                  <a:lnTo>
                    <a:pt x="3746110" y="1467679"/>
                  </a:lnTo>
                  <a:lnTo>
                    <a:pt x="3746205" y="1467679"/>
                  </a:lnTo>
                  <a:lnTo>
                    <a:pt x="3746299" y="1467679"/>
                  </a:lnTo>
                  <a:lnTo>
                    <a:pt x="3746393" y="1467679"/>
                  </a:lnTo>
                  <a:lnTo>
                    <a:pt x="3746487" y="1467679"/>
                  </a:lnTo>
                  <a:lnTo>
                    <a:pt x="3746581" y="1467679"/>
                  </a:lnTo>
                  <a:lnTo>
                    <a:pt x="3746675" y="1467679"/>
                  </a:lnTo>
                  <a:lnTo>
                    <a:pt x="3746769" y="1467679"/>
                  </a:lnTo>
                  <a:lnTo>
                    <a:pt x="3746863" y="1467679"/>
                  </a:lnTo>
                  <a:lnTo>
                    <a:pt x="3746957" y="1467679"/>
                  </a:lnTo>
                  <a:lnTo>
                    <a:pt x="3747051" y="1467679"/>
                  </a:lnTo>
                  <a:lnTo>
                    <a:pt x="3747145" y="1467679"/>
                  </a:lnTo>
                  <a:lnTo>
                    <a:pt x="3747239" y="1467679"/>
                  </a:lnTo>
                  <a:lnTo>
                    <a:pt x="3747333" y="1467679"/>
                  </a:lnTo>
                  <a:lnTo>
                    <a:pt x="3747427" y="1467679"/>
                  </a:lnTo>
                  <a:lnTo>
                    <a:pt x="3747521" y="1467679"/>
                  </a:lnTo>
                  <a:lnTo>
                    <a:pt x="3747615" y="1467679"/>
                  </a:lnTo>
                  <a:lnTo>
                    <a:pt x="3747709" y="1467679"/>
                  </a:lnTo>
                  <a:lnTo>
                    <a:pt x="3747803" y="1467679"/>
                  </a:lnTo>
                  <a:lnTo>
                    <a:pt x="3747803" y="1462399"/>
                  </a:lnTo>
                  <a:lnTo>
                    <a:pt x="3747897" y="1462399"/>
                  </a:lnTo>
                  <a:lnTo>
                    <a:pt x="3747991" y="1462399"/>
                  </a:lnTo>
                  <a:lnTo>
                    <a:pt x="3748085" y="1462399"/>
                  </a:lnTo>
                  <a:lnTo>
                    <a:pt x="3748179" y="1462399"/>
                  </a:lnTo>
                  <a:lnTo>
                    <a:pt x="3748273" y="1462399"/>
                  </a:lnTo>
                  <a:lnTo>
                    <a:pt x="3748367" y="1462399"/>
                  </a:lnTo>
                  <a:lnTo>
                    <a:pt x="3748461" y="1462399"/>
                  </a:lnTo>
                  <a:lnTo>
                    <a:pt x="3748555" y="1462399"/>
                  </a:lnTo>
                  <a:lnTo>
                    <a:pt x="3748649" y="1462399"/>
                  </a:lnTo>
                  <a:lnTo>
                    <a:pt x="3748743" y="1462399"/>
                  </a:lnTo>
                  <a:lnTo>
                    <a:pt x="3748837" y="1462399"/>
                  </a:lnTo>
                  <a:lnTo>
                    <a:pt x="3748931" y="1462399"/>
                  </a:lnTo>
                  <a:lnTo>
                    <a:pt x="3748931" y="1457120"/>
                  </a:lnTo>
                  <a:lnTo>
                    <a:pt x="3749025" y="1457120"/>
                  </a:lnTo>
                  <a:lnTo>
                    <a:pt x="3749119" y="1457120"/>
                  </a:lnTo>
                  <a:lnTo>
                    <a:pt x="3749119" y="1451840"/>
                  </a:lnTo>
                  <a:lnTo>
                    <a:pt x="3749213" y="1451840"/>
                  </a:lnTo>
                  <a:lnTo>
                    <a:pt x="3749307" y="1451840"/>
                  </a:lnTo>
                  <a:lnTo>
                    <a:pt x="3749401" y="1451840"/>
                  </a:lnTo>
                  <a:lnTo>
                    <a:pt x="3749495" y="1451840"/>
                  </a:lnTo>
                  <a:lnTo>
                    <a:pt x="3749589" y="1451840"/>
                  </a:lnTo>
                  <a:lnTo>
                    <a:pt x="3749683" y="1451840"/>
                  </a:lnTo>
                  <a:lnTo>
                    <a:pt x="3749778" y="1451840"/>
                  </a:lnTo>
                  <a:lnTo>
                    <a:pt x="3749872" y="1451840"/>
                  </a:lnTo>
                  <a:lnTo>
                    <a:pt x="3749966" y="1451840"/>
                  </a:lnTo>
                  <a:lnTo>
                    <a:pt x="3750060" y="1451840"/>
                  </a:lnTo>
                  <a:lnTo>
                    <a:pt x="3750154" y="1451840"/>
                  </a:lnTo>
                  <a:lnTo>
                    <a:pt x="3750248" y="1451840"/>
                  </a:lnTo>
                  <a:lnTo>
                    <a:pt x="3750342" y="1451840"/>
                  </a:lnTo>
                  <a:lnTo>
                    <a:pt x="3750436" y="1451840"/>
                  </a:lnTo>
                  <a:lnTo>
                    <a:pt x="3750530" y="1451840"/>
                  </a:lnTo>
                  <a:lnTo>
                    <a:pt x="3750624" y="1451840"/>
                  </a:lnTo>
                  <a:lnTo>
                    <a:pt x="3750718" y="1451840"/>
                  </a:lnTo>
                  <a:lnTo>
                    <a:pt x="3750812" y="1451840"/>
                  </a:lnTo>
                  <a:lnTo>
                    <a:pt x="3750906" y="1451840"/>
                  </a:lnTo>
                  <a:lnTo>
                    <a:pt x="3751000" y="1451840"/>
                  </a:lnTo>
                  <a:lnTo>
                    <a:pt x="3751094" y="1451840"/>
                  </a:lnTo>
                  <a:lnTo>
                    <a:pt x="3751188" y="1451840"/>
                  </a:lnTo>
                  <a:lnTo>
                    <a:pt x="3751282" y="1451840"/>
                  </a:lnTo>
                  <a:lnTo>
                    <a:pt x="3751376" y="1451840"/>
                  </a:lnTo>
                  <a:lnTo>
                    <a:pt x="3751470" y="1451840"/>
                  </a:lnTo>
                  <a:lnTo>
                    <a:pt x="3751564" y="1451840"/>
                  </a:lnTo>
                  <a:lnTo>
                    <a:pt x="3751658" y="1451840"/>
                  </a:lnTo>
                  <a:lnTo>
                    <a:pt x="3751752" y="1451840"/>
                  </a:lnTo>
                  <a:lnTo>
                    <a:pt x="3751846" y="1451840"/>
                  </a:lnTo>
                  <a:lnTo>
                    <a:pt x="3751940" y="1451840"/>
                  </a:lnTo>
                  <a:lnTo>
                    <a:pt x="3752034" y="1451840"/>
                  </a:lnTo>
                  <a:lnTo>
                    <a:pt x="3752128" y="1451840"/>
                  </a:lnTo>
                  <a:lnTo>
                    <a:pt x="3752222" y="1451840"/>
                  </a:lnTo>
                  <a:lnTo>
                    <a:pt x="3752316" y="1451840"/>
                  </a:lnTo>
                  <a:lnTo>
                    <a:pt x="3752410" y="1451840"/>
                  </a:lnTo>
                  <a:lnTo>
                    <a:pt x="3752504" y="1451840"/>
                  </a:lnTo>
                  <a:lnTo>
                    <a:pt x="3752598" y="1451840"/>
                  </a:lnTo>
                  <a:lnTo>
                    <a:pt x="3752692" y="1451840"/>
                  </a:lnTo>
                  <a:lnTo>
                    <a:pt x="3752786" y="1451840"/>
                  </a:lnTo>
                  <a:lnTo>
                    <a:pt x="3752880" y="1451840"/>
                  </a:lnTo>
                  <a:lnTo>
                    <a:pt x="3752974" y="1451840"/>
                  </a:lnTo>
                  <a:lnTo>
                    <a:pt x="3753068" y="1451840"/>
                  </a:lnTo>
                  <a:lnTo>
                    <a:pt x="3753162" y="1451840"/>
                  </a:lnTo>
                  <a:lnTo>
                    <a:pt x="3753256" y="1451840"/>
                  </a:lnTo>
                  <a:lnTo>
                    <a:pt x="3753351" y="1451840"/>
                  </a:lnTo>
                  <a:lnTo>
                    <a:pt x="3753445" y="1451840"/>
                  </a:lnTo>
                  <a:lnTo>
                    <a:pt x="3753539" y="1451840"/>
                  </a:lnTo>
                  <a:lnTo>
                    <a:pt x="3753633" y="1451840"/>
                  </a:lnTo>
                  <a:lnTo>
                    <a:pt x="3753727" y="1451840"/>
                  </a:lnTo>
                  <a:lnTo>
                    <a:pt x="3753821" y="1451840"/>
                  </a:lnTo>
                  <a:lnTo>
                    <a:pt x="3753915" y="1451840"/>
                  </a:lnTo>
                  <a:lnTo>
                    <a:pt x="3754009" y="1451840"/>
                  </a:lnTo>
                  <a:lnTo>
                    <a:pt x="3754103" y="1451840"/>
                  </a:lnTo>
                  <a:lnTo>
                    <a:pt x="3754197" y="1451840"/>
                  </a:lnTo>
                  <a:lnTo>
                    <a:pt x="3754291" y="1451840"/>
                  </a:lnTo>
                  <a:lnTo>
                    <a:pt x="3754385" y="1451840"/>
                  </a:lnTo>
                  <a:lnTo>
                    <a:pt x="3754479" y="1451840"/>
                  </a:lnTo>
                  <a:lnTo>
                    <a:pt x="3754573" y="1451840"/>
                  </a:lnTo>
                  <a:lnTo>
                    <a:pt x="3754667" y="1451840"/>
                  </a:lnTo>
                  <a:lnTo>
                    <a:pt x="3754761" y="1451840"/>
                  </a:lnTo>
                  <a:lnTo>
                    <a:pt x="3754855" y="1451840"/>
                  </a:lnTo>
                  <a:lnTo>
                    <a:pt x="3754949" y="1451840"/>
                  </a:lnTo>
                  <a:lnTo>
                    <a:pt x="3755043" y="1451840"/>
                  </a:lnTo>
                  <a:lnTo>
                    <a:pt x="3755137" y="1451840"/>
                  </a:lnTo>
                  <a:lnTo>
                    <a:pt x="3755231" y="1451840"/>
                  </a:lnTo>
                  <a:lnTo>
                    <a:pt x="3755325" y="1451840"/>
                  </a:lnTo>
                  <a:lnTo>
                    <a:pt x="3755419" y="1451840"/>
                  </a:lnTo>
                  <a:lnTo>
                    <a:pt x="3755513" y="1451840"/>
                  </a:lnTo>
                  <a:lnTo>
                    <a:pt x="3755607" y="1451840"/>
                  </a:lnTo>
                  <a:lnTo>
                    <a:pt x="3755701" y="1451840"/>
                  </a:lnTo>
                  <a:lnTo>
                    <a:pt x="3755795" y="1451840"/>
                  </a:lnTo>
                  <a:lnTo>
                    <a:pt x="3755889" y="1451840"/>
                  </a:lnTo>
                  <a:lnTo>
                    <a:pt x="3755983" y="1451840"/>
                  </a:lnTo>
                  <a:lnTo>
                    <a:pt x="3756077" y="1451840"/>
                  </a:lnTo>
                  <a:lnTo>
                    <a:pt x="3756171" y="1451840"/>
                  </a:lnTo>
                  <a:lnTo>
                    <a:pt x="3756265" y="1451840"/>
                  </a:lnTo>
                  <a:lnTo>
                    <a:pt x="3756359" y="1451840"/>
                  </a:lnTo>
                  <a:lnTo>
                    <a:pt x="3756453" y="1451840"/>
                  </a:lnTo>
                  <a:lnTo>
                    <a:pt x="3756547" y="1451840"/>
                  </a:lnTo>
                  <a:lnTo>
                    <a:pt x="3756641" y="1451840"/>
                  </a:lnTo>
                  <a:lnTo>
                    <a:pt x="3756735" y="1451840"/>
                  </a:lnTo>
                  <a:lnTo>
                    <a:pt x="3756830" y="1451840"/>
                  </a:lnTo>
                  <a:lnTo>
                    <a:pt x="3756924" y="1451840"/>
                  </a:lnTo>
                  <a:lnTo>
                    <a:pt x="3757018" y="1451840"/>
                  </a:lnTo>
                  <a:lnTo>
                    <a:pt x="3757112" y="1451840"/>
                  </a:lnTo>
                  <a:lnTo>
                    <a:pt x="3757206" y="1451840"/>
                  </a:lnTo>
                  <a:lnTo>
                    <a:pt x="3757300" y="1451840"/>
                  </a:lnTo>
                  <a:lnTo>
                    <a:pt x="3757394" y="1451840"/>
                  </a:lnTo>
                  <a:lnTo>
                    <a:pt x="3757488" y="1451840"/>
                  </a:lnTo>
                  <a:lnTo>
                    <a:pt x="3757582" y="1451840"/>
                  </a:lnTo>
                  <a:lnTo>
                    <a:pt x="3757676" y="1451840"/>
                  </a:lnTo>
                  <a:lnTo>
                    <a:pt x="3757770" y="1451840"/>
                  </a:lnTo>
                  <a:lnTo>
                    <a:pt x="3757864" y="1451840"/>
                  </a:lnTo>
                  <a:lnTo>
                    <a:pt x="3757958" y="1451840"/>
                  </a:lnTo>
                  <a:lnTo>
                    <a:pt x="3758052" y="1451840"/>
                  </a:lnTo>
                  <a:lnTo>
                    <a:pt x="3758146" y="1451840"/>
                  </a:lnTo>
                  <a:lnTo>
                    <a:pt x="3758240" y="1451840"/>
                  </a:lnTo>
                  <a:lnTo>
                    <a:pt x="3758334" y="1451840"/>
                  </a:lnTo>
                  <a:lnTo>
                    <a:pt x="3758428" y="1451840"/>
                  </a:lnTo>
                  <a:lnTo>
                    <a:pt x="3758522" y="1451840"/>
                  </a:lnTo>
                  <a:lnTo>
                    <a:pt x="3758616" y="1451840"/>
                  </a:lnTo>
                  <a:lnTo>
                    <a:pt x="3758710" y="1451840"/>
                  </a:lnTo>
                  <a:lnTo>
                    <a:pt x="3758804" y="1451840"/>
                  </a:lnTo>
                  <a:lnTo>
                    <a:pt x="3758898" y="1451840"/>
                  </a:lnTo>
                  <a:lnTo>
                    <a:pt x="3758992" y="1451840"/>
                  </a:lnTo>
                  <a:lnTo>
                    <a:pt x="3759086" y="1451840"/>
                  </a:lnTo>
                  <a:lnTo>
                    <a:pt x="3759180" y="1451840"/>
                  </a:lnTo>
                  <a:lnTo>
                    <a:pt x="3759274" y="1451840"/>
                  </a:lnTo>
                  <a:lnTo>
                    <a:pt x="3759368" y="1451840"/>
                  </a:lnTo>
                  <a:lnTo>
                    <a:pt x="3759462" y="1451840"/>
                  </a:lnTo>
                  <a:lnTo>
                    <a:pt x="3759556" y="1451840"/>
                  </a:lnTo>
                  <a:lnTo>
                    <a:pt x="3759650" y="1451840"/>
                  </a:lnTo>
                  <a:lnTo>
                    <a:pt x="3759744" y="1451840"/>
                  </a:lnTo>
                  <a:lnTo>
                    <a:pt x="3759838" y="1451840"/>
                  </a:lnTo>
                  <a:lnTo>
                    <a:pt x="3759932" y="1451840"/>
                  </a:lnTo>
                  <a:lnTo>
                    <a:pt x="3760026" y="1451840"/>
                  </a:lnTo>
                  <a:lnTo>
                    <a:pt x="3760120" y="1451840"/>
                  </a:lnTo>
                  <a:lnTo>
                    <a:pt x="3760214" y="1451840"/>
                  </a:lnTo>
                  <a:lnTo>
                    <a:pt x="3760308" y="1451840"/>
                  </a:lnTo>
                  <a:lnTo>
                    <a:pt x="3760403" y="1451840"/>
                  </a:lnTo>
                  <a:lnTo>
                    <a:pt x="3760497" y="1451840"/>
                  </a:lnTo>
                  <a:lnTo>
                    <a:pt x="3760591" y="1451840"/>
                  </a:lnTo>
                  <a:lnTo>
                    <a:pt x="3760685" y="1451840"/>
                  </a:lnTo>
                  <a:lnTo>
                    <a:pt x="3760779" y="1451840"/>
                  </a:lnTo>
                  <a:lnTo>
                    <a:pt x="3760873" y="1451840"/>
                  </a:lnTo>
                  <a:lnTo>
                    <a:pt x="3760967" y="1451840"/>
                  </a:lnTo>
                  <a:lnTo>
                    <a:pt x="3761061" y="1451840"/>
                  </a:lnTo>
                  <a:lnTo>
                    <a:pt x="3761155" y="1451840"/>
                  </a:lnTo>
                  <a:lnTo>
                    <a:pt x="3761249" y="1451840"/>
                  </a:lnTo>
                  <a:lnTo>
                    <a:pt x="3761343" y="1451840"/>
                  </a:lnTo>
                  <a:lnTo>
                    <a:pt x="3761437" y="1451840"/>
                  </a:lnTo>
                  <a:lnTo>
                    <a:pt x="3761531" y="1451840"/>
                  </a:lnTo>
                  <a:lnTo>
                    <a:pt x="3761625" y="1451840"/>
                  </a:lnTo>
                  <a:lnTo>
                    <a:pt x="3761719" y="1451840"/>
                  </a:lnTo>
                  <a:lnTo>
                    <a:pt x="3761813" y="1451840"/>
                  </a:lnTo>
                  <a:lnTo>
                    <a:pt x="3761813" y="1446561"/>
                  </a:lnTo>
                  <a:lnTo>
                    <a:pt x="3761907" y="1446561"/>
                  </a:lnTo>
                  <a:lnTo>
                    <a:pt x="3762001" y="1446561"/>
                  </a:lnTo>
                  <a:lnTo>
                    <a:pt x="3762095" y="1446561"/>
                  </a:lnTo>
                  <a:lnTo>
                    <a:pt x="3762189" y="1446561"/>
                  </a:lnTo>
                  <a:lnTo>
                    <a:pt x="3762283" y="1446561"/>
                  </a:lnTo>
                  <a:lnTo>
                    <a:pt x="3762377" y="1446561"/>
                  </a:lnTo>
                  <a:lnTo>
                    <a:pt x="3762471" y="1446561"/>
                  </a:lnTo>
                  <a:lnTo>
                    <a:pt x="3762565" y="1446561"/>
                  </a:lnTo>
                  <a:lnTo>
                    <a:pt x="3762659" y="1446561"/>
                  </a:lnTo>
                  <a:lnTo>
                    <a:pt x="3762753" y="1446561"/>
                  </a:lnTo>
                  <a:lnTo>
                    <a:pt x="3762847" y="1446561"/>
                  </a:lnTo>
                  <a:lnTo>
                    <a:pt x="3762941" y="1446561"/>
                  </a:lnTo>
                  <a:lnTo>
                    <a:pt x="3763035" y="1446561"/>
                  </a:lnTo>
                  <a:lnTo>
                    <a:pt x="3763129" y="1446561"/>
                  </a:lnTo>
                  <a:lnTo>
                    <a:pt x="3763223" y="1446561"/>
                  </a:lnTo>
                  <a:lnTo>
                    <a:pt x="3763317" y="1446561"/>
                  </a:lnTo>
                  <a:lnTo>
                    <a:pt x="3763411" y="1446561"/>
                  </a:lnTo>
                  <a:lnTo>
                    <a:pt x="3763505" y="1446561"/>
                  </a:lnTo>
                  <a:lnTo>
                    <a:pt x="3763599" y="1446561"/>
                  </a:lnTo>
                  <a:lnTo>
                    <a:pt x="3763693" y="1446561"/>
                  </a:lnTo>
                  <a:lnTo>
                    <a:pt x="3763787" y="1446561"/>
                  </a:lnTo>
                  <a:lnTo>
                    <a:pt x="3763881" y="1446561"/>
                  </a:lnTo>
                  <a:lnTo>
                    <a:pt x="3763976" y="1446561"/>
                  </a:lnTo>
                  <a:lnTo>
                    <a:pt x="3764070" y="1446561"/>
                  </a:lnTo>
                  <a:lnTo>
                    <a:pt x="3764164" y="1446561"/>
                  </a:lnTo>
                  <a:lnTo>
                    <a:pt x="3764258" y="1446561"/>
                  </a:lnTo>
                  <a:lnTo>
                    <a:pt x="3764352" y="1446561"/>
                  </a:lnTo>
                  <a:lnTo>
                    <a:pt x="3764446" y="1446561"/>
                  </a:lnTo>
                  <a:lnTo>
                    <a:pt x="3764540" y="1446561"/>
                  </a:lnTo>
                  <a:lnTo>
                    <a:pt x="3764634" y="1446561"/>
                  </a:lnTo>
                  <a:lnTo>
                    <a:pt x="3764728" y="1446561"/>
                  </a:lnTo>
                  <a:lnTo>
                    <a:pt x="3764822" y="1446561"/>
                  </a:lnTo>
                  <a:lnTo>
                    <a:pt x="3764916" y="1446561"/>
                  </a:lnTo>
                  <a:lnTo>
                    <a:pt x="3765010" y="1446561"/>
                  </a:lnTo>
                  <a:lnTo>
                    <a:pt x="3765104" y="1446561"/>
                  </a:lnTo>
                  <a:lnTo>
                    <a:pt x="3765198" y="1446561"/>
                  </a:lnTo>
                  <a:lnTo>
                    <a:pt x="3765292" y="1446561"/>
                  </a:lnTo>
                  <a:lnTo>
                    <a:pt x="3765386" y="1446561"/>
                  </a:lnTo>
                  <a:lnTo>
                    <a:pt x="3765480" y="1446561"/>
                  </a:lnTo>
                  <a:lnTo>
                    <a:pt x="3765574" y="1446561"/>
                  </a:lnTo>
                  <a:lnTo>
                    <a:pt x="3765668" y="1446561"/>
                  </a:lnTo>
                  <a:lnTo>
                    <a:pt x="3765762" y="1446561"/>
                  </a:lnTo>
                  <a:lnTo>
                    <a:pt x="3765856" y="1446561"/>
                  </a:lnTo>
                  <a:lnTo>
                    <a:pt x="3765950" y="1446561"/>
                  </a:lnTo>
                  <a:lnTo>
                    <a:pt x="3766044" y="1446561"/>
                  </a:lnTo>
                  <a:lnTo>
                    <a:pt x="3766138" y="1446561"/>
                  </a:lnTo>
                  <a:lnTo>
                    <a:pt x="3766232" y="1446561"/>
                  </a:lnTo>
                  <a:lnTo>
                    <a:pt x="3766326" y="1446561"/>
                  </a:lnTo>
                  <a:lnTo>
                    <a:pt x="3766420" y="1446561"/>
                  </a:lnTo>
                  <a:lnTo>
                    <a:pt x="3766514" y="1446561"/>
                  </a:lnTo>
                  <a:lnTo>
                    <a:pt x="3766608" y="1446561"/>
                  </a:lnTo>
                  <a:lnTo>
                    <a:pt x="3766702" y="1446561"/>
                  </a:lnTo>
                  <a:lnTo>
                    <a:pt x="3766796" y="1446561"/>
                  </a:lnTo>
                  <a:lnTo>
                    <a:pt x="3766890" y="1446561"/>
                  </a:lnTo>
                  <a:lnTo>
                    <a:pt x="3766984" y="1446561"/>
                  </a:lnTo>
                  <a:lnTo>
                    <a:pt x="3767078" y="1446561"/>
                  </a:lnTo>
                  <a:lnTo>
                    <a:pt x="3767172" y="1446561"/>
                  </a:lnTo>
                  <a:lnTo>
                    <a:pt x="3767266" y="1446561"/>
                  </a:lnTo>
                  <a:lnTo>
                    <a:pt x="3767360" y="1446561"/>
                  </a:lnTo>
                  <a:lnTo>
                    <a:pt x="3767455" y="1446561"/>
                  </a:lnTo>
                  <a:lnTo>
                    <a:pt x="3767549" y="1446561"/>
                  </a:lnTo>
                  <a:lnTo>
                    <a:pt x="3767643" y="1446561"/>
                  </a:lnTo>
                  <a:lnTo>
                    <a:pt x="3767737" y="1446561"/>
                  </a:lnTo>
                  <a:lnTo>
                    <a:pt x="3767737" y="1441282"/>
                  </a:lnTo>
                  <a:lnTo>
                    <a:pt x="3767831" y="1441282"/>
                  </a:lnTo>
                  <a:lnTo>
                    <a:pt x="3767925" y="1441282"/>
                  </a:lnTo>
                  <a:lnTo>
                    <a:pt x="3768019" y="1441282"/>
                  </a:lnTo>
                  <a:lnTo>
                    <a:pt x="3768019" y="1436002"/>
                  </a:lnTo>
                  <a:lnTo>
                    <a:pt x="3768113" y="1436002"/>
                  </a:lnTo>
                  <a:lnTo>
                    <a:pt x="3768207" y="1436002"/>
                  </a:lnTo>
                  <a:lnTo>
                    <a:pt x="3768301" y="1436002"/>
                  </a:lnTo>
                  <a:lnTo>
                    <a:pt x="3768395" y="1436002"/>
                  </a:lnTo>
                  <a:lnTo>
                    <a:pt x="3768489" y="1436002"/>
                  </a:lnTo>
                  <a:lnTo>
                    <a:pt x="3768583" y="1436002"/>
                  </a:lnTo>
                  <a:lnTo>
                    <a:pt x="3768677" y="1436002"/>
                  </a:lnTo>
                  <a:lnTo>
                    <a:pt x="3768771" y="1436002"/>
                  </a:lnTo>
                  <a:lnTo>
                    <a:pt x="3768865" y="1436002"/>
                  </a:lnTo>
                  <a:lnTo>
                    <a:pt x="3768959" y="1436002"/>
                  </a:lnTo>
                  <a:lnTo>
                    <a:pt x="3769053" y="1436002"/>
                  </a:lnTo>
                  <a:lnTo>
                    <a:pt x="3769147" y="1436002"/>
                  </a:lnTo>
                  <a:lnTo>
                    <a:pt x="3769241" y="1436002"/>
                  </a:lnTo>
                  <a:lnTo>
                    <a:pt x="3769335" y="1436002"/>
                  </a:lnTo>
                  <a:lnTo>
                    <a:pt x="3769429" y="1436002"/>
                  </a:lnTo>
                  <a:lnTo>
                    <a:pt x="3769523" y="1436002"/>
                  </a:lnTo>
                  <a:lnTo>
                    <a:pt x="3769617" y="1436002"/>
                  </a:lnTo>
                  <a:lnTo>
                    <a:pt x="3769711" y="1436002"/>
                  </a:lnTo>
                  <a:lnTo>
                    <a:pt x="3769805" y="1436002"/>
                  </a:lnTo>
                  <a:lnTo>
                    <a:pt x="3769899" y="1436002"/>
                  </a:lnTo>
                  <a:lnTo>
                    <a:pt x="3769993" y="1436002"/>
                  </a:lnTo>
                  <a:lnTo>
                    <a:pt x="3770087" y="1436002"/>
                  </a:lnTo>
                  <a:lnTo>
                    <a:pt x="3770181" y="1436002"/>
                  </a:lnTo>
                  <a:lnTo>
                    <a:pt x="3770275" y="1436002"/>
                  </a:lnTo>
                  <a:lnTo>
                    <a:pt x="3770369" y="1436002"/>
                  </a:lnTo>
                  <a:lnTo>
                    <a:pt x="3770463" y="1436002"/>
                  </a:lnTo>
                  <a:lnTo>
                    <a:pt x="3770557" y="1436002"/>
                  </a:lnTo>
                  <a:lnTo>
                    <a:pt x="3770651" y="1436002"/>
                  </a:lnTo>
                  <a:lnTo>
                    <a:pt x="3770745" y="1436002"/>
                  </a:lnTo>
                  <a:lnTo>
                    <a:pt x="3770839" y="1436002"/>
                  </a:lnTo>
                  <a:lnTo>
                    <a:pt x="3770933" y="1436002"/>
                  </a:lnTo>
                  <a:lnTo>
                    <a:pt x="3771028" y="1436002"/>
                  </a:lnTo>
                  <a:lnTo>
                    <a:pt x="3771122" y="1436002"/>
                  </a:lnTo>
                  <a:lnTo>
                    <a:pt x="3771216" y="1436002"/>
                  </a:lnTo>
                  <a:lnTo>
                    <a:pt x="3771310" y="1436002"/>
                  </a:lnTo>
                  <a:lnTo>
                    <a:pt x="3771404" y="1436002"/>
                  </a:lnTo>
                  <a:lnTo>
                    <a:pt x="3771498" y="1436002"/>
                  </a:lnTo>
                  <a:lnTo>
                    <a:pt x="3771592" y="1436002"/>
                  </a:lnTo>
                  <a:lnTo>
                    <a:pt x="3771686" y="1436002"/>
                  </a:lnTo>
                  <a:lnTo>
                    <a:pt x="3771780" y="1436002"/>
                  </a:lnTo>
                  <a:lnTo>
                    <a:pt x="3771874" y="1436002"/>
                  </a:lnTo>
                  <a:lnTo>
                    <a:pt x="3771968" y="1436002"/>
                  </a:lnTo>
                  <a:lnTo>
                    <a:pt x="3772062" y="1436002"/>
                  </a:lnTo>
                  <a:lnTo>
                    <a:pt x="3772156" y="1436002"/>
                  </a:lnTo>
                  <a:lnTo>
                    <a:pt x="3772250" y="1436002"/>
                  </a:lnTo>
                  <a:lnTo>
                    <a:pt x="3772344" y="1436002"/>
                  </a:lnTo>
                  <a:lnTo>
                    <a:pt x="3772438" y="1436002"/>
                  </a:lnTo>
                  <a:lnTo>
                    <a:pt x="3772532" y="1436002"/>
                  </a:lnTo>
                  <a:lnTo>
                    <a:pt x="3772626" y="1436002"/>
                  </a:lnTo>
                  <a:lnTo>
                    <a:pt x="3772720" y="1436002"/>
                  </a:lnTo>
                  <a:lnTo>
                    <a:pt x="3772814" y="1436002"/>
                  </a:lnTo>
                  <a:lnTo>
                    <a:pt x="3772908" y="1436002"/>
                  </a:lnTo>
                  <a:lnTo>
                    <a:pt x="3773002" y="1436002"/>
                  </a:lnTo>
                  <a:lnTo>
                    <a:pt x="3773002" y="1430723"/>
                  </a:lnTo>
                  <a:lnTo>
                    <a:pt x="3773096" y="1430723"/>
                  </a:lnTo>
                  <a:lnTo>
                    <a:pt x="3773190" y="1430723"/>
                  </a:lnTo>
                  <a:lnTo>
                    <a:pt x="3773284" y="1430723"/>
                  </a:lnTo>
                  <a:lnTo>
                    <a:pt x="3773378" y="1430723"/>
                  </a:lnTo>
                  <a:lnTo>
                    <a:pt x="3773472" y="1430723"/>
                  </a:lnTo>
                  <a:lnTo>
                    <a:pt x="3773566" y="1430723"/>
                  </a:lnTo>
                  <a:lnTo>
                    <a:pt x="3773660" y="1430723"/>
                  </a:lnTo>
                  <a:lnTo>
                    <a:pt x="3773754" y="1430723"/>
                  </a:lnTo>
                  <a:lnTo>
                    <a:pt x="3773848" y="1430723"/>
                  </a:lnTo>
                  <a:lnTo>
                    <a:pt x="3773942" y="1430723"/>
                  </a:lnTo>
                  <a:lnTo>
                    <a:pt x="3774036" y="1430723"/>
                  </a:lnTo>
                  <a:lnTo>
                    <a:pt x="3774036" y="1425443"/>
                  </a:lnTo>
                  <a:lnTo>
                    <a:pt x="3774130" y="1425443"/>
                  </a:lnTo>
                  <a:lnTo>
                    <a:pt x="3774224" y="1425443"/>
                  </a:lnTo>
                  <a:lnTo>
                    <a:pt x="3774318" y="1425443"/>
                  </a:lnTo>
                  <a:lnTo>
                    <a:pt x="3774412" y="1425443"/>
                  </a:lnTo>
                  <a:lnTo>
                    <a:pt x="3774506" y="1425443"/>
                  </a:lnTo>
                  <a:lnTo>
                    <a:pt x="3774601" y="1425443"/>
                  </a:lnTo>
                  <a:lnTo>
                    <a:pt x="3774695" y="1425443"/>
                  </a:lnTo>
                  <a:lnTo>
                    <a:pt x="3774789" y="1425443"/>
                  </a:lnTo>
                  <a:lnTo>
                    <a:pt x="3774883" y="1425443"/>
                  </a:lnTo>
                  <a:lnTo>
                    <a:pt x="3774977" y="1425443"/>
                  </a:lnTo>
                  <a:lnTo>
                    <a:pt x="3775071" y="1425443"/>
                  </a:lnTo>
                  <a:lnTo>
                    <a:pt x="3775165" y="1425443"/>
                  </a:lnTo>
                  <a:lnTo>
                    <a:pt x="3775259" y="1425443"/>
                  </a:lnTo>
                  <a:lnTo>
                    <a:pt x="3775353" y="1425443"/>
                  </a:lnTo>
                  <a:lnTo>
                    <a:pt x="3775447" y="1425443"/>
                  </a:lnTo>
                  <a:lnTo>
                    <a:pt x="3775541" y="1425443"/>
                  </a:lnTo>
                  <a:lnTo>
                    <a:pt x="3775635" y="1425443"/>
                  </a:lnTo>
                  <a:lnTo>
                    <a:pt x="3775729" y="1425443"/>
                  </a:lnTo>
                  <a:lnTo>
                    <a:pt x="3775823" y="1425443"/>
                  </a:lnTo>
                  <a:lnTo>
                    <a:pt x="3775917" y="1425443"/>
                  </a:lnTo>
                  <a:lnTo>
                    <a:pt x="3776011" y="1425443"/>
                  </a:lnTo>
                  <a:lnTo>
                    <a:pt x="3776105" y="1425443"/>
                  </a:lnTo>
                  <a:lnTo>
                    <a:pt x="3776199" y="1425443"/>
                  </a:lnTo>
                  <a:lnTo>
                    <a:pt x="3776293" y="1425443"/>
                  </a:lnTo>
                  <a:lnTo>
                    <a:pt x="3776387" y="1425443"/>
                  </a:lnTo>
                  <a:lnTo>
                    <a:pt x="3776481" y="1425443"/>
                  </a:lnTo>
                  <a:lnTo>
                    <a:pt x="3776575" y="1425443"/>
                  </a:lnTo>
                  <a:lnTo>
                    <a:pt x="3776669" y="1425443"/>
                  </a:lnTo>
                  <a:lnTo>
                    <a:pt x="3776763" y="1425443"/>
                  </a:lnTo>
                  <a:lnTo>
                    <a:pt x="3776857" y="1425443"/>
                  </a:lnTo>
                  <a:lnTo>
                    <a:pt x="3776951" y="1425443"/>
                  </a:lnTo>
                  <a:lnTo>
                    <a:pt x="3776951" y="1420164"/>
                  </a:lnTo>
                  <a:lnTo>
                    <a:pt x="3777045" y="1420164"/>
                  </a:lnTo>
                  <a:lnTo>
                    <a:pt x="3777139" y="1420164"/>
                  </a:lnTo>
                  <a:lnTo>
                    <a:pt x="3777233" y="1420164"/>
                  </a:lnTo>
                  <a:lnTo>
                    <a:pt x="3777327" y="1420164"/>
                  </a:lnTo>
                  <a:lnTo>
                    <a:pt x="3777421" y="1420164"/>
                  </a:lnTo>
                  <a:lnTo>
                    <a:pt x="3777515" y="1420164"/>
                  </a:lnTo>
                  <a:lnTo>
                    <a:pt x="3777609" y="1420164"/>
                  </a:lnTo>
                  <a:lnTo>
                    <a:pt x="3777703" y="1420164"/>
                  </a:lnTo>
                  <a:lnTo>
                    <a:pt x="3777797" y="1420164"/>
                  </a:lnTo>
                  <a:lnTo>
                    <a:pt x="3777891" y="1420164"/>
                  </a:lnTo>
                  <a:lnTo>
                    <a:pt x="3777985" y="1420164"/>
                  </a:lnTo>
                  <a:lnTo>
                    <a:pt x="3778079" y="1420164"/>
                  </a:lnTo>
                  <a:lnTo>
                    <a:pt x="3778174" y="1420164"/>
                  </a:lnTo>
                  <a:lnTo>
                    <a:pt x="3778268" y="1420164"/>
                  </a:lnTo>
                  <a:lnTo>
                    <a:pt x="3778362" y="1420164"/>
                  </a:lnTo>
                  <a:lnTo>
                    <a:pt x="3778456" y="1420164"/>
                  </a:lnTo>
                  <a:lnTo>
                    <a:pt x="3778550" y="1420164"/>
                  </a:lnTo>
                  <a:lnTo>
                    <a:pt x="3778644" y="1420164"/>
                  </a:lnTo>
                  <a:lnTo>
                    <a:pt x="3778738" y="1420164"/>
                  </a:lnTo>
                  <a:lnTo>
                    <a:pt x="3778832" y="1420164"/>
                  </a:lnTo>
                  <a:lnTo>
                    <a:pt x="3778926" y="1420164"/>
                  </a:lnTo>
                  <a:lnTo>
                    <a:pt x="3779020" y="1420164"/>
                  </a:lnTo>
                  <a:lnTo>
                    <a:pt x="3779114" y="1420164"/>
                  </a:lnTo>
                  <a:lnTo>
                    <a:pt x="3779208" y="1420164"/>
                  </a:lnTo>
                  <a:lnTo>
                    <a:pt x="3779302" y="1420164"/>
                  </a:lnTo>
                  <a:lnTo>
                    <a:pt x="3779396" y="1420164"/>
                  </a:lnTo>
                  <a:lnTo>
                    <a:pt x="3779490" y="1420164"/>
                  </a:lnTo>
                  <a:lnTo>
                    <a:pt x="3779584" y="1420164"/>
                  </a:lnTo>
                  <a:lnTo>
                    <a:pt x="3779678" y="1420164"/>
                  </a:lnTo>
                  <a:lnTo>
                    <a:pt x="3779772" y="1420164"/>
                  </a:lnTo>
                  <a:lnTo>
                    <a:pt x="3779866" y="1420164"/>
                  </a:lnTo>
                  <a:lnTo>
                    <a:pt x="3779960" y="1420164"/>
                  </a:lnTo>
                  <a:lnTo>
                    <a:pt x="3780054" y="1420164"/>
                  </a:lnTo>
                  <a:lnTo>
                    <a:pt x="3780148" y="1420164"/>
                  </a:lnTo>
                  <a:lnTo>
                    <a:pt x="3780242" y="1420164"/>
                  </a:lnTo>
                  <a:lnTo>
                    <a:pt x="3780336" y="1420164"/>
                  </a:lnTo>
                  <a:lnTo>
                    <a:pt x="3780430" y="1420164"/>
                  </a:lnTo>
                  <a:lnTo>
                    <a:pt x="3780524" y="1420164"/>
                  </a:lnTo>
                  <a:lnTo>
                    <a:pt x="3780618" y="1420164"/>
                  </a:lnTo>
                  <a:lnTo>
                    <a:pt x="3780712" y="1420164"/>
                  </a:lnTo>
                  <a:lnTo>
                    <a:pt x="3780806" y="1420164"/>
                  </a:lnTo>
                  <a:lnTo>
                    <a:pt x="3780900" y="1420164"/>
                  </a:lnTo>
                  <a:lnTo>
                    <a:pt x="3780994" y="1420164"/>
                  </a:lnTo>
                  <a:lnTo>
                    <a:pt x="3781088" y="1420164"/>
                  </a:lnTo>
                  <a:lnTo>
                    <a:pt x="3781182" y="1420164"/>
                  </a:lnTo>
                  <a:lnTo>
                    <a:pt x="3781276" y="1420164"/>
                  </a:lnTo>
                  <a:lnTo>
                    <a:pt x="3781370" y="1420164"/>
                  </a:lnTo>
                  <a:lnTo>
                    <a:pt x="3781464" y="1420164"/>
                  </a:lnTo>
                  <a:lnTo>
                    <a:pt x="3781558" y="1420164"/>
                  </a:lnTo>
                  <a:lnTo>
                    <a:pt x="3781653" y="1420164"/>
                  </a:lnTo>
                  <a:lnTo>
                    <a:pt x="3781747" y="1420164"/>
                  </a:lnTo>
                  <a:lnTo>
                    <a:pt x="3781841" y="1420164"/>
                  </a:lnTo>
                  <a:lnTo>
                    <a:pt x="3781935" y="1420164"/>
                  </a:lnTo>
                  <a:lnTo>
                    <a:pt x="3782029" y="1420164"/>
                  </a:lnTo>
                  <a:lnTo>
                    <a:pt x="3782123" y="1420164"/>
                  </a:lnTo>
                  <a:lnTo>
                    <a:pt x="3782217" y="1420164"/>
                  </a:lnTo>
                  <a:lnTo>
                    <a:pt x="3782217" y="1414884"/>
                  </a:lnTo>
                  <a:lnTo>
                    <a:pt x="3782311" y="1414884"/>
                  </a:lnTo>
                  <a:lnTo>
                    <a:pt x="3782405" y="1414884"/>
                  </a:lnTo>
                  <a:lnTo>
                    <a:pt x="3782499" y="1414884"/>
                  </a:lnTo>
                  <a:lnTo>
                    <a:pt x="3782593" y="1414884"/>
                  </a:lnTo>
                  <a:lnTo>
                    <a:pt x="3782687" y="1414884"/>
                  </a:lnTo>
                  <a:lnTo>
                    <a:pt x="3782781" y="1414884"/>
                  </a:lnTo>
                  <a:lnTo>
                    <a:pt x="3782875" y="1414884"/>
                  </a:lnTo>
                  <a:lnTo>
                    <a:pt x="3782969" y="1414884"/>
                  </a:lnTo>
                  <a:lnTo>
                    <a:pt x="3783063" y="1414884"/>
                  </a:lnTo>
                  <a:lnTo>
                    <a:pt x="3783157" y="1414884"/>
                  </a:lnTo>
                  <a:lnTo>
                    <a:pt x="3783251" y="1414884"/>
                  </a:lnTo>
                  <a:lnTo>
                    <a:pt x="3783345" y="1414884"/>
                  </a:lnTo>
                  <a:lnTo>
                    <a:pt x="3783439" y="1414884"/>
                  </a:lnTo>
                  <a:lnTo>
                    <a:pt x="3783533" y="1414884"/>
                  </a:lnTo>
                  <a:lnTo>
                    <a:pt x="3783627" y="1414884"/>
                  </a:lnTo>
                  <a:lnTo>
                    <a:pt x="3783721" y="1414884"/>
                  </a:lnTo>
                  <a:lnTo>
                    <a:pt x="3783815" y="1414884"/>
                  </a:lnTo>
                  <a:lnTo>
                    <a:pt x="3783909" y="1414884"/>
                  </a:lnTo>
                  <a:lnTo>
                    <a:pt x="3784003" y="1414884"/>
                  </a:lnTo>
                  <a:lnTo>
                    <a:pt x="3784097" y="1414884"/>
                  </a:lnTo>
                  <a:lnTo>
                    <a:pt x="3784191" y="1414884"/>
                  </a:lnTo>
                  <a:lnTo>
                    <a:pt x="3784285" y="1414884"/>
                  </a:lnTo>
                  <a:lnTo>
                    <a:pt x="3784379" y="1414884"/>
                  </a:lnTo>
                  <a:lnTo>
                    <a:pt x="3784473" y="1414884"/>
                  </a:lnTo>
                  <a:lnTo>
                    <a:pt x="3784567" y="1414884"/>
                  </a:lnTo>
                  <a:lnTo>
                    <a:pt x="3784661" y="1414884"/>
                  </a:lnTo>
                  <a:lnTo>
                    <a:pt x="3784755" y="1414884"/>
                  </a:lnTo>
                  <a:lnTo>
                    <a:pt x="3784849" y="1414884"/>
                  </a:lnTo>
                  <a:lnTo>
                    <a:pt x="3784943" y="1414884"/>
                  </a:lnTo>
                  <a:lnTo>
                    <a:pt x="3785037" y="1414884"/>
                  </a:lnTo>
                  <a:lnTo>
                    <a:pt x="3785131" y="1414884"/>
                  </a:lnTo>
                  <a:lnTo>
                    <a:pt x="3785226" y="1414884"/>
                  </a:lnTo>
                  <a:lnTo>
                    <a:pt x="3785320" y="1414884"/>
                  </a:lnTo>
                  <a:lnTo>
                    <a:pt x="3785414" y="1414884"/>
                  </a:lnTo>
                  <a:lnTo>
                    <a:pt x="3785508" y="1414884"/>
                  </a:lnTo>
                  <a:lnTo>
                    <a:pt x="3785602" y="1414884"/>
                  </a:lnTo>
                  <a:lnTo>
                    <a:pt x="3785696" y="1414884"/>
                  </a:lnTo>
                  <a:lnTo>
                    <a:pt x="3785790" y="1414884"/>
                  </a:lnTo>
                  <a:lnTo>
                    <a:pt x="3785884" y="1414884"/>
                  </a:lnTo>
                  <a:lnTo>
                    <a:pt x="3785978" y="1414884"/>
                  </a:lnTo>
                  <a:lnTo>
                    <a:pt x="3786072" y="1414884"/>
                  </a:lnTo>
                  <a:lnTo>
                    <a:pt x="3786166" y="1414884"/>
                  </a:lnTo>
                  <a:lnTo>
                    <a:pt x="3786260" y="1414884"/>
                  </a:lnTo>
                  <a:lnTo>
                    <a:pt x="3786354" y="1414884"/>
                  </a:lnTo>
                  <a:lnTo>
                    <a:pt x="3786448" y="1414884"/>
                  </a:lnTo>
                  <a:lnTo>
                    <a:pt x="3786542" y="1414884"/>
                  </a:lnTo>
                  <a:lnTo>
                    <a:pt x="3786636" y="1414884"/>
                  </a:lnTo>
                  <a:lnTo>
                    <a:pt x="3786730" y="1414884"/>
                  </a:lnTo>
                  <a:lnTo>
                    <a:pt x="3786824" y="1414884"/>
                  </a:lnTo>
                  <a:lnTo>
                    <a:pt x="3786918" y="1414884"/>
                  </a:lnTo>
                  <a:lnTo>
                    <a:pt x="3787012" y="1414884"/>
                  </a:lnTo>
                  <a:lnTo>
                    <a:pt x="3787106" y="1414884"/>
                  </a:lnTo>
                  <a:lnTo>
                    <a:pt x="3787200" y="1414884"/>
                  </a:lnTo>
                  <a:lnTo>
                    <a:pt x="3787294" y="1414884"/>
                  </a:lnTo>
                  <a:lnTo>
                    <a:pt x="3787388" y="1414884"/>
                  </a:lnTo>
                  <a:lnTo>
                    <a:pt x="3787482" y="1414884"/>
                  </a:lnTo>
                  <a:lnTo>
                    <a:pt x="3787576" y="1414884"/>
                  </a:lnTo>
                  <a:lnTo>
                    <a:pt x="3787670" y="1414884"/>
                  </a:lnTo>
                  <a:lnTo>
                    <a:pt x="3787764" y="1414884"/>
                  </a:lnTo>
                  <a:lnTo>
                    <a:pt x="3787858" y="1414884"/>
                  </a:lnTo>
                  <a:lnTo>
                    <a:pt x="3787952" y="1414884"/>
                  </a:lnTo>
                  <a:lnTo>
                    <a:pt x="3788046" y="1414884"/>
                  </a:lnTo>
                  <a:lnTo>
                    <a:pt x="3788140" y="1414884"/>
                  </a:lnTo>
                  <a:lnTo>
                    <a:pt x="3788234" y="1414884"/>
                  </a:lnTo>
                  <a:lnTo>
                    <a:pt x="3788328" y="1414884"/>
                  </a:lnTo>
                  <a:lnTo>
                    <a:pt x="3788422" y="1414884"/>
                  </a:lnTo>
                  <a:lnTo>
                    <a:pt x="3788516" y="1414884"/>
                  </a:lnTo>
                  <a:lnTo>
                    <a:pt x="3788610" y="1414884"/>
                  </a:lnTo>
                  <a:lnTo>
                    <a:pt x="3788704" y="1414884"/>
                  </a:lnTo>
                  <a:lnTo>
                    <a:pt x="3788799" y="1414884"/>
                  </a:lnTo>
                  <a:lnTo>
                    <a:pt x="3788893" y="1414884"/>
                  </a:lnTo>
                  <a:lnTo>
                    <a:pt x="3788987" y="1414884"/>
                  </a:lnTo>
                  <a:lnTo>
                    <a:pt x="3789081" y="1414884"/>
                  </a:lnTo>
                  <a:lnTo>
                    <a:pt x="3789175" y="1414884"/>
                  </a:lnTo>
                  <a:lnTo>
                    <a:pt x="3789269" y="1414884"/>
                  </a:lnTo>
                  <a:lnTo>
                    <a:pt x="3789363" y="1414884"/>
                  </a:lnTo>
                  <a:lnTo>
                    <a:pt x="3789457" y="1414884"/>
                  </a:lnTo>
                  <a:lnTo>
                    <a:pt x="3789551" y="1414884"/>
                  </a:lnTo>
                  <a:lnTo>
                    <a:pt x="3789645" y="1414884"/>
                  </a:lnTo>
                  <a:lnTo>
                    <a:pt x="3789739" y="1414884"/>
                  </a:lnTo>
                  <a:lnTo>
                    <a:pt x="3789833" y="1414884"/>
                  </a:lnTo>
                  <a:lnTo>
                    <a:pt x="3789927" y="1414884"/>
                  </a:lnTo>
                  <a:lnTo>
                    <a:pt x="3790021" y="1414884"/>
                  </a:lnTo>
                  <a:lnTo>
                    <a:pt x="3790115" y="1414884"/>
                  </a:lnTo>
                  <a:lnTo>
                    <a:pt x="3790209" y="1414884"/>
                  </a:lnTo>
                  <a:lnTo>
                    <a:pt x="3790303" y="1414884"/>
                  </a:lnTo>
                  <a:lnTo>
                    <a:pt x="3790397" y="1414884"/>
                  </a:lnTo>
                  <a:lnTo>
                    <a:pt x="3790491" y="1414884"/>
                  </a:lnTo>
                  <a:lnTo>
                    <a:pt x="3790585" y="1414884"/>
                  </a:lnTo>
                  <a:lnTo>
                    <a:pt x="3790679" y="1414884"/>
                  </a:lnTo>
                  <a:lnTo>
                    <a:pt x="3790773" y="1414884"/>
                  </a:lnTo>
                  <a:lnTo>
                    <a:pt x="3790867" y="1414884"/>
                  </a:lnTo>
                  <a:lnTo>
                    <a:pt x="3790961" y="1414884"/>
                  </a:lnTo>
                  <a:lnTo>
                    <a:pt x="3791055" y="1414884"/>
                  </a:lnTo>
                  <a:lnTo>
                    <a:pt x="3791149" y="1414884"/>
                  </a:lnTo>
                  <a:lnTo>
                    <a:pt x="3791243" y="1414884"/>
                  </a:lnTo>
                  <a:lnTo>
                    <a:pt x="3791337" y="1414884"/>
                  </a:lnTo>
                  <a:lnTo>
                    <a:pt x="3791431" y="1414884"/>
                  </a:lnTo>
                  <a:lnTo>
                    <a:pt x="3791525" y="1414884"/>
                  </a:lnTo>
                  <a:lnTo>
                    <a:pt x="3791619" y="1414884"/>
                  </a:lnTo>
                  <a:lnTo>
                    <a:pt x="3791713" y="1414884"/>
                  </a:lnTo>
                  <a:lnTo>
                    <a:pt x="3791807" y="1414884"/>
                  </a:lnTo>
                  <a:lnTo>
                    <a:pt x="3791901" y="1414884"/>
                  </a:lnTo>
                  <a:lnTo>
                    <a:pt x="3791995" y="1414884"/>
                  </a:lnTo>
                  <a:lnTo>
                    <a:pt x="3792089" y="1414884"/>
                  </a:lnTo>
                  <a:lnTo>
                    <a:pt x="3792183" y="1414884"/>
                  </a:lnTo>
                  <a:lnTo>
                    <a:pt x="3792278" y="1414884"/>
                  </a:lnTo>
                  <a:lnTo>
                    <a:pt x="3792372" y="1414884"/>
                  </a:lnTo>
                  <a:lnTo>
                    <a:pt x="3792466" y="1414884"/>
                  </a:lnTo>
                  <a:lnTo>
                    <a:pt x="3792560" y="1414884"/>
                  </a:lnTo>
                  <a:lnTo>
                    <a:pt x="3792654" y="1414884"/>
                  </a:lnTo>
                  <a:lnTo>
                    <a:pt x="3792748" y="1414884"/>
                  </a:lnTo>
                  <a:lnTo>
                    <a:pt x="3792842" y="1414884"/>
                  </a:lnTo>
                  <a:lnTo>
                    <a:pt x="3792936" y="1414884"/>
                  </a:lnTo>
                  <a:lnTo>
                    <a:pt x="3793030" y="1414884"/>
                  </a:lnTo>
                  <a:lnTo>
                    <a:pt x="3793124" y="1414884"/>
                  </a:lnTo>
                  <a:lnTo>
                    <a:pt x="3793124" y="1409605"/>
                  </a:lnTo>
                  <a:lnTo>
                    <a:pt x="3793218" y="1409605"/>
                  </a:lnTo>
                  <a:lnTo>
                    <a:pt x="3793312" y="1409605"/>
                  </a:lnTo>
                  <a:lnTo>
                    <a:pt x="3793406" y="1409605"/>
                  </a:lnTo>
                  <a:lnTo>
                    <a:pt x="3793500" y="1409605"/>
                  </a:lnTo>
                  <a:lnTo>
                    <a:pt x="3793594" y="1409605"/>
                  </a:lnTo>
                  <a:lnTo>
                    <a:pt x="3793688" y="1409605"/>
                  </a:lnTo>
                  <a:lnTo>
                    <a:pt x="3793782" y="1409605"/>
                  </a:lnTo>
                  <a:lnTo>
                    <a:pt x="3793876" y="1409605"/>
                  </a:lnTo>
                  <a:lnTo>
                    <a:pt x="3793970" y="1409605"/>
                  </a:lnTo>
                  <a:lnTo>
                    <a:pt x="3794064" y="1409605"/>
                  </a:lnTo>
                  <a:lnTo>
                    <a:pt x="3794158" y="1409605"/>
                  </a:lnTo>
                  <a:lnTo>
                    <a:pt x="3794252" y="1409605"/>
                  </a:lnTo>
                  <a:lnTo>
                    <a:pt x="3794346" y="1409605"/>
                  </a:lnTo>
                  <a:lnTo>
                    <a:pt x="3794440" y="1409605"/>
                  </a:lnTo>
                  <a:lnTo>
                    <a:pt x="3794534" y="1409605"/>
                  </a:lnTo>
                  <a:lnTo>
                    <a:pt x="3794628" y="1409605"/>
                  </a:lnTo>
                  <a:lnTo>
                    <a:pt x="3794722" y="1409605"/>
                  </a:lnTo>
                  <a:lnTo>
                    <a:pt x="3794816" y="1409605"/>
                  </a:lnTo>
                  <a:lnTo>
                    <a:pt x="3794910" y="1409605"/>
                  </a:lnTo>
                  <a:lnTo>
                    <a:pt x="3795004" y="1409605"/>
                  </a:lnTo>
                  <a:lnTo>
                    <a:pt x="3795098" y="1409605"/>
                  </a:lnTo>
                  <a:lnTo>
                    <a:pt x="3795192" y="1409605"/>
                  </a:lnTo>
                  <a:lnTo>
                    <a:pt x="3795286" y="1409605"/>
                  </a:lnTo>
                  <a:lnTo>
                    <a:pt x="3795380" y="1409605"/>
                  </a:lnTo>
                  <a:lnTo>
                    <a:pt x="3795474" y="1409605"/>
                  </a:lnTo>
                  <a:lnTo>
                    <a:pt x="3795568" y="1409605"/>
                  </a:lnTo>
                  <a:lnTo>
                    <a:pt x="3795662" y="1409605"/>
                  </a:lnTo>
                  <a:lnTo>
                    <a:pt x="3795756" y="1409605"/>
                  </a:lnTo>
                  <a:lnTo>
                    <a:pt x="3795851" y="1409605"/>
                  </a:lnTo>
                  <a:lnTo>
                    <a:pt x="3795945" y="1409605"/>
                  </a:lnTo>
                  <a:lnTo>
                    <a:pt x="3796039" y="1409605"/>
                  </a:lnTo>
                  <a:lnTo>
                    <a:pt x="3796133" y="1409605"/>
                  </a:lnTo>
                  <a:lnTo>
                    <a:pt x="3796227" y="1409605"/>
                  </a:lnTo>
                  <a:lnTo>
                    <a:pt x="3796321" y="1409605"/>
                  </a:lnTo>
                  <a:lnTo>
                    <a:pt x="3796415" y="1409605"/>
                  </a:lnTo>
                  <a:lnTo>
                    <a:pt x="3796509" y="1409605"/>
                  </a:lnTo>
                  <a:lnTo>
                    <a:pt x="3796509" y="1404326"/>
                  </a:lnTo>
                  <a:lnTo>
                    <a:pt x="3796603" y="1404326"/>
                  </a:lnTo>
                  <a:lnTo>
                    <a:pt x="3796697" y="1404326"/>
                  </a:lnTo>
                  <a:lnTo>
                    <a:pt x="3796791" y="1404326"/>
                  </a:lnTo>
                  <a:lnTo>
                    <a:pt x="3796885" y="1404326"/>
                  </a:lnTo>
                  <a:lnTo>
                    <a:pt x="3796979" y="1404326"/>
                  </a:lnTo>
                  <a:lnTo>
                    <a:pt x="3797073" y="1404326"/>
                  </a:lnTo>
                  <a:lnTo>
                    <a:pt x="3797167" y="1404326"/>
                  </a:lnTo>
                  <a:lnTo>
                    <a:pt x="3797261" y="1404326"/>
                  </a:lnTo>
                  <a:lnTo>
                    <a:pt x="3797355" y="1404326"/>
                  </a:lnTo>
                  <a:lnTo>
                    <a:pt x="3797449" y="1404326"/>
                  </a:lnTo>
                  <a:lnTo>
                    <a:pt x="3797543" y="1404326"/>
                  </a:lnTo>
                  <a:lnTo>
                    <a:pt x="3797637" y="1404326"/>
                  </a:lnTo>
                  <a:lnTo>
                    <a:pt x="3797731" y="1404326"/>
                  </a:lnTo>
                  <a:lnTo>
                    <a:pt x="3797825" y="1404326"/>
                  </a:lnTo>
                  <a:lnTo>
                    <a:pt x="3797919" y="1404326"/>
                  </a:lnTo>
                  <a:lnTo>
                    <a:pt x="3798013" y="1404326"/>
                  </a:lnTo>
                  <a:lnTo>
                    <a:pt x="3798107" y="1404326"/>
                  </a:lnTo>
                  <a:lnTo>
                    <a:pt x="3798201" y="1404326"/>
                  </a:lnTo>
                  <a:lnTo>
                    <a:pt x="3798295" y="1404326"/>
                  </a:lnTo>
                  <a:lnTo>
                    <a:pt x="3798389" y="1404326"/>
                  </a:lnTo>
                  <a:lnTo>
                    <a:pt x="3798483" y="1404326"/>
                  </a:lnTo>
                  <a:lnTo>
                    <a:pt x="3798577" y="1404326"/>
                  </a:lnTo>
                  <a:lnTo>
                    <a:pt x="3798671" y="1404326"/>
                  </a:lnTo>
                  <a:lnTo>
                    <a:pt x="3798765" y="1404326"/>
                  </a:lnTo>
                  <a:lnTo>
                    <a:pt x="3798859" y="1404326"/>
                  </a:lnTo>
                  <a:lnTo>
                    <a:pt x="3798953" y="1404326"/>
                  </a:lnTo>
                  <a:lnTo>
                    <a:pt x="3799047" y="1404326"/>
                  </a:lnTo>
                  <a:lnTo>
                    <a:pt x="3799141" y="1404326"/>
                  </a:lnTo>
                  <a:lnTo>
                    <a:pt x="3799235" y="1404326"/>
                  </a:lnTo>
                  <a:lnTo>
                    <a:pt x="3799329" y="1404326"/>
                  </a:lnTo>
                  <a:lnTo>
                    <a:pt x="3799424" y="1404326"/>
                  </a:lnTo>
                  <a:lnTo>
                    <a:pt x="3799518" y="1404326"/>
                  </a:lnTo>
                  <a:lnTo>
                    <a:pt x="3799612" y="1404326"/>
                  </a:lnTo>
                  <a:lnTo>
                    <a:pt x="3799706" y="1404326"/>
                  </a:lnTo>
                  <a:lnTo>
                    <a:pt x="3799800" y="1404326"/>
                  </a:lnTo>
                  <a:lnTo>
                    <a:pt x="3799894" y="1404326"/>
                  </a:lnTo>
                  <a:lnTo>
                    <a:pt x="3799988" y="1404326"/>
                  </a:lnTo>
                  <a:lnTo>
                    <a:pt x="3800082" y="1404326"/>
                  </a:lnTo>
                  <a:lnTo>
                    <a:pt x="3800176" y="1404326"/>
                  </a:lnTo>
                  <a:lnTo>
                    <a:pt x="3800270" y="1404326"/>
                  </a:lnTo>
                  <a:lnTo>
                    <a:pt x="3800364" y="1404326"/>
                  </a:lnTo>
                  <a:lnTo>
                    <a:pt x="3800458" y="1404326"/>
                  </a:lnTo>
                  <a:lnTo>
                    <a:pt x="3800552" y="1404326"/>
                  </a:lnTo>
                  <a:lnTo>
                    <a:pt x="3800646" y="1404326"/>
                  </a:lnTo>
                  <a:lnTo>
                    <a:pt x="3800740" y="1404326"/>
                  </a:lnTo>
                  <a:lnTo>
                    <a:pt x="3800834" y="1404326"/>
                  </a:lnTo>
                  <a:lnTo>
                    <a:pt x="3800928" y="1404326"/>
                  </a:lnTo>
                  <a:lnTo>
                    <a:pt x="3801022" y="1404326"/>
                  </a:lnTo>
                  <a:lnTo>
                    <a:pt x="3801116" y="1404326"/>
                  </a:lnTo>
                  <a:lnTo>
                    <a:pt x="3801210" y="1404326"/>
                  </a:lnTo>
                  <a:lnTo>
                    <a:pt x="3801304" y="1404326"/>
                  </a:lnTo>
                  <a:lnTo>
                    <a:pt x="3801398" y="1404326"/>
                  </a:lnTo>
                  <a:lnTo>
                    <a:pt x="3801492" y="1404326"/>
                  </a:lnTo>
                  <a:lnTo>
                    <a:pt x="3801586" y="1404326"/>
                  </a:lnTo>
                  <a:lnTo>
                    <a:pt x="3801680" y="1404326"/>
                  </a:lnTo>
                  <a:lnTo>
                    <a:pt x="3801774" y="1404326"/>
                  </a:lnTo>
                  <a:lnTo>
                    <a:pt x="3801868" y="1404326"/>
                  </a:lnTo>
                  <a:lnTo>
                    <a:pt x="3801962" y="1404326"/>
                  </a:lnTo>
                  <a:lnTo>
                    <a:pt x="3802056" y="1404326"/>
                  </a:lnTo>
                  <a:lnTo>
                    <a:pt x="3802150" y="1404326"/>
                  </a:lnTo>
                  <a:lnTo>
                    <a:pt x="3802244" y="1404326"/>
                  </a:lnTo>
                  <a:lnTo>
                    <a:pt x="3802338" y="1404326"/>
                  </a:lnTo>
                  <a:lnTo>
                    <a:pt x="3802432" y="1404326"/>
                  </a:lnTo>
                  <a:lnTo>
                    <a:pt x="3802526" y="1404326"/>
                  </a:lnTo>
                  <a:lnTo>
                    <a:pt x="3802620" y="1404326"/>
                  </a:lnTo>
                  <a:lnTo>
                    <a:pt x="3802714" y="1404326"/>
                  </a:lnTo>
                  <a:lnTo>
                    <a:pt x="3802808" y="1404326"/>
                  </a:lnTo>
                  <a:lnTo>
                    <a:pt x="3802903" y="1404326"/>
                  </a:lnTo>
                  <a:lnTo>
                    <a:pt x="3802997" y="1404326"/>
                  </a:lnTo>
                  <a:lnTo>
                    <a:pt x="3803091" y="1404326"/>
                  </a:lnTo>
                  <a:lnTo>
                    <a:pt x="3803185" y="1404326"/>
                  </a:lnTo>
                  <a:lnTo>
                    <a:pt x="3803279" y="1404326"/>
                  </a:lnTo>
                  <a:lnTo>
                    <a:pt x="3803279" y="1399046"/>
                  </a:lnTo>
                  <a:lnTo>
                    <a:pt x="3803373" y="1399046"/>
                  </a:lnTo>
                  <a:lnTo>
                    <a:pt x="3803467" y="1399046"/>
                  </a:lnTo>
                  <a:lnTo>
                    <a:pt x="3803561" y="1399046"/>
                  </a:lnTo>
                  <a:lnTo>
                    <a:pt x="3803655" y="1399046"/>
                  </a:lnTo>
                  <a:lnTo>
                    <a:pt x="3803749" y="1399046"/>
                  </a:lnTo>
                  <a:lnTo>
                    <a:pt x="3803843" y="1399046"/>
                  </a:lnTo>
                  <a:lnTo>
                    <a:pt x="3803937" y="1399046"/>
                  </a:lnTo>
                  <a:lnTo>
                    <a:pt x="3804031" y="1399046"/>
                  </a:lnTo>
                  <a:lnTo>
                    <a:pt x="3804125" y="1399046"/>
                  </a:lnTo>
                  <a:lnTo>
                    <a:pt x="3804219" y="1399046"/>
                  </a:lnTo>
                  <a:lnTo>
                    <a:pt x="3804313" y="1399046"/>
                  </a:lnTo>
                  <a:lnTo>
                    <a:pt x="3804407" y="1399046"/>
                  </a:lnTo>
                  <a:lnTo>
                    <a:pt x="3804501" y="1399046"/>
                  </a:lnTo>
                  <a:lnTo>
                    <a:pt x="3804595" y="1399046"/>
                  </a:lnTo>
                  <a:lnTo>
                    <a:pt x="3804689" y="1399046"/>
                  </a:lnTo>
                  <a:lnTo>
                    <a:pt x="3804783" y="1399046"/>
                  </a:lnTo>
                  <a:lnTo>
                    <a:pt x="3804877" y="1399046"/>
                  </a:lnTo>
                  <a:lnTo>
                    <a:pt x="3804971" y="1399046"/>
                  </a:lnTo>
                  <a:lnTo>
                    <a:pt x="3805065" y="1399046"/>
                  </a:lnTo>
                  <a:lnTo>
                    <a:pt x="3805159" y="1399046"/>
                  </a:lnTo>
                  <a:lnTo>
                    <a:pt x="3805253" y="1399046"/>
                  </a:lnTo>
                  <a:lnTo>
                    <a:pt x="3805253" y="1393767"/>
                  </a:lnTo>
                  <a:lnTo>
                    <a:pt x="3805347" y="1393767"/>
                  </a:lnTo>
                  <a:lnTo>
                    <a:pt x="3805441" y="1393767"/>
                  </a:lnTo>
                  <a:lnTo>
                    <a:pt x="3805535" y="1393767"/>
                  </a:lnTo>
                  <a:lnTo>
                    <a:pt x="3805629" y="1393767"/>
                  </a:lnTo>
                  <a:lnTo>
                    <a:pt x="3805629" y="1388487"/>
                  </a:lnTo>
                  <a:lnTo>
                    <a:pt x="3805723" y="1388487"/>
                  </a:lnTo>
                  <a:lnTo>
                    <a:pt x="3805817" y="1388487"/>
                  </a:lnTo>
                  <a:lnTo>
                    <a:pt x="3805817" y="1383208"/>
                  </a:lnTo>
                  <a:lnTo>
                    <a:pt x="3805911" y="1383208"/>
                  </a:lnTo>
                  <a:lnTo>
                    <a:pt x="3806005" y="1383208"/>
                  </a:lnTo>
                  <a:lnTo>
                    <a:pt x="3806099" y="1383208"/>
                  </a:lnTo>
                  <a:lnTo>
                    <a:pt x="3806193" y="1383208"/>
                  </a:lnTo>
                  <a:lnTo>
                    <a:pt x="3806287" y="1383208"/>
                  </a:lnTo>
                  <a:lnTo>
                    <a:pt x="3806381" y="1383208"/>
                  </a:lnTo>
                  <a:lnTo>
                    <a:pt x="3806476" y="1383208"/>
                  </a:lnTo>
                  <a:lnTo>
                    <a:pt x="3806570" y="1383208"/>
                  </a:lnTo>
                  <a:lnTo>
                    <a:pt x="3806664" y="1383208"/>
                  </a:lnTo>
                  <a:lnTo>
                    <a:pt x="3806664" y="1377928"/>
                  </a:lnTo>
                  <a:lnTo>
                    <a:pt x="3806758" y="1377928"/>
                  </a:lnTo>
                  <a:lnTo>
                    <a:pt x="3806852" y="1377928"/>
                  </a:lnTo>
                  <a:lnTo>
                    <a:pt x="3806946" y="1377928"/>
                  </a:lnTo>
                  <a:lnTo>
                    <a:pt x="3807040" y="1377928"/>
                  </a:lnTo>
                  <a:lnTo>
                    <a:pt x="3807134" y="1377928"/>
                  </a:lnTo>
                  <a:lnTo>
                    <a:pt x="3807228" y="1377928"/>
                  </a:lnTo>
                  <a:lnTo>
                    <a:pt x="3807322" y="1377928"/>
                  </a:lnTo>
                  <a:lnTo>
                    <a:pt x="3807416" y="1377928"/>
                  </a:lnTo>
                  <a:lnTo>
                    <a:pt x="3807510" y="1377928"/>
                  </a:lnTo>
                  <a:lnTo>
                    <a:pt x="3807604" y="1377928"/>
                  </a:lnTo>
                  <a:lnTo>
                    <a:pt x="3807698" y="1377928"/>
                  </a:lnTo>
                  <a:lnTo>
                    <a:pt x="3807792" y="1377928"/>
                  </a:lnTo>
                  <a:lnTo>
                    <a:pt x="3807886" y="1377928"/>
                  </a:lnTo>
                  <a:lnTo>
                    <a:pt x="3807980" y="1377928"/>
                  </a:lnTo>
                  <a:lnTo>
                    <a:pt x="3808074" y="1377928"/>
                  </a:lnTo>
                  <a:lnTo>
                    <a:pt x="3808168" y="1377928"/>
                  </a:lnTo>
                  <a:lnTo>
                    <a:pt x="3808262" y="1377928"/>
                  </a:lnTo>
                  <a:lnTo>
                    <a:pt x="3808356" y="1377928"/>
                  </a:lnTo>
                  <a:lnTo>
                    <a:pt x="3808450" y="1377928"/>
                  </a:lnTo>
                  <a:lnTo>
                    <a:pt x="3808544" y="1377928"/>
                  </a:lnTo>
                  <a:lnTo>
                    <a:pt x="3808638" y="1377928"/>
                  </a:lnTo>
                  <a:lnTo>
                    <a:pt x="3808732" y="1377928"/>
                  </a:lnTo>
                  <a:lnTo>
                    <a:pt x="3808826" y="1377928"/>
                  </a:lnTo>
                  <a:lnTo>
                    <a:pt x="3808920" y="1377928"/>
                  </a:lnTo>
                  <a:lnTo>
                    <a:pt x="3809014" y="1377928"/>
                  </a:lnTo>
                  <a:lnTo>
                    <a:pt x="3809108" y="1377928"/>
                  </a:lnTo>
                  <a:lnTo>
                    <a:pt x="3809202" y="1377928"/>
                  </a:lnTo>
                  <a:lnTo>
                    <a:pt x="3809296" y="1377928"/>
                  </a:lnTo>
                  <a:lnTo>
                    <a:pt x="3809390" y="1377928"/>
                  </a:lnTo>
                  <a:lnTo>
                    <a:pt x="3809484" y="1377928"/>
                  </a:lnTo>
                  <a:lnTo>
                    <a:pt x="3809578" y="1377928"/>
                  </a:lnTo>
                  <a:lnTo>
                    <a:pt x="3809672" y="1377928"/>
                  </a:lnTo>
                  <a:lnTo>
                    <a:pt x="3809766" y="1377928"/>
                  </a:lnTo>
                  <a:lnTo>
                    <a:pt x="3809860" y="1377928"/>
                  </a:lnTo>
                  <a:lnTo>
                    <a:pt x="3809954" y="1377928"/>
                  </a:lnTo>
                  <a:lnTo>
                    <a:pt x="3810049" y="1377928"/>
                  </a:lnTo>
                  <a:lnTo>
                    <a:pt x="3810143" y="1377928"/>
                  </a:lnTo>
                  <a:lnTo>
                    <a:pt x="3810237" y="1377928"/>
                  </a:lnTo>
                  <a:lnTo>
                    <a:pt x="3810331" y="1377928"/>
                  </a:lnTo>
                  <a:lnTo>
                    <a:pt x="3810425" y="1377928"/>
                  </a:lnTo>
                  <a:lnTo>
                    <a:pt x="3810519" y="1377928"/>
                  </a:lnTo>
                  <a:lnTo>
                    <a:pt x="3810613" y="1377928"/>
                  </a:lnTo>
                  <a:lnTo>
                    <a:pt x="3810707" y="1377928"/>
                  </a:lnTo>
                  <a:lnTo>
                    <a:pt x="3810801" y="1377928"/>
                  </a:lnTo>
                  <a:lnTo>
                    <a:pt x="3810895" y="1377928"/>
                  </a:lnTo>
                  <a:lnTo>
                    <a:pt x="3810989" y="1377928"/>
                  </a:lnTo>
                  <a:lnTo>
                    <a:pt x="3811083" y="1377928"/>
                  </a:lnTo>
                  <a:lnTo>
                    <a:pt x="3811177" y="1377928"/>
                  </a:lnTo>
                  <a:lnTo>
                    <a:pt x="3811271" y="1377928"/>
                  </a:lnTo>
                  <a:lnTo>
                    <a:pt x="3811365" y="1377928"/>
                  </a:lnTo>
                  <a:lnTo>
                    <a:pt x="3811459" y="1377928"/>
                  </a:lnTo>
                  <a:lnTo>
                    <a:pt x="3811553" y="1377928"/>
                  </a:lnTo>
                  <a:lnTo>
                    <a:pt x="3811647" y="1377928"/>
                  </a:lnTo>
                  <a:lnTo>
                    <a:pt x="3811741" y="1377928"/>
                  </a:lnTo>
                  <a:lnTo>
                    <a:pt x="3811835" y="1377928"/>
                  </a:lnTo>
                  <a:lnTo>
                    <a:pt x="3811929" y="1377928"/>
                  </a:lnTo>
                  <a:lnTo>
                    <a:pt x="3812023" y="1377928"/>
                  </a:lnTo>
                  <a:lnTo>
                    <a:pt x="3812117" y="1377928"/>
                  </a:lnTo>
                  <a:lnTo>
                    <a:pt x="3812211" y="1377928"/>
                  </a:lnTo>
                  <a:lnTo>
                    <a:pt x="3812305" y="1377928"/>
                  </a:lnTo>
                  <a:lnTo>
                    <a:pt x="3812399" y="1377928"/>
                  </a:lnTo>
                  <a:lnTo>
                    <a:pt x="3812493" y="1377928"/>
                  </a:lnTo>
                  <a:lnTo>
                    <a:pt x="3812587" y="1377928"/>
                  </a:lnTo>
                  <a:lnTo>
                    <a:pt x="3812681" y="1377928"/>
                  </a:lnTo>
                  <a:lnTo>
                    <a:pt x="3812775" y="1377928"/>
                  </a:lnTo>
                  <a:lnTo>
                    <a:pt x="3812869" y="1377928"/>
                  </a:lnTo>
                  <a:lnTo>
                    <a:pt x="3812963" y="1377928"/>
                  </a:lnTo>
                  <a:lnTo>
                    <a:pt x="3813057" y="1377928"/>
                  </a:lnTo>
                  <a:lnTo>
                    <a:pt x="3813151" y="1377928"/>
                  </a:lnTo>
                  <a:lnTo>
                    <a:pt x="3813245" y="1377928"/>
                  </a:lnTo>
                  <a:lnTo>
                    <a:pt x="3813339" y="1377928"/>
                  </a:lnTo>
                  <a:lnTo>
                    <a:pt x="3813433" y="1377928"/>
                  </a:lnTo>
                  <a:lnTo>
                    <a:pt x="3813528" y="1377928"/>
                  </a:lnTo>
                  <a:lnTo>
                    <a:pt x="3813622" y="1377928"/>
                  </a:lnTo>
                  <a:lnTo>
                    <a:pt x="3813716" y="1377928"/>
                  </a:lnTo>
                  <a:lnTo>
                    <a:pt x="3813810" y="1377928"/>
                  </a:lnTo>
                  <a:lnTo>
                    <a:pt x="3813904" y="1377928"/>
                  </a:lnTo>
                  <a:lnTo>
                    <a:pt x="3813998" y="1377928"/>
                  </a:lnTo>
                  <a:lnTo>
                    <a:pt x="3814092" y="1377928"/>
                  </a:lnTo>
                  <a:lnTo>
                    <a:pt x="3814186" y="1377928"/>
                  </a:lnTo>
                  <a:lnTo>
                    <a:pt x="3814280" y="1377928"/>
                  </a:lnTo>
                  <a:lnTo>
                    <a:pt x="3814374" y="1377928"/>
                  </a:lnTo>
                  <a:lnTo>
                    <a:pt x="3814468" y="1377928"/>
                  </a:lnTo>
                  <a:lnTo>
                    <a:pt x="3814562" y="1377928"/>
                  </a:lnTo>
                  <a:lnTo>
                    <a:pt x="3814656" y="1377928"/>
                  </a:lnTo>
                  <a:lnTo>
                    <a:pt x="3814750" y="1377928"/>
                  </a:lnTo>
                  <a:lnTo>
                    <a:pt x="3814844" y="1377928"/>
                  </a:lnTo>
                  <a:lnTo>
                    <a:pt x="3814938" y="1377928"/>
                  </a:lnTo>
                  <a:lnTo>
                    <a:pt x="3815032" y="1377928"/>
                  </a:lnTo>
                  <a:lnTo>
                    <a:pt x="3815126" y="1377928"/>
                  </a:lnTo>
                  <a:lnTo>
                    <a:pt x="3815220" y="1377928"/>
                  </a:lnTo>
                  <a:lnTo>
                    <a:pt x="3815314" y="1377928"/>
                  </a:lnTo>
                  <a:lnTo>
                    <a:pt x="3815408" y="1377928"/>
                  </a:lnTo>
                  <a:lnTo>
                    <a:pt x="3815502" y="1377928"/>
                  </a:lnTo>
                  <a:lnTo>
                    <a:pt x="3815596" y="1377928"/>
                  </a:lnTo>
                  <a:lnTo>
                    <a:pt x="3815690" y="1377928"/>
                  </a:lnTo>
                  <a:lnTo>
                    <a:pt x="3815784" y="1377928"/>
                  </a:lnTo>
                  <a:lnTo>
                    <a:pt x="3815878" y="1377928"/>
                  </a:lnTo>
                  <a:lnTo>
                    <a:pt x="3815972" y="1377928"/>
                  </a:lnTo>
                  <a:lnTo>
                    <a:pt x="3816066" y="1377928"/>
                  </a:lnTo>
                  <a:lnTo>
                    <a:pt x="3816160" y="1377928"/>
                  </a:lnTo>
                  <a:lnTo>
                    <a:pt x="3816254" y="1377928"/>
                  </a:lnTo>
                  <a:lnTo>
                    <a:pt x="3816348" y="1377928"/>
                  </a:lnTo>
                  <a:lnTo>
                    <a:pt x="3816442" y="1377928"/>
                  </a:lnTo>
                  <a:lnTo>
                    <a:pt x="3816536" y="1377928"/>
                  </a:lnTo>
                  <a:lnTo>
                    <a:pt x="3816630" y="1377928"/>
                  </a:lnTo>
                  <a:lnTo>
                    <a:pt x="3816724" y="1377928"/>
                  </a:lnTo>
                  <a:lnTo>
                    <a:pt x="3816818" y="1377928"/>
                  </a:lnTo>
                  <a:lnTo>
                    <a:pt x="3816912" y="1377928"/>
                  </a:lnTo>
                  <a:lnTo>
                    <a:pt x="3817006" y="1377928"/>
                  </a:lnTo>
                  <a:lnTo>
                    <a:pt x="3817101" y="1377928"/>
                  </a:lnTo>
                  <a:lnTo>
                    <a:pt x="3817195" y="1377928"/>
                  </a:lnTo>
                  <a:lnTo>
                    <a:pt x="3817289" y="1377928"/>
                  </a:lnTo>
                  <a:lnTo>
                    <a:pt x="3817383" y="1377928"/>
                  </a:lnTo>
                  <a:lnTo>
                    <a:pt x="3817477" y="1377928"/>
                  </a:lnTo>
                  <a:lnTo>
                    <a:pt x="3817571" y="1377928"/>
                  </a:lnTo>
                  <a:lnTo>
                    <a:pt x="3817665" y="1377928"/>
                  </a:lnTo>
                  <a:lnTo>
                    <a:pt x="3817759" y="1377928"/>
                  </a:lnTo>
                  <a:lnTo>
                    <a:pt x="3817853" y="1377928"/>
                  </a:lnTo>
                  <a:lnTo>
                    <a:pt x="3817947" y="1377928"/>
                  </a:lnTo>
                  <a:lnTo>
                    <a:pt x="3818041" y="1377928"/>
                  </a:lnTo>
                  <a:lnTo>
                    <a:pt x="3818135" y="1377928"/>
                  </a:lnTo>
                  <a:lnTo>
                    <a:pt x="3818229" y="1377928"/>
                  </a:lnTo>
                  <a:lnTo>
                    <a:pt x="3818323" y="1377928"/>
                  </a:lnTo>
                  <a:lnTo>
                    <a:pt x="3818417" y="1377928"/>
                  </a:lnTo>
                  <a:lnTo>
                    <a:pt x="3818511" y="1377928"/>
                  </a:lnTo>
                  <a:lnTo>
                    <a:pt x="3818605" y="1377928"/>
                  </a:lnTo>
                  <a:lnTo>
                    <a:pt x="3818699" y="1377928"/>
                  </a:lnTo>
                  <a:lnTo>
                    <a:pt x="3818793" y="1377928"/>
                  </a:lnTo>
                  <a:lnTo>
                    <a:pt x="3818887" y="1377928"/>
                  </a:lnTo>
                  <a:lnTo>
                    <a:pt x="3818981" y="1377928"/>
                  </a:lnTo>
                  <a:lnTo>
                    <a:pt x="3819075" y="1377928"/>
                  </a:lnTo>
                  <a:lnTo>
                    <a:pt x="3819169" y="1377928"/>
                  </a:lnTo>
                  <a:lnTo>
                    <a:pt x="3819263" y="1377928"/>
                  </a:lnTo>
                  <a:lnTo>
                    <a:pt x="3819357" y="1377928"/>
                  </a:lnTo>
                  <a:lnTo>
                    <a:pt x="3819451" y="1377928"/>
                  </a:lnTo>
                  <a:lnTo>
                    <a:pt x="3819545" y="1377928"/>
                  </a:lnTo>
                  <a:lnTo>
                    <a:pt x="3819639" y="1377928"/>
                  </a:lnTo>
                  <a:lnTo>
                    <a:pt x="3819733" y="1377928"/>
                  </a:lnTo>
                  <a:lnTo>
                    <a:pt x="3819827" y="1377928"/>
                  </a:lnTo>
                  <a:lnTo>
                    <a:pt x="3819921" y="1377928"/>
                  </a:lnTo>
                  <a:lnTo>
                    <a:pt x="3820015" y="1377928"/>
                  </a:lnTo>
                  <a:lnTo>
                    <a:pt x="3820015" y="1372649"/>
                  </a:lnTo>
                  <a:lnTo>
                    <a:pt x="3820109" y="1372649"/>
                  </a:lnTo>
                  <a:lnTo>
                    <a:pt x="3820203" y="1372649"/>
                  </a:lnTo>
                  <a:lnTo>
                    <a:pt x="3820297" y="1372649"/>
                  </a:lnTo>
                  <a:lnTo>
                    <a:pt x="3820391" y="1372649"/>
                  </a:lnTo>
                  <a:lnTo>
                    <a:pt x="3820485" y="1372649"/>
                  </a:lnTo>
                  <a:lnTo>
                    <a:pt x="3820579" y="1372649"/>
                  </a:lnTo>
                  <a:lnTo>
                    <a:pt x="3820674" y="1372649"/>
                  </a:lnTo>
                  <a:lnTo>
                    <a:pt x="3820768" y="1372649"/>
                  </a:lnTo>
                  <a:lnTo>
                    <a:pt x="3820862" y="1372649"/>
                  </a:lnTo>
                  <a:lnTo>
                    <a:pt x="3820956" y="1372649"/>
                  </a:lnTo>
                  <a:lnTo>
                    <a:pt x="3821050" y="1372649"/>
                  </a:lnTo>
                  <a:lnTo>
                    <a:pt x="3821144" y="1372649"/>
                  </a:lnTo>
                  <a:lnTo>
                    <a:pt x="3821238" y="1372649"/>
                  </a:lnTo>
                  <a:lnTo>
                    <a:pt x="3821332" y="1372649"/>
                  </a:lnTo>
                  <a:lnTo>
                    <a:pt x="3821426" y="1372649"/>
                  </a:lnTo>
                  <a:lnTo>
                    <a:pt x="3821520" y="1372649"/>
                  </a:lnTo>
                  <a:lnTo>
                    <a:pt x="3821614" y="1372649"/>
                  </a:lnTo>
                  <a:lnTo>
                    <a:pt x="3821708" y="1372649"/>
                  </a:lnTo>
                  <a:lnTo>
                    <a:pt x="3821802" y="1372649"/>
                  </a:lnTo>
                  <a:lnTo>
                    <a:pt x="3821896" y="1372649"/>
                  </a:lnTo>
                  <a:lnTo>
                    <a:pt x="3821990" y="1372649"/>
                  </a:lnTo>
                  <a:lnTo>
                    <a:pt x="3822084" y="1372649"/>
                  </a:lnTo>
                  <a:lnTo>
                    <a:pt x="3822178" y="1372649"/>
                  </a:lnTo>
                  <a:lnTo>
                    <a:pt x="3822272" y="1372649"/>
                  </a:lnTo>
                  <a:lnTo>
                    <a:pt x="3822366" y="1372649"/>
                  </a:lnTo>
                  <a:lnTo>
                    <a:pt x="3822460" y="1372649"/>
                  </a:lnTo>
                  <a:lnTo>
                    <a:pt x="3822554" y="1372649"/>
                  </a:lnTo>
                  <a:lnTo>
                    <a:pt x="3822648" y="1372649"/>
                  </a:lnTo>
                  <a:lnTo>
                    <a:pt x="3822742" y="1372649"/>
                  </a:lnTo>
                  <a:lnTo>
                    <a:pt x="3822836" y="1372649"/>
                  </a:lnTo>
                  <a:lnTo>
                    <a:pt x="3822930" y="1372649"/>
                  </a:lnTo>
                  <a:lnTo>
                    <a:pt x="3823024" y="1372649"/>
                  </a:lnTo>
                  <a:lnTo>
                    <a:pt x="3823118" y="1372649"/>
                  </a:lnTo>
                  <a:lnTo>
                    <a:pt x="3823212" y="1372649"/>
                  </a:lnTo>
                  <a:lnTo>
                    <a:pt x="3823306" y="1372649"/>
                  </a:lnTo>
                  <a:lnTo>
                    <a:pt x="3823400" y="1372649"/>
                  </a:lnTo>
                  <a:lnTo>
                    <a:pt x="3823494" y="1372649"/>
                  </a:lnTo>
                  <a:lnTo>
                    <a:pt x="3823588" y="1372649"/>
                  </a:lnTo>
                  <a:lnTo>
                    <a:pt x="3823682" y="1372649"/>
                  </a:lnTo>
                  <a:lnTo>
                    <a:pt x="3823776" y="1372649"/>
                  </a:lnTo>
                  <a:lnTo>
                    <a:pt x="3823870" y="1372649"/>
                  </a:lnTo>
                  <a:lnTo>
                    <a:pt x="3823964" y="1372649"/>
                  </a:lnTo>
                  <a:lnTo>
                    <a:pt x="3824058" y="1372649"/>
                  </a:lnTo>
                  <a:lnTo>
                    <a:pt x="3824152" y="1372649"/>
                  </a:lnTo>
                  <a:lnTo>
                    <a:pt x="3824247" y="1372649"/>
                  </a:lnTo>
                  <a:lnTo>
                    <a:pt x="3824341" y="1372649"/>
                  </a:lnTo>
                  <a:lnTo>
                    <a:pt x="3824435" y="1372649"/>
                  </a:lnTo>
                  <a:lnTo>
                    <a:pt x="3824529" y="1372649"/>
                  </a:lnTo>
                  <a:lnTo>
                    <a:pt x="3824623" y="1372649"/>
                  </a:lnTo>
                  <a:lnTo>
                    <a:pt x="3824717" y="1372649"/>
                  </a:lnTo>
                  <a:lnTo>
                    <a:pt x="3824811" y="1372649"/>
                  </a:lnTo>
                  <a:lnTo>
                    <a:pt x="3824905" y="1372649"/>
                  </a:lnTo>
                  <a:lnTo>
                    <a:pt x="3824999" y="1372649"/>
                  </a:lnTo>
                  <a:lnTo>
                    <a:pt x="3825093" y="1372649"/>
                  </a:lnTo>
                  <a:lnTo>
                    <a:pt x="3825187" y="1372649"/>
                  </a:lnTo>
                  <a:lnTo>
                    <a:pt x="3825281" y="1372649"/>
                  </a:lnTo>
                  <a:lnTo>
                    <a:pt x="3825375" y="1372649"/>
                  </a:lnTo>
                  <a:lnTo>
                    <a:pt x="3825469" y="1372649"/>
                  </a:lnTo>
                  <a:lnTo>
                    <a:pt x="3825563" y="1372649"/>
                  </a:lnTo>
                  <a:lnTo>
                    <a:pt x="3825657" y="1372649"/>
                  </a:lnTo>
                  <a:lnTo>
                    <a:pt x="3825657" y="1367370"/>
                  </a:lnTo>
                  <a:lnTo>
                    <a:pt x="3825751" y="1367370"/>
                  </a:lnTo>
                  <a:lnTo>
                    <a:pt x="3825845" y="1367370"/>
                  </a:lnTo>
                  <a:lnTo>
                    <a:pt x="3825939" y="1367370"/>
                  </a:lnTo>
                  <a:lnTo>
                    <a:pt x="3826033" y="1367370"/>
                  </a:lnTo>
                  <a:lnTo>
                    <a:pt x="3826127" y="1367370"/>
                  </a:lnTo>
                  <a:lnTo>
                    <a:pt x="3826221" y="1367370"/>
                  </a:lnTo>
                  <a:lnTo>
                    <a:pt x="3826315" y="1367370"/>
                  </a:lnTo>
                  <a:lnTo>
                    <a:pt x="3826409" y="1367370"/>
                  </a:lnTo>
                  <a:lnTo>
                    <a:pt x="3826503" y="1367370"/>
                  </a:lnTo>
                  <a:lnTo>
                    <a:pt x="3826597" y="1367370"/>
                  </a:lnTo>
                  <a:lnTo>
                    <a:pt x="3826691" y="1367370"/>
                  </a:lnTo>
                  <a:lnTo>
                    <a:pt x="3826785" y="1367370"/>
                  </a:lnTo>
                  <a:lnTo>
                    <a:pt x="3826879" y="1367370"/>
                  </a:lnTo>
                  <a:lnTo>
                    <a:pt x="3826973" y="1367370"/>
                  </a:lnTo>
                  <a:lnTo>
                    <a:pt x="3827067" y="1367370"/>
                  </a:lnTo>
                  <a:lnTo>
                    <a:pt x="3827161" y="1367370"/>
                  </a:lnTo>
                  <a:lnTo>
                    <a:pt x="3827255" y="1367370"/>
                  </a:lnTo>
                  <a:lnTo>
                    <a:pt x="3827349" y="1367370"/>
                  </a:lnTo>
                  <a:lnTo>
                    <a:pt x="3827443" y="1367370"/>
                  </a:lnTo>
                  <a:lnTo>
                    <a:pt x="3827537" y="1367370"/>
                  </a:lnTo>
                  <a:lnTo>
                    <a:pt x="3827631" y="1367370"/>
                  </a:lnTo>
                  <a:lnTo>
                    <a:pt x="3827726" y="1367370"/>
                  </a:lnTo>
                  <a:lnTo>
                    <a:pt x="3827820" y="1367370"/>
                  </a:lnTo>
                  <a:lnTo>
                    <a:pt x="3827914" y="1367370"/>
                  </a:lnTo>
                  <a:lnTo>
                    <a:pt x="3828008" y="1367370"/>
                  </a:lnTo>
                  <a:lnTo>
                    <a:pt x="3828102" y="1367370"/>
                  </a:lnTo>
                  <a:lnTo>
                    <a:pt x="3828196" y="1367370"/>
                  </a:lnTo>
                  <a:lnTo>
                    <a:pt x="3828290" y="1367370"/>
                  </a:lnTo>
                  <a:lnTo>
                    <a:pt x="3828384" y="1367370"/>
                  </a:lnTo>
                  <a:lnTo>
                    <a:pt x="3828478" y="1367370"/>
                  </a:lnTo>
                  <a:lnTo>
                    <a:pt x="3828572" y="1367370"/>
                  </a:lnTo>
                  <a:lnTo>
                    <a:pt x="3828666" y="1367370"/>
                  </a:lnTo>
                  <a:lnTo>
                    <a:pt x="3828760" y="1367370"/>
                  </a:lnTo>
                  <a:lnTo>
                    <a:pt x="3828854" y="1367370"/>
                  </a:lnTo>
                  <a:lnTo>
                    <a:pt x="3828948" y="1367370"/>
                  </a:lnTo>
                  <a:lnTo>
                    <a:pt x="3829042" y="1367370"/>
                  </a:lnTo>
                  <a:lnTo>
                    <a:pt x="3829136" y="1367370"/>
                  </a:lnTo>
                  <a:lnTo>
                    <a:pt x="3829230" y="1367370"/>
                  </a:lnTo>
                  <a:lnTo>
                    <a:pt x="3829324" y="1367370"/>
                  </a:lnTo>
                  <a:lnTo>
                    <a:pt x="3829418" y="1367370"/>
                  </a:lnTo>
                  <a:lnTo>
                    <a:pt x="3829512" y="1367370"/>
                  </a:lnTo>
                  <a:lnTo>
                    <a:pt x="3829606" y="1367370"/>
                  </a:lnTo>
                  <a:lnTo>
                    <a:pt x="3829700" y="1367370"/>
                  </a:lnTo>
                  <a:lnTo>
                    <a:pt x="3829794" y="1367370"/>
                  </a:lnTo>
                  <a:lnTo>
                    <a:pt x="3829888" y="1367370"/>
                  </a:lnTo>
                  <a:lnTo>
                    <a:pt x="3829982" y="1367370"/>
                  </a:lnTo>
                  <a:lnTo>
                    <a:pt x="3830076" y="1367370"/>
                  </a:lnTo>
                  <a:lnTo>
                    <a:pt x="3830170" y="1367370"/>
                  </a:lnTo>
                  <a:lnTo>
                    <a:pt x="3830170" y="1362090"/>
                  </a:lnTo>
                  <a:lnTo>
                    <a:pt x="3830264" y="1362090"/>
                  </a:lnTo>
                  <a:lnTo>
                    <a:pt x="3830358" y="1362090"/>
                  </a:lnTo>
                  <a:lnTo>
                    <a:pt x="3830452" y="1362090"/>
                  </a:lnTo>
                  <a:lnTo>
                    <a:pt x="3830546" y="1362090"/>
                  </a:lnTo>
                  <a:lnTo>
                    <a:pt x="3830640" y="1362090"/>
                  </a:lnTo>
                  <a:lnTo>
                    <a:pt x="3830734" y="1362090"/>
                  </a:lnTo>
                  <a:lnTo>
                    <a:pt x="3830828" y="1362090"/>
                  </a:lnTo>
                  <a:lnTo>
                    <a:pt x="3830922" y="1362090"/>
                  </a:lnTo>
                  <a:lnTo>
                    <a:pt x="3831016" y="1362090"/>
                  </a:lnTo>
                  <a:lnTo>
                    <a:pt x="3831110" y="1362090"/>
                  </a:lnTo>
                  <a:lnTo>
                    <a:pt x="3831204" y="1362090"/>
                  </a:lnTo>
                  <a:lnTo>
                    <a:pt x="3831299" y="1362090"/>
                  </a:lnTo>
                  <a:lnTo>
                    <a:pt x="3831393" y="1362090"/>
                  </a:lnTo>
                  <a:lnTo>
                    <a:pt x="3831487" y="1362090"/>
                  </a:lnTo>
                  <a:lnTo>
                    <a:pt x="3831581" y="1362090"/>
                  </a:lnTo>
                  <a:lnTo>
                    <a:pt x="3831675" y="1362090"/>
                  </a:lnTo>
                  <a:lnTo>
                    <a:pt x="3831769" y="1362090"/>
                  </a:lnTo>
                  <a:lnTo>
                    <a:pt x="3831863" y="1362090"/>
                  </a:lnTo>
                  <a:lnTo>
                    <a:pt x="3831957" y="1362090"/>
                  </a:lnTo>
                  <a:lnTo>
                    <a:pt x="3832051" y="1362090"/>
                  </a:lnTo>
                  <a:lnTo>
                    <a:pt x="3832145" y="1362090"/>
                  </a:lnTo>
                  <a:lnTo>
                    <a:pt x="3832239" y="1362090"/>
                  </a:lnTo>
                  <a:lnTo>
                    <a:pt x="3832333" y="1362090"/>
                  </a:lnTo>
                  <a:lnTo>
                    <a:pt x="3832427" y="1362090"/>
                  </a:lnTo>
                  <a:lnTo>
                    <a:pt x="3832521" y="1362090"/>
                  </a:lnTo>
                  <a:lnTo>
                    <a:pt x="3832615" y="1362090"/>
                  </a:lnTo>
                  <a:lnTo>
                    <a:pt x="3832709" y="1362090"/>
                  </a:lnTo>
                  <a:lnTo>
                    <a:pt x="3832803" y="1362090"/>
                  </a:lnTo>
                  <a:lnTo>
                    <a:pt x="3832897" y="1362090"/>
                  </a:lnTo>
                  <a:lnTo>
                    <a:pt x="3832991" y="1362090"/>
                  </a:lnTo>
                  <a:lnTo>
                    <a:pt x="3833085" y="1362090"/>
                  </a:lnTo>
                  <a:lnTo>
                    <a:pt x="3833179" y="1362090"/>
                  </a:lnTo>
                  <a:lnTo>
                    <a:pt x="3833273" y="1362090"/>
                  </a:lnTo>
                  <a:lnTo>
                    <a:pt x="3833367" y="1362090"/>
                  </a:lnTo>
                  <a:lnTo>
                    <a:pt x="3833461" y="1362090"/>
                  </a:lnTo>
                  <a:lnTo>
                    <a:pt x="3833555" y="1362090"/>
                  </a:lnTo>
                  <a:lnTo>
                    <a:pt x="3833649" y="1362090"/>
                  </a:lnTo>
                  <a:lnTo>
                    <a:pt x="3833743" y="1362090"/>
                  </a:lnTo>
                  <a:lnTo>
                    <a:pt x="3833837" y="1362090"/>
                  </a:lnTo>
                  <a:lnTo>
                    <a:pt x="3833931" y="1362090"/>
                  </a:lnTo>
                  <a:lnTo>
                    <a:pt x="3834025" y="1362090"/>
                  </a:lnTo>
                  <a:lnTo>
                    <a:pt x="3834025" y="1356811"/>
                  </a:lnTo>
                  <a:lnTo>
                    <a:pt x="3834119" y="1356811"/>
                  </a:lnTo>
                  <a:lnTo>
                    <a:pt x="3834213" y="1356811"/>
                  </a:lnTo>
                  <a:lnTo>
                    <a:pt x="3834307" y="1356811"/>
                  </a:lnTo>
                  <a:lnTo>
                    <a:pt x="3834401" y="1356811"/>
                  </a:lnTo>
                  <a:lnTo>
                    <a:pt x="3834495" y="1356811"/>
                  </a:lnTo>
                  <a:lnTo>
                    <a:pt x="3834589" y="1356811"/>
                  </a:lnTo>
                  <a:lnTo>
                    <a:pt x="3834683" y="1356811"/>
                  </a:lnTo>
                  <a:lnTo>
                    <a:pt x="3834777" y="1356811"/>
                  </a:lnTo>
                  <a:lnTo>
                    <a:pt x="3834872" y="1356811"/>
                  </a:lnTo>
                  <a:lnTo>
                    <a:pt x="3834966" y="1356811"/>
                  </a:lnTo>
                  <a:lnTo>
                    <a:pt x="3835060" y="1356811"/>
                  </a:lnTo>
                  <a:lnTo>
                    <a:pt x="3835154" y="1356811"/>
                  </a:lnTo>
                  <a:lnTo>
                    <a:pt x="3835248" y="1356811"/>
                  </a:lnTo>
                  <a:lnTo>
                    <a:pt x="3835342" y="1356811"/>
                  </a:lnTo>
                  <a:lnTo>
                    <a:pt x="3835436" y="1356811"/>
                  </a:lnTo>
                  <a:lnTo>
                    <a:pt x="3835530" y="1356811"/>
                  </a:lnTo>
                  <a:lnTo>
                    <a:pt x="3835624" y="1356811"/>
                  </a:lnTo>
                  <a:lnTo>
                    <a:pt x="3835718" y="1356811"/>
                  </a:lnTo>
                  <a:lnTo>
                    <a:pt x="3835812" y="1356811"/>
                  </a:lnTo>
                  <a:lnTo>
                    <a:pt x="3835906" y="1356811"/>
                  </a:lnTo>
                  <a:lnTo>
                    <a:pt x="3836000" y="1356811"/>
                  </a:lnTo>
                  <a:lnTo>
                    <a:pt x="3836094" y="1356811"/>
                  </a:lnTo>
                  <a:lnTo>
                    <a:pt x="3836188" y="1356811"/>
                  </a:lnTo>
                  <a:lnTo>
                    <a:pt x="3836282" y="1356811"/>
                  </a:lnTo>
                  <a:lnTo>
                    <a:pt x="3836376" y="1356811"/>
                  </a:lnTo>
                  <a:lnTo>
                    <a:pt x="3836470" y="1356811"/>
                  </a:lnTo>
                  <a:lnTo>
                    <a:pt x="3836564" y="1356811"/>
                  </a:lnTo>
                  <a:lnTo>
                    <a:pt x="3836658" y="1356811"/>
                  </a:lnTo>
                  <a:lnTo>
                    <a:pt x="3836658" y="1351531"/>
                  </a:lnTo>
                  <a:lnTo>
                    <a:pt x="3836752" y="1351531"/>
                  </a:lnTo>
                  <a:lnTo>
                    <a:pt x="3836846" y="1351531"/>
                  </a:lnTo>
                  <a:lnTo>
                    <a:pt x="3836940" y="1351531"/>
                  </a:lnTo>
                  <a:lnTo>
                    <a:pt x="3837034" y="1351531"/>
                  </a:lnTo>
                  <a:lnTo>
                    <a:pt x="3837128" y="1351531"/>
                  </a:lnTo>
                  <a:lnTo>
                    <a:pt x="3837222" y="1351531"/>
                  </a:lnTo>
                  <a:lnTo>
                    <a:pt x="3837316" y="1351531"/>
                  </a:lnTo>
                  <a:lnTo>
                    <a:pt x="3837410" y="1351531"/>
                  </a:lnTo>
                  <a:lnTo>
                    <a:pt x="3837504" y="1351531"/>
                  </a:lnTo>
                  <a:lnTo>
                    <a:pt x="3837598" y="1351531"/>
                  </a:lnTo>
                  <a:lnTo>
                    <a:pt x="3837692" y="1351531"/>
                  </a:lnTo>
                  <a:lnTo>
                    <a:pt x="3837786" y="1351531"/>
                  </a:lnTo>
                  <a:lnTo>
                    <a:pt x="3837880" y="1351531"/>
                  </a:lnTo>
                  <a:lnTo>
                    <a:pt x="3837974" y="1351531"/>
                  </a:lnTo>
                  <a:lnTo>
                    <a:pt x="3838068" y="1351531"/>
                  </a:lnTo>
                  <a:lnTo>
                    <a:pt x="3838162" y="1351531"/>
                  </a:lnTo>
                  <a:lnTo>
                    <a:pt x="3838256" y="1351531"/>
                  </a:lnTo>
                  <a:lnTo>
                    <a:pt x="3838256" y="1346252"/>
                  </a:lnTo>
                  <a:lnTo>
                    <a:pt x="3838351" y="1346252"/>
                  </a:lnTo>
                  <a:lnTo>
                    <a:pt x="3838445" y="1346252"/>
                  </a:lnTo>
                  <a:lnTo>
                    <a:pt x="3838539" y="1346252"/>
                  </a:lnTo>
                  <a:lnTo>
                    <a:pt x="3838633" y="1346252"/>
                  </a:lnTo>
                  <a:lnTo>
                    <a:pt x="3838727" y="1346252"/>
                  </a:lnTo>
                  <a:lnTo>
                    <a:pt x="3838821" y="1346252"/>
                  </a:lnTo>
                  <a:lnTo>
                    <a:pt x="3838915" y="1346252"/>
                  </a:lnTo>
                  <a:lnTo>
                    <a:pt x="3838915" y="1340973"/>
                  </a:lnTo>
                  <a:lnTo>
                    <a:pt x="3839009" y="1340973"/>
                  </a:lnTo>
                  <a:lnTo>
                    <a:pt x="3839103" y="1340973"/>
                  </a:lnTo>
                  <a:lnTo>
                    <a:pt x="3839197" y="1340973"/>
                  </a:lnTo>
                  <a:lnTo>
                    <a:pt x="3839291" y="1340973"/>
                  </a:lnTo>
                  <a:lnTo>
                    <a:pt x="3839385" y="1340973"/>
                  </a:lnTo>
                  <a:lnTo>
                    <a:pt x="3839479" y="1340973"/>
                  </a:lnTo>
                  <a:lnTo>
                    <a:pt x="3839573" y="1340973"/>
                  </a:lnTo>
                  <a:lnTo>
                    <a:pt x="3839667" y="1340973"/>
                  </a:lnTo>
                  <a:lnTo>
                    <a:pt x="3839761" y="1340973"/>
                  </a:lnTo>
                  <a:lnTo>
                    <a:pt x="3839855" y="1340973"/>
                  </a:lnTo>
                  <a:lnTo>
                    <a:pt x="3839949" y="1340973"/>
                  </a:lnTo>
                  <a:lnTo>
                    <a:pt x="3840043" y="1340973"/>
                  </a:lnTo>
                  <a:lnTo>
                    <a:pt x="3840137" y="1340973"/>
                  </a:lnTo>
                  <a:lnTo>
                    <a:pt x="3840231" y="1340973"/>
                  </a:lnTo>
                  <a:lnTo>
                    <a:pt x="3840325" y="1340973"/>
                  </a:lnTo>
                  <a:lnTo>
                    <a:pt x="3840419" y="1340973"/>
                  </a:lnTo>
                  <a:lnTo>
                    <a:pt x="3840513" y="1340973"/>
                  </a:lnTo>
                  <a:lnTo>
                    <a:pt x="3840607" y="1340973"/>
                  </a:lnTo>
                  <a:lnTo>
                    <a:pt x="3840701" y="1340973"/>
                  </a:lnTo>
                  <a:lnTo>
                    <a:pt x="3840795" y="1340973"/>
                  </a:lnTo>
                  <a:lnTo>
                    <a:pt x="3840889" y="1340973"/>
                  </a:lnTo>
                  <a:lnTo>
                    <a:pt x="3840983" y="1340973"/>
                  </a:lnTo>
                  <a:lnTo>
                    <a:pt x="3841077" y="1340973"/>
                  </a:lnTo>
                  <a:lnTo>
                    <a:pt x="3841171" y="1340973"/>
                  </a:lnTo>
                  <a:lnTo>
                    <a:pt x="3841265" y="1340973"/>
                  </a:lnTo>
                  <a:lnTo>
                    <a:pt x="3841359" y="1340973"/>
                  </a:lnTo>
                  <a:lnTo>
                    <a:pt x="3841453" y="1340973"/>
                  </a:lnTo>
                  <a:lnTo>
                    <a:pt x="3841547" y="1340973"/>
                  </a:lnTo>
                  <a:lnTo>
                    <a:pt x="3841641" y="1340973"/>
                  </a:lnTo>
                  <a:lnTo>
                    <a:pt x="3841641" y="1335693"/>
                  </a:lnTo>
                  <a:lnTo>
                    <a:pt x="3841735" y="1335693"/>
                  </a:lnTo>
                  <a:lnTo>
                    <a:pt x="3841829" y="1335693"/>
                  </a:lnTo>
                  <a:lnTo>
                    <a:pt x="3841924" y="1335693"/>
                  </a:lnTo>
                  <a:lnTo>
                    <a:pt x="3842018" y="1335693"/>
                  </a:lnTo>
                  <a:lnTo>
                    <a:pt x="3842112" y="1335693"/>
                  </a:lnTo>
                  <a:lnTo>
                    <a:pt x="3842206" y="1335693"/>
                  </a:lnTo>
                  <a:lnTo>
                    <a:pt x="3842300" y="1335693"/>
                  </a:lnTo>
                  <a:lnTo>
                    <a:pt x="3842394" y="1335693"/>
                  </a:lnTo>
                  <a:lnTo>
                    <a:pt x="3842488" y="1335693"/>
                  </a:lnTo>
                  <a:lnTo>
                    <a:pt x="3842582" y="1335693"/>
                  </a:lnTo>
                  <a:lnTo>
                    <a:pt x="3842676" y="1335693"/>
                  </a:lnTo>
                  <a:lnTo>
                    <a:pt x="3842770" y="1335693"/>
                  </a:lnTo>
                  <a:lnTo>
                    <a:pt x="3842864" y="1335693"/>
                  </a:lnTo>
                  <a:lnTo>
                    <a:pt x="3842958" y="1335693"/>
                  </a:lnTo>
                  <a:lnTo>
                    <a:pt x="3843052" y="1335693"/>
                  </a:lnTo>
                  <a:lnTo>
                    <a:pt x="3843146" y="1335693"/>
                  </a:lnTo>
                  <a:lnTo>
                    <a:pt x="3843240" y="1335693"/>
                  </a:lnTo>
                  <a:lnTo>
                    <a:pt x="3843334" y="1335693"/>
                  </a:lnTo>
                  <a:lnTo>
                    <a:pt x="3843428" y="1335693"/>
                  </a:lnTo>
                  <a:lnTo>
                    <a:pt x="3843522" y="1335693"/>
                  </a:lnTo>
                  <a:lnTo>
                    <a:pt x="3843616" y="1335693"/>
                  </a:lnTo>
                  <a:lnTo>
                    <a:pt x="3843710" y="1335693"/>
                  </a:lnTo>
                  <a:lnTo>
                    <a:pt x="3843804" y="1335693"/>
                  </a:lnTo>
                  <a:lnTo>
                    <a:pt x="3843898" y="1335693"/>
                  </a:lnTo>
                  <a:lnTo>
                    <a:pt x="3843992" y="1335693"/>
                  </a:lnTo>
                  <a:lnTo>
                    <a:pt x="3844086" y="1335693"/>
                  </a:lnTo>
                  <a:lnTo>
                    <a:pt x="3844180" y="1335693"/>
                  </a:lnTo>
                  <a:lnTo>
                    <a:pt x="3844274" y="1335693"/>
                  </a:lnTo>
                  <a:lnTo>
                    <a:pt x="3844368" y="1335693"/>
                  </a:lnTo>
                  <a:lnTo>
                    <a:pt x="3844462" y="1335693"/>
                  </a:lnTo>
                  <a:lnTo>
                    <a:pt x="3844556" y="1335693"/>
                  </a:lnTo>
                  <a:lnTo>
                    <a:pt x="3844650" y="1335693"/>
                  </a:lnTo>
                  <a:lnTo>
                    <a:pt x="3844744" y="1335693"/>
                  </a:lnTo>
                  <a:lnTo>
                    <a:pt x="3844838" y="1335693"/>
                  </a:lnTo>
                  <a:lnTo>
                    <a:pt x="3844932" y="1335693"/>
                  </a:lnTo>
                  <a:lnTo>
                    <a:pt x="3845026" y="1335693"/>
                  </a:lnTo>
                  <a:lnTo>
                    <a:pt x="3845120" y="1335693"/>
                  </a:lnTo>
                  <a:lnTo>
                    <a:pt x="3845214" y="1335693"/>
                  </a:lnTo>
                  <a:lnTo>
                    <a:pt x="3845308" y="1335693"/>
                  </a:lnTo>
                  <a:lnTo>
                    <a:pt x="3845402" y="1335693"/>
                  </a:lnTo>
                  <a:lnTo>
                    <a:pt x="3845497" y="1335693"/>
                  </a:lnTo>
                  <a:lnTo>
                    <a:pt x="3845591" y="1335693"/>
                  </a:lnTo>
                  <a:lnTo>
                    <a:pt x="3845685" y="1335693"/>
                  </a:lnTo>
                  <a:lnTo>
                    <a:pt x="3845779" y="1335693"/>
                  </a:lnTo>
                  <a:lnTo>
                    <a:pt x="3845873" y="1335693"/>
                  </a:lnTo>
                  <a:lnTo>
                    <a:pt x="3845967" y="1335693"/>
                  </a:lnTo>
                  <a:lnTo>
                    <a:pt x="3846061" y="1335693"/>
                  </a:lnTo>
                  <a:lnTo>
                    <a:pt x="3846155" y="1335693"/>
                  </a:lnTo>
                  <a:lnTo>
                    <a:pt x="3846249" y="1335693"/>
                  </a:lnTo>
                  <a:lnTo>
                    <a:pt x="3846343" y="1335693"/>
                  </a:lnTo>
                  <a:lnTo>
                    <a:pt x="3846437" y="1335693"/>
                  </a:lnTo>
                  <a:lnTo>
                    <a:pt x="3846531" y="1335693"/>
                  </a:lnTo>
                  <a:lnTo>
                    <a:pt x="3846625" y="1335693"/>
                  </a:lnTo>
                  <a:lnTo>
                    <a:pt x="3846719" y="1335693"/>
                  </a:lnTo>
                  <a:lnTo>
                    <a:pt x="3846813" y="1335693"/>
                  </a:lnTo>
                  <a:lnTo>
                    <a:pt x="3846907" y="1335693"/>
                  </a:lnTo>
                  <a:lnTo>
                    <a:pt x="3847001" y="1335693"/>
                  </a:lnTo>
                  <a:lnTo>
                    <a:pt x="3847095" y="1335693"/>
                  </a:lnTo>
                  <a:lnTo>
                    <a:pt x="3847189" y="1335693"/>
                  </a:lnTo>
                  <a:lnTo>
                    <a:pt x="3847283" y="1335693"/>
                  </a:lnTo>
                  <a:lnTo>
                    <a:pt x="3847377" y="1335693"/>
                  </a:lnTo>
                  <a:lnTo>
                    <a:pt x="3847471" y="1335693"/>
                  </a:lnTo>
                  <a:lnTo>
                    <a:pt x="3847565" y="1335693"/>
                  </a:lnTo>
                  <a:lnTo>
                    <a:pt x="3847659" y="1335693"/>
                  </a:lnTo>
                  <a:lnTo>
                    <a:pt x="3847753" y="1335693"/>
                  </a:lnTo>
                  <a:lnTo>
                    <a:pt x="3847847" y="1335693"/>
                  </a:lnTo>
                  <a:lnTo>
                    <a:pt x="3847941" y="1335693"/>
                  </a:lnTo>
                  <a:lnTo>
                    <a:pt x="3848035" y="1335693"/>
                  </a:lnTo>
                  <a:lnTo>
                    <a:pt x="3848129" y="1335693"/>
                  </a:lnTo>
                  <a:lnTo>
                    <a:pt x="3848223" y="1335693"/>
                  </a:lnTo>
                  <a:lnTo>
                    <a:pt x="3848317" y="1335693"/>
                  </a:lnTo>
                  <a:lnTo>
                    <a:pt x="3848411" y="1335693"/>
                  </a:lnTo>
                  <a:lnTo>
                    <a:pt x="3848505" y="1335693"/>
                  </a:lnTo>
                  <a:lnTo>
                    <a:pt x="3848599" y="1335693"/>
                  </a:lnTo>
                  <a:lnTo>
                    <a:pt x="3848693" y="1335693"/>
                  </a:lnTo>
                  <a:lnTo>
                    <a:pt x="3848787" y="1335693"/>
                  </a:lnTo>
                  <a:lnTo>
                    <a:pt x="3848881" y="1335693"/>
                  </a:lnTo>
                  <a:lnTo>
                    <a:pt x="3848976" y="1335693"/>
                  </a:lnTo>
                  <a:lnTo>
                    <a:pt x="3849070" y="1335693"/>
                  </a:lnTo>
                  <a:lnTo>
                    <a:pt x="3849164" y="1335693"/>
                  </a:lnTo>
                  <a:lnTo>
                    <a:pt x="3849258" y="1335693"/>
                  </a:lnTo>
                  <a:lnTo>
                    <a:pt x="3849352" y="1335693"/>
                  </a:lnTo>
                  <a:lnTo>
                    <a:pt x="3849446" y="1335693"/>
                  </a:lnTo>
                  <a:lnTo>
                    <a:pt x="3849540" y="1335693"/>
                  </a:lnTo>
                  <a:lnTo>
                    <a:pt x="3849634" y="1335693"/>
                  </a:lnTo>
                  <a:lnTo>
                    <a:pt x="3849728" y="1335693"/>
                  </a:lnTo>
                  <a:lnTo>
                    <a:pt x="3849822" y="1335693"/>
                  </a:lnTo>
                  <a:lnTo>
                    <a:pt x="3849916" y="1335693"/>
                  </a:lnTo>
                  <a:lnTo>
                    <a:pt x="3850010" y="1335693"/>
                  </a:lnTo>
                  <a:lnTo>
                    <a:pt x="3850104" y="1335693"/>
                  </a:lnTo>
                  <a:lnTo>
                    <a:pt x="3850198" y="1335693"/>
                  </a:lnTo>
                  <a:lnTo>
                    <a:pt x="3850292" y="1335693"/>
                  </a:lnTo>
                  <a:lnTo>
                    <a:pt x="3850386" y="1335693"/>
                  </a:lnTo>
                  <a:lnTo>
                    <a:pt x="3850480" y="1335693"/>
                  </a:lnTo>
                  <a:lnTo>
                    <a:pt x="3850574" y="1335693"/>
                  </a:lnTo>
                  <a:lnTo>
                    <a:pt x="3850668" y="1335693"/>
                  </a:lnTo>
                  <a:lnTo>
                    <a:pt x="3850762" y="1335693"/>
                  </a:lnTo>
                  <a:lnTo>
                    <a:pt x="3850856" y="1335693"/>
                  </a:lnTo>
                  <a:lnTo>
                    <a:pt x="3850950" y="1335693"/>
                  </a:lnTo>
                  <a:lnTo>
                    <a:pt x="3851044" y="1335693"/>
                  </a:lnTo>
                  <a:lnTo>
                    <a:pt x="3851138" y="1335693"/>
                  </a:lnTo>
                  <a:lnTo>
                    <a:pt x="3851232" y="1335693"/>
                  </a:lnTo>
                  <a:lnTo>
                    <a:pt x="3851326" y="1335693"/>
                  </a:lnTo>
                  <a:lnTo>
                    <a:pt x="3851420" y="1335693"/>
                  </a:lnTo>
                  <a:lnTo>
                    <a:pt x="3851514" y="1335693"/>
                  </a:lnTo>
                  <a:lnTo>
                    <a:pt x="3851608" y="1335693"/>
                  </a:lnTo>
                  <a:lnTo>
                    <a:pt x="3851702" y="1335693"/>
                  </a:lnTo>
                  <a:lnTo>
                    <a:pt x="3851796" y="1335693"/>
                  </a:lnTo>
                  <a:lnTo>
                    <a:pt x="3851890" y="1335693"/>
                  </a:lnTo>
                  <a:lnTo>
                    <a:pt x="3851984" y="1335693"/>
                  </a:lnTo>
                  <a:lnTo>
                    <a:pt x="3852078" y="1335693"/>
                  </a:lnTo>
                  <a:lnTo>
                    <a:pt x="3852172" y="1335693"/>
                  </a:lnTo>
                  <a:lnTo>
                    <a:pt x="3852266" y="1335693"/>
                  </a:lnTo>
                  <a:lnTo>
                    <a:pt x="3852360" y="1335693"/>
                  </a:lnTo>
                  <a:lnTo>
                    <a:pt x="3852454" y="1335693"/>
                  </a:lnTo>
                  <a:lnTo>
                    <a:pt x="3852549" y="1335693"/>
                  </a:lnTo>
                  <a:lnTo>
                    <a:pt x="3852643" y="1335693"/>
                  </a:lnTo>
                  <a:lnTo>
                    <a:pt x="3852737" y="1335693"/>
                  </a:lnTo>
                  <a:lnTo>
                    <a:pt x="3852831" y="1335693"/>
                  </a:lnTo>
                  <a:lnTo>
                    <a:pt x="3852925" y="1335693"/>
                  </a:lnTo>
                  <a:lnTo>
                    <a:pt x="3853019" y="1335693"/>
                  </a:lnTo>
                  <a:lnTo>
                    <a:pt x="3853113" y="1335693"/>
                  </a:lnTo>
                  <a:lnTo>
                    <a:pt x="3853207" y="1335693"/>
                  </a:lnTo>
                  <a:lnTo>
                    <a:pt x="3853301" y="1335693"/>
                  </a:lnTo>
                  <a:lnTo>
                    <a:pt x="3853395" y="1335693"/>
                  </a:lnTo>
                  <a:lnTo>
                    <a:pt x="3853489" y="1335693"/>
                  </a:lnTo>
                  <a:lnTo>
                    <a:pt x="3853583" y="1335693"/>
                  </a:lnTo>
                  <a:lnTo>
                    <a:pt x="3853677" y="1335693"/>
                  </a:lnTo>
                  <a:lnTo>
                    <a:pt x="3853771" y="1335693"/>
                  </a:lnTo>
                  <a:lnTo>
                    <a:pt x="3853865" y="1335693"/>
                  </a:lnTo>
                  <a:lnTo>
                    <a:pt x="3853959" y="1335693"/>
                  </a:lnTo>
                  <a:lnTo>
                    <a:pt x="3854053" y="1335693"/>
                  </a:lnTo>
                  <a:lnTo>
                    <a:pt x="3854147" y="1335693"/>
                  </a:lnTo>
                  <a:lnTo>
                    <a:pt x="3854241" y="1335693"/>
                  </a:lnTo>
                  <a:lnTo>
                    <a:pt x="3854335" y="1335693"/>
                  </a:lnTo>
                  <a:lnTo>
                    <a:pt x="3854429" y="1335693"/>
                  </a:lnTo>
                  <a:lnTo>
                    <a:pt x="3854523" y="1335693"/>
                  </a:lnTo>
                  <a:lnTo>
                    <a:pt x="3854617" y="1335693"/>
                  </a:lnTo>
                  <a:lnTo>
                    <a:pt x="3854711" y="1335693"/>
                  </a:lnTo>
                  <a:lnTo>
                    <a:pt x="3854805" y="1335693"/>
                  </a:lnTo>
                  <a:lnTo>
                    <a:pt x="3854899" y="1335693"/>
                  </a:lnTo>
                  <a:lnTo>
                    <a:pt x="3854993" y="1335693"/>
                  </a:lnTo>
                  <a:lnTo>
                    <a:pt x="3855087" y="1335693"/>
                  </a:lnTo>
                  <a:lnTo>
                    <a:pt x="3855181" y="1335693"/>
                  </a:lnTo>
                  <a:lnTo>
                    <a:pt x="3855275" y="1335693"/>
                  </a:lnTo>
                  <a:lnTo>
                    <a:pt x="3855369" y="1335693"/>
                  </a:lnTo>
                  <a:lnTo>
                    <a:pt x="3855463" y="1335693"/>
                  </a:lnTo>
                  <a:lnTo>
                    <a:pt x="3855557" y="1335693"/>
                  </a:lnTo>
                  <a:lnTo>
                    <a:pt x="3855651" y="1335693"/>
                  </a:lnTo>
                  <a:lnTo>
                    <a:pt x="3855745" y="1335693"/>
                  </a:lnTo>
                  <a:lnTo>
                    <a:pt x="3855839" y="1335693"/>
                  </a:lnTo>
                  <a:lnTo>
                    <a:pt x="3855933" y="1335693"/>
                  </a:lnTo>
                  <a:lnTo>
                    <a:pt x="3856027" y="1335693"/>
                  </a:lnTo>
                  <a:lnTo>
                    <a:pt x="3856122" y="1335693"/>
                  </a:lnTo>
                  <a:lnTo>
                    <a:pt x="3856216" y="1335693"/>
                  </a:lnTo>
                  <a:lnTo>
                    <a:pt x="3856310" y="1335693"/>
                  </a:lnTo>
                  <a:lnTo>
                    <a:pt x="3856404" y="1335693"/>
                  </a:lnTo>
                  <a:lnTo>
                    <a:pt x="3856498" y="1335693"/>
                  </a:lnTo>
                  <a:lnTo>
                    <a:pt x="3856592" y="1335693"/>
                  </a:lnTo>
                  <a:lnTo>
                    <a:pt x="3856686" y="1335693"/>
                  </a:lnTo>
                  <a:lnTo>
                    <a:pt x="3856780" y="1335693"/>
                  </a:lnTo>
                  <a:lnTo>
                    <a:pt x="3856874" y="1335693"/>
                  </a:lnTo>
                  <a:lnTo>
                    <a:pt x="3856968" y="1335693"/>
                  </a:lnTo>
                  <a:lnTo>
                    <a:pt x="3857062" y="1335693"/>
                  </a:lnTo>
                  <a:lnTo>
                    <a:pt x="3857156" y="1335693"/>
                  </a:lnTo>
                  <a:lnTo>
                    <a:pt x="3857250" y="1335693"/>
                  </a:lnTo>
                  <a:lnTo>
                    <a:pt x="3857344" y="1335693"/>
                  </a:lnTo>
                  <a:lnTo>
                    <a:pt x="3857438" y="1335693"/>
                  </a:lnTo>
                  <a:lnTo>
                    <a:pt x="3857532" y="1335693"/>
                  </a:lnTo>
                  <a:lnTo>
                    <a:pt x="3857626" y="1335693"/>
                  </a:lnTo>
                  <a:lnTo>
                    <a:pt x="3857720" y="1335693"/>
                  </a:lnTo>
                  <a:lnTo>
                    <a:pt x="3857814" y="1335693"/>
                  </a:lnTo>
                  <a:lnTo>
                    <a:pt x="3857908" y="1335693"/>
                  </a:lnTo>
                  <a:lnTo>
                    <a:pt x="3858002" y="1335693"/>
                  </a:lnTo>
                  <a:lnTo>
                    <a:pt x="3858096" y="1335693"/>
                  </a:lnTo>
                  <a:lnTo>
                    <a:pt x="3858190" y="1335693"/>
                  </a:lnTo>
                  <a:lnTo>
                    <a:pt x="3858284" y="1335693"/>
                  </a:lnTo>
                  <a:lnTo>
                    <a:pt x="3858378" y="1335693"/>
                  </a:lnTo>
                  <a:lnTo>
                    <a:pt x="3858472" y="1335693"/>
                  </a:lnTo>
                  <a:lnTo>
                    <a:pt x="3858566" y="1335693"/>
                  </a:lnTo>
                  <a:lnTo>
                    <a:pt x="3858660" y="1335693"/>
                  </a:lnTo>
                  <a:lnTo>
                    <a:pt x="3858754" y="1335693"/>
                  </a:lnTo>
                  <a:lnTo>
                    <a:pt x="3858848" y="1335693"/>
                  </a:lnTo>
                  <a:lnTo>
                    <a:pt x="3858942" y="1335693"/>
                  </a:lnTo>
                  <a:lnTo>
                    <a:pt x="3859036" y="1335693"/>
                  </a:lnTo>
                  <a:lnTo>
                    <a:pt x="3859130" y="1335693"/>
                  </a:lnTo>
                  <a:lnTo>
                    <a:pt x="3859224" y="1335693"/>
                  </a:lnTo>
                  <a:lnTo>
                    <a:pt x="3859318" y="1335693"/>
                  </a:lnTo>
                  <a:lnTo>
                    <a:pt x="3859412" y="1335693"/>
                  </a:lnTo>
                  <a:lnTo>
                    <a:pt x="3859506" y="1335693"/>
                  </a:lnTo>
                  <a:lnTo>
                    <a:pt x="3859601" y="1335693"/>
                  </a:lnTo>
                  <a:lnTo>
                    <a:pt x="3859695" y="1335693"/>
                  </a:lnTo>
                  <a:lnTo>
                    <a:pt x="3859789" y="1335693"/>
                  </a:lnTo>
                  <a:lnTo>
                    <a:pt x="3859883" y="1335693"/>
                  </a:lnTo>
                  <a:lnTo>
                    <a:pt x="3859977" y="1335693"/>
                  </a:lnTo>
                  <a:lnTo>
                    <a:pt x="3860071" y="1335693"/>
                  </a:lnTo>
                  <a:lnTo>
                    <a:pt x="3860165" y="1335693"/>
                  </a:lnTo>
                  <a:lnTo>
                    <a:pt x="3860259" y="1335693"/>
                  </a:lnTo>
                  <a:lnTo>
                    <a:pt x="3860353" y="1335693"/>
                  </a:lnTo>
                  <a:lnTo>
                    <a:pt x="3860447" y="1335693"/>
                  </a:lnTo>
                  <a:lnTo>
                    <a:pt x="3860541" y="1335693"/>
                  </a:lnTo>
                  <a:lnTo>
                    <a:pt x="3860635" y="1335693"/>
                  </a:lnTo>
                  <a:lnTo>
                    <a:pt x="3860729" y="1335693"/>
                  </a:lnTo>
                  <a:lnTo>
                    <a:pt x="3860823" y="1335693"/>
                  </a:lnTo>
                  <a:lnTo>
                    <a:pt x="3860917" y="1335693"/>
                  </a:lnTo>
                  <a:lnTo>
                    <a:pt x="3861011" y="1335693"/>
                  </a:lnTo>
                  <a:lnTo>
                    <a:pt x="3861105" y="1335693"/>
                  </a:lnTo>
                  <a:lnTo>
                    <a:pt x="3861199" y="1335693"/>
                  </a:lnTo>
                  <a:lnTo>
                    <a:pt x="3861293" y="1335693"/>
                  </a:lnTo>
                  <a:lnTo>
                    <a:pt x="3861387" y="1335693"/>
                  </a:lnTo>
                  <a:lnTo>
                    <a:pt x="3861481" y="1335693"/>
                  </a:lnTo>
                  <a:lnTo>
                    <a:pt x="3861575" y="1335693"/>
                  </a:lnTo>
                  <a:lnTo>
                    <a:pt x="3861669" y="1335693"/>
                  </a:lnTo>
                  <a:lnTo>
                    <a:pt x="3861763" y="1335693"/>
                  </a:lnTo>
                  <a:lnTo>
                    <a:pt x="3861857" y="1335693"/>
                  </a:lnTo>
                  <a:lnTo>
                    <a:pt x="3861951" y="1335693"/>
                  </a:lnTo>
                  <a:lnTo>
                    <a:pt x="3862045" y="1335693"/>
                  </a:lnTo>
                  <a:lnTo>
                    <a:pt x="3862139" y="1335693"/>
                  </a:lnTo>
                  <a:lnTo>
                    <a:pt x="3862233" y="1335693"/>
                  </a:lnTo>
                  <a:lnTo>
                    <a:pt x="3862327" y="1335693"/>
                  </a:lnTo>
                  <a:lnTo>
                    <a:pt x="3862421" y="1335693"/>
                  </a:lnTo>
                  <a:lnTo>
                    <a:pt x="3862515" y="1335693"/>
                  </a:lnTo>
                  <a:lnTo>
                    <a:pt x="3862609" y="1335693"/>
                  </a:lnTo>
                  <a:lnTo>
                    <a:pt x="3862703" y="1335693"/>
                  </a:lnTo>
                  <a:lnTo>
                    <a:pt x="3862797" y="1335693"/>
                  </a:lnTo>
                  <a:lnTo>
                    <a:pt x="3862891" y="1335693"/>
                  </a:lnTo>
                  <a:lnTo>
                    <a:pt x="3862985" y="1335693"/>
                  </a:lnTo>
                  <a:lnTo>
                    <a:pt x="3863079" y="1335693"/>
                  </a:lnTo>
                  <a:lnTo>
                    <a:pt x="3863174" y="1335693"/>
                  </a:lnTo>
                  <a:lnTo>
                    <a:pt x="3863268" y="1335693"/>
                  </a:lnTo>
                  <a:lnTo>
                    <a:pt x="3863362" y="1335693"/>
                  </a:lnTo>
                  <a:lnTo>
                    <a:pt x="3863456" y="1335693"/>
                  </a:lnTo>
                  <a:lnTo>
                    <a:pt x="3863550" y="1335693"/>
                  </a:lnTo>
                  <a:lnTo>
                    <a:pt x="3863644" y="1335693"/>
                  </a:lnTo>
                  <a:lnTo>
                    <a:pt x="3863738" y="1335693"/>
                  </a:lnTo>
                  <a:lnTo>
                    <a:pt x="3863832" y="1335693"/>
                  </a:lnTo>
                  <a:lnTo>
                    <a:pt x="3863926" y="1335693"/>
                  </a:lnTo>
                  <a:lnTo>
                    <a:pt x="3864020" y="1335693"/>
                  </a:lnTo>
                  <a:lnTo>
                    <a:pt x="3864114" y="1335693"/>
                  </a:lnTo>
                  <a:lnTo>
                    <a:pt x="3864208" y="1335693"/>
                  </a:lnTo>
                  <a:lnTo>
                    <a:pt x="3864302" y="1335693"/>
                  </a:lnTo>
                  <a:lnTo>
                    <a:pt x="3864396" y="1335693"/>
                  </a:lnTo>
                  <a:lnTo>
                    <a:pt x="3864490" y="1335693"/>
                  </a:lnTo>
                  <a:lnTo>
                    <a:pt x="3864584" y="1335693"/>
                  </a:lnTo>
                  <a:lnTo>
                    <a:pt x="3864678" y="1335693"/>
                  </a:lnTo>
                  <a:lnTo>
                    <a:pt x="3864772" y="1335693"/>
                  </a:lnTo>
                  <a:lnTo>
                    <a:pt x="3864866" y="1335693"/>
                  </a:lnTo>
                  <a:lnTo>
                    <a:pt x="3864960" y="1335693"/>
                  </a:lnTo>
                  <a:lnTo>
                    <a:pt x="3865054" y="1335693"/>
                  </a:lnTo>
                  <a:lnTo>
                    <a:pt x="3865148" y="1335693"/>
                  </a:lnTo>
                  <a:lnTo>
                    <a:pt x="3865242" y="1335693"/>
                  </a:lnTo>
                  <a:lnTo>
                    <a:pt x="3865336" y="1335693"/>
                  </a:lnTo>
                  <a:lnTo>
                    <a:pt x="3865336" y="1330414"/>
                  </a:lnTo>
                  <a:lnTo>
                    <a:pt x="3865430" y="1330414"/>
                  </a:lnTo>
                  <a:lnTo>
                    <a:pt x="3865524" y="1330414"/>
                  </a:lnTo>
                  <a:lnTo>
                    <a:pt x="3865618" y="1330414"/>
                  </a:lnTo>
                  <a:lnTo>
                    <a:pt x="3865712" y="1330414"/>
                  </a:lnTo>
                  <a:lnTo>
                    <a:pt x="3865806" y="1330414"/>
                  </a:lnTo>
                  <a:lnTo>
                    <a:pt x="3865900" y="1330414"/>
                  </a:lnTo>
                  <a:lnTo>
                    <a:pt x="3865994" y="1330414"/>
                  </a:lnTo>
                  <a:lnTo>
                    <a:pt x="3866088" y="1330414"/>
                  </a:lnTo>
                  <a:lnTo>
                    <a:pt x="3866182" y="1330414"/>
                  </a:lnTo>
                  <a:lnTo>
                    <a:pt x="3866276" y="1330414"/>
                  </a:lnTo>
                  <a:lnTo>
                    <a:pt x="3866370" y="1330414"/>
                  </a:lnTo>
                  <a:lnTo>
                    <a:pt x="3866464" y="1330414"/>
                  </a:lnTo>
                  <a:lnTo>
                    <a:pt x="3866558" y="1330414"/>
                  </a:lnTo>
                  <a:lnTo>
                    <a:pt x="3866652" y="1330414"/>
                  </a:lnTo>
                  <a:lnTo>
                    <a:pt x="3866747" y="1330414"/>
                  </a:lnTo>
                  <a:lnTo>
                    <a:pt x="3866841" y="1330414"/>
                  </a:lnTo>
                  <a:lnTo>
                    <a:pt x="3866935" y="1330414"/>
                  </a:lnTo>
                  <a:lnTo>
                    <a:pt x="3867029" y="1330414"/>
                  </a:lnTo>
                  <a:lnTo>
                    <a:pt x="3867123" y="1330414"/>
                  </a:lnTo>
                  <a:lnTo>
                    <a:pt x="3867217" y="1330414"/>
                  </a:lnTo>
                  <a:lnTo>
                    <a:pt x="3867311" y="1330414"/>
                  </a:lnTo>
                  <a:lnTo>
                    <a:pt x="3867405" y="1330414"/>
                  </a:lnTo>
                  <a:lnTo>
                    <a:pt x="3867499" y="1330414"/>
                  </a:lnTo>
                  <a:lnTo>
                    <a:pt x="3867593" y="1330414"/>
                  </a:lnTo>
                  <a:lnTo>
                    <a:pt x="3867687" y="1330414"/>
                  </a:lnTo>
                  <a:lnTo>
                    <a:pt x="3867781" y="1330414"/>
                  </a:lnTo>
                  <a:lnTo>
                    <a:pt x="3867875" y="1330414"/>
                  </a:lnTo>
                  <a:lnTo>
                    <a:pt x="3867969" y="1330414"/>
                  </a:lnTo>
                  <a:lnTo>
                    <a:pt x="3868063" y="1330414"/>
                  </a:lnTo>
                  <a:lnTo>
                    <a:pt x="3868157" y="1330414"/>
                  </a:lnTo>
                  <a:lnTo>
                    <a:pt x="3868251" y="1330414"/>
                  </a:lnTo>
                  <a:lnTo>
                    <a:pt x="3868345" y="1330414"/>
                  </a:lnTo>
                  <a:lnTo>
                    <a:pt x="3868439" y="1330414"/>
                  </a:lnTo>
                  <a:lnTo>
                    <a:pt x="3868533" y="1330414"/>
                  </a:lnTo>
                  <a:lnTo>
                    <a:pt x="3868627" y="1330414"/>
                  </a:lnTo>
                  <a:lnTo>
                    <a:pt x="3868721" y="1330414"/>
                  </a:lnTo>
                  <a:lnTo>
                    <a:pt x="3868815" y="1330414"/>
                  </a:lnTo>
                  <a:lnTo>
                    <a:pt x="3868909" y="1330414"/>
                  </a:lnTo>
                  <a:lnTo>
                    <a:pt x="3869003" y="1330414"/>
                  </a:lnTo>
                  <a:lnTo>
                    <a:pt x="3869097" y="1330414"/>
                  </a:lnTo>
                  <a:lnTo>
                    <a:pt x="3869191" y="1330414"/>
                  </a:lnTo>
                  <a:lnTo>
                    <a:pt x="3869285" y="1330414"/>
                  </a:lnTo>
                  <a:lnTo>
                    <a:pt x="3869379" y="1330414"/>
                  </a:lnTo>
                  <a:lnTo>
                    <a:pt x="3869473" y="1330414"/>
                  </a:lnTo>
                  <a:lnTo>
                    <a:pt x="3869567" y="1330414"/>
                  </a:lnTo>
                  <a:lnTo>
                    <a:pt x="3869661" y="1330414"/>
                  </a:lnTo>
                  <a:lnTo>
                    <a:pt x="3869755" y="1330414"/>
                  </a:lnTo>
                  <a:lnTo>
                    <a:pt x="3869849" y="1330414"/>
                  </a:lnTo>
                  <a:lnTo>
                    <a:pt x="3869943" y="1330414"/>
                  </a:lnTo>
                  <a:lnTo>
                    <a:pt x="3870037" y="1330414"/>
                  </a:lnTo>
                  <a:lnTo>
                    <a:pt x="3870131" y="1330414"/>
                  </a:lnTo>
                  <a:lnTo>
                    <a:pt x="3870225" y="1330414"/>
                  </a:lnTo>
                  <a:lnTo>
                    <a:pt x="3870320" y="1330414"/>
                  </a:lnTo>
                  <a:lnTo>
                    <a:pt x="3870414" y="1330414"/>
                  </a:lnTo>
                  <a:lnTo>
                    <a:pt x="3870508" y="1330414"/>
                  </a:lnTo>
                  <a:lnTo>
                    <a:pt x="3870602" y="1330414"/>
                  </a:lnTo>
                  <a:lnTo>
                    <a:pt x="3870696" y="1330414"/>
                  </a:lnTo>
                  <a:lnTo>
                    <a:pt x="3870790" y="1330414"/>
                  </a:lnTo>
                  <a:lnTo>
                    <a:pt x="3870884" y="1330414"/>
                  </a:lnTo>
                  <a:lnTo>
                    <a:pt x="3870978" y="1330414"/>
                  </a:lnTo>
                  <a:lnTo>
                    <a:pt x="3871072" y="1330414"/>
                  </a:lnTo>
                  <a:lnTo>
                    <a:pt x="3871166" y="1330414"/>
                  </a:lnTo>
                  <a:lnTo>
                    <a:pt x="3871260" y="1330414"/>
                  </a:lnTo>
                  <a:lnTo>
                    <a:pt x="3871354" y="1330414"/>
                  </a:lnTo>
                  <a:lnTo>
                    <a:pt x="3871448" y="1330414"/>
                  </a:lnTo>
                  <a:lnTo>
                    <a:pt x="3871542" y="1330414"/>
                  </a:lnTo>
                  <a:lnTo>
                    <a:pt x="3871636" y="1330414"/>
                  </a:lnTo>
                  <a:lnTo>
                    <a:pt x="3871730" y="1330414"/>
                  </a:lnTo>
                  <a:lnTo>
                    <a:pt x="3871824" y="1330414"/>
                  </a:lnTo>
                  <a:lnTo>
                    <a:pt x="3871918" y="1330414"/>
                  </a:lnTo>
                  <a:lnTo>
                    <a:pt x="3872012" y="1330414"/>
                  </a:lnTo>
                  <a:lnTo>
                    <a:pt x="3872106" y="1330414"/>
                  </a:lnTo>
                  <a:lnTo>
                    <a:pt x="3872200" y="1330414"/>
                  </a:lnTo>
                  <a:lnTo>
                    <a:pt x="3872294" y="1330414"/>
                  </a:lnTo>
                  <a:lnTo>
                    <a:pt x="3872388" y="1330414"/>
                  </a:lnTo>
                  <a:lnTo>
                    <a:pt x="3872482" y="1330414"/>
                  </a:lnTo>
                  <a:lnTo>
                    <a:pt x="3872576" y="1330414"/>
                  </a:lnTo>
                  <a:lnTo>
                    <a:pt x="3872670" y="1330414"/>
                  </a:lnTo>
                  <a:lnTo>
                    <a:pt x="3872764" y="1330414"/>
                  </a:lnTo>
                  <a:lnTo>
                    <a:pt x="3872858" y="1330414"/>
                  </a:lnTo>
                  <a:lnTo>
                    <a:pt x="3872952" y="1330414"/>
                  </a:lnTo>
                  <a:lnTo>
                    <a:pt x="3873046" y="1330414"/>
                  </a:lnTo>
                  <a:lnTo>
                    <a:pt x="3873140" y="1330414"/>
                  </a:lnTo>
                  <a:lnTo>
                    <a:pt x="3873234" y="1330414"/>
                  </a:lnTo>
                  <a:lnTo>
                    <a:pt x="3873328" y="1330414"/>
                  </a:lnTo>
                  <a:lnTo>
                    <a:pt x="3873422" y="1330414"/>
                  </a:lnTo>
                  <a:lnTo>
                    <a:pt x="3873516" y="1330414"/>
                  </a:lnTo>
                  <a:lnTo>
                    <a:pt x="3873610" y="1330414"/>
                  </a:lnTo>
                  <a:lnTo>
                    <a:pt x="3873704" y="1330414"/>
                  </a:lnTo>
                  <a:lnTo>
                    <a:pt x="3873799" y="1330414"/>
                  </a:lnTo>
                  <a:lnTo>
                    <a:pt x="3873893" y="1330414"/>
                  </a:lnTo>
                  <a:lnTo>
                    <a:pt x="3873987" y="1330414"/>
                  </a:lnTo>
                  <a:lnTo>
                    <a:pt x="3874081" y="1330414"/>
                  </a:lnTo>
                  <a:lnTo>
                    <a:pt x="3874175" y="1330414"/>
                  </a:lnTo>
                  <a:lnTo>
                    <a:pt x="3874269" y="1330414"/>
                  </a:lnTo>
                  <a:lnTo>
                    <a:pt x="3874363" y="1330414"/>
                  </a:lnTo>
                  <a:lnTo>
                    <a:pt x="3874457" y="1330414"/>
                  </a:lnTo>
                  <a:lnTo>
                    <a:pt x="3874551" y="1330414"/>
                  </a:lnTo>
                  <a:lnTo>
                    <a:pt x="3874645" y="1330414"/>
                  </a:lnTo>
                  <a:lnTo>
                    <a:pt x="3874739" y="1330414"/>
                  </a:lnTo>
                  <a:lnTo>
                    <a:pt x="3874833" y="1330414"/>
                  </a:lnTo>
                  <a:lnTo>
                    <a:pt x="3874927" y="1330414"/>
                  </a:lnTo>
                  <a:lnTo>
                    <a:pt x="3874927" y="1325134"/>
                  </a:lnTo>
                  <a:lnTo>
                    <a:pt x="3875021" y="1325134"/>
                  </a:lnTo>
                  <a:lnTo>
                    <a:pt x="3875115" y="1325134"/>
                  </a:lnTo>
                  <a:lnTo>
                    <a:pt x="3875209" y="1325134"/>
                  </a:lnTo>
                  <a:lnTo>
                    <a:pt x="3875303" y="1325134"/>
                  </a:lnTo>
                  <a:lnTo>
                    <a:pt x="3875397" y="1325134"/>
                  </a:lnTo>
                  <a:lnTo>
                    <a:pt x="3875491" y="1325134"/>
                  </a:lnTo>
                  <a:lnTo>
                    <a:pt x="3875585" y="1325134"/>
                  </a:lnTo>
                  <a:lnTo>
                    <a:pt x="3875679" y="1325134"/>
                  </a:lnTo>
                  <a:lnTo>
                    <a:pt x="3875773" y="1325134"/>
                  </a:lnTo>
                  <a:lnTo>
                    <a:pt x="3875867" y="1325134"/>
                  </a:lnTo>
                  <a:lnTo>
                    <a:pt x="3875961" y="1325134"/>
                  </a:lnTo>
                  <a:lnTo>
                    <a:pt x="3876055" y="1325134"/>
                  </a:lnTo>
                  <a:lnTo>
                    <a:pt x="3876149" y="1325134"/>
                  </a:lnTo>
                  <a:lnTo>
                    <a:pt x="3876243" y="1325134"/>
                  </a:lnTo>
                  <a:lnTo>
                    <a:pt x="3876337" y="1325134"/>
                  </a:lnTo>
                  <a:lnTo>
                    <a:pt x="3876431" y="1325134"/>
                  </a:lnTo>
                  <a:lnTo>
                    <a:pt x="3876525" y="1325134"/>
                  </a:lnTo>
                  <a:lnTo>
                    <a:pt x="3876619" y="1325134"/>
                  </a:lnTo>
                  <a:lnTo>
                    <a:pt x="3876713" y="1325134"/>
                  </a:lnTo>
                  <a:lnTo>
                    <a:pt x="3876807" y="1325134"/>
                  </a:lnTo>
                  <a:lnTo>
                    <a:pt x="3876901" y="1325134"/>
                  </a:lnTo>
                  <a:lnTo>
                    <a:pt x="3876995" y="1325134"/>
                  </a:lnTo>
                  <a:lnTo>
                    <a:pt x="3877089" y="1325134"/>
                  </a:lnTo>
                  <a:lnTo>
                    <a:pt x="3877183" y="1325134"/>
                  </a:lnTo>
                  <a:lnTo>
                    <a:pt x="3877277" y="1325134"/>
                  </a:lnTo>
                  <a:lnTo>
                    <a:pt x="3877372" y="1325134"/>
                  </a:lnTo>
                  <a:lnTo>
                    <a:pt x="3877466" y="1325134"/>
                  </a:lnTo>
                  <a:lnTo>
                    <a:pt x="3877560" y="1325134"/>
                  </a:lnTo>
                  <a:lnTo>
                    <a:pt x="3877654" y="1325134"/>
                  </a:lnTo>
                  <a:lnTo>
                    <a:pt x="3877748" y="1325134"/>
                  </a:lnTo>
                  <a:lnTo>
                    <a:pt x="3877842" y="1325134"/>
                  </a:lnTo>
                  <a:lnTo>
                    <a:pt x="3877936" y="1325134"/>
                  </a:lnTo>
                  <a:lnTo>
                    <a:pt x="3878030" y="1325134"/>
                  </a:lnTo>
                  <a:lnTo>
                    <a:pt x="3878124" y="1325134"/>
                  </a:lnTo>
                  <a:lnTo>
                    <a:pt x="3878218" y="1325134"/>
                  </a:lnTo>
                  <a:lnTo>
                    <a:pt x="3878312" y="1325134"/>
                  </a:lnTo>
                  <a:lnTo>
                    <a:pt x="3878406" y="1325134"/>
                  </a:lnTo>
                  <a:lnTo>
                    <a:pt x="3878500" y="1325134"/>
                  </a:lnTo>
                  <a:lnTo>
                    <a:pt x="3878594" y="1325134"/>
                  </a:lnTo>
                  <a:lnTo>
                    <a:pt x="3878688" y="1325134"/>
                  </a:lnTo>
                  <a:lnTo>
                    <a:pt x="3878782" y="1325134"/>
                  </a:lnTo>
                  <a:lnTo>
                    <a:pt x="3878876" y="1325134"/>
                  </a:lnTo>
                  <a:lnTo>
                    <a:pt x="3878970" y="1325134"/>
                  </a:lnTo>
                  <a:lnTo>
                    <a:pt x="3879064" y="1325134"/>
                  </a:lnTo>
                  <a:lnTo>
                    <a:pt x="3879158" y="1325134"/>
                  </a:lnTo>
                  <a:lnTo>
                    <a:pt x="3879252" y="1325134"/>
                  </a:lnTo>
                  <a:lnTo>
                    <a:pt x="3879346" y="1325134"/>
                  </a:lnTo>
                  <a:lnTo>
                    <a:pt x="3879440" y="1325134"/>
                  </a:lnTo>
                  <a:lnTo>
                    <a:pt x="3879534" y="1325134"/>
                  </a:lnTo>
                  <a:lnTo>
                    <a:pt x="3879628" y="1325134"/>
                  </a:lnTo>
                  <a:lnTo>
                    <a:pt x="3879722" y="1325134"/>
                  </a:lnTo>
                  <a:lnTo>
                    <a:pt x="3879816" y="1325134"/>
                  </a:lnTo>
                  <a:lnTo>
                    <a:pt x="3879910" y="1325134"/>
                  </a:lnTo>
                  <a:lnTo>
                    <a:pt x="3880004" y="1325134"/>
                  </a:lnTo>
                  <a:lnTo>
                    <a:pt x="3880098" y="1325134"/>
                  </a:lnTo>
                  <a:lnTo>
                    <a:pt x="3880192" y="1325134"/>
                  </a:lnTo>
                  <a:lnTo>
                    <a:pt x="3880286" y="1325134"/>
                  </a:lnTo>
                  <a:lnTo>
                    <a:pt x="3880380" y="1325134"/>
                  </a:lnTo>
                  <a:lnTo>
                    <a:pt x="3880474" y="1325134"/>
                  </a:lnTo>
                  <a:lnTo>
                    <a:pt x="3880568" y="1325134"/>
                  </a:lnTo>
                  <a:lnTo>
                    <a:pt x="3880662" y="1325134"/>
                  </a:lnTo>
                  <a:lnTo>
                    <a:pt x="3880756" y="1325134"/>
                  </a:lnTo>
                  <a:lnTo>
                    <a:pt x="3880850" y="1325134"/>
                  </a:lnTo>
                  <a:lnTo>
                    <a:pt x="3880945" y="1325134"/>
                  </a:lnTo>
                  <a:lnTo>
                    <a:pt x="3881039" y="1325134"/>
                  </a:lnTo>
                  <a:lnTo>
                    <a:pt x="3881133" y="1325134"/>
                  </a:lnTo>
                  <a:lnTo>
                    <a:pt x="3881227" y="1325134"/>
                  </a:lnTo>
                  <a:lnTo>
                    <a:pt x="3881321" y="1325134"/>
                  </a:lnTo>
                  <a:lnTo>
                    <a:pt x="3881415" y="1325134"/>
                  </a:lnTo>
                  <a:lnTo>
                    <a:pt x="3881509" y="1325134"/>
                  </a:lnTo>
                  <a:lnTo>
                    <a:pt x="3881603" y="1325134"/>
                  </a:lnTo>
                  <a:lnTo>
                    <a:pt x="3881697" y="1325134"/>
                  </a:lnTo>
                  <a:lnTo>
                    <a:pt x="3881791" y="1325134"/>
                  </a:lnTo>
                  <a:lnTo>
                    <a:pt x="3881885" y="1325134"/>
                  </a:lnTo>
                  <a:lnTo>
                    <a:pt x="3881979" y="1325134"/>
                  </a:lnTo>
                  <a:lnTo>
                    <a:pt x="3882073" y="1325134"/>
                  </a:lnTo>
                  <a:lnTo>
                    <a:pt x="3882167" y="1325134"/>
                  </a:lnTo>
                  <a:lnTo>
                    <a:pt x="3882261" y="1325134"/>
                  </a:lnTo>
                  <a:lnTo>
                    <a:pt x="3882355" y="1325134"/>
                  </a:lnTo>
                  <a:lnTo>
                    <a:pt x="3882449" y="1325134"/>
                  </a:lnTo>
                  <a:lnTo>
                    <a:pt x="3882543" y="1325134"/>
                  </a:lnTo>
                  <a:lnTo>
                    <a:pt x="3882637" y="1325134"/>
                  </a:lnTo>
                  <a:lnTo>
                    <a:pt x="3882731" y="1325134"/>
                  </a:lnTo>
                  <a:lnTo>
                    <a:pt x="3882825" y="1325134"/>
                  </a:lnTo>
                  <a:lnTo>
                    <a:pt x="3882919" y="1325134"/>
                  </a:lnTo>
                  <a:lnTo>
                    <a:pt x="3883013" y="1325134"/>
                  </a:lnTo>
                  <a:lnTo>
                    <a:pt x="3883107" y="1325134"/>
                  </a:lnTo>
                  <a:lnTo>
                    <a:pt x="3883201" y="1325134"/>
                  </a:lnTo>
                  <a:lnTo>
                    <a:pt x="3883295" y="1325134"/>
                  </a:lnTo>
                  <a:lnTo>
                    <a:pt x="3883389" y="1325134"/>
                  </a:lnTo>
                  <a:lnTo>
                    <a:pt x="3883483" y="1325134"/>
                  </a:lnTo>
                  <a:lnTo>
                    <a:pt x="3883577" y="1325134"/>
                  </a:lnTo>
                  <a:lnTo>
                    <a:pt x="3883671" y="1325134"/>
                  </a:lnTo>
                  <a:lnTo>
                    <a:pt x="3883765" y="1325134"/>
                  </a:lnTo>
                  <a:lnTo>
                    <a:pt x="3883859" y="1325134"/>
                  </a:lnTo>
                  <a:lnTo>
                    <a:pt x="3883953" y="1325134"/>
                  </a:lnTo>
                  <a:lnTo>
                    <a:pt x="3884047" y="1325134"/>
                  </a:lnTo>
                  <a:lnTo>
                    <a:pt x="3884141" y="1325134"/>
                  </a:lnTo>
                  <a:lnTo>
                    <a:pt x="3884235" y="1325134"/>
                  </a:lnTo>
                  <a:lnTo>
                    <a:pt x="3884329" y="1325134"/>
                  </a:lnTo>
                  <a:lnTo>
                    <a:pt x="3884424" y="1325134"/>
                  </a:lnTo>
                  <a:lnTo>
                    <a:pt x="3884518" y="1325134"/>
                  </a:lnTo>
                  <a:lnTo>
                    <a:pt x="3884612" y="1325134"/>
                  </a:lnTo>
                  <a:lnTo>
                    <a:pt x="3884706" y="1325134"/>
                  </a:lnTo>
                  <a:lnTo>
                    <a:pt x="3884800" y="1325134"/>
                  </a:lnTo>
                  <a:lnTo>
                    <a:pt x="3884894" y="1325134"/>
                  </a:lnTo>
                  <a:lnTo>
                    <a:pt x="3884988" y="1325134"/>
                  </a:lnTo>
                  <a:lnTo>
                    <a:pt x="3885082" y="1325134"/>
                  </a:lnTo>
                  <a:lnTo>
                    <a:pt x="3885176" y="1325134"/>
                  </a:lnTo>
                  <a:lnTo>
                    <a:pt x="3885270" y="1325134"/>
                  </a:lnTo>
                  <a:lnTo>
                    <a:pt x="3885364" y="1325134"/>
                  </a:lnTo>
                  <a:lnTo>
                    <a:pt x="3885458" y="1325134"/>
                  </a:lnTo>
                  <a:lnTo>
                    <a:pt x="3885552" y="1325134"/>
                  </a:lnTo>
                  <a:lnTo>
                    <a:pt x="3885646" y="1325134"/>
                  </a:lnTo>
                  <a:lnTo>
                    <a:pt x="3885740" y="1325134"/>
                  </a:lnTo>
                  <a:lnTo>
                    <a:pt x="3885834" y="1325134"/>
                  </a:lnTo>
                  <a:lnTo>
                    <a:pt x="3885928" y="1325134"/>
                  </a:lnTo>
                  <a:lnTo>
                    <a:pt x="3886022" y="1325134"/>
                  </a:lnTo>
                  <a:lnTo>
                    <a:pt x="3886116" y="1325134"/>
                  </a:lnTo>
                  <a:lnTo>
                    <a:pt x="3886210" y="1325134"/>
                  </a:lnTo>
                  <a:lnTo>
                    <a:pt x="3886304" y="1325134"/>
                  </a:lnTo>
                  <a:lnTo>
                    <a:pt x="3886398" y="1325134"/>
                  </a:lnTo>
                  <a:lnTo>
                    <a:pt x="3886492" y="1325134"/>
                  </a:lnTo>
                  <a:lnTo>
                    <a:pt x="3886586" y="1325134"/>
                  </a:lnTo>
                  <a:lnTo>
                    <a:pt x="3886680" y="1325134"/>
                  </a:lnTo>
                  <a:lnTo>
                    <a:pt x="3886774" y="1325134"/>
                  </a:lnTo>
                  <a:lnTo>
                    <a:pt x="3886868" y="1325134"/>
                  </a:lnTo>
                  <a:lnTo>
                    <a:pt x="3886962" y="1325134"/>
                  </a:lnTo>
                  <a:lnTo>
                    <a:pt x="3887056" y="1325134"/>
                  </a:lnTo>
                  <a:lnTo>
                    <a:pt x="3887150" y="1325134"/>
                  </a:lnTo>
                  <a:lnTo>
                    <a:pt x="3887244" y="1325134"/>
                  </a:lnTo>
                  <a:lnTo>
                    <a:pt x="3887338" y="1325134"/>
                  </a:lnTo>
                  <a:lnTo>
                    <a:pt x="3887432" y="1325134"/>
                  </a:lnTo>
                  <a:lnTo>
                    <a:pt x="3887526" y="1325134"/>
                  </a:lnTo>
                  <a:lnTo>
                    <a:pt x="3887620" y="1325134"/>
                  </a:lnTo>
                  <a:lnTo>
                    <a:pt x="3887714" y="1325134"/>
                  </a:lnTo>
                  <a:lnTo>
                    <a:pt x="3887808" y="1325134"/>
                  </a:lnTo>
                  <a:lnTo>
                    <a:pt x="3887902" y="1325134"/>
                  </a:lnTo>
                  <a:lnTo>
                    <a:pt x="3887997" y="1325134"/>
                  </a:lnTo>
                  <a:lnTo>
                    <a:pt x="3888091" y="1325134"/>
                  </a:lnTo>
                  <a:lnTo>
                    <a:pt x="3888185" y="1325134"/>
                  </a:lnTo>
                  <a:lnTo>
                    <a:pt x="3888279" y="1325134"/>
                  </a:lnTo>
                  <a:lnTo>
                    <a:pt x="3888373" y="1325134"/>
                  </a:lnTo>
                  <a:lnTo>
                    <a:pt x="3888467" y="1325134"/>
                  </a:lnTo>
                  <a:lnTo>
                    <a:pt x="3888561" y="1325134"/>
                  </a:lnTo>
                  <a:lnTo>
                    <a:pt x="3888655" y="1325134"/>
                  </a:lnTo>
                  <a:lnTo>
                    <a:pt x="3888749" y="1325134"/>
                  </a:lnTo>
                  <a:lnTo>
                    <a:pt x="3888843" y="1325134"/>
                  </a:lnTo>
                  <a:lnTo>
                    <a:pt x="3888937" y="1325134"/>
                  </a:lnTo>
                  <a:lnTo>
                    <a:pt x="3889031" y="1325134"/>
                  </a:lnTo>
                  <a:lnTo>
                    <a:pt x="3889125" y="1325134"/>
                  </a:lnTo>
                  <a:lnTo>
                    <a:pt x="3889219" y="1325134"/>
                  </a:lnTo>
                  <a:lnTo>
                    <a:pt x="3889313" y="1325134"/>
                  </a:lnTo>
                  <a:lnTo>
                    <a:pt x="3889407" y="1325134"/>
                  </a:lnTo>
                  <a:lnTo>
                    <a:pt x="3889501" y="1325134"/>
                  </a:lnTo>
                  <a:lnTo>
                    <a:pt x="3889595" y="1325134"/>
                  </a:lnTo>
                  <a:lnTo>
                    <a:pt x="3889689" y="1325134"/>
                  </a:lnTo>
                  <a:lnTo>
                    <a:pt x="3889783" y="1325134"/>
                  </a:lnTo>
                  <a:lnTo>
                    <a:pt x="3889877" y="1325134"/>
                  </a:lnTo>
                  <a:lnTo>
                    <a:pt x="3889971" y="1325134"/>
                  </a:lnTo>
                  <a:lnTo>
                    <a:pt x="3890065" y="1325134"/>
                  </a:lnTo>
                  <a:lnTo>
                    <a:pt x="3890159" y="1325134"/>
                  </a:lnTo>
                  <a:lnTo>
                    <a:pt x="3890253" y="1325134"/>
                  </a:lnTo>
                  <a:lnTo>
                    <a:pt x="3890347" y="1325134"/>
                  </a:lnTo>
                  <a:lnTo>
                    <a:pt x="3890441" y="1325134"/>
                  </a:lnTo>
                  <a:lnTo>
                    <a:pt x="3890535" y="1325134"/>
                  </a:lnTo>
                  <a:lnTo>
                    <a:pt x="3890629" y="1325134"/>
                  </a:lnTo>
                  <a:lnTo>
                    <a:pt x="3890723" y="1325134"/>
                  </a:lnTo>
                  <a:lnTo>
                    <a:pt x="3890817" y="1325134"/>
                  </a:lnTo>
                  <a:lnTo>
                    <a:pt x="3890911" y="1325134"/>
                  </a:lnTo>
                  <a:lnTo>
                    <a:pt x="3891005" y="1325134"/>
                  </a:lnTo>
                  <a:lnTo>
                    <a:pt x="3891099" y="1325134"/>
                  </a:lnTo>
                  <a:lnTo>
                    <a:pt x="3891193" y="1325134"/>
                  </a:lnTo>
                  <a:lnTo>
                    <a:pt x="3891287" y="1325134"/>
                  </a:lnTo>
                  <a:lnTo>
                    <a:pt x="3891381" y="1325134"/>
                  </a:lnTo>
                  <a:lnTo>
                    <a:pt x="3891475" y="1325134"/>
                  </a:lnTo>
                  <a:lnTo>
                    <a:pt x="3891570" y="1325134"/>
                  </a:lnTo>
                  <a:lnTo>
                    <a:pt x="3891664" y="1325134"/>
                  </a:lnTo>
                  <a:lnTo>
                    <a:pt x="3891758" y="1325134"/>
                  </a:lnTo>
                  <a:lnTo>
                    <a:pt x="3891852" y="1325134"/>
                  </a:lnTo>
                  <a:lnTo>
                    <a:pt x="3891946" y="1325134"/>
                  </a:lnTo>
                  <a:lnTo>
                    <a:pt x="3892040" y="1325134"/>
                  </a:lnTo>
                  <a:lnTo>
                    <a:pt x="3892134" y="1325134"/>
                  </a:lnTo>
                  <a:lnTo>
                    <a:pt x="3892228" y="1325134"/>
                  </a:lnTo>
                  <a:lnTo>
                    <a:pt x="3892322" y="1325134"/>
                  </a:lnTo>
                  <a:lnTo>
                    <a:pt x="3892416" y="1325134"/>
                  </a:lnTo>
                  <a:lnTo>
                    <a:pt x="3892510" y="1325134"/>
                  </a:lnTo>
                  <a:lnTo>
                    <a:pt x="3892604" y="1325134"/>
                  </a:lnTo>
                  <a:lnTo>
                    <a:pt x="3892698" y="1325134"/>
                  </a:lnTo>
                  <a:lnTo>
                    <a:pt x="3892792" y="1325134"/>
                  </a:lnTo>
                  <a:lnTo>
                    <a:pt x="3892886" y="1325134"/>
                  </a:lnTo>
                  <a:lnTo>
                    <a:pt x="3892980" y="1325134"/>
                  </a:lnTo>
                  <a:lnTo>
                    <a:pt x="3893074" y="1325134"/>
                  </a:lnTo>
                  <a:lnTo>
                    <a:pt x="3893168" y="1325134"/>
                  </a:lnTo>
                  <a:lnTo>
                    <a:pt x="3893262" y="1325134"/>
                  </a:lnTo>
                  <a:lnTo>
                    <a:pt x="3893356" y="1325134"/>
                  </a:lnTo>
                  <a:lnTo>
                    <a:pt x="3893450" y="1325134"/>
                  </a:lnTo>
                  <a:lnTo>
                    <a:pt x="3893544" y="1325134"/>
                  </a:lnTo>
                  <a:lnTo>
                    <a:pt x="3893638" y="1325134"/>
                  </a:lnTo>
                  <a:lnTo>
                    <a:pt x="3893732" y="1325134"/>
                  </a:lnTo>
                  <a:lnTo>
                    <a:pt x="3893826" y="1325134"/>
                  </a:lnTo>
                  <a:lnTo>
                    <a:pt x="3893920" y="1325134"/>
                  </a:lnTo>
                  <a:lnTo>
                    <a:pt x="3894014" y="1325134"/>
                  </a:lnTo>
                  <a:lnTo>
                    <a:pt x="3894108" y="1325134"/>
                  </a:lnTo>
                  <a:lnTo>
                    <a:pt x="3894202" y="1325134"/>
                  </a:lnTo>
                  <a:lnTo>
                    <a:pt x="3894296" y="1325134"/>
                  </a:lnTo>
                  <a:lnTo>
                    <a:pt x="3894390" y="1325134"/>
                  </a:lnTo>
                  <a:lnTo>
                    <a:pt x="3894484" y="1325134"/>
                  </a:lnTo>
                  <a:lnTo>
                    <a:pt x="3894578" y="1325134"/>
                  </a:lnTo>
                  <a:lnTo>
                    <a:pt x="3894672" y="1325134"/>
                  </a:lnTo>
                  <a:lnTo>
                    <a:pt x="3894766" y="1325134"/>
                  </a:lnTo>
                  <a:lnTo>
                    <a:pt x="3894860" y="1325134"/>
                  </a:lnTo>
                  <a:lnTo>
                    <a:pt x="3894954" y="1325134"/>
                  </a:lnTo>
                  <a:lnTo>
                    <a:pt x="3895049" y="1325134"/>
                  </a:lnTo>
                  <a:lnTo>
                    <a:pt x="3895143" y="1325134"/>
                  </a:lnTo>
                  <a:lnTo>
                    <a:pt x="3895237" y="1325134"/>
                  </a:lnTo>
                  <a:lnTo>
                    <a:pt x="3895331" y="1325134"/>
                  </a:lnTo>
                  <a:lnTo>
                    <a:pt x="3895425" y="1325134"/>
                  </a:lnTo>
                  <a:lnTo>
                    <a:pt x="3895519" y="1325134"/>
                  </a:lnTo>
                  <a:lnTo>
                    <a:pt x="3895613" y="1325134"/>
                  </a:lnTo>
                  <a:lnTo>
                    <a:pt x="3895707" y="1325134"/>
                  </a:lnTo>
                  <a:lnTo>
                    <a:pt x="3895801" y="1325134"/>
                  </a:lnTo>
                  <a:lnTo>
                    <a:pt x="3895895" y="1325134"/>
                  </a:lnTo>
                  <a:lnTo>
                    <a:pt x="3895989" y="1325134"/>
                  </a:lnTo>
                  <a:lnTo>
                    <a:pt x="3896083" y="1325134"/>
                  </a:lnTo>
                  <a:lnTo>
                    <a:pt x="3896177" y="1325134"/>
                  </a:lnTo>
                  <a:lnTo>
                    <a:pt x="3896271" y="1325134"/>
                  </a:lnTo>
                  <a:lnTo>
                    <a:pt x="3896365" y="1325134"/>
                  </a:lnTo>
                  <a:lnTo>
                    <a:pt x="3896459" y="1325134"/>
                  </a:lnTo>
                  <a:lnTo>
                    <a:pt x="3896553" y="1325134"/>
                  </a:lnTo>
                  <a:lnTo>
                    <a:pt x="3896647" y="1325134"/>
                  </a:lnTo>
                  <a:lnTo>
                    <a:pt x="3896741" y="1325134"/>
                  </a:lnTo>
                  <a:lnTo>
                    <a:pt x="3896835" y="1325134"/>
                  </a:lnTo>
                  <a:lnTo>
                    <a:pt x="3896929" y="1325134"/>
                  </a:lnTo>
                  <a:lnTo>
                    <a:pt x="3897023" y="1325134"/>
                  </a:lnTo>
                  <a:lnTo>
                    <a:pt x="3897117" y="1325134"/>
                  </a:lnTo>
                  <a:lnTo>
                    <a:pt x="3897211" y="1325134"/>
                  </a:lnTo>
                  <a:lnTo>
                    <a:pt x="3897305" y="1325134"/>
                  </a:lnTo>
                  <a:lnTo>
                    <a:pt x="3897399" y="1325134"/>
                  </a:lnTo>
                  <a:lnTo>
                    <a:pt x="3897493" y="1325134"/>
                  </a:lnTo>
                  <a:lnTo>
                    <a:pt x="3897587" y="1325134"/>
                  </a:lnTo>
                  <a:lnTo>
                    <a:pt x="3897681" y="1325134"/>
                  </a:lnTo>
                  <a:lnTo>
                    <a:pt x="3897775" y="1325134"/>
                  </a:lnTo>
                  <a:lnTo>
                    <a:pt x="3897869" y="1325134"/>
                  </a:lnTo>
                  <a:lnTo>
                    <a:pt x="3897963" y="1325134"/>
                  </a:lnTo>
                  <a:lnTo>
                    <a:pt x="3898057" y="1325134"/>
                  </a:lnTo>
                  <a:lnTo>
                    <a:pt x="3898151" y="1325134"/>
                  </a:lnTo>
                  <a:lnTo>
                    <a:pt x="3898245" y="1325134"/>
                  </a:lnTo>
                  <a:lnTo>
                    <a:pt x="3898339" y="1325134"/>
                  </a:lnTo>
                  <a:lnTo>
                    <a:pt x="3898433" y="1325134"/>
                  </a:lnTo>
                  <a:lnTo>
                    <a:pt x="3898527" y="1325134"/>
                  </a:lnTo>
                  <a:lnTo>
                    <a:pt x="3898622" y="1325134"/>
                  </a:lnTo>
                  <a:lnTo>
                    <a:pt x="3898716" y="1325134"/>
                  </a:lnTo>
                  <a:lnTo>
                    <a:pt x="3898810" y="1325134"/>
                  </a:lnTo>
                  <a:lnTo>
                    <a:pt x="3898904" y="1325134"/>
                  </a:lnTo>
                  <a:lnTo>
                    <a:pt x="3898998" y="1325134"/>
                  </a:lnTo>
                  <a:lnTo>
                    <a:pt x="3899092" y="1325134"/>
                  </a:lnTo>
                  <a:lnTo>
                    <a:pt x="3899186" y="1325134"/>
                  </a:lnTo>
                  <a:lnTo>
                    <a:pt x="3899280" y="1325134"/>
                  </a:lnTo>
                  <a:lnTo>
                    <a:pt x="3899374" y="1325134"/>
                  </a:lnTo>
                  <a:lnTo>
                    <a:pt x="3899468" y="1325134"/>
                  </a:lnTo>
                  <a:lnTo>
                    <a:pt x="3899562" y="1325134"/>
                  </a:lnTo>
                  <a:lnTo>
                    <a:pt x="3899562" y="1319855"/>
                  </a:lnTo>
                  <a:lnTo>
                    <a:pt x="3899656" y="1319855"/>
                  </a:lnTo>
                  <a:lnTo>
                    <a:pt x="3899750" y="1319855"/>
                  </a:lnTo>
                  <a:lnTo>
                    <a:pt x="3899844" y="1319855"/>
                  </a:lnTo>
                  <a:lnTo>
                    <a:pt x="3899938" y="1319855"/>
                  </a:lnTo>
                  <a:lnTo>
                    <a:pt x="3900032" y="1319855"/>
                  </a:lnTo>
                  <a:lnTo>
                    <a:pt x="3900126" y="1319855"/>
                  </a:lnTo>
                  <a:lnTo>
                    <a:pt x="3900220" y="1319855"/>
                  </a:lnTo>
                  <a:lnTo>
                    <a:pt x="3900314" y="1319855"/>
                  </a:lnTo>
                  <a:lnTo>
                    <a:pt x="3900408" y="1319855"/>
                  </a:lnTo>
                  <a:lnTo>
                    <a:pt x="3900502" y="1319855"/>
                  </a:lnTo>
                  <a:lnTo>
                    <a:pt x="3900596" y="1319855"/>
                  </a:lnTo>
                  <a:lnTo>
                    <a:pt x="3900690" y="1319855"/>
                  </a:lnTo>
                  <a:lnTo>
                    <a:pt x="3900784" y="1319855"/>
                  </a:lnTo>
                  <a:lnTo>
                    <a:pt x="3900878" y="1319855"/>
                  </a:lnTo>
                  <a:lnTo>
                    <a:pt x="3900972" y="1319855"/>
                  </a:lnTo>
                  <a:lnTo>
                    <a:pt x="3901066" y="1319855"/>
                  </a:lnTo>
                  <a:lnTo>
                    <a:pt x="3901160" y="1319855"/>
                  </a:lnTo>
                  <a:lnTo>
                    <a:pt x="3901254" y="1319855"/>
                  </a:lnTo>
                  <a:lnTo>
                    <a:pt x="3901348" y="1319855"/>
                  </a:lnTo>
                  <a:lnTo>
                    <a:pt x="3901442" y="1319855"/>
                  </a:lnTo>
                  <a:lnTo>
                    <a:pt x="3901536" y="1319855"/>
                  </a:lnTo>
                  <a:lnTo>
                    <a:pt x="3901630" y="1319855"/>
                  </a:lnTo>
                  <a:lnTo>
                    <a:pt x="3901724" y="1319855"/>
                  </a:lnTo>
                  <a:lnTo>
                    <a:pt x="3901818" y="1319855"/>
                  </a:lnTo>
                  <a:lnTo>
                    <a:pt x="3901912" y="1319855"/>
                  </a:lnTo>
                  <a:lnTo>
                    <a:pt x="3902006" y="1319855"/>
                  </a:lnTo>
                  <a:lnTo>
                    <a:pt x="3902100" y="1319855"/>
                  </a:lnTo>
                  <a:lnTo>
                    <a:pt x="3902195" y="1319855"/>
                  </a:lnTo>
                  <a:lnTo>
                    <a:pt x="3902289" y="1319855"/>
                  </a:lnTo>
                  <a:lnTo>
                    <a:pt x="3902383" y="1319855"/>
                  </a:lnTo>
                  <a:lnTo>
                    <a:pt x="3902477" y="1319855"/>
                  </a:lnTo>
                  <a:lnTo>
                    <a:pt x="3902571" y="1319855"/>
                  </a:lnTo>
                  <a:lnTo>
                    <a:pt x="3902665" y="1319855"/>
                  </a:lnTo>
                  <a:lnTo>
                    <a:pt x="3902759" y="1319855"/>
                  </a:lnTo>
                  <a:lnTo>
                    <a:pt x="3902853" y="1319855"/>
                  </a:lnTo>
                  <a:lnTo>
                    <a:pt x="3902947" y="1319855"/>
                  </a:lnTo>
                  <a:lnTo>
                    <a:pt x="3903041" y="1319855"/>
                  </a:lnTo>
                  <a:lnTo>
                    <a:pt x="3903135" y="1319855"/>
                  </a:lnTo>
                  <a:lnTo>
                    <a:pt x="3903229" y="1319855"/>
                  </a:lnTo>
                  <a:lnTo>
                    <a:pt x="3903323" y="1319855"/>
                  </a:lnTo>
                  <a:lnTo>
                    <a:pt x="3903417" y="1319855"/>
                  </a:lnTo>
                  <a:lnTo>
                    <a:pt x="3903511" y="1319855"/>
                  </a:lnTo>
                  <a:lnTo>
                    <a:pt x="3903605" y="1319855"/>
                  </a:lnTo>
                  <a:lnTo>
                    <a:pt x="3903699" y="1319855"/>
                  </a:lnTo>
                  <a:lnTo>
                    <a:pt x="3903793" y="1319855"/>
                  </a:lnTo>
                  <a:lnTo>
                    <a:pt x="3903887" y="1319855"/>
                  </a:lnTo>
                  <a:lnTo>
                    <a:pt x="3903981" y="1319855"/>
                  </a:lnTo>
                  <a:lnTo>
                    <a:pt x="3904075" y="1319855"/>
                  </a:lnTo>
                  <a:lnTo>
                    <a:pt x="3904169" y="1319855"/>
                  </a:lnTo>
                  <a:lnTo>
                    <a:pt x="3904263" y="1319855"/>
                  </a:lnTo>
                  <a:lnTo>
                    <a:pt x="3904357" y="1319855"/>
                  </a:lnTo>
                  <a:lnTo>
                    <a:pt x="3904451" y="1319855"/>
                  </a:lnTo>
                  <a:lnTo>
                    <a:pt x="3904545" y="1319855"/>
                  </a:lnTo>
                  <a:lnTo>
                    <a:pt x="3904639" y="1319855"/>
                  </a:lnTo>
                  <a:lnTo>
                    <a:pt x="3904733" y="1319855"/>
                  </a:lnTo>
                  <a:lnTo>
                    <a:pt x="3904827" y="1319855"/>
                  </a:lnTo>
                  <a:lnTo>
                    <a:pt x="3904921" y="1319855"/>
                  </a:lnTo>
                  <a:lnTo>
                    <a:pt x="3905015" y="1319855"/>
                  </a:lnTo>
                  <a:lnTo>
                    <a:pt x="3905109" y="1319855"/>
                  </a:lnTo>
                  <a:lnTo>
                    <a:pt x="3905203" y="1319855"/>
                  </a:lnTo>
                  <a:lnTo>
                    <a:pt x="3905297" y="1319855"/>
                  </a:lnTo>
                  <a:lnTo>
                    <a:pt x="3905391" y="1319855"/>
                  </a:lnTo>
                  <a:lnTo>
                    <a:pt x="3905485" y="1319855"/>
                  </a:lnTo>
                  <a:lnTo>
                    <a:pt x="3905579" y="1319855"/>
                  </a:lnTo>
                  <a:lnTo>
                    <a:pt x="3905674" y="1319855"/>
                  </a:lnTo>
                  <a:lnTo>
                    <a:pt x="3905768" y="1319855"/>
                  </a:lnTo>
                  <a:lnTo>
                    <a:pt x="3905862" y="1319855"/>
                  </a:lnTo>
                  <a:lnTo>
                    <a:pt x="3905956" y="1319855"/>
                  </a:lnTo>
                  <a:lnTo>
                    <a:pt x="3906050" y="1319855"/>
                  </a:lnTo>
                  <a:lnTo>
                    <a:pt x="3906144" y="1319855"/>
                  </a:lnTo>
                  <a:lnTo>
                    <a:pt x="3906238" y="1319855"/>
                  </a:lnTo>
                  <a:lnTo>
                    <a:pt x="3906332" y="1319855"/>
                  </a:lnTo>
                  <a:lnTo>
                    <a:pt x="3906426" y="1319855"/>
                  </a:lnTo>
                  <a:lnTo>
                    <a:pt x="3906520" y="1319855"/>
                  </a:lnTo>
                  <a:lnTo>
                    <a:pt x="3906614" y="1319855"/>
                  </a:lnTo>
                  <a:lnTo>
                    <a:pt x="3906708" y="1319855"/>
                  </a:lnTo>
                  <a:lnTo>
                    <a:pt x="3906802" y="1319855"/>
                  </a:lnTo>
                  <a:lnTo>
                    <a:pt x="3906896" y="1319855"/>
                  </a:lnTo>
                  <a:lnTo>
                    <a:pt x="3906990" y="1319855"/>
                  </a:lnTo>
                  <a:lnTo>
                    <a:pt x="3907084" y="1319855"/>
                  </a:lnTo>
                  <a:lnTo>
                    <a:pt x="3907178" y="1319855"/>
                  </a:lnTo>
                  <a:lnTo>
                    <a:pt x="3907272" y="1319855"/>
                  </a:lnTo>
                  <a:lnTo>
                    <a:pt x="3907366" y="1319855"/>
                  </a:lnTo>
                  <a:lnTo>
                    <a:pt x="3907460" y="1319855"/>
                  </a:lnTo>
                  <a:lnTo>
                    <a:pt x="3907554" y="1319855"/>
                  </a:lnTo>
                  <a:lnTo>
                    <a:pt x="3907648" y="1319855"/>
                  </a:lnTo>
                  <a:lnTo>
                    <a:pt x="3907742" y="1319855"/>
                  </a:lnTo>
                  <a:lnTo>
                    <a:pt x="3907836" y="1319855"/>
                  </a:lnTo>
                  <a:lnTo>
                    <a:pt x="3907930" y="1319855"/>
                  </a:lnTo>
                  <a:lnTo>
                    <a:pt x="3908024" y="1319855"/>
                  </a:lnTo>
                  <a:lnTo>
                    <a:pt x="3908118" y="1319855"/>
                  </a:lnTo>
                  <a:lnTo>
                    <a:pt x="3908212" y="1319855"/>
                  </a:lnTo>
                  <a:lnTo>
                    <a:pt x="3908306" y="1319855"/>
                  </a:lnTo>
                  <a:lnTo>
                    <a:pt x="3908400" y="1319855"/>
                  </a:lnTo>
                  <a:lnTo>
                    <a:pt x="3908494" y="1319855"/>
                  </a:lnTo>
                  <a:lnTo>
                    <a:pt x="3908588" y="1319855"/>
                  </a:lnTo>
                  <a:lnTo>
                    <a:pt x="3908682" y="1319855"/>
                  </a:lnTo>
                  <a:lnTo>
                    <a:pt x="3908776" y="1319855"/>
                  </a:lnTo>
                  <a:lnTo>
                    <a:pt x="3908870" y="1319855"/>
                  </a:lnTo>
                  <a:lnTo>
                    <a:pt x="3908964" y="1319855"/>
                  </a:lnTo>
                  <a:lnTo>
                    <a:pt x="3909058" y="1319855"/>
                  </a:lnTo>
                  <a:lnTo>
                    <a:pt x="3909152" y="1319855"/>
                  </a:lnTo>
                  <a:lnTo>
                    <a:pt x="3909247" y="1319855"/>
                  </a:lnTo>
                  <a:lnTo>
                    <a:pt x="3909341" y="1319855"/>
                  </a:lnTo>
                  <a:lnTo>
                    <a:pt x="3909435" y="1319855"/>
                  </a:lnTo>
                  <a:lnTo>
                    <a:pt x="3909529" y="1319855"/>
                  </a:lnTo>
                  <a:lnTo>
                    <a:pt x="3909623" y="1319855"/>
                  </a:lnTo>
                  <a:lnTo>
                    <a:pt x="3909717" y="1319855"/>
                  </a:lnTo>
                  <a:lnTo>
                    <a:pt x="3909811" y="1319855"/>
                  </a:lnTo>
                  <a:lnTo>
                    <a:pt x="3909905" y="1319855"/>
                  </a:lnTo>
                  <a:lnTo>
                    <a:pt x="3909999" y="1319855"/>
                  </a:lnTo>
                  <a:lnTo>
                    <a:pt x="3910093" y="1319855"/>
                  </a:lnTo>
                  <a:lnTo>
                    <a:pt x="3910187" y="1319855"/>
                  </a:lnTo>
                  <a:lnTo>
                    <a:pt x="3910281" y="1319855"/>
                  </a:lnTo>
                  <a:lnTo>
                    <a:pt x="3910375" y="1319855"/>
                  </a:lnTo>
                  <a:lnTo>
                    <a:pt x="3910469" y="1319855"/>
                  </a:lnTo>
                  <a:lnTo>
                    <a:pt x="3910563" y="1319855"/>
                  </a:lnTo>
                  <a:lnTo>
                    <a:pt x="3910657" y="1319855"/>
                  </a:lnTo>
                  <a:lnTo>
                    <a:pt x="3910751" y="1319855"/>
                  </a:lnTo>
                  <a:lnTo>
                    <a:pt x="3910845" y="1319855"/>
                  </a:lnTo>
                  <a:lnTo>
                    <a:pt x="3910939" y="1319855"/>
                  </a:lnTo>
                  <a:lnTo>
                    <a:pt x="3911033" y="1319855"/>
                  </a:lnTo>
                  <a:lnTo>
                    <a:pt x="3911127" y="1319855"/>
                  </a:lnTo>
                  <a:lnTo>
                    <a:pt x="3911221" y="1319855"/>
                  </a:lnTo>
                  <a:lnTo>
                    <a:pt x="3911315" y="1319855"/>
                  </a:lnTo>
                  <a:lnTo>
                    <a:pt x="3911409" y="1319855"/>
                  </a:lnTo>
                  <a:lnTo>
                    <a:pt x="3911503" y="1319855"/>
                  </a:lnTo>
                  <a:lnTo>
                    <a:pt x="3911597" y="1319855"/>
                  </a:lnTo>
                  <a:lnTo>
                    <a:pt x="3911691" y="1319855"/>
                  </a:lnTo>
                  <a:lnTo>
                    <a:pt x="3911785" y="1319855"/>
                  </a:lnTo>
                  <a:lnTo>
                    <a:pt x="3911879" y="1319855"/>
                  </a:lnTo>
                  <a:lnTo>
                    <a:pt x="3911973" y="1319855"/>
                  </a:lnTo>
                  <a:lnTo>
                    <a:pt x="3912067" y="1319855"/>
                  </a:lnTo>
                  <a:lnTo>
                    <a:pt x="3912161" y="1319855"/>
                  </a:lnTo>
                  <a:lnTo>
                    <a:pt x="3912255" y="1319855"/>
                  </a:lnTo>
                  <a:lnTo>
                    <a:pt x="3912349" y="1319855"/>
                  </a:lnTo>
                  <a:lnTo>
                    <a:pt x="3912443" y="1319855"/>
                  </a:lnTo>
                  <a:lnTo>
                    <a:pt x="3912537" y="1319855"/>
                  </a:lnTo>
                  <a:lnTo>
                    <a:pt x="3912631" y="1319855"/>
                  </a:lnTo>
                  <a:lnTo>
                    <a:pt x="3912725" y="1319855"/>
                  </a:lnTo>
                  <a:lnTo>
                    <a:pt x="3912820" y="1319855"/>
                  </a:lnTo>
                  <a:lnTo>
                    <a:pt x="3912914" y="1319855"/>
                  </a:lnTo>
                  <a:lnTo>
                    <a:pt x="3913008" y="1319855"/>
                  </a:lnTo>
                  <a:lnTo>
                    <a:pt x="3913102" y="1319855"/>
                  </a:lnTo>
                  <a:lnTo>
                    <a:pt x="3913196" y="1319855"/>
                  </a:lnTo>
                  <a:lnTo>
                    <a:pt x="3913290" y="1319855"/>
                  </a:lnTo>
                  <a:lnTo>
                    <a:pt x="3913384" y="1319855"/>
                  </a:lnTo>
                  <a:lnTo>
                    <a:pt x="3913478" y="1319855"/>
                  </a:lnTo>
                  <a:lnTo>
                    <a:pt x="3913572" y="1319855"/>
                  </a:lnTo>
                  <a:lnTo>
                    <a:pt x="3913666" y="1319855"/>
                  </a:lnTo>
                  <a:lnTo>
                    <a:pt x="3913760" y="1319855"/>
                  </a:lnTo>
                  <a:lnTo>
                    <a:pt x="3913854" y="1319855"/>
                  </a:lnTo>
                  <a:lnTo>
                    <a:pt x="3913948" y="1319855"/>
                  </a:lnTo>
                  <a:lnTo>
                    <a:pt x="3914042" y="1319855"/>
                  </a:lnTo>
                  <a:lnTo>
                    <a:pt x="3914136" y="1319855"/>
                  </a:lnTo>
                  <a:lnTo>
                    <a:pt x="3914230" y="1319855"/>
                  </a:lnTo>
                  <a:lnTo>
                    <a:pt x="3914324" y="1319855"/>
                  </a:lnTo>
                  <a:lnTo>
                    <a:pt x="3914324" y="1314575"/>
                  </a:lnTo>
                  <a:lnTo>
                    <a:pt x="3914418" y="1314575"/>
                  </a:lnTo>
                  <a:lnTo>
                    <a:pt x="3914512" y="1314575"/>
                  </a:lnTo>
                  <a:lnTo>
                    <a:pt x="3914606" y="1314575"/>
                  </a:lnTo>
                  <a:lnTo>
                    <a:pt x="3914700" y="1314575"/>
                  </a:lnTo>
                  <a:lnTo>
                    <a:pt x="3914794" y="1314575"/>
                  </a:lnTo>
                  <a:lnTo>
                    <a:pt x="3914888" y="1314575"/>
                  </a:lnTo>
                  <a:lnTo>
                    <a:pt x="3914982" y="1314575"/>
                  </a:lnTo>
                  <a:lnTo>
                    <a:pt x="3915076" y="1314575"/>
                  </a:lnTo>
                  <a:lnTo>
                    <a:pt x="3915170" y="1314575"/>
                  </a:lnTo>
                  <a:lnTo>
                    <a:pt x="3915264" y="1314575"/>
                  </a:lnTo>
                  <a:lnTo>
                    <a:pt x="3915358" y="1314575"/>
                  </a:lnTo>
                  <a:lnTo>
                    <a:pt x="3915452" y="1314575"/>
                  </a:lnTo>
                  <a:lnTo>
                    <a:pt x="3915546" y="1314575"/>
                  </a:lnTo>
                  <a:lnTo>
                    <a:pt x="3915640" y="1314575"/>
                  </a:lnTo>
                  <a:lnTo>
                    <a:pt x="3915734" y="1314575"/>
                  </a:lnTo>
                  <a:lnTo>
                    <a:pt x="3915828" y="1314575"/>
                  </a:lnTo>
                  <a:lnTo>
                    <a:pt x="3915922" y="1314575"/>
                  </a:lnTo>
                  <a:lnTo>
                    <a:pt x="3916016" y="1314575"/>
                  </a:lnTo>
                  <a:lnTo>
                    <a:pt x="3916110" y="1314575"/>
                  </a:lnTo>
                  <a:lnTo>
                    <a:pt x="3916204" y="1314575"/>
                  </a:lnTo>
                  <a:lnTo>
                    <a:pt x="3916298" y="1314575"/>
                  </a:lnTo>
                  <a:lnTo>
                    <a:pt x="3916393" y="1314575"/>
                  </a:lnTo>
                  <a:lnTo>
                    <a:pt x="3916487" y="1314575"/>
                  </a:lnTo>
                  <a:lnTo>
                    <a:pt x="3916581" y="1314575"/>
                  </a:lnTo>
                  <a:lnTo>
                    <a:pt x="3916675" y="1314575"/>
                  </a:lnTo>
                  <a:lnTo>
                    <a:pt x="3916769" y="1314575"/>
                  </a:lnTo>
                  <a:lnTo>
                    <a:pt x="3916863" y="1314575"/>
                  </a:lnTo>
                  <a:lnTo>
                    <a:pt x="3916957" y="1314575"/>
                  </a:lnTo>
                  <a:lnTo>
                    <a:pt x="3917051" y="1314575"/>
                  </a:lnTo>
                  <a:lnTo>
                    <a:pt x="3917145" y="1314575"/>
                  </a:lnTo>
                  <a:lnTo>
                    <a:pt x="3917239" y="1314575"/>
                  </a:lnTo>
                  <a:lnTo>
                    <a:pt x="3917333" y="1314575"/>
                  </a:lnTo>
                  <a:lnTo>
                    <a:pt x="3917427" y="1314575"/>
                  </a:lnTo>
                  <a:lnTo>
                    <a:pt x="3917521" y="1314575"/>
                  </a:lnTo>
                  <a:lnTo>
                    <a:pt x="3917615" y="1314575"/>
                  </a:lnTo>
                  <a:lnTo>
                    <a:pt x="3917709" y="1314575"/>
                  </a:lnTo>
                  <a:lnTo>
                    <a:pt x="3917803" y="1314575"/>
                  </a:lnTo>
                  <a:lnTo>
                    <a:pt x="3917897" y="1314575"/>
                  </a:lnTo>
                  <a:lnTo>
                    <a:pt x="3917991" y="1314575"/>
                  </a:lnTo>
                  <a:lnTo>
                    <a:pt x="3918085" y="1314575"/>
                  </a:lnTo>
                  <a:lnTo>
                    <a:pt x="3918179" y="1314575"/>
                  </a:lnTo>
                  <a:lnTo>
                    <a:pt x="3918273" y="1314575"/>
                  </a:lnTo>
                  <a:lnTo>
                    <a:pt x="3918367" y="1314575"/>
                  </a:lnTo>
                  <a:lnTo>
                    <a:pt x="3918461" y="1314575"/>
                  </a:lnTo>
                  <a:lnTo>
                    <a:pt x="3918555" y="1314575"/>
                  </a:lnTo>
                  <a:lnTo>
                    <a:pt x="3918649" y="1314575"/>
                  </a:lnTo>
                  <a:lnTo>
                    <a:pt x="3918743" y="1314575"/>
                  </a:lnTo>
                  <a:lnTo>
                    <a:pt x="3918837" y="1314575"/>
                  </a:lnTo>
                  <a:lnTo>
                    <a:pt x="3918931" y="1314575"/>
                  </a:lnTo>
                  <a:lnTo>
                    <a:pt x="3919025" y="1314575"/>
                  </a:lnTo>
                  <a:lnTo>
                    <a:pt x="3919119" y="1314575"/>
                  </a:lnTo>
                  <a:lnTo>
                    <a:pt x="3919213" y="1314575"/>
                  </a:lnTo>
                  <a:lnTo>
                    <a:pt x="3919307" y="1314575"/>
                  </a:lnTo>
                  <a:lnTo>
                    <a:pt x="3919401" y="1314575"/>
                  </a:lnTo>
                  <a:lnTo>
                    <a:pt x="3919495" y="1314575"/>
                  </a:lnTo>
                  <a:lnTo>
                    <a:pt x="3919589" y="1314575"/>
                  </a:lnTo>
                  <a:lnTo>
                    <a:pt x="3919683" y="1314575"/>
                  </a:lnTo>
                  <a:lnTo>
                    <a:pt x="3919777" y="1314575"/>
                  </a:lnTo>
                  <a:lnTo>
                    <a:pt x="3919872" y="1314575"/>
                  </a:lnTo>
                  <a:lnTo>
                    <a:pt x="3919966" y="1314575"/>
                  </a:lnTo>
                  <a:lnTo>
                    <a:pt x="3920060" y="1314575"/>
                  </a:lnTo>
                  <a:lnTo>
                    <a:pt x="3920154" y="1314575"/>
                  </a:lnTo>
                  <a:lnTo>
                    <a:pt x="3920248" y="1314575"/>
                  </a:lnTo>
                  <a:lnTo>
                    <a:pt x="3920342" y="1314575"/>
                  </a:lnTo>
                  <a:lnTo>
                    <a:pt x="3920436" y="1314575"/>
                  </a:lnTo>
                  <a:lnTo>
                    <a:pt x="3920530" y="1314575"/>
                  </a:lnTo>
                  <a:lnTo>
                    <a:pt x="3920624" y="1314575"/>
                  </a:lnTo>
                  <a:lnTo>
                    <a:pt x="3920718" y="1314575"/>
                  </a:lnTo>
                  <a:lnTo>
                    <a:pt x="3920812" y="1314575"/>
                  </a:lnTo>
                  <a:lnTo>
                    <a:pt x="3920906" y="1314575"/>
                  </a:lnTo>
                  <a:lnTo>
                    <a:pt x="3921000" y="1314575"/>
                  </a:lnTo>
                  <a:lnTo>
                    <a:pt x="3921094" y="1314575"/>
                  </a:lnTo>
                  <a:lnTo>
                    <a:pt x="3921188" y="1314575"/>
                  </a:lnTo>
                  <a:lnTo>
                    <a:pt x="3921282" y="1314575"/>
                  </a:lnTo>
                  <a:lnTo>
                    <a:pt x="3921376" y="1314575"/>
                  </a:lnTo>
                  <a:lnTo>
                    <a:pt x="3921470" y="1314575"/>
                  </a:lnTo>
                  <a:lnTo>
                    <a:pt x="3921564" y="1314575"/>
                  </a:lnTo>
                  <a:lnTo>
                    <a:pt x="3921658" y="1314575"/>
                  </a:lnTo>
                  <a:lnTo>
                    <a:pt x="3921752" y="1314575"/>
                  </a:lnTo>
                  <a:lnTo>
                    <a:pt x="3921846" y="1314575"/>
                  </a:lnTo>
                  <a:lnTo>
                    <a:pt x="3921940" y="1314575"/>
                  </a:lnTo>
                  <a:lnTo>
                    <a:pt x="3922034" y="1314575"/>
                  </a:lnTo>
                  <a:lnTo>
                    <a:pt x="3922128" y="1314575"/>
                  </a:lnTo>
                  <a:lnTo>
                    <a:pt x="3922222" y="1314575"/>
                  </a:lnTo>
                  <a:lnTo>
                    <a:pt x="3922316" y="1314575"/>
                  </a:lnTo>
                  <a:lnTo>
                    <a:pt x="3922410" y="1314575"/>
                  </a:lnTo>
                  <a:lnTo>
                    <a:pt x="3922504" y="1314575"/>
                  </a:lnTo>
                  <a:lnTo>
                    <a:pt x="3922598" y="1314575"/>
                  </a:lnTo>
                  <a:lnTo>
                    <a:pt x="3922692" y="1314575"/>
                  </a:lnTo>
                  <a:lnTo>
                    <a:pt x="3922786" y="1314575"/>
                  </a:lnTo>
                  <a:lnTo>
                    <a:pt x="3922880" y="1314575"/>
                  </a:lnTo>
                  <a:lnTo>
                    <a:pt x="3922974" y="1314575"/>
                  </a:lnTo>
                  <a:lnTo>
                    <a:pt x="3922974" y="1309296"/>
                  </a:lnTo>
                  <a:lnTo>
                    <a:pt x="3923068" y="1309296"/>
                  </a:lnTo>
                  <a:lnTo>
                    <a:pt x="3923162" y="1309296"/>
                  </a:lnTo>
                  <a:lnTo>
                    <a:pt x="3923256" y="1309296"/>
                  </a:lnTo>
                  <a:lnTo>
                    <a:pt x="3923350" y="1309296"/>
                  </a:lnTo>
                  <a:lnTo>
                    <a:pt x="3923445" y="1309296"/>
                  </a:lnTo>
                  <a:lnTo>
                    <a:pt x="3923539" y="1309296"/>
                  </a:lnTo>
                  <a:lnTo>
                    <a:pt x="3923633" y="1309296"/>
                  </a:lnTo>
                  <a:lnTo>
                    <a:pt x="3923727" y="1309296"/>
                  </a:lnTo>
                  <a:lnTo>
                    <a:pt x="3923821" y="1309296"/>
                  </a:lnTo>
                  <a:lnTo>
                    <a:pt x="3923915" y="1309296"/>
                  </a:lnTo>
                  <a:lnTo>
                    <a:pt x="3924009" y="1309296"/>
                  </a:lnTo>
                  <a:lnTo>
                    <a:pt x="3924103" y="1309296"/>
                  </a:lnTo>
                  <a:lnTo>
                    <a:pt x="3924197" y="1309296"/>
                  </a:lnTo>
                  <a:lnTo>
                    <a:pt x="3924291" y="1309296"/>
                  </a:lnTo>
                  <a:lnTo>
                    <a:pt x="3924385" y="1309296"/>
                  </a:lnTo>
                  <a:lnTo>
                    <a:pt x="3924479" y="1309296"/>
                  </a:lnTo>
                  <a:lnTo>
                    <a:pt x="3924573" y="1309296"/>
                  </a:lnTo>
                  <a:lnTo>
                    <a:pt x="3924667" y="1309296"/>
                  </a:lnTo>
                  <a:lnTo>
                    <a:pt x="3924761" y="1309296"/>
                  </a:lnTo>
                  <a:lnTo>
                    <a:pt x="3924855" y="1309296"/>
                  </a:lnTo>
                  <a:lnTo>
                    <a:pt x="3924949" y="1309296"/>
                  </a:lnTo>
                  <a:lnTo>
                    <a:pt x="3925043" y="1309296"/>
                  </a:lnTo>
                  <a:lnTo>
                    <a:pt x="3925137" y="1309296"/>
                  </a:lnTo>
                  <a:lnTo>
                    <a:pt x="3925231" y="1309296"/>
                  </a:lnTo>
                  <a:lnTo>
                    <a:pt x="3925325" y="1309296"/>
                  </a:lnTo>
                  <a:lnTo>
                    <a:pt x="3925419" y="1309296"/>
                  </a:lnTo>
                  <a:lnTo>
                    <a:pt x="3925513" y="1309296"/>
                  </a:lnTo>
                  <a:lnTo>
                    <a:pt x="3925607" y="1309296"/>
                  </a:lnTo>
                  <a:lnTo>
                    <a:pt x="3925701" y="1309296"/>
                  </a:lnTo>
                  <a:lnTo>
                    <a:pt x="3925795" y="1309296"/>
                  </a:lnTo>
                  <a:lnTo>
                    <a:pt x="3925889" y="1309296"/>
                  </a:lnTo>
                  <a:lnTo>
                    <a:pt x="3925983" y="1309296"/>
                  </a:lnTo>
                  <a:lnTo>
                    <a:pt x="3926077" y="1309296"/>
                  </a:lnTo>
                  <a:lnTo>
                    <a:pt x="3926171" y="1309296"/>
                  </a:lnTo>
                  <a:lnTo>
                    <a:pt x="3926265" y="1309296"/>
                  </a:lnTo>
                  <a:lnTo>
                    <a:pt x="3926359" y="1309296"/>
                  </a:lnTo>
                  <a:lnTo>
                    <a:pt x="3926453" y="1309296"/>
                  </a:lnTo>
                  <a:lnTo>
                    <a:pt x="3926547" y="1309296"/>
                  </a:lnTo>
                  <a:lnTo>
                    <a:pt x="3926641" y="1309296"/>
                  </a:lnTo>
                  <a:lnTo>
                    <a:pt x="3926735" y="1309296"/>
                  </a:lnTo>
                  <a:lnTo>
                    <a:pt x="3926829" y="1309296"/>
                  </a:lnTo>
                  <a:lnTo>
                    <a:pt x="3926923" y="1309296"/>
                  </a:lnTo>
                  <a:lnTo>
                    <a:pt x="3926923" y="1304017"/>
                  </a:lnTo>
                  <a:lnTo>
                    <a:pt x="3927018" y="1304017"/>
                  </a:lnTo>
                  <a:lnTo>
                    <a:pt x="3927112" y="1304017"/>
                  </a:lnTo>
                  <a:lnTo>
                    <a:pt x="3927206" y="1304017"/>
                  </a:lnTo>
                  <a:lnTo>
                    <a:pt x="3927300" y="1304017"/>
                  </a:lnTo>
                  <a:lnTo>
                    <a:pt x="3927394" y="1304017"/>
                  </a:lnTo>
                  <a:lnTo>
                    <a:pt x="3927488" y="1304017"/>
                  </a:lnTo>
                  <a:lnTo>
                    <a:pt x="3927488" y="1298737"/>
                  </a:lnTo>
                  <a:lnTo>
                    <a:pt x="3927582" y="1298737"/>
                  </a:lnTo>
                  <a:lnTo>
                    <a:pt x="3927676" y="1298737"/>
                  </a:lnTo>
                  <a:lnTo>
                    <a:pt x="3927770" y="1298737"/>
                  </a:lnTo>
                  <a:lnTo>
                    <a:pt x="3927864" y="1298737"/>
                  </a:lnTo>
                  <a:lnTo>
                    <a:pt x="3927958" y="1298737"/>
                  </a:lnTo>
                  <a:lnTo>
                    <a:pt x="3928052" y="1298737"/>
                  </a:lnTo>
                  <a:lnTo>
                    <a:pt x="3928146" y="1298737"/>
                  </a:lnTo>
                  <a:lnTo>
                    <a:pt x="3928240" y="1298737"/>
                  </a:lnTo>
                  <a:lnTo>
                    <a:pt x="3928334" y="1298737"/>
                  </a:lnTo>
                  <a:lnTo>
                    <a:pt x="3928428" y="1298737"/>
                  </a:lnTo>
                  <a:lnTo>
                    <a:pt x="3928522" y="1298737"/>
                  </a:lnTo>
                  <a:lnTo>
                    <a:pt x="3928616" y="1298737"/>
                  </a:lnTo>
                  <a:lnTo>
                    <a:pt x="3928710" y="1298737"/>
                  </a:lnTo>
                  <a:lnTo>
                    <a:pt x="3928804" y="1298737"/>
                  </a:lnTo>
                  <a:lnTo>
                    <a:pt x="3928898" y="1298737"/>
                  </a:lnTo>
                  <a:lnTo>
                    <a:pt x="3928992" y="1298737"/>
                  </a:lnTo>
                  <a:lnTo>
                    <a:pt x="3929086" y="1298737"/>
                  </a:lnTo>
                  <a:lnTo>
                    <a:pt x="3929180" y="1298737"/>
                  </a:lnTo>
                  <a:lnTo>
                    <a:pt x="3929274" y="1298737"/>
                  </a:lnTo>
                  <a:lnTo>
                    <a:pt x="3929368" y="1298737"/>
                  </a:lnTo>
                  <a:lnTo>
                    <a:pt x="3929462" y="1298737"/>
                  </a:lnTo>
                  <a:lnTo>
                    <a:pt x="3929556" y="1298737"/>
                  </a:lnTo>
                  <a:lnTo>
                    <a:pt x="3929650" y="1298737"/>
                  </a:lnTo>
                  <a:lnTo>
                    <a:pt x="3929744" y="1298737"/>
                  </a:lnTo>
                  <a:lnTo>
                    <a:pt x="3929838" y="1298737"/>
                  </a:lnTo>
                  <a:lnTo>
                    <a:pt x="3929932" y="1298737"/>
                  </a:lnTo>
                  <a:lnTo>
                    <a:pt x="3930026" y="1298737"/>
                  </a:lnTo>
                  <a:lnTo>
                    <a:pt x="3930120" y="1298737"/>
                  </a:lnTo>
                  <a:lnTo>
                    <a:pt x="3930214" y="1298737"/>
                  </a:lnTo>
                  <a:lnTo>
                    <a:pt x="3930308" y="1298737"/>
                  </a:lnTo>
                  <a:lnTo>
                    <a:pt x="3930402" y="1298737"/>
                  </a:lnTo>
                  <a:lnTo>
                    <a:pt x="3930497" y="1298737"/>
                  </a:lnTo>
                  <a:lnTo>
                    <a:pt x="3930591" y="1298737"/>
                  </a:lnTo>
                  <a:lnTo>
                    <a:pt x="3930685" y="1298737"/>
                  </a:lnTo>
                  <a:lnTo>
                    <a:pt x="3930779" y="1298737"/>
                  </a:lnTo>
                  <a:lnTo>
                    <a:pt x="3930873" y="1298737"/>
                  </a:lnTo>
                  <a:lnTo>
                    <a:pt x="3930967" y="1298737"/>
                  </a:lnTo>
                  <a:lnTo>
                    <a:pt x="3931061" y="1298737"/>
                  </a:lnTo>
                  <a:lnTo>
                    <a:pt x="3931155" y="1298737"/>
                  </a:lnTo>
                  <a:lnTo>
                    <a:pt x="3931249" y="1298737"/>
                  </a:lnTo>
                  <a:lnTo>
                    <a:pt x="3931343" y="1298737"/>
                  </a:lnTo>
                  <a:lnTo>
                    <a:pt x="3931437" y="1298737"/>
                  </a:lnTo>
                  <a:lnTo>
                    <a:pt x="3931531" y="1298737"/>
                  </a:lnTo>
                  <a:lnTo>
                    <a:pt x="3931625" y="1298737"/>
                  </a:lnTo>
                  <a:lnTo>
                    <a:pt x="3931719" y="1298737"/>
                  </a:lnTo>
                  <a:lnTo>
                    <a:pt x="3931813" y="1298737"/>
                  </a:lnTo>
                  <a:lnTo>
                    <a:pt x="3931907" y="1298737"/>
                  </a:lnTo>
                  <a:lnTo>
                    <a:pt x="3932001" y="1298737"/>
                  </a:lnTo>
                  <a:lnTo>
                    <a:pt x="3932095" y="1298737"/>
                  </a:lnTo>
                  <a:lnTo>
                    <a:pt x="3932189" y="1298737"/>
                  </a:lnTo>
                  <a:lnTo>
                    <a:pt x="3932283" y="1298737"/>
                  </a:lnTo>
                  <a:lnTo>
                    <a:pt x="3932377" y="1298737"/>
                  </a:lnTo>
                  <a:lnTo>
                    <a:pt x="3932471" y="1298737"/>
                  </a:lnTo>
                  <a:lnTo>
                    <a:pt x="3932565" y="1298737"/>
                  </a:lnTo>
                  <a:lnTo>
                    <a:pt x="3932659" y="1298737"/>
                  </a:lnTo>
                  <a:lnTo>
                    <a:pt x="3932753" y="1298737"/>
                  </a:lnTo>
                  <a:lnTo>
                    <a:pt x="3932847" y="1298737"/>
                  </a:lnTo>
                  <a:lnTo>
                    <a:pt x="3932941" y="1298737"/>
                  </a:lnTo>
                  <a:lnTo>
                    <a:pt x="3933035" y="1298737"/>
                  </a:lnTo>
                  <a:lnTo>
                    <a:pt x="3933129" y="1298737"/>
                  </a:lnTo>
                  <a:lnTo>
                    <a:pt x="3933223" y="1298737"/>
                  </a:lnTo>
                  <a:lnTo>
                    <a:pt x="3933317" y="1298737"/>
                  </a:lnTo>
                  <a:lnTo>
                    <a:pt x="3933411" y="1298737"/>
                  </a:lnTo>
                  <a:lnTo>
                    <a:pt x="3933505" y="1298737"/>
                  </a:lnTo>
                  <a:lnTo>
                    <a:pt x="3933599" y="1298737"/>
                  </a:lnTo>
                  <a:lnTo>
                    <a:pt x="3933693" y="1298737"/>
                  </a:lnTo>
                  <a:lnTo>
                    <a:pt x="3933787" y="1298737"/>
                  </a:lnTo>
                  <a:lnTo>
                    <a:pt x="3933881" y="1298737"/>
                  </a:lnTo>
                  <a:lnTo>
                    <a:pt x="3933975" y="1298737"/>
                  </a:lnTo>
                  <a:lnTo>
                    <a:pt x="3934070" y="1298737"/>
                  </a:lnTo>
                  <a:lnTo>
                    <a:pt x="3934164" y="1298737"/>
                  </a:lnTo>
                  <a:lnTo>
                    <a:pt x="3934258" y="1298737"/>
                  </a:lnTo>
                  <a:lnTo>
                    <a:pt x="3934352" y="1298737"/>
                  </a:lnTo>
                  <a:lnTo>
                    <a:pt x="3934446" y="1298737"/>
                  </a:lnTo>
                  <a:lnTo>
                    <a:pt x="3934540" y="1298737"/>
                  </a:lnTo>
                  <a:lnTo>
                    <a:pt x="3934634" y="1298737"/>
                  </a:lnTo>
                  <a:lnTo>
                    <a:pt x="3934728" y="1298737"/>
                  </a:lnTo>
                  <a:lnTo>
                    <a:pt x="3934822" y="1298737"/>
                  </a:lnTo>
                  <a:lnTo>
                    <a:pt x="3934916" y="1298737"/>
                  </a:lnTo>
                  <a:lnTo>
                    <a:pt x="3935010" y="1298737"/>
                  </a:lnTo>
                  <a:lnTo>
                    <a:pt x="3935104" y="1298737"/>
                  </a:lnTo>
                  <a:lnTo>
                    <a:pt x="3935198" y="1298737"/>
                  </a:lnTo>
                  <a:lnTo>
                    <a:pt x="3935292" y="1298737"/>
                  </a:lnTo>
                  <a:lnTo>
                    <a:pt x="3935386" y="1298737"/>
                  </a:lnTo>
                  <a:lnTo>
                    <a:pt x="3935480" y="1298737"/>
                  </a:lnTo>
                  <a:lnTo>
                    <a:pt x="3935574" y="1298737"/>
                  </a:lnTo>
                  <a:lnTo>
                    <a:pt x="3935668" y="1298737"/>
                  </a:lnTo>
                  <a:lnTo>
                    <a:pt x="3935762" y="1298737"/>
                  </a:lnTo>
                  <a:lnTo>
                    <a:pt x="3935856" y="1298737"/>
                  </a:lnTo>
                  <a:lnTo>
                    <a:pt x="3935950" y="1298737"/>
                  </a:lnTo>
                  <a:lnTo>
                    <a:pt x="3936044" y="1298737"/>
                  </a:lnTo>
                  <a:lnTo>
                    <a:pt x="3936138" y="1298737"/>
                  </a:lnTo>
                  <a:lnTo>
                    <a:pt x="3936232" y="1298737"/>
                  </a:lnTo>
                  <a:lnTo>
                    <a:pt x="3936326" y="1298737"/>
                  </a:lnTo>
                  <a:lnTo>
                    <a:pt x="3936420" y="1298737"/>
                  </a:lnTo>
                  <a:lnTo>
                    <a:pt x="3936514" y="1298737"/>
                  </a:lnTo>
                  <a:lnTo>
                    <a:pt x="3936608" y="1298737"/>
                  </a:lnTo>
                  <a:lnTo>
                    <a:pt x="3936702" y="1298737"/>
                  </a:lnTo>
                  <a:lnTo>
                    <a:pt x="3936796" y="1298737"/>
                  </a:lnTo>
                  <a:lnTo>
                    <a:pt x="3936890" y="1298737"/>
                  </a:lnTo>
                  <a:lnTo>
                    <a:pt x="3936984" y="1298737"/>
                  </a:lnTo>
                  <a:lnTo>
                    <a:pt x="3937078" y="1298737"/>
                  </a:lnTo>
                  <a:lnTo>
                    <a:pt x="3937172" y="1298737"/>
                  </a:lnTo>
                  <a:lnTo>
                    <a:pt x="3937266" y="1298737"/>
                  </a:lnTo>
                  <a:lnTo>
                    <a:pt x="3937360" y="1298737"/>
                  </a:lnTo>
                  <a:lnTo>
                    <a:pt x="3937454" y="1298737"/>
                  </a:lnTo>
                  <a:lnTo>
                    <a:pt x="3937548" y="1298737"/>
                  </a:lnTo>
                  <a:lnTo>
                    <a:pt x="3937643" y="1298737"/>
                  </a:lnTo>
                  <a:lnTo>
                    <a:pt x="3937737" y="1298737"/>
                  </a:lnTo>
                  <a:lnTo>
                    <a:pt x="3937831" y="1298737"/>
                  </a:lnTo>
                  <a:lnTo>
                    <a:pt x="3937925" y="1298737"/>
                  </a:lnTo>
                  <a:lnTo>
                    <a:pt x="3938019" y="1298737"/>
                  </a:lnTo>
                  <a:lnTo>
                    <a:pt x="3938113" y="1298737"/>
                  </a:lnTo>
                  <a:lnTo>
                    <a:pt x="3938207" y="1298737"/>
                  </a:lnTo>
                  <a:lnTo>
                    <a:pt x="3938301" y="1298737"/>
                  </a:lnTo>
                  <a:lnTo>
                    <a:pt x="3938395" y="1298737"/>
                  </a:lnTo>
                  <a:lnTo>
                    <a:pt x="3938489" y="1298737"/>
                  </a:lnTo>
                  <a:lnTo>
                    <a:pt x="3938583" y="1298737"/>
                  </a:lnTo>
                  <a:lnTo>
                    <a:pt x="3938677" y="1298737"/>
                  </a:lnTo>
                  <a:lnTo>
                    <a:pt x="3938771" y="1298737"/>
                  </a:lnTo>
                  <a:lnTo>
                    <a:pt x="3938865" y="1298737"/>
                  </a:lnTo>
                  <a:lnTo>
                    <a:pt x="3938959" y="1298737"/>
                  </a:lnTo>
                  <a:lnTo>
                    <a:pt x="3939053" y="1298737"/>
                  </a:lnTo>
                  <a:lnTo>
                    <a:pt x="3939147" y="1298737"/>
                  </a:lnTo>
                  <a:lnTo>
                    <a:pt x="3939241" y="1298737"/>
                  </a:lnTo>
                  <a:lnTo>
                    <a:pt x="3939335" y="1298737"/>
                  </a:lnTo>
                  <a:lnTo>
                    <a:pt x="3939429" y="1298737"/>
                  </a:lnTo>
                  <a:lnTo>
                    <a:pt x="3939523" y="1298737"/>
                  </a:lnTo>
                  <a:lnTo>
                    <a:pt x="3939617" y="1298737"/>
                  </a:lnTo>
                  <a:lnTo>
                    <a:pt x="3939711" y="1298737"/>
                  </a:lnTo>
                  <a:lnTo>
                    <a:pt x="3939805" y="1298737"/>
                  </a:lnTo>
                  <a:lnTo>
                    <a:pt x="3939899" y="1298737"/>
                  </a:lnTo>
                  <a:lnTo>
                    <a:pt x="3939993" y="1298737"/>
                  </a:lnTo>
                  <a:lnTo>
                    <a:pt x="3940087" y="1298737"/>
                  </a:lnTo>
                  <a:lnTo>
                    <a:pt x="3940181" y="1298737"/>
                  </a:lnTo>
                  <a:lnTo>
                    <a:pt x="3940275" y="1298737"/>
                  </a:lnTo>
                  <a:lnTo>
                    <a:pt x="3940369" y="1298737"/>
                  </a:lnTo>
                  <a:lnTo>
                    <a:pt x="3940463" y="1298737"/>
                  </a:lnTo>
                  <a:lnTo>
                    <a:pt x="3940557" y="1298737"/>
                  </a:lnTo>
                  <a:lnTo>
                    <a:pt x="3940651" y="1298737"/>
                  </a:lnTo>
                  <a:lnTo>
                    <a:pt x="3940745" y="1298737"/>
                  </a:lnTo>
                  <a:lnTo>
                    <a:pt x="3940839" y="1298737"/>
                  </a:lnTo>
                  <a:lnTo>
                    <a:pt x="3940933" y="1298737"/>
                  </a:lnTo>
                  <a:lnTo>
                    <a:pt x="3941027" y="1298737"/>
                  </a:lnTo>
                  <a:lnTo>
                    <a:pt x="3941122" y="1298737"/>
                  </a:lnTo>
                  <a:lnTo>
                    <a:pt x="3941216" y="1298737"/>
                  </a:lnTo>
                  <a:lnTo>
                    <a:pt x="3941310" y="1298737"/>
                  </a:lnTo>
                  <a:lnTo>
                    <a:pt x="3941404" y="1298737"/>
                  </a:lnTo>
                  <a:lnTo>
                    <a:pt x="3941498" y="1298737"/>
                  </a:lnTo>
                  <a:lnTo>
                    <a:pt x="3941592" y="1298737"/>
                  </a:lnTo>
                  <a:lnTo>
                    <a:pt x="3941686" y="1298737"/>
                  </a:lnTo>
                  <a:lnTo>
                    <a:pt x="3941780" y="1298737"/>
                  </a:lnTo>
                  <a:lnTo>
                    <a:pt x="3941874" y="1298737"/>
                  </a:lnTo>
                  <a:lnTo>
                    <a:pt x="3941968" y="1298737"/>
                  </a:lnTo>
                  <a:lnTo>
                    <a:pt x="3942062" y="1298737"/>
                  </a:lnTo>
                  <a:lnTo>
                    <a:pt x="3942156" y="1298737"/>
                  </a:lnTo>
                  <a:lnTo>
                    <a:pt x="3942250" y="1298737"/>
                  </a:lnTo>
                  <a:lnTo>
                    <a:pt x="3942344" y="1298737"/>
                  </a:lnTo>
                  <a:lnTo>
                    <a:pt x="3942438" y="1298737"/>
                  </a:lnTo>
                  <a:lnTo>
                    <a:pt x="3942532" y="1298737"/>
                  </a:lnTo>
                  <a:lnTo>
                    <a:pt x="3942626" y="1298737"/>
                  </a:lnTo>
                  <a:lnTo>
                    <a:pt x="3942720" y="1298737"/>
                  </a:lnTo>
                  <a:lnTo>
                    <a:pt x="3942814" y="1298737"/>
                  </a:lnTo>
                  <a:lnTo>
                    <a:pt x="3942908" y="1298737"/>
                  </a:lnTo>
                  <a:lnTo>
                    <a:pt x="3943002" y="1298737"/>
                  </a:lnTo>
                  <a:lnTo>
                    <a:pt x="3943096" y="1298737"/>
                  </a:lnTo>
                  <a:lnTo>
                    <a:pt x="3943190" y="1298737"/>
                  </a:lnTo>
                  <a:lnTo>
                    <a:pt x="3943284" y="1298737"/>
                  </a:lnTo>
                  <a:lnTo>
                    <a:pt x="3943378" y="1298737"/>
                  </a:lnTo>
                  <a:lnTo>
                    <a:pt x="3943472" y="1298737"/>
                  </a:lnTo>
                  <a:lnTo>
                    <a:pt x="3943566" y="1298737"/>
                  </a:lnTo>
                  <a:lnTo>
                    <a:pt x="3943660" y="1298737"/>
                  </a:lnTo>
                  <a:lnTo>
                    <a:pt x="3943754" y="1298737"/>
                  </a:lnTo>
                  <a:lnTo>
                    <a:pt x="3943848" y="1298737"/>
                  </a:lnTo>
                  <a:lnTo>
                    <a:pt x="3943942" y="1298737"/>
                  </a:lnTo>
                  <a:lnTo>
                    <a:pt x="3944036" y="1298737"/>
                  </a:lnTo>
                  <a:lnTo>
                    <a:pt x="3944130" y="1298737"/>
                  </a:lnTo>
                  <a:lnTo>
                    <a:pt x="3944130" y="1293458"/>
                  </a:lnTo>
                  <a:lnTo>
                    <a:pt x="3944224" y="1293458"/>
                  </a:lnTo>
                  <a:lnTo>
                    <a:pt x="3944318" y="1293458"/>
                  </a:lnTo>
                  <a:lnTo>
                    <a:pt x="3944412" y="1293458"/>
                  </a:lnTo>
                  <a:lnTo>
                    <a:pt x="3944506" y="1293458"/>
                  </a:lnTo>
                  <a:lnTo>
                    <a:pt x="3944600" y="1293458"/>
                  </a:lnTo>
                  <a:lnTo>
                    <a:pt x="3944695" y="1293458"/>
                  </a:lnTo>
                  <a:lnTo>
                    <a:pt x="3944789" y="1293458"/>
                  </a:lnTo>
                  <a:lnTo>
                    <a:pt x="3944883" y="1293458"/>
                  </a:lnTo>
                  <a:lnTo>
                    <a:pt x="3944977" y="1293458"/>
                  </a:lnTo>
                  <a:lnTo>
                    <a:pt x="3945071" y="1293458"/>
                  </a:lnTo>
                  <a:lnTo>
                    <a:pt x="3945165" y="1293458"/>
                  </a:lnTo>
                  <a:lnTo>
                    <a:pt x="3945259" y="1293458"/>
                  </a:lnTo>
                  <a:lnTo>
                    <a:pt x="3945353" y="1293458"/>
                  </a:lnTo>
                  <a:lnTo>
                    <a:pt x="3945447" y="1293458"/>
                  </a:lnTo>
                  <a:lnTo>
                    <a:pt x="3945541" y="1293458"/>
                  </a:lnTo>
                  <a:lnTo>
                    <a:pt x="3945635" y="1293458"/>
                  </a:lnTo>
                  <a:lnTo>
                    <a:pt x="3945729" y="1293458"/>
                  </a:lnTo>
                  <a:lnTo>
                    <a:pt x="3945823" y="1293458"/>
                  </a:lnTo>
                  <a:lnTo>
                    <a:pt x="3945917" y="1293458"/>
                  </a:lnTo>
                  <a:lnTo>
                    <a:pt x="3946011" y="1293458"/>
                  </a:lnTo>
                  <a:lnTo>
                    <a:pt x="3946105" y="1293458"/>
                  </a:lnTo>
                  <a:lnTo>
                    <a:pt x="3946199" y="1293458"/>
                  </a:lnTo>
                  <a:lnTo>
                    <a:pt x="3946293" y="1293458"/>
                  </a:lnTo>
                  <a:lnTo>
                    <a:pt x="3946387" y="1293458"/>
                  </a:lnTo>
                  <a:lnTo>
                    <a:pt x="3946481" y="1293458"/>
                  </a:lnTo>
                  <a:lnTo>
                    <a:pt x="3946575" y="1293458"/>
                  </a:lnTo>
                  <a:lnTo>
                    <a:pt x="3946575" y="1288178"/>
                  </a:lnTo>
                  <a:lnTo>
                    <a:pt x="3946669" y="1288178"/>
                  </a:lnTo>
                  <a:lnTo>
                    <a:pt x="3946763" y="1288178"/>
                  </a:lnTo>
                  <a:lnTo>
                    <a:pt x="3946857" y="1288178"/>
                  </a:lnTo>
                  <a:lnTo>
                    <a:pt x="3946951" y="1288178"/>
                  </a:lnTo>
                  <a:lnTo>
                    <a:pt x="3947045" y="1288178"/>
                  </a:lnTo>
                  <a:lnTo>
                    <a:pt x="3947139" y="1288178"/>
                  </a:lnTo>
                  <a:lnTo>
                    <a:pt x="3947233" y="1288178"/>
                  </a:lnTo>
                  <a:lnTo>
                    <a:pt x="3947327" y="1288178"/>
                  </a:lnTo>
                  <a:lnTo>
                    <a:pt x="3947327" y="1282899"/>
                  </a:lnTo>
                  <a:lnTo>
                    <a:pt x="3947421" y="1282899"/>
                  </a:lnTo>
                  <a:lnTo>
                    <a:pt x="3947515" y="1282899"/>
                  </a:lnTo>
                  <a:lnTo>
                    <a:pt x="3947609" y="1282899"/>
                  </a:lnTo>
                  <a:lnTo>
                    <a:pt x="3947703" y="1282899"/>
                  </a:lnTo>
                  <a:lnTo>
                    <a:pt x="3947797" y="1282899"/>
                  </a:lnTo>
                  <a:lnTo>
                    <a:pt x="3947891" y="1282899"/>
                  </a:lnTo>
                  <a:lnTo>
                    <a:pt x="3947985" y="1282899"/>
                  </a:lnTo>
                  <a:lnTo>
                    <a:pt x="3948079" y="1282899"/>
                  </a:lnTo>
                  <a:lnTo>
                    <a:pt x="3948173" y="1282899"/>
                  </a:lnTo>
                  <a:lnTo>
                    <a:pt x="3948268" y="1282899"/>
                  </a:lnTo>
                  <a:lnTo>
                    <a:pt x="3948362" y="1282899"/>
                  </a:lnTo>
                  <a:lnTo>
                    <a:pt x="3948456" y="1282899"/>
                  </a:lnTo>
                  <a:lnTo>
                    <a:pt x="3948550" y="1282899"/>
                  </a:lnTo>
                  <a:lnTo>
                    <a:pt x="3948644" y="1282899"/>
                  </a:lnTo>
                  <a:lnTo>
                    <a:pt x="3948738" y="1282899"/>
                  </a:lnTo>
                  <a:lnTo>
                    <a:pt x="3948832" y="1282899"/>
                  </a:lnTo>
                  <a:lnTo>
                    <a:pt x="3948926" y="1282899"/>
                  </a:lnTo>
                  <a:lnTo>
                    <a:pt x="3949020" y="1282899"/>
                  </a:lnTo>
                  <a:lnTo>
                    <a:pt x="3949114" y="1282899"/>
                  </a:lnTo>
                  <a:lnTo>
                    <a:pt x="3949208" y="1282899"/>
                  </a:lnTo>
                  <a:lnTo>
                    <a:pt x="3949302" y="1282899"/>
                  </a:lnTo>
                  <a:lnTo>
                    <a:pt x="3949396" y="1282899"/>
                  </a:lnTo>
                  <a:lnTo>
                    <a:pt x="3949490" y="1282899"/>
                  </a:lnTo>
                  <a:lnTo>
                    <a:pt x="3949584" y="1282899"/>
                  </a:lnTo>
                  <a:lnTo>
                    <a:pt x="3949678" y="1282899"/>
                  </a:lnTo>
                  <a:lnTo>
                    <a:pt x="3949772" y="1282899"/>
                  </a:lnTo>
                  <a:lnTo>
                    <a:pt x="3949866" y="1282899"/>
                  </a:lnTo>
                  <a:lnTo>
                    <a:pt x="3949866" y="1277619"/>
                  </a:lnTo>
                  <a:lnTo>
                    <a:pt x="3949960" y="1277619"/>
                  </a:lnTo>
                  <a:lnTo>
                    <a:pt x="3950054" y="1277619"/>
                  </a:lnTo>
                  <a:lnTo>
                    <a:pt x="3950148" y="1277619"/>
                  </a:lnTo>
                  <a:lnTo>
                    <a:pt x="3950242" y="1277619"/>
                  </a:lnTo>
                  <a:lnTo>
                    <a:pt x="3950336" y="1277619"/>
                  </a:lnTo>
                  <a:lnTo>
                    <a:pt x="3950430" y="1277619"/>
                  </a:lnTo>
                  <a:lnTo>
                    <a:pt x="3950524" y="1277619"/>
                  </a:lnTo>
                  <a:lnTo>
                    <a:pt x="3950618" y="1277619"/>
                  </a:lnTo>
                  <a:lnTo>
                    <a:pt x="3950712" y="1277619"/>
                  </a:lnTo>
                  <a:lnTo>
                    <a:pt x="3950806" y="1277619"/>
                  </a:lnTo>
                  <a:lnTo>
                    <a:pt x="3950900" y="1277619"/>
                  </a:lnTo>
                  <a:lnTo>
                    <a:pt x="3950994" y="1277619"/>
                  </a:lnTo>
                  <a:lnTo>
                    <a:pt x="3951088" y="1277619"/>
                  </a:lnTo>
                  <a:lnTo>
                    <a:pt x="3951182" y="1277619"/>
                  </a:lnTo>
                  <a:lnTo>
                    <a:pt x="3951276" y="1277619"/>
                  </a:lnTo>
                  <a:lnTo>
                    <a:pt x="3951370" y="1277619"/>
                  </a:lnTo>
                  <a:lnTo>
                    <a:pt x="3951464" y="1277619"/>
                  </a:lnTo>
                  <a:lnTo>
                    <a:pt x="3951558" y="1277619"/>
                  </a:lnTo>
                  <a:lnTo>
                    <a:pt x="3951652" y="1277619"/>
                  </a:lnTo>
                  <a:lnTo>
                    <a:pt x="3951747" y="1277619"/>
                  </a:lnTo>
                  <a:lnTo>
                    <a:pt x="3951841" y="1277619"/>
                  </a:lnTo>
                  <a:lnTo>
                    <a:pt x="3951935" y="1277619"/>
                  </a:lnTo>
                  <a:lnTo>
                    <a:pt x="3952029" y="1277619"/>
                  </a:lnTo>
                  <a:lnTo>
                    <a:pt x="3952123" y="1277619"/>
                  </a:lnTo>
                  <a:lnTo>
                    <a:pt x="3952217" y="1277619"/>
                  </a:lnTo>
                  <a:lnTo>
                    <a:pt x="3952311" y="1277619"/>
                  </a:lnTo>
                  <a:lnTo>
                    <a:pt x="3952405" y="1277619"/>
                  </a:lnTo>
                  <a:lnTo>
                    <a:pt x="3952499" y="1277619"/>
                  </a:lnTo>
                  <a:lnTo>
                    <a:pt x="3952593" y="1277619"/>
                  </a:lnTo>
                  <a:lnTo>
                    <a:pt x="3952687" y="1277619"/>
                  </a:lnTo>
                  <a:lnTo>
                    <a:pt x="3952781" y="1277619"/>
                  </a:lnTo>
                  <a:lnTo>
                    <a:pt x="3952875" y="1277619"/>
                  </a:lnTo>
                  <a:lnTo>
                    <a:pt x="3952969" y="1277619"/>
                  </a:lnTo>
                  <a:lnTo>
                    <a:pt x="3953063" y="1277619"/>
                  </a:lnTo>
                  <a:lnTo>
                    <a:pt x="3953157" y="1277619"/>
                  </a:lnTo>
                  <a:lnTo>
                    <a:pt x="3953251" y="1277619"/>
                  </a:lnTo>
                  <a:lnTo>
                    <a:pt x="3953345" y="1277619"/>
                  </a:lnTo>
                  <a:lnTo>
                    <a:pt x="3953439" y="1277619"/>
                  </a:lnTo>
                  <a:lnTo>
                    <a:pt x="3953533" y="1277619"/>
                  </a:lnTo>
                  <a:lnTo>
                    <a:pt x="3953627" y="1277619"/>
                  </a:lnTo>
                  <a:lnTo>
                    <a:pt x="3953721" y="1277619"/>
                  </a:lnTo>
                  <a:lnTo>
                    <a:pt x="3953815" y="1277619"/>
                  </a:lnTo>
                  <a:lnTo>
                    <a:pt x="3953909" y="1277619"/>
                  </a:lnTo>
                  <a:lnTo>
                    <a:pt x="3954003" y="1277619"/>
                  </a:lnTo>
                  <a:lnTo>
                    <a:pt x="3954097" y="1277619"/>
                  </a:lnTo>
                  <a:lnTo>
                    <a:pt x="3954191" y="1277619"/>
                  </a:lnTo>
                  <a:lnTo>
                    <a:pt x="3954285" y="1277619"/>
                  </a:lnTo>
                  <a:lnTo>
                    <a:pt x="3954379" y="1277619"/>
                  </a:lnTo>
                  <a:lnTo>
                    <a:pt x="3954473" y="1277619"/>
                  </a:lnTo>
                  <a:lnTo>
                    <a:pt x="3954567" y="1277619"/>
                  </a:lnTo>
                  <a:lnTo>
                    <a:pt x="3954661" y="1277619"/>
                  </a:lnTo>
                  <a:lnTo>
                    <a:pt x="3954755" y="1277619"/>
                  </a:lnTo>
                  <a:lnTo>
                    <a:pt x="3954849" y="1277619"/>
                  </a:lnTo>
                  <a:lnTo>
                    <a:pt x="3954943" y="1277619"/>
                  </a:lnTo>
                  <a:lnTo>
                    <a:pt x="3955037" y="1277619"/>
                  </a:lnTo>
                  <a:lnTo>
                    <a:pt x="3955131" y="1277619"/>
                  </a:lnTo>
                  <a:lnTo>
                    <a:pt x="3955225" y="1277619"/>
                  </a:lnTo>
                  <a:lnTo>
                    <a:pt x="3955320" y="1277619"/>
                  </a:lnTo>
                  <a:lnTo>
                    <a:pt x="3955414" y="1277619"/>
                  </a:lnTo>
                  <a:lnTo>
                    <a:pt x="3955508" y="1277619"/>
                  </a:lnTo>
                  <a:lnTo>
                    <a:pt x="3955602" y="1277619"/>
                  </a:lnTo>
                  <a:lnTo>
                    <a:pt x="3955696" y="1277619"/>
                  </a:lnTo>
                  <a:lnTo>
                    <a:pt x="3955790" y="1277619"/>
                  </a:lnTo>
                  <a:lnTo>
                    <a:pt x="3955884" y="1277619"/>
                  </a:lnTo>
                  <a:lnTo>
                    <a:pt x="3955978" y="1277619"/>
                  </a:lnTo>
                  <a:lnTo>
                    <a:pt x="3956072" y="1277619"/>
                  </a:lnTo>
                  <a:lnTo>
                    <a:pt x="3956166" y="1277619"/>
                  </a:lnTo>
                  <a:lnTo>
                    <a:pt x="3956260" y="1277619"/>
                  </a:lnTo>
                  <a:lnTo>
                    <a:pt x="3956354" y="1277619"/>
                  </a:lnTo>
                  <a:lnTo>
                    <a:pt x="3956448" y="1277619"/>
                  </a:lnTo>
                  <a:lnTo>
                    <a:pt x="3956542" y="1277619"/>
                  </a:lnTo>
                  <a:lnTo>
                    <a:pt x="3956636" y="1277619"/>
                  </a:lnTo>
                  <a:lnTo>
                    <a:pt x="3956730" y="1277619"/>
                  </a:lnTo>
                  <a:lnTo>
                    <a:pt x="3956824" y="1277619"/>
                  </a:lnTo>
                  <a:lnTo>
                    <a:pt x="3956918" y="1277619"/>
                  </a:lnTo>
                  <a:lnTo>
                    <a:pt x="3957012" y="1277619"/>
                  </a:lnTo>
                  <a:lnTo>
                    <a:pt x="3957106" y="1277619"/>
                  </a:lnTo>
                  <a:lnTo>
                    <a:pt x="3957200" y="1277619"/>
                  </a:lnTo>
                  <a:lnTo>
                    <a:pt x="3957294" y="1277619"/>
                  </a:lnTo>
                  <a:lnTo>
                    <a:pt x="3957388" y="1277619"/>
                  </a:lnTo>
                  <a:lnTo>
                    <a:pt x="3957482" y="1277619"/>
                  </a:lnTo>
                  <a:lnTo>
                    <a:pt x="3957576" y="1277619"/>
                  </a:lnTo>
                  <a:lnTo>
                    <a:pt x="3957670" y="1277619"/>
                  </a:lnTo>
                  <a:lnTo>
                    <a:pt x="3957764" y="1277619"/>
                  </a:lnTo>
                  <a:lnTo>
                    <a:pt x="3957858" y="1277619"/>
                  </a:lnTo>
                  <a:lnTo>
                    <a:pt x="3957952" y="1277619"/>
                  </a:lnTo>
                  <a:lnTo>
                    <a:pt x="3958046" y="1277619"/>
                  </a:lnTo>
                  <a:lnTo>
                    <a:pt x="3958140" y="1277619"/>
                  </a:lnTo>
                  <a:lnTo>
                    <a:pt x="3958234" y="1277619"/>
                  </a:lnTo>
                  <a:lnTo>
                    <a:pt x="3958328" y="1277619"/>
                  </a:lnTo>
                  <a:lnTo>
                    <a:pt x="3958422" y="1277619"/>
                  </a:lnTo>
                  <a:lnTo>
                    <a:pt x="3958516" y="1277619"/>
                  </a:lnTo>
                  <a:lnTo>
                    <a:pt x="3958610" y="1277619"/>
                  </a:lnTo>
                  <a:lnTo>
                    <a:pt x="3958704" y="1277619"/>
                  </a:lnTo>
                  <a:lnTo>
                    <a:pt x="3958798" y="1277619"/>
                  </a:lnTo>
                  <a:lnTo>
                    <a:pt x="3958893" y="1277619"/>
                  </a:lnTo>
                  <a:lnTo>
                    <a:pt x="3958987" y="1277619"/>
                  </a:lnTo>
                  <a:lnTo>
                    <a:pt x="3959081" y="1277619"/>
                  </a:lnTo>
                  <a:lnTo>
                    <a:pt x="3959175" y="1277619"/>
                  </a:lnTo>
                  <a:lnTo>
                    <a:pt x="3959269" y="1277619"/>
                  </a:lnTo>
                  <a:lnTo>
                    <a:pt x="3959363" y="1277619"/>
                  </a:lnTo>
                  <a:lnTo>
                    <a:pt x="3959457" y="1277619"/>
                  </a:lnTo>
                  <a:lnTo>
                    <a:pt x="3959551" y="1277619"/>
                  </a:lnTo>
                  <a:lnTo>
                    <a:pt x="3959645" y="1277619"/>
                  </a:lnTo>
                  <a:lnTo>
                    <a:pt x="3959739" y="1277619"/>
                  </a:lnTo>
                  <a:lnTo>
                    <a:pt x="3959833" y="1277619"/>
                  </a:lnTo>
                  <a:lnTo>
                    <a:pt x="3959927" y="1277619"/>
                  </a:lnTo>
                  <a:lnTo>
                    <a:pt x="3960021" y="1277619"/>
                  </a:lnTo>
                  <a:lnTo>
                    <a:pt x="3960115" y="1277619"/>
                  </a:lnTo>
                  <a:lnTo>
                    <a:pt x="3960209" y="1277619"/>
                  </a:lnTo>
                  <a:lnTo>
                    <a:pt x="3960303" y="1277619"/>
                  </a:lnTo>
                  <a:lnTo>
                    <a:pt x="3960397" y="1277619"/>
                  </a:lnTo>
                  <a:lnTo>
                    <a:pt x="3960491" y="1277619"/>
                  </a:lnTo>
                  <a:lnTo>
                    <a:pt x="3960585" y="1277619"/>
                  </a:lnTo>
                  <a:lnTo>
                    <a:pt x="3960679" y="1277619"/>
                  </a:lnTo>
                  <a:lnTo>
                    <a:pt x="3960679" y="1272340"/>
                  </a:lnTo>
                  <a:lnTo>
                    <a:pt x="3960773" y="1272340"/>
                  </a:lnTo>
                  <a:lnTo>
                    <a:pt x="3960867" y="1272340"/>
                  </a:lnTo>
                  <a:lnTo>
                    <a:pt x="3960961" y="1272340"/>
                  </a:lnTo>
                  <a:lnTo>
                    <a:pt x="3961055" y="1272340"/>
                  </a:lnTo>
                  <a:lnTo>
                    <a:pt x="3961149" y="1272340"/>
                  </a:lnTo>
                  <a:lnTo>
                    <a:pt x="3961243" y="1272340"/>
                  </a:lnTo>
                  <a:lnTo>
                    <a:pt x="3961337" y="1272340"/>
                  </a:lnTo>
                  <a:lnTo>
                    <a:pt x="3961431" y="1272340"/>
                  </a:lnTo>
                  <a:lnTo>
                    <a:pt x="3961525" y="1272340"/>
                  </a:lnTo>
                  <a:lnTo>
                    <a:pt x="3961619" y="1272340"/>
                  </a:lnTo>
                  <a:lnTo>
                    <a:pt x="3961713" y="1272340"/>
                  </a:lnTo>
                  <a:lnTo>
                    <a:pt x="3961807" y="1272340"/>
                  </a:lnTo>
                  <a:lnTo>
                    <a:pt x="3961901" y="1272340"/>
                  </a:lnTo>
                  <a:lnTo>
                    <a:pt x="3961995" y="1272340"/>
                  </a:lnTo>
                  <a:lnTo>
                    <a:pt x="3962089" y="1272340"/>
                  </a:lnTo>
                  <a:lnTo>
                    <a:pt x="3962183" y="1272340"/>
                  </a:lnTo>
                  <a:lnTo>
                    <a:pt x="3962277" y="1272340"/>
                  </a:lnTo>
                  <a:lnTo>
                    <a:pt x="3962371" y="1272340"/>
                  </a:lnTo>
                  <a:lnTo>
                    <a:pt x="3962466" y="1272340"/>
                  </a:lnTo>
                  <a:lnTo>
                    <a:pt x="3962560" y="1272340"/>
                  </a:lnTo>
                  <a:lnTo>
                    <a:pt x="3962654" y="1272340"/>
                  </a:lnTo>
                  <a:lnTo>
                    <a:pt x="3962748" y="1272340"/>
                  </a:lnTo>
                  <a:lnTo>
                    <a:pt x="3962842" y="1272340"/>
                  </a:lnTo>
                  <a:lnTo>
                    <a:pt x="3962936" y="1272340"/>
                  </a:lnTo>
                  <a:lnTo>
                    <a:pt x="3963030" y="1272340"/>
                  </a:lnTo>
                  <a:lnTo>
                    <a:pt x="3963124" y="1272340"/>
                  </a:lnTo>
                  <a:lnTo>
                    <a:pt x="3963218" y="1272340"/>
                  </a:lnTo>
                  <a:lnTo>
                    <a:pt x="3963312" y="1272340"/>
                  </a:lnTo>
                  <a:lnTo>
                    <a:pt x="3963406" y="1272340"/>
                  </a:lnTo>
                  <a:lnTo>
                    <a:pt x="3963500" y="1272340"/>
                  </a:lnTo>
                  <a:lnTo>
                    <a:pt x="3963594" y="1272340"/>
                  </a:lnTo>
                  <a:lnTo>
                    <a:pt x="3963688" y="1272340"/>
                  </a:lnTo>
                  <a:lnTo>
                    <a:pt x="3963782" y="1272340"/>
                  </a:lnTo>
                  <a:lnTo>
                    <a:pt x="3963876" y="1272340"/>
                  </a:lnTo>
                  <a:lnTo>
                    <a:pt x="3963970" y="1272340"/>
                  </a:lnTo>
                  <a:lnTo>
                    <a:pt x="3964064" y="1272340"/>
                  </a:lnTo>
                  <a:lnTo>
                    <a:pt x="3964158" y="1272340"/>
                  </a:lnTo>
                  <a:lnTo>
                    <a:pt x="3964252" y="1272340"/>
                  </a:lnTo>
                  <a:lnTo>
                    <a:pt x="3964346" y="1272340"/>
                  </a:lnTo>
                  <a:lnTo>
                    <a:pt x="3964440" y="1272340"/>
                  </a:lnTo>
                  <a:lnTo>
                    <a:pt x="3964534" y="1272340"/>
                  </a:lnTo>
                  <a:lnTo>
                    <a:pt x="3964628" y="1272340"/>
                  </a:lnTo>
                  <a:lnTo>
                    <a:pt x="3964722" y="1272340"/>
                  </a:lnTo>
                  <a:lnTo>
                    <a:pt x="3964816" y="1272340"/>
                  </a:lnTo>
                  <a:lnTo>
                    <a:pt x="3964910" y="1272340"/>
                  </a:lnTo>
                  <a:lnTo>
                    <a:pt x="3965004" y="1272340"/>
                  </a:lnTo>
                  <a:lnTo>
                    <a:pt x="3965098" y="1272340"/>
                  </a:lnTo>
                  <a:lnTo>
                    <a:pt x="3965192" y="1272340"/>
                  </a:lnTo>
                  <a:lnTo>
                    <a:pt x="3965286" y="1272340"/>
                  </a:lnTo>
                  <a:lnTo>
                    <a:pt x="3965380" y="1272340"/>
                  </a:lnTo>
                  <a:lnTo>
                    <a:pt x="3965474" y="1272340"/>
                  </a:lnTo>
                  <a:lnTo>
                    <a:pt x="3965568" y="1272340"/>
                  </a:lnTo>
                  <a:lnTo>
                    <a:pt x="3965662" y="1272340"/>
                  </a:lnTo>
                  <a:lnTo>
                    <a:pt x="3965756" y="1272340"/>
                  </a:lnTo>
                  <a:lnTo>
                    <a:pt x="3965850" y="1272340"/>
                  </a:lnTo>
                  <a:lnTo>
                    <a:pt x="3965945" y="1272340"/>
                  </a:lnTo>
                  <a:lnTo>
                    <a:pt x="3966039" y="1272340"/>
                  </a:lnTo>
                  <a:lnTo>
                    <a:pt x="3966133" y="1272340"/>
                  </a:lnTo>
                  <a:lnTo>
                    <a:pt x="3966227" y="1272340"/>
                  </a:lnTo>
                  <a:lnTo>
                    <a:pt x="3966321" y="1272340"/>
                  </a:lnTo>
                  <a:lnTo>
                    <a:pt x="3966415" y="1272340"/>
                  </a:lnTo>
                  <a:lnTo>
                    <a:pt x="3966509" y="1272340"/>
                  </a:lnTo>
                  <a:lnTo>
                    <a:pt x="3966603" y="1272340"/>
                  </a:lnTo>
                  <a:lnTo>
                    <a:pt x="3966697" y="1272340"/>
                  </a:lnTo>
                  <a:lnTo>
                    <a:pt x="3966791" y="1272340"/>
                  </a:lnTo>
                  <a:lnTo>
                    <a:pt x="3966885" y="1272340"/>
                  </a:lnTo>
                  <a:lnTo>
                    <a:pt x="3966979" y="1272340"/>
                  </a:lnTo>
                  <a:lnTo>
                    <a:pt x="3967073" y="1272340"/>
                  </a:lnTo>
                  <a:lnTo>
                    <a:pt x="3967167" y="1272340"/>
                  </a:lnTo>
                  <a:lnTo>
                    <a:pt x="3967261" y="1272340"/>
                  </a:lnTo>
                  <a:lnTo>
                    <a:pt x="3967355" y="1272340"/>
                  </a:lnTo>
                  <a:lnTo>
                    <a:pt x="3967449" y="1272340"/>
                  </a:lnTo>
                  <a:lnTo>
                    <a:pt x="3967543" y="1272340"/>
                  </a:lnTo>
                  <a:lnTo>
                    <a:pt x="3967637" y="1272340"/>
                  </a:lnTo>
                  <a:lnTo>
                    <a:pt x="3967731" y="1272340"/>
                  </a:lnTo>
                  <a:lnTo>
                    <a:pt x="3967825" y="1272340"/>
                  </a:lnTo>
                  <a:lnTo>
                    <a:pt x="3967919" y="1272340"/>
                  </a:lnTo>
                  <a:lnTo>
                    <a:pt x="3968013" y="1272340"/>
                  </a:lnTo>
                  <a:lnTo>
                    <a:pt x="3968107" y="1272340"/>
                  </a:lnTo>
                  <a:lnTo>
                    <a:pt x="3968201" y="1272340"/>
                  </a:lnTo>
                  <a:lnTo>
                    <a:pt x="3968295" y="1272340"/>
                  </a:lnTo>
                  <a:lnTo>
                    <a:pt x="3968389" y="1272340"/>
                  </a:lnTo>
                  <a:lnTo>
                    <a:pt x="3968483" y="1272340"/>
                  </a:lnTo>
                  <a:lnTo>
                    <a:pt x="3968577" y="1272340"/>
                  </a:lnTo>
                  <a:lnTo>
                    <a:pt x="3968671" y="1272340"/>
                  </a:lnTo>
                  <a:lnTo>
                    <a:pt x="3968765" y="1272340"/>
                  </a:lnTo>
                  <a:lnTo>
                    <a:pt x="3968859" y="1272340"/>
                  </a:lnTo>
                  <a:lnTo>
                    <a:pt x="3968953" y="1272340"/>
                  </a:lnTo>
                  <a:lnTo>
                    <a:pt x="3969047" y="1272340"/>
                  </a:lnTo>
                  <a:lnTo>
                    <a:pt x="3969141" y="1272340"/>
                  </a:lnTo>
                  <a:lnTo>
                    <a:pt x="3969235" y="1272340"/>
                  </a:lnTo>
                  <a:lnTo>
                    <a:pt x="3969329" y="1272340"/>
                  </a:lnTo>
                  <a:lnTo>
                    <a:pt x="3969423" y="1272340"/>
                  </a:lnTo>
                  <a:lnTo>
                    <a:pt x="3969518" y="1272340"/>
                  </a:lnTo>
                  <a:lnTo>
                    <a:pt x="3969612" y="1272340"/>
                  </a:lnTo>
                  <a:lnTo>
                    <a:pt x="3969706" y="1272340"/>
                  </a:lnTo>
                  <a:lnTo>
                    <a:pt x="3969800" y="1272340"/>
                  </a:lnTo>
                  <a:lnTo>
                    <a:pt x="3969894" y="1272340"/>
                  </a:lnTo>
                  <a:lnTo>
                    <a:pt x="3969988" y="1272340"/>
                  </a:lnTo>
                  <a:lnTo>
                    <a:pt x="3970082" y="1272340"/>
                  </a:lnTo>
                  <a:lnTo>
                    <a:pt x="3970176" y="1272340"/>
                  </a:lnTo>
                  <a:lnTo>
                    <a:pt x="3970270" y="1272340"/>
                  </a:lnTo>
                  <a:lnTo>
                    <a:pt x="3970364" y="1272340"/>
                  </a:lnTo>
                  <a:lnTo>
                    <a:pt x="3970458" y="1272340"/>
                  </a:lnTo>
                  <a:lnTo>
                    <a:pt x="3970552" y="1272340"/>
                  </a:lnTo>
                  <a:lnTo>
                    <a:pt x="3970646" y="1272340"/>
                  </a:lnTo>
                  <a:lnTo>
                    <a:pt x="3970740" y="1272340"/>
                  </a:lnTo>
                  <a:lnTo>
                    <a:pt x="3970834" y="1272340"/>
                  </a:lnTo>
                  <a:lnTo>
                    <a:pt x="3970928" y="1272340"/>
                  </a:lnTo>
                  <a:lnTo>
                    <a:pt x="3971022" y="1272340"/>
                  </a:lnTo>
                  <a:lnTo>
                    <a:pt x="3971116" y="1272340"/>
                  </a:lnTo>
                  <a:lnTo>
                    <a:pt x="3971210" y="1272340"/>
                  </a:lnTo>
                  <a:lnTo>
                    <a:pt x="3971304" y="1272340"/>
                  </a:lnTo>
                  <a:lnTo>
                    <a:pt x="3971304" y="1267061"/>
                  </a:lnTo>
                  <a:lnTo>
                    <a:pt x="3971398" y="1267061"/>
                  </a:lnTo>
                  <a:lnTo>
                    <a:pt x="3971492" y="1267061"/>
                  </a:lnTo>
                  <a:lnTo>
                    <a:pt x="3971586" y="1267061"/>
                  </a:lnTo>
                  <a:lnTo>
                    <a:pt x="3971680" y="1267061"/>
                  </a:lnTo>
                  <a:lnTo>
                    <a:pt x="3971774" y="1267061"/>
                  </a:lnTo>
                  <a:lnTo>
                    <a:pt x="3971868" y="1267061"/>
                  </a:lnTo>
                  <a:lnTo>
                    <a:pt x="3971962" y="1267061"/>
                  </a:lnTo>
                  <a:lnTo>
                    <a:pt x="3972056" y="1267061"/>
                  </a:lnTo>
                  <a:lnTo>
                    <a:pt x="3972150" y="1267061"/>
                  </a:lnTo>
                  <a:lnTo>
                    <a:pt x="3972244" y="1267061"/>
                  </a:lnTo>
                  <a:lnTo>
                    <a:pt x="3972338" y="1267061"/>
                  </a:lnTo>
                  <a:lnTo>
                    <a:pt x="3972432" y="1267061"/>
                  </a:lnTo>
                  <a:lnTo>
                    <a:pt x="3972526" y="1267061"/>
                  </a:lnTo>
                  <a:lnTo>
                    <a:pt x="3972620" y="1267061"/>
                  </a:lnTo>
                  <a:lnTo>
                    <a:pt x="3972714" y="1267061"/>
                  </a:lnTo>
                  <a:lnTo>
                    <a:pt x="3972714" y="1261781"/>
                  </a:lnTo>
                  <a:lnTo>
                    <a:pt x="3972808" y="1261781"/>
                  </a:lnTo>
                  <a:lnTo>
                    <a:pt x="3972902" y="1261781"/>
                  </a:lnTo>
                  <a:lnTo>
                    <a:pt x="3972996" y="1261781"/>
                  </a:lnTo>
                  <a:lnTo>
                    <a:pt x="3973091" y="1261781"/>
                  </a:lnTo>
                  <a:lnTo>
                    <a:pt x="3973185" y="1261781"/>
                  </a:lnTo>
                  <a:lnTo>
                    <a:pt x="3973279" y="1261781"/>
                  </a:lnTo>
                  <a:lnTo>
                    <a:pt x="3973373" y="1261781"/>
                  </a:lnTo>
                  <a:lnTo>
                    <a:pt x="3973467" y="1261781"/>
                  </a:lnTo>
                  <a:lnTo>
                    <a:pt x="3973561" y="1261781"/>
                  </a:lnTo>
                  <a:lnTo>
                    <a:pt x="3973655" y="1261781"/>
                  </a:lnTo>
                  <a:lnTo>
                    <a:pt x="3973749" y="1261781"/>
                  </a:lnTo>
                  <a:lnTo>
                    <a:pt x="3973843" y="1261781"/>
                  </a:lnTo>
                  <a:lnTo>
                    <a:pt x="3973937" y="1261781"/>
                  </a:lnTo>
                  <a:lnTo>
                    <a:pt x="3974031" y="1261781"/>
                  </a:lnTo>
                  <a:lnTo>
                    <a:pt x="3974125" y="1261781"/>
                  </a:lnTo>
                  <a:lnTo>
                    <a:pt x="3974219" y="1261781"/>
                  </a:lnTo>
                  <a:lnTo>
                    <a:pt x="3974313" y="1261781"/>
                  </a:lnTo>
                  <a:lnTo>
                    <a:pt x="3974407" y="1261781"/>
                  </a:lnTo>
                  <a:lnTo>
                    <a:pt x="3974501" y="1261781"/>
                  </a:lnTo>
                  <a:lnTo>
                    <a:pt x="3974595" y="1261781"/>
                  </a:lnTo>
                  <a:lnTo>
                    <a:pt x="3974689" y="1261781"/>
                  </a:lnTo>
                  <a:lnTo>
                    <a:pt x="3974783" y="1261781"/>
                  </a:lnTo>
                  <a:lnTo>
                    <a:pt x="3974877" y="1261781"/>
                  </a:lnTo>
                  <a:lnTo>
                    <a:pt x="3974971" y="1261781"/>
                  </a:lnTo>
                  <a:lnTo>
                    <a:pt x="3975065" y="1261781"/>
                  </a:lnTo>
                  <a:lnTo>
                    <a:pt x="3975159" y="1261781"/>
                  </a:lnTo>
                  <a:lnTo>
                    <a:pt x="3975253" y="1261781"/>
                  </a:lnTo>
                  <a:lnTo>
                    <a:pt x="3975347" y="1261781"/>
                  </a:lnTo>
                  <a:lnTo>
                    <a:pt x="3975441" y="1261781"/>
                  </a:lnTo>
                  <a:lnTo>
                    <a:pt x="3975535" y="1261781"/>
                  </a:lnTo>
                  <a:lnTo>
                    <a:pt x="3975629" y="1261781"/>
                  </a:lnTo>
                  <a:lnTo>
                    <a:pt x="3975723" y="1261781"/>
                  </a:lnTo>
                  <a:lnTo>
                    <a:pt x="3975817" y="1261781"/>
                  </a:lnTo>
                  <a:lnTo>
                    <a:pt x="3975911" y="1261781"/>
                  </a:lnTo>
                  <a:lnTo>
                    <a:pt x="3976005" y="1261781"/>
                  </a:lnTo>
                  <a:lnTo>
                    <a:pt x="3976099" y="1261781"/>
                  </a:lnTo>
                  <a:lnTo>
                    <a:pt x="3976193" y="1261781"/>
                  </a:lnTo>
                  <a:lnTo>
                    <a:pt x="3976287" y="1261781"/>
                  </a:lnTo>
                  <a:lnTo>
                    <a:pt x="3976381" y="1261781"/>
                  </a:lnTo>
                  <a:lnTo>
                    <a:pt x="3976475" y="1261781"/>
                  </a:lnTo>
                  <a:lnTo>
                    <a:pt x="3976570" y="1261781"/>
                  </a:lnTo>
                  <a:lnTo>
                    <a:pt x="3976664" y="1261781"/>
                  </a:lnTo>
                  <a:lnTo>
                    <a:pt x="3976758" y="1261781"/>
                  </a:lnTo>
                  <a:lnTo>
                    <a:pt x="3976852" y="1261781"/>
                  </a:lnTo>
                  <a:lnTo>
                    <a:pt x="3976946" y="1261781"/>
                  </a:lnTo>
                  <a:lnTo>
                    <a:pt x="3977040" y="1261781"/>
                  </a:lnTo>
                  <a:lnTo>
                    <a:pt x="3977134" y="1261781"/>
                  </a:lnTo>
                  <a:lnTo>
                    <a:pt x="3977228" y="1261781"/>
                  </a:lnTo>
                  <a:lnTo>
                    <a:pt x="3977322" y="1261781"/>
                  </a:lnTo>
                  <a:lnTo>
                    <a:pt x="3977416" y="1261781"/>
                  </a:lnTo>
                  <a:lnTo>
                    <a:pt x="3977510" y="1261781"/>
                  </a:lnTo>
                  <a:lnTo>
                    <a:pt x="3977604" y="1261781"/>
                  </a:lnTo>
                  <a:lnTo>
                    <a:pt x="3977698" y="1261781"/>
                  </a:lnTo>
                  <a:lnTo>
                    <a:pt x="3977792" y="1261781"/>
                  </a:lnTo>
                  <a:lnTo>
                    <a:pt x="3977886" y="1261781"/>
                  </a:lnTo>
                  <a:lnTo>
                    <a:pt x="3977980" y="1261781"/>
                  </a:lnTo>
                  <a:lnTo>
                    <a:pt x="3978074" y="1261781"/>
                  </a:lnTo>
                  <a:lnTo>
                    <a:pt x="3978168" y="1261781"/>
                  </a:lnTo>
                  <a:lnTo>
                    <a:pt x="3978262" y="1261781"/>
                  </a:lnTo>
                  <a:lnTo>
                    <a:pt x="3978356" y="1261781"/>
                  </a:lnTo>
                  <a:lnTo>
                    <a:pt x="3978450" y="1261781"/>
                  </a:lnTo>
                  <a:lnTo>
                    <a:pt x="3978544" y="1261781"/>
                  </a:lnTo>
                  <a:lnTo>
                    <a:pt x="3978638" y="1261781"/>
                  </a:lnTo>
                  <a:lnTo>
                    <a:pt x="3978732" y="1261781"/>
                  </a:lnTo>
                  <a:lnTo>
                    <a:pt x="3978826" y="1261781"/>
                  </a:lnTo>
                  <a:lnTo>
                    <a:pt x="3978920" y="1261781"/>
                  </a:lnTo>
                  <a:lnTo>
                    <a:pt x="3979014" y="1261781"/>
                  </a:lnTo>
                  <a:lnTo>
                    <a:pt x="3979108" y="1261781"/>
                  </a:lnTo>
                  <a:lnTo>
                    <a:pt x="3979202" y="1261781"/>
                  </a:lnTo>
                  <a:lnTo>
                    <a:pt x="3979296" y="1261781"/>
                  </a:lnTo>
                  <a:lnTo>
                    <a:pt x="3979390" y="1261781"/>
                  </a:lnTo>
                  <a:lnTo>
                    <a:pt x="3979484" y="1261781"/>
                  </a:lnTo>
                  <a:lnTo>
                    <a:pt x="3979578" y="1261781"/>
                  </a:lnTo>
                  <a:lnTo>
                    <a:pt x="3979672" y="1261781"/>
                  </a:lnTo>
                  <a:lnTo>
                    <a:pt x="3979766" y="1261781"/>
                  </a:lnTo>
                  <a:lnTo>
                    <a:pt x="3979860" y="1261781"/>
                  </a:lnTo>
                  <a:lnTo>
                    <a:pt x="3979954" y="1261781"/>
                  </a:lnTo>
                  <a:lnTo>
                    <a:pt x="3980048" y="1261781"/>
                  </a:lnTo>
                  <a:lnTo>
                    <a:pt x="3980143" y="1261781"/>
                  </a:lnTo>
                  <a:lnTo>
                    <a:pt x="3980237" y="1261781"/>
                  </a:lnTo>
                  <a:lnTo>
                    <a:pt x="3980331" y="1261781"/>
                  </a:lnTo>
                  <a:lnTo>
                    <a:pt x="3980425" y="1261781"/>
                  </a:lnTo>
                  <a:lnTo>
                    <a:pt x="3980519" y="1261781"/>
                  </a:lnTo>
                  <a:lnTo>
                    <a:pt x="3980613" y="1261781"/>
                  </a:lnTo>
                  <a:lnTo>
                    <a:pt x="3980707" y="1261781"/>
                  </a:lnTo>
                  <a:lnTo>
                    <a:pt x="3980801" y="1261781"/>
                  </a:lnTo>
                  <a:lnTo>
                    <a:pt x="3980895" y="1261781"/>
                  </a:lnTo>
                  <a:lnTo>
                    <a:pt x="3980989" y="1261781"/>
                  </a:lnTo>
                  <a:lnTo>
                    <a:pt x="3980989" y="1256502"/>
                  </a:lnTo>
                  <a:lnTo>
                    <a:pt x="3981083" y="1256502"/>
                  </a:lnTo>
                  <a:lnTo>
                    <a:pt x="3981177" y="1256502"/>
                  </a:lnTo>
                  <a:lnTo>
                    <a:pt x="3981271" y="1256502"/>
                  </a:lnTo>
                  <a:lnTo>
                    <a:pt x="3981365" y="1256502"/>
                  </a:lnTo>
                  <a:lnTo>
                    <a:pt x="3981459" y="1256502"/>
                  </a:lnTo>
                  <a:lnTo>
                    <a:pt x="3981553" y="1256502"/>
                  </a:lnTo>
                  <a:lnTo>
                    <a:pt x="3981647" y="1256502"/>
                  </a:lnTo>
                  <a:lnTo>
                    <a:pt x="3981741" y="1256502"/>
                  </a:lnTo>
                  <a:lnTo>
                    <a:pt x="3981835" y="1256502"/>
                  </a:lnTo>
                  <a:lnTo>
                    <a:pt x="3981929" y="1256502"/>
                  </a:lnTo>
                  <a:lnTo>
                    <a:pt x="3982023" y="1256502"/>
                  </a:lnTo>
                  <a:lnTo>
                    <a:pt x="3982117" y="1256502"/>
                  </a:lnTo>
                  <a:lnTo>
                    <a:pt x="3982211" y="1256502"/>
                  </a:lnTo>
                  <a:lnTo>
                    <a:pt x="3982305" y="1256502"/>
                  </a:lnTo>
                  <a:lnTo>
                    <a:pt x="3982399" y="1256502"/>
                  </a:lnTo>
                  <a:lnTo>
                    <a:pt x="3982493" y="1256502"/>
                  </a:lnTo>
                  <a:lnTo>
                    <a:pt x="3982587" y="1256502"/>
                  </a:lnTo>
                  <a:lnTo>
                    <a:pt x="3982681" y="1256502"/>
                  </a:lnTo>
                  <a:lnTo>
                    <a:pt x="3982775" y="1256502"/>
                  </a:lnTo>
                  <a:lnTo>
                    <a:pt x="3982869" y="1256502"/>
                  </a:lnTo>
                  <a:lnTo>
                    <a:pt x="3982963" y="1256502"/>
                  </a:lnTo>
                  <a:lnTo>
                    <a:pt x="3983057" y="1256502"/>
                  </a:lnTo>
                  <a:lnTo>
                    <a:pt x="3983151" y="1256502"/>
                  </a:lnTo>
                  <a:lnTo>
                    <a:pt x="3983245" y="1256502"/>
                  </a:lnTo>
                  <a:lnTo>
                    <a:pt x="3983339" y="1256502"/>
                  </a:lnTo>
                  <a:lnTo>
                    <a:pt x="3983433" y="1256502"/>
                  </a:lnTo>
                  <a:lnTo>
                    <a:pt x="3983527" y="1256502"/>
                  </a:lnTo>
                  <a:lnTo>
                    <a:pt x="3983621" y="1256502"/>
                  </a:lnTo>
                  <a:lnTo>
                    <a:pt x="3983716" y="1256502"/>
                  </a:lnTo>
                  <a:lnTo>
                    <a:pt x="3983810" y="1256502"/>
                  </a:lnTo>
                  <a:lnTo>
                    <a:pt x="3983904" y="1256502"/>
                  </a:lnTo>
                  <a:lnTo>
                    <a:pt x="3983998" y="1256502"/>
                  </a:lnTo>
                  <a:lnTo>
                    <a:pt x="3984092" y="1256502"/>
                  </a:lnTo>
                  <a:lnTo>
                    <a:pt x="3984186" y="1256502"/>
                  </a:lnTo>
                  <a:lnTo>
                    <a:pt x="3984280" y="1256502"/>
                  </a:lnTo>
                  <a:lnTo>
                    <a:pt x="3984374" y="1256502"/>
                  </a:lnTo>
                  <a:lnTo>
                    <a:pt x="3984468" y="1256502"/>
                  </a:lnTo>
                  <a:lnTo>
                    <a:pt x="3984562" y="1256502"/>
                  </a:lnTo>
                  <a:lnTo>
                    <a:pt x="3984656" y="1256502"/>
                  </a:lnTo>
                  <a:lnTo>
                    <a:pt x="3984750" y="1256502"/>
                  </a:lnTo>
                  <a:lnTo>
                    <a:pt x="3984844" y="1256502"/>
                  </a:lnTo>
                  <a:lnTo>
                    <a:pt x="3984938" y="1256502"/>
                  </a:lnTo>
                  <a:lnTo>
                    <a:pt x="3985032" y="1256502"/>
                  </a:lnTo>
                  <a:lnTo>
                    <a:pt x="3985126" y="1256502"/>
                  </a:lnTo>
                  <a:lnTo>
                    <a:pt x="3985220" y="1256502"/>
                  </a:lnTo>
                  <a:lnTo>
                    <a:pt x="3985314" y="1256502"/>
                  </a:lnTo>
                  <a:lnTo>
                    <a:pt x="3985408" y="1256502"/>
                  </a:lnTo>
                  <a:lnTo>
                    <a:pt x="3985502" y="1256502"/>
                  </a:lnTo>
                  <a:lnTo>
                    <a:pt x="3985596" y="1256502"/>
                  </a:lnTo>
                  <a:lnTo>
                    <a:pt x="3985690" y="1256502"/>
                  </a:lnTo>
                  <a:lnTo>
                    <a:pt x="3985784" y="1256502"/>
                  </a:lnTo>
                  <a:lnTo>
                    <a:pt x="3985878" y="1256502"/>
                  </a:lnTo>
                  <a:lnTo>
                    <a:pt x="3985972" y="1256502"/>
                  </a:lnTo>
                  <a:lnTo>
                    <a:pt x="3986066" y="1256502"/>
                  </a:lnTo>
                  <a:lnTo>
                    <a:pt x="3986160" y="1256502"/>
                  </a:lnTo>
                  <a:lnTo>
                    <a:pt x="3986254" y="1256502"/>
                  </a:lnTo>
                  <a:lnTo>
                    <a:pt x="3986348" y="1256502"/>
                  </a:lnTo>
                  <a:lnTo>
                    <a:pt x="3986442" y="1256502"/>
                  </a:lnTo>
                  <a:lnTo>
                    <a:pt x="3986536" y="1256502"/>
                  </a:lnTo>
                  <a:lnTo>
                    <a:pt x="3986630" y="1256502"/>
                  </a:lnTo>
                  <a:lnTo>
                    <a:pt x="3986724" y="1256502"/>
                  </a:lnTo>
                  <a:lnTo>
                    <a:pt x="3986818" y="1256502"/>
                  </a:lnTo>
                  <a:lnTo>
                    <a:pt x="3986912" y="1256502"/>
                  </a:lnTo>
                  <a:lnTo>
                    <a:pt x="3987006" y="1256502"/>
                  </a:lnTo>
                  <a:lnTo>
                    <a:pt x="3987100" y="1256502"/>
                  </a:lnTo>
                  <a:lnTo>
                    <a:pt x="3987195" y="1256502"/>
                  </a:lnTo>
                  <a:lnTo>
                    <a:pt x="3987289" y="1256502"/>
                  </a:lnTo>
                  <a:lnTo>
                    <a:pt x="3987383" y="1256502"/>
                  </a:lnTo>
                  <a:lnTo>
                    <a:pt x="3987477" y="1256502"/>
                  </a:lnTo>
                  <a:lnTo>
                    <a:pt x="3987571" y="1256502"/>
                  </a:lnTo>
                  <a:lnTo>
                    <a:pt x="3987665" y="1256502"/>
                  </a:lnTo>
                  <a:lnTo>
                    <a:pt x="3987759" y="1256502"/>
                  </a:lnTo>
                  <a:lnTo>
                    <a:pt x="3987853" y="1256502"/>
                  </a:lnTo>
                  <a:lnTo>
                    <a:pt x="3987947" y="1256502"/>
                  </a:lnTo>
                  <a:lnTo>
                    <a:pt x="3988041" y="1256502"/>
                  </a:lnTo>
                  <a:lnTo>
                    <a:pt x="3988135" y="1256502"/>
                  </a:lnTo>
                  <a:lnTo>
                    <a:pt x="3988229" y="1256502"/>
                  </a:lnTo>
                  <a:lnTo>
                    <a:pt x="3988323" y="1256502"/>
                  </a:lnTo>
                  <a:lnTo>
                    <a:pt x="3988417" y="1256502"/>
                  </a:lnTo>
                  <a:lnTo>
                    <a:pt x="3988511" y="1256502"/>
                  </a:lnTo>
                  <a:lnTo>
                    <a:pt x="3988605" y="1256502"/>
                  </a:lnTo>
                  <a:lnTo>
                    <a:pt x="3988605" y="1251222"/>
                  </a:lnTo>
                  <a:lnTo>
                    <a:pt x="3988699" y="1251222"/>
                  </a:lnTo>
                  <a:lnTo>
                    <a:pt x="3988793" y="1251222"/>
                  </a:lnTo>
                  <a:lnTo>
                    <a:pt x="3988887" y="1251222"/>
                  </a:lnTo>
                  <a:lnTo>
                    <a:pt x="3988981" y="1251222"/>
                  </a:lnTo>
                  <a:lnTo>
                    <a:pt x="3989075" y="1251222"/>
                  </a:lnTo>
                  <a:lnTo>
                    <a:pt x="3989169" y="1251222"/>
                  </a:lnTo>
                  <a:lnTo>
                    <a:pt x="3989263" y="1251222"/>
                  </a:lnTo>
                  <a:lnTo>
                    <a:pt x="3989357" y="1251222"/>
                  </a:lnTo>
                  <a:lnTo>
                    <a:pt x="3989451" y="1251222"/>
                  </a:lnTo>
                  <a:lnTo>
                    <a:pt x="3989545" y="1251222"/>
                  </a:lnTo>
                  <a:lnTo>
                    <a:pt x="3989639" y="1251222"/>
                  </a:lnTo>
                  <a:lnTo>
                    <a:pt x="3989733" y="1251222"/>
                  </a:lnTo>
                  <a:lnTo>
                    <a:pt x="3989827" y="1251222"/>
                  </a:lnTo>
                  <a:lnTo>
                    <a:pt x="3989921" y="1251222"/>
                  </a:lnTo>
                  <a:lnTo>
                    <a:pt x="3990015" y="1251222"/>
                  </a:lnTo>
                  <a:lnTo>
                    <a:pt x="3990109" y="1251222"/>
                  </a:lnTo>
                  <a:lnTo>
                    <a:pt x="3990203" y="1251222"/>
                  </a:lnTo>
                  <a:lnTo>
                    <a:pt x="3990297" y="1251222"/>
                  </a:lnTo>
                  <a:lnTo>
                    <a:pt x="3990391" y="1251222"/>
                  </a:lnTo>
                  <a:lnTo>
                    <a:pt x="3990485" y="1251222"/>
                  </a:lnTo>
                  <a:lnTo>
                    <a:pt x="3990579" y="1251222"/>
                  </a:lnTo>
                  <a:lnTo>
                    <a:pt x="3990673" y="1251222"/>
                  </a:lnTo>
                  <a:lnTo>
                    <a:pt x="3990768" y="1251222"/>
                  </a:lnTo>
                  <a:lnTo>
                    <a:pt x="3990862" y="1251222"/>
                  </a:lnTo>
                  <a:lnTo>
                    <a:pt x="3990956" y="1251222"/>
                  </a:lnTo>
                  <a:lnTo>
                    <a:pt x="3991050" y="1251222"/>
                  </a:lnTo>
                  <a:lnTo>
                    <a:pt x="3991144" y="1251222"/>
                  </a:lnTo>
                  <a:lnTo>
                    <a:pt x="3991238" y="1251222"/>
                  </a:lnTo>
                  <a:lnTo>
                    <a:pt x="3991332" y="1251222"/>
                  </a:lnTo>
                  <a:lnTo>
                    <a:pt x="3991426" y="1251222"/>
                  </a:lnTo>
                  <a:lnTo>
                    <a:pt x="3991520" y="1251222"/>
                  </a:lnTo>
                  <a:lnTo>
                    <a:pt x="3991614" y="1251222"/>
                  </a:lnTo>
                  <a:lnTo>
                    <a:pt x="3991708" y="1251222"/>
                  </a:lnTo>
                  <a:lnTo>
                    <a:pt x="3991802" y="1251222"/>
                  </a:lnTo>
                  <a:lnTo>
                    <a:pt x="3991896" y="1251222"/>
                  </a:lnTo>
                  <a:lnTo>
                    <a:pt x="3991990" y="1251222"/>
                  </a:lnTo>
                  <a:lnTo>
                    <a:pt x="3992084" y="1251222"/>
                  </a:lnTo>
                  <a:lnTo>
                    <a:pt x="3992178" y="1251222"/>
                  </a:lnTo>
                  <a:lnTo>
                    <a:pt x="3992272" y="1251222"/>
                  </a:lnTo>
                  <a:lnTo>
                    <a:pt x="3992366" y="1251222"/>
                  </a:lnTo>
                  <a:lnTo>
                    <a:pt x="3992460" y="1251222"/>
                  </a:lnTo>
                  <a:lnTo>
                    <a:pt x="3992554" y="1251222"/>
                  </a:lnTo>
                  <a:lnTo>
                    <a:pt x="3992648" y="1251222"/>
                  </a:lnTo>
                  <a:lnTo>
                    <a:pt x="3992742" y="1251222"/>
                  </a:lnTo>
                  <a:lnTo>
                    <a:pt x="3992836" y="1251222"/>
                  </a:lnTo>
                  <a:lnTo>
                    <a:pt x="3992930" y="1251222"/>
                  </a:lnTo>
                  <a:lnTo>
                    <a:pt x="3993024" y="1251222"/>
                  </a:lnTo>
                  <a:lnTo>
                    <a:pt x="3993118" y="1251222"/>
                  </a:lnTo>
                  <a:lnTo>
                    <a:pt x="3993212" y="1251222"/>
                  </a:lnTo>
                  <a:lnTo>
                    <a:pt x="3993306" y="1251222"/>
                  </a:lnTo>
                  <a:lnTo>
                    <a:pt x="3993400" y="1251222"/>
                  </a:lnTo>
                  <a:lnTo>
                    <a:pt x="3993494" y="1251222"/>
                  </a:lnTo>
                  <a:lnTo>
                    <a:pt x="3993588" y="1251222"/>
                  </a:lnTo>
                  <a:lnTo>
                    <a:pt x="3993682" y="1251222"/>
                  </a:lnTo>
                  <a:lnTo>
                    <a:pt x="3993776" y="1251222"/>
                  </a:lnTo>
                  <a:lnTo>
                    <a:pt x="3993870" y="1251222"/>
                  </a:lnTo>
                  <a:lnTo>
                    <a:pt x="3993964" y="1251222"/>
                  </a:lnTo>
                  <a:lnTo>
                    <a:pt x="3993964" y="1245943"/>
                  </a:lnTo>
                  <a:lnTo>
                    <a:pt x="3994058" y="1245943"/>
                  </a:lnTo>
                  <a:lnTo>
                    <a:pt x="3994152" y="1245943"/>
                  </a:lnTo>
                  <a:lnTo>
                    <a:pt x="3994246" y="1245943"/>
                  </a:lnTo>
                  <a:lnTo>
                    <a:pt x="3994341" y="1245943"/>
                  </a:lnTo>
                  <a:lnTo>
                    <a:pt x="3994435" y="1245943"/>
                  </a:lnTo>
                  <a:lnTo>
                    <a:pt x="3994529" y="1245943"/>
                  </a:lnTo>
                  <a:lnTo>
                    <a:pt x="3994623" y="1245943"/>
                  </a:lnTo>
                  <a:lnTo>
                    <a:pt x="3994717" y="1245943"/>
                  </a:lnTo>
                  <a:lnTo>
                    <a:pt x="3994811" y="1245943"/>
                  </a:lnTo>
                  <a:lnTo>
                    <a:pt x="3994905" y="1245943"/>
                  </a:lnTo>
                  <a:lnTo>
                    <a:pt x="3994999" y="1245943"/>
                  </a:lnTo>
                  <a:lnTo>
                    <a:pt x="3995093" y="1245943"/>
                  </a:lnTo>
                  <a:lnTo>
                    <a:pt x="3995187" y="1245943"/>
                  </a:lnTo>
                  <a:lnTo>
                    <a:pt x="3995281" y="1245943"/>
                  </a:lnTo>
                  <a:lnTo>
                    <a:pt x="3995375" y="1245943"/>
                  </a:lnTo>
                  <a:lnTo>
                    <a:pt x="3995469" y="1245943"/>
                  </a:lnTo>
                  <a:lnTo>
                    <a:pt x="3995563" y="1245943"/>
                  </a:lnTo>
                  <a:lnTo>
                    <a:pt x="3995657" y="1245943"/>
                  </a:lnTo>
                  <a:lnTo>
                    <a:pt x="3995751" y="1245943"/>
                  </a:lnTo>
                  <a:lnTo>
                    <a:pt x="3995845" y="1245943"/>
                  </a:lnTo>
                  <a:lnTo>
                    <a:pt x="3995939" y="1245943"/>
                  </a:lnTo>
                  <a:lnTo>
                    <a:pt x="3996033" y="1245943"/>
                  </a:lnTo>
                  <a:lnTo>
                    <a:pt x="3996127" y="1245943"/>
                  </a:lnTo>
                  <a:lnTo>
                    <a:pt x="3996221" y="1245943"/>
                  </a:lnTo>
                  <a:lnTo>
                    <a:pt x="3996315" y="1245943"/>
                  </a:lnTo>
                  <a:lnTo>
                    <a:pt x="3996409" y="1245943"/>
                  </a:lnTo>
                  <a:lnTo>
                    <a:pt x="3996503" y="1245943"/>
                  </a:lnTo>
                  <a:lnTo>
                    <a:pt x="3996597" y="1245943"/>
                  </a:lnTo>
                  <a:lnTo>
                    <a:pt x="3996691" y="1245943"/>
                  </a:lnTo>
                  <a:lnTo>
                    <a:pt x="3996785" y="1245943"/>
                  </a:lnTo>
                  <a:lnTo>
                    <a:pt x="3996879" y="1245943"/>
                  </a:lnTo>
                  <a:lnTo>
                    <a:pt x="3996973" y="1245943"/>
                  </a:lnTo>
                  <a:lnTo>
                    <a:pt x="3997067" y="1245943"/>
                  </a:lnTo>
                  <a:lnTo>
                    <a:pt x="3997161" y="1245943"/>
                  </a:lnTo>
                  <a:lnTo>
                    <a:pt x="3997255" y="1245943"/>
                  </a:lnTo>
                  <a:lnTo>
                    <a:pt x="3997349" y="1245943"/>
                  </a:lnTo>
                  <a:lnTo>
                    <a:pt x="3997443" y="1245943"/>
                  </a:lnTo>
                  <a:lnTo>
                    <a:pt x="3997537" y="1245943"/>
                  </a:lnTo>
                  <a:lnTo>
                    <a:pt x="3997631" y="1245943"/>
                  </a:lnTo>
                  <a:lnTo>
                    <a:pt x="3997725" y="1245943"/>
                  </a:lnTo>
                  <a:lnTo>
                    <a:pt x="3997820" y="1245943"/>
                  </a:lnTo>
                  <a:lnTo>
                    <a:pt x="3997914" y="1245943"/>
                  </a:lnTo>
                  <a:lnTo>
                    <a:pt x="3998008" y="1245943"/>
                  </a:lnTo>
                  <a:lnTo>
                    <a:pt x="3998102" y="1245943"/>
                  </a:lnTo>
                  <a:lnTo>
                    <a:pt x="3998196" y="1245943"/>
                  </a:lnTo>
                  <a:lnTo>
                    <a:pt x="3998290" y="1245943"/>
                  </a:lnTo>
                  <a:lnTo>
                    <a:pt x="3998384" y="1245943"/>
                  </a:lnTo>
                  <a:lnTo>
                    <a:pt x="3998478" y="1245943"/>
                  </a:lnTo>
                  <a:lnTo>
                    <a:pt x="3998572" y="1245943"/>
                  </a:lnTo>
                  <a:lnTo>
                    <a:pt x="3998666" y="1245943"/>
                  </a:lnTo>
                  <a:lnTo>
                    <a:pt x="3998760" y="1245943"/>
                  </a:lnTo>
                  <a:lnTo>
                    <a:pt x="3998854" y="1245943"/>
                  </a:lnTo>
                  <a:lnTo>
                    <a:pt x="3998948" y="1245943"/>
                  </a:lnTo>
                  <a:lnTo>
                    <a:pt x="3999042" y="1245943"/>
                  </a:lnTo>
                  <a:lnTo>
                    <a:pt x="3999136" y="1245943"/>
                  </a:lnTo>
                  <a:lnTo>
                    <a:pt x="3999230" y="1245943"/>
                  </a:lnTo>
                  <a:lnTo>
                    <a:pt x="3999324" y="1245943"/>
                  </a:lnTo>
                  <a:lnTo>
                    <a:pt x="3999418" y="1245943"/>
                  </a:lnTo>
                  <a:lnTo>
                    <a:pt x="3999512" y="1245943"/>
                  </a:lnTo>
                  <a:lnTo>
                    <a:pt x="3999606" y="1245943"/>
                  </a:lnTo>
                  <a:lnTo>
                    <a:pt x="3999700" y="1245943"/>
                  </a:lnTo>
                  <a:lnTo>
                    <a:pt x="3999794" y="1245943"/>
                  </a:lnTo>
                  <a:lnTo>
                    <a:pt x="3999888" y="1245943"/>
                  </a:lnTo>
                  <a:lnTo>
                    <a:pt x="3999982" y="1245943"/>
                  </a:lnTo>
                  <a:lnTo>
                    <a:pt x="4000076" y="1245943"/>
                  </a:lnTo>
                  <a:lnTo>
                    <a:pt x="4000170" y="1245943"/>
                  </a:lnTo>
                  <a:lnTo>
                    <a:pt x="4000264" y="1245943"/>
                  </a:lnTo>
                  <a:lnTo>
                    <a:pt x="4000358" y="1245943"/>
                  </a:lnTo>
                  <a:lnTo>
                    <a:pt x="4000452" y="1245943"/>
                  </a:lnTo>
                  <a:lnTo>
                    <a:pt x="4000546" y="1245943"/>
                  </a:lnTo>
                  <a:lnTo>
                    <a:pt x="4000640" y="1245943"/>
                  </a:lnTo>
                  <a:lnTo>
                    <a:pt x="4000734" y="1245943"/>
                  </a:lnTo>
                  <a:lnTo>
                    <a:pt x="4000828" y="1245943"/>
                  </a:lnTo>
                  <a:lnTo>
                    <a:pt x="4000922" y="1245943"/>
                  </a:lnTo>
                  <a:lnTo>
                    <a:pt x="4001016" y="1245943"/>
                  </a:lnTo>
                  <a:lnTo>
                    <a:pt x="4001110" y="1245943"/>
                  </a:lnTo>
                  <a:lnTo>
                    <a:pt x="4001204" y="1245943"/>
                  </a:lnTo>
                  <a:lnTo>
                    <a:pt x="4001298" y="1245943"/>
                  </a:lnTo>
                  <a:lnTo>
                    <a:pt x="4001393" y="1245943"/>
                  </a:lnTo>
                  <a:lnTo>
                    <a:pt x="4001487" y="1245943"/>
                  </a:lnTo>
                  <a:lnTo>
                    <a:pt x="4001581" y="1245943"/>
                  </a:lnTo>
                  <a:lnTo>
                    <a:pt x="4001675" y="1245943"/>
                  </a:lnTo>
                  <a:lnTo>
                    <a:pt x="4001769" y="1245943"/>
                  </a:lnTo>
                  <a:lnTo>
                    <a:pt x="4001863" y="1245943"/>
                  </a:lnTo>
                  <a:lnTo>
                    <a:pt x="4001957" y="1245943"/>
                  </a:lnTo>
                  <a:lnTo>
                    <a:pt x="4002051" y="1245943"/>
                  </a:lnTo>
                  <a:lnTo>
                    <a:pt x="4002145" y="1245943"/>
                  </a:lnTo>
                  <a:lnTo>
                    <a:pt x="4002239" y="1245943"/>
                  </a:lnTo>
                  <a:lnTo>
                    <a:pt x="4002333" y="1245943"/>
                  </a:lnTo>
                  <a:lnTo>
                    <a:pt x="4002427" y="1245943"/>
                  </a:lnTo>
                  <a:lnTo>
                    <a:pt x="4002521" y="1245943"/>
                  </a:lnTo>
                  <a:lnTo>
                    <a:pt x="4002615" y="1245943"/>
                  </a:lnTo>
                  <a:lnTo>
                    <a:pt x="4002709" y="1245943"/>
                  </a:lnTo>
                  <a:lnTo>
                    <a:pt x="4002803" y="1245943"/>
                  </a:lnTo>
                  <a:lnTo>
                    <a:pt x="4002897" y="1245943"/>
                  </a:lnTo>
                  <a:lnTo>
                    <a:pt x="4002991" y="1245943"/>
                  </a:lnTo>
                  <a:lnTo>
                    <a:pt x="4003085" y="1245943"/>
                  </a:lnTo>
                  <a:lnTo>
                    <a:pt x="4003179" y="1245943"/>
                  </a:lnTo>
                  <a:lnTo>
                    <a:pt x="4003273" y="1245943"/>
                  </a:lnTo>
                  <a:lnTo>
                    <a:pt x="4003367" y="1245943"/>
                  </a:lnTo>
                  <a:lnTo>
                    <a:pt x="4003461" y="1245943"/>
                  </a:lnTo>
                  <a:lnTo>
                    <a:pt x="4003555" y="1245943"/>
                  </a:lnTo>
                  <a:lnTo>
                    <a:pt x="4003649" y="1245943"/>
                  </a:lnTo>
                  <a:lnTo>
                    <a:pt x="4003743" y="1245943"/>
                  </a:lnTo>
                  <a:lnTo>
                    <a:pt x="4003837" y="1245943"/>
                  </a:lnTo>
                  <a:lnTo>
                    <a:pt x="4003931" y="1245943"/>
                  </a:lnTo>
                  <a:lnTo>
                    <a:pt x="4004025" y="1245943"/>
                  </a:lnTo>
                  <a:lnTo>
                    <a:pt x="4004119" y="1245943"/>
                  </a:lnTo>
                  <a:lnTo>
                    <a:pt x="4004213" y="1245943"/>
                  </a:lnTo>
                  <a:lnTo>
                    <a:pt x="4004213" y="1240664"/>
                  </a:lnTo>
                  <a:lnTo>
                    <a:pt x="4004307" y="1240664"/>
                  </a:lnTo>
                  <a:lnTo>
                    <a:pt x="4004401" y="1240664"/>
                  </a:lnTo>
                  <a:lnTo>
                    <a:pt x="4004495" y="1240664"/>
                  </a:lnTo>
                  <a:lnTo>
                    <a:pt x="4004589" y="1240664"/>
                  </a:lnTo>
                  <a:lnTo>
                    <a:pt x="4004683" y="1240664"/>
                  </a:lnTo>
                  <a:lnTo>
                    <a:pt x="4004777" y="1240664"/>
                  </a:lnTo>
                  <a:lnTo>
                    <a:pt x="4004871" y="1240664"/>
                  </a:lnTo>
                  <a:lnTo>
                    <a:pt x="4004966" y="1240664"/>
                  </a:lnTo>
                  <a:lnTo>
                    <a:pt x="4005060" y="1240664"/>
                  </a:lnTo>
                  <a:lnTo>
                    <a:pt x="4005154" y="1240664"/>
                  </a:lnTo>
                  <a:lnTo>
                    <a:pt x="4005248" y="1240664"/>
                  </a:lnTo>
                  <a:lnTo>
                    <a:pt x="4005342" y="1240664"/>
                  </a:lnTo>
                  <a:lnTo>
                    <a:pt x="4005436" y="1240664"/>
                  </a:lnTo>
                  <a:lnTo>
                    <a:pt x="4005530" y="1240664"/>
                  </a:lnTo>
                  <a:lnTo>
                    <a:pt x="4005624" y="1240664"/>
                  </a:lnTo>
                  <a:lnTo>
                    <a:pt x="4005718" y="1240664"/>
                  </a:lnTo>
                  <a:lnTo>
                    <a:pt x="4005812" y="1240664"/>
                  </a:lnTo>
                  <a:lnTo>
                    <a:pt x="4005906" y="1240664"/>
                  </a:lnTo>
                  <a:lnTo>
                    <a:pt x="4006000" y="1240664"/>
                  </a:lnTo>
                  <a:lnTo>
                    <a:pt x="4006094" y="1240664"/>
                  </a:lnTo>
                  <a:lnTo>
                    <a:pt x="4006188" y="1240664"/>
                  </a:lnTo>
                  <a:lnTo>
                    <a:pt x="4006282" y="1240664"/>
                  </a:lnTo>
                  <a:lnTo>
                    <a:pt x="4006376" y="1240664"/>
                  </a:lnTo>
                  <a:lnTo>
                    <a:pt x="4006470" y="1240664"/>
                  </a:lnTo>
                  <a:lnTo>
                    <a:pt x="4006564" y="1240664"/>
                  </a:lnTo>
                  <a:lnTo>
                    <a:pt x="4006658" y="1240664"/>
                  </a:lnTo>
                  <a:lnTo>
                    <a:pt x="4006752" y="1240664"/>
                  </a:lnTo>
                  <a:lnTo>
                    <a:pt x="4006846" y="1240664"/>
                  </a:lnTo>
                  <a:lnTo>
                    <a:pt x="4006940" y="1240664"/>
                  </a:lnTo>
                  <a:lnTo>
                    <a:pt x="4007034" y="1240664"/>
                  </a:lnTo>
                  <a:lnTo>
                    <a:pt x="4007128" y="1240664"/>
                  </a:lnTo>
                  <a:lnTo>
                    <a:pt x="4007222" y="1240664"/>
                  </a:lnTo>
                  <a:lnTo>
                    <a:pt x="4007316" y="1240664"/>
                  </a:lnTo>
                  <a:lnTo>
                    <a:pt x="4007410" y="1240664"/>
                  </a:lnTo>
                  <a:lnTo>
                    <a:pt x="4007504" y="1240664"/>
                  </a:lnTo>
                  <a:lnTo>
                    <a:pt x="4007598" y="1240664"/>
                  </a:lnTo>
                  <a:lnTo>
                    <a:pt x="4007692" y="1240664"/>
                  </a:lnTo>
                  <a:lnTo>
                    <a:pt x="4007786" y="1240664"/>
                  </a:lnTo>
                  <a:lnTo>
                    <a:pt x="4007880" y="1240664"/>
                  </a:lnTo>
                  <a:lnTo>
                    <a:pt x="4007974" y="1240664"/>
                  </a:lnTo>
                  <a:lnTo>
                    <a:pt x="4008068" y="1240664"/>
                  </a:lnTo>
                  <a:lnTo>
                    <a:pt x="4008162" y="1240664"/>
                  </a:lnTo>
                  <a:lnTo>
                    <a:pt x="4008256" y="1240664"/>
                  </a:lnTo>
                  <a:lnTo>
                    <a:pt x="4008350" y="1240664"/>
                  </a:lnTo>
                  <a:lnTo>
                    <a:pt x="4008444" y="1240664"/>
                  </a:lnTo>
                  <a:lnTo>
                    <a:pt x="4008539" y="1240664"/>
                  </a:lnTo>
                  <a:lnTo>
                    <a:pt x="4008633" y="1240664"/>
                  </a:lnTo>
                  <a:lnTo>
                    <a:pt x="4008727" y="1240664"/>
                  </a:lnTo>
                  <a:lnTo>
                    <a:pt x="4008821" y="1240664"/>
                  </a:lnTo>
                  <a:lnTo>
                    <a:pt x="4008915" y="1240664"/>
                  </a:lnTo>
                  <a:lnTo>
                    <a:pt x="4009009" y="1240664"/>
                  </a:lnTo>
                  <a:lnTo>
                    <a:pt x="4009103" y="1240664"/>
                  </a:lnTo>
                  <a:lnTo>
                    <a:pt x="4009197" y="1240664"/>
                  </a:lnTo>
                  <a:lnTo>
                    <a:pt x="4009291" y="1240664"/>
                  </a:lnTo>
                  <a:lnTo>
                    <a:pt x="4009385" y="1240664"/>
                  </a:lnTo>
                  <a:lnTo>
                    <a:pt x="4009479" y="1240664"/>
                  </a:lnTo>
                  <a:lnTo>
                    <a:pt x="4009573" y="1240664"/>
                  </a:lnTo>
                  <a:lnTo>
                    <a:pt x="4009667" y="1240664"/>
                  </a:lnTo>
                  <a:lnTo>
                    <a:pt x="4009761" y="1240664"/>
                  </a:lnTo>
                  <a:lnTo>
                    <a:pt x="4009855" y="1240664"/>
                  </a:lnTo>
                  <a:lnTo>
                    <a:pt x="4009949" y="1240664"/>
                  </a:lnTo>
                  <a:lnTo>
                    <a:pt x="4010043" y="1240664"/>
                  </a:lnTo>
                  <a:lnTo>
                    <a:pt x="4010137" y="1240664"/>
                  </a:lnTo>
                  <a:lnTo>
                    <a:pt x="4010231" y="1240664"/>
                  </a:lnTo>
                  <a:lnTo>
                    <a:pt x="4010325" y="1240664"/>
                  </a:lnTo>
                  <a:lnTo>
                    <a:pt x="4010419" y="1240664"/>
                  </a:lnTo>
                  <a:lnTo>
                    <a:pt x="4010513" y="1240664"/>
                  </a:lnTo>
                  <a:lnTo>
                    <a:pt x="4010607" y="1240664"/>
                  </a:lnTo>
                  <a:lnTo>
                    <a:pt x="4010701" y="1240664"/>
                  </a:lnTo>
                  <a:lnTo>
                    <a:pt x="4010795" y="1240664"/>
                  </a:lnTo>
                  <a:lnTo>
                    <a:pt x="4010889" y="1240664"/>
                  </a:lnTo>
                  <a:lnTo>
                    <a:pt x="4010983" y="1240664"/>
                  </a:lnTo>
                  <a:lnTo>
                    <a:pt x="4011077" y="1240664"/>
                  </a:lnTo>
                  <a:lnTo>
                    <a:pt x="4011171" y="1240664"/>
                  </a:lnTo>
                  <a:lnTo>
                    <a:pt x="4011265" y="1240664"/>
                  </a:lnTo>
                  <a:lnTo>
                    <a:pt x="4011359" y="1240664"/>
                  </a:lnTo>
                  <a:lnTo>
                    <a:pt x="4011453" y="1240664"/>
                  </a:lnTo>
                  <a:lnTo>
                    <a:pt x="4011547" y="1240664"/>
                  </a:lnTo>
                  <a:lnTo>
                    <a:pt x="4011641" y="1240664"/>
                  </a:lnTo>
                  <a:lnTo>
                    <a:pt x="4011735" y="1240664"/>
                  </a:lnTo>
                  <a:lnTo>
                    <a:pt x="4011829" y="1240664"/>
                  </a:lnTo>
                  <a:lnTo>
                    <a:pt x="4011923" y="1240664"/>
                  </a:lnTo>
                  <a:lnTo>
                    <a:pt x="4012018" y="1240664"/>
                  </a:lnTo>
                  <a:lnTo>
                    <a:pt x="4012112" y="1240664"/>
                  </a:lnTo>
                  <a:lnTo>
                    <a:pt x="4012206" y="1240664"/>
                  </a:lnTo>
                  <a:lnTo>
                    <a:pt x="4012300" y="1240664"/>
                  </a:lnTo>
                  <a:lnTo>
                    <a:pt x="4012394" y="1240664"/>
                  </a:lnTo>
                  <a:lnTo>
                    <a:pt x="4012488" y="1240664"/>
                  </a:lnTo>
                  <a:lnTo>
                    <a:pt x="4012582" y="1240664"/>
                  </a:lnTo>
                  <a:lnTo>
                    <a:pt x="4012582" y="1235384"/>
                  </a:lnTo>
                  <a:lnTo>
                    <a:pt x="4012676" y="1235384"/>
                  </a:lnTo>
                  <a:lnTo>
                    <a:pt x="4012770" y="1235384"/>
                  </a:lnTo>
                  <a:lnTo>
                    <a:pt x="4012864" y="1235384"/>
                  </a:lnTo>
                  <a:lnTo>
                    <a:pt x="4012958" y="1235384"/>
                  </a:lnTo>
                  <a:lnTo>
                    <a:pt x="4013052" y="1235384"/>
                  </a:lnTo>
                  <a:lnTo>
                    <a:pt x="4013146" y="1235384"/>
                  </a:lnTo>
                  <a:lnTo>
                    <a:pt x="4013240" y="1235384"/>
                  </a:lnTo>
                  <a:lnTo>
                    <a:pt x="4013334" y="1235384"/>
                  </a:lnTo>
                  <a:lnTo>
                    <a:pt x="4013428" y="1235384"/>
                  </a:lnTo>
                  <a:lnTo>
                    <a:pt x="4013522" y="1235384"/>
                  </a:lnTo>
                  <a:lnTo>
                    <a:pt x="4013616" y="1235384"/>
                  </a:lnTo>
                  <a:lnTo>
                    <a:pt x="4013710" y="1235384"/>
                  </a:lnTo>
                  <a:lnTo>
                    <a:pt x="4013804" y="1235384"/>
                  </a:lnTo>
                  <a:lnTo>
                    <a:pt x="4013898" y="1235384"/>
                  </a:lnTo>
                  <a:lnTo>
                    <a:pt x="4013992" y="1235384"/>
                  </a:lnTo>
                  <a:lnTo>
                    <a:pt x="4014086" y="1235384"/>
                  </a:lnTo>
                  <a:lnTo>
                    <a:pt x="4014180" y="1235384"/>
                  </a:lnTo>
                  <a:lnTo>
                    <a:pt x="4014274" y="1235384"/>
                  </a:lnTo>
                  <a:lnTo>
                    <a:pt x="4014368" y="1235384"/>
                  </a:lnTo>
                  <a:lnTo>
                    <a:pt x="4014462" y="1235384"/>
                  </a:lnTo>
                  <a:lnTo>
                    <a:pt x="4014556" y="1235384"/>
                  </a:lnTo>
                  <a:lnTo>
                    <a:pt x="4014650" y="1235384"/>
                  </a:lnTo>
                  <a:lnTo>
                    <a:pt x="4014744" y="1235384"/>
                  </a:lnTo>
                  <a:lnTo>
                    <a:pt x="4014838" y="1235384"/>
                  </a:lnTo>
                  <a:lnTo>
                    <a:pt x="4014932" y="1235384"/>
                  </a:lnTo>
                  <a:lnTo>
                    <a:pt x="4015026" y="1235384"/>
                  </a:lnTo>
                  <a:lnTo>
                    <a:pt x="4015120" y="1235384"/>
                  </a:lnTo>
                  <a:lnTo>
                    <a:pt x="4015214" y="1235384"/>
                  </a:lnTo>
                  <a:lnTo>
                    <a:pt x="4015308" y="1235384"/>
                  </a:lnTo>
                  <a:lnTo>
                    <a:pt x="4015402" y="1235384"/>
                  </a:lnTo>
                  <a:lnTo>
                    <a:pt x="4015496" y="1235384"/>
                  </a:lnTo>
                  <a:lnTo>
                    <a:pt x="4015591" y="1235384"/>
                  </a:lnTo>
                  <a:lnTo>
                    <a:pt x="4015685" y="1235384"/>
                  </a:lnTo>
                  <a:lnTo>
                    <a:pt x="4015779" y="1235384"/>
                  </a:lnTo>
                  <a:lnTo>
                    <a:pt x="4015873" y="1235384"/>
                  </a:lnTo>
                  <a:lnTo>
                    <a:pt x="4015967" y="1235384"/>
                  </a:lnTo>
                  <a:lnTo>
                    <a:pt x="4016061" y="1235384"/>
                  </a:lnTo>
                  <a:lnTo>
                    <a:pt x="4016155" y="1235384"/>
                  </a:lnTo>
                  <a:lnTo>
                    <a:pt x="4016249" y="1235384"/>
                  </a:lnTo>
                  <a:lnTo>
                    <a:pt x="4016343" y="1235384"/>
                  </a:lnTo>
                  <a:lnTo>
                    <a:pt x="4016437" y="1235384"/>
                  </a:lnTo>
                  <a:lnTo>
                    <a:pt x="4016531" y="1235384"/>
                  </a:lnTo>
                  <a:lnTo>
                    <a:pt x="4016625" y="1235384"/>
                  </a:lnTo>
                  <a:lnTo>
                    <a:pt x="4016719" y="1235384"/>
                  </a:lnTo>
                  <a:lnTo>
                    <a:pt x="4016813" y="1235384"/>
                  </a:lnTo>
                  <a:lnTo>
                    <a:pt x="4016907" y="1235384"/>
                  </a:lnTo>
                  <a:lnTo>
                    <a:pt x="4017001" y="1235384"/>
                  </a:lnTo>
                  <a:lnTo>
                    <a:pt x="4017095" y="1235384"/>
                  </a:lnTo>
                  <a:lnTo>
                    <a:pt x="4017189" y="1235384"/>
                  </a:lnTo>
                  <a:lnTo>
                    <a:pt x="4017283" y="1235384"/>
                  </a:lnTo>
                  <a:lnTo>
                    <a:pt x="4017377" y="1235384"/>
                  </a:lnTo>
                  <a:lnTo>
                    <a:pt x="4017471" y="1235384"/>
                  </a:lnTo>
                  <a:lnTo>
                    <a:pt x="4017565" y="1235384"/>
                  </a:lnTo>
                  <a:lnTo>
                    <a:pt x="4017565" y="1230105"/>
                  </a:lnTo>
                  <a:lnTo>
                    <a:pt x="4017659" y="1230105"/>
                  </a:lnTo>
                  <a:lnTo>
                    <a:pt x="4017753" y="1230105"/>
                  </a:lnTo>
                  <a:lnTo>
                    <a:pt x="4017847" y="1230105"/>
                  </a:lnTo>
                  <a:lnTo>
                    <a:pt x="4017941" y="1230105"/>
                  </a:lnTo>
                  <a:lnTo>
                    <a:pt x="4018035" y="1230105"/>
                  </a:lnTo>
                  <a:lnTo>
                    <a:pt x="4018129" y="1230105"/>
                  </a:lnTo>
                  <a:lnTo>
                    <a:pt x="4018223" y="1230105"/>
                  </a:lnTo>
                  <a:lnTo>
                    <a:pt x="4018317" y="1230105"/>
                  </a:lnTo>
                  <a:lnTo>
                    <a:pt x="4018317" y="1224825"/>
                  </a:lnTo>
                  <a:lnTo>
                    <a:pt x="4018411" y="1224825"/>
                  </a:lnTo>
                  <a:lnTo>
                    <a:pt x="4018505" y="1224825"/>
                  </a:lnTo>
                  <a:lnTo>
                    <a:pt x="4018599" y="1224825"/>
                  </a:lnTo>
                  <a:lnTo>
                    <a:pt x="4018693" y="1224825"/>
                  </a:lnTo>
                  <a:lnTo>
                    <a:pt x="4018787" y="1224825"/>
                  </a:lnTo>
                  <a:lnTo>
                    <a:pt x="4018881" y="1224825"/>
                  </a:lnTo>
                  <a:lnTo>
                    <a:pt x="4018975" y="1224825"/>
                  </a:lnTo>
                  <a:lnTo>
                    <a:pt x="4019069" y="1224825"/>
                  </a:lnTo>
                  <a:lnTo>
                    <a:pt x="4019164" y="1224825"/>
                  </a:lnTo>
                  <a:lnTo>
                    <a:pt x="4019258" y="1224825"/>
                  </a:lnTo>
                  <a:lnTo>
                    <a:pt x="4019352" y="1224825"/>
                  </a:lnTo>
                  <a:lnTo>
                    <a:pt x="4019446" y="1224825"/>
                  </a:lnTo>
                  <a:lnTo>
                    <a:pt x="4019540" y="1224825"/>
                  </a:lnTo>
                  <a:lnTo>
                    <a:pt x="4019634" y="1224825"/>
                  </a:lnTo>
                  <a:lnTo>
                    <a:pt x="4019728" y="1224825"/>
                  </a:lnTo>
                  <a:lnTo>
                    <a:pt x="4019822" y="1224825"/>
                  </a:lnTo>
                  <a:lnTo>
                    <a:pt x="4019916" y="1224825"/>
                  </a:lnTo>
                  <a:lnTo>
                    <a:pt x="4020010" y="1224825"/>
                  </a:lnTo>
                  <a:lnTo>
                    <a:pt x="4020104" y="1224825"/>
                  </a:lnTo>
                  <a:lnTo>
                    <a:pt x="4020198" y="1224825"/>
                  </a:lnTo>
                  <a:lnTo>
                    <a:pt x="4020292" y="1224825"/>
                  </a:lnTo>
                  <a:lnTo>
                    <a:pt x="4020386" y="1224825"/>
                  </a:lnTo>
                  <a:lnTo>
                    <a:pt x="4020480" y="1224825"/>
                  </a:lnTo>
                  <a:lnTo>
                    <a:pt x="4020574" y="1224825"/>
                  </a:lnTo>
                  <a:lnTo>
                    <a:pt x="4020668" y="1224825"/>
                  </a:lnTo>
                  <a:lnTo>
                    <a:pt x="4020762" y="1224825"/>
                  </a:lnTo>
                  <a:lnTo>
                    <a:pt x="4020856" y="1224825"/>
                  </a:lnTo>
                  <a:lnTo>
                    <a:pt x="4020950" y="1224825"/>
                  </a:lnTo>
                  <a:lnTo>
                    <a:pt x="4020950" y="1219546"/>
                  </a:lnTo>
                  <a:lnTo>
                    <a:pt x="4021044" y="1219546"/>
                  </a:lnTo>
                  <a:lnTo>
                    <a:pt x="4021138" y="1219546"/>
                  </a:lnTo>
                  <a:lnTo>
                    <a:pt x="4021232" y="1219546"/>
                  </a:lnTo>
                  <a:lnTo>
                    <a:pt x="4021326" y="1219546"/>
                  </a:lnTo>
                  <a:lnTo>
                    <a:pt x="4021420" y="1219546"/>
                  </a:lnTo>
                  <a:lnTo>
                    <a:pt x="4021514" y="1219546"/>
                  </a:lnTo>
                  <a:lnTo>
                    <a:pt x="4021608" y="1219546"/>
                  </a:lnTo>
                  <a:lnTo>
                    <a:pt x="4021702" y="1219546"/>
                  </a:lnTo>
                  <a:lnTo>
                    <a:pt x="4021796" y="1219546"/>
                  </a:lnTo>
                  <a:lnTo>
                    <a:pt x="4021890" y="1219546"/>
                  </a:lnTo>
                  <a:lnTo>
                    <a:pt x="4021984" y="1219546"/>
                  </a:lnTo>
                  <a:lnTo>
                    <a:pt x="4022078" y="1219546"/>
                  </a:lnTo>
                  <a:lnTo>
                    <a:pt x="4022172" y="1219546"/>
                  </a:lnTo>
                  <a:lnTo>
                    <a:pt x="4022266" y="1219546"/>
                  </a:lnTo>
                  <a:lnTo>
                    <a:pt x="4022360" y="1219546"/>
                  </a:lnTo>
                  <a:lnTo>
                    <a:pt x="4022454" y="1219546"/>
                  </a:lnTo>
                  <a:lnTo>
                    <a:pt x="4022454" y="1214266"/>
                  </a:lnTo>
                  <a:lnTo>
                    <a:pt x="4022548" y="1214266"/>
                  </a:lnTo>
                  <a:lnTo>
                    <a:pt x="4022643" y="1214266"/>
                  </a:lnTo>
                  <a:lnTo>
                    <a:pt x="4022737" y="1214266"/>
                  </a:lnTo>
                  <a:lnTo>
                    <a:pt x="4022831" y="1214266"/>
                  </a:lnTo>
                  <a:lnTo>
                    <a:pt x="4022925" y="1214266"/>
                  </a:lnTo>
                  <a:lnTo>
                    <a:pt x="4023019" y="1214266"/>
                  </a:lnTo>
                  <a:lnTo>
                    <a:pt x="4023113" y="1214266"/>
                  </a:lnTo>
                  <a:lnTo>
                    <a:pt x="4023207" y="1214266"/>
                  </a:lnTo>
                  <a:lnTo>
                    <a:pt x="4023301" y="1214266"/>
                  </a:lnTo>
                  <a:lnTo>
                    <a:pt x="4023395" y="1214266"/>
                  </a:lnTo>
                  <a:lnTo>
                    <a:pt x="4023489" y="1214266"/>
                  </a:lnTo>
                  <a:lnTo>
                    <a:pt x="4023583" y="1214266"/>
                  </a:lnTo>
                  <a:lnTo>
                    <a:pt x="4023677" y="1214266"/>
                  </a:lnTo>
                  <a:lnTo>
                    <a:pt x="4023771" y="1214266"/>
                  </a:lnTo>
                  <a:lnTo>
                    <a:pt x="4023865" y="1214266"/>
                  </a:lnTo>
                  <a:lnTo>
                    <a:pt x="4023959" y="1214266"/>
                  </a:lnTo>
                  <a:lnTo>
                    <a:pt x="4024053" y="1214266"/>
                  </a:lnTo>
                  <a:lnTo>
                    <a:pt x="4024147" y="1214266"/>
                  </a:lnTo>
                  <a:lnTo>
                    <a:pt x="4024241" y="1214266"/>
                  </a:lnTo>
                  <a:lnTo>
                    <a:pt x="4024335" y="1214266"/>
                  </a:lnTo>
                  <a:lnTo>
                    <a:pt x="4024429" y="1214266"/>
                  </a:lnTo>
                  <a:lnTo>
                    <a:pt x="4024523" y="1214266"/>
                  </a:lnTo>
                  <a:lnTo>
                    <a:pt x="4024617" y="1214266"/>
                  </a:lnTo>
                  <a:lnTo>
                    <a:pt x="4024711" y="1214266"/>
                  </a:lnTo>
                  <a:lnTo>
                    <a:pt x="4024805" y="1214266"/>
                  </a:lnTo>
                  <a:lnTo>
                    <a:pt x="4024899" y="1214266"/>
                  </a:lnTo>
                  <a:lnTo>
                    <a:pt x="4024993" y="1214266"/>
                  </a:lnTo>
                  <a:lnTo>
                    <a:pt x="4025087" y="1214266"/>
                  </a:lnTo>
                  <a:lnTo>
                    <a:pt x="4025181" y="1214266"/>
                  </a:lnTo>
                  <a:lnTo>
                    <a:pt x="4025275" y="1214266"/>
                  </a:lnTo>
                  <a:lnTo>
                    <a:pt x="4025369" y="1214266"/>
                  </a:lnTo>
                  <a:lnTo>
                    <a:pt x="4025463" y="1214266"/>
                  </a:lnTo>
                  <a:lnTo>
                    <a:pt x="4025557" y="1214266"/>
                  </a:lnTo>
                  <a:lnTo>
                    <a:pt x="4025651" y="1214266"/>
                  </a:lnTo>
                  <a:lnTo>
                    <a:pt x="4025651" y="1208987"/>
                  </a:lnTo>
                  <a:lnTo>
                    <a:pt x="4025745" y="1208987"/>
                  </a:lnTo>
                  <a:lnTo>
                    <a:pt x="4025839" y="1208987"/>
                  </a:lnTo>
                  <a:lnTo>
                    <a:pt x="4025933" y="1208987"/>
                  </a:lnTo>
                  <a:lnTo>
                    <a:pt x="4026027" y="1208987"/>
                  </a:lnTo>
                  <a:lnTo>
                    <a:pt x="4026121" y="1208987"/>
                  </a:lnTo>
                  <a:lnTo>
                    <a:pt x="4026216" y="1208987"/>
                  </a:lnTo>
                  <a:lnTo>
                    <a:pt x="4026310" y="1208987"/>
                  </a:lnTo>
                  <a:lnTo>
                    <a:pt x="4026404" y="1208987"/>
                  </a:lnTo>
                  <a:lnTo>
                    <a:pt x="4026498" y="1208987"/>
                  </a:lnTo>
                  <a:lnTo>
                    <a:pt x="4026592" y="1208987"/>
                  </a:lnTo>
                  <a:lnTo>
                    <a:pt x="4026686" y="1208987"/>
                  </a:lnTo>
                  <a:lnTo>
                    <a:pt x="4026780" y="1208987"/>
                  </a:lnTo>
                  <a:lnTo>
                    <a:pt x="4026874" y="1208987"/>
                  </a:lnTo>
                  <a:lnTo>
                    <a:pt x="4026968" y="1208987"/>
                  </a:lnTo>
                  <a:lnTo>
                    <a:pt x="4027062" y="1208987"/>
                  </a:lnTo>
                  <a:lnTo>
                    <a:pt x="4027156" y="1208987"/>
                  </a:lnTo>
                  <a:lnTo>
                    <a:pt x="4027250" y="1208987"/>
                  </a:lnTo>
                  <a:lnTo>
                    <a:pt x="4027344" y="1208987"/>
                  </a:lnTo>
                  <a:lnTo>
                    <a:pt x="4027344" y="1203708"/>
                  </a:lnTo>
                  <a:lnTo>
                    <a:pt x="4027438" y="1203708"/>
                  </a:lnTo>
                  <a:lnTo>
                    <a:pt x="4027532" y="1203708"/>
                  </a:lnTo>
                  <a:lnTo>
                    <a:pt x="4027626" y="1203708"/>
                  </a:lnTo>
                  <a:lnTo>
                    <a:pt x="4027720" y="1203708"/>
                  </a:lnTo>
                  <a:lnTo>
                    <a:pt x="4027814" y="1203708"/>
                  </a:lnTo>
                  <a:lnTo>
                    <a:pt x="4027908" y="1203708"/>
                  </a:lnTo>
                  <a:lnTo>
                    <a:pt x="4028002" y="1203708"/>
                  </a:lnTo>
                  <a:lnTo>
                    <a:pt x="4028096" y="1203708"/>
                  </a:lnTo>
                  <a:lnTo>
                    <a:pt x="4028190" y="1203708"/>
                  </a:lnTo>
                  <a:lnTo>
                    <a:pt x="4028284" y="1203708"/>
                  </a:lnTo>
                  <a:lnTo>
                    <a:pt x="4028378" y="1203708"/>
                  </a:lnTo>
                  <a:lnTo>
                    <a:pt x="4028472" y="1203708"/>
                  </a:lnTo>
                  <a:lnTo>
                    <a:pt x="4028566" y="1203708"/>
                  </a:lnTo>
                  <a:lnTo>
                    <a:pt x="4028660" y="1203708"/>
                  </a:lnTo>
                  <a:lnTo>
                    <a:pt x="4028754" y="1203708"/>
                  </a:lnTo>
                  <a:lnTo>
                    <a:pt x="4028848" y="1203708"/>
                  </a:lnTo>
                  <a:lnTo>
                    <a:pt x="4028942" y="1203708"/>
                  </a:lnTo>
                  <a:lnTo>
                    <a:pt x="4029036" y="1203708"/>
                  </a:lnTo>
                  <a:lnTo>
                    <a:pt x="4029130" y="1203708"/>
                  </a:lnTo>
                  <a:lnTo>
                    <a:pt x="4029224" y="1203708"/>
                  </a:lnTo>
                  <a:lnTo>
                    <a:pt x="4029318" y="1203708"/>
                  </a:lnTo>
                  <a:lnTo>
                    <a:pt x="4029412" y="1203708"/>
                  </a:lnTo>
                  <a:lnTo>
                    <a:pt x="4029506" y="1203708"/>
                  </a:lnTo>
                  <a:lnTo>
                    <a:pt x="4029600" y="1203708"/>
                  </a:lnTo>
                  <a:lnTo>
                    <a:pt x="4029694" y="1203708"/>
                  </a:lnTo>
                  <a:lnTo>
                    <a:pt x="4029789" y="1203708"/>
                  </a:lnTo>
                  <a:lnTo>
                    <a:pt x="4029883" y="1203708"/>
                  </a:lnTo>
                  <a:lnTo>
                    <a:pt x="4029977" y="1203708"/>
                  </a:lnTo>
                  <a:lnTo>
                    <a:pt x="4030071" y="1203708"/>
                  </a:lnTo>
                  <a:lnTo>
                    <a:pt x="4030165" y="1203708"/>
                  </a:lnTo>
                  <a:lnTo>
                    <a:pt x="4030259" y="1203708"/>
                  </a:lnTo>
                  <a:lnTo>
                    <a:pt x="4030353" y="1203708"/>
                  </a:lnTo>
                  <a:lnTo>
                    <a:pt x="4030447" y="1203708"/>
                  </a:lnTo>
                  <a:lnTo>
                    <a:pt x="4030541" y="1203708"/>
                  </a:lnTo>
                  <a:lnTo>
                    <a:pt x="4030635" y="1203708"/>
                  </a:lnTo>
                  <a:lnTo>
                    <a:pt x="4030729" y="1203708"/>
                  </a:lnTo>
                  <a:lnTo>
                    <a:pt x="4030823" y="1203708"/>
                  </a:lnTo>
                  <a:lnTo>
                    <a:pt x="4030917" y="1203708"/>
                  </a:lnTo>
                  <a:lnTo>
                    <a:pt x="4031011" y="1203708"/>
                  </a:lnTo>
                  <a:lnTo>
                    <a:pt x="4031105" y="1203708"/>
                  </a:lnTo>
                  <a:lnTo>
                    <a:pt x="4031199" y="1203708"/>
                  </a:lnTo>
                  <a:lnTo>
                    <a:pt x="4031293" y="1203708"/>
                  </a:lnTo>
                  <a:lnTo>
                    <a:pt x="4031387" y="1203708"/>
                  </a:lnTo>
                  <a:lnTo>
                    <a:pt x="4031481" y="1203708"/>
                  </a:lnTo>
                  <a:lnTo>
                    <a:pt x="4031575" y="1203708"/>
                  </a:lnTo>
                  <a:lnTo>
                    <a:pt x="4031669" y="1203708"/>
                  </a:lnTo>
                  <a:lnTo>
                    <a:pt x="4031763" y="1203708"/>
                  </a:lnTo>
                  <a:lnTo>
                    <a:pt x="4031857" y="1203708"/>
                  </a:lnTo>
                  <a:lnTo>
                    <a:pt x="4031951" y="1203708"/>
                  </a:lnTo>
                  <a:lnTo>
                    <a:pt x="4032045" y="1203708"/>
                  </a:lnTo>
                  <a:lnTo>
                    <a:pt x="4032139" y="1203708"/>
                  </a:lnTo>
                  <a:lnTo>
                    <a:pt x="4032233" y="1203708"/>
                  </a:lnTo>
                  <a:lnTo>
                    <a:pt x="4032327" y="1203708"/>
                  </a:lnTo>
                  <a:lnTo>
                    <a:pt x="4032421" y="1203708"/>
                  </a:lnTo>
                  <a:lnTo>
                    <a:pt x="4032515" y="1203708"/>
                  </a:lnTo>
                  <a:lnTo>
                    <a:pt x="4032609" y="1203708"/>
                  </a:lnTo>
                  <a:lnTo>
                    <a:pt x="4032703" y="1203708"/>
                  </a:lnTo>
                  <a:lnTo>
                    <a:pt x="4032797" y="1203708"/>
                  </a:lnTo>
                  <a:lnTo>
                    <a:pt x="4032891" y="1203708"/>
                  </a:lnTo>
                  <a:lnTo>
                    <a:pt x="4032985" y="1203708"/>
                  </a:lnTo>
                  <a:lnTo>
                    <a:pt x="4033079" y="1203708"/>
                  </a:lnTo>
                  <a:lnTo>
                    <a:pt x="4033173" y="1203708"/>
                  </a:lnTo>
                  <a:lnTo>
                    <a:pt x="4033268" y="1203708"/>
                  </a:lnTo>
                  <a:lnTo>
                    <a:pt x="4033362" y="1203708"/>
                  </a:lnTo>
                  <a:lnTo>
                    <a:pt x="4033456" y="1203708"/>
                  </a:lnTo>
                  <a:lnTo>
                    <a:pt x="4033550" y="1203708"/>
                  </a:lnTo>
                  <a:lnTo>
                    <a:pt x="4033644" y="1203708"/>
                  </a:lnTo>
                  <a:lnTo>
                    <a:pt x="4033738" y="1203708"/>
                  </a:lnTo>
                  <a:lnTo>
                    <a:pt x="4033832" y="1203708"/>
                  </a:lnTo>
                  <a:lnTo>
                    <a:pt x="4033926" y="1203708"/>
                  </a:lnTo>
                  <a:lnTo>
                    <a:pt x="4034020" y="1203708"/>
                  </a:lnTo>
                  <a:lnTo>
                    <a:pt x="4034114" y="1203708"/>
                  </a:lnTo>
                  <a:lnTo>
                    <a:pt x="4034208" y="1203708"/>
                  </a:lnTo>
                  <a:lnTo>
                    <a:pt x="4034302" y="1203708"/>
                  </a:lnTo>
                  <a:lnTo>
                    <a:pt x="4034396" y="1203708"/>
                  </a:lnTo>
                  <a:lnTo>
                    <a:pt x="4034490" y="1203708"/>
                  </a:lnTo>
                  <a:lnTo>
                    <a:pt x="4034584" y="1203708"/>
                  </a:lnTo>
                  <a:lnTo>
                    <a:pt x="4034678" y="1203708"/>
                  </a:lnTo>
                  <a:lnTo>
                    <a:pt x="4034772" y="1203708"/>
                  </a:lnTo>
                  <a:lnTo>
                    <a:pt x="4034772" y="1198428"/>
                  </a:lnTo>
                  <a:lnTo>
                    <a:pt x="4034866" y="1198428"/>
                  </a:lnTo>
                  <a:lnTo>
                    <a:pt x="4034960" y="1198428"/>
                  </a:lnTo>
                  <a:lnTo>
                    <a:pt x="4035054" y="1198428"/>
                  </a:lnTo>
                  <a:lnTo>
                    <a:pt x="4035148" y="1198428"/>
                  </a:lnTo>
                  <a:lnTo>
                    <a:pt x="4035242" y="1198428"/>
                  </a:lnTo>
                  <a:lnTo>
                    <a:pt x="4035336" y="1198428"/>
                  </a:lnTo>
                  <a:lnTo>
                    <a:pt x="4035430" y="1198428"/>
                  </a:lnTo>
                  <a:lnTo>
                    <a:pt x="4035524" y="1198428"/>
                  </a:lnTo>
                  <a:lnTo>
                    <a:pt x="4035618" y="1198428"/>
                  </a:lnTo>
                  <a:lnTo>
                    <a:pt x="4035712" y="1198428"/>
                  </a:lnTo>
                  <a:lnTo>
                    <a:pt x="4035806" y="1198428"/>
                  </a:lnTo>
                  <a:lnTo>
                    <a:pt x="4035900" y="1198428"/>
                  </a:lnTo>
                  <a:lnTo>
                    <a:pt x="4035994" y="1198428"/>
                  </a:lnTo>
                  <a:lnTo>
                    <a:pt x="4036088" y="1198428"/>
                  </a:lnTo>
                  <a:lnTo>
                    <a:pt x="4036182" y="1198428"/>
                  </a:lnTo>
                  <a:lnTo>
                    <a:pt x="4036276" y="1198428"/>
                  </a:lnTo>
                  <a:lnTo>
                    <a:pt x="4036370" y="1198428"/>
                  </a:lnTo>
                  <a:lnTo>
                    <a:pt x="4036464" y="1198428"/>
                  </a:lnTo>
                  <a:lnTo>
                    <a:pt x="4036558" y="1198428"/>
                  </a:lnTo>
                  <a:lnTo>
                    <a:pt x="4036652" y="1198428"/>
                  </a:lnTo>
                  <a:lnTo>
                    <a:pt x="4036746" y="1198428"/>
                  </a:lnTo>
                  <a:lnTo>
                    <a:pt x="4036841" y="1198428"/>
                  </a:lnTo>
                  <a:lnTo>
                    <a:pt x="4036935" y="1198428"/>
                  </a:lnTo>
                  <a:lnTo>
                    <a:pt x="4037029" y="1198428"/>
                  </a:lnTo>
                  <a:lnTo>
                    <a:pt x="4037123" y="1198428"/>
                  </a:lnTo>
                  <a:lnTo>
                    <a:pt x="4037217" y="1198428"/>
                  </a:lnTo>
                  <a:lnTo>
                    <a:pt x="4037311" y="1198428"/>
                  </a:lnTo>
                  <a:lnTo>
                    <a:pt x="4037405" y="1198428"/>
                  </a:lnTo>
                  <a:lnTo>
                    <a:pt x="4037499" y="1198428"/>
                  </a:lnTo>
                  <a:lnTo>
                    <a:pt x="4037593" y="1198428"/>
                  </a:lnTo>
                  <a:lnTo>
                    <a:pt x="4037687" y="1198428"/>
                  </a:lnTo>
                  <a:lnTo>
                    <a:pt x="4037781" y="1198428"/>
                  </a:lnTo>
                  <a:lnTo>
                    <a:pt x="4037875" y="1198428"/>
                  </a:lnTo>
                  <a:lnTo>
                    <a:pt x="4037969" y="1198428"/>
                  </a:lnTo>
                  <a:lnTo>
                    <a:pt x="4038063" y="1198428"/>
                  </a:lnTo>
                  <a:lnTo>
                    <a:pt x="4038157" y="1198428"/>
                  </a:lnTo>
                  <a:lnTo>
                    <a:pt x="4038157" y="1193149"/>
                  </a:lnTo>
                  <a:lnTo>
                    <a:pt x="4038251" y="1193149"/>
                  </a:lnTo>
                  <a:lnTo>
                    <a:pt x="4038345" y="1193149"/>
                  </a:lnTo>
                  <a:lnTo>
                    <a:pt x="4038439" y="1193149"/>
                  </a:lnTo>
                  <a:lnTo>
                    <a:pt x="4038533" y="1193149"/>
                  </a:lnTo>
                  <a:lnTo>
                    <a:pt x="4038627" y="1193149"/>
                  </a:lnTo>
                  <a:lnTo>
                    <a:pt x="4038721" y="1193149"/>
                  </a:lnTo>
                  <a:lnTo>
                    <a:pt x="4038815" y="1193149"/>
                  </a:lnTo>
                  <a:lnTo>
                    <a:pt x="4038909" y="1193149"/>
                  </a:lnTo>
                  <a:lnTo>
                    <a:pt x="4039003" y="1193149"/>
                  </a:lnTo>
                  <a:lnTo>
                    <a:pt x="4039097" y="1193149"/>
                  </a:lnTo>
                  <a:lnTo>
                    <a:pt x="4039191" y="1193149"/>
                  </a:lnTo>
                  <a:lnTo>
                    <a:pt x="4039285" y="1193149"/>
                  </a:lnTo>
                  <a:lnTo>
                    <a:pt x="4039379" y="1193149"/>
                  </a:lnTo>
                  <a:lnTo>
                    <a:pt x="4039473" y="1193149"/>
                  </a:lnTo>
                  <a:lnTo>
                    <a:pt x="4039473" y="1187869"/>
                  </a:lnTo>
                  <a:lnTo>
                    <a:pt x="4039567" y="1187869"/>
                  </a:lnTo>
                  <a:lnTo>
                    <a:pt x="4039661" y="1187869"/>
                  </a:lnTo>
                  <a:lnTo>
                    <a:pt x="4039755" y="1187869"/>
                  </a:lnTo>
                  <a:lnTo>
                    <a:pt x="4039849" y="1187869"/>
                  </a:lnTo>
                  <a:lnTo>
                    <a:pt x="4039943" y="1187869"/>
                  </a:lnTo>
                  <a:lnTo>
                    <a:pt x="4040037" y="1187869"/>
                  </a:lnTo>
                  <a:lnTo>
                    <a:pt x="4040131" y="1187869"/>
                  </a:lnTo>
                  <a:lnTo>
                    <a:pt x="4040225" y="1187869"/>
                  </a:lnTo>
                  <a:lnTo>
                    <a:pt x="4040319" y="1187869"/>
                  </a:lnTo>
                  <a:lnTo>
                    <a:pt x="4040414" y="1187869"/>
                  </a:lnTo>
                  <a:lnTo>
                    <a:pt x="4040508" y="1187869"/>
                  </a:lnTo>
                  <a:lnTo>
                    <a:pt x="4040602" y="1187869"/>
                  </a:lnTo>
                  <a:lnTo>
                    <a:pt x="4040696" y="1187869"/>
                  </a:lnTo>
                  <a:lnTo>
                    <a:pt x="4040790" y="1187869"/>
                  </a:lnTo>
                  <a:lnTo>
                    <a:pt x="4040884" y="1187869"/>
                  </a:lnTo>
                  <a:lnTo>
                    <a:pt x="4040978" y="1187869"/>
                  </a:lnTo>
                  <a:lnTo>
                    <a:pt x="4041072" y="1187869"/>
                  </a:lnTo>
                  <a:lnTo>
                    <a:pt x="4041166" y="1187869"/>
                  </a:lnTo>
                  <a:lnTo>
                    <a:pt x="4041260" y="1187869"/>
                  </a:lnTo>
                  <a:lnTo>
                    <a:pt x="4041354" y="1187869"/>
                  </a:lnTo>
                  <a:lnTo>
                    <a:pt x="4041448" y="1187869"/>
                  </a:lnTo>
                  <a:lnTo>
                    <a:pt x="4041542" y="1187869"/>
                  </a:lnTo>
                  <a:lnTo>
                    <a:pt x="4041636" y="1187869"/>
                  </a:lnTo>
                  <a:lnTo>
                    <a:pt x="4041730" y="1187869"/>
                  </a:lnTo>
                  <a:lnTo>
                    <a:pt x="4041824" y="1187869"/>
                  </a:lnTo>
                  <a:lnTo>
                    <a:pt x="4041824" y="1182590"/>
                  </a:lnTo>
                  <a:lnTo>
                    <a:pt x="4041918" y="1182590"/>
                  </a:lnTo>
                  <a:lnTo>
                    <a:pt x="4042012" y="1182590"/>
                  </a:lnTo>
                  <a:lnTo>
                    <a:pt x="4042012" y="1177310"/>
                  </a:lnTo>
                  <a:lnTo>
                    <a:pt x="4042106" y="1177310"/>
                  </a:lnTo>
                  <a:lnTo>
                    <a:pt x="4042200" y="1177310"/>
                  </a:lnTo>
                  <a:lnTo>
                    <a:pt x="4042294" y="1177310"/>
                  </a:lnTo>
                  <a:lnTo>
                    <a:pt x="4042388" y="1177310"/>
                  </a:lnTo>
                  <a:lnTo>
                    <a:pt x="4042482" y="1177310"/>
                  </a:lnTo>
                  <a:lnTo>
                    <a:pt x="4042576" y="1177310"/>
                  </a:lnTo>
                  <a:lnTo>
                    <a:pt x="4042670" y="1177310"/>
                  </a:lnTo>
                  <a:lnTo>
                    <a:pt x="4042764" y="1177310"/>
                  </a:lnTo>
                  <a:lnTo>
                    <a:pt x="4042858" y="1177310"/>
                  </a:lnTo>
                  <a:lnTo>
                    <a:pt x="4042952" y="1177310"/>
                  </a:lnTo>
                  <a:lnTo>
                    <a:pt x="4043046" y="1177310"/>
                  </a:lnTo>
                  <a:lnTo>
                    <a:pt x="4043140" y="1177310"/>
                  </a:lnTo>
                  <a:lnTo>
                    <a:pt x="4043234" y="1177310"/>
                  </a:lnTo>
                  <a:lnTo>
                    <a:pt x="4043328" y="1177310"/>
                  </a:lnTo>
                  <a:lnTo>
                    <a:pt x="4043422" y="1177310"/>
                  </a:lnTo>
                  <a:lnTo>
                    <a:pt x="4043516" y="1177310"/>
                  </a:lnTo>
                  <a:lnTo>
                    <a:pt x="4043610" y="1177310"/>
                  </a:lnTo>
                  <a:lnTo>
                    <a:pt x="4043704" y="1177310"/>
                  </a:lnTo>
                  <a:lnTo>
                    <a:pt x="4043704" y="1172031"/>
                  </a:lnTo>
                  <a:lnTo>
                    <a:pt x="4043798" y="1172031"/>
                  </a:lnTo>
                  <a:lnTo>
                    <a:pt x="4043892" y="1172031"/>
                  </a:lnTo>
                  <a:lnTo>
                    <a:pt x="4043987" y="1172031"/>
                  </a:lnTo>
                  <a:lnTo>
                    <a:pt x="4044081" y="1172031"/>
                  </a:lnTo>
                  <a:lnTo>
                    <a:pt x="4044175" y="1172031"/>
                  </a:lnTo>
                  <a:lnTo>
                    <a:pt x="4044269" y="1172031"/>
                  </a:lnTo>
                  <a:lnTo>
                    <a:pt x="4044363" y="1172031"/>
                  </a:lnTo>
                  <a:lnTo>
                    <a:pt x="4044457" y="1172031"/>
                  </a:lnTo>
                  <a:lnTo>
                    <a:pt x="4044551" y="1172031"/>
                  </a:lnTo>
                  <a:lnTo>
                    <a:pt x="4044645" y="1172031"/>
                  </a:lnTo>
                  <a:lnTo>
                    <a:pt x="4044739" y="1172031"/>
                  </a:lnTo>
                  <a:lnTo>
                    <a:pt x="4044833" y="1172031"/>
                  </a:lnTo>
                  <a:lnTo>
                    <a:pt x="4044927" y="1172031"/>
                  </a:lnTo>
                  <a:lnTo>
                    <a:pt x="4045021" y="1172031"/>
                  </a:lnTo>
                  <a:lnTo>
                    <a:pt x="4045115" y="1172031"/>
                  </a:lnTo>
                  <a:lnTo>
                    <a:pt x="4045209" y="1172031"/>
                  </a:lnTo>
                  <a:lnTo>
                    <a:pt x="4045303" y="1172031"/>
                  </a:lnTo>
                  <a:lnTo>
                    <a:pt x="4045397" y="1172031"/>
                  </a:lnTo>
                  <a:lnTo>
                    <a:pt x="4045491" y="1172031"/>
                  </a:lnTo>
                  <a:lnTo>
                    <a:pt x="4045585" y="1172031"/>
                  </a:lnTo>
                  <a:lnTo>
                    <a:pt x="4045679" y="1172031"/>
                  </a:lnTo>
                  <a:lnTo>
                    <a:pt x="4045773" y="1172031"/>
                  </a:lnTo>
                  <a:lnTo>
                    <a:pt x="4045867" y="1172031"/>
                  </a:lnTo>
                  <a:lnTo>
                    <a:pt x="4045961" y="1172031"/>
                  </a:lnTo>
                  <a:lnTo>
                    <a:pt x="4046055" y="1172031"/>
                  </a:lnTo>
                  <a:lnTo>
                    <a:pt x="4046149" y="1172031"/>
                  </a:lnTo>
                  <a:lnTo>
                    <a:pt x="4046243" y="1172031"/>
                  </a:lnTo>
                  <a:lnTo>
                    <a:pt x="4046337" y="1172031"/>
                  </a:lnTo>
                  <a:lnTo>
                    <a:pt x="4046431" y="1172031"/>
                  </a:lnTo>
                  <a:lnTo>
                    <a:pt x="4046525" y="1172031"/>
                  </a:lnTo>
                  <a:lnTo>
                    <a:pt x="4046619" y="1172031"/>
                  </a:lnTo>
                  <a:lnTo>
                    <a:pt x="4046713" y="1172031"/>
                  </a:lnTo>
                  <a:lnTo>
                    <a:pt x="4046807" y="1172031"/>
                  </a:lnTo>
                  <a:lnTo>
                    <a:pt x="4046901" y="1172031"/>
                  </a:lnTo>
                  <a:lnTo>
                    <a:pt x="4046995" y="1172031"/>
                  </a:lnTo>
                  <a:lnTo>
                    <a:pt x="4047089" y="1172031"/>
                  </a:lnTo>
                  <a:lnTo>
                    <a:pt x="4047183" y="1172031"/>
                  </a:lnTo>
                  <a:lnTo>
                    <a:pt x="4047277" y="1172031"/>
                  </a:lnTo>
                  <a:lnTo>
                    <a:pt x="4047371" y="1172031"/>
                  </a:lnTo>
                  <a:lnTo>
                    <a:pt x="4047466" y="1172031"/>
                  </a:lnTo>
                  <a:lnTo>
                    <a:pt x="4047560" y="1172031"/>
                  </a:lnTo>
                  <a:lnTo>
                    <a:pt x="4047654" y="1172031"/>
                  </a:lnTo>
                  <a:lnTo>
                    <a:pt x="4047748" y="1172031"/>
                  </a:lnTo>
                  <a:lnTo>
                    <a:pt x="4047842" y="1172031"/>
                  </a:lnTo>
                  <a:lnTo>
                    <a:pt x="4047936" y="1172031"/>
                  </a:lnTo>
                  <a:lnTo>
                    <a:pt x="4048030" y="1172031"/>
                  </a:lnTo>
                  <a:lnTo>
                    <a:pt x="4048124" y="1172031"/>
                  </a:lnTo>
                  <a:lnTo>
                    <a:pt x="4048218" y="1172031"/>
                  </a:lnTo>
                  <a:lnTo>
                    <a:pt x="4048312" y="1172031"/>
                  </a:lnTo>
                  <a:lnTo>
                    <a:pt x="4048406" y="1172031"/>
                  </a:lnTo>
                  <a:lnTo>
                    <a:pt x="4048500" y="1172031"/>
                  </a:lnTo>
                  <a:lnTo>
                    <a:pt x="4048594" y="1172031"/>
                  </a:lnTo>
                  <a:lnTo>
                    <a:pt x="4048688" y="1172031"/>
                  </a:lnTo>
                  <a:lnTo>
                    <a:pt x="4048782" y="1172031"/>
                  </a:lnTo>
                  <a:lnTo>
                    <a:pt x="4048876" y="1172031"/>
                  </a:lnTo>
                  <a:lnTo>
                    <a:pt x="4048970" y="1172031"/>
                  </a:lnTo>
                  <a:lnTo>
                    <a:pt x="4049064" y="1172031"/>
                  </a:lnTo>
                  <a:lnTo>
                    <a:pt x="4049158" y="1172031"/>
                  </a:lnTo>
                  <a:lnTo>
                    <a:pt x="4049252" y="1172031"/>
                  </a:lnTo>
                  <a:lnTo>
                    <a:pt x="4049346" y="1172031"/>
                  </a:lnTo>
                  <a:lnTo>
                    <a:pt x="4049440" y="1172031"/>
                  </a:lnTo>
                  <a:lnTo>
                    <a:pt x="4049534" y="1172031"/>
                  </a:lnTo>
                  <a:lnTo>
                    <a:pt x="4049628" y="1172031"/>
                  </a:lnTo>
                  <a:lnTo>
                    <a:pt x="4049722" y="1172031"/>
                  </a:lnTo>
                  <a:lnTo>
                    <a:pt x="4049816" y="1172031"/>
                  </a:lnTo>
                  <a:lnTo>
                    <a:pt x="4049910" y="1172031"/>
                  </a:lnTo>
                  <a:lnTo>
                    <a:pt x="4050004" y="1172031"/>
                  </a:lnTo>
                  <a:lnTo>
                    <a:pt x="4050098" y="1172031"/>
                  </a:lnTo>
                  <a:lnTo>
                    <a:pt x="4050192" y="1172031"/>
                  </a:lnTo>
                  <a:lnTo>
                    <a:pt x="4050286" y="1172031"/>
                  </a:lnTo>
                  <a:lnTo>
                    <a:pt x="4050380" y="1172031"/>
                  </a:lnTo>
                  <a:lnTo>
                    <a:pt x="4050474" y="1172031"/>
                  </a:lnTo>
                  <a:lnTo>
                    <a:pt x="4050568" y="1172031"/>
                  </a:lnTo>
                  <a:lnTo>
                    <a:pt x="4050662" y="1172031"/>
                  </a:lnTo>
                  <a:lnTo>
                    <a:pt x="4050756" y="1172031"/>
                  </a:lnTo>
                  <a:lnTo>
                    <a:pt x="4050850" y="1172031"/>
                  </a:lnTo>
                  <a:lnTo>
                    <a:pt x="4050944" y="1172031"/>
                  </a:lnTo>
                  <a:lnTo>
                    <a:pt x="4051039" y="1172031"/>
                  </a:lnTo>
                  <a:lnTo>
                    <a:pt x="4051133" y="1172031"/>
                  </a:lnTo>
                  <a:lnTo>
                    <a:pt x="4051227" y="1172031"/>
                  </a:lnTo>
                  <a:lnTo>
                    <a:pt x="4051321" y="1172031"/>
                  </a:lnTo>
                  <a:lnTo>
                    <a:pt x="4051415" y="1172031"/>
                  </a:lnTo>
                  <a:lnTo>
                    <a:pt x="4051509" y="1172031"/>
                  </a:lnTo>
                  <a:lnTo>
                    <a:pt x="4051603" y="1172031"/>
                  </a:lnTo>
                  <a:lnTo>
                    <a:pt x="4051697" y="1172031"/>
                  </a:lnTo>
                  <a:lnTo>
                    <a:pt x="4051791" y="1172031"/>
                  </a:lnTo>
                  <a:lnTo>
                    <a:pt x="4051885" y="1172031"/>
                  </a:lnTo>
                  <a:lnTo>
                    <a:pt x="4051979" y="1172031"/>
                  </a:lnTo>
                  <a:lnTo>
                    <a:pt x="4052073" y="1172031"/>
                  </a:lnTo>
                  <a:lnTo>
                    <a:pt x="4052167" y="1172031"/>
                  </a:lnTo>
                  <a:lnTo>
                    <a:pt x="4052261" y="1172031"/>
                  </a:lnTo>
                  <a:lnTo>
                    <a:pt x="4052355" y="1172031"/>
                  </a:lnTo>
                  <a:lnTo>
                    <a:pt x="4052449" y="1172031"/>
                  </a:lnTo>
                  <a:lnTo>
                    <a:pt x="4052543" y="1172031"/>
                  </a:lnTo>
                  <a:lnTo>
                    <a:pt x="4052637" y="1172031"/>
                  </a:lnTo>
                  <a:lnTo>
                    <a:pt x="4052731" y="1172031"/>
                  </a:lnTo>
                  <a:lnTo>
                    <a:pt x="4052825" y="1172031"/>
                  </a:lnTo>
                  <a:lnTo>
                    <a:pt x="4052919" y="1172031"/>
                  </a:lnTo>
                  <a:lnTo>
                    <a:pt x="4053013" y="1172031"/>
                  </a:lnTo>
                  <a:lnTo>
                    <a:pt x="4053107" y="1172031"/>
                  </a:lnTo>
                  <a:lnTo>
                    <a:pt x="4053201" y="1172031"/>
                  </a:lnTo>
                  <a:lnTo>
                    <a:pt x="4053295" y="1172031"/>
                  </a:lnTo>
                  <a:lnTo>
                    <a:pt x="4053389" y="1172031"/>
                  </a:lnTo>
                  <a:lnTo>
                    <a:pt x="4053483" y="1172031"/>
                  </a:lnTo>
                  <a:lnTo>
                    <a:pt x="4053577" y="1172031"/>
                  </a:lnTo>
                  <a:lnTo>
                    <a:pt x="4053671" y="1172031"/>
                  </a:lnTo>
                  <a:lnTo>
                    <a:pt x="4053765" y="1172031"/>
                  </a:lnTo>
                  <a:lnTo>
                    <a:pt x="4053859" y="1172031"/>
                  </a:lnTo>
                  <a:lnTo>
                    <a:pt x="4053953" y="1172031"/>
                  </a:lnTo>
                  <a:lnTo>
                    <a:pt x="4054047" y="1172031"/>
                  </a:lnTo>
                  <a:lnTo>
                    <a:pt x="4054141" y="1172031"/>
                  </a:lnTo>
                  <a:lnTo>
                    <a:pt x="4054235" y="1172031"/>
                  </a:lnTo>
                  <a:lnTo>
                    <a:pt x="4054329" y="1172031"/>
                  </a:lnTo>
                  <a:lnTo>
                    <a:pt x="4054423" y="1172031"/>
                  </a:lnTo>
                  <a:lnTo>
                    <a:pt x="4054517" y="1172031"/>
                  </a:lnTo>
                  <a:lnTo>
                    <a:pt x="4054612" y="1172031"/>
                  </a:lnTo>
                  <a:lnTo>
                    <a:pt x="4054706" y="1172031"/>
                  </a:lnTo>
                  <a:lnTo>
                    <a:pt x="4054800" y="1172031"/>
                  </a:lnTo>
                  <a:lnTo>
                    <a:pt x="4054894" y="1172031"/>
                  </a:lnTo>
                  <a:lnTo>
                    <a:pt x="4054988" y="1172031"/>
                  </a:lnTo>
                  <a:lnTo>
                    <a:pt x="4055082" y="1172031"/>
                  </a:lnTo>
                  <a:lnTo>
                    <a:pt x="4055176" y="1172031"/>
                  </a:lnTo>
                  <a:lnTo>
                    <a:pt x="4055270" y="1172031"/>
                  </a:lnTo>
                  <a:lnTo>
                    <a:pt x="4055364" y="1172031"/>
                  </a:lnTo>
                  <a:lnTo>
                    <a:pt x="4055458" y="1172031"/>
                  </a:lnTo>
                  <a:lnTo>
                    <a:pt x="4055552" y="1172031"/>
                  </a:lnTo>
                  <a:lnTo>
                    <a:pt x="4055646" y="1172031"/>
                  </a:lnTo>
                  <a:lnTo>
                    <a:pt x="4055740" y="1172031"/>
                  </a:lnTo>
                  <a:lnTo>
                    <a:pt x="4055834" y="1172031"/>
                  </a:lnTo>
                  <a:lnTo>
                    <a:pt x="4055928" y="1172031"/>
                  </a:lnTo>
                  <a:lnTo>
                    <a:pt x="4056022" y="1172031"/>
                  </a:lnTo>
                  <a:lnTo>
                    <a:pt x="4056116" y="1172031"/>
                  </a:lnTo>
                  <a:lnTo>
                    <a:pt x="4056210" y="1172031"/>
                  </a:lnTo>
                  <a:lnTo>
                    <a:pt x="4056304" y="1172031"/>
                  </a:lnTo>
                  <a:lnTo>
                    <a:pt x="4056398" y="1172031"/>
                  </a:lnTo>
                  <a:lnTo>
                    <a:pt x="4056492" y="1172031"/>
                  </a:lnTo>
                  <a:lnTo>
                    <a:pt x="4056586" y="1172031"/>
                  </a:lnTo>
                  <a:lnTo>
                    <a:pt x="4056680" y="1172031"/>
                  </a:lnTo>
                  <a:lnTo>
                    <a:pt x="4056774" y="1172031"/>
                  </a:lnTo>
                  <a:lnTo>
                    <a:pt x="4056868" y="1172031"/>
                  </a:lnTo>
                  <a:lnTo>
                    <a:pt x="4056868" y="1166752"/>
                  </a:lnTo>
                  <a:lnTo>
                    <a:pt x="4056962" y="1166752"/>
                  </a:lnTo>
                  <a:lnTo>
                    <a:pt x="4057056" y="1166752"/>
                  </a:lnTo>
                  <a:lnTo>
                    <a:pt x="4057150" y="1166752"/>
                  </a:lnTo>
                  <a:lnTo>
                    <a:pt x="4057244" y="1166752"/>
                  </a:lnTo>
                  <a:lnTo>
                    <a:pt x="4057338" y="1166752"/>
                  </a:lnTo>
                  <a:lnTo>
                    <a:pt x="4057432" y="1166752"/>
                  </a:lnTo>
                  <a:lnTo>
                    <a:pt x="4057526" y="1166752"/>
                  </a:lnTo>
                  <a:lnTo>
                    <a:pt x="4057620" y="1166752"/>
                  </a:lnTo>
                  <a:lnTo>
                    <a:pt x="4057714" y="1166752"/>
                  </a:lnTo>
                  <a:lnTo>
                    <a:pt x="4057808" y="1166752"/>
                  </a:lnTo>
                  <a:lnTo>
                    <a:pt x="4057902" y="1166752"/>
                  </a:lnTo>
                  <a:lnTo>
                    <a:pt x="4057996" y="1166752"/>
                  </a:lnTo>
                  <a:lnTo>
                    <a:pt x="4058091" y="1166752"/>
                  </a:lnTo>
                  <a:lnTo>
                    <a:pt x="4058185" y="1166752"/>
                  </a:lnTo>
                  <a:lnTo>
                    <a:pt x="4058279" y="1166752"/>
                  </a:lnTo>
                  <a:lnTo>
                    <a:pt x="4058373" y="1166752"/>
                  </a:lnTo>
                  <a:lnTo>
                    <a:pt x="4058467" y="1166752"/>
                  </a:lnTo>
                  <a:lnTo>
                    <a:pt x="4058561" y="1166752"/>
                  </a:lnTo>
                  <a:lnTo>
                    <a:pt x="4058655" y="1166752"/>
                  </a:lnTo>
                  <a:lnTo>
                    <a:pt x="4058749" y="1166752"/>
                  </a:lnTo>
                  <a:lnTo>
                    <a:pt x="4058843" y="1166752"/>
                  </a:lnTo>
                  <a:lnTo>
                    <a:pt x="4058937" y="1166752"/>
                  </a:lnTo>
                  <a:lnTo>
                    <a:pt x="4059031" y="1166752"/>
                  </a:lnTo>
                  <a:lnTo>
                    <a:pt x="4059125" y="1166752"/>
                  </a:lnTo>
                  <a:lnTo>
                    <a:pt x="4059219" y="1166752"/>
                  </a:lnTo>
                  <a:lnTo>
                    <a:pt x="4059313" y="1166752"/>
                  </a:lnTo>
                  <a:lnTo>
                    <a:pt x="4059407" y="1166752"/>
                  </a:lnTo>
                  <a:lnTo>
                    <a:pt x="4059501" y="1166752"/>
                  </a:lnTo>
                  <a:lnTo>
                    <a:pt x="4059595" y="1166752"/>
                  </a:lnTo>
                  <a:lnTo>
                    <a:pt x="4059689" y="1166752"/>
                  </a:lnTo>
                  <a:lnTo>
                    <a:pt x="4059783" y="1166752"/>
                  </a:lnTo>
                  <a:lnTo>
                    <a:pt x="4059877" y="1166752"/>
                  </a:lnTo>
                  <a:lnTo>
                    <a:pt x="4059971" y="1166752"/>
                  </a:lnTo>
                  <a:lnTo>
                    <a:pt x="4060065" y="1166752"/>
                  </a:lnTo>
                  <a:lnTo>
                    <a:pt x="4060159" y="1166752"/>
                  </a:lnTo>
                  <a:lnTo>
                    <a:pt x="4060253" y="1166752"/>
                  </a:lnTo>
                  <a:lnTo>
                    <a:pt x="4060347" y="1166752"/>
                  </a:lnTo>
                  <a:lnTo>
                    <a:pt x="4060441" y="1166752"/>
                  </a:lnTo>
                  <a:lnTo>
                    <a:pt x="4060535" y="1166752"/>
                  </a:lnTo>
                  <a:lnTo>
                    <a:pt x="4060629" y="1166752"/>
                  </a:lnTo>
                  <a:lnTo>
                    <a:pt x="4060723" y="1166752"/>
                  </a:lnTo>
                  <a:lnTo>
                    <a:pt x="4060817" y="1166752"/>
                  </a:lnTo>
                  <a:lnTo>
                    <a:pt x="4060911" y="1166752"/>
                  </a:lnTo>
                  <a:lnTo>
                    <a:pt x="4061005" y="1166752"/>
                  </a:lnTo>
                  <a:lnTo>
                    <a:pt x="4061099" y="1166752"/>
                  </a:lnTo>
                  <a:lnTo>
                    <a:pt x="4061193" y="1166752"/>
                  </a:lnTo>
                  <a:lnTo>
                    <a:pt x="4061287" y="1166752"/>
                  </a:lnTo>
                  <a:lnTo>
                    <a:pt x="4061381" y="1166752"/>
                  </a:lnTo>
                  <a:lnTo>
                    <a:pt x="4061475" y="1166752"/>
                  </a:lnTo>
                  <a:lnTo>
                    <a:pt x="4061569" y="1166752"/>
                  </a:lnTo>
                  <a:lnTo>
                    <a:pt x="4061664" y="1166752"/>
                  </a:lnTo>
                  <a:lnTo>
                    <a:pt x="4061758" y="1166752"/>
                  </a:lnTo>
                  <a:lnTo>
                    <a:pt x="4061852" y="1166752"/>
                  </a:lnTo>
                  <a:lnTo>
                    <a:pt x="4061946" y="1166752"/>
                  </a:lnTo>
                  <a:lnTo>
                    <a:pt x="4062040" y="1166752"/>
                  </a:lnTo>
                  <a:lnTo>
                    <a:pt x="4062134" y="1166752"/>
                  </a:lnTo>
                  <a:lnTo>
                    <a:pt x="4062228" y="1166752"/>
                  </a:lnTo>
                  <a:lnTo>
                    <a:pt x="4062322" y="1166752"/>
                  </a:lnTo>
                  <a:lnTo>
                    <a:pt x="4062416" y="1166752"/>
                  </a:lnTo>
                  <a:lnTo>
                    <a:pt x="4062510" y="1166752"/>
                  </a:lnTo>
                  <a:lnTo>
                    <a:pt x="4062604" y="1166752"/>
                  </a:lnTo>
                  <a:lnTo>
                    <a:pt x="4062698" y="1166752"/>
                  </a:lnTo>
                  <a:lnTo>
                    <a:pt x="4062792" y="1166752"/>
                  </a:lnTo>
                  <a:lnTo>
                    <a:pt x="4062886" y="1166752"/>
                  </a:lnTo>
                  <a:lnTo>
                    <a:pt x="4062980" y="1166752"/>
                  </a:lnTo>
                  <a:lnTo>
                    <a:pt x="4062980" y="1161472"/>
                  </a:lnTo>
                  <a:lnTo>
                    <a:pt x="4063074" y="1161472"/>
                  </a:lnTo>
                  <a:lnTo>
                    <a:pt x="4063168" y="1161472"/>
                  </a:lnTo>
                  <a:lnTo>
                    <a:pt x="4063262" y="1161472"/>
                  </a:lnTo>
                  <a:lnTo>
                    <a:pt x="4063356" y="1161472"/>
                  </a:lnTo>
                  <a:lnTo>
                    <a:pt x="4063450" y="1161472"/>
                  </a:lnTo>
                  <a:lnTo>
                    <a:pt x="4063544" y="1161472"/>
                  </a:lnTo>
                  <a:lnTo>
                    <a:pt x="4063638" y="1161472"/>
                  </a:lnTo>
                  <a:lnTo>
                    <a:pt x="4063732" y="1161472"/>
                  </a:lnTo>
                  <a:lnTo>
                    <a:pt x="4063826" y="1161472"/>
                  </a:lnTo>
                  <a:lnTo>
                    <a:pt x="4063920" y="1161472"/>
                  </a:lnTo>
                  <a:lnTo>
                    <a:pt x="4064014" y="1161472"/>
                  </a:lnTo>
                  <a:lnTo>
                    <a:pt x="4064108" y="1161472"/>
                  </a:lnTo>
                  <a:lnTo>
                    <a:pt x="4064202" y="1161472"/>
                  </a:lnTo>
                  <a:lnTo>
                    <a:pt x="4064296" y="1161472"/>
                  </a:lnTo>
                  <a:lnTo>
                    <a:pt x="4064390" y="1161472"/>
                  </a:lnTo>
                  <a:lnTo>
                    <a:pt x="4064484" y="1161472"/>
                  </a:lnTo>
                  <a:lnTo>
                    <a:pt x="4064578" y="1161472"/>
                  </a:lnTo>
                  <a:lnTo>
                    <a:pt x="4064672" y="1161472"/>
                  </a:lnTo>
                  <a:lnTo>
                    <a:pt x="4064766" y="1161472"/>
                  </a:lnTo>
                  <a:lnTo>
                    <a:pt x="4064860" y="1161472"/>
                  </a:lnTo>
                  <a:lnTo>
                    <a:pt x="4064954" y="1161472"/>
                  </a:lnTo>
                  <a:lnTo>
                    <a:pt x="4065048" y="1161472"/>
                  </a:lnTo>
                  <a:lnTo>
                    <a:pt x="4065142" y="1161472"/>
                  </a:lnTo>
                  <a:lnTo>
                    <a:pt x="4065237" y="1161472"/>
                  </a:lnTo>
                  <a:lnTo>
                    <a:pt x="4065331" y="1161472"/>
                  </a:lnTo>
                  <a:lnTo>
                    <a:pt x="4065425" y="1161472"/>
                  </a:lnTo>
                  <a:lnTo>
                    <a:pt x="4065519" y="1161472"/>
                  </a:lnTo>
                  <a:lnTo>
                    <a:pt x="4065613" y="1161472"/>
                  </a:lnTo>
                  <a:lnTo>
                    <a:pt x="4065707" y="1161472"/>
                  </a:lnTo>
                  <a:lnTo>
                    <a:pt x="4065801" y="1161472"/>
                  </a:lnTo>
                  <a:lnTo>
                    <a:pt x="4065895" y="1161472"/>
                  </a:lnTo>
                  <a:lnTo>
                    <a:pt x="4065989" y="1161472"/>
                  </a:lnTo>
                  <a:lnTo>
                    <a:pt x="4066083" y="1161472"/>
                  </a:lnTo>
                  <a:lnTo>
                    <a:pt x="4066177" y="1161472"/>
                  </a:lnTo>
                  <a:lnTo>
                    <a:pt x="4066271" y="1161472"/>
                  </a:lnTo>
                  <a:lnTo>
                    <a:pt x="4066365" y="1161472"/>
                  </a:lnTo>
                  <a:lnTo>
                    <a:pt x="4066459" y="1161472"/>
                  </a:lnTo>
                  <a:lnTo>
                    <a:pt x="4066553" y="1161472"/>
                  </a:lnTo>
                  <a:lnTo>
                    <a:pt x="4066553" y="1156193"/>
                  </a:lnTo>
                  <a:lnTo>
                    <a:pt x="4066647" y="1156193"/>
                  </a:lnTo>
                  <a:lnTo>
                    <a:pt x="4066741" y="1156193"/>
                  </a:lnTo>
                  <a:lnTo>
                    <a:pt x="4066835" y="1156193"/>
                  </a:lnTo>
                  <a:lnTo>
                    <a:pt x="4066929" y="1156193"/>
                  </a:lnTo>
                  <a:lnTo>
                    <a:pt x="4067023" y="1156193"/>
                  </a:lnTo>
                  <a:lnTo>
                    <a:pt x="4067117" y="1156193"/>
                  </a:lnTo>
                  <a:lnTo>
                    <a:pt x="4067211" y="1156193"/>
                  </a:lnTo>
                  <a:lnTo>
                    <a:pt x="4067305" y="1156193"/>
                  </a:lnTo>
                  <a:lnTo>
                    <a:pt x="4067399" y="1156193"/>
                  </a:lnTo>
                  <a:lnTo>
                    <a:pt x="4067493" y="1156193"/>
                  </a:lnTo>
                  <a:lnTo>
                    <a:pt x="4067587" y="1156193"/>
                  </a:lnTo>
                  <a:lnTo>
                    <a:pt x="4067681" y="1156193"/>
                  </a:lnTo>
                  <a:lnTo>
                    <a:pt x="4067775" y="1156193"/>
                  </a:lnTo>
                  <a:lnTo>
                    <a:pt x="4067869" y="1156193"/>
                  </a:lnTo>
                  <a:lnTo>
                    <a:pt x="4067963" y="1156193"/>
                  </a:lnTo>
                  <a:lnTo>
                    <a:pt x="4068057" y="1156193"/>
                  </a:lnTo>
                  <a:lnTo>
                    <a:pt x="4068151" y="1156193"/>
                  </a:lnTo>
                  <a:lnTo>
                    <a:pt x="4068245" y="1156193"/>
                  </a:lnTo>
                  <a:lnTo>
                    <a:pt x="4068339" y="1156193"/>
                  </a:lnTo>
                  <a:lnTo>
                    <a:pt x="4068433" y="1156193"/>
                  </a:lnTo>
                  <a:lnTo>
                    <a:pt x="4068527" y="1156193"/>
                  </a:lnTo>
                  <a:lnTo>
                    <a:pt x="4068621" y="1156193"/>
                  </a:lnTo>
                  <a:lnTo>
                    <a:pt x="4068716" y="1156193"/>
                  </a:lnTo>
                  <a:lnTo>
                    <a:pt x="4068810" y="1156193"/>
                  </a:lnTo>
                  <a:lnTo>
                    <a:pt x="4068904" y="1156193"/>
                  </a:lnTo>
                  <a:lnTo>
                    <a:pt x="4068998" y="1156193"/>
                  </a:lnTo>
                  <a:lnTo>
                    <a:pt x="4069092" y="1156193"/>
                  </a:lnTo>
                  <a:lnTo>
                    <a:pt x="4069186" y="1156193"/>
                  </a:lnTo>
                  <a:lnTo>
                    <a:pt x="4069280" y="1156193"/>
                  </a:lnTo>
                  <a:lnTo>
                    <a:pt x="4069374" y="1156193"/>
                  </a:lnTo>
                  <a:lnTo>
                    <a:pt x="4069468" y="1156193"/>
                  </a:lnTo>
                  <a:lnTo>
                    <a:pt x="4069562" y="1156193"/>
                  </a:lnTo>
                  <a:lnTo>
                    <a:pt x="4069656" y="1156193"/>
                  </a:lnTo>
                  <a:lnTo>
                    <a:pt x="4069750" y="1156193"/>
                  </a:lnTo>
                  <a:lnTo>
                    <a:pt x="4069844" y="1156193"/>
                  </a:lnTo>
                  <a:lnTo>
                    <a:pt x="4069938" y="1156193"/>
                  </a:lnTo>
                  <a:lnTo>
                    <a:pt x="4070032" y="1156193"/>
                  </a:lnTo>
                  <a:lnTo>
                    <a:pt x="4070126" y="1156193"/>
                  </a:lnTo>
                  <a:lnTo>
                    <a:pt x="4070220" y="1156193"/>
                  </a:lnTo>
                  <a:lnTo>
                    <a:pt x="4070314" y="1156193"/>
                  </a:lnTo>
                  <a:lnTo>
                    <a:pt x="4070408" y="1156193"/>
                  </a:lnTo>
                  <a:lnTo>
                    <a:pt x="4070502" y="1156193"/>
                  </a:lnTo>
                  <a:lnTo>
                    <a:pt x="4070596" y="1156193"/>
                  </a:lnTo>
                  <a:lnTo>
                    <a:pt x="4070690" y="1156193"/>
                  </a:lnTo>
                  <a:lnTo>
                    <a:pt x="4070784" y="1156193"/>
                  </a:lnTo>
                  <a:lnTo>
                    <a:pt x="4070878" y="1156193"/>
                  </a:lnTo>
                  <a:lnTo>
                    <a:pt x="4070972" y="1156193"/>
                  </a:lnTo>
                  <a:lnTo>
                    <a:pt x="4071066" y="1156193"/>
                  </a:lnTo>
                  <a:lnTo>
                    <a:pt x="4071160" y="1156193"/>
                  </a:lnTo>
                  <a:lnTo>
                    <a:pt x="4071254" y="1156193"/>
                  </a:lnTo>
                  <a:lnTo>
                    <a:pt x="4071348" y="1156193"/>
                  </a:lnTo>
                  <a:lnTo>
                    <a:pt x="4071442" y="1156193"/>
                  </a:lnTo>
                  <a:lnTo>
                    <a:pt x="4071536" y="1156193"/>
                  </a:lnTo>
                  <a:lnTo>
                    <a:pt x="4071630" y="1156193"/>
                  </a:lnTo>
                  <a:lnTo>
                    <a:pt x="4071724" y="1156193"/>
                  </a:lnTo>
                  <a:lnTo>
                    <a:pt x="4071818" y="1156193"/>
                  </a:lnTo>
                  <a:lnTo>
                    <a:pt x="4071912" y="1156193"/>
                  </a:lnTo>
                  <a:lnTo>
                    <a:pt x="4072006" y="1156193"/>
                  </a:lnTo>
                  <a:lnTo>
                    <a:pt x="4072100" y="1156193"/>
                  </a:lnTo>
                  <a:lnTo>
                    <a:pt x="4072194" y="1156193"/>
                  </a:lnTo>
                  <a:lnTo>
                    <a:pt x="4072289" y="1156193"/>
                  </a:lnTo>
                  <a:lnTo>
                    <a:pt x="4072383" y="1156193"/>
                  </a:lnTo>
                  <a:lnTo>
                    <a:pt x="4072477" y="1156193"/>
                  </a:lnTo>
                  <a:lnTo>
                    <a:pt x="4072571" y="1156193"/>
                  </a:lnTo>
                  <a:lnTo>
                    <a:pt x="4072665" y="1156193"/>
                  </a:lnTo>
                  <a:lnTo>
                    <a:pt x="4072759" y="1156193"/>
                  </a:lnTo>
                  <a:lnTo>
                    <a:pt x="4072759" y="1150913"/>
                  </a:lnTo>
                  <a:lnTo>
                    <a:pt x="4072853" y="1150913"/>
                  </a:lnTo>
                  <a:lnTo>
                    <a:pt x="4072947" y="1150913"/>
                  </a:lnTo>
                  <a:lnTo>
                    <a:pt x="4073041" y="1150913"/>
                  </a:lnTo>
                  <a:lnTo>
                    <a:pt x="4073041" y="1145634"/>
                  </a:lnTo>
                  <a:lnTo>
                    <a:pt x="4073135" y="1145634"/>
                  </a:lnTo>
                  <a:lnTo>
                    <a:pt x="4073229" y="1145634"/>
                  </a:lnTo>
                  <a:lnTo>
                    <a:pt x="4073323" y="1145634"/>
                  </a:lnTo>
                  <a:lnTo>
                    <a:pt x="4073417" y="1145634"/>
                  </a:lnTo>
                  <a:lnTo>
                    <a:pt x="4073511" y="1145634"/>
                  </a:lnTo>
                  <a:lnTo>
                    <a:pt x="4073605" y="1145634"/>
                  </a:lnTo>
                  <a:lnTo>
                    <a:pt x="4073699" y="1145634"/>
                  </a:lnTo>
                  <a:lnTo>
                    <a:pt x="4073793" y="1145634"/>
                  </a:lnTo>
                  <a:lnTo>
                    <a:pt x="4073887" y="1145634"/>
                  </a:lnTo>
                  <a:lnTo>
                    <a:pt x="4073981" y="1145634"/>
                  </a:lnTo>
                  <a:lnTo>
                    <a:pt x="4074075" y="1145634"/>
                  </a:lnTo>
                  <a:lnTo>
                    <a:pt x="4074169" y="1145634"/>
                  </a:lnTo>
                  <a:lnTo>
                    <a:pt x="4074263" y="1145634"/>
                  </a:lnTo>
                  <a:lnTo>
                    <a:pt x="4074357" y="1145634"/>
                  </a:lnTo>
                  <a:lnTo>
                    <a:pt x="4074451" y="1145634"/>
                  </a:lnTo>
                  <a:lnTo>
                    <a:pt x="4074545" y="1145634"/>
                  </a:lnTo>
                  <a:lnTo>
                    <a:pt x="4074639" y="1145634"/>
                  </a:lnTo>
                  <a:lnTo>
                    <a:pt x="4074733" y="1145634"/>
                  </a:lnTo>
                  <a:lnTo>
                    <a:pt x="4074827" y="1145634"/>
                  </a:lnTo>
                  <a:lnTo>
                    <a:pt x="4074921" y="1145634"/>
                  </a:lnTo>
                  <a:lnTo>
                    <a:pt x="4075015" y="1145634"/>
                  </a:lnTo>
                  <a:lnTo>
                    <a:pt x="4075109" y="1145634"/>
                  </a:lnTo>
                  <a:lnTo>
                    <a:pt x="4075203" y="1145634"/>
                  </a:lnTo>
                  <a:lnTo>
                    <a:pt x="4075297" y="1145634"/>
                  </a:lnTo>
                  <a:lnTo>
                    <a:pt x="4075391" y="1145634"/>
                  </a:lnTo>
                  <a:lnTo>
                    <a:pt x="4075485" y="1145634"/>
                  </a:lnTo>
                  <a:lnTo>
                    <a:pt x="4075579" y="1145634"/>
                  </a:lnTo>
                  <a:lnTo>
                    <a:pt x="4075673" y="1145634"/>
                  </a:lnTo>
                  <a:lnTo>
                    <a:pt x="4075767" y="1145634"/>
                  </a:lnTo>
                  <a:lnTo>
                    <a:pt x="4075862" y="1145634"/>
                  </a:lnTo>
                  <a:lnTo>
                    <a:pt x="4075956" y="1145634"/>
                  </a:lnTo>
                  <a:lnTo>
                    <a:pt x="4076050" y="1145634"/>
                  </a:lnTo>
                  <a:lnTo>
                    <a:pt x="4076144" y="1145634"/>
                  </a:lnTo>
                  <a:lnTo>
                    <a:pt x="4076238" y="1145634"/>
                  </a:lnTo>
                  <a:lnTo>
                    <a:pt x="4076332" y="1145634"/>
                  </a:lnTo>
                  <a:lnTo>
                    <a:pt x="4076426" y="1145634"/>
                  </a:lnTo>
                  <a:lnTo>
                    <a:pt x="4076520" y="1145634"/>
                  </a:lnTo>
                  <a:lnTo>
                    <a:pt x="4076614" y="1145634"/>
                  </a:lnTo>
                  <a:lnTo>
                    <a:pt x="4076708" y="1145634"/>
                  </a:lnTo>
                  <a:lnTo>
                    <a:pt x="4076802" y="1145634"/>
                  </a:lnTo>
                  <a:lnTo>
                    <a:pt x="4076896" y="1145634"/>
                  </a:lnTo>
                  <a:lnTo>
                    <a:pt x="4076990" y="1145634"/>
                  </a:lnTo>
                  <a:lnTo>
                    <a:pt x="4077084" y="1145634"/>
                  </a:lnTo>
                  <a:lnTo>
                    <a:pt x="4077178" y="1145634"/>
                  </a:lnTo>
                  <a:lnTo>
                    <a:pt x="4077272" y="1145634"/>
                  </a:lnTo>
                  <a:lnTo>
                    <a:pt x="4077366" y="1145634"/>
                  </a:lnTo>
                  <a:lnTo>
                    <a:pt x="4077460" y="1145634"/>
                  </a:lnTo>
                  <a:lnTo>
                    <a:pt x="4077554" y="1145634"/>
                  </a:lnTo>
                  <a:lnTo>
                    <a:pt x="4077648" y="1145634"/>
                  </a:lnTo>
                  <a:lnTo>
                    <a:pt x="4077742" y="1145634"/>
                  </a:lnTo>
                  <a:lnTo>
                    <a:pt x="4077836" y="1145634"/>
                  </a:lnTo>
                  <a:lnTo>
                    <a:pt x="4077930" y="1145634"/>
                  </a:lnTo>
                  <a:lnTo>
                    <a:pt x="4078024" y="1145634"/>
                  </a:lnTo>
                  <a:lnTo>
                    <a:pt x="4078118" y="1145634"/>
                  </a:lnTo>
                  <a:lnTo>
                    <a:pt x="4078212" y="1145634"/>
                  </a:lnTo>
                  <a:lnTo>
                    <a:pt x="4078306" y="1145634"/>
                  </a:lnTo>
                  <a:lnTo>
                    <a:pt x="4078400" y="1145634"/>
                  </a:lnTo>
                  <a:lnTo>
                    <a:pt x="4078494" y="1145634"/>
                  </a:lnTo>
                  <a:lnTo>
                    <a:pt x="4078588" y="1145634"/>
                  </a:lnTo>
                  <a:lnTo>
                    <a:pt x="4078682" y="1145634"/>
                  </a:lnTo>
                  <a:lnTo>
                    <a:pt x="4078776" y="1145634"/>
                  </a:lnTo>
                  <a:lnTo>
                    <a:pt x="4078870" y="1145634"/>
                  </a:lnTo>
                  <a:lnTo>
                    <a:pt x="4078964" y="1145634"/>
                  </a:lnTo>
                  <a:lnTo>
                    <a:pt x="4079058" y="1145634"/>
                  </a:lnTo>
                  <a:lnTo>
                    <a:pt x="4079152" y="1145634"/>
                  </a:lnTo>
                  <a:lnTo>
                    <a:pt x="4079246" y="1145634"/>
                  </a:lnTo>
                  <a:lnTo>
                    <a:pt x="4079341" y="1145634"/>
                  </a:lnTo>
                  <a:lnTo>
                    <a:pt x="4079435" y="1145634"/>
                  </a:lnTo>
                  <a:lnTo>
                    <a:pt x="4079529" y="1145634"/>
                  </a:lnTo>
                  <a:lnTo>
                    <a:pt x="4079623" y="1145634"/>
                  </a:lnTo>
                  <a:lnTo>
                    <a:pt x="4079717" y="1145634"/>
                  </a:lnTo>
                  <a:lnTo>
                    <a:pt x="4079811" y="1145634"/>
                  </a:lnTo>
                  <a:lnTo>
                    <a:pt x="4079905" y="1145634"/>
                  </a:lnTo>
                  <a:lnTo>
                    <a:pt x="4079999" y="1145634"/>
                  </a:lnTo>
                  <a:lnTo>
                    <a:pt x="4080093" y="1145634"/>
                  </a:lnTo>
                  <a:lnTo>
                    <a:pt x="4080187" y="1145634"/>
                  </a:lnTo>
                  <a:lnTo>
                    <a:pt x="4080281" y="1145634"/>
                  </a:lnTo>
                  <a:lnTo>
                    <a:pt x="4080375" y="1145634"/>
                  </a:lnTo>
                  <a:lnTo>
                    <a:pt x="4080469" y="1145634"/>
                  </a:lnTo>
                  <a:lnTo>
                    <a:pt x="4080563" y="1145634"/>
                  </a:lnTo>
                  <a:lnTo>
                    <a:pt x="4080657" y="1145634"/>
                  </a:lnTo>
                  <a:lnTo>
                    <a:pt x="4080751" y="1145634"/>
                  </a:lnTo>
                  <a:lnTo>
                    <a:pt x="4080845" y="1145634"/>
                  </a:lnTo>
                  <a:lnTo>
                    <a:pt x="4080939" y="1145634"/>
                  </a:lnTo>
                  <a:lnTo>
                    <a:pt x="4081033" y="1145634"/>
                  </a:lnTo>
                  <a:lnTo>
                    <a:pt x="4081127" y="1145634"/>
                  </a:lnTo>
                  <a:lnTo>
                    <a:pt x="4081221" y="1145634"/>
                  </a:lnTo>
                  <a:lnTo>
                    <a:pt x="4081315" y="1145634"/>
                  </a:lnTo>
                  <a:lnTo>
                    <a:pt x="4081409" y="1145634"/>
                  </a:lnTo>
                  <a:lnTo>
                    <a:pt x="4081503" y="1145634"/>
                  </a:lnTo>
                  <a:lnTo>
                    <a:pt x="4081597" y="1145634"/>
                  </a:lnTo>
                  <a:lnTo>
                    <a:pt x="4081691" y="1145634"/>
                  </a:lnTo>
                  <a:lnTo>
                    <a:pt x="4081785" y="1145634"/>
                  </a:lnTo>
                  <a:lnTo>
                    <a:pt x="4081879" y="1145634"/>
                  </a:lnTo>
                  <a:lnTo>
                    <a:pt x="4081973" y="1145634"/>
                  </a:lnTo>
                  <a:lnTo>
                    <a:pt x="4082067" y="1145634"/>
                  </a:lnTo>
                  <a:lnTo>
                    <a:pt x="4082161" y="1145634"/>
                  </a:lnTo>
                  <a:lnTo>
                    <a:pt x="4082255" y="1145634"/>
                  </a:lnTo>
                  <a:lnTo>
                    <a:pt x="4082349" y="1145634"/>
                  </a:lnTo>
                  <a:lnTo>
                    <a:pt x="4082443" y="1145634"/>
                  </a:lnTo>
                  <a:lnTo>
                    <a:pt x="4082537" y="1145634"/>
                  </a:lnTo>
                  <a:lnTo>
                    <a:pt x="4082631" y="1145634"/>
                  </a:lnTo>
                  <a:lnTo>
                    <a:pt x="4082725" y="1145634"/>
                  </a:lnTo>
                  <a:lnTo>
                    <a:pt x="4082819" y="1145634"/>
                  </a:lnTo>
                  <a:lnTo>
                    <a:pt x="4082914" y="1145634"/>
                  </a:lnTo>
                  <a:lnTo>
                    <a:pt x="4083008" y="1145634"/>
                  </a:lnTo>
                  <a:lnTo>
                    <a:pt x="4083102" y="1145634"/>
                  </a:lnTo>
                  <a:lnTo>
                    <a:pt x="4083196" y="1145634"/>
                  </a:lnTo>
                  <a:lnTo>
                    <a:pt x="4083290" y="1145634"/>
                  </a:lnTo>
                  <a:lnTo>
                    <a:pt x="4083384" y="1145634"/>
                  </a:lnTo>
                  <a:lnTo>
                    <a:pt x="4083478" y="1145634"/>
                  </a:lnTo>
                  <a:lnTo>
                    <a:pt x="4083572" y="1145634"/>
                  </a:lnTo>
                  <a:lnTo>
                    <a:pt x="4083666" y="1145634"/>
                  </a:lnTo>
                  <a:lnTo>
                    <a:pt x="4083760" y="1145634"/>
                  </a:lnTo>
                  <a:lnTo>
                    <a:pt x="4083854" y="1145634"/>
                  </a:lnTo>
                  <a:lnTo>
                    <a:pt x="4083948" y="1145634"/>
                  </a:lnTo>
                  <a:lnTo>
                    <a:pt x="4084042" y="1145634"/>
                  </a:lnTo>
                  <a:lnTo>
                    <a:pt x="4084136" y="1145634"/>
                  </a:lnTo>
                  <a:lnTo>
                    <a:pt x="4084230" y="1145634"/>
                  </a:lnTo>
                  <a:lnTo>
                    <a:pt x="4084324" y="1145634"/>
                  </a:lnTo>
                  <a:lnTo>
                    <a:pt x="4084418" y="1145634"/>
                  </a:lnTo>
                  <a:lnTo>
                    <a:pt x="4084512" y="1145634"/>
                  </a:lnTo>
                  <a:lnTo>
                    <a:pt x="4084606" y="1145634"/>
                  </a:lnTo>
                  <a:lnTo>
                    <a:pt x="4084700" y="1145634"/>
                  </a:lnTo>
                  <a:lnTo>
                    <a:pt x="4084794" y="1145634"/>
                  </a:lnTo>
                  <a:lnTo>
                    <a:pt x="4084888" y="1145634"/>
                  </a:lnTo>
                  <a:lnTo>
                    <a:pt x="4084982" y="1145634"/>
                  </a:lnTo>
                  <a:lnTo>
                    <a:pt x="4085076" y="1145634"/>
                  </a:lnTo>
                  <a:lnTo>
                    <a:pt x="4085170" y="1145634"/>
                  </a:lnTo>
                  <a:lnTo>
                    <a:pt x="4085264" y="1145634"/>
                  </a:lnTo>
                  <a:lnTo>
                    <a:pt x="4085358" y="1145634"/>
                  </a:lnTo>
                  <a:lnTo>
                    <a:pt x="4085452" y="1145634"/>
                  </a:lnTo>
                  <a:lnTo>
                    <a:pt x="4085546" y="1145634"/>
                  </a:lnTo>
                  <a:lnTo>
                    <a:pt x="4085640" y="1145634"/>
                  </a:lnTo>
                  <a:lnTo>
                    <a:pt x="4085734" y="1145634"/>
                  </a:lnTo>
                  <a:lnTo>
                    <a:pt x="4085828" y="1145634"/>
                  </a:lnTo>
                  <a:lnTo>
                    <a:pt x="4085922" y="1145634"/>
                  </a:lnTo>
                  <a:lnTo>
                    <a:pt x="4086016" y="1145634"/>
                  </a:lnTo>
                  <a:lnTo>
                    <a:pt x="4086110" y="1145634"/>
                  </a:lnTo>
                  <a:lnTo>
                    <a:pt x="4086204" y="1145634"/>
                  </a:lnTo>
                  <a:lnTo>
                    <a:pt x="4086298" y="1145634"/>
                  </a:lnTo>
                  <a:lnTo>
                    <a:pt x="4086392" y="1145634"/>
                  </a:lnTo>
                  <a:lnTo>
                    <a:pt x="4086487" y="1145634"/>
                  </a:lnTo>
                  <a:lnTo>
                    <a:pt x="4086581" y="1145634"/>
                  </a:lnTo>
                  <a:lnTo>
                    <a:pt x="4086675" y="1145634"/>
                  </a:lnTo>
                  <a:lnTo>
                    <a:pt x="4086769" y="1145634"/>
                  </a:lnTo>
                  <a:lnTo>
                    <a:pt x="4086863" y="1145634"/>
                  </a:lnTo>
                  <a:lnTo>
                    <a:pt x="4086957" y="1145634"/>
                  </a:lnTo>
                  <a:lnTo>
                    <a:pt x="4087051" y="1145634"/>
                  </a:lnTo>
                  <a:lnTo>
                    <a:pt x="4087145" y="1145634"/>
                  </a:lnTo>
                  <a:lnTo>
                    <a:pt x="4087239" y="1145634"/>
                  </a:lnTo>
                  <a:lnTo>
                    <a:pt x="4087333" y="1145634"/>
                  </a:lnTo>
                  <a:lnTo>
                    <a:pt x="4087427" y="1145634"/>
                  </a:lnTo>
                  <a:lnTo>
                    <a:pt x="4087521" y="1145634"/>
                  </a:lnTo>
                  <a:lnTo>
                    <a:pt x="4087615" y="1145634"/>
                  </a:lnTo>
                  <a:lnTo>
                    <a:pt x="4087709" y="1145634"/>
                  </a:lnTo>
                  <a:lnTo>
                    <a:pt x="4087803" y="1145634"/>
                  </a:lnTo>
                  <a:lnTo>
                    <a:pt x="4087897" y="1145634"/>
                  </a:lnTo>
                  <a:lnTo>
                    <a:pt x="4087991" y="1145634"/>
                  </a:lnTo>
                  <a:lnTo>
                    <a:pt x="4088085" y="1145634"/>
                  </a:lnTo>
                  <a:lnTo>
                    <a:pt x="4088179" y="1145634"/>
                  </a:lnTo>
                  <a:lnTo>
                    <a:pt x="4088273" y="1145634"/>
                  </a:lnTo>
                  <a:lnTo>
                    <a:pt x="4088367" y="1145634"/>
                  </a:lnTo>
                  <a:lnTo>
                    <a:pt x="4088461" y="1145634"/>
                  </a:lnTo>
                  <a:lnTo>
                    <a:pt x="4088555" y="1145634"/>
                  </a:lnTo>
                  <a:lnTo>
                    <a:pt x="4088649" y="1145634"/>
                  </a:lnTo>
                  <a:lnTo>
                    <a:pt x="4088743" y="1145634"/>
                  </a:lnTo>
                  <a:lnTo>
                    <a:pt x="4088837" y="1145634"/>
                  </a:lnTo>
                  <a:lnTo>
                    <a:pt x="4088931" y="1145634"/>
                  </a:lnTo>
                  <a:lnTo>
                    <a:pt x="4089025" y="1145634"/>
                  </a:lnTo>
                  <a:lnTo>
                    <a:pt x="4089119" y="1145634"/>
                  </a:lnTo>
                  <a:lnTo>
                    <a:pt x="4089213" y="1145634"/>
                  </a:lnTo>
                  <a:lnTo>
                    <a:pt x="4089307" y="1145634"/>
                  </a:lnTo>
                  <a:lnTo>
                    <a:pt x="4089401" y="1145634"/>
                  </a:lnTo>
                  <a:lnTo>
                    <a:pt x="4089495" y="1145634"/>
                  </a:lnTo>
                  <a:lnTo>
                    <a:pt x="4089589" y="1145634"/>
                  </a:lnTo>
                  <a:lnTo>
                    <a:pt x="4089683" y="1145634"/>
                  </a:lnTo>
                  <a:lnTo>
                    <a:pt x="4089777" y="1145634"/>
                  </a:lnTo>
                  <a:lnTo>
                    <a:pt x="4089871" y="1145634"/>
                  </a:lnTo>
                  <a:lnTo>
                    <a:pt x="4089965" y="1145634"/>
                  </a:lnTo>
                  <a:lnTo>
                    <a:pt x="4090060" y="1145634"/>
                  </a:lnTo>
                  <a:lnTo>
                    <a:pt x="4090154" y="1145634"/>
                  </a:lnTo>
                  <a:lnTo>
                    <a:pt x="4090248" y="1145634"/>
                  </a:lnTo>
                  <a:lnTo>
                    <a:pt x="4090342" y="1145634"/>
                  </a:lnTo>
                  <a:lnTo>
                    <a:pt x="4090436" y="1145634"/>
                  </a:lnTo>
                  <a:lnTo>
                    <a:pt x="4090530" y="1145634"/>
                  </a:lnTo>
                  <a:lnTo>
                    <a:pt x="4090624" y="1145634"/>
                  </a:lnTo>
                  <a:lnTo>
                    <a:pt x="4090718" y="1145634"/>
                  </a:lnTo>
                  <a:lnTo>
                    <a:pt x="4090812" y="1145634"/>
                  </a:lnTo>
                  <a:lnTo>
                    <a:pt x="4090812" y="1140355"/>
                  </a:lnTo>
                  <a:lnTo>
                    <a:pt x="4090906" y="1140355"/>
                  </a:lnTo>
                  <a:lnTo>
                    <a:pt x="4091000" y="1140355"/>
                  </a:lnTo>
                  <a:lnTo>
                    <a:pt x="4091094" y="1140355"/>
                  </a:lnTo>
                  <a:lnTo>
                    <a:pt x="4091188" y="1140355"/>
                  </a:lnTo>
                  <a:lnTo>
                    <a:pt x="4091282" y="1140355"/>
                  </a:lnTo>
                  <a:lnTo>
                    <a:pt x="4091376" y="1140355"/>
                  </a:lnTo>
                  <a:lnTo>
                    <a:pt x="4091470" y="1140355"/>
                  </a:lnTo>
                  <a:lnTo>
                    <a:pt x="4091564" y="1140355"/>
                  </a:lnTo>
                  <a:lnTo>
                    <a:pt x="4091658" y="1140355"/>
                  </a:lnTo>
                  <a:lnTo>
                    <a:pt x="4091752" y="1140355"/>
                  </a:lnTo>
                  <a:lnTo>
                    <a:pt x="4091846" y="1140355"/>
                  </a:lnTo>
                  <a:lnTo>
                    <a:pt x="4091940" y="1140355"/>
                  </a:lnTo>
                  <a:lnTo>
                    <a:pt x="4092034" y="1140355"/>
                  </a:lnTo>
                  <a:lnTo>
                    <a:pt x="4092128" y="1140355"/>
                  </a:lnTo>
                  <a:lnTo>
                    <a:pt x="4092222" y="1140355"/>
                  </a:lnTo>
                  <a:lnTo>
                    <a:pt x="4092316" y="1140355"/>
                  </a:lnTo>
                  <a:lnTo>
                    <a:pt x="4092410" y="1140355"/>
                  </a:lnTo>
                  <a:lnTo>
                    <a:pt x="4092504" y="1140355"/>
                  </a:lnTo>
                  <a:lnTo>
                    <a:pt x="4092598" y="1140355"/>
                  </a:lnTo>
                  <a:lnTo>
                    <a:pt x="4092692" y="1140355"/>
                  </a:lnTo>
                  <a:lnTo>
                    <a:pt x="4092786" y="1140355"/>
                  </a:lnTo>
                  <a:lnTo>
                    <a:pt x="4092880" y="1140355"/>
                  </a:lnTo>
                  <a:lnTo>
                    <a:pt x="4092974" y="1140355"/>
                  </a:lnTo>
                  <a:lnTo>
                    <a:pt x="4093068" y="1140355"/>
                  </a:lnTo>
                  <a:lnTo>
                    <a:pt x="4093162" y="1140355"/>
                  </a:lnTo>
                  <a:lnTo>
                    <a:pt x="4093256" y="1140355"/>
                  </a:lnTo>
                  <a:lnTo>
                    <a:pt x="4093350" y="1140355"/>
                  </a:lnTo>
                  <a:lnTo>
                    <a:pt x="4093444" y="1140355"/>
                  </a:lnTo>
                  <a:lnTo>
                    <a:pt x="4093539" y="1140355"/>
                  </a:lnTo>
                  <a:lnTo>
                    <a:pt x="4093633" y="1140355"/>
                  </a:lnTo>
                  <a:lnTo>
                    <a:pt x="4093727" y="1140355"/>
                  </a:lnTo>
                  <a:lnTo>
                    <a:pt x="4093821" y="1140355"/>
                  </a:lnTo>
                  <a:lnTo>
                    <a:pt x="4093915" y="1140355"/>
                  </a:lnTo>
                  <a:lnTo>
                    <a:pt x="4094009" y="1140355"/>
                  </a:lnTo>
                  <a:lnTo>
                    <a:pt x="4094103" y="1140355"/>
                  </a:lnTo>
                  <a:lnTo>
                    <a:pt x="4094197" y="1140355"/>
                  </a:lnTo>
                  <a:lnTo>
                    <a:pt x="4094291" y="1140355"/>
                  </a:lnTo>
                  <a:lnTo>
                    <a:pt x="4094385" y="1140355"/>
                  </a:lnTo>
                  <a:lnTo>
                    <a:pt x="4094479" y="1140355"/>
                  </a:lnTo>
                  <a:lnTo>
                    <a:pt x="4094573" y="1140355"/>
                  </a:lnTo>
                  <a:lnTo>
                    <a:pt x="4094667" y="1140355"/>
                  </a:lnTo>
                  <a:lnTo>
                    <a:pt x="4094761" y="1140355"/>
                  </a:lnTo>
                  <a:lnTo>
                    <a:pt x="4094855" y="1140355"/>
                  </a:lnTo>
                  <a:lnTo>
                    <a:pt x="4094949" y="1140355"/>
                  </a:lnTo>
                  <a:lnTo>
                    <a:pt x="4095043" y="1140355"/>
                  </a:lnTo>
                  <a:lnTo>
                    <a:pt x="4095137" y="1140355"/>
                  </a:lnTo>
                  <a:lnTo>
                    <a:pt x="4095231" y="1140355"/>
                  </a:lnTo>
                  <a:lnTo>
                    <a:pt x="4095325" y="1140355"/>
                  </a:lnTo>
                  <a:lnTo>
                    <a:pt x="4095419" y="1140355"/>
                  </a:lnTo>
                  <a:lnTo>
                    <a:pt x="4095513" y="1140355"/>
                  </a:lnTo>
                  <a:lnTo>
                    <a:pt x="4095607" y="1140355"/>
                  </a:lnTo>
                  <a:lnTo>
                    <a:pt x="4095701" y="1140355"/>
                  </a:lnTo>
                  <a:lnTo>
                    <a:pt x="4095795" y="1140355"/>
                  </a:lnTo>
                  <a:lnTo>
                    <a:pt x="4095889" y="1140355"/>
                  </a:lnTo>
                  <a:lnTo>
                    <a:pt x="4095983" y="1140355"/>
                  </a:lnTo>
                  <a:lnTo>
                    <a:pt x="4096077" y="1140355"/>
                  </a:lnTo>
                  <a:lnTo>
                    <a:pt x="4096171" y="1140355"/>
                  </a:lnTo>
                  <a:lnTo>
                    <a:pt x="4096265" y="1140355"/>
                  </a:lnTo>
                  <a:lnTo>
                    <a:pt x="4096359" y="1140355"/>
                  </a:lnTo>
                  <a:lnTo>
                    <a:pt x="4096453" y="1140355"/>
                  </a:lnTo>
                  <a:lnTo>
                    <a:pt x="4096547" y="1140355"/>
                  </a:lnTo>
                  <a:lnTo>
                    <a:pt x="4096641" y="1140355"/>
                  </a:lnTo>
                  <a:lnTo>
                    <a:pt x="4096735" y="1140355"/>
                  </a:lnTo>
                  <a:lnTo>
                    <a:pt x="4096829" y="1140355"/>
                  </a:lnTo>
                  <a:lnTo>
                    <a:pt x="4096923" y="1140355"/>
                  </a:lnTo>
                  <a:lnTo>
                    <a:pt x="4097017" y="1140355"/>
                  </a:lnTo>
                  <a:lnTo>
                    <a:pt x="4097017" y="1135075"/>
                  </a:lnTo>
                  <a:lnTo>
                    <a:pt x="4097112" y="1135075"/>
                  </a:lnTo>
                  <a:lnTo>
                    <a:pt x="4097206" y="1135075"/>
                  </a:lnTo>
                  <a:lnTo>
                    <a:pt x="4097300" y="1135075"/>
                  </a:lnTo>
                  <a:lnTo>
                    <a:pt x="4097394" y="1135075"/>
                  </a:lnTo>
                  <a:lnTo>
                    <a:pt x="4097488" y="1135075"/>
                  </a:lnTo>
                  <a:lnTo>
                    <a:pt x="4097488" y="1129796"/>
                  </a:lnTo>
                  <a:lnTo>
                    <a:pt x="4097582" y="1129796"/>
                  </a:lnTo>
                  <a:lnTo>
                    <a:pt x="4097676" y="1129796"/>
                  </a:lnTo>
                  <a:lnTo>
                    <a:pt x="4097770" y="1129796"/>
                  </a:lnTo>
                  <a:lnTo>
                    <a:pt x="4097864" y="1129796"/>
                  </a:lnTo>
                  <a:lnTo>
                    <a:pt x="4097958" y="1129796"/>
                  </a:lnTo>
                  <a:lnTo>
                    <a:pt x="4098052" y="1129796"/>
                  </a:lnTo>
                  <a:lnTo>
                    <a:pt x="4098146" y="1129796"/>
                  </a:lnTo>
                  <a:lnTo>
                    <a:pt x="4098240" y="1129796"/>
                  </a:lnTo>
                  <a:lnTo>
                    <a:pt x="4098334" y="1129796"/>
                  </a:lnTo>
                  <a:lnTo>
                    <a:pt x="4098428" y="1129796"/>
                  </a:lnTo>
                  <a:lnTo>
                    <a:pt x="4098522" y="1129796"/>
                  </a:lnTo>
                  <a:lnTo>
                    <a:pt x="4098616" y="1129796"/>
                  </a:lnTo>
                  <a:lnTo>
                    <a:pt x="4098710" y="1129796"/>
                  </a:lnTo>
                  <a:lnTo>
                    <a:pt x="4098804" y="1129796"/>
                  </a:lnTo>
                  <a:lnTo>
                    <a:pt x="4098898" y="1129796"/>
                  </a:lnTo>
                  <a:lnTo>
                    <a:pt x="4098992" y="1129796"/>
                  </a:lnTo>
                  <a:lnTo>
                    <a:pt x="4099086" y="1129796"/>
                  </a:lnTo>
                  <a:lnTo>
                    <a:pt x="4099180" y="1129796"/>
                  </a:lnTo>
                  <a:lnTo>
                    <a:pt x="4099274" y="1129796"/>
                  </a:lnTo>
                  <a:lnTo>
                    <a:pt x="4099368" y="1129796"/>
                  </a:lnTo>
                  <a:lnTo>
                    <a:pt x="4099462" y="1129796"/>
                  </a:lnTo>
                  <a:lnTo>
                    <a:pt x="4099556" y="1129796"/>
                  </a:lnTo>
                  <a:lnTo>
                    <a:pt x="4099650" y="1129796"/>
                  </a:lnTo>
                  <a:lnTo>
                    <a:pt x="4099744" y="1129796"/>
                  </a:lnTo>
                  <a:lnTo>
                    <a:pt x="4099838" y="1129796"/>
                  </a:lnTo>
                  <a:lnTo>
                    <a:pt x="4099932" y="1129796"/>
                  </a:lnTo>
                  <a:lnTo>
                    <a:pt x="4100026" y="1129796"/>
                  </a:lnTo>
                  <a:lnTo>
                    <a:pt x="4100120" y="1129796"/>
                  </a:lnTo>
                  <a:lnTo>
                    <a:pt x="4100214" y="1129796"/>
                  </a:lnTo>
                  <a:lnTo>
                    <a:pt x="4100308" y="1129796"/>
                  </a:lnTo>
                  <a:lnTo>
                    <a:pt x="4100402" y="1129796"/>
                  </a:lnTo>
                  <a:lnTo>
                    <a:pt x="4100496" y="1129796"/>
                  </a:lnTo>
                  <a:lnTo>
                    <a:pt x="4100590" y="1129796"/>
                  </a:lnTo>
                  <a:lnTo>
                    <a:pt x="4100685" y="1129796"/>
                  </a:lnTo>
                  <a:lnTo>
                    <a:pt x="4100779" y="1129796"/>
                  </a:lnTo>
                  <a:lnTo>
                    <a:pt x="4100873" y="1129796"/>
                  </a:lnTo>
                  <a:lnTo>
                    <a:pt x="4100967" y="1129796"/>
                  </a:lnTo>
                  <a:lnTo>
                    <a:pt x="4101061" y="1129796"/>
                  </a:lnTo>
                  <a:lnTo>
                    <a:pt x="4101155" y="1129796"/>
                  </a:lnTo>
                  <a:lnTo>
                    <a:pt x="4101249" y="1129796"/>
                  </a:lnTo>
                  <a:lnTo>
                    <a:pt x="4101343" y="1129796"/>
                  </a:lnTo>
                  <a:lnTo>
                    <a:pt x="4101437" y="1129796"/>
                  </a:lnTo>
                  <a:lnTo>
                    <a:pt x="4101531" y="1129796"/>
                  </a:lnTo>
                  <a:lnTo>
                    <a:pt x="4101625" y="1129796"/>
                  </a:lnTo>
                  <a:lnTo>
                    <a:pt x="4101719" y="1129796"/>
                  </a:lnTo>
                  <a:lnTo>
                    <a:pt x="4101813" y="1129796"/>
                  </a:lnTo>
                  <a:lnTo>
                    <a:pt x="4101907" y="1129796"/>
                  </a:lnTo>
                  <a:lnTo>
                    <a:pt x="4102001" y="1129796"/>
                  </a:lnTo>
                  <a:lnTo>
                    <a:pt x="4102095" y="1129796"/>
                  </a:lnTo>
                  <a:lnTo>
                    <a:pt x="4102189" y="1129796"/>
                  </a:lnTo>
                  <a:lnTo>
                    <a:pt x="4102283" y="1129796"/>
                  </a:lnTo>
                  <a:lnTo>
                    <a:pt x="4102377" y="1129796"/>
                  </a:lnTo>
                  <a:lnTo>
                    <a:pt x="4102471" y="1129796"/>
                  </a:lnTo>
                  <a:lnTo>
                    <a:pt x="4102565" y="1129796"/>
                  </a:lnTo>
                  <a:lnTo>
                    <a:pt x="4102659" y="1129796"/>
                  </a:lnTo>
                  <a:lnTo>
                    <a:pt x="4102659" y="1124516"/>
                  </a:lnTo>
                  <a:lnTo>
                    <a:pt x="4102753" y="1124516"/>
                  </a:lnTo>
                  <a:lnTo>
                    <a:pt x="4102847" y="1124516"/>
                  </a:lnTo>
                  <a:lnTo>
                    <a:pt x="4102941" y="1124516"/>
                  </a:lnTo>
                  <a:lnTo>
                    <a:pt x="4103035" y="1124516"/>
                  </a:lnTo>
                  <a:lnTo>
                    <a:pt x="4103129" y="1124516"/>
                  </a:lnTo>
                  <a:lnTo>
                    <a:pt x="4103223" y="1124516"/>
                  </a:lnTo>
                  <a:lnTo>
                    <a:pt x="4103317" y="1124516"/>
                  </a:lnTo>
                  <a:lnTo>
                    <a:pt x="4103411" y="1124516"/>
                  </a:lnTo>
                  <a:lnTo>
                    <a:pt x="4103505" y="1124516"/>
                  </a:lnTo>
                  <a:lnTo>
                    <a:pt x="4103599" y="1124516"/>
                  </a:lnTo>
                  <a:lnTo>
                    <a:pt x="4103693" y="1124516"/>
                  </a:lnTo>
                  <a:lnTo>
                    <a:pt x="4103787" y="1124516"/>
                  </a:lnTo>
                  <a:lnTo>
                    <a:pt x="4103881" y="1124516"/>
                  </a:lnTo>
                  <a:lnTo>
                    <a:pt x="4103975" y="1124516"/>
                  </a:lnTo>
                  <a:lnTo>
                    <a:pt x="4104069" y="1124516"/>
                  </a:lnTo>
                  <a:lnTo>
                    <a:pt x="4104164" y="1124516"/>
                  </a:lnTo>
                  <a:lnTo>
                    <a:pt x="4104258" y="1124516"/>
                  </a:lnTo>
                  <a:lnTo>
                    <a:pt x="4104352" y="1124516"/>
                  </a:lnTo>
                  <a:lnTo>
                    <a:pt x="4104446" y="1124516"/>
                  </a:lnTo>
                  <a:lnTo>
                    <a:pt x="4104540" y="1124516"/>
                  </a:lnTo>
                  <a:lnTo>
                    <a:pt x="4104634" y="1124516"/>
                  </a:lnTo>
                  <a:lnTo>
                    <a:pt x="4104728" y="1124516"/>
                  </a:lnTo>
                  <a:lnTo>
                    <a:pt x="4104822" y="1124516"/>
                  </a:lnTo>
                  <a:lnTo>
                    <a:pt x="4104916" y="1124516"/>
                  </a:lnTo>
                  <a:lnTo>
                    <a:pt x="4105010" y="1124516"/>
                  </a:lnTo>
                  <a:lnTo>
                    <a:pt x="4105104" y="1124516"/>
                  </a:lnTo>
                  <a:lnTo>
                    <a:pt x="4105198" y="1124516"/>
                  </a:lnTo>
                  <a:lnTo>
                    <a:pt x="4105292" y="1124516"/>
                  </a:lnTo>
                  <a:lnTo>
                    <a:pt x="4105386" y="1124516"/>
                  </a:lnTo>
                  <a:lnTo>
                    <a:pt x="4105480" y="1124516"/>
                  </a:lnTo>
                  <a:lnTo>
                    <a:pt x="4105574" y="1124516"/>
                  </a:lnTo>
                  <a:lnTo>
                    <a:pt x="4105668" y="1124516"/>
                  </a:lnTo>
                  <a:lnTo>
                    <a:pt x="4105762" y="1124516"/>
                  </a:lnTo>
                  <a:lnTo>
                    <a:pt x="4105856" y="1124516"/>
                  </a:lnTo>
                  <a:lnTo>
                    <a:pt x="4105950" y="1124516"/>
                  </a:lnTo>
                  <a:lnTo>
                    <a:pt x="4106044" y="1124516"/>
                  </a:lnTo>
                  <a:lnTo>
                    <a:pt x="4106138" y="1124516"/>
                  </a:lnTo>
                  <a:lnTo>
                    <a:pt x="4106232" y="1124516"/>
                  </a:lnTo>
                  <a:lnTo>
                    <a:pt x="4106326" y="1124516"/>
                  </a:lnTo>
                  <a:lnTo>
                    <a:pt x="4106420" y="1124516"/>
                  </a:lnTo>
                  <a:lnTo>
                    <a:pt x="4106514" y="1124516"/>
                  </a:lnTo>
                  <a:lnTo>
                    <a:pt x="4106608" y="1124516"/>
                  </a:lnTo>
                  <a:lnTo>
                    <a:pt x="4106702" y="1124516"/>
                  </a:lnTo>
                  <a:lnTo>
                    <a:pt x="4106796" y="1124516"/>
                  </a:lnTo>
                  <a:lnTo>
                    <a:pt x="4106890" y="1124516"/>
                  </a:lnTo>
                  <a:lnTo>
                    <a:pt x="4106984" y="1124516"/>
                  </a:lnTo>
                  <a:lnTo>
                    <a:pt x="4107078" y="1124516"/>
                  </a:lnTo>
                  <a:lnTo>
                    <a:pt x="4107078" y="1119237"/>
                  </a:lnTo>
                  <a:lnTo>
                    <a:pt x="4107172" y="1119237"/>
                  </a:lnTo>
                  <a:lnTo>
                    <a:pt x="4107266" y="1119237"/>
                  </a:lnTo>
                  <a:lnTo>
                    <a:pt x="4107360" y="1119237"/>
                  </a:lnTo>
                  <a:lnTo>
                    <a:pt x="4107454" y="1119237"/>
                  </a:lnTo>
                  <a:lnTo>
                    <a:pt x="4107548" y="1119237"/>
                  </a:lnTo>
                  <a:lnTo>
                    <a:pt x="4107642" y="1119237"/>
                  </a:lnTo>
                  <a:lnTo>
                    <a:pt x="4107737" y="1119237"/>
                  </a:lnTo>
                  <a:lnTo>
                    <a:pt x="4107831" y="1119237"/>
                  </a:lnTo>
                  <a:lnTo>
                    <a:pt x="4107925" y="1119237"/>
                  </a:lnTo>
                  <a:lnTo>
                    <a:pt x="4108019" y="1119237"/>
                  </a:lnTo>
                  <a:lnTo>
                    <a:pt x="4108113" y="1119237"/>
                  </a:lnTo>
                  <a:lnTo>
                    <a:pt x="4108207" y="1119237"/>
                  </a:lnTo>
                  <a:lnTo>
                    <a:pt x="4108301" y="1119237"/>
                  </a:lnTo>
                  <a:lnTo>
                    <a:pt x="4108395" y="1119237"/>
                  </a:lnTo>
                  <a:lnTo>
                    <a:pt x="4108489" y="1119237"/>
                  </a:lnTo>
                  <a:lnTo>
                    <a:pt x="4108583" y="1119237"/>
                  </a:lnTo>
                  <a:lnTo>
                    <a:pt x="4108677" y="1119237"/>
                  </a:lnTo>
                  <a:lnTo>
                    <a:pt x="4108771" y="1119237"/>
                  </a:lnTo>
                  <a:lnTo>
                    <a:pt x="4108865" y="1119237"/>
                  </a:lnTo>
                  <a:lnTo>
                    <a:pt x="4108959" y="1119237"/>
                  </a:lnTo>
                  <a:lnTo>
                    <a:pt x="4109053" y="1119237"/>
                  </a:lnTo>
                  <a:lnTo>
                    <a:pt x="4109147" y="1119237"/>
                  </a:lnTo>
                  <a:lnTo>
                    <a:pt x="4109241" y="1119237"/>
                  </a:lnTo>
                  <a:lnTo>
                    <a:pt x="4109335" y="1119237"/>
                  </a:lnTo>
                  <a:lnTo>
                    <a:pt x="4109429" y="1119237"/>
                  </a:lnTo>
                  <a:lnTo>
                    <a:pt x="4109523" y="1119237"/>
                  </a:lnTo>
                  <a:lnTo>
                    <a:pt x="4109617" y="1119237"/>
                  </a:lnTo>
                  <a:lnTo>
                    <a:pt x="4109711" y="1119237"/>
                  </a:lnTo>
                  <a:lnTo>
                    <a:pt x="4109805" y="1119237"/>
                  </a:lnTo>
                  <a:lnTo>
                    <a:pt x="4109899" y="1119237"/>
                  </a:lnTo>
                  <a:lnTo>
                    <a:pt x="4109993" y="1119237"/>
                  </a:lnTo>
                  <a:lnTo>
                    <a:pt x="4110087" y="1119237"/>
                  </a:lnTo>
                  <a:lnTo>
                    <a:pt x="4110087" y="1113957"/>
                  </a:lnTo>
                  <a:lnTo>
                    <a:pt x="4110181" y="1113957"/>
                  </a:lnTo>
                  <a:lnTo>
                    <a:pt x="4110275" y="1113957"/>
                  </a:lnTo>
                  <a:lnTo>
                    <a:pt x="4110369" y="1113957"/>
                  </a:lnTo>
                  <a:lnTo>
                    <a:pt x="4110463" y="1113957"/>
                  </a:lnTo>
                  <a:lnTo>
                    <a:pt x="4110557" y="1113957"/>
                  </a:lnTo>
                  <a:lnTo>
                    <a:pt x="4110651" y="1113957"/>
                  </a:lnTo>
                  <a:lnTo>
                    <a:pt x="4110745" y="1113957"/>
                  </a:lnTo>
                  <a:lnTo>
                    <a:pt x="4110839" y="1113957"/>
                  </a:lnTo>
                  <a:lnTo>
                    <a:pt x="4110933" y="1113957"/>
                  </a:lnTo>
                  <a:lnTo>
                    <a:pt x="4111027" y="1113957"/>
                  </a:lnTo>
                  <a:lnTo>
                    <a:pt x="4111121" y="1113957"/>
                  </a:lnTo>
                  <a:lnTo>
                    <a:pt x="4111215" y="1113957"/>
                  </a:lnTo>
                  <a:lnTo>
                    <a:pt x="4111310" y="1113957"/>
                  </a:lnTo>
                  <a:lnTo>
                    <a:pt x="4111404" y="1113957"/>
                  </a:lnTo>
                  <a:lnTo>
                    <a:pt x="4111498" y="1113957"/>
                  </a:lnTo>
                  <a:lnTo>
                    <a:pt x="4111592" y="1113957"/>
                  </a:lnTo>
                  <a:lnTo>
                    <a:pt x="4111686" y="1113957"/>
                  </a:lnTo>
                  <a:lnTo>
                    <a:pt x="4111780" y="1113957"/>
                  </a:lnTo>
                  <a:lnTo>
                    <a:pt x="4111874" y="1113957"/>
                  </a:lnTo>
                  <a:lnTo>
                    <a:pt x="4111968" y="1113957"/>
                  </a:lnTo>
                  <a:lnTo>
                    <a:pt x="4112062" y="1113957"/>
                  </a:lnTo>
                  <a:lnTo>
                    <a:pt x="4112156" y="1113957"/>
                  </a:lnTo>
                  <a:lnTo>
                    <a:pt x="4112250" y="1113957"/>
                  </a:lnTo>
                  <a:lnTo>
                    <a:pt x="4112344" y="1113957"/>
                  </a:lnTo>
                  <a:lnTo>
                    <a:pt x="4112438" y="1113957"/>
                  </a:lnTo>
                  <a:lnTo>
                    <a:pt x="4112532" y="1113957"/>
                  </a:lnTo>
                  <a:lnTo>
                    <a:pt x="4112532" y="1108678"/>
                  </a:lnTo>
                  <a:lnTo>
                    <a:pt x="4112626" y="1108678"/>
                  </a:lnTo>
                  <a:lnTo>
                    <a:pt x="4112720" y="1108678"/>
                  </a:lnTo>
                  <a:lnTo>
                    <a:pt x="4112814" y="1108678"/>
                  </a:lnTo>
                  <a:lnTo>
                    <a:pt x="4112908" y="1108678"/>
                  </a:lnTo>
                  <a:lnTo>
                    <a:pt x="4113002" y="1108678"/>
                  </a:lnTo>
                  <a:lnTo>
                    <a:pt x="4113096" y="1108678"/>
                  </a:lnTo>
                  <a:lnTo>
                    <a:pt x="4113190" y="1108678"/>
                  </a:lnTo>
                  <a:lnTo>
                    <a:pt x="4113284" y="1108678"/>
                  </a:lnTo>
                  <a:lnTo>
                    <a:pt x="4113378" y="1108678"/>
                  </a:lnTo>
                  <a:lnTo>
                    <a:pt x="4113472" y="1108678"/>
                  </a:lnTo>
                  <a:lnTo>
                    <a:pt x="4113566" y="1108678"/>
                  </a:lnTo>
                  <a:lnTo>
                    <a:pt x="4113660" y="1108678"/>
                  </a:lnTo>
                  <a:lnTo>
                    <a:pt x="4113754" y="1108678"/>
                  </a:lnTo>
                  <a:lnTo>
                    <a:pt x="4113848" y="1108678"/>
                  </a:lnTo>
                  <a:lnTo>
                    <a:pt x="4113942" y="1108678"/>
                  </a:lnTo>
                  <a:lnTo>
                    <a:pt x="4114036" y="1108678"/>
                  </a:lnTo>
                  <a:lnTo>
                    <a:pt x="4114130" y="1108678"/>
                  </a:lnTo>
                  <a:lnTo>
                    <a:pt x="4114224" y="1108678"/>
                  </a:lnTo>
                  <a:lnTo>
                    <a:pt x="4114318" y="1108678"/>
                  </a:lnTo>
                  <a:lnTo>
                    <a:pt x="4114412" y="1108678"/>
                  </a:lnTo>
                  <a:lnTo>
                    <a:pt x="4114506" y="1108678"/>
                  </a:lnTo>
                  <a:lnTo>
                    <a:pt x="4114600" y="1108678"/>
                  </a:lnTo>
                  <a:lnTo>
                    <a:pt x="4114694" y="1108678"/>
                  </a:lnTo>
                  <a:lnTo>
                    <a:pt x="4114789" y="1108678"/>
                  </a:lnTo>
                  <a:lnTo>
                    <a:pt x="4114883" y="1108678"/>
                  </a:lnTo>
                  <a:lnTo>
                    <a:pt x="4114977" y="1108678"/>
                  </a:lnTo>
                  <a:lnTo>
                    <a:pt x="4115071" y="1108678"/>
                  </a:lnTo>
                  <a:lnTo>
                    <a:pt x="4115165" y="1108678"/>
                  </a:lnTo>
                  <a:lnTo>
                    <a:pt x="4115259" y="1108678"/>
                  </a:lnTo>
                  <a:lnTo>
                    <a:pt x="4115353" y="1108678"/>
                  </a:lnTo>
                  <a:lnTo>
                    <a:pt x="4115447" y="1108678"/>
                  </a:lnTo>
                  <a:lnTo>
                    <a:pt x="4115541" y="1108678"/>
                  </a:lnTo>
                  <a:lnTo>
                    <a:pt x="4115635" y="1108678"/>
                  </a:lnTo>
                  <a:lnTo>
                    <a:pt x="4115729" y="1108678"/>
                  </a:lnTo>
                  <a:lnTo>
                    <a:pt x="4115823" y="1108678"/>
                  </a:lnTo>
                  <a:lnTo>
                    <a:pt x="4115917" y="1108678"/>
                  </a:lnTo>
                  <a:lnTo>
                    <a:pt x="4116011" y="1108678"/>
                  </a:lnTo>
                  <a:lnTo>
                    <a:pt x="4116105" y="1108678"/>
                  </a:lnTo>
                  <a:lnTo>
                    <a:pt x="4116199" y="1108678"/>
                  </a:lnTo>
                  <a:lnTo>
                    <a:pt x="4116293" y="1108678"/>
                  </a:lnTo>
                  <a:lnTo>
                    <a:pt x="4116387" y="1108678"/>
                  </a:lnTo>
                  <a:lnTo>
                    <a:pt x="4116481" y="1108678"/>
                  </a:lnTo>
                  <a:lnTo>
                    <a:pt x="4116575" y="1108678"/>
                  </a:lnTo>
                  <a:lnTo>
                    <a:pt x="4116669" y="1108678"/>
                  </a:lnTo>
                  <a:lnTo>
                    <a:pt x="4116763" y="1108678"/>
                  </a:lnTo>
                  <a:lnTo>
                    <a:pt x="4116857" y="1108678"/>
                  </a:lnTo>
                  <a:lnTo>
                    <a:pt x="4116951" y="1108678"/>
                  </a:lnTo>
                  <a:lnTo>
                    <a:pt x="4117045" y="1108678"/>
                  </a:lnTo>
                  <a:lnTo>
                    <a:pt x="4117139" y="1108678"/>
                  </a:lnTo>
                  <a:lnTo>
                    <a:pt x="4117233" y="1108678"/>
                  </a:lnTo>
                  <a:lnTo>
                    <a:pt x="4117327" y="1108678"/>
                  </a:lnTo>
                  <a:lnTo>
                    <a:pt x="4117421" y="1108678"/>
                  </a:lnTo>
                  <a:lnTo>
                    <a:pt x="4117515" y="1108678"/>
                  </a:lnTo>
                  <a:lnTo>
                    <a:pt x="4117609" y="1108678"/>
                  </a:lnTo>
                  <a:lnTo>
                    <a:pt x="4117703" y="1108678"/>
                  </a:lnTo>
                  <a:lnTo>
                    <a:pt x="4117797" y="1108678"/>
                  </a:lnTo>
                  <a:lnTo>
                    <a:pt x="4117891" y="1108678"/>
                  </a:lnTo>
                  <a:lnTo>
                    <a:pt x="4117985" y="1108678"/>
                  </a:lnTo>
                  <a:lnTo>
                    <a:pt x="4118079" y="1108678"/>
                  </a:lnTo>
                  <a:lnTo>
                    <a:pt x="4118173" y="1108678"/>
                  </a:lnTo>
                  <a:lnTo>
                    <a:pt x="4118267" y="1108678"/>
                  </a:lnTo>
                  <a:lnTo>
                    <a:pt x="4118362" y="1108678"/>
                  </a:lnTo>
                  <a:lnTo>
                    <a:pt x="4118456" y="1108678"/>
                  </a:lnTo>
                  <a:lnTo>
                    <a:pt x="4118550" y="1108678"/>
                  </a:lnTo>
                  <a:lnTo>
                    <a:pt x="4118644" y="1108678"/>
                  </a:lnTo>
                  <a:lnTo>
                    <a:pt x="4118738" y="1108678"/>
                  </a:lnTo>
                  <a:lnTo>
                    <a:pt x="4118832" y="1108678"/>
                  </a:lnTo>
                  <a:lnTo>
                    <a:pt x="4118926" y="1108678"/>
                  </a:lnTo>
                  <a:lnTo>
                    <a:pt x="4119020" y="1108678"/>
                  </a:lnTo>
                  <a:lnTo>
                    <a:pt x="4119114" y="1108678"/>
                  </a:lnTo>
                  <a:lnTo>
                    <a:pt x="4119208" y="1108678"/>
                  </a:lnTo>
                  <a:lnTo>
                    <a:pt x="4119302" y="1108678"/>
                  </a:lnTo>
                  <a:lnTo>
                    <a:pt x="4119396" y="1108678"/>
                  </a:lnTo>
                  <a:lnTo>
                    <a:pt x="4119490" y="1108678"/>
                  </a:lnTo>
                  <a:lnTo>
                    <a:pt x="4119584" y="1108678"/>
                  </a:lnTo>
                  <a:lnTo>
                    <a:pt x="4119678" y="1108678"/>
                  </a:lnTo>
                  <a:lnTo>
                    <a:pt x="4119772" y="1108678"/>
                  </a:lnTo>
                  <a:lnTo>
                    <a:pt x="4119866" y="1108678"/>
                  </a:lnTo>
                  <a:lnTo>
                    <a:pt x="4119960" y="1108678"/>
                  </a:lnTo>
                  <a:lnTo>
                    <a:pt x="4120054" y="1108678"/>
                  </a:lnTo>
                  <a:lnTo>
                    <a:pt x="4120148" y="1108678"/>
                  </a:lnTo>
                  <a:lnTo>
                    <a:pt x="4120242" y="1108678"/>
                  </a:lnTo>
                  <a:lnTo>
                    <a:pt x="4120336" y="1108678"/>
                  </a:lnTo>
                  <a:lnTo>
                    <a:pt x="4120430" y="1108678"/>
                  </a:lnTo>
                  <a:lnTo>
                    <a:pt x="4120524" y="1108678"/>
                  </a:lnTo>
                  <a:lnTo>
                    <a:pt x="4120618" y="1108678"/>
                  </a:lnTo>
                  <a:lnTo>
                    <a:pt x="4120712" y="1108678"/>
                  </a:lnTo>
                  <a:lnTo>
                    <a:pt x="4120806" y="1108678"/>
                  </a:lnTo>
                  <a:lnTo>
                    <a:pt x="4120900" y="1108678"/>
                  </a:lnTo>
                  <a:lnTo>
                    <a:pt x="4120994" y="1108678"/>
                  </a:lnTo>
                  <a:lnTo>
                    <a:pt x="4121088" y="1108678"/>
                  </a:lnTo>
                  <a:lnTo>
                    <a:pt x="4121182" y="1108678"/>
                  </a:lnTo>
                  <a:lnTo>
                    <a:pt x="4121276" y="1108678"/>
                  </a:lnTo>
                  <a:lnTo>
                    <a:pt x="4121370" y="1108678"/>
                  </a:lnTo>
                  <a:lnTo>
                    <a:pt x="4121464" y="1108678"/>
                  </a:lnTo>
                  <a:lnTo>
                    <a:pt x="4121558" y="1108678"/>
                  </a:lnTo>
                  <a:lnTo>
                    <a:pt x="4121652" y="1108678"/>
                  </a:lnTo>
                  <a:lnTo>
                    <a:pt x="4121746" y="1108678"/>
                  </a:lnTo>
                  <a:lnTo>
                    <a:pt x="4121840" y="1108678"/>
                  </a:lnTo>
                  <a:lnTo>
                    <a:pt x="4121935" y="1108678"/>
                  </a:lnTo>
                  <a:lnTo>
                    <a:pt x="4122029" y="1108678"/>
                  </a:lnTo>
                  <a:lnTo>
                    <a:pt x="4122123" y="1108678"/>
                  </a:lnTo>
                  <a:lnTo>
                    <a:pt x="4122217" y="1108678"/>
                  </a:lnTo>
                  <a:lnTo>
                    <a:pt x="4122311" y="1108678"/>
                  </a:lnTo>
                  <a:lnTo>
                    <a:pt x="4122405" y="1108678"/>
                  </a:lnTo>
                  <a:lnTo>
                    <a:pt x="4122499" y="1108678"/>
                  </a:lnTo>
                  <a:lnTo>
                    <a:pt x="4122593" y="1108678"/>
                  </a:lnTo>
                  <a:lnTo>
                    <a:pt x="4122593" y="1103399"/>
                  </a:lnTo>
                  <a:lnTo>
                    <a:pt x="4122687" y="1103399"/>
                  </a:lnTo>
                  <a:lnTo>
                    <a:pt x="4122781" y="1103399"/>
                  </a:lnTo>
                  <a:lnTo>
                    <a:pt x="4122875" y="1103399"/>
                  </a:lnTo>
                  <a:lnTo>
                    <a:pt x="4122969" y="1103399"/>
                  </a:lnTo>
                  <a:lnTo>
                    <a:pt x="4123063" y="1103399"/>
                  </a:lnTo>
                  <a:lnTo>
                    <a:pt x="4123157" y="1103399"/>
                  </a:lnTo>
                  <a:lnTo>
                    <a:pt x="4123251" y="1103399"/>
                  </a:lnTo>
                  <a:lnTo>
                    <a:pt x="4123345" y="1103399"/>
                  </a:lnTo>
                  <a:lnTo>
                    <a:pt x="4123439" y="1103399"/>
                  </a:lnTo>
                  <a:lnTo>
                    <a:pt x="4123533" y="1103399"/>
                  </a:lnTo>
                  <a:lnTo>
                    <a:pt x="4123627" y="1103399"/>
                  </a:lnTo>
                  <a:lnTo>
                    <a:pt x="4123721" y="1103399"/>
                  </a:lnTo>
                  <a:lnTo>
                    <a:pt x="4123815" y="1103399"/>
                  </a:lnTo>
                  <a:lnTo>
                    <a:pt x="4123909" y="1103399"/>
                  </a:lnTo>
                  <a:lnTo>
                    <a:pt x="4124003" y="1103399"/>
                  </a:lnTo>
                  <a:lnTo>
                    <a:pt x="4124097" y="1103399"/>
                  </a:lnTo>
                  <a:lnTo>
                    <a:pt x="4124191" y="1103399"/>
                  </a:lnTo>
                  <a:lnTo>
                    <a:pt x="4124285" y="1103399"/>
                  </a:lnTo>
                  <a:lnTo>
                    <a:pt x="4124379" y="1103399"/>
                  </a:lnTo>
                  <a:lnTo>
                    <a:pt x="4124473" y="1103399"/>
                  </a:lnTo>
                  <a:lnTo>
                    <a:pt x="4124567" y="1103399"/>
                  </a:lnTo>
                  <a:lnTo>
                    <a:pt x="4124661" y="1103399"/>
                  </a:lnTo>
                  <a:lnTo>
                    <a:pt x="4124755" y="1103399"/>
                  </a:lnTo>
                  <a:lnTo>
                    <a:pt x="4124849" y="1103399"/>
                  </a:lnTo>
                  <a:lnTo>
                    <a:pt x="4124943" y="1103399"/>
                  </a:lnTo>
                  <a:lnTo>
                    <a:pt x="4125037" y="1103399"/>
                  </a:lnTo>
                  <a:lnTo>
                    <a:pt x="4125131" y="1103399"/>
                  </a:lnTo>
                  <a:lnTo>
                    <a:pt x="4125225" y="1103399"/>
                  </a:lnTo>
                  <a:lnTo>
                    <a:pt x="4125319" y="1103399"/>
                  </a:lnTo>
                  <a:lnTo>
                    <a:pt x="4125414" y="1103399"/>
                  </a:lnTo>
                  <a:lnTo>
                    <a:pt x="4125508" y="1103399"/>
                  </a:lnTo>
                  <a:lnTo>
                    <a:pt x="4125602" y="1103399"/>
                  </a:lnTo>
                  <a:lnTo>
                    <a:pt x="4125696" y="1103399"/>
                  </a:lnTo>
                  <a:lnTo>
                    <a:pt x="4125790" y="1103399"/>
                  </a:lnTo>
                  <a:lnTo>
                    <a:pt x="4125884" y="1103399"/>
                  </a:lnTo>
                  <a:lnTo>
                    <a:pt x="4125978" y="1103399"/>
                  </a:lnTo>
                  <a:lnTo>
                    <a:pt x="4126072" y="1103399"/>
                  </a:lnTo>
                  <a:lnTo>
                    <a:pt x="4126166" y="1103399"/>
                  </a:lnTo>
                  <a:lnTo>
                    <a:pt x="4126260" y="1103399"/>
                  </a:lnTo>
                  <a:lnTo>
                    <a:pt x="4126354" y="1103399"/>
                  </a:lnTo>
                  <a:lnTo>
                    <a:pt x="4126448" y="1103399"/>
                  </a:lnTo>
                  <a:lnTo>
                    <a:pt x="4126542" y="1103399"/>
                  </a:lnTo>
                  <a:lnTo>
                    <a:pt x="4126636" y="1103399"/>
                  </a:lnTo>
                  <a:lnTo>
                    <a:pt x="4126730" y="1103399"/>
                  </a:lnTo>
                  <a:lnTo>
                    <a:pt x="4126824" y="1103399"/>
                  </a:lnTo>
                  <a:lnTo>
                    <a:pt x="4126918" y="1103399"/>
                  </a:lnTo>
                  <a:lnTo>
                    <a:pt x="4127012" y="1103399"/>
                  </a:lnTo>
                  <a:lnTo>
                    <a:pt x="4127106" y="1103399"/>
                  </a:lnTo>
                  <a:lnTo>
                    <a:pt x="4127200" y="1103399"/>
                  </a:lnTo>
                  <a:lnTo>
                    <a:pt x="4127294" y="1103399"/>
                  </a:lnTo>
                  <a:lnTo>
                    <a:pt x="4127388" y="1103399"/>
                  </a:lnTo>
                  <a:lnTo>
                    <a:pt x="4127482" y="1103399"/>
                  </a:lnTo>
                  <a:lnTo>
                    <a:pt x="4127576" y="1103399"/>
                  </a:lnTo>
                  <a:lnTo>
                    <a:pt x="4127670" y="1103399"/>
                  </a:lnTo>
                  <a:lnTo>
                    <a:pt x="4127764" y="1103399"/>
                  </a:lnTo>
                  <a:lnTo>
                    <a:pt x="4127858" y="1103399"/>
                  </a:lnTo>
                  <a:lnTo>
                    <a:pt x="4127952" y="1103399"/>
                  </a:lnTo>
                  <a:lnTo>
                    <a:pt x="4128046" y="1103399"/>
                  </a:lnTo>
                  <a:lnTo>
                    <a:pt x="4128140" y="1103399"/>
                  </a:lnTo>
                  <a:lnTo>
                    <a:pt x="4128234" y="1103399"/>
                  </a:lnTo>
                  <a:lnTo>
                    <a:pt x="4128328" y="1103399"/>
                  </a:lnTo>
                  <a:lnTo>
                    <a:pt x="4128422" y="1103399"/>
                  </a:lnTo>
                  <a:lnTo>
                    <a:pt x="4128516" y="1103399"/>
                  </a:lnTo>
                  <a:lnTo>
                    <a:pt x="4128610" y="1103399"/>
                  </a:lnTo>
                  <a:lnTo>
                    <a:pt x="4128704" y="1103399"/>
                  </a:lnTo>
                  <a:lnTo>
                    <a:pt x="4128798" y="1103399"/>
                  </a:lnTo>
                  <a:lnTo>
                    <a:pt x="4128892" y="1103399"/>
                  </a:lnTo>
                  <a:lnTo>
                    <a:pt x="4128987" y="1103399"/>
                  </a:lnTo>
                  <a:lnTo>
                    <a:pt x="4129081" y="1103399"/>
                  </a:lnTo>
                  <a:lnTo>
                    <a:pt x="4129175" y="1103399"/>
                  </a:lnTo>
                  <a:lnTo>
                    <a:pt x="4129269" y="1103399"/>
                  </a:lnTo>
                  <a:lnTo>
                    <a:pt x="4129363" y="1103399"/>
                  </a:lnTo>
                  <a:lnTo>
                    <a:pt x="4129457" y="1103399"/>
                  </a:lnTo>
                  <a:lnTo>
                    <a:pt x="4129551" y="1103399"/>
                  </a:lnTo>
                  <a:lnTo>
                    <a:pt x="4129645" y="1103399"/>
                  </a:lnTo>
                  <a:lnTo>
                    <a:pt x="4129739" y="1103399"/>
                  </a:lnTo>
                  <a:lnTo>
                    <a:pt x="4129833" y="1103399"/>
                  </a:lnTo>
                  <a:lnTo>
                    <a:pt x="4129927" y="1103399"/>
                  </a:lnTo>
                  <a:lnTo>
                    <a:pt x="4130021" y="1103399"/>
                  </a:lnTo>
                  <a:lnTo>
                    <a:pt x="4130115" y="1103399"/>
                  </a:lnTo>
                  <a:lnTo>
                    <a:pt x="4130209" y="1103399"/>
                  </a:lnTo>
                  <a:lnTo>
                    <a:pt x="4130303" y="1103399"/>
                  </a:lnTo>
                  <a:lnTo>
                    <a:pt x="4130397" y="1103399"/>
                  </a:lnTo>
                  <a:lnTo>
                    <a:pt x="4130491" y="1103399"/>
                  </a:lnTo>
                  <a:lnTo>
                    <a:pt x="4130585" y="1103399"/>
                  </a:lnTo>
                  <a:lnTo>
                    <a:pt x="4130679" y="1103399"/>
                  </a:lnTo>
                  <a:lnTo>
                    <a:pt x="4130773" y="1103399"/>
                  </a:lnTo>
                  <a:lnTo>
                    <a:pt x="4130867" y="1103399"/>
                  </a:lnTo>
                  <a:lnTo>
                    <a:pt x="4130961" y="1103399"/>
                  </a:lnTo>
                  <a:lnTo>
                    <a:pt x="4131055" y="1103399"/>
                  </a:lnTo>
                  <a:lnTo>
                    <a:pt x="4131149" y="1103399"/>
                  </a:lnTo>
                  <a:lnTo>
                    <a:pt x="4131149" y="1098119"/>
                  </a:lnTo>
                  <a:lnTo>
                    <a:pt x="4131243" y="1098119"/>
                  </a:lnTo>
                  <a:lnTo>
                    <a:pt x="4131337" y="1098119"/>
                  </a:lnTo>
                  <a:lnTo>
                    <a:pt x="4131431" y="1098119"/>
                  </a:lnTo>
                  <a:lnTo>
                    <a:pt x="4131525" y="1098119"/>
                  </a:lnTo>
                  <a:lnTo>
                    <a:pt x="4131619" y="1098119"/>
                  </a:lnTo>
                  <a:lnTo>
                    <a:pt x="4131713" y="1098119"/>
                  </a:lnTo>
                  <a:lnTo>
                    <a:pt x="4131807" y="1098119"/>
                  </a:lnTo>
                  <a:lnTo>
                    <a:pt x="4131901" y="1098119"/>
                  </a:lnTo>
                  <a:lnTo>
                    <a:pt x="4131995" y="1098119"/>
                  </a:lnTo>
                  <a:lnTo>
                    <a:pt x="4132089" y="1098119"/>
                  </a:lnTo>
                  <a:lnTo>
                    <a:pt x="4132183" y="1098119"/>
                  </a:lnTo>
                  <a:lnTo>
                    <a:pt x="4132277" y="1098119"/>
                  </a:lnTo>
                  <a:lnTo>
                    <a:pt x="4132371" y="1098119"/>
                  </a:lnTo>
                  <a:lnTo>
                    <a:pt x="4132465" y="1098119"/>
                  </a:lnTo>
                  <a:lnTo>
                    <a:pt x="4132560" y="1098119"/>
                  </a:lnTo>
                  <a:lnTo>
                    <a:pt x="4132654" y="1098119"/>
                  </a:lnTo>
                  <a:lnTo>
                    <a:pt x="4132748" y="1098119"/>
                  </a:lnTo>
                  <a:lnTo>
                    <a:pt x="4132842" y="1098119"/>
                  </a:lnTo>
                  <a:lnTo>
                    <a:pt x="4132936" y="1098119"/>
                  </a:lnTo>
                  <a:lnTo>
                    <a:pt x="4133030" y="1098119"/>
                  </a:lnTo>
                  <a:lnTo>
                    <a:pt x="4133124" y="1098119"/>
                  </a:lnTo>
                  <a:lnTo>
                    <a:pt x="4133218" y="1098119"/>
                  </a:lnTo>
                  <a:lnTo>
                    <a:pt x="4133312" y="1098119"/>
                  </a:lnTo>
                  <a:lnTo>
                    <a:pt x="4133406" y="1098119"/>
                  </a:lnTo>
                  <a:lnTo>
                    <a:pt x="4133500" y="1098119"/>
                  </a:lnTo>
                  <a:lnTo>
                    <a:pt x="4133594" y="1098119"/>
                  </a:lnTo>
                  <a:lnTo>
                    <a:pt x="4133688" y="1098119"/>
                  </a:lnTo>
                  <a:lnTo>
                    <a:pt x="4133782" y="1098119"/>
                  </a:lnTo>
                  <a:lnTo>
                    <a:pt x="4133876" y="1098119"/>
                  </a:lnTo>
                  <a:lnTo>
                    <a:pt x="4133970" y="1098119"/>
                  </a:lnTo>
                  <a:lnTo>
                    <a:pt x="4134064" y="1098119"/>
                  </a:lnTo>
                  <a:lnTo>
                    <a:pt x="4134158" y="1098119"/>
                  </a:lnTo>
                  <a:lnTo>
                    <a:pt x="4134252" y="1098119"/>
                  </a:lnTo>
                  <a:lnTo>
                    <a:pt x="4134346" y="1098119"/>
                  </a:lnTo>
                  <a:lnTo>
                    <a:pt x="4134440" y="1098119"/>
                  </a:lnTo>
                  <a:lnTo>
                    <a:pt x="4134534" y="1098119"/>
                  </a:lnTo>
                  <a:lnTo>
                    <a:pt x="4134628" y="1098119"/>
                  </a:lnTo>
                  <a:lnTo>
                    <a:pt x="4134722" y="1098119"/>
                  </a:lnTo>
                  <a:lnTo>
                    <a:pt x="4134816" y="1098119"/>
                  </a:lnTo>
                  <a:lnTo>
                    <a:pt x="4134910" y="1098119"/>
                  </a:lnTo>
                  <a:lnTo>
                    <a:pt x="4135004" y="1098119"/>
                  </a:lnTo>
                  <a:lnTo>
                    <a:pt x="4135098" y="1098119"/>
                  </a:lnTo>
                  <a:lnTo>
                    <a:pt x="4135098" y="1092840"/>
                  </a:lnTo>
                  <a:lnTo>
                    <a:pt x="4135192" y="1092840"/>
                  </a:lnTo>
                  <a:lnTo>
                    <a:pt x="4135286" y="1092840"/>
                  </a:lnTo>
                  <a:lnTo>
                    <a:pt x="4135380" y="1092840"/>
                  </a:lnTo>
                  <a:lnTo>
                    <a:pt x="4135474" y="1092840"/>
                  </a:lnTo>
                  <a:lnTo>
                    <a:pt x="4135568" y="1092840"/>
                  </a:lnTo>
                  <a:lnTo>
                    <a:pt x="4135662" y="1092840"/>
                  </a:lnTo>
                  <a:lnTo>
                    <a:pt x="4135756" y="1092840"/>
                  </a:lnTo>
                  <a:lnTo>
                    <a:pt x="4135850" y="1092840"/>
                  </a:lnTo>
                  <a:lnTo>
                    <a:pt x="4135944" y="1092840"/>
                  </a:lnTo>
                  <a:lnTo>
                    <a:pt x="4136038" y="1092840"/>
                  </a:lnTo>
                  <a:lnTo>
                    <a:pt x="4136133" y="1092840"/>
                  </a:lnTo>
                  <a:lnTo>
                    <a:pt x="4136227" y="1092840"/>
                  </a:lnTo>
                  <a:lnTo>
                    <a:pt x="4136321" y="1092840"/>
                  </a:lnTo>
                  <a:lnTo>
                    <a:pt x="4136415" y="1092840"/>
                  </a:lnTo>
                  <a:lnTo>
                    <a:pt x="4136509" y="1092840"/>
                  </a:lnTo>
                  <a:lnTo>
                    <a:pt x="4136603" y="1092840"/>
                  </a:lnTo>
                  <a:lnTo>
                    <a:pt x="4136697" y="1092840"/>
                  </a:lnTo>
                  <a:lnTo>
                    <a:pt x="4136791" y="1092840"/>
                  </a:lnTo>
                  <a:lnTo>
                    <a:pt x="4136885" y="1092840"/>
                  </a:lnTo>
                  <a:lnTo>
                    <a:pt x="4136979" y="1092840"/>
                  </a:lnTo>
                  <a:lnTo>
                    <a:pt x="4137073" y="1092840"/>
                  </a:lnTo>
                  <a:lnTo>
                    <a:pt x="4137167" y="1092840"/>
                  </a:lnTo>
                  <a:lnTo>
                    <a:pt x="4137261" y="1092840"/>
                  </a:lnTo>
                  <a:lnTo>
                    <a:pt x="4137355" y="1092840"/>
                  </a:lnTo>
                  <a:lnTo>
                    <a:pt x="4137449" y="1092840"/>
                  </a:lnTo>
                  <a:lnTo>
                    <a:pt x="4137543" y="1092840"/>
                  </a:lnTo>
                  <a:lnTo>
                    <a:pt x="4137637" y="1092840"/>
                  </a:lnTo>
                  <a:lnTo>
                    <a:pt x="4137731" y="1092840"/>
                  </a:lnTo>
                  <a:lnTo>
                    <a:pt x="4137825" y="1092840"/>
                  </a:lnTo>
                  <a:lnTo>
                    <a:pt x="4137919" y="1092840"/>
                  </a:lnTo>
                  <a:lnTo>
                    <a:pt x="4138013" y="1092840"/>
                  </a:lnTo>
                  <a:lnTo>
                    <a:pt x="4138107" y="1092840"/>
                  </a:lnTo>
                  <a:lnTo>
                    <a:pt x="4138201" y="1092840"/>
                  </a:lnTo>
                  <a:lnTo>
                    <a:pt x="4138295" y="1092840"/>
                  </a:lnTo>
                  <a:lnTo>
                    <a:pt x="4138389" y="1092840"/>
                  </a:lnTo>
                  <a:lnTo>
                    <a:pt x="4138483" y="1092840"/>
                  </a:lnTo>
                  <a:lnTo>
                    <a:pt x="4138577" y="1092840"/>
                  </a:lnTo>
                  <a:lnTo>
                    <a:pt x="4138671" y="1092840"/>
                  </a:lnTo>
                  <a:lnTo>
                    <a:pt x="4138765" y="1092840"/>
                  </a:lnTo>
                  <a:lnTo>
                    <a:pt x="4138859" y="1092840"/>
                  </a:lnTo>
                  <a:lnTo>
                    <a:pt x="4138953" y="1092840"/>
                  </a:lnTo>
                  <a:lnTo>
                    <a:pt x="4139047" y="1092840"/>
                  </a:lnTo>
                  <a:lnTo>
                    <a:pt x="4139141" y="1092840"/>
                  </a:lnTo>
                  <a:lnTo>
                    <a:pt x="4139235" y="1092840"/>
                  </a:lnTo>
                  <a:lnTo>
                    <a:pt x="4139329" y="1092840"/>
                  </a:lnTo>
                  <a:lnTo>
                    <a:pt x="4139423" y="1092840"/>
                  </a:lnTo>
                  <a:lnTo>
                    <a:pt x="4139517" y="1092840"/>
                  </a:lnTo>
                  <a:lnTo>
                    <a:pt x="4139612" y="1092840"/>
                  </a:lnTo>
                  <a:lnTo>
                    <a:pt x="4139706" y="1092840"/>
                  </a:lnTo>
                  <a:lnTo>
                    <a:pt x="4139800" y="1092840"/>
                  </a:lnTo>
                  <a:lnTo>
                    <a:pt x="4139894" y="1092840"/>
                  </a:lnTo>
                  <a:lnTo>
                    <a:pt x="4139988" y="1092840"/>
                  </a:lnTo>
                  <a:lnTo>
                    <a:pt x="4140082" y="1092840"/>
                  </a:lnTo>
                  <a:lnTo>
                    <a:pt x="4140176" y="1092840"/>
                  </a:lnTo>
                  <a:lnTo>
                    <a:pt x="4140270" y="1092840"/>
                  </a:lnTo>
                  <a:lnTo>
                    <a:pt x="4140364" y="1092840"/>
                  </a:lnTo>
                  <a:lnTo>
                    <a:pt x="4140458" y="1092840"/>
                  </a:lnTo>
                  <a:lnTo>
                    <a:pt x="4140552" y="1092840"/>
                  </a:lnTo>
                  <a:lnTo>
                    <a:pt x="4140646" y="1092840"/>
                  </a:lnTo>
                  <a:lnTo>
                    <a:pt x="4140740" y="1092840"/>
                  </a:lnTo>
                  <a:lnTo>
                    <a:pt x="4140740" y="1087560"/>
                  </a:lnTo>
                  <a:lnTo>
                    <a:pt x="4140834" y="1087560"/>
                  </a:lnTo>
                  <a:lnTo>
                    <a:pt x="4140928" y="1087560"/>
                  </a:lnTo>
                  <a:lnTo>
                    <a:pt x="4141022" y="1087560"/>
                  </a:lnTo>
                  <a:lnTo>
                    <a:pt x="4141116" y="1087560"/>
                  </a:lnTo>
                  <a:lnTo>
                    <a:pt x="4141210" y="1087560"/>
                  </a:lnTo>
                  <a:lnTo>
                    <a:pt x="4141304" y="1087560"/>
                  </a:lnTo>
                  <a:lnTo>
                    <a:pt x="4141398" y="1087560"/>
                  </a:lnTo>
                  <a:lnTo>
                    <a:pt x="4141492" y="1087560"/>
                  </a:lnTo>
                  <a:lnTo>
                    <a:pt x="4141586" y="1087560"/>
                  </a:lnTo>
                  <a:lnTo>
                    <a:pt x="4141680" y="1087560"/>
                  </a:lnTo>
                  <a:lnTo>
                    <a:pt x="4141774" y="1087560"/>
                  </a:lnTo>
                  <a:lnTo>
                    <a:pt x="4141868" y="1087560"/>
                  </a:lnTo>
                  <a:lnTo>
                    <a:pt x="4141962" y="1087560"/>
                  </a:lnTo>
                  <a:lnTo>
                    <a:pt x="4142056" y="1087560"/>
                  </a:lnTo>
                  <a:lnTo>
                    <a:pt x="4142150" y="1087560"/>
                  </a:lnTo>
                  <a:lnTo>
                    <a:pt x="4142244" y="1087560"/>
                  </a:lnTo>
                  <a:lnTo>
                    <a:pt x="4142338" y="1087560"/>
                  </a:lnTo>
                  <a:lnTo>
                    <a:pt x="4142432" y="1087560"/>
                  </a:lnTo>
                  <a:lnTo>
                    <a:pt x="4142526" y="1087560"/>
                  </a:lnTo>
                  <a:lnTo>
                    <a:pt x="4142620" y="1087560"/>
                  </a:lnTo>
                  <a:lnTo>
                    <a:pt x="4142714" y="1087560"/>
                  </a:lnTo>
                  <a:lnTo>
                    <a:pt x="4142808" y="1087560"/>
                  </a:lnTo>
                  <a:lnTo>
                    <a:pt x="4142902" y="1087560"/>
                  </a:lnTo>
                  <a:lnTo>
                    <a:pt x="4142996" y="1087560"/>
                  </a:lnTo>
                  <a:lnTo>
                    <a:pt x="4143090" y="1087560"/>
                  </a:lnTo>
                  <a:lnTo>
                    <a:pt x="4143185" y="1087560"/>
                  </a:lnTo>
                  <a:lnTo>
                    <a:pt x="4143279" y="1087560"/>
                  </a:lnTo>
                  <a:lnTo>
                    <a:pt x="4143373" y="1087560"/>
                  </a:lnTo>
                  <a:lnTo>
                    <a:pt x="4143467" y="1087560"/>
                  </a:lnTo>
                  <a:lnTo>
                    <a:pt x="4143561" y="1087560"/>
                  </a:lnTo>
                  <a:lnTo>
                    <a:pt x="4143655" y="1087560"/>
                  </a:lnTo>
                  <a:lnTo>
                    <a:pt x="4143749" y="1087560"/>
                  </a:lnTo>
                  <a:lnTo>
                    <a:pt x="4143843" y="1087560"/>
                  </a:lnTo>
                  <a:lnTo>
                    <a:pt x="4143937" y="1087560"/>
                  </a:lnTo>
                  <a:lnTo>
                    <a:pt x="4144031" y="1087560"/>
                  </a:lnTo>
                  <a:lnTo>
                    <a:pt x="4144125" y="1087560"/>
                  </a:lnTo>
                  <a:lnTo>
                    <a:pt x="4144219" y="1087560"/>
                  </a:lnTo>
                  <a:lnTo>
                    <a:pt x="4144313" y="1087560"/>
                  </a:lnTo>
                  <a:lnTo>
                    <a:pt x="4144407" y="1087560"/>
                  </a:lnTo>
                  <a:lnTo>
                    <a:pt x="4144501" y="1087560"/>
                  </a:lnTo>
                  <a:lnTo>
                    <a:pt x="4144595" y="1087560"/>
                  </a:lnTo>
                  <a:lnTo>
                    <a:pt x="4144689" y="1087560"/>
                  </a:lnTo>
                  <a:lnTo>
                    <a:pt x="4144783" y="1087560"/>
                  </a:lnTo>
                  <a:lnTo>
                    <a:pt x="4144877" y="1087560"/>
                  </a:lnTo>
                  <a:lnTo>
                    <a:pt x="4144971" y="1087560"/>
                  </a:lnTo>
                  <a:lnTo>
                    <a:pt x="4145065" y="1087560"/>
                  </a:lnTo>
                  <a:lnTo>
                    <a:pt x="4145159" y="1087560"/>
                  </a:lnTo>
                  <a:lnTo>
                    <a:pt x="4145253" y="1087560"/>
                  </a:lnTo>
                  <a:lnTo>
                    <a:pt x="4145347" y="1087560"/>
                  </a:lnTo>
                  <a:lnTo>
                    <a:pt x="4145441" y="1087560"/>
                  </a:lnTo>
                  <a:lnTo>
                    <a:pt x="4145535" y="1087560"/>
                  </a:lnTo>
                  <a:lnTo>
                    <a:pt x="4145629" y="1087560"/>
                  </a:lnTo>
                  <a:lnTo>
                    <a:pt x="4145723" y="1087560"/>
                  </a:lnTo>
                  <a:lnTo>
                    <a:pt x="4145817" y="1087560"/>
                  </a:lnTo>
                  <a:lnTo>
                    <a:pt x="4145911" y="1087560"/>
                  </a:lnTo>
                  <a:lnTo>
                    <a:pt x="4146005" y="1087560"/>
                  </a:lnTo>
                  <a:lnTo>
                    <a:pt x="4146099" y="1087560"/>
                  </a:lnTo>
                  <a:lnTo>
                    <a:pt x="4146193" y="1087560"/>
                  </a:lnTo>
                  <a:lnTo>
                    <a:pt x="4146287" y="1087560"/>
                  </a:lnTo>
                  <a:lnTo>
                    <a:pt x="4146381" y="1087560"/>
                  </a:lnTo>
                  <a:lnTo>
                    <a:pt x="4146475" y="1087560"/>
                  </a:lnTo>
                  <a:lnTo>
                    <a:pt x="4146569" y="1087560"/>
                  </a:lnTo>
                  <a:lnTo>
                    <a:pt x="4146663" y="1087560"/>
                  </a:lnTo>
                  <a:lnTo>
                    <a:pt x="4146758" y="1087560"/>
                  </a:lnTo>
                  <a:lnTo>
                    <a:pt x="4146852" y="1087560"/>
                  </a:lnTo>
                  <a:lnTo>
                    <a:pt x="4146946" y="1087560"/>
                  </a:lnTo>
                  <a:lnTo>
                    <a:pt x="4147040" y="1087560"/>
                  </a:lnTo>
                  <a:lnTo>
                    <a:pt x="4147134" y="1087560"/>
                  </a:lnTo>
                  <a:lnTo>
                    <a:pt x="4147228" y="1087560"/>
                  </a:lnTo>
                  <a:lnTo>
                    <a:pt x="4147322" y="1087560"/>
                  </a:lnTo>
                  <a:lnTo>
                    <a:pt x="4147416" y="1087560"/>
                  </a:lnTo>
                  <a:lnTo>
                    <a:pt x="4147510" y="1087560"/>
                  </a:lnTo>
                  <a:lnTo>
                    <a:pt x="4147604" y="1087560"/>
                  </a:lnTo>
                  <a:lnTo>
                    <a:pt x="4147698" y="1087560"/>
                  </a:lnTo>
                  <a:lnTo>
                    <a:pt x="4147792" y="1087560"/>
                  </a:lnTo>
                  <a:lnTo>
                    <a:pt x="4147886" y="1087560"/>
                  </a:lnTo>
                  <a:lnTo>
                    <a:pt x="4147980" y="1087560"/>
                  </a:lnTo>
                  <a:lnTo>
                    <a:pt x="4148074" y="1087560"/>
                  </a:lnTo>
                  <a:lnTo>
                    <a:pt x="4148168" y="1087560"/>
                  </a:lnTo>
                  <a:lnTo>
                    <a:pt x="4148262" y="1087560"/>
                  </a:lnTo>
                  <a:lnTo>
                    <a:pt x="4148356" y="1087560"/>
                  </a:lnTo>
                  <a:lnTo>
                    <a:pt x="4148450" y="1087560"/>
                  </a:lnTo>
                  <a:lnTo>
                    <a:pt x="4148544" y="1087560"/>
                  </a:lnTo>
                  <a:lnTo>
                    <a:pt x="4148638" y="1087560"/>
                  </a:lnTo>
                  <a:lnTo>
                    <a:pt x="4148732" y="1087560"/>
                  </a:lnTo>
                  <a:lnTo>
                    <a:pt x="4148826" y="1087560"/>
                  </a:lnTo>
                  <a:lnTo>
                    <a:pt x="4148920" y="1087560"/>
                  </a:lnTo>
                  <a:lnTo>
                    <a:pt x="4149014" y="1087560"/>
                  </a:lnTo>
                  <a:lnTo>
                    <a:pt x="4149108" y="1087560"/>
                  </a:lnTo>
                  <a:lnTo>
                    <a:pt x="4149202" y="1087560"/>
                  </a:lnTo>
                  <a:lnTo>
                    <a:pt x="4149296" y="1087560"/>
                  </a:lnTo>
                  <a:lnTo>
                    <a:pt x="4149390" y="1087560"/>
                  </a:lnTo>
                  <a:lnTo>
                    <a:pt x="4149484" y="1087560"/>
                  </a:lnTo>
                  <a:lnTo>
                    <a:pt x="4149578" y="1087560"/>
                  </a:lnTo>
                  <a:lnTo>
                    <a:pt x="4149672" y="1087560"/>
                  </a:lnTo>
                  <a:lnTo>
                    <a:pt x="4149766" y="1087560"/>
                  </a:lnTo>
                  <a:lnTo>
                    <a:pt x="4149860" y="1087560"/>
                  </a:lnTo>
                  <a:lnTo>
                    <a:pt x="4149954" y="1087560"/>
                  </a:lnTo>
                  <a:lnTo>
                    <a:pt x="4150048" y="1087560"/>
                  </a:lnTo>
                  <a:lnTo>
                    <a:pt x="4150142" y="1087560"/>
                  </a:lnTo>
                  <a:lnTo>
                    <a:pt x="4150237" y="1087560"/>
                  </a:lnTo>
                  <a:lnTo>
                    <a:pt x="4150331" y="1087560"/>
                  </a:lnTo>
                  <a:lnTo>
                    <a:pt x="4150425" y="1087560"/>
                  </a:lnTo>
                  <a:lnTo>
                    <a:pt x="4150425" y="1082281"/>
                  </a:lnTo>
                  <a:lnTo>
                    <a:pt x="4150519" y="1082281"/>
                  </a:lnTo>
                  <a:lnTo>
                    <a:pt x="4150613" y="1082281"/>
                  </a:lnTo>
                  <a:lnTo>
                    <a:pt x="4150707" y="1082281"/>
                  </a:lnTo>
                  <a:lnTo>
                    <a:pt x="4150801" y="1082281"/>
                  </a:lnTo>
                  <a:lnTo>
                    <a:pt x="4150895" y="1082281"/>
                  </a:lnTo>
                  <a:lnTo>
                    <a:pt x="4150989" y="1082281"/>
                  </a:lnTo>
                  <a:lnTo>
                    <a:pt x="4151083" y="1082281"/>
                  </a:lnTo>
                  <a:lnTo>
                    <a:pt x="4151177" y="1082281"/>
                  </a:lnTo>
                  <a:lnTo>
                    <a:pt x="4151177" y="1077001"/>
                  </a:lnTo>
                  <a:lnTo>
                    <a:pt x="4151271" y="1077001"/>
                  </a:lnTo>
                  <a:lnTo>
                    <a:pt x="4151365" y="1077001"/>
                  </a:lnTo>
                  <a:lnTo>
                    <a:pt x="4151459" y="1077001"/>
                  </a:lnTo>
                  <a:lnTo>
                    <a:pt x="4151553" y="1077001"/>
                  </a:lnTo>
                  <a:lnTo>
                    <a:pt x="4151647" y="1077001"/>
                  </a:lnTo>
                  <a:lnTo>
                    <a:pt x="4151741" y="1077001"/>
                  </a:lnTo>
                  <a:lnTo>
                    <a:pt x="4151835" y="1077001"/>
                  </a:lnTo>
                  <a:lnTo>
                    <a:pt x="4151929" y="1077001"/>
                  </a:lnTo>
                  <a:lnTo>
                    <a:pt x="4152023" y="1077001"/>
                  </a:lnTo>
                  <a:lnTo>
                    <a:pt x="4152117" y="1077001"/>
                  </a:lnTo>
                  <a:lnTo>
                    <a:pt x="4152211" y="1077001"/>
                  </a:lnTo>
                  <a:lnTo>
                    <a:pt x="4152305" y="1077001"/>
                  </a:lnTo>
                  <a:lnTo>
                    <a:pt x="4152399" y="1077001"/>
                  </a:lnTo>
                  <a:lnTo>
                    <a:pt x="4152493" y="1077001"/>
                  </a:lnTo>
                  <a:lnTo>
                    <a:pt x="4152587" y="1077001"/>
                  </a:lnTo>
                  <a:lnTo>
                    <a:pt x="4152681" y="1077001"/>
                  </a:lnTo>
                  <a:lnTo>
                    <a:pt x="4152775" y="1077001"/>
                  </a:lnTo>
                  <a:lnTo>
                    <a:pt x="4152869" y="1077001"/>
                  </a:lnTo>
                  <a:lnTo>
                    <a:pt x="4152963" y="1077001"/>
                  </a:lnTo>
                  <a:lnTo>
                    <a:pt x="4153057" y="1077001"/>
                  </a:lnTo>
                  <a:lnTo>
                    <a:pt x="4153151" y="1077001"/>
                  </a:lnTo>
                  <a:lnTo>
                    <a:pt x="4153245" y="1077001"/>
                  </a:lnTo>
                  <a:lnTo>
                    <a:pt x="4153339" y="1077001"/>
                  </a:lnTo>
                  <a:lnTo>
                    <a:pt x="4153433" y="1077001"/>
                  </a:lnTo>
                  <a:lnTo>
                    <a:pt x="4153527" y="1077001"/>
                  </a:lnTo>
                  <a:lnTo>
                    <a:pt x="4153621" y="1077001"/>
                  </a:lnTo>
                  <a:lnTo>
                    <a:pt x="4153715" y="1077001"/>
                  </a:lnTo>
                  <a:lnTo>
                    <a:pt x="4153810" y="1077001"/>
                  </a:lnTo>
                  <a:lnTo>
                    <a:pt x="4153904" y="1077001"/>
                  </a:lnTo>
                  <a:lnTo>
                    <a:pt x="4153998" y="1077001"/>
                  </a:lnTo>
                  <a:lnTo>
                    <a:pt x="4154092" y="1077001"/>
                  </a:lnTo>
                  <a:lnTo>
                    <a:pt x="4154186" y="1077001"/>
                  </a:lnTo>
                  <a:lnTo>
                    <a:pt x="4154280" y="1077001"/>
                  </a:lnTo>
                  <a:lnTo>
                    <a:pt x="4154374" y="1077001"/>
                  </a:lnTo>
                  <a:lnTo>
                    <a:pt x="4154468" y="1077001"/>
                  </a:lnTo>
                  <a:lnTo>
                    <a:pt x="4154562" y="1077001"/>
                  </a:lnTo>
                  <a:lnTo>
                    <a:pt x="4154656" y="1077001"/>
                  </a:lnTo>
                  <a:lnTo>
                    <a:pt x="4154750" y="1077001"/>
                  </a:lnTo>
                  <a:lnTo>
                    <a:pt x="4154844" y="1077001"/>
                  </a:lnTo>
                  <a:lnTo>
                    <a:pt x="4154938" y="1077001"/>
                  </a:lnTo>
                  <a:lnTo>
                    <a:pt x="4155032" y="1077001"/>
                  </a:lnTo>
                  <a:lnTo>
                    <a:pt x="4155126" y="1077001"/>
                  </a:lnTo>
                  <a:lnTo>
                    <a:pt x="4155220" y="1077001"/>
                  </a:lnTo>
                  <a:lnTo>
                    <a:pt x="4155314" y="1077001"/>
                  </a:lnTo>
                  <a:lnTo>
                    <a:pt x="4155408" y="1077001"/>
                  </a:lnTo>
                  <a:lnTo>
                    <a:pt x="4155502" y="1077001"/>
                  </a:lnTo>
                  <a:lnTo>
                    <a:pt x="4155596" y="1077001"/>
                  </a:lnTo>
                  <a:lnTo>
                    <a:pt x="4155690" y="1077001"/>
                  </a:lnTo>
                  <a:lnTo>
                    <a:pt x="4155784" y="1077001"/>
                  </a:lnTo>
                  <a:lnTo>
                    <a:pt x="4155878" y="1077001"/>
                  </a:lnTo>
                  <a:lnTo>
                    <a:pt x="4155972" y="1077001"/>
                  </a:lnTo>
                  <a:lnTo>
                    <a:pt x="4156066" y="1077001"/>
                  </a:lnTo>
                  <a:lnTo>
                    <a:pt x="4156160" y="1077001"/>
                  </a:lnTo>
                  <a:lnTo>
                    <a:pt x="4156254" y="1077001"/>
                  </a:lnTo>
                  <a:lnTo>
                    <a:pt x="4156348" y="1077001"/>
                  </a:lnTo>
                  <a:lnTo>
                    <a:pt x="4156442" y="1077001"/>
                  </a:lnTo>
                  <a:lnTo>
                    <a:pt x="4156536" y="1077001"/>
                  </a:lnTo>
                  <a:lnTo>
                    <a:pt x="4156630" y="1077001"/>
                  </a:lnTo>
                  <a:lnTo>
                    <a:pt x="4156724" y="1077001"/>
                  </a:lnTo>
                  <a:lnTo>
                    <a:pt x="4156818" y="1077001"/>
                  </a:lnTo>
                  <a:lnTo>
                    <a:pt x="4156912" y="1077001"/>
                  </a:lnTo>
                  <a:lnTo>
                    <a:pt x="4157006" y="1077001"/>
                  </a:lnTo>
                  <a:lnTo>
                    <a:pt x="4157100" y="1077001"/>
                  </a:lnTo>
                  <a:lnTo>
                    <a:pt x="4157194" y="1077001"/>
                  </a:lnTo>
                  <a:lnTo>
                    <a:pt x="4157288" y="1077001"/>
                  </a:lnTo>
                  <a:lnTo>
                    <a:pt x="4157383" y="1077001"/>
                  </a:lnTo>
                  <a:lnTo>
                    <a:pt x="4157477" y="1077001"/>
                  </a:lnTo>
                  <a:lnTo>
                    <a:pt x="4157571" y="1077001"/>
                  </a:lnTo>
                  <a:lnTo>
                    <a:pt x="4157665" y="1077001"/>
                  </a:lnTo>
                  <a:lnTo>
                    <a:pt x="4157759" y="1077001"/>
                  </a:lnTo>
                  <a:lnTo>
                    <a:pt x="4157853" y="1077001"/>
                  </a:lnTo>
                  <a:lnTo>
                    <a:pt x="4157947" y="1077001"/>
                  </a:lnTo>
                  <a:lnTo>
                    <a:pt x="4158041" y="1077001"/>
                  </a:lnTo>
                  <a:lnTo>
                    <a:pt x="4158135" y="1077001"/>
                  </a:lnTo>
                  <a:lnTo>
                    <a:pt x="4158229" y="1077001"/>
                  </a:lnTo>
                  <a:lnTo>
                    <a:pt x="4158323" y="1077001"/>
                  </a:lnTo>
                  <a:lnTo>
                    <a:pt x="4158417" y="1077001"/>
                  </a:lnTo>
                  <a:lnTo>
                    <a:pt x="4158511" y="1077001"/>
                  </a:lnTo>
                  <a:lnTo>
                    <a:pt x="4158605" y="1077001"/>
                  </a:lnTo>
                  <a:lnTo>
                    <a:pt x="4158699" y="1077001"/>
                  </a:lnTo>
                  <a:lnTo>
                    <a:pt x="4158793" y="1077001"/>
                  </a:lnTo>
                  <a:lnTo>
                    <a:pt x="4158887" y="1077001"/>
                  </a:lnTo>
                  <a:lnTo>
                    <a:pt x="4158981" y="1077001"/>
                  </a:lnTo>
                  <a:lnTo>
                    <a:pt x="4159075" y="1077001"/>
                  </a:lnTo>
                  <a:lnTo>
                    <a:pt x="4159169" y="1077001"/>
                  </a:lnTo>
                  <a:lnTo>
                    <a:pt x="4159263" y="1077001"/>
                  </a:lnTo>
                  <a:lnTo>
                    <a:pt x="4159357" y="1077001"/>
                  </a:lnTo>
                  <a:lnTo>
                    <a:pt x="4159451" y="1077001"/>
                  </a:lnTo>
                  <a:lnTo>
                    <a:pt x="4159545" y="1077001"/>
                  </a:lnTo>
                  <a:lnTo>
                    <a:pt x="4159639" y="1077001"/>
                  </a:lnTo>
                  <a:lnTo>
                    <a:pt x="4159733" y="1077001"/>
                  </a:lnTo>
                  <a:lnTo>
                    <a:pt x="4159827" y="1077001"/>
                  </a:lnTo>
                  <a:lnTo>
                    <a:pt x="4159921" y="1077001"/>
                  </a:lnTo>
                  <a:lnTo>
                    <a:pt x="4160015" y="1077001"/>
                  </a:lnTo>
                  <a:lnTo>
                    <a:pt x="4160109" y="1077001"/>
                  </a:lnTo>
                  <a:lnTo>
                    <a:pt x="4160203" y="1077001"/>
                  </a:lnTo>
                  <a:lnTo>
                    <a:pt x="4160297" y="1077001"/>
                  </a:lnTo>
                  <a:lnTo>
                    <a:pt x="4160391" y="1077001"/>
                  </a:lnTo>
                  <a:lnTo>
                    <a:pt x="4160485" y="1077001"/>
                  </a:lnTo>
                  <a:lnTo>
                    <a:pt x="4160579" y="1077001"/>
                  </a:lnTo>
                  <a:lnTo>
                    <a:pt x="4160673" y="1077001"/>
                  </a:lnTo>
                  <a:lnTo>
                    <a:pt x="4160767" y="1077001"/>
                  </a:lnTo>
                  <a:lnTo>
                    <a:pt x="4160862" y="1077001"/>
                  </a:lnTo>
                  <a:lnTo>
                    <a:pt x="4160956" y="1077001"/>
                  </a:lnTo>
                  <a:lnTo>
                    <a:pt x="4161050" y="1077001"/>
                  </a:lnTo>
                  <a:lnTo>
                    <a:pt x="4161144" y="1077001"/>
                  </a:lnTo>
                  <a:lnTo>
                    <a:pt x="4161238" y="1077001"/>
                  </a:lnTo>
                  <a:lnTo>
                    <a:pt x="4161332" y="1077001"/>
                  </a:lnTo>
                  <a:lnTo>
                    <a:pt x="4161426" y="1077001"/>
                  </a:lnTo>
                  <a:lnTo>
                    <a:pt x="4161520" y="1077001"/>
                  </a:lnTo>
                  <a:lnTo>
                    <a:pt x="4161614" y="1077001"/>
                  </a:lnTo>
                  <a:lnTo>
                    <a:pt x="4161708" y="1077001"/>
                  </a:lnTo>
                  <a:lnTo>
                    <a:pt x="4161802" y="1077001"/>
                  </a:lnTo>
                  <a:lnTo>
                    <a:pt x="4161896" y="1077001"/>
                  </a:lnTo>
                  <a:lnTo>
                    <a:pt x="4161990" y="1077001"/>
                  </a:lnTo>
                  <a:lnTo>
                    <a:pt x="4162084" y="1077001"/>
                  </a:lnTo>
                  <a:lnTo>
                    <a:pt x="4162178" y="1077001"/>
                  </a:lnTo>
                  <a:lnTo>
                    <a:pt x="4162272" y="1077001"/>
                  </a:lnTo>
                  <a:lnTo>
                    <a:pt x="4162366" y="1077001"/>
                  </a:lnTo>
                  <a:lnTo>
                    <a:pt x="4162460" y="1077001"/>
                  </a:lnTo>
                  <a:lnTo>
                    <a:pt x="4162554" y="1077001"/>
                  </a:lnTo>
                  <a:lnTo>
                    <a:pt x="4162648" y="1077001"/>
                  </a:lnTo>
                  <a:lnTo>
                    <a:pt x="4162742" y="1077001"/>
                  </a:lnTo>
                  <a:lnTo>
                    <a:pt x="4162836" y="1077001"/>
                  </a:lnTo>
                  <a:lnTo>
                    <a:pt x="4162930" y="1077001"/>
                  </a:lnTo>
                  <a:lnTo>
                    <a:pt x="4163024" y="1077001"/>
                  </a:lnTo>
                  <a:lnTo>
                    <a:pt x="4163118" y="1077001"/>
                  </a:lnTo>
                  <a:lnTo>
                    <a:pt x="4163212" y="1077001"/>
                  </a:lnTo>
                  <a:lnTo>
                    <a:pt x="4163306" y="1077001"/>
                  </a:lnTo>
                  <a:lnTo>
                    <a:pt x="4163400" y="1077001"/>
                  </a:lnTo>
                  <a:lnTo>
                    <a:pt x="4163494" y="1077001"/>
                  </a:lnTo>
                  <a:lnTo>
                    <a:pt x="4163588" y="1077001"/>
                  </a:lnTo>
                  <a:lnTo>
                    <a:pt x="4163682" y="1077001"/>
                  </a:lnTo>
                  <a:lnTo>
                    <a:pt x="4163776" y="1077001"/>
                  </a:lnTo>
                  <a:lnTo>
                    <a:pt x="4163870" y="1077001"/>
                  </a:lnTo>
                  <a:lnTo>
                    <a:pt x="4163964" y="1077001"/>
                  </a:lnTo>
                  <a:lnTo>
                    <a:pt x="4164058" y="1077001"/>
                  </a:lnTo>
                  <a:lnTo>
                    <a:pt x="4164152" y="1077001"/>
                  </a:lnTo>
                  <a:lnTo>
                    <a:pt x="4164246" y="1077001"/>
                  </a:lnTo>
                  <a:lnTo>
                    <a:pt x="4164340" y="1077001"/>
                  </a:lnTo>
                  <a:lnTo>
                    <a:pt x="4164435" y="1077001"/>
                  </a:lnTo>
                  <a:lnTo>
                    <a:pt x="4164529" y="1077001"/>
                  </a:lnTo>
                  <a:lnTo>
                    <a:pt x="4164623" y="1077001"/>
                  </a:lnTo>
                  <a:lnTo>
                    <a:pt x="4164717" y="1077001"/>
                  </a:lnTo>
                  <a:lnTo>
                    <a:pt x="4164811" y="1077001"/>
                  </a:lnTo>
                  <a:lnTo>
                    <a:pt x="4164905" y="1077001"/>
                  </a:lnTo>
                  <a:lnTo>
                    <a:pt x="4164999" y="1077001"/>
                  </a:lnTo>
                  <a:lnTo>
                    <a:pt x="4165093" y="1077001"/>
                  </a:lnTo>
                  <a:lnTo>
                    <a:pt x="4165187" y="1077001"/>
                  </a:lnTo>
                  <a:lnTo>
                    <a:pt x="4165187" y="1071722"/>
                  </a:lnTo>
                  <a:lnTo>
                    <a:pt x="4165281" y="1071722"/>
                  </a:lnTo>
                  <a:lnTo>
                    <a:pt x="4165375" y="1071722"/>
                  </a:lnTo>
                  <a:lnTo>
                    <a:pt x="4165469" y="1071722"/>
                  </a:lnTo>
                  <a:lnTo>
                    <a:pt x="4165563" y="1071722"/>
                  </a:lnTo>
                  <a:lnTo>
                    <a:pt x="4165657" y="1071722"/>
                  </a:lnTo>
                  <a:lnTo>
                    <a:pt x="4165751" y="1071722"/>
                  </a:lnTo>
                  <a:lnTo>
                    <a:pt x="4165845" y="1071722"/>
                  </a:lnTo>
                  <a:lnTo>
                    <a:pt x="4165939" y="1071722"/>
                  </a:lnTo>
                  <a:lnTo>
                    <a:pt x="4166033" y="1071722"/>
                  </a:lnTo>
                  <a:lnTo>
                    <a:pt x="4166127" y="1071722"/>
                  </a:lnTo>
                  <a:lnTo>
                    <a:pt x="4166221" y="1071722"/>
                  </a:lnTo>
                  <a:lnTo>
                    <a:pt x="4166315" y="1071722"/>
                  </a:lnTo>
                  <a:lnTo>
                    <a:pt x="4166409" y="1071722"/>
                  </a:lnTo>
                  <a:lnTo>
                    <a:pt x="4166503" y="1071722"/>
                  </a:lnTo>
                  <a:lnTo>
                    <a:pt x="4166597" y="1071722"/>
                  </a:lnTo>
                  <a:lnTo>
                    <a:pt x="4166691" y="1071722"/>
                  </a:lnTo>
                  <a:lnTo>
                    <a:pt x="4166785" y="1071722"/>
                  </a:lnTo>
                  <a:lnTo>
                    <a:pt x="4166879" y="1071722"/>
                  </a:lnTo>
                  <a:lnTo>
                    <a:pt x="4166973" y="1071722"/>
                  </a:lnTo>
                  <a:lnTo>
                    <a:pt x="4167067" y="1071722"/>
                  </a:lnTo>
                  <a:lnTo>
                    <a:pt x="4167161" y="1071722"/>
                  </a:lnTo>
                  <a:lnTo>
                    <a:pt x="4167255" y="1071722"/>
                  </a:lnTo>
                  <a:lnTo>
                    <a:pt x="4167349" y="1071722"/>
                  </a:lnTo>
                  <a:lnTo>
                    <a:pt x="4167443" y="1071722"/>
                  </a:lnTo>
                  <a:lnTo>
                    <a:pt x="4167537" y="1071722"/>
                  </a:lnTo>
                  <a:lnTo>
                    <a:pt x="4167631" y="1071722"/>
                  </a:lnTo>
                  <a:lnTo>
                    <a:pt x="4167725" y="1071722"/>
                  </a:lnTo>
                  <a:lnTo>
                    <a:pt x="4167819" y="1071722"/>
                  </a:lnTo>
                  <a:lnTo>
                    <a:pt x="4167913" y="1071722"/>
                  </a:lnTo>
                  <a:lnTo>
                    <a:pt x="4168008" y="1071722"/>
                  </a:lnTo>
                  <a:lnTo>
                    <a:pt x="4168102" y="1071722"/>
                  </a:lnTo>
                  <a:lnTo>
                    <a:pt x="4168196" y="1071722"/>
                  </a:lnTo>
                  <a:lnTo>
                    <a:pt x="4168290" y="1071722"/>
                  </a:lnTo>
                  <a:lnTo>
                    <a:pt x="4168384" y="1071722"/>
                  </a:lnTo>
                  <a:lnTo>
                    <a:pt x="4168478" y="1071722"/>
                  </a:lnTo>
                  <a:lnTo>
                    <a:pt x="4168572" y="1071722"/>
                  </a:lnTo>
                  <a:lnTo>
                    <a:pt x="4168666" y="1071722"/>
                  </a:lnTo>
                  <a:lnTo>
                    <a:pt x="4168760" y="1071722"/>
                  </a:lnTo>
                  <a:lnTo>
                    <a:pt x="4168854" y="1071722"/>
                  </a:lnTo>
                  <a:lnTo>
                    <a:pt x="4168948" y="1071722"/>
                  </a:lnTo>
                  <a:lnTo>
                    <a:pt x="4169042" y="1071722"/>
                  </a:lnTo>
                  <a:lnTo>
                    <a:pt x="4169136" y="1071722"/>
                  </a:lnTo>
                  <a:lnTo>
                    <a:pt x="4169230" y="1071722"/>
                  </a:lnTo>
                  <a:lnTo>
                    <a:pt x="4169324" y="1071722"/>
                  </a:lnTo>
                  <a:lnTo>
                    <a:pt x="4169418" y="1071722"/>
                  </a:lnTo>
                  <a:lnTo>
                    <a:pt x="4169512" y="1071722"/>
                  </a:lnTo>
                  <a:lnTo>
                    <a:pt x="4169606" y="1071722"/>
                  </a:lnTo>
                  <a:lnTo>
                    <a:pt x="4169700" y="1071722"/>
                  </a:lnTo>
                  <a:lnTo>
                    <a:pt x="4169794" y="1071722"/>
                  </a:lnTo>
                  <a:lnTo>
                    <a:pt x="4169888" y="1071722"/>
                  </a:lnTo>
                  <a:lnTo>
                    <a:pt x="4169982" y="1071722"/>
                  </a:lnTo>
                  <a:lnTo>
                    <a:pt x="4170076" y="1071722"/>
                  </a:lnTo>
                  <a:lnTo>
                    <a:pt x="4170170" y="1071722"/>
                  </a:lnTo>
                  <a:lnTo>
                    <a:pt x="4170264" y="1071722"/>
                  </a:lnTo>
                  <a:lnTo>
                    <a:pt x="4170358" y="1071722"/>
                  </a:lnTo>
                  <a:lnTo>
                    <a:pt x="4170452" y="1071722"/>
                  </a:lnTo>
                  <a:lnTo>
                    <a:pt x="4170546" y="1071722"/>
                  </a:lnTo>
                  <a:lnTo>
                    <a:pt x="4170640" y="1071722"/>
                  </a:lnTo>
                  <a:lnTo>
                    <a:pt x="4170734" y="1071722"/>
                  </a:lnTo>
                  <a:lnTo>
                    <a:pt x="4170828" y="1071722"/>
                  </a:lnTo>
                  <a:lnTo>
                    <a:pt x="4170922" y="1071722"/>
                  </a:lnTo>
                  <a:lnTo>
                    <a:pt x="4171016" y="1071722"/>
                  </a:lnTo>
                  <a:lnTo>
                    <a:pt x="4171110" y="1071722"/>
                  </a:lnTo>
                  <a:lnTo>
                    <a:pt x="4171204" y="1071722"/>
                  </a:lnTo>
                  <a:lnTo>
                    <a:pt x="4171298" y="1071722"/>
                  </a:lnTo>
                  <a:lnTo>
                    <a:pt x="4171392" y="1071722"/>
                  </a:lnTo>
                  <a:lnTo>
                    <a:pt x="4171487" y="1071722"/>
                  </a:lnTo>
                  <a:lnTo>
                    <a:pt x="4171581" y="1071722"/>
                  </a:lnTo>
                  <a:lnTo>
                    <a:pt x="4171581" y="1066443"/>
                  </a:lnTo>
                  <a:lnTo>
                    <a:pt x="4171675" y="1066443"/>
                  </a:lnTo>
                  <a:lnTo>
                    <a:pt x="4171769" y="1066443"/>
                  </a:lnTo>
                  <a:lnTo>
                    <a:pt x="4171863" y="1066443"/>
                  </a:lnTo>
                  <a:lnTo>
                    <a:pt x="4171957" y="1066443"/>
                  </a:lnTo>
                  <a:lnTo>
                    <a:pt x="4172051" y="1066443"/>
                  </a:lnTo>
                  <a:lnTo>
                    <a:pt x="4172145" y="1066443"/>
                  </a:lnTo>
                  <a:lnTo>
                    <a:pt x="4172239" y="1066443"/>
                  </a:lnTo>
                  <a:lnTo>
                    <a:pt x="4172333" y="1066443"/>
                  </a:lnTo>
                  <a:lnTo>
                    <a:pt x="4172427" y="1066443"/>
                  </a:lnTo>
                  <a:lnTo>
                    <a:pt x="4172521" y="1066443"/>
                  </a:lnTo>
                  <a:lnTo>
                    <a:pt x="4172615" y="1066443"/>
                  </a:lnTo>
                  <a:lnTo>
                    <a:pt x="4172709" y="1066443"/>
                  </a:lnTo>
                  <a:lnTo>
                    <a:pt x="4172803" y="1066443"/>
                  </a:lnTo>
                  <a:lnTo>
                    <a:pt x="4172897" y="1066443"/>
                  </a:lnTo>
                  <a:lnTo>
                    <a:pt x="4172991" y="1066443"/>
                  </a:lnTo>
                  <a:lnTo>
                    <a:pt x="4173085" y="1066443"/>
                  </a:lnTo>
                  <a:lnTo>
                    <a:pt x="4173179" y="1066443"/>
                  </a:lnTo>
                  <a:lnTo>
                    <a:pt x="4173179" y="1061163"/>
                  </a:lnTo>
                  <a:lnTo>
                    <a:pt x="4173273" y="1061163"/>
                  </a:lnTo>
                  <a:lnTo>
                    <a:pt x="4173367" y="1061163"/>
                  </a:lnTo>
                  <a:lnTo>
                    <a:pt x="4173461" y="1061163"/>
                  </a:lnTo>
                  <a:lnTo>
                    <a:pt x="4173555" y="1061163"/>
                  </a:lnTo>
                  <a:lnTo>
                    <a:pt x="4173649" y="1061163"/>
                  </a:lnTo>
                  <a:lnTo>
                    <a:pt x="4173743" y="1061163"/>
                  </a:lnTo>
                  <a:lnTo>
                    <a:pt x="4173837" y="1061163"/>
                  </a:lnTo>
                  <a:lnTo>
                    <a:pt x="4173931" y="1061163"/>
                  </a:lnTo>
                  <a:lnTo>
                    <a:pt x="4174025" y="1061163"/>
                  </a:lnTo>
                  <a:lnTo>
                    <a:pt x="4174119" y="1061163"/>
                  </a:lnTo>
                  <a:lnTo>
                    <a:pt x="4174213" y="1061163"/>
                  </a:lnTo>
                  <a:lnTo>
                    <a:pt x="4174307" y="1061163"/>
                  </a:lnTo>
                  <a:lnTo>
                    <a:pt x="4174401" y="1061163"/>
                  </a:lnTo>
                  <a:lnTo>
                    <a:pt x="4174495" y="1061163"/>
                  </a:lnTo>
                  <a:lnTo>
                    <a:pt x="4174589" y="1061163"/>
                  </a:lnTo>
                  <a:lnTo>
                    <a:pt x="4174683" y="1061163"/>
                  </a:lnTo>
                  <a:lnTo>
                    <a:pt x="4174777" y="1061163"/>
                  </a:lnTo>
                  <a:lnTo>
                    <a:pt x="4174871" y="1061163"/>
                  </a:lnTo>
                  <a:lnTo>
                    <a:pt x="4174965" y="1061163"/>
                  </a:lnTo>
                  <a:lnTo>
                    <a:pt x="4175060" y="1061163"/>
                  </a:lnTo>
                  <a:lnTo>
                    <a:pt x="4175154" y="1061163"/>
                  </a:lnTo>
                  <a:lnTo>
                    <a:pt x="4175248" y="1061163"/>
                  </a:lnTo>
                  <a:lnTo>
                    <a:pt x="4175342" y="1061163"/>
                  </a:lnTo>
                  <a:lnTo>
                    <a:pt x="4175436" y="1061163"/>
                  </a:lnTo>
                  <a:lnTo>
                    <a:pt x="4175530" y="1061163"/>
                  </a:lnTo>
                  <a:lnTo>
                    <a:pt x="4175624" y="1061163"/>
                  </a:lnTo>
                  <a:lnTo>
                    <a:pt x="4175718" y="1061163"/>
                  </a:lnTo>
                  <a:lnTo>
                    <a:pt x="4175812" y="1061163"/>
                  </a:lnTo>
                  <a:lnTo>
                    <a:pt x="4175906" y="1061163"/>
                  </a:lnTo>
                  <a:lnTo>
                    <a:pt x="4176000" y="1061163"/>
                  </a:lnTo>
                  <a:lnTo>
                    <a:pt x="4176094" y="1061163"/>
                  </a:lnTo>
                  <a:lnTo>
                    <a:pt x="4176188" y="1061163"/>
                  </a:lnTo>
                  <a:lnTo>
                    <a:pt x="4176282" y="1061163"/>
                  </a:lnTo>
                  <a:lnTo>
                    <a:pt x="4176376" y="1061163"/>
                  </a:lnTo>
                  <a:lnTo>
                    <a:pt x="4176470" y="1061163"/>
                  </a:lnTo>
                  <a:lnTo>
                    <a:pt x="4176564" y="1061163"/>
                  </a:lnTo>
                  <a:lnTo>
                    <a:pt x="4176658" y="1061163"/>
                  </a:lnTo>
                  <a:lnTo>
                    <a:pt x="4176752" y="1061163"/>
                  </a:lnTo>
                  <a:lnTo>
                    <a:pt x="4176846" y="1061163"/>
                  </a:lnTo>
                  <a:lnTo>
                    <a:pt x="4176940" y="1061163"/>
                  </a:lnTo>
                  <a:lnTo>
                    <a:pt x="4177034" y="1061163"/>
                  </a:lnTo>
                  <a:lnTo>
                    <a:pt x="4177128" y="1061163"/>
                  </a:lnTo>
                  <a:lnTo>
                    <a:pt x="4177222" y="1061163"/>
                  </a:lnTo>
                  <a:lnTo>
                    <a:pt x="4177316" y="1061163"/>
                  </a:lnTo>
                  <a:lnTo>
                    <a:pt x="4177410" y="1061163"/>
                  </a:lnTo>
                  <a:lnTo>
                    <a:pt x="4177504" y="1061163"/>
                  </a:lnTo>
                  <a:lnTo>
                    <a:pt x="4177598" y="1061163"/>
                  </a:lnTo>
                  <a:lnTo>
                    <a:pt x="4177692" y="1061163"/>
                  </a:lnTo>
                  <a:lnTo>
                    <a:pt x="4177786" y="1061163"/>
                  </a:lnTo>
                  <a:lnTo>
                    <a:pt x="4177880" y="1061163"/>
                  </a:lnTo>
                  <a:lnTo>
                    <a:pt x="4177974" y="1061163"/>
                  </a:lnTo>
                  <a:lnTo>
                    <a:pt x="4178068" y="1061163"/>
                  </a:lnTo>
                  <a:lnTo>
                    <a:pt x="4178162" y="1061163"/>
                  </a:lnTo>
                  <a:lnTo>
                    <a:pt x="4178256" y="1061163"/>
                  </a:lnTo>
                  <a:lnTo>
                    <a:pt x="4178350" y="1061163"/>
                  </a:lnTo>
                  <a:lnTo>
                    <a:pt x="4178444" y="1061163"/>
                  </a:lnTo>
                  <a:lnTo>
                    <a:pt x="4178538" y="1061163"/>
                  </a:lnTo>
                  <a:lnTo>
                    <a:pt x="4178633" y="1061163"/>
                  </a:lnTo>
                  <a:lnTo>
                    <a:pt x="4178727" y="1061163"/>
                  </a:lnTo>
                  <a:lnTo>
                    <a:pt x="4178821" y="1061163"/>
                  </a:lnTo>
                  <a:lnTo>
                    <a:pt x="4178915" y="1061163"/>
                  </a:lnTo>
                  <a:lnTo>
                    <a:pt x="4179009" y="1061163"/>
                  </a:lnTo>
                  <a:lnTo>
                    <a:pt x="4179103" y="1061163"/>
                  </a:lnTo>
                  <a:lnTo>
                    <a:pt x="4179197" y="1061163"/>
                  </a:lnTo>
                  <a:lnTo>
                    <a:pt x="4179291" y="1061163"/>
                  </a:lnTo>
                  <a:lnTo>
                    <a:pt x="4179385" y="1061163"/>
                  </a:lnTo>
                  <a:lnTo>
                    <a:pt x="4179479" y="1061163"/>
                  </a:lnTo>
                  <a:lnTo>
                    <a:pt x="4179573" y="1061163"/>
                  </a:lnTo>
                  <a:lnTo>
                    <a:pt x="4179667" y="1061163"/>
                  </a:lnTo>
                  <a:lnTo>
                    <a:pt x="4179761" y="1061163"/>
                  </a:lnTo>
                  <a:lnTo>
                    <a:pt x="4179855" y="1061163"/>
                  </a:lnTo>
                  <a:lnTo>
                    <a:pt x="4179949" y="1061163"/>
                  </a:lnTo>
                  <a:lnTo>
                    <a:pt x="4180043" y="1061163"/>
                  </a:lnTo>
                  <a:lnTo>
                    <a:pt x="4180137" y="1061163"/>
                  </a:lnTo>
                  <a:lnTo>
                    <a:pt x="4180231" y="1061163"/>
                  </a:lnTo>
                  <a:lnTo>
                    <a:pt x="4180325" y="1061163"/>
                  </a:lnTo>
                  <a:lnTo>
                    <a:pt x="4180419" y="1061163"/>
                  </a:lnTo>
                  <a:lnTo>
                    <a:pt x="4180513" y="1061163"/>
                  </a:lnTo>
                  <a:lnTo>
                    <a:pt x="4180607" y="1061163"/>
                  </a:lnTo>
                  <a:lnTo>
                    <a:pt x="4180701" y="1061163"/>
                  </a:lnTo>
                  <a:lnTo>
                    <a:pt x="4180795" y="1061163"/>
                  </a:lnTo>
                  <a:lnTo>
                    <a:pt x="4180889" y="1061163"/>
                  </a:lnTo>
                  <a:lnTo>
                    <a:pt x="4180983" y="1061163"/>
                  </a:lnTo>
                  <a:lnTo>
                    <a:pt x="4181077" y="1061163"/>
                  </a:lnTo>
                  <a:lnTo>
                    <a:pt x="4181171" y="1061163"/>
                  </a:lnTo>
                  <a:lnTo>
                    <a:pt x="4181265" y="1061163"/>
                  </a:lnTo>
                  <a:lnTo>
                    <a:pt x="4181359" y="1061163"/>
                  </a:lnTo>
                  <a:lnTo>
                    <a:pt x="4181453" y="1061163"/>
                  </a:lnTo>
                  <a:lnTo>
                    <a:pt x="4181547" y="1061163"/>
                  </a:lnTo>
                  <a:lnTo>
                    <a:pt x="4181641" y="1061163"/>
                  </a:lnTo>
                  <a:lnTo>
                    <a:pt x="4181735" y="1061163"/>
                  </a:lnTo>
                  <a:lnTo>
                    <a:pt x="4181829" y="1061163"/>
                  </a:lnTo>
                  <a:lnTo>
                    <a:pt x="4181923" y="1061163"/>
                  </a:lnTo>
                  <a:lnTo>
                    <a:pt x="4182017" y="1061163"/>
                  </a:lnTo>
                  <a:lnTo>
                    <a:pt x="4182111" y="1061163"/>
                  </a:lnTo>
                  <a:lnTo>
                    <a:pt x="4182206" y="1061163"/>
                  </a:lnTo>
                  <a:lnTo>
                    <a:pt x="4182300" y="1061163"/>
                  </a:lnTo>
                  <a:lnTo>
                    <a:pt x="4182394" y="1061163"/>
                  </a:lnTo>
                  <a:lnTo>
                    <a:pt x="4182488" y="1061163"/>
                  </a:lnTo>
                  <a:lnTo>
                    <a:pt x="4182582" y="1061163"/>
                  </a:lnTo>
                  <a:lnTo>
                    <a:pt x="4182676" y="1061163"/>
                  </a:lnTo>
                  <a:lnTo>
                    <a:pt x="4182770" y="1061163"/>
                  </a:lnTo>
                  <a:lnTo>
                    <a:pt x="4182864" y="1061163"/>
                  </a:lnTo>
                  <a:lnTo>
                    <a:pt x="4182958" y="1061163"/>
                  </a:lnTo>
                  <a:lnTo>
                    <a:pt x="4183052" y="1061163"/>
                  </a:lnTo>
                  <a:lnTo>
                    <a:pt x="4183146" y="1061163"/>
                  </a:lnTo>
                  <a:lnTo>
                    <a:pt x="4183240" y="1061163"/>
                  </a:lnTo>
                  <a:lnTo>
                    <a:pt x="4183334" y="1061163"/>
                  </a:lnTo>
                  <a:lnTo>
                    <a:pt x="4183428" y="1061163"/>
                  </a:lnTo>
                  <a:lnTo>
                    <a:pt x="4183522" y="1061163"/>
                  </a:lnTo>
                  <a:lnTo>
                    <a:pt x="4183616" y="1061163"/>
                  </a:lnTo>
                  <a:lnTo>
                    <a:pt x="4183710" y="1061163"/>
                  </a:lnTo>
                  <a:lnTo>
                    <a:pt x="4183804" y="1061163"/>
                  </a:lnTo>
                  <a:lnTo>
                    <a:pt x="4183898" y="1061163"/>
                  </a:lnTo>
                  <a:lnTo>
                    <a:pt x="4183992" y="1061163"/>
                  </a:lnTo>
                  <a:lnTo>
                    <a:pt x="4184086" y="1061163"/>
                  </a:lnTo>
                  <a:lnTo>
                    <a:pt x="4184180" y="1061163"/>
                  </a:lnTo>
                  <a:lnTo>
                    <a:pt x="4184274" y="1061163"/>
                  </a:lnTo>
                  <a:lnTo>
                    <a:pt x="4184368" y="1061163"/>
                  </a:lnTo>
                  <a:lnTo>
                    <a:pt x="4184462" y="1061163"/>
                  </a:lnTo>
                  <a:lnTo>
                    <a:pt x="4184556" y="1061163"/>
                  </a:lnTo>
                  <a:lnTo>
                    <a:pt x="4184650" y="1061163"/>
                  </a:lnTo>
                  <a:lnTo>
                    <a:pt x="4184744" y="1061163"/>
                  </a:lnTo>
                  <a:lnTo>
                    <a:pt x="4184838" y="1061163"/>
                  </a:lnTo>
                  <a:lnTo>
                    <a:pt x="4184932" y="1061163"/>
                  </a:lnTo>
                  <a:lnTo>
                    <a:pt x="4185026" y="1061163"/>
                  </a:lnTo>
                  <a:lnTo>
                    <a:pt x="4185120" y="1061163"/>
                  </a:lnTo>
                  <a:lnTo>
                    <a:pt x="4185214" y="1061163"/>
                  </a:lnTo>
                  <a:lnTo>
                    <a:pt x="4185308" y="1061163"/>
                  </a:lnTo>
                  <a:lnTo>
                    <a:pt x="4185402" y="1061163"/>
                  </a:lnTo>
                  <a:lnTo>
                    <a:pt x="4185496" y="1061163"/>
                  </a:lnTo>
                  <a:lnTo>
                    <a:pt x="4185590" y="1061163"/>
                  </a:lnTo>
                  <a:lnTo>
                    <a:pt x="4185685" y="1061163"/>
                  </a:lnTo>
                  <a:lnTo>
                    <a:pt x="4185779" y="1061163"/>
                  </a:lnTo>
                  <a:lnTo>
                    <a:pt x="4185873" y="1061163"/>
                  </a:lnTo>
                  <a:lnTo>
                    <a:pt x="4185967" y="1061163"/>
                  </a:lnTo>
                  <a:lnTo>
                    <a:pt x="4186061" y="1061163"/>
                  </a:lnTo>
                  <a:lnTo>
                    <a:pt x="4186155" y="1061163"/>
                  </a:lnTo>
                  <a:lnTo>
                    <a:pt x="4186249" y="1061163"/>
                  </a:lnTo>
                  <a:lnTo>
                    <a:pt x="4186343" y="1061163"/>
                  </a:lnTo>
                  <a:lnTo>
                    <a:pt x="4186437" y="1061163"/>
                  </a:lnTo>
                  <a:lnTo>
                    <a:pt x="4186531" y="1061163"/>
                  </a:lnTo>
                  <a:lnTo>
                    <a:pt x="4186625" y="1061163"/>
                  </a:lnTo>
                  <a:lnTo>
                    <a:pt x="4186719" y="1061163"/>
                  </a:lnTo>
                  <a:lnTo>
                    <a:pt x="4186813" y="1061163"/>
                  </a:lnTo>
                  <a:lnTo>
                    <a:pt x="4186907" y="1061163"/>
                  </a:lnTo>
                  <a:lnTo>
                    <a:pt x="4187001" y="1061163"/>
                  </a:lnTo>
                  <a:lnTo>
                    <a:pt x="4187095" y="1061163"/>
                  </a:lnTo>
                  <a:lnTo>
                    <a:pt x="4187189" y="1061163"/>
                  </a:lnTo>
                  <a:lnTo>
                    <a:pt x="4187283" y="1061163"/>
                  </a:lnTo>
                  <a:lnTo>
                    <a:pt x="4187377" y="1061163"/>
                  </a:lnTo>
                  <a:lnTo>
                    <a:pt x="4187471" y="1061163"/>
                  </a:lnTo>
                  <a:lnTo>
                    <a:pt x="4187565" y="1061163"/>
                  </a:lnTo>
                  <a:lnTo>
                    <a:pt x="4187659" y="1061163"/>
                  </a:lnTo>
                  <a:lnTo>
                    <a:pt x="4187753" y="1061163"/>
                  </a:lnTo>
                  <a:lnTo>
                    <a:pt x="4187847" y="1061163"/>
                  </a:lnTo>
                  <a:lnTo>
                    <a:pt x="4187941" y="1061163"/>
                  </a:lnTo>
                  <a:lnTo>
                    <a:pt x="4188035" y="1061163"/>
                  </a:lnTo>
                  <a:lnTo>
                    <a:pt x="4188129" y="1061163"/>
                  </a:lnTo>
                  <a:lnTo>
                    <a:pt x="4188129" y="1055884"/>
                  </a:lnTo>
                  <a:lnTo>
                    <a:pt x="4188223" y="1055884"/>
                  </a:lnTo>
                  <a:lnTo>
                    <a:pt x="4188317" y="1055884"/>
                  </a:lnTo>
                  <a:lnTo>
                    <a:pt x="4188411" y="1055884"/>
                  </a:lnTo>
                  <a:lnTo>
                    <a:pt x="4188505" y="1055884"/>
                  </a:lnTo>
                  <a:lnTo>
                    <a:pt x="4188599" y="1055884"/>
                  </a:lnTo>
                  <a:lnTo>
                    <a:pt x="4188693" y="1055884"/>
                  </a:lnTo>
                  <a:lnTo>
                    <a:pt x="4188787" y="1055884"/>
                  </a:lnTo>
                  <a:lnTo>
                    <a:pt x="4188881" y="1055884"/>
                  </a:lnTo>
                  <a:lnTo>
                    <a:pt x="4188975" y="1055884"/>
                  </a:lnTo>
                  <a:lnTo>
                    <a:pt x="4189069" y="1055884"/>
                  </a:lnTo>
                  <a:lnTo>
                    <a:pt x="4189163" y="1055884"/>
                  </a:lnTo>
                  <a:lnTo>
                    <a:pt x="4189258" y="1055884"/>
                  </a:lnTo>
                  <a:lnTo>
                    <a:pt x="4189352" y="1055884"/>
                  </a:lnTo>
                  <a:lnTo>
                    <a:pt x="4189446" y="1055884"/>
                  </a:lnTo>
                  <a:lnTo>
                    <a:pt x="4189540" y="1055884"/>
                  </a:lnTo>
                  <a:lnTo>
                    <a:pt x="4189634" y="1055884"/>
                  </a:lnTo>
                  <a:lnTo>
                    <a:pt x="4189728" y="1055884"/>
                  </a:lnTo>
                  <a:lnTo>
                    <a:pt x="4189822" y="1055884"/>
                  </a:lnTo>
                  <a:lnTo>
                    <a:pt x="4189916" y="1055884"/>
                  </a:lnTo>
                  <a:lnTo>
                    <a:pt x="4190010" y="1055884"/>
                  </a:lnTo>
                  <a:lnTo>
                    <a:pt x="4190104" y="1055884"/>
                  </a:lnTo>
                  <a:lnTo>
                    <a:pt x="4190198" y="1055884"/>
                  </a:lnTo>
                  <a:lnTo>
                    <a:pt x="4190292" y="1055884"/>
                  </a:lnTo>
                  <a:lnTo>
                    <a:pt x="4190386" y="1055884"/>
                  </a:lnTo>
                  <a:lnTo>
                    <a:pt x="4190480" y="1055884"/>
                  </a:lnTo>
                  <a:lnTo>
                    <a:pt x="4190574" y="1055884"/>
                  </a:lnTo>
                  <a:lnTo>
                    <a:pt x="4190668" y="1055884"/>
                  </a:lnTo>
                  <a:lnTo>
                    <a:pt x="4190762" y="1055884"/>
                  </a:lnTo>
                  <a:lnTo>
                    <a:pt x="4190856" y="1055884"/>
                  </a:lnTo>
                  <a:lnTo>
                    <a:pt x="4190950" y="1055884"/>
                  </a:lnTo>
                  <a:lnTo>
                    <a:pt x="4191044" y="1055884"/>
                  </a:lnTo>
                  <a:lnTo>
                    <a:pt x="4191138" y="1055884"/>
                  </a:lnTo>
                  <a:lnTo>
                    <a:pt x="4191232" y="1055884"/>
                  </a:lnTo>
                  <a:lnTo>
                    <a:pt x="4191326" y="1055884"/>
                  </a:lnTo>
                  <a:lnTo>
                    <a:pt x="4191420" y="1055884"/>
                  </a:lnTo>
                  <a:lnTo>
                    <a:pt x="4191514" y="1055884"/>
                  </a:lnTo>
                  <a:lnTo>
                    <a:pt x="4191608" y="1055884"/>
                  </a:lnTo>
                  <a:lnTo>
                    <a:pt x="4191702" y="1055884"/>
                  </a:lnTo>
                  <a:lnTo>
                    <a:pt x="4191796" y="1055884"/>
                  </a:lnTo>
                  <a:lnTo>
                    <a:pt x="4191890" y="1055884"/>
                  </a:lnTo>
                  <a:lnTo>
                    <a:pt x="4191984" y="1055884"/>
                  </a:lnTo>
                  <a:lnTo>
                    <a:pt x="4192078" y="1055884"/>
                  </a:lnTo>
                  <a:lnTo>
                    <a:pt x="4192172" y="1055884"/>
                  </a:lnTo>
                  <a:lnTo>
                    <a:pt x="4192266" y="1055884"/>
                  </a:lnTo>
                  <a:lnTo>
                    <a:pt x="4192360" y="1055884"/>
                  </a:lnTo>
                  <a:lnTo>
                    <a:pt x="4192454" y="1055884"/>
                  </a:lnTo>
                  <a:lnTo>
                    <a:pt x="4192548" y="1055884"/>
                  </a:lnTo>
                  <a:lnTo>
                    <a:pt x="4192642" y="1055884"/>
                  </a:lnTo>
                  <a:lnTo>
                    <a:pt x="4192736" y="1055884"/>
                  </a:lnTo>
                  <a:lnTo>
                    <a:pt x="4192831" y="1055884"/>
                  </a:lnTo>
                  <a:lnTo>
                    <a:pt x="4192925" y="1055884"/>
                  </a:lnTo>
                  <a:lnTo>
                    <a:pt x="4193019" y="1055884"/>
                  </a:lnTo>
                  <a:lnTo>
                    <a:pt x="4193113" y="1055884"/>
                  </a:lnTo>
                  <a:lnTo>
                    <a:pt x="4193207" y="1055884"/>
                  </a:lnTo>
                  <a:lnTo>
                    <a:pt x="4193301" y="1055884"/>
                  </a:lnTo>
                  <a:lnTo>
                    <a:pt x="4193395" y="1055884"/>
                  </a:lnTo>
                  <a:lnTo>
                    <a:pt x="4193489" y="1055884"/>
                  </a:lnTo>
                  <a:lnTo>
                    <a:pt x="4193583" y="1055884"/>
                  </a:lnTo>
                  <a:lnTo>
                    <a:pt x="4193677" y="1055884"/>
                  </a:lnTo>
                  <a:lnTo>
                    <a:pt x="4193771" y="1055884"/>
                  </a:lnTo>
                  <a:lnTo>
                    <a:pt x="4193865" y="1055884"/>
                  </a:lnTo>
                  <a:lnTo>
                    <a:pt x="4193959" y="1055884"/>
                  </a:lnTo>
                  <a:lnTo>
                    <a:pt x="4194053" y="1055884"/>
                  </a:lnTo>
                  <a:lnTo>
                    <a:pt x="4194147" y="1055884"/>
                  </a:lnTo>
                  <a:lnTo>
                    <a:pt x="4194241" y="1055884"/>
                  </a:lnTo>
                  <a:lnTo>
                    <a:pt x="4194335" y="1055884"/>
                  </a:lnTo>
                  <a:lnTo>
                    <a:pt x="4194429" y="1055884"/>
                  </a:lnTo>
                  <a:lnTo>
                    <a:pt x="4194523" y="1055884"/>
                  </a:lnTo>
                  <a:lnTo>
                    <a:pt x="4194617" y="1055884"/>
                  </a:lnTo>
                  <a:lnTo>
                    <a:pt x="4194711" y="1055884"/>
                  </a:lnTo>
                  <a:lnTo>
                    <a:pt x="4194805" y="1055884"/>
                  </a:lnTo>
                  <a:lnTo>
                    <a:pt x="4194899" y="1055884"/>
                  </a:lnTo>
                  <a:lnTo>
                    <a:pt x="4194993" y="1055884"/>
                  </a:lnTo>
                  <a:lnTo>
                    <a:pt x="4195087" y="1055884"/>
                  </a:lnTo>
                  <a:lnTo>
                    <a:pt x="4195181" y="1055884"/>
                  </a:lnTo>
                  <a:lnTo>
                    <a:pt x="4195275" y="1055884"/>
                  </a:lnTo>
                  <a:lnTo>
                    <a:pt x="4195369" y="1055884"/>
                  </a:lnTo>
                  <a:lnTo>
                    <a:pt x="4195463" y="1055884"/>
                  </a:lnTo>
                  <a:lnTo>
                    <a:pt x="4195557" y="1055884"/>
                  </a:lnTo>
                  <a:lnTo>
                    <a:pt x="4195651" y="1055884"/>
                  </a:lnTo>
                  <a:lnTo>
                    <a:pt x="4195745" y="1055884"/>
                  </a:lnTo>
                  <a:lnTo>
                    <a:pt x="4195839" y="1055884"/>
                  </a:lnTo>
                  <a:lnTo>
                    <a:pt x="4195933" y="1055884"/>
                  </a:lnTo>
                  <a:lnTo>
                    <a:pt x="4196027" y="1055884"/>
                  </a:lnTo>
                  <a:lnTo>
                    <a:pt x="4196121" y="1055884"/>
                  </a:lnTo>
                  <a:lnTo>
                    <a:pt x="4196215" y="1055884"/>
                  </a:lnTo>
                  <a:lnTo>
                    <a:pt x="4196310" y="1055884"/>
                  </a:lnTo>
                  <a:lnTo>
                    <a:pt x="4196404" y="1055884"/>
                  </a:lnTo>
                  <a:lnTo>
                    <a:pt x="4196498" y="1055884"/>
                  </a:lnTo>
                  <a:lnTo>
                    <a:pt x="4196592" y="1055884"/>
                  </a:lnTo>
                  <a:lnTo>
                    <a:pt x="4196686" y="1055884"/>
                  </a:lnTo>
                  <a:lnTo>
                    <a:pt x="4196780" y="1055884"/>
                  </a:lnTo>
                  <a:lnTo>
                    <a:pt x="4196874" y="1055884"/>
                  </a:lnTo>
                  <a:lnTo>
                    <a:pt x="4196968" y="1055884"/>
                  </a:lnTo>
                  <a:lnTo>
                    <a:pt x="4197062" y="1055884"/>
                  </a:lnTo>
                  <a:lnTo>
                    <a:pt x="4197156" y="1055884"/>
                  </a:lnTo>
                  <a:lnTo>
                    <a:pt x="4197250" y="1055884"/>
                  </a:lnTo>
                  <a:lnTo>
                    <a:pt x="4197344" y="1055884"/>
                  </a:lnTo>
                  <a:lnTo>
                    <a:pt x="4197438" y="1055884"/>
                  </a:lnTo>
                  <a:lnTo>
                    <a:pt x="4197532" y="1055884"/>
                  </a:lnTo>
                  <a:lnTo>
                    <a:pt x="4197626" y="1055884"/>
                  </a:lnTo>
                  <a:lnTo>
                    <a:pt x="4197720" y="1055884"/>
                  </a:lnTo>
                  <a:lnTo>
                    <a:pt x="4197814" y="1055884"/>
                  </a:lnTo>
                  <a:lnTo>
                    <a:pt x="4197908" y="1055884"/>
                  </a:lnTo>
                  <a:lnTo>
                    <a:pt x="4198002" y="1055884"/>
                  </a:lnTo>
                  <a:lnTo>
                    <a:pt x="4198096" y="1055884"/>
                  </a:lnTo>
                  <a:lnTo>
                    <a:pt x="4198190" y="1055884"/>
                  </a:lnTo>
                  <a:lnTo>
                    <a:pt x="4198284" y="1055884"/>
                  </a:lnTo>
                  <a:lnTo>
                    <a:pt x="4198378" y="1055884"/>
                  </a:lnTo>
                  <a:lnTo>
                    <a:pt x="4198472" y="1055884"/>
                  </a:lnTo>
                  <a:lnTo>
                    <a:pt x="4198566" y="1055884"/>
                  </a:lnTo>
                  <a:lnTo>
                    <a:pt x="4198660" y="1055884"/>
                  </a:lnTo>
                  <a:lnTo>
                    <a:pt x="4198754" y="1055884"/>
                  </a:lnTo>
                  <a:lnTo>
                    <a:pt x="4198848" y="1055884"/>
                  </a:lnTo>
                  <a:lnTo>
                    <a:pt x="4198942" y="1055884"/>
                  </a:lnTo>
                  <a:lnTo>
                    <a:pt x="4199036" y="1055884"/>
                  </a:lnTo>
                  <a:lnTo>
                    <a:pt x="4199130" y="1055884"/>
                  </a:lnTo>
                  <a:lnTo>
                    <a:pt x="4199224" y="1055884"/>
                  </a:lnTo>
                  <a:lnTo>
                    <a:pt x="4199318" y="1055884"/>
                  </a:lnTo>
                  <a:lnTo>
                    <a:pt x="4199412" y="1055884"/>
                  </a:lnTo>
                  <a:lnTo>
                    <a:pt x="4199506" y="1055884"/>
                  </a:lnTo>
                  <a:lnTo>
                    <a:pt x="4199600" y="1055884"/>
                  </a:lnTo>
                  <a:lnTo>
                    <a:pt x="4199694" y="1055884"/>
                  </a:lnTo>
                  <a:lnTo>
                    <a:pt x="4199788" y="1055884"/>
                  </a:lnTo>
                  <a:lnTo>
                    <a:pt x="4199883" y="1055884"/>
                  </a:lnTo>
                  <a:lnTo>
                    <a:pt x="4199977" y="1055884"/>
                  </a:lnTo>
                  <a:lnTo>
                    <a:pt x="4200071" y="1055884"/>
                  </a:lnTo>
                  <a:lnTo>
                    <a:pt x="4200165" y="1055884"/>
                  </a:lnTo>
                  <a:lnTo>
                    <a:pt x="4200259" y="1055884"/>
                  </a:lnTo>
                  <a:lnTo>
                    <a:pt x="4200353" y="1055884"/>
                  </a:lnTo>
                  <a:lnTo>
                    <a:pt x="4200447" y="1055884"/>
                  </a:lnTo>
                  <a:lnTo>
                    <a:pt x="4200541" y="1055884"/>
                  </a:lnTo>
                  <a:lnTo>
                    <a:pt x="4200635" y="1055884"/>
                  </a:lnTo>
                  <a:lnTo>
                    <a:pt x="4200729" y="1055884"/>
                  </a:lnTo>
                  <a:lnTo>
                    <a:pt x="4200823" y="1055884"/>
                  </a:lnTo>
                  <a:lnTo>
                    <a:pt x="4200917" y="1055884"/>
                  </a:lnTo>
                  <a:lnTo>
                    <a:pt x="4201011" y="1055884"/>
                  </a:lnTo>
                  <a:lnTo>
                    <a:pt x="4201105" y="1055884"/>
                  </a:lnTo>
                  <a:lnTo>
                    <a:pt x="4201199" y="1055884"/>
                  </a:lnTo>
                  <a:lnTo>
                    <a:pt x="4201293" y="1055884"/>
                  </a:lnTo>
                  <a:lnTo>
                    <a:pt x="4201387" y="1055884"/>
                  </a:lnTo>
                  <a:lnTo>
                    <a:pt x="4201481" y="1055884"/>
                  </a:lnTo>
                  <a:lnTo>
                    <a:pt x="4201575" y="1055884"/>
                  </a:lnTo>
                  <a:lnTo>
                    <a:pt x="4201669" y="1055884"/>
                  </a:lnTo>
                  <a:lnTo>
                    <a:pt x="4201763" y="1055884"/>
                  </a:lnTo>
                  <a:lnTo>
                    <a:pt x="4201857" y="1055884"/>
                  </a:lnTo>
                  <a:lnTo>
                    <a:pt x="4201951" y="1055884"/>
                  </a:lnTo>
                  <a:lnTo>
                    <a:pt x="4202045" y="1055884"/>
                  </a:lnTo>
                  <a:lnTo>
                    <a:pt x="4202139" y="1055884"/>
                  </a:lnTo>
                  <a:lnTo>
                    <a:pt x="4202233" y="1055884"/>
                  </a:lnTo>
                  <a:lnTo>
                    <a:pt x="4202327" y="1055884"/>
                  </a:lnTo>
                  <a:lnTo>
                    <a:pt x="4202421" y="1055884"/>
                  </a:lnTo>
                  <a:lnTo>
                    <a:pt x="4202515" y="1055884"/>
                  </a:lnTo>
                  <a:lnTo>
                    <a:pt x="4202609" y="1055884"/>
                  </a:lnTo>
                  <a:lnTo>
                    <a:pt x="4202703" y="1055884"/>
                  </a:lnTo>
                  <a:lnTo>
                    <a:pt x="4202703" y="1050604"/>
                  </a:lnTo>
                  <a:lnTo>
                    <a:pt x="4202797" y="1050604"/>
                  </a:lnTo>
                  <a:lnTo>
                    <a:pt x="4202891" y="1050604"/>
                  </a:lnTo>
                  <a:lnTo>
                    <a:pt x="4202985" y="1050604"/>
                  </a:lnTo>
                  <a:lnTo>
                    <a:pt x="4203079" y="1050604"/>
                  </a:lnTo>
                  <a:lnTo>
                    <a:pt x="4203173" y="1050604"/>
                  </a:lnTo>
                  <a:lnTo>
                    <a:pt x="4203267" y="1050604"/>
                  </a:lnTo>
                  <a:lnTo>
                    <a:pt x="4203361" y="1050604"/>
                  </a:lnTo>
                  <a:lnTo>
                    <a:pt x="4203456" y="1050604"/>
                  </a:lnTo>
                  <a:lnTo>
                    <a:pt x="4203550" y="1050604"/>
                  </a:lnTo>
                  <a:lnTo>
                    <a:pt x="4203644" y="1050604"/>
                  </a:lnTo>
                  <a:lnTo>
                    <a:pt x="4203738" y="1050604"/>
                  </a:lnTo>
                  <a:lnTo>
                    <a:pt x="4203738" y="1045325"/>
                  </a:lnTo>
                  <a:lnTo>
                    <a:pt x="4203832" y="1045325"/>
                  </a:lnTo>
                  <a:lnTo>
                    <a:pt x="4203926" y="1045325"/>
                  </a:lnTo>
                  <a:lnTo>
                    <a:pt x="4204020" y="1045325"/>
                  </a:lnTo>
                  <a:lnTo>
                    <a:pt x="4204114" y="1045325"/>
                  </a:lnTo>
                  <a:lnTo>
                    <a:pt x="4204208" y="1045325"/>
                  </a:lnTo>
                  <a:lnTo>
                    <a:pt x="4204302" y="1045325"/>
                  </a:lnTo>
                  <a:lnTo>
                    <a:pt x="4204396" y="1045325"/>
                  </a:lnTo>
                  <a:lnTo>
                    <a:pt x="4204490" y="1045325"/>
                  </a:lnTo>
                  <a:lnTo>
                    <a:pt x="4204584" y="1045325"/>
                  </a:lnTo>
                  <a:lnTo>
                    <a:pt x="4204678" y="1045325"/>
                  </a:lnTo>
                  <a:lnTo>
                    <a:pt x="4204772" y="1045325"/>
                  </a:lnTo>
                  <a:lnTo>
                    <a:pt x="4204866" y="1045325"/>
                  </a:lnTo>
                  <a:lnTo>
                    <a:pt x="4204960" y="1045325"/>
                  </a:lnTo>
                  <a:lnTo>
                    <a:pt x="4205054" y="1045325"/>
                  </a:lnTo>
                  <a:lnTo>
                    <a:pt x="4205148" y="1045325"/>
                  </a:lnTo>
                  <a:lnTo>
                    <a:pt x="4205242" y="1045325"/>
                  </a:lnTo>
                  <a:lnTo>
                    <a:pt x="4205336" y="1045325"/>
                  </a:lnTo>
                  <a:lnTo>
                    <a:pt x="4205430" y="1045325"/>
                  </a:lnTo>
                  <a:lnTo>
                    <a:pt x="4205430" y="1040046"/>
                  </a:lnTo>
                  <a:lnTo>
                    <a:pt x="4205524" y="1040046"/>
                  </a:lnTo>
                  <a:lnTo>
                    <a:pt x="4205618" y="1040046"/>
                  </a:lnTo>
                  <a:lnTo>
                    <a:pt x="4205712" y="1040046"/>
                  </a:lnTo>
                  <a:lnTo>
                    <a:pt x="4205806" y="1040046"/>
                  </a:lnTo>
                  <a:lnTo>
                    <a:pt x="4205900" y="1040046"/>
                  </a:lnTo>
                  <a:lnTo>
                    <a:pt x="4205994" y="1040046"/>
                  </a:lnTo>
                  <a:lnTo>
                    <a:pt x="4206088" y="1040046"/>
                  </a:lnTo>
                  <a:lnTo>
                    <a:pt x="4206182" y="1040046"/>
                  </a:lnTo>
                  <a:lnTo>
                    <a:pt x="4206276" y="1040046"/>
                  </a:lnTo>
                  <a:lnTo>
                    <a:pt x="4206370" y="1040046"/>
                  </a:lnTo>
                  <a:lnTo>
                    <a:pt x="4206370" y="1034766"/>
                  </a:lnTo>
                  <a:lnTo>
                    <a:pt x="4206464" y="1034766"/>
                  </a:lnTo>
                  <a:lnTo>
                    <a:pt x="4206558" y="1034766"/>
                  </a:lnTo>
                  <a:lnTo>
                    <a:pt x="4206652" y="1034766"/>
                  </a:lnTo>
                  <a:lnTo>
                    <a:pt x="4206746" y="1034766"/>
                  </a:lnTo>
                  <a:lnTo>
                    <a:pt x="4206840" y="1034766"/>
                  </a:lnTo>
                  <a:lnTo>
                    <a:pt x="4206935" y="1034766"/>
                  </a:lnTo>
                  <a:lnTo>
                    <a:pt x="4207029" y="1034766"/>
                  </a:lnTo>
                  <a:lnTo>
                    <a:pt x="4207029" y="1029487"/>
                  </a:lnTo>
                  <a:lnTo>
                    <a:pt x="4207123" y="1029487"/>
                  </a:lnTo>
                  <a:lnTo>
                    <a:pt x="4207217" y="1029487"/>
                  </a:lnTo>
                  <a:lnTo>
                    <a:pt x="4207311" y="1029487"/>
                  </a:lnTo>
                  <a:lnTo>
                    <a:pt x="4207405" y="1029487"/>
                  </a:lnTo>
                  <a:lnTo>
                    <a:pt x="4207499" y="1029487"/>
                  </a:lnTo>
                  <a:lnTo>
                    <a:pt x="4207593" y="1029487"/>
                  </a:lnTo>
                  <a:lnTo>
                    <a:pt x="4207687" y="1029487"/>
                  </a:lnTo>
                  <a:lnTo>
                    <a:pt x="4207781" y="1029487"/>
                  </a:lnTo>
                  <a:lnTo>
                    <a:pt x="4207875" y="1029487"/>
                  </a:lnTo>
                  <a:lnTo>
                    <a:pt x="4207969" y="1029487"/>
                  </a:lnTo>
                  <a:lnTo>
                    <a:pt x="4208063" y="1029487"/>
                  </a:lnTo>
                  <a:lnTo>
                    <a:pt x="4208157" y="1029487"/>
                  </a:lnTo>
                  <a:lnTo>
                    <a:pt x="4208251" y="1029487"/>
                  </a:lnTo>
                  <a:lnTo>
                    <a:pt x="4208345" y="1029487"/>
                  </a:lnTo>
                  <a:lnTo>
                    <a:pt x="4208439" y="1029487"/>
                  </a:lnTo>
                  <a:lnTo>
                    <a:pt x="4208533" y="1029487"/>
                  </a:lnTo>
                  <a:lnTo>
                    <a:pt x="4208627" y="1029487"/>
                  </a:lnTo>
                  <a:lnTo>
                    <a:pt x="4208721" y="1029487"/>
                  </a:lnTo>
                  <a:lnTo>
                    <a:pt x="4208815" y="1029487"/>
                  </a:lnTo>
                  <a:lnTo>
                    <a:pt x="4208909" y="1029487"/>
                  </a:lnTo>
                  <a:lnTo>
                    <a:pt x="4209003" y="1029487"/>
                  </a:lnTo>
                  <a:lnTo>
                    <a:pt x="4209097" y="1029487"/>
                  </a:lnTo>
                  <a:lnTo>
                    <a:pt x="4209191" y="1029487"/>
                  </a:lnTo>
                  <a:lnTo>
                    <a:pt x="4209285" y="1029487"/>
                  </a:lnTo>
                  <a:lnTo>
                    <a:pt x="4209379" y="1029487"/>
                  </a:lnTo>
                  <a:lnTo>
                    <a:pt x="4209473" y="1029487"/>
                  </a:lnTo>
                  <a:lnTo>
                    <a:pt x="4209567" y="1029487"/>
                  </a:lnTo>
                  <a:lnTo>
                    <a:pt x="4209661" y="1029487"/>
                  </a:lnTo>
                  <a:lnTo>
                    <a:pt x="4209755" y="1029487"/>
                  </a:lnTo>
                  <a:lnTo>
                    <a:pt x="4209849" y="1029487"/>
                  </a:lnTo>
                  <a:lnTo>
                    <a:pt x="4209943" y="1029487"/>
                  </a:lnTo>
                  <a:lnTo>
                    <a:pt x="4210037" y="1029487"/>
                  </a:lnTo>
                  <a:lnTo>
                    <a:pt x="4210131" y="1029487"/>
                  </a:lnTo>
                  <a:lnTo>
                    <a:pt x="4210225" y="1029487"/>
                  </a:lnTo>
                  <a:lnTo>
                    <a:pt x="4210319" y="1029487"/>
                  </a:lnTo>
                  <a:lnTo>
                    <a:pt x="4210413" y="1029487"/>
                  </a:lnTo>
                  <a:lnTo>
                    <a:pt x="4210508" y="1029487"/>
                  </a:lnTo>
                  <a:lnTo>
                    <a:pt x="4210602" y="1029487"/>
                  </a:lnTo>
                  <a:lnTo>
                    <a:pt x="4210696" y="1029487"/>
                  </a:lnTo>
                  <a:lnTo>
                    <a:pt x="4210790" y="1029487"/>
                  </a:lnTo>
                  <a:lnTo>
                    <a:pt x="4210884" y="1029487"/>
                  </a:lnTo>
                  <a:lnTo>
                    <a:pt x="4210978" y="1029487"/>
                  </a:lnTo>
                  <a:lnTo>
                    <a:pt x="4211072" y="1029487"/>
                  </a:lnTo>
                  <a:lnTo>
                    <a:pt x="4211166" y="1029487"/>
                  </a:lnTo>
                  <a:lnTo>
                    <a:pt x="4211260" y="1029487"/>
                  </a:lnTo>
                  <a:lnTo>
                    <a:pt x="4211354" y="1029487"/>
                  </a:lnTo>
                  <a:lnTo>
                    <a:pt x="4211448" y="1029487"/>
                  </a:lnTo>
                  <a:lnTo>
                    <a:pt x="4211542" y="1029487"/>
                  </a:lnTo>
                  <a:lnTo>
                    <a:pt x="4211636" y="1029487"/>
                  </a:lnTo>
                  <a:lnTo>
                    <a:pt x="4211730" y="1029487"/>
                  </a:lnTo>
                  <a:lnTo>
                    <a:pt x="4211824" y="1029487"/>
                  </a:lnTo>
                  <a:lnTo>
                    <a:pt x="4211918" y="1029487"/>
                  </a:lnTo>
                  <a:lnTo>
                    <a:pt x="4212012" y="1029487"/>
                  </a:lnTo>
                  <a:lnTo>
                    <a:pt x="4212106" y="1029487"/>
                  </a:lnTo>
                  <a:lnTo>
                    <a:pt x="4212200" y="1029487"/>
                  </a:lnTo>
                  <a:lnTo>
                    <a:pt x="4212294" y="1029487"/>
                  </a:lnTo>
                  <a:lnTo>
                    <a:pt x="4212388" y="1029487"/>
                  </a:lnTo>
                  <a:lnTo>
                    <a:pt x="4212482" y="1029487"/>
                  </a:lnTo>
                  <a:lnTo>
                    <a:pt x="4212576" y="1029487"/>
                  </a:lnTo>
                  <a:lnTo>
                    <a:pt x="4212670" y="1029487"/>
                  </a:lnTo>
                  <a:lnTo>
                    <a:pt x="4212764" y="1029487"/>
                  </a:lnTo>
                  <a:lnTo>
                    <a:pt x="4212858" y="1029487"/>
                  </a:lnTo>
                  <a:lnTo>
                    <a:pt x="4212952" y="1029487"/>
                  </a:lnTo>
                  <a:lnTo>
                    <a:pt x="4213046" y="1029487"/>
                  </a:lnTo>
                  <a:lnTo>
                    <a:pt x="4213140" y="1029487"/>
                  </a:lnTo>
                  <a:lnTo>
                    <a:pt x="4213234" y="1029487"/>
                  </a:lnTo>
                  <a:lnTo>
                    <a:pt x="4213328" y="1029487"/>
                  </a:lnTo>
                  <a:lnTo>
                    <a:pt x="4213422" y="1029487"/>
                  </a:lnTo>
                  <a:lnTo>
                    <a:pt x="4213516" y="1029487"/>
                  </a:lnTo>
                  <a:lnTo>
                    <a:pt x="4213610" y="1029487"/>
                  </a:lnTo>
                  <a:lnTo>
                    <a:pt x="4213704" y="1029487"/>
                  </a:lnTo>
                  <a:lnTo>
                    <a:pt x="4213798" y="1029487"/>
                  </a:lnTo>
                  <a:lnTo>
                    <a:pt x="4213892" y="1029487"/>
                  </a:lnTo>
                  <a:lnTo>
                    <a:pt x="4213986" y="1029487"/>
                  </a:lnTo>
                  <a:lnTo>
                    <a:pt x="4214081" y="1029487"/>
                  </a:lnTo>
                  <a:lnTo>
                    <a:pt x="4214175" y="1029487"/>
                  </a:lnTo>
                  <a:lnTo>
                    <a:pt x="4214269" y="1029487"/>
                  </a:lnTo>
                  <a:lnTo>
                    <a:pt x="4214363" y="1029487"/>
                  </a:lnTo>
                  <a:lnTo>
                    <a:pt x="4214457" y="1029487"/>
                  </a:lnTo>
                  <a:lnTo>
                    <a:pt x="4214551" y="1029487"/>
                  </a:lnTo>
                  <a:lnTo>
                    <a:pt x="4214645" y="1029487"/>
                  </a:lnTo>
                  <a:lnTo>
                    <a:pt x="4214739" y="1029487"/>
                  </a:lnTo>
                  <a:lnTo>
                    <a:pt x="4214833" y="1029487"/>
                  </a:lnTo>
                  <a:lnTo>
                    <a:pt x="4214927" y="1029487"/>
                  </a:lnTo>
                  <a:lnTo>
                    <a:pt x="4215021" y="1029487"/>
                  </a:lnTo>
                  <a:lnTo>
                    <a:pt x="4215115" y="1029487"/>
                  </a:lnTo>
                  <a:lnTo>
                    <a:pt x="4215209" y="1029487"/>
                  </a:lnTo>
                  <a:lnTo>
                    <a:pt x="4215209" y="1024207"/>
                  </a:lnTo>
                  <a:lnTo>
                    <a:pt x="4215303" y="1024207"/>
                  </a:lnTo>
                  <a:lnTo>
                    <a:pt x="4215397" y="1024207"/>
                  </a:lnTo>
                  <a:lnTo>
                    <a:pt x="4215491" y="1024207"/>
                  </a:lnTo>
                  <a:lnTo>
                    <a:pt x="4215585" y="1024207"/>
                  </a:lnTo>
                  <a:lnTo>
                    <a:pt x="4215679" y="1024207"/>
                  </a:lnTo>
                  <a:lnTo>
                    <a:pt x="4215773" y="1024207"/>
                  </a:lnTo>
                  <a:lnTo>
                    <a:pt x="4215867" y="1024207"/>
                  </a:lnTo>
                  <a:lnTo>
                    <a:pt x="4215961" y="1024207"/>
                  </a:lnTo>
                  <a:lnTo>
                    <a:pt x="4216055" y="1024207"/>
                  </a:lnTo>
                  <a:lnTo>
                    <a:pt x="4216149" y="1024207"/>
                  </a:lnTo>
                  <a:lnTo>
                    <a:pt x="4216243" y="1024207"/>
                  </a:lnTo>
                  <a:lnTo>
                    <a:pt x="4216337" y="1024207"/>
                  </a:lnTo>
                  <a:lnTo>
                    <a:pt x="4216431" y="1024207"/>
                  </a:lnTo>
                  <a:lnTo>
                    <a:pt x="4216525" y="1024207"/>
                  </a:lnTo>
                  <a:lnTo>
                    <a:pt x="4216619" y="1024207"/>
                  </a:lnTo>
                  <a:lnTo>
                    <a:pt x="4216713" y="1024207"/>
                  </a:lnTo>
                  <a:lnTo>
                    <a:pt x="4216807" y="1024207"/>
                  </a:lnTo>
                  <a:lnTo>
                    <a:pt x="4216901" y="1024207"/>
                  </a:lnTo>
                  <a:lnTo>
                    <a:pt x="4216995" y="1024207"/>
                  </a:lnTo>
                  <a:lnTo>
                    <a:pt x="4217089" y="1024207"/>
                  </a:lnTo>
                  <a:lnTo>
                    <a:pt x="4217183" y="1024207"/>
                  </a:lnTo>
                  <a:lnTo>
                    <a:pt x="4217277" y="1024207"/>
                  </a:lnTo>
                  <a:lnTo>
                    <a:pt x="4217371" y="1024207"/>
                  </a:lnTo>
                  <a:lnTo>
                    <a:pt x="4217465" y="1024207"/>
                  </a:lnTo>
                  <a:lnTo>
                    <a:pt x="4217560" y="1024207"/>
                  </a:lnTo>
                  <a:lnTo>
                    <a:pt x="4217654" y="1024207"/>
                  </a:lnTo>
                  <a:lnTo>
                    <a:pt x="4217748" y="1024207"/>
                  </a:lnTo>
                  <a:lnTo>
                    <a:pt x="4217842" y="1024207"/>
                  </a:lnTo>
                  <a:lnTo>
                    <a:pt x="4217936" y="1024207"/>
                  </a:lnTo>
                  <a:lnTo>
                    <a:pt x="4218030" y="1024207"/>
                  </a:lnTo>
                  <a:lnTo>
                    <a:pt x="4218124" y="1024207"/>
                  </a:lnTo>
                  <a:lnTo>
                    <a:pt x="4218218" y="1024207"/>
                  </a:lnTo>
                  <a:lnTo>
                    <a:pt x="4218312" y="1024207"/>
                  </a:lnTo>
                  <a:lnTo>
                    <a:pt x="4218406" y="1024207"/>
                  </a:lnTo>
                  <a:lnTo>
                    <a:pt x="4218500" y="1024207"/>
                  </a:lnTo>
                  <a:lnTo>
                    <a:pt x="4218594" y="1024207"/>
                  </a:lnTo>
                  <a:lnTo>
                    <a:pt x="4218688" y="1024207"/>
                  </a:lnTo>
                  <a:lnTo>
                    <a:pt x="4218782" y="1024207"/>
                  </a:lnTo>
                  <a:lnTo>
                    <a:pt x="4218876" y="1024207"/>
                  </a:lnTo>
                  <a:lnTo>
                    <a:pt x="4218970" y="1024207"/>
                  </a:lnTo>
                  <a:lnTo>
                    <a:pt x="4219064" y="1024207"/>
                  </a:lnTo>
                  <a:lnTo>
                    <a:pt x="4219158" y="1024207"/>
                  </a:lnTo>
                  <a:lnTo>
                    <a:pt x="4219252" y="1024207"/>
                  </a:lnTo>
                  <a:lnTo>
                    <a:pt x="4219346" y="1024207"/>
                  </a:lnTo>
                  <a:lnTo>
                    <a:pt x="4219440" y="1024207"/>
                  </a:lnTo>
                  <a:lnTo>
                    <a:pt x="4219534" y="1024207"/>
                  </a:lnTo>
                  <a:lnTo>
                    <a:pt x="4219628" y="1024207"/>
                  </a:lnTo>
                  <a:lnTo>
                    <a:pt x="4219722" y="1024207"/>
                  </a:lnTo>
                  <a:lnTo>
                    <a:pt x="4219816" y="1024207"/>
                  </a:lnTo>
                  <a:lnTo>
                    <a:pt x="4219910" y="1024207"/>
                  </a:lnTo>
                  <a:lnTo>
                    <a:pt x="4219910" y="1018928"/>
                  </a:lnTo>
                  <a:lnTo>
                    <a:pt x="4220004" y="1018928"/>
                  </a:lnTo>
                  <a:lnTo>
                    <a:pt x="4220098" y="1018928"/>
                  </a:lnTo>
                  <a:lnTo>
                    <a:pt x="4220098" y="1013648"/>
                  </a:lnTo>
                  <a:lnTo>
                    <a:pt x="4220192" y="1013648"/>
                  </a:lnTo>
                  <a:lnTo>
                    <a:pt x="4220286" y="1013648"/>
                  </a:lnTo>
                  <a:lnTo>
                    <a:pt x="4220380" y="1013648"/>
                  </a:lnTo>
                  <a:lnTo>
                    <a:pt x="4220474" y="1013648"/>
                  </a:lnTo>
                  <a:lnTo>
                    <a:pt x="4220568" y="1013648"/>
                  </a:lnTo>
                  <a:lnTo>
                    <a:pt x="4220662" y="1013648"/>
                  </a:lnTo>
                  <a:lnTo>
                    <a:pt x="4220756" y="1013648"/>
                  </a:lnTo>
                  <a:lnTo>
                    <a:pt x="4220850" y="1013648"/>
                  </a:lnTo>
                  <a:lnTo>
                    <a:pt x="4220944" y="1013648"/>
                  </a:lnTo>
                  <a:lnTo>
                    <a:pt x="4221038" y="1013648"/>
                  </a:lnTo>
                  <a:lnTo>
                    <a:pt x="4221133" y="1013648"/>
                  </a:lnTo>
                  <a:lnTo>
                    <a:pt x="4221227" y="1013648"/>
                  </a:lnTo>
                  <a:lnTo>
                    <a:pt x="4221321" y="1013648"/>
                  </a:lnTo>
                  <a:lnTo>
                    <a:pt x="4221415" y="1013648"/>
                  </a:lnTo>
                  <a:lnTo>
                    <a:pt x="4221509" y="1013648"/>
                  </a:lnTo>
                  <a:lnTo>
                    <a:pt x="4221603" y="1013648"/>
                  </a:lnTo>
                  <a:lnTo>
                    <a:pt x="4221697" y="1013648"/>
                  </a:lnTo>
                  <a:lnTo>
                    <a:pt x="4221791" y="1013648"/>
                  </a:lnTo>
                  <a:lnTo>
                    <a:pt x="4221885" y="1013648"/>
                  </a:lnTo>
                  <a:lnTo>
                    <a:pt x="4221979" y="1013648"/>
                  </a:lnTo>
                  <a:lnTo>
                    <a:pt x="4222073" y="1013648"/>
                  </a:lnTo>
                  <a:lnTo>
                    <a:pt x="4222167" y="1013648"/>
                  </a:lnTo>
                  <a:lnTo>
                    <a:pt x="4222261" y="1013648"/>
                  </a:lnTo>
                  <a:lnTo>
                    <a:pt x="4222355" y="1013648"/>
                  </a:lnTo>
                  <a:lnTo>
                    <a:pt x="4222449" y="1013648"/>
                  </a:lnTo>
                  <a:lnTo>
                    <a:pt x="4222543" y="1013648"/>
                  </a:lnTo>
                  <a:lnTo>
                    <a:pt x="4222637" y="1013648"/>
                  </a:lnTo>
                  <a:lnTo>
                    <a:pt x="4222731" y="1013648"/>
                  </a:lnTo>
                  <a:lnTo>
                    <a:pt x="4222825" y="1013648"/>
                  </a:lnTo>
                  <a:lnTo>
                    <a:pt x="4222919" y="1013648"/>
                  </a:lnTo>
                  <a:lnTo>
                    <a:pt x="4223013" y="1013648"/>
                  </a:lnTo>
                  <a:lnTo>
                    <a:pt x="4223107" y="1013648"/>
                  </a:lnTo>
                  <a:lnTo>
                    <a:pt x="4223201" y="1013648"/>
                  </a:lnTo>
                  <a:lnTo>
                    <a:pt x="4223295" y="1013648"/>
                  </a:lnTo>
                  <a:lnTo>
                    <a:pt x="4223389" y="1013648"/>
                  </a:lnTo>
                  <a:lnTo>
                    <a:pt x="4223483" y="1013648"/>
                  </a:lnTo>
                  <a:lnTo>
                    <a:pt x="4223577" y="1013648"/>
                  </a:lnTo>
                  <a:lnTo>
                    <a:pt x="4223671" y="1013648"/>
                  </a:lnTo>
                  <a:lnTo>
                    <a:pt x="4223765" y="1013648"/>
                  </a:lnTo>
                  <a:lnTo>
                    <a:pt x="4223859" y="1013648"/>
                  </a:lnTo>
                  <a:lnTo>
                    <a:pt x="4223953" y="1013648"/>
                  </a:lnTo>
                  <a:lnTo>
                    <a:pt x="4224047" y="1013648"/>
                  </a:lnTo>
                  <a:lnTo>
                    <a:pt x="4224141" y="1013648"/>
                  </a:lnTo>
                  <a:lnTo>
                    <a:pt x="4224235" y="1013648"/>
                  </a:lnTo>
                  <a:lnTo>
                    <a:pt x="4224329" y="1013648"/>
                  </a:lnTo>
                  <a:lnTo>
                    <a:pt x="4224423" y="1013648"/>
                  </a:lnTo>
                  <a:lnTo>
                    <a:pt x="4224517" y="1013648"/>
                  </a:lnTo>
                  <a:lnTo>
                    <a:pt x="4224611" y="1013648"/>
                  </a:lnTo>
                  <a:lnTo>
                    <a:pt x="4224706" y="1013648"/>
                  </a:lnTo>
                  <a:lnTo>
                    <a:pt x="4224706" y="1008369"/>
                  </a:lnTo>
                  <a:lnTo>
                    <a:pt x="4224800" y="1008369"/>
                  </a:lnTo>
                  <a:lnTo>
                    <a:pt x="4224894" y="1008369"/>
                  </a:lnTo>
                  <a:lnTo>
                    <a:pt x="4224988" y="1008369"/>
                  </a:lnTo>
                  <a:lnTo>
                    <a:pt x="4225082" y="1008369"/>
                  </a:lnTo>
                  <a:lnTo>
                    <a:pt x="4225176" y="1008369"/>
                  </a:lnTo>
                  <a:lnTo>
                    <a:pt x="4225270" y="1008369"/>
                  </a:lnTo>
                  <a:lnTo>
                    <a:pt x="4225364" y="1008369"/>
                  </a:lnTo>
                  <a:lnTo>
                    <a:pt x="4225458" y="1008369"/>
                  </a:lnTo>
                  <a:lnTo>
                    <a:pt x="4225552" y="1008369"/>
                  </a:lnTo>
                  <a:lnTo>
                    <a:pt x="4225646" y="1008369"/>
                  </a:lnTo>
                  <a:lnTo>
                    <a:pt x="4225740" y="1008369"/>
                  </a:lnTo>
                  <a:lnTo>
                    <a:pt x="4225834" y="1008369"/>
                  </a:lnTo>
                  <a:lnTo>
                    <a:pt x="4225928" y="1008369"/>
                  </a:lnTo>
                  <a:lnTo>
                    <a:pt x="4226022" y="1008369"/>
                  </a:lnTo>
                  <a:lnTo>
                    <a:pt x="4226116" y="1008369"/>
                  </a:lnTo>
                  <a:lnTo>
                    <a:pt x="4226210" y="1008369"/>
                  </a:lnTo>
                  <a:lnTo>
                    <a:pt x="4226304" y="1008369"/>
                  </a:lnTo>
                  <a:lnTo>
                    <a:pt x="4226398" y="1008369"/>
                  </a:lnTo>
                  <a:lnTo>
                    <a:pt x="4226492" y="1008369"/>
                  </a:lnTo>
                  <a:lnTo>
                    <a:pt x="4226586" y="1008369"/>
                  </a:lnTo>
                  <a:lnTo>
                    <a:pt x="4226680" y="1008369"/>
                  </a:lnTo>
                  <a:lnTo>
                    <a:pt x="4226774" y="1008369"/>
                  </a:lnTo>
                  <a:lnTo>
                    <a:pt x="4226868" y="1008369"/>
                  </a:lnTo>
                  <a:lnTo>
                    <a:pt x="4226962" y="1008369"/>
                  </a:lnTo>
                  <a:lnTo>
                    <a:pt x="4227056" y="1008369"/>
                  </a:lnTo>
                  <a:lnTo>
                    <a:pt x="4227150" y="1008369"/>
                  </a:lnTo>
                  <a:lnTo>
                    <a:pt x="4227244" y="1008369"/>
                  </a:lnTo>
                  <a:lnTo>
                    <a:pt x="4227338" y="1008369"/>
                  </a:lnTo>
                  <a:lnTo>
                    <a:pt x="4227432" y="1008369"/>
                  </a:lnTo>
                  <a:lnTo>
                    <a:pt x="4227526" y="1008369"/>
                  </a:lnTo>
                  <a:lnTo>
                    <a:pt x="4227620" y="1008369"/>
                  </a:lnTo>
                  <a:lnTo>
                    <a:pt x="4227714" y="1008369"/>
                  </a:lnTo>
                  <a:lnTo>
                    <a:pt x="4227808" y="1008369"/>
                  </a:lnTo>
                  <a:lnTo>
                    <a:pt x="4227902" y="1008369"/>
                  </a:lnTo>
                  <a:lnTo>
                    <a:pt x="4227996" y="1008369"/>
                  </a:lnTo>
                  <a:lnTo>
                    <a:pt x="4228090" y="1008369"/>
                  </a:lnTo>
                  <a:lnTo>
                    <a:pt x="4228184" y="1008369"/>
                  </a:lnTo>
                  <a:lnTo>
                    <a:pt x="4228279" y="1008369"/>
                  </a:lnTo>
                  <a:lnTo>
                    <a:pt x="4228373" y="1008369"/>
                  </a:lnTo>
                  <a:lnTo>
                    <a:pt x="4228467" y="1008369"/>
                  </a:lnTo>
                  <a:lnTo>
                    <a:pt x="4228561" y="1008369"/>
                  </a:lnTo>
                  <a:lnTo>
                    <a:pt x="4228655" y="1008369"/>
                  </a:lnTo>
                  <a:lnTo>
                    <a:pt x="4228749" y="1008369"/>
                  </a:lnTo>
                  <a:lnTo>
                    <a:pt x="4228843" y="1008369"/>
                  </a:lnTo>
                  <a:lnTo>
                    <a:pt x="4228937" y="1008369"/>
                  </a:lnTo>
                  <a:lnTo>
                    <a:pt x="4229031" y="1008369"/>
                  </a:lnTo>
                  <a:lnTo>
                    <a:pt x="4229125" y="1008369"/>
                  </a:lnTo>
                  <a:lnTo>
                    <a:pt x="4229219" y="1008369"/>
                  </a:lnTo>
                  <a:lnTo>
                    <a:pt x="4229313" y="1008369"/>
                  </a:lnTo>
                  <a:lnTo>
                    <a:pt x="4229407" y="1008369"/>
                  </a:lnTo>
                  <a:lnTo>
                    <a:pt x="4229501" y="1008369"/>
                  </a:lnTo>
                  <a:lnTo>
                    <a:pt x="4229595" y="1008369"/>
                  </a:lnTo>
                  <a:lnTo>
                    <a:pt x="4229689" y="1008369"/>
                  </a:lnTo>
                  <a:lnTo>
                    <a:pt x="4229783" y="1008369"/>
                  </a:lnTo>
                  <a:lnTo>
                    <a:pt x="4229877" y="1008369"/>
                  </a:lnTo>
                  <a:lnTo>
                    <a:pt x="4229971" y="1008369"/>
                  </a:lnTo>
                  <a:lnTo>
                    <a:pt x="4230065" y="1008369"/>
                  </a:lnTo>
                  <a:lnTo>
                    <a:pt x="4230159" y="1008369"/>
                  </a:lnTo>
                  <a:lnTo>
                    <a:pt x="4230253" y="1008369"/>
                  </a:lnTo>
                  <a:lnTo>
                    <a:pt x="4230347" y="1008369"/>
                  </a:lnTo>
                  <a:lnTo>
                    <a:pt x="4230347" y="1003090"/>
                  </a:lnTo>
                  <a:lnTo>
                    <a:pt x="4230441" y="1003090"/>
                  </a:lnTo>
                  <a:lnTo>
                    <a:pt x="4230535" y="1003090"/>
                  </a:lnTo>
                  <a:lnTo>
                    <a:pt x="4230629" y="1003090"/>
                  </a:lnTo>
                  <a:lnTo>
                    <a:pt x="4230723" y="1003090"/>
                  </a:lnTo>
                  <a:lnTo>
                    <a:pt x="4230817" y="1003090"/>
                  </a:lnTo>
                  <a:lnTo>
                    <a:pt x="4230911" y="1003090"/>
                  </a:lnTo>
                  <a:lnTo>
                    <a:pt x="4231005" y="1003090"/>
                  </a:lnTo>
                  <a:lnTo>
                    <a:pt x="4231099" y="1003090"/>
                  </a:lnTo>
                  <a:lnTo>
                    <a:pt x="4231193" y="1003090"/>
                  </a:lnTo>
                  <a:lnTo>
                    <a:pt x="4231287" y="1003090"/>
                  </a:lnTo>
                  <a:lnTo>
                    <a:pt x="4231381" y="1003090"/>
                  </a:lnTo>
                  <a:lnTo>
                    <a:pt x="4231475" y="1003090"/>
                  </a:lnTo>
                  <a:lnTo>
                    <a:pt x="4231569" y="1003090"/>
                  </a:lnTo>
                  <a:lnTo>
                    <a:pt x="4231663" y="1003090"/>
                  </a:lnTo>
                  <a:lnTo>
                    <a:pt x="4231758" y="1003090"/>
                  </a:lnTo>
                  <a:lnTo>
                    <a:pt x="4231852" y="1003090"/>
                  </a:lnTo>
                  <a:lnTo>
                    <a:pt x="4231946" y="1003090"/>
                  </a:lnTo>
                  <a:lnTo>
                    <a:pt x="4232040" y="1003090"/>
                  </a:lnTo>
                  <a:lnTo>
                    <a:pt x="4232134" y="1003090"/>
                  </a:lnTo>
                  <a:lnTo>
                    <a:pt x="4232228" y="1003090"/>
                  </a:lnTo>
                  <a:lnTo>
                    <a:pt x="4232322" y="1003090"/>
                  </a:lnTo>
                  <a:lnTo>
                    <a:pt x="4232416" y="1003090"/>
                  </a:lnTo>
                  <a:lnTo>
                    <a:pt x="4232510" y="1003090"/>
                  </a:lnTo>
                  <a:lnTo>
                    <a:pt x="4232604" y="1003090"/>
                  </a:lnTo>
                  <a:lnTo>
                    <a:pt x="4232698" y="1003090"/>
                  </a:lnTo>
                  <a:lnTo>
                    <a:pt x="4232792" y="1003090"/>
                  </a:lnTo>
                  <a:lnTo>
                    <a:pt x="4232886" y="1003090"/>
                  </a:lnTo>
                  <a:lnTo>
                    <a:pt x="4232980" y="1003090"/>
                  </a:lnTo>
                  <a:lnTo>
                    <a:pt x="4233074" y="1003090"/>
                  </a:lnTo>
                  <a:lnTo>
                    <a:pt x="4233074" y="997810"/>
                  </a:lnTo>
                  <a:lnTo>
                    <a:pt x="4233168" y="997810"/>
                  </a:lnTo>
                  <a:lnTo>
                    <a:pt x="4233262" y="997810"/>
                  </a:lnTo>
                  <a:lnTo>
                    <a:pt x="4233356" y="997810"/>
                  </a:lnTo>
                  <a:lnTo>
                    <a:pt x="4233450" y="997810"/>
                  </a:lnTo>
                  <a:lnTo>
                    <a:pt x="4233544" y="997810"/>
                  </a:lnTo>
                  <a:lnTo>
                    <a:pt x="4233638" y="997810"/>
                  </a:lnTo>
                  <a:lnTo>
                    <a:pt x="4233732" y="997810"/>
                  </a:lnTo>
                  <a:lnTo>
                    <a:pt x="4233826" y="997810"/>
                  </a:lnTo>
                  <a:lnTo>
                    <a:pt x="4233920" y="997810"/>
                  </a:lnTo>
                  <a:lnTo>
                    <a:pt x="4234014" y="997810"/>
                  </a:lnTo>
                  <a:lnTo>
                    <a:pt x="4234108" y="997810"/>
                  </a:lnTo>
                  <a:lnTo>
                    <a:pt x="4234202" y="997810"/>
                  </a:lnTo>
                  <a:lnTo>
                    <a:pt x="4234296" y="997810"/>
                  </a:lnTo>
                  <a:lnTo>
                    <a:pt x="4234390" y="997810"/>
                  </a:lnTo>
                  <a:lnTo>
                    <a:pt x="4234484" y="997810"/>
                  </a:lnTo>
                  <a:lnTo>
                    <a:pt x="4234578" y="997810"/>
                  </a:lnTo>
                  <a:lnTo>
                    <a:pt x="4234672" y="997810"/>
                  </a:lnTo>
                  <a:lnTo>
                    <a:pt x="4234766" y="997810"/>
                  </a:lnTo>
                  <a:lnTo>
                    <a:pt x="4234860" y="997810"/>
                  </a:lnTo>
                  <a:lnTo>
                    <a:pt x="4234954" y="997810"/>
                  </a:lnTo>
                  <a:lnTo>
                    <a:pt x="4235048" y="997810"/>
                  </a:lnTo>
                  <a:lnTo>
                    <a:pt x="4235142" y="997810"/>
                  </a:lnTo>
                  <a:lnTo>
                    <a:pt x="4235236" y="997810"/>
                  </a:lnTo>
                  <a:lnTo>
                    <a:pt x="4235331" y="997810"/>
                  </a:lnTo>
                  <a:lnTo>
                    <a:pt x="4235425" y="997810"/>
                  </a:lnTo>
                  <a:lnTo>
                    <a:pt x="4235519" y="997810"/>
                  </a:lnTo>
                  <a:lnTo>
                    <a:pt x="4235613" y="997810"/>
                  </a:lnTo>
                  <a:lnTo>
                    <a:pt x="4235707" y="997810"/>
                  </a:lnTo>
                  <a:lnTo>
                    <a:pt x="4235801" y="997810"/>
                  </a:lnTo>
                  <a:lnTo>
                    <a:pt x="4235895" y="997810"/>
                  </a:lnTo>
                  <a:lnTo>
                    <a:pt x="4235989" y="997810"/>
                  </a:lnTo>
                  <a:lnTo>
                    <a:pt x="4236083" y="997810"/>
                  </a:lnTo>
                  <a:lnTo>
                    <a:pt x="4236177" y="997810"/>
                  </a:lnTo>
                  <a:lnTo>
                    <a:pt x="4236271" y="997810"/>
                  </a:lnTo>
                  <a:lnTo>
                    <a:pt x="4236365" y="997810"/>
                  </a:lnTo>
                  <a:lnTo>
                    <a:pt x="4236459" y="997810"/>
                  </a:lnTo>
                  <a:lnTo>
                    <a:pt x="4236553" y="997810"/>
                  </a:lnTo>
                  <a:lnTo>
                    <a:pt x="4236647" y="997810"/>
                  </a:lnTo>
                  <a:lnTo>
                    <a:pt x="4236741" y="997810"/>
                  </a:lnTo>
                  <a:lnTo>
                    <a:pt x="4236835" y="997810"/>
                  </a:lnTo>
                  <a:lnTo>
                    <a:pt x="4236929" y="997810"/>
                  </a:lnTo>
                  <a:lnTo>
                    <a:pt x="4237023" y="997810"/>
                  </a:lnTo>
                  <a:lnTo>
                    <a:pt x="4237117" y="997810"/>
                  </a:lnTo>
                  <a:lnTo>
                    <a:pt x="4237211" y="997810"/>
                  </a:lnTo>
                  <a:lnTo>
                    <a:pt x="4237305" y="997810"/>
                  </a:lnTo>
                  <a:lnTo>
                    <a:pt x="4237399" y="997810"/>
                  </a:lnTo>
                  <a:lnTo>
                    <a:pt x="4237493" y="997810"/>
                  </a:lnTo>
                  <a:lnTo>
                    <a:pt x="4237587" y="997810"/>
                  </a:lnTo>
                  <a:lnTo>
                    <a:pt x="4237681" y="997810"/>
                  </a:lnTo>
                  <a:lnTo>
                    <a:pt x="4237775" y="997810"/>
                  </a:lnTo>
                  <a:lnTo>
                    <a:pt x="4237869" y="997810"/>
                  </a:lnTo>
                  <a:lnTo>
                    <a:pt x="4237963" y="997810"/>
                  </a:lnTo>
                  <a:lnTo>
                    <a:pt x="4238057" y="997810"/>
                  </a:lnTo>
                  <a:lnTo>
                    <a:pt x="4238151" y="997810"/>
                  </a:lnTo>
                  <a:lnTo>
                    <a:pt x="4238245" y="997810"/>
                  </a:lnTo>
                  <a:lnTo>
                    <a:pt x="4238339" y="997810"/>
                  </a:lnTo>
                  <a:lnTo>
                    <a:pt x="4238433" y="997810"/>
                  </a:lnTo>
                  <a:lnTo>
                    <a:pt x="4238527" y="997810"/>
                  </a:lnTo>
                  <a:lnTo>
                    <a:pt x="4238621" y="997810"/>
                  </a:lnTo>
                  <a:lnTo>
                    <a:pt x="4238715" y="997810"/>
                  </a:lnTo>
                  <a:lnTo>
                    <a:pt x="4238809" y="997810"/>
                  </a:lnTo>
                  <a:lnTo>
                    <a:pt x="4238904" y="997810"/>
                  </a:lnTo>
                  <a:lnTo>
                    <a:pt x="4238998" y="997810"/>
                  </a:lnTo>
                  <a:lnTo>
                    <a:pt x="4239092" y="997810"/>
                  </a:lnTo>
                  <a:lnTo>
                    <a:pt x="4239186" y="997810"/>
                  </a:lnTo>
                  <a:lnTo>
                    <a:pt x="4239280" y="997810"/>
                  </a:lnTo>
                  <a:lnTo>
                    <a:pt x="4239374" y="997810"/>
                  </a:lnTo>
                  <a:lnTo>
                    <a:pt x="4239468" y="997810"/>
                  </a:lnTo>
                  <a:lnTo>
                    <a:pt x="4239562" y="997810"/>
                  </a:lnTo>
                  <a:lnTo>
                    <a:pt x="4239656" y="997810"/>
                  </a:lnTo>
                  <a:lnTo>
                    <a:pt x="4239750" y="997810"/>
                  </a:lnTo>
                  <a:lnTo>
                    <a:pt x="4239844" y="997810"/>
                  </a:lnTo>
                  <a:lnTo>
                    <a:pt x="4239938" y="997810"/>
                  </a:lnTo>
                  <a:lnTo>
                    <a:pt x="4240032" y="997810"/>
                  </a:lnTo>
                  <a:lnTo>
                    <a:pt x="4240126" y="997810"/>
                  </a:lnTo>
                  <a:lnTo>
                    <a:pt x="4240220" y="997810"/>
                  </a:lnTo>
                  <a:lnTo>
                    <a:pt x="4240314" y="997810"/>
                  </a:lnTo>
                  <a:lnTo>
                    <a:pt x="4240408" y="997810"/>
                  </a:lnTo>
                  <a:lnTo>
                    <a:pt x="4240502" y="997810"/>
                  </a:lnTo>
                  <a:lnTo>
                    <a:pt x="4240596" y="997810"/>
                  </a:lnTo>
                  <a:lnTo>
                    <a:pt x="4240690" y="997810"/>
                  </a:lnTo>
                  <a:lnTo>
                    <a:pt x="4240784" y="997810"/>
                  </a:lnTo>
                  <a:lnTo>
                    <a:pt x="4240878" y="997810"/>
                  </a:lnTo>
                  <a:lnTo>
                    <a:pt x="4240972" y="997810"/>
                  </a:lnTo>
                  <a:lnTo>
                    <a:pt x="4241066" y="997810"/>
                  </a:lnTo>
                  <a:lnTo>
                    <a:pt x="4241160" y="997810"/>
                  </a:lnTo>
                  <a:lnTo>
                    <a:pt x="4241254" y="997810"/>
                  </a:lnTo>
                  <a:lnTo>
                    <a:pt x="4241348" y="997810"/>
                  </a:lnTo>
                  <a:lnTo>
                    <a:pt x="4241442" y="997810"/>
                  </a:lnTo>
                  <a:lnTo>
                    <a:pt x="4241536" y="997810"/>
                  </a:lnTo>
                  <a:lnTo>
                    <a:pt x="4241630" y="997810"/>
                  </a:lnTo>
                  <a:lnTo>
                    <a:pt x="4241724" y="997810"/>
                  </a:lnTo>
                  <a:lnTo>
                    <a:pt x="4241818" y="997810"/>
                  </a:lnTo>
                  <a:lnTo>
                    <a:pt x="4241912" y="997810"/>
                  </a:lnTo>
                  <a:lnTo>
                    <a:pt x="4242006" y="997810"/>
                  </a:lnTo>
                  <a:lnTo>
                    <a:pt x="4242100" y="997810"/>
                  </a:lnTo>
                  <a:lnTo>
                    <a:pt x="4242194" y="997810"/>
                  </a:lnTo>
                  <a:lnTo>
                    <a:pt x="4242288" y="997810"/>
                  </a:lnTo>
                  <a:lnTo>
                    <a:pt x="4242383" y="997810"/>
                  </a:lnTo>
                  <a:lnTo>
                    <a:pt x="4242477" y="997810"/>
                  </a:lnTo>
                  <a:lnTo>
                    <a:pt x="4242571" y="997810"/>
                  </a:lnTo>
                  <a:lnTo>
                    <a:pt x="4242665" y="997810"/>
                  </a:lnTo>
                  <a:lnTo>
                    <a:pt x="4242759" y="997810"/>
                  </a:lnTo>
                  <a:lnTo>
                    <a:pt x="4242853" y="997810"/>
                  </a:lnTo>
                  <a:lnTo>
                    <a:pt x="4242947" y="997810"/>
                  </a:lnTo>
                  <a:lnTo>
                    <a:pt x="4243041" y="997810"/>
                  </a:lnTo>
                  <a:lnTo>
                    <a:pt x="4243135" y="997810"/>
                  </a:lnTo>
                  <a:lnTo>
                    <a:pt x="4243229" y="997810"/>
                  </a:lnTo>
                  <a:lnTo>
                    <a:pt x="4243323" y="997810"/>
                  </a:lnTo>
                  <a:lnTo>
                    <a:pt x="4243417" y="997810"/>
                  </a:lnTo>
                  <a:lnTo>
                    <a:pt x="4243511" y="997810"/>
                  </a:lnTo>
                  <a:lnTo>
                    <a:pt x="4243605" y="997810"/>
                  </a:lnTo>
                  <a:lnTo>
                    <a:pt x="4243699" y="997810"/>
                  </a:lnTo>
                  <a:lnTo>
                    <a:pt x="4243793" y="997810"/>
                  </a:lnTo>
                  <a:lnTo>
                    <a:pt x="4243887" y="997810"/>
                  </a:lnTo>
                  <a:lnTo>
                    <a:pt x="4243981" y="997810"/>
                  </a:lnTo>
                  <a:lnTo>
                    <a:pt x="4244075" y="997810"/>
                  </a:lnTo>
                  <a:lnTo>
                    <a:pt x="4244169" y="997810"/>
                  </a:lnTo>
                  <a:lnTo>
                    <a:pt x="4244263" y="997810"/>
                  </a:lnTo>
                  <a:lnTo>
                    <a:pt x="4244357" y="997810"/>
                  </a:lnTo>
                  <a:lnTo>
                    <a:pt x="4244451" y="997810"/>
                  </a:lnTo>
                  <a:lnTo>
                    <a:pt x="4244545" y="997810"/>
                  </a:lnTo>
                  <a:lnTo>
                    <a:pt x="4244639" y="997810"/>
                  </a:lnTo>
                  <a:lnTo>
                    <a:pt x="4244733" y="997810"/>
                  </a:lnTo>
                  <a:lnTo>
                    <a:pt x="4244827" y="997810"/>
                  </a:lnTo>
                  <a:lnTo>
                    <a:pt x="4244921" y="997810"/>
                  </a:lnTo>
                  <a:lnTo>
                    <a:pt x="4245015" y="997810"/>
                  </a:lnTo>
                  <a:lnTo>
                    <a:pt x="4245109" y="997810"/>
                  </a:lnTo>
                  <a:lnTo>
                    <a:pt x="4245203" y="997810"/>
                  </a:lnTo>
                  <a:lnTo>
                    <a:pt x="4245297" y="997810"/>
                  </a:lnTo>
                  <a:lnTo>
                    <a:pt x="4245391" y="997810"/>
                  </a:lnTo>
                  <a:lnTo>
                    <a:pt x="4245485" y="997810"/>
                  </a:lnTo>
                  <a:lnTo>
                    <a:pt x="4245579" y="997810"/>
                  </a:lnTo>
                  <a:lnTo>
                    <a:pt x="4245673" y="997810"/>
                  </a:lnTo>
                  <a:lnTo>
                    <a:pt x="4245767" y="997810"/>
                  </a:lnTo>
                  <a:lnTo>
                    <a:pt x="4245861" y="997810"/>
                  </a:lnTo>
                  <a:lnTo>
                    <a:pt x="4245956" y="997810"/>
                  </a:lnTo>
                  <a:lnTo>
                    <a:pt x="4246050" y="997810"/>
                  </a:lnTo>
                  <a:lnTo>
                    <a:pt x="4246144" y="997810"/>
                  </a:lnTo>
                  <a:lnTo>
                    <a:pt x="4246238" y="997810"/>
                  </a:lnTo>
                  <a:lnTo>
                    <a:pt x="4246332" y="997810"/>
                  </a:lnTo>
                  <a:lnTo>
                    <a:pt x="4246426" y="997810"/>
                  </a:lnTo>
                  <a:lnTo>
                    <a:pt x="4246520" y="997810"/>
                  </a:lnTo>
                  <a:lnTo>
                    <a:pt x="4246614" y="997810"/>
                  </a:lnTo>
                  <a:lnTo>
                    <a:pt x="4246708" y="997810"/>
                  </a:lnTo>
                  <a:lnTo>
                    <a:pt x="4246802" y="997810"/>
                  </a:lnTo>
                  <a:lnTo>
                    <a:pt x="4246896" y="997810"/>
                  </a:lnTo>
                  <a:lnTo>
                    <a:pt x="4246990" y="997810"/>
                  </a:lnTo>
                  <a:lnTo>
                    <a:pt x="4247084" y="997810"/>
                  </a:lnTo>
                  <a:lnTo>
                    <a:pt x="4247178" y="997810"/>
                  </a:lnTo>
                  <a:lnTo>
                    <a:pt x="4247272" y="997810"/>
                  </a:lnTo>
                  <a:lnTo>
                    <a:pt x="4247366" y="997810"/>
                  </a:lnTo>
                  <a:lnTo>
                    <a:pt x="4247460" y="997810"/>
                  </a:lnTo>
                  <a:lnTo>
                    <a:pt x="4247554" y="997810"/>
                  </a:lnTo>
                  <a:lnTo>
                    <a:pt x="4247648" y="997810"/>
                  </a:lnTo>
                  <a:lnTo>
                    <a:pt x="4247742" y="997810"/>
                  </a:lnTo>
                  <a:lnTo>
                    <a:pt x="4247836" y="997810"/>
                  </a:lnTo>
                  <a:lnTo>
                    <a:pt x="4247930" y="997810"/>
                  </a:lnTo>
                  <a:lnTo>
                    <a:pt x="4248024" y="997810"/>
                  </a:lnTo>
                  <a:lnTo>
                    <a:pt x="4248118" y="997810"/>
                  </a:lnTo>
                  <a:lnTo>
                    <a:pt x="4248212" y="997810"/>
                  </a:lnTo>
                  <a:lnTo>
                    <a:pt x="4248306" y="997810"/>
                  </a:lnTo>
                  <a:lnTo>
                    <a:pt x="4248400" y="997810"/>
                  </a:lnTo>
                  <a:lnTo>
                    <a:pt x="4248494" y="997810"/>
                  </a:lnTo>
                  <a:lnTo>
                    <a:pt x="4248588" y="997810"/>
                  </a:lnTo>
                  <a:lnTo>
                    <a:pt x="4248682" y="997810"/>
                  </a:lnTo>
                  <a:lnTo>
                    <a:pt x="4248776" y="997810"/>
                  </a:lnTo>
                  <a:lnTo>
                    <a:pt x="4248870" y="997810"/>
                  </a:lnTo>
                  <a:lnTo>
                    <a:pt x="4248964" y="997810"/>
                  </a:lnTo>
                  <a:lnTo>
                    <a:pt x="4249058" y="997810"/>
                  </a:lnTo>
                  <a:lnTo>
                    <a:pt x="4249152" y="997810"/>
                  </a:lnTo>
                  <a:lnTo>
                    <a:pt x="4249246" y="997810"/>
                  </a:lnTo>
                  <a:lnTo>
                    <a:pt x="4249340" y="997810"/>
                  </a:lnTo>
                  <a:lnTo>
                    <a:pt x="4249434" y="997810"/>
                  </a:lnTo>
                  <a:lnTo>
                    <a:pt x="4249529" y="997810"/>
                  </a:lnTo>
                  <a:lnTo>
                    <a:pt x="4249623" y="997810"/>
                  </a:lnTo>
                  <a:lnTo>
                    <a:pt x="4249717" y="997810"/>
                  </a:lnTo>
                  <a:lnTo>
                    <a:pt x="4249811" y="997810"/>
                  </a:lnTo>
                  <a:lnTo>
                    <a:pt x="4249905" y="997810"/>
                  </a:lnTo>
                  <a:lnTo>
                    <a:pt x="4249999" y="997810"/>
                  </a:lnTo>
                  <a:lnTo>
                    <a:pt x="4250093" y="997810"/>
                  </a:lnTo>
                  <a:lnTo>
                    <a:pt x="4250187" y="997810"/>
                  </a:lnTo>
                  <a:lnTo>
                    <a:pt x="4250281" y="997810"/>
                  </a:lnTo>
                  <a:lnTo>
                    <a:pt x="4250375" y="997810"/>
                  </a:lnTo>
                  <a:lnTo>
                    <a:pt x="4250469" y="997810"/>
                  </a:lnTo>
                  <a:lnTo>
                    <a:pt x="4250563" y="997810"/>
                  </a:lnTo>
                  <a:lnTo>
                    <a:pt x="4250657" y="997810"/>
                  </a:lnTo>
                  <a:lnTo>
                    <a:pt x="4250751" y="997810"/>
                  </a:lnTo>
                  <a:lnTo>
                    <a:pt x="4250845" y="997810"/>
                  </a:lnTo>
                  <a:lnTo>
                    <a:pt x="4250939" y="997810"/>
                  </a:lnTo>
                  <a:lnTo>
                    <a:pt x="4251033" y="997810"/>
                  </a:lnTo>
                  <a:lnTo>
                    <a:pt x="4251033" y="992531"/>
                  </a:lnTo>
                  <a:lnTo>
                    <a:pt x="4251127" y="992531"/>
                  </a:lnTo>
                  <a:lnTo>
                    <a:pt x="4251221" y="992531"/>
                  </a:lnTo>
                  <a:lnTo>
                    <a:pt x="4251315" y="992531"/>
                  </a:lnTo>
                  <a:lnTo>
                    <a:pt x="4251409" y="992531"/>
                  </a:lnTo>
                  <a:lnTo>
                    <a:pt x="4251503" y="992531"/>
                  </a:lnTo>
                  <a:lnTo>
                    <a:pt x="4251597" y="992531"/>
                  </a:lnTo>
                  <a:lnTo>
                    <a:pt x="4251691" y="992531"/>
                  </a:lnTo>
                  <a:lnTo>
                    <a:pt x="4251785" y="992531"/>
                  </a:lnTo>
                  <a:lnTo>
                    <a:pt x="4251879" y="992531"/>
                  </a:lnTo>
                  <a:lnTo>
                    <a:pt x="4251973" y="992531"/>
                  </a:lnTo>
                  <a:lnTo>
                    <a:pt x="4252067" y="992531"/>
                  </a:lnTo>
                  <a:lnTo>
                    <a:pt x="4252161" y="992531"/>
                  </a:lnTo>
                  <a:lnTo>
                    <a:pt x="4252255" y="992531"/>
                  </a:lnTo>
                  <a:lnTo>
                    <a:pt x="4252349" y="992531"/>
                  </a:lnTo>
                  <a:lnTo>
                    <a:pt x="4252443" y="992531"/>
                  </a:lnTo>
                  <a:lnTo>
                    <a:pt x="4252537" y="992531"/>
                  </a:lnTo>
                  <a:lnTo>
                    <a:pt x="4252631" y="992531"/>
                  </a:lnTo>
                  <a:lnTo>
                    <a:pt x="4252725" y="992531"/>
                  </a:lnTo>
                  <a:lnTo>
                    <a:pt x="4252819" y="992531"/>
                  </a:lnTo>
                  <a:lnTo>
                    <a:pt x="4252913" y="992531"/>
                  </a:lnTo>
                  <a:lnTo>
                    <a:pt x="4253008" y="992531"/>
                  </a:lnTo>
                  <a:lnTo>
                    <a:pt x="4253102" y="992531"/>
                  </a:lnTo>
                  <a:lnTo>
                    <a:pt x="4253196" y="992531"/>
                  </a:lnTo>
                  <a:lnTo>
                    <a:pt x="4253290" y="992531"/>
                  </a:lnTo>
                  <a:lnTo>
                    <a:pt x="4253384" y="992531"/>
                  </a:lnTo>
                  <a:lnTo>
                    <a:pt x="4253478" y="992531"/>
                  </a:lnTo>
                  <a:lnTo>
                    <a:pt x="4253572" y="992531"/>
                  </a:lnTo>
                  <a:lnTo>
                    <a:pt x="4253666" y="992531"/>
                  </a:lnTo>
                  <a:lnTo>
                    <a:pt x="4253760" y="992531"/>
                  </a:lnTo>
                  <a:lnTo>
                    <a:pt x="4253854" y="992531"/>
                  </a:lnTo>
                  <a:lnTo>
                    <a:pt x="4253948" y="992531"/>
                  </a:lnTo>
                  <a:lnTo>
                    <a:pt x="4254042" y="992531"/>
                  </a:lnTo>
                  <a:lnTo>
                    <a:pt x="4254136" y="992531"/>
                  </a:lnTo>
                  <a:lnTo>
                    <a:pt x="4254230" y="992531"/>
                  </a:lnTo>
                  <a:lnTo>
                    <a:pt x="4254324" y="992531"/>
                  </a:lnTo>
                  <a:lnTo>
                    <a:pt x="4254418" y="992531"/>
                  </a:lnTo>
                  <a:lnTo>
                    <a:pt x="4254512" y="992531"/>
                  </a:lnTo>
                  <a:lnTo>
                    <a:pt x="4254606" y="992531"/>
                  </a:lnTo>
                  <a:lnTo>
                    <a:pt x="4254700" y="992531"/>
                  </a:lnTo>
                  <a:lnTo>
                    <a:pt x="4254794" y="992531"/>
                  </a:lnTo>
                  <a:lnTo>
                    <a:pt x="4254888" y="992531"/>
                  </a:lnTo>
                  <a:lnTo>
                    <a:pt x="4254982" y="992531"/>
                  </a:lnTo>
                  <a:lnTo>
                    <a:pt x="4255076" y="992531"/>
                  </a:lnTo>
                  <a:lnTo>
                    <a:pt x="4255170" y="992531"/>
                  </a:lnTo>
                  <a:lnTo>
                    <a:pt x="4255264" y="992531"/>
                  </a:lnTo>
                  <a:lnTo>
                    <a:pt x="4255358" y="992531"/>
                  </a:lnTo>
                  <a:lnTo>
                    <a:pt x="4255452" y="992531"/>
                  </a:lnTo>
                  <a:lnTo>
                    <a:pt x="4255546" y="992531"/>
                  </a:lnTo>
                  <a:lnTo>
                    <a:pt x="4255640" y="992531"/>
                  </a:lnTo>
                  <a:lnTo>
                    <a:pt x="4255734" y="992531"/>
                  </a:lnTo>
                  <a:lnTo>
                    <a:pt x="4255828" y="992531"/>
                  </a:lnTo>
                  <a:lnTo>
                    <a:pt x="4255922" y="992531"/>
                  </a:lnTo>
                  <a:lnTo>
                    <a:pt x="4256016" y="992531"/>
                  </a:lnTo>
                  <a:lnTo>
                    <a:pt x="4256110" y="992531"/>
                  </a:lnTo>
                  <a:lnTo>
                    <a:pt x="4256204" y="992531"/>
                  </a:lnTo>
                  <a:lnTo>
                    <a:pt x="4256298" y="992531"/>
                  </a:lnTo>
                  <a:lnTo>
                    <a:pt x="4256392" y="992531"/>
                  </a:lnTo>
                  <a:lnTo>
                    <a:pt x="4256486" y="992531"/>
                  </a:lnTo>
                  <a:lnTo>
                    <a:pt x="4256581" y="992531"/>
                  </a:lnTo>
                  <a:lnTo>
                    <a:pt x="4256675" y="992531"/>
                  </a:lnTo>
                  <a:lnTo>
                    <a:pt x="4256769" y="992531"/>
                  </a:lnTo>
                  <a:lnTo>
                    <a:pt x="4256863" y="992531"/>
                  </a:lnTo>
                  <a:lnTo>
                    <a:pt x="4256957" y="992531"/>
                  </a:lnTo>
                  <a:lnTo>
                    <a:pt x="4257051" y="992531"/>
                  </a:lnTo>
                  <a:lnTo>
                    <a:pt x="4257145" y="992531"/>
                  </a:lnTo>
                  <a:lnTo>
                    <a:pt x="4257239" y="992531"/>
                  </a:lnTo>
                  <a:lnTo>
                    <a:pt x="4257333" y="992531"/>
                  </a:lnTo>
                  <a:lnTo>
                    <a:pt x="4257427" y="992531"/>
                  </a:lnTo>
                  <a:lnTo>
                    <a:pt x="4257521" y="992531"/>
                  </a:lnTo>
                  <a:lnTo>
                    <a:pt x="4257615" y="992531"/>
                  </a:lnTo>
                  <a:lnTo>
                    <a:pt x="4257709" y="992531"/>
                  </a:lnTo>
                  <a:lnTo>
                    <a:pt x="4257803" y="992531"/>
                  </a:lnTo>
                  <a:lnTo>
                    <a:pt x="4257897" y="992531"/>
                  </a:lnTo>
                  <a:lnTo>
                    <a:pt x="4257991" y="992531"/>
                  </a:lnTo>
                  <a:lnTo>
                    <a:pt x="4258085" y="992531"/>
                  </a:lnTo>
                  <a:lnTo>
                    <a:pt x="4258179" y="992531"/>
                  </a:lnTo>
                  <a:lnTo>
                    <a:pt x="4258273" y="992531"/>
                  </a:lnTo>
                  <a:lnTo>
                    <a:pt x="4258367" y="992531"/>
                  </a:lnTo>
                  <a:lnTo>
                    <a:pt x="4258461" y="992531"/>
                  </a:lnTo>
                  <a:lnTo>
                    <a:pt x="4258555" y="992531"/>
                  </a:lnTo>
                  <a:lnTo>
                    <a:pt x="4258649" y="992531"/>
                  </a:lnTo>
                  <a:lnTo>
                    <a:pt x="4258743" y="992531"/>
                  </a:lnTo>
                  <a:lnTo>
                    <a:pt x="4258837" y="992531"/>
                  </a:lnTo>
                  <a:lnTo>
                    <a:pt x="4258931" y="992531"/>
                  </a:lnTo>
                  <a:lnTo>
                    <a:pt x="4259025" y="992531"/>
                  </a:lnTo>
                  <a:lnTo>
                    <a:pt x="4259119" y="992531"/>
                  </a:lnTo>
                  <a:lnTo>
                    <a:pt x="4259213" y="992531"/>
                  </a:lnTo>
                  <a:lnTo>
                    <a:pt x="4259307" y="992531"/>
                  </a:lnTo>
                  <a:lnTo>
                    <a:pt x="4259401" y="992531"/>
                  </a:lnTo>
                  <a:lnTo>
                    <a:pt x="4259495" y="992531"/>
                  </a:lnTo>
                  <a:lnTo>
                    <a:pt x="4259589" y="992531"/>
                  </a:lnTo>
                  <a:lnTo>
                    <a:pt x="4259683" y="992531"/>
                  </a:lnTo>
                  <a:lnTo>
                    <a:pt x="4259777" y="992531"/>
                  </a:lnTo>
                  <a:lnTo>
                    <a:pt x="4259871" y="992531"/>
                  </a:lnTo>
                  <a:lnTo>
                    <a:pt x="4259965" y="992531"/>
                  </a:lnTo>
                  <a:lnTo>
                    <a:pt x="4260059" y="992531"/>
                  </a:lnTo>
                  <a:lnTo>
                    <a:pt x="4260154" y="992531"/>
                  </a:lnTo>
                  <a:lnTo>
                    <a:pt x="4260248" y="992531"/>
                  </a:lnTo>
                  <a:lnTo>
                    <a:pt x="4260342" y="992531"/>
                  </a:lnTo>
                  <a:lnTo>
                    <a:pt x="4260436" y="992531"/>
                  </a:lnTo>
                  <a:lnTo>
                    <a:pt x="4260530" y="992531"/>
                  </a:lnTo>
                  <a:lnTo>
                    <a:pt x="4260624" y="992531"/>
                  </a:lnTo>
                  <a:lnTo>
                    <a:pt x="4260718" y="992531"/>
                  </a:lnTo>
                  <a:lnTo>
                    <a:pt x="4260812" y="992531"/>
                  </a:lnTo>
                  <a:lnTo>
                    <a:pt x="4260906" y="992531"/>
                  </a:lnTo>
                  <a:lnTo>
                    <a:pt x="4261000" y="992531"/>
                  </a:lnTo>
                  <a:lnTo>
                    <a:pt x="4261094" y="992531"/>
                  </a:lnTo>
                  <a:lnTo>
                    <a:pt x="4261188" y="992531"/>
                  </a:lnTo>
                  <a:lnTo>
                    <a:pt x="4261282" y="992531"/>
                  </a:lnTo>
                  <a:lnTo>
                    <a:pt x="4261376" y="992531"/>
                  </a:lnTo>
                  <a:lnTo>
                    <a:pt x="4261470" y="992531"/>
                  </a:lnTo>
                  <a:lnTo>
                    <a:pt x="4261564" y="992531"/>
                  </a:lnTo>
                  <a:lnTo>
                    <a:pt x="4261658" y="992531"/>
                  </a:lnTo>
                  <a:lnTo>
                    <a:pt x="4261752" y="992531"/>
                  </a:lnTo>
                  <a:lnTo>
                    <a:pt x="4261846" y="992531"/>
                  </a:lnTo>
                  <a:lnTo>
                    <a:pt x="4261940" y="992531"/>
                  </a:lnTo>
                  <a:lnTo>
                    <a:pt x="4262034" y="992531"/>
                  </a:lnTo>
                  <a:lnTo>
                    <a:pt x="4262128" y="992531"/>
                  </a:lnTo>
                  <a:lnTo>
                    <a:pt x="4262222" y="992531"/>
                  </a:lnTo>
                  <a:lnTo>
                    <a:pt x="4262316" y="992531"/>
                  </a:lnTo>
                  <a:lnTo>
                    <a:pt x="4262410" y="992531"/>
                  </a:lnTo>
                  <a:lnTo>
                    <a:pt x="4262504" y="992531"/>
                  </a:lnTo>
                  <a:lnTo>
                    <a:pt x="4262598" y="992531"/>
                  </a:lnTo>
                  <a:lnTo>
                    <a:pt x="4262692" y="992531"/>
                  </a:lnTo>
                  <a:lnTo>
                    <a:pt x="4262786" y="992531"/>
                  </a:lnTo>
                  <a:lnTo>
                    <a:pt x="4262880" y="992531"/>
                  </a:lnTo>
                  <a:lnTo>
                    <a:pt x="4262974" y="992531"/>
                  </a:lnTo>
                  <a:lnTo>
                    <a:pt x="4263068" y="992531"/>
                  </a:lnTo>
                  <a:lnTo>
                    <a:pt x="4263162" y="992531"/>
                  </a:lnTo>
                  <a:lnTo>
                    <a:pt x="4263256" y="992531"/>
                  </a:lnTo>
                  <a:lnTo>
                    <a:pt x="4263350" y="992531"/>
                  </a:lnTo>
                  <a:lnTo>
                    <a:pt x="4263444" y="992531"/>
                  </a:lnTo>
                  <a:lnTo>
                    <a:pt x="4263538" y="992531"/>
                  </a:lnTo>
                  <a:lnTo>
                    <a:pt x="4263633" y="992531"/>
                  </a:lnTo>
                  <a:lnTo>
                    <a:pt x="4263727" y="992531"/>
                  </a:lnTo>
                  <a:lnTo>
                    <a:pt x="4263821" y="992531"/>
                  </a:lnTo>
                  <a:lnTo>
                    <a:pt x="4263915" y="992531"/>
                  </a:lnTo>
                  <a:lnTo>
                    <a:pt x="4264009" y="992531"/>
                  </a:lnTo>
                  <a:lnTo>
                    <a:pt x="4264103" y="992531"/>
                  </a:lnTo>
                  <a:lnTo>
                    <a:pt x="4264197" y="992531"/>
                  </a:lnTo>
                  <a:lnTo>
                    <a:pt x="4264291" y="992531"/>
                  </a:lnTo>
                  <a:lnTo>
                    <a:pt x="4264385" y="992531"/>
                  </a:lnTo>
                  <a:lnTo>
                    <a:pt x="4264479" y="992531"/>
                  </a:lnTo>
                  <a:lnTo>
                    <a:pt x="4264573" y="992531"/>
                  </a:lnTo>
                  <a:lnTo>
                    <a:pt x="4264667" y="992531"/>
                  </a:lnTo>
                  <a:lnTo>
                    <a:pt x="4264761" y="992531"/>
                  </a:lnTo>
                  <a:lnTo>
                    <a:pt x="4264855" y="992531"/>
                  </a:lnTo>
                  <a:lnTo>
                    <a:pt x="4264949" y="992531"/>
                  </a:lnTo>
                  <a:lnTo>
                    <a:pt x="4265043" y="992531"/>
                  </a:lnTo>
                  <a:lnTo>
                    <a:pt x="4265137" y="992531"/>
                  </a:lnTo>
                  <a:lnTo>
                    <a:pt x="4265231" y="992531"/>
                  </a:lnTo>
                  <a:lnTo>
                    <a:pt x="4265325" y="992531"/>
                  </a:lnTo>
                  <a:lnTo>
                    <a:pt x="4265419" y="992531"/>
                  </a:lnTo>
                  <a:lnTo>
                    <a:pt x="4265513" y="992531"/>
                  </a:lnTo>
                  <a:lnTo>
                    <a:pt x="4265607" y="992531"/>
                  </a:lnTo>
                  <a:lnTo>
                    <a:pt x="4265701" y="992531"/>
                  </a:lnTo>
                  <a:lnTo>
                    <a:pt x="4265795" y="992531"/>
                  </a:lnTo>
                  <a:lnTo>
                    <a:pt x="4265889" y="992531"/>
                  </a:lnTo>
                  <a:lnTo>
                    <a:pt x="4265983" y="992531"/>
                  </a:lnTo>
                  <a:lnTo>
                    <a:pt x="4266077" y="992531"/>
                  </a:lnTo>
                  <a:lnTo>
                    <a:pt x="4266171" y="992531"/>
                  </a:lnTo>
                  <a:lnTo>
                    <a:pt x="4266265" y="992531"/>
                  </a:lnTo>
                  <a:lnTo>
                    <a:pt x="4266359" y="992531"/>
                  </a:lnTo>
                  <a:lnTo>
                    <a:pt x="4266453" y="992531"/>
                  </a:lnTo>
                  <a:lnTo>
                    <a:pt x="4266547" y="992531"/>
                  </a:lnTo>
                  <a:lnTo>
                    <a:pt x="4266641" y="992531"/>
                  </a:lnTo>
                  <a:lnTo>
                    <a:pt x="4266735" y="992531"/>
                  </a:lnTo>
                  <a:lnTo>
                    <a:pt x="4266829" y="992531"/>
                  </a:lnTo>
                  <a:lnTo>
                    <a:pt x="4266923" y="992531"/>
                  </a:lnTo>
                  <a:lnTo>
                    <a:pt x="4267017" y="992531"/>
                  </a:lnTo>
                  <a:lnTo>
                    <a:pt x="4267111" y="992531"/>
                  </a:lnTo>
                  <a:lnTo>
                    <a:pt x="4267206" y="992531"/>
                  </a:lnTo>
                  <a:lnTo>
                    <a:pt x="4267300" y="992531"/>
                  </a:lnTo>
                  <a:lnTo>
                    <a:pt x="4267394" y="992531"/>
                  </a:lnTo>
                  <a:lnTo>
                    <a:pt x="4267488" y="992531"/>
                  </a:lnTo>
                  <a:lnTo>
                    <a:pt x="4267582" y="992531"/>
                  </a:lnTo>
                  <a:lnTo>
                    <a:pt x="4267676" y="992531"/>
                  </a:lnTo>
                  <a:lnTo>
                    <a:pt x="4267770" y="992531"/>
                  </a:lnTo>
                  <a:lnTo>
                    <a:pt x="4267864" y="992531"/>
                  </a:lnTo>
                  <a:lnTo>
                    <a:pt x="4267958" y="992531"/>
                  </a:lnTo>
                  <a:lnTo>
                    <a:pt x="4268052" y="992531"/>
                  </a:lnTo>
                  <a:lnTo>
                    <a:pt x="4268146" y="992531"/>
                  </a:lnTo>
                  <a:lnTo>
                    <a:pt x="4268240" y="992531"/>
                  </a:lnTo>
                  <a:lnTo>
                    <a:pt x="4268334" y="992531"/>
                  </a:lnTo>
                  <a:lnTo>
                    <a:pt x="4268428" y="992531"/>
                  </a:lnTo>
                  <a:lnTo>
                    <a:pt x="4268522" y="992531"/>
                  </a:lnTo>
                  <a:lnTo>
                    <a:pt x="4268616" y="992531"/>
                  </a:lnTo>
                  <a:lnTo>
                    <a:pt x="4268710" y="992531"/>
                  </a:lnTo>
                  <a:lnTo>
                    <a:pt x="4268804" y="992531"/>
                  </a:lnTo>
                  <a:lnTo>
                    <a:pt x="4268898" y="992531"/>
                  </a:lnTo>
                  <a:lnTo>
                    <a:pt x="4268992" y="992531"/>
                  </a:lnTo>
                  <a:lnTo>
                    <a:pt x="4269086" y="992531"/>
                  </a:lnTo>
                  <a:lnTo>
                    <a:pt x="4269180" y="992531"/>
                  </a:lnTo>
                  <a:lnTo>
                    <a:pt x="4269274" y="992531"/>
                  </a:lnTo>
                  <a:lnTo>
                    <a:pt x="4269368" y="992531"/>
                  </a:lnTo>
                  <a:lnTo>
                    <a:pt x="4269462" y="992531"/>
                  </a:lnTo>
                  <a:lnTo>
                    <a:pt x="4269556" y="992531"/>
                  </a:lnTo>
                  <a:lnTo>
                    <a:pt x="4269650" y="992531"/>
                  </a:lnTo>
                  <a:lnTo>
                    <a:pt x="4269744" y="992531"/>
                  </a:lnTo>
                  <a:lnTo>
                    <a:pt x="4269838" y="992531"/>
                  </a:lnTo>
                  <a:lnTo>
                    <a:pt x="4269932" y="992531"/>
                  </a:lnTo>
                  <a:lnTo>
                    <a:pt x="4270026" y="992531"/>
                  </a:lnTo>
                  <a:lnTo>
                    <a:pt x="4270120" y="992531"/>
                  </a:lnTo>
                  <a:lnTo>
                    <a:pt x="4270214" y="992531"/>
                  </a:lnTo>
                  <a:lnTo>
                    <a:pt x="4270308" y="992531"/>
                  </a:lnTo>
                  <a:lnTo>
                    <a:pt x="4270402" y="992531"/>
                  </a:lnTo>
                  <a:lnTo>
                    <a:pt x="4270496" y="992531"/>
                  </a:lnTo>
                  <a:lnTo>
                    <a:pt x="4270590" y="992531"/>
                  </a:lnTo>
                  <a:lnTo>
                    <a:pt x="4270684" y="992531"/>
                  </a:lnTo>
                  <a:lnTo>
                    <a:pt x="4270779" y="992531"/>
                  </a:lnTo>
                  <a:lnTo>
                    <a:pt x="4270873" y="992531"/>
                  </a:lnTo>
                  <a:lnTo>
                    <a:pt x="4270967" y="992531"/>
                  </a:lnTo>
                  <a:lnTo>
                    <a:pt x="4271061" y="992531"/>
                  </a:lnTo>
                  <a:lnTo>
                    <a:pt x="4271155" y="992531"/>
                  </a:lnTo>
                  <a:lnTo>
                    <a:pt x="4271249" y="992531"/>
                  </a:lnTo>
                  <a:lnTo>
                    <a:pt x="4271343" y="992531"/>
                  </a:lnTo>
                  <a:lnTo>
                    <a:pt x="4271437" y="992531"/>
                  </a:lnTo>
                  <a:lnTo>
                    <a:pt x="4271531" y="992531"/>
                  </a:lnTo>
                  <a:lnTo>
                    <a:pt x="4271625" y="992531"/>
                  </a:lnTo>
                  <a:lnTo>
                    <a:pt x="4271719" y="992531"/>
                  </a:lnTo>
                  <a:lnTo>
                    <a:pt x="4271813" y="992531"/>
                  </a:lnTo>
                  <a:lnTo>
                    <a:pt x="4271907" y="992531"/>
                  </a:lnTo>
                  <a:lnTo>
                    <a:pt x="4272001" y="992531"/>
                  </a:lnTo>
                  <a:lnTo>
                    <a:pt x="4272095" y="992531"/>
                  </a:lnTo>
                  <a:lnTo>
                    <a:pt x="4272189" y="992531"/>
                  </a:lnTo>
                  <a:lnTo>
                    <a:pt x="4272283" y="992531"/>
                  </a:lnTo>
                  <a:lnTo>
                    <a:pt x="4272377" y="992531"/>
                  </a:lnTo>
                  <a:lnTo>
                    <a:pt x="4272471" y="992531"/>
                  </a:lnTo>
                  <a:lnTo>
                    <a:pt x="4272565" y="992531"/>
                  </a:lnTo>
                  <a:lnTo>
                    <a:pt x="4272659" y="992531"/>
                  </a:lnTo>
                  <a:lnTo>
                    <a:pt x="4272753" y="992531"/>
                  </a:lnTo>
                  <a:lnTo>
                    <a:pt x="4272847" y="992531"/>
                  </a:lnTo>
                  <a:lnTo>
                    <a:pt x="4272941" y="992531"/>
                  </a:lnTo>
                  <a:lnTo>
                    <a:pt x="4273035" y="992531"/>
                  </a:lnTo>
                  <a:lnTo>
                    <a:pt x="4273129" y="992531"/>
                  </a:lnTo>
                  <a:lnTo>
                    <a:pt x="4273223" y="992531"/>
                  </a:lnTo>
                  <a:lnTo>
                    <a:pt x="4273317" y="992531"/>
                  </a:lnTo>
                  <a:lnTo>
                    <a:pt x="4273411" y="992531"/>
                  </a:lnTo>
                  <a:lnTo>
                    <a:pt x="4273505" y="992531"/>
                  </a:lnTo>
                  <a:lnTo>
                    <a:pt x="4273599" y="992531"/>
                  </a:lnTo>
                  <a:lnTo>
                    <a:pt x="4273693" y="992531"/>
                  </a:lnTo>
                  <a:lnTo>
                    <a:pt x="4273787" y="992531"/>
                  </a:lnTo>
                  <a:lnTo>
                    <a:pt x="4273881" y="992531"/>
                  </a:lnTo>
                  <a:lnTo>
                    <a:pt x="4273975" y="992531"/>
                  </a:lnTo>
                  <a:lnTo>
                    <a:pt x="4274069" y="992531"/>
                  </a:lnTo>
                  <a:lnTo>
                    <a:pt x="4274163" y="992531"/>
                  </a:lnTo>
                  <a:lnTo>
                    <a:pt x="4274257" y="992531"/>
                  </a:lnTo>
                  <a:lnTo>
                    <a:pt x="4274352" y="992531"/>
                  </a:lnTo>
                  <a:lnTo>
                    <a:pt x="4274446" y="992531"/>
                  </a:lnTo>
                  <a:lnTo>
                    <a:pt x="4274540" y="992531"/>
                  </a:lnTo>
                  <a:lnTo>
                    <a:pt x="4274634" y="992531"/>
                  </a:lnTo>
                  <a:lnTo>
                    <a:pt x="4274728" y="992531"/>
                  </a:lnTo>
                  <a:lnTo>
                    <a:pt x="4274822" y="992531"/>
                  </a:lnTo>
                  <a:lnTo>
                    <a:pt x="4274916" y="992531"/>
                  </a:lnTo>
                  <a:lnTo>
                    <a:pt x="4275010" y="992531"/>
                  </a:lnTo>
                  <a:lnTo>
                    <a:pt x="4275104" y="992531"/>
                  </a:lnTo>
                  <a:lnTo>
                    <a:pt x="4275198" y="992531"/>
                  </a:lnTo>
                  <a:lnTo>
                    <a:pt x="4275292" y="992531"/>
                  </a:lnTo>
                  <a:lnTo>
                    <a:pt x="4275386" y="992531"/>
                  </a:lnTo>
                  <a:lnTo>
                    <a:pt x="4275480" y="992531"/>
                  </a:lnTo>
                  <a:lnTo>
                    <a:pt x="4275574" y="992531"/>
                  </a:lnTo>
                  <a:lnTo>
                    <a:pt x="4275668" y="992531"/>
                  </a:lnTo>
                  <a:lnTo>
                    <a:pt x="4275762" y="992531"/>
                  </a:lnTo>
                  <a:lnTo>
                    <a:pt x="4275856" y="992531"/>
                  </a:lnTo>
                  <a:lnTo>
                    <a:pt x="4275950" y="992531"/>
                  </a:lnTo>
                  <a:lnTo>
                    <a:pt x="4276044" y="992531"/>
                  </a:lnTo>
                  <a:lnTo>
                    <a:pt x="4276138" y="992531"/>
                  </a:lnTo>
                  <a:lnTo>
                    <a:pt x="4276232" y="992531"/>
                  </a:lnTo>
                  <a:lnTo>
                    <a:pt x="4276326" y="992531"/>
                  </a:lnTo>
                  <a:lnTo>
                    <a:pt x="4276420" y="992531"/>
                  </a:lnTo>
                  <a:lnTo>
                    <a:pt x="4276514" y="992531"/>
                  </a:lnTo>
                  <a:lnTo>
                    <a:pt x="4276608" y="992531"/>
                  </a:lnTo>
                  <a:lnTo>
                    <a:pt x="4276702" y="992531"/>
                  </a:lnTo>
                  <a:lnTo>
                    <a:pt x="4276796" y="992531"/>
                  </a:lnTo>
                  <a:lnTo>
                    <a:pt x="4276890" y="992531"/>
                  </a:lnTo>
                  <a:lnTo>
                    <a:pt x="4276984" y="992531"/>
                  </a:lnTo>
                  <a:lnTo>
                    <a:pt x="4277078" y="992531"/>
                  </a:lnTo>
                  <a:lnTo>
                    <a:pt x="4277172" y="992531"/>
                  </a:lnTo>
                  <a:lnTo>
                    <a:pt x="4277266" y="992531"/>
                  </a:lnTo>
                  <a:lnTo>
                    <a:pt x="4277360" y="992531"/>
                  </a:lnTo>
                  <a:lnTo>
                    <a:pt x="4277360" y="987251"/>
                  </a:lnTo>
                  <a:lnTo>
                    <a:pt x="4277454" y="987251"/>
                  </a:lnTo>
                  <a:lnTo>
                    <a:pt x="4277548" y="987251"/>
                  </a:lnTo>
                  <a:lnTo>
                    <a:pt x="4277642" y="987251"/>
                  </a:lnTo>
                  <a:lnTo>
                    <a:pt x="4277736" y="987251"/>
                  </a:lnTo>
                  <a:lnTo>
                    <a:pt x="4277831" y="987251"/>
                  </a:lnTo>
                  <a:lnTo>
                    <a:pt x="4277925" y="987251"/>
                  </a:lnTo>
                  <a:lnTo>
                    <a:pt x="4278019" y="987251"/>
                  </a:lnTo>
                  <a:lnTo>
                    <a:pt x="4278113" y="987251"/>
                  </a:lnTo>
                  <a:lnTo>
                    <a:pt x="4278207" y="987251"/>
                  </a:lnTo>
                  <a:lnTo>
                    <a:pt x="4278301" y="987251"/>
                  </a:lnTo>
                  <a:lnTo>
                    <a:pt x="4278395" y="987251"/>
                  </a:lnTo>
                  <a:lnTo>
                    <a:pt x="4278489" y="987251"/>
                  </a:lnTo>
                  <a:lnTo>
                    <a:pt x="4278583" y="987251"/>
                  </a:lnTo>
                  <a:lnTo>
                    <a:pt x="4278677" y="987251"/>
                  </a:lnTo>
                  <a:lnTo>
                    <a:pt x="4278771" y="987251"/>
                  </a:lnTo>
                  <a:lnTo>
                    <a:pt x="4278865" y="987251"/>
                  </a:lnTo>
                  <a:lnTo>
                    <a:pt x="4278959" y="987251"/>
                  </a:lnTo>
                  <a:lnTo>
                    <a:pt x="4279053" y="987251"/>
                  </a:lnTo>
                  <a:lnTo>
                    <a:pt x="4279147" y="987251"/>
                  </a:lnTo>
                  <a:lnTo>
                    <a:pt x="4279241" y="987251"/>
                  </a:lnTo>
                  <a:lnTo>
                    <a:pt x="4279335" y="987251"/>
                  </a:lnTo>
                  <a:lnTo>
                    <a:pt x="4279429" y="987251"/>
                  </a:lnTo>
                  <a:lnTo>
                    <a:pt x="4279523" y="987251"/>
                  </a:lnTo>
                  <a:lnTo>
                    <a:pt x="4279617" y="987251"/>
                  </a:lnTo>
                  <a:lnTo>
                    <a:pt x="4279617" y="981972"/>
                  </a:lnTo>
                  <a:lnTo>
                    <a:pt x="4279711" y="981972"/>
                  </a:lnTo>
                  <a:lnTo>
                    <a:pt x="4279805" y="981972"/>
                  </a:lnTo>
                  <a:lnTo>
                    <a:pt x="4279899" y="981972"/>
                  </a:lnTo>
                  <a:lnTo>
                    <a:pt x="4279993" y="981972"/>
                  </a:lnTo>
                  <a:lnTo>
                    <a:pt x="4280087" y="981972"/>
                  </a:lnTo>
                  <a:lnTo>
                    <a:pt x="4280181" y="981972"/>
                  </a:lnTo>
                  <a:lnTo>
                    <a:pt x="4280275" y="981972"/>
                  </a:lnTo>
                  <a:lnTo>
                    <a:pt x="4280369" y="981972"/>
                  </a:lnTo>
                  <a:lnTo>
                    <a:pt x="4280463" y="981972"/>
                  </a:lnTo>
                  <a:lnTo>
                    <a:pt x="4280557" y="981972"/>
                  </a:lnTo>
                  <a:lnTo>
                    <a:pt x="4280651" y="981972"/>
                  </a:lnTo>
                  <a:lnTo>
                    <a:pt x="4280745" y="981972"/>
                  </a:lnTo>
                  <a:lnTo>
                    <a:pt x="4280839" y="981972"/>
                  </a:lnTo>
                  <a:lnTo>
                    <a:pt x="4280933" y="981972"/>
                  </a:lnTo>
                  <a:lnTo>
                    <a:pt x="4281027" y="981972"/>
                  </a:lnTo>
                  <a:lnTo>
                    <a:pt x="4281121" y="981972"/>
                  </a:lnTo>
                  <a:lnTo>
                    <a:pt x="4281215" y="981972"/>
                  </a:lnTo>
                  <a:lnTo>
                    <a:pt x="4281309" y="981972"/>
                  </a:lnTo>
                  <a:lnTo>
                    <a:pt x="4281404" y="981972"/>
                  </a:lnTo>
                  <a:lnTo>
                    <a:pt x="4281498" y="981972"/>
                  </a:lnTo>
                  <a:lnTo>
                    <a:pt x="4281592" y="981972"/>
                  </a:lnTo>
                  <a:lnTo>
                    <a:pt x="4281686" y="981972"/>
                  </a:lnTo>
                  <a:lnTo>
                    <a:pt x="4281780" y="981972"/>
                  </a:lnTo>
                  <a:lnTo>
                    <a:pt x="4281874" y="981972"/>
                  </a:lnTo>
                  <a:lnTo>
                    <a:pt x="4281968" y="981972"/>
                  </a:lnTo>
                  <a:lnTo>
                    <a:pt x="4282062" y="981972"/>
                  </a:lnTo>
                  <a:lnTo>
                    <a:pt x="4282156" y="981972"/>
                  </a:lnTo>
                  <a:lnTo>
                    <a:pt x="4282250" y="981972"/>
                  </a:lnTo>
                  <a:lnTo>
                    <a:pt x="4282344" y="981972"/>
                  </a:lnTo>
                  <a:lnTo>
                    <a:pt x="4282438" y="981972"/>
                  </a:lnTo>
                  <a:lnTo>
                    <a:pt x="4282532" y="981972"/>
                  </a:lnTo>
                  <a:lnTo>
                    <a:pt x="4282626" y="981972"/>
                  </a:lnTo>
                  <a:lnTo>
                    <a:pt x="4282720" y="981972"/>
                  </a:lnTo>
                  <a:lnTo>
                    <a:pt x="4282814" y="981972"/>
                  </a:lnTo>
                  <a:lnTo>
                    <a:pt x="4282908" y="981972"/>
                  </a:lnTo>
                  <a:lnTo>
                    <a:pt x="4283002" y="981972"/>
                  </a:lnTo>
                  <a:lnTo>
                    <a:pt x="4283096" y="981972"/>
                  </a:lnTo>
                  <a:lnTo>
                    <a:pt x="4283190" y="981972"/>
                  </a:lnTo>
                  <a:lnTo>
                    <a:pt x="4283284" y="981972"/>
                  </a:lnTo>
                  <a:lnTo>
                    <a:pt x="4283378" y="981972"/>
                  </a:lnTo>
                  <a:lnTo>
                    <a:pt x="4283472" y="981972"/>
                  </a:lnTo>
                  <a:lnTo>
                    <a:pt x="4283566" y="981972"/>
                  </a:lnTo>
                  <a:lnTo>
                    <a:pt x="4283660" y="981972"/>
                  </a:lnTo>
                  <a:lnTo>
                    <a:pt x="4283754" y="981972"/>
                  </a:lnTo>
                  <a:lnTo>
                    <a:pt x="4283848" y="981972"/>
                  </a:lnTo>
                  <a:lnTo>
                    <a:pt x="4283942" y="981972"/>
                  </a:lnTo>
                  <a:lnTo>
                    <a:pt x="4284036" y="981972"/>
                  </a:lnTo>
                  <a:lnTo>
                    <a:pt x="4284130" y="981972"/>
                  </a:lnTo>
                  <a:lnTo>
                    <a:pt x="4284224" y="981972"/>
                  </a:lnTo>
                  <a:lnTo>
                    <a:pt x="4284318" y="981972"/>
                  </a:lnTo>
                  <a:lnTo>
                    <a:pt x="4284412" y="981972"/>
                  </a:lnTo>
                  <a:lnTo>
                    <a:pt x="4284506" y="981972"/>
                  </a:lnTo>
                  <a:lnTo>
                    <a:pt x="4284600" y="981972"/>
                  </a:lnTo>
                  <a:lnTo>
                    <a:pt x="4284694" y="981972"/>
                  </a:lnTo>
                  <a:lnTo>
                    <a:pt x="4284788" y="981972"/>
                  </a:lnTo>
                  <a:lnTo>
                    <a:pt x="4284882" y="981972"/>
                  </a:lnTo>
                  <a:lnTo>
                    <a:pt x="4284977" y="981972"/>
                  </a:lnTo>
                  <a:lnTo>
                    <a:pt x="4285071" y="981972"/>
                  </a:lnTo>
                  <a:lnTo>
                    <a:pt x="4285165" y="981972"/>
                  </a:lnTo>
                  <a:lnTo>
                    <a:pt x="4285259" y="981972"/>
                  </a:lnTo>
                  <a:lnTo>
                    <a:pt x="4285353" y="981972"/>
                  </a:lnTo>
                  <a:lnTo>
                    <a:pt x="4285447" y="981972"/>
                  </a:lnTo>
                  <a:lnTo>
                    <a:pt x="4285541" y="981972"/>
                  </a:lnTo>
                  <a:lnTo>
                    <a:pt x="4285635" y="981972"/>
                  </a:lnTo>
                  <a:lnTo>
                    <a:pt x="4285729" y="981972"/>
                  </a:lnTo>
                  <a:lnTo>
                    <a:pt x="4285823" y="981972"/>
                  </a:lnTo>
                  <a:lnTo>
                    <a:pt x="4285917" y="981972"/>
                  </a:lnTo>
                  <a:lnTo>
                    <a:pt x="4286011" y="981972"/>
                  </a:lnTo>
                  <a:lnTo>
                    <a:pt x="4286105" y="981972"/>
                  </a:lnTo>
                  <a:lnTo>
                    <a:pt x="4286199" y="981972"/>
                  </a:lnTo>
                  <a:lnTo>
                    <a:pt x="4286293" y="981972"/>
                  </a:lnTo>
                  <a:lnTo>
                    <a:pt x="4286387" y="981972"/>
                  </a:lnTo>
                  <a:lnTo>
                    <a:pt x="4286481" y="981972"/>
                  </a:lnTo>
                  <a:lnTo>
                    <a:pt x="4286575" y="981972"/>
                  </a:lnTo>
                  <a:lnTo>
                    <a:pt x="4286669" y="981972"/>
                  </a:lnTo>
                  <a:lnTo>
                    <a:pt x="4286763" y="981972"/>
                  </a:lnTo>
                  <a:lnTo>
                    <a:pt x="4286857" y="981972"/>
                  </a:lnTo>
                  <a:lnTo>
                    <a:pt x="4286951" y="981972"/>
                  </a:lnTo>
                  <a:lnTo>
                    <a:pt x="4287045" y="981972"/>
                  </a:lnTo>
                  <a:lnTo>
                    <a:pt x="4287139" y="981972"/>
                  </a:lnTo>
                  <a:lnTo>
                    <a:pt x="4287233" y="981972"/>
                  </a:lnTo>
                  <a:lnTo>
                    <a:pt x="4287327" y="981972"/>
                  </a:lnTo>
                  <a:lnTo>
                    <a:pt x="4287421" y="981972"/>
                  </a:lnTo>
                  <a:lnTo>
                    <a:pt x="4287515" y="981972"/>
                  </a:lnTo>
                  <a:lnTo>
                    <a:pt x="4287609" y="981972"/>
                  </a:lnTo>
                  <a:lnTo>
                    <a:pt x="4287703" y="981972"/>
                  </a:lnTo>
                  <a:lnTo>
                    <a:pt x="4287797" y="981972"/>
                  </a:lnTo>
                  <a:lnTo>
                    <a:pt x="4287891" y="981972"/>
                  </a:lnTo>
                  <a:lnTo>
                    <a:pt x="4287985" y="981972"/>
                  </a:lnTo>
                  <a:lnTo>
                    <a:pt x="4288079" y="981972"/>
                  </a:lnTo>
                  <a:lnTo>
                    <a:pt x="4288173" y="981972"/>
                  </a:lnTo>
                  <a:lnTo>
                    <a:pt x="4288267" y="981972"/>
                  </a:lnTo>
                  <a:lnTo>
                    <a:pt x="4288361" y="981972"/>
                  </a:lnTo>
                  <a:lnTo>
                    <a:pt x="4288456" y="981972"/>
                  </a:lnTo>
                  <a:lnTo>
                    <a:pt x="4288550" y="981972"/>
                  </a:lnTo>
                  <a:lnTo>
                    <a:pt x="4288644" y="981972"/>
                  </a:lnTo>
                  <a:lnTo>
                    <a:pt x="4288738" y="981972"/>
                  </a:lnTo>
                  <a:lnTo>
                    <a:pt x="4288832" y="981972"/>
                  </a:lnTo>
                  <a:lnTo>
                    <a:pt x="4288926" y="981972"/>
                  </a:lnTo>
                  <a:lnTo>
                    <a:pt x="4289020" y="981972"/>
                  </a:lnTo>
                  <a:lnTo>
                    <a:pt x="4289114" y="981972"/>
                  </a:lnTo>
                  <a:lnTo>
                    <a:pt x="4289208" y="981972"/>
                  </a:lnTo>
                  <a:lnTo>
                    <a:pt x="4289302" y="981972"/>
                  </a:lnTo>
                  <a:lnTo>
                    <a:pt x="4289396" y="981972"/>
                  </a:lnTo>
                  <a:lnTo>
                    <a:pt x="4289490" y="981972"/>
                  </a:lnTo>
                  <a:lnTo>
                    <a:pt x="4289584" y="981972"/>
                  </a:lnTo>
                  <a:lnTo>
                    <a:pt x="4289678" y="981972"/>
                  </a:lnTo>
                  <a:lnTo>
                    <a:pt x="4289772" y="981972"/>
                  </a:lnTo>
                  <a:lnTo>
                    <a:pt x="4289866" y="981972"/>
                  </a:lnTo>
                  <a:lnTo>
                    <a:pt x="4289960" y="981972"/>
                  </a:lnTo>
                  <a:lnTo>
                    <a:pt x="4290054" y="981972"/>
                  </a:lnTo>
                  <a:lnTo>
                    <a:pt x="4290148" y="981972"/>
                  </a:lnTo>
                  <a:lnTo>
                    <a:pt x="4290242" y="981972"/>
                  </a:lnTo>
                  <a:lnTo>
                    <a:pt x="4290336" y="981972"/>
                  </a:lnTo>
                  <a:lnTo>
                    <a:pt x="4290430" y="981972"/>
                  </a:lnTo>
                  <a:lnTo>
                    <a:pt x="4290524" y="981972"/>
                  </a:lnTo>
                  <a:lnTo>
                    <a:pt x="4290618" y="981972"/>
                  </a:lnTo>
                  <a:lnTo>
                    <a:pt x="4290712" y="981972"/>
                  </a:lnTo>
                  <a:lnTo>
                    <a:pt x="4290806" y="981972"/>
                  </a:lnTo>
                  <a:lnTo>
                    <a:pt x="4290900" y="981972"/>
                  </a:lnTo>
                  <a:lnTo>
                    <a:pt x="4290994" y="981972"/>
                  </a:lnTo>
                  <a:lnTo>
                    <a:pt x="4291088" y="981972"/>
                  </a:lnTo>
                  <a:lnTo>
                    <a:pt x="4291182" y="981972"/>
                  </a:lnTo>
                  <a:lnTo>
                    <a:pt x="4291276" y="981972"/>
                  </a:lnTo>
                  <a:lnTo>
                    <a:pt x="4291370" y="981972"/>
                  </a:lnTo>
                  <a:lnTo>
                    <a:pt x="4291464" y="981972"/>
                  </a:lnTo>
                  <a:lnTo>
                    <a:pt x="4291558" y="981972"/>
                  </a:lnTo>
                  <a:lnTo>
                    <a:pt x="4291652" y="981972"/>
                  </a:lnTo>
                  <a:lnTo>
                    <a:pt x="4291746" y="981972"/>
                  </a:lnTo>
                  <a:lnTo>
                    <a:pt x="4291840" y="981972"/>
                  </a:lnTo>
                  <a:lnTo>
                    <a:pt x="4291934" y="981972"/>
                  </a:lnTo>
                  <a:lnTo>
                    <a:pt x="4292029" y="981972"/>
                  </a:lnTo>
                  <a:lnTo>
                    <a:pt x="4292123" y="981972"/>
                  </a:lnTo>
                  <a:lnTo>
                    <a:pt x="4292217" y="981972"/>
                  </a:lnTo>
                  <a:lnTo>
                    <a:pt x="4292311" y="981972"/>
                  </a:lnTo>
                  <a:lnTo>
                    <a:pt x="4292405" y="981972"/>
                  </a:lnTo>
                  <a:lnTo>
                    <a:pt x="4292499" y="981972"/>
                  </a:lnTo>
                  <a:lnTo>
                    <a:pt x="4292593" y="981972"/>
                  </a:lnTo>
                  <a:lnTo>
                    <a:pt x="4292687" y="981972"/>
                  </a:lnTo>
                  <a:lnTo>
                    <a:pt x="4292781" y="981972"/>
                  </a:lnTo>
                  <a:lnTo>
                    <a:pt x="4292875" y="981972"/>
                  </a:lnTo>
                  <a:lnTo>
                    <a:pt x="4292969" y="981972"/>
                  </a:lnTo>
                  <a:lnTo>
                    <a:pt x="4293063" y="981972"/>
                  </a:lnTo>
                  <a:lnTo>
                    <a:pt x="4293157" y="981972"/>
                  </a:lnTo>
                  <a:lnTo>
                    <a:pt x="4293251" y="981972"/>
                  </a:lnTo>
                  <a:lnTo>
                    <a:pt x="4293345" y="981972"/>
                  </a:lnTo>
                  <a:lnTo>
                    <a:pt x="4293439" y="981972"/>
                  </a:lnTo>
                  <a:lnTo>
                    <a:pt x="4293533" y="981972"/>
                  </a:lnTo>
                  <a:lnTo>
                    <a:pt x="4293627" y="981972"/>
                  </a:lnTo>
                  <a:lnTo>
                    <a:pt x="4293721" y="981972"/>
                  </a:lnTo>
                  <a:lnTo>
                    <a:pt x="4293815" y="981972"/>
                  </a:lnTo>
                  <a:lnTo>
                    <a:pt x="4293909" y="981972"/>
                  </a:lnTo>
                  <a:lnTo>
                    <a:pt x="4294003" y="981972"/>
                  </a:lnTo>
                  <a:lnTo>
                    <a:pt x="4294097" y="981972"/>
                  </a:lnTo>
                  <a:lnTo>
                    <a:pt x="4294191" y="981972"/>
                  </a:lnTo>
                  <a:lnTo>
                    <a:pt x="4294285" y="981972"/>
                  </a:lnTo>
                  <a:lnTo>
                    <a:pt x="4294379" y="981972"/>
                  </a:lnTo>
                  <a:lnTo>
                    <a:pt x="4294473" y="981972"/>
                  </a:lnTo>
                  <a:lnTo>
                    <a:pt x="4294567" y="981972"/>
                  </a:lnTo>
                  <a:lnTo>
                    <a:pt x="4294661" y="981972"/>
                  </a:lnTo>
                  <a:lnTo>
                    <a:pt x="4294755" y="981972"/>
                  </a:lnTo>
                  <a:lnTo>
                    <a:pt x="4294849" y="981972"/>
                  </a:lnTo>
                  <a:lnTo>
                    <a:pt x="4294943" y="981972"/>
                  </a:lnTo>
                  <a:lnTo>
                    <a:pt x="4295037" y="981972"/>
                  </a:lnTo>
                  <a:lnTo>
                    <a:pt x="4295131" y="981972"/>
                  </a:lnTo>
                  <a:lnTo>
                    <a:pt x="4295225" y="981972"/>
                  </a:lnTo>
                  <a:lnTo>
                    <a:pt x="4295319" y="981972"/>
                  </a:lnTo>
                  <a:lnTo>
                    <a:pt x="4295413" y="981972"/>
                  </a:lnTo>
                  <a:lnTo>
                    <a:pt x="4295507" y="981972"/>
                  </a:lnTo>
                  <a:lnTo>
                    <a:pt x="4295602" y="981972"/>
                  </a:lnTo>
                  <a:lnTo>
                    <a:pt x="4295696" y="981972"/>
                  </a:lnTo>
                  <a:lnTo>
                    <a:pt x="4295790" y="981972"/>
                  </a:lnTo>
                  <a:lnTo>
                    <a:pt x="4295884" y="981972"/>
                  </a:lnTo>
                  <a:lnTo>
                    <a:pt x="4295978" y="981972"/>
                  </a:lnTo>
                  <a:lnTo>
                    <a:pt x="4296072" y="981972"/>
                  </a:lnTo>
                  <a:lnTo>
                    <a:pt x="4296166" y="981972"/>
                  </a:lnTo>
                  <a:lnTo>
                    <a:pt x="4296260" y="981972"/>
                  </a:lnTo>
                  <a:lnTo>
                    <a:pt x="4296354" y="981972"/>
                  </a:lnTo>
                  <a:lnTo>
                    <a:pt x="4296448" y="981972"/>
                  </a:lnTo>
                  <a:lnTo>
                    <a:pt x="4296542" y="981972"/>
                  </a:lnTo>
                  <a:lnTo>
                    <a:pt x="4296636" y="981972"/>
                  </a:lnTo>
                  <a:lnTo>
                    <a:pt x="4296730" y="981972"/>
                  </a:lnTo>
                  <a:lnTo>
                    <a:pt x="4296824" y="981972"/>
                  </a:lnTo>
                  <a:lnTo>
                    <a:pt x="4296918" y="981972"/>
                  </a:lnTo>
                  <a:lnTo>
                    <a:pt x="4297012" y="981972"/>
                  </a:lnTo>
                  <a:lnTo>
                    <a:pt x="4297106" y="981972"/>
                  </a:lnTo>
                  <a:lnTo>
                    <a:pt x="4297200" y="981972"/>
                  </a:lnTo>
                  <a:lnTo>
                    <a:pt x="4297294" y="981972"/>
                  </a:lnTo>
                  <a:lnTo>
                    <a:pt x="4297388" y="981972"/>
                  </a:lnTo>
                  <a:lnTo>
                    <a:pt x="4297482" y="981972"/>
                  </a:lnTo>
                  <a:lnTo>
                    <a:pt x="4297576" y="981972"/>
                  </a:lnTo>
                  <a:lnTo>
                    <a:pt x="4297670" y="981972"/>
                  </a:lnTo>
                  <a:lnTo>
                    <a:pt x="4297764" y="981972"/>
                  </a:lnTo>
                  <a:lnTo>
                    <a:pt x="4297858" y="981972"/>
                  </a:lnTo>
                  <a:lnTo>
                    <a:pt x="4297952" y="981972"/>
                  </a:lnTo>
                  <a:lnTo>
                    <a:pt x="4298046" y="981972"/>
                  </a:lnTo>
                  <a:lnTo>
                    <a:pt x="4298140" y="981972"/>
                  </a:lnTo>
                  <a:lnTo>
                    <a:pt x="4298234" y="981972"/>
                  </a:lnTo>
                  <a:lnTo>
                    <a:pt x="4298328" y="981972"/>
                  </a:lnTo>
                  <a:lnTo>
                    <a:pt x="4298422" y="981972"/>
                  </a:lnTo>
                  <a:lnTo>
                    <a:pt x="4298516" y="981972"/>
                  </a:lnTo>
                  <a:lnTo>
                    <a:pt x="4298610" y="981972"/>
                  </a:lnTo>
                  <a:lnTo>
                    <a:pt x="4298704" y="981972"/>
                  </a:lnTo>
                  <a:lnTo>
                    <a:pt x="4298798" y="981972"/>
                  </a:lnTo>
                  <a:lnTo>
                    <a:pt x="4298892" y="981972"/>
                  </a:lnTo>
                  <a:lnTo>
                    <a:pt x="4298986" y="981972"/>
                  </a:lnTo>
                  <a:lnTo>
                    <a:pt x="4299081" y="981972"/>
                  </a:lnTo>
                  <a:lnTo>
                    <a:pt x="4299175" y="981972"/>
                  </a:lnTo>
                  <a:lnTo>
                    <a:pt x="4299269" y="981972"/>
                  </a:lnTo>
                  <a:lnTo>
                    <a:pt x="4299363" y="981972"/>
                  </a:lnTo>
                  <a:lnTo>
                    <a:pt x="4299457" y="981972"/>
                  </a:lnTo>
                  <a:lnTo>
                    <a:pt x="4299551" y="981972"/>
                  </a:lnTo>
                  <a:lnTo>
                    <a:pt x="4299645" y="981972"/>
                  </a:lnTo>
                  <a:lnTo>
                    <a:pt x="4299739" y="981972"/>
                  </a:lnTo>
                  <a:lnTo>
                    <a:pt x="4299833" y="981972"/>
                  </a:lnTo>
                  <a:lnTo>
                    <a:pt x="4299927" y="981972"/>
                  </a:lnTo>
                  <a:lnTo>
                    <a:pt x="4300021" y="981972"/>
                  </a:lnTo>
                  <a:lnTo>
                    <a:pt x="4300115" y="981972"/>
                  </a:lnTo>
                  <a:lnTo>
                    <a:pt x="4300209" y="981972"/>
                  </a:lnTo>
                  <a:lnTo>
                    <a:pt x="4300303" y="981972"/>
                  </a:lnTo>
                  <a:lnTo>
                    <a:pt x="4300397" y="981972"/>
                  </a:lnTo>
                  <a:lnTo>
                    <a:pt x="4300491" y="981972"/>
                  </a:lnTo>
                  <a:lnTo>
                    <a:pt x="4300585" y="981972"/>
                  </a:lnTo>
                  <a:lnTo>
                    <a:pt x="4300679" y="981972"/>
                  </a:lnTo>
                  <a:lnTo>
                    <a:pt x="4300773" y="981972"/>
                  </a:lnTo>
                  <a:lnTo>
                    <a:pt x="4300867" y="981972"/>
                  </a:lnTo>
                  <a:lnTo>
                    <a:pt x="4300961" y="981972"/>
                  </a:lnTo>
                  <a:lnTo>
                    <a:pt x="4301055" y="981972"/>
                  </a:lnTo>
                  <a:lnTo>
                    <a:pt x="4301149" y="981972"/>
                  </a:lnTo>
                  <a:lnTo>
                    <a:pt x="4301243" y="981972"/>
                  </a:lnTo>
                  <a:lnTo>
                    <a:pt x="4301337" y="981972"/>
                  </a:lnTo>
                  <a:lnTo>
                    <a:pt x="4301431" y="981972"/>
                  </a:lnTo>
                  <a:lnTo>
                    <a:pt x="4301525" y="981972"/>
                  </a:lnTo>
                  <a:lnTo>
                    <a:pt x="4301619" y="981972"/>
                  </a:lnTo>
                  <a:lnTo>
                    <a:pt x="4301713" y="981972"/>
                  </a:lnTo>
                  <a:lnTo>
                    <a:pt x="4301807" y="981972"/>
                  </a:lnTo>
                  <a:lnTo>
                    <a:pt x="4301901" y="981972"/>
                  </a:lnTo>
                  <a:lnTo>
                    <a:pt x="4301995" y="981972"/>
                  </a:lnTo>
                  <a:lnTo>
                    <a:pt x="4302089" y="981972"/>
                  </a:lnTo>
                  <a:lnTo>
                    <a:pt x="4302183" y="981972"/>
                  </a:lnTo>
                  <a:lnTo>
                    <a:pt x="4302277" y="981972"/>
                  </a:lnTo>
                  <a:lnTo>
                    <a:pt x="4302371" y="981972"/>
                  </a:lnTo>
                  <a:lnTo>
                    <a:pt x="4302465" y="981972"/>
                  </a:lnTo>
                  <a:lnTo>
                    <a:pt x="4302559" y="981972"/>
                  </a:lnTo>
                  <a:lnTo>
                    <a:pt x="4302654" y="981972"/>
                  </a:lnTo>
                  <a:lnTo>
                    <a:pt x="4302748" y="981972"/>
                  </a:lnTo>
                  <a:lnTo>
                    <a:pt x="4302842" y="981972"/>
                  </a:lnTo>
                  <a:lnTo>
                    <a:pt x="4302936" y="981972"/>
                  </a:lnTo>
                  <a:lnTo>
                    <a:pt x="4303030" y="981972"/>
                  </a:lnTo>
                  <a:lnTo>
                    <a:pt x="4303124" y="981972"/>
                  </a:lnTo>
                  <a:lnTo>
                    <a:pt x="4303218" y="981972"/>
                  </a:lnTo>
                  <a:lnTo>
                    <a:pt x="4303312" y="981972"/>
                  </a:lnTo>
                  <a:lnTo>
                    <a:pt x="4303406" y="981972"/>
                  </a:lnTo>
                  <a:lnTo>
                    <a:pt x="4303500" y="981972"/>
                  </a:lnTo>
                  <a:lnTo>
                    <a:pt x="4303594" y="981972"/>
                  </a:lnTo>
                  <a:lnTo>
                    <a:pt x="4303688" y="981972"/>
                  </a:lnTo>
                  <a:lnTo>
                    <a:pt x="4303782" y="981972"/>
                  </a:lnTo>
                  <a:lnTo>
                    <a:pt x="4303876" y="981972"/>
                  </a:lnTo>
                  <a:lnTo>
                    <a:pt x="4303970" y="981972"/>
                  </a:lnTo>
                  <a:lnTo>
                    <a:pt x="4304064" y="981972"/>
                  </a:lnTo>
                  <a:lnTo>
                    <a:pt x="4304158" y="981972"/>
                  </a:lnTo>
                  <a:lnTo>
                    <a:pt x="4304252" y="981972"/>
                  </a:lnTo>
                  <a:lnTo>
                    <a:pt x="4304346" y="981972"/>
                  </a:lnTo>
                  <a:lnTo>
                    <a:pt x="4304440" y="981972"/>
                  </a:lnTo>
                  <a:lnTo>
                    <a:pt x="4304534" y="981972"/>
                  </a:lnTo>
                  <a:lnTo>
                    <a:pt x="4304628" y="981972"/>
                  </a:lnTo>
                  <a:lnTo>
                    <a:pt x="4304722" y="981972"/>
                  </a:lnTo>
                  <a:lnTo>
                    <a:pt x="4304816" y="981972"/>
                  </a:lnTo>
                  <a:lnTo>
                    <a:pt x="4304910" y="981972"/>
                  </a:lnTo>
                  <a:lnTo>
                    <a:pt x="4305004" y="981972"/>
                  </a:lnTo>
                  <a:lnTo>
                    <a:pt x="4305098" y="981972"/>
                  </a:lnTo>
                  <a:lnTo>
                    <a:pt x="4305192" y="981972"/>
                  </a:lnTo>
                  <a:lnTo>
                    <a:pt x="4305286" y="981972"/>
                  </a:lnTo>
                  <a:lnTo>
                    <a:pt x="4305380" y="981972"/>
                  </a:lnTo>
                  <a:lnTo>
                    <a:pt x="4305474" y="981972"/>
                  </a:lnTo>
                  <a:lnTo>
                    <a:pt x="4305568" y="981972"/>
                  </a:lnTo>
                  <a:lnTo>
                    <a:pt x="4305662" y="981972"/>
                  </a:lnTo>
                  <a:lnTo>
                    <a:pt x="4305756" y="981972"/>
                  </a:lnTo>
                  <a:lnTo>
                    <a:pt x="4305850" y="981972"/>
                  </a:lnTo>
                  <a:lnTo>
                    <a:pt x="4305944" y="981972"/>
                  </a:lnTo>
                  <a:lnTo>
                    <a:pt x="4306038" y="981972"/>
                  </a:lnTo>
                  <a:lnTo>
                    <a:pt x="4306132" y="981972"/>
                  </a:lnTo>
                  <a:lnTo>
                    <a:pt x="4306227" y="981972"/>
                  </a:lnTo>
                  <a:lnTo>
                    <a:pt x="4306321" y="981972"/>
                  </a:lnTo>
                  <a:lnTo>
                    <a:pt x="4306415" y="981972"/>
                  </a:lnTo>
                  <a:lnTo>
                    <a:pt x="4306509" y="981972"/>
                  </a:lnTo>
                  <a:lnTo>
                    <a:pt x="4306603" y="981972"/>
                  </a:lnTo>
                  <a:lnTo>
                    <a:pt x="4306697" y="981972"/>
                  </a:lnTo>
                  <a:lnTo>
                    <a:pt x="4306791" y="981972"/>
                  </a:lnTo>
                  <a:lnTo>
                    <a:pt x="4306885" y="981972"/>
                  </a:lnTo>
                  <a:lnTo>
                    <a:pt x="4306979" y="981972"/>
                  </a:lnTo>
                  <a:lnTo>
                    <a:pt x="4307073" y="981972"/>
                  </a:lnTo>
                  <a:lnTo>
                    <a:pt x="4307167" y="981972"/>
                  </a:lnTo>
                  <a:lnTo>
                    <a:pt x="4307261" y="981972"/>
                  </a:lnTo>
                  <a:lnTo>
                    <a:pt x="4307355" y="981972"/>
                  </a:lnTo>
                  <a:lnTo>
                    <a:pt x="4307449" y="981972"/>
                  </a:lnTo>
                  <a:lnTo>
                    <a:pt x="4307543" y="981972"/>
                  </a:lnTo>
                  <a:lnTo>
                    <a:pt x="4307637" y="981972"/>
                  </a:lnTo>
                  <a:lnTo>
                    <a:pt x="4307731" y="981972"/>
                  </a:lnTo>
                  <a:lnTo>
                    <a:pt x="4307825" y="981972"/>
                  </a:lnTo>
                  <a:lnTo>
                    <a:pt x="4307919" y="981972"/>
                  </a:lnTo>
                  <a:lnTo>
                    <a:pt x="4308013" y="981972"/>
                  </a:lnTo>
                  <a:lnTo>
                    <a:pt x="4308107" y="981972"/>
                  </a:lnTo>
                  <a:lnTo>
                    <a:pt x="4308201" y="981972"/>
                  </a:lnTo>
                  <a:lnTo>
                    <a:pt x="4308295" y="981972"/>
                  </a:lnTo>
                  <a:lnTo>
                    <a:pt x="4308389" y="981972"/>
                  </a:lnTo>
                  <a:lnTo>
                    <a:pt x="4308483" y="981972"/>
                  </a:lnTo>
                  <a:lnTo>
                    <a:pt x="4308577" y="981972"/>
                  </a:lnTo>
                  <a:lnTo>
                    <a:pt x="4308671" y="981972"/>
                  </a:lnTo>
                  <a:lnTo>
                    <a:pt x="4308765" y="981972"/>
                  </a:lnTo>
                  <a:lnTo>
                    <a:pt x="4308859" y="981972"/>
                  </a:lnTo>
                  <a:lnTo>
                    <a:pt x="4308953" y="981972"/>
                  </a:lnTo>
                  <a:lnTo>
                    <a:pt x="4309047" y="981972"/>
                  </a:lnTo>
                  <a:lnTo>
                    <a:pt x="4309141" y="981972"/>
                  </a:lnTo>
                  <a:lnTo>
                    <a:pt x="4309235" y="981972"/>
                  </a:lnTo>
                  <a:lnTo>
                    <a:pt x="4309329" y="981972"/>
                  </a:lnTo>
                  <a:lnTo>
                    <a:pt x="4309423" y="981972"/>
                  </a:lnTo>
                  <a:lnTo>
                    <a:pt x="4309517" y="981972"/>
                  </a:lnTo>
                  <a:lnTo>
                    <a:pt x="4309611" y="981972"/>
                  </a:lnTo>
                  <a:lnTo>
                    <a:pt x="4309706" y="981972"/>
                  </a:lnTo>
                  <a:lnTo>
                    <a:pt x="4309800" y="981972"/>
                  </a:lnTo>
                  <a:lnTo>
                    <a:pt x="4309894" y="981972"/>
                  </a:lnTo>
                  <a:lnTo>
                    <a:pt x="4309988" y="981972"/>
                  </a:lnTo>
                  <a:lnTo>
                    <a:pt x="4310082" y="981972"/>
                  </a:lnTo>
                  <a:lnTo>
                    <a:pt x="4310176" y="981972"/>
                  </a:lnTo>
                  <a:lnTo>
                    <a:pt x="4310270" y="981972"/>
                  </a:lnTo>
                  <a:lnTo>
                    <a:pt x="4310364" y="981972"/>
                  </a:lnTo>
                  <a:lnTo>
                    <a:pt x="4310458" y="981972"/>
                  </a:lnTo>
                  <a:lnTo>
                    <a:pt x="4310552" y="981972"/>
                  </a:lnTo>
                  <a:lnTo>
                    <a:pt x="4310646" y="981972"/>
                  </a:lnTo>
                  <a:lnTo>
                    <a:pt x="4310740" y="981972"/>
                  </a:lnTo>
                  <a:lnTo>
                    <a:pt x="4310834" y="981972"/>
                  </a:lnTo>
                  <a:lnTo>
                    <a:pt x="4310928" y="981972"/>
                  </a:lnTo>
                  <a:lnTo>
                    <a:pt x="4311022" y="981972"/>
                  </a:lnTo>
                  <a:lnTo>
                    <a:pt x="4311116" y="981972"/>
                  </a:lnTo>
                  <a:lnTo>
                    <a:pt x="4311210" y="981972"/>
                  </a:lnTo>
                  <a:lnTo>
                    <a:pt x="4311304" y="981972"/>
                  </a:lnTo>
                  <a:lnTo>
                    <a:pt x="4311398" y="981972"/>
                  </a:lnTo>
                  <a:lnTo>
                    <a:pt x="4311492" y="981972"/>
                  </a:lnTo>
                  <a:lnTo>
                    <a:pt x="4311586" y="981972"/>
                  </a:lnTo>
                  <a:lnTo>
                    <a:pt x="4311680" y="981972"/>
                  </a:lnTo>
                  <a:lnTo>
                    <a:pt x="4311774" y="981972"/>
                  </a:lnTo>
                  <a:lnTo>
                    <a:pt x="4311868" y="981972"/>
                  </a:lnTo>
                  <a:lnTo>
                    <a:pt x="4311962" y="981972"/>
                  </a:lnTo>
                  <a:lnTo>
                    <a:pt x="4312056" y="981972"/>
                  </a:lnTo>
                  <a:lnTo>
                    <a:pt x="4312150" y="981972"/>
                  </a:lnTo>
                  <a:lnTo>
                    <a:pt x="4312244" y="981972"/>
                  </a:lnTo>
                  <a:lnTo>
                    <a:pt x="4312338" y="981972"/>
                  </a:lnTo>
                  <a:lnTo>
                    <a:pt x="4312432" y="981972"/>
                  </a:lnTo>
                  <a:lnTo>
                    <a:pt x="4312526" y="981972"/>
                  </a:lnTo>
                  <a:lnTo>
                    <a:pt x="4312620" y="981972"/>
                  </a:lnTo>
                  <a:lnTo>
                    <a:pt x="4312714" y="981972"/>
                  </a:lnTo>
                  <a:lnTo>
                    <a:pt x="4312714" y="976692"/>
                  </a:lnTo>
                  <a:lnTo>
                    <a:pt x="4312808" y="976692"/>
                  </a:lnTo>
                  <a:lnTo>
                    <a:pt x="4312902" y="976692"/>
                  </a:lnTo>
                  <a:lnTo>
                    <a:pt x="4312996" y="976692"/>
                  </a:lnTo>
                  <a:lnTo>
                    <a:pt x="4313090" y="976692"/>
                  </a:lnTo>
                  <a:lnTo>
                    <a:pt x="4313184" y="976692"/>
                  </a:lnTo>
                  <a:lnTo>
                    <a:pt x="4313279" y="976692"/>
                  </a:lnTo>
                  <a:lnTo>
                    <a:pt x="4313373" y="976692"/>
                  </a:lnTo>
                  <a:lnTo>
                    <a:pt x="4313467" y="976692"/>
                  </a:lnTo>
                  <a:lnTo>
                    <a:pt x="4313561" y="976692"/>
                  </a:lnTo>
                  <a:lnTo>
                    <a:pt x="4313655" y="976692"/>
                  </a:lnTo>
                  <a:lnTo>
                    <a:pt x="4313749" y="976692"/>
                  </a:lnTo>
                  <a:lnTo>
                    <a:pt x="4313843" y="976692"/>
                  </a:lnTo>
                  <a:lnTo>
                    <a:pt x="4313937" y="976692"/>
                  </a:lnTo>
                  <a:lnTo>
                    <a:pt x="4314031" y="976692"/>
                  </a:lnTo>
                  <a:lnTo>
                    <a:pt x="4314125" y="976692"/>
                  </a:lnTo>
                  <a:lnTo>
                    <a:pt x="4314219" y="976692"/>
                  </a:lnTo>
                  <a:lnTo>
                    <a:pt x="4314313" y="976692"/>
                  </a:lnTo>
                  <a:lnTo>
                    <a:pt x="4314407" y="976692"/>
                  </a:lnTo>
                  <a:lnTo>
                    <a:pt x="4314501" y="976692"/>
                  </a:lnTo>
                  <a:lnTo>
                    <a:pt x="4314595" y="976692"/>
                  </a:lnTo>
                  <a:lnTo>
                    <a:pt x="4314689" y="976692"/>
                  </a:lnTo>
                  <a:lnTo>
                    <a:pt x="4314783" y="976692"/>
                  </a:lnTo>
                  <a:lnTo>
                    <a:pt x="4314877" y="976692"/>
                  </a:lnTo>
                  <a:lnTo>
                    <a:pt x="4314971" y="976692"/>
                  </a:lnTo>
                  <a:lnTo>
                    <a:pt x="4315065" y="976692"/>
                  </a:lnTo>
                  <a:lnTo>
                    <a:pt x="4315159" y="976692"/>
                  </a:lnTo>
                  <a:lnTo>
                    <a:pt x="4315253" y="976692"/>
                  </a:lnTo>
                  <a:lnTo>
                    <a:pt x="4315347" y="976692"/>
                  </a:lnTo>
                  <a:lnTo>
                    <a:pt x="4315441" y="976692"/>
                  </a:lnTo>
                  <a:lnTo>
                    <a:pt x="4315535" y="976692"/>
                  </a:lnTo>
                  <a:lnTo>
                    <a:pt x="4315629" y="976692"/>
                  </a:lnTo>
                  <a:lnTo>
                    <a:pt x="4315723" y="976692"/>
                  </a:lnTo>
                  <a:lnTo>
                    <a:pt x="4315817" y="976692"/>
                  </a:lnTo>
                  <a:lnTo>
                    <a:pt x="4315911" y="976692"/>
                  </a:lnTo>
                  <a:lnTo>
                    <a:pt x="4315911" y="971413"/>
                  </a:lnTo>
                  <a:lnTo>
                    <a:pt x="4316005" y="971413"/>
                  </a:lnTo>
                  <a:lnTo>
                    <a:pt x="4316099" y="971413"/>
                  </a:lnTo>
                  <a:lnTo>
                    <a:pt x="4316193" y="971413"/>
                  </a:lnTo>
                  <a:lnTo>
                    <a:pt x="4316287" y="971413"/>
                  </a:lnTo>
                  <a:lnTo>
                    <a:pt x="4316381" y="971413"/>
                  </a:lnTo>
                  <a:lnTo>
                    <a:pt x="4316475" y="971413"/>
                  </a:lnTo>
                  <a:lnTo>
                    <a:pt x="4316569" y="971413"/>
                  </a:lnTo>
                  <a:lnTo>
                    <a:pt x="4316663" y="971413"/>
                  </a:lnTo>
                  <a:lnTo>
                    <a:pt x="4316757" y="971413"/>
                  </a:lnTo>
                  <a:lnTo>
                    <a:pt x="4316852" y="971413"/>
                  </a:lnTo>
                  <a:lnTo>
                    <a:pt x="4316946" y="971413"/>
                  </a:lnTo>
                  <a:lnTo>
                    <a:pt x="4317040" y="971413"/>
                  </a:lnTo>
                  <a:lnTo>
                    <a:pt x="4317134" y="971413"/>
                  </a:lnTo>
                  <a:lnTo>
                    <a:pt x="4317228" y="971413"/>
                  </a:lnTo>
                  <a:lnTo>
                    <a:pt x="4317322" y="971413"/>
                  </a:lnTo>
                  <a:lnTo>
                    <a:pt x="4317416" y="971413"/>
                  </a:lnTo>
                  <a:lnTo>
                    <a:pt x="4317510" y="971413"/>
                  </a:lnTo>
                  <a:lnTo>
                    <a:pt x="4317604" y="971413"/>
                  </a:lnTo>
                  <a:lnTo>
                    <a:pt x="4317698" y="971413"/>
                  </a:lnTo>
                  <a:lnTo>
                    <a:pt x="4317792" y="971413"/>
                  </a:lnTo>
                  <a:lnTo>
                    <a:pt x="4317886" y="971413"/>
                  </a:lnTo>
                  <a:lnTo>
                    <a:pt x="4317980" y="971413"/>
                  </a:lnTo>
                  <a:lnTo>
                    <a:pt x="4318074" y="971413"/>
                  </a:lnTo>
                  <a:lnTo>
                    <a:pt x="4318168" y="971413"/>
                  </a:lnTo>
                  <a:lnTo>
                    <a:pt x="4318262" y="971413"/>
                  </a:lnTo>
                  <a:lnTo>
                    <a:pt x="4318356" y="971413"/>
                  </a:lnTo>
                  <a:lnTo>
                    <a:pt x="4318450" y="971413"/>
                  </a:lnTo>
                  <a:lnTo>
                    <a:pt x="4318544" y="971413"/>
                  </a:lnTo>
                  <a:lnTo>
                    <a:pt x="4318638" y="971413"/>
                  </a:lnTo>
                  <a:lnTo>
                    <a:pt x="4318732" y="971413"/>
                  </a:lnTo>
                  <a:lnTo>
                    <a:pt x="4318826" y="971413"/>
                  </a:lnTo>
                  <a:lnTo>
                    <a:pt x="4318920" y="971413"/>
                  </a:lnTo>
                  <a:lnTo>
                    <a:pt x="4319014" y="971413"/>
                  </a:lnTo>
                  <a:lnTo>
                    <a:pt x="4319108" y="971413"/>
                  </a:lnTo>
                  <a:lnTo>
                    <a:pt x="4319202" y="971413"/>
                  </a:lnTo>
                  <a:lnTo>
                    <a:pt x="4319296" y="971413"/>
                  </a:lnTo>
                  <a:lnTo>
                    <a:pt x="4319390" y="971413"/>
                  </a:lnTo>
                  <a:lnTo>
                    <a:pt x="4319484" y="971413"/>
                  </a:lnTo>
                  <a:lnTo>
                    <a:pt x="4319578" y="971413"/>
                  </a:lnTo>
                  <a:lnTo>
                    <a:pt x="4319672" y="971413"/>
                  </a:lnTo>
                  <a:lnTo>
                    <a:pt x="4319766" y="971413"/>
                  </a:lnTo>
                  <a:lnTo>
                    <a:pt x="4319860" y="971413"/>
                  </a:lnTo>
                  <a:lnTo>
                    <a:pt x="4319954" y="971413"/>
                  </a:lnTo>
                  <a:lnTo>
                    <a:pt x="4320048" y="971413"/>
                  </a:lnTo>
                  <a:lnTo>
                    <a:pt x="4320142" y="971413"/>
                  </a:lnTo>
                  <a:lnTo>
                    <a:pt x="4320236" y="971413"/>
                  </a:lnTo>
                  <a:lnTo>
                    <a:pt x="4320330" y="971413"/>
                  </a:lnTo>
                  <a:lnTo>
                    <a:pt x="4320425" y="971413"/>
                  </a:lnTo>
                  <a:lnTo>
                    <a:pt x="4320519" y="971413"/>
                  </a:lnTo>
                  <a:lnTo>
                    <a:pt x="4320613" y="971413"/>
                  </a:lnTo>
                  <a:lnTo>
                    <a:pt x="4320707" y="971413"/>
                  </a:lnTo>
                  <a:lnTo>
                    <a:pt x="4320801" y="971413"/>
                  </a:lnTo>
                  <a:lnTo>
                    <a:pt x="4320895" y="971413"/>
                  </a:lnTo>
                  <a:lnTo>
                    <a:pt x="4320989" y="971413"/>
                  </a:lnTo>
                  <a:lnTo>
                    <a:pt x="4321083" y="971413"/>
                  </a:lnTo>
                  <a:lnTo>
                    <a:pt x="4321177" y="971413"/>
                  </a:lnTo>
                  <a:lnTo>
                    <a:pt x="4321271" y="971413"/>
                  </a:lnTo>
                  <a:lnTo>
                    <a:pt x="4321365" y="971413"/>
                  </a:lnTo>
                  <a:lnTo>
                    <a:pt x="4321459" y="971413"/>
                  </a:lnTo>
                  <a:lnTo>
                    <a:pt x="4321553" y="971413"/>
                  </a:lnTo>
                  <a:lnTo>
                    <a:pt x="4321647" y="971413"/>
                  </a:lnTo>
                  <a:lnTo>
                    <a:pt x="4321741" y="971413"/>
                  </a:lnTo>
                  <a:lnTo>
                    <a:pt x="4321835" y="971413"/>
                  </a:lnTo>
                  <a:lnTo>
                    <a:pt x="4321929" y="971413"/>
                  </a:lnTo>
                  <a:lnTo>
                    <a:pt x="4322023" y="971413"/>
                  </a:lnTo>
                  <a:lnTo>
                    <a:pt x="4322117" y="971413"/>
                  </a:lnTo>
                  <a:lnTo>
                    <a:pt x="4322211" y="971413"/>
                  </a:lnTo>
                  <a:lnTo>
                    <a:pt x="4322305" y="971413"/>
                  </a:lnTo>
                  <a:lnTo>
                    <a:pt x="4322399" y="971413"/>
                  </a:lnTo>
                  <a:lnTo>
                    <a:pt x="4322493" y="971413"/>
                  </a:lnTo>
                  <a:lnTo>
                    <a:pt x="4322587" y="971413"/>
                  </a:lnTo>
                  <a:lnTo>
                    <a:pt x="4322681" y="971413"/>
                  </a:lnTo>
                  <a:lnTo>
                    <a:pt x="4322775" y="971413"/>
                  </a:lnTo>
                  <a:lnTo>
                    <a:pt x="4322869" y="971413"/>
                  </a:lnTo>
                  <a:lnTo>
                    <a:pt x="4322963" y="971413"/>
                  </a:lnTo>
                  <a:lnTo>
                    <a:pt x="4323057" y="971413"/>
                  </a:lnTo>
                  <a:lnTo>
                    <a:pt x="4323151" y="971413"/>
                  </a:lnTo>
                  <a:lnTo>
                    <a:pt x="4323245" y="971413"/>
                  </a:lnTo>
                  <a:lnTo>
                    <a:pt x="4323339" y="971413"/>
                  </a:lnTo>
                  <a:lnTo>
                    <a:pt x="4323433" y="971413"/>
                  </a:lnTo>
                  <a:lnTo>
                    <a:pt x="4323527" y="971413"/>
                  </a:lnTo>
                  <a:lnTo>
                    <a:pt x="4323621" y="971413"/>
                  </a:lnTo>
                  <a:lnTo>
                    <a:pt x="4323715" y="971413"/>
                  </a:lnTo>
                  <a:lnTo>
                    <a:pt x="4323809" y="971413"/>
                  </a:lnTo>
                  <a:lnTo>
                    <a:pt x="4323904" y="971413"/>
                  </a:lnTo>
                  <a:lnTo>
                    <a:pt x="4323998" y="971413"/>
                  </a:lnTo>
                  <a:lnTo>
                    <a:pt x="4324092" y="971413"/>
                  </a:lnTo>
                  <a:lnTo>
                    <a:pt x="4324186" y="971413"/>
                  </a:lnTo>
                  <a:lnTo>
                    <a:pt x="4324280" y="971413"/>
                  </a:lnTo>
                  <a:lnTo>
                    <a:pt x="4324374" y="971413"/>
                  </a:lnTo>
                  <a:lnTo>
                    <a:pt x="4324468" y="971413"/>
                  </a:lnTo>
                  <a:lnTo>
                    <a:pt x="4324562" y="971413"/>
                  </a:lnTo>
                  <a:lnTo>
                    <a:pt x="4324656" y="971413"/>
                  </a:lnTo>
                  <a:lnTo>
                    <a:pt x="4324750" y="971413"/>
                  </a:lnTo>
                  <a:lnTo>
                    <a:pt x="4324844" y="971413"/>
                  </a:lnTo>
                  <a:lnTo>
                    <a:pt x="4324938" y="971413"/>
                  </a:lnTo>
                  <a:lnTo>
                    <a:pt x="4325032" y="971413"/>
                  </a:lnTo>
                  <a:lnTo>
                    <a:pt x="4325126" y="971413"/>
                  </a:lnTo>
                  <a:lnTo>
                    <a:pt x="4325220" y="971413"/>
                  </a:lnTo>
                  <a:lnTo>
                    <a:pt x="4325314" y="971413"/>
                  </a:lnTo>
                  <a:lnTo>
                    <a:pt x="4325408" y="971413"/>
                  </a:lnTo>
                  <a:lnTo>
                    <a:pt x="4325502" y="971413"/>
                  </a:lnTo>
                  <a:lnTo>
                    <a:pt x="4325596" y="971413"/>
                  </a:lnTo>
                  <a:lnTo>
                    <a:pt x="4325690" y="971413"/>
                  </a:lnTo>
                  <a:lnTo>
                    <a:pt x="4325784" y="971413"/>
                  </a:lnTo>
                  <a:lnTo>
                    <a:pt x="4325878" y="971413"/>
                  </a:lnTo>
                  <a:lnTo>
                    <a:pt x="4325972" y="971413"/>
                  </a:lnTo>
                  <a:lnTo>
                    <a:pt x="4326066" y="971413"/>
                  </a:lnTo>
                  <a:lnTo>
                    <a:pt x="4326160" y="971413"/>
                  </a:lnTo>
                  <a:lnTo>
                    <a:pt x="4326254" y="971413"/>
                  </a:lnTo>
                  <a:lnTo>
                    <a:pt x="4326348" y="971413"/>
                  </a:lnTo>
                  <a:lnTo>
                    <a:pt x="4326442" y="971413"/>
                  </a:lnTo>
                  <a:lnTo>
                    <a:pt x="4326536" y="971413"/>
                  </a:lnTo>
                  <a:lnTo>
                    <a:pt x="4326630" y="971413"/>
                  </a:lnTo>
                  <a:lnTo>
                    <a:pt x="4326724" y="971413"/>
                  </a:lnTo>
                  <a:lnTo>
                    <a:pt x="4326818" y="971413"/>
                  </a:lnTo>
                  <a:lnTo>
                    <a:pt x="4326912" y="971413"/>
                  </a:lnTo>
                  <a:lnTo>
                    <a:pt x="4327006" y="971413"/>
                  </a:lnTo>
                  <a:lnTo>
                    <a:pt x="4327100" y="971413"/>
                  </a:lnTo>
                  <a:lnTo>
                    <a:pt x="4327194" y="971413"/>
                  </a:lnTo>
                  <a:lnTo>
                    <a:pt x="4327288" y="971413"/>
                  </a:lnTo>
                  <a:lnTo>
                    <a:pt x="4327382" y="971413"/>
                  </a:lnTo>
                  <a:lnTo>
                    <a:pt x="4327477" y="971413"/>
                  </a:lnTo>
                  <a:lnTo>
                    <a:pt x="4327571" y="971413"/>
                  </a:lnTo>
                  <a:lnTo>
                    <a:pt x="4327665" y="971413"/>
                  </a:lnTo>
                  <a:lnTo>
                    <a:pt x="4327759" y="971413"/>
                  </a:lnTo>
                  <a:lnTo>
                    <a:pt x="4327853" y="971413"/>
                  </a:lnTo>
                  <a:lnTo>
                    <a:pt x="4327947" y="971413"/>
                  </a:lnTo>
                  <a:lnTo>
                    <a:pt x="4328041" y="971413"/>
                  </a:lnTo>
                  <a:lnTo>
                    <a:pt x="4328135" y="971413"/>
                  </a:lnTo>
                  <a:lnTo>
                    <a:pt x="4328229" y="971413"/>
                  </a:lnTo>
                  <a:lnTo>
                    <a:pt x="4328323" y="971413"/>
                  </a:lnTo>
                  <a:lnTo>
                    <a:pt x="4328417" y="971413"/>
                  </a:lnTo>
                  <a:lnTo>
                    <a:pt x="4328511" y="971413"/>
                  </a:lnTo>
                  <a:lnTo>
                    <a:pt x="4328605" y="971413"/>
                  </a:lnTo>
                  <a:lnTo>
                    <a:pt x="4328699" y="971413"/>
                  </a:lnTo>
                  <a:lnTo>
                    <a:pt x="4328793" y="971413"/>
                  </a:lnTo>
                  <a:lnTo>
                    <a:pt x="4328887" y="971413"/>
                  </a:lnTo>
                  <a:lnTo>
                    <a:pt x="4328981" y="971413"/>
                  </a:lnTo>
                  <a:lnTo>
                    <a:pt x="4329075" y="971413"/>
                  </a:lnTo>
                  <a:lnTo>
                    <a:pt x="4329075" y="966134"/>
                  </a:lnTo>
                  <a:lnTo>
                    <a:pt x="4329169" y="966134"/>
                  </a:lnTo>
                  <a:lnTo>
                    <a:pt x="4329263" y="966134"/>
                  </a:lnTo>
                  <a:lnTo>
                    <a:pt x="4329357" y="966134"/>
                  </a:lnTo>
                  <a:lnTo>
                    <a:pt x="4329451" y="966134"/>
                  </a:lnTo>
                  <a:lnTo>
                    <a:pt x="4329545" y="966134"/>
                  </a:lnTo>
                  <a:lnTo>
                    <a:pt x="4329639" y="966134"/>
                  </a:lnTo>
                  <a:lnTo>
                    <a:pt x="4329733" y="966134"/>
                  </a:lnTo>
                  <a:lnTo>
                    <a:pt x="4329827" y="966134"/>
                  </a:lnTo>
                  <a:lnTo>
                    <a:pt x="4329921" y="966134"/>
                  </a:lnTo>
                  <a:lnTo>
                    <a:pt x="4330015" y="966134"/>
                  </a:lnTo>
                  <a:lnTo>
                    <a:pt x="4330109" y="966134"/>
                  </a:lnTo>
                  <a:lnTo>
                    <a:pt x="4330203" y="966134"/>
                  </a:lnTo>
                  <a:lnTo>
                    <a:pt x="4330297" y="966134"/>
                  </a:lnTo>
                  <a:lnTo>
                    <a:pt x="4330391" y="966134"/>
                  </a:lnTo>
                  <a:lnTo>
                    <a:pt x="4330485" y="966134"/>
                  </a:lnTo>
                  <a:lnTo>
                    <a:pt x="4330579" y="966134"/>
                  </a:lnTo>
                  <a:lnTo>
                    <a:pt x="4330673" y="966134"/>
                  </a:lnTo>
                  <a:lnTo>
                    <a:pt x="4330767" y="966134"/>
                  </a:lnTo>
                  <a:lnTo>
                    <a:pt x="4330861" y="966134"/>
                  </a:lnTo>
                  <a:lnTo>
                    <a:pt x="4330955" y="966134"/>
                  </a:lnTo>
                  <a:lnTo>
                    <a:pt x="4331050" y="966134"/>
                  </a:lnTo>
                  <a:lnTo>
                    <a:pt x="4331144" y="966134"/>
                  </a:lnTo>
                  <a:lnTo>
                    <a:pt x="4331238" y="966134"/>
                  </a:lnTo>
                  <a:lnTo>
                    <a:pt x="4331332" y="966134"/>
                  </a:lnTo>
                  <a:lnTo>
                    <a:pt x="4331426" y="966134"/>
                  </a:lnTo>
                  <a:lnTo>
                    <a:pt x="4331520" y="966134"/>
                  </a:lnTo>
                  <a:lnTo>
                    <a:pt x="4331614" y="966134"/>
                  </a:lnTo>
                  <a:lnTo>
                    <a:pt x="4331708" y="966134"/>
                  </a:lnTo>
                  <a:lnTo>
                    <a:pt x="4331802" y="966134"/>
                  </a:lnTo>
                  <a:lnTo>
                    <a:pt x="4331896" y="966134"/>
                  </a:lnTo>
                  <a:lnTo>
                    <a:pt x="4331990" y="966134"/>
                  </a:lnTo>
                  <a:lnTo>
                    <a:pt x="4332084" y="966134"/>
                  </a:lnTo>
                  <a:lnTo>
                    <a:pt x="4332178" y="966134"/>
                  </a:lnTo>
                  <a:lnTo>
                    <a:pt x="4332272" y="966134"/>
                  </a:lnTo>
                  <a:lnTo>
                    <a:pt x="4332272" y="960854"/>
                  </a:lnTo>
                  <a:lnTo>
                    <a:pt x="4332366" y="960854"/>
                  </a:lnTo>
                  <a:lnTo>
                    <a:pt x="4332460" y="960854"/>
                  </a:lnTo>
                  <a:lnTo>
                    <a:pt x="4332554" y="960854"/>
                  </a:lnTo>
                  <a:lnTo>
                    <a:pt x="4332648" y="960854"/>
                  </a:lnTo>
                  <a:lnTo>
                    <a:pt x="4332742" y="960854"/>
                  </a:lnTo>
                  <a:lnTo>
                    <a:pt x="4332836" y="960854"/>
                  </a:lnTo>
                  <a:lnTo>
                    <a:pt x="4332930" y="960854"/>
                  </a:lnTo>
                  <a:lnTo>
                    <a:pt x="4333024" y="960854"/>
                  </a:lnTo>
                  <a:lnTo>
                    <a:pt x="4333118" y="960854"/>
                  </a:lnTo>
                  <a:lnTo>
                    <a:pt x="4333212" y="960854"/>
                  </a:lnTo>
                  <a:lnTo>
                    <a:pt x="4333306" y="960854"/>
                  </a:lnTo>
                  <a:lnTo>
                    <a:pt x="4333400" y="960854"/>
                  </a:lnTo>
                  <a:lnTo>
                    <a:pt x="4333494" y="960854"/>
                  </a:lnTo>
                  <a:lnTo>
                    <a:pt x="4333588" y="960854"/>
                  </a:lnTo>
                  <a:lnTo>
                    <a:pt x="4333682" y="960854"/>
                  </a:lnTo>
                  <a:lnTo>
                    <a:pt x="4333776" y="960854"/>
                  </a:lnTo>
                  <a:lnTo>
                    <a:pt x="4333870" y="960854"/>
                  </a:lnTo>
                  <a:lnTo>
                    <a:pt x="4333964" y="960854"/>
                  </a:lnTo>
                  <a:lnTo>
                    <a:pt x="4334058" y="960854"/>
                  </a:lnTo>
                  <a:lnTo>
                    <a:pt x="4334152" y="960854"/>
                  </a:lnTo>
                  <a:lnTo>
                    <a:pt x="4334246" y="960854"/>
                  </a:lnTo>
                  <a:lnTo>
                    <a:pt x="4334340" y="960854"/>
                  </a:lnTo>
                  <a:lnTo>
                    <a:pt x="4334434" y="960854"/>
                  </a:lnTo>
                  <a:lnTo>
                    <a:pt x="4334529" y="960854"/>
                  </a:lnTo>
                  <a:lnTo>
                    <a:pt x="4334623" y="960854"/>
                  </a:lnTo>
                  <a:lnTo>
                    <a:pt x="4334717" y="960854"/>
                  </a:lnTo>
                  <a:lnTo>
                    <a:pt x="4334811" y="960854"/>
                  </a:lnTo>
                  <a:lnTo>
                    <a:pt x="4334905" y="960854"/>
                  </a:lnTo>
                  <a:lnTo>
                    <a:pt x="4334999" y="960854"/>
                  </a:lnTo>
                  <a:lnTo>
                    <a:pt x="4335093" y="960854"/>
                  </a:lnTo>
                  <a:lnTo>
                    <a:pt x="4335187" y="960854"/>
                  </a:lnTo>
                  <a:lnTo>
                    <a:pt x="4335281" y="960854"/>
                  </a:lnTo>
                  <a:lnTo>
                    <a:pt x="4335375" y="960854"/>
                  </a:lnTo>
                  <a:lnTo>
                    <a:pt x="4335469" y="960854"/>
                  </a:lnTo>
                  <a:lnTo>
                    <a:pt x="4335563" y="960854"/>
                  </a:lnTo>
                  <a:lnTo>
                    <a:pt x="4335657" y="960854"/>
                  </a:lnTo>
                  <a:lnTo>
                    <a:pt x="4335751" y="960854"/>
                  </a:lnTo>
                  <a:lnTo>
                    <a:pt x="4335845" y="960854"/>
                  </a:lnTo>
                  <a:lnTo>
                    <a:pt x="4335939" y="960854"/>
                  </a:lnTo>
                  <a:lnTo>
                    <a:pt x="4336033" y="960854"/>
                  </a:lnTo>
                  <a:lnTo>
                    <a:pt x="4336127" y="960854"/>
                  </a:lnTo>
                  <a:lnTo>
                    <a:pt x="4336221" y="960854"/>
                  </a:lnTo>
                  <a:lnTo>
                    <a:pt x="4336221" y="955575"/>
                  </a:lnTo>
                  <a:lnTo>
                    <a:pt x="4336315" y="955575"/>
                  </a:lnTo>
                  <a:lnTo>
                    <a:pt x="4336409" y="955575"/>
                  </a:lnTo>
                  <a:lnTo>
                    <a:pt x="4336503" y="955575"/>
                  </a:lnTo>
                  <a:lnTo>
                    <a:pt x="4336597" y="955575"/>
                  </a:lnTo>
                  <a:lnTo>
                    <a:pt x="4336691" y="955575"/>
                  </a:lnTo>
                  <a:lnTo>
                    <a:pt x="4336785" y="955575"/>
                  </a:lnTo>
                  <a:lnTo>
                    <a:pt x="4336879" y="955575"/>
                  </a:lnTo>
                  <a:lnTo>
                    <a:pt x="4336973" y="955575"/>
                  </a:lnTo>
                  <a:lnTo>
                    <a:pt x="4337067" y="955575"/>
                  </a:lnTo>
                  <a:lnTo>
                    <a:pt x="4337161" y="955575"/>
                  </a:lnTo>
                  <a:lnTo>
                    <a:pt x="4337255" y="955575"/>
                  </a:lnTo>
                  <a:lnTo>
                    <a:pt x="4337349" y="955575"/>
                  </a:lnTo>
                  <a:lnTo>
                    <a:pt x="4337443" y="955575"/>
                  </a:lnTo>
                  <a:lnTo>
                    <a:pt x="4337537" y="955575"/>
                  </a:lnTo>
                  <a:lnTo>
                    <a:pt x="4337631" y="955575"/>
                  </a:lnTo>
                  <a:lnTo>
                    <a:pt x="4337725" y="955575"/>
                  </a:lnTo>
                  <a:lnTo>
                    <a:pt x="4337819" y="955575"/>
                  </a:lnTo>
                  <a:lnTo>
                    <a:pt x="4337913" y="955575"/>
                  </a:lnTo>
                  <a:lnTo>
                    <a:pt x="4338007" y="955575"/>
                  </a:lnTo>
                  <a:lnTo>
                    <a:pt x="4338102" y="955575"/>
                  </a:lnTo>
                  <a:lnTo>
                    <a:pt x="4338196" y="955575"/>
                  </a:lnTo>
                  <a:lnTo>
                    <a:pt x="4338290" y="955575"/>
                  </a:lnTo>
                  <a:lnTo>
                    <a:pt x="4338384" y="955575"/>
                  </a:lnTo>
                  <a:lnTo>
                    <a:pt x="4338478" y="955575"/>
                  </a:lnTo>
                  <a:lnTo>
                    <a:pt x="4338572" y="955575"/>
                  </a:lnTo>
                  <a:lnTo>
                    <a:pt x="4338666" y="955575"/>
                  </a:lnTo>
                  <a:lnTo>
                    <a:pt x="4338760" y="955575"/>
                  </a:lnTo>
                  <a:lnTo>
                    <a:pt x="4338854" y="955575"/>
                  </a:lnTo>
                  <a:lnTo>
                    <a:pt x="4338948" y="955575"/>
                  </a:lnTo>
                  <a:lnTo>
                    <a:pt x="4339042" y="955575"/>
                  </a:lnTo>
                  <a:lnTo>
                    <a:pt x="4339136" y="955575"/>
                  </a:lnTo>
                  <a:lnTo>
                    <a:pt x="4339230" y="955575"/>
                  </a:lnTo>
                  <a:lnTo>
                    <a:pt x="4339324" y="955575"/>
                  </a:lnTo>
                  <a:lnTo>
                    <a:pt x="4339418" y="955575"/>
                  </a:lnTo>
                  <a:lnTo>
                    <a:pt x="4339512" y="955575"/>
                  </a:lnTo>
                  <a:lnTo>
                    <a:pt x="4339606" y="955575"/>
                  </a:lnTo>
                  <a:lnTo>
                    <a:pt x="4339700" y="955575"/>
                  </a:lnTo>
                  <a:lnTo>
                    <a:pt x="4339794" y="955575"/>
                  </a:lnTo>
                  <a:lnTo>
                    <a:pt x="4339888" y="955575"/>
                  </a:lnTo>
                  <a:lnTo>
                    <a:pt x="4339982" y="955575"/>
                  </a:lnTo>
                  <a:lnTo>
                    <a:pt x="4340076" y="955575"/>
                  </a:lnTo>
                  <a:lnTo>
                    <a:pt x="4340170" y="955575"/>
                  </a:lnTo>
                  <a:lnTo>
                    <a:pt x="4340264" y="955575"/>
                  </a:lnTo>
                  <a:lnTo>
                    <a:pt x="4340358" y="955575"/>
                  </a:lnTo>
                  <a:lnTo>
                    <a:pt x="4340452" y="955575"/>
                  </a:lnTo>
                  <a:lnTo>
                    <a:pt x="4340546" y="955575"/>
                  </a:lnTo>
                  <a:lnTo>
                    <a:pt x="4340640" y="955575"/>
                  </a:lnTo>
                  <a:lnTo>
                    <a:pt x="4340734" y="955575"/>
                  </a:lnTo>
                  <a:lnTo>
                    <a:pt x="4340828" y="955575"/>
                  </a:lnTo>
                  <a:lnTo>
                    <a:pt x="4340922" y="955575"/>
                  </a:lnTo>
                  <a:lnTo>
                    <a:pt x="4341016" y="955575"/>
                  </a:lnTo>
                  <a:lnTo>
                    <a:pt x="4341110" y="955575"/>
                  </a:lnTo>
                  <a:lnTo>
                    <a:pt x="4341204" y="955575"/>
                  </a:lnTo>
                  <a:lnTo>
                    <a:pt x="4341298" y="955575"/>
                  </a:lnTo>
                  <a:lnTo>
                    <a:pt x="4341392" y="955575"/>
                  </a:lnTo>
                  <a:lnTo>
                    <a:pt x="4341486" y="955575"/>
                  </a:lnTo>
                  <a:lnTo>
                    <a:pt x="4341580" y="955575"/>
                  </a:lnTo>
                  <a:lnTo>
                    <a:pt x="4341675" y="955575"/>
                  </a:lnTo>
                  <a:lnTo>
                    <a:pt x="4341769" y="955575"/>
                  </a:lnTo>
                  <a:lnTo>
                    <a:pt x="4341863" y="955575"/>
                  </a:lnTo>
                  <a:lnTo>
                    <a:pt x="4341957" y="955575"/>
                  </a:lnTo>
                  <a:lnTo>
                    <a:pt x="4342051" y="955575"/>
                  </a:lnTo>
                  <a:lnTo>
                    <a:pt x="4342145" y="955575"/>
                  </a:lnTo>
                  <a:lnTo>
                    <a:pt x="4342239" y="955575"/>
                  </a:lnTo>
                  <a:lnTo>
                    <a:pt x="4342333" y="955575"/>
                  </a:lnTo>
                  <a:lnTo>
                    <a:pt x="4342427" y="955575"/>
                  </a:lnTo>
                  <a:lnTo>
                    <a:pt x="4342521" y="955575"/>
                  </a:lnTo>
                  <a:lnTo>
                    <a:pt x="4342615" y="955575"/>
                  </a:lnTo>
                  <a:lnTo>
                    <a:pt x="4342709" y="955575"/>
                  </a:lnTo>
                  <a:lnTo>
                    <a:pt x="4342803" y="955575"/>
                  </a:lnTo>
                  <a:lnTo>
                    <a:pt x="4342897" y="955575"/>
                  </a:lnTo>
                  <a:lnTo>
                    <a:pt x="4342991" y="955575"/>
                  </a:lnTo>
                  <a:lnTo>
                    <a:pt x="4343085" y="955575"/>
                  </a:lnTo>
                  <a:lnTo>
                    <a:pt x="4343179" y="955575"/>
                  </a:lnTo>
                  <a:lnTo>
                    <a:pt x="4343273" y="955575"/>
                  </a:lnTo>
                  <a:lnTo>
                    <a:pt x="4343367" y="955575"/>
                  </a:lnTo>
                  <a:lnTo>
                    <a:pt x="4343367" y="950295"/>
                  </a:lnTo>
                  <a:lnTo>
                    <a:pt x="4343461" y="950295"/>
                  </a:lnTo>
                  <a:lnTo>
                    <a:pt x="4343555" y="950295"/>
                  </a:lnTo>
                  <a:lnTo>
                    <a:pt x="4343649" y="950295"/>
                  </a:lnTo>
                  <a:lnTo>
                    <a:pt x="4343743" y="950295"/>
                  </a:lnTo>
                  <a:lnTo>
                    <a:pt x="4343837" y="950295"/>
                  </a:lnTo>
                  <a:lnTo>
                    <a:pt x="4343931" y="950295"/>
                  </a:lnTo>
                  <a:lnTo>
                    <a:pt x="4344025" y="950295"/>
                  </a:lnTo>
                  <a:lnTo>
                    <a:pt x="4344119" y="950295"/>
                  </a:lnTo>
                  <a:lnTo>
                    <a:pt x="4344213" y="950295"/>
                  </a:lnTo>
                  <a:lnTo>
                    <a:pt x="4344307" y="950295"/>
                  </a:lnTo>
                  <a:lnTo>
                    <a:pt x="4344401" y="950295"/>
                  </a:lnTo>
                  <a:lnTo>
                    <a:pt x="4344495" y="950295"/>
                  </a:lnTo>
                  <a:lnTo>
                    <a:pt x="4344589" y="950295"/>
                  </a:lnTo>
                  <a:lnTo>
                    <a:pt x="4344683" y="950295"/>
                  </a:lnTo>
                  <a:lnTo>
                    <a:pt x="4344777" y="950295"/>
                  </a:lnTo>
                  <a:lnTo>
                    <a:pt x="4344871" y="950295"/>
                  </a:lnTo>
                  <a:lnTo>
                    <a:pt x="4344965" y="950295"/>
                  </a:lnTo>
                  <a:lnTo>
                    <a:pt x="4345059" y="950295"/>
                  </a:lnTo>
                  <a:lnTo>
                    <a:pt x="4345154" y="950295"/>
                  </a:lnTo>
                  <a:lnTo>
                    <a:pt x="4345248" y="950295"/>
                  </a:lnTo>
                  <a:lnTo>
                    <a:pt x="4345342" y="950295"/>
                  </a:lnTo>
                  <a:lnTo>
                    <a:pt x="4345436" y="950295"/>
                  </a:lnTo>
                  <a:lnTo>
                    <a:pt x="4345530" y="950295"/>
                  </a:lnTo>
                  <a:lnTo>
                    <a:pt x="4345624" y="950295"/>
                  </a:lnTo>
                  <a:lnTo>
                    <a:pt x="4345718" y="950295"/>
                  </a:lnTo>
                  <a:lnTo>
                    <a:pt x="4345812" y="950295"/>
                  </a:lnTo>
                  <a:lnTo>
                    <a:pt x="4345906" y="950295"/>
                  </a:lnTo>
                  <a:lnTo>
                    <a:pt x="4346000" y="950295"/>
                  </a:lnTo>
                  <a:lnTo>
                    <a:pt x="4346094" y="950295"/>
                  </a:lnTo>
                  <a:lnTo>
                    <a:pt x="4346188" y="950295"/>
                  </a:lnTo>
                  <a:lnTo>
                    <a:pt x="4346282" y="950295"/>
                  </a:lnTo>
                  <a:lnTo>
                    <a:pt x="4346376" y="950295"/>
                  </a:lnTo>
                  <a:lnTo>
                    <a:pt x="4346470" y="950295"/>
                  </a:lnTo>
                  <a:lnTo>
                    <a:pt x="4346564" y="950295"/>
                  </a:lnTo>
                  <a:lnTo>
                    <a:pt x="4346658" y="950295"/>
                  </a:lnTo>
                  <a:lnTo>
                    <a:pt x="4346752" y="950295"/>
                  </a:lnTo>
                  <a:lnTo>
                    <a:pt x="4346846" y="950295"/>
                  </a:lnTo>
                  <a:lnTo>
                    <a:pt x="4346940" y="950295"/>
                  </a:lnTo>
                  <a:lnTo>
                    <a:pt x="4347034" y="950295"/>
                  </a:lnTo>
                  <a:lnTo>
                    <a:pt x="4347128" y="950295"/>
                  </a:lnTo>
                  <a:lnTo>
                    <a:pt x="4347222" y="950295"/>
                  </a:lnTo>
                  <a:lnTo>
                    <a:pt x="4347316" y="950295"/>
                  </a:lnTo>
                  <a:lnTo>
                    <a:pt x="4347410" y="950295"/>
                  </a:lnTo>
                  <a:lnTo>
                    <a:pt x="4347504" y="950295"/>
                  </a:lnTo>
                  <a:lnTo>
                    <a:pt x="4347598" y="950295"/>
                  </a:lnTo>
                  <a:lnTo>
                    <a:pt x="4347692" y="950295"/>
                  </a:lnTo>
                  <a:lnTo>
                    <a:pt x="4347786" y="950295"/>
                  </a:lnTo>
                  <a:lnTo>
                    <a:pt x="4347880" y="950295"/>
                  </a:lnTo>
                  <a:lnTo>
                    <a:pt x="4347974" y="950295"/>
                  </a:lnTo>
                  <a:lnTo>
                    <a:pt x="4348068" y="950295"/>
                  </a:lnTo>
                  <a:lnTo>
                    <a:pt x="4348162" y="950295"/>
                  </a:lnTo>
                  <a:lnTo>
                    <a:pt x="4348256" y="950295"/>
                  </a:lnTo>
                  <a:lnTo>
                    <a:pt x="4348350" y="950295"/>
                  </a:lnTo>
                  <a:lnTo>
                    <a:pt x="4348444" y="950295"/>
                  </a:lnTo>
                  <a:lnTo>
                    <a:pt x="4348538" y="950295"/>
                  </a:lnTo>
                  <a:lnTo>
                    <a:pt x="4348632" y="950295"/>
                  </a:lnTo>
                  <a:lnTo>
                    <a:pt x="4348727" y="950295"/>
                  </a:lnTo>
                  <a:lnTo>
                    <a:pt x="4348821" y="950295"/>
                  </a:lnTo>
                  <a:lnTo>
                    <a:pt x="4348915" y="950295"/>
                  </a:lnTo>
                  <a:lnTo>
                    <a:pt x="4349009" y="950295"/>
                  </a:lnTo>
                  <a:lnTo>
                    <a:pt x="4349103" y="950295"/>
                  </a:lnTo>
                  <a:lnTo>
                    <a:pt x="4349197" y="950295"/>
                  </a:lnTo>
                  <a:lnTo>
                    <a:pt x="4349291" y="950295"/>
                  </a:lnTo>
                  <a:lnTo>
                    <a:pt x="4349385" y="950295"/>
                  </a:lnTo>
                  <a:lnTo>
                    <a:pt x="4349479" y="950295"/>
                  </a:lnTo>
                  <a:lnTo>
                    <a:pt x="4349573" y="950295"/>
                  </a:lnTo>
                  <a:lnTo>
                    <a:pt x="4349667" y="950295"/>
                  </a:lnTo>
                  <a:lnTo>
                    <a:pt x="4349761" y="950295"/>
                  </a:lnTo>
                  <a:lnTo>
                    <a:pt x="4349855" y="950295"/>
                  </a:lnTo>
                  <a:lnTo>
                    <a:pt x="4349949" y="950295"/>
                  </a:lnTo>
                  <a:lnTo>
                    <a:pt x="4350043" y="950295"/>
                  </a:lnTo>
                  <a:lnTo>
                    <a:pt x="4350137" y="950295"/>
                  </a:lnTo>
                  <a:lnTo>
                    <a:pt x="4350231" y="950295"/>
                  </a:lnTo>
                  <a:lnTo>
                    <a:pt x="4350325" y="950295"/>
                  </a:lnTo>
                  <a:lnTo>
                    <a:pt x="4350419" y="950295"/>
                  </a:lnTo>
                  <a:lnTo>
                    <a:pt x="4350513" y="950295"/>
                  </a:lnTo>
                  <a:lnTo>
                    <a:pt x="4350607" y="950295"/>
                  </a:lnTo>
                  <a:lnTo>
                    <a:pt x="4350701" y="950295"/>
                  </a:lnTo>
                  <a:lnTo>
                    <a:pt x="4350795" y="950295"/>
                  </a:lnTo>
                  <a:lnTo>
                    <a:pt x="4350795" y="945016"/>
                  </a:lnTo>
                  <a:lnTo>
                    <a:pt x="4350889" y="945016"/>
                  </a:lnTo>
                  <a:lnTo>
                    <a:pt x="4350983" y="945016"/>
                  </a:lnTo>
                  <a:lnTo>
                    <a:pt x="4351077" y="945016"/>
                  </a:lnTo>
                  <a:lnTo>
                    <a:pt x="4351171" y="945016"/>
                  </a:lnTo>
                  <a:lnTo>
                    <a:pt x="4351265" y="945016"/>
                  </a:lnTo>
                  <a:lnTo>
                    <a:pt x="4351359" y="945016"/>
                  </a:lnTo>
                  <a:lnTo>
                    <a:pt x="4351453" y="945016"/>
                  </a:lnTo>
                  <a:lnTo>
                    <a:pt x="4351547" y="945016"/>
                  </a:lnTo>
                  <a:lnTo>
                    <a:pt x="4351641" y="945016"/>
                  </a:lnTo>
                  <a:lnTo>
                    <a:pt x="4351735" y="945016"/>
                  </a:lnTo>
                  <a:lnTo>
                    <a:pt x="4351829" y="945016"/>
                  </a:lnTo>
                  <a:lnTo>
                    <a:pt x="4351923" y="945016"/>
                  </a:lnTo>
                  <a:lnTo>
                    <a:pt x="4352017" y="945016"/>
                  </a:lnTo>
                  <a:lnTo>
                    <a:pt x="4352111" y="945016"/>
                  </a:lnTo>
                  <a:lnTo>
                    <a:pt x="4352205" y="945016"/>
                  </a:lnTo>
                  <a:lnTo>
                    <a:pt x="4352300" y="945016"/>
                  </a:lnTo>
                  <a:lnTo>
                    <a:pt x="4352394" y="945016"/>
                  </a:lnTo>
                  <a:lnTo>
                    <a:pt x="4352488" y="945016"/>
                  </a:lnTo>
                  <a:lnTo>
                    <a:pt x="4352582" y="945016"/>
                  </a:lnTo>
                  <a:lnTo>
                    <a:pt x="4352676" y="945016"/>
                  </a:lnTo>
                  <a:lnTo>
                    <a:pt x="4352770" y="945016"/>
                  </a:lnTo>
                  <a:lnTo>
                    <a:pt x="4352864" y="945016"/>
                  </a:lnTo>
                  <a:lnTo>
                    <a:pt x="4352958" y="945016"/>
                  </a:lnTo>
                  <a:lnTo>
                    <a:pt x="4353052" y="945016"/>
                  </a:lnTo>
                  <a:lnTo>
                    <a:pt x="4353146" y="945016"/>
                  </a:lnTo>
                  <a:lnTo>
                    <a:pt x="4353240" y="945016"/>
                  </a:lnTo>
                  <a:lnTo>
                    <a:pt x="4353334" y="945016"/>
                  </a:lnTo>
                  <a:lnTo>
                    <a:pt x="4353428" y="945016"/>
                  </a:lnTo>
                  <a:lnTo>
                    <a:pt x="4353522" y="945016"/>
                  </a:lnTo>
                  <a:lnTo>
                    <a:pt x="4353616" y="945016"/>
                  </a:lnTo>
                  <a:lnTo>
                    <a:pt x="4353710" y="945016"/>
                  </a:lnTo>
                  <a:lnTo>
                    <a:pt x="4353804" y="945016"/>
                  </a:lnTo>
                  <a:lnTo>
                    <a:pt x="4353898" y="945016"/>
                  </a:lnTo>
                  <a:lnTo>
                    <a:pt x="4353992" y="945016"/>
                  </a:lnTo>
                  <a:lnTo>
                    <a:pt x="4354086" y="945016"/>
                  </a:lnTo>
                  <a:lnTo>
                    <a:pt x="4354180" y="945016"/>
                  </a:lnTo>
                  <a:lnTo>
                    <a:pt x="4354274" y="945016"/>
                  </a:lnTo>
                  <a:lnTo>
                    <a:pt x="4354368" y="945016"/>
                  </a:lnTo>
                  <a:lnTo>
                    <a:pt x="4354462" y="945016"/>
                  </a:lnTo>
                  <a:lnTo>
                    <a:pt x="4354556" y="945016"/>
                  </a:lnTo>
                  <a:lnTo>
                    <a:pt x="4354650" y="945016"/>
                  </a:lnTo>
                  <a:lnTo>
                    <a:pt x="4354744" y="945016"/>
                  </a:lnTo>
                  <a:lnTo>
                    <a:pt x="4354838" y="945016"/>
                  </a:lnTo>
                  <a:lnTo>
                    <a:pt x="4354932" y="945016"/>
                  </a:lnTo>
                  <a:lnTo>
                    <a:pt x="4355026" y="945016"/>
                  </a:lnTo>
                  <a:lnTo>
                    <a:pt x="4355120" y="945016"/>
                  </a:lnTo>
                  <a:lnTo>
                    <a:pt x="4355214" y="945016"/>
                  </a:lnTo>
                  <a:lnTo>
                    <a:pt x="4355308" y="945016"/>
                  </a:lnTo>
                  <a:lnTo>
                    <a:pt x="4355402" y="945016"/>
                  </a:lnTo>
                  <a:lnTo>
                    <a:pt x="4355496" y="945016"/>
                  </a:lnTo>
                  <a:lnTo>
                    <a:pt x="4355590" y="945016"/>
                  </a:lnTo>
                  <a:lnTo>
                    <a:pt x="4355684" y="945016"/>
                  </a:lnTo>
                  <a:lnTo>
                    <a:pt x="4355684" y="939736"/>
                  </a:lnTo>
                  <a:lnTo>
                    <a:pt x="4355778" y="939736"/>
                  </a:lnTo>
                  <a:lnTo>
                    <a:pt x="4355873" y="939736"/>
                  </a:lnTo>
                  <a:lnTo>
                    <a:pt x="4355967" y="939736"/>
                  </a:lnTo>
                  <a:lnTo>
                    <a:pt x="4356061" y="939736"/>
                  </a:lnTo>
                  <a:lnTo>
                    <a:pt x="4356155" y="939736"/>
                  </a:lnTo>
                  <a:lnTo>
                    <a:pt x="4356249" y="939736"/>
                  </a:lnTo>
                  <a:lnTo>
                    <a:pt x="4356343" y="939736"/>
                  </a:lnTo>
                  <a:lnTo>
                    <a:pt x="4356437" y="939736"/>
                  </a:lnTo>
                  <a:lnTo>
                    <a:pt x="4356531" y="939736"/>
                  </a:lnTo>
                  <a:lnTo>
                    <a:pt x="4356625" y="939736"/>
                  </a:lnTo>
                  <a:lnTo>
                    <a:pt x="4356719" y="939736"/>
                  </a:lnTo>
                  <a:lnTo>
                    <a:pt x="4356813" y="939736"/>
                  </a:lnTo>
                  <a:lnTo>
                    <a:pt x="4356907" y="939736"/>
                  </a:lnTo>
                  <a:lnTo>
                    <a:pt x="4357001" y="939736"/>
                  </a:lnTo>
                  <a:lnTo>
                    <a:pt x="4357095" y="939736"/>
                  </a:lnTo>
                  <a:lnTo>
                    <a:pt x="4357189" y="939736"/>
                  </a:lnTo>
                  <a:lnTo>
                    <a:pt x="4357283" y="939736"/>
                  </a:lnTo>
                  <a:lnTo>
                    <a:pt x="4357377" y="939736"/>
                  </a:lnTo>
                  <a:lnTo>
                    <a:pt x="4357471" y="939736"/>
                  </a:lnTo>
                  <a:lnTo>
                    <a:pt x="4357565" y="939736"/>
                  </a:lnTo>
                  <a:lnTo>
                    <a:pt x="4357659" y="939736"/>
                  </a:lnTo>
                  <a:lnTo>
                    <a:pt x="4357753" y="939736"/>
                  </a:lnTo>
                  <a:lnTo>
                    <a:pt x="4357847" y="939736"/>
                  </a:lnTo>
                  <a:lnTo>
                    <a:pt x="4357941" y="939736"/>
                  </a:lnTo>
                  <a:lnTo>
                    <a:pt x="4358035" y="939736"/>
                  </a:lnTo>
                  <a:lnTo>
                    <a:pt x="4358129" y="939736"/>
                  </a:lnTo>
                  <a:lnTo>
                    <a:pt x="4358223" y="939736"/>
                  </a:lnTo>
                  <a:lnTo>
                    <a:pt x="4358317" y="939736"/>
                  </a:lnTo>
                  <a:lnTo>
                    <a:pt x="4358411" y="939736"/>
                  </a:lnTo>
                  <a:lnTo>
                    <a:pt x="4358505" y="939736"/>
                  </a:lnTo>
                  <a:lnTo>
                    <a:pt x="4358599" y="939736"/>
                  </a:lnTo>
                  <a:lnTo>
                    <a:pt x="4358693" y="939736"/>
                  </a:lnTo>
                  <a:lnTo>
                    <a:pt x="4358787" y="939736"/>
                  </a:lnTo>
                  <a:lnTo>
                    <a:pt x="4358881" y="939736"/>
                  </a:lnTo>
                  <a:lnTo>
                    <a:pt x="4358975" y="939736"/>
                  </a:lnTo>
                  <a:lnTo>
                    <a:pt x="4359069" y="939736"/>
                  </a:lnTo>
                  <a:lnTo>
                    <a:pt x="4359163" y="939736"/>
                  </a:lnTo>
                  <a:lnTo>
                    <a:pt x="4359257" y="939736"/>
                  </a:lnTo>
                  <a:lnTo>
                    <a:pt x="4359352" y="939736"/>
                  </a:lnTo>
                  <a:lnTo>
                    <a:pt x="4359446" y="939736"/>
                  </a:lnTo>
                  <a:lnTo>
                    <a:pt x="4359540" y="939736"/>
                  </a:lnTo>
                  <a:lnTo>
                    <a:pt x="4359634" y="939736"/>
                  </a:lnTo>
                  <a:lnTo>
                    <a:pt x="4359634" y="934457"/>
                  </a:lnTo>
                  <a:lnTo>
                    <a:pt x="4359728" y="934457"/>
                  </a:lnTo>
                  <a:lnTo>
                    <a:pt x="4359822" y="934457"/>
                  </a:lnTo>
                  <a:lnTo>
                    <a:pt x="4359916" y="934457"/>
                  </a:lnTo>
                  <a:lnTo>
                    <a:pt x="4360010" y="934457"/>
                  </a:lnTo>
                  <a:lnTo>
                    <a:pt x="4360104" y="934457"/>
                  </a:lnTo>
                  <a:lnTo>
                    <a:pt x="4360198" y="934457"/>
                  </a:lnTo>
                  <a:lnTo>
                    <a:pt x="4360292" y="934457"/>
                  </a:lnTo>
                  <a:lnTo>
                    <a:pt x="4360386" y="934457"/>
                  </a:lnTo>
                  <a:lnTo>
                    <a:pt x="4360480" y="934457"/>
                  </a:lnTo>
                  <a:lnTo>
                    <a:pt x="4360574" y="934457"/>
                  </a:lnTo>
                  <a:lnTo>
                    <a:pt x="4360668" y="934457"/>
                  </a:lnTo>
                  <a:lnTo>
                    <a:pt x="4360762" y="934457"/>
                  </a:lnTo>
                  <a:lnTo>
                    <a:pt x="4360856" y="934457"/>
                  </a:lnTo>
                  <a:lnTo>
                    <a:pt x="4360950" y="934457"/>
                  </a:lnTo>
                  <a:lnTo>
                    <a:pt x="4361044" y="934457"/>
                  </a:lnTo>
                  <a:lnTo>
                    <a:pt x="4361138" y="934457"/>
                  </a:lnTo>
                  <a:lnTo>
                    <a:pt x="4361232" y="934457"/>
                  </a:lnTo>
                  <a:lnTo>
                    <a:pt x="4361326" y="934457"/>
                  </a:lnTo>
                  <a:lnTo>
                    <a:pt x="4361420" y="934457"/>
                  </a:lnTo>
                  <a:lnTo>
                    <a:pt x="4361514" y="934457"/>
                  </a:lnTo>
                  <a:lnTo>
                    <a:pt x="4361608" y="934457"/>
                  </a:lnTo>
                  <a:lnTo>
                    <a:pt x="4361702" y="934457"/>
                  </a:lnTo>
                  <a:lnTo>
                    <a:pt x="4361796" y="934457"/>
                  </a:lnTo>
                  <a:lnTo>
                    <a:pt x="4361890" y="934457"/>
                  </a:lnTo>
                  <a:lnTo>
                    <a:pt x="4361984" y="934457"/>
                  </a:lnTo>
                  <a:lnTo>
                    <a:pt x="4362078" y="934457"/>
                  </a:lnTo>
                  <a:lnTo>
                    <a:pt x="4362172" y="934457"/>
                  </a:lnTo>
                  <a:lnTo>
                    <a:pt x="4362266" y="934457"/>
                  </a:lnTo>
                  <a:lnTo>
                    <a:pt x="4362360" y="934457"/>
                  </a:lnTo>
                  <a:lnTo>
                    <a:pt x="4362454" y="934457"/>
                  </a:lnTo>
                  <a:lnTo>
                    <a:pt x="4362548" y="934457"/>
                  </a:lnTo>
                  <a:lnTo>
                    <a:pt x="4362642" y="934457"/>
                  </a:lnTo>
                  <a:lnTo>
                    <a:pt x="4362736" y="934457"/>
                  </a:lnTo>
                  <a:lnTo>
                    <a:pt x="4362830" y="934457"/>
                  </a:lnTo>
                  <a:lnTo>
                    <a:pt x="4362925" y="934457"/>
                  </a:lnTo>
                  <a:lnTo>
                    <a:pt x="4363019" y="934457"/>
                  </a:lnTo>
                  <a:lnTo>
                    <a:pt x="4363113" y="934457"/>
                  </a:lnTo>
                  <a:lnTo>
                    <a:pt x="4363207" y="934457"/>
                  </a:lnTo>
                  <a:lnTo>
                    <a:pt x="4363301" y="934457"/>
                  </a:lnTo>
                  <a:lnTo>
                    <a:pt x="4363395" y="934457"/>
                  </a:lnTo>
                  <a:lnTo>
                    <a:pt x="4363489" y="934457"/>
                  </a:lnTo>
                  <a:lnTo>
                    <a:pt x="4363583" y="934457"/>
                  </a:lnTo>
                  <a:lnTo>
                    <a:pt x="4363677" y="934457"/>
                  </a:lnTo>
                  <a:lnTo>
                    <a:pt x="4363771" y="934457"/>
                  </a:lnTo>
                  <a:lnTo>
                    <a:pt x="4363865" y="934457"/>
                  </a:lnTo>
                  <a:lnTo>
                    <a:pt x="4363959" y="934457"/>
                  </a:lnTo>
                  <a:lnTo>
                    <a:pt x="4364053" y="934457"/>
                  </a:lnTo>
                  <a:lnTo>
                    <a:pt x="4364147" y="934457"/>
                  </a:lnTo>
                  <a:lnTo>
                    <a:pt x="4364241" y="934457"/>
                  </a:lnTo>
                  <a:lnTo>
                    <a:pt x="4364335" y="934457"/>
                  </a:lnTo>
                  <a:lnTo>
                    <a:pt x="4364429" y="934457"/>
                  </a:lnTo>
                  <a:lnTo>
                    <a:pt x="4364523" y="934457"/>
                  </a:lnTo>
                  <a:lnTo>
                    <a:pt x="4364617" y="934457"/>
                  </a:lnTo>
                  <a:lnTo>
                    <a:pt x="4364711" y="934457"/>
                  </a:lnTo>
                  <a:lnTo>
                    <a:pt x="4364805" y="934457"/>
                  </a:lnTo>
                  <a:lnTo>
                    <a:pt x="4364899" y="934457"/>
                  </a:lnTo>
                  <a:lnTo>
                    <a:pt x="4364993" y="934457"/>
                  </a:lnTo>
                  <a:lnTo>
                    <a:pt x="4365087" y="934457"/>
                  </a:lnTo>
                  <a:lnTo>
                    <a:pt x="4365181" y="934457"/>
                  </a:lnTo>
                  <a:lnTo>
                    <a:pt x="4365275" y="934457"/>
                  </a:lnTo>
                  <a:lnTo>
                    <a:pt x="4365369" y="934457"/>
                  </a:lnTo>
                  <a:lnTo>
                    <a:pt x="4365463" y="934457"/>
                  </a:lnTo>
                  <a:lnTo>
                    <a:pt x="4365557" y="934457"/>
                  </a:lnTo>
                  <a:lnTo>
                    <a:pt x="4365651" y="934457"/>
                  </a:lnTo>
                  <a:lnTo>
                    <a:pt x="4365745" y="934457"/>
                  </a:lnTo>
                  <a:lnTo>
                    <a:pt x="4365839" y="934457"/>
                  </a:lnTo>
                  <a:lnTo>
                    <a:pt x="4365933" y="934457"/>
                  </a:lnTo>
                  <a:lnTo>
                    <a:pt x="4366027" y="934457"/>
                  </a:lnTo>
                  <a:lnTo>
                    <a:pt x="4366121" y="934457"/>
                  </a:lnTo>
                  <a:lnTo>
                    <a:pt x="4366215" y="934457"/>
                  </a:lnTo>
                  <a:lnTo>
                    <a:pt x="4366309" y="934457"/>
                  </a:lnTo>
                  <a:lnTo>
                    <a:pt x="4366403" y="934457"/>
                  </a:lnTo>
                  <a:lnTo>
                    <a:pt x="4366498" y="934457"/>
                  </a:lnTo>
                  <a:lnTo>
                    <a:pt x="4366592" y="934457"/>
                  </a:lnTo>
                  <a:lnTo>
                    <a:pt x="4366686" y="934457"/>
                  </a:lnTo>
                  <a:lnTo>
                    <a:pt x="4366780" y="934457"/>
                  </a:lnTo>
                  <a:lnTo>
                    <a:pt x="4366874" y="934457"/>
                  </a:lnTo>
                  <a:lnTo>
                    <a:pt x="4366968" y="934457"/>
                  </a:lnTo>
                  <a:lnTo>
                    <a:pt x="4367062" y="934457"/>
                  </a:lnTo>
                  <a:lnTo>
                    <a:pt x="4367156" y="934457"/>
                  </a:lnTo>
                  <a:lnTo>
                    <a:pt x="4367250" y="934457"/>
                  </a:lnTo>
                  <a:lnTo>
                    <a:pt x="4367344" y="934457"/>
                  </a:lnTo>
                  <a:lnTo>
                    <a:pt x="4367438" y="934457"/>
                  </a:lnTo>
                  <a:lnTo>
                    <a:pt x="4367532" y="934457"/>
                  </a:lnTo>
                  <a:lnTo>
                    <a:pt x="4367626" y="934457"/>
                  </a:lnTo>
                  <a:lnTo>
                    <a:pt x="4367720" y="934457"/>
                  </a:lnTo>
                  <a:lnTo>
                    <a:pt x="4367814" y="934457"/>
                  </a:lnTo>
                  <a:lnTo>
                    <a:pt x="4367908" y="934457"/>
                  </a:lnTo>
                  <a:lnTo>
                    <a:pt x="4368002" y="934457"/>
                  </a:lnTo>
                  <a:lnTo>
                    <a:pt x="4368096" y="934457"/>
                  </a:lnTo>
                  <a:lnTo>
                    <a:pt x="4368190" y="934457"/>
                  </a:lnTo>
                  <a:lnTo>
                    <a:pt x="4368284" y="934457"/>
                  </a:lnTo>
                  <a:lnTo>
                    <a:pt x="4368378" y="934457"/>
                  </a:lnTo>
                  <a:lnTo>
                    <a:pt x="4368472" y="934457"/>
                  </a:lnTo>
                  <a:lnTo>
                    <a:pt x="4368566" y="934457"/>
                  </a:lnTo>
                  <a:lnTo>
                    <a:pt x="4368660" y="934457"/>
                  </a:lnTo>
                  <a:lnTo>
                    <a:pt x="4368754" y="934457"/>
                  </a:lnTo>
                  <a:lnTo>
                    <a:pt x="4368848" y="934457"/>
                  </a:lnTo>
                  <a:lnTo>
                    <a:pt x="4368942" y="934457"/>
                  </a:lnTo>
                  <a:lnTo>
                    <a:pt x="4369036" y="934457"/>
                  </a:lnTo>
                  <a:lnTo>
                    <a:pt x="4369130" y="934457"/>
                  </a:lnTo>
                  <a:lnTo>
                    <a:pt x="4369224" y="934457"/>
                  </a:lnTo>
                  <a:lnTo>
                    <a:pt x="4369318" y="934457"/>
                  </a:lnTo>
                  <a:lnTo>
                    <a:pt x="4369412" y="934457"/>
                  </a:lnTo>
                  <a:lnTo>
                    <a:pt x="4369506" y="934457"/>
                  </a:lnTo>
                  <a:lnTo>
                    <a:pt x="4369600" y="934457"/>
                  </a:lnTo>
                  <a:lnTo>
                    <a:pt x="4369694" y="934457"/>
                  </a:lnTo>
                  <a:lnTo>
                    <a:pt x="4369788" y="934457"/>
                  </a:lnTo>
                  <a:lnTo>
                    <a:pt x="4369882" y="934457"/>
                  </a:lnTo>
                  <a:lnTo>
                    <a:pt x="4369977" y="934457"/>
                  </a:lnTo>
                  <a:lnTo>
                    <a:pt x="4370071" y="934457"/>
                  </a:lnTo>
                  <a:lnTo>
                    <a:pt x="4370165" y="934457"/>
                  </a:lnTo>
                  <a:lnTo>
                    <a:pt x="4370259" y="934457"/>
                  </a:lnTo>
                  <a:lnTo>
                    <a:pt x="4370353" y="934457"/>
                  </a:lnTo>
                  <a:lnTo>
                    <a:pt x="4370447" y="934457"/>
                  </a:lnTo>
                  <a:lnTo>
                    <a:pt x="4370541" y="934457"/>
                  </a:lnTo>
                  <a:lnTo>
                    <a:pt x="4370635" y="934457"/>
                  </a:lnTo>
                  <a:lnTo>
                    <a:pt x="4370729" y="934457"/>
                  </a:lnTo>
                  <a:lnTo>
                    <a:pt x="4370823" y="934457"/>
                  </a:lnTo>
                  <a:lnTo>
                    <a:pt x="4370917" y="934457"/>
                  </a:lnTo>
                  <a:lnTo>
                    <a:pt x="4371011" y="934457"/>
                  </a:lnTo>
                  <a:lnTo>
                    <a:pt x="4371105" y="934457"/>
                  </a:lnTo>
                  <a:lnTo>
                    <a:pt x="4371199" y="934457"/>
                  </a:lnTo>
                  <a:lnTo>
                    <a:pt x="4371293" y="934457"/>
                  </a:lnTo>
                  <a:lnTo>
                    <a:pt x="4371387" y="934457"/>
                  </a:lnTo>
                  <a:lnTo>
                    <a:pt x="4371481" y="934457"/>
                  </a:lnTo>
                  <a:lnTo>
                    <a:pt x="4371575" y="934457"/>
                  </a:lnTo>
                  <a:lnTo>
                    <a:pt x="4371669" y="934457"/>
                  </a:lnTo>
                  <a:lnTo>
                    <a:pt x="4371763" y="934457"/>
                  </a:lnTo>
                  <a:lnTo>
                    <a:pt x="4371857" y="934457"/>
                  </a:lnTo>
                  <a:lnTo>
                    <a:pt x="4371951" y="934457"/>
                  </a:lnTo>
                  <a:lnTo>
                    <a:pt x="4372045" y="934457"/>
                  </a:lnTo>
                  <a:lnTo>
                    <a:pt x="4372139" y="934457"/>
                  </a:lnTo>
                  <a:lnTo>
                    <a:pt x="4372233" y="934457"/>
                  </a:lnTo>
                  <a:lnTo>
                    <a:pt x="4372327" y="934457"/>
                  </a:lnTo>
                  <a:lnTo>
                    <a:pt x="4372421" y="934457"/>
                  </a:lnTo>
                  <a:lnTo>
                    <a:pt x="4372515" y="934457"/>
                  </a:lnTo>
                  <a:lnTo>
                    <a:pt x="4372609" y="934457"/>
                  </a:lnTo>
                  <a:lnTo>
                    <a:pt x="4372703" y="934457"/>
                  </a:lnTo>
                  <a:lnTo>
                    <a:pt x="4372797" y="934457"/>
                  </a:lnTo>
                  <a:lnTo>
                    <a:pt x="4372891" y="934457"/>
                  </a:lnTo>
                  <a:lnTo>
                    <a:pt x="4372985" y="934457"/>
                  </a:lnTo>
                  <a:lnTo>
                    <a:pt x="4373079" y="934457"/>
                  </a:lnTo>
                  <a:lnTo>
                    <a:pt x="4373173" y="934457"/>
                  </a:lnTo>
                  <a:lnTo>
                    <a:pt x="4373267" y="934457"/>
                  </a:lnTo>
                  <a:lnTo>
                    <a:pt x="4373361" y="934457"/>
                  </a:lnTo>
                  <a:lnTo>
                    <a:pt x="4373455" y="934457"/>
                  </a:lnTo>
                  <a:lnTo>
                    <a:pt x="4373550" y="934457"/>
                  </a:lnTo>
                  <a:lnTo>
                    <a:pt x="4373644" y="934457"/>
                  </a:lnTo>
                  <a:lnTo>
                    <a:pt x="4373738" y="934457"/>
                  </a:lnTo>
                  <a:lnTo>
                    <a:pt x="4373832" y="934457"/>
                  </a:lnTo>
                  <a:lnTo>
                    <a:pt x="4373926" y="934457"/>
                  </a:lnTo>
                  <a:lnTo>
                    <a:pt x="4374020" y="934457"/>
                  </a:lnTo>
                  <a:lnTo>
                    <a:pt x="4374114" y="934457"/>
                  </a:lnTo>
                  <a:lnTo>
                    <a:pt x="4374208" y="934457"/>
                  </a:lnTo>
                  <a:lnTo>
                    <a:pt x="4374302" y="934457"/>
                  </a:lnTo>
                  <a:lnTo>
                    <a:pt x="4374396" y="934457"/>
                  </a:lnTo>
                  <a:lnTo>
                    <a:pt x="4374490" y="934457"/>
                  </a:lnTo>
                  <a:lnTo>
                    <a:pt x="4374584" y="934457"/>
                  </a:lnTo>
                  <a:lnTo>
                    <a:pt x="4374584" y="929178"/>
                  </a:lnTo>
                  <a:lnTo>
                    <a:pt x="4374678" y="929178"/>
                  </a:lnTo>
                  <a:lnTo>
                    <a:pt x="4374772" y="929178"/>
                  </a:lnTo>
                  <a:lnTo>
                    <a:pt x="4374866" y="929178"/>
                  </a:lnTo>
                  <a:lnTo>
                    <a:pt x="4374960" y="929178"/>
                  </a:lnTo>
                  <a:lnTo>
                    <a:pt x="4375054" y="929178"/>
                  </a:lnTo>
                  <a:lnTo>
                    <a:pt x="4375148" y="929178"/>
                  </a:lnTo>
                  <a:lnTo>
                    <a:pt x="4375242" y="929178"/>
                  </a:lnTo>
                  <a:lnTo>
                    <a:pt x="4375336" y="929178"/>
                  </a:lnTo>
                  <a:lnTo>
                    <a:pt x="4375430" y="929178"/>
                  </a:lnTo>
                  <a:lnTo>
                    <a:pt x="4375524" y="929178"/>
                  </a:lnTo>
                  <a:lnTo>
                    <a:pt x="4375618" y="929178"/>
                  </a:lnTo>
                  <a:lnTo>
                    <a:pt x="4375712" y="929178"/>
                  </a:lnTo>
                  <a:lnTo>
                    <a:pt x="4375806" y="929178"/>
                  </a:lnTo>
                  <a:lnTo>
                    <a:pt x="4375900" y="929178"/>
                  </a:lnTo>
                  <a:lnTo>
                    <a:pt x="4375994" y="929178"/>
                  </a:lnTo>
                  <a:lnTo>
                    <a:pt x="4376088" y="929178"/>
                  </a:lnTo>
                  <a:lnTo>
                    <a:pt x="4376182" y="929178"/>
                  </a:lnTo>
                  <a:lnTo>
                    <a:pt x="4376276" y="929178"/>
                  </a:lnTo>
                  <a:lnTo>
                    <a:pt x="4376370" y="929178"/>
                  </a:lnTo>
                  <a:lnTo>
                    <a:pt x="4376464" y="929178"/>
                  </a:lnTo>
                  <a:lnTo>
                    <a:pt x="4376558" y="929178"/>
                  </a:lnTo>
                  <a:lnTo>
                    <a:pt x="4376652" y="929178"/>
                  </a:lnTo>
                  <a:lnTo>
                    <a:pt x="4376746" y="929178"/>
                  </a:lnTo>
                  <a:lnTo>
                    <a:pt x="4376840" y="929178"/>
                  </a:lnTo>
                  <a:lnTo>
                    <a:pt x="4376934" y="929178"/>
                  </a:lnTo>
                  <a:lnTo>
                    <a:pt x="4377028" y="929178"/>
                  </a:lnTo>
                  <a:lnTo>
                    <a:pt x="4377123" y="929178"/>
                  </a:lnTo>
                  <a:lnTo>
                    <a:pt x="4377217" y="929178"/>
                  </a:lnTo>
                  <a:lnTo>
                    <a:pt x="4377311" y="929178"/>
                  </a:lnTo>
                  <a:lnTo>
                    <a:pt x="4377405" y="929178"/>
                  </a:lnTo>
                  <a:lnTo>
                    <a:pt x="4377499" y="929178"/>
                  </a:lnTo>
                  <a:lnTo>
                    <a:pt x="4377593" y="929178"/>
                  </a:lnTo>
                  <a:lnTo>
                    <a:pt x="4377687" y="929178"/>
                  </a:lnTo>
                  <a:lnTo>
                    <a:pt x="4377781" y="929178"/>
                  </a:lnTo>
                  <a:lnTo>
                    <a:pt x="4377875" y="929178"/>
                  </a:lnTo>
                  <a:lnTo>
                    <a:pt x="4377969" y="929178"/>
                  </a:lnTo>
                  <a:lnTo>
                    <a:pt x="4378063" y="929178"/>
                  </a:lnTo>
                  <a:lnTo>
                    <a:pt x="4378157" y="929178"/>
                  </a:lnTo>
                  <a:lnTo>
                    <a:pt x="4378251" y="929178"/>
                  </a:lnTo>
                  <a:lnTo>
                    <a:pt x="4378345" y="929178"/>
                  </a:lnTo>
                  <a:lnTo>
                    <a:pt x="4378439" y="929178"/>
                  </a:lnTo>
                  <a:lnTo>
                    <a:pt x="4378533" y="929178"/>
                  </a:lnTo>
                  <a:lnTo>
                    <a:pt x="4378627" y="929178"/>
                  </a:lnTo>
                  <a:lnTo>
                    <a:pt x="4378721" y="929178"/>
                  </a:lnTo>
                  <a:lnTo>
                    <a:pt x="4378815" y="929178"/>
                  </a:lnTo>
                  <a:lnTo>
                    <a:pt x="4378909" y="929178"/>
                  </a:lnTo>
                  <a:lnTo>
                    <a:pt x="4379003" y="929178"/>
                  </a:lnTo>
                  <a:lnTo>
                    <a:pt x="4379097" y="929178"/>
                  </a:lnTo>
                  <a:lnTo>
                    <a:pt x="4379191" y="929178"/>
                  </a:lnTo>
                  <a:lnTo>
                    <a:pt x="4379285" y="929178"/>
                  </a:lnTo>
                  <a:lnTo>
                    <a:pt x="4379379" y="929178"/>
                  </a:lnTo>
                  <a:lnTo>
                    <a:pt x="4379473" y="929178"/>
                  </a:lnTo>
                  <a:lnTo>
                    <a:pt x="4379567" y="929178"/>
                  </a:lnTo>
                  <a:lnTo>
                    <a:pt x="4379661" y="929178"/>
                  </a:lnTo>
                  <a:lnTo>
                    <a:pt x="4379755" y="929178"/>
                  </a:lnTo>
                  <a:lnTo>
                    <a:pt x="4379849" y="929178"/>
                  </a:lnTo>
                  <a:lnTo>
                    <a:pt x="4379943" y="929178"/>
                  </a:lnTo>
                  <a:lnTo>
                    <a:pt x="4380037" y="929178"/>
                  </a:lnTo>
                  <a:lnTo>
                    <a:pt x="4380131" y="929178"/>
                  </a:lnTo>
                  <a:lnTo>
                    <a:pt x="4380225" y="929178"/>
                  </a:lnTo>
                  <a:lnTo>
                    <a:pt x="4380319" y="929178"/>
                  </a:lnTo>
                  <a:lnTo>
                    <a:pt x="4380413" y="929178"/>
                  </a:lnTo>
                  <a:lnTo>
                    <a:pt x="4380507" y="929178"/>
                  </a:lnTo>
                  <a:lnTo>
                    <a:pt x="4380602" y="929178"/>
                  </a:lnTo>
                  <a:lnTo>
                    <a:pt x="4380696" y="929178"/>
                  </a:lnTo>
                  <a:lnTo>
                    <a:pt x="4380790" y="929178"/>
                  </a:lnTo>
                  <a:lnTo>
                    <a:pt x="4380884" y="929178"/>
                  </a:lnTo>
                  <a:lnTo>
                    <a:pt x="4380978" y="929178"/>
                  </a:lnTo>
                  <a:lnTo>
                    <a:pt x="4381072" y="929178"/>
                  </a:lnTo>
                  <a:lnTo>
                    <a:pt x="4381166" y="929178"/>
                  </a:lnTo>
                  <a:lnTo>
                    <a:pt x="4381260" y="929178"/>
                  </a:lnTo>
                  <a:lnTo>
                    <a:pt x="4381354" y="929178"/>
                  </a:lnTo>
                  <a:lnTo>
                    <a:pt x="4381448" y="929178"/>
                  </a:lnTo>
                  <a:lnTo>
                    <a:pt x="4381542" y="929178"/>
                  </a:lnTo>
                  <a:lnTo>
                    <a:pt x="4381636" y="929178"/>
                  </a:lnTo>
                  <a:lnTo>
                    <a:pt x="4381730" y="929178"/>
                  </a:lnTo>
                  <a:lnTo>
                    <a:pt x="4381824" y="929178"/>
                  </a:lnTo>
                  <a:lnTo>
                    <a:pt x="4381918" y="929178"/>
                  </a:lnTo>
                  <a:lnTo>
                    <a:pt x="4382012" y="929178"/>
                  </a:lnTo>
                  <a:lnTo>
                    <a:pt x="4382106" y="929178"/>
                  </a:lnTo>
                  <a:lnTo>
                    <a:pt x="4382200" y="929178"/>
                  </a:lnTo>
                  <a:lnTo>
                    <a:pt x="4382294" y="929178"/>
                  </a:lnTo>
                  <a:lnTo>
                    <a:pt x="4382388" y="929178"/>
                  </a:lnTo>
                  <a:lnTo>
                    <a:pt x="4382482" y="929178"/>
                  </a:lnTo>
                  <a:lnTo>
                    <a:pt x="4382576" y="929178"/>
                  </a:lnTo>
                  <a:lnTo>
                    <a:pt x="4382670" y="929178"/>
                  </a:lnTo>
                  <a:lnTo>
                    <a:pt x="4382764" y="929178"/>
                  </a:lnTo>
                  <a:lnTo>
                    <a:pt x="4382858" y="929178"/>
                  </a:lnTo>
                  <a:lnTo>
                    <a:pt x="4382952" y="929178"/>
                  </a:lnTo>
                  <a:lnTo>
                    <a:pt x="4383046" y="929178"/>
                  </a:lnTo>
                  <a:lnTo>
                    <a:pt x="4383046" y="923898"/>
                  </a:lnTo>
                  <a:lnTo>
                    <a:pt x="4383140" y="923898"/>
                  </a:lnTo>
                  <a:lnTo>
                    <a:pt x="4383234" y="923898"/>
                  </a:lnTo>
                  <a:lnTo>
                    <a:pt x="4383328" y="923898"/>
                  </a:lnTo>
                  <a:lnTo>
                    <a:pt x="4383422" y="923898"/>
                  </a:lnTo>
                  <a:lnTo>
                    <a:pt x="4383516" y="923898"/>
                  </a:lnTo>
                  <a:lnTo>
                    <a:pt x="4383610" y="923898"/>
                  </a:lnTo>
                  <a:lnTo>
                    <a:pt x="4383704" y="923898"/>
                  </a:lnTo>
                  <a:lnTo>
                    <a:pt x="4383798" y="923898"/>
                  </a:lnTo>
                  <a:lnTo>
                    <a:pt x="4383892" y="923898"/>
                  </a:lnTo>
                  <a:lnTo>
                    <a:pt x="4383986" y="923898"/>
                  </a:lnTo>
                  <a:lnTo>
                    <a:pt x="4384080" y="923898"/>
                  </a:lnTo>
                  <a:lnTo>
                    <a:pt x="4384175" y="923898"/>
                  </a:lnTo>
                  <a:lnTo>
                    <a:pt x="4384269" y="923898"/>
                  </a:lnTo>
                  <a:lnTo>
                    <a:pt x="4384363" y="923898"/>
                  </a:lnTo>
                  <a:lnTo>
                    <a:pt x="4384457" y="923898"/>
                  </a:lnTo>
                  <a:lnTo>
                    <a:pt x="4384551" y="923898"/>
                  </a:lnTo>
                  <a:lnTo>
                    <a:pt x="4384645" y="923898"/>
                  </a:lnTo>
                  <a:lnTo>
                    <a:pt x="4384739" y="923898"/>
                  </a:lnTo>
                  <a:lnTo>
                    <a:pt x="4384833" y="923898"/>
                  </a:lnTo>
                  <a:lnTo>
                    <a:pt x="4384927" y="923898"/>
                  </a:lnTo>
                  <a:lnTo>
                    <a:pt x="4385021" y="923898"/>
                  </a:lnTo>
                  <a:lnTo>
                    <a:pt x="4385115" y="923898"/>
                  </a:lnTo>
                  <a:lnTo>
                    <a:pt x="4385209" y="923898"/>
                  </a:lnTo>
                  <a:lnTo>
                    <a:pt x="4385303" y="923898"/>
                  </a:lnTo>
                  <a:lnTo>
                    <a:pt x="4385397" y="923898"/>
                  </a:lnTo>
                  <a:lnTo>
                    <a:pt x="4385491" y="923898"/>
                  </a:lnTo>
                  <a:lnTo>
                    <a:pt x="4385585" y="923898"/>
                  </a:lnTo>
                  <a:lnTo>
                    <a:pt x="4385679" y="923898"/>
                  </a:lnTo>
                  <a:lnTo>
                    <a:pt x="4385773" y="923898"/>
                  </a:lnTo>
                  <a:lnTo>
                    <a:pt x="4385867" y="923898"/>
                  </a:lnTo>
                  <a:lnTo>
                    <a:pt x="4385867" y="918619"/>
                  </a:lnTo>
                  <a:lnTo>
                    <a:pt x="4385961" y="918619"/>
                  </a:lnTo>
                  <a:lnTo>
                    <a:pt x="4386055" y="918619"/>
                  </a:lnTo>
                  <a:lnTo>
                    <a:pt x="4386149" y="918619"/>
                  </a:lnTo>
                  <a:lnTo>
                    <a:pt x="4386243" y="918619"/>
                  </a:lnTo>
                  <a:lnTo>
                    <a:pt x="4386337" y="918619"/>
                  </a:lnTo>
                  <a:lnTo>
                    <a:pt x="4386431" y="918619"/>
                  </a:lnTo>
                  <a:lnTo>
                    <a:pt x="4386525" y="918619"/>
                  </a:lnTo>
                  <a:lnTo>
                    <a:pt x="4386619" y="918619"/>
                  </a:lnTo>
                  <a:lnTo>
                    <a:pt x="4386713" y="918619"/>
                  </a:lnTo>
                  <a:lnTo>
                    <a:pt x="4386807" y="918619"/>
                  </a:lnTo>
                  <a:lnTo>
                    <a:pt x="4386901" y="918619"/>
                  </a:lnTo>
                  <a:lnTo>
                    <a:pt x="4386995" y="918619"/>
                  </a:lnTo>
                  <a:lnTo>
                    <a:pt x="4387089" y="918619"/>
                  </a:lnTo>
                  <a:lnTo>
                    <a:pt x="4387183" y="918619"/>
                  </a:lnTo>
                  <a:lnTo>
                    <a:pt x="4387277" y="918619"/>
                  </a:lnTo>
                  <a:lnTo>
                    <a:pt x="4387371" y="918619"/>
                  </a:lnTo>
                  <a:lnTo>
                    <a:pt x="4387465" y="918619"/>
                  </a:lnTo>
                  <a:lnTo>
                    <a:pt x="4387559" y="918619"/>
                  </a:lnTo>
                  <a:lnTo>
                    <a:pt x="4387653" y="918619"/>
                  </a:lnTo>
                  <a:lnTo>
                    <a:pt x="4387748" y="918619"/>
                  </a:lnTo>
                  <a:lnTo>
                    <a:pt x="4387842" y="918619"/>
                  </a:lnTo>
                  <a:lnTo>
                    <a:pt x="4387936" y="918619"/>
                  </a:lnTo>
                  <a:lnTo>
                    <a:pt x="4388030" y="918619"/>
                  </a:lnTo>
                  <a:lnTo>
                    <a:pt x="4388124" y="918619"/>
                  </a:lnTo>
                  <a:lnTo>
                    <a:pt x="4388218" y="918619"/>
                  </a:lnTo>
                  <a:lnTo>
                    <a:pt x="4388312" y="918619"/>
                  </a:lnTo>
                  <a:lnTo>
                    <a:pt x="4388406" y="918619"/>
                  </a:lnTo>
                  <a:lnTo>
                    <a:pt x="4388500" y="918619"/>
                  </a:lnTo>
                  <a:lnTo>
                    <a:pt x="4388594" y="918619"/>
                  </a:lnTo>
                  <a:lnTo>
                    <a:pt x="4388688" y="918619"/>
                  </a:lnTo>
                  <a:lnTo>
                    <a:pt x="4388782" y="918619"/>
                  </a:lnTo>
                  <a:lnTo>
                    <a:pt x="4388876" y="918619"/>
                  </a:lnTo>
                  <a:lnTo>
                    <a:pt x="4388970" y="918619"/>
                  </a:lnTo>
                  <a:lnTo>
                    <a:pt x="4389064" y="918619"/>
                  </a:lnTo>
                  <a:lnTo>
                    <a:pt x="4389158" y="918619"/>
                  </a:lnTo>
                  <a:lnTo>
                    <a:pt x="4389252" y="918619"/>
                  </a:lnTo>
                  <a:lnTo>
                    <a:pt x="4389346" y="918619"/>
                  </a:lnTo>
                  <a:lnTo>
                    <a:pt x="4389440" y="918619"/>
                  </a:lnTo>
                  <a:lnTo>
                    <a:pt x="4389534" y="918619"/>
                  </a:lnTo>
                  <a:lnTo>
                    <a:pt x="4389628" y="918619"/>
                  </a:lnTo>
                  <a:lnTo>
                    <a:pt x="4389722" y="918619"/>
                  </a:lnTo>
                  <a:lnTo>
                    <a:pt x="4389816" y="918619"/>
                  </a:lnTo>
                  <a:lnTo>
                    <a:pt x="4389910" y="918619"/>
                  </a:lnTo>
                  <a:lnTo>
                    <a:pt x="4390004" y="918619"/>
                  </a:lnTo>
                  <a:lnTo>
                    <a:pt x="4390098" y="918619"/>
                  </a:lnTo>
                  <a:lnTo>
                    <a:pt x="4390192" y="918619"/>
                  </a:lnTo>
                  <a:lnTo>
                    <a:pt x="4390286" y="918619"/>
                  </a:lnTo>
                  <a:lnTo>
                    <a:pt x="4390380" y="918619"/>
                  </a:lnTo>
                  <a:lnTo>
                    <a:pt x="4390474" y="918619"/>
                  </a:lnTo>
                  <a:lnTo>
                    <a:pt x="4390568" y="918619"/>
                  </a:lnTo>
                  <a:lnTo>
                    <a:pt x="4390662" y="918619"/>
                  </a:lnTo>
                  <a:lnTo>
                    <a:pt x="4390756" y="918619"/>
                  </a:lnTo>
                  <a:lnTo>
                    <a:pt x="4390850" y="918619"/>
                  </a:lnTo>
                  <a:lnTo>
                    <a:pt x="4390944" y="918619"/>
                  </a:lnTo>
                  <a:lnTo>
                    <a:pt x="4391038" y="918619"/>
                  </a:lnTo>
                  <a:lnTo>
                    <a:pt x="4391132" y="918619"/>
                  </a:lnTo>
                  <a:lnTo>
                    <a:pt x="4391227" y="918619"/>
                  </a:lnTo>
                  <a:lnTo>
                    <a:pt x="4391321" y="918619"/>
                  </a:lnTo>
                  <a:lnTo>
                    <a:pt x="4391415" y="918619"/>
                  </a:lnTo>
                  <a:lnTo>
                    <a:pt x="4391509" y="918619"/>
                  </a:lnTo>
                  <a:lnTo>
                    <a:pt x="4391603" y="918619"/>
                  </a:lnTo>
                  <a:lnTo>
                    <a:pt x="4391697" y="918619"/>
                  </a:lnTo>
                  <a:lnTo>
                    <a:pt x="4391791" y="918619"/>
                  </a:lnTo>
                  <a:lnTo>
                    <a:pt x="4391885" y="918619"/>
                  </a:lnTo>
                  <a:lnTo>
                    <a:pt x="4391979" y="918619"/>
                  </a:lnTo>
                  <a:lnTo>
                    <a:pt x="4392073" y="918619"/>
                  </a:lnTo>
                  <a:lnTo>
                    <a:pt x="4392167" y="918619"/>
                  </a:lnTo>
                  <a:lnTo>
                    <a:pt x="4392261" y="918619"/>
                  </a:lnTo>
                  <a:lnTo>
                    <a:pt x="4392355" y="918619"/>
                  </a:lnTo>
                  <a:lnTo>
                    <a:pt x="4392449" y="918619"/>
                  </a:lnTo>
                  <a:lnTo>
                    <a:pt x="4392543" y="918619"/>
                  </a:lnTo>
                  <a:lnTo>
                    <a:pt x="4392637" y="918619"/>
                  </a:lnTo>
                  <a:lnTo>
                    <a:pt x="4392731" y="918619"/>
                  </a:lnTo>
                  <a:lnTo>
                    <a:pt x="4392825" y="918619"/>
                  </a:lnTo>
                  <a:lnTo>
                    <a:pt x="4392919" y="918619"/>
                  </a:lnTo>
                  <a:lnTo>
                    <a:pt x="4393013" y="918619"/>
                  </a:lnTo>
                  <a:lnTo>
                    <a:pt x="4393107" y="918619"/>
                  </a:lnTo>
                  <a:lnTo>
                    <a:pt x="4393107" y="913339"/>
                  </a:lnTo>
                  <a:lnTo>
                    <a:pt x="4393201" y="913339"/>
                  </a:lnTo>
                  <a:lnTo>
                    <a:pt x="4393295" y="913339"/>
                  </a:lnTo>
                  <a:lnTo>
                    <a:pt x="4393389" y="913339"/>
                  </a:lnTo>
                  <a:lnTo>
                    <a:pt x="4393483" y="913339"/>
                  </a:lnTo>
                  <a:lnTo>
                    <a:pt x="4393577" y="913339"/>
                  </a:lnTo>
                  <a:lnTo>
                    <a:pt x="4393671" y="913339"/>
                  </a:lnTo>
                  <a:lnTo>
                    <a:pt x="4393671" y="908060"/>
                  </a:lnTo>
                  <a:lnTo>
                    <a:pt x="4393765" y="908060"/>
                  </a:lnTo>
                  <a:lnTo>
                    <a:pt x="4393859" y="908060"/>
                  </a:lnTo>
                  <a:lnTo>
                    <a:pt x="4393953" y="908060"/>
                  </a:lnTo>
                  <a:lnTo>
                    <a:pt x="4394047" y="908060"/>
                  </a:lnTo>
                  <a:lnTo>
                    <a:pt x="4394141" y="908060"/>
                  </a:lnTo>
                  <a:lnTo>
                    <a:pt x="4394235" y="908060"/>
                  </a:lnTo>
                  <a:lnTo>
                    <a:pt x="4394329" y="908060"/>
                  </a:lnTo>
                  <a:lnTo>
                    <a:pt x="4394423" y="908060"/>
                  </a:lnTo>
                  <a:lnTo>
                    <a:pt x="4394517" y="908060"/>
                  </a:lnTo>
                  <a:lnTo>
                    <a:pt x="4394611" y="908060"/>
                  </a:lnTo>
                  <a:lnTo>
                    <a:pt x="4394705" y="908060"/>
                  </a:lnTo>
                  <a:lnTo>
                    <a:pt x="4394800" y="908060"/>
                  </a:lnTo>
                  <a:lnTo>
                    <a:pt x="4394894" y="908060"/>
                  </a:lnTo>
                  <a:lnTo>
                    <a:pt x="4394988" y="908060"/>
                  </a:lnTo>
                  <a:lnTo>
                    <a:pt x="4395082" y="908060"/>
                  </a:lnTo>
                  <a:lnTo>
                    <a:pt x="4395176" y="908060"/>
                  </a:lnTo>
                  <a:lnTo>
                    <a:pt x="4395270" y="908060"/>
                  </a:lnTo>
                  <a:lnTo>
                    <a:pt x="4395270" y="902781"/>
                  </a:lnTo>
                  <a:lnTo>
                    <a:pt x="4395364" y="902781"/>
                  </a:lnTo>
                  <a:lnTo>
                    <a:pt x="4395458" y="902781"/>
                  </a:lnTo>
                  <a:lnTo>
                    <a:pt x="4395552" y="902781"/>
                  </a:lnTo>
                  <a:lnTo>
                    <a:pt x="4395646" y="902781"/>
                  </a:lnTo>
                  <a:lnTo>
                    <a:pt x="4395740" y="902781"/>
                  </a:lnTo>
                  <a:lnTo>
                    <a:pt x="4395834" y="902781"/>
                  </a:lnTo>
                  <a:lnTo>
                    <a:pt x="4395928" y="902781"/>
                  </a:lnTo>
                  <a:lnTo>
                    <a:pt x="4396022" y="902781"/>
                  </a:lnTo>
                  <a:lnTo>
                    <a:pt x="4396116" y="902781"/>
                  </a:lnTo>
                  <a:lnTo>
                    <a:pt x="4396210" y="902781"/>
                  </a:lnTo>
                  <a:lnTo>
                    <a:pt x="4396304" y="902781"/>
                  </a:lnTo>
                  <a:lnTo>
                    <a:pt x="4396398" y="902781"/>
                  </a:lnTo>
                  <a:lnTo>
                    <a:pt x="4396492" y="902781"/>
                  </a:lnTo>
                  <a:lnTo>
                    <a:pt x="4396586" y="902781"/>
                  </a:lnTo>
                  <a:lnTo>
                    <a:pt x="4396680" y="902781"/>
                  </a:lnTo>
                  <a:lnTo>
                    <a:pt x="4396774" y="902781"/>
                  </a:lnTo>
                  <a:lnTo>
                    <a:pt x="4396868" y="902781"/>
                  </a:lnTo>
                  <a:lnTo>
                    <a:pt x="4396962" y="902781"/>
                  </a:lnTo>
                  <a:lnTo>
                    <a:pt x="4397056" y="902781"/>
                  </a:lnTo>
                  <a:lnTo>
                    <a:pt x="4397150" y="902781"/>
                  </a:lnTo>
                  <a:lnTo>
                    <a:pt x="4397244" y="902781"/>
                  </a:lnTo>
                  <a:lnTo>
                    <a:pt x="4397338" y="902781"/>
                  </a:lnTo>
                  <a:lnTo>
                    <a:pt x="4397432" y="902781"/>
                  </a:lnTo>
                  <a:lnTo>
                    <a:pt x="4397526" y="902781"/>
                  </a:lnTo>
                  <a:lnTo>
                    <a:pt x="4397620" y="902781"/>
                  </a:lnTo>
                  <a:lnTo>
                    <a:pt x="4397714" y="902781"/>
                  </a:lnTo>
                  <a:lnTo>
                    <a:pt x="4397808" y="902781"/>
                  </a:lnTo>
                  <a:lnTo>
                    <a:pt x="4397902" y="902781"/>
                  </a:lnTo>
                  <a:lnTo>
                    <a:pt x="4397996" y="902781"/>
                  </a:lnTo>
                  <a:lnTo>
                    <a:pt x="4398090" y="902781"/>
                  </a:lnTo>
                  <a:lnTo>
                    <a:pt x="4398184" y="902781"/>
                  </a:lnTo>
                  <a:lnTo>
                    <a:pt x="4398278" y="902781"/>
                  </a:lnTo>
                  <a:lnTo>
                    <a:pt x="4398373" y="902781"/>
                  </a:lnTo>
                  <a:lnTo>
                    <a:pt x="4398467" y="902781"/>
                  </a:lnTo>
                  <a:lnTo>
                    <a:pt x="4398561" y="902781"/>
                  </a:lnTo>
                  <a:lnTo>
                    <a:pt x="4398655" y="902781"/>
                  </a:lnTo>
                  <a:lnTo>
                    <a:pt x="4398749" y="902781"/>
                  </a:lnTo>
                  <a:lnTo>
                    <a:pt x="4398843" y="902781"/>
                  </a:lnTo>
                  <a:lnTo>
                    <a:pt x="4398937" y="902781"/>
                  </a:lnTo>
                  <a:lnTo>
                    <a:pt x="4399031" y="902781"/>
                  </a:lnTo>
                  <a:lnTo>
                    <a:pt x="4399125" y="902781"/>
                  </a:lnTo>
                  <a:lnTo>
                    <a:pt x="4399219" y="902781"/>
                  </a:lnTo>
                  <a:lnTo>
                    <a:pt x="4399313" y="902781"/>
                  </a:lnTo>
                  <a:lnTo>
                    <a:pt x="4399407" y="902781"/>
                  </a:lnTo>
                  <a:lnTo>
                    <a:pt x="4399407" y="897501"/>
                  </a:lnTo>
                  <a:lnTo>
                    <a:pt x="4399501" y="897501"/>
                  </a:lnTo>
                  <a:lnTo>
                    <a:pt x="4399595" y="897501"/>
                  </a:lnTo>
                  <a:lnTo>
                    <a:pt x="4399689" y="897501"/>
                  </a:lnTo>
                  <a:lnTo>
                    <a:pt x="4399783" y="897501"/>
                  </a:lnTo>
                  <a:lnTo>
                    <a:pt x="4399877" y="897501"/>
                  </a:lnTo>
                  <a:lnTo>
                    <a:pt x="4399971" y="897501"/>
                  </a:lnTo>
                  <a:lnTo>
                    <a:pt x="4400065" y="897501"/>
                  </a:lnTo>
                  <a:lnTo>
                    <a:pt x="4400159" y="897501"/>
                  </a:lnTo>
                  <a:lnTo>
                    <a:pt x="4400253" y="897501"/>
                  </a:lnTo>
                  <a:lnTo>
                    <a:pt x="4400347" y="897501"/>
                  </a:lnTo>
                  <a:lnTo>
                    <a:pt x="4400441" y="897501"/>
                  </a:lnTo>
                  <a:lnTo>
                    <a:pt x="4400535" y="897501"/>
                  </a:lnTo>
                  <a:lnTo>
                    <a:pt x="4400629" y="897501"/>
                  </a:lnTo>
                  <a:lnTo>
                    <a:pt x="4400723" y="897501"/>
                  </a:lnTo>
                  <a:lnTo>
                    <a:pt x="4400817" y="897501"/>
                  </a:lnTo>
                  <a:lnTo>
                    <a:pt x="4400911" y="897501"/>
                  </a:lnTo>
                  <a:lnTo>
                    <a:pt x="4401005" y="897501"/>
                  </a:lnTo>
                  <a:lnTo>
                    <a:pt x="4401099" y="897501"/>
                  </a:lnTo>
                  <a:lnTo>
                    <a:pt x="4401193" y="897501"/>
                  </a:lnTo>
                  <a:lnTo>
                    <a:pt x="4401287" y="897501"/>
                  </a:lnTo>
                  <a:lnTo>
                    <a:pt x="4401381" y="897501"/>
                  </a:lnTo>
                  <a:lnTo>
                    <a:pt x="4401475" y="897501"/>
                  </a:lnTo>
                  <a:lnTo>
                    <a:pt x="4401569" y="897501"/>
                  </a:lnTo>
                  <a:lnTo>
                    <a:pt x="4401663" y="897501"/>
                  </a:lnTo>
                  <a:lnTo>
                    <a:pt x="4401757" y="897501"/>
                  </a:lnTo>
                  <a:lnTo>
                    <a:pt x="4401851" y="897501"/>
                  </a:lnTo>
                  <a:lnTo>
                    <a:pt x="4401946" y="897501"/>
                  </a:lnTo>
                  <a:lnTo>
                    <a:pt x="4402040" y="897501"/>
                  </a:lnTo>
                  <a:lnTo>
                    <a:pt x="4402134" y="897501"/>
                  </a:lnTo>
                  <a:lnTo>
                    <a:pt x="4402228" y="897501"/>
                  </a:lnTo>
                  <a:lnTo>
                    <a:pt x="4402322" y="897501"/>
                  </a:lnTo>
                  <a:lnTo>
                    <a:pt x="4402416" y="897501"/>
                  </a:lnTo>
                  <a:lnTo>
                    <a:pt x="4402510" y="897501"/>
                  </a:lnTo>
                  <a:lnTo>
                    <a:pt x="4402604" y="897501"/>
                  </a:lnTo>
                  <a:lnTo>
                    <a:pt x="4402698" y="897501"/>
                  </a:lnTo>
                  <a:lnTo>
                    <a:pt x="4402792" y="897501"/>
                  </a:lnTo>
                  <a:lnTo>
                    <a:pt x="4402886" y="897501"/>
                  </a:lnTo>
                  <a:lnTo>
                    <a:pt x="4402980" y="897501"/>
                  </a:lnTo>
                  <a:lnTo>
                    <a:pt x="4403074" y="897501"/>
                  </a:lnTo>
                  <a:lnTo>
                    <a:pt x="4403168" y="897501"/>
                  </a:lnTo>
                  <a:lnTo>
                    <a:pt x="4403262" y="897501"/>
                  </a:lnTo>
                  <a:lnTo>
                    <a:pt x="4403356" y="897501"/>
                  </a:lnTo>
                  <a:lnTo>
                    <a:pt x="4403450" y="897501"/>
                  </a:lnTo>
                  <a:lnTo>
                    <a:pt x="4403544" y="897501"/>
                  </a:lnTo>
                  <a:lnTo>
                    <a:pt x="4403638" y="897501"/>
                  </a:lnTo>
                  <a:lnTo>
                    <a:pt x="4403732" y="897501"/>
                  </a:lnTo>
                  <a:lnTo>
                    <a:pt x="4403826" y="897501"/>
                  </a:lnTo>
                  <a:lnTo>
                    <a:pt x="4403920" y="897501"/>
                  </a:lnTo>
                  <a:lnTo>
                    <a:pt x="4404014" y="897501"/>
                  </a:lnTo>
                  <a:lnTo>
                    <a:pt x="4404108" y="897501"/>
                  </a:lnTo>
                  <a:lnTo>
                    <a:pt x="4404202" y="897501"/>
                  </a:lnTo>
                  <a:lnTo>
                    <a:pt x="4404296" y="897501"/>
                  </a:lnTo>
                  <a:lnTo>
                    <a:pt x="4404390" y="897501"/>
                  </a:lnTo>
                  <a:lnTo>
                    <a:pt x="4404484" y="897501"/>
                  </a:lnTo>
                  <a:lnTo>
                    <a:pt x="4404578" y="897501"/>
                  </a:lnTo>
                  <a:lnTo>
                    <a:pt x="4404672" y="897501"/>
                  </a:lnTo>
                  <a:lnTo>
                    <a:pt x="4404766" y="897501"/>
                  </a:lnTo>
                  <a:lnTo>
                    <a:pt x="4404860" y="897501"/>
                  </a:lnTo>
                  <a:lnTo>
                    <a:pt x="4404954" y="897501"/>
                  </a:lnTo>
                  <a:lnTo>
                    <a:pt x="4405048" y="897501"/>
                  </a:lnTo>
                  <a:lnTo>
                    <a:pt x="4405142" y="897501"/>
                  </a:lnTo>
                  <a:lnTo>
                    <a:pt x="4405236" y="897501"/>
                  </a:lnTo>
                  <a:lnTo>
                    <a:pt x="4405330" y="897501"/>
                  </a:lnTo>
                  <a:lnTo>
                    <a:pt x="4405425" y="897501"/>
                  </a:lnTo>
                  <a:lnTo>
                    <a:pt x="4405519" y="897501"/>
                  </a:lnTo>
                  <a:lnTo>
                    <a:pt x="4405613" y="897501"/>
                  </a:lnTo>
                  <a:lnTo>
                    <a:pt x="4405707" y="897501"/>
                  </a:lnTo>
                  <a:lnTo>
                    <a:pt x="4405801" y="897501"/>
                  </a:lnTo>
                  <a:lnTo>
                    <a:pt x="4405895" y="897501"/>
                  </a:lnTo>
                  <a:lnTo>
                    <a:pt x="4405895" y="892222"/>
                  </a:lnTo>
                  <a:lnTo>
                    <a:pt x="4405989" y="892222"/>
                  </a:lnTo>
                  <a:lnTo>
                    <a:pt x="4406083" y="892222"/>
                  </a:lnTo>
                  <a:lnTo>
                    <a:pt x="4406083" y="886942"/>
                  </a:lnTo>
                  <a:lnTo>
                    <a:pt x="4406177" y="886942"/>
                  </a:lnTo>
                  <a:lnTo>
                    <a:pt x="4406271" y="886942"/>
                  </a:lnTo>
                  <a:lnTo>
                    <a:pt x="4406365" y="886942"/>
                  </a:lnTo>
                  <a:lnTo>
                    <a:pt x="4406459" y="886942"/>
                  </a:lnTo>
                  <a:lnTo>
                    <a:pt x="4406553" y="886942"/>
                  </a:lnTo>
                  <a:lnTo>
                    <a:pt x="4406647" y="886942"/>
                  </a:lnTo>
                  <a:lnTo>
                    <a:pt x="4406741" y="886942"/>
                  </a:lnTo>
                  <a:lnTo>
                    <a:pt x="4406835" y="886942"/>
                  </a:lnTo>
                  <a:lnTo>
                    <a:pt x="4406929" y="886942"/>
                  </a:lnTo>
                  <a:lnTo>
                    <a:pt x="4407023" y="886942"/>
                  </a:lnTo>
                  <a:lnTo>
                    <a:pt x="4407117" y="886942"/>
                  </a:lnTo>
                  <a:lnTo>
                    <a:pt x="4407211" y="886942"/>
                  </a:lnTo>
                  <a:lnTo>
                    <a:pt x="4407305" y="886942"/>
                  </a:lnTo>
                  <a:lnTo>
                    <a:pt x="4407399" y="886942"/>
                  </a:lnTo>
                  <a:lnTo>
                    <a:pt x="4407493" y="886942"/>
                  </a:lnTo>
                  <a:lnTo>
                    <a:pt x="4407587" y="886942"/>
                  </a:lnTo>
                  <a:lnTo>
                    <a:pt x="4407681" y="886942"/>
                  </a:lnTo>
                  <a:lnTo>
                    <a:pt x="4407775" y="886942"/>
                  </a:lnTo>
                  <a:lnTo>
                    <a:pt x="4407869" y="886942"/>
                  </a:lnTo>
                  <a:lnTo>
                    <a:pt x="4407963" y="886942"/>
                  </a:lnTo>
                  <a:lnTo>
                    <a:pt x="4408057" y="886942"/>
                  </a:lnTo>
                  <a:lnTo>
                    <a:pt x="4408151" y="886942"/>
                  </a:lnTo>
                  <a:lnTo>
                    <a:pt x="4408245" y="886942"/>
                  </a:lnTo>
                  <a:lnTo>
                    <a:pt x="4408339" y="886942"/>
                  </a:lnTo>
                  <a:lnTo>
                    <a:pt x="4408433" y="886942"/>
                  </a:lnTo>
                  <a:lnTo>
                    <a:pt x="4408527" y="886942"/>
                  </a:lnTo>
                  <a:lnTo>
                    <a:pt x="4408527" y="881663"/>
                  </a:lnTo>
                  <a:lnTo>
                    <a:pt x="4408621" y="881663"/>
                  </a:lnTo>
                  <a:lnTo>
                    <a:pt x="4408715" y="881663"/>
                  </a:lnTo>
                  <a:lnTo>
                    <a:pt x="4408809" y="881663"/>
                  </a:lnTo>
                  <a:lnTo>
                    <a:pt x="4408903" y="881663"/>
                  </a:lnTo>
                  <a:lnTo>
                    <a:pt x="4408998" y="881663"/>
                  </a:lnTo>
                  <a:lnTo>
                    <a:pt x="4409092" y="881663"/>
                  </a:lnTo>
                  <a:lnTo>
                    <a:pt x="4409186" y="881663"/>
                  </a:lnTo>
                  <a:lnTo>
                    <a:pt x="4409280" y="881663"/>
                  </a:lnTo>
                  <a:lnTo>
                    <a:pt x="4409374" y="881663"/>
                  </a:lnTo>
                  <a:lnTo>
                    <a:pt x="4409468" y="881663"/>
                  </a:lnTo>
                  <a:lnTo>
                    <a:pt x="4409562" y="881663"/>
                  </a:lnTo>
                  <a:lnTo>
                    <a:pt x="4409656" y="881663"/>
                  </a:lnTo>
                  <a:lnTo>
                    <a:pt x="4409750" y="881663"/>
                  </a:lnTo>
                  <a:lnTo>
                    <a:pt x="4409844" y="881663"/>
                  </a:lnTo>
                  <a:lnTo>
                    <a:pt x="4409938" y="881663"/>
                  </a:lnTo>
                  <a:lnTo>
                    <a:pt x="4410032" y="881663"/>
                  </a:lnTo>
                  <a:lnTo>
                    <a:pt x="4410126" y="881663"/>
                  </a:lnTo>
                  <a:lnTo>
                    <a:pt x="4410220" y="881663"/>
                  </a:lnTo>
                  <a:lnTo>
                    <a:pt x="4410314" y="881663"/>
                  </a:lnTo>
                  <a:lnTo>
                    <a:pt x="4410408" y="881663"/>
                  </a:lnTo>
                  <a:lnTo>
                    <a:pt x="4410502" y="881663"/>
                  </a:lnTo>
                  <a:lnTo>
                    <a:pt x="4410596" y="881663"/>
                  </a:lnTo>
                  <a:lnTo>
                    <a:pt x="4410690" y="881663"/>
                  </a:lnTo>
                  <a:lnTo>
                    <a:pt x="4410784" y="881663"/>
                  </a:lnTo>
                  <a:lnTo>
                    <a:pt x="4410878" y="881663"/>
                  </a:lnTo>
                  <a:lnTo>
                    <a:pt x="4410972" y="881663"/>
                  </a:lnTo>
                  <a:lnTo>
                    <a:pt x="4411066" y="881663"/>
                  </a:lnTo>
                  <a:lnTo>
                    <a:pt x="4411160" y="881663"/>
                  </a:lnTo>
                  <a:lnTo>
                    <a:pt x="4411254" y="881663"/>
                  </a:lnTo>
                  <a:lnTo>
                    <a:pt x="4411348" y="881663"/>
                  </a:lnTo>
                  <a:lnTo>
                    <a:pt x="4411442" y="881663"/>
                  </a:lnTo>
                  <a:lnTo>
                    <a:pt x="4411536" y="881663"/>
                  </a:lnTo>
                  <a:lnTo>
                    <a:pt x="4411630" y="881663"/>
                  </a:lnTo>
                  <a:lnTo>
                    <a:pt x="4411724" y="881663"/>
                  </a:lnTo>
                  <a:lnTo>
                    <a:pt x="4411818" y="881663"/>
                  </a:lnTo>
                  <a:lnTo>
                    <a:pt x="4411912" y="881663"/>
                  </a:lnTo>
                  <a:lnTo>
                    <a:pt x="4412006" y="881663"/>
                  </a:lnTo>
                  <a:lnTo>
                    <a:pt x="4412100" y="881663"/>
                  </a:lnTo>
                  <a:lnTo>
                    <a:pt x="4412194" y="881663"/>
                  </a:lnTo>
                  <a:lnTo>
                    <a:pt x="4412288" y="881663"/>
                  </a:lnTo>
                  <a:lnTo>
                    <a:pt x="4412382" y="881663"/>
                  </a:lnTo>
                  <a:lnTo>
                    <a:pt x="4412476" y="881663"/>
                  </a:lnTo>
                  <a:lnTo>
                    <a:pt x="4412571" y="881663"/>
                  </a:lnTo>
                  <a:lnTo>
                    <a:pt x="4412665" y="881663"/>
                  </a:lnTo>
                  <a:lnTo>
                    <a:pt x="4412759" y="881663"/>
                  </a:lnTo>
                  <a:lnTo>
                    <a:pt x="4412853" y="881663"/>
                  </a:lnTo>
                  <a:lnTo>
                    <a:pt x="4412947" y="881663"/>
                  </a:lnTo>
                  <a:lnTo>
                    <a:pt x="4413041" y="881663"/>
                  </a:lnTo>
                  <a:lnTo>
                    <a:pt x="4413135" y="881663"/>
                  </a:lnTo>
                  <a:lnTo>
                    <a:pt x="4413229" y="881663"/>
                  </a:lnTo>
                  <a:lnTo>
                    <a:pt x="4413323" y="881663"/>
                  </a:lnTo>
                  <a:lnTo>
                    <a:pt x="4413417" y="881663"/>
                  </a:lnTo>
                  <a:lnTo>
                    <a:pt x="4413511" y="881663"/>
                  </a:lnTo>
                  <a:lnTo>
                    <a:pt x="4413605" y="881663"/>
                  </a:lnTo>
                  <a:lnTo>
                    <a:pt x="4413699" y="881663"/>
                  </a:lnTo>
                  <a:lnTo>
                    <a:pt x="4413793" y="881663"/>
                  </a:lnTo>
                  <a:lnTo>
                    <a:pt x="4413887" y="881663"/>
                  </a:lnTo>
                  <a:lnTo>
                    <a:pt x="4413981" y="881663"/>
                  </a:lnTo>
                  <a:lnTo>
                    <a:pt x="4414075" y="881663"/>
                  </a:lnTo>
                  <a:lnTo>
                    <a:pt x="4414169" y="881663"/>
                  </a:lnTo>
                  <a:lnTo>
                    <a:pt x="4414263" y="881663"/>
                  </a:lnTo>
                  <a:lnTo>
                    <a:pt x="4414357" y="881663"/>
                  </a:lnTo>
                  <a:lnTo>
                    <a:pt x="4414451" y="881663"/>
                  </a:lnTo>
                  <a:lnTo>
                    <a:pt x="4414545" y="881663"/>
                  </a:lnTo>
                  <a:lnTo>
                    <a:pt x="4414639" y="881663"/>
                  </a:lnTo>
                  <a:lnTo>
                    <a:pt x="4414733" y="881663"/>
                  </a:lnTo>
                  <a:lnTo>
                    <a:pt x="4414827" y="881663"/>
                  </a:lnTo>
                  <a:lnTo>
                    <a:pt x="4414921" y="881663"/>
                  </a:lnTo>
                  <a:lnTo>
                    <a:pt x="4415015" y="881663"/>
                  </a:lnTo>
                  <a:lnTo>
                    <a:pt x="4415109" y="881663"/>
                  </a:lnTo>
                  <a:lnTo>
                    <a:pt x="4415203" y="881663"/>
                  </a:lnTo>
                  <a:lnTo>
                    <a:pt x="4415297" y="881663"/>
                  </a:lnTo>
                  <a:lnTo>
                    <a:pt x="4415391" y="881663"/>
                  </a:lnTo>
                  <a:lnTo>
                    <a:pt x="4415485" y="881663"/>
                  </a:lnTo>
                  <a:lnTo>
                    <a:pt x="4415579" y="881663"/>
                  </a:lnTo>
                  <a:lnTo>
                    <a:pt x="4415673" y="881663"/>
                  </a:lnTo>
                  <a:lnTo>
                    <a:pt x="4415767" y="881663"/>
                  </a:lnTo>
                  <a:lnTo>
                    <a:pt x="4415861" y="881663"/>
                  </a:lnTo>
                  <a:lnTo>
                    <a:pt x="4415955" y="881663"/>
                  </a:lnTo>
                  <a:lnTo>
                    <a:pt x="4416050" y="881663"/>
                  </a:lnTo>
                  <a:lnTo>
                    <a:pt x="4416144" y="881663"/>
                  </a:lnTo>
                  <a:lnTo>
                    <a:pt x="4416238" y="881663"/>
                  </a:lnTo>
                  <a:lnTo>
                    <a:pt x="4416332" y="881663"/>
                  </a:lnTo>
                  <a:lnTo>
                    <a:pt x="4416426" y="881663"/>
                  </a:lnTo>
                  <a:lnTo>
                    <a:pt x="4416520" y="881663"/>
                  </a:lnTo>
                  <a:lnTo>
                    <a:pt x="4416614" y="881663"/>
                  </a:lnTo>
                  <a:lnTo>
                    <a:pt x="4416708" y="881663"/>
                  </a:lnTo>
                  <a:lnTo>
                    <a:pt x="4416802" y="881663"/>
                  </a:lnTo>
                  <a:lnTo>
                    <a:pt x="4416896" y="881663"/>
                  </a:lnTo>
                  <a:lnTo>
                    <a:pt x="4416990" y="881663"/>
                  </a:lnTo>
                  <a:lnTo>
                    <a:pt x="4417084" y="881663"/>
                  </a:lnTo>
                  <a:lnTo>
                    <a:pt x="4417178" y="881663"/>
                  </a:lnTo>
                  <a:lnTo>
                    <a:pt x="4417272" y="881663"/>
                  </a:lnTo>
                  <a:lnTo>
                    <a:pt x="4417366" y="881663"/>
                  </a:lnTo>
                  <a:lnTo>
                    <a:pt x="4417460" y="881663"/>
                  </a:lnTo>
                  <a:lnTo>
                    <a:pt x="4417554" y="881663"/>
                  </a:lnTo>
                  <a:lnTo>
                    <a:pt x="4417648" y="881663"/>
                  </a:lnTo>
                  <a:lnTo>
                    <a:pt x="4417742" y="881663"/>
                  </a:lnTo>
                  <a:lnTo>
                    <a:pt x="4417836" y="881663"/>
                  </a:lnTo>
                  <a:lnTo>
                    <a:pt x="4417930" y="881663"/>
                  </a:lnTo>
                  <a:lnTo>
                    <a:pt x="4418024" y="881663"/>
                  </a:lnTo>
                  <a:lnTo>
                    <a:pt x="4418118" y="881663"/>
                  </a:lnTo>
                  <a:lnTo>
                    <a:pt x="4418212" y="881663"/>
                  </a:lnTo>
                  <a:lnTo>
                    <a:pt x="4418306" y="881663"/>
                  </a:lnTo>
                  <a:lnTo>
                    <a:pt x="4418400" y="881663"/>
                  </a:lnTo>
                  <a:lnTo>
                    <a:pt x="4418494" y="881663"/>
                  </a:lnTo>
                  <a:lnTo>
                    <a:pt x="4418588" y="881663"/>
                  </a:lnTo>
                  <a:lnTo>
                    <a:pt x="4418682" y="881663"/>
                  </a:lnTo>
                  <a:lnTo>
                    <a:pt x="4418776" y="881663"/>
                  </a:lnTo>
                  <a:lnTo>
                    <a:pt x="4418870" y="881663"/>
                  </a:lnTo>
                  <a:lnTo>
                    <a:pt x="4418964" y="881663"/>
                  </a:lnTo>
                  <a:lnTo>
                    <a:pt x="4419058" y="881663"/>
                  </a:lnTo>
                  <a:lnTo>
                    <a:pt x="4419152" y="881663"/>
                  </a:lnTo>
                  <a:lnTo>
                    <a:pt x="4419246" y="881663"/>
                  </a:lnTo>
                  <a:lnTo>
                    <a:pt x="4419340" y="881663"/>
                  </a:lnTo>
                  <a:lnTo>
                    <a:pt x="4419434" y="881663"/>
                  </a:lnTo>
                  <a:lnTo>
                    <a:pt x="4419528" y="881663"/>
                  </a:lnTo>
                  <a:lnTo>
                    <a:pt x="4419623" y="881663"/>
                  </a:lnTo>
                  <a:lnTo>
                    <a:pt x="4419717" y="881663"/>
                  </a:lnTo>
                  <a:lnTo>
                    <a:pt x="4419811" y="881663"/>
                  </a:lnTo>
                  <a:lnTo>
                    <a:pt x="4419905" y="881663"/>
                  </a:lnTo>
                  <a:lnTo>
                    <a:pt x="4419999" y="881663"/>
                  </a:lnTo>
                  <a:lnTo>
                    <a:pt x="4420093" y="881663"/>
                  </a:lnTo>
                  <a:lnTo>
                    <a:pt x="4420187" y="881663"/>
                  </a:lnTo>
                  <a:lnTo>
                    <a:pt x="4420281" y="881663"/>
                  </a:lnTo>
                  <a:lnTo>
                    <a:pt x="4420375" y="881663"/>
                  </a:lnTo>
                  <a:lnTo>
                    <a:pt x="4420469" y="881663"/>
                  </a:lnTo>
                  <a:lnTo>
                    <a:pt x="4420563" y="881663"/>
                  </a:lnTo>
                  <a:lnTo>
                    <a:pt x="4420657" y="881663"/>
                  </a:lnTo>
                  <a:lnTo>
                    <a:pt x="4420751" y="881663"/>
                  </a:lnTo>
                  <a:lnTo>
                    <a:pt x="4420845" y="881663"/>
                  </a:lnTo>
                  <a:lnTo>
                    <a:pt x="4420939" y="881663"/>
                  </a:lnTo>
                  <a:lnTo>
                    <a:pt x="4421033" y="881663"/>
                  </a:lnTo>
                  <a:lnTo>
                    <a:pt x="4421127" y="881663"/>
                  </a:lnTo>
                  <a:lnTo>
                    <a:pt x="4421221" y="881663"/>
                  </a:lnTo>
                  <a:lnTo>
                    <a:pt x="4421315" y="881663"/>
                  </a:lnTo>
                  <a:lnTo>
                    <a:pt x="4421409" y="881663"/>
                  </a:lnTo>
                  <a:lnTo>
                    <a:pt x="4421503" y="881663"/>
                  </a:lnTo>
                  <a:lnTo>
                    <a:pt x="4421597" y="881663"/>
                  </a:lnTo>
                  <a:lnTo>
                    <a:pt x="4421691" y="881663"/>
                  </a:lnTo>
                  <a:lnTo>
                    <a:pt x="4421785" y="881663"/>
                  </a:lnTo>
                  <a:lnTo>
                    <a:pt x="4421879" y="881663"/>
                  </a:lnTo>
                  <a:lnTo>
                    <a:pt x="4421973" y="881663"/>
                  </a:lnTo>
                  <a:lnTo>
                    <a:pt x="4422067" y="881663"/>
                  </a:lnTo>
                  <a:lnTo>
                    <a:pt x="4422161" y="881663"/>
                  </a:lnTo>
                  <a:lnTo>
                    <a:pt x="4422255" y="881663"/>
                  </a:lnTo>
                  <a:lnTo>
                    <a:pt x="4422349" y="881663"/>
                  </a:lnTo>
                  <a:lnTo>
                    <a:pt x="4422443" y="881663"/>
                  </a:lnTo>
                  <a:lnTo>
                    <a:pt x="4422537" y="881663"/>
                  </a:lnTo>
                  <a:lnTo>
                    <a:pt x="4422631" y="881663"/>
                  </a:lnTo>
                  <a:lnTo>
                    <a:pt x="4422725" y="881663"/>
                  </a:lnTo>
                  <a:lnTo>
                    <a:pt x="4422819" y="881663"/>
                  </a:lnTo>
                  <a:lnTo>
                    <a:pt x="4422913" y="881663"/>
                  </a:lnTo>
                  <a:lnTo>
                    <a:pt x="4423007" y="881663"/>
                  </a:lnTo>
                  <a:lnTo>
                    <a:pt x="4423101" y="881663"/>
                  </a:lnTo>
                  <a:lnTo>
                    <a:pt x="4423196" y="881663"/>
                  </a:lnTo>
                  <a:lnTo>
                    <a:pt x="4423290" y="881663"/>
                  </a:lnTo>
                  <a:lnTo>
                    <a:pt x="4423384" y="881663"/>
                  </a:lnTo>
                  <a:lnTo>
                    <a:pt x="4423478" y="881663"/>
                  </a:lnTo>
                  <a:lnTo>
                    <a:pt x="4423572" y="881663"/>
                  </a:lnTo>
                  <a:lnTo>
                    <a:pt x="4423666" y="881663"/>
                  </a:lnTo>
                  <a:lnTo>
                    <a:pt x="4423760" y="881663"/>
                  </a:lnTo>
                  <a:lnTo>
                    <a:pt x="4423854" y="881663"/>
                  </a:lnTo>
                  <a:lnTo>
                    <a:pt x="4423948" y="881663"/>
                  </a:lnTo>
                  <a:lnTo>
                    <a:pt x="4424042" y="881663"/>
                  </a:lnTo>
                  <a:lnTo>
                    <a:pt x="4424136" y="881663"/>
                  </a:lnTo>
                  <a:lnTo>
                    <a:pt x="4424230" y="881663"/>
                  </a:lnTo>
                  <a:lnTo>
                    <a:pt x="4424324" y="881663"/>
                  </a:lnTo>
                  <a:lnTo>
                    <a:pt x="4424418" y="881663"/>
                  </a:lnTo>
                  <a:lnTo>
                    <a:pt x="4424512" y="881663"/>
                  </a:lnTo>
                  <a:lnTo>
                    <a:pt x="4424606" y="881663"/>
                  </a:lnTo>
                  <a:lnTo>
                    <a:pt x="4424700" y="881663"/>
                  </a:lnTo>
                  <a:lnTo>
                    <a:pt x="4424794" y="881663"/>
                  </a:lnTo>
                  <a:lnTo>
                    <a:pt x="4424888" y="881663"/>
                  </a:lnTo>
                  <a:lnTo>
                    <a:pt x="4424982" y="881663"/>
                  </a:lnTo>
                  <a:lnTo>
                    <a:pt x="4425076" y="881663"/>
                  </a:lnTo>
                  <a:lnTo>
                    <a:pt x="4425170" y="881663"/>
                  </a:lnTo>
                  <a:lnTo>
                    <a:pt x="4425264" y="881663"/>
                  </a:lnTo>
                  <a:lnTo>
                    <a:pt x="4425358" y="881663"/>
                  </a:lnTo>
                  <a:lnTo>
                    <a:pt x="4425452" y="881663"/>
                  </a:lnTo>
                  <a:lnTo>
                    <a:pt x="4425546" y="881663"/>
                  </a:lnTo>
                  <a:lnTo>
                    <a:pt x="4425640" y="881663"/>
                  </a:lnTo>
                  <a:lnTo>
                    <a:pt x="4425734" y="881663"/>
                  </a:lnTo>
                  <a:lnTo>
                    <a:pt x="4425828" y="881663"/>
                  </a:lnTo>
                  <a:lnTo>
                    <a:pt x="4425922" y="881663"/>
                  </a:lnTo>
                  <a:lnTo>
                    <a:pt x="4426016" y="881663"/>
                  </a:lnTo>
                  <a:lnTo>
                    <a:pt x="4426110" y="881663"/>
                  </a:lnTo>
                  <a:lnTo>
                    <a:pt x="4426204" y="881663"/>
                  </a:lnTo>
                  <a:lnTo>
                    <a:pt x="4426298" y="881663"/>
                  </a:lnTo>
                  <a:lnTo>
                    <a:pt x="4426392" y="881663"/>
                  </a:lnTo>
                  <a:lnTo>
                    <a:pt x="4426486" y="881663"/>
                  </a:lnTo>
                  <a:lnTo>
                    <a:pt x="4426580" y="881663"/>
                  </a:lnTo>
                  <a:lnTo>
                    <a:pt x="4426675" y="881663"/>
                  </a:lnTo>
                  <a:lnTo>
                    <a:pt x="4426769" y="881663"/>
                  </a:lnTo>
                  <a:lnTo>
                    <a:pt x="4426863" y="881663"/>
                  </a:lnTo>
                  <a:lnTo>
                    <a:pt x="4426957" y="881663"/>
                  </a:lnTo>
                  <a:lnTo>
                    <a:pt x="4427051" y="881663"/>
                  </a:lnTo>
                  <a:lnTo>
                    <a:pt x="4427145" y="881663"/>
                  </a:lnTo>
                  <a:lnTo>
                    <a:pt x="4427239" y="881663"/>
                  </a:lnTo>
                  <a:lnTo>
                    <a:pt x="4427333" y="881663"/>
                  </a:lnTo>
                  <a:lnTo>
                    <a:pt x="4427427" y="881663"/>
                  </a:lnTo>
                  <a:lnTo>
                    <a:pt x="4427521" y="881663"/>
                  </a:lnTo>
                  <a:lnTo>
                    <a:pt x="4427615" y="881663"/>
                  </a:lnTo>
                  <a:lnTo>
                    <a:pt x="4427709" y="881663"/>
                  </a:lnTo>
                  <a:lnTo>
                    <a:pt x="4427803" y="881663"/>
                  </a:lnTo>
                  <a:lnTo>
                    <a:pt x="4427897" y="881663"/>
                  </a:lnTo>
                  <a:lnTo>
                    <a:pt x="4427991" y="881663"/>
                  </a:lnTo>
                  <a:lnTo>
                    <a:pt x="4428085" y="881663"/>
                  </a:lnTo>
                  <a:lnTo>
                    <a:pt x="4428179" y="881663"/>
                  </a:lnTo>
                  <a:lnTo>
                    <a:pt x="4428273" y="881663"/>
                  </a:lnTo>
                  <a:lnTo>
                    <a:pt x="4428367" y="881663"/>
                  </a:lnTo>
                  <a:lnTo>
                    <a:pt x="4428461" y="881663"/>
                  </a:lnTo>
                  <a:lnTo>
                    <a:pt x="4428555" y="881663"/>
                  </a:lnTo>
                  <a:lnTo>
                    <a:pt x="4428649" y="881663"/>
                  </a:lnTo>
                  <a:lnTo>
                    <a:pt x="4428743" y="881663"/>
                  </a:lnTo>
                  <a:lnTo>
                    <a:pt x="4428837" y="881663"/>
                  </a:lnTo>
                  <a:lnTo>
                    <a:pt x="4428931" y="881663"/>
                  </a:lnTo>
                  <a:lnTo>
                    <a:pt x="4429025" y="881663"/>
                  </a:lnTo>
                  <a:lnTo>
                    <a:pt x="4429119" y="881663"/>
                  </a:lnTo>
                  <a:lnTo>
                    <a:pt x="4429213" y="881663"/>
                  </a:lnTo>
                  <a:lnTo>
                    <a:pt x="4429307" y="881663"/>
                  </a:lnTo>
                  <a:lnTo>
                    <a:pt x="4429401" y="881663"/>
                  </a:lnTo>
                  <a:lnTo>
                    <a:pt x="4429495" y="881663"/>
                  </a:lnTo>
                  <a:lnTo>
                    <a:pt x="4429589" y="881663"/>
                  </a:lnTo>
                  <a:lnTo>
                    <a:pt x="4429683" y="881663"/>
                  </a:lnTo>
                  <a:lnTo>
                    <a:pt x="4429777" y="881663"/>
                  </a:lnTo>
                  <a:lnTo>
                    <a:pt x="4429871" y="881663"/>
                  </a:lnTo>
                  <a:lnTo>
                    <a:pt x="4429965" y="881663"/>
                  </a:lnTo>
                  <a:lnTo>
                    <a:pt x="4430059" y="881663"/>
                  </a:lnTo>
                  <a:lnTo>
                    <a:pt x="4430153" y="881663"/>
                  </a:lnTo>
                  <a:lnTo>
                    <a:pt x="4430248" y="881663"/>
                  </a:lnTo>
                  <a:lnTo>
                    <a:pt x="4430342" y="881663"/>
                  </a:lnTo>
                  <a:lnTo>
                    <a:pt x="4430436" y="881663"/>
                  </a:lnTo>
                  <a:lnTo>
                    <a:pt x="4430530" y="881663"/>
                  </a:lnTo>
                  <a:lnTo>
                    <a:pt x="4430624" y="881663"/>
                  </a:lnTo>
                  <a:lnTo>
                    <a:pt x="4430718" y="881663"/>
                  </a:lnTo>
                  <a:lnTo>
                    <a:pt x="4430812" y="881663"/>
                  </a:lnTo>
                  <a:lnTo>
                    <a:pt x="4430906" y="881663"/>
                  </a:lnTo>
                  <a:lnTo>
                    <a:pt x="4431000" y="881663"/>
                  </a:lnTo>
                  <a:lnTo>
                    <a:pt x="4431094" y="881663"/>
                  </a:lnTo>
                  <a:lnTo>
                    <a:pt x="4431188" y="881663"/>
                  </a:lnTo>
                  <a:lnTo>
                    <a:pt x="4431282" y="881663"/>
                  </a:lnTo>
                  <a:lnTo>
                    <a:pt x="4431376" y="881663"/>
                  </a:lnTo>
                  <a:lnTo>
                    <a:pt x="4431470" y="881663"/>
                  </a:lnTo>
                  <a:lnTo>
                    <a:pt x="4431564" y="881663"/>
                  </a:lnTo>
                  <a:lnTo>
                    <a:pt x="4431658" y="881663"/>
                  </a:lnTo>
                  <a:lnTo>
                    <a:pt x="4431752" y="881663"/>
                  </a:lnTo>
                  <a:lnTo>
                    <a:pt x="4431846" y="881663"/>
                  </a:lnTo>
                  <a:lnTo>
                    <a:pt x="4431940" y="881663"/>
                  </a:lnTo>
                  <a:lnTo>
                    <a:pt x="4432034" y="881663"/>
                  </a:lnTo>
                  <a:lnTo>
                    <a:pt x="4432128" y="881663"/>
                  </a:lnTo>
                  <a:lnTo>
                    <a:pt x="4432222" y="881663"/>
                  </a:lnTo>
                  <a:lnTo>
                    <a:pt x="4432316" y="881663"/>
                  </a:lnTo>
                  <a:lnTo>
                    <a:pt x="4432410" y="881663"/>
                  </a:lnTo>
                  <a:lnTo>
                    <a:pt x="4432504" y="881663"/>
                  </a:lnTo>
                  <a:lnTo>
                    <a:pt x="4432598" y="881663"/>
                  </a:lnTo>
                  <a:lnTo>
                    <a:pt x="4432692" y="881663"/>
                  </a:lnTo>
                  <a:lnTo>
                    <a:pt x="4432786" y="881663"/>
                  </a:lnTo>
                  <a:lnTo>
                    <a:pt x="4432880" y="881663"/>
                  </a:lnTo>
                  <a:lnTo>
                    <a:pt x="4432974" y="881663"/>
                  </a:lnTo>
                  <a:lnTo>
                    <a:pt x="4433068" y="881663"/>
                  </a:lnTo>
                  <a:lnTo>
                    <a:pt x="4433162" y="881663"/>
                  </a:lnTo>
                  <a:lnTo>
                    <a:pt x="4433256" y="881663"/>
                  </a:lnTo>
                  <a:lnTo>
                    <a:pt x="4433350" y="881663"/>
                  </a:lnTo>
                  <a:lnTo>
                    <a:pt x="4433444" y="881663"/>
                  </a:lnTo>
                  <a:lnTo>
                    <a:pt x="4433538" y="881663"/>
                  </a:lnTo>
                  <a:lnTo>
                    <a:pt x="4433538" y="876383"/>
                  </a:lnTo>
                  <a:lnTo>
                    <a:pt x="4433632" y="876383"/>
                  </a:lnTo>
                  <a:lnTo>
                    <a:pt x="4433726" y="876383"/>
                  </a:lnTo>
                  <a:lnTo>
                    <a:pt x="4433821" y="876383"/>
                  </a:lnTo>
                  <a:lnTo>
                    <a:pt x="4433915" y="876383"/>
                  </a:lnTo>
                  <a:lnTo>
                    <a:pt x="4434009" y="876383"/>
                  </a:lnTo>
                  <a:lnTo>
                    <a:pt x="4434103" y="876383"/>
                  </a:lnTo>
                  <a:lnTo>
                    <a:pt x="4434197" y="876383"/>
                  </a:lnTo>
                  <a:lnTo>
                    <a:pt x="4434291" y="876383"/>
                  </a:lnTo>
                  <a:lnTo>
                    <a:pt x="4434385" y="876383"/>
                  </a:lnTo>
                  <a:lnTo>
                    <a:pt x="4434479" y="876383"/>
                  </a:lnTo>
                  <a:lnTo>
                    <a:pt x="4434573" y="876383"/>
                  </a:lnTo>
                  <a:lnTo>
                    <a:pt x="4434667" y="876383"/>
                  </a:lnTo>
                  <a:lnTo>
                    <a:pt x="4434761" y="876383"/>
                  </a:lnTo>
                  <a:lnTo>
                    <a:pt x="4434855" y="876383"/>
                  </a:lnTo>
                  <a:lnTo>
                    <a:pt x="4434949" y="876383"/>
                  </a:lnTo>
                  <a:lnTo>
                    <a:pt x="4435043" y="876383"/>
                  </a:lnTo>
                  <a:lnTo>
                    <a:pt x="4435137" y="876383"/>
                  </a:lnTo>
                  <a:lnTo>
                    <a:pt x="4435231" y="876383"/>
                  </a:lnTo>
                  <a:lnTo>
                    <a:pt x="4435325" y="876383"/>
                  </a:lnTo>
                  <a:lnTo>
                    <a:pt x="4435419" y="876383"/>
                  </a:lnTo>
                  <a:lnTo>
                    <a:pt x="4435513" y="876383"/>
                  </a:lnTo>
                  <a:lnTo>
                    <a:pt x="4435607" y="876383"/>
                  </a:lnTo>
                  <a:lnTo>
                    <a:pt x="4435701" y="876383"/>
                  </a:lnTo>
                  <a:lnTo>
                    <a:pt x="4435795" y="876383"/>
                  </a:lnTo>
                  <a:lnTo>
                    <a:pt x="4435889" y="876383"/>
                  </a:lnTo>
                  <a:lnTo>
                    <a:pt x="4435983" y="876383"/>
                  </a:lnTo>
                  <a:lnTo>
                    <a:pt x="4436077" y="876383"/>
                  </a:lnTo>
                  <a:lnTo>
                    <a:pt x="4436171" y="876383"/>
                  </a:lnTo>
                  <a:lnTo>
                    <a:pt x="4436265" y="876383"/>
                  </a:lnTo>
                  <a:lnTo>
                    <a:pt x="4436359" y="876383"/>
                  </a:lnTo>
                  <a:lnTo>
                    <a:pt x="4436453" y="876383"/>
                  </a:lnTo>
                  <a:lnTo>
                    <a:pt x="4436547" y="876383"/>
                  </a:lnTo>
                  <a:lnTo>
                    <a:pt x="4436641" y="876383"/>
                  </a:lnTo>
                  <a:lnTo>
                    <a:pt x="4436735" y="876383"/>
                  </a:lnTo>
                  <a:lnTo>
                    <a:pt x="4436829" y="876383"/>
                  </a:lnTo>
                  <a:lnTo>
                    <a:pt x="4436923" y="876383"/>
                  </a:lnTo>
                  <a:lnTo>
                    <a:pt x="4437017" y="876383"/>
                  </a:lnTo>
                  <a:lnTo>
                    <a:pt x="4437111" y="876383"/>
                  </a:lnTo>
                  <a:lnTo>
                    <a:pt x="4437205" y="876383"/>
                  </a:lnTo>
                  <a:lnTo>
                    <a:pt x="4437300" y="876383"/>
                  </a:lnTo>
                  <a:lnTo>
                    <a:pt x="4437394" y="876383"/>
                  </a:lnTo>
                  <a:lnTo>
                    <a:pt x="4437488" y="876383"/>
                  </a:lnTo>
                  <a:lnTo>
                    <a:pt x="4437582" y="876383"/>
                  </a:lnTo>
                  <a:lnTo>
                    <a:pt x="4437676" y="876383"/>
                  </a:lnTo>
                  <a:lnTo>
                    <a:pt x="4437770" y="876383"/>
                  </a:lnTo>
                  <a:lnTo>
                    <a:pt x="4437864" y="876383"/>
                  </a:lnTo>
                  <a:lnTo>
                    <a:pt x="4437958" y="876383"/>
                  </a:lnTo>
                  <a:lnTo>
                    <a:pt x="4438052" y="876383"/>
                  </a:lnTo>
                  <a:lnTo>
                    <a:pt x="4438146" y="876383"/>
                  </a:lnTo>
                  <a:lnTo>
                    <a:pt x="4438240" y="876383"/>
                  </a:lnTo>
                  <a:lnTo>
                    <a:pt x="4438334" y="876383"/>
                  </a:lnTo>
                  <a:lnTo>
                    <a:pt x="4438428" y="876383"/>
                  </a:lnTo>
                  <a:lnTo>
                    <a:pt x="4438522" y="876383"/>
                  </a:lnTo>
                  <a:lnTo>
                    <a:pt x="4438616" y="876383"/>
                  </a:lnTo>
                  <a:lnTo>
                    <a:pt x="4438710" y="876383"/>
                  </a:lnTo>
                  <a:lnTo>
                    <a:pt x="4438804" y="876383"/>
                  </a:lnTo>
                  <a:lnTo>
                    <a:pt x="4438898" y="876383"/>
                  </a:lnTo>
                  <a:lnTo>
                    <a:pt x="4438992" y="876383"/>
                  </a:lnTo>
                  <a:lnTo>
                    <a:pt x="4439086" y="876383"/>
                  </a:lnTo>
                  <a:lnTo>
                    <a:pt x="4439180" y="876383"/>
                  </a:lnTo>
                  <a:lnTo>
                    <a:pt x="4439274" y="876383"/>
                  </a:lnTo>
                  <a:lnTo>
                    <a:pt x="4439274" y="871104"/>
                  </a:lnTo>
                  <a:lnTo>
                    <a:pt x="4439368" y="871104"/>
                  </a:lnTo>
                  <a:lnTo>
                    <a:pt x="4439462" y="871104"/>
                  </a:lnTo>
                  <a:lnTo>
                    <a:pt x="4439556" y="871104"/>
                  </a:lnTo>
                  <a:lnTo>
                    <a:pt x="4439650" y="871104"/>
                  </a:lnTo>
                  <a:lnTo>
                    <a:pt x="4439744" y="871104"/>
                  </a:lnTo>
                  <a:lnTo>
                    <a:pt x="4439838" y="871104"/>
                  </a:lnTo>
                  <a:lnTo>
                    <a:pt x="4439932" y="871104"/>
                  </a:lnTo>
                  <a:lnTo>
                    <a:pt x="4440026" y="871104"/>
                  </a:lnTo>
                  <a:lnTo>
                    <a:pt x="4440120" y="871104"/>
                  </a:lnTo>
                  <a:lnTo>
                    <a:pt x="4440214" y="871104"/>
                  </a:lnTo>
                  <a:lnTo>
                    <a:pt x="4440308" y="871104"/>
                  </a:lnTo>
                  <a:lnTo>
                    <a:pt x="4440402" y="871104"/>
                  </a:lnTo>
                  <a:lnTo>
                    <a:pt x="4440496" y="871104"/>
                  </a:lnTo>
                  <a:lnTo>
                    <a:pt x="4440590" y="871104"/>
                  </a:lnTo>
                  <a:lnTo>
                    <a:pt x="4440684" y="871104"/>
                  </a:lnTo>
                  <a:lnTo>
                    <a:pt x="4440778" y="871104"/>
                  </a:lnTo>
                  <a:lnTo>
                    <a:pt x="4440873" y="871104"/>
                  </a:lnTo>
                  <a:lnTo>
                    <a:pt x="4440967" y="871104"/>
                  </a:lnTo>
                  <a:lnTo>
                    <a:pt x="4441061" y="871104"/>
                  </a:lnTo>
                  <a:lnTo>
                    <a:pt x="4441155" y="871104"/>
                  </a:lnTo>
                  <a:lnTo>
                    <a:pt x="4441249" y="871104"/>
                  </a:lnTo>
                  <a:lnTo>
                    <a:pt x="4441343" y="871104"/>
                  </a:lnTo>
                  <a:lnTo>
                    <a:pt x="4441437" y="871104"/>
                  </a:lnTo>
                  <a:lnTo>
                    <a:pt x="4441531" y="871104"/>
                  </a:lnTo>
                  <a:lnTo>
                    <a:pt x="4441625" y="871104"/>
                  </a:lnTo>
                  <a:lnTo>
                    <a:pt x="4441719" y="871104"/>
                  </a:lnTo>
                  <a:lnTo>
                    <a:pt x="4441813" y="871104"/>
                  </a:lnTo>
                  <a:lnTo>
                    <a:pt x="4441907" y="871104"/>
                  </a:lnTo>
                  <a:lnTo>
                    <a:pt x="4442001" y="871104"/>
                  </a:lnTo>
                  <a:lnTo>
                    <a:pt x="4442095" y="871104"/>
                  </a:lnTo>
                  <a:lnTo>
                    <a:pt x="4442189" y="871104"/>
                  </a:lnTo>
                  <a:lnTo>
                    <a:pt x="4442283" y="871104"/>
                  </a:lnTo>
                  <a:lnTo>
                    <a:pt x="4442377" y="871104"/>
                  </a:lnTo>
                  <a:lnTo>
                    <a:pt x="4442471" y="871104"/>
                  </a:lnTo>
                  <a:lnTo>
                    <a:pt x="4442565" y="871104"/>
                  </a:lnTo>
                  <a:lnTo>
                    <a:pt x="4442659" y="871104"/>
                  </a:lnTo>
                  <a:lnTo>
                    <a:pt x="4442753" y="871104"/>
                  </a:lnTo>
                  <a:lnTo>
                    <a:pt x="4442847" y="871104"/>
                  </a:lnTo>
                  <a:lnTo>
                    <a:pt x="4442941" y="871104"/>
                  </a:lnTo>
                  <a:lnTo>
                    <a:pt x="4443035" y="871104"/>
                  </a:lnTo>
                  <a:lnTo>
                    <a:pt x="4443129" y="871104"/>
                  </a:lnTo>
                  <a:lnTo>
                    <a:pt x="4443223" y="871104"/>
                  </a:lnTo>
                  <a:lnTo>
                    <a:pt x="4443317" y="871104"/>
                  </a:lnTo>
                  <a:lnTo>
                    <a:pt x="4443411" y="871104"/>
                  </a:lnTo>
                  <a:lnTo>
                    <a:pt x="4443505" y="871104"/>
                  </a:lnTo>
                  <a:lnTo>
                    <a:pt x="4443599" y="871104"/>
                  </a:lnTo>
                  <a:lnTo>
                    <a:pt x="4443693" y="871104"/>
                  </a:lnTo>
                  <a:lnTo>
                    <a:pt x="4443787" y="871104"/>
                  </a:lnTo>
                  <a:lnTo>
                    <a:pt x="4443881" y="871104"/>
                  </a:lnTo>
                  <a:lnTo>
                    <a:pt x="4443975" y="871104"/>
                  </a:lnTo>
                  <a:lnTo>
                    <a:pt x="4444069" y="871104"/>
                  </a:lnTo>
                  <a:lnTo>
                    <a:pt x="4444163" y="871104"/>
                  </a:lnTo>
                  <a:lnTo>
                    <a:pt x="4444257" y="871104"/>
                  </a:lnTo>
                  <a:lnTo>
                    <a:pt x="4444351" y="871104"/>
                  </a:lnTo>
                  <a:lnTo>
                    <a:pt x="4444446" y="871104"/>
                  </a:lnTo>
                  <a:lnTo>
                    <a:pt x="4444540" y="871104"/>
                  </a:lnTo>
                  <a:lnTo>
                    <a:pt x="4444634" y="871104"/>
                  </a:lnTo>
                  <a:lnTo>
                    <a:pt x="4444728" y="871104"/>
                  </a:lnTo>
                  <a:lnTo>
                    <a:pt x="4444822" y="871104"/>
                  </a:lnTo>
                  <a:lnTo>
                    <a:pt x="4444916" y="871104"/>
                  </a:lnTo>
                  <a:lnTo>
                    <a:pt x="4445010" y="871104"/>
                  </a:lnTo>
                  <a:lnTo>
                    <a:pt x="4445104" y="871104"/>
                  </a:lnTo>
                  <a:lnTo>
                    <a:pt x="4445198" y="871104"/>
                  </a:lnTo>
                  <a:lnTo>
                    <a:pt x="4445292" y="871104"/>
                  </a:lnTo>
                  <a:lnTo>
                    <a:pt x="4445386" y="871104"/>
                  </a:lnTo>
                  <a:lnTo>
                    <a:pt x="4445480" y="871104"/>
                  </a:lnTo>
                  <a:lnTo>
                    <a:pt x="4445574" y="871104"/>
                  </a:lnTo>
                  <a:lnTo>
                    <a:pt x="4445668" y="871104"/>
                  </a:lnTo>
                  <a:lnTo>
                    <a:pt x="4445762" y="871104"/>
                  </a:lnTo>
                  <a:lnTo>
                    <a:pt x="4445762" y="865825"/>
                  </a:lnTo>
                  <a:lnTo>
                    <a:pt x="4445856" y="865825"/>
                  </a:lnTo>
                  <a:lnTo>
                    <a:pt x="4445950" y="865825"/>
                  </a:lnTo>
                  <a:lnTo>
                    <a:pt x="4446044" y="865825"/>
                  </a:lnTo>
                  <a:lnTo>
                    <a:pt x="4446138" y="865825"/>
                  </a:lnTo>
                  <a:lnTo>
                    <a:pt x="4446232" y="865825"/>
                  </a:lnTo>
                  <a:lnTo>
                    <a:pt x="4446326" y="865825"/>
                  </a:lnTo>
                  <a:lnTo>
                    <a:pt x="4446420" y="865825"/>
                  </a:lnTo>
                  <a:lnTo>
                    <a:pt x="4446514" y="865825"/>
                  </a:lnTo>
                  <a:lnTo>
                    <a:pt x="4446608" y="865825"/>
                  </a:lnTo>
                  <a:lnTo>
                    <a:pt x="4446702" y="865825"/>
                  </a:lnTo>
                  <a:lnTo>
                    <a:pt x="4446796" y="865825"/>
                  </a:lnTo>
                  <a:lnTo>
                    <a:pt x="4446890" y="865825"/>
                  </a:lnTo>
                  <a:lnTo>
                    <a:pt x="4446984" y="865825"/>
                  </a:lnTo>
                  <a:lnTo>
                    <a:pt x="4447078" y="865825"/>
                  </a:lnTo>
                  <a:lnTo>
                    <a:pt x="4447172" y="865825"/>
                  </a:lnTo>
                  <a:lnTo>
                    <a:pt x="4447266" y="865825"/>
                  </a:lnTo>
                  <a:lnTo>
                    <a:pt x="4447360" y="865825"/>
                  </a:lnTo>
                  <a:lnTo>
                    <a:pt x="4447454" y="865825"/>
                  </a:lnTo>
                  <a:lnTo>
                    <a:pt x="4447548" y="865825"/>
                  </a:lnTo>
                  <a:lnTo>
                    <a:pt x="4447642" y="865825"/>
                  </a:lnTo>
                  <a:lnTo>
                    <a:pt x="4447736" y="865825"/>
                  </a:lnTo>
                  <a:lnTo>
                    <a:pt x="4447830" y="865825"/>
                  </a:lnTo>
                  <a:lnTo>
                    <a:pt x="4447924" y="865825"/>
                  </a:lnTo>
                  <a:lnTo>
                    <a:pt x="4448019" y="865825"/>
                  </a:lnTo>
                  <a:lnTo>
                    <a:pt x="4448113" y="865825"/>
                  </a:lnTo>
                  <a:lnTo>
                    <a:pt x="4448207" y="865825"/>
                  </a:lnTo>
                  <a:lnTo>
                    <a:pt x="4448301" y="865825"/>
                  </a:lnTo>
                  <a:lnTo>
                    <a:pt x="4448395" y="865825"/>
                  </a:lnTo>
                  <a:lnTo>
                    <a:pt x="4448489" y="865825"/>
                  </a:lnTo>
                  <a:lnTo>
                    <a:pt x="4448583" y="865825"/>
                  </a:lnTo>
                  <a:lnTo>
                    <a:pt x="4448677" y="865825"/>
                  </a:lnTo>
                  <a:lnTo>
                    <a:pt x="4448771" y="865825"/>
                  </a:lnTo>
                  <a:lnTo>
                    <a:pt x="4448865" y="865825"/>
                  </a:lnTo>
                  <a:lnTo>
                    <a:pt x="4448959" y="865825"/>
                  </a:lnTo>
                  <a:lnTo>
                    <a:pt x="4449053" y="865825"/>
                  </a:lnTo>
                  <a:lnTo>
                    <a:pt x="4449147" y="865825"/>
                  </a:lnTo>
                  <a:lnTo>
                    <a:pt x="4449241" y="865825"/>
                  </a:lnTo>
                  <a:lnTo>
                    <a:pt x="4449335" y="865825"/>
                  </a:lnTo>
                  <a:lnTo>
                    <a:pt x="4449429" y="865825"/>
                  </a:lnTo>
                  <a:lnTo>
                    <a:pt x="4449523" y="865825"/>
                  </a:lnTo>
                  <a:lnTo>
                    <a:pt x="4449617" y="865825"/>
                  </a:lnTo>
                  <a:lnTo>
                    <a:pt x="4449711" y="865825"/>
                  </a:lnTo>
                  <a:lnTo>
                    <a:pt x="4449805" y="865825"/>
                  </a:lnTo>
                  <a:lnTo>
                    <a:pt x="4449899" y="865825"/>
                  </a:lnTo>
                  <a:lnTo>
                    <a:pt x="4449993" y="865825"/>
                  </a:lnTo>
                  <a:lnTo>
                    <a:pt x="4450087" y="865825"/>
                  </a:lnTo>
                  <a:lnTo>
                    <a:pt x="4450181" y="865825"/>
                  </a:lnTo>
                  <a:lnTo>
                    <a:pt x="4450275" y="865825"/>
                  </a:lnTo>
                  <a:lnTo>
                    <a:pt x="4450369" y="865825"/>
                  </a:lnTo>
                  <a:lnTo>
                    <a:pt x="4450463" y="865825"/>
                  </a:lnTo>
                  <a:lnTo>
                    <a:pt x="4450557" y="865825"/>
                  </a:lnTo>
                  <a:lnTo>
                    <a:pt x="4450651" y="865825"/>
                  </a:lnTo>
                  <a:lnTo>
                    <a:pt x="4450745" y="865825"/>
                  </a:lnTo>
                  <a:lnTo>
                    <a:pt x="4450839" y="865825"/>
                  </a:lnTo>
                  <a:lnTo>
                    <a:pt x="4450933" y="865825"/>
                  </a:lnTo>
                  <a:lnTo>
                    <a:pt x="4451027" y="865825"/>
                  </a:lnTo>
                  <a:lnTo>
                    <a:pt x="4451121" y="865825"/>
                  </a:lnTo>
                  <a:lnTo>
                    <a:pt x="4451215" y="865825"/>
                  </a:lnTo>
                  <a:lnTo>
                    <a:pt x="4451309" y="865825"/>
                  </a:lnTo>
                  <a:lnTo>
                    <a:pt x="4451403" y="865825"/>
                  </a:lnTo>
                  <a:lnTo>
                    <a:pt x="4451498" y="865825"/>
                  </a:lnTo>
                  <a:lnTo>
                    <a:pt x="4451592" y="865825"/>
                  </a:lnTo>
                  <a:lnTo>
                    <a:pt x="4451686" y="865825"/>
                  </a:lnTo>
                  <a:lnTo>
                    <a:pt x="4451780" y="865825"/>
                  </a:lnTo>
                  <a:lnTo>
                    <a:pt x="4451874" y="865825"/>
                  </a:lnTo>
                  <a:lnTo>
                    <a:pt x="4451874" y="860545"/>
                  </a:lnTo>
                  <a:lnTo>
                    <a:pt x="4451968" y="860545"/>
                  </a:lnTo>
                  <a:lnTo>
                    <a:pt x="4452062" y="860545"/>
                  </a:lnTo>
                  <a:lnTo>
                    <a:pt x="4452156" y="860545"/>
                  </a:lnTo>
                  <a:lnTo>
                    <a:pt x="4452250" y="860545"/>
                  </a:lnTo>
                  <a:lnTo>
                    <a:pt x="4452344" y="860545"/>
                  </a:lnTo>
                  <a:lnTo>
                    <a:pt x="4452438" y="860545"/>
                  </a:lnTo>
                  <a:lnTo>
                    <a:pt x="4452532" y="860545"/>
                  </a:lnTo>
                  <a:lnTo>
                    <a:pt x="4452626" y="860545"/>
                  </a:lnTo>
                  <a:lnTo>
                    <a:pt x="4452720" y="860545"/>
                  </a:lnTo>
                  <a:lnTo>
                    <a:pt x="4452814" y="860545"/>
                  </a:lnTo>
                  <a:lnTo>
                    <a:pt x="4452908" y="860545"/>
                  </a:lnTo>
                  <a:lnTo>
                    <a:pt x="4453002" y="860545"/>
                  </a:lnTo>
                  <a:lnTo>
                    <a:pt x="4453096" y="860545"/>
                  </a:lnTo>
                  <a:lnTo>
                    <a:pt x="4453190" y="860545"/>
                  </a:lnTo>
                  <a:lnTo>
                    <a:pt x="4453284" y="860545"/>
                  </a:lnTo>
                  <a:lnTo>
                    <a:pt x="4453378" y="860545"/>
                  </a:lnTo>
                  <a:lnTo>
                    <a:pt x="4453472" y="860545"/>
                  </a:lnTo>
                  <a:lnTo>
                    <a:pt x="4453566" y="860545"/>
                  </a:lnTo>
                  <a:lnTo>
                    <a:pt x="4453660" y="860545"/>
                  </a:lnTo>
                  <a:lnTo>
                    <a:pt x="4453754" y="860545"/>
                  </a:lnTo>
                  <a:lnTo>
                    <a:pt x="4453848" y="860545"/>
                  </a:lnTo>
                  <a:lnTo>
                    <a:pt x="4453942" y="860545"/>
                  </a:lnTo>
                  <a:lnTo>
                    <a:pt x="4454036" y="860545"/>
                  </a:lnTo>
                  <a:lnTo>
                    <a:pt x="4454130" y="860545"/>
                  </a:lnTo>
                  <a:lnTo>
                    <a:pt x="4454224" y="860545"/>
                  </a:lnTo>
                  <a:lnTo>
                    <a:pt x="4454318" y="860545"/>
                  </a:lnTo>
                  <a:lnTo>
                    <a:pt x="4454412" y="860545"/>
                  </a:lnTo>
                  <a:lnTo>
                    <a:pt x="4454506" y="860545"/>
                  </a:lnTo>
                  <a:lnTo>
                    <a:pt x="4454600" y="860545"/>
                  </a:lnTo>
                  <a:lnTo>
                    <a:pt x="4454694" y="860545"/>
                  </a:lnTo>
                  <a:lnTo>
                    <a:pt x="4454788" y="860545"/>
                  </a:lnTo>
                  <a:lnTo>
                    <a:pt x="4454882" y="860545"/>
                  </a:lnTo>
                  <a:lnTo>
                    <a:pt x="4454976" y="860545"/>
                  </a:lnTo>
                  <a:lnTo>
                    <a:pt x="4455071" y="860545"/>
                  </a:lnTo>
                  <a:lnTo>
                    <a:pt x="4455165" y="860545"/>
                  </a:lnTo>
                  <a:lnTo>
                    <a:pt x="4455259" y="860545"/>
                  </a:lnTo>
                  <a:lnTo>
                    <a:pt x="4455353" y="860545"/>
                  </a:lnTo>
                  <a:lnTo>
                    <a:pt x="4455447" y="860545"/>
                  </a:lnTo>
                  <a:lnTo>
                    <a:pt x="4455541" y="860545"/>
                  </a:lnTo>
                  <a:lnTo>
                    <a:pt x="4455635" y="860545"/>
                  </a:lnTo>
                  <a:lnTo>
                    <a:pt x="4455729" y="860545"/>
                  </a:lnTo>
                  <a:lnTo>
                    <a:pt x="4455823" y="860545"/>
                  </a:lnTo>
                  <a:lnTo>
                    <a:pt x="4455917" y="860545"/>
                  </a:lnTo>
                  <a:lnTo>
                    <a:pt x="4456011" y="860545"/>
                  </a:lnTo>
                  <a:lnTo>
                    <a:pt x="4456105" y="860545"/>
                  </a:lnTo>
                  <a:lnTo>
                    <a:pt x="4456199" y="860545"/>
                  </a:lnTo>
                  <a:lnTo>
                    <a:pt x="4456293" y="860545"/>
                  </a:lnTo>
                  <a:lnTo>
                    <a:pt x="4456387" y="860545"/>
                  </a:lnTo>
                  <a:lnTo>
                    <a:pt x="4456481" y="860545"/>
                  </a:lnTo>
                  <a:lnTo>
                    <a:pt x="4456575" y="860545"/>
                  </a:lnTo>
                  <a:lnTo>
                    <a:pt x="4456669" y="860545"/>
                  </a:lnTo>
                  <a:lnTo>
                    <a:pt x="4456763" y="860545"/>
                  </a:lnTo>
                  <a:lnTo>
                    <a:pt x="4456857" y="860545"/>
                  </a:lnTo>
                  <a:lnTo>
                    <a:pt x="4456951" y="860545"/>
                  </a:lnTo>
                  <a:lnTo>
                    <a:pt x="4457045" y="860545"/>
                  </a:lnTo>
                  <a:lnTo>
                    <a:pt x="4457139" y="860545"/>
                  </a:lnTo>
                  <a:lnTo>
                    <a:pt x="4457233" y="860545"/>
                  </a:lnTo>
                  <a:lnTo>
                    <a:pt x="4457327" y="860545"/>
                  </a:lnTo>
                  <a:lnTo>
                    <a:pt x="4457421" y="860545"/>
                  </a:lnTo>
                  <a:lnTo>
                    <a:pt x="4457515" y="860545"/>
                  </a:lnTo>
                  <a:lnTo>
                    <a:pt x="4457609" y="860545"/>
                  </a:lnTo>
                  <a:lnTo>
                    <a:pt x="4457703" y="860545"/>
                  </a:lnTo>
                  <a:lnTo>
                    <a:pt x="4457797" y="860545"/>
                  </a:lnTo>
                  <a:lnTo>
                    <a:pt x="4457891" y="860545"/>
                  </a:lnTo>
                  <a:lnTo>
                    <a:pt x="4457985" y="860545"/>
                  </a:lnTo>
                  <a:lnTo>
                    <a:pt x="4458079" y="860545"/>
                  </a:lnTo>
                  <a:lnTo>
                    <a:pt x="4458079" y="855266"/>
                  </a:lnTo>
                  <a:lnTo>
                    <a:pt x="4458173" y="855266"/>
                  </a:lnTo>
                  <a:lnTo>
                    <a:pt x="4458267" y="855266"/>
                  </a:lnTo>
                  <a:lnTo>
                    <a:pt x="4458361" y="855266"/>
                  </a:lnTo>
                  <a:lnTo>
                    <a:pt x="4458361" y="849986"/>
                  </a:lnTo>
                  <a:lnTo>
                    <a:pt x="4458455" y="849986"/>
                  </a:lnTo>
                  <a:lnTo>
                    <a:pt x="4458549" y="849986"/>
                  </a:lnTo>
                  <a:lnTo>
                    <a:pt x="4458549" y="844707"/>
                  </a:lnTo>
                  <a:lnTo>
                    <a:pt x="4458644" y="844707"/>
                  </a:lnTo>
                  <a:lnTo>
                    <a:pt x="4458738" y="844707"/>
                  </a:lnTo>
                  <a:lnTo>
                    <a:pt x="4458832" y="844707"/>
                  </a:lnTo>
                  <a:lnTo>
                    <a:pt x="4458926" y="844707"/>
                  </a:lnTo>
                  <a:lnTo>
                    <a:pt x="4459020" y="844707"/>
                  </a:lnTo>
                  <a:lnTo>
                    <a:pt x="4459114" y="844707"/>
                  </a:lnTo>
                  <a:lnTo>
                    <a:pt x="4459208" y="844707"/>
                  </a:lnTo>
                  <a:lnTo>
                    <a:pt x="4459302" y="844707"/>
                  </a:lnTo>
                  <a:lnTo>
                    <a:pt x="4459396" y="844707"/>
                  </a:lnTo>
                  <a:lnTo>
                    <a:pt x="4459490" y="844707"/>
                  </a:lnTo>
                  <a:lnTo>
                    <a:pt x="4459584" y="844707"/>
                  </a:lnTo>
                  <a:lnTo>
                    <a:pt x="4459678" y="844707"/>
                  </a:lnTo>
                  <a:lnTo>
                    <a:pt x="4459772" y="844707"/>
                  </a:lnTo>
                  <a:lnTo>
                    <a:pt x="4459866" y="844707"/>
                  </a:lnTo>
                  <a:lnTo>
                    <a:pt x="4459960" y="844707"/>
                  </a:lnTo>
                  <a:lnTo>
                    <a:pt x="4460054" y="844707"/>
                  </a:lnTo>
                  <a:lnTo>
                    <a:pt x="4460148" y="844707"/>
                  </a:lnTo>
                  <a:lnTo>
                    <a:pt x="4460242" y="844707"/>
                  </a:lnTo>
                  <a:lnTo>
                    <a:pt x="4460336" y="844707"/>
                  </a:lnTo>
                  <a:lnTo>
                    <a:pt x="4460430" y="844707"/>
                  </a:lnTo>
                  <a:lnTo>
                    <a:pt x="4460524" y="844707"/>
                  </a:lnTo>
                  <a:lnTo>
                    <a:pt x="4460618" y="844707"/>
                  </a:lnTo>
                  <a:lnTo>
                    <a:pt x="4460712" y="844707"/>
                  </a:lnTo>
                  <a:lnTo>
                    <a:pt x="4460806" y="844707"/>
                  </a:lnTo>
                  <a:lnTo>
                    <a:pt x="4460900" y="844707"/>
                  </a:lnTo>
                  <a:lnTo>
                    <a:pt x="4460994" y="844707"/>
                  </a:lnTo>
                  <a:lnTo>
                    <a:pt x="4461088" y="844707"/>
                  </a:lnTo>
                  <a:lnTo>
                    <a:pt x="4461182" y="844707"/>
                  </a:lnTo>
                  <a:lnTo>
                    <a:pt x="4461276" y="844707"/>
                  </a:lnTo>
                  <a:lnTo>
                    <a:pt x="4461370" y="844707"/>
                  </a:lnTo>
                  <a:lnTo>
                    <a:pt x="4461464" y="844707"/>
                  </a:lnTo>
                  <a:lnTo>
                    <a:pt x="4461558" y="844707"/>
                  </a:lnTo>
                  <a:lnTo>
                    <a:pt x="4461652" y="844707"/>
                  </a:lnTo>
                  <a:lnTo>
                    <a:pt x="4461746" y="844707"/>
                  </a:lnTo>
                  <a:lnTo>
                    <a:pt x="4461840" y="844707"/>
                  </a:lnTo>
                  <a:lnTo>
                    <a:pt x="4461934" y="844707"/>
                  </a:lnTo>
                  <a:lnTo>
                    <a:pt x="4462028" y="844707"/>
                  </a:lnTo>
                  <a:lnTo>
                    <a:pt x="4462123" y="844707"/>
                  </a:lnTo>
                  <a:lnTo>
                    <a:pt x="4462217" y="844707"/>
                  </a:lnTo>
                  <a:lnTo>
                    <a:pt x="4462311" y="844707"/>
                  </a:lnTo>
                  <a:lnTo>
                    <a:pt x="4462405" y="844707"/>
                  </a:lnTo>
                  <a:lnTo>
                    <a:pt x="4462499" y="844707"/>
                  </a:lnTo>
                  <a:lnTo>
                    <a:pt x="4462593" y="844707"/>
                  </a:lnTo>
                  <a:lnTo>
                    <a:pt x="4462687" y="844707"/>
                  </a:lnTo>
                  <a:lnTo>
                    <a:pt x="4462781" y="844707"/>
                  </a:lnTo>
                  <a:lnTo>
                    <a:pt x="4462875" y="844707"/>
                  </a:lnTo>
                  <a:lnTo>
                    <a:pt x="4462969" y="844707"/>
                  </a:lnTo>
                  <a:lnTo>
                    <a:pt x="4463063" y="844707"/>
                  </a:lnTo>
                  <a:lnTo>
                    <a:pt x="4463157" y="844707"/>
                  </a:lnTo>
                  <a:lnTo>
                    <a:pt x="4463251" y="844707"/>
                  </a:lnTo>
                  <a:lnTo>
                    <a:pt x="4463345" y="844707"/>
                  </a:lnTo>
                  <a:lnTo>
                    <a:pt x="4463439" y="844707"/>
                  </a:lnTo>
                  <a:lnTo>
                    <a:pt x="4463533" y="844707"/>
                  </a:lnTo>
                  <a:lnTo>
                    <a:pt x="4463627" y="844707"/>
                  </a:lnTo>
                  <a:lnTo>
                    <a:pt x="4463721" y="844707"/>
                  </a:lnTo>
                  <a:lnTo>
                    <a:pt x="4463815" y="844707"/>
                  </a:lnTo>
                  <a:lnTo>
                    <a:pt x="4463909" y="844707"/>
                  </a:lnTo>
                  <a:lnTo>
                    <a:pt x="4464003" y="844707"/>
                  </a:lnTo>
                  <a:lnTo>
                    <a:pt x="4464097" y="844707"/>
                  </a:lnTo>
                  <a:lnTo>
                    <a:pt x="4464191" y="844707"/>
                  </a:lnTo>
                  <a:lnTo>
                    <a:pt x="4464285" y="844707"/>
                  </a:lnTo>
                  <a:lnTo>
                    <a:pt x="4464379" y="844707"/>
                  </a:lnTo>
                  <a:lnTo>
                    <a:pt x="4464379" y="839427"/>
                  </a:lnTo>
                  <a:lnTo>
                    <a:pt x="4464473" y="839427"/>
                  </a:lnTo>
                  <a:lnTo>
                    <a:pt x="4464567" y="839427"/>
                  </a:lnTo>
                  <a:lnTo>
                    <a:pt x="4464661" y="839427"/>
                  </a:lnTo>
                  <a:lnTo>
                    <a:pt x="4464755" y="839427"/>
                  </a:lnTo>
                  <a:lnTo>
                    <a:pt x="4464849" y="839427"/>
                  </a:lnTo>
                  <a:lnTo>
                    <a:pt x="4464943" y="839427"/>
                  </a:lnTo>
                  <a:lnTo>
                    <a:pt x="4465037" y="839427"/>
                  </a:lnTo>
                  <a:lnTo>
                    <a:pt x="4465037" y="834148"/>
                  </a:lnTo>
                  <a:lnTo>
                    <a:pt x="4465131" y="834148"/>
                  </a:lnTo>
                  <a:lnTo>
                    <a:pt x="4465225" y="834148"/>
                  </a:lnTo>
                  <a:lnTo>
                    <a:pt x="4465319" y="834148"/>
                  </a:lnTo>
                  <a:lnTo>
                    <a:pt x="4465413" y="834148"/>
                  </a:lnTo>
                  <a:lnTo>
                    <a:pt x="4465507" y="834148"/>
                  </a:lnTo>
                  <a:lnTo>
                    <a:pt x="4465601" y="834148"/>
                  </a:lnTo>
                  <a:lnTo>
                    <a:pt x="4465696" y="834148"/>
                  </a:lnTo>
                  <a:lnTo>
                    <a:pt x="4465790" y="834148"/>
                  </a:lnTo>
                  <a:lnTo>
                    <a:pt x="4465884" y="834148"/>
                  </a:lnTo>
                  <a:lnTo>
                    <a:pt x="4465978" y="834148"/>
                  </a:lnTo>
                  <a:lnTo>
                    <a:pt x="4466072" y="834148"/>
                  </a:lnTo>
                  <a:lnTo>
                    <a:pt x="4466166" y="834148"/>
                  </a:lnTo>
                  <a:lnTo>
                    <a:pt x="4466260" y="834148"/>
                  </a:lnTo>
                  <a:lnTo>
                    <a:pt x="4466354" y="834148"/>
                  </a:lnTo>
                  <a:lnTo>
                    <a:pt x="4466448" y="834148"/>
                  </a:lnTo>
                  <a:lnTo>
                    <a:pt x="4466542" y="834148"/>
                  </a:lnTo>
                  <a:lnTo>
                    <a:pt x="4466636" y="834148"/>
                  </a:lnTo>
                  <a:lnTo>
                    <a:pt x="4466730" y="834148"/>
                  </a:lnTo>
                  <a:lnTo>
                    <a:pt x="4466824" y="834148"/>
                  </a:lnTo>
                  <a:lnTo>
                    <a:pt x="4466918" y="834148"/>
                  </a:lnTo>
                  <a:lnTo>
                    <a:pt x="4467012" y="834148"/>
                  </a:lnTo>
                  <a:lnTo>
                    <a:pt x="4467106" y="834148"/>
                  </a:lnTo>
                  <a:lnTo>
                    <a:pt x="4467200" y="834148"/>
                  </a:lnTo>
                  <a:lnTo>
                    <a:pt x="4467294" y="834148"/>
                  </a:lnTo>
                  <a:lnTo>
                    <a:pt x="4467388" y="834148"/>
                  </a:lnTo>
                  <a:lnTo>
                    <a:pt x="4467482" y="834148"/>
                  </a:lnTo>
                  <a:lnTo>
                    <a:pt x="4467576" y="834148"/>
                  </a:lnTo>
                  <a:lnTo>
                    <a:pt x="4467670" y="834148"/>
                  </a:lnTo>
                  <a:lnTo>
                    <a:pt x="4467764" y="834148"/>
                  </a:lnTo>
                  <a:lnTo>
                    <a:pt x="4467858" y="834148"/>
                  </a:lnTo>
                  <a:lnTo>
                    <a:pt x="4467952" y="834148"/>
                  </a:lnTo>
                  <a:lnTo>
                    <a:pt x="4468046" y="834148"/>
                  </a:lnTo>
                  <a:lnTo>
                    <a:pt x="4468140" y="834148"/>
                  </a:lnTo>
                  <a:lnTo>
                    <a:pt x="4468234" y="834148"/>
                  </a:lnTo>
                  <a:lnTo>
                    <a:pt x="4468328" y="834148"/>
                  </a:lnTo>
                  <a:lnTo>
                    <a:pt x="4468422" y="834148"/>
                  </a:lnTo>
                  <a:lnTo>
                    <a:pt x="4468516" y="834148"/>
                  </a:lnTo>
                  <a:lnTo>
                    <a:pt x="4468610" y="834148"/>
                  </a:lnTo>
                  <a:lnTo>
                    <a:pt x="4468704" y="834148"/>
                  </a:lnTo>
                  <a:lnTo>
                    <a:pt x="4468798" y="834148"/>
                  </a:lnTo>
                  <a:lnTo>
                    <a:pt x="4468892" y="834148"/>
                  </a:lnTo>
                  <a:lnTo>
                    <a:pt x="4468986" y="834148"/>
                  </a:lnTo>
                  <a:lnTo>
                    <a:pt x="4469080" y="834148"/>
                  </a:lnTo>
                  <a:lnTo>
                    <a:pt x="4469174" y="834148"/>
                  </a:lnTo>
                  <a:lnTo>
                    <a:pt x="4469269" y="834148"/>
                  </a:lnTo>
                  <a:lnTo>
                    <a:pt x="4469363" y="834148"/>
                  </a:lnTo>
                  <a:lnTo>
                    <a:pt x="4469457" y="834148"/>
                  </a:lnTo>
                  <a:lnTo>
                    <a:pt x="4469551" y="834148"/>
                  </a:lnTo>
                  <a:lnTo>
                    <a:pt x="4469645" y="834148"/>
                  </a:lnTo>
                  <a:lnTo>
                    <a:pt x="4469739" y="834148"/>
                  </a:lnTo>
                  <a:lnTo>
                    <a:pt x="4469833" y="834148"/>
                  </a:lnTo>
                  <a:lnTo>
                    <a:pt x="4469927" y="834148"/>
                  </a:lnTo>
                  <a:lnTo>
                    <a:pt x="4470021" y="834148"/>
                  </a:lnTo>
                  <a:lnTo>
                    <a:pt x="4470115" y="834148"/>
                  </a:lnTo>
                  <a:lnTo>
                    <a:pt x="4470209" y="834148"/>
                  </a:lnTo>
                  <a:lnTo>
                    <a:pt x="4470303" y="834148"/>
                  </a:lnTo>
                  <a:lnTo>
                    <a:pt x="4470397" y="834148"/>
                  </a:lnTo>
                  <a:lnTo>
                    <a:pt x="4470491" y="834148"/>
                  </a:lnTo>
                  <a:lnTo>
                    <a:pt x="4470585" y="834148"/>
                  </a:lnTo>
                  <a:lnTo>
                    <a:pt x="4470679" y="834148"/>
                  </a:lnTo>
                  <a:lnTo>
                    <a:pt x="4470773" y="834148"/>
                  </a:lnTo>
                  <a:lnTo>
                    <a:pt x="4470867" y="834148"/>
                  </a:lnTo>
                  <a:lnTo>
                    <a:pt x="4470961" y="834148"/>
                  </a:lnTo>
                  <a:lnTo>
                    <a:pt x="4471055" y="834148"/>
                  </a:lnTo>
                  <a:lnTo>
                    <a:pt x="4471149" y="834148"/>
                  </a:lnTo>
                  <a:lnTo>
                    <a:pt x="4471243" y="834148"/>
                  </a:lnTo>
                  <a:lnTo>
                    <a:pt x="4471337" y="834148"/>
                  </a:lnTo>
                  <a:lnTo>
                    <a:pt x="4471431" y="834148"/>
                  </a:lnTo>
                  <a:lnTo>
                    <a:pt x="4471525" y="834148"/>
                  </a:lnTo>
                  <a:lnTo>
                    <a:pt x="4471619" y="834148"/>
                  </a:lnTo>
                  <a:lnTo>
                    <a:pt x="4471713" y="834148"/>
                  </a:lnTo>
                  <a:lnTo>
                    <a:pt x="4471807" y="834148"/>
                  </a:lnTo>
                  <a:lnTo>
                    <a:pt x="4471901" y="834148"/>
                  </a:lnTo>
                  <a:lnTo>
                    <a:pt x="4471995" y="834148"/>
                  </a:lnTo>
                  <a:lnTo>
                    <a:pt x="4472089" y="834148"/>
                  </a:lnTo>
                  <a:lnTo>
                    <a:pt x="4472183" y="834148"/>
                  </a:lnTo>
                  <a:lnTo>
                    <a:pt x="4472277" y="834148"/>
                  </a:lnTo>
                  <a:lnTo>
                    <a:pt x="4472371" y="834148"/>
                  </a:lnTo>
                  <a:lnTo>
                    <a:pt x="4472465" y="834148"/>
                  </a:lnTo>
                  <a:lnTo>
                    <a:pt x="4472559" y="834148"/>
                  </a:lnTo>
                  <a:lnTo>
                    <a:pt x="4472653" y="834148"/>
                  </a:lnTo>
                  <a:lnTo>
                    <a:pt x="4472748" y="834148"/>
                  </a:lnTo>
                  <a:lnTo>
                    <a:pt x="4472842" y="834148"/>
                  </a:lnTo>
                  <a:lnTo>
                    <a:pt x="4472936" y="834148"/>
                  </a:lnTo>
                  <a:lnTo>
                    <a:pt x="4473030" y="834148"/>
                  </a:lnTo>
                  <a:lnTo>
                    <a:pt x="4473124" y="834148"/>
                  </a:lnTo>
                  <a:lnTo>
                    <a:pt x="4473218" y="834148"/>
                  </a:lnTo>
                  <a:lnTo>
                    <a:pt x="4473312" y="834148"/>
                  </a:lnTo>
                  <a:lnTo>
                    <a:pt x="4473406" y="834148"/>
                  </a:lnTo>
                  <a:lnTo>
                    <a:pt x="4473500" y="834148"/>
                  </a:lnTo>
                  <a:lnTo>
                    <a:pt x="4473594" y="834148"/>
                  </a:lnTo>
                  <a:lnTo>
                    <a:pt x="4473688" y="834148"/>
                  </a:lnTo>
                  <a:lnTo>
                    <a:pt x="4473782" y="834148"/>
                  </a:lnTo>
                  <a:lnTo>
                    <a:pt x="4473876" y="834148"/>
                  </a:lnTo>
                  <a:lnTo>
                    <a:pt x="4473970" y="834148"/>
                  </a:lnTo>
                  <a:lnTo>
                    <a:pt x="4474064" y="834148"/>
                  </a:lnTo>
                  <a:lnTo>
                    <a:pt x="4474158" y="834148"/>
                  </a:lnTo>
                  <a:lnTo>
                    <a:pt x="4474252" y="834148"/>
                  </a:lnTo>
                  <a:lnTo>
                    <a:pt x="4474346" y="834148"/>
                  </a:lnTo>
                  <a:lnTo>
                    <a:pt x="4474440" y="834148"/>
                  </a:lnTo>
                  <a:lnTo>
                    <a:pt x="4474534" y="834148"/>
                  </a:lnTo>
                  <a:lnTo>
                    <a:pt x="4474628" y="834148"/>
                  </a:lnTo>
                  <a:lnTo>
                    <a:pt x="4474722" y="834148"/>
                  </a:lnTo>
                  <a:lnTo>
                    <a:pt x="4474816" y="834148"/>
                  </a:lnTo>
                  <a:lnTo>
                    <a:pt x="4474910" y="834148"/>
                  </a:lnTo>
                  <a:lnTo>
                    <a:pt x="4475004" y="834148"/>
                  </a:lnTo>
                  <a:lnTo>
                    <a:pt x="4475098" y="834148"/>
                  </a:lnTo>
                  <a:lnTo>
                    <a:pt x="4475192" y="834148"/>
                  </a:lnTo>
                  <a:lnTo>
                    <a:pt x="4475286" y="834148"/>
                  </a:lnTo>
                  <a:lnTo>
                    <a:pt x="4475380" y="834148"/>
                  </a:lnTo>
                  <a:lnTo>
                    <a:pt x="4475474" y="834148"/>
                  </a:lnTo>
                  <a:lnTo>
                    <a:pt x="4475568" y="834148"/>
                  </a:lnTo>
                  <a:lnTo>
                    <a:pt x="4475662" y="834148"/>
                  </a:lnTo>
                  <a:lnTo>
                    <a:pt x="4475756" y="834148"/>
                  </a:lnTo>
                  <a:lnTo>
                    <a:pt x="4475850" y="834148"/>
                  </a:lnTo>
                  <a:lnTo>
                    <a:pt x="4475944" y="834148"/>
                  </a:lnTo>
                  <a:lnTo>
                    <a:pt x="4476038" y="834148"/>
                  </a:lnTo>
                  <a:lnTo>
                    <a:pt x="4476132" y="834148"/>
                  </a:lnTo>
                  <a:lnTo>
                    <a:pt x="4476226" y="834148"/>
                  </a:lnTo>
                  <a:lnTo>
                    <a:pt x="4476321" y="834148"/>
                  </a:lnTo>
                  <a:lnTo>
                    <a:pt x="4476415" y="834148"/>
                  </a:lnTo>
                  <a:lnTo>
                    <a:pt x="4476509" y="834148"/>
                  </a:lnTo>
                  <a:lnTo>
                    <a:pt x="4476603" y="834148"/>
                  </a:lnTo>
                  <a:lnTo>
                    <a:pt x="4476697" y="834148"/>
                  </a:lnTo>
                  <a:lnTo>
                    <a:pt x="4476791" y="834148"/>
                  </a:lnTo>
                  <a:lnTo>
                    <a:pt x="4476885" y="834148"/>
                  </a:lnTo>
                  <a:lnTo>
                    <a:pt x="4476979" y="834148"/>
                  </a:lnTo>
                  <a:lnTo>
                    <a:pt x="4477073" y="834148"/>
                  </a:lnTo>
                  <a:lnTo>
                    <a:pt x="4477167" y="834148"/>
                  </a:lnTo>
                  <a:lnTo>
                    <a:pt x="4477261" y="834148"/>
                  </a:lnTo>
                  <a:lnTo>
                    <a:pt x="4477355" y="834148"/>
                  </a:lnTo>
                  <a:lnTo>
                    <a:pt x="4477449" y="834148"/>
                  </a:lnTo>
                  <a:lnTo>
                    <a:pt x="4477543" y="834148"/>
                  </a:lnTo>
                  <a:lnTo>
                    <a:pt x="4477637" y="834148"/>
                  </a:lnTo>
                  <a:lnTo>
                    <a:pt x="4477731" y="834148"/>
                  </a:lnTo>
                  <a:lnTo>
                    <a:pt x="4477825" y="834148"/>
                  </a:lnTo>
                  <a:lnTo>
                    <a:pt x="4477919" y="834148"/>
                  </a:lnTo>
                  <a:lnTo>
                    <a:pt x="4478013" y="834148"/>
                  </a:lnTo>
                  <a:lnTo>
                    <a:pt x="4478107" y="834148"/>
                  </a:lnTo>
                  <a:lnTo>
                    <a:pt x="4478201" y="834148"/>
                  </a:lnTo>
                  <a:lnTo>
                    <a:pt x="4478295" y="834148"/>
                  </a:lnTo>
                  <a:lnTo>
                    <a:pt x="4478389" y="834148"/>
                  </a:lnTo>
                  <a:lnTo>
                    <a:pt x="4478483" y="834148"/>
                  </a:lnTo>
                  <a:lnTo>
                    <a:pt x="4478577" y="834148"/>
                  </a:lnTo>
                  <a:lnTo>
                    <a:pt x="4478671" y="834148"/>
                  </a:lnTo>
                  <a:lnTo>
                    <a:pt x="4478765" y="834148"/>
                  </a:lnTo>
                  <a:lnTo>
                    <a:pt x="4478859" y="834148"/>
                  </a:lnTo>
                  <a:lnTo>
                    <a:pt x="4478953" y="834148"/>
                  </a:lnTo>
                  <a:lnTo>
                    <a:pt x="4479047" y="834148"/>
                  </a:lnTo>
                  <a:lnTo>
                    <a:pt x="4479141" y="834148"/>
                  </a:lnTo>
                  <a:lnTo>
                    <a:pt x="4479235" y="834148"/>
                  </a:lnTo>
                  <a:lnTo>
                    <a:pt x="4479329" y="834148"/>
                  </a:lnTo>
                  <a:lnTo>
                    <a:pt x="4479423" y="834148"/>
                  </a:lnTo>
                  <a:lnTo>
                    <a:pt x="4479517" y="834148"/>
                  </a:lnTo>
                  <a:lnTo>
                    <a:pt x="4479611" y="834148"/>
                  </a:lnTo>
                  <a:lnTo>
                    <a:pt x="4479705" y="834148"/>
                  </a:lnTo>
                  <a:lnTo>
                    <a:pt x="4479799" y="834148"/>
                  </a:lnTo>
                  <a:lnTo>
                    <a:pt x="4479894" y="834148"/>
                  </a:lnTo>
                  <a:lnTo>
                    <a:pt x="4479988" y="834148"/>
                  </a:lnTo>
                  <a:lnTo>
                    <a:pt x="4480082" y="834148"/>
                  </a:lnTo>
                  <a:lnTo>
                    <a:pt x="4480176" y="834148"/>
                  </a:lnTo>
                  <a:lnTo>
                    <a:pt x="4480270" y="834148"/>
                  </a:lnTo>
                  <a:lnTo>
                    <a:pt x="4480364" y="834148"/>
                  </a:lnTo>
                  <a:lnTo>
                    <a:pt x="4480458" y="834148"/>
                  </a:lnTo>
                  <a:lnTo>
                    <a:pt x="4480552" y="834148"/>
                  </a:lnTo>
                  <a:lnTo>
                    <a:pt x="4480646" y="834148"/>
                  </a:lnTo>
                  <a:lnTo>
                    <a:pt x="4480740" y="834148"/>
                  </a:lnTo>
                  <a:lnTo>
                    <a:pt x="4480834" y="834148"/>
                  </a:lnTo>
                  <a:lnTo>
                    <a:pt x="4480928" y="834148"/>
                  </a:lnTo>
                  <a:lnTo>
                    <a:pt x="4481022" y="834148"/>
                  </a:lnTo>
                  <a:lnTo>
                    <a:pt x="4481116" y="834148"/>
                  </a:lnTo>
                  <a:lnTo>
                    <a:pt x="4481210" y="834148"/>
                  </a:lnTo>
                  <a:lnTo>
                    <a:pt x="4481304" y="834148"/>
                  </a:lnTo>
                  <a:lnTo>
                    <a:pt x="4481398" y="834148"/>
                  </a:lnTo>
                  <a:lnTo>
                    <a:pt x="4481492" y="834148"/>
                  </a:lnTo>
                  <a:lnTo>
                    <a:pt x="4481586" y="834148"/>
                  </a:lnTo>
                  <a:lnTo>
                    <a:pt x="4481680" y="834148"/>
                  </a:lnTo>
                  <a:lnTo>
                    <a:pt x="4481774" y="834148"/>
                  </a:lnTo>
                  <a:lnTo>
                    <a:pt x="4481868" y="834148"/>
                  </a:lnTo>
                  <a:lnTo>
                    <a:pt x="4481962" y="834148"/>
                  </a:lnTo>
                  <a:lnTo>
                    <a:pt x="4482056" y="834148"/>
                  </a:lnTo>
                  <a:lnTo>
                    <a:pt x="4482150" y="834148"/>
                  </a:lnTo>
                  <a:lnTo>
                    <a:pt x="4482244" y="834148"/>
                  </a:lnTo>
                  <a:lnTo>
                    <a:pt x="4482338" y="834148"/>
                  </a:lnTo>
                  <a:lnTo>
                    <a:pt x="4482432" y="834148"/>
                  </a:lnTo>
                  <a:lnTo>
                    <a:pt x="4482526" y="834148"/>
                  </a:lnTo>
                  <a:lnTo>
                    <a:pt x="4482620" y="834148"/>
                  </a:lnTo>
                  <a:lnTo>
                    <a:pt x="4482714" y="834148"/>
                  </a:lnTo>
                  <a:lnTo>
                    <a:pt x="4482808" y="834148"/>
                  </a:lnTo>
                  <a:lnTo>
                    <a:pt x="4482902" y="834148"/>
                  </a:lnTo>
                  <a:lnTo>
                    <a:pt x="4482996" y="834148"/>
                  </a:lnTo>
                  <a:lnTo>
                    <a:pt x="4483090" y="834148"/>
                  </a:lnTo>
                  <a:lnTo>
                    <a:pt x="4483184" y="834148"/>
                  </a:lnTo>
                  <a:lnTo>
                    <a:pt x="4483278" y="834148"/>
                  </a:lnTo>
                  <a:lnTo>
                    <a:pt x="4483373" y="834148"/>
                  </a:lnTo>
                  <a:lnTo>
                    <a:pt x="4483467" y="834148"/>
                  </a:lnTo>
                  <a:lnTo>
                    <a:pt x="4483561" y="834148"/>
                  </a:lnTo>
                  <a:lnTo>
                    <a:pt x="4483655" y="834148"/>
                  </a:lnTo>
                  <a:lnTo>
                    <a:pt x="4483749" y="834148"/>
                  </a:lnTo>
                  <a:lnTo>
                    <a:pt x="4483843" y="834148"/>
                  </a:lnTo>
                  <a:lnTo>
                    <a:pt x="4483937" y="834148"/>
                  </a:lnTo>
                  <a:lnTo>
                    <a:pt x="4484031" y="834148"/>
                  </a:lnTo>
                  <a:lnTo>
                    <a:pt x="4484125" y="834148"/>
                  </a:lnTo>
                  <a:lnTo>
                    <a:pt x="4484219" y="834148"/>
                  </a:lnTo>
                  <a:lnTo>
                    <a:pt x="4484313" y="834148"/>
                  </a:lnTo>
                  <a:lnTo>
                    <a:pt x="4484407" y="834148"/>
                  </a:lnTo>
                  <a:lnTo>
                    <a:pt x="4484501" y="834148"/>
                  </a:lnTo>
                  <a:lnTo>
                    <a:pt x="4484595" y="834148"/>
                  </a:lnTo>
                  <a:lnTo>
                    <a:pt x="4484689" y="834148"/>
                  </a:lnTo>
                  <a:lnTo>
                    <a:pt x="4484783" y="834148"/>
                  </a:lnTo>
                  <a:lnTo>
                    <a:pt x="4484877" y="834148"/>
                  </a:lnTo>
                  <a:lnTo>
                    <a:pt x="4484971" y="834148"/>
                  </a:lnTo>
                  <a:lnTo>
                    <a:pt x="4485065" y="834148"/>
                  </a:lnTo>
                  <a:lnTo>
                    <a:pt x="4485159" y="834148"/>
                  </a:lnTo>
                  <a:lnTo>
                    <a:pt x="4485253" y="834148"/>
                  </a:lnTo>
                  <a:lnTo>
                    <a:pt x="4485347" y="834148"/>
                  </a:lnTo>
                  <a:lnTo>
                    <a:pt x="4485441" y="834148"/>
                  </a:lnTo>
                  <a:lnTo>
                    <a:pt x="4485535" y="834148"/>
                  </a:lnTo>
                  <a:lnTo>
                    <a:pt x="4485629" y="834148"/>
                  </a:lnTo>
                  <a:lnTo>
                    <a:pt x="4485723" y="834148"/>
                  </a:lnTo>
                  <a:lnTo>
                    <a:pt x="4485817" y="834148"/>
                  </a:lnTo>
                  <a:lnTo>
                    <a:pt x="4485911" y="834148"/>
                  </a:lnTo>
                  <a:lnTo>
                    <a:pt x="4486005" y="834148"/>
                  </a:lnTo>
                  <a:lnTo>
                    <a:pt x="4486099" y="834148"/>
                  </a:lnTo>
                  <a:lnTo>
                    <a:pt x="4486193" y="834148"/>
                  </a:lnTo>
                  <a:lnTo>
                    <a:pt x="4486287" y="834148"/>
                  </a:lnTo>
                  <a:lnTo>
                    <a:pt x="4486381" y="834148"/>
                  </a:lnTo>
                  <a:lnTo>
                    <a:pt x="4486475" y="834148"/>
                  </a:lnTo>
                  <a:lnTo>
                    <a:pt x="4486569" y="834148"/>
                  </a:lnTo>
                  <a:lnTo>
                    <a:pt x="4486663" y="834148"/>
                  </a:lnTo>
                  <a:lnTo>
                    <a:pt x="4486757" y="834148"/>
                  </a:lnTo>
                  <a:lnTo>
                    <a:pt x="4486851" y="834148"/>
                  </a:lnTo>
                  <a:lnTo>
                    <a:pt x="4486946" y="834148"/>
                  </a:lnTo>
                  <a:lnTo>
                    <a:pt x="4487040" y="834148"/>
                  </a:lnTo>
                  <a:lnTo>
                    <a:pt x="4487134" y="834148"/>
                  </a:lnTo>
                  <a:lnTo>
                    <a:pt x="4487228" y="834148"/>
                  </a:lnTo>
                  <a:lnTo>
                    <a:pt x="4487322" y="834148"/>
                  </a:lnTo>
                  <a:lnTo>
                    <a:pt x="4487416" y="834148"/>
                  </a:lnTo>
                  <a:lnTo>
                    <a:pt x="4487510" y="834148"/>
                  </a:lnTo>
                  <a:lnTo>
                    <a:pt x="4487604" y="834148"/>
                  </a:lnTo>
                  <a:lnTo>
                    <a:pt x="4487698" y="834148"/>
                  </a:lnTo>
                  <a:lnTo>
                    <a:pt x="4487792" y="834148"/>
                  </a:lnTo>
                  <a:lnTo>
                    <a:pt x="4487886" y="834148"/>
                  </a:lnTo>
                  <a:lnTo>
                    <a:pt x="4487980" y="834148"/>
                  </a:lnTo>
                  <a:lnTo>
                    <a:pt x="4488074" y="834148"/>
                  </a:lnTo>
                  <a:lnTo>
                    <a:pt x="4488168" y="834148"/>
                  </a:lnTo>
                  <a:lnTo>
                    <a:pt x="4488262" y="834148"/>
                  </a:lnTo>
                  <a:lnTo>
                    <a:pt x="4488356" y="834148"/>
                  </a:lnTo>
                  <a:lnTo>
                    <a:pt x="4488450" y="834148"/>
                  </a:lnTo>
                  <a:lnTo>
                    <a:pt x="4488544" y="834148"/>
                  </a:lnTo>
                  <a:lnTo>
                    <a:pt x="4488638" y="834148"/>
                  </a:lnTo>
                  <a:lnTo>
                    <a:pt x="4488732" y="834148"/>
                  </a:lnTo>
                  <a:lnTo>
                    <a:pt x="4488826" y="834148"/>
                  </a:lnTo>
                  <a:lnTo>
                    <a:pt x="4488920" y="834148"/>
                  </a:lnTo>
                  <a:lnTo>
                    <a:pt x="4489014" y="834148"/>
                  </a:lnTo>
                  <a:lnTo>
                    <a:pt x="4489108" y="834148"/>
                  </a:lnTo>
                  <a:lnTo>
                    <a:pt x="4489202" y="834148"/>
                  </a:lnTo>
                  <a:lnTo>
                    <a:pt x="4489296" y="834148"/>
                  </a:lnTo>
                  <a:lnTo>
                    <a:pt x="4489390" y="834148"/>
                  </a:lnTo>
                  <a:lnTo>
                    <a:pt x="4489484" y="834148"/>
                  </a:lnTo>
                  <a:lnTo>
                    <a:pt x="4489578" y="834148"/>
                  </a:lnTo>
                  <a:lnTo>
                    <a:pt x="4489672" y="834148"/>
                  </a:lnTo>
                  <a:lnTo>
                    <a:pt x="4489766" y="834148"/>
                  </a:lnTo>
                  <a:lnTo>
                    <a:pt x="4489860" y="834148"/>
                  </a:lnTo>
                  <a:lnTo>
                    <a:pt x="4489954" y="834148"/>
                  </a:lnTo>
                  <a:lnTo>
                    <a:pt x="4490048" y="834148"/>
                  </a:lnTo>
                  <a:lnTo>
                    <a:pt x="4490142" y="834148"/>
                  </a:lnTo>
                  <a:lnTo>
                    <a:pt x="4490236" y="834148"/>
                  </a:lnTo>
                  <a:lnTo>
                    <a:pt x="4490330" y="834148"/>
                  </a:lnTo>
                  <a:lnTo>
                    <a:pt x="4490424" y="834148"/>
                  </a:lnTo>
                  <a:lnTo>
                    <a:pt x="4490519" y="834148"/>
                  </a:lnTo>
                  <a:lnTo>
                    <a:pt x="4490613" y="834148"/>
                  </a:lnTo>
                  <a:lnTo>
                    <a:pt x="4490707" y="834148"/>
                  </a:lnTo>
                  <a:lnTo>
                    <a:pt x="4490801" y="834148"/>
                  </a:lnTo>
                  <a:lnTo>
                    <a:pt x="4490895" y="834148"/>
                  </a:lnTo>
                  <a:lnTo>
                    <a:pt x="4490989" y="834148"/>
                  </a:lnTo>
                  <a:lnTo>
                    <a:pt x="4491083" y="834148"/>
                  </a:lnTo>
                  <a:lnTo>
                    <a:pt x="4491177" y="834148"/>
                  </a:lnTo>
                  <a:lnTo>
                    <a:pt x="4491271" y="834148"/>
                  </a:lnTo>
                  <a:lnTo>
                    <a:pt x="4491365" y="834148"/>
                  </a:lnTo>
                  <a:lnTo>
                    <a:pt x="4491459" y="834148"/>
                  </a:lnTo>
                  <a:lnTo>
                    <a:pt x="4491553" y="834148"/>
                  </a:lnTo>
                  <a:lnTo>
                    <a:pt x="4491647" y="834148"/>
                  </a:lnTo>
                  <a:lnTo>
                    <a:pt x="4491741" y="834148"/>
                  </a:lnTo>
                  <a:lnTo>
                    <a:pt x="4491835" y="834148"/>
                  </a:lnTo>
                  <a:lnTo>
                    <a:pt x="4491929" y="834148"/>
                  </a:lnTo>
                  <a:lnTo>
                    <a:pt x="4492023" y="834148"/>
                  </a:lnTo>
                  <a:lnTo>
                    <a:pt x="4492117" y="834148"/>
                  </a:lnTo>
                  <a:lnTo>
                    <a:pt x="4492211" y="834148"/>
                  </a:lnTo>
                  <a:lnTo>
                    <a:pt x="4492305" y="834148"/>
                  </a:lnTo>
                  <a:lnTo>
                    <a:pt x="4492399" y="834148"/>
                  </a:lnTo>
                  <a:lnTo>
                    <a:pt x="4492493" y="834148"/>
                  </a:lnTo>
                  <a:lnTo>
                    <a:pt x="4492587" y="834148"/>
                  </a:lnTo>
                  <a:lnTo>
                    <a:pt x="4492681" y="834148"/>
                  </a:lnTo>
                  <a:lnTo>
                    <a:pt x="4492775" y="834148"/>
                  </a:lnTo>
                  <a:lnTo>
                    <a:pt x="4492869" y="834148"/>
                  </a:lnTo>
                  <a:lnTo>
                    <a:pt x="4492963" y="834148"/>
                  </a:lnTo>
                  <a:lnTo>
                    <a:pt x="4493057" y="834148"/>
                  </a:lnTo>
                  <a:lnTo>
                    <a:pt x="4493151" y="834148"/>
                  </a:lnTo>
                  <a:lnTo>
                    <a:pt x="4493245" y="834148"/>
                  </a:lnTo>
                  <a:lnTo>
                    <a:pt x="4493339" y="834148"/>
                  </a:lnTo>
                  <a:lnTo>
                    <a:pt x="4493433" y="834148"/>
                  </a:lnTo>
                  <a:lnTo>
                    <a:pt x="4493527" y="834148"/>
                  </a:lnTo>
                  <a:lnTo>
                    <a:pt x="4493621" y="834148"/>
                  </a:lnTo>
                  <a:lnTo>
                    <a:pt x="4493715" y="834148"/>
                  </a:lnTo>
                  <a:lnTo>
                    <a:pt x="4493809" y="834148"/>
                  </a:lnTo>
                  <a:lnTo>
                    <a:pt x="4493903" y="834148"/>
                  </a:lnTo>
                  <a:lnTo>
                    <a:pt x="4493997" y="834148"/>
                  </a:lnTo>
                  <a:lnTo>
                    <a:pt x="4494092" y="834148"/>
                  </a:lnTo>
                  <a:lnTo>
                    <a:pt x="4494186" y="834148"/>
                  </a:lnTo>
                  <a:lnTo>
                    <a:pt x="4494280" y="834148"/>
                  </a:lnTo>
                  <a:lnTo>
                    <a:pt x="4494374" y="834148"/>
                  </a:lnTo>
                  <a:lnTo>
                    <a:pt x="4494468" y="834148"/>
                  </a:lnTo>
                  <a:lnTo>
                    <a:pt x="4494562" y="834148"/>
                  </a:lnTo>
                  <a:lnTo>
                    <a:pt x="4494656" y="834148"/>
                  </a:lnTo>
                  <a:lnTo>
                    <a:pt x="4494750" y="834148"/>
                  </a:lnTo>
                  <a:lnTo>
                    <a:pt x="4494844" y="834148"/>
                  </a:lnTo>
                  <a:lnTo>
                    <a:pt x="4494938" y="834148"/>
                  </a:lnTo>
                  <a:lnTo>
                    <a:pt x="4495032" y="834148"/>
                  </a:lnTo>
                  <a:lnTo>
                    <a:pt x="4495126" y="834148"/>
                  </a:lnTo>
                  <a:lnTo>
                    <a:pt x="4495220" y="834148"/>
                  </a:lnTo>
                  <a:lnTo>
                    <a:pt x="4495314" y="834148"/>
                  </a:lnTo>
                  <a:lnTo>
                    <a:pt x="4495408" y="834148"/>
                  </a:lnTo>
                  <a:lnTo>
                    <a:pt x="4495502" y="834148"/>
                  </a:lnTo>
                  <a:lnTo>
                    <a:pt x="4495596" y="834148"/>
                  </a:lnTo>
                  <a:lnTo>
                    <a:pt x="4495690" y="834148"/>
                  </a:lnTo>
                  <a:lnTo>
                    <a:pt x="4495784" y="834148"/>
                  </a:lnTo>
                  <a:lnTo>
                    <a:pt x="4495878" y="834148"/>
                  </a:lnTo>
                  <a:lnTo>
                    <a:pt x="4495972" y="834148"/>
                  </a:lnTo>
                  <a:lnTo>
                    <a:pt x="4496066" y="834148"/>
                  </a:lnTo>
                  <a:lnTo>
                    <a:pt x="4496160" y="834148"/>
                  </a:lnTo>
                  <a:lnTo>
                    <a:pt x="4496254" y="834148"/>
                  </a:lnTo>
                  <a:lnTo>
                    <a:pt x="4496348" y="834148"/>
                  </a:lnTo>
                  <a:lnTo>
                    <a:pt x="4496442" y="834148"/>
                  </a:lnTo>
                  <a:lnTo>
                    <a:pt x="4496536" y="834148"/>
                  </a:lnTo>
                  <a:lnTo>
                    <a:pt x="4496630" y="834148"/>
                  </a:lnTo>
                  <a:lnTo>
                    <a:pt x="4496724" y="834148"/>
                  </a:lnTo>
                  <a:lnTo>
                    <a:pt x="4496818" y="834148"/>
                  </a:lnTo>
                  <a:lnTo>
                    <a:pt x="4496912" y="834148"/>
                  </a:lnTo>
                  <a:lnTo>
                    <a:pt x="4497006" y="834148"/>
                  </a:lnTo>
                  <a:lnTo>
                    <a:pt x="4497100" y="834148"/>
                  </a:lnTo>
                  <a:lnTo>
                    <a:pt x="4497194" y="834148"/>
                  </a:lnTo>
                  <a:lnTo>
                    <a:pt x="4497288" y="834148"/>
                  </a:lnTo>
                  <a:lnTo>
                    <a:pt x="4497382" y="834148"/>
                  </a:lnTo>
                  <a:lnTo>
                    <a:pt x="4497476" y="834148"/>
                  </a:lnTo>
                  <a:lnTo>
                    <a:pt x="4497571" y="834148"/>
                  </a:lnTo>
                  <a:lnTo>
                    <a:pt x="4497665" y="834148"/>
                  </a:lnTo>
                  <a:lnTo>
                    <a:pt x="4497759" y="834148"/>
                  </a:lnTo>
                  <a:lnTo>
                    <a:pt x="4497853" y="834148"/>
                  </a:lnTo>
                  <a:lnTo>
                    <a:pt x="4497947" y="834148"/>
                  </a:lnTo>
                  <a:lnTo>
                    <a:pt x="4498041" y="834148"/>
                  </a:lnTo>
                  <a:lnTo>
                    <a:pt x="4498135" y="834148"/>
                  </a:lnTo>
                  <a:lnTo>
                    <a:pt x="4498229" y="834148"/>
                  </a:lnTo>
                  <a:lnTo>
                    <a:pt x="4498323" y="834148"/>
                  </a:lnTo>
                  <a:lnTo>
                    <a:pt x="4498417" y="834148"/>
                  </a:lnTo>
                  <a:lnTo>
                    <a:pt x="4498511" y="834148"/>
                  </a:lnTo>
                  <a:lnTo>
                    <a:pt x="4498605" y="834148"/>
                  </a:lnTo>
                  <a:lnTo>
                    <a:pt x="4498699" y="834148"/>
                  </a:lnTo>
                  <a:lnTo>
                    <a:pt x="4498793" y="834148"/>
                  </a:lnTo>
                  <a:lnTo>
                    <a:pt x="4498887" y="834148"/>
                  </a:lnTo>
                  <a:lnTo>
                    <a:pt x="4498981" y="834148"/>
                  </a:lnTo>
                  <a:lnTo>
                    <a:pt x="4499075" y="834148"/>
                  </a:lnTo>
                  <a:lnTo>
                    <a:pt x="4499169" y="834148"/>
                  </a:lnTo>
                  <a:lnTo>
                    <a:pt x="4499169" y="828869"/>
                  </a:lnTo>
                  <a:lnTo>
                    <a:pt x="4499263" y="828869"/>
                  </a:lnTo>
                  <a:lnTo>
                    <a:pt x="4499357" y="828869"/>
                  </a:lnTo>
                  <a:lnTo>
                    <a:pt x="4499451" y="828869"/>
                  </a:lnTo>
                  <a:lnTo>
                    <a:pt x="4499545" y="828869"/>
                  </a:lnTo>
                  <a:lnTo>
                    <a:pt x="4499639" y="828869"/>
                  </a:lnTo>
                  <a:lnTo>
                    <a:pt x="4499733" y="828869"/>
                  </a:lnTo>
                  <a:lnTo>
                    <a:pt x="4499827" y="828869"/>
                  </a:lnTo>
                  <a:lnTo>
                    <a:pt x="4499921" y="828869"/>
                  </a:lnTo>
                  <a:lnTo>
                    <a:pt x="4500015" y="828869"/>
                  </a:lnTo>
                  <a:lnTo>
                    <a:pt x="4500109" y="828869"/>
                  </a:lnTo>
                  <a:lnTo>
                    <a:pt x="4500203" y="828869"/>
                  </a:lnTo>
                  <a:lnTo>
                    <a:pt x="4500297" y="828869"/>
                  </a:lnTo>
                  <a:lnTo>
                    <a:pt x="4500391" y="828869"/>
                  </a:lnTo>
                  <a:lnTo>
                    <a:pt x="4500485" y="828869"/>
                  </a:lnTo>
                  <a:lnTo>
                    <a:pt x="4500579" y="828869"/>
                  </a:lnTo>
                  <a:lnTo>
                    <a:pt x="4500673" y="828869"/>
                  </a:lnTo>
                  <a:lnTo>
                    <a:pt x="4500767" y="828869"/>
                  </a:lnTo>
                  <a:lnTo>
                    <a:pt x="4500861" y="828869"/>
                  </a:lnTo>
                  <a:lnTo>
                    <a:pt x="4500955" y="828869"/>
                  </a:lnTo>
                  <a:lnTo>
                    <a:pt x="4501049" y="828869"/>
                  </a:lnTo>
                  <a:lnTo>
                    <a:pt x="4501144" y="828869"/>
                  </a:lnTo>
                  <a:lnTo>
                    <a:pt x="4501238" y="828869"/>
                  </a:lnTo>
                  <a:lnTo>
                    <a:pt x="4501332" y="828869"/>
                  </a:lnTo>
                  <a:lnTo>
                    <a:pt x="4501426" y="828869"/>
                  </a:lnTo>
                  <a:lnTo>
                    <a:pt x="4501520" y="828869"/>
                  </a:lnTo>
                  <a:lnTo>
                    <a:pt x="4501614" y="828869"/>
                  </a:lnTo>
                  <a:lnTo>
                    <a:pt x="4501708" y="828869"/>
                  </a:lnTo>
                  <a:lnTo>
                    <a:pt x="4501802" y="828869"/>
                  </a:lnTo>
                  <a:lnTo>
                    <a:pt x="4501896" y="828869"/>
                  </a:lnTo>
                  <a:lnTo>
                    <a:pt x="4501990" y="828869"/>
                  </a:lnTo>
                  <a:lnTo>
                    <a:pt x="4502084" y="828869"/>
                  </a:lnTo>
                  <a:lnTo>
                    <a:pt x="4502178" y="828869"/>
                  </a:lnTo>
                  <a:lnTo>
                    <a:pt x="4502272" y="828869"/>
                  </a:lnTo>
                  <a:lnTo>
                    <a:pt x="4502366" y="828869"/>
                  </a:lnTo>
                  <a:lnTo>
                    <a:pt x="4502460" y="828869"/>
                  </a:lnTo>
                  <a:lnTo>
                    <a:pt x="4502554" y="828869"/>
                  </a:lnTo>
                  <a:lnTo>
                    <a:pt x="4502648" y="828869"/>
                  </a:lnTo>
                  <a:lnTo>
                    <a:pt x="4502742" y="828869"/>
                  </a:lnTo>
                  <a:lnTo>
                    <a:pt x="4502836" y="828869"/>
                  </a:lnTo>
                  <a:lnTo>
                    <a:pt x="4502930" y="828869"/>
                  </a:lnTo>
                  <a:lnTo>
                    <a:pt x="4503024" y="828869"/>
                  </a:lnTo>
                  <a:lnTo>
                    <a:pt x="4503118" y="828869"/>
                  </a:lnTo>
                  <a:lnTo>
                    <a:pt x="4503212" y="828869"/>
                  </a:lnTo>
                  <a:lnTo>
                    <a:pt x="4503306" y="828869"/>
                  </a:lnTo>
                  <a:lnTo>
                    <a:pt x="4503400" y="828869"/>
                  </a:lnTo>
                  <a:lnTo>
                    <a:pt x="4503494" y="828869"/>
                  </a:lnTo>
                  <a:lnTo>
                    <a:pt x="4503588" y="828869"/>
                  </a:lnTo>
                  <a:lnTo>
                    <a:pt x="4503682" y="828869"/>
                  </a:lnTo>
                  <a:lnTo>
                    <a:pt x="4503776" y="828869"/>
                  </a:lnTo>
                  <a:lnTo>
                    <a:pt x="4503870" y="828869"/>
                  </a:lnTo>
                  <a:lnTo>
                    <a:pt x="4503964" y="828869"/>
                  </a:lnTo>
                  <a:lnTo>
                    <a:pt x="4504058" y="828869"/>
                  </a:lnTo>
                  <a:lnTo>
                    <a:pt x="4504152" y="828869"/>
                  </a:lnTo>
                  <a:lnTo>
                    <a:pt x="4504246" y="828869"/>
                  </a:lnTo>
                  <a:lnTo>
                    <a:pt x="4504340" y="828869"/>
                  </a:lnTo>
                  <a:lnTo>
                    <a:pt x="4504434" y="828869"/>
                  </a:lnTo>
                  <a:lnTo>
                    <a:pt x="4504528" y="828869"/>
                  </a:lnTo>
                  <a:lnTo>
                    <a:pt x="4504622" y="828869"/>
                  </a:lnTo>
                  <a:lnTo>
                    <a:pt x="4504717" y="828869"/>
                  </a:lnTo>
                  <a:lnTo>
                    <a:pt x="4504811" y="828869"/>
                  </a:lnTo>
                  <a:lnTo>
                    <a:pt x="4504905" y="828869"/>
                  </a:lnTo>
                  <a:lnTo>
                    <a:pt x="4504999" y="828869"/>
                  </a:lnTo>
                  <a:lnTo>
                    <a:pt x="4505093" y="828869"/>
                  </a:lnTo>
                  <a:lnTo>
                    <a:pt x="4505187" y="828869"/>
                  </a:lnTo>
                  <a:lnTo>
                    <a:pt x="4505281" y="828869"/>
                  </a:lnTo>
                  <a:lnTo>
                    <a:pt x="4505281" y="823589"/>
                  </a:lnTo>
                  <a:lnTo>
                    <a:pt x="4505375" y="823589"/>
                  </a:lnTo>
                  <a:lnTo>
                    <a:pt x="4505469" y="823589"/>
                  </a:lnTo>
                  <a:lnTo>
                    <a:pt x="4505563" y="823589"/>
                  </a:lnTo>
                  <a:lnTo>
                    <a:pt x="4505657" y="823589"/>
                  </a:lnTo>
                  <a:lnTo>
                    <a:pt x="4505751" y="823589"/>
                  </a:lnTo>
                  <a:lnTo>
                    <a:pt x="4505845" y="823589"/>
                  </a:lnTo>
                  <a:lnTo>
                    <a:pt x="4505845" y="818310"/>
                  </a:lnTo>
                  <a:lnTo>
                    <a:pt x="4505939" y="818310"/>
                  </a:lnTo>
                  <a:lnTo>
                    <a:pt x="4506033" y="818310"/>
                  </a:lnTo>
                  <a:lnTo>
                    <a:pt x="4506127" y="818310"/>
                  </a:lnTo>
                  <a:lnTo>
                    <a:pt x="4506127" y="813030"/>
                  </a:lnTo>
                  <a:lnTo>
                    <a:pt x="4506221" y="813030"/>
                  </a:lnTo>
                  <a:lnTo>
                    <a:pt x="4506315" y="813030"/>
                  </a:lnTo>
                  <a:lnTo>
                    <a:pt x="4506409" y="813030"/>
                  </a:lnTo>
                  <a:lnTo>
                    <a:pt x="4506503" y="813030"/>
                  </a:lnTo>
                  <a:lnTo>
                    <a:pt x="4506597" y="813030"/>
                  </a:lnTo>
                  <a:lnTo>
                    <a:pt x="4506691" y="813030"/>
                  </a:lnTo>
                  <a:lnTo>
                    <a:pt x="4506785" y="813030"/>
                  </a:lnTo>
                  <a:lnTo>
                    <a:pt x="4506879" y="813030"/>
                  </a:lnTo>
                  <a:lnTo>
                    <a:pt x="4506973" y="813030"/>
                  </a:lnTo>
                  <a:lnTo>
                    <a:pt x="4507067" y="813030"/>
                  </a:lnTo>
                  <a:lnTo>
                    <a:pt x="4507161" y="813030"/>
                  </a:lnTo>
                  <a:lnTo>
                    <a:pt x="4507255" y="813030"/>
                  </a:lnTo>
                  <a:lnTo>
                    <a:pt x="4507349" y="813030"/>
                  </a:lnTo>
                  <a:lnTo>
                    <a:pt x="4507349" y="807751"/>
                  </a:lnTo>
                  <a:lnTo>
                    <a:pt x="4507443" y="807751"/>
                  </a:lnTo>
                  <a:lnTo>
                    <a:pt x="4507537" y="807751"/>
                  </a:lnTo>
                  <a:lnTo>
                    <a:pt x="4507631" y="807751"/>
                  </a:lnTo>
                  <a:lnTo>
                    <a:pt x="4507725" y="807751"/>
                  </a:lnTo>
                  <a:lnTo>
                    <a:pt x="4507819" y="807751"/>
                  </a:lnTo>
                  <a:lnTo>
                    <a:pt x="4507913" y="807751"/>
                  </a:lnTo>
                  <a:lnTo>
                    <a:pt x="4508007" y="807751"/>
                  </a:lnTo>
                  <a:lnTo>
                    <a:pt x="4508101" y="807751"/>
                  </a:lnTo>
                  <a:lnTo>
                    <a:pt x="4508196" y="807751"/>
                  </a:lnTo>
                  <a:lnTo>
                    <a:pt x="4508290" y="807751"/>
                  </a:lnTo>
                  <a:lnTo>
                    <a:pt x="4508384" y="807751"/>
                  </a:lnTo>
                  <a:lnTo>
                    <a:pt x="4508478" y="807751"/>
                  </a:lnTo>
                  <a:lnTo>
                    <a:pt x="4508572" y="807751"/>
                  </a:lnTo>
                  <a:lnTo>
                    <a:pt x="4508666" y="807751"/>
                  </a:lnTo>
                  <a:lnTo>
                    <a:pt x="4508760" y="807751"/>
                  </a:lnTo>
                  <a:lnTo>
                    <a:pt x="4508854" y="807751"/>
                  </a:lnTo>
                  <a:lnTo>
                    <a:pt x="4508948" y="807751"/>
                  </a:lnTo>
                  <a:lnTo>
                    <a:pt x="4509042" y="807751"/>
                  </a:lnTo>
                  <a:lnTo>
                    <a:pt x="4509136" y="807751"/>
                  </a:lnTo>
                  <a:lnTo>
                    <a:pt x="4509230" y="807751"/>
                  </a:lnTo>
                  <a:lnTo>
                    <a:pt x="4509324" y="807751"/>
                  </a:lnTo>
                  <a:lnTo>
                    <a:pt x="4509418" y="807751"/>
                  </a:lnTo>
                  <a:lnTo>
                    <a:pt x="4509512" y="807751"/>
                  </a:lnTo>
                  <a:lnTo>
                    <a:pt x="4509606" y="807751"/>
                  </a:lnTo>
                  <a:lnTo>
                    <a:pt x="4509700" y="807751"/>
                  </a:lnTo>
                  <a:lnTo>
                    <a:pt x="4509794" y="807751"/>
                  </a:lnTo>
                  <a:lnTo>
                    <a:pt x="4509888" y="807751"/>
                  </a:lnTo>
                  <a:lnTo>
                    <a:pt x="4509982" y="807751"/>
                  </a:lnTo>
                  <a:lnTo>
                    <a:pt x="4510076" y="807751"/>
                  </a:lnTo>
                  <a:lnTo>
                    <a:pt x="4510170" y="807751"/>
                  </a:lnTo>
                  <a:lnTo>
                    <a:pt x="4510264" y="807751"/>
                  </a:lnTo>
                  <a:lnTo>
                    <a:pt x="4510358" y="807751"/>
                  </a:lnTo>
                  <a:lnTo>
                    <a:pt x="4510452" y="807751"/>
                  </a:lnTo>
                  <a:lnTo>
                    <a:pt x="4510546" y="807751"/>
                  </a:lnTo>
                  <a:lnTo>
                    <a:pt x="4510546" y="802472"/>
                  </a:lnTo>
                  <a:lnTo>
                    <a:pt x="4510640" y="802472"/>
                  </a:lnTo>
                  <a:lnTo>
                    <a:pt x="4510734" y="802472"/>
                  </a:lnTo>
                  <a:lnTo>
                    <a:pt x="4510828" y="802472"/>
                  </a:lnTo>
                  <a:lnTo>
                    <a:pt x="4510922" y="802472"/>
                  </a:lnTo>
                  <a:lnTo>
                    <a:pt x="4511016" y="802472"/>
                  </a:lnTo>
                  <a:lnTo>
                    <a:pt x="4511110" y="802472"/>
                  </a:lnTo>
                  <a:lnTo>
                    <a:pt x="4511204" y="802472"/>
                  </a:lnTo>
                  <a:lnTo>
                    <a:pt x="4511298" y="802472"/>
                  </a:lnTo>
                  <a:lnTo>
                    <a:pt x="4511392" y="802472"/>
                  </a:lnTo>
                  <a:lnTo>
                    <a:pt x="4511486" y="802472"/>
                  </a:lnTo>
                  <a:lnTo>
                    <a:pt x="4511580" y="802472"/>
                  </a:lnTo>
                  <a:lnTo>
                    <a:pt x="4511674" y="802472"/>
                  </a:lnTo>
                  <a:lnTo>
                    <a:pt x="4511769" y="802472"/>
                  </a:lnTo>
                  <a:lnTo>
                    <a:pt x="4511863" y="802472"/>
                  </a:lnTo>
                  <a:lnTo>
                    <a:pt x="4511957" y="802472"/>
                  </a:lnTo>
                  <a:lnTo>
                    <a:pt x="4512051" y="802472"/>
                  </a:lnTo>
                  <a:lnTo>
                    <a:pt x="4512145" y="802472"/>
                  </a:lnTo>
                  <a:lnTo>
                    <a:pt x="4512239" y="802472"/>
                  </a:lnTo>
                  <a:lnTo>
                    <a:pt x="4512333" y="802472"/>
                  </a:lnTo>
                  <a:lnTo>
                    <a:pt x="4512427" y="802472"/>
                  </a:lnTo>
                  <a:lnTo>
                    <a:pt x="4512521" y="802472"/>
                  </a:lnTo>
                  <a:lnTo>
                    <a:pt x="4512615" y="802472"/>
                  </a:lnTo>
                  <a:lnTo>
                    <a:pt x="4512709" y="802472"/>
                  </a:lnTo>
                  <a:lnTo>
                    <a:pt x="4512803" y="802472"/>
                  </a:lnTo>
                  <a:lnTo>
                    <a:pt x="4512897" y="802472"/>
                  </a:lnTo>
                  <a:lnTo>
                    <a:pt x="4512991" y="802472"/>
                  </a:lnTo>
                  <a:lnTo>
                    <a:pt x="4513085" y="802472"/>
                  </a:lnTo>
                  <a:lnTo>
                    <a:pt x="4513179" y="802472"/>
                  </a:lnTo>
                  <a:lnTo>
                    <a:pt x="4513273" y="802472"/>
                  </a:lnTo>
                  <a:lnTo>
                    <a:pt x="4513367" y="802472"/>
                  </a:lnTo>
                  <a:lnTo>
                    <a:pt x="4513461" y="802472"/>
                  </a:lnTo>
                  <a:lnTo>
                    <a:pt x="4513555" y="802472"/>
                  </a:lnTo>
                  <a:lnTo>
                    <a:pt x="4513649" y="802472"/>
                  </a:lnTo>
                  <a:lnTo>
                    <a:pt x="4513743" y="802472"/>
                  </a:lnTo>
                  <a:lnTo>
                    <a:pt x="4513837" y="802472"/>
                  </a:lnTo>
                  <a:lnTo>
                    <a:pt x="4513931" y="802472"/>
                  </a:lnTo>
                  <a:lnTo>
                    <a:pt x="4514025" y="802472"/>
                  </a:lnTo>
                  <a:lnTo>
                    <a:pt x="4514119" y="802472"/>
                  </a:lnTo>
                  <a:lnTo>
                    <a:pt x="4514213" y="802472"/>
                  </a:lnTo>
                  <a:lnTo>
                    <a:pt x="4514307" y="802472"/>
                  </a:lnTo>
                  <a:lnTo>
                    <a:pt x="4514401" y="802472"/>
                  </a:lnTo>
                  <a:lnTo>
                    <a:pt x="4514495" y="802472"/>
                  </a:lnTo>
                  <a:lnTo>
                    <a:pt x="4514589" y="802472"/>
                  </a:lnTo>
                  <a:lnTo>
                    <a:pt x="4514683" y="802472"/>
                  </a:lnTo>
                  <a:lnTo>
                    <a:pt x="4514777" y="802472"/>
                  </a:lnTo>
                  <a:lnTo>
                    <a:pt x="4514871" y="802472"/>
                  </a:lnTo>
                  <a:lnTo>
                    <a:pt x="4514965" y="802472"/>
                  </a:lnTo>
                  <a:lnTo>
                    <a:pt x="4515059" y="802472"/>
                  </a:lnTo>
                  <a:lnTo>
                    <a:pt x="4515153" y="802472"/>
                  </a:lnTo>
                  <a:lnTo>
                    <a:pt x="4515247" y="802472"/>
                  </a:lnTo>
                  <a:lnTo>
                    <a:pt x="4515342" y="802472"/>
                  </a:lnTo>
                  <a:lnTo>
                    <a:pt x="4515436" y="802472"/>
                  </a:lnTo>
                  <a:lnTo>
                    <a:pt x="4515530" y="802472"/>
                  </a:lnTo>
                  <a:lnTo>
                    <a:pt x="4515624" y="802472"/>
                  </a:lnTo>
                  <a:lnTo>
                    <a:pt x="4515718" y="802472"/>
                  </a:lnTo>
                  <a:lnTo>
                    <a:pt x="4515812" y="802472"/>
                  </a:lnTo>
                  <a:lnTo>
                    <a:pt x="4515906" y="802472"/>
                  </a:lnTo>
                  <a:lnTo>
                    <a:pt x="4516000" y="802472"/>
                  </a:lnTo>
                  <a:lnTo>
                    <a:pt x="4516094" y="802472"/>
                  </a:lnTo>
                  <a:lnTo>
                    <a:pt x="4516188" y="802472"/>
                  </a:lnTo>
                  <a:lnTo>
                    <a:pt x="4516282" y="802472"/>
                  </a:lnTo>
                  <a:lnTo>
                    <a:pt x="4516376" y="802472"/>
                  </a:lnTo>
                  <a:lnTo>
                    <a:pt x="4516470" y="802472"/>
                  </a:lnTo>
                  <a:lnTo>
                    <a:pt x="4516564" y="802472"/>
                  </a:lnTo>
                  <a:lnTo>
                    <a:pt x="4516658" y="802472"/>
                  </a:lnTo>
                  <a:lnTo>
                    <a:pt x="4516752" y="802472"/>
                  </a:lnTo>
                  <a:lnTo>
                    <a:pt x="4516846" y="802472"/>
                  </a:lnTo>
                  <a:lnTo>
                    <a:pt x="4516940" y="802472"/>
                  </a:lnTo>
                  <a:lnTo>
                    <a:pt x="4517034" y="802472"/>
                  </a:lnTo>
                  <a:lnTo>
                    <a:pt x="4517128" y="802472"/>
                  </a:lnTo>
                  <a:lnTo>
                    <a:pt x="4517222" y="802472"/>
                  </a:lnTo>
                  <a:lnTo>
                    <a:pt x="4517316" y="802472"/>
                  </a:lnTo>
                  <a:lnTo>
                    <a:pt x="4517316" y="797192"/>
                  </a:lnTo>
                  <a:lnTo>
                    <a:pt x="4517410" y="797192"/>
                  </a:lnTo>
                  <a:lnTo>
                    <a:pt x="4517504" y="797192"/>
                  </a:lnTo>
                  <a:lnTo>
                    <a:pt x="4517598" y="797192"/>
                  </a:lnTo>
                  <a:lnTo>
                    <a:pt x="4517692" y="797192"/>
                  </a:lnTo>
                  <a:lnTo>
                    <a:pt x="4517786" y="797192"/>
                  </a:lnTo>
                  <a:lnTo>
                    <a:pt x="4517880" y="797192"/>
                  </a:lnTo>
                  <a:lnTo>
                    <a:pt x="4517974" y="797192"/>
                  </a:lnTo>
                  <a:lnTo>
                    <a:pt x="4518068" y="797192"/>
                  </a:lnTo>
                  <a:lnTo>
                    <a:pt x="4518162" y="797192"/>
                  </a:lnTo>
                  <a:lnTo>
                    <a:pt x="4518256" y="797192"/>
                  </a:lnTo>
                  <a:lnTo>
                    <a:pt x="4518350" y="797192"/>
                  </a:lnTo>
                  <a:lnTo>
                    <a:pt x="4518444" y="797192"/>
                  </a:lnTo>
                  <a:lnTo>
                    <a:pt x="4518538" y="797192"/>
                  </a:lnTo>
                  <a:lnTo>
                    <a:pt x="4518632" y="797192"/>
                  </a:lnTo>
                  <a:lnTo>
                    <a:pt x="4518726" y="797192"/>
                  </a:lnTo>
                  <a:lnTo>
                    <a:pt x="4518821" y="797192"/>
                  </a:lnTo>
                  <a:lnTo>
                    <a:pt x="4518915" y="797192"/>
                  </a:lnTo>
                  <a:lnTo>
                    <a:pt x="4519009" y="797192"/>
                  </a:lnTo>
                  <a:lnTo>
                    <a:pt x="4519103" y="797192"/>
                  </a:lnTo>
                  <a:lnTo>
                    <a:pt x="4519197" y="797192"/>
                  </a:lnTo>
                  <a:lnTo>
                    <a:pt x="4519291" y="797192"/>
                  </a:lnTo>
                  <a:lnTo>
                    <a:pt x="4519385" y="797192"/>
                  </a:lnTo>
                  <a:lnTo>
                    <a:pt x="4519479" y="797192"/>
                  </a:lnTo>
                  <a:lnTo>
                    <a:pt x="4519573" y="797192"/>
                  </a:lnTo>
                  <a:lnTo>
                    <a:pt x="4519667" y="797192"/>
                  </a:lnTo>
                  <a:lnTo>
                    <a:pt x="4519761" y="797192"/>
                  </a:lnTo>
                  <a:lnTo>
                    <a:pt x="4519855" y="797192"/>
                  </a:lnTo>
                  <a:lnTo>
                    <a:pt x="4519949" y="797192"/>
                  </a:lnTo>
                  <a:lnTo>
                    <a:pt x="4520043" y="797192"/>
                  </a:lnTo>
                  <a:lnTo>
                    <a:pt x="4520137" y="797192"/>
                  </a:lnTo>
                  <a:lnTo>
                    <a:pt x="4520231" y="797192"/>
                  </a:lnTo>
                  <a:lnTo>
                    <a:pt x="4520325" y="797192"/>
                  </a:lnTo>
                  <a:lnTo>
                    <a:pt x="4520419" y="797192"/>
                  </a:lnTo>
                  <a:lnTo>
                    <a:pt x="4520513" y="797192"/>
                  </a:lnTo>
                  <a:lnTo>
                    <a:pt x="4520607" y="797192"/>
                  </a:lnTo>
                  <a:lnTo>
                    <a:pt x="4520701" y="797192"/>
                  </a:lnTo>
                  <a:lnTo>
                    <a:pt x="4520795" y="797192"/>
                  </a:lnTo>
                  <a:lnTo>
                    <a:pt x="4520889" y="797192"/>
                  </a:lnTo>
                  <a:lnTo>
                    <a:pt x="4520983" y="797192"/>
                  </a:lnTo>
                  <a:lnTo>
                    <a:pt x="4521077" y="797192"/>
                  </a:lnTo>
                  <a:lnTo>
                    <a:pt x="4521171" y="797192"/>
                  </a:lnTo>
                  <a:lnTo>
                    <a:pt x="4521265" y="797192"/>
                  </a:lnTo>
                  <a:lnTo>
                    <a:pt x="4521359" y="797192"/>
                  </a:lnTo>
                  <a:lnTo>
                    <a:pt x="4521453" y="797192"/>
                  </a:lnTo>
                  <a:lnTo>
                    <a:pt x="4521547" y="797192"/>
                  </a:lnTo>
                  <a:lnTo>
                    <a:pt x="4521641" y="797192"/>
                  </a:lnTo>
                  <a:lnTo>
                    <a:pt x="4521735" y="797192"/>
                  </a:lnTo>
                  <a:lnTo>
                    <a:pt x="4521829" y="797192"/>
                  </a:lnTo>
                  <a:lnTo>
                    <a:pt x="4521923" y="797192"/>
                  </a:lnTo>
                  <a:lnTo>
                    <a:pt x="4522017" y="797192"/>
                  </a:lnTo>
                  <a:lnTo>
                    <a:pt x="4522111" y="797192"/>
                  </a:lnTo>
                  <a:lnTo>
                    <a:pt x="4522205" y="797192"/>
                  </a:lnTo>
                  <a:lnTo>
                    <a:pt x="4522299" y="797192"/>
                  </a:lnTo>
                  <a:lnTo>
                    <a:pt x="4522394" y="797192"/>
                  </a:lnTo>
                  <a:lnTo>
                    <a:pt x="4522488" y="797192"/>
                  </a:lnTo>
                  <a:lnTo>
                    <a:pt x="4522582" y="797192"/>
                  </a:lnTo>
                  <a:lnTo>
                    <a:pt x="4522676" y="797192"/>
                  </a:lnTo>
                  <a:lnTo>
                    <a:pt x="4522770" y="797192"/>
                  </a:lnTo>
                  <a:lnTo>
                    <a:pt x="4522864" y="797192"/>
                  </a:lnTo>
                  <a:lnTo>
                    <a:pt x="4522958" y="797192"/>
                  </a:lnTo>
                  <a:lnTo>
                    <a:pt x="4523052" y="797192"/>
                  </a:lnTo>
                  <a:lnTo>
                    <a:pt x="4523146" y="797192"/>
                  </a:lnTo>
                  <a:lnTo>
                    <a:pt x="4523240" y="797192"/>
                  </a:lnTo>
                  <a:lnTo>
                    <a:pt x="4523334" y="797192"/>
                  </a:lnTo>
                  <a:lnTo>
                    <a:pt x="4523428" y="797192"/>
                  </a:lnTo>
                  <a:lnTo>
                    <a:pt x="4523522" y="797192"/>
                  </a:lnTo>
                  <a:lnTo>
                    <a:pt x="4523616" y="797192"/>
                  </a:lnTo>
                  <a:lnTo>
                    <a:pt x="4523710" y="797192"/>
                  </a:lnTo>
                  <a:lnTo>
                    <a:pt x="4523804" y="797192"/>
                  </a:lnTo>
                  <a:lnTo>
                    <a:pt x="4523898" y="797192"/>
                  </a:lnTo>
                  <a:lnTo>
                    <a:pt x="4523992" y="797192"/>
                  </a:lnTo>
                  <a:lnTo>
                    <a:pt x="4524086" y="797192"/>
                  </a:lnTo>
                  <a:lnTo>
                    <a:pt x="4524180" y="797192"/>
                  </a:lnTo>
                  <a:lnTo>
                    <a:pt x="4524274" y="797192"/>
                  </a:lnTo>
                  <a:lnTo>
                    <a:pt x="4524368" y="797192"/>
                  </a:lnTo>
                  <a:lnTo>
                    <a:pt x="4524462" y="797192"/>
                  </a:lnTo>
                  <a:lnTo>
                    <a:pt x="4524556" y="797192"/>
                  </a:lnTo>
                  <a:lnTo>
                    <a:pt x="4524650" y="797192"/>
                  </a:lnTo>
                  <a:lnTo>
                    <a:pt x="4524744" y="797192"/>
                  </a:lnTo>
                  <a:lnTo>
                    <a:pt x="4524838" y="797192"/>
                  </a:lnTo>
                  <a:lnTo>
                    <a:pt x="4524932" y="797192"/>
                  </a:lnTo>
                  <a:lnTo>
                    <a:pt x="4525026" y="797192"/>
                  </a:lnTo>
                  <a:lnTo>
                    <a:pt x="4525120" y="797192"/>
                  </a:lnTo>
                  <a:lnTo>
                    <a:pt x="4525214" y="797192"/>
                  </a:lnTo>
                  <a:lnTo>
                    <a:pt x="4525308" y="797192"/>
                  </a:lnTo>
                  <a:lnTo>
                    <a:pt x="4525402" y="797192"/>
                  </a:lnTo>
                  <a:lnTo>
                    <a:pt x="4525496" y="797192"/>
                  </a:lnTo>
                  <a:lnTo>
                    <a:pt x="4525590" y="797192"/>
                  </a:lnTo>
                  <a:lnTo>
                    <a:pt x="4525684" y="797192"/>
                  </a:lnTo>
                  <a:lnTo>
                    <a:pt x="4525778" y="797192"/>
                  </a:lnTo>
                  <a:lnTo>
                    <a:pt x="4525872" y="797192"/>
                  </a:lnTo>
                  <a:lnTo>
                    <a:pt x="4525967" y="797192"/>
                  </a:lnTo>
                  <a:lnTo>
                    <a:pt x="4526061" y="797192"/>
                  </a:lnTo>
                  <a:lnTo>
                    <a:pt x="4526155" y="797192"/>
                  </a:lnTo>
                  <a:lnTo>
                    <a:pt x="4526249" y="797192"/>
                  </a:lnTo>
                  <a:lnTo>
                    <a:pt x="4526343" y="797192"/>
                  </a:lnTo>
                  <a:lnTo>
                    <a:pt x="4526437" y="797192"/>
                  </a:lnTo>
                  <a:lnTo>
                    <a:pt x="4526531" y="797192"/>
                  </a:lnTo>
                  <a:lnTo>
                    <a:pt x="4526625" y="797192"/>
                  </a:lnTo>
                  <a:lnTo>
                    <a:pt x="4526719" y="797192"/>
                  </a:lnTo>
                  <a:lnTo>
                    <a:pt x="4526813" y="797192"/>
                  </a:lnTo>
                  <a:lnTo>
                    <a:pt x="4526907" y="797192"/>
                  </a:lnTo>
                  <a:lnTo>
                    <a:pt x="4527001" y="797192"/>
                  </a:lnTo>
                  <a:lnTo>
                    <a:pt x="4527095" y="797192"/>
                  </a:lnTo>
                  <a:lnTo>
                    <a:pt x="4527189" y="797192"/>
                  </a:lnTo>
                  <a:lnTo>
                    <a:pt x="4527283" y="797192"/>
                  </a:lnTo>
                  <a:lnTo>
                    <a:pt x="4527377" y="797192"/>
                  </a:lnTo>
                  <a:lnTo>
                    <a:pt x="4527471" y="797192"/>
                  </a:lnTo>
                  <a:lnTo>
                    <a:pt x="4527565" y="797192"/>
                  </a:lnTo>
                  <a:lnTo>
                    <a:pt x="4527659" y="797192"/>
                  </a:lnTo>
                  <a:lnTo>
                    <a:pt x="4527753" y="797192"/>
                  </a:lnTo>
                  <a:lnTo>
                    <a:pt x="4527847" y="797192"/>
                  </a:lnTo>
                  <a:lnTo>
                    <a:pt x="4527941" y="797192"/>
                  </a:lnTo>
                  <a:lnTo>
                    <a:pt x="4528035" y="797192"/>
                  </a:lnTo>
                  <a:lnTo>
                    <a:pt x="4528129" y="797192"/>
                  </a:lnTo>
                  <a:lnTo>
                    <a:pt x="4528223" y="797192"/>
                  </a:lnTo>
                  <a:lnTo>
                    <a:pt x="4528317" y="797192"/>
                  </a:lnTo>
                  <a:lnTo>
                    <a:pt x="4528411" y="797192"/>
                  </a:lnTo>
                  <a:lnTo>
                    <a:pt x="4528505" y="797192"/>
                  </a:lnTo>
                  <a:lnTo>
                    <a:pt x="4528599" y="797192"/>
                  </a:lnTo>
                  <a:lnTo>
                    <a:pt x="4528693" y="797192"/>
                  </a:lnTo>
                  <a:lnTo>
                    <a:pt x="4528787" y="797192"/>
                  </a:lnTo>
                  <a:lnTo>
                    <a:pt x="4528881" y="797192"/>
                  </a:lnTo>
                  <a:lnTo>
                    <a:pt x="4528975" y="797192"/>
                  </a:lnTo>
                  <a:lnTo>
                    <a:pt x="4529069" y="797192"/>
                  </a:lnTo>
                  <a:lnTo>
                    <a:pt x="4529163" y="797192"/>
                  </a:lnTo>
                  <a:lnTo>
                    <a:pt x="4529257" y="797192"/>
                  </a:lnTo>
                  <a:lnTo>
                    <a:pt x="4529351" y="797192"/>
                  </a:lnTo>
                  <a:lnTo>
                    <a:pt x="4529446" y="797192"/>
                  </a:lnTo>
                  <a:lnTo>
                    <a:pt x="4529540" y="797192"/>
                  </a:lnTo>
                  <a:lnTo>
                    <a:pt x="4529634" y="797192"/>
                  </a:lnTo>
                  <a:lnTo>
                    <a:pt x="4529728" y="797192"/>
                  </a:lnTo>
                  <a:lnTo>
                    <a:pt x="4529822" y="797192"/>
                  </a:lnTo>
                  <a:lnTo>
                    <a:pt x="4529916" y="797192"/>
                  </a:lnTo>
                  <a:lnTo>
                    <a:pt x="4530010" y="797192"/>
                  </a:lnTo>
                  <a:lnTo>
                    <a:pt x="4530104" y="797192"/>
                  </a:lnTo>
                  <a:lnTo>
                    <a:pt x="4530198" y="797192"/>
                  </a:lnTo>
                  <a:lnTo>
                    <a:pt x="4530292" y="797192"/>
                  </a:lnTo>
                  <a:lnTo>
                    <a:pt x="4530386" y="797192"/>
                  </a:lnTo>
                  <a:lnTo>
                    <a:pt x="4530480" y="797192"/>
                  </a:lnTo>
                  <a:lnTo>
                    <a:pt x="4530574" y="797192"/>
                  </a:lnTo>
                  <a:lnTo>
                    <a:pt x="4530668" y="797192"/>
                  </a:lnTo>
                  <a:lnTo>
                    <a:pt x="4530762" y="797192"/>
                  </a:lnTo>
                  <a:lnTo>
                    <a:pt x="4530856" y="797192"/>
                  </a:lnTo>
                  <a:lnTo>
                    <a:pt x="4530950" y="797192"/>
                  </a:lnTo>
                  <a:lnTo>
                    <a:pt x="4531044" y="797192"/>
                  </a:lnTo>
                  <a:lnTo>
                    <a:pt x="4531138" y="797192"/>
                  </a:lnTo>
                  <a:lnTo>
                    <a:pt x="4531232" y="797192"/>
                  </a:lnTo>
                  <a:lnTo>
                    <a:pt x="4531326" y="797192"/>
                  </a:lnTo>
                  <a:lnTo>
                    <a:pt x="4531420" y="797192"/>
                  </a:lnTo>
                  <a:lnTo>
                    <a:pt x="4531514" y="797192"/>
                  </a:lnTo>
                  <a:lnTo>
                    <a:pt x="4531608" y="797192"/>
                  </a:lnTo>
                  <a:lnTo>
                    <a:pt x="4531702" y="797192"/>
                  </a:lnTo>
                  <a:lnTo>
                    <a:pt x="4531796" y="797192"/>
                  </a:lnTo>
                  <a:lnTo>
                    <a:pt x="4531890" y="797192"/>
                  </a:lnTo>
                  <a:lnTo>
                    <a:pt x="4531984" y="797192"/>
                  </a:lnTo>
                  <a:lnTo>
                    <a:pt x="4532078" y="797192"/>
                  </a:lnTo>
                  <a:lnTo>
                    <a:pt x="4532172" y="797192"/>
                  </a:lnTo>
                  <a:lnTo>
                    <a:pt x="4532266" y="797192"/>
                  </a:lnTo>
                  <a:lnTo>
                    <a:pt x="4532360" y="797192"/>
                  </a:lnTo>
                  <a:lnTo>
                    <a:pt x="4532454" y="797192"/>
                  </a:lnTo>
                  <a:lnTo>
                    <a:pt x="4532548" y="797192"/>
                  </a:lnTo>
                  <a:lnTo>
                    <a:pt x="4532642" y="797192"/>
                  </a:lnTo>
                  <a:lnTo>
                    <a:pt x="4532736" y="797192"/>
                  </a:lnTo>
                  <a:lnTo>
                    <a:pt x="4532830" y="797192"/>
                  </a:lnTo>
                  <a:lnTo>
                    <a:pt x="4532924" y="797192"/>
                  </a:lnTo>
                  <a:lnTo>
                    <a:pt x="4533019" y="797192"/>
                  </a:lnTo>
                  <a:lnTo>
                    <a:pt x="4533113" y="797192"/>
                  </a:lnTo>
                  <a:lnTo>
                    <a:pt x="4533207" y="797192"/>
                  </a:lnTo>
                  <a:lnTo>
                    <a:pt x="4533301" y="797192"/>
                  </a:lnTo>
                  <a:lnTo>
                    <a:pt x="4533395" y="797192"/>
                  </a:lnTo>
                  <a:lnTo>
                    <a:pt x="4533489" y="797192"/>
                  </a:lnTo>
                  <a:lnTo>
                    <a:pt x="4533583" y="797192"/>
                  </a:lnTo>
                  <a:lnTo>
                    <a:pt x="4533677" y="797192"/>
                  </a:lnTo>
                  <a:lnTo>
                    <a:pt x="4533771" y="797192"/>
                  </a:lnTo>
                  <a:lnTo>
                    <a:pt x="4533865" y="797192"/>
                  </a:lnTo>
                  <a:lnTo>
                    <a:pt x="4533959" y="797192"/>
                  </a:lnTo>
                  <a:lnTo>
                    <a:pt x="4534053" y="797192"/>
                  </a:lnTo>
                  <a:lnTo>
                    <a:pt x="4534147" y="797192"/>
                  </a:lnTo>
                  <a:lnTo>
                    <a:pt x="4534241" y="797192"/>
                  </a:lnTo>
                  <a:lnTo>
                    <a:pt x="4534335" y="797192"/>
                  </a:lnTo>
                  <a:lnTo>
                    <a:pt x="4534429" y="797192"/>
                  </a:lnTo>
                  <a:lnTo>
                    <a:pt x="4534523" y="797192"/>
                  </a:lnTo>
                  <a:lnTo>
                    <a:pt x="4534617" y="797192"/>
                  </a:lnTo>
                  <a:lnTo>
                    <a:pt x="4534711" y="797192"/>
                  </a:lnTo>
                  <a:lnTo>
                    <a:pt x="4534805" y="797192"/>
                  </a:lnTo>
                  <a:lnTo>
                    <a:pt x="4534899" y="797192"/>
                  </a:lnTo>
                  <a:lnTo>
                    <a:pt x="4534993" y="797192"/>
                  </a:lnTo>
                  <a:lnTo>
                    <a:pt x="4535087" y="797192"/>
                  </a:lnTo>
                  <a:lnTo>
                    <a:pt x="4535181" y="797192"/>
                  </a:lnTo>
                  <a:lnTo>
                    <a:pt x="4535275" y="797192"/>
                  </a:lnTo>
                  <a:lnTo>
                    <a:pt x="4535369" y="797192"/>
                  </a:lnTo>
                  <a:lnTo>
                    <a:pt x="4535463" y="797192"/>
                  </a:lnTo>
                  <a:lnTo>
                    <a:pt x="4535557" y="797192"/>
                  </a:lnTo>
                  <a:lnTo>
                    <a:pt x="4535651" y="797192"/>
                  </a:lnTo>
                  <a:lnTo>
                    <a:pt x="4535745" y="797192"/>
                  </a:lnTo>
                  <a:lnTo>
                    <a:pt x="4535839" y="797192"/>
                  </a:lnTo>
                  <a:lnTo>
                    <a:pt x="4535933" y="797192"/>
                  </a:lnTo>
                  <a:lnTo>
                    <a:pt x="4536027" y="797192"/>
                  </a:lnTo>
                  <a:lnTo>
                    <a:pt x="4536121" y="797192"/>
                  </a:lnTo>
                  <a:lnTo>
                    <a:pt x="4536215" y="797192"/>
                  </a:lnTo>
                  <a:lnTo>
                    <a:pt x="4536309" y="797192"/>
                  </a:lnTo>
                  <a:lnTo>
                    <a:pt x="4536403" y="797192"/>
                  </a:lnTo>
                  <a:lnTo>
                    <a:pt x="4536497" y="797192"/>
                  </a:lnTo>
                  <a:lnTo>
                    <a:pt x="4536592" y="797192"/>
                  </a:lnTo>
                  <a:lnTo>
                    <a:pt x="4536686" y="797192"/>
                  </a:lnTo>
                  <a:lnTo>
                    <a:pt x="4536780" y="797192"/>
                  </a:lnTo>
                  <a:lnTo>
                    <a:pt x="4536874" y="797192"/>
                  </a:lnTo>
                  <a:lnTo>
                    <a:pt x="4536968" y="797192"/>
                  </a:lnTo>
                  <a:lnTo>
                    <a:pt x="4537062" y="797192"/>
                  </a:lnTo>
                  <a:lnTo>
                    <a:pt x="4537156" y="797192"/>
                  </a:lnTo>
                  <a:lnTo>
                    <a:pt x="4537250" y="797192"/>
                  </a:lnTo>
                  <a:lnTo>
                    <a:pt x="4537344" y="797192"/>
                  </a:lnTo>
                  <a:lnTo>
                    <a:pt x="4537438" y="797192"/>
                  </a:lnTo>
                  <a:lnTo>
                    <a:pt x="4537532" y="797192"/>
                  </a:lnTo>
                  <a:lnTo>
                    <a:pt x="4537626" y="797192"/>
                  </a:lnTo>
                  <a:lnTo>
                    <a:pt x="4537720" y="797192"/>
                  </a:lnTo>
                  <a:lnTo>
                    <a:pt x="4537814" y="797192"/>
                  </a:lnTo>
                  <a:lnTo>
                    <a:pt x="4537908" y="797192"/>
                  </a:lnTo>
                  <a:lnTo>
                    <a:pt x="4538002" y="797192"/>
                  </a:lnTo>
                  <a:lnTo>
                    <a:pt x="4538096" y="797192"/>
                  </a:lnTo>
                  <a:lnTo>
                    <a:pt x="4538190" y="797192"/>
                  </a:lnTo>
                  <a:lnTo>
                    <a:pt x="4538284" y="797192"/>
                  </a:lnTo>
                  <a:lnTo>
                    <a:pt x="4538378" y="797192"/>
                  </a:lnTo>
                  <a:lnTo>
                    <a:pt x="4538472" y="797192"/>
                  </a:lnTo>
                  <a:lnTo>
                    <a:pt x="4538566" y="797192"/>
                  </a:lnTo>
                  <a:lnTo>
                    <a:pt x="4538660" y="797192"/>
                  </a:lnTo>
                  <a:lnTo>
                    <a:pt x="4538754" y="797192"/>
                  </a:lnTo>
                  <a:lnTo>
                    <a:pt x="4538848" y="797192"/>
                  </a:lnTo>
                  <a:lnTo>
                    <a:pt x="4538942" y="797192"/>
                  </a:lnTo>
                  <a:lnTo>
                    <a:pt x="4539036" y="797192"/>
                  </a:lnTo>
                  <a:lnTo>
                    <a:pt x="4539130" y="797192"/>
                  </a:lnTo>
                  <a:lnTo>
                    <a:pt x="4539224" y="797192"/>
                  </a:lnTo>
                  <a:lnTo>
                    <a:pt x="4539318" y="797192"/>
                  </a:lnTo>
                  <a:lnTo>
                    <a:pt x="4539412" y="797192"/>
                  </a:lnTo>
                  <a:lnTo>
                    <a:pt x="4539506" y="797192"/>
                  </a:lnTo>
                  <a:lnTo>
                    <a:pt x="4539600" y="797192"/>
                  </a:lnTo>
                  <a:lnTo>
                    <a:pt x="4539694" y="797192"/>
                  </a:lnTo>
                  <a:lnTo>
                    <a:pt x="4539788" y="797192"/>
                  </a:lnTo>
                  <a:lnTo>
                    <a:pt x="4539882" y="797192"/>
                  </a:lnTo>
                  <a:lnTo>
                    <a:pt x="4539976" y="797192"/>
                  </a:lnTo>
                  <a:lnTo>
                    <a:pt x="4540070" y="797192"/>
                  </a:lnTo>
                  <a:lnTo>
                    <a:pt x="4540165" y="797192"/>
                  </a:lnTo>
                  <a:lnTo>
                    <a:pt x="4540259" y="797192"/>
                  </a:lnTo>
                  <a:lnTo>
                    <a:pt x="4540353" y="797192"/>
                  </a:lnTo>
                  <a:lnTo>
                    <a:pt x="4540447" y="797192"/>
                  </a:lnTo>
                  <a:lnTo>
                    <a:pt x="4540541" y="797192"/>
                  </a:lnTo>
                  <a:lnTo>
                    <a:pt x="4540635" y="797192"/>
                  </a:lnTo>
                  <a:lnTo>
                    <a:pt x="4540729" y="797192"/>
                  </a:lnTo>
                  <a:lnTo>
                    <a:pt x="4540823" y="797192"/>
                  </a:lnTo>
                  <a:lnTo>
                    <a:pt x="4540917" y="797192"/>
                  </a:lnTo>
                  <a:lnTo>
                    <a:pt x="4541011" y="797192"/>
                  </a:lnTo>
                  <a:lnTo>
                    <a:pt x="4541105" y="797192"/>
                  </a:lnTo>
                  <a:lnTo>
                    <a:pt x="4541199" y="797192"/>
                  </a:lnTo>
                  <a:lnTo>
                    <a:pt x="4541293" y="797192"/>
                  </a:lnTo>
                  <a:lnTo>
                    <a:pt x="4541387" y="797192"/>
                  </a:lnTo>
                  <a:lnTo>
                    <a:pt x="4541481" y="797192"/>
                  </a:lnTo>
                  <a:lnTo>
                    <a:pt x="4541575" y="797192"/>
                  </a:lnTo>
                  <a:lnTo>
                    <a:pt x="4541669" y="797192"/>
                  </a:lnTo>
                  <a:lnTo>
                    <a:pt x="4541763" y="797192"/>
                  </a:lnTo>
                  <a:lnTo>
                    <a:pt x="4541857" y="797192"/>
                  </a:lnTo>
                  <a:lnTo>
                    <a:pt x="4541951" y="797192"/>
                  </a:lnTo>
                  <a:lnTo>
                    <a:pt x="4542045" y="797192"/>
                  </a:lnTo>
                  <a:lnTo>
                    <a:pt x="4542139" y="797192"/>
                  </a:lnTo>
                  <a:lnTo>
                    <a:pt x="4542233" y="797192"/>
                  </a:lnTo>
                  <a:lnTo>
                    <a:pt x="4542327" y="797192"/>
                  </a:lnTo>
                  <a:lnTo>
                    <a:pt x="4542421" y="797192"/>
                  </a:lnTo>
                  <a:lnTo>
                    <a:pt x="4542515" y="797192"/>
                  </a:lnTo>
                  <a:lnTo>
                    <a:pt x="4542609" y="797192"/>
                  </a:lnTo>
                  <a:lnTo>
                    <a:pt x="4542703" y="797192"/>
                  </a:lnTo>
                  <a:lnTo>
                    <a:pt x="4542797" y="797192"/>
                  </a:lnTo>
                  <a:lnTo>
                    <a:pt x="4542891" y="797192"/>
                  </a:lnTo>
                  <a:lnTo>
                    <a:pt x="4542985" y="797192"/>
                  </a:lnTo>
                  <a:lnTo>
                    <a:pt x="4543079" y="797192"/>
                  </a:lnTo>
                  <a:lnTo>
                    <a:pt x="4543173" y="797192"/>
                  </a:lnTo>
                  <a:lnTo>
                    <a:pt x="4543267" y="797192"/>
                  </a:lnTo>
                  <a:lnTo>
                    <a:pt x="4543361" y="797192"/>
                  </a:lnTo>
                  <a:lnTo>
                    <a:pt x="4543455" y="797192"/>
                  </a:lnTo>
                  <a:lnTo>
                    <a:pt x="4543549" y="797192"/>
                  </a:lnTo>
                  <a:lnTo>
                    <a:pt x="4543644" y="797192"/>
                  </a:lnTo>
                  <a:lnTo>
                    <a:pt x="4543738" y="797192"/>
                  </a:lnTo>
                  <a:lnTo>
                    <a:pt x="4543832" y="797192"/>
                  </a:lnTo>
                  <a:lnTo>
                    <a:pt x="4543926" y="797192"/>
                  </a:lnTo>
                  <a:lnTo>
                    <a:pt x="4544020" y="797192"/>
                  </a:lnTo>
                  <a:lnTo>
                    <a:pt x="4544020" y="791913"/>
                  </a:lnTo>
                  <a:lnTo>
                    <a:pt x="4544114" y="791913"/>
                  </a:lnTo>
                  <a:lnTo>
                    <a:pt x="4544208" y="791913"/>
                  </a:lnTo>
                  <a:lnTo>
                    <a:pt x="4544302" y="791913"/>
                  </a:lnTo>
                  <a:lnTo>
                    <a:pt x="4544396" y="791913"/>
                  </a:lnTo>
                  <a:lnTo>
                    <a:pt x="4544490" y="791913"/>
                  </a:lnTo>
                  <a:lnTo>
                    <a:pt x="4544584" y="791913"/>
                  </a:lnTo>
                  <a:lnTo>
                    <a:pt x="4544678" y="791913"/>
                  </a:lnTo>
                  <a:lnTo>
                    <a:pt x="4544772" y="791913"/>
                  </a:lnTo>
                  <a:lnTo>
                    <a:pt x="4544866" y="791913"/>
                  </a:lnTo>
                  <a:lnTo>
                    <a:pt x="4544960" y="791913"/>
                  </a:lnTo>
                  <a:lnTo>
                    <a:pt x="4545054" y="791913"/>
                  </a:lnTo>
                  <a:lnTo>
                    <a:pt x="4545148" y="791913"/>
                  </a:lnTo>
                  <a:lnTo>
                    <a:pt x="4545242" y="791913"/>
                  </a:lnTo>
                  <a:lnTo>
                    <a:pt x="4545336" y="791913"/>
                  </a:lnTo>
                  <a:lnTo>
                    <a:pt x="4545430" y="791913"/>
                  </a:lnTo>
                  <a:lnTo>
                    <a:pt x="4545524" y="791913"/>
                  </a:lnTo>
                  <a:lnTo>
                    <a:pt x="4545618" y="791913"/>
                  </a:lnTo>
                  <a:lnTo>
                    <a:pt x="4545712" y="791913"/>
                  </a:lnTo>
                  <a:lnTo>
                    <a:pt x="4545806" y="791913"/>
                  </a:lnTo>
                  <a:lnTo>
                    <a:pt x="4545900" y="791913"/>
                  </a:lnTo>
                  <a:lnTo>
                    <a:pt x="4545994" y="791913"/>
                  </a:lnTo>
                  <a:lnTo>
                    <a:pt x="4546088" y="791913"/>
                  </a:lnTo>
                  <a:lnTo>
                    <a:pt x="4546182" y="791913"/>
                  </a:lnTo>
                  <a:lnTo>
                    <a:pt x="4546276" y="791913"/>
                  </a:lnTo>
                  <a:lnTo>
                    <a:pt x="4546370" y="791913"/>
                  </a:lnTo>
                  <a:lnTo>
                    <a:pt x="4546464" y="791913"/>
                  </a:lnTo>
                  <a:lnTo>
                    <a:pt x="4546558" y="791913"/>
                  </a:lnTo>
                  <a:lnTo>
                    <a:pt x="4546652" y="791913"/>
                  </a:lnTo>
                  <a:lnTo>
                    <a:pt x="4546746" y="791913"/>
                  </a:lnTo>
                  <a:lnTo>
                    <a:pt x="4546840" y="791913"/>
                  </a:lnTo>
                  <a:lnTo>
                    <a:pt x="4546934" y="791913"/>
                  </a:lnTo>
                  <a:lnTo>
                    <a:pt x="4547028" y="791913"/>
                  </a:lnTo>
                  <a:lnTo>
                    <a:pt x="4547122" y="791913"/>
                  </a:lnTo>
                  <a:lnTo>
                    <a:pt x="4547217" y="791913"/>
                  </a:lnTo>
                  <a:lnTo>
                    <a:pt x="4547311" y="791913"/>
                  </a:lnTo>
                  <a:lnTo>
                    <a:pt x="4547405" y="791913"/>
                  </a:lnTo>
                  <a:lnTo>
                    <a:pt x="4547499" y="791913"/>
                  </a:lnTo>
                  <a:lnTo>
                    <a:pt x="4547593" y="791913"/>
                  </a:lnTo>
                  <a:lnTo>
                    <a:pt x="4547687" y="791913"/>
                  </a:lnTo>
                  <a:lnTo>
                    <a:pt x="4547781" y="791913"/>
                  </a:lnTo>
                  <a:lnTo>
                    <a:pt x="4547875" y="791913"/>
                  </a:lnTo>
                  <a:lnTo>
                    <a:pt x="4547969" y="791913"/>
                  </a:lnTo>
                  <a:lnTo>
                    <a:pt x="4548063" y="791913"/>
                  </a:lnTo>
                  <a:lnTo>
                    <a:pt x="4548157" y="791913"/>
                  </a:lnTo>
                  <a:lnTo>
                    <a:pt x="4548251" y="791913"/>
                  </a:lnTo>
                  <a:lnTo>
                    <a:pt x="4548345" y="791913"/>
                  </a:lnTo>
                  <a:lnTo>
                    <a:pt x="4548439" y="791913"/>
                  </a:lnTo>
                  <a:lnTo>
                    <a:pt x="4548533" y="791913"/>
                  </a:lnTo>
                  <a:lnTo>
                    <a:pt x="4548627" y="791913"/>
                  </a:lnTo>
                  <a:lnTo>
                    <a:pt x="4548721" y="791913"/>
                  </a:lnTo>
                  <a:lnTo>
                    <a:pt x="4548815" y="791913"/>
                  </a:lnTo>
                  <a:lnTo>
                    <a:pt x="4548909" y="791913"/>
                  </a:lnTo>
                  <a:lnTo>
                    <a:pt x="4549003" y="791913"/>
                  </a:lnTo>
                  <a:lnTo>
                    <a:pt x="4549097" y="791913"/>
                  </a:lnTo>
                  <a:lnTo>
                    <a:pt x="4549191" y="791913"/>
                  </a:lnTo>
                  <a:lnTo>
                    <a:pt x="4549285" y="791913"/>
                  </a:lnTo>
                  <a:lnTo>
                    <a:pt x="4549379" y="791913"/>
                  </a:lnTo>
                  <a:lnTo>
                    <a:pt x="4549473" y="791913"/>
                  </a:lnTo>
                  <a:lnTo>
                    <a:pt x="4549567" y="791913"/>
                  </a:lnTo>
                  <a:lnTo>
                    <a:pt x="4549661" y="791913"/>
                  </a:lnTo>
                  <a:lnTo>
                    <a:pt x="4549755" y="791913"/>
                  </a:lnTo>
                  <a:lnTo>
                    <a:pt x="4549849" y="791913"/>
                  </a:lnTo>
                  <a:lnTo>
                    <a:pt x="4549943" y="791913"/>
                  </a:lnTo>
                  <a:lnTo>
                    <a:pt x="4550037" y="791913"/>
                  </a:lnTo>
                  <a:lnTo>
                    <a:pt x="4550131" y="791913"/>
                  </a:lnTo>
                  <a:lnTo>
                    <a:pt x="4550225" y="791913"/>
                  </a:lnTo>
                  <a:lnTo>
                    <a:pt x="4550319" y="791913"/>
                  </a:lnTo>
                  <a:lnTo>
                    <a:pt x="4550413" y="791913"/>
                  </a:lnTo>
                  <a:lnTo>
                    <a:pt x="4550507" y="791913"/>
                  </a:lnTo>
                  <a:lnTo>
                    <a:pt x="4550601" y="791913"/>
                  </a:lnTo>
                  <a:lnTo>
                    <a:pt x="4550695" y="791913"/>
                  </a:lnTo>
                  <a:lnTo>
                    <a:pt x="4550790" y="791913"/>
                  </a:lnTo>
                  <a:lnTo>
                    <a:pt x="4550884" y="791913"/>
                  </a:lnTo>
                  <a:lnTo>
                    <a:pt x="4550978" y="791913"/>
                  </a:lnTo>
                  <a:lnTo>
                    <a:pt x="4551072" y="791913"/>
                  </a:lnTo>
                  <a:lnTo>
                    <a:pt x="4551166" y="791913"/>
                  </a:lnTo>
                  <a:lnTo>
                    <a:pt x="4551260" y="791913"/>
                  </a:lnTo>
                  <a:lnTo>
                    <a:pt x="4551354" y="791913"/>
                  </a:lnTo>
                  <a:lnTo>
                    <a:pt x="4551448" y="791913"/>
                  </a:lnTo>
                  <a:lnTo>
                    <a:pt x="4551542" y="791913"/>
                  </a:lnTo>
                  <a:lnTo>
                    <a:pt x="4551636" y="791913"/>
                  </a:lnTo>
                  <a:lnTo>
                    <a:pt x="4551730" y="791913"/>
                  </a:lnTo>
                  <a:lnTo>
                    <a:pt x="4551824" y="791913"/>
                  </a:lnTo>
                  <a:lnTo>
                    <a:pt x="4551918" y="791913"/>
                  </a:lnTo>
                  <a:lnTo>
                    <a:pt x="4552012" y="791913"/>
                  </a:lnTo>
                  <a:lnTo>
                    <a:pt x="4552106" y="791913"/>
                  </a:lnTo>
                  <a:lnTo>
                    <a:pt x="4552200" y="791913"/>
                  </a:lnTo>
                  <a:lnTo>
                    <a:pt x="4552294" y="791913"/>
                  </a:lnTo>
                  <a:lnTo>
                    <a:pt x="4552388" y="791913"/>
                  </a:lnTo>
                  <a:lnTo>
                    <a:pt x="4552482" y="791913"/>
                  </a:lnTo>
                  <a:lnTo>
                    <a:pt x="4552576" y="791913"/>
                  </a:lnTo>
                  <a:lnTo>
                    <a:pt x="4552670" y="791913"/>
                  </a:lnTo>
                  <a:lnTo>
                    <a:pt x="4552764" y="791913"/>
                  </a:lnTo>
                  <a:lnTo>
                    <a:pt x="4552858" y="791913"/>
                  </a:lnTo>
                  <a:lnTo>
                    <a:pt x="4552952" y="791913"/>
                  </a:lnTo>
                  <a:lnTo>
                    <a:pt x="4553046" y="791913"/>
                  </a:lnTo>
                  <a:lnTo>
                    <a:pt x="4553140" y="791913"/>
                  </a:lnTo>
                  <a:lnTo>
                    <a:pt x="4553234" y="791913"/>
                  </a:lnTo>
                  <a:lnTo>
                    <a:pt x="4553328" y="791913"/>
                  </a:lnTo>
                  <a:lnTo>
                    <a:pt x="4553422" y="791913"/>
                  </a:lnTo>
                  <a:lnTo>
                    <a:pt x="4553516" y="791913"/>
                  </a:lnTo>
                  <a:lnTo>
                    <a:pt x="4553610" y="791913"/>
                  </a:lnTo>
                  <a:lnTo>
                    <a:pt x="4553704" y="791913"/>
                  </a:lnTo>
                  <a:lnTo>
                    <a:pt x="4553798" y="791913"/>
                  </a:lnTo>
                  <a:lnTo>
                    <a:pt x="4553892" y="791913"/>
                  </a:lnTo>
                  <a:lnTo>
                    <a:pt x="4553986" y="791913"/>
                  </a:lnTo>
                  <a:lnTo>
                    <a:pt x="4554080" y="791913"/>
                  </a:lnTo>
                  <a:lnTo>
                    <a:pt x="4554174" y="791913"/>
                  </a:lnTo>
                  <a:lnTo>
                    <a:pt x="4554269" y="791913"/>
                  </a:lnTo>
                  <a:lnTo>
                    <a:pt x="4554363" y="791913"/>
                  </a:lnTo>
                  <a:lnTo>
                    <a:pt x="4554457" y="791913"/>
                  </a:lnTo>
                  <a:lnTo>
                    <a:pt x="4554551" y="791913"/>
                  </a:lnTo>
                  <a:lnTo>
                    <a:pt x="4554645" y="791913"/>
                  </a:lnTo>
                  <a:lnTo>
                    <a:pt x="4554739" y="791913"/>
                  </a:lnTo>
                  <a:lnTo>
                    <a:pt x="4554833" y="791913"/>
                  </a:lnTo>
                  <a:lnTo>
                    <a:pt x="4554927" y="791913"/>
                  </a:lnTo>
                  <a:lnTo>
                    <a:pt x="4555021" y="791913"/>
                  </a:lnTo>
                  <a:lnTo>
                    <a:pt x="4555115" y="791913"/>
                  </a:lnTo>
                  <a:lnTo>
                    <a:pt x="4555209" y="791913"/>
                  </a:lnTo>
                  <a:lnTo>
                    <a:pt x="4555303" y="791913"/>
                  </a:lnTo>
                  <a:lnTo>
                    <a:pt x="4555397" y="791913"/>
                  </a:lnTo>
                  <a:lnTo>
                    <a:pt x="4555491" y="791913"/>
                  </a:lnTo>
                  <a:lnTo>
                    <a:pt x="4555585" y="791913"/>
                  </a:lnTo>
                  <a:lnTo>
                    <a:pt x="4555679" y="791913"/>
                  </a:lnTo>
                  <a:lnTo>
                    <a:pt x="4555773" y="791913"/>
                  </a:lnTo>
                  <a:lnTo>
                    <a:pt x="4555867" y="791913"/>
                  </a:lnTo>
                  <a:lnTo>
                    <a:pt x="4555961" y="791913"/>
                  </a:lnTo>
                  <a:lnTo>
                    <a:pt x="4556055" y="791913"/>
                  </a:lnTo>
                  <a:lnTo>
                    <a:pt x="4556149" y="791913"/>
                  </a:lnTo>
                  <a:lnTo>
                    <a:pt x="4556243" y="791913"/>
                  </a:lnTo>
                  <a:lnTo>
                    <a:pt x="4556337" y="791913"/>
                  </a:lnTo>
                  <a:lnTo>
                    <a:pt x="4556431" y="791913"/>
                  </a:lnTo>
                  <a:lnTo>
                    <a:pt x="4556525" y="791913"/>
                  </a:lnTo>
                  <a:lnTo>
                    <a:pt x="4556619" y="791913"/>
                  </a:lnTo>
                  <a:lnTo>
                    <a:pt x="4556713" y="791913"/>
                  </a:lnTo>
                  <a:lnTo>
                    <a:pt x="4556807" y="791913"/>
                  </a:lnTo>
                  <a:lnTo>
                    <a:pt x="4556901" y="791913"/>
                  </a:lnTo>
                  <a:lnTo>
                    <a:pt x="4556995" y="791913"/>
                  </a:lnTo>
                  <a:lnTo>
                    <a:pt x="4557089" y="791913"/>
                  </a:lnTo>
                  <a:lnTo>
                    <a:pt x="4557183" y="791913"/>
                  </a:lnTo>
                  <a:lnTo>
                    <a:pt x="4557277" y="791913"/>
                  </a:lnTo>
                  <a:lnTo>
                    <a:pt x="4557371" y="791913"/>
                  </a:lnTo>
                  <a:lnTo>
                    <a:pt x="4557465" y="791913"/>
                  </a:lnTo>
                  <a:lnTo>
                    <a:pt x="4557559" y="791913"/>
                  </a:lnTo>
                  <a:lnTo>
                    <a:pt x="4557653" y="791913"/>
                  </a:lnTo>
                  <a:lnTo>
                    <a:pt x="4557747" y="791913"/>
                  </a:lnTo>
                  <a:lnTo>
                    <a:pt x="4557842" y="791913"/>
                  </a:lnTo>
                  <a:lnTo>
                    <a:pt x="4557936" y="791913"/>
                  </a:lnTo>
                  <a:lnTo>
                    <a:pt x="4558030" y="791913"/>
                  </a:lnTo>
                  <a:lnTo>
                    <a:pt x="4558124" y="791913"/>
                  </a:lnTo>
                  <a:lnTo>
                    <a:pt x="4558218" y="791913"/>
                  </a:lnTo>
                  <a:lnTo>
                    <a:pt x="4558312" y="791913"/>
                  </a:lnTo>
                  <a:lnTo>
                    <a:pt x="4558406" y="791913"/>
                  </a:lnTo>
                  <a:lnTo>
                    <a:pt x="4558500" y="791913"/>
                  </a:lnTo>
                  <a:lnTo>
                    <a:pt x="4558594" y="791913"/>
                  </a:lnTo>
                  <a:lnTo>
                    <a:pt x="4558688" y="791913"/>
                  </a:lnTo>
                  <a:lnTo>
                    <a:pt x="4558782" y="791913"/>
                  </a:lnTo>
                  <a:lnTo>
                    <a:pt x="4558876" y="791913"/>
                  </a:lnTo>
                  <a:lnTo>
                    <a:pt x="4558970" y="791913"/>
                  </a:lnTo>
                  <a:lnTo>
                    <a:pt x="4559064" y="791913"/>
                  </a:lnTo>
                  <a:lnTo>
                    <a:pt x="4559158" y="791913"/>
                  </a:lnTo>
                  <a:lnTo>
                    <a:pt x="4559252" y="791913"/>
                  </a:lnTo>
                  <a:lnTo>
                    <a:pt x="4559346" y="791913"/>
                  </a:lnTo>
                  <a:lnTo>
                    <a:pt x="4559440" y="791913"/>
                  </a:lnTo>
                  <a:lnTo>
                    <a:pt x="4559534" y="791913"/>
                  </a:lnTo>
                  <a:lnTo>
                    <a:pt x="4559628" y="791913"/>
                  </a:lnTo>
                  <a:lnTo>
                    <a:pt x="4559722" y="791913"/>
                  </a:lnTo>
                  <a:lnTo>
                    <a:pt x="4559816" y="791913"/>
                  </a:lnTo>
                  <a:lnTo>
                    <a:pt x="4559910" y="791913"/>
                  </a:lnTo>
                  <a:lnTo>
                    <a:pt x="4560004" y="791913"/>
                  </a:lnTo>
                  <a:lnTo>
                    <a:pt x="4560098" y="791913"/>
                  </a:lnTo>
                  <a:lnTo>
                    <a:pt x="4560192" y="791913"/>
                  </a:lnTo>
                  <a:lnTo>
                    <a:pt x="4560286" y="791913"/>
                  </a:lnTo>
                  <a:lnTo>
                    <a:pt x="4560380" y="791913"/>
                  </a:lnTo>
                  <a:lnTo>
                    <a:pt x="4560474" y="791913"/>
                  </a:lnTo>
                  <a:lnTo>
                    <a:pt x="4560568" y="791913"/>
                  </a:lnTo>
                  <a:lnTo>
                    <a:pt x="4560662" y="791913"/>
                  </a:lnTo>
                  <a:lnTo>
                    <a:pt x="4560756" y="791913"/>
                  </a:lnTo>
                  <a:lnTo>
                    <a:pt x="4560850" y="791913"/>
                  </a:lnTo>
                  <a:lnTo>
                    <a:pt x="4560944" y="791913"/>
                  </a:lnTo>
                  <a:lnTo>
                    <a:pt x="4561038" y="791913"/>
                  </a:lnTo>
                  <a:lnTo>
                    <a:pt x="4561132" y="791913"/>
                  </a:lnTo>
                  <a:lnTo>
                    <a:pt x="4561226" y="791913"/>
                  </a:lnTo>
                  <a:lnTo>
                    <a:pt x="4561320" y="791913"/>
                  </a:lnTo>
                  <a:lnTo>
                    <a:pt x="4561415" y="791913"/>
                  </a:lnTo>
                  <a:lnTo>
                    <a:pt x="4561509" y="791913"/>
                  </a:lnTo>
                  <a:lnTo>
                    <a:pt x="4561603" y="791913"/>
                  </a:lnTo>
                  <a:lnTo>
                    <a:pt x="4561697" y="791913"/>
                  </a:lnTo>
                  <a:lnTo>
                    <a:pt x="4561791" y="791913"/>
                  </a:lnTo>
                  <a:lnTo>
                    <a:pt x="4561885" y="791913"/>
                  </a:lnTo>
                  <a:lnTo>
                    <a:pt x="4561979" y="791913"/>
                  </a:lnTo>
                  <a:lnTo>
                    <a:pt x="4562073" y="791913"/>
                  </a:lnTo>
                  <a:lnTo>
                    <a:pt x="4562167" y="791913"/>
                  </a:lnTo>
                  <a:lnTo>
                    <a:pt x="4562261" y="791913"/>
                  </a:lnTo>
                  <a:lnTo>
                    <a:pt x="4562355" y="791913"/>
                  </a:lnTo>
                  <a:lnTo>
                    <a:pt x="4562449" y="791913"/>
                  </a:lnTo>
                  <a:lnTo>
                    <a:pt x="4562543" y="791913"/>
                  </a:lnTo>
                  <a:lnTo>
                    <a:pt x="4562637" y="791913"/>
                  </a:lnTo>
                  <a:lnTo>
                    <a:pt x="4562731" y="791913"/>
                  </a:lnTo>
                  <a:lnTo>
                    <a:pt x="4562825" y="791913"/>
                  </a:lnTo>
                  <a:lnTo>
                    <a:pt x="4562919" y="791913"/>
                  </a:lnTo>
                  <a:lnTo>
                    <a:pt x="4563013" y="791913"/>
                  </a:lnTo>
                  <a:lnTo>
                    <a:pt x="4563107" y="791913"/>
                  </a:lnTo>
                  <a:lnTo>
                    <a:pt x="4563201" y="791913"/>
                  </a:lnTo>
                  <a:lnTo>
                    <a:pt x="4563295" y="791913"/>
                  </a:lnTo>
                  <a:lnTo>
                    <a:pt x="4563389" y="791913"/>
                  </a:lnTo>
                  <a:lnTo>
                    <a:pt x="4563483" y="791913"/>
                  </a:lnTo>
                  <a:lnTo>
                    <a:pt x="4563577" y="791913"/>
                  </a:lnTo>
                  <a:lnTo>
                    <a:pt x="4563671" y="791913"/>
                  </a:lnTo>
                  <a:lnTo>
                    <a:pt x="4563765" y="791913"/>
                  </a:lnTo>
                  <a:lnTo>
                    <a:pt x="4563859" y="791913"/>
                  </a:lnTo>
                  <a:lnTo>
                    <a:pt x="4563953" y="791913"/>
                  </a:lnTo>
                  <a:lnTo>
                    <a:pt x="4564047" y="791913"/>
                  </a:lnTo>
                  <a:lnTo>
                    <a:pt x="4564141" y="791913"/>
                  </a:lnTo>
                  <a:lnTo>
                    <a:pt x="4564235" y="791913"/>
                  </a:lnTo>
                  <a:lnTo>
                    <a:pt x="4564329" y="791913"/>
                  </a:lnTo>
                  <a:lnTo>
                    <a:pt x="4564423" y="791913"/>
                  </a:lnTo>
                  <a:lnTo>
                    <a:pt x="4564517" y="791913"/>
                  </a:lnTo>
                  <a:lnTo>
                    <a:pt x="4564611" y="791913"/>
                  </a:lnTo>
                  <a:lnTo>
                    <a:pt x="4564705" y="791913"/>
                  </a:lnTo>
                  <a:lnTo>
                    <a:pt x="4564799" y="791913"/>
                  </a:lnTo>
                  <a:lnTo>
                    <a:pt x="4564894" y="791913"/>
                  </a:lnTo>
                  <a:lnTo>
                    <a:pt x="4564988" y="791913"/>
                  </a:lnTo>
                  <a:lnTo>
                    <a:pt x="4565082" y="791913"/>
                  </a:lnTo>
                  <a:lnTo>
                    <a:pt x="4565176" y="791913"/>
                  </a:lnTo>
                  <a:lnTo>
                    <a:pt x="4565270" y="791913"/>
                  </a:lnTo>
                  <a:lnTo>
                    <a:pt x="4565364" y="791913"/>
                  </a:lnTo>
                  <a:lnTo>
                    <a:pt x="4565458" y="791913"/>
                  </a:lnTo>
                  <a:lnTo>
                    <a:pt x="4565552" y="791913"/>
                  </a:lnTo>
                  <a:lnTo>
                    <a:pt x="4565646" y="791913"/>
                  </a:lnTo>
                  <a:lnTo>
                    <a:pt x="4565740" y="791913"/>
                  </a:lnTo>
                  <a:lnTo>
                    <a:pt x="4565834" y="791913"/>
                  </a:lnTo>
                  <a:lnTo>
                    <a:pt x="4565928" y="791913"/>
                  </a:lnTo>
                  <a:lnTo>
                    <a:pt x="4566022" y="791913"/>
                  </a:lnTo>
                  <a:lnTo>
                    <a:pt x="4566116" y="791913"/>
                  </a:lnTo>
                  <a:lnTo>
                    <a:pt x="4566210" y="791913"/>
                  </a:lnTo>
                  <a:lnTo>
                    <a:pt x="4566304" y="791913"/>
                  </a:lnTo>
                  <a:lnTo>
                    <a:pt x="4566398" y="791913"/>
                  </a:lnTo>
                  <a:lnTo>
                    <a:pt x="4566492" y="791913"/>
                  </a:lnTo>
                  <a:lnTo>
                    <a:pt x="4566586" y="791913"/>
                  </a:lnTo>
                  <a:lnTo>
                    <a:pt x="4566680" y="791913"/>
                  </a:lnTo>
                  <a:lnTo>
                    <a:pt x="4566774" y="791913"/>
                  </a:lnTo>
                  <a:lnTo>
                    <a:pt x="4566868" y="791913"/>
                  </a:lnTo>
                  <a:lnTo>
                    <a:pt x="4566962" y="791913"/>
                  </a:lnTo>
                  <a:lnTo>
                    <a:pt x="4567056" y="791913"/>
                  </a:lnTo>
                  <a:lnTo>
                    <a:pt x="4567150" y="791913"/>
                  </a:lnTo>
                  <a:lnTo>
                    <a:pt x="4567244" y="791913"/>
                  </a:lnTo>
                  <a:lnTo>
                    <a:pt x="4567338" y="791913"/>
                  </a:lnTo>
                  <a:lnTo>
                    <a:pt x="4567432" y="791913"/>
                  </a:lnTo>
                  <a:lnTo>
                    <a:pt x="4567526" y="791913"/>
                  </a:lnTo>
                  <a:lnTo>
                    <a:pt x="4567620" y="791913"/>
                  </a:lnTo>
                  <a:lnTo>
                    <a:pt x="4567714" y="791913"/>
                  </a:lnTo>
                  <a:lnTo>
                    <a:pt x="4567808" y="791913"/>
                  </a:lnTo>
                  <a:lnTo>
                    <a:pt x="4567902" y="791913"/>
                  </a:lnTo>
                  <a:lnTo>
                    <a:pt x="4567996" y="791913"/>
                  </a:lnTo>
                  <a:lnTo>
                    <a:pt x="4568090" y="791913"/>
                  </a:lnTo>
                  <a:lnTo>
                    <a:pt x="4568184" y="791913"/>
                  </a:lnTo>
                  <a:lnTo>
                    <a:pt x="4568278" y="791913"/>
                  </a:lnTo>
                  <a:lnTo>
                    <a:pt x="4568372" y="791913"/>
                  </a:lnTo>
                  <a:lnTo>
                    <a:pt x="4568467" y="791913"/>
                  </a:lnTo>
                  <a:lnTo>
                    <a:pt x="4568561" y="791913"/>
                  </a:lnTo>
                  <a:lnTo>
                    <a:pt x="4568655" y="791913"/>
                  </a:lnTo>
                  <a:lnTo>
                    <a:pt x="4568749" y="791913"/>
                  </a:lnTo>
                  <a:lnTo>
                    <a:pt x="4568843" y="791913"/>
                  </a:lnTo>
                  <a:lnTo>
                    <a:pt x="4568937" y="791913"/>
                  </a:lnTo>
                  <a:lnTo>
                    <a:pt x="4569031" y="791913"/>
                  </a:lnTo>
                  <a:lnTo>
                    <a:pt x="4569125" y="791913"/>
                  </a:lnTo>
                  <a:lnTo>
                    <a:pt x="4569219" y="791913"/>
                  </a:lnTo>
                  <a:lnTo>
                    <a:pt x="4569313" y="791913"/>
                  </a:lnTo>
                  <a:lnTo>
                    <a:pt x="4569407" y="791913"/>
                  </a:lnTo>
                  <a:lnTo>
                    <a:pt x="4569501" y="791913"/>
                  </a:lnTo>
                  <a:lnTo>
                    <a:pt x="4569595" y="791913"/>
                  </a:lnTo>
                  <a:lnTo>
                    <a:pt x="4569689" y="791913"/>
                  </a:lnTo>
                  <a:lnTo>
                    <a:pt x="4569689" y="786633"/>
                  </a:lnTo>
                  <a:lnTo>
                    <a:pt x="4569783" y="786633"/>
                  </a:lnTo>
                  <a:lnTo>
                    <a:pt x="4569877" y="786633"/>
                  </a:lnTo>
                  <a:lnTo>
                    <a:pt x="4569971" y="786633"/>
                  </a:lnTo>
                  <a:lnTo>
                    <a:pt x="4570065" y="786633"/>
                  </a:lnTo>
                  <a:lnTo>
                    <a:pt x="4570159" y="786633"/>
                  </a:lnTo>
                  <a:lnTo>
                    <a:pt x="4570253" y="786633"/>
                  </a:lnTo>
                  <a:lnTo>
                    <a:pt x="4570347" y="786633"/>
                  </a:lnTo>
                  <a:lnTo>
                    <a:pt x="4570441" y="786633"/>
                  </a:lnTo>
                  <a:lnTo>
                    <a:pt x="4570535" y="786633"/>
                  </a:lnTo>
                  <a:lnTo>
                    <a:pt x="4570629" y="786633"/>
                  </a:lnTo>
                  <a:lnTo>
                    <a:pt x="4570723" y="786633"/>
                  </a:lnTo>
                  <a:lnTo>
                    <a:pt x="4570817" y="786633"/>
                  </a:lnTo>
                  <a:lnTo>
                    <a:pt x="4570911" y="786633"/>
                  </a:lnTo>
                  <a:lnTo>
                    <a:pt x="4571005" y="786633"/>
                  </a:lnTo>
                  <a:lnTo>
                    <a:pt x="4571005" y="781354"/>
                  </a:lnTo>
                  <a:lnTo>
                    <a:pt x="4571099" y="781354"/>
                  </a:lnTo>
                  <a:lnTo>
                    <a:pt x="4571193" y="781354"/>
                  </a:lnTo>
                  <a:lnTo>
                    <a:pt x="4571287" y="781354"/>
                  </a:lnTo>
                  <a:lnTo>
                    <a:pt x="4571381" y="781354"/>
                  </a:lnTo>
                  <a:lnTo>
                    <a:pt x="4571475" y="781354"/>
                  </a:lnTo>
                  <a:lnTo>
                    <a:pt x="4571569" y="781354"/>
                  </a:lnTo>
                  <a:lnTo>
                    <a:pt x="4571663" y="781354"/>
                  </a:lnTo>
                  <a:lnTo>
                    <a:pt x="4571757" y="781354"/>
                  </a:lnTo>
                  <a:lnTo>
                    <a:pt x="4571851" y="781354"/>
                  </a:lnTo>
                  <a:lnTo>
                    <a:pt x="4571945" y="781354"/>
                  </a:lnTo>
                  <a:lnTo>
                    <a:pt x="4572040" y="781354"/>
                  </a:lnTo>
                  <a:lnTo>
                    <a:pt x="4572134" y="781354"/>
                  </a:lnTo>
                  <a:lnTo>
                    <a:pt x="4572228" y="781354"/>
                  </a:lnTo>
                  <a:lnTo>
                    <a:pt x="4572322" y="781354"/>
                  </a:lnTo>
                  <a:lnTo>
                    <a:pt x="4572416" y="781354"/>
                  </a:lnTo>
                  <a:lnTo>
                    <a:pt x="4572510" y="781354"/>
                  </a:lnTo>
                  <a:lnTo>
                    <a:pt x="4572604" y="781354"/>
                  </a:lnTo>
                  <a:lnTo>
                    <a:pt x="4572698" y="781354"/>
                  </a:lnTo>
                  <a:lnTo>
                    <a:pt x="4572792" y="781354"/>
                  </a:lnTo>
                  <a:lnTo>
                    <a:pt x="4572886" y="781354"/>
                  </a:lnTo>
                  <a:lnTo>
                    <a:pt x="4572980" y="781354"/>
                  </a:lnTo>
                  <a:lnTo>
                    <a:pt x="4573074" y="781354"/>
                  </a:lnTo>
                  <a:lnTo>
                    <a:pt x="4573168" y="781354"/>
                  </a:lnTo>
                  <a:lnTo>
                    <a:pt x="4573262" y="781354"/>
                  </a:lnTo>
                  <a:lnTo>
                    <a:pt x="4573356" y="781354"/>
                  </a:lnTo>
                  <a:lnTo>
                    <a:pt x="4573450" y="781354"/>
                  </a:lnTo>
                  <a:lnTo>
                    <a:pt x="4573544" y="781354"/>
                  </a:lnTo>
                  <a:lnTo>
                    <a:pt x="4573638" y="781354"/>
                  </a:lnTo>
                  <a:lnTo>
                    <a:pt x="4573732" y="781354"/>
                  </a:lnTo>
                  <a:lnTo>
                    <a:pt x="4573826" y="781354"/>
                  </a:lnTo>
                  <a:lnTo>
                    <a:pt x="4573920" y="781354"/>
                  </a:lnTo>
                  <a:lnTo>
                    <a:pt x="4574014" y="781354"/>
                  </a:lnTo>
                  <a:lnTo>
                    <a:pt x="4574108" y="781354"/>
                  </a:lnTo>
                  <a:lnTo>
                    <a:pt x="4574202" y="781354"/>
                  </a:lnTo>
                  <a:lnTo>
                    <a:pt x="4574296" y="781354"/>
                  </a:lnTo>
                  <a:lnTo>
                    <a:pt x="4574390" y="781354"/>
                  </a:lnTo>
                  <a:lnTo>
                    <a:pt x="4574484" y="781354"/>
                  </a:lnTo>
                  <a:lnTo>
                    <a:pt x="4574578" y="781354"/>
                  </a:lnTo>
                  <a:lnTo>
                    <a:pt x="4574672" y="781354"/>
                  </a:lnTo>
                  <a:lnTo>
                    <a:pt x="4574766" y="781354"/>
                  </a:lnTo>
                  <a:lnTo>
                    <a:pt x="4574860" y="781354"/>
                  </a:lnTo>
                  <a:lnTo>
                    <a:pt x="4574954" y="781354"/>
                  </a:lnTo>
                  <a:lnTo>
                    <a:pt x="4575048" y="781354"/>
                  </a:lnTo>
                  <a:lnTo>
                    <a:pt x="4575142" y="781354"/>
                  </a:lnTo>
                  <a:lnTo>
                    <a:pt x="4575236" y="781354"/>
                  </a:lnTo>
                  <a:lnTo>
                    <a:pt x="4575330" y="781354"/>
                  </a:lnTo>
                  <a:lnTo>
                    <a:pt x="4575424" y="781354"/>
                  </a:lnTo>
                  <a:lnTo>
                    <a:pt x="4575519" y="781354"/>
                  </a:lnTo>
                  <a:lnTo>
                    <a:pt x="4575613" y="781354"/>
                  </a:lnTo>
                  <a:lnTo>
                    <a:pt x="4575707" y="781354"/>
                  </a:lnTo>
                  <a:lnTo>
                    <a:pt x="4575801" y="781354"/>
                  </a:lnTo>
                  <a:lnTo>
                    <a:pt x="4575895" y="781354"/>
                  </a:lnTo>
                  <a:lnTo>
                    <a:pt x="4575989" y="781354"/>
                  </a:lnTo>
                  <a:lnTo>
                    <a:pt x="4576083" y="781354"/>
                  </a:lnTo>
                  <a:lnTo>
                    <a:pt x="4576177" y="781354"/>
                  </a:lnTo>
                  <a:lnTo>
                    <a:pt x="4576271" y="781354"/>
                  </a:lnTo>
                  <a:lnTo>
                    <a:pt x="4576365" y="781354"/>
                  </a:lnTo>
                  <a:lnTo>
                    <a:pt x="4576459" y="781354"/>
                  </a:lnTo>
                  <a:lnTo>
                    <a:pt x="4576553" y="781354"/>
                  </a:lnTo>
                  <a:lnTo>
                    <a:pt x="4576647" y="781354"/>
                  </a:lnTo>
                  <a:lnTo>
                    <a:pt x="4576741" y="781354"/>
                  </a:lnTo>
                  <a:lnTo>
                    <a:pt x="4576835" y="781354"/>
                  </a:lnTo>
                  <a:lnTo>
                    <a:pt x="4576835" y="776074"/>
                  </a:lnTo>
                  <a:lnTo>
                    <a:pt x="4576929" y="776074"/>
                  </a:lnTo>
                  <a:lnTo>
                    <a:pt x="4577023" y="776074"/>
                  </a:lnTo>
                  <a:lnTo>
                    <a:pt x="4577117" y="776074"/>
                  </a:lnTo>
                  <a:lnTo>
                    <a:pt x="4577211" y="776074"/>
                  </a:lnTo>
                  <a:lnTo>
                    <a:pt x="4577305" y="776074"/>
                  </a:lnTo>
                  <a:lnTo>
                    <a:pt x="4577399" y="776074"/>
                  </a:lnTo>
                  <a:lnTo>
                    <a:pt x="4577493" y="776074"/>
                  </a:lnTo>
                  <a:lnTo>
                    <a:pt x="4577587" y="776074"/>
                  </a:lnTo>
                  <a:lnTo>
                    <a:pt x="4577681" y="776074"/>
                  </a:lnTo>
                  <a:lnTo>
                    <a:pt x="4577775" y="776074"/>
                  </a:lnTo>
                  <a:lnTo>
                    <a:pt x="4577869" y="776074"/>
                  </a:lnTo>
                  <a:lnTo>
                    <a:pt x="4577963" y="776074"/>
                  </a:lnTo>
                  <a:lnTo>
                    <a:pt x="4578057" y="776074"/>
                  </a:lnTo>
                  <a:lnTo>
                    <a:pt x="4578151" y="776074"/>
                  </a:lnTo>
                  <a:lnTo>
                    <a:pt x="4578245" y="776074"/>
                  </a:lnTo>
                  <a:lnTo>
                    <a:pt x="4578339" y="776074"/>
                  </a:lnTo>
                  <a:lnTo>
                    <a:pt x="4578433" y="776074"/>
                  </a:lnTo>
                  <a:lnTo>
                    <a:pt x="4578527" y="776074"/>
                  </a:lnTo>
                  <a:lnTo>
                    <a:pt x="4578621" y="776074"/>
                  </a:lnTo>
                  <a:lnTo>
                    <a:pt x="4578621" y="770795"/>
                  </a:lnTo>
                  <a:lnTo>
                    <a:pt x="4578715" y="770795"/>
                  </a:lnTo>
                  <a:lnTo>
                    <a:pt x="4578809" y="770795"/>
                  </a:lnTo>
                  <a:lnTo>
                    <a:pt x="4578903" y="770795"/>
                  </a:lnTo>
                  <a:lnTo>
                    <a:pt x="4578997" y="770795"/>
                  </a:lnTo>
                  <a:lnTo>
                    <a:pt x="4579092" y="770795"/>
                  </a:lnTo>
                  <a:lnTo>
                    <a:pt x="4579186" y="770795"/>
                  </a:lnTo>
                  <a:lnTo>
                    <a:pt x="4579280" y="770795"/>
                  </a:lnTo>
                  <a:lnTo>
                    <a:pt x="4579374" y="770795"/>
                  </a:lnTo>
                  <a:lnTo>
                    <a:pt x="4579468" y="770795"/>
                  </a:lnTo>
                  <a:lnTo>
                    <a:pt x="4579562" y="770795"/>
                  </a:lnTo>
                  <a:lnTo>
                    <a:pt x="4579656" y="770795"/>
                  </a:lnTo>
                  <a:lnTo>
                    <a:pt x="4579750" y="770795"/>
                  </a:lnTo>
                  <a:lnTo>
                    <a:pt x="4579844" y="770795"/>
                  </a:lnTo>
                  <a:lnTo>
                    <a:pt x="4579938" y="770795"/>
                  </a:lnTo>
                  <a:lnTo>
                    <a:pt x="4580032" y="770795"/>
                  </a:lnTo>
                  <a:lnTo>
                    <a:pt x="4580126" y="770795"/>
                  </a:lnTo>
                  <a:lnTo>
                    <a:pt x="4580220" y="770795"/>
                  </a:lnTo>
                  <a:lnTo>
                    <a:pt x="4580314" y="770795"/>
                  </a:lnTo>
                  <a:lnTo>
                    <a:pt x="4580408" y="770795"/>
                  </a:lnTo>
                  <a:lnTo>
                    <a:pt x="4580502" y="770795"/>
                  </a:lnTo>
                  <a:lnTo>
                    <a:pt x="4580596" y="770795"/>
                  </a:lnTo>
                  <a:lnTo>
                    <a:pt x="4580690" y="770795"/>
                  </a:lnTo>
                  <a:lnTo>
                    <a:pt x="4580784" y="770795"/>
                  </a:lnTo>
                  <a:lnTo>
                    <a:pt x="4580878" y="770795"/>
                  </a:lnTo>
                  <a:lnTo>
                    <a:pt x="4580972" y="770795"/>
                  </a:lnTo>
                  <a:lnTo>
                    <a:pt x="4581066" y="770795"/>
                  </a:lnTo>
                  <a:lnTo>
                    <a:pt x="4581160" y="770795"/>
                  </a:lnTo>
                  <a:lnTo>
                    <a:pt x="4581254" y="770795"/>
                  </a:lnTo>
                  <a:lnTo>
                    <a:pt x="4581348" y="770795"/>
                  </a:lnTo>
                  <a:lnTo>
                    <a:pt x="4581442" y="770795"/>
                  </a:lnTo>
                  <a:lnTo>
                    <a:pt x="4581536" y="770795"/>
                  </a:lnTo>
                  <a:lnTo>
                    <a:pt x="4581630" y="770795"/>
                  </a:lnTo>
                  <a:lnTo>
                    <a:pt x="4581724" y="770795"/>
                  </a:lnTo>
                  <a:lnTo>
                    <a:pt x="4581818" y="770795"/>
                  </a:lnTo>
                  <a:lnTo>
                    <a:pt x="4581912" y="770795"/>
                  </a:lnTo>
                  <a:lnTo>
                    <a:pt x="4582006" y="770795"/>
                  </a:lnTo>
                  <a:lnTo>
                    <a:pt x="4582100" y="770795"/>
                  </a:lnTo>
                  <a:lnTo>
                    <a:pt x="4582194" y="770795"/>
                  </a:lnTo>
                  <a:lnTo>
                    <a:pt x="4582288" y="770795"/>
                  </a:lnTo>
                  <a:lnTo>
                    <a:pt x="4582382" y="770795"/>
                  </a:lnTo>
                  <a:lnTo>
                    <a:pt x="4582476" y="770795"/>
                  </a:lnTo>
                  <a:lnTo>
                    <a:pt x="4582570" y="770795"/>
                  </a:lnTo>
                  <a:lnTo>
                    <a:pt x="4582665" y="770795"/>
                  </a:lnTo>
                  <a:lnTo>
                    <a:pt x="4582759" y="770795"/>
                  </a:lnTo>
                  <a:lnTo>
                    <a:pt x="4582853" y="770795"/>
                  </a:lnTo>
                  <a:lnTo>
                    <a:pt x="4582947" y="770795"/>
                  </a:lnTo>
                  <a:lnTo>
                    <a:pt x="4583041" y="770795"/>
                  </a:lnTo>
                  <a:lnTo>
                    <a:pt x="4583135" y="770795"/>
                  </a:lnTo>
                  <a:lnTo>
                    <a:pt x="4583229" y="770795"/>
                  </a:lnTo>
                  <a:lnTo>
                    <a:pt x="4583323" y="770795"/>
                  </a:lnTo>
                  <a:lnTo>
                    <a:pt x="4583417" y="770795"/>
                  </a:lnTo>
                  <a:lnTo>
                    <a:pt x="4583511" y="770795"/>
                  </a:lnTo>
                  <a:lnTo>
                    <a:pt x="4583605" y="770795"/>
                  </a:lnTo>
                  <a:lnTo>
                    <a:pt x="4583699" y="770795"/>
                  </a:lnTo>
                  <a:lnTo>
                    <a:pt x="4583793" y="770795"/>
                  </a:lnTo>
                  <a:lnTo>
                    <a:pt x="4583887" y="770795"/>
                  </a:lnTo>
                  <a:lnTo>
                    <a:pt x="4583981" y="770795"/>
                  </a:lnTo>
                  <a:lnTo>
                    <a:pt x="4584075" y="770795"/>
                  </a:lnTo>
                  <a:lnTo>
                    <a:pt x="4584169" y="770795"/>
                  </a:lnTo>
                  <a:lnTo>
                    <a:pt x="4584263" y="770795"/>
                  </a:lnTo>
                  <a:lnTo>
                    <a:pt x="4584357" y="770795"/>
                  </a:lnTo>
                  <a:lnTo>
                    <a:pt x="4584451" y="770795"/>
                  </a:lnTo>
                  <a:lnTo>
                    <a:pt x="4584545" y="770795"/>
                  </a:lnTo>
                  <a:lnTo>
                    <a:pt x="4584639" y="770795"/>
                  </a:lnTo>
                  <a:lnTo>
                    <a:pt x="4584733" y="770795"/>
                  </a:lnTo>
                  <a:lnTo>
                    <a:pt x="4584827" y="770795"/>
                  </a:lnTo>
                  <a:lnTo>
                    <a:pt x="4584921" y="770795"/>
                  </a:lnTo>
                  <a:lnTo>
                    <a:pt x="4585015" y="770795"/>
                  </a:lnTo>
                  <a:lnTo>
                    <a:pt x="4585109" y="770795"/>
                  </a:lnTo>
                  <a:lnTo>
                    <a:pt x="4585203" y="770795"/>
                  </a:lnTo>
                  <a:lnTo>
                    <a:pt x="4585297" y="770795"/>
                  </a:lnTo>
                  <a:lnTo>
                    <a:pt x="4585391" y="770795"/>
                  </a:lnTo>
                  <a:lnTo>
                    <a:pt x="4585485" y="770795"/>
                  </a:lnTo>
                  <a:lnTo>
                    <a:pt x="4585579" y="770795"/>
                  </a:lnTo>
                  <a:lnTo>
                    <a:pt x="4585673" y="770795"/>
                  </a:lnTo>
                  <a:lnTo>
                    <a:pt x="4585767" y="770795"/>
                  </a:lnTo>
                  <a:lnTo>
                    <a:pt x="4585861" y="770795"/>
                  </a:lnTo>
                  <a:lnTo>
                    <a:pt x="4585955" y="770795"/>
                  </a:lnTo>
                  <a:lnTo>
                    <a:pt x="4586049" y="770795"/>
                  </a:lnTo>
                  <a:lnTo>
                    <a:pt x="4586143" y="770795"/>
                  </a:lnTo>
                  <a:lnTo>
                    <a:pt x="4586238" y="770795"/>
                  </a:lnTo>
                  <a:lnTo>
                    <a:pt x="4586332" y="770795"/>
                  </a:lnTo>
                  <a:lnTo>
                    <a:pt x="4586426" y="770795"/>
                  </a:lnTo>
                  <a:lnTo>
                    <a:pt x="4586520" y="770795"/>
                  </a:lnTo>
                  <a:lnTo>
                    <a:pt x="4586614" y="770795"/>
                  </a:lnTo>
                  <a:lnTo>
                    <a:pt x="4586708" y="770795"/>
                  </a:lnTo>
                  <a:lnTo>
                    <a:pt x="4586802" y="770795"/>
                  </a:lnTo>
                  <a:lnTo>
                    <a:pt x="4586896" y="770795"/>
                  </a:lnTo>
                  <a:lnTo>
                    <a:pt x="4586990" y="770795"/>
                  </a:lnTo>
                  <a:lnTo>
                    <a:pt x="4587084" y="770795"/>
                  </a:lnTo>
                  <a:lnTo>
                    <a:pt x="4587178" y="770795"/>
                  </a:lnTo>
                  <a:lnTo>
                    <a:pt x="4587272" y="770795"/>
                  </a:lnTo>
                  <a:lnTo>
                    <a:pt x="4587366" y="770795"/>
                  </a:lnTo>
                  <a:lnTo>
                    <a:pt x="4587460" y="770795"/>
                  </a:lnTo>
                  <a:lnTo>
                    <a:pt x="4587554" y="770795"/>
                  </a:lnTo>
                  <a:lnTo>
                    <a:pt x="4587648" y="770795"/>
                  </a:lnTo>
                  <a:lnTo>
                    <a:pt x="4587742" y="770795"/>
                  </a:lnTo>
                  <a:lnTo>
                    <a:pt x="4587836" y="770795"/>
                  </a:lnTo>
                  <a:lnTo>
                    <a:pt x="4587930" y="770795"/>
                  </a:lnTo>
                  <a:lnTo>
                    <a:pt x="4588024" y="770795"/>
                  </a:lnTo>
                  <a:lnTo>
                    <a:pt x="4588118" y="770795"/>
                  </a:lnTo>
                  <a:lnTo>
                    <a:pt x="4588212" y="770795"/>
                  </a:lnTo>
                  <a:lnTo>
                    <a:pt x="4588306" y="770795"/>
                  </a:lnTo>
                  <a:lnTo>
                    <a:pt x="4588400" y="770795"/>
                  </a:lnTo>
                  <a:lnTo>
                    <a:pt x="4588494" y="770795"/>
                  </a:lnTo>
                  <a:lnTo>
                    <a:pt x="4588588" y="770795"/>
                  </a:lnTo>
                  <a:lnTo>
                    <a:pt x="4588682" y="770795"/>
                  </a:lnTo>
                  <a:lnTo>
                    <a:pt x="4588776" y="770795"/>
                  </a:lnTo>
                  <a:lnTo>
                    <a:pt x="4588870" y="770795"/>
                  </a:lnTo>
                  <a:lnTo>
                    <a:pt x="4588964" y="770795"/>
                  </a:lnTo>
                  <a:lnTo>
                    <a:pt x="4589058" y="770795"/>
                  </a:lnTo>
                  <a:lnTo>
                    <a:pt x="4589152" y="770795"/>
                  </a:lnTo>
                  <a:lnTo>
                    <a:pt x="4589246" y="770795"/>
                  </a:lnTo>
                  <a:lnTo>
                    <a:pt x="4589340" y="770795"/>
                  </a:lnTo>
                  <a:lnTo>
                    <a:pt x="4589434" y="770795"/>
                  </a:lnTo>
                  <a:lnTo>
                    <a:pt x="4589528" y="770795"/>
                  </a:lnTo>
                  <a:lnTo>
                    <a:pt x="4589622" y="770795"/>
                  </a:lnTo>
                  <a:lnTo>
                    <a:pt x="4589717" y="770795"/>
                  </a:lnTo>
                  <a:lnTo>
                    <a:pt x="4589811" y="770795"/>
                  </a:lnTo>
                  <a:lnTo>
                    <a:pt x="4589905" y="770795"/>
                  </a:lnTo>
                  <a:lnTo>
                    <a:pt x="4589999" y="770795"/>
                  </a:lnTo>
                  <a:lnTo>
                    <a:pt x="4590093" y="770795"/>
                  </a:lnTo>
                  <a:lnTo>
                    <a:pt x="4590187" y="770795"/>
                  </a:lnTo>
                  <a:lnTo>
                    <a:pt x="4590281" y="770795"/>
                  </a:lnTo>
                  <a:lnTo>
                    <a:pt x="4590375" y="770795"/>
                  </a:lnTo>
                  <a:lnTo>
                    <a:pt x="4590469" y="770795"/>
                  </a:lnTo>
                  <a:lnTo>
                    <a:pt x="4590563" y="770795"/>
                  </a:lnTo>
                  <a:lnTo>
                    <a:pt x="4590657" y="770795"/>
                  </a:lnTo>
                  <a:lnTo>
                    <a:pt x="4590751" y="770795"/>
                  </a:lnTo>
                  <a:lnTo>
                    <a:pt x="4590845" y="770795"/>
                  </a:lnTo>
                  <a:lnTo>
                    <a:pt x="4590939" y="770795"/>
                  </a:lnTo>
                  <a:lnTo>
                    <a:pt x="4591033" y="770795"/>
                  </a:lnTo>
                  <a:lnTo>
                    <a:pt x="4591127" y="770795"/>
                  </a:lnTo>
                  <a:lnTo>
                    <a:pt x="4591221" y="770795"/>
                  </a:lnTo>
                  <a:lnTo>
                    <a:pt x="4591315" y="770795"/>
                  </a:lnTo>
                  <a:lnTo>
                    <a:pt x="4591409" y="770795"/>
                  </a:lnTo>
                  <a:lnTo>
                    <a:pt x="4591503" y="770795"/>
                  </a:lnTo>
                  <a:lnTo>
                    <a:pt x="4591597" y="770795"/>
                  </a:lnTo>
                  <a:lnTo>
                    <a:pt x="4591691" y="770795"/>
                  </a:lnTo>
                  <a:lnTo>
                    <a:pt x="4591785" y="770795"/>
                  </a:lnTo>
                  <a:lnTo>
                    <a:pt x="4591879" y="770795"/>
                  </a:lnTo>
                  <a:lnTo>
                    <a:pt x="4591973" y="770795"/>
                  </a:lnTo>
                  <a:lnTo>
                    <a:pt x="4592067" y="770795"/>
                  </a:lnTo>
                  <a:lnTo>
                    <a:pt x="4592161" y="770795"/>
                  </a:lnTo>
                  <a:lnTo>
                    <a:pt x="4592255" y="770795"/>
                  </a:lnTo>
                  <a:lnTo>
                    <a:pt x="4592349" y="770795"/>
                  </a:lnTo>
                  <a:lnTo>
                    <a:pt x="4592443" y="770795"/>
                  </a:lnTo>
                  <a:lnTo>
                    <a:pt x="4592537" y="770795"/>
                  </a:lnTo>
                  <a:lnTo>
                    <a:pt x="4592631" y="770795"/>
                  </a:lnTo>
                  <a:lnTo>
                    <a:pt x="4592725" y="770795"/>
                  </a:lnTo>
                  <a:lnTo>
                    <a:pt x="4592819" y="770795"/>
                  </a:lnTo>
                  <a:lnTo>
                    <a:pt x="4592913" y="770795"/>
                  </a:lnTo>
                  <a:lnTo>
                    <a:pt x="4593007" y="770795"/>
                  </a:lnTo>
                  <a:lnTo>
                    <a:pt x="4593101" y="770795"/>
                  </a:lnTo>
                  <a:lnTo>
                    <a:pt x="4593195" y="770795"/>
                  </a:lnTo>
                  <a:lnTo>
                    <a:pt x="4593290" y="770795"/>
                  </a:lnTo>
                  <a:lnTo>
                    <a:pt x="4593384" y="770795"/>
                  </a:lnTo>
                  <a:lnTo>
                    <a:pt x="4593478" y="770795"/>
                  </a:lnTo>
                  <a:lnTo>
                    <a:pt x="4593572" y="770795"/>
                  </a:lnTo>
                  <a:lnTo>
                    <a:pt x="4593666" y="770795"/>
                  </a:lnTo>
                  <a:lnTo>
                    <a:pt x="4593760" y="770795"/>
                  </a:lnTo>
                  <a:lnTo>
                    <a:pt x="4593854" y="770795"/>
                  </a:lnTo>
                  <a:lnTo>
                    <a:pt x="4593948" y="770795"/>
                  </a:lnTo>
                  <a:lnTo>
                    <a:pt x="4594042" y="770795"/>
                  </a:lnTo>
                  <a:lnTo>
                    <a:pt x="4594136" y="770795"/>
                  </a:lnTo>
                  <a:lnTo>
                    <a:pt x="4594230" y="770795"/>
                  </a:lnTo>
                  <a:lnTo>
                    <a:pt x="4594324" y="770795"/>
                  </a:lnTo>
                  <a:lnTo>
                    <a:pt x="4594418" y="770795"/>
                  </a:lnTo>
                  <a:lnTo>
                    <a:pt x="4594512" y="770795"/>
                  </a:lnTo>
                  <a:lnTo>
                    <a:pt x="4594606" y="770795"/>
                  </a:lnTo>
                  <a:lnTo>
                    <a:pt x="4594700" y="770795"/>
                  </a:lnTo>
                  <a:lnTo>
                    <a:pt x="4594794" y="770795"/>
                  </a:lnTo>
                  <a:lnTo>
                    <a:pt x="4594888" y="770795"/>
                  </a:lnTo>
                  <a:lnTo>
                    <a:pt x="4594982" y="770795"/>
                  </a:lnTo>
                  <a:lnTo>
                    <a:pt x="4595076" y="770795"/>
                  </a:lnTo>
                  <a:lnTo>
                    <a:pt x="4595170" y="770795"/>
                  </a:lnTo>
                  <a:lnTo>
                    <a:pt x="4595264" y="770795"/>
                  </a:lnTo>
                  <a:lnTo>
                    <a:pt x="4595358" y="770795"/>
                  </a:lnTo>
                  <a:lnTo>
                    <a:pt x="4595452" y="770795"/>
                  </a:lnTo>
                  <a:lnTo>
                    <a:pt x="4595546" y="770795"/>
                  </a:lnTo>
                  <a:lnTo>
                    <a:pt x="4595640" y="770795"/>
                  </a:lnTo>
                  <a:lnTo>
                    <a:pt x="4595734" y="770795"/>
                  </a:lnTo>
                  <a:lnTo>
                    <a:pt x="4595828" y="770795"/>
                  </a:lnTo>
                  <a:lnTo>
                    <a:pt x="4595922" y="770795"/>
                  </a:lnTo>
                  <a:lnTo>
                    <a:pt x="4596016" y="770795"/>
                  </a:lnTo>
                  <a:lnTo>
                    <a:pt x="4596110" y="770795"/>
                  </a:lnTo>
                  <a:lnTo>
                    <a:pt x="4596204" y="770795"/>
                  </a:lnTo>
                  <a:lnTo>
                    <a:pt x="4596298" y="770795"/>
                  </a:lnTo>
                  <a:lnTo>
                    <a:pt x="4596392" y="770795"/>
                  </a:lnTo>
                  <a:lnTo>
                    <a:pt x="4596486" y="770795"/>
                  </a:lnTo>
                  <a:lnTo>
                    <a:pt x="4596580" y="770795"/>
                  </a:lnTo>
                  <a:lnTo>
                    <a:pt x="4596674" y="770795"/>
                  </a:lnTo>
                  <a:lnTo>
                    <a:pt x="4596768" y="770795"/>
                  </a:lnTo>
                  <a:lnTo>
                    <a:pt x="4596863" y="770795"/>
                  </a:lnTo>
                  <a:lnTo>
                    <a:pt x="4596957" y="770795"/>
                  </a:lnTo>
                  <a:lnTo>
                    <a:pt x="4597051" y="770795"/>
                  </a:lnTo>
                  <a:lnTo>
                    <a:pt x="4597145" y="770795"/>
                  </a:lnTo>
                  <a:lnTo>
                    <a:pt x="4597239" y="770795"/>
                  </a:lnTo>
                  <a:lnTo>
                    <a:pt x="4597333" y="770795"/>
                  </a:lnTo>
                  <a:lnTo>
                    <a:pt x="4597427" y="770795"/>
                  </a:lnTo>
                  <a:lnTo>
                    <a:pt x="4597521" y="770795"/>
                  </a:lnTo>
                  <a:lnTo>
                    <a:pt x="4597615" y="770795"/>
                  </a:lnTo>
                  <a:lnTo>
                    <a:pt x="4597709" y="770795"/>
                  </a:lnTo>
                  <a:lnTo>
                    <a:pt x="4597803" y="770795"/>
                  </a:lnTo>
                  <a:lnTo>
                    <a:pt x="4597897" y="770795"/>
                  </a:lnTo>
                  <a:lnTo>
                    <a:pt x="4597991" y="770795"/>
                  </a:lnTo>
                  <a:lnTo>
                    <a:pt x="4598085" y="770795"/>
                  </a:lnTo>
                  <a:lnTo>
                    <a:pt x="4598179" y="770795"/>
                  </a:lnTo>
                  <a:lnTo>
                    <a:pt x="4598273" y="770795"/>
                  </a:lnTo>
                  <a:lnTo>
                    <a:pt x="4598367" y="770795"/>
                  </a:lnTo>
                  <a:lnTo>
                    <a:pt x="4598461" y="770795"/>
                  </a:lnTo>
                  <a:lnTo>
                    <a:pt x="4598555" y="770795"/>
                  </a:lnTo>
                  <a:lnTo>
                    <a:pt x="4598649" y="770795"/>
                  </a:lnTo>
                  <a:lnTo>
                    <a:pt x="4598743" y="770795"/>
                  </a:lnTo>
                  <a:lnTo>
                    <a:pt x="4598837" y="770795"/>
                  </a:lnTo>
                  <a:lnTo>
                    <a:pt x="4598931" y="770795"/>
                  </a:lnTo>
                  <a:lnTo>
                    <a:pt x="4599025" y="770795"/>
                  </a:lnTo>
                  <a:lnTo>
                    <a:pt x="4599119" y="770795"/>
                  </a:lnTo>
                  <a:lnTo>
                    <a:pt x="4599213" y="770795"/>
                  </a:lnTo>
                  <a:lnTo>
                    <a:pt x="4599307" y="770795"/>
                  </a:lnTo>
                  <a:lnTo>
                    <a:pt x="4599401" y="770795"/>
                  </a:lnTo>
                  <a:lnTo>
                    <a:pt x="4599495" y="770795"/>
                  </a:lnTo>
                  <a:lnTo>
                    <a:pt x="4599589" y="770795"/>
                  </a:lnTo>
                  <a:lnTo>
                    <a:pt x="4599683" y="770795"/>
                  </a:lnTo>
                  <a:lnTo>
                    <a:pt x="4599777" y="770795"/>
                  </a:lnTo>
                  <a:lnTo>
                    <a:pt x="4599871" y="770795"/>
                  </a:lnTo>
                  <a:lnTo>
                    <a:pt x="4599965" y="770795"/>
                  </a:lnTo>
                  <a:lnTo>
                    <a:pt x="4600059" y="770795"/>
                  </a:lnTo>
                  <a:lnTo>
                    <a:pt x="4600153" y="770795"/>
                  </a:lnTo>
                  <a:lnTo>
                    <a:pt x="4600247" y="770795"/>
                  </a:lnTo>
                  <a:lnTo>
                    <a:pt x="4600342" y="770795"/>
                  </a:lnTo>
                  <a:lnTo>
                    <a:pt x="4600436" y="770795"/>
                  </a:lnTo>
                  <a:lnTo>
                    <a:pt x="4600530" y="770795"/>
                  </a:lnTo>
                  <a:lnTo>
                    <a:pt x="4600624" y="770795"/>
                  </a:lnTo>
                  <a:lnTo>
                    <a:pt x="4600718" y="770795"/>
                  </a:lnTo>
                  <a:lnTo>
                    <a:pt x="4600812" y="770795"/>
                  </a:lnTo>
                  <a:lnTo>
                    <a:pt x="4600906" y="770795"/>
                  </a:lnTo>
                  <a:lnTo>
                    <a:pt x="4601000" y="770795"/>
                  </a:lnTo>
                  <a:lnTo>
                    <a:pt x="4601094" y="770795"/>
                  </a:lnTo>
                  <a:lnTo>
                    <a:pt x="4601188" y="770795"/>
                  </a:lnTo>
                  <a:lnTo>
                    <a:pt x="4601282" y="770795"/>
                  </a:lnTo>
                  <a:lnTo>
                    <a:pt x="4601376" y="770795"/>
                  </a:lnTo>
                  <a:lnTo>
                    <a:pt x="4601470" y="770795"/>
                  </a:lnTo>
                  <a:lnTo>
                    <a:pt x="4601564" y="770795"/>
                  </a:lnTo>
                  <a:lnTo>
                    <a:pt x="4601658" y="770795"/>
                  </a:lnTo>
                  <a:lnTo>
                    <a:pt x="4601752" y="770795"/>
                  </a:lnTo>
                  <a:lnTo>
                    <a:pt x="4601846" y="770795"/>
                  </a:lnTo>
                  <a:lnTo>
                    <a:pt x="4601940" y="770795"/>
                  </a:lnTo>
                  <a:lnTo>
                    <a:pt x="4602034" y="770795"/>
                  </a:lnTo>
                  <a:lnTo>
                    <a:pt x="4602128" y="770795"/>
                  </a:lnTo>
                  <a:lnTo>
                    <a:pt x="4602222" y="770795"/>
                  </a:lnTo>
                  <a:lnTo>
                    <a:pt x="4602316" y="770795"/>
                  </a:lnTo>
                  <a:lnTo>
                    <a:pt x="4602410" y="770795"/>
                  </a:lnTo>
                  <a:lnTo>
                    <a:pt x="4602504" y="770795"/>
                  </a:lnTo>
                  <a:lnTo>
                    <a:pt x="4602598" y="770795"/>
                  </a:lnTo>
                  <a:lnTo>
                    <a:pt x="4602692" y="770795"/>
                  </a:lnTo>
                  <a:lnTo>
                    <a:pt x="4602786" y="770795"/>
                  </a:lnTo>
                  <a:lnTo>
                    <a:pt x="4602880" y="770795"/>
                  </a:lnTo>
                  <a:lnTo>
                    <a:pt x="4602974" y="770795"/>
                  </a:lnTo>
                  <a:lnTo>
                    <a:pt x="4603068" y="770795"/>
                  </a:lnTo>
                  <a:lnTo>
                    <a:pt x="4603162" y="770795"/>
                  </a:lnTo>
                  <a:lnTo>
                    <a:pt x="4603256" y="770795"/>
                  </a:lnTo>
                  <a:lnTo>
                    <a:pt x="4603350" y="770795"/>
                  </a:lnTo>
                  <a:lnTo>
                    <a:pt x="4603444" y="770795"/>
                  </a:lnTo>
                  <a:lnTo>
                    <a:pt x="4603538" y="770795"/>
                  </a:lnTo>
                  <a:lnTo>
                    <a:pt x="4603632" y="770795"/>
                  </a:lnTo>
                  <a:lnTo>
                    <a:pt x="4603726" y="770795"/>
                  </a:lnTo>
                  <a:lnTo>
                    <a:pt x="4603820" y="770795"/>
                  </a:lnTo>
                  <a:lnTo>
                    <a:pt x="4603915" y="770795"/>
                  </a:lnTo>
                  <a:lnTo>
                    <a:pt x="4604009" y="770795"/>
                  </a:lnTo>
                  <a:lnTo>
                    <a:pt x="4604103" y="770795"/>
                  </a:lnTo>
                  <a:lnTo>
                    <a:pt x="4604197" y="770795"/>
                  </a:lnTo>
                  <a:lnTo>
                    <a:pt x="4604291" y="770795"/>
                  </a:lnTo>
                  <a:lnTo>
                    <a:pt x="4604385" y="770795"/>
                  </a:lnTo>
                  <a:lnTo>
                    <a:pt x="4604479" y="770795"/>
                  </a:lnTo>
                  <a:lnTo>
                    <a:pt x="4604573" y="770795"/>
                  </a:lnTo>
                  <a:lnTo>
                    <a:pt x="4604667" y="770795"/>
                  </a:lnTo>
                  <a:lnTo>
                    <a:pt x="4604761" y="770795"/>
                  </a:lnTo>
                  <a:lnTo>
                    <a:pt x="4604855" y="770795"/>
                  </a:lnTo>
                  <a:lnTo>
                    <a:pt x="4604949" y="770795"/>
                  </a:lnTo>
                  <a:lnTo>
                    <a:pt x="4605043" y="770795"/>
                  </a:lnTo>
                  <a:lnTo>
                    <a:pt x="4605137" y="770795"/>
                  </a:lnTo>
                  <a:lnTo>
                    <a:pt x="4605231" y="770795"/>
                  </a:lnTo>
                  <a:lnTo>
                    <a:pt x="4605325" y="770795"/>
                  </a:lnTo>
                  <a:lnTo>
                    <a:pt x="4605419" y="770795"/>
                  </a:lnTo>
                  <a:lnTo>
                    <a:pt x="4605513" y="770795"/>
                  </a:lnTo>
                  <a:lnTo>
                    <a:pt x="4605607" y="770795"/>
                  </a:lnTo>
                  <a:lnTo>
                    <a:pt x="4605701" y="770795"/>
                  </a:lnTo>
                  <a:lnTo>
                    <a:pt x="4605795" y="770795"/>
                  </a:lnTo>
                  <a:lnTo>
                    <a:pt x="4605889" y="770795"/>
                  </a:lnTo>
                  <a:lnTo>
                    <a:pt x="4605983" y="770795"/>
                  </a:lnTo>
                  <a:lnTo>
                    <a:pt x="4606077" y="770795"/>
                  </a:lnTo>
                  <a:lnTo>
                    <a:pt x="4606171" y="770795"/>
                  </a:lnTo>
                  <a:lnTo>
                    <a:pt x="4606265" y="770795"/>
                  </a:lnTo>
                  <a:lnTo>
                    <a:pt x="4606359" y="770795"/>
                  </a:lnTo>
                  <a:lnTo>
                    <a:pt x="4606453" y="770795"/>
                  </a:lnTo>
                  <a:lnTo>
                    <a:pt x="4606547" y="770795"/>
                  </a:lnTo>
                  <a:lnTo>
                    <a:pt x="4606641" y="770795"/>
                  </a:lnTo>
                  <a:lnTo>
                    <a:pt x="4606735" y="770795"/>
                  </a:lnTo>
                  <a:lnTo>
                    <a:pt x="4606829" y="770795"/>
                  </a:lnTo>
                  <a:lnTo>
                    <a:pt x="4606923" y="770795"/>
                  </a:lnTo>
                  <a:lnTo>
                    <a:pt x="4607017" y="770795"/>
                  </a:lnTo>
                  <a:lnTo>
                    <a:pt x="4607111" y="770795"/>
                  </a:lnTo>
                  <a:lnTo>
                    <a:pt x="4607205" y="770795"/>
                  </a:lnTo>
                  <a:lnTo>
                    <a:pt x="4607299" y="770795"/>
                  </a:lnTo>
                  <a:lnTo>
                    <a:pt x="4607393" y="770795"/>
                  </a:lnTo>
                  <a:lnTo>
                    <a:pt x="4607488" y="770795"/>
                  </a:lnTo>
                  <a:lnTo>
                    <a:pt x="4607582" y="770795"/>
                  </a:lnTo>
                  <a:lnTo>
                    <a:pt x="4607676" y="770795"/>
                  </a:lnTo>
                  <a:lnTo>
                    <a:pt x="4607770" y="770795"/>
                  </a:lnTo>
                  <a:lnTo>
                    <a:pt x="4607864" y="770795"/>
                  </a:lnTo>
                  <a:lnTo>
                    <a:pt x="4607958" y="770795"/>
                  </a:lnTo>
                  <a:lnTo>
                    <a:pt x="4608052" y="770795"/>
                  </a:lnTo>
                  <a:lnTo>
                    <a:pt x="4608146" y="770795"/>
                  </a:lnTo>
                  <a:lnTo>
                    <a:pt x="4608240" y="770795"/>
                  </a:lnTo>
                  <a:lnTo>
                    <a:pt x="4608334" y="770795"/>
                  </a:lnTo>
                  <a:lnTo>
                    <a:pt x="4608428" y="770795"/>
                  </a:lnTo>
                  <a:lnTo>
                    <a:pt x="4608522" y="770795"/>
                  </a:lnTo>
                  <a:lnTo>
                    <a:pt x="4608616" y="770795"/>
                  </a:lnTo>
                  <a:lnTo>
                    <a:pt x="4608710" y="770795"/>
                  </a:lnTo>
                  <a:lnTo>
                    <a:pt x="4608804" y="770795"/>
                  </a:lnTo>
                  <a:lnTo>
                    <a:pt x="4608898" y="770795"/>
                  </a:lnTo>
                  <a:lnTo>
                    <a:pt x="4608992" y="770795"/>
                  </a:lnTo>
                  <a:lnTo>
                    <a:pt x="4609086" y="770795"/>
                  </a:lnTo>
                  <a:lnTo>
                    <a:pt x="4609180" y="770795"/>
                  </a:lnTo>
                  <a:lnTo>
                    <a:pt x="4609274" y="770795"/>
                  </a:lnTo>
                  <a:lnTo>
                    <a:pt x="4609368" y="770795"/>
                  </a:lnTo>
                  <a:lnTo>
                    <a:pt x="4609368" y="765516"/>
                  </a:lnTo>
                  <a:lnTo>
                    <a:pt x="4609462" y="765516"/>
                  </a:lnTo>
                  <a:lnTo>
                    <a:pt x="4609556" y="765516"/>
                  </a:lnTo>
                  <a:lnTo>
                    <a:pt x="4609650" y="765516"/>
                  </a:lnTo>
                  <a:lnTo>
                    <a:pt x="4609744" y="765516"/>
                  </a:lnTo>
                  <a:lnTo>
                    <a:pt x="4609838" y="765516"/>
                  </a:lnTo>
                  <a:lnTo>
                    <a:pt x="4609932" y="765516"/>
                  </a:lnTo>
                  <a:lnTo>
                    <a:pt x="4610026" y="765516"/>
                  </a:lnTo>
                  <a:lnTo>
                    <a:pt x="4610120" y="765516"/>
                  </a:lnTo>
                  <a:lnTo>
                    <a:pt x="4610214" y="765516"/>
                  </a:lnTo>
                  <a:lnTo>
                    <a:pt x="4610308" y="765516"/>
                  </a:lnTo>
                  <a:lnTo>
                    <a:pt x="4610402" y="765516"/>
                  </a:lnTo>
                  <a:lnTo>
                    <a:pt x="4610496" y="765516"/>
                  </a:lnTo>
                  <a:lnTo>
                    <a:pt x="4610590" y="765516"/>
                  </a:lnTo>
                  <a:lnTo>
                    <a:pt x="4610684" y="765516"/>
                  </a:lnTo>
                  <a:lnTo>
                    <a:pt x="4610778" y="765516"/>
                  </a:lnTo>
                  <a:lnTo>
                    <a:pt x="4610872" y="765516"/>
                  </a:lnTo>
                  <a:lnTo>
                    <a:pt x="4610967" y="765516"/>
                  </a:lnTo>
                  <a:lnTo>
                    <a:pt x="4611061" y="765516"/>
                  </a:lnTo>
                  <a:lnTo>
                    <a:pt x="4611155" y="765516"/>
                  </a:lnTo>
                  <a:lnTo>
                    <a:pt x="4611249" y="765516"/>
                  </a:lnTo>
                  <a:lnTo>
                    <a:pt x="4611343" y="765516"/>
                  </a:lnTo>
                  <a:lnTo>
                    <a:pt x="4611437" y="765516"/>
                  </a:lnTo>
                  <a:lnTo>
                    <a:pt x="4611531" y="765516"/>
                  </a:lnTo>
                  <a:lnTo>
                    <a:pt x="4611625" y="765516"/>
                  </a:lnTo>
                  <a:lnTo>
                    <a:pt x="4611719" y="765516"/>
                  </a:lnTo>
                  <a:lnTo>
                    <a:pt x="4611813" y="765516"/>
                  </a:lnTo>
                  <a:lnTo>
                    <a:pt x="4611907" y="765516"/>
                  </a:lnTo>
                  <a:lnTo>
                    <a:pt x="4612001" y="765516"/>
                  </a:lnTo>
                  <a:lnTo>
                    <a:pt x="4612095" y="765516"/>
                  </a:lnTo>
                  <a:lnTo>
                    <a:pt x="4612189" y="765516"/>
                  </a:lnTo>
                  <a:lnTo>
                    <a:pt x="4612283" y="765516"/>
                  </a:lnTo>
                  <a:lnTo>
                    <a:pt x="4612377" y="765516"/>
                  </a:lnTo>
                  <a:lnTo>
                    <a:pt x="4612471" y="765516"/>
                  </a:lnTo>
                  <a:lnTo>
                    <a:pt x="4612565" y="765516"/>
                  </a:lnTo>
                  <a:lnTo>
                    <a:pt x="4612659" y="765516"/>
                  </a:lnTo>
                  <a:lnTo>
                    <a:pt x="4612753" y="765516"/>
                  </a:lnTo>
                  <a:lnTo>
                    <a:pt x="4612847" y="765516"/>
                  </a:lnTo>
                  <a:lnTo>
                    <a:pt x="4612941" y="765516"/>
                  </a:lnTo>
                  <a:lnTo>
                    <a:pt x="4613035" y="765516"/>
                  </a:lnTo>
                  <a:lnTo>
                    <a:pt x="4613129" y="765516"/>
                  </a:lnTo>
                  <a:lnTo>
                    <a:pt x="4613223" y="765516"/>
                  </a:lnTo>
                  <a:lnTo>
                    <a:pt x="4613317" y="765516"/>
                  </a:lnTo>
                  <a:lnTo>
                    <a:pt x="4613411" y="765516"/>
                  </a:lnTo>
                  <a:lnTo>
                    <a:pt x="4613505" y="765516"/>
                  </a:lnTo>
                  <a:lnTo>
                    <a:pt x="4613599" y="765516"/>
                  </a:lnTo>
                  <a:lnTo>
                    <a:pt x="4613693" y="765516"/>
                  </a:lnTo>
                  <a:lnTo>
                    <a:pt x="4613787" y="765516"/>
                  </a:lnTo>
                  <a:lnTo>
                    <a:pt x="4613881" y="765516"/>
                  </a:lnTo>
                  <a:lnTo>
                    <a:pt x="4613975" y="765516"/>
                  </a:lnTo>
                  <a:lnTo>
                    <a:pt x="4614069" y="765516"/>
                  </a:lnTo>
                  <a:lnTo>
                    <a:pt x="4614163" y="765516"/>
                  </a:lnTo>
                  <a:lnTo>
                    <a:pt x="4614257" y="765516"/>
                  </a:lnTo>
                  <a:lnTo>
                    <a:pt x="4614351" y="765516"/>
                  </a:lnTo>
                  <a:lnTo>
                    <a:pt x="4614445" y="765516"/>
                  </a:lnTo>
                  <a:lnTo>
                    <a:pt x="4614540" y="765516"/>
                  </a:lnTo>
                  <a:lnTo>
                    <a:pt x="4614634" y="765516"/>
                  </a:lnTo>
                  <a:lnTo>
                    <a:pt x="4614728" y="765516"/>
                  </a:lnTo>
                  <a:lnTo>
                    <a:pt x="4614822" y="765516"/>
                  </a:lnTo>
                  <a:lnTo>
                    <a:pt x="4614916" y="765516"/>
                  </a:lnTo>
                  <a:lnTo>
                    <a:pt x="4615010" y="765516"/>
                  </a:lnTo>
                  <a:lnTo>
                    <a:pt x="4615104" y="765516"/>
                  </a:lnTo>
                  <a:lnTo>
                    <a:pt x="4615198" y="765516"/>
                  </a:lnTo>
                  <a:lnTo>
                    <a:pt x="4615292" y="765516"/>
                  </a:lnTo>
                  <a:lnTo>
                    <a:pt x="4615386" y="765516"/>
                  </a:lnTo>
                  <a:lnTo>
                    <a:pt x="4615480" y="765516"/>
                  </a:lnTo>
                  <a:lnTo>
                    <a:pt x="4615574" y="765516"/>
                  </a:lnTo>
                  <a:lnTo>
                    <a:pt x="4615668" y="765516"/>
                  </a:lnTo>
                  <a:lnTo>
                    <a:pt x="4615762" y="765516"/>
                  </a:lnTo>
                  <a:lnTo>
                    <a:pt x="4615856" y="765516"/>
                  </a:lnTo>
                  <a:lnTo>
                    <a:pt x="4615950" y="765516"/>
                  </a:lnTo>
                  <a:lnTo>
                    <a:pt x="4616044" y="765516"/>
                  </a:lnTo>
                  <a:lnTo>
                    <a:pt x="4616138" y="765516"/>
                  </a:lnTo>
                  <a:lnTo>
                    <a:pt x="4616232" y="765516"/>
                  </a:lnTo>
                  <a:lnTo>
                    <a:pt x="4616326" y="765516"/>
                  </a:lnTo>
                  <a:lnTo>
                    <a:pt x="4616420" y="765516"/>
                  </a:lnTo>
                  <a:lnTo>
                    <a:pt x="4616514" y="765516"/>
                  </a:lnTo>
                  <a:lnTo>
                    <a:pt x="4616608" y="765516"/>
                  </a:lnTo>
                  <a:lnTo>
                    <a:pt x="4616702" y="765516"/>
                  </a:lnTo>
                  <a:lnTo>
                    <a:pt x="4616796" y="765516"/>
                  </a:lnTo>
                  <a:lnTo>
                    <a:pt x="4616890" y="765516"/>
                  </a:lnTo>
                  <a:lnTo>
                    <a:pt x="4616984" y="765516"/>
                  </a:lnTo>
                  <a:lnTo>
                    <a:pt x="4617078" y="765516"/>
                  </a:lnTo>
                  <a:lnTo>
                    <a:pt x="4617172" y="765516"/>
                  </a:lnTo>
                  <a:lnTo>
                    <a:pt x="4617266" y="765516"/>
                  </a:lnTo>
                  <a:lnTo>
                    <a:pt x="4617360" y="765516"/>
                  </a:lnTo>
                  <a:lnTo>
                    <a:pt x="4617454" y="765516"/>
                  </a:lnTo>
                  <a:lnTo>
                    <a:pt x="4617548" y="765516"/>
                  </a:lnTo>
                  <a:lnTo>
                    <a:pt x="4617642" y="765516"/>
                  </a:lnTo>
                  <a:lnTo>
                    <a:pt x="4617736" y="765516"/>
                  </a:lnTo>
                  <a:lnTo>
                    <a:pt x="4617830" y="765516"/>
                  </a:lnTo>
                  <a:lnTo>
                    <a:pt x="4617924" y="765516"/>
                  </a:lnTo>
                  <a:lnTo>
                    <a:pt x="4618018" y="765516"/>
                  </a:lnTo>
                  <a:lnTo>
                    <a:pt x="4618113" y="765516"/>
                  </a:lnTo>
                  <a:lnTo>
                    <a:pt x="4618207" y="765516"/>
                  </a:lnTo>
                  <a:lnTo>
                    <a:pt x="4618301" y="765516"/>
                  </a:lnTo>
                  <a:lnTo>
                    <a:pt x="4618395" y="765516"/>
                  </a:lnTo>
                  <a:lnTo>
                    <a:pt x="4618489" y="765516"/>
                  </a:lnTo>
                  <a:lnTo>
                    <a:pt x="4618583" y="765516"/>
                  </a:lnTo>
                  <a:lnTo>
                    <a:pt x="4618677" y="765516"/>
                  </a:lnTo>
                  <a:lnTo>
                    <a:pt x="4618771" y="765516"/>
                  </a:lnTo>
                  <a:lnTo>
                    <a:pt x="4618865" y="765516"/>
                  </a:lnTo>
                  <a:lnTo>
                    <a:pt x="4618959" y="765516"/>
                  </a:lnTo>
                  <a:lnTo>
                    <a:pt x="4619053" y="765516"/>
                  </a:lnTo>
                  <a:lnTo>
                    <a:pt x="4619147" y="765516"/>
                  </a:lnTo>
                  <a:lnTo>
                    <a:pt x="4619241" y="765516"/>
                  </a:lnTo>
                  <a:lnTo>
                    <a:pt x="4619335" y="765516"/>
                  </a:lnTo>
                  <a:lnTo>
                    <a:pt x="4619429" y="765516"/>
                  </a:lnTo>
                  <a:lnTo>
                    <a:pt x="4619523" y="765516"/>
                  </a:lnTo>
                  <a:lnTo>
                    <a:pt x="4619617" y="765516"/>
                  </a:lnTo>
                  <a:lnTo>
                    <a:pt x="4619711" y="765516"/>
                  </a:lnTo>
                  <a:lnTo>
                    <a:pt x="4619805" y="765516"/>
                  </a:lnTo>
                  <a:lnTo>
                    <a:pt x="4619899" y="765516"/>
                  </a:lnTo>
                  <a:lnTo>
                    <a:pt x="4619993" y="765516"/>
                  </a:lnTo>
                  <a:lnTo>
                    <a:pt x="4620087" y="765516"/>
                  </a:lnTo>
                  <a:lnTo>
                    <a:pt x="4620181" y="765516"/>
                  </a:lnTo>
                  <a:lnTo>
                    <a:pt x="4620275" y="765516"/>
                  </a:lnTo>
                  <a:lnTo>
                    <a:pt x="4620369" y="765516"/>
                  </a:lnTo>
                  <a:lnTo>
                    <a:pt x="4620463" y="765516"/>
                  </a:lnTo>
                  <a:lnTo>
                    <a:pt x="4620557" y="765516"/>
                  </a:lnTo>
                  <a:lnTo>
                    <a:pt x="4620651" y="765516"/>
                  </a:lnTo>
                  <a:lnTo>
                    <a:pt x="4620745" y="765516"/>
                  </a:lnTo>
                  <a:lnTo>
                    <a:pt x="4620839" y="765516"/>
                  </a:lnTo>
                  <a:lnTo>
                    <a:pt x="4620933" y="765516"/>
                  </a:lnTo>
                  <a:lnTo>
                    <a:pt x="4621027" y="765516"/>
                  </a:lnTo>
                  <a:lnTo>
                    <a:pt x="4621121" y="765516"/>
                  </a:lnTo>
                  <a:lnTo>
                    <a:pt x="4621215" y="765516"/>
                  </a:lnTo>
                  <a:lnTo>
                    <a:pt x="4621309" y="765516"/>
                  </a:lnTo>
                  <a:lnTo>
                    <a:pt x="4621403" y="765516"/>
                  </a:lnTo>
                  <a:lnTo>
                    <a:pt x="4621497" y="765516"/>
                  </a:lnTo>
                  <a:lnTo>
                    <a:pt x="4621591" y="765516"/>
                  </a:lnTo>
                  <a:lnTo>
                    <a:pt x="4621686" y="765516"/>
                  </a:lnTo>
                  <a:lnTo>
                    <a:pt x="4621780" y="765516"/>
                  </a:lnTo>
                  <a:lnTo>
                    <a:pt x="4621874" y="765516"/>
                  </a:lnTo>
                  <a:lnTo>
                    <a:pt x="4621968" y="765516"/>
                  </a:lnTo>
                  <a:lnTo>
                    <a:pt x="4622062" y="765516"/>
                  </a:lnTo>
                  <a:lnTo>
                    <a:pt x="4622156" y="765516"/>
                  </a:lnTo>
                  <a:lnTo>
                    <a:pt x="4622250" y="765516"/>
                  </a:lnTo>
                  <a:lnTo>
                    <a:pt x="4622344" y="765516"/>
                  </a:lnTo>
                  <a:lnTo>
                    <a:pt x="4622438" y="765516"/>
                  </a:lnTo>
                  <a:lnTo>
                    <a:pt x="4622532" y="765516"/>
                  </a:lnTo>
                  <a:lnTo>
                    <a:pt x="4622626" y="765516"/>
                  </a:lnTo>
                  <a:lnTo>
                    <a:pt x="4622720" y="765516"/>
                  </a:lnTo>
                  <a:lnTo>
                    <a:pt x="4622814" y="765516"/>
                  </a:lnTo>
                  <a:lnTo>
                    <a:pt x="4622908" y="765516"/>
                  </a:lnTo>
                  <a:lnTo>
                    <a:pt x="4623002" y="765516"/>
                  </a:lnTo>
                  <a:lnTo>
                    <a:pt x="4623096" y="765516"/>
                  </a:lnTo>
                  <a:lnTo>
                    <a:pt x="4623190" y="765516"/>
                  </a:lnTo>
                  <a:lnTo>
                    <a:pt x="4623284" y="765516"/>
                  </a:lnTo>
                  <a:lnTo>
                    <a:pt x="4623378" y="765516"/>
                  </a:lnTo>
                  <a:lnTo>
                    <a:pt x="4623472" y="765516"/>
                  </a:lnTo>
                  <a:lnTo>
                    <a:pt x="4623566" y="765516"/>
                  </a:lnTo>
                  <a:lnTo>
                    <a:pt x="4623660" y="765516"/>
                  </a:lnTo>
                  <a:lnTo>
                    <a:pt x="4623754" y="765516"/>
                  </a:lnTo>
                  <a:lnTo>
                    <a:pt x="4623848" y="765516"/>
                  </a:lnTo>
                  <a:lnTo>
                    <a:pt x="4623942" y="765516"/>
                  </a:lnTo>
                  <a:lnTo>
                    <a:pt x="4624036" y="765516"/>
                  </a:lnTo>
                  <a:lnTo>
                    <a:pt x="4624130" y="765516"/>
                  </a:lnTo>
                  <a:lnTo>
                    <a:pt x="4624224" y="765516"/>
                  </a:lnTo>
                  <a:lnTo>
                    <a:pt x="4624318" y="765516"/>
                  </a:lnTo>
                  <a:lnTo>
                    <a:pt x="4624412" y="765516"/>
                  </a:lnTo>
                  <a:lnTo>
                    <a:pt x="4624506" y="765516"/>
                  </a:lnTo>
                  <a:lnTo>
                    <a:pt x="4624600" y="765516"/>
                  </a:lnTo>
                  <a:lnTo>
                    <a:pt x="4624694" y="765516"/>
                  </a:lnTo>
                  <a:lnTo>
                    <a:pt x="4624788" y="765516"/>
                  </a:lnTo>
                  <a:lnTo>
                    <a:pt x="4624882" y="765516"/>
                  </a:lnTo>
                  <a:lnTo>
                    <a:pt x="4624976" y="765516"/>
                  </a:lnTo>
                  <a:lnTo>
                    <a:pt x="4625070" y="765516"/>
                  </a:lnTo>
                  <a:lnTo>
                    <a:pt x="4625165" y="765516"/>
                  </a:lnTo>
                  <a:lnTo>
                    <a:pt x="4625259" y="765516"/>
                  </a:lnTo>
                  <a:lnTo>
                    <a:pt x="4625353" y="765516"/>
                  </a:lnTo>
                  <a:lnTo>
                    <a:pt x="4625447" y="765516"/>
                  </a:lnTo>
                  <a:lnTo>
                    <a:pt x="4625541" y="765516"/>
                  </a:lnTo>
                  <a:lnTo>
                    <a:pt x="4625635" y="765516"/>
                  </a:lnTo>
                  <a:lnTo>
                    <a:pt x="4625729" y="765516"/>
                  </a:lnTo>
                  <a:lnTo>
                    <a:pt x="4625823" y="765516"/>
                  </a:lnTo>
                  <a:lnTo>
                    <a:pt x="4625917" y="765516"/>
                  </a:lnTo>
                  <a:lnTo>
                    <a:pt x="4626011" y="765516"/>
                  </a:lnTo>
                  <a:lnTo>
                    <a:pt x="4626105" y="765516"/>
                  </a:lnTo>
                  <a:lnTo>
                    <a:pt x="4626199" y="765516"/>
                  </a:lnTo>
                  <a:lnTo>
                    <a:pt x="4626293" y="765516"/>
                  </a:lnTo>
                  <a:lnTo>
                    <a:pt x="4626387" y="765516"/>
                  </a:lnTo>
                  <a:lnTo>
                    <a:pt x="4626481" y="765516"/>
                  </a:lnTo>
                  <a:lnTo>
                    <a:pt x="4626575" y="765516"/>
                  </a:lnTo>
                  <a:lnTo>
                    <a:pt x="4626669" y="765516"/>
                  </a:lnTo>
                  <a:lnTo>
                    <a:pt x="4626763" y="765516"/>
                  </a:lnTo>
                  <a:lnTo>
                    <a:pt x="4626857" y="765516"/>
                  </a:lnTo>
                  <a:lnTo>
                    <a:pt x="4626951" y="765516"/>
                  </a:lnTo>
                  <a:lnTo>
                    <a:pt x="4627045" y="765516"/>
                  </a:lnTo>
                  <a:lnTo>
                    <a:pt x="4627139" y="765516"/>
                  </a:lnTo>
                  <a:lnTo>
                    <a:pt x="4627233" y="765516"/>
                  </a:lnTo>
                  <a:lnTo>
                    <a:pt x="4627327" y="765516"/>
                  </a:lnTo>
                  <a:lnTo>
                    <a:pt x="4627421" y="765516"/>
                  </a:lnTo>
                  <a:lnTo>
                    <a:pt x="4627515" y="765516"/>
                  </a:lnTo>
                  <a:lnTo>
                    <a:pt x="4627609" y="765516"/>
                  </a:lnTo>
                  <a:lnTo>
                    <a:pt x="4627703" y="765516"/>
                  </a:lnTo>
                  <a:lnTo>
                    <a:pt x="4627797" y="765516"/>
                  </a:lnTo>
                  <a:lnTo>
                    <a:pt x="4627891" y="765516"/>
                  </a:lnTo>
                  <a:lnTo>
                    <a:pt x="4627985" y="765516"/>
                  </a:lnTo>
                  <a:lnTo>
                    <a:pt x="4628079" y="765516"/>
                  </a:lnTo>
                  <a:lnTo>
                    <a:pt x="4628173" y="765516"/>
                  </a:lnTo>
                  <a:lnTo>
                    <a:pt x="4628267" y="765516"/>
                  </a:lnTo>
                  <a:lnTo>
                    <a:pt x="4628361" y="765516"/>
                  </a:lnTo>
                  <a:lnTo>
                    <a:pt x="4628455" y="765516"/>
                  </a:lnTo>
                  <a:lnTo>
                    <a:pt x="4628549" y="765516"/>
                  </a:lnTo>
                  <a:lnTo>
                    <a:pt x="4628643" y="765516"/>
                  </a:lnTo>
                  <a:lnTo>
                    <a:pt x="4628738" y="765516"/>
                  </a:lnTo>
                  <a:lnTo>
                    <a:pt x="4628832" y="765516"/>
                  </a:lnTo>
                  <a:lnTo>
                    <a:pt x="4628926" y="765516"/>
                  </a:lnTo>
                  <a:lnTo>
                    <a:pt x="4629020" y="765516"/>
                  </a:lnTo>
                  <a:lnTo>
                    <a:pt x="4629114" y="765516"/>
                  </a:lnTo>
                  <a:lnTo>
                    <a:pt x="4629208" y="765516"/>
                  </a:lnTo>
                  <a:lnTo>
                    <a:pt x="4629302" y="765516"/>
                  </a:lnTo>
                  <a:lnTo>
                    <a:pt x="4629396" y="765516"/>
                  </a:lnTo>
                  <a:lnTo>
                    <a:pt x="4629490" y="765516"/>
                  </a:lnTo>
                  <a:lnTo>
                    <a:pt x="4629584" y="765516"/>
                  </a:lnTo>
                  <a:lnTo>
                    <a:pt x="4629678" y="765516"/>
                  </a:lnTo>
                  <a:lnTo>
                    <a:pt x="4629772" y="765516"/>
                  </a:lnTo>
                  <a:lnTo>
                    <a:pt x="4629866" y="765516"/>
                  </a:lnTo>
                  <a:lnTo>
                    <a:pt x="4629960" y="765516"/>
                  </a:lnTo>
                  <a:lnTo>
                    <a:pt x="4630054" y="765516"/>
                  </a:lnTo>
                  <a:lnTo>
                    <a:pt x="4630148" y="765516"/>
                  </a:lnTo>
                  <a:lnTo>
                    <a:pt x="4630242" y="765516"/>
                  </a:lnTo>
                  <a:lnTo>
                    <a:pt x="4630336" y="765516"/>
                  </a:lnTo>
                  <a:lnTo>
                    <a:pt x="4630430" y="765516"/>
                  </a:lnTo>
                  <a:lnTo>
                    <a:pt x="4630524" y="765516"/>
                  </a:lnTo>
                  <a:lnTo>
                    <a:pt x="4630618" y="765516"/>
                  </a:lnTo>
                  <a:lnTo>
                    <a:pt x="4630712" y="765516"/>
                  </a:lnTo>
                  <a:lnTo>
                    <a:pt x="4630806" y="765516"/>
                  </a:lnTo>
                  <a:lnTo>
                    <a:pt x="4630900" y="765516"/>
                  </a:lnTo>
                  <a:lnTo>
                    <a:pt x="4630994" y="765516"/>
                  </a:lnTo>
                  <a:lnTo>
                    <a:pt x="4631088" y="765516"/>
                  </a:lnTo>
                  <a:lnTo>
                    <a:pt x="4631182" y="765516"/>
                  </a:lnTo>
                  <a:lnTo>
                    <a:pt x="4631276" y="765516"/>
                  </a:lnTo>
                  <a:lnTo>
                    <a:pt x="4631370" y="765516"/>
                  </a:lnTo>
                  <a:lnTo>
                    <a:pt x="4631464" y="765516"/>
                  </a:lnTo>
                  <a:lnTo>
                    <a:pt x="4631558" y="765516"/>
                  </a:lnTo>
                  <a:lnTo>
                    <a:pt x="4631652" y="765516"/>
                  </a:lnTo>
                  <a:lnTo>
                    <a:pt x="4631746" y="765516"/>
                  </a:lnTo>
                  <a:lnTo>
                    <a:pt x="4631840" y="765516"/>
                  </a:lnTo>
                  <a:lnTo>
                    <a:pt x="4631934" y="765516"/>
                  </a:lnTo>
                  <a:lnTo>
                    <a:pt x="4632028" y="765516"/>
                  </a:lnTo>
                  <a:lnTo>
                    <a:pt x="4632122" y="765516"/>
                  </a:lnTo>
                  <a:lnTo>
                    <a:pt x="4632216" y="765516"/>
                  </a:lnTo>
                  <a:lnTo>
                    <a:pt x="4632311" y="765516"/>
                  </a:lnTo>
                  <a:lnTo>
                    <a:pt x="4632405" y="765516"/>
                  </a:lnTo>
                  <a:lnTo>
                    <a:pt x="4632499" y="765516"/>
                  </a:lnTo>
                  <a:lnTo>
                    <a:pt x="4632593" y="765516"/>
                  </a:lnTo>
                  <a:lnTo>
                    <a:pt x="4632687" y="765516"/>
                  </a:lnTo>
                  <a:lnTo>
                    <a:pt x="4632781" y="765516"/>
                  </a:lnTo>
                  <a:lnTo>
                    <a:pt x="4632875" y="765516"/>
                  </a:lnTo>
                  <a:lnTo>
                    <a:pt x="4632875" y="760236"/>
                  </a:lnTo>
                  <a:lnTo>
                    <a:pt x="4632969" y="760236"/>
                  </a:lnTo>
                  <a:lnTo>
                    <a:pt x="4633063" y="760236"/>
                  </a:lnTo>
                  <a:lnTo>
                    <a:pt x="4633157" y="760236"/>
                  </a:lnTo>
                  <a:lnTo>
                    <a:pt x="4633251" y="760236"/>
                  </a:lnTo>
                  <a:lnTo>
                    <a:pt x="4633345" y="760236"/>
                  </a:lnTo>
                  <a:lnTo>
                    <a:pt x="4633439" y="760236"/>
                  </a:lnTo>
                  <a:lnTo>
                    <a:pt x="4633533" y="760236"/>
                  </a:lnTo>
                  <a:lnTo>
                    <a:pt x="4633627" y="760236"/>
                  </a:lnTo>
                  <a:lnTo>
                    <a:pt x="4633721" y="760236"/>
                  </a:lnTo>
                  <a:lnTo>
                    <a:pt x="4633815" y="760236"/>
                  </a:lnTo>
                  <a:lnTo>
                    <a:pt x="4633909" y="760236"/>
                  </a:lnTo>
                  <a:lnTo>
                    <a:pt x="4634003" y="760236"/>
                  </a:lnTo>
                  <a:lnTo>
                    <a:pt x="4634097" y="760236"/>
                  </a:lnTo>
                  <a:lnTo>
                    <a:pt x="4634191" y="760236"/>
                  </a:lnTo>
                  <a:lnTo>
                    <a:pt x="4634285" y="760236"/>
                  </a:lnTo>
                  <a:lnTo>
                    <a:pt x="4634379" y="760236"/>
                  </a:lnTo>
                  <a:lnTo>
                    <a:pt x="4634473" y="760236"/>
                  </a:lnTo>
                  <a:lnTo>
                    <a:pt x="4634567" y="760236"/>
                  </a:lnTo>
                  <a:lnTo>
                    <a:pt x="4634661" y="760236"/>
                  </a:lnTo>
                  <a:lnTo>
                    <a:pt x="4634755" y="760236"/>
                  </a:lnTo>
                  <a:lnTo>
                    <a:pt x="4634849" y="760236"/>
                  </a:lnTo>
                  <a:lnTo>
                    <a:pt x="4634943" y="760236"/>
                  </a:lnTo>
                  <a:lnTo>
                    <a:pt x="4635037" y="760236"/>
                  </a:lnTo>
                  <a:lnTo>
                    <a:pt x="4635131" y="760236"/>
                  </a:lnTo>
                  <a:lnTo>
                    <a:pt x="4635225" y="760236"/>
                  </a:lnTo>
                  <a:lnTo>
                    <a:pt x="4635319" y="760236"/>
                  </a:lnTo>
                  <a:lnTo>
                    <a:pt x="4635413" y="760236"/>
                  </a:lnTo>
                  <a:lnTo>
                    <a:pt x="4635507" y="760236"/>
                  </a:lnTo>
                  <a:lnTo>
                    <a:pt x="4635601" y="760236"/>
                  </a:lnTo>
                  <a:lnTo>
                    <a:pt x="4635695" y="760236"/>
                  </a:lnTo>
                  <a:lnTo>
                    <a:pt x="4635790" y="760236"/>
                  </a:lnTo>
                  <a:lnTo>
                    <a:pt x="4635884" y="760236"/>
                  </a:lnTo>
                  <a:lnTo>
                    <a:pt x="4635978" y="760236"/>
                  </a:lnTo>
                  <a:lnTo>
                    <a:pt x="4636072" y="760236"/>
                  </a:lnTo>
                  <a:lnTo>
                    <a:pt x="4636166" y="760236"/>
                  </a:lnTo>
                  <a:lnTo>
                    <a:pt x="4636260" y="760236"/>
                  </a:lnTo>
                  <a:lnTo>
                    <a:pt x="4636354" y="760236"/>
                  </a:lnTo>
                  <a:lnTo>
                    <a:pt x="4636448" y="760236"/>
                  </a:lnTo>
                  <a:lnTo>
                    <a:pt x="4636542" y="760236"/>
                  </a:lnTo>
                  <a:lnTo>
                    <a:pt x="4636636" y="760236"/>
                  </a:lnTo>
                  <a:lnTo>
                    <a:pt x="4636730" y="760236"/>
                  </a:lnTo>
                  <a:lnTo>
                    <a:pt x="4636824" y="760236"/>
                  </a:lnTo>
                  <a:lnTo>
                    <a:pt x="4636918" y="760236"/>
                  </a:lnTo>
                  <a:lnTo>
                    <a:pt x="4637012" y="760236"/>
                  </a:lnTo>
                  <a:lnTo>
                    <a:pt x="4637106" y="760236"/>
                  </a:lnTo>
                  <a:lnTo>
                    <a:pt x="4637200" y="760236"/>
                  </a:lnTo>
                  <a:lnTo>
                    <a:pt x="4637294" y="760236"/>
                  </a:lnTo>
                  <a:lnTo>
                    <a:pt x="4637388" y="760236"/>
                  </a:lnTo>
                  <a:lnTo>
                    <a:pt x="4637482" y="760236"/>
                  </a:lnTo>
                  <a:lnTo>
                    <a:pt x="4637576" y="760236"/>
                  </a:lnTo>
                  <a:lnTo>
                    <a:pt x="4637670" y="760236"/>
                  </a:lnTo>
                  <a:lnTo>
                    <a:pt x="4637764" y="760236"/>
                  </a:lnTo>
                  <a:lnTo>
                    <a:pt x="4637858" y="760236"/>
                  </a:lnTo>
                  <a:lnTo>
                    <a:pt x="4637952" y="760236"/>
                  </a:lnTo>
                  <a:lnTo>
                    <a:pt x="4638046" y="760236"/>
                  </a:lnTo>
                  <a:lnTo>
                    <a:pt x="4638140" y="760236"/>
                  </a:lnTo>
                  <a:lnTo>
                    <a:pt x="4638234" y="760236"/>
                  </a:lnTo>
                  <a:lnTo>
                    <a:pt x="4638328" y="760236"/>
                  </a:lnTo>
                  <a:lnTo>
                    <a:pt x="4638422" y="760236"/>
                  </a:lnTo>
                  <a:lnTo>
                    <a:pt x="4638516" y="760236"/>
                  </a:lnTo>
                  <a:lnTo>
                    <a:pt x="4638610" y="760236"/>
                  </a:lnTo>
                  <a:lnTo>
                    <a:pt x="4638704" y="760236"/>
                  </a:lnTo>
                  <a:lnTo>
                    <a:pt x="4638798" y="760236"/>
                  </a:lnTo>
                  <a:lnTo>
                    <a:pt x="4638892" y="760236"/>
                  </a:lnTo>
                  <a:lnTo>
                    <a:pt x="4638986" y="760236"/>
                  </a:lnTo>
                  <a:lnTo>
                    <a:pt x="4639080" y="760236"/>
                  </a:lnTo>
                  <a:lnTo>
                    <a:pt x="4639174" y="760236"/>
                  </a:lnTo>
                  <a:lnTo>
                    <a:pt x="4639268" y="760236"/>
                  </a:lnTo>
                  <a:lnTo>
                    <a:pt x="4639363" y="760236"/>
                  </a:lnTo>
                  <a:lnTo>
                    <a:pt x="4639457" y="760236"/>
                  </a:lnTo>
                  <a:lnTo>
                    <a:pt x="4639551" y="760236"/>
                  </a:lnTo>
                  <a:lnTo>
                    <a:pt x="4639551" y="754957"/>
                  </a:lnTo>
                  <a:lnTo>
                    <a:pt x="4639645" y="754957"/>
                  </a:lnTo>
                  <a:lnTo>
                    <a:pt x="4639739" y="754957"/>
                  </a:lnTo>
                  <a:lnTo>
                    <a:pt x="4639833" y="754957"/>
                  </a:lnTo>
                  <a:lnTo>
                    <a:pt x="4639927" y="754957"/>
                  </a:lnTo>
                  <a:lnTo>
                    <a:pt x="4640021" y="754957"/>
                  </a:lnTo>
                  <a:lnTo>
                    <a:pt x="4640115" y="754957"/>
                  </a:lnTo>
                  <a:lnTo>
                    <a:pt x="4640209" y="754957"/>
                  </a:lnTo>
                  <a:lnTo>
                    <a:pt x="4640303" y="754957"/>
                  </a:lnTo>
                  <a:lnTo>
                    <a:pt x="4640397" y="754957"/>
                  </a:lnTo>
                  <a:lnTo>
                    <a:pt x="4640491" y="754957"/>
                  </a:lnTo>
                  <a:lnTo>
                    <a:pt x="4640585" y="754957"/>
                  </a:lnTo>
                  <a:lnTo>
                    <a:pt x="4640679" y="754957"/>
                  </a:lnTo>
                  <a:lnTo>
                    <a:pt x="4640773" y="754957"/>
                  </a:lnTo>
                  <a:lnTo>
                    <a:pt x="4640867" y="754957"/>
                  </a:lnTo>
                  <a:lnTo>
                    <a:pt x="4640961" y="754957"/>
                  </a:lnTo>
                  <a:lnTo>
                    <a:pt x="4641055" y="754957"/>
                  </a:lnTo>
                  <a:lnTo>
                    <a:pt x="4641149" y="754957"/>
                  </a:lnTo>
                  <a:lnTo>
                    <a:pt x="4641243" y="754957"/>
                  </a:lnTo>
                  <a:lnTo>
                    <a:pt x="4641337" y="754957"/>
                  </a:lnTo>
                  <a:lnTo>
                    <a:pt x="4641431" y="754957"/>
                  </a:lnTo>
                  <a:lnTo>
                    <a:pt x="4641525" y="754957"/>
                  </a:lnTo>
                  <a:lnTo>
                    <a:pt x="4641619" y="754957"/>
                  </a:lnTo>
                  <a:lnTo>
                    <a:pt x="4641713" y="754957"/>
                  </a:lnTo>
                  <a:lnTo>
                    <a:pt x="4641807" y="754957"/>
                  </a:lnTo>
                  <a:lnTo>
                    <a:pt x="4641901" y="754957"/>
                  </a:lnTo>
                  <a:lnTo>
                    <a:pt x="4641995" y="754957"/>
                  </a:lnTo>
                  <a:lnTo>
                    <a:pt x="4642089" y="754957"/>
                  </a:lnTo>
                  <a:lnTo>
                    <a:pt x="4642183" y="754957"/>
                  </a:lnTo>
                  <a:lnTo>
                    <a:pt x="4642277" y="754957"/>
                  </a:lnTo>
                  <a:lnTo>
                    <a:pt x="4642371" y="754957"/>
                  </a:lnTo>
                  <a:lnTo>
                    <a:pt x="4642465" y="754957"/>
                  </a:lnTo>
                  <a:lnTo>
                    <a:pt x="4642559" y="754957"/>
                  </a:lnTo>
                  <a:lnTo>
                    <a:pt x="4642653" y="754957"/>
                  </a:lnTo>
                  <a:lnTo>
                    <a:pt x="4642747" y="754957"/>
                  </a:lnTo>
                  <a:lnTo>
                    <a:pt x="4642841" y="754957"/>
                  </a:lnTo>
                  <a:lnTo>
                    <a:pt x="4642936" y="754957"/>
                  </a:lnTo>
                  <a:lnTo>
                    <a:pt x="4643030" y="754957"/>
                  </a:lnTo>
                  <a:lnTo>
                    <a:pt x="4643124" y="754957"/>
                  </a:lnTo>
                  <a:lnTo>
                    <a:pt x="4643218" y="754957"/>
                  </a:lnTo>
                  <a:lnTo>
                    <a:pt x="4643312" y="754957"/>
                  </a:lnTo>
                  <a:lnTo>
                    <a:pt x="4643406" y="754957"/>
                  </a:lnTo>
                  <a:lnTo>
                    <a:pt x="4643500" y="754957"/>
                  </a:lnTo>
                  <a:lnTo>
                    <a:pt x="4643594" y="754957"/>
                  </a:lnTo>
                  <a:lnTo>
                    <a:pt x="4643688" y="754957"/>
                  </a:lnTo>
                  <a:lnTo>
                    <a:pt x="4643782" y="754957"/>
                  </a:lnTo>
                  <a:lnTo>
                    <a:pt x="4643876" y="754957"/>
                  </a:lnTo>
                  <a:lnTo>
                    <a:pt x="4643970" y="754957"/>
                  </a:lnTo>
                  <a:lnTo>
                    <a:pt x="4644064" y="754957"/>
                  </a:lnTo>
                  <a:lnTo>
                    <a:pt x="4644158" y="754957"/>
                  </a:lnTo>
                  <a:lnTo>
                    <a:pt x="4644252" y="754957"/>
                  </a:lnTo>
                  <a:lnTo>
                    <a:pt x="4644346" y="754957"/>
                  </a:lnTo>
                  <a:lnTo>
                    <a:pt x="4644440" y="754957"/>
                  </a:lnTo>
                  <a:lnTo>
                    <a:pt x="4644534" y="754957"/>
                  </a:lnTo>
                  <a:lnTo>
                    <a:pt x="4644628" y="754957"/>
                  </a:lnTo>
                  <a:lnTo>
                    <a:pt x="4644722" y="754957"/>
                  </a:lnTo>
                  <a:lnTo>
                    <a:pt x="4644816" y="754957"/>
                  </a:lnTo>
                  <a:lnTo>
                    <a:pt x="4644910" y="754957"/>
                  </a:lnTo>
                  <a:lnTo>
                    <a:pt x="4645004" y="754957"/>
                  </a:lnTo>
                  <a:lnTo>
                    <a:pt x="4645098" y="754957"/>
                  </a:lnTo>
                  <a:lnTo>
                    <a:pt x="4645192" y="754957"/>
                  </a:lnTo>
                  <a:lnTo>
                    <a:pt x="4645286" y="754957"/>
                  </a:lnTo>
                  <a:lnTo>
                    <a:pt x="4645380" y="754957"/>
                  </a:lnTo>
                  <a:lnTo>
                    <a:pt x="4645474" y="754957"/>
                  </a:lnTo>
                  <a:lnTo>
                    <a:pt x="4645568" y="754957"/>
                  </a:lnTo>
                  <a:lnTo>
                    <a:pt x="4645662" y="754957"/>
                  </a:lnTo>
                  <a:lnTo>
                    <a:pt x="4645756" y="754957"/>
                  </a:lnTo>
                  <a:lnTo>
                    <a:pt x="4645850" y="754957"/>
                  </a:lnTo>
                  <a:lnTo>
                    <a:pt x="4645944" y="754957"/>
                  </a:lnTo>
                  <a:lnTo>
                    <a:pt x="4646038" y="754957"/>
                  </a:lnTo>
                  <a:lnTo>
                    <a:pt x="4646132" y="754957"/>
                  </a:lnTo>
                  <a:lnTo>
                    <a:pt x="4646226" y="754957"/>
                  </a:lnTo>
                  <a:lnTo>
                    <a:pt x="4646320" y="754957"/>
                  </a:lnTo>
                  <a:lnTo>
                    <a:pt x="4646415" y="754957"/>
                  </a:lnTo>
                  <a:lnTo>
                    <a:pt x="4646509" y="754957"/>
                  </a:lnTo>
                  <a:lnTo>
                    <a:pt x="4646603" y="754957"/>
                  </a:lnTo>
                  <a:lnTo>
                    <a:pt x="4646697" y="754957"/>
                  </a:lnTo>
                  <a:lnTo>
                    <a:pt x="4646791" y="754957"/>
                  </a:lnTo>
                  <a:lnTo>
                    <a:pt x="4646885" y="754957"/>
                  </a:lnTo>
                  <a:lnTo>
                    <a:pt x="4646979" y="754957"/>
                  </a:lnTo>
                  <a:lnTo>
                    <a:pt x="4647073" y="754957"/>
                  </a:lnTo>
                  <a:lnTo>
                    <a:pt x="4647167" y="754957"/>
                  </a:lnTo>
                  <a:lnTo>
                    <a:pt x="4647261" y="754957"/>
                  </a:lnTo>
                  <a:lnTo>
                    <a:pt x="4647355" y="754957"/>
                  </a:lnTo>
                  <a:lnTo>
                    <a:pt x="4647449" y="754957"/>
                  </a:lnTo>
                  <a:lnTo>
                    <a:pt x="4647543" y="754957"/>
                  </a:lnTo>
                  <a:lnTo>
                    <a:pt x="4647637" y="754957"/>
                  </a:lnTo>
                  <a:lnTo>
                    <a:pt x="4647731" y="754957"/>
                  </a:lnTo>
                  <a:lnTo>
                    <a:pt x="4647825" y="754957"/>
                  </a:lnTo>
                  <a:lnTo>
                    <a:pt x="4647919" y="754957"/>
                  </a:lnTo>
                  <a:lnTo>
                    <a:pt x="4648013" y="754957"/>
                  </a:lnTo>
                  <a:lnTo>
                    <a:pt x="4648107" y="754957"/>
                  </a:lnTo>
                  <a:lnTo>
                    <a:pt x="4648201" y="754957"/>
                  </a:lnTo>
                  <a:lnTo>
                    <a:pt x="4648295" y="754957"/>
                  </a:lnTo>
                  <a:lnTo>
                    <a:pt x="4648389" y="754957"/>
                  </a:lnTo>
                  <a:lnTo>
                    <a:pt x="4648483" y="754957"/>
                  </a:lnTo>
                  <a:lnTo>
                    <a:pt x="4648577" y="754957"/>
                  </a:lnTo>
                  <a:lnTo>
                    <a:pt x="4648671" y="754957"/>
                  </a:lnTo>
                  <a:lnTo>
                    <a:pt x="4648765" y="754957"/>
                  </a:lnTo>
                  <a:lnTo>
                    <a:pt x="4648859" y="754957"/>
                  </a:lnTo>
                  <a:lnTo>
                    <a:pt x="4648953" y="754957"/>
                  </a:lnTo>
                  <a:lnTo>
                    <a:pt x="4649047" y="754957"/>
                  </a:lnTo>
                  <a:lnTo>
                    <a:pt x="4649141" y="754957"/>
                  </a:lnTo>
                  <a:lnTo>
                    <a:pt x="4649235" y="754957"/>
                  </a:lnTo>
                  <a:lnTo>
                    <a:pt x="4649329" y="754957"/>
                  </a:lnTo>
                  <a:lnTo>
                    <a:pt x="4649423" y="754957"/>
                  </a:lnTo>
                  <a:lnTo>
                    <a:pt x="4649517" y="754957"/>
                  </a:lnTo>
                  <a:lnTo>
                    <a:pt x="4649611" y="754957"/>
                  </a:lnTo>
                  <a:lnTo>
                    <a:pt x="4649705" y="754957"/>
                  </a:lnTo>
                  <a:lnTo>
                    <a:pt x="4649799" y="754957"/>
                  </a:lnTo>
                  <a:lnTo>
                    <a:pt x="4649893" y="754957"/>
                  </a:lnTo>
                  <a:lnTo>
                    <a:pt x="4649988" y="754957"/>
                  </a:lnTo>
                  <a:lnTo>
                    <a:pt x="4650082" y="754957"/>
                  </a:lnTo>
                  <a:lnTo>
                    <a:pt x="4650176" y="754957"/>
                  </a:lnTo>
                  <a:lnTo>
                    <a:pt x="4650270" y="754957"/>
                  </a:lnTo>
                  <a:lnTo>
                    <a:pt x="4650364" y="754957"/>
                  </a:lnTo>
                  <a:lnTo>
                    <a:pt x="4650458" y="754957"/>
                  </a:lnTo>
                  <a:lnTo>
                    <a:pt x="4650552" y="754957"/>
                  </a:lnTo>
                  <a:lnTo>
                    <a:pt x="4650646" y="754957"/>
                  </a:lnTo>
                  <a:lnTo>
                    <a:pt x="4650740" y="754957"/>
                  </a:lnTo>
                  <a:lnTo>
                    <a:pt x="4650834" y="754957"/>
                  </a:lnTo>
                  <a:lnTo>
                    <a:pt x="4650928" y="754957"/>
                  </a:lnTo>
                  <a:lnTo>
                    <a:pt x="4651022" y="754957"/>
                  </a:lnTo>
                  <a:lnTo>
                    <a:pt x="4651116" y="754957"/>
                  </a:lnTo>
                  <a:lnTo>
                    <a:pt x="4651210" y="754957"/>
                  </a:lnTo>
                  <a:lnTo>
                    <a:pt x="4651304" y="754957"/>
                  </a:lnTo>
                  <a:lnTo>
                    <a:pt x="4651398" y="754957"/>
                  </a:lnTo>
                  <a:lnTo>
                    <a:pt x="4651492" y="754957"/>
                  </a:lnTo>
                  <a:lnTo>
                    <a:pt x="4651586" y="754957"/>
                  </a:lnTo>
                  <a:lnTo>
                    <a:pt x="4651680" y="754957"/>
                  </a:lnTo>
                  <a:lnTo>
                    <a:pt x="4651774" y="754957"/>
                  </a:lnTo>
                  <a:lnTo>
                    <a:pt x="4651868" y="754957"/>
                  </a:lnTo>
                  <a:lnTo>
                    <a:pt x="4651962" y="754957"/>
                  </a:lnTo>
                  <a:lnTo>
                    <a:pt x="4652056" y="754957"/>
                  </a:lnTo>
                  <a:lnTo>
                    <a:pt x="4652150" y="754957"/>
                  </a:lnTo>
                  <a:lnTo>
                    <a:pt x="4652244" y="754957"/>
                  </a:lnTo>
                  <a:lnTo>
                    <a:pt x="4652338" y="754957"/>
                  </a:lnTo>
                  <a:lnTo>
                    <a:pt x="4652432" y="754957"/>
                  </a:lnTo>
                  <a:lnTo>
                    <a:pt x="4652526" y="754957"/>
                  </a:lnTo>
                  <a:lnTo>
                    <a:pt x="4652620" y="754957"/>
                  </a:lnTo>
                  <a:lnTo>
                    <a:pt x="4652714" y="754957"/>
                  </a:lnTo>
                  <a:lnTo>
                    <a:pt x="4652808" y="754957"/>
                  </a:lnTo>
                  <a:lnTo>
                    <a:pt x="4652902" y="754957"/>
                  </a:lnTo>
                  <a:lnTo>
                    <a:pt x="4652996" y="754957"/>
                  </a:lnTo>
                  <a:lnTo>
                    <a:pt x="4653090" y="754957"/>
                  </a:lnTo>
                  <a:lnTo>
                    <a:pt x="4653184" y="754957"/>
                  </a:lnTo>
                  <a:lnTo>
                    <a:pt x="4653278" y="754957"/>
                  </a:lnTo>
                  <a:lnTo>
                    <a:pt x="4653372" y="754957"/>
                  </a:lnTo>
                  <a:lnTo>
                    <a:pt x="4653466" y="754957"/>
                  </a:lnTo>
                  <a:lnTo>
                    <a:pt x="4653561" y="754957"/>
                  </a:lnTo>
                  <a:lnTo>
                    <a:pt x="4653655" y="754957"/>
                  </a:lnTo>
                  <a:lnTo>
                    <a:pt x="4653749" y="754957"/>
                  </a:lnTo>
                  <a:lnTo>
                    <a:pt x="4653843" y="754957"/>
                  </a:lnTo>
                  <a:lnTo>
                    <a:pt x="4653937" y="754957"/>
                  </a:lnTo>
                  <a:lnTo>
                    <a:pt x="4654031" y="754957"/>
                  </a:lnTo>
                  <a:lnTo>
                    <a:pt x="4654125" y="754957"/>
                  </a:lnTo>
                  <a:lnTo>
                    <a:pt x="4654219" y="754957"/>
                  </a:lnTo>
                  <a:lnTo>
                    <a:pt x="4654313" y="754957"/>
                  </a:lnTo>
                  <a:lnTo>
                    <a:pt x="4654407" y="754957"/>
                  </a:lnTo>
                  <a:lnTo>
                    <a:pt x="4654501" y="754957"/>
                  </a:lnTo>
                  <a:lnTo>
                    <a:pt x="4654595" y="754957"/>
                  </a:lnTo>
                  <a:lnTo>
                    <a:pt x="4654689" y="754957"/>
                  </a:lnTo>
                  <a:lnTo>
                    <a:pt x="4654783" y="754957"/>
                  </a:lnTo>
                  <a:lnTo>
                    <a:pt x="4654877" y="754957"/>
                  </a:lnTo>
                  <a:lnTo>
                    <a:pt x="4654971" y="754957"/>
                  </a:lnTo>
                  <a:lnTo>
                    <a:pt x="4655065" y="754957"/>
                  </a:lnTo>
                  <a:lnTo>
                    <a:pt x="4655159" y="754957"/>
                  </a:lnTo>
                  <a:lnTo>
                    <a:pt x="4655253" y="754957"/>
                  </a:lnTo>
                  <a:lnTo>
                    <a:pt x="4655347" y="754957"/>
                  </a:lnTo>
                  <a:lnTo>
                    <a:pt x="4655441" y="754957"/>
                  </a:lnTo>
                  <a:lnTo>
                    <a:pt x="4655535" y="754957"/>
                  </a:lnTo>
                  <a:lnTo>
                    <a:pt x="4655629" y="754957"/>
                  </a:lnTo>
                  <a:lnTo>
                    <a:pt x="4655723" y="754957"/>
                  </a:lnTo>
                  <a:lnTo>
                    <a:pt x="4655817" y="754957"/>
                  </a:lnTo>
                  <a:lnTo>
                    <a:pt x="4655911" y="754957"/>
                  </a:lnTo>
                  <a:lnTo>
                    <a:pt x="4656005" y="754957"/>
                  </a:lnTo>
                  <a:lnTo>
                    <a:pt x="4656099" y="754957"/>
                  </a:lnTo>
                  <a:lnTo>
                    <a:pt x="4656193" y="754957"/>
                  </a:lnTo>
                  <a:lnTo>
                    <a:pt x="4656287" y="754957"/>
                  </a:lnTo>
                  <a:lnTo>
                    <a:pt x="4656381" y="754957"/>
                  </a:lnTo>
                  <a:lnTo>
                    <a:pt x="4656475" y="754957"/>
                  </a:lnTo>
                  <a:lnTo>
                    <a:pt x="4656569" y="754957"/>
                  </a:lnTo>
                  <a:lnTo>
                    <a:pt x="4656663" y="754957"/>
                  </a:lnTo>
                  <a:lnTo>
                    <a:pt x="4656757" y="754957"/>
                  </a:lnTo>
                  <a:lnTo>
                    <a:pt x="4656851" y="754957"/>
                  </a:lnTo>
                  <a:lnTo>
                    <a:pt x="4656945" y="754957"/>
                  </a:lnTo>
                  <a:lnTo>
                    <a:pt x="4657040" y="754957"/>
                  </a:lnTo>
                  <a:lnTo>
                    <a:pt x="4657134" y="754957"/>
                  </a:lnTo>
                  <a:lnTo>
                    <a:pt x="4657228" y="754957"/>
                  </a:lnTo>
                  <a:lnTo>
                    <a:pt x="4657322" y="754957"/>
                  </a:lnTo>
                  <a:lnTo>
                    <a:pt x="4657416" y="754957"/>
                  </a:lnTo>
                  <a:lnTo>
                    <a:pt x="4657510" y="754957"/>
                  </a:lnTo>
                  <a:lnTo>
                    <a:pt x="4657604" y="754957"/>
                  </a:lnTo>
                  <a:lnTo>
                    <a:pt x="4657698" y="754957"/>
                  </a:lnTo>
                  <a:lnTo>
                    <a:pt x="4657792" y="754957"/>
                  </a:lnTo>
                  <a:lnTo>
                    <a:pt x="4657886" y="754957"/>
                  </a:lnTo>
                  <a:lnTo>
                    <a:pt x="4657980" y="754957"/>
                  </a:lnTo>
                  <a:lnTo>
                    <a:pt x="4658074" y="754957"/>
                  </a:lnTo>
                  <a:lnTo>
                    <a:pt x="4658168" y="754957"/>
                  </a:lnTo>
                  <a:lnTo>
                    <a:pt x="4658262" y="754957"/>
                  </a:lnTo>
                  <a:lnTo>
                    <a:pt x="4658356" y="754957"/>
                  </a:lnTo>
                  <a:lnTo>
                    <a:pt x="4658450" y="754957"/>
                  </a:lnTo>
                  <a:lnTo>
                    <a:pt x="4658544" y="754957"/>
                  </a:lnTo>
                  <a:lnTo>
                    <a:pt x="4658638" y="754957"/>
                  </a:lnTo>
                  <a:lnTo>
                    <a:pt x="4658732" y="754957"/>
                  </a:lnTo>
                  <a:lnTo>
                    <a:pt x="4658826" y="754957"/>
                  </a:lnTo>
                  <a:lnTo>
                    <a:pt x="4658920" y="754957"/>
                  </a:lnTo>
                  <a:lnTo>
                    <a:pt x="4659014" y="754957"/>
                  </a:lnTo>
                  <a:lnTo>
                    <a:pt x="4659108" y="754957"/>
                  </a:lnTo>
                  <a:lnTo>
                    <a:pt x="4659202" y="754957"/>
                  </a:lnTo>
                  <a:lnTo>
                    <a:pt x="4659296" y="754957"/>
                  </a:lnTo>
                  <a:lnTo>
                    <a:pt x="4659390" y="754957"/>
                  </a:lnTo>
                  <a:lnTo>
                    <a:pt x="4659484" y="754957"/>
                  </a:lnTo>
                  <a:lnTo>
                    <a:pt x="4659578" y="754957"/>
                  </a:lnTo>
                  <a:lnTo>
                    <a:pt x="4659672" y="754957"/>
                  </a:lnTo>
                  <a:lnTo>
                    <a:pt x="4659766" y="754957"/>
                  </a:lnTo>
                  <a:lnTo>
                    <a:pt x="4659860" y="754957"/>
                  </a:lnTo>
                  <a:lnTo>
                    <a:pt x="4659954" y="754957"/>
                  </a:lnTo>
                  <a:lnTo>
                    <a:pt x="4660048" y="754957"/>
                  </a:lnTo>
                  <a:lnTo>
                    <a:pt x="4660142" y="754957"/>
                  </a:lnTo>
                  <a:lnTo>
                    <a:pt x="4660236" y="754957"/>
                  </a:lnTo>
                  <a:lnTo>
                    <a:pt x="4660330" y="754957"/>
                  </a:lnTo>
                  <a:lnTo>
                    <a:pt x="4660424" y="754957"/>
                  </a:lnTo>
                  <a:lnTo>
                    <a:pt x="4660518" y="754957"/>
                  </a:lnTo>
                  <a:lnTo>
                    <a:pt x="4660613" y="754957"/>
                  </a:lnTo>
                  <a:lnTo>
                    <a:pt x="4660707" y="754957"/>
                  </a:lnTo>
                  <a:lnTo>
                    <a:pt x="4660801" y="754957"/>
                  </a:lnTo>
                  <a:lnTo>
                    <a:pt x="4660895" y="754957"/>
                  </a:lnTo>
                  <a:lnTo>
                    <a:pt x="4660989" y="754957"/>
                  </a:lnTo>
                  <a:lnTo>
                    <a:pt x="4661083" y="754957"/>
                  </a:lnTo>
                  <a:lnTo>
                    <a:pt x="4661177" y="754957"/>
                  </a:lnTo>
                  <a:lnTo>
                    <a:pt x="4661271" y="754957"/>
                  </a:lnTo>
                  <a:lnTo>
                    <a:pt x="4661365" y="754957"/>
                  </a:lnTo>
                  <a:lnTo>
                    <a:pt x="4661459" y="754957"/>
                  </a:lnTo>
                  <a:lnTo>
                    <a:pt x="4661553" y="754957"/>
                  </a:lnTo>
                  <a:lnTo>
                    <a:pt x="4661647" y="754957"/>
                  </a:lnTo>
                  <a:lnTo>
                    <a:pt x="4661741" y="754957"/>
                  </a:lnTo>
                  <a:lnTo>
                    <a:pt x="4661835" y="754957"/>
                  </a:lnTo>
                  <a:lnTo>
                    <a:pt x="4661929" y="754957"/>
                  </a:lnTo>
                  <a:lnTo>
                    <a:pt x="4662023" y="754957"/>
                  </a:lnTo>
                  <a:lnTo>
                    <a:pt x="4662117" y="754957"/>
                  </a:lnTo>
                  <a:lnTo>
                    <a:pt x="4662211" y="754957"/>
                  </a:lnTo>
                  <a:lnTo>
                    <a:pt x="4662305" y="754957"/>
                  </a:lnTo>
                  <a:lnTo>
                    <a:pt x="4662399" y="754957"/>
                  </a:lnTo>
                  <a:lnTo>
                    <a:pt x="4662493" y="754957"/>
                  </a:lnTo>
                  <a:lnTo>
                    <a:pt x="4662587" y="754957"/>
                  </a:lnTo>
                  <a:lnTo>
                    <a:pt x="4662681" y="754957"/>
                  </a:lnTo>
                  <a:lnTo>
                    <a:pt x="4662775" y="754957"/>
                  </a:lnTo>
                  <a:lnTo>
                    <a:pt x="4662869" y="754957"/>
                  </a:lnTo>
                  <a:lnTo>
                    <a:pt x="4662963" y="754957"/>
                  </a:lnTo>
                  <a:lnTo>
                    <a:pt x="4663057" y="754957"/>
                  </a:lnTo>
                  <a:lnTo>
                    <a:pt x="4663151" y="754957"/>
                  </a:lnTo>
                  <a:lnTo>
                    <a:pt x="4663151" y="749677"/>
                  </a:lnTo>
                  <a:lnTo>
                    <a:pt x="4663245" y="749677"/>
                  </a:lnTo>
                  <a:lnTo>
                    <a:pt x="4663339" y="749677"/>
                  </a:lnTo>
                  <a:lnTo>
                    <a:pt x="4663433" y="749677"/>
                  </a:lnTo>
                  <a:lnTo>
                    <a:pt x="4663527" y="749677"/>
                  </a:lnTo>
                  <a:lnTo>
                    <a:pt x="4663621" y="749677"/>
                  </a:lnTo>
                  <a:lnTo>
                    <a:pt x="4663715" y="749677"/>
                  </a:lnTo>
                  <a:lnTo>
                    <a:pt x="4663809" y="749677"/>
                  </a:lnTo>
                  <a:lnTo>
                    <a:pt x="4663903" y="749677"/>
                  </a:lnTo>
                  <a:lnTo>
                    <a:pt x="4663997" y="749677"/>
                  </a:lnTo>
                  <a:lnTo>
                    <a:pt x="4664091" y="749677"/>
                  </a:lnTo>
                  <a:lnTo>
                    <a:pt x="4664186" y="749677"/>
                  </a:lnTo>
                  <a:lnTo>
                    <a:pt x="4664280" y="749677"/>
                  </a:lnTo>
                  <a:lnTo>
                    <a:pt x="4664374" y="749677"/>
                  </a:lnTo>
                  <a:lnTo>
                    <a:pt x="4664468" y="749677"/>
                  </a:lnTo>
                  <a:lnTo>
                    <a:pt x="4664562" y="749677"/>
                  </a:lnTo>
                  <a:lnTo>
                    <a:pt x="4664656" y="749677"/>
                  </a:lnTo>
                  <a:lnTo>
                    <a:pt x="4664750" y="749677"/>
                  </a:lnTo>
                  <a:lnTo>
                    <a:pt x="4664844" y="749677"/>
                  </a:lnTo>
                  <a:lnTo>
                    <a:pt x="4664938" y="749677"/>
                  </a:lnTo>
                  <a:lnTo>
                    <a:pt x="4665032" y="749677"/>
                  </a:lnTo>
                  <a:lnTo>
                    <a:pt x="4665126" y="749677"/>
                  </a:lnTo>
                  <a:lnTo>
                    <a:pt x="4665220" y="749677"/>
                  </a:lnTo>
                  <a:lnTo>
                    <a:pt x="4665314" y="749677"/>
                  </a:lnTo>
                  <a:lnTo>
                    <a:pt x="4665408" y="749677"/>
                  </a:lnTo>
                  <a:lnTo>
                    <a:pt x="4665502" y="749677"/>
                  </a:lnTo>
                  <a:lnTo>
                    <a:pt x="4665596" y="749677"/>
                  </a:lnTo>
                  <a:lnTo>
                    <a:pt x="4665690" y="749677"/>
                  </a:lnTo>
                  <a:lnTo>
                    <a:pt x="4665784" y="749677"/>
                  </a:lnTo>
                  <a:lnTo>
                    <a:pt x="4665878" y="749677"/>
                  </a:lnTo>
                  <a:lnTo>
                    <a:pt x="4665972" y="749677"/>
                  </a:lnTo>
                  <a:lnTo>
                    <a:pt x="4666066" y="749677"/>
                  </a:lnTo>
                  <a:lnTo>
                    <a:pt x="4666160" y="749677"/>
                  </a:lnTo>
                  <a:lnTo>
                    <a:pt x="4666254" y="749677"/>
                  </a:lnTo>
                  <a:lnTo>
                    <a:pt x="4666348" y="749677"/>
                  </a:lnTo>
                  <a:lnTo>
                    <a:pt x="4666442" y="749677"/>
                  </a:lnTo>
                  <a:lnTo>
                    <a:pt x="4666536" y="749677"/>
                  </a:lnTo>
                  <a:lnTo>
                    <a:pt x="4666630" y="749677"/>
                  </a:lnTo>
                  <a:lnTo>
                    <a:pt x="4666724" y="749677"/>
                  </a:lnTo>
                  <a:lnTo>
                    <a:pt x="4666818" y="749677"/>
                  </a:lnTo>
                  <a:lnTo>
                    <a:pt x="4666912" y="749677"/>
                  </a:lnTo>
                  <a:lnTo>
                    <a:pt x="4666912" y="744398"/>
                  </a:lnTo>
                  <a:lnTo>
                    <a:pt x="4667006" y="744398"/>
                  </a:lnTo>
                  <a:lnTo>
                    <a:pt x="4667100" y="744398"/>
                  </a:lnTo>
                  <a:lnTo>
                    <a:pt x="4667194" y="744398"/>
                  </a:lnTo>
                  <a:lnTo>
                    <a:pt x="4667288" y="744398"/>
                  </a:lnTo>
                  <a:lnTo>
                    <a:pt x="4667382" y="744398"/>
                  </a:lnTo>
                  <a:lnTo>
                    <a:pt x="4667476" y="744398"/>
                  </a:lnTo>
                  <a:lnTo>
                    <a:pt x="4667570" y="744398"/>
                  </a:lnTo>
                  <a:lnTo>
                    <a:pt x="4667664" y="744398"/>
                  </a:lnTo>
                  <a:lnTo>
                    <a:pt x="4667759" y="744398"/>
                  </a:lnTo>
                  <a:lnTo>
                    <a:pt x="4667853" y="744398"/>
                  </a:lnTo>
                  <a:lnTo>
                    <a:pt x="4667947" y="744398"/>
                  </a:lnTo>
                  <a:lnTo>
                    <a:pt x="4668041" y="744398"/>
                  </a:lnTo>
                  <a:lnTo>
                    <a:pt x="4668135" y="744398"/>
                  </a:lnTo>
                  <a:lnTo>
                    <a:pt x="4668229" y="744398"/>
                  </a:lnTo>
                  <a:lnTo>
                    <a:pt x="4668323" y="744398"/>
                  </a:lnTo>
                  <a:lnTo>
                    <a:pt x="4668417" y="744398"/>
                  </a:lnTo>
                  <a:lnTo>
                    <a:pt x="4668511" y="744398"/>
                  </a:lnTo>
                  <a:lnTo>
                    <a:pt x="4668605" y="744398"/>
                  </a:lnTo>
                  <a:lnTo>
                    <a:pt x="4668699" y="744398"/>
                  </a:lnTo>
                  <a:lnTo>
                    <a:pt x="4668793" y="744398"/>
                  </a:lnTo>
                  <a:lnTo>
                    <a:pt x="4668887" y="744398"/>
                  </a:lnTo>
                  <a:lnTo>
                    <a:pt x="4668981" y="744398"/>
                  </a:lnTo>
                  <a:lnTo>
                    <a:pt x="4669075" y="744398"/>
                  </a:lnTo>
                  <a:lnTo>
                    <a:pt x="4669169" y="744398"/>
                  </a:lnTo>
                  <a:lnTo>
                    <a:pt x="4669263" y="744398"/>
                  </a:lnTo>
                  <a:lnTo>
                    <a:pt x="4669357" y="744398"/>
                  </a:lnTo>
                  <a:lnTo>
                    <a:pt x="4669451" y="744398"/>
                  </a:lnTo>
                  <a:lnTo>
                    <a:pt x="4669545" y="744398"/>
                  </a:lnTo>
                  <a:lnTo>
                    <a:pt x="4669639" y="744398"/>
                  </a:lnTo>
                  <a:lnTo>
                    <a:pt x="4669733" y="744398"/>
                  </a:lnTo>
                  <a:lnTo>
                    <a:pt x="4669827" y="744398"/>
                  </a:lnTo>
                  <a:lnTo>
                    <a:pt x="4669921" y="744398"/>
                  </a:lnTo>
                  <a:lnTo>
                    <a:pt x="4670015" y="744398"/>
                  </a:lnTo>
                  <a:lnTo>
                    <a:pt x="4670109" y="744398"/>
                  </a:lnTo>
                  <a:lnTo>
                    <a:pt x="4670203" y="744398"/>
                  </a:lnTo>
                  <a:lnTo>
                    <a:pt x="4670203" y="739118"/>
                  </a:lnTo>
                  <a:lnTo>
                    <a:pt x="4670297" y="739118"/>
                  </a:lnTo>
                  <a:lnTo>
                    <a:pt x="4670391" y="739118"/>
                  </a:lnTo>
                  <a:lnTo>
                    <a:pt x="4670485" y="739118"/>
                  </a:lnTo>
                  <a:lnTo>
                    <a:pt x="4670579" y="739118"/>
                  </a:lnTo>
                  <a:lnTo>
                    <a:pt x="4670673" y="739118"/>
                  </a:lnTo>
                  <a:lnTo>
                    <a:pt x="4670767" y="739118"/>
                  </a:lnTo>
                  <a:lnTo>
                    <a:pt x="4670861" y="739118"/>
                  </a:lnTo>
                  <a:lnTo>
                    <a:pt x="4670955" y="739118"/>
                  </a:lnTo>
                  <a:lnTo>
                    <a:pt x="4671049" y="739118"/>
                  </a:lnTo>
                  <a:lnTo>
                    <a:pt x="4671143" y="739118"/>
                  </a:lnTo>
                  <a:lnTo>
                    <a:pt x="4671238" y="739118"/>
                  </a:lnTo>
                  <a:lnTo>
                    <a:pt x="4671332" y="739118"/>
                  </a:lnTo>
                  <a:lnTo>
                    <a:pt x="4671426" y="739118"/>
                  </a:lnTo>
                  <a:lnTo>
                    <a:pt x="4671520" y="739118"/>
                  </a:lnTo>
                  <a:lnTo>
                    <a:pt x="4671614" y="739118"/>
                  </a:lnTo>
                  <a:lnTo>
                    <a:pt x="4671708" y="739118"/>
                  </a:lnTo>
                  <a:lnTo>
                    <a:pt x="4671802" y="739118"/>
                  </a:lnTo>
                  <a:lnTo>
                    <a:pt x="4671896" y="739118"/>
                  </a:lnTo>
                  <a:lnTo>
                    <a:pt x="4671990" y="739118"/>
                  </a:lnTo>
                  <a:lnTo>
                    <a:pt x="4672084" y="739118"/>
                  </a:lnTo>
                  <a:lnTo>
                    <a:pt x="4672178" y="739118"/>
                  </a:lnTo>
                  <a:lnTo>
                    <a:pt x="4672272" y="739118"/>
                  </a:lnTo>
                  <a:lnTo>
                    <a:pt x="4672366" y="739118"/>
                  </a:lnTo>
                  <a:lnTo>
                    <a:pt x="4672460" y="739118"/>
                  </a:lnTo>
                  <a:lnTo>
                    <a:pt x="4672554" y="739118"/>
                  </a:lnTo>
                  <a:lnTo>
                    <a:pt x="4672648" y="739118"/>
                  </a:lnTo>
                  <a:lnTo>
                    <a:pt x="4672742" y="739118"/>
                  </a:lnTo>
                  <a:lnTo>
                    <a:pt x="4672836" y="739118"/>
                  </a:lnTo>
                  <a:lnTo>
                    <a:pt x="4672930" y="739118"/>
                  </a:lnTo>
                  <a:lnTo>
                    <a:pt x="4673024" y="739118"/>
                  </a:lnTo>
                  <a:lnTo>
                    <a:pt x="4673118" y="739118"/>
                  </a:lnTo>
                  <a:lnTo>
                    <a:pt x="4673212" y="739118"/>
                  </a:lnTo>
                  <a:lnTo>
                    <a:pt x="4673306" y="739118"/>
                  </a:lnTo>
                  <a:lnTo>
                    <a:pt x="4673400" y="739118"/>
                  </a:lnTo>
                  <a:lnTo>
                    <a:pt x="4673494" y="739118"/>
                  </a:lnTo>
                  <a:lnTo>
                    <a:pt x="4673588" y="739118"/>
                  </a:lnTo>
                  <a:lnTo>
                    <a:pt x="4673682" y="739118"/>
                  </a:lnTo>
                  <a:lnTo>
                    <a:pt x="4673776" y="739118"/>
                  </a:lnTo>
                  <a:lnTo>
                    <a:pt x="4673870" y="739118"/>
                  </a:lnTo>
                  <a:lnTo>
                    <a:pt x="4673964" y="739118"/>
                  </a:lnTo>
                  <a:lnTo>
                    <a:pt x="4674058" y="739118"/>
                  </a:lnTo>
                  <a:lnTo>
                    <a:pt x="4674152" y="739118"/>
                  </a:lnTo>
                  <a:lnTo>
                    <a:pt x="4674246" y="739118"/>
                  </a:lnTo>
                  <a:lnTo>
                    <a:pt x="4674340" y="739118"/>
                  </a:lnTo>
                  <a:lnTo>
                    <a:pt x="4674434" y="739118"/>
                  </a:lnTo>
                  <a:lnTo>
                    <a:pt x="4674528" y="739118"/>
                  </a:lnTo>
                  <a:lnTo>
                    <a:pt x="4674528" y="733839"/>
                  </a:lnTo>
                  <a:lnTo>
                    <a:pt x="4674622" y="733839"/>
                  </a:lnTo>
                  <a:lnTo>
                    <a:pt x="4674716" y="733839"/>
                  </a:lnTo>
                  <a:lnTo>
                    <a:pt x="4674811" y="733839"/>
                  </a:lnTo>
                  <a:lnTo>
                    <a:pt x="4674905" y="733839"/>
                  </a:lnTo>
                  <a:lnTo>
                    <a:pt x="4674999" y="733839"/>
                  </a:lnTo>
                  <a:lnTo>
                    <a:pt x="4675093" y="733839"/>
                  </a:lnTo>
                  <a:lnTo>
                    <a:pt x="4675187" y="733839"/>
                  </a:lnTo>
                  <a:lnTo>
                    <a:pt x="4675281" y="733839"/>
                  </a:lnTo>
                  <a:lnTo>
                    <a:pt x="4675375" y="733839"/>
                  </a:lnTo>
                  <a:lnTo>
                    <a:pt x="4675469" y="733839"/>
                  </a:lnTo>
                  <a:lnTo>
                    <a:pt x="4675563" y="733839"/>
                  </a:lnTo>
                  <a:lnTo>
                    <a:pt x="4675657" y="733839"/>
                  </a:lnTo>
                  <a:lnTo>
                    <a:pt x="4675751" y="733839"/>
                  </a:lnTo>
                  <a:lnTo>
                    <a:pt x="4675845" y="733839"/>
                  </a:lnTo>
                  <a:lnTo>
                    <a:pt x="4675939" y="733839"/>
                  </a:lnTo>
                  <a:lnTo>
                    <a:pt x="4676033" y="733839"/>
                  </a:lnTo>
                  <a:lnTo>
                    <a:pt x="4676127" y="733839"/>
                  </a:lnTo>
                  <a:lnTo>
                    <a:pt x="4676221" y="733839"/>
                  </a:lnTo>
                  <a:lnTo>
                    <a:pt x="4676315" y="733839"/>
                  </a:lnTo>
                  <a:lnTo>
                    <a:pt x="4676409" y="733839"/>
                  </a:lnTo>
                  <a:lnTo>
                    <a:pt x="4676503" y="733839"/>
                  </a:lnTo>
                  <a:lnTo>
                    <a:pt x="4676597" y="733839"/>
                  </a:lnTo>
                  <a:lnTo>
                    <a:pt x="4676691" y="733839"/>
                  </a:lnTo>
                  <a:lnTo>
                    <a:pt x="4676785" y="733839"/>
                  </a:lnTo>
                  <a:lnTo>
                    <a:pt x="4676879" y="733839"/>
                  </a:lnTo>
                  <a:lnTo>
                    <a:pt x="4676973" y="733839"/>
                  </a:lnTo>
                  <a:lnTo>
                    <a:pt x="4677067" y="733839"/>
                  </a:lnTo>
                  <a:lnTo>
                    <a:pt x="4677161" y="733839"/>
                  </a:lnTo>
                  <a:lnTo>
                    <a:pt x="4677255" y="733839"/>
                  </a:lnTo>
                  <a:lnTo>
                    <a:pt x="4677349" y="733839"/>
                  </a:lnTo>
                  <a:lnTo>
                    <a:pt x="4677443" y="733839"/>
                  </a:lnTo>
                  <a:lnTo>
                    <a:pt x="4677537" y="733839"/>
                  </a:lnTo>
                  <a:lnTo>
                    <a:pt x="4677631" y="733839"/>
                  </a:lnTo>
                  <a:lnTo>
                    <a:pt x="4677725" y="733839"/>
                  </a:lnTo>
                  <a:lnTo>
                    <a:pt x="4677819" y="733839"/>
                  </a:lnTo>
                  <a:lnTo>
                    <a:pt x="4677913" y="733839"/>
                  </a:lnTo>
                  <a:lnTo>
                    <a:pt x="4678007" y="733839"/>
                  </a:lnTo>
                  <a:lnTo>
                    <a:pt x="4678101" y="733839"/>
                  </a:lnTo>
                  <a:lnTo>
                    <a:pt x="4678195" y="733839"/>
                  </a:lnTo>
                  <a:lnTo>
                    <a:pt x="4678289" y="733839"/>
                  </a:lnTo>
                  <a:lnTo>
                    <a:pt x="4678384" y="733839"/>
                  </a:lnTo>
                  <a:lnTo>
                    <a:pt x="4678478" y="733839"/>
                  </a:lnTo>
                  <a:lnTo>
                    <a:pt x="4678572" y="733839"/>
                  </a:lnTo>
                  <a:lnTo>
                    <a:pt x="4678666" y="733839"/>
                  </a:lnTo>
                  <a:lnTo>
                    <a:pt x="4678760" y="733839"/>
                  </a:lnTo>
                  <a:lnTo>
                    <a:pt x="4678854" y="733839"/>
                  </a:lnTo>
                  <a:lnTo>
                    <a:pt x="4678948" y="733839"/>
                  </a:lnTo>
                  <a:lnTo>
                    <a:pt x="4679042" y="733839"/>
                  </a:lnTo>
                  <a:lnTo>
                    <a:pt x="4679136" y="733839"/>
                  </a:lnTo>
                  <a:lnTo>
                    <a:pt x="4679230" y="733839"/>
                  </a:lnTo>
                  <a:lnTo>
                    <a:pt x="4679324" y="733839"/>
                  </a:lnTo>
                  <a:lnTo>
                    <a:pt x="4679418" y="733839"/>
                  </a:lnTo>
                  <a:lnTo>
                    <a:pt x="4679512" y="733839"/>
                  </a:lnTo>
                  <a:lnTo>
                    <a:pt x="4679606" y="733839"/>
                  </a:lnTo>
                  <a:lnTo>
                    <a:pt x="4679700" y="733839"/>
                  </a:lnTo>
                  <a:lnTo>
                    <a:pt x="4679794" y="733839"/>
                  </a:lnTo>
                  <a:lnTo>
                    <a:pt x="4679888" y="733839"/>
                  </a:lnTo>
                  <a:lnTo>
                    <a:pt x="4679982" y="733839"/>
                  </a:lnTo>
                  <a:lnTo>
                    <a:pt x="4680076" y="733839"/>
                  </a:lnTo>
                  <a:lnTo>
                    <a:pt x="4680170" y="733839"/>
                  </a:lnTo>
                  <a:lnTo>
                    <a:pt x="4680264" y="733839"/>
                  </a:lnTo>
                  <a:lnTo>
                    <a:pt x="4680358" y="733839"/>
                  </a:lnTo>
                  <a:lnTo>
                    <a:pt x="4680452" y="733839"/>
                  </a:lnTo>
                  <a:lnTo>
                    <a:pt x="4680546" y="733839"/>
                  </a:lnTo>
                  <a:lnTo>
                    <a:pt x="4680640" y="733839"/>
                  </a:lnTo>
                  <a:lnTo>
                    <a:pt x="4680734" y="733839"/>
                  </a:lnTo>
                  <a:lnTo>
                    <a:pt x="4680828" y="733839"/>
                  </a:lnTo>
                  <a:lnTo>
                    <a:pt x="4680922" y="733839"/>
                  </a:lnTo>
                  <a:lnTo>
                    <a:pt x="4681016" y="733839"/>
                  </a:lnTo>
                  <a:lnTo>
                    <a:pt x="4681110" y="733839"/>
                  </a:lnTo>
                  <a:lnTo>
                    <a:pt x="4681204" y="733839"/>
                  </a:lnTo>
                  <a:lnTo>
                    <a:pt x="4681298" y="733839"/>
                  </a:lnTo>
                  <a:lnTo>
                    <a:pt x="4681392" y="733839"/>
                  </a:lnTo>
                  <a:lnTo>
                    <a:pt x="4681486" y="733839"/>
                  </a:lnTo>
                  <a:lnTo>
                    <a:pt x="4681580" y="733839"/>
                  </a:lnTo>
                  <a:lnTo>
                    <a:pt x="4681674" y="733839"/>
                  </a:lnTo>
                  <a:lnTo>
                    <a:pt x="4681768" y="733839"/>
                  </a:lnTo>
                  <a:lnTo>
                    <a:pt x="4681863" y="733839"/>
                  </a:lnTo>
                  <a:lnTo>
                    <a:pt x="4681957" y="733839"/>
                  </a:lnTo>
                  <a:lnTo>
                    <a:pt x="4682051" y="733839"/>
                  </a:lnTo>
                  <a:lnTo>
                    <a:pt x="4682145" y="733839"/>
                  </a:lnTo>
                  <a:lnTo>
                    <a:pt x="4682239" y="733839"/>
                  </a:lnTo>
                  <a:lnTo>
                    <a:pt x="4682333" y="733839"/>
                  </a:lnTo>
                  <a:lnTo>
                    <a:pt x="4682427" y="733839"/>
                  </a:lnTo>
                  <a:lnTo>
                    <a:pt x="4682521" y="733839"/>
                  </a:lnTo>
                  <a:lnTo>
                    <a:pt x="4682521" y="728560"/>
                  </a:lnTo>
                  <a:lnTo>
                    <a:pt x="4682615" y="728560"/>
                  </a:lnTo>
                  <a:lnTo>
                    <a:pt x="4682709" y="728560"/>
                  </a:lnTo>
                  <a:lnTo>
                    <a:pt x="4682803" y="728560"/>
                  </a:lnTo>
                  <a:lnTo>
                    <a:pt x="4682803" y="723280"/>
                  </a:lnTo>
                  <a:lnTo>
                    <a:pt x="4682897" y="723280"/>
                  </a:lnTo>
                  <a:lnTo>
                    <a:pt x="4682991" y="723280"/>
                  </a:lnTo>
                  <a:lnTo>
                    <a:pt x="4683085" y="723280"/>
                  </a:lnTo>
                  <a:lnTo>
                    <a:pt x="4683179" y="723280"/>
                  </a:lnTo>
                  <a:lnTo>
                    <a:pt x="4683273" y="723280"/>
                  </a:lnTo>
                  <a:lnTo>
                    <a:pt x="4683367" y="723280"/>
                  </a:lnTo>
                  <a:lnTo>
                    <a:pt x="4683461" y="723280"/>
                  </a:lnTo>
                  <a:lnTo>
                    <a:pt x="4683555" y="723280"/>
                  </a:lnTo>
                  <a:lnTo>
                    <a:pt x="4683649" y="723280"/>
                  </a:lnTo>
                  <a:lnTo>
                    <a:pt x="4683743" y="723280"/>
                  </a:lnTo>
                  <a:lnTo>
                    <a:pt x="4683837" y="723280"/>
                  </a:lnTo>
                  <a:lnTo>
                    <a:pt x="4683931" y="723280"/>
                  </a:lnTo>
                  <a:lnTo>
                    <a:pt x="4684025" y="723280"/>
                  </a:lnTo>
                  <a:lnTo>
                    <a:pt x="4684119" y="723280"/>
                  </a:lnTo>
                  <a:lnTo>
                    <a:pt x="4684213" y="723280"/>
                  </a:lnTo>
                  <a:lnTo>
                    <a:pt x="4684307" y="723280"/>
                  </a:lnTo>
                  <a:lnTo>
                    <a:pt x="4684401" y="723280"/>
                  </a:lnTo>
                  <a:lnTo>
                    <a:pt x="4684495" y="723280"/>
                  </a:lnTo>
                  <a:lnTo>
                    <a:pt x="4684589" y="723280"/>
                  </a:lnTo>
                  <a:lnTo>
                    <a:pt x="4684683" y="723280"/>
                  </a:lnTo>
                  <a:lnTo>
                    <a:pt x="4684777" y="723280"/>
                  </a:lnTo>
                  <a:lnTo>
                    <a:pt x="4684871" y="723280"/>
                  </a:lnTo>
                  <a:lnTo>
                    <a:pt x="4684965" y="723280"/>
                  </a:lnTo>
                  <a:lnTo>
                    <a:pt x="4685059" y="723280"/>
                  </a:lnTo>
                  <a:lnTo>
                    <a:pt x="4685153" y="723280"/>
                  </a:lnTo>
                  <a:lnTo>
                    <a:pt x="4685247" y="723280"/>
                  </a:lnTo>
                  <a:lnTo>
                    <a:pt x="4685341" y="723280"/>
                  </a:lnTo>
                  <a:lnTo>
                    <a:pt x="4685436" y="723280"/>
                  </a:lnTo>
                  <a:lnTo>
                    <a:pt x="4685530" y="723280"/>
                  </a:lnTo>
                  <a:lnTo>
                    <a:pt x="4685624" y="723280"/>
                  </a:lnTo>
                  <a:lnTo>
                    <a:pt x="4685718" y="723280"/>
                  </a:lnTo>
                  <a:lnTo>
                    <a:pt x="4685812" y="723280"/>
                  </a:lnTo>
                  <a:lnTo>
                    <a:pt x="4685906" y="723280"/>
                  </a:lnTo>
                  <a:lnTo>
                    <a:pt x="4686000" y="723280"/>
                  </a:lnTo>
                  <a:lnTo>
                    <a:pt x="4686094" y="723280"/>
                  </a:lnTo>
                  <a:lnTo>
                    <a:pt x="4686188" y="723280"/>
                  </a:lnTo>
                  <a:lnTo>
                    <a:pt x="4686282" y="723280"/>
                  </a:lnTo>
                  <a:lnTo>
                    <a:pt x="4686376" y="723280"/>
                  </a:lnTo>
                  <a:lnTo>
                    <a:pt x="4686470" y="723280"/>
                  </a:lnTo>
                  <a:lnTo>
                    <a:pt x="4686564" y="723280"/>
                  </a:lnTo>
                  <a:lnTo>
                    <a:pt x="4686658" y="723280"/>
                  </a:lnTo>
                  <a:lnTo>
                    <a:pt x="4686752" y="723280"/>
                  </a:lnTo>
                  <a:lnTo>
                    <a:pt x="4686846" y="723280"/>
                  </a:lnTo>
                  <a:lnTo>
                    <a:pt x="4686940" y="723280"/>
                  </a:lnTo>
                  <a:lnTo>
                    <a:pt x="4687034" y="723280"/>
                  </a:lnTo>
                  <a:lnTo>
                    <a:pt x="4687128" y="723280"/>
                  </a:lnTo>
                  <a:lnTo>
                    <a:pt x="4687222" y="723280"/>
                  </a:lnTo>
                  <a:lnTo>
                    <a:pt x="4687316" y="723280"/>
                  </a:lnTo>
                  <a:lnTo>
                    <a:pt x="4687410" y="723280"/>
                  </a:lnTo>
                  <a:lnTo>
                    <a:pt x="4687504" y="723280"/>
                  </a:lnTo>
                  <a:lnTo>
                    <a:pt x="4687598" y="723280"/>
                  </a:lnTo>
                  <a:lnTo>
                    <a:pt x="4687692" y="723280"/>
                  </a:lnTo>
                  <a:lnTo>
                    <a:pt x="4687786" y="723280"/>
                  </a:lnTo>
                  <a:lnTo>
                    <a:pt x="4687880" y="723280"/>
                  </a:lnTo>
                  <a:lnTo>
                    <a:pt x="4687974" y="723280"/>
                  </a:lnTo>
                  <a:lnTo>
                    <a:pt x="4688068" y="723280"/>
                  </a:lnTo>
                  <a:lnTo>
                    <a:pt x="4688162" y="723280"/>
                  </a:lnTo>
                  <a:lnTo>
                    <a:pt x="4688256" y="723280"/>
                  </a:lnTo>
                  <a:lnTo>
                    <a:pt x="4688350" y="723280"/>
                  </a:lnTo>
                  <a:lnTo>
                    <a:pt x="4688444" y="723280"/>
                  </a:lnTo>
                  <a:lnTo>
                    <a:pt x="4688538" y="723280"/>
                  </a:lnTo>
                  <a:lnTo>
                    <a:pt x="4688632" y="723280"/>
                  </a:lnTo>
                  <a:lnTo>
                    <a:pt x="4688726" y="723280"/>
                  </a:lnTo>
                  <a:lnTo>
                    <a:pt x="4688820" y="723280"/>
                  </a:lnTo>
                  <a:lnTo>
                    <a:pt x="4688914" y="723280"/>
                  </a:lnTo>
                  <a:lnTo>
                    <a:pt x="4689009" y="723280"/>
                  </a:lnTo>
                  <a:lnTo>
                    <a:pt x="4689103" y="723280"/>
                  </a:lnTo>
                  <a:lnTo>
                    <a:pt x="4689197" y="723280"/>
                  </a:lnTo>
                  <a:lnTo>
                    <a:pt x="4689291" y="723280"/>
                  </a:lnTo>
                  <a:lnTo>
                    <a:pt x="4689385" y="723280"/>
                  </a:lnTo>
                  <a:lnTo>
                    <a:pt x="4689479" y="723280"/>
                  </a:lnTo>
                  <a:lnTo>
                    <a:pt x="4689573" y="723280"/>
                  </a:lnTo>
                  <a:lnTo>
                    <a:pt x="4689667" y="723280"/>
                  </a:lnTo>
                  <a:lnTo>
                    <a:pt x="4689761" y="723280"/>
                  </a:lnTo>
                  <a:lnTo>
                    <a:pt x="4689855" y="723280"/>
                  </a:lnTo>
                  <a:lnTo>
                    <a:pt x="4689949" y="723280"/>
                  </a:lnTo>
                  <a:lnTo>
                    <a:pt x="4690043" y="723280"/>
                  </a:lnTo>
                  <a:lnTo>
                    <a:pt x="4690137" y="723280"/>
                  </a:lnTo>
                  <a:lnTo>
                    <a:pt x="4690231" y="723280"/>
                  </a:lnTo>
                  <a:lnTo>
                    <a:pt x="4690325" y="723280"/>
                  </a:lnTo>
                  <a:lnTo>
                    <a:pt x="4690419" y="723280"/>
                  </a:lnTo>
                  <a:lnTo>
                    <a:pt x="4690513" y="723280"/>
                  </a:lnTo>
                  <a:lnTo>
                    <a:pt x="4690607" y="723280"/>
                  </a:lnTo>
                  <a:lnTo>
                    <a:pt x="4690701" y="723280"/>
                  </a:lnTo>
                  <a:lnTo>
                    <a:pt x="4690795" y="723280"/>
                  </a:lnTo>
                  <a:lnTo>
                    <a:pt x="4690889" y="723280"/>
                  </a:lnTo>
                  <a:lnTo>
                    <a:pt x="4690983" y="723280"/>
                  </a:lnTo>
                  <a:lnTo>
                    <a:pt x="4691077" y="723280"/>
                  </a:lnTo>
                  <a:lnTo>
                    <a:pt x="4691171" y="723280"/>
                  </a:lnTo>
                  <a:lnTo>
                    <a:pt x="4691265" y="723280"/>
                  </a:lnTo>
                  <a:lnTo>
                    <a:pt x="4691359" y="723280"/>
                  </a:lnTo>
                  <a:lnTo>
                    <a:pt x="4691453" y="723280"/>
                  </a:lnTo>
                  <a:lnTo>
                    <a:pt x="4691547" y="723280"/>
                  </a:lnTo>
                  <a:lnTo>
                    <a:pt x="4691641" y="723280"/>
                  </a:lnTo>
                  <a:lnTo>
                    <a:pt x="4691735" y="723280"/>
                  </a:lnTo>
                  <a:lnTo>
                    <a:pt x="4691829" y="723280"/>
                  </a:lnTo>
                  <a:lnTo>
                    <a:pt x="4691923" y="723280"/>
                  </a:lnTo>
                  <a:lnTo>
                    <a:pt x="4692017" y="723280"/>
                  </a:lnTo>
                  <a:lnTo>
                    <a:pt x="4692111" y="723280"/>
                  </a:lnTo>
                  <a:lnTo>
                    <a:pt x="4692205" y="723280"/>
                  </a:lnTo>
                  <a:lnTo>
                    <a:pt x="4692299" y="723280"/>
                  </a:lnTo>
                  <a:lnTo>
                    <a:pt x="4692393" y="723280"/>
                  </a:lnTo>
                  <a:lnTo>
                    <a:pt x="4692488" y="723280"/>
                  </a:lnTo>
                  <a:lnTo>
                    <a:pt x="4692582" y="723280"/>
                  </a:lnTo>
                  <a:lnTo>
                    <a:pt x="4692676" y="723280"/>
                  </a:lnTo>
                  <a:lnTo>
                    <a:pt x="4692770" y="723280"/>
                  </a:lnTo>
                  <a:lnTo>
                    <a:pt x="4692864" y="723280"/>
                  </a:lnTo>
                  <a:lnTo>
                    <a:pt x="4692958" y="723280"/>
                  </a:lnTo>
                  <a:lnTo>
                    <a:pt x="4693052" y="723280"/>
                  </a:lnTo>
                  <a:lnTo>
                    <a:pt x="4693146" y="723280"/>
                  </a:lnTo>
                  <a:lnTo>
                    <a:pt x="4693240" y="723280"/>
                  </a:lnTo>
                  <a:lnTo>
                    <a:pt x="4693334" y="723280"/>
                  </a:lnTo>
                  <a:lnTo>
                    <a:pt x="4693428" y="723280"/>
                  </a:lnTo>
                  <a:lnTo>
                    <a:pt x="4693522" y="723280"/>
                  </a:lnTo>
                  <a:lnTo>
                    <a:pt x="4693616" y="723280"/>
                  </a:lnTo>
                  <a:lnTo>
                    <a:pt x="4693710" y="723280"/>
                  </a:lnTo>
                  <a:lnTo>
                    <a:pt x="4693804" y="723280"/>
                  </a:lnTo>
                  <a:lnTo>
                    <a:pt x="4693898" y="723280"/>
                  </a:lnTo>
                  <a:lnTo>
                    <a:pt x="4693992" y="723280"/>
                  </a:lnTo>
                  <a:lnTo>
                    <a:pt x="4694086" y="723280"/>
                  </a:lnTo>
                  <a:lnTo>
                    <a:pt x="4694180" y="723280"/>
                  </a:lnTo>
                  <a:lnTo>
                    <a:pt x="4694274" y="723280"/>
                  </a:lnTo>
                  <a:lnTo>
                    <a:pt x="4694368" y="723280"/>
                  </a:lnTo>
                  <a:lnTo>
                    <a:pt x="4694462" y="723280"/>
                  </a:lnTo>
                  <a:lnTo>
                    <a:pt x="4694556" y="723280"/>
                  </a:lnTo>
                  <a:lnTo>
                    <a:pt x="4694650" y="723280"/>
                  </a:lnTo>
                  <a:lnTo>
                    <a:pt x="4694744" y="723280"/>
                  </a:lnTo>
                  <a:lnTo>
                    <a:pt x="4694838" y="723280"/>
                  </a:lnTo>
                  <a:lnTo>
                    <a:pt x="4694932" y="723280"/>
                  </a:lnTo>
                  <a:lnTo>
                    <a:pt x="4695026" y="723280"/>
                  </a:lnTo>
                  <a:lnTo>
                    <a:pt x="4695120" y="723280"/>
                  </a:lnTo>
                  <a:lnTo>
                    <a:pt x="4695214" y="723280"/>
                  </a:lnTo>
                  <a:lnTo>
                    <a:pt x="4695308" y="723280"/>
                  </a:lnTo>
                  <a:lnTo>
                    <a:pt x="4695402" y="723280"/>
                  </a:lnTo>
                  <a:lnTo>
                    <a:pt x="4695496" y="723280"/>
                  </a:lnTo>
                  <a:lnTo>
                    <a:pt x="4695590" y="723280"/>
                  </a:lnTo>
                  <a:lnTo>
                    <a:pt x="4695684" y="723280"/>
                  </a:lnTo>
                  <a:lnTo>
                    <a:pt x="4695778" y="723280"/>
                  </a:lnTo>
                  <a:lnTo>
                    <a:pt x="4695872" y="723280"/>
                  </a:lnTo>
                  <a:lnTo>
                    <a:pt x="4695966" y="723280"/>
                  </a:lnTo>
                  <a:lnTo>
                    <a:pt x="4696061" y="723280"/>
                  </a:lnTo>
                  <a:lnTo>
                    <a:pt x="4696155" y="723280"/>
                  </a:lnTo>
                  <a:lnTo>
                    <a:pt x="4696249" y="723280"/>
                  </a:lnTo>
                  <a:lnTo>
                    <a:pt x="4696343" y="723280"/>
                  </a:lnTo>
                  <a:lnTo>
                    <a:pt x="4696437" y="723280"/>
                  </a:lnTo>
                  <a:lnTo>
                    <a:pt x="4696531" y="723280"/>
                  </a:lnTo>
                  <a:lnTo>
                    <a:pt x="4696625" y="723280"/>
                  </a:lnTo>
                  <a:lnTo>
                    <a:pt x="4696719" y="723280"/>
                  </a:lnTo>
                  <a:lnTo>
                    <a:pt x="4696813" y="723280"/>
                  </a:lnTo>
                  <a:lnTo>
                    <a:pt x="4696907" y="723280"/>
                  </a:lnTo>
                  <a:lnTo>
                    <a:pt x="4697001" y="723280"/>
                  </a:lnTo>
                  <a:lnTo>
                    <a:pt x="4697095" y="723280"/>
                  </a:lnTo>
                  <a:lnTo>
                    <a:pt x="4697189" y="723280"/>
                  </a:lnTo>
                  <a:lnTo>
                    <a:pt x="4697283" y="723280"/>
                  </a:lnTo>
                  <a:lnTo>
                    <a:pt x="4697377" y="723280"/>
                  </a:lnTo>
                  <a:lnTo>
                    <a:pt x="4697471" y="723280"/>
                  </a:lnTo>
                  <a:lnTo>
                    <a:pt x="4697565" y="723280"/>
                  </a:lnTo>
                  <a:lnTo>
                    <a:pt x="4697659" y="723280"/>
                  </a:lnTo>
                  <a:lnTo>
                    <a:pt x="4697753" y="723280"/>
                  </a:lnTo>
                  <a:lnTo>
                    <a:pt x="4697847" y="723280"/>
                  </a:lnTo>
                  <a:lnTo>
                    <a:pt x="4697941" y="723280"/>
                  </a:lnTo>
                  <a:lnTo>
                    <a:pt x="4698035" y="723280"/>
                  </a:lnTo>
                  <a:lnTo>
                    <a:pt x="4698129" y="723280"/>
                  </a:lnTo>
                  <a:lnTo>
                    <a:pt x="4698223" y="723280"/>
                  </a:lnTo>
                  <a:lnTo>
                    <a:pt x="4698317" y="723280"/>
                  </a:lnTo>
                  <a:lnTo>
                    <a:pt x="4698411" y="723280"/>
                  </a:lnTo>
                  <a:lnTo>
                    <a:pt x="4698505" y="723280"/>
                  </a:lnTo>
                  <a:lnTo>
                    <a:pt x="4698599" y="723280"/>
                  </a:lnTo>
                  <a:lnTo>
                    <a:pt x="4698693" y="723280"/>
                  </a:lnTo>
                  <a:lnTo>
                    <a:pt x="4698787" y="723280"/>
                  </a:lnTo>
                  <a:lnTo>
                    <a:pt x="4698881" y="723280"/>
                  </a:lnTo>
                  <a:lnTo>
                    <a:pt x="4698975" y="723280"/>
                  </a:lnTo>
                  <a:lnTo>
                    <a:pt x="4699069" y="723280"/>
                  </a:lnTo>
                  <a:lnTo>
                    <a:pt x="4699163" y="723280"/>
                  </a:lnTo>
                  <a:lnTo>
                    <a:pt x="4699257" y="723280"/>
                  </a:lnTo>
                  <a:lnTo>
                    <a:pt x="4699351" y="723280"/>
                  </a:lnTo>
                  <a:lnTo>
                    <a:pt x="4699445" y="723280"/>
                  </a:lnTo>
                  <a:lnTo>
                    <a:pt x="4699539" y="723280"/>
                  </a:lnTo>
                  <a:lnTo>
                    <a:pt x="4699634" y="723280"/>
                  </a:lnTo>
                  <a:lnTo>
                    <a:pt x="4699728" y="723280"/>
                  </a:lnTo>
                  <a:lnTo>
                    <a:pt x="4699822" y="723280"/>
                  </a:lnTo>
                  <a:lnTo>
                    <a:pt x="4699916" y="723280"/>
                  </a:lnTo>
                  <a:lnTo>
                    <a:pt x="4700010" y="723280"/>
                  </a:lnTo>
                  <a:lnTo>
                    <a:pt x="4700104" y="723280"/>
                  </a:lnTo>
                  <a:lnTo>
                    <a:pt x="4700198" y="723280"/>
                  </a:lnTo>
                  <a:lnTo>
                    <a:pt x="4700292" y="723280"/>
                  </a:lnTo>
                  <a:lnTo>
                    <a:pt x="4700386" y="723280"/>
                  </a:lnTo>
                  <a:lnTo>
                    <a:pt x="4700480" y="723280"/>
                  </a:lnTo>
                  <a:lnTo>
                    <a:pt x="4700574" y="723280"/>
                  </a:lnTo>
                  <a:lnTo>
                    <a:pt x="4700668" y="723280"/>
                  </a:lnTo>
                  <a:lnTo>
                    <a:pt x="4700762" y="723280"/>
                  </a:lnTo>
                  <a:lnTo>
                    <a:pt x="4700856" y="723280"/>
                  </a:lnTo>
                  <a:lnTo>
                    <a:pt x="4700950" y="723280"/>
                  </a:lnTo>
                  <a:lnTo>
                    <a:pt x="4701044" y="723280"/>
                  </a:lnTo>
                  <a:lnTo>
                    <a:pt x="4701138" y="723280"/>
                  </a:lnTo>
                  <a:lnTo>
                    <a:pt x="4701232" y="723280"/>
                  </a:lnTo>
                  <a:lnTo>
                    <a:pt x="4701326" y="723280"/>
                  </a:lnTo>
                  <a:lnTo>
                    <a:pt x="4701420" y="723280"/>
                  </a:lnTo>
                  <a:lnTo>
                    <a:pt x="4701514" y="723280"/>
                  </a:lnTo>
                  <a:lnTo>
                    <a:pt x="4701608" y="723280"/>
                  </a:lnTo>
                  <a:lnTo>
                    <a:pt x="4701702" y="723280"/>
                  </a:lnTo>
                  <a:lnTo>
                    <a:pt x="4701796" y="723280"/>
                  </a:lnTo>
                  <a:lnTo>
                    <a:pt x="4701890" y="723280"/>
                  </a:lnTo>
                  <a:lnTo>
                    <a:pt x="4701984" y="723280"/>
                  </a:lnTo>
                  <a:lnTo>
                    <a:pt x="4702078" y="723280"/>
                  </a:lnTo>
                  <a:lnTo>
                    <a:pt x="4702172" y="723280"/>
                  </a:lnTo>
                  <a:lnTo>
                    <a:pt x="4702266" y="723280"/>
                  </a:lnTo>
                  <a:lnTo>
                    <a:pt x="4702266" y="718001"/>
                  </a:lnTo>
                  <a:lnTo>
                    <a:pt x="4702360" y="718001"/>
                  </a:lnTo>
                  <a:lnTo>
                    <a:pt x="4702454" y="718001"/>
                  </a:lnTo>
                  <a:lnTo>
                    <a:pt x="4702548" y="718001"/>
                  </a:lnTo>
                  <a:lnTo>
                    <a:pt x="4702642" y="718001"/>
                  </a:lnTo>
                  <a:lnTo>
                    <a:pt x="4702736" y="718001"/>
                  </a:lnTo>
                  <a:lnTo>
                    <a:pt x="4702830" y="718001"/>
                  </a:lnTo>
                  <a:lnTo>
                    <a:pt x="4702924" y="718001"/>
                  </a:lnTo>
                  <a:lnTo>
                    <a:pt x="4703018" y="718001"/>
                  </a:lnTo>
                  <a:lnTo>
                    <a:pt x="4703113" y="718001"/>
                  </a:lnTo>
                  <a:lnTo>
                    <a:pt x="4703207" y="718001"/>
                  </a:lnTo>
                  <a:lnTo>
                    <a:pt x="4703301" y="718001"/>
                  </a:lnTo>
                  <a:lnTo>
                    <a:pt x="4703395" y="718001"/>
                  </a:lnTo>
                  <a:lnTo>
                    <a:pt x="4703489" y="718001"/>
                  </a:lnTo>
                  <a:lnTo>
                    <a:pt x="4703583" y="718001"/>
                  </a:lnTo>
                  <a:lnTo>
                    <a:pt x="4703677" y="718001"/>
                  </a:lnTo>
                  <a:lnTo>
                    <a:pt x="4703771" y="718001"/>
                  </a:lnTo>
                  <a:lnTo>
                    <a:pt x="4703865" y="718001"/>
                  </a:lnTo>
                  <a:lnTo>
                    <a:pt x="4703959" y="718001"/>
                  </a:lnTo>
                  <a:lnTo>
                    <a:pt x="4704053" y="718001"/>
                  </a:lnTo>
                  <a:lnTo>
                    <a:pt x="4704147" y="718001"/>
                  </a:lnTo>
                  <a:lnTo>
                    <a:pt x="4704241" y="718001"/>
                  </a:lnTo>
                  <a:lnTo>
                    <a:pt x="4704335" y="718001"/>
                  </a:lnTo>
                  <a:lnTo>
                    <a:pt x="4704429" y="718001"/>
                  </a:lnTo>
                  <a:lnTo>
                    <a:pt x="4704523" y="718001"/>
                  </a:lnTo>
                  <a:lnTo>
                    <a:pt x="4704617" y="718001"/>
                  </a:lnTo>
                  <a:lnTo>
                    <a:pt x="4704711" y="718001"/>
                  </a:lnTo>
                  <a:lnTo>
                    <a:pt x="4704805" y="718001"/>
                  </a:lnTo>
                  <a:lnTo>
                    <a:pt x="4704899" y="718001"/>
                  </a:lnTo>
                  <a:lnTo>
                    <a:pt x="4704993" y="718001"/>
                  </a:lnTo>
                  <a:lnTo>
                    <a:pt x="4705087" y="718001"/>
                  </a:lnTo>
                  <a:lnTo>
                    <a:pt x="4705181" y="718001"/>
                  </a:lnTo>
                  <a:lnTo>
                    <a:pt x="4705275" y="718001"/>
                  </a:lnTo>
                  <a:lnTo>
                    <a:pt x="4705369" y="718001"/>
                  </a:lnTo>
                  <a:lnTo>
                    <a:pt x="4705463" y="718001"/>
                  </a:lnTo>
                  <a:lnTo>
                    <a:pt x="4705557" y="718001"/>
                  </a:lnTo>
                  <a:lnTo>
                    <a:pt x="4705651" y="718001"/>
                  </a:lnTo>
                  <a:lnTo>
                    <a:pt x="4705745" y="718001"/>
                  </a:lnTo>
                  <a:lnTo>
                    <a:pt x="4705839" y="718001"/>
                  </a:lnTo>
                  <a:lnTo>
                    <a:pt x="4705933" y="718001"/>
                  </a:lnTo>
                  <a:lnTo>
                    <a:pt x="4706027" y="718001"/>
                  </a:lnTo>
                  <a:lnTo>
                    <a:pt x="4706121" y="718001"/>
                  </a:lnTo>
                  <a:lnTo>
                    <a:pt x="4706215" y="718001"/>
                  </a:lnTo>
                  <a:lnTo>
                    <a:pt x="4706309" y="718001"/>
                  </a:lnTo>
                  <a:lnTo>
                    <a:pt x="4706403" y="718001"/>
                  </a:lnTo>
                  <a:lnTo>
                    <a:pt x="4706497" y="718001"/>
                  </a:lnTo>
                  <a:lnTo>
                    <a:pt x="4706591" y="718001"/>
                  </a:lnTo>
                  <a:lnTo>
                    <a:pt x="4706686" y="718001"/>
                  </a:lnTo>
                  <a:lnTo>
                    <a:pt x="4706780" y="718001"/>
                  </a:lnTo>
                  <a:lnTo>
                    <a:pt x="4706874" y="718001"/>
                  </a:lnTo>
                  <a:lnTo>
                    <a:pt x="4706968" y="718001"/>
                  </a:lnTo>
                  <a:lnTo>
                    <a:pt x="4707062" y="718001"/>
                  </a:lnTo>
                  <a:lnTo>
                    <a:pt x="4707156" y="718001"/>
                  </a:lnTo>
                  <a:lnTo>
                    <a:pt x="4707250" y="718001"/>
                  </a:lnTo>
                  <a:lnTo>
                    <a:pt x="4707344" y="718001"/>
                  </a:lnTo>
                  <a:lnTo>
                    <a:pt x="4707438" y="718001"/>
                  </a:lnTo>
                  <a:lnTo>
                    <a:pt x="4707532" y="718001"/>
                  </a:lnTo>
                  <a:lnTo>
                    <a:pt x="4707626" y="718001"/>
                  </a:lnTo>
                  <a:lnTo>
                    <a:pt x="4707720" y="718001"/>
                  </a:lnTo>
                  <a:lnTo>
                    <a:pt x="4707814" y="718001"/>
                  </a:lnTo>
                  <a:lnTo>
                    <a:pt x="4707908" y="718001"/>
                  </a:lnTo>
                  <a:lnTo>
                    <a:pt x="4708002" y="718001"/>
                  </a:lnTo>
                  <a:lnTo>
                    <a:pt x="4708096" y="718001"/>
                  </a:lnTo>
                  <a:lnTo>
                    <a:pt x="4708190" y="718001"/>
                  </a:lnTo>
                  <a:lnTo>
                    <a:pt x="4708284" y="718001"/>
                  </a:lnTo>
                  <a:lnTo>
                    <a:pt x="4708378" y="718001"/>
                  </a:lnTo>
                  <a:lnTo>
                    <a:pt x="4708472" y="718001"/>
                  </a:lnTo>
                  <a:lnTo>
                    <a:pt x="4708566" y="718001"/>
                  </a:lnTo>
                  <a:lnTo>
                    <a:pt x="4708660" y="718001"/>
                  </a:lnTo>
                  <a:lnTo>
                    <a:pt x="4708754" y="718001"/>
                  </a:lnTo>
                  <a:lnTo>
                    <a:pt x="4708848" y="718001"/>
                  </a:lnTo>
                  <a:lnTo>
                    <a:pt x="4708942" y="718001"/>
                  </a:lnTo>
                  <a:lnTo>
                    <a:pt x="4709036" y="718001"/>
                  </a:lnTo>
                  <a:lnTo>
                    <a:pt x="4709130" y="718001"/>
                  </a:lnTo>
                  <a:lnTo>
                    <a:pt x="4709224" y="718001"/>
                  </a:lnTo>
                  <a:lnTo>
                    <a:pt x="4709318" y="718001"/>
                  </a:lnTo>
                  <a:lnTo>
                    <a:pt x="4709412" y="718001"/>
                  </a:lnTo>
                  <a:lnTo>
                    <a:pt x="4709412" y="712721"/>
                  </a:lnTo>
                  <a:lnTo>
                    <a:pt x="4709506" y="712721"/>
                  </a:lnTo>
                  <a:lnTo>
                    <a:pt x="4709600" y="712721"/>
                  </a:lnTo>
                  <a:lnTo>
                    <a:pt x="4709694" y="712721"/>
                  </a:lnTo>
                  <a:lnTo>
                    <a:pt x="4709788" y="712721"/>
                  </a:lnTo>
                  <a:lnTo>
                    <a:pt x="4709882" y="712721"/>
                  </a:lnTo>
                  <a:lnTo>
                    <a:pt x="4709976" y="712721"/>
                  </a:lnTo>
                  <a:lnTo>
                    <a:pt x="4710070" y="712721"/>
                  </a:lnTo>
                  <a:lnTo>
                    <a:pt x="4710164" y="712721"/>
                  </a:lnTo>
                  <a:lnTo>
                    <a:pt x="4710259" y="712721"/>
                  </a:lnTo>
                  <a:lnTo>
                    <a:pt x="4710353" y="712721"/>
                  </a:lnTo>
                  <a:lnTo>
                    <a:pt x="4710447" y="712721"/>
                  </a:lnTo>
                  <a:lnTo>
                    <a:pt x="4710541" y="712721"/>
                  </a:lnTo>
                  <a:lnTo>
                    <a:pt x="4710635" y="712721"/>
                  </a:lnTo>
                  <a:lnTo>
                    <a:pt x="4710729" y="712721"/>
                  </a:lnTo>
                  <a:lnTo>
                    <a:pt x="4710823" y="712721"/>
                  </a:lnTo>
                  <a:lnTo>
                    <a:pt x="4710917" y="712721"/>
                  </a:lnTo>
                  <a:lnTo>
                    <a:pt x="4711011" y="712721"/>
                  </a:lnTo>
                  <a:lnTo>
                    <a:pt x="4711105" y="712721"/>
                  </a:lnTo>
                  <a:lnTo>
                    <a:pt x="4711199" y="712721"/>
                  </a:lnTo>
                  <a:lnTo>
                    <a:pt x="4711293" y="712721"/>
                  </a:lnTo>
                  <a:lnTo>
                    <a:pt x="4711387" y="712721"/>
                  </a:lnTo>
                  <a:lnTo>
                    <a:pt x="4711481" y="712721"/>
                  </a:lnTo>
                  <a:lnTo>
                    <a:pt x="4711575" y="712721"/>
                  </a:lnTo>
                  <a:lnTo>
                    <a:pt x="4711669" y="712721"/>
                  </a:lnTo>
                  <a:lnTo>
                    <a:pt x="4711763" y="712721"/>
                  </a:lnTo>
                  <a:lnTo>
                    <a:pt x="4711857" y="712721"/>
                  </a:lnTo>
                  <a:lnTo>
                    <a:pt x="4711951" y="712721"/>
                  </a:lnTo>
                  <a:lnTo>
                    <a:pt x="4712045" y="712721"/>
                  </a:lnTo>
                  <a:lnTo>
                    <a:pt x="4712139" y="712721"/>
                  </a:lnTo>
                  <a:lnTo>
                    <a:pt x="4712233" y="712721"/>
                  </a:lnTo>
                  <a:lnTo>
                    <a:pt x="4712327" y="712721"/>
                  </a:lnTo>
                  <a:lnTo>
                    <a:pt x="4712421" y="712721"/>
                  </a:lnTo>
                  <a:lnTo>
                    <a:pt x="4712421" y="707442"/>
                  </a:lnTo>
                  <a:lnTo>
                    <a:pt x="4712515" y="707442"/>
                  </a:lnTo>
                  <a:lnTo>
                    <a:pt x="4712609" y="707442"/>
                  </a:lnTo>
                  <a:lnTo>
                    <a:pt x="4712703" y="707442"/>
                  </a:lnTo>
                  <a:lnTo>
                    <a:pt x="4712797" y="707442"/>
                  </a:lnTo>
                  <a:lnTo>
                    <a:pt x="4712891" y="707442"/>
                  </a:lnTo>
                  <a:lnTo>
                    <a:pt x="4712985" y="707442"/>
                  </a:lnTo>
                  <a:lnTo>
                    <a:pt x="4713079" y="707442"/>
                  </a:lnTo>
                  <a:lnTo>
                    <a:pt x="4713173" y="707442"/>
                  </a:lnTo>
                  <a:lnTo>
                    <a:pt x="4713267" y="707442"/>
                  </a:lnTo>
                  <a:lnTo>
                    <a:pt x="4713361" y="707442"/>
                  </a:lnTo>
                  <a:lnTo>
                    <a:pt x="4713455" y="707442"/>
                  </a:lnTo>
                  <a:lnTo>
                    <a:pt x="4713455" y="702163"/>
                  </a:lnTo>
                  <a:lnTo>
                    <a:pt x="4713549" y="702163"/>
                  </a:lnTo>
                  <a:lnTo>
                    <a:pt x="4713643" y="702163"/>
                  </a:lnTo>
                  <a:lnTo>
                    <a:pt x="4713737" y="702163"/>
                  </a:lnTo>
                  <a:lnTo>
                    <a:pt x="4713832" y="702163"/>
                  </a:lnTo>
                  <a:lnTo>
                    <a:pt x="4713926" y="702163"/>
                  </a:lnTo>
                  <a:lnTo>
                    <a:pt x="4714020" y="702163"/>
                  </a:lnTo>
                  <a:lnTo>
                    <a:pt x="4714114" y="702163"/>
                  </a:lnTo>
                  <a:lnTo>
                    <a:pt x="4714208" y="702163"/>
                  </a:lnTo>
                  <a:lnTo>
                    <a:pt x="4714302" y="702163"/>
                  </a:lnTo>
                  <a:lnTo>
                    <a:pt x="4714396" y="702163"/>
                  </a:lnTo>
                  <a:lnTo>
                    <a:pt x="4714490" y="702163"/>
                  </a:lnTo>
                  <a:lnTo>
                    <a:pt x="4714584" y="702163"/>
                  </a:lnTo>
                  <a:lnTo>
                    <a:pt x="4714678" y="702163"/>
                  </a:lnTo>
                  <a:lnTo>
                    <a:pt x="4714772" y="702163"/>
                  </a:lnTo>
                  <a:lnTo>
                    <a:pt x="4714866" y="702163"/>
                  </a:lnTo>
                  <a:lnTo>
                    <a:pt x="4714960" y="702163"/>
                  </a:lnTo>
                  <a:lnTo>
                    <a:pt x="4715054" y="702163"/>
                  </a:lnTo>
                  <a:lnTo>
                    <a:pt x="4715148" y="702163"/>
                  </a:lnTo>
                  <a:lnTo>
                    <a:pt x="4715242" y="702163"/>
                  </a:lnTo>
                  <a:lnTo>
                    <a:pt x="4715336" y="702163"/>
                  </a:lnTo>
                  <a:lnTo>
                    <a:pt x="4715430" y="702163"/>
                  </a:lnTo>
                  <a:lnTo>
                    <a:pt x="4715524" y="702163"/>
                  </a:lnTo>
                  <a:lnTo>
                    <a:pt x="4715618" y="702163"/>
                  </a:lnTo>
                  <a:lnTo>
                    <a:pt x="4715712" y="702163"/>
                  </a:lnTo>
                  <a:lnTo>
                    <a:pt x="4715806" y="702163"/>
                  </a:lnTo>
                  <a:lnTo>
                    <a:pt x="4715900" y="702163"/>
                  </a:lnTo>
                  <a:lnTo>
                    <a:pt x="4715994" y="702163"/>
                  </a:lnTo>
                  <a:lnTo>
                    <a:pt x="4716088" y="702163"/>
                  </a:lnTo>
                  <a:lnTo>
                    <a:pt x="4716182" y="702163"/>
                  </a:lnTo>
                  <a:lnTo>
                    <a:pt x="4716276" y="702163"/>
                  </a:lnTo>
                  <a:lnTo>
                    <a:pt x="4716370" y="702163"/>
                  </a:lnTo>
                  <a:lnTo>
                    <a:pt x="4716464" y="702163"/>
                  </a:lnTo>
                  <a:lnTo>
                    <a:pt x="4716558" y="702163"/>
                  </a:lnTo>
                  <a:lnTo>
                    <a:pt x="4716652" y="702163"/>
                  </a:lnTo>
                  <a:lnTo>
                    <a:pt x="4716746" y="702163"/>
                  </a:lnTo>
                  <a:lnTo>
                    <a:pt x="4716840" y="702163"/>
                  </a:lnTo>
                  <a:lnTo>
                    <a:pt x="4716934" y="702163"/>
                  </a:lnTo>
                  <a:lnTo>
                    <a:pt x="4717028" y="702163"/>
                  </a:lnTo>
                  <a:lnTo>
                    <a:pt x="4717122" y="702163"/>
                  </a:lnTo>
                  <a:lnTo>
                    <a:pt x="4717216" y="702163"/>
                  </a:lnTo>
                  <a:lnTo>
                    <a:pt x="4717311" y="702163"/>
                  </a:lnTo>
                  <a:lnTo>
                    <a:pt x="4717405" y="702163"/>
                  </a:lnTo>
                  <a:lnTo>
                    <a:pt x="4717499" y="702163"/>
                  </a:lnTo>
                  <a:lnTo>
                    <a:pt x="4717593" y="702163"/>
                  </a:lnTo>
                  <a:lnTo>
                    <a:pt x="4717687" y="702163"/>
                  </a:lnTo>
                  <a:lnTo>
                    <a:pt x="4717781" y="702163"/>
                  </a:lnTo>
                  <a:lnTo>
                    <a:pt x="4717875" y="702163"/>
                  </a:lnTo>
                  <a:lnTo>
                    <a:pt x="4717969" y="702163"/>
                  </a:lnTo>
                  <a:lnTo>
                    <a:pt x="4718063" y="702163"/>
                  </a:lnTo>
                  <a:lnTo>
                    <a:pt x="4718157" y="702163"/>
                  </a:lnTo>
                  <a:lnTo>
                    <a:pt x="4718251" y="702163"/>
                  </a:lnTo>
                  <a:lnTo>
                    <a:pt x="4718345" y="702163"/>
                  </a:lnTo>
                  <a:lnTo>
                    <a:pt x="4718439" y="702163"/>
                  </a:lnTo>
                  <a:lnTo>
                    <a:pt x="4718533" y="702163"/>
                  </a:lnTo>
                  <a:lnTo>
                    <a:pt x="4718627" y="702163"/>
                  </a:lnTo>
                  <a:lnTo>
                    <a:pt x="4718721" y="702163"/>
                  </a:lnTo>
                  <a:lnTo>
                    <a:pt x="4718815" y="702163"/>
                  </a:lnTo>
                  <a:lnTo>
                    <a:pt x="4718909" y="702163"/>
                  </a:lnTo>
                  <a:lnTo>
                    <a:pt x="4719003" y="702163"/>
                  </a:lnTo>
                  <a:lnTo>
                    <a:pt x="4719097" y="702163"/>
                  </a:lnTo>
                  <a:lnTo>
                    <a:pt x="4719191" y="702163"/>
                  </a:lnTo>
                  <a:lnTo>
                    <a:pt x="4719285" y="702163"/>
                  </a:lnTo>
                  <a:lnTo>
                    <a:pt x="4719379" y="702163"/>
                  </a:lnTo>
                  <a:lnTo>
                    <a:pt x="4719473" y="702163"/>
                  </a:lnTo>
                  <a:lnTo>
                    <a:pt x="4719567" y="702163"/>
                  </a:lnTo>
                  <a:lnTo>
                    <a:pt x="4719661" y="702163"/>
                  </a:lnTo>
                  <a:lnTo>
                    <a:pt x="4719755" y="702163"/>
                  </a:lnTo>
                  <a:lnTo>
                    <a:pt x="4719849" y="702163"/>
                  </a:lnTo>
                  <a:lnTo>
                    <a:pt x="4719943" y="702163"/>
                  </a:lnTo>
                  <a:lnTo>
                    <a:pt x="4720037" y="702163"/>
                  </a:lnTo>
                  <a:lnTo>
                    <a:pt x="4720131" y="702163"/>
                  </a:lnTo>
                  <a:lnTo>
                    <a:pt x="4720225" y="702163"/>
                  </a:lnTo>
                  <a:lnTo>
                    <a:pt x="4720319" y="702163"/>
                  </a:lnTo>
                  <a:lnTo>
                    <a:pt x="4720413" y="702163"/>
                  </a:lnTo>
                  <a:lnTo>
                    <a:pt x="4720507" y="702163"/>
                  </a:lnTo>
                  <a:lnTo>
                    <a:pt x="4720601" y="702163"/>
                  </a:lnTo>
                  <a:lnTo>
                    <a:pt x="4720695" y="702163"/>
                  </a:lnTo>
                  <a:lnTo>
                    <a:pt x="4720789" y="702163"/>
                  </a:lnTo>
                  <a:lnTo>
                    <a:pt x="4720884" y="702163"/>
                  </a:lnTo>
                  <a:lnTo>
                    <a:pt x="4720978" y="702163"/>
                  </a:lnTo>
                  <a:lnTo>
                    <a:pt x="4721072" y="702163"/>
                  </a:lnTo>
                  <a:lnTo>
                    <a:pt x="4721166" y="702163"/>
                  </a:lnTo>
                  <a:lnTo>
                    <a:pt x="4721260" y="702163"/>
                  </a:lnTo>
                  <a:lnTo>
                    <a:pt x="4721354" y="702163"/>
                  </a:lnTo>
                  <a:lnTo>
                    <a:pt x="4721448" y="702163"/>
                  </a:lnTo>
                  <a:lnTo>
                    <a:pt x="4721542" y="702163"/>
                  </a:lnTo>
                  <a:lnTo>
                    <a:pt x="4721636" y="702163"/>
                  </a:lnTo>
                  <a:lnTo>
                    <a:pt x="4721730" y="702163"/>
                  </a:lnTo>
                  <a:lnTo>
                    <a:pt x="4721824" y="702163"/>
                  </a:lnTo>
                  <a:lnTo>
                    <a:pt x="4721918" y="702163"/>
                  </a:lnTo>
                  <a:lnTo>
                    <a:pt x="4722012" y="702163"/>
                  </a:lnTo>
                  <a:lnTo>
                    <a:pt x="4722106" y="702163"/>
                  </a:lnTo>
                  <a:lnTo>
                    <a:pt x="4722200" y="702163"/>
                  </a:lnTo>
                  <a:lnTo>
                    <a:pt x="4722294" y="702163"/>
                  </a:lnTo>
                  <a:lnTo>
                    <a:pt x="4722388" y="702163"/>
                  </a:lnTo>
                  <a:lnTo>
                    <a:pt x="4722482" y="702163"/>
                  </a:lnTo>
                  <a:lnTo>
                    <a:pt x="4722576" y="702163"/>
                  </a:lnTo>
                  <a:lnTo>
                    <a:pt x="4722670" y="702163"/>
                  </a:lnTo>
                  <a:lnTo>
                    <a:pt x="4722764" y="702163"/>
                  </a:lnTo>
                  <a:lnTo>
                    <a:pt x="4722858" y="702163"/>
                  </a:lnTo>
                  <a:lnTo>
                    <a:pt x="4722952" y="702163"/>
                  </a:lnTo>
                  <a:lnTo>
                    <a:pt x="4723046" y="702163"/>
                  </a:lnTo>
                  <a:lnTo>
                    <a:pt x="4723140" y="702163"/>
                  </a:lnTo>
                  <a:lnTo>
                    <a:pt x="4723234" y="702163"/>
                  </a:lnTo>
                  <a:lnTo>
                    <a:pt x="4723328" y="702163"/>
                  </a:lnTo>
                  <a:lnTo>
                    <a:pt x="4723422" y="702163"/>
                  </a:lnTo>
                  <a:lnTo>
                    <a:pt x="4723516" y="702163"/>
                  </a:lnTo>
                  <a:lnTo>
                    <a:pt x="4723610" y="702163"/>
                  </a:lnTo>
                  <a:lnTo>
                    <a:pt x="4723704" y="702163"/>
                  </a:lnTo>
                  <a:lnTo>
                    <a:pt x="4723798" y="702163"/>
                  </a:lnTo>
                  <a:lnTo>
                    <a:pt x="4723892" y="702163"/>
                  </a:lnTo>
                  <a:lnTo>
                    <a:pt x="4723986" y="702163"/>
                  </a:lnTo>
                  <a:lnTo>
                    <a:pt x="4724080" y="702163"/>
                  </a:lnTo>
                  <a:lnTo>
                    <a:pt x="4724080" y="696883"/>
                  </a:lnTo>
                  <a:lnTo>
                    <a:pt x="4724174" y="696883"/>
                  </a:lnTo>
                  <a:lnTo>
                    <a:pt x="4724268" y="696883"/>
                  </a:lnTo>
                  <a:lnTo>
                    <a:pt x="4724362" y="696883"/>
                  </a:lnTo>
                  <a:lnTo>
                    <a:pt x="4724457" y="696883"/>
                  </a:lnTo>
                  <a:lnTo>
                    <a:pt x="4724551" y="696883"/>
                  </a:lnTo>
                  <a:lnTo>
                    <a:pt x="4724645" y="696883"/>
                  </a:lnTo>
                  <a:lnTo>
                    <a:pt x="4724739" y="696883"/>
                  </a:lnTo>
                  <a:lnTo>
                    <a:pt x="4724833" y="696883"/>
                  </a:lnTo>
                  <a:lnTo>
                    <a:pt x="4724927" y="696883"/>
                  </a:lnTo>
                  <a:lnTo>
                    <a:pt x="4725021" y="696883"/>
                  </a:lnTo>
                  <a:lnTo>
                    <a:pt x="4725115" y="696883"/>
                  </a:lnTo>
                  <a:lnTo>
                    <a:pt x="4725209" y="696883"/>
                  </a:lnTo>
                  <a:lnTo>
                    <a:pt x="4725303" y="696883"/>
                  </a:lnTo>
                  <a:lnTo>
                    <a:pt x="4725397" y="696883"/>
                  </a:lnTo>
                  <a:lnTo>
                    <a:pt x="4725491" y="696883"/>
                  </a:lnTo>
                  <a:lnTo>
                    <a:pt x="4725585" y="696883"/>
                  </a:lnTo>
                  <a:lnTo>
                    <a:pt x="4725679" y="696883"/>
                  </a:lnTo>
                  <a:lnTo>
                    <a:pt x="4725773" y="696883"/>
                  </a:lnTo>
                  <a:lnTo>
                    <a:pt x="4725867" y="696883"/>
                  </a:lnTo>
                  <a:lnTo>
                    <a:pt x="4725961" y="696883"/>
                  </a:lnTo>
                  <a:lnTo>
                    <a:pt x="4726055" y="696883"/>
                  </a:lnTo>
                  <a:lnTo>
                    <a:pt x="4726149" y="696883"/>
                  </a:lnTo>
                  <a:lnTo>
                    <a:pt x="4726243" y="696883"/>
                  </a:lnTo>
                  <a:lnTo>
                    <a:pt x="4726337" y="696883"/>
                  </a:lnTo>
                  <a:lnTo>
                    <a:pt x="4726431" y="696883"/>
                  </a:lnTo>
                  <a:lnTo>
                    <a:pt x="4726525" y="696883"/>
                  </a:lnTo>
                  <a:lnTo>
                    <a:pt x="4726619" y="696883"/>
                  </a:lnTo>
                  <a:lnTo>
                    <a:pt x="4726713" y="696883"/>
                  </a:lnTo>
                  <a:lnTo>
                    <a:pt x="4726807" y="696883"/>
                  </a:lnTo>
                  <a:lnTo>
                    <a:pt x="4726901" y="696883"/>
                  </a:lnTo>
                  <a:lnTo>
                    <a:pt x="4726995" y="696883"/>
                  </a:lnTo>
                  <a:lnTo>
                    <a:pt x="4727089" y="696883"/>
                  </a:lnTo>
                  <a:lnTo>
                    <a:pt x="4727183" y="696883"/>
                  </a:lnTo>
                  <a:lnTo>
                    <a:pt x="4727277" y="696883"/>
                  </a:lnTo>
                  <a:lnTo>
                    <a:pt x="4727371" y="696883"/>
                  </a:lnTo>
                  <a:lnTo>
                    <a:pt x="4727465" y="696883"/>
                  </a:lnTo>
                  <a:lnTo>
                    <a:pt x="4727559" y="696883"/>
                  </a:lnTo>
                  <a:lnTo>
                    <a:pt x="4727653" y="696883"/>
                  </a:lnTo>
                  <a:lnTo>
                    <a:pt x="4727747" y="696883"/>
                  </a:lnTo>
                  <a:lnTo>
                    <a:pt x="4727841" y="696883"/>
                  </a:lnTo>
                  <a:lnTo>
                    <a:pt x="4727936" y="696883"/>
                  </a:lnTo>
                  <a:lnTo>
                    <a:pt x="4728030" y="696883"/>
                  </a:lnTo>
                  <a:lnTo>
                    <a:pt x="4728124" y="696883"/>
                  </a:lnTo>
                  <a:lnTo>
                    <a:pt x="4728218" y="696883"/>
                  </a:lnTo>
                  <a:lnTo>
                    <a:pt x="4728312" y="696883"/>
                  </a:lnTo>
                  <a:lnTo>
                    <a:pt x="4728406" y="696883"/>
                  </a:lnTo>
                  <a:lnTo>
                    <a:pt x="4728500" y="696883"/>
                  </a:lnTo>
                  <a:lnTo>
                    <a:pt x="4728594" y="696883"/>
                  </a:lnTo>
                  <a:lnTo>
                    <a:pt x="4728688" y="696883"/>
                  </a:lnTo>
                  <a:lnTo>
                    <a:pt x="4728782" y="696883"/>
                  </a:lnTo>
                  <a:lnTo>
                    <a:pt x="4728876" y="696883"/>
                  </a:lnTo>
                  <a:lnTo>
                    <a:pt x="4728970" y="696883"/>
                  </a:lnTo>
                  <a:lnTo>
                    <a:pt x="4729064" y="696883"/>
                  </a:lnTo>
                  <a:lnTo>
                    <a:pt x="4729158" y="696883"/>
                  </a:lnTo>
                  <a:lnTo>
                    <a:pt x="4729252" y="696883"/>
                  </a:lnTo>
                  <a:lnTo>
                    <a:pt x="4729346" y="696883"/>
                  </a:lnTo>
                  <a:lnTo>
                    <a:pt x="4729440" y="696883"/>
                  </a:lnTo>
                  <a:lnTo>
                    <a:pt x="4729534" y="696883"/>
                  </a:lnTo>
                  <a:lnTo>
                    <a:pt x="4729628" y="696883"/>
                  </a:lnTo>
                  <a:lnTo>
                    <a:pt x="4729722" y="696883"/>
                  </a:lnTo>
                  <a:lnTo>
                    <a:pt x="4729816" y="696883"/>
                  </a:lnTo>
                  <a:lnTo>
                    <a:pt x="4729910" y="696883"/>
                  </a:lnTo>
                  <a:lnTo>
                    <a:pt x="4730004" y="696883"/>
                  </a:lnTo>
                  <a:lnTo>
                    <a:pt x="4730098" y="696883"/>
                  </a:lnTo>
                  <a:lnTo>
                    <a:pt x="4730192" y="696883"/>
                  </a:lnTo>
                  <a:lnTo>
                    <a:pt x="4730286" y="696883"/>
                  </a:lnTo>
                  <a:lnTo>
                    <a:pt x="4730380" y="696883"/>
                  </a:lnTo>
                  <a:lnTo>
                    <a:pt x="4730474" y="696883"/>
                  </a:lnTo>
                  <a:lnTo>
                    <a:pt x="4730568" y="696883"/>
                  </a:lnTo>
                  <a:lnTo>
                    <a:pt x="4730662" y="696883"/>
                  </a:lnTo>
                  <a:lnTo>
                    <a:pt x="4730756" y="696883"/>
                  </a:lnTo>
                  <a:lnTo>
                    <a:pt x="4730850" y="696883"/>
                  </a:lnTo>
                  <a:lnTo>
                    <a:pt x="4730944" y="696883"/>
                  </a:lnTo>
                  <a:lnTo>
                    <a:pt x="4731038" y="696883"/>
                  </a:lnTo>
                  <a:lnTo>
                    <a:pt x="4731132" y="696883"/>
                  </a:lnTo>
                  <a:lnTo>
                    <a:pt x="4731226" y="696883"/>
                  </a:lnTo>
                  <a:lnTo>
                    <a:pt x="4731320" y="696883"/>
                  </a:lnTo>
                  <a:lnTo>
                    <a:pt x="4731414" y="696883"/>
                  </a:lnTo>
                  <a:lnTo>
                    <a:pt x="4731509" y="696883"/>
                  </a:lnTo>
                  <a:lnTo>
                    <a:pt x="4731603" y="696883"/>
                  </a:lnTo>
                  <a:lnTo>
                    <a:pt x="4731697" y="696883"/>
                  </a:lnTo>
                  <a:lnTo>
                    <a:pt x="4731791" y="696883"/>
                  </a:lnTo>
                  <a:lnTo>
                    <a:pt x="4731885" y="696883"/>
                  </a:lnTo>
                  <a:lnTo>
                    <a:pt x="4731979" y="696883"/>
                  </a:lnTo>
                  <a:lnTo>
                    <a:pt x="4732073" y="696883"/>
                  </a:lnTo>
                  <a:lnTo>
                    <a:pt x="4732167" y="696883"/>
                  </a:lnTo>
                  <a:lnTo>
                    <a:pt x="4732261" y="696883"/>
                  </a:lnTo>
                  <a:lnTo>
                    <a:pt x="4732355" y="696883"/>
                  </a:lnTo>
                  <a:lnTo>
                    <a:pt x="4732449" y="696883"/>
                  </a:lnTo>
                  <a:lnTo>
                    <a:pt x="4732543" y="696883"/>
                  </a:lnTo>
                  <a:lnTo>
                    <a:pt x="4732637" y="696883"/>
                  </a:lnTo>
                  <a:lnTo>
                    <a:pt x="4732731" y="696883"/>
                  </a:lnTo>
                  <a:lnTo>
                    <a:pt x="4732825" y="696883"/>
                  </a:lnTo>
                  <a:lnTo>
                    <a:pt x="4732825" y="691604"/>
                  </a:lnTo>
                  <a:lnTo>
                    <a:pt x="4732919" y="691604"/>
                  </a:lnTo>
                  <a:lnTo>
                    <a:pt x="4733013" y="691604"/>
                  </a:lnTo>
                  <a:lnTo>
                    <a:pt x="4733107" y="691604"/>
                  </a:lnTo>
                  <a:lnTo>
                    <a:pt x="4733201" y="691604"/>
                  </a:lnTo>
                  <a:lnTo>
                    <a:pt x="4733295" y="691604"/>
                  </a:lnTo>
                  <a:lnTo>
                    <a:pt x="4733389" y="691604"/>
                  </a:lnTo>
                  <a:lnTo>
                    <a:pt x="4733483" y="691604"/>
                  </a:lnTo>
                  <a:lnTo>
                    <a:pt x="4733577" y="691604"/>
                  </a:lnTo>
                  <a:lnTo>
                    <a:pt x="4733671" y="691604"/>
                  </a:lnTo>
                  <a:lnTo>
                    <a:pt x="4733765" y="691604"/>
                  </a:lnTo>
                  <a:lnTo>
                    <a:pt x="4733859" y="691604"/>
                  </a:lnTo>
                  <a:lnTo>
                    <a:pt x="4733953" y="691604"/>
                  </a:lnTo>
                  <a:lnTo>
                    <a:pt x="4734047" y="691604"/>
                  </a:lnTo>
                  <a:lnTo>
                    <a:pt x="4734141" y="691604"/>
                  </a:lnTo>
                  <a:lnTo>
                    <a:pt x="4734235" y="691604"/>
                  </a:lnTo>
                  <a:lnTo>
                    <a:pt x="4734329" y="691604"/>
                  </a:lnTo>
                  <a:lnTo>
                    <a:pt x="4734423" y="691604"/>
                  </a:lnTo>
                  <a:lnTo>
                    <a:pt x="4734517" y="691604"/>
                  </a:lnTo>
                  <a:lnTo>
                    <a:pt x="4734611" y="691604"/>
                  </a:lnTo>
                  <a:lnTo>
                    <a:pt x="4734705" y="691604"/>
                  </a:lnTo>
                  <a:lnTo>
                    <a:pt x="4734799" y="691604"/>
                  </a:lnTo>
                  <a:lnTo>
                    <a:pt x="4734893" y="691604"/>
                  </a:lnTo>
                  <a:lnTo>
                    <a:pt x="4734893" y="686324"/>
                  </a:lnTo>
                  <a:lnTo>
                    <a:pt x="4734987" y="686324"/>
                  </a:lnTo>
                  <a:lnTo>
                    <a:pt x="4735082" y="686324"/>
                  </a:lnTo>
                  <a:lnTo>
                    <a:pt x="4735176" y="686324"/>
                  </a:lnTo>
                  <a:lnTo>
                    <a:pt x="4735270" y="686324"/>
                  </a:lnTo>
                  <a:lnTo>
                    <a:pt x="4735364" y="686324"/>
                  </a:lnTo>
                  <a:lnTo>
                    <a:pt x="4735458" y="686324"/>
                  </a:lnTo>
                  <a:lnTo>
                    <a:pt x="4735552" y="686324"/>
                  </a:lnTo>
                  <a:lnTo>
                    <a:pt x="4735646" y="686324"/>
                  </a:lnTo>
                  <a:lnTo>
                    <a:pt x="4735740" y="686324"/>
                  </a:lnTo>
                  <a:lnTo>
                    <a:pt x="4735834" y="686324"/>
                  </a:lnTo>
                  <a:lnTo>
                    <a:pt x="4735928" y="686324"/>
                  </a:lnTo>
                  <a:lnTo>
                    <a:pt x="4736022" y="686324"/>
                  </a:lnTo>
                  <a:lnTo>
                    <a:pt x="4736116" y="686324"/>
                  </a:lnTo>
                  <a:lnTo>
                    <a:pt x="4736210" y="686324"/>
                  </a:lnTo>
                  <a:lnTo>
                    <a:pt x="4736304" y="686324"/>
                  </a:lnTo>
                  <a:lnTo>
                    <a:pt x="4736398" y="686324"/>
                  </a:lnTo>
                  <a:lnTo>
                    <a:pt x="4736492" y="686324"/>
                  </a:lnTo>
                  <a:lnTo>
                    <a:pt x="4736586" y="686324"/>
                  </a:lnTo>
                  <a:lnTo>
                    <a:pt x="4736680" y="686324"/>
                  </a:lnTo>
                  <a:lnTo>
                    <a:pt x="4736774" y="686324"/>
                  </a:lnTo>
                  <a:lnTo>
                    <a:pt x="4736868" y="686324"/>
                  </a:lnTo>
                  <a:lnTo>
                    <a:pt x="4736962" y="686324"/>
                  </a:lnTo>
                  <a:lnTo>
                    <a:pt x="4737056" y="686324"/>
                  </a:lnTo>
                  <a:lnTo>
                    <a:pt x="4737150" y="686324"/>
                  </a:lnTo>
                  <a:lnTo>
                    <a:pt x="4737244" y="686324"/>
                  </a:lnTo>
                  <a:lnTo>
                    <a:pt x="4737338" y="686324"/>
                  </a:lnTo>
                  <a:lnTo>
                    <a:pt x="4737432" y="686324"/>
                  </a:lnTo>
                  <a:lnTo>
                    <a:pt x="4737526" y="686324"/>
                  </a:lnTo>
                  <a:lnTo>
                    <a:pt x="4737620" y="686324"/>
                  </a:lnTo>
                  <a:lnTo>
                    <a:pt x="4737714" y="686324"/>
                  </a:lnTo>
                  <a:lnTo>
                    <a:pt x="4737808" y="686324"/>
                  </a:lnTo>
                  <a:lnTo>
                    <a:pt x="4737902" y="686324"/>
                  </a:lnTo>
                  <a:lnTo>
                    <a:pt x="4737996" y="686324"/>
                  </a:lnTo>
                  <a:lnTo>
                    <a:pt x="4738090" y="686324"/>
                  </a:lnTo>
                  <a:lnTo>
                    <a:pt x="4738184" y="686324"/>
                  </a:lnTo>
                  <a:lnTo>
                    <a:pt x="4738278" y="686324"/>
                  </a:lnTo>
                  <a:lnTo>
                    <a:pt x="4738372" y="686324"/>
                  </a:lnTo>
                  <a:lnTo>
                    <a:pt x="4738466" y="686324"/>
                  </a:lnTo>
                  <a:lnTo>
                    <a:pt x="4738561" y="686324"/>
                  </a:lnTo>
                  <a:lnTo>
                    <a:pt x="4738655" y="686324"/>
                  </a:lnTo>
                  <a:lnTo>
                    <a:pt x="4738749" y="686324"/>
                  </a:lnTo>
                  <a:lnTo>
                    <a:pt x="4738843" y="686324"/>
                  </a:lnTo>
                  <a:lnTo>
                    <a:pt x="4738937" y="686324"/>
                  </a:lnTo>
                  <a:lnTo>
                    <a:pt x="4739031" y="686324"/>
                  </a:lnTo>
                  <a:lnTo>
                    <a:pt x="4739125" y="686324"/>
                  </a:lnTo>
                  <a:lnTo>
                    <a:pt x="4739219" y="686324"/>
                  </a:lnTo>
                  <a:lnTo>
                    <a:pt x="4739313" y="686324"/>
                  </a:lnTo>
                  <a:lnTo>
                    <a:pt x="4739407" y="686324"/>
                  </a:lnTo>
                  <a:lnTo>
                    <a:pt x="4739501" y="686324"/>
                  </a:lnTo>
                  <a:lnTo>
                    <a:pt x="4739595" y="686324"/>
                  </a:lnTo>
                  <a:lnTo>
                    <a:pt x="4739689" y="686324"/>
                  </a:lnTo>
                  <a:lnTo>
                    <a:pt x="4739783" y="686324"/>
                  </a:lnTo>
                  <a:lnTo>
                    <a:pt x="4739877" y="686324"/>
                  </a:lnTo>
                  <a:lnTo>
                    <a:pt x="4739971" y="686324"/>
                  </a:lnTo>
                  <a:lnTo>
                    <a:pt x="4740065" y="686324"/>
                  </a:lnTo>
                  <a:lnTo>
                    <a:pt x="4740159" y="686324"/>
                  </a:lnTo>
                  <a:lnTo>
                    <a:pt x="4740253" y="686324"/>
                  </a:lnTo>
                  <a:lnTo>
                    <a:pt x="4740347" y="686324"/>
                  </a:lnTo>
                  <a:lnTo>
                    <a:pt x="4740441" y="686324"/>
                  </a:lnTo>
                  <a:lnTo>
                    <a:pt x="4740535" y="686324"/>
                  </a:lnTo>
                  <a:lnTo>
                    <a:pt x="4740629" y="686324"/>
                  </a:lnTo>
                  <a:lnTo>
                    <a:pt x="4740723" y="686324"/>
                  </a:lnTo>
                  <a:lnTo>
                    <a:pt x="4740817" y="686324"/>
                  </a:lnTo>
                  <a:lnTo>
                    <a:pt x="4740911" y="686324"/>
                  </a:lnTo>
                  <a:lnTo>
                    <a:pt x="4741005" y="686324"/>
                  </a:lnTo>
                  <a:lnTo>
                    <a:pt x="4741099" y="686324"/>
                  </a:lnTo>
                  <a:lnTo>
                    <a:pt x="4741193" y="686324"/>
                  </a:lnTo>
                  <a:lnTo>
                    <a:pt x="4741287" y="686324"/>
                  </a:lnTo>
                  <a:lnTo>
                    <a:pt x="4741381" y="686324"/>
                  </a:lnTo>
                  <a:lnTo>
                    <a:pt x="4741475" y="686324"/>
                  </a:lnTo>
                  <a:lnTo>
                    <a:pt x="4741569" y="686324"/>
                  </a:lnTo>
                  <a:lnTo>
                    <a:pt x="4741663" y="686324"/>
                  </a:lnTo>
                  <a:lnTo>
                    <a:pt x="4741757" y="686324"/>
                  </a:lnTo>
                  <a:lnTo>
                    <a:pt x="4741851" y="686324"/>
                  </a:lnTo>
                  <a:lnTo>
                    <a:pt x="4741945" y="686324"/>
                  </a:lnTo>
                  <a:lnTo>
                    <a:pt x="4742039" y="686324"/>
                  </a:lnTo>
                  <a:lnTo>
                    <a:pt x="4742134" y="686324"/>
                  </a:lnTo>
                  <a:lnTo>
                    <a:pt x="4742228" y="686324"/>
                  </a:lnTo>
                  <a:lnTo>
                    <a:pt x="4742322" y="686324"/>
                  </a:lnTo>
                  <a:lnTo>
                    <a:pt x="4742416" y="686324"/>
                  </a:lnTo>
                  <a:lnTo>
                    <a:pt x="4742510" y="686324"/>
                  </a:lnTo>
                  <a:lnTo>
                    <a:pt x="4742604" y="686324"/>
                  </a:lnTo>
                  <a:lnTo>
                    <a:pt x="4742698" y="686324"/>
                  </a:lnTo>
                  <a:lnTo>
                    <a:pt x="4742792" y="686324"/>
                  </a:lnTo>
                  <a:lnTo>
                    <a:pt x="4742886" y="686324"/>
                  </a:lnTo>
                  <a:lnTo>
                    <a:pt x="4742980" y="686324"/>
                  </a:lnTo>
                  <a:lnTo>
                    <a:pt x="4743074" y="686324"/>
                  </a:lnTo>
                  <a:lnTo>
                    <a:pt x="4743168" y="686324"/>
                  </a:lnTo>
                  <a:lnTo>
                    <a:pt x="4743262" y="686324"/>
                  </a:lnTo>
                  <a:lnTo>
                    <a:pt x="4743356" y="686324"/>
                  </a:lnTo>
                  <a:lnTo>
                    <a:pt x="4743450" y="686324"/>
                  </a:lnTo>
                  <a:lnTo>
                    <a:pt x="4743544" y="686324"/>
                  </a:lnTo>
                  <a:lnTo>
                    <a:pt x="4743638" y="686324"/>
                  </a:lnTo>
                  <a:lnTo>
                    <a:pt x="4743732" y="686324"/>
                  </a:lnTo>
                  <a:lnTo>
                    <a:pt x="4743826" y="686324"/>
                  </a:lnTo>
                  <a:lnTo>
                    <a:pt x="4743920" y="686324"/>
                  </a:lnTo>
                  <a:lnTo>
                    <a:pt x="4744014" y="686324"/>
                  </a:lnTo>
                  <a:lnTo>
                    <a:pt x="4744108" y="686324"/>
                  </a:lnTo>
                  <a:lnTo>
                    <a:pt x="4744202" y="686324"/>
                  </a:lnTo>
                  <a:lnTo>
                    <a:pt x="4744296" y="686324"/>
                  </a:lnTo>
                  <a:lnTo>
                    <a:pt x="4744390" y="686324"/>
                  </a:lnTo>
                  <a:lnTo>
                    <a:pt x="4744484" y="686324"/>
                  </a:lnTo>
                  <a:lnTo>
                    <a:pt x="4744578" y="686324"/>
                  </a:lnTo>
                  <a:lnTo>
                    <a:pt x="4744672" y="686324"/>
                  </a:lnTo>
                  <a:lnTo>
                    <a:pt x="4744766" y="686324"/>
                  </a:lnTo>
                  <a:lnTo>
                    <a:pt x="4744860" y="686324"/>
                  </a:lnTo>
                  <a:lnTo>
                    <a:pt x="4744954" y="686324"/>
                  </a:lnTo>
                  <a:lnTo>
                    <a:pt x="4745048" y="686324"/>
                  </a:lnTo>
                  <a:lnTo>
                    <a:pt x="4745142" y="686324"/>
                  </a:lnTo>
                  <a:lnTo>
                    <a:pt x="4745236" y="686324"/>
                  </a:lnTo>
                  <a:lnTo>
                    <a:pt x="4745330" y="686324"/>
                  </a:lnTo>
                  <a:lnTo>
                    <a:pt x="4745424" y="686324"/>
                  </a:lnTo>
                  <a:lnTo>
                    <a:pt x="4745518" y="686324"/>
                  </a:lnTo>
                  <a:lnTo>
                    <a:pt x="4745612" y="686324"/>
                  </a:lnTo>
                  <a:lnTo>
                    <a:pt x="4745707" y="686324"/>
                  </a:lnTo>
                  <a:lnTo>
                    <a:pt x="4745801" y="686324"/>
                  </a:lnTo>
                  <a:lnTo>
                    <a:pt x="4745895" y="686324"/>
                  </a:lnTo>
                  <a:lnTo>
                    <a:pt x="4745989" y="686324"/>
                  </a:lnTo>
                  <a:lnTo>
                    <a:pt x="4746083" y="686324"/>
                  </a:lnTo>
                  <a:lnTo>
                    <a:pt x="4746177" y="686324"/>
                  </a:lnTo>
                  <a:lnTo>
                    <a:pt x="4746271" y="686324"/>
                  </a:lnTo>
                  <a:lnTo>
                    <a:pt x="4746365" y="686324"/>
                  </a:lnTo>
                  <a:lnTo>
                    <a:pt x="4746459" y="686324"/>
                  </a:lnTo>
                  <a:lnTo>
                    <a:pt x="4746553" y="686324"/>
                  </a:lnTo>
                  <a:lnTo>
                    <a:pt x="4746647" y="686324"/>
                  </a:lnTo>
                  <a:lnTo>
                    <a:pt x="4746647" y="681045"/>
                  </a:lnTo>
                  <a:lnTo>
                    <a:pt x="4746741" y="681045"/>
                  </a:lnTo>
                  <a:lnTo>
                    <a:pt x="4746835" y="681045"/>
                  </a:lnTo>
                  <a:lnTo>
                    <a:pt x="4746929" y="681045"/>
                  </a:lnTo>
                  <a:lnTo>
                    <a:pt x="4747023" y="681045"/>
                  </a:lnTo>
                  <a:lnTo>
                    <a:pt x="4747117" y="681045"/>
                  </a:lnTo>
                  <a:lnTo>
                    <a:pt x="4747211" y="681045"/>
                  </a:lnTo>
                  <a:lnTo>
                    <a:pt x="4747305" y="681045"/>
                  </a:lnTo>
                  <a:lnTo>
                    <a:pt x="4747399" y="681045"/>
                  </a:lnTo>
                  <a:lnTo>
                    <a:pt x="4747493" y="681045"/>
                  </a:lnTo>
                  <a:lnTo>
                    <a:pt x="4747587" y="681045"/>
                  </a:lnTo>
                  <a:lnTo>
                    <a:pt x="4747681" y="681045"/>
                  </a:lnTo>
                  <a:lnTo>
                    <a:pt x="4747775" y="681045"/>
                  </a:lnTo>
                  <a:lnTo>
                    <a:pt x="4747869" y="681045"/>
                  </a:lnTo>
                  <a:lnTo>
                    <a:pt x="4747963" y="681045"/>
                  </a:lnTo>
                  <a:lnTo>
                    <a:pt x="4748057" y="681045"/>
                  </a:lnTo>
                  <a:lnTo>
                    <a:pt x="4748151" y="681045"/>
                  </a:lnTo>
                  <a:lnTo>
                    <a:pt x="4748245" y="681045"/>
                  </a:lnTo>
                  <a:lnTo>
                    <a:pt x="4748339" y="681045"/>
                  </a:lnTo>
                  <a:lnTo>
                    <a:pt x="4748433" y="681045"/>
                  </a:lnTo>
                  <a:lnTo>
                    <a:pt x="4748527" y="681045"/>
                  </a:lnTo>
                  <a:lnTo>
                    <a:pt x="4748621" y="681045"/>
                  </a:lnTo>
                  <a:lnTo>
                    <a:pt x="4748715" y="681045"/>
                  </a:lnTo>
                  <a:lnTo>
                    <a:pt x="4748809" y="681045"/>
                  </a:lnTo>
                  <a:lnTo>
                    <a:pt x="4748903" y="681045"/>
                  </a:lnTo>
                  <a:lnTo>
                    <a:pt x="4748997" y="681045"/>
                  </a:lnTo>
                  <a:lnTo>
                    <a:pt x="4749091" y="681045"/>
                  </a:lnTo>
                  <a:lnTo>
                    <a:pt x="4749186" y="681045"/>
                  </a:lnTo>
                  <a:lnTo>
                    <a:pt x="4749280" y="681045"/>
                  </a:lnTo>
                  <a:lnTo>
                    <a:pt x="4749374" y="681045"/>
                  </a:lnTo>
                  <a:lnTo>
                    <a:pt x="4749468" y="681045"/>
                  </a:lnTo>
                  <a:lnTo>
                    <a:pt x="4749468" y="675765"/>
                  </a:lnTo>
                  <a:lnTo>
                    <a:pt x="4749562" y="675765"/>
                  </a:lnTo>
                  <a:lnTo>
                    <a:pt x="4749656" y="675765"/>
                  </a:lnTo>
                  <a:lnTo>
                    <a:pt x="4749750" y="675765"/>
                  </a:lnTo>
                  <a:lnTo>
                    <a:pt x="4749844" y="675765"/>
                  </a:lnTo>
                  <a:lnTo>
                    <a:pt x="4749938" y="675765"/>
                  </a:lnTo>
                  <a:lnTo>
                    <a:pt x="4750032" y="675765"/>
                  </a:lnTo>
                  <a:lnTo>
                    <a:pt x="4750126" y="675765"/>
                  </a:lnTo>
                  <a:lnTo>
                    <a:pt x="4750220" y="675765"/>
                  </a:lnTo>
                  <a:lnTo>
                    <a:pt x="4750314" y="675765"/>
                  </a:lnTo>
                  <a:lnTo>
                    <a:pt x="4750408" y="675765"/>
                  </a:lnTo>
                  <a:lnTo>
                    <a:pt x="4750502" y="675765"/>
                  </a:lnTo>
                  <a:lnTo>
                    <a:pt x="4750596" y="675765"/>
                  </a:lnTo>
                  <a:lnTo>
                    <a:pt x="4750690" y="675765"/>
                  </a:lnTo>
                  <a:lnTo>
                    <a:pt x="4750784" y="675765"/>
                  </a:lnTo>
                  <a:lnTo>
                    <a:pt x="4750878" y="675765"/>
                  </a:lnTo>
                  <a:lnTo>
                    <a:pt x="4750972" y="675765"/>
                  </a:lnTo>
                  <a:lnTo>
                    <a:pt x="4751066" y="675765"/>
                  </a:lnTo>
                  <a:lnTo>
                    <a:pt x="4751160" y="675765"/>
                  </a:lnTo>
                  <a:lnTo>
                    <a:pt x="4751254" y="675765"/>
                  </a:lnTo>
                  <a:lnTo>
                    <a:pt x="4751348" y="675765"/>
                  </a:lnTo>
                  <a:lnTo>
                    <a:pt x="4751442" y="675765"/>
                  </a:lnTo>
                  <a:lnTo>
                    <a:pt x="4751536" y="675765"/>
                  </a:lnTo>
                  <a:lnTo>
                    <a:pt x="4751630" y="675765"/>
                  </a:lnTo>
                  <a:lnTo>
                    <a:pt x="4751724" y="675765"/>
                  </a:lnTo>
                  <a:lnTo>
                    <a:pt x="4751818" y="675765"/>
                  </a:lnTo>
                  <a:lnTo>
                    <a:pt x="4751912" y="675765"/>
                  </a:lnTo>
                  <a:lnTo>
                    <a:pt x="4752006" y="675765"/>
                  </a:lnTo>
                  <a:lnTo>
                    <a:pt x="4752100" y="675765"/>
                  </a:lnTo>
                  <a:lnTo>
                    <a:pt x="4752194" y="675765"/>
                  </a:lnTo>
                  <a:lnTo>
                    <a:pt x="4752288" y="675765"/>
                  </a:lnTo>
                  <a:lnTo>
                    <a:pt x="4752382" y="675765"/>
                  </a:lnTo>
                  <a:lnTo>
                    <a:pt x="4752476" y="675765"/>
                  </a:lnTo>
                  <a:lnTo>
                    <a:pt x="4752570" y="675765"/>
                  </a:lnTo>
                  <a:lnTo>
                    <a:pt x="4752664" y="675765"/>
                  </a:lnTo>
                  <a:lnTo>
                    <a:pt x="4752759" y="675765"/>
                  </a:lnTo>
                  <a:lnTo>
                    <a:pt x="4752853" y="675765"/>
                  </a:lnTo>
                  <a:lnTo>
                    <a:pt x="4752947" y="675765"/>
                  </a:lnTo>
                  <a:lnTo>
                    <a:pt x="4753041" y="675765"/>
                  </a:lnTo>
                  <a:lnTo>
                    <a:pt x="4753135" y="675765"/>
                  </a:lnTo>
                  <a:lnTo>
                    <a:pt x="4753229" y="675765"/>
                  </a:lnTo>
                  <a:lnTo>
                    <a:pt x="4753323" y="675765"/>
                  </a:lnTo>
                  <a:lnTo>
                    <a:pt x="4753417" y="675765"/>
                  </a:lnTo>
                  <a:lnTo>
                    <a:pt x="4753511" y="675765"/>
                  </a:lnTo>
                  <a:lnTo>
                    <a:pt x="4753605" y="675765"/>
                  </a:lnTo>
                  <a:lnTo>
                    <a:pt x="4753699" y="675765"/>
                  </a:lnTo>
                  <a:lnTo>
                    <a:pt x="4753793" y="675765"/>
                  </a:lnTo>
                  <a:lnTo>
                    <a:pt x="4753887" y="675765"/>
                  </a:lnTo>
                  <a:lnTo>
                    <a:pt x="4753981" y="675765"/>
                  </a:lnTo>
                  <a:lnTo>
                    <a:pt x="4754075" y="675765"/>
                  </a:lnTo>
                  <a:lnTo>
                    <a:pt x="4754169" y="675765"/>
                  </a:lnTo>
                  <a:lnTo>
                    <a:pt x="4754263" y="675765"/>
                  </a:lnTo>
                  <a:lnTo>
                    <a:pt x="4754357" y="675765"/>
                  </a:lnTo>
                  <a:lnTo>
                    <a:pt x="4754451" y="675765"/>
                  </a:lnTo>
                  <a:lnTo>
                    <a:pt x="4754545" y="675765"/>
                  </a:lnTo>
                  <a:lnTo>
                    <a:pt x="4754639" y="675765"/>
                  </a:lnTo>
                  <a:lnTo>
                    <a:pt x="4754733" y="675765"/>
                  </a:lnTo>
                  <a:lnTo>
                    <a:pt x="4754827" y="675765"/>
                  </a:lnTo>
                  <a:lnTo>
                    <a:pt x="4754921" y="675765"/>
                  </a:lnTo>
                  <a:lnTo>
                    <a:pt x="4755015" y="675765"/>
                  </a:lnTo>
                  <a:lnTo>
                    <a:pt x="4755109" y="675765"/>
                  </a:lnTo>
                  <a:lnTo>
                    <a:pt x="4755203" y="675765"/>
                  </a:lnTo>
                  <a:lnTo>
                    <a:pt x="4755297" y="675765"/>
                  </a:lnTo>
                  <a:lnTo>
                    <a:pt x="4755391" y="675765"/>
                  </a:lnTo>
                  <a:lnTo>
                    <a:pt x="4755485" y="675765"/>
                  </a:lnTo>
                  <a:lnTo>
                    <a:pt x="4755579" y="675765"/>
                  </a:lnTo>
                  <a:lnTo>
                    <a:pt x="4755673" y="675765"/>
                  </a:lnTo>
                  <a:lnTo>
                    <a:pt x="4755767" y="675765"/>
                  </a:lnTo>
                  <a:lnTo>
                    <a:pt x="4755861" y="675765"/>
                  </a:lnTo>
                  <a:lnTo>
                    <a:pt x="4755955" y="675765"/>
                  </a:lnTo>
                  <a:lnTo>
                    <a:pt x="4756049" y="675765"/>
                  </a:lnTo>
                  <a:lnTo>
                    <a:pt x="4756143" y="675765"/>
                  </a:lnTo>
                  <a:lnTo>
                    <a:pt x="4756237" y="675765"/>
                  </a:lnTo>
                  <a:lnTo>
                    <a:pt x="4756332" y="675765"/>
                  </a:lnTo>
                  <a:lnTo>
                    <a:pt x="4756426" y="675765"/>
                  </a:lnTo>
                  <a:lnTo>
                    <a:pt x="4756520" y="675765"/>
                  </a:lnTo>
                  <a:lnTo>
                    <a:pt x="4756614" y="675765"/>
                  </a:lnTo>
                  <a:lnTo>
                    <a:pt x="4756708" y="675765"/>
                  </a:lnTo>
                  <a:lnTo>
                    <a:pt x="4756802" y="675765"/>
                  </a:lnTo>
                  <a:lnTo>
                    <a:pt x="4756896" y="675765"/>
                  </a:lnTo>
                  <a:lnTo>
                    <a:pt x="4756990" y="675765"/>
                  </a:lnTo>
                  <a:lnTo>
                    <a:pt x="4757084" y="675765"/>
                  </a:lnTo>
                  <a:lnTo>
                    <a:pt x="4757178" y="675765"/>
                  </a:lnTo>
                  <a:lnTo>
                    <a:pt x="4757272" y="675765"/>
                  </a:lnTo>
                  <a:lnTo>
                    <a:pt x="4757366" y="675765"/>
                  </a:lnTo>
                  <a:lnTo>
                    <a:pt x="4757460" y="675765"/>
                  </a:lnTo>
                  <a:lnTo>
                    <a:pt x="4757554" y="675765"/>
                  </a:lnTo>
                  <a:lnTo>
                    <a:pt x="4757648" y="675765"/>
                  </a:lnTo>
                  <a:lnTo>
                    <a:pt x="4757742" y="675765"/>
                  </a:lnTo>
                  <a:lnTo>
                    <a:pt x="4757836" y="675765"/>
                  </a:lnTo>
                  <a:lnTo>
                    <a:pt x="4757930" y="675765"/>
                  </a:lnTo>
                  <a:lnTo>
                    <a:pt x="4758024" y="675765"/>
                  </a:lnTo>
                  <a:lnTo>
                    <a:pt x="4758118" y="675765"/>
                  </a:lnTo>
                  <a:lnTo>
                    <a:pt x="4758212" y="675765"/>
                  </a:lnTo>
                  <a:lnTo>
                    <a:pt x="4758306" y="675765"/>
                  </a:lnTo>
                  <a:lnTo>
                    <a:pt x="4758400" y="675765"/>
                  </a:lnTo>
                  <a:lnTo>
                    <a:pt x="4758494" y="675765"/>
                  </a:lnTo>
                  <a:lnTo>
                    <a:pt x="4758588" y="675765"/>
                  </a:lnTo>
                  <a:lnTo>
                    <a:pt x="4758682" y="675765"/>
                  </a:lnTo>
                  <a:lnTo>
                    <a:pt x="4758776" y="675765"/>
                  </a:lnTo>
                  <a:lnTo>
                    <a:pt x="4758870" y="675765"/>
                  </a:lnTo>
                  <a:lnTo>
                    <a:pt x="4758964" y="675765"/>
                  </a:lnTo>
                  <a:lnTo>
                    <a:pt x="4759058" y="675765"/>
                  </a:lnTo>
                  <a:lnTo>
                    <a:pt x="4759152" y="675765"/>
                  </a:lnTo>
                  <a:lnTo>
                    <a:pt x="4759246" y="675765"/>
                  </a:lnTo>
                  <a:lnTo>
                    <a:pt x="4759340" y="675765"/>
                  </a:lnTo>
                  <a:lnTo>
                    <a:pt x="4759434" y="675765"/>
                  </a:lnTo>
                  <a:lnTo>
                    <a:pt x="4759528" y="675765"/>
                  </a:lnTo>
                  <a:lnTo>
                    <a:pt x="4759622" y="675765"/>
                  </a:lnTo>
                  <a:lnTo>
                    <a:pt x="4759716" y="675765"/>
                  </a:lnTo>
                  <a:lnTo>
                    <a:pt x="4759810" y="675765"/>
                  </a:lnTo>
                  <a:lnTo>
                    <a:pt x="4759905" y="675765"/>
                  </a:lnTo>
                  <a:lnTo>
                    <a:pt x="4759999" y="675765"/>
                  </a:lnTo>
                  <a:lnTo>
                    <a:pt x="4760093" y="675765"/>
                  </a:lnTo>
                  <a:lnTo>
                    <a:pt x="4760093" y="670486"/>
                  </a:lnTo>
                  <a:lnTo>
                    <a:pt x="4760187" y="670486"/>
                  </a:lnTo>
                  <a:lnTo>
                    <a:pt x="4760281" y="670486"/>
                  </a:lnTo>
                  <a:lnTo>
                    <a:pt x="4760281" y="665207"/>
                  </a:lnTo>
                  <a:lnTo>
                    <a:pt x="4760375" y="665207"/>
                  </a:lnTo>
                  <a:lnTo>
                    <a:pt x="4760469" y="665207"/>
                  </a:lnTo>
                  <a:lnTo>
                    <a:pt x="4760563" y="665207"/>
                  </a:lnTo>
                  <a:lnTo>
                    <a:pt x="4760657" y="665207"/>
                  </a:lnTo>
                  <a:lnTo>
                    <a:pt x="4760751" y="665207"/>
                  </a:lnTo>
                  <a:lnTo>
                    <a:pt x="4760845" y="665207"/>
                  </a:lnTo>
                  <a:lnTo>
                    <a:pt x="4760939" y="665207"/>
                  </a:lnTo>
                  <a:lnTo>
                    <a:pt x="4761033" y="665207"/>
                  </a:lnTo>
                  <a:lnTo>
                    <a:pt x="4761127" y="665207"/>
                  </a:lnTo>
                  <a:lnTo>
                    <a:pt x="4761221" y="665207"/>
                  </a:lnTo>
                  <a:lnTo>
                    <a:pt x="4761315" y="665207"/>
                  </a:lnTo>
                  <a:lnTo>
                    <a:pt x="4761409" y="665207"/>
                  </a:lnTo>
                  <a:lnTo>
                    <a:pt x="4761503" y="665207"/>
                  </a:lnTo>
                  <a:lnTo>
                    <a:pt x="4761597" y="665207"/>
                  </a:lnTo>
                  <a:lnTo>
                    <a:pt x="4761691" y="665207"/>
                  </a:lnTo>
                  <a:lnTo>
                    <a:pt x="4761785" y="665207"/>
                  </a:lnTo>
                  <a:lnTo>
                    <a:pt x="4761879" y="665207"/>
                  </a:lnTo>
                  <a:lnTo>
                    <a:pt x="4761973" y="665207"/>
                  </a:lnTo>
                  <a:lnTo>
                    <a:pt x="4762067" y="665207"/>
                  </a:lnTo>
                  <a:lnTo>
                    <a:pt x="4762161" y="665207"/>
                  </a:lnTo>
                  <a:lnTo>
                    <a:pt x="4762255" y="665207"/>
                  </a:lnTo>
                  <a:lnTo>
                    <a:pt x="4762349" y="665207"/>
                  </a:lnTo>
                  <a:lnTo>
                    <a:pt x="4762443" y="665207"/>
                  </a:lnTo>
                  <a:lnTo>
                    <a:pt x="4762537" y="665207"/>
                  </a:lnTo>
                  <a:lnTo>
                    <a:pt x="4762631" y="665207"/>
                  </a:lnTo>
                  <a:lnTo>
                    <a:pt x="4762725" y="665207"/>
                  </a:lnTo>
                  <a:lnTo>
                    <a:pt x="4762819" y="665207"/>
                  </a:lnTo>
                  <a:lnTo>
                    <a:pt x="4762913" y="665207"/>
                  </a:lnTo>
                  <a:lnTo>
                    <a:pt x="4763007" y="665207"/>
                  </a:lnTo>
                  <a:lnTo>
                    <a:pt x="4763101" y="665207"/>
                  </a:lnTo>
                  <a:lnTo>
                    <a:pt x="4763195" y="665207"/>
                  </a:lnTo>
                  <a:lnTo>
                    <a:pt x="4763289" y="665207"/>
                  </a:lnTo>
                  <a:lnTo>
                    <a:pt x="4763384" y="665207"/>
                  </a:lnTo>
                  <a:lnTo>
                    <a:pt x="4763478" y="665207"/>
                  </a:lnTo>
                  <a:lnTo>
                    <a:pt x="4763572" y="665207"/>
                  </a:lnTo>
                  <a:lnTo>
                    <a:pt x="4763666" y="665207"/>
                  </a:lnTo>
                  <a:lnTo>
                    <a:pt x="4763666" y="659927"/>
                  </a:lnTo>
                  <a:lnTo>
                    <a:pt x="4763760" y="659927"/>
                  </a:lnTo>
                  <a:lnTo>
                    <a:pt x="4763854" y="659927"/>
                  </a:lnTo>
                  <a:lnTo>
                    <a:pt x="4763854" y="654648"/>
                  </a:lnTo>
                  <a:lnTo>
                    <a:pt x="4763948" y="654648"/>
                  </a:lnTo>
                  <a:lnTo>
                    <a:pt x="4764042" y="654648"/>
                  </a:lnTo>
                  <a:lnTo>
                    <a:pt x="4764136" y="654648"/>
                  </a:lnTo>
                  <a:lnTo>
                    <a:pt x="4764230" y="654648"/>
                  </a:lnTo>
                  <a:lnTo>
                    <a:pt x="4764324" y="654648"/>
                  </a:lnTo>
                  <a:lnTo>
                    <a:pt x="4764418" y="654648"/>
                  </a:lnTo>
                  <a:lnTo>
                    <a:pt x="4764512" y="654648"/>
                  </a:lnTo>
                  <a:lnTo>
                    <a:pt x="4764606" y="654648"/>
                  </a:lnTo>
                  <a:lnTo>
                    <a:pt x="4764700" y="654648"/>
                  </a:lnTo>
                  <a:lnTo>
                    <a:pt x="4764794" y="654648"/>
                  </a:lnTo>
                  <a:lnTo>
                    <a:pt x="4764888" y="654648"/>
                  </a:lnTo>
                  <a:lnTo>
                    <a:pt x="4764982" y="654648"/>
                  </a:lnTo>
                  <a:lnTo>
                    <a:pt x="4765076" y="654648"/>
                  </a:lnTo>
                  <a:lnTo>
                    <a:pt x="4765170" y="654648"/>
                  </a:lnTo>
                  <a:lnTo>
                    <a:pt x="4765264" y="654648"/>
                  </a:lnTo>
                  <a:lnTo>
                    <a:pt x="4765358" y="654648"/>
                  </a:lnTo>
                  <a:lnTo>
                    <a:pt x="4765452" y="654648"/>
                  </a:lnTo>
                  <a:lnTo>
                    <a:pt x="4765546" y="654648"/>
                  </a:lnTo>
                  <a:lnTo>
                    <a:pt x="4765640" y="654648"/>
                  </a:lnTo>
                  <a:lnTo>
                    <a:pt x="4765734" y="654648"/>
                  </a:lnTo>
                  <a:lnTo>
                    <a:pt x="4765828" y="654648"/>
                  </a:lnTo>
                  <a:lnTo>
                    <a:pt x="4765922" y="654648"/>
                  </a:lnTo>
                  <a:lnTo>
                    <a:pt x="4766016" y="654648"/>
                  </a:lnTo>
                  <a:lnTo>
                    <a:pt x="4766110" y="654648"/>
                  </a:lnTo>
                  <a:lnTo>
                    <a:pt x="4766204" y="654648"/>
                  </a:lnTo>
                  <a:lnTo>
                    <a:pt x="4766298" y="654648"/>
                  </a:lnTo>
                  <a:lnTo>
                    <a:pt x="4766392" y="654648"/>
                  </a:lnTo>
                  <a:lnTo>
                    <a:pt x="4766486" y="654648"/>
                  </a:lnTo>
                  <a:lnTo>
                    <a:pt x="4766580" y="654648"/>
                  </a:lnTo>
                  <a:lnTo>
                    <a:pt x="4766674" y="654648"/>
                  </a:lnTo>
                  <a:lnTo>
                    <a:pt x="4766768" y="654648"/>
                  </a:lnTo>
                  <a:lnTo>
                    <a:pt x="4766862" y="654648"/>
                  </a:lnTo>
                  <a:lnTo>
                    <a:pt x="4766957" y="654648"/>
                  </a:lnTo>
                  <a:lnTo>
                    <a:pt x="4767051" y="654648"/>
                  </a:lnTo>
                  <a:lnTo>
                    <a:pt x="4767145" y="654648"/>
                  </a:lnTo>
                  <a:lnTo>
                    <a:pt x="4767239" y="654648"/>
                  </a:lnTo>
                  <a:lnTo>
                    <a:pt x="4767333" y="654648"/>
                  </a:lnTo>
                  <a:lnTo>
                    <a:pt x="4767427" y="654648"/>
                  </a:lnTo>
                  <a:lnTo>
                    <a:pt x="4767521" y="654648"/>
                  </a:lnTo>
                  <a:lnTo>
                    <a:pt x="4767615" y="654648"/>
                  </a:lnTo>
                  <a:lnTo>
                    <a:pt x="4767709" y="654648"/>
                  </a:lnTo>
                  <a:lnTo>
                    <a:pt x="4767803" y="654648"/>
                  </a:lnTo>
                  <a:lnTo>
                    <a:pt x="4767897" y="654648"/>
                  </a:lnTo>
                  <a:lnTo>
                    <a:pt x="4767991" y="654648"/>
                  </a:lnTo>
                  <a:lnTo>
                    <a:pt x="4768085" y="654648"/>
                  </a:lnTo>
                  <a:lnTo>
                    <a:pt x="4768179" y="654648"/>
                  </a:lnTo>
                  <a:lnTo>
                    <a:pt x="4768273" y="654648"/>
                  </a:lnTo>
                  <a:lnTo>
                    <a:pt x="4768367" y="654648"/>
                  </a:lnTo>
                  <a:lnTo>
                    <a:pt x="4768461" y="654648"/>
                  </a:lnTo>
                  <a:lnTo>
                    <a:pt x="4768555" y="654648"/>
                  </a:lnTo>
                  <a:lnTo>
                    <a:pt x="4768649" y="654648"/>
                  </a:lnTo>
                  <a:lnTo>
                    <a:pt x="4768743" y="654648"/>
                  </a:lnTo>
                  <a:lnTo>
                    <a:pt x="4768837" y="654648"/>
                  </a:lnTo>
                  <a:lnTo>
                    <a:pt x="4768931" y="654648"/>
                  </a:lnTo>
                  <a:lnTo>
                    <a:pt x="4769025" y="654648"/>
                  </a:lnTo>
                  <a:lnTo>
                    <a:pt x="4769119" y="654648"/>
                  </a:lnTo>
                  <a:lnTo>
                    <a:pt x="4769213" y="654648"/>
                  </a:lnTo>
                  <a:lnTo>
                    <a:pt x="4769307" y="654648"/>
                  </a:lnTo>
                  <a:lnTo>
                    <a:pt x="4769401" y="654648"/>
                  </a:lnTo>
                  <a:lnTo>
                    <a:pt x="4769495" y="654648"/>
                  </a:lnTo>
                  <a:lnTo>
                    <a:pt x="4769589" y="654648"/>
                  </a:lnTo>
                  <a:lnTo>
                    <a:pt x="4769683" y="654648"/>
                  </a:lnTo>
                  <a:lnTo>
                    <a:pt x="4769777" y="654648"/>
                  </a:lnTo>
                  <a:lnTo>
                    <a:pt x="4769871" y="654648"/>
                  </a:lnTo>
                  <a:lnTo>
                    <a:pt x="4769965" y="654648"/>
                  </a:lnTo>
                  <a:lnTo>
                    <a:pt x="4770059" y="654648"/>
                  </a:lnTo>
                  <a:lnTo>
                    <a:pt x="4770153" y="654648"/>
                  </a:lnTo>
                  <a:lnTo>
                    <a:pt x="4770247" y="654648"/>
                  </a:lnTo>
                  <a:lnTo>
                    <a:pt x="4770341" y="654648"/>
                  </a:lnTo>
                  <a:lnTo>
                    <a:pt x="4770435" y="654648"/>
                  </a:lnTo>
                  <a:lnTo>
                    <a:pt x="4770530" y="654648"/>
                  </a:lnTo>
                  <a:lnTo>
                    <a:pt x="4770624" y="654648"/>
                  </a:lnTo>
                  <a:lnTo>
                    <a:pt x="4770718" y="654648"/>
                  </a:lnTo>
                  <a:lnTo>
                    <a:pt x="4770812" y="654648"/>
                  </a:lnTo>
                  <a:lnTo>
                    <a:pt x="4770906" y="654648"/>
                  </a:lnTo>
                  <a:lnTo>
                    <a:pt x="4771000" y="654648"/>
                  </a:lnTo>
                  <a:lnTo>
                    <a:pt x="4771094" y="654648"/>
                  </a:lnTo>
                  <a:lnTo>
                    <a:pt x="4771188" y="654648"/>
                  </a:lnTo>
                  <a:lnTo>
                    <a:pt x="4771282" y="654648"/>
                  </a:lnTo>
                  <a:lnTo>
                    <a:pt x="4771376" y="654648"/>
                  </a:lnTo>
                  <a:lnTo>
                    <a:pt x="4771470" y="654648"/>
                  </a:lnTo>
                  <a:lnTo>
                    <a:pt x="4771564" y="654648"/>
                  </a:lnTo>
                  <a:lnTo>
                    <a:pt x="4771658" y="654648"/>
                  </a:lnTo>
                  <a:lnTo>
                    <a:pt x="4771752" y="654648"/>
                  </a:lnTo>
                  <a:lnTo>
                    <a:pt x="4771846" y="654648"/>
                  </a:lnTo>
                  <a:lnTo>
                    <a:pt x="4771940" y="654648"/>
                  </a:lnTo>
                  <a:lnTo>
                    <a:pt x="4772034" y="654648"/>
                  </a:lnTo>
                  <a:lnTo>
                    <a:pt x="4772128" y="654648"/>
                  </a:lnTo>
                  <a:lnTo>
                    <a:pt x="4772222" y="654648"/>
                  </a:lnTo>
                  <a:lnTo>
                    <a:pt x="4772316" y="654648"/>
                  </a:lnTo>
                  <a:lnTo>
                    <a:pt x="4772410" y="654648"/>
                  </a:lnTo>
                  <a:lnTo>
                    <a:pt x="4772504" y="654648"/>
                  </a:lnTo>
                  <a:lnTo>
                    <a:pt x="4772598" y="654648"/>
                  </a:lnTo>
                  <a:lnTo>
                    <a:pt x="4772692" y="654648"/>
                  </a:lnTo>
                  <a:lnTo>
                    <a:pt x="4772786" y="654648"/>
                  </a:lnTo>
                  <a:lnTo>
                    <a:pt x="4772880" y="654648"/>
                  </a:lnTo>
                  <a:lnTo>
                    <a:pt x="4772974" y="654648"/>
                  </a:lnTo>
                  <a:lnTo>
                    <a:pt x="4773068" y="654648"/>
                  </a:lnTo>
                  <a:lnTo>
                    <a:pt x="4773162" y="654648"/>
                  </a:lnTo>
                  <a:lnTo>
                    <a:pt x="4773256" y="654648"/>
                  </a:lnTo>
                  <a:lnTo>
                    <a:pt x="4773350" y="654648"/>
                  </a:lnTo>
                  <a:lnTo>
                    <a:pt x="4773444" y="654648"/>
                  </a:lnTo>
                  <a:lnTo>
                    <a:pt x="4773538" y="654648"/>
                  </a:lnTo>
                  <a:lnTo>
                    <a:pt x="4773632" y="654648"/>
                  </a:lnTo>
                  <a:lnTo>
                    <a:pt x="4773726" y="654648"/>
                  </a:lnTo>
                  <a:lnTo>
                    <a:pt x="4773820" y="654648"/>
                  </a:lnTo>
                  <a:lnTo>
                    <a:pt x="4773914" y="654648"/>
                  </a:lnTo>
                  <a:lnTo>
                    <a:pt x="4774009" y="654648"/>
                  </a:lnTo>
                  <a:lnTo>
                    <a:pt x="4774103" y="654648"/>
                  </a:lnTo>
                  <a:lnTo>
                    <a:pt x="4774197" y="654648"/>
                  </a:lnTo>
                  <a:lnTo>
                    <a:pt x="4774291" y="654648"/>
                  </a:lnTo>
                  <a:lnTo>
                    <a:pt x="4774385" y="654648"/>
                  </a:lnTo>
                  <a:lnTo>
                    <a:pt x="4774479" y="654648"/>
                  </a:lnTo>
                  <a:lnTo>
                    <a:pt x="4774573" y="654648"/>
                  </a:lnTo>
                  <a:lnTo>
                    <a:pt x="4774667" y="654648"/>
                  </a:lnTo>
                  <a:lnTo>
                    <a:pt x="4774761" y="654648"/>
                  </a:lnTo>
                  <a:lnTo>
                    <a:pt x="4774855" y="654648"/>
                  </a:lnTo>
                  <a:lnTo>
                    <a:pt x="4774949" y="654648"/>
                  </a:lnTo>
                  <a:lnTo>
                    <a:pt x="4775043" y="654648"/>
                  </a:lnTo>
                  <a:lnTo>
                    <a:pt x="4775137" y="654648"/>
                  </a:lnTo>
                  <a:lnTo>
                    <a:pt x="4775231" y="654648"/>
                  </a:lnTo>
                  <a:lnTo>
                    <a:pt x="4775325" y="654648"/>
                  </a:lnTo>
                  <a:lnTo>
                    <a:pt x="4775419" y="654648"/>
                  </a:lnTo>
                  <a:lnTo>
                    <a:pt x="4775513" y="654648"/>
                  </a:lnTo>
                  <a:lnTo>
                    <a:pt x="4775607" y="654648"/>
                  </a:lnTo>
                  <a:lnTo>
                    <a:pt x="4775701" y="654648"/>
                  </a:lnTo>
                  <a:lnTo>
                    <a:pt x="4775795" y="654648"/>
                  </a:lnTo>
                  <a:lnTo>
                    <a:pt x="4775889" y="654648"/>
                  </a:lnTo>
                  <a:lnTo>
                    <a:pt x="4775889" y="649368"/>
                  </a:lnTo>
                  <a:lnTo>
                    <a:pt x="4775983" y="649368"/>
                  </a:lnTo>
                  <a:lnTo>
                    <a:pt x="4776077" y="649368"/>
                  </a:lnTo>
                  <a:lnTo>
                    <a:pt x="4776171" y="649368"/>
                  </a:lnTo>
                  <a:lnTo>
                    <a:pt x="4776265" y="649368"/>
                  </a:lnTo>
                  <a:lnTo>
                    <a:pt x="4776359" y="649368"/>
                  </a:lnTo>
                  <a:lnTo>
                    <a:pt x="4776453" y="649368"/>
                  </a:lnTo>
                  <a:lnTo>
                    <a:pt x="4776547" y="649368"/>
                  </a:lnTo>
                  <a:lnTo>
                    <a:pt x="4776641" y="649368"/>
                  </a:lnTo>
                  <a:lnTo>
                    <a:pt x="4776735" y="649368"/>
                  </a:lnTo>
                  <a:lnTo>
                    <a:pt x="4776829" y="649368"/>
                  </a:lnTo>
                  <a:lnTo>
                    <a:pt x="4776923" y="649368"/>
                  </a:lnTo>
                  <a:lnTo>
                    <a:pt x="4777017" y="649368"/>
                  </a:lnTo>
                  <a:lnTo>
                    <a:pt x="4777111" y="649368"/>
                  </a:lnTo>
                  <a:lnTo>
                    <a:pt x="4777205" y="649368"/>
                  </a:lnTo>
                  <a:lnTo>
                    <a:pt x="4777299" y="649368"/>
                  </a:lnTo>
                  <a:lnTo>
                    <a:pt x="4777393" y="649368"/>
                  </a:lnTo>
                  <a:lnTo>
                    <a:pt x="4777487" y="649368"/>
                  </a:lnTo>
                  <a:lnTo>
                    <a:pt x="4777582" y="649368"/>
                  </a:lnTo>
                  <a:lnTo>
                    <a:pt x="4777676" y="649368"/>
                  </a:lnTo>
                  <a:lnTo>
                    <a:pt x="4777770" y="649368"/>
                  </a:lnTo>
                  <a:lnTo>
                    <a:pt x="4777864" y="649368"/>
                  </a:lnTo>
                  <a:lnTo>
                    <a:pt x="4777958" y="649368"/>
                  </a:lnTo>
                  <a:lnTo>
                    <a:pt x="4778052" y="649368"/>
                  </a:lnTo>
                  <a:lnTo>
                    <a:pt x="4778146" y="649368"/>
                  </a:lnTo>
                  <a:lnTo>
                    <a:pt x="4778240" y="649368"/>
                  </a:lnTo>
                  <a:lnTo>
                    <a:pt x="4778334" y="649368"/>
                  </a:lnTo>
                  <a:lnTo>
                    <a:pt x="4778428" y="649368"/>
                  </a:lnTo>
                  <a:lnTo>
                    <a:pt x="4778522" y="649368"/>
                  </a:lnTo>
                  <a:lnTo>
                    <a:pt x="4778616" y="649368"/>
                  </a:lnTo>
                  <a:lnTo>
                    <a:pt x="4778710" y="649368"/>
                  </a:lnTo>
                  <a:lnTo>
                    <a:pt x="4778804" y="649368"/>
                  </a:lnTo>
                  <a:lnTo>
                    <a:pt x="4778898" y="649368"/>
                  </a:lnTo>
                  <a:lnTo>
                    <a:pt x="4778992" y="649368"/>
                  </a:lnTo>
                  <a:lnTo>
                    <a:pt x="4779086" y="649368"/>
                  </a:lnTo>
                  <a:lnTo>
                    <a:pt x="4779180" y="649368"/>
                  </a:lnTo>
                  <a:lnTo>
                    <a:pt x="4779274" y="649368"/>
                  </a:lnTo>
                  <a:lnTo>
                    <a:pt x="4779368" y="649368"/>
                  </a:lnTo>
                  <a:lnTo>
                    <a:pt x="4779462" y="649368"/>
                  </a:lnTo>
                  <a:lnTo>
                    <a:pt x="4779556" y="649368"/>
                  </a:lnTo>
                  <a:lnTo>
                    <a:pt x="4779650" y="649368"/>
                  </a:lnTo>
                  <a:lnTo>
                    <a:pt x="4779744" y="649368"/>
                  </a:lnTo>
                  <a:lnTo>
                    <a:pt x="4779838" y="649368"/>
                  </a:lnTo>
                  <a:lnTo>
                    <a:pt x="4779932" y="649368"/>
                  </a:lnTo>
                  <a:lnTo>
                    <a:pt x="4780026" y="649368"/>
                  </a:lnTo>
                  <a:lnTo>
                    <a:pt x="4780026" y="644089"/>
                  </a:lnTo>
                  <a:lnTo>
                    <a:pt x="4780120" y="644089"/>
                  </a:lnTo>
                  <a:lnTo>
                    <a:pt x="4780214" y="644089"/>
                  </a:lnTo>
                  <a:lnTo>
                    <a:pt x="4780308" y="644089"/>
                  </a:lnTo>
                  <a:lnTo>
                    <a:pt x="4780402" y="644089"/>
                  </a:lnTo>
                  <a:lnTo>
                    <a:pt x="4780496" y="644089"/>
                  </a:lnTo>
                  <a:lnTo>
                    <a:pt x="4780590" y="644089"/>
                  </a:lnTo>
                  <a:lnTo>
                    <a:pt x="4780684" y="644089"/>
                  </a:lnTo>
                  <a:lnTo>
                    <a:pt x="4780778" y="644089"/>
                  </a:lnTo>
                  <a:lnTo>
                    <a:pt x="4780872" y="644089"/>
                  </a:lnTo>
                  <a:lnTo>
                    <a:pt x="4780966" y="644089"/>
                  </a:lnTo>
                  <a:lnTo>
                    <a:pt x="4781060" y="644089"/>
                  </a:lnTo>
                  <a:lnTo>
                    <a:pt x="4781155" y="644089"/>
                  </a:lnTo>
                  <a:lnTo>
                    <a:pt x="4781249" y="644089"/>
                  </a:lnTo>
                  <a:lnTo>
                    <a:pt x="4781343" y="644089"/>
                  </a:lnTo>
                  <a:lnTo>
                    <a:pt x="4781437" y="644089"/>
                  </a:lnTo>
                  <a:lnTo>
                    <a:pt x="4781531" y="644089"/>
                  </a:lnTo>
                  <a:lnTo>
                    <a:pt x="4781625" y="644089"/>
                  </a:lnTo>
                  <a:lnTo>
                    <a:pt x="4781719" y="644089"/>
                  </a:lnTo>
                  <a:lnTo>
                    <a:pt x="4781813" y="644089"/>
                  </a:lnTo>
                  <a:lnTo>
                    <a:pt x="4781907" y="644089"/>
                  </a:lnTo>
                  <a:lnTo>
                    <a:pt x="4782001" y="644089"/>
                  </a:lnTo>
                  <a:lnTo>
                    <a:pt x="4782095" y="644089"/>
                  </a:lnTo>
                  <a:lnTo>
                    <a:pt x="4782189" y="644089"/>
                  </a:lnTo>
                  <a:lnTo>
                    <a:pt x="4782283" y="644089"/>
                  </a:lnTo>
                  <a:lnTo>
                    <a:pt x="4782377" y="644089"/>
                  </a:lnTo>
                  <a:lnTo>
                    <a:pt x="4782471" y="644089"/>
                  </a:lnTo>
                  <a:lnTo>
                    <a:pt x="4782565" y="644089"/>
                  </a:lnTo>
                  <a:lnTo>
                    <a:pt x="4782659" y="644089"/>
                  </a:lnTo>
                  <a:lnTo>
                    <a:pt x="4782659" y="638809"/>
                  </a:lnTo>
                  <a:lnTo>
                    <a:pt x="4782753" y="638809"/>
                  </a:lnTo>
                  <a:lnTo>
                    <a:pt x="4782847" y="638809"/>
                  </a:lnTo>
                  <a:lnTo>
                    <a:pt x="4782941" y="638809"/>
                  </a:lnTo>
                  <a:lnTo>
                    <a:pt x="4783035" y="638809"/>
                  </a:lnTo>
                  <a:lnTo>
                    <a:pt x="4783129" y="638809"/>
                  </a:lnTo>
                  <a:lnTo>
                    <a:pt x="4783223" y="638809"/>
                  </a:lnTo>
                  <a:lnTo>
                    <a:pt x="4783317" y="638809"/>
                  </a:lnTo>
                  <a:lnTo>
                    <a:pt x="4783411" y="638809"/>
                  </a:lnTo>
                  <a:lnTo>
                    <a:pt x="4783505" y="638809"/>
                  </a:lnTo>
                  <a:lnTo>
                    <a:pt x="4783505" y="633530"/>
                  </a:lnTo>
                  <a:lnTo>
                    <a:pt x="4783599" y="633530"/>
                  </a:lnTo>
                  <a:lnTo>
                    <a:pt x="4783693" y="633530"/>
                  </a:lnTo>
                  <a:lnTo>
                    <a:pt x="4783787" y="633530"/>
                  </a:lnTo>
                  <a:lnTo>
                    <a:pt x="4783881" y="633530"/>
                  </a:lnTo>
                  <a:lnTo>
                    <a:pt x="4783975" y="633530"/>
                  </a:lnTo>
                  <a:lnTo>
                    <a:pt x="4784069" y="633530"/>
                  </a:lnTo>
                  <a:lnTo>
                    <a:pt x="4784163" y="633530"/>
                  </a:lnTo>
                  <a:lnTo>
                    <a:pt x="4784257" y="633530"/>
                  </a:lnTo>
                  <a:lnTo>
                    <a:pt x="4784351" y="633530"/>
                  </a:lnTo>
                  <a:lnTo>
                    <a:pt x="4784445" y="633530"/>
                  </a:lnTo>
                  <a:lnTo>
                    <a:pt x="4784539" y="633530"/>
                  </a:lnTo>
                  <a:lnTo>
                    <a:pt x="4784634" y="633530"/>
                  </a:lnTo>
                  <a:lnTo>
                    <a:pt x="4784728" y="633530"/>
                  </a:lnTo>
                  <a:lnTo>
                    <a:pt x="4784822" y="633530"/>
                  </a:lnTo>
                  <a:lnTo>
                    <a:pt x="4784916" y="633530"/>
                  </a:lnTo>
                  <a:lnTo>
                    <a:pt x="4785010" y="633530"/>
                  </a:lnTo>
                  <a:lnTo>
                    <a:pt x="4785104" y="633530"/>
                  </a:lnTo>
                  <a:lnTo>
                    <a:pt x="4785198" y="633530"/>
                  </a:lnTo>
                  <a:lnTo>
                    <a:pt x="4785198" y="628251"/>
                  </a:lnTo>
                  <a:lnTo>
                    <a:pt x="4785292" y="628251"/>
                  </a:lnTo>
                  <a:lnTo>
                    <a:pt x="4785386" y="628251"/>
                  </a:lnTo>
                  <a:lnTo>
                    <a:pt x="4785480" y="628251"/>
                  </a:lnTo>
                  <a:lnTo>
                    <a:pt x="4785574" y="628251"/>
                  </a:lnTo>
                  <a:lnTo>
                    <a:pt x="4785668" y="628251"/>
                  </a:lnTo>
                  <a:lnTo>
                    <a:pt x="4785762" y="628251"/>
                  </a:lnTo>
                  <a:lnTo>
                    <a:pt x="4785856" y="628251"/>
                  </a:lnTo>
                  <a:lnTo>
                    <a:pt x="4785950" y="628251"/>
                  </a:lnTo>
                  <a:lnTo>
                    <a:pt x="4786044" y="628251"/>
                  </a:lnTo>
                  <a:lnTo>
                    <a:pt x="4786138" y="628251"/>
                  </a:lnTo>
                  <a:lnTo>
                    <a:pt x="4786232" y="628251"/>
                  </a:lnTo>
                  <a:lnTo>
                    <a:pt x="4786326" y="628251"/>
                  </a:lnTo>
                  <a:lnTo>
                    <a:pt x="4786420" y="628251"/>
                  </a:lnTo>
                  <a:lnTo>
                    <a:pt x="4786514" y="628251"/>
                  </a:lnTo>
                  <a:lnTo>
                    <a:pt x="4786608" y="628251"/>
                  </a:lnTo>
                  <a:lnTo>
                    <a:pt x="4786702" y="628251"/>
                  </a:lnTo>
                  <a:lnTo>
                    <a:pt x="4786796" y="628251"/>
                  </a:lnTo>
                  <a:lnTo>
                    <a:pt x="4786890" y="628251"/>
                  </a:lnTo>
                  <a:lnTo>
                    <a:pt x="4786984" y="628251"/>
                  </a:lnTo>
                  <a:lnTo>
                    <a:pt x="4787078" y="628251"/>
                  </a:lnTo>
                  <a:lnTo>
                    <a:pt x="4787172" y="628251"/>
                  </a:lnTo>
                  <a:lnTo>
                    <a:pt x="4787266" y="628251"/>
                  </a:lnTo>
                  <a:lnTo>
                    <a:pt x="4787360" y="628251"/>
                  </a:lnTo>
                  <a:lnTo>
                    <a:pt x="4787454" y="628251"/>
                  </a:lnTo>
                  <a:lnTo>
                    <a:pt x="4787548" y="628251"/>
                  </a:lnTo>
                  <a:lnTo>
                    <a:pt x="4787642" y="628251"/>
                  </a:lnTo>
                  <a:lnTo>
                    <a:pt x="4787736" y="628251"/>
                  </a:lnTo>
                  <a:lnTo>
                    <a:pt x="4787830" y="628251"/>
                  </a:lnTo>
                  <a:lnTo>
                    <a:pt x="4787924" y="628251"/>
                  </a:lnTo>
                  <a:lnTo>
                    <a:pt x="4788018" y="628251"/>
                  </a:lnTo>
                  <a:lnTo>
                    <a:pt x="4788112" y="628251"/>
                  </a:lnTo>
                  <a:lnTo>
                    <a:pt x="4788207" y="628251"/>
                  </a:lnTo>
                  <a:lnTo>
                    <a:pt x="4788301" y="628251"/>
                  </a:lnTo>
                  <a:lnTo>
                    <a:pt x="4788395" y="628251"/>
                  </a:lnTo>
                  <a:lnTo>
                    <a:pt x="4788489" y="628251"/>
                  </a:lnTo>
                  <a:lnTo>
                    <a:pt x="4788583" y="628251"/>
                  </a:lnTo>
                  <a:lnTo>
                    <a:pt x="4788677" y="628251"/>
                  </a:lnTo>
                  <a:lnTo>
                    <a:pt x="4788771" y="628251"/>
                  </a:lnTo>
                  <a:lnTo>
                    <a:pt x="4788865" y="628251"/>
                  </a:lnTo>
                  <a:lnTo>
                    <a:pt x="4788959" y="628251"/>
                  </a:lnTo>
                  <a:lnTo>
                    <a:pt x="4789053" y="628251"/>
                  </a:lnTo>
                  <a:lnTo>
                    <a:pt x="4789147" y="628251"/>
                  </a:lnTo>
                  <a:lnTo>
                    <a:pt x="4789241" y="628251"/>
                  </a:lnTo>
                  <a:lnTo>
                    <a:pt x="4789335" y="628251"/>
                  </a:lnTo>
                  <a:lnTo>
                    <a:pt x="4789429" y="628251"/>
                  </a:lnTo>
                  <a:lnTo>
                    <a:pt x="4789523" y="628251"/>
                  </a:lnTo>
                  <a:lnTo>
                    <a:pt x="4789617" y="628251"/>
                  </a:lnTo>
                  <a:lnTo>
                    <a:pt x="4789711" y="628251"/>
                  </a:lnTo>
                  <a:lnTo>
                    <a:pt x="4789805" y="628251"/>
                  </a:lnTo>
                  <a:lnTo>
                    <a:pt x="4789899" y="628251"/>
                  </a:lnTo>
                  <a:lnTo>
                    <a:pt x="4789993" y="628251"/>
                  </a:lnTo>
                  <a:lnTo>
                    <a:pt x="4790087" y="628251"/>
                  </a:lnTo>
                  <a:lnTo>
                    <a:pt x="4790181" y="628251"/>
                  </a:lnTo>
                  <a:lnTo>
                    <a:pt x="4790275" y="628251"/>
                  </a:lnTo>
                  <a:lnTo>
                    <a:pt x="4790369" y="628251"/>
                  </a:lnTo>
                  <a:lnTo>
                    <a:pt x="4790463" y="628251"/>
                  </a:lnTo>
                  <a:lnTo>
                    <a:pt x="4790557" y="628251"/>
                  </a:lnTo>
                  <a:lnTo>
                    <a:pt x="4790651" y="628251"/>
                  </a:lnTo>
                  <a:lnTo>
                    <a:pt x="4790745" y="628251"/>
                  </a:lnTo>
                  <a:lnTo>
                    <a:pt x="4790839" y="628251"/>
                  </a:lnTo>
                  <a:lnTo>
                    <a:pt x="4790933" y="628251"/>
                  </a:lnTo>
                  <a:lnTo>
                    <a:pt x="4791027" y="628251"/>
                  </a:lnTo>
                  <a:lnTo>
                    <a:pt x="4791121" y="628251"/>
                  </a:lnTo>
                  <a:lnTo>
                    <a:pt x="4791215" y="628251"/>
                  </a:lnTo>
                  <a:lnTo>
                    <a:pt x="4791309" y="628251"/>
                  </a:lnTo>
                  <a:lnTo>
                    <a:pt x="4791403" y="628251"/>
                  </a:lnTo>
                  <a:lnTo>
                    <a:pt x="4791497" y="628251"/>
                  </a:lnTo>
                  <a:lnTo>
                    <a:pt x="4791591" y="628251"/>
                  </a:lnTo>
                  <a:lnTo>
                    <a:pt x="4791685" y="628251"/>
                  </a:lnTo>
                  <a:lnTo>
                    <a:pt x="4791780" y="628251"/>
                  </a:lnTo>
                  <a:lnTo>
                    <a:pt x="4791874" y="628251"/>
                  </a:lnTo>
                  <a:lnTo>
                    <a:pt x="4791968" y="628251"/>
                  </a:lnTo>
                  <a:lnTo>
                    <a:pt x="4792062" y="628251"/>
                  </a:lnTo>
                  <a:lnTo>
                    <a:pt x="4792156" y="628251"/>
                  </a:lnTo>
                  <a:lnTo>
                    <a:pt x="4792250" y="628251"/>
                  </a:lnTo>
                  <a:lnTo>
                    <a:pt x="4792344" y="628251"/>
                  </a:lnTo>
                  <a:lnTo>
                    <a:pt x="4792438" y="628251"/>
                  </a:lnTo>
                  <a:lnTo>
                    <a:pt x="4792532" y="628251"/>
                  </a:lnTo>
                  <a:lnTo>
                    <a:pt x="4792626" y="628251"/>
                  </a:lnTo>
                  <a:lnTo>
                    <a:pt x="4792720" y="628251"/>
                  </a:lnTo>
                  <a:lnTo>
                    <a:pt x="4792814" y="628251"/>
                  </a:lnTo>
                  <a:lnTo>
                    <a:pt x="4792908" y="628251"/>
                  </a:lnTo>
                  <a:lnTo>
                    <a:pt x="4793002" y="628251"/>
                  </a:lnTo>
                  <a:lnTo>
                    <a:pt x="4793002" y="622971"/>
                  </a:lnTo>
                  <a:lnTo>
                    <a:pt x="4793096" y="622971"/>
                  </a:lnTo>
                  <a:lnTo>
                    <a:pt x="4793190" y="622971"/>
                  </a:lnTo>
                  <a:lnTo>
                    <a:pt x="4793284" y="622971"/>
                  </a:lnTo>
                  <a:lnTo>
                    <a:pt x="4793378" y="622971"/>
                  </a:lnTo>
                  <a:lnTo>
                    <a:pt x="4793472" y="622971"/>
                  </a:lnTo>
                  <a:lnTo>
                    <a:pt x="4793566" y="622971"/>
                  </a:lnTo>
                  <a:lnTo>
                    <a:pt x="4793660" y="622971"/>
                  </a:lnTo>
                  <a:lnTo>
                    <a:pt x="4793754" y="622971"/>
                  </a:lnTo>
                  <a:lnTo>
                    <a:pt x="4793848" y="622971"/>
                  </a:lnTo>
                  <a:lnTo>
                    <a:pt x="4793942" y="622971"/>
                  </a:lnTo>
                  <a:lnTo>
                    <a:pt x="4794036" y="622971"/>
                  </a:lnTo>
                  <a:lnTo>
                    <a:pt x="4794130" y="622971"/>
                  </a:lnTo>
                  <a:lnTo>
                    <a:pt x="4794224" y="622971"/>
                  </a:lnTo>
                  <a:lnTo>
                    <a:pt x="4794318" y="622971"/>
                  </a:lnTo>
                  <a:lnTo>
                    <a:pt x="4794412" y="622971"/>
                  </a:lnTo>
                  <a:lnTo>
                    <a:pt x="4794506" y="622971"/>
                  </a:lnTo>
                  <a:lnTo>
                    <a:pt x="4794600" y="622971"/>
                  </a:lnTo>
                  <a:lnTo>
                    <a:pt x="4794694" y="622971"/>
                  </a:lnTo>
                  <a:lnTo>
                    <a:pt x="4794788" y="622971"/>
                  </a:lnTo>
                  <a:lnTo>
                    <a:pt x="4794882" y="622971"/>
                  </a:lnTo>
                  <a:lnTo>
                    <a:pt x="4794976" y="622971"/>
                  </a:lnTo>
                  <a:lnTo>
                    <a:pt x="4795070" y="622971"/>
                  </a:lnTo>
                  <a:lnTo>
                    <a:pt x="4795164" y="622971"/>
                  </a:lnTo>
                  <a:lnTo>
                    <a:pt x="4795259" y="622971"/>
                  </a:lnTo>
                  <a:lnTo>
                    <a:pt x="4795353" y="622971"/>
                  </a:lnTo>
                  <a:lnTo>
                    <a:pt x="4795447" y="622971"/>
                  </a:lnTo>
                  <a:lnTo>
                    <a:pt x="4795541" y="622971"/>
                  </a:lnTo>
                  <a:lnTo>
                    <a:pt x="4795635" y="622971"/>
                  </a:lnTo>
                  <a:lnTo>
                    <a:pt x="4795729" y="622971"/>
                  </a:lnTo>
                  <a:lnTo>
                    <a:pt x="4795823" y="622971"/>
                  </a:lnTo>
                  <a:lnTo>
                    <a:pt x="4795917" y="622971"/>
                  </a:lnTo>
                  <a:lnTo>
                    <a:pt x="4796011" y="622971"/>
                  </a:lnTo>
                  <a:lnTo>
                    <a:pt x="4796105" y="622971"/>
                  </a:lnTo>
                  <a:lnTo>
                    <a:pt x="4796199" y="622971"/>
                  </a:lnTo>
                  <a:lnTo>
                    <a:pt x="4796293" y="622971"/>
                  </a:lnTo>
                  <a:lnTo>
                    <a:pt x="4796387" y="622971"/>
                  </a:lnTo>
                  <a:lnTo>
                    <a:pt x="4796481" y="622971"/>
                  </a:lnTo>
                  <a:lnTo>
                    <a:pt x="4796575" y="622971"/>
                  </a:lnTo>
                  <a:lnTo>
                    <a:pt x="4796669" y="622971"/>
                  </a:lnTo>
                  <a:lnTo>
                    <a:pt x="4796763" y="622971"/>
                  </a:lnTo>
                  <a:lnTo>
                    <a:pt x="4796857" y="622971"/>
                  </a:lnTo>
                  <a:lnTo>
                    <a:pt x="4796951" y="622971"/>
                  </a:lnTo>
                  <a:lnTo>
                    <a:pt x="4797045" y="622971"/>
                  </a:lnTo>
                  <a:lnTo>
                    <a:pt x="4797139" y="622971"/>
                  </a:lnTo>
                  <a:lnTo>
                    <a:pt x="4797139" y="617692"/>
                  </a:lnTo>
                  <a:lnTo>
                    <a:pt x="4797233" y="617692"/>
                  </a:lnTo>
                  <a:lnTo>
                    <a:pt x="4797327" y="617692"/>
                  </a:lnTo>
                  <a:lnTo>
                    <a:pt x="4797421" y="617692"/>
                  </a:lnTo>
                  <a:lnTo>
                    <a:pt x="4797515" y="617692"/>
                  </a:lnTo>
                  <a:lnTo>
                    <a:pt x="4797609" y="617692"/>
                  </a:lnTo>
                  <a:lnTo>
                    <a:pt x="4797703" y="617692"/>
                  </a:lnTo>
                  <a:lnTo>
                    <a:pt x="4797797" y="617692"/>
                  </a:lnTo>
                  <a:lnTo>
                    <a:pt x="4797891" y="617692"/>
                  </a:lnTo>
                  <a:lnTo>
                    <a:pt x="4797985" y="617692"/>
                  </a:lnTo>
                  <a:lnTo>
                    <a:pt x="4798079" y="617692"/>
                  </a:lnTo>
                  <a:lnTo>
                    <a:pt x="4798173" y="617692"/>
                  </a:lnTo>
                  <a:lnTo>
                    <a:pt x="4798267" y="617692"/>
                  </a:lnTo>
                  <a:lnTo>
                    <a:pt x="4798361" y="617692"/>
                  </a:lnTo>
                  <a:lnTo>
                    <a:pt x="4798455" y="617692"/>
                  </a:lnTo>
                  <a:lnTo>
                    <a:pt x="4798549" y="617692"/>
                  </a:lnTo>
                  <a:lnTo>
                    <a:pt x="4798643" y="617692"/>
                  </a:lnTo>
                  <a:lnTo>
                    <a:pt x="4798737" y="617692"/>
                  </a:lnTo>
                  <a:lnTo>
                    <a:pt x="4798832" y="617692"/>
                  </a:lnTo>
                  <a:lnTo>
                    <a:pt x="4798926" y="617692"/>
                  </a:lnTo>
                  <a:lnTo>
                    <a:pt x="4799020" y="617692"/>
                  </a:lnTo>
                  <a:lnTo>
                    <a:pt x="4799114" y="617692"/>
                  </a:lnTo>
                  <a:lnTo>
                    <a:pt x="4799208" y="617692"/>
                  </a:lnTo>
                  <a:lnTo>
                    <a:pt x="4799302" y="617692"/>
                  </a:lnTo>
                  <a:lnTo>
                    <a:pt x="4799396" y="617692"/>
                  </a:lnTo>
                  <a:lnTo>
                    <a:pt x="4799490" y="617692"/>
                  </a:lnTo>
                  <a:lnTo>
                    <a:pt x="4799584" y="617692"/>
                  </a:lnTo>
                  <a:lnTo>
                    <a:pt x="4799678" y="617692"/>
                  </a:lnTo>
                  <a:lnTo>
                    <a:pt x="4799772" y="617692"/>
                  </a:lnTo>
                  <a:lnTo>
                    <a:pt x="4799866" y="617692"/>
                  </a:lnTo>
                  <a:lnTo>
                    <a:pt x="4799960" y="617692"/>
                  </a:lnTo>
                  <a:lnTo>
                    <a:pt x="4800054" y="617692"/>
                  </a:lnTo>
                  <a:lnTo>
                    <a:pt x="4800148" y="617692"/>
                  </a:lnTo>
                  <a:lnTo>
                    <a:pt x="4800242" y="617692"/>
                  </a:lnTo>
                  <a:lnTo>
                    <a:pt x="4800336" y="617692"/>
                  </a:lnTo>
                  <a:lnTo>
                    <a:pt x="4800430" y="617692"/>
                  </a:lnTo>
                  <a:lnTo>
                    <a:pt x="4800524" y="617692"/>
                  </a:lnTo>
                  <a:lnTo>
                    <a:pt x="4800618" y="617692"/>
                  </a:lnTo>
                  <a:lnTo>
                    <a:pt x="4800712" y="617692"/>
                  </a:lnTo>
                  <a:lnTo>
                    <a:pt x="4800806" y="617692"/>
                  </a:lnTo>
                  <a:lnTo>
                    <a:pt x="4800900" y="617692"/>
                  </a:lnTo>
                  <a:lnTo>
                    <a:pt x="4800994" y="617692"/>
                  </a:lnTo>
                  <a:lnTo>
                    <a:pt x="4801088" y="617692"/>
                  </a:lnTo>
                  <a:lnTo>
                    <a:pt x="4801182" y="617692"/>
                  </a:lnTo>
                  <a:lnTo>
                    <a:pt x="4801276" y="617692"/>
                  </a:lnTo>
                  <a:lnTo>
                    <a:pt x="4801370" y="617692"/>
                  </a:lnTo>
                  <a:lnTo>
                    <a:pt x="4801464" y="617692"/>
                  </a:lnTo>
                  <a:lnTo>
                    <a:pt x="4801558" y="617692"/>
                  </a:lnTo>
                  <a:lnTo>
                    <a:pt x="4801652" y="617692"/>
                  </a:lnTo>
                  <a:lnTo>
                    <a:pt x="4801746" y="617692"/>
                  </a:lnTo>
                  <a:lnTo>
                    <a:pt x="4801746" y="612412"/>
                  </a:lnTo>
                  <a:lnTo>
                    <a:pt x="4801840" y="612412"/>
                  </a:lnTo>
                  <a:lnTo>
                    <a:pt x="4801934" y="612412"/>
                  </a:lnTo>
                  <a:lnTo>
                    <a:pt x="4802028" y="612412"/>
                  </a:lnTo>
                  <a:lnTo>
                    <a:pt x="4802122" y="612412"/>
                  </a:lnTo>
                  <a:lnTo>
                    <a:pt x="4802216" y="612412"/>
                  </a:lnTo>
                  <a:lnTo>
                    <a:pt x="4802310" y="612412"/>
                  </a:lnTo>
                  <a:lnTo>
                    <a:pt x="4802405" y="612412"/>
                  </a:lnTo>
                  <a:lnTo>
                    <a:pt x="4802499" y="612412"/>
                  </a:lnTo>
                  <a:lnTo>
                    <a:pt x="4802593" y="612412"/>
                  </a:lnTo>
                  <a:lnTo>
                    <a:pt x="4802687" y="612412"/>
                  </a:lnTo>
                  <a:lnTo>
                    <a:pt x="4802781" y="612412"/>
                  </a:lnTo>
                  <a:lnTo>
                    <a:pt x="4802875" y="612412"/>
                  </a:lnTo>
                  <a:lnTo>
                    <a:pt x="4802969" y="612412"/>
                  </a:lnTo>
                  <a:lnTo>
                    <a:pt x="4803063" y="612412"/>
                  </a:lnTo>
                  <a:lnTo>
                    <a:pt x="4803157" y="612412"/>
                  </a:lnTo>
                  <a:lnTo>
                    <a:pt x="4803251" y="612412"/>
                  </a:lnTo>
                  <a:lnTo>
                    <a:pt x="4803345" y="612412"/>
                  </a:lnTo>
                  <a:lnTo>
                    <a:pt x="4803439" y="612412"/>
                  </a:lnTo>
                  <a:lnTo>
                    <a:pt x="4803533" y="612412"/>
                  </a:lnTo>
                  <a:lnTo>
                    <a:pt x="4803627" y="612412"/>
                  </a:lnTo>
                  <a:lnTo>
                    <a:pt x="4803721" y="612412"/>
                  </a:lnTo>
                  <a:lnTo>
                    <a:pt x="4803815" y="612412"/>
                  </a:lnTo>
                  <a:lnTo>
                    <a:pt x="4803909" y="612412"/>
                  </a:lnTo>
                  <a:lnTo>
                    <a:pt x="4804003" y="612412"/>
                  </a:lnTo>
                  <a:lnTo>
                    <a:pt x="4804097" y="612412"/>
                  </a:lnTo>
                  <a:lnTo>
                    <a:pt x="4804191" y="612412"/>
                  </a:lnTo>
                  <a:lnTo>
                    <a:pt x="4804285" y="612412"/>
                  </a:lnTo>
                  <a:lnTo>
                    <a:pt x="4804379" y="612412"/>
                  </a:lnTo>
                  <a:lnTo>
                    <a:pt x="4804473" y="612412"/>
                  </a:lnTo>
                  <a:lnTo>
                    <a:pt x="4804567" y="612412"/>
                  </a:lnTo>
                  <a:lnTo>
                    <a:pt x="4804661" y="612412"/>
                  </a:lnTo>
                  <a:lnTo>
                    <a:pt x="4804755" y="612412"/>
                  </a:lnTo>
                  <a:lnTo>
                    <a:pt x="4804849" y="612412"/>
                  </a:lnTo>
                  <a:lnTo>
                    <a:pt x="4804943" y="612412"/>
                  </a:lnTo>
                  <a:lnTo>
                    <a:pt x="4805037" y="612412"/>
                  </a:lnTo>
                  <a:lnTo>
                    <a:pt x="4805131" y="612412"/>
                  </a:lnTo>
                  <a:lnTo>
                    <a:pt x="4805225" y="612412"/>
                  </a:lnTo>
                  <a:lnTo>
                    <a:pt x="4805319" y="612412"/>
                  </a:lnTo>
                  <a:lnTo>
                    <a:pt x="4805413" y="612412"/>
                  </a:lnTo>
                  <a:lnTo>
                    <a:pt x="4805507" y="612412"/>
                  </a:lnTo>
                  <a:lnTo>
                    <a:pt x="4805601" y="612412"/>
                  </a:lnTo>
                  <a:lnTo>
                    <a:pt x="4805695" y="612412"/>
                  </a:lnTo>
                  <a:lnTo>
                    <a:pt x="4805789" y="612412"/>
                  </a:lnTo>
                  <a:lnTo>
                    <a:pt x="4805883" y="612412"/>
                  </a:lnTo>
                  <a:lnTo>
                    <a:pt x="4805978" y="612412"/>
                  </a:lnTo>
                  <a:lnTo>
                    <a:pt x="4806072" y="612412"/>
                  </a:lnTo>
                  <a:lnTo>
                    <a:pt x="4806166" y="612412"/>
                  </a:lnTo>
                  <a:lnTo>
                    <a:pt x="4806260" y="612412"/>
                  </a:lnTo>
                  <a:lnTo>
                    <a:pt x="4806354" y="612412"/>
                  </a:lnTo>
                  <a:lnTo>
                    <a:pt x="4806448" y="612412"/>
                  </a:lnTo>
                  <a:lnTo>
                    <a:pt x="4806542" y="612412"/>
                  </a:lnTo>
                  <a:lnTo>
                    <a:pt x="4806636" y="612412"/>
                  </a:lnTo>
                  <a:lnTo>
                    <a:pt x="4806730" y="612412"/>
                  </a:lnTo>
                  <a:lnTo>
                    <a:pt x="4806824" y="612412"/>
                  </a:lnTo>
                  <a:lnTo>
                    <a:pt x="4806918" y="612412"/>
                  </a:lnTo>
                  <a:lnTo>
                    <a:pt x="4807012" y="612412"/>
                  </a:lnTo>
                  <a:lnTo>
                    <a:pt x="4807106" y="612412"/>
                  </a:lnTo>
                  <a:lnTo>
                    <a:pt x="4807200" y="612412"/>
                  </a:lnTo>
                  <a:lnTo>
                    <a:pt x="4807294" y="612412"/>
                  </a:lnTo>
                  <a:lnTo>
                    <a:pt x="4807388" y="612412"/>
                  </a:lnTo>
                  <a:lnTo>
                    <a:pt x="4807482" y="612412"/>
                  </a:lnTo>
                  <a:lnTo>
                    <a:pt x="4807576" y="612412"/>
                  </a:lnTo>
                  <a:lnTo>
                    <a:pt x="4807670" y="612412"/>
                  </a:lnTo>
                  <a:lnTo>
                    <a:pt x="4807764" y="612412"/>
                  </a:lnTo>
                  <a:lnTo>
                    <a:pt x="4807858" y="612412"/>
                  </a:lnTo>
                  <a:lnTo>
                    <a:pt x="4807952" y="612412"/>
                  </a:lnTo>
                  <a:lnTo>
                    <a:pt x="4808046" y="612412"/>
                  </a:lnTo>
                  <a:lnTo>
                    <a:pt x="4808140" y="612412"/>
                  </a:lnTo>
                  <a:lnTo>
                    <a:pt x="4808234" y="612412"/>
                  </a:lnTo>
                  <a:lnTo>
                    <a:pt x="4808328" y="612412"/>
                  </a:lnTo>
                  <a:lnTo>
                    <a:pt x="4808422" y="612412"/>
                  </a:lnTo>
                  <a:lnTo>
                    <a:pt x="4808516" y="612412"/>
                  </a:lnTo>
                  <a:lnTo>
                    <a:pt x="4808610" y="612412"/>
                  </a:lnTo>
                  <a:lnTo>
                    <a:pt x="4808704" y="612412"/>
                  </a:lnTo>
                  <a:lnTo>
                    <a:pt x="4808798" y="612412"/>
                  </a:lnTo>
                  <a:lnTo>
                    <a:pt x="4808892" y="612412"/>
                  </a:lnTo>
                  <a:lnTo>
                    <a:pt x="4808986" y="612412"/>
                  </a:lnTo>
                  <a:lnTo>
                    <a:pt x="4809080" y="612412"/>
                  </a:lnTo>
                  <a:lnTo>
                    <a:pt x="4809174" y="612412"/>
                  </a:lnTo>
                  <a:lnTo>
                    <a:pt x="4809268" y="612412"/>
                  </a:lnTo>
                  <a:lnTo>
                    <a:pt x="4809362" y="612412"/>
                  </a:lnTo>
                  <a:lnTo>
                    <a:pt x="4809457" y="612412"/>
                  </a:lnTo>
                  <a:lnTo>
                    <a:pt x="4809551" y="612412"/>
                  </a:lnTo>
                  <a:lnTo>
                    <a:pt x="4809645" y="612412"/>
                  </a:lnTo>
                  <a:lnTo>
                    <a:pt x="4809739" y="612412"/>
                  </a:lnTo>
                  <a:lnTo>
                    <a:pt x="4809833" y="612412"/>
                  </a:lnTo>
                  <a:lnTo>
                    <a:pt x="4809927" y="612412"/>
                  </a:lnTo>
                  <a:lnTo>
                    <a:pt x="4810021" y="612412"/>
                  </a:lnTo>
                  <a:lnTo>
                    <a:pt x="4810115" y="612412"/>
                  </a:lnTo>
                  <a:lnTo>
                    <a:pt x="4810209" y="612412"/>
                  </a:lnTo>
                  <a:lnTo>
                    <a:pt x="4810303" y="612412"/>
                  </a:lnTo>
                  <a:lnTo>
                    <a:pt x="4810397" y="612412"/>
                  </a:lnTo>
                  <a:lnTo>
                    <a:pt x="4810491" y="612412"/>
                  </a:lnTo>
                  <a:lnTo>
                    <a:pt x="4810585" y="612412"/>
                  </a:lnTo>
                  <a:lnTo>
                    <a:pt x="4810679" y="612412"/>
                  </a:lnTo>
                  <a:lnTo>
                    <a:pt x="4810773" y="612412"/>
                  </a:lnTo>
                  <a:lnTo>
                    <a:pt x="4810867" y="612412"/>
                  </a:lnTo>
                  <a:lnTo>
                    <a:pt x="4810961" y="612412"/>
                  </a:lnTo>
                  <a:lnTo>
                    <a:pt x="4811055" y="612412"/>
                  </a:lnTo>
                  <a:lnTo>
                    <a:pt x="4811149" y="612412"/>
                  </a:lnTo>
                  <a:lnTo>
                    <a:pt x="4811243" y="612412"/>
                  </a:lnTo>
                  <a:lnTo>
                    <a:pt x="4811337" y="612412"/>
                  </a:lnTo>
                  <a:lnTo>
                    <a:pt x="4811431" y="612412"/>
                  </a:lnTo>
                  <a:lnTo>
                    <a:pt x="4811525" y="612412"/>
                  </a:lnTo>
                  <a:lnTo>
                    <a:pt x="4811619" y="612412"/>
                  </a:lnTo>
                  <a:lnTo>
                    <a:pt x="4811713" y="612412"/>
                  </a:lnTo>
                  <a:lnTo>
                    <a:pt x="4811807" y="612412"/>
                  </a:lnTo>
                  <a:lnTo>
                    <a:pt x="4811901" y="612412"/>
                  </a:lnTo>
                  <a:lnTo>
                    <a:pt x="4811995" y="612412"/>
                  </a:lnTo>
                  <a:lnTo>
                    <a:pt x="4812089" y="612412"/>
                  </a:lnTo>
                  <a:lnTo>
                    <a:pt x="4812183" y="612412"/>
                  </a:lnTo>
                  <a:lnTo>
                    <a:pt x="4812277" y="612412"/>
                  </a:lnTo>
                  <a:lnTo>
                    <a:pt x="4812371" y="612412"/>
                  </a:lnTo>
                  <a:lnTo>
                    <a:pt x="4812465" y="612412"/>
                  </a:lnTo>
                  <a:lnTo>
                    <a:pt x="4812559" y="612412"/>
                  </a:lnTo>
                  <a:lnTo>
                    <a:pt x="4812653" y="612412"/>
                  </a:lnTo>
                  <a:lnTo>
                    <a:pt x="4812747" y="612412"/>
                  </a:lnTo>
                  <a:lnTo>
                    <a:pt x="4812841" y="612412"/>
                  </a:lnTo>
                  <a:lnTo>
                    <a:pt x="4812935" y="612412"/>
                  </a:lnTo>
                  <a:lnTo>
                    <a:pt x="4813030" y="612412"/>
                  </a:lnTo>
                  <a:lnTo>
                    <a:pt x="4813124" y="612412"/>
                  </a:lnTo>
                  <a:lnTo>
                    <a:pt x="4813218" y="612412"/>
                  </a:lnTo>
                  <a:lnTo>
                    <a:pt x="4813312" y="612412"/>
                  </a:lnTo>
                  <a:lnTo>
                    <a:pt x="4813406" y="612412"/>
                  </a:lnTo>
                  <a:lnTo>
                    <a:pt x="4813500" y="612412"/>
                  </a:lnTo>
                  <a:lnTo>
                    <a:pt x="4813594" y="612412"/>
                  </a:lnTo>
                  <a:lnTo>
                    <a:pt x="4813688" y="612412"/>
                  </a:lnTo>
                  <a:lnTo>
                    <a:pt x="4813782" y="612412"/>
                  </a:lnTo>
                  <a:lnTo>
                    <a:pt x="4813876" y="612412"/>
                  </a:lnTo>
                  <a:lnTo>
                    <a:pt x="4813970" y="612412"/>
                  </a:lnTo>
                  <a:lnTo>
                    <a:pt x="4814064" y="612412"/>
                  </a:lnTo>
                  <a:lnTo>
                    <a:pt x="4814158" y="612412"/>
                  </a:lnTo>
                  <a:lnTo>
                    <a:pt x="4814252" y="612412"/>
                  </a:lnTo>
                  <a:lnTo>
                    <a:pt x="4814346" y="612412"/>
                  </a:lnTo>
                  <a:lnTo>
                    <a:pt x="4814440" y="612412"/>
                  </a:lnTo>
                  <a:lnTo>
                    <a:pt x="4814534" y="612412"/>
                  </a:lnTo>
                  <a:lnTo>
                    <a:pt x="4814628" y="612412"/>
                  </a:lnTo>
                  <a:lnTo>
                    <a:pt x="4814722" y="612412"/>
                  </a:lnTo>
                  <a:lnTo>
                    <a:pt x="4814816" y="612412"/>
                  </a:lnTo>
                  <a:lnTo>
                    <a:pt x="4814910" y="612412"/>
                  </a:lnTo>
                  <a:lnTo>
                    <a:pt x="4815004" y="612412"/>
                  </a:lnTo>
                  <a:lnTo>
                    <a:pt x="4815098" y="612412"/>
                  </a:lnTo>
                  <a:lnTo>
                    <a:pt x="4815192" y="612412"/>
                  </a:lnTo>
                  <a:lnTo>
                    <a:pt x="4815286" y="612412"/>
                  </a:lnTo>
                  <a:lnTo>
                    <a:pt x="4815380" y="612412"/>
                  </a:lnTo>
                  <a:lnTo>
                    <a:pt x="4815474" y="612412"/>
                  </a:lnTo>
                  <a:lnTo>
                    <a:pt x="4815568" y="612412"/>
                  </a:lnTo>
                  <a:lnTo>
                    <a:pt x="4815662" y="612412"/>
                  </a:lnTo>
                  <a:lnTo>
                    <a:pt x="4815756" y="612412"/>
                  </a:lnTo>
                  <a:lnTo>
                    <a:pt x="4815850" y="612412"/>
                  </a:lnTo>
                  <a:lnTo>
                    <a:pt x="4815944" y="612412"/>
                  </a:lnTo>
                  <a:lnTo>
                    <a:pt x="4816038" y="612412"/>
                  </a:lnTo>
                  <a:lnTo>
                    <a:pt x="4816132" y="612412"/>
                  </a:lnTo>
                  <a:lnTo>
                    <a:pt x="4816226" y="612412"/>
                  </a:lnTo>
                  <a:lnTo>
                    <a:pt x="4816320" y="612412"/>
                  </a:lnTo>
                  <a:lnTo>
                    <a:pt x="4816414" y="612412"/>
                  </a:lnTo>
                  <a:lnTo>
                    <a:pt x="4816508" y="612412"/>
                  </a:lnTo>
                  <a:lnTo>
                    <a:pt x="4816603" y="612412"/>
                  </a:lnTo>
                  <a:lnTo>
                    <a:pt x="4816697" y="612412"/>
                  </a:lnTo>
                  <a:lnTo>
                    <a:pt x="4816791" y="612412"/>
                  </a:lnTo>
                  <a:lnTo>
                    <a:pt x="4816885" y="612412"/>
                  </a:lnTo>
                  <a:lnTo>
                    <a:pt x="4816979" y="612412"/>
                  </a:lnTo>
                  <a:lnTo>
                    <a:pt x="4817073" y="612412"/>
                  </a:lnTo>
                  <a:lnTo>
                    <a:pt x="4817167" y="612412"/>
                  </a:lnTo>
                  <a:lnTo>
                    <a:pt x="4817261" y="612412"/>
                  </a:lnTo>
                  <a:lnTo>
                    <a:pt x="4817355" y="612412"/>
                  </a:lnTo>
                  <a:lnTo>
                    <a:pt x="4817449" y="612412"/>
                  </a:lnTo>
                  <a:lnTo>
                    <a:pt x="4817543" y="612412"/>
                  </a:lnTo>
                  <a:lnTo>
                    <a:pt x="4817637" y="612412"/>
                  </a:lnTo>
                  <a:lnTo>
                    <a:pt x="4817731" y="612412"/>
                  </a:lnTo>
                  <a:lnTo>
                    <a:pt x="4817825" y="612412"/>
                  </a:lnTo>
                  <a:lnTo>
                    <a:pt x="4817919" y="612412"/>
                  </a:lnTo>
                  <a:lnTo>
                    <a:pt x="4818013" y="612412"/>
                  </a:lnTo>
                  <a:lnTo>
                    <a:pt x="4818107" y="612412"/>
                  </a:lnTo>
                  <a:lnTo>
                    <a:pt x="4818201" y="612412"/>
                  </a:lnTo>
                  <a:lnTo>
                    <a:pt x="4818295" y="612412"/>
                  </a:lnTo>
                  <a:lnTo>
                    <a:pt x="4818389" y="612412"/>
                  </a:lnTo>
                  <a:lnTo>
                    <a:pt x="4818483" y="612412"/>
                  </a:lnTo>
                  <a:lnTo>
                    <a:pt x="4818577" y="612412"/>
                  </a:lnTo>
                  <a:lnTo>
                    <a:pt x="4818671" y="612412"/>
                  </a:lnTo>
                  <a:lnTo>
                    <a:pt x="4818765" y="612412"/>
                  </a:lnTo>
                  <a:lnTo>
                    <a:pt x="4818859" y="612412"/>
                  </a:lnTo>
                  <a:lnTo>
                    <a:pt x="4818953" y="612412"/>
                  </a:lnTo>
                  <a:lnTo>
                    <a:pt x="4819047" y="612412"/>
                  </a:lnTo>
                  <a:lnTo>
                    <a:pt x="4819141" y="612412"/>
                  </a:lnTo>
                  <a:lnTo>
                    <a:pt x="4819235" y="612412"/>
                  </a:lnTo>
                  <a:lnTo>
                    <a:pt x="4819329" y="612412"/>
                  </a:lnTo>
                  <a:lnTo>
                    <a:pt x="4819423" y="612412"/>
                  </a:lnTo>
                  <a:lnTo>
                    <a:pt x="4819517" y="612412"/>
                  </a:lnTo>
                  <a:lnTo>
                    <a:pt x="4819611" y="612412"/>
                  </a:lnTo>
                  <a:lnTo>
                    <a:pt x="4819705" y="612412"/>
                  </a:lnTo>
                  <a:lnTo>
                    <a:pt x="4819799" y="612412"/>
                  </a:lnTo>
                  <a:lnTo>
                    <a:pt x="4819893" y="612412"/>
                  </a:lnTo>
                  <a:lnTo>
                    <a:pt x="4819987" y="612412"/>
                  </a:lnTo>
                  <a:lnTo>
                    <a:pt x="4820082" y="612412"/>
                  </a:lnTo>
                  <a:lnTo>
                    <a:pt x="4820176" y="612412"/>
                  </a:lnTo>
                  <a:lnTo>
                    <a:pt x="4820270" y="612412"/>
                  </a:lnTo>
                  <a:lnTo>
                    <a:pt x="4820364" y="612412"/>
                  </a:lnTo>
                  <a:lnTo>
                    <a:pt x="4820458" y="612412"/>
                  </a:lnTo>
                  <a:lnTo>
                    <a:pt x="4820552" y="612412"/>
                  </a:lnTo>
                  <a:lnTo>
                    <a:pt x="4820646" y="612412"/>
                  </a:lnTo>
                  <a:lnTo>
                    <a:pt x="4820740" y="612412"/>
                  </a:lnTo>
                  <a:lnTo>
                    <a:pt x="4820834" y="612412"/>
                  </a:lnTo>
                  <a:lnTo>
                    <a:pt x="4820928" y="612412"/>
                  </a:lnTo>
                  <a:lnTo>
                    <a:pt x="4821022" y="612412"/>
                  </a:lnTo>
                  <a:lnTo>
                    <a:pt x="4821116" y="612412"/>
                  </a:lnTo>
                  <a:lnTo>
                    <a:pt x="4821210" y="612412"/>
                  </a:lnTo>
                  <a:lnTo>
                    <a:pt x="4821304" y="612412"/>
                  </a:lnTo>
                  <a:lnTo>
                    <a:pt x="4821398" y="612412"/>
                  </a:lnTo>
                  <a:lnTo>
                    <a:pt x="4821492" y="612412"/>
                  </a:lnTo>
                  <a:lnTo>
                    <a:pt x="4821586" y="612412"/>
                  </a:lnTo>
                  <a:lnTo>
                    <a:pt x="4821680" y="612412"/>
                  </a:lnTo>
                  <a:lnTo>
                    <a:pt x="4821774" y="612412"/>
                  </a:lnTo>
                  <a:lnTo>
                    <a:pt x="4821868" y="612412"/>
                  </a:lnTo>
                  <a:lnTo>
                    <a:pt x="4821962" y="612412"/>
                  </a:lnTo>
                  <a:lnTo>
                    <a:pt x="4822056" y="612412"/>
                  </a:lnTo>
                  <a:lnTo>
                    <a:pt x="4822150" y="612412"/>
                  </a:lnTo>
                  <a:lnTo>
                    <a:pt x="4822244" y="612412"/>
                  </a:lnTo>
                  <a:lnTo>
                    <a:pt x="4822338" y="612412"/>
                  </a:lnTo>
                  <a:lnTo>
                    <a:pt x="4822432" y="612412"/>
                  </a:lnTo>
                  <a:lnTo>
                    <a:pt x="4822526" y="612412"/>
                  </a:lnTo>
                  <a:lnTo>
                    <a:pt x="4822620" y="612412"/>
                  </a:lnTo>
                  <a:lnTo>
                    <a:pt x="4822714" y="612412"/>
                  </a:lnTo>
                  <a:lnTo>
                    <a:pt x="4822808" y="612412"/>
                  </a:lnTo>
                  <a:lnTo>
                    <a:pt x="4822902" y="612412"/>
                  </a:lnTo>
                  <a:lnTo>
                    <a:pt x="4822996" y="612412"/>
                  </a:lnTo>
                  <a:lnTo>
                    <a:pt x="4823090" y="612412"/>
                  </a:lnTo>
                  <a:lnTo>
                    <a:pt x="4823184" y="612412"/>
                  </a:lnTo>
                  <a:lnTo>
                    <a:pt x="4823278" y="612412"/>
                  </a:lnTo>
                  <a:lnTo>
                    <a:pt x="4823372" y="612412"/>
                  </a:lnTo>
                  <a:lnTo>
                    <a:pt x="4823466" y="612412"/>
                  </a:lnTo>
                  <a:lnTo>
                    <a:pt x="4823560" y="612412"/>
                  </a:lnTo>
                  <a:lnTo>
                    <a:pt x="4823655" y="612412"/>
                  </a:lnTo>
                  <a:lnTo>
                    <a:pt x="4823749" y="612412"/>
                  </a:lnTo>
                  <a:lnTo>
                    <a:pt x="4823843" y="612412"/>
                  </a:lnTo>
                  <a:lnTo>
                    <a:pt x="4823937" y="612412"/>
                  </a:lnTo>
                  <a:lnTo>
                    <a:pt x="4824031" y="612412"/>
                  </a:lnTo>
                  <a:lnTo>
                    <a:pt x="4824125" y="612412"/>
                  </a:lnTo>
                  <a:lnTo>
                    <a:pt x="4824219" y="612412"/>
                  </a:lnTo>
                  <a:lnTo>
                    <a:pt x="4824313" y="612412"/>
                  </a:lnTo>
                  <a:lnTo>
                    <a:pt x="4824407" y="612412"/>
                  </a:lnTo>
                  <a:lnTo>
                    <a:pt x="4824501" y="612412"/>
                  </a:lnTo>
                  <a:lnTo>
                    <a:pt x="4824595" y="612412"/>
                  </a:lnTo>
                  <a:lnTo>
                    <a:pt x="4824689" y="612412"/>
                  </a:lnTo>
                  <a:lnTo>
                    <a:pt x="4824689" y="607133"/>
                  </a:lnTo>
                  <a:lnTo>
                    <a:pt x="4824783" y="607133"/>
                  </a:lnTo>
                  <a:lnTo>
                    <a:pt x="4824877" y="607133"/>
                  </a:lnTo>
                  <a:lnTo>
                    <a:pt x="4824971" y="607133"/>
                  </a:lnTo>
                  <a:lnTo>
                    <a:pt x="4825065" y="607133"/>
                  </a:lnTo>
                  <a:lnTo>
                    <a:pt x="4825159" y="607133"/>
                  </a:lnTo>
                  <a:lnTo>
                    <a:pt x="4825253" y="607133"/>
                  </a:lnTo>
                  <a:lnTo>
                    <a:pt x="4825347" y="607133"/>
                  </a:lnTo>
                  <a:lnTo>
                    <a:pt x="4825441" y="607133"/>
                  </a:lnTo>
                  <a:lnTo>
                    <a:pt x="4825535" y="607133"/>
                  </a:lnTo>
                  <a:lnTo>
                    <a:pt x="4825629" y="607133"/>
                  </a:lnTo>
                  <a:lnTo>
                    <a:pt x="4825723" y="607133"/>
                  </a:lnTo>
                  <a:lnTo>
                    <a:pt x="4825817" y="607133"/>
                  </a:lnTo>
                  <a:lnTo>
                    <a:pt x="4825911" y="607133"/>
                  </a:lnTo>
                  <a:lnTo>
                    <a:pt x="4826005" y="607133"/>
                  </a:lnTo>
                  <a:lnTo>
                    <a:pt x="4826099" y="607133"/>
                  </a:lnTo>
                  <a:lnTo>
                    <a:pt x="4826193" y="607133"/>
                  </a:lnTo>
                  <a:lnTo>
                    <a:pt x="4826287" y="607133"/>
                  </a:lnTo>
                  <a:lnTo>
                    <a:pt x="4826381" y="607133"/>
                  </a:lnTo>
                  <a:lnTo>
                    <a:pt x="4826475" y="607133"/>
                  </a:lnTo>
                  <a:lnTo>
                    <a:pt x="4826569" y="607133"/>
                  </a:lnTo>
                  <a:lnTo>
                    <a:pt x="4826663" y="607133"/>
                  </a:lnTo>
                  <a:lnTo>
                    <a:pt x="4826757" y="607133"/>
                  </a:lnTo>
                  <a:lnTo>
                    <a:pt x="4826851" y="607133"/>
                  </a:lnTo>
                  <a:lnTo>
                    <a:pt x="4826945" y="607133"/>
                  </a:lnTo>
                  <a:lnTo>
                    <a:pt x="4827039" y="607133"/>
                  </a:lnTo>
                  <a:lnTo>
                    <a:pt x="4827133" y="607133"/>
                  </a:lnTo>
                  <a:lnTo>
                    <a:pt x="4827228" y="607133"/>
                  </a:lnTo>
                  <a:lnTo>
                    <a:pt x="4827322" y="607133"/>
                  </a:lnTo>
                  <a:lnTo>
                    <a:pt x="4827416" y="607133"/>
                  </a:lnTo>
                  <a:lnTo>
                    <a:pt x="4827510" y="607133"/>
                  </a:lnTo>
                  <a:lnTo>
                    <a:pt x="4827604" y="607133"/>
                  </a:lnTo>
                  <a:lnTo>
                    <a:pt x="4827698" y="607133"/>
                  </a:lnTo>
                  <a:lnTo>
                    <a:pt x="4827792" y="607133"/>
                  </a:lnTo>
                  <a:lnTo>
                    <a:pt x="4827886" y="607133"/>
                  </a:lnTo>
                  <a:lnTo>
                    <a:pt x="4827980" y="607133"/>
                  </a:lnTo>
                  <a:lnTo>
                    <a:pt x="4828074" y="607133"/>
                  </a:lnTo>
                  <a:lnTo>
                    <a:pt x="4828168" y="607133"/>
                  </a:lnTo>
                  <a:lnTo>
                    <a:pt x="4828262" y="607133"/>
                  </a:lnTo>
                  <a:lnTo>
                    <a:pt x="4828356" y="607133"/>
                  </a:lnTo>
                  <a:lnTo>
                    <a:pt x="4828450" y="607133"/>
                  </a:lnTo>
                  <a:lnTo>
                    <a:pt x="4828544" y="607133"/>
                  </a:lnTo>
                  <a:lnTo>
                    <a:pt x="4828638" y="607133"/>
                  </a:lnTo>
                  <a:lnTo>
                    <a:pt x="4828732" y="607133"/>
                  </a:lnTo>
                  <a:lnTo>
                    <a:pt x="4828826" y="607133"/>
                  </a:lnTo>
                  <a:lnTo>
                    <a:pt x="4828920" y="607133"/>
                  </a:lnTo>
                  <a:lnTo>
                    <a:pt x="4829014" y="607133"/>
                  </a:lnTo>
                  <a:lnTo>
                    <a:pt x="4829108" y="607133"/>
                  </a:lnTo>
                  <a:lnTo>
                    <a:pt x="4829202" y="607133"/>
                  </a:lnTo>
                  <a:lnTo>
                    <a:pt x="4829296" y="607133"/>
                  </a:lnTo>
                  <a:lnTo>
                    <a:pt x="4829390" y="607133"/>
                  </a:lnTo>
                  <a:lnTo>
                    <a:pt x="4829484" y="607133"/>
                  </a:lnTo>
                  <a:lnTo>
                    <a:pt x="4829578" y="607133"/>
                  </a:lnTo>
                  <a:lnTo>
                    <a:pt x="4829672" y="607133"/>
                  </a:lnTo>
                  <a:lnTo>
                    <a:pt x="4829766" y="607133"/>
                  </a:lnTo>
                  <a:lnTo>
                    <a:pt x="4829860" y="607133"/>
                  </a:lnTo>
                  <a:lnTo>
                    <a:pt x="4829954" y="607133"/>
                  </a:lnTo>
                  <a:lnTo>
                    <a:pt x="4830048" y="607133"/>
                  </a:lnTo>
                  <a:lnTo>
                    <a:pt x="4830142" y="607133"/>
                  </a:lnTo>
                  <a:lnTo>
                    <a:pt x="4830236" y="607133"/>
                  </a:lnTo>
                  <a:lnTo>
                    <a:pt x="4830330" y="607133"/>
                  </a:lnTo>
                  <a:lnTo>
                    <a:pt x="4830424" y="607133"/>
                  </a:lnTo>
                  <a:lnTo>
                    <a:pt x="4830518" y="607133"/>
                  </a:lnTo>
                  <a:lnTo>
                    <a:pt x="4830612" y="607133"/>
                  </a:lnTo>
                  <a:lnTo>
                    <a:pt x="4830707" y="607133"/>
                  </a:lnTo>
                  <a:lnTo>
                    <a:pt x="4830801" y="607133"/>
                  </a:lnTo>
                  <a:lnTo>
                    <a:pt x="4830895" y="607133"/>
                  </a:lnTo>
                  <a:lnTo>
                    <a:pt x="4830989" y="607133"/>
                  </a:lnTo>
                  <a:lnTo>
                    <a:pt x="4831083" y="607133"/>
                  </a:lnTo>
                  <a:lnTo>
                    <a:pt x="4831177" y="607133"/>
                  </a:lnTo>
                  <a:lnTo>
                    <a:pt x="4831271" y="607133"/>
                  </a:lnTo>
                  <a:lnTo>
                    <a:pt x="4831365" y="607133"/>
                  </a:lnTo>
                  <a:lnTo>
                    <a:pt x="4831459" y="607133"/>
                  </a:lnTo>
                  <a:lnTo>
                    <a:pt x="4831553" y="607133"/>
                  </a:lnTo>
                  <a:lnTo>
                    <a:pt x="4831647" y="607133"/>
                  </a:lnTo>
                  <a:lnTo>
                    <a:pt x="4831741" y="607133"/>
                  </a:lnTo>
                  <a:lnTo>
                    <a:pt x="4831835" y="607133"/>
                  </a:lnTo>
                  <a:lnTo>
                    <a:pt x="4831929" y="607133"/>
                  </a:lnTo>
                  <a:lnTo>
                    <a:pt x="4832023" y="607133"/>
                  </a:lnTo>
                  <a:lnTo>
                    <a:pt x="4832117" y="607133"/>
                  </a:lnTo>
                  <a:lnTo>
                    <a:pt x="4832211" y="607133"/>
                  </a:lnTo>
                  <a:lnTo>
                    <a:pt x="4832305" y="607133"/>
                  </a:lnTo>
                  <a:lnTo>
                    <a:pt x="4832399" y="607133"/>
                  </a:lnTo>
                  <a:lnTo>
                    <a:pt x="4832493" y="607133"/>
                  </a:lnTo>
                  <a:lnTo>
                    <a:pt x="4832587" y="607133"/>
                  </a:lnTo>
                  <a:lnTo>
                    <a:pt x="4832681" y="607133"/>
                  </a:lnTo>
                  <a:lnTo>
                    <a:pt x="4832775" y="607133"/>
                  </a:lnTo>
                  <a:lnTo>
                    <a:pt x="4832869" y="607133"/>
                  </a:lnTo>
                  <a:lnTo>
                    <a:pt x="4832963" y="607133"/>
                  </a:lnTo>
                  <a:lnTo>
                    <a:pt x="4833057" y="607133"/>
                  </a:lnTo>
                  <a:lnTo>
                    <a:pt x="4833151" y="607133"/>
                  </a:lnTo>
                  <a:lnTo>
                    <a:pt x="4833245" y="607133"/>
                  </a:lnTo>
                  <a:lnTo>
                    <a:pt x="4833339" y="607133"/>
                  </a:lnTo>
                  <a:lnTo>
                    <a:pt x="4833433" y="607133"/>
                  </a:lnTo>
                  <a:lnTo>
                    <a:pt x="4833527" y="607133"/>
                  </a:lnTo>
                  <a:lnTo>
                    <a:pt x="4833621" y="607133"/>
                  </a:lnTo>
                  <a:lnTo>
                    <a:pt x="4833715" y="607133"/>
                  </a:lnTo>
                  <a:lnTo>
                    <a:pt x="4833809" y="607133"/>
                  </a:lnTo>
                  <a:lnTo>
                    <a:pt x="4833903" y="607133"/>
                  </a:lnTo>
                  <a:lnTo>
                    <a:pt x="4833997" y="607133"/>
                  </a:lnTo>
                  <a:lnTo>
                    <a:pt x="4834091" y="607133"/>
                  </a:lnTo>
                  <a:lnTo>
                    <a:pt x="4834185" y="607133"/>
                  </a:lnTo>
                  <a:lnTo>
                    <a:pt x="4834280" y="607133"/>
                  </a:lnTo>
                  <a:lnTo>
                    <a:pt x="4834374" y="607133"/>
                  </a:lnTo>
                  <a:lnTo>
                    <a:pt x="4834468" y="607133"/>
                  </a:lnTo>
                  <a:lnTo>
                    <a:pt x="4834562" y="607133"/>
                  </a:lnTo>
                  <a:lnTo>
                    <a:pt x="4834656" y="607133"/>
                  </a:lnTo>
                  <a:lnTo>
                    <a:pt x="4834750" y="607133"/>
                  </a:lnTo>
                  <a:lnTo>
                    <a:pt x="4834844" y="607133"/>
                  </a:lnTo>
                  <a:lnTo>
                    <a:pt x="4834938" y="607133"/>
                  </a:lnTo>
                  <a:lnTo>
                    <a:pt x="4835032" y="607133"/>
                  </a:lnTo>
                  <a:lnTo>
                    <a:pt x="4835126" y="607133"/>
                  </a:lnTo>
                  <a:lnTo>
                    <a:pt x="4835220" y="607133"/>
                  </a:lnTo>
                  <a:lnTo>
                    <a:pt x="4835314" y="607133"/>
                  </a:lnTo>
                  <a:lnTo>
                    <a:pt x="4835408" y="607133"/>
                  </a:lnTo>
                  <a:lnTo>
                    <a:pt x="4835502" y="607133"/>
                  </a:lnTo>
                  <a:lnTo>
                    <a:pt x="4835596" y="607133"/>
                  </a:lnTo>
                  <a:lnTo>
                    <a:pt x="4835690" y="607133"/>
                  </a:lnTo>
                  <a:lnTo>
                    <a:pt x="4835784" y="607133"/>
                  </a:lnTo>
                  <a:lnTo>
                    <a:pt x="4835878" y="607133"/>
                  </a:lnTo>
                  <a:lnTo>
                    <a:pt x="4835972" y="607133"/>
                  </a:lnTo>
                  <a:lnTo>
                    <a:pt x="4836066" y="607133"/>
                  </a:lnTo>
                  <a:lnTo>
                    <a:pt x="4836160" y="607133"/>
                  </a:lnTo>
                  <a:lnTo>
                    <a:pt x="4836254" y="607133"/>
                  </a:lnTo>
                  <a:lnTo>
                    <a:pt x="4836348" y="607133"/>
                  </a:lnTo>
                  <a:lnTo>
                    <a:pt x="4836442" y="607133"/>
                  </a:lnTo>
                  <a:lnTo>
                    <a:pt x="4836536" y="607133"/>
                  </a:lnTo>
                  <a:lnTo>
                    <a:pt x="4836630" y="607133"/>
                  </a:lnTo>
                  <a:lnTo>
                    <a:pt x="4836724" y="607133"/>
                  </a:lnTo>
                  <a:lnTo>
                    <a:pt x="4836818" y="607133"/>
                  </a:lnTo>
                  <a:lnTo>
                    <a:pt x="4836912" y="607133"/>
                  </a:lnTo>
                  <a:lnTo>
                    <a:pt x="4837006" y="607133"/>
                  </a:lnTo>
                  <a:lnTo>
                    <a:pt x="4837100" y="607133"/>
                  </a:lnTo>
                  <a:lnTo>
                    <a:pt x="4837194" y="607133"/>
                  </a:lnTo>
                  <a:lnTo>
                    <a:pt x="4837288" y="607133"/>
                  </a:lnTo>
                  <a:lnTo>
                    <a:pt x="4837382" y="607133"/>
                  </a:lnTo>
                  <a:lnTo>
                    <a:pt x="4837476" y="607133"/>
                  </a:lnTo>
                  <a:lnTo>
                    <a:pt x="4837570" y="607133"/>
                  </a:lnTo>
                  <a:lnTo>
                    <a:pt x="4837664" y="607133"/>
                  </a:lnTo>
                  <a:lnTo>
                    <a:pt x="4837758" y="607133"/>
                  </a:lnTo>
                  <a:lnTo>
                    <a:pt x="4837853" y="607133"/>
                  </a:lnTo>
                  <a:lnTo>
                    <a:pt x="4837947" y="607133"/>
                  </a:lnTo>
                  <a:lnTo>
                    <a:pt x="4838041" y="607133"/>
                  </a:lnTo>
                  <a:lnTo>
                    <a:pt x="4838135" y="607133"/>
                  </a:lnTo>
                  <a:lnTo>
                    <a:pt x="4838229" y="607133"/>
                  </a:lnTo>
                  <a:lnTo>
                    <a:pt x="4838323" y="607133"/>
                  </a:lnTo>
                  <a:lnTo>
                    <a:pt x="4838417" y="607133"/>
                  </a:lnTo>
                  <a:lnTo>
                    <a:pt x="4838511" y="607133"/>
                  </a:lnTo>
                  <a:lnTo>
                    <a:pt x="4838605" y="607133"/>
                  </a:lnTo>
                  <a:lnTo>
                    <a:pt x="4838699" y="607133"/>
                  </a:lnTo>
                  <a:lnTo>
                    <a:pt x="4838793" y="607133"/>
                  </a:lnTo>
                  <a:lnTo>
                    <a:pt x="4838887" y="607133"/>
                  </a:lnTo>
                  <a:lnTo>
                    <a:pt x="4838981" y="607133"/>
                  </a:lnTo>
                  <a:lnTo>
                    <a:pt x="4839075" y="607133"/>
                  </a:lnTo>
                  <a:lnTo>
                    <a:pt x="4839169" y="607133"/>
                  </a:lnTo>
                  <a:lnTo>
                    <a:pt x="4839263" y="607133"/>
                  </a:lnTo>
                  <a:lnTo>
                    <a:pt x="4839357" y="607133"/>
                  </a:lnTo>
                  <a:lnTo>
                    <a:pt x="4839451" y="607133"/>
                  </a:lnTo>
                  <a:lnTo>
                    <a:pt x="4839545" y="607133"/>
                  </a:lnTo>
                  <a:lnTo>
                    <a:pt x="4839639" y="607133"/>
                  </a:lnTo>
                  <a:lnTo>
                    <a:pt x="4839733" y="607133"/>
                  </a:lnTo>
                  <a:lnTo>
                    <a:pt x="4839827" y="607133"/>
                  </a:lnTo>
                  <a:lnTo>
                    <a:pt x="4839921" y="607133"/>
                  </a:lnTo>
                  <a:lnTo>
                    <a:pt x="4840015" y="607133"/>
                  </a:lnTo>
                  <a:lnTo>
                    <a:pt x="4840109" y="607133"/>
                  </a:lnTo>
                  <a:lnTo>
                    <a:pt x="4840203" y="607133"/>
                  </a:lnTo>
                  <a:lnTo>
                    <a:pt x="4840297" y="607133"/>
                  </a:lnTo>
                  <a:lnTo>
                    <a:pt x="4840391" y="607133"/>
                  </a:lnTo>
                  <a:lnTo>
                    <a:pt x="4840485" y="607133"/>
                  </a:lnTo>
                  <a:lnTo>
                    <a:pt x="4840579" y="607133"/>
                  </a:lnTo>
                  <a:lnTo>
                    <a:pt x="4840673" y="607133"/>
                  </a:lnTo>
                  <a:lnTo>
                    <a:pt x="4840767" y="607133"/>
                  </a:lnTo>
                  <a:lnTo>
                    <a:pt x="4840861" y="607133"/>
                  </a:lnTo>
                  <a:lnTo>
                    <a:pt x="4840955" y="607133"/>
                  </a:lnTo>
                  <a:lnTo>
                    <a:pt x="4841049" y="607133"/>
                  </a:lnTo>
                  <a:lnTo>
                    <a:pt x="4841143" y="607133"/>
                  </a:lnTo>
                  <a:lnTo>
                    <a:pt x="4841237" y="607133"/>
                  </a:lnTo>
                  <a:lnTo>
                    <a:pt x="4841332" y="607133"/>
                  </a:lnTo>
                  <a:lnTo>
                    <a:pt x="4841426" y="607133"/>
                  </a:lnTo>
                  <a:lnTo>
                    <a:pt x="4841520" y="607133"/>
                  </a:lnTo>
                  <a:lnTo>
                    <a:pt x="4841614" y="607133"/>
                  </a:lnTo>
                  <a:lnTo>
                    <a:pt x="4841708" y="607133"/>
                  </a:lnTo>
                  <a:lnTo>
                    <a:pt x="4841802" y="607133"/>
                  </a:lnTo>
                  <a:lnTo>
                    <a:pt x="4841896" y="607133"/>
                  </a:lnTo>
                  <a:lnTo>
                    <a:pt x="4841990" y="607133"/>
                  </a:lnTo>
                  <a:lnTo>
                    <a:pt x="4842084" y="607133"/>
                  </a:lnTo>
                  <a:lnTo>
                    <a:pt x="4842178" y="607133"/>
                  </a:lnTo>
                  <a:lnTo>
                    <a:pt x="4842272" y="607133"/>
                  </a:lnTo>
                  <a:lnTo>
                    <a:pt x="4842366" y="607133"/>
                  </a:lnTo>
                  <a:lnTo>
                    <a:pt x="4842460" y="607133"/>
                  </a:lnTo>
                  <a:lnTo>
                    <a:pt x="4842554" y="607133"/>
                  </a:lnTo>
                  <a:lnTo>
                    <a:pt x="4842648" y="607133"/>
                  </a:lnTo>
                  <a:lnTo>
                    <a:pt x="4842742" y="607133"/>
                  </a:lnTo>
                  <a:lnTo>
                    <a:pt x="4842836" y="607133"/>
                  </a:lnTo>
                  <a:lnTo>
                    <a:pt x="4842930" y="607133"/>
                  </a:lnTo>
                  <a:lnTo>
                    <a:pt x="4843024" y="607133"/>
                  </a:lnTo>
                  <a:lnTo>
                    <a:pt x="4843118" y="607133"/>
                  </a:lnTo>
                  <a:lnTo>
                    <a:pt x="4843212" y="607133"/>
                  </a:lnTo>
                  <a:lnTo>
                    <a:pt x="4843306" y="607133"/>
                  </a:lnTo>
                  <a:lnTo>
                    <a:pt x="4843400" y="607133"/>
                  </a:lnTo>
                  <a:lnTo>
                    <a:pt x="4843494" y="607133"/>
                  </a:lnTo>
                  <a:lnTo>
                    <a:pt x="4843588" y="607133"/>
                  </a:lnTo>
                  <a:lnTo>
                    <a:pt x="4843682" y="607133"/>
                  </a:lnTo>
                  <a:lnTo>
                    <a:pt x="4843776" y="607133"/>
                  </a:lnTo>
                  <a:lnTo>
                    <a:pt x="4843870" y="607133"/>
                  </a:lnTo>
                  <a:lnTo>
                    <a:pt x="4843964" y="607133"/>
                  </a:lnTo>
                  <a:lnTo>
                    <a:pt x="4844058" y="607133"/>
                  </a:lnTo>
                  <a:lnTo>
                    <a:pt x="4844152" y="607133"/>
                  </a:lnTo>
                  <a:lnTo>
                    <a:pt x="4844246" y="607133"/>
                  </a:lnTo>
                  <a:lnTo>
                    <a:pt x="4844340" y="607133"/>
                  </a:lnTo>
                  <a:lnTo>
                    <a:pt x="4844434" y="607133"/>
                  </a:lnTo>
                  <a:lnTo>
                    <a:pt x="4844528" y="607133"/>
                  </a:lnTo>
                  <a:lnTo>
                    <a:pt x="4844622" y="607133"/>
                  </a:lnTo>
                  <a:lnTo>
                    <a:pt x="4844716" y="607133"/>
                  </a:lnTo>
                  <a:lnTo>
                    <a:pt x="4844810" y="607133"/>
                  </a:lnTo>
                  <a:lnTo>
                    <a:pt x="4844905" y="607133"/>
                  </a:lnTo>
                  <a:lnTo>
                    <a:pt x="4844999" y="607133"/>
                  </a:lnTo>
                  <a:lnTo>
                    <a:pt x="4845093" y="607133"/>
                  </a:lnTo>
                  <a:lnTo>
                    <a:pt x="4845187" y="607133"/>
                  </a:lnTo>
                  <a:lnTo>
                    <a:pt x="4845281" y="607133"/>
                  </a:lnTo>
                  <a:lnTo>
                    <a:pt x="4845375" y="607133"/>
                  </a:lnTo>
                  <a:lnTo>
                    <a:pt x="4845469" y="607133"/>
                  </a:lnTo>
                  <a:lnTo>
                    <a:pt x="4845563" y="607133"/>
                  </a:lnTo>
                  <a:lnTo>
                    <a:pt x="4845657" y="607133"/>
                  </a:lnTo>
                  <a:lnTo>
                    <a:pt x="4845751" y="607133"/>
                  </a:lnTo>
                  <a:lnTo>
                    <a:pt x="4845845" y="607133"/>
                  </a:lnTo>
                  <a:lnTo>
                    <a:pt x="4845939" y="607133"/>
                  </a:lnTo>
                  <a:lnTo>
                    <a:pt x="4846033" y="607133"/>
                  </a:lnTo>
                  <a:lnTo>
                    <a:pt x="4846127" y="607133"/>
                  </a:lnTo>
                  <a:lnTo>
                    <a:pt x="4846221" y="607133"/>
                  </a:lnTo>
                  <a:lnTo>
                    <a:pt x="4846315" y="607133"/>
                  </a:lnTo>
                  <a:lnTo>
                    <a:pt x="4846409" y="607133"/>
                  </a:lnTo>
                  <a:lnTo>
                    <a:pt x="4846503" y="607133"/>
                  </a:lnTo>
                  <a:lnTo>
                    <a:pt x="4846597" y="607133"/>
                  </a:lnTo>
                  <a:lnTo>
                    <a:pt x="4846691" y="607133"/>
                  </a:lnTo>
                  <a:lnTo>
                    <a:pt x="4846785" y="607133"/>
                  </a:lnTo>
                  <a:lnTo>
                    <a:pt x="4846879" y="607133"/>
                  </a:lnTo>
                  <a:lnTo>
                    <a:pt x="4846973" y="607133"/>
                  </a:lnTo>
                  <a:lnTo>
                    <a:pt x="4847067" y="607133"/>
                  </a:lnTo>
                  <a:lnTo>
                    <a:pt x="4847161" y="607133"/>
                  </a:lnTo>
                  <a:lnTo>
                    <a:pt x="4847255" y="607133"/>
                  </a:lnTo>
                  <a:lnTo>
                    <a:pt x="4847349" y="607133"/>
                  </a:lnTo>
                  <a:lnTo>
                    <a:pt x="4847443" y="607133"/>
                  </a:lnTo>
                  <a:lnTo>
                    <a:pt x="4847537" y="607133"/>
                  </a:lnTo>
                  <a:lnTo>
                    <a:pt x="4847631" y="607133"/>
                  </a:lnTo>
                  <a:lnTo>
                    <a:pt x="4847725" y="607133"/>
                  </a:lnTo>
                  <a:lnTo>
                    <a:pt x="4847819" y="607133"/>
                  </a:lnTo>
                  <a:lnTo>
                    <a:pt x="4847913" y="607133"/>
                  </a:lnTo>
                  <a:lnTo>
                    <a:pt x="4848007" y="607133"/>
                  </a:lnTo>
                  <a:lnTo>
                    <a:pt x="4848101" y="607133"/>
                  </a:lnTo>
                  <a:lnTo>
                    <a:pt x="4848195" y="607133"/>
                  </a:lnTo>
                  <a:lnTo>
                    <a:pt x="4848289" y="607133"/>
                  </a:lnTo>
                  <a:lnTo>
                    <a:pt x="4848383" y="607133"/>
                  </a:lnTo>
                  <a:lnTo>
                    <a:pt x="4848478" y="607133"/>
                  </a:lnTo>
                  <a:lnTo>
                    <a:pt x="4848572" y="607133"/>
                  </a:lnTo>
                  <a:lnTo>
                    <a:pt x="4848666" y="607133"/>
                  </a:lnTo>
                  <a:lnTo>
                    <a:pt x="4848760" y="607133"/>
                  </a:lnTo>
                  <a:lnTo>
                    <a:pt x="4848854" y="607133"/>
                  </a:lnTo>
                  <a:lnTo>
                    <a:pt x="4848948" y="607133"/>
                  </a:lnTo>
                  <a:lnTo>
                    <a:pt x="4849042" y="607133"/>
                  </a:lnTo>
                  <a:lnTo>
                    <a:pt x="4849136" y="607133"/>
                  </a:lnTo>
                  <a:lnTo>
                    <a:pt x="4849230" y="607133"/>
                  </a:lnTo>
                  <a:lnTo>
                    <a:pt x="4849324" y="607133"/>
                  </a:lnTo>
                  <a:lnTo>
                    <a:pt x="4849418" y="607133"/>
                  </a:lnTo>
                  <a:lnTo>
                    <a:pt x="4849512" y="607133"/>
                  </a:lnTo>
                  <a:lnTo>
                    <a:pt x="4849606" y="607133"/>
                  </a:lnTo>
                  <a:lnTo>
                    <a:pt x="4849700" y="607133"/>
                  </a:lnTo>
                  <a:lnTo>
                    <a:pt x="4849794" y="607133"/>
                  </a:lnTo>
                  <a:lnTo>
                    <a:pt x="4849888" y="607133"/>
                  </a:lnTo>
                  <a:lnTo>
                    <a:pt x="4849982" y="607133"/>
                  </a:lnTo>
                  <a:lnTo>
                    <a:pt x="4850076" y="607133"/>
                  </a:lnTo>
                  <a:lnTo>
                    <a:pt x="4850170" y="607133"/>
                  </a:lnTo>
                  <a:lnTo>
                    <a:pt x="4850264" y="607133"/>
                  </a:lnTo>
                  <a:lnTo>
                    <a:pt x="4850358" y="607133"/>
                  </a:lnTo>
                  <a:lnTo>
                    <a:pt x="4850452" y="607133"/>
                  </a:lnTo>
                  <a:lnTo>
                    <a:pt x="4850546" y="607133"/>
                  </a:lnTo>
                  <a:lnTo>
                    <a:pt x="4850640" y="607133"/>
                  </a:lnTo>
                  <a:lnTo>
                    <a:pt x="4850734" y="607133"/>
                  </a:lnTo>
                  <a:lnTo>
                    <a:pt x="4850828" y="607133"/>
                  </a:lnTo>
                  <a:lnTo>
                    <a:pt x="4850922" y="607133"/>
                  </a:lnTo>
                  <a:lnTo>
                    <a:pt x="4851016" y="607133"/>
                  </a:lnTo>
                  <a:lnTo>
                    <a:pt x="4851110" y="607133"/>
                  </a:lnTo>
                  <a:lnTo>
                    <a:pt x="4851204" y="607133"/>
                  </a:lnTo>
                  <a:lnTo>
                    <a:pt x="4851298" y="607133"/>
                  </a:lnTo>
                  <a:lnTo>
                    <a:pt x="4851392" y="607133"/>
                  </a:lnTo>
                  <a:lnTo>
                    <a:pt x="4851486" y="607133"/>
                  </a:lnTo>
                  <a:lnTo>
                    <a:pt x="4851580" y="607133"/>
                  </a:lnTo>
                  <a:lnTo>
                    <a:pt x="4851674" y="607133"/>
                  </a:lnTo>
                  <a:lnTo>
                    <a:pt x="4851768" y="607133"/>
                  </a:lnTo>
                  <a:lnTo>
                    <a:pt x="4851862" y="607133"/>
                  </a:lnTo>
                  <a:lnTo>
                    <a:pt x="4851956" y="607133"/>
                  </a:lnTo>
                  <a:lnTo>
                    <a:pt x="4852051" y="607133"/>
                  </a:lnTo>
                  <a:lnTo>
                    <a:pt x="4852145" y="607133"/>
                  </a:lnTo>
                  <a:lnTo>
                    <a:pt x="4852239" y="607133"/>
                  </a:lnTo>
                  <a:lnTo>
                    <a:pt x="4852333" y="607133"/>
                  </a:lnTo>
                  <a:lnTo>
                    <a:pt x="4852427" y="607133"/>
                  </a:lnTo>
                  <a:lnTo>
                    <a:pt x="4852521" y="607133"/>
                  </a:lnTo>
                  <a:lnTo>
                    <a:pt x="4852615" y="607133"/>
                  </a:lnTo>
                  <a:lnTo>
                    <a:pt x="4852709" y="607133"/>
                  </a:lnTo>
                  <a:lnTo>
                    <a:pt x="4852803" y="607133"/>
                  </a:lnTo>
                  <a:lnTo>
                    <a:pt x="4852897" y="607133"/>
                  </a:lnTo>
                  <a:lnTo>
                    <a:pt x="4852991" y="607133"/>
                  </a:lnTo>
                  <a:lnTo>
                    <a:pt x="4853085" y="607133"/>
                  </a:lnTo>
                  <a:lnTo>
                    <a:pt x="4853179" y="607133"/>
                  </a:lnTo>
                  <a:lnTo>
                    <a:pt x="4853273" y="607133"/>
                  </a:lnTo>
                  <a:lnTo>
                    <a:pt x="4853367" y="607133"/>
                  </a:lnTo>
                  <a:lnTo>
                    <a:pt x="4853461" y="607133"/>
                  </a:lnTo>
                  <a:lnTo>
                    <a:pt x="4853555" y="607133"/>
                  </a:lnTo>
                  <a:lnTo>
                    <a:pt x="4853649" y="607133"/>
                  </a:lnTo>
                  <a:lnTo>
                    <a:pt x="4853743" y="607133"/>
                  </a:lnTo>
                  <a:lnTo>
                    <a:pt x="4853837" y="607133"/>
                  </a:lnTo>
                  <a:lnTo>
                    <a:pt x="4853931" y="607133"/>
                  </a:lnTo>
                  <a:lnTo>
                    <a:pt x="4854025" y="607133"/>
                  </a:lnTo>
                  <a:lnTo>
                    <a:pt x="4854119" y="607133"/>
                  </a:lnTo>
                  <a:lnTo>
                    <a:pt x="4854213" y="607133"/>
                  </a:lnTo>
                  <a:lnTo>
                    <a:pt x="4854307" y="607133"/>
                  </a:lnTo>
                  <a:lnTo>
                    <a:pt x="4854401" y="607133"/>
                  </a:lnTo>
                  <a:lnTo>
                    <a:pt x="4854495" y="607133"/>
                  </a:lnTo>
                  <a:lnTo>
                    <a:pt x="4854589" y="607133"/>
                  </a:lnTo>
                  <a:lnTo>
                    <a:pt x="4854683" y="607133"/>
                  </a:lnTo>
                  <a:lnTo>
                    <a:pt x="4854777" y="607133"/>
                  </a:lnTo>
                  <a:lnTo>
                    <a:pt x="4854871" y="607133"/>
                  </a:lnTo>
                  <a:lnTo>
                    <a:pt x="4854965" y="607133"/>
                  </a:lnTo>
                  <a:lnTo>
                    <a:pt x="4855059" y="607133"/>
                  </a:lnTo>
                  <a:lnTo>
                    <a:pt x="4855153" y="607133"/>
                  </a:lnTo>
                  <a:lnTo>
                    <a:pt x="4855153" y="601854"/>
                  </a:lnTo>
                  <a:lnTo>
                    <a:pt x="4855247" y="601854"/>
                  </a:lnTo>
                  <a:lnTo>
                    <a:pt x="4855341" y="601854"/>
                  </a:lnTo>
                  <a:lnTo>
                    <a:pt x="4855435" y="601854"/>
                  </a:lnTo>
                  <a:lnTo>
                    <a:pt x="4855530" y="601854"/>
                  </a:lnTo>
                  <a:lnTo>
                    <a:pt x="4855624" y="601854"/>
                  </a:lnTo>
                  <a:lnTo>
                    <a:pt x="4855718" y="601854"/>
                  </a:lnTo>
                  <a:lnTo>
                    <a:pt x="4855812" y="601854"/>
                  </a:lnTo>
                  <a:lnTo>
                    <a:pt x="4855906" y="601854"/>
                  </a:lnTo>
                  <a:lnTo>
                    <a:pt x="4856000" y="601854"/>
                  </a:lnTo>
                  <a:lnTo>
                    <a:pt x="4856094" y="601854"/>
                  </a:lnTo>
                  <a:lnTo>
                    <a:pt x="4856188" y="601854"/>
                  </a:lnTo>
                  <a:lnTo>
                    <a:pt x="4856282" y="601854"/>
                  </a:lnTo>
                  <a:lnTo>
                    <a:pt x="4856376" y="601854"/>
                  </a:lnTo>
                  <a:lnTo>
                    <a:pt x="4856470" y="601854"/>
                  </a:lnTo>
                  <a:lnTo>
                    <a:pt x="4856564" y="601854"/>
                  </a:lnTo>
                  <a:lnTo>
                    <a:pt x="4856658" y="601854"/>
                  </a:lnTo>
                  <a:lnTo>
                    <a:pt x="4856752" y="601854"/>
                  </a:lnTo>
                  <a:lnTo>
                    <a:pt x="4856846" y="601854"/>
                  </a:lnTo>
                  <a:lnTo>
                    <a:pt x="4856940" y="601854"/>
                  </a:lnTo>
                  <a:lnTo>
                    <a:pt x="4857034" y="601854"/>
                  </a:lnTo>
                  <a:lnTo>
                    <a:pt x="4857128" y="601854"/>
                  </a:lnTo>
                  <a:lnTo>
                    <a:pt x="4857222" y="601854"/>
                  </a:lnTo>
                  <a:lnTo>
                    <a:pt x="4857316" y="601854"/>
                  </a:lnTo>
                  <a:lnTo>
                    <a:pt x="4857410" y="601854"/>
                  </a:lnTo>
                  <a:lnTo>
                    <a:pt x="4857504" y="601854"/>
                  </a:lnTo>
                  <a:lnTo>
                    <a:pt x="4857598" y="601854"/>
                  </a:lnTo>
                  <a:lnTo>
                    <a:pt x="4857692" y="601854"/>
                  </a:lnTo>
                  <a:lnTo>
                    <a:pt x="4857786" y="601854"/>
                  </a:lnTo>
                  <a:lnTo>
                    <a:pt x="4857880" y="601854"/>
                  </a:lnTo>
                  <a:lnTo>
                    <a:pt x="4857974" y="601854"/>
                  </a:lnTo>
                  <a:lnTo>
                    <a:pt x="4858068" y="601854"/>
                  </a:lnTo>
                  <a:lnTo>
                    <a:pt x="4858162" y="601854"/>
                  </a:lnTo>
                  <a:lnTo>
                    <a:pt x="4858256" y="601854"/>
                  </a:lnTo>
                  <a:lnTo>
                    <a:pt x="4858350" y="601854"/>
                  </a:lnTo>
                  <a:lnTo>
                    <a:pt x="4858444" y="601854"/>
                  </a:lnTo>
                  <a:lnTo>
                    <a:pt x="4858538" y="601854"/>
                  </a:lnTo>
                  <a:lnTo>
                    <a:pt x="4858632" y="601854"/>
                  </a:lnTo>
                  <a:lnTo>
                    <a:pt x="4858726" y="601854"/>
                  </a:lnTo>
                  <a:lnTo>
                    <a:pt x="4858820" y="601854"/>
                  </a:lnTo>
                  <a:lnTo>
                    <a:pt x="4858914" y="601854"/>
                  </a:lnTo>
                  <a:lnTo>
                    <a:pt x="4859008" y="601854"/>
                  </a:lnTo>
                  <a:lnTo>
                    <a:pt x="4859103" y="601854"/>
                  </a:lnTo>
                  <a:lnTo>
                    <a:pt x="4859197" y="601854"/>
                  </a:lnTo>
                  <a:lnTo>
                    <a:pt x="4859291" y="601854"/>
                  </a:lnTo>
                  <a:lnTo>
                    <a:pt x="4859385" y="601854"/>
                  </a:lnTo>
                  <a:lnTo>
                    <a:pt x="4859479" y="601854"/>
                  </a:lnTo>
                  <a:lnTo>
                    <a:pt x="4859573" y="601854"/>
                  </a:lnTo>
                  <a:lnTo>
                    <a:pt x="4859667" y="601854"/>
                  </a:lnTo>
                  <a:lnTo>
                    <a:pt x="4859761" y="601854"/>
                  </a:lnTo>
                  <a:lnTo>
                    <a:pt x="4859855" y="601854"/>
                  </a:lnTo>
                  <a:lnTo>
                    <a:pt x="4859949" y="601854"/>
                  </a:lnTo>
                  <a:lnTo>
                    <a:pt x="4860043" y="601854"/>
                  </a:lnTo>
                  <a:lnTo>
                    <a:pt x="4860137" y="601854"/>
                  </a:lnTo>
                  <a:lnTo>
                    <a:pt x="4860231" y="601854"/>
                  </a:lnTo>
                  <a:lnTo>
                    <a:pt x="4860325" y="601854"/>
                  </a:lnTo>
                  <a:lnTo>
                    <a:pt x="4860419" y="601854"/>
                  </a:lnTo>
                  <a:lnTo>
                    <a:pt x="4860513" y="601854"/>
                  </a:lnTo>
                  <a:lnTo>
                    <a:pt x="4860607" y="601854"/>
                  </a:lnTo>
                  <a:lnTo>
                    <a:pt x="4860701" y="601854"/>
                  </a:lnTo>
                  <a:lnTo>
                    <a:pt x="4860795" y="601854"/>
                  </a:lnTo>
                  <a:lnTo>
                    <a:pt x="4860889" y="601854"/>
                  </a:lnTo>
                  <a:lnTo>
                    <a:pt x="4860983" y="601854"/>
                  </a:lnTo>
                  <a:lnTo>
                    <a:pt x="4861077" y="601854"/>
                  </a:lnTo>
                  <a:lnTo>
                    <a:pt x="4861171" y="601854"/>
                  </a:lnTo>
                  <a:lnTo>
                    <a:pt x="4861265" y="601854"/>
                  </a:lnTo>
                  <a:lnTo>
                    <a:pt x="4861359" y="601854"/>
                  </a:lnTo>
                  <a:lnTo>
                    <a:pt x="4861453" y="601854"/>
                  </a:lnTo>
                  <a:lnTo>
                    <a:pt x="4861547" y="601854"/>
                  </a:lnTo>
                  <a:lnTo>
                    <a:pt x="4861641" y="601854"/>
                  </a:lnTo>
                  <a:lnTo>
                    <a:pt x="4861735" y="601854"/>
                  </a:lnTo>
                  <a:lnTo>
                    <a:pt x="4861829" y="601854"/>
                  </a:lnTo>
                  <a:lnTo>
                    <a:pt x="4861923" y="601854"/>
                  </a:lnTo>
                  <a:lnTo>
                    <a:pt x="4862017" y="601854"/>
                  </a:lnTo>
                  <a:lnTo>
                    <a:pt x="4862111" y="601854"/>
                  </a:lnTo>
                  <a:lnTo>
                    <a:pt x="4862205" y="601854"/>
                  </a:lnTo>
                  <a:lnTo>
                    <a:pt x="4862299" y="601854"/>
                  </a:lnTo>
                  <a:lnTo>
                    <a:pt x="4862393" y="601854"/>
                  </a:lnTo>
                  <a:lnTo>
                    <a:pt x="4862487" y="601854"/>
                  </a:lnTo>
                  <a:lnTo>
                    <a:pt x="4862581" y="601854"/>
                  </a:lnTo>
                  <a:lnTo>
                    <a:pt x="4862676" y="601854"/>
                  </a:lnTo>
                  <a:lnTo>
                    <a:pt x="4862770" y="601854"/>
                  </a:lnTo>
                  <a:lnTo>
                    <a:pt x="4862864" y="601854"/>
                  </a:lnTo>
                  <a:lnTo>
                    <a:pt x="4862958" y="601854"/>
                  </a:lnTo>
                  <a:lnTo>
                    <a:pt x="4863052" y="601854"/>
                  </a:lnTo>
                  <a:lnTo>
                    <a:pt x="4863146" y="601854"/>
                  </a:lnTo>
                  <a:lnTo>
                    <a:pt x="4863240" y="601854"/>
                  </a:lnTo>
                  <a:lnTo>
                    <a:pt x="4863334" y="601854"/>
                  </a:lnTo>
                  <a:lnTo>
                    <a:pt x="4863428" y="601854"/>
                  </a:lnTo>
                  <a:lnTo>
                    <a:pt x="4863522" y="601854"/>
                  </a:lnTo>
                  <a:lnTo>
                    <a:pt x="4863616" y="601854"/>
                  </a:lnTo>
                  <a:lnTo>
                    <a:pt x="4863710" y="601854"/>
                  </a:lnTo>
                  <a:lnTo>
                    <a:pt x="4863804" y="601854"/>
                  </a:lnTo>
                  <a:lnTo>
                    <a:pt x="4863898" y="601854"/>
                  </a:lnTo>
                  <a:lnTo>
                    <a:pt x="4863992" y="601854"/>
                  </a:lnTo>
                  <a:lnTo>
                    <a:pt x="4864086" y="601854"/>
                  </a:lnTo>
                  <a:lnTo>
                    <a:pt x="4864180" y="601854"/>
                  </a:lnTo>
                  <a:lnTo>
                    <a:pt x="4864274" y="601854"/>
                  </a:lnTo>
                  <a:lnTo>
                    <a:pt x="4864368" y="601854"/>
                  </a:lnTo>
                  <a:lnTo>
                    <a:pt x="4864462" y="601854"/>
                  </a:lnTo>
                  <a:lnTo>
                    <a:pt x="4864556" y="601854"/>
                  </a:lnTo>
                  <a:lnTo>
                    <a:pt x="4864650" y="601854"/>
                  </a:lnTo>
                  <a:lnTo>
                    <a:pt x="4864744" y="601854"/>
                  </a:lnTo>
                  <a:lnTo>
                    <a:pt x="4864838" y="601854"/>
                  </a:lnTo>
                  <a:lnTo>
                    <a:pt x="4864932" y="601854"/>
                  </a:lnTo>
                  <a:lnTo>
                    <a:pt x="4865026" y="601854"/>
                  </a:lnTo>
                  <a:lnTo>
                    <a:pt x="4865120" y="601854"/>
                  </a:lnTo>
                  <a:lnTo>
                    <a:pt x="4865214" y="601854"/>
                  </a:lnTo>
                  <a:lnTo>
                    <a:pt x="4865308" y="601854"/>
                  </a:lnTo>
                  <a:lnTo>
                    <a:pt x="4865402" y="601854"/>
                  </a:lnTo>
                  <a:lnTo>
                    <a:pt x="4865496" y="601854"/>
                  </a:lnTo>
                  <a:lnTo>
                    <a:pt x="4865590" y="601854"/>
                  </a:lnTo>
                  <a:lnTo>
                    <a:pt x="4865684" y="601854"/>
                  </a:lnTo>
                  <a:lnTo>
                    <a:pt x="4865778" y="601854"/>
                  </a:lnTo>
                  <a:lnTo>
                    <a:pt x="4865778" y="596574"/>
                  </a:lnTo>
                  <a:lnTo>
                    <a:pt x="4865872" y="596574"/>
                  </a:lnTo>
                  <a:lnTo>
                    <a:pt x="4865966" y="596574"/>
                  </a:lnTo>
                  <a:lnTo>
                    <a:pt x="4866060" y="596574"/>
                  </a:lnTo>
                  <a:lnTo>
                    <a:pt x="4866155" y="596574"/>
                  </a:lnTo>
                  <a:lnTo>
                    <a:pt x="4866249" y="596574"/>
                  </a:lnTo>
                  <a:lnTo>
                    <a:pt x="4866343" y="596574"/>
                  </a:lnTo>
                  <a:lnTo>
                    <a:pt x="4866437" y="596574"/>
                  </a:lnTo>
                  <a:lnTo>
                    <a:pt x="4866531" y="596574"/>
                  </a:lnTo>
                  <a:lnTo>
                    <a:pt x="4866625" y="596574"/>
                  </a:lnTo>
                  <a:lnTo>
                    <a:pt x="4866719" y="596574"/>
                  </a:lnTo>
                  <a:lnTo>
                    <a:pt x="4866813" y="596574"/>
                  </a:lnTo>
                  <a:lnTo>
                    <a:pt x="4866907" y="596574"/>
                  </a:lnTo>
                  <a:lnTo>
                    <a:pt x="4867001" y="596574"/>
                  </a:lnTo>
                  <a:lnTo>
                    <a:pt x="4867095" y="596574"/>
                  </a:lnTo>
                  <a:lnTo>
                    <a:pt x="4867189" y="596574"/>
                  </a:lnTo>
                  <a:lnTo>
                    <a:pt x="4867283" y="596574"/>
                  </a:lnTo>
                  <a:lnTo>
                    <a:pt x="4867377" y="596574"/>
                  </a:lnTo>
                  <a:lnTo>
                    <a:pt x="4867471" y="596574"/>
                  </a:lnTo>
                  <a:lnTo>
                    <a:pt x="4867565" y="596574"/>
                  </a:lnTo>
                  <a:lnTo>
                    <a:pt x="4867659" y="596574"/>
                  </a:lnTo>
                  <a:lnTo>
                    <a:pt x="4867753" y="596574"/>
                  </a:lnTo>
                  <a:lnTo>
                    <a:pt x="4867847" y="596574"/>
                  </a:lnTo>
                  <a:lnTo>
                    <a:pt x="4867941" y="596574"/>
                  </a:lnTo>
                  <a:lnTo>
                    <a:pt x="4868035" y="596574"/>
                  </a:lnTo>
                  <a:lnTo>
                    <a:pt x="4868129" y="596574"/>
                  </a:lnTo>
                  <a:lnTo>
                    <a:pt x="4868223" y="596574"/>
                  </a:lnTo>
                  <a:lnTo>
                    <a:pt x="4868317" y="596574"/>
                  </a:lnTo>
                  <a:lnTo>
                    <a:pt x="4868411" y="596574"/>
                  </a:lnTo>
                  <a:lnTo>
                    <a:pt x="4868505" y="596574"/>
                  </a:lnTo>
                  <a:lnTo>
                    <a:pt x="4868599" y="596574"/>
                  </a:lnTo>
                  <a:lnTo>
                    <a:pt x="4868693" y="596574"/>
                  </a:lnTo>
                  <a:lnTo>
                    <a:pt x="4868787" y="596574"/>
                  </a:lnTo>
                  <a:lnTo>
                    <a:pt x="4868881" y="596574"/>
                  </a:lnTo>
                  <a:lnTo>
                    <a:pt x="4868975" y="596574"/>
                  </a:lnTo>
                  <a:lnTo>
                    <a:pt x="4869069" y="596574"/>
                  </a:lnTo>
                  <a:lnTo>
                    <a:pt x="4869163" y="596574"/>
                  </a:lnTo>
                  <a:lnTo>
                    <a:pt x="4869257" y="596574"/>
                  </a:lnTo>
                  <a:lnTo>
                    <a:pt x="4869351" y="596574"/>
                  </a:lnTo>
                  <a:lnTo>
                    <a:pt x="4869445" y="596574"/>
                  </a:lnTo>
                  <a:lnTo>
                    <a:pt x="4869539" y="596574"/>
                  </a:lnTo>
                  <a:lnTo>
                    <a:pt x="4869633" y="596574"/>
                  </a:lnTo>
                  <a:lnTo>
                    <a:pt x="4869728" y="596574"/>
                  </a:lnTo>
                  <a:lnTo>
                    <a:pt x="4869822" y="596574"/>
                  </a:lnTo>
                  <a:lnTo>
                    <a:pt x="4869916" y="596574"/>
                  </a:lnTo>
                  <a:lnTo>
                    <a:pt x="4870010" y="596574"/>
                  </a:lnTo>
                  <a:lnTo>
                    <a:pt x="4870104" y="596574"/>
                  </a:lnTo>
                  <a:lnTo>
                    <a:pt x="4870198" y="596574"/>
                  </a:lnTo>
                  <a:lnTo>
                    <a:pt x="4870292" y="596574"/>
                  </a:lnTo>
                  <a:lnTo>
                    <a:pt x="4870386" y="596574"/>
                  </a:lnTo>
                  <a:lnTo>
                    <a:pt x="4870386" y="591295"/>
                  </a:lnTo>
                  <a:lnTo>
                    <a:pt x="4870480" y="591295"/>
                  </a:lnTo>
                  <a:lnTo>
                    <a:pt x="4870574" y="591295"/>
                  </a:lnTo>
                  <a:lnTo>
                    <a:pt x="4870668" y="591295"/>
                  </a:lnTo>
                  <a:lnTo>
                    <a:pt x="4870762" y="591295"/>
                  </a:lnTo>
                  <a:lnTo>
                    <a:pt x="4870856" y="591295"/>
                  </a:lnTo>
                  <a:lnTo>
                    <a:pt x="4870950" y="591295"/>
                  </a:lnTo>
                  <a:lnTo>
                    <a:pt x="4871044" y="591295"/>
                  </a:lnTo>
                  <a:lnTo>
                    <a:pt x="4871138" y="591295"/>
                  </a:lnTo>
                  <a:lnTo>
                    <a:pt x="4871232" y="591295"/>
                  </a:lnTo>
                  <a:lnTo>
                    <a:pt x="4871326" y="591295"/>
                  </a:lnTo>
                  <a:lnTo>
                    <a:pt x="4871420" y="591295"/>
                  </a:lnTo>
                  <a:lnTo>
                    <a:pt x="4871514" y="591295"/>
                  </a:lnTo>
                  <a:lnTo>
                    <a:pt x="4871608" y="591295"/>
                  </a:lnTo>
                  <a:lnTo>
                    <a:pt x="4871702" y="591295"/>
                  </a:lnTo>
                  <a:lnTo>
                    <a:pt x="4871796" y="591295"/>
                  </a:lnTo>
                  <a:lnTo>
                    <a:pt x="4871890" y="591295"/>
                  </a:lnTo>
                  <a:lnTo>
                    <a:pt x="4871984" y="591295"/>
                  </a:lnTo>
                  <a:lnTo>
                    <a:pt x="4872078" y="591295"/>
                  </a:lnTo>
                  <a:lnTo>
                    <a:pt x="4872172" y="591295"/>
                  </a:lnTo>
                  <a:lnTo>
                    <a:pt x="4872266" y="591295"/>
                  </a:lnTo>
                  <a:lnTo>
                    <a:pt x="4872360" y="591295"/>
                  </a:lnTo>
                  <a:lnTo>
                    <a:pt x="4872454" y="591295"/>
                  </a:lnTo>
                  <a:lnTo>
                    <a:pt x="4872548" y="591295"/>
                  </a:lnTo>
                  <a:lnTo>
                    <a:pt x="4872642" y="591295"/>
                  </a:lnTo>
                  <a:lnTo>
                    <a:pt x="4872736" y="591295"/>
                  </a:lnTo>
                  <a:lnTo>
                    <a:pt x="4872830" y="591295"/>
                  </a:lnTo>
                  <a:lnTo>
                    <a:pt x="4872924" y="591295"/>
                  </a:lnTo>
                  <a:lnTo>
                    <a:pt x="4873018" y="591295"/>
                  </a:lnTo>
                  <a:lnTo>
                    <a:pt x="4873112" y="591295"/>
                  </a:lnTo>
                  <a:lnTo>
                    <a:pt x="4873206" y="591295"/>
                  </a:lnTo>
                  <a:lnTo>
                    <a:pt x="4873301" y="591295"/>
                  </a:lnTo>
                  <a:lnTo>
                    <a:pt x="4873395" y="591295"/>
                  </a:lnTo>
                  <a:lnTo>
                    <a:pt x="4873489" y="591295"/>
                  </a:lnTo>
                  <a:lnTo>
                    <a:pt x="4873583" y="591295"/>
                  </a:lnTo>
                  <a:lnTo>
                    <a:pt x="4873677" y="591295"/>
                  </a:lnTo>
                  <a:lnTo>
                    <a:pt x="4873771" y="591295"/>
                  </a:lnTo>
                  <a:lnTo>
                    <a:pt x="4873865" y="591295"/>
                  </a:lnTo>
                  <a:lnTo>
                    <a:pt x="4873959" y="591295"/>
                  </a:lnTo>
                  <a:lnTo>
                    <a:pt x="4874053" y="591295"/>
                  </a:lnTo>
                  <a:lnTo>
                    <a:pt x="4874147" y="591295"/>
                  </a:lnTo>
                  <a:lnTo>
                    <a:pt x="4874241" y="591295"/>
                  </a:lnTo>
                  <a:lnTo>
                    <a:pt x="4874335" y="591295"/>
                  </a:lnTo>
                  <a:lnTo>
                    <a:pt x="4874429" y="591295"/>
                  </a:lnTo>
                  <a:lnTo>
                    <a:pt x="4874523" y="591295"/>
                  </a:lnTo>
                  <a:lnTo>
                    <a:pt x="4874617" y="591295"/>
                  </a:lnTo>
                  <a:lnTo>
                    <a:pt x="4874711" y="591295"/>
                  </a:lnTo>
                  <a:lnTo>
                    <a:pt x="4874805" y="591295"/>
                  </a:lnTo>
                  <a:lnTo>
                    <a:pt x="4874899" y="591295"/>
                  </a:lnTo>
                  <a:lnTo>
                    <a:pt x="4874993" y="591295"/>
                  </a:lnTo>
                  <a:lnTo>
                    <a:pt x="4875087" y="591295"/>
                  </a:lnTo>
                  <a:lnTo>
                    <a:pt x="4875181" y="591295"/>
                  </a:lnTo>
                  <a:lnTo>
                    <a:pt x="4875275" y="591295"/>
                  </a:lnTo>
                  <a:lnTo>
                    <a:pt x="4875369" y="591295"/>
                  </a:lnTo>
                  <a:lnTo>
                    <a:pt x="4875463" y="591295"/>
                  </a:lnTo>
                  <a:lnTo>
                    <a:pt x="4875557" y="591295"/>
                  </a:lnTo>
                  <a:lnTo>
                    <a:pt x="4875651" y="591295"/>
                  </a:lnTo>
                  <a:lnTo>
                    <a:pt x="4875745" y="591295"/>
                  </a:lnTo>
                  <a:lnTo>
                    <a:pt x="4875839" y="591295"/>
                  </a:lnTo>
                  <a:lnTo>
                    <a:pt x="4875933" y="591295"/>
                  </a:lnTo>
                  <a:lnTo>
                    <a:pt x="4876027" y="591295"/>
                  </a:lnTo>
                  <a:lnTo>
                    <a:pt x="4876121" y="591295"/>
                  </a:lnTo>
                  <a:lnTo>
                    <a:pt x="4876215" y="591295"/>
                  </a:lnTo>
                  <a:lnTo>
                    <a:pt x="4876309" y="591295"/>
                  </a:lnTo>
                  <a:lnTo>
                    <a:pt x="4876403" y="591295"/>
                  </a:lnTo>
                  <a:lnTo>
                    <a:pt x="4876497" y="591295"/>
                  </a:lnTo>
                  <a:lnTo>
                    <a:pt x="4876591" y="591295"/>
                  </a:lnTo>
                  <a:lnTo>
                    <a:pt x="4876685" y="591295"/>
                  </a:lnTo>
                  <a:lnTo>
                    <a:pt x="4876780" y="591295"/>
                  </a:lnTo>
                  <a:lnTo>
                    <a:pt x="4876874" y="591295"/>
                  </a:lnTo>
                  <a:lnTo>
                    <a:pt x="4876968" y="591295"/>
                  </a:lnTo>
                  <a:lnTo>
                    <a:pt x="4877062" y="591295"/>
                  </a:lnTo>
                  <a:lnTo>
                    <a:pt x="4877156" y="591295"/>
                  </a:lnTo>
                  <a:lnTo>
                    <a:pt x="4877250" y="591295"/>
                  </a:lnTo>
                  <a:lnTo>
                    <a:pt x="4877344" y="591295"/>
                  </a:lnTo>
                  <a:lnTo>
                    <a:pt x="4877438" y="591295"/>
                  </a:lnTo>
                  <a:lnTo>
                    <a:pt x="4877532" y="591295"/>
                  </a:lnTo>
                  <a:lnTo>
                    <a:pt x="4877626" y="591295"/>
                  </a:lnTo>
                  <a:lnTo>
                    <a:pt x="4877720" y="591295"/>
                  </a:lnTo>
                  <a:lnTo>
                    <a:pt x="4877814" y="591295"/>
                  </a:lnTo>
                  <a:lnTo>
                    <a:pt x="4877908" y="591295"/>
                  </a:lnTo>
                  <a:lnTo>
                    <a:pt x="4878002" y="591295"/>
                  </a:lnTo>
                  <a:lnTo>
                    <a:pt x="4878096" y="591295"/>
                  </a:lnTo>
                  <a:lnTo>
                    <a:pt x="4878190" y="591295"/>
                  </a:lnTo>
                  <a:lnTo>
                    <a:pt x="4878284" y="591295"/>
                  </a:lnTo>
                  <a:lnTo>
                    <a:pt x="4878378" y="591295"/>
                  </a:lnTo>
                  <a:lnTo>
                    <a:pt x="4878472" y="591295"/>
                  </a:lnTo>
                  <a:lnTo>
                    <a:pt x="4878566" y="591295"/>
                  </a:lnTo>
                  <a:lnTo>
                    <a:pt x="4878660" y="591295"/>
                  </a:lnTo>
                  <a:lnTo>
                    <a:pt x="4878754" y="591295"/>
                  </a:lnTo>
                  <a:lnTo>
                    <a:pt x="4878848" y="591295"/>
                  </a:lnTo>
                  <a:lnTo>
                    <a:pt x="4878942" y="591295"/>
                  </a:lnTo>
                  <a:lnTo>
                    <a:pt x="4879036" y="591295"/>
                  </a:lnTo>
                  <a:lnTo>
                    <a:pt x="4879130" y="591295"/>
                  </a:lnTo>
                  <a:lnTo>
                    <a:pt x="4879224" y="591295"/>
                  </a:lnTo>
                  <a:lnTo>
                    <a:pt x="4879318" y="591295"/>
                  </a:lnTo>
                  <a:lnTo>
                    <a:pt x="4879412" y="591295"/>
                  </a:lnTo>
                  <a:lnTo>
                    <a:pt x="4879506" y="591295"/>
                  </a:lnTo>
                  <a:lnTo>
                    <a:pt x="4879600" y="591295"/>
                  </a:lnTo>
                  <a:lnTo>
                    <a:pt x="4879694" y="591295"/>
                  </a:lnTo>
                  <a:lnTo>
                    <a:pt x="4879788" y="591295"/>
                  </a:lnTo>
                  <a:lnTo>
                    <a:pt x="4879882" y="591295"/>
                  </a:lnTo>
                  <a:lnTo>
                    <a:pt x="4879976" y="591295"/>
                  </a:lnTo>
                  <a:lnTo>
                    <a:pt x="4880070" y="591295"/>
                  </a:lnTo>
                  <a:lnTo>
                    <a:pt x="4880164" y="591295"/>
                  </a:lnTo>
                  <a:lnTo>
                    <a:pt x="4880258" y="591295"/>
                  </a:lnTo>
                  <a:lnTo>
                    <a:pt x="4880353" y="591295"/>
                  </a:lnTo>
                  <a:lnTo>
                    <a:pt x="4880447" y="591295"/>
                  </a:lnTo>
                  <a:lnTo>
                    <a:pt x="4880541" y="591295"/>
                  </a:lnTo>
                  <a:lnTo>
                    <a:pt x="4880635" y="591295"/>
                  </a:lnTo>
                  <a:lnTo>
                    <a:pt x="4880729" y="591295"/>
                  </a:lnTo>
                  <a:lnTo>
                    <a:pt x="4880823" y="591295"/>
                  </a:lnTo>
                  <a:lnTo>
                    <a:pt x="4880917" y="591295"/>
                  </a:lnTo>
                  <a:lnTo>
                    <a:pt x="4881011" y="591295"/>
                  </a:lnTo>
                  <a:lnTo>
                    <a:pt x="4881105" y="591295"/>
                  </a:lnTo>
                  <a:lnTo>
                    <a:pt x="4881199" y="591295"/>
                  </a:lnTo>
                  <a:lnTo>
                    <a:pt x="4881293" y="591295"/>
                  </a:lnTo>
                  <a:lnTo>
                    <a:pt x="4881387" y="591295"/>
                  </a:lnTo>
                  <a:lnTo>
                    <a:pt x="4881481" y="591295"/>
                  </a:lnTo>
                  <a:lnTo>
                    <a:pt x="4881575" y="591295"/>
                  </a:lnTo>
                  <a:lnTo>
                    <a:pt x="4881669" y="591295"/>
                  </a:lnTo>
                  <a:lnTo>
                    <a:pt x="4881763" y="591295"/>
                  </a:lnTo>
                  <a:lnTo>
                    <a:pt x="4881857" y="591295"/>
                  </a:lnTo>
                  <a:lnTo>
                    <a:pt x="4881951" y="591295"/>
                  </a:lnTo>
                  <a:lnTo>
                    <a:pt x="4882045" y="591295"/>
                  </a:lnTo>
                  <a:lnTo>
                    <a:pt x="4882139" y="591295"/>
                  </a:lnTo>
                  <a:lnTo>
                    <a:pt x="4882233" y="591295"/>
                  </a:lnTo>
                  <a:lnTo>
                    <a:pt x="4882327" y="591295"/>
                  </a:lnTo>
                  <a:lnTo>
                    <a:pt x="4882421" y="591295"/>
                  </a:lnTo>
                  <a:lnTo>
                    <a:pt x="4882515" y="591295"/>
                  </a:lnTo>
                  <a:lnTo>
                    <a:pt x="4882609" y="591295"/>
                  </a:lnTo>
                  <a:lnTo>
                    <a:pt x="4882703" y="591295"/>
                  </a:lnTo>
                  <a:lnTo>
                    <a:pt x="4882797" y="591295"/>
                  </a:lnTo>
                  <a:lnTo>
                    <a:pt x="4882891" y="591295"/>
                  </a:lnTo>
                  <a:lnTo>
                    <a:pt x="4882985" y="591295"/>
                  </a:lnTo>
                  <a:lnTo>
                    <a:pt x="4883079" y="591295"/>
                  </a:lnTo>
                  <a:lnTo>
                    <a:pt x="4883173" y="591295"/>
                  </a:lnTo>
                  <a:lnTo>
                    <a:pt x="4883267" y="591295"/>
                  </a:lnTo>
                  <a:lnTo>
                    <a:pt x="4883361" y="591295"/>
                  </a:lnTo>
                  <a:lnTo>
                    <a:pt x="4883455" y="591295"/>
                  </a:lnTo>
                  <a:lnTo>
                    <a:pt x="4883549" y="591295"/>
                  </a:lnTo>
                  <a:lnTo>
                    <a:pt x="4883643" y="591295"/>
                  </a:lnTo>
                  <a:lnTo>
                    <a:pt x="4883737" y="591295"/>
                  </a:lnTo>
                  <a:lnTo>
                    <a:pt x="4883831" y="591295"/>
                  </a:lnTo>
                  <a:lnTo>
                    <a:pt x="4883926" y="591295"/>
                  </a:lnTo>
                  <a:lnTo>
                    <a:pt x="4884020" y="591295"/>
                  </a:lnTo>
                  <a:lnTo>
                    <a:pt x="4884114" y="591295"/>
                  </a:lnTo>
                  <a:lnTo>
                    <a:pt x="4884208" y="591295"/>
                  </a:lnTo>
                  <a:lnTo>
                    <a:pt x="4884302" y="591295"/>
                  </a:lnTo>
                  <a:lnTo>
                    <a:pt x="4884396" y="591295"/>
                  </a:lnTo>
                  <a:lnTo>
                    <a:pt x="4884490" y="591295"/>
                  </a:lnTo>
                  <a:lnTo>
                    <a:pt x="4884584" y="591295"/>
                  </a:lnTo>
                  <a:lnTo>
                    <a:pt x="4884678" y="591295"/>
                  </a:lnTo>
                  <a:lnTo>
                    <a:pt x="4884772" y="591295"/>
                  </a:lnTo>
                  <a:lnTo>
                    <a:pt x="4884866" y="591295"/>
                  </a:lnTo>
                  <a:lnTo>
                    <a:pt x="4884960" y="591295"/>
                  </a:lnTo>
                  <a:lnTo>
                    <a:pt x="4885054" y="591295"/>
                  </a:lnTo>
                  <a:lnTo>
                    <a:pt x="4885148" y="591295"/>
                  </a:lnTo>
                  <a:lnTo>
                    <a:pt x="4885242" y="591295"/>
                  </a:lnTo>
                  <a:lnTo>
                    <a:pt x="4885336" y="591295"/>
                  </a:lnTo>
                  <a:lnTo>
                    <a:pt x="4885430" y="591295"/>
                  </a:lnTo>
                  <a:lnTo>
                    <a:pt x="4885524" y="591295"/>
                  </a:lnTo>
                  <a:lnTo>
                    <a:pt x="4885618" y="591295"/>
                  </a:lnTo>
                  <a:lnTo>
                    <a:pt x="4885712" y="591295"/>
                  </a:lnTo>
                  <a:lnTo>
                    <a:pt x="4885806" y="591295"/>
                  </a:lnTo>
                  <a:lnTo>
                    <a:pt x="4885900" y="591295"/>
                  </a:lnTo>
                  <a:lnTo>
                    <a:pt x="4885994" y="591295"/>
                  </a:lnTo>
                  <a:lnTo>
                    <a:pt x="4886088" y="591295"/>
                  </a:lnTo>
                  <a:lnTo>
                    <a:pt x="4886182" y="591295"/>
                  </a:lnTo>
                  <a:lnTo>
                    <a:pt x="4886276" y="591295"/>
                  </a:lnTo>
                  <a:lnTo>
                    <a:pt x="4886370" y="591295"/>
                  </a:lnTo>
                  <a:lnTo>
                    <a:pt x="4886464" y="591295"/>
                  </a:lnTo>
                  <a:lnTo>
                    <a:pt x="4886558" y="591295"/>
                  </a:lnTo>
                  <a:lnTo>
                    <a:pt x="4886652" y="591295"/>
                  </a:lnTo>
                  <a:lnTo>
                    <a:pt x="4886746" y="591295"/>
                  </a:lnTo>
                  <a:lnTo>
                    <a:pt x="4886840" y="591295"/>
                  </a:lnTo>
                  <a:lnTo>
                    <a:pt x="4886934" y="591295"/>
                  </a:lnTo>
                  <a:lnTo>
                    <a:pt x="4887028" y="591295"/>
                  </a:lnTo>
                  <a:lnTo>
                    <a:pt x="4887122" y="591295"/>
                  </a:lnTo>
                  <a:lnTo>
                    <a:pt x="4887216" y="591295"/>
                  </a:lnTo>
                  <a:lnTo>
                    <a:pt x="4887310" y="591295"/>
                  </a:lnTo>
                  <a:lnTo>
                    <a:pt x="4887404" y="591295"/>
                  </a:lnTo>
                  <a:lnTo>
                    <a:pt x="4887499" y="591295"/>
                  </a:lnTo>
                  <a:lnTo>
                    <a:pt x="4887593" y="591295"/>
                  </a:lnTo>
                  <a:lnTo>
                    <a:pt x="4887687" y="591295"/>
                  </a:lnTo>
                  <a:lnTo>
                    <a:pt x="4887781" y="591295"/>
                  </a:lnTo>
                  <a:lnTo>
                    <a:pt x="4887875" y="591295"/>
                  </a:lnTo>
                  <a:lnTo>
                    <a:pt x="4887969" y="591295"/>
                  </a:lnTo>
                  <a:lnTo>
                    <a:pt x="4888063" y="591295"/>
                  </a:lnTo>
                  <a:lnTo>
                    <a:pt x="4888157" y="591295"/>
                  </a:lnTo>
                  <a:lnTo>
                    <a:pt x="4888251" y="591295"/>
                  </a:lnTo>
                  <a:lnTo>
                    <a:pt x="4888345" y="591295"/>
                  </a:lnTo>
                  <a:lnTo>
                    <a:pt x="4888439" y="591295"/>
                  </a:lnTo>
                  <a:lnTo>
                    <a:pt x="4888533" y="591295"/>
                  </a:lnTo>
                  <a:lnTo>
                    <a:pt x="4888627" y="591295"/>
                  </a:lnTo>
                  <a:lnTo>
                    <a:pt x="4888721" y="591295"/>
                  </a:lnTo>
                  <a:lnTo>
                    <a:pt x="4888815" y="591295"/>
                  </a:lnTo>
                  <a:lnTo>
                    <a:pt x="4888909" y="591295"/>
                  </a:lnTo>
                  <a:lnTo>
                    <a:pt x="4889003" y="591295"/>
                  </a:lnTo>
                  <a:lnTo>
                    <a:pt x="4889097" y="591295"/>
                  </a:lnTo>
                  <a:lnTo>
                    <a:pt x="4889191" y="591295"/>
                  </a:lnTo>
                  <a:lnTo>
                    <a:pt x="4889285" y="591295"/>
                  </a:lnTo>
                  <a:lnTo>
                    <a:pt x="4889379" y="591295"/>
                  </a:lnTo>
                  <a:lnTo>
                    <a:pt x="4889473" y="591295"/>
                  </a:lnTo>
                  <a:lnTo>
                    <a:pt x="4889567" y="591295"/>
                  </a:lnTo>
                  <a:lnTo>
                    <a:pt x="4889661" y="591295"/>
                  </a:lnTo>
                  <a:lnTo>
                    <a:pt x="4889755" y="591295"/>
                  </a:lnTo>
                  <a:lnTo>
                    <a:pt x="4889849" y="591295"/>
                  </a:lnTo>
                  <a:lnTo>
                    <a:pt x="4889943" y="591295"/>
                  </a:lnTo>
                  <a:lnTo>
                    <a:pt x="4890037" y="591295"/>
                  </a:lnTo>
                  <a:lnTo>
                    <a:pt x="4890131" y="591295"/>
                  </a:lnTo>
                  <a:lnTo>
                    <a:pt x="4890225" y="591295"/>
                  </a:lnTo>
                  <a:lnTo>
                    <a:pt x="4890319" y="591295"/>
                  </a:lnTo>
                  <a:lnTo>
                    <a:pt x="4890413" y="591295"/>
                  </a:lnTo>
                  <a:lnTo>
                    <a:pt x="4890507" y="591295"/>
                  </a:lnTo>
                  <a:lnTo>
                    <a:pt x="4890601" y="591295"/>
                  </a:lnTo>
                  <a:lnTo>
                    <a:pt x="4890695" y="591295"/>
                  </a:lnTo>
                  <a:lnTo>
                    <a:pt x="4890789" y="591295"/>
                  </a:lnTo>
                  <a:lnTo>
                    <a:pt x="4890883" y="591295"/>
                  </a:lnTo>
                  <a:lnTo>
                    <a:pt x="4890978" y="591295"/>
                  </a:lnTo>
                  <a:lnTo>
                    <a:pt x="4891072" y="591295"/>
                  </a:lnTo>
                  <a:lnTo>
                    <a:pt x="4891166" y="591295"/>
                  </a:lnTo>
                  <a:lnTo>
                    <a:pt x="4891260" y="591295"/>
                  </a:lnTo>
                  <a:lnTo>
                    <a:pt x="4891354" y="591295"/>
                  </a:lnTo>
                  <a:lnTo>
                    <a:pt x="4891448" y="591295"/>
                  </a:lnTo>
                  <a:lnTo>
                    <a:pt x="4891542" y="591295"/>
                  </a:lnTo>
                  <a:lnTo>
                    <a:pt x="4891636" y="591295"/>
                  </a:lnTo>
                  <a:lnTo>
                    <a:pt x="4891730" y="591295"/>
                  </a:lnTo>
                  <a:lnTo>
                    <a:pt x="4891824" y="591295"/>
                  </a:lnTo>
                  <a:lnTo>
                    <a:pt x="4891918" y="591295"/>
                  </a:lnTo>
                  <a:lnTo>
                    <a:pt x="4892012" y="591295"/>
                  </a:lnTo>
                  <a:lnTo>
                    <a:pt x="4892106" y="591295"/>
                  </a:lnTo>
                  <a:lnTo>
                    <a:pt x="4892200" y="591295"/>
                  </a:lnTo>
                  <a:lnTo>
                    <a:pt x="4892294" y="591295"/>
                  </a:lnTo>
                  <a:lnTo>
                    <a:pt x="4892388" y="591295"/>
                  </a:lnTo>
                  <a:lnTo>
                    <a:pt x="4892482" y="591295"/>
                  </a:lnTo>
                  <a:lnTo>
                    <a:pt x="4892576" y="591295"/>
                  </a:lnTo>
                  <a:lnTo>
                    <a:pt x="4892670" y="591295"/>
                  </a:lnTo>
                  <a:lnTo>
                    <a:pt x="4892764" y="591295"/>
                  </a:lnTo>
                  <a:lnTo>
                    <a:pt x="4892858" y="591295"/>
                  </a:lnTo>
                  <a:lnTo>
                    <a:pt x="4892952" y="591295"/>
                  </a:lnTo>
                  <a:lnTo>
                    <a:pt x="4893046" y="591295"/>
                  </a:lnTo>
                  <a:lnTo>
                    <a:pt x="4893140" y="591295"/>
                  </a:lnTo>
                  <a:lnTo>
                    <a:pt x="4893140" y="586015"/>
                  </a:lnTo>
                  <a:lnTo>
                    <a:pt x="4893234" y="586015"/>
                  </a:lnTo>
                  <a:lnTo>
                    <a:pt x="4893328" y="586015"/>
                  </a:lnTo>
                  <a:lnTo>
                    <a:pt x="4893422" y="586015"/>
                  </a:lnTo>
                  <a:lnTo>
                    <a:pt x="4893516" y="586015"/>
                  </a:lnTo>
                  <a:lnTo>
                    <a:pt x="4893610" y="586015"/>
                  </a:lnTo>
                  <a:lnTo>
                    <a:pt x="4893704" y="586015"/>
                  </a:lnTo>
                  <a:lnTo>
                    <a:pt x="4893798" y="586015"/>
                  </a:lnTo>
                  <a:lnTo>
                    <a:pt x="4893892" y="586015"/>
                  </a:lnTo>
                  <a:lnTo>
                    <a:pt x="4893986" y="586015"/>
                  </a:lnTo>
                  <a:lnTo>
                    <a:pt x="4894080" y="586015"/>
                  </a:lnTo>
                  <a:lnTo>
                    <a:pt x="4894174" y="586015"/>
                  </a:lnTo>
                  <a:lnTo>
                    <a:pt x="4894268" y="586015"/>
                  </a:lnTo>
                  <a:lnTo>
                    <a:pt x="4894362" y="586015"/>
                  </a:lnTo>
                  <a:lnTo>
                    <a:pt x="4894456" y="586015"/>
                  </a:lnTo>
                  <a:lnTo>
                    <a:pt x="4894551" y="586015"/>
                  </a:lnTo>
                  <a:lnTo>
                    <a:pt x="4894645" y="586015"/>
                  </a:lnTo>
                  <a:lnTo>
                    <a:pt x="4894739" y="586015"/>
                  </a:lnTo>
                  <a:lnTo>
                    <a:pt x="4894833" y="586015"/>
                  </a:lnTo>
                  <a:lnTo>
                    <a:pt x="4894927" y="586015"/>
                  </a:lnTo>
                  <a:lnTo>
                    <a:pt x="4895021" y="586015"/>
                  </a:lnTo>
                  <a:lnTo>
                    <a:pt x="4895115" y="586015"/>
                  </a:lnTo>
                  <a:lnTo>
                    <a:pt x="4895209" y="586015"/>
                  </a:lnTo>
                  <a:lnTo>
                    <a:pt x="4895303" y="586015"/>
                  </a:lnTo>
                  <a:lnTo>
                    <a:pt x="4895397" y="586015"/>
                  </a:lnTo>
                  <a:lnTo>
                    <a:pt x="4895491" y="586015"/>
                  </a:lnTo>
                  <a:lnTo>
                    <a:pt x="4895585" y="586015"/>
                  </a:lnTo>
                  <a:lnTo>
                    <a:pt x="4895679" y="586015"/>
                  </a:lnTo>
                  <a:lnTo>
                    <a:pt x="4895773" y="586015"/>
                  </a:lnTo>
                  <a:lnTo>
                    <a:pt x="4895867" y="586015"/>
                  </a:lnTo>
                  <a:lnTo>
                    <a:pt x="4895961" y="586015"/>
                  </a:lnTo>
                  <a:lnTo>
                    <a:pt x="4896055" y="586015"/>
                  </a:lnTo>
                  <a:lnTo>
                    <a:pt x="4896149" y="586015"/>
                  </a:lnTo>
                  <a:lnTo>
                    <a:pt x="4896243" y="586015"/>
                  </a:lnTo>
                  <a:lnTo>
                    <a:pt x="4896337" y="586015"/>
                  </a:lnTo>
                  <a:lnTo>
                    <a:pt x="4896431" y="586015"/>
                  </a:lnTo>
                  <a:lnTo>
                    <a:pt x="4896525" y="586015"/>
                  </a:lnTo>
                  <a:lnTo>
                    <a:pt x="4896619" y="586015"/>
                  </a:lnTo>
                  <a:lnTo>
                    <a:pt x="4896713" y="586015"/>
                  </a:lnTo>
                  <a:lnTo>
                    <a:pt x="4896807" y="586015"/>
                  </a:lnTo>
                  <a:lnTo>
                    <a:pt x="4896901" y="586015"/>
                  </a:lnTo>
                  <a:lnTo>
                    <a:pt x="4896995" y="586015"/>
                  </a:lnTo>
                  <a:lnTo>
                    <a:pt x="4897089" y="586015"/>
                  </a:lnTo>
                  <a:lnTo>
                    <a:pt x="4897183" y="586015"/>
                  </a:lnTo>
                  <a:lnTo>
                    <a:pt x="4897277" y="586015"/>
                  </a:lnTo>
                  <a:lnTo>
                    <a:pt x="4897371" y="586015"/>
                  </a:lnTo>
                  <a:lnTo>
                    <a:pt x="4897465" y="586015"/>
                  </a:lnTo>
                  <a:lnTo>
                    <a:pt x="4897465" y="580736"/>
                  </a:lnTo>
                  <a:lnTo>
                    <a:pt x="4897559" y="580736"/>
                  </a:lnTo>
                  <a:lnTo>
                    <a:pt x="4897653" y="580736"/>
                  </a:lnTo>
                  <a:lnTo>
                    <a:pt x="4897747" y="580736"/>
                  </a:lnTo>
                  <a:lnTo>
                    <a:pt x="4897841" y="580736"/>
                  </a:lnTo>
                  <a:lnTo>
                    <a:pt x="4897935" y="580736"/>
                  </a:lnTo>
                  <a:lnTo>
                    <a:pt x="4898029" y="580736"/>
                  </a:lnTo>
                  <a:lnTo>
                    <a:pt x="4898124" y="580736"/>
                  </a:lnTo>
                  <a:lnTo>
                    <a:pt x="4898218" y="580736"/>
                  </a:lnTo>
                  <a:lnTo>
                    <a:pt x="4898312" y="580736"/>
                  </a:lnTo>
                  <a:lnTo>
                    <a:pt x="4898406" y="580736"/>
                  </a:lnTo>
                  <a:lnTo>
                    <a:pt x="4898500" y="580736"/>
                  </a:lnTo>
                  <a:lnTo>
                    <a:pt x="4898594" y="580736"/>
                  </a:lnTo>
                  <a:lnTo>
                    <a:pt x="4898688" y="580736"/>
                  </a:lnTo>
                  <a:lnTo>
                    <a:pt x="4898782" y="580736"/>
                  </a:lnTo>
                  <a:lnTo>
                    <a:pt x="4898876" y="580736"/>
                  </a:lnTo>
                  <a:lnTo>
                    <a:pt x="4898970" y="580736"/>
                  </a:lnTo>
                  <a:lnTo>
                    <a:pt x="4899064" y="580736"/>
                  </a:lnTo>
                  <a:lnTo>
                    <a:pt x="4899158" y="580736"/>
                  </a:lnTo>
                  <a:lnTo>
                    <a:pt x="4899252" y="580736"/>
                  </a:lnTo>
                  <a:lnTo>
                    <a:pt x="4899346" y="580736"/>
                  </a:lnTo>
                  <a:lnTo>
                    <a:pt x="4899440" y="580736"/>
                  </a:lnTo>
                  <a:lnTo>
                    <a:pt x="4899534" y="580736"/>
                  </a:lnTo>
                  <a:lnTo>
                    <a:pt x="4899628" y="580736"/>
                  </a:lnTo>
                  <a:lnTo>
                    <a:pt x="4899722" y="580736"/>
                  </a:lnTo>
                  <a:lnTo>
                    <a:pt x="4899816" y="580736"/>
                  </a:lnTo>
                  <a:lnTo>
                    <a:pt x="4899910" y="580736"/>
                  </a:lnTo>
                  <a:lnTo>
                    <a:pt x="4900004" y="580736"/>
                  </a:lnTo>
                  <a:lnTo>
                    <a:pt x="4900098" y="580736"/>
                  </a:lnTo>
                  <a:lnTo>
                    <a:pt x="4900192" y="580736"/>
                  </a:lnTo>
                  <a:lnTo>
                    <a:pt x="4900286" y="580736"/>
                  </a:lnTo>
                  <a:lnTo>
                    <a:pt x="4900380" y="580736"/>
                  </a:lnTo>
                  <a:lnTo>
                    <a:pt x="4900474" y="580736"/>
                  </a:lnTo>
                  <a:lnTo>
                    <a:pt x="4900568" y="580736"/>
                  </a:lnTo>
                  <a:lnTo>
                    <a:pt x="4900662" y="580736"/>
                  </a:lnTo>
                  <a:lnTo>
                    <a:pt x="4900756" y="580736"/>
                  </a:lnTo>
                  <a:lnTo>
                    <a:pt x="4900850" y="580736"/>
                  </a:lnTo>
                  <a:lnTo>
                    <a:pt x="4900944" y="580736"/>
                  </a:lnTo>
                  <a:lnTo>
                    <a:pt x="4901038" y="580736"/>
                  </a:lnTo>
                  <a:lnTo>
                    <a:pt x="4901132" y="580736"/>
                  </a:lnTo>
                  <a:lnTo>
                    <a:pt x="4901226" y="580736"/>
                  </a:lnTo>
                  <a:lnTo>
                    <a:pt x="4901320" y="580736"/>
                  </a:lnTo>
                  <a:lnTo>
                    <a:pt x="4901414" y="580736"/>
                  </a:lnTo>
                  <a:lnTo>
                    <a:pt x="4901508" y="580736"/>
                  </a:lnTo>
                  <a:lnTo>
                    <a:pt x="4901603" y="580736"/>
                  </a:lnTo>
                  <a:lnTo>
                    <a:pt x="4901697" y="580736"/>
                  </a:lnTo>
                  <a:lnTo>
                    <a:pt x="4901791" y="580736"/>
                  </a:lnTo>
                  <a:lnTo>
                    <a:pt x="4901885" y="580736"/>
                  </a:lnTo>
                  <a:lnTo>
                    <a:pt x="4901979" y="580736"/>
                  </a:lnTo>
                  <a:lnTo>
                    <a:pt x="4902073" y="580736"/>
                  </a:lnTo>
                  <a:lnTo>
                    <a:pt x="4902167" y="580736"/>
                  </a:lnTo>
                  <a:lnTo>
                    <a:pt x="4902261" y="580736"/>
                  </a:lnTo>
                  <a:lnTo>
                    <a:pt x="4902355" y="580736"/>
                  </a:lnTo>
                  <a:lnTo>
                    <a:pt x="4902449" y="580736"/>
                  </a:lnTo>
                  <a:lnTo>
                    <a:pt x="4902543" y="580736"/>
                  </a:lnTo>
                  <a:lnTo>
                    <a:pt x="4902637" y="580736"/>
                  </a:lnTo>
                  <a:lnTo>
                    <a:pt x="4902731" y="580736"/>
                  </a:lnTo>
                  <a:lnTo>
                    <a:pt x="4902825" y="580736"/>
                  </a:lnTo>
                  <a:lnTo>
                    <a:pt x="4902919" y="580736"/>
                  </a:lnTo>
                  <a:lnTo>
                    <a:pt x="4903013" y="580736"/>
                  </a:lnTo>
                  <a:lnTo>
                    <a:pt x="4903107" y="580736"/>
                  </a:lnTo>
                  <a:lnTo>
                    <a:pt x="4903201" y="580736"/>
                  </a:lnTo>
                  <a:lnTo>
                    <a:pt x="4903295" y="580736"/>
                  </a:lnTo>
                  <a:lnTo>
                    <a:pt x="4903389" y="580736"/>
                  </a:lnTo>
                  <a:lnTo>
                    <a:pt x="4903483" y="580736"/>
                  </a:lnTo>
                  <a:lnTo>
                    <a:pt x="4903577" y="580736"/>
                  </a:lnTo>
                  <a:lnTo>
                    <a:pt x="4903671" y="580736"/>
                  </a:lnTo>
                  <a:lnTo>
                    <a:pt x="4903765" y="580736"/>
                  </a:lnTo>
                  <a:lnTo>
                    <a:pt x="4903859" y="580736"/>
                  </a:lnTo>
                  <a:lnTo>
                    <a:pt x="4903953" y="580736"/>
                  </a:lnTo>
                  <a:lnTo>
                    <a:pt x="4904047" y="580736"/>
                  </a:lnTo>
                  <a:lnTo>
                    <a:pt x="4904141" y="580736"/>
                  </a:lnTo>
                  <a:lnTo>
                    <a:pt x="4904235" y="580736"/>
                  </a:lnTo>
                  <a:lnTo>
                    <a:pt x="4904329" y="580736"/>
                  </a:lnTo>
                  <a:lnTo>
                    <a:pt x="4904423" y="580736"/>
                  </a:lnTo>
                  <a:lnTo>
                    <a:pt x="4904517" y="580736"/>
                  </a:lnTo>
                  <a:lnTo>
                    <a:pt x="4904611" y="580736"/>
                  </a:lnTo>
                  <a:lnTo>
                    <a:pt x="4904611" y="575456"/>
                  </a:lnTo>
                  <a:lnTo>
                    <a:pt x="4904705" y="575456"/>
                  </a:lnTo>
                  <a:lnTo>
                    <a:pt x="4904799" y="575456"/>
                  </a:lnTo>
                  <a:lnTo>
                    <a:pt x="4904893" y="575456"/>
                  </a:lnTo>
                  <a:lnTo>
                    <a:pt x="4904987" y="575456"/>
                  </a:lnTo>
                  <a:lnTo>
                    <a:pt x="4905081" y="575456"/>
                  </a:lnTo>
                  <a:lnTo>
                    <a:pt x="4905176" y="575456"/>
                  </a:lnTo>
                  <a:lnTo>
                    <a:pt x="4905270" y="575456"/>
                  </a:lnTo>
                  <a:lnTo>
                    <a:pt x="4905364" y="575456"/>
                  </a:lnTo>
                  <a:lnTo>
                    <a:pt x="4905458" y="575456"/>
                  </a:lnTo>
                  <a:lnTo>
                    <a:pt x="4905552" y="575456"/>
                  </a:lnTo>
                  <a:lnTo>
                    <a:pt x="4905646" y="575456"/>
                  </a:lnTo>
                  <a:lnTo>
                    <a:pt x="4905740" y="575456"/>
                  </a:lnTo>
                  <a:lnTo>
                    <a:pt x="4905834" y="575456"/>
                  </a:lnTo>
                  <a:lnTo>
                    <a:pt x="4905928" y="575456"/>
                  </a:lnTo>
                  <a:lnTo>
                    <a:pt x="4906022" y="575456"/>
                  </a:lnTo>
                  <a:lnTo>
                    <a:pt x="4906116" y="575456"/>
                  </a:lnTo>
                  <a:lnTo>
                    <a:pt x="4906210" y="575456"/>
                  </a:lnTo>
                  <a:lnTo>
                    <a:pt x="4906210" y="570177"/>
                  </a:lnTo>
                  <a:lnTo>
                    <a:pt x="4906304" y="570177"/>
                  </a:lnTo>
                  <a:lnTo>
                    <a:pt x="4906398" y="570177"/>
                  </a:lnTo>
                  <a:lnTo>
                    <a:pt x="4906492" y="570177"/>
                  </a:lnTo>
                  <a:lnTo>
                    <a:pt x="4906586" y="570177"/>
                  </a:lnTo>
                  <a:lnTo>
                    <a:pt x="4906680" y="570177"/>
                  </a:lnTo>
                  <a:lnTo>
                    <a:pt x="4906774" y="570177"/>
                  </a:lnTo>
                  <a:lnTo>
                    <a:pt x="4906868" y="570177"/>
                  </a:lnTo>
                  <a:lnTo>
                    <a:pt x="4906962" y="570177"/>
                  </a:lnTo>
                  <a:lnTo>
                    <a:pt x="4907056" y="570177"/>
                  </a:lnTo>
                  <a:lnTo>
                    <a:pt x="4907150" y="570177"/>
                  </a:lnTo>
                  <a:lnTo>
                    <a:pt x="4907244" y="570177"/>
                  </a:lnTo>
                  <a:lnTo>
                    <a:pt x="4907338" y="570177"/>
                  </a:lnTo>
                  <a:lnTo>
                    <a:pt x="4907432" y="570177"/>
                  </a:lnTo>
                  <a:lnTo>
                    <a:pt x="4907526" y="570177"/>
                  </a:lnTo>
                  <a:lnTo>
                    <a:pt x="4907526" y="564898"/>
                  </a:lnTo>
                  <a:lnTo>
                    <a:pt x="4907620" y="564898"/>
                  </a:lnTo>
                  <a:lnTo>
                    <a:pt x="4907714" y="564898"/>
                  </a:lnTo>
                  <a:lnTo>
                    <a:pt x="4907808" y="564898"/>
                  </a:lnTo>
                  <a:lnTo>
                    <a:pt x="4907902" y="564898"/>
                  </a:lnTo>
                  <a:lnTo>
                    <a:pt x="4907996" y="564898"/>
                  </a:lnTo>
                  <a:lnTo>
                    <a:pt x="4908090" y="564898"/>
                  </a:lnTo>
                  <a:lnTo>
                    <a:pt x="4908184" y="564898"/>
                  </a:lnTo>
                  <a:lnTo>
                    <a:pt x="4908278" y="564898"/>
                  </a:lnTo>
                  <a:lnTo>
                    <a:pt x="4908372" y="564898"/>
                  </a:lnTo>
                  <a:lnTo>
                    <a:pt x="4908466" y="564898"/>
                  </a:lnTo>
                  <a:lnTo>
                    <a:pt x="4908560" y="564898"/>
                  </a:lnTo>
                  <a:lnTo>
                    <a:pt x="4908654" y="564898"/>
                  </a:lnTo>
                  <a:lnTo>
                    <a:pt x="4908749" y="564898"/>
                  </a:lnTo>
                  <a:lnTo>
                    <a:pt x="4908843" y="564898"/>
                  </a:lnTo>
                  <a:lnTo>
                    <a:pt x="4908937" y="564898"/>
                  </a:lnTo>
                  <a:lnTo>
                    <a:pt x="4909031" y="564898"/>
                  </a:lnTo>
                  <a:lnTo>
                    <a:pt x="4909125" y="564898"/>
                  </a:lnTo>
                  <a:lnTo>
                    <a:pt x="4909219" y="564898"/>
                  </a:lnTo>
                  <a:lnTo>
                    <a:pt x="4909313" y="564898"/>
                  </a:lnTo>
                  <a:lnTo>
                    <a:pt x="4909407" y="564898"/>
                  </a:lnTo>
                  <a:lnTo>
                    <a:pt x="4909501" y="564898"/>
                  </a:lnTo>
                  <a:lnTo>
                    <a:pt x="4909595" y="564898"/>
                  </a:lnTo>
                  <a:lnTo>
                    <a:pt x="4909689" y="564898"/>
                  </a:lnTo>
                  <a:lnTo>
                    <a:pt x="4909783" y="564898"/>
                  </a:lnTo>
                  <a:lnTo>
                    <a:pt x="4909877" y="564898"/>
                  </a:lnTo>
                  <a:lnTo>
                    <a:pt x="4909971" y="564898"/>
                  </a:lnTo>
                  <a:lnTo>
                    <a:pt x="4910065" y="564898"/>
                  </a:lnTo>
                  <a:lnTo>
                    <a:pt x="4910159" y="564898"/>
                  </a:lnTo>
                  <a:lnTo>
                    <a:pt x="4910253" y="564898"/>
                  </a:lnTo>
                  <a:lnTo>
                    <a:pt x="4910347" y="564898"/>
                  </a:lnTo>
                  <a:lnTo>
                    <a:pt x="4910347" y="559618"/>
                  </a:lnTo>
                  <a:lnTo>
                    <a:pt x="4910441" y="559618"/>
                  </a:lnTo>
                  <a:lnTo>
                    <a:pt x="4910535" y="559618"/>
                  </a:lnTo>
                  <a:lnTo>
                    <a:pt x="4910629" y="559618"/>
                  </a:lnTo>
                  <a:lnTo>
                    <a:pt x="4910723" y="559618"/>
                  </a:lnTo>
                  <a:lnTo>
                    <a:pt x="4910817" y="559618"/>
                  </a:lnTo>
                  <a:lnTo>
                    <a:pt x="4910911" y="559618"/>
                  </a:lnTo>
                  <a:lnTo>
                    <a:pt x="4911005" y="559618"/>
                  </a:lnTo>
                  <a:lnTo>
                    <a:pt x="4911099" y="559618"/>
                  </a:lnTo>
                  <a:lnTo>
                    <a:pt x="4911193" y="559618"/>
                  </a:lnTo>
                  <a:lnTo>
                    <a:pt x="4911287" y="559618"/>
                  </a:lnTo>
                  <a:lnTo>
                    <a:pt x="4911381" y="559618"/>
                  </a:lnTo>
                  <a:lnTo>
                    <a:pt x="4911475" y="559618"/>
                  </a:lnTo>
                  <a:lnTo>
                    <a:pt x="4911569" y="559618"/>
                  </a:lnTo>
                  <a:lnTo>
                    <a:pt x="4911663" y="559618"/>
                  </a:lnTo>
                  <a:lnTo>
                    <a:pt x="4911757" y="559618"/>
                  </a:lnTo>
                  <a:lnTo>
                    <a:pt x="4911851" y="559618"/>
                  </a:lnTo>
                  <a:lnTo>
                    <a:pt x="4911945" y="559618"/>
                  </a:lnTo>
                  <a:lnTo>
                    <a:pt x="4912039" y="559618"/>
                  </a:lnTo>
                  <a:lnTo>
                    <a:pt x="4912133" y="559618"/>
                  </a:lnTo>
                  <a:lnTo>
                    <a:pt x="4912228" y="559618"/>
                  </a:lnTo>
                  <a:lnTo>
                    <a:pt x="4912322" y="559618"/>
                  </a:lnTo>
                  <a:lnTo>
                    <a:pt x="4912416" y="559618"/>
                  </a:lnTo>
                  <a:lnTo>
                    <a:pt x="4912510" y="559618"/>
                  </a:lnTo>
                  <a:lnTo>
                    <a:pt x="4912604" y="559618"/>
                  </a:lnTo>
                  <a:lnTo>
                    <a:pt x="4912698" y="559618"/>
                  </a:lnTo>
                  <a:lnTo>
                    <a:pt x="4912792" y="559618"/>
                  </a:lnTo>
                  <a:lnTo>
                    <a:pt x="4912886" y="559618"/>
                  </a:lnTo>
                  <a:lnTo>
                    <a:pt x="4912980" y="559618"/>
                  </a:lnTo>
                  <a:lnTo>
                    <a:pt x="4913074" y="559618"/>
                  </a:lnTo>
                  <a:lnTo>
                    <a:pt x="4913168" y="559618"/>
                  </a:lnTo>
                  <a:lnTo>
                    <a:pt x="4913262" y="559618"/>
                  </a:lnTo>
                  <a:lnTo>
                    <a:pt x="4913356" y="559618"/>
                  </a:lnTo>
                  <a:lnTo>
                    <a:pt x="4913450" y="559618"/>
                  </a:lnTo>
                  <a:lnTo>
                    <a:pt x="4913544" y="559618"/>
                  </a:lnTo>
                  <a:lnTo>
                    <a:pt x="4913544" y="554339"/>
                  </a:lnTo>
                  <a:lnTo>
                    <a:pt x="4913638" y="554339"/>
                  </a:lnTo>
                  <a:lnTo>
                    <a:pt x="4913732" y="554339"/>
                  </a:lnTo>
                  <a:lnTo>
                    <a:pt x="4913826" y="554339"/>
                  </a:lnTo>
                  <a:lnTo>
                    <a:pt x="4913920" y="554339"/>
                  </a:lnTo>
                  <a:lnTo>
                    <a:pt x="4914014" y="554339"/>
                  </a:lnTo>
                  <a:lnTo>
                    <a:pt x="4914108" y="554339"/>
                  </a:lnTo>
                  <a:lnTo>
                    <a:pt x="4914202" y="554339"/>
                  </a:lnTo>
                  <a:lnTo>
                    <a:pt x="4914296" y="554339"/>
                  </a:lnTo>
                  <a:lnTo>
                    <a:pt x="4914390" y="554339"/>
                  </a:lnTo>
                  <a:lnTo>
                    <a:pt x="4914484" y="554339"/>
                  </a:lnTo>
                  <a:lnTo>
                    <a:pt x="4914578" y="554339"/>
                  </a:lnTo>
                  <a:lnTo>
                    <a:pt x="4914672" y="554339"/>
                  </a:lnTo>
                  <a:lnTo>
                    <a:pt x="4914766" y="554339"/>
                  </a:lnTo>
                  <a:lnTo>
                    <a:pt x="4914860" y="554339"/>
                  </a:lnTo>
                  <a:lnTo>
                    <a:pt x="4914954" y="554339"/>
                  </a:lnTo>
                  <a:lnTo>
                    <a:pt x="4915048" y="554339"/>
                  </a:lnTo>
                  <a:lnTo>
                    <a:pt x="4915142" y="554339"/>
                  </a:lnTo>
                  <a:lnTo>
                    <a:pt x="4915236" y="554339"/>
                  </a:lnTo>
                  <a:lnTo>
                    <a:pt x="4915330" y="554339"/>
                  </a:lnTo>
                  <a:lnTo>
                    <a:pt x="4915424" y="554339"/>
                  </a:lnTo>
                  <a:lnTo>
                    <a:pt x="4915518" y="554339"/>
                  </a:lnTo>
                  <a:lnTo>
                    <a:pt x="4915612" y="554339"/>
                  </a:lnTo>
                  <a:lnTo>
                    <a:pt x="4915706" y="554339"/>
                  </a:lnTo>
                  <a:lnTo>
                    <a:pt x="4915801" y="554339"/>
                  </a:lnTo>
                  <a:lnTo>
                    <a:pt x="4915895" y="554339"/>
                  </a:lnTo>
                  <a:lnTo>
                    <a:pt x="4915989" y="554339"/>
                  </a:lnTo>
                  <a:lnTo>
                    <a:pt x="4916083" y="554339"/>
                  </a:lnTo>
                  <a:lnTo>
                    <a:pt x="4916177" y="554339"/>
                  </a:lnTo>
                  <a:lnTo>
                    <a:pt x="4916271" y="554339"/>
                  </a:lnTo>
                  <a:lnTo>
                    <a:pt x="4916365" y="554339"/>
                  </a:lnTo>
                  <a:lnTo>
                    <a:pt x="4916459" y="554339"/>
                  </a:lnTo>
                  <a:lnTo>
                    <a:pt x="4916553" y="554339"/>
                  </a:lnTo>
                  <a:lnTo>
                    <a:pt x="4916647" y="554339"/>
                  </a:lnTo>
                  <a:lnTo>
                    <a:pt x="4916741" y="554339"/>
                  </a:lnTo>
                  <a:lnTo>
                    <a:pt x="4916835" y="554339"/>
                  </a:lnTo>
                  <a:lnTo>
                    <a:pt x="4916929" y="554339"/>
                  </a:lnTo>
                  <a:lnTo>
                    <a:pt x="4917023" y="554339"/>
                  </a:lnTo>
                  <a:lnTo>
                    <a:pt x="4917117" y="554339"/>
                  </a:lnTo>
                  <a:lnTo>
                    <a:pt x="4917211" y="554339"/>
                  </a:lnTo>
                  <a:lnTo>
                    <a:pt x="4917305" y="554339"/>
                  </a:lnTo>
                  <a:lnTo>
                    <a:pt x="4917399" y="554339"/>
                  </a:lnTo>
                  <a:lnTo>
                    <a:pt x="4917493" y="554339"/>
                  </a:lnTo>
                  <a:lnTo>
                    <a:pt x="4917587" y="554339"/>
                  </a:lnTo>
                  <a:lnTo>
                    <a:pt x="4917681" y="554339"/>
                  </a:lnTo>
                  <a:lnTo>
                    <a:pt x="4917775" y="554339"/>
                  </a:lnTo>
                  <a:lnTo>
                    <a:pt x="4917869" y="554339"/>
                  </a:lnTo>
                  <a:lnTo>
                    <a:pt x="4917963" y="554339"/>
                  </a:lnTo>
                  <a:lnTo>
                    <a:pt x="4918057" y="554339"/>
                  </a:lnTo>
                  <a:lnTo>
                    <a:pt x="4918151" y="554339"/>
                  </a:lnTo>
                  <a:lnTo>
                    <a:pt x="4918245" y="554339"/>
                  </a:lnTo>
                  <a:lnTo>
                    <a:pt x="4918339" y="554339"/>
                  </a:lnTo>
                  <a:lnTo>
                    <a:pt x="4918433" y="554339"/>
                  </a:lnTo>
                  <a:lnTo>
                    <a:pt x="4918527" y="554339"/>
                  </a:lnTo>
                  <a:lnTo>
                    <a:pt x="4918621" y="554339"/>
                  </a:lnTo>
                  <a:lnTo>
                    <a:pt x="4918715" y="554339"/>
                  </a:lnTo>
                  <a:lnTo>
                    <a:pt x="4918809" y="554339"/>
                  </a:lnTo>
                  <a:lnTo>
                    <a:pt x="4918903" y="554339"/>
                  </a:lnTo>
                  <a:lnTo>
                    <a:pt x="4918997" y="554339"/>
                  </a:lnTo>
                  <a:lnTo>
                    <a:pt x="4919091" y="554339"/>
                  </a:lnTo>
                  <a:lnTo>
                    <a:pt x="4919185" y="554339"/>
                  </a:lnTo>
                  <a:lnTo>
                    <a:pt x="4919279" y="554339"/>
                  </a:lnTo>
                  <a:lnTo>
                    <a:pt x="4919374" y="554339"/>
                  </a:lnTo>
                  <a:lnTo>
                    <a:pt x="4919468" y="554339"/>
                  </a:lnTo>
                  <a:lnTo>
                    <a:pt x="4919562" y="554339"/>
                  </a:lnTo>
                  <a:lnTo>
                    <a:pt x="4919656" y="554339"/>
                  </a:lnTo>
                  <a:lnTo>
                    <a:pt x="4919750" y="554339"/>
                  </a:lnTo>
                  <a:lnTo>
                    <a:pt x="4919844" y="554339"/>
                  </a:lnTo>
                  <a:lnTo>
                    <a:pt x="4919938" y="554339"/>
                  </a:lnTo>
                  <a:lnTo>
                    <a:pt x="4920032" y="554339"/>
                  </a:lnTo>
                  <a:lnTo>
                    <a:pt x="4920126" y="554339"/>
                  </a:lnTo>
                  <a:lnTo>
                    <a:pt x="4920220" y="554339"/>
                  </a:lnTo>
                  <a:lnTo>
                    <a:pt x="4920314" y="554339"/>
                  </a:lnTo>
                  <a:lnTo>
                    <a:pt x="4920408" y="554339"/>
                  </a:lnTo>
                  <a:lnTo>
                    <a:pt x="4920502" y="554339"/>
                  </a:lnTo>
                  <a:lnTo>
                    <a:pt x="4920596" y="554339"/>
                  </a:lnTo>
                  <a:lnTo>
                    <a:pt x="4920690" y="554339"/>
                  </a:lnTo>
                  <a:lnTo>
                    <a:pt x="4920784" y="554339"/>
                  </a:lnTo>
                  <a:lnTo>
                    <a:pt x="4920878" y="554339"/>
                  </a:lnTo>
                  <a:lnTo>
                    <a:pt x="4920972" y="554339"/>
                  </a:lnTo>
                  <a:lnTo>
                    <a:pt x="4921066" y="554339"/>
                  </a:lnTo>
                  <a:lnTo>
                    <a:pt x="4921160" y="554339"/>
                  </a:lnTo>
                  <a:lnTo>
                    <a:pt x="4921254" y="554339"/>
                  </a:lnTo>
                  <a:lnTo>
                    <a:pt x="4921348" y="554339"/>
                  </a:lnTo>
                  <a:lnTo>
                    <a:pt x="4921442" y="554339"/>
                  </a:lnTo>
                  <a:lnTo>
                    <a:pt x="4921536" y="554339"/>
                  </a:lnTo>
                  <a:lnTo>
                    <a:pt x="4921630" y="554339"/>
                  </a:lnTo>
                  <a:lnTo>
                    <a:pt x="4921724" y="554339"/>
                  </a:lnTo>
                  <a:lnTo>
                    <a:pt x="4921818" y="554339"/>
                  </a:lnTo>
                  <a:lnTo>
                    <a:pt x="4921912" y="554339"/>
                  </a:lnTo>
                  <a:lnTo>
                    <a:pt x="4922006" y="554339"/>
                  </a:lnTo>
                  <a:lnTo>
                    <a:pt x="4922100" y="554339"/>
                  </a:lnTo>
                  <a:lnTo>
                    <a:pt x="4922194" y="554339"/>
                  </a:lnTo>
                  <a:lnTo>
                    <a:pt x="4922288" y="554339"/>
                  </a:lnTo>
                  <a:lnTo>
                    <a:pt x="4922382" y="554339"/>
                  </a:lnTo>
                  <a:lnTo>
                    <a:pt x="4922476" y="554339"/>
                  </a:lnTo>
                  <a:lnTo>
                    <a:pt x="4922570" y="554339"/>
                  </a:lnTo>
                  <a:lnTo>
                    <a:pt x="4922664" y="554339"/>
                  </a:lnTo>
                  <a:lnTo>
                    <a:pt x="4922758" y="554339"/>
                  </a:lnTo>
                  <a:lnTo>
                    <a:pt x="4922853" y="554339"/>
                  </a:lnTo>
                  <a:lnTo>
                    <a:pt x="4922947" y="554339"/>
                  </a:lnTo>
                  <a:lnTo>
                    <a:pt x="4923041" y="554339"/>
                  </a:lnTo>
                  <a:lnTo>
                    <a:pt x="4923135" y="554339"/>
                  </a:lnTo>
                  <a:lnTo>
                    <a:pt x="4923229" y="554339"/>
                  </a:lnTo>
                  <a:lnTo>
                    <a:pt x="4923323" y="554339"/>
                  </a:lnTo>
                  <a:lnTo>
                    <a:pt x="4923417" y="554339"/>
                  </a:lnTo>
                  <a:lnTo>
                    <a:pt x="4923511" y="554339"/>
                  </a:lnTo>
                  <a:lnTo>
                    <a:pt x="4923605" y="554339"/>
                  </a:lnTo>
                  <a:lnTo>
                    <a:pt x="4923699" y="554339"/>
                  </a:lnTo>
                  <a:lnTo>
                    <a:pt x="4923793" y="554339"/>
                  </a:lnTo>
                  <a:lnTo>
                    <a:pt x="4923887" y="554339"/>
                  </a:lnTo>
                  <a:lnTo>
                    <a:pt x="4923981" y="554339"/>
                  </a:lnTo>
                  <a:lnTo>
                    <a:pt x="4924075" y="554339"/>
                  </a:lnTo>
                  <a:lnTo>
                    <a:pt x="4924169" y="554339"/>
                  </a:lnTo>
                  <a:lnTo>
                    <a:pt x="4924263" y="554339"/>
                  </a:lnTo>
                  <a:lnTo>
                    <a:pt x="4924357" y="554339"/>
                  </a:lnTo>
                  <a:lnTo>
                    <a:pt x="4924451" y="554339"/>
                  </a:lnTo>
                  <a:lnTo>
                    <a:pt x="4924545" y="554339"/>
                  </a:lnTo>
                  <a:lnTo>
                    <a:pt x="4924639" y="554339"/>
                  </a:lnTo>
                  <a:lnTo>
                    <a:pt x="4924733" y="554339"/>
                  </a:lnTo>
                  <a:lnTo>
                    <a:pt x="4924827" y="554339"/>
                  </a:lnTo>
                  <a:lnTo>
                    <a:pt x="4924921" y="554339"/>
                  </a:lnTo>
                  <a:lnTo>
                    <a:pt x="4925015" y="554339"/>
                  </a:lnTo>
                  <a:lnTo>
                    <a:pt x="4925109" y="554339"/>
                  </a:lnTo>
                  <a:lnTo>
                    <a:pt x="4925203" y="554339"/>
                  </a:lnTo>
                  <a:lnTo>
                    <a:pt x="4925297" y="554339"/>
                  </a:lnTo>
                  <a:lnTo>
                    <a:pt x="4925391" y="554339"/>
                  </a:lnTo>
                  <a:lnTo>
                    <a:pt x="4925485" y="554339"/>
                  </a:lnTo>
                  <a:lnTo>
                    <a:pt x="4925579" y="554339"/>
                  </a:lnTo>
                  <a:lnTo>
                    <a:pt x="4925673" y="554339"/>
                  </a:lnTo>
                  <a:lnTo>
                    <a:pt x="4925767" y="554339"/>
                  </a:lnTo>
                  <a:lnTo>
                    <a:pt x="4925861" y="554339"/>
                  </a:lnTo>
                  <a:lnTo>
                    <a:pt x="4925955" y="554339"/>
                  </a:lnTo>
                  <a:lnTo>
                    <a:pt x="4926049" y="554339"/>
                  </a:lnTo>
                  <a:lnTo>
                    <a:pt x="4926143" y="554339"/>
                  </a:lnTo>
                  <a:lnTo>
                    <a:pt x="4926237" y="554339"/>
                  </a:lnTo>
                  <a:lnTo>
                    <a:pt x="4926331" y="554339"/>
                  </a:lnTo>
                  <a:lnTo>
                    <a:pt x="4926426" y="554339"/>
                  </a:lnTo>
                  <a:lnTo>
                    <a:pt x="4926520" y="554339"/>
                  </a:lnTo>
                  <a:lnTo>
                    <a:pt x="4926614" y="554339"/>
                  </a:lnTo>
                  <a:lnTo>
                    <a:pt x="4926708" y="554339"/>
                  </a:lnTo>
                  <a:lnTo>
                    <a:pt x="4926802" y="554339"/>
                  </a:lnTo>
                  <a:lnTo>
                    <a:pt x="4926896" y="554339"/>
                  </a:lnTo>
                  <a:lnTo>
                    <a:pt x="4926990" y="554339"/>
                  </a:lnTo>
                  <a:lnTo>
                    <a:pt x="4927084" y="554339"/>
                  </a:lnTo>
                  <a:lnTo>
                    <a:pt x="4927178" y="554339"/>
                  </a:lnTo>
                  <a:lnTo>
                    <a:pt x="4927272" y="554339"/>
                  </a:lnTo>
                  <a:lnTo>
                    <a:pt x="4927366" y="554339"/>
                  </a:lnTo>
                  <a:lnTo>
                    <a:pt x="4927460" y="554339"/>
                  </a:lnTo>
                  <a:lnTo>
                    <a:pt x="4927554" y="554339"/>
                  </a:lnTo>
                  <a:lnTo>
                    <a:pt x="4927648" y="554339"/>
                  </a:lnTo>
                  <a:lnTo>
                    <a:pt x="4927742" y="554339"/>
                  </a:lnTo>
                  <a:lnTo>
                    <a:pt x="4927836" y="554339"/>
                  </a:lnTo>
                  <a:lnTo>
                    <a:pt x="4927930" y="554339"/>
                  </a:lnTo>
                  <a:lnTo>
                    <a:pt x="4928024" y="554339"/>
                  </a:lnTo>
                  <a:lnTo>
                    <a:pt x="4928118" y="554339"/>
                  </a:lnTo>
                  <a:lnTo>
                    <a:pt x="4928212" y="554339"/>
                  </a:lnTo>
                  <a:lnTo>
                    <a:pt x="4928306" y="554339"/>
                  </a:lnTo>
                  <a:lnTo>
                    <a:pt x="4928400" y="554339"/>
                  </a:lnTo>
                  <a:lnTo>
                    <a:pt x="4928494" y="554339"/>
                  </a:lnTo>
                  <a:lnTo>
                    <a:pt x="4928588" y="554339"/>
                  </a:lnTo>
                  <a:lnTo>
                    <a:pt x="4928682" y="554339"/>
                  </a:lnTo>
                  <a:lnTo>
                    <a:pt x="4928776" y="554339"/>
                  </a:lnTo>
                  <a:lnTo>
                    <a:pt x="4928870" y="554339"/>
                  </a:lnTo>
                  <a:lnTo>
                    <a:pt x="4928964" y="554339"/>
                  </a:lnTo>
                  <a:lnTo>
                    <a:pt x="4929058" y="554339"/>
                  </a:lnTo>
                  <a:lnTo>
                    <a:pt x="4929152" y="554339"/>
                  </a:lnTo>
                  <a:lnTo>
                    <a:pt x="4929246" y="554339"/>
                  </a:lnTo>
                  <a:lnTo>
                    <a:pt x="4929340" y="554339"/>
                  </a:lnTo>
                  <a:lnTo>
                    <a:pt x="4929434" y="554339"/>
                  </a:lnTo>
                  <a:lnTo>
                    <a:pt x="4929528" y="554339"/>
                  </a:lnTo>
                  <a:lnTo>
                    <a:pt x="4929622" y="554339"/>
                  </a:lnTo>
                  <a:lnTo>
                    <a:pt x="4929716" y="554339"/>
                  </a:lnTo>
                  <a:lnTo>
                    <a:pt x="4929810" y="554339"/>
                  </a:lnTo>
                  <a:lnTo>
                    <a:pt x="4929904" y="554339"/>
                  </a:lnTo>
                  <a:lnTo>
                    <a:pt x="4929999" y="554339"/>
                  </a:lnTo>
                  <a:lnTo>
                    <a:pt x="4930093" y="554339"/>
                  </a:lnTo>
                  <a:lnTo>
                    <a:pt x="4930187" y="554339"/>
                  </a:lnTo>
                  <a:lnTo>
                    <a:pt x="4930281" y="554339"/>
                  </a:lnTo>
                  <a:lnTo>
                    <a:pt x="4930375" y="554339"/>
                  </a:lnTo>
                  <a:lnTo>
                    <a:pt x="4930469" y="554339"/>
                  </a:lnTo>
                  <a:lnTo>
                    <a:pt x="4930563" y="554339"/>
                  </a:lnTo>
                  <a:lnTo>
                    <a:pt x="4930657" y="554339"/>
                  </a:lnTo>
                  <a:lnTo>
                    <a:pt x="4930751" y="554339"/>
                  </a:lnTo>
                  <a:lnTo>
                    <a:pt x="4930845" y="554339"/>
                  </a:lnTo>
                  <a:lnTo>
                    <a:pt x="4930939" y="554339"/>
                  </a:lnTo>
                  <a:lnTo>
                    <a:pt x="4931033" y="554339"/>
                  </a:lnTo>
                  <a:lnTo>
                    <a:pt x="4931127" y="554339"/>
                  </a:lnTo>
                  <a:lnTo>
                    <a:pt x="4931221" y="554339"/>
                  </a:lnTo>
                  <a:lnTo>
                    <a:pt x="4931315" y="554339"/>
                  </a:lnTo>
                  <a:lnTo>
                    <a:pt x="4931409" y="554339"/>
                  </a:lnTo>
                  <a:lnTo>
                    <a:pt x="4931503" y="554339"/>
                  </a:lnTo>
                  <a:lnTo>
                    <a:pt x="4931597" y="554339"/>
                  </a:lnTo>
                  <a:lnTo>
                    <a:pt x="4931691" y="554339"/>
                  </a:lnTo>
                  <a:lnTo>
                    <a:pt x="4931785" y="554339"/>
                  </a:lnTo>
                  <a:lnTo>
                    <a:pt x="4931879" y="554339"/>
                  </a:lnTo>
                  <a:lnTo>
                    <a:pt x="4931973" y="554339"/>
                  </a:lnTo>
                  <a:lnTo>
                    <a:pt x="4932067" y="554339"/>
                  </a:lnTo>
                  <a:lnTo>
                    <a:pt x="4932161" y="554339"/>
                  </a:lnTo>
                  <a:lnTo>
                    <a:pt x="4932255" y="554339"/>
                  </a:lnTo>
                  <a:lnTo>
                    <a:pt x="4932349" y="554339"/>
                  </a:lnTo>
                  <a:lnTo>
                    <a:pt x="4932443" y="554339"/>
                  </a:lnTo>
                  <a:lnTo>
                    <a:pt x="4932537" y="554339"/>
                  </a:lnTo>
                  <a:lnTo>
                    <a:pt x="4932631" y="554339"/>
                  </a:lnTo>
                  <a:lnTo>
                    <a:pt x="4932725" y="554339"/>
                  </a:lnTo>
                  <a:lnTo>
                    <a:pt x="4932819" y="554339"/>
                  </a:lnTo>
                  <a:lnTo>
                    <a:pt x="4932913" y="554339"/>
                  </a:lnTo>
                  <a:lnTo>
                    <a:pt x="4933007" y="554339"/>
                  </a:lnTo>
                  <a:lnTo>
                    <a:pt x="4933101" y="554339"/>
                  </a:lnTo>
                  <a:lnTo>
                    <a:pt x="4933195" y="554339"/>
                  </a:lnTo>
                  <a:lnTo>
                    <a:pt x="4933289" y="554339"/>
                  </a:lnTo>
                  <a:lnTo>
                    <a:pt x="4933383" y="554339"/>
                  </a:lnTo>
                  <a:lnTo>
                    <a:pt x="4933477" y="554339"/>
                  </a:lnTo>
                  <a:lnTo>
                    <a:pt x="4933572" y="554339"/>
                  </a:lnTo>
                  <a:lnTo>
                    <a:pt x="4933666" y="554339"/>
                  </a:lnTo>
                  <a:lnTo>
                    <a:pt x="4933760" y="554339"/>
                  </a:lnTo>
                  <a:lnTo>
                    <a:pt x="4933854" y="554339"/>
                  </a:lnTo>
                  <a:lnTo>
                    <a:pt x="4933948" y="554339"/>
                  </a:lnTo>
                  <a:lnTo>
                    <a:pt x="4934042" y="554339"/>
                  </a:lnTo>
                  <a:lnTo>
                    <a:pt x="4934136" y="554339"/>
                  </a:lnTo>
                  <a:lnTo>
                    <a:pt x="4934230" y="554339"/>
                  </a:lnTo>
                  <a:lnTo>
                    <a:pt x="4934324" y="554339"/>
                  </a:lnTo>
                  <a:lnTo>
                    <a:pt x="4934418" y="554339"/>
                  </a:lnTo>
                  <a:lnTo>
                    <a:pt x="4934512" y="554339"/>
                  </a:lnTo>
                  <a:lnTo>
                    <a:pt x="4934606" y="554339"/>
                  </a:lnTo>
                  <a:lnTo>
                    <a:pt x="4934700" y="554339"/>
                  </a:lnTo>
                  <a:lnTo>
                    <a:pt x="4934794" y="554339"/>
                  </a:lnTo>
                  <a:lnTo>
                    <a:pt x="4934888" y="554339"/>
                  </a:lnTo>
                  <a:lnTo>
                    <a:pt x="4934982" y="554339"/>
                  </a:lnTo>
                  <a:lnTo>
                    <a:pt x="4935076" y="554339"/>
                  </a:lnTo>
                  <a:lnTo>
                    <a:pt x="4935170" y="554339"/>
                  </a:lnTo>
                  <a:lnTo>
                    <a:pt x="4935264" y="554339"/>
                  </a:lnTo>
                  <a:lnTo>
                    <a:pt x="4935358" y="554339"/>
                  </a:lnTo>
                  <a:lnTo>
                    <a:pt x="4935452" y="554339"/>
                  </a:lnTo>
                  <a:lnTo>
                    <a:pt x="4935546" y="554339"/>
                  </a:lnTo>
                  <a:lnTo>
                    <a:pt x="4935640" y="554339"/>
                  </a:lnTo>
                  <a:lnTo>
                    <a:pt x="4935734" y="554339"/>
                  </a:lnTo>
                  <a:lnTo>
                    <a:pt x="4935828" y="554339"/>
                  </a:lnTo>
                  <a:lnTo>
                    <a:pt x="4935922" y="554339"/>
                  </a:lnTo>
                  <a:lnTo>
                    <a:pt x="4936016" y="554339"/>
                  </a:lnTo>
                  <a:lnTo>
                    <a:pt x="4936110" y="554339"/>
                  </a:lnTo>
                  <a:lnTo>
                    <a:pt x="4936204" y="554339"/>
                  </a:lnTo>
                  <a:lnTo>
                    <a:pt x="4936298" y="554339"/>
                  </a:lnTo>
                  <a:lnTo>
                    <a:pt x="4936392" y="554339"/>
                  </a:lnTo>
                  <a:lnTo>
                    <a:pt x="4936486" y="554339"/>
                  </a:lnTo>
                  <a:lnTo>
                    <a:pt x="4936580" y="554339"/>
                  </a:lnTo>
                  <a:lnTo>
                    <a:pt x="4936674" y="554339"/>
                  </a:lnTo>
                  <a:lnTo>
                    <a:pt x="4936674" y="549059"/>
                  </a:lnTo>
                  <a:lnTo>
                    <a:pt x="4936768" y="549059"/>
                  </a:lnTo>
                  <a:lnTo>
                    <a:pt x="4936862" y="549059"/>
                  </a:lnTo>
                  <a:lnTo>
                    <a:pt x="4936956" y="549059"/>
                  </a:lnTo>
                  <a:lnTo>
                    <a:pt x="4937051" y="549059"/>
                  </a:lnTo>
                  <a:lnTo>
                    <a:pt x="4937145" y="549059"/>
                  </a:lnTo>
                  <a:lnTo>
                    <a:pt x="4937239" y="549059"/>
                  </a:lnTo>
                  <a:lnTo>
                    <a:pt x="4937333" y="549059"/>
                  </a:lnTo>
                  <a:lnTo>
                    <a:pt x="4937427" y="549059"/>
                  </a:lnTo>
                  <a:lnTo>
                    <a:pt x="4937521" y="549059"/>
                  </a:lnTo>
                  <a:lnTo>
                    <a:pt x="4937615" y="549059"/>
                  </a:lnTo>
                  <a:lnTo>
                    <a:pt x="4937709" y="549059"/>
                  </a:lnTo>
                  <a:lnTo>
                    <a:pt x="4937803" y="549059"/>
                  </a:lnTo>
                  <a:lnTo>
                    <a:pt x="4937897" y="549059"/>
                  </a:lnTo>
                  <a:lnTo>
                    <a:pt x="4937991" y="549059"/>
                  </a:lnTo>
                  <a:lnTo>
                    <a:pt x="4938085" y="549059"/>
                  </a:lnTo>
                  <a:lnTo>
                    <a:pt x="4938179" y="549059"/>
                  </a:lnTo>
                  <a:lnTo>
                    <a:pt x="4938273" y="549059"/>
                  </a:lnTo>
                  <a:lnTo>
                    <a:pt x="4938367" y="549059"/>
                  </a:lnTo>
                  <a:lnTo>
                    <a:pt x="4938461" y="549059"/>
                  </a:lnTo>
                  <a:lnTo>
                    <a:pt x="4938555" y="549059"/>
                  </a:lnTo>
                  <a:lnTo>
                    <a:pt x="4938649" y="549059"/>
                  </a:lnTo>
                  <a:lnTo>
                    <a:pt x="4938743" y="549059"/>
                  </a:lnTo>
                  <a:lnTo>
                    <a:pt x="4938837" y="549059"/>
                  </a:lnTo>
                  <a:lnTo>
                    <a:pt x="4938931" y="549059"/>
                  </a:lnTo>
                  <a:lnTo>
                    <a:pt x="4939025" y="549059"/>
                  </a:lnTo>
                  <a:lnTo>
                    <a:pt x="4939119" y="549059"/>
                  </a:lnTo>
                  <a:lnTo>
                    <a:pt x="4939213" y="549059"/>
                  </a:lnTo>
                  <a:lnTo>
                    <a:pt x="4939307" y="549059"/>
                  </a:lnTo>
                  <a:lnTo>
                    <a:pt x="4939401" y="549059"/>
                  </a:lnTo>
                  <a:lnTo>
                    <a:pt x="4939495" y="549059"/>
                  </a:lnTo>
                  <a:lnTo>
                    <a:pt x="4939589" y="549059"/>
                  </a:lnTo>
                  <a:lnTo>
                    <a:pt x="4939683" y="549059"/>
                  </a:lnTo>
                  <a:lnTo>
                    <a:pt x="4939777" y="549059"/>
                  </a:lnTo>
                  <a:lnTo>
                    <a:pt x="4939871" y="549059"/>
                  </a:lnTo>
                  <a:lnTo>
                    <a:pt x="4939965" y="549059"/>
                  </a:lnTo>
                  <a:lnTo>
                    <a:pt x="4940059" y="549059"/>
                  </a:lnTo>
                  <a:lnTo>
                    <a:pt x="4940153" y="549059"/>
                  </a:lnTo>
                  <a:lnTo>
                    <a:pt x="4940247" y="549059"/>
                  </a:lnTo>
                  <a:lnTo>
                    <a:pt x="4940341" y="549059"/>
                  </a:lnTo>
                  <a:lnTo>
                    <a:pt x="4940435" y="549059"/>
                  </a:lnTo>
                  <a:lnTo>
                    <a:pt x="4940529" y="549059"/>
                  </a:lnTo>
                  <a:lnTo>
                    <a:pt x="4940624" y="549059"/>
                  </a:lnTo>
                  <a:lnTo>
                    <a:pt x="4940718" y="549059"/>
                  </a:lnTo>
                  <a:lnTo>
                    <a:pt x="4940812" y="549059"/>
                  </a:lnTo>
                  <a:lnTo>
                    <a:pt x="4940906" y="549059"/>
                  </a:lnTo>
                  <a:lnTo>
                    <a:pt x="4941000" y="549059"/>
                  </a:lnTo>
                  <a:lnTo>
                    <a:pt x="4941094" y="549059"/>
                  </a:lnTo>
                  <a:lnTo>
                    <a:pt x="4941188" y="549059"/>
                  </a:lnTo>
                  <a:lnTo>
                    <a:pt x="4941282" y="549059"/>
                  </a:lnTo>
                  <a:lnTo>
                    <a:pt x="4941376" y="549059"/>
                  </a:lnTo>
                  <a:lnTo>
                    <a:pt x="4941470" y="549059"/>
                  </a:lnTo>
                  <a:lnTo>
                    <a:pt x="4941564" y="549059"/>
                  </a:lnTo>
                  <a:lnTo>
                    <a:pt x="4941658" y="549059"/>
                  </a:lnTo>
                  <a:lnTo>
                    <a:pt x="4941752" y="549059"/>
                  </a:lnTo>
                  <a:lnTo>
                    <a:pt x="4941846" y="549059"/>
                  </a:lnTo>
                  <a:lnTo>
                    <a:pt x="4941940" y="549059"/>
                  </a:lnTo>
                  <a:lnTo>
                    <a:pt x="4942034" y="549059"/>
                  </a:lnTo>
                  <a:lnTo>
                    <a:pt x="4942128" y="549059"/>
                  </a:lnTo>
                  <a:lnTo>
                    <a:pt x="4942222" y="549059"/>
                  </a:lnTo>
                  <a:lnTo>
                    <a:pt x="4942316" y="549059"/>
                  </a:lnTo>
                  <a:lnTo>
                    <a:pt x="4942410" y="549059"/>
                  </a:lnTo>
                  <a:lnTo>
                    <a:pt x="4942504" y="549059"/>
                  </a:lnTo>
                  <a:lnTo>
                    <a:pt x="4942598" y="549059"/>
                  </a:lnTo>
                  <a:lnTo>
                    <a:pt x="4942692" y="549059"/>
                  </a:lnTo>
                  <a:lnTo>
                    <a:pt x="4942786" y="549059"/>
                  </a:lnTo>
                  <a:lnTo>
                    <a:pt x="4942880" y="549059"/>
                  </a:lnTo>
                  <a:lnTo>
                    <a:pt x="4942974" y="549059"/>
                  </a:lnTo>
                  <a:lnTo>
                    <a:pt x="4943068" y="549059"/>
                  </a:lnTo>
                  <a:lnTo>
                    <a:pt x="4943162" y="549059"/>
                  </a:lnTo>
                  <a:lnTo>
                    <a:pt x="4943256" y="549059"/>
                  </a:lnTo>
                  <a:lnTo>
                    <a:pt x="4943350" y="549059"/>
                  </a:lnTo>
                  <a:lnTo>
                    <a:pt x="4943444" y="549059"/>
                  </a:lnTo>
                  <a:lnTo>
                    <a:pt x="4943538" y="549059"/>
                  </a:lnTo>
                  <a:lnTo>
                    <a:pt x="4943632" y="549059"/>
                  </a:lnTo>
                  <a:lnTo>
                    <a:pt x="4943726" y="549059"/>
                  </a:lnTo>
                  <a:lnTo>
                    <a:pt x="4943820" y="549059"/>
                  </a:lnTo>
                  <a:lnTo>
                    <a:pt x="4943914" y="549059"/>
                  </a:lnTo>
                  <a:lnTo>
                    <a:pt x="4944008" y="549059"/>
                  </a:lnTo>
                  <a:lnTo>
                    <a:pt x="4944102" y="549059"/>
                  </a:lnTo>
                  <a:lnTo>
                    <a:pt x="4944197" y="549059"/>
                  </a:lnTo>
                  <a:lnTo>
                    <a:pt x="4944291" y="549059"/>
                  </a:lnTo>
                  <a:lnTo>
                    <a:pt x="4944385" y="549059"/>
                  </a:lnTo>
                  <a:lnTo>
                    <a:pt x="4944479" y="549059"/>
                  </a:lnTo>
                  <a:lnTo>
                    <a:pt x="4944573" y="549059"/>
                  </a:lnTo>
                  <a:lnTo>
                    <a:pt x="4944667" y="549059"/>
                  </a:lnTo>
                  <a:lnTo>
                    <a:pt x="4944761" y="549059"/>
                  </a:lnTo>
                  <a:lnTo>
                    <a:pt x="4944855" y="549059"/>
                  </a:lnTo>
                  <a:lnTo>
                    <a:pt x="4944949" y="549059"/>
                  </a:lnTo>
                  <a:lnTo>
                    <a:pt x="4945043" y="549059"/>
                  </a:lnTo>
                  <a:lnTo>
                    <a:pt x="4945137" y="549059"/>
                  </a:lnTo>
                  <a:lnTo>
                    <a:pt x="4945231" y="549059"/>
                  </a:lnTo>
                  <a:lnTo>
                    <a:pt x="4945325" y="549059"/>
                  </a:lnTo>
                  <a:lnTo>
                    <a:pt x="4945419" y="549059"/>
                  </a:lnTo>
                  <a:lnTo>
                    <a:pt x="4945513" y="549059"/>
                  </a:lnTo>
                  <a:lnTo>
                    <a:pt x="4945607" y="549059"/>
                  </a:lnTo>
                  <a:lnTo>
                    <a:pt x="4945701" y="549059"/>
                  </a:lnTo>
                  <a:lnTo>
                    <a:pt x="4945795" y="549059"/>
                  </a:lnTo>
                  <a:lnTo>
                    <a:pt x="4945889" y="549059"/>
                  </a:lnTo>
                  <a:lnTo>
                    <a:pt x="4945983" y="549059"/>
                  </a:lnTo>
                  <a:lnTo>
                    <a:pt x="4946077" y="549059"/>
                  </a:lnTo>
                  <a:lnTo>
                    <a:pt x="4946171" y="549059"/>
                  </a:lnTo>
                  <a:lnTo>
                    <a:pt x="4946265" y="549059"/>
                  </a:lnTo>
                  <a:lnTo>
                    <a:pt x="4946359" y="549059"/>
                  </a:lnTo>
                  <a:lnTo>
                    <a:pt x="4946453" y="549059"/>
                  </a:lnTo>
                  <a:lnTo>
                    <a:pt x="4946547" y="549059"/>
                  </a:lnTo>
                  <a:lnTo>
                    <a:pt x="4946641" y="549059"/>
                  </a:lnTo>
                  <a:lnTo>
                    <a:pt x="4946735" y="549059"/>
                  </a:lnTo>
                  <a:lnTo>
                    <a:pt x="4946829" y="549059"/>
                  </a:lnTo>
                  <a:lnTo>
                    <a:pt x="4946923" y="549059"/>
                  </a:lnTo>
                  <a:lnTo>
                    <a:pt x="4947017" y="549059"/>
                  </a:lnTo>
                  <a:lnTo>
                    <a:pt x="4947111" y="549059"/>
                  </a:lnTo>
                  <a:lnTo>
                    <a:pt x="4947205" y="549059"/>
                  </a:lnTo>
                  <a:lnTo>
                    <a:pt x="4947299" y="549059"/>
                  </a:lnTo>
                  <a:lnTo>
                    <a:pt x="4947393" y="549059"/>
                  </a:lnTo>
                  <a:lnTo>
                    <a:pt x="4947487" y="549059"/>
                  </a:lnTo>
                  <a:lnTo>
                    <a:pt x="4947581" y="549059"/>
                  </a:lnTo>
                  <a:lnTo>
                    <a:pt x="4947676" y="549059"/>
                  </a:lnTo>
                  <a:lnTo>
                    <a:pt x="4947770" y="549059"/>
                  </a:lnTo>
                  <a:lnTo>
                    <a:pt x="4947864" y="549059"/>
                  </a:lnTo>
                  <a:lnTo>
                    <a:pt x="4947958" y="549059"/>
                  </a:lnTo>
                  <a:lnTo>
                    <a:pt x="4948052" y="549059"/>
                  </a:lnTo>
                  <a:lnTo>
                    <a:pt x="4948146" y="549059"/>
                  </a:lnTo>
                  <a:lnTo>
                    <a:pt x="4948240" y="549059"/>
                  </a:lnTo>
                  <a:lnTo>
                    <a:pt x="4948334" y="549059"/>
                  </a:lnTo>
                  <a:lnTo>
                    <a:pt x="4948428" y="549059"/>
                  </a:lnTo>
                  <a:lnTo>
                    <a:pt x="4948522" y="549059"/>
                  </a:lnTo>
                  <a:lnTo>
                    <a:pt x="4948616" y="549059"/>
                  </a:lnTo>
                  <a:lnTo>
                    <a:pt x="4948710" y="549059"/>
                  </a:lnTo>
                  <a:lnTo>
                    <a:pt x="4948804" y="549059"/>
                  </a:lnTo>
                  <a:lnTo>
                    <a:pt x="4948898" y="549059"/>
                  </a:lnTo>
                  <a:lnTo>
                    <a:pt x="4948992" y="549059"/>
                  </a:lnTo>
                  <a:lnTo>
                    <a:pt x="4949086" y="549059"/>
                  </a:lnTo>
                  <a:lnTo>
                    <a:pt x="4949180" y="549059"/>
                  </a:lnTo>
                  <a:lnTo>
                    <a:pt x="4949274" y="549059"/>
                  </a:lnTo>
                  <a:lnTo>
                    <a:pt x="4949368" y="549059"/>
                  </a:lnTo>
                  <a:lnTo>
                    <a:pt x="4949462" y="549059"/>
                  </a:lnTo>
                  <a:lnTo>
                    <a:pt x="4949556" y="549059"/>
                  </a:lnTo>
                  <a:lnTo>
                    <a:pt x="4949650" y="549059"/>
                  </a:lnTo>
                  <a:lnTo>
                    <a:pt x="4949744" y="549059"/>
                  </a:lnTo>
                  <a:lnTo>
                    <a:pt x="4949838" y="549059"/>
                  </a:lnTo>
                  <a:lnTo>
                    <a:pt x="4949932" y="549059"/>
                  </a:lnTo>
                  <a:lnTo>
                    <a:pt x="4950026" y="549059"/>
                  </a:lnTo>
                  <a:lnTo>
                    <a:pt x="4950120" y="549059"/>
                  </a:lnTo>
                  <a:lnTo>
                    <a:pt x="4950214" y="549059"/>
                  </a:lnTo>
                  <a:lnTo>
                    <a:pt x="4950308" y="549059"/>
                  </a:lnTo>
                  <a:lnTo>
                    <a:pt x="4950402" y="549059"/>
                  </a:lnTo>
                  <a:lnTo>
                    <a:pt x="4950496" y="549059"/>
                  </a:lnTo>
                  <a:lnTo>
                    <a:pt x="4950590" y="549059"/>
                  </a:lnTo>
                  <a:lnTo>
                    <a:pt x="4950684" y="549059"/>
                  </a:lnTo>
                  <a:lnTo>
                    <a:pt x="4950778" y="549059"/>
                  </a:lnTo>
                  <a:lnTo>
                    <a:pt x="4950872" y="549059"/>
                  </a:lnTo>
                  <a:lnTo>
                    <a:pt x="4950966" y="549059"/>
                  </a:lnTo>
                  <a:lnTo>
                    <a:pt x="4951060" y="549059"/>
                  </a:lnTo>
                  <a:lnTo>
                    <a:pt x="4951154" y="549059"/>
                  </a:lnTo>
                  <a:lnTo>
                    <a:pt x="4951249" y="549059"/>
                  </a:lnTo>
                  <a:lnTo>
                    <a:pt x="4951343" y="549059"/>
                  </a:lnTo>
                  <a:lnTo>
                    <a:pt x="4951437" y="549059"/>
                  </a:lnTo>
                  <a:lnTo>
                    <a:pt x="4951531" y="549059"/>
                  </a:lnTo>
                  <a:lnTo>
                    <a:pt x="4951625" y="549059"/>
                  </a:lnTo>
                  <a:lnTo>
                    <a:pt x="4951719" y="549059"/>
                  </a:lnTo>
                  <a:lnTo>
                    <a:pt x="4951813" y="549059"/>
                  </a:lnTo>
                  <a:lnTo>
                    <a:pt x="4951907" y="549059"/>
                  </a:lnTo>
                  <a:lnTo>
                    <a:pt x="4952001" y="549059"/>
                  </a:lnTo>
                  <a:lnTo>
                    <a:pt x="4952095" y="549059"/>
                  </a:lnTo>
                  <a:lnTo>
                    <a:pt x="4952189" y="549059"/>
                  </a:lnTo>
                  <a:lnTo>
                    <a:pt x="4952283" y="549059"/>
                  </a:lnTo>
                  <a:lnTo>
                    <a:pt x="4952377" y="549059"/>
                  </a:lnTo>
                  <a:lnTo>
                    <a:pt x="4952471" y="549059"/>
                  </a:lnTo>
                  <a:lnTo>
                    <a:pt x="4952565" y="549059"/>
                  </a:lnTo>
                  <a:lnTo>
                    <a:pt x="4952659" y="549059"/>
                  </a:lnTo>
                  <a:lnTo>
                    <a:pt x="4952753" y="549059"/>
                  </a:lnTo>
                  <a:lnTo>
                    <a:pt x="4952847" y="549059"/>
                  </a:lnTo>
                  <a:lnTo>
                    <a:pt x="4952941" y="549059"/>
                  </a:lnTo>
                  <a:lnTo>
                    <a:pt x="4953035" y="549059"/>
                  </a:lnTo>
                  <a:lnTo>
                    <a:pt x="4953129" y="549059"/>
                  </a:lnTo>
                  <a:lnTo>
                    <a:pt x="4953223" y="549059"/>
                  </a:lnTo>
                  <a:lnTo>
                    <a:pt x="4953317" y="549059"/>
                  </a:lnTo>
                  <a:lnTo>
                    <a:pt x="4953411" y="549059"/>
                  </a:lnTo>
                  <a:lnTo>
                    <a:pt x="4953505" y="549059"/>
                  </a:lnTo>
                  <a:lnTo>
                    <a:pt x="4953599" y="549059"/>
                  </a:lnTo>
                  <a:lnTo>
                    <a:pt x="4953693" y="549059"/>
                  </a:lnTo>
                  <a:lnTo>
                    <a:pt x="4953787" y="549059"/>
                  </a:lnTo>
                  <a:lnTo>
                    <a:pt x="4953881" y="549059"/>
                  </a:lnTo>
                  <a:lnTo>
                    <a:pt x="4953975" y="549059"/>
                  </a:lnTo>
                  <a:lnTo>
                    <a:pt x="4954069" y="549059"/>
                  </a:lnTo>
                  <a:lnTo>
                    <a:pt x="4954163" y="549059"/>
                  </a:lnTo>
                  <a:lnTo>
                    <a:pt x="4954257" y="549059"/>
                  </a:lnTo>
                  <a:lnTo>
                    <a:pt x="4954351" y="549059"/>
                  </a:lnTo>
                  <a:lnTo>
                    <a:pt x="4954445" y="549059"/>
                  </a:lnTo>
                  <a:lnTo>
                    <a:pt x="4954539" y="549059"/>
                  </a:lnTo>
                  <a:lnTo>
                    <a:pt x="4954633" y="549059"/>
                  </a:lnTo>
                  <a:lnTo>
                    <a:pt x="4954727" y="549059"/>
                  </a:lnTo>
                  <a:lnTo>
                    <a:pt x="4954822" y="549059"/>
                  </a:lnTo>
                  <a:lnTo>
                    <a:pt x="4954916" y="549059"/>
                  </a:lnTo>
                  <a:lnTo>
                    <a:pt x="4955010" y="549059"/>
                  </a:lnTo>
                  <a:lnTo>
                    <a:pt x="4955104" y="549059"/>
                  </a:lnTo>
                  <a:lnTo>
                    <a:pt x="4955198" y="549059"/>
                  </a:lnTo>
                  <a:lnTo>
                    <a:pt x="4955198" y="543780"/>
                  </a:lnTo>
                  <a:lnTo>
                    <a:pt x="4955292" y="543780"/>
                  </a:lnTo>
                  <a:lnTo>
                    <a:pt x="4955386" y="543780"/>
                  </a:lnTo>
                  <a:lnTo>
                    <a:pt x="4955480" y="543780"/>
                  </a:lnTo>
                  <a:lnTo>
                    <a:pt x="4955574" y="543780"/>
                  </a:lnTo>
                  <a:lnTo>
                    <a:pt x="4955668" y="543780"/>
                  </a:lnTo>
                  <a:lnTo>
                    <a:pt x="4955762" y="543780"/>
                  </a:lnTo>
                  <a:lnTo>
                    <a:pt x="4955856" y="543780"/>
                  </a:lnTo>
                  <a:lnTo>
                    <a:pt x="4955950" y="543780"/>
                  </a:lnTo>
                  <a:lnTo>
                    <a:pt x="4956044" y="543780"/>
                  </a:lnTo>
                  <a:lnTo>
                    <a:pt x="4956138" y="543780"/>
                  </a:lnTo>
                  <a:lnTo>
                    <a:pt x="4956232" y="543780"/>
                  </a:lnTo>
                  <a:lnTo>
                    <a:pt x="4956326" y="543780"/>
                  </a:lnTo>
                  <a:lnTo>
                    <a:pt x="4956420" y="543780"/>
                  </a:lnTo>
                  <a:lnTo>
                    <a:pt x="4956514" y="543780"/>
                  </a:lnTo>
                  <a:lnTo>
                    <a:pt x="4956608" y="543780"/>
                  </a:lnTo>
                  <a:lnTo>
                    <a:pt x="4956702" y="543780"/>
                  </a:lnTo>
                  <a:lnTo>
                    <a:pt x="4956796" y="543780"/>
                  </a:lnTo>
                  <a:lnTo>
                    <a:pt x="4956890" y="543780"/>
                  </a:lnTo>
                  <a:lnTo>
                    <a:pt x="4956984" y="543780"/>
                  </a:lnTo>
                  <a:lnTo>
                    <a:pt x="4957078" y="543780"/>
                  </a:lnTo>
                  <a:lnTo>
                    <a:pt x="4957172" y="543780"/>
                  </a:lnTo>
                  <a:lnTo>
                    <a:pt x="4957266" y="543780"/>
                  </a:lnTo>
                  <a:lnTo>
                    <a:pt x="4957360" y="543780"/>
                  </a:lnTo>
                  <a:lnTo>
                    <a:pt x="4957454" y="543780"/>
                  </a:lnTo>
                  <a:lnTo>
                    <a:pt x="4957548" y="543780"/>
                  </a:lnTo>
                  <a:lnTo>
                    <a:pt x="4957642" y="543780"/>
                  </a:lnTo>
                  <a:lnTo>
                    <a:pt x="4957736" y="543780"/>
                  </a:lnTo>
                  <a:lnTo>
                    <a:pt x="4957830" y="543780"/>
                  </a:lnTo>
                  <a:lnTo>
                    <a:pt x="4957924" y="543780"/>
                  </a:lnTo>
                  <a:lnTo>
                    <a:pt x="4958018" y="543780"/>
                  </a:lnTo>
                  <a:lnTo>
                    <a:pt x="4958112" y="543780"/>
                  </a:lnTo>
                  <a:lnTo>
                    <a:pt x="4958206" y="543780"/>
                  </a:lnTo>
                  <a:lnTo>
                    <a:pt x="4958301" y="543780"/>
                  </a:lnTo>
                  <a:lnTo>
                    <a:pt x="4958395" y="543780"/>
                  </a:lnTo>
                  <a:lnTo>
                    <a:pt x="4958489" y="543780"/>
                  </a:lnTo>
                  <a:lnTo>
                    <a:pt x="4958583" y="543780"/>
                  </a:lnTo>
                  <a:lnTo>
                    <a:pt x="4958677" y="543780"/>
                  </a:lnTo>
                  <a:lnTo>
                    <a:pt x="4958771" y="543780"/>
                  </a:lnTo>
                  <a:lnTo>
                    <a:pt x="4958865" y="543780"/>
                  </a:lnTo>
                  <a:lnTo>
                    <a:pt x="4958959" y="543780"/>
                  </a:lnTo>
                  <a:lnTo>
                    <a:pt x="4959053" y="543780"/>
                  </a:lnTo>
                  <a:lnTo>
                    <a:pt x="4959147" y="543780"/>
                  </a:lnTo>
                  <a:lnTo>
                    <a:pt x="4959241" y="543780"/>
                  </a:lnTo>
                  <a:lnTo>
                    <a:pt x="4959335" y="543780"/>
                  </a:lnTo>
                  <a:lnTo>
                    <a:pt x="4959429" y="543780"/>
                  </a:lnTo>
                  <a:lnTo>
                    <a:pt x="4959523" y="543780"/>
                  </a:lnTo>
                  <a:lnTo>
                    <a:pt x="4959617" y="543780"/>
                  </a:lnTo>
                  <a:lnTo>
                    <a:pt x="4959711" y="543780"/>
                  </a:lnTo>
                  <a:lnTo>
                    <a:pt x="4959805" y="543780"/>
                  </a:lnTo>
                  <a:lnTo>
                    <a:pt x="4959899" y="543780"/>
                  </a:lnTo>
                  <a:lnTo>
                    <a:pt x="4959993" y="543780"/>
                  </a:lnTo>
                  <a:lnTo>
                    <a:pt x="4960087" y="543780"/>
                  </a:lnTo>
                  <a:lnTo>
                    <a:pt x="4960181" y="543780"/>
                  </a:lnTo>
                  <a:lnTo>
                    <a:pt x="4960275" y="543780"/>
                  </a:lnTo>
                  <a:lnTo>
                    <a:pt x="4960275" y="538500"/>
                  </a:lnTo>
                  <a:lnTo>
                    <a:pt x="4960369" y="538500"/>
                  </a:lnTo>
                  <a:lnTo>
                    <a:pt x="4960463" y="538500"/>
                  </a:lnTo>
                  <a:lnTo>
                    <a:pt x="4960557" y="538500"/>
                  </a:lnTo>
                  <a:lnTo>
                    <a:pt x="4960651" y="538500"/>
                  </a:lnTo>
                  <a:lnTo>
                    <a:pt x="4960745" y="538500"/>
                  </a:lnTo>
                  <a:lnTo>
                    <a:pt x="4960839" y="538500"/>
                  </a:lnTo>
                  <a:lnTo>
                    <a:pt x="4960933" y="538500"/>
                  </a:lnTo>
                  <a:lnTo>
                    <a:pt x="4961027" y="538500"/>
                  </a:lnTo>
                  <a:lnTo>
                    <a:pt x="4961121" y="538500"/>
                  </a:lnTo>
                  <a:lnTo>
                    <a:pt x="4961215" y="538500"/>
                  </a:lnTo>
                  <a:lnTo>
                    <a:pt x="4961309" y="538500"/>
                  </a:lnTo>
                  <a:lnTo>
                    <a:pt x="4961403" y="538500"/>
                  </a:lnTo>
                  <a:lnTo>
                    <a:pt x="4961497" y="538500"/>
                  </a:lnTo>
                  <a:lnTo>
                    <a:pt x="4961591" y="538500"/>
                  </a:lnTo>
                  <a:lnTo>
                    <a:pt x="4961685" y="538500"/>
                  </a:lnTo>
                  <a:lnTo>
                    <a:pt x="4961779" y="538500"/>
                  </a:lnTo>
                  <a:lnTo>
                    <a:pt x="4961779" y="533221"/>
                  </a:lnTo>
                  <a:lnTo>
                    <a:pt x="4961874" y="533221"/>
                  </a:lnTo>
                  <a:lnTo>
                    <a:pt x="4961968" y="533221"/>
                  </a:lnTo>
                  <a:lnTo>
                    <a:pt x="4962062" y="533221"/>
                  </a:lnTo>
                  <a:lnTo>
                    <a:pt x="4962156" y="533221"/>
                  </a:lnTo>
                  <a:lnTo>
                    <a:pt x="4962250" y="533221"/>
                  </a:lnTo>
                  <a:lnTo>
                    <a:pt x="4962344" y="533221"/>
                  </a:lnTo>
                  <a:lnTo>
                    <a:pt x="4962438" y="533221"/>
                  </a:lnTo>
                  <a:lnTo>
                    <a:pt x="4962532" y="533221"/>
                  </a:lnTo>
                  <a:lnTo>
                    <a:pt x="4962626" y="533221"/>
                  </a:lnTo>
                  <a:lnTo>
                    <a:pt x="4962720" y="533221"/>
                  </a:lnTo>
                  <a:lnTo>
                    <a:pt x="4962814" y="533221"/>
                  </a:lnTo>
                  <a:lnTo>
                    <a:pt x="4962908" y="533221"/>
                  </a:lnTo>
                  <a:lnTo>
                    <a:pt x="4963002" y="533221"/>
                  </a:lnTo>
                  <a:lnTo>
                    <a:pt x="4963096" y="533221"/>
                  </a:lnTo>
                  <a:lnTo>
                    <a:pt x="4963190" y="533221"/>
                  </a:lnTo>
                  <a:lnTo>
                    <a:pt x="4963284" y="533221"/>
                  </a:lnTo>
                  <a:lnTo>
                    <a:pt x="4963378" y="533221"/>
                  </a:lnTo>
                  <a:lnTo>
                    <a:pt x="4963472" y="533221"/>
                  </a:lnTo>
                  <a:lnTo>
                    <a:pt x="4963566" y="533221"/>
                  </a:lnTo>
                  <a:lnTo>
                    <a:pt x="4963660" y="533221"/>
                  </a:lnTo>
                  <a:lnTo>
                    <a:pt x="4963754" y="533221"/>
                  </a:lnTo>
                  <a:lnTo>
                    <a:pt x="4963848" y="533221"/>
                  </a:lnTo>
                  <a:lnTo>
                    <a:pt x="4963942" y="533221"/>
                  </a:lnTo>
                  <a:lnTo>
                    <a:pt x="4964036" y="533221"/>
                  </a:lnTo>
                  <a:lnTo>
                    <a:pt x="4964130" y="533221"/>
                  </a:lnTo>
                  <a:lnTo>
                    <a:pt x="4964224" y="533221"/>
                  </a:lnTo>
                  <a:lnTo>
                    <a:pt x="4964318" y="533221"/>
                  </a:lnTo>
                  <a:lnTo>
                    <a:pt x="4964412" y="533221"/>
                  </a:lnTo>
                  <a:lnTo>
                    <a:pt x="4964506" y="533221"/>
                  </a:lnTo>
                  <a:lnTo>
                    <a:pt x="4964600" y="533221"/>
                  </a:lnTo>
                  <a:lnTo>
                    <a:pt x="4964694" y="533221"/>
                  </a:lnTo>
                  <a:lnTo>
                    <a:pt x="4964788" y="533221"/>
                  </a:lnTo>
                  <a:lnTo>
                    <a:pt x="4964882" y="533221"/>
                  </a:lnTo>
                  <a:lnTo>
                    <a:pt x="4964976" y="533221"/>
                  </a:lnTo>
                  <a:lnTo>
                    <a:pt x="4965070" y="533221"/>
                  </a:lnTo>
                  <a:lnTo>
                    <a:pt x="4965164" y="533221"/>
                  </a:lnTo>
                  <a:lnTo>
                    <a:pt x="4965258" y="533221"/>
                  </a:lnTo>
                  <a:lnTo>
                    <a:pt x="4965352" y="533221"/>
                  </a:lnTo>
                  <a:lnTo>
                    <a:pt x="4965447" y="533221"/>
                  </a:lnTo>
                  <a:lnTo>
                    <a:pt x="4965541" y="533221"/>
                  </a:lnTo>
                  <a:lnTo>
                    <a:pt x="4965635" y="533221"/>
                  </a:lnTo>
                  <a:lnTo>
                    <a:pt x="4965729" y="533221"/>
                  </a:lnTo>
                  <a:lnTo>
                    <a:pt x="4965823" y="533221"/>
                  </a:lnTo>
                  <a:lnTo>
                    <a:pt x="4965917" y="533221"/>
                  </a:lnTo>
                  <a:lnTo>
                    <a:pt x="4966011" y="533221"/>
                  </a:lnTo>
                  <a:lnTo>
                    <a:pt x="4966105" y="533221"/>
                  </a:lnTo>
                  <a:lnTo>
                    <a:pt x="4966199" y="533221"/>
                  </a:lnTo>
                  <a:lnTo>
                    <a:pt x="4966293" y="533221"/>
                  </a:lnTo>
                  <a:lnTo>
                    <a:pt x="4966387" y="533221"/>
                  </a:lnTo>
                  <a:lnTo>
                    <a:pt x="4966481" y="533221"/>
                  </a:lnTo>
                  <a:lnTo>
                    <a:pt x="4966575" y="533221"/>
                  </a:lnTo>
                  <a:lnTo>
                    <a:pt x="4966669" y="533221"/>
                  </a:lnTo>
                  <a:lnTo>
                    <a:pt x="4966763" y="533221"/>
                  </a:lnTo>
                  <a:lnTo>
                    <a:pt x="4966857" y="533221"/>
                  </a:lnTo>
                  <a:lnTo>
                    <a:pt x="4966951" y="533221"/>
                  </a:lnTo>
                  <a:lnTo>
                    <a:pt x="4967045" y="533221"/>
                  </a:lnTo>
                  <a:lnTo>
                    <a:pt x="4967139" y="533221"/>
                  </a:lnTo>
                  <a:lnTo>
                    <a:pt x="4967233" y="533221"/>
                  </a:lnTo>
                  <a:lnTo>
                    <a:pt x="4967327" y="533221"/>
                  </a:lnTo>
                  <a:lnTo>
                    <a:pt x="4967421" y="533221"/>
                  </a:lnTo>
                  <a:lnTo>
                    <a:pt x="4967515" y="533221"/>
                  </a:lnTo>
                  <a:lnTo>
                    <a:pt x="4967609" y="533221"/>
                  </a:lnTo>
                  <a:lnTo>
                    <a:pt x="4967703" y="533221"/>
                  </a:lnTo>
                  <a:lnTo>
                    <a:pt x="4967797" y="533221"/>
                  </a:lnTo>
                  <a:lnTo>
                    <a:pt x="4967891" y="533221"/>
                  </a:lnTo>
                  <a:lnTo>
                    <a:pt x="4967985" y="533221"/>
                  </a:lnTo>
                  <a:lnTo>
                    <a:pt x="4968079" y="533221"/>
                  </a:lnTo>
                  <a:lnTo>
                    <a:pt x="4968173" y="533221"/>
                  </a:lnTo>
                  <a:lnTo>
                    <a:pt x="4968267" y="533221"/>
                  </a:lnTo>
                  <a:lnTo>
                    <a:pt x="4968361" y="533221"/>
                  </a:lnTo>
                  <a:lnTo>
                    <a:pt x="4968455" y="533221"/>
                  </a:lnTo>
                  <a:lnTo>
                    <a:pt x="4968549" y="533221"/>
                  </a:lnTo>
                  <a:lnTo>
                    <a:pt x="4968643" y="533221"/>
                  </a:lnTo>
                  <a:lnTo>
                    <a:pt x="4968737" y="533221"/>
                  </a:lnTo>
                  <a:lnTo>
                    <a:pt x="4968831" y="533221"/>
                  </a:lnTo>
                  <a:lnTo>
                    <a:pt x="4968926" y="533221"/>
                  </a:lnTo>
                  <a:lnTo>
                    <a:pt x="4969020" y="533221"/>
                  </a:lnTo>
                  <a:lnTo>
                    <a:pt x="4969114" y="533221"/>
                  </a:lnTo>
                  <a:lnTo>
                    <a:pt x="4969208" y="533221"/>
                  </a:lnTo>
                  <a:lnTo>
                    <a:pt x="4969302" y="533221"/>
                  </a:lnTo>
                  <a:lnTo>
                    <a:pt x="4969396" y="533221"/>
                  </a:lnTo>
                  <a:lnTo>
                    <a:pt x="4969490" y="533221"/>
                  </a:lnTo>
                  <a:lnTo>
                    <a:pt x="4969584" y="533221"/>
                  </a:lnTo>
                  <a:lnTo>
                    <a:pt x="4969678" y="533221"/>
                  </a:lnTo>
                  <a:lnTo>
                    <a:pt x="4969772" y="533221"/>
                  </a:lnTo>
                  <a:lnTo>
                    <a:pt x="4969866" y="533221"/>
                  </a:lnTo>
                  <a:lnTo>
                    <a:pt x="4969960" y="533221"/>
                  </a:lnTo>
                  <a:lnTo>
                    <a:pt x="4970054" y="533221"/>
                  </a:lnTo>
                  <a:lnTo>
                    <a:pt x="4970148" y="533221"/>
                  </a:lnTo>
                  <a:lnTo>
                    <a:pt x="4970242" y="533221"/>
                  </a:lnTo>
                  <a:lnTo>
                    <a:pt x="4970336" y="533221"/>
                  </a:lnTo>
                  <a:lnTo>
                    <a:pt x="4970430" y="533221"/>
                  </a:lnTo>
                  <a:lnTo>
                    <a:pt x="4970524" y="533221"/>
                  </a:lnTo>
                  <a:lnTo>
                    <a:pt x="4970618" y="533221"/>
                  </a:lnTo>
                  <a:lnTo>
                    <a:pt x="4970712" y="533221"/>
                  </a:lnTo>
                  <a:lnTo>
                    <a:pt x="4970806" y="533221"/>
                  </a:lnTo>
                  <a:lnTo>
                    <a:pt x="4970900" y="533221"/>
                  </a:lnTo>
                  <a:lnTo>
                    <a:pt x="4970994" y="533221"/>
                  </a:lnTo>
                  <a:lnTo>
                    <a:pt x="4971088" y="533221"/>
                  </a:lnTo>
                  <a:lnTo>
                    <a:pt x="4971182" y="533221"/>
                  </a:lnTo>
                  <a:lnTo>
                    <a:pt x="4971276" y="533221"/>
                  </a:lnTo>
                  <a:lnTo>
                    <a:pt x="4971370" y="533221"/>
                  </a:lnTo>
                  <a:lnTo>
                    <a:pt x="4971464" y="533221"/>
                  </a:lnTo>
                  <a:lnTo>
                    <a:pt x="4971558" y="533221"/>
                  </a:lnTo>
                  <a:lnTo>
                    <a:pt x="4971652" y="533221"/>
                  </a:lnTo>
                  <a:lnTo>
                    <a:pt x="4971746" y="533221"/>
                  </a:lnTo>
                  <a:lnTo>
                    <a:pt x="4971840" y="533221"/>
                  </a:lnTo>
                  <a:lnTo>
                    <a:pt x="4971934" y="533221"/>
                  </a:lnTo>
                  <a:lnTo>
                    <a:pt x="4972028" y="533221"/>
                  </a:lnTo>
                  <a:lnTo>
                    <a:pt x="4972122" y="533221"/>
                  </a:lnTo>
                  <a:lnTo>
                    <a:pt x="4972216" y="533221"/>
                  </a:lnTo>
                  <a:lnTo>
                    <a:pt x="4972310" y="533221"/>
                  </a:lnTo>
                  <a:lnTo>
                    <a:pt x="4972404" y="533221"/>
                  </a:lnTo>
                  <a:lnTo>
                    <a:pt x="4972499" y="533221"/>
                  </a:lnTo>
                  <a:lnTo>
                    <a:pt x="4972593" y="533221"/>
                  </a:lnTo>
                  <a:lnTo>
                    <a:pt x="4972687" y="533221"/>
                  </a:lnTo>
                  <a:lnTo>
                    <a:pt x="4972781" y="533221"/>
                  </a:lnTo>
                  <a:lnTo>
                    <a:pt x="4972875" y="533221"/>
                  </a:lnTo>
                  <a:lnTo>
                    <a:pt x="4972969" y="533221"/>
                  </a:lnTo>
                  <a:lnTo>
                    <a:pt x="4973063" y="533221"/>
                  </a:lnTo>
                  <a:lnTo>
                    <a:pt x="4973157" y="533221"/>
                  </a:lnTo>
                  <a:lnTo>
                    <a:pt x="4973251" y="533221"/>
                  </a:lnTo>
                  <a:lnTo>
                    <a:pt x="4973345" y="533221"/>
                  </a:lnTo>
                  <a:lnTo>
                    <a:pt x="4973439" y="533221"/>
                  </a:lnTo>
                  <a:lnTo>
                    <a:pt x="4973533" y="533221"/>
                  </a:lnTo>
                  <a:lnTo>
                    <a:pt x="4973627" y="533221"/>
                  </a:lnTo>
                  <a:lnTo>
                    <a:pt x="4973721" y="533221"/>
                  </a:lnTo>
                  <a:lnTo>
                    <a:pt x="4973815" y="533221"/>
                  </a:lnTo>
                  <a:lnTo>
                    <a:pt x="4973909" y="533221"/>
                  </a:lnTo>
                  <a:lnTo>
                    <a:pt x="4974003" y="533221"/>
                  </a:lnTo>
                  <a:lnTo>
                    <a:pt x="4974097" y="533221"/>
                  </a:lnTo>
                  <a:lnTo>
                    <a:pt x="4974191" y="533221"/>
                  </a:lnTo>
                  <a:lnTo>
                    <a:pt x="4974285" y="533221"/>
                  </a:lnTo>
                  <a:lnTo>
                    <a:pt x="4974379" y="533221"/>
                  </a:lnTo>
                  <a:lnTo>
                    <a:pt x="4974473" y="533221"/>
                  </a:lnTo>
                  <a:lnTo>
                    <a:pt x="4974567" y="533221"/>
                  </a:lnTo>
                  <a:lnTo>
                    <a:pt x="4974661" y="533221"/>
                  </a:lnTo>
                  <a:lnTo>
                    <a:pt x="4974755" y="533221"/>
                  </a:lnTo>
                  <a:lnTo>
                    <a:pt x="4974849" y="533221"/>
                  </a:lnTo>
                  <a:lnTo>
                    <a:pt x="4974943" y="533221"/>
                  </a:lnTo>
                  <a:lnTo>
                    <a:pt x="4975037" y="533221"/>
                  </a:lnTo>
                  <a:lnTo>
                    <a:pt x="4975131" y="533221"/>
                  </a:lnTo>
                  <a:lnTo>
                    <a:pt x="4975225" y="533221"/>
                  </a:lnTo>
                  <a:lnTo>
                    <a:pt x="4975319" y="533221"/>
                  </a:lnTo>
                  <a:lnTo>
                    <a:pt x="4975413" y="533221"/>
                  </a:lnTo>
                  <a:lnTo>
                    <a:pt x="4975507" y="533221"/>
                  </a:lnTo>
                  <a:lnTo>
                    <a:pt x="4975601" y="533221"/>
                  </a:lnTo>
                  <a:lnTo>
                    <a:pt x="4975601" y="527942"/>
                  </a:lnTo>
                  <a:lnTo>
                    <a:pt x="4975695" y="527942"/>
                  </a:lnTo>
                  <a:lnTo>
                    <a:pt x="4975789" y="527942"/>
                  </a:lnTo>
                  <a:lnTo>
                    <a:pt x="4975883" y="527942"/>
                  </a:lnTo>
                  <a:lnTo>
                    <a:pt x="4975977" y="527942"/>
                  </a:lnTo>
                  <a:lnTo>
                    <a:pt x="4976072" y="527942"/>
                  </a:lnTo>
                  <a:lnTo>
                    <a:pt x="4976166" y="527942"/>
                  </a:lnTo>
                  <a:lnTo>
                    <a:pt x="4976260" y="527942"/>
                  </a:lnTo>
                  <a:lnTo>
                    <a:pt x="4976354" y="527942"/>
                  </a:lnTo>
                  <a:lnTo>
                    <a:pt x="4976448" y="527942"/>
                  </a:lnTo>
                  <a:lnTo>
                    <a:pt x="4976542" y="527942"/>
                  </a:lnTo>
                  <a:lnTo>
                    <a:pt x="4976636" y="527942"/>
                  </a:lnTo>
                  <a:lnTo>
                    <a:pt x="4976730" y="527942"/>
                  </a:lnTo>
                  <a:lnTo>
                    <a:pt x="4976824" y="527942"/>
                  </a:lnTo>
                  <a:lnTo>
                    <a:pt x="4976918" y="527942"/>
                  </a:lnTo>
                  <a:lnTo>
                    <a:pt x="4977012" y="527942"/>
                  </a:lnTo>
                  <a:lnTo>
                    <a:pt x="4977106" y="527942"/>
                  </a:lnTo>
                  <a:lnTo>
                    <a:pt x="4977200" y="527942"/>
                  </a:lnTo>
                  <a:lnTo>
                    <a:pt x="4977294" y="527942"/>
                  </a:lnTo>
                  <a:lnTo>
                    <a:pt x="4977388" y="527942"/>
                  </a:lnTo>
                  <a:lnTo>
                    <a:pt x="4977482" y="527942"/>
                  </a:lnTo>
                  <a:lnTo>
                    <a:pt x="4977576" y="527942"/>
                  </a:lnTo>
                  <a:lnTo>
                    <a:pt x="4977670" y="527942"/>
                  </a:lnTo>
                  <a:lnTo>
                    <a:pt x="4977764" y="527942"/>
                  </a:lnTo>
                  <a:lnTo>
                    <a:pt x="4977858" y="527942"/>
                  </a:lnTo>
                  <a:lnTo>
                    <a:pt x="4977952" y="527942"/>
                  </a:lnTo>
                  <a:lnTo>
                    <a:pt x="4978046" y="527942"/>
                  </a:lnTo>
                  <a:lnTo>
                    <a:pt x="4978140" y="527942"/>
                  </a:lnTo>
                  <a:lnTo>
                    <a:pt x="4978234" y="527942"/>
                  </a:lnTo>
                  <a:lnTo>
                    <a:pt x="4978328" y="527942"/>
                  </a:lnTo>
                  <a:lnTo>
                    <a:pt x="4978422" y="527942"/>
                  </a:lnTo>
                  <a:lnTo>
                    <a:pt x="4978516" y="527942"/>
                  </a:lnTo>
                  <a:lnTo>
                    <a:pt x="4978610" y="527942"/>
                  </a:lnTo>
                  <a:lnTo>
                    <a:pt x="4978704" y="527942"/>
                  </a:lnTo>
                  <a:lnTo>
                    <a:pt x="4978798" y="527942"/>
                  </a:lnTo>
                  <a:lnTo>
                    <a:pt x="4978892" y="527942"/>
                  </a:lnTo>
                  <a:lnTo>
                    <a:pt x="4978986" y="527942"/>
                  </a:lnTo>
                  <a:lnTo>
                    <a:pt x="4979080" y="527942"/>
                  </a:lnTo>
                  <a:lnTo>
                    <a:pt x="4979174" y="527942"/>
                  </a:lnTo>
                  <a:lnTo>
                    <a:pt x="4979268" y="527942"/>
                  </a:lnTo>
                  <a:lnTo>
                    <a:pt x="4979362" y="527942"/>
                  </a:lnTo>
                  <a:lnTo>
                    <a:pt x="4979456" y="527942"/>
                  </a:lnTo>
                  <a:lnTo>
                    <a:pt x="4979550" y="527942"/>
                  </a:lnTo>
                  <a:lnTo>
                    <a:pt x="4979645" y="527942"/>
                  </a:lnTo>
                  <a:lnTo>
                    <a:pt x="4979739" y="527942"/>
                  </a:lnTo>
                  <a:lnTo>
                    <a:pt x="4979833" y="527942"/>
                  </a:lnTo>
                  <a:lnTo>
                    <a:pt x="4979927" y="527942"/>
                  </a:lnTo>
                  <a:lnTo>
                    <a:pt x="4980021" y="527942"/>
                  </a:lnTo>
                  <a:lnTo>
                    <a:pt x="4980115" y="527942"/>
                  </a:lnTo>
                  <a:lnTo>
                    <a:pt x="4980209" y="527942"/>
                  </a:lnTo>
                  <a:lnTo>
                    <a:pt x="4980303" y="527942"/>
                  </a:lnTo>
                  <a:lnTo>
                    <a:pt x="4980397" y="527942"/>
                  </a:lnTo>
                  <a:lnTo>
                    <a:pt x="4980491" y="527942"/>
                  </a:lnTo>
                  <a:lnTo>
                    <a:pt x="4980585" y="527942"/>
                  </a:lnTo>
                  <a:lnTo>
                    <a:pt x="4980679" y="527942"/>
                  </a:lnTo>
                  <a:lnTo>
                    <a:pt x="4980773" y="527942"/>
                  </a:lnTo>
                  <a:lnTo>
                    <a:pt x="4980867" y="527942"/>
                  </a:lnTo>
                  <a:lnTo>
                    <a:pt x="4980961" y="527942"/>
                  </a:lnTo>
                  <a:lnTo>
                    <a:pt x="4981055" y="527942"/>
                  </a:lnTo>
                  <a:lnTo>
                    <a:pt x="4981149" y="527942"/>
                  </a:lnTo>
                  <a:lnTo>
                    <a:pt x="4981243" y="527942"/>
                  </a:lnTo>
                  <a:lnTo>
                    <a:pt x="4981337" y="527942"/>
                  </a:lnTo>
                  <a:lnTo>
                    <a:pt x="4981431" y="527942"/>
                  </a:lnTo>
                  <a:lnTo>
                    <a:pt x="4981525" y="527942"/>
                  </a:lnTo>
                  <a:lnTo>
                    <a:pt x="4981619" y="527942"/>
                  </a:lnTo>
                  <a:lnTo>
                    <a:pt x="4981713" y="527942"/>
                  </a:lnTo>
                  <a:lnTo>
                    <a:pt x="4981807" y="527942"/>
                  </a:lnTo>
                  <a:lnTo>
                    <a:pt x="4981901" y="527942"/>
                  </a:lnTo>
                  <a:lnTo>
                    <a:pt x="4981995" y="527942"/>
                  </a:lnTo>
                  <a:lnTo>
                    <a:pt x="4982089" y="527942"/>
                  </a:lnTo>
                  <a:lnTo>
                    <a:pt x="4982183" y="527942"/>
                  </a:lnTo>
                  <a:lnTo>
                    <a:pt x="4982277" y="527942"/>
                  </a:lnTo>
                  <a:lnTo>
                    <a:pt x="4982371" y="527942"/>
                  </a:lnTo>
                  <a:lnTo>
                    <a:pt x="4982465" y="527942"/>
                  </a:lnTo>
                  <a:lnTo>
                    <a:pt x="4982559" y="527942"/>
                  </a:lnTo>
                  <a:lnTo>
                    <a:pt x="4982653" y="527942"/>
                  </a:lnTo>
                  <a:lnTo>
                    <a:pt x="4982747" y="527942"/>
                  </a:lnTo>
                  <a:lnTo>
                    <a:pt x="4982841" y="527942"/>
                  </a:lnTo>
                  <a:lnTo>
                    <a:pt x="4982935" y="527942"/>
                  </a:lnTo>
                  <a:lnTo>
                    <a:pt x="4983029" y="527942"/>
                  </a:lnTo>
                  <a:lnTo>
                    <a:pt x="4983124" y="527942"/>
                  </a:lnTo>
                  <a:lnTo>
                    <a:pt x="4983218" y="527942"/>
                  </a:lnTo>
                  <a:lnTo>
                    <a:pt x="4983312" y="527942"/>
                  </a:lnTo>
                  <a:lnTo>
                    <a:pt x="4983406" y="527942"/>
                  </a:lnTo>
                  <a:lnTo>
                    <a:pt x="4983500" y="527942"/>
                  </a:lnTo>
                  <a:lnTo>
                    <a:pt x="4983594" y="527942"/>
                  </a:lnTo>
                  <a:lnTo>
                    <a:pt x="4983688" y="527942"/>
                  </a:lnTo>
                  <a:lnTo>
                    <a:pt x="4983782" y="527942"/>
                  </a:lnTo>
                  <a:lnTo>
                    <a:pt x="4983876" y="527942"/>
                  </a:lnTo>
                  <a:lnTo>
                    <a:pt x="4983970" y="527942"/>
                  </a:lnTo>
                  <a:lnTo>
                    <a:pt x="4984064" y="527942"/>
                  </a:lnTo>
                  <a:lnTo>
                    <a:pt x="4984158" y="527942"/>
                  </a:lnTo>
                  <a:lnTo>
                    <a:pt x="4984252" y="527942"/>
                  </a:lnTo>
                  <a:lnTo>
                    <a:pt x="4984346" y="527942"/>
                  </a:lnTo>
                  <a:lnTo>
                    <a:pt x="4984440" y="527942"/>
                  </a:lnTo>
                  <a:lnTo>
                    <a:pt x="4984534" y="527942"/>
                  </a:lnTo>
                  <a:lnTo>
                    <a:pt x="4984628" y="527942"/>
                  </a:lnTo>
                  <a:lnTo>
                    <a:pt x="4984722" y="527942"/>
                  </a:lnTo>
                  <a:lnTo>
                    <a:pt x="4984816" y="527942"/>
                  </a:lnTo>
                  <a:lnTo>
                    <a:pt x="4984910" y="527942"/>
                  </a:lnTo>
                  <a:lnTo>
                    <a:pt x="4985004" y="527942"/>
                  </a:lnTo>
                  <a:lnTo>
                    <a:pt x="4985098" y="527942"/>
                  </a:lnTo>
                  <a:lnTo>
                    <a:pt x="4985192" y="527942"/>
                  </a:lnTo>
                  <a:lnTo>
                    <a:pt x="4985286" y="527942"/>
                  </a:lnTo>
                  <a:lnTo>
                    <a:pt x="4985380" y="527942"/>
                  </a:lnTo>
                  <a:lnTo>
                    <a:pt x="4985474" y="527942"/>
                  </a:lnTo>
                  <a:lnTo>
                    <a:pt x="4985568" y="527942"/>
                  </a:lnTo>
                  <a:lnTo>
                    <a:pt x="4985568" y="522662"/>
                  </a:lnTo>
                  <a:lnTo>
                    <a:pt x="4985662" y="522662"/>
                  </a:lnTo>
                  <a:lnTo>
                    <a:pt x="4985756" y="522662"/>
                  </a:lnTo>
                  <a:lnTo>
                    <a:pt x="4985850" y="522662"/>
                  </a:lnTo>
                  <a:lnTo>
                    <a:pt x="4985850" y="517383"/>
                  </a:lnTo>
                  <a:lnTo>
                    <a:pt x="4985944" y="517383"/>
                  </a:lnTo>
                  <a:lnTo>
                    <a:pt x="4986038" y="517383"/>
                  </a:lnTo>
                  <a:lnTo>
                    <a:pt x="4986132" y="517383"/>
                  </a:lnTo>
                  <a:lnTo>
                    <a:pt x="4986226" y="517383"/>
                  </a:lnTo>
                  <a:lnTo>
                    <a:pt x="4986320" y="517383"/>
                  </a:lnTo>
                  <a:lnTo>
                    <a:pt x="4986414" y="517383"/>
                  </a:lnTo>
                  <a:lnTo>
                    <a:pt x="4986508" y="517383"/>
                  </a:lnTo>
                  <a:lnTo>
                    <a:pt x="4986602" y="517383"/>
                  </a:lnTo>
                  <a:lnTo>
                    <a:pt x="4986697" y="517383"/>
                  </a:lnTo>
                  <a:lnTo>
                    <a:pt x="4986791" y="517383"/>
                  </a:lnTo>
                  <a:lnTo>
                    <a:pt x="4986885" y="517383"/>
                  </a:lnTo>
                  <a:lnTo>
                    <a:pt x="4986979" y="517383"/>
                  </a:lnTo>
                  <a:lnTo>
                    <a:pt x="4987073" y="517383"/>
                  </a:lnTo>
                  <a:lnTo>
                    <a:pt x="4987167" y="517383"/>
                  </a:lnTo>
                  <a:lnTo>
                    <a:pt x="4987261" y="517383"/>
                  </a:lnTo>
                  <a:lnTo>
                    <a:pt x="4987355" y="517383"/>
                  </a:lnTo>
                  <a:lnTo>
                    <a:pt x="4987449" y="517383"/>
                  </a:lnTo>
                  <a:lnTo>
                    <a:pt x="4987543" y="517383"/>
                  </a:lnTo>
                  <a:lnTo>
                    <a:pt x="4987637" y="517383"/>
                  </a:lnTo>
                  <a:lnTo>
                    <a:pt x="4987731" y="517383"/>
                  </a:lnTo>
                  <a:lnTo>
                    <a:pt x="4987825" y="517383"/>
                  </a:lnTo>
                  <a:lnTo>
                    <a:pt x="4987919" y="517383"/>
                  </a:lnTo>
                  <a:lnTo>
                    <a:pt x="4988013" y="517383"/>
                  </a:lnTo>
                  <a:lnTo>
                    <a:pt x="4988107" y="517383"/>
                  </a:lnTo>
                  <a:lnTo>
                    <a:pt x="4988201" y="517383"/>
                  </a:lnTo>
                  <a:lnTo>
                    <a:pt x="4988295" y="517383"/>
                  </a:lnTo>
                  <a:lnTo>
                    <a:pt x="4988389" y="517383"/>
                  </a:lnTo>
                  <a:lnTo>
                    <a:pt x="4988483" y="517383"/>
                  </a:lnTo>
                  <a:lnTo>
                    <a:pt x="4988577" y="517383"/>
                  </a:lnTo>
                  <a:lnTo>
                    <a:pt x="4988671" y="517383"/>
                  </a:lnTo>
                  <a:lnTo>
                    <a:pt x="4988765" y="517383"/>
                  </a:lnTo>
                  <a:lnTo>
                    <a:pt x="4988859" y="517383"/>
                  </a:lnTo>
                  <a:lnTo>
                    <a:pt x="4988953" y="517383"/>
                  </a:lnTo>
                  <a:lnTo>
                    <a:pt x="4989047" y="517383"/>
                  </a:lnTo>
                  <a:lnTo>
                    <a:pt x="4989141" y="517383"/>
                  </a:lnTo>
                  <a:lnTo>
                    <a:pt x="4989235" y="517383"/>
                  </a:lnTo>
                  <a:lnTo>
                    <a:pt x="4989329" y="517383"/>
                  </a:lnTo>
                  <a:lnTo>
                    <a:pt x="4989423" y="517383"/>
                  </a:lnTo>
                  <a:lnTo>
                    <a:pt x="4989517" y="517383"/>
                  </a:lnTo>
                  <a:lnTo>
                    <a:pt x="4989611" y="517383"/>
                  </a:lnTo>
                  <a:lnTo>
                    <a:pt x="4989705" y="517383"/>
                  </a:lnTo>
                  <a:lnTo>
                    <a:pt x="4989799" y="517383"/>
                  </a:lnTo>
                  <a:lnTo>
                    <a:pt x="4989893" y="517383"/>
                  </a:lnTo>
                  <a:lnTo>
                    <a:pt x="4989987" y="517383"/>
                  </a:lnTo>
                  <a:lnTo>
                    <a:pt x="4990081" y="517383"/>
                  </a:lnTo>
                  <a:lnTo>
                    <a:pt x="4990175" y="517383"/>
                  </a:lnTo>
                  <a:lnTo>
                    <a:pt x="4990270" y="517383"/>
                  </a:lnTo>
                  <a:lnTo>
                    <a:pt x="4990364" y="517383"/>
                  </a:lnTo>
                  <a:lnTo>
                    <a:pt x="4990458" y="517383"/>
                  </a:lnTo>
                  <a:lnTo>
                    <a:pt x="4990552" y="517383"/>
                  </a:lnTo>
                  <a:lnTo>
                    <a:pt x="4990646" y="517383"/>
                  </a:lnTo>
                  <a:lnTo>
                    <a:pt x="4990740" y="517383"/>
                  </a:lnTo>
                  <a:lnTo>
                    <a:pt x="4990834" y="517383"/>
                  </a:lnTo>
                  <a:lnTo>
                    <a:pt x="4990928" y="517383"/>
                  </a:lnTo>
                  <a:lnTo>
                    <a:pt x="4991022" y="517383"/>
                  </a:lnTo>
                  <a:lnTo>
                    <a:pt x="4991116" y="517383"/>
                  </a:lnTo>
                  <a:lnTo>
                    <a:pt x="4991210" y="517383"/>
                  </a:lnTo>
                  <a:lnTo>
                    <a:pt x="4991304" y="517383"/>
                  </a:lnTo>
                  <a:lnTo>
                    <a:pt x="4991398" y="517383"/>
                  </a:lnTo>
                  <a:lnTo>
                    <a:pt x="4991492" y="517383"/>
                  </a:lnTo>
                  <a:lnTo>
                    <a:pt x="4991586" y="517383"/>
                  </a:lnTo>
                  <a:lnTo>
                    <a:pt x="4991680" y="517383"/>
                  </a:lnTo>
                  <a:lnTo>
                    <a:pt x="4991774" y="517383"/>
                  </a:lnTo>
                  <a:lnTo>
                    <a:pt x="4991868" y="517383"/>
                  </a:lnTo>
                  <a:lnTo>
                    <a:pt x="4991962" y="517383"/>
                  </a:lnTo>
                  <a:lnTo>
                    <a:pt x="4992056" y="517383"/>
                  </a:lnTo>
                  <a:lnTo>
                    <a:pt x="4992150" y="517383"/>
                  </a:lnTo>
                  <a:lnTo>
                    <a:pt x="4992244" y="517383"/>
                  </a:lnTo>
                  <a:lnTo>
                    <a:pt x="4992338" y="517383"/>
                  </a:lnTo>
                  <a:lnTo>
                    <a:pt x="4992432" y="517383"/>
                  </a:lnTo>
                  <a:lnTo>
                    <a:pt x="4992526" y="517383"/>
                  </a:lnTo>
                  <a:lnTo>
                    <a:pt x="4992620" y="517383"/>
                  </a:lnTo>
                  <a:lnTo>
                    <a:pt x="4992714" y="517383"/>
                  </a:lnTo>
                  <a:lnTo>
                    <a:pt x="4992808" y="517383"/>
                  </a:lnTo>
                  <a:lnTo>
                    <a:pt x="4992902" y="517383"/>
                  </a:lnTo>
                  <a:lnTo>
                    <a:pt x="4992996" y="517383"/>
                  </a:lnTo>
                  <a:lnTo>
                    <a:pt x="4993090" y="517383"/>
                  </a:lnTo>
                  <a:lnTo>
                    <a:pt x="4993184" y="517383"/>
                  </a:lnTo>
                  <a:lnTo>
                    <a:pt x="4993278" y="517383"/>
                  </a:lnTo>
                  <a:lnTo>
                    <a:pt x="4993372" y="517383"/>
                  </a:lnTo>
                  <a:lnTo>
                    <a:pt x="4993466" y="517383"/>
                  </a:lnTo>
                  <a:lnTo>
                    <a:pt x="4993560" y="517383"/>
                  </a:lnTo>
                  <a:lnTo>
                    <a:pt x="4993654" y="517383"/>
                  </a:lnTo>
                  <a:lnTo>
                    <a:pt x="4993749" y="517383"/>
                  </a:lnTo>
                  <a:lnTo>
                    <a:pt x="4993843" y="517383"/>
                  </a:lnTo>
                  <a:lnTo>
                    <a:pt x="4993937" y="517383"/>
                  </a:lnTo>
                  <a:lnTo>
                    <a:pt x="4994031" y="517383"/>
                  </a:lnTo>
                  <a:lnTo>
                    <a:pt x="4994125" y="517383"/>
                  </a:lnTo>
                  <a:lnTo>
                    <a:pt x="4994219" y="517383"/>
                  </a:lnTo>
                  <a:lnTo>
                    <a:pt x="4994313" y="517383"/>
                  </a:lnTo>
                  <a:lnTo>
                    <a:pt x="4994407" y="517383"/>
                  </a:lnTo>
                  <a:lnTo>
                    <a:pt x="4994501" y="517383"/>
                  </a:lnTo>
                  <a:lnTo>
                    <a:pt x="4994595" y="517383"/>
                  </a:lnTo>
                  <a:lnTo>
                    <a:pt x="4994689" y="517383"/>
                  </a:lnTo>
                  <a:lnTo>
                    <a:pt x="4994783" y="517383"/>
                  </a:lnTo>
                  <a:lnTo>
                    <a:pt x="4994877" y="517383"/>
                  </a:lnTo>
                  <a:lnTo>
                    <a:pt x="4994971" y="517383"/>
                  </a:lnTo>
                  <a:lnTo>
                    <a:pt x="4995065" y="517383"/>
                  </a:lnTo>
                  <a:lnTo>
                    <a:pt x="4995159" y="517383"/>
                  </a:lnTo>
                  <a:lnTo>
                    <a:pt x="4995253" y="517383"/>
                  </a:lnTo>
                  <a:lnTo>
                    <a:pt x="4995347" y="517383"/>
                  </a:lnTo>
                  <a:lnTo>
                    <a:pt x="4995441" y="517383"/>
                  </a:lnTo>
                  <a:lnTo>
                    <a:pt x="4995535" y="517383"/>
                  </a:lnTo>
                  <a:lnTo>
                    <a:pt x="4995629" y="517383"/>
                  </a:lnTo>
                  <a:lnTo>
                    <a:pt x="4995723" y="517383"/>
                  </a:lnTo>
                  <a:lnTo>
                    <a:pt x="4995817" y="517383"/>
                  </a:lnTo>
                  <a:lnTo>
                    <a:pt x="4995911" y="517383"/>
                  </a:lnTo>
                  <a:lnTo>
                    <a:pt x="4996005" y="517383"/>
                  </a:lnTo>
                  <a:lnTo>
                    <a:pt x="4996099" y="517383"/>
                  </a:lnTo>
                  <a:lnTo>
                    <a:pt x="4996193" y="517383"/>
                  </a:lnTo>
                  <a:lnTo>
                    <a:pt x="4996287" y="517383"/>
                  </a:lnTo>
                  <a:lnTo>
                    <a:pt x="4996381" y="517383"/>
                  </a:lnTo>
                  <a:lnTo>
                    <a:pt x="4996475" y="517383"/>
                  </a:lnTo>
                  <a:lnTo>
                    <a:pt x="4996569" y="517383"/>
                  </a:lnTo>
                  <a:lnTo>
                    <a:pt x="4996663" y="517383"/>
                  </a:lnTo>
                  <a:lnTo>
                    <a:pt x="4996757" y="517383"/>
                  </a:lnTo>
                  <a:lnTo>
                    <a:pt x="4996851" y="517383"/>
                  </a:lnTo>
                  <a:lnTo>
                    <a:pt x="4996945" y="517383"/>
                  </a:lnTo>
                  <a:lnTo>
                    <a:pt x="4997039" y="517383"/>
                  </a:lnTo>
                  <a:lnTo>
                    <a:pt x="4997133" y="517383"/>
                  </a:lnTo>
                  <a:lnTo>
                    <a:pt x="4997227" y="517383"/>
                  </a:lnTo>
                  <a:lnTo>
                    <a:pt x="4997322" y="517383"/>
                  </a:lnTo>
                  <a:lnTo>
                    <a:pt x="4997416" y="517383"/>
                  </a:lnTo>
                  <a:lnTo>
                    <a:pt x="4997510" y="517383"/>
                  </a:lnTo>
                  <a:lnTo>
                    <a:pt x="4997604" y="517383"/>
                  </a:lnTo>
                  <a:lnTo>
                    <a:pt x="4997698" y="517383"/>
                  </a:lnTo>
                  <a:lnTo>
                    <a:pt x="4997792" y="517383"/>
                  </a:lnTo>
                  <a:lnTo>
                    <a:pt x="4997886" y="517383"/>
                  </a:lnTo>
                  <a:lnTo>
                    <a:pt x="4997980" y="517383"/>
                  </a:lnTo>
                  <a:lnTo>
                    <a:pt x="4998074" y="517383"/>
                  </a:lnTo>
                  <a:lnTo>
                    <a:pt x="4998168" y="517383"/>
                  </a:lnTo>
                  <a:lnTo>
                    <a:pt x="4998262" y="517383"/>
                  </a:lnTo>
                  <a:lnTo>
                    <a:pt x="4998356" y="517383"/>
                  </a:lnTo>
                  <a:lnTo>
                    <a:pt x="4998450" y="517383"/>
                  </a:lnTo>
                  <a:lnTo>
                    <a:pt x="4998544" y="517383"/>
                  </a:lnTo>
                  <a:lnTo>
                    <a:pt x="4998638" y="517383"/>
                  </a:lnTo>
                  <a:lnTo>
                    <a:pt x="4998732" y="517383"/>
                  </a:lnTo>
                  <a:lnTo>
                    <a:pt x="4998826" y="517383"/>
                  </a:lnTo>
                  <a:lnTo>
                    <a:pt x="4998920" y="517383"/>
                  </a:lnTo>
                  <a:lnTo>
                    <a:pt x="4999014" y="517383"/>
                  </a:lnTo>
                  <a:lnTo>
                    <a:pt x="4999108" y="517383"/>
                  </a:lnTo>
                  <a:lnTo>
                    <a:pt x="4999202" y="517383"/>
                  </a:lnTo>
                  <a:lnTo>
                    <a:pt x="4999296" y="517383"/>
                  </a:lnTo>
                  <a:lnTo>
                    <a:pt x="4999390" y="517383"/>
                  </a:lnTo>
                  <a:lnTo>
                    <a:pt x="4999484" y="517383"/>
                  </a:lnTo>
                  <a:lnTo>
                    <a:pt x="4999578" y="517383"/>
                  </a:lnTo>
                  <a:lnTo>
                    <a:pt x="4999672" y="517383"/>
                  </a:lnTo>
                  <a:lnTo>
                    <a:pt x="4999766" y="517383"/>
                  </a:lnTo>
                  <a:lnTo>
                    <a:pt x="4999860" y="517383"/>
                  </a:lnTo>
                  <a:lnTo>
                    <a:pt x="4999954" y="517383"/>
                  </a:lnTo>
                  <a:lnTo>
                    <a:pt x="5000048" y="517383"/>
                  </a:lnTo>
                  <a:lnTo>
                    <a:pt x="5000142" y="517383"/>
                  </a:lnTo>
                  <a:lnTo>
                    <a:pt x="5000236" y="517383"/>
                  </a:lnTo>
                  <a:lnTo>
                    <a:pt x="5000330" y="517383"/>
                  </a:lnTo>
                  <a:lnTo>
                    <a:pt x="5000424" y="517383"/>
                  </a:lnTo>
                  <a:lnTo>
                    <a:pt x="5000518" y="517383"/>
                  </a:lnTo>
                  <a:lnTo>
                    <a:pt x="5000612" y="517383"/>
                  </a:lnTo>
                  <a:lnTo>
                    <a:pt x="5000706" y="517383"/>
                  </a:lnTo>
                  <a:lnTo>
                    <a:pt x="5000800" y="517383"/>
                  </a:lnTo>
                  <a:lnTo>
                    <a:pt x="5000895" y="517383"/>
                  </a:lnTo>
                  <a:lnTo>
                    <a:pt x="5000989" y="517383"/>
                  </a:lnTo>
                  <a:lnTo>
                    <a:pt x="5001083" y="517383"/>
                  </a:lnTo>
                  <a:lnTo>
                    <a:pt x="5001177" y="517383"/>
                  </a:lnTo>
                  <a:lnTo>
                    <a:pt x="5001271" y="517383"/>
                  </a:lnTo>
                  <a:lnTo>
                    <a:pt x="5001365" y="517383"/>
                  </a:lnTo>
                  <a:lnTo>
                    <a:pt x="5001459" y="517383"/>
                  </a:lnTo>
                  <a:lnTo>
                    <a:pt x="5001553" y="517383"/>
                  </a:lnTo>
                  <a:lnTo>
                    <a:pt x="5001647" y="517383"/>
                  </a:lnTo>
                  <a:lnTo>
                    <a:pt x="5001741" y="517383"/>
                  </a:lnTo>
                  <a:lnTo>
                    <a:pt x="5001835" y="517383"/>
                  </a:lnTo>
                  <a:lnTo>
                    <a:pt x="5001929" y="517383"/>
                  </a:lnTo>
                  <a:lnTo>
                    <a:pt x="5002023" y="517383"/>
                  </a:lnTo>
                  <a:lnTo>
                    <a:pt x="5002117" y="517383"/>
                  </a:lnTo>
                  <a:lnTo>
                    <a:pt x="5002211" y="517383"/>
                  </a:lnTo>
                  <a:lnTo>
                    <a:pt x="5002305" y="517383"/>
                  </a:lnTo>
                  <a:lnTo>
                    <a:pt x="5002399" y="517383"/>
                  </a:lnTo>
                  <a:lnTo>
                    <a:pt x="5002493" y="517383"/>
                  </a:lnTo>
                  <a:lnTo>
                    <a:pt x="5002587" y="517383"/>
                  </a:lnTo>
                  <a:lnTo>
                    <a:pt x="5002681" y="517383"/>
                  </a:lnTo>
                  <a:lnTo>
                    <a:pt x="5002775" y="517383"/>
                  </a:lnTo>
                  <a:lnTo>
                    <a:pt x="5002869" y="517383"/>
                  </a:lnTo>
                  <a:lnTo>
                    <a:pt x="5002963" y="517383"/>
                  </a:lnTo>
                  <a:lnTo>
                    <a:pt x="5003057" y="517383"/>
                  </a:lnTo>
                  <a:lnTo>
                    <a:pt x="5003151" y="517383"/>
                  </a:lnTo>
                  <a:lnTo>
                    <a:pt x="5003245" y="517383"/>
                  </a:lnTo>
                  <a:lnTo>
                    <a:pt x="5003339" y="517383"/>
                  </a:lnTo>
                  <a:lnTo>
                    <a:pt x="5003433" y="517383"/>
                  </a:lnTo>
                  <a:lnTo>
                    <a:pt x="5003527" y="517383"/>
                  </a:lnTo>
                  <a:lnTo>
                    <a:pt x="5003621" y="517383"/>
                  </a:lnTo>
                  <a:lnTo>
                    <a:pt x="5003715" y="517383"/>
                  </a:lnTo>
                  <a:lnTo>
                    <a:pt x="5003809" y="517383"/>
                  </a:lnTo>
                  <a:lnTo>
                    <a:pt x="5003903" y="517383"/>
                  </a:lnTo>
                  <a:lnTo>
                    <a:pt x="5003997" y="517383"/>
                  </a:lnTo>
                  <a:lnTo>
                    <a:pt x="5004091" y="517383"/>
                  </a:lnTo>
                  <a:lnTo>
                    <a:pt x="5004185" y="517383"/>
                  </a:lnTo>
                  <a:lnTo>
                    <a:pt x="5004279" y="517383"/>
                  </a:lnTo>
                  <a:lnTo>
                    <a:pt x="5004374" y="517383"/>
                  </a:lnTo>
                  <a:lnTo>
                    <a:pt x="5004468" y="517383"/>
                  </a:lnTo>
                  <a:lnTo>
                    <a:pt x="5004562" y="517383"/>
                  </a:lnTo>
                  <a:lnTo>
                    <a:pt x="5004656" y="517383"/>
                  </a:lnTo>
                  <a:lnTo>
                    <a:pt x="5004750" y="517383"/>
                  </a:lnTo>
                  <a:lnTo>
                    <a:pt x="5004844" y="517383"/>
                  </a:lnTo>
                  <a:lnTo>
                    <a:pt x="5004938" y="517383"/>
                  </a:lnTo>
                  <a:lnTo>
                    <a:pt x="5005032" y="517383"/>
                  </a:lnTo>
                  <a:lnTo>
                    <a:pt x="5005126" y="517383"/>
                  </a:lnTo>
                  <a:lnTo>
                    <a:pt x="5005220" y="517383"/>
                  </a:lnTo>
                  <a:lnTo>
                    <a:pt x="5005314" y="517383"/>
                  </a:lnTo>
                  <a:lnTo>
                    <a:pt x="5005408" y="517383"/>
                  </a:lnTo>
                  <a:lnTo>
                    <a:pt x="5005502" y="517383"/>
                  </a:lnTo>
                  <a:lnTo>
                    <a:pt x="5005596" y="517383"/>
                  </a:lnTo>
                  <a:lnTo>
                    <a:pt x="5005690" y="517383"/>
                  </a:lnTo>
                  <a:lnTo>
                    <a:pt x="5005784" y="517383"/>
                  </a:lnTo>
                  <a:lnTo>
                    <a:pt x="5005878" y="517383"/>
                  </a:lnTo>
                  <a:lnTo>
                    <a:pt x="5005972" y="517383"/>
                  </a:lnTo>
                  <a:lnTo>
                    <a:pt x="5006066" y="517383"/>
                  </a:lnTo>
                  <a:lnTo>
                    <a:pt x="5006160" y="517383"/>
                  </a:lnTo>
                  <a:lnTo>
                    <a:pt x="5006254" y="517383"/>
                  </a:lnTo>
                  <a:lnTo>
                    <a:pt x="5006348" y="517383"/>
                  </a:lnTo>
                  <a:lnTo>
                    <a:pt x="5006442" y="517383"/>
                  </a:lnTo>
                  <a:lnTo>
                    <a:pt x="5006536" y="517383"/>
                  </a:lnTo>
                  <a:lnTo>
                    <a:pt x="5006630" y="517383"/>
                  </a:lnTo>
                  <a:lnTo>
                    <a:pt x="5006724" y="517383"/>
                  </a:lnTo>
                  <a:lnTo>
                    <a:pt x="5006818" y="517383"/>
                  </a:lnTo>
                  <a:lnTo>
                    <a:pt x="5006912" y="517383"/>
                  </a:lnTo>
                  <a:lnTo>
                    <a:pt x="5007006" y="517383"/>
                  </a:lnTo>
                  <a:lnTo>
                    <a:pt x="5007100" y="517383"/>
                  </a:lnTo>
                  <a:lnTo>
                    <a:pt x="5007194" y="517383"/>
                  </a:lnTo>
                  <a:lnTo>
                    <a:pt x="5007288" y="517383"/>
                  </a:lnTo>
                  <a:lnTo>
                    <a:pt x="5007382" y="517383"/>
                  </a:lnTo>
                  <a:lnTo>
                    <a:pt x="5007476" y="517383"/>
                  </a:lnTo>
                  <a:lnTo>
                    <a:pt x="5007570" y="517383"/>
                  </a:lnTo>
                  <a:lnTo>
                    <a:pt x="5007664" y="517383"/>
                  </a:lnTo>
                  <a:lnTo>
                    <a:pt x="5007758" y="517383"/>
                  </a:lnTo>
                  <a:lnTo>
                    <a:pt x="5007852" y="517383"/>
                  </a:lnTo>
                  <a:lnTo>
                    <a:pt x="5007947" y="517383"/>
                  </a:lnTo>
                  <a:lnTo>
                    <a:pt x="5008041" y="517383"/>
                  </a:lnTo>
                  <a:lnTo>
                    <a:pt x="5008135" y="517383"/>
                  </a:lnTo>
                  <a:lnTo>
                    <a:pt x="5008229" y="517383"/>
                  </a:lnTo>
                  <a:lnTo>
                    <a:pt x="5008323" y="517383"/>
                  </a:lnTo>
                  <a:lnTo>
                    <a:pt x="5008417" y="517383"/>
                  </a:lnTo>
                  <a:lnTo>
                    <a:pt x="5008511" y="517383"/>
                  </a:lnTo>
                  <a:lnTo>
                    <a:pt x="5008605" y="517383"/>
                  </a:lnTo>
                  <a:lnTo>
                    <a:pt x="5008699" y="517383"/>
                  </a:lnTo>
                  <a:lnTo>
                    <a:pt x="5008793" y="517383"/>
                  </a:lnTo>
                  <a:lnTo>
                    <a:pt x="5008887" y="517383"/>
                  </a:lnTo>
                  <a:lnTo>
                    <a:pt x="5008981" y="517383"/>
                  </a:lnTo>
                  <a:lnTo>
                    <a:pt x="5009075" y="517383"/>
                  </a:lnTo>
                  <a:lnTo>
                    <a:pt x="5009169" y="517383"/>
                  </a:lnTo>
                  <a:lnTo>
                    <a:pt x="5009263" y="517383"/>
                  </a:lnTo>
                  <a:lnTo>
                    <a:pt x="5009357" y="517383"/>
                  </a:lnTo>
                  <a:lnTo>
                    <a:pt x="5009451" y="517383"/>
                  </a:lnTo>
                  <a:lnTo>
                    <a:pt x="5009545" y="517383"/>
                  </a:lnTo>
                  <a:lnTo>
                    <a:pt x="5009639" y="517383"/>
                  </a:lnTo>
                  <a:lnTo>
                    <a:pt x="5009733" y="517383"/>
                  </a:lnTo>
                  <a:lnTo>
                    <a:pt x="5009827" y="517383"/>
                  </a:lnTo>
                  <a:lnTo>
                    <a:pt x="5009921" y="517383"/>
                  </a:lnTo>
                  <a:lnTo>
                    <a:pt x="5010015" y="517383"/>
                  </a:lnTo>
                  <a:lnTo>
                    <a:pt x="5010109" y="517383"/>
                  </a:lnTo>
                  <a:lnTo>
                    <a:pt x="5010203" y="517383"/>
                  </a:lnTo>
                  <a:lnTo>
                    <a:pt x="5010297" y="517383"/>
                  </a:lnTo>
                  <a:lnTo>
                    <a:pt x="5010391" y="517383"/>
                  </a:lnTo>
                  <a:lnTo>
                    <a:pt x="5010485" y="517383"/>
                  </a:lnTo>
                  <a:lnTo>
                    <a:pt x="5010579" y="517383"/>
                  </a:lnTo>
                  <a:lnTo>
                    <a:pt x="5010673" y="517383"/>
                  </a:lnTo>
                  <a:lnTo>
                    <a:pt x="5010767" y="517383"/>
                  </a:lnTo>
                  <a:lnTo>
                    <a:pt x="5010861" y="517383"/>
                  </a:lnTo>
                  <a:lnTo>
                    <a:pt x="5010955" y="517383"/>
                  </a:lnTo>
                  <a:lnTo>
                    <a:pt x="5011049" y="517383"/>
                  </a:lnTo>
                  <a:lnTo>
                    <a:pt x="5011143" y="517383"/>
                  </a:lnTo>
                  <a:lnTo>
                    <a:pt x="5011237" y="517383"/>
                  </a:lnTo>
                  <a:lnTo>
                    <a:pt x="5011331" y="517383"/>
                  </a:lnTo>
                  <a:lnTo>
                    <a:pt x="5011425" y="517383"/>
                  </a:lnTo>
                  <a:lnTo>
                    <a:pt x="5011520" y="517383"/>
                  </a:lnTo>
                  <a:lnTo>
                    <a:pt x="5011614" y="517383"/>
                  </a:lnTo>
                  <a:lnTo>
                    <a:pt x="5011614" y="512103"/>
                  </a:lnTo>
                  <a:lnTo>
                    <a:pt x="5011708" y="512103"/>
                  </a:lnTo>
                  <a:lnTo>
                    <a:pt x="5011802" y="512103"/>
                  </a:lnTo>
                  <a:lnTo>
                    <a:pt x="5011896" y="512103"/>
                  </a:lnTo>
                  <a:lnTo>
                    <a:pt x="5011990" y="512103"/>
                  </a:lnTo>
                  <a:lnTo>
                    <a:pt x="5012084" y="512103"/>
                  </a:lnTo>
                  <a:lnTo>
                    <a:pt x="5012178" y="512103"/>
                  </a:lnTo>
                  <a:lnTo>
                    <a:pt x="5012272" y="512103"/>
                  </a:lnTo>
                  <a:lnTo>
                    <a:pt x="5012366" y="512103"/>
                  </a:lnTo>
                  <a:lnTo>
                    <a:pt x="5012460" y="512103"/>
                  </a:lnTo>
                  <a:lnTo>
                    <a:pt x="5012554" y="512103"/>
                  </a:lnTo>
                  <a:lnTo>
                    <a:pt x="5012648" y="512103"/>
                  </a:lnTo>
                  <a:lnTo>
                    <a:pt x="5012742" y="512103"/>
                  </a:lnTo>
                  <a:lnTo>
                    <a:pt x="5012836" y="512103"/>
                  </a:lnTo>
                  <a:lnTo>
                    <a:pt x="5012930" y="512103"/>
                  </a:lnTo>
                  <a:lnTo>
                    <a:pt x="5013024" y="512103"/>
                  </a:lnTo>
                  <a:lnTo>
                    <a:pt x="5013118" y="512103"/>
                  </a:lnTo>
                  <a:lnTo>
                    <a:pt x="5013212" y="512103"/>
                  </a:lnTo>
                  <a:lnTo>
                    <a:pt x="5013306" y="512103"/>
                  </a:lnTo>
                  <a:lnTo>
                    <a:pt x="5013400" y="512103"/>
                  </a:lnTo>
                  <a:lnTo>
                    <a:pt x="5013494" y="512103"/>
                  </a:lnTo>
                  <a:lnTo>
                    <a:pt x="5013588" y="512103"/>
                  </a:lnTo>
                  <a:lnTo>
                    <a:pt x="5013682" y="512103"/>
                  </a:lnTo>
                  <a:lnTo>
                    <a:pt x="5013776" y="512103"/>
                  </a:lnTo>
                  <a:lnTo>
                    <a:pt x="5013870" y="512103"/>
                  </a:lnTo>
                  <a:lnTo>
                    <a:pt x="5013964" y="512103"/>
                  </a:lnTo>
                  <a:lnTo>
                    <a:pt x="5014058" y="512103"/>
                  </a:lnTo>
                  <a:lnTo>
                    <a:pt x="5014152" y="512103"/>
                  </a:lnTo>
                  <a:lnTo>
                    <a:pt x="5014246" y="512103"/>
                  </a:lnTo>
                  <a:lnTo>
                    <a:pt x="5014340" y="512103"/>
                  </a:lnTo>
                  <a:lnTo>
                    <a:pt x="5014434" y="512103"/>
                  </a:lnTo>
                  <a:lnTo>
                    <a:pt x="5014528" y="512103"/>
                  </a:lnTo>
                  <a:lnTo>
                    <a:pt x="5014622" y="512103"/>
                  </a:lnTo>
                  <a:lnTo>
                    <a:pt x="5014716" y="512103"/>
                  </a:lnTo>
                  <a:lnTo>
                    <a:pt x="5014810" y="512103"/>
                  </a:lnTo>
                  <a:lnTo>
                    <a:pt x="5014904" y="512103"/>
                  </a:lnTo>
                  <a:lnTo>
                    <a:pt x="5014999" y="512103"/>
                  </a:lnTo>
                  <a:lnTo>
                    <a:pt x="5015093" y="512103"/>
                  </a:lnTo>
                  <a:lnTo>
                    <a:pt x="5015187" y="512103"/>
                  </a:lnTo>
                  <a:lnTo>
                    <a:pt x="5015281" y="512103"/>
                  </a:lnTo>
                  <a:lnTo>
                    <a:pt x="5015375" y="512103"/>
                  </a:lnTo>
                  <a:lnTo>
                    <a:pt x="5015469" y="512103"/>
                  </a:lnTo>
                  <a:lnTo>
                    <a:pt x="5015563" y="512103"/>
                  </a:lnTo>
                  <a:lnTo>
                    <a:pt x="5015657" y="512103"/>
                  </a:lnTo>
                  <a:lnTo>
                    <a:pt x="5015751" y="512103"/>
                  </a:lnTo>
                  <a:lnTo>
                    <a:pt x="5015845" y="512103"/>
                  </a:lnTo>
                  <a:lnTo>
                    <a:pt x="5015939" y="512103"/>
                  </a:lnTo>
                  <a:lnTo>
                    <a:pt x="5016033" y="512103"/>
                  </a:lnTo>
                  <a:lnTo>
                    <a:pt x="5016127" y="512103"/>
                  </a:lnTo>
                  <a:lnTo>
                    <a:pt x="5016221" y="512103"/>
                  </a:lnTo>
                  <a:lnTo>
                    <a:pt x="5016315" y="512103"/>
                  </a:lnTo>
                  <a:lnTo>
                    <a:pt x="5016409" y="512103"/>
                  </a:lnTo>
                  <a:lnTo>
                    <a:pt x="5016503" y="512103"/>
                  </a:lnTo>
                  <a:lnTo>
                    <a:pt x="5016597" y="512103"/>
                  </a:lnTo>
                  <a:lnTo>
                    <a:pt x="5016691" y="512103"/>
                  </a:lnTo>
                  <a:lnTo>
                    <a:pt x="5016785" y="512103"/>
                  </a:lnTo>
                  <a:lnTo>
                    <a:pt x="5016879" y="512103"/>
                  </a:lnTo>
                  <a:lnTo>
                    <a:pt x="5016973" y="512103"/>
                  </a:lnTo>
                  <a:lnTo>
                    <a:pt x="5017067" y="512103"/>
                  </a:lnTo>
                  <a:lnTo>
                    <a:pt x="5017161" y="512103"/>
                  </a:lnTo>
                  <a:lnTo>
                    <a:pt x="5017255" y="512103"/>
                  </a:lnTo>
                  <a:lnTo>
                    <a:pt x="5017349" y="512103"/>
                  </a:lnTo>
                  <a:lnTo>
                    <a:pt x="5017443" y="512103"/>
                  </a:lnTo>
                  <a:lnTo>
                    <a:pt x="5017537" y="512103"/>
                  </a:lnTo>
                  <a:lnTo>
                    <a:pt x="5017631" y="512103"/>
                  </a:lnTo>
                  <a:lnTo>
                    <a:pt x="5017725" y="512103"/>
                  </a:lnTo>
                  <a:lnTo>
                    <a:pt x="5017819" y="512103"/>
                  </a:lnTo>
                  <a:lnTo>
                    <a:pt x="5017913" y="512103"/>
                  </a:lnTo>
                  <a:lnTo>
                    <a:pt x="5018007" y="512103"/>
                  </a:lnTo>
                  <a:lnTo>
                    <a:pt x="5018101" y="512103"/>
                  </a:lnTo>
                  <a:lnTo>
                    <a:pt x="5018195" y="512103"/>
                  </a:lnTo>
                  <a:lnTo>
                    <a:pt x="5018289" y="512103"/>
                  </a:lnTo>
                  <a:lnTo>
                    <a:pt x="5018383" y="512103"/>
                  </a:lnTo>
                  <a:lnTo>
                    <a:pt x="5018477" y="512103"/>
                  </a:lnTo>
                  <a:lnTo>
                    <a:pt x="5018572" y="512103"/>
                  </a:lnTo>
                  <a:lnTo>
                    <a:pt x="5018666" y="512103"/>
                  </a:lnTo>
                  <a:lnTo>
                    <a:pt x="5018760" y="512103"/>
                  </a:lnTo>
                  <a:lnTo>
                    <a:pt x="5018854" y="512103"/>
                  </a:lnTo>
                  <a:lnTo>
                    <a:pt x="5018948" y="512103"/>
                  </a:lnTo>
                  <a:lnTo>
                    <a:pt x="5019042" y="512103"/>
                  </a:lnTo>
                  <a:lnTo>
                    <a:pt x="5019136" y="512103"/>
                  </a:lnTo>
                  <a:lnTo>
                    <a:pt x="5019230" y="512103"/>
                  </a:lnTo>
                  <a:lnTo>
                    <a:pt x="5019324" y="512103"/>
                  </a:lnTo>
                  <a:lnTo>
                    <a:pt x="5019418" y="512103"/>
                  </a:lnTo>
                  <a:lnTo>
                    <a:pt x="5019512" y="512103"/>
                  </a:lnTo>
                  <a:lnTo>
                    <a:pt x="5019606" y="512103"/>
                  </a:lnTo>
                  <a:lnTo>
                    <a:pt x="5019700" y="512103"/>
                  </a:lnTo>
                  <a:lnTo>
                    <a:pt x="5019794" y="512103"/>
                  </a:lnTo>
                  <a:lnTo>
                    <a:pt x="5019888" y="512103"/>
                  </a:lnTo>
                  <a:lnTo>
                    <a:pt x="5019982" y="512103"/>
                  </a:lnTo>
                  <a:lnTo>
                    <a:pt x="5020076" y="512103"/>
                  </a:lnTo>
                  <a:lnTo>
                    <a:pt x="5020170" y="512103"/>
                  </a:lnTo>
                  <a:lnTo>
                    <a:pt x="5020264" y="512103"/>
                  </a:lnTo>
                  <a:lnTo>
                    <a:pt x="5020358" y="512103"/>
                  </a:lnTo>
                  <a:lnTo>
                    <a:pt x="5020452" y="512103"/>
                  </a:lnTo>
                  <a:lnTo>
                    <a:pt x="5020546" y="512103"/>
                  </a:lnTo>
                  <a:lnTo>
                    <a:pt x="5020640" y="512103"/>
                  </a:lnTo>
                  <a:lnTo>
                    <a:pt x="5020734" y="512103"/>
                  </a:lnTo>
                  <a:lnTo>
                    <a:pt x="5020828" y="512103"/>
                  </a:lnTo>
                  <a:lnTo>
                    <a:pt x="5020922" y="512103"/>
                  </a:lnTo>
                  <a:lnTo>
                    <a:pt x="5021016" y="512103"/>
                  </a:lnTo>
                  <a:lnTo>
                    <a:pt x="5021110" y="512103"/>
                  </a:lnTo>
                  <a:lnTo>
                    <a:pt x="5021204" y="512103"/>
                  </a:lnTo>
                  <a:lnTo>
                    <a:pt x="5021298" y="512103"/>
                  </a:lnTo>
                  <a:lnTo>
                    <a:pt x="5021392" y="512103"/>
                  </a:lnTo>
                  <a:lnTo>
                    <a:pt x="5021486" y="512103"/>
                  </a:lnTo>
                  <a:lnTo>
                    <a:pt x="5021580" y="512103"/>
                  </a:lnTo>
                  <a:lnTo>
                    <a:pt x="5021674" y="512103"/>
                  </a:lnTo>
                  <a:lnTo>
                    <a:pt x="5021768" y="512103"/>
                  </a:lnTo>
                  <a:lnTo>
                    <a:pt x="5021862" y="512103"/>
                  </a:lnTo>
                  <a:lnTo>
                    <a:pt x="5021956" y="512103"/>
                  </a:lnTo>
                  <a:lnTo>
                    <a:pt x="5022050" y="512103"/>
                  </a:lnTo>
                  <a:lnTo>
                    <a:pt x="5022145" y="512103"/>
                  </a:lnTo>
                  <a:lnTo>
                    <a:pt x="5022239" y="512103"/>
                  </a:lnTo>
                  <a:lnTo>
                    <a:pt x="5022333" y="512103"/>
                  </a:lnTo>
                  <a:lnTo>
                    <a:pt x="5022427" y="512103"/>
                  </a:lnTo>
                  <a:lnTo>
                    <a:pt x="5022521" y="512103"/>
                  </a:lnTo>
                  <a:lnTo>
                    <a:pt x="5022615" y="512103"/>
                  </a:lnTo>
                  <a:lnTo>
                    <a:pt x="5022709" y="512103"/>
                  </a:lnTo>
                  <a:lnTo>
                    <a:pt x="5022803" y="512103"/>
                  </a:lnTo>
                  <a:lnTo>
                    <a:pt x="5022897" y="512103"/>
                  </a:lnTo>
                  <a:lnTo>
                    <a:pt x="5022991" y="512103"/>
                  </a:lnTo>
                  <a:lnTo>
                    <a:pt x="5023085" y="512103"/>
                  </a:lnTo>
                  <a:lnTo>
                    <a:pt x="5023179" y="512103"/>
                  </a:lnTo>
                  <a:lnTo>
                    <a:pt x="5023273" y="512103"/>
                  </a:lnTo>
                  <a:lnTo>
                    <a:pt x="5023367" y="512103"/>
                  </a:lnTo>
                  <a:lnTo>
                    <a:pt x="5023461" y="512103"/>
                  </a:lnTo>
                  <a:lnTo>
                    <a:pt x="5023555" y="512103"/>
                  </a:lnTo>
                  <a:lnTo>
                    <a:pt x="5023649" y="512103"/>
                  </a:lnTo>
                  <a:lnTo>
                    <a:pt x="5023743" y="512103"/>
                  </a:lnTo>
                  <a:lnTo>
                    <a:pt x="5023837" y="512103"/>
                  </a:lnTo>
                  <a:lnTo>
                    <a:pt x="5023837" y="506824"/>
                  </a:lnTo>
                  <a:lnTo>
                    <a:pt x="5023931" y="506824"/>
                  </a:lnTo>
                  <a:lnTo>
                    <a:pt x="5024025" y="506824"/>
                  </a:lnTo>
                  <a:lnTo>
                    <a:pt x="5024119" y="506824"/>
                  </a:lnTo>
                  <a:lnTo>
                    <a:pt x="5024213" y="506824"/>
                  </a:lnTo>
                  <a:lnTo>
                    <a:pt x="5024307" y="506824"/>
                  </a:lnTo>
                  <a:lnTo>
                    <a:pt x="5024401" y="506824"/>
                  </a:lnTo>
                  <a:lnTo>
                    <a:pt x="5024495" y="506824"/>
                  </a:lnTo>
                  <a:lnTo>
                    <a:pt x="5024589" y="506824"/>
                  </a:lnTo>
                  <a:lnTo>
                    <a:pt x="5024683" y="506824"/>
                  </a:lnTo>
                  <a:lnTo>
                    <a:pt x="5024777" y="506824"/>
                  </a:lnTo>
                  <a:lnTo>
                    <a:pt x="5024871" y="506824"/>
                  </a:lnTo>
                  <a:lnTo>
                    <a:pt x="5024965" y="506824"/>
                  </a:lnTo>
                  <a:lnTo>
                    <a:pt x="5025059" y="506824"/>
                  </a:lnTo>
                  <a:lnTo>
                    <a:pt x="5025153" y="506824"/>
                  </a:lnTo>
                  <a:lnTo>
                    <a:pt x="5025247" y="506824"/>
                  </a:lnTo>
                  <a:lnTo>
                    <a:pt x="5025341" y="506824"/>
                  </a:lnTo>
                  <a:lnTo>
                    <a:pt x="5025435" y="506824"/>
                  </a:lnTo>
                  <a:lnTo>
                    <a:pt x="5025529" y="506824"/>
                  </a:lnTo>
                  <a:lnTo>
                    <a:pt x="5025623" y="506824"/>
                  </a:lnTo>
                  <a:lnTo>
                    <a:pt x="5025718" y="506824"/>
                  </a:lnTo>
                  <a:lnTo>
                    <a:pt x="5025812" y="506824"/>
                  </a:lnTo>
                  <a:lnTo>
                    <a:pt x="5025906" y="506824"/>
                  </a:lnTo>
                  <a:lnTo>
                    <a:pt x="5026000" y="506824"/>
                  </a:lnTo>
                  <a:lnTo>
                    <a:pt x="5026094" y="506824"/>
                  </a:lnTo>
                  <a:lnTo>
                    <a:pt x="5026188" y="506824"/>
                  </a:lnTo>
                  <a:lnTo>
                    <a:pt x="5026282" y="506824"/>
                  </a:lnTo>
                  <a:lnTo>
                    <a:pt x="5026376" y="506824"/>
                  </a:lnTo>
                  <a:lnTo>
                    <a:pt x="5026470" y="506824"/>
                  </a:lnTo>
                  <a:lnTo>
                    <a:pt x="5026564" y="506824"/>
                  </a:lnTo>
                  <a:lnTo>
                    <a:pt x="5026658" y="506824"/>
                  </a:lnTo>
                  <a:lnTo>
                    <a:pt x="5026752" y="506824"/>
                  </a:lnTo>
                  <a:lnTo>
                    <a:pt x="5026846" y="506824"/>
                  </a:lnTo>
                  <a:lnTo>
                    <a:pt x="5026940" y="506824"/>
                  </a:lnTo>
                  <a:lnTo>
                    <a:pt x="5027034" y="506824"/>
                  </a:lnTo>
                  <a:lnTo>
                    <a:pt x="5027128" y="506824"/>
                  </a:lnTo>
                  <a:lnTo>
                    <a:pt x="5027222" y="506824"/>
                  </a:lnTo>
                  <a:lnTo>
                    <a:pt x="5027316" y="506824"/>
                  </a:lnTo>
                  <a:lnTo>
                    <a:pt x="5027410" y="506824"/>
                  </a:lnTo>
                  <a:lnTo>
                    <a:pt x="5027504" y="506824"/>
                  </a:lnTo>
                  <a:lnTo>
                    <a:pt x="5027598" y="506824"/>
                  </a:lnTo>
                  <a:lnTo>
                    <a:pt x="5027692" y="506824"/>
                  </a:lnTo>
                  <a:lnTo>
                    <a:pt x="5027786" y="506824"/>
                  </a:lnTo>
                  <a:lnTo>
                    <a:pt x="5027880" y="506824"/>
                  </a:lnTo>
                  <a:lnTo>
                    <a:pt x="5027974" y="506824"/>
                  </a:lnTo>
                  <a:lnTo>
                    <a:pt x="5028068" y="506824"/>
                  </a:lnTo>
                  <a:lnTo>
                    <a:pt x="5028162" y="506824"/>
                  </a:lnTo>
                  <a:lnTo>
                    <a:pt x="5028256" y="506824"/>
                  </a:lnTo>
                  <a:lnTo>
                    <a:pt x="5028350" y="506824"/>
                  </a:lnTo>
                  <a:lnTo>
                    <a:pt x="5028444" y="506824"/>
                  </a:lnTo>
                  <a:lnTo>
                    <a:pt x="5028538" y="506824"/>
                  </a:lnTo>
                  <a:lnTo>
                    <a:pt x="5028632" y="506824"/>
                  </a:lnTo>
                  <a:lnTo>
                    <a:pt x="5028726" y="506824"/>
                  </a:lnTo>
                  <a:lnTo>
                    <a:pt x="5028820" y="506824"/>
                  </a:lnTo>
                  <a:lnTo>
                    <a:pt x="5028914" y="506824"/>
                  </a:lnTo>
                  <a:lnTo>
                    <a:pt x="5029008" y="506824"/>
                  </a:lnTo>
                  <a:lnTo>
                    <a:pt x="5029102" y="506824"/>
                  </a:lnTo>
                  <a:lnTo>
                    <a:pt x="5029197" y="506824"/>
                  </a:lnTo>
                  <a:lnTo>
                    <a:pt x="5029291" y="506824"/>
                  </a:lnTo>
                  <a:lnTo>
                    <a:pt x="5029385" y="506824"/>
                  </a:lnTo>
                  <a:lnTo>
                    <a:pt x="5029479" y="506824"/>
                  </a:lnTo>
                  <a:lnTo>
                    <a:pt x="5029573" y="506824"/>
                  </a:lnTo>
                  <a:lnTo>
                    <a:pt x="5029667" y="506824"/>
                  </a:lnTo>
                  <a:lnTo>
                    <a:pt x="5029761" y="506824"/>
                  </a:lnTo>
                  <a:lnTo>
                    <a:pt x="5029855" y="506824"/>
                  </a:lnTo>
                  <a:lnTo>
                    <a:pt x="5029949" y="506824"/>
                  </a:lnTo>
                  <a:lnTo>
                    <a:pt x="5030043" y="506824"/>
                  </a:lnTo>
                  <a:lnTo>
                    <a:pt x="5030137" y="506824"/>
                  </a:lnTo>
                  <a:lnTo>
                    <a:pt x="5030231" y="506824"/>
                  </a:lnTo>
                  <a:lnTo>
                    <a:pt x="5030325" y="506824"/>
                  </a:lnTo>
                  <a:lnTo>
                    <a:pt x="5030419" y="506824"/>
                  </a:lnTo>
                  <a:lnTo>
                    <a:pt x="5030513" y="506824"/>
                  </a:lnTo>
                  <a:lnTo>
                    <a:pt x="5030607" y="506824"/>
                  </a:lnTo>
                  <a:lnTo>
                    <a:pt x="5030701" y="506824"/>
                  </a:lnTo>
                  <a:lnTo>
                    <a:pt x="5030795" y="506824"/>
                  </a:lnTo>
                  <a:lnTo>
                    <a:pt x="5030889" y="506824"/>
                  </a:lnTo>
                  <a:lnTo>
                    <a:pt x="5030983" y="506824"/>
                  </a:lnTo>
                  <a:lnTo>
                    <a:pt x="5031077" y="506824"/>
                  </a:lnTo>
                  <a:lnTo>
                    <a:pt x="5031171" y="506824"/>
                  </a:lnTo>
                  <a:lnTo>
                    <a:pt x="5031265" y="506824"/>
                  </a:lnTo>
                  <a:lnTo>
                    <a:pt x="5031359" y="506824"/>
                  </a:lnTo>
                  <a:lnTo>
                    <a:pt x="5031453" y="506824"/>
                  </a:lnTo>
                  <a:lnTo>
                    <a:pt x="5031547" y="506824"/>
                  </a:lnTo>
                  <a:lnTo>
                    <a:pt x="5031641" y="506824"/>
                  </a:lnTo>
                  <a:lnTo>
                    <a:pt x="5031735" y="506824"/>
                  </a:lnTo>
                  <a:lnTo>
                    <a:pt x="5031829" y="506824"/>
                  </a:lnTo>
                  <a:lnTo>
                    <a:pt x="5031923" y="506824"/>
                  </a:lnTo>
                  <a:lnTo>
                    <a:pt x="5032017" y="506824"/>
                  </a:lnTo>
                  <a:lnTo>
                    <a:pt x="5032111" y="506824"/>
                  </a:lnTo>
                  <a:lnTo>
                    <a:pt x="5032205" y="506824"/>
                  </a:lnTo>
                  <a:lnTo>
                    <a:pt x="5032299" y="506824"/>
                  </a:lnTo>
                  <a:lnTo>
                    <a:pt x="5032393" y="506824"/>
                  </a:lnTo>
                  <a:lnTo>
                    <a:pt x="5032487" y="506824"/>
                  </a:lnTo>
                  <a:lnTo>
                    <a:pt x="5032581" y="506824"/>
                  </a:lnTo>
                  <a:lnTo>
                    <a:pt x="5032675" y="506824"/>
                  </a:lnTo>
                  <a:lnTo>
                    <a:pt x="5032770" y="506824"/>
                  </a:lnTo>
                  <a:lnTo>
                    <a:pt x="5032864" y="506824"/>
                  </a:lnTo>
                  <a:lnTo>
                    <a:pt x="5032958" y="506824"/>
                  </a:lnTo>
                  <a:lnTo>
                    <a:pt x="5033052" y="506824"/>
                  </a:lnTo>
                  <a:lnTo>
                    <a:pt x="5033146" y="506824"/>
                  </a:lnTo>
                  <a:lnTo>
                    <a:pt x="5033240" y="506824"/>
                  </a:lnTo>
                  <a:lnTo>
                    <a:pt x="5033334" y="506824"/>
                  </a:lnTo>
                  <a:lnTo>
                    <a:pt x="5033428" y="506824"/>
                  </a:lnTo>
                  <a:lnTo>
                    <a:pt x="5033522" y="506824"/>
                  </a:lnTo>
                  <a:lnTo>
                    <a:pt x="5033616" y="506824"/>
                  </a:lnTo>
                  <a:lnTo>
                    <a:pt x="5033710" y="506824"/>
                  </a:lnTo>
                  <a:lnTo>
                    <a:pt x="5033804" y="506824"/>
                  </a:lnTo>
                  <a:lnTo>
                    <a:pt x="5033898" y="506824"/>
                  </a:lnTo>
                  <a:lnTo>
                    <a:pt x="5033992" y="506824"/>
                  </a:lnTo>
                  <a:lnTo>
                    <a:pt x="5034086" y="506824"/>
                  </a:lnTo>
                  <a:lnTo>
                    <a:pt x="5034180" y="506824"/>
                  </a:lnTo>
                  <a:lnTo>
                    <a:pt x="5034274" y="506824"/>
                  </a:lnTo>
                  <a:lnTo>
                    <a:pt x="5034368" y="506824"/>
                  </a:lnTo>
                  <a:lnTo>
                    <a:pt x="5034462" y="506824"/>
                  </a:lnTo>
                  <a:lnTo>
                    <a:pt x="5034556" y="506824"/>
                  </a:lnTo>
                  <a:lnTo>
                    <a:pt x="5034650" y="506824"/>
                  </a:lnTo>
                  <a:lnTo>
                    <a:pt x="5034744" y="506824"/>
                  </a:lnTo>
                  <a:lnTo>
                    <a:pt x="5034838" y="506824"/>
                  </a:lnTo>
                  <a:lnTo>
                    <a:pt x="5034932" y="506824"/>
                  </a:lnTo>
                  <a:lnTo>
                    <a:pt x="5035026" y="506824"/>
                  </a:lnTo>
                  <a:lnTo>
                    <a:pt x="5035120" y="506824"/>
                  </a:lnTo>
                  <a:lnTo>
                    <a:pt x="5035214" y="506824"/>
                  </a:lnTo>
                  <a:lnTo>
                    <a:pt x="5035308" y="506824"/>
                  </a:lnTo>
                  <a:lnTo>
                    <a:pt x="5035402" y="506824"/>
                  </a:lnTo>
                  <a:lnTo>
                    <a:pt x="5035496" y="506824"/>
                  </a:lnTo>
                  <a:lnTo>
                    <a:pt x="5035590" y="506824"/>
                  </a:lnTo>
                  <a:lnTo>
                    <a:pt x="5035684" y="506824"/>
                  </a:lnTo>
                  <a:lnTo>
                    <a:pt x="5035778" y="506824"/>
                  </a:lnTo>
                  <a:lnTo>
                    <a:pt x="5035872" y="506824"/>
                  </a:lnTo>
                  <a:lnTo>
                    <a:pt x="5035966" y="506824"/>
                  </a:lnTo>
                  <a:lnTo>
                    <a:pt x="5036060" y="506824"/>
                  </a:lnTo>
                  <a:lnTo>
                    <a:pt x="5036154" y="506824"/>
                  </a:lnTo>
                  <a:lnTo>
                    <a:pt x="5036248" y="506824"/>
                  </a:lnTo>
                  <a:lnTo>
                    <a:pt x="5036343" y="506824"/>
                  </a:lnTo>
                  <a:lnTo>
                    <a:pt x="5036437" y="506824"/>
                  </a:lnTo>
                  <a:lnTo>
                    <a:pt x="5036531" y="506824"/>
                  </a:lnTo>
                  <a:lnTo>
                    <a:pt x="5036625" y="506824"/>
                  </a:lnTo>
                  <a:lnTo>
                    <a:pt x="5036719" y="506824"/>
                  </a:lnTo>
                  <a:lnTo>
                    <a:pt x="5036813" y="506824"/>
                  </a:lnTo>
                  <a:lnTo>
                    <a:pt x="5036907" y="506824"/>
                  </a:lnTo>
                  <a:lnTo>
                    <a:pt x="5037001" y="506824"/>
                  </a:lnTo>
                  <a:lnTo>
                    <a:pt x="5037095" y="506824"/>
                  </a:lnTo>
                  <a:lnTo>
                    <a:pt x="5037189" y="506824"/>
                  </a:lnTo>
                  <a:lnTo>
                    <a:pt x="5037283" y="506824"/>
                  </a:lnTo>
                  <a:lnTo>
                    <a:pt x="5037377" y="506824"/>
                  </a:lnTo>
                  <a:lnTo>
                    <a:pt x="5037471" y="506824"/>
                  </a:lnTo>
                  <a:lnTo>
                    <a:pt x="5037565" y="506824"/>
                  </a:lnTo>
                  <a:lnTo>
                    <a:pt x="5037659" y="506824"/>
                  </a:lnTo>
                  <a:lnTo>
                    <a:pt x="5037753" y="506824"/>
                  </a:lnTo>
                  <a:lnTo>
                    <a:pt x="5037847" y="506824"/>
                  </a:lnTo>
                  <a:lnTo>
                    <a:pt x="5037941" y="506824"/>
                  </a:lnTo>
                  <a:lnTo>
                    <a:pt x="5038035" y="506824"/>
                  </a:lnTo>
                  <a:lnTo>
                    <a:pt x="5038129" y="506824"/>
                  </a:lnTo>
                  <a:lnTo>
                    <a:pt x="5038223" y="506824"/>
                  </a:lnTo>
                  <a:lnTo>
                    <a:pt x="5038317" y="506824"/>
                  </a:lnTo>
                  <a:lnTo>
                    <a:pt x="5038411" y="506824"/>
                  </a:lnTo>
                  <a:lnTo>
                    <a:pt x="5038505" y="506824"/>
                  </a:lnTo>
                  <a:lnTo>
                    <a:pt x="5038599" y="506824"/>
                  </a:lnTo>
                  <a:lnTo>
                    <a:pt x="5038693" y="506824"/>
                  </a:lnTo>
                  <a:lnTo>
                    <a:pt x="5038787" y="506824"/>
                  </a:lnTo>
                  <a:lnTo>
                    <a:pt x="5038881" y="506824"/>
                  </a:lnTo>
                  <a:lnTo>
                    <a:pt x="5038975" y="506824"/>
                  </a:lnTo>
                  <a:lnTo>
                    <a:pt x="5039069" y="506824"/>
                  </a:lnTo>
                  <a:lnTo>
                    <a:pt x="5039163" y="506824"/>
                  </a:lnTo>
                  <a:lnTo>
                    <a:pt x="5039257" y="506824"/>
                  </a:lnTo>
                  <a:lnTo>
                    <a:pt x="5039351" y="506824"/>
                  </a:lnTo>
                  <a:lnTo>
                    <a:pt x="5039445" y="506824"/>
                  </a:lnTo>
                  <a:lnTo>
                    <a:pt x="5039539" y="506824"/>
                  </a:lnTo>
                  <a:lnTo>
                    <a:pt x="5039633" y="506824"/>
                  </a:lnTo>
                  <a:lnTo>
                    <a:pt x="5039727" y="506824"/>
                  </a:lnTo>
                  <a:lnTo>
                    <a:pt x="5039822" y="506824"/>
                  </a:lnTo>
                  <a:lnTo>
                    <a:pt x="5039916" y="506824"/>
                  </a:lnTo>
                  <a:lnTo>
                    <a:pt x="5040010" y="506824"/>
                  </a:lnTo>
                  <a:lnTo>
                    <a:pt x="5040104" y="506824"/>
                  </a:lnTo>
                  <a:lnTo>
                    <a:pt x="5040198" y="506824"/>
                  </a:lnTo>
                  <a:lnTo>
                    <a:pt x="5040292" y="506824"/>
                  </a:lnTo>
                  <a:lnTo>
                    <a:pt x="5040386" y="506824"/>
                  </a:lnTo>
                  <a:lnTo>
                    <a:pt x="5040480" y="506824"/>
                  </a:lnTo>
                  <a:lnTo>
                    <a:pt x="5040574" y="506824"/>
                  </a:lnTo>
                  <a:lnTo>
                    <a:pt x="5040574" y="501545"/>
                  </a:lnTo>
                  <a:lnTo>
                    <a:pt x="5040668" y="501545"/>
                  </a:lnTo>
                  <a:lnTo>
                    <a:pt x="5040762" y="501545"/>
                  </a:lnTo>
                  <a:lnTo>
                    <a:pt x="5040856" y="501545"/>
                  </a:lnTo>
                  <a:lnTo>
                    <a:pt x="5040950" y="501545"/>
                  </a:lnTo>
                  <a:lnTo>
                    <a:pt x="5041044" y="501545"/>
                  </a:lnTo>
                  <a:lnTo>
                    <a:pt x="5041138" y="501545"/>
                  </a:lnTo>
                  <a:lnTo>
                    <a:pt x="5041232" y="501545"/>
                  </a:lnTo>
                  <a:lnTo>
                    <a:pt x="5041326" y="501545"/>
                  </a:lnTo>
                  <a:lnTo>
                    <a:pt x="5041420" y="501545"/>
                  </a:lnTo>
                  <a:lnTo>
                    <a:pt x="5041514" y="501545"/>
                  </a:lnTo>
                  <a:lnTo>
                    <a:pt x="5041608" y="501545"/>
                  </a:lnTo>
                  <a:lnTo>
                    <a:pt x="5041702" y="501545"/>
                  </a:lnTo>
                  <a:lnTo>
                    <a:pt x="5041796" y="501545"/>
                  </a:lnTo>
                  <a:lnTo>
                    <a:pt x="5041890" y="501545"/>
                  </a:lnTo>
                  <a:lnTo>
                    <a:pt x="5041984" y="501545"/>
                  </a:lnTo>
                  <a:lnTo>
                    <a:pt x="5042078" y="501545"/>
                  </a:lnTo>
                  <a:lnTo>
                    <a:pt x="5042172" y="501545"/>
                  </a:lnTo>
                  <a:lnTo>
                    <a:pt x="5042266" y="501545"/>
                  </a:lnTo>
                  <a:lnTo>
                    <a:pt x="5042360" y="501545"/>
                  </a:lnTo>
                  <a:lnTo>
                    <a:pt x="5042454" y="501545"/>
                  </a:lnTo>
                  <a:lnTo>
                    <a:pt x="5042548" y="501545"/>
                  </a:lnTo>
                  <a:lnTo>
                    <a:pt x="5042642" y="501545"/>
                  </a:lnTo>
                  <a:lnTo>
                    <a:pt x="5042736" y="501545"/>
                  </a:lnTo>
                  <a:lnTo>
                    <a:pt x="5042830" y="501545"/>
                  </a:lnTo>
                  <a:lnTo>
                    <a:pt x="5042924" y="501545"/>
                  </a:lnTo>
                  <a:lnTo>
                    <a:pt x="5043018" y="501545"/>
                  </a:lnTo>
                  <a:lnTo>
                    <a:pt x="5043112" y="501545"/>
                  </a:lnTo>
                  <a:lnTo>
                    <a:pt x="5043206" y="501545"/>
                  </a:lnTo>
                  <a:lnTo>
                    <a:pt x="5043300" y="501545"/>
                  </a:lnTo>
                  <a:lnTo>
                    <a:pt x="5043395" y="501545"/>
                  </a:lnTo>
                  <a:lnTo>
                    <a:pt x="5043489" y="501545"/>
                  </a:lnTo>
                  <a:lnTo>
                    <a:pt x="5043583" y="501545"/>
                  </a:lnTo>
                  <a:lnTo>
                    <a:pt x="5043677" y="501545"/>
                  </a:lnTo>
                  <a:lnTo>
                    <a:pt x="5043771" y="501545"/>
                  </a:lnTo>
                  <a:lnTo>
                    <a:pt x="5043865" y="501545"/>
                  </a:lnTo>
                  <a:lnTo>
                    <a:pt x="5043959" y="501545"/>
                  </a:lnTo>
                  <a:lnTo>
                    <a:pt x="5044053" y="501545"/>
                  </a:lnTo>
                  <a:lnTo>
                    <a:pt x="5044147" y="501545"/>
                  </a:lnTo>
                  <a:lnTo>
                    <a:pt x="5044241" y="501545"/>
                  </a:lnTo>
                  <a:lnTo>
                    <a:pt x="5044335" y="501545"/>
                  </a:lnTo>
                  <a:lnTo>
                    <a:pt x="5044429" y="501545"/>
                  </a:lnTo>
                  <a:lnTo>
                    <a:pt x="5044523" y="501545"/>
                  </a:lnTo>
                  <a:lnTo>
                    <a:pt x="5044617" y="501545"/>
                  </a:lnTo>
                  <a:lnTo>
                    <a:pt x="5044711" y="501545"/>
                  </a:lnTo>
                  <a:lnTo>
                    <a:pt x="5044805" y="501545"/>
                  </a:lnTo>
                  <a:lnTo>
                    <a:pt x="5044899" y="501545"/>
                  </a:lnTo>
                  <a:lnTo>
                    <a:pt x="5044993" y="501545"/>
                  </a:lnTo>
                  <a:lnTo>
                    <a:pt x="5045087" y="501545"/>
                  </a:lnTo>
                  <a:lnTo>
                    <a:pt x="5045181" y="501545"/>
                  </a:lnTo>
                  <a:lnTo>
                    <a:pt x="5045275" y="501545"/>
                  </a:lnTo>
                  <a:lnTo>
                    <a:pt x="5045369" y="501545"/>
                  </a:lnTo>
                  <a:lnTo>
                    <a:pt x="5045463" y="501545"/>
                  </a:lnTo>
                  <a:lnTo>
                    <a:pt x="5045557" y="501545"/>
                  </a:lnTo>
                  <a:lnTo>
                    <a:pt x="5045651" y="501545"/>
                  </a:lnTo>
                  <a:lnTo>
                    <a:pt x="5045745" y="501545"/>
                  </a:lnTo>
                  <a:lnTo>
                    <a:pt x="5045839" y="501545"/>
                  </a:lnTo>
                  <a:lnTo>
                    <a:pt x="5045933" y="501545"/>
                  </a:lnTo>
                  <a:lnTo>
                    <a:pt x="5046027" y="501545"/>
                  </a:lnTo>
                  <a:lnTo>
                    <a:pt x="5046121" y="501545"/>
                  </a:lnTo>
                  <a:lnTo>
                    <a:pt x="5046215" y="501545"/>
                  </a:lnTo>
                  <a:lnTo>
                    <a:pt x="5046309" y="501545"/>
                  </a:lnTo>
                  <a:lnTo>
                    <a:pt x="5046403" y="501545"/>
                  </a:lnTo>
                  <a:lnTo>
                    <a:pt x="5046497" y="501545"/>
                  </a:lnTo>
                  <a:lnTo>
                    <a:pt x="5046591" y="501545"/>
                  </a:lnTo>
                  <a:lnTo>
                    <a:pt x="5046685" y="501545"/>
                  </a:lnTo>
                  <a:lnTo>
                    <a:pt x="5046779" y="501545"/>
                  </a:lnTo>
                  <a:lnTo>
                    <a:pt x="5046779" y="496265"/>
                  </a:lnTo>
                  <a:lnTo>
                    <a:pt x="5046873" y="496265"/>
                  </a:lnTo>
                  <a:lnTo>
                    <a:pt x="5046968" y="496265"/>
                  </a:lnTo>
                  <a:lnTo>
                    <a:pt x="5047062" y="496265"/>
                  </a:lnTo>
                  <a:lnTo>
                    <a:pt x="5047156" y="496265"/>
                  </a:lnTo>
                  <a:lnTo>
                    <a:pt x="5047250" y="496265"/>
                  </a:lnTo>
                  <a:lnTo>
                    <a:pt x="5047344" y="496265"/>
                  </a:lnTo>
                  <a:lnTo>
                    <a:pt x="5047438" y="496265"/>
                  </a:lnTo>
                  <a:lnTo>
                    <a:pt x="5047532" y="496265"/>
                  </a:lnTo>
                  <a:lnTo>
                    <a:pt x="5047626" y="496265"/>
                  </a:lnTo>
                  <a:lnTo>
                    <a:pt x="5047720" y="496265"/>
                  </a:lnTo>
                  <a:lnTo>
                    <a:pt x="5047814" y="496265"/>
                  </a:lnTo>
                  <a:lnTo>
                    <a:pt x="5047908" y="496265"/>
                  </a:lnTo>
                  <a:lnTo>
                    <a:pt x="5048002" y="496265"/>
                  </a:lnTo>
                  <a:lnTo>
                    <a:pt x="5048096" y="496265"/>
                  </a:lnTo>
                  <a:lnTo>
                    <a:pt x="5048190" y="496265"/>
                  </a:lnTo>
                  <a:lnTo>
                    <a:pt x="5048284" y="496265"/>
                  </a:lnTo>
                  <a:lnTo>
                    <a:pt x="5048378" y="496265"/>
                  </a:lnTo>
                  <a:lnTo>
                    <a:pt x="5048472" y="496265"/>
                  </a:lnTo>
                  <a:lnTo>
                    <a:pt x="5048566" y="496265"/>
                  </a:lnTo>
                  <a:lnTo>
                    <a:pt x="5048660" y="496265"/>
                  </a:lnTo>
                  <a:lnTo>
                    <a:pt x="5048754" y="496265"/>
                  </a:lnTo>
                  <a:lnTo>
                    <a:pt x="5048848" y="496265"/>
                  </a:lnTo>
                  <a:lnTo>
                    <a:pt x="5048942" y="496265"/>
                  </a:lnTo>
                  <a:lnTo>
                    <a:pt x="5049036" y="496265"/>
                  </a:lnTo>
                  <a:lnTo>
                    <a:pt x="5049130" y="496265"/>
                  </a:lnTo>
                  <a:lnTo>
                    <a:pt x="5049224" y="496265"/>
                  </a:lnTo>
                  <a:lnTo>
                    <a:pt x="5049318" y="496265"/>
                  </a:lnTo>
                  <a:lnTo>
                    <a:pt x="5049412" y="496265"/>
                  </a:lnTo>
                  <a:lnTo>
                    <a:pt x="5049506" y="496265"/>
                  </a:lnTo>
                  <a:lnTo>
                    <a:pt x="5049600" y="496265"/>
                  </a:lnTo>
                  <a:lnTo>
                    <a:pt x="5049694" y="496265"/>
                  </a:lnTo>
                  <a:lnTo>
                    <a:pt x="5049788" y="496265"/>
                  </a:lnTo>
                  <a:lnTo>
                    <a:pt x="5049882" y="496265"/>
                  </a:lnTo>
                  <a:lnTo>
                    <a:pt x="5049976" y="496265"/>
                  </a:lnTo>
                  <a:lnTo>
                    <a:pt x="5050070" y="496265"/>
                  </a:lnTo>
                  <a:lnTo>
                    <a:pt x="5050164" y="496265"/>
                  </a:lnTo>
                  <a:lnTo>
                    <a:pt x="5050258" y="496265"/>
                  </a:lnTo>
                  <a:lnTo>
                    <a:pt x="5050352" y="496265"/>
                  </a:lnTo>
                  <a:lnTo>
                    <a:pt x="5050447" y="496265"/>
                  </a:lnTo>
                  <a:lnTo>
                    <a:pt x="5050541" y="496265"/>
                  </a:lnTo>
                  <a:lnTo>
                    <a:pt x="5050635" y="496265"/>
                  </a:lnTo>
                  <a:lnTo>
                    <a:pt x="5050635" y="490986"/>
                  </a:lnTo>
                  <a:lnTo>
                    <a:pt x="5050729" y="490986"/>
                  </a:lnTo>
                  <a:lnTo>
                    <a:pt x="5050823" y="490986"/>
                  </a:lnTo>
                  <a:lnTo>
                    <a:pt x="5050917" y="490986"/>
                  </a:lnTo>
                  <a:lnTo>
                    <a:pt x="5051011" y="490986"/>
                  </a:lnTo>
                  <a:lnTo>
                    <a:pt x="5051105" y="490986"/>
                  </a:lnTo>
                  <a:lnTo>
                    <a:pt x="5051199" y="490986"/>
                  </a:lnTo>
                  <a:lnTo>
                    <a:pt x="5051293" y="490986"/>
                  </a:lnTo>
                  <a:lnTo>
                    <a:pt x="5051387" y="490986"/>
                  </a:lnTo>
                  <a:lnTo>
                    <a:pt x="5051481" y="490986"/>
                  </a:lnTo>
                  <a:lnTo>
                    <a:pt x="5051575" y="490986"/>
                  </a:lnTo>
                  <a:lnTo>
                    <a:pt x="5051669" y="490986"/>
                  </a:lnTo>
                  <a:lnTo>
                    <a:pt x="5051763" y="490986"/>
                  </a:lnTo>
                  <a:lnTo>
                    <a:pt x="5051857" y="490986"/>
                  </a:lnTo>
                  <a:lnTo>
                    <a:pt x="5051951" y="490986"/>
                  </a:lnTo>
                  <a:lnTo>
                    <a:pt x="5052045" y="490986"/>
                  </a:lnTo>
                  <a:lnTo>
                    <a:pt x="5052139" y="490986"/>
                  </a:lnTo>
                  <a:lnTo>
                    <a:pt x="5052233" y="490986"/>
                  </a:lnTo>
                  <a:lnTo>
                    <a:pt x="5052327" y="490986"/>
                  </a:lnTo>
                  <a:lnTo>
                    <a:pt x="5052421" y="490986"/>
                  </a:lnTo>
                  <a:lnTo>
                    <a:pt x="5052515" y="490986"/>
                  </a:lnTo>
                  <a:lnTo>
                    <a:pt x="5052609" y="490986"/>
                  </a:lnTo>
                  <a:lnTo>
                    <a:pt x="5052703" y="490986"/>
                  </a:lnTo>
                  <a:lnTo>
                    <a:pt x="5052797" y="490986"/>
                  </a:lnTo>
                  <a:lnTo>
                    <a:pt x="5052891" y="490986"/>
                  </a:lnTo>
                  <a:lnTo>
                    <a:pt x="5052985" y="490986"/>
                  </a:lnTo>
                  <a:lnTo>
                    <a:pt x="5053079" y="490986"/>
                  </a:lnTo>
                  <a:lnTo>
                    <a:pt x="5053173" y="490986"/>
                  </a:lnTo>
                  <a:lnTo>
                    <a:pt x="5053267" y="490986"/>
                  </a:lnTo>
                  <a:lnTo>
                    <a:pt x="5053361" y="490986"/>
                  </a:lnTo>
                  <a:lnTo>
                    <a:pt x="5053455" y="490986"/>
                  </a:lnTo>
                  <a:lnTo>
                    <a:pt x="5053549" y="490986"/>
                  </a:lnTo>
                  <a:lnTo>
                    <a:pt x="5053643" y="490986"/>
                  </a:lnTo>
                  <a:lnTo>
                    <a:pt x="5053737" y="490986"/>
                  </a:lnTo>
                  <a:lnTo>
                    <a:pt x="5053831" y="490986"/>
                  </a:lnTo>
                  <a:lnTo>
                    <a:pt x="5053925" y="490986"/>
                  </a:lnTo>
                  <a:lnTo>
                    <a:pt x="5054020" y="490986"/>
                  </a:lnTo>
                  <a:lnTo>
                    <a:pt x="5054114" y="490986"/>
                  </a:lnTo>
                  <a:lnTo>
                    <a:pt x="5054208" y="490986"/>
                  </a:lnTo>
                  <a:lnTo>
                    <a:pt x="5054302" y="490986"/>
                  </a:lnTo>
                  <a:lnTo>
                    <a:pt x="5054396" y="490986"/>
                  </a:lnTo>
                  <a:lnTo>
                    <a:pt x="5054490" y="490986"/>
                  </a:lnTo>
                  <a:lnTo>
                    <a:pt x="5054584" y="490986"/>
                  </a:lnTo>
                  <a:lnTo>
                    <a:pt x="5054678" y="490986"/>
                  </a:lnTo>
                  <a:lnTo>
                    <a:pt x="5054772" y="490986"/>
                  </a:lnTo>
                  <a:lnTo>
                    <a:pt x="5054866" y="490986"/>
                  </a:lnTo>
                  <a:lnTo>
                    <a:pt x="5054960" y="490986"/>
                  </a:lnTo>
                  <a:lnTo>
                    <a:pt x="5055054" y="490986"/>
                  </a:lnTo>
                  <a:lnTo>
                    <a:pt x="5055148" y="490986"/>
                  </a:lnTo>
                  <a:lnTo>
                    <a:pt x="5055242" y="490986"/>
                  </a:lnTo>
                  <a:lnTo>
                    <a:pt x="5055336" y="490986"/>
                  </a:lnTo>
                  <a:lnTo>
                    <a:pt x="5055430" y="490986"/>
                  </a:lnTo>
                  <a:lnTo>
                    <a:pt x="5055524" y="490986"/>
                  </a:lnTo>
                  <a:lnTo>
                    <a:pt x="5055618" y="490986"/>
                  </a:lnTo>
                  <a:lnTo>
                    <a:pt x="5055712" y="490986"/>
                  </a:lnTo>
                  <a:lnTo>
                    <a:pt x="5055806" y="490986"/>
                  </a:lnTo>
                  <a:lnTo>
                    <a:pt x="5055900" y="490986"/>
                  </a:lnTo>
                  <a:lnTo>
                    <a:pt x="5055994" y="490986"/>
                  </a:lnTo>
                  <a:lnTo>
                    <a:pt x="5056088" y="490986"/>
                  </a:lnTo>
                  <a:lnTo>
                    <a:pt x="5056182" y="490986"/>
                  </a:lnTo>
                  <a:lnTo>
                    <a:pt x="5056276" y="490986"/>
                  </a:lnTo>
                  <a:lnTo>
                    <a:pt x="5056370" y="490986"/>
                  </a:lnTo>
                  <a:lnTo>
                    <a:pt x="5056464" y="490986"/>
                  </a:lnTo>
                  <a:lnTo>
                    <a:pt x="5056558" y="490986"/>
                  </a:lnTo>
                  <a:lnTo>
                    <a:pt x="5056652" y="490986"/>
                  </a:lnTo>
                  <a:lnTo>
                    <a:pt x="5056746" y="490986"/>
                  </a:lnTo>
                  <a:lnTo>
                    <a:pt x="5056840" y="490986"/>
                  </a:lnTo>
                  <a:lnTo>
                    <a:pt x="5056934" y="490986"/>
                  </a:lnTo>
                  <a:lnTo>
                    <a:pt x="5057028" y="490986"/>
                  </a:lnTo>
                  <a:lnTo>
                    <a:pt x="5057122" y="490986"/>
                  </a:lnTo>
                  <a:lnTo>
                    <a:pt x="5057216" y="490986"/>
                  </a:lnTo>
                  <a:lnTo>
                    <a:pt x="5057310" y="490986"/>
                  </a:lnTo>
                  <a:lnTo>
                    <a:pt x="5057404" y="490986"/>
                  </a:lnTo>
                  <a:lnTo>
                    <a:pt x="5057498" y="490986"/>
                  </a:lnTo>
                  <a:lnTo>
                    <a:pt x="5057593" y="490986"/>
                  </a:lnTo>
                  <a:lnTo>
                    <a:pt x="5057687" y="490986"/>
                  </a:lnTo>
                  <a:lnTo>
                    <a:pt x="5057781" y="490986"/>
                  </a:lnTo>
                  <a:lnTo>
                    <a:pt x="5057875" y="490986"/>
                  </a:lnTo>
                  <a:lnTo>
                    <a:pt x="5057969" y="490986"/>
                  </a:lnTo>
                  <a:lnTo>
                    <a:pt x="5058063" y="490986"/>
                  </a:lnTo>
                  <a:lnTo>
                    <a:pt x="5058157" y="490986"/>
                  </a:lnTo>
                  <a:lnTo>
                    <a:pt x="5058251" y="490986"/>
                  </a:lnTo>
                  <a:lnTo>
                    <a:pt x="5058345" y="490986"/>
                  </a:lnTo>
                  <a:lnTo>
                    <a:pt x="5058439" y="490986"/>
                  </a:lnTo>
                  <a:lnTo>
                    <a:pt x="5058533" y="490986"/>
                  </a:lnTo>
                  <a:lnTo>
                    <a:pt x="5058627" y="490986"/>
                  </a:lnTo>
                  <a:lnTo>
                    <a:pt x="5058721" y="490986"/>
                  </a:lnTo>
                  <a:lnTo>
                    <a:pt x="5058815" y="490986"/>
                  </a:lnTo>
                  <a:lnTo>
                    <a:pt x="5058909" y="490986"/>
                  </a:lnTo>
                  <a:lnTo>
                    <a:pt x="5059003" y="490986"/>
                  </a:lnTo>
                  <a:lnTo>
                    <a:pt x="5059097" y="490986"/>
                  </a:lnTo>
                  <a:lnTo>
                    <a:pt x="5059191" y="490986"/>
                  </a:lnTo>
                  <a:lnTo>
                    <a:pt x="5059285" y="490986"/>
                  </a:lnTo>
                  <a:lnTo>
                    <a:pt x="5059379" y="490986"/>
                  </a:lnTo>
                  <a:lnTo>
                    <a:pt x="5059473" y="490986"/>
                  </a:lnTo>
                  <a:lnTo>
                    <a:pt x="5059567" y="490986"/>
                  </a:lnTo>
                  <a:lnTo>
                    <a:pt x="5059567" y="485706"/>
                  </a:lnTo>
                  <a:lnTo>
                    <a:pt x="5059661" y="485706"/>
                  </a:lnTo>
                  <a:lnTo>
                    <a:pt x="5059755" y="485706"/>
                  </a:lnTo>
                  <a:lnTo>
                    <a:pt x="5059849" y="485706"/>
                  </a:lnTo>
                  <a:lnTo>
                    <a:pt x="5059943" y="485706"/>
                  </a:lnTo>
                  <a:lnTo>
                    <a:pt x="5060037" y="485706"/>
                  </a:lnTo>
                  <a:lnTo>
                    <a:pt x="5060131" y="485706"/>
                  </a:lnTo>
                  <a:lnTo>
                    <a:pt x="5060225" y="485706"/>
                  </a:lnTo>
                  <a:lnTo>
                    <a:pt x="5060319" y="485706"/>
                  </a:lnTo>
                  <a:lnTo>
                    <a:pt x="5060413" y="485706"/>
                  </a:lnTo>
                  <a:lnTo>
                    <a:pt x="5060507" y="485706"/>
                  </a:lnTo>
                  <a:lnTo>
                    <a:pt x="5060601" y="485706"/>
                  </a:lnTo>
                  <a:lnTo>
                    <a:pt x="5060695" y="485706"/>
                  </a:lnTo>
                  <a:lnTo>
                    <a:pt x="5060789" y="485706"/>
                  </a:lnTo>
                  <a:lnTo>
                    <a:pt x="5060883" y="485706"/>
                  </a:lnTo>
                  <a:lnTo>
                    <a:pt x="5060977" y="485706"/>
                  </a:lnTo>
                  <a:lnTo>
                    <a:pt x="5061072" y="485706"/>
                  </a:lnTo>
                  <a:lnTo>
                    <a:pt x="5061166" y="485706"/>
                  </a:lnTo>
                  <a:lnTo>
                    <a:pt x="5061260" y="485706"/>
                  </a:lnTo>
                  <a:lnTo>
                    <a:pt x="5061354" y="485706"/>
                  </a:lnTo>
                  <a:lnTo>
                    <a:pt x="5061448" y="485706"/>
                  </a:lnTo>
                  <a:lnTo>
                    <a:pt x="5061542" y="485706"/>
                  </a:lnTo>
                  <a:lnTo>
                    <a:pt x="5061636" y="485706"/>
                  </a:lnTo>
                  <a:lnTo>
                    <a:pt x="5061730" y="485706"/>
                  </a:lnTo>
                  <a:lnTo>
                    <a:pt x="5061824" y="485706"/>
                  </a:lnTo>
                  <a:lnTo>
                    <a:pt x="5061918" y="485706"/>
                  </a:lnTo>
                  <a:lnTo>
                    <a:pt x="5062012" y="485706"/>
                  </a:lnTo>
                  <a:lnTo>
                    <a:pt x="5062106" y="485706"/>
                  </a:lnTo>
                  <a:lnTo>
                    <a:pt x="5062200" y="485706"/>
                  </a:lnTo>
                  <a:lnTo>
                    <a:pt x="5062294" y="485706"/>
                  </a:lnTo>
                  <a:lnTo>
                    <a:pt x="5062388" y="485706"/>
                  </a:lnTo>
                  <a:lnTo>
                    <a:pt x="5062482" y="485706"/>
                  </a:lnTo>
                  <a:lnTo>
                    <a:pt x="5062576" y="485706"/>
                  </a:lnTo>
                  <a:lnTo>
                    <a:pt x="5062670" y="485706"/>
                  </a:lnTo>
                  <a:lnTo>
                    <a:pt x="5062764" y="485706"/>
                  </a:lnTo>
                  <a:lnTo>
                    <a:pt x="5062858" y="485706"/>
                  </a:lnTo>
                  <a:lnTo>
                    <a:pt x="5062952" y="485706"/>
                  </a:lnTo>
                  <a:lnTo>
                    <a:pt x="5063046" y="485706"/>
                  </a:lnTo>
                  <a:lnTo>
                    <a:pt x="5063140" y="485706"/>
                  </a:lnTo>
                  <a:lnTo>
                    <a:pt x="5063234" y="485706"/>
                  </a:lnTo>
                  <a:lnTo>
                    <a:pt x="5063328" y="485706"/>
                  </a:lnTo>
                  <a:lnTo>
                    <a:pt x="5063422" y="485706"/>
                  </a:lnTo>
                  <a:lnTo>
                    <a:pt x="5063516" y="485706"/>
                  </a:lnTo>
                  <a:lnTo>
                    <a:pt x="5063610" y="485706"/>
                  </a:lnTo>
                  <a:lnTo>
                    <a:pt x="5063704" y="485706"/>
                  </a:lnTo>
                  <a:lnTo>
                    <a:pt x="5063798" y="485706"/>
                  </a:lnTo>
                  <a:lnTo>
                    <a:pt x="5063892" y="485706"/>
                  </a:lnTo>
                  <a:lnTo>
                    <a:pt x="5063986" y="485706"/>
                  </a:lnTo>
                  <a:lnTo>
                    <a:pt x="5064080" y="485706"/>
                  </a:lnTo>
                  <a:lnTo>
                    <a:pt x="5064174" y="485706"/>
                  </a:lnTo>
                  <a:lnTo>
                    <a:pt x="5064268" y="485706"/>
                  </a:lnTo>
                  <a:lnTo>
                    <a:pt x="5064362" y="485706"/>
                  </a:lnTo>
                  <a:lnTo>
                    <a:pt x="5064456" y="485706"/>
                  </a:lnTo>
                  <a:lnTo>
                    <a:pt x="5064550" y="485706"/>
                  </a:lnTo>
                  <a:lnTo>
                    <a:pt x="5064645" y="485706"/>
                  </a:lnTo>
                  <a:lnTo>
                    <a:pt x="5064739" y="485706"/>
                  </a:lnTo>
                  <a:lnTo>
                    <a:pt x="5064833" y="485706"/>
                  </a:lnTo>
                  <a:lnTo>
                    <a:pt x="5064927" y="485706"/>
                  </a:lnTo>
                  <a:lnTo>
                    <a:pt x="5065021" y="485706"/>
                  </a:lnTo>
                  <a:lnTo>
                    <a:pt x="5065115" y="485706"/>
                  </a:lnTo>
                  <a:lnTo>
                    <a:pt x="5065209" y="485706"/>
                  </a:lnTo>
                  <a:lnTo>
                    <a:pt x="5065303" y="485706"/>
                  </a:lnTo>
                  <a:lnTo>
                    <a:pt x="5065397" y="485706"/>
                  </a:lnTo>
                  <a:lnTo>
                    <a:pt x="5065491" y="485706"/>
                  </a:lnTo>
                  <a:lnTo>
                    <a:pt x="5065585" y="485706"/>
                  </a:lnTo>
                  <a:lnTo>
                    <a:pt x="5065679" y="485706"/>
                  </a:lnTo>
                  <a:lnTo>
                    <a:pt x="5065773" y="485706"/>
                  </a:lnTo>
                  <a:lnTo>
                    <a:pt x="5065867" y="485706"/>
                  </a:lnTo>
                  <a:lnTo>
                    <a:pt x="5065961" y="485706"/>
                  </a:lnTo>
                  <a:lnTo>
                    <a:pt x="5066055" y="485706"/>
                  </a:lnTo>
                  <a:lnTo>
                    <a:pt x="5066149" y="485706"/>
                  </a:lnTo>
                  <a:lnTo>
                    <a:pt x="5066243" y="485706"/>
                  </a:lnTo>
                  <a:lnTo>
                    <a:pt x="5066337" y="485706"/>
                  </a:lnTo>
                  <a:lnTo>
                    <a:pt x="5066431" y="485706"/>
                  </a:lnTo>
                  <a:lnTo>
                    <a:pt x="5066525" y="485706"/>
                  </a:lnTo>
                  <a:lnTo>
                    <a:pt x="5066619" y="485706"/>
                  </a:lnTo>
                  <a:lnTo>
                    <a:pt x="5066713" y="485706"/>
                  </a:lnTo>
                  <a:lnTo>
                    <a:pt x="5066807" y="485706"/>
                  </a:lnTo>
                  <a:lnTo>
                    <a:pt x="5066901" y="485706"/>
                  </a:lnTo>
                  <a:lnTo>
                    <a:pt x="5066995" y="485706"/>
                  </a:lnTo>
                  <a:lnTo>
                    <a:pt x="5067089" y="485706"/>
                  </a:lnTo>
                  <a:lnTo>
                    <a:pt x="5067183" y="485706"/>
                  </a:lnTo>
                  <a:lnTo>
                    <a:pt x="5067277" y="485706"/>
                  </a:lnTo>
                  <a:lnTo>
                    <a:pt x="5067371" y="485706"/>
                  </a:lnTo>
                  <a:lnTo>
                    <a:pt x="5067465" y="485706"/>
                  </a:lnTo>
                  <a:lnTo>
                    <a:pt x="5067559" y="485706"/>
                  </a:lnTo>
                  <a:lnTo>
                    <a:pt x="5067653" y="485706"/>
                  </a:lnTo>
                  <a:lnTo>
                    <a:pt x="5067747" y="485706"/>
                  </a:lnTo>
                  <a:lnTo>
                    <a:pt x="5067841" y="485706"/>
                  </a:lnTo>
                  <a:lnTo>
                    <a:pt x="5067935" y="485706"/>
                  </a:lnTo>
                  <a:lnTo>
                    <a:pt x="5068029" y="485706"/>
                  </a:lnTo>
                  <a:lnTo>
                    <a:pt x="5068123" y="485706"/>
                  </a:lnTo>
                  <a:lnTo>
                    <a:pt x="5068218" y="485706"/>
                  </a:lnTo>
                  <a:lnTo>
                    <a:pt x="5068312" y="485706"/>
                  </a:lnTo>
                  <a:lnTo>
                    <a:pt x="5068406" y="485706"/>
                  </a:lnTo>
                  <a:lnTo>
                    <a:pt x="5068500" y="485706"/>
                  </a:lnTo>
                  <a:lnTo>
                    <a:pt x="5068594" y="485706"/>
                  </a:lnTo>
                  <a:lnTo>
                    <a:pt x="5068688" y="485706"/>
                  </a:lnTo>
                  <a:lnTo>
                    <a:pt x="5068782" y="485706"/>
                  </a:lnTo>
                  <a:lnTo>
                    <a:pt x="5068876" y="485706"/>
                  </a:lnTo>
                  <a:lnTo>
                    <a:pt x="5068970" y="485706"/>
                  </a:lnTo>
                  <a:lnTo>
                    <a:pt x="5069064" y="485706"/>
                  </a:lnTo>
                  <a:lnTo>
                    <a:pt x="5069158" y="485706"/>
                  </a:lnTo>
                  <a:lnTo>
                    <a:pt x="5069252" y="485706"/>
                  </a:lnTo>
                  <a:lnTo>
                    <a:pt x="5069346" y="485706"/>
                  </a:lnTo>
                  <a:lnTo>
                    <a:pt x="5069440" y="485706"/>
                  </a:lnTo>
                  <a:lnTo>
                    <a:pt x="5069534" y="485706"/>
                  </a:lnTo>
                  <a:lnTo>
                    <a:pt x="5069628" y="485706"/>
                  </a:lnTo>
                  <a:lnTo>
                    <a:pt x="5069722" y="485706"/>
                  </a:lnTo>
                  <a:lnTo>
                    <a:pt x="5069816" y="485706"/>
                  </a:lnTo>
                  <a:lnTo>
                    <a:pt x="5069910" y="485706"/>
                  </a:lnTo>
                  <a:lnTo>
                    <a:pt x="5070004" y="485706"/>
                  </a:lnTo>
                  <a:lnTo>
                    <a:pt x="5070098" y="485706"/>
                  </a:lnTo>
                  <a:lnTo>
                    <a:pt x="5070192" y="485706"/>
                  </a:lnTo>
                  <a:lnTo>
                    <a:pt x="5070286" y="485706"/>
                  </a:lnTo>
                  <a:lnTo>
                    <a:pt x="5070380" y="485706"/>
                  </a:lnTo>
                  <a:lnTo>
                    <a:pt x="5070474" y="485706"/>
                  </a:lnTo>
                  <a:lnTo>
                    <a:pt x="5070568" y="485706"/>
                  </a:lnTo>
                  <a:lnTo>
                    <a:pt x="5070662" y="485706"/>
                  </a:lnTo>
                  <a:lnTo>
                    <a:pt x="5070756" y="485706"/>
                  </a:lnTo>
                  <a:lnTo>
                    <a:pt x="5070756" y="480427"/>
                  </a:lnTo>
                  <a:lnTo>
                    <a:pt x="5070850" y="480427"/>
                  </a:lnTo>
                  <a:lnTo>
                    <a:pt x="5070944" y="480427"/>
                  </a:lnTo>
                  <a:lnTo>
                    <a:pt x="5071038" y="480427"/>
                  </a:lnTo>
                  <a:lnTo>
                    <a:pt x="5071132" y="480427"/>
                  </a:lnTo>
                  <a:lnTo>
                    <a:pt x="5071226" y="480427"/>
                  </a:lnTo>
                  <a:lnTo>
                    <a:pt x="5071320" y="480427"/>
                  </a:lnTo>
                  <a:lnTo>
                    <a:pt x="5071414" y="480427"/>
                  </a:lnTo>
                  <a:lnTo>
                    <a:pt x="5071508" y="480427"/>
                  </a:lnTo>
                  <a:lnTo>
                    <a:pt x="5071602" y="480427"/>
                  </a:lnTo>
                  <a:lnTo>
                    <a:pt x="5071696" y="480427"/>
                  </a:lnTo>
                  <a:lnTo>
                    <a:pt x="5071791" y="480427"/>
                  </a:lnTo>
                  <a:lnTo>
                    <a:pt x="5071885" y="480427"/>
                  </a:lnTo>
                  <a:lnTo>
                    <a:pt x="5071979" y="480427"/>
                  </a:lnTo>
                  <a:lnTo>
                    <a:pt x="5072073" y="480427"/>
                  </a:lnTo>
                  <a:lnTo>
                    <a:pt x="5072167" y="480427"/>
                  </a:lnTo>
                  <a:lnTo>
                    <a:pt x="5072261" y="480427"/>
                  </a:lnTo>
                  <a:lnTo>
                    <a:pt x="5072355" y="480427"/>
                  </a:lnTo>
                  <a:lnTo>
                    <a:pt x="5072449" y="480427"/>
                  </a:lnTo>
                  <a:lnTo>
                    <a:pt x="5072543" y="480427"/>
                  </a:lnTo>
                  <a:lnTo>
                    <a:pt x="5072637" y="480427"/>
                  </a:lnTo>
                  <a:lnTo>
                    <a:pt x="5072731" y="480427"/>
                  </a:lnTo>
                  <a:lnTo>
                    <a:pt x="5072825" y="480427"/>
                  </a:lnTo>
                  <a:lnTo>
                    <a:pt x="5072919" y="480427"/>
                  </a:lnTo>
                  <a:lnTo>
                    <a:pt x="5073013" y="480427"/>
                  </a:lnTo>
                  <a:lnTo>
                    <a:pt x="5073107" y="480427"/>
                  </a:lnTo>
                  <a:lnTo>
                    <a:pt x="5073201" y="480427"/>
                  </a:lnTo>
                  <a:lnTo>
                    <a:pt x="5073295" y="480427"/>
                  </a:lnTo>
                  <a:lnTo>
                    <a:pt x="5073389" y="480427"/>
                  </a:lnTo>
                  <a:lnTo>
                    <a:pt x="5073483" y="480427"/>
                  </a:lnTo>
                  <a:lnTo>
                    <a:pt x="5073577" y="480427"/>
                  </a:lnTo>
                  <a:lnTo>
                    <a:pt x="5073671" y="480427"/>
                  </a:lnTo>
                  <a:lnTo>
                    <a:pt x="5073765" y="480427"/>
                  </a:lnTo>
                  <a:lnTo>
                    <a:pt x="5073859" y="480427"/>
                  </a:lnTo>
                  <a:lnTo>
                    <a:pt x="5073953" y="480427"/>
                  </a:lnTo>
                  <a:lnTo>
                    <a:pt x="5074047" y="480427"/>
                  </a:lnTo>
                  <a:lnTo>
                    <a:pt x="5074141" y="480427"/>
                  </a:lnTo>
                  <a:lnTo>
                    <a:pt x="5074235" y="480427"/>
                  </a:lnTo>
                  <a:lnTo>
                    <a:pt x="5074329" y="480427"/>
                  </a:lnTo>
                  <a:lnTo>
                    <a:pt x="5074423" y="480427"/>
                  </a:lnTo>
                  <a:lnTo>
                    <a:pt x="5074517" y="480427"/>
                  </a:lnTo>
                  <a:lnTo>
                    <a:pt x="5074611" y="480427"/>
                  </a:lnTo>
                  <a:lnTo>
                    <a:pt x="5074705" y="480427"/>
                  </a:lnTo>
                  <a:lnTo>
                    <a:pt x="5074799" y="480427"/>
                  </a:lnTo>
                  <a:lnTo>
                    <a:pt x="5074893" y="480427"/>
                  </a:lnTo>
                  <a:lnTo>
                    <a:pt x="5074987" y="480427"/>
                  </a:lnTo>
                  <a:lnTo>
                    <a:pt x="5075081" y="480427"/>
                  </a:lnTo>
                  <a:lnTo>
                    <a:pt x="5075175" y="480427"/>
                  </a:lnTo>
                  <a:lnTo>
                    <a:pt x="5075270" y="480427"/>
                  </a:lnTo>
                  <a:lnTo>
                    <a:pt x="5075364" y="480427"/>
                  </a:lnTo>
                  <a:lnTo>
                    <a:pt x="5075458" y="480427"/>
                  </a:lnTo>
                  <a:lnTo>
                    <a:pt x="5075552" y="480427"/>
                  </a:lnTo>
                  <a:lnTo>
                    <a:pt x="5075646" y="480427"/>
                  </a:lnTo>
                  <a:lnTo>
                    <a:pt x="5075740" y="480427"/>
                  </a:lnTo>
                  <a:lnTo>
                    <a:pt x="5075834" y="480427"/>
                  </a:lnTo>
                  <a:lnTo>
                    <a:pt x="5075834" y="475147"/>
                  </a:lnTo>
                  <a:lnTo>
                    <a:pt x="5075928" y="475147"/>
                  </a:lnTo>
                  <a:lnTo>
                    <a:pt x="5076022" y="475147"/>
                  </a:lnTo>
                  <a:lnTo>
                    <a:pt x="5076116" y="475147"/>
                  </a:lnTo>
                  <a:lnTo>
                    <a:pt x="5076210" y="475147"/>
                  </a:lnTo>
                  <a:lnTo>
                    <a:pt x="5076304" y="475147"/>
                  </a:lnTo>
                  <a:lnTo>
                    <a:pt x="5076398" y="475147"/>
                  </a:lnTo>
                  <a:lnTo>
                    <a:pt x="5076492" y="475147"/>
                  </a:lnTo>
                  <a:lnTo>
                    <a:pt x="5076586" y="475147"/>
                  </a:lnTo>
                  <a:lnTo>
                    <a:pt x="5076680" y="475147"/>
                  </a:lnTo>
                  <a:lnTo>
                    <a:pt x="5076774" y="475147"/>
                  </a:lnTo>
                  <a:lnTo>
                    <a:pt x="5076868" y="475147"/>
                  </a:lnTo>
                  <a:lnTo>
                    <a:pt x="5076962" y="475147"/>
                  </a:lnTo>
                  <a:lnTo>
                    <a:pt x="5077056" y="475147"/>
                  </a:lnTo>
                  <a:lnTo>
                    <a:pt x="5077150" y="475147"/>
                  </a:lnTo>
                  <a:lnTo>
                    <a:pt x="5077244" y="475147"/>
                  </a:lnTo>
                  <a:lnTo>
                    <a:pt x="5077338" y="475147"/>
                  </a:lnTo>
                  <a:lnTo>
                    <a:pt x="5077432" y="475147"/>
                  </a:lnTo>
                  <a:lnTo>
                    <a:pt x="5077526" y="475147"/>
                  </a:lnTo>
                  <a:lnTo>
                    <a:pt x="5077620" y="475147"/>
                  </a:lnTo>
                  <a:lnTo>
                    <a:pt x="5077714" y="475147"/>
                  </a:lnTo>
                  <a:lnTo>
                    <a:pt x="5077808" y="475147"/>
                  </a:lnTo>
                  <a:lnTo>
                    <a:pt x="5077902" y="475147"/>
                  </a:lnTo>
                  <a:lnTo>
                    <a:pt x="5077996" y="475147"/>
                  </a:lnTo>
                  <a:lnTo>
                    <a:pt x="5078090" y="475147"/>
                  </a:lnTo>
                  <a:lnTo>
                    <a:pt x="5078184" y="475147"/>
                  </a:lnTo>
                  <a:lnTo>
                    <a:pt x="5078278" y="475147"/>
                  </a:lnTo>
                  <a:lnTo>
                    <a:pt x="5078372" y="475147"/>
                  </a:lnTo>
                  <a:lnTo>
                    <a:pt x="5078466" y="475147"/>
                  </a:lnTo>
                  <a:lnTo>
                    <a:pt x="5078560" y="475147"/>
                  </a:lnTo>
                  <a:lnTo>
                    <a:pt x="5078654" y="475147"/>
                  </a:lnTo>
                  <a:lnTo>
                    <a:pt x="5078748" y="475147"/>
                  </a:lnTo>
                  <a:lnTo>
                    <a:pt x="5078843" y="475147"/>
                  </a:lnTo>
                  <a:lnTo>
                    <a:pt x="5078937" y="475147"/>
                  </a:lnTo>
                  <a:lnTo>
                    <a:pt x="5079031" y="475147"/>
                  </a:lnTo>
                  <a:lnTo>
                    <a:pt x="5079125" y="475147"/>
                  </a:lnTo>
                  <a:lnTo>
                    <a:pt x="5079219" y="475147"/>
                  </a:lnTo>
                  <a:lnTo>
                    <a:pt x="5079313" y="475147"/>
                  </a:lnTo>
                  <a:lnTo>
                    <a:pt x="5079407" y="475147"/>
                  </a:lnTo>
                  <a:lnTo>
                    <a:pt x="5079501" y="475147"/>
                  </a:lnTo>
                  <a:lnTo>
                    <a:pt x="5079595" y="475147"/>
                  </a:lnTo>
                  <a:lnTo>
                    <a:pt x="5079689" y="475147"/>
                  </a:lnTo>
                  <a:lnTo>
                    <a:pt x="5079783" y="475147"/>
                  </a:lnTo>
                  <a:lnTo>
                    <a:pt x="5079877" y="475147"/>
                  </a:lnTo>
                  <a:lnTo>
                    <a:pt x="5079971" y="475147"/>
                  </a:lnTo>
                  <a:lnTo>
                    <a:pt x="5080065" y="475147"/>
                  </a:lnTo>
                  <a:lnTo>
                    <a:pt x="5080159" y="475147"/>
                  </a:lnTo>
                  <a:lnTo>
                    <a:pt x="5080253" y="475147"/>
                  </a:lnTo>
                  <a:lnTo>
                    <a:pt x="5080347" y="475147"/>
                  </a:lnTo>
                  <a:lnTo>
                    <a:pt x="5080441" y="475147"/>
                  </a:lnTo>
                  <a:lnTo>
                    <a:pt x="5080535" y="475147"/>
                  </a:lnTo>
                  <a:lnTo>
                    <a:pt x="5080629" y="475147"/>
                  </a:lnTo>
                  <a:lnTo>
                    <a:pt x="5080723" y="475147"/>
                  </a:lnTo>
                  <a:lnTo>
                    <a:pt x="5080817" y="475147"/>
                  </a:lnTo>
                  <a:lnTo>
                    <a:pt x="5080911" y="475147"/>
                  </a:lnTo>
                  <a:lnTo>
                    <a:pt x="5081005" y="475147"/>
                  </a:lnTo>
                  <a:lnTo>
                    <a:pt x="5081099" y="475147"/>
                  </a:lnTo>
                  <a:lnTo>
                    <a:pt x="5081193" y="475147"/>
                  </a:lnTo>
                  <a:lnTo>
                    <a:pt x="5081287" y="475147"/>
                  </a:lnTo>
                  <a:lnTo>
                    <a:pt x="5081381" y="475147"/>
                  </a:lnTo>
                  <a:lnTo>
                    <a:pt x="5081475" y="475147"/>
                  </a:lnTo>
                  <a:lnTo>
                    <a:pt x="5081569" y="475147"/>
                  </a:lnTo>
                  <a:lnTo>
                    <a:pt x="5081663" y="475147"/>
                  </a:lnTo>
                  <a:lnTo>
                    <a:pt x="5081757" y="475147"/>
                  </a:lnTo>
                  <a:lnTo>
                    <a:pt x="5081851" y="475147"/>
                  </a:lnTo>
                  <a:lnTo>
                    <a:pt x="5081945" y="475147"/>
                  </a:lnTo>
                  <a:lnTo>
                    <a:pt x="5082039" y="475147"/>
                  </a:lnTo>
                  <a:lnTo>
                    <a:pt x="5082133" y="475147"/>
                  </a:lnTo>
                  <a:lnTo>
                    <a:pt x="5082227" y="475147"/>
                  </a:lnTo>
                  <a:lnTo>
                    <a:pt x="5082321" y="475147"/>
                  </a:lnTo>
                  <a:lnTo>
                    <a:pt x="5082416" y="475147"/>
                  </a:lnTo>
                  <a:lnTo>
                    <a:pt x="5082416" y="469868"/>
                  </a:lnTo>
                  <a:lnTo>
                    <a:pt x="5082510" y="469868"/>
                  </a:lnTo>
                  <a:lnTo>
                    <a:pt x="5082604" y="469868"/>
                  </a:lnTo>
                  <a:lnTo>
                    <a:pt x="5082698" y="469868"/>
                  </a:lnTo>
                  <a:lnTo>
                    <a:pt x="5082792" y="469868"/>
                  </a:lnTo>
                  <a:lnTo>
                    <a:pt x="5082886" y="469868"/>
                  </a:lnTo>
                  <a:lnTo>
                    <a:pt x="5082980" y="469868"/>
                  </a:lnTo>
                  <a:lnTo>
                    <a:pt x="5083074" y="469868"/>
                  </a:lnTo>
                  <a:lnTo>
                    <a:pt x="5083168" y="469868"/>
                  </a:lnTo>
                  <a:lnTo>
                    <a:pt x="5083262" y="469868"/>
                  </a:lnTo>
                  <a:lnTo>
                    <a:pt x="5083356" y="469868"/>
                  </a:lnTo>
                  <a:lnTo>
                    <a:pt x="5083450" y="469868"/>
                  </a:lnTo>
                  <a:lnTo>
                    <a:pt x="5083544" y="469868"/>
                  </a:lnTo>
                  <a:lnTo>
                    <a:pt x="5083638" y="469868"/>
                  </a:lnTo>
                  <a:lnTo>
                    <a:pt x="5083732" y="469868"/>
                  </a:lnTo>
                  <a:lnTo>
                    <a:pt x="5083826" y="469868"/>
                  </a:lnTo>
                  <a:lnTo>
                    <a:pt x="5083920" y="469868"/>
                  </a:lnTo>
                  <a:lnTo>
                    <a:pt x="5084014" y="469868"/>
                  </a:lnTo>
                  <a:lnTo>
                    <a:pt x="5084108" y="469868"/>
                  </a:lnTo>
                  <a:lnTo>
                    <a:pt x="5084202" y="469868"/>
                  </a:lnTo>
                  <a:lnTo>
                    <a:pt x="5084296" y="469868"/>
                  </a:lnTo>
                  <a:lnTo>
                    <a:pt x="5084390" y="469868"/>
                  </a:lnTo>
                  <a:lnTo>
                    <a:pt x="5084484" y="469868"/>
                  </a:lnTo>
                  <a:lnTo>
                    <a:pt x="5084578" y="469868"/>
                  </a:lnTo>
                  <a:lnTo>
                    <a:pt x="5084672" y="469868"/>
                  </a:lnTo>
                  <a:lnTo>
                    <a:pt x="5084766" y="469868"/>
                  </a:lnTo>
                  <a:lnTo>
                    <a:pt x="5084860" y="469868"/>
                  </a:lnTo>
                  <a:lnTo>
                    <a:pt x="5084954" y="469868"/>
                  </a:lnTo>
                  <a:lnTo>
                    <a:pt x="5085048" y="469868"/>
                  </a:lnTo>
                  <a:lnTo>
                    <a:pt x="5085142" y="469868"/>
                  </a:lnTo>
                  <a:lnTo>
                    <a:pt x="5085236" y="469868"/>
                  </a:lnTo>
                  <a:lnTo>
                    <a:pt x="5085330" y="469868"/>
                  </a:lnTo>
                  <a:lnTo>
                    <a:pt x="5085424" y="469868"/>
                  </a:lnTo>
                  <a:lnTo>
                    <a:pt x="5085518" y="469868"/>
                  </a:lnTo>
                  <a:lnTo>
                    <a:pt x="5085612" y="469868"/>
                  </a:lnTo>
                  <a:lnTo>
                    <a:pt x="5085706" y="469868"/>
                  </a:lnTo>
                  <a:lnTo>
                    <a:pt x="5085800" y="469868"/>
                  </a:lnTo>
                  <a:lnTo>
                    <a:pt x="5085895" y="469868"/>
                  </a:lnTo>
                  <a:lnTo>
                    <a:pt x="5085989" y="469868"/>
                  </a:lnTo>
                  <a:lnTo>
                    <a:pt x="5086083" y="469868"/>
                  </a:lnTo>
                  <a:lnTo>
                    <a:pt x="5086177" y="469868"/>
                  </a:lnTo>
                  <a:lnTo>
                    <a:pt x="5086271" y="469868"/>
                  </a:lnTo>
                  <a:lnTo>
                    <a:pt x="5086365" y="469868"/>
                  </a:lnTo>
                  <a:lnTo>
                    <a:pt x="5086459" y="469868"/>
                  </a:lnTo>
                  <a:lnTo>
                    <a:pt x="5086553" y="469868"/>
                  </a:lnTo>
                  <a:lnTo>
                    <a:pt x="5086647" y="469868"/>
                  </a:lnTo>
                  <a:lnTo>
                    <a:pt x="5086741" y="469868"/>
                  </a:lnTo>
                  <a:lnTo>
                    <a:pt x="5086835" y="469868"/>
                  </a:lnTo>
                  <a:lnTo>
                    <a:pt x="5086835" y="464589"/>
                  </a:lnTo>
                  <a:lnTo>
                    <a:pt x="5086929" y="464589"/>
                  </a:lnTo>
                  <a:lnTo>
                    <a:pt x="5087023" y="464589"/>
                  </a:lnTo>
                  <a:lnTo>
                    <a:pt x="5087117" y="464589"/>
                  </a:lnTo>
                  <a:lnTo>
                    <a:pt x="5087211" y="464589"/>
                  </a:lnTo>
                  <a:lnTo>
                    <a:pt x="5087305" y="464589"/>
                  </a:lnTo>
                  <a:lnTo>
                    <a:pt x="5087399" y="464589"/>
                  </a:lnTo>
                  <a:lnTo>
                    <a:pt x="5087493" y="464589"/>
                  </a:lnTo>
                  <a:lnTo>
                    <a:pt x="5087587" y="464589"/>
                  </a:lnTo>
                  <a:lnTo>
                    <a:pt x="5087681" y="464589"/>
                  </a:lnTo>
                  <a:lnTo>
                    <a:pt x="5087775" y="464589"/>
                  </a:lnTo>
                  <a:lnTo>
                    <a:pt x="5087869" y="464589"/>
                  </a:lnTo>
                  <a:lnTo>
                    <a:pt x="5087963" y="464589"/>
                  </a:lnTo>
                  <a:lnTo>
                    <a:pt x="5088057" y="464589"/>
                  </a:lnTo>
                  <a:lnTo>
                    <a:pt x="5088151" y="464589"/>
                  </a:lnTo>
                  <a:lnTo>
                    <a:pt x="5088245" y="464589"/>
                  </a:lnTo>
                  <a:lnTo>
                    <a:pt x="5088339" y="464589"/>
                  </a:lnTo>
                  <a:lnTo>
                    <a:pt x="5088433" y="464589"/>
                  </a:lnTo>
                  <a:lnTo>
                    <a:pt x="5088527" y="464589"/>
                  </a:lnTo>
                  <a:lnTo>
                    <a:pt x="5088621" y="464589"/>
                  </a:lnTo>
                  <a:lnTo>
                    <a:pt x="5088715" y="464589"/>
                  </a:lnTo>
                  <a:lnTo>
                    <a:pt x="5088809" y="464589"/>
                  </a:lnTo>
                  <a:lnTo>
                    <a:pt x="5088903" y="464589"/>
                  </a:lnTo>
                  <a:lnTo>
                    <a:pt x="5088997" y="464589"/>
                  </a:lnTo>
                  <a:lnTo>
                    <a:pt x="5089091" y="464589"/>
                  </a:lnTo>
                  <a:lnTo>
                    <a:pt x="5089185" y="464589"/>
                  </a:lnTo>
                  <a:lnTo>
                    <a:pt x="5089279" y="464589"/>
                  </a:lnTo>
                  <a:lnTo>
                    <a:pt x="5089373" y="464589"/>
                  </a:lnTo>
                  <a:lnTo>
                    <a:pt x="5089468" y="464589"/>
                  </a:lnTo>
                  <a:lnTo>
                    <a:pt x="5089562" y="464589"/>
                  </a:lnTo>
                  <a:lnTo>
                    <a:pt x="5089656" y="464589"/>
                  </a:lnTo>
                  <a:lnTo>
                    <a:pt x="5089750" y="464589"/>
                  </a:lnTo>
                  <a:lnTo>
                    <a:pt x="5089844" y="464589"/>
                  </a:lnTo>
                  <a:lnTo>
                    <a:pt x="5089844" y="459309"/>
                  </a:lnTo>
                  <a:lnTo>
                    <a:pt x="5089938" y="459309"/>
                  </a:lnTo>
                  <a:lnTo>
                    <a:pt x="5090032" y="459309"/>
                  </a:lnTo>
                  <a:lnTo>
                    <a:pt x="5090126" y="459309"/>
                  </a:lnTo>
                  <a:lnTo>
                    <a:pt x="5090220" y="459309"/>
                  </a:lnTo>
                  <a:lnTo>
                    <a:pt x="5090314" y="459309"/>
                  </a:lnTo>
                  <a:lnTo>
                    <a:pt x="5090408" y="459309"/>
                  </a:lnTo>
                  <a:lnTo>
                    <a:pt x="5090502" y="459309"/>
                  </a:lnTo>
                  <a:lnTo>
                    <a:pt x="5090596" y="459309"/>
                  </a:lnTo>
                  <a:lnTo>
                    <a:pt x="5090690" y="459309"/>
                  </a:lnTo>
                  <a:lnTo>
                    <a:pt x="5090784" y="459309"/>
                  </a:lnTo>
                  <a:lnTo>
                    <a:pt x="5090878" y="459309"/>
                  </a:lnTo>
                  <a:lnTo>
                    <a:pt x="5090972" y="459309"/>
                  </a:lnTo>
                  <a:lnTo>
                    <a:pt x="5091066" y="459309"/>
                  </a:lnTo>
                  <a:lnTo>
                    <a:pt x="5091160" y="459309"/>
                  </a:lnTo>
                  <a:lnTo>
                    <a:pt x="5091254" y="459309"/>
                  </a:lnTo>
                  <a:lnTo>
                    <a:pt x="5091348" y="459309"/>
                  </a:lnTo>
                  <a:lnTo>
                    <a:pt x="5091442" y="459309"/>
                  </a:lnTo>
                  <a:lnTo>
                    <a:pt x="5091536" y="459309"/>
                  </a:lnTo>
                  <a:lnTo>
                    <a:pt x="5091630" y="459309"/>
                  </a:lnTo>
                  <a:lnTo>
                    <a:pt x="5091724" y="459309"/>
                  </a:lnTo>
                  <a:lnTo>
                    <a:pt x="5091818" y="459309"/>
                  </a:lnTo>
                  <a:lnTo>
                    <a:pt x="5091912" y="459309"/>
                  </a:lnTo>
                  <a:lnTo>
                    <a:pt x="5092006" y="459309"/>
                  </a:lnTo>
                  <a:lnTo>
                    <a:pt x="5092100" y="459309"/>
                  </a:lnTo>
                  <a:lnTo>
                    <a:pt x="5092194" y="459309"/>
                  </a:lnTo>
                  <a:lnTo>
                    <a:pt x="5092288" y="459309"/>
                  </a:lnTo>
                  <a:lnTo>
                    <a:pt x="5092382" y="459309"/>
                  </a:lnTo>
                  <a:lnTo>
                    <a:pt x="5092476" y="459309"/>
                  </a:lnTo>
                  <a:lnTo>
                    <a:pt x="5092570" y="459309"/>
                  </a:lnTo>
                  <a:lnTo>
                    <a:pt x="5092664" y="459309"/>
                  </a:lnTo>
                  <a:lnTo>
                    <a:pt x="5092758" y="459309"/>
                  </a:lnTo>
                  <a:lnTo>
                    <a:pt x="5092852" y="459309"/>
                  </a:lnTo>
                  <a:lnTo>
                    <a:pt x="5092946" y="459309"/>
                  </a:lnTo>
                  <a:lnTo>
                    <a:pt x="5092946" y="454030"/>
                  </a:lnTo>
                  <a:lnTo>
                    <a:pt x="5093041" y="454030"/>
                  </a:lnTo>
                  <a:lnTo>
                    <a:pt x="5093135" y="454030"/>
                  </a:lnTo>
                  <a:lnTo>
                    <a:pt x="5093229" y="454030"/>
                  </a:lnTo>
                  <a:lnTo>
                    <a:pt x="5093323" y="454030"/>
                  </a:lnTo>
                  <a:lnTo>
                    <a:pt x="5093417" y="454030"/>
                  </a:lnTo>
                  <a:lnTo>
                    <a:pt x="5093511" y="454030"/>
                  </a:lnTo>
                  <a:lnTo>
                    <a:pt x="5093605" y="454030"/>
                  </a:lnTo>
                  <a:lnTo>
                    <a:pt x="5093699" y="454030"/>
                  </a:lnTo>
                  <a:lnTo>
                    <a:pt x="5093793" y="454030"/>
                  </a:lnTo>
                  <a:lnTo>
                    <a:pt x="5093793" y="448750"/>
                  </a:lnTo>
                  <a:lnTo>
                    <a:pt x="5093887" y="448750"/>
                  </a:lnTo>
                  <a:lnTo>
                    <a:pt x="5093981" y="448750"/>
                  </a:lnTo>
                  <a:lnTo>
                    <a:pt x="5094075" y="448750"/>
                  </a:lnTo>
                  <a:lnTo>
                    <a:pt x="5094169" y="448750"/>
                  </a:lnTo>
                  <a:lnTo>
                    <a:pt x="5094263" y="448750"/>
                  </a:lnTo>
                  <a:lnTo>
                    <a:pt x="5094357" y="448750"/>
                  </a:lnTo>
                  <a:lnTo>
                    <a:pt x="5094451" y="448750"/>
                  </a:lnTo>
                  <a:lnTo>
                    <a:pt x="5094545" y="448750"/>
                  </a:lnTo>
                  <a:lnTo>
                    <a:pt x="5094639" y="448750"/>
                  </a:lnTo>
                  <a:lnTo>
                    <a:pt x="5094733" y="448750"/>
                  </a:lnTo>
                  <a:lnTo>
                    <a:pt x="5094827" y="448750"/>
                  </a:lnTo>
                  <a:lnTo>
                    <a:pt x="5094921" y="448750"/>
                  </a:lnTo>
                  <a:lnTo>
                    <a:pt x="5095015" y="448750"/>
                  </a:lnTo>
                  <a:lnTo>
                    <a:pt x="5095109" y="448750"/>
                  </a:lnTo>
                  <a:lnTo>
                    <a:pt x="5095203" y="448750"/>
                  </a:lnTo>
                  <a:lnTo>
                    <a:pt x="5095297" y="448750"/>
                  </a:lnTo>
                  <a:lnTo>
                    <a:pt x="5095391" y="448750"/>
                  </a:lnTo>
                  <a:lnTo>
                    <a:pt x="5095485" y="448750"/>
                  </a:lnTo>
                  <a:lnTo>
                    <a:pt x="5095579" y="448750"/>
                  </a:lnTo>
                  <a:lnTo>
                    <a:pt x="5095673" y="448750"/>
                  </a:lnTo>
                  <a:lnTo>
                    <a:pt x="5095767" y="448750"/>
                  </a:lnTo>
                  <a:lnTo>
                    <a:pt x="5095861" y="448750"/>
                  </a:lnTo>
                  <a:lnTo>
                    <a:pt x="5095955" y="448750"/>
                  </a:lnTo>
                  <a:lnTo>
                    <a:pt x="5096049" y="448750"/>
                  </a:lnTo>
                  <a:lnTo>
                    <a:pt x="5096143" y="448750"/>
                  </a:lnTo>
                  <a:lnTo>
                    <a:pt x="5096237" y="448750"/>
                  </a:lnTo>
                  <a:lnTo>
                    <a:pt x="5096331" y="448750"/>
                  </a:lnTo>
                  <a:lnTo>
                    <a:pt x="5096331" y="443471"/>
                  </a:lnTo>
                  <a:lnTo>
                    <a:pt x="5096425" y="443471"/>
                  </a:lnTo>
                  <a:lnTo>
                    <a:pt x="5096520" y="443471"/>
                  </a:lnTo>
                  <a:lnTo>
                    <a:pt x="5096614" y="443471"/>
                  </a:lnTo>
                  <a:lnTo>
                    <a:pt x="5096708" y="443471"/>
                  </a:lnTo>
                  <a:lnTo>
                    <a:pt x="5096802" y="443471"/>
                  </a:lnTo>
                  <a:lnTo>
                    <a:pt x="5096896" y="443471"/>
                  </a:lnTo>
                  <a:lnTo>
                    <a:pt x="5096990" y="443471"/>
                  </a:lnTo>
                  <a:lnTo>
                    <a:pt x="5097084" y="443471"/>
                  </a:lnTo>
                  <a:lnTo>
                    <a:pt x="5097178" y="443471"/>
                  </a:lnTo>
                  <a:lnTo>
                    <a:pt x="5097272" y="443471"/>
                  </a:lnTo>
                  <a:lnTo>
                    <a:pt x="5097366" y="443471"/>
                  </a:lnTo>
                  <a:lnTo>
                    <a:pt x="5097460" y="443471"/>
                  </a:lnTo>
                  <a:lnTo>
                    <a:pt x="5097554" y="443471"/>
                  </a:lnTo>
                  <a:lnTo>
                    <a:pt x="5097648" y="443471"/>
                  </a:lnTo>
                  <a:lnTo>
                    <a:pt x="5097742" y="443471"/>
                  </a:lnTo>
                  <a:lnTo>
                    <a:pt x="5097836" y="443471"/>
                  </a:lnTo>
                  <a:lnTo>
                    <a:pt x="5097930" y="443471"/>
                  </a:lnTo>
                  <a:lnTo>
                    <a:pt x="5098024" y="443471"/>
                  </a:lnTo>
                  <a:lnTo>
                    <a:pt x="5098118" y="443471"/>
                  </a:lnTo>
                  <a:lnTo>
                    <a:pt x="5098212" y="443471"/>
                  </a:lnTo>
                  <a:lnTo>
                    <a:pt x="5098306" y="443471"/>
                  </a:lnTo>
                  <a:lnTo>
                    <a:pt x="5098400" y="443471"/>
                  </a:lnTo>
                  <a:lnTo>
                    <a:pt x="5098494" y="443471"/>
                  </a:lnTo>
                  <a:lnTo>
                    <a:pt x="5098588" y="443471"/>
                  </a:lnTo>
                  <a:lnTo>
                    <a:pt x="5098682" y="443471"/>
                  </a:lnTo>
                  <a:lnTo>
                    <a:pt x="5098776" y="443471"/>
                  </a:lnTo>
                  <a:lnTo>
                    <a:pt x="5098870" y="443471"/>
                  </a:lnTo>
                  <a:lnTo>
                    <a:pt x="5098964" y="443471"/>
                  </a:lnTo>
                  <a:lnTo>
                    <a:pt x="5099058" y="443471"/>
                  </a:lnTo>
                  <a:lnTo>
                    <a:pt x="5099152" y="443471"/>
                  </a:lnTo>
                  <a:lnTo>
                    <a:pt x="5099246" y="443471"/>
                  </a:lnTo>
                  <a:lnTo>
                    <a:pt x="5099340" y="443471"/>
                  </a:lnTo>
                  <a:lnTo>
                    <a:pt x="5099434" y="443471"/>
                  </a:lnTo>
                  <a:lnTo>
                    <a:pt x="5099528" y="443471"/>
                  </a:lnTo>
                  <a:lnTo>
                    <a:pt x="5099622" y="443471"/>
                  </a:lnTo>
                  <a:lnTo>
                    <a:pt x="5099716" y="443471"/>
                  </a:lnTo>
                  <a:lnTo>
                    <a:pt x="5099810" y="443471"/>
                  </a:lnTo>
                  <a:lnTo>
                    <a:pt x="5099904" y="443471"/>
                  </a:lnTo>
                  <a:lnTo>
                    <a:pt x="5099998" y="443471"/>
                  </a:lnTo>
                  <a:lnTo>
                    <a:pt x="5100093" y="443471"/>
                  </a:lnTo>
                  <a:lnTo>
                    <a:pt x="5100187" y="443471"/>
                  </a:lnTo>
                  <a:lnTo>
                    <a:pt x="5100281" y="443471"/>
                  </a:lnTo>
                  <a:lnTo>
                    <a:pt x="5100375" y="443471"/>
                  </a:lnTo>
                  <a:lnTo>
                    <a:pt x="5100469" y="443471"/>
                  </a:lnTo>
                  <a:lnTo>
                    <a:pt x="5100563" y="443471"/>
                  </a:lnTo>
                  <a:lnTo>
                    <a:pt x="5100657" y="443471"/>
                  </a:lnTo>
                  <a:lnTo>
                    <a:pt x="5100751" y="443471"/>
                  </a:lnTo>
                  <a:lnTo>
                    <a:pt x="5100845" y="443471"/>
                  </a:lnTo>
                  <a:lnTo>
                    <a:pt x="5100939" y="443471"/>
                  </a:lnTo>
                  <a:lnTo>
                    <a:pt x="5101033" y="443471"/>
                  </a:lnTo>
                  <a:lnTo>
                    <a:pt x="5101127" y="443471"/>
                  </a:lnTo>
                  <a:lnTo>
                    <a:pt x="5101221" y="443471"/>
                  </a:lnTo>
                  <a:lnTo>
                    <a:pt x="5101315" y="443471"/>
                  </a:lnTo>
                  <a:lnTo>
                    <a:pt x="5101409" y="443471"/>
                  </a:lnTo>
                  <a:lnTo>
                    <a:pt x="5101503" y="443471"/>
                  </a:lnTo>
                  <a:lnTo>
                    <a:pt x="5101597" y="443471"/>
                  </a:lnTo>
                  <a:lnTo>
                    <a:pt x="5101691" y="443471"/>
                  </a:lnTo>
                  <a:lnTo>
                    <a:pt x="5101785" y="443471"/>
                  </a:lnTo>
                  <a:lnTo>
                    <a:pt x="5101879" y="443471"/>
                  </a:lnTo>
                  <a:lnTo>
                    <a:pt x="5101973" y="443471"/>
                  </a:lnTo>
                  <a:lnTo>
                    <a:pt x="5102067" y="443471"/>
                  </a:lnTo>
                  <a:lnTo>
                    <a:pt x="5102161" y="443471"/>
                  </a:lnTo>
                  <a:lnTo>
                    <a:pt x="5102255" y="443471"/>
                  </a:lnTo>
                  <a:lnTo>
                    <a:pt x="5102349" y="443471"/>
                  </a:lnTo>
                  <a:lnTo>
                    <a:pt x="5102443" y="443471"/>
                  </a:lnTo>
                  <a:lnTo>
                    <a:pt x="5102537" y="443471"/>
                  </a:lnTo>
                  <a:lnTo>
                    <a:pt x="5102631" y="443471"/>
                  </a:lnTo>
                  <a:lnTo>
                    <a:pt x="5102725" y="443471"/>
                  </a:lnTo>
                  <a:lnTo>
                    <a:pt x="5102819" y="443471"/>
                  </a:lnTo>
                  <a:lnTo>
                    <a:pt x="5102913" y="443471"/>
                  </a:lnTo>
                  <a:lnTo>
                    <a:pt x="5103007" y="443471"/>
                  </a:lnTo>
                  <a:lnTo>
                    <a:pt x="5103101" y="443471"/>
                  </a:lnTo>
                  <a:lnTo>
                    <a:pt x="5103195" y="443471"/>
                  </a:lnTo>
                  <a:lnTo>
                    <a:pt x="5103289" y="443471"/>
                  </a:lnTo>
                  <a:lnTo>
                    <a:pt x="5103383" y="443471"/>
                  </a:lnTo>
                  <a:lnTo>
                    <a:pt x="5103477" y="443471"/>
                  </a:lnTo>
                  <a:lnTo>
                    <a:pt x="5103571" y="443471"/>
                  </a:lnTo>
                  <a:lnTo>
                    <a:pt x="5103666" y="443471"/>
                  </a:lnTo>
                  <a:lnTo>
                    <a:pt x="5103760" y="443471"/>
                  </a:lnTo>
                  <a:lnTo>
                    <a:pt x="5103854" y="443471"/>
                  </a:lnTo>
                  <a:lnTo>
                    <a:pt x="5103948" y="443471"/>
                  </a:lnTo>
                  <a:lnTo>
                    <a:pt x="5104042" y="443471"/>
                  </a:lnTo>
                  <a:lnTo>
                    <a:pt x="5104136" y="443471"/>
                  </a:lnTo>
                  <a:lnTo>
                    <a:pt x="5104230" y="443471"/>
                  </a:lnTo>
                  <a:lnTo>
                    <a:pt x="5104324" y="443471"/>
                  </a:lnTo>
                  <a:lnTo>
                    <a:pt x="5104418" y="443471"/>
                  </a:lnTo>
                  <a:lnTo>
                    <a:pt x="5104512" y="443471"/>
                  </a:lnTo>
                  <a:lnTo>
                    <a:pt x="5104606" y="443471"/>
                  </a:lnTo>
                  <a:lnTo>
                    <a:pt x="5104700" y="443471"/>
                  </a:lnTo>
                  <a:lnTo>
                    <a:pt x="5104794" y="443471"/>
                  </a:lnTo>
                  <a:lnTo>
                    <a:pt x="5104888" y="443471"/>
                  </a:lnTo>
                  <a:lnTo>
                    <a:pt x="5104982" y="443471"/>
                  </a:lnTo>
                  <a:lnTo>
                    <a:pt x="5105076" y="443471"/>
                  </a:lnTo>
                  <a:lnTo>
                    <a:pt x="5105170" y="443471"/>
                  </a:lnTo>
                  <a:lnTo>
                    <a:pt x="5105264" y="443471"/>
                  </a:lnTo>
                  <a:lnTo>
                    <a:pt x="5105358" y="443471"/>
                  </a:lnTo>
                  <a:lnTo>
                    <a:pt x="5105452" y="443471"/>
                  </a:lnTo>
                  <a:lnTo>
                    <a:pt x="5105546" y="443471"/>
                  </a:lnTo>
                  <a:lnTo>
                    <a:pt x="5105640" y="443471"/>
                  </a:lnTo>
                  <a:lnTo>
                    <a:pt x="5105734" y="443471"/>
                  </a:lnTo>
                  <a:lnTo>
                    <a:pt x="5105828" y="443471"/>
                  </a:lnTo>
                  <a:lnTo>
                    <a:pt x="5105922" y="443471"/>
                  </a:lnTo>
                  <a:lnTo>
                    <a:pt x="5106016" y="443471"/>
                  </a:lnTo>
                  <a:lnTo>
                    <a:pt x="5106110" y="443471"/>
                  </a:lnTo>
                  <a:lnTo>
                    <a:pt x="5106204" y="443471"/>
                  </a:lnTo>
                  <a:lnTo>
                    <a:pt x="5106298" y="443471"/>
                  </a:lnTo>
                  <a:lnTo>
                    <a:pt x="5106392" y="443471"/>
                  </a:lnTo>
                  <a:lnTo>
                    <a:pt x="5106486" y="443471"/>
                  </a:lnTo>
                  <a:lnTo>
                    <a:pt x="5106580" y="443471"/>
                  </a:lnTo>
                  <a:lnTo>
                    <a:pt x="5106674" y="443471"/>
                  </a:lnTo>
                  <a:lnTo>
                    <a:pt x="5106768" y="443471"/>
                  </a:lnTo>
                  <a:lnTo>
                    <a:pt x="5106862" y="443471"/>
                  </a:lnTo>
                  <a:lnTo>
                    <a:pt x="5106956" y="443471"/>
                  </a:lnTo>
                  <a:lnTo>
                    <a:pt x="5107050" y="443471"/>
                  </a:lnTo>
                  <a:lnTo>
                    <a:pt x="5107145" y="443471"/>
                  </a:lnTo>
                  <a:lnTo>
                    <a:pt x="5107239" y="443471"/>
                  </a:lnTo>
                  <a:lnTo>
                    <a:pt x="5107333" y="443471"/>
                  </a:lnTo>
                  <a:lnTo>
                    <a:pt x="5107427" y="443471"/>
                  </a:lnTo>
                  <a:lnTo>
                    <a:pt x="5107521" y="443471"/>
                  </a:lnTo>
                  <a:lnTo>
                    <a:pt x="5107615" y="443471"/>
                  </a:lnTo>
                  <a:lnTo>
                    <a:pt x="5107709" y="443471"/>
                  </a:lnTo>
                  <a:lnTo>
                    <a:pt x="5107803" y="443471"/>
                  </a:lnTo>
                  <a:lnTo>
                    <a:pt x="5107897" y="443471"/>
                  </a:lnTo>
                  <a:lnTo>
                    <a:pt x="5107991" y="443471"/>
                  </a:lnTo>
                  <a:lnTo>
                    <a:pt x="5108085" y="443471"/>
                  </a:lnTo>
                  <a:lnTo>
                    <a:pt x="5108179" y="443471"/>
                  </a:lnTo>
                  <a:lnTo>
                    <a:pt x="5108273" y="443471"/>
                  </a:lnTo>
                  <a:lnTo>
                    <a:pt x="5108367" y="443471"/>
                  </a:lnTo>
                  <a:lnTo>
                    <a:pt x="5108461" y="443471"/>
                  </a:lnTo>
                  <a:lnTo>
                    <a:pt x="5108555" y="443471"/>
                  </a:lnTo>
                  <a:lnTo>
                    <a:pt x="5108649" y="443471"/>
                  </a:lnTo>
                  <a:lnTo>
                    <a:pt x="5108743" y="443471"/>
                  </a:lnTo>
                  <a:lnTo>
                    <a:pt x="5108837" y="443471"/>
                  </a:lnTo>
                  <a:lnTo>
                    <a:pt x="5108931" y="443471"/>
                  </a:lnTo>
                  <a:lnTo>
                    <a:pt x="5109025" y="443471"/>
                  </a:lnTo>
                  <a:lnTo>
                    <a:pt x="5109119" y="443471"/>
                  </a:lnTo>
                  <a:lnTo>
                    <a:pt x="5109213" y="443471"/>
                  </a:lnTo>
                  <a:lnTo>
                    <a:pt x="5109307" y="443471"/>
                  </a:lnTo>
                  <a:lnTo>
                    <a:pt x="5109401" y="443471"/>
                  </a:lnTo>
                  <a:lnTo>
                    <a:pt x="5109495" y="443471"/>
                  </a:lnTo>
                  <a:lnTo>
                    <a:pt x="5109589" y="443471"/>
                  </a:lnTo>
                  <a:lnTo>
                    <a:pt x="5109683" y="443471"/>
                  </a:lnTo>
                  <a:lnTo>
                    <a:pt x="5109777" y="443471"/>
                  </a:lnTo>
                  <a:lnTo>
                    <a:pt x="5109871" y="443471"/>
                  </a:lnTo>
                  <a:lnTo>
                    <a:pt x="5109965" y="443471"/>
                  </a:lnTo>
                  <a:lnTo>
                    <a:pt x="5110059" y="443471"/>
                  </a:lnTo>
                  <a:lnTo>
                    <a:pt x="5110153" y="443471"/>
                  </a:lnTo>
                  <a:lnTo>
                    <a:pt x="5110247" y="443471"/>
                  </a:lnTo>
                  <a:lnTo>
                    <a:pt x="5110341" y="443471"/>
                  </a:lnTo>
                  <a:lnTo>
                    <a:pt x="5110435" y="443471"/>
                  </a:lnTo>
                  <a:lnTo>
                    <a:pt x="5110529" y="443471"/>
                  </a:lnTo>
                  <a:lnTo>
                    <a:pt x="5110623" y="443471"/>
                  </a:lnTo>
                  <a:lnTo>
                    <a:pt x="5110718" y="443471"/>
                  </a:lnTo>
                  <a:lnTo>
                    <a:pt x="5110812" y="443471"/>
                  </a:lnTo>
                  <a:lnTo>
                    <a:pt x="5110906" y="443471"/>
                  </a:lnTo>
                  <a:lnTo>
                    <a:pt x="5111000" y="443471"/>
                  </a:lnTo>
                  <a:lnTo>
                    <a:pt x="5111094" y="443471"/>
                  </a:lnTo>
                  <a:lnTo>
                    <a:pt x="5111188" y="443471"/>
                  </a:lnTo>
                  <a:lnTo>
                    <a:pt x="5111282" y="443471"/>
                  </a:lnTo>
                  <a:lnTo>
                    <a:pt x="5111376" y="443471"/>
                  </a:lnTo>
                  <a:lnTo>
                    <a:pt x="5111470" y="443471"/>
                  </a:lnTo>
                  <a:lnTo>
                    <a:pt x="5111564" y="443471"/>
                  </a:lnTo>
                  <a:lnTo>
                    <a:pt x="5111658" y="443471"/>
                  </a:lnTo>
                  <a:lnTo>
                    <a:pt x="5111752" y="443471"/>
                  </a:lnTo>
                  <a:lnTo>
                    <a:pt x="5111846" y="443471"/>
                  </a:lnTo>
                  <a:lnTo>
                    <a:pt x="5111940" y="443471"/>
                  </a:lnTo>
                  <a:lnTo>
                    <a:pt x="5112034" y="443471"/>
                  </a:lnTo>
                  <a:lnTo>
                    <a:pt x="5112128" y="443471"/>
                  </a:lnTo>
                  <a:lnTo>
                    <a:pt x="5112222" y="443471"/>
                  </a:lnTo>
                  <a:lnTo>
                    <a:pt x="5112316" y="443471"/>
                  </a:lnTo>
                  <a:lnTo>
                    <a:pt x="5112410" y="443471"/>
                  </a:lnTo>
                  <a:lnTo>
                    <a:pt x="5112504" y="443471"/>
                  </a:lnTo>
                  <a:lnTo>
                    <a:pt x="5112598" y="443471"/>
                  </a:lnTo>
                  <a:lnTo>
                    <a:pt x="5112692" y="443471"/>
                  </a:lnTo>
                  <a:lnTo>
                    <a:pt x="5112786" y="443471"/>
                  </a:lnTo>
                  <a:lnTo>
                    <a:pt x="5112880" y="443471"/>
                  </a:lnTo>
                  <a:lnTo>
                    <a:pt x="5112974" y="443471"/>
                  </a:lnTo>
                  <a:lnTo>
                    <a:pt x="5113068" y="443471"/>
                  </a:lnTo>
                  <a:lnTo>
                    <a:pt x="5113162" y="443471"/>
                  </a:lnTo>
                  <a:lnTo>
                    <a:pt x="5113256" y="443471"/>
                  </a:lnTo>
                  <a:lnTo>
                    <a:pt x="5113350" y="443471"/>
                  </a:lnTo>
                  <a:lnTo>
                    <a:pt x="5113444" y="443471"/>
                  </a:lnTo>
                  <a:lnTo>
                    <a:pt x="5113538" y="443471"/>
                  </a:lnTo>
                  <a:lnTo>
                    <a:pt x="5113632" y="443471"/>
                  </a:lnTo>
                  <a:lnTo>
                    <a:pt x="5113726" y="443471"/>
                  </a:lnTo>
                  <a:lnTo>
                    <a:pt x="5113726" y="438191"/>
                  </a:lnTo>
                  <a:lnTo>
                    <a:pt x="5113820" y="438191"/>
                  </a:lnTo>
                  <a:lnTo>
                    <a:pt x="5113914" y="438191"/>
                  </a:lnTo>
                  <a:lnTo>
                    <a:pt x="5114008" y="438191"/>
                  </a:lnTo>
                  <a:lnTo>
                    <a:pt x="5114102" y="438191"/>
                  </a:lnTo>
                  <a:lnTo>
                    <a:pt x="5114196" y="438191"/>
                  </a:lnTo>
                  <a:lnTo>
                    <a:pt x="5114291" y="438191"/>
                  </a:lnTo>
                  <a:lnTo>
                    <a:pt x="5114385" y="438191"/>
                  </a:lnTo>
                  <a:lnTo>
                    <a:pt x="5114479" y="438191"/>
                  </a:lnTo>
                  <a:lnTo>
                    <a:pt x="5114573" y="438191"/>
                  </a:lnTo>
                  <a:lnTo>
                    <a:pt x="5114667" y="438191"/>
                  </a:lnTo>
                  <a:lnTo>
                    <a:pt x="5114761" y="438191"/>
                  </a:lnTo>
                  <a:lnTo>
                    <a:pt x="5114855" y="438191"/>
                  </a:lnTo>
                  <a:lnTo>
                    <a:pt x="5114949" y="438191"/>
                  </a:lnTo>
                  <a:lnTo>
                    <a:pt x="5115043" y="438191"/>
                  </a:lnTo>
                  <a:lnTo>
                    <a:pt x="5115137" y="438191"/>
                  </a:lnTo>
                  <a:lnTo>
                    <a:pt x="5115231" y="438191"/>
                  </a:lnTo>
                  <a:lnTo>
                    <a:pt x="5115325" y="438191"/>
                  </a:lnTo>
                  <a:lnTo>
                    <a:pt x="5115419" y="438191"/>
                  </a:lnTo>
                  <a:lnTo>
                    <a:pt x="5115513" y="438191"/>
                  </a:lnTo>
                  <a:lnTo>
                    <a:pt x="5115607" y="438191"/>
                  </a:lnTo>
                  <a:lnTo>
                    <a:pt x="5115701" y="438191"/>
                  </a:lnTo>
                  <a:lnTo>
                    <a:pt x="5115795" y="438191"/>
                  </a:lnTo>
                  <a:lnTo>
                    <a:pt x="5115889" y="438191"/>
                  </a:lnTo>
                  <a:lnTo>
                    <a:pt x="5115983" y="438191"/>
                  </a:lnTo>
                  <a:lnTo>
                    <a:pt x="5116077" y="438191"/>
                  </a:lnTo>
                  <a:lnTo>
                    <a:pt x="5116171" y="438191"/>
                  </a:lnTo>
                  <a:lnTo>
                    <a:pt x="5116265" y="438191"/>
                  </a:lnTo>
                  <a:lnTo>
                    <a:pt x="5116359" y="438191"/>
                  </a:lnTo>
                  <a:lnTo>
                    <a:pt x="5116453" y="438191"/>
                  </a:lnTo>
                  <a:lnTo>
                    <a:pt x="5116547" y="438191"/>
                  </a:lnTo>
                  <a:lnTo>
                    <a:pt x="5116641" y="438191"/>
                  </a:lnTo>
                  <a:lnTo>
                    <a:pt x="5116735" y="438191"/>
                  </a:lnTo>
                  <a:lnTo>
                    <a:pt x="5116829" y="438191"/>
                  </a:lnTo>
                  <a:lnTo>
                    <a:pt x="5116923" y="438191"/>
                  </a:lnTo>
                  <a:lnTo>
                    <a:pt x="5117017" y="438191"/>
                  </a:lnTo>
                  <a:lnTo>
                    <a:pt x="5117111" y="438191"/>
                  </a:lnTo>
                  <a:lnTo>
                    <a:pt x="5117205" y="438191"/>
                  </a:lnTo>
                  <a:lnTo>
                    <a:pt x="5117205" y="432912"/>
                  </a:lnTo>
                  <a:lnTo>
                    <a:pt x="5117299" y="432912"/>
                  </a:lnTo>
                  <a:lnTo>
                    <a:pt x="5117393" y="432912"/>
                  </a:lnTo>
                  <a:lnTo>
                    <a:pt x="5117487" y="432912"/>
                  </a:lnTo>
                  <a:lnTo>
                    <a:pt x="5117581" y="432912"/>
                  </a:lnTo>
                  <a:lnTo>
                    <a:pt x="5117675" y="432912"/>
                  </a:lnTo>
                  <a:lnTo>
                    <a:pt x="5117769" y="432912"/>
                  </a:lnTo>
                  <a:lnTo>
                    <a:pt x="5117864" y="432912"/>
                  </a:lnTo>
                  <a:lnTo>
                    <a:pt x="5117958" y="432912"/>
                  </a:lnTo>
                  <a:lnTo>
                    <a:pt x="5118052" y="432912"/>
                  </a:lnTo>
                  <a:lnTo>
                    <a:pt x="5118146" y="432912"/>
                  </a:lnTo>
                  <a:lnTo>
                    <a:pt x="5118240" y="432912"/>
                  </a:lnTo>
                  <a:lnTo>
                    <a:pt x="5118334" y="432912"/>
                  </a:lnTo>
                  <a:lnTo>
                    <a:pt x="5118428" y="432912"/>
                  </a:lnTo>
                  <a:lnTo>
                    <a:pt x="5118522" y="432912"/>
                  </a:lnTo>
                  <a:lnTo>
                    <a:pt x="5118616" y="432912"/>
                  </a:lnTo>
                  <a:lnTo>
                    <a:pt x="5118710" y="432912"/>
                  </a:lnTo>
                  <a:lnTo>
                    <a:pt x="5118804" y="432912"/>
                  </a:lnTo>
                  <a:lnTo>
                    <a:pt x="5118898" y="432912"/>
                  </a:lnTo>
                  <a:lnTo>
                    <a:pt x="5118992" y="432912"/>
                  </a:lnTo>
                  <a:lnTo>
                    <a:pt x="5119086" y="432912"/>
                  </a:lnTo>
                  <a:lnTo>
                    <a:pt x="5119180" y="432912"/>
                  </a:lnTo>
                  <a:lnTo>
                    <a:pt x="5119274" y="432912"/>
                  </a:lnTo>
                  <a:lnTo>
                    <a:pt x="5119368" y="432912"/>
                  </a:lnTo>
                  <a:lnTo>
                    <a:pt x="5119462" y="432912"/>
                  </a:lnTo>
                  <a:lnTo>
                    <a:pt x="5119556" y="432912"/>
                  </a:lnTo>
                  <a:lnTo>
                    <a:pt x="5119650" y="432912"/>
                  </a:lnTo>
                  <a:lnTo>
                    <a:pt x="5119650" y="427633"/>
                  </a:lnTo>
                  <a:lnTo>
                    <a:pt x="5119744" y="427633"/>
                  </a:lnTo>
                  <a:lnTo>
                    <a:pt x="5119838" y="427633"/>
                  </a:lnTo>
                  <a:lnTo>
                    <a:pt x="5119932" y="427633"/>
                  </a:lnTo>
                  <a:lnTo>
                    <a:pt x="5120026" y="427633"/>
                  </a:lnTo>
                  <a:lnTo>
                    <a:pt x="5120120" y="427633"/>
                  </a:lnTo>
                  <a:lnTo>
                    <a:pt x="5120214" y="427633"/>
                  </a:lnTo>
                  <a:lnTo>
                    <a:pt x="5120308" y="427633"/>
                  </a:lnTo>
                  <a:lnTo>
                    <a:pt x="5120402" y="427633"/>
                  </a:lnTo>
                  <a:lnTo>
                    <a:pt x="5120496" y="427633"/>
                  </a:lnTo>
                  <a:lnTo>
                    <a:pt x="5120590" y="427633"/>
                  </a:lnTo>
                  <a:lnTo>
                    <a:pt x="5120684" y="427633"/>
                  </a:lnTo>
                  <a:lnTo>
                    <a:pt x="5120778" y="427633"/>
                  </a:lnTo>
                  <a:lnTo>
                    <a:pt x="5120872" y="427633"/>
                  </a:lnTo>
                  <a:lnTo>
                    <a:pt x="5120966" y="427633"/>
                  </a:lnTo>
                  <a:lnTo>
                    <a:pt x="5121060" y="427633"/>
                  </a:lnTo>
                  <a:lnTo>
                    <a:pt x="5121154" y="427633"/>
                  </a:lnTo>
                  <a:lnTo>
                    <a:pt x="5121248" y="427633"/>
                  </a:lnTo>
                  <a:lnTo>
                    <a:pt x="5121343" y="427633"/>
                  </a:lnTo>
                  <a:lnTo>
                    <a:pt x="5121437" y="427633"/>
                  </a:lnTo>
                  <a:lnTo>
                    <a:pt x="5121531" y="427633"/>
                  </a:lnTo>
                  <a:lnTo>
                    <a:pt x="5121625" y="427633"/>
                  </a:lnTo>
                  <a:lnTo>
                    <a:pt x="5121719" y="427633"/>
                  </a:lnTo>
                  <a:lnTo>
                    <a:pt x="5121813" y="427633"/>
                  </a:lnTo>
                  <a:lnTo>
                    <a:pt x="5121907" y="427633"/>
                  </a:lnTo>
                  <a:lnTo>
                    <a:pt x="5122001" y="427633"/>
                  </a:lnTo>
                  <a:lnTo>
                    <a:pt x="5122095" y="427633"/>
                  </a:lnTo>
                  <a:lnTo>
                    <a:pt x="5122189" y="427633"/>
                  </a:lnTo>
                  <a:lnTo>
                    <a:pt x="5122283" y="427633"/>
                  </a:lnTo>
                  <a:lnTo>
                    <a:pt x="5122377" y="427633"/>
                  </a:lnTo>
                  <a:lnTo>
                    <a:pt x="5122471" y="427633"/>
                  </a:lnTo>
                  <a:lnTo>
                    <a:pt x="5122565" y="427633"/>
                  </a:lnTo>
                  <a:lnTo>
                    <a:pt x="5122659" y="427633"/>
                  </a:lnTo>
                  <a:lnTo>
                    <a:pt x="5122753" y="427633"/>
                  </a:lnTo>
                  <a:lnTo>
                    <a:pt x="5122847" y="427633"/>
                  </a:lnTo>
                  <a:lnTo>
                    <a:pt x="5122941" y="427633"/>
                  </a:lnTo>
                  <a:lnTo>
                    <a:pt x="5123035" y="427633"/>
                  </a:lnTo>
                  <a:lnTo>
                    <a:pt x="5123129" y="427633"/>
                  </a:lnTo>
                  <a:lnTo>
                    <a:pt x="5123223" y="427633"/>
                  </a:lnTo>
                  <a:lnTo>
                    <a:pt x="5123317" y="427633"/>
                  </a:lnTo>
                  <a:lnTo>
                    <a:pt x="5123411" y="427633"/>
                  </a:lnTo>
                  <a:lnTo>
                    <a:pt x="5123505" y="427633"/>
                  </a:lnTo>
                  <a:lnTo>
                    <a:pt x="5123599" y="427633"/>
                  </a:lnTo>
                  <a:lnTo>
                    <a:pt x="5123693" y="427633"/>
                  </a:lnTo>
                  <a:lnTo>
                    <a:pt x="5123787" y="427633"/>
                  </a:lnTo>
                  <a:lnTo>
                    <a:pt x="5123881" y="427633"/>
                  </a:lnTo>
                  <a:lnTo>
                    <a:pt x="5123975" y="427633"/>
                  </a:lnTo>
                  <a:lnTo>
                    <a:pt x="5124069" y="427633"/>
                  </a:lnTo>
                  <a:lnTo>
                    <a:pt x="5124163" y="427633"/>
                  </a:lnTo>
                  <a:lnTo>
                    <a:pt x="5124257" y="427633"/>
                  </a:lnTo>
                  <a:lnTo>
                    <a:pt x="5124351" y="427633"/>
                  </a:lnTo>
                  <a:lnTo>
                    <a:pt x="5124445" y="427633"/>
                  </a:lnTo>
                  <a:lnTo>
                    <a:pt x="5124539" y="427633"/>
                  </a:lnTo>
                  <a:lnTo>
                    <a:pt x="5124633" y="427633"/>
                  </a:lnTo>
                  <a:lnTo>
                    <a:pt x="5124727" y="427633"/>
                  </a:lnTo>
                  <a:lnTo>
                    <a:pt x="5124821" y="427633"/>
                  </a:lnTo>
                  <a:lnTo>
                    <a:pt x="5124916" y="427633"/>
                  </a:lnTo>
                  <a:lnTo>
                    <a:pt x="5125010" y="427633"/>
                  </a:lnTo>
                  <a:lnTo>
                    <a:pt x="5125104" y="427633"/>
                  </a:lnTo>
                  <a:lnTo>
                    <a:pt x="5125198" y="427633"/>
                  </a:lnTo>
                  <a:lnTo>
                    <a:pt x="5125292" y="427633"/>
                  </a:lnTo>
                  <a:lnTo>
                    <a:pt x="5125386" y="427633"/>
                  </a:lnTo>
                  <a:lnTo>
                    <a:pt x="5125480" y="427633"/>
                  </a:lnTo>
                  <a:lnTo>
                    <a:pt x="5125574" y="427633"/>
                  </a:lnTo>
                  <a:lnTo>
                    <a:pt x="5125668" y="427633"/>
                  </a:lnTo>
                  <a:lnTo>
                    <a:pt x="5125762" y="427633"/>
                  </a:lnTo>
                  <a:lnTo>
                    <a:pt x="5125856" y="427633"/>
                  </a:lnTo>
                  <a:lnTo>
                    <a:pt x="5125950" y="427633"/>
                  </a:lnTo>
                  <a:lnTo>
                    <a:pt x="5126044" y="427633"/>
                  </a:lnTo>
                  <a:lnTo>
                    <a:pt x="5126138" y="427633"/>
                  </a:lnTo>
                  <a:lnTo>
                    <a:pt x="5126232" y="427633"/>
                  </a:lnTo>
                  <a:lnTo>
                    <a:pt x="5126326" y="427633"/>
                  </a:lnTo>
                  <a:lnTo>
                    <a:pt x="5126420" y="427633"/>
                  </a:lnTo>
                  <a:lnTo>
                    <a:pt x="5126514" y="427633"/>
                  </a:lnTo>
                  <a:lnTo>
                    <a:pt x="5126608" y="427633"/>
                  </a:lnTo>
                  <a:lnTo>
                    <a:pt x="5126702" y="427633"/>
                  </a:lnTo>
                  <a:lnTo>
                    <a:pt x="5126796" y="427633"/>
                  </a:lnTo>
                  <a:lnTo>
                    <a:pt x="5126890" y="427633"/>
                  </a:lnTo>
                  <a:lnTo>
                    <a:pt x="5126984" y="427633"/>
                  </a:lnTo>
                  <a:lnTo>
                    <a:pt x="5127078" y="427633"/>
                  </a:lnTo>
                  <a:lnTo>
                    <a:pt x="5127172" y="427633"/>
                  </a:lnTo>
                  <a:lnTo>
                    <a:pt x="5127266" y="427633"/>
                  </a:lnTo>
                  <a:lnTo>
                    <a:pt x="5127360" y="427633"/>
                  </a:lnTo>
                  <a:lnTo>
                    <a:pt x="5127454" y="427633"/>
                  </a:lnTo>
                  <a:lnTo>
                    <a:pt x="5127548" y="427633"/>
                  </a:lnTo>
                  <a:lnTo>
                    <a:pt x="5127642" y="427633"/>
                  </a:lnTo>
                  <a:lnTo>
                    <a:pt x="5127736" y="427633"/>
                  </a:lnTo>
                  <a:lnTo>
                    <a:pt x="5127830" y="427633"/>
                  </a:lnTo>
                  <a:lnTo>
                    <a:pt x="5127924" y="427633"/>
                  </a:lnTo>
                  <a:lnTo>
                    <a:pt x="5128018" y="427633"/>
                  </a:lnTo>
                  <a:lnTo>
                    <a:pt x="5128112" y="427633"/>
                  </a:lnTo>
                  <a:lnTo>
                    <a:pt x="5128206" y="427633"/>
                  </a:lnTo>
                  <a:lnTo>
                    <a:pt x="5128300" y="427633"/>
                  </a:lnTo>
                  <a:lnTo>
                    <a:pt x="5128394" y="427633"/>
                  </a:lnTo>
                  <a:lnTo>
                    <a:pt x="5128489" y="427633"/>
                  </a:lnTo>
                  <a:lnTo>
                    <a:pt x="5128583" y="427633"/>
                  </a:lnTo>
                  <a:lnTo>
                    <a:pt x="5128677" y="427633"/>
                  </a:lnTo>
                  <a:lnTo>
                    <a:pt x="5128771" y="427633"/>
                  </a:lnTo>
                  <a:lnTo>
                    <a:pt x="5128865" y="427633"/>
                  </a:lnTo>
                  <a:lnTo>
                    <a:pt x="5128959" y="427633"/>
                  </a:lnTo>
                  <a:lnTo>
                    <a:pt x="5129053" y="427633"/>
                  </a:lnTo>
                  <a:lnTo>
                    <a:pt x="5129147" y="427633"/>
                  </a:lnTo>
                  <a:lnTo>
                    <a:pt x="5129241" y="427633"/>
                  </a:lnTo>
                  <a:lnTo>
                    <a:pt x="5129335" y="427633"/>
                  </a:lnTo>
                  <a:lnTo>
                    <a:pt x="5129429" y="427633"/>
                  </a:lnTo>
                  <a:lnTo>
                    <a:pt x="5129523" y="427633"/>
                  </a:lnTo>
                  <a:lnTo>
                    <a:pt x="5129617" y="427633"/>
                  </a:lnTo>
                  <a:lnTo>
                    <a:pt x="5129711" y="427633"/>
                  </a:lnTo>
                  <a:lnTo>
                    <a:pt x="5129805" y="427633"/>
                  </a:lnTo>
                  <a:lnTo>
                    <a:pt x="5129899" y="427633"/>
                  </a:lnTo>
                  <a:lnTo>
                    <a:pt x="5129993" y="427633"/>
                  </a:lnTo>
                  <a:lnTo>
                    <a:pt x="5130087" y="427633"/>
                  </a:lnTo>
                  <a:lnTo>
                    <a:pt x="5130181" y="427633"/>
                  </a:lnTo>
                  <a:lnTo>
                    <a:pt x="5130275" y="427633"/>
                  </a:lnTo>
                  <a:lnTo>
                    <a:pt x="5130369" y="427633"/>
                  </a:lnTo>
                  <a:lnTo>
                    <a:pt x="5130463" y="427633"/>
                  </a:lnTo>
                  <a:lnTo>
                    <a:pt x="5130557" y="427633"/>
                  </a:lnTo>
                  <a:lnTo>
                    <a:pt x="5130651" y="427633"/>
                  </a:lnTo>
                  <a:lnTo>
                    <a:pt x="5130745" y="427633"/>
                  </a:lnTo>
                  <a:lnTo>
                    <a:pt x="5130839" y="427633"/>
                  </a:lnTo>
                  <a:lnTo>
                    <a:pt x="5130933" y="427633"/>
                  </a:lnTo>
                  <a:lnTo>
                    <a:pt x="5131027" y="427633"/>
                  </a:lnTo>
                  <a:lnTo>
                    <a:pt x="5131121" y="427633"/>
                  </a:lnTo>
                  <a:lnTo>
                    <a:pt x="5131215" y="427633"/>
                  </a:lnTo>
                  <a:lnTo>
                    <a:pt x="5131309" y="427633"/>
                  </a:lnTo>
                  <a:lnTo>
                    <a:pt x="5131403" y="427633"/>
                  </a:lnTo>
                  <a:lnTo>
                    <a:pt x="5131497" y="427633"/>
                  </a:lnTo>
                  <a:lnTo>
                    <a:pt x="5131591" y="427633"/>
                  </a:lnTo>
                  <a:lnTo>
                    <a:pt x="5131685" y="427633"/>
                  </a:lnTo>
                  <a:lnTo>
                    <a:pt x="5131779" y="427633"/>
                  </a:lnTo>
                  <a:lnTo>
                    <a:pt x="5131873" y="427633"/>
                  </a:lnTo>
                  <a:lnTo>
                    <a:pt x="5131968" y="427633"/>
                  </a:lnTo>
                  <a:lnTo>
                    <a:pt x="5132062" y="427633"/>
                  </a:lnTo>
                  <a:lnTo>
                    <a:pt x="5132156" y="427633"/>
                  </a:lnTo>
                  <a:lnTo>
                    <a:pt x="5132250" y="427633"/>
                  </a:lnTo>
                  <a:lnTo>
                    <a:pt x="5132344" y="427633"/>
                  </a:lnTo>
                  <a:lnTo>
                    <a:pt x="5132438" y="427633"/>
                  </a:lnTo>
                  <a:lnTo>
                    <a:pt x="5132532" y="427633"/>
                  </a:lnTo>
                  <a:lnTo>
                    <a:pt x="5132626" y="427633"/>
                  </a:lnTo>
                  <a:lnTo>
                    <a:pt x="5132720" y="427633"/>
                  </a:lnTo>
                  <a:lnTo>
                    <a:pt x="5132814" y="427633"/>
                  </a:lnTo>
                  <a:lnTo>
                    <a:pt x="5132908" y="427633"/>
                  </a:lnTo>
                  <a:lnTo>
                    <a:pt x="5133002" y="427633"/>
                  </a:lnTo>
                  <a:lnTo>
                    <a:pt x="5133096" y="427633"/>
                  </a:lnTo>
                  <a:lnTo>
                    <a:pt x="5133190" y="427633"/>
                  </a:lnTo>
                  <a:lnTo>
                    <a:pt x="5133284" y="427633"/>
                  </a:lnTo>
                  <a:lnTo>
                    <a:pt x="5133378" y="427633"/>
                  </a:lnTo>
                  <a:lnTo>
                    <a:pt x="5133472" y="427633"/>
                  </a:lnTo>
                  <a:lnTo>
                    <a:pt x="5133566" y="427633"/>
                  </a:lnTo>
                  <a:lnTo>
                    <a:pt x="5133660" y="427633"/>
                  </a:lnTo>
                  <a:lnTo>
                    <a:pt x="5133754" y="427633"/>
                  </a:lnTo>
                  <a:lnTo>
                    <a:pt x="5133848" y="427633"/>
                  </a:lnTo>
                  <a:lnTo>
                    <a:pt x="5133942" y="427633"/>
                  </a:lnTo>
                  <a:lnTo>
                    <a:pt x="5134036" y="427633"/>
                  </a:lnTo>
                  <a:lnTo>
                    <a:pt x="5134130" y="427633"/>
                  </a:lnTo>
                  <a:lnTo>
                    <a:pt x="5134224" y="427633"/>
                  </a:lnTo>
                  <a:lnTo>
                    <a:pt x="5134318" y="427633"/>
                  </a:lnTo>
                  <a:lnTo>
                    <a:pt x="5134412" y="427633"/>
                  </a:lnTo>
                  <a:lnTo>
                    <a:pt x="5134506" y="427633"/>
                  </a:lnTo>
                  <a:lnTo>
                    <a:pt x="5134600" y="427633"/>
                  </a:lnTo>
                  <a:lnTo>
                    <a:pt x="5134694" y="427633"/>
                  </a:lnTo>
                  <a:lnTo>
                    <a:pt x="5134788" y="427633"/>
                  </a:lnTo>
                  <a:lnTo>
                    <a:pt x="5134882" y="427633"/>
                  </a:lnTo>
                  <a:lnTo>
                    <a:pt x="5134976" y="427633"/>
                  </a:lnTo>
                  <a:lnTo>
                    <a:pt x="5135070" y="427633"/>
                  </a:lnTo>
                  <a:lnTo>
                    <a:pt x="5135164" y="427633"/>
                  </a:lnTo>
                  <a:lnTo>
                    <a:pt x="5135258" y="427633"/>
                  </a:lnTo>
                  <a:lnTo>
                    <a:pt x="5135352" y="427633"/>
                  </a:lnTo>
                  <a:lnTo>
                    <a:pt x="5135446" y="427633"/>
                  </a:lnTo>
                  <a:lnTo>
                    <a:pt x="5135541" y="427633"/>
                  </a:lnTo>
                  <a:lnTo>
                    <a:pt x="5135635" y="427633"/>
                  </a:lnTo>
                  <a:lnTo>
                    <a:pt x="5135729" y="427633"/>
                  </a:lnTo>
                  <a:lnTo>
                    <a:pt x="5135823" y="427633"/>
                  </a:lnTo>
                  <a:lnTo>
                    <a:pt x="5135917" y="427633"/>
                  </a:lnTo>
                  <a:lnTo>
                    <a:pt x="5136011" y="427633"/>
                  </a:lnTo>
                  <a:lnTo>
                    <a:pt x="5136105" y="427633"/>
                  </a:lnTo>
                  <a:lnTo>
                    <a:pt x="5136199" y="427633"/>
                  </a:lnTo>
                  <a:lnTo>
                    <a:pt x="5136293" y="427633"/>
                  </a:lnTo>
                  <a:lnTo>
                    <a:pt x="5136387" y="427633"/>
                  </a:lnTo>
                  <a:lnTo>
                    <a:pt x="5136481" y="427633"/>
                  </a:lnTo>
                  <a:lnTo>
                    <a:pt x="5136575" y="427633"/>
                  </a:lnTo>
                  <a:lnTo>
                    <a:pt x="5136669" y="427633"/>
                  </a:lnTo>
                  <a:lnTo>
                    <a:pt x="5136763" y="427633"/>
                  </a:lnTo>
                  <a:lnTo>
                    <a:pt x="5136857" y="427633"/>
                  </a:lnTo>
                  <a:lnTo>
                    <a:pt x="5136951" y="427633"/>
                  </a:lnTo>
                  <a:lnTo>
                    <a:pt x="5137045" y="427633"/>
                  </a:lnTo>
                  <a:lnTo>
                    <a:pt x="5137139" y="427633"/>
                  </a:lnTo>
                  <a:lnTo>
                    <a:pt x="5137233" y="427633"/>
                  </a:lnTo>
                  <a:lnTo>
                    <a:pt x="5137327" y="427633"/>
                  </a:lnTo>
                  <a:lnTo>
                    <a:pt x="5137421" y="427633"/>
                  </a:lnTo>
                  <a:lnTo>
                    <a:pt x="5137515" y="427633"/>
                  </a:lnTo>
                  <a:lnTo>
                    <a:pt x="5137609" y="427633"/>
                  </a:lnTo>
                  <a:lnTo>
                    <a:pt x="5137703" y="427633"/>
                  </a:lnTo>
                  <a:lnTo>
                    <a:pt x="5137797" y="427633"/>
                  </a:lnTo>
                  <a:lnTo>
                    <a:pt x="5137891" y="427633"/>
                  </a:lnTo>
                  <a:lnTo>
                    <a:pt x="5137985" y="427633"/>
                  </a:lnTo>
                  <a:lnTo>
                    <a:pt x="5138079" y="427633"/>
                  </a:lnTo>
                  <a:lnTo>
                    <a:pt x="5138173" y="427633"/>
                  </a:lnTo>
                  <a:lnTo>
                    <a:pt x="5138267" y="427633"/>
                  </a:lnTo>
                  <a:lnTo>
                    <a:pt x="5138361" y="427633"/>
                  </a:lnTo>
                  <a:lnTo>
                    <a:pt x="5138455" y="427633"/>
                  </a:lnTo>
                  <a:lnTo>
                    <a:pt x="5138549" y="427633"/>
                  </a:lnTo>
                  <a:lnTo>
                    <a:pt x="5138643" y="427633"/>
                  </a:lnTo>
                  <a:lnTo>
                    <a:pt x="5138737" y="427633"/>
                  </a:lnTo>
                  <a:lnTo>
                    <a:pt x="5138831" y="427633"/>
                  </a:lnTo>
                  <a:lnTo>
                    <a:pt x="5138925" y="427633"/>
                  </a:lnTo>
                  <a:lnTo>
                    <a:pt x="5139019" y="427633"/>
                  </a:lnTo>
                  <a:lnTo>
                    <a:pt x="5139114" y="427633"/>
                  </a:lnTo>
                  <a:lnTo>
                    <a:pt x="5139208" y="427633"/>
                  </a:lnTo>
                  <a:lnTo>
                    <a:pt x="5139302" y="427633"/>
                  </a:lnTo>
                  <a:lnTo>
                    <a:pt x="5139396" y="427633"/>
                  </a:lnTo>
                  <a:lnTo>
                    <a:pt x="5139490" y="427633"/>
                  </a:lnTo>
                  <a:lnTo>
                    <a:pt x="5139584" y="427633"/>
                  </a:lnTo>
                  <a:lnTo>
                    <a:pt x="5139678" y="427633"/>
                  </a:lnTo>
                  <a:lnTo>
                    <a:pt x="5139772" y="427633"/>
                  </a:lnTo>
                  <a:lnTo>
                    <a:pt x="5139866" y="427633"/>
                  </a:lnTo>
                  <a:lnTo>
                    <a:pt x="5139960" y="427633"/>
                  </a:lnTo>
                  <a:lnTo>
                    <a:pt x="5140054" y="427633"/>
                  </a:lnTo>
                  <a:lnTo>
                    <a:pt x="5140148" y="427633"/>
                  </a:lnTo>
                  <a:lnTo>
                    <a:pt x="5140242" y="427633"/>
                  </a:lnTo>
                  <a:lnTo>
                    <a:pt x="5140336" y="427633"/>
                  </a:lnTo>
                  <a:lnTo>
                    <a:pt x="5140430" y="427633"/>
                  </a:lnTo>
                  <a:lnTo>
                    <a:pt x="5140524" y="427633"/>
                  </a:lnTo>
                  <a:lnTo>
                    <a:pt x="5140618" y="427633"/>
                  </a:lnTo>
                  <a:lnTo>
                    <a:pt x="5140712" y="427633"/>
                  </a:lnTo>
                  <a:lnTo>
                    <a:pt x="5140806" y="427633"/>
                  </a:lnTo>
                  <a:lnTo>
                    <a:pt x="5140900" y="427633"/>
                  </a:lnTo>
                  <a:lnTo>
                    <a:pt x="5140994" y="427633"/>
                  </a:lnTo>
                  <a:lnTo>
                    <a:pt x="5141088" y="427633"/>
                  </a:lnTo>
                  <a:lnTo>
                    <a:pt x="5141182" y="427633"/>
                  </a:lnTo>
                  <a:lnTo>
                    <a:pt x="5141276" y="427633"/>
                  </a:lnTo>
                  <a:lnTo>
                    <a:pt x="5141370" y="427633"/>
                  </a:lnTo>
                  <a:lnTo>
                    <a:pt x="5141464" y="427633"/>
                  </a:lnTo>
                  <a:lnTo>
                    <a:pt x="5141558" y="427633"/>
                  </a:lnTo>
                  <a:lnTo>
                    <a:pt x="5141652" y="427633"/>
                  </a:lnTo>
                  <a:lnTo>
                    <a:pt x="5141746" y="427633"/>
                  </a:lnTo>
                  <a:lnTo>
                    <a:pt x="5141840" y="427633"/>
                  </a:lnTo>
                  <a:lnTo>
                    <a:pt x="5141934" y="427633"/>
                  </a:lnTo>
                  <a:lnTo>
                    <a:pt x="5142028" y="427633"/>
                  </a:lnTo>
                  <a:lnTo>
                    <a:pt x="5142122" y="427633"/>
                  </a:lnTo>
                  <a:lnTo>
                    <a:pt x="5142216" y="427633"/>
                  </a:lnTo>
                  <a:lnTo>
                    <a:pt x="5142310" y="427633"/>
                  </a:lnTo>
                  <a:lnTo>
                    <a:pt x="5142404" y="427633"/>
                  </a:lnTo>
                  <a:lnTo>
                    <a:pt x="5142498" y="427633"/>
                  </a:lnTo>
                  <a:lnTo>
                    <a:pt x="5142593" y="427633"/>
                  </a:lnTo>
                  <a:lnTo>
                    <a:pt x="5142687" y="427633"/>
                  </a:lnTo>
                  <a:lnTo>
                    <a:pt x="5142781" y="427633"/>
                  </a:lnTo>
                  <a:lnTo>
                    <a:pt x="5142875" y="427633"/>
                  </a:lnTo>
                  <a:lnTo>
                    <a:pt x="5142969" y="427633"/>
                  </a:lnTo>
                  <a:lnTo>
                    <a:pt x="5143063" y="427633"/>
                  </a:lnTo>
                  <a:lnTo>
                    <a:pt x="5143157" y="427633"/>
                  </a:lnTo>
                  <a:lnTo>
                    <a:pt x="5143251" y="427633"/>
                  </a:lnTo>
                  <a:lnTo>
                    <a:pt x="5143345" y="427633"/>
                  </a:lnTo>
                  <a:lnTo>
                    <a:pt x="5143439" y="427633"/>
                  </a:lnTo>
                  <a:lnTo>
                    <a:pt x="5143439" y="422353"/>
                  </a:lnTo>
                  <a:lnTo>
                    <a:pt x="5143533" y="422353"/>
                  </a:lnTo>
                  <a:lnTo>
                    <a:pt x="5143627" y="422353"/>
                  </a:lnTo>
                  <a:lnTo>
                    <a:pt x="5143721" y="422353"/>
                  </a:lnTo>
                  <a:lnTo>
                    <a:pt x="5143815" y="422353"/>
                  </a:lnTo>
                  <a:lnTo>
                    <a:pt x="5143909" y="422353"/>
                  </a:lnTo>
                  <a:lnTo>
                    <a:pt x="5144003" y="422353"/>
                  </a:lnTo>
                  <a:lnTo>
                    <a:pt x="5144097" y="422353"/>
                  </a:lnTo>
                  <a:lnTo>
                    <a:pt x="5144191" y="422353"/>
                  </a:lnTo>
                  <a:lnTo>
                    <a:pt x="5144285" y="422353"/>
                  </a:lnTo>
                  <a:lnTo>
                    <a:pt x="5144379" y="422353"/>
                  </a:lnTo>
                  <a:lnTo>
                    <a:pt x="5144473" y="422353"/>
                  </a:lnTo>
                  <a:lnTo>
                    <a:pt x="5144567" y="422353"/>
                  </a:lnTo>
                  <a:lnTo>
                    <a:pt x="5144661" y="422353"/>
                  </a:lnTo>
                  <a:lnTo>
                    <a:pt x="5144755" y="422353"/>
                  </a:lnTo>
                  <a:lnTo>
                    <a:pt x="5144849" y="422353"/>
                  </a:lnTo>
                  <a:lnTo>
                    <a:pt x="5144943" y="422353"/>
                  </a:lnTo>
                  <a:lnTo>
                    <a:pt x="5145037" y="422353"/>
                  </a:lnTo>
                  <a:lnTo>
                    <a:pt x="5145131" y="422353"/>
                  </a:lnTo>
                  <a:lnTo>
                    <a:pt x="5145225" y="422353"/>
                  </a:lnTo>
                  <a:lnTo>
                    <a:pt x="5145319" y="422353"/>
                  </a:lnTo>
                  <a:lnTo>
                    <a:pt x="5145413" y="422353"/>
                  </a:lnTo>
                  <a:lnTo>
                    <a:pt x="5145507" y="422353"/>
                  </a:lnTo>
                  <a:lnTo>
                    <a:pt x="5145601" y="422353"/>
                  </a:lnTo>
                  <a:lnTo>
                    <a:pt x="5145695" y="422353"/>
                  </a:lnTo>
                  <a:lnTo>
                    <a:pt x="5145789" y="422353"/>
                  </a:lnTo>
                  <a:lnTo>
                    <a:pt x="5145883" y="422353"/>
                  </a:lnTo>
                  <a:lnTo>
                    <a:pt x="5145977" y="422353"/>
                  </a:lnTo>
                  <a:lnTo>
                    <a:pt x="5146071" y="422353"/>
                  </a:lnTo>
                  <a:lnTo>
                    <a:pt x="5146166" y="422353"/>
                  </a:lnTo>
                  <a:lnTo>
                    <a:pt x="5146260" y="422353"/>
                  </a:lnTo>
                  <a:lnTo>
                    <a:pt x="5146354" y="422353"/>
                  </a:lnTo>
                  <a:lnTo>
                    <a:pt x="5146448" y="422353"/>
                  </a:lnTo>
                  <a:lnTo>
                    <a:pt x="5146542" y="422353"/>
                  </a:lnTo>
                  <a:lnTo>
                    <a:pt x="5146636" y="422353"/>
                  </a:lnTo>
                  <a:lnTo>
                    <a:pt x="5146730" y="422353"/>
                  </a:lnTo>
                  <a:lnTo>
                    <a:pt x="5146824" y="422353"/>
                  </a:lnTo>
                  <a:lnTo>
                    <a:pt x="5146918" y="422353"/>
                  </a:lnTo>
                  <a:lnTo>
                    <a:pt x="5147012" y="422353"/>
                  </a:lnTo>
                  <a:lnTo>
                    <a:pt x="5147106" y="422353"/>
                  </a:lnTo>
                  <a:lnTo>
                    <a:pt x="5147200" y="422353"/>
                  </a:lnTo>
                  <a:lnTo>
                    <a:pt x="5147294" y="422353"/>
                  </a:lnTo>
                  <a:lnTo>
                    <a:pt x="5147388" y="422353"/>
                  </a:lnTo>
                  <a:lnTo>
                    <a:pt x="5147482" y="422353"/>
                  </a:lnTo>
                  <a:lnTo>
                    <a:pt x="5147576" y="422353"/>
                  </a:lnTo>
                  <a:lnTo>
                    <a:pt x="5147670" y="422353"/>
                  </a:lnTo>
                  <a:lnTo>
                    <a:pt x="5147764" y="422353"/>
                  </a:lnTo>
                  <a:lnTo>
                    <a:pt x="5147858" y="422353"/>
                  </a:lnTo>
                  <a:lnTo>
                    <a:pt x="5147952" y="422353"/>
                  </a:lnTo>
                  <a:lnTo>
                    <a:pt x="5148046" y="422353"/>
                  </a:lnTo>
                  <a:lnTo>
                    <a:pt x="5148140" y="422353"/>
                  </a:lnTo>
                  <a:lnTo>
                    <a:pt x="5148234" y="422353"/>
                  </a:lnTo>
                  <a:lnTo>
                    <a:pt x="5148328" y="422353"/>
                  </a:lnTo>
                  <a:lnTo>
                    <a:pt x="5148422" y="422353"/>
                  </a:lnTo>
                  <a:lnTo>
                    <a:pt x="5148516" y="422353"/>
                  </a:lnTo>
                  <a:lnTo>
                    <a:pt x="5148610" y="422353"/>
                  </a:lnTo>
                  <a:lnTo>
                    <a:pt x="5148704" y="422353"/>
                  </a:lnTo>
                  <a:lnTo>
                    <a:pt x="5148798" y="422353"/>
                  </a:lnTo>
                  <a:lnTo>
                    <a:pt x="5148892" y="422353"/>
                  </a:lnTo>
                  <a:lnTo>
                    <a:pt x="5148986" y="422353"/>
                  </a:lnTo>
                  <a:lnTo>
                    <a:pt x="5149080" y="422353"/>
                  </a:lnTo>
                  <a:lnTo>
                    <a:pt x="5149174" y="422353"/>
                  </a:lnTo>
                  <a:lnTo>
                    <a:pt x="5149268" y="422353"/>
                  </a:lnTo>
                  <a:lnTo>
                    <a:pt x="5149362" y="422353"/>
                  </a:lnTo>
                  <a:lnTo>
                    <a:pt x="5149456" y="422353"/>
                  </a:lnTo>
                  <a:lnTo>
                    <a:pt x="5149550" y="422353"/>
                  </a:lnTo>
                  <a:lnTo>
                    <a:pt x="5149644" y="422353"/>
                  </a:lnTo>
                  <a:lnTo>
                    <a:pt x="5149739" y="422353"/>
                  </a:lnTo>
                  <a:lnTo>
                    <a:pt x="5149833" y="422353"/>
                  </a:lnTo>
                  <a:lnTo>
                    <a:pt x="5149927" y="422353"/>
                  </a:lnTo>
                  <a:lnTo>
                    <a:pt x="5150021" y="422353"/>
                  </a:lnTo>
                  <a:lnTo>
                    <a:pt x="5150115" y="422353"/>
                  </a:lnTo>
                  <a:lnTo>
                    <a:pt x="5150209" y="422353"/>
                  </a:lnTo>
                  <a:lnTo>
                    <a:pt x="5150303" y="422353"/>
                  </a:lnTo>
                  <a:lnTo>
                    <a:pt x="5150397" y="422353"/>
                  </a:lnTo>
                  <a:lnTo>
                    <a:pt x="5150491" y="422353"/>
                  </a:lnTo>
                  <a:lnTo>
                    <a:pt x="5150585" y="422353"/>
                  </a:lnTo>
                  <a:lnTo>
                    <a:pt x="5150679" y="422353"/>
                  </a:lnTo>
                  <a:lnTo>
                    <a:pt x="5150773" y="422353"/>
                  </a:lnTo>
                  <a:lnTo>
                    <a:pt x="5150867" y="422353"/>
                  </a:lnTo>
                  <a:lnTo>
                    <a:pt x="5150961" y="422353"/>
                  </a:lnTo>
                  <a:lnTo>
                    <a:pt x="5151055" y="422353"/>
                  </a:lnTo>
                  <a:lnTo>
                    <a:pt x="5151149" y="422353"/>
                  </a:lnTo>
                  <a:lnTo>
                    <a:pt x="5151243" y="422353"/>
                  </a:lnTo>
                  <a:lnTo>
                    <a:pt x="5151337" y="422353"/>
                  </a:lnTo>
                  <a:lnTo>
                    <a:pt x="5151431" y="422353"/>
                  </a:lnTo>
                  <a:lnTo>
                    <a:pt x="5151525" y="422353"/>
                  </a:lnTo>
                  <a:lnTo>
                    <a:pt x="5151619" y="422353"/>
                  </a:lnTo>
                  <a:lnTo>
                    <a:pt x="5151713" y="422353"/>
                  </a:lnTo>
                  <a:lnTo>
                    <a:pt x="5151807" y="422353"/>
                  </a:lnTo>
                  <a:lnTo>
                    <a:pt x="5151901" y="422353"/>
                  </a:lnTo>
                  <a:lnTo>
                    <a:pt x="5151995" y="422353"/>
                  </a:lnTo>
                  <a:lnTo>
                    <a:pt x="5152089" y="422353"/>
                  </a:lnTo>
                  <a:lnTo>
                    <a:pt x="5152183" y="422353"/>
                  </a:lnTo>
                  <a:lnTo>
                    <a:pt x="5152277" y="422353"/>
                  </a:lnTo>
                  <a:lnTo>
                    <a:pt x="5152371" y="422353"/>
                  </a:lnTo>
                  <a:lnTo>
                    <a:pt x="5152465" y="422353"/>
                  </a:lnTo>
                  <a:lnTo>
                    <a:pt x="5152559" y="422353"/>
                  </a:lnTo>
                  <a:lnTo>
                    <a:pt x="5152653" y="422353"/>
                  </a:lnTo>
                  <a:lnTo>
                    <a:pt x="5152747" y="422353"/>
                  </a:lnTo>
                  <a:lnTo>
                    <a:pt x="5152841" y="422353"/>
                  </a:lnTo>
                  <a:lnTo>
                    <a:pt x="5152935" y="422353"/>
                  </a:lnTo>
                  <a:lnTo>
                    <a:pt x="5153029" y="422353"/>
                  </a:lnTo>
                  <a:lnTo>
                    <a:pt x="5153123" y="422353"/>
                  </a:lnTo>
                  <a:lnTo>
                    <a:pt x="5153218" y="422353"/>
                  </a:lnTo>
                  <a:lnTo>
                    <a:pt x="5153312" y="422353"/>
                  </a:lnTo>
                  <a:lnTo>
                    <a:pt x="5153406" y="422353"/>
                  </a:lnTo>
                  <a:lnTo>
                    <a:pt x="5153500" y="422353"/>
                  </a:lnTo>
                  <a:lnTo>
                    <a:pt x="5153594" y="422353"/>
                  </a:lnTo>
                  <a:lnTo>
                    <a:pt x="5153688" y="422353"/>
                  </a:lnTo>
                  <a:lnTo>
                    <a:pt x="5153782" y="422353"/>
                  </a:lnTo>
                  <a:lnTo>
                    <a:pt x="5153876" y="422353"/>
                  </a:lnTo>
                  <a:lnTo>
                    <a:pt x="5153970" y="422353"/>
                  </a:lnTo>
                  <a:lnTo>
                    <a:pt x="5154064" y="422353"/>
                  </a:lnTo>
                  <a:lnTo>
                    <a:pt x="5154158" y="422353"/>
                  </a:lnTo>
                  <a:lnTo>
                    <a:pt x="5154252" y="422353"/>
                  </a:lnTo>
                  <a:lnTo>
                    <a:pt x="5154346" y="422353"/>
                  </a:lnTo>
                  <a:lnTo>
                    <a:pt x="5154440" y="422353"/>
                  </a:lnTo>
                  <a:lnTo>
                    <a:pt x="5154534" y="422353"/>
                  </a:lnTo>
                  <a:lnTo>
                    <a:pt x="5154628" y="422353"/>
                  </a:lnTo>
                  <a:lnTo>
                    <a:pt x="5154722" y="422353"/>
                  </a:lnTo>
                  <a:lnTo>
                    <a:pt x="5154816" y="422353"/>
                  </a:lnTo>
                  <a:lnTo>
                    <a:pt x="5154910" y="422353"/>
                  </a:lnTo>
                  <a:lnTo>
                    <a:pt x="5155004" y="422353"/>
                  </a:lnTo>
                  <a:lnTo>
                    <a:pt x="5155098" y="422353"/>
                  </a:lnTo>
                  <a:lnTo>
                    <a:pt x="5155192" y="422353"/>
                  </a:lnTo>
                  <a:lnTo>
                    <a:pt x="5155286" y="422353"/>
                  </a:lnTo>
                  <a:lnTo>
                    <a:pt x="5155380" y="422353"/>
                  </a:lnTo>
                  <a:lnTo>
                    <a:pt x="5155474" y="422353"/>
                  </a:lnTo>
                  <a:lnTo>
                    <a:pt x="5155568" y="422353"/>
                  </a:lnTo>
                  <a:lnTo>
                    <a:pt x="5155662" y="422353"/>
                  </a:lnTo>
                  <a:lnTo>
                    <a:pt x="5155756" y="422353"/>
                  </a:lnTo>
                  <a:lnTo>
                    <a:pt x="5155850" y="422353"/>
                  </a:lnTo>
                  <a:lnTo>
                    <a:pt x="5155944" y="422353"/>
                  </a:lnTo>
                  <a:lnTo>
                    <a:pt x="5156038" y="422353"/>
                  </a:lnTo>
                  <a:lnTo>
                    <a:pt x="5156132" y="422353"/>
                  </a:lnTo>
                  <a:lnTo>
                    <a:pt x="5156226" y="422353"/>
                  </a:lnTo>
                  <a:lnTo>
                    <a:pt x="5156320" y="422353"/>
                  </a:lnTo>
                  <a:lnTo>
                    <a:pt x="5156414" y="422353"/>
                  </a:lnTo>
                  <a:lnTo>
                    <a:pt x="5156508" y="422353"/>
                  </a:lnTo>
                  <a:lnTo>
                    <a:pt x="5156602" y="422353"/>
                  </a:lnTo>
                  <a:lnTo>
                    <a:pt x="5156696" y="422353"/>
                  </a:lnTo>
                  <a:lnTo>
                    <a:pt x="5156791" y="422353"/>
                  </a:lnTo>
                  <a:lnTo>
                    <a:pt x="5156885" y="422353"/>
                  </a:lnTo>
                  <a:lnTo>
                    <a:pt x="5156979" y="422353"/>
                  </a:lnTo>
                  <a:lnTo>
                    <a:pt x="5157073" y="422353"/>
                  </a:lnTo>
                  <a:lnTo>
                    <a:pt x="5157167" y="422353"/>
                  </a:lnTo>
                  <a:lnTo>
                    <a:pt x="5157261" y="422353"/>
                  </a:lnTo>
                  <a:lnTo>
                    <a:pt x="5157355" y="422353"/>
                  </a:lnTo>
                  <a:lnTo>
                    <a:pt x="5157449" y="422353"/>
                  </a:lnTo>
                  <a:lnTo>
                    <a:pt x="5157543" y="422353"/>
                  </a:lnTo>
                  <a:lnTo>
                    <a:pt x="5157637" y="422353"/>
                  </a:lnTo>
                  <a:lnTo>
                    <a:pt x="5157731" y="422353"/>
                  </a:lnTo>
                  <a:lnTo>
                    <a:pt x="5157825" y="422353"/>
                  </a:lnTo>
                  <a:lnTo>
                    <a:pt x="5157919" y="422353"/>
                  </a:lnTo>
                  <a:lnTo>
                    <a:pt x="5158013" y="422353"/>
                  </a:lnTo>
                  <a:lnTo>
                    <a:pt x="5158107" y="422353"/>
                  </a:lnTo>
                  <a:lnTo>
                    <a:pt x="5158201" y="422353"/>
                  </a:lnTo>
                  <a:lnTo>
                    <a:pt x="5158295" y="422353"/>
                  </a:lnTo>
                  <a:lnTo>
                    <a:pt x="5158389" y="422353"/>
                  </a:lnTo>
                  <a:lnTo>
                    <a:pt x="5158483" y="422353"/>
                  </a:lnTo>
                  <a:lnTo>
                    <a:pt x="5158577" y="422353"/>
                  </a:lnTo>
                  <a:lnTo>
                    <a:pt x="5158671" y="422353"/>
                  </a:lnTo>
                  <a:lnTo>
                    <a:pt x="5158765" y="422353"/>
                  </a:lnTo>
                  <a:lnTo>
                    <a:pt x="5158859" y="422353"/>
                  </a:lnTo>
                  <a:lnTo>
                    <a:pt x="5158953" y="422353"/>
                  </a:lnTo>
                  <a:lnTo>
                    <a:pt x="5159047" y="422353"/>
                  </a:lnTo>
                  <a:lnTo>
                    <a:pt x="5159141" y="422353"/>
                  </a:lnTo>
                  <a:lnTo>
                    <a:pt x="5159235" y="422353"/>
                  </a:lnTo>
                  <a:lnTo>
                    <a:pt x="5159329" y="422353"/>
                  </a:lnTo>
                  <a:lnTo>
                    <a:pt x="5159423" y="422353"/>
                  </a:lnTo>
                  <a:lnTo>
                    <a:pt x="5159517" y="422353"/>
                  </a:lnTo>
                  <a:lnTo>
                    <a:pt x="5159611" y="422353"/>
                  </a:lnTo>
                  <a:lnTo>
                    <a:pt x="5159705" y="422353"/>
                  </a:lnTo>
                  <a:lnTo>
                    <a:pt x="5159799" y="422353"/>
                  </a:lnTo>
                  <a:lnTo>
                    <a:pt x="5159893" y="422353"/>
                  </a:lnTo>
                  <a:lnTo>
                    <a:pt x="5159987" y="422353"/>
                  </a:lnTo>
                  <a:lnTo>
                    <a:pt x="5160081" y="422353"/>
                  </a:lnTo>
                  <a:lnTo>
                    <a:pt x="5160175" y="422353"/>
                  </a:lnTo>
                  <a:lnTo>
                    <a:pt x="5160269" y="422353"/>
                  </a:lnTo>
                  <a:lnTo>
                    <a:pt x="5160364" y="422353"/>
                  </a:lnTo>
                  <a:lnTo>
                    <a:pt x="5160458" y="422353"/>
                  </a:lnTo>
                  <a:lnTo>
                    <a:pt x="5160552" y="422353"/>
                  </a:lnTo>
                  <a:lnTo>
                    <a:pt x="5160646" y="422353"/>
                  </a:lnTo>
                  <a:lnTo>
                    <a:pt x="5160740" y="422353"/>
                  </a:lnTo>
                  <a:lnTo>
                    <a:pt x="5160834" y="422353"/>
                  </a:lnTo>
                  <a:lnTo>
                    <a:pt x="5160928" y="422353"/>
                  </a:lnTo>
                  <a:lnTo>
                    <a:pt x="5161022" y="422353"/>
                  </a:lnTo>
                  <a:lnTo>
                    <a:pt x="5161116" y="422353"/>
                  </a:lnTo>
                  <a:lnTo>
                    <a:pt x="5161210" y="422353"/>
                  </a:lnTo>
                  <a:lnTo>
                    <a:pt x="5161304" y="422353"/>
                  </a:lnTo>
                  <a:lnTo>
                    <a:pt x="5161398" y="422353"/>
                  </a:lnTo>
                  <a:lnTo>
                    <a:pt x="5161492" y="422353"/>
                  </a:lnTo>
                  <a:lnTo>
                    <a:pt x="5161586" y="422353"/>
                  </a:lnTo>
                  <a:lnTo>
                    <a:pt x="5161680" y="422353"/>
                  </a:lnTo>
                  <a:lnTo>
                    <a:pt x="5161774" y="422353"/>
                  </a:lnTo>
                  <a:lnTo>
                    <a:pt x="5161868" y="422353"/>
                  </a:lnTo>
                  <a:lnTo>
                    <a:pt x="5161962" y="422353"/>
                  </a:lnTo>
                  <a:lnTo>
                    <a:pt x="5162056" y="422353"/>
                  </a:lnTo>
                  <a:lnTo>
                    <a:pt x="5162150" y="422353"/>
                  </a:lnTo>
                  <a:lnTo>
                    <a:pt x="5162244" y="422353"/>
                  </a:lnTo>
                  <a:lnTo>
                    <a:pt x="5162338" y="422353"/>
                  </a:lnTo>
                  <a:lnTo>
                    <a:pt x="5162432" y="422353"/>
                  </a:lnTo>
                  <a:lnTo>
                    <a:pt x="5162526" y="422353"/>
                  </a:lnTo>
                  <a:lnTo>
                    <a:pt x="5162620" y="422353"/>
                  </a:lnTo>
                  <a:lnTo>
                    <a:pt x="5162714" y="422353"/>
                  </a:lnTo>
                  <a:lnTo>
                    <a:pt x="5162808" y="422353"/>
                  </a:lnTo>
                  <a:lnTo>
                    <a:pt x="5162902" y="422353"/>
                  </a:lnTo>
                  <a:lnTo>
                    <a:pt x="5162996" y="422353"/>
                  </a:lnTo>
                  <a:lnTo>
                    <a:pt x="5163090" y="422353"/>
                  </a:lnTo>
                  <a:lnTo>
                    <a:pt x="5163184" y="422353"/>
                  </a:lnTo>
                  <a:lnTo>
                    <a:pt x="5163278" y="422353"/>
                  </a:lnTo>
                  <a:lnTo>
                    <a:pt x="5163372" y="422353"/>
                  </a:lnTo>
                  <a:lnTo>
                    <a:pt x="5163466" y="422353"/>
                  </a:lnTo>
                  <a:lnTo>
                    <a:pt x="5163560" y="422353"/>
                  </a:lnTo>
                  <a:lnTo>
                    <a:pt x="5163654" y="422353"/>
                  </a:lnTo>
                  <a:lnTo>
                    <a:pt x="5163748" y="422353"/>
                  </a:lnTo>
                  <a:lnTo>
                    <a:pt x="5163842" y="422353"/>
                  </a:lnTo>
                  <a:lnTo>
                    <a:pt x="5163937" y="422353"/>
                  </a:lnTo>
                  <a:lnTo>
                    <a:pt x="5164031" y="422353"/>
                  </a:lnTo>
                  <a:lnTo>
                    <a:pt x="5164125" y="422353"/>
                  </a:lnTo>
                  <a:lnTo>
                    <a:pt x="5164219" y="422353"/>
                  </a:lnTo>
                  <a:lnTo>
                    <a:pt x="5164313" y="422353"/>
                  </a:lnTo>
                  <a:lnTo>
                    <a:pt x="5164407" y="422353"/>
                  </a:lnTo>
                  <a:lnTo>
                    <a:pt x="5164501" y="422353"/>
                  </a:lnTo>
                  <a:lnTo>
                    <a:pt x="5164595" y="422353"/>
                  </a:lnTo>
                  <a:lnTo>
                    <a:pt x="5164689" y="422353"/>
                  </a:lnTo>
                  <a:lnTo>
                    <a:pt x="5164783" y="422353"/>
                  </a:lnTo>
                  <a:lnTo>
                    <a:pt x="5164877" y="422353"/>
                  </a:lnTo>
                  <a:lnTo>
                    <a:pt x="5164971" y="422353"/>
                  </a:lnTo>
                  <a:lnTo>
                    <a:pt x="5165065" y="422353"/>
                  </a:lnTo>
                  <a:lnTo>
                    <a:pt x="5165159" y="422353"/>
                  </a:lnTo>
                  <a:lnTo>
                    <a:pt x="5165253" y="422353"/>
                  </a:lnTo>
                  <a:lnTo>
                    <a:pt x="5165347" y="422353"/>
                  </a:lnTo>
                  <a:lnTo>
                    <a:pt x="5165441" y="422353"/>
                  </a:lnTo>
                  <a:lnTo>
                    <a:pt x="5165535" y="422353"/>
                  </a:lnTo>
                  <a:lnTo>
                    <a:pt x="5165629" y="422353"/>
                  </a:lnTo>
                  <a:lnTo>
                    <a:pt x="5165723" y="422353"/>
                  </a:lnTo>
                  <a:lnTo>
                    <a:pt x="5165817" y="422353"/>
                  </a:lnTo>
                  <a:lnTo>
                    <a:pt x="5165911" y="422353"/>
                  </a:lnTo>
                  <a:lnTo>
                    <a:pt x="5166005" y="422353"/>
                  </a:lnTo>
                  <a:lnTo>
                    <a:pt x="5166099" y="422353"/>
                  </a:lnTo>
                  <a:lnTo>
                    <a:pt x="5166193" y="422353"/>
                  </a:lnTo>
                  <a:lnTo>
                    <a:pt x="5166287" y="422353"/>
                  </a:lnTo>
                  <a:lnTo>
                    <a:pt x="5166381" y="422353"/>
                  </a:lnTo>
                  <a:lnTo>
                    <a:pt x="5166475" y="422353"/>
                  </a:lnTo>
                  <a:lnTo>
                    <a:pt x="5166569" y="422353"/>
                  </a:lnTo>
                  <a:lnTo>
                    <a:pt x="5166663" y="422353"/>
                  </a:lnTo>
                  <a:lnTo>
                    <a:pt x="5166757" y="422353"/>
                  </a:lnTo>
                  <a:lnTo>
                    <a:pt x="5166851" y="422353"/>
                  </a:lnTo>
                  <a:lnTo>
                    <a:pt x="5166945" y="422353"/>
                  </a:lnTo>
                  <a:lnTo>
                    <a:pt x="5167039" y="422353"/>
                  </a:lnTo>
                  <a:lnTo>
                    <a:pt x="5167133" y="422353"/>
                  </a:lnTo>
                  <a:lnTo>
                    <a:pt x="5167227" y="422353"/>
                  </a:lnTo>
                  <a:lnTo>
                    <a:pt x="5167321" y="422353"/>
                  </a:lnTo>
                  <a:lnTo>
                    <a:pt x="5167416" y="422353"/>
                  </a:lnTo>
                  <a:lnTo>
                    <a:pt x="5167510" y="422353"/>
                  </a:lnTo>
                  <a:lnTo>
                    <a:pt x="5167604" y="422353"/>
                  </a:lnTo>
                  <a:lnTo>
                    <a:pt x="5167698" y="422353"/>
                  </a:lnTo>
                  <a:lnTo>
                    <a:pt x="5167792" y="422353"/>
                  </a:lnTo>
                  <a:lnTo>
                    <a:pt x="5167886" y="422353"/>
                  </a:lnTo>
                  <a:lnTo>
                    <a:pt x="5167980" y="422353"/>
                  </a:lnTo>
                  <a:lnTo>
                    <a:pt x="5168074" y="422353"/>
                  </a:lnTo>
                  <a:lnTo>
                    <a:pt x="5168168" y="422353"/>
                  </a:lnTo>
                  <a:lnTo>
                    <a:pt x="5168262" y="422353"/>
                  </a:lnTo>
                  <a:lnTo>
                    <a:pt x="5168356" y="422353"/>
                  </a:lnTo>
                  <a:lnTo>
                    <a:pt x="5168450" y="422353"/>
                  </a:lnTo>
                  <a:lnTo>
                    <a:pt x="5168544" y="422353"/>
                  </a:lnTo>
                  <a:lnTo>
                    <a:pt x="5168638" y="422353"/>
                  </a:lnTo>
                  <a:lnTo>
                    <a:pt x="5168732" y="422353"/>
                  </a:lnTo>
                  <a:lnTo>
                    <a:pt x="5168826" y="422353"/>
                  </a:lnTo>
                  <a:lnTo>
                    <a:pt x="5168920" y="422353"/>
                  </a:lnTo>
                  <a:lnTo>
                    <a:pt x="5169014" y="422353"/>
                  </a:lnTo>
                  <a:lnTo>
                    <a:pt x="5169108" y="422353"/>
                  </a:lnTo>
                  <a:lnTo>
                    <a:pt x="5169202" y="422353"/>
                  </a:lnTo>
                  <a:lnTo>
                    <a:pt x="5169296" y="422353"/>
                  </a:lnTo>
                  <a:lnTo>
                    <a:pt x="5169390" y="422353"/>
                  </a:lnTo>
                  <a:lnTo>
                    <a:pt x="5169484" y="422353"/>
                  </a:lnTo>
                  <a:lnTo>
                    <a:pt x="5169578" y="422353"/>
                  </a:lnTo>
                  <a:lnTo>
                    <a:pt x="5169672" y="422353"/>
                  </a:lnTo>
                  <a:lnTo>
                    <a:pt x="5169766" y="422353"/>
                  </a:lnTo>
                  <a:lnTo>
                    <a:pt x="5169860" y="422353"/>
                  </a:lnTo>
                  <a:lnTo>
                    <a:pt x="5169954" y="422353"/>
                  </a:lnTo>
                  <a:lnTo>
                    <a:pt x="5170048" y="422353"/>
                  </a:lnTo>
                  <a:lnTo>
                    <a:pt x="5170142" y="422353"/>
                  </a:lnTo>
                  <a:lnTo>
                    <a:pt x="5170236" y="422353"/>
                  </a:lnTo>
                  <a:lnTo>
                    <a:pt x="5170330" y="422353"/>
                  </a:lnTo>
                  <a:lnTo>
                    <a:pt x="5170424" y="422353"/>
                  </a:lnTo>
                  <a:lnTo>
                    <a:pt x="5170518" y="422353"/>
                  </a:lnTo>
                  <a:lnTo>
                    <a:pt x="5170612" y="422353"/>
                  </a:lnTo>
                  <a:lnTo>
                    <a:pt x="5170706" y="422353"/>
                  </a:lnTo>
                  <a:lnTo>
                    <a:pt x="5170800" y="422353"/>
                  </a:lnTo>
                  <a:lnTo>
                    <a:pt x="5170894" y="422353"/>
                  </a:lnTo>
                  <a:lnTo>
                    <a:pt x="5170989" y="422353"/>
                  </a:lnTo>
                  <a:lnTo>
                    <a:pt x="5171083" y="422353"/>
                  </a:lnTo>
                  <a:lnTo>
                    <a:pt x="5171177" y="422353"/>
                  </a:lnTo>
                  <a:lnTo>
                    <a:pt x="5171271" y="422353"/>
                  </a:lnTo>
                  <a:lnTo>
                    <a:pt x="5171365" y="422353"/>
                  </a:lnTo>
                  <a:lnTo>
                    <a:pt x="5171459" y="422353"/>
                  </a:lnTo>
                  <a:lnTo>
                    <a:pt x="5171553" y="422353"/>
                  </a:lnTo>
                  <a:lnTo>
                    <a:pt x="5171553" y="417074"/>
                  </a:lnTo>
                  <a:lnTo>
                    <a:pt x="5171647" y="417074"/>
                  </a:lnTo>
                  <a:lnTo>
                    <a:pt x="5171741" y="417074"/>
                  </a:lnTo>
                  <a:lnTo>
                    <a:pt x="5171835" y="417074"/>
                  </a:lnTo>
                  <a:lnTo>
                    <a:pt x="5171929" y="417074"/>
                  </a:lnTo>
                  <a:lnTo>
                    <a:pt x="5172023" y="417074"/>
                  </a:lnTo>
                  <a:lnTo>
                    <a:pt x="5172117" y="417074"/>
                  </a:lnTo>
                  <a:lnTo>
                    <a:pt x="5172211" y="417074"/>
                  </a:lnTo>
                  <a:lnTo>
                    <a:pt x="5172305" y="417074"/>
                  </a:lnTo>
                  <a:lnTo>
                    <a:pt x="5172399" y="417074"/>
                  </a:lnTo>
                  <a:lnTo>
                    <a:pt x="5172493" y="417074"/>
                  </a:lnTo>
                  <a:lnTo>
                    <a:pt x="5172587" y="417074"/>
                  </a:lnTo>
                  <a:lnTo>
                    <a:pt x="5172681" y="417074"/>
                  </a:lnTo>
                  <a:lnTo>
                    <a:pt x="5172775" y="417074"/>
                  </a:lnTo>
                  <a:lnTo>
                    <a:pt x="5172869" y="417074"/>
                  </a:lnTo>
                  <a:lnTo>
                    <a:pt x="5172963" y="417074"/>
                  </a:lnTo>
                  <a:lnTo>
                    <a:pt x="5173057" y="417074"/>
                  </a:lnTo>
                  <a:lnTo>
                    <a:pt x="5173151" y="417074"/>
                  </a:lnTo>
                  <a:lnTo>
                    <a:pt x="5173245" y="417074"/>
                  </a:lnTo>
                  <a:lnTo>
                    <a:pt x="5173339" y="417074"/>
                  </a:lnTo>
                  <a:lnTo>
                    <a:pt x="5173433" y="417074"/>
                  </a:lnTo>
                  <a:lnTo>
                    <a:pt x="5173527" y="417074"/>
                  </a:lnTo>
                  <a:lnTo>
                    <a:pt x="5173621" y="417074"/>
                  </a:lnTo>
                  <a:lnTo>
                    <a:pt x="5173715" y="417074"/>
                  </a:lnTo>
                  <a:lnTo>
                    <a:pt x="5173809" y="417074"/>
                  </a:lnTo>
                  <a:lnTo>
                    <a:pt x="5173903" y="417074"/>
                  </a:lnTo>
                  <a:lnTo>
                    <a:pt x="5173997" y="417074"/>
                  </a:lnTo>
                  <a:lnTo>
                    <a:pt x="5174091" y="417074"/>
                  </a:lnTo>
                  <a:lnTo>
                    <a:pt x="5174185" y="417074"/>
                  </a:lnTo>
                  <a:lnTo>
                    <a:pt x="5174279" y="417074"/>
                  </a:lnTo>
                  <a:lnTo>
                    <a:pt x="5174373" y="417074"/>
                  </a:lnTo>
                  <a:lnTo>
                    <a:pt x="5174467" y="417074"/>
                  </a:lnTo>
                  <a:lnTo>
                    <a:pt x="5174562" y="417074"/>
                  </a:lnTo>
                  <a:lnTo>
                    <a:pt x="5174656" y="417074"/>
                  </a:lnTo>
                  <a:lnTo>
                    <a:pt x="5174750" y="417074"/>
                  </a:lnTo>
                  <a:lnTo>
                    <a:pt x="5174844" y="417074"/>
                  </a:lnTo>
                  <a:lnTo>
                    <a:pt x="5174938" y="417074"/>
                  </a:lnTo>
                  <a:lnTo>
                    <a:pt x="5175032" y="417074"/>
                  </a:lnTo>
                  <a:lnTo>
                    <a:pt x="5175126" y="417074"/>
                  </a:lnTo>
                  <a:lnTo>
                    <a:pt x="5175220" y="417074"/>
                  </a:lnTo>
                  <a:lnTo>
                    <a:pt x="5175314" y="417074"/>
                  </a:lnTo>
                  <a:lnTo>
                    <a:pt x="5175408" y="417074"/>
                  </a:lnTo>
                  <a:lnTo>
                    <a:pt x="5175502" y="417074"/>
                  </a:lnTo>
                  <a:lnTo>
                    <a:pt x="5175596" y="417074"/>
                  </a:lnTo>
                  <a:lnTo>
                    <a:pt x="5175690" y="417074"/>
                  </a:lnTo>
                  <a:lnTo>
                    <a:pt x="5175784" y="417074"/>
                  </a:lnTo>
                  <a:lnTo>
                    <a:pt x="5175878" y="417074"/>
                  </a:lnTo>
                  <a:lnTo>
                    <a:pt x="5175972" y="417074"/>
                  </a:lnTo>
                  <a:lnTo>
                    <a:pt x="5176066" y="417074"/>
                  </a:lnTo>
                  <a:lnTo>
                    <a:pt x="5176160" y="417074"/>
                  </a:lnTo>
                  <a:lnTo>
                    <a:pt x="5176254" y="417074"/>
                  </a:lnTo>
                  <a:lnTo>
                    <a:pt x="5176348" y="417074"/>
                  </a:lnTo>
                  <a:lnTo>
                    <a:pt x="5176442" y="417074"/>
                  </a:lnTo>
                  <a:lnTo>
                    <a:pt x="5176536" y="417074"/>
                  </a:lnTo>
                  <a:lnTo>
                    <a:pt x="5176630" y="417074"/>
                  </a:lnTo>
                  <a:lnTo>
                    <a:pt x="5176724" y="417074"/>
                  </a:lnTo>
                  <a:lnTo>
                    <a:pt x="5176818" y="417074"/>
                  </a:lnTo>
                  <a:lnTo>
                    <a:pt x="5176912" y="417074"/>
                  </a:lnTo>
                  <a:lnTo>
                    <a:pt x="5177006" y="417074"/>
                  </a:lnTo>
                  <a:lnTo>
                    <a:pt x="5177100" y="417074"/>
                  </a:lnTo>
                  <a:lnTo>
                    <a:pt x="5177194" y="417074"/>
                  </a:lnTo>
                  <a:lnTo>
                    <a:pt x="5177288" y="417074"/>
                  </a:lnTo>
                  <a:lnTo>
                    <a:pt x="5177382" y="417074"/>
                  </a:lnTo>
                  <a:lnTo>
                    <a:pt x="5177476" y="417074"/>
                  </a:lnTo>
                  <a:lnTo>
                    <a:pt x="5177570" y="417074"/>
                  </a:lnTo>
                  <a:lnTo>
                    <a:pt x="5177664" y="417074"/>
                  </a:lnTo>
                  <a:lnTo>
                    <a:pt x="5177758" y="417074"/>
                  </a:lnTo>
                  <a:lnTo>
                    <a:pt x="5177852" y="417074"/>
                  </a:lnTo>
                  <a:lnTo>
                    <a:pt x="5177946" y="417074"/>
                  </a:lnTo>
                  <a:lnTo>
                    <a:pt x="5178041" y="417074"/>
                  </a:lnTo>
                  <a:lnTo>
                    <a:pt x="5178135" y="417074"/>
                  </a:lnTo>
                  <a:lnTo>
                    <a:pt x="5178229" y="417074"/>
                  </a:lnTo>
                  <a:lnTo>
                    <a:pt x="5178323" y="417074"/>
                  </a:lnTo>
                  <a:lnTo>
                    <a:pt x="5178417" y="417074"/>
                  </a:lnTo>
                  <a:lnTo>
                    <a:pt x="5178511" y="417074"/>
                  </a:lnTo>
                  <a:lnTo>
                    <a:pt x="5178605" y="417074"/>
                  </a:lnTo>
                  <a:lnTo>
                    <a:pt x="5178699" y="417074"/>
                  </a:lnTo>
                  <a:lnTo>
                    <a:pt x="5178793" y="417074"/>
                  </a:lnTo>
                  <a:lnTo>
                    <a:pt x="5178887" y="417074"/>
                  </a:lnTo>
                  <a:lnTo>
                    <a:pt x="5178981" y="417074"/>
                  </a:lnTo>
                  <a:lnTo>
                    <a:pt x="5179075" y="417074"/>
                  </a:lnTo>
                  <a:lnTo>
                    <a:pt x="5179169" y="417074"/>
                  </a:lnTo>
                  <a:lnTo>
                    <a:pt x="5179263" y="417074"/>
                  </a:lnTo>
                  <a:lnTo>
                    <a:pt x="5179357" y="417074"/>
                  </a:lnTo>
                  <a:lnTo>
                    <a:pt x="5179451" y="417074"/>
                  </a:lnTo>
                  <a:lnTo>
                    <a:pt x="5179545" y="417074"/>
                  </a:lnTo>
                  <a:lnTo>
                    <a:pt x="5179639" y="417074"/>
                  </a:lnTo>
                  <a:lnTo>
                    <a:pt x="5179733" y="417074"/>
                  </a:lnTo>
                  <a:lnTo>
                    <a:pt x="5179827" y="417074"/>
                  </a:lnTo>
                  <a:lnTo>
                    <a:pt x="5179921" y="417074"/>
                  </a:lnTo>
                  <a:lnTo>
                    <a:pt x="5180015" y="417074"/>
                  </a:lnTo>
                  <a:lnTo>
                    <a:pt x="5180109" y="417074"/>
                  </a:lnTo>
                  <a:lnTo>
                    <a:pt x="5180203" y="417074"/>
                  </a:lnTo>
                  <a:lnTo>
                    <a:pt x="5180297" y="417074"/>
                  </a:lnTo>
                  <a:lnTo>
                    <a:pt x="5180391" y="417074"/>
                  </a:lnTo>
                  <a:lnTo>
                    <a:pt x="5180485" y="417074"/>
                  </a:lnTo>
                  <a:lnTo>
                    <a:pt x="5180579" y="417074"/>
                  </a:lnTo>
                  <a:lnTo>
                    <a:pt x="5180673" y="417074"/>
                  </a:lnTo>
                  <a:lnTo>
                    <a:pt x="5180767" y="417074"/>
                  </a:lnTo>
                  <a:lnTo>
                    <a:pt x="5180861" y="417074"/>
                  </a:lnTo>
                  <a:lnTo>
                    <a:pt x="5180955" y="417074"/>
                  </a:lnTo>
                  <a:lnTo>
                    <a:pt x="5181049" y="417074"/>
                  </a:lnTo>
                  <a:lnTo>
                    <a:pt x="5181143" y="417074"/>
                  </a:lnTo>
                  <a:lnTo>
                    <a:pt x="5181237" y="417074"/>
                  </a:lnTo>
                  <a:lnTo>
                    <a:pt x="5181331" y="417074"/>
                  </a:lnTo>
                  <a:lnTo>
                    <a:pt x="5181425" y="417074"/>
                  </a:lnTo>
                  <a:lnTo>
                    <a:pt x="5181519" y="417074"/>
                  </a:lnTo>
                  <a:lnTo>
                    <a:pt x="5181614" y="417074"/>
                  </a:lnTo>
                  <a:lnTo>
                    <a:pt x="5181708" y="417074"/>
                  </a:lnTo>
                  <a:lnTo>
                    <a:pt x="5181802" y="417074"/>
                  </a:lnTo>
                  <a:lnTo>
                    <a:pt x="5181896" y="417074"/>
                  </a:lnTo>
                  <a:lnTo>
                    <a:pt x="5181990" y="417074"/>
                  </a:lnTo>
                  <a:lnTo>
                    <a:pt x="5182084" y="417074"/>
                  </a:lnTo>
                  <a:lnTo>
                    <a:pt x="5182178" y="417074"/>
                  </a:lnTo>
                  <a:lnTo>
                    <a:pt x="5182272" y="417074"/>
                  </a:lnTo>
                  <a:lnTo>
                    <a:pt x="5182366" y="417074"/>
                  </a:lnTo>
                  <a:lnTo>
                    <a:pt x="5182460" y="417074"/>
                  </a:lnTo>
                  <a:lnTo>
                    <a:pt x="5182460" y="411794"/>
                  </a:lnTo>
                  <a:lnTo>
                    <a:pt x="5182554" y="411794"/>
                  </a:lnTo>
                  <a:lnTo>
                    <a:pt x="5182648" y="411794"/>
                  </a:lnTo>
                  <a:lnTo>
                    <a:pt x="5182742" y="411794"/>
                  </a:lnTo>
                  <a:lnTo>
                    <a:pt x="5182836" y="411794"/>
                  </a:lnTo>
                  <a:lnTo>
                    <a:pt x="5182930" y="411794"/>
                  </a:lnTo>
                  <a:lnTo>
                    <a:pt x="5183024" y="411794"/>
                  </a:lnTo>
                  <a:lnTo>
                    <a:pt x="5183118" y="411794"/>
                  </a:lnTo>
                  <a:lnTo>
                    <a:pt x="5183212" y="411794"/>
                  </a:lnTo>
                  <a:lnTo>
                    <a:pt x="5183306" y="411794"/>
                  </a:lnTo>
                  <a:lnTo>
                    <a:pt x="5183400" y="411794"/>
                  </a:lnTo>
                  <a:lnTo>
                    <a:pt x="5183494" y="411794"/>
                  </a:lnTo>
                  <a:lnTo>
                    <a:pt x="5183588" y="411794"/>
                  </a:lnTo>
                  <a:lnTo>
                    <a:pt x="5183682" y="411794"/>
                  </a:lnTo>
                  <a:lnTo>
                    <a:pt x="5183776" y="411794"/>
                  </a:lnTo>
                  <a:lnTo>
                    <a:pt x="5183870" y="411794"/>
                  </a:lnTo>
                  <a:lnTo>
                    <a:pt x="5183964" y="411794"/>
                  </a:lnTo>
                  <a:lnTo>
                    <a:pt x="5184058" y="411794"/>
                  </a:lnTo>
                  <a:lnTo>
                    <a:pt x="5184152" y="411794"/>
                  </a:lnTo>
                  <a:lnTo>
                    <a:pt x="5184246" y="411794"/>
                  </a:lnTo>
                  <a:lnTo>
                    <a:pt x="5184340" y="411794"/>
                  </a:lnTo>
                  <a:lnTo>
                    <a:pt x="5184434" y="411794"/>
                  </a:lnTo>
                  <a:lnTo>
                    <a:pt x="5184528" y="411794"/>
                  </a:lnTo>
                  <a:lnTo>
                    <a:pt x="5184622" y="411794"/>
                  </a:lnTo>
                  <a:lnTo>
                    <a:pt x="5184716" y="411794"/>
                  </a:lnTo>
                  <a:lnTo>
                    <a:pt x="5184810" y="411794"/>
                  </a:lnTo>
                  <a:lnTo>
                    <a:pt x="5184904" y="411794"/>
                  </a:lnTo>
                  <a:lnTo>
                    <a:pt x="5184998" y="411794"/>
                  </a:lnTo>
                  <a:lnTo>
                    <a:pt x="5185092" y="411794"/>
                  </a:lnTo>
                  <a:lnTo>
                    <a:pt x="5185187" y="411794"/>
                  </a:lnTo>
                  <a:lnTo>
                    <a:pt x="5185281" y="411794"/>
                  </a:lnTo>
                  <a:lnTo>
                    <a:pt x="5185375" y="411794"/>
                  </a:lnTo>
                  <a:lnTo>
                    <a:pt x="5185469" y="411794"/>
                  </a:lnTo>
                  <a:lnTo>
                    <a:pt x="5185563" y="411794"/>
                  </a:lnTo>
                  <a:lnTo>
                    <a:pt x="5185657" y="411794"/>
                  </a:lnTo>
                  <a:lnTo>
                    <a:pt x="5185751" y="411794"/>
                  </a:lnTo>
                  <a:lnTo>
                    <a:pt x="5185845" y="411794"/>
                  </a:lnTo>
                  <a:lnTo>
                    <a:pt x="5185939" y="411794"/>
                  </a:lnTo>
                  <a:lnTo>
                    <a:pt x="5186033" y="411794"/>
                  </a:lnTo>
                  <a:lnTo>
                    <a:pt x="5186127" y="411794"/>
                  </a:lnTo>
                  <a:lnTo>
                    <a:pt x="5186221" y="411794"/>
                  </a:lnTo>
                  <a:lnTo>
                    <a:pt x="5186315" y="411794"/>
                  </a:lnTo>
                  <a:lnTo>
                    <a:pt x="5186409" y="411794"/>
                  </a:lnTo>
                  <a:lnTo>
                    <a:pt x="5186503" y="411794"/>
                  </a:lnTo>
                  <a:lnTo>
                    <a:pt x="5186597" y="411794"/>
                  </a:lnTo>
                  <a:lnTo>
                    <a:pt x="5186691" y="411794"/>
                  </a:lnTo>
                  <a:lnTo>
                    <a:pt x="5186785" y="411794"/>
                  </a:lnTo>
                  <a:lnTo>
                    <a:pt x="5186879" y="411794"/>
                  </a:lnTo>
                  <a:lnTo>
                    <a:pt x="5186973" y="411794"/>
                  </a:lnTo>
                  <a:lnTo>
                    <a:pt x="5187067" y="411794"/>
                  </a:lnTo>
                  <a:lnTo>
                    <a:pt x="5187161" y="411794"/>
                  </a:lnTo>
                  <a:lnTo>
                    <a:pt x="5187255" y="411794"/>
                  </a:lnTo>
                  <a:lnTo>
                    <a:pt x="5187349" y="411794"/>
                  </a:lnTo>
                  <a:lnTo>
                    <a:pt x="5187443" y="411794"/>
                  </a:lnTo>
                  <a:lnTo>
                    <a:pt x="5187537" y="411794"/>
                  </a:lnTo>
                  <a:lnTo>
                    <a:pt x="5187631" y="411794"/>
                  </a:lnTo>
                  <a:lnTo>
                    <a:pt x="5187725" y="411794"/>
                  </a:lnTo>
                  <a:lnTo>
                    <a:pt x="5187819" y="411794"/>
                  </a:lnTo>
                  <a:lnTo>
                    <a:pt x="5187913" y="411794"/>
                  </a:lnTo>
                  <a:lnTo>
                    <a:pt x="5188007" y="411794"/>
                  </a:lnTo>
                  <a:lnTo>
                    <a:pt x="5188101" y="411794"/>
                  </a:lnTo>
                  <a:lnTo>
                    <a:pt x="5188195" y="411794"/>
                  </a:lnTo>
                  <a:lnTo>
                    <a:pt x="5188289" y="411794"/>
                  </a:lnTo>
                  <a:lnTo>
                    <a:pt x="5188383" y="411794"/>
                  </a:lnTo>
                  <a:lnTo>
                    <a:pt x="5188477" y="411794"/>
                  </a:lnTo>
                  <a:lnTo>
                    <a:pt x="5188571" y="411794"/>
                  </a:lnTo>
                  <a:lnTo>
                    <a:pt x="5188666" y="411794"/>
                  </a:lnTo>
                  <a:lnTo>
                    <a:pt x="5188760" y="411794"/>
                  </a:lnTo>
                  <a:lnTo>
                    <a:pt x="5188854" y="411794"/>
                  </a:lnTo>
                  <a:lnTo>
                    <a:pt x="5188948" y="411794"/>
                  </a:lnTo>
                  <a:lnTo>
                    <a:pt x="5189042" y="411794"/>
                  </a:lnTo>
                  <a:lnTo>
                    <a:pt x="5189136" y="411794"/>
                  </a:lnTo>
                  <a:lnTo>
                    <a:pt x="5189230" y="411794"/>
                  </a:lnTo>
                  <a:lnTo>
                    <a:pt x="5189324" y="411794"/>
                  </a:lnTo>
                  <a:lnTo>
                    <a:pt x="5189418" y="411794"/>
                  </a:lnTo>
                  <a:lnTo>
                    <a:pt x="5189512" y="411794"/>
                  </a:lnTo>
                  <a:lnTo>
                    <a:pt x="5189606" y="411794"/>
                  </a:lnTo>
                  <a:lnTo>
                    <a:pt x="5189700" y="411794"/>
                  </a:lnTo>
                  <a:lnTo>
                    <a:pt x="5189794" y="411794"/>
                  </a:lnTo>
                  <a:lnTo>
                    <a:pt x="5189888" y="411794"/>
                  </a:lnTo>
                  <a:lnTo>
                    <a:pt x="5189982" y="411794"/>
                  </a:lnTo>
                  <a:lnTo>
                    <a:pt x="5190076" y="411794"/>
                  </a:lnTo>
                  <a:lnTo>
                    <a:pt x="5190170" y="411794"/>
                  </a:lnTo>
                  <a:lnTo>
                    <a:pt x="5190264" y="411794"/>
                  </a:lnTo>
                  <a:lnTo>
                    <a:pt x="5190358" y="411794"/>
                  </a:lnTo>
                  <a:lnTo>
                    <a:pt x="5190452" y="411794"/>
                  </a:lnTo>
                  <a:lnTo>
                    <a:pt x="5190546" y="411794"/>
                  </a:lnTo>
                  <a:lnTo>
                    <a:pt x="5190640" y="411794"/>
                  </a:lnTo>
                  <a:lnTo>
                    <a:pt x="5190734" y="411794"/>
                  </a:lnTo>
                  <a:lnTo>
                    <a:pt x="5190828" y="411794"/>
                  </a:lnTo>
                  <a:lnTo>
                    <a:pt x="5190922" y="411794"/>
                  </a:lnTo>
                  <a:lnTo>
                    <a:pt x="5191016" y="411794"/>
                  </a:lnTo>
                  <a:lnTo>
                    <a:pt x="5191110" y="411794"/>
                  </a:lnTo>
                  <a:lnTo>
                    <a:pt x="5191204" y="411794"/>
                  </a:lnTo>
                  <a:lnTo>
                    <a:pt x="5191298" y="411794"/>
                  </a:lnTo>
                  <a:lnTo>
                    <a:pt x="5191392" y="411794"/>
                  </a:lnTo>
                  <a:lnTo>
                    <a:pt x="5191486" y="411794"/>
                  </a:lnTo>
                  <a:lnTo>
                    <a:pt x="5191580" y="411794"/>
                  </a:lnTo>
                  <a:lnTo>
                    <a:pt x="5191674" y="411794"/>
                  </a:lnTo>
                  <a:lnTo>
                    <a:pt x="5191768" y="411794"/>
                  </a:lnTo>
                  <a:lnTo>
                    <a:pt x="5191862" y="411794"/>
                  </a:lnTo>
                  <a:lnTo>
                    <a:pt x="5191956" y="411794"/>
                  </a:lnTo>
                  <a:lnTo>
                    <a:pt x="5192050" y="411794"/>
                  </a:lnTo>
                  <a:lnTo>
                    <a:pt x="5192144" y="411794"/>
                  </a:lnTo>
                  <a:lnTo>
                    <a:pt x="5192239" y="411794"/>
                  </a:lnTo>
                  <a:lnTo>
                    <a:pt x="5192333" y="411794"/>
                  </a:lnTo>
                  <a:lnTo>
                    <a:pt x="5192427" y="411794"/>
                  </a:lnTo>
                  <a:lnTo>
                    <a:pt x="5192521" y="411794"/>
                  </a:lnTo>
                  <a:lnTo>
                    <a:pt x="5192615" y="411794"/>
                  </a:lnTo>
                  <a:lnTo>
                    <a:pt x="5192709" y="411794"/>
                  </a:lnTo>
                  <a:lnTo>
                    <a:pt x="5192803" y="411794"/>
                  </a:lnTo>
                  <a:lnTo>
                    <a:pt x="5192897" y="411794"/>
                  </a:lnTo>
                  <a:lnTo>
                    <a:pt x="5192991" y="411794"/>
                  </a:lnTo>
                  <a:lnTo>
                    <a:pt x="5193085" y="411794"/>
                  </a:lnTo>
                  <a:lnTo>
                    <a:pt x="5193179" y="411794"/>
                  </a:lnTo>
                  <a:lnTo>
                    <a:pt x="5193273" y="411794"/>
                  </a:lnTo>
                  <a:lnTo>
                    <a:pt x="5193367" y="411794"/>
                  </a:lnTo>
                  <a:lnTo>
                    <a:pt x="5193461" y="411794"/>
                  </a:lnTo>
                  <a:lnTo>
                    <a:pt x="5193555" y="411794"/>
                  </a:lnTo>
                  <a:lnTo>
                    <a:pt x="5193649" y="411794"/>
                  </a:lnTo>
                  <a:lnTo>
                    <a:pt x="5193743" y="411794"/>
                  </a:lnTo>
                  <a:lnTo>
                    <a:pt x="5193837" y="411794"/>
                  </a:lnTo>
                  <a:lnTo>
                    <a:pt x="5193931" y="411794"/>
                  </a:lnTo>
                  <a:lnTo>
                    <a:pt x="5194025" y="411794"/>
                  </a:lnTo>
                  <a:lnTo>
                    <a:pt x="5194119" y="411794"/>
                  </a:lnTo>
                  <a:lnTo>
                    <a:pt x="5194213" y="411794"/>
                  </a:lnTo>
                  <a:lnTo>
                    <a:pt x="5194307" y="411794"/>
                  </a:lnTo>
                  <a:lnTo>
                    <a:pt x="5194401" y="411794"/>
                  </a:lnTo>
                  <a:lnTo>
                    <a:pt x="5194495" y="411794"/>
                  </a:lnTo>
                  <a:lnTo>
                    <a:pt x="5194589" y="411794"/>
                  </a:lnTo>
                  <a:lnTo>
                    <a:pt x="5194683" y="411794"/>
                  </a:lnTo>
                  <a:lnTo>
                    <a:pt x="5194777" y="411794"/>
                  </a:lnTo>
                  <a:lnTo>
                    <a:pt x="5194871" y="411794"/>
                  </a:lnTo>
                  <a:lnTo>
                    <a:pt x="5194965" y="411794"/>
                  </a:lnTo>
                  <a:lnTo>
                    <a:pt x="5195059" y="411794"/>
                  </a:lnTo>
                  <a:lnTo>
                    <a:pt x="5195153" y="411794"/>
                  </a:lnTo>
                  <a:lnTo>
                    <a:pt x="5195247" y="411794"/>
                  </a:lnTo>
                  <a:lnTo>
                    <a:pt x="5195341" y="411794"/>
                  </a:lnTo>
                  <a:lnTo>
                    <a:pt x="5195435" y="411794"/>
                  </a:lnTo>
                  <a:lnTo>
                    <a:pt x="5195529" y="411794"/>
                  </a:lnTo>
                  <a:lnTo>
                    <a:pt x="5195623" y="411794"/>
                  </a:lnTo>
                  <a:lnTo>
                    <a:pt x="5195717" y="411794"/>
                  </a:lnTo>
                  <a:lnTo>
                    <a:pt x="5195812" y="411794"/>
                  </a:lnTo>
                  <a:lnTo>
                    <a:pt x="5195906" y="411794"/>
                  </a:lnTo>
                  <a:lnTo>
                    <a:pt x="5196000" y="411794"/>
                  </a:lnTo>
                  <a:lnTo>
                    <a:pt x="5196094" y="411794"/>
                  </a:lnTo>
                  <a:lnTo>
                    <a:pt x="5196188" y="411794"/>
                  </a:lnTo>
                  <a:lnTo>
                    <a:pt x="5196282" y="411794"/>
                  </a:lnTo>
                  <a:lnTo>
                    <a:pt x="5196376" y="411794"/>
                  </a:lnTo>
                  <a:lnTo>
                    <a:pt x="5196470" y="411794"/>
                  </a:lnTo>
                  <a:lnTo>
                    <a:pt x="5196564" y="411794"/>
                  </a:lnTo>
                  <a:lnTo>
                    <a:pt x="5196658" y="411794"/>
                  </a:lnTo>
                  <a:lnTo>
                    <a:pt x="5196752" y="411794"/>
                  </a:lnTo>
                  <a:lnTo>
                    <a:pt x="5196846" y="411794"/>
                  </a:lnTo>
                  <a:lnTo>
                    <a:pt x="5196940" y="411794"/>
                  </a:lnTo>
                  <a:lnTo>
                    <a:pt x="5197034" y="411794"/>
                  </a:lnTo>
                  <a:lnTo>
                    <a:pt x="5197128" y="411794"/>
                  </a:lnTo>
                  <a:lnTo>
                    <a:pt x="5197222" y="411794"/>
                  </a:lnTo>
                  <a:lnTo>
                    <a:pt x="5197316" y="411794"/>
                  </a:lnTo>
                  <a:lnTo>
                    <a:pt x="5197410" y="411794"/>
                  </a:lnTo>
                  <a:lnTo>
                    <a:pt x="5197504" y="411794"/>
                  </a:lnTo>
                  <a:lnTo>
                    <a:pt x="5197598" y="411794"/>
                  </a:lnTo>
                  <a:lnTo>
                    <a:pt x="5197692" y="411794"/>
                  </a:lnTo>
                  <a:lnTo>
                    <a:pt x="5197786" y="411794"/>
                  </a:lnTo>
                  <a:lnTo>
                    <a:pt x="5197880" y="411794"/>
                  </a:lnTo>
                  <a:lnTo>
                    <a:pt x="5197974" y="411794"/>
                  </a:lnTo>
                  <a:lnTo>
                    <a:pt x="5198068" y="411794"/>
                  </a:lnTo>
                  <a:lnTo>
                    <a:pt x="5198162" y="411794"/>
                  </a:lnTo>
                  <a:lnTo>
                    <a:pt x="5198256" y="411794"/>
                  </a:lnTo>
                  <a:lnTo>
                    <a:pt x="5198350" y="411794"/>
                  </a:lnTo>
                  <a:lnTo>
                    <a:pt x="5198444" y="411794"/>
                  </a:lnTo>
                  <a:lnTo>
                    <a:pt x="5198538" y="411794"/>
                  </a:lnTo>
                  <a:lnTo>
                    <a:pt x="5198632" y="411794"/>
                  </a:lnTo>
                  <a:lnTo>
                    <a:pt x="5198726" y="411794"/>
                  </a:lnTo>
                  <a:lnTo>
                    <a:pt x="5198820" y="411794"/>
                  </a:lnTo>
                  <a:lnTo>
                    <a:pt x="5198914" y="411794"/>
                  </a:lnTo>
                  <a:lnTo>
                    <a:pt x="5199008" y="411794"/>
                  </a:lnTo>
                  <a:lnTo>
                    <a:pt x="5199102" y="411794"/>
                  </a:lnTo>
                  <a:lnTo>
                    <a:pt x="5199196" y="411794"/>
                  </a:lnTo>
                  <a:lnTo>
                    <a:pt x="5199290" y="411794"/>
                  </a:lnTo>
                  <a:lnTo>
                    <a:pt x="5199385" y="411794"/>
                  </a:lnTo>
                  <a:lnTo>
                    <a:pt x="5199479" y="411794"/>
                  </a:lnTo>
                  <a:lnTo>
                    <a:pt x="5199573" y="411794"/>
                  </a:lnTo>
                  <a:lnTo>
                    <a:pt x="5199667" y="411794"/>
                  </a:lnTo>
                  <a:lnTo>
                    <a:pt x="5199761" y="411794"/>
                  </a:lnTo>
                  <a:lnTo>
                    <a:pt x="5199855" y="411794"/>
                  </a:lnTo>
                  <a:lnTo>
                    <a:pt x="5199949" y="411794"/>
                  </a:lnTo>
                  <a:lnTo>
                    <a:pt x="5200043" y="411794"/>
                  </a:lnTo>
                  <a:lnTo>
                    <a:pt x="5200137" y="411794"/>
                  </a:lnTo>
                  <a:lnTo>
                    <a:pt x="5200231" y="411794"/>
                  </a:lnTo>
                  <a:lnTo>
                    <a:pt x="5200325" y="411794"/>
                  </a:lnTo>
                  <a:lnTo>
                    <a:pt x="5200419" y="411794"/>
                  </a:lnTo>
                  <a:lnTo>
                    <a:pt x="5200513" y="411794"/>
                  </a:lnTo>
                  <a:lnTo>
                    <a:pt x="5200607" y="411794"/>
                  </a:lnTo>
                  <a:lnTo>
                    <a:pt x="5200701" y="411794"/>
                  </a:lnTo>
                  <a:lnTo>
                    <a:pt x="5200795" y="411794"/>
                  </a:lnTo>
                  <a:lnTo>
                    <a:pt x="5200889" y="411794"/>
                  </a:lnTo>
                  <a:lnTo>
                    <a:pt x="5200983" y="411794"/>
                  </a:lnTo>
                  <a:lnTo>
                    <a:pt x="5201077" y="411794"/>
                  </a:lnTo>
                  <a:lnTo>
                    <a:pt x="5201171" y="411794"/>
                  </a:lnTo>
                  <a:lnTo>
                    <a:pt x="5201265" y="411794"/>
                  </a:lnTo>
                  <a:lnTo>
                    <a:pt x="5201359" y="411794"/>
                  </a:lnTo>
                  <a:lnTo>
                    <a:pt x="5201453" y="411794"/>
                  </a:lnTo>
                  <a:lnTo>
                    <a:pt x="5201547" y="411794"/>
                  </a:lnTo>
                  <a:lnTo>
                    <a:pt x="5201641" y="411794"/>
                  </a:lnTo>
                  <a:lnTo>
                    <a:pt x="5201735" y="411794"/>
                  </a:lnTo>
                  <a:lnTo>
                    <a:pt x="5201829" y="411794"/>
                  </a:lnTo>
                  <a:lnTo>
                    <a:pt x="5201923" y="411794"/>
                  </a:lnTo>
                  <a:lnTo>
                    <a:pt x="5202017" y="411794"/>
                  </a:lnTo>
                  <a:lnTo>
                    <a:pt x="5202111" y="411794"/>
                  </a:lnTo>
                  <a:lnTo>
                    <a:pt x="5202205" y="411794"/>
                  </a:lnTo>
                  <a:lnTo>
                    <a:pt x="5202299" y="411794"/>
                  </a:lnTo>
                  <a:lnTo>
                    <a:pt x="5202393" y="411794"/>
                  </a:lnTo>
                  <a:lnTo>
                    <a:pt x="5202487" y="411794"/>
                  </a:lnTo>
                  <a:lnTo>
                    <a:pt x="5202581" y="411794"/>
                  </a:lnTo>
                  <a:lnTo>
                    <a:pt x="5202675" y="411794"/>
                  </a:lnTo>
                  <a:lnTo>
                    <a:pt x="5202769" y="411794"/>
                  </a:lnTo>
                  <a:lnTo>
                    <a:pt x="5202864" y="411794"/>
                  </a:lnTo>
                  <a:lnTo>
                    <a:pt x="5202958" y="411794"/>
                  </a:lnTo>
                  <a:lnTo>
                    <a:pt x="5203052" y="411794"/>
                  </a:lnTo>
                  <a:lnTo>
                    <a:pt x="5203146" y="411794"/>
                  </a:lnTo>
                  <a:lnTo>
                    <a:pt x="5203240" y="411794"/>
                  </a:lnTo>
                  <a:lnTo>
                    <a:pt x="5203334" y="411794"/>
                  </a:lnTo>
                  <a:lnTo>
                    <a:pt x="5203428" y="411794"/>
                  </a:lnTo>
                  <a:lnTo>
                    <a:pt x="5203522" y="411794"/>
                  </a:lnTo>
                  <a:lnTo>
                    <a:pt x="5203522" y="406515"/>
                  </a:lnTo>
                  <a:lnTo>
                    <a:pt x="5203616" y="406515"/>
                  </a:lnTo>
                  <a:lnTo>
                    <a:pt x="5203710" y="406515"/>
                  </a:lnTo>
                  <a:lnTo>
                    <a:pt x="5203804" y="406515"/>
                  </a:lnTo>
                  <a:lnTo>
                    <a:pt x="5203898" y="406515"/>
                  </a:lnTo>
                  <a:lnTo>
                    <a:pt x="5203992" y="406515"/>
                  </a:lnTo>
                  <a:lnTo>
                    <a:pt x="5204086" y="406515"/>
                  </a:lnTo>
                  <a:lnTo>
                    <a:pt x="5204180" y="406515"/>
                  </a:lnTo>
                  <a:lnTo>
                    <a:pt x="5204274" y="406515"/>
                  </a:lnTo>
                  <a:lnTo>
                    <a:pt x="5204368" y="406515"/>
                  </a:lnTo>
                  <a:lnTo>
                    <a:pt x="5204462" y="406515"/>
                  </a:lnTo>
                  <a:lnTo>
                    <a:pt x="5204556" y="406515"/>
                  </a:lnTo>
                  <a:lnTo>
                    <a:pt x="5204650" y="406515"/>
                  </a:lnTo>
                  <a:lnTo>
                    <a:pt x="5204744" y="406515"/>
                  </a:lnTo>
                  <a:lnTo>
                    <a:pt x="5204838" y="406515"/>
                  </a:lnTo>
                  <a:lnTo>
                    <a:pt x="5204932" y="406515"/>
                  </a:lnTo>
                  <a:lnTo>
                    <a:pt x="5205026" y="406515"/>
                  </a:lnTo>
                  <a:lnTo>
                    <a:pt x="5205120" y="406515"/>
                  </a:lnTo>
                  <a:lnTo>
                    <a:pt x="5205214" y="406515"/>
                  </a:lnTo>
                  <a:lnTo>
                    <a:pt x="5205308" y="406515"/>
                  </a:lnTo>
                  <a:lnTo>
                    <a:pt x="5205402" y="406515"/>
                  </a:lnTo>
                  <a:lnTo>
                    <a:pt x="5205496" y="406515"/>
                  </a:lnTo>
                  <a:lnTo>
                    <a:pt x="5205590" y="406515"/>
                  </a:lnTo>
                  <a:lnTo>
                    <a:pt x="5205684" y="406515"/>
                  </a:lnTo>
                  <a:lnTo>
                    <a:pt x="5205778" y="406515"/>
                  </a:lnTo>
                  <a:lnTo>
                    <a:pt x="5205872" y="406515"/>
                  </a:lnTo>
                  <a:lnTo>
                    <a:pt x="5205966" y="406515"/>
                  </a:lnTo>
                  <a:lnTo>
                    <a:pt x="5206060" y="406515"/>
                  </a:lnTo>
                  <a:lnTo>
                    <a:pt x="5206154" y="406515"/>
                  </a:lnTo>
                  <a:lnTo>
                    <a:pt x="5206248" y="406515"/>
                  </a:lnTo>
                  <a:lnTo>
                    <a:pt x="5206342" y="406515"/>
                  </a:lnTo>
                  <a:lnTo>
                    <a:pt x="5206437" y="406515"/>
                  </a:lnTo>
                  <a:lnTo>
                    <a:pt x="5206531" y="406515"/>
                  </a:lnTo>
                  <a:lnTo>
                    <a:pt x="5206625" y="406515"/>
                  </a:lnTo>
                  <a:lnTo>
                    <a:pt x="5206719" y="406515"/>
                  </a:lnTo>
                  <a:lnTo>
                    <a:pt x="5206813" y="406515"/>
                  </a:lnTo>
                  <a:lnTo>
                    <a:pt x="5206907" y="406515"/>
                  </a:lnTo>
                  <a:lnTo>
                    <a:pt x="5207001" y="406515"/>
                  </a:lnTo>
                  <a:lnTo>
                    <a:pt x="5207095" y="406515"/>
                  </a:lnTo>
                  <a:lnTo>
                    <a:pt x="5207189" y="406515"/>
                  </a:lnTo>
                  <a:lnTo>
                    <a:pt x="5207283" y="406515"/>
                  </a:lnTo>
                  <a:lnTo>
                    <a:pt x="5207377" y="406515"/>
                  </a:lnTo>
                  <a:lnTo>
                    <a:pt x="5207471" y="406515"/>
                  </a:lnTo>
                  <a:lnTo>
                    <a:pt x="5207565" y="406515"/>
                  </a:lnTo>
                  <a:lnTo>
                    <a:pt x="5207659" y="406515"/>
                  </a:lnTo>
                  <a:lnTo>
                    <a:pt x="5207753" y="406515"/>
                  </a:lnTo>
                  <a:lnTo>
                    <a:pt x="5207847" y="406515"/>
                  </a:lnTo>
                  <a:lnTo>
                    <a:pt x="5207941" y="406515"/>
                  </a:lnTo>
                  <a:lnTo>
                    <a:pt x="5208035" y="406515"/>
                  </a:lnTo>
                  <a:lnTo>
                    <a:pt x="5208129" y="406515"/>
                  </a:lnTo>
                  <a:lnTo>
                    <a:pt x="5208223" y="406515"/>
                  </a:lnTo>
                  <a:lnTo>
                    <a:pt x="5208317" y="406515"/>
                  </a:lnTo>
                  <a:lnTo>
                    <a:pt x="5208411" y="406515"/>
                  </a:lnTo>
                  <a:lnTo>
                    <a:pt x="5208505" y="406515"/>
                  </a:lnTo>
                  <a:lnTo>
                    <a:pt x="5208599" y="406515"/>
                  </a:lnTo>
                  <a:lnTo>
                    <a:pt x="5208693" y="406515"/>
                  </a:lnTo>
                  <a:lnTo>
                    <a:pt x="5208787" y="406515"/>
                  </a:lnTo>
                  <a:lnTo>
                    <a:pt x="5208881" y="406515"/>
                  </a:lnTo>
                  <a:lnTo>
                    <a:pt x="5208975" y="406515"/>
                  </a:lnTo>
                  <a:lnTo>
                    <a:pt x="5209069" y="406515"/>
                  </a:lnTo>
                  <a:lnTo>
                    <a:pt x="5209163" y="406515"/>
                  </a:lnTo>
                  <a:lnTo>
                    <a:pt x="5209257" y="406515"/>
                  </a:lnTo>
                  <a:lnTo>
                    <a:pt x="5209351" y="406515"/>
                  </a:lnTo>
                  <a:lnTo>
                    <a:pt x="5209445" y="406515"/>
                  </a:lnTo>
                  <a:lnTo>
                    <a:pt x="5209539" y="406515"/>
                  </a:lnTo>
                  <a:lnTo>
                    <a:pt x="5209633" y="406515"/>
                  </a:lnTo>
                  <a:lnTo>
                    <a:pt x="5209727" y="406515"/>
                  </a:lnTo>
                  <a:lnTo>
                    <a:pt x="5209821" y="406515"/>
                  </a:lnTo>
                  <a:lnTo>
                    <a:pt x="5209915" y="406515"/>
                  </a:lnTo>
                  <a:lnTo>
                    <a:pt x="5210010" y="406515"/>
                  </a:lnTo>
                  <a:lnTo>
                    <a:pt x="5210104" y="406515"/>
                  </a:lnTo>
                  <a:lnTo>
                    <a:pt x="5210198" y="406515"/>
                  </a:lnTo>
                  <a:lnTo>
                    <a:pt x="5210292" y="406515"/>
                  </a:lnTo>
                  <a:lnTo>
                    <a:pt x="5210386" y="406515"/>
                  </a:lnTo>
                  <a:lnTo>
                    <a:pt x="5210480" y="406515"/>
                  </a:lnTo>
                  <a:lnTo>
                    <a:pt x="5210574" y="406515"/>
                  </a:lnTo>
                  <a:lnTo>
                    <a:pt x="5210668" y="406515"/>
                  </a:lnTo>
                  <a:lnTo>
                    <a:pt x="5210762" y="406515"/>
                  </a:lnTo>
                  <a:lnTo>
                    <a:pt x="5210856" y="406515"/>
                  </a:lnTo>
                  <a:lnTo>
                    <a:pt x="5210950" y="406515"/>
                  </a:lnTo>
                  <a:lnTo>
                    <a:pt x="5211044" y="406515"/>
                  </a:lnTo>
                  <a:lnTo>
                    <a:pt x="5211138" y="406515"/>
                  </a:lnTo>
                  <a:lnTo>
                    <a:pt x="5211232" y="406515"/>
                  </a:lnTo>
                  <a:lnTo>
                    <a:pt x="5211326" y="406515"/>
                  </a:lnTo>
                  <a:lnTo>
                    <a:pt x="5211420" y="406515"/>
                  </a:lnTo>
                  <a:lnTo>
                    <a:pt x="5211514" y="406515"/>
                  </a:lnTo>
                  <a:lnTo>
                    <a:pt x="5211608" y="406515"/>
                  </a:lnTo>
                  <a:lnTo>
                    <a:pt x="5211702" y="406515"/>
                  </a:lnTo>
                  <a:lnTo>
                    <a:pt x="5211796" y="406515"/>
                  </a:lnTo>
                  <a:lnTo>
                    <a:pt x="5211890" y="406515"/>
                  </a:lnTo>
                  <a:lnTo>
                    <a:pt x="5211984" y="406515"/>
                  </a:lnTo>
                  <a:lnTo>
                    <a:pt x="5212078" y="406515"/>
                  </a:lnTo>
                  <a:lnTo>
                    <a:pt x="5212172" y="406515"/>
                  </a:lnTo>
                  <a:lnTo>
                    <a:pt x="5212266" y="406515"/>
                  </a:lnTo>
                  <a:lnTo>
                    <a:pt x="5212360" y="406515"/>
                  </a:lnTo>
                  <a:lnTo>
                    <a:pt x="5212454" y="406515"/>
                  </a:lnTo>
                  <a:lnTo>
                    <a:pt x="5212548" y="406515"/>
                  </a:lnTo>
                  <a:lnTo>
                    <a:pt x="5212642" y="406515"/>
                  </a:lnTo>
                  <a:lnTo>
                    <a:pt x="5212736" y="406515"/>
                  </a:lnTo>
                  <a:lnTo>
                    <a:pt x="5212830" y="406515"/>
                  </a:lnTo>
                  <a:lnTo>
                    <a:pt x="5212924" y="406515"/>
                  </a:lnTo>
                  <a:lnTo>
                    <a:pt x="5213018" y="406515"/>
                  </a:lnTo>
                  <a:lnTo>
                    <a:pt x="5213112" y="406515"/>
                  </a:lnTo>
                  <a:lnTo>
                    <a:pt x="5213206" y="406515"/>
                  </a:lnTo>
                  <a:lnTo>
                    <a:pt x="5213300" y="406515"/>
                  </a:lnTo>
                  <a:lnTo>
                    <a:pt x="5213394" y="406515"/>
                  </a:lnTo>
                  <a:lnTo>
                    <a:pt x="5213489" y="406515"/>
                  </a:lnTo>
                  <a:lnTo>
                    <a:pt x="5213583" y="406515"/>
                  </a:lnTo>
                  <a:lnTo>
                    <a:pt x="5213677" y="406515"/>
                  </a:lnTo>
                  <a:lnTo>
                    <a:pt x="5213771" y="406515"/>
                  </a:lnTo>
                  <a:lnTo>
                    <a:pt x="5213865" y="406515"/>
                  </a:lnTo>
                  <a:lnTo>
                    <a:pt x="5213959" y="406515"/>
                  </a:lnTo>
                  <a:lnTo>
                    <a:pt x="5214053" y="406515"/>
                  </a:lnTo>
                  <a:lnTo>
                    <a:pt x="5214147" y="406515"/>
                  </a:lnTo>
                  <a:lnTo>
                    <a:pt x="5214241" y="406515"/>
                  </a:lnTo>
                  <a:lnTo>
                    <a:pt x="5214335" y="406515"/>
                  </a:lnTo>
                  <a:lnTo>
                    <a:pt x="5214429" y="406515"/>
                  </a:lnTo>
                  <a:lnTo>
                    <a:pt x="5214523" y="406515"/>
                  </a:lnTo>
                  <a:lnTo>
                    <a:pt x="5214617" y="406515"/>
                  </a:lnTo>
                  <a:lnTo>
                    <a:pt x="5214711" y="406515"/>
                  </a:lnTo>
                  <a:lnTo>
                    <a:pt x="5214805" y="406515"/>
                  </a:lnTo>
                  <a:lnTo>
                    <a:pt x="5214899" y="406515"/>
                  </a:lnTo>
                  <a:lnTo>
                    <a:pt x="5214993" y="406515"/>
                  </a:lnTo>
                  <a:lnTo>
                    <a:pt x="5215087" y="406515"/>
                  </a:lnTo>
                  <a:lnTo>
                    <a:pt x="5215181" y="406515"/>
                  </a:lnTo>
                  <a:lnTo>
                    <a:pt x="5215275" y="406515"/>
                  </a:lnTo>
                  <a:lnTo>
                    <a:pt x="5215369" y="406515"/>
                  </a:lnTo>
                  <a:lnTo>
                    <a:pt x="5215463" y="406515"/>
                  </a:lnTo>
                  <a:lnTo>
                    <a:pt x="5215557" y="406515"/>
                  </a:lnTo>
                  <a:lnTo>
                    <a:pt x="5215651" y="406515"/>
                  </a:lnTo>
                  <a:lnTo>
                    <a:pt x="5215745" y="406515"/>
                  </a:lnTo>
                  <a:lnTo>
                    <a:pt x="5215839" y="406515"/>
                  </a:lnTo>
                  <a:lnTo>
                    <a:pt x="5215933" y="406515"/>
                  </a:lnTo>
                  <a:lnTo>
                    <a:pt x="5216027" y="406515"/>
                  </a:lnTo>
                  <a:lnTo>
                    <a:pt x="5216121" y="406515"/>
                  </a:lnTo>
                  <a:lnTo>
                    <a:pt x="5216215" y="406515"/>
                  </a:lnTo>
                  <a:lnTo>
                    <a:pt x="5216309" y="406515"/>
                  </a:lnTo>
                  <a:lnTo>
                    <a:pt x="5216403" y="406515"/>
                  </a:lnTo>
                  <a:lnTo>
                    <a:pt x="5216497" y="406515"/>
                  </a:lnTo>
                  <a:lnTo>
                    <a:pt x="5216591" y="406515"/>
                  </a:lnTo>
                  <a:lnTo>
                    <a:pt x="5216685" y="406515"/>
                  </a:lnTo>
                  <a:lnTo>
                    <a:pt x="5216779" y="406515"/>
                  </a:lnTo>
                  <a:lnTo>
                    <a:pt x="5216873" y="406515"/>
                  </a:lnTo>
                  <a:lnTo>
                    <a:pt x="5216967" y="406515"/>
                  </a:lnTo>
                  <a:lnTo>
                    <a:pt x="5216967" y="401236"/>
                  </a:lnTo>
                  <a:lnTo>
                    <a:pt x="5217062" y="401236"/>
                  </a:lnTo>
                  <a:lnTo>
                    <a:pt x="5217156" y="401236"/>
                  </a:lnTo>
                  <a:lnTo>
                    <a:pt x="5217250" y="401236"/>
                  </a:lnTo>
                  <a:lnTo>
                    <a:pt x="5217344" y="401236"/>
                  </a:lnTo>
                  <a:lnTo>
                    <a:pt x="5217438" y="401236"/>
                  </a:lnTo>
                  <a:lnTo>
                    <a:pt x="5217532" y="401236"/>
                  </a:lnTo>
                  <a:lnTo>
                    <a:pt x="5217626" y="401236"/>
                  </a:lnTo>
                  <a:lnTo>
                    <a:pt x="5217720" y="401236"/>
                  </a:lnTo>
                  <a:lnTo>
                    <a:pt x="5217814" y="401236"/>
                  </a:lnTo>
                  <a:lnTo>
                    <a:pt x="5217908" y="401236"/>
                  </a:lnTo>
                  <a:lnTo>
                    <a:pt x="5218002" y="401236"/>
                  </a:lnTo>
                  <a:lnTo>
                    <a:pt x="5218096" y="401236"/>
                  </a:lnTo>
                  <a:lnTo>
                    <a:pt x="5218190" y="401236"/>
                  </a:lnTo>
                  <a:lnTo>
                    <a:pt x="5218284" y="401236"/>
                  </a:lnTo>
                  <a:lnTo>
                    <a:pt x="5218378" y="401236"/>
                  </a:lnTo>
                  <a:lnTo>
                    <a:pt x="5218472" y="401236"/>
                  </a:lnTo>
                  <a:lnTo>
                    <a:pt x="5218566" y="401236"/>
                  </a:lnTo>
                  <a:lnTo>
                    <a:pt x="5218660" y="401236"/>
                  </a:lnTo>
                  <a:lnTo>
                    <a:pt x="5218754" y="401236"/>
                  </a:lnTo>
                  <a:lnTo>
                    <a:pt x="5218754" y="395956"/>
                  </a:lnTo>
                  <a:lnTo>
                    <a:pt x="5218848" y="395956"/>
                  </a:lnTo>
                  <a:lnTo>
                    <a:pt x="5218942" y="395956"/>
                  </a:lnTo>
                  <a:lnTo>
                    <a:pt x="5219036" y="395956"/>
                  </a:lnTo>
                  <a:lnTo>
                    <a:pt x="5219130" y="395956"/>
                  </a:lnTo>
                  <a:lnTo>
                    <a:pt x="5219224" y="395956"/>
                  </a:lnTo>
                  <a:lnTo>
                    <a:pt x="5219318" y="395956"/>
                  </a:lnTo>
                  <a:lnTo>
                    <a:pt x="5219412" y="395956"/>
                  </a:lnTo>
                  <a:lnTo>
                    <a:pt x="5219506" y="395956"/>
                  </a:lnTo>
                  <a:lnTo>
                    <a:pt x="5219600" y="395956"/>
                  </a:lnTo>
                  <a:lnTo>
                    <a:pt x="5219694" y="395956"/>
                  </a:lnTo>
                  <a:lnTo>
                    <a:pt x="5219788" y="395956"/>
                  </a:lnTo>
                  <a:lnTo>
                    <a:pt x="5219882" y="395956"/>
                  </a:lnTo>
                  <a:lnTo>
                    <a:pt x="5219976" y="395956"/>
                  </a:lnTo>
                  <a:lnTo>
                    <a:pt x="5220070" y="395956"/>
                  </a:lnTo>
                  <a:lnTo>
                    <a:pt x="5220164" y="395956"/>
                  </a:lnTo>
                  <a:lnTo>
                    <a:pt x="5220258" y="395956"/>
                  </a:lnTo>
                  <a:lnTo>
                    <a:pt x="5220352" y="395956"/>
                  </a:lnTo>
                  <a:lnTo>
                    <a:pt x="5220446" y="395956"/>
                  </a:lnTo>
                  <a:lnTo>
                    <a:pt x="5220540" y="395956"/>
                  </a:lnTo>
                  <a:lnTo>
                    <a:pt x="5220635" y="395956"/>
                  </a:lnTo>
                  <a:lnTo>
                    <a:pt x="5220729" y="395956"/>
                  </a:lnTo>
                  <a:lnTo>
                    <a:pt x="5220823" y="395956"/>
                  </a:lnTo>
                  <a:lnTo>
                    <a:pt x="5220917" y="395956"/>
                  </a:lnTo>
                  <a:lnTo>
                    <a:pt x="5221011" y="395956"/>
                  </a:lnTo>
                  <a:lnTo>
                    <a:pt x="5221105" y="395956"/>
                  </a:lnTo>
                  <a:lnTo>
                    <a:pt x="5221199" y="395956"/>
                  </a:lnTo>
                  <a:lnTo>
                    <a:pt x="5221199" y="390677"/>
                  </a:lnTo>
                  <a:lnTo>
                    <a:pt x="5221293" y="390677"/>
                  </a:lnTo>
                  <a:lnTo>
                    <a:pt x="5221387" y="390677"/>
                  </a:lnTo>
                  <a:lnTo>
                    <a:pt x="5221481" y="390677"/>
                  </a:lnTo>
                  <a:lnTo>
                    <a:pt x="5221575" y="390677"/>
                  </a:lnTo>
                  <a:lnTo>
                    <a:pt x="5221669" y="390677"/>
                  </a:lnTo>
                  <a:lnTo>
                    <a:pt x="5221763" y="390677"/>
                  </a:lnTo>
                  <a:lnTo>
                    <a:pt x="5221857" y="390677"/>
                  </a:lnTo>
                  <a:lnTo>
                    <a:pt x="5221951" y="390677"/>
                  </a:lnTo>
                  <a:lnTo>
                    <a:pt x="5222045" y="390677"/>
                  </a:lnTo>
                  <a:lnTo>
                    <a:pt x="5222139" y="390677"/>
                  </a:lnTo>
                  <a:lnTo>
                    <a:pt x="5222233" y="390677"/>
                  </a:lnTo>
                  <a:lnTo>
                    <a:pt x="5222327" y="390677"/>
                  </a:lnTo>
                  <a:lnTo>
                    <a:pt x="5222421" y="390677"/>
                  </a:lnTo>
                  <a:lnTo>
                    <a:pt x="5222515" y="390677"/>
                  </a:lnTo>
                  <a:lnTo>
                    <a:pt x="5222609" y="390677"/>
                  </a:lnTo>
                  <a:lnTo>
                    <a:pt x="5222703" y="390677"/>
                  </a:lnTo>
                  <a:lnTo>
                    <a:pt x="5222797" y="390677"/>
                  </a:lnTo>
                  <a:lnTo>
                    <a:pt x="5222891" y="390677"/>
                  </a:lnTo>
                  <a:lnTo>
                    <a:pt x="5222985" y="390677"/>
                  </a:lnTo>
                  <a:lnTo>
                    <a:pt x="5223079" y="390677"/>
                  </a:lnTo>
                  <a:lnTo>
                    <a:pt x="5223173" y="390677"/>
                  </a:lnTo>
                  <a:lnTo>
                    <a:pt x="5223267" y="390677"/>
                  </a:lnTo>
                  <a:lnTo>
                    <a:pt x="5223361" y="390677"/>
                  </a:lnTo>
                  <a:lnTo>
                    <a:pt x="5223455" y="390677"/>
                  </a:lnTo>
                  <a:lnTo>
                    <a:pt x="5223549" y="390677"/>
                  </a:lnTo>
                  <a:lnTo>
                    <a:pt x="5223643" y="390677"/>
                  </a:lnTo>
                  <a:lnTo>
                    <a:pt x="5223737" y="390677"/>
                  </a:lnTo>
                  <a:lnTo>
                    <a:pt x="5223831" y="390677"/>
                  </a:lnTo>
                  <a:lnTo>
                    <a:pt x="5223925" y="390677"/>
                  </a:lnTo>
                  <a:lnTo>
                    <a:pt x="5224019" y="390677"/>
                  </a:lnTo>
                  <a:lnTo>
                    <a:pt x="5224114" y="390677"/>
                  </a:lnTo>
                  <a:lnTo>
                    <a:pt x="5224208" y="390677"/>
                  </a:lnTo>
                  <a:lnTo>
                    <a:pt x="5224302" y="390677"/>
                  </a:lnTo>
                  <a:lnTo>
                    <a:pt x="5224396" y="390677"/>
                  </a:lnTo>
                  <a:lnTo>
                    <a:pt x="5224490" y="390677"/>
                  </a:lnTo>
                  <a:lnTo>
                    <a:pt x="5224584" y="390677"/>
                  </a:lnTo>
                  <a:lnTo>
                    <a:pt x="5224678" y="390677"/>
                  </a:lnTo>
                  <a:lnTo>
                    <a:pt x="5224772" y="390677"/>
                  </a:lnTo>
                  <a:lnTo>
                    <a:pt x="5224866" y="390677"/>
                  </a:lnTo>
                  <a:lnTo>
                    <a:pt x="5224960" y="390677"/>
                  </a:lnTo>
                  <a:lnTo>
                    <a:pt x="5225054" y="390677"/>
                  </a:lnTo>
                  <a:lnTo>
                    <a:pt x="5225148" y="390677"/>
                  </a:lnTo>
                  <a:lnTo>
                    <a:pt x="5225242" y="390677"/>
                  </a:lnTo>
                  <a:lnTo>
                    <a:pt x="5225336" y="390677"/>
                  </a:lnTo>
                  <a:lnTo>
                    <a:pt x="5225430" y="390677"/>
                  </a:lnTo>
                  <a:lnTo>
                    <a:pt x="5225524" y="390677"/>
                  </a:lnTo>
                  <a:lnTo>
                    <a:pt x="5225618" y="390677"/>
                  </a:lnTo>
                  <a:lnTo>
                    <a:pt x="5225712" y="390677"/>
                  </a:lnTo>
                  <a:lnTo>
                    <a:pt x="5225806" y="390677"/>
                  </a:lnTo>
                  <a:lnTo>
                    <a:pt x="5225900" y="390677"/>
                  </a:lnTo>
                  <a:lnTo>
                    <a:pt x="5225994" y="390677"/>
                  </a:lnTo>
                  <a:lnTo>
                    <a:pt x="5226088" y="390677"/>
                  </a:lnTo>
                  <a:lnTo>
                    <a:pt x="5226182" y="390677"/>
                  </a:lnTo>
                  <a:lnTo>
                    <a:pt x="5226276" y="390677"/>
                  </a:lnTo>
                  <a:lnTo>
                    <a:pt x="5226370" y="390677"/>
                  </a:lnTo>
                  <a:lnTo>
                    <a:pt x="5226464" y="390677"/>
                  </a:lnTo>
                  <a:lnTo>
                    <a:pt x="5226558" y="390677"/>
                  </a:lnTo>
                  <a:lnTo>
                    <a:pt x="5226652" y="390677"/>
                  </a:lnTo>
                  <a:lnTo>
                    <a:pt x="5226746" y="390677"/>
                  </a:lnTo>
                  <a:lnTo>
                    <a:pt x="5226840" y="390677"/>
                  </a:lnTo>
                  <a:lnTo>
                    <a:pt x="5226934" y="390677"/>
                  </a:lnTo>
                  <a:lnTo>
                    <a:pt x="5226934" y="385397"/>
                  </a:lnTo>
                  <a:lnTo>
                    <a:pt x="5227028" y="385397"/>
                  </a:lnTo>
                  <a:lnTo>
                    <a:pt x="5227122" y="385397"/>
                  </a:lnTo>
                  <a:lnTo>
                    <a:pt x="5227216" y="385397"/>
                  </a:lnTo>
                  <a:lnTo>
                    <a:pt x="5227310" y="385397"/>
                  </a:lnTo>
                  <a:lnTo>
                    <a:pt x="5227404" y="385397"/>
                  </a:lnTo>
                  <a:lnTo>
                    <a:pt x="5227498" y="385397"/>
                  </a:lnTo>
                  <a:lnTo>
                    <a:pt x="5227592" y="385397"/>
                  </a:lnTo>
                  <a:lnTo>
                    <a:pt x="5227687" y="385397"/>
                  </a:lnTo>
                  <a:lnTo>
                    <a:pt x="5227781" y="385397"/>
                  </a:lnTo>
                  <a:lnTo>
                    <a:pt x="5227875" y="385397"/>
                  </a:lnTo>
                  <a:lnTo>
                    <a:pt x="5227969" y="385397"/>
                  </a:lnTo>
                  <a:lnTo>
                    <a:pt x="5228063" y="385397"/>
                  </a:lnTo>
                  <a:lnTo>
                    <a:pt x="5228157" y="385397"/>
                  </a:lnTo>
                  <a:lnTo>
                    <a:pt x="5228251" y="385397"/>
                  </a:lnTo>
                  <a:lnTo>
                    <a:pt x="5228345" y="385397"/>
                  </a:lnTo>
                  <a:lnTo>
                    <a:pt x="5228439" y="385397"/>
                  </a:lnTo>
                  <a:lnTo>
                    <a:pt x="5228533" y="385397"/>
                  </a:lnTo>
                  <a:lnTo>
                    <a:pt x="5228627" y="385397"/>
                  </a:lnTo>
                  <a:lnTo>
                    <a:pt x="5228721" y="385397"/>
                  </a:lnTo>
                  <a:lnTo>
                    <a:pt x="5228815" y="385397"/>
                  </a:lnTo>
                  <a:lnTo>
                    <a:pt x="5228909" y="385397"/>
                  </a:lnTo>
                  <a:lnTo>
                    <a:pt x="5229003" y="385397"/>
                  </a:lnTo>
                  <a:lnTo>
                    <a:pt x="5229097" y="385397"/>
                  </a:lnTo>
                  <a:lnTo>
                    <a:pt x="5229191" y="385397"/>
                  </a:lnTo>
                  <a:lnTo>
                    <a:pt x="5229285" y="385397"/>
                  </a:lnTo>
                  <a:lnTo>
                    <a:pt x="5229285" y="380118"/>
                  </a:lnTo>
                  <a:lnTo>
                    <a:pt x="5229379" y="380118"/>
                  </a:lnTo>
                  <a:lnTo>
                    <a:pt x="5229473" y="380118"/>
                  </a:lnTo>
                  <a:lnTo>
                    <a:pt x="5229567" y="380118"/>
                  </a:lnTo>
                  <a:lnTo>
                    <a:pt x="5229661" y="380118"/>
                  </a:lnTo>
                  <a:lnTo>
                    <a:pt x="5229755" y="380118"/>
                  </a:lnTo>
                  <a:lnTo>
                    <a:pt x="5229849" y="380118"/>
                  </a:lnTo>
                  <a:lnTo>
                    <a:pt x="5229943" y="380118"/>
                  </a:lnTo>
                  <a:lnTo>
                    <a:pt x="5230037" y="380118"/>
                  </a:lnTo>
                  <a:lnTo>
                    <a:pt x="5230131" y="380118"/>
                  </a:lnTo>
                  <a:lnTo>
                    <a:pt x="5230225" y="380118"/>
                  </a:lnTo>
                  <a:lnTo>
                    <a:pt x="5230319" y="380118"/>
                  </a:lnTo>
                  <a:lnTo>
                    <a:pt x="5230413" y="380118"/>
                  </a:lnTo>
                  <a:lnTo>
                    <a:pt x="5230507" y="380118"/>
                  </a:lnTo>
                  <a:lnTo>
                    <a:pt x="5230601" y="380118"/>
                  </a:lnTo>
                  <a:lnTo>
                    <a:pt x="5230601" y="374838"/>
                  </a:lnTo>
                  <a:lnTo>
                    <a:pt x="5230695" y="374838"/>
                  </a:lnTo>
                  <a:lnTo>
                    <a:pt x="5230789" y="374838"/>
                  </a:lnTo>
                  <a:lnTo>
                    <a:pt x="5230883" y="374838"/>
                  </a:lnTo>
                  <a:lnTo>
                    <a:pt x="5230977" y="374838"/>
                  </a:lnTo>
                  <a:lnTo>
                    <a:pt x="5231071" y="374838"/>
                  </a:lnTo>
                  <a:lnTo>
                    <a:pt x="5231165" y="374838"/>
                  </a:lnTo>
                  <a:lnTo>
                    <a:pt x="5231260" y="374838"/>
                  </a:lnTo>
                  <a:lnTo>
                    <a:pt x="5231354" y="374838"/>
                  </a:lnTo>
                  <a:lnTo>
                    <a:pt x="5231448" y="374838"/>
                  </a:lnTo>
                  <a:lnTo>
                    <a:pt x="5231542" y="374838"/>
                  </a:lnTo>
                  <a:lnTo>
                    <a:pt x="5231636" y="374838"/>
                  </a:lnTo>
                  <a:lnTo>
                    <a:pt x="5231730" y="374838"/>
                  </a:lnTo>
                  <a:lnTo>
                    <a:pt x="5231824" y="374838"/>
                  </a:lnTo>
                  <a:lnTo>
                    <a:pt x="5231918" y="374838"/>
                  </a:lnTo>
                  <a:lnTo>
                    <a:pt x="5232012" y="374838"/>
                  </a:lnTo>
                  <a:lnTo>
                    <a:pt x="5232106" y="374838"/>
                  </a:lnTo>
                  <a:lnTo>
                    <a:pt x="5232200" y="374838"/>
                  </a:lnTo>
                  <a:lnTo>
                    <a:pt x="5232294" y="374838"/>
                  </a:lnTo>
                  <a:lnTo>
                    <a:pt x="5232388" y="374838"/>
                  </a:lnTo>
                  <a:lnTo>
                    <a:pt x="5232482" y="374838"/>
                  </a:lnTo>
                  <a:lnTo>
                    <a:pt x="5232576" y="374838"/>
                  </a:lnTo>
                  <a:lnTo>
                    <a:pt x="5232670" y="374838"/>
                  </a:lnTo>
                  <a:lnTo>
                    <a:pt x="5232764" y="374838"/>
                  </a:lnTo>
                  <a:lnTo>
                    <a:pt x="5232858" y="374838"/>
                  </a:lnTo>
                  <a:lnTo>
                    <a:pt x="5232952" y="374838"/>
                  </a:lnTo>
                  <a:lnTo>
                    <a:pt x="5233046" y="374838"/>
                  </a:lnTo>
                  <a:lnTo>
                    <a:pt x="5233140" y="374838"/>
                  </a:lnTo>
                  <a:lnTo>
                    <a:pt x="5233234" y="374838"/>
                  </a:lnTo>
                  <a:lnTo>
                    <a:pt x="5233328" y="374838"/>
                  </a:lnTo>
                  <a:lnTo>
                    <a:pt x="5233422" y="374838"/>
                  </a:lnTo>
                  <a:lnTo>
                    <a:pt x="5233516" y="374838"/>
                  </a:lnTo>
                  <a:lnTo>
                    <a:pt x="5233610" y="374838"/>
                  </a:lnTo>
                  <a:lnTo>
                    <a:pt x="5233704" y="374838"/>
                  </a:lnTo>
                  <a:lnTo>
                    <a:pt x="5233798" y="374838"/>
                  </a:lnTo>
                  <a:lnTo>
                    <a:pt x="5233892" y="374838"/>
                  </a:lnTo>
                  <a:lnTo>
                    <a:pt x="5233986" y="374838"/>
                  </a:lnTo>
                  <a:lnTo>
                    <a:pt x="5234080" y="374838"/>
                  </a:lnTo>
                  <a:lnTo>
                    <a:pt x="5234174" y="374838"/>
                  </a:lnTo>
                  <a:lnTo>
                    <a:pt x="5234268" y="374838"/>
                  </a:lnTo>
                  <a:lnTo>
                    <a:pt x="5234362" y="374838"/>
                  </a:lnTo>
                  <a:lnTo>
                    <a:pt x="5234456" y="374838"/>
                  </a:lnTo>
                  <a:lnTo>
                    <a:pt x="5234550" y="374838"/>
                  </a:lnTo>
                  <a:lnTo>
                    <a:pt x="5234644" y="374838"/>
                  </a:lnTo>
                  <a:lnTo>
                    <a:pt x="5234739" y="374838"/>
                  </a:lnTo>
                  <a:lnTo>
                    <a:pt x="5234833" y="374838"/>
                  </a:lnTo>
                  <a:lnTo>
                    <a:pt x="5234927" y="374838"/>
                  </a:lnTo>
                  <a:lnTo>
                    <a:pt x="5235021" y="374838"/>
                  </a:lnTo>
                  <a:lnTo>
                    <a:pt x="5235115" y="374838"/>
                  </a:lnTo>
                  <a:lnTo>
                    <a:pt x="5235209" y="374838"/>
                  </a:lnTo>
                  <a:lnTo>
                    <a:pt x="5235303" y="374838"/>
                  </a:lnTo>
                  <a:lnTo>
                    <a:pt x="5235397" y="374838"/>
                  </a:lnTo>
                  <a:lnTo>
                    <a:pt x="5235491" y="374838"/>
                  </a:lnTo>
                  <a:lnTo>
                    <a:pt x="5235585" y="374838"/>
                  </a:lnTo>
                  <a:lnTo>
                    <a:pt x="5235679" y="374838"/>
                  </a:lnTo>
                  <a:lnTo>
                    <a:pt x="5235773" y="374838"/>
                  </a:lnTo>
                  <a:lnTo>
                    <a:pt x="5235867" y="374838"/>
                  </a:lnTo>
                  <a:lnTo>
                    <a:pt x="5235961" y="374838"/>
                  </a:lnTo>
                  <a:lnTo>
                    <a:pt x="5236055" y="374838"/>
                  </a:lnTo>
                  <a:lnTo>
                    <a:pt x="5236149" y="374838"/>
                  </a:lnTo>
                  <a:lnTo>
                    <a:pt x="5236243" y="374838"/>
                  </a:lnTo>
                  <a:lnTo>
                    <a:pt x="5236337" y="374838"/>
                  </a:lnTo>
                  <a:lnTo>
                    <a:pt x="5236431" y="374838"/>
                  </a:lnTo>
                  <a:lnTo>
                    <a:pt x="5236525" y="374838"/>
                  </a:lnTo>
                  <a:lnTo>
                    <a:pt x="5236619" y="374838"/>
                  </a:lnTo>
                  <a:lnTo>
                    <a:pt x="5236713" y="374838"/>
                  </a:lnTo>
                  <a:lnTo>
                    <a:pt x="5236807" y="374838"/>
                  </a:lnTo>
                  <a:lnTo>
                    <a:pt x="5236901" y="374838"/>
                  </a:lnTo>
                  <a:lnTo>
                    <a:pt x="5236995" y="374838"/>
                  </a:lnTo>
                  <a:lnTo>
                    <a:pt x="5237089" y="374838"/>
                  </a:lnTo>
                  <a:lnTo>
                    <a:pt x="5237183" y="374838"/>
                  </a:lnTo>
                  <a:lnTo>
                    <a:pt x="5237277" y="374838"/>
                  </a:lnTo>
                  <a:lnTo>
                    <a:pt x="5237371" y="374838"/>
                  </a:lnTo>
                  <a:lnTo>
                    <a:pt x="5237465" y="374838"/>
                  </a:lnTo>
                  <a:lnTo>
                    <a:pt x="5237559" y="374838"/>
                  </a:lnTo>
                  <a:lnTo>
                    <a:pt x="5237653" y="374838"/>
                  </a:lnTo>
                  <a:lnTo>
                    <a:pt x="5237747" y="374838"/>
                  </a:lnTo>
                  <a:lnTo>
                    <a:pt x="5237841" y="374838"/>
                  </a:lnTo>
                  <a:lnTo>
                    <a:pt x="5237935" y="374838"/>
                  </a:lnTo>
                  <a:lnTo>
                    <a:pt x="5238029" y="374838"/>
                  </a:lnTo>
                  <a:lnTo>
                    <a:pt x="5238123" y="374838"/>
                  </a:lnTo>
                  <a:lnTo>
                    <a:pt x="5238217" y="374838"/>
                  </a:lnTo>
                  <a:lnTo>
                    <a:pt x="5238312" y="374838"/>
                  </a:lnTo>
                  <a:lnTo>
                    <a:pt x="5238406" y="374838"/>
                  </a:lnTo>
                  <a:lnTo>
                    <a:pt x="5238500" y="374838"/>
                  </a:lnTo>
                  <a:lnTo>
                    <a:pt x="5238594" y="374838"/>
                  </a:lnTo>
                  <a:lnTo>
                    <a:pt x="5238688" y="374838"/>
                  </a:lnTo>
                  <a:lnTo>
                    <a:pt x="5238782" y="374838"/>
                  </a:lnTo>
                  <a:lnTo>
                    <a:pt x="5238876" y="374838"/>
                  </a:lnTo>
                  <a:lnTo>
                    <a:pt x="5238970" y="374838"/>
                  </a:lnTo>
                  <a:lnTo>
                    <a:pt x="5239064" y="374838"/>
                  </a:lnTo>
                  <a:lnTo>
                    <a:pt x="5239158" y="374838"/>
                  </a:lnTo>
                  <a:lnTo>
                    <a:pt x="5239252" y="374838"/>
                  </a:lnTo>
                  <a:lnTo>
                    <a:pt x="5239346" y="374838"/>
                  </a:lnTo>
                  <a:lnTo>
                    <a:pt x="5239440" y="374838"/>
                  </a:lnTo>
                  <a:lnTo>
                    <a:pt x="5239534" y="374838"/>
                  </a:lnTo>
                  <a:lnTo>
                    <a:pt x="5239628" y="374838"/>
                  </a:lnTo>
                  <a:lnTo>
                    <a:pt x="5239722" y="374838"/>
                  </a:lnTo>
                  <a:lnTo>
                    <a:pt x="5239816" y="374838"/>
                  </a:lnTo>
                  <a:lnTo>
                    <a:pt x="5239910" y="374838"/>
                  </a:lnTo>
                  <a:lnTo>
                    <a:pt x="5240004" y="374838"/>
                  </a:lnTo>
                  <a:lnTo>
                    <a:pt x="5240098" y="374838"/>
                  </a:lnTo>
                  <a:lnTo>
                    <a:pt x="5240192" y="374838"/>
                  </a:lnTo>
                  <a:lnTo>
                    <a:pt x="5240286" y="374838"/>
                  </a:lnTo>
                  <a:lnTo>
                    <a:pt x="5240380" y="374838"/>
                  </a:lnTo>
                  <a:lnTo>
                    <a:pt x="5240474" y="374838"/>
                  </a:lnTo>
                  <a:lnTo>
                    <a:pt x="5240568" y="374838"/>
                  </a:lnTo>
                  <a:lnTo>
                    <a:pt x="5240662" y="374838"/>
                  </a:lnTo>
                  <a:lnTo>
                    <a:pt x="5240756" y="374838"/>
                  </a:lnTo>
                  <a:lnTo>
                    <a:pt x="5240850" y="374838"/>
                  </a:lnTo>
                  <a:lnTo>
                    <a:pt x="5240944" y="374838"/>
                  </a:lnTo>
                  <a:lnTo>
                    <a:pt x="5241038" y="374838"/>
                  </a:lnTo>
                  <a:lnTo>
                    <a:pt x="5241132" y="374838"/>
                  </a:lnTo>
                  <a:lnTo>
                    <a:pt x="5241226" y="374838"/>
                  </a:lnTo>
                  <a:lnTo>
                    <a:pt x="5241320" y="374838"/>
                  </a:lnTo>
                  <a:lnTo>
                    <a:pt x="5241414" y="374838"/>
                  </a:lnTo>
                  <a:lnTo>
                    <a:pt x="5241508" y="374838"/>
                  </a:lnTo>
                  <a:lnTo>
                    <a:pt x="5241602" y="374838"/>
                  </a:lnTo>
                  <a:lnTo>
                    <a:pt x="5241696" y="374838"/>
                  </a:lnTo>
                  <a:lnTo>
                    <a:pt x="5241790" y="374838"/>
                  </a:lnTo>
                  <a:lnTo>
                    <a:pt x="5241885" y="374838"/>
                  </a:lnTo>
                  <a:lnTo>
                    <a:pt x="5241979" y="374838"/>
                  </a:lnTo>
                  <a:lnTo>
                    <a:pt x="5242073" y="374838"/>
                  </a:lnTo>
                  <a:lnTo>
                    <a:pt x="5242167" y="374838"/>
                  </a:lnTo>
                  <a:lnTo>
                    <a:pt x="5242261" y="374838"/>
                  </a:lnTo>
                  <a:lnTo>
                    <a:pt x="5242355" y="374838"/>
                  </a:lnTo>
                  <a:lnTo>
                    <a:pt x="5242449" y="374838"/>
                  </a:lnTo>
                  <a:lnTo>
                    <a:pt x="5242543" y="374838"/>
                  </a:lnTo>
                  <a:lnTo>
                    <a:pt x="5242637" y="374838"/>
                  </a:lnTo>
                  <a:lnTo>
                    <a:pt x="5242731" y="374838"/>
                  </a:lnTo>
                  <a:lnTo>
                    <a:pt x="5242825" y="374838"/>
                  </a:lnTo>
                  <a:lnTo>
                    <a:pt x="5242919" y="374838"/>
                  </a:lnTo>
                  <a:lnTo>
                    <a:pt x="5243013" y="374838"/>
                  </a:lnTo>
                  <a:lnTo>
                    <a:pt x="5243107" y="374838"/>
                  </a:lnTo>
                  <a:lnTo>
                    <a:pt x="5243201" y="374838"/>
                  </a:lnTo>
                  <a:lnTo>
                    <a:pt x="5243295" y="374838"/>
                  </a:lnTo>
                  <a:lnTo>
                    <a:pt x="5243389" y="374838"/>
                  </a:lnTo>
                  <a:lnTo>
                    <a:pt x="5243483" y="374838"/>
                  </a:lnTo>
                  <a:lnTo>
                    <a:pt x="5243577" y="374838"/>
                  </a:lnTo>
                  <a:lnTo>
                    <a:pt x="5243671" y="374838"/>
                  </a:lnTo>
                  <a:lnTo>
                    <a:pt x="5243765" y="374838"/>
                  </a:lnTo>
                  <a:lnTo>
                    <a:pt x="5243859" y="374838"/>
                  </a:lnTo>
                  <a:lnTo>
                    <a:pt x="5243953" y="374838"/>
                  </a:lnTo>
                  <a:lnTo>
                    <a:pt x="5244047" y="374838"/>
                  </a:lnTo>
                  <a:lnTo>
                    <a:pt x="5244141" y="374838"/>
                  </a:lnTo>
                  <a:lnTo>
                    <a:pt x="5244235" y="374838"/>
                  </a:lnTo>
                  <a:lnTo>
                    <a:pt x="5244235" y="369559"/>
                  </a:lnTo>
                  <a:lnTo>
                    <a:pt x="5244329" y="369559"/>
                  </a:lnTo>
                  <a:lnTo>
                    <a:pt x="5244423" y="369559"/>
                  </a:lnTo>
                  <a:lnTo>
                    <a:pt x="5244517" y="369559"/>
                  </a:lnTo>
                  <a:lnTo>
                    <a:pt x="5244611" y="369559"/>
                  </a:lnTo>
                  <a:lnTo>
                    <a:pt x="5244705" y="369559"/>
                  </a:lnTo>
                  <a:lnTo>
                    <a:pt x="5244799" y="369559"/>
                  </a:lnTo>
                  <a:lnTo>
                    <a:pt x="5244893" y="369559"/>
                  </a:lnTo>
                  <a:lnTo>
                    <a:pt x="5244987" y="369559"/>
                  </a:lnTo>
                  <a:lnTo>
                    <a:pt x="5245081" y="369559"/>
                  </a:lnTo>
                  <a:lnTo>
                    <a:pt x="5245175" y="369559"/>
                  </a:lnTo>
                  <a:lnTo>
                    <a:pt x="5245269" y="369559"/>
                  </a:lnTo>
                  <a:lnTo>
                    <a:pt x="5245363" y="369559"/>
                  </a:lnTo>
                  <a:lnTo>
                    <a:pt x="5245458" y="369559"/>
                  </a:lnTo>
                  <a:lnTo>
                    <a:pt x="5245552" y="369559"/>
                  </a:lnTo>
                  <a:lnTo>
                    <a:pt x="5245646" y="369559"/>
                  </a:lnTo>
                  <a:lnTo>
                    <a:pt x="5245740" y="369559"/>
                  </a:lnTo>
                  <a:lnTo>
                    <a:pt x="5245834" y="369559"/>
                  </a:lnTo>
                  <a:lnTo>
                    <a:pt x="5245928" y="369559"/>
                  </a:lnTo>
                  <a:lnTo>
                    <a:pt x="5246022" y="369559"/>
                  </a:lnTo>
                  <a:lnTo>
                    <a:pt x="5246116" y="369559"/>
                  </a:lnTo>
                  <a:lnTo>
                    <a:pt x="5246210" y="369559"/>
                  </a:lnTo>
                  <a:lnTo>
                    <a:pt x="5246304" y="369559"/>
                  </a:lnTo>
                  <a:lnTo>
                    <a:pt x="5246398" y="369559"/>
                  </a:lnTo>
                  <a:lnTo>
                    <a:pt x="5246492" y="369559"/>
                  </a:lnTo>
                  <a:lnTo>
                    <a:pt x="5246586" y="369559"/>
                  </a:lnTo>
                  <a:lnTo>
                    <a:pt x="5246680" y="369559"/>
                  </a:lnTo>
                  <a:lnTo>
                    <a:pt x="5246774" y="369559"/>
                  </a:lnTo>
                  <a:lnTo>
                    <a:pt x="5246868" y="369559"/>
                  </a:lnTo>
                  <a:lnTo>
                    <a:pt x="5246962" y="369559"/>
                  </a:lnTo>
                  <a:lnTo>
                    <a:pt x="5247056" y="369559"/>
                  </a:lnTo>
                  <a:lnTo>
                    <a:pt x="5247150" y="369559"/>
                  </a:lnTo>
                  <a:lnTo>
                    <a:pt x="5247244" y="369559"/>
                  </a:lnTo>
                  <a:lnTo>
                    <a:pt x="5247338" y="369559"/>
                  </a:lnTo>
                  <a:lnTo>
                    <a:pt x="5247432" y="369559"/>
                  </a:lnTo>
                  <a:lnTo>
                    <a:pt x="5247526" y="369559"/>
                  </a:lnTo>
                  <a:lnTo>
                    <a:pt x="5247620" y="369559"/>
                  </a:lnTo>
                  <a:lnTo>
                    <a:pt x="5247714" y="369559"/>
                  </a:lnTo>
                  <a:lnTo>
                    <a:pt x="5247808" y="369559"/>
                  </a:lnTo>
                  <a:lnTo>
                    <a:pt x="5247902" y="369559"/>
                  </a:lnTo>
                  <a:lnTo>
                    <a:pt x="5247996" y="369559"/>
                  </a:lnTo>
                  <a:lnTo>
                    <a:pt x="5248090" y="369559"/>
                  </a:lnTo>
                  <a:lnTo>
                    <a:pt x="5248184" y="369559"/>
                  </a:lnTo>
                  <a:lnTo>
                    <a:pt x="5248278" y="369559"/>
                  </a:lnTo>
                  <a:lnTo>
                    <a:pt x="5248372" y="369559"/>
                  </a:lnTo>
                  <a:lnTo>
                    <a:pt x="5248466" y="369559"/>
                  </a:lnTo>
                  <a:lnTo>
                    <a:pt x="5248560" y="369559"/>
                  </a:lnTo>
                  <a:lnTo>
                    <a:pt x="5248654" y="369559"/>
                  </a:lnTo>
                  <a:lnTo>
                    <a:pt x="5248748" y="369559"/>
                  </a:lnTo>
                  <a:lnTo>
                    <a:pt x="5248842" y="369559"/>
                  </a:lnTo>
                  <a:lnTo>
                    <a:pt x="5248937" y="369559"/>
                  </a:lnTo>
                  <a:lnTo>
                    <a:pt x="5249031" y="369559"/>
                  </a:lnTo>
                  <a:lnTo>
                    <a:pt x="5249125" y="369559"/>
                  </a:lnTo>
                  <a:lnTo>
                    <a:pt x="5249219" y="369559"/>
                  </a:lnTo>
                  <a:lnTo>
                    <a:pt x="5249313" y="369559"/>
                  </a:lnTo>
                  <a:lnTo>
                    <a:pt x="5249407" y="369559"/>
                  </a:lnTo>
                  <a:lnTo>
                    <a:pt x="5249501" y="369559"/>
                  </a:lnTo>
                  <a:lnTo>
                    <a:pt x="5249595" y="369559"/>
                  </a:lnTo>
                  <a:lnTo>
                    <a:pt x="5249689" y="369559"/>
                  </a:lnTo>
                  <a:lnTo>
                    <a:pt x="5249783" y="369559"/>
                  </a:lnTo>
                  <a:lnTo>
                    <a:pt x="5249877" y="369559"/>
                  </a:lnTo>
                  <a:lnTo>
                    <a:pt x="5249971" y="369559"/>
                  </a:lnTo>
                  <a:lnTo>
                    <a:pt x="5250065" y="369559"/>
                  </a:lnTo>
                  <a:lnTo>
                    <a:pt x="5250159" y="369559"/>
                  </a:lnTo>
                  <a:lnTo>
                    <a:pt x="5250253" y="369559"/>
                  </a:lnTo>
                  <a:lnTo>
                    <a:pt x="5250347" y="369559"/>
                  </a:lnTo>
                  <a:lnTo>
                    <a:pt x="5250441" y="369559"/>
                  </a:lnTo>
                  <a:lnTo>
                    <a:pt x="5250535" y="369559"/>
                  </a:lnTo>
                  <a:lnTo>
                    <a:pt x="5250629" y="369559"/>
                  </a:lnTo>
                  <a:lnTo>
                    <a:pt x="5250723" y="369559"/>
                  </a:lnTo>
                  <a:lnTo>
                    <a:pt x="5250817" y="369559"/>
                  </a:lnTo>
                  <a:lnTo>
                    <a:pt x="5250911" y="369559"/>
                  </a:lnTo>
                  <a:lnTo>
                    <a:pt x="5251005" y="369559"/>
                  </a:lnTo>
                  <a:lnTo>
                    <a:pt x="5251099" y="369559"/>
                  </a:lnTo>
                  <a:lnTo>
                    <a:pt x="5251193" y="369559"/>
                  </a:lnTo>
                  <a:lnTo>
                    <a:pt x="5251287" y="369559"/>
                  </a:lnTo>
                  <a:lnTo>
                    <a:pt x="5251381" y="369559"/>
                  </a:lnTo>
                  <a:lnTo>
                    <a:pt x="5251475" y="369559"/>
                  </a:lnTo>
                  <a:lnTo>
                    <a:pt x="5251569" y="369559"/>
                  </a:lnTo>
                  <a:lnTo>
                    <a:pt x="5251663" y="369559"/>
                  </a:lnTo>
                  <a:lnTo>
                    <a:pt x="5251757" y="369559"/>
                  </a:lnTo>
                  <a:lnTo>
                    <a:pt x="5251851" y="369559"/>
                  </a:lnTo>
                  <a:lnTo>
                    <a:pt x="5251945" y="369559"/>
                  </a:lnTo>
                  <a:lnTo>
                    <a:pt x="5252039" y="369559"/>
                  </a:lnTo>
                  <a:lnTo>
                    <a:pt x="5252133" y="369559"/>
                  </a:lnTo>
                  <a:lnTo>
                    <a:pt x="5252227" y="369559"/>
                  </a:lnTo>
                  <a:lnTo>
                    <a:pt x="5252321" y="369559"/>
                  </a:lnTo>
                  <a:lnTo>
                    <a:pt x="5252415" y="369559"/>
                  </a:lnTo>
                  <a:lnTo>
                    <a:pt x="5252510" y="369559"/>
                  </a:lnTo>
                  <a:lnTo>
                    <a:pt x="5252604" y="369559"/>
                  </a:lnTo>
                  <a:lnTo>
                    <a:pt x="5252698" y="369559"/>
                  </a:lnTo>
                  <a:lnTo>
                    <a:pt x="5252792" y="369559"/>
                  </a:lnTo>
                  <a:lnTo>
                    <a:pt x="5252886" y="369559"/>
                  </a:lnTo>
                  <a:lnTo>
                    <a:pt x="5252980" y="369559"/>
                  </a:lnTo>
                  <a:lnTo>
                    <a:pt x="5253074" y="369559"/>
                  </a:lnTo>
                  <a:lnTo>
                    <a:pt x="5253168" y="369559"/>
                  </a:lnTo>
                  <a:lnTo>
                    <a:pt x="5253262" y="369559"/>
                  </a:lnTo>
                  <a:lnTo>
                    <a:pt x="5253356" y="369559"/>
                  </a:lnTo>
                  <a:lnTo>
                    <a:pt x="5253450" y="369559"/>
                  </a:lnTo>
                  <a:lnTo>
                    <a:pt x="5253544" y="369559"/>
                  </a:lnTo>
                  <a:lnTo>
                    <a:pt x="5253638" y="369559"/>
                  </a:lnTo>
                  <a:lnTo>
                    <a:pt x="5253732" y="369559"/>
                  </a:lnTo>
                  <a:lnTo>
                    <a:pt x="5253826" y="369559"/>
                  </a:lnTo>
                  <a:lnTo>
                    <a:pt x="5253920" y="369559"/>
                  </a:lnTo>
                  <a:lnTo>
                    <a:pt x="5254014" y="369559"/>
                  </a:lnTo>
                  <a:lnTo>
                    <a:pt x="5254108" y="369559"/>
                  </a:lnTo>
                  <a:lnTo>
                    <a:pt x="5254202" y="369559"/>
                  </a:lnTo>
                  <a:lnTo>
                    <a:pt x="5254296" y="369559"/>
                  </a:lnTo>
                  <a:lnTo>
                    <a:pt x="5254390" y="369559"/>
                  </a:lnTo>
                  <a:lnTo>
                    <a:pt x="5254484" y="369559"/>
                  </a:lnTo>
                  <a:lnTo>
                    <a:pt x="5254578" y="369559"/>
                  </a:lnTo>
                  <a:lnTo>
                    <a:pt x="5254672" y="369559"/>
                  </a:lnTo>
                  <a:lnTo>
                    <a:pt x="5254766" y="369559"/>
                  </a:lnTo>
                  <a:lnTo>
                    <a:pt x="5254860" y="369559"/>
                  </a:lnTo>
                  <a:lnTo>
                    <a:pt x="5254954" y="369559"/>
                  </a:lnTo>
                  <a:lnTo>
                    <a:pt x="5255048" y="369559"/>
                  </a:lnTo>
                  <a:lnTo>
                    <a:pt x="5255142" y="369559"/>
                  </a:lnTo>
                  <a:lnTo>
                    <a:pt x="5255236" y="369559"/>
                  </a:lnTo>
                  <a:lnTo>
                    <a:pt x="5255330" y="369559"/>
                  </a:lnTo>
                  <a:lnTo>
                    <a:pt x="5255424" y="369559"/>
                  </a:lnTo>
                  <a:lnTo>
                    <a:pt x="5255518" y="369559"/>
                  </a:lnTo>
                  <a:lnTo>
                    <a:pt x="5255612" y="369559"/>
                  </a:lnTo>
                  <a:lnTo>
                    <a:pt x="5255706" y="369559"/>
                  </a:lnTo>
                  <a:lnTo>
                    <a:pt x="5255800" y="369559"/>
                  </a:lnTo>
                  <a:lnTo>
                    <a:pt x="5255894" y="369559"/>
                  </a:lnTo>
                  <a:lnTo>
                    <a:pt x="5255988" y="369559"/>
                  </a:lnTo>
                  <a:lnTo>
                    <a:pt x="5256083" y="369559"/>
                  </a:lnTo>
                  <a:lnTo>
                    <a:pt x="5256177" y="369559"/>
                  </a:lnTo>
                  <a:lnTo>
                    <a:pt x="5256271" y="369559"/>
                  </a:lnTo>
                  <a:lnTo>
                    <a:pt x="5256365" y="369559"/>
                  </a:lnTo>
                  <a:lnTo>
                    <a:pt x="5256459" y="369559"/>
                  </a:lnTo>
                  <a:lnTo>
                    <a:pt x="5256553" y="369559"/>
                  </a:lnTo>
                  <a:lnTo>
                    <a:pt x="5256647" y="369559"/>
                  </a:lnTo>
                  <a:lnTo>
                    <a:pt x="5256741" y="369559"/>
                  </a:lnTo>
                  <a:lnTo>
                    <a:pt x="5256835" y="369559"/>
                  </a:lnTo>
                  <a:lnTo>
                    <a:pt x="5256929" y="369559"/>
                  </a:lnTo>
                  <a:lnTo>
                    <a:pt x="5257023" y="369559"/>
                  </a:lnTo>
                  <a:lnTo>
                    <a:pt x="5257117" y="369559"/>
                  </a:lnTo>
                  <a:lnTo>
                    <a:pt x="5257211" y="369559"/>
                  </a:lnTo>
                  <a:lnTo>
                    <a:pt x="5257305" y="369559"/>
                  </a:lnTo>
                  <a:lnTo>
                    <a:pt x="5257399" y="369559"/>
                  </a:lnTo>
                  <a:lnTo>
                    <a:pt x="5257493" y="369559"/>
                  </a:lnTo>
                  <a:lnTo>
                    <a:pt x="5257587" y="369559"/>
                  </a:lnTo>
                  <a:lnTo>
                    <a:pt x="5257681" y="369559"/>
                  </a:lnTo>
                  <a:lnTo>
                    <a:pt x="5257775" y="369559"/>
                  </a:lnTo>
                  <a:lnTo>
                    <a:pt x="5257869" y="369559"/>
                  </a:lnTo>
                  <a:lnTo>
                    <a:pt x="5257963" y="369559"/>
                  </a:lnTo>
                  <a:lnTo>
                    <a:pt x="5258057" y="369559"/>
                  </a:lnTo>
                  <a:lnTo>
                    <a:pt x="5258151" y="369559"/>
                  </a:lnTo>
                  <a:lnTo>
                    <a:pt x="5258245" y="369559"/>
                  </a:lnTo>
                  <a:lnTo>
                    <a:pt x="5258339" y="369559"/>
                  </a:lnTo>
                  <a:lnTo>
                    <a:pt x="5258433" y="369559"/>
                  </a:lnTo>
                  <a:lnTo>
                    <a:pt x="5258527" y="369559"/>
                  </a:lnTo>
                  <a:lnTo>
                    <a:pt x="5258621" y="369559"/>
                  </a:lnTo>
                  <a:lnTo>
                    <a:pt x="5258715" y="369559"/>
                  </a:lnTo>
                  <a:lnTo>
                    <a:pt x="5258809" y="369559"/>
                  </a:lnTo>
                  <a:lnTo>
                    <a:pt x="5258903" y="369559"/>
                  </a:lnTo>
                  <a:lnTo>
                    <a:pt x="5258997" y="369559"/>
                  </a:lnTo>
                  <a:lnTo>
                    <a:pt x="5259091" y="369559"/>
                  </a:lnTo>
                  <a:lnTo>
                    <a:pt x="5259185" y="369559"/>
                  </a:lnTo>
                  <a:lnTo>
                    <a:pt x="5259279" y="369559"/>
                  </a:lnTo>
                  <a:lnTo>
                    <a:pt x="5259373" y="369559"/>
                  </a:lnTo>
                  <a:lnTo>
                    <a:pt x="5259467" y="369559"/>
                  </a:lnTo>
                  <a:lnTo>
                    <a:pt x="5259562" y="369559"/>
                  </a:lnTo>
                  <a:lnTo>
                    <a:pt x="5259656" y="369559"/>
                  </a:lnTo>
                  <a:lnTo>
                    <a:pt x="5259750" y="369559"/>
                  </a:lnTo>
                  <a:lnTo>
                    <a:pt x="5259844" y="369559"/>
                  </a:lnTo>
                  <a:lnTo>
                    <a:pt x="5259938" y="369559"/>
                  </a:lnTo>
                  <a:lnTo>
                    <a:pt x="5260032" y="369559"/>
                  </a:lnTo>
                  <a:lnTo>
                    <a:pt x="5260126" y="369559"/>
                  </a:lnTo>
                  <a:lnTo>
                    <a:pt x="5260220" y="369559"/>
                  </a:lnTo>
                  <a:lnTo>
                    <a:pt x="5260314" y="369559"/>
                  </a:lnTo>
                  <a:lnTo>
                    <a:pt x="5260408" y="369559"/>
                  </a:lnTo>
                  <a:lnTo>
                    <a:pt x="5260502" y="369559"/>
                  </a:lnTo>
                  <a:lnTo>
                    <a:pt x="5260596" y="369559"/>
                  </a:lnTo>
                  <a:lnTo>
                    <a:pt x="5260690" y="369559"/>
                  </a:lnTo>
                  <a:lnTo>
                    <a:pt x="5260784" y="369559"/>
                  </a:lnTo>
                  <a:lnTo>
                    <a:pt x="5260878" y="369559"/>
                  </a:lnTo>
                  <a:lnTo>
                    <a:pt x="5260972" y="369559"/>
                  </a:lnTo>
                  <a:lnTo>
                    <a:pt x="5261066" y="369559"/>
                  </a:lnTo>
                  <a:lnTo>
                    <a:pt x="5261160" y="369559"/>
                  </a:lnTo>
                  <a:lnTo>
                    <a:pt x="5261254" y="369559"/>
                  </a:lnTo>
                  <a:lnTo>
                    <a:pt x="5261348" y="369559"/>
                  </a:lnTo>
                  <a:lnTo>
                    <a:pt x="5261442" y="369559"/>
                  </a:lnTo>
                  <a:lnTo>
                    <a:pt x="5261536" y="369559"/>
                  </a:lnTo>
                  <a:lnTo>
                    <a:pt x="5261630" y="369559"/>
                  </a:lnTo>
                  <a:lnTo>
                    <a:pt x="5261724" y="369559"/>
                  </a:lnTo>
                  <a:lnTo>
                    <a:pt x="5261818" y="369559"/>
                  </a:lnTo>
                  <a:lnTo>
                    <a:pt x="5261912" y="369559"/>
                  </a:lnTo>
                  <a:lnTo>
                    <a:pt x="5262006" y="369559"/>
                  </a:lnTo>
                  <a:lnTo>
                    <a:pt x="5262100" y="369559"/>
                  </a:lnTo>
                  <a:lnTo>
                    <a:pt x="5262194" y="369559"/>
                  </a:lnTo>
                  <a:lnTo>
                    <a:pt x="5262288" y="369559"/>
                  </a:lnTo>
                  <a:lnTo>
                    <a:pt x="5262382" y="369559"/>
                  </a:lnTo>
                  <a:lnTo>
                    <a:pt x="5262476" y="369559"/>
                  </a:lnTo>
                  <a:lnTo>
                    <a:pt x="5262570" y="369559"/>
                  </a:lnTo>
                  <a:lnTo>
                    <a:pt x="5262664" y="369559"/>
                  </a:lnTo>
                  <a:lnTo>
                    <a:pt x="5262758" y="369559"/>
                  </a:lnTo>
                  <a:lnTo>
                    <a:pt x="5262852" y="369559"/>
                  </a:lnTo>
                  <a:lnTo>
                    <a:pt x="5262946" y="369559"/>
                  </a:lnTo>
                  <a:lnTo>
                    <a:pt x="5263040" y="369559"/>
                  </a:lnTo>
                  <a:lnTo>
                    <a:pt x="5263040" y="364280"/>
                  </a:lnTo>
                  <a:lnTo>
                    <a:pt x="5263135" y="364280"/>
                  </a:lnTo>
                  <a:lnTo>
                    <a:pt x="5263229" y="364280"/>
                  </a:lnTo>
                  <a:lnTo>
                    <a:pt x="5263323" y="364280"/>
                  </a:lnTo>
                  <a:lnTo>
                    <a:pt x="5263417" y="364280"/>
                  </a:lnTo>
                  <a:lnTo>
                    <a:pt x="5263511" y="364280"/>
                  </a:lnTo>
                  <a:lnTo>
                    <a:pt x="5263605" y="364280"/>
                  </a:lnTo>
                  <a:lnTo>
                    <a:pt x="5263699" y="364280"/>
                  </a:lnTo>
                  <a:lnTo>
                    <a:pt x="5263793" y="364280"/>
                  </a:lnTo>
                  <a:lnTo>
                    <a:pt x="5263887" y="364280"/>
                  </a:lnTo>
                  <a:lnTo>
                    <a:pt x="5263981" y="364280"/>
                  </a:lnTo>
                  <a:lnTo>
                    <a:pt x="5264075" y="364280"/>
                  </a:lnTo>
                  <a:lnTo>
                    <a:pt x="5264169" y="364280"/>
                  </a:lnTo>
                  <a:lnTo>
                    <a:pt x="5264263" y="364280"/>
                  </a:lnTo>
                  <a:lnTo>
                    <a:pt x="5264357" y="364280"/>
                  </a:lnTo>
                  <a:lnTo>
                    <a:pt x="5264451" y="364280"/>
                  </a:lnTo>
                  <a:lnTo>
                    <a:pt x="5264451" y="359000"/>
                  </a:lnTo>
                  <a:lnTo>
                    <a:pt x="5264545" y="359000"/>
                  </a:lnTo>
                  <a:lnTo>
                    <a:pt x="5264639" y="359000"/>
                  </a:lnTo>
                  <a:lnTo>
                    <a:pt x="5264733" y="359000"/>
                  </a:lnTo>
                  <a:lnTo>
                    <a:pt x="5264827" y="359000"/>
                  </a:lnTo>
                  <a:lnTo>
                    <a:pt x="5264921" y="359000"/>
                  </a:lnTo>
                  <a:lnTo>
                    <a:pt x="5265015" y="359000"/>
                  </a:lnTo>
                  <a:lnTo>
                    <a:pt x="5265109" y="359000"/>
                  </a:lnTo>
                  <a:lnTo>
                    <a:pt x="5265203" y="359000"/>
                  </a:lnTo>
                  <a:lnTo>
                    <a:pt x="5265297" y="359000"/>
                  </a:lnTo>
                  <a:lnTo>
                    <a:pt x="5265391" y="359000"/>
                  </a:lnTo>
                  <a:lnTo>
                    <a:pt x="5265485" y="359000"/>
                  </a:lnTo>
                  <a:lnTo>
                    <a:pt x="5265579" y="359000"/>
                  </a:lnTo>
                  <a:lnTo>
                    <a:pt x="5265673" y="359000"/>
                  </a:lnTo>
                  <a:lnTo>
                    <a:pt x="5265767" y="359000"/>
                  </a:lnTo>
                  <a:lnTo>
                    <a:pt x="5265861" y="359000"/>
                  </a:lnTo>
                  <a:lnTo>
                    <a:pt x="5265955" y="359000"/>
                  </a:lnTo>
                  <a:lnTo>
                    <a:pt x="5266049" y="359000"/>
                  </a:lnTo>
                  <a:lnTo>
                    <a:pt x="5266143" y="359000"/>
                  </a:lnTo>
                  <a:lnTo>
                    <a:pt x="5266237" y="359000"/>
                  </a:lnTo>
                  <a:lnTo>
                    <a:pt x="5266331" y="359000"/>
                  </a:lnTo>
                  <a:lnTo>
                    <a:pt x="5266425" y="359000"/>
                  </a:lnTo>
                  <a:lnTo>
                    <a:pt x="5266519" y="359000"/>
                  </a:lnTo>
                  <a:lnTo>
                    <a:pt x="5266613" y="359000"/>
                  </a:lnTo>
                  <a:lnTo>
                    <a:pt x="5266708" y="359000"/>
                  </a:lnTo>
                  <a:lnTo>
                    <a:pt x="5266802" y="359000"/>
                  </a:lnTo>
                  <a:lnTo>
                    <a:pt x="5266896" y="359000"/>
                  </a:lnTo>
                  <a:lnTo>
                    <a:pt x="5266990" y="359000"/>
                  </a:lnTo>
                  <a:lnTo>
                    <a:pt x="5267084" y="359000"/>
                  </a:lnTo>
                  <a:lnTo>
                    <a:pt x="5267178" y="359000"/>
                  </a:lnTo>
                  <a:lnTo>
                    <a:pt x="5267272" y="359000"/>
                  </a:lnTo>
                  <a:lnTo>
                    <a:pt x="5267366" y="359000"/>
                  </a:lnTo>
                  <a:lnTo>
                    <a:pt x="5267460" y="359000"/>
                  </a:lnTo>
                  <a:lnTo>
                    <a:pt x="5267554" y="359000"/>
                  </a:lnTo>
                  <a:lnTo>
                    <a:pt x="5267648" y="359000"/>
                  </a:lnTo>
                  <a:lnTo>
                    <a:pt x="5267742" y="359000"/>
                  </a:lnTo>
                  <a:lnTo>
                    <a:pt x="5267836" y="359000"/>
                  </a:lnTo>
                  <a:lnTo>
                    <a:pt x="5267930" y="359000"/>
                  </a:lnTo>
                  <a:lnTo>
                    <a:pt x="5268024" y="359000"/>
                  </a:lnTo>
                  <a:lnTo>
                    <a:pt x="5268118" y="359000"/>
                  </a:lnTo>
                  <a:lnTo>
                    <a:pt x="5268212" y="359000"/>
                  </a:lnTo>
                  <a:lnTo>
                    <a:pt x="5268306" y="359000"/>
                  </a:lnTo>
                  <a:lnTo>
                    <a:pt x="5268400" y="359000"/>
                  </a:lnTo>
                  <a:lnTo>
                    <a:pt x="5268494" y="359000"/>
                  </a:lnTo>
                  <a:lnTo>
                    <a:pt x="5268588" y="359000"/>
                  </a:lnTo>
                  <a:lnTo>
                    <a:pt x="5268682" y="359000"/>
                  </a:lnTo>
                  <a:lnTo>
                    <a:pt x="5268776" y="359000"/>
                  </a:lnTo>
                  <a:lnTo>
                    <a:pt x="5268870" y="359000"/>
                  </a:lnTo>
                  <a:lnTo>
                    <a:pt x="5268964" y="359000"/>
                  </a:lnTo>
                  <a:lnTo>
                    <a:pt x="5269058" y="359000"/>
                  </a:lnTo>
                  <a:lnTo>
                    <a:pt x="5269152" y="359000"/>
                  </a:lnTo>
                  <a:lnTo>
                    <a:pt x="5269246" y="359000"/>
                  </a:lnTo>
                  <a:lnTo>
                    <a:pt x="5269340" y="359000"/>
                  </a:lnTo>
                  <a:lnTo>
                    <a:pt x="5269434" y="359000"/>
                  </a:lnTo>
                  <a:lnTo>
                    <a:pt x="5269528" y="359000"/>
                  </a:lnTo>
                  <a:lnTo>
                    <a:pt x="5269622" y="359000"/>
                  </a:lnTo>
                  <a:lnTo>
                    <a:pt x="5269716" y="359000"/>
                  </a:lnTo>
                  <a:lnTo>
                    <a:pt x="5269810" y="359000"/>
                  </a:lnTo>
                  <a:lnTo>
                    <a:pt x="5269904" y="359000"/>
                  </a:lnTo>
                  <a:lnTo>
                    <a:pt x="5269998" y="359000"/>
                  </a:lnTo>
                  <a:lnTo>
                    <a:pt x="5270092" y="359000"/>
                  </a:lnTo>
                  <a:lnTo>
                    <a:pt x="5270187" y="359000"/>
                  </a:lnTo>
                  <a:lnTo>
                    <a:pt x="5270281" y="359000"/>
                  </a:lnTo>
                  <a:lnTo>
                    <a:pt x="5270375" y="359000"/>
                  </a:lnTo>
                  <a:lnTo>
                    <a:pt x="5270469" y="359000"/>
                  </a:lnTo>
                  <a:lnTo>
                    <a:pt x="5270563" y="359000"/>
                  </a:lnTo>
                  <a:lnTo>
                    <a:pt x="5270563" y="353721"/>
                  </a:lnTo>
                  <a:lnTo>
                    <a:pt x="5270657" y="353721"/>
                  </a:lnTo>
                  <a:lnTo>
                    <a:pt x="5270751" y="353721"/>
                  </a:lnTo>
                  <a:lnTo>
                    <a:pt x="5270845" y="353721"/>
                  </a:lnTo>
                  <a:lnTo>
                    <a:pt x="5270939" y="353721"/>
                  </a:lnTo>
                  <a:lnTo>
                    <a:pt x="5271033" y="353721"/>
                  </a:lnTo>
                  <a:lnTo>
                    <a:pt x="5271127" y="353721"/>
                  </a:lnTo>
                  <a:lnTo>
                    <a:pt x="5271221" y="353721"/>
                  </a:lnTo>
                  <a:lnTo>
                    <a:pt x="5271315" y="353721"/>
                  </a:lnTo>
                  <a:lnTo>
                    <a:pt x="5271409" y="353721"/>
                  </a:lnTo>
                  <a:lnTo>
                    <a:pt x="5271503" y="353721"/>
                  </a:lnTo>
                  <a:lnTo>
                    <a:pt x="5271597" y="353721"/>
                  </a:lnTo>
                  <a:lnTo>
                    <a:pt x="5271691" y="353721"/>
                  </a:lnTo>
                  <a:lnTo>
                    <a:pt x="5271785" y="353721"/>
                  </a:lnTo>
                  <a:lnTo>
                    <a:pt x="5271879" y="353721"/>
                  </a:lnTo>
                  <a:lnTo>
                    <a:pt x="5271973" y="353721"/>
                  </a:lnTo>
                  <a:lnTo>
                    <a:pt x="5272067" y="353721"/>
                  </a:lnTo>
                  <a:lnTo>
                    <a:pt x="5272161" y="353721"/>
                  </a:lnTo>
                  <a:lnTo>
                    <a:pt x="5272255" y="353721"/>
                  </a:lnTo>
                  <a:lnTo>
                    <a:pt x="5272349" y="353721"/>
                  </a:lnTo>
                  <a:lnTo>
                    <a:pt x="5272443" y="353721"/>
                  </a:lnTo>
                  <a:lnTo>
                    <a:pt x="5272537" y="353721"/>
                  </a:lnTo>
                  <a:lnTo>
                    <a:pt x="5272631" y="353721"/>
                  </a:lnTo>
                  <a:lnTo>
                    <a:pt x="5272725" y="353721"/>
                  </a:lnTo>
                  <a:lnTo>
                    <a:pt x="5272819" y="353721"/>
                  </a:lnTo>
                  <a:lnTo>
                    <a:pt x="5272819" y="348441"/>
                  </a:lnTo>
                  <a:lnTo>
                    <a:pt x="5272913" y="348441"/>
                  </a:lnTo>
                  <a:lnTo>
                    <a:pt x="5273007" y="348441"/>
                  </a:lnTo>
                  <a:lnTo>
                    <a:pt x="5273101" y="348441"/>
                  </a:lnTo>
                  <a:lnTo>
                    <a:pt x="5273195" y="348441"/>
                  </a:lnTo>
                  <a:lnTo>
                    <a:pt x="5273289" y="348441"/>
                  </a:lnTo>
                  <a:lnTo>
                    <a:pt x="5273383" y="348441"/>
                  </a:lnTo>
                  <a:lnTo>
                    <a:pt x="5273477" y="348441"/>
                  </a:lnTo>
                  <a:lnTo>
                    <a:pt x="5273571" y="348441"/>
                  </a:lnTo>
                  <a:lnTo>
                    <a:pt x="5273665" y="348441"/>
                  </a:lnTo>
                  <a:lnTo>
                    <a:pt x="5273760" y="348441"/>
                  </a:lnTo>
                  <a:lnTo>
                    <a:pt x="5273854" y="348441"/>
                  </a:lnTo>
                  <a:lnTo>
                    <a:pt x="5273948" y="348441"/>
                  </a:lnTo>
                  <a:lnTo>
                    <a:pt x="5274042" y="348441"/>
                  </a:lnTo>
                  <a:lnTo>
                    <a:pt x="5274136" y="348441"/>
                  </a:lnTo>
                  <a:lnTo>
                    <a:pt x="5274230" y="348441"/>
                  </a:lnTo>
                  <a:lnTo>
                    <a:pt x="5274324" y="348441"/>
                  </a:lnTo>
                  <a:lnTo>
                    <a:pt x="5274418" y="348441"/>
                  </a:lnTo>
                  <a:lnTo>
                    <a:pt x="5274512" y="348441"/>
                  </a:lnTo>
                  <a:lnTo>
                    <a:pt x="5274606" y="348441"/>
                  </a:lnTo>
                  <a:lnTo>
                    <a:pt x="5274700" y="348441"/>
                  </a:lnTo>
                  <a:lnTo>
                    <a:pt x="5274794" y="348441"/>
                  </a:lnTo>
                  <a:lnTo>
                    <a:pt x="5274888" y="348441"/>
                  </a:lnTo>
                  <a:lnTo>
                    <a:pt x="5274982" y="348441"/>
                  </a:lnTo>
                  <a:lnTo>
                    <a:pt x="5275076" y="348441"/>
                  </a:lnTo>
                  <a:lnTo>
                    <a:pt x="5275170" y="348441"/>
                  </a:lnTo>
                  <a:lnTo>
                    <a:pt x="5275264" y="348441"/>
                  </a:lnTo>
                  <a:lnTo>
                    <a:pt x="5275358" y="348441"/>
                  </a:lnTo>
                  <a:lnTo>
                    <a:pt x="5275452" y="348441"/>
                  </a:lnTo>
                  <a:lnTo>
                    <a:pt x="5275546" y="348441"/>
                  </a:lnTo>
                  <a:lnTo>
                    <a:pt x="5275640" y="348441"/>
                  </a:lnTo>
                  <a:lnTo>
                    <a:pt x="5275734" y="348441"/>
                  </a:lnTo>
                  <a:lnTo>
                    <a:pt x="5275828" y="348441"/>
                  </a:lnTo>
                  <a:lnTo>
                    <a:pt x="5275922" y="348441"/>
                  </a:lnTo>
                  <a:lnTo>
                    <a:pt x="5276016" y="348441"/>
                  </a:lnTo>
                  <a:lnTo>
                    <a:pt x="5276110" y="348441"/>
                  </a:lnTo>
                  <a:lnTo>
                    <a:pt x="5276204" y="348441"/>
                  </a:lnTo>
                  <a:lnTo>
                    <a:pt x="5276298" y="348441"/>
                  </a:lnTo>
                  <a:lnTo>
                    <a:pt x="5276392" y="348441"/>
                  </a:lnTo>
                  <a:lnTo>
                    <a:pt x="5276486" y="348441"/>
                  </a:lnTo>
                  <a:lnTo>
                    <a:pt x="5276580" y="348441"/>
                  </a:lnTo>
                  <a:lnTo>
                    <a:pt x="5276674" y="348441"/>
                  </a:lnTo>
                  <a:lnTo>
                    <a:pt x="5276768" y="348441"/>
                  </a:lnTo>
                  <a:lnTo>
                    <a:pt x="5276862" y="348441"/>
                  </a:lnTo>
                  <a:lnTo>
                    <a:pt x="5276956" y="348441"/>
                  </a:lnTo>
                  <a:lnTo>
                    <a:pt x="5277050" y="348441"/>
                  </a:lnTo>
                  <a:lnTo>
                    <a:pt x="5277144" y="348441"/>
                  </a:lnTo>
                  <a:lnTo>
                    <a:pt x="5277238" y="348441"/>
                  </a:lnTo>
                  <a:lnTo>
                    <a:pt x="5277333" y="348441"/>
                  </a:lnTo>
                  <a:lnTo>
                    <a:pt x="5277427" y="348441"/>
                  </a:lnTo>
                  <a:lnTo>
                    <a:pt x="5277521" y="348441"/>
                  </a:lnTo>
                  <a:lnTo>
                    <a:pt x="5277615" y="348441"/>
                  </a:lnTo>
                  <a:lnTo>
                    <a:pt x="5277709" y="348441"/>
                  </a:lnTo>
                  <a:lnTo>
                    <a:pt x="5277803" y="348441"/>
                  </a:lnTo>
                  <a:lnTo>
                    <a:pt x="5277897" y="348441"/>
                  </a:lnTo>
                  <a:lnTo>
                    <a:pt x="5277991" y="348441"/>
                  </a:lnTo>
                  <a:lnTo>
                    <a:pt x="5278085" y="348441"/>
                  </a:lnTo>
                  <a:lnTo>
                    <a:pt x="5278179" y="348441"/>
                  </a:lnTo>
                  <a:lnTo>
                    <a:pt x="5278273" y="348441"/>
                  </a:lnTo>
                  <a:lnTo>
                    <a:pt x="5278367" y="348441"/>
                  </a:lnTo>
                  <a:lnTo>
                    <a:pt x="5278461" y="348441"/>
                  </a:lnTo>
                  <a:lnTo>
                    <a:pt x="5278555" y="348441"/>
                  </a:lnTo>
                  <a:lnTo>
                    <a:pt x="5278649" y="348441"/>
                  </a:lnTo>
                  <a:lnTo>
                    <a:pt x="5278743" y="348441"/>
                  </a:lnTo>
                  <a:lnTo>
                    <a:pt x="5278837" y="348441"/>
                  </a:lnTo>
                  <a:lnTo>
                    <a:pt x="5278931" y="348441"/>
                  </a:lnTo>
                  <a:lnTo>
                    <a:pt x="5279025" y="348441"/>
                  </a:lnTo>
                  <a:lnTo>
                    <a:pt x="5279119" y="348441"/>
                  </a:lnTo>
                  <a:lnTo>
                    <a:pt x="5279213" y="348441"/>
                  </a:lnTo>
                  <a:lnTo>
                    <a:pt x="5279307" y="348441"/>
                  </a:lnTo>
                  <a:lnTo>
                    <a:pt x="5279401" y="348441"/>
                  </a:lnTo>
                  <a:lnTo>
                    <a:pt x="5279495" y="348441"/>
                  </a:lnTo>
                  <a:lnTo>
                    <a:pt x="5279589" y="348441"/>
                  </a:lnTo>
                  <a:lnTo>
                    <a:pt x="5279683" y="348441"/>
                  </a:lnTo>
                  <a:lnTo>
                    <a:pt x="5279777" y="348441"/>
                  </a:lnTo>
                  <a:lnTo>
                    <a:pt x="5279871" y="348441"/>
                  </a:lnTo>
                  <a:lnTo>
                    <a:pt x="5279965" y="348441"/>
                  </a:lnTo>
                  <a:lnTo>
                    <a:pt x="5280059" y="348441"/>
                  </a:lnTo>
                  <a:lnTo>
                    <a:pt x="5280153" y="348441"/>
                  </a:lnTo>
                  <a:lnTo>
                    <a:pt x="5280247" y="348441"/>
                  </a:lnTo>
                  <a:lnTo>
                    <a:pt x="5280341" y="348441"/>
                  </a:lnTo>
                  <a:lnTo>
                    <a:pt x="5280435" y="348441"/>
                  </a:lnTo>
                  <a:lnTo>
                    <a:pt x="5280529" y="348441"/>
                  </a:lnTo>
                  <a:lnTo>
                    <a:pt x="5280623" y="348441"/>
                  </a:lnTo>
                  <a:lnTo>
                    <a:pt x="5280717" y="348441"/>
                  </a:lnTo>
                  <a:lnTo>
                    <a:pt x="5280812" y="348441"/>
                  </a:lnTo>
                  <a:lnTo>
                    <a:pt x="5280906" y="348441"/>
                  </a:lnTo>
                  <a:lnTo>
                    <a:pt x="5281000" y="348441"/>
                  </a:lnTo>
                  <a:lnTo>
                    <a:pt x="5281094" y="348441"/>
                  </a:lnTo>
                  <a:lnTo>
                    <a:pt x="5281188" y="348441"/>
                  </a:lnTo>
                  <a:lnTo>
                    <a:pt x="5281282" y="348441"/>
                  </a:lnTo>
                  <a:lnTo>
                    <a:pt x="5281376" y="348441"/>
                  </a:lnTo>
                  <a:lnTo>
                    <a:pt x="5281470" y="348441"/>
                  </a:lnTo>
                  <a:lnTo>
                    <a:pt x="5281564" y="348441"/>
                  </a:lnTo>
                  <a:lnTo>
                    <a:pt x="5281658" y="348441"/>
                  </a:lnTo>
                  <a:lnTo>
                    <a:pt x="5281752" y="348441"/>
                  </a:lnTo>
                  <a:lnTo>
                    <a:pt x="5281846" y="348441"/>
                  </a:lnTo>
                  <a:lnTo>
                    <a:pt x="5281940" y="348441"/>
                  </a:lnTo>
                  <a:lnTo>
                    <a:pt x="5282034" y="348441"/>
                  </a:lnTo>
                  <a:lnTo>
                    <a:pt x="5282128" y="348441"/>
                  </a:lnTo>
                  <a:lnTo>
                    <a:pt x="5282222" y="348441"/>
                  </a:lnTo>
                  <a:lnTo>
                    <a:pt x="5282316" y="348441"/>
                  </a:lnTo>
                  <a:lnTo>
                    <a:pt x="5282410" y="348441"/>
                  </a:lnTo>
                  <a:lnTo>
                    <a:pt x="5282504" y="348441"/>
                  </a:lnTo>
                  <a:lnTo>
                    <a:pt x="5282598" y="348441"/>
                  </a:lnTo>
                  <a:lnTo>
                    <a:pt x="5282692" y="348441"/>
                  </a:lnTo>
                  <a:lnTo>
                    <a:pt x="5282786" y="348441"/>
                  </a:lnTo>
                  <a:lnTo>
                    <a:pt x="5282880" y="348441"/>
                  </a:lnTo>
                  <a:lnTo>
                    <a:pt x="5282974" y="348441"/>
                  </a:lnTo>
                  <a:lnTo>
                    <a:pt x="5283068" y="348441"/>
                  </a:lnTo>
                  <a:lnTo>
                    <a:pt x="5283162" y="348441"/>
                  </a:lnTo>
                  <a:lnTo>
                    <a:pt x="5283256" y="348441"/>
                  </a:lnTo>
                  <a:lnTo>
                    <a:pt x="5283350" y="348441"/>
                  </a:lnTo>
                  <a:lnTo>
                    <a:pt x="5283444" y="348441"/>
                  </a:lnTo>
                  <a:lnTo>
                    <a:pt x="5283538" y="348441"/>
                  </a:lnTo>
                  <a:lnTo>
                    <a:pt x="5283632" y="348441"/>
                  </a:lnTo>
                  <a:lnTo>
                    <a:pt x="5283726" y="348441"/>
                  </a:lnTo>
                  <a:lnTo>
                    <a:pt x="5283820" y="348441"/>
                  </a:lnTo>
                  <a:lnTo>
                    <a:pt x="5283914" y="348441"/>
                  </a:lnTo>
                  <a:lnTo>
                    <a:pt x="5284008" y="348441"/>
                  </a:lnTo>
                  <a:lnTo>
                    <a:pt x="5284102" y="348441"/>
                  </a:lnTo>
                  <a:lnTo>
                    <a:pt x="5284196" y="348441"/>
                  </a:lnTo>
                  <a:lnTo>
                    <a:pt x="5284290" y="348441"/>
                  </a:lnTo>
                  <a:lnTo>
                    <a:pt x="5284385" y="348441"/>
                  </a:lnTo>
                  <a:lnTo>
                    <a:pt x="5284479" y="348441"/>
                  </a:lnTo>
                  <a:lnTo>
                    <a:pt x="5284573" y="348441"/>
                  </a:lnTo>
                  <a:lnTo>
                    <a:pt x="5284667" y="348441"/>
                  </a:lnTo>
                  <a:lnTo>
                    <a:pt x="5284761" y="348441"/>
                  </a:lnTo>
                  <a:lnTo>
                    <a:pt x="5284855" y="348441"/>
                  </a:lnTo>
                  <a:lnTo>
                    <a:pt x="5284949" y="348441"/>
                  </a:lnTo>
                  <a:lnTo>
                    <a:pt x="5285043" y="348441"/>
                  </a:lnTo>
                  <a:lnTo>
                    <a:pt x="5285137" y="348441"/>
                  </a:lnTo>
                  <a:lnTo>
                    <a:pt x="5285231" y="348441"/>
                  </a:lnTo>
                  <a:lnTo>
                    <a:pt x="5285325" y="348441"/>
                  </a:lnTo>
                  <a:lnTo>
                    <a:pt x="5285419" y="348441"/>
                  </a:lnTo>
                  <a:lnTo>
                    <a:pt x="5285513" y="348441"/>
                  </a:lnTo>
                  <a:lnTo>
                    <a:pt x="5285607" y="348441"/>
                  </a:lnTo>
                  <a:lnTo>
                    <a:pt x="5285701" y="348441"/>
                  </a:lnTo>
                  <a:lnTo>
                    <a:pt x="5285795" y="348441"/>
                  </a:lnTo>
                  <a:lnTo>
                    <a:pt x="5285889" y="348441"/>
                  </a:lnTo>
                  <a:lnTo>
                    <a:pt x="5285983" y="348441"/>
                  </a:lnTo>
                  <a:lnTo>
                    <a:pt x="5286077" y="348441"/>
                  </a:lnTo>
                  <a:lnTo>
                    <a:pt x="5286171" y="348441"/>
                  </a:lnTo>
                  <a:lnTo>
                    <a:pt x="5286265" y="348441"/>
                  </a:lnTo>
                  <a:lnTo>
                    <a:pt x="5286359" y="348441"/>
                  </a:lnTo>
                  <a:lnTo>
                    <a:pt x="5286453" y="348441"/>
                  </a:lnTo>
                  <a:lnTo>
                    <a:pt x="5286547" y="348441"/>
                  </a:lnTo>
                  <a:lnTo>
                    <a:pt x="5286641" y="348441"/>
                  </a:lnTo>
                  <a:lnTo>
                    <a:pt x="5286735" y="348441"/>
                  </a:lnTo>
                  <a:lnTo>
                    <a:pt x="5286829" y="348441"/>
                  </a:lnTo>
                  <a:lnTo>
                    <a:pt x="5286923" y="348441"/>
                  </a:lnTo>
                  <a:lnTo>
                    <a:pt x="5287017" y="348441"/>
                  </a:lnTo>
                  <a:lnTo>
                    <a:pt x="5287111" y="348441"/>
                  </a:lnTo>
                  <a:lnTo>
                    <a:pt x="5287205" y="348441"/>
                  </a:lnTo>
                  <a:lnTo>
                    <a:pt x="5287299" y="348441"/>
                  </a:lnTo>
                  <a:lnTo>
                    <a:pt x="5287393" y="348441"/>
                  </a:lnTo>
                  <a:lnTo>
                    <a:pt x="5287487" y="348441"/>
                  </a:lnTo>
                  <a:lnTo>
                    <a:pt x="5287581" y="348441"/>
                  </a:lnTo>
                  <a:lnTo>
                    <a:pt x="5287675" y="348441"/>
                  </a:lnTo>
                  <a:lnTo>
                    <a:pt x="5287769" y="348441"/>
                  </a:lnTo>
                  <a:lnTo>
                    <a:pt x="5287863" y="348441"/>
                  </a:lnTo>
                  <a:lnTo>
                    <a:pt x="5287958" y="348441"/>
                  </a:lnTo>
                  <a:lnTo>
                    <a:pt x="5288052" y="348441"/>
                  </a:lnTo>
                  <a:lnTo>
                    <a:pt x="5288146" y="348441"/>
                  </a:lnTo>
                  <a:lnTo>
                    <a:pt x="5288240" y="348441"/>
                  </a:lnTo>
                  <a:lnTo>
                    <a:pt x="5288334" y="348441"/>
                  </a:lnTo>
                  <a:lnTo>
                    <a:pt x="5288428" y="348441"/>
                  </a:lnTo>
                  <a:lnTo>
                    <a:pt x="5288522" y="348441"/>
                  </a:lnTo>
                  <a:lnTo>
                    <a:pt x="5288616" y="348441"/>
                  </a:lnTo>
                  <a:lnTo>
                    <a:pt x="5288710" y="348441"/>
                  </a:lnTo>
                  <a:lnTo>
                    <a:pt x="5288804" y="348441"/>
                  </a:lnTo>
                  <a:lnTo>
                    <a:pt x="5288898" y="348441"/>
                  </a:lnTo>
                  <a:lnTo>
                    <a:pt x="5288992" y="348441"/>
                  </a:lnTo>
                  <a:lnTo>
                    <a:pt x="5289086" y="348441"/>
                  </a:lnTo>
                  <a:lnTo>
                    <a:pt x="5289180" y="348441"/>
                  </a:lnTo>
                  <a:lnTo>
                    <a:pt x="5289274" y="348441"/>
                  </a:lnTo>
                  <a:lnTo>
                    <a:pt x="5289368" y="348441"/>
                  </a:lnTo>
                  <a:lnTo>
                    <a:pt x="5289462" y="348441"/>
                  </a:lnTo>
                  <a:lnTo>
                    <a:pt x="5289556" y="348441"/>
                  </a:lnTo>
                  <a:lnTo>
                    <a:pt x="5289650" y="348441"/>
                  </a:lnTo>
                  <a:lnTo>
                    <a:pt x="5289744" y="348441"/>
                  </a:lnTo>
                  <a:lnTo>
                    <a:pt x="5289838" y="348441"/>
                  </a:lnTo>
                  <a:lnTo>
                    <a:pt x="5289932" y="348441"/>
                  </a:lnTo>
                  <a:lnTo>
                    <a:pt x="5290026" y="348441"/>
                  </a:lnTo>
                  <a:lnTo>
                    <a:pt x="5290120" y="348441"/>
                  </a:lnTo>
                  <a:lnTo>
                    <a:pt x="5290214" y="348441"/>
                  </a:lnTo>
                  <a:lnTo>
                    <a:pt x="5290308" y="348441"/>
                  </a:lnTo>
                  <a:lnTo>
                    <a:pt x="5290402" y="348441"/>
                  </a:lnTo>
                  <a:lnTo>
                    <a:pt x="5290496" y="348441"/>
                  </a:lnTo>
                  <a:lnTo>
                    <a:pt x="5290590" y="348441"/>
                  </a:lnTo>
                  <a:lnTo>
                    <a:pt x="5290684" y="348441"/>
                  </a:lnTo>
                  <a:lnTo>
                    <a:pt x="5290778" y="348441"/>
                  </a:lnTo>
                  <a:lnTo>
                    <a:pt x="5290872" y="348441"/>
                  </a:lnTo>
                  <a:lnTo>
                    <a:pt x="5290966" y="348441"/>
                  </a:lnTo>
                  <a:lnTo>
                    <a:pt x="5291060" y="348441"/>
                  </a:lnTo>
                  <a:lnTo>
                    <a:pt x="5291154" y="348441"/>
                  </a:lnTo>
                  <a:lnTo>
                    <a:pt x="5291248" y="348441"/>
                  </a:lnTo>
                  <a:lnTo>
                    <a:pt x="5291342" y="348441"/>
                  </a:lnTo>
                  <a:lnTo>
                    <a:pt x="5291436" y="348441"/>
                  </a:lnTo>
                  <a:lnTo>
                    <a:pt x="5291531" y="348441"/>
                  </a:lnTo>
                  <a:lnTo>
                    <a:pt x="5291625" y="348441"/>
                  </a:lnTo>
                  <a:lnTo>
                    <a:pt x="5291719" y="348441"/>
                  </a:lnTo>
                  <a:lnTo>
                    <a:pt x="5291813" y="348441"/>
                  </a:lnTo>
                  <a:lnTo>
                    <a:pt x="5291907" y="348441"/>
                  </a:lnTo>
                  <a:lnTo>
                    <a:pt x="5292001" y="348441"/>
                  </a:lnTo>
                  <a:lnTo>
                    <a:pt x="5292095" y="348441"/>
                  </a:lnTo>
                  <a:lnTo>
                    <a:pt x="5292189" y="348441"/>
                  </a:lnTo>
                  <a:lnTo>
                    <a:pt x="5292283" y="348441"/>
                  </a:lnTo>
                  <a:lnTo>
                    <a:pt x="5292377" y="348441"/>
                  </a:lnTo>
                  <a:lnTo>
                    <a:pt x="5292471" y="348441"/>
                  </a:lnTo>
                  <a:lnTo>
                    <a:pt x="5292565" y="348441"/>
                  </a:lnTo>
                  <a:lnTo>
                    <a:pt x="5292659" y="348441"/>
                  </a:lnTo>
                  <a:lnTo>
                    <a:pt x="5292753" y="348441"/>
                  </a:lnTo>
                  <a:lnTo>
                    <a:pt x="5292847" y="348441"/>
                  </a:lnTo>
                  <a:lnTo>
                    <a:pt x="5292941" y="348441"/>
                  </a:lnTo>
                  <a:lnTo>
                    <a:pt x="5293035" y="348441"/>
                  </a:lnTo>
                  <a:lnTo>
                    <a:pt x="5293129" y="348441"/>
                  </a:lnTo>
                  <a:lnTo>
                    <a:pt x="5293223" y="348441"/>
                  </a:lnTo>
                  <a:lnTo>
                    <a:pt x="5293317" y="348441"/>
                  </a:lnTo>
                  <a:lnTo>
                    <a:pt x="5293411" y="348441"/>
                  </a:lnTo>
                  <a:lnTo>
                    <a:pt x="5293505" y="348441"/>
                  </a:lnTo>
                  <a:lnTo>
                    <a:pt x="5293599" y="348441"/>
                  </a:lnTo>
                  <a:lnTo>
                    <a:pt x="5293693" y="348441"/>
                  </a:lnTo>
                  <a:lnTo>
                    <a:pt x="5293787" y="348441"/>
                  </a:lnTo>
                  <a:lnTo>
                    <a:pt x="5293881" y="348441"/>
                  </a:lnTo>
                  <a:lnTo>
                    <a:pt x="5293975" y="348441"/>
                  </a:lnTo>
                  <a:lnTo>
                    <a:pt x="5294069" y="348441"/>
                  </a:lnTo>
                  <a:lnTo>
                    <a:pt x="5294163" y="348441"/>
                  </a:lnTo>
                  <a:lnTo>
                    <a:pt x="5294257" y="348441"/>
                  </a:lnTo>
                  <a:lnTo>
                    <a:pt x="5294351" y="348441"/>
                  </a:lnTo>
                  <a:lnTo>
                    <a:pt x="5294445" y="348441"/>
                  </a:lnTo>
                  <a:lnTo>
                    <a:pt x="5294539" y="348441"/>
                  </a:lnTo>
                  <a:lnTo>
                    <a:pt x="5294633" y="348441"/>
                  </a:lnTo>
                  <a:lnTo>
                    <a:pt x="5294727" y="348441"/>
                  </a:lnTo>
                  <a:lnTo>
                    <a:pt x="5294821" y="348441"/>
                  </a:lnTo>
                  <a:lnTo>
                    <a:pt x="5294915" y="348441"/>
                  </a:lnTo>
                  <a:lnTo>
                    <a:pt x="5295010" y="348441"/>
                  </a:lnTo>
                  <a:lnTo>
                    <a:pt x="5295104" y="348441"/>
                  </a:lnTo>
                  <a:lnTo>
                    <a:pt x="5295198" y="348441"/>
                  </a:lnTo>
                  <a:lnTo>
                    <a:pt x="5295292" y="348441"/>
                  </a:lnTo>
                  <a:lnTo>
                    <a:pt x="5295386" y="348441"/>
                  </a:lnTo>
                  <a:lnTo>
                    <a:pt x="5295480" y="348441"/>
                  </a:lnTo>
                  <a:lnTo>
                    <a:pt x="5295574" y="348441"/>
                  </a:lnTo>
                  <a:lnTo>
                    <a:pt x="5295668" y="348441"/>
                  </a:lnTo>
                  <a:lnTo>
                    <a:pt x="5295762" y="348441"/>
                  </a:lnTo>
                  <a:lnTo>
                    <a:pt x="5295856" y="348441"/>
                  </a:lnTo>
                  <a:lnTo>
                    <a:pt x="5295950" y="348441"/>
                  </a:lnTo>
                  <a:lnTo>
                    <a:pt x="5296044" y="348441"/>
                  </a:lnTo>
                  <a:lnTo>
                    <a:pt x="5296138" y="348441"/>
                  </a:lnTo>
                  <a:lnTo>
                    <a:pt x="5296232" y="348441"/>
                  </a:lnTo>
                  <a:lnTo>
                    <a:pt x="5296326" y="348441"/>
                  </a:lnTo>
                  <a:lnTo>
                    <a:pt x="5296420" y="348441"/>
                  </a:lnTo>
                  <a:lnTo>
                    <a:pt x="5296514" y="348441"/>
                  </a:lnTo>
                  <a:lnTo>
                    <a:pt x="5296608" y="348441"/>
                  </a:lnTo>
                  <a:lnTo>
                    <a:pt x="5296702" y="348441"/>
                  </a:lnTo>
                  <a:lnTo>
                    <a:pt x="5296796" y="348441"/>
                  </a:lnTo>
                  <a:lnTo>
                    <a:pt x="5296890" y="348441"/>
                  </a:lnTo>
                  <a:lnTo>
                    <a:pt x="5296984" y="348441"/>
                  </a:lnTo>
                  <a:lnTo>
                    <a:pt x="5297078" y="348441"/>
                  </a:lnTo>
                  <a:lnTo>
                    <a:pt x="5297172" y="348441"/>
                  </a:lnTo>
                  <a:lnTo>
                    <a:pt x="5297266" y="348441"/>
                  </a:lnTo>
                  <a:lnTo>
                    <a:pt x="5297360" y="348441"/>
                  </a:lnTo>
                  <a:lnTo>
                    <a:pt x="5297454" y="348441"/>
                  </a:lnTo>
                  <a:lnTo>
                    <a:pt x="5297548" y="348441"/>
                  </a:lnTo>
                  <a:lnTo>
                    <a:pt x="5297642" y="348441"/>
                  </a:lnTo>
                  <a:lnTo>
                    <a:pt x="5297736" y="348441"/>
                  </a:lnTo>
                  <a:lnTo>
                    <a:pt x="5297830" y="348441"/>
                  </a:lnTo>
                  <a:lnTo>
                    <a:pt x="5297924" y="348441"/>
                  </a:lnTo>
                  <a:lnTo>
                    <a:pt x="5298018" y="348441"/>
                  </a:lnTo>
                  <a:lnTo>
                    <a:pt x="5298018" y="343162"/>
                  </a:lnTo>
                  <a:lnTo>
                    <a:pt x="5298112" y="343162"/>
                  </a:lnTo>
                  <a:lnTo>
                    <a:pt x="5298206" y="343162"/>
                  </a:lnTo>
                  <a:lnTo>
                    <a:pt x="5298300" y="343162"/>
                  </a:lnTo>
                  <a:lnTo>
                    <a:pt x="5298394" y="343162"/>
                  </a:lnTo>
                  <a:lnTo>
                    <a:pt x="5298488" y="343162"/>
                  </a:lnTo>
                  <a:lnTo>
                    <a:pt x="5298583" y="343162"/>
                  </a:lnTo>
                  <a:lnTo>
                    <a:pt x="5298677" y="343162"/>
                  </a:lnTo>
                  <a:lnTo>
                    <a:pt x="5298771" y="343162"/>
                  </a:lnTo>
                  <a:lnTo>
                    <a:pt x="5298865" y="343162"/>
                  </a:lnTo>
                  <a:lnTo>
                    <a:pt x="5298959" y="343162"/>
                  </a:lnTo>
                  <a:lnTo>
                    <a:pt x="5299053" y="343162"/>
                  </a:lnTo>
                  <a:lnTo>
                    <a:pt x="5299147" y="343162"/>
                  </a:lnTo>
                  <a:lnTo>
                    <a:pt x="5299241" y="343162"/>
                  </a:lnTo>
                  <a:lnTo>
                    <a:pt x="5299335" y="343162"/>
                  </a:lnTo>
                  <a:lnTo>
                    <a:pt x="5299429" y="343162"/>
                  </a:lnTo>
                  <a:lnTo>
                    <a:pt x="5299523" y="343162"/>
                  </a:lnTo>
                  <a:lnTo>
                    <a:pt x="5299617" y="343162"/>
                  </a:lnTo>
                  <a:lnTo>
                    <a:pt x="5299711" y="343162"/>
                  </a:lnTo>
                  <a:lnTo>
                    <a:pt x="5299805" y="343162"/>
                  </a:lnTo>
                  <a:lnTo>
                    <a:pt x="5299899" y="343162"/>
                  </a:lnTo>
                  <a:lnTo>
                    <a:pt x="5299993" y="343162"/>
                  </a:lnTo>
                  <a:lnTo>
                    <a:pt x="5300087" y="343162"/>
                  </a:lnTo>
                  <a:lnTo>
                    <a:pt x="5300181" y="343162"/>
                  </a:lnTo>
                  <a:lnTo>
                    <a:pt x="5300275" y="343162"/>
                  </a:lnTo>
                  <a:lnTo>
                    <a:pt x="5300369" y="343162"/>
                  </a:lnTo>
                  <a:lnTo>
                    <a:pt x="5300463" y="343162"/>
                  </a:lnTo>
                  <a:lnTo>
                    <a:pt x="5300557" y="343162"/>
                  </a:lnTo>
                  <a:lnTo>
                    <a:pt x="5300651" y="343162"/>
                  </a:lnTo>
                  <a:lnTo>
                    <a:pt x="5300651" y="337882"/>
                  </a:lnTo>
                  <a:lnTo>
                    <a:pt x="5300745" y="337882"/>
                  </a:lnTo>
                  <a:lnTo>
                    <a:pt x="5300839" y="337882"/>
                  </a:lnTo>
                  <a:lnTo>
                    <a:pt x="5300933" y="337882"/>
                  </a:lnTo>
                  <a:lnTo>
                    <a:pt x="5301027" y="337882"/>
                  </a:lnTo>
                  <a:lnTo>
                    <a:pt x="5301121" y="337882"/>
                  </a:lnTo>
                  <a:lnTo>
                    <a:pt x="5301215" y="337882"/>
                  </a:lnTo>
                  <a:lnTo>
                    <a:pt x="5301309" y="337882"/>
                  </a:lnTo>
                  <a:lnTo>
                    <a:pt x="5301403" y="337882"/>
                  </a:lnTo>
                  <a:lnTo>
                    <a:pt x="5301497" y="337882"/>
                  </a:lnTo>
                  <a:lnTo>
                    <a:pt x="5301591" y="337882"/>
                  </a:lnTo>
                  <a:lnTo>
                    <a:pt x="5301685" y="337882"/>
                  </a:lnTo>
                  <a:lnTo>
                    <a:pt x="5301779" y="337882"/>
                  </a:lnTo>
                  <a:lnTo>
                    <a:pt x="5301873" y="337882"/>
                  </a:lnTo>
                  <a:lnTo>
                    <a:pt x="5301967" y="337882"/>
                  </a:lnTo>
                  <a:lnTo>
                    <a:pt x="5302061" y="337882"/>
                  </a:lnTo>
                  <a:lnTo>
                    <a:pt x="5302156" y="337882"/>
                  </a:lnTo>
                  <a:lnTo>
                    <a:pt x="5302250" y="337882"/>
                  </a:lnTo>
                  <a:lnTo>
                    <a:pt x="5302344" y="337882"/>
                  </a:lnTo>
                  <a:lnTo>
                    <a:pt x="5302438" y="337882"/>
                  </a:lnTo>
                  <a:lnTo>
                    <a:pt x="5302532" y="337882"/>
                  </a:lnTo>
                  <a:lnTo>
                    <a:pt x="5302626" y="337882"/>
                  </a:lnTo>
                  <a:lnTo>
                    <a:pt x="5302720" y="337882"/>
                  </a:lnTo>
                  <a:lnTo>
                    <a:pt x="5302814" y="337882"/>
                  </a:lnTo>
                  <a:lnTo>
                    <a:pt x="5302908" y="337882"/>
                  </a:lnTo>
                  <a:lnTo>
                    <a:pt x="5303002" y="337882"/>
                  </a:lnTo>
                  <a:lnTo>
                    <a:pt x="5303096" y="337882"/>
                  </a:lnTo>
                  <a:lnTo>
                    <a:pt x="5303190" y="337882"/>
                  </a:lnTo>
                  <a:lnTo>
                    <a:pt x="5303284" y="337882"/>
                  </a:lnTo>
                  <a:lnTo>
                    <a:pt x="5303378" y="337882"/>
                  </a:lnTo>
                  <a:lnTo>
                    <a:pt x="5303472" y="337882"/>
                  </a:lnTo>
                  <a:lnTo>
                    <a:pt x="5303566" y="337882"/>
                  </a:lnTo>
                  <a:lnTo>
                    <a:pt x="5303660" y="337882"/>
                  </a:lnTo>
                  <a:lnTo>
                    <a:pt x="5303754" y="337882"/>
                  </a:lnTo>
                  <a:lnTo>
                    <a:pt x="5303848" y="337882"/>
                  </a:lnTo>
                  <a:lnTo>
                    <a:pt x="5303942" y="337882"/>
                  </a:lnTo>
                  <a:lnTo>
                    <a:pt x="5304036" y="337882"/>
                  </a:lnTo>
                  <a:lnTo>
                    <a:pt x="5304130" y="337882"/>
                  </a:lnTo>
                  <a:lnTo>
                    <a:pt x="5304224" y="337882"/>
                  </a:lnTo>
                  <a:lnTo>
                    <a:pt x="5304318" y="337882"/>
                  </a:lnTo>
                  <a:lnTo>
                    <a:pt x="5304412" y="337882"/>
                  </a:lnTo>
                  <a:lnTo>
                    <a:pt x="5304506" y="337882"/>
                  </a:lnTo>
                  <a:lnTo>
                    <a:pt x="5304600" y="337882"/>
                  </a:lnTo>
                  <a:lnTo>
                    <a:pt x="5304694" y="337882"/>
                  </a:lnTo>
                  <a:lnTo>
                    <a:pt x="5304788" y="337882"/>
                  </a:lnTo>
                  <a:lnTo>
                    <a:pt x="5304882" y="337882"/>
                  </a:lnTo>
                  <a:lnTo>
                    <a:pt x="5304976" y="337882"/>
                  </a:lnTo>
                  <a:lnTo>
                    <a:pt x="5305070" y="337882"/>
                  </a:lnTo>
                  <a:lnTo>
                    <a:pt x="5305164" y="337882"/>
                  </a:lnTo>
                  <a:lnTo>
                    <a:pt x="5305258" y="337882"/>
                  </a:lnTo>
                  <a:lnTo>
                    <a:pt x="5305352" y="337882"/>
                  </a:lnTo>
                  <a:lnTo>
                    <a:pt x="5305446" y="337882"/>
                  </a:lnTo>
                  <a:lnTo>
                    <a:pt x="5305540" y="337882"/>
                  </a:lnTo>
                  <a:lnTo>
                    <a:pt x="5305635" y="337882"/>
                  </a:lnTo>
                  <a:lnTo>
                    <a:pt x="5305729" y="337882"/>
                  </a:lnTo>
                  <a:lnTo>
                    <a:pt x="5305823" y="337882"/>
                  </a:lnTo>
                  <a:lnTo>
                    <a:pt x="5305917" y="337882"/>
                  </a:lnTo>
                  <a:lnTo>
                    <a:pt x="5306011" y="337882"/>
                  </a:lnTo>
                  <a:lnTo>
                    <a:pt x="5306105" y="337882"/>
                  </a:lnTo>
                  <a:lnTo>
                    <a:pt x="5306199" y="337882"/>
                  </a:lnTo>
                  <a:lnTo>
                    <a:pt x="5306293" y="337882"/>
                  </a:lnTo>
                  <a:lnTo>
                    <a:pt x="5306387" y="337882"/>
                  </a:lnTo>
                  <a:lnTo>
                    <a:pt x="5306481" y="337882"/>
                  </a:lnTo>
                  <a:lnTo>
                    <a:pt x="5306575" y="337882"/>
                  </a:lnTo>
                  <a:lnTo>
                    <a:pt x="5306669" y="337882"/>
                  </a:lnTo>
                  <a:lnTo>
                    <a:pt x="5306763" y="337882"/>
                  </a:lnTo>
                  <a:lnTo>
                    <a:pt x="5306857" y="337882"/>
                  </a:lnTo>
                  <a:lnTo>
                    <a:pt x="5306951" y="337882"/>
                  </a:lnTo>
                  <a:lnTo>
                    <a:pt x="5307045" y="337882"/>
                  </a:lnTo>
                  <a:lnTo>
                    <a:pt x="5307139" y="337882"/>
                  </a:lnTo>
                  <a:lnTo>
                    <a:pt x="5307233" y="337882"/>
                  </a:lnTo>
                  <a:lnTo>
                    <a:pt x="5307327" y="337882"/>
                  </a:lnTo>
                  <a:lnTo>
                    <a:pt x="5307421" y="337882"/>
                  </a:lnTo>
                  <a:lnTo>
                    <a:pt x="5307515" y="337882"/>
                  </a:lnTo>
                  <a:lnTo>
                    <a:pt x="5307609" y="337882"/>
                  </a:lnTo>
                  <a:lnTo>
                    <a:pt x="5307703" y="337882"/>
                  </a:lnTo>
                  <a:lnTo>
                    <a:pt x="5307797" y="337882"/>
                  </a:lnTo>
                  <a:lnTo>
                    <a:pt x="5307891" y="337882"/>
                  </a:lnTo>
                  <a:lnTo>
                    <a:pt x="5307985" y="337882"/>
                  </a:lnTo>
                  <a:lnTo>
                    <a:pt x="5308079" y="337882"/>
                  </a:lnTo>
                  <a:lnTo>
                    <a:pt x="5308173" y="337882"/>
                  </a:lnTo>
                  <a:lnTo>
                    <a:pt x="5308267" y="337882"/>
                  </a:lnTo>
                  <a:lnTo>
                    <a:pt x="5308361" y="337882"/>
                  </a:lnTo>
                  <a:lnTo>
                    <a:pt x="5308455" y="337882"/>
                  </a:lnTo>
                  <a:lnTo>
                    <a:pt x="5308549" y="337882"/>
                  </a:lnTo>
                  <a:lnTo>
                    <a:pt x="5308643" y="337882"/>
                  </a:lnTo>
                  <a:lnTo>
                    <a:pt x="5308737" y="337882"/>
                  </a:lnTo>
                  <a:lnTo>
                    <a:pt x="5308831" y="337882"/>
                  </a:lnTo>
                  <a:lnTo>
                    <a:pt x="5308925" y="337882"/>
                  </a:lnTo>
                  <a:lnTo>
                    <a:pt x="5309019" y="337882"/>
                  </a:lnTo>
                  <a:lnTo>
                    <a:pt x="5309113" y="337882"/>
                  </a:lnTo>
                  <a:lnTo>
                    <a:pt x="5309208" y="337882"/>
                  </a:lnTo>
                  <a:lnTo>
                    <a:pt x="5309302" y="337882"/>
                  </a:lnTo>
                  <a:lnTo>
                    <a:pt x="5309396" y="337882"/>
                  </a:lnTo>
                  <a:lnTo>
                    <a:pt x="5309490" y="337882"/>
                  </a:lnTo>
                  <a:lnTo>
                    <a:pt x="5309584" y="337882"/>
                  </a:lnTo>
                  <a:lnTo>
                    <a:pt x="5309678" y="337882"/>
                  </a:lnTo>
                  <a:lnTo>
                    <a:pt x="5309772" y="337882"/>
                  </a:lnTo>
                  <a:lnTo>
                    <a:pt x="5309866" y="337882"/>
                  </a:lnTo>
                  <a:lnTo>
                    <a:pt x="5309960" y="337882"/>
                  </a:lnTo>
                  <a:lnTo>
                    <a:pt x="5310054" y="337882"/>
                  </a:lnTo>
                  <a:lnTo>
                    <a:pt x="5310148" y="337882"/>
                  </a:lnTo>
                  <a:lnTo>
                    <a:pt x="5310242" y="337882"/>
                  </a:lnTo>
                  <a:lnTo>
                    <a:pt x="5310336" y="337882"/>
                  </a:lnTo>
                  <a:lnTo>
                    <a:pt x="5310430" y="337882"/>
                  </a:lnTo>
                  <a:lnTo>
                    <a:pt x="5310524" y="337882"/>
                  </a:lnTo>
                  <a:lnTo>
                    <a:pt x="5310618" y="337882"/>
                  </a:lnTo>
                  <a:lnTo>
                    <a:pt x="5310712" y="337882"/>
                  </a:lnTo>
                  <a:lnTo>
                    <a:pt x="5310806" y="337882"/>
                  </a:lnTo>
                  <a:lnTo>
                    <a:pt x="5310900" y="337882"/>
                  </a:lnTo>
                  <a:lnTo>
                    <a:pt x="5310994" y="337882"/>
                  </a:lnTo>
                  <a:lnTo>
                    <a:pt x="5311088" y="337882"/>
                  </a:lnTo>
                  <a:lnTo>
                    <a:pt x="5311182" y="337882"/>
                  </a:lnTo>
                  <a:lnTo>
                    <a:pt x="5311276" y="337882"/>
                  </a:lnTo>
                  <a:lnTo>
                    <a:pt x="5311370" y="337882"/>
                  </a:lnTo>
                  <a:lnTo>
                    <a:pt x="5311464" y="337882"/>
                  </a:lnTo>
                  <a:lnTo>
                    <a:pt x="5311558" y="337882"/>
                  </a:lnTo>
                  <a:lnTo>
                    <a:pt x="5311652" y="337882"/>
                  </a:lnTo>
                  <a:lnTo>
                    <a:pt x="5311746" y="337882"/>
                  </a:lnTo>
                  <a:lnTo>
                    <a:pt x="5311840" y="337882"/>
                  </a:lnTo>
                  <a:lnTo>
                    <a:pt x="5311934" y="337882"/>
                  </a:lnTo>
                  <a:lnTo>
                    <a:pt x="5312028" y="337882"/>
                  </a:lnTo>
                  <a:lnTo>
                    <a:pt x="5312122" y="337882"/>
                  </a:lnTo>
                  <a:lnTo>
                    <a:pt x="5312216" y="337882"/>
                  </a:lnTo>
                  <a:lnTo>
                    <a:pt x="5312310" y="337882"/>
                  </a:lnTo>
                  <a:lnTo>
                    <a:pt x="5312404" y="337882"/>
                  </a:lnTo>
                  <a:lnTo>
                    <a:pt x="5312498" y="337882"/>
                  </a:lnTo>
                  <a:lnTo>
                    <a:pt x="5312592" y="337882"/>
                  </a:lnTo>
                  <a:lnTo>
                    <a:pt x="5312686" y="337882"/>
                  </a:lnTo>
                  <a:lnTo>
                    <a:pt x="5312781" y="337882"/>
                  </a:lnTo>
                  <a:lnTo>
                    <a:pt x="5312875" y="337882"/>
                  </a:lnTo>
                  <a:lnTo>
                    <a:pt x="5312969" y="337882"/>
                  </a:lnTo>
                  <a:lnTo>
                    <a:pt x="5313063" y="337882"/>
                  </a:lnTo>
                  <a:lnTo>
                    <a:pt x="5313157" y="337882"/>
                  </a:lnTo>
                  <a:lnTo>
                    <a:pt x="5313251" y="337882"/>
                  </a:lnTo>
                  <a:lnTo>
                    <a:pt x="5313345" y="337882"/>
                  </a:lnTo>
                  <a:lnTo>
                    <a:pt x="5313439" y="337882"/>
                  </a:lnTo>
                  <a:lnTo>
                    <a:pt x="5313533" y="337882"/>
                  </a:lnTo>
                  <a:lnTo>
                    <a:pt x="5313627" y="337882"/>
                  </a:lnTo>
                  <a:lnTo>
                    <a:pt x="5313721" y="337882"/>
                  </a:lnTo>
                  <a:lnTo>
                    <a:pt x="5313815" y="337882"/>
                  </a:lnTo>
                  <a:lnTo>
                    <a:pt x="5313909" y="337882"/>
                  </a:lnTo>
                  <a:lnTo>
                    <a:pt x="5314003" y="337882"/>
                  </a:lnTo>
                  <a:lnTo>
                    <a:pt x="5314097" y="337882"/>
                  </a:lnTo>
                  <a:lnTo>
                    <a:pt x="5314191" y="337882"/>
                  </a:lnTo>
                  <a:lnTo>
                    <a:pt x="5314285" y="337882"/>
                  </a:lnTo>
                  <a:lnTo>
                    <a:pt x="5314379" y="337882"/>
                  </a:lnTo>
                  <a:lnTo>
                    <a:pt x="5314473" y="337882"/>
                  </a:lnTo>
                  <a:lnTo>
                    <a:pt x="5314567" y="337882"/>
                  </a:lnTo>
                  <a:lnTo>
                    <a:pt x="5314661" y="337882"/>
                  </a:lnTo>
                  <a:lnTo>
                    <a:pt x="5314755" y="337882"/>
                  </a:lnTo>
                  <a:lnTo>
                    <a:pt x="5314849" y="337882"/>
                  </a:lnTo>
                  <a:lnTo>
                    <a:pt x="5314943" y="337882"/>
                  </a:lnTo>
                  <a:lnTo>
                    <a:pt x="5315037" y="337882"/>
                  </a:lnTo>
                  <a:lnTo>
                    <a:pt x="5315131" y="337882"/>
                  </a:lnTo>
                  <a:lnTo>
                    <a:pt x="5315225" y="337882"/>
                  </a:lnTo>
                  <a:lnTo>
                    <a:pt x="5315319" y="337882"/>
                  </a:lnTo>
                  <a:lnTo>
                    <a:pt x="5315413" y="337882"/>
                  </a:lnTo>
                  <a:lnTo>
                    <a:pt x="5315507" y="337882"/>
                  </a:lnTo>
                  <a:lnTo>
                    <a:pt x="5315601" y="337882"/>
                  </a:lnTo>
                  <a:lnTo>
                    <a:pt x="5315695" y="337882"/>
                  </a:lnTo>
                  <a:lnTo>
                    <a:pt x="5315789" y="337882"/>
                  </a:lnTo>
                  <a:lnTo>
                    <a:pt x="5315883" y="337882"/>
                  </a:lnTo>
                  <a:lnTo>
                    <a:pt x="5315977" y="337882"/>
                  </a:lnTo>
                  <a:lnTo>
                    <a:pt x="5316071" y="337882"/>
                  </a:lnTo>
                  <a:lnTo>
                    <a:pt x="5316165" y="337882"/>
                  </a:lnTo>
                  <a:lnTo>
                    <a:pt x="5316260" y="337882"/>
                  </a:lnTo>
                  <a:lnTo>
                    <a:pt x="5316354" y="337882"/>
                  </a:lnTo>
                  <a:lnTo>
                    <a:pt x="5316448" y="337882"/>
                  </a:lnTo>
                  <a:lnTo>
                    <a:pt x="5316542" y="337882"/>
                  </a:lnTo>
                  <a:lnTo>
                    <a:pt x="5316636" y="337882"/>
                  </a:lnTo>
                  <a:lnTo>
                    <a:pt x="5316730" y="337882"/>
                  </a:lnTo>
                  <a:lnTo>
                    <a:pt x="5316824" y="337882"/>
                  </a:lnTo>
                  <a:lnTo>
                    <a:pt x="5316918" y="337882"/>
                  </a:lnTo>
                  <a:lnTo>
                    <a:pt x="5317012" y="337882"/>
                  </a:lnTo>
                  <a:lnTo>
                    <a:pt x="5317106" y="337882"/>
                  </a:lnTo>
                  <a:lnTo>
                    <a:pt x="5317200" y="337882"/>
                  </a:lnTo>
                  <a:lnTo>
                    <a:pt x="5317294" y="337882"/>
                  </a:lnTo>
                  <a:lnTo>
                    <a:pt x="5317388" y="337882"/>
                  </a:lnTo>
                  <a:lnTo>
                    <a:pt x="5317482" y="337882"/>
                  </a:lnTo>
                  <a:lnTo>
                    <a:pt x="5317576" y="337882"/>
                  </a:lnTo>
                  <a:lnTo>
                    <a:pt x="5317670" y="337882"/>
                  </a:lnTo>
                  <a:lnTo>
                    <a:pt x="5317764" y="337882"/>
                  </a:lnTo>
                  <a:lnTo>
                    <a:pt x="5317764" y="332603"/>
                  </a:lnTo>
                  <a:lnTo>
                    <a:pt x="5317858" y="332603"/>
                  </a:lnTo>
                  <a:lnTo>
                    <a:pt x="5317952" y="332603"/>
                  </a:lnTo>
                  <a:lnTo>
                    <a:pt x="5318046" y="332603"/>
                  </a:lnTo>
                  <a:lnTo>
                    <a:pt x="5318140" y="332603"/>
                  </a:lnTo>
                  <a:lnTo>
                    <a:pt x="5318234" y="332603"/>
                  </a:lnTo>
                  <a:lnTo>
                    <a:pt x="5318328" y="332603"/>
                  </a:lnTo>
                  <a:lnTo>
                    <a:pt x="5318422" y="332603"/>
                  </a:lnTo>
                  <a:lnTo>
                    <a:pt x="5318516" y="332603"/>
                  </a:lnTo>
                  <a:lnTo>
                    <a:pt x="5318610" y="332603"/>
                  </a:lnTo>
                  <a:lnTo>
                    <a:pt x="5318704" y="332603"/>
                  </a:lnTo>
                  <a:lnTo>
                    <a:pt x="5318798" y="332603"/>
                  </a:lnTo>
                  <a:lnTo>
                    <a:pt x="5318892" y="332603"/>
                  </a:lnTo>
                  <a:lnTo>
                    <a:pt x="5318986" y="332603"/>
                  </a:lnTo>
                  <a:lnTo>
                    <a:pt x="5319080" y="332603"/>
                  </a:lnTo>
                  <a:lnTo>
                    <a:pt x="5319174" y="332603"/>
                  </a:lnTo>
                  <a:lnTo>
                    <a:pt x="5319268" y="332603"/>
                  </a:lnTo>
                  <a:lnTo>
                    <a:pt x="5319362" y="332603"/>
                  </a:lnTo>
                  <a:lnTo>
                    <a:pt x="5319456" y="332603"/>
                  </a:lnTo>
                  <a:lnTo>
                    <a:pt x="5319550" y="332603"/>
                  </a:lnTo>
                  <a:lnTo>
                    <a:pt x="5319644" y="332603"/>
                  </a:lnTo>
                  <a:lnTo>
                    <a:pt x="5319738" y="332603"/>
                  </a:lnTo>
                  <a:lnTo>
                    <a:pt x="5319833" y="332603"/>
                  </a:lnTo>
                  <a:lnTo>
                    <a:pt x="5319927" y="332603"/>
                  </a:lnTo>
                  <a:lnTo>
                    <a:pt x="5320021" y="332603"/>
                  </a:lnTo>
                  <a:lnTo>
                    <a:pt x="5320115" y="332603"/>
                  </a:lnTo>
                  <a:lnTo>
                    <a:pt x="5320209" y="332603"/>
                  </a:lnTo>
                  <a:lnTo>
                    <a:pt x="5320303" y="332603"/>
                  </a:lnTo>
                  <a:lnTo>
                    <a:pt x="5320397" y="332603"/>
                  </a:lnTo>
                  <a:lnTo>
                    <a:pt x="5320491" y="332603"/>
                  </a:lnTo>
                  <a:lnTo>
                    <a:pt x="5320585" y="332603"/>
                  </a:lnTo>
                  <a:lnTo>
                    <a:pt x="5320679" y="332603"/>
                  </a:lnTo>
                  <a:lnTo>
                    <a:pt x="5320773" y="332603"/>
                  </a:lnTo>
                  <a:lnTo>
                    <a:pt x="5320867" y="332603"/>
                  </a:lnTo>
                  <a:lnTo>
                    <a:pt x="5320961" y="332603"/>
                  </a:lnTo>
                  <a:lnTo>
                    <a:pt x="5321055" y="332603"/>
                  </a:lnTo>
                  <a:lnTo>
                    <a:pt x="5321149" y="332603"/>
                  </a:lnTo>
                  <a:lnTo>
                    <a:pt x="5321243" y="332603"/>
                  </a:lnTo>
                  <a:lnTo>
                    <a:pt x="5321337" y="332603"/>
                  </a:lnTo>
                  <a:lnTo>
                    <a:pt x="5321431" y="332603"/>
                  </a:lnTo>
                  <a:lnTo>
                    <a:pt x="5321525" y="332603"/>
                  </a:lnTo>
                  <a:lnTo>
                    <a:pt x="5321619" y="332603"/>
                  </a:lnTo>
                  <a:lnTo>
                    <a:pt x="5321713" y="332603"/>
                  </a:lnTo>
                  <a:lnTo>
                    <a:pt x="5321807" y="332603"/>
                  </a:lnTo>
                  <a:lnTo>
                    <a:pt x="5321901" y="332603"/>
                  </a:lnTo>
                  <a:lnTo>
                    <a:pt x="5321995" y="332603"/>
                  </a:lnTo>
                  <a:lnTo>
                    <a:pt x="5322089" y="332603"/>
                  </a:lnTo>
                  <a:lnTo>
                    <a:pt x="5322183" y="332603"/>
                  </a:lnTo>
                  <a:lnTo>
                    <a:pt x="5322277" y="332603"/>
                  </a:lnTo>
                  <a:lnTo>
                    <a:pt x="5322371" y="332603"/>
                  </a:lnTo>
                  <a:lnTo>
                    <a:pt x="5322465" y="332603"/>
                  </a:lnTo>
                  <a:lnTo>
                    <a:pt x="5322559" y="332603"/>
                  </a:lnTo>
                  <a:lnTo>
                    <a:pt x="5322653" y="332603"/>
                  </a:lnTo>
                  <a:lnTo>
                    <a:pt x="5322747" y="332603"/>
                  </a:lnTo>
                  <a:lnTo>
                    <a:pt x="5322841" y="332603"/>
                  </a:lnTo>
                  <a:lnTo>
                    <a:pt x="5322935" y="332603"/>
                  </a:lnTo>
                  <a:lnTo>
                    <a:pt x="5323029" y="332603"/>
                  </a:lnTo>
                  <a:lnTo>
                    <a:pt x="5323123" y="332603"/>
                  </a:lnTo>
                  <a:lnTo>
                    <a:pt x="5323217" y="332603"/>
                  </a:lnTo>
                  <a:lnTo>
                    <a:pt x="5323311" y="332603"/>
                  </a:lnTo>
                  <a:lnTo>
                    <a:pt x="5323406" y="332603"/>
                  </a:lnTo>
                  <a:lnTo>
                    <a:pt x="5323500" y="332603"/>
                  </a:lnTo>
                  <a:lnTo>
                    <a:pt x="5323594" y="332603"/>
                  </a:lnTo>
                  <a:lnTo>
                    <a:pt x="5323688" y="332603"/>
                  </a:lnTo>
                  <a:lnTo>
                    <a:pt x="5323782" y="332603"/>
                  </a:lnTo>
                  <a:lnTo>
                    <a:pt x="5323876" y="332603"/>
                  </a:lnTo>
                  <a:lnTo>
                    <a:pt x="5323970" y="332603"/>
                  </a:lnTo>
                  <a:lnTo>
                    <a:pt x="5324064" y="332603"/>
                  </a:lnTo>
                  <a:lnTo>
                    <a:pt x="5324158" y="332603"/>
                  </a:lnTo>
                  <a:lnTo>
                    <a:pt x="5324252" y="332603"/>
                  </a:lnTo>
                  <a:lnTo>
                    <a:pt x="5324346" y="332603"/>
                  </a:lnTo>
                  <a:lnTo>
                    <a:pt x="5324440" y="332603"/>
                  </a:lnTo>
                  <a:lnTo>
                    <a:pt x="5324534" y="332603"/>
                  </a:lnTo>
                  <a:lnTo>
                    <a:pt x="5324628" y="332603"/>
                  </a:lnTo>
                  <a:lnTo>
                    <a:pt x="5324722" y="332603"/>
                  </a:lnTo>
                  <a:lnTo>
                    <a:pt x="5324816" y="332603"/>
                  </a:lnTo>
                  <a:lnTo>
                    <a:pt x="5324910" y="332603"/>
                  </a:lnTo>
                  <a:lnTo>
                    <a:pt x="5325004" y="332603"/>
                  </a:lnTo>
                  <a:lnTo>
                    <a:pt x="5325098" y="332603"/>
                  </a:lnTo>
                  <a:lnTo>
                    <a:pt x="5325192" y="332603"/>
                  </a:lnTo>
                  <a:lnTo>
                    <a:pt x="5325286" y="332603"/>
                  </a:lnTo>
                  <a:lnTo>
                    <a:pt x="5325380" y="332603"/>
                  </a:lnTo>
                  <a:lnTo>
                    <a:pt x="5325474" y="332603"/>
                  </a:lnTo>
                  <a:lnTo>
                    <a:pt x="5325568" y="332603"/>
                  </a:lnTo>
                  <a:lnTo>
                    <a:pt x="5325662" y="332603"/>
                  </a:lnTo>
                  <a:lnTo>
                    <a:pt x="5325756" y="332603"/>
                  </a:lnTo>
                  <a:lnTo>
                    <a:pt x="5325850" y="332603"/>
                  </a:lnTo>
                  <a:lnTo>
                    <a:pt x="5325944" y="332603"/>
                  </a:lnTo>
                  <a:lnTo>
                    <a:pt x="5326038" y="332603"/>
                  </a:lnTo>
                  <a:lnTo>
                    <a:pt x="5326038" y="327324"/>
                  </a:lnTo>
                  <a:lnTo>
                    <a:pt x="5326132" y="327324"/>
                  </a:lnTo>
                  <a:lnTo>
                    <a:pt x="5326226" y="327324"/>
                  </a:lnTo>
                  <a:lnTo>
                    <a:pt x="5326320" y="327324"/>
                  </a:lnTo>
                  <a:lnTo>
                    <a:pt x="5326414" y="327324"/>
                  </a:lnTo>
                  <a:lnTo>
                    <a:pt x="5326508" y="327324"/>
                  </a:lnTo>
                  <a:lnTo>
                    <a:pt x="5326602" y="327324"/>
                  </a:lnTo>
                  <a:lnTo>
                    <a:pt x="5326696" y="327324"/>
                  </a:lnTo>
                  <a:lnTo>
                    <a:pt x="5326790" y="327324"/>
                  </a:lnTo>
                  <a:lnTo>
                    <a:pt x="5326885" y="327324"/>
                  </a:lnTo>
                  <a:lnTo>
                    <a:pt x="5326979" y="327324"/>
                  </a:lnTo>
                  <a:lnTo>
                    <a:pt x="5327073" y="327324"/>
                  </a:lnTo>
                  <a:lnTo>
                    <a:pt x="5327167" y="327324"/>
                  </a:lnTo>
                  <a:lnTo>
                    <a:pt x="5327261" y="327324"/>
                  </a:lnTo>
                  <a:lnTo>
                    <a:pt x="5327355" y="327324"/>
                  </a:lnTo>
                  <a:lnTo>
                    <a:pt x="5327449" y="327324"/>
                  </a:lnTo>
                  <a:lnTo>
                    <a:pt x="5327543" y="327324"/>
                  </a:lnTo>
                  <a:lnTo>
                    <a:pt x="5327637" y="327324"/>
                  </a:lnTo>
                  <a:lnTo>
                    <a:pt x="5327731" y="327324"/>
                  </a:lnTo>
                  <a:lnTo>
                    <a:pt x="5327825" y="327324"/>
                  </a:lnTo>
                  <a:lnTo>
                    <a:pt x="5327919" y="327324"/>
                  </a:lnTo>
                  <a:lnTo>
                    <a:pt x="5328013" y="327324"/>
                  </a:lnTo>
                  <a:lnTo>
                    <a:pt x="5328107" y="327324"/>
                  </a:lnTo>
                  <a:lnTo>
                    <a:pt x="5328201" y="327324"/>
                  </a:lnTo>
                  <a:lnTo>
                    <a:pt x="5328295" y="327324"/>
                  </a:lnTo>
                  <a:lnTo>
                    <a:pt x="5328389" y="327324"/>
                  </a:lnTo>
                  <a:lnTo>
                    <a:pt x="5328483" y="327324"/>
                  </a:lnTo>
                  <a:lnTo>
                    <a:pt x="5328577" y="327324"/>
                  </a:lnTo>
                  <a:lnTo>
                    <a:pt x="5328671" y="327324"/>
                  </a:lnTo>
                  <a:lnTo>
                    <a:pt x="5328671" y="322044"/>
                  </a:lnTo>
                  <a:lnTo>
                    <a:pt x="5328765" y="322044"/>
                  </a:lnTo>
                  <a:lnTo>
                    <a:pt x="5328859" y="322044"/>
                  </a:lnTo>
                  <a:lnTo>
                    <a:pt x="5328953" y="322044"/>
                  </a:lnTo>
                  <a:lnTo>
                    <a:pt x="5329047" y="322044"/>
                  </a:lnTo>
                  <a:lnTo>
                    <a:pt x="5329141" y="322044"/>
                  </a:lnTo>
                  <a:lnTo>
                    <a:pt x="5329235" y="322044"/>
                  </a:lnTo>
                  <a:lnTo>
                    <a:pt x="5329329" y="322044"/>
                  </a:lnTo>
                  <a:lnTo>
                    <a:pt x="5329423" y="322044"/>
                  </a:lnTo>
                  <a:lnTo>
                    <a:pt x="5329517" y="322044"/>
                  </a:lnTo>
                  <a:lnTo>
                    <a:pt x="5329611" y="322044"/>
                  </a:lnTo>
                  <a:lnTo>
                    <a:pt x="5329705" y="322044"/>
                  </a:lnTo>
                  <a:lnTo>
                    <a:pt x="5329799" y="322044"/>
                  </a:lnTo>
                  <a:lnTo>
                    <a:pt x="5329893" y="322044"/>
                  </a:lnTo>
                  <a:lnTo>
                    <a:pt x="5329987" y="322044"/>
                  </a:lnTo>
                  <a:lnTo>
                    <a:pt x="5330081" y="322044"/>
                  </a:lnTo>
                  <a:lnTo>
                    <a:pt x="5330175" y="322044"/>
                  </a:lnTo>
                  <a:lnTo>
                    <a:pt x="5330269" y="322044"/>
                  </a:lnTo>
                  <a:lnTo>
                    <a:pt x="5330363" y="322044"/>
                  </a:lnTo>
                  <a:lnTo>
                    <a:pt x="5330458" y="322044"/>
                  </a:lnTo>
                  <a:lnTo>
                    <a:pt x="5330552" y="322044"/>
                  </a:lnTo>
                  <a:lnTo>
                    <a:pt x="5330646" y="322044"/>
                  </a:lnTo>
                  <a:lnTo>
                    <a:pt x="5330740" y="322044"/>
                  </a:lnTo>
                  <a:lnTo>
                    <a:pt x="5330834" y="322044"/>
                  </a:lnTo>
                  <a:lnTo>
                    <a:pt x="5330928" y="322044"/>
                  </a:lnTo>
                  <a:lnTo>
                    <a:pt x="5331022" y="322044"/>
                  </a:lnTo>
                  <a:lnTo>
                    <a:pt x="5331116" y="322044"/>
                  </a:lnTo>
                  <a:lnTo>
                    <a:pt x="5331210" y="322044"/>
                  </a:lnTo>
                  <a:lnTo>
                    <a:pt x="5331304" y="322044"/>
                  </a:lnTo>
                  <a:lnTo>
                    <a:pt x="5331398" y="322044"/>
                  </a:lnTo>
                  <a:lnTo>
                    <a:pt x="5331492" y="322044"/>
                  </a:lnTo>
                  <a:lnTo>
                    <a:pt x="5331586" y="322044"/>
                  </a:lnTo>
                  <a:lnTo>
                    <a:pt x="5331680" y="322044"/>
                  </a:lnTo>
                  <a:lnTo>
                    <a:pt x="5331774" y="322044"/>
                  </a:lnTo>
                  <a:lnTo>
                    <a:pt x="5331868" y="322044"/>
                  </a:lnTo>
                  <a:lnTo>
                    <a:pt x="5331962" y="322044"/>
                  </a:lnTo>
                  <a:lnTo>
                    <a:pt x="5331962" y="316765"/>
                  </a:lnTo>
                  <a:lnTo>
                    <a:pt x="5332056" y="316765"/>
                  </a:lnTo>
                  <a:lnTo>
                    <a:pt x="5332150" y="316765"/>
                  </a:lnTo>
                  <a:lnTo>
                    <a:pt x="5332244" y="316765"/>
                  </a:lnTo>
                  <a:lnTo>
                    <a:pt x="5332338" y="316765"/>
                  </a:lnTo>
                  <a:lnTo>
                    <a:pt x="5332432" y="316765"/>
                  </a:lnTo>
                  <a:lnTo>
                    <a:pt x="5332526" y="316765"/>
                  </a:lnTo>
                  <a:lnTo>
                    <a:pt x="5332620" y="316765"/>
                  </a:lnTo>
                  <a:lnTo>
                    <a:pt x="5332714" y="316765"/>
                  </a:lnTo>
                  <a:lnTo>
                    <a:pt x="5332808" y="316765"/>
                  </a:lnTo>
                  <a:lnTo>
                    <a:pt x="5332902" y="316765"/>
                  </a:lnTo>
                  <a:lnTo>
                    <a:pt x="5332996" y="316765"/>
                  </a:lnTo>
                  <a:lnTo>
                    <a:pt x="5333090" y="316765"/>
                  </a:lnTo>
                  <a:lnTo>
                    <a:pt x="5333184" y="316765"/>
                  </a:lnTo>
                  <a:lnTo>
                    <a:pt x="5333278" y="316765"/>
                  </a:lnTo>
                  <a:lnTo>
                    <a:pt x="5333372" y="316765"/>
                  </a:lnTo>
                  <a:lnTo>
                    <a:pt x="5333466" y="316765"/>
                  </a:lnTo>
                  <a:lnTo>
                    <a:pt x="5333560" y="316765"/>
                  </a:lnTo>
                  <a:lnTo>
                    <a:pt x="5333654" y="316765"/>
                  </a:lnTo>
                  <a:lnTo>
                    <a:pt x="5333748" y="316765"/>
                  </a:lnTo>
                  <a:lnTo>
                    <a:pt x="5333842" y="316765"/>
                  </a:lnTo>
                  <a:lnTo>
                    <a:pt x="5333936" y="316765"/>
                  </a:lnTo>
                  <a:lnTo>
                    <a:pt x="5334031" y="316765"/>
                  </a:lnTo>
                  <a:lnTo>
                    <a:pt x="5334125" y="316765"/>
                  </a:lnTo>
                  <a:lnTo>
                    <a:pt x="5334219" y="316765"/>
                  </a:lnTo>
                  <a:lnTo>
                    <a:pt x="5334313" y="316765"/>
                  </a:lnTo>
                  <a:lnTo>
                    <a:pt x="5334407" y="316765"/>
                  </a:lnTo>
                  <a:lnTo>
                    <a:pt x="5334501" y="316765"/>
                  </a:lnTo>
                  <a:lnTo>
                    <a:pt x="5334595" y="316765"/>
                  </a:lnTo>
                  <a:lnTo>
                    <a:pt x="5334689" y="316765"/>
                  </a:lnTo>
                  <a:lnTo>
                    <a:pt x="5334783" y="316765"/>
                  </a:lnTo>
                  <a:lnTo>
                    <a:pt x="5334877" y="316765"/>
                  </a:lnTo>
                  <a:lnTo>
                    <a:pt x="5334971" y="316765"/>
                  </a:lnTo>
                  <a:lnTo>
                    <a:pt x="5335065" y="316765"/>
                  </a:lnTo>
                  <a:lnTo>
                    <a:pt x="5335159" y="316765"/>
                  </a:lnTo>
                  <a:lnTo>
                    <a:pt x="5335253" y="316765"/>
                  </a:lnTo>
                  <a:lnTo>
                    <a:pt x="5335347" y="316765"/>
                  </a:lnTo>
                  <a:lnTo>
                    <a:pt x="5335441" y="316765"/>
                  </a:lnTo>
                  <a:lnTo>
                    <a:pt x="5335535" y="316765"/>
                  </a:lnTo>
                  <a:lnTo>
                    <a:pt x="5335629" y="316765"/>
                  </a:lnTo>
                  <a:lnTo>
                    <a:pt x="5335723" y="316765"/>
                  </a:lnTo>
                  <a:lnTo>
                    <a:pt x="5335817" y="316765"/>
                  </a:lnTo>
                  <a:lnTo>
                    <a:pt x="5335911" y="316765"/>
                  </a:lnTo>
                  <a:lnTo>
                    <a:pt x="5336005" y="316765"/>
                  </a:lnTo>
                  <a:lnTo>
                    <a:pt x="5336099" y="316765"/>
                  </a:lnTo>
                  <a:lnTo>
                    <a:pt x="5336193" y="316765"/>
                  </a:lnTo>
                  <a:lnTo>
                    <a:pt x="5336287" y="316765"/>
                  </a:lnTo>
                  <a:lnTo>
                    <a:pt x="5336381" y="316765"/>
                  </a:lnTo>
                  <a:lnTo>
                    <a:pt x="5336475" y="316765"/>
                  </a:lnTo>
                  <a:lnTo>
                    <a:pt x="5336569" y="316765"/>
                  </a:lnTo>
                  <a:lnTo>
                    <a:pt x="5336663" y="316765"/>
                  </a:lnTo>
                  <a:lnTo>
                    <a:pt x="5336757" y="316765"/>
                  </a:lnTo>
                  <a:lnTo>
                    <a:pt x="5336851" y="316765"/>
                  </a:lnTo>
                  <a:lnTo>
                    <a:pt x="5336945" y="316765"/>
                  </a:lnTo>
                  <a:lnTo>
                    <a:pt x="5337039" y="316765"/>
                  </a:lnTo>
                  <a:lnTo>
                    <a:pt x="5337133" y="316765"/>
                  </a:lnTo>
                  <a:lnTo>
                    <a:pt x="5337227" y="316765"/>
                  </a:lnTo>
                  <a:lnTo>
                    <a:pt x="5337321" y="316765"/>
                  </a:lnTo>
                  <a:lnTo>
                    <a:pt x="5337415" y="316765"/>
                  </a:lnTo>
                  <a:lnTo>
                    <a:pt x="5337509" y="316765"/>
                  </a:lnTo>
                  <a:lnTo>
                    <a:pt x="5337604" y="316765"/>
                  </a:lnTo>
                  <a:lnTo>
                    <a:pt x="5337698" y="316765"/>
                  </a:lnTo>
                  <a:lnTo>
                    <a:pt x="5337792" y="316765"/>
                  </a:lnTo>
                  <a:lnTo>
                    <a:pt x="5337886" y="316765"/>
                  </a:lnTo>
                  <a:lnTo>
                    <a:pt x="5337980" y="316765"/>
                  </a:lnTo>
                  <a:lnTo>
                    <a:pt x="5338074" y="316765"/>
                  </a:lnTo>
                  <a:lnTo>
                    <a:pt x="5338168" y="316765"/>
                  </a:lnTo>
                  <a:lnTo>
                    <a:pt x="5338262" y="316765"/>
                  </a:lnTo>
                  <a:lnTo>
                    <a:pt x="5338356" y="316765"/>
                  </a:lnTo>
                  <a:lnTo>
                    <a:pt x="5338450" y="316765"/>
                  </a:lnTo>
                  <a:lnTo>
                    <a:pt x="5338544" y="316765"/>
                  </a:lnTo>
                  <a:lnTo>
                    <a:pt x="5338638" y="316765"/>
                  </a:lnTo>
                  <a:lnTo>
                    <a:pt x="5338732" y="316765"/>
                  </a:lnTo>
                  <a:lnTo>
                    <a:pt x="5338826" y="316765"/>
                  </a:lnTo>
                  <a:lnTo>
                    <a:pt x="5338920" y="316765"/>
                  </a:lnTo>
                  <a:lnTo>
                    <a:pt x="5339014" y="316765"/>
                  </a:lnTo>
                  <a:lnTo>
                    <a:pt x="5339108" y="316765"/>
                  </a:lnTo>
                  <a:lnTo>
                    <a:pt x="5339202" y="316765"/>
                  </a:lnTo>
                  <a:lnTo>
                    <a:pt x="5339296" y="316765"/>
                  </a:lnTo>
                  <a:lnTo>
                    <a:pt x="5339390" y="316765"/>
                  </a:lnTo>
                  <a:lnTo>
                    <a:pt x="5339484" y="316765"/>
                  </a:lnTo>
                  <a:lnTo>
                    <a:pt x="5339578" y="316765"/>
                  </a:lnTo>
                  <a:lnTo>
                    <a:pt x="5339672" y="316765"/>
                  </a:lnTo>
                  <a:lnTo>
                    <a:pt x="5339766" y="316765"/>
                  </a:lnTo>
                  <a:lnTo>
                    <a:pt x="5339860" y="316765"/>
                  </a:lnTo>
                  <a:lnTo>
                    <a:pt x="5339954" y="316765"/>
                  </a:lnTo>
                  <a:lnTo>
                    <a:pt x="5340048" y="316765"/>
                  </a:lnTo>
                  <a:lnTo>
                    <a:pt x="5340142" y="316765"/>
                  </a:lnTo>
                  <a:lnTo>
                    <a:pt x="5340236" y="316765"/>
                  </a:lnTo>
                  <a:lnTo>
                    <a:pt x="5340330" y="316765"/>
                  </a:lnTo>
                  <a:lnTo>
                    <a:pt x="5340424" y="316765"/>
                  </a:lnTo>
                  <a:lnTo>
                    <a:pt x="5340518" y="316765"/>
                  </a:lnTo>
                  <a:lnTo>
                    <a:pt x="5340612" y="316765"/>
                  </a:lnTo>
                  <a:lnTo>
                    <a:pt x="5340706" y="316765"/>
                  </a:lnTo>
                  <a:lnTo>
                    <a:pt x="5340800" y="316765"/>
                  </a:lnTo>
                  <a:lnTo>
                    <a:pt x="5340894" y="316765"/>
                  </a:lnTo>
                  <a:lnTo>
                    <a:pt x="5340988" y="316765"/>
                  </a:lnTo>
                  <a:lnTo>
                    <a:pt x="5341083" y="316765"/>
                  </a:lnTo>
                  <a:lnTo>
                    <a:pt x="5341177" y="316765"/>
                  </a:lnTo>
                  <a:lnTo>
                    <a:pt x="5341271" y="316765"/>
                  </a:lnTo>
                  <a:lnTo>
                    <a:pt x="5341365" y="316765"/>
                  </a:lnTo>
                  <a:lnTo>
                    <a:pt x="5341459" y="316765"/>
                  </a:lnTo>
                  <a:lnTo>
                    <a:pt x="5341553" y="316765"/>
                  </a:lnTo>
                  <a:lnTo>
                    <a:pt x="5341647" y="316765"/>
                  </a:lnTo>
                  <a:lnTo>
                    <a:pt x="5341741" y="316765"/>
                  </a:lnTo>
                  <a:lnTo>
                    <a:pt x="5341835" y="316765"/>
                  </a:lnTo>
                  <a:lnTo>
                    <a:pt x="5341929" y="316765"/>
                  </a:lnTo>
                  <a:lnTo>
                    <a:pt x="5342023" y="316765"/>
                  </a:lnTo>
                  <a:lnTo>
                    <a:pt x="5342117" y="316765"/>
                  </a:lnTo>
                  <a:lnTo>
                    <a:pt x="5342211" y="316765"/>
                  </a:lnTo>
                  <a:lnTo>
                    <a:pt x="5342305" y="316765"/>
                  </a:lnTo>
                  <a:lnTo>
                    <a:pt x="5342399" y="316765"/>
                  </a:lnTo>
                  <a:lnTo>
                    <a:pt x="5342493" y="316765"/>
                  </a:lnTo>
                  <a:lnTo>
                    <a:pt x="5342587" y="316765"/>
                  </a:lnTo>
                  <a:lnTo>
                    <a:pt x="5342681" y="316765"/>
                  </a:lnTo>
                  <a:lnTo>
                    <a:pt x="5342775" y="316765"/>
                  </a:lnTo>
                  <a:lnTo>
                    <a:pt x="5342869" y="316765"/>
                  </a:lnTo>
                  <a:lnTo>
                    <a:pt x="5342963" y="316765"/>
                  </a:lnTo>
                  <a:lnTo>
                    <a:pt x="5343057" y="316765"/>
                  </a:lnTo>
                  <a:lnTo>
                    <a:pt x="5343151" y="316765"/>
                  </a:lnTo>
                  <a:lnTo>
                    <a:pt x="5343245" y="316765"/>
                  </a:lnTo>
                  <a:lnTo>
                    <a:pt x="5343339" y="316765"/>
                  </a:lnTo>
                  <a:lnTo>
                    <a:pt x="5343433" y="316765"/>
                  </a:lnTo>
                  <a:lnTo>
                    <a:pt x="5343527" y="316765"/>
                  </a:lnTo>
                  <a:lnTo>
                    <a:pt x="5343621" y="316765"/>
                  </a:lnTo>
                  <a:lnTo>
                    <a:pt x="5343715" y="316765"/>
                  </a:lnTo>
                  <a:lnTo>
                    <a:pt x="5343809" y="316765"/>
                  </a:lnTo>
                  <a:lnTo>
                    <a:pt x="5343903" y="316765"/>
                  </a:lnTo>
                  <a:lnTo>
                    <a:pt x="5343997" y="316765"/>
                  </a:lnTo>
                  <a:lnTo>
                    <a:pt x="5344091" y="316765"/>
                  </a:lnTo>
                  <a:lnTo>
                    <a:pt x="5344185" y="316765"/>
                  </a:lnTo>
                  <a:lnTo>
                    <a:pt x="5344279" y="316765"/>
                  </a:lnTo>
                  <a:lnTo>
                    <a:pt x="5344373" y="316765"/>
                  </a:lnTo>
                  <a:lnTo>
                    <a:pt x="5344467" y="316765"/>
                  </a:lnTo>
                  <a:lnTo>
                    <a:pt x="5344561" y="316765"/>
                  </a:lnTo>
                  <a:lnTo>
                    <a:pt x="5344656" y="316765"/>
                  </a:lnTo>
                  <a:lnTo>
                    <a:pt x="5344750" y="316765"/>
                  </a:lnTo>
                  <a:lnTo>
                    <a:pt x="5344844" y="316765"/>
                  </a:lnTo>
                  <a:lnTo>
                    <a:pt x="5344938" y="316765"/>
                  </a:lnTo>
                  <a:lnTo>
                    <a:pt x="5345032" y="316765"/>
                  </a:lnTo>
                  <a:lnTo>
                    <a:pt x="5345126" y="316765"/>
                  </a:lnTo>
                  <a:lnTo>
                    <a:pt x="5345220" y="316765"/>
                  </a:lnTo>
                  <a:lnTo>
                    <a:pt x="5345314" y="316765"/>
                  </a:lnTo>
                  <a:lnTo>
                    <a:pt x="5345408" y="316765"/>
                  </a:lnTo>
                  <a:lnTo>
                    <a:pt x="5345502" y="316765"/>
                  </a:lnTo>
                  <a:lnTo>
                    <a:pt x="5345596" y="316765"/>
                  </a:lnTo>
                  <a:lnTo>
                    <a:pt x="5345690" y="316765"/>
                  </a:lnTo>
                  <a:lnTo>
                    <a:pt x="5345784" y="316765"/>
                  </a:lnTo>
                  <a:lnTo>
                    <a:pt x="5345878" y="316765"/>
                  </a:lnTo>
                  <a:lnTo>
                    <a:pt x="5345972" y="316765"/>
                  </a:lnTo>
                  <a:lnTo>
                    <a:pt x="5346066" y="316765"/>
                  </a:lnTo>
                  <a:lnTo>
                    <a:pt x="5346160" y="316765"/>
                  </a:lnTo>
                  <a:lnTo>
                    <a:pt x="5346254" y="316765"/>
                  </a:lnTo>
                  <a:lnTo>
                    <a:pt x="5346348" y="316765"/>
                  </a:lnTo>
                  <a:lnTo>
                    <a:pt x="5346442" y="316765"/>
                  </a:lnTo>
                  <a:lnTo>
                    <a:pt x="5346536" y="316765"/>
                  </a:lnTo>
                  <a:lnTo>
                    <a:pt x="5346630" y="316765"/>
                  </a:lnTo>
                  <a:lnTo>
                    <a:pt x="5346724" y="316765"/>
                  </a:lnTo>
                  <a:lnTo>
                    <a:pt x="5346818" y="316765"/>
                  </a:lnTo>
                  <a:lnTo>
                    <a:pt x="5346912" y="316765"/>
                  </a:lnTo>
                  <a:lnTo>
                    <a:pt x="5347006" y="316765"/>
                  </a:lnTo>
                  <a:lnTo>
                    <a:pt x="5347100" y="316765"/>
                  </a:lnTo>
                  <a:lnTo>
                    <a:pt x="5347194" y="316765"/>
                  </a:lnTo>
                  <a:lnTo>
                    <a:pt x="5347288" y="316765"/>
                  </a:lnTo>
                  <a:lnTo>
                    <a:pt x="5347382" y="316765"/>
                  </a:lnTo>
                  <a:lnTo>
                    <a:pt x="5347476" y="316765"/>
                  </a:lnTo>
                  <a:lnTo>
                    <a:pt x="5347570" y="316765"/>
                  </a:lnTo>
                  <a:lnTo>
                    <a:pt x="5347664" y="316765"/>
                  </a:lnTo>
                  <a:lnTo>
                    <a:pt x="5347758" y="316765"/>
                  </a:lnTo>
                  <a:lnTo>
                    <a:pt x="5347852" y="316765"/>
                  </a:lnTo>
                  <a:lnTo>
                    <a:pt x="5347946" y="316765"/>
                  </a:lnTo>
                  <a:lnTo>
                    <a:pt x="5348040" y="316765"/>
                  </a:lnTo>
                  <a:lnTo>
                    <a:pt x="5348134" y="316765"/>
                  </a:lnTo>
                  <a:lnTo>
                    <a:pt x="5348229" y="316765"/>
                  </a:lnTo>
                  <a:lnTo>
                    <a:pt x="5348323" y="316765"/>
                  </a:lnTo>
                  <a:lnTo>
                    <a:pt x="5348417" y="316765"/>
                  </a:lnTo>
                  <a:lnTo>
                    <a:pt x="5348511" y="316765"/>
                  </a:lnTo>
                  <a:lnTo>
                    <a:pt x="5348605" y="316765"/>
                  </a:lnTo>
                  <a:lnTo>
                    <a:pt x="5348699" y="316765"/>
                  </a:lnTo>
                  <a:lnTo>
                    <a:pt x="5348793" y="316765"/>
                  </a:lnTo>
                  <a:lnTo>
                    <a:pt x="5348887" y="316765"/>
                  </a:lnTo>
                  <a:lnTo>
                    <a:pt x="5348981" y="316765"/>
                  </a:lnTo>
                  <a:lnTo>
                    <a:pt x="5349075" y="316765"/>
                  </a:lnTo>
                  <a:lnTo>
                    <a:pt x="5349169" y="316765"/>
                  </a:lnTo>
                  <a:lnTo>
                    <a:pt x="5349263" y="316765"/>
                  </a:lnTo>
                  <a:lnTo>
                    <a:pt x="5349357" y="316765"/>
                  </a:lnTo>
                  <a:lnTo>
                    <a:pt x="5349451" y="316765"/>
                  </a:lnTo>
                  <a:lnTo>
                    <a:pt x="5349545" y="316765"/>
                  </a:lnTo>
                  <a:lnTo>
                    <a:pt x="5349639" y="316765"/>
                  </a:lnTo>
                  <a:lnTo>
                    <a:pt x="5349733" y="316765"/>
                  </a:lnTo>
                  <a:lnTo>
                    <a:pt x="5349827" y="316765"/>
                  </a:lnTo>
                  <a:lnTo>
                    <a:pt x="5349921" y="316765"/>
                  </a:lnTo>
                  <a:lnTo>
                    <a:pt x="5350015" y="316765"/>
                  </a:lnTo>
                  <a:lnTo>
                    <a:pt x="5350109" y="316765"/>
                  </a:lnTo>
                  <a:lnTo>
                    <a:pt x="5350203" y="316765"/>
                  </a:lnTo>
                  <a:lnTo>
                    <a:pt x="5350297" y="316765"/>
                  </a:lnTo>
                  <a:lnTo>
                    <a:pt x="5350391" y="316765"/>
                  </a:lnTo>
                  <a:lnTo>
                    <a:pt x="5350485" y="316765"/>
                  </a:lnTo>
                  <a:lnTo>
                    <a:pt x="5350579" y="316765"/>
                  </a:lnTo>
                  <a:lnTo>
                    <a:pt x="5350673" y="316765"/>
                  </a:lnTo>
                  <a:lnTo>
                    <a:pt x="5350767" y="316765"/>
                  </a:lnTo>
                  <a:lnTo>
                    <a:pt x="5350861" y="316765"/>
                  </a:lnTo>
                  <a:lnTo>
                    <a:pt x="5350955" y="316765"/>
                  </a:lnTo>
                  <a:lnTo>
                    <a:pt x="5351049" y="316765"/>
                  </a:lnTo>
                  <a:lnTo>
                    <a:pt x="5351143" y="316765"/>
                  </a:lnTo>
                  <a:lnTo>
                    <a:pt x="5351237" y="316765"/>
                  </a:lnTo>
                  <a:lnTo>
                    <a:pt x="5351331" y="316765"/>
                  </a:lnTo>
                  <a:lnTo>
                    <a:pt x="5351425" y="316765"/>
                  </a:lnTo>
                  <a:lnTo>
                    <a:pt x="5351519" y="316765"/>
                  </a:lnTo>
                  <a:lnTo>
                    <a:pt x="5351613" y="316765"/>
                  </a:lnTo>
                  <a:lnTo>
                    <a:pt x="5351708" y="316765"/>
                  </a:lnTo>
                  <a:lnTo>
                    <a:pt x="5351802" y="316765"/>
                  </a:lnTo>
                  <a:lnTo>
                    <a:pt x="5351896" y="316765"/>
                  </a:lnTo>
                  <a:lnTo>
                    <a:pt x="5351990" y="316765"/>
                  </a:lnTo>
                  <a:lnTo>
                    <a:pt x="5352084" y="316765"/>
                  </a:lnTo>
                  <a:lnTo>
                    <a:pt x="5352178" y="316765"/>
                  </a:lnTo>
                  <a:lnTo>
                    <a:pt x="5352272" y="316765"/>
                  </a:lnTo>
                  <a:lnTo>
                    <a:pt x="5352366" y="316765"/>
                  </a:lnTo>
                  <a:lnTo>
                    <a:pt x="5352460" y="316765"/>
                  </a:lnTo>
                  <a:lnTo>
                    <a:pt x="5352554" y="316765"/>
                  </a:lnTo>
                  <a:lnTo>
                    <a:pt x="5352648" y="316765"/>
                  </a:lnTo>
                  <a:lnTo>
                    <a:pt x="5352742" y="316765"/>
                  </a:lnTo>
                  <a:lnTo>
                    <a:pt x="5352836" y="316765"/>
                  </a:lnTo>
                  <a:lnTo>
                    <a:pt x="5352930" y="316765"/>
                  </a:lnTo>
                  <a:lnTo>
                    <a:pt x="5353024" y="316765"/>
                  </a:lnTo>
                  <a:lnTo>
                    <a:pt x="5353118" y="316765"/>
                  </a:lnTo>
                  <a:lnTo>
                    <a:pt x="5353212" y="316765"/>
                  </a:lnTo>
                  <a:lnTo>
                    <a:pt x="5353306" y="316765"/>
                  </a:lnTo>
                  <a:lnTo>
                    <a:pt x="5353400" y="316765"/>
                  </a:lnTo>
                  <a:lnTo>
                    <a:pt x="5353494" y="316765"/>
                  </a:lnTo>
                  <a:lnTo>
                    <a:pt x="5353588" y="316765"/>
                  </a:lnTo>
                  <a:lnTo>
                    <a:pt x="5353682" y="316765"/>
                  </a:lnTo>
                  <a:lnTo>
                    <a:pt x="5353776" y="316765"/>
                  </a:lnTo>
                  <a:lnTo>
                    <a:pt x="5353870" y="316765"/>
                  </a:lnTo>
                  <a:lnTo>
                    <a:pt x="5353964" y="316765"/>
                  </a:lnTo>
                  <a:lnTo>
                    <a:pt x="5354058" y="316765"/>
                  </a:lnTo>
                  <a:lnTo>
                    <a:pt x="5354152" y="316765"/>
                  </a:lnTo>
                  <a:lnTo>
                    <a:pt x="5354246" y="316765"/>
                  </a:lnTo>
                  <a:lnTo>
                    <a:pt x="5354340" y="316765"/>
                  </a:lnTo>
                  <a:lnTo>
                    <a:pt x="5354434" y="316765"/>
                  </a:lnTo>
                  <a:lnTo>
                    <a:pt x="5354528" y="316765"/>
                  </a:lnTo>
                  <a:lnTo>
                    <a:pt x="5354622" y="316765"/>
                  </a:lnTo>
                  <a:lnTo>
                    <a:pt x="5354716" y="316765"/>
                  </a:lnTo>
                  <a:lnTo>
                    <a:pt x="5354810" y="316765"/>
                  </a:lnTo>
                  <a:lnTo>
                    <a:pt x="5354904" y="316765"/>
                  </a:lnTo>
                  <a:lnTo>
                    <a:pt x="5354998" y="316765"/>
                  </a:lnTo>
                  <a:lnTo>
                    <a:pt x="5355092" y="316765"/>
                  </a:lnTo>
                  <a:lnTo>
                    <a:pt x="5355186" y="316765"/>
                  </a:lnTo>
                  <a:lnTo>
                    <a:pt x="5355281" y="316765"/>
                  </a:lnTo>
                  <a:lnTo>
                    <a:pt x="5355375" y="316765"/>
                  </a:lnTo>
                  <a:lnTo>
                    <a:pt x="5355469" y="316765"/>
                  </a:lnTo>
                  <a:lnTo>
                    <a:pt x="5355563" y="316765"/>
                  </a:lnTo>
                  <a:lnTo>
                    <a:pt x="5355657" y="316765"/>
                  </a:lnTo>
                  <a:lnTo>
                    <a:pt x="5355751" y="316765"/>
                  </a:lnTo>
                  <a:lnTo>
                    <a:pt x="5355845" y="316765"/>
                  </a:lnTo>
                  <a:lnTo>
                    <a:pt x="5355939" y="316765"/>
                  </a:lnTo>
                  <a:lnTo>
                    <a:pt x="5356033" y="316765"/>
                  </a:lnTo>
                  <a:lnTo>
                    <a:pt x="5356127" y="316765"/>
                  </a:lnTo>
                  <a:lnTo>
                    <a:pt x="5356221" y="316765"/>
                  </a:lnTo>
                  <a:lnTo>
                    <a:pt x="5356315" y="316765"/>
                  </a:lnTo>
                  <a:lnTo>
                    <a:pt x="5356409" y="316765"/>
                  </a:lnTo>
                  <a:lnTo>
                    <a:pt x="5356503" y="316765"/>
                  </a:lnTo>
                  <a:lnTo>
                    <a:pt x="5356597" y="316765"/>
                  </a:lnTo>
                  <a:lnTo>
                    <a:pt x="5356691" y="316765"/>
                  </a:lnTo>
                  <a:lnTo>
                    <a:pt x="5356785" y="316765"/>
                  </a:lnTo>
                  <a:lnTo>
                    <a:pt x="5356879" y="316765"/>
                  </a:lnTo>
                  <a:lnTo>
                    <a:pt x="5356973" y="316765"/>
                  </a:lnTo>
                  <a:lnTo>
                    <a:pt x="5357067" y="316765"/>
                  </a:lnTo>
                  <a:lnTo>
                    <a:pt x="5357161" y="316765"/>
                  </a:lnTo>
                  <a:lnTo>
                    <a:pt x="5357255" y="316765"/>
                  </a:lnTo>
                  <a:lnTo>
                    <a:pt x="5357349" y="316765"/>
                  </a:lnTo>
                  <a:lnTo>
                    <a:pt x="5357443" y="316765"/>
                  </a:lnTo>
                  <a:lnTo>
                    <a:pt x="5357537" y="316765"/>
                  </a:lnTo>
                  <a:lnTo>
                    <a:pt x="5357631" y="316765"/>
                  </a:lnTo>
                  <a:lnTo>
                    <a:pt x="5357725" y="316765"/>
                  </a:lnTo>
                  <a:lnTo>
                    <a:pt x="5357819" y="316765"/>
                  </a:lnTo>
                  <a:lnTo>
                    <a:pt x="5357913" y="316765"/>
                  </a:lnTo>
                  <a:lnTo>
                    <a:pt x="5358007" y="316765"/>
                  </a:lnTo>
                  <a:lnTo>
                    <a:pt x="5358101" y="316765"/>
                  </a:lnTo>
                  <a:lnTo>
                    <a:pt x="5358195" y="316765"/>
                  </a:lnTo>
                  <a:lnTo>
                    <a:pt x="5358289" y="316765"/>
                  </a:lnTo>
                  <a:lnTo>
                    <a:pt x="5358383" y="316765"/>
                  </a:lnTo>
                  <a:lnTo>
                    <a:pt x="5358477" y="316765"/>
                  </a:lnTo>
                  <a:lnTo>
                    <a:pt x="5358571" y="316765"/>
                  </a:lnTo>
                  <a:lnTo>
                    <a:pt x="5358665" y="316765"/>
                  </a:lnTo>
                  <a:lnTo>
                    <a:pt x="5358759" y="316765"/>
                  </a:lnTo>
                  <a:lnTo>
                    <a:pt x="5358854" y="316765"/>
                  </a:lnTo>
                  <a:lnTo>
                    <a:pt x="5358948" y="316765"/>
                  </a:lnTo>
                  <a:lnTo>
                    <a:pt x="5359042" y="316765"/>
                  </a:lnTo>
                  <a:lnTo>
                    <a:pt x="5359136" y="316765"/>
                  </a:lnTo>
                  <a:lnTo>
                    <a:pt x="5359230" y="316765"/>
                  </a:lnTo>
                  <a:lnTo>
                    <a:pt x="5359324" y="316765"/>
                  </a:lnTo>
                  <a:lnTo>
                    <a:pt x="5359418" y="316765"/>
                  </a:lnTo>
                  <a:lnTo>
                    <a:pt x="5359512" y="316765"/>
                  </a:lnTo>
                  <a:lnTo>
                    <a:pt x="5359606" y="316765"/>
                  </a:lnTo>
                  <a:lnTo>
                    <a:pt x="5359700" y="316765"/>
                  </a:lnTo>
                  <a:lnTo>
                    <a:pt x="5359794" y="316765"/>
                  </a:lnTo>
                  <a:lnTo>
                    <a:pt x="5359888" y="316765"/>
                  </a:lnTo>
                  <a:lnTo>
                    <a:pt x="5359982" y="316765"/>
                  </a:lnTo>
                  <a:lnTo>
                    <a:pt x="5360076" y="316765"/>
                  </a:lnTo>
                  <a:lnTo>
                    <a:pt x="5360170" y="316765"/>
                  </a:lnTo>
                  <a:lnTo>
                    <a:pt x="5360264" y="316765"/>
                  </a:lnTo>
                  <a:lnTo>
                    <a:pt x="5360358" y="316765"/>
                  </a:lnTo>
                  <a:lnTo>
                    <a:pt x="5360452" y="316765"/>
                  </a:lnTo>
                  <a:lnTo>
                    <a:pt x="5360546" y="316765"/>
                  </a:lnTo>
                  <a:lnTo>
                    <a:pt x="5360640" y="316765"/>
                  </a:lnTo>
                  <a:lnTo>
                    <a:pt x="5360734" y="316765"/>
                  </a:lnTo>
                  <a:lnTo>
                    <a:pt x="5360828" y="316765"/>
                  </a:lnTo>
                  <a:lnTo>
                    <a:pt x="5360922" y="316765"/>
                  </a:lnTo>
                  <a:lnTo>
                    <a:pt x="5361016" y="316765"/>
                  </a:lnTo>
                  <a:lnTo>
                    <a:pt x="5361110" y="316765"/>
                  </a:lnTo>
                  <a:lnTo>
                    <a:pt x="5361204" y="316765"/>
                  </a:lnTo>
                  <a:lnTo>
                    <a:pt x="5361298" y="316765"/>
                  </a:lnTo>
                  <a:lnTo>
                    <a:pt x="5361392" y="316765"/>
                  </a:lnTo>
                  <a:lnTo>
                    <a:pt x="5361486" y="316765"/>
                  </a:lnTo>
                  <a:lnTo>
                    <a:pt x="5361580" y="316765"/>
                  </a:lnTo>
                  <a:lnTo>
                    <a:pt x="5361674" y="316765"/>
                  </a:lnTo>
                  <a:lnTo>
                    <a:pt x="5361768" y="316765"/>
                  </a:lnTo>
                  <a:lnTo>
                    <a:pt x="5361862" y="316765"/>
                  </a:lnTo>
                  <a:lnTo>
                    <a:pt x="5361956" y="316765"/>
                  </a:lnTo>
                  <a:lnTo>
                    <a:pt x="5362050" y="316765"/>
                  </a:lnTo>
                  <a:lnTo>
                    <a:pt x="5362144" y="316765"/>
                  </a:lnTo>
                  <a:lnTo>
                    <a:pt x="5362238" y="316765"/>
                  </a:lnTo>
                  <a:lnTo>
                    <a:pt x="5362333" y="316765"/>
                  </a:lnTo>
                  <a:lnTo>
                    <a:pt x="5362427" y="316765"/>
                  </a:lnTo>
                  <a:lnTo>
                    <a:pt x="5362521" y="316765"/>
                  </a:lnTo>
                  <a:lnTo>
                    <a:pt x="5362615" y="316765"/>
                  </a:lnTo>
                  <a:lnTo>
                    <a:pt x="5362709" y="316765"/>
                  </a:lnTo>
                  <a:lnTo>
                    <a:pt x="5362803" y="316765"/>
                  </a:lnTo>
                  <a:lnTo>
                    <a:pt x="5362897" y="316765"/>
                  </a:lnTo>
                  <a:lnTo>
                    <a:pt x="5362991" y="316765"/>
                  </a:lnTo>
                  <a:lnTo>
                    <a:pt x="5363085" y="316765"/>
                  </a:lnTo>
                  <a:lnTo>
                    <a:pt x="5363179" y="316765"/>
                  </a:lnTo>
                  <a:lnTo>
                    <a:pt x="5363273" y="316765"/>
                  </a:lnTo>
                  <a:lnTo>
                    <a:pt x="5363367" y="316765"/>
                  </a:lnTo>
                  <a:lnTo>
                    <a:pt x="5363461" y="316765"/>
                  </a:lnTo>
                  <a:lnTo>
                    <a:pt x="5363555" y="316765"/>
                  </a:lnTo>
                  <a:lnTo>
                    <a:pt x="5363649" y="316765"/>
                  </a:lnTo>
                  <a:lnTo>
                    <a:pt x="5363743" y="316765"/>
                  </a:lnTo>
                  <a:lnTo>
                    <a:pt x="5363837" y="316765"/>
                  </a:lnTo>
                  <a:lnTo>
                    <a:pt x="5363931" y="316765"/>
                  </a:lnTo>
                  <a:lnTo>
                    <a:pt x="5364025" y="316765"/>
                  </a:lnTo>
                  <a:lnTo>
                    <a:pt x="5364119" y="316765"/>
                  </a:lnTo>
                  <a:lnTo>
                    <a:pt x="5364213" y="316765"/>
                  </a:lnTo>
                  <a:lnTo>
                    <a:pt x="5364307" y="316765"/>
                  </a:lnTo>
                  <a:lnTo>
                    <a:pt x="5364401" y="316765"/>
                  </a:lnTo>
                  <a:lnTo>
                    <a:pt x="5364495" y="316765"/>
                  </a:lnTo>
                  <a:lnTo>
                    <a:pt x="5364589" y="316765"/>
                  </a:lnTo>
                  <a:lnTo>
                    <a:pt x="5364683" y="316765"/>
                  </a:lnTo>
                  <a:lnTo>
                    <a:pt x="5364777" y="316765"/>
                  </a:lnTo>
                  <a:lnTo>
                    <a:pt x="5364871" y="316765"/>
                  </a:lnTo>
                  <a:lnTo>
                    <a:pt x="5364965" y="316765"/>
                  </a:lnTo>
                  <a:lnTo>
                    <a:pt x="5365059" y="316765"/>
                  </a:lnTo>
                  <a:lnTo>
                    <a:pt x="5365153" y="316765"/>
                  </a:lnTo>
                  <a:lnTo>
                    <a:pt x="5365247" y="316765"/>
                  </a:lnTo>
                  <a:lnTo>
                    <a:pt x="5365341" y="316765"/>
                  </a:lnTo>
                  <a:lnTo>
                    <a:pt x="5365435" y="316765"/>
                  </a:lnTo>
                  <a:lnTo>
                    <a:pt x="5365529" y="316765"/>
                  </a:lnTo>
                  <a:lnTo>
                    <a:pt x="5365623" y="316765"/>
                  </a:lnTo>
                  <a:lnTo>
                    <a:pt x="5365717" y="316765"/>
                  </a:lnTo>
                  <a:lnTo>
                    <a:pt x="5365811" y="316765"/>
                  </a:lnTo>
                  <a:lnTo>
                    <a:pt x="5365906" y="316765"/>
                  </a:lnTo>
                  <a:lnTo>
                    <a:pt x="5366000" y="316765"/>
                  </a:lnTo>
                  <a:lnTo>
                    <a:pt x="5366094" y="316765"/>
                  </a:lnTo>
                  <a:lnTo>
                    <a:pt x="5366188" y="316765"/>
                  </a:lnTo>
                  <a:lnTo>
                    <a:pt x="5366282" y="316765"/>
                  </a:lnTo>
                  <a:lnTo>
                    <a:pt x="5366376" y="316765"/>
                  </a:lnTo>
                  <a:lnTo>
                    <a:pt x="5366470" y="316765"/>
                  </a:lnTo>
                  <a:lnTo>
                    <a:pt x="5366564" y="316765"/>
                  </a:lnTo>
                  <a:lnTo>
                    <a:pt x="5366658" y="316765"/>
                  </a:lnTo>
                  <a:lnTo>
                    <a:pt x="5366752" y="316765"/>
                  </a:lnTo>
                  <a:lnTo>
                    <a:pt x="5366846" y="316765"/>
                  </a:lnTo>
                  <a:lnTo>
                    <a:pt x="5366940" y="316765"/>
                  </a:lnTo>
                  <a:lnTo>
                    <a:pt x="5367034" y="316765"/>
                  </a:lnTo>
                  <a:lnTo>
                    <a:pt x="5367128" y="316765"/>
                  </a:lnTo>
                  <a:lnTo>
                    <a:pt x="5367222" y="316765"/>
                  </a:lnTo>
                  <a:lnTo>
                    <a:pt x="5367316" y="316765"/>
                  </a:lnTo>
                  <a:lnTo>
                    <a:pt x="5367410" y="316765"/>
                  </a:lnTo>
                  <a:lnTo>
                    <a:pt x="5367504" y="316765"/>
                  </a:lnTo>
                  <a:lnTo>
                    <a:pt x="5367598" y="316765"/>
                  </a:lnTo>
                  <a:lnTo>
                    <a:pt x="5367692" y="316765"/>
                  </a:lnTo>
                  <a:lnTo>
                    <a:pt x="5367786" y="316765"/>
                  </a:lnTo>
                  <a:lnTo>
                    <a:pt x="5367880" y="316765"/>
                  </a:lnTo>
                  <a:lnTo>
                    <a:pt x="5367974" y="316765"/>
                  </a:lnTo>
                  <a:lnTo>
                    <a:pt x="5368068" y="316765"/>
                  </a:lnTo>
                  <a:lnTo>
                    <a:pt x="5368162" y="316765"/>
                  </a:lnTo>
                  <a:lnTo>
                    <a:pt x="5368256" y="316765"/>
                  </a:lnTo>
                  <a:lnTo>
                    <a:pt x="5368350" y="316765"/>
                  </a:lnTo>
                  <a:lnTo>
                    <a:pt x="5368444" y="316765"/>
                  </a:lnTo>
                  <a:lnTo>
                    <a:pt x="5368538" y="316765"/>
                  </a:lnTo>
                  <a:lnTo>
                    <a:pt x="5368632" y="316765"/>
                  </a:lnTo>
                  <a:lnTo>
                    <a:pt x="5368726" y="316765"/>
                  </a:lnTo>
                  <a:lnTo>
                    <a:pt x="5368820" y="316765"/>
                  </a:lnTo>
                  <a:lnTo>
                    <a:pt x="5368914" y="316765"/>
                  </a:lnTo>
                  <a:lnTo>
                    <a:pt x="5369008" y="316765"/>
                  </a:lnTo>
                  <a:lnTo>
                    <a:pt x="5369102" y="316765"/>
                  </a:lnTo>
                  <a:lnTo>
                    <a:pt x="5369196" y="316765"/>
                  </a:lnTo>
                  <a:lnTo>
                    <a:pt x="5369290" y="316765"/>
                  </a:lnTo>
                  <a:lnTo>
                    <a:pt x="5369384" y="316765"/>
                  </a:lnTo>
                  <a:lnTo>
                    <a:pt x="5369479" y="316765"/>
                  </a:lnTo>
                  <a:lnTo>
                    <a:pt x="5369573" y="316765"/>
                  </a:lnTo>
                  <a:lnTo>
                    <a:pt x="5369667" y="316765"/>
                  </a:lnTo>
                  <a:lnTo>
                    <a:pt x="5369761" y="316765"/>
                  </a:lnTo>
                  <a:lnTo>
                    <a:pt x="5369855" y="316765"/>
                  </a:lnTo>
                  <a:lnTo>
                    <a:pt x="5369949" y="316765"/>
                  </a:lnTo>
                  <a:lnTo>
                    <a:pt x="5370043" y="316765"/>
                  </a:lnTo>
                  <a:lnTo>
                    <a:pt x="5370137" y="316765"/>
                  </a:lnTo>
                  <a:lnTo>
                    <a:pt x="5370231" y="316765"/>
                  </a:lnTo>
                  <a:lnTo>
                    <a:pt x="5370325" y="316765"/>
                  </a:lnTo>
                  <a:lnTo>
                    <a:pt x="5370419" y="316765"/>
                  </a:lnTo>
                  <a:lnTo>
                    <a:pt x="5370513" y="316765"/>
                  </a:lnTo>
                  <a:lnTo>
                    <a:pt x="5370607" y="316765"/>
                  </a:lnTo>
                  <a:lnTo>
                    <a:pt x="5370701" y="316765"/>
                  </a:lnTo>
                  <a:lnTo>
                    <a:pt x="5370795" y="316765"/>
                  </a:lnTo>
                  <a:lnTo>
                    <a:pt x="5370889" y="316765"/>
                  </a:lnTo>
                  <a:lnTo>
                    <a:pt x="5370983" y="316765"/>
                  </a:lnTo>
                  <a:lnTo>
                    <a:pt x="5371077" y="316765"/>
                  </a:lnTo>
                  <a:lnTo>
                    <a:pt x="5371171" y="316765"/>
                  </a:lnTo>
                  <a:lnTo>
                    <a:pt x="5371265" y="316765"/>
                  </a:lnTo>
                  <a:lnTo>
                    <a:pt x="5371359" y="316765"/>
                  </a:lnTo>
                  <a:lnTo>
                    <a:pt x="5371453" y="316765"/>
                  </a:lnTo>
                  <a:lnTo>
                    <a:pt x="5371547" y="316765"/>
                  </a:lnTo>
                  <a:lnTo>
                    <a:pt x="5371641" y="316765"/>
                  </a:lnTo>
                  <a:lnTo>
                    <a:pt x="5371735" y="316765"/>
                  </a:lnTo>
                  <a:lnTo>
                    <a:pt x="5371829" y="316765"/>
                  </a:lnTo>
                  <a:lnTo>
                    <a:pt x="5371923" y="316765"/>
                  </a:lnTo>
                  <a:lnTo>
                    <a:pt x="5372017" y="316765"/>
                  </a:lnTo>
                  <a:lnTo>
                    <a:pt x="5372111" y="316765"/>
                  </a:lnTo>
                  <a:lnTo>
                    <a:pt x="5372205" y="316765"/>
                  </a:lnTo>
                  <a:lnTo>
                    <a:pt x="5372299" y="316765"/>
                  </a:lnTo>
                  <a:lnTo>
                    <a:pt x="5372393" y="316765"/>
                  </a:lnTo>
                  <a:lnTo>
                    <a:pt x="5372487" y="316765"/>
                  </a:lnTo>
                  <a:lnTo>
                    <a:pt x="5372581" y="316765"/>
                  </a:lnTo>
                  <a:lnTo>
                    <a:pt x="5372675" y="316765"/>
                  </a:lnTo>
                  <a:lnTo>
                    <a:pt x="5372769" y="316765"/>
                  </a:lnTo>
                  <a:lnTo>
                    <a:pt x="5372863" y="316765"/>
                  </a:lnTo>
                  <a:lnTo>
                    <a:pt x="5372958" y="316765"/>
                  </a:lnTo>
                  <a:lnTo>
                    <a:pt x="5373052" y="316765"/>
                  </a:lnTo>
                  <a:lnTo>
                    <a:pt x="5373146" y="316765"/>
                  </a:lnTo>
                  <a:lnTo>
                    <a:pt x="5373240" y="316765"/>
                  </a:lnTo>
                  <a:lnTo>
                    <a:pt x="5373334" y="316765"/>
                  </a:lnTo>
                  <a:lnTo>
                    <a:pt x="5373428" y="316765"/>
                  </a:lnTo>
                  <a:lnTo>
                    <a:pt x="5373522" y="316765"/>
                  </a:lnTo>
                  <a:lnTo>
                    <a:pt x="5373616" y="316765"/>
                  </a:lnTo>
                  <a:lnTo>
                    <a:pt x="5373710" y="316765"/>
                  </a:lnTo>
                  <a:lnTo>
                    <a:pt x="5373804" y="316765"/>
                  </a:lnTo>
                  <a:lnTo>
                    <a:pt x="5373898" y="316765"/>
                  </a:lnTo>
                  <a:lnTo>
                    <a:pt x="5373992" y="316765"/>
                  </a:lnTo>
                  <a:lnTo>
                    <a:pt x="5374086" y="316765"/>
                  </a:lnTo>
                  <a:lnTo>
                    <a:pt x="5374180" y="316765"/>
                  </a:lnTo>
                  <a:lnTo>
                    <a:pt x="5374274" y="316765"/>
                  </a:lnTo>
                  <a:lnTo>
                    <a:pt x="5374368" y="316765"/>
                  </a:lnTo>
                  <a:lnTo>
                    <a:pt x="5374462" y="316765"/>
                  </a:lnTo>
                  <a:lnTo>
                    <a:pt x="5374556" y="316765"/>
                  </a:lnTo>
                  <a:lnTo>
                    <a:pt x="5374650" y="316765"/>
                  </a:lnTo>
                  <a:lnTo>
                    <a:pt x="5374744" y="316765"/>
                  </a:lnTo>
                  <a:lnTo>
                    <a:pt x="5374838" y="316765"/>
                  </a:lnTo>
                  <a:lnTo>
                    <a:pt x="5374932" y="316765"/>
                  </a:lnTo>
                  <a:lnTo>
                    <a:pt x="5375026" y="316765"/>
                  </a:lnTo>
                  <a:lnTo>
                    <a:pt x="5375120" y="316765"/>
                  </a:lnTo>
                  <a:lnTo>
                    <a:pt x="5375214" y="316765"/>
                  </a:lnTo>
                  <a:lnTo>
                    <a:pt x="5375308" y="316765"/>
                  </a:lnTo>
                  <a:lnTo>
                    <a:pt x="5375402" y="316765"/>
                  </a:lnTo>
                  <a:lnTo>
                    <a:pt x="5375496" y="316765"/>
                  </a:lnTo>
                  <a:lnTo>
                    <a:pt x="5375590" y="316765"/>
                  </a:lnTo>
                  <a:lnTo>
                    <a:pt x="5375684" y="316765"/>
                  </a:lnTo>
                  <a:lnTo>
                    <a:pt x="5375778" y="316765"/>
                  </a:lnTo>
                  <a:lnTo>
                    <a:pt x="5375872" y="316765"/>
                  </a:lnTo>
                  <a:lnTo>
                    <a:pt x="5375966" y="316765"/>
                  </a:lnTo>
                  <a:lnTo>
                    <a:pt x="5376060" y="316765"/>
                  </a:lnTo>
                  <a:lnTo>
                    <a:pt x="5376154" y="316765"/>
                  </a:lnTo>
                  <a:lnTo>
                    <a:pt x="5376248" y="316765"/>
                  </a:lnTo>
                  <a:lnTo>
                    <a:pt x="5376342" y="316765"/>
                  </a:lnTo>
                  <a:lnTo>
                    <a:pt x="5376436" y="316765"/>
                  </a:lnTo>
                  <a:lnTo>
                    <a:pt x="5376531" y="316765"/>
                  </a:lnTo>
                  <a:lnTo>
                    <a:pt x="5376625" y="316765"/>
                  </a:lnTo>
                  <a:lnTo>
                    <a:pt x="5376719" y="316765"/>
                  </a:lnTo>
                  <a:lnTo>
                    <a:pt x="5376813" y="316765"/>
                  </a:lnTo>
                  <a:lnTo>
                    <a:pt x="5376907" y="316765"/>
                  </a:lnTo>
                  <a:lnTo>
                    <a:pt x="5377001" y="316765"/>
                  </a:lnTo>
                  <a:lnTo>
                    <a:pt x="5377095" y="316765"/>
                  </a:lnTo>
                  <a:lnTo>
                    <a:pt x="5377189" y="316765"/>
                  </a:lnTo>
                  <a:lnTo>
                    <a:pt x="5377283" y="316765"/>
                  </a:lnTo>
                  <a:lnTo>
                    <a:pt x="5377377" y="316765"/>
                  </a:lnTo>
                  <a:lnTo>
                    <a:pt x="5377471" y="316765"/>
                  </a:lnTo>
                  <a:lnTo>
                    <a:pt x="5377565" y="316765"/>
                  </a:lnTo>
                  <a:lnTo>
                    <a:pt x="5377659" y="316765"/>
                  </a:lnTo>
                  <a:lnTo>
                    <a:pt x="5377753" y="316765"/>
                  </a:lnTo>
                  <a:lnTo>
                    <a:pt x="5377847" y="316765"/>
                  </a:lnTo>
                  <a:lnTo>
                    <a:pt x="5377941" y="316765"/>
                  </a:lnTo>
                  <a:lnTo>
                    <a:pt x="5378035" y="316765"/>
                  </a:lnTo>
                  <a:lnTo>
                    <a:pt x="5378129" y="316765"/>
                  </a:lnTo>
                  <a:lnTo>
                    <a:pt x="5378223" y="316765"/>
                  </a:lnTo>
                  <a:lnTo>
                    <a:pt x="5378317" y="316765"/>
                  </a:lnTo>
                  <a:lnTo>
                    <a:pt x="5378411" y="316765"/>
                  </a:lnTo>
                  <a:lnTo>
                    <a:pt x="5378505" y="316765"/>
                  </a:lnTo>
                  <a:lnTo>
                    <a:pt x="5378599" y="316765"/>
                  </a:lnTo>
                  <a:lnTo>
                    <a:pt x="5378693" y="316765"/>
                  </a:lnTo>
                  <a:lnTo>
                    <a:pt x="5378787" y="316765"/>
                  </a:lnTo>
                  <a:lnTo>
                    <a:pt x="5378881" y="316765"/>
                  </a:lnTo>
                  <a:lnTo>
                    <a:pt x="5378975" y="316765"/>
                  </a:lnTo>
                  <a:lnTo>
                    <a:pt x="5379069" y="316765"/>
                  </a:lnTo>
                  <a:lnTo>
                    <a:pt x="5379163" y="316765"/>
                  </a:lnTo>
                  <a:lnTo>
                    <a:pt x="5379257" y="316765"/>
                  </a:lnTo>
                  <a:lnTo>
                    <a:pt x="5379351" y="316765"/>
                  </a:lnTo>
                  <a:lnTo>
                    <a:pt x="5379445" y="316765"/>
                  </a:lnTo>
                  <a:lnTo>
                    <a:pt x="5379539" y="316765"/>
                  </a:lnTo>
                  <a:lnTo>
                    <a:pt x="5379633" y="316765"/>
                  </a:lnTo>
                  <a:lnTo>
                    <a:pt x="5379727" y="316765"/>
                  </a:lnTo>
                  <a:lnTo>
                    <a:pt x="5379821" y="316765"/>
                  </a:lnTo>
                  <a:lnTo>
                    <a:pt x="5379915" y="316765"/>
                  </a:lnTo>
                  <a:lnTo>
                    <a:pt x="5380009" y="316765"/>
                  </a:lnTo>
                  <a:lnTo>
                    <a:pt x="5380104" y="316765"/>
                  </a:lnTo>
                  <a:lnTo>
                    <a:pt x="5380198" y="316765"/>
                  </a:lnTo>
                  <a:lnTo>
                    <a:pt x="5380292" y="316765"/>
                  </a:lnTo>
                  <a:lnTo>
                    <a:pt x="5380386" y="316765"/>
                  </a:lnTo>
                  <a:lnTo>
                    <a:pt x="5380480" y="316765"/>
                  </a:lnTo>
                  <a:lnTo>
                    <a:pt x="5380574" y="316765"/>
                  </a:lnTo>
                  <a:lnTo>
                    <a:pt x="5380668" y="316765"/>
                  </a:lnTo>
                  <a:lnTo>
                    <a:pt x="5380762" y="316765"/>
                  </a:lnTo>
                  <a:lnTo>
                    <a:pt x="5380856" y="316765"/>
                  </a:lnTo>
                  <a:lnTo>
                    <a:pt x="5380950" y="316765"/>
                  </a:lnTo>
                  <a:lnTo>
                    <a:pt x="5381044" y="316765"/>
                  </a:lnTo>
                  <a:lnTo>
                    <a:pt x="5381138" y="316765"/>
                  </a:lnTo>
                  <a:lnTo>
                    <a:pt x="5381232" y="316765"/>
                  </a:lnTo>
                  <a:lnTo>
                    <a:pt x="5381326" y="316765"/>
                  </a:lnTo>
                  <a:lnTo>
                    <a:pt x="5381420" y="316765"/>
                  </a:lnTo>
                  <a:lnTo>
                    <a:pt x="5381514" y="316765"/>
                  </a:lnTo>
                  <a:lnTo>
                    <a:pt x="5381608" y="316765"/>
                  </a:lnTo>
                  <a:lnTo>
                    <a:pt x="5381702" y="316765"/>
                  </a:lnTo>
                  <a:lnTo>
                    <a:pt x="5381796" y="316765"/>
                  </a:lnTo>
                  <a:lnTo>
                    <a:pt x="5381890" y="316765"/>
                  </a:lnTo>
                  <a:lnTo>
                    <a:pt x="5381984" y="316765"/>
                  </a:lnTo>
                  <a:lnTo>
                    <a:pt x="5382078" y="316765"/>
                  </a:lnTo>
                  <a:lnTo>
                    <a:pt x="5382172" y="316765"/>
                  </a:lnTo>
                  <a:lnTo>
                    <a:pt x="5382266" y="316765"/>
                  </a:lnTo>
                  <a:lnTo>
                    <a:pt x="5382360" y="316765"/>
                  </a:lnTo>
                  <a:lnTo>
                    <a:pt x="5382454" y="316765"/>
                  </a:lnTo>
                  <a:lnTo>
                    <a:pt x="5382548" y="316765"/>
                  </a:lnTo>
                  <a:lnTo>
                    <a:pt x="5382642" y="316765"/>
                  </a:lnTo>
                  <a:lnTo>
                    <a:pt x="5382736" y="316765"/>
                  </a:lnTo>
                  <a:lnTo>
                    <a:pt x="5382830" y="316765"/>
                  </a:lnTo>
                  <a:lnTo>
                    <a:pt x="5382924" y="316765"/>
                  </a:lnTo>
                  <a:lnTo>
                    <a:pt x="5383018" y="316765"/>
                  </a:lnTo>
                  <a:lnTo>
                    <a:pt x="5383112" y="316765"/>
                  </a:lnTo>
                  <a:lnTo>
                    <a:pt x="5383206" y="316765"/>
                  </a:lnTo>
                  <a:lnTo>
                    <a:pt x="5383300" y="316765"/>
                  </a:lnTo>
                  <a:lnTo>
                    <a:pt x="5383394" y="316765"/>
                  </a:lnTo>
                  <a:lnTo>
                    <a:pt x="5383488" y="316765"/>
                  </a:lnTo>
                  <a:lnTo>
                    <a:pt x="5383582" y="316765"/>
                  </a:lnTo>
                  <a:lnTo>
                    <a:pt x="5383677" y="316765"/>
                  </a:lnTo>
                  <a:lnTo>
                    <a:pt x="5383771" y="316765"/>
                  </a:lnTo>
                  <a:lnTo>
                    <a:pt x="5383865" y="316765"/>
                  </a:lnTo>
                  <a:lnTo>
                    <a:pt x="5383959" y="316765"/>
                  </a:lnTo>
                  <a:lnTo>
                    <a:pt x="5384053" y="316765"/>
                  </a:lnTo>
                  <a:lnTo>
                    <a:pt x="5384147" y="316765"/>
                  </a:lnTo>
                  <a:lnTo>
                    <a:pt x="5384241" y="316765"/>
                  </a:lnTo>
                  <a:lnTo>
                    <a:pt x="5384335" y="316765"/>
                  </a:lnTo>
                  <a:lnTo>
                    <a:pt x="5384429" y="316765"/>
                  </a:lnTo>
                  <a:lnTo>
                    <a:pt x="5384523" y="316765"/>
                  </a:lnTo>
                  <a:lnTo>
                    <a:pt x="5384617" y="316765"/>
                  </a:lnTo>
                  <a:lnTo>
                    <a:pt x="5384711" y="316765"/>
                  </a:lnTo>
                  <a:lnTo>
                    <a:pt x="5384805" y="316765"/>
                  </a:lnTo>
                  <a:lnTo>
                    <a:pt x="5384899" y="316765"/>
                  </a:lnTo>
                  <a:lnTo>
                    <a:pt x="5384993" y="316765"/>
                  </a:lnTo>
                  <a:lnTo>
                    <a:pt x="5385087" y="316765"/>
                  </a:lnTo>
                  <a:lnTo>
                    <a:pt x="5385181" y="316765"/>
                  </a:lnTo>
                  <a:lnTo>
                    <a:pt x="5385275" y="316765"/>
                  </a:lnTo>
                  <a:lnTo>
                    <a:pt x="5385369" y="316765"/>
                  </a:lnTo>
                  <a:lnTo>
                    <a:pt x="5385463" y="316765"/>
                  </a:lnTo>
                  <a:lnTo>
                    <a:pt x="5385557" y="316765"/>
                  </a:lnTo>
                  <a:lnTo>
                    <a:pt x="5385651" y="316765"/>
                  </a:lnTo>
                  <a:lnTo>
                    <a:pt x="5385745" y="316765"/>
                  </a:lnTo>
                  <a:lnTo>
                    <a:pt x="5385839" y="316765"/>
                  </a:lnTo>
                  <a:lnTo>
                    <a:pt x="5385933" y="316765"/>
                  </a:lnTo>
                  <a:lnTo>
                    <a:pt x="5386027" y="316765"/>
                  </a:lnTo>
                  <a:lnTo>
                    <a:pt x="5386121" y="316765"/>
                  </a:lnTo>
                  <a:lnTo>
                    <a:pt x="5386215" y="316765"/>
                  </a:lnTo>
                  <a:lnTo>
                    <a:pt x="5386309" y="316765"/>
                  </a:lnTo>
                  <a:lnTo>
                    <a:pt x="5386403" y="316765"/>
                  </a:lnTo>
                  <a:lnTo>
                    <a:pt x="5386497" y="316765"/>
                  </a:lnTo>
                  <a:lnTo>
                    <a:pt x="5386591" y="316765"/>
                  </a:lnTo>
                  <a:lnTo>
                    <a:pt x="5386685" y="316765"/>
                  </a:lnTo>
                  <a:lnTo>
                    <a:pt x="5386779" y="316765"/>
                  </a:lnTo>
                  <a:lnTo>
                    <a:pt x="5386873" y="316765"/>
                  </a:lnTo>
                  <a:lnTo>
                    <a:pt x="5386967" y="316765"/>
                  </a:lnTo>
                  <a:lnTo>
                    <a:pt x="5387061" y="316765"/>
                  </a:lnTo>
                  <a:lnTo>
                    <a:pt x="5387156" y="316765"/>
                  </a:lnTo>
                  <a:lnTo>
                    <a:pt x="5387250" y="316765"/>
                  </a:lnTo>
                  <a:lnTo>
                    <a:pt x="5387344" y="316765"/>
                  </a:lnTo>
                  <a:lnTo>
                    <a:pt x="5387438" y="316765"/>
                  </a:lnTo>
                  <a:lnTo>
                    <a:pt x="5387532" y="316765"/>
                  </a:lnTo>
                  <a:lnTo>
                    <a:pt x="5387626" y="316765"/>
                  </a:lnTo>
                  <a:lnTo>
                    <a:pt x="5387720" y="316765"/>
                  </a:lnTo>
                  <a:lnTo>
                    <a:pt x="5387814" y="316765"/>
                  </a:lnTo>
                  <a:lnTo>
                    <a:pt x="5387908" y="316765"/>
                  </a:lnTo>
                  <a:lnTo>
                    <a:pt x="5388002" y="316765"/>
                  </a:lnTo>
                  <a:lnTo>
                    <a:pt x="5388096" y="316765"/>
                  </a:lnTo>
                  <a:lnTo>
                    <a:pt x="5388190" y="316765"/>
                  </a:lnTo>
                  <a:lnTo>
                    <a:pt x="5388284" y="316765"/>
                  </a:lnTo>
                  <a:lnTo>
                    <a:pt x="5388378" y="316765"/>
                  </a:lnTo>
                  <a:lnTo>
                    <a:pt x="5388472" y="316765"/>
                  </a:lnTo>
                  <a:lnTo>
                    <a:pt x="5388566" y="316765"/>
                  </a:lnTo>
                  <a:lnTo>
                    <a:pt x="5388660" y="316765"/>
                  </a:lnTo>
                  <a:lnTo>
                    <a:pt x="5388754" y="316765"/>
                  </a:lnTo>
                  <a:lnTo>
                    <a:pt x="5388848" y="316765"/>
                  </a:lnTo>
                  <a:lnTo>
                    <a:pt x="5388942" y="316765"/>
                  </a:lnTo>
                  <a:lnTo>
                    <a:pt x="5389036" y="316765"/>
                  </a:lnTo>
                  <a:lnTo>
                    <a:pt x="5389130" y="316765"/>
                  </a:lnTo>
                  <a:lnTo>
                    <a:pt x="5389224" y="316765"/>
                  </a:lnTo>
                  <a:lnTo>
                    <a:pt x="5389318" y="316765"/>
                  </a:lnTo>
                  <a:lnTo>
                    <a:pt x="5389412" y="316765"/>
                  </a:lnTo>
                  <a:lnTo>
                    <a:pt x="5389506" y="316765"/>
                  </a:lnTo>
                  <a:lnTo>
                    <a:pt x="5389600" y="316765"/>
                  </a:lnTo>
                  <a:lnTo>
                    <a:pt x="5389694" y="316765"/>
                  </a:lnTo>
                  <a:lnTo>
                    <a:pt x="5389788" y="316765"/>
                  </a:lnTo>
                  <a:lnTo>
                    <a:pt x="5389882" y="316765"/>
                  </a:lnTo>
                  <a:lnTo>
                    <a:pt x="5389976" y="316765"/>
                  </a:lnTo>
                  <a:lnTo>
                    <a:pt x="5390070" y="316765"/>
                  </a:lnTo>
                  <a:lnTo>
                    <a:pt x="5390164" y="316765"/>
                  </a:lnTo>
                  <a:lnTo>
                    <a:pt x="5390258" y="316765"/>
                  </a:lnTo>
                  <a:lnTo>
                    <a:pt x="5390352" y="316765"/>
                  </a:lnTo>
                  <a:lnTo>
                    <a:pt x="5390446" y="316765"/>
                  </a:lnTo>
                  <a:lnTo>
                    <a:pt x="5390540" y="316765"/>
                  </a:lnTo>
                  <a:lnTo>
                    <a:pt x="5390634" y="316765"/>
                  </a:lnTo>
                  <a:lnTo>
                    <a:pt x="5390729" y="316765"/>
                  </a:lnTo>
                  <a:lnTo>
                    <a:pt x="5390823" y="316765"/>
                  </a:lnTo>
                  <a:lnTo>
                    <a:pt x="5390917" y="316765"/>
                  </a:lnTo>
                  <a:lnTo>
                    <a:pt x="5391011" y="316765"/>
                  </a:lnTo>
                  <a:lnTo>
                    <a:pt x="5391105" y="316765"/>
                  </a:lnTo>
                  <a:lnTo>
                    <a:pt x="5391199" y="316765"/>
                  </a:lnTo>
                  <a:lnTo>
                    <a:pt x="5391293" y="316765"/>
                  </a:lnTo>
                  <a:lnTo>
                    <a:pt x="5391387" y="316765"/>
                  </a:lnTo>
                  <a:lnTo>
                    <a:pt x="5391481" y="316765"/>
                  </a:lnTo>
                  <a:lnTo>
                    <a:pt x="5391575" y="316765"/>
                  </a:lnTo>
                  <a:lnTo>
                    <a:pt x="5391669" y="316765"/>
                  </a:lnTo>
                  <a:lnTo>
                    <a:pt x="5391763" y="316765"/>
                  </a:lnTo>
                  <a:lnTo>
                    <a:pt x="5391857" y="316765"/>
                  </a:lnTo>
                  <a:lnTo>
                    <a:pt x="5391951" y="316765"/>
                  </a:lnTo>
                  <a:lnTo>
                    <a:pt x="5392045" y="316765"/>
                  </a:lnTo>
                  <a:lnTo>
                    <a:pt x="5392139" y="316765"/>
                  </a:lnTo>
                  <a:lnTo>
                    <a:pt x="5392233" y="316765"/>
                  </a:lnTo>
                  <a:lnTo>
                    <a:pt x="5392327" y="316765"/>
                  </a:lnTo>
                  <a:lnTo>
                    <a:pt x="5392421" y="316765"/>
                  </a:lnTo>
                  <a:lnTo>
                    <a:pt x="5392515" y="316765"/>
                  </a:lnTo>
                  <a:lnTo>
                    <a:pt x="5392609" y="316765"/>
                  </a:lnTo>
                  <a:lnTo>
                    <a:pt x="5392703" y="316765"/>
                  </a:lnTo>
                  <a:lnTo>
                    <a:pt x="5392797" y="316765"/>
                  </a:lnTo>
                  <a:lnTo>
                    <a:pt x="5392891" y="316765"/>
                  </a:lnTo>
                  <a:lnTo>
                    <a:pt x="5392985" y="316765"/>
                  </a:lnTo>
                  <a:lnTo>
                    <a:pt x="5393079" y="316765"/>
                  </a:lnTo>
                  <a:lnTo>
                    <a:pt x="5393173" y="316765"/>
                  </a:lnTo>
                  <a:lnTo>
                    <a:pt x="5393267" y="316765"/>
                  </a:lnTo>
                  <a:lnTo>
                    <a:pt x="5393361" y="316765"/>
                  </a:lnTo>
                  <a:lnTo>
                    <a:pt x="5393455" y="316765"/>
                  </a:lnTo>
                  <a:lnTo>
                    <a:pt x="5393549" y="316765"/>
                  </a:lnTo>
                  <a:lnTo>
                    <a:pt x="5393643" y="316765"/>
                  </a:lnTo>
                  <a:lnTo>
                    <a:pt x="5393737" y="316765"/>
                  </a:lnTo>
                  <a:lnTo>
                    <a:pt x="5393831" y="316765"/>
                  </a:lnTo>
                  <a:lnTo>
                    <a:pt x="5393925" y="316765"/>
                  </a:lnTo>
                  <a:lnTo>
                    <a:pt x="5394019" y="316765"/>
                  </a:lnTo>
                  <a:lnTo>
                    <a:pt x="5394019" y="311485"/>
                  </a:lnTo>
                  <a:lnTo>
                    <a:pt x="5394113" y="311485"/>
                  </a:lnTo>
                  <a:lnTo>
                    <a:pt x="5394207" y="311485"/>
                  </a:lnTo>
                  <a:lnTo>
                    <a:pt x="5394302" y="311485"/>
                  </a:lnTo>
                  <a:lnTo>
                    <a:pt x="5394396" y="311485"/>
                  </a:lnTo>
                  <a:lnTo>
                    <a:pt x="5394490" y="311485"/>
                  </a:lnTo>
                  <a:lnTo>
                    <a:pt x="5394584" y="311485"/>
                  </a:lnTo>
                  <a:lnTo>
                    <a:pt x="5394678" y="311485"/>
                  </a:lnTo>
                  <a:lnTo>
                    <a:pt x="5394772" y="311485"/>
                  </a:lnTo>
                  <a:lnTo>
                    <a:pt x="5394866" y="311485"/>
                  </a:lnTo>
                  <a:lnTo>
                    <a:pt x="5394960" y="311485"/>
                  </a:lnTo>
                  <a:lnTo>
                    <a:pt x="5395054" y="311485"/>
                  </a:lnTo>
                  <a:lnTo>
                    <a:pt x="5395148" y="311485"/>
                  </a:lnTo>
                  <a:lnTo>
                    <a:pt x="5395242" y="311485"/>
                  </a:lnTo>
                  <a:lnTo>
                    <a:pt x="5395336" y="311485"/>
                  </a:lnTo>
                  <a:lnTo>
                    <a:pt x="5395430" y="311485"/>
                  </a:lnTo>
                  <a:lnTo>
                    <a:pt x="5395524" y="311485"/>
                  </a:lnTo>
                  <a:lnTo>
                    <a:pt x="5395618" y="311485"/>
                  </a:lnTo>
                  <a:lnTo>
                    <a:pt x="5395712" y="311485"/>
                  </a:lnTo>
                  <a:lnTo>
                    <a:pt x="5395806" y="311485"/>
                  </a:lnTo>
                  <a:lnTo>
                    <a:pt x="5395900" y="311485"/>
                  </a:lnTo>
                  <a:lnTo>
                    <a:pt x="5395994" y="311485"/>
                  </a:lnTo>
                  <a:lnTo>
                    <a:pt x="5396088" y="311485"/>
                  </a:lnTo>
                  <a:lnTo>
                    <a:pt x="5396182" y="311485"/>
                  </a:lnTo>
                  <a:lnTo>
                    <a:pt x="5396276" y="311485"/>
                  </a:lnTo>
                  <a:lnTo>
                    <a:pt x="5396370" y="311485"/>
                  </a:lnTo>
                  <a:lnTo>
                    <a:pt x="5396464" y="311485"/>
                  </a:lnTo>
                  <a:lnTo>
                    <a:pt x="5396558" y="311485"/>
                  </a:lnTo>
                  <a:lnTo>
                    <a:pt x="5396652" y="311485"/>
                  </a:lnTo>
                  <a:lnTo>
                    <a:pt x="5396746" y="311485"/>
                  </a:lnTo>
                  <a:lnTo>
                    <a:pt x="5396840" y="311485"/>
                  </a:lnTo>
                  <a:lnTo>
                    <a:pt x="5396934" y="311485"/>
                  </a:lnTo>
                  <a:lnTo>
                    <a:pt x="5397028" y="311485"/>
                  </a:lnTo>
                  <a:lnTo>
                    <a:pt x="5397122" y="311485"/>
                  </a:lnTo>
                  <a:lnTo>
                    <a:pt x="5397216" y="311485"/>
                  </a:lnTo>
                  <a:lnTo>
                    <a:pt x="5397310" y="311485"/>
                  </a:lnTo>
                  <a:lnTo>
                    <a:pt x="5397404" y="311485"/>
                  </a:lnTo>
                  <a:lnTo>
                    <a:pt x="5397498" y="311485"/>
                  </a:lnTo>
                  <a:lnTo>
                    <a:pt x="5397592" y="311485"/>
                  </a:lnTo>
                  <a:lnTo>
                    <a:pt x="5397686" y="311485"/>
                  </a:lnTo>
                  <a:lnTo>
                    <a:pt x="5397781" y="311485"/>
                  </a:lnTo>
                  <a:lnTo>
                    <a:pt x="5397875" y="311485"/>
                  </a:lnTo>
                  <a:lnTo>
                    <a:pt x="5397969" y="311485"/>
                  </a:lnTo>
                  <a:lnTo>
                    <a:pt x="5398063" y="311485"/>
                  </a:lnTo>
                  <a:lnTo>
                    <a:pt x="5398157" y="311485"/>
                  </a:lnTo>
                  <a:lnTo>
                    <a:pt x="5398251" y="311485"/>
                  </a:lnTo>
                  <a:lnTo>
                    <a:pt x="5398345" y="311485"/>
                  </a:lnTo>
                  <a:lnTo>
                    <a:pt x="5398439" y="311485"/>
                  </a:lnTo>
                  <a:lnTo>
                    <a:pt x="5398533" y="311485"/>
                  </a:lnTo>
                  <a:lnTo>
                    <a:pt x="5398627" y="311485"/>
                  </a:lnTo>
                  <a:lnTo>
                    <a:pt x="5398721" y="311485"/>
                  </a:lnTo>
                  <a:lnTo>
                    <a:pt x="5398815" y="311485"/>
                  </a:lnTo>
                  <a:lnTo>
                    <a:pt x="5398909" y="311485"/>
                  </a:lnTo>
                  <a:lnTo>
                    <a:pt x="5399003" y="311485"/>
                  </a:lnTo>
                  <a:lnTo>
                    <a:pt x="5399097" y="311485"/>
                  </a:lnTo>
                  <a:lnTo>
                    <a:pt x="5399191" y="311485"/>
                  </a:lnTo>
                  <a:lnTo>
                    <a:pt x="5399285" y="311485"/>
                  </a:lnTo>
                  <a:lnTo>
                    <a:pt x="5399379" y="311485"/>
                  </a:lnTo>
                  <a:lnTo>
                    <a:pt x="5399473" y="311485"/>
                  </a:lnTo>
                  <a:lnTo>
                    <a:pt x="5399567" y="311485"/>
                  </a:lnTo>
                  <a:lnTo>
                    <a:pt x="5399661" y="311485"/>
                  </a:lnTo>
                  <a:lnTo>
                    <a:pt x="5399755" y="311485"/>
                  </a:lnTo>
                  <a:lnTo>
                    <a:pt x="5399849" y="311485"/>
                  </a:lnTo>
                  <a:lnTo>
                    <a:pt x="5399943" y="311485"/>
                  </a:lnTo>
                  <a:lnTo>
                    <a:pt x="5400037" y="311485"/>
                  </a:lnTo>
                  <a:lnTo>
                    <a:pt x="5400131" y="311485"/>
                  </a:lnTo>
                  <a:lnTo>
                    <a:pt x="5400225" y="311485"/>
                  </a:lnTo>
                  <a:lnTo>
                    <a:pt x="5400319" y="311485"/>
                  </a:lnTo>
                  <a:lnTo>
                    <a:pt x="5400413" y="311485"/>
                  </a:lnTo>
                  <a:lnTo>
                    <a:pt x="5400507" y="311485"/>
                  </a:lnTo>
                  <a:lnTo>
                    <a:pt x="5400601" y="311485"/>
                  </a:lnTo>
                  <a:lnTo>
                    <a:pt x="5400695" y="311485"/>
                  </a:lnTo>
                  <a:lnTo>
                    <a:pt x="5400789" y="311485"/>
                  </a:lnTo>
                  <a:lnTo>
                    <a:pt x="5400883" y="311485"/>
                  </a:lnTo>
                  <a:lnTo>
                    <a:pt x="5400977" y="311485"/>
                  </a:lnTo>
                  <a:lnTo>
                    <a:pt x="5401071" y="311485"/>
                  </a:lnTo>
                  <a:lnTo>
                    <a:pt x="5401165" y="311485"/>
                  </a:lnTo>
                  <a:lnTo>
                    <a:pt x="5401259" y="311485"/>
                  </a:lnTo>
                  <a:lnTo>
                    <a:pt x="5401354" y="311485"/>
                  </a:lnTo>
                  <a:lnTo>
                    <a:pt x="5401448" y="311485"/>
                  </a:lnTo>
                  <a:lnTo>
                    <a:pt x="5401542" y="311485"/>
                  </a:lnTo>
                  <a:lnTo>
                    <a:pt x="5401636" y="311485"/>
                  </a:lnTo>
                  <a:lnTo>
                    <a:pt x="5401730" y="311485"/>
                  </a:lnTo>
                  <a:lnTo>
                    <a:pt x="5401824" y="311485"/>
                  </a:lnTo>
                  <a:lnTo>
                    <a:pt x="5401918" y="311485"/>
                  </a:lnTo>
                  <a:lnTo>
                    <a:pt x="5402012" y="311485"/>
                  </a:lnTo>
                  <a:lnTo>
                    <a:pt x="5402106" y="311485"/>
                  </a:lnTo>
                  <a:lnTo>
                    <a:pt x="5402200" y="311485"/>
                  </a:lnTo>
                  <a:lnTo>
                    <a:pt x="5402294" y="311485"/>
                  </a:lnTo>
                  <a:lnTo>
                    <a:pt x="5402388" y="311485"/>
                  </a:lnTo>
                  <a:lnTo>
                    <a:pt x="5402482" y="311485"/>
                  </a:lnTo>
                  <a:lnTo>
                    <a:pt x="5402576" y="311485"/>
                  </a:lnTo>
                  <a:lnTo>
                    <a:pt x="5402670" y="311485"/>
                  </a:lnTo>
                  <a:lnTo>
                    <a:pt x="5402764" y="311485"/>
                  </a:lnTo>
                  <a:lnTo>
                    <a:pt x="5402858" y="311485"/>
                  </a:lnTo>
                  <a:lnTo>
                    <a:pt x="5402952" y="311485"/>
                  </a:lnTo>
                  <a:lnTo>
                    <a:pt x="5403046" y="311485"/>
                  </a:lnTo>
                  <a:lnTo>
                    <a:pt x="5403140" y="311485"/>
                  </a:lnTo>
                  <a:lnTo>
                    <a:pt x="5403234" y="311485"/>
                  </a:lnTo>
                  <a:lnTo>
                    <a:pt x="5403328" y="311485"/>
                  </a:lnTo>
                  <a:lnTo>
                    <a:pt x="5403422" y="311485"/>
                  </a:lnTo>
                  <a:lnTo>
                    <a:pt x="5403516" y="311485"/>
                  </a:lnTo>
                  <a:lnTo>
                    <a:pt x="5403610" y="311485"/>
                  </a:lnTo>
                  <a:lnTo>
                    <a:pt x="5403704" y="311485"/>
                  </a:lnTo>
                  <a:lnTo>
                    <a:pt x="5403798" y="311485"/>
                  </a:lnTo>
                  <a:lnTo>
                    <a:pt x="5403892" y="311485"/>
                  </a:lnTo>
                  <a:lnTo>
                    <a:pt x="5403986" y="311485"/>
                  </a:lnTo>
                  <a:lnTo>
                    <a:pt x="5404080" y="311485"/>
                  </a:lnTo>
                  <a:lnTo>
                    <a:pt x="5404174" y="311485"/>
                  </a:lnTo>
                  <a:lnTo>
                    <a:pt x="5404268" y="311485"/>
                  </a:lnTo>
                  <a:lnTo>
                    <a:pt x="5404362" y="311485"/>
                  </a:lnTo>
                  <a:lnTo>
                    <a:pt x="5404456" y="311485"/>
                  </a:lnTo>
                  <a:lnTo>
                    <a:pt x="5404550" y="311485"/>
                  </a:lnTo>
                  <a:lnTo>
                    <a:pt x="5404644" y="311485"/>
                  </a:lnTo>
                  <a:lnTo>
                    <a:pt x="5404738" y="311485"/>
                  </a:lnTo>
                  <a:lnTo>
                    <a:pt x="5404832" y="311485"/>
                  </a:lnTo>
                  <a:lnTo>
                    <a:pt x="5404927" y="311485"/>
                  </a:lnTo>
                  <a:lnTo>
                    <a:pt x="5405021" y="311485"/>
                  </a:lnTo>
                  <a:lnTo>
                    <a:pt x="5405115" y="311485"/>
                  </a:lnTo>
                  <a:lnTo>
                    <a:pt x="5405209" y="311485"/>
                  </a:lnTo>
                  <a:lnTo>
                    <a:pt x="5405303" y="311485"/>
                  </a:lnTo>
                  <a:lnTo>
                    <a:pt x="5405397" y="311485"/>
                  </a:lnTo>
                  <a:lnTo>
                    <a:pt x="5405491" y="311485"/>
                  </a:lnTo>
                  <a:lnTo>
                    <a:pt x="5405585" y="311485"/>
                  </a:lnTo>
                  <a:lnTo>
                    <a:pt x="5405679" y="311485"/>
                  </a:lnTo>
                  <a:lnTo>
                    <a:pt x="5405773" y="311485"/>
                  </a:lnTo>
                  <a:lnTo>
                    <a:pt x="5405867" y="311485"/>
                  </a:lnTo>
                  <a:lnTo>
                    <a:pt x="5405961" y="311485"/>
                  </a:lnTo>
                  <a:lnTo>
                    <a:pt x="5406055" y="311485"/>
                  </a:lnTo>
                  <a:lnTo>
                    <a:pt x="5406149" y="311485"/>
                  </a:lnTo>
                  <a:lnTo>
                    <a:pt x="5406243" y="311485"/>
                  </a:lnTo>
                  <a:lnTo>
                    <a:pt x="5406337" y="311485"/>
                  </a:lnTo>
                  <a:lnTo>
                    <a:pt x="5406431" y="311485"/>
                  </a:lnTo>
                  <a:lnTo>
                    <a:pt x="5406525" y="311485"/>
                  </a:lnTo>
                  <a:lnTo>
                    <a:pt x="5406619" y="311485"/>
                  </a:lnTo>
                  <a:lnTo>
                    <a:pt x="5406713" y="311485"/>
                  </a:lnTo>
                  <a:lnTo>
                    <a:pt x="5406807" y="311485"/>
                  </a:lnTo>
                  <a:lnTo>
                    <a:pt x="5406901" y="311485"/>
                  </a:lnTo>
                  <a:lnTo>
                    <a:pt x="5406995" y="311485"/>
                  </a:lnTo>
                  <a:lnTo>
                    <a:pt x="5407089" y="311485"/>
                  </a:lnTo>
                  <a:lnTo>
                    <a:pt x="5407183" y="311485"/>
                  </a:lnTo>
                  <a:lnTo>
                    <a:pt x="5407277" y="311485"/>
                  </a:lnTo>
                  <a:lnTo>
                    <a:pt x="5407371" y="311485"/>
                  </a:lnTo>
                  <a:lnTo>
                    <a:pt x="5407465" y="311485"/>
                  </a:lnTo>
                  <a:lnTo>
                    <a:pt x="5407559" y="311485"/>
                  </a:lnTo>
                  <a:lnTo>
                    <a:pt x="5407653" y="311485"/>
                  </a:lnTo>
                  <a:lnTo>
                    <a:pt x="5407747" y="311485"/>
                  </a:lnTo>
                  <a:lnTo>
                    <a:pt x="5407841" y="311485"/>
                  </a:lnTo>
                  <a:lnTo>
                    <a:pt x="5407935" y="311485"/>
                  </a:lnTo>
                  <a:lnTo>
                    <a:pt x="5408029" y="311485"/>
                  </a:lnTo>
                  <a:lnTo>
                    <a:pt x="5408123" y="311485"/>
                  </a:lnTo>
                  <a:lnTo>
                    <a:pt x="5408217" y="311485"/>
                  </a:lnTo>
                  <a:lnTo>
                    <a:pt x="5408311" y="311485"/>
                  </a:lnTo>
                  <a:lnTo>
                    <a:pt x="5408406" y="311485"/>
                  </a:lnTo>
                  <a:lnTo>
                    <a:pt x="5408500" y="311485"/>
                  </a:lnTo>
                  <a:lnTo>
                    <a:pt x="5408594" y="311485"/>
                  </a:lnTo>
                  <a:lnTo>
                    <a:pt x="5408688" y="311485"/>
                  </a:lnTo>
                  <a:lnTo>
                    <a:pt x="5408782" y="311485"/>
                  </a:lnTo>
                  <a:lnTo>
                    <a:pt x="5408876" y="311485"/>
                  </a:lnTo>
                  <a:lnTo>
                    <a:pt x="5408970" y="311485"/>
                  </a:lnTo>
                  <a:lnTo>
                    <a:pt x="5409064" y="311485"/>
                  </a:lnTo>
                  <a:lnTo>
                    <a:pt x="5409158" y="311485"/>
                  </a:lnTo>
                  <a:lnTo>
                    <a:pt x="5409252" y="311485"/>
                  </a:lnTo>
                  <a:lnTo>
                    <a:pt x="5409346" y="311485"/>
                  </a:lnTo>
                  <a:lnTo>
                    <a:pt x="5409440" y="311485"/>
                  </a:lnTo>
                  <a:lnTo>
                    <a:pt x="5409534" y="311485"/>
                  </a:lnTo>
                  <a:lnTo>
                    <a:pt x="5409628" y="311485"/>
                  </a:lnTo>
                  <a:lnTo>
                    <a:pt x="5409722" y="311485"/>
                  </a:lnTo>
                  <a:lnTo>
                    <a:pt x="5409816" y="311485"/>
                  </a:lnTo>
                  <a:lnTo>
                    <a:pt x="5409910" y="311485"/>
                  </a:lnTo>
                  <a:lnTo>
                    <a:pt x="5410004" y="311485"/>
                  </a:lnTo>
                  <a:lnTo>
                    <a:pt x="5410098" y="311485"/>
                  </a:lnTo>
                  <a:lnTo>
                    <a:pt x="5410192" y="311485"/>
                  </a:lnTo>
                  <a:lnTo>
                    <a:pt x="5410286" y="311485"/>
                  </a:lnTo>
                  <a:lnTo>
                    <a:pt x="5410380" y="311485"/>
                  </a:lnTo>
                  <a:lnTo>
                    <a:pt x="5410474" y="311485"/>
                  </a:lnTo>
                  <a:lnTo>
                    <a:pt x="5410568" y="311485"/>
                  </a:lnTo>
                  <a:lnTo>
                    <a:pt x="5410662" y="311485"/>
                  </a:lnTo>
                  <a:lnTo>
                    <a:pt x="5410756" y="311485"/>
                  </a:lnTo>
                  <a:lnTo>
                    <a:pt x="5410850" y="311485"/>
                  </a:lnTo>
                  <a:lnTo>
                    <a:pt x="5410944" y="311485"/>
                  </a:lnTo>
                  <a:lnTo>
                    <a:pt x="5411038" y="311485"/>
                  </a:lnTo>
                  <a:lnTo>
                    <a:pt x="5411132" y="311485"/>
                  </a:lnTo>
                  <a:lnTo>
                    <a:pt x="5411226" y="311485"/>
                  </a:lnTo>
                  <a:lnTo>
                    <a:pt x="5411320" y="311485"/>
                  </a:lnTo>
                  <a:lnTo>
                    <a:pt x="5411414" y="311485"/>
                  </a:lnTo>
                  <a:lnTo>
                    <a:pt x="5411508" y="311485"/>
                  </a:lnTo>
                  <a:lnTo>
                    <a:pt x="5411602" y="311485"/>
                  </a:lnTo>
                  <a:lnTo>
                    <a:pt x="5411696" y="311485"/>
                  </a:lnTo>
                  <a:lnTo>
                    <a:pt x="5411790" y="311485"/>
                  </a:lnTo>
                  <a:lnTo>
                    <a:pt x="5411884" y="311485"/>
                  </a:lnTo>
                  <a:lnTo>
                    <a:pt x="5411979" y="311485"/>
                  </a:lnTo>
                  <a:lnTo>
                    <a:pt x="5412073" y="311485"/>
                  </a:lnTo>
                  <a:lnTo>
                    <a:pt x="5412167" y="311485"/>
                  </a:lnTo>
                  <a:lnTo>
                    <a:pt x="5412261" y="311485"/>
                  </a:lnTo>
                  <a:lnTo>
                    <a:pt x="5412355" y="311485"/>
                  </a:lnTo>
                  <a:lnTo>
                    <a:pt x="5412449" y="311485"/>
                  </a:lnTo>
                  <a:lnTo>
                    <a:pt x="5412543" y="311485"/>
                  </a:lnTo>
                  <a:lnTo>
                    <a:pt x="5412637" y="311485"/>
                  </a:lnTo>
                  <a:lnTo>
                    <a:pt x="5412731" y="311485"/>
                  </a:lnTo>
                  <a:lnTo>
                    <a:pt x="5412825" y="311485"/>
                  </a:lnTo>
                  <a:lnTo>
                    <a:pt x="5412919" y="311485"/>
                  </a:lnTo>
                  <a:lnTo>
                    <a:pt x="5413013" y="311485"/>
                  </a:lnTo>
                  <a:lnTo>
                    <a:pt x="5413107" y="311485"/>
                  </a:lnTo>
                  <a:lnTo>
                    <a:pt x="5413201" y="311485"/>
                  </a:lnTo>
                  <a:lnTo>
                    <a:pt x="5413295" y="311485"/>
                  </a:lnTo>
                  <a:lnTo>
                    <a:pt x="5413389" y="311485"/>
                  </a:lnTo>
                  <a:lnTo>
                    <a:pt x="5413483" y="311485"/>
                  </a:lnTo>
                  <a:lnTo>
                    <a:pt x="5413577" y="311485"/>
                  </a:lnTo>
                  <a:lnTo>
                    <a:pt x="5413671" y="311485"/>
                  </a:lnTo>
                  <a:lnTo>
                    <a:pt x="5413765" y="311485"/>
                  </a:lnTo>
                  <a:lnTo>
                    <a:pt x="5413859" y="311485"/>
                  </a:lnTo>
                  <a:lnTo>
                    <a:pt x="5413953" y="311485"/>
                  </a:lnTo>
                  <a:lnTo>
                    <a:pt x="5414047" y="311485"/>
                  </a:lnTo>
                  <a:lnTo>
                    <a:pt x="5414141" y="311485"/>
                  </a:lnTo>
                  <a:lnTo>
                    <a:pt x="5414235" y="311485"/>
                  </a:lnTo>
                  <a:lnTo>
                    <a:pt x="5414329" y="311485"/>
                  </a:lnTo>
                  <a:lnTo>
                    <a:pt x="5414423" y="311485"/>
                  </a:lnTo>
                  <a:lnTo>
                    <a:pt x="5414517" y="311485"/>
                  </a:lnTo>
                  <a:lnTo>
                    <a:pt x="5414611" y="311485"/>
                  </a:lnTo>
                  <a:lnTo>
                    <a:pt x="5414705" y="311485"/>
                  </a:lnTo>
                  <a:lnTo>
                    <a:pt x="5414799" y="311485"/>
                  </a:lnTo>
                  <a:lnTo>
                    <a:pt x="5414893" y="311485"/>
                  </a:lnTo>
                  <a:lnTo>
                    <a:pt x="5414987" y="311485"/>
                  </a:lnTo>
                  <a:lnTo>
                    <a:pt x="5415081" y="311485"/>
                  </a:lnTo>
                  <a:lnTo>
                    <a:pt x="5415175" y="311485"/>
                  </a:lnTo>
                  <a:lnTo>
                    <a:pt x="5415269" y="311485"/>
                  </a:lnTo>
                  <a:lnTo>
                    <a:pt x="5415363" y="311485"/>
                  </a:lnTo>
                  <a:lnTo>
                    <a:pt x="5415457" y="311485"/>
                  </a:lnTo>
                  <a:lnTo>
                    <a:pt x="5415552" y="311485"/>
                  </a:lnTo>
                  <a:lnTo>
                    <a:pt x="5415646" y="311485"/>
                  </a:lnTo>
                  <a:lnTo>
                    <a:pt x="5415740" y="311485"/>
                  </a:lnTo>
                  <a:lnTo>
                    <a:pt x="5415834" y="311485"/>
                  </a:lnTo>
                  <a:lnTo>
                    <a:pt x="5415928" y="311485"/>
                  </a:lnTo>
                  <a:lnTo>
                    <a:pt x="5416022" y="311485"/>
                  </a:lnTo>
                  <a:lnTo>
                    <a:pt x="5416116" y="311485"/>
                  </a:lnTo>
                  <a:lnTo>
                    <a:pt x="5416210" y="311485"/>
                  </a:lnTo>
                  <a:lnTo>
                    <a:pt x="5416304" y="311485"/>
                  </a:lnTo>
                  <a:lnTo>
                    <a:pt x="5416398" y="311485"/>
                  </a:lnTo>
                  <a:lnTo>
                    <a:pt x="5416492" y="311485"/>
                  </a:lnTo>
                  <a:lnTo>
                    <a:pt x="5416586" y="311485"/>
                  </a:lnTo>
                  <a:lnTo>
                    <a:pt x="5416680" y="311485"/>
                  </a:lnTo>
                  <a:lnTo>
                    <a:pt x="5416774" y="311485"/>
                  </a:lnTo>
                  <a:lnTo>
                    <a:pt x="5416868" y="311485"/>
                  </a:lnTo>
                  <a:lnTo>
                    <a:pt x="5416962" y="311485"/>
                  </a:lnTo>
                  <a:lnTo>
                    <a:pt x="5417056" y="311485"/>
                  </a:lnTo>
                  <a:lnTo>
                    <a:pt x="5417150" y="311485"/>
                  </a:lnTo>
                  <a:lnTo>
                    <a:pt x="5417244" y="311485"/>
                  </a:lnTo>
                  <a:lnTo>
                    <a:pt x="5417338" y="311485"/>
                  </a:lnTo>
                  <a:lnTo>
                    <a:pt x="5417432" y="311485"/>
                  </a:lnTo>
                  <a:lnTo>
                    <a:pt x="5417526" y="311485"/>
                  </a:lnTo>
                  <a:lnTo>
                    <a:pt x="5417620" y="311485"/>
                  </a:lnTo>
                  <a:lnTo>
                    <a:pt x="5417714" y="311485"/>
                  </a:lnTo>
                  <a:lnTo>
                    <a:pt x="5417808" y="311485"/>
                  </a:lnTo>
                  <a:lnTo>
                    <a:pt x="5417902" y="311485"/>
                  </a:lnTo>
                  <a:lnTo>
                    <a:pt x="5417996" y="311485"/>
                  </a:lnTo>
                  <a:lnTo>
                    <a:pt x="5418090" y="311485"/>
                  </a:lnTo>
                  <a:lnTo>
                    <a:pt x="5418184" y="311485"/>
                  </a:lnTo>
                  <a:lnTo>
                    <a:pt x="5418278" y="311485"/>
                  </a:lnTo>
                  <a:lnTo>
                    <a:pt x="5418372" y="311485"/>
                  </a:lnTo>
                  <a:lnTo>
                    <a:pt x="5418466" y="311485"/>
                  </a:lnTo>
                  <a:lnTo>
                    <a:pt x="5418560" y="311485"/>
                  </a:lnTo>
                  <a:lnTo>
                    <a:pt x="5418654" y="311485"/>
                  </a:lnTo>
                  <a:lnTo>
                    <a:pt x="5418748" y="311485"/>
                  </a:lnTo>
                  <a:lnTo>
                    <a:pt x="5418842" y="311485"/>
                  </a:lnTo>
                  <a:lnTo>
                    <a:pt x="5418936" y="311485"/>
                  </a:lnTo>
                  <a:lnTo>
                    <a:pt x="5419031" y="311485"/>
                  </a:lnTo>
                  <a:lnTo>
                    <a:pt x="5419125" y="311485"/>
                  </a:lnTo>
                  <a:lnTo>
                    <a:pt x="5419219" y="311485"/>
                  </a:lnTo>
                  <a:lnTo>
                    <a:pt x="5419313" y="311485"/>
                  </a:lnTo>
                  <a:lnTo>
                    <a:pt x="5419407" y="311485"/>
                  </a:lnTo>
                  <a:lnTo>
                    <a:pt x="5419501" y="311485"/>
                  </a:lnTo>
                  <a:lnTo>
                    <a:pt x="5419595" y="311485"/>
                  </a:lnTo>
                  <a:lnTo>
                    <a:pt x="5419689" y="311485"/>
                  </a:lnTo>
                  <a:lnTo>
                    <a:pt x="5419783" y="311485"/>
                  </a:lnTo>
                  <a:lnTo>
                    <a:pt x="5419877" y="311485"/>
                  </a:lnTo>
                  <a:lnTo>
                    <a:pt x="5419971" y="311485"/>
                  </a:lnTo>
                  <a:lnTo>
                    <a:pt x="5420065" y="311485"/>
                  </a:lnTo>
                  <a:lnTo>
                    <a:pt x="5420159" y="311485"/>
                  </a:lnTo>
                  <a:lnTo>
                    <a:pt x="5420253" y="311485"/>
                  </a:lnTo>
                  <a:lnTo>
                    <a:pt x="5420347" y="311485"/>
                  </a:lnTo>
                  <a:lnTo>
                    <a:pt x="5420441" y="311485"/>
                  </a:lnTo>
                  <a:lnTo>
                    <a:pt x="5420535" y="311485"/>
                  </a:lnTo>
                  <a:lnTo>
                    <a:pt x="5420629" y="311485"/>
                  </a:lnTo>
                  <a:lnTo>
                    <a:pt x="5420723" y="311485"/>
                  </a:lnTo>
                  <a:lnTo>
                    <a:pt x="5420817" y="311485"/>
                  </a:lnTo>
                  <a:lnTo>
                    <a:pt x="5420911" y="311485"/>
                  </a:lnTo>
                  <a:lnTo>
                    <a:pt x="5421005" y="311485"/>
                  </a:lnTo>
                  <a:lnTo>
                    <a:pt x="5421099" y="311485"/>
                  </a:lnTo>
                  <a:lnTo>
                    <a:pt x="5421193" y="311485"/>
                  </a:lnTo>
                  <a:lnTo>
                    <a:pt x="5421287" y="311485"/>
                  </a:lnTo>
                  <a:lnTo>
                    <a:pt x="5421381" y="311485"/>
                  </a:lnTo>
                  <a:lnTo>
                    <a:pt x="5421475" y="311485"/>
                  </a:lnTo>
                  <a:lnTo>
                    <a:pt x="5421569" y="311485"/>
                  </a:lnTo>
                  <a:lnTo>
                    <a:pt x="5421663" y="311485"/>
                  </a:lnTo>
                  <a:lnTo>
                    <a:pt x="5421757" y="311485"/>
                  </a:lnTo>
                  <a:lnTo>
                    <a:pt x="5421851" y="311485"/>
                  </a:lnTo>
                  <a:lnTo>
                    <a:pt x="5421945" y="311485"/>
                  </a:lnTo>
                  <a:lnTo>
                    <a:pt x="5422039" y="311485"/>
                  </a:lnTo>
                  <a:lnTo>
                    <a:pt x="5422133" y="311485"/>
                  </a:lnTo>
                  <a:lnTo>
                    <a:pt x="5422227" y="311485"/>
                  </a:lnTo>
                  <a:lnTo>
                    <a:pt x="5422321" y="311485"/>
                  </a:lnTo>
                  <a:lnTo>
                    <a:pt x="5422415" y="311485"/>
                  </a:lnTo>
                  <a:lnTo>
                    <a:pt x="5422509" y="311485"/>
                  </a:lnTo>
                  <a:lnTo>
                    <a:pt x="5422604" y="311485"/>
                  </a:lnTo>
                  <a:lnTo>
                    <a:pt x="5422698" y="311485"/>
                  </a:lnTo>
                  <a:lnTo>
                    <a:pt x="5422792" y="311485"/>
                  </a:lnTo>
                  <a:lnTo>
                    <a:pt x="5422886" y="311485"/>
                  </a:lnTo>
                  <a:lnTo>
                    <a:pt x="5422980" y="311485"/>
                  </a:lnTo>
                  <a:lnTo>
                    <a:pt x="5423074" y="311485"/>
                  </a:lnTo>
                  <a:lnTo>
                    <a:pt x="5423168" y="311485"/>
                  </a:lnTo>
                  <a:lnTo>
                    <a:pt x="5423262" y="311485"/>
                  </a:lnTo>
                  <a:lnTo>
                    <a:pt x="5423356" y="311485"/>
                  </a:lnTo>
                  <a:lnTo>
                    <a:pt x="5423450" y="311485"/>
                  </a:lnTo>
                  <a:lnTo>
                    <a:pt x="5423544" y="311485"/>
                  </a:lnTo>
                  <a:lnTo>
                    <a:pt x="5423638" y="311485"/>
                  </a:lnTo>
                  <a:lnTo>
                    <a:pt x="5423732" y="311485"/>
                  </a:lnTo>
                  <a:lnTo>
                    <a:pt x="5423826" y="311485"/>
                  </a:lnTo>
                  <a:lnTo>
                    <a:pt x="5423920" y="311485"/>
                  </a:lnTo>
                  <a:lnTo>
                    <a:pt x="5424014" y="311485"/>
                  </a:lnTo>
                  <a:lnTo>
                    <a:pt x="5424108" y="311485"/>
                  </a:lnTo>
                  <a:lnTo>
                    <a:pt x="5424202" y="311485"/>
                  </a:lnTo>
                  <a:lnTo>
                    <a:pt x="5424296" y="311485"/>
                  </a:lnTo>
                  <a:lnTo>
                    <a:pt x="5424390" y="311485"/>
                  </a:lnTo>
                  <a:lnTo>
                    <a:pt x="5424484" y="311485"/>
                  </a:lnTo>
                  <a:lnTo>
                    <a:pt x="5424578" y="311485"/>
                  </a:lnTo>
                  <a:lnTo>
                    <a:pt x="5424672" y="311485"/>
                  </a:lnTo>
                  <a:lnTo>
                    <a:pt x="5424766" y="311485"/>
                  </a:lnTo>
                  <a:lnTo>
                    <a:pt x="5424860" y="311485"/>
                  </a:lnTo>
                  <a:lnTo>
                    <a:pt x="5424954" y="311485"/>
                  </a:lnTo>
                  <a:lnTo>
                    <a:pt x="5425048" y="311485"/>
                  </a:lnTo>
                  <a:lnTo>
                    <a:pt x="5425142" y="311485"/>
                  </a:lnTo>
                  <a:lnTo>
                    <a:pt x="5425236" y="311485"/>
                  </a:lnTo>
                  <a:lnTo>
                    <a:pt x="5425330" y="311485"/>
                  </a:lnTo>
                  <a:lnTo>
                    <a:pt x="5425424" y="311485"/>
                  </a:lnTo>
                  <a:lnTo>
                    <a:pt x="5425518" y="311485"/>
                  </a:lnTo>
                  <a:lnTo>
                    <a:pt x="5425612" y="311485"/>
                  </a:lnTo>
                  <a:lnTo>
                    <a:pt x="5425706" y="311485"/>
                  </a:lnTo>
                  <a:lnTo>
                    <a:pt x="5425800" y="311485"/>
                  </a:lnTo>
                  <a:lnTo>
                    <a:pt x="5425894" y="311485"/>
                  </a:lnTo>
                  <a:lnTo>
                    <a:pt x="5425988" y="311485"/>
                  </a:lnTo>
                  <a:lnTo>
                    <a:pt x="5426082" y="311485"/>
                  </a:lnTo>
                  <a:lnTo>
                    <a:pt x="5426177" y="311485"/>
                  </a:lnTo>
                  <a:lnTo>
                    <a:pt x="5426271" y="311485"/>
                  </a:lnTo>
                  <a:lnTo>
                    <a:pt x="5426365" y="311485"/>
                  </a:lnTo>
                  <a:lnTo>
                    <a:pt x="5426459" y="311485"/>
                  </a:lnTo>
                  <a:lnTo>
                    <a:pt x="5426553" y="311485"/>
                  </a:lnTo>
                  <a:lnTo>
                    <a:pt x="5426647" y="311485"/>
                  </a:lnTo>
                  <a:lnTo>
                    <a:pt x="5426741" y="311485"/>
                  </a:lnTo>
                  <a:lnTo>
                    <a:pt x="5426835" y="311485"/>
                  </a:lnTo>
                  <a:lnTo>
                    <a:pt x="5426929" y="311485"/>
                  </a:lnTo>
                  <a:lnTo>
                    <a:pt x="5427023" y="311485"/>
                  </a:lnTo>
                  <a:lnTo>
                    <a:pt x="5427117" y="311485"/>
                  </a:lnTo>
                  <a:lnTo>
                    <a:pt x="5427211" y="311485"/>
                  </a:lnTo>
                  <a:lnTo>
                    <a:pt x="5427305" y="311485"/>
                  </a:lnTo>
                  <a:lnTo>
                    <a:pt x="5427399" y="311485"/>
                  </a:lnTo>
                  <a:lnTo>
                    <a:pt x="5427493" y="311485"/>
                  </a:lnTo>
                  <a:lnTo>
                    <a:pt x="5427587" y="311485"/>
                  </a:lnTo>
                  <a:lnTo>
                    <a:pt x="5427681" y="311485"/>
                  </a:lnTo>
                  <a:lnTo>
                    <a:pt x="5427775" y="311485"/>
                  </a:lnTo>
                  <a:lnTo>
                    <a:pt x="5427869" y="311485"/>
                  </a:lnTo>
                  <a:lnTo>
                    <a:pt x="5427963" y="311485"/>
                  </a:lnTo>
                  <a:lnTo>
                    <a:pt x="5428057" y="311485"/>
                  </a:lnTo>
                  <a:lnTo>
                    <a:pt x="5428151" y="311485"/>
                  </a:lnTo>
                  <a:lnTo>
                    <a:pt x="5428245" y="311485"/>
                  </a:lnTo>
                  <a:lnTo>
                    <a:pt x="5428339" y="311485"/>
                  </a:lnTo>
                  <a:lnTo>
                    <a:pt x="5428433" y="311485"/>
                  </a:lnTo>
                  <a:lnTo>
                    <a:pt x="5428527" y="311485"/>
                  </a:lnTo>
                  <a:lnTo>
                    <a:pt x="5428621" y="311485"/>
                  </a:lnTo>
                  <a:lnTo>
                    <a:pt x="5428715" y="311485"/>
                  </a:lnTo>
                  <a:lnTo>
                    <a:pt x="5428809" y="311485"/>
                  </a:lnTo>
                  <a:lnTo>
                    <a:pt x="5428903" y="311485"/>
                  </a:lnTo>
                  <a:lnTo>
                    <a:pt x="5428997" y="311485"/>
                  </a:lnTo>
                  <a:lnTo>
                    <a:pt x="5429091" y="311485"/>
                  </a:lnTo>
                  <a:lnTo>
                    <a:pt x="5429185" y="311485"/>
                  </a:lnTo>
                  <a:lnTo>
                    <a:pt x="5429279" y="311485"/>
                  </a:lnTo>
                  <a:lnTo>
                    <a:pt x="5429373" y="311485"/>
                  </a:lnTo>
                  <a:lnTo>
                    <a:pt x="5429467" y="311485"/>
                  </a:lnTo>
                  <a:lnTo>
                    <a:pt x="5429561" y="311485"/>
                  </a:lnTo>
                  <a:lnTo>
                    <a:pt x="5429655" y="311485"/>
                  </a:lnTo>
                  <a:lnTo>
                    <a:pt x="5429750" y="311485"/>
                  </a:lnTo>
                  <a:lnTo>
                    <a:pt x="5429844" y="311485"/>
                  </a:lnTo>
                  <a:lnTo>
                    <a:pt x="5429938" y="311485"/>
                  </a:lnTo>
                  <a:lnTo>
                    <a:pt x="5430032" y="311485"/>
                  </a:lnTo>
                  <a:lnTo>
                    <a:pt x="5430126" y="311485"/>
                  </a:lnTo>
                  <a:lnTo>
                    <a:pt x="5430220" y="311485"/>
                  </a:lnTo>
                  <a:lnTo>
                    <a:pt x="5430314" y="311485"/>
                  </a:lnTo>
                  <a:lnTo>
                    <a:pt x="5430408" y="311485"/>
                  </a:lnTo>
                  <a:lnTo>
                    <a:pt x="5430502" y="311485"/>
                  </a:lnTo>
                  <a:lnTo>
                    <a:pt x="5430596" y="311485"/>
                  </a:lnTo>
                  <a:lnTo>
                    <a:pt x="5430690" y="311485"/>
                  </a:lnTo>
                  <a:lnTo>
                    <a:pt x="5430784" y="311485"/>
                  </a:lnTo>
                  <a:lnTo>
                    <a:pt x="5430878" y="311485"/>
                  </a:lnTo>
                  <a:lnTo>
                    <a:pt x="5430972" y="311485"/>
                  </a:lnTo>
                  <a:lnTo>
                    <a:pt x="5431066" y="311485"/>
                  </a:lnTo>
                  <a:lnTo>
                    <a:pt x="5431160" y="311485"/>
                  </a:lnTo>
                  <a:lnTo>
                    <a:pt x="5431254" y="311485"/>
                  </a:lnTo>
                  <a:lnTo>
                    <a:pt x="5431348" y="311485"/>
                  </a:lnTo>
                  <a:lnTo>
                    <a:pt x="5431442" y="311485"/>
                  </a:lnTo>
                  <a:lnTo>
                    <a:pt x="5431536" y="311485"/>
                  </a:lnTo>
                  <a:lnTo>
                    <a:pt x="5431630" y="311485"/>
                  </a:lnTo>
                  <a:lnTo>
                    <a:pt x="5431724" y="311485"/>
                  </a:lnTo>
                  <a:lnTo>
                    <a:pt x="5431818" y="311485"/>
                  </a:lnTo>
                  <a:lnTo>
                    <a:pt x="5431912" y="311485"/>
                  </a:lnTo>
                  <a:lnTo>
                    <a:pt x="5432006" y="311485"/>
                  </a:lnTo>
                  <a:lnTo>
                    <a:pt x="5432100" y="311485"/>
                  </a:lnTo>
                  <a:lnTo>
                    <a:pt x="5432194" y="311485"/>
                  </a:lnTo>
                  <a:lnTo>
                    <a:pt x="5432288" y="311485"/>
                  </a:lnTo>
                  <a:lnTo>
                    <a:pt x="5432382" y="311485"/>
                  </a:lnTo>
                  <a:lnTo>
                    <a:pt x="5432476" y="311485"/>
                  </a:lnTo>
                  <a:lnTo>
                    <a:pt x="5432570" y="311485"/>
                  </a:lnTo>
                  <a:lnTo>
                    <a:pt x="5432664" y="311485"/>
                  </a:lnTo>
                  <a:lnTo>
                    <a:pt x="5432758" y="311485"/>
                  </a:lnTo>
                  <a:lnTo>
                    <a:pt x="5432852" y="311485"/>
                  </a:lnTo>
                  <a:lnTo>
                    <a:pt x="5432946" y="311485"/>
                  </a:lnTo>
                  <a:lnTo>
                    <a:pt x="5433040" y="311485"/>
                  </a:lnTo>
                  <a:lnTo>
                    <a:pt x="5433134" y="311485"/>
                  </a:lnTo>
                  <a:lnTo>
                    <a:pt x="5433229" y="311485"/>
                  </a:lnTo>
                  <a:lnTo>
                    <a:pt x="5433323" y="311485"/>
                  </a:lnTo>
                  <a:lnTo>
                    <a:pt x="5433417" y="311485"/>
                  </a:lnTo>
                  <a:lnTo>
                    <a:pt x="5433511" y="311485"/>
                  </a:lnTo>
                  <a:lnTo>
                    <a:pt x="5433605" y="311485"/>
                  </a:lnTo>
                  <a:lnTo>
                    <a:pt x="5433699" y="311485"/>
                  </a:lnTo>
                  <a:lnTo>
                    <a:pt x="5433793" y="311485"/>
                  </a:lnTo>
                  <a:lnTo>
                    <a:pt x="5433887" y="311485"/>
                  </a:lnTo>
                  <a:lnTo>
                    <a:pt x="5433981" y="311485"/>
                  </a:lnTo>
                  <a:lnTo>
                    <a:pt x="5434075" y="311485"/>
                  </a:lnTo>
                  <a:lnTo>
                    <a:pt x="5434169" y="311485"/>
                  </a:lnTo>
                  <a:lnTo>
                    <a:pt x="5434263" y="311485"/>
                  </a:lnTo>
                  <a:lnTo>
                    <a:pt x="5434357" y="311485"/>
                  </a:lnTo>
                  <a:lnTo>
                    <a:pt x="5434451" y="311485"/>
                  </a:lnTo>
                  <a:lnTo>
                    <a:pt x="5434545" y="311485"/>
                  </a:lnTo>
                  <a:lnTo>
                    <a:pt x="5434639" y="311485"/>
                  </a:lnTo>
                  <a:lnTo>
                    <a:pt x="5434733" y="311485"/>
                  </a:lnTo>
                  <a:lnTo>
                    <a:pt x="5434827" y="311485"/>
                  </a:lnTo>
                  <a:lnTo>
                    <a:pt x="5434921" y="311485"/>
                  </a:lnTo>
                  <a:lnTo>
                    <a:pt x="5435015" y="311485"/>
                  </a:lnTo>
                  <a:lnTo>
                    <a:pt x="5435109" y="311485"/>
                  </a:lnTo>
                  <a:lnTo>
                    <a:pt x="5435203" y="311485"/>
                  </a:lnTo>
                  <a:lnTo>
                    <a:pt x="5435297" y="311485"/>
                  </a:lnTo>
                  <a:lnTo>
                    <a:pt x="5435391" y="311485"/>
                  </a:lnTo>
                  <a:lnTo>
                    <a:pt x="5435485" y="311485"/>
                  </a:lnTo>
                  <a:lnTo>
                    <a:pt x="5435579" y="311485"/>
                  </a:lnTo>
                  <a:lnTo>
                    <a:pt x="5435673" y="311485"/>
                  </a:lnTo>
                  <a:lnTo>
                    <a:pt x="5435767" y="311485"/>
                  </a:lnTo>
                  <a:lnTo>
                    <a:pt x="5435861" y="311485"/>
                  </a:lnTo>
                  <a:lnTo>
                    <a:pt x="5435955" y="311485"/>
                  </a:lnTo>
                  <a:lnTo>
                    <a:pt x="5436049" y="311485"/>
                  </a:lnTo>
                  <a:lnTo>
                    <a:pt x="5436143" y="311485"/>
                  </a:lnTo>
                  <a:lnTo>
                    <a:pt x="5436237" y="311485"/>
                  </a:lnTo>
                  <a:lnTo>
                    <a:pt x="5436331" y="311485"/>
                  </a:lnTo>
                  <a:lnTo>
                    <a:pt x="5436425" y="311485"/>
                  </a:lnTo>
                  <a:lnTo>
                    <a:pt x="5436519" y="311485"/>
                  </a:lnTo>
                  <a:lnTo>
                    <a:pt x="5436613" y="311485"/>
                  </a:lnTo>
                  <a:lnTo>
                    <a:pt x="5436707" y="311485"/>
                  </a:lnTo>
                  <a:lnTo>
                    <a:pt x="5436802" y="311485"/>
                  </a:lnTo>
                  <a:lnTo>
                    <a:pt x="5436896" y="311485"/>
                  </a:lnTo>
                  <a:lnTo>
                    <a:pt x="5436990" y="311485"/>
                  </a:lnTo>
                  <a:lnTo>
                    <a:pt x="5436990" y="306206"/>
                  </a:lnTo>
                  <a:lnTo>
                    <a:pt x="5437084" y="306206"/>
                  </a:lnTo>
                  <a:lnTo>
                    <a:pt x="5437178" y="306206"/>
                  </a:lnTo>
                  <a:lnTo>
                    <a:pt x="5437272" y="306206"/>
                  </a:lnTo>
                  <a:lnTo>
                    <a:pt x="5437366" y="306206"/>
                  </a:lnTo>
                  <a:lnTo>
                    <a:pt x="5437460" y="306206"/>
                  </a:lnTo>
                  <a:lnTo>
                    <a:pt x="5437554" y="306206"/>
                  </a:lnTo>
                  <a:lnTo>
                    <a:pt x="5437648" y="306206"/>
                  </a:lnTo>
                  <a:lnTo>
                    <a:pt x="5437742" y="306206"/>
                  </a:lnTo>
                  <a:lnTo>
                    <a:pt x="5437836" y="306206"/>
                  </a:lnTo>
                  <a:lnTo>
                    <a:pt x="5437930" y="306206"/>
                  </a:lnTo>
                  <a:lnTo>
                    <a:pt x="5438024" y="306206"/>
                  </a:lnTo>
                  <a:lnTo>
                    <a:pt x="5438118" y="306206"/>
                  </a:lnTo>
                  <a:lnTo>
                    <a:pt x="5438212" y="306206"/>
                  </a:lnTo>
                  <a:lnTo>
                    <a:pt x="5438306" y="306206"/>
                  </a:lnTo>
                  <a:lnTo>
                    <a:pt x="5438400" y="306206"/>
                  </a:lnTo>
                  <a:lnTo>
                    <a:pt x="5438494" y="306206"/>
                  </a:lnTo>
                  <a:lnTo>
                    <a:pt x="5438588" y="306206"/>
                  </a:lnTo>
                  <a:lnTo>
                    <a:pt x="5438682" y="306206"/>
                  </a:lnTo>
                  <a:lnTo>
                    <a:pt x="5438776" y="306206"/>
                  </a:lnTo>
                  <a:lnTo>
                    <a:pt x="5438870" y="306206"/>
                  </a:lnTo>
                  <a:lnTo>
                    <a:pt x="5438964" y="306206"/>
                  </a:lnTo>
                  <a:lnTo>
                    <a:pt x="5439058" y="306206"/>
                  </a:lnTo>
                  <a:lnTo>
                    <a:pt x="5439152" y="306206"/>
                  </a:lnTo>
                  <a:lnTo>
                    <a:pt x="5439246" y="306206"/>
                  </a:lnTo>
                  <a:lnTo>
                    <a:pt x="5439340" y="306206"/>
                  </a:lnTo>
                  <a:lnTo>
                    <a:pt x="5439434" y="306206"/>
                  </a:lnTo>
                  <a:lnTo>
                    <a:pt x="5439528" y="306206"/>
                  </a:lnTo>
                  <a:lnTo>
                    <a:pt x="5439622" y="306206"/>
                  </a:lnTo>
                  <a:lnTo>
                    <a:pt x="5439716" y="306206"/>
                  </a:lnTo>
                  <a:lnTo>
                    <a:pt x="5439810" y="306206"/>
                  </a:lnTo>
                  <a:lnTo>
                    <a:pt x="5439904" y="306206"/>
                  </a:lnTo>
                  <a:lnTo>
                    <a:pt x="5439998" y="306206"/>
                  </a:lnTo>
                  <a:lnTo>
                    <a:pt x="5440092" y="306206"/>
                  </a:lnTo>
                  <a:lnTo>
                    <a:pt x="5440186" y="306206"/>
                  </a:lnTo>
                  <a:lnTo>
                    <a:pt x="5440280" y="306206"/>
                  </a:lnTo>
                  <a:lnTo>
                    <a:pt x="5440375" y="306206"/>
                  </a:lnTo>
                  <a:lnTo>
                    <a:pt x="5440469" y="306206"/>
                  </a:lnTo>
                  <a:lnTo>
                    <a:pt x="5440563" y="306206"/>
                  </a:lnTo>
                  <a:lnTo>
                    <a:pt x="5440657" y="306206"/>
                  </a:lnTo>
                  <a:lnTo>
                    <a:pt x="5440751" y="306206"/>
                  </a:lnTo>
                  <a:lnTo>
                    <a:pt x="5440845" y="306206"/>
                  </a:lnTo>
                  <a:lnTo>
                    <a:pt x="5440939" y="306206"/>
                  </a:lnTo>
                  <a:lnTo>
                    <a:pt x="5441033" y="306206"/>
                  </a:lnTo>
                  <a:lnTo>
                    <a:pt x="5441127" y="306206"/>
                  </a:lnTo>
                  <a:lnTo>
                    <a:pt x="5441221" y="306206"/>
                  </a:lnTo>
                  <a:lnTo>
                    <a:pt x="5441315" y="306206"/>
                  </a:lnTo>
                  <a:lnTo>
                    <a:pt x="5441409" y="306206"/>
                  </a:lnTo>
                  <a:lnTo>
                    <a:pt x="5441503" y="306206"/>
                  </a:lnTo>
                  <a:lnTo>
                    <a:pt x="5441597" y="306206"/>
                  </a:lnTo>
                  <a:lnTo>
                    <a:pt x="5441691" y="306206"/>
                  </a:lnTo>
                  <a:lnTo>
                    <a:pt x="5441785" y="306206"/>
                  </a:lnTo>
                  <a:lnTo>
                    <a:pt x="5441879" y="306206"/>
                  </a:lnTo>
                  <a:lnTo>
                    <a:pt x="5441973" y="306206"/>
                  </a:lnTo>
                  <a:lnTo>
                    <a:pt x="5442067" y="306206"/>
                  </a:lnTo>
                  <a:lnTo>
                    <a:pt x="5442161" y="306206"/>
                  </a:lnTo>
                  <a:lnTo>
                    <a:pt x="5442255" y="306206"/>
                  </a:lnTo>
                  <a:lnTo>
                    <a:pt x="5442349" y="306206"/>
                  </a:lnTo>
                  <a:lnTo>
                    <a:pt x="5442443" y="306206"/>
                  </a:lnTo>
                  <a:lnTo>
                    <a:pt x="5442537" y="306206"/>
                  </a:lnTo>
                  <a:lnTo>
                    <a:pt x="5442631" y="306206"/>
                  </a:lnTo>
                  <a:lnTo>
                    <a:pt x="5442725" y="306206"/>
                  </a:lnTo>
                  <a:lnTo>
                    <a:pt x="5442819" y="306206"/>
                  </a:lnTo>
                  <a:lnTo>
                    <a:pt x="5442913" y="306206"/>
                  </a:lnTo>
                  <a:lnTo>
                    <a:pt x="5443007" y="306206"/>
                  </a:lnTo>
                  <a:lnTo>
                    <a:pt x="5443101" y="306206"/>
                  </a:lnTo>
                  <a:lnTo>
                    <a:pt x="5443195" y="306206"/>
                  </a:lnTo>
                  <a:lnTo>
                    <a:pt x="5443289" y="306206"/>
                  </a:lnTo>
                  <a:lnTo>
                    <a:pt x="5443383" y="306206"/>
                  </a:lnTo>
                  <a:lnTo>
                    <a:pt x="5443477" y="306206"/>
                  </a:lnTo>
                  <a:lnTo>
                    <a:pt x="5443571" y="306206"/>
                  </a:lnTo>
                  <a:lnTo>
                    <a:pt x="5443665" y="306206"/>
                  </a:lnTo>
                  <a:lnTo>
                    <a:pt x="5443759" y="306206"/>
                  </a:lnTo>
                  <a:lnTo>
                    <a:pt x="5443854" y="306206"/>
                  </a:lnTo>
                  <a:lnTo>
                    <a:pt x="5443948" y="306206"/>
                  </a:lnTo>
                  <a:lnTo>
                    <a:pt x="5444042" y="306206"/>
                  </a:lnTo>
                  <a:lnTo>
                    <a:pt x="5444136" y="306206"/>
                  </a:lnTo>
                  <a:lnTo>
                    <a:pt x="5444230" y="306206"/>
                  </a:lnTo>
                  <a:lnTo>
                    <a:pt x="5444324" y="306206"/>
                  </a:lnTo>
                  <a:lnTo>
                    <a:pt x="5444418" y="306206"/>
                  </a:lnTo>
                  <a:lnTo>
                    <a:pt x="5444512" y="306206"/>
                  </a:lnTo>
                  <a:lnTo>
                    <a:pt x="5444606" y="306206"/>
                  </a:lnTo>
                  <a:lnTo>
                    <a:pt x="5444700" y="306206"/>
                  </a:lnTo>
                  <a:lnTo>
                    <a:pt x="5444794" y="306206"/>
                  </a:lnTo>
                  <a:lnTo>
                    <a:pt x="5444888" y="306206"/>
                  </a:lnTo>
                  <a:lnTo>
                    <a:pt x="5444982" y="306206"/>
                  </a:lnTo>
                  <a:lnTo>
                    <a:pt x="5445076" y="306206"/>
                  </a:lnTo>
                  <a:lnTo>
                    <a:pt x="5445170" y="306206"/>
                  </a:lnTo>
                  <a:lnTo>
                    <a:pt x="5445264" y="306206"/>
                  </a:lnTo>
                  <a:lnTo>
                    <a:pt x="5445358" y="306206"/>
                  </a:lnTo>
                  <a:lnTo>
                    <a:pt x="5445452" y="306206"/>
                  </a:lnTo>
                  <a:lnTo>
                    <a:pt x="5445546" y="306206"/>
                  </a:lnTo>
                  <a:lnTo>
                    <a:pt x="5445640" y="306206"/>
                  </a:lnTo>
                  <a:lnTo>
                    <a:pt x="5445734" y="306206"/>
                  </a:lnTo>
                  <a:lnTo>
                    <a:pt x="5445828" y="306206"/>
                  </a:lnTo>
                  <a:lnTo>
                    <a:pt x="5445922" y="306206"/>
                  </a:lnTo>
                  <a:lnTo>
                    <a:pt x="5446016" y="306206"/>
                  </a:lnTo>
                  <a:lnTo>
                    <a:pt x="5446110" y="306206"/>
                  </a:lnTo>
                  <a:lnTo>
                    <a:pt x="5446204" y="306206"/>
                  </a:lnTo>
                  <a:lnTo>
                    <a:pt x="5446298" y="306206"/>
                  </a:lnTo>
                  <a:lnTo>
                    <a:pt x="5446392" y="306206"/>
                  </a:lnTo>
                  <a:lnTo>
                    <a:pt x="5446486" y="306206"/>
                  </a:lnTo>
                  <a:lnTo>
                    <a:pt x="5446580" y="306206"/>
                  </a:lnTo>
                  <a:lnTo>
                    <a:pt x="5446674" y="306206"/>
                  </a:lnTo>
                  <a:lnTo>
                    <a:pt x="5446768" y="306206"/>
                  </a:lnTo>
                  <a:lnTo>
                    <a:pt x="5446862" y="306206"/>
                  </a:lnTo>
                  <a:lnTo>
                    <a:pt x="5446956" y="306206"/>
                  </a:lnTo>
                  <a:lnTo>
                    <a:pt x="5447050" y="306206"/>
                  </a:lnTo>
                  <a:lnTo>
                    <a:pt x="5447144" y="306206"/>
                  </a:lnTo>
                  <a:lnTo>
                    <a:pt x="5447144" y="300927"/>
                  </a:lnTo>
                  <a:lnTo>
                    <a:pt x="5447238" y="300927"/>
                  </a:lnTo>
                  <a:lnTo>
                    <a:pt x="5447332" y="300927"/>
                  </a:lnTo>
                  <a:lnTo>
                    <a:pt x="5447427" y="300927"/>
                  </a:lnTo>
                  <a:lnTo>
                    <a:pt x="5447521" y="300927"/>
                  </a:lnTo>
                  <a:lnTo>
                    <a:pt x="5447615" y="300927"/>
                  </a:lnTo>
                  <a:lnTo>
                    <a:pt x="5447709" y="300927"/>
                  </a:lnTo>
                  <a:lnTo>
                    <a:pt x="5447803" y="300927"/>
                  </a:lnTo>
                  <a:lnTo>
                    <a:pt x="5447897" y="300927"/>
                  </a:lnTo>
                  <a:lnTo>
                    <a:pt x="5447991" y="300927"/>
                  </a:lnTo>
                  <a:lnTo>
                    <a:pt x="5448085" y="300927"/>
                  </a:lnTo>
                  <a:lnTo>
                    <a:pt x="5448179" y="300927"/>
                  </a:lnTo>
                  <a:lnTo>
                    <a:pt x="5448273" y="300927"/>
                  </a:lnTo>
                  <a:lnTo>
                    <a:pt x="5448367" y="300927"/>
                  </a:lnTo>
                  <a:lnTo>
                    <a:pt x="5448461" y="300927"/>
                  </a:lnTo>
                  <a:lnTo>
                    <a:pt x="5448555" y="300927"/>
                  </a:lnTo>
                  <a:lnTo>
                    <a:pt x="5448649" y="300927"/>
                  </a:lnTo>
                  <a:lnTo>
                    <a:pt x="5448743" y="300927"/>
                  </a:lnTo>
                  <a:lnTo>
                    <a:pt x="5448837" y="300927"/>
                  </a:lnTo>
                  <a:lnTo>
                    <a:pt x="5448931" y="300927"/>
                  </a:lnTo>
                  <a:lnTo>
                    <a:pt x="5449025" y="300927"/>
                  </a:lnTo>
                  <a:lnTo>
                    <a:pt x="5449119" y="300927"/>
                  </a:lnTo>
                  <a:lnTo>
                    <a:pt x="5449213" y="300927"/>
                  </a:lnTo>
                  <a:lnTo>
                    <a:pt x="5449307" y="300927"/>
                  </a:lnTo>
                  <a:lnTo>
                    <a:pt x="5449401" y="300927"/>
                  </a:lnTo>
                  <a:lnTo>
                    <a:pt x="5449495" y="300927"/>
                  </a:lnTo>
                  <a:lnTo>
                    <a:pt x="5449589" y="300927"/>
                  </a:lnTo>
                  <a:lnTo>
                    <a:pt x="5449683" y="300927"/>
                  </a:lnTo>
                  <a:lnTo>
                    <a:pt x="5449777" y="300927"/>
                  </a:lnTo>
                  <a:lnTo>
                    <a:pt x="5449871" y="300927"/>
                  </a:lnTo>
                  <a:lnTo>
                    <a:pt x="5449965" y="300927"/>
                  </a:lnTo>
                  <a:lnTo>
                    <a:pt x="5450059" y="300927"/>
                  </a:lnTo>
                  <a:lnTo>
                    <a:pt x="5450153" y="300927"/>
                  </a:lnTo>
                  <a:lnTo>
                    <a:pt x="5450247" y="300927"/>
                  </a:lnTo>
                  <a:lnTo>
                    <a:pt x="5450341" y="300927"/>
                  </a:lnTo>
                  <a:lnTo>
                    <a:pt x="5450435" y="300927"/>
                  </a:lnTo>
                  <a:lnTo>
                    <a:pt x="5450529" y="300927"/>
                  </a:lnTo>
                  <a:lnTo>
                    <a:pt x="5450623" y="300927"/>
                  </a:lnTo>
                  <a:lnTo>
                    <a:pt x="5450717" y="300927"/>
                  </a:lnTo>
                  <a:lnTo>
                    <a:pt x="5450811" y="300927"/>
                  </a:lnTo>
                  <a:lnTo>
                    <a:pt x="5450905" y="300927"/>
                  </a:lnTo>
                  <a:lnTo>
                    <a:pt x="5451000" y="300927"/>
                  </a:lnTo>
                  <a:lnTo>
                    <a:pt x="5451094" y="300927"/>
                  </a:lnTo>
                  <a:lnTo>
                    <a:pt x="5451188" y="300927"/>
                  </a:lnTo>
                  <a:lnTo>
                    <a:pt x="5451282" y="300927"/>
                  </a:lnTo>
                  <a:lnTo>
                    <a:pt x="5451376" y="300927"/>
                  </a:lnTo>
                  <a:lnTo>
                    <a:pt x="5451470" y="300927"/>
                  </a:lnTo>
                  <a:lnTo>
                    <a:pt x="5451564" y="300927"/>
                  </a:lnTo>
                  <a:lnTo>
                    <a:pt x="5451658" y="300927"/>
                  </a:lnTo>
                  <a:lnTo>
                    <a:pt x="5451752" y="300927"/>
                  </a:lnTo>
                  <a:lnTo>
                    <a:pt x="5451846" y="300927"/>
                  </a:lnTo>
                  <a:lnTo>
                    <a:pt x="5451940" y="300927"/>
                  </a:lnTo>
                  <a:lnTo>
                    <a:pt x="5452034" y="300927"/>
                  </a:lnTo>
                  <a:lnTo>
                    <a:pt x="5452128" y="300927"/>
                  </a:lnTo>
                  <a:lnTo>
                    <a:pt x="5452222" y="300927"/>
                  </a:lnTo>
                  <a:lnTo>
                    <a:pt x="5452316" y="300927"/>
                  </a:lnTo>
                  <a:lnTo>
                    <a:pt x="5452410" y="300927"/>
                  </a:lnTo>
                  <a:lnTo>
                    <a:pt x="5452504" y="300927"/>
                  </a:lnTo>
                  <a:lnTo>
                    <a:pt x="5452598" y="300927"/>
                  </a:lnTo>
                  <a:lnTo>
                    <a:pt x="5452692" y="300927"/>
                  </a:lnTo>
                  <a:lnTo>
                    <a:pt x="5452786" y="300927"/>
                  </a:lnTo>
                  <a:lnTo>
                    <a:pt x="5452880" y="300927"/>
                  </a:lnTo>
                  <a:lnTo>
                    <a:pt x="5452974" y="300927"/>
                  </a:lnTo>
                  <a:lnTo>
                    <a:pt x="5453068" y="300927"/>
                  </a:lnTo>
                  <a:lnTo>
                    <a:pt x="5453162" y="300927"/>
                  </a:lnTo>
                  <a:lnTo>
                    <a:pt x="5453256" y="300927"/>
                  </a:lnTo>
                  <a:lnTo>
                    <a:pt x="5453350" y="300927"/>
                  </a:lnTo>
                  <a:lnTo>
                    <a:pt x="5453444" y="300927"/>
                  </a:lnTo>
                  <a:lnTo>
                    <a:pt x="5453538" y="300927"/>
                  </a:lnTo>
                  <a:lnTo>
                    <a:pt x="5453632" y="300927"/>
                  </a:lnTo>
                  <a:lnTo>
                    <a:pt x="5453726" y="300927"/>
                  </a:lnTo>
                  <a:lnTo>
                    <a:pt x="5453820" y="300927"/>
                  </a:lnTo>
                  <a:lnTo>
                    <a:pt x="5453914" y="300927"/>
                  </a:lnTo>
                  <a:lnTo>
                    <a:pt x="5454008" y="300927"/>
                  </a:lnTo>
                  <a:lnTo>
                    <a:pt x="5454102" y="300927"/>
                  </a:lnTo>
                  <a:lnTo>
                    <a:pt x="5454196" y="300927"/>
                  </a:lnTo>
                  <a:lnTo>
                    <a:pt x="5454290" y="300927"/>
                  </a:lnTo>
                  <a:lnTo>
                    <a:pt x="5454384" y="300927"/>
                  </a:lnTo>
                  <a:lnTo>
                    <a:pt x="5454479" y="300927"/>
                  </a:lnTo>
                  <a:lnTo>
                    <a:pt x="5454573" y="300927"/>
                  </a:lnTo>
                  <a:lnTo>
                    <a:pt x="5454667" y="300927"/>
                  </a:lnTo>
                  <a:lnTo>
                    <a:pt x="5454761" y="300927"/>
                  </a:lnTo>
                  <a:lnTo>
                    <a:pt x="5454761" y="295647"/>
                  </a:lnTo>
                  <a:lnTo>
                    <a:pt x="5454855" y="295647"/>
                  </a:lnTo>
                  <a:lnTo>
                    <a:pt x="5454949" y="295647"/>
                  </a:lnTo>
                  <a:lnTo>
                    <a:pt x="5455043" y="295647"/>
                  </a:lnTo>
                  <a:lnTo>
                    <a:pt x="5455137" y="295647"/>
                  </a:lnTo>
                  <a:lnTo>
                    <a:pt x="5455231" y="295647"/>
                  </a:lnTo>
                  <a:lnTo>
                    <a:pt x="5455325" y="295647"/>
                  </a:lnTo>
                  <a:lnTo>
                    <a:pt x="5455419" y="295647"/>
                  </a:lnTo>
                  <a:lnTo>
                    <a:pt x="5455513" y="295647"/>
                  </a:lnTo>
                  <a:lnTo>
                    <a:pt x="5455607" y="295647"/>
                  </a:lnTo>
                  <a:lnTo>
                    <a:pt x="5455701" y="295647"/>
                  </a:lnTo>
                  <a:lnTo>
                    <a:pt x="5455795" y="295647"/>
                  </a:lnTo>
                  <a:lnTo>
                    <a:pt x="5455889" y="295647"/>
                  </a:lnTo>
                  <a:lnTo>
                    <a:pt x="5455983" y="295647"/>
                  </a:lnTo>
                  <a:lnTo>
                    <a:pt x="5456077" y="295647"/>
                  </a:lnTo>
                  <a:lnTo>
                    <a:pt x="5456171" y="295647"/>
                  </a:lnTo>
                  <a:lnTo>
                    <a:pt x="5456265" y="295647"/>
                  </a:lnTo>
                  <a:lnTo>
                    <a:pt x="5456359" y="295647"/>
                  </a:lnTo>
                  <a:lnTo>
                    <a:pt x="5456453" y="295647"/>
                  </a:lnTo>
                  <a:lnTo>
                    <a:pt x="5456547" y="295647"/>
                  </a:lnTo>
                  <a:lnTo>
                    <a:pt x="5456641" y="295647"/>
                  </a:lnTo>
                  <a:lnTo>
                    <a:pt x="5456735" y="295647"/>
                  </a:lnTo>
                  <a:lnTo>
                    <a:pt x="5456829" y="295647"/>
                  </a:lnTo>
                  <a:lnTo>
                    <a:pt x="5456923" y="295647"/>
                  </a:lnTo>
                  <a:lnTo>
                    <a:pt x="5457017" y="295647"/>
                  </a:lnTo>
                  <a:lnTo>
                    <a:pt x="5457111" y="295647"/>
                  </a:lnTo>
                  <a:lnTo>
                    <a:pt x="5457205" y="295647"/>
                  </a:lnTo>
                  <a:lnTo>
                    <a:pt x="5457299" y="295647"/>
                  </a:lnTo>
                  <a:lnTo>
                    <a:pt x="5457393" y="295647"/>
                  </a:lnTo>
                  <a:lnTo>
                    <a:pt x="5457487" y="295647"/>
                  </a:lnTo>
                  <a:lnTo>
                    <a:pt x="5457581" y="295647"/>
                  </a:lnTo>
                  <a:lnTo>
                    <a:pt x="5457675" y="295647"/>
                  </a:lnTo>
                  <a:lnTo>
                    <a:pt x="5457769" y="295647"/>
                  </a:lnTo>
                  <a:lnTo>
                    <a:pt x="5457863" y="295647"/>
                  </a:lnTo>
                  <a:lnTo>
                    <a:pt x="5457957" y="295647"/>
                  </a:lnTo>
                  <a:lnTo>
                    <a:pt x="5458052" y="295647"/>
                  </a:lnTo>
                  <a:lnTo>
                    <a:pt x="5458146" y="295647"/>
                  </a:lnTo>
                  <a:lnTo>
                    <a:pt x="5458240" y="295647"/>
                  </a:lnTo>
                  <a:lnTo>
                    <a:pt x="5458334" y="295647"/>
                  </a:lnTo>
                  <a:lnTo>
                    <a:pt x="5458428" y="295647"/>
                  </a:lnTo>
                  <a:lnTo>
                    <a:pt x="5458522" y="295647"/>
                  </a:lnTo>
                  <a:lnTo>
                    <a:pt x="5458616" y="295647"/>
                  </a:lnTo>
                  <a:lnTo>
                    <a:pt x="5458710" y="295647"/>
                  </a:lnTo>
                  <a:lnTo>
                    <a:pt x="5458804" y="295647"/>
                  </a:lnTo>
                  <a:lnTo>
                    <a:pt x="5458898" y="295647"/>
                  </a:lnTo>
                  <a:lnTo>
                    <a:pt x="5458992" y="295647"/>
                  </a:lnTo>
                  <a:lnTo>
                    <a:pt x="5459086" y="295647"/>
                  </a:lnTo>
                  <a:lnTo>
                    <a:pt x="5459180" y="295647"/>
                  </a:lnTo>
                  <a:lnTo>
                    <a:pt x="5459274" y="295647"/>
                  </a:lnTo>
                  <a:lnTo>
                    <a:pt x="5459368" y="295647"/>
                  </a:lnTo>
                  <a:lnTo>
                    <a:pt x="5459462" y="295647"/>
                  </a:lnTo>
                  <a:lnTo>
                    <a:pt x="5459556" y="295647"/>
                  </a:lnTo>
                  <a:lnTo>
                    <a:pt x="5459650" y="295647"/>
                  </a:lnTo>
                  <a:lnTo>
                    <a:pt x="5459744" y="295647"/>
                  </a:lnTo>
                  <a:lnTo>
                    <a:pt x="5459838" y="295647"/>
                  </a:lnTo>
                  <a:lnTo>
                    <a:pt x="5459932" y="295647"/>
                  </a:lnTo>
                  <a:lnTo>
                    <a:pt x="5460026" y="295647"/>
                  </a:lnTo>
                  <a:lnTo>
                    <a:pt x="5460120" y="295647"/>
                  </a:lnTo>
                  <a:lnTo>
                    <a:pt x="5460214" y="295647"/>
                  </a:lnTo>
                  <a:lnTo>
                    <a:pt x="5460308" y="295647"/>
                  </a:lnTo>
                  <a:lnTo>
                    <a:pt x="5460402" y="295647"/>
                  </a:lnTo>
                  <a:lnTo>
                    <a:pt x="5460496" y="295647"/>
                  </a:lnTo>
                  <a:lnTo>
                    <a:pt x="5460590" y="295647"/>
                  </a:lnTo>
                  <a:lnTo>
                    <a:pt x="5460684" y="295647"/>
                  </a:lnTo>
                  <a:lnTo>
                    <a:pt x="5460778" y="295647"/>
                  </a:lnTo>
                  <a:lnTo>
                    <a:pt x="5460872" y="295647"/>
                  </a:lnTo>
                  <a:lnTo>
                    <a:pt x="5460966" y="295647"/>
                  </a:lnTo>
                  <a:lnTo>
                    <a:pt x="5461060" y="295647"/>
                  </a:lnTo>
                  <a:lnTo>
                    <a:pt x="5461154" y="295647"/>
                  </a:lnTo>
                  <a:lnTo>
                    <a:pt x="5461248" y="295647"/>
                  </a:lnTo>
                  <a:lnTo>
                    <a:pt x="5461342" y="295647"/>
                  </a:lnTo>
                  <a:lnTo>
                    <a:pt x="5461436" y="295647"/>
                  </a:lnTo>
                  <a:lnTo>
                    <a:pt x="5461530" y="295647"/>
                  </a:lnTo>
                  <a:lnTo>
                    <a:pt x="5461625" y="295647"/>
                  </a:lnTo>
                  <a:lnTo>
                    <a:pt x="5461719" y="295647"/>
                  </a:lnTo>
                  <a:lnTo>
                    <a:pt x="5461813" y="295647"/>
                  </a:lnTo>
                  <a:lnTo>
                    <a:pt x="5461907" y="295647"/>
                  </a:lnTo>
                  <a:lnTo>
                    <a:pt x="5462001" y="295647"/>
                  </a:lnTo>
                  <a:lnTo>
                    <a:pt x="5462095" y="295647"/>
                  </a:lnTo>
                  <a:lnTo>
                    <a:pt x="5462189" y="295647"/>
                  </a:lnTo>
                  <a:lnTo>
                    <a:pt x="5462283" y="295647"/>
                  </a:lnTo>
                  <a:lnTo>
                    <a:pt x="5462377" y="295647"/>
                  </a:lnTo>
                  <a:lnTo>
                    <a:pt x="5462471" y="295647"/>
                  </a:lnTo>
                  <a:lnTo>
                    <a:pt x="5462471" y="290368"/>
                  </a:lnTo>
                  <a:lnTo>
                    <a:pt x="5462565" y="290368"/>
                  </a:lnTo>
                  <a:lnTo>
                    <a:pt x="5462659" y="290368"/>
                  </a:lnTo>
                  <a:lnTo>
                    <a:pt x="5462753" y="290368"/>
                  </a:lnTo>
                  <a:lnTo>
                    <a:pt x="5462847" y="290368"/>
                  </a:lnTo>
                  <a:lnTo>
                    <a:pt x="5462941" y="290368"/>
                  </a:lnTo>
                  <a:lnTo>
                    <a:pt x="5463035" y="290368"/>
                  </a:lnTo>
                  <a:lnTo>
                    <a:pt x="5463129" y="290368"/>
                  </a:lnTo>
                  <a:lnTo>
                    <a:pt x="5463223" y="290368"/>
                  </a:lnTo>
                  <a:lnTo>
                    <a:pt x="5463317" y="290368"/>
                  </a:lnTo>
                  <a:lnTo>
                    <a:pt x="5463411" y="290368"/>
                  </a:lnTo>
                  <a:lnTo>
                    <a:pt x="5463505" y="290368"/>
                  </a:lnTo>
                  <a:lnTo>
                    <a:pt x="5463599" y="290368"/>
                  </a:lnTo>
                  <a:lnTo>
                    <a:pt x="5463693" y="290368"/>
                  </a:lnTo>
                  <a:lnTo>
                    <a:pt x="5463787" y="290368"/>
                  </a:lnTo>
                  <a:lnTo>
                    <a:pt x="5463881" y="290368"/>
                  </a:lnTo>
                  <a:lnTo>
                    <a:pt x="5463975" y="290368"/>
                  </a:lnTo>
                  <a:lnTo>
                    <a:pt x="5464069" y="290368"/>
                  </a:lnTo>
                  <a:lnTo>
                    <a:pt x="5464163" y="290368"/>
                  </a:lnTo>
                  <a:lnTo>
                    <a:pt x="5464257" y="290368"/>
                  </a:lnTo>
                  <a:lnTo>
                    <a:pt x="5464351" y="290368"/>
                  </a:lnTo>
                  <a:lnTo>
                    <a:pt x="5464445" y="290368"/>
                  </a:lnTo>
                  <a:lnTo>
                    <a:pt x="5464445" y="285088"/>
                  </a:lnTo>
                  <a:lnTo>
                    <a:pt x="5464539" y="285088"/>
                  </a:lnTo>
                  <a:lnTo>
                    <a:pt x="5464633" y="285088"/>
                  </a:lnTo>
                  <a:lnTo>
                    <a:pt x="5464727" y="285088"/>
                  </a:lnTo>
                  <a:lnTo>
                    <a:pt x="5464821" y="285088"/>
                  </a:lnTo>
                  <a:lnTo>
                    <a:pt x="5464915" y="285088"/>
                  </a:lnTo>
                  <a:lnTo>
                    <a:pt x="5465009" y="285088"/>
                  </a:lnTo>
                  <a:lnTo>
                    <a:pt x="5465103" y="285088"/>
                  </a:lnTo>
                  <a:lnTo>
                    <a:pt x="5465198" y="285088"/>
                  </a:lnTo>
                  <a:lnTo>
                    <a:pt x="5465292" y="285088"/>
                  </a:lnTo>
                  <a:lnTo>
                    <a:pt x="5465386" y="285088"/>
                  </a:lnTo>
                  <a:lnTo>
                    <a:pt x="5465480" y="285088"/>
                  </a:lnTo>
                  <a:lnTo>
                    <a:pt x="5465574" y="285088"/>
                  </a:lnTo>
                  <a:lnTo>
                    <a:pt x="5465668" y="285088"/>
                  </a:lnTo>
                  <a:lnTo>
                    <a:pt x="5465762" y="285088"/>
                  </a:lnTo>
                  <a:lnTo>
                    <a:pt x="5465856" y="285088"/>
                  </a:lnTo>
                  <a:lnTo>
                    <a:pt x="5465950" y="285088"/>
                  </a:lnTo>
                  <a:lnTo>
                    <a:pt x="5466044" y="285088"/>
                  </a:lnTo>
                  <a:lnTo>
                    <a:pt x="5466138" y="285088"/>
                  </a:lnTo>
                  <a:lnTo>
                    <a:pt x="5466232" y="285088"/>
                  </a:lnTo>
                  <a:lnTo>
                    <a:pt x="5466326" y="285088"/>
                  </a:lnTo>
                  <a:lnTo>
                    <a:pt x="5466420" y="285088"/>
                  </a:lnTo>
                  <a:lnTo>
                    <a:pt x="5466514" y="285088"/>
                  </a:lnTo>
                  <a:lnTo>
                    <a:pt x="5466608" y="285088"/>
                  </a:lnTo>
                  <a:lnTo>
                    <a:pt x="5466702" y="285088"/>
                  </a:lnTo>
                  <a:lnTo>
                    <a:pt x="5466796" y="285088"/>
                  </a:lnTo>
                  <a:lnTo>
                    <a:pt x="5466890" y="285088"/>
                  </a:lnTo>
                  <a:lnTo>
                    <a:pt x="5466984" y="285088"/>
                  </a:lnTo>
                  <a:lnTo>
                    <a:pt x="5467078" y="285088"/>
                  </a:lnTo>
                  <a:lnTo>
                    <a:pt x="5467172" y="285088"/>
                  </a:lnTo>
                  <a:lnTo>
                    <a:pt x="5467266" y="285088"/>
                  </a:lnTo>
                  <a:lnTo>
                    <a:pt x="5467360" y="285088"/>
                  </a:lnTo>
                  <a:lnTo>
                    <a:pt x="5467454" y="285088"/>
                  </a:lnTo>
                  <a:lnTo>
                    <a:pt x="5467548" y="285088"/>
                  </a:lnTo>
                  <a:lnTo>
                    <a:pt x="5467642" y="285088"/>
                  </a:lnTo>
                  <a:lnTo>
                    <a:pt x="5467736" y="285088"/>
                  </a:lnTo>
                  <a:lnTo>
                    <a:pt x="5467830" y="285088"/>
                  </a:lnTo>
                  <a:lnTo>
                    <a:pt x="5467924" y="285088"/>
                  </a:lnTo>
                  <a:lnTo>
                    <a:pt x="5468018" y="285088"/>
                  </a:lnTo>
                  <a:lnTo>
                    <a:pt x="5468112" y="285088"/>
                  </a:lnTo>
                  <a:lnTo>
                    <a:pt x="5468206" y="285088"/>
                  </a:lnTo>
                  <a:lnTo>
                    <a:pt x="5468300" y="285088"/>
                  </a:lnTo>
                  <a:lnTo>
                    <a:pt x="5468394" y="285088"/>
                  </a:lnTo>
                  <a:lnTo>
                    <a:pt x="5468488" y="285088"/>
                  </a:lnTo>
                  <a:lnTo>
                    <a:pt x="5468582" y="285088"/>
                  </a:lnTo>
                  <a:lnTo>
                    <a:pt x="5468677" y="285088"/>
                  </a:lnTo>
                  <a:lnTo>
                    <a:pt x="5468771" y="285088"/>
                  </a:lnTo>
                  <a:lnTo>
                    <a:pt x="5468865" y="285088"/>
                  </a:lnTo>
                  <a:lnTo>
                    <a:pt x="5468959" y="285088"/>
                  </a:lnTo>
                  <a:lnTo>
                    <a:pt x="5469053" y="285088"/>
                  </a:lnTo>
                  <a:lnTo>
                    <a:pt x="5469147" y="285088"/>
                  </a:lnTo>
                  <a:lnTo>
                    <a:pt x="5469241" y="285088"/>
                  </a:lnTo>
                  <a:lnTo>
                    <a:pt x="5469335" y="285088"/>
                  </a:lnTo>
                  <a:lnTo>
                    <a:pt x="5469429" y="285088"/>
                  </a:lnTo>
                  <a:lnTo>
                    <a:pt x="5469523" y="285088"/>
                  </a:lnTo>
                  <a:lnTo>
                    <a:pt x="5469617" y="285088"/>
                  </a:lnTo>
                  <a:lnTo>
                    <a:pt x="5469711" y="285088"/>
                  </a:lnTo>
                  <a:lnTo>
                    <a:pt x="5469805" y="285088"/>
                  </a:lnTo>
                  <a:lnTo>
                    <a:pt x="5469899" y="285088"/>
                  </a:lnTo>
                  <a:lnTo>
                    <a:pt x="5469993" y="285088"/>
                  </a:lnTo>
                  <a:lnTo>
                    <a:pt x="5470087" y="285088"/>
                  </a:lnTo>
                  <a:lnTo>
                    <a:pt x="5470181" y="285088"/>
                  </a:lnTo>
                  <a:lnTo>
                    <a:pt x="5470275" y="285088"/>
                  </a:lnTo>
                  <a:lnTo>
                    <a:pt x="5470369" y="285088"/>
                  </a:lnTo>
                  <a:lnTo>
                    <a:pt x="5470463" y="285088"/>
                  </a:lnTo>
                  <a:lnTo>
                    <a:pt x="5470557" y="285088"/>
                  </a:lnTo>
                  <a:lnTo>
                    <a:pt x="5470651" y="285088"/>
                  </a:lnTo>
                  <a:lnTo>
                    <a:pt x="5470745" y="285088"/>
                  </a:lnTo>
                  <a:lnTo>
                    <a:pt x="5470745" y="279809"/>
                  </a:lnTo>
                  <a:lnTo>
                    <a:pt x="5470839" y="279809"/>
                  </a:lnTo>
                  <a:lnTo>
                    <a:pt x="5470933" y="279809"/>
                  </a:lnTo>
                  <a:lnTo>
                    <a:pt x="5471027" y="279809"/>
                  </a:lnTo>
                  <a:lnTo>
                    <a:pt x="5471121" y="279809"/>
                  </a:lnTo>
                  <a:lnTo>
                    <a:pt x="5471215" y="279809"/>
                  </a:lnTo>
                  <a:lnTo>
                    <a:pt x="5471309" y="279809"/>
                  </a:lnTo>
                  <a:lnTo>
                    <a:pt x="5471403" y="279809"/>
                  </a:lnTo>
                  <a:lnTo>
                    <a:pt x="5471497" y="279809"/>
                  </a:lnTo>
                  <a:lnTo>
                    <a:pt x="5471591" y="279809"/>
                  </a:lnTo>
                  <a:lnTo>
                    <a:pt x="5471685" y="279809"/>
                  </a:lnTo>
                  <a:lnTo>
                    <a:pt x="5471779" y="279809"/>
                  </a:lnTo>
                  <a:lnTo>
                    <a:pt x="5471873" y="279809"/>
                  </a:lnTo>
                  <a:lnTo>
                    <a:pt x="5471967" y="279809"/>
                  </a:lnTo>
                  <a:lnTo>
                    <a:pt x="5472061" y="279809"/>
                  </a:lnTo>
                  <a:lnTo>
                    <a:pt x="5472155" y="279809"/>
                  </a:lnTo>
                  <a:lnTo>
                    <a:pt x="5472250" y="279809"/>
                  </a:lnTo>
                  <a:lnTo>
                    <a:pt x="5472344" y="279809"/>
                  </a:lnTo>
                  <a:lnTo>
                    <a:pt x="5472438" y="279809"/>
                  </a:lnTo>
                  <a:lnTo>
                    <a:pt x="5472532" y="279809"/>
                  </a:lnTo>
                  <a:lnTo>
                    <a:pt x="5472626" y="279809"/>
                  </a:lnTo>
                  <a:lnTo>
                    <a:pt x="5472720" y="279809"/>
                  </a:lnTo>
                  <a:lnTo>
                    <a:pt x="5472814" y="279809"/>
                  </a:lnTo>
                  <a:lnTo>
                    <a:pt x="5472908" y="279809"/>
                  </a:lnTo>
                  <a:lnTo>
                    <a:pt x="5473002" y="279809"/>
                  </a:lnTo>
                  <a:lnTo>
                    <a:pt x="5473096" y="279809"/>
                  </a:lnTo>
                  <a:lnTo>
                    <a:pt x="5473190" y="279809"/>
                  </a:lnTo>
                  <a:lnTo>
                    <a:pt x="5473284" y="279809"/>
                  </a:lnTo>
                  <a:lnTo>
                    <a:pt x="5473378" y="279809"/>
                  </a:lnTo>
                  <a:lnTo>
                    <a:pt x="5473472" y="279809"/>
                  </a:lnTo>
                  <a:lnTo>
                    <a:pt x="5473566" y="279809"/>
                  </a:lnTo>
                  <a:lnTo>
                    <a:pt x="5473660" y="279809"/>
                  </a:lnTo>
                  <a:lnTo>
                    <a:pt x="5473754" y="279809"/>
                  </a:lnTo>
                  <a:lnTo>
                    <a:pt x="5473848" y="279809"/>
                  </a:lnTo>
                  <a:lnTo>
                    <a:pt x="5473942" y="279809"/>
                  </a:lnTo>
                  <a:lnTo>
                    <a:pt x="5474036" y="279809"/>
                  </a:lnTo>
                  <a:lnTo>
                    <a:pt x="5474130" y="279809"/>
                  </a:lnTo>
                  <a:lnTo>
                    <a:pt x="5474224" y="279809"/>
                  </a:lnTo>
                  <a:lnTo>
                    <a:pt x="5474318" y="279809"/>
                  </a:lnTo>
                  <a:lnTo>
                    <a:pt x="5474412" y="279809"/>
                  </a:lnTo>
                  <a:lnTo>
                    <a:pt x="5474506" y="279809"/>
                  </a:lnTo>
                  <a:lnTo>
                    <a:pt x="5474600" y="279809"/>
                  </a:lnTo>
                  <a:lnTo>
                    <a:pt x="5474694" y="279809"/>
                  </a:lnTo>
                  <a:lnTo>
                    <a:pt x="5474788" y="279809"/>
                  </a:lnTo>
                  <a:lnTo>
                    <a:pt x="5474882" y="279809"/>
                  </a:lnTo>
                  <a:lnTo>
                    <a:pt x="5474976" y="279809"/>
                  </a:lnTo>
                  <a:lnTo>
                    <a:pt x="5475070" y="279809"/>
                  </a:lnTo>
                  <a:lnTo>
                    <a:pt x="5475164" y="279809"/>
                  </a:lnTo>
                  <a:lnTo>
                    <a:pt x="5475258" y="279809"/>
                  </a:lnTo>
                  <a:lnTo>
                    <a:pt x="5475352" y="279809"/>
                  </a:lnTo>
                  <a:lnTo>
                    <a:pt x="5475446" y="279809"/>
                  </a:lnTo>
                  <a:lnTo>
                    <a:pt x="5475540" y="279809"/>
                  </a:lnTo>
                  <a:lnTo>
                    <a:pt x="5475634" y="279809"/>
                  </a:lnTo>
                  <a:lnTo>
                    <a:pt x="5475728" y="279809"/>
                  </a:lnTo>
                  <a:lnTo>
                    <a:pt x="5475823" y="279809"/>
                  </a:lnTo>
                  <a:lnTo>
                    <a:pt x="5475917" y="279809"/>
                  </a:lnTo>
                  <a:lnTo>
                    <a:pt x="5476011" y="279809"/>
                  </a:lnTo>
                  <a:lnTo>
                    <a:pt x="5476105" y="279809"/>
                  </a:lnTo>
                  <a:lnTo>
                    <a:pt x="5476199" y="279809"/>
                  </a:lnTo>
                  <a:lnTo>
                    <a:pt x="5476293" y="279809"/>
                  </a:lnTo>
                  <a:lnTo>
                    <a:pt x="5476387" y="279809"/>
                  </a:lnTo>
                  <a:lnTo>
                    <a:pt x="5476481" y="279809"/>
                  </a:lnTo>
                  <a:lnTo>
                    <a:pt x="5476575" y="279809"/>
                  </a:lnTo>
                  <a:lnTo>
                    <a:pt x="5476669" y="279809"/>
                  </a:lnTo>
                  <a:lnTo>
                    <a:pt x="5476763" y="279809"/>
                  </a:lnTo>
                  <a:lnTo>
                    <a:pt x="5476857" y="279809"/>
                  </a:lnTo>
                  <a:lnTo>
                    <a:pt x="5476951" y="279809"/>
                  </a:lnTo>
                  <a:lnTo>
                    <a:pt x="5477045" y="279809"/>
                  </a:lnTo>
                  <a:lnTo>
                    <a:pt x="5477139" y="279809"/>
                  </a:lnTo>
                  <a:lnTo>
                    <a:pt x="5477233" y="279809"/>
                  </a:lnTo>
                  <a:lnTo>
                    <a:pt x="5477327" y="279809"/>
                  </a:lnTo>
                  <a:lnTo>
                    <a:pt x="5477421" y="279809"/>
                  </a:lnTo>
                  <a:lnTo>
                    <a:pt x="5477515" y="279809"/>
                  </a:lnTo>
                  <a:lnTo>
                    <a:pt x="5477609" y="279809"/>
                  </a:lnTo>
                  <a:lnTo>
                    <a:pt x="5477703" y="279809"/>
                  </a:lnTo>
                  <a:lnTo>
                    <a:pt x="5477797" y="279809"/>
                  </a:lnTo>
                  <a:lnTo>
                    <a:pt x="5477891" y="279809"/>
                  </a:lnTo>
                  <a:lnTo>
                    <a:pt x="5477985" y="279809"/>
                  </a:lnTo>
                  <a:lnTo>
                    <a:pt x="5478079" y="279809"/>
                  </a:lnTo>
                  <a:lnTo>
                    <a:pt x="5478173" y="279809"/>
                  </a:lnTo>
                  <a:lnTo>
                    <a:pt x="5478267" y="279809"/>
                  </a:lnTo>
                  <a:lnTo>
                    <a:pt x="5478361" y="279809"/>
                  </a:lnTo>
                  <a:lnTo>
                    <a:pt x="5478455" y="279809"/>
                  </a:lnTo>
                  <a:lnTo>
                    <a:pt x="5478549" y="279809"/>
                  </a:lnTo>
                  <a:lnTo>
                    <a:pt x="5478643" y="279809"/>
                  </a:lnTo>
                  <a:lnTo>
                    <a:pt x="5478737" y="279809"/>
                  </a:lnTo>
                  <a:lnTo>
                    <a:pt x="5478831" y="279809"/>
                  </a:lnTo>
                  <a:lnTo>
                    <a:pt x="5478925" y="279809"/>
                  </a:lnTo>
                  <a:lnTo>
                    <a:pt x="5479019" y="279809"/>
                  </a:lnTo>
                  <a:lnTo>
                    <a:pt x="5479113" y="279809"/>
                  </a:lnTo>
                  <a:lnTo>
                    <a:pt x="5479207" y="279809"/>
                  </a:lnTo>
                  <a:lnTo>
                    <a:pt x="5479302" y="279809"/>
                  </a:lnTo>
                  <a:lnTo>
                    <a:pt x="5479396" y="279809"/>
                  </a:lnTo>
                  <a:lnTo>
                    <a:pt x="5479490" y="279809"/>
                  </a:lnTo>
                  <a:lnTo>
                    <a:pt x="5479584" y="279809"/>
                  </a:lnTo>
                  <a:lnTo>
                    <a:pt x="5479678" y="279809"/>
                  </a:lnTo>
                  <a:lnTo>
                    <a:pt x="5479772" y="279809"/>
                  </a:lnTo>
                  <a:lnTo>
                    <a:pt x="5479866" y="279809"/>
                  </a:lnTo>
                  <a:lnTo>
                    <a:pt x="5479960" y="279809"/>
                  </a:lnTo>
                  <a:lnTo>
                    <a:pt x="5480054" y="279809"/>
                  </a:lnTo>
                  <a:lnTo>
                    <a:pt x="5480148" y="279809"/>
                  </a:lnTo>
                  <a:lnTo>
                    <a:pt x="5480242" y="279809"/>
                  </a:lnTo>
                  <a:lnTo>
                    <a:pt x="5480336" y="279809"/>
                  </a:lnTo>
                  <a:lnTo>
                    <a:pt x="5480430" y="279809"/>
                  </a:lnTo>
                  <a:lnTo>
                    <a:pt x="5480524" y="279809"/>
                  </a:lnTo>
                  <a:lnTo>
                    <a:pt x="5480618" y="279809"/>
                  </a:lnTo>
                  <a:lnTo>
                    <a:pt x="5480712" y="279809"/>
                  </a:lnTo>
                  <a:lnTo>
                    <a:pt x="5480806" y="279809"/>
                  </a:lnTo>
                  <a:lnTo>
                    <a:pt x="5480900" y="279809"/>
                  </a:lnTo>
                  <a:lnTo>
                    <a:pt x="5480994" y="279809"/>
                  </a:lnTo>
                  <a:lnTo>
                    <a:pt x="5481088" y="279809"/>
                  </a:lnTo>
                  <a:lnTo>
                    <a:pt x="5481182" y="279809"/>
                  </a:lnTo>
                  <a:lnTo>
                    <a:pt x="5481276" y="279809"/>
                  </a:lnTo>
                  <a:lnTo>
                    <a:pt x="5481370" y="279809"/>
                  </a:lnTo>
                  <a:lnTo>
                    <a:pt x="5481464" y="279809"/>
                  </a:lnTo>
                  <a:lnTo>
                    <a:pt x="5481558" y="279809"/>
                  </a:lnTo>
                  <a:lnTo>
                    <a:pt x="5481652" y="279809"/>
                  </a:lnTo>
                  <a:lnTo>
                    <a:pt x="5481746" y="279809"/>
                  </a:lnTo>
                  <a:lnTo>
                    <a:pt x="5481840" y="279809"/>
                  </a:lnTo>
                  <a:lnTo>
                    <a:pt x="5481934" y="279809"/>
                  </a:lnTo>
                  <a:lnTo>
                    <a:pt x="5482028" y="279809"/>
                  </a:lnTo>
                  <a:lnTo>
                    <a:pt x="5482122" y="279809"/>
                  </a:lnTo>
                  <a:lnTo>
                    <a:pt x="5482216" y="279809"/>
                  </a:lnTo>
                  <a:lnTo>
                    <a:pt x="5482310" y="279809"/>
                  </a:lnTo>
                  <a:lnTo>
                    <a:pt x="5482404" y="279809"/>
                  </a:lnTo>
                  <a:lnTo>
                    <a:pt x="5482498" y="279809"/>
                  </a:lnTo>
                  <a:lnTo>
                    <a:pt x="5482592" y="279809"/>
                  </a:lnTo>
                  <a:lnTo>
                    <a:pt x="5482686" y="279809"/>
                  </a:lnTo>
                  <a:lnTo>
                    <a:pt x="5482780" y="279809"/>
                  </a:lnTo>
                  <a:lnTo>
                    <a:pt x="5482875" y="279809"/>
                  </a:lnTo>
                  <a:lnTo>
                    <a:pt x="5482969" y="279809"/>
                  </a:lnTo>
                  <a:lnTo>
                    <a:pt x="5483063" y="279809"/>
                  </a:lnTo>
                  <a:lnTo>
                    <a:pt x="5483157" y="279809"/>
                  </a:lnTo>
                  <a:lnTo>
                    <a:pt x="5483251" y="279809"/>
                  </a:lnTo>
                  <a:lnTo>
                    <a:pt x="5483345" y="279809"/>
                  </a:lnTo>
                  <a:lnTo>
                    <a:pt x="5483439" y="279809"/>
                  </a:lnTo>
                  <a:lnTo>
                    <a:pt x="5483533" y="279809"/>
                  </a:lnTo>
                  <a:lnTo>
                    <a:pt x="5483627" y="279809"/>
                  </a:lnTo>
                  <a:lnTo>
                    <a:pt x="5483627" y="274529"/>
                  </a:lnTo>
                  <a:lnTo>
                    <a:pt x="5483721" y="274529"/>
                  </a:lnTo>
                  <a:lnTo>
                    <a:pt x="5483815" y="274529"/>
                  </a:lnTo>
                  <a:lnTo>
                    <a:pt x="5483909" y="274529"/>
                  </a:lnTo>
                  <a:lnTo>
                    <a:pt x="5484003" y="274529"/>
                  </a:lnTo>
                  <a:lnTo>
                    <a:pt x="5484097" y="274529"/>
                  </a:lnTo>
                  <a:lnTo>
                    <a:pt x="5484191" y="274529"/>
                  </a:lnTo>
                  <a:lnTo>
                    <a:pt x="5484285" y="274529"/>
                  </a:lnTo>
                  <a:lnTo>
                    <a:pt x="5484379" y="274529"/>
                  </a:lnTo>
                  <a:lnTo>
                    <a:pt x="5484473" y="274529"/>
                  </a:lnTo>
                  <a:lnTo>
                    <a:pt x="5484567" y="274529"/>
                  </a:lnTo>
                  <a:lnTo>
                    <a:pt x="5484661" y="274529"/>
                  </a:lnTo>
                  <a:lnTo>
                    <a:pt x="5484755" y="274529"/>
                  </a:lnTo>
                  <a:lnTo>
                    <a:pt x="5484849" y="274529"/>
                  </a:lnTo>
                  <a:lnTo>
                    <a:pt x="5484943" y="274529"/>
                  </a:lnTo>
                  <a:lnTo>
                    <a:pt x="5485037" y="274529"/>
                  </a:lnTo>
                  <a:lnTo>
                    <a:pt x="5485131" y="274529"/>
                  </a:lnTo>
                  <a:lnTo>
                    <a:pt x="5485225" y="274529"/>
                  </a:lnTo>
                  <a:lnTo>
                    <a:pt x="5485319" y="274529"/>
                  </a:lnTo>
                  <a:lnTo>
                    <a:pt x="5485413" y="274529"/>
                  </a:lnTo>
                  <a:lnTo>
                    <a:pt x="5485507" y="274529"/>
                  </a:lnTo>
                  <a:lnTo>
                    <a:pt x="5485601" y="274529"/>
                  </a:lnTo>
                  <a:lnTo>
                    <a:pt x="5485695" y="274529"/>
                  </a:lnTo>
                  <a:lnTo>
                    <a:pt x="5485789" y="274529"/>
                  </a:lnTo>
                  <a:lnTo>
                    <a:pt x="5485883" y="274529"/>
                  </a:lnTo>
                  <a:lnTo>
                    <a:pt x="5485977" y="274529"/>
                  </a:lnTo>
                  <a:lnTo>
                    <a:pt x="5486071" y="274529"/>
                  </a:lnTo>
                  <a:lnTo>
                    <a:pt x="5486165" y="274529"/>
                  </a:lnTo>
                  <a:lnTo>
                    <a:pt x="5486259" y="274529"/>
                  </a:lnTo>
                  <a:lnTo>
                    <a:pt x="5486353" y="274529"/>
                  </a:lnTo>
                  <a:lnTo>
                    <a:pt x="5486448" y="274529"/>
                  </a:lnTo>
                  <a:lnTo>
                    <a:pt x="5486542" y="274529"/>
                  </a:lnTo>
                  <a:lnTo>
                    <a:pt x="5486636" y="274529"/>
                  </a:lnTo>
                  <a:lnTo>
                    <a:pt x="5486730" y="274529"/>
                  </a:lnTo>
                  <a:lnTo>
                    <a:pt x="5486824" y="274529"/>
                  </a:lnTo>
                  <a:lnTo>
                    <a:pt x="5486918" y="274529"/>
                  </a:lnTo>
                  <a:lnTo>
                    <a:pt x="5487012" y="274529"/>
                  </a:lnTo>
                  <a:lnTo>
                    <a:pt x="5487106" y="274529"/>
                  </a:lnTo>
                  <a:lnTo>
                    <a:pt x="5487200" y="274529"/>
                  </a:lnTo>
                  <a:lnTo>
                    <a:pt x="5487294" y="274529"/>
                  </a:lnTo>
                  <a:lnTo>
                    <a:pt x="5487388" y="274529"/>
                  </a:lnTo>
                  <a:lnTo>
                    <a:pt x="5487482" y="274529"/>
                  </a:lnTo>
                  <a:lnTo>
                    <a:pt x="5487576" y="274529"/>
                  </a:lnTo>
                  <a:lnTo>
                    <a:pt x="5487670" y="274529"/>
                  </a:lnTo>
                  <a:lnTo>
                    <a:pt x="5487764" y="274529"/>
                  </a:lnTo>
                  <a:lnTo>
                    <a:pt x="5487858" y="274529"/>
                  </a:lnTo>
                  <a:lnTo>
                    <a:pt x="5487952" y="274529"/>
                  </a:lnTo>
                  <a:lnTo>
                    <a:pt x="5488046" y="274529"/>
                  </a:lnTo>
                  <a:lnTo>
                    <a:pt x="5488140" y="274529"/>
                  </a:lnTo>
                  <a:lnTo>
                    <a:pt x="5488234" y="274529"/>
                  </a:lnTo>
                  <a:lnTo>
                    <a:pt x="5488328" y="274529"/>
                  </a:lnTo>
                  <a:lnTo>
                    <a:pt x="5488422" y="274529"/>
                  </a:lnTo>
                  <a:lnTo>
                    <a:pt x="5488516" y="274529"/>
                  </a:lnTo>
                  <a:lnTo>
                    <a:pt x="5488610" y="274529"/>
                  </a:lnTo>
                  <a:lnTo>
                    <a:pt x="5488704" y="274529"/>
                  </a:lnTo>
                  <a:lnTo>
                    <a:pt x="5488798" y="274529"/>
                  </a:lnTo>
                  <a:lnTo>
                    <a:pt x="5488892" y="274529"/>
                  </a:lnTo>
                  <a:lnTo>
                    <a:pt x="5488986" y="274529"/>
                  </a:lnTo>
                  <a:lnTo>
                    <a:pt x="5489080" y="274529"/>
                  </a:lnTo>
                  <a:lnTo>
                    <a:pt x="5489174" y="274529"/>
                  </a:lnTo>
                  <a:lnTo>
                    <a:pt x="5489268" y="274529"/>
                  </a:lnTo>
                  <a:lnTo>
                    <a:pt x="5489362" y="274529"/>
                  </a:lnTo>
                  <a:lnTo>
                    <a:pt x="5489456" y="274529"/>
                  </a:lnTo>
                  <a:lnTo>
                    <a:pt x="5489550" y="274529"/>
                  </a:lnTo>
                  <a:lnTo>
                    <a:pt x="5489644" y="274529"/>
                  </a:lnTo>
                  <a:lnTo>
                    <a:pt x="5489738" y="274529"/>
                  </a:lnTo>
                  <a:lnTo>
                    <a:pt x="5489832" y="274529"/>
                  </a:lnTo>
                  <a:lnTo>
                    <a:pt x="5489927" y="274529"/>
                  </a:lnTo>
                  <a:lnTo>
                    <a:pt x="5490021" y="274529"/>
                  </a:lnTo>
                  <a:lnTo>
                    <a:pt x="5490115" y="274529"/>
                  </a:lnTo>
                  <a:lnTo>
                    <a:pt x="5490209" y="274529"/>
                  </a:lnTo>
                  <a:lnTo>
                    <a:pt x="5490303" y="274529"/>
                  </a:lnTo>
                  <a:lnTo>
                    <a:pt x="5490397" y="274529"/>
                  </a:lnTo>
                  <a:lnTo>
                    <a:pt x="5490491" y="274529"/>
                  </a:lnTo>
                  <a:lnTo>
                    <a:pt x="5490585" y="274529"/>
                  </a:lnTo>
                  <a:lnTo>
                    <a:pt x="5490679" y="274529"/>
                  </a:lnTo>
                  <a:lnTo>
                    <a:pt x="5490773" y="274529"/>
                  </a:lnTo>
                  <a:lnTo>
                    <a:pt x="5490867" y="274529"/>
                  </a:lnTo>
                  <a:lnTo>
                    <a:pt x="5490961" y="274529"/>
                  </a:lnTo>
                  <a:lnTo>
                    <a:pt x="5491055" y="274529"/>
                  </a:lnTo>
                  <a:lnTo>
                    <a:pt x="5491149" y="274529"/>
                  </a:lnTo>
                  <a:lnTo>
                    <a:pt x="5491243" y="274529"/>
                  </a:lnTo>
                  <a:lnTo>
                    <a:pt x="5491337" y="274529"/>
                  </a:lnTo>
                  <a:lnTo>
                    <a:pt x="5491431" y="274529"/>
                  </a:lnTo>
                  <a:lnTo>
                    <a:pt x="5491525" y="274529"/>
                  </a:lnTo>
                  <a:lnTo>
                    <a:pt x="5491619" y="274529"/>
                  </a:lnTo>
                  <a:lnTo>
                    <a:pt x="5491713" y="274529"/>
                  </a:lnTo>
                  <a:lnTo>
                    <a:pt x="5491807" y="274529"/>
                  </a:lnTo>
                  <a:lnTo>
                    <a:pt x="5491901" y="274529"/>
                  </a:lnTo>
                  <a:lnTo>
                    <a:pt x="5491995" y="274529"/>
                  </a:lnTo>
                  <a:lnTo>
                    <a:pt x="5492089" y="274529"/>
                  </a:lnTo>
                  <a:lnTo>
                    <a:pt x="5492183" y="274529"/>
                  </a:lnTo>
                  <a:lnTo>
                    <a:pt x="5492277" y="274529"/>
                  </a:lnTo>
                  <a:lnTo>
                    <a:pt x="5492371" y="274529"/>
                  </a:lnTo>
                  <a:lnTo>
                    <a:pt x="5492465" y="274529"/>
                  </a:lnTo>
                  <a:lnTo>
                    <a:pt x="5492559" y="274529"/>
                  </a:lnTo>
                  <a:lnTo>
                    <a:pt x="5492653" y="274529"/>
                  </a:lnTo>
                  <a:lnTo>
                    <a:pt x="5492747" y="274529"/>
                  </a:lnTo>
                  <a:lnTo>
                    <a:pt x="5492841" y="274529"/>
                  </a:lnTo>
                  <a:lnTo>
                    <a:pt x="5492935" y="274529"/>
                  </a:lnTo>
                  <a:lnTo>
                    <a:pt x="5493029" y="274529"/>
                  </a:lnTo>
                  <a:lnTo>
                    <a:pt x="5493123" y="274529"/>
                  </a:lnTo>
                  <a:lnTo>
                    <a:pt x="5493217" y="274529"/>
                  </a:lnTo>
                  <a:lnTo>
                    <a:pt x="5493311" y="274529"/>
                  </a:lnTo>
                  <a:lnTo>
                    <a:pt x="5493405" y="274529"/>
                  </a:lnTo>
                  <a:lnTo>
                    <a:pt x="5493500" y="274529"/>
                  </a:lnTo>
                  <a:lnTo>
                    <a:pt x="5493594" y="274529"/>
                  </a:lnTo>
                  <a:lnTo>
                    <a:pt x="5493688" y="274529"/>
                  </a:lnTo>
                  <a:lnTo>
                    <a:pt x="5493782" y="274529"/>
                  </a:lnTo>
                  <a:lnTo>
                    <a:pt x="5493876" y="274529"/>
                  </a:lnTo>
                  <a:lnTo>
                    <a:pt x="5493970" y="274529"/>
                  </a:lnTo>
                  <a:lnTo>
                    <a:pt x="5494064" y="274529"/>
                  </a:lnTo>
                  <a:lnTo>
                    <a:pt x="5494158" y="274529"/>
                  </a:lnTo>
                  <a:lnTo>
                    <a:pt x="5494252" y="274529"/>
                  </a:lnTo>
                  <a:lnTo>
                    <a:pt x="5494346" y="274529"/>
                  </a:lnTo>
                  <a:lnTo>
                    <a:pt x="5494440" y="274529"/>
                  </a:lnTo>
                  <a:lnTo>
                    <a:pt x="5494534" y="274529"/>
                  </a:lnTo>
                  <a:lnTo>
                    <a:pt x="5494628" y="274529"/>
                  </a:lnTo>
                  <a:lnTo>
                    <a:pt x="5494722" y="274529"/>
                  </a:lnTo>
                  <a:lnTo>
                    <a:pt x="5494816" y="274529"/>
                  </a:lnTo>
                  <a:lnTo>
                    <a:pt x="5494910" y="274529"/>
                  </a:lnTo>
                  <a:lnTo>
                    <a:pt x="5495004" y="274529"/>
                  </a:lnTo>
                  <a:lnTo>
                    <a:pt x="5495098" y="274529"/>
                  </a:lnTo>
                  <a:lnTo>
                    <a:pt x="5495192" y="274529"/>
                  </a:lnTo>
                  <a:lnTo>
                    <a:pt x="5495286" y="274529"/>
                  </a:lnTo>
                  <a:lnTo>
                    <a:pt x="5495380" y="274529"/>
                  </a:lnTo>
                  <a:lnTo>
                    <a:pt x="5495474" y="274529"/>
                  </a:lnTo>
                  <a:lnTo>
                    <a:pt x="5495568" y="274529"/>
                  </a:lnTo>
                  <a:lnTo>
                    <a:pt x="5495662" y="274529"/>
                  </a:lnTo>
                  <a:lnTo>
                    <a:pt x="5495756" y="274529"/>
                  </a:lnTo>
                  <a:lnTo>
                    <a:pt x="5495850" y="274529"/>
                  </a:lnTo>
                  <a:lnTo>
                    <a:pt x="5495944" y="274529"/>
                  </a:lnTo>
                  <a:lnTo>
                    <a:pt x="5496038" y="274529"/>
                  </a:lnTo>
                  <a:lnTo>
                    <a:pt x="5496132" y="274529"/>
                  </a:lnTo>
                  <a:lnTo>
                    <a:pt x="5496226" y="274529"/>
                  </a:lnTo>
                  <a:lnTo>
                    <a:pt x="5496320" y="274529"/>
                  </a:lnTo>
                  <a:lnTo>
                    <a:pt x="5496414" y="274529"/>
                  </a:lnTo>
                  <a:lnTo>
                    <a:pt x="5496508" y="274529"/>
                  </a:lnTo>
                  <a:lnTo>
                    <a:pt x="5496602" y="274529"/>
                  </a:lnTo>
                  <a:lnTo>
                    <a:pt x="5496696" y="274529"/>
                  </a:lnTo>
                  <a:lnTo>
                    <a:pt x="5496790" y="274529"/>
                  </a:lnTo>
                  <a:lnTo>
                    <a:pt x="5496884" y="274529"/>
                  </a:lnTo>
                  <a:lnTo>
                    <a:pt x="5496978" y="274529"/>
                  </a:lnTo>
                  <a:lnTo>
                    <a:pt x="5497073" y="274529"/>
                  </a:lnTo>
                  <a:lnTo>
                    <a:pt x="5497167" y="274529"/>
                  </a:lnTo>
                  <a:lnTo>
                    <a:pt x="5497261" y="274529"/>
                  </a:lnTo>
                  <a:lnTo>
                    <a:pt x="5497355" y="274529"/>
                  </a:lnTo>
                  <a:lnTo>
                    <a:pt x="5497449" y="274529"/>
                  </a:lnTo>
                  <a:lnTo>
                    <a:pt x="5497543" y="274529"/>
                  </a:lnTo>
                  <a:lnTo>
                    <a:pt x="5497637" y="274529"/>
                  </a:lnTo>
                  <a:lnTo>
                    <a:pt x="5497731" y="274529"/>
                  </a:lnTo>
                  <a:lnTo>
                    <a:pt x="5497825" y="274529"/>
                  </a:lnTo>
                  <a:lnTo>
                    <a:pt x="5497919" y="274529"/>
                  </a:lnTo>
                  <a:lnTo>
                    <a:pt x="5498013" y="274529"/>
                  </a:lnTo>
                  <a:lnTo>
                    <a:pt x="5498107" y="274529"/>
                  </a:lnTo>
                  <a:lnTo>
                    <a:pt x="5498201" y="274529"/>
                  </a:lnTo>
                  <a:lnTo>
                    <a:pt x="5498295" y="274529"/>
                  </a:lnTo>
                  <a:lnTo>
                    <a:pt x="5498389" y="274529"/>
                  </a:lnTo>
                  <a:lnTo>
                    <a:pt x="5498483" y="274529"/>
                  </a:lnTo>
                  <a:lnTo>
                    <a:pt x="5498577" y="274529"/>
                  </a:lnTo>
                  <a:lnTo>
                    <a:pt x="5498671" y="274529"/>
                  </a:lnTo>
                  <a:lnTo>
                    <a:pt x="5498765" y="274529"/>
                  </a:lnTo>
                  <a:lnTo>
                    <a:pt x="5498859" y="274529"/>
                  </a:lnTo>
                  <a:lnTo>
                    <a:pt x="5498953" y="274529"/>
                  </a:lnTo>
                  <a:lnTo>
                    <a:pt x="5499047" y="274529"/>
                  </a:lnTo>
                  <a:lnTo>
                    <a:pt x="5499141" y="274529"/>
                  </a:lnTo>
                  <a:lnTo>
                    <a:pt x="5499235" y="274529"/>
                  </a:lnTo>
                  <a:lnTo>
                    <a:pt x="5499329" y="274529"/>
                  </a:lnTo>
                  <a:lnTo>
                    <a:pt x="5499423" y="274529"/>
                  </a:lnTo>
                  <a:lnTo>
                    <a:pt x="5499517" y="274529"/>
                  </a:lnTo>
                  <a:lnTo>
                    <a:pt x="5499611" y="274529"/>
                  </a:lnTo>
                  <a:lnTo>
                    <a:pt x="5499705" y="274529"/>
                  </a:lnTo>
                  <a:lnTo>
                    <a:pt x="5499799" y="274529"/>
                  </a:lnTo>
                  <a:lnTo>
                    <a:pt x="5499893" y="274529"/>
                  </a:lnTo>
                  <a:lnTo>
                    <a:pt x="5499987" y="274529"/>
                  </a:lnTo>
                  <a:lnTo>
                    <a:pt x="5500081" y="274529"/>
                  </a:lnTo>
                  <a:lnTo>
                    <a:pt x="5500175" y="274529"/>
                  </a:lnTo>
                  <a:lnTo>
                    <a:pt x="5500269" y="274529"/>
                  </a:lnTo>
                  <a:lnTo>
                    <a:pt x="5500363" y="274529"/>
                  </a:lnTo>
                  <a:lnTo>
                    <a:pt x="5500457" y="274529"/>
                  </a:lnTo>
                  <a:lnTo>
                    <a:pt x="5500552" y="274529"/>
                  </a:lnTo>
                  <a:lnTo>
                    <a:pt x="5500646" y="274529"/>
                  </a:lnTo>
                  <a:lnTo>
                    <a:pt x="5500740" y="274529"/>
                  </a:lnTo>
                  <a:lnTo>
                    <a:pt x="5500834" y="274529"/>
                  </a:lnTo>
                  <a:lnTo>
                    <a:pt x="5500928" y="274529"/>
                  </a:lnTo>
                  <a:lnTo>
                    <a:pt x="5501022" y="274529"/>
                  </a:lnTo>
                  <a:lnTo>
                    <a:pt x="5501116" y="274529"/>
                  </a:lnTo>
                  <a:lnTo>
                    <a:pt x="5501210" y="274529"/>
                  </a:lnTo>
                  <a:lnTo>
                    <a:pt x="5501304" y="274529"/>
                  </a:lnTo>
                  <a:lnTo>
                    <a:pt x="5501398" y="274529"/>
                  </a:lnTo>
                  <a:lnTo>
                    <a:pt x="5501492" y="274529"/>
                  </a:lnTo>
                  <a:lnTo>
                    <a:pt x="5501586" y="274529"/>
                  </a:lnTo>
                  <a:lnTo>
                    <a:pt x="5501680" y="274529"/>
                  </a:lnTo>
                  <a:lnTo>
                    <a:pt x="5501774" y="274529"/>
                  </a:lnTo>
                  <a:lnTo>
                    <a:pt x="5501868" y="274529"/>
                  </a:lnTo>
                  <a:lnTo>
                    <a:pt x="5501962" y="274529"/>
                  </a:lnTo>
                  <a:lnTo>
                    <a:pt x="5502056" y="274529"/>
                  </a:lnTo>
                  <a:lnTo>
                    <a:pt x="5502150" y="274529"/>
                  </a:lnTo>
                  <a:lnTo>
                    <a:pt x="5502244" y="274529"/>
                  </a:lnTo>
                  <a:lnTo>
                    <a:pt x="5502338" y="274529"/>
                  </a:lnTo>
                  <a:lnTo>
                    <a:pt x="5502432" y="274529"/>
                  </a:lnTo>
                  <a:lnTo>
                    <a:pt x="5502526" y="274529"/>
                  </a:lnTo>
                  <a:lnTo>
                    <a:pt x="5502620" y="274529"/>
                  </a:lnTo>
                  <a:lnTo>
                    <a:pt x="5502714" y="274529"/>
                  </a:lnTo>
                  <a:lnTo>
                    <a:pt x="5502808" y="274529"/>
                  </a:lnTo>
                  <a:lnTo>
                    <a:pt x="5502902" y="274529"/>
                  </a:lnTo>
                  <a:lnTo>
                    <a:pt x="5502996" y="274529"/>
                  </a:lnTo>
                  <a:lnTo>
                    <a:pt x="5503090" y="274529"/>
                  </a:lnTo>
                  <a:lnTo>
                    <a:pt x="5503184" y="274529"/>
                  </a:lnTo>
                  <a:lnTo>
                    <a:pt x="5503278" y="274529"/>
                  </a:lnTo>
                  <a:lnTo>
                    <a:pt x="5503372" y="274529"/>
                  </a:lnTo>
                  <a:lnTo>
                    <a:pt x="5503466" y="274529"/>
                  </a:lnTo>
                  <a:lnTo>
                    <a:pt x="5503560" y="274529"/>
                  </a:lnTo>
                  <a:lnTo>
                    <a:pt x="5503654" y="274529"/>
                  </a:lnTo>
                  <a:lnTo>
                    <a:pt x="5503748" y="274529"/>
                  </a:lnTo>
                  <a:lnTo>
                    <a:pt x="5503842" y="274529"/>
                  </a:lnTo>
                  <a:lnTo>
                    <a:pt x="5503936" y="274529"/>
                  </a:lnTo>
                  <a:lnTo>
                    <a:pt x="5504030" y="274529"/>
                  </a:lnTo>
                  <a:lnTo>
                    <a:pt x="5504125" y="274529"/>
                  </a:lnTo>
                  <a:lnTo>
                    <a:pt x="5504219" y="274529"/>
                  </a:lnTo>
                  <a:lnTo>
                    <a:pt x="5504313" y="274529"/>
                  </a:lnTo>
                  <a:lnTo>
                    <a:pt x="5504407" y="274529"/>
                  </a:lnTo>
                  <a:lnTo>
                    <a:pt x="5504501" y="274529"/>
                  </a:lnTo>
                  <a:lnTo>
                    <a:pt x="5504595" y="274529"/>
                  </a:lnTo>
                  <a:lnTo>
                    <a:pt x="5504689" y="274529"/>
                  </a:lnTo>
                  <a:lnTo>
                    <a:pt x="5504783" y="274529"/>
                  </a:lnTo>
                  <a:lnTo>
                    <a:pt x="5504877" y="274529"/>
                  </a:lnTo>
                  <a:lnTo>
                    <a:pt x="5504971" y="274529"/>
                  </a:lnTo>
                  <a:lnTo>
                    <a:pt x="5505065" y="274529"/>
                  </a:lnTo>
                  <a:lnTo>
                    <a:pt x="5505159" y="274529"/>
                  </a:lnTo>
                  <a:lnTo>
                    <a:pt x="5505253" y="274529"/>
                  </a:lnTo>
                  <a:lnTo>
                    <a:pt x="5505347" y="274529"/>
                  </a:lnTo>
                  <a:lnTo>
                    <a:pt x="5505441" y="274529"/>
                  </a:lnTo>
                  <a:lnTo>
                    <a:pt x="5505535" y="274529"/>
                  </a:lnTo>
                  <a:lnTo>
                    <a:pt x="5505629" y="274529"/>
                  </a:lnTo>
                  <a:lnTo>
                    <a:pt x="5505723" y="274529"/>
                  </a:lnTo>
                  <a:lnTo>
                    <a:pt x="5505817" y="274529"/>
                  </a:lnTo>
                  <a:lnTo>
                    <a:pt x="5505911" y="274529"/>
                  </a:lnTo>
                  <a:lnTo>
                    <a:pt x="5506005" y="274529"/>
                  </a:lnTo>
                  <a:lnTo>
                    <a:pt x="5506099" y="274529"/>
                  </a:lnTo>
                  <a:lnTo>
                    <a:pt x="5506193" y="274529"/>
                  </a:lnTo>
                  <a:lnTo>
                    <a:pt x="5506287" y="274529"/>
                  </a:lnTo>
                  <a:lnTo>
                    <a:pt x="5506381" y="274529"/>
                  </a:lnTo>
                  <a:lnTo>
                    <a:pt x="5506475" y="274529"/>
                  </a:lnTo>
                  <a:lnTo>
                    <a:pt x="5506569" y="274529"/>
                  </a:lnTo>
                  <a:lnTo>
                    <a:pt x="5506663" y="274529"/>
                  </a:lnTo>
                  <a:lnTo>
                    <a:pt x="5506757" y="274529"/>
                  </a:lnTo>
                  <a:lnTo>
                    <a:pt x="5506851" y="274529"/>
                  </a:lnTo>
                  <a:lnTo>
                    <a:pt x="5506945" y="274529"/>
                  </a:lnTo>
                  <a:lnTo>
                    <a:pt x="5507039" y="274529"/>
                  </a:lnTo>
                  <a:lnTo>
                    <a:pt x="5507133" y="274529"/>
                  </a:lnTo>
                  <a:lnTo>
                    <a:pt x="5507227" y="274529"/>
                  </a:lnTo>
                  <a:lnTo>
                    <a:pt x="5507321" y="274529"/>
                  </a:lnTo>
                  <a:lnTo>
                    <a:pt x="5507415" y="274529"/>
                  </a:lnTo>
                  <a:lnTo>
                    <a:pt x="5507509" y="274529"/>
                  </a:lnTo>
                  <a:lnTo>
                    <a:pt x="5507603" y="274529"/>
                  </a:lnTo>
                  <a:lnTo>
                    <a:pt x="5507698" y="274529"/>
                  </a:lnTo>
                  <a:lnTo>
                    <a:pt x="5507792" y="274529"/>
                  </a:lnTo>
                  <a:lnTo>
                    <a:pt x="5507886" y="274529"/>
                  </a:lnTo>
                  <a:lnTo>
                    <a:pt x="5507980" y="274529"/>
                  </a:lnTo>
                  <a:lnTo>
                    <a:pt x="5508074" y="274529"/>
                  </a:lnTo>
                  <a:lnTo>
                    <a:pt x="5508168" y="274529"/>
                  </a:lnTo>
                  <a:lnTo>
                    <a:pt x="5508262" y="274529"/>
                  </a:lnTo>
                  <a:lnTo>
                    <a:pt x="5508356" y="274529"/>
                  </a:lnTo>
                  <a:lnTo>
                    <a:pt x="5508450" y="274529"/>
                  </a:lnTo>
                  <a:lnTo>
                    <a:pt x="5508544" y="274529"/>
                  </a:lnTo>
                  <a:lnTo>
                    <a:pt x="5508638" y="274529"/>
                  </a:lnTo>
                  <a:lnTo>
                    <a:pt x="5508732" y="274529"/>
                  </a:lnTo>
                  <a:lnTo>
                    <a:pt x="5508826" y="274529"/>
                  </a:lnTo>
                  <a:lnTo>
                    <a:pt x="5508920" y="274529"/>
                  </a:lnTo>
                  <a:lnTo>
                    <a:pt x="5509014" y="274529"/>
                  </a:lnTo>
                  <a:lnTo>
                    <a:pt x="5509108" y="274529"/>
                  </a:lnTo>
                  <a:lnTo>
                    <a:pt x="5509202" y="274529"/>
                  </a:lnTo>
                  <a:lnTo>
                    <a:pt x="5509296" y="274529"/>
                  </a:lnTo>
                  <a:lnTo>
                    <a:pt x="5509390" y="274529"/>
                  </a:lnTo>
                  <a:lnTo>
                    <a:pt x="5509484" y="274529"/>
                  </a:lnTo>
                  <a:lnTo>
                    <a:pt x="5509578" y="274529"/>
                  </a:lnTo>
                  <a:lnTo>
                    <a:pt x="5509672" y="274529"/>
                  </a:lnTo>
                  <a:lnTo>
                    <a:pt x="5509766" y="274529"/>
                  </a:lnTo>
                  <a:lnTo>
                    <a:pt x="5509860" y="274529"/>
                  </a:lnTo>
                  <a:lnTo>
                    <a:pt x="5509954" y="274529"/>
                  </a:lnTo>
                  <a:lnTo>
                    <a:pt x="5510048" y="274529"/>
                  </a:lnTo>
                  <a:lnTo>
                    <a:pt x="5510142" y="274529"/>
                  </a:lnTo>
                  <a:lnTo>
                    <a:pt x="5510236" y="274529"/>
                  </a:lnTo>
                  <a:lnTo>
                    <a:pt x="5510330" y="274529"/>
                  </a:lnTo>
                  <a:lnTo>
                    <a:pt x="5510424" y="274529"/>
                  </a:lnTo>
                  <a:lnTo>
                    <a:pt x="5510518" y="274529"/>
                  </a:lnTo>
                  <a:lnTo>
                    <a:pt x="5510612" y="274529"/>
                  </a:lnTo>
                  <a:lnTo>
                    <a:pt x="5510706" y="274529"/>
                  </a:lnTo>
                  <a:lnTo>
                    <a:pt x="5510800" y="274529"/>
                  </a:lnTo>
                  <a:lnTo>
                    <a:pt x="5510894" y="274529"/>
                  </a:lnTo>
                  <a:lnTo>
                    <a:pt x="5510988" y="274529"/>
                  </a:lnTo>
                  <a:lnTo>
                    <a:pt x="5511082" y="274529"/>
                  </a:lnTo>
                  <a:lnTo>
                    <a:pt x="5511176" y="274529"/>
                  </a:lnTo>
                  <a:lnTo>
                    <a:pt x="5511271" y="274529"/>
                  </a:lnTo>
                  <a:lnTo>
                    <a:pt x="5511365" y="274529"/>
                  </a:lnTo>
                  <a:lnTo>
                    <a:pt x="5511459" y="274529"/>
                  </a:lnTo>
                  <a:lnTo>
                    <a:pt x="5511553" y="274529"/>
                  </a:lnTo>
                  <a:lnTo>
                    <a:pt x="5511647" y="274529"/>
                  </a:lnTo>
                  <a:lnTo>
                    <a:pt x="5511741" y="274529"/>
                  </a:lnTo>
                  <a:lnTo>
                    <a:pt x="5511835" y="274529"/>
                  </a:lnTo>
                  <a:lnTo>
                    <a:pt x="5511929" y="274529"/>
                  </a:lnTo>
                  <a:lnTo>
                    <a:pt x="5512023" y="274529"/>
                  </a:lnTo>
                  <a:lnTo>
                    <a:pt x="5512117" y="274529"/>
                  </a:lnTo>
                  <a:lnTo>
                    <a:pt x="5512211" y="274529"/>
                  </a:lnTo>
                  <a:lnTo>
                    <a:pt x="5512305" y="274529"/>
                  </a:lnTo>
                  <a:lnTo>
                    <a:pt x="5512399" y="274529"/>
                  </a:lnTo>
                  <a:lnTo>
                    <a:pt x="5512493" y="274529"/>
                  </a:lnTo>
                  <a:lnTo>
                    <a:pt x="5512587" y="274529"/>
                  </a:lnTo>
                  <a:lnTo>
                    <a:pt x="5512681" y="274529"/>
                  </a:lnTo>
                  <a:lnTo>
                    <a:pt x="5512775" y="274529"/>
                  </a:lnTo>
                  <a:lnTo>
                    <a:pt x="5512869" y="274529"/>
                  </a:lnTo>
                  <a:lnTo>
                    <a:pt x="5512963" y="274529"/>
                  </a:lnTo>
                  <a:lnTo>
                    <a:pt x="5513057" y="274529"/>
                  </a:lnTo>
                  <a:lnTo>
                    <a:pt x="5513151" y="274529"/>
                  </a:lnTo>
                  <a:lnTo>
                    <a:pt x="5513245" y="274529"/>
                  </a:lnTo>
                  <a:lnTo>
                    <a:pt x="5513339" y="274529"/>
                  </a:lnTo>
                  <a:lnTo>
                    <a:pt x="5513433" y="274529"/>
                  </a:lnTo>
                  <a:lnTo>
                    <a:pt x="5513527" y="274529"/>
                  </a:lnTo>
                  <a:lnTo>
                    <a:pt x="5513621" y="274529"/>
                  </a:lnTo>
                  <a:lnTo>
                    <a:pt x="5513715" y="274529"/>
                  </a:lnTo>
                  <a:lnTo>
                    <a:pt x="5513809" y="274529"/>
                  </a:lnTo>
                  <a:lnTo>
                    <a:pt x="5513903" y="274529"/>
                  </a:lnTo>
                  <a:lnTo>
                    <a:pt x="5513997" y="274529"/>
                  </a:lnTo>
                  <a:lnTo>
                    <a:pt x="5514091" y="274529"/>
                  </a:lnTo>
                  <a:lnTo>
                    <a:pt x="5514185" y="274529"/>
                  </a:lnTo>
                  <a:lnTo>
                    <a:pt x="5514279" y="274529"/>
                  </a:lnTo>
                  <a:lnTo>
                    <a:pt x="5514373" y="274529"/>
                  </a:lnTo>
                  <a:lnTo>
                    <a:pt x="5514467" y="274529"/>
                  </a:lnTo>
                  <a:lnTo>
                    <a:pt x="5514561" y="274529"/>
                  </a:lnTo>
                  <a:lnTo>
                    <a:pt x="5514655" y="274529"/>
                  </a:lnTo>
                  <a:lnTo>
                    <a:pt x="5514750" y="274529"/>
                  </a:lnTo>
                  <a:lnTo>
                    <a:pt x="5514844" y="274529"/>
                  </a:lnTo>
                  <a:lnTo>
                    <a:pt x="5514938" y="274529"/>
                  </a:lnTo>
                  <a:lnTo>
                    <a:pt x="5515032" y="274529"/>
                  </a:lnTo>
                  <a:lnTo>
                    <a:pt x="5515126" y="274529"/>
                  </a:lnTo>
                  <a:lnTo>
                    <a:pt x="5515220" y="274529"/>
                  </a:lnTo>
                  <a:lnTo>
                    <a:pt x="5515314" y="274529"/>
                  </a:lnTo>
                  <a:lnTo>
                    <a:pt x="5515408" y="274529"/>
                  </a:lnTo>
                  <a:lnTo>
                    <a:pt x="5515502" y="274529"/>
                  </a:lnTo>
                  <a:lnTo>
                    <a:pt x="5515596" y="274529"/>
                  </a:lnTo>
                  <a:lnTo>
                    <a:pt x="5515690" y="274529"/>
                  </a:lnTo>
                  <a:lnTo>
                    <a:pt x="5515784" y="274529"/>
                  </a:lnTo>
                  <a:lnTo>
                    <a:pt x="5515878" y="274529"/>
                  </a:lnTo>
                  <a:lnTo>
                    <a:pt x="5515972" y="274529"/>
                  </a:lnTo>
                  <a:lnTo>
                    <a:pt x="5516066" y="274529"/>
                  </a:lnTo>
                  <a:lnTo>
                    <a:pt x="5516160" y="274529"/>
                  </a:lnTo>
                  <a:lnTo>
                    <a:pt x="5516254" y="274529"/>
                  </a:lnTo>
                  <a:lnTo>
                    <a:pt x="5516348" y="274529"/>
                  </a:lnTo>
                  <a:lnTo>
                    <a:pt x="5516442" y="274529"/>
                  </a:lnTo>
                  <a:lnTo>
                    <a:pt x="5516536" y="274529"/>
                  </a:lnTo>
                  <a:lnTo>
                    <a:pt x="5516630" y="274529"/>
                  </a:lnTo>
                  <a:lnTo>
                    <a:pt x="5516724" y="274529"/>
                  </a:lnTo>
                  <a:lnTo>
                    <a:pt x="5516818" y="274529"/>
                  </a:lnTo>
                  <a:lnTo>
                    <a:pt x="5516912" y="274529"/>
                  </a:lnTo>
                  <a:lnTo>
                    <a:pt x="5517006" y="274529"/>
                  </a:lnTo>
                  <a:lnTo>
                    <a:pt x="5517100" y="274529"/>
                  </a:lnTo>
                  <a:lnTo>
                    <a:pt x="5517194" y="274529"/>
                  </a:lnTo>
                  <a:lnTo>
                    <a:pt x="5517288" y="274529"/>
                  </a:lnTo>
                  <a:lnTo>
                    <a:pt x="5517382" y="274529"/>
                  </a:lnTo>
                  <a:lnTo>
                    <a:pt x="5517476" y="274529"/>
                  </a:lnTo>
                  <a:lnTo>
                    <a:pt x="5517570" y="274529"/>
                  </a:lnTo>
                  <a:lnTo>
                    <a:pt x="5517664" y="274529"/>
                  </a:lnTo>
                  <a:lnTo>
                    <a:pt x="5517758" y="274529"/>
                  </a:lnTo>
                  <a:lnTo>
                    <a:pt x="5517852" y="274529"/>
                  </a:lnTo>
                  <a:lnTo>
                    <a:pt x="5517946" y="274529"/>
                  </a:lnTo>
                  <a:lnTo>
                    <a:pt x="5518040" y="274529"/>
                  </a:lnTo>
                  <a:lnTo>
                    <a:pt x="5518134" y="274529"/>
                  </a:lnTo>
                  <a:lnTo>
                    <a:pt x="5518228" y="274529"/>
                  </a:lnTo>
                  <a:lnTo>
                    <a:pt x="5518323" y="274529"/>
                  </a:lnTo>
                  <a:lnTo>
                    <a:pt x="5518417" y="274529"/>
                  </a:lnTo>
                  <a:lnTo>
                    <a:pt x="5518511" y="274529"/>
                  </a:lnTo>
                  <a:lnTo>
                    <a:pt x="5518605" y="274529"/>
                  </a:lnTo>
                  <a:lnTo>
                    <a:pt x="5518699" y="274529"/>
                  </a:lnTo>
                  <a:lnTo>
                    <a:pt x="5518793" y="274529"/>
                  </a:lnTo>
                  <a:lnTo>
                    <a:pt x="5518887" y="274529"/>
                  </a:lnTo>
                  <a:lnTo>
                    <a:pt x="5518887" y="269250"/>
                  </a:lnTo>
                  <a:lnTo>
                    <a:pt x="5518981" y="269250"/>
                  </a:lnTo>
                  <a:lnTo>
                    <a:pt x="5519075" y="269250"/>
                  </a:lnTo>
                  <a:lnTo>
                    <a:pt x="5519169" y="269250"/>
                  </a:lnTo>
                  <a:lnTo>
                    <a:pt x="5519263" y="269250"/>
                  </a:lnTo>
                  <a:lnTo>
                    <a:pt x="5519357" y="269250"/>
                  </a:lnTo>
                  <a:lnTo>
                    <a:pt x="5519451" y="269250"/>
                  </a:lnTo>
                  <a:lnTo>
                    <a:pt x="5519545" y="269250"/>
                  </a:lnTo>
                  <a:lnTo>
                    <a:pt x="5519639" y="269250"/>
                  </a:lnTo>
                  <a:lnTo>
                    <a:pt x="5519733" y="269250"/>
                  </a:lnTo>
                  <a:lnTo>
                    <a:pt x="5519827" y="269250"/>
                  </a:lnTo>
                  <a:lnTo>
                    <a:pt x="5519921" y="269250"/>
                  </a:lnTo>
                  <a:lnTo>
                    <a:pt x="5520015" y="269250"/>
                  </a:lnTo>
                  <a:lnTo>
                    <a:pt x="5520109" y="269250"/>
                  </a:lnTo>
                  <a:lnTo>
                    <a:pt x="5520203" y="269250"/>
                  </a:lnTo>
                  <a:lnTo>
                    <a:pt x="5520297" y="269250"/>
                  </a:lnTo>
                  <a:lnTo>
                    <a:pt x="5520391" y="269250"/>
                  </a:lnTo>
                  <a:lnTo>
                    <a:pt x="5520485" y="269250"/>
                  </a:lnTo>
                  <a:lnTo>
                    <a:pt x="5520579" y="269250"/>
                  </a:lnTo>
                  <a:lnTo>
                    <a:pt x="5520673" y="269250"/>
                  </a:lnTo>
                  <a:lnTo>
                    <a:pt x="5520767" y="269250"/>
                  </a:lnTo>
                  <a:lnTo>
                    <a:pt x="5520861" y="269250"/>
                  </a:lnTo>
                  <a:lnTo>
                    <a:pt x="5520955" y="269250"/>
                  </a:lnTo>
                  <a:lnTo>
                    <a:pt x="5521049" y="269250"/>
                  </a:lnTo>
                  <a:lnTo>
                    <a:pt x="5521143" y="269250"/>
                  </a:lnTo>
                  <a:lnTo>
                    <a:pt x="5521237" y="269250"/>
                  </a:lnTo>
                  <a:lnTo>
                    <a:pt x="5521331" y="269250"/>
                  </a:lnTo>
                  <a:lnTo>
                    <a:pt x="5521425" y="269250"/>
                  </a:lnTo>
                  <a:lnTo>
                    <a:pt x="5521519" y="269250"/>
                  </a:lnTo>
                  <a:lnTo>
                    <a:pt x="5521613" y="269250"/>
                  </a:lnTo>
                  <a:lnTo>
                    <a:pt x="5521707" y="269250"/>
                  </a:lnTo>
                  <a:lnTo>
                    <a:pt x="5521801" y="269250"/>
                  </a:lnTo>
                  <a:lnTo>
                    <a:pt x="5521896" y="269250"/>
                  </a:lnTo>
                  <a:lnTo>
                    <a:pt x="5521990" y="269250"/>
                  </a:lnTo>
                  <a:lnTo>
                    <a:pt x="5522084" y="269250"/>
                  </a:lnTo>
                  <a:lnTo>
                    <a:pt x="5522178" y="269250"/>
                  </a:lnTo>
                  <a:lnTo>
                    <a:pt x="5522272" y="269250"/>
                  </a:lnTo>
                  <a:lnTo>
                    <a:pt x="5522366" y="269250"/>
                  </a:lnTo>
                  <a:lnTo>
                    <a:pt x="5522460" y="269250"/>
                  </a:lnTo>
                  <a:lnTo>
                    <a:pt x="5522554" y="269250"/>
                  </a:lnTo>
                  <a:lnTo>
                    <a:pt x="5522648" y="269250"/>
                  </a:lnTo>
                  <a:lnTo>
                    <a:pt x="5522742" y="269250"/>
                  </a:lnTo>
                  <a:lnTo>
                    <a:pt x="5522836" y="269250"/>
                  </a:lnTo>
                  <a:lnTo>
                    <a:pt x="5522930" y="269250"/>
                  </a:lnTo>
                  <a:lnTo>
                    <a:pt x="5523024" y="269250"/>
                  </a:lnTo>
                  <a:lnTo>
                    <a:pt x="5523118" y="269250"/>
                  </a:lnTo>
                  <a:lnTo>
                    <a:pt x="5523212" y="269250"/>
                  </a:lnTo>
                  <a:lnTo>
                    <a:pt x="5523306" y="269250"/>
                  </a:lnTo>
                  <a:lnTo>
                    <a:pt x="5523400" y="269250"/>
                  </a:lnTo>
                  <a:lnTo>
                    <a:pt x="5523494" y="269250"/>
                  </a:lnTo>
                  <a:lnTo>
                    <a:pt x="5523588" y="269250"/>
                  </a:lnTo>
                  <a:lnTo>
                    <a:pt x="5523682" y="269250"/>
                  </a:lnTo>
                  <a:lnTo>
                    <a:pt x="5523776" y="269250"/>
                  </a:lnTo>
                  <a:lnTo>
                    <a:pt x="5523870" y="269250"/>
                  </a:lnTo>
                  <a:lnTo>
                    <a:pt x="5523964" y="269250"/>
                  </a:lnTo>
                  <a:lnTo>
                    <a:pt x="5524058" y="269250"/>
                  </a:lnTo>
                  <a:lnTo>
                    <a:pt x="5524152" y="269250"/>
                  </a:lnTo>
                  <a:lnTo>
                    <a:pt x="5524246" y="269250"/>
                  </a:lnTo>
                  <a:lnTo>
                    <a:pt x="5524340" y="269250"/>
                  </a:lnTo>
                  <a:lnTo>
                    <a:pt x="5524434" y="269250"/>
                  </a:lnTo>
                  <a:lnTo>
                    <a:pt x="5524528" y="269250"/>
                  </a:lnTo>
                  <a:lnTo>
                    <a:pt x="5524622" y="269250"/>
                  </a:lnTo>
                  <a:lnTo>
                    <a:pt x="5524716" y="269250"/>
                  </a:lnTo>
                  <a:lnTo>
                    <a:pt x="5524810" y="269250"/>
                  </a:lnTo>
                  <a:lnTo>
                    <a:pt x="5524904" y="269250"/>
                  </a:lnTo>
                  <a:lnTo>
                    <a:pt x="5524998" y="269250"/>
                  </a:lnTo>
                  <a:lnTo>
                    <a:pt x="5525092" y="269250"/>
                  </a:lnTo>
                  <a:lnTo>
                    <a:pt x="5525186" y="269250"/>
                  </a:lnTo>
                  <a:lnTo>
                    <a:pt x="5525280" y="269250"/>
                  </a:lnTo>
                  <a:lnTo>
                    <a:pt x="5525375" y="269250"/>
                  </a:lnTo>
                  <a:lnTo>
                    <a:pt x="5525469" y="269250"/>
                  </a:lnTo>
                  <a:lnTo>
                    <a:pt x="5525563" y="269250"/>
                  </a:lnTo>
                  <a:lnTo>
                    <a:pt x="5525657" y="269250"/>
                  </a:lnTo>
                  <a:lnTo>
                    <a:pt x="5525751" y="269250"/>
                  </a:lnTo>
                  <a:lnTo>
                    <a:pt x="5525845" y="269250"/>
                  </a:lnTo>
                  <a:lnTo>
                    <a:pt x="5525939" y="269250"/>
                  </a:lnTo>
                  <a:lnTo>
                    <a:pt x="5525939" y="263971"/>
                  </a:lnTo>
                  <a:lnTo>
                    <a:pt x="5526033" y="263971"/>
                  </a:lnTo>
                  <a:lnTo>
                    <a:pt x="5526127" y="263971"/>
                  </a:lnTo>
                  <a:lnTo>
                    <a:pt x="5526221" y="263971"/>
                  </a:lnTo>
                  <a:lnTo>
                    <a:pt x="5526315" y="263971"/>
                  </a:lnTo>
                  <a:lnTo>
                    <a:pt x="5526409" y="263971"/>
                  </a:lnTo>
                  <a:lnTo>
                    <a:pt x="5526503" y="263971"/>
                  </a:lnTo>
                  <a:lnTo>
                    <a:pt x="5526597" y="263971"/>
                  </a:lnTo>
                  <a:lnTo>
                    <a:pt x="5526691" y="263971"/>
                  </a:lnTo>
                  <a:lnTo>
                    <a:pt x="5526785" y="263971"/>
                  </a:lnTo>
                  <a:lnTo>
                    <a:pt x="5526879" y="263971"/>
                  </a:lnTo>
                  <a:lnTo>
                    <a:pt x="5526973" y="263971"/>
                  </a:lnTo>
                  <a:lnTo>
                    <a:pt x="5527067" y="263971"/>
                  </a:lnTo>
                  <a:lnTo>
                    <a:pt x="5527161" y="263971"/>
                  </a:lnTo>
                  <a:lnTo>
                    <a:pt x="5527255" y="263971"/>
                  </a:lnTo>
                  <a:lnTo>
                    <a:pt x="5527349" y="263971"/>
                  </a:lnTo>
                  <a:lnTo>
                    <a:pt x="5527443" y="263971"/>
                  </a:lnTo>
                  <a:lnTo>
                    <a:pt x="5527537" y="263971"/>
                  </a:lnTo>
                  <a:lnTo>
                    <a:pt x="5527631" y="263971"/>
                  </a:lnTo>
                  <a:lnTo>
                    <a:pt x="5527725" y="263971"/>
                  </a:lnTo>
                  <a:lnTo>
                    <a:pt x="5527819" y="263971"/>
                  </a:lnTo>
                  <a:lnTo>
                    <a:pt x="5527913" y="263971"/>
                  </a:lnTo>
                  <a:lnTo>
                    <a:pt x="5528007" y="263971"/>
                  </a:lnTo>
                  <a:lnTo>
                    <a:pt x="5528101" y="263971"/>
                  </a:lnTo>
                  <a:lnTo>
                    <a:pt x="5528195" y="263971"/>
                  </a:lnTo>
                  <a:lnTo>
                    <a:pt x="5528289" y="263971"/>
                  </a:lnTo>
                  <a:lnTo>
                    <a:pt x="5528383" y="263971"/>
                  </a:lnTo>
                  <a:lnTo>
                    <a:pt x="5528477" y="263971"/>
                  </a:lnTo>
                  <a:lnTo>
                    <a:pt x="5528571" y="263971"/>
                  </a:lnTo>
                  <a:lnTo>
                    <a:pt x="5528665" y="263971"/>
                  </a:lnTo>
                  <a:lnTo>
                    <a:pt x="5528759" y="263971"/>
                  </a:lnTo>
                  <a:lnTo>
                    <a:pt x="5528853" y="263971"/>
                  </a:lnTo>
                  <a:lnTo>
                    <a:pt x="5528948" y="263971"/>
                  </a:lnTo>
                  <a:lnTo>
                    <a:pt x="5529042" y="263971"/>
                  </a:lnTo>
                  <a:lnTo>
                    <a:pt x="5529136" y="263971"/>
                  </a:lnTo>
                  <a:lnTo>
                    <a:pt x="5529230" y="263971"/>
                  </a:lnTo>
                  <a:lnTo>
                    <a:pt x="5529324" y="263971"/>
                  </a:lnTo>
                  <a:lnTo>
                    <a:pt x="5529418" y="263971"/>
                  </a:lnTo>
                  <a:lnTo>
                    <a:pt x="5529512" y="263971"/>
                  </a:lnTo>
                  <a:lnTo>
                    <a:pt x="5529606" y="263971"/>
                  </a:lnTo>
                  <a:lnTo>
                    <a:pt x="5529700" y="263971"/>
                  </a:lnTo>
                  <a:lnTo>
                    <a:pt x="5529794" y="263971"/>
                  </a:lnTo>
                  <a:lnTo>
                    <a:pt x="5529888" y="263971"/>
                  </a:lnTo>
                  <a:lnTo>
                    <a:pt x="5529982" y="263971"/>
                  </a:lnTo>
                  <a:lnTo>
                    <a:pt x="5530076" y="263971"/>
                  </a:lnTo>
                  <a:lnTo>
                    <a:pt x="5530170" y="263971"/>
                  </a:lnTo>
                  <a:lnTo>
                    <a:pt x="5530264" y="263971"/>
                  </a:lnTo>
                  <a:lnTo>
                    <a:pt x="5530358" y="263971"/>
                  </a:lnTo>
                  <a:lnTo>
                    <a:pt x="5530452" y="263971"/>
                  </a:lnTo>
                  <a:lnTo>
                    <a:pt x="5530546" y="263971"/>
                  </a:lnTo>
                  <a:lnTo>
                    <a:pt x="5530640" y="263971"/>
                  </a:lnTo>
                  <a:lnTo>
                    <a:pt x="5530734" y="263971"/>
                  </a:lnTo>
                  <a:lnTo>
                    <a:pt x="5530828" y="263971"/>
                  </a:lnTo>
                  <a:lnTo>
                    <a:pt x="5530922" y="263971"/>
                  </a:lnTo>
                  <a:lnTo>
                    <a:pt x="5531016" y="263971"/>
                  </a:lnTo>
                  <a:lnTo>
                    <a:pt x="5531110" y="263971"/>
                  </a:lnTo>
                  <a:lnTo>
                    <a:pt x="5531204" y="263971"/>
                  </a:lnTo>
                  <a:lnTo>
                    <a:pt x="5531298" y="263971"/>
                  </a:lnTo>
                  <a:lnTo>
                    <a:pt x="5531392" y="263971"/>
                  </a:lnTo>
                  <a:lnTo>
                    <a:pt x="5531486" y="263971"/>
                  </a:lnTo>
                  <a:lnTo>
                    <a:pt x="5531580" y="263971"/>
                  </a:lnTo>
                  <a:lnTo>
                    <a:pt x="5531674" y="263971"/>
                  </a:lnTo>
                  <a:lnTo>
                    <a:pt x="5531768" y="263971"/>
                  </a:lnTo>
                  <a:lnTo>
                    <a:pt x="5531862" y="263971"/>
                  </a:lnTo>
                  <a:lnTo>
                    <a:pt x="5531956" y="263971"/>
                  </a:lnTo>
                  <a:lnTo>
                    <a:pt x="5532050" y="263971"/>
                  </a:lnTo>
                  <a:lnTo>
                    <a:pt x="5532144" y="263971"/>
                  </a:lnTo>
                  <a:lnTo>
                    <a:pt x="5532238" y="263971"/>
                  </a:lnTo>
                  <a:lnTo>
                    <a:pt x="5532332" y="263971"/>
                  </a:lnTo>
                  <a:lnTo>
                    <a:pt x="5532426" y="263971"/>
                  </a:lnTo>
                  <a:lnTo>
                    <a:pt x="5532521" y="263971"/>
                  </a:lnTo>
                  <a:lnTo>
                    <a:pt x="5532615" y="263971"/>
                  </a:lnTo>
                  <a:lnTo>
                    <a:pt x="5532709" y="263971"/>
                  </a:lnTo>
                  <a:lnTo>
                    <a:pt x="5532803" y="263971"/>
                  </a:lnTo>
                  <a:lnTo>
                    <a:pt x="5532897" y="263971"/>
                  </a:lnTo>
                  <a:lnTo>
                    <a:pt x="5532991" y="263971"/>
                  </a:lnTo>
                  <a:lnTo>
                    <a:pt x="5533085" y="263971"/>
                  </a:lnTo>
                  <a:lnTo>
                    <a:pt x="5533179" y="263971"/>
                  </a:lnTo>
                  <a:lnTo>
                    <a:pt x="5533273" y="263971"/>
                  </a:lnTo>
                  <a:lnTo>
                    <a:pt x="5533367" y="263971"/>
                  </a:lnTo>
                  <a:lnTo>
                    <a:pt x="5533461" y="263971"/>
                  </a:lnTo>
                  <a:lnTo>
                    <a:pt x="5533555" y="263971"/>
                  </a:lnTo>
                  <a:lnTo>
                    <a:pt x="5533649" y="263971"/>
                  </a:lnTo>
                  <a:lnTo>
                    <a:pt x="5533743" y="263971"/>
                  </a:lnTo>
                  <a:lnTo>
                    <a:pt x="5533837" y="263971"/>
                  </a:lnTo>
                  <a:lnTo>
                    <a:pt x="5533931" y="263971"/>
                  </a:lnTo>
                  <a:lnTo>
                    <a:pt x="5534025" y="263971"/>
                  </a:lnTo>
                  <a:lnTo>
                    <a:pt x="5534119" y="263971"/>
                  </a:lnTo>
                  <a:lnTo>
                    <a:pt x="5534213" y="263971"/>
                  </a:lnTo>
                  <a:lnTo>
                    <a:pt x="5534307" y="263971"/>
                  </a:lnTo>
                  <a:lnTo>
                    <a:pt x="5534401" y="263971"/>
                  </a:lnTo>
                  <a:lnTo>
                    <a:pt x="5534495" y="263971"/>
                  </a:lnTo>
                  <a:lnTo>
                    <a:pt x="5534589" y="263971"/>
                  </a:lnTo>
                  <a:lnTo>
                    <a:pt x="5534683" y="263971"/>
                  </a:lnTo>
                  <a:lnTo>
                    <a:pt x="5534777" y="263971"/>
                  </a:lnTo>
                  <a:lnTo>
                    <a:pt x="5534871" y="263971"/>
                  </a:lnTo>
                  <a:lnTo>
                    <a:pt x="5534965" y="263971"/>
                  </a:lnTo>
                  <a:lnTo>
                    <a:pt x="5535059" y="263971"/>
                  </a:lnTo>
                  <a:lnTo>
                    <a:pt x="5535153" y="263971"/>
                  </a:lnTo>
                  <a:lnTo>
                    <a:pt x="5535247" y="263971"/>
                  </a:lnTo>
                  <a:lnTo>
                    <a:pt x="5535341" y="263971"/>
                  </a:lnTo>
                  <a:lnTo>
                    <a:pt x="5535435" y="263971"/>
                  </a:lnTo>
                  <a:lnTo>
                    <a:pt x="5535529" y="263971"/>
                  </a:lnTo>
                  <a:lnTo>
                    <a:pt x="5535623" y="263971"/>
                  </a:lnTo>
                  <a:lnTo>
                    <a:pt x="5535717" y="263971"/>
                  </a:lnTo>
                  <a:lnTo>
                    <a:pt x="5535811" y="263971"/>
                  </a:lnTo>
                  <a:lnTo>
                    <a:pt x="5535905" y="263971"/>
                  </a:lnTo>
                  <a:lnTo>
                    <a:pt x="5536000" y="263971"/>
                  </a:lnTo>
                  <a:lnTo>
                    <a:pt x="5536094" y="263971"/>
                  </a:lnTo>
                  <a:lnTo>
                    <a:pt x="5536188" y="263971"/>
                  </a:lnTo>
                  <a:lnTo>
                    <a:pt x="5536282" y="263971"/>
                  </a:lnTo>
                  <a:lnTo>
                    <a:pt x="5536376" y="263971"/>
                  </a:lnTo>
                  <a:lnTo>
                    <a:pt x="5536470" y="263971"/>
                  </a:lnTo>
                  <a:lnTo>
                    <a:pt x="5536564" y="263971"/>
                  </a:lnTo>
                  <a:lnTo>
                    <a:pt x="5536658" y="263971"/>
                  </a:lnTo>
                  <a:lnTo>
                    <a:pt x="5536752" y="263971"/>
                  </a:lnTo>
                  <a:lnTo>
                    <a:pt x="5536846" y="263971"/>
                  </a:lnTo>
                  <a:lnTo>
                    <a:pt x="5536940" y="263971"/>
                  </a:lnTo>
                  <a:lnTo>
                    <a:pt x="5537034" y="263971"/>
                  </a:lnTo>
                  <a:lnTo>
                    <a:pt x="5537128" y="263971"/>
                  </a:lnTo>
                  <a:lnTo>
                    <a:pt x="5537222" y="263971"/>
                  </a:lnTo>
                  <a:lnTo>
                    <a:pt x="5537316" y="263971"/>
                  </a:lnTo>
                  <a:lnTo>
                    <a:pt x="5537410" y="263971"/>
                  </a:lnTo>
                  <a:lnTo>
                    <a:pt x="5537504" y="263971"/>
                  </a:lnTo>
                  <a:lnTo>
                    <a:pt x="5537598" y="263971"/>
                  </a:lnTo>
                  <a:lnTo>
                    <a:pt x="5537692" y="263971"/>
                  </a:lnTo>
                  <a:lnTo>
                    <a:pt x="5537786" y="263971"/>
                  </a:lnTo>
                  <a:lnTo>
                    <a:pt x="5537880" y="263971"/>
                  </a:lnTo>
                  <a:lnTo>
                    <a:pt x="5537974" y="263971"/>
                  </a:lnTo>
                  <a:lnTo>
                    <a:pt x="5538068" y="263971"/>
                  </a:lnTo>
                  <a:lnTo>
                    <a:pt x="5538162" y="263971"/>
                  </a:lnTo>
                  <a:lnTo>
                    <a:pt x="5538256" y="263971"/>
                  </a:lnTo>
                  <a:lnTo>
                    <a:pt x="5538350" y="263971"/>
                  </a:lnTo>
                  <a:lnTo>
                    <a:pt x="5538444" y="263971"/>
                  </a:lnTo>
                  <a:lnTo>
                    <a:pt x="5538538" y="263971"/>
                  </a:lnTo>
                  <a:lnTo>
                    <a:pt x="5538632" y="263971"/>
                  </a:lnTo>
                  <a:lnTo>
                    <a:pt x="5538726" y="263971"/>
                  </a:lnTo>
                  <a:lnTo>
                    <a:pt x="5538820" y="263971"/>
                  </a:lnTo>
                  <a:lnTo>
                    <a:pt x="5538914" y="263971"/>
                  </a:lnTo>
                  <a:lnTo>
                    <a:pt x="5539008" y="263971"/>
                  </a:lnTo>
                  <a:lnTo>
                    <a:pt x="5539102" y="263971"/>
                  </a:lnTo>
                  <a:lnTo>
                    <a:pt x="5539196" y="263971"/>
                  </a:lnTo>
                  <a:lnTo>
                    <a:pt x="5539290" y="263971"/>
                  </a:lnTo>
                  <a:lnTo>
                    <a:pt x="5539384" y="263971"/>
                  </a:lnTo>
                  <a:lnTo>
                    <a:pt x="5539478" y="263971"/>
                  </a:lnTo>
                  <a:lnTo>
                    <a:pt x="5539573" y="263971"/>
                  </a:lnTo>
                  <a:lnTo>
                    <a:pt x="5539667" y="263971"/>
                  </a:lnTo>
                  <a:lnTo>
                    <a:pt x="5539761" y="263971"/>
                  </a:lnTo>
                  <a:lnTo>
                    <a:pt x="5539855" y="263971"/>
                  </a:lnTo>
                  <a:lnTo>
                    <a:pt x="5539949" y="263971"/>
                  </a:lnTo>
                  <a:lnTo>
                    <a:pt x="5540043" y="263971"/>
                  </a:lnTo>
                  <a:lnTo>
                    <a:pt x="5540137" y="263971"/>
                  </a:lnTo>
                  <a:lnTo>
                    <a:pt x="5540231" y="263971"/>
                  </a:lnTo>
                  <a:lnTo>
                    <a:pt x="5540325" y="263971"/>
                  </a:lnTo>
                  <a:lnTo>
                    <a:pt x="5540419" y="263971"/>
                  </a:lnTo>
                  <a:lnTo>
                    <a:pt x="5540513" y="263971"/>
                  </a:lnTo>
                  <a:lnTo>
                    <a:pt x="5540513" y="258691"/>
                  </a:lnTo>
                  <a:lnTo>
                    <a:pt x="5540607" y="258691"/>
                  </a:lnTo>
                  <a:lnTo>
                    <a:pt x="5540701" y="258691"/>
                  </a:lnTo>
                  <a:lnTo>
                    <a:pt x="5540795" y="258691"/>
                  </a:lnTo>
                  <a:lnTo>
                    <a:pt x="5540889" y="258691"/>
                  </a:lnTo>
                  <a:lnTo>
                    <a:pt x="5540983" y="258691"/>
                  </a:lnTo>
                  <a:lnTo>
                    <a:pt x="5541077" y="258691"/>
                  </a:lnTo>
                  <a:lnTo>
                    <a:pt x="5541171" y="258691"/>
                  </a:lnTo>
                  <a:lnTo>
                    <a:pt x="5541265" y="258691"/>
                  </a:lnTo>
                  <a:lnTo>
                    <a:pt x="5541359" y="258691"/>
                  </a:lnTo>
                  <a:lnTo>
                    <a:pt x="5541453" y="258691"/>
                  </a:lnTo>
                  <a:lnTo>
                    <a:pt x="5541547" y="258691"/>
                  </a:lnTo>
                  <a:lnTo>
                    <a:pt x="5541641" y="258691"/>
                  </a:lnTo>
                  <a:lnTo>
                    <a:pt x="5541735" y="258691"/>
                  </a:lnTo>
                  <a:lnTo>
                    <a:pt x="5541829" y="258691"/>
                  </a:lnTo>
                  <a:lnTo>
                    <a:pt x="5541923" y="258691"/>
                  </a:lnTo>
                  <a:lnTo>
                    <a:pt x="5542017" y="258691"/>
                  </a:lnTo>
                  <a:lnTo>
                    <a:pt x="5542111" y="258691"/>
                  </a:lnTo>
                  <a:lnTo>
                    <a:pt x="5542205" y="258691"/>
                  </a:lnTo>
                  <a:lnTo>
                    <a:pt x="5542299" y="258691"/>
                  </a:lnTo>
                  <a:lnTo>
                    <a:pt x="5542393" y="258691"/>
                  </a:lnTo>
                  <a:lnTo>
                    <a:pt x="5542487" y="258691"/>
                  </a:lnTo>
                  <a:lnTo>
                    <a:pt x="5542581" y="258691"/>
                  </a:lnTo>
                  <a:lnTo>
                    <a:pt x="5542675" y="258691"/>
                  </a:lnTo>
                  <a:lnTo>
                    <a:pt x="5542769" y="258691"/>
                  </a:lnTo>
                  <a:lnTo>
                    <a:pt x="5542863" y="258691"/>
                  </a:lnTo>
                  <a:lnTo>
                    <a:pt x="5542957" y="258691"/>
                  </a:lnTo>
                  <a:lnTo>
                    <a:pt x="5543051" y="258691"/>
                  </a:lnTo>
                  <a:lnTo>
                    <a:pt x="5543146" y="258691"/>
                  </a:lnTo>
                  <a:lnTo>
                    <a:pt x="5543240" y="258691"/>
                  </a:lnTo>
                  <a:lnTo>
                    <a:pt x="5543334" y="258691"/>
                  </a:lnTo>
                  <a:lnTo>
                    <a:pt x="5543428" y="258691"/>
                  </a:lnTo>
                  <a:lnTo>
                    <a:pt x="5543522" y="258691"/>
                  </a:lnTo>
                  <a:lnTo>
                    <a:pt x="5543616" y="258691"/>
                  </a:lnTo>
                  <a:lnTo>
                    <a:pt x="5543710" y="258691"/>
                  </a:lnTo>
                  <a:lnTo>
                    <a:pt x="5543804" y="258691"/>
                  </a:lnTo>
                  <a:lnTo>
                    <a:pt x="5543898" y="258691"/>
                  </a:lnTo>
                  <a:lnTo>
                    <a:pt x="5543992" y="258691"/>
                  </a:lnTo>
                  <a:lnTo>
                    <a:pt x="5544086" y="258691"/>
                  </a:lnTo>
                  <a:lnTo>
                    <a:pt x="5544180" y="258691"/>
                  </a:lnTo>
                  <a:lnTo>
                    <a:pt x="5544274" y="258691"/>
                  </a:lnTo>
                  <a:lnTo>
                    <a:pt x="5544368" y="258691"/>
                  </a:lnTo>
                  <a:lnTo>
                    <a:pt x="5544462" y="258691"/>
                  </a:lnTo>
                  <a:lnTo>
                    <a:pt x="5544556" y="258691"/>
                  </a:lnTo>
                  <a:lnTo>
                    <a:pt x="5544650" y="258691"/>
                  </a:lnTo>
                  <a:lnTo>
                    <a:pt x="5544744" y="258691"/>
                  </a:lnTo>
                  <a:lnTo>
                    <a:pt x="5544838" y="258691"/>
                  </a:lnTo>
                  <a:lnTo>
                    <a:pt x="5544932" y="258691"/>
                  </a:lnTo>
                  <a:lnTo>
                    <a:pt x="5545026" y="258691"/>
                  </a:lnTo>
                  <a:lnTo>
                    <a:pt x="5545120" y="258691"/>
                  </a:lnTo>
                  <a:lnTo>
                    <a:pt x="5545214" y="258691"/>
                  </a:lnTo>
                  <a:lnTo>
                    <a:pt x="5545308" y="258691"/>
                  </a:lnTo>
                  <a:lnTo>
                    <a:pt x="5545402" y="258691"/>
                  </a:lnTo>
                  <a:lnTo>
                    <a:pt x="5545496" y="258691"/>
                  </a:lnTo>
                  <a:lnTo>
                    <a:pt x="5545590" y="258691"/>
                  </a:lnTo>
                  <a:lnTo>
                    <a:pt x="5545684" y="258691"/>
                  </a:lnTo>
                  <a:lnTo>
                    <a:pt x="5545778" y="258691"/>
                  </a:lnTo>
                  <a:lnTo>
                    <a:pt x="5545872" y="258691"/>
                  </a:lnTo>
                  <a:lnTo>
                    <a:pt x="5545966" y="258691"/>
                  </a:lnTo>
                  <a:lnTo>
                    <a:pt x="5546060" y="258691"/>
                  </a:lnTo>
                  <a:lnTo>
                    <a:pt x="5546154" y="258691"/>
                  </a:lnTo>
                  <a:lnTo>
                    <a:pt x="5546248" y="258691"/>
                  </a:lnTo>
                  <a:lnTo>
                    <a:pt x="5546342" y="258691"/>
                  </a:lnTo>
                  <a:lnTo>
                    <a:pt x="5546436" y="258691"/>
                  </a:lnTo>
                  <a:lnTo>
                    <a:pt x="5546530" y="258691"/>
                  </a:lnTo>
                  <a:lnTo>
                    <a:pt x="5546625" y="258691"/>
                  </a:lnTo>
                  <a:lnTo>
                    <a:pt x="5546719" y="258691"/>
                  </a:lnTo>
                  <a:lnTo>
                    <a:pt x="5546813" y="258691"/>
                  </a:lnTo>
                  <a:lnTo>
                    <a:pt x="5546907" y="258691"/>
                  </a:lnTo>
                  <a:lnTo>
                    <a:pt x="5547001" y="258691"/>
                  </a:lnTo>
                  <a:lnTo>
                    <a:pt x="5547095" y="258691"/>
                  </a:lnTo>
                  <a:lnTo>
                    <a:pt x="5547189" y="258691"/>
                  </a:lnTo>
                  <a:lnTo>
                    <a:pt x="5547283" y="258691"/>
                  </a:lnTo>
                  <a:lnTo>
                    <a:pt x="5547377" y="258691"/>
                  </a:lnTo>
                  <a:lnTo>
                    <a:pt x="5547471" y="258691"/>
                  </a:lnTo>
                  <a:lnTo>
                    <a:pt x="5547565" y="258691"/>
                  </a:lnTo>
                  <a:lnTo>
                    <a:pt x="5547659" y="258691"/>
                  </a:lnTo>
                  <a:lnTo>
                    <a:pt x="5547753" y="258691"/>
                  </a:lnTo>
                  <a:lnTo>
                    <a:pt x="5547847" y="258691"/>
                  </a:lnTo>
                  <a:lnTo>
                    <a:pt x="5547941" y="258691"/>
                  </a:lnTo>
                  <a:lnTo>
                    <a:pt x="5548035" y="258691"/>
                  </a:lnTo>
                  <a:lnTo>
                    <a:pt x="5548129" y="258691"/>
                  </a:lnTo>
                  <a:lnTo>
                    <a:pt x="5548223" y="258691"/>
                  </a:lnTo>
                  <a:lnTo>
                    <a:pt x="5548317" y="258691"/>
                  </a:lnTo>
                  <a:lnTo>
                    <a:pt x="5548411" y="258691"/>
                  </a:lnTo>
                  <a:lnTo>
                    <a:pt x="5548505" y="258691"/>
                  </a:lnTo>
                  <a:lnTo>
                    <a:pt x="5548599" y="258691"/>
                  </a:lnTo>
                  <a:lnTo>
                    <a:pt x="5548693" y="258691"/>
                  </a:lnTo>
                  <a:lnTo>
                    <a:pt x="5548787" y="258691"/>
                  </a:lnTo>
                  <a:lnTo>
                    <a:pt x="5548881" y="258691"/>
                  </a:lnTo>
                  <a:lnTo>
                    <a:pt x="5548975" y="258691"/>
                  </a:lnTo>
                  <a:lnTo>
                    <a:pt x="5549069" y="258691"/>
                  </a:lnTo>
                  <a:lnTo>
                    <a:pt x="5549163" y="258691"/>
                  </a:lnTo>
                  <a:lnTo>
                    <a:pt x="5549257" y="258691"/>
                  </a:lnTo>
                  <a:lnTo>
                    <a:pt x="5549351" y="258691"/>
                  </a:lnTo>
                  <a:lnTo>
                    <a:pt x="5549351" y="253412"/>
                  </a:lnTo>
                  <a:lnTo>
                    <a:pt x="5549445" y="253412"/>
                  </a:lnTo>
                  <a:lnTo>
                    <a:pt x="5549539" y="253412"/>
                  </a:lnTo>
                  <a:lnTo>
                    <a:pt x="5549633" y="253412"/>
                  </a:lnTo>
                  <a:lnTo>
                    <a:pt x="5549727" y="253412"/>
                  </a:lnTo>
                  <a:lnTo>
                    <a:pt x="5549821" y="253412"/>
                  </a:lnTo>
                  <a:lnTo>
                    <a:pt x="5549915" y="253412"/>
                  </a:lnTo>
                  <a:lnTo>
                    <a:pt x="5550009" y="253412"/>
                  </a:lnTo>
                  <a:lnTo>
                    <a:pt x="5550103" y="253412"/>
                  </a:lnTo>
                  <a:lnTo>
                    <a:pt x="5550198" y="253412"/>
                  </a:lnTo>
                  <a:lnTo>
                    <a:pt x="5550292" y="253412"/>
                  </a:lnTo>
                  <a:lnTo>
                    <a:pt x="5550386" y="253412"/>
                  </a:lnTo>
                  <a:lnTo>
                    <a:pt x="5550480" y="253412"/>
                  </a:lnTo>
                  <a:lnTo>
                    <a:pt x="5550574" y="253412"/>
                  </a:lnTo>
                  <a:lnTo>
                    <a:pt x="5550668" y="253412"/>
                  </a:lnTo>
                  <a:lnTo>
                    <a:pt x="5550762" y="253412"/>
                  </a:lnTo>
                  <a:lnTo>
                    <a:pt x="5550856" y="253412"/>
                  </a:lnTo>
                  <a:lnTo>
                    <a:pt x="5550950" y="253412"/>
                  </a:lnTo>
                  <a:lnTo>
                    <a:pt x="5550950" y="248132"/>
                  </a:lnTo>
                  <a:lnTo>
                    <a:pt x="5551044" y="248132"/>
                  </a:lnTo>
                  <a:lnTo>
                    <a:pt x="5551138" y="248132"/>
                  </a:lnTo>
                  <a:lnTo>
                    <a:pt x="5551232" y="248132"/>
                  </a:lnTo>
                  <a:lnTo>
                    <a:pt x="5551326" y="248132"/>
                  </a:lnTo>
                  <a:lnTo>
                    <a:pt x="5551420" y="248132"/>
                  </a:lnTo>
                  <a:lnTo>
                    <a:pt x="5551514" y="248132"/>
                  </a:lnTo>
                  <a:lnTo>
                    <a:pt x="5551608" y="248132"/>
                  </a:lnTo>
                  <a:lnTo>
                    <a:pt x="5551702" y="248132"/>
                  </a:lnTo>
                  <a:lnTo>
                    <a:pt x="5551796" y="248132"/>
                  </a:lnTo>
                  <a:lnTo>
                    <a:pt x="5551890" y="248132"/>
                  </a:lnTo>
                  <a:lnTo>
                    <a:pt x="5551984" y="248132"/>
                  </a:lnTo>
                  <a:lnTo>
                    <a:pt x="5552078" y="248132"/>
                  </a:lnTo>
                  <a:lnTo>
                    <a:pt x="5552172" y="248132"/>
                  </a:lnTo>
                  <a:lnTo>
                    <a:pt x="5552266" y="248132"/>
                  </a:lnTo>
                  <a:lnTo>
                    <a:pt x="5552360" y="248132"/>
                  </a:lnTo>
                  <a:lnTo>
                    <a:pt x="5552454" y="248132"/>
                  </a:lnTo>
                  <a:lnTo>
                    <a:pt x="5552548" y="248132"/>
                  </a:lnTo>
                  <a:lnTo>
                    <a:pt x="5552642" y="248132"/>
                  </a:lnTo>
                  <a:lnTo>
                    <a:pt x="5552736" y="248132"/>
                  </a:lnTo>
                  <a:lnTo>
                    <a:pt x="5552830" y="248132"/>
                  </a:lnTo>
                  <a:lnTo>
                    <a:pt x="5552924" y="248132"/>
                  </a:lnTo>
                  <a:lnTo>
                    <a:pt x="5553018" y="248132"/>
                  </a:lnTo>
                  <a:lnTo>
                    <a:pt x="5553112" y="248132"/>
                  </a:lnTo>
                  <a:lnTo>
                    <a:pt x="5553206" y="248132"/>
                  </a:lnTo>
                  <a:lnTo>
                    <a:pt x="5553300" y="248132"/>
                  </a:lnTo>
                  <a:lnTo>
                    <a:pt x="5553394" y="248132"/>
                  </a:lnTo>
                  <a:lnTo>
                    <a:pt x="5553488" y="248132"/>
                  </a:lnTo>
                  <a:lnTo>
                    <a:pt x="5553582" y="248132"/>
                  </a:lnTo>
                  <a:lnTo>
                    <a:pt x="5553676" y="248132"/>
                  </a:lnTo>
                  <a:lnTo>
                    <a:pt x="5553771" y="248132"/>
                  </a:lnTo>
                  <a:lnTo>
                    <a:pt x="5553865" y="248132"/>
                  </a:lnTo>
                  <a:lnTo>
                    <a:pt x="5553959" y="248132"/>
                  </a:lnTo>
                  <a:lnTo>
                    <a:pt x="5554053" y="248132"/>
                  </a:lnTo>
                  <a:lnTo>
                    <a:pt x="5554147" y="248132"/>
                  </a:lnTo>
                  <a:lnTo>
                    <a:pt x="5554241" y="248132"/>
                  </a:lnTo>
                  <a:lnTo>
                    <a:pt x="5554335" y="248132"/>
                  </a:lnTo>
                  <a:lnTo>
                    <a:pt x="5554429" y="248132"/>
                  </a:lnTo>
                  <a:lnTo>
                    <a:pt x="5554523" y="248132"/>
                  </a:lnTo>
                  <a:lnTo>
                    <a:pt x="5554617" y="248132"/>
                  </a:lnTo>
                  <a:lnTo>
                    <a:pt x="5554711" y="248132"/>
                  </a:lnTo>
                  <a:lnTo>
                    <a:pt x="5554805" y="248132"/>
                  </a:lnTo>
                  <a:lnTo>
                    <a:pt x="5554899" y="248132"/>
                  </a:lnTo>
                  <a:lnTo>
                    <a:pt x="5554993" y="248132"/>
                  </a:lnTo>
                  <a:lnTo>
                    <a:pt x="5555087" y="248132"/>
                  </a:lnTo>
                  <a:lnTo>
                    <a:pt x="5555181" y="248132"/>
                  </a:lnTo>
                  <a:lnTo>
                    <a:pt x="5555275" y="248132"/>
                  </a:lnTo>
                  <a:lnTo>
                    <a:pt x="5555369" y="248132"/>
                  </a:lnTo>
                  <a:lnTo>
                    <a:pt x="5555463" y="248132"/>
                  </a:lnTo>
                  <a:lnTo>
                    <a:pt x="5555557" y="248132"/>
                  </a:lnTo>
                  <a:lnTo>
                    <a:pt x="5555651" y="248132"/>
                  </a:lnTo>
                  <a:lnTo>
                    <a:pt x="5555745" y="248132"/>
                  </a:lnTo>
                  <a:lnTo>
                    <a:pt x="5555839" y="248132"/>
                  </a:lnTo>
                  <a:lnTo>
                    <a:pt x="5555933" y="248132"/>
                  </a:lnTo>
                  <a:lnTo>
                    <a:pt x="5556027" y="248132"/>
                  </a:lnTo>
                  <a:lnTo>
                    <a:pt x="5556121" y="248132"/>
                  </a:lnTo>
                  <a:lnTo>
                    <a:pt x="5556215" y="248132"/>
                  </a:lnTo>
                  <a:lnTo>
                    <a:pt x="5556309" y="248132"/>
                  </a:lnTo>
                  <a:lnTo>
                    <a:pt x="5556403" y="248132"/>
                  </a:lnTo>
                  <a:lnTo>
                    <a:pt x="5556497" y="248132"/>
                  </a:lnTo>
                  <a:lnTo>
                    <a:pt x="5556591" y="248132"/>
                  </a:lnTo>
                  <a:lnTo>
                    <a:pt x="5556685" y="248132"/>
                  </a:lnTo>
                  <a:lnTo>
                    <a:pt x="5556779" y="248132"/>
                  </a:lnTo>
                  <a:lnTo>
                    <a:pt x="5556873" y="248132"/>
                  </a:lnTo>
                  <a:lnTo>
                    <a:pt x="5556967" y="248132"/>
                  </a:lnTo>
                  <a:lnTo>
                    <a:pt x="5557061" y="248132"/>
                  </a:lnTo>
                  <a:lnTo>
                    <a:pt x="5557155" y="248132"/>
                  </a:lnTo>
                  <a:lnTo>
                    <a:pt x="5557249" y="248132"/>
                  </a:lnTo>
                  <a:lnTo>
                    <a:pt x="5557344" y="248132"/>
                  </a:lnTo>
                  <a:lnTo>
                    <a:pt x="5557438" y="248132"/>
                  </a:lnTo>
                  <a:lnTo>
                    <a:pt x="5557532" y="248132"/>
                  </a:lnTo>
                  <a:lnTo>
                    <a:pt x="5557626" y="248132"/>
                  </a:lnTo>
                  <a:lnTo>
                    <a:pt x="5557720" y="248132"/>
                  </a:lnTo>
                  <a:lnTo>
                    <a:pt x="5557814" y="248132"/>
                  </a:lnTo>
                  <a:lnTo>
                    <a:pt x="5557908" y="248132"/>
                  </a:lnTo>
                  <a:lnTo>
                    <a:pt x="5558002" y="248132"/>
                  </a:lnTo>
                  <a:lnTo>
                    <a:pt x="5558096" y="248132"/>
                  </a:lnTo>
                  <a:lnTo>
                    <a:pt x="5558190" y="248132"/>
                  </a:lnTo>
                  <a:lnTo>
                    <a:pt x="5558284" y="248132"/>
                  </a:lnTo>
                  <a:lnTo>
                    <a:pt x="5558378" y="248132"/>
                  </a:lnTo>
                  <a:lnTo>
                    <a:pt x="5558472" y="248132"/>
                  </a:lnTo>
                  <a:lnTo>
                    <a:pt x="5558566" y="248132"/>
                  </a:lnTo>
                  <a:lnTo>
                    <a:pt x="5558660" y="248132"/>
                  </a:lnTo>
                  <a:lnTo>
                    <a:pt x="5558754" y="248132"/>
                  </a:lnTo>
                  <a:lnTo>
                    <a:pt x="5558848" y="248132"/>
                  </a:lnTo>
                  <a:lnTo>
                    <a:pt x="5558942" y="248132"/>
                  </a:lnTo>
                  <a:lnTo>
                    <a:pt x="5559036" y="248132"/>
                  </a:lnTo>
                  <a:lnTo>
                    <a:pt x="5559130" y="248132"/>
                  </a:lnTo>
                  <a:lnTo>
                    <a:pt x="5559224" y="248132"/>
                  </a:lnTo>
                  <a:lnTo>
                    <a:pt x="5559318" y="248132"/>
                  </a:lnTo>
                  <a:lnTo>
                    <a:pt x="5559412" y="248132"/>
                  </a:lnTo>
                  <a:lnTo>
                    <a:pt x="5559506" y="248132"/>
                  </a:lnTo>
                  <a:lnTo>
                    <a:pt x="5559600" y="248132"/>
                  </a:lnTo>
                  <a:lnTo>
                    <a:pt x="5559694" y="248132"/>
                  </a:lnTo>
                  <a:lnTo>
                    <a:pt x="5559788" y="248132"/>
                  </a:lnTo>
                  <a:lnTo>
                    <a:pt x="5559882" y="248132"/>
                  </a:lnTo>
                  <a:lnTo>
                    <a:pt x="5559976" y="248132"/>
                  </a:lnTo>
                  <a:lnTo>
                    <a:pt x="5560070" y="248132"/>
                  </a:lnTo>
                  <a:lnTo>
                    <a:pt x="5560164" y="248132"/>
                  </a:lnTo>
                  <a:lnTo>
                    <a:pt x="5560258" y="248132"/>
                  </a:lnTo>
                  <a:lnTo>
                    <a:pt x="5560352" y="248132"/>
                  </a:lnTo>
                  <a:lnTo>
                    <a:pt x="5560446" y="248132"/>
                  </a:lnTo>
                  <a:lnTo>
                    <a:pt x="5560540" y="248132"/>
                  </a:lnTo>
                  <a:lnTo>
                    <a:pt x="5560634" y="248132"/>
                  </a:lnTo>
                  <a:lnTo>
                    <a:pt x="5560728" y="248132"/>
                  </a:lnTo>
                  <a:lnTo>
                    <a:pt x="5560823" y="248132"/>
                  </a:lnTo>
                  <a:lnTo>
                    <a:pt x="5560917" y="248132"/>
                  </a:lnTo>
                  <a:lnTo>
                    <a:pt x="5561011" y="248132"/>
                  </a:lnTo>
                  <a:lnTo>
                    <a:pt x="5561105" y="248132"/>
                  </a:lnTo>
                  <a:lnTo>
                    <a:pt x="5561199" y="248132"/>
                  </a:lnTo>
                  <a:lnTo>
                    <a:pt x="5561293" y="248132"/>
                  </a:lnTo>
                  <a:lnTo>
                    <a:pt x="5561387" y="248132"/>
                  </a:lnTo>
                  <a:lnTo>
                    <a:pt x="5561481" y="248132"/>
                  </a:lnTo>
                  <a:lnTo>
                    <a:pt x="5561575" y="248132"/>
                  </a:lnTo>
                  <a:lnTo>
                    <a:pt x="5561669" y="248132"/>
                  </a:lnTo>
                  <a:lnTo>
                    <a:pt x="5561763" y="248132"/>
                  </a:lnTo>
                  <a:lnTo>
                    <a:pt x="5561857" y="248132"/>
                  </a:lnTo>
                  <a:lnTo>
                    <a:pt x="5561951" y="248132"/>
                  </a:lnTo>
                  <a:lnTo>
                    <a:pt x="5561951" y="242853"/>
                  </a:lnTo>
                  <a:lnTo>
                    <a:pt x="5562045" y="242853"/>
                  </a:lnTo>
                  <a:lnTo>
                    <a:pt x="5562139" y="242853"/>
                  </a:lnTo>
                  <a:lnTo>
                    <a:pt x="5562233" y="242853"/>
                  </a:lnTo>
                  <a:lnTo>
                    <a:pt x="5562327" y="242853"/>
                  </a:lnTo>
                  <a:lnTo>
                    <a:pt x="5562421" y="242853"/>
                  </a:lnTo>
                  <a:lnTo>
                    <a:pt x="5562515" y="242853"/>
                  </a:lnTo>
                  <a:lnTo>
                    <a:pt x="5562609" y="242853"/>
                  </a:lnTo>
                  <a:lnTo>
                    <a:pt x="5562703" y="242853"/>
                  </a:lnTo>
                  <a:lnTo>
                    <a:pt x="5562797" y="242853"/>
                  </a:lnTo>
                  <a:lnTo>
                    <a:pt x="5562891" y="242853"/>
                  </a:lnTo>
                  <a:lnTo>
                    <a:pt x="5562985" y="242853"/>
                  </a:lnTo>
                  <a:lnTo>
                    <a:pt x="5563079" y="242853"/>
                  </a:lnTo>
                  <a:lnTo>
                    <a:pt x="5563173" y="242853"/>
                  </a:lnTo>
                  <a:lnTo>
                    <a:pt x="5563267" y="242853"/>
                  </a:lnTo>
                  <a:lnTo>
                    <a:pt x="5563361" y="242853"/>
                  </a:lnTo>
                  <a:lnTo>
                    <a:pt x="5563455" y="242853"/>
                  </a:lnTo>
                  <a:lnTo>
                    <a:pt x="5563549" y="242853"/>
                  </a:lnTo>
                  <a:lnTo>
                    <a:pt x="5563643" y="242853"/>
                  </a:lnTo>
                  <a:lnTo>
                    <a:pt x="5563737" y="242853"/>
                  </a:lnTo>
                  <a:lnTo>
                    <a:pt x="5563831" y="242853"/>
                  </a:lnTo>
                  <a:lnTo>
                    <a:pt x="5563925" y="242853"/>
                  </a:lnTo>
                  <a:lnTo>
                    <a:pt x="5564019" y="242853"/>
                  </a:lnTo>
                  <a:lnTo>
                    <a:pt x="5564113" y="242853"/>
                  </a:lnTo>
                  <a:lnTo>
                    <a:pt x="5564207" y="242853"/>
                  </a:lnTo>
                  <a:lnTo>
                    <a:pt x="5564301" y="242853"/>
                  </a:lnTo>
                  <a:lnTo>
                    <a:pt x="5564396" y="242853"/>
                  </a:lnTo>
                  <a:lnTo>
                    <a:pt x="5564490" y="242853"/>
                  </a:lnTo>
                  <a:lnTo>
                    <a:pt x="5564584" y="242853"/>
                  </a:lnTo>
                  <a:lnTo>
                    <a:pt x="5564678" y="242853"/>
                  </a:lnTo>
                  <a:lnTo>
                    <a:pt x="5564772" y="242853"/>
                  </a:lnTo>
                  <a:lnTo>
                    <a:pt x="5564866" y="242853"/>
                  </a:lnTo>
                  <a:lnTo>
                    <a:pt x="5564960" y="242853"/>
                  </a:lnTo>
                  <a:lnTo>
                    <a:pt x="5565054" y="242853"/>
                  </a:lnTo>
                  <a:lnTo>
                    <a:pt x="5565148" y="242853"/>
                  </a:lnTo>
                  <a:lnTo>
                    <a:pt x="5565242" y="242853"/>
                  </a:lnTo>
                  <a:lnTo>
                    <a:pt x="5565336" y="242853"/>
                  </a:lnTo>
                  <a:lnTo>
                    <a:pt x="5565430" y="242853"/>
                  </a:lnTo>
                  <a:lnTo>
                    <a:pt x="5565524" y="242853"/>
                  </a:lnTo>
                  <a:lnTo>
                    <a:pt x="5565618" y="242853"/>
                  </a:lnTo>
                  <a:lnTo>
                    <a:pt x="5565712" y="242853"/>
                  </a:lnTo>
                  <a:lnTo>
                    <a:pt x="5565806" y="242853"/>
                  </a:lnTo>
                  <a:lnTo>
                    <a:pt x="5565900" y="242853"/>
                  </a:lnTo>
                  <a:lnTo>
                    <a:pt x="5565994" y="242853"/>
                  </a:lnTo>
                  <a:lnTo>
                    <a:pt x="5566088" y="242853"/>
                  </a:lnTo>
                  <a:lnTo>
                    <a:pt x="5566182" y="242853"/>
                  </a:lnTo>
                  <a:lnTo>
                    <a:pt x="5566276" y="242853"/>
                  </a:lnTo>
                  <a:lnTo>
                    <a:pt x="5566370" y="242853"/>
                  </a:lnTo>
                  <a:lnTo>
                    <a:pt x="5566464" y="242853"/>
                  </a:lnTo>
                  <a:lnTo>
                    <a:pt x="5566558" y="242853"/>
                  </a:lnTo>
                  <a:lnTo>
                    <a:pt x="5566652" y="242853"/>
                  </a:lnTo>
                  <a:lnTo>
                    <a:pt x="5566746" y="242853"/>
                  </a:lnTo>
                  <a:lnTo>
                    <a:pt x="5566840" y="242853"/>
                  </a:lnTo>
                  <a:lnTo>
                    <a:pt x="5566934" y="242853"/>
                  </a:lnTo>
                  <a:lnTo>
                    <a:pt x="5567028" y="242853"/>
                  </a:lnTo>
                  <a:lnTo>
                    <a:pt x="5567122" y="242853"/>
                  </a:lnTo>
                  <a:lnTo>
                    <a:pt x="5567216" y="242853"/>
                  </a:lnTo>
                  <a:lnTo>
                    <a:pt x="5567310" y="242853"/>
                  </a:lnTo>
                  <a:lnTo>
                    <a:pt x="5567404" y="242853"/>
                  </a:lnTo>
                  <a:lnTo>
                    <a:pt x="5567498" y="242853"/>
                  </a:lnTo>
                  <a:lnTo>
                    <a:pt x="5567592" y="242853"/>
                  </a:lnTo>
                  <a:lnTo>
                    <a:pt x="5567686" y="242853"/>
                  </a:lnTo>
                  <a:lnTo>
                    <a:pt x="5567780" y="242853"/>
                  </a:lnTo>
                  <a:lnTo>
                    <a:pt x="5567874" y="242853"/>
                  </a:lnTo>
                  <a:lnTo>
                    <a:pt x="5567969" y="242853"/>
                  </a:lnTo>
                  <a:lnTo>
                    <a:pt x="5568063" y="242853"/>
                  </a:lnTo>
                  <a:lnTo>
                    <a:pt x="5568157" y="242853"/>
                  </a:lnTo>
                  <a:lnTo>
                    <a:pt x="5568251" y="242853"/>
                  </a:lnTo>
                  <a:lnTo>
                    <a:pt x="5568345" y="242853"/>
                  </a:lnTo>
                  <a:lnTo>
                    <a:pt x="5568439" y="242853"/>
                  </a:lnTo>
                  <a:lnTo>
                    <a:pt x="5568533" y="242853"/>
                  </a:lnTo>
                  <a:lnTo>
                    <a:pt x="5568627" y="242853"/>
                  </a:lnTo>
                  <a:lnTo>
                    <a:pt x="5568721" y="242853"/>
                  </a:lnTo>
                  <a:lnTo>
                    <a:pt x="5568815" y="242853"/>
                  </a:lnTo>
                  <a:lnTo>
                    <a:pt x="5568909" y="242853"/>
                  </a:lnTo>
                  <a:lnTo>
                    <a:pt x="5569003" y="242853"/>
                  </a:lnTo>
                  <a:lnTo>
                    <a:pt x="5569097" y="242853"/>
                  </a:lnTo>
                  <a:lnTo>
                    <a:pt x="5569191" y="242853"/>
                  </a:lnTo>
                  <a:lnTo>
                    <a:pt x="5569285" y="242853"/>
                  </a:lnTo>
                  <a:lnTo>
                    <a:pt x="5569379" y="242853"/>
                  </a:lnTo>
                  <a:lnTo>
                    <a:pt x="5569473" y="242853"/>
                  </a:lnTo>
                  <a:lnTo>
                    <a:pt x="5569567" y="242853"/>
                  </a:lnTo>
                  <a:lnTo>
                    <a:pt x="5569661" y="242853"/>
                  </a:lnTo>
                  <a:lnTo>
                    <a:pt x="5569755" y="242853"/>
                  </a:lnTo>
                  <a:lnTo>
                    <a:pt x="5569849" y="242853"/>
                  </a:lnTo>
                  <a:lnTo>
                    <a:pt x="5569943" y="242853"/>
                  </a:lnTo>
                  <a:lnTo>
                    <a:pt x="5570037" y="242853"/>
                  </a:lnTo>
                  <a:lnTo>
                    <a:pt x="5570131" y="242853"/>
                  </a:lnTo>
                  <a:lnTo>
                    <a:pt x="5570225" y="242853"/>
                  </a:lnTo>
                  <a:lnTo>
                    <a:pt x="5570319" y="242853"/>
                  </a:lnTo>
                  <a:lnTo>
                    <a:pt x="5570413" y="242853"/>
                  </a:lnTo>
                  <a:lnTo>
                    <a:pt x="5570507" y="242853"/>
                  </a:lnTo>
                  <a:lnTo>
                    <a:pt x="5570601" y="242853"/>
                  </a:lnTo>
                  <a:lnTo>
                    <a:pt x="5570695" y="242853"/>
                  </a:lnTo>
                  <a:lnTo>
                    <a:pt x="5570789" y="242853"/>
                  </a:lnTo>
                  <a:lnTo>
                    <a:pt x="5570883" y="242853"/>
                  </a:lnTo>
                  <a:lnTo>
                    <a:pt x="5570977" y="242853"/>
                  </a:lnTo>
                  <a:lnTo>
                    <a:pt x="5571071" y="242853"/>
                  </a:lnTo>
                  <a:lnTo>
                    <a:pt x="5571165" y="242853"/>
                  </a:lnTo>
                  <a:lnTo>
                    <a:pt x="5571259" y="242853"/>
                  </a:lnTo>
                  <a:lnTo>
                    <a:pt x="5571353" y="242853"/>
                  </a:lnTo>
                  <a:lnTo>
                    <a:pt x="5571448" y="242853"/>
                  </a:lnTo>
                  <a:lnTo>
                    <a:pt x="5571542" y="242853"/>
                  </a:lnTo>
                  <a:lnTo>
                    <a:pt x="5571636" y="242853"/>
                  </a:lnTo>
                  <a:lnTo>
                    <a:pt x="5571730" y="242853"/>
                  </a:lnTo>
                  <a:lnTo>
                    <a:pt x="5571824" y="242853"/>
                  </a:lnTo>
                  <a:lnTo>
                    <a:pt x="5571918" y="242853"/>
                  </a:lnTo>
                  <a:lnTo>
                    <a:pt x="5572012" y="242853"/>
                  </a:lnTo>
                  <a:lnTo>
                    <a:pt x="5572106" y="242853"/>
                  </a:lnTo>
                  <a:lnTo>
                    <a:pt x="5572200" y="242853"/>
                  </a:lnTo>
                  <a:lnTo>
                    <a:pt x="5572294" y="242853"/>
                  </a:lnTo>
                  <a:lnTo>
                    <a:pt x="5572388" y="242853"/>
                  </a:lnTo>
                  <a:lnTo>
                    <a:pt x="5572482" y="242853"/>
                  </a:lnTo>
                  <a:lnTo>
                    <a:pt x="5572576" y="242853"/>
                  </a:lnTo>
                  <a:lnTo>
                    <a:pt x="5572670" y="242853"/>
                  </a:lnTo>
                  <a:lnTo>
                    <a:pt x="5572764" y="242853"/>
                  </a:lnTo>
                  <a:lnTo>
                    <a:pt x="5572858" y="242853"/>
                  </a:lnTo>
                  <a:lnTo>
                    <a:pt x="5572952" y="242853"/>
                  </a:lnTo>
                  <a:lnTo>
                    <a:pt x="5573046" y="242853"/>
                  </a:lnTo>
                  <a:lnTo>
                    <a:pt x="5573140" y="242853"/>
                  </a:lnTo>
                  <a:lnTo>
                    <a:pt x="5573234" y="242853"/>
                  </a:lnTo>
                  <a:lnTo>
                    <a:pt x="5573328" y="242853"/>
                  </a:lnTo>
                  <a:lnTo>
                    <a:pt x="5573422" y="242853"/>
                  </a:lnTo>
                  <a:lnTo>
                    <a:pt x="5573516" y="242853"/>
                  </a:lnTo>
                  <a:lnTo>
                    <a:pt x="5573610" y="242853"/>
                  </a:lnTo>
                  <a:lnTo>
                    <a:pt x="5573704" y="242853"/>
                  </a:lnTo>
                  <a:lnTo>
                    <a:pt x="5573798" y="242853"/>
                  </a:lnTo>
                  <a:lnTo>
                    <a:pt x="5573892" y="242853"/>
                  </a:lnTo>
                  <a:lnTo>
                    <a:pt x="5573986" y="242853"/>
                  </a:lnTo>
                  <a:lnTo>
                    <a:pt x="5574080" y="242853"/>
                  </a:lnTo>
                  <a:lnTo>
                    <a:pt x="5574174" y="242853"/>
                  </a:lnTo>
                  <a:lnTo>
                    <a:pt x="5574268" y="242853"/>
                  </a:lnTo>
                  <a:lnTo>
                    <a:pt x="5574362" y="242853"/>
                  </a:lnTo>
                  <a:lnTo>
                    <a:pt x="5574456" y="242853"/>
                  </a:lnTo>
                  <a:lnTo>
                    <a:pt x="5574550" y="242853"/>
                  </a:lnTo>
                  <a:lnTo>
                    <a:pt x="5574644" y="242853"/>
                  </a:lnTo>
                  <a:lnTo>
                    <a:pt x="5574738" y="242853"/>
                  </a:lnTo>
                  <a:lnTo>
                    <a:pt x="5574832" y="242853"/>
                  </a:lnTo>
                  <a:lnTo>
                    <a:pt x="5574926" y="242853"/>
                  </a:lnTo>
                  <a:lnTo>
                    <a:pt x="5575021" y="242853"/>
                  </a:lnTo>
                  <a:lnTo>
                    <a:pt x="5575115" y="242853"/>
                  </a:lnTo>
                  <a:lnTo>
                    <a:pt x="5575209" y="242853"/>
                  </a:lnTo>
                  <a:lnTo>
                    <a:pt x="5575303" y="242853"/>
                  </a:lnTo>
                  <a:lnTo>
                    <a:pt x="5575397" y="242853"/>
                  </a:lnTo>
                  <a:lnTo>
                    <a:pt x="5575491" y="242853"/>
                  </a:lnTo>
                  <a:lnTo>
                    <a:pt x="5575585" y="242853"/>
                  </a:lnTo>
                  <a:lnTo>
                    <a:pt x="5575679" y="242853"/>
                  </a:lnTo>
                  <a:lnTo>
                    <a:pt x="5575773" y="242853"/>
                  </a:lnTo>
                  <a:lnTo>
                    <a:pt x="5575867" y="242853"/>
                  </a:lnTo>
                  <a:lnTo>
                    <a:pt x="5575961" y="242853"/>
                  </a:lnTo>
                  <a:lnTo>
                    <a:pt x="5576055" y="242853"/>
                  </a:lnTo>
                  <a:lnTo>
                    <a:pt x="5576149" y="242853"/>
                  </a:lnTo>
                  <a:lnTo>
                    <a:pt x="5576243" y="242853"/>
                  </a:lnTo>
                  <a:lnTo>
                    <a:pt x="5576337" y="242853"/>
                  </a:lnTo>
                  <a:lnTo>
                    <a:pt x="5576431" y="242853"/>
                  </a:lnTo>
                  <a:lnTo>
                    <a:pt x="5576525" y="242853"/>
                  </a:lnTo>
                  <a:lnTo>
                    <a:pt x="5576619" y="242853"/>
                  </a:lnTo>
                  <a:lnTo>
                    <a:pt x="5576713" y="242853"/>
                  </a:lnTo>
                  <a:lnTo>
                    <a:pt x="5576807" y="242853"/>
                  </a:lnTo>
                  <a:lnTo>
                    <a:pt x="5576901" y="242853"/>
                  </a:lnTo>
                  <a:lnTo>
                    <a:pt x="5576995" y="242853"/>
                  </a:lnTo>
                  <a:lnTo>
                    <a:pt x="5577089" y="242853"/>
                  </a:lnTo>
                  <a:lnTo>
                    <a:pt x="5577183" y="242853"/>
                  </a:lnTo>
                  <a:lnTo>
                    <a:pt x="5577277" y="242853"/>
                  </a:lnTo>
                  <a:lnTo>
                    <a:pt x="5577371" y="242853"/>
                  </a:lnTo>
                  <a:lnTo>
                    <a:pt x="5577465" y="242853"/>
                  </a:lnTo>
                  <a:lnTo>
                    <a:pt x="5577559" y="242853"/>
                  </a:lnTo>
                  <a:lnTo>
                    <a:pt x="5577653" y="242853"/>
                  </a:lnTo>
                  <a:lnTo>
                    <a:pt x="5577747" y="242853"/>
                  </a:lnTo>
                  <a:lnTo>
                    <a:pt x="5577841" y="242853"/>
                  </a:lnTo>
                  <a:lnTo>
                    <a:pt x="5577935" y="242853"/>
                  </a:lnTo>
                  <a:lnTo>
                    <a:pt x="5578029" y="242853"/>
                  </a:lnTo>
                  <a:lnTo>
                    <a:pt x="5578123" y="242853"/>
                  </a:lnTo>
                  <a:lnTo>
                    <a:pt x="5578217" y="242853"/>
                  </a:lnTo>
                  <a:lnTo>
                    <a:pt x="5578311" y="242853"/>
                  </a:lnTo>
                  <a:lnTo>
                    <a:pt x="5578405" y="242853"/>
                  </a:lnTo>
                  <a:lnTo>
                    <a:pt x="5578499" y="242853"/>
                  </a:lnTo>
                  <a:lnTo>
                    <a:pt x="5578594" y="242853"/>
                  </a:lnTo>
                  <a:lnTo>
                    <a:pt x="5578688" y="242853"/>
                  </a:lnTo>
                  <a:lnTo>
                    <a:pt x="5578782" y="242853"/>
                  </a:lnTo>
                  <a:lnTo>
                    <a:pt x="5578876" y="242853"/>
                  </a:lnTo>
                  <a:lnTo>
                    <a:pt x="5578970" y="242853"/>
                  </a:lnTo>
                  <a:lnTo>
                    <a:pt x="5579064" y="242853"/>
                  </a:lnTo>
                  <a:lnTo>
                    <a:pt x="5579158" y="242853"/>
                  </a:lnTo>
                  <a:lnTo>
                    <a:pt x="5579252" y="242853"/>
                  </a:lnTo>
                  <a:lnTo>
                    <a:pt x="5579346" y="242853"/>
                  </a:lnTo>
                  <a:lnTo>
                    <a:pt x="5579440" y="242853"/>
                  </a:lnTo>
                  <a:lnTo>
                    <a:pt x="5579534" y="242853"/>
                  </a:lnTo>
                  <a:lnTo>
                    <a:pt x="5579628" y="242853"/>
                  </a:lnTo>
                  <a:lnTo>
                    <a:pt x="5579722" y="242853"/>
                  </a:lnTo>
                  <a:lnTo>
                    <a:pt x="5579816" y="242853"/>
                  </a:lnTo>
                  <a:lnTo>
                    <a:pt x="5579910" y="242853"/>
                  </a:lnTo>
                  <a:lnTo>
                    <a:pt x="5580004" y="242853"/>
                  </a:lnTo>
                  <a:lnTo>
                    <a:pt x="5580098" y="242853"/>
                  </a:lnTo>
                  <a:lnTo>
                    <a:pt x="5580192" y="242853"/>
                  </a:lnTo>
                  <a:lnTo>
                    <a:pt x="5580286" y="242853"/>
                  </a:lnTo>
                  <a:lnTo>
                    <a:pt x="5580380" y="242853"/>
                  </a:lnTo>
                  <a:lnTo>
                    <a:pt x="5580474" y="242853"/>
                  </a:lnTo>
                  <a:lnTo>
                    <a:pt x="5580568" y="242853"/>
                  </a:lnTo>
                  <a:lnTo>
                    <a:pt x="5580662" y="242853"/>
                  </a:lnTo>
                  <a:lnTo>
                    <a:pt x="5580756" y="242853"/>
                  </a:lnTo>
                  <a:lnTo>
                    <a:pt x="5580850" y="242853"/>
                  </a:lnTo>
                  <a:lnTo>
                    <a:pt x="5580944" y="242853"/>
                  </a:lnTo>
                  <a:lnTo>
                    <a:pt x="5581038" y="242853"/>
                  </a:lnTo>
                  <a:lnTo>
                    <a:pt x="5581132" y="242853"/>
                  </a:lnTo>
                  <a:lnTo>
                    <a:pt x="5581226" y="242853"/>
                  </a:lnTo>
                  <a:lnTo>
                    <a:pt x="5581320" y="242853"/>
                  </a:lnTo>
                  <a:lnTo>
                    <a:pt x="5581414" y="242853"/>
                  </a:lnTo>
                  <a:lnTo>
                    <a:pt x="5581508" y="242853"/>
                  </a:lnTo>
                  <a:lnTo>
                    <a:pt x="5581602" y="242853"/>
                  </a:lnTo>
                  <a:lnTo>
                    <a:pt x="5581696" y="242853"/>
                  </a:lnTo>
                  <a:lnTo>
                    <a:pt x="5581790" y="242853"/>
                  </a:lnTo>
                  <a:lnTo>
                    <a:pt x="5581884" y="242853"/>
                  </a:lnTo>
                  <a:lnTo>
                    <a:pt x="5581978" y="242853"/>
                  </a:lnTo>
                  <a:lnTo>
                    <a:pt x="5582073" y="242853"/>
                  </a:lnTo>
                  <a:lnTo>
                    <a:pt x="5582167" y="242853"/>
                  </a:lnTo>
                  <a:lnTo>
                    <a:pt x="5582261" y="242853"/>
                  </a:lnTo>
                  <a:lnTo>
                    <a:pt x="5582355" y="242853"/>
                  </a:lnTo>
                  <a:lnTo>
                    <a:pt x="5582449" y="242853"/>
                  </a:lnTo>
                  <a:lnTo>
                    <a:pt x="5582543" y="242853"/>
                  </a:lnTo>
                  <a:lnTo>
                    <a:pt x="5582637" y="242853"/>
                  </a:lnTo>
                  <a:lnTo>
                    <a:pt x="5582731" y="242853"/>
                  </a:lnTo>
                  <a:lnTo>
                    <a:pt x="5582825" y="242853"/>
                  </a:lnTo>
                  <a:lnTo>
                    <a:pt x="5582919" y="242853"/>
                  </a:lnTo>
                  <a:lnTo>
                    <a:pt x="5583013" y="242853"/>
                  </a:lnTo>
                  <a:lnTo>
                    <a:pt x="5583107" y="242853"/>
                  </a:lnTo>
                  <a:lnTo>
                    <a:pt x="5583201" y="242853"/>
                  </a:lnTo>
                  <a:lnTo>
                    <a:pt x="5583295" y="242853"/>
                  </a:lnTo>
                  <a:lnTo>
                    <a:pt x="5583389" y="242853"/>
                  </a:lnTo>
                  <a:lnTo>
                    <a:pt x="5583483" y="242853"/>
                  </a:lnTo>
                  <a:lnTo>
                    <a:pt x="5583577" y="242853"/>
                  </a:lnTo>
                  <a:lnTo>
                    <a:pt x="5583671" y="242853"/>
                  </a:lnTo>
                  <a:lnTo>
                    <a:pt x="5583765" y="242853"/>
                  </a:lnTo>
                  <a:lnTo>
                    <a:pt x="5583859" y="242853"/>
                  </a:lnTo>
                  <a:lnTo>
                    <a:pt x="5583859" y="237573"/>
                  </a:lnTo>
                  <a:lnTo>
                    <a:pt x="5583953" y="237573"/>
                  </a:lnTo>
                  <a:lnTo>
                    <a:pt x="5584047" y="237573"/>
                  </a:lnTo>
                  <a:lnTo>
                    <a:pt x="5584141" y="237573"/>
                  </a:lnTo>
                  <a:lnTo>
                    <a:pt x="5584235" y="237573"/>
                  </a:lnTo>
                  <a:lnTo>
                    <a:pt x="5584329" y="237573"/>
                  </a:lnTo>
                  <a:lnTo>
                    <a:pt x="5584423" y="237573"/>
                  </a:lnTo>
                  <a:lnTo>
                    <a:pt x="5584517" y="237573"/>
                  </a:lnTo>
                  <a:lnTo>
                    <a:pt x="5584611" y="237573"/>
                  </a:lnTo>
                  <a:lnTo>
                    <a:pt x="5584705" y="237573"/>
                  </a:lnTo>
                  <a:lnTo>
                    <a:pt x="5584799" y="237573"/>
                  </a:lnTo>
                  <a:lnTo>
                    <a:pt x="5584893" y="237573"/>
                  </a:lnTo>
                  <a:lnTo>
                    <a:pt x="5584987" y="237573"/>
                  </a:lnTo>
                  <a:lnTo>
                    <a:pt x="5585081" y="237573"/>
                  </a:lnTo>
                  <a:lnTo>
                    <a:pt x="5585175" y="237573"/>
                  </a:lnTo>
                  <a:lnTo>
                    <a:pt x="5585269" y="237573"/>
                  </a:lnTo>
                  <a:lnTo>
                    <a:pt x="5585363" y="237573"/>
                  </a:lnTo>
                  <a:lnTo>
                    <a:pt x="5585457" y="237573"/>
                  </a:lnTo>
                  <a:lnTo>
                    <a:pt x="5585457" y="232294"/>
                  </a:lnTo>
                  <a:lnTo>
                    <a:pt x="5585551" y="232294"/>
                  </a:lnTo>
                  <a:lnTo>
                    <a:pt x="5585646" y="232294"/>
                  </a:lnTo>
                  <a:lnTo>
                    <a:pt x="5585740" y="232294"/>
                  </a:lnTo>
                  <a:lnTo>
                    <a:pt x="5585834" y="232294"/>
                  </a:lnTo>
                  <a:lnTo>
                    <a:pt x="5585928" y="232294"/>
                  </a:lnTo>
                  <a:lnTo>
                    <a:pt x="5586022" y="232294"/>
                  </a:lnTo>
                  <a:lnTo>
                    <a:pt x="5586116" y="232294"/>
                  </a:lnTo>
                  <a:lnTo>
                    <a:pt x="5586210" y="232294"/>
                  </a:lnTo>
                  <a:lnTo>
                    <a:pt x="5586304" y="232294"/>
                  </a:lnTo>
                  <a:lnTo>
                    <a:pt x="5586398" y="232294"/>
                  </a:lnTo>
                  <a:lnTo>
                    <a:pt x="5586492" y="232294"/>
                  </a:lnTo>
                  <a:lnTo>
                    <a:pt x="5586586" y="232294"/>
                  </a:lnTo>
                  <a:lnTo>
                    <a:pt x="5586680" y="232294"/>
                  </a:lnTo>
                  <a:lnTo>
                    <a:pt x="5586774" y="232294"/>
                  </a:lnTo>
                  <a:lnTo>
                    <a:pt x="5586868" y="232294"/>
                  </a:lnTo>
                  <a:lnTo>
                    <a:pt x="5586962" y="232294"/>
                  </a:lnTo>
                  <a:lnTo>
                    <a:pt x="5587056" y="232294"/>
                  </a:lnTo>
                  <a:lnTo>
                    <a:pt x="5587150" y="232294"/>
                  </a:lnTo>
                  <a:lnTo>
                    <a:pt x="5587244" y="232294"/>
                  </a:lnTo>
                  <a:lnTo>
                    <a:pt x="5587338" y="232294"/>
                  </a:lnTo>
                  <a:lnTo>
                    <a:pt x="5587432" y="232294"/>
                  </a:lnTo>
                  <a:lnTo>
                    <a:pt x="5587526" y="232294"/>
                  </a:lnTo>
                  <a:lnTo>
                    <a:pt x="5587620" y="232294"/>
                  </a:lnTo>
                  <a:lnTo>
                    <a:pt x="5587714" y="232294"/>
                  </a:lnTo>
                  <a:lnTo>
                    <a:pt x="5587808" y="232294"/>
                  </a:lnTo>
                  <a:lnTo>
                    <a:pt x="5587902" y="232294"/>
                  </a:lnTo>
                  <a:lnTo>
                    <a:pt x="5587996" y="232294"/>
                  </a:lnTo>
                  <a:lnTo>
                    <a:pt x="5588090" y="232294"/>
                  </a:lnTo>
                  <a:lnTo>
                    <a:pt x="5588184" y="232294"/>
                  </a:lnTo>
                  <a:lnTo>
                    <a:pt x="5588278" y="232294"/>
                  </a:lnTo>
                  <a:lnTo>
                    <a:pt x="5588372" y="232294"/>
                  </a:lnTo>
                  <a:lnTo>
                    <a:pt x="5588466" y="232294"/>
                  </a:lnTo>
                  <a:lnTo>
                    <a:pt x="5588560" y="232294"/>
                  </a:lnTo>
                  <a:lnTo>
                    <a:pt x="5588654" y="232294"/>
                  </a:lnTo>
                  <a:lnTo>
                    <a:pt x="5588748" y="232294"/>
                  </a:lnTo>
                  <a:lnTo>
                    <a:pt x="5588842" y="232294"/>
                  </a:lnTo>
                  <a:lnTo>
                    <a:pt x="5588936" y="232294"/>
                  </a:lnTo>
                  <a:lnTo>
                    <a:pt x="5589030" y="232294"/>
                  </a:lnTo>
                  <a:lnTo>
                    <a:pt x="5589124" y="232294"/>
                  </a:lnTo>
                  <a:lnTo>
                    <a:pt x="5589219" y="232294"/>
                  </a:lnTo>
                  <a:lnTo>
                    <a:pt x="5589313" y="232294"/>
                  </a:lnTo>
                  <a:lnTo>
                    <a:pt x="5589407" y="232294"/>
                  </a:lnTo>
                  <a:lnTo>
                    <a:pt x="5589501" y="232294"/>
                  </a:lnTo>
                  <a:lnTo>
                    <a:pt x="5589595" y="232294"/>
                  </a:lnTo>
                  <a:lnTo>
                    <a:pt x="5589689" y="232294"/>
                  </a:lnTo>
                  <a:lnTo>
                    <a:pt x="5589783" y="232294"/>
                  </a:lnTo>
                  <a:lnTo>
                    <a:pt x="5589877" y="232294"/>
                  </a:lnTo>
                  <a:lnTo>
                    <a:pt x="5589971" y="232294"/>
                  </a:lnTo>
                  <a:lnTo>
                    <a:pt x="5590065" y="232294"/>
                  </a:lnTo>
                  <a:lnTo>
                    <a:pt x="5590159" y="232294"/>
                  </a:lnTo>
                  <a:lnTo>
                    <a:pt x="5590253" y="232294"/>
                  </a:lnTo>
                  <a:lnTo>
                    <a:pt x="5590347" y="232294"/>
                  </a:lnTo>
                  <a:lnTo>
                    <a:pt x="5590441" y="232294"/>
                  </a:lnTo>
                  <a:lnTo>
                    <a:pt x="5590535" y="232294"/>
                  </a:lnTo>
                  <a:lnTo>
                    <a:pt x="5590629" y="232294"/>
                  </a:lnTo>
                  <a:lnTo>
                    <a:pt x="5590723" y="232294"/>
                  </a:lnTo>
                  <a:lnTo>
                    <a:pt x="5590817" y="232294"/>
                  </a:lnTo>
                  <a:lnTo>
                    <a:pt x="5590911" y="232294"/>
                  </a:lnTo>
                  <a:lnTo>
                    <a:pt x="5591005" y="232294"/>
                  </a:lnTo>
                  <a:lnTo>
                    <a:pt x="5591099" y="232294"/>
                  </a:lnTo>
                  <a:lnTo>
                    <a:pt x="5591193" y="232294"/>
                  </a:lnTo>
                  <a:lnTo>
                    <a:pt x="5591287" y="232294"/>
                  </a:lnTo>
                  <a:lnTo>
                    <a:pt x="5591381" y="232294"/>
                  </a:lnTo>
                  <a:lnTo>
                    <a:pt x="5591475" y="232294"/>
                  </a:lnTo>
                  <a:lnTo>
                    <a:pt x="5591569" y="232294"/>
                  </a:lnTo>
                  <a:lnTo>
                    <a:pt x="5591663" y="232294"/>
                  </a:lnTo>
                  <a:lnTo>
                    <a:pt x="5591757" y="232294"/>
                  </a:lnTo>
                  <a:lnTo>
                    <a:pt x="5591851" y="232294"/>
                  </a:lnTo>
                  <a:lnTo>
                    <a:pt x="5591945" y="232294"/>
                  </a:lnTo>
                  <a:lnTo>
                    <a:pt x="5592039" y="232294"/>
                  </a:lnTo>
                  <a:lnTo>
                    <a:pt x="5592133" y="232294"/>
                  </a:lnTo>
                  <a:lnTo>
                    <a:pt x="5592227" y="232294"/>
                  </a:lnTo>
                  <a:lnTo>
                    <a:pt x="5592321" y="232294"/>
                  </a:lnTo>
                  <a:lnTo>
                    <a:pt x="5592415" y="232294"/>
                  </a:lnTo>
                  <a:lnTo>
                    <a:pt x="5592509" y="232294"/>
                  </a:lnTo>
                  <a:lnTo>
                    <a:pt x="5592603" y="232294"/>
                  </a:lnTo>
                  <a:lnTo>
                    <a:pt x="5592698" y="232294"/>
                  </a:lnTo>
                  <a:lnTo>
                    <a:pt x="5592792" y="232294"/>
                  </a:lnTo>
                  <a:lnTo>
                    <a:pt x="5592886" y="232294"/>
                  </a:lnTo>
                  <a:lnTo>
                    <a:pt x="5592980" y="232294"/>
                  </a:lnTo>
                  <a:lnTo>
                    <a:pt x="5593074" y="232294"/>
                  </a:lnTo>
                  <a:lnTo>
                    <a:pt x="5593168" y="232294"/>
                  </a:lnTo>
                  <a:lnTo>
                    <a:pt x="5593262" y="232294"/>
                  </a:lnTo>
                  <a:lnTo>
                    <a:pt x="5593356" y="232294"/>
                  </a:lnTo>
                  <a:lnTo>
                    <a:pt x="5593450" y="232294"/>
                  </a:lnTo>
                  <a:lnTo>
                    <a:pt x="5593544" y="232294"/>
                  </a:lnTo>
                  <a:lnTo>
                    <a:pt x="5593638" y="232294"/>
                  </a:lnTo>
                  <a:lnTo>
                    <a:pt x="5593732" y="232294"/>
                  </a:lnTo>
                  <a:lnTo>
                    <a:pt x="5593826" y="232294"/>
                  </a:lnTo>
                  <a:lnTo>
                    <a:pt x="5593920" y="232294"/>
                  </a:lnTo>
                  <a:lnTo>
                    <a:pt x="5594014" y="232294"/>
                  </a:lnTo>
                  <a:lnTo>
                    <a:pt x="5594108" y="232294"/>
                  </a:lnTo>
                  <a:lnTo>
                    <a:pt x="5594202" y="232294"/>
                  </a:lnTo>
                  <a:lnTo>
                    <a:pt x="5594296" y="232294"/>
                  </a:lnTo>
                  <a:lnTo>
                    <a:pt x="5594390" y="232294"/>
                  </a:lnTo>
                  <a:lnTo>
                    <a:pt x="5594484" y="232294"/>
                  </a:lnTo>
                  <a:lnTo>
                    <a:pt x="5594578" y="232294"/>
                  </a:lnTo>
                  <a:lnTo>
                    <a:pt x="5594672" y="232294"/>
                  </a:lnTo>
                  <a:lnTo>
                    <a:pt x="5594766" y="232294"/>
                  </a:lnTo>
                  <a:lnTo>
                    <a:pt x="5594860" y="232294"/>
                  </a:lnTo>
                  <a:lnTo>
                    <a:pt x="5594954" y="232294"/>
                  </a:lnTo>
                  <a:lnTo>
                    <a:pt x="5595048" y="232294"/>
                  </a:lnTo>
                  <a:lnTo>
                    <a:pt x="5595142" y="232294"/>
                  </a:lnTo>
                  <a:lnTo>
                    <a:pt x="5595236" y="232294"/>
                  </a:lnTo>
                  <a:lnTo>
                    <a:pt x="5595330" y="232294"/>
                  </a:lnTo>
                  <a:lnTo>
                    <a:pt x="5595424" y="232294"/>
                  </a:lnTo>
                  <a:lnTo>
                    <a:pt x="5595518" y="232294"/>
                  </a:lnTo>
                  <a:lnTo>
                    <a:pt x="5595612" y="232294"/>
                  </a:lnTo>
                  <a:lnTo>
                    <a:pt x="5595706" y="232294"/>
                  </a:lnTo>
                  <a:lnTo>
                    <a:pt x="5595800" y="232294"/>
                  </a:lnTo>
                  <a:lnTo>
                    <a:pt x="5595894" y="232294"/>
                  </a:lnTo>
                  <a:lnTo>
                    <a:pt x="5595988" y="232294"/>
                  </a:lnTo>
                  <a:lnTo>
                    <a:pt x="5596082" y="232294"/>
                  </a:lnTo>
                  <a:lnTo>
                    <a:pt x="5596176" y="232294"/>
                  </a:lnTo>
                  <a:lnTo>
                    <a:pt x="5596271" y="232294"/>
                  </a:lnTo>
                  <a:lnTo>
                    <a:pt x="5596365" y="232294"/>
                  </a:lnTo>
                  <a:lnTo>
                    <a:pt x="5596459" y="232294"/>
                  </a:lnTo>
                  <a:lnTo>
                    <a:pt x="5596553" y="232294"/>
                  </a:lnTo>
                  <a:lnTo>
                    <a:pt x="5596647" y="232294"/>
                  </a:lnTo>
                  <a:lnTo>
                    <a:pt x="5596741" y="232294"/>
                  </a:lnTo>
                  <a:lnTo>
                    <a:pt x="5596835" y="232294"/>
                  </a:lnTo>
                  <a:lnTo>
                    <a:pt x="5596929" y="232294"/>
                  </a:lnTo>
                  <a:lnTo>
                    <a:pt x="5597023" y="232294"/>
                  </a:lnTo>
                  <a:lnTo>
                    <a:pt x="5597117" y="232294"/>
                  </a:lnTo>
                  <a:lnTo>
                    <a:pt x="5597211" y="232294"/>
                  </a:lnTo>
                  <a:lnTo>
                    <a:pt x="5597305" y="232294"/>
                  </a:lnTo>
                  <a:lnTo>
                    <a:pt x="5597399" y="232294"/>
                  </a:lnTo>
                  <a:lnTo>
                    <a:pt x="5597493" y="232294"/>
                  </a:lnTo>
                  <a:lnTo>
                    <a:pt x="5597587" y="232294"/>
                  </a:lnTo>
                  <a:lnTo>
                    <a:pt x="5597681" y="232294"/>
                  </a:lnTo>
                  <a:lnTo>
                    <a:pt x="5597775" y="232294"/>
                  </a:lnTo>
                  <a:lnTo>
                    <a:pt x="5597869" y="232294"/>
                  </a:lnTo>
                  <a:lnTo>
                    <a:pt x="5597963" y="232294"/>
                  </a:lnTo>
                  <a:lnTo>
                    <a:pt x="5598057" y="232294"/>
                  </a:lnTo>
                  <a:lnTo>
                    <a:pt x="5598151" y="232294"/>
                  </a:lnTo>
                  <a:lnTo>
                    <a:pt x="5598245" y="232294"/>
                  </a:lnTo>
                  <a:lnTo>
                    <a:pt x="5598339" y="232294"/>
                  </a:lnTo>
                  <a:lnTo>
                    <a:pt x="5598433" y="232294"/>
                  </a:lnTo>
                  <a:lnTo>
                    <a:pt x="5598527" y="232294"/>
                  </a:lnTo>
                  <a:lnTo>
                    <a:pt x="5598621" y="232294"/>
                  </a:lnTo>
                  <a:lnTo>
                    <a:pt x="5598715" y="232294"/>
                  </a:lnTo>
                  <a:lnTo>
                    <a:pt x="5598809" y="232294"/>
                  </a:lnTo>
                  <a:lnTo>
                    <a:pt x="5598903" y="232294"/>
                  </a:lnTo>
                  <a:lnTo>
                    <a:pt x="5598997" y="232294"/>
                  </a:lnTo>
                  <a:lnTo>
                    <a:pt x="5599091" y="232294"/>
                  </a:lnTo>
                  <a:lnTo>
                    <a:pt x="5599185" y="232294"/>
                  </a:lnTo>
                  <a:lnTo>
                    <a:pt x="5599279" y="232294"/>
                  </a:lnTo>
                  <a:lnTo>
                    <a:pt x="5599373" y="232294"/>
                  </a:lnTo>
                  <a:lnTo>
                    <a:pt x="5599467" y="232294"/>
                  </a:lnTo>
                  <a:lnTo>
                    <a:pt x="5599561" y="232294"/>
                  </a:lnTo>
                  <a:lnTo>
                    <a:pt x="5599655" y="232294"/>
                  </a:lnTo>
                  <a:lnTo>
                    <a:pt x="5599749" y="232294"/>
                  </a:lnTo>
                  <a:lnTo>
                    <a:pt x="5599844" y="232294"/>
                  </a:lnTo>
                  <a:lnTo>
                    <a:pt x="5599938" y="232294"/>
                  </a:lnTo>
                  <a:lnTo>
                    <a:pt x="5600032" y="232294"/>
                  </a:lnTo>
                  <a:lnTo>
                    <a:pt x="5600126" y="232294"/>
                  </a:lnTo>
                  <a:lnTo>
                    <a:pt x="5600220" y="232294"/>
                  </a:lnTo>
                  <a:lnTo>
                    <a:pt x="5600314" y="232294"/>
                  </a:lnTo>
                  <a:lnTo>
                    <a:pt x="5600408" y="232294"/>
                  </a:lnTo>
                  <a:lnTo>
                    <a:pt x="5600502" y="232294"/>
                  </a:lnTo>
                  <a:lnTo>
                    <a:pt x="5600596" y="232294"/>
                  </a:lnTo>
                  <a:lnTo>
                    <a:pt x="5600690" y="232294"/>
                  </a:lnTo>
                  <a:lnTo>
                    <a:pt x="5600784" y="232294"/>
                  </a:lnTo>
                  <a:lnTo>
                    <a:pt x="5600878" y="232294"/>
                  </a:lnTo>
                  <a:lnTo>
                    <a:pt x="5600972" y="232294"/>
                  </a:lnTo>
                  <a:lnTo>
                    <a:pt x="5601066" y="232294"/>
                  </a:lnTo>
                  <a:lnTo>
                    <a:pt x="5601160" y="232294"/>
                  </a:lnTo>
                  <a:lnTo>
                    <a:pt x="5601254" y="232294"/>
                  </a:lnTo>
                  <a:lnTo>
                    <a:pt x="5601348" y="232294"/>
                  </a:lnTo>
                  <a:lnTo>
                    <a:pt x="5601442" y="232294"/>
                  </a:lnTo>
                  <a:lnTo>
                    <a:pt x="5601536" y="232294"/>
                  </a:lnTo>
                  <a:lnTo>
                    <a:pt x="5601630" y="232294"/>
                  </a:lnTo>
                  <a:lnTo>
                    <a:pt x="5601724" y="232294"/>
                  </a:lnTo>
                  <a:lnTo>
                    <a:pt x="5601818" y="232294"/>
                  </a:lnTo>
                  <a:lnTo>
                    <a:pt x="5601912" y="232294"/>
                  </a:lnTo>
                  <a:lnTo>
                    <a:pt x="5602006" y="232294"/>
                  </a:lnTo>
                  <a:lnTo>
                    <a:pt x="5602100" y="232294"/>
                  </a:lnTo>
                  <a:lnTo>
                    <a:pt x="5602194" y="232294"/>
                  </a:lnTo>
                  <a:lnTo>
                    <a:pt x="5602288" y="232294"/>
                  </a:lnTo>
                  <a:lnTo>
                    <a:pt x="5602382" y="232294"/>
                  </a:lnTo>
                  <a:lnTo>
                    <a:pt x="5602476" y="232294"/>
                  </a:lnTo>
                  <a:lnTo>
                    <a:pt x="5602570" y="232294"/>
                  </a:lnTo>
                  <a:lnTo>
                    <a:pt x="5602664" y="232294"/>
                  </a:lnTo>
                  <a:lnTo>
                    <a:pt x="5602758" y="232294"/>
                  </a:lnTo>
                  <a:lnTo>
                    <a:pt x="5602852" y="232294"/>
                  </a:lnTo>
                  <a:lnTo>
                    <a:pt x="5602946" y="232294"/>
                  </a:lnTo>
                  <a:lnTo>
                    <a:pt x="5603040" y="232294"/>
                  </a:lnTo>
                  <a:lnTo>
                    <a:pt x="5603134" y="232294"/>
                  </a:lnTo>
                  <a:lnTo>
                    <a:pt x="5603228" y="232294"/>
                  </a:lnTo>
                  <a:lnTo>
                    <a:pt x="5603322" y="232294"/>
                  </a:lnTo>
                  <a:lnTo>
                    <a:pt x="5603417" y="232294"/>
                  </a:lnTo>
                  <a:lnTo>
                    <a:pt x="5603511" y="232294"/>
                  </a:lnTo>
                  <a:lnTo>
                    <a:pt x="5603605" y="232294"/>
                  </a:lnTo>
                  <a:lnTo>
                    <a:pt x="5603699" y="232294"/>
                  </a:lnTo>
                  <a:lnTo>
                    <a:pt x="5603793" y="232294"/>
                  </a:lnTo>
                  <a:lnTo>
                    <a:pt x="5603887" y="232294"/>
                  </a:lnTo>
                  <a:lnTo>
                    <a:pt x="5603981" y="232294"/>
                  </a:lnTo>
                  <a:lnTo>
                    <a:pt x="5604075" y="232294"/>
                  </a:lnTo>
                  <a:lnTo>
                    <a:pt x="5604169" y="232294"/>
                  </a:lnTo>
                  <a:lnTo>
                    <a:pt x="5604263" y="232294"/>
                  </a:lnTo>
                  <a:lnTo>
                    <a:pt x="5604357" y="232294"/>
                  </a:lnTo>
                  <a:lnTo>
                    <a:pt x="5604451" y="232294"/>
                  </a:lnTo>
                  <a:lnTo>
                    <a:pt x="5604545" y="232294"/>
                  </a:lnTo>
                  <a:lnTo>
                    <a:pt x="5604639" y="232294"/>
                  </a:lnTo>
                  <a:lnTo>
                    <a:pt x="5604733" y="232294"/>
                  </a:lnTo>
                  <a:lnTo>
                    <a:pt x="5604827" y="232294"/>
                  </a:lnTo>
                  <a:lnTo>
                    <a:pt x="5604921" y="232294"/>
                  </a:lnTo>
                  <a:lnTo>
                    <a:pt x="5605015" y="232294"/>
                  </a:lnTo>
                  <a:lnTo>
                    <a:pt x="5605109" y="232294"/>
                  </a:lnTo>
                  <a:lnTo>
                    <a:pt x="5605203" y="232294"/>
                  </a:lnTo>
                  <a:lnTo>
                    <a:pt x="5605297" y="232294"/>
                  </a:lnTo>
                  <a:lnTo>
                    <a:pt x="5605391" y="232294"/>
                  </a:lnTo>
                  <a:lnTo>
                    <a:pt x="5605485" y="232294"/>
                  </a:lnTo>
                  <a:lnTo>
                    <a:pt x="5605579" y="232294"/>
                  </a:lnTo>
                  <a:lnTo>
                    <a:pt x="5605673" y="232294"/>
                  </a:lnTo>
                  <a:lnTo>
                    <a:pt x="5605767" y="232294"/>
                  </a:lnTo>
                  <a:lnTo>
                    <a:pt x="5605861" y="232294"/>
                  </a:lnTo>
                  <a:lnTo>
                    <a:pt x="5605955" y="232294"/>
                  </a:lnTo>
                  <a:lnTo>
                    <a:pt x="5606049" y="232294"/>
                  </a:lnTo>
                  <a:lnTo>
                    <a:pt x="5606143" y="232294"/>
                  </a:lnTo>
                  <a:lnTo>
                    <a:pt x="5606237" y="232294"/>
                  </a:lnTo>
                  <a:lnTo>
                    <a:pt x="5606331" y="232294"/>
                  </a:lnTo>
                  <a:lnTo>
                    <a:pt x="5606425" y="232294"/>
                  </a:lnTo>
                  <a:lnTo>
                    <a:pt x="5606519" y="232294"/>
                  </a:lnTo>
                  <a:lnTo>
                    <a:pt x="5606613" y="232294"/>
                  </a:lnTo>
                  <a:lnTo>
                    <a:pt x="5606707" y="232294"/>
                  </a:lnTo>
                  <a:lnTo>
                    <a:pt x="5606801" y="232294"/>
                  </a:lnTo>
                  <a:lnTo>
                    <a:pt x="5606896" y="232294"/>
                  </a:lnTo>
                  <a:lnTo>
                    <a:pt x="5606990" y="232294"/>
                  </a:lnTo>
                  <a:lnTo>
                    <a:pt x="5607084" y="232294"/>
                  </a:lnTo>
                  <a:lnTo>
                    <a:pt x="5607178" y="232294"/>
                  </a:lnTo>
                  <a:lnTo>
                    <a:pt x="5607272" y="232294"/>
                  </a:lnTo>
                  <a:lnTo>
                    <a:pt x="5607366" y="232294"/>
                  </a:lnTo>
                  <a:lnTo>
                    <a:pt x="5607460" y="232294"/>
                  </a:lnTo>
                  <a:lnTo>
                    <a:pt x="5607554" y="232294"/>
                  </a:lnTo>
                  <a:lnTo>
                    <a:pt x="5607648" y="232294"/>
                  </a:lnTo>
                  <a:lnTo>
                    <a:pt x="5607742" y="232294"/>
                  </a:lnTo>
                  <a:lnTo>
                    <a:pt x="5607836" y="232294"/>
                  </a:lnTo>
                  <a:lnTo>
                    <a:pt x="5607930" y="232294"/>
                  </a:lnTo>
                  <a:lnTo>
                    <a:pt x="5608024" y="232294"/>
                  </a:lnTo>
                  <a:lnTo>
                    <a:pt x="5608118" y="232294"/>
                  </a:lnTo>
                  <a:lnTo>
                    <a:pt x="5608212" y="232294"/>
                  </a:lnTo>
                  <a:lnTo>
                    <a:pt x="5608306" y="232294"/>
                  </a:lnTo>
                  <a:lnTo>
                    <a:pt x="5608400" y="232294"/>
                  </a:lnTo>
                  <a:lnTo>
                    <a:pt x="5608494" y="232294"/>
                  </a:lnTo>
                  <a:lnTo>
                    <a:pt x="5608588" y="232294"/>
                  </a:lnTo>
                  <a:lnTo>
                    <a:pt x="5608682" y="232294"/>
                  </a:lnTo>
                  <a:lnTo>
                    <a:pt x="5608776" y="232294"/>
                  </a:lnTo>
                  <a:lnTo>
                    <a:pt x="5608870" y="232294"/>
                  </a:lnTo>
                  <a:lnTo>
                    <a:pt x="5608964" y="232294"/>
                  </a:lnTo>
                  <a:lnTo>
                    <a:pt x="5609058" y="232294"/>
                  </a:lnTo>
                  <a:lnTo>
                    <a:pt x="5609152" y="232294"/>
                  </a:lnTo>
                  <a:lnTo>
                    <a:pt x="5609246" y="232294"/>
                  </a:lnTo>
                  <a:lnTo>
                    <a:pt x="5609340" y="232294"/>
                  </a:lnTo>
                  <a:lnTo>
                    <a:pt x="5609434" y="232294"/>
                  </a:lnTo>
                  <a:lnTo>
                    <a:pt x="5609528" y="232294"/>
                  </a:lnTo>
                  <a:lnTo>
                    <a:pt x="5609622" y="232294"/>
                  </a:lnTo>
                  <a:lnTo>
                    <a:pt x="5609716" y="232294"/>
                  </a:lnTo>
                  <a:lnTo>
                    <a:pt x="5609716" y="227015"/>
                  </a:lnTo>
                  <a:lnTo>
                    <a:pt x="5609810" y="227015"/>
                  </a:lnTo>
                  <a:lnTo>
                    <a:pt x="5609904" y="227015"/>
                  </a:lnTo>
                  <a:lnTo>
                    <a:pt x="5609998" y="227015"/>
                  </a:lnTo>
                  <a:lnTo>
                    <a:pt x="5610092" y="227015"/>
                  </a:lnTo>
                  <a:lnTo>
                    <a:pt x="5610186" y="227015"/>
                  </a:lnTo>
                  <a:lnTo>
                    <a:pt x="5610280" y="227015"/>
                  </a:lnTo>
                  <a:lnTo>
                    <a:pt x="5610374" y="227015"/>
                  </a:lnTo>
                  <a:lnTo>
                    <a:pt x="5610469" y="227015"/>
                  </a:lnTo>
                  <a:lnTo>
                    <a:pt x="5610563" y="227015"/>
                  </a:lnTo>
                  <a:lnTo>
                    <a:pt x="5610657" y="227015"/>
                  </a:lnTo>
                  <a:lnTo>
                    <a:pt x="5610751" y="227015"/>
                  </a:lnTo>
                  <a:lnTo>
                    <a:pt x="5610845" y="227015"/>
                  </a:lnTo>
                  <a:lnTo>
                    <a:pt x="5610939" y="227015"/>
                  </a:lnTo>
                  <a:lnTo>
                    <a:pt x="5611033" y="227015"/>
                  </a:lnTo>
                  <a:lnTo>
                    <a:pt x="5611127" y="227015"/>
                  </a:lnTo>
                  <a:lnTo>
                    <a:pt x="5611221" y="227015"/>
                  </a:lnTo>
                  <a:lnTo>
                    <a:pt x="5611315" y="227015"/>
                  </a:lnTo>
                  <a:lnTo>
                    <a:pt x="5611409" y="227015"/>
                  </a:lnTo>
                  <a:lnTo>
                    <a:pt x="5611503" y="227015"/>
                  </a:lnTo>
                  <a:lnTo>
                    <a:pt x="5611597" y="227015"/>
                  </a:lnTo>
                  <a:lnTo>
                    <a:pt x="5611691" y="227015"/>
                  </a:lnTo>
                  <a:lnTo>
                    <a:pt x="5611785" y="227015"/>
                  </a:lnTo>
                  <a:lnTo>
                    <a:pt x="5611879" y="227015"/>
                  </a:lnTo>
                  <a:lnTo>
                    <a:pt x="5611973" y="227015"/>
                  </a:lnTo>
                  <a:lnTo>
                    <a:pt x="5612067" y="227015"/>
                  </a:lnTo>
                  <a:lnTo>
                    <a:pt x="5612161" y="227015"/>
                  </a:lnTo>
                  <a:lnTo>
                    <a:pt x="5612255" y="227015"/>
                  </a:lnTo>
                  <a:lnTo>
                    <a:pt x="5612349" y="227015"/>
                  </a:lnTo>
                  <a:lnTo>
                    <a:pt x="5612443" y="227015"/>
                  </a:lnTo>
                  <a:lnTo>
                    <a:pt x="5612537" y="227015"/>
                  </a:lnTo>
                  <a:lnTo>
                    <a:pt x="5612631" y="227015"/>
                  </a:lnTo>
                  <a:lnTo>
                    <a:pt x="5612725" y="227015"/>
                  </a:lnTo>
                  <a:lnTo>
                    <a:pt x="5612819" y="227015"/>
                  </a:lnTo>
                  <a:lnTo>
                    <a:pt x="5612913" y="227015"/>
                  </a:lnTo>
                  <a:lnTo>
                    <a:pt x="5613007" y="227015"/>
                  </a:lnTo>
                  <a:lnTo>
                    <a:pt x="5613101" y="227015"/>
                  </a:lnTo>
                  <a:lnTo>
                    <a:pt x="5613195" y="227015"/>
                  </a:lnTo>
                  <a:lnTo>
                    <a:pt x="5613289" y="227015"/>
                  </a:lnTo>
                  <a:lnTo>
                    <a:pt x="5613383" y="227015"/>
                  </a:lnTo>
                  <a:lnTo>
                    <a:pt x="5613477" y="227015"/>
                  </a:lnTo>
                  <a:lnTo>
                    <a:pt x="5613571" y="227015"/>
                  </a:lnTo>
                  <a:lnTo>
                    <a:pt x="5613665" y="227015"/>
                  </a:lnTo>
                  <a:lnTo>
                    <a:pt x="5613759" y="227015"/>
                  </a:lnTo>
                  <a:lnTo>
                    <a:pt x="5613853" y="227015"/>
                  </a:lnTo>
                  <a:lnTo>
                    <a:pt x="5613947" y="227015"/>
                  </a:lnTo>
                  <a:lnTo>
                    <a:pt x="5614042" y="227015"/>
                  </a:lnTo>
                  <a:lnTo>
                    <a:pt x="5614136" y="227015"/>
                  </a:lnTo>
                  <a:lnTo>
                    <a:pt x="5614230" y="227015"/>
                  </a:lnTo>
                  <a:lnTo>
                    <a:pt x="5614324" y="227015"/>
                  </a:lnTo>
                  <a:lnTo>
                    <a:pt x="5614418" y="227015"/>
                  </a:lnTo>
                  <a:lnTo>
                    <a:pt x="5614512" y="227015"/>
                  </a:lnTo>
                  <a:lnTo>
                    <a:pt x="5614606" y="227015"/>
                  </a:lnTo>
                  <a:lnTo>
                    <a:pt x="5614700" y="227015"/>
                  </a:lnTo>
                  <a:lnTo>
                    <a:pt x="5614700" y="221735"/>
                  </a:lnTo>
                  <a:lnTo>
                    <a:pt x="5614794" y="221735"/>
                  </a:lnTo>
                  <a:lnTo>
                    <a:pt x="5614888" y="221735"/>
                  </a:lnTo>
                  <a:lnTo>
                    <a:pt x="5614982" y="221735"/>
                  </a:lnTo>
                  <a:lnTo>
                    <a:pt x="5615076" y="221735"/>
                  </a:lnTo>
                  <a:lnTo>
                    <a:pt x="5615170" y="221735"/>
                  </a:lnTo>
                  <a:lnTo>
                    <a:pt x="5615264" y="221735"/>
                  </a:lnTo>
                  <a:lnTo>
                    <a:pt x="5615358" y="221735"/>
                  </a:lnTo>
                  <a:lnTo>
                    <a:pt x="5615452" y="221735"/>
                  </a:lnTo>
                  <a:lnTo>
                    <a:pt x="5615546" y="221735"/>
                  </a:lnTo>
                  <a:lnTo>
                    <a:pt x="5615640" y="221735"/>
                  </a:lnTo>
                  <a:lnTo>
                    <a:pt x="5615734" y="221735"/>
                  </a:lnTo>
                  <a:lnTo>
                    <a:pt x="5615828" y="221735"/>
                  </a:lnTo>
                  <a:lnTo>
                    <a:pt x="5615922" y="221735"/>
                  </a:lnTo>
                  <a:lnTo>
                    <a:pt x="5616016" y="221735"/>
                  </a:lnTo>
                  <a:lnTo>
                    <a:pt x="5616110" y="221735"/>
                  </a:lnTo>
                  <a:lnTo>
                    <a:pt x="5616204" y="221735"/>
                  </a:lnTo>
                  <a:lnTo>
                    <a:pt x="5616298" y="221735"/>
                  </a:lnTo>
                  <a:lnTo>
                    <a:pt x="5616392" y="221735"/>
                  </a:lnTo>
                  <a:lnTo>
                    <a:pt x="5616486" y="221735"/>
                  </a:lnTo>
                  <a:lnTo>
                    <a:pt x="5616580" y="221735"/>
                  </a:lnTo>
                  <a:lnTo>
                    <a:pt x="5616674" y="221735"/>
                  </a:lnTo>
                  <a:lnTo>
                    <a:pt x="5616768" y="221735"/>
                  </a:lnTo>
                  <a:lnTo>
                    <a:pt x="5616862" y="221735"/>
                  </a:lnTo>
                  <a:lnTo>
                    <a:pt x="5616956" y="221735"/>
                  </a:lnTo>
                  <a:lnTo>
                    <a:pt x="5617050" y="221735"/>
                  </a:lnTo>
                  <a:lnTo>
                    <a:pt x="5617144" y="221735"/>
                  </a:lnTo>
                  <a:lnTo>
                    <a:pt x="5617238" y="221735"/>
                  </a:lnTo>
                  <a:lnTo>
                    <a:pt x="5617332" y="221735"/>
                  </a:lnTo>
                  <a:lnTo>
                    <a:pt x="5617426" y="221735"/>
                  </a:lnTo>
                  <a:lnTo>
                    <a:pt x="5617521" y="221735"/>
                  </a:lnTo>
                  <a:lnTo>
                    <a:pt x="5617615" y="221735"/>
                  </a:lnTo>
                  <a:lnTo>
                    <a:pt x="5617709" y="221735"/>
                  </a:lnTo>
                  <a:lnTo>
                    <a:pt x="5617803" y="221735"/>
                  </a:lnTo>
                  <a:lnTo>
                    <a:pt x="5617897" y="221735"/>
                  </a:lnTo>
                  <a:lnTo>
                    <a:pt x="5617991" y="221735"/>
                  </a:lnTo>
                  <a:lnTo>
                    <a:pt x="5618085" y="221735"/>
                  </a:lnTo>
                  <a:lnTo>
                    <a:pt x="5618179" y="221735"/>
                  </a:lnTo>
                  <a:lnTo>
                    <a:pt x="5618273" y="221735"/>
                  </a:lnTo>
                  <a:lnTo>
                    <a:pt x="5618367" y="221735"/>
                  </a:lnTo>
                  <a:lnTo>
                    <a:pt x="5618461" y="221735"/>
                  </a:lnTo>
                  <a:lnTo>
                    <a:pt x="5618555" y="221735"/>
                  </a:lnTo>
                  <a:lnTo>
                    <a:pt x="5618649" y="221735"/>
                  </a:lnTo>
                  <a:lnTo>
                    <a:pt x="5618743" y="221735"/>
                  </a:lnTo>
                  <a:lnTo>
                    <a:pt x="5618837" y="221735"/>
                  </a:lnTo>
                  <a:lnTo>
                    <a:pt x="5618931" y="221735"/>
                  </a:lnTo>
                  <a:lnTo>
                    <a:pt x="5619025" y="221735"/>
                  </a:lnTo>
                  <a:lnTo>
                    <a:pt x="5619119" y="221735"/>
                  </a:lnTo>
                  <a:lnTo>
                    <a:pt x="5619213" y="221735"/>
                  </a:lnTo>
                  <a:lnTo>
                    <a:pt x="5619307" y="221735"/>
                  </a:lnTo>
                  <a:lnTo>
                    <a:pt x="5619401" y="221735"/>
                  </a:lnTo>
                  <a:lnTo>
                    <a:pt x="5619495" y="221735"/>
                  </a:lnTo>
                  <a:lnTo>
                    <a:pt x="5619589" y="221735"/>
                  </a:lnTo>
                  <a:lnTo>
                    <a:pt x="5619683" y="221735"/>
                  </a:lnTo>
                  <a:lnTo>
                    <a:pt x="5619777" y="221735"/>
                  </a:lnTo>
                  <a:lnTo>
                    <a:pt x="5619871" y="221735"/>
                  </a:lnTo>
                  <a:lnTo>
                    <a:pt x="5619965" y="221735"/>
                  </a:lnTo>
                  <a:lnTo>
                    <a:pt x="5620059" y="221735"/>
                  </a:lnTo>
                  <a:lnTo>
                    <a:pt x="5620153" y="221735"/>
                  </a:lnTo>
                  <a:lnTo>
                    <a:pt x="5620247" y="221735"/>
                  </a:lnTo>
                  <a:lnTo>
                    <a:pt x="5620341" y="221735"/>
                  </a:lnTo>
                  <a:lnTo>
                    <a:pt x="5620435" y="221735"/>
                  </a:lnTo>
                  <a:lnTo>
                    <a:pt x="5620529" y="221735"/>
                  </a:lnTo>
                  <a:lnTo>
                    <a:pt x="5620623" y="221735"/>
                  </a:lnTo>
                  <a:lnTo>
                    <a:pt x="5620717" y="221735"/>
                  </a:lnTo>
                  <a:lnTo>
                    <a:pt x="5620811" y="221735"/>
                  </a:lnTo>
                  <a:lnTo>
                    <a:pt x="5620905" y="221735"/>
                  </a:lnTo>
                  <a:lnTo>
                    <a:pt x="5620999" y="221735"/>
                  </a:lnTo>
                  <a:lnTo>
                    <a:pt x="5621094" y="221735"/>
                  </a:lnTo>
                  <a:lnTo>
                    <a:pt x="5621188" y="221735"/>
                  </a:lnTo>
                  <a:lnTo>
                    <a:pt x="5621282" y="221735"/>
                  </a:lnTo>
                  <a:lnTo>
                    <a:pt x="5621376" y="221735"/>
                  </a:lnTo>
                  <a:lnTo>
                    <a:pt x="5621470" y="221735"/>
                  </a:lnTo>
                  <a:lnTo>
                    <a:pt x="5621564" y="221735"/>
                  </a:lnTo>
                  <a:lnTo>
                    <a:pt x="5621658" y="221735"/>
                  </a:lnTo>
                  <a:lnTo>
                    <a:pt x="5621752" y="221735"/>
                  </a:lnTo>
                  <a:lnTo>
                    <a:pt x="5621846" y="221735"/>
                  </a:lnTo>
                  <a:lnTo>
                    <a:pt x="5621940" y="221735"/>
                  </a:lnTo>
                  <a:lnTo>
                    <a:pt x="5622034" y="221735"/>
                  </a:lnTo>
                  <a:lnTo>
                    <a:pt x="5622128" y="221735"/>
                  </a:lnTo>
                  <a:lnTo>
                    <a:pt x="5622222" y="221735"/>
                  </a:lnTo>
                  <a:lnTo>
                    <a:pt x="5622316" y="221735"/>
                  </a:lnTo>
                  <a:lnTo>
                    <a:pt x="5622410" y="221735"/>
                  </a:lnTo>
                  <a:lnTo>
                    <a:pt x="5622504" y="221735"/>
                  </a:lnTo>
                  <a:lnTo>
                    <a:pt x="5622598" y="221735"/>
                  </a:lnTo>
                  <a:lnTo>
                    <a:pt x="5622692" y="221735"/>
                  </a:lnTo>
                  <a:lnTo>
                    <a:pt x="5622786" y="221735"/>
                  </a:lnTo>
                  <a:lnTo>
                    <a:pt x="5622880" y="221735"/>
                  </a:lnTo>
                  <a:lnTo>
                    <a:pt x="5622974" y="221735"/>
                  </a:lnTo>
                  <a:lnTo>
                    <a:pt x="5623068" y="221735"/>
                  </a:lnTo>
                  <a:lnTo>
                    <a:pt x="5623162" y="221735"/>
                  </a:lnTo>
                  <a:lnTo>
                    <a:pt x="5623256" y="221735"/>
                  </a:lnTo>
                  <a:lnTo>
                    <a:pt x="5623350" y="221735"/>
                  </a:lnTo>
                  <a:lnTo>
                    <a:pt x="5623444" y="221735"/>
                  </a:lnTo>
                  <a:lnTo>
                    <a:pt x="5623538" y="221735"/>
                  </a:lnTo>
                  <a:lnTo>
                    <a:pt x="5623632" y="221735"/>
                  </a:lnTo>
                  <a:lnTo>
                    <a:pt x="5623726" y="221735"/>
                  </a:lnTo>
                  <a:lnTo>
                    <a:pt x="5623820" y="221735"/>
                  </a:lnTo>
                  <a:lnTo>
                    <a:pt x="5623914" y="221735"/>
                  </a:lnTo>
                  <a:lnTo>
                    <a:pt x="5624008" y="221735"/>
                  </a:lnTo>
                  <a:lnTo>
                    <a:pt x="5624102" y="221735"/>
                  </a:lnTo>
                  <a:lnTo>
                    <a:pt x="5624196" y="221735"/>
                  </a:lnTo>
                  <a:lnTo>
                    <a:pt x="5624290" y="221735"/>
                  </a:lnTo>
                  <a:lnTo>
                    <a:pt x="5624384" y="221735"/>
                  </a:lnTo>
                  <a:lnTo>
                    <a:pt x="5624478" y="221735"/>
                  </a:lnTo>
                  <a:lnTo>
                    <a:pt x="5624572" y="221735"/>
                  </a:lnTo>
                  <a:lnTo>
                    <a:pt x="5624667" y="221735"/>
                  </a:lnTo>
                  <a:lnTo>
                    <a:pt x="5624761" y="221735"/>
                  </a:lnTo>
                  <a:lnTo>
                    <a:pt x="5624855" y="221735"/>
                  </a:lnTo>
                  <a:lnTo>
                    <a:pt x="5624949" y="221735"/>
                  </a:lnTo>
                  <a:lnTo>
                    <a:pt x="5625043" y="221735"/>
                  </a:lnTo>
                  <a:lnTo>
                    <a:pt x="5625137" y="221735"/>
                  </a:lnTo>
                  <a:lnTo>
                    <a:pt x="5625231" y="221735"/>
                  </a:lnTo>
                  <a:lnTo>
                    <a:pt x="5625325" y="221735"/>
                  </a:lnTo>
                  <a:lnTo>
                    <a:pt x="5625419" y="221735"/>
                  </a:lnTo>
                  <a:lnTo>
                    <a:pt x="5625513" y="221735"/>
                  </a:lnTo>
                  <a:lnTo>
                    <a:pt x="5625607" y="221735"/>
                  </a:lnTo>
                  <a:lnTo>
                    <a:pt x="5625701" y="221735"/>
                  </a:lnTo>
                  <a:lnTo>
                    <a:pt x="5625795" y="221735"/>
                  </a:lnTo>
                  <a:lnTo>
                    <a:pt x="5625889" y="221735"/>
                  </a:lnTo>
                  <a:lnTo>
                    <a:pt x="5625983" y="221735"/>
                  </a:lnTo>
                  <a:lnTo>
                    <a:pt x="5626077" y="221735"/>
                  </a:lnTo>
                  <a:lnTo>
                    <a:pt x="5626171" y="221735"/>
                  </a:lnTo>
                  <a:lnTo>
                    <a:pt x="5626265" y="221735"/>
                  </a:lnTo>
                  <a:lnTo>
                    <a:pt x="5626359" y="221735"/>
                  </a:lnTo>
                  <a:lnTo>
                    <a:pt x="5626453" y="221735"/>
                  </a:lnTo>
                  <a:lnTo>
                    <a:pt x="5626547" y="221735"/>
                  </a:lnTo>
                  <a:lnTo>
                    <a:pt x="5626641" y="221735"/>
                  </a:lnTo>
                  <a:lnTo>
                    <a:pt x="5626735" y="221735"/>
                  </a:lnTo>
                  <a:lnTo>
                    <a:pt x="5626829" y="221735"/>
                  </a:lnTo>
                  <a:lnTo>
                    <a:pt x="5626923" y="221735"/>
                  </a:lnTo>
                  <a:lnTo>
                    <a:pt x="5627017" y="221735"/>
                  </a:lnTo>
                  <a:lnTo>
                    <a:pt x="5627111" y="221735"/>
                  </a:lnTo>
                  <a:lnTo>
                    <a:pt x="5627205" y="221735"/>
                  </a:lnTo>
                  <a:lnTo>
                    <a:pt x="5627299" y="221735"/>
                  </a:lnTo>
                  <a:lnTo>
                    <a:pt x="5627393" y="221735"/>
                  </a:lnTo>
                  <a:lnTo>
                    <a:pt x="5627487" y="221735"/>
                  </a:lnTo>
                  <a:lnTo>
                    <a:pt x="5627581" y="221735"/>
                  </a:lnTo>
                  <a:lnTo>
                    <a:pt x="5627675" y="221735"/>
                  </a:lnTo>
                  <a:lnTo>
                    <a:pt x="5627769" y="221735"/>
                  </a:lnTo>
                  <a:lnTo>
                    <a:pt x="5627863" y="221735"/>
                  </a:lnTo>
                  <a:lnTo>
                    <a:pt x="5627957" y="221735"/>
                  </a:lnTo>
                  <a:lnTo>
                    <a:pt x="5628051" y="221735"/>
                  </a:lnTo>
                  <a:lnTo>
                    <a:pt x="5628146" y="221735"/>
                  </a:lnTo>
                  <a:lnTo>
                    <a:pt x="5628240" y="221735"/>
                  </a:lnTo>
                  <a:lnTo>
                    <a:pt x="5628334" y="221735"/>
                  </a:lnTo>
                  <a:lnTo>
                    <a:pt x="5628428" y="221735"/>
                  </a:lnTo>
                  <a:lnTo>
                    <a:pt x="5628522" y="221735"/>
                  </a:lnTo>
                  <a:lnTo>
                    <a:pt x="5628616" y="221735"/>
                  </a:lnTo>
                  <a:lnTo>
                    <a:pt x="5628710" y="221735"/>
                  </a:lnTo>
                  <a:lnTo>
                    <a:pt x="5628804" y="221735"/>
                  </a:lnTo>
                  <a:lnTo>
                    <a:pt x="5628898" y="221735"/>
                  </a:lnTo>
                  <a:lnTo>
                    <a:pt x="5628992" y="221735"/>
                  </a:lnTo>
                  <a:lnTo>
                    <a:pt x="5629086" y="221735"/>
                  </a:lnTo>
                  <a:lnTo>
                    <a:pt x="5629180" y="221735"/>
                  </a:lnTo>
                  <a:lnTo>
                    <a:pt x="5629274" y="221735"/>
                  </a:lnTo>
                  <a:lnTo>
                    <a:pt x="5629368" y="221735"/>
                  </a:lnTo>
                  <a:lnTo>
                    <a:pt x="5629462" y="221735"/>
                  </a:lnTo>
                  <a:lnTo>
                    <a:pt x="5629556" y="221735"/>
                  </a:lnTo>
                  <a:lnTo>
                    <a:pt x="5629650" y="221735"/>
                  </a:lnTo>
                  <a:lnTo>
                    <a:pt x="5629744" y="221735"/>
                  </a:lnTo>
                  <a:lnTo>
                    <a:pt x="5629838" y="221735"/>
                  </a:lnTo>
                  <a:lnTo>
                    <a:pt x="5629932" y="221735"/>
                  </a:lnTo>
                  <a:lnTo>
                    <a:pt x="5630026" y="221735"/>
                  </a:lnTo>
                  <a:lnTo>
                    <a:pt x="5630120" y="221735"/>
                  </a:lnTo>
                  <a:lnTo>
                    <a:pt x="5630214" y="221735"/>
                  </a:lnTo>
                  <a:lnTo>
                    <a:pt x="5630308" y="221735"/>
                  </a:lnTo>
                  <a:lnTo>
                    <a:pt x="5630402" y="221735"/>
                  </a:lnTo>
                  <a:lnTo>
                    <a:pt x="5630496" y="221735"/>
                  </a:lnTo>
                  <a:lnTo>
                    <a:pt x="5630590" y="221735"/>
                  </a:lnTo>
                  <a:lnTo>
                    <a:pt x="5630684" y="221735"/>
                  </a:lnTo>
                  <a:lnTo>
                    <a:pt x="5630778" y="221735"/>
                  </a:lnTo>
                  <a:lnTo>
                    <a:pt x="5630872" y="221735"/>
                  </a:lnTo>
                  <a:lnTo>
                    <a:pt x="5630966" y="221735"/>
                  </a:lnTo>
                  <a:lnTo>
                    <a:pt x="5631060" y="221735"/>
                  </a:lnTo>
                  <a:lnTo>
                    <a:pt x="5631154" y="221735"/>
                  </a:lnTo>
                  <a:lnTo>
                    <a:pt x="5631248" y="221735"/>
                  </a:lnTo>
                  <a:lnTo>
                    <a:pt x="5631342" y="221735"/>
                  </a:lnTo>
                  <a:lnTo>
                    <a:pt x="5631436" y="221735"/>
                  </a:lnTo>
                  <a:lnTo>
                    <a:pt x="5631530" y="221735"/>
                  </a:lnTo>
                  <a:lnTo>
                    <a:pt x="5631624" y="221735"/>
                  </a:lnTo>
                  <a:lnTo>
                    <a:pt x="5631719" y="221735"/>
                  </a:lnTo>
                  <a:lnTo>
                    <a:pt x="5631813" y="221735"/>
                  </a:lnTo>
                  <a:lnTo>
                    <a:pt x="5631907" y="221735"/>
                  </a:lnTo>
                  <a:lnTo>
                    <a:pt x="5632001" y="221735"/>
                  </a:lnTo>
                  <a:lnTo>
                    <a:pt x="5632095" y="221735"/>
                  </a:lnTo>
                  <a:lnTo>
                    <a:pt x="5632189" y="221735"/>
                  </a:lnTo>
                  <a:lnTo>
                    <a:pt x="5632283" y="221735"/>
                  </a:lnTo>
                  <a:lnTo>
                    <a:pt x="5632377" y="221735"/>
                  </a:lnTo>
                  <a:lnTo>
                    <a:pt x="5632471" y="221735"/>
                  </a:lnTo>
                  <a:lnTo>
                    <a:pt x="5632565" y="221735"/>
                  </a:lnTo>
                  <a:lnTo>
                    <a:pt x="5632659" y="221735"/>
                  </a:lnTo>
                  <a:lnTo>
                    <a:pt x="5632753" y="221735"/>
                  </a:lnTo>
                  <a:lnTo>
                    <a:pt x="5632847" y="221735"/>
                  </a:lnTo>
                  <a:lnTo>
                    <a:pt x="5632941" y="221735"/>
                  </a:lnTo>
                  <a:lnTo>
                    <a:pt x="5633035" y="221735"/>
                  </a:lnTo>
                  <a:lnTo>
                    <a:pt x="5633129" y="221735"/>
                  </a:lnTo>
                  <a:lnTo>
                    <a:pt x="5633223" y="221735"/>
                  </a:lnTo>
                  <a:lnTo>
                    <a:pt x="5633317" y="221735"/>
                  </a:lnTo>
                  <a:lnTo>
                    <a:pt x="5633411" y="221735"/>
                  </a:lnTo>
                  <a:lnTo>
                    <a:pt x="5633505" y="221735"/>
                  </a:lnTo>
                  <a:lnTo>
                    <a:pt x="5633599" y="221735"/>
                  </a:lnTo>
                  <a:lnTo>
                    <a:pt x="5633693" y="221735"/>
                  </a:lnTo>
                  <a:lnTo>
                    <a:pt x="5633787" y="221735"/>
                  </a:lnTo>
                  <a:lnTo>
                    <a:pt x="5633881" y="221735"/>
                  </a:lnTo>
                  <a:lnTo>
                    <a:pt x="5633975" y="221735"/>
                  </a:lnTo>
                  <a:lnTo>
                    <a:pt x="5634069" y="221735"/>
                  </a:lnTo>
                  <a:lnTo>
                    <a:pt x="5634163" y="221735"/>
                  </a:lnTo>
                  <a:lnTo>
                    <a:pt x="5634257" y="221735"/>
                  </a:lnTo>
                  <a:lnTo>
                    <a:pt x="5634351" y="221735"/>
                  </a:lnTo>
                  <a:lnTo>
                    <a:pt x="5634445" y="221735"/>
                  </a:lnTo>
                  <a:lnTo>
                    <a:pt x="5634539" y="221735"/>
                  </a:lnTo>
                  <a:lnTo>
                    <a:pt x="5634633" y="221735"/>
                  </a:lnTo>
                  <a:lnTo>
                    <a:pt x="5634727" y="221735"/>
                  </a:lnTo>
                  <a:lnTo>
                    <a:pt x="5634821" y="221735"/>
                  </a:lnTo>
                  <a:lnTo>
                    <a:pt x="5634915" y="221735"/>
                  </a:lnTo>
                  <a:lnTo>
                    <a:pt x="5635009" y="221735"/>
                  </a:lnTo>
                  <a:lnTo>
                    <a:pt x="5635103" y="221735"/>
                  </a:lnTo>
                  <a:lnTo>
                    <a:pt x="5635197" y="221735"/>
                  </a:lnTo>
                  <a:lnTo>
                    <a:pt x="5635292" y="221735"/>
                  </a:lnTo>
                  <a:lnTo>
                    <a:pt x="5635386" y="221735"/>
                  </a:lnTo>
                  <a:lnTo>
                    <a:pt x="5635480" y="221735"/>
                  </a:lnTo>
                  <a:lnTo>
                    <a:pt x="5635574" y="221735"/>
                  </a:lnTo>
                  <a:lnTo>
                    <a:pt x="5635668" y="221735"/>
                  </a:lnTo>
                  <a:lnTo>
                    <a:pt x="5635762" y="221735"/>
                  </a:lnTo>
                  <a:lnTo>
                    <a:pt x="5635856" y="221735"/>
                  </a:lnTo>
                  <a:lnTo>
                    <a:pt x="5635950" y="221735"/>
                  </a:lnTo>
                  <a:lnTo>
                    <a:pt x="5636044" y="221735"/>
                  </a:lnTo>
                  <a:lnTo>
                    <a:pt x="5636138" y="221735"/>
                  </a:lnTo>
                  <a:lnTo>
                    <a:pt x="5636232" y="221735"/>
                  </a:lnTo>
                  <a:lnTo>
                    <a:pt x="5636326" y="221735"/>
                  </a:lnTo>
                  <a:lnTo>
                    <a:pt x="5636420" y="221735"/>
                  </a:lnTo>
                  <a:lnTo>
                    <a:pt x="5636514" y="221735"/>
                  </a:lnTo>
                  <a:lnTo>
                    <a:pt x="5636608" y="221735"/>
                  </a:lnTo>
                  <a:lnTo>
                    <a:pt x="5636702" y="221735"/>
                  </a:lnTo>
                  <a:lnTo>
                    <a:pt x="5636796" y="221735"/>
                  </a:lnTo>
                  <a:lnTo>
                    <a:pt x="5636890" y="221735"/>
                  </a:lnTo>
                  <a:lnTo>
                    <a:pt x="5636984" y="221735"/>
                  </a:lnTo>
                  <a:lnTo>
                    <a:pt x="5637078" y="221735"/>
                  </a:lnTo>
                  <a:lnTo>
                    <a:pt x="5637172" y="221735"/>
                  </a:lnTo>
                  <a:lnTo>
                    <a:pt x="5637266" y="221735"/>
                  </a:lnTo>
                  <a:lnTo>
                    <a:pt x="5637360" y="221735"/>
                  </a:lnTo>
                  <a:lnTo>
                    <a:pt x="5637454" y="221735"/>
                  </a:lnTo>
                  <a:lnTo>
                    <a:pt x="5637548" y="221735"/>
                  </a:lnTo>
                  <a:lnTo>
                    <a:pt x="5637642" y="221735"/>
                  </a:lnTo>
                  <a:lnTo>
                    <a:pt x="5637736" y="221735"/>
                  </a:lnTo>
                  <a:lnTo>
                    <a:pt x="5637830" y="221735"/>
                  </a:lnTo>
                  <a:lnTo>
                    <a:pt x="5637924" y="221735"/>
                  </a:lnTo>
                  <a:lnTo>
                    <a:pt x="5638018" y="221735"/>
                  </a:lnTo>
                  <a:lnTo>
                    <a:pt x="5638112" y="221735"/>
                  </a:lnTo>
                  <a:lnTo>
                    <a:pt x="5638206" y="221735"/>
                  </a:lnTo>
                  <a:lnTo>
                    <a:pt x="5638300" y="221735"/>
                  </a:lnTo>
                  <a:lnTo>
                    <a:pt x="5638394" y="221735"/>
                  </a:lnTo>
                  <a:lnTo>
                    <a:pt x="5638488" y="221735"/>
                  </a:lnTo>
                  <a:lnTo>
                    <a:pt x="5638582" y="221735"/>
                  </a:lnTo>
                  <a:lnTo>
                    <a:pt x="5638676" y="221735"/>
                  </a:lnTo>
                  <a:lnTo>
                    <a:pt x="5638771" y="221735"/>
                  </a:lnTo>
                  <a:lnTo>
                    <a:pt x="5638865" y="221735"/>
                  </a:lnTo>
                  <a:lnTo>
                    <a:pt x="5638959" y="221735"/>
                  </a:lnTo>
                  <a:lnTo>
                    <a:pt x="5639053" y="221735"/>
                  </a:lnTo>
                  <a:lnTo>
                    <a:pt x="5639147" y="221735"/>
                  </a:lnTo>
                  <a:lnTo>
                    <a:pt x="5639241" y="221735"/>
                  </a:lnTo>
                  <a:lnTo>
                    <a:pt x="5639335" y="221735"/>
                  </a:lnTo>
                  <a:lnTo>
                    <a:pt x="5639429" y="221735"/>
                  </a:lnTo>
                  <a:lnTo>
                    <a:pt x="5639523" y="221735"/>
                  </a:lnTo>
                  <a:lnTo>
                    <a:pt x="5639617" y="221735"/>
                  </a:lnTo>
                  <a:lnTo>
                    <a:pt x="5639711" y="221735"/>
                  </a:lnTo>
                  <a:lnTo>
                    <a:pt x="5639805" y="221735"/>
                  </a:lnTo>
                  <a:lnTo>
                    <a:pt x="5639899" y="221735"/>
                  </a:lnTo>
                  <a:lnTo>
                    <a:pt x="5639993" y="221735"/>
                  </a:lnTo>
                  <a:lnTo>
                    <a:pt x="5640087" y="221735"/>
                  </a:lnTo>
                  <a:lnTo>
                    <a:pt x="5640181" y="221735"/>
                  </a:lnTo>
                  <a:lnTo>
                    <a:pt x="5640275" y="221735"/>
                  </a:lnTo>
                  <a:lnTo>
                    <a:pt x="5640369" y="221735"/>
                  </a:lnTo>
                  <a:lnTo>
                    <a:pt x="5640463" y="221735"/>
                  </a:lnTo>
                  <a:lnTo>
                    <a:pt x="5640557" y="221735"/>
                  </a:lnTo>
                  <a:lnTo>
                    <a:pt x="5640651" y="221735"/>
                  </a:lnTo>
                  <a:lnTo>
                    <a:pt x="5640745" y="221735"/>
                  </a:lnTo>
                  <a:lnTo>
                    <a:pt x="5640839" y="221735"/>
                  </a:lnTo>
                  <a:lnTo>
                    <a:pt x="5640933" y="221735"/>
                  </a:lnTo>
                  <a:lnTo>
                    <a:pt x="5641027" y="221735"/>
                  </a:lnTo>
                  <a:lnTo>
                    <a:pt x="5641121" y="221735"/>
                  </a:lnTo>
                  <a:lnTo>
                    <a:pt x="5641215" y="221735"/>
                  </a:lnTo>
                  <a:lnTo>
                    <a:pt x="5641309" y="221735"/>
                  </a:lnTo>
                  <a:lnTo>
                    <a:pt x="5641403" y="221735"/>
                  </a:lnTo>
                  <a:lnTo>
                    <a:pt x="5641497" y="221735"/>
                  </a:lnTo>
                  <a:lnTo>
                    <a:pt x="5641591" y="221735"/>
                  </a:lnTo>
                  <a:lnTo>
                    <a:pt x="5641685" y="221735"/>
                  </a:lnTo>
                  <a:lnTo>
                    <a:pt x="5641779" y="221735"/>
                  </a:lnTo>
                  <a:lnTo>
                    <a:pt x="5641873" y="221735"/>
                  </a:lnTo>
                  <a:lnTo>
                    <a:pt x="5641967" y="221735"/>
                  </a:lnTo>
                  <a:lnTo>
                    <a:pt x="5642061" y="221735"/>
                  </a:lnTo>
                  <a:lnTo>
                    <a:pt x="5642155" y="221735"/>
                  </a:lnTo>
                  <a:lnTo>
                    <a:pt x="5642249" y="221735"/>
                  </a:lnTo>
                  <a:lnTo>
                    <a:pt x="5642344" y="221735"/>
                  </a:lnTo>
                  <a:lnTo>
                    <a:pt x="5642438" y="221735"/>
                  </a:lnTo>
                  <a:lnTo>
                    <a:pt x="5642532" y="221735"/>
                  </a:lnTo>
                  <a:lnTo>
                    <a:pt x="5642626" y="221735"/>
                  </a:lnTo>
                  <a:lnTo>
                    <a:pt x="5642720" y="221735"/>
                  </a:lnTo>
                  <a:lnTo>
                    <a:pt x="5642814" y="221735"/>
                  </a:lnTo>
                  <a:lnTo>
                    <a:pt x="5642908" y="221735"/>
                  </a:lnTo>
                  <a:lnTo>
                    <a:pt x="5643002" y="221735"/>
                  </a:lnTo>
                  <a:lnTo>
                    <a:pt x="5643096" y="221735"/>
                  </a:lnTo>
                  <a:lnTo>
                    <a:pt x="5643190" y="221735"/>
                  </a:lnTo>
                  <a:lnTo>
                    <a:pt x="5643284" y="221735"/>
                  </a:lnTo>
                  <a:lnTo>
                    <a:pt x="5643378" y="221735"/>
                  </a:lnTo>
                  <a:lnTo>
                    <a:pt x="5643472" y="221735"/>
                  </a:lnTo>
                  <a:lnTo>
                    <a:pt x="5643566" y="221735"/>
                  </a:lnTo>
                  <a:lnTo>
                    <a:pt x="5643660" y="221735"/>
                  </a:lnTo>
                  <a:lnTo>
                    <a:pt x="5643754" y="221735"/>
                  </a:lnTo>
                  <a:lnTo>
                    <a:pt x="5643754" y="216456"/>
                  </a:lnTo>
                  <a:lnTo>
                    <a:pt x="5643848" y="216456"/>
                  </a:lnTo>
                  <a:lnTo>
                    <a:pt x="5643942" y="216456"/>
                  </a:lnTo>
                  <a:lnTo>
                    <a:pt x="5644036" y="216456"/>
                  </a:lnTo>
                  <a:lnTo>
                    <a:pt x="5644130" y="216456"/>
                  </a:lnTo>
                  <a:lnTo>
                    <a:pt x="5644224" y="216456"/>
                  </a:lnTo>
                  <a:lnTo>
                    <a:pt x="5644318" y="216456"/>
                  </a:lnTo>
                  <a:lnTo>
                    <a:pt x="5644412" y="216456"/>
                  </a:lnTo>
                  <a:lnTo>
                    <a:pt x="5644506" y="216456"/>
                  </a:lnTo>
                  <a:lnTo>
                    <a:pt x="5644600" y="216456"/>
                  </a:lnTo>
                  <a:lnTo>
                    <a:pt x="5644694" y="216456"/>
                  </a:lnTo>
                  <a:lnTo>
                    <a:pt x="5644788" y="216456"/>
                  </a:lnTo>
                  <a:lnTo>
                    <a:pt x="5644882" y="216456"/>
                  </a:lnTo>
                  <a:lnTo>
                    <a:pt x="5644976" y="216456"/>
                  </a:lnTo>
                  <a:lnTo>
                    <a:pt x="5645070" y="216456"/>
                  </a:lnTo>
                  <a:lnTo>
                    <a:pt x="5645164" y="216456"/>
                  </a:lnTo>
                  <a:lnTo>
                    <a:pt x="5645258" y="216456"/>
                  </a:lnTo>
                  <a:lnTo>
                    <a:pt x="5645352" y="216456"/>
                  </a:lnTo>
                  <a:lnTo>
                    <a:pt x="5645446" y="216456"/>
                  </a:lnTo>
                  <a:lnTo>
                    <a:pt x="5645540" y="216456"/>
                  </a:lnTo>
                  <a:lnTo>
                    <a:pt x="5645634" y="216456"/>
                  </a:lnTo>
                  <a:lnTo>
                    <a:pt x="5645728" y="216456"/>
                  </a:lnTo>
                  <a:lnTo>
                    <a:pt x="5645822" y="216456"/>
                  </a:lnTo>
                  <a:lnTo>
                    <a:pt x="5645917" y="216456"/>
                  </a:lnTo>
                  <a:lnTo>
                    <a:pt x="5646011" y="216456"/>
                  </a:lnTo>
                  <a:lnTo>
                    <a:pt x="5646105" y="216456"/>
                  </a:lnTo>
                  <a:lnTo>
                    <a:pt x="5646199" y="216456"/>
                  </a:lnTo>
                  <a:lnTo>
                    <a:pt x="5646293" y="216456"/>
                  </a:lnTo>
                  <a:lnTo>
                    <a:pt x="5646387" y="216456"/>
                  </a:lnTo>
                  <a:lnTo>
                    <a:pt x="5646481" y="216456"/>
                  </a:lnTo>
                  <a:lnTo>
                    <a:pt x="5646575" y="216456"/>
                  </a:lnTo>
                  <a:lnTo>
                    <a:pt x="5646669" y="216456"/>
                  </a:lnTo>
                  <a:lnTo>
                    <a:pt x="5646763" y="216456"/>
                  </a:lnTo>
                  <a:lnTo>
                    <a:pt x="5646857" y="216456"/>
                  </a:lnTo>
                  <a:lnTo>
                    <a:pt x="5646951" y="216456"/>
                  </a:lnTo>
                  <a:lnTo>
                    <a:pt x="5647045" y="216456"/>
                  </a:lnTo>
                  <a:lnTo>
                    <a:pt x="5647139" y="216456"/>
                  </a:lnTo>
                  <a:lnTo>
                    <a:pt x="5647233" y="216456"/>
                  </a:lnTo>
                  <a:lnTo>
                    <a:pt x="5647327" y="216456"/>
                  </a:lnTo>
                  <a:lnTo>
                    <a:pt x="5647421" y="216456"/>
                  </a:lnTo>
                  <a:lnTo>
                    <a:pt x="5647515" y="216456"/>
                  </a:lnTo>
                  <a:lnTo>
                    <a:pt x="5647609" y="216456"/>
                  </a:lnTo>
                  <a:lnTo>
                    <a:pt x="5647703" y="216456"/>
                  </a:lnTo>
                  <a:lnTo>
                    <a:pt x="5647797" y="216456"/>
                  </a:lnTo>
                  <a:lnTo>
                    <a:pt x="5647891" y="216456"/>
                  </a:lnTo>
                  <a:lnTo>
                    <a:pt x="5647985" y="216456"/>
                  </a:lnTo>
                  <a:lnTo>
                    <a:pt x="5648079" y="216456"/>
                  </a:lnTo>
                  <a:lnTo>
                    <a:pt x="5648173" y="216456"/>
                  </a:lnTo>
                  <a:lnTo>
                    <a:pt x="5648267" y="216456"/>
                  </a:lnTo>
                  <a:lnTo>
                    <a:pt x="5648361" y="216456"/>
                  </a:lnTo>
                  <a:lnTo>
                    <a:pt x="5648455" y="216456"/>
                  </a:lnTo>
                  <a:lnTo>
                    <a:pt x="5648455" y="211176"/>
                  </a:lnTo>
                  <a:lnTo>
                    <a:pt x="5648549" y="211176"/>
                  </a:lnTo>
                  <a:lnTo>
                    <a:pt x="5648643" y="211176"/>
                  </a:lnTo>
                  <a:lnTo>
                    <a:pt x="5648737" y="211176"/>
                  </a:lnTo>
                  <a:lnTo>
                    <a:pt x="5648831" y="211176"/>
                  </a:lnTo>
                  <a:lnTo>
                    <a:pt x="5648925" y="211176"/>
                  </a:lnTo>
                  <a:lnTo>
                    <a:pt x="5649019" y="211176"/>
                  </a:lnTo>
                  <a:lnTo>
                    <a:pt x="5649113" y="211176"/>
                  </a:lnTo>
                  <a:lnTo>
                    <a:pt x="5649207" y="211176"/>
                  </a:lnTo>
                  <a:lnTo>
                    <a:pt x="5649301" y="211176"/>
                  </a:lnTo>
                  <a:lnTo>
                    <a:pt x="5649395" y="211176"/>
                  </a:lnTo>
                  <a:lnTo>
                    <a:pt x="5649490" y="211176"/>
                  </a:lnTo>
                  <a:lnTo>
                    <a:pt x="5649584" y="211176"/>
                  </a:lnTo>
                  <a:lnTo>
                    <a:pt x="5649678" y="211176"/>
                  </a:lnTo>
                  <a:lnTo>
                    <a:pt x="5649772" y="211176"/>
                  </a:lnTo>
                  <a:lnTo>
                    <a:pt x="5649866" y="211176"/>
                  </a:lnTo>
                  <a:lnTo>
                    <a:pt x="5649960" y="211176"/>
                  </a:lnTo>
                  <a:lnTo>
                    <a:pt x="5650054" y="211176"/>
                  </a:lnTo>
                  <a:lnTo>
                    <a:pt x="5650148" y="211176"/>
                  </a:lnTo>
                  <a:lnTo>
                    <a:pt x="5650242" y="211176"/>
                  </a:lnTo>
                  <a:lnTo>
                    <a:pt x="5650336" y="211176"/>
                  </a:lnTo>
                  <a:lnTo>
                    <a:pt x="5650430" y="211176"/>
                  </a:lnTo>
                  <a:lnTo>
                    <a:pt x="5650524" y="211176"/>
                  </a:lnTo>
                  <a:lnTo>
                    <a:pt x="5650618" y="211176"/>
                  </a:lnTo>
                  <a:lnTo>
                    <a:pt x="5650712" y="211176"/>
                  </a:lnTo>
                  <a:lnTo>
                    <a:pt x="5650806" y="211176"/>
                  </a:lnTo>
                  <a:lnTo>
                    <a:pt x="5650900" y="211176"/>
                  </a:lnTo>
                  <a:lnTo>
                    <a:pt x="5650994" y="211176"/>
                  </a:lnTo>
                  <a:lnTo>
                    <a:pt x="5651088" y="211176"/>
                  </a:lnTo>
                  <a:lnTo>
                    <a:pt x="5651182" y="211176"/>
                  </a:lnTo>
                  <a:lnTo>
                    <a:pt x="5651276" y="211176"/>
                  </a:lnTo>
                  <a:lnTo>
                    <a:pt x="5651370" y="211176"/>
                  </a:lnTo>
                  <a:lnTo>
                    <a:pt x="5651464" y="211176"/>
                  </a:lnTo>
                  <a:lnTo>
                    <a:pt x="5651558" y="211176"/>
                  </a:lnTo>
                  <a:lnTo>
                    <a:pt x="5651652" y="211176"/>
                  </a:lnTo>
                  <a:lnTo>
                    <a:pt x="5651746" y="211176"/>
                  </a:lnTo>
                  <a:lnTo>
                    <a:pt x="5651840" y="211176"/>
                  </a:lnTo>
                  <a:lnTo>
                    <a:pt x="5651934" y="211176"/>
                  </a:lnTo>
                  <a:lnTo>
                    <a:pt x="5652028" y="211176"/>
                  </a:lnTo>
                  <a:lnTo>
                    <a:pt x="5652122" y="211176"/>
                  </a:lnTo>
                  <a:lnTo>
                    <a:pt x="5652216" y="211176"/>
                  </a:lnTo>
                  <a:lnTo>
                    <a:pt x="5652310" y="211176"/>
                  </a:lnTo>
                  <a:lnTo>
                    <a:pt x="5652404" y="211176"/>
                  </a:lnTo>
                  <a:lnTo>
                    <a:pt x="5652498" y="211176"/>
                  </a:lnTo>
                  <a:lnTo>
                    <a:pt x="5652592" y="211176"/>
                  </a:lnTo>
                  <a:lnTo>
                    <a:pt x="5652686" y="211176"/>
                  </a:lnTo>
                  <a:lnTo>
                    <a:pt x="5652780" y="211176"/>
                  </a:lnTo>
                  <a:lnTo>
                    <a:pt x="5652874" y="211176"/>
                  </a:lnTo>
                  <a:lnTo>
                    <a:pt x="5652969" y="211176"/>
                  </a:lnTo>
                  <a:lnTo>
                    <a:pt x="5653063" y="211176"/>
                  </a:lnTo>
                  <a:lnTo>
                    <a:pt x="5653157" y="211176"/>
                  </a:lnTo>
                  <a:lnTo>
                    <a:pt x="5653251" y="211176"/>
                  </a:lnTo>
                  <a:lnTo>
                    <a:pt x="5653345" y="211176"/>
                  </a:lnTo>
                  <a:lnTo>
                    <a:pt x="5653439" y="211176"/>
                  </a:lnTo>
                  <a:lnTo>
                    <a:pt x="5653533" y="211176"/>
                  </a:lnTo>
                  <a:lnTo>
                    <a:pt x="5653627" y="211176"/>
                  </a:lnTo>
                  <a:lnTo>
                    <a:pt x="5653721" y="211176"/>
                  </a:lnTo>
                  <a:lnTo>
                    <a:pt x="5653815" y="211176"/>
                  </a:lnTo>
                  <a:lnTo>
                    <a:pt x="5653909" y="211176"/>
                  </a:lnTo>
                  <a:lnTo>
                    <a:pt x="5654003" y="211176"/>
                  </a:lnTo>
                  <a:lnTo>
                    <a:pt x="5654097" y="211176"/>
                  </a:lnTo>
                  <a:lnTo>
                    <a:pt x="5654191" y="211176"/>
                  </a:lnTo>
                  <a:lnTo>
                    <a:pt x="5654285" y="211176"/>
                  </a:lnTo>
                  <a:lnTo>
                    <a:pt x="5654379" y="211176"/>
                  </a:lnTo>
                  <a:lnTo>
                    <a:pt x="5654473" y="211176"/>
                  </a:lnTo>
                  <a:lnTo>
                    <a:pt x="5654567" y="211176"/>
                  </a:lnTo>
                  <a:lnTo>
                    <a:pt x="5654661" y="211176"/>
                  </a:lnTo>
                  <a:lnTo>
                    <a:pt x="5654755" y="211176"/>
                  </a:lnTo>
                  <a:lnTo>
                    <a:pt x="5654849" y="211176"/>
                  </a:lnTo>
                  <a:lnTo>
                    <a:pt x="5654943" y="211176"/>
                  </a:lnTo>
                  <a:lnTo>
                    <a:pt x="5655037" y="211176"/>
                  </a:lnTo>
                  <a:lnTo>
                    <a:pt x="5655131" y="211176"/>
                  </a:lnTo>
                  <a:lnTo>
                    <a:pt x="5655225" y="211176"/>
                  </a:lnTo>
                  <a:lnTo>
                    <a:pt x="5655319" y="211176"/>
                  </a:lnTo>
                  <a:lnTo>
                    <a:pt x="5655413" y="211176"/>
                  </a:lnTo>
                  <a:lnTo>
                    <a:pt x="5655507" y="211176"/>
                  </a:lnTo>
                  <a:lnTo>
                    <a:pt x="5655601" y="211176"/>
                  </a:lnTo>
                  <a:lnTo>
                    <a:pt x="5655695" y="211176"/>
                  </a:lnTo>
                  <a:lnTo>
                    <a:pt x="5655789" y="211176"/>
                  </a:lnTo>
                  <a:lnTo>
                    <a:pt x="5655883" y="211176"/>
                  </a:lnTo>
                  <a:lnTo>
                    <a:pt x="5655977" y="211176"/>
                  </a:lnTo>
                  <a:lnTo>
                    <a:pt x="5656071" y="211176"/>
                  </a:lnTo>
                  <a:lnTo>
                    <a:pt x="5656165" y="211176"/>
                  </a:lnTo>
                  <a:lnTo>
                    <a:pt x="5656259" y="211176"/>
                  </a:lnTo>
                  <a:lnTo>
                    <a:pt x="5656353" y="211176"/>
                  </a:lnTo>
                  <a:lnTo>
                    <a:pt x="5656447" y="211176"/>
                  </a:lnTo>
                  <a:lnTo>
                    <a:pt x="5656542" y="211176"/>
                  </a:lnTo>
                  <a:lnTo>
                    <a:pt x="5656636" y="211176"/>
                  </a:lnTo>
                  <a:lnTo>
                    <a:pt x="5656730" y="211176"/>
                  </a:lnTo>
                  <a:lnTo>
                    <a:pt x="5656824" y="211176"/>
                  </a:lnTo>
                  <a:lnTo>
                    <a:pt x="5656918" y="211176"/>
                  </a:lnTo>
                  <a:lnTo>
                    <a:pt x="5657012" y="211176"/>
                  </a:lnTo>
                  <a:lnTo>
                    <a:pt x="5657106" y="211176"/>
                  </a:lnTo>
                  <a:lnTo>
                    <a:pt x="5657200" y="211176"/>
                  </a:lnTo>
                  <a:lnTo>
                    <a:pt x="5657294" y="211176"/>
                  </a:lnTo>
                  <a:lnTo>
                    <a:pt x="5657388" y="211176"/>
                  </a:lnTo>
                  <a:lnTo>
                    <a:pt x="5657482" y="211176"/>
                  </a:lnTo>
                  <a:lnTo>
                    <a:pt x="5657576" y="211176"/>
                  </a:lnTo>
                  <a:lnTo>
                    <a:pt x="5657670" y="211176"/>
                  </a:lnTo>
                  <a:lnTo>
                    <a:pt x="5657764" y="211176"/>
                  </a:lnTo>
                  <a:lnTo>
                    <a:pt x="5657858" y="211176"/>
                  </a:lnTo>
                  <a:lnTo>
                    <a:pt x="5657952" y="211176"/>
                  </a:lnTo>
                  <a:lnTo>
                    <a:pt x="5658046" y="211176"/>
                  </a:lnTo>
                  <a:lnTo>
                    <a:pt x="5658140" y="211176"/>
                  </a:lnTo>
                  <a:lnTo>
                    <a:pt x="5658234" y="211176"/>
                  </a:lnTo>
                  <a:lnTo>
                    <a:pt x="5658328" y="211176"/>
                  </a:lnTo>
                  <a:lnTo>
                    <a:pt x="5658422" y="211176"/>
                  </a:lnTo>
                  <a:lnTo>
                    <a:pt x="5658516" y="211176"/>
                  </a:lnTo>
                  <a:lnTo>
                    <a:pt x="5658610" y="211176"/>
                  </a:lnTo>
                  <a:lnTo>
                    <a:pt x="5658704" y="211176"/>
                  </a:lnTo>
                  <a:lnTo>
                    <a:pt x="5658798" y="211176"/>
                  </a:lnTo>
                  <a:lnTo>
                    <a:pt x="5658892" y="211176"/>
                  </a:lnTo>
                  <a:lnTo>
                    <a:pt x="5658986" y="211176"/>
                  </a:lnTo>
                  <a:lnTo>
                    <a:pt x="5659080" y="211176"/>
                  </a:lnTo>
                  <a:lnTo>
                    <a:pt x="5659174" y="211176"/>
                  </a:lnTo>
                  <a:lnTo>
                    <a:pt x="5659268" y="211176"/>
                  </a:lnTo>
                  <a:lnTo>
                    <a:pt x="5659362" y="211176"/>
                  </a:lnTo>
                  <a:lnTo>
                    <a:pt x="5659456" y="211176"/>
                  </a:lnTo>
                  <a:lnTo>
                    <a:pt x="5659550" y="211176"/>
                  </a:lnTo>
                  <a:lnTo>
                    <a:pt x="5659644" y="211176"/>
                  </a:lnTo>
                  <a:lnTo>
                    <a:pt x="5659738" y="211176"/>
                  </a:lnTo>
                  <a:lnTo>
                    <a:pt x="5659832" y="211176"/>
                  </a:lnTo>
                  <a:lnTo>
                    <a:pt x="5659926" y="211176"/>
                  </a:lnTo>
                  <a:lnTo>
                    <a:pt x="5660020" y="211176"/>
                  </a:lnTo>
                  <a:lnTo>
                    <a:pt x="5660115" y="211176"/>
                  </a:lnTo>
                  <a:lnTo>
                    <a:pt x="5660209" y="211176"/>
                  </a:lnTo>
                  <a:lnTo>
                    <a:pt x="5660303" y="211176"/>
                  </a:lnTo>
                  <a:lnTo>
                    <a:pt x="5660397" y="211176"/>
                  </a:lnTo>
                  <a:lnTo>
                    <a:pt x="5660491" y="211176"/>
                  </a:lnTo>
                  <a:lnTo>
                    <a:pt x="5660585" y="211176"/>
                  </a:lnTo>
                  <a:lnTo>
                    <a:pt x="5660679" y="211176"/>
                  </a:lnTo>
                  <a:lnTo>
                    <a:pt x="5660773" y="211176"/>
                  </a:lnTo>
                  <a:lnTo>
                    <a:pt x="5660867" y="211176"/>
                  </a:lnTo>
                  <a:lnTo>
                    <a:pt x="5660961" y="211176"/>
                  </a:lnTo>
                  <a:lnTo>
                    <a:pt x="5661055" y="211176"/>
                  </a:lnTo>
                  <a:lnTo>
                    <a:pt x="5661149" y="211176"/>
                  </a:lnTo>
                  <a:lnTo>
                    <a:pt x="5661243" y="211176"/>
                  </a:lnTo>
                  <a:lnTo>
                    <a:pt x="5661337" y="211176"/>
                  </a:lnTo>
                  <a:lnTo>
                    <a:pt x="5661431" y="211176"/>
                  </a:lnTo>
                  <a:lnTo>
                    <a:pt x="5661525" y="211176"/>
                  </a:lnTo>
                  <a:lnTo>
                    <a:pt x="5661619" y="211176"/>
                  </a:lnTo>
                  <a:lnTo>
                    <a:pt x="5661713" y="211176"/>
                  </a:lnTo>
                  <a:lnTo>
                    <a:pt x="5661807" y="211176"/>
                  </a:lnTo>
                  <a:lnTo>
                    <a:pt x="5661901" y="211176"/>
                  </a:lnTo>
                  <a:lnTo>
                    <a:pt x="5661995" y="211176"/>
                  </a:lnTo>
                  <a:lnTo>
                    <a:pt x="5662089" y="211176"/>
                  </a:lnTo>
                  <a:lnTo>
                    <a:pt x="5662183" y="211176"/>
                  </a:lnTo>
                  <a:lnTo>
                    <a:pt x="5662277" y="211176"/>
                  </a:lnTo>
                  <a:lnTo>
                    <a:pt x="5662371" y="211176"/>
                  </a:lnTo>
                  <a:lnTo>
                    <a:pt x="5662465" y="211176"/>
                  </a:lnTo>
                  <a:lnTo>
                    <a:pt x="5662559" y="211176"/>
                  </a:lnTo>
                  <a:lnTo>
                    <a:pt x="5662653" y="211176"/>
                  </a:lnTo>
                  <a:lnTo>
                    <a:pt x="5662747" y="211176"/>
                  </a:lnTo>
                  <a:lnTo>
                    <a:pt x="5662841" y="211176"/>
                  </a:lnTo>
                  <a:lnTo>
                    <a:pt x="5662935" y="211176"/>
                  </a:lnTo>
                  <a:lnTo>
                    <a:pt x="5663029" y="211176"/>
                  </a:lnTo>
                  <a:lnTo>
                    <a:pt x="5663123" y="211176"/>
                  </a:lnTo>
                  <a:lnTo>
                    <a:pt x="5663217" y="211176"/>
                  </a:lnTo>
                  <a:lnTo>
                    <a:pt x="5663311" y="211176"/>
                  </a:lnTo>
                  <a:lnTo>
                    <a:pt x="5663405" y="211176"/>
                  </a:lnTo>
                  <a:lnTo>
                    <a:pt x="5663499" y="211176"/>
                  </a:lnTo>
                  <a:lnTo>
                    <a:pt x="5663594" y="211176"/>
                  </a:lnTo>
                  <a:lnTo>
                    <a:pt x="5663688" y="211176"/>
                  </a:lnTo>
                  <a:lnTo>
                    <a:pt x="5663782" y="211176"/>
                  </a:lnTo>
                  <a:lnTo>
                    <a:pt x="5663876" y="211176"/>
                  </a:lnTo>
                  <a:lnTo>
                    <a:pt x="5663970" y="211176"/>
                  </a:lnTo>
                  <a:lnTo>
                    <a:pt x="5664064" y="211176"/>
                  </a:lnTo>
                  <a:lnTo>
                    <a:pt x="5664158" y="211176"/>
                  </a:lnTo>
                  <a:lnTo>
                    <a:pt x="5664252" y="211176"/>
                  </a:lnTo>
                  <a:lnTo>
                    <a:pt x="5664346" y="211176"/>
                  </a:lnTo>
                  <a:lnTo>
                    <a:pt x="5664440" y="211176"/>
                  </a:lnTo>
                  <a:lnTo>
                    <a:pt x="5664534" y="211176"/>
                  </a:lnTo>
                  <a:lnTo>
                    <a:pt x="5664628" y="211176"/>
                  </a:lnTo>
                  <a:lnTo>
                    <a:pt x="5664722" y="211176"/>
                  </a:lnTo>
                  <a:lnTo>
                    <a:pt x="5664816" y="211176"/>
                  </a:lnTo>
                  <a:lnTo>
                    <a:pt x="5664910" y="211176"/>
                  </a:lnTo>
                  <a:lnTo>
                    <a:pt x="5665004" y="211176"/>
                  </a:lnTo>
                  <a:lnTo>
                    <a:pt x="5665098" y="211176"/>
                  </a:lnTo>
                  <a:lnTo>
                    <a:pt x="5665192" y="211176"/>
                  </a:lnTo>
                  <a:lnTo>
                    <a:pt x="5665286" y="211176"/>
                  </a:lnTo>
                  <a:lnTo>
                    <a:pt x="5665380" y="211176"/>
                  </a:lnTo>
                  <a:lnTo>
                    <a:pt x="5665474" y="211176"/>
                  </a:lnTo>
                  <a:lnTo>
                    <a:pt x="5665568" y="211176"/>
                  </a:lnTo>
                  <a:lnTo>
                    <a:pt x="5665662" y="211176"/>
                  </a:lnTo>
                  <a:lnTo>
                    <a:pt x="5665756" y="211176"/>
                  </a:lnTo>
                  <a:lnTo>
                    <a:pt x="5665850" y="211176"/>
                  </a:lnTo>
                  <a:lnTo>
                    <a:pt x="5665944" y="211176"/>
                  </a:lnTo>
                  <a:lnTo>
                    <a:pt x="5666038" y="211176"/>
                  </a:lnTo>
                  <a:lnTo>
                    <a:pt x="5666132" y="211176"/>
                  </a:lnTo>
                  <a:lnTo>
                    <a:pt x="5666226" y="211176"/>
                  </a:lnTo>
                  <a:lnTo>
                    <a:pt x="5666320" y="211176"/>
                  </a:lnTo>
                  <a:lnTo>
                    <a:pt x="5666414" y="211176"/>
                  </a:lnTo>
                  <a:lnTo>
                    <a:pt x="5666508" y="211176"/>
                  </a:lnTo>
                  <a:lnTo>
                    <a:pt x="5666602" y="211176"/>
                  </a:lnTo>
                  <a:lnTo>
                    <a:pt x="5666696" y="211176"/>
                  </a:lnTo>
                  <a:lnTo>
                    <a:pt x="5666696" y="205897"/>
                  </a:lnTo>
                  <a:lnTo>
                    <a:pt x="5666790" y="205897"/>
                  </a:lnTo>
                  <a:lnTo>
                    <a:pt x="5666884" y="205897"/>
                  </a:lnTo>
                  <a:lnTo>
                    <a:pt x="5666978" y="205897"/>
                  </a:lnTo>
                  <a:lnTo>
                    <a:pt x="5667072" y="205897"/>
                  </a:lnTo>
                  <a:lnTo>
                    <a:pt x="5667167" y="205897"/>
                  </a:lnTo>
                  <a:lnTo>
                    <a:pt x="5667261" y="205897"/>
                  </a:lnTo>
                  <a:lnTo>
                    <a:pt x="5667355" y="205897"/>
                  </a:lnTo>
                  <a:lnTo>
                    <a:pt x="5667449" y="205897"/>
                  </a:lnTo>
                  <a:lnTo>
                    <a:pt x="5667543" y="205897"/>
                  </a:lnTo>
                  <a:lnTo>
                    <a:pt x="5667637" y="205897"/>
                  </a:lnTo>
                  <a:lnTo>
                    <a:pt x="5667731" y="205897"/>
                  </a:lnTo>
                  <a:lnTo>
                    <a:pt x="5667825" y="205897"/>
                  </a:lnTo>
                  <a:lnTo>
                    <a:pt x="5667919" y="205897"/>
                  </a:lnTo>
                  <a:lnTo>
                    <a:pt x="5668013" y="205897"/>
                  </a:lnTo>
                  <a:lnTo>
                    <a:pt x="5668107" y="205897"/>
                  </a:lnTo>
                  <a:lnTo>
                    <a:pt x="5668201" y="205897"/>
                  </a:lnTo>
                  <a:lnTo>
                    <a:pt x="5668295" y="205897"/>
                  </a:lnTo>
                  <a:lnTo>
                    <a:pt x="5668389" y="205897"/>
                  </a:lnTo>
                  <a:lnTo>
                    <a:pt x="5668483" y="205897"/>
                  </a:lnTo>
                  <a:lnTo>
                    <a:pt x="5668577" y="205897"/>
                  </a:lnTo>
                  <a:lnTo>
                    <a:pt x="5668671" y="205897"/>
                  </a:lnTo>
                  <a:lnTo>
                    <a:pt x="5668765" y="205897"/>
                  </a:lnTo>
                  <a:lnTo>
                    <a:pt x="5668859" y="205897"/>
                  </a:lnTo>
                  <a:lnTo>
                    <a:pt x="5668953" y="205897"/>
                  </a:lnTo>
                  <a:lnTo>
                    <a:pt x="5669047" y="205897"/>
                  </a:lnTo>
                  <a:lnTo>
                    <a:pt x="5669141" y="205897"/>
                  </a:lnTo>
                  <a:lnTo>
                    <a:pt x="5669235" y="205897"/>
                  </a:lnTo>
                  <a:lnTo>
                    <a:pt x="5669329" y="205897"/>
                  </a:lnTo>
                  <a:lnTo>
                    <a:pt x="5669423" y="205897"/>
                  </a:lnTo>
                  <a:lnTo>
                    <a:pt x="5669517" y="205897"/>
                  </a:lnTo>
                  <a:lnTo>
                    <a:pt x="5669611" y="205897"/>
                  </a:lnTo>
                  <a:lnTo>
                    <a:pt x="5669705" y="205897"/>
                  </a:lnTo>
                  <a:lnTo>
                    <a:pt x="5669799" y="205897"/>
                  </a:lnTo>
                  <a:lnTo>
                    <a:pt x="5669893" y="205897"/>
                  </a:lnTo>
                  <a:lnTo>
                    <a:pt x="5669987" y="205897"/>
                  </a:lnTo>
                  <a:lnTo>
                    <a:pt x="5670081" y="205897"/>
                  </a:lnTo>
                  <a:lnTo>
                    <a:pt x="5670175" y="205897"/>
                  </a:lnTo>
                  <a:lnTo>
                    <a:pt x="5670269" y="205897"/>
                  </a:lnTo>
                  <a:lnTo>
                    <a:pt x="5670363" y="205897"/>
                  </a:lnTo>
                  <a:lnTo>
                    <a:pt x="5670457" y="205897"/>
                  </a:lnTo>
                  <a:lnTo>
                    <a:pt x="5670551" y="205897"/>
                  </a:lnTo>
                  <a:lnTo>
                    <a:pt x="5670645" y="205897"/>
                  </a:lnTo>
                  <a:lnTo>
                    <a:pt x="5670740" y="205897"/>
                  </a:lnTo>
                  <a:lnTo>
                    <a:pt x="5670834" y="205897"/>
                  </a:lnTo>
                  <a:lnTo>
                    <a:pt x="5670928" y="205897"/>
                  </a:lnTo>
                  <a:lnTo>
                    <a:pt x="5671022" y="205897"/>
                  </a:lnTo>
                  <a:lnTo>
                    <a:pt x="5671116" y="205897"/>
                  </a:lnTo>
                  <a:lnTo>
                    <a:pt x="5671210" y="205897"/>
                  </a:lnTo>
                  <a:lnTo>
                    <a:pt x="5671304" y="205897"/>
                  </a:lnTo>
                  <a:lnTo>
                    <a:pt x="5671398" y="205897"/>
                  </a:lnTo>
                  <a:lnTo>
                    <a:pt x="5671492" y="205897"/>
                  </a:lnTo>
                  <a:lnTo>
                    <a:pt x="5671586" y="205897"/>
                  </a:lnTo>
                  <a:lnTo>
                    <a:pt x="5671680" y="205897"/>
                  </a:lnTo>
                  <a:lnTo>
                    <a:pt x="5671774" y="205897"/>
                  </a:lnTo>
                  <a:lnTo>
                    <a:pt x="5671868" y="205897"/>
                  </a:lnTo>
                  <a:lnTo>
                    <a:pt x="5671962" y="205897"/>
                  </a:lnTo>
                  <a:lnTo>
                    <a:pt x="5672056" y="205897"/>
                  </a:lnTo>
                  <a:lnTo>
                    <a:pt x="5672150" y="205897"/>
                  </a:lnTo>
                  <a:lnTo>
                    <a:pt x="5672244" y="205897"/>
                  </a:lnTo>
                  <a:lnTo>
                    <a:pt x="5672338" y="205897"/>
                  </a:lnTo>
                  <a:lnTo>
                    <a:pt x="5672432" y="205897"/>
                  </a:lnTo>
                  <a:lnTo>
                    <a:pt x="5672526" y="205897"/>
                  </a:lnTo>
                  <a:lnTo>
                    <a:pt x="5672620" y="205897"/>
                  </a:lnTo>
                  <a:lnTo>
                    <a:pt x="5672714" y="205897"/>
                  </a:lnTo>
                  <a:lnTo>
                    <a:pt x="5672808" y="205897"/>
                  </a:lnTo>
                  <a:lnTo>
                    <a:pt x="5672902" y="205897"/>
                  </a:lnTo>
                  <a:lnTo>
                    <a:pt x="5672996" y="205897"/>
                  </a:lnTo>
                  <a:lnTo>
                    <a:pt x="5673090" y="205897"/>
                  </a:lnTo>
                  <a:lnTo>
                    <a:pt x="5673184" y="205897"/>
                  </a:lnTo>
                  <a:lnTo>
                    <a:pt x="5673278" y="205897"/>
                  </a:lnTo>
                  <a:lnTo>
                    <a:pt x="5673372" y="205897"/>
                  </a:lnTo>
                  <a:lnTo>
                    <a:pt x="5673466" y="205897"/>
                  </a:lnTo>
                  <a:lnTo>
                    <a:pt x="5673560" y="205897"/>
                  </a:lnTo>
                  <a:lnTo>
                    <a:pt x="5673654" y="205897"/>
                  </a:lnTo>
                  <a:lnTo>
                    <a:pt x="5673748" y="205897"/>
                  </a:lnTo>
                  <a:lnTo>
                    <a:pt x="5673842" y="205897"/>
                  </a:lnTo>
                  <a:lnTo>
                    <a:pt x="5673936" y="205897"/>
                  </a:lnTo>
                  <a:lnTo>
                    <a:pt x="5674030" y="205897"/>
                  </a:lnTo>
                  <a:lnTo>
                    <a:pt x="5674124" y="205897"/>
                  </a:lnTo>
                  <a:lnTo>
                    <a:pt x="5674219" y="205897"/>
                  </a:lnTo>
                  <a:lnTo>
                    <a:pt x="5674313" y="205897"/>
                  </a:lnTo>
                  <a:lnTo>
                    <a:pt x="5674407" y="205897"/>
                  </a:lnTo>
                  <a:lnTo>
                    <a:pt x="5674501" y="205897"/>
                  </a:lnTo>
                  <a:lnTo>
                    <a:pt x="5674595" y="205897"/>
                  </a:lnTo>
                  <a:lnTo>
                    <a:pt x="5674689" y="205897"/>
                  </a:lnTo>
                  <a:lnTo>
                    <a:pt x="5674783" y="205897"/>
                  </a:lnTo>
                  <a:lnTo>
                    <a:pt x="5674877" y="205897"/>
                  </a:lnTo>
                  <a:lnTo>
                    <a:pt x="5674971" y="205897"/>
                  </a:lnTo>
                  <a:lnTo>
                    <a:pt x="5675065" y="205897"/>
                  </a:lnTo>
                  <a:lnTo>
                    <a:pt x="5675159" y="205897"/>
                  </a:lnTo>
                  <a:lnTo>
                    <a:pt x="5675253" y="205897"/>
                  </a:lnTo>
                  <a:lnTo>
                    <a:pt x="5675347" y="205897"/>
                  </a:lnTo>
                  <a:lnTo>
                    <a:pt x="5675441" y="205897"/>
                  </a:lnTo>
                  <a:lnTo>
                    <a:pt x="5675535" y="205897"/>
                  </a:lnTo>
                  <a:lnTo>
                    <a:pt x="5675629" y="205897"/>
                  </a:lnTo>
                  <a:lnTo>
                    <a:pt x="5675723" y="205897"/>
                  </a:lnTo>
                  <a:lnTo>
                    <a:pt x="5675817" y="205897"/>
                  </a:lnTo>
                  <a:lnTo>
                    <a:pt x="5675911" y="205897"/>
                  </a:lnTo>
                  <a:lnTo>
                    <a:pt x="5676005" y="205897"/>
                  </a:lnTo>
                  <a:lnTo>
                    <a:pt x="5676099" y="205897"/>
                  </a:lnTo>
                  <a:lnTo>
                    <a:pt x="5676193" y="205897"/>
                  </a:lnTo>
                  <a:lnTo>
                    <a:pt x="5676287" y="205897"/>
                  </a:lnTo>
                  <a:lnTo>
                    <a:pt x="5676381" y="205897"/>
                  </a:lnTo>
                  <a:lnTo>
                    <a:pt x="5676475" y="205897"/>
                  </a:lnTo>
                  <a:lnTo>
                    <a:pt x="5676569" y="205897"/>
                  </a:lnTo>
                  <a:lnTo>
                    <a:pt x="5676663" y="205897"/>
                  </a:lnTo>
                  <a:lnTo>
                    <a:pt x="5676757" y="205897"/>
                  </a:lnTo>
                  <a:lnTo>
                    <a:pt x="5676851" y="205897"/>
                  </a:lnTo>
                  <a:lnTo>
                    <a:pt x="5676945" y="205897"/>
                  </a:lnTo>
                  <a:lnTo>
                    <a:pt x="5677039" y="205897"/>
                  </a:lnTo>
                  <a:lnTo>
                    <a:pt x="5677133" y="205897"/>
                  </a:lnTo>
                  <a:lnTo>
                    <a:pt x="5677227" y="205897"/>
                  </a:lnTo>
                  <a:lnTo>
                    <a:pt x="5677321" y="205897"/>
                  </a:lnTo>
                  <a:lnTo>
                    <a:pt x="5677415" y="205897"/>
                  </a:lnTo>
                  <a:lnTo>
                    <a:pt x="5677509" y="205897"/>
                  </a:lnTo>
                  <a:lnTo>
                    <a:pt x="5677603" y="205897"/>
                  </a:lnTo>
                  <a:lnTo>
                    <a:pt x="5677697" y="205897"/>
                  </a:lnTo>
                  <a:lnTo>
                    <a:pt x="5677792" y="205897"/>
                  </a:lnTo>
                  <a:lnTo>
                    <a:pt x="5677886" y="205897"/>
                  </a:lnTo>
                  <a:lnTo>
                    <a:pt x="5677980" y="205897"/>
                  </a:lnTo>
                  <a:lnTo>
                    <a:pt x="5678074" y="205897"/>
                  </a:lnTo>
                  <a:lnTo>
                    <a:pt x="5678168" y="205897"/>
                  </a:lnTo>
                  <a:lnTo>
                    <a:pt x="5678262" y="205897"/>
                  </a:lnTo>
                  <a:lnTo>
                    <a:pt x="5678356" y="205897"/>
                  </a:lnTo>
                  <a:lnTo>
                    <a:pt x="5678450" y="205897"/>
                  </a:lnTo>
                  <a:lnTo>
                    <a:pt x="5678544" y="205897"/>
                  </a:lnTo>
                  <a:lnTo>
                    <a:pt x="5678638" y="205897"/>
                  </a:lnTo>
                  <a:lnTo>
                    <a:pt x="5678732" y="205897"/>
                  </a:lnTo>
                  <a:lnTo>
                    <a:pt x="5678826" y="205897"/>
                  </a:lnTo>
                  <a:lnTo>
                    <a:pt x="5678920" y="205897"/>
                  </a:lnTo>
                  <a:lnTo>
                    <a:pt x="5679014" y="205897"/>
                  </a:lnTo>
                  <a:lnTo>
                    <a:pt x="5679108" y="205897"/>
                  </a:lnTo>
                  <a:lnTo>
                    <a:pt x="5679202" y="205897"/>
                  </a:lnTo>
                  <a:lnTo>
                    <a:pt x="5679296" y="205897"/>
                  </a:lnTo>
                  <a:lnTo>
                    <a:pt x="5679390" y="205897"/>
                  </a:lnTo>
                  <a:lnTo>
                    <a:pt x="5679484" y="205897"/>
                  </a:lnTo>
                  <a:lnTo>
                    <a:pt x="5679484" y="200618"/>
                  </a:lnTo>
                  <a:lnTo>
                    <a:pt x="5679578" y="200618"/>
                  </a:lnTo>
                  <a:lnTo>
                    <a:pt x="5679672" y="200618"/>
                  </a:lnTo>
                  <a:lnTo>
                    <a:pt x="5679766" y="200618"/>
                  </a:lnTo>
                  <a:lnTo>
                    <a:pt x="5679860" y="200618"/>
                  </a:lnTo>
                  <a:lnTo>
                    <a:pt x="5679954" y="200618"/>
                  </a:lnTo>
                  <a:lnTo>
                    <a:pt x="5680048" y="200618"/>
                  </a:lnTo>
                  <a:lnTo>
                    <a:pt x="5680142" y="200618"/>
                  </a:lnTo>
                  <a:lnTo>
                    <a:pt x="5680236" y="200618"/>
                  </a:lnTo>
                  <a:lnTo>
                    <a:pt x="5680330" y="200618"/>
                  </a:lnTo>
                  <a:lnTo>
                    <a:pt x="5680424" y="200618"/>
                  </a:lnTo>
                  <a:lnTo>
                    <a:pt x="5680518" y="200618"/>
                  </a:lnTo>
                  <a:lnTo>
                    <a:pt x="5680612" y="200618"/>
                  </a:lnTo>
                  <a:lnTo>
                    <a:pt x="5680706" y="200618"/>
                  </a:lnTo>
                  <a:lnTo>
                    <a:pt x="5680800" y="200618"/>
                  </a:lnTo>
                  <a:lnTo>
                    <a:pt x="5680894" y="200618"/>
                  </a:lnTo>
                  <a:lnTo>
                    <a:pt x="5680988" y="200618"/>
                  </a:lnTo>
                  <a:lnTo>
                    <a:pt x="5681082" y="200618"/>
                  </a:lnTo>
                  <a:lnTo>
                    <a:pt x="5681176" y="200618"/>
                  </a:lnTo>
                  <a:lnTo>
                    <a:pt x="5681270" y="200618"/>
                  </a:lnTo>
                  <a:lnTo>
                    <a:pt x="5681365" y="200618"/>
                  </a:lnTo>
                  <a:lnTo>
                    <a:pt x="5681459" y="200618"/>
                  </a:lnTo>
                  <a:lnTo>
                    <a:pt x="5681553" y="200618"/>
                  </a:lnTo>
                  <a:lnTo>
                    <a:pt x="5681647" y="200618"/>
                  </a:lnTo>
                  <a:lnTo>
                    <a:pt x="5681741" y="200618"/>
                  </a:lnTo>
                  <a:lnTo>
                    <a:pt x="5681835" y="200618"/>
                  </a:lnTo>
                  <a:lnTo>
                    <a:pt x="5681929" y="200618"/>
                  </a:lnTo>
                  <a:lnTo>
                    <a:pt x="5682023" y="200618"/>
                  </a:lnTo>
                  <a:lnTo>
                    <a:pt x="5682117" y="200618"/>
                  </a:lnTo>
                  <a:lnTo>
                    <a:pt x="5682211" y="200618"/>
                  </a:lnTo>
                  <a:lnTo>
                    <a:pt x="5682305" y="200618"/>
                  </a:lnTo>
                  <a:lnTo>
                    <a:pt x="5682399" y="200618"/>
                  </a:lnTo>
                  <a:lnTo>
                    <a:pt x="5682493" y="200618"/>
                  </a:lnTo>
                  <a:lnTo>
                    <a:pt x="5682587" y="200618"/>
                  </a:lnTo>
                  <a:lnTo>
                    <a:pt x="5682587" y="195338"/>
                  </a:lnTo>
                  <a:lnTo>
                    <a:pt x="5682681" y="195338"/>
                  </a:lnTo>
                  <a:lnTo>
                    <a:pt x="5682775" y="195338"/>
                  </a:lnTo>
                  <a:lnTo>
                    <a:pt x="5682869" y="195338"/>
                  </a:lnTo>
                  <a:lnTo>
                    <a:pt x="5682963" y="195338"/>
                  </a:lnTo>
                  <a:lnTo>
                    <a:pt x="5683057" y="195338"/>
                  </a:lnTo>
                  <a:lnTo>
                    <a:pt x="5683151" y="195338"/>
                  </a:lnTo>
                  <a:lnTo>
                    <a:pt x="5683245" y="195338"/>
                  </a:lnTo>
                  <a:lnTo>
                    <a:pt x="5683339" y="195338"/>
                  </a:lnTo>
                  <a:lnTo>
                    <a:pt x="5683433" y="195338"/>
                  </a:lnTo>
                  <a:lnTo>
                    <a:pt x="5683527" y="195338"/>
                  </a:lnTo>
                  <a:lnTo>
                    <a:pt x="5683621" y="195338"/>
                  </a:lnTo>
                  <a:lnTo>
                    <a:pt x="5683715" y="195338"/>
                  </a:lnTo>
                  <a:lnTo>
                    <a:pt x="5683809" y="195338"/>
                  </a:lnTo>
                  <a:lnTo>
                    <a:pt x="5683903" y="195338"/>
                  </a:lnTo>
                  <a:lnTo>
                    <a:pt x="5683997" y="195338"/>
                  </a:lnTo>
                  <a:lnTo>
                    <a:pt x="5684091" y="195338"/>
                  </a:lnTo>
                  <a:lnTo>
                    <a:pt x="5684185" y="195338"/>
                  </a:lnTo>
                  <a:lnTo>
                    <a:pt x="5684279" y="195338"/>
                  </a:lnTo>
                  <a:lnTo>
                    <a:pt x="5684373" y="195338"/>
                  </a:lnTo>
                  <a:lnTo>
                    <a:pt x="5684467" y="195338"/>
                  </a:lnTo>
                  <a:lnTo>
                    <a:pt x="5684561" y="195338"/>
                  </a:lnTo>
                  <a:lnTo>
                    <a:pt x="5684561" y="190059"/>
                  </a:lnTo>
                  <a:lnTo>
                    <a:pt x="5684655" y="190059"/>
                  </a:lnTo>
                  <a:lnTo>
                    <a:pt x="5684749" y="190059"/>
                  </a:lnTo>
                  <a:lnTo>
                    <a:pt x="5684844" y="190059"/>
                  </a:lnTo>
                  <a:lnTo>
                    <a:pt x="5684938" y="190059"/>
                  </a:lnTo>
                  <a:lnTo>
                    <a:pt x="5685032" y="190059"/>
                  </a:lnTo>
                  <a:lnTo>
                    <a:pt x="5685126" y="190059"/>
                  </a:lnTo>
                  <a:lnTo>
                    <a:pt x="5685220" y="190059"/>
                  </a:lnTo>
                  <a:lnTo>
                    <a:pt x="5685314" y="190059"/>
                  </a:lnTo>
                  <a:lnTo>
                    <a:pt x="5685408" y="190059"/>
                  </a:lnTo>
                  <a:lnTo>
                    <a:pt x="5685502" y="190059"/>
                  </a:lnTo>
                  <a:lnTo>
                    <a:pt x="5685596" y="190059"/>
                  </a:lnTo>
                  <a:lnTo>
                    <a:pt x="5685690" y="190059"/>
                  </a:lnTo>
                  <a:lnTo>
                    <a:pt x="5685784" y="190059"/>
                  </a:lnTo>
                  <a:lnTo>
                    <a:pt x="5685878" y="190059"/>
                  </a:lnTo>
                  <a:lnTo>
                    <a:pt x="5685972" y="190059"/>
                  </a:lnTo>
                  <a:lnTo>
                    <a:pt x="5686066" y="190059"/>
                  </a:lnTo>
                  <a:lnTo>
                    <a:pt x="5686160" y="190059"/>
                  </a:lnTo>
                  <a:lnTo>
                    <a:pt x="5686254" y="190059"/>
                  </a:lnTo>
                  <a:lnTo>
                    <a:pt x="5686348" y="190059"/>
                  </a:lnTo>
                  <a:lnTo>
                    <a:pt x="5686442" y="190059"/>
                  </a:lnTo>
                  <a:lnTo>
                    <a:pt x="5686536" y="190059"/>
                  </a:lnTo>
                  <a:lnTo>
                    <a:pt x="5686630" y="190059"/>
                  </a:lnTo>
                  <a:lnTo>
                    <a:pt x="5686724" y="190059"/>
                  </a:lnTo>
                  <a:lnTo>
                    <a:pt x="5686818" y="190059"/>
                  </a:lnTo>
                  <a:lnTo>
                    <a:pt x="5686912" y="190059"/>
                  </a:lnTo>
                  <a:lnTo>
                    <a:pt x="5687006" y="190059"/>
                  </a:lnTo>
                  <a:lnTo>
                    <a:pt x="5687100" y="190059"/>
                  </a:lnTo>
                  <a:lnTo>
                    <a:pt x="5687194" y="190059"/>
                  </a:lnTo>
                  <a:lnTo>
                    <a:pt x="5687288" y="190059"/>
                  </a:lnTo>
                  <a:lnTo>
                    <a:pt x="5687382" y="190059"/>
                  </a:lnTo>
                  <a:lnTo>
                    <a:pt x="5687476" y="190059"/>
                  </a:lnTo>
                  <a:lnTo>
                    <a:pt x="5687570" y="190059"/>
                  </a:lnTo>
                  <a:lnTo>
                    <a:pt x="5687664" y="190059"/>
                  </a:lnTo>
                  <a:lnTo>
                    <a:pt x="5687758" y="190059"/>
                  </a:lnTo>
                  <a:lnTo>
                    <a:pt x="5687852" y="190059"/>
                  </a:lnTo>
                  <a:lnTo>
                    <a:pt x="5687946" y="190059"/>
                  </a:lnTo>
                  <a:lnTo>
                    <a:pt x="5688040" y="190059"/>
                  </a:lnTo>
                  <a:lnTo>
                    <a:pt x="5688134" y="190059"/>
                  </a:lnTo>
                  <a:lnTo>
                    <a:pt x="5688228" y="190059"/>
                  </a:lnTo>
                  <a:lnTo>
                    <a:pt x="5688322" y="190059"/>
                  </a:lnTo>
                  <a:lnTo>
                    <a:pt x="5688417" y="190059"/>
                  </a:lnTo>
                  <a:lnTo>
                    <a:pt x="5688511" y="190059"/>
                  </a:lnTo>
                  <a:lnTo>
                    <a:pt x="5688605" y="190059"/>
                  </a:lnTo>
                  <a:lnTo>
                    <a:pt x="5688699" y="190059"/>
                  </a:lnTo>
                  <a:lnTo>
                    <a:pt x="5688793" y="190059"/>
                  </a:lnTo>
                  <a:lnTo>
                    <a:pt x="5688887" y="190059"/>
                  </a:lnTo>
                  <a:lnTo>
                    <a:pt x="5688981" y="190059"/>
                  </a:lnTo>
                  <a:lnTo>
                    <a:pt x="5689075" y="190059"/>
                  </a:lnTo>
                  <a:lnTo>
                    <a:pt x="5689169" y="190059"/>
                  </a:lnTo>
                  <a:lnTo>
                    <a:pt x="5689263" y="190059"/>
                  </a:lnTo>
                  <a:lnTo>
                    <a:pt x="5689357" y="190059"/>
                  </a:lnTo>
                  <a:lnTo>
                    <a:pt x="5689451" y="190059"/>
                  </a:lnTo>
                  <a:lnTo>
                    <a:pt x="5689545" y="190059"/>
                  </a:lnTo>
                  <a:lnTo>
                    <a:pt x="5689639" y="190059"/>
                  </a:lnTo>
                  <a:lnTo>
                    <a:pt x="5689733" y="190059"/>
                  </a:lnTo>
                  <a:lnTo>
                    <a:pt x="5689827" y="190059"/>
                  </a:lnTo>
                  <a:lnTo>
                    <a:pt x="5689921" y="190059"/>
                  </a:lnTo>
                  <a:lnTo>
                    <a:pt x="5690015" y="190059"/>
                  </a:lnTo>
                  <a:lnTo>
                    <a:pt x="5690109" y="190059"/>
                  </a:lnTo>
                  <a:lnTo>
                    <a:pt x="5690203" y="190059"/>
                  </a:lnTo>
                  <a:lnTo>
                    <a:pt x="5690297" y="190059"/>
                  </a:lnTo>
                  <a:lnTo>
                    <a:pt x="5690391" y="190059"/>
                  </a:lnTo>
                  <a:lnTo>
                    <a:pt x="5690485" y="190059"/>
                  </a:lnTo>
                  <a:lnTo>
                    <a:pt x="5690579" y="190059"/>
                  </a:lnTo>
                  <a:lnTo>
                    <a:pt x="5690673" y="190059"/>
                  </a:lnTo>
                  <a:lnTo>
                    <a:pt x="5690767" y="190059"/>
                  </a:lnTo>
                  <a:lnTo>
                    <a:pt x="5690861" y="190059"/>
                  </a:lnTo>
                  <a:lnTo>
                    <a:pt x="5690955" y="190059"/>
                  </a:lnTo>
                  <a:lnTo>
                    <a:pt x="5691049" y="190059"/>
                  </a:lnTo>
                  <a:lnTo>
                    <a:pt x="5691143" y="190059"/>
                  </a:lnTo>
                  <a:lnTo>
                    <a:pt x="5691237" y="190059"/>
                  </a:lnTo>
                  <a:lnTo>
                    <a:pt x="5691331" y="190059"/>
                  </a:lnTo>
                  <a:lnTo>
                    <a:pt x="5691425" y="190059"/>
                  </a:lnTo>
                  <a:lnTo>
                    <a:pt x="5691519" y="190059"/>
                  </a:lnTo>
                  <a:lnTo>
                    <a:pt x="5691613" y="190059"/>
                  </a:lnTo>
                  <a:lnTo>
                    <a:pt x="5691707" y="190059"/>
                  </a:lnTo>
                  <a:lnTo>
                    <a:pt x="5691801" y="190059"/>
                  </a:lnTo>
                  <a:lnTo>
                    <a:pt x="5691895" y="190059"/>
                  </a:lnTo>
                  <a:lnTo>
                    <a:pt x="5691990" y="190059"/>
                  </a:lnTo>
                  <a:lnTo>
                    <a:pt x="5692084" y="190059"/>
                  </a:lnTo>
                  <a:lnTo>
                    <a:pt x="5692178" y="190059"/>
                  </a:lnTo>
                  <a:lnTo>
                    <a:pt x="5692272" y="190059"/>
                  </a:lnTo>
                  <a:lnTo>
                    <a:pt x="5692366" y="190059"/>
                  </a:lnTo>
                  <a:lnTo>
                    <a:pt x="5692460" y="190059"/>
                  </a:lnTo>
                  <a:lnTo>
                    <a:pt x="5692554" y="190059"/>
                  </a:lnTo>
                  <a:lnTo>
                    <a:pt x="5692648" y="190059"/>
                  </a:lnTo>
                  <a:lnTo>
                    <a:pt x="5692742" y="190059"/>
                  </a:lnTo>
                  <a:lnTo>
                    <a:pt x="5692836" y="190059"/>
                  </a:lnTo>
                  <a:lnTo>
                    <a:pt x="5692930" y="190059"/>
                  </a:lnTo>
                  <a:lnTo>
                    <a:pt x="5693024" y="190059"/>
                  </a:lnTo>
                  <a:lnTo>
                    <a:pt x="5693118" y="190059"/>
                  </a:lnTo>
                  <a:lnTo>
                    <a:pt x="5693212" y="190059"/>
                  </a:lnTo>
                  <a:lnTo>
                    <a:pt x="5693306" y="190059"/>
                  </a:lnTo>
                  <a:lnTo>
                    <a:pt x="5693400" y="190059"/>
                  </a:lnTo>
                  <a:lnTo>
                    <a:pt x="5693494" y="190059"/>
                  </a:lnTo>
                  <a:lnTo>
                    <a:pt x="5693588" y="190059"/>
                  </a:lnTo>
                  <a:lnTo>
                    <a:pt x="5693682" y="190059"/>
                  </a:lnTo>
                  <a:lnTo>
                    <a:pt x="5693776" y="190059"/>
                  </a:lnTo>
                  <a:lnTo>
                    <a:pt x="5693870" y="190059"/>
                  </a:lnTo>
                  <a:lnTo>
                    <a:pt x="5693964" y="190059"/>
                  </a:lnTo>
                  <a:lnTo>
                    <a:pt x="5694058" y="190059"/>
                  </a:lnTo>
                  <a:lnTo>
                    <a:pt x="5694152" y="190059"/>
                  </a:lnTo>
                  <a:lnTo>
                    <a:pt x="5694246" y="190059"/>
                  </a:lnTo>
                  <a:lnTo>
                    <a:pt x="5694340" y="190059"/>
                  </a:lnTo>
                  <a:lnTo>
                    <a:pt x="5694434" y="190059"/>
                  </a:lnTo>
                  <a:lnTo>
                    <a:pt x="5694528" y="190059"/>
                  </a:lnTo>
                  <a:lnTo>
                    <a:pt x="5694622" y="190059"/>
                  </a:lnTo>
                  <a:lnTo>
                    <a:pt x="5694716" y="190059"/>
                  </a:lnTo>
                  <a:lnTo>
                    <a:pt x="5694810" y="190059"/>
                  </a:lnTo>
                  <a:lnTo>
                    <a:pt x="5694904" y="190059"/>
                  </a:lnTo>
                  <a:lnTo>
                    <a:pt x="5694998" y="190059"/>
                  </a:lnTo>
                  <a:lnTo>
                    <a:pt x="5695092" y="190059"/>
                  </a:lnTo>
                  <a:lnTo>
                    <a:pt x="5695186" y="190059"/>
                  </a:lnTo>
                  <a:lnTo>
                    <a:pt x="5695280" y="190059"/>
                  </a:lnTo>
                  <a:lnTo>
                    <a:pt x="5695374" y="190059"/>
                  </a:lnTo>
                  <a:lnTo>
                    <a:pt x="5695468" y="190059"/>
                  </a:lnTo>
                  <a:lnTo>
                    <a:pt x="5695563" y="190059"/>
                  </a:lnTo>
                  <a:lnTo>
                    <a:pt x="5695657" y="190059"/>
                  </a:lnTo>
                  <a:lnTo>
                    <a:pt x="5695751" y="190059"/>
                  </a:lnTo>
                  <a:lnTo>
                    <a:pt x="5695845" y="190059"/>
                  </a:lnTo>
                  <a:lnTo>
                    <a:pt x="5695939" y="190059"/>
                  </a:lnTo>
                  <a:lnTo>
                    <a:pt x="5696033" y="190059"/>
                  </a:lnTo>
                  <a:lnTo>
                    <a:pt x="5696127" y="190059"/>
                  </a:lnTo>
                  <a:lnTo>
                    <a:pt x="5696221" y="190059"/>
                  </a:lnTo>
                  <a:lnTo>
                    <a:pt x="5696315" y="190059"/>
                  </a:lnTo>
                  <a:lnTo>
                    <a:pt x="5696409" y="190059"/>
                  </a:lnTo>
                  <a:lnTo>
                    <a:pt x="5696503" y="190059"/>
                  </a:lnTo>
                  <a:lnTo>
                    <a:pt x="5696597" y="190059"/>
                  </a:lnTo>
                  <a:lnTo>
                    <a:pt x="5696691" y="190059"/>
                  </a:lnTo>
                  <a:lnTo>
                    <a:pt x="5696785" y="190059"/>
                  </a:lnTo>
                  <a:lnTo>
                    <a:pt x="5696879" y="190059"/>
                  </a:lnTo>
                  <a:lnTo>
                    <a:pt x="5696973" y="190059"/>
                  </a:lnTo>
                  <a:lnTo>
                    <a:pt x="5697067" y="190059"/>
                  </a:lnTo>
                  <a:lnTo>
                    <a:pt x="5697161" y="190059"/>
                  </a:lnTo>
                  <a:lnTo>
                    <a:pt x="5697255" y="190059"/>
                  </a:lnTo>
                  <a:lnTo>
                    <a:pt x="5697349" y="190059"/>
                  </a:lnTo>
                  <a:lnTo>
                    <a:pt x="5697443" y="190059"/>
                  </a:lnTo>
                  <a:lnTo>
                    <a:pt x="5697537" y="190059"/>
                  </a:lnTo>
                  <a:lnTo>
                    <a:pt x="5697631" y="190059"/>
                  </a:lnTo>
                  <a:lnTo>
                    <a:pt x="5697725" y="190059"/>
                  </a:lnTo>
                  <a:lnTo>
                    <a:pt x="5697819" y="190059"/>
                  </a:lnTo>
                  <a:lnTo>
                    <a:pt x="5697913" y="190059"/>
                  </a:lnTo>
                  <a:lnTo>
                    <a:pt x="5698007" y="190059"/>
                  </a:lnTo>
                  <a:lnTo>
                    <a:pt x="5698101" y="190059"/>
                  </a:lnTo>
                  <a:lnTo>
                    <a:pt x="5698195" y="190059"/>
                  </a:lnTo>
                  <a:lnTo>
                    <a:pt x="5698289" y="190059"/>
                  </a:lnTo>
                  <a:lnTo>
                    <a:pt x="5698383" y="190059"/>
                  </a:lnTo>
                  <a:lnTo>
                    <a:pt x="5698477" y="190059"/>
                  </a:lnTo>
                  <a:lnTo>
                    <a:pt x="5698571" y="190059"/>
                  </a:lnTo>
                  <a:lnTo>
                    <a:pt x="5698665" y="190059"/>
                  </a:lnTo>
                  <a:lnTo>
                    <a:pt x="5698759" y="190059"/>
                  </a:lnTo>
                  <a:lnTo>
                    <a:pt x="5698853" y="190059"/>
                  </a:lnTo>
                  <a:lnTo>
                    <a:pt x="5698947" y="190059"/>
                  </a:lnTo>
                  <a:lnTo>
                    <a:pt x="5699042" y="190059"/>
                  </a:lnTo>
                  <a:lnTo>
                    <a:pt x="5699136" y="190059"/>
                  </a:lnTo>
                  <a:lnTo>
                    <a:pt x="5699230" y="190059"/>
                  </a:lnTo>
                  <a:lnTo>
                    <a:pt x="5699324" y="190059"/>
                  </a:lnTo>
                  <a:lnTo>
                    <a:pt x="5699418" y="190059"/>
                  </a:lnTo>
                  <a:lnTo>
                    <a:pt x="5699512" y="190059"/>
                  </a:lnTo>
                  <a:lnTo>
                    <a:pt x="5699606" y="190059"/>
                  </a:lnTo>
                  <a:lnTo>
                    <a:pt x="5699700" y="190059"/>
                  </a:lnTo>
                  <a:lnTo>
                    <a:pt x="5699794" y="190059"/>
                  </a:lnTo>
                  <a:lnTo>
                    <a:pt x="5699888" y="190059"/>
                  </a:lnTo>
                  <a:lnTo>
                    <a:pt x="5699982" y="190059"/>
                  </a:lnTo>
                  <a:lnTo>
                    <a:pt x="5700076" y="190059"/>
                  </a:lnTo>
                  <a:lnTo>
                    <a:pt x="5700170" y="190059"/>
                  </a:lnTo>
                  <a:lnTo>
                    <a:pt x="5700264" y="190059"/>
                  </a:lnTo>
                  <a:lnTo>
                    <a:pt x="5700358" y="190059"/>
                  </a:lnTo>
                  <a:lnTo>
                    <a:pt x="5700452" y="190059"/>
                  </a:lnTo>
                  <a:lnTo>
                    <a:pt x="5700546" y="190059"/>
                  </a:lnTo>
                  <a:lnTo>
                    <a:pt x="5700640" y="190059"/>
                  </a:lnTo>
                  <a:lnTo>
                    <a:pt x="5700734" y="190059"/>
                  </a:lnTo>
                  <a:lnTo>
                    <a:pt x="5700828" y="190059"/>
                  </a:lnTo>
                  <a:lnTo>
                    <a:pt x="5700922" y="190059"/>
                  </a:lnTo>
                  <a:lnTo>
                    <a:pt x="5701016" y="190059"/>
                  </a:lnTo>
                  <a:lnTo>
                    <a:pt x="5701110" y="190059"/>
                  </a:lnTo>
                  <a:lnTo>
                    <a:pt x="5701204" y="190059"/>
                  </a:lnTo>
                  <a:lnTo>
                    <a:pt x="5701298" y="190059"/>
                  </a:lnTo>
                  <a:lnTo>
                    <a:pt x="5701392" y="190059"/>
                  </a:lnTo>
                  <a:lnTo>
                    <a:pt x="5701486" y="190059"/>
                  </a:lnTo>
                  <a:lnTo>
                    <a:pt x="5701580" y="190059"/>
                  </a:lnTo>
                  <a:lnTo>
                    <a:pt x="5701674" y="190059"/>
                  </a:lnTo>
                  <a:lnTo>
                    <a:pt x="5701768" y="190059"/>
                  </a:lnTo>
                  <a:lnTo>
                    <a:pt x="5701862" y="190059"/>
                  </a:lnTo>
                  <a:lnTo>
                    <a:pt x="5701956" y="190059"/>
                  </a:lnTo>
                  <a:lnTo>
                    <a:pt x="5702050" y="190059"/>
                  </a:lnTo>
                  <a:lnTo>
                    <a:pt x="5702144" y="190059"/>
                  </a:lnTo>
                  <a:lnTo>
                    <a:pt x="5702238" y="190059"/>
                  </a:lnTo>
                  <a:lnTo>
                    <a:pt x="5702332" y="190059"/>
                  </a:lnTo>
                  <a:lnTo>
                    <a:pt x="5702426" y="190059"/>
                  </a:lnTo>
                  <a:lnTo>
                    <a:pt x="5702520" y="190059"/>
                  </a:lnTo>
                  <a:lnTo>
                    <a:pt x="5702615" y="190059"/>
                  </a:lnTo>
                  <a:lnTo>
                    <a:pt x="5702709" y="190059"/>
                  </a:lnTo>
                  <a:lnTo>
                    <a:pt x="5702803" y="190059"/>
                  </a:lnTo>
                  <a:lnTo>
                    <a:pt x="5702897" y="190059"/>
                  </a:lnTo>
                  <a:lnTo>
                    <a:pt x="5702991" y="190059"/>
                  </a:lnTo>
                  <a:lnTo>
                    <a:pt x="5703085" y="190059"/>
                  </a:lnTo>
                  <a:lnTo>
                    <a:pt x="5703179" y="190059"/>
                  </a:lnTo>
                  <a:lnTo>
                    <a:pt x="5703273" y="190059"/>
                  </a:lnTo>
                  <a:lnTo>
                    <a:pt x="5703367" y="190059"/>
                  </a:lnTo>
                  <a:lnTo>
                    <a:pt x="5703461" y="190059"/>
                  </a:lnTo>
                  <a:lnTo>
                    <a:pt x="5703555" y="190059"/>
                  </a:lnTo>
                  <a:lnTo>
                    <a:pt x="5703649" y="190059"/>
                  </a:lnTo>
                  <a:lnTo>
                    <a:pt x="5703743" y="190059"/>
                  </a:lnTo>
                  <a:lnTo>
                    <a:pt x="5703837" y="190059"/>
                  </a:lnTo>
                  <a:lnTo>
                    <a:pt x="5703931" y="190059"/>
                  </a:lnTo>
                  <a:lnTo>
                    <a:pt x="5704025" y="190059"/>
                  </a:lnTo>
                  <a:lnTo>
                    <a:pt x="5704025" y="184779"/>
                  </a:lnTo>
                  <a:lnTo>
                    <a:pt x="5704119" y="184779"/>
                  </a:lnTo>
                  <a:lnTo>
                    <a:pt x="5704213" y="184779"/>
                  </a:lnTo>
                  <a:lnTo>
                    <a:pt x="5704307" y="184779"/>
                  </a:lnTo>
                  <a:lnTo>
                    <a:pt x="5704401" y="184779"/>
                  </a:lnTo>
                  <a:lnTo>
                    <a:pt x="5704495" y="184779"/>
                  </a:lnTo>
                  <a:lnTo>
                    <a:pt x="5704589" y="184779"/>
                  </a:lnTo>
                  <a:lnTo>
                    <a:pt x="5704683" y="184779"/>
                  </a:lnTo>
                  <a:lnTo>
                    <a:pt x="5704777" y="184779"/>
                  </a:lnTo>
                  <a:lnTo>
                    <a:pt x="5704871" y="184779"/>
                  </a:lnTo>
                  <a:lnTo>
                    <a:pt x="5704965" y="184779"/>
                  </a:lnTo>
                  <a:lnTo>
                    <a:pt x="5705059" y="184779"/>
                  </a:lnTo>
                  <a:lnTo>
                    <a:pt x="5705153" y="184779"/>
                  </a:lnTo>
                  <a:lnTo>
                    <a:pt x="5705247" y="184779"/>
                  </a:lnTo>
                  <a:lnTo>
                    <a:pt x="5705341" y="184779"/>
                  </a:lnTo>
                  <a:lnTo>
                    <a:pt x="5705435" y="184779"/>
                  </a:lnTo>
                  <a:lnTo>
                    <a:pt x="5705529" y="184779"/>
                  </a:lnTo>
                  <a:lnTo>
                    <a:pt x="5705623" y="184779"/>
                  </a:lnTo>
                  <a:lnTo>
                    <a:pt x="5705717" y="184779"/>
                  </a:lnTo>
                  <a:lnTo>
                    <a:pt x="5705811" y="184779"/>
                  </a:lnTo>
                  <a:lnTo>
                    <a:pt x="5705905" y="184779"/>
                  </a:lnTo>
                  <a:lnTo>
                    <a:pt x="5705999" y="184779"/>
                  </a:lnTo>
                  <a:lnTo>
                    <a:pt x="5706093" y="184779"/>
                  </a:lnTo>
                  <a:lnTo>
                    <a:pt x="5706188" y="184779"/>
                  </a:lnTo>
                  <a:lnTo>
                    <a:pt x="5706282" y="184779"/>
                  </a:lnTo>
                  <a:lnTo>
                    <a:pt x="5706376" y="184779"/>
                  </a:lnTo>
                  <a:lnTo>
                    <a:pt x="5706470" y="184779"/>
                  </a:lnTo>
                  <a:lnTo>
                    <a:pt x="5706564" y="184779"/>
                  </a:lnTo>
                  <a:lnTo>
                    <a:pt x="5706658" y="184779"/>
                  </a:lnTo>
                  <a:lnTo>
                    <a:pt x="5706752" y="184779"/>
                  </a:lnTo>
                  <a:lnTo>
                    <a:pt x="5706846" y="184779"/>
                  </a:lnTo>
                  <a:lnTo>
                    <a:pt x="5706940" y="184779"/>
                  </a:lnTo>
                  <a:lnTo>
                    <a:pt x="5707034" y="184779"/>
                  </a:lnTo>
                  <a:lnTo>
                    <a:pt x="5707128" y="184779"/>
                  </a:lnTo>
                  <a:lnTo>
                    <a:pt x="5707222" y="184779"/>
                  </a:lnTo>
                  <a:lnTo>
                    <a:pt x="5707316" y="184779"/>
                  </a:lnTo>
                  <a:lnTo>
                    <a:pt x="5707410" y="184779"/>
                  </a:lnTo>
                  <a:lnTo>
                    <a:pt x="5707504" y="184779"/>
                  </a:lnTo>
                  <a:lnTo>
                    <a:pt x="5707598" y="184779"/>
                  </a:lnTo>
                  <a:lnTo>
                    <a:pt x="5707692" y="184779"/>
                  </a:lnTo>
                  <a:lnTo>
                    <a:pt x="5707786" y="184779"/>
                  </a:lnTo>
                  <a:lnTo>
                    <a:pt x="5707880" y="184779"/>
                  </a:lnTo>
                  <a:lnTo>
                    <a:pt x="5707974" y="184779"/>
                  </a:lnTo>
                  <a:lnTo>
                    <a:pt x="5708068" y="184779"/>
                  </a:lnTo>
                  <a:lnTo>
                    <a:pt x="5708162" y="184779"/>
                  </a:lnTo>
                  <a:lnTo>
                    <a:pt x="5708256" y="184779"/>
                  </a:lnTo>
                  <a:lnTo>
                    <a:pt x="5708350" y="184779"/>
                  </a:lnTo>
                  <a:lnTo>
                    <a:pt x="5708444" y="184779"/>
                  </a:lnTo>
                  <a:lnTo>
                    <a:pt x="5708538" y="184779"/>
                  </a:lnTo>
                  <a:lnTo>
                    <a:pt x="5708632" y="184779"/>
                  </a:lnTo>
                  <a:lnTo>
                    <a:pt x="5708726" y="184779"/>
                  </a:lnTo>
                  <a:lnTo>
                    <a:pt x="5708820" y="184779"/>
                  </a:lnTo>
                  <a:lnTo>
                    <a:pt x="5708914" y="184779"/>
                  </a:lnTo>
                  <a:lnTo>
                    <a:pt x="5709008" y="184779"/>
                  </a:lnTo>
                  <a:lnTo>
                    <a:pt x="5709102" y="184779"/>
                  </a:lnTo>
                  <a:lnTo>
                    <a:pt x="5709196" y="184779"/>
                  </a:lnTo>
                  <a:lnTo>
                    <a:pt x="5709290" y="184779"/>
                  </a:lnTo>
                  <a:lnTo>
                    <a:pt x="5709384" y="184779"/>
                  </a:lnTo>
                  <a:lnTo>
                    <a:pt x="5709478" y="184779"/>
                  </a:lnTo>
                  <a:lnTo>
                    <a:pt x="5709572" y="184779"/>
                  </a:lnTo>
                  <a:lnTo>
                    <a:pt x="5709667" y="184779"/>
                  </a:lnTo>
                  <a:lnTo>
                    <a:pt x="5709761" y="184779"/>
                  </a:lnTo>
                  <a:lnTo>
                    <a:pt x="5709855" y="184779"/>
                  </a:lnTo>
                  <a:lnTo>
                    <a:pt x="5709949" y="184779"/>
                  </a:lnTo>
                  <a:lnTo>
                    <a:pt x="5710043" y="184779"/>
                  </a:lnTo>
                  <a:lnTo>
                    <a:pt x="5710137" y="184779"/>
                  </a:lnTo>
                  <a:lnTo>
                    <a:pt x="5710231" y="184779"/>
                  </a:lnTo>
                  <a:lnTo>
                    <a:pt x="5710325" y="184779"/>
                  </a:lnTo>
                  <a:lnTo>
                    <a:pt x="5710419" y="184779"/>
                  </a:lnTo>
                  <a:lnTo>
                    <a:pt x="5710513" y="184779"/>
                  </a:lnTo>
                  <a:lnTo>
                    <a:pt x="5710607" y="184779"/>
                  </a:lnTo>
                  <a:lnTo>
                    <a:pt x="5710701" y="184779"/>
                  </a:lnTo>
                  <a:lnTo>
                    <a:pt x="5710795" y="184779"/>
                  </a:lnTo>
                  <a:lnTo>
                    <a:pt x="5710889" y="184779"/>
                  </a:lnTo>
                  <a:lnTo>
                    <a:pt x="5710983" y="184779"/>
                  </a:lnTo>
                  <a:lnTo>
                    <a:pt x="5711077" y="184779"/>
                  </a:lnTo>
                  <a:lnTo>
                    <a:pt x="5711171" y="184779"/>
                  </a:lnTo>
                  <a:lnTo>
                    <a:pt x="5711265" y="184779"/>
                  </a:lnTo>
                  <a:lnTo>
                    <a:pt x="5711359" y="184779"/>
                  </a:lnTo>
                  <a:lnTo>
                    <a:pt x="5711453" y="184779"/>
                  </a:lnTo>
                  <a:lnTo>
                    <a:pt x="5711547" y="184779"/>
                  </a:lnTo>
                  <a:lnTo>
                    <a:pt x="5711641" y="184779"/>
                  </a:lnTo>
                  <a:lnTo>
                    <a:pt x="5711735" y="184779"/>
                  </a:lnTo>
                  <a:lnTo>
                    <a:pt x="5711829" y="184779"/>
                  </a:lnTo>
                  <a:lnTo>
                    <a:pt x="5711923" y="184779"/>
                  </a:lnTo>
                  <a:lnTo>
                    <a:pt x="5712017" y="184779"/>
                  </a:lnTo>
                  <a:lnTo>
                    <a:pt x="5712111" y="184779"/>
                  </a:lnTo>
                  <a:lnTo>
                    <a:pt x="5712205" y="184779"/>
                  </a:lnTo>
                  <a:lnTo>
                    <a:pt x="5712299" y="184779"/>
                  </a:lnTo>
                  <a:lnTo>
                    <a:pt x="5712393" y="184779"/>
                  </a:lnTo>
                  <a:lnTo>
                    <a:pt x="5712487" y="184779"/>
                  </a:lnTo>
                  <a:lnTo>
                    <a:pt x="5712581" y="184779"/>
                  </a:lnTo>
                  <a:lnTo>
                    <a:pt x="5712675" y="184779"/>
                  </a:lnTo>
                  <a:lnTo>
                    <a:pt x="5712769" y="184779"/>
                  </a:lnTo>
                  <a:lnTo>
                    <a:pt x="5712863" y="184779"/>
                  </a:lnTo>
                  <a:lnTo>
                    <a:pt x="5712957" y="184779"/>
                  </a:lnTo>
                  <a:lnTo>
                    <a:pt x="5713051" y="184779"/>
                  </a:lnTo>
                  <a:lnTo>
                    <a:pt x="5713145" y="184779"/>
                  </a:lnTo>
                  <a:lnTo>
                    <a:pt x="5713240" y="184779"/>
                  </a:lnTo>
                  <a:lnTo>
                    <a:pt x="5713334" y="184779"/>
                  </a:lnTo>
                  <a:lnTo>
                    <a:pt x="5713428" y="184779"/>
                  </a:lnTo>
                  <a:lnTo>
                    <a:pt x="5713522" y="184779"/>
                  </a:lnTo>
                  <a:lnTo>
                    <a:pt x="5713616" y="184779"/>
                  </a:lnTo>
                  <a:lnTo>
                    <a:pt x="5713710" y="184779"/>
                  </a:lnTo>
                  <a:lnTo>
                    <a:pt x="5713804" y="184779"/>
                  </a:lnTo>
                  <a:lnTo>
                    <a:pt x="5713898" y="184779"/>
                  </a:lnTo>
                  <a:lnTo>
                    <a:pt x="5713992" y="184779"/>
                  </a:lnTo>
                  <a:lnTo>
                    <a:pt x="5714086" y="184779"/>
                  </a:lnTo>
                  <a:lnTo>
                    <a:pt x="5714180" y="184779"/>
                  </a:lnTo>
                  <a:lnTo>
                    <a:pt x="5714274" y="184779"/>
                  </a:lnTo>
                  <a:lnTo>
                    <a:pt x="5714368" y="184779"/>
                  </a:lnTo>
                  <a:lnTo>
                    <a:pt x="5714462" y="184779"/>
                  </a:lnTo>
                  <a:lnTo>
                    <a:pt x="5714556" y="184779"/>
                  </a:lnTo>
                  <a:lnTo>
                    <a:pt x="5714650" y="184779"/>
                  </a:lnTo>
                  <a:lnTo>
                    <a:pt x="5714744" y="184779"/>
                  </a:lnTo>
                  <a:lnTo>
                    <a:pt x="5714838" y="184779"/>
                  </a:lnTo>
                  <a:lnTo>
                    <a:pt x="5714932" y="184779"/>
                  </a:lnTo>
                  <a:lnTo>
                    <a:pt x="5715026" y="184779"/>
                  </a:lnTo>
                  <a:lnTo>
                    <a:pt x="5715120" y="184779"/>
                  </a:lnTo>
                  <a:lnTo>
                    <a:pt x="5715214" y="184779"/>
                  </a:lnTo>
                  <a:lnTo>
                    <a:pt x="5715308" y="184779"/>
                  </a:lnTo>
                  <a:lnTo>
                    <a:pt x="5715402" y="184779"/>
                  </a:lnTo>
                  <a:lnTo>
                    <a:pt x="5715496" y="184779"/>
                  </a:lnTo>
                  <a:lnTo>
                    <a:pt x="5715590" y="184779"/>
                  </a:lnTo>
                  <a:lnTo>
                    <a:pt x="5715684" y="184779"/>
                  </a:lnTo>
                  <a:lnTo>
                    <a:pt x="5715778" y="184779"/>
                  </a:lnTo>
                  <a:lnTo>
                    <a:pt x="5715872" y="184779"/>
                  </a:lnTo>
                  <a:lnTo>
                    <a:pt x="5715966" y="184779"/>
                  </a:lnTo>
                  <a:lnTo>
                    <a:pt x="5716060" y="184779"/>
                  </a:lnTo>
                  <a:lnTo>
                    <a:pt x="5716154" y="184779"/>
                  </a:lnTo>
                  <a:lnTo>
                    <a:pt x="5716248" y="184779"/>
                  </a:lnTo>
                  <a:lnTo>
                    <a:pt x="5716342" y="184779"/>
                  </a:lnTo>
                  <a:lnTo>
                    <a:pt x="5716436" y="184779"/>
                  </a:lnTo>
                  <a:lnTo>
                    <a:pt x="5716530" y="184779"/>
                  </a:lnTo>
                  <a:lnTo>
                    <a:pt x="5716624" y="184779"/>
                  </a:lnTo>
                  <a:lnTo>
                    <a:pt x="5716718" y="184779"/>
                  </a:lnTo>
                  <a:lnTo>
                    <a:pt x="5716813" y="184779"/>
                  </a:lnTo>
                  <a:lnTo>
                    <a:pt x="5716907" y="184779"/>
                  </a:lnTo>
                  <a:lnTo>
                    <a:pt x="5717001" y="184779"/>
                  </a:lnTo>
                  <a:lnTo>
                    <a:pt x="5717095" y="184779"/>
                  </a:lnTo>
                  <a:lnTo>
                    <a:pt x="5717189" y="184779"/>
                  </a:lnTo>
                  <a:lnTo>
                    <a:pt x="5717283" y="184779"/>
                  </a:lnTo>
                  <a:lnTo>
                    <a:pt x="5717377" y="184779"/>
                  </a:lnTo>
                  <a:lnTo>
                    <a:pt x="5717471" y="184779"/>
                  </a:lnTo>
                  <a:lnTo>
                    <a:pt x="5717565" y="184779"/>
                  </a:lnTo>
                  <a:lnTo>
                    <a:pt x="5717659" y="184779"/>
                  </a:lnTo>
                  <a:lnTo>
                    <a:pt x="5717753" y="184779"/>
                  </a:lnTo>
                  <a:lnTo>
                    <a:pt x="5717847" y="184779"/>
                  </a:lnTo>
                  <a:lnTo>
                    <a:pt x="5717941" y="184779"/>
                  </a:lnTo>
                  <a:lnTo>
                    <a:pt x="5718035" y="184779"/>
                  </a:lnTo>
                  <a:lnTo>
                    <a:pt x="5718129" y="184779"/>
                  </a:lnTo>
                  <a:lnTo>
                    <a:pt x="5718223" y="184779"/>
                  </a:lnTo>
                  <a:lnTo>
                    <a:pt x="5718317" y="184779"/>
                  </a:lnTo>
                  <a:lnTo>
                    <a:pt x="5718411" y="184779"/>
                  </a:lnTo>
                  <a:lnTo>
                    <a:pt x="5718505" y="184779"/>
                  </a:lnTo>
                  <a:lnTo>
                    <a:pt x="5718599" y="184779"/>
                  </a:lnTo>
                  <a:lnTo>
                    <a:pt x="5718693" y="184779"/>
                  </a:lnTo>
                  <a:lnTo>
                    <a:pt x="5718787" y="184779"/>
                  </a:lnTo>
                  <a:lnTo>
                    <a:pt x="5718881" y="184779"/>
                  </a:lnTo>
                  <a:lnTo>
                    <a:pt x="5718975" y="184779"/>
                  </a:lnTo>
                  <a:lnTo>
                    <a:pt x="5719069" y="184779"/>
                  </a:lnTo>
                  <a:lnTo>
                    <a:pt x="5719163" y="184779"/>
                  </a:lnTo>
                  <a:lnTo>
                    <a:pt x="5719257" y="184779"/>
                  </a:lnTo>
                  <a:lnTo>
                    <a:pt x="5719351" y="184779"/>
                  </a:lnTo>
                  <a:lnTo>
                    <a:pt x="5719445" y="184779"/>
                  </a:lnTo>
                  <a:lnTo>
                    <a:pt x="5719539" y="184779"/>
                  </a:lnTo>
                  <a:lnTo>
                    <a:pt x="5719633" y="184779"/>
                  </a:lnTo>
                  <a:lnTo>
                    <a:pt x="5719727" y="184779"/>
                  </a:lnTo>
                  <a:lnTo>
                    <a:pt x="5719821" y="184779"/>
                  </a:lnTo>
                  <a:lnTo>
                    <a:pt x="5719915" y="184779"/>
                  </a:lnTo>
                  <a:lnTo>
                    <a:pt x="5720009" y="184779"/>
                  </a:lnTo>
                  <a:lnTo>
                    <a:pt x="5720103" y="184779"/>
                  </a:lnTo>
                  <a:lnTo>
                    <a:pt x="5720197" y="184779"/>
                  </a:lnTo>
                  <a:lnTo>
                    <a:pt x="5720292" y="184779"/>
                  </a:lnTo>
                  <a:lnTo>
                    <a:pt x="5720386" y="184779"/>
                  </a:lnTo>
                  <a:lnTo>
                    <a:pt x="5720480" y="184779"/>
                  </a:lnTo>
                  <a:lnTo>
                    <a:pt x="5720574" y="184779"/>
                  </a:lnTo>
                  <a:lnTo>
                    <a:pt x="5720668" y="184779"/>
                  </a:lnTo>
                  <a:lnTo>
                    <a:pt x="5720762" y="184779"/>
                  </a:lnTo>
                  <a:lnTo>
                    <a:pt x="5720856" y="184779"/>
                  </a:lnTo>
                  <a:lnTo>
                    <a:pt x="5720950" y="184779"/>
                  </a:lnTo>
                  <a:lnTo>
                    <a:pt x="5721044" y="184779"/>
                  </a:lnTo>
                  <a:lnTo>
                    <a:pt x="5721138" y="184779"/>
                  </a:lnTo>
                  <a:lnTo>
                    <a:pt x="5721232" y="184779"/>
                  </a:lnTo>
                  <a:lnTo>
                    <a:pt x="5721326" y="184779"/>
                  </a:lnTo>
                  <a:lnTo>
                    <a:pt x="5721420" y="184779"/>
                  </a:lnTo>
                  <a:lnTo>
                    <a:pt x="5721514" y="184779"/>
                  </a:lnTo>
                  <a:lnTo>
                    <a:pt x="5721608" y="184779"/>
                  </a:lnTo>
                  <a:lnTo>
                    <a:pt x="5721702" y="184779"/>
                  </a:lnTo>
                  <a:lnTo>
                    <a:pt x="5721796" y="184779"/>
                  </a:lnTo>
                  <a:lnTo>
                    <a:pt x="5721890" y="184779"/>
                  </a:lnTo>
                  <a:lnTo>
                    <a:pt x="5721984" y="184779"/>
                  </a:lnTo>
                  <a:lnTo>
                    <a:pt x="5722078" y="184779"/>
                  </a:lnTo>
                  <a:lnTo>
                    <a:pt x="5722172" y="184779"/>
                  </a:lnTo>
                  <a:lnTo>
                    <a:pt x="5722266" y="184779"/>
                  </a:lnTo>
                  <a:lnTo>
                    <a:pt x="5722360" y="184779"/>
                  </a:lnTo>
                  <a:lnTo>
                    <a:pt x="5722454" y="184779"/>
                  </a:lnTo>
                  <a:lnTo>
                    <a:pt x="5722548" y="184779"/>
                  </a:lnTo>
                  <a:lnTo>
                    <a:pt x="5722642" y="184779"/>
                  </a:lnTo>
                  <a:lnTo>
                    <a:pt x="5722736" y="184779"/>
                  </a:lnTo>
                  <a:lnTo>
                    <a:pt x="5722830" y="184779"/>
                  </a:lnTo>
                  <a:lnTo>
                    <a:pt x="5722924" y="184779"/>
                  </a:lnTo>
                  <a:lnTo>
                    <a:pt x="5723018" y="184779"/>
                  </a:lnTo>
                  <a:lnTo>
                    <a:pt x="5723112" y="184779"/>
                  </a:lnTo>
                  <a:lnTo>
                    <a:pt x="5723206" y="184779"/>
                  </a:lnTo>
                  <a:lnTo>
                    <a:pt x="5723300" y="184779"/>
                  </a:lnTo>
                  <a:lnTo>
                    <a:pt x="5723394" y="184779"/>
                  </a:lnTo>
                  <a:lnTo>
                    <a:pt x="5723488" y="184779"/>
                  </a:lnTo>
                  <a:lnTo>
                    <a:pt x="5723582" y="184779"/>
                  </a:lnTo>
                  <a:lnTo>
                    <a:pt x="5723676" y="184779"/>
                  </a:lnTo>
                  <a:lnTo>
                    <a:pt x="5723770" y="184779"/>
                  </a:lnTo>
                  <a:lnTo>
                    <a:pt x="5723865" y="184779"/>
                  </a:lnTo>
                  <a:lnTo>
                    <a:pt x="5723959" y="184779"/>
                  </a:lnTo>
                  <a:lnTo>
                    <a:pt x="5724053" y="184779"/>
                  </a:lnTo>
                  <a:lnTo>
                    <a:pt x="5724147" y="184779"/>
                  </a:lnTo>
                  <a:lnTo>
                    <a:pt x="5724241" y="184779"/>
                  </a:lnTo>
                  <a:lnTo>
                    <a:pt x="5724335" y="184779"/>
                  </a:lnTo>
                  <a:lnTo>
                    <a:pt x="5724429" y="184779"/>
                  </a:lnTo>
                  <a:lnTo>
                    <a:pt x="5724523" y="184779"/>
                  </a:lnTo>
                  <a:lnTo>
                    <a:pt x="5724617" y="184779"/>
                  </a:lnTo>
                  <a:lnTo>
                    <a:pt x="5724711" y="184779"/>
                  </a:lnTo>
                  <a:lnTo>
                    <a:pt x="5724805" y="184779"/>
                  </a:lnTo>
                  <a:lnTo>
                    <a:pt x="5724899" y="184779"/>
                  </a:lnTo>
                  <a:lnTo>
                    <a:pt x="5724993" y="184779"/>
                  </a:lnTo>
                  <a:lnTo>
                    <a:pt x="5725087" y="184779"/>
                  </a:lnTo>
                  <a:lnTo>
                    <a:pt x="5725181" y="184779"/>
                  </a:lnTo>
                  <a:lnTo>
                    <a:pt x="5725275" y="184779"/>
                  </a:lnTo>
                  <a:lnTo>
                    <a:pt x="5725369" y="184779"/>
                  </a:lnTo>
                  <a:lnTo>
                    <a:pt x="5725463" y="184779"/>
                  </a:lnTo>
                  <a:lnTo>
                    <a:pt x="5725557" y="184779"/>
                  </a:lnTo>
                  <a:lnTo>
                    <a:pt x="5725651" y="184779"/>
                  </a:lnTo>
                  <a:lnTo>
                    <a:pt x="5725745" y="184779"/>
                  </a:lnTo>
                  <a:lnTo>
                    <a:pt x="5725839" y="184779"/>
                  </a:lnTo>
                  <a:lnTo>
                    <a:pt x="5725933" y="184779"/>
                  </a:lnTo>
                  <a:lnTo>
                    <a:pt x="5726027" y="184779"/>
                  </a:lnTo>
                  <a:lnTo>
                    <a:pt x="5726121" y="184779"/>
                  </a:lnTo>
                  <a:lnTo>
                    <a:pt x="5726215" y="184779"/>
                  </a:lnTo>
                  <a:lnTo>
                    <a:pt x="5726309" y="184779"/>
                  </a:lnTo>
                  <a:lnTo>
                    <a:pt x="5726403" y="184779"/>
                  </a:lnTo>
                  <a:lnTo>
                    <a:pt x="5726497" y="184779"/>
                  </a:lnTo>
                  <a:lnTo>
                    <a:pt x="5726591" y="184779"/>
                  </a:lnTo>
                  <a:lnTo>
                    <a:pt x="5726685" y="184779"/>
                  </a:lnTo>
                  <a:lnTo>
                    <a:pt x="5726779" y="184779"/>
                  </a:lnTo>
                  <a:lnTo>
                    <a:pt x="5726873" y="184779"/>
                  </a:lnTo>
                  <a:lnTo>
                    <a:pt x="5726967" y="184779"/>
                  </a:lnTo>
                  <a:lnTo>
                    <a:pt x="5727061" y="184779"/>
                  </a:lnTo>
                  <a:lnTo>
                    <a:pt x="5727155" y="184779"/>
                  </a:lnTo>
                  <a:lnTo>
                    <a:pt x="5727249" y="184779"/>
                  </a:lnTo>
                  <a:lnTo>
                    <a:pt x="5727343" y="184779"/>
                  </a:lnTo>
                  <a:lnTo>
                    <a:pt x="5727438" y="184779"/>
                  </a:lnTo>
                  <a:lnTo>
                    <a:pt x="5727532" y="184779"/>
                  </a:lnTo>
                  <a:lnTo>
                    <a:pt x="5727626" y="184779"/>
                  </a:lnTo>
                  <a:lnTo>
                    <a:pt x="5727720" y="184779"/>
                  </a:lnTo>
                  <a:lnTo>
                    <a:pt x="5727814" y="184779"/>
                  </a:lnTo>
                  <a:lnTo>
                    <a:pt x="5727908" y="184779"/>
                  </a:lnTo>
                  <a:lnTo>
                    <a:pt x="5728002" y="184779"/>
                  </a:lnTo>
                  <a:lnTo>
                    <a:pt x="5728096" y="184779"/>
                  </a:lnTo>
                  <a:lnTo>
                    <a:pt x="5728190" y="184779"/>
                  </a:lnTo>
                  <a:lnTo>
                    <a:pt x="5728284" y="184779"/>
                  </a:lnTo>
                  <a:lnTo>
                    <a:pt x="5728378" y="184779"/>
                  </a:lnTo>
                  <a:lnTo>
                    <a:pt x="5728472" y="184779"/>
                  </a:lnTo>
                  <a:lnTo>
                    <a:pt x="5728566" y="184779"/>
                  </a:lnTo>
                  <a:lnTo>
                    <a:pt x="5728660" y="184779"/>
                  </a:lnTo>
                  <a:lnTo>
                    <a:pt x="5728754" y="184779"/>
                  </a:lnTo>
                  <a:lnTo>
                    <a:pt x="5728848" y="184779"/>
                  </a:lnTo>
                  <a:lnTo>
                    <a:pt x="5728942" y="184779"/>
                  </a:lnTo>
                  <a:lnTo>
                    <a:pt x="5729036" y="184779"/>
                  </a:lnTo>
                  <a:lnTo>
                    <a:pt x="5729130" y="184779"/>
                  </a:lnTo>
                  <a:lnTo>
                    <a:pt x="5729224" y="184779"/>
                  </a:lnTo>
                  <a:lnTo>
                    <a:pt x="5729318" y="184779"/>
                  </a:lnTo>
                  <a:lnTo>
                    <a:pt x="5729412" y="184779"/>
                  </a:lnTo>
                  <a:lnTo>
                    <a:pt x="5729506" y="184779"/>
                  </a:lnTo>
                  <a:lnTo>
                    <a:pt x="5729600" y="184779"/>
                  </a:lnTo>
                  <a:lnTo>
                    <a:pt x="5729694" y="184779"/>
                  </a:lnTo>
                  <a:lnTo>
                    <a:pt x="5729788" y="184779"/>
                  </a:lnTo>
                  <a:lnTo>
                    <a:pt x="5729882" y="184779"/>
                  </a:lnTo>
                  <a:lnTo>
                    <a:pt x="5729976" y="184779"/>
                  </a:lnTo>
                  <a:lnTo>
                    <a:pt x="5730070" y="184779"/>
                  </a:lnTo>
                  <a:lnTo>
                    <a:pt x="5730164" y="184779"/>
                  </a:lnTo>
                  <a:lnTo>
                    <a:pt x="5730258" y="184779"/>
                  </a:lnTo>
                  <a:lnTo>
                    <a:pt x="5730352" y="184779"/>
                  </a:lnTo>
                  <a:lnTo>
                    <a:pt x="5730446" y="184779"/>
                  </a:lnTo>
                  <a:lnTo>
                    <a:pt x="5730540" y="184779"/>
                  </a:lnTo>
                  <a:lnTo>
                    <a:pt x="5730634" y="184779"/>
                  </a:lnTo>
                  <a:lnTo>
                    <a:pt x="5730728" y="184779"/>
                  </a:lnTo>
                  <a:lnTo>
                    <a:pt x="5730822" y="184779"/>
                  </a:lnTo>
                  <a:lnTo>
                    <a:pt x="5730917" y="184779"/>
                  </a:lnTo>
                  <a:lnTo>
                    <a:pt x="5731011" y="184779"/>
                  </a:lnTo>
                  <a:lnTo>
                    <a:pt x="5731105" y="184779"/>
                  </a:lnTo>
                  <a:lnTo>
                    <a:pt x="5731199" y="184779"/>
                  </a:lnTo>
                  <a:lnTo>
                    <a:pt x="5731293" y="184779"/>
                  </a:lnTo>
                  <a:lnTo>
                    <a:pt x="5731387" y="184779"/>
                  </a:lnTo>
                  <a:lnTo>
                    <a:pt x="5731481" y="184779"/>
                  </a:lnTo>
                  <a:lnTo>
                    <a:pt x="5731575" y="184779"/>
                  </a:lnTo>
                  <a:lnTo>
                    <a:pt x="5731669" y="184779"/>
                  </a:lnTo>
                  <a:lnTo>
                    <a:pt x="5731763" y="184779"/>
                  </a:lnTo>
                  <a:lnTo>
                    <a:pt x="5731857" y="184779"/>
                  </a:lnTo>
                  <a:lnTo>
                    <a:pt x="5731951" y="184779"/>
                  </a:lnTo>
                  <a:lnTo>
                    <a:pt x="5732045" y="184779"/>
                  </a:lnTo>
                  <a:lnTo>
                    <a:pt x="5732139" y="184779"/>
                  </a:lnTo>
                  <a:lnTo>
                    <a:pt x="5732233" y="184779"/>
                  </a:lnTo>
                  <a:lnTo>
                    <a:pt x="5732327" y="184779"/>
                  </a:lnTo>
                  <a:lnTo>
                    <a:pt x="5732421" y="184779"/>
                  </a:lnTo>
                  <a:lnTo>
                    <a:pt x="5732515" y="184779"/>
                  </a:lnTo>
                  <a:lnTo>
                    <a:pt x="5732609" y="184779"/>
                  </a:lnTo>
                  <a:lnTo>
                    <a:pt x="5732703" y="184779"/>
                  </a:lnTo>
                  <a:lnTo>
                    <a:pt x="5732797" y="184779"/>
                  </a:lnTo>
                  <a:lnTo>
                    <a:pt x="5732891" y="184779"/>
                  </a:lnTo>
                  <a:lnTo>
                    <a:pt x="5732985" y="184779"/>
                  </a:lnTo>
                  <a:lnTo>
                    <a:pt x="5733079" y="184779"/>
                  </a:lnTo>
                  <a:lnTo>
                    <a:pt x="5733173" y="184779"/>
                  </a:lnTo>
                  <a:lnTo>
                    <a:pt x="5733267" y="184779"/>
                  </a:lnTo>
                  <a:lnTo>
                    <a:pt x="5733361" y="184779"/>
                  </a:lnTo>
                  <a:lnTo>
                    <a:pt x="5733455" y="184779"/>
                  </a:lnTo>
                  <a:lnTo>
                    <a:pt x="5733549" y="184779"/>
                  </a:lnTo>
                  <a:lnTo>
                    <a:pt x="5733643" y="184779"/>
                  </a:lnTo>
                  <a:lnTo>
                    <a:pt x="5733737" y="184779"/>
                  </a:lnTo>
                  <a:lnTo>
                    <a:pt x="5733831" y="184779"/>
                  </a:lnTo>
                  <a:lnTo>
                    <a:pt x="5733925" y="184779"/>
                  </a:lnTo>
                  <a:lnTo>
                    <a:pt x="5734019" y="184779"/>
                  </a:lnTo>
                  <a:lnTo>
                    <a:pt x="5734113" y="184779"/>
                  </a:lnTo>
                  <a:lnTo>
                    <a:pt x="5734207" y="184779"/>
                  </a:lnTo>
                  <a:lnTo>
                    <a:pt x="5734301" y="184779"/>
                  </a:lnTo>
                  <a:lnTo>
                    <a:pt x="5734395" y="184779"/>
                  </a:lnTo>
                  <a:lnTo>
                    <a:pt x="5734490" y="184779"/>
                  </a:lnTo>
                  <a:lnTo>
                    <a:pt x="5734584" y="184779"/>
                  </a:lnTo>
                  <a:lnTo>
                    <a:pt x="5734678" y="184779"/>
                  </a:lnTo>
                  <a:lnTo>
                    <a:pt x="5734772" y="184779"/>
                  </a:lnTo>
                  <a:lnTo>
                    <a:pt x="5734866" y="184779"/>
                  </a:lnTo>
                  <a:lnTo>
                    <a:pt x="5734960" y="184779"/>
                  </a:lnTo>
                  <a:lnTo>
                    <a:pt x="5735054" y="184779"/>
                  </a:lnTo>
                  <a:lnTo>
                    <a:pt x="5735148" y="184779"/>
                  </a:lnTo>
                  <a:lnTo>
                    <a:pt x="5735242" y="184779"/>
                  </a:lnTo>
                  <a:lnTo>
                    <a:pt x="5735336" y="184779"/>
                  </a:lnTo>
                  <a:lnTo>
                    <a:pt x="5735430" y="184779"/>
                  </a:lnTo>
                  <a:lnTo>
                    <a:pt x="5735524" y="184779"/>
                  </a:lnTo>
                  <a:lnTo>
                    <a:pt x="5735618" y="184779"/>
                  </a:lnTo>
                  <a:lnTo>
                    <a:pt x="5735712" y="184779"/>
                  </a:lnTo>
                  <a:lnTo>
                    <a:pt x="5735806" y="184779"/>
                  </a:lnTo>
                  <a:lnTo>
                    <a:pt x="5735900" y="184779"/>
                  </a:lnTo>
                  <a:lnTo>
                    <a:pt x="5735994" y="184779"/>
                  </a:lnTo>
                  <a:lnTo>
                    <a:pt x="5736088" y="184779"/>
                  </a:lnTo>
                  <a:lnTo>
                    <a:pt x="5736182" y="184779"/>
                  </a:lnTo>
                  <a:lnTo>
                    <a:pt x="5736276" y="184779"/>
                  </a:lnTo>
                  <a:lnTo>
                    <a:pt x="5736370" y="184779"/>
                  </a:lnTo>
                  <a:lnTo>
                    <a:pt x="5736464" y="184779"/>
                  </a:lnTo>
                  <a:lnTo>
                    <a:pt x="5736558" y="184779"/>
                  </a:lnTo>
                  <a:lnTo>
                    <a:pt x="5736652" y="184779"/>
                  </a:lnTo>
                  <a:lnTo>
                    <a:pt x="5736746" y="184779"/>
                  </a:lnTo>
                  <a:lnTo>
                    <a:pt x="5736840" y="184779"/>
                  </a:lnTo>
                  <a:lnTo>
                    <a:pt x="5736934" y="184779"/>
                  </a:lnTo>
                  <a:lnTo>
                    <a:pt x="5737028" y="184779"/>
                  </a:lnTo>
                  <a:lnTo>
                    <a:pt x="5737122" y="184779"/>
                  </a:lnTo>
                  <a:lnTo>
                    <a:pt x="5737216" y="184779"/>
                  </a:lnTo>
                  <a:lnTo>
                    <a:pt x="5737310" y="184779"/>
                  </a:lnTo>
                  <a:lnTo>
                    <a:pt x="5737404" y="184779"/>
                  </a:lnTo>
                  <a:lnTo>
                    <a:pt x="5737498" y="184779"/>
                  </a:lnTo>
                  <a:lnTo>
                    <a:pt x="5737592" y="184779"/>
                  </a:lnTo>
                  <a:lnTo>
                    <a:pt x="5737686" y="184779"/>
                  </a:lnTo>
                  <a:lnTo>
                    <a:pt x="5737780" y="184779"/>
                  </a:lnTo>
                  <a:lnTo>
                    <a:pt x="5737874" y="184779"/>
                  </a:lnTo>
                  <a:lnTo>
                    <a:pt x="5737968" y="184779"/>
                  </a:lnTo>
                  <a:lnTo>
                    <a:pt x="5738063" y="184779"/>
                  </a:lnTo>
                  <a:lnTo>
                    <a:pt x="5738157" y="184779"/>
                  </a:lnTo>
                  <a:lnTo>
                    <a:pt x="5738251" y="184779"/>
                  </a:lnTo>
                  <a:lnTo>
                    <a:pt x="5738345" y="184779"/>
                  </a:lnTo>
                  <a:lnTo>
                    <a:pt x="5738439" y="184779"/>
                  </a:lnTo>
                  <a:lnTo>
                    <a:pt x="5738533" y="184779"/>
                  </a:lnTo>
                  <a:lnTo>
                    <a:pt x="5738627" y="184779"/>
                  </a:lnTo>
                  <a:lnTo>
                    <a:pt x="5738721" y="184779"/>
                  </a:lnTo>
                  <a:lnTo>
                    <a:pt x="5738815" y="184779"/>
                  </a:lnTo>
                  <a:lnTo>
                    <a:pt x="5738909" y="184779"/>
                  </a:lnTo>
                  <a:lnTo>
                    <a:pt x="5739003" y="184779"/>
                  </a:lnTo>
                  <a:lnTo>
                    <a:pt x="5739097" y="184779"/>
                  </a:lnTo>
                  <a:lnTo>
                    <a:pt x="5739191" y="184779"/>
                  </a:lnTo>
                  <a:lnTo>
                    <a:pt x="5739285" y="184779"/>
                  </a:lnTo>
                  <a:lnTo>
                    <a:pt x="5739379" y="184779"/>
                  </a:lnTo>
                  <a:lnTo>
                    <a:pt x="5739473" y="184779"/>
                  </a:lnTo>
                  <a:lnTo>
                    <a:pt x="5739567" y="184779"/>
                  </a:lnTo>
                  <a:lnTo>
                    <a:pt x="5739661" y="184779"/>
                  </a:lnTo>
                  <a:lnTo>
                    <a:pt x="5739755" y="184779"/>
                  </a:lnTo>
                  <a:lnTo>
                    <a:pt x="5739849" y="184779"/>
                  </a:lnTo>
                  <a:lnTo>
                    <a:pt x="5739943" y="184779"/>
                  </a:lnTo>
                  <a:lnTo>
                    <a:pt x="5740037" y="184779"/>
                  </a:lnTo>
                  <a:lnTo>
                    <a:pt x="5740131" y="184779"/>
                  </a:lnTo>
                  <a:lnTo>
                    <a:pt x="5740225" y="184779"/>
                  </a:lnTo>
                  <a:lnTo>
                    <a:pt x="5740319" y="184779"/>
                  </a:lnTo>
                  <a:lnTo>
                    <a:pt x="5740413" y="184779"/>
                  </a:lnTo>
                  <a:lnTo>
                    <a:pt x="5740507" y="184779"/>
                  </a:lnTo>
                  <a:lnTo>
                    <a:pt x="5740601" y="184779"/>
                  </a:lnTo>
                  <a:lnTo>
                    <a:pt x="5740695" y="184779"/>
                  </a:lnTo>
                  <a:lnTo>
                    <a:pt x="5740789" y="184779"/>
                  </a:lnTo>
                  <a:lnTo>
                    <a:pt x="5740883" y="184779"/>
                  </a:lnTo>
                  <a:lnTo>
                    <a:pt x="5740977" y="184779"/>
                  </a:lnTo>
                  <a:lnTo>
                    <a:pt x="5741071" y="184779"/>
                  </a:lnTo>
                  <a:lnTo>
                    <a:pt x="5741165" y="184779"/>
                  </a:lnTo>
                  <a:lnTo>
                    <a:pt x="5741259" y="184779"/>
                  </a:lnTo>
                  <a:lnTo>
                    <a:pt x="5741353" y="184779"/>
                  </a:lnTo>
                  <a:lnTo>
                    <a:pt x="5741447" y="184779"/>
                  </a:lnTo>
                  <a:lnTo>
                    <a:pt x="5741541" y="184779"/>
                  </a:lnTo>
                  <a:lnTo>
                    <a:pt x="5741636" y="184779"/>
                  </a:lnTo>
                  <a:lnTo>
                    <a:pt x="5741730" y="184779"/>
                  </a:lnTo>
                  <a:lnTo>
                    <a:pt x="5741824" y="184779"/>
                  </a:lnTo>
                  <a:lnTo>
                    <a:pt x="5741918" y="184779"/>
                  </a:lnTo>
                  <a:lnTo>
                    <a:pt x="5742012" y="184779"/>
                  </a:lnTo>
                  <a:lnTo>
                    <a:pt x="5742106" y="184779"/>
                  </a:lnTo>
                  <a:lnTo>
                    <a:pt x="5742200" y="184779"/>
                  </a:lnTo>
                  <a:lnTo>
                    <a:pt x="5742294" y="184779"/>
                  </a:lnTo>
                  <a:lnTo>
                    <a:pt x="5742388" y="184779"/>
                  </a:lnTo>
                  <a:lnTo>
                    <a:pt x="5742482" y="184779"/>
                  </a:lnTo>
                  <a:lnTo>
                    <a:pt x="5742576" y="184779"/>
                  </a:lnTo>
                  <a:lnTo>
                    <a:pt x="5742670" y="184779"/>
                  </a:lnTo>
                  <a:lnTo>
                    <a:pt x="5742764" y="184779"/>
                  </a:lnTo>
                  <a:lnTo>
                    <a:pt x="5742858" y="184779"/>
                  </a:lnTo>
                  <a:lnTo>
                    <a:pt x="5742952" y="184779"/>
                  </a:lnTo>
                  <a:lnTo>
                    <a:pt x="5743046" y="184779"/>
                  </a:lnTo>
                  <a:lnTo>
                    <a:pt x="5743140" y="184779"/>
                  </a:lnTo>
                  <a:lnTo>
                    <a:pt x="5743234" y="184779"/>
                  </a:lnTo>
                  <a:lnTo>
                    <a:pt x="5743328" y="184779"/>
                  </a:lnTo>
                  <a:lnTo>
                    <a:pt x="5743422" y="184779"/>
                  </a:lnTo>
                  <a:lnTo>
                    <a:pt x="5743516" y="184779"/>
                  </a:lnTo>
                  <a:lnTo>
                    <a:pt x="5743610" y="184779"/>
                  </a:lnTo>
                  <a:lnTo>
                    <a:pt x="5743704" y="184779"/>
                  </a:lnTo>
                  <a:lnTo>
                    <a:pt x="5743798" y="184779"/>
                  </a:lnTo>
                  <a:lnTo>
                    <a:pt x="5743892" y="184779"/>
                  </a:lnTo>
                  <a:lnTo>
                    <a:pt x="5743986" y="184779"/>
                  </a:lnTo>
                  <a:lnTo>
                    <a:pt x="5744080" y="184779"/>
                  </a:lnTo>
                  <a:lnTo>
                    <a:pt x="5744174" y="184779"/>
                  </a:lnTo>
                  <a:lnTo>
                    <a:pt x="5744268" y="184779"/>
                  </a:lnTo>
                  <a:lnTo>
                    <a:pt x="5744362" y="184779"/>
                  </a:lnTo>
                  <a:lnTo>
                    <a:pt x="5744456" y="184779"/>
                  </a:lnTo>
                  <a:lnTo>
                    <a:pt x="5744550" y="184779"/>
                  </a:lnTo>
                  <a:lnTo>
                    <a:pt x="5744644" y="184779"/>
                  </a:lnTo>
                  <a:lnTo>
                    <a:pt x="5744738" y="184779"/>
                  </a:lnTo>
                  <a:lnTo>
                    <a:pt x="5744832" y="184779"/>
                  </a:lnTo>
                  <a:lnTo>
                    <a:pt x="5744926" y="184779"/>
                  </a:lnTo>
                  <a:lnTo>
                    <a:pt x="5745020" y="184779"/>
                  </a:lnTo>
                  <a:lnTo>
                    <a:pt x="5745115" y="184779"/>
                  </a:lnTo>
                  <a:lnTo>
                    <a:pt x="5745209" y="184779"/>
                  </a:lnTo>
                  <a:lnTo>
                    <a:pt x="5745303" y="184779"/>
                  </a:lnTo>
                  <a:lnTo>
                    <a:pt x="5745397" y="184779"/>
                  </a:lnTo>
                  <a:lnTo>
                    <a:pt x="5745491" y="184779"/>
                  </a:lnTo>
                  <a:lnTo>
                    <a:pt x="5745585" y="184779"/>
                  </a:lnTo>
                  <a:lnTo>
                    <a:pt x="5745679" y="184779"/>
                  </a:lnTo>
                  <a:lnTo>
                    <a:pt x="5745773" y="184779"/>
                  </a:lnTo>
                  <a:lnTo>
                    <a:pt x="5745867" y="184779"/>
                  </a:lnTo>
                  <a:lnTo>
                    <a:pt x="5745961" y="184779"/>
                  </a:lnTo>
                  <a:lnTo>
                    <a:pt x="5746055" y="184779"/>
                  </a:lnTo>
                  <a:lnTo>
                    <a:pt x="5746149" y="184779"/>
                  </a:lnTo>
                  <a:lnTo>
                    <a:pt x="5746243" y="184779"/>
                  </a:lnTo>
                  <a:lnTo>
                    <a:pt x="5746337" y="184779"/>
                  </a:lnTo>
                  <a:lnTo>
                    <a:pt x="5746431" y="184779"/>
                  </a:lnTo>
                  <a:lnTo>
                    <a:pt x="5746525" y="184779"/>
                  </a:lnTo>
                  <a:lnTo>
                    <a:pt x="5746619" y="184779"/>
                  </a:lnTo>
                  <a:lnTo>
                    <a:pt x="5746713" y="184779"/>
                  </a:lnTo>
                  <a:lnTo>
                    <a:pt x="5746807" y="184779"/>
                  </a:lnTo>
                  <a:lnTo>
                    <a:pt x="5746901" y="184779"/>
                  </a:lnTo>
                  <a:lnTo>
                    <a:pt x="5746995" y="184779"/>
                  </a:lnTo>
                  <a:lnTo>
                    <a:pt x="5747089" y="184779"/>
                  </a:lnTo>
                  <a:lnTo>
                    <a:pt x="5747183" y="184779"/>
                  </a:lnTo>
                  <a:lnTo>
                    <a:pt x="5747277" y="184779"/>
                  </a:lnTo>
                  <a:lnTo>
                    <a:pt x="5747371" y="184779"/>
                  </a:lnTo>
                  <a:lnTo>
                    <a:pt x="5747465" y="184779"/>
                  </a:lnTo>
                  <a:lnTo>
                    <a:pt x="5747559" y="184779"/>
                  </a:lnTo>
                  <a:lnTo>
                    <a:pt x="5747653" y="184779"/>
                  </a:lnTo>
                  <a:lnTo>
                    <a:pt x="5747747" y="184779"/>
                  </a:lnTo>
                  <a:lnTo>
                    <a:pt x="5747841" y="184779"/>
                  </a:lnTo>
                  <a:lnTo>
                    <a:pt x="5747935" y="184779"/>
                  </a:lnTo>
                  <a:lnTo>
                    <a:pt x="5748029" y="184779"/>
                  </a:lnTo>
                  <a:lnTo>
                    <a:pt x="5748123" y="184779"/>
                  </a:lnTo>
                  <a:lnTo>
                    <a:pt x="5748217" y="184779"/>
                  </a:lnTo>
                  <a:lnTo>
                    <a:pt x="5748311" y="184779"/>
                  </a:lnTo>
                  <a:lnTo>
                    <a:pt x="5748405" y="184779"/>
                  </a:lnTo>
                  <a:lnTo>
                    <a:pt x="5748499" y="184779"/>
                  </a:lnTo>
                  <a:lnTo>
                    <a:pt x="5748593" y="184779"/>
                  </a:lnTo>
                  <a:lnTo>
                    <a:pt x="5748688" y="184779"/>
                  </a:lnTo>
                  <a:lnTo>
                    <a:pt x="5748782" y="184779"/>
                  </a:lnTo>
                  <a:lnTo>
                    <a:pt x="5748876" y="184779"/>
                  </a:lnTo>
                  <a:lnTo>
                    <a:pt x="5748970" y="184779"/>
                  </a:lnTo>
                  <a:lnTo>
                    <a:pt x="5749064" y="184779"/>
                  </a:lnTo>
                  <a:lnTo>
                    <a:pt x="5749158" y="184779"/>
                  </a:lnTo>
                  <a:lnTo>
                    <a:pt x="5749252" y="184779"/>
                  </a:lnTo>
                  <a:lnTo>
                    <a:pt x="5749346" y="184779"/>
                  </a:lnTo>
                  <a:lnTo>
                    <a:pt x="5749440" y="184779"/>
                  </a:lnTo>
                  <a:lnTo>
                    <a:pt x="5749534" y="184779"/>
                  </a:lnTo>
                  <a:lnTo>
                    <a:pt x="5749628" y="184779"/>
                  </a:lnTo>
                  <a:lnTo>
                    <a:pt x="5749722" y="184779"/>
                  </a:lnTo>
                  <a:lnTo>
                    <a:pt x="5749816" y="184779"/>
                  </a:lnTo>
                  <a:lnTo>
                    <a:pt x="5749910" y="184779"/>
                  </a:lnTo>
                  <a:lnTo>
                    <a:pt x="5750004" y="184779"/>
                  </a:lnTo>
                  <a:lnTo>
                    <a:pt x="5750098" y="184779"/>
                  </a:lnTo>
                  <a:lnTo>
                    <a:pt x="5750192" y="184779"/>
                  </a:lnTo>
                  <a:lnTo>
                    <a:pt x="5750286" y="184779"/>
                  </a:lnTo>
                  <a:lnTo>
                    <a:pt x="5750380" y="184779"/>
                  </a:lnTo>
                  <a:lnTo>
                    <a:pt x="5750474" y="184779"/>
                  </a:lnTo>
                  <a:lnTo>
                    <a:pt x="5750568" y="184779"/>
                  </a:lnTo>
                  <a:lnTo>
                    <a:pt x="5750662" y="184779"/>
                  </a:lnTo>
                  <a:lnTo>
                    <a:pt x="5750756" y="184779"/>
                  </a:lnTo>
                  <a:lnTo>
                    <a:pt x="5750850" y="184779"/>
                  </a:lnTo>
                  <a:lnTo>
                    <a:pt x="5750944" y="184779"/>
                  </a:lnTo>
                  <a:lnTo>
                    <a:pt x="5751038" y="184779"/>
                  </a:lnTo>
                  <a:lnTo>
                    <a:pt x="5751132" y="184779"/>
                  </a:lnTo>
                  <a:lnTo>
                    <a:pt x="5751226" y="184779"/>
                  </a:lnTo>
                  <a:lnTo>
                    <a:pt x="5751320" y="184779"/>
                  </a:lnTo>
                  <a:lnTo>
                    <a:pt x="5751414" y="184779"/>
                  </a:lnTo>
                  <a:lnTo>
                    <a:pt x="5751508" y="184779"/>
                  </a:lnTo>
                  <a:lnTo>
                    <a:pt x="5751602" y="184779"/>
                  </a:lnTo>
                  <a:lnTo>
                    <a:pt x="5751696" y="184779"/>
                  </a:lnTo>
                  <a:lnTo>
                    <a:pt x="5751790" y="184779"/>
                  </a:lnTo>
                  <a:lnTo>
                    <a:pt x="5751884" y="184779"/>
                  </a:lnTo>
                  <a:lnTo>
                    <a:pt x="5751978" y="184779"/>
                  </a:lnTo>
                  <a:lnTo>
                    <a:pt x="5752072" y="184779"/>
                  </a:lnTo>
                  <a:lnTo>
                    <a:pt x="5752166" y="184779"/>
                  </a:lnTo>
                  <a:lnTo>
                    <a:pt x="5752261" y="184779"/>
                  </a:lnTo>
                  <a:lnTo>
                    <a:pt x="5752355" y="184779"/>
                  </a:lnTo>
                  <a:lnTo>
                    <a:pt x="5752449" y="184779"/>
                  </a:lnTo>
                  <a:lnTo>
                    <a:pt x="5752543" y="184779"/>
                  </a:lnTo>
                  <a:lnTo>
                    <a:pt x="5752637" y="184779"/>
                  </a:lnTo>
                  <a:lnTo>
                    <a:pt x="5752731" y="184779"/>
                  </a:lnTo>
                  <a:lnTo>
                    <a:pt x="5752825" y="184779"/>
                  </a:lnTo>
                  <a:lnTo>
                    <a:pt x="5752919" y="184779"/>
                  </a:lnTo>
                  <a:lnTo>
                    <a:pt x="5753013" y="184779"/>
                  </a:lnTo>
                  <a:lnTo>
                    <a:pt x="5753107" y="184779"/>
                  </a:lnTo>
                  <a:lnTo>
                    <a:pt x="5753201" y="184779"/>
                  </a:lnTo>
                  <a:lnTo>
                    <a:pt x="5753295" y="184779"/>
                  </a:lnTo>
                  <a:lnTo>
                    <a:pt x="5753389" y="184779"/>
                  </a:lnTo>
                  <a:lnTo>
                    <a:pt x="5753483" y="184779"/>
                  </a:lnTo>
                  <a:lnTo>
                    <a:pt x="5753577" y="184779"/>
                  </a:lnTo>
                  <a:lnTo>
                    <a:pt x="5753671" y="184779"/>
                  </a:lnTo>
                  <a:lnTo>
                    <a:pt x="5753765" y="184779"/>
                  </a:lnTo>
                  <a:lnTo>
                    <a:pt x="5753859" y="184779"/>
                  </a:lnTo>
                  <a:lnTo>
                    <a:pt x="5753953" y="184779"/>
                  </a:lnTo>
                  <a:lnTo>
                    <a:pt x="5754047" y="184779"/>
                  </a:lnTo>
                  <a:lnTo>
                    <a:pt x="5754141" y="184779"/>
                  </a:lnTo>
                  <a:lnTo>
                    <a:pt x="5754235" y="184779"/>
                  </a:lnTo>
                  <a:lnTo>
                    <a:pt x="5754329" y="184779"/>
                  </a:lnTo>
                  <a:lnTo>
                    <a:pt x="5754423" y="184779"/>
                  </a:lnTo>
                  <a:lnTo>
                    <a:pt x="5754517" y="184779"/>
                  </a:lnTo>
                  <a:lnTo>
                    <a:pt x="5754611" y="184779"/>
                  </a:lnTo>
                  <a:lnTo>
                    <a:pt x="5754705" y="184779"/>
                  </a:lnTo>
                  <a:lnTo>
                    <a:pt x="5754799" y="184779"/>
                  </a:lnTo>
                  <a:lnTo>
                    <a:pt x="5754893" y="184779"/>
                  </a:lnTo>
                  <a:lnTo>
                    <a:pt x="5754987" y="184779"/>
                  </a:lnTo>
                  <a:lnTo>
                    <a:pt x="5755081" y="184779"/>
                  </a:lnTo>
                  <a:lnTo>
                    <a:pt x="5755175" y="184779"/>
                  </a:lnTo>
                  <a:lnTo>
                    <a:pt x="5755269" y="184779"/>
                  </a:lnTo>
                  <a:lnTo>
                    <a:pt x="5755363" y="184779"/>
                  </a:lnTo>
                  <a:lnTo>
                    <a:pt x="5755457" y="184779"/>
                  </a:lnTo>
                  <a:lnTo>
                    <a:pt x="5755551" y="184779"/>
                  </a:lnTo>
                  <a:lnTo>
                    <a:pt x="5755645" y="184779"/>
                  </a:lnTo>
                  <a:lnTo>
                    <a:pt x="5755740" y="184779"/>
                  </a:lnTo>
                  <a:lnTo>
                    <a:pt x="5755834" y="184779"/>
                  </a:lnTo>
                  <a:lnTo>
                    <a:pt x="5755928" y="184779"/>
                  </a:lnTo>
                  <a:lnTo>
                    <a:pt x="5756022" y="184779"/>
                  </a:lnTo>
                  <a:lnTo>
                    <a:pt x="5756116" y="184779"/>
                  </a:lnTo>
                  <a:lnTo>
                    <a:pt x="5756210" y="184779"/>
                  </a:lnTo>
                  <a:lnTo>
                    <a:pt x="5756304" y="184779"/>
                  </a:lnTo>
                  <a:lnTo>
                    <a:pt x="5756398" y="184779"/>
                  </a:lnTo>
                  <a:lnTo>
                    <a:pt x="5756492" y="184779"/>
                  </a:lnTo>
                  <a:lnTo>
                    <a:pt x="5756586" y="184779"/>
                  </a:lnTo>
                  <a:lnTo>
                    <a:pt x="5756680" y="184779"/>
                  </a:lnTo>
                  <a:lnTo>
                    <a:pt x="5756774" y="184779"/>
                  </a:lnTo>
                  <a:lnTo>
                    <a:pt x="5756868" y="184779"/>
                  </a:lnTo>
                  <a:lnTo>
                    <a:pt x="5756962" y="184779"/>
                  </a:lnTo>
                  <a:lnTo>
                    <a:pt x="5757056" y="184779"/>
                  </a:lnTo>
                  <a:lnTo>
                    <a:pt x="5757150" y="184779"/>
                  </a:lnTo>
                  <a:lnTo>
                    <a:pt x="5757244" y="184779"/>
                  </a:lnTo>
                  <a:lnTo>
                    <a:pt x="5757338" y="184779"/>
                  </a:lnTo>
                  <a:lnTo>
                    <a:pt x="5757432" y="184779"/>
                  </a:lnTo>
                  <a:lnTo>
                    <a:pt x="5757526" y="184779"/>
                  </a:lnTo>
                  <a:lnTo>
                    <a:pt x="5757620" y="184779"/>
                  </a:lnTo>
                  <a:lnTo>
                    <a:pt x="5757714" y="184779"/>
                  </a:lnTo>
                  <a:lnTo>
                    <a:pt x="5757808" y="184779"/>
                  </a:lnTo>
                  <a:lnTo>
                    <a:pt x="5757902" y="184779"/>
                  </a:lnTo>
                  <a:lnTo>
                    <a:pt x="5757996" y="184779"/>
                  </a:lnTo>
                  <a:lnTo>
                    <a:pt x="5758090" y="184779"/>
                  </a:lnTo>
                  <a:lnTo>
                    <a:pt x="5758184" y="184779"/>
                  </a:lnTo>
                  <a:lnTo>
                    <a:pt x="5758278" y="184779"/>
                  </a:lnTo>
                  <a:lnTo>
                    <a:pt x="5758372" y="184779"/>
                  </a:lnTo>
                  <a:lnTo>
                    <a:pt x="5758466" y="184779"/>
                  </a:lnTo>
                  <a:lnTo>
                    <a:pt x="5758560" y="184779"/>
                  </a:lnTo>
                  <a:lnTo>
                    <a:pt x="5758654" y="184779"/>
                  </a:lnTo>
                  <a:lnTo>
                    <a:pt x="5758748" y="184779"/>
                  </a:lnTo>
                  <a:lnTo>
                    <a:pt x="5758842" y="184779"/>
                  </a:lnTo>
                  <a:lnTo>
                    <a:pt x="5758936" y="184779"/>
                  </a:lnTo>
                  <a:lnTo>
                    <a:pt x="5759030" y="184779"/>
                  </a:lnTo>
                  <a:lnTo>
                    <a:pt x="5759124" y="184779"/>
                  </a:lnTo>
                  <a:lnTo>
                    <a:pt x="5759218" y="184779"/>
                  </a:lnTo>
                  <a:lnTo>
                    <a:pt x="5759313" y="184779"/>
                  </a:lnTo>
                  <a:lnTo>
                    <a:pt x="5759407" y="184779"/>
                  </a:lnTo>
                  <a:lnTo>
                    <a:pt x="5759501" y="184779"/>
                  </a:lnTo>
                  <a:lnTo>
                    <a:pt x="5759595" y="184779"/>
                  </a:lnTo>
                  <a:lnTo>
                    <a:pt x="5759689" y="184779"/>
                  </a:lnTo>
                  <a:lnTo>
                    <a:pt x="5759783" y="184779"/>
                  </a:lnTo>
                  <a:lnTo>
                    <a:pt x="5759877" y="184779"/>
                  </a:lnTo>
                  <a:lnTo>
                    <a:pt x="5759971" y="184779"/>
                  </a:lnTo>
                  <a:lnTo>
                    <a:pt x="5760065" y="184779"/>
                  </a:lnTo>
                  <a:lnTo>
                    <a:pt x="5760159" y="184779"/>
                  </a:lnTo>
                  <a:lnTo>
                    <a:pt x="5760253" y="184779"/>
                  </a:lnTo>
                  <a:lnTo>
                    <a:pt x="5760347" y="184779"/>
                  </a:lnTo>
                  <a:lnTo>
                    <a:pt x="5760441" y="184779"/>
                  </a:lnTo>
                  <a:lnTo>
                    <a:pt x="5760535" y="184779"/>
                  </a:lnTo>
                  <a:lnTo>
                    <a:pt x="5760629" y="184779"/>
                  </a:lnTo>
                  <a:lnTo>
                    <a:pt x="5760723" y="184779"/>
                  </a:lnTo>
                  <a:lnTo>
                    <a:pt x="5760817" y="184779"/>
                  </a:lnTo>
                  <a:lnTo>
                    <a:pt x="5760911" y="184779"/>
                  </a:lnTo>
                  <a:lnTo>
                    <a:pt x="5761005" y="184779"/>
                  </a:lnTo>
                  <a:lnTo>
                    <a:pt x="5761099" y="184779"/>
                  </a:lnTo>
                  <a:lnTo>
                    <a:pt x="5761193" y="184779"/>
                  </a:lnTo>
                  <a:lnTo>
                    <a:pt x="5761287" y="184779"/>
                  </a:lnTo>
                  <a:lnTo>
                    <a:pt x="5761381" y="184779"/>
                  </a:lnTo>
                  <a:lnTo>
                    <a:pt x="5761475" y="184779"/>
                  </a:lnTo>
                  <a:lnTo>
                    <a:pt x="5761569" y="184779"/>
                  </a:lnTo>
                  <a:lnTo>
                    <a:pt x="5761663" y="184779"/>
                  </a:lnTo>
                  <a:lnTo>
                    <a:pt x="5761757" y="184779"/>
                  </a:lnTo>
                  <a:lnTo>
                    <a:pt x="5761851" y="184779"/>
                  </a:lnTo>
                  <a:lnTo>
                    <a:pt x="5761945" y="184779"/>
                  </a:lnTo>
                  <a:lnTo>
                    <a:pt x="5762039" y="184779"/>
                  </a:lnTo>
                  <a:lnTo>
                    <a:pt x="5762133" y="184779"/>
                  </a:lnTo>
                  <a:lnTo>
                    <a:pt x="5762227" y="184779"/>
                  </a:lnTo>
                  <a:lnTo>
                    <a:pt x="5762321" y="184779"/>
                  </a:lnTo>
                  <a:lnTo>
                    <a:pt x="5762415" y="184779"/>
                  </a:lnTo>
                  <a:lnTo>
                    <a:pt x="5762509" y="184779"/>
                  </a:lnTo>
                  <a:lnTo>
                    <a:pt x="5762603" y="184779"/>
                  </a:lnTo>
                  <a:lnTo>
                    <a:pt x="5762697" y="184779"/>
                  </a:lnTo>
                  <a:lnTo>
                    <a:pt x="5762791" y="184779"/>
                  </a:lnTo>
                  <a:lnTo>
                    <a:pt x="5762886" y="184779"/>
                  </a:lnTo>
                  <a:lnTo>
                    <a:pt x="5762980" y="184779"/>
                  </a:lnTo>
                  <a:lnTo>
                    <a:pt x="5763074" y="184779"/>
                  </a:lnTo>
                  <a:lnTo>
                    <a:pt x="5763168" y="184779"/>
                  </a:lnTo>
                  <a:lnTo>
                    <a:pt x="5763262" y="184779"/>
                  </a:lnTo>
                  <a:lnTo>
                    <a:pt x="5763356" y="184779"/>
                  </a:lnTo>
                  <a:lnTo>
                    <a:pt x="5763450" y="184779"/>
                  </a:lnTo>
                  <a:lnTo>
                    <a:pt x="5763544" y="184779"/>
                  </a:lnTo>
                  <a:lnTo>
                    <a:pt x="5763638" y="184779"/>
                  </a:lnTo>
                  <a:lnTo>
                    <a:pt x="5763732" y="184779"/>
                  </a:lnTo>
                  <a:lnTo>
                    <a:pt x="5763826" y="184779"/>
                  </a:lnTo>
                  <a:lnTo>
                    <a:pt x="5763920" y="184779"/>
                  </a:lnTo>
                  <a:lnTo>
                    <a:pt x="5764014" y="184779"/>
                  </a:lnTo>
                  <a:lnTo>
                    <a:pt x="5764108" y="184779"/>
                  </a:lnTo>
                  <a:lnTo>
                    <a:pt x="5764202" y="184779"/>
                  </a:lnTo>
                  <a:lnTo>
                    <a:pt x="5764296" y="184779"/>
                  </a:lnTo>
                  <a:lnTo>
                    <a:pt x="5764390" y="184779"/>
                  </a:lnTo>
                  <a:lnTo>
                    <a:pt x="5764484" y="184779"/>
                  </a:lnTo>
                  <a:lnTo>
                    <a:pt x="5764578" y="184779"/>
                  </a:lnTo>
                  <a:lnTo>
                    <a:pt x="5764672" y="184779"/>
                  </a:lnTo>
                  <a:lnTo>
                    <a:pt x="5764766" y="184779"/>
                  </a:lnTo>
                  <a:lnTo>
                    <a:pt x="5764860" y="184779"/>
                  </a:lnTo>
                  <a:lnTo>
                    <a:pt x="5764954" y="184779"/>
                  </a:lnTo>
                  <a:lnTo>
                    <a:pt x="5765048" y="184779"/>
                  </a:lnTo>
                  <a:lnTo>
                    <a:pt x="5765142" y="184779"/>
                  </a:lnTo>
                  <a:lnTo>
                    <a:pt x="5765236" y="184779"/>
                  </a:lnTo>
                  <a:lnTo>
                    <a:pt x="5765330" y="184779"/>
                  </a:lnTo>
                  <a:lnTo>
                    <a:pt x="5765424" y="184779"/>
                  </a:lnTo>
                  <a:lnTo>
                    <a:pt x="5765518" y="184779"/>
                  </a:lnTo>
                  <a:lnTo>
                    <a:pt x="5765612" y="184779"/>
                  </a:lnTo>
                  <a:lnTo>
                    <a:pt x="5765706" y="184779"/>
                  </a:lnTo>
                  <a:lnTo>
                    <a:pt x="5765800" y="184779"/>
                  </a:lnTo>
                  <a:lnTo>
                    <a:pt x="5765894" y="184779"/>
                  </a:lnTo>
                  <a:lnTo>
                    <a:pt x="5765988" y="184779"/>
                  </a:lnTo>
                  <a:lnTo>
                    <a:pt x="5766082" y="184779"/>
                  </a:lnTo>
                  <a:lnTo>
                    <a:pt x="5766176" y="184779"/>
                  </a:lnTo>
                  <a:lnTo>
                    <a:pt x="5766270" y="184779"/>
                  </a:lnTo>
                  <a:lnTo>
                    <a:pt x="5766365" y="184779"/>
                  </a:lnTo>
                  <a:lnTo>
                    <a:pt x="5766459" y="184779"/>
                  </a:lnTo>
                  <a:lnTo>
                    <a:pt x="5766553" y="184779"/>
                  </a:lnTo>
                  <a:lnTo>
                    <a:pt x="5766647" y="184779"/>
                  </a:lnTo>
                  <a:lnTo>
                    <a:pt x="5766741" y="184779"/>
                  </a:lnTo>
                  <a:lnTo>
                    <a:pt x="5766835" y="184779"/>
                  </a:lnTo>
                  <a:lnTo>
                    <a:pt x="5766929" y="184779"/>
                  </a:lnTo>
                  <a:lnTo>
                    <a:pt x="5767023" y="184779"/>
                  </a:lnTo>
                  <a:lnTo>
                    <a:pt x="5767117" y="184779"/>
                  </a:lnTo>
                  <a:lnTo>
                    <a:pt x="5767211" y="184779"/>
                  </a:lnTo>
                  <a:lnTo>
                    <a:pt x="5767305" y="184779"/>
                  </a:lnTo>
                  <a:lnTo>
                    <a:pt x="5767399" y="184779"/>
                  </a:lnTo>
                  <a:lnTo>
                    <a:pt x="5767493" y="184779"/>
                  </a:lnTo>
                  <a:lnTo>
                    <a:pt x="5767587" y="184779"/>
                  </a:lnTo>
                  <a:lnTo>
                    <a:pt x="5767681" y="184779"/>
                  </a:lnTo>
                  <a:lnTo>
                    <a:pt x="5767775" y="184779"/>
                  </a:lnTo>
                  <a:lnTo>
                    <a:pt x="5767869" y="184779"/>
                  </a:lnTo>
                  <a:lnTo>
                    <a:pt x="5767963" y="184779"/>
                  </a:lnTo>
                  <a:lnTo>
                    <a:pt x="5768057" y="184779"/>
                  </a:lnTo>
                  <a:lnTo>
                    <a:pt x="5768151" y="184779"/>
                  </a:lnTo>
                  <a:lnTo>
                    <a:pt x="5768245" y="184779"/>
                  </a:lnTo>
                  <a:lnTo>
                    <a:pt x="5768339" y="184779"/>
                  </a:lnTo>
                  <a:lnTo>
                    <a:pt x="5768433" y="184779"/>
                  </a:lnTo>
                  <a:lnTo>
                    <a:pt x="5768527" y="184779"/>
                  </a:lnTo>
                  <a:lnTo>
                    <a:pt x="5768621" y="184779"/>
                  </a:lnTo>
                  <a:lnTo>
                    <a:pt x="5768715" y="184779"/>
                  </a:lnTo>
                  <a:lnTo>
                    <a:pt x="5768809" y="184779"/>
                  </a:lnTo>
                  <a:lnTo>
                    <a:pt x="5768903" y="184779"/>
                  </a:lnTo>
                  <a:lnTo>
                    <a:pt x="5768997" y="184779"/>
                  </a:lnTo>
                  <a:lnTo>
                    <a:pt x="5769091" y="184779"/>
                  </a:lnTo>
                  <a:lnTo>
                    <a:pt x="5769185" y="184779"/>
                  </a:lnTo>
                  <a:lnTo>
                    <a:pt x="5769279" y="184779"/>
                  </a:lnTo>
                  <a:lnTo>
                    <a:pt x="5769373" y="184779"/>
                  </a:lnTo>
                  <a:lnTo>
                    <a:pt x="5769467" y="184779"/>
                  </a:lnTo>
                  <a:lnTo>
                    <a:pt x="5769561" y="184779"/>
                  </a:lnTo>
                  <a:lnTo>
                    <a:pt x="5769655" y="184779"/>
                  </a:lnTo>
                  <a:lnTo>
                    <a:pt x="5769749" y="184779"/>
                  </a:lnTo>
                  <a:lnTo>
                    <a:pt x="5769843" y="184779"/>
                  </a:lnTo>
                  <a:lnTo>
                    <a:pt x="5769938" y="184779"/>
                  </a:lnTo>
                  <a:lnTo>
                    <a:pt x="5770032" y="184779"/>
                  </a:lnTo>
                  <a:lnTo>
                    <a:pt x="5770126" y="184779"/>
                  </a:lnTo>
                  <a:lnTo>
                    <a:pt x="5770220" y="184779"/>
                  </a:lnTo>
                  <a:lnTo>
                    <a:pt x="5770314" y="184779"/>
                  </a:lnTo>
                  <a:lnTo>
                    <a:pt x="5770408" y="184779"/>
                  </a:lnTo>
                  <a:lnTo>
                    <a:pt x="5770502" y="184779"/>
                  </a:lnTo>
                  <a:lnTo>
                    <a:pt x="5770596" y="184779"/>
                  </a:lnTo>
                  <a:lnTo>
                    <a:pt x="5770690" y="184779"/>
                  </a:lnTo>
                  <a:lnTo>
                    <a:pt x="5770784" y="184779"/>
                  </a:lnTo>
                  <a:lnTo>
                    <a:pt x="5770878" y="184779"/>
                  </a:lnTo>
                  <a:lnTo>
                    <a:pt x="5770972" y="184779"/>
                  </a:lnTo>
                  <a:lnTo>
                    <a:pt x="5771066" y="184779"/>
                  </a:lnTo>
                  <a:lnTo>
                    <a:pt x="5771160" y="184779"/>
                  </a:lnTo>
                  <a:lnTo>
                    <a:pt x="5771254" y="184779"/>
                  </a:lnTo>
                  <a:lnTo>
                    <a:pt x="5771348" y="184779"/>
                  </a:lnTo>
                  <a:lnTo>
                    <a:pt x="5771442" y="184779"/>
                  </a:lnTo>
                  <a:lnTo>
                    <a:pt x="5771536" y="184779"/>
                  </a:lnTo>
                  <a:lnTo>
                    <a:pt x="5771630" y="184779"/>
                  </a:lnTo>
                  <a:lnTo>
                    <a:pt x="5771724" y="184779"/>
                  </a:lnTo>
                  <a:lnTo>
                    <a:pt x="5771818" y="184779"/>
                  </a:lnTo>
                  <a:lnTo>
                    <a:pt x="5771912" y="184779"/>
                  </a:lnTo>
                  <a:lnTo>
                    <a:pt x="5772006" y="184779"/>
                  </a:lnTo>
                  <a:lnTo>
                    <a:pt x="5772100" y="184779"/>
                  </a:lnTo>
                  <a:lnTo>
                    <a:pt x="5772194" y="184779"/>
                  </a:lnTo>
                  <a:lnTo>
                    <a:pt x="5772288" y="184779"/>
                  </a:lnTo>
                  <a:lnTo>
                    <a:pt x="5772382" y="184779"/>
                  </a:lnTo>
                  <a:lnTo>
                    <a:pt x="5772476" y="184779"/>
                  </a:lnTo>
                  <a:lnTo>
                    <a:pt x="5772570" y="184779"/>
                  </a:lnTo>
                  <a:lnTo>
                    <a:pt x="5772664" y="184779"/>
                  </a:lnTo>
                  <a:lnTo>
                    <a:pt x="5772758" y="184779"/>
                  </a:lnTo>
                  <a:lnTo>
                    <a:pt x="5772852" y="184779"/>
                  </a:lnTo>
                  <a:lnTo>
                    <a:pt x="5772946" y="184779"/>
                  </a:lnTo>
                  <a:lnTo>
                    <a:pt x="5773040" y="184779"/>
                  </a:lnTo>
                  <a:lnTo>
                    <a:pt x="5773134" y="184779"/>
                  </a:lnTo>
                  <a:lnTo>
                    <a:pt x="5773228" y="184779"/>
                  </a:lnTo>
                  <a:lnTo>
                    <a:pt x="5773322" y="184779"/>
                  </a:lnTo>
                  <a:lnTo>
                    <a:pt x="5773416" y="184779"/>
                  </a:lnTo>
                  <a:lnTo>
                    <a:pt x="5773511" y="184779"/>
                  </a:lnTo>
                  <a:lnTo>
                    <a:pt x="5773605" y="184779"/>
                  </a:lnTo>
                  <a:lnTo>
                    <a:pt x="5773699" y="184779"/>
                  </a:lnTo>
                  <a:lnTo>
                    <a:pt x="5773793" y="184779"/>
                  </a:lnTo>
                  <a:lnTo>
                    <a:pt x="5773887" y="184779"/>
                  </a:lnTo>
                  <a:lnTo>
                    <a:pt x="5773981" y="184779"/>
                  </a:lnTo>
                  <a:lnTo>
                    <a:pt x="5774075" y="184779"/>
                  </a:lnTo>
                  <a:lnTo>
                    <a:pt x="5774169" y="184779"/>
                  </a:lnTo>
                  <a:lnTo>
                    <a:pt x="5774263" y="184779"/>
                  </a:lnTo>
                  <a:lnTo>
                    <a:pt x="5774357" y="184779"/>
                  </a:lnTo>
                  <a:lnTo>
                    <a:pt x="5774451" y="184779"/>
                  </a:lnTo>
                  <a:lnTo>
                    <a:pt x="5774545" y="184779"/>
                  </a:lnTo>
                  <a:lnTo>
                    <a:pt x="5774639" y="184779"/>
                  </a:lnTo>
                  <a:lnTo>
                    <a:pt x="5774733" y="184779"/>
                  </a:lnTo>
                  <a:lnTo>
                    <a:pt x="5774827" y="184779"/>
                  </a:lnTo>
                  <a:lnTo>
                    <a:pt x="5774921" y="184779"/>
                  </a:lnTo>
                  <a:lnTo>
                    <a:pt x="5775015" y="184779"/>
                  </a:lnTo>
                  <a:lnTo>
                    <a:pt x="5775109" y="184779"/>
                  </a:lnTo>
                  <a:lnTo>
                    <a:pt x="5775203" y="184779"/>
                  </a:lnTo>
                  <a:lnTo>
                    <a:pt x="5775297" y="184779"/>
                  </a:lnTo>
                  <a:lnTo>
                    <a:pt x="5775391" y="184779"/>
                  </a:lnTo>
                  <a:lnTo>
                    <a:pt x="5775485" y="184779"/>
                  </a:lnTo>
                  <a:lnTo>
                    <a:pt x="5775579" y="184779"/>
                  </a:lnTo>
                  <a:lnTo>
                    <a:pt x="5775673" y="184779"/>
                  </a:lnTo>
                  <a:lnTo>
                    <a:pt x="5775767" y="184779"/>
                  </a:lnTo>
                  <a:lnTo>
                    <a:pt x="5775861" y="184779"/>
                  </a:lnTo>
                  <a:lnTo>
                    <a:pt x="5775955" y="184779"/>
                  </a:lnTo>
                  <a:lnTo>
                    <a:pt x="5776049" y="184779"/>
                  </a:lnTo>
                  <a:lnTo>
                    <a:pt x="5776143" y="184779"/>
                  </a:lnTo>
                  <a:lnTo>
                    <a:pt x="5776237" y="184779"/>
                  </a:lnTo>
                  <a:lnTo>
                    <a:pt x="5776331" y="184779"/>
                  </a:lnTo>
                  <a:lnTo>
                    <a:pt x="5776425" y="184779"/>
                  </a:lnTo>
                  <a:lnTo>
                    <a:pt x="5776519" y="184779"/>
                  </a:lnTo>
                  <a:lnTo>
                    <a:pt x="5776613" y="184779"/>
                  </a:lnTo>
                  <a:lnTo>
                    <a:pt x="5776707" y="184779"/>
                  </a:lnTo>
                  <a:lnTo>
                    <a:pt x="5776801" y="184779"/>
                  </a:lnTo>
                  <a:lnTo>
                    <a:pt x="5776895" y="184779"/>
                  </a:lnTo>
                  <a:lnTo>
                    <a:pt x="5776989" y="184779"/>
                  </a:lnTo>
                  <a:lnTo>
                    <a:pt x="5777084" y="184779"/>
                  </a:lnTo>
                  <a:lnTo>
                    <a:pt x="5777178" y="184779"/>
                  </a:lnTo>
                  <a:lnTo>
                    <a:pt x="5777272" y="184779"/>
                  </a:lnTo>
                  <a:lnTo>
                    <a:pt x="5777366" y="184779"/>
                  </a:lnTo>
                  <a:lnTo>
                    <a:pt x="5777460" y="184779"/>
                  </a:lnTo>
                  <a:lnTo>
                    <a:pt x="5777554" y="184779"/>
                  </a:lnTo>
                  <a:lnTo>
                    <a:pt x="5777648" y="184779"/>
                  </a:lnTo>
                  <a:lnTo>
                    <a:pt x="5777742" y="184779"/>
                  </a:lnTo>
                  <a:lnTo>
                    <a:pt x="5777836" y="184779"/>
                  </a:lnTo>
                  <a:lnTo>
                    <a:pt x="5777930" y="184779"/>
                  </a:lnTo>
                  <a:lnTo>
                    <a:pt x="5778024" y="184779"/>
                  </a:lnTo>
                  <a:lnTo>
                    <a:pt x="5778118" y="184779"/>
                  </a:lnTo>
                  <a:lnTo>
                    <a:pt x="5778212" y="184779"/>
                  </a:lnTo>
                  <a:lnTo>
                    <a:pt x="5778306" y="184779"/>
                  </a:lnTo>
                  <a:lnTo>
                    <a:pt x="5778400" y="184779"/>
                  </a:lnTo>
                  <a:lnTo>
                    <a:pt x="5778494" y="184779"/>
                  </a:lnTo>
                  <a:lnTo>
                    <a:pt x="5778588" y="184779"/>
                  </a:lnTo>
                  <a:lnTo>
                    <a:pt x="5778682" y="184779"/>
                  </a:lnTo>
                  <a:lnTo>
                    <a:pt x="5778776" y="184779"/>
                  </a:lnTo>
                  <a:lnTo>
                    <a:pt x="5778870" y="184779"/>
                  </a:lnTo>
                  <a:lnTo>
                    <a:pt x="5778964" y="184779"/>
                  </a:lnTo>
                  <a:lnTo>
                    <a:pt x="5779058" y="184779"/>
                  </a:lnTo>
                  <a:lnTo>
                    <a:pt x="5779152" y="184779"/>
                  </a:lnTo>
                  <a:lnTo>
                    <a:pt x="5779246" y="184779"/>
                  </a:lnTo>
                  <a:lnTo>
                    <a:pt x="5779340" y="184779"/>
                  </a:lnTo>
                  <a:lnTo>
                    <a:pt x="5779434" y="184779"/>
                  </a:lnTo>
                  <a:lnTo>
                    <a:pt x="5779528" y="184779"/>
                  </a:lnTo>
                  <a:lnTo>
                    <a:pt x="5779622" y="184779"/>
                  </a:lnTo>
                  <a:lnTo>
                    <a:pt x="5779716" y="184779"/>
                  </a:lnTo>
                  <a:lnTo>
                    <a:pt x="5779810" y="184779"/>
                  </a:lnTo>
                  <a:lnTo>
                    <a:pt x="5779904" y="184779"/>
                  </a:lnTo>
                  <a:lnTo>
                    <a:pt x="5779998" y="184779"/>
                  </a:lnTo>
                  <a:lnTo>
                    <a:pt x="5780092" y="184779"/>
                  </a:lnTo>
                  <a:lnTo>
                    <a:pt x="5780186" y="184779"/>
                  </a:lnTo>
                  <a:lnTo>
                    <a:pt x="5780280" y="184779"/>
                  </a:lnTo>
                  <a:lnTo>
                    <a:pt x="5780374" y="184779"/>
                  </a:lnTo>
                  <a:lnTo>
                    <a:pt x="5780468" y="184779"/>
                  </a:lnTo>
                  <a:lnTo>
                    <a:pt x="5780563" y="184779"/>
                  </a:lnTo>
                  <a:lnTo>
                    <a:pt x="5780657" y="184779"/>
                  </a:lnTo>
                  <a:lnTo>
                    <a:pt x="5780751" y="184779"/>
                  </a:lnTo>
                  <a:lnTo>
                    <a:pt x="5780845" y="184779"/>
                  </a:lnTo>
                  <a:lnTo>
                    <a:pt x="5780939" y="184779"/>
                  </a:lnTo>
                  <a:lnTo>
                    <a:pt x="5781033" y="184779"/>
                  </a:lnTo>
                  <a:lnTo>
                    <a:pt x="5781127" y="184779"/>
                  </a:lnTo>
                  <a:lnTo>
                    <a:pt x="5781221" y="184779"/>
                  </a:lnTo>
                  <a:lnTo>
                    <a:pt x="5781315" y="184779"/>
                  </a:lnTo>
                  <a:lnTo>
                    <a:pt x="5781409" y="184779"/>
                  </a:lnTo>
                  <a:lnTo>
                    <a:pt x="5781503" y="184779"/>
                  </a:lnTo>
                  <a:lnTo>
                    <a:pt x="5781597" y="184779"/>
                  </a:lnTo>
                  <a:lnTo>
                    <a:pt x="5781691" y="184779"/>
                  </a:lnTo>
                  <a:lnTo>
                    <a:pt x="5781785" y="184779"/>
                  </a:lnTo>
                  <a:lnTo>
                    <a:pt x="5781879" y="184779"/>
                  </a:lnTo>
                  <a:lnTo>
                    <a:pt x="5781973" y="184779"/>
                  </a:lnTo>
                  <a:lnTo>
                    <a:pt x="5782067" y="184779"/>
                  </a:lnTo>
                  <a:lnTo>
                    <a:pt x="5782067" y="179500"/>
                  </a:lnTo>
                  <a:lnTo>
                    <a:pt x="5782161" y="179500"/>
                  </a:lnTo>
                  <a:lnTo>
                    <a:pt x="5782255" y="179500"/>
                  </a:lnTo>
                  <a:lnTo>
                    <a:pt x="5782349" y="179500"/>
                  </a:lnTo>
                  <a:lnTo>
                    <a:pt x="5782443" y="179500"/>
                  </a:lnTo>
                  <a:lnTo>
                    <a:pt x="5782537" y="179500"/>
                  </a:lnTo>
                  <a:lnTo>
                    <a:pt x="5782631" y="179500"/>
                  </a:lnTo>
                  <a:lnTo>
                    <a:pt x="5782725" y="179500"/>
                  </a:lnTo>
                  <a:lnTo>
                    <a:pt x="5782819" y="179500"/>
                  </a:lnTo>
                  <a:lnTo>
                    <a:pt x="5782913" y="179500"/>
                  </a:lnTo>
                  <a:lnTo>
                    <a:pt x="5783007" y="179500"/>
                  </a:lnTo>
                  <a:lnTo>
                    <a:pt x="5783101" y="179500"/>
                  </a:lnTo>
                  <a:lnTo>
                    <a:pt x="5783195" y="179500"/>
                  </a:lnTo>
                  <a:lnTo>
                    <a:pt x="5783289" y="179500"/>
                  </a:lnTo>
                  <a:lnTo>
                    <a:pt x="5783383" y="179500"/>
                  </a:lnTo>
                  <a:lnTo>
                    <a:pt x="5783477" y="179500"/>
                  </a:lnTo>
                  <a:lnTo>
                    <a:pt x="5783571" y="179500"/>
                  </a:lnTo>
                  <a:lnTo>
                    <a:pt x="5783665" y="179500"/>
                  </a:lnTo>
                  <a:lnTo>
                    <a:pt x="5783759" y="179500"/>
                  </a:lnTo>
                  <a:lnTo>
                    <a:pt x="5783853" y="179500"/>
                  </a:lnTo>
                  <a:lnTo>
                    <a:pt x="5783947" y="179500"/>
                  </a:lnTo>
                  <a:lnTo>
                    <a:pt x="5784041" y="179500"/>
                  </a:lnTo>
                  <a:lnTo>
                    <a:pt x="5784136" y="179500"/>
                  </a:lnTo>
                  <a:lnTo>
                    <a:pt x="5784230" y="179500"/>
                  </a:lnTo>
                  <a:lnTo>
                    <a:pt x="5784324" y="179500"/>
                  </a:lnTo>
                  <a:lnTo>
                    <a:pt x="5784418" y="179500"/>
                  </a:lnTo>
                  <a:lnTo>
                    <a:pt x="5784512" y="179500"/>
                  </a:lnTo>
                  <a:lnTo>
                    <a:pt x="5784606" y="179500"/>
                  </a:lnTo>
                  <a:lnTo>
                    <a:pt x="5784700" y="179500"/>
                  </a:lnTo>
                  <a:lnTo>
                    <a:pt x="5784794" y="179500"/>
                  </a:lnTo>
                  <a:lnTo>
                    <a:pt x="5784888" y="179500"/>
                  </a:lnTo>
                  <a:lnTo>
                    <a:pt x="5784982" y="179500"/>
                  </a:lnTo>
                  <a:lnTo>
                    <a:pt x="5785076" y="179500"/>
                  </a:lnTo>
                  <a:lnTo>
                    <a:pt x="5785170" y="179500"/>
                  </a:lnTo>
                  <a:lnTo>
                    <a:pt x="5785264" y="179500"/>
                  </a:lnTo>
                  <a:lnTo>
                    <a:pt x="5785358" y="179500"/>
                  </a:lnTo>
                  <a:lnTo>
                    <a:pt x="5785452" y="179500"/>
                  </a:lnTo>
                  <a:lnTo>
                    <a:pt x="5785546" y="179500"/>
                  </a:lnTo>
                  <a:lnTo>
                    <a:pt x="5785640" y="179500"/>
                  </a:lnTo>
                  <a:lnTo>
                    <a:pt x="5785734" y="179500"/>
                  </a:lnTo>
                  <a:lnTo>
                    <a:pt x="5785828" y="179500"/>
                  </a:lnTo>
                  <a:lnTo>
                    <a:pt x="5785922" y="179500"/>
                  </a:lnTo>
                  <a:lnTo>
                    <a:pt x="5786016" y="179500"/>
                  </a:lnTo>
                  <a:lnTo>
                    <a:pt x="5786110" y="179500"/>
                  </a:lnTo>
                  <a:lnTo>
                    <a:pt x="5786204" y="179500"/>
                  </a:lnTo>
                  <a:lnTo>
                    <a:pt x="5786298" y="179500"/>
                  </a:lnTo>
                  <a:lnTo>
                    <a:pt x="5786392" y="179500"/>
                  </a:lnTo>
                  <a:lnTo>
                    <a:pt x="5786486" y="179500"/>
                  </a:lnTo>
                  <a:lnTo>
                    <a:pt x="5786580" y="179500"/>
                  </a:lnTo>
                  <a:lnTo>
                    <a:pt x="5786674" y="179500"/>
                  </a:lnTo>
                  <a:lnTo>
                    <a:pt x="5786768" y="179500"/>
                  </a:lnTo>
                  <a:lnTo>
                    <a:pt x="5786862" y="179500"/>
                  </a:lnTo>
                  <a:lnTo>
                    <a:pt x="5786956" y="179500"/>
                  </a:lnTo>
                  <a:lnTo>
                    <a:pt x="5787050" y="179500"/>
                  </a:lnTo>
                  <a:lnTo>
                    <a:pt x="5787144" y="179500"/>
                  </a:lnTo>
                  <a:lnTo>
                    <a:pt x="5787238" y="179500"/>
                  </a:lnTo>
                  <a:lnTo>
                    <a:pt x="5787332" y="179500"/>
                  </a:lnTo>
                  <a:lnTo>
                    <a:pt x="5787426" y="179500"/>
                  </a:lnTo>
                  <a:lnTo>
                    <a:pt x="5787520" y="179500"/>
                  </a:lnTo>
                  <a:lnTo>
                    <a:pt x="5787614" y="179500"/>
                  </a:lnTo>
                  <a:lnTo>
                    <a:pt x="5787709" y="179500"/>
                  </a:lnTo>
                  <a:lnTo>
                    <a:pt x="5787803" y="179500"/>
                  </a:lnTo>
                  <a:lnTo>
                    <a:pt x="5787897" y="179500"/>
                  </a:lnTo>
                  <a:lnTo>
                    <a:pt x="5787991" y="179500"/>
                  </a:lnTo>
                  <a:lnTo>
                    <a:pt x="5788085" y="179500"/>
                  </a:lnTo>
                  <a:lnTo>
                    <a:pt x="5788179" y="179500"/>
                  </a:lnTo>
                  <a:lnTo>
                    <a:pt x="5788273" y="179500"/>
                  </a:lnTo>
                  <a:lnTo>
                    <a:pt x="5788367" y="179500"/>
                  </a:lnTo>
                  <a:lnTo>
                    <a:pt x="5788461" y="179500"/>
                  </a:lnTo>
                  <a:lnTo>
                    <a:pt x="5788555" y="179500"/>
                  </a:lnTo>
                  <a:lnTo>
                    <a:pt x="5788649" y="179500"/>
                  </a:lnTo>
                  <a:lnTo>
                    <a:pt x="5788743" y="179500"/>
                  </a:lnTo>
                  <a:lnTo>
                    <a:pt x="5788837" y="179500"/>
                  </a:lnTo>
                  <a:lnTo>
                    <a:pt x="5788931" y="179500"/>
                  </a:lnTo>
                  <a:lnTo>
                    <a:pt x="5789025" y="179500"/>
                  </a:lnTo>
                  <a:lnTo>
                    <a:pt x="5789119" y="179500"/>
                  </a:lnTo>
                  <a:lnTo>
                    <a:pt x="5789213" y="179500"/>
                  </a:lnTo>
                  <a:lnTo>
                    <a:pt x="5789307" y="179500"/>
                  </a:lnTo>
                  <a:lnTo>
                    <a:pt x="5789401" y="179500"/>
                  </a:lnTo>
                  <a:lnTo>
                    <a:pt x="5789495" y="179500"/>
                  </a:lnTo>
                  <a:lnTo>
                    <a:pt x="5789589" y="179500"/>
                  </a:lnTo>
                  <a:lnTo>
                    <a:pt x="5789683" y="179500"/>
                  </a:lnTo>
                  <a:lnTo>
                    <a:pt x="5789777" y="179500"/>
                  </a:lnTo>
                  <a:lnTo>
                    <a:pt x="5789871" y="179500"/>
                  </a:lnTo>
                  <a:lnTo>
                    <a:pt x="5789965" y="179500"/>
                  </a:lnTo>
                  <a:lnTo>
                    <a:pt x="5790059" y="179500"/>
                  </a:lnTo>
                  <a:lnTo>
                    <a:pt x="5790153" y="179500"/>
                  </a:lnTo>
                  <a:lnTo>
                    <a:pt x="5790247" y="179500"/>
                  </a:lnTo>
                  <a:lnTo>
                    <a:pt x="5790341" y="179500"/>
                  </a:lnTo>
                  <a:lnTo>
                    <a:pt x="5790435" y="179500"/>
                  </a:lnTo>
                  <a:lnTo>
                    <a:pt x="5790529" y="179500"/>
                  </a:lnTo>
                  <a:lnTo>
                    <a:pt x="5790623" y="179500"/>
                  </a:lnTo>
                  <a:lnTo>
                    <a:pt x="5790623" y="174220"/>
                  </a:lnTo>
                  <a:lnTo>
                    <a:pt x="5790717" y="174220"/>
                  </a:lnTo>
                  <a:lnTo>
                    <a:pt x="5790811" y="174220"/>
                  </a:lnTo>
                  <a:lnTo>
                    <a:pt x="5790905" y="174220"/>
                  </a:lnTo>
                  <a:lnTo>
                    <a:pt x="5790999" y="174220"/>
                  </a:lnTo>
                  <a:lnTo>
                    <a:pt x="5791093" y="174220"/>
                  </a:lnTo>
                  <a:lnTo>
                    <a:pt x="5791188" y="174220"/>
                  </a:lnTo>
                  <a:lnTo>
                    <a:pt x="5791282" y="174220"/>
                  </a:lnTo>
                  <a:lnTo>
                    <a:pt x="5791376" y="174220"/>
                  </a:lnTo>
                  <a:lnTo>
                    <a:pt x="5791470" y="174220"/>
                  </a:lnTo>
                  <a:lnTo>
                    <a:pt x="5791564" y="174220"/>
                  </a:lnTo>
                  <a:lnTo>
                    <a:pt x="5791658" y="174220"/>
                  </a:lnTo>
                  <a:lnTo>
                    <a:pt x="5791752" y="174220"/>
                  </a:lnTo>
                  <a:lnTo>
                    <a:pt x="5791846" y="174220"/>
                  </a:lnTo>
                  <a:lnTo>
                    <a:pt x="5791940" y="174220"/>
                  </a:lnTo>
                  <a:lnTo>
                    <a:pt x="5792034" y="174220"/>
                  </a:lnTo>
                  <a:lnTo>
                    <a:pt x="5792128" y="174220"/>
                  </a:lnTo>
                  <a:lnTo>
                    <a:pt x="5792222" y="174220"/>
                  </a:lnTo>
                  <a:lnTo>
                    <a:pt x="5792316" y="174220"/>
                  </a:lnTo>
                  <a:lnTo>
                    <a:pt x="5792410" y="174220"/>
                  </a:lnTo>
                  <a:lnTo>
                    <a:pt x="5792504" y="174220"/>
                  </a:lnTo>
                  <a:lnTo>
                    <a:pt x="5792598" y="174220"/>
                  </a:lnTo>
                  <a:lnTo>
                    <a:pt x="5792692" y="174220"/>
                  </a:lnTo>
                  <a:lnTo>
                    <a:pt x="5792786" y="174220"/>
                  </a:lnTo>
                  <a:lnTo>
                    <a:pt x="5792880" y="174220"/>
                  </a:lnTo>
                  <a:lnTo>
                    <a:pt x="5792974" y="174220"/>
                  </a:lnTo>
                  <a:lnTo>
                    <a:pt x="5793068" y="174220"/>
                  </a:lnTo>
                  <a:lnTo>
                    <a:pt x="5793162" y="174220"/>
                  </a:lnTo>
                  <a:lnTo>
                    <a:pt x="5793256" y="174220"/>
                  </a:lnTo>
                  <a:lnTo>
                    <a:pt x="5793350" y="174220"/>
                  </a:lnTo>
                  <a:lnTo>
                    <a:pt x="5793444" y="174220"/>
                  </a:lnTo>
                  <a:lnTo>
                    <a:pt x="5793538" y="174220"/>
                  </a:lnTo>
                  <a:lnTo>
                    <a:pt x="5793632" y="174220"/>
                  </a:lnTo>
                  <a:lnTo>
                    <a:pt x="5793726" y="174220"/>
                  </a:lnTo>
                  <a:lnTo>
                    <a:pt x="5793820" y="174220"/>
                  </a:lnTo>
                  <a:lnTo>
                    <a:pt x="5793914" y="174220"/>
                  </a:lnTo>
                  <a:lnTo>
                    <a:pt x="5794008" y="174220"/>
                  </a:lnTo>
                  <a:lnTo>
                    <a:pt x="5794102" y="174220"/>
                  </a:lnTo>
                  <a:lnTo>
                    <a:pt x="5794196" y="174220"/>
                  </a:lnTo>
                  <a:lnTo>
                    <a:pt x="5794290" y="174220"/>
                  </a:lnTo>
                  <a:lnTo>
                    <a:pt x="5794384" y="174220"/>
                  </a:lnTo>
                  <a:lnTo>
                    <a:pt x="5794478" y="174220"/>
                  </a:lnTo>
                  <a:lnTo>
                    <a:pt x="5794572" y="174220"/>
                  </a:lnTo>
                  <a:lnTo>
                    <a:pt x="5794666" y="174220"/>
                  </a:lnTo>
                  <a:lnTo>
                    <a:pt x="5794761" y="174220"/>
                  </a:lnTo>
                  <a:lnTo>
                    <a:pt x="5794855" y="174220"/>
                  </a:lnTo>
                  <a:lnTo>
                    <a:pt x="5794949" y="174220"/>
                  </a:lnTo>
                  <a:lnTo>
                    <a:pt x="5795043" y="174220"/>
                  </a:lnTo>
                  <a:lnTo>
                    <a:pt x="5795137" y="174220"/>
                  </a:lnTo>
                  <a:lnTo>
                    <a:pt x="5795231" y="174220"/>
                  </a:lnTo>
                  <a:lnTo>
                    <a:pt x="5795325" y="174220"/>
                  </a:lnTo>
                  <a:lnTo>
                    <a:pt x="5795419" y="174220"/>
                  </a:lnTo>
                  <a:lnTo>
                    <a:pt x="5795513" y="174220"/>
                  </a:lnTo>
                  <a:lnTo>
                    <a:pt x="5795607" y="174220"/>
                  </a:lnTo>
                  <a:lnTo>
                    <a:pt x="5795701" y="174220"/>
                  </a:lnTo>
                  <a:lnTo>
                    <a:pt x="5795795" y="174220"/>
                  </a:lnTo>
                  <a:lnTo>
                    <a:pt x="5795889" y="174220"/>
                  </a:lnTo>
                  <a:lnTo>
                    <a:pt x="5795983" y="174220"/>
                  </a:lnTo>
                  <a:lnTo>
                    <a:pt x="5796077" y="174220"/>
                  </a:lnTo>
                  <a:lnTo>
                    <a:pt x="5796171" y="174220"/>
                  </a:lnTo>
                  <a:lnTo>
                    <a:pt x="5796265" y="174220"/>
                  </a:lnTo>
                  <a:lnTo>
                    <a:pt x="5796359" y="174220"/>
                  </a:lnTo>
                  <a:lnTo>
                    <a:pt x="5796453" y="174220"/>
                  </a:lnTo>
                  <a:lnTo>
                    <a:pt x="5796547" y="174220"/>
                  </a:lnTo>
                  <a:lnTo>
                    <a:pt x="5796641" y="174220"/>
                  </a:lnTo>
                  <a:lnTo>
                    <a:pt x="5796735" y="174220"/>
                  </a:lnTo>
                  <a:lnTo>
                    <a:pt x="5796829" y="174220"/>
                  </a:lnTo>
                  <a:lnTo>
                    <a:pt x="5796923" y="174220"/>
                  </a:lnTo>
                  <a:lnTo>
                    <a:pt x="5797017" y="174220"/>
                  </a:lnTo>
                  <a:lnTo>
                    <a:pt x="5797111" y="174220"/>
                  </a:lnTo>
                  <a:lnTo>
                    <a:pt x="5797205" y="174220"/>
                  </a:lnTo>
                  <a:lnTo>
                    <a:pt x="5797299" y="174220"/>
                  </a:lnTo>
                  <a:lnTo>
                    <a:pt x="5797393" y="174220"/>
                  </a:lnTo>
                  <a:lnTo>
                    <a:pt x="5797487" y="174220"/>
                  </a:lnTo>
                  <a:lnTo>
                    <a:pt x="5797581" y="174220"/>
                  </a:lnTo>
                  <a:lnTo>
                    <a:pt x="5797675" y="174220"/>
                  </a:lnTo>
                  <a:lnTo>
                    <a:pt x="5797769" y="174220"/>
                  </a:lnTo>
                  <a:lnTo>
                    <a:pt x="5797863" y="174220"/>
                  </a:lnTo>
                  <a:lnTo>
                    <a:pt x="5797957" y="174220"/>
                  </a:lnTo>
                  <a:lnTo>
                    <a:pt x="5798051" y="174220"/>
                  </a:lnTo>
                  <a:lnTo>
                    <a:pt x="5798145" y="174220"/>
                  </a:lnTo>
                  <a:lnTo>
                    <a:pt x="5798239" y="174220"/>
                  </a:lnTo>
                  <a:lnTo>
                    <a:pt x="5798334" y="174220"/>
                  </a:lnTo>
                  <a:lnTo>
                    <a:pt x="5798428" y="174220"/>
                  </a:lnTo>
                  <a:lnTo>
                    <a:pt x="5798522" y="174220"/>
                  </a:lnTo>
                  <a:lnTo>
                    <a:pt x="5798616" y="174220"/>
                  </a:lnTo>
                  <a:lnTo>
                    <a:pt x="5798710" y="174220"/>
                  </a:lnTo>
                  <a:lnTo>
                    <a:pt x="5798804" y="174220"/>
                  </a:lnTo>
                  <a:lnTo>
                    <a:pt x="5798898" y="174220"/>
                  </a:lnTo>
                  <a:lnTo>
                    <a:pt x="5798992" y="174220"/>
                  </a:lnTo>
                  <a:lnTo>
                    <a:pt x="5799086" y="174220"/>
                  </a:lnTo>
                  <a:lnTo>
                    <a:pt x="5799180" y="174220"/>
                  </a:lnTo>
                  <a:lnTo>
                    <a:pt x="5799274" y="174220"/>
                  </a:lnTo>
                  <a:lnTo>
                    <a:pt x="5799368" y="174220"/>
                  </a:lnTo>
                  <a:lnTo>
                    <a:pt x="5799462" y="174220"/>
                  </a:lnTo>
                  <a:lnTo>
                    <a:pt x="5799556" y="174220"/>
                  </a:lnTo>
                  <a:lnTo>
                    <a:pt x="5799650" y="174220"/>
                  </a:lnTo>
                  <a:lnTo>
                    <a:pt x="5799744" y="174220"/>
                  </a:lnTo>
                  <a:lnTo>
                    <a:pt x="5799838" y="174220"/>
                  </a:lnTo>
                  <a:lnTo>
                    <a:pt x="5799932" y="174220"/>
                  </a:lnTo>
                  <a:lnTo>
                    <a:pt x="5800026" y="174220"/>
                  </a:lnTo>
                  <a:lnTo>
                    <a:pt x="5800120" y="174220"/>
                  </a:lnTo>
                  <a:lnTo>
                    <a:pt x="5800214" y="174220"/>
                  </a:lnTo>
                  <a:lnTo>
                    <a:pt x="5800308" y="174220"/>
                  </a:lnTo>
                  <a:lnTo>
                    <a:pt x="5800402" y="174220"/>
                  </a:lnTo>
                  <a:lnTo>
                    <a:pt x="5800496" y="174220"/>
                  </a:lnTo>
                  <a:lnTo>
                    <a:pt x="5800590" y="174220"/>
                  </a:lnTo>
                  <a:lnTo>
                    <a:pt x="5800684" y="174220"/>
                  </a:lnTo>
                  <a:lnTo>
                    <a:pt x="5800778" y="174220"/>
                  </a:lnTo>
                  <a:lnTo>
                    <a:pt x="5800872" y="174220"/>
                  </a:lnTo>
                  <a:lnTo>
                    <a:pt x="5800966" y="174220"/>
                  </a:lnTo>
                  <a:lnTo>
                    <a:pt x="5801060" y="174220"/>
                  </a:lnTo>
                  <a:lnTo>
                    <a:pt x="5801154" y="174220"/>
                  </a:lnTo>
                  <a:lnTo>
                    <a:pt x="5801248" y="174220"/>
                  </a:lnTo>
                  <a:lnTo>
                    <a:pt x="5801342" y="174220"/>
                  </a:lnTo>
                  <a:lnTo>
                    <a:pt x="5801436" y="174220"/>
                  </a:lnTo>
                  <a:lnTo>
                    <a:pt x="5801530" y="174220"/>
                  </a:lnTo>
                  <a:lnTo>
                    <a:pt x="5801624" y="174220"/>
                  </a:lnTo>
                  <a:lnTo>
                    <a:pt x="5801718" y="174220"/>
                  </a:lnTo>
                  <a:lnTo>
                    <a:pt x="5801813" y="174220"/>
                  </a:lnTo>
                  <a:lnTo>
                    <a:pt x="5801907" y="174220"/>
                  </a:lnTo>
                  <a:lnTo>
                    <a:pt x="5802001" y="174220"/>
                  </a:lnTo>
                  <a:lnTo>
                    <a:pt x="5802095" y="174220"/>
                  </a:lnTo>
                  <a:lnTo>
                    <a:pt x="5802189" y="174220"/>
                  </a:lnTo>
                  <a:lnTo>
                    <a:pt x="5802283" y="174220"/>
                  </a:lnTo>
                  <a:lnTo>
                    <a:pt x="5802377" y="174220"/>
                  </a:lnTo>
                  <a:lnTo>
                    <a:pt x="5802471" y="174220"/>
                  </a:lnTo>
                  <a:lnTo>
                    <a:pt x="5802565" y="174220"/>
                  </a:lnTo>
                  <a:lnTo>
                    <a:pt x="5802659" y="174220"/>
                  </a:lnTo>
                  <a:lnTo>
                    <a:pt x="5802753" y="174220"/>
                  </a:lnTo>
                  <a:lnTo>
                    <a:pt x="5802847" y="174220"/>
                  </a:lnTo>
                  <a:lnTo>
                    <a:pt x="5802941" y="174220"/>
                  </a:lnTo>
                  <a:lnTo>
                    <a:pt x="5803035" y="174220"/>
                  </a:lnTo>
                  <a:lnTo>
                    <a:pt x="5803129" y="174220"/>
                  </a:lnTo>
                  <a:lnTo>
                    <a:pt x="5803223" y="174220"/>
                  </a:lnTo>
                  <a:lnTo>
                    <a:pt x="5803317" y="174220"/>
                  </a:lnTo>
                  <a:lnTo>
                    <a:pt x="5803411" y="174220"/>
                  </a:lnTo>
                  <a:lnTo>
                    <a:pt x="5803505" y="174220"/>
                  </a:lnTo>
                  <a:lnTo>
                    <a:pt x="5803599" y="174220"/>
                  </a:lnTo>
                  <a:lnTo>
                    <a:pt x="5803693" y="174220"/>
                  </a:lnTo>
                  <a:lnTo>
                    <a:pt x="5803787" y="174220"/>
                  </a:lnTo>
                  <a:lnTo>
                    <a:pt x="5803881" y="174220"/>
                  </a:lnTo>
                  <a:lnTo>
                    <a:pt x="5803975" y="174220"/>
                  </a:lnTo>
                  <a:lnTo>
                    <a:pt x="5804069" y="174220"/>
                  </a:lnTo>
                  <a:lnTo>
                    <a:pt x="5804163" y="174220"/>
                  </a:lnTo>
                  <a:lnTo>
                    <a:pt x="5804257" y="174220"/>
                  </a:lnTo>
                  <a:lnTo>
                    <a:pt x="5804351" y="174220"/>
                  </a:lnTo>
                  <a:lnTo>
                    <a:pt x="5804445" y="174220"/>
                  </a:lnTo>
                  <a:lnTo>
                    <a:pt x="5804539" y="174220"/>
                  </a:lnTo>
                  <a:lnTo>
                    <a:pt x="5804633" y="174220"/>
                  </a:lnTo>
                  <a:lnTo>
                    <a:pt x="5804727" y="174220"/>
                  </a:lnTo>
                  <a:lnTo>
                    <a:pt x="5804821" y="174220"/>
                  </a:lnTo>
                  <a:lnTo>
                    <a:pt x="5804915" y="174220"/>
                  </a:lnTo>
                  <a:lnTo>
                    <a:pt x="5805009" y="174220"/>
                  </a:lnTo>
                  <a:lnTo>
                    <a:pt x="5805103" y="174220"/>
                  </a:lnTo>
                  <a:lnTo>
                    <a:pt x="5805197" y="174220"/>
                  </a:lnTo>
                  <a:lnTo>
                    <a:pt x="5805291" y="174220"/>
                  </a:lnTo>
                  <a:lnTo>
                    <a:pt x="5805386" y="174220"/>
                  </a:lnTo>
                  <a:lnTo>
                    <a:pt x="5805480" y="174220"/>
                  </a:lnTo>
                  <a:lnTo>
                    <a:pt x="5805574" y="174220"/>
                  </a:lnTo>
                  <a:lnTo>
                    <a:pt x="5805668" y="174220"/>
                  </a:lnTo>
                  <a:lnTo>
                    <a:pt x="5805762" y="174220"/>
                  </a:lnTo>
                  <a:lnTo>
                    <a:pt x="5805856" y="174220"/>
                  </a:lnTo>
                  <a:lnTo>
                    <a:pt x="5805950" y="174220"/>
                  </a:lnTo>
                  <a:lnTo>
                    <a:pt x="5806044" y="174220"/>
                  </a:lnTo>
                  <a:lnTo>
                    <a:pt x="5806138" y="174220"/>
                  </a:lnTo>
                  <a:lnTo>
                    <a:pt x="5806232" y="174220"/>
                  </a:lnTo>
                  <a:lnTo>
                    <a:pt x="5806326" y="174220"/>
                  </a:lnTo>
                  <a:lnTo>
                    <a:pt x="5806420" y="174220"/>
                  </a:lnTo>
                  <a:lnTo>
                    <a:pt x="5806514" y="174220"/>
                  </a:lnTo>
                  <a:lnTo>
                    <a:pt x="5806608" y="174220"/>
                  </a:lnTo>
                  <a:lnTo>
                    <a:pt x="5806702" y="174220"/>
                  </a:lnTo>
                  <a:lnTo>
                    <a:pt x="5806796" y="174220"/>
                  </a:lnTo>
                  <a:lnTo>
                    <a:pt x="5806890" y="174220"/>
                  </a:lnTo>
                  <a:lnTo>
                    <a:pt x="5806984" y="174220"/>
                  </a:lnTo>
                  <a:lnTo>
                    <a:pt x="5807078" y="174220"/>
                  </a:lnTo>
                  <a:lnTo>
                    <a:pt x="5807172" y="174220"/>
                  </a:lnTo>
                  <a:lnTo>
                    <a:pt x="5807266" y="174220"/>
                  </a:lnTo>
                  <a:lnTo>
                    <a:pt x="5807360" y="174220"/>
                  </a:lnTo>
                  <a:lnTo>
                    <a:pt x="5807454" y="174220"/>
                  </a:lnTo>
                  <a:lnTo>
                    <a:pt x="5807548" y="174220"/>
                  </a:lnTo>
                  <a:lnTo>
                    <a:pt x="5807642" y="174220"/>
                  </a:lnTo>
                  <a:lnTo>
                    <a:pt x="5807736" y="174220"/>
                  </a:lnTo>
                  <a:lnTo>
                    <a:pt x="5807830" y="174220"/>
                  </a:lnTo>
                  <a:lnTo>
                    <a:pt x="5807924" y="174220"/>
                  </a:lnTo>
                  <a:lnTo>
                    <a:pt x="5808018" y="174220"/>
                  </a:lnTo>
                  <a:lnTo>
                    <a:pt x="5808112" y="174220"/>
                  </a:lnTo>
                  <a:lnTo>
                    <a:pt x="5808206" y="174220"/>
                  </a:lnTo>
                  <a:lnTo>
                    <a:pt x="5808300" y="174220"/>
                  </a:lnTo>
                  <a:lnTo>
                    <a:pt x="5808394" y="174220"/>
                  </a:lnTo>
                  <a:lnTo>
                    <a:pt x="5808488" y="174220"/>
                  </a:lnTo>
                  <a:lnTo>
                    <a:pt x="5808582" y="174220"/>
                  </a:lnTo>
                  <a:lnTo>
                    <a:pt x="5808676" y="174220"/>
                  </a:lnTo>
                  <a:lnTo>
                    <a:pt x="5808770" y="174220"/>
                  </a:lnTo>
                  <a:lnTo>
                    <a:pt x="5808864" y="174220"/>
                  </a:lnTo>
                  <a:lnTo>
                    <a:pt x="5808959" y="174220"/>
                  </a:lnTo>
                  <a:lnTo>
                    <a:pt x="5809053" y="174220"/>
                  </a:lnTo>
                  <a:lnTo>
                    <a:pt x="5809147" y="174220"/>
                  </a:lnTo>
                  <a:lnTo>
                    <a:pt x="5809241" y="174220"/>
                  </a:lnTo>
                  <a:lnTo>
                    <a:pt x="5809335" y="174220"/>
                  </a:lnTo>
                  <a:lnTo>
                    <a:pt x="5809429" y="174220"/>
                  </a:lnTo>
                  <a:lnTo>
                    <a:pt x="5809523" y="174220"/>
                  </a:lnTo>
                  <a:lnTo>
                    <a:pt x="5809617" y="174220"/>
                  </a:lnTo>
                  <a:lnTo>
                    <a:pt x="5809711" y="174220"/>
                  </a:lnTo>
                  <a:lnTo>
                    <a:pt x="5809805" y="174220"/>
                  </a:lnTo>
                  <a:lnTo>
                    <a:pt x="5809899" y="174220"/>
                  </a:lnTo>
                  <a:lnTo>
                    <a:pt x="5809993" y="174220"/>
                  </a:lnTo>
                  <a:lnTo>
                    <a:pt x="5810087" y="174220"/>
                  </a:lnTo>
                  <a:lnTo>
                    <a:pt x="5810181" y="174220"/>
                  </a:lnTo>
                  <a:lnTo>
                    <a:pt x="5810275" y="174220"/>
                  </a:lnTo>
                  <a:lnTo>
                    <a:pt x="5810369" y="174220"/>
                  </a:lnTo>
                  <a:lnTo>
                    <a:pt x="5810463" y="174220"/>
                  </a:lnTo>
                  <a:lnTo>
                    <a:pt x="5810557" y="174220"/>
                  </a:lnTo>
                  <a:lnTo>
                    <a:pt x="5810651" y="174220"/>
                  </a:lnTo>
                  <a:lnTo>
                    <a:pt x="5810745" y="174220"/>
                  </a:lnTo>
                  <a:lnTo>
                    <a:pt x="5810839" y="174220"/>
                  </a:lnTo>
                  <a:lnTo>
                    <a:pt x="5810933" y="174220"/>
                  </a:lnTo>
                  <a:lnTo>
                    <a:pt x="5811027" y="174220"/>
                  </a:lnTo>
                  <a:lnTo>
                    <a:pt x="5811121" y="174220"/>
                  </a:lnTo>
                  <a:lnTo>
                    <a:pt x="5811215" y="174220"/>
                  </a:lnTo>
                  <a:lnTo>
                    <a:pt x="5811309" y="174220"/>
                  </a:lnTo>
                  <a:lnTo>
                    <a:pt x="5811403" y="174220"/>
                  </a:lnTo>
                  <a:lnTo>
                    <a:pt x="5811497" y="174220"/>
                  </a:lnTo>
                  <a:lnTo>
                    <a:pt x="5811591" y="174220"/>
                  </a:lnTo>
                  <a:lnTo>
                    <a:pt x="5811685" y="174220"/>
                  </a:lnTo>
                  <a:lnTo>
                    <a:pt x="5811779" y="174220"/>
                  </a:lnTo>
                  <a:lnTo>
                    <a:pt x="5811873" y="174220"/>
                  </a:lnTo>
                  <a:lnTo>
                    <a:pt x="5811967" y="174220"/>
                  </a:lnTo>
                  <a:lnTo>
                    <a:pt x="5812061" y="174220"/>
                  </a:lnTo>
                  <a:lnTo>
                    <a:pt x="5812155" y="174220"/>
                  </a:lnTo>
                  <a:lnTo>
                    <a:pt x="5812249" y="174220"/>
                  </a:lnTo>
                  <a:lnTo>
                    <a:pt x="5812343" y="174220"/>
                  </a:lnTo>
                  <a:lnTo>
                    <a:pt x="5812438" y="174220"/>
                  </a:lnTo>
                  <a:lnTo>
                    <a:pt x="5812532" y="174220"/>
                  </a:lnTo>
                  <a:lnTo>
                    <a:pt x="5812626" y="174220"/>
                  </a:lnTo>
                  <a:lnTo>
                    <a:pt x="5812720" y="174220"/>
                  </a:lnTo>
                  <a:lnTo>
                    <a:pt x="5812814" y="174220"/>
                  </a:lnTo>
                  <a:lnTo>
                    <a:pt x="5812908" y="174220"/>
                  </a:lnTo>
                  <a:lnTo>
                    <a:pt x="5813002" y="174220"/>
                  </a:lnTo>
                  <a:lnTo>
                    <a:pt x="5813096" y="174220"/>
                  </a:lnTo>
                  <a:lnTo>
                    <a:pt x="5813190" y="174220"/>
                  </a:lnTo>
                  <a:lnTo>
                    <a:pt x="5813284" y="174220"/>
                  </a:lnTo>
                  <a:lnTo>
                    <a:pt x="5813378" y="174220"/>
                  </a:lnTo>
                  <a:lnTo>
                    <a:pt x="5813472" y="174220"/>
                  </a:lnTo>
                  <a:lnTo>
                    <a:pt x="5813566" y="174220"/>
                  </a:lnTo>
                  <a:lnTo>
                    <a:pt x="5813660" y="174220"/>
                  </a:lnTo>
                  <a:lnTo>
                    <a:pt x="5813754" y="174220"/>
                  </a:lnTo>
                  <a:lnTo>
                    <a:pt x="5813848" y="174220"/>
                  </a:lnTo>
                  <a:lnTo>
                    <a:pt x="5813942" y="174220"/>
                  </a:lnTo>
                  <a:lnTo>
                    <a:pt x="5814036" y="174220"/>
                  </a:lnTo>
                  <a:lnTo>
                    <a:pt x="5814130" y="174220"/>
                  </a:lnTo>
                  <a:lnTo>
                    <a:pt x="5814224" y="174220"/>
                  </a:lnTo>
                  <a:lnTo>
                    <a:pt x="5814318" y="174220"/>
                  </a:lnTo>
                  <a:lnTo>
                    <a:pt x="5814412" y="174220"/>
                  </a:lnTo>
                  <a:lnTo>
                    <a:pt x="5814506" y="174220"/>
                  </a:lnTo>
                  <a:lnTo>
                    <a:pt x="5814600" y="174220"/>
                  </a:lnTo>
                  <a:lnTo>
                    <a:pt x="5814694" y="174220"/>
                  </a:lnTo>
                  <a:lnTo>
                    <a:pt x="5814788" y="174220"/>
                  </a:lnTo>
                  <a:lnTo>
                    <a:pt x="5814882" y="174220"/>
                  </a:lnTo>
                  <a:lnTo>
                    <a:pt x="5814976" y="174220"/>
                  </a:lnTo>
                  <a:lnTo>
                    <a:pt x="5815070" y="174220"/>
                  </a:lnTo>
                  <a:lnTo>
                    <a:pt x="5815164" y="174220"/>
                  </a:lnTo>
                  <a:lnTo>
                    <a:pt x="5815258" y="174220"/>
                  </a:lnTo>
                  <a:lnTo>
                    <a:pt x="5815352" y="174220"/>
                  </a:lnTo>
                  <a:lnTo>
                    <a:pt x="5815446" y="174220"/>
                  </a:lnTo>
                  <a:lnTo>
                    <a:pt x="5815540" y="174220"/>
                  </a:lnTo>
                  <a:lnTo>
                    <a:pt x="5815634" y="174220"/>
                  </a:lnTo>
                  <a:lnTo>
                    <a:pt x="5815728" y="174220"/>
                  </a:lnTo>
                  <a:lnTo>
                    <a:pt x="5815822" y="174220"/>
                  </a:lnTo>
                  <a:lnTo>
                    <a:pt x="5815916" y="174220"/>
                  </a:lnTo>
                  <a:lnTo>
                    <a:pt x="5816011" y="174220"/>
                  </a:lnTo>
                  <a:lnTo>
                    <a:pt x="5816105" y="174220"/>
                  </a:lnTo>
                  <a:lnTo>
                    <a:pt x="5816199" y="174220"/>
                  </a:lnTo>
                  <a:lnTo>
                    <a:pt x="5816293" y="174220"/>
                  </a:lnTo>
                  <a:lnTo>
                    <a:pt x="5816387" y="174220"/>
                  </a:lnTo>
                  <a:lnTo>
                    <a:pt x="5816481" y="174220"/>
                  </a:lnTo>
                  <a:lnTo>
                    <a:pt x="5816575" y="174220"/>
                  </a:lnTo>
                  <a:lnTo>
                    <a:pt x="5816669" y="174220"/>
                  </a:lnTo>
                  <a:lnTo>
                    <a:pt x="5816763" y="174220"/>
                  </a:lnTo>
                  <a:lnTo>
                    <a:pt x="5816857" y="174220"/>
                  </a:lnTo>
                  <a:lnTo>
                    <a:pt x="5816951" y="174220"/>
                  </a:lnTo>
                  <a:lnTo>
                    <a:pt x="5817045" y="174220"/>
                  </a:lnTo>
                  <a:lnTo>
                    <a:pt x="5817139" y="174220"/>
                  </a:lnTo>
                  <a:lnTo>
                    <a:pt x="5817233" y="174220"/>
                  </a:lnTo>
                  <a:lnTo>
                    <a:pt x="5817327" y="174220"/>
                  </a:lnTo>
                  <a:lnTo>
                    <a:pt x="5817421" y="174220"/>
                  </a:lnTo>
                  <a:lnTo>
                    <a:pt x="5817515" y="174220"/>
                  </a:lnTo>
                  <a:lnTo>
                    <a:pt x="5817609" y="174220"/>
                  </a:lnTo>
                  <a:lnTo>
                    <a:pt x="5817703" y="174220"/>
                  </a:lnTo>
                  <a:lnTo>
                    <a:pt x="5817797" y="174220"/>
                  </a:lnTo>
                  <a:lnTo>
                    <a:pt x="5817891" y="174220"/>
                  </a:lnTo>
                  <a:lnTo>
                    <a:pt x="5817985" y="174220"/>
                  </a:lnTo>
                  <a:lnTo>
                    <a:pt x="5818079" y="174220"/>
                  </a:lnTo>
                  <a:lnTo>
                    <a:pt x="5818173" y="174220"/>
                  </a:lnTo>
                  <a:lnTo>
                    <a:pt x="5818267" y="174220"/>
                  </a:lnTo>
                  <a:lnTo>
                    <a:pt x="5818361" y="174220"/>
                  </a:lnTo>
                  <a:lnTo>
                    <a:pt x="5818455" y="174220"/>
                  </a:lnTo>
                  <a:lnTo>
                    <a:pt x="5818549" y="174220"/>
                  </a:lnTo>
                  <a:lnTo>
                    <a:pt x="5818643" y="174220"/>
                  </a:lnTo>
                  <a:lnTo>
                    <a:pt x="5818737" y="174220"/>
                  </a:lnTo>
                  <a:lnTo>
                    <a:pt x="5818831" y="174220"/>
                  </a:lnTo>
                  <a:lnTo>
                    <a:pt x="5818925" y="174220"/>
                  </a:lnTo>
                  <a:lnTo>
                    <a:pt x="5819019" y="174220"/>
                  </a:lnTo>
                  <a:lnTo>
                    <a:pt x="5819113" y="174220"/>
                  </a:lnTo>
                  <a:lnTo>
                    <a:pt x="5819207" y="174220"/>
                  </a:lnTo>
                  <a:lnTo>
                    <a:pt x="5819301" y="174220"/>
                  </a:lnTo>
                  <a:lnTo>
                    <a:pt x="5819395" y="174220"/>
                  </a:lnTo>
                  <a:lnTo>
                    <a:pt x="5819489" y="174220"/>
                  </a:lnTo>
                  <a:lnTo>
                    <a:pt x="5819584" y="174220"/>
                  </a:lnTo>
                  <a:lnTo>
                    <a:pt x="5819678" y="174220"/>
                  </a:lnTo>
                  <a:lnTo>
                    <a:pt x="5819772" y="174220"/>
                  </a:lnTo>
                  <a:lnTo>
                    <a:pt x="5819866" y="174220"/>
                  </a:lnTo>
                  <a:lnTo>
                    <a:pt x="5819960" y="174220"/>
                  </a:lnTo>
                  <a:lnTo>
                    <a:pt x="5820054" y="174220"/>
                  </a:lnTo>
                  <a:lnTo>
                    <a:pt x="5820148" y="174220"/>
                  </a:lnTo>
                  <a:lnTo>
                    <a:pt x="5820242" y="174220"/>
                  </a:lnTo>
                  <a:lnTo>
                    <a:pt x="5820336" y="174220"/>
                  </a:lnTo>
                  <a:lnTo>
                    <a:pt x="5820430" y="174220"/>
                  </a:lnTo>
                  <a:lnTo>
                    <a:pt x="5820524" y="174220"/>
                  </a:lnTo>
                  <a:lnTo>
                    <a:pt x="5820618" y="174220"/>
                  </a:lnTo>
                  <a:lnTo>
                    <a:pt x="5820712" y="174220"/>
                  </a:lnTo>
                  <a:lnTo>
                    <a:pt x="5820806" y="174220"/>
                  </a:lnTo>
                  <a:lnTo>
                    <a:pt x="5820900" y="174220"/>
                  </a:lnTo>
                  <a:lnTo>
                    <a:pt x="5820994" y="174220"/>
                  </a:lnTo>
                  <a:lnTo>
                    <a:pt x="5821088" y="174220"/>
                  </a:lnTo>
                  <a:lnTo>
                    <a:pt x="5821182" y="174220"/>
                  </a:lnTo>
                  <a:lnTo>
                    <a:pt x="5821276" y="174220"/>
                  </a:lnTo>
                  <a:lnTo>
                    <a:pt x="5821370" y="174220"/>
                  </a:lnTo>
                  <a:lnTo>
                    <a:pt x="5821464" y="174220"/>
                  </a:lnTo>
                  <a:lnTo>
                    <a:pt x="5821558" y="174220"/>
                  </a:lnTo>
                  <a:lnTo>
                    <a:pt x="5821652" y="174220"/>
                  </a:lnTo>
                  <a:lnTo>
                    <a:pt x="5821746" y="174220"/>
                  </a:lnTo>
                  <a:lnTo>
                    <a:pt x="5821840" y="174220"/>
                  </a:lnTo>
                  <a:lnTo>
                    <a:pt x="5821934" y="174220"/>
                  </a:lnTo>
                  <a:lnTo>
                    <a:pt x="5822028" y="174220"/>
                  </a:lnTo>
                  <a:lnTo>
                    <a:pt x="5822122" y="174220"/>
                  </a:lnTo>
                  <a:lnTo>
                    <a:pt x="5822216" y="174220"/>
                  </a:lnTo>
                  <a:lnTo>
                    <a:pt x="5822310" y="174220"/>
                  </a:lnTo>
                  <a:lnTo>
                    <a:pt x="5822404" y="174220"/>
                  </a:lnTo>
                  <a:lnTo>
                    <a:pt x="5822498" y="174220"/>
                  </a:lnTo>
                  <a:lnTo>
                    <a:pt x="5822592" y="174220"/>
                  </a:lnTo>
                  <a:lnTo>
                    <a:pt x="5822686" y="174220"/>
                  </a:lnTo>
                  <a:lnTo>
                    <a:pt x="5822780" y="174220"/>
                  </a:lnTo>
                  <a:lnTo>
                    <a:pt x="5822874" y="174220"/>
                  </a:lnTo>
                  <a:lnTo>
                    <a:pt x="5822968" y="174220"/>
                  </a:lnTo>
                  <a:lnTo>
                    <a:pt x="5823062" y="174220"/>
                  </a:lnTo>
                  <a:lnTo>
                    <a:pt x="5823157" y="174220"/>
                  </a:lnTo>
                  <a:lnTo>
                    <a:pt x="5823251" y="174220"/>
                  </a:lnTo>
                  <a:lnTo>
                    <a:pt x="5823345" y="174220"/>
                  </a:lnTo>
                  <a:lnTo>
                    <a:pt x="5823439" y="174220"/>
                  </a:lnTo>
                  <a:lnTo>
                    <a:pt x="5823533" y="174220"/>
                  </a:lnTo>
                  <a:lnTo>
                    <a:pt x="5823627" y="174220"/>
                  </a:lnTo>
                  <a:lnTo>
                    <a:pt x="5823721" y="174220"/>
                  </a:lnTo>
                  <a:lnTo>
                    <a:pt x="5823815" y="174220"/>
                  </a:lnTo>
                  <a:lnTo>
                    <a:pt x="5823909" y="174220"/>
                  </a:lnTo>
                  <a:lnTo>
                    <a:pt x="5824003" y="174220"/>
                  </a:lnTo>
                  <a:lnTo>
                    <a:pt x="5824097" y="174220"/>
                  </a:lnTo>
                  <a:lnTo>
                    <a:pt x="5824191" y="174220"/>
                  </a:lnTo>
                  <a:lnTo>
                    <a:pt x="5824285" y="174220"/>
                  </a:lnTo>
                  <a:lnTo>
                    <a:pt x="5824379" y="174220"/>
                  </a:lnTo>
                  <a:lnTo>
                    <a:pt x="5824473" y="174220"/>
                  </a:lnTo>
                  <a:lnTo>
                    <a:pt x="5824567" y="174220"/>
                  </a:lnTo>
                  <a:lnTo>
                    <a:pt x="5824661" y="174220"/>
                  </a:lnTo>
                  <a:lnTo>
                    <a:pt x="5824755" y="174220"/>
                  </a:lnTo>
                  <a:lnTo>
                    <a:pt x="5824849" y="174220"/>
                  </a:lnTo>
                  <a:lnTo>
                    <a:pt x="5824943" y="174220"/>
                  </a:lnTo>
                  <a:lnTo>
                    <a:pt x="5825037" y="174220"/>
                  </a:lnTo>
                  <a:lnTo>
                    <a:pt x="5825131" y="174220"/>
                  </a:lnTo>
                  <a:lnTo>
                    <a:pt x="5825225" y="174220"/>
                  </a:lnTo>
                  <a:lnTo>
                    <a:pt x="5825319" y="174220"/>
                  </a:lnTo>
                  <a:lnTo>
                    <a:pt x="5825413" y="174220"/>
                  </a:lnTo>
                  <a:lnTo>
                    <a:pt x="5825507" y="174220"/>
                  </a:lnTo>
                  <a:lnTo>
                    <a:pt x="5825601" y="174220"/>
                  </a:lnTo>
                  <a:lnTo>
                    <a:pt x="5825695" y="174220"/>
                  </a:lnTo>
                  <a:lnTo>
                    <a:pt x="5825789" y="174220"/>
                  </a:lnTo>
                  <a:lnTo>
                    <a:pt x="5825883" y="174220"/>
                  </a:lnTo>
                  <a:lnTo>
                    <a:pt x="5825977" y="174220"/>
                  </a:lnTo>
                  <a:lnTo>
                    <a:pt x="5826071" y="174220"/>
                  </a:lnTo>
                  <a:lnTo>
                    <a:pt x="5826165" y="174220"/>
                  </a:lnTo>
                  <a:lnTo>
                    <a:pt x="5826259" y="174220"/>
                  </a:lnTo>
                  <a:lnTo>
                    <a:pt x="5826353" y="174220"/>
                  </a:lnTo>
                  <a:lnTo>
                    <a:pt x="5826447" y="174220"/>
                  </a:lnTo>
                  <a:lnTo>
                    <a:pt x="5826541" y="174220"/>
                  </a:lnTo>
                  <a:lnTo>
                    <a:pt x="5826636" y="174220"/>
                  </a:lnTo>
                  <a:lnTo>
                    <a:pt x="5826730" y="174220"/>
                  </a:lnTo>
                  <a:lnTo>
                    <a:pt x="5826824" y="174220"/>
                  </a:lnTo>
                  <a:lnTo>
                    <a:pt x="5826918" y="174220"/>
                  </a:lnTo>
                  <a:lnTo>
                    <a:pt x="5827012" y="174220"/>
                  </a:lnTo>
                  <a:lnTo>
                    <a:pt x="5827106" y="174220"/>
                  </a:lnTo>
                  <a:lnTo>
                    <a:pt x="5827200" y="174220"/>
                  </a:lnTo>
                  <a:lnTo>
                    <a:pt x="5827294" y="174220"/>
                  </a:lnTo>
                  <a:lnTo>
                    <a:pt x="5827388" y="174220"/>
                  </a:lnTo>
                  <a:lnTo>
                    <a:pt x="5827482" y="174220"/>
                  </a:lnTo>
                  <a:lnTo>
                    <a:pt x="5827576" y="174220"/>
                  </a:lnTo>
                  <a:lnTo>
                    <a:pt x="5827670" y="174220"/>
                  </a:lnTo>
                  <a:lnTo>
                    <a:pt x="5827764" y="174220"/>
                  </a:lnTo>
                  <a:lnTo>
                    <a:pt x="5827858" y="174220"/>
                  </a:lnTo>
                  <a:lnTo>
                    <a:pt x="5827952" y="174220"/>
                  </a:lnTo>
                  <a:lnTo>
                    <a:pt x="5828046" y="174220"/>
                  </a:lnTo>
                  <a:lnTo>
                    <a:pt x="5828140" y="174220"/>
                  </a:lnTo>
                  <a:lnTo>
                    <a:pt x="5828234" y="174220"/>
                  </a:lnTo>
                  <a:lnTo>
                    <a:pt x="5828328" y="174220"/>
                  </a:lnTo>
                  <a:lnTo>
                    <a:pt x="5828422" y="174220"/>
                  </a:lnTo>
                  <a:lnTo>
                    <a:pt x="5828516" y="174220"/>
                  </a:lnTo>
                  <a:lnTo>
                    <a:pt x="5828610" y="174220"/>
                  </a:lnTo>
                  <a:lnTo>
                    <a:pt x="5828704" y="174220"/>
                  </a:lnTo>
                  <a:lnTo>
                    <a:pt x="5828798" y="174220"/>
                  </a:lnTo>
                  <a:lnTo>
                    <a:pt x="5828892" y="174220"/>
                  </a:lnTo>
                  <a:lnTo>
                    <a:pt x="5828986" y="174220"/>
                  </a:lnTo>
                  <a:lnTo>
                    <a:pt x="5829080" y="174220"/>
                  </a:lnTo>
                  <a:lnTo>
                    <a:pt x="5829174" y="174220"/>
                  </a:lnTo>
                  <a:lnTo>
                    <a:pt x="5829268" y="174220"/>
                  </a:lnTo>
                  <a:lnTo>
                    <a:pt x="5829362" y="174220"/>
                  </a:lnTo>
                  <a:lnTo>
                    <a:pt x="5829456" y="174220"/>
                  </a:lnTo>
                  <a:lnTo>
                    <a:pt x="5829550" y="174220"/>
                  </a:lnTo>
                  <a:lnTo>
                    <a:pt x="5829644" y="174220"/>
                  </a:lnTo>
                  <a:lnTo>
                    <a:pt x="5829738" y="174220"/>
                  </a:lnTo>
                  <a:lnTo>
                    <a:pt x="5829832" y="174220"/>
                  </a:lnTo>
                  <a:lnTo>
                    <a:pt x="5829926" y="174220"/>
                  </a:lnTo>
                  <a:lnTo>
                    <a:pt x="5830020" y="174220"/>
                  </a:lnTo>
                  <a:lnTo>
                    <a:pt x="5830114" y="174220"/>
                  </a:lnTo>
                  <a:lnTo>
                    <a:pt x="5830209" y="174220"/>
                  </a:lnTo>
                  <a:lnTo>
                    <a:pt x="5830303" y="174220"/>
                  </a:lnTo>
                  <a:lnTo>
                    <a:pt x="5830397" y="174220"/>
                  </a:lnTo>
                  <a:lnTo>
                    <a:pt x="5830491" y="174220"/>
                  </a:lnTo>
                  <a:lnTo>
                    <a:pt x="5830585" y="174220"/>
                  </a:lnTo>
                  <a:lnTo>
                    <a:pt x="5830679" y="174220"/>
                  </a:lnTo>
                  <a:lnTo>
                    <a:pt x="5830773" y="174220"/>
                  </a:lnTo>
                  <a:lnTo>
                    <a:pt x="5830867" y="174220"/>
                  </a:lnTo>
                  <a:lnTo>
                    <a:pt x="5830961" y="174220"/>
                  </a:lnTo>
                  <a:lnTo>
                    <a:pt x="5830961" y="168941"/>
                  </a:lnTo>
                  <a:lnTo>
                    <a:pt x="5831055" y="168941"/>
                  </a:lnTo>
                  <a:lnTo>
                    <a:pt x="5831149" y="168941"/>
                  </a:lnTo>
                  <a:lnTo>
                    <a:pt x="5831243" y="168941"/>
                  </a:lnTo>
                  <a:lnTo>
                    <a:pt x="5831337" y="168941"/>
                  </a:lnTo>
                  <a:lnTo>
                    <a:pt x="5831431" y="168941"/>
                  </a:lnTo>
                  <a:lnTo>
                    <a:pt x="5831525" y="168941"/>
                  </a:lnTo>
                  <a:lnTo>
                    <a:pt x="5831619" y="168941"/>
                  </a:lnTo>
                  <a:lnTo>
                    <a:pt x="5831713" y="168941"/>
                  </a:lnTo>
                  <a:lnTo>
                    <a:pt x="5831807" y="168941"/>
                  </a:lnTo>
                  <a:lnTo>
                    <a:pt x="5831901" y="168941"/>
                  </a:lnTo>
                  <a:lnTo>
                    <a:pt x="5831995" y="168941"/>
                  </a:lnTo>
                  <a:lnTo>
                    <a:pt x="5831995" y="163662"/>
                  </a:lnTo>
                  <a:lnTo>
                    <a:pt x="5832089" y="163662"/>
                  </a:lnTo>
                  <a:lnTo>
                    <a:pt x="5832183" y="163662"/>
                  </a:lnTo>
                  <a:lnTo>
                    <a:pt x="5832277" y="163662"/>
                  </a:lnTo>
                  <a:lnTo>
                    <a:pt x="5832371" y="163662"/>
                  </a:lnTo>
                  <a:lnTo>
                    <a:pt x="5832465" y="163662"/>
                  </a:lnTo>
                  <a:lnTo>
                    <a:pt x="5832559" y="163662"/>
                  </a:lnTo>
                  <a:lnTo>
                    <a:pt x="5832653" y="163662"/>
                  </a:lnTo>
                  <a:lnTo>
                    <a:pt x="5832747" y="163662"/>
                  </a:lnTo>
                  <a:lnTo>
                    <a:pt x="5832841" y="163662"/>
                  </a:lnTo>
                  <a:lnTo>
                    <a:pt x="5832935" y="163662"/>
                  </a:lnTo>
                  <a:lnTo>
                    <a:pt x="5833029" y="163662"/>
                  </a:lnTo>
                  <a:lnTo>
                    <a:pt x="5833123" y="163662"/>
                  </a:lnTo>
                  <a:lnTo>
                    <a:pt x="5833217" y="163662"/>
                  </a:lnTo>
                  <a:lnTo>
                    <a:pt x="5833311" y="163662"/>
                  </a:lnTo>
                  <a:lnTo>
                    <a:pt x="5833405" y="163662"/>
                  </a:lnTo>
                  <a:lnTo>
                    <a:pt x="5833499" y="163662"/>
                  </a:lnTo>
                  <a:lnTo>
                    <a:pt x="5833593" y="163662"/>
                  </a:lnTo>
                  <a:lnTo>
                    <a:pt x="5833687" y="163662"/>
                  </a:lnTo>
                  <a:lnTo>
                    <a:pt x="5833782" y="163662"/>
                  </a:lnTo>
                  <a:lnTo>
                    <a:pt x="5833876" y="163662"/>
                  </a:lnTo>
                  <a:lnTo>
                    <a:pt x="5833970" y="163662"/>
                  </a:lnTo>
                  <a:lnTo>
                    <a:pt x="5834064" y="163662"/>
                  </a:lnTo>
                  <a:lnTo>
                    <a:pt x="5834158" y="163662"/>
                  </a:lnTo>
                  <a:lnTo>
                    <a:pt x="5834252" y="163662"/>
                  </a:lnTo>
                  <a:lnTo>
                    <a:pt x="5834346" y="163662"/>
                  </a:lnTo>
                  <a:lnTo>
                    <a:pt x="5834440" y="163662"/>
                  </a:lnTo>
                  <a:lnTo>
                    <a:pt x="5834534" y="163662"/>
                  </a:lnTo>
                  <a:lnTo>
                    <a:pt x="5834628" y="163662"/>
                  </a:lnTo>
                  <a:lnTo>
                    <a:pt x="5834722" y="163662"/>
                  </a:lnTo>
                  <a:lnTo>
                    <a:pt x="5834816" y="163662"/>
                  </a:lnTo>
                  <a:lnTo>
                    <a:pt x="5834910" y="163662"/>
                  </a:lnTo>
                  <a:lnTo>
                    <a:pt x="5835004" y="163662"/>
                  </a:lnTo>
                  <a:lnTo>
                    <a:pt x="5835098" y="163662"/>
                  </a:lnTo>
                  <a:lnTo>
                    <a:pt x="5835192" y="163662"/>
                  </a:lnTo>
                  <a:lnTo>
                    <a:pt x="5835286" y="163662"/>
                  </a:lnTo>
                  <a:lnTo>
                    <a:pt x="5835380" y="163662"/>
                  </a:lnTo>
                  <a:lnTo>
                    <a:pt x="5835474" y="163662"/>
                  </a:lnTo>
                  <a:lnTo>
                    <a:pt x="5835568" y="163662"/>
                  </a:lnTo>
                  <a:lnTo>
                    <a:pt x="5835662" y="163662"/>
                  </a:lnTo>
                  <a:lnTo>
                    <a:pt x="5835756" y="163662"/>
                  </a:lnTo>
                  <a:lnTo>
                    <a:pt x="5835850" y="163662"/>
                  </a:lnTo>
                  <a:lnTo>
                    <a:pt x="5835944" y="163662"/>
                  </a:lnTo>
                  <a:lnTo>
                    <a:pt x="5836038" y="163662"/>
                  </a:lnTo>
                  <a:lnTo>
                    <a:pt x="5836132" y="163662"/>
                  </a:lnTo>
                  <a:lnTo>
                    <a:pt x="5836226" y="163662"/>
                  </a:lnTo>
                  <a:lnTo>
                    <a:pt x="5836320" y="163662"/>
                  </a:lnTo>
                  <a:lnTo>
                    <a:pt x="5836414" y="163662"/>
                  </a:lnTo>
                  <a:lnTo>
                    <a:pt x="5836508" y="163662"/>
                  </a:lnTo>
                  <a:lnTo>
                    <a:pt x="5836602" y="163662"/>
                  </a:lnTo>
                  <a:lnTo>
                    <a:pt x="5836696" y="163662"/>
                  </a:lnTo>
                  <a:lnTo>
                    <a:pt x="5836790" y="163662"/>
                  </a:lnTo>
                  <a:lnTo>
                    <a:pt x="5836884" y="163662"/>
                  </a:lnTo>
                  <a:lnTo>
                    <a:pt x="5836978" y="163662"/>
                  </a:lnTo>
                  <a:lnTo>
                    <a:pt x="5837072" y="163662"/>
                  </a:lnTo>
                  <a:lnTo>
                    <a:pt x="5837166" y="163662"/>
                  </a:lnTo>
                  <a:lnTo>
                    <a:pt x="5837261" y="163662"/>
                  </a:lnTo>
                  <a:lnTo>
                    <a:pt x="5837355" y="163662"/>
                  </a:lnTo>
                  <a:lnTo>
                    <a:pt x="5837449" y="163662"/>
                  </a:lnTo>
                  <a:lnTo>
                    <a:pt x="5837543" y="163662"/>
                  </a:lnTo>
                  <a:lnTo>
                    <a:pt x="5837637" y="163662"/>
                  </a:lnTo>
                  <a:lnTo>
                    <a:pt x="5837731" y="163662"/>
                  </a:lnTo>
                  <a:lnTo>
                    <a:pt x="5837825" y="163662"/>
                  </a:lnTo>
                  <a:lnTo>
                    <a:pt x="5837919" y="163662"/>
                  </a:lnTo>
                  <a:lnTo>
                    <a:pt x="5838013" y="163662"/>
                  </a:lnTo>
                  <a:lnTo>
                    <a:pt x="5838107" y="163662"/>
                  </a:lnTo>
                  <a:lnTo>
                    <a:pt x="5838201" y="163662"/>
                  </a:lnTo>
                  <a:lnTo>
                    <a:pt x="5838295" y="163662"/>
                  </a:lnTo>
                  <a:lnTo>
                    <a:pt x="5838389" y="163662"/>
                  </a:lnTo>
                  <a:lnTo>
                    <a:pt x="5838483" y="163662"/>
                  </a:lnTo>
                  <a:lnTo>
                    <a:pt x="5838577" y="163662"/>
                  </a:lnTo>
                  <a:lnTo>
                    <a:pt x="5838671" y="163662"/>
                  </a:lnTo>
                  <a:lnTo>
                    <a:pt x="5838765" y="163662"/>
                  </a:lnTo>
                  <a:lnTo>
                    <a:pt x="5838859" y="163662"/>
                  </a:lnTo>
                  <a:lnTo>
                    <a:pt x="5838953" y="163662"/>
                  </a:lnTo>
                  <a:lnTo>
                    <a:pt x="5839047" y="163662"/>
                  </a:lnTo>
                  <a:lnTo>
                    <a:pt x="5839141" y="163662"/>
                  </a:lnTo>
                  <a:lnTo>
                    <a:pt x="5839235" y="163662"/>
                  </a:lnTo>
                  <a:lnTo>
                    <a:pt x="5839329" y="163662"/>
                  </a:lnTo>
                  <a:lnTo>
                    <a:pt x="5839423" y="163662"/>
                  </a:lnTo>
                  <a:lnTo>
                    <a:pt x="5839517" y="163662"/>
                  </a:lnTo>
                  <a:lnTo>
                    <a:pt x="5839611" y="163662"/>
                  </a:lnTo>
                  <a:lnTo>
                    <a:pt x="5839705" y="163662"/>
                  </a:lnTo>
                  <a:lnTo>
                    <a:pt x="5839799" y="163662"/>
                  </a:lnTo>
                  <a:lnTo>
                    <a:pt x="5839893" y="163662"/>
                  </a:lnTo>
                  <a:lnTo>
                    <a:pt x="5839987" y="163662"/>
                  </a:lnTo>
                  <a:lnTo>
                    <a:pt x="5840081" y="163662"/>
                  </a:lnTo>
                  <a:lnTo>
                    <a:pt x="5840175" y="163662"/>
                  </a:lnTo>
                  <a:lnTo>
                    <a:pt x="5840269" y="163662"/>
                  </a:lnTo>
                  <a:lnTo>
                    <a:pt x="5840363" y="163662"/>
                  </a:lnTo>
                  <a:lnTo>
                    <a:pt x="5840457" y="163662"/>
                  </a:lnTo>
                  <a:lnTo>
                    <a:pt x="5840551" y="163662"/>
                  </a:lnTo>
                  <a:lnTo>
                    <a:pt x="5840645" y="163662"/>
                  </a:lnTo>
                  <a:lnTo>
                    <a:pt x="5840739" y="163662"/>
                  </a:lnTo>
                  <a:lnTo>
                    <a:pt x="5840834" y="163662"/>
                  </a:lnTo>
                  <a:lnTo>
                    <a:pt x="5840928" y="163662"/>
                  </a:lnTo>
                  <a:lnTo>
                    <a:pt x="5841022" y="163662"/>
                  </a:lnTo>
                  <a:lnTo>
                    <a:pt x="5841116" y="163662"/>
                  </a:lnTo>
                  <a:lnTo>
                    <a:pt x="5841210" y="163662"/>
                  </a:lnTo>
                  <a:lnTo>
                    <a:pt x="5841304" y="163662"/>
                  </a:lnTo>
                  <a:lnTo>
                    <a:pt x="5841398" y="163662"/>
                  </a:lnTo>
                  <a:lnTo>
                    <a:pt x="5841492" y="163662"/>
                  </a:lnTo>
                  <a:lnTo>
                    <a:pt x="5841586" y="163662"/>
                  </a:lnTo>
                  <a:lnTo>
                    <a:pt x="5841680" y="163662"/>
                  </a:lnTo>
                  <a:lnTo>
                    <a:pt x="5841774" y="163662"/>
                  </a:lnTo>
                  <a:lnTo>
                    <a:pt x="5841868" y="163662"/>
                  </a:lnTo>
                  <a:lnTo>
                    <a:pt x="5841962" y="163662"/>
                  </a:lnTo>
                  <a:lnTo>
                    <a:pt x="5842056" y="163662"/>
                  </a:lnTo>
                  <a:lnTo>
                    <a:pt x="5842150" y="163662"/>
                  </a:lnTo>
                  <a:lnTo>
                    <a:pt x="5842244" y="163662"/>
                  </a:lnTo>
                  <a:lnTo>
                    <a:pt x="5842338" y="163662"/>
                  </a:lnTo>
                  <a:lnTo>
                    <a:pt x="5842432" y="163662"/>
                  </a:lnTo>
                  <a:lnTo>
                    <a:pt x="5842526" y="163662"/>
                  </a:lnTo>
                  <a:lnTo>
                    <a:pt x="5842620" y="163662"/>
                  </a:lnTo>
                  <a:lnTo>
                    <a:pt x="5842714" y="163662"/>
                  </a:lnTo>
                  <a:lnTo>
                    <a:pt x="5842808" y="163662"/>
                  </a:lnTo>
                  <a:lnTo>
                    <a:pt x="5842902" y="163662"/>
                  </a:lnTo>
                  <a:lnTo>
                    <a:pt x="5842996" y="163662"/>
                  </a:lnTo>
                  <a:lnTo>
                    <a:pt x="5843090" y="163662"/>
                  </a:lnTo>
                  <a:lnTo>
                    <a:pt x="5843184" y="163662"/>
                  </a:lnTo>
                  <a:lnTo>
                    <a:pt x="5843278" y="163662"/>
                  </a:lnTo>
                  <a:lnTo>
                    <a:pt x="5843372" y="163662"/>
                  </a:lnTo>
                  <a:lnTo>
                    <a:pt x="5843466" y="163662"/>
                  </a:lnTo>
                  <a:lnTo>
                    <a:pt x="5843560" y="163662"/>
                  </a:lnTo>
                  <a:lnTo>
                    <a:pt x="5843654" y="163662"/>
                  </a:lnTo>
                  <a:lnTo>
                    <a:pt x="5843748" y="163662"/>
                  </a:lnTo>
                  <a:lnTo>
                    <a:pt x="5843842" y="163662"/>
                  </a:lnTo>
                  <a:lnTo>
                    <a:pt x="5843936" y="163662"/>
                  </a:lnTo>
                  <a:lnTo>
                    <a:pt x="5844030" y="163662"/>
                  </a:lnTo>
                  <a:lnTo>
                    <a:pt x="5844124" y="163662"/>
                  </a:lnTo>
                  <a:lnTo>
                    <a:pt x="5844218" y="163662"/>
                  </a:lnTo>
                  <a:lnTo>
                    <a:pt x="5844312" y="163662"/>
                  </a:lnTo>
                  <a:lnTo>
                    <a:pt x="5844407" y="163662"/>
                  </a:lnTo>
                  <a:lnTo>
                    <a:pt x="5844501" y="163662"/>
                  </a:lnTo>
                  <a:lnTo>
                    <a:pt x="5844595" y="163662"/>
                  </a:lnTo>
                  <a:lnTo>
                    <a:pt x="5844689" y="163662"/>
                  </a:lnTo>
                  <a:lnTo>
                    <a:pt x="5844783" y="163662"/>
                  </a:lnTo>
                  <a:lnTo>
                    <a:pt x="5844877" y="163662"/>
                  </a:lnTo>
                  <a:lnTo>
                    <a:pt x="5844971" y="163662"/>
                  </a:lnTo>
                  <a:lnTo>
                    <a:pt x="5845065" y="163662"/>
                  </a:lnTo>
                  <a:lnTo>
                    <a:pt x="5845159" y="163662"/>
                  </a:lnTo>
                  <a:lnTo>
                    <a:pt x="5845253" y="163662"/>
                  </a:lnTo>
                  <a:lnTo>
                    <a:pt x="5845347" y="163662"/>
                  </a:lnTo>
                  <a:lnTo>
                    <a:pt x="5845441" y="163662"/>
                  </a:lnTo>
                  <a:lnTo>
                    <a:pt x="5845535" y="163662"/>
                  </a:lnTo>
                  <a:lnTo>
                    <a:pt x="5845629" y="163662"/>
                  </a:lnTo>
                  <a:lnTo>
                    <a:pt x="5845723" y="163662"/>
                  </a:lnTo>
                  <a:lnTo>
                    <a:pt x="5845817" y="163662"/>
                  </a:lnTo>
                  <a:lnTo>
                    <a:pt x="5845911" y="163662"/>
                  </a:lnTo>
                  <a:lnTo>
                    <a:pt x="5846005" y="163662"/>
                  </a:lnTo>
                  <a:lnTo>
                    <a:pt x="5846099" y="163662"/>
                  </a:lnTo>
                  <a:lnTo>
                    <a:pt x="5846193" y="163662"/>
                  </a:lnTo>
                  <a:lnTo>
                    <a:pt x="5846287" y="163662"/>
                  </a:lnTo>
                  <a:lnTo>
                    <a:pt x="5846381" y="163662"/>
                  </a:lnTo>
                  <a:lnTo>
                    <a:pt x="5846475" y="163662"/>
                  </a:lnTo>
                  <a:lnTo>
                    <a:pt x="5846569" y="163662"/>
                  </a:lnTo>
                  <a:lnTo>
                    <a:pt x="5846663" y="163662"/>
                  </a:lnTo>
                  <a:lnTo>
                    <a:pt x="5846757" y="163662"/>
                  </a:lnTo>
                  <a:lnTo>
                    <a:pt x="5846851" y="163662"/>
                  </a:lnTo>
                  <a:lnTo>
                    <a:pt x="5846945" y="163662"/>
                  </a:lnTo>
                  <a:lnTo>
                    <a:pt x="5847039" y="163662"/>
                  </a:lnTo>
                  <a:lnTo>
                    <a:pt x="5847133" y="163662"/>
                  </a:lnTo>
                  <a:lnTo>
                    <a:pt x="5847227" y="163662"/>
                  </a:lnTo>
                  <a:lnTo>
                    <a:pt x="5847321" y="163662"/>
                  </a:lnTo>
                  <a:lnTo>
                    <a:pt x="5847415" y="163662"/>
                  </a:lnTo>
                  <a:lnTo>
                    <a:pt x="5847509" y="163662"/>
                  </a:lnTo>
                  <a:lnTo>
                    <a:pt x="5847603" y="163662"/>
                  </a:lnTo>
                  <a:lnTo>
                    <a:pt x="5847697" y="163662"/>
                  </a:lnTo>
                  <a:lnTo>
                    <a:pt x="5847791" y="163662"/>
                  </a:lnTo>
                  <a:lnTo>
                    <a:pt x="5847886" y="163662"/>
                  </a:lnTo>
                  <a:lnTo>
                    <a:pt x="5847980" y="163662"/>
                  </a:lnTo>
                  <a:lnTo>
                    <a:pt x="5848074" y="163662"/>
                  </a:lnTo>
                  <a:lnTo>
                    <a:pt x="5848168" y="163662"/>
                  </a:lnTo>
                  <a:lnTo>
                    <a:pt x="5848168" y="158382"/>
                  </a:lnTo>
                  <a:lnTo>
                    <a:pt x="5848262" y="158382"/>
                  </a:lnTo>
                  <a:lnTo>
                    <a:pt x="5848356" y="158382"/>
                  </a:lnTo>
                  <a:lnTo>
                    <a:pt x="5848450" y="158382"/>
                  </a:lnTo>
                  <a:lnTo>
                    <a:pt x="5848544" y="158382"/>
                  </a:lnTo>
                  <a:lnTo>
                    <a:pt x="5848638" y="158382"/>
                  </a:lnTo>
                  <a:lnTo>
                    <a:pt x="5848732" y="158382"/>
                  </a:lnTo>
                  <a:lnTo>
                    <a:pt x="5848826" y="158382"/>
                  </a:lnTo>
                  <a:lnTo>
                    <a:pt x="5848920" y="158382"/>
                  </a:lnTo>
                  <a:lnTo>
                    <a:pt x="5849014" y="158382"/>
                  </a:lnTo>
                  <a:lnTo>
                    <a:pt x="5849108" y="158382"/>
                  </a:lnTo>
                  <a:lnTo>
                    <a:pt x="5849202" y="158382"/>
                  </a:lnTo>
                  <a:lnTo>
                    <a:pt x="5849296" y="158382"/>
                  </a:lnTo>
                  <a:lnTo>
                    <a:pt x="5849390" y="158382"/>
                  </a:lnTo>
                  <a:lnTo>
                    <a:pt x="5849484" y="158382"/>
                  </a:lnTo>
                  <a:lnTo>
                    <a:pt x="5849578" y="158382"/>
                  </a:lnTo>
                  <a:lnTo>
                    <a:pt x="5849672" y="158382"/>
                  </a:lnTo>
                  <a:lnTo>
                    <a:pt x="5849766" y="158382"/>
                  </a:lnTo>
                  <a:lnTo>
                    <a:pt x="5849860" y="158382"/>
                  </a:lnTo>
                  <a:lnTo>
                    <a:pt x="5849954" y="158382"/>
                  </a:lnTo>
                  <a:lnTo>
                    <a:pt x="5850048" y="158382"/>
                  </a:lnTo>
                  <a:lnTo>
                    <a:pt x="5850142" y="158382"/>
                  </a:lnTo>
                  <a:lnTo>
                    <a:pt x="5850236" y="158382"/>
                  </a:lnTo>
                  <a:lnTo>
                    <a:pt x="5850330" y="158382"/>
                  </a:lnTo>
                  <a:lnTo>
                    <a:pt x="5850424" y="158382"/>
                  </a:lnTo>
                  <a:lnTo>
                    <a:pt x="5850518" y="158382"/>
                  </a:lnTo>
                  <a:lnTo>
                    <a:pt x="5850612" y="158382"/>
                  </a:lnTo>
                  <a:lnTo>
                    <a:pt x="5850706" y="158382"/>
                  </a:lnTo>
                  <a:lnTo>
                    <a:pt x="5850800" y="158382"/>
                  </a:lnTo>
                  <a:lnTo>
                    <a:pt x="5850894" y="158382"/>
                  </a:lnTo>
                  <a:lnTo>
                    <a:pt x="5850988" y="158382"/>
                  </a:lnTo>
                  <a:lnTo>
                    <a:pt x="5851082" y="158382"/>
                  </a:lnTo>
                  <a:lnTo>
                    <a:pt x="5851176" y="158382"/>
                  </a:lnTo>
                  <a:lnTo>
                    <a:pt x="5851270" y="158382"/>
                  </a:lnTo>
                  <a:lnTo>
                    <a:pt x="5851364" y="158382"/>
                  </a:lnTo>
                  <a:lnTo>
                    <a:pt x="5851459" y="158382"/>
                  </a:lnTo>
                  <a:lnTo>
                    <a:pt x="5851553" y="158382"/>
                  </a:lnTo>
                  <a:lnTo>
                    <a:pt x="5851647" y="158382"/>
                  </a:lnTo>
                  <a:lnTo>
                    <a:pt x="5851741" y="158382"/>
                  </a:lnTo>
                  <a:lnTo>
                    <a:pt x="5851835" y="158382"/>
                  </a:lnTo>
                  <a:lnTo>
                    <a:pt x="5851929" y="158382"/>
                  </a:lnTo>
                  <a:lnTo>
                    <a:pt x="5852023" y="158382"/>
                  </a:lnTo>
                  <a:lnTo>
                    <a:pt x="5852117" y="158382"/>
                  </a:lnTo>
                  <a:lnTo>
                    <a:pt x="5852211" y="158382"/>
                  </a:lnTo>
                  <a:lnTo>
                    <a:pt x="5852305" y="158382"/>
                  </a:lnTo>
                  <a:lnTo>
                    <a:pt x="5852399" y="158382"/>
                  </a:lnTo>
                  <a:lnTo>
                    <a:pt x="5852493" y="158382"/>
                  </a:lnTo>
                  <a:lnTo>
                    <a:pt x="5852587" y="158382"/>
                  </a:lnTo>
                  <a:lnTo>
                    <a:pt x="5852681" y="158382"/>
                  </a:lnTo>
                  <a:lnTo>
                    <a:pt x="5852775" y="158382"/>
                  </a:lnTo>
                  <a:lnTo>
                    <a:pt x="5852869" y="158382"/>
                  </a:lnTo>
                  <a:lnTo>
                    <a:pt x="5852963" y="158382"/>
                  </a:lnTo>
                  <a:lnTo>
                    <a:pt x="5853057" y="158382"/>
                  </a:lnTo>
                  <a:lnTo>
                    <a:pt x="5853151" y="158382"/>
                  </a:lnTo>
                  <a:lnTo>
                    <a:pt x="5853245" y="158382"/>
                  </a:lnTo>
                  <a:lnTo>
                    <a:pt x="5853339" y="158382"/>
                  </a:lnTo>
                  <a:lnTo>
                    <a:pt x="5853433" y="158382"/>
                  </a:lnTo>
                  <a:lnTo>
                    <a:pt x="5853527" y="158382"/>
                  </a:lnTo>
                  <a:lnTo>
                    <a:pt x="5853621" y="158382"/>
                  </a:lnTo>
                  <a:lnTo>
                    <a:pt x="5853715" y="158382"/>
                  </a:lnTo>
                  <a:lnTo>
                    <a:pt x="5853809" y="158382"/>
                  </a:lnTo>
                  <a:lnTo>
                    <a:pt x="5853903" y="158382"/>
                  </a:lnTo>
                  <a:lnTo>
                    <a:pt x="5853997" y="158382"/>
                  </a:lnTo>
                  <a:lnTo>
                    <a:pt x="5854091" y="158382"/>
                  </a:lnTo>
                  <a:lnTo>
                    <a:pt x="5854185" y="158382"/>
                  </a:lnTo>
                  <a:lnTo>
                    <a:pt x="5854279" y="158382"/>
                  </a:lnTo>
                  <a:lnTo>
                    <a:pt x="5854373" y="158382"/>
                  </a:lnTo>
                  <a:lnTo>
                    <a:pt x="5854467" y="158382"/>
                  </a:lnTo>
                  <a:lnTo>
                    <a:pt x="5854561" y="158382"/>
                  </a:lnTo>
                  <a:lnTo>
                    <a:pt x="5854655" y="158382"/>
                  </a:lnTo>
                  <a:lnTo>
                    <a:pt x="5854749" y="158382"/>
                  </a:lnTo>
                  <a:lnTo>
                    <a:pt x="5854843" y="158382"/>
                  </a:lnTo>
                  <a:lnTo>
                    <a:pt x="5854937" y="158382"/>
                  </a:lnTo>
                  <a:lnTo>
                    <a:pt x="5855032" y="158382"/>
                  </a:lnTo>
                  <a:lnTo>
                    <a:pt x="5855126" y="158382"/>
                  </a:lnTo>
                  <a:lnTo>
                    <a:pt x="5855220" y="158382"/>
                  </a:lnTo>
                  <a:lnTo>
                    <a:pt x="5855314" y="158382"/>
                  </a:lnTo>
                  <a:lnTo>
                    <a:pt x="5855408" y="158382"/>
                  </a:lnTo>
                  <a:lnTo>
                    <a:pt x="5855502" y="158382"/>
                  </a:lnTo>
                  <a:lnTo>
                    <a:pt x="5855596" y="158382"/>
                  </a:lnTo>
                  <a:lnTo>
                    <a:pt x="5855690" y="158382"/>
                  </a:lnTo>
                  <a:lnTo>
                    <a:pt x="5855784" y="158382"/>
                  </a:lnTo>
                  <a:lnTo>
                    <a:pt x="5855878" y="158382"/>
                  </a:lnTo>
                  <a:lnTo>
                    <a:pt x="5855972" y="158382"/>
                  </a:lnTo>
                  <a:lnTo>
                    <a:pt x="5856066" y="158382"/>
                  </a:lnTo>
                  <a:lnTo>
                    <a:pt x="5856160" y="158382"/>
                  </a:lnTo>
                  <a:lnTo>
                    <a:pt x="5856254" y="158382"/>
                  </a:lnTo>
                  <a:lnTo>
                    <a:pt x="5856348" y="158382"/>
                  </a:lnTo>
                  <a:lnTo>
                    <a:pt x="5856442" y="158382"/>
                  </a:lnTo>
                  <a:lnTo>
                    <a:pt x="5856536" y="158382"/>
                  </a:lnTo>
                  <a:lnTo>
                    <a:pt x="5856630" y="158382"/>
                  </a:lnTo>
                  <a:lnTo>
                    <a:pt x="5856724" y="158382"/>
                  </a:lnTo>
                  <a:lnTo>
                    <a:pt x="5856818" y="158382"/>
                  </a:lnTo>
                  <a:lnTo>
                    <a:pt x="5856912" y="158382"/>
                  </a:lnTo>
                  <a:lnTo>
                    <a:pt x="5857006" y="158382"/>
                  </a:lnTo>
                  <a:lnTo>
                    <a:pt x="5857100" y="158382"/>
                  </a:lnTo>
                  <a:lnTo>
                    <a:pt x="5857194" y="158382"/>
                  </a:lnTo>
                  <a:lnTo>
                    <a:pt x="5857288" y="158382"/>
                  </a:lnTo>
                  <a:lnTo>
                    <a:pt x="5857382" y="158382"/>
                  </a:lnTo>
                  <a:lnTo>
                    <a:pt x="5857476" y="158382"/>
                  </a:lnTo>
                  <a:lnTo>
                    <a:pt x="5857570" y="158382"/>
                  </a:lnTo>
                  <a:lnTo>
                    <a:pt x="5857664" y="158382"/>
                  </a:lnTo>
                  <a:lnTo>
                    <a:pt x="5857758" y="158382"/>
                  </a:lnTo>
                  <a:lnTo>
                    <a:pt x="5857852" y="158382"/>
                  </a:lnTo>
                  <a:lnTo>
                    <a:pt x="5857946" y="158382"/>
                  </a:lnTo>
                  <a:lnTo>
                    <a:pt x="5858040" y="158382"/>
                  </a:lnTo>
                  <a:lnTo>
                    <a:pt x="5858134" y="158382"/>
                  </a:lnTo>
                  <a:lnTo>
                    <a:pt x="5858228" y="158382"/>
                  </a:lnTo>
                  <a:lnTo>
                    <a:pt x="5858322" y="158382"/>
                  </a:lnTo>
                  <a:lnTo>
                    <a:pt x="5858416" y="158382"/>
                  </a:lnTo>
                  <a:lnTo>
                    <a:pt x="5858511" y="158382"/>
                  </a:lnTo>
                  <a:lnTo>
                    <a:pt x="5858605" y="158382"/>
                  </a:lnTo>
                  <a:lnTo>
                    <a:pt x="5858699" y="158382"/>
                  </a:lnTo>
                  <a:lnTo>
                    <a:pt x="5858793" y="158382"/>
                  </a:lnTo>
                  <a:lnTo>
                    <a:pt x="5858887" y="158382"/>
                  </a:lnTo>
                  <a:lnTo>
                    <a:pt x="5858981" y="158382"/>
                  </a:lnTo>
                  <a:lnTo>
                    <a:pt x="5859075" y="158382"/>
                  </a:lnTo>
                  <a:lnTo>
                    <a:pt x="5859169" y="158382"/>
                  </a:lnTo>
                  <a:lnTo>
                    <a:pt x="5859263" y="158382"/>
                  </a:lnTo>
                  <a:lnTo>
                    <a:pt x="5859357" y="158382"/>
                  </a:lnTo>
                  <a:lnTo>
                    <a:pt x="5859451" y="158382"/>
                  </a:lnTo>
                  <a:lnTo>
                    <a:pt x="5859545" y="158382"/>
                  </a:lnTo>
                  <a:lnTo>
                    <a:pt x="5859639" y="158382"/>
                  </a:lnTo>
                  <a:lnTo>
                    <a:pt x="5859733" y="158382"/>
                  </a:lnTo>
                  <a:lnTo>
                    <a:pt x="5859827" y="158382"/>
                  </a:lnTo>
                  <a:lnTo>
                    <a:pt x="5859921" y="158382"/>
                  </a:lnTo>
                  <a:lnTo>
                    <a:pt x="5860015" y="158382"/>
                  </a:lnTo>
                  <a:lnTo>
                    <a:pt x="5860109" y="158382"/>
                  </a:lnTo>
                  <a:lnTo>
                    <a:pt x="5860203" y="158382"/>
                  </a:lnTo>
                  <a:lnTo>
                    <a:pt x="5860297" y="158382"/>
                  </a:lnTo>
                  <a:lnTo>
                    <a:pt x="5860391" y="158382"/>
                  </a:lnTo>
                  <a:lnTo>
                    <a:pt x="5860485" y="158382"/>
                  </a:lnTo>
                  <a:lnTo>
                    <a:pt x="5860579" y="158382"/>
                  </a:lnTo>
                  <a:lnTo>
                    <a:pt x="5860673" y="158382"/>
                  </a:lnTo>
                  <a:lnTo>
                    <a:pt x="5860767" y="158382"/>
                  </a:lnTo>
                  <a:lnTo>
                    <a:pt x="5860861" y="158382"/>
                  </a:lnTo>
                  <a:lnTo>
                    <a:pt x="5860955" y="158382"/>
                  </a:lnTo>
                  <a:lnTo>
                    <a:pt x="5861049" y="158382"/>
                  </a:lnTo>
                  <a:lnTo>
                    <a:pt x="5861143" y="158382"/>
                  </a:lnTo>
                  <a:lnTo>
                    <a:pt x="5861237" y="158382"/>
                  </a:lnTo>
                  <a:lnTo>
                    <a:pt x="5861331" y="158382"/>
                  </a:lnTo>
                  <a:lnTo>
                    <a:pt x="5861425" y="158382"/>
                  </a:lnTo>
                  <a:lnTo>
                    <a:pt x="5861519" y="158382"/>
                  </a:lnTo>
                  <a:lnTo>
                    <a:pt x="5861613" y="158382"/>
                  </a:lnTo>
                  <a:lnTo>
                    <a:pt x="5861707" y="158382"/>
                  </a:lnTo>
                  <a:lnTo>
                    <a:pt x="5861801" y="158382"/>
                  </a:lnTo>
                  <a:lnTo>
                    <a:pt x="5861895" y="158382"/>
                  </a:lnTo>
                  <a:lnTo>
                    <a:pt x="5861989" y="158382"/>
                  </a:lnTo>
                  <a:lnTo>
                    <a:pt x="5862084" y="158382"/>
                  </a:lnTo>
                  <a:lnTo>
                    <a:pt x="5862178" y="158382"/>
                  </a:lnTo>
                  <a:lnTo>
                    <a:pt x="5862272" y="158382"/>
                  </a:lnTo>
                  <a:lnTo>
                    <a:pt x="5862366" y="158382"/>
                  </a:lnTo>
                  <a:lnTo>
                    <a:pt x="5862460" y="158382"/>
                  </a:lnTo>
                  <a:lnTo>
                    <a:pt x="5862554" y="158382"/>
                  </a:lnTo>
                  <a:lnTo>
                    <a:pt x="5862648" y="158382"/>
                  </a:lnTo>
                  <a:lnTo>
                    <a:pt x="5862742" y="158382"/>
                  </a:lnTo>
                  <a:lnTo>
                    <a:pt x="5862836" y="158382"/>
                  </a:lnTo>
                  <a:lnTo>
                    <a:pt x="5862930" y="158382"/>
                  </a:lnTo>
                  <a:lnTo>
                    <a:pt x="5863024" y="158382"/>
                  </a:lnTo>
                  <a:lnTo>
                    <a:pt x="5863118" y="158382"/>
                  </a:lnTo>
                  <a:lnTo>
                    <a:pt x="5863212" y="158382"/>
                  </a:lnTo>
                  <a:lnTo>
                    <a:pt x="5863306" y="158382"/>
                  </a:lnTo>
                  <a:lnTo>
                    <a:pt x="5863400" y="158382"/>
                  </a:lnTo>
                  <a:lnTo>
                    <a:pt x="5863494" y="158382"/>
                  </a:lnTo>
                  <a:lnTo>
                    <a:pt x="5863588" y="158382"/>
                  </a:lnTo>
                  <a:lnTo>
                    <a:pt x="5863682" y="158382"/>
                  </a:lnTo>
                  <a:lnTo>
                    <a:pt x="5863776" y="158382"/>
                  </a:lnTo>
                  <a:lnTo>
                    <a:pt x="5863870" y="158382"/>
                  </a:lnTo>
                  <a:lnTo>
                    <a:pt x="5863964" y="158382"/>
                  </a:lnTo>
                  <a:lnTo>
                    <a:pt x="5864058" y="158382"/>
                  </a:lnTo>
                  <a:lnTo>
                    <a:pt x="5864152" y="158382"/>
                  </a:lnTo>
                  <a:lnTo>
                    <a:pt x="5864246" y="158382"/>
                  </a:lnTo>
                  <a:lnTo>
                    <a:pt x="5864340" y="158382"/>
                  </a:lnTo>
                  <a:lnTo>
                    <a:pt x="5864434" y="158382"/>
                  </a:lnTo>
                  <a:lnTo>
                    <a:pt x="5864528" y="158382"/>
                  </a:lnTo>
                  <a:lnTo>
                    <a:pt x="5864622" y="158382"/>
                  </a:lnTo>
                  <a:lnTo>
                    <a:pt x="5864716" y="158382"/>
                  </a:lnTo>
                  <a:lnTo>
                    <a:pt x="5864810" y="158382"/>
                  </a:lnTo>
                  <a:lnTo>
                    <a:pt x="5864904" y="158382"/>
                  </a:lnTo>
                  <a:lnTo>
                    <a:pt x="5864998" y="158382"/>
                  </a:lnTo>
                  <a:lnTo>
                    <a:pt x="5865092" y="158382"/>
                  </a:lnTo>
                  <a:lnTo>
                    <a:pt x="5865186" y="158382"/>
                  </a:lnTo>
                  <a:lnTo>
                    <a:pt x="5865280" y="158382"/>
                  </a:lnTo>
                  <a:lnTo>
                    <a:pt x="5865374" y="158382"/>
                  </a:lnTo>
                  <a:lnTo>
                    <a:pt x="5865468" y="158382"/>
                  </a:lnTo>
                  <a:lnTo>
                    <a:pt x="5865562" y="158382"/>
                  </a:lnTo>
                  <a:lnTo>
                    <a:pt x="5865657" y="158382"/>
                  </a:lnTo>
                  <a:lnTo>
                    <a:pt x="5865751" y="158382"/>
                  </a:lnTo>
                  <a:lnTo>
                    <a:pt x="5865845" y="158382"/>
                  </a:lnTo>
                  <a:lnTo>
                    <a:pt x="5865939" y="158382"/>
                  </a:lnTo>
                  <a:lnTo>
                    <a:pt x="5866033" y="158382"/>
                  </a:lnTo>
                  <a:lnTo>
                    <a:pt x="5866127" y="158382"/>
                  </a:lnTo>
                  <a:lnTo>
                    <a:pt x="5866221" y="158382"/>
                  </a:lnTo>
                  <a:lnTo>
                    <a:pt x="5866315" y="158382"/>
                  </a:lnTo>
                  <a:lnTo>
                    <a:pt x="5866409" y="158382"/>
                  </a:lnTo>
                  <a:lnTo>
                    <a:pt x="5866503" y="158382"/>
                  </a:lnTo>
                  <a:lnTo>
                    <a:pt x="5866597" y="158382"/>
                  </a:lnTo>
                  <a:lnTo>
                    <a:pt x="5866691" y="158382"/>
                  </a:lnTo>
                  <a:lnTo>
                    <a:pt x="5866785" y="158382"/>
                  </a:lnTo>
                  <a:lnTo>
                    <a:pt x="5866879" y="158382"/>
                  </a:lnTo>
                  <a:lnTo>
                    <a:pt x="5866973" y="158382"/>
                  </a:lnTo>
                  <a:lnTo>
                    <a:pt x="5867067" y="158382"/>
                  </a:lnTo>
                  <a:lnTo>
                    <a:pt x="5867161" y="158382"/>
                  </a:lnTo>
                  <a:lnTo>
                    <a:pt x="5867255" y="158382"/>
                  </a:lnTo>
                  <a:lnTo>
                    <a:pt x="5867349" y="158382"/>
                  </a:lnTo>
                  <a:lnTo>
                    <a:pt x="5867443" y="158382"/>
                  </a:lnTo>
                  <a:lnTo>
                    <a:pt x="5867537" y="158382"/>
                  </a:lnTo>
                  <a:lnTo>
                    <a:pt x="5867631" y="158382"/>
                  </a:lnTo>
                  <a:lnTo>
                    <a:pt x="5867725" y="158382"/>
                  </a:lnTo>
                  <a:lnTo>
                    <a:pt x="5867819" y="158382"/>
                  </a:lnTo>
                  <a:lnTo>
                    <a:pt x="5867913" y="158382"/>
                  </a:lnTo>
                  <a:lnTo>
                    <a:pt x="5868007" y="158382"/>
                  </a:lnTo>
                  <a:lnTo>
                    <a:pt x="5868101" y="158382"/>
                  </a:lnTo>
                  <a:lnTo>
                    <a:pt x="5868195" y="158382"/>
                  </a:lnTo>
                  <a:lnTo>
                    <a:pt x="5868289" y="158382"/>
                  </a:lnTo>
                  <a:lnTo>
                    <a:pt x="5868383" y="158382"/>
                  </a:lnTo>
                  <a:lnTo>
                    <a:pt x="5868477" y="158382"/>
                  </a:lnTo>
                  <a:lnTo>
                    <a:pt x="5868571" y="158382"/>
                  </a:lnTo>
                  <a:lnTo>
                    <a:pt x="5868665" y="158382"/>
                  </a:lnTo>
                  <a:lnTo>
                    <a:pt x="5868759" y="158382"/>
                  </a:lnTo>
                  <a:lnTo>
                    <a:pt x="5868853" y="158382"/>
                  </a:lnTo>
                  <a:lnTo>
                    <a:pt x="5868947" y="158382"/>
                  </a:lnTo>
                  <a:lnTo>
                    <a:pt x="5869041" y="158382"/>
                  </a:lnTo>
                  <a:lnTo>
                    <a:pt x="5869135" y="158382"/>
                  </a:lnTo>
                  <a:lnTo>
                    <a:pt x="5869230" y="158382"/>
                  </a:lnTo>
                  <a:lnTo>
                    <a:pt x="5869324" y="158382"/>
                  </a:lnTo>
                  <a:lnTo>
                    <a:pt x="5869418" y="158382"/>
                  </a:lnTo>
                  <a:lnTo>
                    <a:pt x="5869512" y="158382"/>
                  </a:lnTo>
                  <a:lnTo>
                    <a:pt x="5869606" y="158382"/>
                  </a:lnTo>
                  <a:lnTo>
                    <a:pt x="5869700" y="158382"/>
                  </a:lnTo>
                  <a:lnTo>
                    <a:pt x="5869794" y="158382"/>
                  </a:lnTo>
                  <a:lnTo>
                    <a:pt x="5869888" y="158382"/>
                  </a:lnTo>
                  <a:lnTo>
                    <a:pt x="5869982" y="158382"/>
                  </a:lnTo>
                  <a:lnTo>
                    <a:pt x="5870076" y="158382"/>
                  </a:lnTo>
                  <a:lnTo>
                    <a:pt x="5870170" y="158382"/>
                  </a:lnTo>
                  <a:lnTo>
                    <a:pt x="5870264" y="158382"/>
                  </a:lnTo>
                  <a:lnTo>
                    <a:pt x="5870358" y="158382"/>
                  </a:lnTo>
                  <a:lnTo>
                    <a:pt x="5870452" y="158382"/>
                  </a:lnTo>
                  <a:lnTo>
                    <a:pt x="5870546" y="158382"/>
                  </a:lnTo>
                  <a:lnTo>
                    <a:pt x="5870640" y="158382"/>
                  </a:lnTo>
                  <a:lnTo>
                    <a:pt x="5870734" y="158382"/>
                  </a:lnTo>
                  <a:lnTo>
                    <a:pt x="5870828" y="158382"/>
                  </a:lnTo>
                  <a:lnTo>
                    <a:pt x="5870922" y="158382"/>
                  </a:lnTo>
                  <a:lnTo>
                    <a:pt x="5871016" y="158382"/>
                  </a:lnTo>
                  <a:lnTo>
                    <a:pt x="5871110" y="158382"/>
                  </a:lnTo>
                  <a:lnTo>
                    <a:pt x="5871204" y="158382"/>
                  </a:lnTo>
                  <a:lnTo>
                    <a:pt x="5871298" y="158382"/>
                  </a:lnTo>
                  <a:lnTo>
                    <a:pt x="5871392" y="158382"/>
                  </a:lnTo>
                  <a:lnTo>
                    <a:pt x="5871486" y="158382"/>
                  </a:lnTo>
                  <a:lnTo>
                    <a:pt x="5871580" y="158382"/>
                  </a:lnTo>
                  <a:lnTo>
                    <a:pt x="5871674" y="158382"/>
                  </a:lnTo>
                  <a:lnTo>
                    <a:pt x="5871768" y="158382"/>
                  </a:lnTo>
                  <a:lnTo>
                    <a:pt x="5871862" y="158382"/>
                  </a:lnTo>
                  <a:lnTo>
                    <a:pt x="5871956" y="158382"/>
                  </a:lnTo>
                  <a:lnTo>
                    <a:pt x="5872050" y="158382"/>
                  </a:lnTo>
                  <a:lnTo>
                    <a:pt x="5872144" y="158382"/>
                  </a:lnTo>
                  <a:lnTo>
                    <a:pt x="5872238" y="158382"/>
                  </a:lnTo>
                  <a:lnTo>
                    <a:pt x="5872332" y="158382"/>
                  </a:lnTo>
                  <a:lnTo>
                    <a:pt x="5872426" y="158382"/>
                  </a:lnTo>
                  <a:lnTo>
                    <a:pt x="5872426" y="153103"/>
                  </a:lnTo>
                  <a:lnTo>
                    <a:pt x="5872520" y="153103"/>
                  </a:lnTo>
                  <a:lnTo>
                    <a:pt x="5872614" y="153103"/>
                  </a:lnTo>
                  <a:lnTo>
                    <a:pt x="5872709" y="153103"/>
                  </a:lnTo>
                  <a:lnTo>
                    <a:pt x="5872803" y="153103"/>
                  </a:lnTo>
                  <a:lnTo>
                    <a:pt x="5872897" y="153103"/>
                  </a:lnTo>
                  <a:lnTo>
                    <a:pt x="5872991" y="153103"/>
                  </a:lnTo>
                  <a:lnTo>
                    <a:pt x="5873085" y="153103"/>
                  </a:lnTo>
                  <a:lnTo>
                    <a:pt x="5873179" y="153103"/>
                  </a:lnTo>
                  <a:lnTo>
                    <a:pt x="5873273" y="153103"/>
                  </a:lnTo>
                  <a:lnTo>
                    <a:pt x="5873367" y="153103"/>
                  </a:lnTo>
                  <a:lnTo>
                    <a:pt x="5873461" y="153103"/>
                  </a:lnTo>
                  <a:lnTo>
                    <a:pt x="5873555" y="153103"/>
                  </a:lnTo>
                  <a:lnTo>
                    <a:pt x="5873649" y="153103"/>
                  </a:lnTo>
                  <a:lnTo>
                    <a:pt x="5873743" y="153103"/>
                  </a:lnTo>
                  <a:lnTo>
                    <a:pt x="5873837" y="153103"/>
                  </a:lnTo>
                  <a:lnTo>
                    <a:pt x="5873931" y="153103"/>
                  </a:lnTo>
                  <a:lnTo>
                    <a:pt x="5874025" y="153103"/>
                  </a:lnTo>
                  <a:lnTo>
                    <a:pt x="5874119" y="153103"/>
                  </a:lnTo>
                  <a:lnTo>
                    <a:pt x="5874213" y="153103"/>
                  </a:lnTo>
                  <a:lnTo>
                    <a:pt x="5874307" y="153103"/>
                  </a:lnTo>
                  <a:lnTo>
                    <a:pt x="5874401" y="153103"/>
                  </a:lnTo>
                  <a:lnTo>
                    <a:pt x="5874495" y="153103"/>
                  </a:lnTo>
                  <a:lnTo>
                    <a:pt x="5874589" y="153103"/>
                  </a:lnTo>
                  <a:lnTo>
                    <a:pt x="5874683" y="153103"/>
                  </a:lnTo>
                  <a:lnTo>
                    <a:pt x="5874777" y="153103"/>
                  </a:lnTo>
                  <a:lnTo>
                    <a:pt x="5874871" y="153103"/>
                  </a:lnTo>
                  <a:lnTo>
                    <a:pt x="5874965" y="153103"/>
                  </a:lnTo>
                  <a:lnTo>
                    <a:pt x="5875059" y="153103"/>
                  </a:lnTo>
                  <a:lnTo>
                    <a:pt x="5875153" y="153103"/>
                  </a:lnTo>
                  <a:lnTo>
                    <a:pt x="5875247" y="153103"/>
                  </a:lnTo>
                  <a:lnTo>
                    <a:pt x="5875341" y="153103"/>
                  </a:lnTo>
                  <a:lnTo>
                    <a:pt x="5875435" y="153103"/>
                  </a:lnTo>
                  <a:lnTo>
                    <a:pt x="5875529" y="153103"/>
                  </a:lnTo>
                  <a:lnTo>
                    <a:pt x="5875623" y="153103"/>
                  </a:lnTo>
                  <a:lnTo>
                    <a:pt x="5875717" y="153103"/>
                  </a:lnTo>
                  <a:lnTo>
                    <a:pt x="5875811" y="153103"/>
                  </a:lnTo>
                  <a:lnTo>
                    <a:pt x="5875905" y="153103"/>
                  </a:lnTo>
                  <a:lnTo>
                    <a:pt x="5875999" y="153103"/>
                  </a:lnTo>
                  <a:lnTo>
                    <a:pt x="5876093" y="153103"/>
                  </a:lnTo>
                  <a:lnTo>
                    <a:pt x="5876187" y="153103"/>
                  </a:lnTo>
                  <a:lnTo>
                    <a:pt x="5876282" y="153103"/>
                  </a:lnTo>
                  <a:lnTo>
                    <a:pt x="5876376" y="153103"/>
                  </a:lnTo>
                  <a:lnTo>
                    <a:pt x="5876470" y="153103"/>
                  </a:lnTo>
                  <a:lnTo>
                    <a:pt x="5876564" y="153103"/>
                  </a:lnTo>
                  <a:lnTo>
                    <a:pt x="5876658" y="153103"/>
                  </a:lnTo>
                  <a:lnTo>
                    <a:pt x="5876752" y="153103"/>
                  </a:lnTo>
                  <a:lnTo>
                    <a:pt x="5876846" y="153103"/>
                  </a:lnTo>
                  <a:lnTo>
                    <a:pt x="5876940" y="153103"/>
                  </a:lnTo>
                  <a:lnTo>
                    <a:pt x="5877034" y="153103"/>
                  </a:lnTo>
                  <a:lnTo>
                    <a:pt x="5877128" y="153103"/>
                  </a:lnTo>
                  <a:lnTo>
                    <a:pt x="5877222" y="153103"/>
                  </a:lnTo>
                  <a:lnTo>
                    <a:pt x="5877316" y="153103"/>
                  </a:lnTo>
                  <a:lnTo>
                    <a:pt x="5877410" y="153103"/>
                  </a:lnTo>
                  <a:lnTo>
                    <a:pt x="5877504" y="153103"/>
                  </a:lnTo>
                  <a:lnTo>
                    <a:pt x="5877598" y="153103"/>
                  </a:lnTo>
                  <a:lnTo>
                    <a:pt x="5877692" y="153103"/>
                  </a:lnTo>
                  <a:lnTo>
                    <a:pt x="5877786" y="153103"/>
                  </a:lnTo>
                  <a:lnTo>
                    <a:pt x="5877880" y="153103"/>
                  </a:lnTo>
                  <a:lnTo>
                    <a:pt x="5877974" y="153103"/>
                  </a:lnTo>
                  <a:lnTo>
                    <a:pt x="5878068" y="153103"/>
                  </a:lnTo>
                  <a:lnTo>
                    <a:pt x="5878162" y="153103"/>
                  </a:lnTo>
                  <a:lnTo>
                    <a:pt x="5878256" y="153103"/>
                  </a:lnTo>
                  <a:lnTo>
                    <a:pt x="5878350" y="153103"/>
                  </a:lnTo>
                  <a:lnTo>
                    <a:pt x="5878444" y="153103"/>
                  </a:lnTo>
                  <a:lnTo>
                    <a:pt x="5878538" y="153103"/>
                  </a:lnTo>
                  <a:lnTo>
                    <a:pt x="5878632" y="153103"/>
                  </a:lnTo>
                  <a:lnTo>
                    <a:pt x="5878726" y="153103"/>
                  </a:lnTo>
                  <a:lnTo>
                    <a:pt x="5878820" y="153103"/>
                  </a:lnTo>
                  <a:lnTo>
                    <a:pt x="5878914" y="153103"/>
                  </a:lnTo>
                  <a:lnTo>
                    <a:pt x="5879008" y="153103"/>
                  </a:lnTo>
                  <a:lnTo>
                    <a:pt x="5879102" y="153103"/>
                  </a:lnTo>
                  <a:lnTo>
                    <a:pt x="5879196" y="153103"/>
                  </a:lnTo>
                  <a:lnTo>
                    <a:pt x="5879290" y="153103"/>
                  </a:lnTo>
                  <a:lnTo>
                    <a:pt x="5879384" y="153103"/>
                  </a:lnTo>
                  <a:lnTo>
                    <a:pt x="5879478" y="153103"/>
                  </a:lnTo>
                  <a:lnTo>
                    <a:pt x="5879572" y="153103"/>
                  </a:lnTo>
                  <a:lnTo>
                    <a:pt x="5879666" y="153103"/>
                  </a:lnTo>
                  <a:lnTo>
                    <a:pt x="5879760" y="153103"/>
                  </a:lnTo>
                  <a:lnTo>
                    <a:pt x="5879855" y="153103"/>
                  </a:lnTo>
                  <a:lnTo>
                    <a:pt x="5879949" y="153103"/>
                  </a:lnTo>
                  <a:lnTo>
                    <a:pt x="5880043" y="153103"/>
                  </a:lnTo>
                  <a:lnTo>
                    <a:pt x="5880137" y="153103"/>
                  </a:lnTo>
                  <a:lnTo>
                    <a:pt x="5880231" y="153103"/>
                  </a:lnTo>
                  <a:lnTo>
                    <a:pt x="5880325" y="153103"/>
                  </a:lnTo>
                  <a:lnTo>
                    <a:pt x="5880419" y="153103"/>
                  </a:lnTo>
                  <a:lnTo>
                    <a:pt x="5880513" y="153103"/>
                  </a:lnTo>
                  <a:lnTo>
                    <a:pt x="5880607" y="153103"/>
                  </a:lnTo>
                  <a:lnTo>
                    <a:pt x="5880701" y="153103"/>
                  </a:lnTo>
                  <a:lnTo>
                    <a:pt x="5880795" y="153103"/>
                  </a:lnTo>
                  <a:lnTo>
                    <a:pt x="5880889" y="153103"/>
                  </a:lnTo>
                  <a:lnTo>
                    <a:pt x="5880983" y="153103"/>
                  </a:lnTo>
                  <a:lnTo>
                    <a:pt x="5881077" y="153103"/>
                  </a:lnTo>
                  <a:lnTo>
                    <a:pt x="5881171" y="153103"/>
                  </a:lnTo>
                  <a:lnTo>
                    <a:pt x="5881265" y="153103"/>
                  </a:lnTo>
                  <a:lnTo>
                    <a:pt x="5881359" y="153103"/>
                  </a:lnTo>
                  <a:lnTo>
                    <a:pt x="5881453" y="153103"/>
                  </a:lnTo>
                  <a:lnTo>
                    <a:pt x="5881547" y="153103"/>
                  </a:lnTo>
                  <a:lnTo>
                    <a:pt x="5881641" y="153103"/>
                  </a:lnTo>
                  <a:lnTo>
                    <a:pt x="5881735" y="153103"/>
                  </a:lnTo>
                  <a:lnTo>
                    <a:pt x="5881829" y="153103"/>
                  </a:lnTo>
                  <a:lnTo>
                    <a:pt x="5881923" y="153103"/>
                  </a:lnTo>
                  <a:lnTo>
                    <a:pt x="5882017" y="153103"/>
                  </a:lnTo>
                  <a:lnTo>
                    <a:pt x="5882111" y="153103"/>
                  </a:lnTo>
                  <a:lnTo>
                    <a:pt x="5882205" y="153103"/>
                  </a:lnTo>
                  <a:lnTo>
                    <a:pt x="5882299" y="153103"/>
                  </a:lnTo>
                  <a:lnTo>
                    <a:pt x="5882393" y="153103"/>
                  </a:lnTo>
                  <a:lnTo>
                    <a:pt x="5882487" y="153103"/>
                  </a:lnTo>
                  <a:lnTo>
                    <a:pt x="5882581" y="153103"/>
                  </a:lnTo>
                  <a:lnTo>
                    <a:pt x="5882675" y="153103"/>
                  </a:lnTo>
                  <a:lnTo>
                    <a:pt x="5882769" y="153103"/>
                  </a:lnTo>
                  <a:lnTo>
                    <a:pt x="5882863" y="153103"/>
                  </a:lnTo>
                  <a:lnTo>
                    <a:pt x="5882957" y="153103"/>
                  </a:lnTo>
                  <a:lnTo>
                    <a:pt x="5883051" y="153103"/>
                  </a:lnTo>
                  <a:lnTo>
                    <a:pt x="5883145" y="153103"/>
                  </a:lnTo>
                  <a:lnTo>
                    <a:pt x="5883239" y="153103"/>
                  </a:lnTo>
                  <a:lnTo>
                    <a:pt x="5883334" y="153103"/>
                  </a:lnTo>
                  <a:lnTo>
                    <a:pt x="5883428" y="153103"/>
                  </a:lnTo>
                  <a:lnTo>
                    <a:pt x="5883522" y="153103"/>
                  </a:lnTo>
                  <a:lnTo>
                    <a:pt x="5883616" y="153103"/>
                  </a:lnTo>
                  <a:lnTo>
                    <a:pt x="5883710" y="153103"/>
                  </a:lnTo>
                  <a:lnTo>
                    <a:pt x="5883804" y="153103"/>
                  </a:lnTo>
                  <a:lnTo>
                    <a:pt x="5883898" y="153103"/>
                  </a:lnTo>
                  <a:lnTo>
                    <a:pt x="5883992" y="153103"/>
                  </a:lnTo>
                  <a:lnTo>
                    <a:pt x="5884086" y="153103"/>
                  </a:lnTo>
                  <a:lnTo>
                    <a:pt x="5884180" y="153103"/>
                  </a:lnTo>
                  <a:lnTo>
                    <a:pt x="5884274" y="153103"/>
                  </a:lnTo>
                  <a:lnTo>
                    <a:pt x="5884368" y="153103"/>
                  </a:lnTo>
                  <a:lnTo>
                    <a:pt x="5884462" y="153103"/>
                  </a:lnTo>
                  <a:lnTo>
                    <a:pt x="5884556" y="153103"/>
                  </a:lnTo>
                  <a:lnTo>
                    <a:pt x="5884650" y="153103"/>
                  </a:lnTo>
                  <a:lnTo>
                    <a:pt x="5884744" y="153103"/>
                  </a:lnTo>
                  <a:lnTo>
                    <a:pt x="5884838" y="153103"/>
                  </a:lnTo>
                  <a:lnTo>
                    <a:pt x="5884932" y="153103"/>
                  </a:lnTo>
                  <a:lnTo>
                    <a:pt x="5885026" y="153103"/>
                  </a:lnTo>
                  <a:lnTo>
                    <a:pt x="5885120" y="153103"/>
                  </a:lnTo>
                  <a:lnTo>
                    <a:pt x="5885214" y="153103"/>
                  </a:lnTo>
                  <a:lnTo>
                    <a:pt x="5885308" y="153103"/>
                  </a:lnTo>
                  <a:lnTo>
                    <a:pt x="5885402" y="153103"/>
                  </a:lnTo>
                  <a:lnTo>
                    <a:pt x="5885496" y="153103"/>
                  </a:lnTo>
                  <a:lnTo>
                    <a:pt x="5885590" y="153103"/>
                  </a:lnTo>
                  <a:lnTo>
                    <a:pt x="5885684" y="153103"/>
                  </a:lnTo>
                  <a:lnTo>
                    <a:pt x="5885778" y="153103"/>
                  </a:lnTo>
                  <a:lnTo>
                    <a:pt x="5885872" y="153103"/>
                  </a:lnTo>
                  <a:lnTo>
                    <a:pt x="5885966" y="153103"/>
                  </a:lnTo>
                  <a:lnTo>
                    <a:pt x="5886060" y="153103"/>
                  </a:lnTo>
                  <a:lnTo>
                    <a:pt x="5886154" y="153103"/>
                  </a:lnTo>
                  <a:lnTo>
                    <a:pt x="5886248" y="153103"/>
                  </a:lnTo>
                  <a:lnTo>
                    <a:pt x="5886342" y="153103"/>
                  </a:lnTo>
                  <a:lnTo>
                    <a:pt x="5886436" y="153103"/>
                  </a:lnTo>
                  <a:lnTo>
                    <a:pt x="5886530" y="153103"/>
                  </a:lnTo>
                  <a:lnTo>
                    <a:pt x="5886624" y="153103"/>
                  </a:lnTo>
                  <a:lnTo>
                    <a:pt x="5886718" y="153103"/>
                  </a:lnTo>
                  <a:lnTo>
                    <a:pt x="5886812" y="153103"/>
                  </a:lnTo>
                  <a:lnTo>
                    <a:pt x="5886907" y="153103"/>
                  </a:lnTo>
                  <a:lnTo>
                    <a:pt x="5887001" y="153103"/>
                  </a:lnTo>
                  <a:lnTo>
                    <a:pt x="5887095" y="153103"/>
                  </a:lnTo>
                  <a:lnTo>
                    <a:pt x="5887189" y="153103"/>
                  </a:lnTo>
                  <a:lnTo>
                    <a:pt x="5887283" y="153103"/>
                  </a:lnTo>
                  <a:lnTo>
                    <a:pt x="5887377" y="153103"/>
                  </a:lnTo>
                  <a:lnTo>
                    <a:pt x="5887471" y="153103"/>
                  </a:lnTo>
                  <a:lnTo>
                    <a:pt x="5887565" y="153103"/>
                  </a:lnTo>
                  <a:lnTo>
                    <a:pt x="5887659" y="153103"/>
                  </a:lnTo>
                  <a:lnTo>
                    <a:pt x="5887753" y="153103"/>
                  </a:lnTo>
                  <a:lnTo>
                    <a:pt x="5887847" y="153103"/>
                  </a:lnTo>
                  <a:lnTo>
                    <a:pt x="5887941" y="153103"/>
                  </a:lnTo>
                  <a:lnTo>
                    <a:pt x="5888035" y="153103"/>
                  </a:lnTo>
                  <a:lnTo>
                    <a:pt x="5888129" y="153103"/>
                  </a:lnTo>
                  <a:lnTo>
                    <a:pt x="5888223" y="153103"/>
                  </a:lnTo>
                  <a:lnTo>
                    <a:pt x="5888317" y="153103"/>
                  </a:lnTo>
                  <a:lnTo>
                    <a:pt x="5888411" y="153103"/>
                  </a:lnTo>
                  <a:lnTo>
                    <a:pt x="5888505" y="153103"/>
                  </a:lnTo>
                  <a:lnTo>
                    <a:pt x="5888599" y="153103"/>
                  </a:lnTo>
                  <a:lnTo>
                    <a:pt x="5888693" y="153103"/>
                  </a:lnTo>
                  <a:lnTo>
                    <a:pt x="5888787" y="153103"/>
                  </a:lnTo>
                  <a:lnTo>
                    <a:pt x="5888881" y="153103"/>
                  </a:lnTo>
                  <a:lnTo>
                    <a:pt x="5888975" y="153103"/>
                  </a:lnTo>
                  <a:lnTo>
                    <a:pt x="5889069" y="153103"/>
                  </a:lnTo>
                  <a:lnTo>
                    <a:pt x="5889163" y="153103"/>
                  </a:lnTo>
                  <a:lnTo>
                    <a:pt x="5889257" y="153103"/>
                  </a:lnTo>
                  <a:lnTo>
                    <a:pt x="5889351" y="153103"/>
                  </a:lnTo>
                  <a:lnTo>
                    <a:pt x="5889445" y="153103"/>
                  </a:lnTo>
                  <a:lnTo>
                    <a:pt x="5889539" y="153103"/>
                  </a:lnTo>
                  <a:lnTo>
                    <a:pt x="5889633" y="153103"/>
                  </a:lnTo>
                  <a:lnTo>
                    <a:pt x="5889727" y="153103"/>
                  </a:lnTo>
                  <a:lnTo>
                    <a:pt x="5889821" y="153103"/>
                  </a:lnTo>
                  <a:lnTo>
                    <a:pt x="5889915" y="153103"/>
                  </a:lnTo>
                  <a:lnTo>
                    <a:pt x="5890009" y="153103"/>
                  </a:lnTo>
                  <a:lnTo>
                    <a:pt x="5890103" y="153103"/>
                  </a:lnTo>
                  <a:lnTo>
                    <a:pt x="5890197" y="153103"/>
                  </a:lnTo>
                  <a:lnTo>
                    <a:pt x="5890291" y="153103"/>
                  </a:lnTo>
                  <a:lnTo>
                    <a:pt x="5890385" y="153103"/>
                  </a:lnTo>
                  <a:lnTo>
                    <a:pt x="5890480" y="153103"/>
                  </a:lnTo>
                  <a:lnTo>
                    <a:pt x="5890574" y="153103"/>
                  </a:lnTo>
                  <a:lnTo>
                    <a:pt x="5890668" y="153103"/>
                  </a:lnTo>
                  <a:lnTo>
                    <a:pt x="5890762" y="153103"/>
                  </a:lnTo>
                  <a:lnTo>
                    <a:pt x="5890856" y="153103"/>
                  </a:lnTo>
                  <a:lnTo>
                    <a:pt x="5890950" y="153103"/>
                  </a:lnTo>
                  <a:lnTo>
                    <a:pt x="5891044" y="153103"/>
                  </a:lnTo>
                  <a:lnTo>
                    <a:pt x="5891138" y="153103"/>
                  </a:lnTo>
                  <a:lnTo>
                    <a:pt x="5891232" y="153103"/>
                  </a:lnTo>
                  <a:lnTo>
                    <a:pt x="5891326" y="153103"/>
                  </a:lnTo>
                  <a:lnTo>
                    <a:pt x="5891420" y="153103"/>
                  </a:lnTo>
                  <a:lnTo>
                    <a:pt x="5891514" y="153103"/>
                  </a:lnTo>
                  <a:lnTo>
                    <a:pt x="5891608" y="153103"/>
                  </a:lnTo>
                  <a:lnTo>
                    <a:pt x="5891702" y="153103"/>
                  </a:lnTo>
                  <a:lnTo>
                    <a:pt x="5891796" y="153103"/>
                  </a:lnTo>
                  <a:lnTo>
                    <a:pt x="5891890" y="153103"/>
                  </a:lnTo>
                  <a:lnTo>
                    <a:pt x="5891984" y="153103"/>
                  </a:lnTo>
                  <a:lnTo>
                    <a:pt x="5892078" y="153103"/>
                  </a:lnTo>
                  <a:lnTo>
                    <a:pt x="5892172" y="153103"/>
                  </a:lnTo>
                  <a:lnTo>
                    <a:pt x="5892266" y="153103"/>
                  </a:lnTo>
                  <a:lnTo>
                    <a:pt x="5892360" y="153103"/>
                  </a:lnTo>
                  <a:lnTo>
                    <a:pt x="5892454" y="153103"/>
                  </a:lnTo>
                  <a:lnTo>
                    <a:pt x="5892548" y="153103"/>
                  </a:lnTo>
                  <a:lnTo>
                    <a:pt x="5892642" y="153103"/>
                  </a:lnTo>
                  <a:lnTo>
                    <a:pt x="5892736" y="153103"/>
                  </a:lnTo>
                  <a:lnTo>
                    <a:pt x="5892830" y="153103"/>
                  </a:lnTo>
                  <a:lnTo>
                    <a:pt x="5892924" y="153103"/>
                  </a:lnTo>
                  <a:lnTo>
                    <a:pt x="5893018" y="153103"/>
                  </a:lnTo>
                  <a:lnTo>
                    <a:pt x="5893112" y="153103"/>
                  </a:lnTo>
                  <a:lnTo>
                    <a:pt x="5893206" y="153103"/>
                  </a:lnTo>
                  <a:lnTo>
                    <a:pt x="5893300" y="153103"/>
                  </a:lnTo>
                  <a:lnTo>
                    <a:pt x="5893394" y="153103"/>
                  </a:lnTo>
                  <a:lnTo>
                    <a:pt x="5893488" y="153103"/>
                  </a:lnTo>
                  <a:lnTo>
                    <a:pt x="5893582" y="153103"/>
                  </a:lnTo>
                  <a:lnTo>
                    <a:pt x="5893676" y="153103"/>
                  </a:lnTo>
                  <a:lnTo>
                    <a:pt x="5893770" y="153103"/>
                  </a:lnTo>
                  <a:lnTo>
                    <a:pt x="5893864" y="153103"/>
                  </a:lnTo>
                  <a:lnTo>
                    <a:pt x="5893959" y="153103"/>
                  </a:lnTo>
                  <a:lnTo>
                    <a:pt x="5894053" y="153103"/>
                  </a:lnTo>
                  <a:lnTo>
                    <a:pt x="5894147" y="153103"/>
                  </a:lnTo>
                  <a:lnTo>
                    <a:pt x="5894241" y="153103"/>
                  </a:lnTo>
                  <a:lnTo>
                    <a:pt x="5894335" y="153103"/>
                  </a:lnTo>
                  <a:lnTo>
                    <a:pt x="5894429" y="153103"/>
                  </a:lnTo>
                  <a:lnTo>
                    <a:pt x="5894523" y="153103"/>
                  </a:lnTo>
                  <a:lnTo>
                    <a:pt x="5894617" y="153103"/>
                  </a:lnTo>
                  <a:lnTo>
                    <a:pt x="5894711" y="153103"/>
                  </a:lnTo>
                  <a:lnTo>
                    <a:pt x="5894805" y="153103"/>
                  </a:lnTo>
                  <a:lnTo>
                    <a:pt x="5894899" y="153103"/>
                  </a:lnTo>
                  <a:lnTo>
                    <a:pt x="5894993" y="153103"/>
                  </a:lnTo>
                  <a:lnTo>
                    <a:pt x="5895087" y="153103"/>
                  </a:lnTo>
                  <a:lnTo>
                    <a:pt x="5895181" y="153103"/>
                  </a:lnTo>
                  <a:lnTo>
                    <a:pt x="5895275" y="153103"/>
                  </a:lnTo>
                  <a:lnTo>
                    <a:pt x="5895369" y="153103"/>
                  </a:lnTo>
                  <a:lnTo>
                    <a:pt x="5895463" y="153103"/>
                  </a:lnTo>
                  <a:lnTo>
                    <a:pt x="5895557" y="153103"/>
                  </a:lnTo>
                  <a:lnTo>
                    <a:pt x="5895651" y="153103"/>
                  </a:lnTo>
                  <a:lnTo>
                    <a:pt x="5895745" y="153103"/>
                  </a:lnTo>
                  <a:lnTo>
                    <a:pt x="5895839" y="153103"/>
                  </a:lnTo>
                  <a:lnTo>
                    <a:pt x="5895933" y="153103"/>
                  </a:lnTo>
                  <a:lnTo>
                    <a:pt x="5896027" y="153103"/>
                  </a:lnTo>
                  <a:lnTo>
                    <a:pt x="5896121" y="153103"/>
                  </a:lnTo>
                  <a:lnTo>
                    <a:pt x="5896215" y="153103"/>
                  </a:lnTo>
                  <a:lnTo>
                    <a:pt x="5896309" y="153103"/>
                  </a:lnTo>
                  <a:lnTo>
                    <a:pt x="5896403" y="153103"/>
                  </a:lnTo>
                  <a:lnTo>
                    <a:pt x="5896497" y="153103"/>
                  </a:lnTo>
                  <a:lnTo>
                    <a:pt x="5896591" y="153103"/>
                  </a:lnTo>
                  <a:lnTo>
                    <a:pt x="5896685" y="153103"/>
                  </a:lnTo>
                  <a:lnTo>
                    <a:pt x="5896779" y="153103"/>
                  </a:lnTo>
                  <a:lnTo>
                    <a:pt x="5896873" y="153103"/>
                  </a:lnTo>
                  <a:lnTo>
                    <a:pt x="5896967" y="153103"/>
                  </a:lnTo>
                  <a:lnTo>
                    <a:pt x="5897061" y="153103"/>
                  </a:lnTo>
                  <a:lnTo>
                    <a:pt x="5897155" y="153103"/>
                  </a:lnTo>
                  <a:lnTo>
                    <a:pt x="5897249" y="153103"/>
                  </a:lnTo>
                  <a:lnTo>
                    <a:pt x="5897343" y="153103"/>
                  </a:lnTo>
                  <a:lnTo>
                    <a:pt x="5897437" y="153103"/>
                  </a:lnTo>
                  <a:lnTo>
                    <a:pt x="5897532" y="153103"/>
                  </a:lnTo>
                  <a:lnTo>
                    <a:pt x="5897626" y="153103"/>
                  </a:lnTo>
                  <a:lnTo>
                    <a:pt x="5897720" y="153103"/>
                  </a:lnTo>
                  <a:lnTo>
                    <a:pt x="5897814" y="153103"/>
                  </a:lnTo>
                  <a:lnTo>
                    <a:pt x="5897908" y="153103"/>
                  </a:lnTo>
                  <a:lnTo>
                    <a:pt x="5898002" y="153103"/>
                  </a:lnTo>
                  <a:lnTo>
                    <a:pt x="5898096" y="153103"/>
                  </a:lnTo>
                  <a:lnTo>
                    <a:pt x="5898190" y="153103"/>
                  </a:lnTo>
                  <a:lnTo>
                    <a:pt x="5898284" y="153103"/>
                  </a:lnTo>
                  <a:lnTo>
                    <a:pt x="5898378" y="153103"/>
                  </a:lnTo>
                  <a:lnTo>
                    <a:pt x="5898472" y="153103"/>
                  </a:lnTo>
                  <a:lnTo>
                    <a:pt x="5898566" y="153103"/>
                  </a:lnTo>
                  <a:lnTo>
                    <a:pt x="5898660" y="153103"/>
                  </a:lnTo>
                  <a:lnTo>
                    <a:pt x="5898754" y="153103"/>
                  </a:lnTo>
                  <a:lnTo>
                    <a:pt x="5898848" y="153103"/>
                  </a:lnTo>
                  <a:lnTo>
                    <a:pt x="5898942" y="153103"/>
                  </a:lnTo>
                  <a:lnTo>
                    <a:pt x="5899036" y="153103"/>
                  </a:lnTo>
                  <a:lnTo>
                    <a:pt x="5899130" y="153103"/>
                  </a:lnTo>
                  <a:lnTo>
                    <a:pt x="5899224" y="153103"/>
                  </a:lnTo>
                  <a:lnTo>
                    <a:pt x="5899318" y="153103"/>
                  </a:lnTo>
                  <a:lnTo>
                    <a:pt x="5899412" y="153103"/>
                  </a:lnTo>
                  <a:lnTo>
                    <a:pt x="5899506" y="153103"/>
                  </a:lnTo>
                  <a:lnTo>
                    <a:pt x="5899600" y="153103"/>
                  </a:lnTo>
                  <a:lnTo>
                    <a:pt x="5899694" y="153103"/>
                  </a:lnTo>
                  <a:lnTo>
                    <a:pt x="5899788" y="153103"/>
                  </a:lnTo>
                  <a:lnTo>
                    <a:pt x="5899882" y="153103"/>
                  </a:lnTo>
                  <a:lnTo>
                    <a:pt x="5899976" y="153103"/>
                  </a:lnTo>
                  <a:lnTo>
                    <a:pt x="5900070" y="153103"/>
                  </a:lnTo>
                  <a:lnTo>
                    <a:pt x="5900164" y="153103"/>
                  </a:lnTo>
                  <a:lnTo>
                    <a:pt x="5900258" y="153103"/>
                  </a:lnTo>
                  <a:lnTo>
                    <a:pt x="5900352" y="153103"/>
                  </a:lnTo>
                  <a:lnTo>
                    <a:pt x="5900446" y="153103"/>
                  </a:lnTo>
                  <a:lnTo>
                    <a:pt x="5900540" y="153103"/>
                  </a:lnTo>
                  <a:lnTo>
                    <a:pt x="5900634" y="153103"/>
                  </a:lnTo>
                  <a:lnTo>
                    <a:pt x="5900728" y="153103"/>
                  </a:lnTo>
                  <a:lnTo>
                    <a:pt x="5900822" y="153103"/>
                  </a:lnTo>
                  <a:lnTo>
                    <a:pt x="5900916" y="153103"/>
                  </a:lnTo>
                  <a:lnTo>
                    <a:pt x="5901010" y="153103"/>
                  </a:lnTo>
                  <a:lnTo>
                    <a:pt x="5901105" y="153103"/>
                  </a:lnTo>
                  <a:lnTo>
                    <a:pt x="5901199" y="153103"/>
                  </a:lnTo>
                  <a:lnTo>
                    <a:pt x="5901293" y="153103"/>
                  </a:lnTo>
                  <a:lnTo>
                    <a:pt x="5901387" y="153103"/>
                  </a:lnTo>
                  <a:lnTo>
                    <a:pt x="5901481" y="153103"/>
                  </a:lnTo>
                  <a:lnTo>
                    <a:pt x="5901575" y="153103"/>
                  </a:lnTo>
                  <a:lnTo>
                    <a:pt x="5901669" y="153103"/>
                  </a:lnTo>
                  <a:lnTo>
                    <a:pt x="5901763" y="153103"/>
                  </a:lnTo>
                  <a:lnTo>
                    <a:pt x="5901857" y="153103"/>
                  </a:lnTo>
                  <a:lnTo>
                    <a:pt x="5901951" y="153103"/>
                  </a:lnTo>
                  <a:lnTo>
                    <a:pt x="5902045" y="153103"/>
                  </a:lnTo>
                  <a:lnTo>
                    <a:pt x="5902139" y="153103"/>
                  </a:lnTo>
                  <a:lnTo>
                    <a:pt x="5902233" y="153103"/>
                  </a:lnTo>
                  <a:lnTo>
                    <a:pt x="5902327" y="153103"/>
                  </a:lnTo>
                  <a:lnTo>
                    <a:pt x="5902421" y="153103"/>
                  </a:lnTo>
                  <a:lnTo>
                    <a:pt x="5902515" y="153103"/>
                  </a:lnTo>
                  <a:lnTo>
                    <a:pt x="5902609" y="153103"/>
                  </a:lnTo>
                  <a:lnTo>
                    <a:pt x="5902703" y="153103"/>
                  </a:lnTo>
                  <a:lnTo>
                    <a:pt x="5902797" y="153103"/>
                  </a:lnTo>
                  <a:lnTo>
                    <a:pt x="5902891" y="153103"/>
                  </a:lnTo>
                  <a:lnTo>
                    <a:pt x="5902985" y="153103"/>
                  </a:lnTo>
                  <a:lnTo>
                    <a:pt x="5903079" y="153103"/>
                  </a:lnTo>
                  <a:lnTo>
                    <a:pt x="5903173" y="153103"/>
                  </a:lnTo>
                  <a:lnTo>
                    <a:pt x="5903267" y="153103"/>
                  </a:lnTo>
                  <a:lnTo>
                    <a:pt x="5903361" y="153103"/>
                  </a:lnTo>
                  <a:lnTo>
                    <a:pt x="5903455" y="153103"/>
                  </a:lnTo>
                  <a:lnTo>
                    <a:pt x="5903549" y="153103"/>
                  </a:lnTo>
                  <a:lnTo>
                    <a:pt x="5903643" y="153103"/>
                  </a:lnTo>
                  <a:lnTo>
                    <a:pt x="5903737" y="153103"/>
                  </a:lnTo>
                  <a:lnTo>
                    <a:pt x="5903831" y="153103"/>
                  </a:lnTo>
                  <a:lnTo>
                    <a:pt x="5903925" y="153103"/>
                  </a:lnTo>
                  <a:lnTo>
                    <a:pt x="5904019" y="153103"/>
                  </a:lnTo>
                  <a:lnTo>
                    <a:pt x="5904113" y="153103"/>
                  </a:lnTo>
                  <a:lnTo>
                    <a:pt x="5904207" y="153103"/>
                  </a:lnTo>
                  <a:lnTo>
                    <a:pt x="5904301" y="153103"/>
                  </a:lnTo>
                  <a:lnTo>
                    <a:pt x="5904395" y="153103"/>
                  </a:lnTo>
                  <a:lnTo>
                    <a:pt x="5904489" y="153103"/>
                  </a:lnTo>
                  <a:lnTo>
                    <a:pt x="5904584" y="153103"/>
                  </a:lnTo>
                  <a:lnTo>
                    <a:pt x="5904678" y="153103"/>
                  </a:lnTo>
                  <a:lnTo>
                    <a:pt x="5904772" y="153103"/>
                  </a:lnTo>
                  <a:lnTo>
                    <a:pt x="5904866" y="153103"/>
                  </a:lnTo>
                  <a:lnTo>
                    <a:pt x="5904960" y="153103"/>
                  </a:lnTo>
                  <a:lnTo>
                    <a:pt x="5905054" y="153103"/>
                  </a:lnTo>
                  <a:lnTo>
                    <a:pt x="5905148" y="153103"/>
                  </a:lnTo>
                  <a:lnTo>
                    <a:pt x="5905242" y="153103"/>
                  </a:lnTo>
                  <a:lnTo>
                    <a:pt x="5905336" y="153103"/>
                  </a:lnTo>
                  <a:lnTo>
                    <a:pt x="5905430" y="153103"/>
                  </a:lnTo>
                  <a:lnTo>
                    <a:pt x="5905524" y="153103"/>
                  </a:lnTo>
                  <a:lnTo>
                    <a:pt x="5905618" y="153103"/>
                  </a:lnTo>
                  <a:lnTo>
                    <a:pt x="5905712" y="153103"/>
                  </a:lnTo>
                  <a:lnTo>
                    <a:pt x="5905806" y="153103"/>
                  </a:lnTo>
                  <a:lnTo>
                    <a:pt x="5905900" y="153103"/>
                  </a:lnTo>
                  <a:lnTo>
                    <a:pt x="5905994" y="153103"/>
                  </a:lnTo>
                  <a:lnTo>
                    <a:pt x="5906088" y="153103"/>
                  </a:lnTo>
                  <a:lnTo>
                    <a:pt x="5906182" y="153103"/>
                  </a:lnTo>
                  <a:lnTo>
                    <a:pt x="5906276" y="153103"/>
                  </a:lnTo>
                  <a:lnTo>
                    <a:pt x="5906370" y="153103"/>
                  </a:lnTo>
                  <a:lnTo>
                    <a:pt x="5906464" y="153103"/>
                  </a:lnTo>
                  <a:lnTo>
                    <a:pt x="5906558" y="153103"/>
                  </a:lnTo>
                  <a:lnTo>
                    <a:pt x="5906652" y="153103"/>
                  </a:lnTo>
                  <a:lnTo>
                    <a:pt x="5906746" y="153103"/>
                  </a:lnTo>
                  <a:lnTo>
                    <a:pt x="5906840" y="153103"/>
                  </a:lnTo>
                  <a:lnTo>
                    <a:pt x="5906934" y="153103"/>
                  </a:lnTo>
                  <a:lnTo>
                    <a:pt x="5907028" y="153103"/>
                  </a:lnTo>
                  <a:lnTo>
                    <a:pt x="5907122" y="153103"/>
                  </a:lnTo>
                  <a:lnTo>
                    <a:pt x="5907216" y="153103"/>
                  </a:lnTo>
                  <a:lnTo>
                    <a:pt x="5907310" y="153103"/>
                  </a:lnTo>
                  <a:lnTo>
                    <a:pt x="5907404" y="153103"/>
                  </a:lnTo>
                  <a:lnTo>
                    <a:pt x="5907498" y="153103"/>
                  </a:lnTo>
                  <a:lnTo>
                    <a:pt x="5907592" y="153103"/>
                  </a:lnTo>
                  <a:lnTo>
                    <a:pt x="5907686" y="153103"/>
                  </a:lnTo>
                  <a:lnTo>
                    <a:pt x="5907780" y="153103"/>
                  </a:lnTo>
                  <a:lnTo>
                    <a:pt x="5907874" y="153103"/>
                  </a:lnTo>
                  <a:lnTo>
                    <a:pt x="5907968" y="153103"/>
                  </a:lnTo>
                  <a:lnTo>
                    <a:pt x="5908062" y="153103"/>
                  </a:lnTo>
                  <a:lnTo>
                    <a:pt x="5908157" y="153103"/>
                  </a:lnTo>
                  <a:lnTo>
                    <a:pt x="5908251" y="153103"/>
                  </a:lnTo>
                  <a:lnTo>
                    <a:pt x="5908345" y="153103"/>
                  </a:lnTo>
                  <a:lnTo>
                    <a:pt x="5908439" y="153103"/>
                  </a:lnTo>
                  <a:lnTo>
                    <a:pt x="5908533" y="153103"/>
                  </a:lnTo>
                  <a:lnTo>
                    <a:pt x="5908627" y="153103"/>
                  </a:lnTo>
                  <a:lnTo>
                    <a:pt x="5908721" y="153103"/>
                  </a:lnTo>
                  <a:lnTo>
                    <a:pt x="5908815" y="153103"/>
                  </a:lnTo>
                  <a:lnTo>
                    <a:pt x="5908909" y="153103"/>
                  </a:lnTo>
                  <a:lnTo>
                    <a:pt x="5908909" y="147823"/>
                  </a:lnTo>
                  <a:lnTo>
                    <a:pt x="5909003" y="147823"/>
                  </a:lnTo>
                  <a:lnTo>
                    <a:pt x="5909097" y="147823"/>
                  </a:lnTo>
                  <a:lnTo>
                    <a:pt x="5909191" y="147823"/>
                  </a:lnTo>
                  <a:lnTo>
                    <a:pt x="5909285" y="147823"/>
                  </a:lnTo>
                  <a:lnTo>
                    <a:pt x="5909379" y="147823"/>
                  </a:lnTo>
                  <a:lnTo>
                    <a:pt x="5909473" y="147823"/>
                  </a:lnTo>
                  <a:lnTo>
                    <a:pt x="5909567" y="147823"/>
                  </a:lnTo>
                  <a:lnTo>
                    <a:pt x="5909661" y="147823"/>
                  </a:lnTo>
                  <a:lnTo>
                    <a:pt x="5909755" y="147823"/>
                  </a:lnTo>
                  <a:lnTo>
                    <a:pt x="5909849" y="147823"/>
                  </a:lnTo>
                  <a:lnTo>
                    <a:pt x="5909943" y="147823"/>
                  </a:lnTo>
                  <a:lnTo>
                    <a:pt x="5910037" y="147823"/>
                  </a:lnTo>
                  <a:lnTo>
                    <a:pt x="5910131" y="147823"/>
                  </a:lnTo>
                  <a:lnTo>
                    <a:pt x="5910225" y="147823"/>
                  </a:lnTo>
                  <a:lnTo>
                    <a:pt x="5910319" y="147823"/>
                  </a:lnTo>
                  <a:lnTo>
                    <a:pt x="5910413" y="147823"/>
                  </a:lnTo>
                  <a:lnTo>
                    <a:pt x="5910507" y="147823"/>
                  </a:lnTo>
                  <a:lnTo>
                    <a:pt x="5910601" y="147823"/>
                  </a:lnTo>
                  <a:lnTo>
                    <a:pt x="5910695" y="147823"/>
                  </a:lnTo>
                  <a:lnTo>
                    <a:pt x="5910789" y="147823"/>
                  </a:lnTo>
                  <a:lnTo>
                    <a:pt x="5910883" y="147823"/>
                  </a:lnTo>
                  <a:lnTo>
                    <a:pt x="5910977" y="147823"/>
                  </a:lnTo>
                  <a:lnTo>
                    <a:pt x="5911071" y="147823"/>
                  </a:lnTo>
                  <a:lnTo>
                    <a:pt x="5911165" y="147823"/>
                  </a:lnTo>
                  <a:lnTo>
                    <a:pt x="5911259" y="147823"/>
                  </a:lnTo>
                  <a:lnTo>
                    <a:pt x="5911353" y="147823"/>
                  </a:lnTo>
                  <a:lnTo>
                    <a:pt x="5911447" y="147823"/>
                  </a:lnTo>
                  <a:lnTo>
                    <a:pt x="5911541" y="147823"/>
                  </a:lnTo>
                  <a:lnTo>
                    <a:pt x="5911635" y="147823"/>
                  </a:lnTo>
                  <a:lnTo>
                    <a:pt x="5911730" y="147823"/>
                  </a:lnTo>
                  <a:lnTo>
                    <a:pt x="5911824" y="147823"/>
                  </a:lnTo>
                  <a:lnTo>
                    <a:pt x="5911918" y="147823"/>
                  </a:lnTo>
                  <a:lnTo>
                    <a:pt x="5912012" y="147823"/>
                  </a:lnTo>
                  <a:lnTo>
                    <a:pt x="5912106" y="147823"/>
                  </a:lnTo>
                  <a:lnTo>
                    <a:pt x="5912200" y="147823"/>
                  </a:lnTo>
                  <a:lnTo>
                    <a:pt x="5912294" y="147823"/>
                  </a:lnTo>
                  <a:lnTo>
                    <a:pt x="5912388" y="147823"/>
                  </a:lnTo>
                  <a:lnTo>
                    <a:pt x="5912482" y="147823"/>
                  </a:lnTo>
                  <a:lnTo>
                    <a:pt x="5912576" y="147823"/>
                  </a:lnTo>
                  <a:lnTo>
                    <a:pt x="5912670" y="147823"/>
                  </a:lnTo>
                  <a:lnTo>
                    <a:pt x="5912764" y="147823"/>
                  </a:lnTo>
                  <a:lnTo>
                    <a:pt x="5912858" y="147823"/>
                  </a:lnTo>
                  <a:lnTo>
                    <a:pt x="5912952" y="147823"/>
                  </a:lnTo>
                  <a:lnTo>
                    <a:pt x="5913046" y="147823"/>
                  </a:lnTo>
                  <a:lnTo>
                    <a:pt x="5913140" y="147823"/>
                  </a:lnTo>
                  <a:lnTo>
                    <a:pt x="5913234" y="147823"/>
                  </a:lnTo>
                  <a:lnTo>
                    <a:pt x="5913328" y="147823"/>
                  </a:lnTo>
                  <a:lnTo>
                    <a:pt x="5913422" y="147823"/>
                  </a:lnTo>
                  <a:lnTo>
                    <a:pt x="5913516" y="147823"/>
                  </a:lnTo>
                  <a:lnTo>
                    <a:pt x="5913610" y="147823"/>
                  </a:lnTo>
                  <a:lnTo>
                    <a:pt x="5913704" y="147823"/>
                  </a:lnTo>
                  <a:lnTo>
                    <a:pt x="5913798" y="147823"/>
                  </a:lnTo>
                  <a:lnTo>
                    <a:pt x="5913892" y="147823"/>
                  </a:lnTo>
                  <a:lnTo>
                    <a:pt x="5913986" y="147823"/>
                  </a:lnTo>
                  <a:lnTo>
                    <a:pt x="5914080" y="147823"/>
                  </a:lnTo>
                  <a:lnTo>
                    <a:pt x="5914174" y="147823"/>
                  </a:lnTo>
                  <a:lnTo>
                    <a:pt x="5914268" y="147823"/>
                  </a:lnTo>
                  <a:lnTo>
                    <a:pt x="5914362" y="147823"/>
                  </a:lnTo>
                  <a:lnTo>
                    <a:pt x="5914456" y="147823"/>
                  </a:lnTo>
                  <a:lnTo>
                    <a:pt x="5914550" y="147823"/>
                  </a:lnTo>
                  <a:lnTo>
                    <a:pt x="5914644" y="147823"/>
                  </a:lnTo>
                  <a:lnTo>
                    <a:pt x="5914738" y="147823"/>
                  </a:lnTo>
                  <a:lnTo>
                    <a:pt x="5914832" y="147823"/>
                  </a:lnTo>
                  <a:lnTo>
                    <a:pt x="5914926" y="147823"/>
                  </a:lnTo>
                  <a:lnTo>
                    <a:pt x="5915020" y="147823"/>
                  </a:lnTo>
                  <a:lnTo>
                    <a:pt x="5915114" y="147823"/>
                  </a:lnTo>
                  <a:lnTo>
                    <a:pt x="5915208" y="147823"/>
                  </a:lnTo>
                  <a:lnTo>
                    <a:pt x="5915303" y="147823"/>
                  </a:lnTo>
                  <a:lnTo>
                    <a:pt x="5915397" y="147823"/>
                  </a:lnTo>
                  <a:lnTo>
                    <a:pt x="5915491" y="147823"/>
                  </a:lnTo>
                  <a:lnTo>
                    <a:pt x="5915585" y="147823"/>
                  </a:lnTo>
                  <a:lnTo>
                    <a:pt x="5915679" y="147823"/>
                  </a:lnTo>
                  <a:lnTo>
                    <a:pt x="5915773" y="147823"/>
                  </a:lnTo>
                  <a:lnTo>
                    <a:pt x="5915867" y="147823"/>
                  </a:lnTo>
                  <a:lnTo>
                    <a:pt x="5915961" y="147823"/>
                  </a:lnTo>
                  <a:lnTo>
                    <a:pt x="5916055" y="147823"/>
                  </a:lnTo>
                  <a:lnTo>
                    <a:pt x="5916149" y="147823"/>
                  </a:lnTo>
                  <a:lnTo>
                    <a:pt x="5916243" y="147823"/>
                  </a:lnTo>
                  <a:lnTo>
                    <a:pt x="5916337" y="147823"/>
                  </a:lnTo>
                  <a:lnTo>
                    <a:pt x="5916431" y="147823"/>
                  </a:lnTo>
                  <a:lnTo>
                    <a:pt x="5916525" y="147823"/>
                  </a:lnTo>
                  <a:lnTo>
                    <a:pt x="5916619" y="147823"/>
                  </a:lnTo>
                  <a:lnTo>
                    <a:pt x="5916713" y="147823"/>
                  </a:lnTo>
                  <a:lnTo>
                    <a:pt x="5916807" y="147823"/>
                  </a:lnTo>
                  <a:lnTo>
                    <a:pt x="5916901" y="147823"/>
                  </a:lnTo>
                  <a:lnTo>
                    <a:pt x="5916995" y="147823"/>
                  </a:lnTo>
                  <a:lnTo>
                    <a:pt x="5917089" y="147823"/>
                  </a:lnTo>
                  <a:lnTo>
                    <a:pt x="5917183" y="147823"/>
                  </a:lnTo>
                  <a:lnTo>
                    <a:pt x="5917277" y="147823"/>
                  </a:lnTo>
                  <a:lnTo>
                    <a:pt x="5917371" y="147823"/>
                  </a:lnTo>
                  <a:lnTo>
                    <a:pt x="5917465" y="147823"/>
                  </a:lnTo>
                  <a:lnTo>
                    <a:pt x="5917559" y="147823"/>
                  </a:lnTo>
                  <a:lnTo>
                    <a:pt x="5917653" y="147823"/>
                  </a:lnTo>
                  <a:lnTo>
                    <a:pt x="5917747" y="147823"/>
                  </a:lnTo>
                  <a:lnTo>
                    <a:pt x="5917841" y="147823"/>
                  </a:lnTo>
                  <a:lnTo>
                    <a:pt x="5917935" y="147823"/>
                  </a:lnTo>
                  <a:lnTo>
                    <a:pt x="5918029" y="147823"/>
                  </a:lnTo>
                  <a:lnTo>
                    <a:pt x="5918123" y="147823"/>
                  </a:lnTo>
                  <a:lnTo>
                    <a:pt x="5918217" y="147823"/>
                  </a:lnTo>
                  <a:lnTo>
                    <a:pt x="5918311" y="147823"/>
                  </a:lnTo>
                  <a:lnTo>
                    <a:pt x="5918405" y="147823"/>
                  </a:lnTo>
                  <a:lnTo>
                    <a:pt x="5918499" y="147823"/>
                  </a:lnTo>
                  <a:lnTo>
                    <a:pt x="5918593" y="147823"/>
                  </a:lnTo>
                  <a:lnTo>
                    <a:pt x="5918687" y="147823"/>
                  </a:lnTo>
                  <a:lnTo>
                    <a:pt x="5918782" y="147823"/>
                  </a:lnTo>
                  <a:lnTo>
                    <a:pt x="5918876" y="147823"/>
                  </a:lnTo>
                  <a:lnTo>
                    <a:pt x="5918970" y="147823"/>
                  </a:lnTo>
                  <a:lnTo>
                    <a:pt x="5919064" y="147823"/>
                  </a:lnTo>
                  <a:lnTo>
                    <a:pt x="5919158" y="147823"/>
                  </a:lnTo>
                  <a:lnTo>
                    <a:pt x="5919252" y="147823"/>
                  </a:lnTo>
                  <a:lnTo>
                    <a:pt x="5919346" y="147823"/>
                  </a:lnTo>
                  <a:lnTo>
                    <a:pt x="5919440" y="147823"/>
                  </a:lnTo>
                  <a:lnTo>
                    <a:pt x="5919534" y="147823"/>
                  </a:lnTo>
                  <a:lnTo>
                    <a:pt x="5919628" y="147823"/>
                  </a:lnTo>
                  <a:lnTo>
                    <a:pt x="5919722" y="147823"/>
                  </a:lnTo>
                  <a:lnTo>
                    <a:pt x="5919816" y="147823"/>
                  </a:lnTo>
                  <a:lnTo>
                    <a:pt x="5919910" y="147823"/>
                  </a:lnTo>
                  <a:lnTo>
                    <a:pt x="5920004" y="147823"/>
                  </a:lnTo>
                  <a:lnTo>
                    <a:pt x="5920098" y="147823"/>
                  </a:lnTo>
                  <a:lnTo>
                    <a:pt x="5920192" y="147823"/>
                  </a:lnTo>
                  <a:lnTo>
                    <a:pt x="5920286" y="147823"/>
                  </a:lnTo>
                  <a:lnTo>
                    <a:pt x="5920380" y="147823"/>
                  </a:lnTo>
                  <a:lnTo>
                    <a:pt x="5920474" y="147823"/>
                  </a:lnTo>
                  <a:lnTo>
                    <a:pt x="5920568" y="147823"/>
                  </a:lnTo>
                  <a:lnTo>
                    <a:pt x="5920662" y="147823"/>
                  </a:lnTo>
                  <a:lnTo>
                    <a:pt x="5920756" y="147823"/>
                  </a:lnTo>
                  <a:lnTo>
                    <a:pt x="5920850" y="147823"/>
                  </a:lnTo>
                  <a:lnTo>
                    <a:pt x="5920944" y="147823"/>
                  </a:lnTo>
                  <a:lnTo>
                    <a:pt x="5921038" y="147823"/>
                  </a:lnTo>
                  <a:lnTo>
                    <a:pt x="5921132" y="147823"/>
                  </a:lnTo>
                  <a:lnTo>
                    <a:pt x="5921226" y="147823"/>
                  </a:lnTo>
                  <a:lnTo>
                    <a:pt x="5921320" y="147823"/>
                  </a:lnTo>
                  <a:lnTo>
                    <a:pt x="5921414" y="147823"/>
                  </a:lnTo>
                  <a:lnTo>
                    <a:pt x="5921508" y="147823"/>
                  </a:lnTo>
                  <a:lnTo>
                    <a:pt x="5921602" y="147823"/>
                  </a:lnTo>
                  <a:lnTo>
                    <a:pt x="5921696" y="147823"/>
                  </a:lnTo>
                  <a:lnTo>
                    <a:pt x="5921790" y="147823"/>
                  </a:lnTo>
                  <a:lnTo>
                    <a:pt x="5921884" y="147823"/>
                  </a:lnTo>
                  <a:lnTo>
                    <a:pt x="5921978" y="147823"/>
                  </a:lnTo>
                  <a:lnTo>
                    <a:pt x="5922072" y="147823"/>
                  </a:lnTo>
                  <a:lnTo>
                    <a:pt x="5922166" y="147823"/>
                  </a:lnTo>
                  <a:lnTo>
                    <a:pt x="5922260" y="147823"/>
                  </a:lnTo>
                  <a:lnTo>
                    <a:pt x="5922355" y="147823"/>
                  </a:lnTo>
                  <a:lnTo>
                    <a:pt x="5922449" y="147823"/>
                  </a:lnTo>
                  <a:lnTo>
                    <a:pt x="5922543" y="147823"/>
                  </a:lnTo>
                  <a:lnTo>
                    <a:pt x="5922637" y="147823"/>
                  </a:lnTo>
                  <a:lnTo>
                    <a:pt x="5922731" y="147823"/>
                  </a:lnTo>
                  <a:lnTo>
                    <a:pt x="5922825" y="147823"/>
                  </a:lnTo>
                  <a:lnTo>
                    <a:pt x="5922919" y="147823"/>
                  </a:lnTo>
                  <a:lnTo>
                    <a:pt x="5923013" y="147823"/>
                  </a:lnTo>
                  <a:lnTo>
                    <a:pt x="5923107" y="147823"/>
                  </a:lnTo>
                  <a:lnTo>
                    <a:pt x="5923201" y="147823"/>
                  </a:lnTo>
                  <a:lnTo>
                    <a:pt x="5923295" y="147823"/>
                  </a:lnTo>
                  <a:lnTo>
                    <a:pt x="5923295" y="142544"/>
                  </a:lnTo>
                  <a:lnTo>
                    <a:pt x="5923389" y="142544"/>
                  </a:lnTo>
                  <a:lnTo>
                    <a:pt x="5923483" y="142544"/>
                  </a:lnTo>
                  <a:lnTo>
                    <a:pt x="5923577" y="142544"/>
                  </a:lnTo>
                  <a:lnTo>
                    <a:pt x="5923671" y="142544"/>
                  </a:lnTo>
                  <a:lnTo>
                    <a:pt x="5923765" y="142544"/>
                  </a:lnTo>
                  <a:lnTo>
                    <a:pt x="5923859" y="142544"/>
                  </a:lnTo>
                  <a:lnTo>
                    <a:pt x="5923953" y="142544"/>
                  </a:lnTo>
                  <a:lnTo>
                    <a:pt x="5924047" y="142544"/>
                  </a:lnTo>
                  <a:lnTo>
                    <a:pt x="5924141" y="142544"/>
                  </a:lnTo>
                  <a:lnTo>
                    <a:pt x="5924235" y="142544"/>
                  </a:lnTo>
                  <a:lnTo>
                    <a:pt x="5924329" y="142544"/>
                  </a:lnTo>
                  <a:lnTo>
                    <a:pt x="5924423" y="142544"/>
                  </a:lnTo>
                  <a:lnTo>
                    <a:pt x="5924517" y="142544"/>
                  </a:lnTo>
                  <a:lnTo>
                    <a:pt x="5924611" y="142544"/>
                  </a:lnTo>
                  <a:lnTo>
                    <a:pt x="5924705" y="142544"/>
                  </a:lnTo>
                  <a:lnTo>
                    <a:pt x="5924799" y="142544"/>
                  </a:lnTo>
                  <a:lnTo>
                    <a:pt x="5924893" y="142544"/>
                  </a:lnTo>
                  <a:lnTo>
                    <a:pt x="5924987" y="142544"/>
                  </a:lnTo>
                  <a:lnTo>
                    <a:pt x="5925081" y="142544"/>
                  </a:lnTo>
                  <a:lnTo>
                    <a:pt x="5925175" y="142544"/>
                  </a:lnTo>
                  <a:lnTo>
                    <a:pt x="5925269" y="142544"/>
                  </a:lnTo>
                  <a:lnTo>
                    <a:pt x="5925363" y="142544"/>
                  </a:lnTo>
                  <a:lnTo>
                    <a:pt x="5925457" y="142544"/>
                  </a:lnTo>
                  <a:lnTo>
                    <a:pt x="5925551" y="142544"/>
                  </a:lnTo>
                  <a:lnTo>
                    <a:pt x="5925645" y="142544"/>
                  </a:lnTo>
                  <a:lnTo>
                    <a:pt x="5925739" y="142544"/>
                  </a:lnTo>
                  <a:lnTo>
                    <a:pt x="5925833" y="142544"/>
                  </a:lnTo>
                  <a:lnTo>
                    <a:pt x="5925928" y="142544"/>
                  </a:lnTo>
                  <a:lnTo>
                    <a:pt x="5926022" y="142544"/>
                  </a:lnTo>
                  <a:lnTo>
                    <a:pt x="5926116" y="142544"/>
                  </a:lnTo>
                  <a:lnTo>
                    <a:pt x="5926210" y="142544"/>
                  </a:lnTo>
                  <a:lnTo>
                    <a:pt x="5926304" y="142544"/>
                  </a:lnTo>
                  <a:lnTo>
                    <a:pt x="5926398" y="142544"/>
                  </a:lnTo>
                  <a:lnTo>
                    <a:pt x="5926492" y="142544"/>
                  </a:lnTo>
                  <a:lnTo>
                    <a:pt x="5926586" y="142544"/>
                  </a:lnTo>
                  <a:lnTo>
                    <a:pt x="5926680" y="142544"/>
                  </a:lnTo>
                  <a:lnTo>
                    <a:pt x="5926774" y="142544"/>
                  </a:lnTo>
                  <a:lnTo>
                    <a:pt x="5926868" y="142544"/>
                  </a:lnTo>
                  <a:lnTo>
                    <a:pt x="5926962" y="142544"/>
                  </a:lnTo>
                  <a:lnTo>
                    <a:pt x="5927056" y="142544"/>
                  </a:lnTo>
                  <a:lnTo>
                    <a:pt x="5927150" y="142544"/>
                  </a:lnTo>
                  <a:lnTo>
                    <a:pt x="5927244" y="142544"/>
                  </a:lnTo>
                  <a:lnTo>
                    <a:pt x="5927338" y="142544"/>
                  </a:lnTo>
                  <a:lnTo>
                    <a:pt x="5927432" y="142544"/>
                  </a:lnTo>
                  <a:lnTo>
                    <a:pt x="5927526" y="142544"/>
                  </a:lnTo>
                  <a:lnTo>
                    <a:pt x="5927620" y="142544"/>
                  </a:lnTo>
                  <a:lnTo>
                    <a:pt x="5927714" y="142544"/>
                  </a:lnTo>
                  <a:lnTo>
                    <a:pt x="5927808" y="142544"/>
                  </a:lnTo>
                  <a:lnTo>
                    <a:pt x="5927902" y="142544"/>
                  </a:lnTo>
                  <a:lnTo>
                    <a:pt x="5927996" y="142544"/>
                  </a:lnTo>
                  <a:lnTo>
                    <a:pt x="5928090" y="142544"/>
                  </a:lnTo>
                  <a:lnTo>
                    <a:pt x="5928184" y="142544"/>
                  </a:lnTo>
                  <a:lnTo>
                    <a:pt x="5928278" y="142544"/>
                  </a:lnTo>
                  <a:lnTo>
                    <a:pt x="5928372" y="142544"/>
                  </a:lnTo>
                  <a:lnTo>
                    <a:pt x="5928466" y="142544"/>
                  </a:lnTo>
                  <a:lnTo>
                    <a:pt x="5928560" y="142544"/>
                  </a:lnTo>
                  <a:lnTo>
                    <a:pt x="5928654" y="142544"/>
                  </a:lnTo>
                  <a:lnTo>
                    <a:pt x="5928748" y="142544"/>
                  </a:lnTo>
                  <a:lnTo>
                    <a:pt x="5928842" y="142544"/>
                  </a:lnTo>
                  <a:lnTo>
                    <a:pt x="5928936" y="142544"/>
                  </a:lnTo>
                  <a:lnTo>
                    <a:pt x="5929030" y="142544"/>
                  </a:lnTo>
                  <a:lnTo>
                    <a:pt x="5929124" y="142544"/>
                  </a:lnTo>
                  <a:lnTo>
                    <a:pt x="5929218" y="142544"/>
                  </a:lnTo>
                  <a:lnTo>
                    <a:pt x="5929312" y="142544"/>
                  </a:lnTo>
                  <a:lnTo>
                    <a:pt x="5929407" y="142544"/>
                  </a:lnTo>
                  <a:lnTo>
                    <a:pt x="5929501" y="142544"/>
                  </a:lnTo>
                  <a:lnTo>
                    <a:pt x="5929595" y="142544"/>
                  </a:lnTo>
                  <a:lnTo>
                    <a:pt x="5929689" y="142544"/>
                  </a:lnTo>
                  <a:lnTo>
                    <a:pt x="5929783" y="142544"/>
                  </a:lnTo>
                  <a:lnTo>
                    <a:pt x="5929877" y="142544"/>
                  </a:lnTo>
                  <a:lnTo>
                    <a:pt x="5929971" y="142544"/>
                  </a:lnTo>
                  <a:lnTo>
                    <a:pt x="5930065" y="142544"/>
                  </a:lnTo>
                  <a:lnTo>
                    <a:pt x="5930159" y="142544"/>
                  </a:lnTo>
                  <a:lnTo>
                    <a:pt x="5930253" y="142544"/>
                  </a:lnTo>
                  <a:lnTo>
                    <a:pt x="5930347" y="142544"/>
                  </a:lnTo>
                  <a:lnTo>
                    <a:pt x="5930441" y="142544"/>
                  </a:lnTo>
                  <a:lnTo>
                    <a:pt x="5930535" y="142544"/>
                  </a:lnTo>
                  <a:lnTo>
                    <a:pt x="5930629" y="142544"/>
                  </a:lnTo>
                  <a:lnTo>
                    <a:pt x="5930723" y="142544"/>
                  </a:lnTo>
                  <a:lnTo>
                    <a:pt x="5930817" y="142544"/>
                  </a:lnTo>
                  <a:lnTo>
                    <a:pt x="5930911" y="142544"/>
                  </a:lnTo>
                  <a:lnTo>
                    <a:pt x="5931005" y="142544"/>
                  </a:lnTo>
                  <a:lnTo>
                    <a:pt x="5931099" y="142544"/>
                  </a:lnTo>
                  <a:lnTo>
                    <a:pt x="5931193" y="142544"/>
                  </a:lnTo>
                  <a:lnTo>
                    <a:pt x="5931287" y="142544"/>
                  </a:lnTo>
                  <a:lnTo>
                    <a:pt x="5931381" y="142544"/>
                  </a:lnTo>
                  <a:lnTo>
                    <a:pt x="5931475" y="142544"/>
                  </a:lnTo>
                  <a:lnTo>
                    <a:pt x="5931569" y="142544"/>
                  </a:lnTo>
                  <a:lnTo>
                    <a:pt x="5931663" y="142544"/>
                  </a:lnTo>
                  <a:lnTo>
                    <a:pt x="5931757" y="142544"/>
                  </a:lnTo>
                  <a:lnTo>
                    <a:pt x="5931851" y="142544"/>
                  </a:lnTo>
                  <a:lnTo>
                    <a:pt x="5931945" y="142544"/>
                  </a:lnTo>
                  <a:lnTo>
                    <a:pt x="5932039" y="142544"/>
                  </a:lnTo>
                  <a:lnTo>
                    <a:pt x="5932133" y="142544"/>
                  </a:lnTo>
                  <a:lnTo>
                    <a:pt x="5932227" y="142544"/>
                  </a:lnTo>
                  <a:lnTo>
                    <a:pt x="5932321" y="142544"/>
                  </a:lnTo>
                  <a:lnTo>
                    <a:pt x="5932415" y="142544"/>
                  </a:lnTo>
                  <a:lnTo>
                    <a:pt x="5932509" y="142544"/>
                  </a:lnTo>
                  <a:lnTo>
                    <a:pt x="5932603" y="142544"/>
                  </a:lnTo>
                  <a:lnTo>
                    <a:pt x="5932697" y="142544"/>
                  </a:lnTo>
                  <a:lnTo>
                    <a:pt x="5932791" y="142544"/>
                  </a:lnTo>
                  <a:lnTo>
                    <a:pt x="5932885" y="142544"/>
                  </a:lnTo>
                  <a:lnTo>
                    <a:pt x="5932980" y="142544"/>
                  </a:lnTo>
                  <a:lnTo>
                    <a:pt x="5933074" y="142544"/>
                  </a:lnTo>
                  <a:lnTo>
                    <a:pt x="5933168" y="142544"/>
                  </a:lnTo>
                  <a:lnTo>
                    <a:pt x="5933262" y="142544"/>
                  </a:lnTo>
                  <a:lnTo>
                    <a:pt x="5933356" y="142544"/>
                  </a:lnTo>
                  <a:lnTo>
                    <a:pt x="5933450" y="142544"/>
                  </a:lnTo>
                  <a:lnTo>
                    <a:pt x="5933544" y="142544"/>
                  </a:lnTo>
                  <a:lnTo>
                    <a:pt x="5933638" y="142544"/>
                  </a:lnTo>
                  <a:lnTo>
                    <a:pt x="5933732" y="142544"/>
                  </a:lnTo>
                  <a:lnTo>
                    <a:pt x="5933826" y="142544"/>
                  </a:lnTo>
                  <a:lnTo>
                    <a:pt x="5933920" y="142544"/>
                  </a:lnTo>
                  <a:lnTo>
                    <a:pt x="5934014" y="142544"/>
                  </a:lnTo>
                  <a:lnTo>
                    <a:pt x="5934108" y="142544"/>
                  </a:lnTo>
                  <a:lnTo>
                    <a:pt x="5934202" y="142544"/>
                  </a:lnTo>
                  <a:lnTo>
                    <a:pt x="5934296" y="142544"/>
                  </a:lnTo>
                  <a:lnTo>
                    <a:pt x="5934390" y="142544"/>
                  </a:lnTo>
                  <a:lnTo>
                    <a:pt x="5934484" y="142544"/>
                  </a:lnTo>
                  <a:lnTo>
                    <a:pt x="5934578" y="142544"/>
                  </a:lnTo>
                  <a:lnTo>
                    <a:pt x="5934672" y="142544"/>
                  </a:lnTo>
                  <a:lnTo>
                    <a:pt x="5934766" y="142544"/>
                  </a:lnTo>
                  <a:lnTo>
                    <a:pt x="5934860" y="142544"/>
                  </a:lnTo>
                  <a:lnTo>
                    <a:pt x="5934954" y="142544"/>
                  </a:lnTo>
                  <a:lnTo>
                    <a:pt x="5935048" y="142544"/>
                  </a:lnTo>
                  <a:lnTo>
                    <a:pt x="5935142" y="142544"/>
                  </a:lnTo>
                  <a:lnTo>
                    <a:pt x="5935236" y="142544"/>
                  </a:lnTo>
                  <a:lnTo>
                    <a:pt x="5935330" y="142544"/>
                  </a:lnTo>
                  <a:lnTo>
                    <a:pt x="5935424" y="142544"/>
                  </a:lnTo>
                  <a:lnTo>
                    <a:pt x="5935518" y="142544"/>
                  </a:lnTo>
                  <a:lnTo>
                    <a:pt x="5935612" y="142544"/>
                  </a:lnTo>
                  <a:lnTo>
                    <a:pt x="5935706" y="142544"/>
                  </a:lnTo>
                  <a:lnTo>
                    <a:pt x="5935800" y="142544"/>
                  </a:lnTo>
                  <a:lnTo>
                    <a:pt x="5935894" y="142544"/>
                  </a:lnTo>
                  <a:lnTo>
                    <a:pt x="5935988" y="142544"/>
                  </a:lnTo>
                  <a:lnTo>
                    <a:pt x="5936082" y="142544"/>
                  </a:lnTo>
                  <a:lnTo>
                    <a:pt x="5936176" y="142544"/>
                  </a:lnTo>
                  <a:lnTo>
                    <a:pt x="5936270" y="142544"/>
                  </a:lnTo>
                  <a:lnTo>
                    <a:pt x="5936364" y="142544"/>
                  </a:lnTo>
                  <a:lnTo>
                    <a:pt x="5936458" y="142544"/>
                  </a:lnTo>
                  <a:lnTo>
                    <a:pt x="5936553" y="142544"/>
                  </a:lnTo>
                  <a:lnTo>
                    <a:pt x="5936647" y="142544"/>
                  </a:lnTo>
                  <a:lnTo>
                    <a:pt x="5936741" y="142544"/>
                  </a:lnTo>
                  <a:lnTo>
                    <a:pt x="5936835" y="142544"/>
                  </a:lnTo>
                  <a:lnTo>
                    <a:pt x="5936929" y="142544"/>
                  </a:lnTo>
                  <a:lnTo>
                    <a:pt x="5937023" y="142544"/>
                  </a:lnTo>
                  <a:lnTo>
                    <a:pt x="5937117" y="142544"/>
                  </a:lnTo>
                  <a:lnTo>
                    <a:pt x="5937211" y="142544"/>
                  </a:lnTo>
                  <a:lnTo>
                    <a:pt x="5937305" y="142544"/>
                  </a:lnTo>
                  <a:lnTo>
                    <a:pt x="5937399" y="142544"/>
                  </a:lnTo>
                  <a:lnTo>
                    <a:pt x="5937493" y="142544"/>
                  </a:lnTo>
                  <a:lnTo>
                    <a:pt x="5937587" y="142544"/>
                  </a:lnTo>
                  <a:lnTo>
                    <a:pt x="5937681" y="142544"/>
                  </a:lnTo>
                  <a:lnTo>
                    <a:pt x="5937775" y="142544"/>
                  </a:lnTo>
                  <a:lnTo>
                    <a:pt x="5937869" y="142544"/>
                  </a:lnTo>
                  <a:lnTo>
                    <a:pt x="5937963" y="142544"/>
                  </a:lnTo>
                  <a:lnTo>
                    <a:pt x="5938057" y="142544"/>
                  </a:lnTo>
                  <a:lnTo>
                    <a:pt x="5938151" y="142544"/>
                  </a:lnTo>
                  <a:lnTo>
                    <a:pt x="5938245" y="142544"/>
                  </a:lnTo>
                  <a:lnTo>
                    <a:pt x="5938339" y="142544"/>
                  </a:lnTo>
                  <a:lnTo>
                    <a:pt x="5938433" y="142544"/>
                  </a:lnTo>
                  <a:lnTo>
                    <a:pt x="5938527" y="142544"/>
                  </a:lnTo>
                  <a:lnTo>
                    <a:pt x="5938621" y="142544"/>
                  </a:lnTo>
                  <a:lnTo>
                    <a:pt x="5938715" y="142544"/>
                  </a:lnTo>
                  <a:lnTo>
                    <a:pt x="5938809" y="142544"/>
                  </a:lnTo>
                  <a:lnTo>
                    <a:pt x="5938903" y="142544"/>
                  </a:lnTo>
                  <a:lnTo>
                    <a:pt x="5938997" y="142544"/>
                  </a:lnTo>
                  <a:lnTo>
                    <a:pt x="5939091" y="142544"/>
                  </a:lnTo>
                  <a:lnTo>
                    <a:pt x="5939185" y="142544"/>
                  </a:lnTo>
                  <a:lnTo>
                    <a:pt x="5939279" y="142544"/>
                  </a:lnTo>
                  <a:lnTo>
                    <a:pt x="5939373" y="142544"/>
                  </a:lnTo>
                  <a:lnTo>
                    <a:pt x="5939467" y="142544"/>
                  </a:lnTo>
                  <a:lnTo>
                    <a:pt x="5939561" y="142544"/>
                  </a:lnTo>
                  <a:lnTo>
                    <a:pt x="5939655" y="142544"/>
                  </a:lnTo>
                  <a:lnTo>
                    <a:pt x="5939749" y="142544"/>
                  </a:lnTo>
                  <a:lnTo>
                    <a:pt x="5939843" y="142544"/>
                  </a:lnTo>
                  <a:lnTo>
                    <a:pt x="5939937" y="142544"/>
                  </a:lnTo>
                  <a:lnTo>
                    <a:pt x="5940032" y="142544"/>
                  </a:lnTo>
                  <a:lnTo>
                    <a:pt x="5940126" y="142544"/>
                  </a:lnTo>
                  <a:lnTo>
                    <a:pt x="5940220" y="142544"/>
                  </a:lnTo>
                  <a:lnTo>
                    <a:pt x="5940314" y="142544"/>
                  </a:lnTo>
                  <a:lnTo>
                    <a:pt x="5940408" y="142544"/>
                  </a:lnTo>
                  <a:lnTo>
                    <a:pt x="5940502" y="142544"/>
                  </a:lnTo>
                  <a:lnTo>
                    <a:pt x="5940596" y="142544"/>
                  </a:lnTo>
                  <a:lnTo>
                    <a:pt x="5940690" y="142544"/>
                  </a:lnTo>
                  <a:lnTo>
                    <a:pt x="5940784" y="142544"/>
                  </a:lnTo>
                  <a:lnTo>
                    <a:pt x="5940878" y="142544"/>
                  </a:lnTo>
                  <a:lnTo>
                    <a:pt x="5940972" y="142544"/>
                  </a:lnTo>
                  <a:lnTo>
                    <a:pt x="5941066" y="142544"/>
                  </a:lnTo>
                  <a:lnTo>
                    <a:pt x="5941160" y="142544"/>
                  </a:lnTo>
                  <a:lnTo>
                    <a:pt x="5941254" y="142544"/>
                  </a:lnTo>
                  <a:lnTo>
                    <a:pt x="5941348" y="142544"/>
                  </a:lnTo>
                  <a:lnTo>
                    <a:pt x="5941442" y="142544"/>
                  </a:lnTo>
                  <a:lnTo>
                    <a:pt x="5941536" y="142544"/>
                  </a:lnTo>
                  <a:lnTo>
                    <a:pt x="5941630" y="142544"/>
                  </a:lnTo>
                  <a:lnTo>
                    <a:pt x="5941724" y="142544"/>
                  </a:lnTo>
                  <a:lnTo>
                    <a:pt x="5941818" y="142544"/>
                  </a:lnTo>
                  <a:lnTo>
                    <a:pt x="5941912" y="142544"/>
                  </a:lnTo>
                  <a:lnTo>
                    <a:pt x="5942006" y="142544"/>
                  </a:lnTo>
                  <a:lnTo>
                    <a:pt x="5942100" y="142544"/>
                  </a:lnTo>
                  <a:lnTo>
                    <a:pt x="5942194" y="142544"/>
                  </a:lnTo>
                  <a:lnTo>
                    <a:pt x="5942288" y="142544"/>
                  </a:lnTo>
                  <a:lnTo>
                    <a:pt x="5942382" y="142544"/>
                  </a:lnTo>
                  <a:lnTo>
                    <a:pt x="5942476" y="142544"/>
                  </a:lnTo>
                  <a:lnTo>
                    <a:pt x="5942570" y="142544"/>
                  </a:lnTo>
                  <a:lnTo>
                    <a:pt x="5942664" y="142544"/>
                  </a:lnTo>
                  <a:lnTo>
                    <a:pt x="5942758" y="142544"/>
                  </a:lnTo>
                  <a:lnTo>
                    <a:pt x="5942852" y="142544"/>
                  </a:lnTo>
                  <a:lnTo>
                    <a:pt x="5942946" y="142544"/>
                  </a:lnTo>
                  <a:lnTo>
                    <a:pt x="5943040" y="142544"/>
                  </a:lnTo>
                  <a:lnTo>
                    <a:pt x="5943134" y="142544"/>
                  </a:lnTo>
                  <a:lnTo>
                    <a:pt x="5943228" y="142544"/>
                  </a:lnTo>
                  <a:lnTo>
                    <a:pt x="5943322" y="142544"/>
                  </a:lnTo>
                  <a:lnTo>
                    <a:pt x="5943416" y="142544"/>
                  </a:lnTo>
                  <a:lnTo>
                    <a:pt x="5943510" y="142544"/>
                  </a:lnTo>
                  <a:lnTo>
                    <a:pt x="5943605" y="142544"/>
                  </a:lnTo>
                  <a:lnTo>
                    <a:pt x="5943699" y="142544"/>
                  </a:lnTo>
                  <a:lnTo>
                    <a:pt x="5943793" y="142544"/>
                  </a:lnTo>
                  <a:lnTo>
                    <a:pt x="5943887" y="142544"/>
                  </a:lnTo>
                  <a:lnTo>
                    <a:pt x="5943981" y="142544"/>
                  </a:lnTo>
                  <a:lnTo>
                    <a:pt x="5944075" y="142544"/>
                  </a:lnTo>
                  <a:lnTo>
                    <a:pt x="5944169" y="142544"/>
                  </a:lnTo>
                  <a:lnTo>
                    <a:pt x="5944263" y="142544"/>
                  </a:lnTo>
                  <a:lnTo>
                    <a:pt x="5944357" y="142544"/>
                  </a:lnTo>
                  <a:lnTo>
                    <a:pt x="5944451" y="142544"/>
                  </a:lnTo>
                  <a:lnTo>
                    <a:pt x="5944545" y="142544"/>
                  </a:lnTo>
                  <a:lnTo>
                    <a:pt x="5944639" y="142544"/>
                  </a:lnTo>
                  <a:lnTo>
                    <a:pt x="5944733" y="142544"/>
                  </a:lnTo>
                  <a:lnTo>
                    <a:pt x="5944827" y="142544"/>
                  </a:lnTo>
                  <a:lnTo>
                    <a:pt x="5944921" y="142544"/>
                  </a:lnTo>
                  <a:lnTo>
                    <a:pt x="5945015" y="142544"/>
                  </a:lnTo>
                  <a:lnTo>
                    <a:pt x="5945109" y="142544"/>
                  </a:lnTo>
                  <a:lnTo>
                    <a:pt x="5945203" y="142544"/>
                  </a:lnTo>
                  <a:lnTo>
                    <a:pt x="5945203" y="137264"/>
                  </a:lnTo>
                  <a:lnTo>
                    <a:pt x="5945297" y="137264"/>
                  </a:lnTo>
                  <a:lnTo>
                    <a:pt x="5945391" y="137264"/>
                  </a:lnTo>
                  <a:lnTo>
                    <a:pt x="5945485" y="137264"/>
                  </a:lnTo>
                  <a:lnTo>
                    <a:pt x="5945579" y="137264"/>
                  </a:lnTo>
                  <a:lnTo>
                    <a:pt x="5945673" y="137264"/>
                  </a:lnTo>
                  <a:lnTo>
                    <a:pt x="5945767" y="137264"/>
                  </a:lnTo>
                  <a:lnTo>
                    <a:pt x="5945861" y="137264"/>
                  </a:lnTo>
                  <a:lnTo>
                    <a:pt x="5945955" y="137264"/>
                  </a:lnTo>
                  <a:lnTo>
                    <a:pt x="5946049" y="137264"/>
                  </a:lnTo>
                  <a:lnTo>
                    <a:pt x="5946143" y="137264"/>
                  </a:lnTo>
                  <a:lnTo>
                    <a:pt x="5946237" y="137264"/>
                  </a:lnTo>
                  <a:lnTo>
                    <a:pt x="5946331" y="137264"/>
                  </a:lnTo>
                  <a:lnTo>
                    <a:pt x="5946425" y="137264"/>
                  </a:lnTo>
                  <a:lnTo>
                    <a:pt x="5946519" y="137264"/>
                  </a:lnTo>
                  <a:lnTo>
                    <a:pt x="5946613" y="137264"/>
                  </a:lnTo>
                  <a:lnTo>
                    <a:pt x="5946707" y="137264"/>
                  </a:lnTo>
                  <a:lnTo>
                    <a:pt x="5946801" y="137264"/>
                  </a:lnTo>
                  <a:lnTo>
                    <a:pt x="5946895" y="137264"/>
                  </a:lnTo>
                  <a:lnTo>
                    <a:pt x="5946989" y="137264"/>
                  </a:lnTo>
                  <a:lnTo>
                    <a:pt x="5947083" y="137264"/>
                  </a:lnTo>
                  <a:lnTo>
                    <a:pt x="5947178" y="137264"/>
                  </a:lnTo>
                  <a:lnTo>
                    <a:pt x="5947272" y="137264"/>
                  </a:lnTo>
                  <a:lnTo>
                    <a:pt x="5947366" y="137264"/>
                  </a:lnTo>
                  <a:lnTo>
                    <a:pt x="5947460" y="137264"/>
                  </a:lnTo>
                  <a:lnTo>
                    <a:pt x="5947554" y="137264"/>
                  </a:lnTo>
                  <a:lnTo>
                    <a:pt x="5947648" y="137264"/>
                  </a:lnTo>
                  <a:lnTo>
                    <a:pt x="5947742" y="137264"/>
                  </a:lnTo>
                  <a:lnTo>
                    <a:pt x="5947836" y="137264"/>
                  </a:lnTo>
                  <a:lnTo>
                    <a:pt x="5947930" y="137264"/>
                  </a:lnTo>
                  <a:lnTo>
                    <a:pt x="5948024" y="137264"/>
                  </a:lnTo>
                  <a:lnTo>
                    <a:pt x="5948118" y="137264"/>
                  </a:lnTo>
                  <a:lnTo>
                    <a:pt x="5948212" y="137264"/>
                  </a:lnTo>
                  <a:lnTo>
                    <a:pt x="5948306" y="137264"/>
                  </a:lnTo>
                  <a:lnTo>
                    <a:pt x="5948400" y="137264"/>
                  </a:lnTo>
                  <a:lnTo>
                    <a:pt x="5948494" y="137264"/>
                  </a:lnTo>
                  <a:lnTo>
                    <a:pt x="5948588" y="137264"/>
                  </a:lnTo>
                  <a:lnTo>
                    <a:pt x="5948682" y="137264"/>
                  </a:lnTo>
                  <a:lnTo>
                    <a:pt x="5948776" y="137264"/>
                  </a:lnTo>
                  <a:lnTo>
                    <a:pt x="5948870" y="137264"/>
                  </a:lnTo>
                  <a:lnTo>
                    <a:pt x="5948964" y="137264"/>
                  </a:lnTo>
                  <a:lnTo>
                    <a:pt x="5949058" y="137264"/>
                  </a:lnTo>
                  <a:lnTo>
                    <a:pt x="5949152" y="137264"/>
                  </a:lnTo>
                  <a:lnTo>
                    <a:pt x="5949246" y="137264"/>
                  </a:lnTo>
                  <a:lnTo>
                    <a:pt x="5949340" y="137264"/>
                  </a:lnTo>
                  <a:lnTo>
                    <a:pt x="5949434" y="137264"/>
                  </a:lnTo>
                  <a:lnTo>
                    <a:pt x="5949528" y="137264"/>
                  </a:lnTo>
                  <a:lnTo>
                    <a:pt x="5949622" y="137264"/>
                  </a:lnTo>
                  <a:lnTo>
                    <a:pt x="5949716" y="137264"/>
                  </a:lnTo>
                  <a:lnTo>
                    <a:pt x="5949810" y="137264"/>
                  </a:lnTo>
                  <a:lnTo>
                    <a:pt x="5949904" y="137264"/>
                  </a:lnTo>
                  <a:lnTo>
                    <a:pt x="5949998" y="137264"/>
                  </a:lnTo>
                  <a:lnTo>
                    <a:pt x="5950092" y="137264"/>
                  </a:lnTo>
                  <a:lnTo>
                    <a:pt x="5950186" y="137264"/>
                  </a:lnTo>
                  <a:lnTo>
                    <a:pt x="5950280" y="137264"/>
                  </a:lnTo>
                  <a:lnTo>
                    <a:pt x="5950374" y="137264"/>
                  </a:lnTo>
                  <a:lnTo>
                    <a:pt x="5950468" y="137264"/>
                  </a:lnTo>
                  <a:lnTo>
                    <a:pt x="5950562" y="137264"/>
                  </a:lnTo>
                  <a:lnTo>
                    <a:pt x="5950657" y="137264"/>
                  </a:lnTo>
                  <a:lnTo>
                    <a:pt x="5950751" y="137264"/>
                  </a:lnTo>
                  <a:lnTo>
                    <a:pt x="5950845" y="137264"/>
                  </a:lnTo>
                  <a:lnTo>
                    <a:pt x="5950939" y="137264"/>
                  </a:lnTo>
                  <a:lnTo>
                    <a:pt x="5951033" y="137264"/>
                  </a:lnTo>
                  <a:lnTo>
                    <a:pt x="5951127" y="137264"/>
                  </a:lnTo>
                  <a:lnTo>
                    <a:pt x="5951221" y="137264"/>
                  </a:lnTo>
                  <a:lnTo>
                    <a:pt x="5951315" y="137264"/>
                  </a:lnTo>
                  <a:lnTo>
                    <a:pt x="5951409" y="137264"/>
                  </a:lnTo>
                  <a:lnTo>
                    <a:pt x="5951503" y="137264"/>
                  </a:lnTo>
                  <a:lnTo>
                    <a:pt x="5951597" y="137264"/>
                  </a:lnTo>
                  <a:lnTo>
                    <a:pt x="5951691" y="137264"/>
                  </a:lnTo>
                  <a:lnTo>
                    <a:pt x="5951785" y="137264"/>
                  </a:lnTo>
                  <a:lnTo>
                    <a:pt x="5951879" y="137264"/>
                  </a:lnTo>
                  <a:lnTo>
                    <a:pt x="5951973" y="137264"/>
                  </a:lnTo>
                  <a:lnTo>
                    <a:pt x="5952067" y="137264"/>
                  </a:lnTo>
                  <a:lnTo>
                    <a:pt x="5952161" y="137264"/>
                  </a:lnTo>
                  <a:lnTo>
                    <a:pt x="5952255" y="137264"/>
                  </a:lnTo>
                  <a:lnTo>
                    <a:pt x="5952349" y="137264"/>
                  </a:lnTo>
                  <a:lnTo>
                    <a:pt x="5952443" y="137264"/>
                  </a:lnTo>
                  <a:lnTo>
                    <a:pt x="5952537" y="137264"/>
                  </a:lnTo>
                  <a:lnTo>
                    <a:pt x="5952631" y="137264"/>
                  </a:lnTo>
                  <a:lnTo>
                    <a:pt x="5952725" y="137264"/>
                  </a:lnTo>
                  <a:lnTo>
                    <a:pt x="5952819" y="137264"/>
                  </a:lnTo>
                  <a:lnTo>
                    <a:pt x="5952913" y="137264"/>
                  </a:lnTo>
                  <a:lnTo>
                    <a:pt x="5953007" y="137264"/>
                  </a:lnTo>
                  <a:lnTo>
                    <a:pt x="5953101" y="137264"/>
                  </a:lnTo>
                  <a:lnTo>
                    <a:pt x="5953195" y="137264"/>
                  </a:lnTo>
                  <a:lnTo>
                    <a:pt x="5953289" y="137264"/>
                  </a:lnTo>
                  <a:lnTo>
                    <a:pt x="5953383" y="137264"/>
                  </a:lnTo>
                  <a:lnTo>
                    <a:pt x="5953477" y="137264"/>
                  </a:lnTo>
                  <a:lnTo>
                    <a:pt x="5953571" y="137264"/>
                  </a:lnTo>
                  <a:lnTo>
                    <a:pt x="5953665" y="137264"/>
                  </a:lnTo>
                  <a:lnTo>
                    <a:pt x="5953759" y="137264"/>
                  </a:lnTo>
                  <a:lnTo>
                    <a:pt x="5953853" y="137264"/>
                  </a:lnTo>
                  <a:lnTo>
                    <a:pt x="5953947" y="137264"/>
                  </a:lnTo>
                  <a:lnTo>
                    <a:pt x="5954041" y="137264"/>
                  </a:lnTo>
                  <a:lnTo>
                    <a:pt x="5954135" y="137264"/>
                  </a:lnTo>
                  <a:lnTo>
                    <a:pt x="5954230" y="137264"/>
                  </a:lnTo>
                  <a:lnTo>
                    <a:pt x="5954324" y="137264"/>
                  </a:lnTo>
                  <a:lnTo>
                    <a:pt x="5954418" y="137264"/>
                  </a:lnTo>
                  <a:lnTo>
                    <a:pt x="5954512" y="137264"/>
                  </a:lnTo>
                  <a:lnTo>
                    <a:pt x="5954606" y="137264"/>
                  </a:lnTo>
                  <a:lnTo>
                    <a:pt x="5954700" y="137264"/>
                  </a:lnTo>
                  <a:lnTo>
                    <a:pt x="5954794" y="137264"/>
                  </a:lnTo>
                  <a:lnTo>
                    <a:pt x="5954888" y="137264"/>
                  </a:lnTo>
                  <a:lnTo>
                    <a:pt x="5954982" y="137264"/>
                  </a:lnTo>
                  <a:lnTo>
                    <a:pt x="5955076" y="137264"/>
                  </a:lnTo>
                  <a:lnTo>
                    <a:pt x="5955170" y="137264"/>
                  </a:lnTo>
                  <a:lnTo>
                    <a:pt x="5955264" y="137264"/>
                  </a:lnTo>
                  <a:lnTo>
                    <a:pt x="5955358" y="137264"/>
                  </a:lnTo>
                  <a:lnTo>
                    <a:pt x="5955452" y="137264"/>
                  </a:lnTo>
                  <a:lnTo>
                    <a:pt x="5955546" y="137264"/>
                  </a:lnTo>
                  <a:lnTo>
                    <a:pt x="5955640" y="137264"/>
                  </a:lnTo>
                  <a:lnTo>
                    <a:pt x="5955734" y="137264"/>
                  </a:lnTo>
                  <a:lnTo>
                    <a:pt x="5955828" y="137264"/>
                  </a:lnTo>
                  <a:lnTo>
                    <a:pt x="5955922" y="137264"/>
                  </a:lnTo>
                  <a:lnTo>
                    <a:pt x="5956016" y="137264"/>
                  </a:lnTo>
                  <a:lnTo>
                    <a:pt x="5956110" y="137264"/>
                  </a:lnTo>
                  <a:lnTo>
                    <a:pt x="5956204" y="137264"/>
                  </a:lnTo>
                  <a:lnTo>
                    <a:pt x="5956298" y="137264"/>
                  </a:lnTo>
                  <a:lnTo>
                    <a:pt x="5956392" y="137264"/>
                  </a:lnTo>
                  <a:lnTo>
                    <a:pt x="5956486" y="137264"/>
                  </a:lnTo>
                  <a:lnTo>
                    <a:pt x="5956580" y="137264"/>
                  </a:lnTo>
                  <a:lnTo>
                    <a:pt x="5956674" y="137264"/>
                  </a:lnTo>
                  <a:lnTo>
                    <a:pt x="5956768" y="137264"/>
                  </a:lnTo>
                  <a:lnTo>
                    <a:pt x="5956862" y="137264"/>
                  </a:lnTo>
                  <a:lnTo>
                    <a:pt x="5956956" y="137264"/>
                  </a:lnTo>
                  <a:lnTo>
                    <a:pt x="5957050" y="137264"/>
                  </a:lnTo>
                  <a:lnTo>
                    <a:pt x="5957144" y="137264"/>
                  </a:lnTo>
                  <a:lnTo>
                    <a:pt x="5957238" y="137264"/>
                  </a:lnTo>
                  <a:lnTo>
                    <a:pt x="5957332" y="137264"/>
                  </a:lnTo>
                  <a:lnTo>
                    <a:pt x="5957426" y="137264"/>
                  </a:lnTo>
                  <a:lnTo>
                    <a:pt x="5957520" y="137264"/>
                  </a:lnTo>
                  <a:lnTo>
                    <a:pt x="5957614" y="137264"/>
                  </a:lnTo>
                  <a:lnTo>
                    <a:pt x="5957708" y="137264"/>
                  </a:lnTo>
                  <a:lnTo>
                    <a:pt x="5957803" y="137264"/>
                  </a:lnTo>
                  <a:lnTo>
                    <a:pt x="5957897" y="137264"/>
                  </a:lnTo>
                  <a:lnTo>
                    <a:pt x="5957991" y="137264"/>
                  </a:lnTo>
                  <a:lnTo>
                    <a:pt x="5958085" y="137264"/>
                  </a:lnTo>
                  <a:lnTo>
                    <a:pt x="5958179" y="137264"/>
                  </a:lnTo>
                  <a:lnTo>
                    <a:pt x="5958273" y="137264"/>
                  </a:lnTo>
                  <a:lnTo>
                    <a:pt x="5958367" y="137264"/>
                  </a:lnTo>
                  <a:lnTo>
                    <a:pt x="5958461" y="137264"/>
                  </a:lnTo>
                  <a:lnTo>
                    <a:pt x="5958555" y="137264"/>
                  </a:lnTo>
                  <a:lnTo>
                    <a:pt x="5958649" y="137264"/>
                  </a:lnTo>
                  <a:lnTo>
                    <a:pt x="5958743" y="137264"/>
                  </a:lnTo>
                  <a:lnTo>
                    <a:pt x="5958837" y="137264"/>
                  </a:lnTo>
                  <a:lnTo>
                    <a:pt x="5958931" y="137264"/>
                  </a:lnTo>
                  <a:lnTo>
                    <a:pt x="5959025" y="137264"/>
                  </a:lnTo>
                  <a:lnTo>
                    <a:pt x="5959119" y="137264"/>
                  </a:lnTo>
                  <a:lnTo>
                    <a:pt x="5959213" y="137264"/>
                  </a:lnTo>
                  <a:lnTo>
                    <a:pt x="5959307" y="137264"/>
                  </a:lnTo>
                  <a:lnTo>
                    <a:pt x="5959401" y="137264"/>
                  </a:lnTo>
                  <a:lnTo>
                    <a:pt x="5959495" y="137264"/>
                  </a:lnTo>
                  <a:lnTo>
                    <a:pt x="5959589" y="137264"/>
                  </a:lnTo>
                  <a:lnTo>
                    <a:pt x="5959683" y="137264"/>
                  </a:lnTo>
                  <a:lnTo>
                    <a:pt x="5959777" y="137264"/>
                  </a:lnTo>
                  <a:lnTo>
                    <a:pt x="5959871" y="137264"/>
                  </a:lnTo>
                  <a:lnTo>
                    <a:pt x="5959965" y="137264"/>
                  </a:lnTo>
                  <a:lnTo>
                    <a:pt x="5960059" y="137264"/>
                  </a:lnTo>
                  <a:lnTo>
                    <a:pt x="5960153" y="137264"/>
                  </a:lnTo>
                  <a:lnTo>
                    <a:pt x="5960247" y="137264"/>
                  </a:lnTo>
                  <a:lnTo>
                    <a:pt x="5960341" y="137264"/>
                  </a:lnTo>
                  <a:lnTo>
                    <a:pt x="5960435" y="137264"/>
                  </a:lnTo>
                  <a:lnTo>
                    <a:pt x="5960529" y="137264"/>
                  </a:lnTo>
                  <a:lnTo>
                    <a:pt x="5960623" y="137264"/>
                  </a:lnTo>
                  <a:lnTo>
                    <a:pt x="5960717" y="137264"/>
                  </a:lnTo>
                  <a:lnTo>
                    <a:pt x="5960811" y="137264"/>
                  </a:lnTo>
                  <a:lnTo>
                    <a:pt x="5960905" y="137264"/>
                  </a:lnTo>
                  <a:lnTo>
                    <a:pt x="5960999" y="137264"/>
                  </a:lnTo>
                  <a:lnTo>
                    <a:pt x="5961093" y="137264"/>
                  </a:lnTo>
                  <a:lnTo>
                    <a:pt x="5961187" y="137264"/>
                  </a:lnTo>
                  <a:lnTo>
                    <a:pt x="5961281" y="137264"/>
                  </a:lnTo>
                  <a:lnTo>
                    <a:pt x="5961376" y="137264"/>
                  </a:lnTo>
                  <a:lnTo>
                    <a:pt x="5961470" y="137264"/>
                  </a:lnTo>
                  <a:lnTo>
                    <a:pt x="5961564" y="137264"/>
                  </a:lnTo>
                  <a:lnTo>
                    <a:pt x="5961658" y="137264"/>
                  </a:lnTo>
                  <a:lnTo>
                    <a:pt x="5961752" y="137264"/>
                  </a:lnTo>
                  <a:lnTo>
                    <a:pt x="5961846" y="137264"/>
                  </a:lnTo>
                  <a:lnTo>
                    <a:pt x="5961940" y="137264"/>
                  </a:lnTo>
                  <a:lnTo>
                    <a:pt x="5962034" y="137264"/>
                  </a:lnTo>
                  <a:lnTo>
                    <a:pt x="5962128" y="137264"/>
                  </a:lnTo>
                  <a:lnTo>
                    <a:pt x="5962222" y="137264"/>
                  </a:lnTo>
                  <a:lnTo>
                    <a:pt x="5962316" y="137264"/>
                  </a:lnTo>
                  <a:lnTo>
                    <a:pt x="5962410" y="137264"/>
                  </a:lnTo>
                  <a:lnTo>
                    <a:pt x="5962504" y="137264"/>
                  </a:lnTo>
                  <a:lnTo>
                    <a:pt x="5962598" y="137264"/>
                  </a:lnTo>
                  <a:lnTo>
                    <a:pt x="5962692" y="137264"/>
                  </a:lnTo>
                  <a:lnTo>
                    <a:pt x="5962786" y="137264"/>
                  </a:lnTo>
                  <a:lnTo>
                    <a:pt x="5962880" y="137264"/>
                  </a:lnTo>
                  <a:lnTo>
                    <a:pt x="5962974" y="137264"/>
                  </a:lnTo>
                  <a:lnTo>
                    <a:pt x="5963068" y="137264"/>
                  </a:lnTo>
                  <a:lnTo>
                    <a:pt x="5963162" y="137264"/>
                  </a:lnTo>
                  <a:lnTo>
                    <a:pt x="5963256" y="137264"/>
                  </a:lnTo>
                  <a:lnTo>
                    <a:pt x="5963350" y="137264"/>
                  </a:lnTo>
                  <a:lnTo>
                    <a:pt x="5963444" y="137264"/>
                  </a:lnTo>
                  <a:lnTo>
                    <a:pt x="5963538" y="137264"/>
                  </a:lnTo>
                  <a:lnTo>
                    <a:pt x="5963632" y="137264"/>
                  </a:lnTo>
                  <a:lnTo>
                    <a:pt x="5963726" y="137264"/>
                  </a:lnTo>
                  <a:lnTo>
                    <a:pt x="5963820" y="137264"/>
                  </a:lnTo>
                  <a:lnTo>
                    <a:pt x="5963914" y="137264"/>
                  </a:lnTo>
                  <a:lnTo>
                    <a:pt x="5964008" y="137264"/>
                  </a:lnTo>
                  <a:lnTo>
                    <a:pt x="5964102" y="137264"/>
                  </a:lnTo>
                  <a:lnTo>
                    <a:pt x="5964196" y="137264"/>
                  </a:lnTo>
                  <a:lnTo>
                    <a:pt x="5964290" y="137264"/>
                  </a:lnTo>
                  <a:lnTo>
                    <a:pt x="5964384" y="137264"/>
                  </a:lnTo>
                  <a:lnTo>
                    <a:pt x="5964478" y="137264"/>
                  </a:lnTo>
                  <a:lnTo>
                    <a:pt x="5964572" y="137264"/>
                  </a:lnTo>
                  <a:lnTo>
                    <a:pt x="5964666" y="137264"/>
                  </a:lnTo>
                  <a:lnTo>
                    <a:pt x="5964760" y="137264"/>
                  </a:lnTo>
                  <a:lnTo>
                    <a:pt x="5964855" y="137264"/>
                  </a:lnTo>
                  <a:lnTo>
                    <a:pt x="5964949" y="137264"/>
                  </a:lnTo>
                  <a:lnTo>
                    <a:pt x="5965043" y="137264"/>
                  </a:lnTo>
                  <a:lnTo>
                    <a:pt x="5965137" y="137264"/>
                  </a:lnTo>
                  <a:lnTo>
                    <a:pt x="5965231" y="137264"/>
                  </a:lnTo>
                  <a:lnTo>
                    <a:pt x="5965325" y="137264"/>
                  </a:lnTo>
                  <a:lnTo>
                    <a:pt x="5965419" y="137264"/>
                  </a:lnTo>
                  <a:lnTo>
                    <a:pt x="5965513" y="137264"/>
                  </a:lnTo>
                  <a:lnTo>
                    <a:pt x="5965607" y="137264"/>
                  </a:lnTo>
                  <a:lnTo>
                    <a:pt x="5965701" y="137264"/>
                  </a:lnTo>
                  <a:lnTo>
                    <a:pt x="5965795" y="137264"/>
                  </a:lnTo>
                  <a:lnTo>
                    <a:pt x="5965889" y="137264"/>
                  </a:lnTo>
                  <a:lnTo>
                    <a:pt x="5965983" y="137264"/>
                  </a:lnTo>
                  <a:lnTo>
                    <a:pt x="5966077" y="137264"/>
                  </a:lnTo>
                  <a:lnTo>
                    <a:pt x="5966171" y="137264"/>
                  </a:lnTo>
                  <a:lnTo>
                    <a:pt x="5966265" y="137264"/>
                  </a:lnTo>
                  <a:lnTo>
                    <a:pt x="5966359" y="137264"/>
                  </a:lnTo>
                  <a:lnTo>
                    <a:pt x="5966453" y="137264"/>
                  </a:lnTo>
                  <a:lnTo>
                    <a:pt x="5966547" y="137264"/>
                  </a:lnTo>
                  <a:lnTo>
                    <a:pt x="5966641" y="137264"/>
                  </a:lnTo>
                  <a:lnTo>
                    <a:pt x="5966735" y="137264"/>
                  </a:lnTo>
                  <a:lnTo>
                    <a:pt x="5966829" y="137264"/>
                  </a:lnTo>
                  <a:lnTo>
                    <a:pt x="5966923" y="137264"/>
                  </a:lnTo>
                  <a:lnTo>
                    <a:pt x="5967017" y="137264"/>
                  </a:lnTo>
                  <a:lnTo>
                    <a:pt x="5967111" y="137264"/>
                  </a:lnTo>
                  <a:lnTo>
                    <a:pt x="5967205" y="137264"/>
                  </a:lnTo>
                  <a:lnTo>
                    <a:pt x="5967299" y="137264"/>
                  </a:lnTo>
                  <a:lnTo>
                    <a:pt x="5967393" y="137264"/>
                  </a:lnTo>
                  <a:lnTo>
                    <a:pt x="5967487" y="137264"/>
                  </a:lnTo>
                  <a:lnTo>
                    <a:pt x="5967581" y="137264"/>
                  </a:lnTo>
                  <a:lnTo>
                    <a:pt x="5967675" y="137264"/>
                  </a:lnTo>
                  <a:lnTo>
                    <a:pt x="5967769" y="137264"/>
                  </a:lnTo>
                  <a:lnTo>
                    <a:pt x="5967863" y="137264"/>
                  </a:lnTo>
                  <a:lnTo>
                    <a:pt x="5967957" y="137264"/>
                  </a:lnTo>
                  <a:lnTo>
                    <a:pt x="5968051" y="137264"/>
                  </a:lnTo>
                  <a:lnTo>
                    <a:pt x="5968145" y="137264"/>
                  </a:lnTo>
                  <a:lnTo>
                    <a:pt x="5968239" y="137264"/>
                  </a:lnTo>
                  <a:lnTo>
                    <a:pt x="5968333" y="137264"/>
                  </a:lnTo>
                  <a:lnTo>
                    <a:pt x="5968428" y="137264"/>
                  </a:lnTo>
                  <a:lnTo>
                    <a:pt x="5968522" y="137264"/>
                  </a:lnTo>
                  <a:lnTo>
                    <a:pt x="5968616" y="137264"/>
                  </a:lnTo>
                  <a:lnTo>
                    <a:pt x="5968710" y="137264"/>
                  </a:lnTo>
                  <a:lnTo>
                    <a:pt x="5968804" y="137264"/>
                  </a:lnTo>
                  <a:lnTo>
                    <a:pt x="5968898" y="137264"/>
                  </a:lnTo>
                  <a:lnTo>
                    <a:pt x="5968992" y="137264"/>
                  </a:lnTo>
                  <a:lnTo>
                    <a:pt x="5969086" y="137264"/>
                  </a:lnTo>
                  <a:lnTo>
                    <a:pt x="5969180" y="137264"/>
                  </a:lnTo>
                  <a:lnTo>
                    <a:pt x="5969274" y="137264"/>
                  </a:lnTo>
                  <a:lnTo>
                    <a:pt x="5969368" y="137264"/>
                  </a:lnTo>
                  <a:lnTo>
                    <a:pt x="5969462" y="137264"/>
                  </a:lnTo>
                  <a:lnTo>
                    <a:pt x="5969556" y="137264"/>
                  </a:lnTo>
                  <a:lnTo>
                    <a:pt x="5969650" y="137264"/>
                  </a:lnTo>
                  <a:lnTo>
                    <a:pt x="5969744" y="137264"/>
                  </a:lnTo>
                  <a:lnTo>
                    <a:pt x="5969744" y="131985"/>
                  </a:lnTo>
                  <a:lnTo>
                    <a:pt x="5969838" y="131985"/>
                  </a:lnTo>
                  <a:lnTo>
                    <a:pt x="5969932" y="131985"/>
                  </a:lnTo>
                  <a:lnTo>
                    <a:pt x="5970026" y="131985"/>
                  </a:lnTo>
                  <a:lnTo>
                    <a:pt x="5970120" y="131985"/>
                  </a:lnTo>
                  <a:lnTo>
                    <a:pt x="5970214" y="131985"/>
                  </a:lnTo>
                  <a:lnTo>
                    <a:pt x="5970308" y="131985"/>
                  </a:lnTo>
                  <a:lnTo>
                    <a:pt x="5970402" y="131985"/>
                  </a:lnTo>
                  <a:lnTo>
                    <a:pt x="5970496" y="131985"/>
                  </a:lnTo>
                  <a:lnTo>
                    <a:pt x="5970590" y="131985"/>
                  </a:lnTo>
                  <a:lnTo>
                    <a:pt x="5970684" y="131985"/>
                  </a:lnTo>
                  <a:lnTo>
                    <a:pt x="5970778" y="131985"/>
                  </a:lnTo>
                  <a:lnTo>
                    <a:pt x="5970872" y="131985"/>
                  </a:lnTo>
                  <a:lnTo>
                    <a:pt x="5970966" y="131985"/>
                  </a:lnTo>
                  <a:lnTo>
                    <a:pt x="5971060" y="131985"/>
                  </a:lnTo>
                  <a:lnTo>
                    <a:pt x="5971154" y="131985"/>
                  </a:lnTo>
                  <a:lnTo>
                    <a:pt x="5971248" y="131985"/>
                  </a:lnTo>
                  <a:lnTo>
                    <a:pt x="5971342" y="131985"/>
                  </a:lnTo>
                  <a:lnTo>
                    <a:pt x="5971436" y="131985"/>
                  </a:lnTo>
                  <a:lnTo>
                    <a:pt x="5971530" y="131985"/>
                  </a:lnTo>
                  <a:lnTo>
                    <a:pt x="5971624" y="131985"/>
                  </a:lnTo>
                  <a:lnTo>
                    <a:pt x="5971718" y="131985"/>
                  </a:lnTo>
                  <a:lnTo>
                    <a:pt x="5971812" y="131985"/>
                  </a:lnTo>
                  <a:lnTo>
                    <a:pt x="5971906" y="131985"/>
                  </a:lnTo>
                  <a:lnTo>
                    <a:pt x="5972001" y="131985"/>
                  </a:lnTo>
                  <a:lnTo>
                    <a:pt x="5972095" y="131985"/>
                  </a:lnTo>
                  <a:lnTo>
                    <a:pt x="5972189" y="131985"/>
                  </a:lnTo>
                  <a:lnTo>
                    <a:pt x="5972283" y="131985"/>
                  </a:lnTo>
                  <a:lnTo>
                    <a:pt x="5972377" y="131985"/>
                  </a:lnTo>
                  <a:lnTo>
                    <a:pt x="5972471" y="131985"/>
                  </a:lnTo>
                  <a:lnTo>
                    <a:pt x="5972565" y="131985"/>
                  </a:lnTo>
                  <a:lnTo>
                    <a:pt x="5972659" y="131985"/>
                  </a:lnTo>
                  <a:lnTo>
                    <a:pt x="5972753" y="131985"/>
                  </a:lnTo>
                  <a:lnTo>
                    <a:pt x="5972847" y="131985"/>
                  </a:lnTo>
                  <a:lnTo>
                    <a:pt x="5972847" y="126706"/>
                  </a:lnTo>
                  <a:lnTo>
                    <a:pt x="5972941" y="126706"/>
                  </a:lnTo>
                  <a:lnTo>
                    <a:pt x="5973035" y="126706"/>
                  </a:lnTo>
                  <a:lnTo>
                    <a:pt x="5973129" y="126706"/>
                  </a:lnTo>
                  <a:lnTo>
                    <a:pt x="5973223" y="126706"/>
                  </a:lnTo>
                  <a:lnTo>
                    <a:pt x="5973317" y="126706"/>
                  </a:lnTo>
                  <a:lnTo>
                    <a:pt x="5973411" y="126706"/>
                  </a:lnTo>
                  <a:lnTo>
                    <a:pt x="5973505" y="126706"/>
                  </a:lnTo>
                  <a:lnTo>
                    <a:pt x="5973599" y="126706"/>
                  </a:lnTo>
                  <a:lnTo>
                    <a:pt x="5973693" y="126706"/>
                  </a:lnTo>
                  <a:lnTo>
                    <a:pt x="5973787" y="126706"/>
                  </a:lnTo>
                  <a:lnTo>
                    <a:pt x="5973881" y="126706"/>
                  </a:lnTo>
                  <a:lnTo>
                    <a:pt x="5973975" y="126706"/>
                  </a:lnTo>
                  <a:lnTo>
                    <a:pt x="5974069" y="126706"/>
                  </a:lnTo>
                  <a:lnTo>
                    <a:pt x="5974163" y="126706"/>
                  </a:lnTo>
                  <a:lnTo>
                    <a:pt x="5974257" y="126706"/>
                  </a:lnTo>
                  <a:lnTo>
                    <a:pt x="5974351" y="126706"/>
                  </a:lnTo>
                  <a:lnTo>
                    <a:pt x="5974445" y="126706"/>
                  </a:lnTo>
                  <a:lnTo>
                    <a:pt x="5974539" y="126706"/>
                  </a:lnTo>
                  <a:lnTo>
                    <a:pt x="5974633" y="126706"/>
                  </a:lnTo>
                  <a:lnTo>
                    <a:pt x="5974727" y="126706"/>
                  </a:lnTo>
                  <a:lnTo>
                    <a:pt x="5974821" y="126706"/>
                  </a:lnTo>
                  <a:lnTo>
                    <a:pt x="5974915" y="126706"/>
                  </a:lnTo>
                  <a:lnTo>
                    <a:pt x="5975009" y="126706"/>
                  </a:lnTo>
                  <a:lnTo>
                    <a:pt x="5975103" y="126706"/>
                  </a:lnTo>
                  <a:lnTo>
                    <a:pt x="5975197" y="126706"/>
                  </a:lnTo>
                  <a:lnTo>
                    <a:pt x="5975291" y="126706"/>
                  </a:lnTo>
                  <a:lnTo>
                    <a:pt x="5975385" y="126706"/>
                  </a:lnTo>
                  <a:lnTo>
                    <a:pt x="5975480" y="126706"/>
                  </a:lnTo>
                  <a:lnTo>
                    <a:pt x="5975574" y="126706"/>
                  </a:lnTo>
                  <a:lnTo>
                    <a:pt x="5975668" y="126706"/>
                  </a:lnTo>
                  <a:lnTo>
                    <a:pt x="5975762" y="126706"/>
                  </a:lnTo>
                  <a:lnTo>
                    <a:pt x="5975856" y="126706"/>
                  </a:lnTo>
                  <a:lnTo>
                    <a:pt x="5975950" y="126706"/>
                  </a:lnTo>
                  <a:lnTo>
                    <a:pt x="5976044" y="126706"/>
                  </a:lnTo>
                  <a:lnTo>
                    <a:pt x="5976138" y="126706"/>
                  </a:lnTo>
                  <a:lnTo>
                    <a:pt x="5976232" y="126706"/>
                  </a:lnTo>
                  <a:lnTo>
                    <a:pt x="5976326" y="126706"/>
                  </a:lnTo>
                  <a:lnTo>
                    <a:pt x="5976420" y="126706"/>
                  </a:lnTo>
                  <a:lnTo>
                    <a:pt x="5976514" y="126706"/>
                  </a:lnTo>
                  <a:lnTo>
                    <a:pt x="5976608" y="126706"/>
                  </a:lnTo>
                  <a:lnTo>
                    <a:pt x="5976702" y="126706"/>
                  </a:lnTo>
                  <a:lnTo>
                    <a:pt x="5976796" y="126706"/>
                  </a:lnTo>
                  <a:lnTo>
                    <a:pt x="5976890" y="126706"/>
                  </a:lnTo>
                  <a:lnTo>
                    <a:pt x="5976984" y="126706"/>
                  </a:lnTo>
                  <a:lnTo>
                    <a:pt x="5977078" y="126706"/>
                  </a:lnTo>
                  <a:lnTo>
                    <a:pt x="5977172" y="126706"/>
                  </a:lnTo>
                  <a:lnTo>
                    <a:pt x="5977266" y="126706"/>
                  </a:lnTo>
                  <a:lnTo>
                    <a:pt x="5977360" y="126706"/>
                  </a:lnTo>
                  <a:lnTo>
                    <a:pt x="5977454" y="126706"/>
                  </a:lnTo>
                  <a:lnTo>
                    <a:pt x="5977548" y="126706"/>
                  </a:lnTo>
                  <a:lnTo>
                    <a:pt x="5977642" y="126706"/>
                  </a:lnTo>
                  <a:lnTo>
                    <a:pt x="5977736" y="126706"/>
                  </a:lnTo>
                  <a:lnTo>
                    <a:pt x="5977830" y="126706"/>
                  </a:lnTo>
                  <a:lnTo>
                    <a:pt x="5977924" y="126706"/>
                  </a:lnTo>
                  <a:lnTo>
                    <a:pt x="5978018" y="126706"/>
                  </a:lnTo>
                  <a:lnTo>
                    <a:pt x="5978112" y="126706"/>
                  </a:lnTo>
                  <a:lnTo>
                    <a:pt x="5978206" y="126706"/>
                  </a:lnTo>
                  <a:lnTo>
                    <a:pt x="5978300" y="126706"/>
                  </a:lnTo>
                  <a:lnTo>
                    <a:pt x="5978394" y="126706"/>
                  </a:lnTo>
                  <a:lnTo>
                    <a:pt x="5978488" y="126706"/>
                  </a:lnTo>
                  <a:lnTo>
                    <a:pt x="5978582" y="126706"/>
                  </a:lnTo>
                  <a:lnTo>
                    <a:pt x="5978676" y="126706"/>
                  </a:lnTo>
                  <a:lnTo>
                    <a:pt x="5978770" y="126706"/>
                  </a:lnTo>
                  <a:lnTo>
                    <a:pt x="5978864" y="126706"/>
                  </a:lnTo>
                  <a:lnTo>
                    <a:pt x="5978958" y="126706"/>
                  </a:lnTo>
                  <a:lnTo>
                    <a:pt x="5979053" y="126706"/>
                  </a:lnTo>
                  <a:lnTo>
                    <a:pt x="5979147" y="126706"/>
                  </a:lnTo>
                  <a:lnTo>
                    <a:pt x="5979241" y="126706"/>
                  </a:lnTo>
                  <a:lnTo>
                    <a:pt x="5979335" y="126706"/>
                  </a:lnTo>
                  <a:lnTo>
                    <a:pt x="5979429" y="126706"/>
                  </a:lnTo>
                  <a:lnTo>
                    <a:pt x="5979523" y="126706"/>
                  </a:lnTo>
                  <a:lnTo>
                    <a:pt x="5979617" y="126706"/>
                  </a:lnTo>
                  <a:lnTo>
                    <a:pt x="5979711" y="126706"/>
                  </a:lnTo>
                  <a:lnTo>
                    <a:pt x="5979805" y="126706"/>
                  </a:lnTo>
                  <a:lnTo>
                    <a:pt x="5979899" y="126706"/>
                  </a:lnTo>
                  <a:lnTo>
                    <a:pt x="5979993" y="126706"/>
                  </a:lnTo>
                  <a:lnTo>
                    <a:pt x="5980087" y="126706"/>
                  </a:lnTo>
                  <a:lnTo>
                    <a:pt x="5980181" y="126706"/>
                  </a:lnTo>
                  <a:lnTo>
                    <a:pt x="5980275" y="126706"/>
                  </a:lnTo>
                  <a:lnTo>
                    <a:pt x="5980369" y="126706"/>
                  </a:lnTo>
                  <a:lnTo>
                    <a:pt x="5980463" y="126706"/>
                  </a:lnTo>
                  <a:lnTo>
                    <a:pt x="5980557" y="126706"/>
                  </a:lnTo>
                  <a:lnTo>
                    <a:pt x="5980651" y="126706"/>
                  </a:lnTo>
                  <a:lnTo>
                    <a:pt x="5980745" y="126706"/>
                  </a:lnTo>
                  <a:lnTo>
                    <a:pt x="5980839" y="126706"/>
                  </a:lnTo>
                  <a:lnTo>
                    <a:pt x="5980933" y="126706"/>
                  </a:lnTo>
                  <a:lnTo>
                    <a:pt x="5981027" y="126706"/>
                  </a:lnTo>
                  <a:lnTo>
                    <a:pt x="5981121" y="126706"/>
                  </a:lnTo>
                  <a:lnTo>
                    <a:pt x="5981215" y="126706"/>
                  </a:lnTo>
                  <a:lnTo>
                    <a:pt x="5981309" y="126706"/>
                  </a:lnTo>
                  <a:lnTo>
                    <a:pt x="5981403" y="126706"/>
                  </a:lnTo>
                  <a:lnTo>
                    <a:pt x="5981497" y="126706"/>
                  </a:lnTo>
                  <a:lnTo>
                    <a:pt x="5981591" y="126706"/>
                  </a:lnTo>
                  <a:lnTo>
                    <a:pt x="5981685" y="126706"/>
                  </a:lnTo>
                  <a:lnTo>
                    <a:pt x="5981779" y="126706"/>
                  </a:lnTo>
                  <a:lnTo>
                    <a:pt x="5981873" y="126706"/>
                  </a:lnTo>
                  <a:lnTo>
                    <a:pt x="5981967" y="126706"/>
                  </a:lnTo>
                  <a:lnTo>
                    <a:pt x="5982061" y="126706"/>
                  </a:lnTo>
                  <a:lnTo>
                    <a:pt x="5982155" y="126706"/>
                  </a:lnTo>
                  <a:lnTo>
                    <a:pt x="5982249" y="126706"/>
                  </a:lnTo>
                  <a:lnTo>
                    <a:pt x="5982343" y="126706"/>
                  </a:lnTo>
                  <a:lnTo>
                    <a:pt x="5982437" y="126706"/>
                  </a:lnTo>
                  <a:lnTo>
                    <a:pt x="5982531" y="126706"/>
                  </a:lnTo>
                  <a:lnTo>
                    <a:pt x="5982626" y="126706"/>
                  </a:lnTo>
                  <a:lnTo>
                    <a:pt x="5982720" y="126706"/>
                  </a:lnTo>
                  <a:lnTo>
                    <a:pt x="5982814" y="126706"/>
                  </a:lnTo>
                  <a:lnTo>
                    <a:pt x="5982908" y="126706"/>
                  </a:lnTo>
                  <a:lnTo>
                    <a:pt x="5983002" y="126706"/>
                  </a:lnTo>
                  <a:lnTo>
                    <a:pt x="5983096" y="126706"/>
                  </a:lnTo>
                  <a:lnTo>
                    <a:pt x="5983190" y="126706"/>
                  </a:lnTo>
                  <a:lnTo>
                    <a:pt x="5983284" y="126706"/>
                  </a:lnTo>
                  <a:lnTo>
                    <a:pt x="5983378" y="126706"/>
                  </a:lnTo>
                  <a:lnTo>
                    <a:pt x="5983472" y="126706"/>
                  </a:lnTo>
                  <a:lnTo>
                    <a:pt x="5983566" y="126706"/>
                  </a:lnTo>
                  <a:lnTo>
                    <a:pt x="5983660" y="126706"/>
                  </a:lnTo>
                  <a:lnTo>
                    <a:pt x="5983754" y="126706"/>
                  </a:lnTo>
                  <a:lnTo>
                    <a:pt x="5983848" y="126706"/>
                  </a:lnTo>
                  <a:lnTo>
                    <a:pt x="5983942" y="126706"/>
                  </a:lnTo>
                  <a:lnTo>
                    <a:pt x="5984036" y="126706"/>
                  </a:lnTo>
                  <a:lnTo>
                    <a:pt x="5984130" y="126706"/>
                  </a:lnTo>
                  <a:lnTo>
                    <a:pt x="5984224" y="126706"/>
                  </a:lnTo>
                  <a:lnTo>
                    <a:pt x="5984318" y="126706"/>
                  </a:lnTo>
                  <a:lnTo>
                    <a:pt x="5984412" y="126706"/>
                  </a:lnTo>
                  <a:lnTo>
                    <a:pt x="5984506" y="126706"/>
                  </a:lnTo>
                  <a:lnTo>
                    <a:pt x="5984600" y="126706"/>
                  </a:lnTo>
                  <a:lnTo>
                    <a:pt x="5984694" y="126706"/>
                  </a:lnTo>
                  <a:lnTo>
                    <a:pt x="5984788" y="126706"/>
                  </a:lnTo>
                  <a:lnTo>
                    <a:pt x="5984882" y="126706"/>
                  </a:lnTo>
                  <a:lnTo>
                    <a:pt x="5984976" y="126706"/>
                  </a:lnTo>
                  <a:lnTo>
                    <a:pt x="5985070" y="126706"/>
                  </a:lnTo>
                  <a:lnTo>
                    <a:pt x="5985164" y="126706"/>
                  </a:lnTo>
                  <a:lnTo>
                    <a:pt x="5985258" y="126706"/>
                  </a:lnTo>
                  <a:lnTo>
                    <a:pt x="5985352" y="126706"/>
                  </a:lnTo>
                  <a:lnTo>
                    <a:pt x="5985446" y="126706"/>
                  </a:lnTo>
                  <a:lnTo>
                    <a:pt x="5985540" y="126706"/>
                  </a:lnTo>
                  <a:lnTo>
                    <a:pt x="5985634" y="126706"/>
                  </a:lnTo>
                  <a:lnTo>
                    <a:pt x="5985728" y="126706"/>
                  </a:lnTo>
                  <a:lnTo>
                    <a:pt x="5985822" y="126706"/>
                  </a:lnTo>
                  <a:lnTo>
                    <a:pt x="5985916" y="126706"/>
                  </a:lnTo>
                  <a:lnTo>
                    <a:pt x="5986010" y="126706"/>
                  </a:lnTo>
                  <a:lnTo>
                    <a:pt x="5986105" y="126706"/>
                  </a:lnTo>
                  <a:lnTo>
                    <a:pt x="5986199" y="126706"/>
                  </a:lnTo>
                  <a:lnTo>
                    <a:pt x="5986293" y="126706"/>
                  </a:lnTo>
                  <a:lnTo>
                    <a:pt x="5986387" y="126706"/>
                  </a:lnTo>
                  <a:lnTo>
                    <a:pt x="5986481" y="126706"/>
                  </a:lnTo>
                  <a:lnTo>
                    <a:pt x="5986575" y="126706"/>
                  </a:lnTo>
                  <a:lnTo>
                    <a:pt x="5986669" y="126706"/>
                  </a:lnTo>
                  <a:lnTo>
                    <a:pt x="5986763" y="126706"/>
                  </a:lnTo>
                  <a:lnTo>
                    <a:pt x="5986857" y="126706"/>
                  </a:lnTo>
                  <a:lnTo>
                    <a:pt x="5986951" y="126706"/>
                  </a:lnTo>
                  <a:lnTo>
                    <a:pt x="5987045" y="126706"/>
                  </a:lnTo>
                  <a:lnTo>
                    <a:pt x="5987139" y="126706"/>
                  </a:lnTo>
                  <a:lnTo>
                    <a:pt x="5987233" y="126706"/>
                  </a:lnTo>
                  <a:lnTo>
                    <a:pt x="5987327" y="126706"/>
                  </a:lnTo>
                  <a:lnTo>
                    <a:pt x="5987421" y="126706"/>
                  </a:lnTo>
                  <a:lnTo>
                    <a:pt x="5987515" y="126706"/>
                  </a:lnTo>
                  <a:lnTo>
                    <a:pt x="5987609" y="126706"/>
                  </a:lnTo>
                  <a:lnTo>
                    <a:pt x="5987703" y="126706"/>
                  </a:lnTo>
                  <a:lnTo>
                    <a:pt x="5987797" y="126706"/>
                  </a:lnTo>
                  <a:lnTo>
                    <a:pt x="5987891" y="126706"/>
                  </a:lnTo>
                  <a:lnTo>
                    <a:pt x="5987985" y="126706"/>
                  </a:lnTo>
                  <a:lnTo>
                    <a:pt x="5988079" y="126706"/>
                  </a:lnTo>
                  <a:lnTo>
                    <a:pt x="5988173" y="126706"/>
                  </a:lnTo>
                  <a:lnTo>
                    <a:pt x="5988267" y="126706"/>
                  </a:lnTo>
                  <a:lnTo>
                    <a:pt x="5988361" y="126706"/>
                  </a:lnTo>
                  <a:lnTo>
                    <a:pt x="5988455" y="126706"/>
                  </a:lnTo>
                  <a:lnTo>
                    <a:pt x="5988549" y="126706"/>
                  </a:lnTo>
                  <a:lnTo>
                    <a:pt x="5988643" y="126706"/>
                  </a:lnTo>
                  <a:lnTo>
                    <a:pt x="5988737" y="126706"/>
                  </a:lnTo>
                  <a:lnTo>
                    <a:pt x="5988831" y="126706"/>
                  </a:lnTo>
                  <a:lnTo>
                    <a:pt x="5988925" y="126706"/>
                  </a:lnTo>
                  <a:lnTo>
                    <a:pt x="5989019" y="126706"/>
                  </a:lnTo>
                  <a:lnTo>
                    <a:pt x="5989113" y="126706"/>
                  </a:lnTo>
                  <a:lnTo>
                    <a:pt x="5989207" y="126706"/>
                  </a:lnTo>
                  <a:lnTo>
                    <a:pt x="5989301" y="126706"/>
                  </a:lnTo>
                  <a:lnTo>
                    <a:pt x="5989395" y="126706"/>
                  </a:lnTo>
                  <a:lnTo>
                    <a:pt x="5989489" y="126706"/>
                  </a:lnTo>
                  <a:lnTo>
                    <a:pt x="5989583" y="126706"/>
                  </a:lnTo>
                  <a:lnTo>
                    <a:pt x="5989678" y="126706"/>
                  </a:lnTo>
                  <a:lnTo>
                    <a:pt x="5989772" y="126706"/>
                  </a:lnTo>
                  <a:lnTo>
                    <a:pt x="5989866" y="126706"/>
                  </a:lnTo>
                  <a:lnTo>
                    <a:pt x="5989960" y="126706"/>
                  </a:lnTo>
                  <a:lnTo>
                    <a:pt x="5990054" y="126706"/>
                  </a:lnTo>
                  <a:lnTo>
                    <a:pt x="5990148" y="126706"/>
                  </a:lnTo>
                  <a:lnTo>
                    <a:pt x="5990242" y="126706"/>
                  </a:lnTo>
                  <a:lnTo>
                    <a:pt x="5990336" y="126706"/>
                  </a:lnTo>
                  <a:lnTo>
                    <a:pt x="5990430" y="126706"/>
                  </a:lnTo>
                  <a:lnTo>
                    <a:pt x="5990524" y="126706"/>
                  </a:lnTo>
                  <a:lnTo>
                    <a:pt x="5990618" y="126706"/>
                  </a:lnTo>
                  <a:lnTo>
                    <a:pt x="5990712" y="126706"/>
                  </a:lnTo>
                  <a:lnTo>
                    <a:pt x="5990806" y="126706"/>
                  </a:lnTo>
                  <a:lnTo>
                    <a:pt x="5990900" y="126706"/>
                  </a:lnTo>
                  <a:lnTo>
                    <a:pt x="5990994" y="126706"/>
                  </a:lnTo>
                  <a:lnTo>
                    <a:pt x="5991088" y="126706"/>
                  </a:lnTo>
                  <a:lnTo>
                    <a:pt x="5991182" y="126706"/>
                  </a:lnTo>
                  <a:lnTo>
                    <a:pt x="5991276" y="126706"/>
                  </a:lnTo>
                  <a:lnTo>
                    <a:pt x="5991370" y="126706"/>
                  </a:lnTo>
                  <a:lnTo>
                    <a:pt x="5991464" y="126706"/>
                  </a:lnTo>
                  <a:lnTo>
                    <a:pt x="5991558" y="126706"/>
                  </a:lnTo>
                  <a:lnTo>
                    <a:pt x="5991652" y="126706"/>
                  </a:lnTo>
                  <a:lnTo>
                    <a:pt x="5991746" y="126706"/>
                  </a:lnTo>
                  <a:lnTo>
                    <a:pt x="5991840" y="126706"/>
                  </a:lnTo>
                  <a:lnTo>
                    <a:pt x="5991934" y="126706"/>
                  </a:lnTo>
                  <a:lnTo>
                    <a:pt x="5992028" y="126706"/>
                  </a:lnTo>
                  <a:lnTo>
                    <a:pt x="5992122" y="126706"/>
                  </a:lnTo>
                  <a:lnTo>
                    <a:pt x="5992216" y="126706"/>
                  </a:lnTo>
                  <a:lnTo>
                    <a:pt x="5992310" y="126706"/>
                  </a:lnTo>
                  <a:lnTo>
                    <a:pt x="5992404" y="126706"/>
                  </a:lnTo>
                  <a:lnTo>
                    <a:pt x="5992498" y="126706"/>
                  </a:lnTo>
                  <a:lnTo>
                    <a:pt x="5992592" y="126706"/>
                  </a:lnTo>
                  <a:lnTo>
                    <a:pt x="5992686" y="126706"/>
                  </a:lnTo>
                  <a:lnTo>
                    <a:pt x="5992780" y="126706"/>
                  </a:lnTo>
                  <a:lnTo>
                    <a:pt x="5992874" y="126706"/>
                  </a:lnTo>
                  <a:lnTo>
                    <a:pt x="5992968" y="126706"/>
                  </a:lnTo>
                  <a:lnTo>
                    <a:pt x="5993062" y="126706"/>
                  </a:lnTo>
                  <a:lnTo>
                    <a:pt x="5993156" y="126706"/>
                  </a:lnTo>
                  <a:lnTo>
                    <a:pt x="5993251" y="126706"/>
                  </a:lnTo>
                  <a:lnTo>
                    <a:pt x="5993345" y="126706"/>
                  </a:lnTo>
                  <a:lnTo>
                    <a:pt x="5993439" y="126706"/>
                  </a:lnTo>
                  <a:lnTo>
                    <a:pt x="5993533" y="126706"/>
                  </a:lnTo>
                  <a:lnTo>
                    <a:pt x="5993627" y="126706"/>
                  </a:lnTo>
                  <a:lnTo>
                    <a:pt x="5993721" y="126706"/>
                  </a:lnTo>
                  <a:lnTo>
                    <a:pt x="5993815" y="126706"/>
                  </a:lnTo>
                  <a:lnTo>
                    <a:pt x="5993909" y="126706"/>
                  </a:lnTo>
                  <a:lnTo>
                    <a:pt x="5994003" y="126706"/>
                  </a:lnTo>
                  <a:lnTo>
                    <a:pt x="5994097" y="126706"/>
                  </a:lnTo>
                  <a:lnTo>
                    <a:pt x="5994191" y="126706"/>
                  </a:lnTo>
                  <a:lnTo>
                    <a:pt x="5994285" y="126706"/>
                  </a:lnTo>
                  <a:lnTo>
                    <a:pt x="5994379" y="126706"/>
                  </a:lnTo>
                  <a:lnTo>
                    <a:pt x="5994473" y="126706"/>
                  </a:lnTo>
                  <a:lnTo>
                    <a:pt x="5994567" y="126706"/>
                  </a:lnTo>
                  <a:lnTo>
                    <a:pt x="5994661" y="126706"/>
                  </a:lnTo>
                  <a:lnTo>
                    <a:pt x="5994755" y="126706"/>
                  </a:lnTo>
                  <a:lnTo>
                    <a:pt x="5994849" y="126706"/>
                  </a:lnTo>
                  <a:lnTo>
                    <a:pt x="5994943" y="126706"/>
                  </a:lnTo>
                  <a:lnTo>
                    <a:pt x="5995037" y="126706"/>
                  </a:lnTo>
                  <a:lnTo>
                    <a:pt x="5995131" y="126706"/>
                  </a:lnTo>
                  <a:lnTo>
                    <a:pt x="5995225" y="126706"/>
                  </a:lnTo>
                  <a:lnTo>
                    <a:pt x="5995319" y="126706"/>
                  </a:lnTo>
                  <a:lnTo>
                    <a:pt x="5995413" y="126706"/>
                  </a:lnTo>
                  <a:lnTo>
                    <a:pt x="5995507" y="126706"/>
                  </a:lnTo>
                  <a:lnTo>
                    <a:pt x="5995601" y="126706"/>
                  </a:lnTo>
                  <a:lnTo>
                    <a:pt x="5995695" y="126706"/>
                  </a:lnTo>
                  <a:lnTo>
                    <a:pt x="5995789" y="126706"/>
                  </a:lnTo>
                  <a:lnTo>
                    <a:pt x="5995883" y="126706"/>
                  </a:lnTo>
                  <a:lnTo>
                    <a:pt x="5995977" y="126706"/>
                  </a:lnTo>
                  <a:lnTo>
                    <a:pt x="5996071" y="126706"/>
                  </a:lnTo>
                  <a:lnTo>
                    <a:pt x="5996165" y="126706"/>
                  </a:lnTo>
                  <a:lnTo>
                    <a:pt x="5996259" y="126706"/>
                  </a:lnTo>
                  <a:lnTo>
                    <a:pt x="5996353" y="126706"/>
                  </a:lnTo>
                  <a:lnTo>
                    <a:pt x="5996447" y="126706"/>
                  </a:lnTo>
                  <a:lnTo>
                    <a:pt x="5996541" y="126706"/>
                  </a:lnTo>
                  <a:lnTo>
                    <a:pt x="5996635" y="126706"/>
                  </a:lnTo>
                  <a:lnTo>
                    <a:pt x="5996730" y="126706"/>
                  </a:lnTo>
                  <a:lnTo>
                    <a:pt x="5996824" y="126706"/>
                  </a:lnTo>
                  <a:lnTo>
                    <a:pt x="5996918" y="126706"/>
                  </a:lnTo>
                  <a:lnTo>
                    <a:pt x="5997012" y="126706"/>
                  </a:lnTo>
                  <a:lnTo>
                    <a:pt x="5997106" y="126706"/>
                  </a:lnTo>
                  <a:lnTo>
                    <a:pt x="5997200" y="126706"/>
                  </a:lnTo>
                  <a:lnTo>
                    <a:pt x="5997294" y="126706"/>
                  </a:lnTo>
                  <a:lnTo>
                    <a:pt x="5997388" y="126706"/>
                  </a:lnTo>
                  <a:lnTo>
                    <a:pt x="5997482" y="126706"/>
                  </a:lnTo>
                  <a:lnTo>
                    <a:pt x="5997576" y="126706"/>
                  </a:lnTo>
                  <a:lnTo>
                    <a:pt x="5997670" y="126706"/>
                  </a:lnTo>
                  <a:lnTo>
                    <a:pt x="5997764" y="126706"/>
                  </a:lnTo>
                  <a:lnTo>
                    <a:pt x="5997858" y="126706"/>
                  </a:lnTo>
                  <a:lnTo>
                    <a:pt x="5997952" y="126706"/>
                  </a:lnTo>
                  <a:lnTo>
                    <a:pt x="5998046" y="126706"/>
                  </a:lnTo>
                  <a:lnTo>
                    <a:pt x="5998140" y="126706"/>
                  </a:lnTo>
                  <a:lnTo>
                    <a:pt x="5998234" y="126706"/>
                  </a:lnTo>
                  <a:lnTo>
                    <a:pt x="5998328" y="126706"/>
                  </a:lnTo>
                  <a:lnTo>
                    <a:pt x="5998422" y="126706"/>
                  </a:lnTo>
                  <a:lnTo>
                    <a:pt x="5998516" y="126706"/>
                  </a:lnTo>
                  <a:lnTo>
                    <a:pt x="5998610" y="126706"/>
                  </a:lnTo>
                  <a:lnTo>
                    <a:pt x="5998704" y="126706"/>
                  </a:lnTo>
                  <a:lnTo>
                    <a:pt x="5998798" y="126706"/>
                  </a:lnTo>
                  <a:lnTo>
                    <a:pt x="5998892" y="126706"/>
                  </a:lnTo>
                  <a:lnTo>
                    <a:pt x="5998986" y="126706"/>
                  </a:lnTo>
                  <a:lnTo>
                    <a:pt x="5999080" y="126706"/>
                  </a:lnTo>
                  <a:lnTo>
                    <a:pt x="5999174" y="126706"/>
                  </a:lnTo>
                  <a:lnTo>
                    <a:pt x="5999268" y="126706"/>
                  </a:lnTo>
                  <a:lnTo>
                    <a:pt x="5999362" y="126706"/>
                  </a:lnTo>
                  <a:lnTo>
                    <a:pt x="5999456" y="126706"/>
                  </a:lnTo>
                  <a:lnTo>
                    <a:pt x="5999550" y="126706"/>
                  </a:lnTo>
                  <a:lnTo>
                    <a:pt x="5999644" y="126706"/>
                  </a:lnTo>
                  <a:lnTo>
                    <a:pt x="5999738" y="126706"/>
                  </a:lnTo>
                  <a:lnTo>
                    <a:pt x="5999832" y="126706"/>
                  </a:lnTo>
                  <a:lnTo>
                    <a:pt x="5999926" y="126706"/>
                  </a:lnTo>
                  <a:lnTo>
                    <a:pt x="6000020" y="126706"/>
                  </a:lnTo>
                  <a:lnTo>
                    <a:pt x="6000114" y="126706"/>
                  </a:lnTo>
                  <a:lnTo>
                    <a:pt x="6000114" y="121426"/>
                  </a:lnTo>
                  <a:lnTo>
                    <a:pt x="6000208" y="121426"/>
                  </a:lnTo>
                  <a:lnTo>
                    <a:pt x="6000303" y="121426"/>
                  </a:lnTo>
                  <a:lnTo>
                    <a:pt x="6000397" y="121426"/>
                  </a:lnTo>
                  <a:lnTo>
                    <a:pt x="6000491" y="121426"/>
                  </a:lnTo>
                  <a:lnTo>
                    <a:pt x="6000585" y="121426"/>
                  </a:lnTo>
                  <a:lnTo>
                    <a:pt x="6000679" y="121426"/>
                  </a:lnTo>
                  <a:lnTo>
                    <a:pt x="6000773" y="121426"/>
                  </a:lnTo>
                  <a:lnTo>
                    <a:pt x="6000867" y="121426"/>
                  </a:lnTo>
                  <a:lnTo>
                    <a:pt x="6000961" y="121426"/>
                  </a:lnTo>
                  <a:lnTo>
                    <a:pt x="6001055" y="121426"/>
                  </a:lnTo>
                  <a:lnTo>
                    <a:pt x="6001149" y="121426"/>
                  </a:lnTo>
                  <a:lnTo>
                    <a:pt x="6001243" y="121426"/>
                  </a:lnTo>
                  <a:lnTo>
                    <a:pt x="6001337" y="121426"/>
                  </a:lnTo>
                  <a:lnTo>
                    <a:pt x="6001431" y="121426"/>
                  </a:lnTo>
                  <a:lnTo>
                    <a:pt x="6001525" y="121426"/>
                  </a:lnTo>
                  <a:lnTo>
                    <a:pt x="6001619" y="121426"/>
                  </a:lnTo>
                  <a:lnTo>
                    <a:pt x="6001713" y="121426"/>
                  </a:lnTo>
                  <a:lnTo>
                    <a:pt x="6001807" y="121426"/>
                  </a:lnTo>
                  <a:lnTo>
                    <a:pt x="6001901" y="121426"/>
                  </a:lnTo>
                  <a:lnTo>
                    <a:pt x="6001995" y="121426"/>
                  </a:lnTo>
                  <a:lnTo>
                    <a:pt x="6002089" y="121426"/>
                  </a:lnTo>
                  <a:lnTo>
                    <a:pt x="6002183" y="121426"/>
                  </a:lnTo>
                  <a:lnTo>
                    <a:pt x="6002277" y="121426"/>
                  </a:lnTo>
                  <a:lnTo>
                    <a:pt x="6002371" y="121426"/>
                  </a:lnTo>
                  <a:lnTo>
                    <a:pt x="6002465" y="121426"/>
                  </a:lnTo>
                  <a:lnTo>
                    <a:pt x="6002559" y="121426"/>
                  </a:lnTo>
                  <a:lnTo>
                    <a:pt x="6002653" y="121426"/>
                  </a:lnTo>
                  <a:lnTo>
                    <a:pt x="6002747" y="121426"/>
                  </a:lnTo>
                  <a:lnTo>
                    <a:pt x="6002841" y="121426"/>
                  </a:lnTo>
                  <a:lnTo>
                    <a:pt x="6002935" y="121426"/>
                  </a:lnTo>
                  <a:lnTo>
                    <a:pt x="6003029" y="121426"/>
                  </a:lnTo>
                  <a:lnTo>
                    <a:pt x="6003123" y="121426"/>
                  </a:lnTo>
                  <a:lnTo>
                    <a:pt x="6003217" y="121426"/>
                  </a:lnTo>
                  <a:lnTo>
                    <a:pt x="6003311" y="121426"/>
                  </a:lnTo>
                  <a:lnTo>
                    <a:pt x="6003405" y="121426"/>
                  </a:lnTo>
                  <a:lnTo>
                    <a:pt x="6003499" y="121426"/>
                  </a:lnTo>
                  <a:lnTo>
                    <a:pt x="6003593" y="121426"/>
                  </a:lnTo>
                  <a:lnTo>
                    <a:pt x="6003687" y="121426"/>
                  </a:lnTo>
                  <a:lnTo>
                    <a:pt x="6003781" y="121426"/>
                  </a:lnTo>
                  <a:lnTo>
                    <a:pt x="6003876" y="121426"/>
                  </a:lnTo>
                  <a:lnTo>
                    <a:pt x="6003970" y="121426"/>
                  </a:lnTo>
                  <a:lnTo>
                    <a:pt x="6004064" y="121426"/>
                  </a:lnTo>
                  <a:lnTo>
                    <a:pt x="6004158" y="121426"/>
                  </a:lnTo>
                  <a:lnTo>
                    <a:pt x="6004252" y="121426"/>
                  </a:lnTo>
                  <a:lnTo>
                    <a:pt x="6004346" y="121426"/>
                  </a:lnTo>
                  <a:lnTo>
                    <a:pt x="6004440" y="121426"/>
                  </a:lnTo>
                  <a:lnTo>
                    <a:pt x="6004534" y="121426"/>
                  </a:lnTo>
                  <a:lnTo>
                    <a:pt x="6004628" y="121426"/>
                  </a:lnTo>
                  <a:lnTo>
                    <a:pt x="6004722" y="121426"/>
                  </a:lnTo>
                  <a:lnTo>
                    <a:pt x="6004816" y="121426"/>
                  </a:lnTo>
                  <a:lnTo>
                    <a:pt x="6004910" y="121426"/>
                  </a:lnTo>
                  <a:lnTo>
                    <a:pt x="6005004" y="121426"/>
                  </a:lnTo>
                  <a:lnTo>
                    <a:pt x="6005098" y="121426"/>
                  </a:lnTo>
                  <a:lnTo>
                    <a:pt x="6005192" y="121426"/>
                  </a:lnTo>
                  <a:lnTo>
                    <a:pt x="6005286" y="121426"/>
                  </a:lnTo>
                  <a:lnTo>
                    <a:pt x="6005380" y="121426"/>
                  </a:lnTo>
                  <a:lnTo>
                    <a:pt x="6005474" y="121426"/>
                  </a:lnTo>
                  <a:lnTo>
                    <a:pt x="6005568" y="121426"/>
                  </a:lnTo>
                  <a:lnTo>
                    <a:pt x="6005662" y="121426"/>
                  </a:lnTo>
                  <a:lnTo>
                    <a:pt x="6005756" y="121426"/>
                  </a:lnTo>
                  <a:lnTo>
                    <a:pt x="6005850" y="121426"/>
                  </a:lnTo>
                  <a:lnTo>
                    <a:pt x="6005944" y="121426"/>
                  </a:lnTo>
                  <a:lnTo>
                    <a:pt x="6006038" y="121426"/>
                  </a:lnTo>
                  <a:lnTo>
                    <a:pt x="6006132" y="121426"/>
                  </a:lnTo>
                  <a:lnTo>
                    <a:pt x="6006226" y="121426"/>
                  </a:lnTo>
                  <a:lnTo>
                    <a:pt x="6006320" y="121426"/>
                  </a:lnTo>
                  <a:lnTo>
                    <a:pt x="6006414" y="121426"/>
                  </a:lnTo>
                  <a:lnTo>
                    <a:pt x="6006508" y="121426"/>
                  </a:lnTo>
                  <a:lnTo>
                    <a:pt x="6006602" y="121426"/>
                  </a:lnTo>
                  <a:lnTo>
                    <a:pt x="6006696" y="121426"/>
                  </a:lnTo>
                  <a:lnTo>
                    <a:pt x="6006790" y="121426"/>
                  </a:lnTo>
                  <a:lnTo>
                    <a:pt x="6006884" y="121426"/>
                  </a:lnTo>
                  <a:lnTo>
                    <a:pt x="6006978" y="121426"/>
                  </a:lnTo>
                  <a:lnTo>
                    <a:pt x="6007072" y="121426"/>
                  </a:lnTo>
                  <a:lnTo>
                    <a:pt x="6007166" y="121426"/>
                  </a:lnTo>
                  <a:lnTo>
                    <a:pt x="6007260" y="121426"/>
                  </a:lnTo>
                  <a:lnTo>
                    <a:pt x="6007354" y="121426"/>
                  </a:lnTo>
                  <a:lnTo>
                    <a:pt x="6007449" y="121426"/>
                  </a:lnTo>
                  <a:lnTo>
                    <a:pt x="6007543" y="121426"/>
                  </a:lnTo>
                  <a:lnTo>
                    <a:pt x="6007637" y="121426"/>
                  </a:lnTo>
                  <a:lnTo>
                    <a:pt x="6007731" y="121426"/>
                  </a:lnTo>
                  <a:lnTo>
                    <a:pt x="6007825" y="121426"/>
                  </a:lnTo>
                  <a:lnTo>
                    <a:pt x="6007919" y="121426"/>
                  </a:lnTo>
                  <a:lnTo>
                    <a:pt x="6008013" y="121426"/>
                  </a:lnTo>
                  <a:lnTo>
                    <a:pt x="6008107" y="121426"/>
                  </a:lnTo>
                  <a:lnTo>
                    <a:pt x="6008201" y="121426"/>
                  </a:lnTo>
                  <a:lnTo>
                    <a:pt x="6008295" y="121426"/>
                  </a:lnTo>
                  <a:lnTo>
                    <a:pt x="6008389" y="121426"/>
                  </a:lnTo>
                  <a:lnTo>
                    <a:pt x="6008483" y="121426"/>
                  </a:lnTo>
                  <a:lnTo>
                    <a:pt x="6008577" y="121426"/>
                  </a:lnTo>
                  <a:lnTo>
                    <a:pt x="6008671" y="121426"/>
                  </a:lnTo>
                  <a:lnTo>
                    <a:pt x="6008765" y="121426"/>
                  </a:lnTo>
                  <a:lnTo>
                    <a:pt x="6008859" y="121426"/>
                  </a:lnTo>
                  <a:lnTo>
                    <a:pt x="6008953" y="121426"/>
                  </a:lnTo>
                  <a:lnTo>
                    <a:pt x="6009047" y="121426"/>
                  </a:lnTo>
                  <a:lnTo>
                    <a:pt x="6009141" y="121426"/>
                  </a:lnTo>
                  <a:lnTo>
                    <a:pt x="6009235" y="121426"/>
                  </a:lnTo>
                  <a:lnTo>
                    <a:pt x="6009329" y="121426"/>
                  </a:lnTo>
                  <a:lnTo>
                    <a:pt x="6009423" y="121426"/>
                  </a:lnTo>
                  <a:lnTo>
                    <a:pt x="6009517" y="121426"/>
                  </a:lnTo>
                  <a:lnTo>
                    <a:pt x="6009611" y="121426"/>
                  </a:lnTo>
                  <a:lnTo>
                    <a:pt x="6009705" y="121426"/>
                  </a:lnTo>
                  <a:lnTo>
                    <a:pt x="6009799" y="121426"/>
                  </a:lnTo>
                  <a:lnTo>
                    <a:pt x="6009893" y="121426"/>
                  </a:lnTo>
                  <a:lnTo>
                    <a:pt x="6009987" y="121426"/>
                  </a:lnTo>
                  <a:lnTo>
                    <a:pt x="6010081" y="121426"/>
                  </a:lnTo>
                  <a:lnTo>
                    <a:pt x="6010175" y="121426"/>
                  </a:lnTo>
                  <a:lnTo>
                    <a:pt x="6010269" y="121426"/>
                  </a:lnTo>
                  <a:lnTo>
                    <a:pt x="6010363" y="121426"/>
                  </a:lnTo>
                  <a:lnTo>
                    <a:pt x="6010457" y="121426"/>
                  </a:lnTo>
                  <a:lnTo>
                    <a:pt x="6010551" y="121426"/>
                  </a:lnTo>
                  <a:lnTo>
                    <a:pt x="6010645" y="121426"/>
                  </a:lnTo>
                  <a:lnTo>
                    <a:pt x="6010739" y="121426"/>
                  </a:lnTo>
                  <a:lnTo>
                    <a:pt x="6010833" y="121426"/>
                  </a:lnTo>
                  <a:lnTo>
                    <a:pt x="6010928" y="121426"/>
                  </a:lnTo>
                  <a:lnTo>
                    <a:pt x="6011022" y="121426"/>
                  </a:lnTo>
                  <a:lnTo>
                    <a:pt x="6011116" y="121426"/>
                  </a:lnTo>
                  <a:lnTo>
                    <a:pt x="6011210" y="121426"/>
                  </a:lnTo>
                  <a:lnTo>
                    <a:pt x="6011304" y="121426"/>
                  </a:lnTo>
                  <a:lnTo>
                    <a:pt x="6011398" y="121426"/>
                  </a:lnTo>
                  <a:lnTo>
                    <a:pt x="6011492" y="121426"/>
                  </a:lnTo>
                  <a:lnTo>
                    <a:pt x="6011586" y="121426"/>
                  </a:lnTo>
                  <a:lnTo>
                    <a:pt x="6011680" y="121426"/>
                  </a:lnTo>
                  <a:lnTo>
                    <a:pt x="6011774" y="121426"/>
                  </a:lnTo>
                  <a:lnTo>
                    <a:pt x="6011868" y="121426"/>
                  </a:lnTo>
                  <a:lnTo>
                    <a:pt x="6011962" y="121426"/>
                  </a:lnTo>
                  <a:lnTo>
                    <a:pt x="6012056" y="121426"/>
                  </a:lnTo>
                  <a:lnTo>
                    <a:pt x="6012150" y="121426"/>
                  </a:lnTo>
                  <a:lnTo>
                    <a:pt x="6012244" y="121426"/>
                  </a:lnTo>
                  <a:lnTo>
                    <a:pt x="6012338" y="121426"/>
                  </a:lnTo>
                  <a:lnTo>
                    <a:pt x="6012432" y="121426"/>
                  </a:lnTo>
                  <a:lnTo>
                    <a:pt x="6012526" y="121426"/>
                  </a:lnTo>
                  <a:lnTo>
                    <a:pt x="6012620" y="121426"/>
                  </a:lnTo>
                  <a:lnTo>
                    <a:pt x="6012714" y="121426"/>
                  </a:lnTo>
                  <a:lnTo>
                    <a:pt x="6012808" y="121426"/>
                  </a:lnTo>
                  <a:lnTo>
                    <a:pt x="6012902" y="121426"/>
                  </a:lnTo>
                  <a:lnTo>
                    <a:pt x="6012996" y="121426"/>
                  </a:lnTo>
                  <a:lnTo>
                    <a:pt x="6013090" y="121426"/>
                  </a:lnTo>
                  <a:lnTo>
                    <a:pt x="6013184" y="121426"/>
                  </a:lnTo>
                  <a:lnTo>
                    <a:pt x="6013278" y="121426"/>
                  </a:lnTo>
                  <a:lnTo>
                    <a:pt x="6013372" y="121426"/>
                  </a:lnTo>
                  <a:lnTo>
                    <a:pt x="6013466" y="121426"/>
                  </a:lnTo>
                  <a:lnTo>
                    <a:pt x="6013560" y="121426"/>
                  </a:lnTo>
                  <a:lnTo>
                    <a:pt x="6013654" y="121426"/>
                  </a:lnTo>
                  <a:lnTo>
                    <a:pt x="6013748" y="121426"/>
                  </a:lnTo>
                  <a:lnTo>
                    <a:pt x="6013842" y="121426"/>
                  </a:lnTo>
                  <a:lnTo>
                    <a:pt x="6013936" y="121426"/>
                  </a:lnTo>
                  <a:lnTo>
                    <a:pt x="6014030" y="121426"/>
                  </a:lnTo>
                  <a:lnTo>
                    <a:pt x="6014124" y="121426"/>
                  </a:lnTo>
                  <a:lnTo>
                    <a:pt x="6014218" y="121426"/>
                  </a:lnTo>
                  <a:lnTo>
                    <a:pt x="6014312" y="121426"/>
                  </a:lnTo>
                  <a:lnTo>
                    <a:pt x="6014406" y="121426"/>
                  </a:lnTo>
                  <a:lnTo>
                    <a:pt x="6014501" y="121426"/>
                  </a:lnTo>
                  <a:lnTo>
                    <a:pt x="6014595" y="121426"/>
                  </a:lnTo>
                  <a:lnTo>
                    <a:pt x="6014689" y="121426"/>
                  </a:lnTo>
                  <a:lnTo>
                    <a:pt x="6014783" y="121426"/>
                  </a:lnTo>
                  <a:lnTo>
                    <a:pt x="6014877" y="121426"/>
                  </a:lnTo>
                  <a:lnTo>
                    <a:pt x="6014971" y="121426"/>
                  </a:lnTo>
                  <a:lnTo>
                    <a:pt x="6015065" y="121426"/>
                  </a:lnTo>
                  <a:lnTo>
                    <a:pt x="6015159" y="121426"/>
                  </a:lnTo>
                  <a:lnTo>
                    <a:pt x="6015253" y="121426"/>
                  </a:lnTo>
                  <a:lnTo>
                    <a:pt x="6015347" y="121426"/>
                  </a:lnTo>
                  <a:lnTo>
                    <a:pt x="6015441" y="121426"/>
                  </a:lnTo>
                  <a:lnTo>
                    <a:pt x="6015535" y="121426"/>
                  </a:lnTo>
                  <a:lnTo>
                    <a:pt x="6015629" y="121426"/>
                  </a:lnTo>
                  <a:lnTo>
                    <a:pt x="6015723" y="121426"/>
                  </a:lnTo>
                  <a:lnTo>
                    <a:pt x="6015817" y="121426"/>
                  </a:lnTo>
                  <a:lnTo>
                    <a:pt x="6015911" y="121426"/>
                  </a:lnTo>
                  <a:lnTo>
                    <a:pt x="6016005" y="121426"/>
                  </a:lnTo>
                  <a:lnTo>
                    <a:pt x="6016099" y="121426"/>
                  </a:lnTo>
                  <a:lnTo>
                    <a:pt x="6016193" y="121426"/>
                  </a:lnTo>
                  <a:lnTo>
                    <a:pt x="6016287" y="121426"/>
                  </a:lnTo>
                  <a:lnTo>
                    <a:pt x="6016381" y="121426"/>
                  </a:lnTo>
                  <a:lnTo>
                    <a:pt x="6016475" y="121426"/>
                  </a:lnTo>
                  <a:lnTo>
                    <a:pt x="6016569" y="121426"/>
                  </a:lnTo>
                  <a:lnTo>
                    <a:pt x="6016663" y="121426"/>
                  </a:lnTo>
                  <a:lnTo>
                    <a:pt x="6016757" y="121426"/>
                  </a:lnTo>
                  <a:lnTo>
                    <a:pt x="6016851" y="121426"/>
                  </a:lnTo>
                  <a:lnTo>
                    <a:pt x="6016945" y="121426"/>
                  </a:lnTo>
                  <a:lnTo>
                    <a:pt x="6017039" y="121426"/>
                  </a:lnTo>
                  <a:lnTo>
                    <a:pt x="6017133" y="121426"/>
                  </a:lnTo>
                  <a:lnTo>
                    <a:pt x="6017227" y="121426"/>
                  </a:lnTo>
                  <a:lnTo>
                    <a:pt x="6017321" y="121426"/>
                  </a:lnTo>
                  <a:lnTo>
                    <a:pt x="6017415" y="121426"/>
                  </a:lnTo>
                  <a:lnTo>
                    <a:pt x="6017509" y="121426"/>
                  </a:lnTo>
                  <a:lnTo>
                    <a:pt x="6017603" y="121426"/>
                  </a:lnTo>
                  <a:lnTo>
                    <a:pt x="6017697" y="121426"/>
                  </a:lnTo>
                  <a:lnTo>
                    <a:pt x="6017791" y="121426"/>
                  </a:lnTo>
                  <a:lnTo>
                    <a:pt x="6017885" y="121426"/>
                  </a:lnTo>
                  <a:lnTo>
                    <a:pt x="6017979" y="121426"/>
                  </a:lnTo>
                  <a:lnTo>
                    <a:pt x="6018074" y="121426"/>
                  </a:lnTo>
                  <a:lnTo>
                    <a:pt x="6018168" y="121426"/>
                  </a:lnTo>
                  <a:lnTo>
                    <a:pt x="6018262" y="121426"/>
                  </a:lnTo>
                  <a:lnTo>
                    <a:pt x="6018356" y="121426"/>
                  </a:lnTo>
                  <a:lnTo>
                    <a:pt x="6018450" y="121426"/>
                  </a:lnTo>
                  <a:lnTo>
                    <a:pt x="6018544" y="121426"/>
                  </a:lnTo>
                  <a:lnTo>
                    <a:pt x="6018638" y="121426"/>
                  </a:lnTo>
                  <a:lnTo>
                    <a:pt x="6018732" y="121426"/>
                  </a:lnTo>
                  <a:lnTo>
                    <a:pt x="6018826" y="121426"/>
                  </a:lnTo>
                  <a:lnTo>
                    <a:pt x="6018920" y="121426"/>
                  </a:lnTo>
                  <a:lnTo>
                    <a:pt x="6019014" y="121426"/>
                  </a:lnTo>
                  <a:lnTo>
                    <a:pt x="6019108" y="121426"/>
                  </a:lnTo>
                  <a:lnTo>
                    <a:pt x="6019202" y="121426"/>
                  </a:lnTo>
                  <a:lnTo>
                    <a:pt x="6019296" y="121426"/>
                  </a:lnTo>
                  <a:lnTo>
                    <a:pt x="6019390" y="121426"/>
                  </a:lnTo>
                  <a:lnTo>
                    <a:pt x="6019484" y="121426"/>
                  </a:lnTo>
                  <a:lnTo>
                    <a:pt x="6019578" y="121426"/>
                  </a:lnTo>
                  <a:lnTo>
                    <a:pt x="6019672" y="121426"/>
                  </a:lnTo>
                  <a:lnTo>
                    <a:pt x="6019766" y="121426"/>
                  </a:lnTo>
                  <a:lnTo>
                    <a:pt x="6019860" y="121426"/>
                  </a:lnTo>
                  <a:lnTo>
                    <a:pt x="6019954" y="121426"/>
                  </a:lnTo>
                  <a:lnTo>
                    <a:pt x="6020048" y="121426"/>
                  </a:lnTo>
                  <a:lnTo>
                    <a:pt x="6020142" y="121426"/>
                  </a:lnTo>
                  <a:lnTo>
                    <a:pt x="6020236" y="121426"/>
                  </a:lnTo>
                  <a:lnTo>
                    <a:pt x="6020330" y="121426"/>
                  </a:lnTo>
                  <a:lnTo>
                    <a:pt x="6020424" y="121426"/>
                  </a:lnTo>
                  <a:lnTo>
                    <a:pt x="6020518" y="121426"/>
                  </a:lnTo>
                  <a:lnTo>
                    <a:pt x="6020612" y="121426"/>
                  </a:lnTo>
                  <a:lnTo>
                    <a:pt x="6020706" y="121426"/>
                  </a:lnTo>
                  <a:lnTo>
                    <a:pt x="6020800" y="121426"/>
                  </a:lnTo>
                  <a:lnTo>
                    <a:pt x="6020894" y="121426"/>
                  </a:lnTo>
                  <a:lnTo>
                    <a:pt x="6020988" y="121426"/>
                  </a:lnTo>
                  <a:lnTo>
                    <a:pt x="6021082" y="121426"/>
                  </a:lnTo>
                  <a:lnTo>
                    <a:pt x="6021176" y="121426"/>
                  </a:lnTo>
                  <a:lnTo>
                    <a:pt x="6021270" y="121426"/>
                  </a:lnTo>
                  <a:lnTo>
                    <a:pt x="6021364" y="121426"/>
                  </a:lnTo>
                  <a:lnTo>
                    <a:pt x="6021458" y="121426"/>
                  </a:lnTo>
                  <a:lnTo>
                    <a:pt x="6021553" y="121426"/>
                  </a:lnTo>
                  <a:lnTo>
                    <a:pt x="6021647" y="121426"/>
                  </a:lnTo>
                  <a:lnTo>
                    <a:pt x="6021741" y="121426"/>
                  </a:lnTo>
                  <a:lnTo>
                    <a:pt x="6021835" y="121426"/>
                  </a:lnTo>
                  <a:lnTo>
                    <a:pt x="6021929" y="121426"/>
                  </a:lnTo>
                  <a:lnTo>
                    <a:pt x="6022023" y="121426"/>
                  </a:lnTo>
                  <a:lnTo>
                    <a:pt x="6022117" y="121426"/>
                  </a:lnTo>
                  <a:lnTo>
                    <a:pt x="6022211" y="121426"/>
                  </a:lnTo>
                  <a:lnTo>
                    <a:pt x="6022305" y="121426"/>
                  </a:lnTo>
                  <a:lnTo>
                    <a:pt x="6022399" y="121426"/>
                  </a:lnTo>
                  <a:lnTo>
                    <a:pt x="6022493" y="121426"/>
                  </a:lnTo>
                  <a:lnTo>
                    <a:pt x="6022587" y="121426"/>
                  </a:lnTo>
                  <a:lnTo>
                    <a:pt x="6022681" y="121426"/>
                  </a:lnTo>
                  <a:lnTo>
                    <a:pt x="6022775" y="121426"/>
                  </a:lnTo>
                  <a:lnTo>
                    <a:pt x="6022869" y="121426"/>
                  </a:lnTo>
                  <a:lnTo>
                    <a:pt x="6022963" y="121426"/>
                  </a:lnTo>
                  <a:lnTo>
                    <a:pt x="6023057" y="121426"/>
                  </a:lnTo>
                  <a:lnTo>
                    <a:pt x="6023151" y="121426"/>
                  </a:lnTo>
                  <a:lnTo>
                    <a:pt x="6023245" y="121426"/>
                  </a:lnTo>
                  <a:lnTo>
                    <a:pt x="6023339" y="121426"/>
                  </a:lnTo>
                  <a:lnTo>
                    <a:pt x="6023433" y="121426"/>
                  </a:lnTo>
                  <a:lnTo>
                    <a:pt x="6023527" y="121426"/>
                  </a:lnTo>
                  <a:lnTo>
                    <a:pt x="6023621" y="121426"/>
                  </a:lnTo>
                  <a:lnTo>
                    <a:pt x="6023715" y="121426"/>
                  </a:lnTo>
                  <a:lnTo>
                    <a:pt x="6023809" y="121426"/>
                  </a:lnTo>
                  <a:lnTo>
                    <a:pt x="6023903" y="121426"/>
                  </a:lnTo>
                  <a:lnTo>
                    <a:pt x="6023997" y="121426"/>
                  </a:lnTo>
                  <a:lnTo>
                    <a:pt x="6024091" y="121426"/>
                  </a:lnTo>
                  <a:lnTo>
                    <a:pt x="6024185" y="121426"/>
                  </a:lnTo>
                  <a:lnTo>
                    <a:pt x="6024279" y="121426"/>
                  </a:lnTo>
                  <a:lnTo>
                    <a:pt x="6024373" y="121426"/>
                  </a:lnTo>
                  <a:lnTo>
                    <a:pt x="6024467" y="121426"/>
                  </a:lnTo>
                  <a:lnTo>
                    <a:pt x="6024561" y="121426"/>
                  </a:lnTo>
                  <a:lnTo>
                    <a:pt x="6024655" y="121426"/>
                  </a:lnTo>
                  <a:lnTo>
                    <a:pt x="6024749" y="121426"/>
                  </a:lnTo>
                  <a:lnTo>
                    <a:pt x="6024843" y="121426"/>
                  </a:lnTo>
                  <a:lnTo>
                    <a:pt x="6024937" y="121426"/>
                  </a:lnTo>
                  <a:lnTo>
                    <a:pt x="6025031" y="121426"/>
                  </a:lnTo>
                  <a:lnTo>
                    <a:pt x="6025126" y="121426"/>
                  </a:lnTo>
                  <a:lnTo>
                    <a:pt x="6025220" y="121426"/>
                  </a:lnTo>
                  <a:lnTo>
                    <a:pt x="6025314" y="121426"/>
                  </a:lnTo>
                  <a:lnTo>
                    <a:pt x="6025408" y="121426"/>
                  </a:lnTo>
                  <a:lnTo>
                    <a:pt x="6025502" y="121426"/>
                  </a:lnTo>
                  <a:lnTo>
                    <a:pt x="6025596" y="121426"/>
                  </a:lnTo>
                  <a:lnTo>
                    <a:pt x="6025690" y="121426"/>
                  </a:lnTo>
                  <a:lnTo>
                    <a:pt x="6025784" y="121426"/>
                  </a:lnTo>
                  <a:lnTo>
                    <a:pt x="6025878" y="121426"/>
                  </a:lnTo>
                  <a:lnTo>
                    <a:pt x="6025972" y="121426"/>
                  </a:lnTo>
                  <a:lnTo>
                    <a:pt x="6026066" y="121426"/>
                  </a:lnTo>
                  <a:lnTo>
                    <a:pt x="6026160" y="121426"/>
                  </a:lnTo>
                  <a:lnTo>
                    <a:pt x="6026254" y="121426"/>
                  </a:lnTo>
                  <a:lnTo>
                    <a:pt x="6026348" y="121426"/>
                  </a:lnTo>
                  <a:lnTo>
                    <a:pt x="6026442" y="121426"/>
                  </a:lnTo>
                  <a:lnTo>
                    <a:pt x="6026536" y="121426"/>
                  </a:lnTo>
                  <a:lnTo>
                    <a:pt x="6026630" y="121426"/>
                  </a:lnTo>
                  <a:lnTo>
                    <a:pt x="6026724" y="121426"/>
                  </a:lnTo>
                  <a:lnTo>
                    <a:pt x="6026818" y="121426"/>
                  </a:lnTo>
                  <a:lnTo>
                    <a:pt x="6026912" y="121426"/>
                  </a:lnTo>
                  <a:lnTo>
                    <a:pt x="6027006" y="121426"/>
                  </a:lnTo>
                  <a:lnTo>
                    <a:pt x="6027100" y="121426"/>
                  </a:lnTo>
                  <a:lnTo>
                    <a:pt x="6027194" y="121426"/>
                  </a:lnTo>
                  <a:lnTo>
                    <a:pt x="6027288" y="121426"/>
                  </a:lnTo>
                  <a:lnTo>
                    <a:pt x="6027382" y="121426"/>
                  </a:lnTo>
                  <a:lnTo>
                    <a:pt x="6027476" y="121426"/>
                  </a:lnTo>
                  <a:lnTo>
                    <a:pt x="6027570" y="121426"/>
                  </a:lnTo>
                  <a:lnTo>
                    <a:pt x="6027664" y="121426"/>
                  </a:lnTo>
                  <a:lnTo>
                    <a:pt x="6027758" y="121426"/>
                  </a:lnTo>
                  <a:lnTo>
                    <a:pt x="6027852" y="121426"/>
                  </a:lnTo>
                  <a:lnTo>
                    <a:pt x="6027946" y="121426"/>
                  </a:lnTo>
                  <a:lnTo>
                    <a:pt x="6028040" y="121426"/>
                  </a:lnTo>
                  <a:lnTo>
                    <a:pt x="6028134" y="121426"/>
                  </a:lnTo>
                  <a:lnTo>
                    <a:pt x="6028228" y="121426"/>
                  </a:lnTo>
                  <a:lnTo>
                    <a:pt x="6028322" y="121426"/>
                  </a:lnTo>
                  <a:lnTo>
                    <a:pt x="6028416" y="121426"/>
                  </a:lnTo>
                  <a:lnTo>
                    <a:pt x="6028510" y="121426"/>
                  </a:lnTo>
                  <a:lnTo>
                    <a:pt x="6028604" y="121426"/>
                  </a:lnTo>
                  <a:lnTo>
                    <a:pt x="6028699" y="121426"/>
                  </a:lnTo>
                  <a:lnTo>
                    <a:pt x="6028793" y="121426"/>
                  </a:lnTo>
                  <a:lnTo>
                    <a:pt x="6028887" y="121426"/>
                  </a:lnTo>
                  <a:lnTo>
                    <a:pt x="6028981" y="121426"/>
                  </a:lnTo>
                  <a:lnTo>
                    <a:pt x="6029075" y="121426"/>
                  </a:lnTo>
                  <a:lnTo>
                    <a:pt x="6029169" y="121426"/>
                  </a:lnTo>
                  <a:lnTo>
                    <a:pt x="6029263" y="121426"/>
                  </a:lnTo>
                  <a:lnTo>
                    <a:pt x="6029357" y="121426"/>
                  </a:lnTo>
                  <a:lnTo>
                    <a:pt x="6029451" y="121426"/>
                  </a:lnTo>
                  <a:lnTo>
                    <a:pt x="6029545" y="121426"/>
                  </a:lnTo>
                  <a:lnTo>
                    <a:pt x="6029639" y="121426"/>
                  </a:lnTo>
                  <a:lnTo>
                    <a:pt x="6029733" y="121426"/>
                  </a:lnTo>
                  <a:lnTo>
                    <a:pt x="6029827" y="121426"/>
                  </a:lnTo>
                  <a:lnTo>
                    <a:pt x="6029921" y="121426"/>
                  </a:lnTo>
                  <a:lnTo>
                    <a:pt x="6030015" y="121426"/>
                  </a:lnTo>
                  <a:lnTo>
                    <a:pt x="6030109" y="121426"/>
                  </a:lnTo>
                  <a:lnTo>
                    <a:pt x="6030203" y="121426"/>
                  </a:lnTo>
                  <a:lnTo>
                    <a:pt x="6030297" y="121426"/>
                  </a:lnTo>
                  <a:lnTo>
                    <a:pt x="6030391" y="121426"/>
                  </a:lnTo>
                  <a:lnTo>
                    <a:pt x="6030485" y="121426"/>
                  </a:lnTo>
                  <a:lnTo>
                    <a:pt x="6030579" y="121426"/>
                  </a:lnTo>
                  <a:lnTo>
                    <a:pt x="6030673" y="121426"/>
                  </a:lnTo>
                  <a:lnTo>
                    <a:pt x="6030767" y="121426"/>
                  </a:lnTo>
                  <a:lnTo>
                    <a:pt x="6030861" y="121426"/>
                  </a:lnTo>
                  <a:lnTo>
                    <a:pt x="6030955" y="121426"/>
                  </a:lnTo>
                  <a:lnTo>
                    <a:pt x="6031049" y="121426"/>
                  </a:lnTo>
                  <a:lnTo>
                    <a:pt x="6031143" y="121426"/>
                  </a:lnTo>
                  <a:lnTo>
                    <a:pt x="6031237" y="121426"/>
                  </a:lnTo>
                  <a:lnTo>
                    <a:pt x="6031331" y="121426"/>
                  </a:lnTo>
                  <a:lnTo>
                    <a:pt x="6031425" y="121426"/>
                  </a:lnTo>
                  <a:lnTo>
                    <a:pt x="6031519" y="121426"/>
                  </a:lnTo>
                  <a:lnTo>
                    <a:pt x="6031613" y="121426"/>
                  </a:lnTo>
                  <a:lnTo>
                    <a:pt x="6031613" y="116147"/>
                  </a:lnTo>
                  <a:lnTo>
                    <a:pt x="6031707" y="116147"/>
                  </a:lnTo>
                  <a:lnTo>
                    <a:pt x="6031801" y="116147"/>
                  </a:lnTo>
                  <a:lnTo>
                    <a:pt x="6031895" y="116147"/>
                  </a:lnTo>
                  <a:lnTo>
                    <a:pt x="6031989" y="116147"/>
                  </a:lnTo>
                  <a:lnTo>
                    <a:pt x="6032083" y="116147"/>
                  </a:lnTo>
                  <a:lnTo>
                    <a:pt x="6032178" y="116147"/>
                  </a:lnTo>
                  <a:lnTo>
                    <a:pt x="6032272" y="116147"/>
                  </a:lnTo>
                  <a:lnTo>
                    <a:pt x="6032366" y="116147"/>
                  </a:lnTo>
                  <a:lnTo>
                    <a:pt x="6032460" y="116147"/>
                  </a:lnTo>
                  <a:lnTo>
                    <a:pt x="6032554" y="116147"/>
                  </a:lnTo>
                  <a:lnTo>
                    <a:pt x="6032648" y="116147"/>
                  </a:lnTo>
                  <a:lnTo>
                    <a:pt x="6032742" y="116147"/>
                  </a:lnTo>
                  <a:lnTo>
                    <a:pt x="6032836" y="116147"/>
                  </a:lnTo>
                  <a:lnTo>
                    <a:pt x="6032930" y="116147"/>
                  </a:lnTo>
                  <a:lnTo>
                    <a:pt x="6033024" y="116147"/>
                  </a:lnTo>
                  <a:lnTo>
                    <a:pt x="6033118" y="116147"/>
                  </a:lnTo>
                  <a:lnTo>
                    <a:pt x="6033212" y="116147"/>
                  </a:lnTo>
                  <a:lnTo>
                    <a:pt x="6033306" y="116147"/>
                  </a:lnTo>
                  <a:lnTo>
                    <a:pt x="6033400" y="116147"/>
                  </a:lnTo>
                  <a:lnTo>
                    <a:pt x="6033494" y="116147"/>
                  </a:lnTo>
                  <a:lnTo>
                    <a:pt x="6033588" y="116147"/>
                  </a:lnTo>
                  <a:lnTo>
                    <a:pt x="6033682" y="116147"/>
                  </a:lnTo>
                  <a:lnTo>
                    <a:pt x="6033776" y="116147"/>
                  </a:lnTo>
                  <a:lnTo>
                    <a:pt x="6033870" y="116147"/>
                  </a:lnTo>
                  <a:lnTo>
                    <a:pt x="6033964" y="116147"/>
                  </a:lnTo>
                  <a:lnTo>
                    <a:pt x="6034058" y="116147"/>
                  </a:lnTo>
                  <a:lnTo>
                    <a:pt x="6034152" y="116147"/>
                  </a:lnTo>
                  <a:lnTo>
                    <a:pt x="6034246" y="116147"/>
                  </a:lnTo>
                  <a:lnTo>
                    <a:pt x="6034340" y="116147"/>
                  </a:lnTo>
                  <a:lnTo>
                    <a:pt x="6034340" y="110867"/>
                  </a:lnTo>
                  <a:lnTo>
                    <a:pt x="6034434" y="110867"/>
                  </a:lnTo>
                  <a:lnTo>
                    <a:pt x="6034528" y="110867"/>
                  </a:lnTo>
                  <a:lnTo>
                    <a:pt x="6034622" y="110867"/>
                  </a:lnTo>
                  <a:lnTo>
                    <a:pt x="6034716" y="110867"/>
                  </a:lnTo>
                  <a:lnTo>
                    <a:pt x="6034810" y="110867"/>
                  </a:lnTo>
                  <a:lnTo>
                    <a:pt x="6034904" y="110867"/>
                  </a:lnTo>
                  <a:lnTo>
                    <a:pt x="6034998" y="110867"/>
                  </a:lnTo>
                  <a:lnTo>
                    <a:pt x="6035092" y="110867"/>
                  </a:lnTo>
                  <a:lnTo>
                    <a:pt x="6035186" y="110867"/>
                  </a:lnTo>
                  <a:lnTo>
                    <a:pt x="6035280" y="110867"/>
                  </a:lnTo>
                  <a:lnTo>
                    <a:pt x="6035374" y="110867"/>
                  </a:lnTo>
                  <a:lnTo>
                    <a:pt x="6035468" y="110867"/>
                  </a:lnTo>
                  <a:lnTo>
                    <a:pt x="6035562" y="110867"/>
                  </a:lnTo>
                  <a:lnTo>
                    <a:pt x="6035656" y="110867"/>
                  </a:lnTo>
                  <a:lnTo>
                    <a:pt x="6035751" y="110867"/>
                  </a:lnTo>
                  <a:lnTo>
                    <a:pt x="6035845" y="110867"/>
                  </a:lnTo>
                  <a:lnTo>
                    <a:pt x="6035939" y="110867"/>
                  </a:lnTo>
                  <a:lnTo>
                    <a:pt x="6036033" y="110867"/>
                  </a:lnTo>
                  <a:lnTo>
                    <a:pt x="6036127" y="110867"/>
                  </a:lnTo>
                  <a:lnTo>
                    <a:pt x="6036221" y="110867"/>
                  </a:lnTo>
                  <a:lnTo>
                    <a:pt x="6036315" y="110867"/>
                  </a:lnTo>
                  <a:lnTo>
                    <a:pt x="6036409" y="110867"/>
                  </a:lnTo>
                  <a:lnTo>
                    <a:pt x="6036503" y="110867"/>
                  </a:lnTo>
                  <a:lnTo>
                    <a:pt x="6036597" y="110867"/>
                  </a:lnTo>
                  <a:lnTo>
                    <a:pt x="6036691" y="110867"/>
                  </a:lnTo>
                  <a:lnTo>
                    <a:pt x="6036785" y="110867"/>
                  </a:lnTo>
                  <a:lnTo>
                    <a:pt x="6036879" y="110867"/>
                  </a:lnTo>
                  <a:lnTo>
                    <a:pt x="6036973" y="110867"/>
                  </a:lnTo>
                  <a:lnTo>
                    <a:pt x="6037067" y="110867"/>
                  </a:lnTo>
                  <a:lnTo>
                    <a:pt x="6037161" y="110867"/>
                  </a:lnTo>
                  <a:lnTo>
                    <a:pt x="6037255" y="110867"/>
                  </a:lnTo>
                  <a:lnTo>
                    <a:pt x="6037349" y="110867"/>
                  </a:lnTo>
                  <a:lnTo>
                    <a:pt x="6037443" y="110867"/>
                  </a:lnTo>
                  <a:lnTo>
                    <a:pt x="6037537" y="110867"/>
                  </a:lnTo>
                  <a:lnTo>
                    <a:pt x="6037631" y="110867"/>
                  </a:lnTo>
                  <a:lnTo>
                    <a:pt x="6037725" y="110867"/>
                  </a:lnTo>
                  <a:lnTo>
                    <a:pt x="6037819" y="110867"/>
                  </a:lnTo>
                  <a:lnTo>
                    <a:pt x="6037913" y="110867"/>
                  </a:lnTo>
                  <a:lnTo>
                    <a:pt x="6038007" y="110867"/>
                  </a:lnTo>
                  <a:lnTo>
                    <a:pt x="6038101" y="110867"/>
                  </a:lnTo>
                  <a:lnTo>
                    <a:pt x="6038195" y="110867"/>
                  </a:lnTo>
                  <a:lnTo>
                    <a:pt x="6038289" y="110867"/>
                  </a:lnTo>
                  <a:lnTo>
                    <a:pt x="6038383" y="110867"/>
                  </a:lnTo>
                  <a:lnTo>
                    <a:pt x="6038477" y="110867"/>
                  </a:lnTo>
                  <a:lnTo>
                    <a:pt x="6038571" y="110867"/>
                  </a:lnTo>
                  <a:lnTo>
                    <a:pt x="6038665" y="110867"/>
                  </a:lnTo>
                  <a:lnTo>
                    <a:pt x="6038759" y="110867"/>
                  </a:lnTo>
                  <a:lnTo>
                    <a:pt x="6038853" y="110867"/>
                  </a:lnTo>
                  <a:lnTo>
                    <a:pt x="6038947" y="110867"/>
                  </a:lnTo>
                  <a:lnTo>
                    <a:pt x="6039041" y="110867"/>
                  </a:lnTo>
                  <a:lnTo>
                    <a:pt x="6039135" y="110867"/>
                  </a:lnTo>
                  <a:lnTo>
                    <a:pt x="6039229" y="110867"/>
                  </a:lnTo>
                  <a:lnTo>
                    <a:pt x="6039324" y="110867"/>
                  </a:lnTo>
                  <a:lnTo>
                    <a:pt x="6039418" y="110867"/>
                  </a:lnTo>
                  <a:lnTo>
                    <a:pt x="6039512" y="110867"/>
                  </a:lnTo>
                  <a:lnTo>
                    <a:pt x="6039606" y="110867"/>
                  </a:lnTo>
                  <a:lnTo>
                    <a:pt x="6039700" y="110867"/>
                  </a:lnTo>
                  <a:lnTo>
                    <a:pt x="6039794" y="110867"/>
                  </a:lnTo>
                  <a:lnTo>
                    <a:pt x="6039888" y="110867"/>
                  </a:lnTo>
                  <a:lnTo>
                    <a:pt x="6039982" y="110867"/>
                  </a:lnTo>
                  <a:lnTo>
                    <a:pt x="6040076" y="110867"/>
                  </a:lnTo>
                  <a:lnTo>
                    <a:pt x="6040170" y="110867"/>
                  </a:lnTo>
                  <a:lnTo>
                    <a:pt x="6040264" y="110867"/>
                  </a:lnTo>
                  <a:lnTo>
                    <a:pt x="6040358" y="110867"/>
                  </a:lnTo>
                  <a:lnTo>
                    <a:pt x="6040452" y="110867"/>
                  </a:lnTo>
                  <a:lnTo>
                    <a:pt x="6040546" y="110867"/>
                  </a:lnTo>
                  <a:lnTo>
                    <a:pt x="6040640" y="110867"/>
                  </a:lnTo>
                  <a:lnTo>
                    <a:pt x="6040734" y="110867"/>
                  </a:lnTo>
                  <a:lnTo>
                    <a:pt x="6040828" y="110867"/>
                  </a:lnTo>
                  <a:lnTo>
                    <a:pt x="6040922" y="110867"/>
                  </a:lnTo>
                  <a:lnTo>
                    <a:pt x="6041016" y="110867"/>
                  </a:lnTo>
                  <a:lnTo>
                    <a:pt x="6041110" y="110867"/>
                  </a:lnTo>
                  <a:lnTo>
                    <a:pt x="6041204" y="110867"/>
                  </a:lnTo>
                  <a:lnTo>
                    <a:pt x="6041298" y="110867"/>
                  </a:lnTo>
                  <a:lnTo>
                    <a:pt x="6041392" y="110867"/>
                  </a:lnTo>
                  <a:lnTo>
                    <a:pt x="6041486" y="110867"/>
                  </a:lnTo>
                  <a:lnTo>
                    <a:pt x="6041580" y="110867"/>
                  </a:lnTo>
                  <a:lnTo>
                    <a:pt x="6041674" y="110867"/>
                  </a:lnTo>
                  <a:lnTo>
                    <a:pt x="6041768" y="110867"/>
                  </a:lnTo>
                  <a:lnTo>
                    <a:pt x="6041862" y="110867"/>
                  </a:lnTo>
                  <a:lnTo>
                    <a:pt x="6041956" y="110867"/>
                  </a:lnTo>
                  <a:lnTo>
                    <a:pt x="6042050" y="110867"/>
                  </a:lnTo>
                  <a:lnTo>
                    <a:pt x="6042144" y="110867"/>
                  </a:lnTo>
                  <a:lnTo>
                    <a:pt x="6042238" y="110867"/>
                  </a:lnTo>
                  <a:lnTo>
                    <a:pt x="6042332" y="110867"/>
                  </a:lnTo>
                  <a:lnTo>
                    <a:pt x="6042426" y="110867"/>
                  </a:lnTo>
                  <a:lnTo>
                    <a:pt x="6042520" y="110867"/>
                  </a:lnTo>
                  <a:lnTo>
                    <a:pt x="6042614" y="110867"/>
                  </a:lnTo>
                  <a:lnTo>
                    <a:pt x="6042708" y="110867"/>
                  </a:lnTo>
                  <a:lnTo>
                    <a:pt x="6042802" y="110867"/>
                  </a:lnTo>
                  <a:lnTo>
                    <a:pt x="6042897" y="110867"/>
                  </a:lnTo>
                  <a:lnTo>
                    <a:pt x="6042991" y="110867"/>
                  </a:lnTo>
                  <a:lnTo>
                    <a:pt x="6043085" y="110867"/>
                  </a:lnTo>
                  <a:lnTo>
                    <a:pt x="6043179" y="110867"/>
                  </a:lnTo>
                  <a:lnTo>
                    <a:pt x="6043273" y="110867"/>
                  </a:lnTo>
                  <a:lnTo>
                    <a:pt x="6043367" y="110867"/>
                  </a:lnTo>
                  <a:lnTo>
                    <a:pt x="6043461" y="110867"/>
                  </a:lnTo>
                  <a:lnTo>
                    <a:pt x="6043555" y="110867"/>
                  </a:lnTo>
                  <a:lnTo>
                    <a:pt x="6043649" y="110867"/>
                  </a:lnTo>
                  <a:lnTo>
                    <a:pt x="6043743" y="110867"/>
                  </a:lnTo>
                  <a:lnTo>
                    <a:pt x="6043837" y="110867"/>
                  </a:lnTo>
                  <a:lnTo>
                    <a:pt x="6043931" y="110867"/>
                  </a:lnTo>
                  <a:lnTo>
                    <a:pt x="6044025" y="110867"/>
                  </a:lnTo>
                  <a:lnTo>
                    <a:pt x="6044119" y="110867"/>
                  </a:lnTo>
                  <a:lnTo>
                    <a:pt x="6044213" y="110867"/>
                  </a:lnTo>
                  <a:lnTo>
                    <a:pt x="6044307" y="110867"/>
                  </a:lnTo>
                  <a:lnTo>
                    <a:pt x="6044401" y="110867"/>
                  </a:lnTo>
                  <a:lnTo>
                    <a:pt x="6044495" y="110867"/>
                  </a:lnTo>
                  <a:lnTo>
                    <a:pt x="6044589" y="110867"/>
                  </a:lnTo>
                  <a:lnTo>
                    <a:pt x="6044683" y="110867"/>
                  </a:lnTo>
                  <a:lnTo>
                    <a:pt x="6044777" y="110867"/>
                  </a:lnTo>
                  <a:lnTo>
                    <a:pt x="6044871" y="110867"/>
                  </a:lnTo>
                  <a:lnTo>
                    <a:pt x="6044965" y="110867"/>
                  </a:lnTo>
                  <a:lnTo>
                    <a:pt x="6045059" y="110867"/>
                  </a:lnTo>
                  <a:lnTo>
                    <a:pt x="6045153" y="110867"/>
                  </a:lnTo>
                  <a:lnTo>
                    <a:pt x="6045247" y="110867"/>
                  </a:lnTo>
                  <a:lnTo>
                    <a:pt x="6045341" y="110867"/>
                  </a:lnTo>
                  <a:lnTo>
                    <a:pt x="6045435" y="110867"/>
                  </a:lnTo>
                  <a:lnTo>
                    <a:pt x="6045529" y="110867"/>
                  </a:lnTo>
                  <a:lnTo>
                    <a:pt x="6045623" y="110867"/>
                  </a:lnTo>
                  <a:lnTo>
                    <a:pt x="6045717" y="110867"/>
                  </a:lnTo>
                  <a:lnTo>
                    <a:pt x="6045811" y="110867"/>
                  </a:lnTo>
                  <a:lnTo>
                    <a:pt x="6045905" y="110867"/>
                  </a:lnTo>
                  <a:lnTo>
                    <a:pt x="6045999" y="110867"/>
                  </a:lnTo>
                  <a:lnTo>
                    <a:pt x="6046093" y="110867"/>
                  </a:lnTo>
                  <a:lnTo>
                    <a:pt x="6046187" y="110867"/>
                  </a:lnTo>
                  <a:lnTo>
                    <a:pt x="6046281" y="110867"/>
                  </a:lnTo>
                  <a:lnTo>
                    <a:pt x="6046376" y="110867"/>
                  </a:lnTo>
                  <a:lnTo>
                    <a:pt x="6046470" y="110867"/>
                  </a:lnTo>
                  <a:lnTo>
                    <a:pt x="6046564" y="110867"/>
                  </a:lnTo>
                  <a:lnTo>
                    <a:pt x="6046658" y="110867"/>
                  </a:lnTo>
                  <a:lnTo>
                    <a:pt x="6046752" y="110867"/>
                  </a:lnTo>
                  <a:lnTo>
                    <a:pt x="6046846" y="110867"/>
                  </a:lnTo>
                  <a:lnTo>
                    <a:pt x="6046940" y="110867"/>
                  </a:lnTo>
                  <a:lnTo>
                    <a:pt x="6047034" y="110867"/>
                  </a:lnTo>
                  <a:lnTo>
                    <a:pt x="6047128" y="110867"/>
                  </a:lnTo>
                  <a:lnTo>
                    <a:pt x="6047222" y="110867"/>
                  </a:lnTo>
                  <a:lnTo>
                    <a:pt x="6047316" y="110867"/>
                  </a:lnTo>
                  <a:lnTo>
                    <a:pt x="6047410" y="110867"/>
                  </a:lnTo>
                  <a:lnTo>
                    <a:pt x="6047504" y="110867"/>
                  </a:lnTo>
                  <a:lnTo>
                    <a:pt x="6047598" y="110867"/>
                  </a:lnTo>
                  <a:lnTo>
                    <a:pt x="6047692" y="110867"/>
                  </a:lnTo>
                  <a:lnTo>
                    <a:pt x="6047786" y="110867"/>
                  </a:lnTo>
                  <a:lnTo>
                    <a:pt x="6047880" y="110867"/>
                  </a:lnTo>
                  <a:lnTo>
                    <a:pt x="6047974" y="110867"/>
                  </a:lnTo>
                  <a:lnTo>
                    <a:pt x="6048068" y="110867"/>
                  </a:lnTo>
                  <a:lnTo>
                    <a:pt x="6048068" y="105588"/>
                  </a:lnTo>
                  <a:lnTo>
                    <a:pt x="6048162" y="105588"/>
                  </a:lnTo>
                  <a:lnTo>
                    <a:pt x="6048256" y="105588"/>
                  </a:lnTo>
                  <a:lnTo>
                    <a:pt x="6048350" y="105588"/>
                  </a:lnTo>
                  <a:lnTo>
                    <a:pt x="6048444" y="105588"/>
                  </a:lnTo>
                  <a:lnTo>
                    <a:pt x="6048538" y="105588"/>
                  </a:lnTo>
                  <a:lnTo>
                    <a:pt x="6048632" y="105588"/>
                  </a:lnTo>
                  <a:lnTo>
                    <a:pt x="6048726" y="105588"/>
                  </a:lnTo>
                  <a:lnTo>
                    <a:pt x="6048820" y="105588"/>
                  </a:lnTo>
                  <a:lnTo>
                    <a:pt x="6048914" y="105588"/>
                  </a:lnTo>
                  <a:lnTo>
                    <a:pt x="6049008" y="105588"/>
                  </a:lnTo>
                  <a:lnTo>
                    <a:pt x="6049102" y="105588"/>
                  </a:lnTo>
                  <a:lnTo>
                    <a:pt x="6049196" y="105588"/>
                  </a:lnTo>
                  <a:lnTo>
                    <a:pt x="6049290" y="105588"/>
                  </a:lnTo>
                  <a:lnTo>
                    <a:pt x="6049384" y="105588"/>
                  </a:lnTo>
                  <a:lnTo>
                    <a:pt x="6049478" y="105588"/>
                  </a:lnTo>
                  <a:lnTo>
                    <a:pt x="6049572" y="105588"/>
                  </a:lnTo>
                  <a:lnTo>
                    <a:pt x="6049666" y="105588"/>
                  </a:lnTo>
                  <a:lnTo>
                    <a:pt x="6049760" y="105588"/>
                  </a:lnTo>
                  <a:lnTo>
                    <a:pt x="6049854" y="105588"/>
                  </a:lnTo>
                  <a:lnTo>
                    <a:pt x="6049949" y="105588"/>
                  </a:lnTo>
                  <a:lnTo>
                    <a:pt x="6050043" y="105588"/>
                  </a:lnTo>
                  <a:lnTo>
                    <a:pt x="6050137" y="105588"/>
                  </a:lnTo>
                  <a:lnTo>
                    <a:pt x="6050231" y="105588"/>
                  </a:lnTo>
                  <a:lnTo>
                    <a:pt x="6050325" y="105588"/>
                  </a:lnTo>
                  <a:lnTo>
                    <a:pt x="6050419" y="105588"/>
                  </a:lnTo>
                  <a:lnTo>
                    <a:pt x="6050513" y="105588"/>
                  </a:lnTo>
                  <a:lnTo>
                    <a:pt x="6050607" y="105588"/>
                  </a:lnTo>
                  <a:lnTo>
                    <a:pt x="6050701" y="105588"/>
                  </a:lnTo>
                  <a:lnTo>
                    <a:pt x="6050795" y="105588"/>
                  </a:lnTo>
                  <a:lnTo>
                    <a:pt x="6050889" y="105588"/>
                  </a:lnTo>
                  <a:lnTo>
                    <a:pt x="6050983" y="105588"/>
                  </a:lnTo>
                  <a:lnTo>
                    <a:pt x="6051077" y="105588"/>
                  </a:lnTo>
                  <a:lnTo>
                    <a:pt x="6051171" y="105588"/>
                  </a:lnTo>
                  <a:lnTo>
                    <a:pt x="6051265" y="105588"/>
                  </a:lnTo>
                  <a:lnTo>
                    <a:pt x="6051359" y="105588"/>
                  </a:lnTo>
                  <a:lnTo>
                    <a:pt x="6051453" y="105588"/>
                  </a:lnTo>
                  <a:lnTo>
                    <a:pt x="6051547" y="105588"/>
                  </a:lnTo>
                  <a:lnTo>
                    <a:pt x="6051641" y="105588"/>
                  </a:lnTo>
                  <a:lnTo>
                    <a:pt x="6051735" y="105588"/>
                  </a:lnTo>
                  <a:lnTo>
                    <a:pt x="6051829" y="105588"/>
                  </a:lnTo>
                  <a:lnTo>
                    <a:pt x="6051923" y="105588"/>
                  </a:lnTo>
                  <a:lnTo>
                    <a:pt x="6052017" y="105588"/>
                  </a:lnTo>
                  <a:lnTo>
                    <a:pt x="6052111" y="105588"/>
                  </a:lnTo>
                  <a:lnTo>
                    <a:pt x="6052205" y="105588"/>
                  </a:lnTo>
                  <a:lnTo>
                    <a:pt x="6052299" y="105588"/>
                  </a:lnTo>
                  <a:lnTo>
                    <a:pt x="6052393" y="105588"/>
                  </a:lnTo>
                  <a:lnTo>
                    <a:pt x="6052487" y="105588"/>
                  </a:lnTo>
                  <a:lnTo>
                    <a:pt x="6052581" y="105588"/>
                  </a:lnTo>
                  <a:lnTo>
                    <a:pt x="6052675" y="105588"/>
                  </a:lnTo>
                  <a:lnTo>
                    <a:pt x="6052769" y="105588"/>
                  </a:lnTo>
                  <a:lnTo>
                    <a:pt x="6052863" y="105588"/>
                  </a:lnTo>
                  <a:lnTo>
                    <a:pt x="6052957" y="105588"/>
                  </a:lnTo>
                  <a:lnTo>
                    <a:pt x="6053051" y="105588"/>
                  </a:lnTo>
                  <a:lnTo>
                    <a:pt x="6053145" y="105588"/>
                  </a:lnTo>
                  <a:lnTo>
                    <a:pt x="6053239" y="105588"/>
                  </a:lnTo>
                  <a:lnTo>
                    <a:pt x="6053333" y="105588"/>
                  </a:lnTo>
                  <a:lnTo>
                    <a:pt x="6053427" y="105588"/>
                  </a:lnTo>
                  <a:lnTo>
                    <a:pt x="6053522" y="105588"/>
                  </a:lnTo>
                  <a:lnTo>
                    <a:pt x="6053616" y="105588"/>
                  </a:lnTo>
                  <a:lnTo>
                    <a:pt x="6053710" y="105588"/>
                  </a:lnTo>
                  <a:lnTo>
                    <a:pt x="6053804" y="105588"/>
                  </a:lnTo>
                  <a:lnTo>
                    <a:pt x="6053898" y="105588"/>
                  </a:lnTo>
                  <a:lnTo>
                    <a:pt x="6053992" y="105588"/>
                  </a:lnTo>
                  <a:lnTo>
                    <a:pt x="6054086" y="105588"/>
                  </a:lnTo>
                  <a:lnTo>
                    <a:pt x="6054180" y="105588"/>
                  </a:lnTo>
                  <a:lnTo>
                    <a:pt x="6054274" y="105588"/>
                  </a:lnTo>
                  <a:lnTo>
                    <a:pt x="6054368" y="105588"/>
                  </a:lnTo>
                  <a:lnTo>
                    <a:pt x="6054462" y="105588"/>
                  </a:lnTo>
                  <a:lnTo>
                    <a:pt x="6054556" y="105588"/>
                  </a:lnTo>
                  <a:lnTo>
                    <a:pt x="6054650" y="105588"/>
                  </a:lnTo>
                  <a:lnTo>
                    <a:pt x="6054744" y="105588"/>
                  </a:lnTo>
                  <a:lnTo>
                    <a:pt x="6054838" y="105588"/>
                  </a:lnTo>
                  <a:lnTo>
                    <a:pt x="6054932" y="105588"/>
                  </a:lnTo>
                  <a:lnTo>
                    <a:pt x="6055026" y="105588"/>
                  </a:lnTo>
                  <a:lnTo>
                    <a:pt x="6055120" y="105588"/>
                  </a:lnTo>
                  <a:lnTo>
                    <a:pt x="6055214" y="105588"/>
                  </a:lnTo>
                  <a:lnTo>
                    <a:pt x="6055308" y="105588"/>
                  </a:lnTo>
                  <a:lnTo>
                    <a:pt x="6055402" y="105588"/>
                  </a:lnTo>
                  <a:lnTo>
                    <a:pt x="6055496" y="105588"/>
                  </a:lnTo>
                  <a:lnTo>
                    <a:pt x="6055590" y="105588"/>
                  </a:lnTo>
                  <a:lnTo>
                    <a:pt x="6055684" y="105588"/>
                  </a:lnTo>
                  <a:lnTo>
                    <a:pt x="6055778" y="105588"/>
                  </a:lnTo>
                  <a:lnTo>
                    <a:pt x="6055872" y="105588"/>
                  </a:lnTo>
                  <a:lnTo>
                    <a:pt x="6055966" y="105588"/>
                  </a:lnTo>
                  <a:lnTo>
                    <a:pt x="6056060" y="105588"/>
                  </a:lnTo>
                  <a:lnTo>
                    <a:pt x="6056154" y="105588"/>
                  </a:lnTo>
                  <a:lnTo>
                    <a:pt x="6056248" y="105588"/>
                  </a:lnTo>
                  <a:lnTo>
                    <a:pt x="6056342" y="105588"/>
                  </a:lnTo>
                  <a:lnTo>
                    <a:pt x="6056436" y="105588"/>
                  </a:lnTo>
                  <a:lnTo>
                    <a:pt x="6056530" y="105588"/>
                  </a:lnTo>
                  <a:lnTo>
                    <a:pt x="6056624" y="105588"/>
                  </a:lnTo>
                  <a:lnTo>
                    <a:pt x="6056718" y="105588"/>
                  </a:lnTo>
                  <a:lnTo>
                    <a:pt x="6056812" y="105588"/>
                  </a:lnTo>
                  <a:lnTo>
                    <a:pt x="6056906" y="105588"/>
                  </a:lnTo>
                  <a:lnTo>
                    <a:pt x="6057001" y="105588"/>
                  </a:lnTo>
                  <a:lnTo>
                    <a:pt x="6057095" y="105588"/>
                  </a:lnTo>
                  <a:lnTo>
                    <a:pt x="6057189" y="105588"/>
                  </a:lnTo>
                  <a:lnTo>
                    <a:pt x="6057283" y="105588"/>
                  </a:lnTo>
                  <a:lnTo>
                    <a:pt x="6057377" y="105588"/>
                  </a:lnTo>
                  <a:lnTo>
                    <a:pt x="6057471" y="105588"/>
                  </a:lnTo>
                  <a:lnTo>
                    <a:pt x="6057565" y="105588"/>
                  </a:lnTo>
                  <a:lnTo>
                    <a:pt x="6057659" y="105588"/>
                  </a:lnTo>
                  <a:lnTo>
                    <a:pt x="6057753" y="105588"/>
                  </a:lnTo>
                  <a:lnTo>
                    <a:pt x="6057847" y="105588"/>
                  </a:lnTo>
                  <a:lnTo>
                    <a:pt x="6057941" y="105588"/>
                  </a:lnTo>
                  <a:lnTo>
                    <a:pt x="6058035" y="105588"/>
                  </a:lnTo>
                  <a:lnTo>
                    <a:pt x="6058129" y="105588"/>
                  </a:lnTo>
                  <a:lnTo>
                    <a:pt x="6058223" y="105588"/>
                  </a:lnTo>
                  <a:lnTo>
                    <a:pt x="6058317" y="105588"/>
                  </a:lnTo>
                  <a:lnTo>
                    <a:pt x="6058411" y="105588"/>
                  </a:lnTo>
                  <a:lnTo>
                    <a:pt x="6058505" y="105588"/>
                  </a:lnTo>
                  <a:lnTo>
                    <a:pt x="6058599" y="105588"/>
                  </a:lnTo>
                  <a:lnTo>
                    <a:pt x="6058693" y="105588"/>
                  </a:lnTo>
                  <a:lnTo>
                    <a:pt x="6058693" y="100309"/>
                  </a:lnTo>
                  <a:lnTo>
                    <a:pt x="6058787" y="100309"/>
                  </a:lnTo>
                  <a:lnTo>
                    <a:pt x="6058881" y="100309"/>
                  </a:lnTo>
                  <a:lnTo>
                    <a:pt x="6058975" y="100309"/>
                  </a:lnTo>
                  <a:lnTo>
                    <a:pt x="6059069" y="100309"/>
                  </a:lnTo>
                  <a:lnTo>
                    <a:pt x="6059163" y="100309"/>
                  </a:lnTo>
                  <a:lnTo>
                    <a:pt x="6059257" y="100309"/>
                  </a:lnTo>
                  <a:lnTo>
                    <a:pt x="6059351" y="100309"/>
                  </a:lnTo>
                  <a:lnTo>
                    <a:pt x="6059445" y="100309"/>
                  </a:lnTo>
                  <a:lnTo>
                    <a:pt x="6059539" y="100309"/>
                  </a:lnTo>
                  <a:lnTo>
                    <a:pt x="6059633" y="100309"/>
                  </a:lnTo>
                  <a:lnTo>
                    <a:pt x="6059727" y="100309"/>
                  </a:lnTo>
                  <a:lnTo>
                    <a:pt x="6059821" y="100309"/>
                  </a:lnTo>
                  <a:lnTo>
                    <a:pt x="6059915" y="100309"/>
                  </a:lnTo>
                  <a:lnTo>
                    <a:pt x="6060009" y="100309"/>
                  </a:lnTo>
                  <a:lnTo>
                    <a:pt x="6060103" y="100309"/>
                  </a:lnTo>
                  <a:lnTo>
                    <a:pt x="6060197" y="100309"/>
                  </a:lnTo>
                  <a:lnTo>
                    <a:pt x="6060291" y="100309"/>
                  </a:lnTo>
                  <a:lnTo>
                    <a:pt x="6060385" y="100309"/>
                  </a:lnTo>
                  <a:lnTo>
                    <a:pt x="6060479" y="100309"/>
                  </a:lnTo>
                  <a:lnTo>
                    <a:pt x="6060574" y="100309"/>
                  </a:lnTo>
                  <a:lnTo>
                    <a:pt x="6060668" y="100309"/>
                  </a:lnTo>
                  <a:lnTo>
                    <a:pt x="6060762" y="100309"/>
                  </a:lnTo>
                  <a:lnTo>
                    <a:pt x="6060856" y="100309"/>
                  </a:lnTo>
                  <a:lnTo>
                    <a:pt x="6060950" y="100309"/>
                  </a:lnTo>
                  <a:lnTo>
                    <a:pt x="6061044" y="100309"/>
                  </a:lnTo>
                  <a:lnTo>
                    <a:pt x="6061138" y="100309"/>
                  </a:lnTo>
                  <a:lnTo>
                    <a:pt x="6061232" y="100309"/>
                  </a:lnTo>
                  <a:lnTo>
                    <a:pt x="6061326" y="100309"/>
                  </a:lnTo>
                  <a:lnTo>
                    <a:pt x="6061420" y="100309"/>
                  </a:lnTo>
                  <a:lnTo>
                    <a:pt x="6061514" y="100309"/>
                  </a:lnTo>
                  <a:lnTo>
                    <a:pt x="6061608" y="100309"/>
                  </a:lnTo>
                  <a:lnTo>
                    <a:pt x="6061702" y="100309"/>
                  </a:lnTo>
                  <a:lnTo>
                    <a:pt x="6061796" y="100309"/>
                  </a:lnTo>
                  <a:lnTo>
                    <a:pt x="6061890" y="100309"/>
                  </a:lnTo>
                  <a:lnTo>
                    <a:pt x="6061984" y="100309"/>
                  </a:lnTo>
                  <a:lnTo>
                    <a:pt x="6062078" y="100309"/>
                  </a:lnTo>
                  <a:lnTo>
                    <a:pt x="6062172" y="100309"/>
                  </a:lnTo>
                  <a:lnTo>
                    <a:pt x="6062266" y="100309"/>
                  </a:lnTo>
                  <a:lnTo>
                    <a:pt x="6062360" y="100309"/>
                  </a:lnTo>
                  <a:lnTo>
                    <a:pt x="6062454" y="100309"/>
                  </a:lnTo>
                  <a:lnTo>
                    <a:pt x="6062548" y="100309"/>
                  </a:lnTo>
                  <a:lnTo>
                    <a:pt x="6062642" y="100309"/>
                  </a:lnTo>
                  <a:lnTo>
                    <a:pt x="6062736" y="100309"/>
                  </a:lnTo>
                  <a:lnTo>
                    <a:pt x="6062830" y="100309"/>
                  </a:lnTo>
                  <a:lnTo>
                    <a:pt x="6062830" y="95029"/>
                  </a:lnTo>
                  <a:lnTo>
                    <a:pt x="6062924" y="95029"/>
                  </a:lnTo>
                  <a:lnTo>
                    <a:pt x="6063018" y="95029"/>
                  </a:lnTo>
                  <a:lnTo>
                    <a:pt x="6063112" y="95029"/>
                  </a:lnTo>
                  <a:lnTo>
                    <a:pt x="6063206" y="95029"/>
                  </a:lnTo>
                  <a:lnTo>
                    <a:pt x="6063300" y="95029"/>
                  </a:lnTo>
                  <a:lnTo>
                    <a:pt x="6063394" y="95029"/>
                  </a:lnTo>
                  <a:lnTo>
                    <a:pt x="6063488" y="95029"/>
                  </a:lnTo>
                  <a:lnTo>
                    <a:pt x="6063582" y="95029"/>
                  </a:lnTo>
                  <a:lnTo>
                    <a:pt x="6063676" y="95029"/>
                  </a:lnTo>
                  <a:lnTo>
                    <a:pt x="6063770" y="95029"/>
                  </a:lnTo>
                  <a:lnTo>
                    <a:pt x="6063864" y="95029"/>
                  </a:lnTo>
                  <a:lnTo>
                    <a:pt x="6063958" y="95029"/>
                  </a:lnTo>
                  <a:lnTo>
                    <a:pt x="6064052" y="95029"/>
                  </a:lnTo>
                  <a:lnTo>
                    <a:pt x="6064147" y="95029"/>
                  </a:lnTo>
                  <a:lnTo>
                    <a:pt x="6064241" y="95029"/>
                  </a:lnTo>
                  <a:lnTo>
                    <a:pt x="6064335" y="95029"/>
                  </a:lnTo>
                  <a:lnTo>
                    <a:pt x="6064429" y="95029"/>
                  </a:lnTo>
                  <a:lnTo>
                    <a:pt x="6064523" y="95029"/>
                  </a:lnTo>
                  <a:lnTo>
                    <a:pt x="6064617" y="95029"/>
                  </a:lnTo>
                  <a:lnTo>
                    <a:pt x="6064711" y="95029"/>
                  </a:lnTo>
                  <a:lnTo>
                    <a:pt x="6064805" y="95029"/>
                  </a:lnTo>
                  <a:lnTo>
                    <a:pt x="6064899" y="95029"/>
                  </a:lnTo>
                  <a:lnTo>
                    <a:pt x="6064993" y="95029"/>
                  </a:lnTo>
                  <a:lnTo>
                    <a:pt x="6065087" y="95029"/>
                  </a:lnTo>
                  <a:lnTo>
                    <a:pt x="6065181" y="95029"/>
                  </a:lnTo>
                  <a:lnTo>
                    <a:pt x="6065275" y="95029"/>
                  </a:lnTo>
                  <a:lnTo>
                    <a:pt x="6065369" y="95029"/>
                  </a:lnTo>
                  <a:lnTo>
                    <a:pt x="6065463" y="95029"/>
                  </a:lnTo>
                  <a:lnTo>
                    <a:pt x="6065557" y="95029"/>
                  </a:lnTo>
                  <a:lnTo>
                    <a:pt x="6065651" y="95029"/>
                  </a:lnTo>
                  <a:lnTo>
                    <a:pt x="6065745" y="95029"/>
                  </a:lnTo>
                  <a:lnTo>
                    <a:pt x="6065839" y="95029"/>
                  </a:lnTo>
                  <a:lnTo>
                    <a:pt x="6065933" y="95029"/>
                  </a:lnTo>
                  <a:lnTo>
                    <a:pt x="6066027" y="95029"/>
                  </a:lnTo>
                  <a:lnTo>
                    <a:pt x="6066121" y="95029"/>
                  </a:lnTo>
                  <a:lnTo>
                    <a:pt x="6066215" y="95029"/>
                  </a:lnTo>
                  <a:lnTo>
                    <a:pt x="6066309" y="95029"/>
                  </a:lnTo>
                  <a:lnTo>
                    <a:pt x="6066403" y="95029"/>
                  </a:lnTo>
                  <a:lnTo>
                    <a:pt x="6066497" y="95029"/>
                  </a:lnTo>
                  <a:lnTo>
                    <a:pt x="6066591" y="95029"/>
                  </a:lnTo>
                  <a:lnTo>
                    <a:pt x="6066685" y="95029"/>
                  </a:lnTo>
                  <a:lnTo>
                    <a:pt x="6066779" y="95029"/>
                  </a:lnTo>
                  <a:lnTo>
                    <a:pt x="6066873" y="95029"/>
                  </a:lnTo>
                  <a:lnTo>
                    <a:pt x="6066967" y="95029"/>
                  </a:lnTo>
                  <a:lnTo>
                    <a:pt x="6067061" y="95029"/>
                  </a:lnTo>
                  <a:lnTo>
                    <a:pt x="6067155" y="95029"/>
                  </a:lnTo>
                  <a:lnTo>
                    <a:pt x="6067249" y="95029"/>
                  </a:lnTo>
                  <a:lnTo>
                    <a:pt x="6067343" y="95029"/>
                  </a:lnTo>
                  <a:lnTo>
                    <a:pt x="6067437" y="95029"/>
                  </a:lnTo>
                  <a:lnTo>
                    <a:pt x="6067531" y="95029"/>
                  </a:lnTo>
                  <a:lnTo>
                    <a:pt x="6067626" y="95029"/>
                  </a:lnTo>
                  <a:lnTo>
                    <a:pt x="6067720" y="95029"/>
                  </a:lnTo>
                  <a:lnTo>
                    <a:pt x="6067814" y="95029"/>
                  </a:lnTo>
                  <a:lnTo>
                    <a:pt x="6067908" y="95029"/>
                  </a:lnTo>
                  <a:lnTo>
                    <a:pt x="6068002" y="95029"/>
                  </a:lnTo>
                  <a:lnTo>
                    <a:pt x="6068096" y="95029"/>
                  </a:lnTo>
                  <a:lnTo>
                    <a:pt x="6068190" y="95029"/>
                  </a:lnTo>
                  <a:lnTo>
                    <a:pt x="6068284" y="95029"/>
                  </a:lnTo>
                  <a:lnTo>
                    <a:pt x="6068378" y="95029"/>
                  </a:lnTo>
                  <a:lnTo>
                    <a:pt x="6068472" y="95029"/>
                  </a:lnTo>
                  <a:lnTo>
                    <a:pt x="6068566" y="95029"/>
                  </a:lnTo>
                  <a:lnTo>
                    <a:pt x="6068566" y="89750"/>
                  </a:lnTo>
                  <a:lnTo>
                    <a:pt x="6068660" y="89750"/>
                  </a:lnTo>
                  <a:lnTo>
                    <a:pt x="6068754" y="89750"/>
                  </a:lnTo>
                  <a:lnTo>
                    <a:pt x="6068848" y="89750"/>
                  </a:lnTo>
                  <a:lnTo>
                    <a:pt x="6068942" y="89750"/>
                  </a:lnTo>
                  <a:lnTo>
                    <a:pt x="6069036" y="89750"/>
                  </a:lnTo>
                  <a:lnTo>
                    <a:pt x="6069130" y="89750"/>
                  </a:lnTo>
                  <a:lnTo>
                    <a:pt x="6069224" y="89750"/>
                  </a:lnTo>
                  <a:lnTo>
                    <a:pt x="6069318" y="89750"/>
                  </a:lnTo>
                  <a:lnTo>
                    <a:pt x="6069412" y="89750"/>
                  </a:lnTo>
                  <a:lnTo>
                    <a:pt x="6069506" y="89750"/>
                  </a:lnTo>
                  <a:lnTo>
                    <a:pt x="6069600" y="89750"/>
                  </a:lnTo>
                  <a:lnTo>
                    <a:pt x="6069694" y="89750"/>
                  </a:lnTo>
                  <a:lnTo>
                    <a:pt x="6069788" y="89750"/>
                  </a:lnTo>
                  <a:lnTo>
                    <a:pt x="6069882" y="89750"/>
                  </a:lnTo>
                  <a:lnTo>
                    <a:pt x="6069976" y="89750"/>
                  </a:lnTo>
                  <a:lnTo>
                    <a:pt x="6070070" y="89750"/>
                  </a:lnTo>
                  <a:lnTo>
                    <a:pt x="6070164" y="89750"/>
                  </a:lnTo>
                  <a:lnTo>
                    <a:pt x="6070258" y="89750"/>
                  </a:lnTo>
                  <a:lnTo>
                    <a:pt x="6070352" y="89750"/>
                  </a:lnTo>
                  <a:lnTo>
                    <a:pt x="6070446" y="89750"/>
                  </a:lnTo>
                  <a:lnTo>
                    <a:pt x="6070540" y="89750"/>
                  </a:lnTo>
                  <a:lnTo>
                    <a:pt x="6070634" y="89750"/>
                  </a:lnTo>
                  <a:lnTo>
                    <a:pt x="6070728" y="89750"/>
                  </a:lnTo>
                  <a:lnTo>
                    <a:pt x="6070822" y="89750"/>
                  </a:lnTo>
                  <a:lnTo>
                    <a:pt x="6070916" y="89750"/>
                  </a:lnTo>
                  <a:lnTo>
                    <a:pt x="6071010" y="89750"/>
                  </a:lnTo>
                  <a:lnTo>
                    <a:pt x="6071104" y="89750"/>
                  </a:lnTo>
                  <a:lnTo>
                    <a:pt x="6071199" y="89750"/>
                  </a:lnTo>
                  <a:lnTo>
                    <a:pt x="6071293" y="89750"/>
                  </a:lnTo>
                  <a:lnTo>
                    <a:pt x="6071387" y="89750"/>
                  </a:lnTo>
                  <a:lnTo>
                    <a:pt x="6071481" y="89750"/>
                  </a:lnTo>
                  <a:lnTo>
                    <a:pt x="6071575" y="89750"/>
                  </a:lnTo>
                  <a:lnTo>
                    <a:pt x="6071669" y="89750"/>
                  </a:lnTo>
                  <a:lnTo>
                    <a:pt x="6071763" y="89750"/>
                  </a:lnTo>
                  <a:lnTo>
                    <a:pt x="6071857" y="89750"/>
                  </a:lnTo>
                  <a:lnTo>
                    <a:pt x="6071951" y="89750"/>
                  </a:lnTo>
                  <a:lnTo>
                    <a:pt x="6072045" y="89750"/>
                  </a:lnTo>
                  <a:lnTo>
                    <a:pt x="6072139" y="89750"/>
                  </a:lnTo>
                  <a:lnTo>
                    <a:pt x="6072233" y="89750"/>
                  </a:lnTo>
                  <a:lnTo>
                    <a:pt x="6072327" y="89750"/>
                  </a:lnTo>
                  <a:lnTo>
                    <a:pt x="6072421" y="89750"/>
                  </a:lnTo>
                  <a:lnTo>
                    <a:pt x="6072515" y="89750"/>
                  </a:lnTo>
                  <a:lnTo>
                    <a:pt x="6072609" y="89750"/>
                  </a:lnTo>
                  <a:lnTo>
                    <a:pt x="6072703" y="89750"/>
                  </a:lnTo>
                  <a:lnTo>
                    <a:pt x="6072797" y="89750"/>
                  </a:lnTo>
                  <a:lnTo>
                    <a:pt x="6072891" y="89750"/>
                  </a:lnTo>
                  <a:lnTo>
                    <a:pt x="6072985" y="89750"/>
                  </a:lnTo>
                  <a:lnTo>
                    <a:pt x="6073079" y="89750"/>
                  </a:lnTo>
                  <a:lnTo>
                    <a:pt x="6073173" y="89750"/>
                  </a:lnTo>
                  <a:lnTo>
                    <a:pt x="6073267" y="89750"/>
                  </a:lnTo>
                  <a:lnTo>
                    <a:pt x="6073361" y="89750"/>
                  </a:lnTo>
                  <a:lnTo>
                    <a:pt x="6073455" y="89750"/>
                  </a:lnTo>
                  <a:lnTo>
                    <a:pt x="6073549" y="89750"/>
                  </a:lnTo>
                  <a:lnTo>
                    <a:pt x="6073643" y="89750"/>
                  </a:lnTo>
                  <a:lnTo>
                    <a:pt x="6073737" y="89750"/>
                  </a:lnTo>
                  <a:lnTo>
                    <a:pt x="6073831" y="89750"/>
                  </a:lnTo>
                  <a:lnTo>
                    <a:pt x="6073925" y="89750"/>
                  </a:lnTo>
                  <a:lnTo>
                    <a:pt x="6074019" y="89750"/>
                  </a:lnTo>
                  <a:lnTo>
                    <a:pt x="6074113" y="89750"/>
                  </a:lnTo>
                  <a:lnTo>
                    <a:pt x="6074207" y="89750"/>
                  </a:lnTo>
                  <a:lnTo>
                    <a:pt x="6074301" y="89750"/>
                  </a:lnTo>
                  <a:lnTo>
                    <a:pt x="6074395" y="89750"/>
                  </a:lnTo>
                  <a:lnTo>
                    <a:pt x="6074489" y="89750"/>
                  </a:lnTo>
                  <a:lnTo>
                    <a:pt x="6074583" y="89750"/>
                  </a:lnTo>
                  <a:lnTo>
                    <a:pt x="6074677" y="89750"/>
                  </a:lnTo>
                  <a:lnTo>
                    <a:pt x="6074772" y="89750"/>
                  </a:lnTo>
                  <a:lnTo>
                    <a:pt x="6074866" y="89750"/>
                  </a:lnTo>
                  <a:lnTo>
                    <a:pt x="6074960" y="89750"/>
                  </a:lnTo>
                  <a:lnTo>
                    <a:pt x="6075054" y="89750"/>
                  </a:lnTo>
                  <a:lnTo>
                    <a:pt x="6075148" y="89750"/>
                  </a:lnTo>
                  <a:lnTo>
                    <a:pt x="6075242" y="89750"/>
                  </a:lnTo>
                  <a:lnTo>
                    <a:pt x="6075336" y="89750"/>
                  </a:lnTo>
                  <a:lnTo>
                    <a:pt x="6075430" y="89750"/>
                  </a:lnTo>
                  <a:lnTo>
                    <a:pt x="6075524" y="89750"/>
                  </a:lnTo>
                  <a:lnTo>
                    <a:pt x="6075618" y="89750"/>
                  </a:lnTo>
                  <a:lnTo>
                    <a:pt x="6075712" y="89750"/>
                  </a:lnTo>
                  <a:lnTo>
                    <a:pt x="6075806" y="89750"/>
                  </a:lnTo>
                  <a:lnTo>
                    <a:pt x="6075900" y="89750"/>
                  </a:lnTo>
                  <a:lnTo>
                    <a:pt x="6075994" y="89750"/>
                  </a:lnTo>
                  <a:lnTo>
                    <a:pt x="6076088" y="89750"/>
                  </a:lnTo>
                  <a:lnTo>
                    <a:pt x="6076182" y="89750"/>
                  </a:lnTo>
                  <a:lnTo>
                    <a:pt x="6076276" y="89750"/>
                  </a:lnTo>
                  <a:lnTo>
                    <a:pt x="6076370" y="89750"/>
                  </a:lnTo>
                  <a:lnTo>
                    <a:pt x="6076464" y="89750"/>
                  </a:lnTo>
                  <a:lnTo>
                    <a:pt x="6076558" y="89750"/>
                  </a:lnTo>
                  <a:lnTo>
                    <a:pt x="6076652" y="89750"/>
                  </a:lnTo>
                  <a:lnTo>
                    <a:pt x="6076746" y="89750"/>
                  </a:lnTo>
                  <a:lnTo>
                    <a:pt x="6076840" y="89750"/>
                  </a:lnTo>
                  <a:lnTo>
                    <a:pt x="6076934" y="89750"/>
                  </a:lnTo>
                  <a:lnTo>
                    <a:pt x="6077028" y="89750"/>
                  </a:lnTo>
                  <a:lnTo>
                    <a:pt x="6077122" y="89750"/>
                  </a:lnTo>
                  <a:lnTo>
                    <a:pt x="6077216" y="89750"/>
                  </a:lnTo>
                  <a:lnTo>
                    <a:pt x="6077310" y="89750"/>
                  </a:lnTo>
                  <a:lnTo>
                    <a:pt x="6077404" y="89750"/>
                  </a:lnTo>
                  <a:lnTo>
                    <a:pt x="6077498" y="89750"/>
                  </a:lnTo>
                  <a:lnTo>
                    <a:pt x="6077592" y="89750"/>
                  </a:lnTo>
                  <a:lnTo>
                    <a:pt x="6077686" y="89750"/>
                  </a:lnTo>
                  <a:lnTo>
                    <a:pt x="6077780" y="89750"/>
                  </a:lnTo>
                  <a:lnTo>
                    <a:pt x="6077874" y="89750"/>
                  </a:lnTo>
                  <a:lnTo>
                    <a:pt x="6077968" y="89750"/>
                  </a:lnTo>
                  <a:lnTo>
                    <a:pt x="6078062" y="89750"/>
                  </a:lnTo>
                  <a:lnTo>
                    <a:pt x="6078156" y="89750"/>
                  </a:lnTo>
                  <a:lnTo>
                    <a:pt x="6078251" y="89750"/>
                  </a:lnTo>
                  <a:lnTo>
                    <a:pt x="6078345" y="89750"/>
                  </a:lnTo>
                  <a:lnTo>
                    <a:pt x="6078439" y="89750"/>
                  </a:lnTo>
                  <a:lnTo>
                    <a:pt x="6078533" y="89750"/>
                  </a:lnTo>
                  <a:lnTo>
                    <a:pt x="6078627" y="89750"/>
                  </a:lnTo>
                  <a:lnTo>
                    <a:pt x="6078721" y="89750"/>
                  </a:lnTo>
                  <a:lnTo>
                    <a:pt x="6078815" y="89750"/>
                  </a:lnTo>
                  <a:lnTo>
                    <a:pt x="6078909" y="89750"/>
                  </a:lnTo>
                  <a:lnTo>
                    <a:pt x="6079003" y="89750"/>
                  </a:lnTo>
                  <a:lnTo>
                    <a:pt x="6079097" y="89750"/>
                  </a:lnTo>
                  <a:lnTo>
                    <a:pt x="6079191" y="89750"/>
                  </a:lnTo>
                  <a:lnTo>
                    <a:pt x="6079285" y="89750"/>
                  </a:lnTo>
                  <a:lnTo>
                    <a:pt x="6079379" y="89750"/>
                  </a:lnTo>
                  <a:lnTo>
                    <a:pt x="6079473" y="89750"/>
                  </a:lnTo>
                  <a:lnTo>
                    <a:pt x="6079567" y="89750"/>
                  </a:lnTo>
                  <a:lnTo>
                    <a:pt x="6079661" y="89750"/>
                  </a:lnTo>
                  <a:lnTo>
                    <a:pt x="6079755" y="89750"/>
                  </a:lnTo>
                  <a:lnTo>
                    <a:pt x="6079849" y="89750"/>
                  </a:lnTo>
                  <a:lnTo>
                    <a:pt x="6079943" y="89750"/>
                  </a:lnTo>
                  <a:lnTo>
                    <a:pt x="6080037" y="89750"/>
                  </a:lnTo>
                  <a:lnTo>
                    <a:pt x="6080131" y="89750"/>
                  </a:lnTo>
                  <a:lnTo>
                    <a:pt x="6080225" y="89750"/>
                  </a:lnTo>
                  <a:lnTo>
                    <a:pt x="6080319" y="89750"/>
                  </a:lnTo>
                  <a:lnTo>
                    <a:pt x="6080413" y="89750"/>
                  </a:lnTo>
                  <a:lnTo>
                    <a:pt x="6080507" y="89750"/>
                  </a:lnTo>
                  <a:lnTo>
                    <a:pt x="6080601" y="89750"/>
                  </a:lnTo>
                  <a:lnTo>
                    <a:pt x="6080695" y="89750"/>
                  </a:lnTo>
                  <a:lnTo>
                    <a:pt x="6080789" y="89750"/>
                  </a:lnTo>
                  <a:lnTo>
                    <a:pt x="6080883" y="89750"/>
                  </a:lnTo>
                  <a:lnTo>
                    <a:pt x="6080977" y="89750"/>
                  </a:lnTo>
                  <a:lnTo>
                    <a:pt x="6081071" y="89750"/>
                  </a:lnTo>
                  <a:lnTo>
                    <a:pt x="6081165" y="89750"/>
                  </a:lnTo>
                  <a:lnTo>
                    <a:pt x="6081259" y="89750"/>
                  </a:lnTo>
                  <a:lnTo>
                    <a:pt x="6081353" y="89750"/>
                  </a:lnTo>
                  <a:lnTo>
                    <a:pt x="6081447" y="89750"/>
                  </a:lnTo>
                  <a:lnTo>
                    <a:pt x="6081541" y="89750"/>
                  </a:lnTo>
                  <a:lnTo>
                    <a:pt x="6081635" y="89750"/>
                  </a:lnTo>
                  <a:lnTo>
                    <a:pt x="6081729" y="89750"/>
                  </a:lnTo>
                  <a:lnTo>
                    <a:pt x="6081824" y="89750"/>
                  </a:lnTo>
                  <a:lnTo>
                    <a:pt x="6081918" y="89750"/>
                  </a:lnTo>
                  <a:lnTo>
                    <a:pt x="6082012" y="89750"/>
                  </a:lnTo>
                  <a:lnTo>
                    <a:pt x="6082106" y="89750"/>
                  </a:lnTo>
                  <a:lnTo>
                    <a:pt x="6082200" y="89750"/>
                  </a:lnTo>
                  <a:lnTo>
                    <a:pt x="6082294" y="89750"/>
                  </a:lnTo>
                  <a:lnTo>
                    <a:pt x="6082388" y="89750"/>
                  </a:lnTo>
                  <a:lnTo>
                    <a:pt x="6082482" y="89750"/>
                  </a:lnTo>
                  <a:lnTo>
                    <a:pt x="6082576" y="89750"/>
                  </a:lnTo>
                  <a:lnTo>
                    <a:pt x="6082670" y="89750"/>
                  </a:lnTo>
                  <a:lnTo>
                    <a:pt x="6082764" y="89750"/>
                  </a:lnTo>
                  <a:lnTo>
                    <a:pt x="6082858" y="89750"/>
                  </a:lnTo>
                  <a:lnTo>
                    <a:pt x="6082952" y="89750"/>
                  </a:lnTo>
                  <a:lnTo>
                    <a:pt x="6083046" y="89750"/>
                  </a:lnTo>
                  <a:lnTo>
                    <a:pt x="6083140" y="89750"/>
                  </a:lnTo>
                  <a:lnTo>
                    <a:pt x="6083234" y="89750"/>
                  </a:lnTo>
                  <a:lnTo>
                    <a:pt x="6083328" y="89750"/>
                  </a:lnTo>
                  <a:lnTo>
                    <a:pt x="6083422" y="89750"/>
                  </a:lnTo>
                  <a:lnTo>
                    <a:pt x="6083516" y="89750"/>
                  </a:lnTo>
                  <a:lnTo>
                    <a:pt x="6083610" y="89750"/>
                  </a:lnTo>
                  <a:lnTo>
                    <a:pt x="6083704" y="89750"/>
                  </a:lnTo>
                  <a:lnTo>
                    <a:pt x="6083798" y="89750"/>
                  </a:lnTo>
                  <a:lnTo>
                    <a:pt x="6083892" y="89750"/>
                  </a:lnTo>
                  <a:lnTo>
                    <a:pt x="6083986" y="89750"/>
                  </a:lnTo>
                  <a:lnTo>
                    <a:pt x="6084080" y="89750"/>
                  </a:lnTo>
                  <a:lnTo>
                    <a:pt x="6084174" y="89750"/>
                  </a:lnTo>
                  <a:lnTo>
                    <a:pt x="6084268" y="89750"/>
                  </a:lnTo>
                  <a:lnTo>
                    <a:pt x="6084362" y="89750"/>
                  </a:lnTo>
                  <a:lnTo>
                    <a:pt x="6084456" y="89750"/>
                  </a:lnTo>
                  <a:lnTo>
                    <a:pt x="6084550" y="89750"/>
                  </a:lnTo>
                  <a:lnTo>
                    <a:pt x="6084644" y="89750"/>
                  </a:lnTo>
                  <a:lnTo>
                    <a:pt x="6084738" y="89750"/>
                  </a:lnTo>
                  <a:lnTo>
                    <a:pt x="6084832" y="89750"/>
                  </a:lnTo>
                  <a:lnTo>
                    <a:pt x="6084926" y="89750"/>
                  </a:lnTo>
                  <a:lnTo>
                    <a:pt x="6085020" y="89750"/>
                  </a:lnTo>
                  <a:lnTo>
                    <a:pt x="6085020" y="84470"/>
                  </a:lnTo>
                  <a:lnTo>
                    <a:pt x="6085114" y="84470"/>
                  </a:lnTo>
                  <a:lnTo>
                    <a:pt x="6085208" y="84470"/>
                  </a:lnTo>
                  <a:lnTo>
                    <a:pt x="6085302" y="84470"/>
                  </a:lnTo>
                  <a:lnTo>
                    <a:pt x="6085397" y="84470"/>
                  </a:lnTo>
                  <a:lnTo>
                    <a:pt x="6085491" y="84470"/>
                  </a:lnTo>
                  <a:lnTo>
                    <a:pt x="6085585" y="84470"/>
                  </a:lnTo>
                  <a:lnTo>
                    <a:pt x="6085679" y="84470"/>
                  </a:lnTo>
                  <a:lnTo>
                    <a:pt x="6085773" y="84470"/>
                  </a:lnTo>
                  <a:lnTo>
                    <a:pt x="6085867" y="84470"/>
                  </a:lnTo>
                  <a:lnTo>
                    <a:pt x="6085961" y="84470"/>
                  </a:lnTo>
                  <a:lnTo>
                    <a:pt x="6086055" y="84470"/>
                  </a:lnTo>
                  <a:lnTo>
                    <a:pt x="6086149" y="84470"/>
                  </a:lnTo>
                  <a:lnTo>
                    <a:pt x="6086243" y="84470"/>
                  </a:lnTo>
                  <a:lnTo>
                    <a:pt x="6086337" y="84470"/>
                  </a:lnTo>
                  <a:lnTo>
                    <a:pt x="6086431" y="84470"/>
                  </a:lnTo>
                  <a:lnTo>
                    <a:pt x="6086525" y="84470"/>
                  </a:lnTo>
                  <a:lnTo>
                    <a:pt x="6086619" y="84470"/>
                  </a:lnTo>
                  <a:lnTo>
                    <a:pt x="6086713" y="84470"/>
                  </a:lnTo>
                  <a:lnTo>
                    <a:pt x="6086807" y="84470"/>
                  </a:lnTo>
                  <a:lnTo>
                    <a:pt x="6086901" y="84470"/>
                  </a:lnTo>
                  <a:lnTo>
                    <a:pt x="6086995" y="84470"/>
                  </a:lnTo>
                  <a:lnTo>
                    <a:pt x="6087089" y="84470"/>
                  </a:lnTo>
                  <a:lnTo>
                    <a:pt x="6087183" y="84470"/>
                  </a:lnTo>
                  <a:lnTo>
                    <a:pt x="6087277" y="84470"/>
                  </a:lnTo>
                  <a:lnTo>
                    <a:pt x="6087371" y="84470"/>
                  </a:lnTo>
                  <a:lnTo>
                    <a:pt x="6087465" y="84470"/>
                  </a:lnTo>
                  <a:lnTo>
                    <a:pt x="6087559" y="84470"/>
                  </a:lnTo>
                  <a:lnTo>
                    <a:pt x="6087653" y="84470"/>
                  </a:lnTo>
                  <a:lnTo>
                    <a:pt x="6087747" y="84470"/>
                  </a:lnTo>
                  <a:lnTo>
                    <a:pt x="6087841" y="84470"/>
                  </a:lnTo>
                  <a:lnTo>
                    <a:pt x="6087935" y="84470"/>
                  </a:lnTo>
                  <a:lnTo>
                    <a:pt x="6088029" y="84470"/>
                  </a:lnTo>
                  <a:lnTo>
                    <a:pt x="6088123" y="84470"/>
                  </a:lnTo>
                  <a:lnTo>
                    <a:pt x="6088217" y="84470"/>
                  </a:lnTo>
                  <a:lnTo>
                    <a:pt x="6088311" y="84470"/>
                  </a:lnTo>
                  <a:lnTo>
                    <a:pt x="6088405" y="84470"/>
                  </a:lnTo>
                  <a:lnTo>
                    <a:pt x="6088499" y="84470"/>
                  </a:lnTo>
                  <a:lnTo>
                    <a:pt x="6088593" y="84470"/>
                  </a:lnTo>
                  <a:lnTo>
                    <a:pt x="6088687" y="84470"/>
                  </a:lnTo>
                  <a:lnTo>
                    <a:pt x="6088781" y="84470"/>
                  </a:lnTo>
                  <a:lnTo>
                    <a:pt x="6088875" y="84470"/>
                  </a:lnTo>
                  <a:lnTo>
                    <a:pt x="6088970" y="84470"/>
                  </a:lnTo>
                  <a:lnTo>
                    <a:pt x="6089064" y="84470"/>
                  </a:lnTo>
                  <a:lnTo>
                    <a:pt x="6089158" y="84470"/>
                  </a:lnTo>
                  <a:lnTo>
                    <a:pt x="6089252" y="84470"/>
                  </a:lnTo>
                  <a:lnTo>
                    <a:pt x="6089346" y="84470"/>
                  </a:lnTo>
                  <a:lnTo>
                    <a:pt x="6089440" y="84470"/>
                  </a:lnTo>
                  <a:lnTo>
                    <a:pt x="6089534" y="84470"/>
                  </a:lnTo>
                  <a:lnTo>
                    <a:pt x="6089628" y="84470"/>
                  </a:lnTo>
                  <a:lnTo>
                    <a:pt x="6089722" y="84470"/>
                  </a:lnTo>
                  <a:lnTo>
                    <a:pt x="6089816" y="84470"/>
                  </a:lnTo>
                  <a:lnTo>
                    <a:pt x="6089910" y="84470"/>
                  </a:lnTo>
                  <a:lnTo>
                    <a:pt x="6090004" y="84470"/>
                  </a:lnTo>
                  <a:lnTo>
                    <a:pt x="6090098" y="84470"/>
                  </a:lnTo>
                  <a:lnTo>
                    <a:pt x="6090192" y="84470"/>
                  </a:lnTo>
                  <a:lnTo>
                    <a:pt x="6090286" y="84470"/>
                  </a:lnTo>
                  <a:lnTo>
                    <a:pt x="6090380" y="84470"/>
                  </a:lnTo>
                  <a:lnTo>
                    <a:pt x="6090474" y="84470"/>
                  </a:lnTo>
                  <a:lnTo>
                    <a:pt x="6090568" y="84470"/>
                  </a:lnTo>
                  <a:lnTo>
                    <a:pt x="6090662" y="84470"/>
                  </a:lnTo>
                  <a:lnTo>
                    <a:pt x="6090756" y="84470"/>
                  </a:lnTo>
                  <a:lnTo>
                    <a:pt x="6090850" y="84470"/>
                  </a:lnTo>
                  <a:lnTo>
                    <a:pt x="6090944" y="84470"/>
                  </a:lnTo>
                  <a:lnTo>
                    <a:pt x="6091038" y="84470"/>
                  </a:lnTo>
                  <a:lnTo>
                    <a:pt x="6091132" y="84470"/>
                  </a:lnTo>
                  <a:lnTo>
                    <a:pt x="6091226" y="84470"/>
                  </a:lnTo>
                  <a:lnTo>
                    <a:pt x="6091320" y="84470"/>
                  </a:lnTo>
                  <a:lnTo>
                    <a:pt x="6091414" y="84470"/>
                  </a:lnTo>
                  <a:lnTo>
                    <a:pt x="6091508" y="84470"/>
                  </a:lnTo>
                  <a:lnTo>
                    <a:pt x="6091602" y="84470"/>
                  </a:lnTo>
                  <a:lnTo>
                    <a:pt x="6091696" y="84470"/>
                  </a:lnTo>
                  <a:lnTo>
                    <a:pt x="6091790" y="84470"/>
                  </a:lnTo>
                  <a:lnTo>
                    <a:pt x="6091884" y="84470"/>
                  </a:lnTo>
                  <a:lnTo>
                    <a:pt x="6091978" y="84470"/>
                  </a:lnTo>
                  <a:lnTo>
                    <a:pt x="6092072" y="84470"/>
                  </a:lnTo>
                  <a:lnTo>
                    <a:pt x="6092166" y="84470"/>
                  </a:lnTo>
                  <a:lnTo>
                    <a:pt x="6092260" y="84470"/>
                  </a:lnTo>
                  <a:lnTo>
                    <a:pt x="6092354" y="84470"/>
                  </a:lnTo>
                  <a:lnTo>
                    <a:pt x="6092449" y="84470"/>
                  </a:lnTo>
                  <a:lnTo>
                    <a:pt x="6092543" y="84470"/>
                  </a:lnTo>
                  <a:lnTo>
                    <a:pt x="6092637" y="84470"/>
                  </a:lnTo>
                  <a:lnTo>
                    <a:pt x="6092731" y="84470"/>
                  </a:lnTo>
                  <a:lnTo>
                    <a:pt x="6092825" y="84470"/>
                  </a:lnTo>
                  <a:lnTo>
                    <a:pt x="6092919" y="84470"/>
                  </a:lnTo>
                  <a:lnTo>
                    <a:pt x="6093013" y="84470"/>
                  </a:lnTo>
                  <a:lnTo>
                    <a:pt x="6093107" y="84470"/>
                  </a:lnTo>
                  <a:lnTo>
                    <a:pt x="6093201" y="84470"/>
                  </a:lnTo>
                  <a:lnTo>
                    <a:pt x="6093295" y="84470"/>
                  </a:lnTo>
                  <a:lnTo>
                    <a:pt x="6093389" y="84470"/>
                  </a:lnTo>
                  <a:lnTo>
                    <a:pt x="6093483" y="84470"/>
                  </a:lnTo>
                  <a:lnTo>
                    <a:pt x="6093577" y="84470"/>
                  </a:lnTo>
                  <a:lnTo>
                    <a:pt x="6093671" y="84470"/>
                  </a:lnTo>
                  <a:lnTo>
                    <a:pt x="6093765" y="84470"/>
                  </a:lnTo>
                  <a:lnTo>
                    <a:pt x="6093859" y="84470"/>
                  </a:lnTo>
                  <a:lnTo>
                    <a:pt x="6093953" y="84470"/>
                  </a:lnTo>
                  <a:lnTo>
                    <a:pt x="6094047" y="84470"/>
                  </a:lnTo>
                  <a:lnTo>
                    <a:pt x="6094141" y="84470"/>
                  </a:lnTo>
                  <a:lnTo>
                    <a:pt x="6094235" y="84470"/>
                  </a:lnTo>
                  <a:lnTo>
                    <a:pt x="6094329" y="84470"/>
                  </a:lnTo>
                  <a:lnTo>
                    <a:pt x="6094423" y="84470"/>
                  </a:lnTo>
                  <a:lnTo>
                    <a:pt x="6094517" y="84470"/>
                  </a:lnTo>
                  <a:lnTo>
                    <a:pt x="6094611" y="84470"/>
                  </a:lnTo>
                  <a:lnTo>
                    <a:pt x="6094705" y="84470"/>
                  </a:lnTo>
                  <a:lnTo>
                    <a:pt x="6094799" y="84470"/>
                  </a:lnTo>
                  <a:lnTo>
                    <a:pt x="6094893" y="84470"/>
                  </a:lnTo>
                  <a:lnTo>
                    <a:pt x="6094987" y="84470"/>
                  </a:lnTo>
                  <a:lnTo>
                    <a:pt x="6095081" y="84470"/>
                  </a:lnTo>
                  <a:lnTo>
                    <a:pt x="6095175" y="84470"/>
                  </a:lnTo>
                  <a:lnTo>
                    <a:pt x="6095269" y="84470"/>
                  </a:lnTo>
                  <a:lnTo>
                    <a:pt x="6095363" y="84470"/>
                  </a:lnTo>
                  <a:lnTo>
                    <a:pt x="6095457" y="84470"/>
                  </a:lnTo>
                  <a:lnTo>
                    <a:pt x="6095551" y="84470"/>
                  </a:lnTo>
                  <a:lnTo>
                    <a:pt x="6095645" y="84470"/>
                  </a:lnTo>
                  <a:lnTo>
                    <a:pt x="6095739" y="84470"/>
                  </a:lnTo>
                  <a:lnTo>
                    <a:pt x="6095833" y="84470"/>
                  </a:lnTo>
                  <a:lnTo>
                    <a:pt x="6095927" y="84470"/>
                  </a:lnTo>
                  <a:lnTo>
                    <a:pt x="6096022" y="84470"/>
                  </a:lnTo>
                  <a:lnTo>
                    <a:pt x="6096116" y="84470"/>
                  </a:lnTo>
                  <a:lnTo>
                    <a:pt x="6096210" y="84470"/>
                  </a:lnTo>
                  <a:lnTo>
                    <a:pt x="6096304" y="84470"/>
                  </a:lnTo>
                  <a:lnTo>
                    <a:pt x="6096398" y="84470"/>
                  </a:lnTo>
                  <a:lnTo>
                    <a:pt x="6096492" y="84470"/>
                  </a:lnTo>
                  <a:lnTo>
                    <a:pt x="6096586" y="84470"/>
                  </a:lnTo>
                  <a:lnTo>
                    <a:pt x="6096680" y="84470"/>
                  </a:lnTo>
                  <a:lnTo>
                    <a:pt x="6096774" y="84470"/>
                  </a:lnTo>
                  <a:lnTo>
                    <a:pt x="6096868" y="84470"/>
                  </a:lnTo>
                  <a:lnTo>
                    <a:pt x="6096962" y="84470"/>
                  </a:lnTo>
                  <a:lnTo>
                    <a:pt x="6097056" y="84470"/>
                  </a:lnTo>
                  <a:lnTo>
                    <a:pt x="6097150" y="84470"/>
                  </a:lnTo>
                  <a:lnTo>
                    <a:pt x="6097244" y="84470"/>
                  </a:lnTo>
                  <a:lnTo>
                    <a:pt x="6097338" y="84470"/>
                  </a:lnTo>
                  <a:lnTo>
                    <a:pt x="6097432" y="84470"/>
                  </a:lnTo>
                  <a:lnTo>
                    <a:pt x="6097526" y="84470"/>
                  </a:lnTo>
                  <a:lnTo>
                    <a:pt x="6097620" y="84470"/>
                  </a:lnTo>
                  <a:lnTo>
                    <a:pt x="6097714" y="84470"/>
                  </a:lnTo>
                  <a:lnTo>
                    <a:pt x="6097808" y="84470"/>
                  </a:lnTo>
                  <a:lnTo>
                    <a:pt x="6097902" y="84470"/>
                  </a:lnTo>
                  <a:lnTo>
                    <a:pt x="6097996" y="84470"/>
                  </a:lnTo>
                  <a:lnTo>
                    <a:pt x="6098090" y="84470"/>
                  </a:lnTo>
                  <a:lnTo>
                    <a:pt x="6098184" y="84470"/>
                  </a:lnTo>
                  <a:lnTo>
                    <a:pt x="6098278" y="84470"/>
                  </a:lnTo>
                  <a:lnTo>
                    <a:pt x="6098372" y="84470"/>
                  </a:lnTo>
                  <a:lnTo>
                    <a:pt x="6098466" y="84470"/>
                  </a:lnTo>
                  <a:lnTo>
                    <a:pt x="6098560" y="84470"/>
                  </a:lnTo>
                  <a:lnTo>
                    <a:pt x="6098654" y="84470"/>
                  </a:lnTo>
                  <a:lnTo>
                    <a:pt x="6098748" y="84470"/>
                  </a:lnTo>
                  <a:lnTo>
                    <a:pt x="6098842" y="84470"/>
                  </a:lnTo>
                  <a:lnTo>
                    <a:pt x="6098936" y="84470"/>
                  </a:lnTo>
                  <a:lnTo>
                    <a:pt x="6099030" y="84470"/>
                  </a:lnTo>
                  <a:lnTo>
                    <a:pt x="6099124" y="84470"/>
                  </a:lnTo>
                  <a:lnTo>
                    <a:pt x="6099218" y="84470"/>
                  </a:lnTo>
                  <a:lnTo>
                    <a:pt x="6099312" y="84470"/>
                  </a:lnTo>
                  <a:lnTo>
                    <a:pt x="6099406" y="84470"/>
                  </a:lnTo>
                  <a:lnTo>
                    <a:pt x="6099500" y="84470"/>
                  </a:lnTo>
                  <a:lnTo>
                    <a:pt x="6099595" y="84470"/>
                  </a:lnTo>
                  <a:lnTo>
                    <a:pt x="6099689" y="84470"/>
                  </a:lnTo>
                  <a:lnTo>
                    <a:pt x="6099783" y="84470"/>
                  </a:lnTo>
                  <a:lnTo>
                    <a:pt x="6099877" y="84470"/>
                  </a:lnTo>
                  <a:lnTo>
                    <a:pt x="6099971" y="84470"/>
                  </a:lnTo>
                  <a:lnTo>
                    <a:pt x="6100065" y="84470"/>
                  </a:lnTo>
                  <a:lnTo>
                    <a:pt x="6100159" y="84470"/>
                  </a:lnTo>
                  <a:lnTo>
                    <a:pt x="6100253" y="84470"/>
                  </a:lnTo>
                  <a:lnTo>
                    <a:pt x="6100347" y="84470"/>
                  </a:lnTo>
                  <a:lnTo>
                    <a:pt x="6100441" y="84470"/>
                  </a:lnTo>
                  <a:lnTo>
                    <a:pt x="6100535" y="84470"/>
                  </a:lnTo>
                  <a:lnTo>
                    <a:pt x="6100629" y="84470"/>
                  </a:lnTo>
                  <a:lnTo>
                    <a:pt x="6100723" y="84470"/>
                  </a:lnTo>
                  <a:lnTo>
                    <a:pt x="6100817" y="84470"/>
                  </a:lnTo>
                  <a:lnTo>
                    <a:pt x="6100911" y="84470"/>
                  </a:lnTo>
                  <a:lnTo>
                    <a:pt x="6101005" y="84470"/>
                  </a:lnTo>
                  <a:lnTo>
                    <a:pt x="6101099" y="84470"/>
                  </a:lnTo>
                  <a:lnTo>
                    <a:pt x="6101193" y="84470"/>
                  </a:lnTo>
                  <a:lnTo>
                    <a:pt x="6101287" y="84470"/>
                  </a:lnTo>
                  <a:lnTo>
                    <a:pt x="6101381" y="84470"/>
                  </a:lnTo>
                  <a:lnTo>
                    <a:pt x="6101475" y="84470"/>
                  </a:lnTo>
                  <a:lnTo>
                    <a:pt x="6101569" y="84470"/>
                  </a:lnTo>
                  <a:lnTo>
                    <a:pt x="6101663" y="84470"/>
                  </a:lnTo>
                  <a:lnTo>
                    <a:pt x="6101757" y="84470"/>
                  </a:lnTo>
                  <a:lnTo>
                    <a:pt x="6101851" y="84470"/>
                  </a:lnTo>
                  <a:lnTo>
                    <a:pt x="6101945" y="84470"/>
                  </a:lnTo>
                  <a:lnTo>
                    <a:pt x="6102039" y="84470"/>
                  </a:lnTo>
                  <a:lnTo>
                    <a:pt x="6102133" y="84470"/>
                  </a:lnTo>
                  <a:lnTo>
                    <a:pt x="6102227" y="84470"/>
                  </a:lnTo>
                  <a:lnTo>
                    <a:pt x="6102321" y="84470"/>
                  </a:lnTo>
                  <a:lnTo>
                    <a:pt x="6102415" y="84470"/>
                  </a:lnTo>
                  <a:lnTo>
                    <a:pt x="6102509" y="84470"/>
                  </a:lnTo>
                  <a:lnTo>
                    <a:pt x="6102603" y="84470"/>
                  </a:lnTo>
                  <a:lnTo>
                    <a:pt x="6102697" y="84470"/>
                  </a:lnTo>
                  <a:lnTo>
                    <a:pt x="6102791" y="84470"/>
                  </a:lnTo>
                  <a:lnTo>
                    <a:pt x="6102885" y="84470"/>
                  </a:lnTo>
                  <a:lnTo>
                    <a:pt x="6102979" y="84470"/>
                  </a:lnTo>
                  <a:lnTo>
                    <a:pt x="6103074" y="84470"/>
                  </a:lnTo>
                  <a:lnTo>
                    <a:pt x="6103168" y="84470"/>
                  </a:lnTo>
                  <a:lnTo>
                    <a:pt x="6103262" y="84470"/>
                  </a:lnTo>
                  <a:lnTo>
                    <a:pt x="6103356" y="84470"/>
                  </a:lnTo>
                  <a:lnTo>
                    <a:pt x="6103450" y="84470"/>
                  </a:lnTo>
                  <a:lnTo>
                    <a:pt x="6103544" y="84470"/>
                  </a:lnTo>
                  <a:lnTo>
                    <a:pt x="6103638" y="84470"/>
                  </a:lnTo>
                  <a:lnTo>
                    <a:pt x="6103732" y="84470"/>
                  </a:lnTo>
                  <a:lnTo>
                    <a:pt x="6103826" y="84470"/>
                  </a:lnTo>
                  <a:lnTo>
                    <a:pt x="6103826" y="79191"/>
                  </a:lnTo>
                  <a:lnTo>
                    <a:pt x="6103920" y="79191"/>
                  </a:lnTo>
                  <a:lnTo>
                    <a:pt x="6104014" y="79191"/>
                  </a:lnTo>
                  <a:lnTo>
                    <a:pt x="6104108" y="79191"/>
                  </a:lnTo>
                  <a:lnTo>
                    <a:pt x="6104202" y="79191"/>
                  </a:lnTo>
                  <a:lnTo>
                    <a:pt x="6104296" y="79191"/>
                  </a:lnTo>
                  <a:lnTo>
                    <a:pt x="6104390" y="79191"/>
                  </a:lnTo>
                  <a:lnTo>
                    <a:pt x="6104484" y="79191"/>
                  </a:lnTo>
                  <a:lnTo>
                    <a:pt x="6104578" y="79191"/>
                  </a:lnTo>
                  <a:lnTo>
                    <a:pt x="6104672" y="79191"/>
                  </a:lnTo>
                  <a:lnTo>
                    <a:pt x="6104766" y="79191"/>
                  </a:lnTo>
                  <a:lnTo>
                    <a:pt x="6104860" y="79191"/>
                  </a:lnTo>
                  <a:lnTo>
                    <a:pt x="6104954" y="79191"/>
                  </a:lnTo>
                  <a:lnTo>
                    <a:pt x="6105048" y="79191"/>
                  </a:lnTo>
                  <a:lnTo>
                    <a:pt x="6105142" y="79191"/>
                  </a:lnTo>
                  <a:lnTo>
                    <a:pt x="6105236" y="79191"/>
                  </a:lnTo>
                  <a:lnTo>
                    <a:pt x="6105330" y="79191"/>
                  </a:lnTo>
                  <a:lnTo>
                    <a:pt x="6105424" y="79191"/>
                  </a:lnTo>
                  <a:lnTo>
                    <a:pt x="6105518" y="79191"/>
                  </a:lnTo>
                  <a:lnTo>
                    <a:pt x="6105612" y="79191"/>
                  </a:lnTo>
                  <a:lnTo>
                    <a:pt x="6105706" y="79191"/>
                  </a:lnTo>
                  <a:lnTo>
                    <a:pt x="6105800" y="79191"/>
                  </a:lnTo>
                  <a:lnTo>
                    <a:pt x="6105894" y="79191"/>
                  </a:lnTo>
                  <a:lnTo>
                    <a:pt x="6105988" y="79191"/>
                  </a:lnTo>
                  <a:lnTo>
                    <a:pt x="6106082" y="79191"/>
                  </a:lnTo>
                  <a:lnTo>
                    <a:pt x="6106176" y="79191"/>
                  </a:lnTo>
                  <a:lnTo>
                    <a:pt x="6106270" y="79191"/>
                  </a:lnTo>
                  <a:lnTo>
                    <a:pt x="6106364" y="79191"/>
                  </a:lnTo>
                  <a:lnTo>
                    <a:pt x="6106458" y="79191"/>
                  </a:lnTo>
                  <a:lnTo>
                    <a:pt x="6106552" y="79191"/>
                  </a:lnTo>
                  <a:lnTo>
                    <a:pt x="6106647" y="79191"/>
                  </a:lnTo>
                  <a:lnTo>
                    <a:pt x="6106741" y="79191"/>
                  </a:lnTo>
                  <a:lnTo>
                    <a:pt x="6106835" y="79191"/>
                  </a:lnTo>
                  <a:lnTo>
                    <a:pt x="6106929" y="79191"/>
                  </a:lnTo>
                  <a:lnTo>
                    <a:pt x="6107023" y="79191"/>
                  </a:lnTo>
                  <a:lnTo>
                    <a:pt x="6107117" y="79191"/>
                  </a:lnTo>
                  <a:lnTo>
                    <a:pt x="6107211" y="79191"/>
                  </a:lnTo>
                  <a:lnTo>
                    <a:pt x="6107305" y="79191"/>
                  </a:lnTo>
                  <a:lnTo>
                    <a:pt x="6107399" y="79191"/>
                  </a:lnTo>
                  <a:lnTo>
                    <a:pt x="6107493" y="79191"/>
                  </a:lnTo>
                  <a:lnTo>
                    <a:pt x="6107587" y="79191"/>
                  </a:lnTo>
                  <a:lnTo>
                    <a:pt x="6107681" y="79191"/>
                  </a:lnTo>
                  <a:lnTo>
                    <a:pt x="6107775" y="79191"/>
                  </a:lnTo>
                  <a:lnTo>
                    <a:pt x="6107869" y="79191"/>
                  </a:lnTo>
                  <a:lnTo>
                    <a:pt x="6107963" y="79191"/>
                  </a:lnTo>
                  <a:lnTo>
                    <a:pt x="6108057" y="79191"/>
                  </a:lnTo>
                  <a:lnTo>
                    <a:pt x="6108151" y="79191"/>
                  </a:lnTo>
                  <a:lnTo>
                    <a:pt x="6108245" y="79191"/>
                  </a:lnTo>
                  <a:lnTo>
                    <a:pt x="6108339" y="79191"/>
                  </a:lnTo>
                  <a:lnTo>
                    <a:pt x="6108433" y="79191"/>
                  </a:lnTo>
                  <a:lnTo>
                    <a:pt x="6108527" y="79191"/>
                  </a:lnTo>
                  <a:lnTo>
                    <a:pt x="6108621" y="79191"/>
                  </a:lnTo>
                  <a:lnTo>
                    <a:pt x="6108715" y="79191"/>
                  </a:lnTo>
                  <a:lnTo>
                    <a:pt x="6108809" y="79191"/>
                  </a:lnTo>
                  <a:lnTo>
                    <a:pt x="6108903" y="79191"/>
                  </a:lnTo>
                  <a:lnTo>
                    <a:pt x="6108997" y="79191"/>
                  </a:lnTo>
                  <a:lnTo>
                    <a:pt x="6109091" y="79191"/>
                  </a:lnTo>
                  <a:lnTo>
                    <a:pt x="6109185" y="79191"/>
                  </a:lnTo>
                  <a:lnTo>
                    <a:pt x="6109279" y="79191"/>
                  </a:lnTo>
                  <a:lnTo>
                    <a:pt x="6109373" y="79191"/>
                  </a:lnTo>
                  <a:lnTo>
                    <a:pt x="6109467" y="79191"/>
                  </a:lnTo>
                  <a:lnTo>
                    <a:pt x="6109561" y="79191"/>
                  </a:lnTo>
                  <a:lnTo>
                    <a:pt x="6109655" y="79191"/>
                  </a:lnTo>
                  <a:lnTo>
                    <a:pt x="6109749" y="79191"/>
                  </a:lnTo>
                  <a:lnTo>
                    <a:pt x="6109843" y="79191"/>
                  </a:lnTo>
                  <a:lnTo>
                    <a:pt x="6109937" y="79191"/>
                  </a:lnTo>
                  <a:lnTo>
                    <a:pt x="6110031" y="79191"/>
                  </a:lnTo>
                  <a:lnTo>
                    <a:pt x="6110125" y="79191"/>
                  </a:lnTo>
                  <a:lnTo>
                    <a:pt x="6110220" y="79191"/>
                  </a:lnTo>
                  <a:lnTo>
                    <a:pt x="6110314" y="79191"/>
                  </a:lnTo>
                  <a:lnTo>
                    <a:pt x="6110408" y="79191"/>
                  </a:lnTo>
                  <a:lnTo>
                    <a:pt x="6110502" y="79191"/>
                  </a:lnTo>
                  <a:lnTo>
                    <a:pt x="6110596" y="79191"/>
                  </a:lnTo>
                  <a:lnTo>
                    <a:pt x="6110690" y="79191"/>
                  </a:lnTo>
                  <a:lnTo>
                    <a:pt x="6110784" y="79191"/>
                  </a:lnTo>
                  <a:lnTo>
                    <a:pt x="6110878" y="79191"/>
                  </a:lnTo>
                  <a:lnTo>
                    <a:pt x="6110972" y="79191"/>
                  </a:lnTo>
                  <a:lnTo>
                    <a:pt x="6111066" y="79191"/>
                  </a:lnTo>
                  <a:lnTo>
                    <a:pt x="6111160" y="79191"/>
                  </a:lnTo>
                  <a:lnTo>
                    <a:pt x="6111254" y="79191"/>
                  </a:lnTo>
                  <a:lnTo>
                    <a:pt x="6111348" y="79191"/>
                  </a:lnTo>
                  <a:lnTo>
                    <a:pt x="6111442" y="79191"/>
                  </a:lnTo>
                  <a:lnTo>
                    <a:pt x="6111536" y="79191"/>
                  </a:lnTo>
                  <a:lnTo>
                    <a:pt x="6111630" y="79191"/>
                  </a:lnTo>
                  <a:lnTo>
                    <a:pt x="6111724" y="79191"/>
                  </a:lnTo>
                  <a:lnTo>
                    <a:pt x="6111818" y="79191"/>
                  </a:lnTo>
                  <a:lnTo>
                    <a:pt x="6111912" y="79191"/>
                  </a:lnTo>
                  <a:lnTo>
                    <a:pt x="6112006" y="79191"/>
                  </a:lnTo>
                  <a:lnTo>
                    <a:pt x="6112100" y="79191"/>
                  </a:lnTo>
                  <a:lnTo>
                    <a:pt x="6112194" y="79191"/>
                  </a:lnTo>
                  <a:lnTo>
                    <a:pt x="6112288" y="79191"/>
                  </a:lnTo>
                  <a:lnTo>
                    <a:pt x="6112382" y="79191"/>
                  </a:lnTo>
                  <a:lnTo>
                    <a:pt x="6112476" y="79191"/>
                  </a:lnTo>
                  <a:lnTo>
                    <a:pt x="6112570" y="79191"/>
                  </a:lnTo>
                  <a:lnTo>
                    <a:pt x="6112664" y="79191"/>
                  </a:lnTo>
                  <a:lnTo>
                    <a:pt x="6112758" y="79191"/>
                  </a:lnTo>
                  <a:lnTo>
                    <a:pt x="6112852" y="79191"/>
                  </a:lnTo>
                  <a:lnTo>
                    <a:pt x="6112946" y="79191"/>
                  </a:lnTo>
                  <a:lnTo>
                    <a:pt x="6113040" y="79191"/>
                  </a:lnTo>
                  <a:lnTo>
                    <a:pt x="6113134" y="79191"/>
                  </a:lnTo>
                  <a:lnTo>
                    <a:pt x="6113228" y="79191"/>
                  </a:lnTo>
                  <a:lnTo>
                    <a:pt x="6113322" y="79191"/>
                  </a:lnTo>
                  <a:lnTo>
                    <a:pt x="6113416" y="79191"/>
                  </a:lnTo>
                  <a:lnTo>
                    <a:pt x="6113510" y="79191"/>
                  </a:lnTo>
                  <a:lnTo>
                    <a:pt x="6113604" y="79191"/>
                  </a:lnTo>
                  <a:lnTo>
                    <a:pt x="6113699" y="79191"/>
                  </a:lnTo>
                  <a:lnTo>
                    <a:pt x="6113793" y="79191"/>
                  </a:lnTo>
                  <a:lnTo>
                    <a:pt x="6113887" y="79191"/>
                  </a:lnTo>
                  <a:lnTo>
                    <a:pt x="6113981" y="79191"/>
                  </a:lnTo>
                  <a:lnTo>
                    <a:pt x="6114075" y="79191"/>
                  </a:lnTo>
                  <a:lnTo>
                    <a:pt x="6114169" y="79191"/>
                  </a:lnTo>
                  <a:lnTo>
                    <a:pt x="6114263" y="79191"/>
                  </a:lnTo>
                  <a:lnTo>
                    <a:pt x="6114357" y="79191"/>
                  </a:lnTo>
                  <a:lnTo>
                    <a:pt x="6114451" y="79191"/>
                  </a:lnTo>
                  <a:lnTo>
                    <a:pt x="6114545" y="79191"/>
                  </a:lnTo>
                  <a:lnTo>
                    <a:pt x="6114639" y="79191"/>
                  </a:lnTo>
                  <a:lnTo>
                    <a:pt x="6114733" y="79191"/>
                  </a:lnTo>
                  <a:lnTo>
                    <a:pt x="6114827" y="79191"/>
                  </a:lnTo>
                  <a:lnTo>
                    <a:pt x="6114921" y="79191"/>
                  </a:lnTo>
                  <a:lnTo>
                    <a:pt x="6115015" y="79191"/>
                  </a:lnTo>
                  <a:lnTo>
                    <a:pt x="6115109" y="79191"/>
                  </a:lnTo>
                  <a:lnTo>
                    <a:pt x="6115203" y="79191"/>
                  </a:lnTo>
                  <a:lnTo>
                    <a:pt x="6115297" y="79191"/>
                  </a:lnTo>
                  <a:lnTo>
                    <a:pt x="6115391" y="79191"/>
                  </a:lnTo>
                  <a:lnTo>
                    <a:pt x="6115485" y="79191"/>
                  </a:lnTo>
                  <a:lnTo>
                    <a:pt x="6115579" y="79191"/>
                  </a:lnTo>
                  <a:lnTo>
                    <a:pt x="6115673" y="79191"/>
                  </a:lnTo>
                  <a:lnTo>
                    <a:pt x="6115767" y="79191"/>
                  </a:lnTo>
                  <a:lnTo>
                    <a:pt x="6115861" y="79191"/>
                  </a:lnTo>
                  <a:lnTo>
                    <a:pt x="6115955" y="79191"/>
                  </a:lnTo>
                  <a:lnTo>
                    <a:pt x="6116049" y="79191"/>
                  </a:lnTo>
                  <a:lnTo>
                    <a:pt x="6116143" y="79191"/>
                  </a:lnTo>
                  <a:lnTo>
                    <a:pt x="6116237" y="79191"/>
                  </a:lnTo>
                  <a:lnTo>
                    <a:pt x="6116331" y="79191"/>
                  </a:lnTo>
                  <a:lnTo>
                    <a:pt x="6116425" y="79191"/>
                  </a:lnTo>
                  <a:lnTo>
                    <a:pt x="6116519" y="79191"/>
                  </a:lnTo>
                  <a:lnTo>
                    <a:pt x="6116613" y="79191"/>
                  </a:lnTo>
                  <a:lnTo>
                    <a:pt x="6116707" y="79191"/>
                  </a:lnTo>
                  <a:lnTo>
                    <a:pt x="6116801" y="79191"/>
                  </a:lnTo>
                  <a:lnTo>
                    <a:pt x="6116895" y="79191"/>
                  </a:lnTo>
                  <a:lnTo>
                    <a:pt x="6116989" y="79191"/>
                  </a:lnTo>
                  <a:lnTo>
                    <a:pt x="6117083" y="79191"/>
                  </a:lnTo>
                  <a:lnTo>
                    <a:pt x="6117177" y="79191"/>
                  </a:lnTo>
                  <a:lnTo>
                    <a:pt x="6117272" y="79191"/>
                  </a:lnTo>
                  <a:lnTo>
                    <a:pt x="6117366" y="79191"/>
                  </a:lnTo>
                  <a:lnTo>
                    <a:pt x="6117460" y="79191"/>
                  </a:lnTo>
                  <a:lnTo>
                    <a:pt x="6117554" y="79191"/>
                  </a:lnTo>
                  <a:lnTo>
                    <a:pt x="6117648" y="79191"/>
                  </a:lnTo>
                  <a:lnTo>
                    <a:pt x="6117742" y="79191"/>
                  </a:lnTo>
                  <a:lnTo>
                    <a:pt x="6117836" y="79191"/>
                  </a:lnTo>
                  <a:lnTo>
                    <a:pt x="6117930" y="79191"/>
                  </a:lnTo>
                  <a:lnTo>
                    <a:pt x="6118024" y="79191"/>
                  </a:lnTo>
                  <a:lnTo>
                    <a:pt x="6118118" y="79191"/>
                  </a:lnTo>
                  <a:lnTo>
                    <a:pt x="6118212" y="79191"/>
                  </a:lnTo>
                  <a:lnTo>
                    <a:pt x="6118306" y="79191"/>
                  </a:lnTo>
                  <a:lnTo>
                    <a:pt x="6118400" y="79191"/>
                  </a:lnTo>
                  <a:lnTo>
                    <a:pt x="6118494" y="79191"/>
                  </a:lnTo>
                  <a:lnTo>
                    <a:pt x="6118588" y="79191"/>
                  </a:lnTo>
                  <a:lnTo>
                    <a:pt x="6118682" y="79191"/>
                  </a:lnTo>
                  <a:lnTo>
                    <a:pt x="6118776" y="79191"/>
                  </a:lnTo>
                  <a:lnTo>
                    <a:pt x="6118870" y="79191"/>
                  </a:lnTo>
                  <a:lnTo>
                    <a:pt x="6118964" y="79191"/>
                  </a:lnTo>
                  <a:lnTo>
                    <a:pt x="6119058" y="79191"/>
                  </a:lnTo>
                  <a:lnTo>
                    <a:pt x="6119152" y="79191"/>
                  </a:lnTo>
                  <a:lnTo>
                    <a:pt x="6119246" y="79191"/>
                  </a:lnTo>
                  <a:lnTo>
                    <a:pt x="6119340" y="79191"/>
                  </a:lnTo>
                  <a:lnTo>
                    <a:pt x="6119434" y="79191"/>
                  </a:lnTo>
                  <a:lnTo>
                    <a:pt x="6119528" y="79191"/>
                  </a:lnTo>
                  <a:lnTo>
                    <a:pt x="6119622" y="79191"/>
                  </a:lnTo>
                  <a:lnTo>
                    <a:pt x="6119716" y="79191"/>
                  </a:lnTo>
                  <a:lnTo>
                    <a:pt x="6119810" y="79191"/>
                  </a:lnTo>
                  <a:lnTo>
                    <a:pt x="6119904" y="79191"/>
                  </a:lnTo>
                  <a:lnTo>
                    <a:pt x="6119998" y="79191"/>
                  </a:lnTo>
                  <a:lnTo>
                    <a:pt x="6120092" y="79191"/>
                  </a:lnTo>
                  <a:lnTo>
                    <a:pt x="6120186" y="79191"/>
                  </a:lnTo>
                  <a:lnTo>
                    <a:pt x="6120280" y="79191"/>
                  </a:lnTo>
                  <a:lnTo>
                    <a:pt x="6120374" y="79191"/>
                  </a:lnTo>
                  <a:lnTo>
                    <a:pt x="6120468" y="79191"/>
                  </a:lnTo>
                  <a:lnTo>
                    <a:pt x="6120562" y="79191"/>
                  </a:lnTo>
                  <a:lnTo>
                    <a:pt x="6120656" y="79191"/>
                  </a:lnTo>
                  <a:lnTo>
                    <a:pt x="6120750" y="79191"/>
                  </a:lnTo>
                  <a:lnTo>
                    <a:pt x="6120845" y="79191"/>
                  </a:lnTo>
                  <a:lnTo>
                    <a:pt x="6120939" y="79191"/>
                  </a:lnTo>
                  <a:lnTo>
                    <a:pt x="6121033" y="79191"/>
                  </a:lnTo>
                  <a:lnTo>
                    <a:pt x="6121127" y="79191"/>
                  </a:lnTo>
                  <a:lnTo>
                    <a:pt x="6121221" y="79191"/>
                  </a:lnTo>
                  <a:lnTo>
                    <a:pt x="6121315" y="79191"/>
                  </a:lnTo>
                  <a:lnTo>
                    <a:pt x="6121409" y="79191"/>
                  </a:lnTo>
                  <a:lnTo>
                    <a:pt x="6121503" y="79191"/>
                  </a:lnTo>
                  <a:lnTo>
                    <a:pt x="6121597" y="79191"/>
                  </a:lnTo>
                  <a:lnTo>
                    <a:pt x="6121691" y="79191"/>
                  </a:lnTo>
                  <a:lnTo>
                    <a:pt x="6121785" y="79191"/>
                  </a:lnTo>
                  <a:lnTo>
                    <a:pt x="6121879" y="79191"/>
                  </a:lnTo>
                  <a:lnTo>
                    <a:pt x="6121973" y="79191"/>
                  </a:lnTo>
                  <a:lnTo>
                    <a:pt x="6122067" y="79191"/>
                  </a:lnTo>
                  <a:lnTo>
                    <a:pt x="6122161" y="79191"/>
                  </a:lnTo>
                  <a:lnTo>
                    <a:pt x="6122255" y="79191"/>
                  </a:lnTo>
                  <a:lnTo>
                    <a:pt x="6122349" y="79191"/>
                  </a:lnTo>
                  <a:lnTo>
                    <a:pt x="6122443" y="79191"/>
                  </a:lnTo>
                  <a:lnTo>
                    <a:pt x="6122537" y="79191"/>
                  </a:lnTo>
                  <a:lnTo>
                    <a:pt x="6122631" y="79191"/>
                  </a:lnTo>
                  <a:lnTo>
                    <a:pt x="6122725" y="79191"/>
                  </a:lnTo>
                  <a:lnTo>
                    <a:pt x="6122819" y="79191"/>
                  </a:lnTo>
                  <a:lnTo>
                    <a:pt x="6122913" y="79191"/>
                  </a:lnTo>
                  <a:lnTo>
                    <a:pt x="6123007" y="79191"/>
                  </a:lnTo>
                  <a:lnTo>
                    <a:pt x="6123101" y="79191"/>
                  </a:lnTo>
                  <a:lnTo>
                    <a:pt x="6123195" y="79191"/>
                  </a:lnTo>
                  <a:lnTo>
                    <a:pt x="6123289" y="79191"/>
                  </a:lnTo>
                  <a:lnTo>
                    <a:pt x="6123383" y="79191"/>
                  </a:lnTo>
                  <a:lnTo>
                    <a:pt x="6123477" y="79191"/>
                  </a:lnTo>
                  <a:lnTo>
                    <a:pt x="6123571" y="79191"/>
                  </a:lnTo>
                  <a:lnTo>
                    <a:pt x="6123665" y="79191"/>
                  </a:lnTo>
                  <a:lnTo>
                    <a:pt x="6123759" y="79191"/>
                  </a:lnTo>
                  <a:lnTo>
                    <a:pt x="6123853" y="79191"/>
                  </a:lnTo>
                  <a:lnTo>
                    <a:pt x="6123947" y="79191"/>
                  </a:lnTo>
                  <a:lnTo>
                    <a:pt x="6124041" y="79191"/>
                  </a:lnTo>
                  <a:lnTo>
                    <a:pt x="6124135" y="79191"/>
                  </a:lnTo>
                  <a:lnTo>
                    <a:pt x="6124229" y="79191"/>
                  </a:lnTo>
                  <a:lnTo>
                    <a:pt x="6124324" y="79191"/>
                  </a:lnTo>
                  <a:lnTo>
                    <a:pt x="6124418" y="79191"/>
                  </a:lnTo>
                  <a:lnTo>
                    <a:pt x="6124512" y="79191"/>
                  </a:lnTo>
                  <a:lnTo>
                    <a:pt x="6124606" y="79191"/>
                  </a:lnTo>
                  <a:lnTo>
                    <a:pt x="6124700" y="79191"/>
                  </a:lnTo>
                  <a:lnTo>
                    <a:pt x="6124794" y="79191"/>
                  </a:lnTo>
                  <a:lnTo>
                    <a:pt x="6124888" y="79191"/>
                  </a:lnTo>
                  <a:lnTo>
                    <a:pt x="6124982" y="79191"/>
                  </a:lnTo>
                  <a:lnTo>
                    <a:pt x="6125076" y="79191"/>
                  </a:lnTo>
                  <a:lnTo>
                    <a:pt x="6125170" y="79191"/>
                  </a:lnTo>
                  <a:lnTo>
                    <a:pt x="6125264" y="79191"/>
                  </a:lnTo>
                  <a:lnTo>
                    <a:pt x="6125358" y="79191"/>
                  </a:lnTo>
                  <a:lnTo>
                    <a:pt x="6125452" y="79191"/>
                  </a:lnTo>
                  <a:lnTo>
                    <a:pt x="6125546" y="79191"/>
                  </a:lnTo>
                  <a:lnTo>
                    <a:pt x="6125640" y="79191"/>
                  </a:lnTo>
                  <a:lnTo>
                    <a:pt x="6125734" y="79191"/>
                  </a:lnTo>
                  <a:lnTo>
                    <a:pt x="6125828" y="79191"/>
                  </a:lnTo>
                  <a:lnTo>
                    <a:pt x="6125922" y="79191"/>
                  </a:lnTo>
                  <a:lnTo>
                    <a:pt x="6126016" y="79191"/>
                  </a:lnTo>
                  <a:lnTo>
                    <a:pt x="6126110" y="79191"/>
                  </a:lnTo>
                  <a:lnTo>
                    <a:pt x="6126204" y="79191"/>
                  </a:lnTo>
                  <a:lnTo>
                    <a:pt x="6126298" y="79191"/>
                  </a:lnTo>
                  <a:lnTo>
                    <a:pt x="6126392" y="79191"/>
                  </a:lnTo>
                  <a:lnTo>
                    <a:pt x="6126486" y="79191"/>
                  </a:lnTo>
                  <a:lnTo>
                    <a:pt x="6126580" y="79191"/>
                  </a:lnTo>
                  <a:lnTo>
                    <a:pt x="6126674" y="79191"/>
                  </a:lnTo>
                  <a:lnTo>
                    <a:pt x="6126768" y="79191"/>
                  </a:lnTo>
                  <a:lnTo>
                    <a:pt x="6126862" y="79191"/>
                  </a:lnTo>
                  <a:lnTo>
                    <a:pt x="6126956" y="79191"/>
                  </a:lnTo>
                  <a:lnTo>
                    <a:pt x="6127050" y="79191"/>
                  </a:lnTo>
                  <a:lnTo>
                    <a:pt x="6127144" y="79191"/>
                  </a:lnTo>
                  <a:lnTo>
                    <a:pt x="6127238" y="79191"/>
                  </a:lnTo>
                  <a:lnTo>
                    <a:pt x="6127332" y="79191"/>
                  </a:lnTo>
                  <a:lnTo>
                    <a:pt x="6127426" y="79191"/>
                  </a:lnTo>
                  <a:lnTo>
                    <a:pt x="6127520" y="79191"/>
                  </a:lnTo>
                  <a:lnTo>
                    <a:pt x="6127614" y="79191"/>
                  </a:lnTo>
                  <a:lnTo>
                    <a:pt x="6127708" y="79191"/>
                  </a:lnTo>
                  <a:lnTo>
                    <a:pt x="6127802" y="79191"/>
                  </a:lnTo>
                  <a:lnTo>
                    <a:pt x="6127897" y="79191"/>
                  </a:lnTo>
                  <a:lnTo>
                    <a:pt x="6127991" y="79191"/>
                  </a:lnTo>
                  <a:lnTo>
                    <a:pt x="6128085" y="79191"/>
                  </a:lnTo>
                  <a:lnTo>
                    <a:pt x="6128179" y="79191"/>
                  </a:lnTo>
                  <a:lnTo>
                    <a:pt x="6128273" y="79191"/>
                  </a:lnTo>
                  <a:lnTo>
                    <a:pt x="6128367" y="79191"/>
                  </a:lnTo>
                  <a:lnTo>
                    <a:pt x="6128461" y="79191"/>
                  </a:lnTo>
                  <a:lnTo>
                    <a:pt x="6128555" y="79191"/>
                  </a:lnTo>
                  <a:lnTo>
                    <a:pt x="6128649" y="79191"/>
                  </a:lnTo>
                  <a:lnTo>
                    <a:pt x="6128743" y="79191"/>
                  </a:lnTo>
                  <a:lnTo>
                    <a:pt x="6128837" y="79191"/>
                  </a:lnTo>
                  <a:lnTo>
                    <a:pt x="6128931" y="79191"/>
                  </a:lnTo>
                  <a:lnTo>
                    <a:pt x="6129025" y="79191"/>
                  </a:lnTo>
                  <a:lnTo>
                    <a:pt x="6129119" y="79191"/>
                  </a:lnTo>
                  <a:lnTo>
                    <a:pt x="6129213" y="79191"/>
                  </a:lnTo>
                  <a:lnTo>
                    <a:pt x="6129307" y="79191"/>
                  </a:lnTo>
                  <a:lnTo>
                    <a:pt x="6129401" y="79191"/>
                  </a:lnTo>
                  <a:lnTo>
                    <a:pt x="6129495" y="79191"/>
                  </a:lnTo>
                  <a:lnTo>
                    <a:pt x="6129589" y="79191"/>
                  </a:lnTo>
                  <a:lnTo>
                    <a:pt x="6129683" y="79191"/>
                  </a:lnTo>
                  <a:lnTo>
                    <a:pt x="6129777" y="79191"/>
                  </a:lnTo>
                  <a:lnTo>
                    <a:pt x="6129871" y="79191"/>
                  </a:lnTo>
                  <a:lnTo>
                    <a:pt x="6129965" y="79191"/>
                  </a:lnTo>
                  <a:lnTo>
                    <a:pt x="6130059" y="79191"/>
                  </a:lnTo>
                  <a:lnTo>
                    <a:pt x="6130153" y="79191"/>
                  </a:lnTo>
                  <a:lnTo>
                    <a:pt x="6130247" y="79191"/>
                  </a:lnTo>
                  <a:lnTo>
                    <a:pt x="6130341" y="79191"/>
                  </a:lnTo>
                  <a:lnTo>
                    <a:pt x="6130435" y="79191"/>
                  </a:lnTo>
                  <a:lnTo>
                    <a:pt x="6130529" y="79191"/>
                  </a:lnTo>
                  <a:lnTo>
                    <a:pt x="6130623" y="79191"/>
                  </a:lnTo>
                  <a:lnTo>
                    <a:pt x="6130717" y="79191"/>
                  </a:lnTo>
                  <a:lnTo>
                    <a:pt x="6130811" y="79191"/>
                  </a:lnTo>
                  <a:lnTo>
                    <a:pt x="6130905" y="79191"/>
                  </a:lnTo>
                  <a:lnTo>
                    <a:pt x="6130999" y="79191"/>
                  </a:lnTo>
                  <a:lnTo>
                    <a:pt x="6131093" y="79191"/>
                  </a:lnTo>
                  <a:lnTo>
                    <a:pt x="6131187" y="79191"/>
                  </a:lnTo>
                  <a:lnTo>
                    <a:pt x="6131281" y="79191"/>
                  </a:lnTo>
                  <a:lnTo>
                    <a:pt x="6131375" y="79191"/>
                  </a:lnTo>
                  <a:lnTo>
                    <a:pt x="6131375" y="73911"/>
                  </a:lnTo>
                  <a:lnTo>
                    <a:pt x="6131470" y="73911"/>
                  </a:lnTo>
                  <a:lnTo>
                    <a:pt x="6131564" y="73911"/>
                  </a:lnTo>
                  <a:lnTo>
                    <a:pt x="6131658" y="73911"/>
                  </a:lnTo>
                  <a:lnTo>
                    <a:pt x="6131752" y="73911"/>
                  </a:lnTo>
                  <a:lnTo>
                    <a:pt x="6131846" y="73911"/>
                  </a:lnTo>
                  <a:lnTo>
                    <a:pt x="6131940" y="73911"/>
                  </a:lnTo>
                  <a:lnTo>
                    <a:pt x="6132034" y="73911"/>
                  </a:lnTo>
                  <a:lnTo>
                    <a:pt x="6132128" y="73911"/>
                  </a:lnTo>
                  <a:lnTo>
                    <a:pt x="6132222" y="73911"/>
                  </a:lnTo>
                  <a:lnTo>
                    <a:pt x="6132316" y="73911"/>
                  </a:lnTo>
                  <a:lnTo>
                    <a:pt x="6132410" y="73911"/>
                  </a:lnTo>
                  <a:lnTo>
                    <a:pt x="6132504" y="73911"/>
                  </a:lnTo>
                  <a:lnTo>
                    <a:pt x="6132598" y="73911"/>
                  </a:lnTo>
                  <a:lnTo>
                    <a:pt x="6132692" y="73911"/>
                  </a:lnTo>
                  <a:lnTo>
                    <a:pt x="6132786" y="73911"/>
                  </a:lnTo>
                  <a:lnTo>
                    <a:pt x="6132880" y="73911"/>
                  </a:lnTo>
                  <a:lnTo>
                    <a:pt x="6132974" y="73911"/>
                  </a:lnTo>
                  <a:lnTo>
                    <a:pt x="6133068" y="73911"/>
                  </a:lnTo>
                  <a:lnTo>
                    <a:pt x="6133162" y="73911"/>
                  </a:lnTo>
                  <a:lnTo>
                    <a:pt x="6133256" y="73911"/>
                  </a:lnTo>
                  <a:lnTo>
                    <a:pt x="6133350" y="73911"/>
                  </a:lnTo>
                  <a:lnTo>
                    <a:pt x="6133444" y="73911"/>
                  </a:lnTo>
                  <a:lnTo>
                    <a:pt x="6133538" y="73911"/>
                  </a:lnTo>
                  <a:lnTo>
                    <a:pt x="6133632" y="73911"/>
                  </a:lnTo>
                  <a:lnTo>
                    <a:pt x="6133726" y="73911"/>
                  </a:lnTo>
                  <a:lnTo>
                    <a:pt x="6133820" y="73911"/>
                  </a:lnTo>
                  <a:lnTo>
                    <a:pt x="6133914" y="73911"/>
                  </a:lnTo>
                  <a:lnTo>
                    <a:pt x="6134008" y="73911"/>
                  </a:lnTo>
                  <a:lnTo>
                    <a:pt x="6134102" y="73911"/>
                  </a:lnTo>
                  <a:lnTo>
                    <a:pt x="6134196" y="73911"/>
                  </a:lnTo>
                  <a:lnTo>
                    <a:pt x="6134290" y="73911"/>
                  </a:lnTo>
                  <a:lnTo>
                    <a:pt x="6134384" y="73911"/>
                  </a:lnTo>
                  <a:lnTo>
                    <a:pt x="6134478" y="73911"/>
                  </a:lnTo>
                  <a:lnTo>
                    <a:pt x="6134572" y="73911"/>
                  </a:lnTo>
                  <a:lnTo>
                    <a:pt x="6134666" y="73911"/>
                  </a:lnTo>
                  <a:lnTo>
                    <a:pt x="6134760" y="73911"/>
                  </a:lnTo>
                  <a:lnTo>
                    <a:pt x="6134854" y="73911"/>
                  </a:lnTo>
                  <a:lnTo>
                    <a:pt x="6134948" y="73911"/>
                  </a:lnTo>
                  <a:lnTo>
                    <a:pt x="6135043" y="73911"/>
                  </a:lnTo>
                  <a:lnTo>
                    <a:pt x="6135137" y="73911"/>
                  </a:lnTo>
                  <a:lnTo>
                    <a:pt x="6135231" y="73911"/>
                  </a:lnTo>
                  <a:lnTo>
                    <a:pt x="6135325" y="73911"/>
                  </a:lnTo>
                  <a:lnTo>
                    <a:pt x="6135419" y="73911"/>
                  </a:lnTo>
                  <a:lnTo>
                    <a:pt x="6135513" y="73911"/>
                  </a:lnTo>
                  <a:lnTo>
                    <a:pt x="6135607" y="73911"/>
                  </a:lnTo>
                  <a:lnTo>
                    <a:pt x="6135701" y="73911"/>
                  </a:lnTo>
                  <a:lnTo>
                    <a:pt x="6135795" y="73911"/>
                  </a:lnTo>
                  <a:lnTo>
                    <a:pt x="6135889" y="73911"/>
                  </a:lnTo>
                  <a:lnTo>
                    <a:pt x="6135983" y="73911"/>
                  </a:lnTo>
                  <a:lnTo>
                    <a:pt x="6136077" y="73911"/>
                  </a:lnTo>
                  <a:lnTo>
                    <a:pt x="6136171" y="73911"/>
                  </a:lnTo>
                  <a:lnTo>
                    <a:pt x="6136265" y="73911"/>
                  </a:lnTo>
                  <a:lnTo>
                    <a:pt x="6136359" y="73911"/>
                  </a:lnTo>
                  <a:lnTo>
                    <a:pt x="6136453" y="73911"/>
                  </a:lnTo>
                  <a:lnTo>
                    <a:pt x="6136547" y="73911"/>
                  </a:lnTo>
                  <a:lnTo>
                    <a:pt x="6136641" y="73911"/>
                  </a:lnTo>
                  <a:lnTo>
                    <a:pt x="6136735" y="73911"/>
                  </a:lnTo>
                  <a:lnTo>
                    <a:pt x="6136829" y="73911"/>
                  </a:lnTo>
                  <a:lnTo>
                    <a:pt x="6136923" y="73911"/>
                  </a:lnTo>
                  <a:lnTo>
                    <a:pt x="6137017" y="73911"/>
                  </a:lnTo>
                  <a:lnTo>
                    <a:pt x="6137111" y="73911"/>
                  </a:lnTo>
                  <a:lnTo>
                    <a:pt x="6137205" y="73911"/>
                  </a:lnTo>
                  <a:lnTo>
                    <a:pt x="6137299" y="73911"/>
                  </a:lnTo>
                  <a:lnTo>
                    <a:pt x="6137393" y="73911"/>
                  </a:lnTo>
                  <a:lnTo>
                    <a:pt x="6137487" y="73911"/>
                  </a:lnTo>
                  <a:lnTo>
                    <a:pt x="6137581" y="73911"/>
                  </a:lnTo>
                  <a:lnTo>
                    <a:pt x="6137675" y="73911"/>
                  </a:lnTo>
                  <a:lnTo>
                    <a:pt x="6137769" y="73911"/>
                  </a:lnTo>
                  <a:lnTo>
                    <a:pt x="6137863" y="73911"/>
                  </a:lnTo>
                  <a:lnTo>
                    <a:pt x="6137957" y="73911"/>
                  </a:lnTo>
                  <a:lnTo>
                    <a:pt x="6138051" y="73911"/>
                  </a:lnTo>
                  <a:lnTo>
                    <a:pt x="6138145" y="73911"/>
                  </a:lnTo>
                  <a:lnTo>
                    <a:pt x="6138239" y="73911"/>
                  </a:lnTo>
                  <a:lnTo>
                    <a:pt x="6138333" y="73911"/>
                  </a:lnTo>
                  <a:lnTo>
                    <a:pt x="6138427" y="73911"/>
                  </a:lnTo>
                  <a:lnTo>
                    <a:pt x="6138522" y="73911"/>
                  </a:lnTo>
                  <a:lnTo>
                    <a:pt x="6138616" y="73911"/>
                  </a:lnTo>
                  <a:lnTo>
                    <a:pt x="6138710" y="73911"/>
                  </a:lnTo>
                  <a:lnTo>
                    <a:pt x="6138804" y="73911"/>
                  </a:lnTo>
                  <a:lnTo>
                    <a:pt x="6138898" y="73911"/>
                  </a:lnTo>
                  <a:lnTo>
                    <a:pt x="6138992" y="73911"/>
                  </a:lnTo>
                  <a:lnTo>
                    <a:pt x="6139086" y="73911"/>
                  </a:lnTo>
                  <a:lnTo>
                    <a:pt x="6139180" y="73911"/>
                  </a:lnTo>
                  <a:lnTo>
                    <a:pt x="6139274" y="73911"/>
                  </a:lnTo>
                  <a:lnTo>
                    <a:pt x="6139368" y="73911"/>
                  </a:lnTo>
                  <a:lnTo>
                    <a:pt x="6139462" y="73911"/>
                  </a:lnTo>
                  <a:lnTo>
                    <a:pt x="6139556" y="73911"/>
                  </a:lnTo>
                  <a:lnTo>
                    <a:pt x="6139650" y="73911"/>
                  </a:lnTo>
                  <a:lnTo>
                    <a:pt x="6139744" y="73911"/>
                  </a:lnTo>
                  <a:lnTo>
                    <a:pt x="6139838" y="73911"/>
                  </a:lnTo>
                  <a:lnTo>
                    <a:pt x="6139932" y="73911"/>
                  </a:lnTo>
                  <a:lnTo>
                    <a:pt x="6140026" y="73911"/>
                  </a:lnTo>
                  <a:lnTo>
                    <a:pt x="6140120" y="73911"/>
                  </a:lnTo>
                  <a:lnTo>
                    <a:pt x="6140214" y="73911"/>
                  </a:lnTo>
                  <a:lnTo>
                    <a:pt x="6140308" y="73911"/>
                  </a:lnTo>
                  <a:lnTo>
                    <a:pt x="6140402" y="73911"/>
                  </a:lnTo>
                  <a:lnTo>
                    <a:pt x="6140496" y="73911"/>
                  </a:lnTo>
                  <a:lnTo>
                    <a:pt x="6140590" y="73911"/>
                  </a:lnTo>
                  <a:lnTo>
                    <a:pt x="6140684" y="73911"/>
                  </a:lnTo>
                  <a:lnTo>
                    <a:pt x="6140778" y="73911"/>
                  </a:lnTo>
                  <a:lnTo>
                    <a:pt x="6140872" y="73911"/>
                  </a:lnTo>
                  <a:lnTo>
                    <a:pt x="6140966" y="73911"/>
                  </a:lnTo>
                  <a:lnTo>
                    <a:pt x="6141060" y="73911"/>
                  </a:lnTo>
                  <a:lnTo>
                    <a:pt x="6141154" y="73911"/>
                  </a:lnTo>
                  <a:lnTo>
                    <a:pt x="6141248" y="73911"/>
                  </a:lnTo>
                  <a:lnTo>
                    <a:pt x="6141342" y="73911"/>
                  </a:lnTo>
                  <a:lnTo>
                    <a:pt x="6141436" y="73911"/>
                  </a:lnTo>
                  <a:lnTo>
                    <a:pt x="6141530" y="73911"/>
                  </a:lnTo>
                  <a:lnTo>
                    <a:pt x="6141624" y="73911"/>
                  </a:lnTo>
                  <a:lnTo>
                    <a:pt x="6141718" y="73911"/>
                  </a:lnTo>
                  <a:lnTo>
                    <a:pt x="6141812" y="73911"/>
                  </a:lnTo>
                  <a:lnTo>
                    <a:pt x="6141906" y="73911"/>
                  </a:lnTo>
                  <a:lnTo>
                    <a:pt x="6142000" y="73911"/>
                  </a:lnTo>
                  <a:lnTo>
                    <a:pt x="6142095" y="73911"/>
                  </a:lnTo>
                  <a:lnTo>
                    <a:pt x="6142189" y="73911"/>
                  </a:lnTo>
                  <a:lnTo>
                    <a:pt x="6142283" y="73911"/>
                  </a:lnTo>
                  <a:lnTo>
                    <a:pt x="6142377" y="73911"/>
                  </a:lnTo>
                  <a:lnTo>
                    <a:pt x="6142471" y="73911"/>
                  </a:lnTo>
                  <a:lnTo>
                    <a:pt x="6142565" y="73911"/>
                  </a:lnTo>
                  <a:lnTo>
                    <a:pt x="6142659" y="73911"/>
                  </a:lnTo>
                  <a:lnTo>
                    <a:pt x="6142753" y="73911"/>
                  </a:lnTo>
                  <a:lnTo>
                    <a:pt x="6142847" y="73911"/>
                  </a:lnTo>
                  <a:lnTo>
                    <a:pt x="6142941" y="73911"/>
                  </a:lnTo>
                  <a:lnTo>
                    <a:pt x="6143035" y="73911"/>
                  </a:lnTo>
                  <a:lnTo>
                    <a:pt x="6143129" y="73911"/>
                  </a:lnTo>
                  <a:lnTo>
                    <a:pt x="6143223" y="73911"/>
                  </a:lnTo>
                  <a:lnTo>
                    <a:pt x="6143317" y="73911"/>
                  </a:lnTo>
                  <a:lnTo>
                    <a:pt x="6143411" y="73911"/>
                  </a:lnTo>
                  <a:lnTo>
                    <a:pt x="6143505" y="73911"/>
                  </a:lnTo>
                  <a:lnTo>
                    <a:pt x="6143599" y="73911"/>
                  </a:lnTo>
                  <a:lnTo>
                    <a:pt x="6143693" y="73911"/>
                  </a:lnTo>
                  <a:lnTo>
                    <a:pt x="6143787" y="73911"/>
                  </a:lnTo>
                  <a:lnTo>
                    <a:pt x="6143881" y="73911"/>
                  </a:lnTo>
                  <a:lnTo>
                    <a:pt x="6143975" y="73911"/>
                  </a:lnTo>
                  <a:lnTo>
                    <a:pt x="6144069" y="73911"/>
                  </a:lnTo>
                  <a:lnTo>
                    <a:pt x="6144163" y="73911"/>
                  </a:lnTo>
                  <a:lnTo>
                    <a:pt x="6144257" y="73911"/>
                  </a:lnTo>
                  <a:lnTo>
                    <a:pt x="6144351" y="73911"/>
                  </a:lnTo>
                  <a:lnTo>
                    <a:pt x="6144445" y="73911"/>
                  </a:lnTo>
                  <a:lnTo>
                    <a:pt x="6144539" y="73911"/>
                  </a:lnTo>
                  <a:lnTo>
                    <a:pt x="6144633" y="73911"/>
                  </a:lnTo>
                  <a:lnTo>
                    <a:pt x="6144727" y="73911"/>
                  </a:lnTo>
                  <a:lnTo>
                    <a:pt x="6144821" y="73911"/>
                  </a:lnTo>
                  <a:lnTo>
                    <a:pt x="6144915" y="73911"/>
                  </a:lnTo>
                  <a:lnTo>
                    <a:pt x="6145009" y="73911"/>
                  </a:lnTo>
                  <a:lnTo>
                    <a:pt x="6145103" y="73911"/>
                  </a:lnTo>
                  <a:lnTo>
                    <a:pt x="6145197" y="73911"/>
                  </a:lnTo>
                  <a:lnTo>
                    <a:pt x="6145291" y="73911"/>
                  </a:lnTo>
                  <a:lnTo>
                    <a:pt x="6145385" y="73911"/>
                  </a:lnTo>
                  <a:lnTo>
                    <a:pt x="6145479" y="73911"/>
                  </a:lnTo>
                  <a:lnTo>
                    <a:pt x="6145573" y="73911"/>
                  </a:lnTo>
                  <a:lnTo>
                    <a:pt x="6145668" y="73911"/>
                  </a:lnTo>
                  <a:lnTo>
                    <a:pt x="6145762" y="73911"/>
                  </a:lnTo>
                  <a:lnTo>
                    <a:pt x="6145856" y="73911"/>
                  </a:lnTo>
                  <a:lnTo>
                    <a:pt x="6145950" y="73911"/>
                  </a:lnTo>
                  <a:lnTo>
                    <a:pt x="6146044" y="73911"/>
                  </a:lnTo>
                  <a:lnTo>
                    <a:pt x="6146138" y="73911"/>
                  </a:lnTo>
                  <a:lnTo>
                    <a:pt x="6146232" y="73911"/>
                  </a:lnTo>
                  <a:lnTo>
                    <a:pt x="6146326" y="73911"/>
                  </a:lnTo>
                  <a:lnTo>
                    <a:pt x="6146420" y="73911"/>
                  </a:lnTo>
                  <a:lnTo>
                    <a:pt x="6146514" y="73911"/>
                  </a:lnTo>
                  <a:lnTo>
                    <a:pt x="6146608" y="73911"/>
                  </a:lnTo>
                  <a:lnTo>
                    <a:pt x="6146702" y="73911"/>
                  </a:lnTo>
                  <a:lnTo>
                    <a:pt x="6146796" y="73911"/>
                  </a:lnTo>
                  <a:lnTo>
                    <a:pt x="6146890" y="73911"/>
                  </a:lnTo>
                  <a:lnTo>
                    <a:pt x="6146984" y="73911"/>
                  </a:lnTo>
                  <a:lnTo>
                    <a:pt x="6147078" y="73911"/>
                  </a:lnTo>
                  <a:lnTo>
                    <a:pt x="6147172" y="73911"/>
                  </a:lnTo>
                  <a:lnTo>
                    <a:pt x="6147266" y="73911"/>
                  </a:lnTo>
                  <a:lnTo>
                    <a:pt x="6147360" y="73911"/>
                  </a:lnTo>
                  <a:lnTo>
                    <a:pt x="6147454" y="73911"/>
                  </a:lnTo>
                  <a:lnTo>
                    <a:pt x="6147548" y="73911"/>
                  </a:lnTo>
                  <a:lnTo>
                    <a:pt x="6147642" y="73911"/>
                  </a:lnTo>
                  <a:lnTo>
                    <a:pt x="6147736" y="73911"/>
                  </a:lnTo>
                  <a:lnTo>
                    <a:pt x="6147830" y="73911"/>
                  </a:lnTo>
                  <a:lnTo>
                    <a:pt x="6147924" y="73911"/>
                  </a:lnTo>
                  <a:lnTo>
                    <a:pt x="6148018" y="73911"/>
                  </a:lnTo>
                  <a:lnTo>
                    <a:pt x="6148112" y="73911"/>
                  </a:lnTo>
                  <a:lnTo>
                    <a:pt x="6148206" y="73911"/>
                  </a:lnTo>
                  <a:lnTo>
                    <a:pt x="6148300" y="73911"/>
                  </a:lnTo>
                  <a:lnTo>
                    <a:pt x="6148394" y="73911"/>
                  </a:lnTo>
                  <a:lnTo>
                    <a:pt x="6148488" y="73911"/>
                  </a:lnTo>
                  <a:lnTo>
                    <a:pt x="6148582" y="73911"/>
                  </a:lnTo>
                  <a:lnTo>
                    <a:pt x="6148676" y="73911"/>
                  </a:lnTo>
                  <a:lnTo>
                    <a:pt x="6148770" y="73911"/>
                  </a:lnTo>
                  <a:lnTo>
                    <a:pt x="6148864" y="73911"/>
                  </a:lnTo>
                  <a:lnTo>
                    <a:pt x="6148958" y="73911"/>
                  </a:lnTo>
                  <a:lnTo>
                    <a:pt x="6149052" y="73911"/>
                  </a:lnTo>
                  <a:lnTo>
                    <a:pt x="6149147" y="73911"/>
                  </a:lnTo>
                  <a:lnTo>
                    <a:pt x="6149241" y="73911"/>
                  </a:lnTo>
                  <a:lnTo>
                    <a:pt x="6149335" y="73911"/>
                  </a:lnTo>
                  <a:lnTo>
                    <a:pt x="6149429" y="73911"/>
                  </a:lnTo>
                  <a:lnTo>
                    <a:pt x="6149523" y="73911"/>
                  </a:lnTo>
                  <a:lnTo>
                    <a:pt x="6149617" y="73911"/>
                  </a:lnTo>
                  <a:lnTo>
                    <a:pt x="6149711" y="73911"/>
                  </a:lnTo>
                  <a:lnTo>
                    <a:pt x="6149805" y="73911"/>
                  </a:lnTo>
                  <a:lnTo>
                    <a:pt x="6149899" y="73911"/>
                  </a:lnTo>
                  <a:lnTo>
                    <a:pt x="6149993" y="73911"/>
                  </a:lnTo>
                  <a:lnTo>
                    <a:pt x="6150087" y="73911"/>
                  </a:lnTo>
                  <a:lnTo>
                    <a:pt x="6150181" y="73911"/>
                  </a:lnTo>
                  <a:lnTo>
                    <a:pt x="6150275" y="73911"/>
                  </a:lnTo>
                  <a:lnTo>
                    <a:pt x="6150369" y="73911"/>
                  </a:lnTo>
                  <a:lnTo>
                    <a:pt x="6150463" y="73911"/>
                  </a:lnTo>
                  <a:lnTo>
                    <a:pt x="6150557" y="73911"/>
                  </a:lnTo>
                  <a:lnTo>
                    <a:pt x="6150651" y="73911"/>
                  </a:lnTo>
                  <a:lnTo>
                    <a:pt x="6150745" y="73911"/>
                  </a:lnTo>
                  <a:lnTo>
                    <a:pt x="6150839" y="73911"/>
                  </a:lnTo>
                  <a:lnTo>
                    <a:pt x="6150933" y="73911"/>
                  </a:lnTo>
                  <a:lnTo>
                    <a:pt x="6151027" y="73911"/>
                  </a:lnTo>
                  <a:lnTo>
                    <a:pt x="6151121" y="73911"/>
                  </a:lnTo>
                  <a:lnTo>
                    <a:pt x="6151215" y="73911"/>
                  </a:lnTo>
                  <a:lnTo>
                    <a:pt x="6151309" y="73911"/>
                  </a:lnTo>
                  <a:lnTo>
                    <a:pt x="6151403" y="73911"/>
                  </a:lnTo>
                  <a:lnTo>
                    <a:pt x="6151497" y="73911"/>
                  </a:lnTo>
                  <a:lnTo>
                    <a:pt x="6151591" y="73911"/>
                  </a:lnTo>
                  <a:lnTo>
                    <a:pt x="6151685" y="73911"/>
                  </a:lnTo>
                  <a:lnTo>
                    <a:pt x="6151779" y="73911"/>
                  </a:lnTo>
                  <a:lnTo>
                    <a:pt x="6151873" y="73911"/>
                  </a:lnTo>
                  <a:lnTo>
                    <a:pt x="6151967" y="73911"/>
                  </a:lnTo>
                  <a:lnTo>
                    <a:pt x="6152061" y="73911"/>
                  </a:lnTo>
                  <a:lnTo>
                    <a:pt x="6152155" y="73911"/>
                  </a:lnTo>
                  <a:lnTo>
                    <a:pt x="6152249" y="73911"/>
                  </a:lnTo>
                  <a:lnTo>
                    <a:pt x="6152343" y="73911"/>
                  </a:lnTo>
                  <a:lnTo>
                    <a:pt x="6152437" y="73911"/>
                  </a:lnTo>
                  <a:lnTo>
                    <a:pt x="6152531" y="73911"/>
                  </a:lnTo>
                  <a:lnTo>
                    <a:pt x="6152625" y="73911"/>
                  </a:lnTo>
                  <a:lnTo>
                    <a:pt x="6152720" y="73911"/>
                  </a:lnTo>
                  <a:lnTo>
                    <a:pt x="6152814" y="73911"/>
                  </a:lnTo>
                  <a:lnTo>
                    <a:pt x="6152908" y="73911"/>
                  </a:lnTo>
                  <a:lnTo>
                    <a:pt x="6153002" y="73911"/>
                  </a:lnTo>
                  <a:lnTo>
                    <a:pt x="6153096" y="73911"/>
                  </a:lnTo>
                  <a:lnTo>
                    <a:pt x="6153190" y="73911"/>
                  </a:lnTo>
                  <a:lnTo>
                    <a:pt x="6153284" y="73911"/>
                  </a:lnTo>
                  <a:lnTo>
                    <a:pt x="6153378" y="73911"/>
                  </a:lnTo>
                  <a:lnTo>
                    <a:pt x="6153472" y="73911"/>
                  </a:lnTo>
                  <a:lnTo>
                    <a:pt x="6153566" y="73911"/>
                  </a:lnTo>
                  <a:lnTo>
                    <a:pt x="6153660" y="73911"/>
                  </a:lnTo>
                  <a:lnTo>
                    <a:pt x="6153754" y="73911"/>
                  </a:lnTo>
                  <a:lnTo>
                    <a:pt x="6153848" y="73911"/>
                  </a:lnTo>
                  <a:lnTo>
                    <a:pt x="6153942" y="73911"/>
                  </a:lnTo>
                  <a:lnTo>
                    <a:pt x="6154036" y="73911"/>
                  </a:lnTo>
                  <a:lnTo>
                    <a:pt x="6154130" y="73911"/>
                  </a:lnTo>
                  <a:lnTo>
                    <a:pt x="6154224" y="73911"/>
                  </a:lnTo>
                  <a:lnTo>
                    <a:pt x="6154318" y="73911"/>
                  </a:lnTo>
                  <a:lnTo>
                    <a:pt x="6154412" y="73911"/>
                  </a:lnTo>
                  <a:lnTo>
                    <a:pt x="6154506" y="73911"/>
                  </a:lnTo>
                  <a:lnTo>
                    <a:pt x="6154600" y="73911"/>
                  </a:lnTo>
                  <a:lnTo>
                    <a:pt x="6154694" y="73911"/>
                  </a:lnTo>
                  <a:lnTo>
                    <a:pt x="6154788" y="73911"/>
                  </a:lnTo>
                  <a:lnTo>
                    <a:pt x="6154882" y="73911"/>
                  </a:lnTo>
                  <a:lnTo>
                    <a:pt x="6154976" y="73911"/>
                  </a:lnTo>
                  <a:lnTo>
                    <a:pt x="6155070" y="73911"/>
                  </a:lnTo>
                  <a:lnTo>
                    <a:pt x="6155164" y="73911"/>
                  </a:lnTo>
                  <a:lnTo>
                    <a:pt x="6155164" y="68632"/>
                  </a:lnTo>
                  <a:lnTo>
                    <a:pt x="6155258" y="68632"/>
                  </a:lnTo>
                  <a:lnTo>
                    <a:pt x="6155352" y="68632"/>
                  </a:lnTo>
                  <a:lnTo>
                    <a:pt x="6155446" y="68632"/>
                  </a:lnTo>
                  <a:lnTo>
                    <a:pt x="6155540" y="68632"/>
                  </a:lnTo>
                  <a:lnTo>
                    <a:pt x="6155634" y="68632"/>
                  </a:lnTo>
                  <a:lnTo>
                    <a:pt x="6155728" y="68632"/>
                  </a:lnTo>
                  <a:lnTo>
                    <a:pt x="6155822" y="68632"/>
                  </a:lnTo>
                  <a:lnTo>
                    <a:pt x="6155916" y="68632"/>
                  </a:lnTo>
                  <a:lnTo>
                    <a:pt x="6156010" y="68632"/>
                  </a:lnTo>
                  <a:lnTo>
                    <a:pt x="6156104" y="68632"/>
                  </a:lnTo>
                  <a:lnTo>
                    <a:pt x="6156198" y="68632"/>
                  </a:lnTo>
                  <a:lnTo>
                    <a:pt x="6156293" y="68632"/>
                  </a:lnTo>
                  <a:lnTo>
                    <a:pt x="6156387" y="68632"/>
                  </a:lnTo>
                  <a:lnTo>
                    <a:pt x="6156481" y="68632"/>
                  </a:lnTo>
                  <a:lnTo>
                    <a:pt x="6156575" y="68632"/>
                  </a:lnTo>
                  <a:lnTo>
                    <a:pt x="6156669" y="68632"/>
                  </a:lnTo>
                  <a:lnTo>
                    <a:pt x="6156763" y="68632"/>
                  </a:lnTo>
                  <a:lnTo>
                    <a:pt x="6156857" y="68632"/>
                  </a:lnTo>
                  <a:lnTo>
                    <a:pt x="6156951" y="68632"/>
                  </a:lnTo>
                  <a:lnTo>
                    <a:pt x="6157045" y="68632"/>
                  </a:lnTo>
                  <a:lnTo>
                    <a:pt x="6157139" y="68632"/>
                  </a:lnTo>
                  <a:lnTo>
                    <a:pt x="6157233" y="68632"/>
                  </a:lnTo>
                  <a:lnTo>
                    <a:pt x="6157327" y="68632"/>
                  </a:lnTo>
                  <a:lnTo>
                    <a:pt x="6157421" y="68632"/>
                  </a:lnTo>
                  <a:lnTo>
                    <a:pt x="6157515" y="68632"/>
                  </a:lnTo>
                  <a:lnTo>
                    <a:pt x="6157609" y="68632"/>
                  </a:lnTo>
                  <a:lnTo>
                    <a:pt x="6157703" y="68632"/>
                  </a:lnTo>
                  <a:lnTo>
                    <a:pt x="6157797" y="68632"/>
                  </a:lnTo>
                  <a:lnTo>
                    <a:pt x="6157891" y="68632"/>
                  </a:lnTo>
                  <a:lnTo>
                    <a:pt x="6157985" y="68632"/>
                  </a:lnTo>
                  <a:lnTo>
                    <a:pt x="6158079" y="68632"/>
                  </a:lnTo>
                  <a:lnTo>
                    <a:pt x="6158173" y="68632"/>
                  </a:lnTo>
                  <a:lnTo>
                    <a:pt x="6158267" y="68632"/>
                  </a:lnTo>
                  <a:lnTo>
                    <a:pt x="6158361" y="68632"/>
                  </a:lnTo>
                  <a:lnTo>
                    <a:pt x="6158455" y="68632"/>
                  </a:lnTo>
                  <a:lnTo>
                    <a:pt x="6158549" y="68632"/>
                  </a:lnTo>
                  <a:lnTo>
                    <a:pt x="6158643" y="68632"/>
                  </a:lnTo>
                  <a:lnTo>
                    <a:pt x="6158737" y="68632"/>
                  </a:lnTo>
                  <a:lnTo>
                    <a:pt x="6158831" y="68632"/>
                  </a:lnTo>
                  <a:lnTo>
                    <a:pt x="6158925" y="68632"/>
                  </a:lnTo>
                  <a:lnTo>
                    <a:pt x="6159019" y="68632"/>
                  </a:lnTo>
                  <a:lnTo>
                    <a:pt x="6159113" y="68632"/>
                  </a:lnTo>
                  <a:lnTo>
                    <a:pt x="6159207" y="68632"/>
                  </a:lnTo>
                  <a:lnTo>
                    <a:pt x="6159301" y="68632"/>
                  </a:lnTo>
                  <a:lnTo>
                    <a:pt x="6159395" y="68632"/>
                  </a:lnTo>
                  <a:lnTo>
                    <a:pt x="6159489" y="68632"/>
                  </a:lnTo>
                  <a:lnTo>
                    <a:pt x="6159583" y="68632"/>
                  </a:lnTo>
                  <a:lnTo>
                    <a:pt x="6159677" y="68632"/>
                  </a:lnTo>
                  <a:lnTo>
                    <a:pt x="6159772" y="68632"/>
                  </a:lnTo>
                  <a:lnTo>
                    <a:pt x="6159866" y="68632"/>
                  </a:lnTo>
                  <a:lnTo>
                    <a:pt x="6159960" y="68632"/>
                  </a:lnTo>
                  <a:lnTo>
                    <a:pt x="6160054" y="68632"/>
                  </a:lnTo>
                  <a:lnTo>
                    <a:pt x="6160148" y="68632"/>
                  </a:lnTo>
                  <a:lnTo>
                    <a:pt x="6160242" y="68632"/>
                  </a:lnTo>
                  <a:lnTo>
                    <a:pt x="6160336" y="68632"/>
                  </a:lnTo>
                  <a:lnTo>
                    <a:pt x="6160336" y="63353"/>
                  </a:lnTo>
                  <a:lnTo>
                    <a:pt x="6160430" y="63353"/>
                  </a:lnTo>
                  <a:lnTo>
                    <a:pt x="6160524" y="63353"/>
                  </a:lnTo>
                  <a:lnTo>
                    <a:pt x="6160618" y="63353"/>
                  </a:lnTo>
                  <a:lnTo>
                    <a:pt x="6160712" y="63353"/>
                  </a:lnTo>
                  <a:lnTo>
                    <a:pt x="6160806" y="63353"/>
                  </a:lnTo>
                  <a:lnTo>
                    <a:pt x="6160900" y="63353"/>
                  </a:lnTo>
                  <a:lnTo>
                    <a:pt x="6160994" y="63353"/>
                  </a:lnTo>
                  <a:lnTo>
                    <a:pt x="6161088" y="63353"/>
                  </a:lnTo>
                  <a:lnTo>
                    <a:pt x="6161182" y="63353"/>
                  </a:lnTo>
                  <a:lnTo>
                    <a:pt x="6161276" y="63353"/>
                  </a:lnTo>
                  <a:lnTo>
                    <a:pt x="6161370" y="63353"/>
                  </a:lnTo>
                  <a:lnTo>
                    <a:pt x="6161464" y="63353"/>
                  </a:lnTo>
                  <a:lnTo>
                    <a:pt x="6161558" y="63353"/>
                  </a:lnTo>
                  <a:lnTo>
                    <a:pt x="6161652" y="63353"/>
                  </a:lnTo>
                  <a:lnTo>
                    <a:pt x="6161746" y="63353"/>
                  </a:lnTo>
                  <a:lnTo>
                    <a:pt x="6161840" y="63353"/>
                  </a:lnTo>
                  <a:lnTo>
                    <a:pt x="6161934" y="63353"/>
                  </a:lnTo>
                  <a:lnTo>
                    <a:pt x="6162028" y="63353"/>
                  </a:lnTo>
                  <a:lnTo>
                    <a:pt x="6162122" y="63353"/>
                  </a:lnTo>
                  <a:lnTo>
                    <a:pt x="6162216" y="63353"/>
                  </a:lnTo>
                  <a:lnTo>
                    <a:pt x="6162310" y="63353"/>
                  </a:lnTo>
                  <a:lnTo>
                    <a:pt x="6162404" y="63353"/>
                  </a:lnTo>
                  <a:lnTo>
                    <a:pt x="6162498" y="63353"/>
                  </a:lnTo>
                  <a:lnTo>
                    <a:pt x="6162592" y="63353"/>
                  </a:lnTo>
                  <a:lnTo>
                    <a:pt x="6162686" y="63353"/>
                  </a:lnTo>
                  <a:lnTo>
                    <a:pt x="6162780" y="63353"/>
                  </a:lnTo>
                  <a:lnTo>
                    <a:pt x="6162874" y="63353"/>
                  </a:lnTo>
                  <a:lnTo>
                    <a:pt x="6162968" y="63353"/>
                  </a:lnTo>
                  <a:lnTo>
                    <a:pt x="6163062" y="63353"/>
                  </a:lnTo>
                  <a:lnTo>
                    <a:pt x="6163156" y="63353"/>
                  </a:lnTo>
                  <a:lnTo>
                    <a:pt x="6163250" y="63353"/>
                  </a:lnTo>
                  <a:lnTo>
                    <a:pt x="6163345" y="63353"/>
                  </a:lnTo>
                  <a:lnTo>
                    <a:pt x="6163439" y="63353"/>
                  </a:lnTo>
                  <a:lnTo>
                    <a:pt x="6163533" y="63353"/>
                  </a:lnTo>
                  <a:lnTo>
                    <a:pt x="6163627" y="63353"/>
                  </a:lnTo>
                  <a:lnTo>
                    <a:pt x="6163721" y="63353"/>
                  </a:lnTo>
                  <a:lnTo>
                    <a:pt x="6163815" y="63353"/>
                  </a:lnTo>
                  <a:lnTo>
                    <a:pt x="6163909" y="63353"/>
                  </a:lnTo>
                  <a:lnTo>
                    <a:pt x="6164003" y="63353"/>
                  </a:lnTo>
                  <a:lnTo>
                    <a:pt x="6164097" y="63353"/>
                  </a:lnTo>
                  <a:lnTo>
                    <a:pt x="6164191" y="63353"/>
                  </a:lnTo>
                  <a:lnTo>
                    <a:pt x="6164285" y="63353"/>
                  </a:lnTo>
                  <a:lnTo>
                    <a:pt x="6164379" y="63353"/>
                  </a:lnTo>
                  <a:lnTo>
                    <a:pt x="6164473" y="63353"/>
                  </a:lnTo>
                  <a:lnTo>
                    <a:pt x="6164567" y="63353"/>
                  </a:lnTo>
                  <a:lnTo>
                    <a:pt x="6164661" y="63353"/>
                  </a:lnTo>
                  <a:lnTo>
                    <a:pt x="6164755" y="63353"/>
                  </a:lnTo>
                  <a:lnTo>
                    <a:pt x="6164849" y="63353"/>
                  </a:lnTo>
                  <a:lnTo>
                    <a:pt x="6164943" y="63353"/>
                  </a:lnTo>
                  <a:lnTo>
                    <a:pt x="6165037" y="63353"/>
                  </a:lnTo>
                  <a:lnTo>
                    <a:pt x="6165131" y="63353"/>
                  </a:lnTo>
                  <a:lnTo>
                    <a:pt x="6165225" y="63353"/>
                  </a:lnTo>
                  <a:lnTo>
                    <a:pt x="6165319" y="63353"/>
                  </a:lnTo>
                  <a:lnTo>
                    <a:pt x="6165413" y="63353"/>
                  </a:lnTo>
                  <a:lnTo>
                    <a:pt x="6165507" y="63353"/>
                  </a:lnTo>
                  <a:lnTo>
                    <a:pt x="6165601" y="63353"/>
                  </a:lnTo>
                  <a:lnTo>
                    <a:pt x="6165695" y="63353"/>
                  </a:lnTo>
                  <a:lnTo>
                    <a:pt x="6165789" y="63353"/>
                  </a:lnTo>
                  <a:lnTo>
                    <a:pt x="6165883" y="63353"/>
                  </a:lnTo>
                  <a:lnTo>
                    <a:pt x="6165977" y="63353"/>
                  </a:lnTo>
                  <a:lnTo>
                    <a:pt x="6166071" y="63353"/>
                  </a:lnTo>
                  <a:lnTo>
                    <a:pt x="6166165" y="63353"/>
                  </a:lnTo>
                  <a:lnTo>
                    <a:pt x="6166259" y="63353"/>
                  </a:lnTo>
                  <a:lnTo>
                    <a:pt x="6166353" y="63353"/>
                  </a:lnTo>
                  <a:lnTo>
                    <a:pt x="6166447" y="63353"/>
                  </a:lnTo>
                  <a:lnTo>
                    <a:pt x="6166541" y="63353"/>
                  </a:lnTo>
                  <a:lnTo>
                    <a:pt x="6166635" y="63353"/>
                  </a:lnTo>
                  <a:lnTo>
                    <a:pt x="6166729" y="63353"/>
                  </a:lnTo>
                  <a:lnTo>
                    <a:pt x="6166823" y="63353"/>
                  </a:lnTo>
                  <a:lnTo>
                    <a:pt x="6166918" y="63353"/>
                  </a:lnTo>
                  <a:lnTo>
                    <a:pt x="6167012" y="63353"/>
                  </a:lnTo>
                  <a:lnTo>
                    <a:pt x="6167106" y="63353"/>
                  </a:lnTo>
                  <a:lnTo>
                    <a:pt x="6167200" y="63353"/>
                  </a:lnTo>
                  <a:lnTo>
                    <a:pt x="6167294" y="63353"/>
                  </a:lnTo>
                  <a:lnTo>
                    <a:pt x="6167388" y="63353"/>
                  </a:lnTo>
                  <a:lnTo>
                    <a:pt x="6167482" y="63353"/>
                  </a:lnTo>
                  <a:lnTo>
                    <a:pt x="6167576" y="63353"/>
                  </a:lnTo>
                  <a:lnTo>
                    <a:pt x="6167670" y="63353"/>
                  </a:lnTo>
                  <a:lnTo>
                    <a:pt x="6167764" y="63353"/>
                  </a:lnTo>
                  <a:lnTo>
                    <a:pt x="6167858" y="63353"/>
                  </a:lnTo>
                  <a:lnTo>
                    <a:pt x="6167952" y="63353"/>
                  </a:lnTo>
                  <a:lnTo>
                    <a:pt x="6168046" y="63353"/>
                  </a:lnTo>
                  <a:lnTo>
                    <a:pt x="6168140" y="63353"/>
                  </a:lnTo>
                  <a:lnTo>
                    <a:pt x="6168234" y="63353"/>
                  </a:lnTo>
                  <a:lnTo>
                    <a:pt x="6168328" y="63353"/>
                  </a:lnTo>
                  <a:lnTo>
                    <a:pt x="6168422" y="63353"/>
                  </a:lnTo>
                  <a:lnTo>
                    <a:pt x="6168516" y="63353"/>
                  </a:lnTo>
                  <a:lnTo>
                    <a:pt x="6168610" y="63353"/>
                  </a:lnTo>
                  <a:lnTo>
                    <a:pt x="6168704" y="63353"/>
                  </a:lnTo>
                  <a:lnTo>
                    <a:pt x="6168798" y="63353"/>
                  </a:lnTo>
                  <a:lnTo>
                    <a:pt x="6168892" y="63353"/>
                  </a:lnTo>
                  <a:lnTo>
                    <a:pt x="6168986" y="63353"/>
                  </a:lnTo>
                  <a:lnTo>
                    <a:pt x="6169080" y="63353"/>
                  </a:lnTo>
                  <a:lnTo>
                    <a:pt x="6169174" y="63353"/>
                  </a:lnTo>
                  <a:lnTo>
                    <a:pt x="6169268" y="63353"/>
                  </a:lnTo>
                  <a:lnTo>
                    <a:pt x="6169362" y="63353"/>
                  </a:lnTo>
                  <a:lnTo>
                    <a:pt x="6169456" y="63353"/>
                  </a:lnTo>
                  <a:lnTo>
                    <a:pt x="6169550" y="63353"/>
                  </a:lnTo>
                  <a:lnTo>
                    <a:pt x="6169644" y="63353"/>
                  </a:lnTo>
                  <a:lnTo>
                    <a:pt x="6169738" y="63353"/>
                  </a:lnTo>
                  <a:lnTo>
                    <a:pt x="6169832" y="63353"/>
                  </a:lnTo>
                  <a:lnTo>
                    <a:pt x="6169926" y="63353"/>
                  </a:lnTo>
                  <a:lnTo>
                    <a:pt x="6170020" y="63353"/>
                  </a:lnTo>
                  <a:lnTo>
                    <a:pt x="6170114" y="63353"/>
                  </a:lnTo>
                  <a:lnTo>
                    <a:pt x="6170208" y="63353"/>
                  </a:lnTo>
                  <a:lnTo>
                    <a:pt x="6170302" y="63353"/>
                  </a:lnTo>
                  <a:lnTo>
                    <a:pt x="6170397" y="63353"/>
                  </a:lnTo>
                  <a:lnTo>
                    <a:pt x="6170491" y="63353"/>
                  </a:lnTo>
                  <a:lnTo>
                    <a:pt x="6170585" y="63353"/>
                  </a:lnTo>
                  <a:lnTo>
                    <a:pt x="6170679" y="63353"/>
                  </a:lnTo>
                  <a:lnTo>
                    <a:pt x="6170773" y="63353"/>
                  </a:lnTo>
                  <a:lnTo>
                    <a:pt x="6170867" y="63353"/>
                  </a:lnTo>
                  <a:lnTo>
                    <a:pt x="6170961" y="63353"/>
                  </a:lnTo>
                  <a:lnTo>
                    <a:pt x="6171055" y="63353"/>
                  </a:lnTo>
                  <a:lnTo>
                    <a:pt x="6171149" y="63353"/>
                  </a:lnTo>
                  <a:lnTo>
                    <a:pt x="6171243" y="63353"/>
                  </a:lnTo>
                  <a:lnTo>
                    <a:pt x="6171337" y="63353"/>
                  </a:lnTo>
                  <a:lnTo>
                    <a:pt x="6171431" y="63353"/>
                  </a:lnTo>
                  <a:lnTo>
                    <a:pt x="6171525" y="63353"/>
                  </a:lnTo>
                  <a:lnTo>
                    <a:pt x="6171619" y="63353"/>
                  </a:lnTo>
                  <a:lnTo>
                    <a:pt x="6171713" y="63353"/>
                  </a:lnTo>
                  <a:lnTo>
                    <a:pt x="6171807" y="63353"/>
                  </a:lnTo>
                  <a:lnTo>
                    <a:pt x="6171901" y="63353"/>
                  </a:lnTo>
                  <a:lnTo>
                    <a:pt x="6171995" y="63353"/>
                  </a:lnTo>
                  <a:lnTo>
                    <a:pt x="6172089" y="63353"/>
                  </a:lnTo>
                  <a:lnTo>
                    <a:pt x="6172183" y="63353"/>
                  </a:lnTo>
                  <a:lnTo>
                    <a:pt x="6172277" y="63353"/>
                  </a:lnTo>
                  <a:lnTo>
                    <a:pt x="6172371" y="63353"/>
                  </a:lnTo>
                  <a:lnTo>
                    <a:pt x="6172465" y="63353"/>
                  </a:lnTo>
                  <a:lnTo>
                    <a:pt x="6172559" y="63353"/>
                  </a:lnTo>
                  <a:lnTo>
                    <a:pt x="6172653" y="63353"/>
                  </a:lnTo>
                  <a:lnTo>
                    <a:pt x="6172747" y="63353"/>
                  </a:lnTo>
                  <a:lnTo>
                    <a:pt x="6172841" y="63353"/>
                  </a:lnTo>
                  <a:lnTo>
                    <a:pt x="6172935" y="63353"/>
                  </a:lnTo>
                  <a:lnTo>
                    <a:pt x="6173029" y="63353"/>
                  </a:lnTo>
                  <a:lnTo>
                    <a:pt x="6173123" y="63353"/>
                  </a:lnTo>
                  <a:lnTo>
                    <a:pt x="6173217" y="63353"/>
                  </a:lnTo>
                  <a:lnTo>
                    <a:pt x="6173311" y="63353"/>
                  </a:lnTo>
                  <a:lnTo>
                    <a:pt x="6173405" y="63353"/>
                  </a:lnTo>
                  <a:lnTo>
                    <a:pt x="6173499" y="63353"/>
                  </a:lnTo>
                  <a:lnTo>
                    <a:pt x="6173593" y="63353"/>
                  </a:lnTo>
                  <a:lnTo>
                    <a:pt x="6173687" y="63353"/>
                  </a:lnTo>
                  <a:lnTo>
                    <a:pt x="6173781" y="63353"/>
                  </a:lnTo>
                  <a:lnTo>
                    <a:pt x="6173875" y="63353"/>
                  </a:lnTo>
                  <a:lnTo>
                    <a:pt x="6173970" y="63353"/>
                  </a:lnTo>
                  <a:lnTo>
                    <a:pt x="6174064" y="63353"/>
                  </a:lnTo>
                  <a:lnTo>
                    <a:pt x="6174158" y="63353"/>
                  </a:lnTo>
                  <a:lnTo>
                    <a:pt x="6174252" y="63353"/>
                  </a:lnTo>
                  <a:lnTo>
                    <a:pt x="6174346" y="63353"/>
                  </a:lnTo>
                  <a:lnTo>
                    <a:pt x="6174440" y="63353"/>
                  </a:lnTo>
                  <a:lnTo>
                    <a:pt x="6174534" y="63353"/>
                  </a:lnTo>
                  <a:lnTo>
                    <a:pt x="6174628" y="63353"/>
                  </a:lnTo>
                  <a:lnTo>
                    <a:pt x="6174722" y="63353"/>
                  </a:lnTo>
                  <a:lnTo>
                    <a:pt x="6174816" y="63353"/>
                  </a:lnTo>
                  <a:lnTo>
                    <a:pt x="6174910" y="63353"/>
                  </a:lnTo>
                  <a:lnTo>
                    <a:pt x="6175004" y="63353"/>
                  </a:lnTo>
                  <a:lnTo>
                    <a:pt x="6175098" y="63353"/>
                  </a:lnTo>
                  <a:lnTo>
                    <a:pt x="6175192" y="63353"/>
                  </a:lnTo>
                  <a:lnTo>
                    <a:pt x="6175286" y="63353"/>
                  </a:lnTo>
                  <a:lnTo>
                    <a:pt x="6175380" y="63353"/>
                  </a:lnTo>
                  <a:lnTo>
                    <a:pt x="6175474" y="63353"/>
                  </a:lnTo>
                  <a:lnTo>
                    <a:pt x="6175568" y="63353"/>
                  </a:lnTo>
                  <a:lnTo>
                    <a:pt x="6175662" y="63353"/>
                  </a:lnTo>
                  <a:lnTo>
                    <a:pt x="6175756" y="63353"/>
                  </a:lnTo>
                  <a:lnTo>
                    <a:pt x="6175850" y="63353"/>
                  </a:lnTo>
                  <a:lnTo>
                    <a:pt x="6175944" y="63353"/>
                  </a:lnTo>
                  <a:lnTo>
                    <a:pt x="6176038" y="63353"/>
                  </a:lnTo>
                  <a:lnTo>
                    <a:pt x="6176132" y="63353"/>
                  </a:lnTo>
                  <a:lnTo>
                    <a:pt x="6176226" y="63353"/>
                  </a:lnTo>
                  <a:lnTo>
                    <a:pt x="6176320" y="63353"/>
                  </a:lnTo>
                  <a:lnTo>
                    <a:pt x="6176414" y="63353"/>
                  </a:lnTo>
                  <a:lnTo>
                    <a:pt x="6176508" y="63353"/>
                  </a:lnTo>
                  <a:lnTo>
                    <a:pt x="6176602" y="63353"/>
                  </a:lnTo>
                  <a:lnTo>
                    <a:pt x="6176696" y="63353"/>
                  </a:lnTo>
                  <a:lnTo>
                    <a:pt x="6176790" y="63353"/>
                  </a:lnTo>
                  <a:lnTo>
                    <a:pt x="6176884" y="63353"/>
                  </a:lnTo>
                  <a:lnTo>
                    <a:pt x="6176978" y="63353"/>
                  </a:lnTo>
                  <a:lnTo>
                    <a:pt x="6177072" y="63353"/>
                  </a:lnTo>
                  <a:lnTo>
                    <a:pt x="6177166" y="63353"/>
                  </a:lnTo>
                  <a:lnTo>
                    <a:pt x="6177260" y="63353"/>
                  </a:lnTo>
                  <a:lnTo>
                    <a:pt x="6177354" y="63353"/>
                  </a:lnTo>
                  <a:lnTo>
                    <a:pt x="6177448" y="63353"/>
                  </a:lnTo>
                  <a:lnTo>
                    <a:pt x="6177543" y="63353"/>
                  </a:lnTo>
                  <a:lnTo>
                    <a:pt x="6177637" y="63353"/>
                  </a:lnTo>
                  <a:lnTo>
                    <a:pt x="6177731" y="63353"/>
                  </a:lnTo>
                  <a:lnTo>
                    <a:pt x="6177825" y="63353"/>
                  </a:lnTo>
                  <a:lnTo>
                    <a:pt x="6177919" y="63353"/>
                  </a:lnTo>
                  <a:lnTo>
                    <a:pt x="6178013" y="63353"/>
                  </a:lnTo>
                  <a:lnTo>
                    <a:pt x="6178107" y="63353"/>
                  </a:lnTo>
                  <a:lnTo>
                    <a:pt x="6178201" y="63353"/>
                  </a:lnTo>
                  <a:lnTo>
                    <a:pt x="6178295" y="63353"/>
                  </a:lnTo>
                  <a:lnTo>
                    <a:pt x="6178389" y="63353"/>
                  </a:lnTo>
                  <a:lnTo>
                    <a:pt x="6178483" y="63353"/>
                  </a:lnTo>
                  <a:lnTo>
                    <a:pt x="6178577" y="63353"/>
                  </a:lnTo>
                  <a:lnTo>
                    <a:pt x="6178671" y="63353"/>
                  </a:lnTo>
                  <a:lnTo>
                    <a:pt x="6178765" y="63353"/>
                  </a:lnTo>
                  <a:lnTo>
                    <a:pt x="6178859" y="63353"/>
                  </a:lnTo>
                  <a:lnTo>
                    <a:pt x="6178953" y="63353"/>
                  </a:lnTo>
                  <a:lnTo>
                    <a:pt x="6179047" y="63353"/>
                  </a:lnTo>
                  <a:lnTo>
                    <a:pt x="6179141" y="63353"/>
                  </a:lnTo>
                  <a:lnTo>
                    <a:pt x="6179235" y="63353"/>
                  </a:lnTo>
                  <a:lnTo>
                    <a:pt x="6179329" y="63353"/>
                  </a:lnTo>
                  <a:lnTo>
                    <a:pt x="6179423" y="63353"/>
                  </a:lnTo>
                  <a:lnTo>
                    <a:pt x="6179517" y="63353"/>
                  </a:lnTo>
                  <a:lnTo>
                    <a:pt x="6179611" y="63353"/>
                  </a:lnTo>
                  <a:lnTo>
                    <a:pt x="6179705" y="63353"/>
                  </a:lnTo>
                  <a:lnTo>
                    <a:pt x="6179799" y="63353"/>
                  </a:lnTo>
                  <a:lnTo>
                    <a:pt x="6179893" y="63353"/>
                  </a:lnTo>
                  <a:lnTo>
                    <a:pt x="6179987" y="63353"/>
                  </a:lnTo>
                  <a:lnTo>
                    <a:pt x="6180081" y="63353"/>
                  </a:lnTo>
                  <a:lnTo>
                    <a:pt x="6180175" y="63353"/>
                  </a:lnTo>
                  <a:lnTo>
                    <a:pt x="6180269" y="63353"/>
                  </a:lnTo>
                  <a:lnTo>
                    <a:pt x="6180269" y="58073"/>
                  </a:lnTo>
                  <a:lnTo>
                    <a:pt x="6180363" y="58073"/>
                  </a:lnTo>
                  <a:lnTo>
                    <a:pt x="6180457" y="58073"/>
                  </a:lnTo>
                  <a:lnTo>
                    <a:pt x="6180551" y="58073"/>
                  </a:lnTo>
                  <a:lnTo>
                    <a:pt x="6180645" y="58073"/>
                  </a:lnTo>
                  <a:lnTo>
                    <a:pt x="6180739" y="58073"/>
                  </a:lnTo>
                  <a:lnTo>
                    <a:pt x="6180833" y="58073"/>
                  </a:lnTo>
                  <a:lnTo>
                    <a:pt x="6180927" y="58073"/>
                  </a:lnTo>
                  <a:lnTo>
                    <a:pt x="6181021" y="58073"/>
                  </a:lnTo>
                  <a:lnTo>
                    <a:pt x="6181116" y="58073"/>
                  </a:lnTo>
                  <a:lnTo>
                    <a:pt x="6181210" y="58073"/>
                  </a:lnTo>
                  <a:lnTo>
                    <a:pt x="6181304" y="58073"/>
                  </a:lnTo>
                  <a:lnTo>
                    <a:pt x="6181398" y="58073"/>
                  </a:lnTo>
                  <a:lnTo>
                    <a:pt x="6181492" y="58073"/>
                  </a:lnTo>
                  <a:lnTo>
                    <a:pt x="6181586" y="58073"/>
                  </a:lnTo>
                  <a:lnTo>
                    <a:pt x="6181680" y="58073"/>
                  </a:lnTo>
                  <a:lnTo>
                    <a:pt x="6181774" y="58073"/>
                  </a:lnTo>
                  <a:lnTo>
                    <a:pt x="6181868" y="58073"/>
                  </a:lnTo>
                  <a:lnTo>
                    <a:pt x="6181962" y="58073"/>
                  </a:lnTo>
                  <a:lnTo>
                    <a:pt x="6182056" y="58073"/>
                  </a:lnTo>
                  <a:lnTo>
                    <a:pt x="6182150" y="58073"/>
                  </a:lnTo>
                  <a:lnTo>
                    <a:pt x="6182244" y="58073"/>
                  </a:lnTo>
                  <a:lnTo>
                    <a:pt x="6182338" y="58073"/>
                  </a:lnTo>
                  <a:lnTo>
                    <a:pt x="6182432" y="58073"/>
                  </a:lnTo>
                  <a:lnTo>
                    <a:pt x="6182526" y="58073"/>
                  </a:lnTo>
                  <a:lnTo>
                    <a:pt x="6182620" y="58073"/>
                  </a:lnTo>
                  <a:lnTo>
                    <a:pt x="6182714" y="58073"/>
                  </a:lnTo>
                  <a:lnTo>
                    <a:pt x="6182808" y="58073"/>
                  </a:lnTo>
                  <a:lnTo>
                    <a:pt x="6182902" y="58073"/>
                  </a:lnTo>
                  <a:lnTo>
                    <a:pt x="6182996" y="58073"/>
                  </a:lnTo>
                  <a:lnTo>
                    <a:pt x="6183090" y="58073"/>
                  </a:lnTo>
                  <a:lnTo>
                    <a:pt x="6183184" y="58073"/>
                  </a:lnTo>
                  <a:lnTo>
                    <a:pt x="6183278" y="58073"/>
                  </a:lnTo>
                  <a:lnTo>
                    <a:pt x="6183372" y="58073"/>
                  </a:lnTo>
                  <a:lnTo>
                    <a:pt x="6183466" y="58073"/>
                  </a:lnTo>
                  <a:lnTo>
                    <a:pt x="6183560" y="58073"/>
                  </a:lnTo>
                  <a:lnTo>
                    <a:pt x="6183654" y="58073"/>
                  </a:lnTo>
                  <a:lnTo>
                    <a:pt x="6183748" y="58073"/>
                  </a:lnTo>
                  <a:lnTo>
                    <a:pt x="6183842" y="58073"/>
                  </a:lnTo>
                  <a:lnTo>
                    <a:pt x="6183936" y="58073"/>
                  </a:lnTo>
                  <a:lnTo>
                    <a:pt x="6184030" y="58073"/>
                  </a:lnTo>
                  <a:lnTo>
                    <a:pt x="6184124" y="58073"/>
                  </a:lnTo>
                  <a:lnTo>
                    <a:pt x="6184218" y="58073"/>
                  </a:lnTo>
                  <a:lnTo>
                    <a:pt x="6184312" y="58073"/>
                  </a:lnTo>
                  <a:lnTo>
                    <a:pt x="6184406" y="58073"/>
                  </a:lnTo>
                  <a:lnTo>
                    <a:pt x="6184500" y="58073"/>
                  </a:lnTo>
                  <a:lnTo>
                    <a:pt x="6184595" y="58073"/>
                  </a:lnTo>
                  <a:lnTo>
                    <a:pt x="6184689" y="58073"/>
                  </a:lnTo>
                  <a:lnTo>
                    <a:pt x="6184783" y="58073"/>
                  </a:lnTo>
                  <a:lnTo>
                    <a:pt x="6184877" y="58073"/>
                  </a:lnTo>
                  <a:lnTo>
                    <a:pt x="6184971" y="58073"/>
                  </a:lnTo>
                  <a:lnTo>
                    <a:pt x="6185065" y="58073"/>
                  </a:lnTo>
                  <a:lnTo>
                    <a:pt x="6185159" y="58073"/>
                  </a:lnTo>
                  <a:lnTo>
                    <a:pt x="6185253" y="58073"/>
                  </a:lnTo>
                  <a:lnTo>
                    <a:pt x="6185347" y="58073"/>
                  </a:lnTo>
                  <a:lnTo>
                    <a:pt x="6185441" y="58073"/>
                  </a:lnTo>
                  <a:lnTo>
                    <a:pt x="6185535" y="58073"/>
                  </a:lnTo>
                  <a:lnTo>
                    <a:pt x="6185629" y="58073"/>
                  </a:lnTo>
                  <a:lnTo>
                    <a:pt x="6185723" y="58073"/>
                  </a:lnTo>
                  <a:lnTo>
                    <a:pt x="6185817" y="58073"/>
                  </a:lnTo>
                  <a:lnTo>
                    <a:pt x="6185911" y="58073"/>
                  </a:lnTo>
                  <a:lnTo>
                    <a:pt x="6186005" y="58073"/>
                  </a:lnTo>
                  <a:lnTo>
                    <a:pt x="6186099" y="58073"/>
                  </a:lnTo>
                  <a:lnTo>
                    <a:pt x="6186193" y="58073"/>
                  </a:lnTo>
                  <a:lnTo>
                    <a:pt x="6186287" y="58073"/>
                  </a:lnTo>
                  <a:lnTo>
                    <a:pt x="6186381" y="58073"/>
                  </a:lnTo>
                  <a:lnTo>
                    <a:pt x="6186475" y="58073"/>
                  </a:lnTo>
                  <a:lnTo>
                    <a:pt x="6186569" y="58073"/>
                  </a:lnTo>
                  <a:lnTo>
                    <a:pt x="6186663" y="58073"/>
                  </a:lnTo>
                  <a:lnTo>
                    <a:pt x="6186757" y="58073"/>
                  </a:lnTo>
                  <a:lnTo>
                    <a:pt x="6186851" y="58073"/>
                  </a:lnTo>
                  <a:lnTo>
                    <a:pt x="6186945" y="58073"/>
                  </a:lnTo>
                  <a:lnTo>
                    <a:pt x="6187039" y="58073"/>
                  </a:lnTo>
                  <a:lnTo>
                    <a:pt x="6187133" y="58073"/>
                  </a:lnTo>
                  <a:lnTo>
                    <a:pt x="6187227" y="58073"/>
                  </a:lnTo>
                  <a:lnTo>
                    <a:pt x="6187321" y="58073"/>
                  </a:lnTo>
                  <a:lnTo>
                    <a:pt x="6187415" y="58073"/>
                  </a:lnTo>
                  <a:lnTo>
                    <a:pt x="6187509" y="58073"/>
                  </a:lnTo>
                  <a:lnTo>
                    <a:pt x="6187603" y="58073"/>
                  </a:lnTo>
                  <a:lnTo>
                    <a:pt x="6187697" y="58073"/>
                  </a:lnTo>
                  <a:lnTo>
                    <a:pt x="6187791" y="58073"/>
                  </a:lnTo>
                  <a:lnTo>
                    <a:pt x="6187885" y="58073"/>
                  </a:lnTo>
                  <a:lnTo>
                    <a:pt x="6187979" y="58073"/>
                  </a:lnTo>
                  <a:lnTo>
                    <a:pt x="6188073" y="58073"/>
                  </a:lnTo>
                  <a:lnTo>
                    <a:pt x="6188168" y="58073"/>
                  </a:lnTo>
                  <a:lnTo>
                    <a:pt x="6188262" y="58073"/>
                  </a:lnTo>
                  <a:lnTo>
                    <a:pt x="6188356" y="58073"/>
                  </a:lnTo>
                  <a:lnTo>
                    <a:pt x="6188450" y="58073"/>
                  </a:lnTo>
                  <a:lnTo>
                    <a:pt x="6188544" y="58073"/>
                  </a:lnTo>
                  <a:lnTo>
                    <a:pt x="6188638" y="58073"/>
                  </a:lnTo>
                  <a:lnTo>
                    <a:pt x="6188732" y="58073"/>
                  </a:lnTo>
                  <a:lnTo>
                    <a:pt x="6188826" y="58073"/>
                  </a:lnTo>
                  <a:lnTo>
                    <a:pt x="6188920" y="58073"/>
                  </a:lnTo>
                  <a:lnTo>
                    <a:pt x="6189014" y="58073"/>
                  </a:lnTo>
                  <a:lnTo>
                    <a:pt x="6189108" y="58073"/>
                  </a:lnTo>
                  <a:lnTo>
                    <a:pt x="6189202" y="58073"/>
                  </a:lnTo>
                  <a:lnTo>
                    <a:pt x="6189296" y="58073"/>
                  </a:lnTo>
                  <a:lnTo>
                    <a:pt x="6189390" y="58073"/>
                  </a:lnTo>
                  <a:lnTo>
                    <a:pt x="6189484" y="58073"/>
                  </a:lnTo>
                  <a:lnTo>
                    <a:pt x="6189578" y="58073"/>
                  </a:lnTo>
                  <a:lnTo>
                    <a:pt x="6189672" y="58073"/>
                  </a:lnTo>
                  <a:lnTo>
                    <a:pt x="6189766" y="58073"/>
                  </a:lnTo>
                  <a:lnTo>
                    <a:pt x="6189860" y="58073"/>
                  </a:lnTo>
                  <a:lnTo>
                    <a:pt x="6189954" y="58073"/>
                  </a:lnTo>
                  <a:lnTo>
                    <a:pt x="6190048" y="58073"/>
                  </a:lnTo>
                  <a:lnTo>
                    <a:pt x="6190142" y="58073"/>
                  </a:lnTo>
                  <a:lnTo>
                    <a:pt x="6190236" y="58073"/>
                  </a:lnTo>
                  <a:lnTo>
                    <a:pt x="6190330" y="58073"/>
                  </a:lnTo>
                  <a:lnTo>
                    <a:pt x="6190424" y="58073"/>
                  </a:lnTo>
                  <a:lnTo>
                    <a:pt x="6190518" y="58073"/>
                  </a:lnTo>
                  <a:lnTo>
                    <a:pt x="6190612" y="58073"/>
                  </a:lnTo>
                  <a:lnTo>
                    <a:pt x="6190706" y="58073"/>
                  </a:lnTo>
                  <a:lnTo>
                    <a:pt x="6190706" y="52794"/>
                  </a:lnTo>
                  <a:lnTo>
                    <a:pt x="6190800" y="52794"/>
                  </a:lnTo>
                  <a:lnTo>
                    <a:pt x="6190894" y="52794"/>
                  </a:lnTo>
                  <a:lnTo>
                    <a:pt x="6190988" y="52794"/>
                  </a:lnTo>
                  <a:lnTo>
                    <a:pt x="6191082" y="52794"/>
                  </a:lnTo>
                  <a:lnTo>
                    <a:pt x="6191176" y="52794"/>
                  </a:lnTo>
                  <a:lnTo>
                    <a:pt x="6191270" y="52794"/>
                  </a:lnTo>
                  <a:lnTo>
                    <a:pt x="6191364" y="52794"/>
                  </a:lnTo>
                  <a:lnTo>
                    <a:pt x="6191458" y="52794"/>
                  </a:lnTo>
                  <a:lnTo>
                    <a:pt x="6191552" y="52794"/>
                  </a:lnTo>
                  <a:lnTo>
                    <a:pt x="6191646" y="52794"/>
                  </a:lnTo>
                  <a:lnTo>
                    <a:pt x="6191741" y="52794"/>
                  </a:lnTo>
                  <a:lnTo>
                    <a:pt x="6191835" y="52794"/>
                  </a:lnTo>
                  <a:lnTo>
                    <a:pt x="6191929" y="52794"/>
                  </a:lnTo>
                  <a:lnTo>
                    <a:pt x="6192023" y="52794"/>
                  </a:lnTo>
                  <a:lnTo>
                    <a:pt x="6192117" y="52794"/>
                  </a:lnTo>
                  <a:lnTo>
                    <a:pt x="6192211" y="52794"/>
                  </a:lnTo>
                  <a:lnTo>
                    <a:pt x="6192305" y="52794"/>
                  </a:lnTo>
                  <a:lnTo>
                    <a:pt x="6192399" y="52794"/>
                  </a:lnTo>
                  <a:lnTo>
                    <a:pt x="6192493" y="52794"/>
                  </a:lnTo>
                  <a:lnTo>
                    <a:pt x="6192587" y="52794"/>
                  </a:lnTo>
                  <a:lnTo>
                    <a:pt x="6192681" y="52794"/>
                  </a:lnTo>
                  <a:lnTo>
                    <a:pt x="6192775" y="52794"/>
                  </a:lnTo>
                  <a:lnTo>
                    <a:pt x="6192869" y="52794"/>
                  </a:lnTo>
                  <a:lnTo>
                    <a:pt x="6192963" y="52794"/>
                  </a:lnTo>
                  <a:lnTo>
                    <a:pt x="6193057" y="52794"/>
                  </a:lnTo>
                  <a:lnTo>
                    <a:pt x="6193151" y="52794"/>
                  </a:lnTo>
                  <a:lnTo>
                    <a:pt x="6193245" y="52794"/>
                  </a:lnTo>
                  <a:lnTo>
                    <a:pt x="6193339" y="52794"/>
                  </a:lnTo>
                  <a:lnTo>
                    <a:pt x="6193433" y="52794"/>
                  </a:lnTo>
                  <a:lnTo>
                    <a:pt x="6193527" y="52794"/>
                  </a:lnTo>
                  <a:lnTo>
                    <a:pt x="6193621" y="52794"/>
                  </a:lnTo>
                  <a:lnTo>
                    <a:pt x="6193715" y="52794"/>
                  </a:lnTo>
                  <a:lnTo>
                    <a:pt x="6193809" y="52794"/>
                  </a:lnTo>
                  <a:lnTo>
                    <a:pt x="6193903" y="52794"/>
                  </a:lnTo>
                  <a:lnTo>
                    <a:pt x="6193997" y="52794"/>
                  </a:lnTo>
                  <a:lnTo>
                    <a:pt x="6194091" y="52794"/>
                  </a:lnTo>
                  <a:lnTo>
                    <a:pt x="6194185" y="52794"/>
                  </a:lnTo>
                  <a:lnTo>
                    <a:pt x="6194279" y="52794"/>
                  </a:lnTo>
                  <a:lnTo>
                    <a:pt x="6194373" y="52794"/>
                  </a:lnTo>
                  <a:lnTo>
                    <a:pt x="6194467" y="52794"/>
                  </a:lnTo>
                  <a:lnTo>
                    <a:pt x="6194561" y="52794"/>
                  </a:lnTo>
                  <a:lnTo>
                    <a:pt x="6194655" y="52794"/>
                  </a:lnTo>
                  <a:lnTo>
                    <a:pt x="6194749" y="52794"/>
                  </a:lnTo>
                  <a:lnTo>
                    <a:pt x="6194843" y="52794"/>
                  </a:lnTo>
                  <a:lnTo>
                    <a:pt x="6194937" y="52794"/>
                  </a:lnTo>
                  <a:lnTo>
                    <a:pt x="6195031" y="52794"/>
                  </a:lnTo>
                  <a:lnTo>
                    <a:pt x="6195125" y="52794"/>
                  </a:lnTo>
                  <a:lnTo>
                    <a:pt x="6195220" y="52794"/>
                  </a:lnTo>
                  <a:lnTo>
                    <a:pt x="6195314" y="52794"/>
                  </a:lnTo>
                  <a:lnTo>
                    <a:pt x="6195408" y="52794"/>
                  </a:lnTo>
                  <a:lnTo>
                    <a:pt x="6195502" y="52794"/>
                  </a:lnTo>
                  <a:lnTo>
                    <a:pt x="6195596" y="52794"/>
                  </a:lnTo>
                  <a:lnTo>
                    <a:pt x="6195690" y="52794"/>
                  </a:lnTo>
                  <a:lnTo>
                    <a:pt x="6195784" y="52794"/>
                  </a:lnTo>
                  <a:lnTo>
                    <a:pt x="6195878" y="52794"/>
                  </a:lnTo>
                  <a:lnTo>
                    <a:pt x="6195972" y="52794"/>
                  </a:lnTo>
                  <a:lnTo>
                    <a:pt x="6196066" y="52794"/>
                  </a:lnTo>
                  <a:lnTo>
                    <a:pt x="6196160" y="52794"/>
                  </a:lnTo>
                  <a:lnTo>
                    <a:pt x="6196254" y="52794"/>
                  </a:lnTo>
                  <a:lnTo>
                    <a:pt x="6196348" y="52794"/>
                  </a:lnTo>
                  <a:lnTo>
                    <a:pt x="6196442" y="52794"/>
                  </a:lnTo>
                  <a:lnTo>
                    <a:pt x="6196536" y="52794"/>
                  </a:lnTo>
                  <a:lnTo>
                    <a:pt x="6196630" y="52794"/>
                  </a:lnTo>
                  <a:lnTo>
                    <a:pt x="6196724" y="52794"/>
                  </a:lnTo>
                  <a:lnTo>
                    <a:pt x="6196818" y="52794"/>
                  </a:lnTo>
                  <a:lnTo>
                    <a:pt x="6196912" y="52794"/>
                  </a:lnTo>
                  <a:lnTo>
                    <a:pt x="6197006" y="52794"/>
                  </a:lnTo>
                  <a:lnTo>
                    <a:pt x="6197100" y="52794"/>
                  </a:lnTo>
                  <a:lnTo>
                    <a:pt x="6197194" y="52794"/>
                  </a:lnTo>
                  <a:lnTo>
                    <a:pt x="6197288" y="52794"/>
                  </a:lnTo>
                  <a:lnTo>
                    <a:pt x="6197382" y="52794"/>
                  </a:lnTo>
                  <a:lnTo>
                    <a:pt x="6197476" y="52794"/>
                  </a:lnTo>
                  <a:lnTo>
                    <a:pt x="6197570" y="52794"/>
                  </a:lnTo>
                  <a:lnTo>
                    <a:pt x="6197664" y="52794"/>
                  </a:lnTo>
                  <a:lnTo>
                    <a:pt x="6197758" y="52794"/>
                  </a:lnTo>
                  <a:lnTo>
                    <a:pt x="6197852" y="52794"/>
                  </a:lnTo>
                  <a:lnTo>
                    <a:pt x="6197946" y="52794"/>
                  </a:lnTo>
                  <a:lnTo>
                    <a:pt x="6198040" y="52794"/>
                  </a:lnTo>
                  <a:lnTo>
                    <a:pt x="6198134" y="52794"/>
                  </a:lnTo>
                  <a:lnTo>
                    <a:pt x="6198228" y="52794"/>
                  </a:lnTo>
                  <a:lnTo>
                    <a:pt x="6198322" y="52794"/>
                  </a:lnTo>
                  <a:lnTo>
                    <a:pt x="6198416" y="52794"/>
                  </a:lnTo>
                  <a:lnTo>
                    <a:pt x="6198510" y="52794"/>
                  </a:lnTo>
                  <a:lnTo>
                    <a:pt x="6198604" y="52794"/>
                  </a:lnTo>
                  <a:lnTo>
                    <a:pt x="6198698" y="52794"/>
                  </a:lnTo>
                  <a:lnTo>
                    <a:pt x="6198698" y="47514"/>
                  </a:lnTo>
                  <a:lnTo>
                    <a:pt x="6198793" y="47514"/>
                  </a:lnTo>
                  <a:lnTo>
                    <a:pt x="6198887" y="47514"/>
                  </a:lnTo>
                  <a:lnTo>
                    <a:pt x="6198981" y="47514"/>
                  </a:lnTo>
                  <a:lnTo>
                    <a:pt x="6199075" y="47514"/>
                  </a:lnTo>
                  <a:lnTo>
                    <a:pt x="6199169" y="47514"/>
                  </a:lnTo>
                  <a:lnTo>
                    <a:pt x="6199263" y="47514"/>
                  </a:lnTo>
                  <a:lnTo>
                    <a:pt x="6199357" y="47514"/>
                  </a:lnTo>
                  <a:lnTo>
                    <a:pt x="6199451" y="47514"/>
                  </a:lnTo>
                  <a:lnTo>
                    <a:pt x="6199545" y="47514"/>
                  </a:lnTo>
                  <a:lnTo>
                    <a:pt x="6199639" y="47514"/>
                  </a:lnTo>
                  <a:lnTo>
                    <a:pt x="6199733" y="47514"/>
                  </a:lnTo>
                  <a:lnTo>
                    <a:pt x="6199827" y="47514"/>
                  </a:lnTo>
                  <a:lnTo>
                    <a:pt x="6199921" y="47514"/>
                  </a:lnTo>
                  <a:lnTo>
                    <a:pt x="6200015" y="47514"/>
                  </a:lnTo>
                  <a:lnTo>
                    <a:pt x="6200109" y="47514"/>
                  </a:lnTo>
                  <a:lnTo>
                    <a:pt x="6200203" y="47514"/>
                  </a:lnTo>
                  <a:lnTo>
                    <a:pt x="6200297" y="47514"/>
                  </a:lnTo>
                  <a:lnTo>
                    <a:pt x="6200391" y="47514"/>
                  </a:lnTo>
                  <a:lnTo>
                    <a:pt x="6200485" y="47514"/>
                  </a:lnTo>
                  <a:lnTo>
                    <a:pt x="6200579" y="47514"/>
                  </a:lnTo>
                  <a:lnTo>
                    <a:pt x="6200673" y="47514"/>
                  </a:lnTo>
                  <a:lnTo>
                    <a:pt x="6200767" y="47514"/>
                  </a:lnTo>
                  <a:lnTo>
                    <a:pt x="6200861" y="47514"/>
                  </a:lnTo>
                  <a:lnTo>
                    <a:pt x="6200955" y="47514"/>
                  </a:lnTo>
                  <a:lnTo>
                    <a:pt x="6201049" y="47514"/>
                  </a:lnTo>
                  <a:lnTo>
                    <a:pt x="6201143" y="47514"/>
                  </a:lnTo>
                  <a:lnTo>
                    <a:pt x="6201237" y="47514"/>
                  </a:lnTo>
                  <a:lnTo>
                    <a:pt x="6201331" y="47514"/>
                  </a:lnTo>
                  <a:lnTo>
                    <a:pt x="6201425" y="47514"/>
                  </a:lnTo>
                  <a:lnTo>
                    <a:pt x="6201519" y="47514"/>
                  </a:lnTo>
                  <a:lnTo>
                    <a:pt x="6201613" y="47514"/>
                  </a:lnTo>
                  <a:lnTo>
                    <a:pt x="6201707" y="47514"/>
                  </a:lnTo>
                  <a:lnTo>
                    <a:pt x="6201801" y="47514"/>
                  </a:lnTo>
                  <a:lnTo>
                    <a:pt x="6201895" y="47514"/>
                  </a:lnTo>
                  <a:lnTo>
                    <a:pt x="6201989" y="47514"/>
                  </a:lnTo>
                  <a:lnTo>
                    <a:pt x="6202083" y="47514"/>
                  </a:lnTo>
                  <a:lnTo>
                    <a:pt x="6202177" y="47514"/>
                  </a:lnTo>
                  <a:lnTo>
                    <a:pt x="6202271" y="47514"/>
                  </a:lnTo>
                  <a:lnTo>
                    <a:pt x="6202366" y="47514"/>
                  </a:lnTo>
                  <a:lnTo>
                    <a:pt x="6202460" y="47514"/>
                  </a:lnTo>
                  <a:lnTo>
                    <a:pt x="6202554" y="47514"/>
                  </a:lnTo>
                  <a:lnTo>
                    <a:pt x="6202648" y="47514"/>
                  </a:lnTo>
                  <a:lnTo>
                    <a:pt x="6202742" y="47514"/>
                  </a:lnTo>
                  <a:lnTo>
                    <a:pt x="6202836" y="47514"/>
                  </a:lnTo>
                  <a:lnTo>
                    <a:pt x="6202930" y="47514"/>
                  </a:lnTo>
                  <a:lnTo>
                    <a:pt x="6203024" y="47514"/>
                  </a:lnTo>
                  <a:lnTo>
                    <a:pt x="6203118" y="47514"/>
                  </a:lnTo>
                  <a:lnTo>
                    <a:pt x="6203212" y="47514"/>
                  </a:lnTo>
                  <a:lnTo>
                    <a:pt x="6203306" y="47514"/>
                  </a:lnTo>
                  <a:lnTo>
                    <a:pt x="6203400" y="47514"/>
                  </a:lnTo>
                  <a:lnTo>
                    <a:pt x="6203494" y="47514"/>
                  </a:lnTo>
                  <a:lnTo>
                    <a:pt x="6203588" y="47514"/>
                  </a:lnTo>
                  <a:lnTo>
                    <a:pt x="6203682" y="47514"/>
                  </a:lnTo>
                  <a:lnTo>
                    <a:pt x="6203776" y="47514"/>
                  </a:lnTo>
                  <a:lnTo>
                    <a:pt x="6203870" y="47514"/>
                  </a:lnTo>
                  <a:lnTo>
                    <a:pt x="6203964" y="47514"/>
                  </a:lnTo>
                  <a:lnTo>
                    <a:pt x="6204058" y="47514"/>
                  </a:lnTo>
                  <a:lnTo>
                    <a:pt x="6204152" y="47514"/>
                  </a:lnTo>
                  <a:lnTo>
                    <a:pt x="6204246" y="47514"/>
                  </a:lnTo>
                  <a:lnTo>
                    <a:pt x="6204340" y="47514"/>
                  </a:lnTo>
                  <a:lnTo>
                    <a:pt x="6204434" y="47514"/>
                  </a:lnTo>
                  <a:lnTo>
                    <a:pt x="6204528" y="47514"/>
                  </a:lnTo>
                  <a:lnTo>
                    <a:pt x="6204622" y="47514"/>
                  </a:lnTo>
                  <a:lnTo>
                    <a:pt x="6204716" y="47514"/>
                  </a:lnTo>
                  <a:lnTo>
                    <a:pt x="6204810" y="47514"/>
                  </a:lnTo>
                  <a:lnTo>
                    <a:pt x="6204904" y="47514"/>
                  </a:lnTo>
                  <a:lnTo>
                    <a:pt x="6204998" y="47514"/>
                  </a:lnTo>
                  <a:lnTo>
                    <a:pt x="6205092" y="47514"/>
                  </a:lnTo>
                  <a:lnTo>
                    <a:pt x="6205186" y="47514"/>
                  </a:lnTo>
                  <a:lnTo>
                    <a:pt x="6205280" y="47514"/>
                  </a:lnTo>
                  <a:lnTo>
                    <a:pt x="6205374" y="47514"/>
                  </a:lnTo>
                  <a:lnTo>
                    <a:pt x="6205468" y="47514"/>
                  </a:lnTo>
                  <a:lnTo>
                    <a:pt x="6205562" y="47514"/>
                  </a:lnTo>
                  <a:lnTo>
                    <a:pt x="6205656" y="47514"/>
                  </a:lnTo>
                  <a:lnTo>
                    <a:pt x="6205750" y="47514"/>
                  </a:lnTo>
                  <a:lnTo>
                    <a:pt x="6205845" y="47514"/>
                  </a:lnTo>
                  <a:lnTo>
                    <a:pt x="6205939" y="47514"/>
                  </a:lnTo>
                  <a:lnTo>
                    <a:pt x="6206033" y="47514"/>
                  </a:lnTo>
                  <a:lnTo>
                    <a:pt x="6206127" y="47514"/>
                  </a:lnTo>
                  <a:lnTo>
                    <a:pt x="6206221" y="47514"/>
                  </a:lnTo>
                  <a:lnTo>
                    <a:pt x="6206315" y="47514"/>
                  </a:lnTo>
                  <a:lnTo>
                    <a:pt x="6206409" y="47514"/>
                  </a:lnTo>
                  <a:lnTo>
                    <a:pt x="6206503" y="47514"/>
                  </a:lnTo>
                  <a:lnTo>
                    <a:pt x="6206597" y="47514"/>
                  </a:lnTo>
                  <a:lnTo>
                    <a:pt x="6206691" y="47514"/>
                  </a:lnTo>
                  <a:lnTo>
                    <a:pt x="6206785" y="47514"/>
                  </a:lnTo>
                  <a:lnTo>
                    <a:pt x="6206879" y="47514"/>
                  </a:lnTo>
                  <a:lnTo>
                    <a:pt x="6206973" y="47514"/>
                  </a:lnTo>
                  <a:lnTo>
                    <a:pt x="6207067" y="47514"/>
                  </a:lnTo>
                  <a:lnTo>
                    <a:pt x="6207161" y="47514"/>
                  </a:lnTo>
                  <a:lnTo>
                    <a:pt x="6207255" y="47514"/>
                  </a:lnTo>
                  <a:lnTo>
                    <a:pt x="6207349" y="47514"/>
                  </a:lnTo>
                  <a:lnTo>
                    <a:pt x="6207443" y="47514"/>
                  </a:lnTo>
                  <a:lnTo>
                    <a:pt x="6207537" y="47514"/>
                  </a:lnTo>
                  <a:lnTo>
                    <a:pt x="6207631" y="47514"/>
                  </a:lnTo>
                  <a:lnTo>
                    <a:pt x="6207725" y="47514"/>
                  </a:lnTo>
                  <a:lnTo>
                    <a:pt x="6207819" y="47514"/>
                  </a:lnTo>
                  <a:lnTo>
                    <a:pt x="6207913" y="47514"/>
                  </a:lnTo>
                  <a:lnTo>
                    <a:pt x="6208007" y="47514"/>
                  </a:lnTo>
                  <a:lnTo>
                    <a:pt x="6208101" y="47514"/>
                  </a:lnTo>
                  <a:lnTo>
                    <a:pt x="6208195" y="47514"/>
                  </a:lnTo>
                  <a:lnTo>
                    <a:pt x="6208289" y="47514"/>
                  </a:lnTo>
                  <a:lnTo>
                    <a:pt x="6208383" y="47514"/>
                  </a:lnTo>
                  <a:lnTo>
                    <a:pt x="6208477" y="47514"/>
                  </a:lnTo>
                  <a:lnTo>
                    <a:pt x="6208571" y="47514"/>
                  </a:lnTo>
                  <a:lnTo>
                    <a:pt x="6208665" y="47514"/>
                  </a:lnTo>
                  <a:lnTo>
                    <a:pt x="6208759" y="47514"/>
                  </a:lnTo>
                  <a:lnTo>
                    <a:pt x="6208853" y="47514"/>
                  </a:lnTo>
                  <a:lnTo>
                    <a:pt x="6208947" y="47514"/>
                  </a:lnTo>
                  <a:lnTo>
                    <a:pt x="6209041" y="47514"/>
                  </a:lnTo>
                  <a:lnTo>
                    <a:pt x="6209135" y="47514"/>
                  </a:lnTo>
                  <a:lnTo>
                    <a:pt x="6209229" y="47514"/>
                  </a:lnTo>
                  <a:lnTo>
                    <a:pt x="6209323" y="47514"/>
                  </a:lnTo>
                  <a:lnTo>
                    <a:pt x="6209418" y="47514"/>
                  </a:lnTo>
                  <a:lnTo>
                    <a:pt x="6209512" y="47514"/>
                  </a:lnTo>
                  <a:lnTo>
                    <a:pt x="6209606" y="47514"/>
                  </a:lnTo>
                  <a:lnTo>
                    <a:pt x="6209700" y="47514"/>
                  </a:lnTo>
                  <a:lnTo>
                    <a:pt x="6209794" y="47514"/>
                  </a:lnTo>
                  <a:lnTo>
                    <a:pt x="6209888" y="47514"/>
                  </a:lnTo>
                  <a:lnTo>
                    <a:pt x="6209982" y="47514"/>
                  </a:lnTo>
                  <a:lnTo>
                    <a:pt x="6210076" y="47514"/>
                  </a:lnTo>
                  <a:lnTo>
                    <a:pt x="6210170" y="47514"/>
                  </a:lnTo>
                  <a:lnTo>
                    <a:pt x="6210264" y="47514"/>
                  </a:lnTo>
                  <a:lnTo>
                    <a:pt x="6210358" y="47514"/>
                  </a:lnTo>
                  <a:lnTo>
                    <a:pt x="6210452" y="47514"/>
                  </a:lnTo>
                  <a:lnTo>
                    <a:pt x="6210546" y="47514"/>
                  </a:lnTo>
                  <a:lnTo>
                    <a:pt x="6210640" y="47514"/>
                  </a:lnTo>
                  <a:lnTo>
                    <a:pt x="6210734" y="47514"/>
                  </a:lnTo>
                  <a:lnTo>
                    <a:pt x="6210828" y="47514"/>
                  </a:lnTo>
                  <a:lnTo>
                    <a:pt x="6210922" y="47514"/>
                  </a:lnTo>
                  <a:lnTo>
                    <a:pt x="6211016" y="47514"/>
                  </a:lnTo>
                  <a:lnTo>
                    <a:pt x="6211110" y="47514"/>
                  </a:lnTo>
                  <a:lnTo>
                    <a:pt x="6211204" y="47514"/>
                  </a:lnTo>
                  <a:lnTo>
                    <a:pt x="6211298" y="47514"/>
                  </a:lnTo>
                  <a:lnTo>
                    <a:pt x="6211392" y="47514"/>
                  </a:lnTo>
                  <a:lnTo>
                    <a:pt x="6211486" y="47514"/>
                  </a:lnTo>
                  <a:lnTo>
                    <a:pt x="6211580" y="47514"/>
                  </a:lnTo>
                  <a:lnTo>
                    <a:pt x="6211674" y="47514"/>
                  </a:lnTo>
                  <a:lnTo>
                    <a:pt x="6211768" y="47514"/>
                  </a:lnTo>
                  <a:lnTo>
                    <a:pt x="6211862" y="47514"/>
                  </a:lnTo>
                  <a:lnTo>
                    <a:pt x="6211956" y="47514"/>
                  </a:lnTo>
                  <a:lnTo>
                    <a:pt x="6212050" y="47514"/>
                  </a:lnTo>
                  <a:lnTo>
                    <a:pt x="6212144" y="47514"/>
                  </a:lnTo>
                  <a:lnTo>
                    <a:pt x="6212238" y="47514"/>
                  </a:lnTo>
                  <a:lnTo>
                    <a:pt x="6212332" y="47514"/>
                  </a:lnTo>
                  <a:lnTo>
                    <a:pt x="6212426" y="47514"/>
                  </a:lnTo>
                  <a:lnTo>
                    <a:pt x="6212520" y="47514"/>
                  </a:lnTo>
                  <a:lnTo>
                    <a:pt x="6212614" y="47514"/>
                  </a:lnTo>
                  <a:lnTo>
                    <a:pt x="6212708" y="47514"/>
                  </a:lnTo>
                  <a:lnTo>
                    <a:pt x="6212802" y="47514"/>
                  </a:lnTo>
                  <a:lnTo>
                    <a:pt x="6212896" y="47514"/>
                  </a:lnTo>
                  <a:lnTo>
                    <a:pt x="6212991" y="47514"/>
                  </a:lnTo>
                  <a:lnTo>
                    <a:pt x="6213085" y="47514"/>
                  </a:lnTo>
                  <a:lnTo>
                    <a:pt x="6213179" y="47514"/>
                  </a:lnTo>
                  <a:lnTo>
                    <a:pt x="6213273" y="47514"/>
                  </a:lnTo>
                  <a:lnTo>
                    <a:pt x="6213367" y="47514"/>
                  </a:lnTo>
                  <a:lnTo>
                    <a:pt x="6213461" y="47514"/>
                  </a:lnTo>
                  <a:lnTo>
                    <a:pt x="6213555" y="47514"/>
                  </a:lnTo>
                  <a:lnTo>
                    <a:pt x="6213649" y="47514"/>
                  </a:lnTo>
                  <a:lnTo>
                    <a:pt x="6213743" y="47514"/>
                  </a:lnTo>
                  <a:lnTo>
                    <a:pt x="6213837" y="47514"/>
                  </a:lnTo>
                  <a:lnTo>
                    <a:pt x="6213931" y="47514"/>
                  </a:lnTo>
                  <a:lnTo>
                    <a:pt x="6214025" y="47514"/>
                  </a:lnTo>
                  <a:lnTo>
                    <a:pt x="6214119" y="47514"/>
                  </a:lnTo>
                  <a:lnTo>
                    <a:pt x="6214213" y="47514"/>
                  </a:lnTo>
                  <a:lnTo>
                    <a:pt x="6214307" y="47514"/>
                  </a:lnTo>
                  <a:lnTo>
                    <a:pt x="6214401" y="47514"/>
                  </a:lnTo>
                  <a:lnTo>
                    <a:pt x="6214495" y="47514"/>
                  </a:lnTo>
                  <a:lnTo>
                    <a:pt x="6214589" y="47514"/>
                  </a:lnTo>
                  <a:lnTo>
                    <a:pt x="6214683" y="47514"/>
                  </a:lnTo>
                  <a:lnTo>
                    <a:pt x="6214777" y="47514"/>
                  </a:lnTo>
                  <a:lnTo>
                    <a:pt x="6214871" y="47514"/>
                  </a:lnTo>
                  <a:lnTo>
                    <a:pt x="6214965" y="47514"/>
                  </a:lnTo>
                  <a:lnTo>
                    <a:pt x="6215059" y="47514"/>
                  </a:lnTo>
                  <a:lnTo>
                    <a:pt x="6215153" y="47514"/>
                  </a:lnTo>
                  <a:lnTo>
                    <a:pt x="6215247" y="47514"/>
                  </a:lnTo>
                  <a:lnTo>
                    <a:pt x="6215341" y="47514"/>
                  </a:lnTo>
                  <a:lnTo>
                    <a:pt x="6215435" y="47514"/>
                  </a:lnTo>
                  <a:lnTo>
                    <a:pt x="6215529" y="47514"/>
                  </a:lnTo>
                  <a:lnTo>
                    <a:pt x="6215623" y="47514"/>
                  </a:lnTo>
                  <a:lnTo>
                    <a:pt x="6215717" y="47514"/>
                  </a:lnTo>
                  <a:lnTo>
                    <a:pt x="6215811" y="47514"/>
                  </a:lnTo>
                  <a:lnTo>
                    <a:pt x="6215905" y="47514"/>
                  </a:lnTo>
                  <a:lnTo>
                    <a:pt x="6215999" y="47514"/>
                  </a:lnTo>
                  <a:lnTo>
                    <a:pt x="6216093" y="47514"/>
                  </a:lnTo>
                  <a:lnTo>
                    <a:pt x="6216187" y="47514"/>
                  </a:lnTo>
                  <a:lnTo>
                    <a:pt x="6216281" y="47514"/>
                  </a:lnTo>
                  <a:lnTo>
                    <a:pt x="6216375" y="47514"/>
                  </a:lnTo>
                  <a:lnTo>
                    <a:pt x="6216470" y="47514"/>
                  </a:lnTo>
                  <a:lnTo>
                    <a:pt x="6216564" y="47514"/>
                  </a:lnTo>
                  <a:lnTo>
                    <a:pt x="6216658" y="47514"/>
                  </a:lnTo>
                  <a:lnTo>
                    <a:pt x="6216752" y="47514"/>
                  </a:lnTo>
                  <a:lnTo>
                    <a:pt x="6216846" y="47514"/>
                  </a:lnTo>
                  <a:lnTo>
                    <a:pt x="6216940" y="47514"/>
                  </a:lnTo>
                  <a:lnTo>
                    <a:pt x="6217034" y="47514"/>
                  </a:lnTo>
                  <a:lnTo>
                    <a:pt x="6217128" y="47514"/>
                  </a:lnTo>
                  <a:lnTo>
                    <a:pt x="6217222" y="47514"/>
                  </a:lnTo>
                  <a:lnTo>
                    <a:pt x="6217316" y="47514"/>
                  </a:lnTo>
                  <a:lnTo>
                    <a:pt x="6217410" y="47514"/>
                  </a:lnTo>
                  <a:lnTo>
                    <a:pt x="6217504" y="47514"/>
                  </a:lnTo>
                  <a:lnTo>
                    <a:pt x="6217598" y="47514"/>
                  </a:lnTo>
                  <a:lnTo>
                    <a:pt x="6217692" y="47514"/>
                  </a:lnTo>
                  <a:lnTo>
                    <a:pt x="6217786" y="47514"/>
                  </a:lnTo>
                  <a:lnTo>
                    <a:pt x="6217880" y="47514"/>
                  </a:lnTo>
                  <a:lnTo>
                    <a:pt x="6217974" y="47514"/>
                  </a:lnTo>
                  <a:lnTo>
                    <a:pt x="6218068" y="47514"/>
                  </a:lnTo>
                  <a:lnTo>
                    <a:pt x="6218162" y="47514"/>
                  </a:lnTo>
                  <a:lnTo>
                    <a:pt x="6218256" y="47514"/>
                  </a:lnTo>
                  <a:lnTo>
                    <a:pt x="6218350" y="47514"/>
                  </a:lnTo>
                  <a:lnTo>
                    <a:pt x="6218444" y="47514"/>
                  </a:lnTo>
                  <a:lnTo>
                    <a:pt x="6218538" y="47514"/>
                  </a:lnTo>
                  <a:lnTo>
                    <a:pt x="6218632" y="47514"/>
                  </a:lnTo>
                  <a:lnTo>
                    <a:pt x="6218726" y="47514"/>
                  </a:lnTo>
                  <a:lnTo>
                    <a:pt x="6218820" y="47514"/>
                  </a:lnTo>
                  <a:lnTo>
                    <a:pt x="6218914" y="47514"/>
                  </a:lnTo>
                  <a:lnTo>
                    <a:pt x="6219008" y="47514"/>
                  </a:lnTo>
                  <a:lnTo>
                    <a:pt x="6219102" y="47514"/>
                  </a:lnTo>
                  <a:lnTo>
                    <a:pt x="6219196" y="47514"/>
                  </a:lnTo>
                  <a:lnTo>
                    <a:pt x="6219290" y="47514"/>
                  </a:lnTo>
                  <a:lnTo>
                    <a:pt x="6219384" y="47514"/>
                  </a:lnTo>
                  <a:lnTo>
                    <a:pt x="6219478" y="47514"/>
                  </a:lnTo>
                  <a:lnTo>
                    <a:pt x="6219572" y="47514"/>
                  </a:lnTo>
                  <a:lnTo>
                    <a:pt x="6219666" y="47514"/>
                  </a:lnTo>
                  <a:lnTo>
                    <a:pt x="6219760" y="47514"/>
                  </a:lnTo>
                  <a:lnTo>
                    <a:pt x="6219854" y="47514"/>
                  </a:lnTo>
                  <a:lnTo>
                    <a:pt x="6219948" y="47514"/>
                  </a:lnTo>
                  <a:lnTo>
                    <a:pt x="6220043" y="47514"/>
                  </a:lnTo>
                  <a:lnTo>
                    <a:pt x="6220137" y="47514"/>
                  </a:lnTo>
                  <a:lnTo>
                    <a:pt x="6220231" y="47514"/>
                  </a:lnTo>
                  <a:lnTo>
                    <a:pt x="6220325" y="47514"/>
                  </a:lnTo>
                  <a:lnTo>
                    <a:pt x="6220419" y="47514"/>
                  </a:lnTo>
                  <a:lnTo>
                    <a:pt x="6220513" y="47514"/>
                  </a:lnTo>
                  <a:lnTo>
                    <a:pt x="6220607" y="47514"/>
                  </a:lnTo>
                  <a:lnTo>
                    <a:pt x="6220701" y="47514"/>
                  </a:lnTo>
                  <a:lnTo>
                    <a:pt x="6220795" y="47514"/>
                  </a:lnTo>
                  <a:lnTo>
                    <a:pt x="6220889" y="47514"/>
                  </a:lnTo>
                  <a:lnTo>
                    <a:pt x="6220983" y="47514"/>
                  </a:lnTo>
                  <a:lnTo>
                    <a:pt x="6221077" y="47514"/>
                  </a:lnTo>
                  <a:lnTo>
                    <a:pt x="6221171" y="47514"/>
                  </a:lnTo>
                  <a:lnTo>
                    <a:pt x="6221265" y="47514"/>
                  </a:lnTo>
                  <a:lnTo>
                    <a:pt x="6221359" y="47514"/>
                  </a:lnTo>
                  <a:lnTo>
                    <a:pt x="6221453" y="47514"/>
                  </a:lnTo>
                  <a:lnTo>
                    <a:pt x="6221547" y="47514"/>
                  </a:lnTo>
                  <a:lnTo>
                    <a:pt x="6221641" y="47514"/>
                  </a:lnTo>
                  <a:lnTo>
                    <a:pt x="6221735" y="47514"/>
                  </a:lnTo>
                  <a:lnTo>
                    <a:pt x="6221829" y="47514"/>
                  </a:lnTo>
                  <a:lnTo>
                    <a:pt x="6221923" y="47514"/>
                  </a:lnTo>
                  <a:lnTo>
                    <a:pt x="6222017" y="47514"/>
                  </a:lnTo>
                  <a:lnTo>
                    <a:pt x="6222111" y="47514"/>
                  </a:lnTo>
                  <a:lnTo>
                    <a:pt x="6222205" y="47514"/>
                  </a:lnTo>
                  <a:lnTo>
                    <a:pt x="6222299" y="47514"/>
                  </a:lnTo>
                  <a:lnTo>
                    <a:pt x="6222393" y="47514"/>
                  </a:lnTo>
                  <a:lnTo>
                    <a:pt x="6222487" y="47514"/>
                  </a:lnTo>
                  <a:lnTo>
                    <a:pt x="6222581" y="47514"/>
                  </a:lnTo>
                  <a:lnTo>
                    <a:pt x="6222675" y="47514"/>
                  </a:lnTo>
                  <a:lnTo>
                    <a:pt x="6222769" y="47514"/>
                  </a:lnTo>
                  <a:lnTo>
                    <a:pt x="6222863" y="47514"/>
                  </a:lnTo>
                  <a:lnTo>
                    <a:pt x="6222957" y="47514"/>
                  </a:lnTo>
                  <a:lnTo>
                    <a:pt x="6223051" y="47514"/>
                  </a:lnTo>
                  <a:lnTo>
                    <a:pt x="6223145" y="47514"/>
                  </a:lnTo>
                  <a:lnTo>
                    <a:pt x="6223239" y="47514"/>
                  </a:lnTo>
                  <a:lnTo>
                    <a:pt x="6223333" y="47514"/>
                  </a:lnTo>
                  <a:lnTo>
                    <a:pt x="6223427" y="47514"/>
                  </a:lnTo>
                  <a:lnTo>
                    <a:pt x="6223521" y="47514"/>
                  </a:lnTo>
                  <a:lnTo>
                    <a:pt x="6223616" y="47514"/>
                  </a:lnTo>
                  <a:lnTo>
                    <a:pt x="6223710" y="47514"/>
                  </a:lnTo>
                  <a:lnTo>
                    <a:pt x="6223804" y="47514"/>
                  </a:lnTo>
                  <a:lnTo>
                    <a:pt x="6223898" y="47514"/>
                  </a:lnTo>
                  <a:lnTo>
                    <a:pt x="6223992" y="47514"/>
                  </a:lnTo>
                  <a:lnTo>
                    <a:pt x="6224086" y="47514"/>
                  </a:lnTo>
                  <a:lnTo>
                    <a:pt x="6224180" y="47514"/>
                  </a:lnTo>
                  <a:lnTo>
                    <a:pt x="6224274" y="47514"/>
                  </a:lnTo>
                  <a:lnTo>
                    <a:pt x="6224368" y="47514"/>
                  </a:lnTo>
                  <a:lnTo>
                    <a:pt x="6224462" y="47514"/>
                  </a:lnTo>
                  <a:lnTo>
                    <a:pt x="6224556" y="47514"/>
                  </a:lnTo>
                  <a:lnTo>
                    <a:pt x="6224650" y="47514"/>
                  </a:lnTo>
                  <a:lnTo>
                    <a:pt x="6224744" y="47514"/>
                  </a:lnTo>
                  <a:lnTo>
                    <a:pt x="6224838" y="47514"/>
                  </a:lnTo>
                  <a:lnTo>
                    <a:pt x="6224932" y="47514"/>
                  </a:lnTo>
                  <a:lnTo>
                    <a:pt x="6225026" y="47514"/>
                  </a:lnTo>
                  <a:lnTo>
                    <a:pt x="6225120" y="47514"/>
                  </a:lnTo>
                  <a:lnTo>
                    <a:pt x="6225214" y="47514"/>
                  </a:lnTo>
                  <a:lnTo>
                    <a:pt x="6225308" y="47514"/>
                  </a:lnTo>
                  <a:lnTo>
                    <a:pt x="6225402" y="47514"/>
                  </a:lnTo>
                  <a:lnTo>
                    <a:pt x="6225496" y="47514"/>
                  </a:lnTo>
                  <a:lnTo>
                    <a:pt x="6225590" y="47514"/>
                  </a:lnTo>
                  <a:lnTo>
                    <a:pt x="6225684" y="47514"/>
                  </a:lnTo>
                  <a:lnTo>
                    <a:pt x="6225778" y="47514"/>
                  </a:lnTo>
                  <a:lnTo>
                    <a:pt x="6225872" y="47514"/>
                  </a:lnTo>
                  <a:lnTo>
                    <a:pt x="6225966" y="47514"/>
                  </a:lnTo>
                  <a:lnTo>
                    <a:pt x="6226060" y="47514"/>
                  </a:lnTo>
                  <a:lnTo>
                    <a:pt x="6226154" y="47514"/>
                  </a:lnTo>
                  <a:lnTo>
                    <a:pt x="6226248" y="47514"/>
                  </a:lnTo>
                  <a:lnTo>
                    <a:pt x="6226342" y="47514"/>
                  </a:lnTo>
                  <a:lnTo>
                    <a:pt x="6226436" y="47514"/>
                  </a:lnTo>
                  <a:lnTo>
                    <a:pt x="6226530" y="47514"/>
                  </a:lnTo>
                  <a:lnTo>
                    <a:pt x="6226624" y="47514"/>
                  </a:lnTo>
                  <a:lnTo>
                    <a:pt x="6226718" y="47514"/>
                  </a:lnTo>
                  <a:lnTo>
                    <a:pt x="6226812" y="47514"/>
                  </a:lnTo>
                  <a:lnTo>
                    <a:pt x="6226906" y="47514"/>
                  </a:lnTo>
                  <a:lnTo>
                    <a:pt x="6227000" y="47514"/>
                  </a:lnTo>
                  <a:lnTo>
                    <a:pt x="6227094" y="47514"/>
                  </a:lnTo>
                  <a:lnTo>
                    <a:pt x="6227189" y="47514"/>
                  </a:lnTo>
                  <a:lnTo>
                    <a:pt x="6227283" y="47514"/>
                  </a:lnTo>
                  <a:lnTo>
                    <a:pt x="6227377" y="47514"/>
                  </a:lnTo>
                  <a:lnTo>
                    <a:pt x="6227471" y="47514"/>
                  </a:lnTo>
                  <a:lnTo>
                    <a:pt x="6227565" y="47514"/>
                  </a:lnTo>
                  <a:lnTo>
                    <a:pt x="6227659" y="47514"/>
                  </a:lnTo>
                  <a:lnTo>
                    <a:pt x="6227753" y="47514"/>
                  </a:lnTo>
                  <a:lnTo>
                    <a:pt x="6227847" y="47514"/>
                  </a:lnTo>
                  <a:lnTo>
                    <a:pt x="6227941" y="47514"/>
                  </a:lnTo>
                  <a:lnTo>
                    <a:pt x="6228035" y="47514"/>
                  </a:lnTo>
                  <a:lnTo>
                    <a:pt x="6228129" y="47514"/>
                  </a:lnTo>
                  <a:lnTo>
                    <a:pt x="6228223" y="47514"/>
                  </a:lnTo>
                  <a:lnTo>
                    <a:pt x="6228317" y="47514"/>
                  </a:lnTo>
                  <a:lnTo>
                    <a:pt x="6228411" y="47514"/>
                  </a:lnTo>
                  <a:lnTo>
                    <a:pt x="6228505" y="47514"/>
                  </a:lnTo>
                  <a:lnTo>
                    <a:pt x="6228599" y="47514"/>
                  </a:lnTo>
                  <a:lnTo>
                    <a:pt x="6228693" y="47514"/>
                  </a:lnTo>
                  <a:lnTo>
                    <a:pt x="6228787" y="47514"/>
                  </a:lnTo>
                  <a:lnTo>
                    <a:pt x="6228881" y="47514"/>
                  </a:lnTo>
                  <a:lnTo>
                    <a:pt x="6228975" y="47514"/>
                  </a:lnTo>
                  <a:lnTo>
                    <a:pt x="6229069" y="47514"/>
                  </a:lnTo>
                  <a:lnTo>
                    <a:pt x="6229163" y="47514"/>
                  </a:lnTo>
                  <a:lnTo>
                    <a:pt x="6229257" y="47514"/>
                  </a:lnTo>
                  <a:lnTo>
                    <a:pt x="6229351" y="47514"/>
                  </a:lnTo>
                  <a:lnTo>
                    <a:pt x="6229445" y="47514"/>
                  </a:lnTo>
                  <a:lnTo>
                    <a:pt x="6229539" y="47514"/>
                  </a:lnTo>
                  <a:lnTo>
                    <a:pt x="6229633" y="47514"/>
                  </a:lnTo>
                  <a:lnTo>
                    <a:pt x="6229727" y="47514"/>
                  </a:lnTo>
                  <a:lnTo>
                    <a:pt x="6229821" y="47514"/>
                  </a:lnTo>
                  <a:lnTo>
                    <a:pt x="6229915" y="47514"/>
                  </a:lnTo>
                  <a:lnTo>
                    <a:pt x="6230009" y="47514"/>
                  </a:lnTo>
                  <a:lnTo>
                    <a:pt x="6230103" y="47514"/>
                  </a:lnTo>
                  <a:lnTo>
                    <a:pt x="6230197" y="47514"/>
                  </a:lnTo>
                  <a:lnTo>
                    <a:pt x="6230291" y="47514"/>
                  </a:lnTo>
                  <a:lnTo>
                    <a:pt x="6230385" y="47514"/>
                  </a:lnTo>
                  <a:lnTo>
                    <a:pt x="6230479" y="47514"/>
                  </a:lnTo>
                  <a:lnTo>
                    <a:pt x="6230573" y="47514"/>
                  </a:lnTo>
                  <a:lnTo>
                    <a:pt x="6230668" y="47514"/>
                  </a:lnTo>
                  <a:lnTo>
                    <a:pt x="6230762" y="47514"/>
                  </a:lnTo>
                  <a:lnTo>
                    <a:pt x="6230856" y="47514"/>
                  </a:lnTo>
                  <a:lnTo>
                    <a:pt x="6230950" y="47514"/>
                  </a:lnTo>
                  <a:lnTo>
                    <a:pt x="6231044" y="47514"/>
                  </a:lnTo>
                  <a:lnTo>
                    <a:pt x="6231138" y="47514"/>
                  </a:lnTo>
                  <a:lnTo>
                    <a:pt x="6231232" y="47514"/>
                  </a:lnTo>
                  <a:lnTo>
                    <a:pt x="6231326" y="47514"/>
                  </a:lnTo>
                  <a:lnTo>
                    <a:pt x="6231420" y="47514"/>
                  </a:lnTo>
                  <a:lnTo>
                    <a:pt x="6231514" y="47514"/>
                  </a:lnTo>
                  <a:lnTo>
                    <a:pt x="6231608" y="47514"/>
                  </a:lnTo>
                  <a:lnTo>
                    <a:pt x="6231702" y="47514"/>
                  </a:lnTo>
                  <a:lnTo>
                    <a:pt x="6231796" y="47514"/>
                  </a:lnTo>
                  <a:lnTo>
                    <a:pt x="6231890" y="47514"/>
                  </a:lnTo>
                  <a:lnTo>
                    <a:pt x="6231984" y="47514"/>
                  </a:lnTo>
                  <a:lnTo>
                    <a:pt x="6232078" y="47514"/>
                  </a:lnTo>
                  <a:lnTo>
                    <a:pt x="6232172" y="47514"/>
                  </a:lnTo>
                  <a:lnTo>
                    <a:pt x="6232266" y="47514"/>
                  </a:lnTo>
                  <a:lnTo>
                    <a:pt x="6232360" y="47514"/>
                  </a:lnTo>
                  <a:lnTo>
                    <a:pt x="6232454" y="47514"/>
                  </a:lnTo>
                  <a:lnTo>
                    <a:pt x="6232548" y="47514"/>
                  </a:lnTo>
                  <a:lnTo>
                    <a:pt x="6232642" y="47514"/>
                  </a:lnTo>
                  <a:lnTo>
                    <a:pt x="6232736" y="47514"/>
                  </a:lnTo>
                  <a:lnTo>
                    <a:pt x="6232830" y="47514"/>
                  </a:lnTo>
                  <a:lnTo>
                    <a:pt x="6232924" y="47514"/>
                  </a:lnTo>
                  <a:lnTo>
                    <a:pt x="6233018" y="47514"/>
                  </a:lnTo>
                  <a:lnTo>
                    <a:pt x="6233112" y="47514"/>
                  </a:lnTo>
                  <a:lnTo>
                    <a:pt x="6233206" y="47514"/>
                  </a:lnTo>
                  <a:lnTo>
                    <a:pt x="6233300" y="47514"/>
                  </a:lnTo>
                  <a:lnTo>
                    <a:pt x="6233394" y="47514"/>
                  </a:lnTo>
                  <a:lnTo>
                    <a:pt x="6233488" y="47514"/>
                  </a:lnTo>
                  <a:lnTo>
                    <a:pt x="6233582" y="47514"/>
                  </a:lnTo>
                  <a:lnTo>
                    <a:pt x="6233676" y="47514"/>
                  </a:lnTo>
                  <a:lnTo>
                    <a:pt x="6233770" y="47514"/>
                  </a:lnTo>
                  <a:lnTo>
                    <a:pt x="6233864" y="47514"/>
                  </a:lnTo>
                  <a:lnTo>
                    <a:pt x="6233958" y="47514"/>
                  </a:lnTo>
                  <a:lnTo>
                    <a:pt x="6234052" y="47514"/>
                  </a:lnTo>
                  <a:lnTo>
                    <a:pt x="6234146" y="47514"/>
                  </a:lnTo>
                  <a:lnTo>
                    <a:pt x="6234241" y="47514"/>
                  </a:lnTo>
                  <a:lnTo>
                    <a:pt x="6234335" y="47514"/>
                  </a:lnTo>
                  <a:lnTo>
                    <a:pt x="6234429" y="47514"/>
                  </a:lnTo>
                  <a:lnTo>
                    <a:pt x="6234523" y="47514"/>
                  </a:lnTo>
                  <a:lnTo>
                    <a:pt x="6234617" y="47514"/>
                  </a:lnTo>
                  <a:lnTo>
                    <a:pt x="6234711" y="47514"/>
                  </a:lnTo>
                  <a:lnTo>
                    <a:pt x="6234805" y="47514"/>
                  </a:lnTo>
                  <a:lnTo>
                    <a:pt x="6234899" y="47514"/>
                  </a:lnTo>
                  <a:lnTo>
                    <a:pt x="6234993" y="47514"/>
                  </a:lnTo>
                  <a:lnTo>
                    <a:pt x="6235087" y="47514"/>
                  </a:lnTo>
                  <a:lnTo>
                    <a:pt x="6235181" y="47514"/>
                  </a:lnTo>
                  <a:lnTo>
                    <a:pt x="6235275" y="47514"/>
                  </a:lnTo>
                  <a:lnTo>
                    <a:pt x="6235369" y="47514"/>
                  </a:lnTo>
                  <a:lnTo>
                    <a:pt x="6235463" y="47514"/>
                  </a:lnTo>
                  <a:lnTo>
                    <a:pt x="6235557" y="47514"/>
                  </a:lnTo>
                  <a:lnTo>
                    <a:pt x="6235651" y="47514"/>
                  </a:lnTo>
                  <a:lnTo>
                    <a:pt x="6235745" y="47514"/>
                  </a:lnTo>
                  <a:lnTo>
                    <a:pt x="6235839" y="47514"/>
                  </a:lnTo>
                  <a:lnTo>
                    <a:pt x="6235933" y="47514"/>
                  </a:lnTo>
                  <a:lnTo>
                    <a:pt x="6236027" y="47514"/>
                  </a:lnTo>
                  <a:lnTo>
                    <a:pt x="6236121" y="47514"/>
                  </a:lnTo>
                  <a:lnTo>
                    <a:pt x="6236215" y="47514"/>
                  </a:lnTo>
                  <a:lnTo>
                    <a:pt x="6236309" y="47514"/>
                  </a:lnTo>
                  <a:lnTo>
                    <a:pt x="6236403" y="47514"/>
                  </a:lnTo>
                  <a:lnTo>
                    <a:pt x="6236497" y="47514"/>
                  </a:lnTo>
                  <a:lnTo>
                    <a:pt x="6236591" y="47514"/>
                  </a:lnTo>
                  <a:lnTo>
                    <a:pt x="6236685" y="47514"/>
                  </a:lnTo>
                  <a:lnTo>
                    <a:pt x="6236779" y="47514"/>
                  </a:lnTo>
                  <a:lnTo>
                    <a:pt x="6236873" y="47514"/>
                  </a:lnTo>
                  <a:lnTo>
                    <a:pt x="6236967" y="47514"/>
                  </a:lnTo>
                  <a:lnTo>
                    <a:pt x="6237061" y="47514"/>
                  </a:lnTo>
                  <a:lnTo>
                    <a:pt x="6237155" y="47514"/>
                  </a:lnTo>
                  <a:lnTo>
                    <a:pt x="6237249" y="47514"/>
                  </a:lnTo>
                  <a:lnTo>
                    <a:pt x="6237343" y="47514"/>
                  </a:lnTo>
                  <a:lnTo>
                    <a:pt x="6237437" y="47514"/>
                  </a:lnTo>
                  <a:lnTo>
                    <a:pt x="6237531" y="47514"/>
                  </a:lnTo>
                  <a:lnTo>
                    <a:pt x="6237625" y="47514"/>
                  </a:lnTo>
                  <a:lnTo>
                    <a:pt x="6237719" y="47514"/>
                  </a:lnTo>
                  <a:lnTo>
                    <a:pt x="6237814" y="47514"/>
                  </a:lnTo>
                  <a:lnTo>
                    <a:pt x="6237908" y="47514"/>
                  </a:lnTo>
                  <a:lnTo>
                    <a:pt x="6238002" y="47514"/>
                  </a:lnTo>
                  <a:lnTo>
                    <a:pt x="6238096" y="47514"/>
                  </a:lnTo>
                  <a:lnTo>
                    <a:pt x="6238190" y="47514"/>
                  </a:lnTo>
                  <a:lnTo>
                    <a:pt x="6238284" y="47514"/>
                  </a:lnTo>
                  <a:lnTo>
                    <a:pt x="6238378" y="47514"/>
                  </a:lnTo>
                  <a:lnTo>
                    <a:pt x="6238472" y="47514"/>
                  </a:lnTo>
                  <a:lnTo>
                    <a:pt x="6238566" y="47514"/>
                  </a:lnTo>
                  <a:lnTo>
                    <a:pt x="6238660" y="47514"/>
                  </a:lnTo>
                  <a:lnTo>
                    <a:pt x="6238754" y="47514"/>
                  </a:lnTo>
                  <a:lnTo>
                    <a:pt x="6238848" y="47514"/>
                  </a:lnTo>
                  <a:lnTo>
                    <a:pt x="6238942" y="47514"/>
                  </a:lnTo>
                  <a:lnTo>
                    <a:pt x="6239036" y="47514"/>
                  </a:lnTo>
                  <a:lnTo>
                    <a:pt x="6239130" y="47514"/>
                  </a:lnTo>
                  <a:lnTo>
                    <a:pt x="6239224" y="47514"/>
                  </a:lnTo>
                  <a:lnTo>
                    <a:pt x="6239318" y="47514"/>
                  </a:lnTo>
                  <a:lnTo>
                    <a:pt x="6239412" y="47514"/>
                  </a:lnTo>
                  <a:lnTo>
                    <a:pt x="6239506" y="47514"/>
                  </a:lnTo>
                  <a:lnTo>
                    <a:pt x="6239600" y="47514"/>
                  </a:lnTo>
                  <a:lnTo>
                    <a:pt x="6239694" y="47514"/>
                  </a:lnTo>
                  <a:lnTo>
                    <a:pt x="6239788" y="47514"/>
                  </a:lnTo>
                  <a:lnTo>
                    <a:pt x="6239882" y="47514"/>
                  </a:lnTo>
                  <a:lnTo>
                    <a:pt x="6239976" y="47514"/>
                  </a:lnTo>
                  <a:lnTo>
                    <a:pt x="6240070" y="47514"/>
                  </a:lnTo>
                  <a:lnTo>
                    <a:pt x="6240164" y="47514"/>
                  </a:lnTo>
                  <a:lnTo>
                    <a:pt x="6240258" y="47514"/>
                  </a:lnTo>
                  <a:lnTo>
                    <a:pt x="6240352" y="47514"/>
                  </a:lnTo>
                  <a:lnTo>
                    <a:pt x="6240446" y="47514"/>
                  </a:lnTo>
                  <a:lnTo>
                    <a:pt x="6240540" y="47514"/>
                  </a:lnTo>
                  <a:lnTo>
                    <a:pt x="6240634" y="47514"/>
                  </a:lnTo>
                  <a:lnTo>
                    <a:pt x="6240728" y="47514"/>
                  </a:lnTo>
                  <a:lnTo>
                    <a:pt x="6240822" y="47514"/>
                  </a:lnTo>
                  <a:lnTo>
                    <a:pt x="6240916" y="47514"/>
                  </a:lnTo>
                  <a:lnTo>
                    <a:pt x="6241010" y="47514"/>
                  </a:lnTo>
                  <a:lnTo>
                    <a:pt x="6241104" y="47514"/>
                  </a:lnTo>
                  <a:lnTo>
                    <a:pt x="6241198" y="47514"/>
                  </a:lnTo>
                  <a:lnTo>
                    <a:pt x="6241293" y="47514"/>
                  </a:lnTo>
                  <a:lnTo>
                    <a:pt x="6241387" y="47514"/>
                  </a:lnTo>
                  <a:lnTo>
                    <a:pt x="6241481" y="47514"/>
                  </a:lnTo>
                  <a:lnTo>
                    <a:pt x="6241575" y="47514"/>
                  </a:lnTo>
                  <a:lnTo>
                    <a:pt x="6241669" y="47514"/>
                  </a:lnTo>
                  <a:lnTo>
                    <a:pt x="6241763" y="47514"/>
                  </a:lnTo>
                  <a:lnTo>
                    <a:pt x="6241857" y="47514"/>
                  </a:lnTo>
                  <a:lnTo>
                    <a:pt x="6241951" y="47514"/>
                  </a:lnTo>
                  <a:lnTo>
                    <a:pt x="6242045" y="47514"/>
                  </a:lnTo>
                  <a:lnTo>
                    <a:pt x="6242139" y="47514"/>
                  </a:lnTo>
                  <a:lnTo>
                    <a:pt x="6242233" y="47514"/>
                  </a:lnTo>
                  <a:lnTo>
                    <a:pt x="6242327" y="47514"/>
                  </a:lnTo>
                  <a:lnTo>
                    <a:pt x="6242421" y="47514"/>
                  </a:lnTo>
                  <a:lnTo>
                    <a:pt x="6242515" y="47514"/>
                  </a:lnTo>
                  <a:lnTo>
                    <a:pt x="6242609" y="47514"/>
                  </a:lnTo>
                  <a:lnTo>
                    <a:pt x="6242703" y="47514"/>
                  </a:lnTo>
                  <a:lnTo>
                    <a:pt x="6242797" y="47514"/>
                  </a:lnTo>
                  <a:lnTo>
                    <a:pt x="6242891" y="47514"/>
                  </a:lnTo>
                  <a:lnTo>
                    <a:pt x="6242985" y="47514"/>
                  </a:lnTo>
                  <a:lnTo>
                    <a:pt x="6243079" y="47514"/>
                  </a:lnTo>
                  <a:lnTo>
                    <a:pt x="6243173" y="47514"/>
                  </a:lnTo>
                  <a:lnTo>
                    <a:pt x="6243267" y="47514"/>
                  </a:lnTo>
                  <a:lnTo>
                    <a:pt x="6243361" y="47514"/>
                  </a:lnTo>
                  <a:lnTo>
                    <a:pt x="6243455" y="47514"/>
                  </a:lnTo>
                  <a:lnTo>
                    <a:pt x="6243549" y="47514"/>
                  </a:lnTo>
                  <a:lnTo>
                    <a:pt x="6243643" y="47514"/>
                  </a:lnTo>
                  <a:lnTo>
                    <a:pt x="6243737" y="47514"/>
                  </a:lnTo>
                  <a:lnTo>
                    <a:pt x="6243831" y="47514"/>
                  </a:lnTo>
                  <a:lnTo>
                    <a:pt x="6243925" y="47514"/>
                  </a:lnTo>
                  <a:lnTo>
                    <a:pt x="6244019" y="47514"/>
                  </a:lnTo>
                  <a:lnTo>
                    <a:pt x="6244113" y="47514"/>
                  </a:lnTo>
                  <a:lnTo>
                    <a:pt x="6244207" y="47514"/>
                  </a:lnTo>
                  <a:lnTo>
                    <a:pt x="6244301" y="47514"/>
                  </a:lnTo>
                  <a:lnTo>
                    <a:pt x="6244395" y="47514"/>
                  </a:lnTo>
                  <a:lnTo>
                    <a:pt x="6244489" y="47514"/>
                  </a:lnTo>
                  <a:lnTo>
                    <a:pt x="6244583" y="47514"/>
                  </a:lnTo>
                  <a:lnTo>
                    <a:pt x="6244677" y="47514"/>
                  </a:lnTo>
                  <a:lnTo>
                    <a:pt x="6244771" y="47514"/>
                  </a:lnTo>
                  <a:lnTo>
                    <a:pt x="6244866" y="47514"/>
                  </a:lnTo>
                  <a:lnTo>
                    <a:pt x="6244960" y="47514"/>
                  </a:lnTo>
                  <a:lnTo>
                    <a:pt x="6245054" y="47514"/>
                  </a:lnTo>
                  <a:lnTo>
                    <a:pt x="6245148" y="47514"/>
                  </a:lnTo>
                  <a:lnTo>
                    <a:pt x="6245242" y="47514"/>
                  </a:lnTo>
                  <a:lnTo>
                    <a:pt x="6245336" y="47514"/>
                  </a:lnTo>
                  <a:lnTo>
                    <a:pt x="6245430" y="47514"/>
                  </a:lnTo>
                  <a:lnTo>
                    <a:pt x="6245524" y="47514"/>
                  </a:lnTo>
                  <a:lnTo>
                    <a:pt x="6245618" y="47514"/>
                  </a:lnTo>
                  <a:lnTo>
                    <a:pt x="6245712" y="47514"/>
                  </a:lnTo>
                  <a:lnTo>
                    <a:pt x="6245806" y="47514"/>
                  </a:lnTo>
                  <a:lnTo>
                    <a:pt x="6245900" y="47514"/>
                  </a:lnTo>
                  <a:lnTo>
                    <a:pt x="6245994" y="47514"/>
                  </a:lnTo>
                  <a:lnTo>
                    <a:pt x="6246088" y="47514"/>
                  </a:lnTo>
                  <a:lnTo>
                    <a:pt x="6246182" y="47514"/>
                  </a:lnTo>
                  <a:lnTo>
                    <a:pt x="6246276" y="47514"/>
                  </a:lnTo>
                  <a:lnTo>
                    <a:pt x="6246370" y="47514"/>
                  </a:lnTo>
                  <a:lnTo>
                    <a:pt x="6246464" y="47514"/>
                  </a:lnTo>
                  <a:lnTo>
                    <a:pt x="6246558" y="47514"/>
                  </a:lnTo>
                  <a:lnTo>
                    <a:pt x="6246652" y="47514"/>
                  </a:lnTo>
                  <a:lnTo>
                    <a:pt x="6246746" y="47514"/>
                  </a:lnTo>
                  <a:lnTo>
                    <a:pt x="6246840" y="47514"/>
                  </a:lnTo>
                  <a:lnTo>
                    <a:pt x="6246934" y="47514"/>
                  </a:lnTo>
                  <a:lnTo>
                    <a:pt x="6247028" y="47514"/>
                  </a:lnTo>
                  <a:lnTo>
                    <a:pt x="6247122" y="47514"/>
                  </a:lnTo>
                  <a:lnTo>
                    <a:pt x="6247216" y="47514"/>
                  </a:lnTo>
                  <a:lnTo>
                    <a:pt x="6247310" y="47514"/>
                  </a:lnTo>
                  <a:lnTo>
                    <a:pt x="6247310" y="42235"/>
                  </a:lnTo>
                  <a:lnTo>
                    <a:pt x="6247404" y="42235"/>
                  </a:lnTo>
                  <a:lnTo>
                    <a:pt x="6247498" y="42235"/>
                  </a:lnTo>
                  <a:lnTo>
                    <a:pt x="6247592" y="42235"/>
                  </a:lnTo>
                  <a:lnTo>
                    <a:pt x="6247686" y="42235"/>
                  </a:lnTo>
                  <a:lnTo>
                    <a:pt x="6247780" y="42235"/>
                  </a:lnTo>
                  <a:lnTo>
                    <a:pt x="6247874" y="42235"/>
                  </a:lnTo>
                  <a:lnTo>
                    <a:pt x="6247968" y="42235"/>
                  </a:lnTo>
                  <a:lnTo>
                    <a:pt x="6248062" y="42235"/>
                  </a:lnTo>
                  <a:lnTo>
                    <a:pt x="6248156" y="42235"/>
                  </a:lnTo>
                  <a:lnTo>
                    <a:pt x="6248250" y="42235"/>
                  </a:lnTo>
                  <a:lnTo>
                    <a:pt x="6248344" y="42235"/>
                  </a:lnTo>
                  <a:lnTo>
                    <a:pt x="6248439" y="42235"/>
                  </a:lnTo>
                  <a:lnTo>
                    <a:pt x="6248533" y="42235"/>
                  </a:lnTo>
                  <a:lnTo>
                    <a:pt x="6248627" y="42235"/>
                  </a:lnTo>
                  <a:lnTo>
                    <a:pt x="6248721" y="42235"/>
                  </a:lnTo>
                  <a:lnTo>
                    <a:pt x="6248815" y="42235"/>
                  </a:lnTo>
                  <a:lnTo>
                    <a:pt x="6248909" y="42235"/>
                  </a:lnTo>
                  <a:lnTo>
                    <a:pt x="6249003" y="42235"/>
                  </a:lnTo>
                  <a:lnTo>
                    <a:pt x="6249097" y="42235"/>
                  </a:lnTo>
                  <a:lnTo>
                    <a:pt x="6249191" y="42235"/>
                  </a:lnTo>
                  <a:lnTo>
                    <a:pt x="6249285" y="42235"/>
                  </a:lnTo>
                  <a:lnTo>
                    <a:pt x="6249379" y="42235"/>
                  </a:lnTo>
                  <a:lnTo>
                    <a:pt x="6249473" y="42235"/>
                  </a:lnTo>
                  <a:lnTo>
                    <a:pt x="6249567" y="42235"/>
                  </a:lnTo>
                  <a:lnTo>
                    <a:pt x="6249661" y="42235"/>
                  </a:lnTo>
                  <a:lnTo>
                    <a:pt x="6249755" y="42235"/>
                  </a:lnTo>
                  <a:lnTo>
                    <a:pt x="6249849" y="42235"/>
                  </a:lnTo>
                  <a:lnTo>
                    <a:pt x="6249943" y="42235"/>
                  </a:lnTo>
                  <a:lnTo>
                    <a:pt x="6250037" y="42235"/>
                  </a:lnTo>
                  <a:lnTo>
                    <a:pt x="6250131" y="42235"/>
                  </a:lnTo>
                  <a:lnTo>
                    <a:pt x="6250225" y="42235"/>
                  </a:lnTo>
                  <a:lnTo>
                    <a:pt x="6250319" y="42235"/>
                  </a:lnTo>
                  <a:lnTo>
                    <a:pt x="6250413" y="42235"/>
                  </a:lnTo>
                  <a:lnTo>
                    <a:pt x="6250507" y="42235"/>
                  </a:lnTo>
                  <a:lnTo>
                    <a:pt x="6250601" y="42235"/>
                  </a:lnTo>
                  <a:lnTo>
                    <a:pt x="6250695" y="42235"/>
                  </a:lnTo>
                  <a:lnTo>
                    <a:pt x="6250789" y="42235"/>
                  </a:lnTo>
                  <a:lnTo>
                    <a:pt x="6250883" y="42235"/>
                  </a:lnTo>
                  <a:lnTo>
                    <a:pt x="6250977" y="42235"/>
                  </a:lnTo>
                  <a:lnTo>
                    <a:pt x="6251071" y="42235"/>
                  </a:lnTo>
                  <a:lnTo>
                    <a:pt x="6251165" y="42235"/>
                  </a:lnTo>
                  <a:lnTo>
                    <a:pt x="6251259" y="42235"/>
                  </a:lnTo>
                  <a:lnTo>
                    <a:pt x="6251353" y="42235"/>
                  </a:lnTo>
                  <a:lnTo>
                    <a:pt x="6251447" y="42235"/>
                  </a:lnTo>
                  <a:lnTo>
                    <a:pt x="6251541" y="42235"/>
                  </a:lnTo>
                  <a:lnTo>
                    <a:pt x="6251635" y="42235"/>
                  </a:lnTo>
                  <a:lnTo>
                    <a:pt x="6251729" y="42235"/>
                  </a:lnTo>
                  <a:lnTo>
                    <a:pt x="6251823" y="42235"/>
                  </a:lnTo>
                  <a:lnTo>
                    <a:pt x="6251918" y="42235"/>
                  </a:lnTo>
                  <a:lnTo>
                    <a:pt x="6252012" y="42235"/>
                  </a:lnTo>
                  <a:lnTo>
                    <a:pt x="6252106" y="42235"/>
                  </a:lnTo>
                  <a:lnTo>
                    <a:pt x="6252200" y="42235"/>
                  </a:lnTo>
                  <a:lnTo>
                    <a:pt x="6252294" y="42235"/>
                  </a:lnTo>
                  <a:lnTo>
                    <a:pt x="6252388" y="42235"/>
                  </a:lnTo>
                  <a:lnTo>
                    <a:pt x="6252482" y="42235"/>
                  </a:lnTo>
                  <a:lnTo>
                    <a:pt x="6252576" y="42235"/>
                  </a:lnTo>
                  <a:lnTo>
                    <a:pt x="6252670" y="42235"/>
                  </a:lnTo>
                  <a:lnTo>
                    <a:pt x="6252764" y="42235"/>
                  </a:lnTo>
                  <a:lnTo>
                    <a:pt x="6252858" y="42235"/>
                  </a:lnTo>
                  <a:lnTo>
                    <a:pt x="6252952" y="42235"/>
                  </a:lnTo>
                  <a:lnTo>
                    <a:pt x="6253046" y="42235"/>
                  </a:lnTo>
                  <a:lnTo>
                    <a:pt x="6253140" y="42235"/>
                  </a:lnTo>
                  <a:lnTo>
                    <a:pt x="6253234" y="42235"/>
                  </a:lnTo>
                  <a:lnTo>
                    <a:pt x="6253328" y="42235"/>
                  </a:lnTo>
                  <a:lnTo>
                    <a:pt x="6253422" y="42235"/>
                  </a:lnTo>
                  <a:lnTo>
                    <a:pt x="6253516" y="42235"/>
                  </a:lnTo>
                  <a:lnTo>
                    <a:pt x="6253610" y="42235"/>
                  </a:lnTo>
                  <a:lnTo>
                    <a:pt x="6253704" y="42235"/>
                  </a:lnTo>
                  <a:lnTo>
                    <a:pt x="6253798" y="42235"/>
                  </a:lnTo>
                  <a:lnTo>
                    <a:pt x="6253892" y="42235"/>
                  </a:lnTo>
                  <a:lnTo>
                    <a:pt x="6253986" y="42235"/>
                  </a:lnTo>
                  <a:lnTo>
                    <a:pt x="6254080" y="42235"/>
                  </a:lnTo>
                  <a:lnTo>
                    <a:pt x="6254174" y="42235"/>
                  </a:lnTo>
                  <a:lnTo>
                    <a:pt x="6254268" y="42235"/>
                  </a:lnTo>
                  <a:lnTo>
                    <a:pt x="6254362" y="42235"/>
                  </a:lnTo>
                  <a:lnTo>
                    <a:pt x="6254456" y="42235"/>
                  </a:lnTo>
                  <a:lnTo>
                    <a:pt x="6254550" y="42235"/>
                  </a:lnTo>
                  <a:lnTo>
                    <a:pt x="6254644" y="42235"/>
                  </a:lnTo>
                  <a:lnTo>
                    <a:pt x="6254738" y="42235"/>
                  </a:lnTo>
                  <a:lnTo>
                    <a:pt x="6254832" y="42235"/>
                  </a:lnTo>
                  <a:lnTo>
                    <a:pt x="6254926" y="42235"/>
                  </a:lnTo>
                  <a:lnTo>
                    <a:pt x="6255020" y="42235"/>
                  </a:lnTo>
                  <a:lnTo>
                    <a:pt x="6255114" y="42235"/>
                  </a:lnTo>
                  <a:lnTo>
                    <a:pt x="6255208" y="42235"/>
                  </a:lnTo>
                  <a:lnTo>
                    <a:pt x="6255302" y="42235"/>
                  </a:lnTo>
                  <a:lnTo>
                    <a:pt x="6255396" y="42235"/>
                  </a:lnTo>
                  <a:lnTo>
                    <a:pt x="6255491" y="42235"/>
                  </a:lnTo>
                  <a:lnTo>
                    <a:pt x="6255585" y="42235"/>
                  </a:lnTo>
                  <a:lnTo>
                    <a:pt x="6255679" y="42235"/>
                  </a:lnTo>
                  <a:lnTo>
                    <a:pt x="6255773" y="42235"/>
                  </a:lnTo>
                  <a:lnTo>
                    <a:pt x="6255867" y="42235"/>
                  </a:lnTo>
                  <a:lnTo>
                    <a:pt x="6255961" y="42235"/>
                  </a:lnTo>
                  <a:lnTo>
                    <a:pt x="6256055" y="42235"/>
                  </a:lnTo>
                  <a:lnTo>
                    <a:pt x="6256149" y="42235"/>
                  </a:lnTo>
                  <a:lnTo>
                    <a:pt x="6256243" y="42235"/>
                  </a:lnTo>
                  <a:lnTo>
                    <a:pt x="6256337" y="42235"/>
                  </a:lnTo>
                  <a:lnTo>
                    <a:pt x="6256431" y="42235"/>
                  </a:lnTo>
                  <a:lnTo>
                    <a:pt x="6256525" y="42235"/>
                  </a:lnTo>
                  <a:lnTo>
                    <a:pt x="6256619" y="42235"/>
                  </a:lnTo>
                  <a:lnTo>
                    <a:pt x="6256713" y="42235"/>
                  </a:lnTo>
                  <a:lnTo>
                    <a:pt x="6256807" y="42235"/>
                  </a:lnTo>
                  <a:lnTo>
                    <a:pt x="6256901" y="42235"/>
                  </a:lnTo>
                  <a:lnTo>
                    <a:pt x="6256995" y="42235"/>
                  </a:lnTo>
                  <a:lnTo>
                    <a:pt x="6257089" y="42235"/>
                  </a:lnTo>
                  <a:lnTo>
                    <a:pt x="6257183" y="42235"/>
                  </a:lnTo>
                  <a:lnTo>
                    <a:pt x="6257277" y="42235"/>
                  </a:lnTo>
                  <a:lnTo>
                    <a:pt x="6257371" y="42235"/>
                  </a:lnTo>
                  <a:lnTo>
                    <a:pt x="6257465" y="42235"/>
                  </a:lnTo>
                  <a:lnTo>
                    <a:pt x="6257559" y="42235"/>
                  </a:lnTo>
                  <a:lnTo>
                    <a:pt x="6257653" y="42235"/>
                  </a:lnTo>
                  <a:lnTo>
                    <a:pt x="6257747" y="42235"/>
                  </a:lnTo>
                  <a:lnTo>
                    <a:pt x="6257841" y="42235"/>
                  </a:lnTo>
                  <a:lnTo>
                    <a:pt x="6257935" y="42235"/>
                  </a:lnTo>
                  <a:lnTo>
                    <a:pt x="6258029" y="42235"/>
                  </a:lnTo>
                  <a:lnTo>
                    <a:pt x="6258123" y="42235"/>
                  </a:lnTo>
                  <a:lnTo>
                    <a:pt x="6258217" y="42235"/>
                  </a:lnTo>
                  <a:lnTo>
                    <a:pt x="6258311" y="42235"/>
                  </a:lnTo>
                  <a:lnTo>
                    <a:pt x="6258405" y="42235"/>
                  </a:lnTo>
                  <a:lnTo>
                    <a:pt x="6258499" y="42235"/>
                  </a:lnTo>
                  <a:lnTo>
                    <a:pt x="6258593" y="42235"/>
                  </a:lnTo>
                  <a:lnTo>
                    <a:pt x="6258687" y="42235"/>
                  </a:lnTo>
                  <a:lnTo>
                    <a:pt x="6258781" y="42235"/>
                  </a:lnTo>
                  <a:lnTo>
                    <a:pt x="6258875" y="42235"/>
                  </a:lnTo>
                  <a:lnTo>
                    <a:pt x="6258969" y="42235"/>
                  </a:lnTo>
                  <a:lnTo>
                    <a:pt x="6259064" y="42235"/>
                  </a:lnTo>
                  <a:lnTo>
                    <a:pt x="6259158" y="42235"/>
                  </a:lnTo>
                  <a:lnTo>
                    <a:pt x="6259252" y="42235"/>
                  </a:lnTo>
                  <a:lnTo>
                    <a:pt x="6259346" y="42235"/>
                  </a:lnTo>
                  <a:lnTo>
                    <a:pt x="6259440" y="42235"/>
                  </a:lnTo>
                  <a:lnTo>
                    <a:pt x="6259534" y="42235"/>
                  </a:lnTo>
                  <a:lnTo>
                    <a:pt x="6259628" y="42235"/>
                  </a:lnTo>
                  <a:lnTo>
                    <a:pt x="6259722" y="42235"/>
                  </a:lnTo>
                  <a:lnTo>
                    <a:pt x="6259816" y="42235"/>
                  </a:lnTo>
                  <a:lnTo>
                    <a:pt x="6259910" y="42235"/>
                  </a:lnTo>
                  <a:lnTo>
                    <a:pt x="6260004" y="42235"/>
                  </a:lnTo>
                  <a:lnTo>
                    <a:pt x="6260098" y="42235"/>
                  </a:lnTo>
                  <a:lnTo>
                    <a:pt x="6260192" y="42235"/>
                  </a:lnTo>
                  <a:lnTo>
                    <a:pt x="6260286" y="42235"/>
                  </a:lnTo>
                  <a:lnTo>
                    <a:pt x="6260380" y="42235"/>
                  </a:lnTo>
                  <a:lnTo>
                    <a:pt x="6260474" y="42235"/>
                  </a:lnTo>
                  <a:lnTo>
                    <a:pt x="6260568" y="42235"/>
                  </a:lnTo>
                  <a:lnTo>
                    <a:pt x="6260662" y="42235"/>
                  </a:lnTo>
                  <a:lnTo>
                    <a:pt x="6260756" y="42235"/>
                  </a:lnTo>
                  <a:lnTo>
                    <a:pt x="6260850" y="42235"/>
                  </a:lnTo>
                  <a:lnTo>
                    <a:pt x="6260944" y="42235"/>
                  </a:lnTo>
                  <a:lnTo>
                    <a:pt x="6261038" y="42235"/>
                  </a:lnTo>
                  <a:lnTo>
                    <a:pt x="6261132" y="42235"/>
                  </a:lnTo>
                  <a:lnTo>
                    <a:pt x="6261226" y="42235"/>
                  </a:lnTo>
                  <a:lnTo>
                    <a:pt x="6261320" y="42235"/>
                  </a:lnTo>
                  <a:lnTo>
                    <a:pt x="6261414" y="42235"/>
                  </a:lnTo>
                  <a:lnTo>
                    <a:pt x="6261508" y="42235"/>
                  </a:lnTo>
                  <a:lnTo>
                    <a:pt x="6261602" y="42235"/>
                  </a:lnTo>
                  <a:lnTo>
                    <a:pt x="6261696" y="42235"/>
                  </a:lnTo>
                  <a:lnTo>
                    <a:pt x="6261790" y="42235"/>
                  </a:lnTo>
                  <a:lnTo>
                    <a:pt x="6261884" y="42235"/>
                  </a:lnTo>
                  <a:lnTo>
                    <a:pt x="6261978" y="42235"/>
                  </a:lnTo>
                  <a:lnTo>
                    <a:pt x="6262072" y="42235"/>
                  </a:lnTo>
                  <a:lnTo>
                    <a:pt x="6262166" y="42235"/>
                  </a:lnTo>
                  <a:lnTo>
                    <a:pt x="6262260" y="42235"/>
                  </a:lnTo>
                  <a:lnTo>
                    <a:pt x="6262354" y="42235"/>
                  </a:lnTo>
                  <a:lnTo>
                    <a:pt x="6262448" y="42235"/>
                  </a:lnTo>
                  <a:lnTo>
                    <a:pt x="6262543" y="42235"/>
                  </a:lnTo>
                  <a:lnTo>
                    <a:pt x="6262637" y="42235"/>
                  </a:lnTo>
                  <a:lnTo>
                    <a:pt x="6262731" y="42235"/>
                  </a:lnTo>
                  <a:lnTo>
                    <a:pt x="6262825" y="42235"/>
                  </a:lnTo>
                  <a:lnTo>
                    <a:pt x="6262919" y="42235"/>
                  </a:lnTo>
                  <a:lnTo>
                    <a:pt x="6263013" y="42235"/>
                  </a:lnTo>
                  <a:lnTo>
                    <a:pt x="6263107" y="42235"/>
                  </a:lnTo>
                  <a:lnTo>
                    <a:pt x="6263201" y="42235"/>
                  </a:lnTo>
                  <a:lnTo>
                    <a:pt x="6263295" y="42235"/>
                  </a:lnTo>
                  <a:lnTo>
                    <a:pt x="6263389" y="42235"/>
                  </a:lnTo>
                  <a:lnTo>
                    <a:pt x="6263483" y="42235"/>
                  </a:lnTo>
                  <a:lnTo>
                    <a:pt x="6263577" y="42235"/>
                  </a:lnTo>
                  <a:lnTo>
                    <a:pt x="6263671" y="42235"/>
                  </a:lnTo>
                  <a:lnTo>
                    <a:pt x="6263765" y="42235"/>
                  </a:lnTo>
                  <a:lnTo>
                    <a:pt x="6263859" y="42235"/>
                  </a:lnTo>
                  <a:lnTo>
                    <a:pt x="6263953" y="42235"/>
                  </a:lnTo>
                  <a:lnTo>
                    <a:pt x="6264047" y="42235"/>
                  </a:lnTo>
                  <a:lnTo>
                    <a:pt x="6264141" y="42235"/>
                  </a:lnTo>
                  <a:lnTo>
                    <a:pt x="6264235" y="42235"/>
                  </a:lnTo>
                  <a:lnTo>
                    <a:pt x="6264329" y="42235"/>
                  </a:lnTo>
                  <a:lnTo>
                    <a:pt x="6264423" y="42235"/>
                  </a:lnTo>
                  <a:lnTo>
                    <a:pt x="6264517" y="42235"/>
                  </a:lnTo>
                  <a:lnTo>
                    <a:pt x="6264611" y="42235"/>
                  </a:lnTo>
                  <a:lnTo>
                    <a:pt x="6264705" y="42235"/>
                  </a:lnTo>
                  <a:lnTo>
                    <a:pt x="6264799" y="42235"/>
                  </a:lnTo>
                  <a:lnTo>
                    <a:pt x="6264893" y="42235"/>
                  </a:lnTo>
                  <a:lnTo>
                    <a:pt x="6264987" y="42235"/>
                  </a:lnTo>
                  <a:lnTo>
                    <a:pt x="6265081" y="42235"/>
                  </a:lnTo>
                  <a:lnTo>
                    <a:pt x="6265175" y="42235"/>
                  </a:lnTo>
                  <a:lnTo>
                    <a:pt x="6265269" y="42235"/>
                  </a:lnTo>
                  <a:lnTo>
                    <a:pt x="6265363" y="42235"/>
                  </a:lnTo>
                  <a:lnTo>
                    <a:pt x="6265457" y="42235"/>
                  </a:lnTo>
                  <a:lnTo>
                    <a:pt x="6265551" y="42235"/>
                  </a:lnTo>
                  <a:lnTo>
                    <a:pt x="6265645" y="42235"/>
                  </a:lnTo>
                  <a:lnTo>
                    <a:pt x="6265739" y="42235"/>
                  </a:lnTo>
                  <a:lnTo>
                    <a:pt x="6265833" y="42235"/>
                  </a:lnTo>
                  <a:lnTo>
                    <a:pt x="6265927" y="42235"/>
                  </a:lnTo>
                  <a:lnTo>
                    <a:pt x="6266021" y="42235"/>
                  </a:lnTo>
                  <a:lnTo>
                    <a:pt x="6266116" y="42235"/>
                  </a:lnTo>
                  <a:lnTo>
                    <a:pt x="6266210" y="42235"/>
                  </a:lnTo>
                  <a:lnTo>
                    <a:pt x="6266304" y="42235"/>
                  </a:lnTo>
                  <a:lnTo>
                    <a:pt x="6266398" y="42235"/>
                  </a:lnTo>
                  <a:lnTo>
                    <a:pt x="6266492" y="42235"/>
                  </a:lnTo>
                  <a:lnTo>
                    <a:pt x="6266492" y="36955"/>
                  </a:lnTo>
                  <a:lnTo>
                    <a:pt x="6266586" y="36955"/>
                  </a:lnTo>
                  <a:lnTo>
                    <a:pt x="6266680" y="36955"/>
                  </a:lnTo>
                  <a:lnTo>
                    <a:pt x="6266774" y="36955"/>
                  </a:lnTo>
                  <a:lnTo>
                    <a:pt x="6266868" y="36955"/>
                  </a:lnTo>
                  <a:lnTo>
                    <a:pt x="6266962" y="36955"/>
                  </a:lnTo>
                  <a:lnTo>
                    <a:pt x="6267056" y="36955"/>
                  </a:lnTo>
                  <a:lnTo>
                    <a:pt x="6267150" y="36955"/>
                  </a:lnTo>
                  <a:lnTo>
                    <a:pt x="6267244" y="36955"/>
                  </a:lnTo>
                  <a:lnTo>
                    <a:pt x="6267338" y="36955"/>
                  </a:lnTo>
                  <a:lnTo>
                    <a:pt x="6267432" y="36955"/>
                  </a:lnTo>
                  <a:lnTo>
                    <a:pt x="6267526" y="36955"/>
                  </a:lnTo>
                  <a:lnTo>
                    <a:pt x="6267620" y="36955"/>
                  </a:lnTo>
                  <a:lnTo>
                    <a:pt x="6267714" y="36955"/>
                  </a:lnTo>
                  <a:lnTo>
                    <a:pt x="6267808" y="36955"/>
                  </a:lnTo>
                  <a:lnTo>
                    <a:pt x="6267902" y="36955"/>
                  </a:lnTo>
                  <a:lnTo>
                    <a:pt x="6267996" y="36955"/>
                  </a:lnTo>
                  <a:lnTo>
                    <a:pt x="6268090" y="36955"/>
                  </a:lnTo>
                  <a:lnTo>
                    <a:pt x="6268184" y="36955"/>
                  </a:lnTo>
                  <a:lnTo>
                    <a:pt x="6268278" y="36955"/>
                  </a:lnTo>
                  <a:lnTo>
                    <a:pt x="6268372" y="36955"/>
                  </a:lnTo>
                  <a:lnTo>
                    <a:pt x="6268466" y="36955"/>
                  </a:lnTo>
                  <a:lnTo>
                    <a:pt x="6268560" y="36955"/>
                  </a:lnTo>
                  <a:lnTo>
                    <a:pt x="6268654" y="36955"/>
                  </a:lnTo>
                  <a:lnTo>
                    <a:pt x="6268748" y="36955"/>
                  </a:lnTo>
                  <a:lnTo>
                    <a:pt x="6268842" y="36955"/>
                  </a:lnTo>
                  <a:lnTo>
                    <a:pt x="6268936" y="36955"/>
                  </a:lnTo>
                  <a:lnTo>
                    <a:pt x="6269030" y="36955"/>
                  </a:lnTo>
                  <a:lnTo>
                    <a:pt x="6269124" y="36955"/>
                  </a:lnTo>
                  <a:lnTo>
                    <a:pt x="6269218" y="36955"/>
                  </a:lnTo>
                  <a:lnTo>
                    <a:pt x="6269312" y="36955"/>
                  </a:lnTo>
                  <a:lnTo>
                    <a:pt x="6269406" y="36955"/>
                  </a:lnTo>
                  <a:lnTo>
                    <a:pt x="6269500" y="36955"/>
                  </a:lnTo>
                  <a:lnTo>
                    <a:pt x="6269594" y="36955"/>
                  </a:lnTo>
                  <a:lnTo>
                    <a:pt x="6269689" y="36955"/>
                  </a:lnTo>
                  <a:lnTo>
                    <a:pt x="6269783" y="36955"/>
                  </a:lnTo>
                  <a:lnTo>
                    <a:pt x="6269877" y="36955"/>
                  </a:lnTo>
                  <a:lnTo>
                    <a:pt x="6269971" y="36955"/>
                  </a:lnTo>
                  <a:lnTo>
                    <a:pt x="6270065" y="36955"/>
                  </a:lnTo>
                  <a:lnTo>
                    <a:pt x="6270159" y="36955"/>
                  </a:lnTo>
                  <a:lnTo>
                    <a:pt x="6270253" y="36955"/>
                  </a:lnTo>
                  <a:lnTo>
                    <a:pt x="6270347" y="36955"/>
                  </a:lnTo>
                  <a:lnTo>
                    <a:pt x="6270441" y="36955"/>
                  </a:lnTo>
                  <a:lnTo>
                    <a:pt x="6270535" y="36955"/>
                  </a:lnTo>
                  <a:lnTo>
                    <a:pt x="6270629" y="36955"/>
                  </a:lnTo>
                  <a:lnTo>
                    <a:pt x="6270723" y="36955"/>
                  </a:lnTo>
                  <a:lnTo>
                    <a:pt x="6270817" y="36955"/>
                  </a:lnTo>
                  <a:lnTo>
                    <a:pt x="6270911" y="36955"/>
                  </a:lnTo>
                  <a:lnTo>
                    <a:pt x="6271005" y="36955"/>
                  </a:lnTo>
                  <a:lnTo>
                    <a:pt x="6271099" y="36955"/>
                  </a:lnTo>
                  <a:lnTo>
                    <a:pt x="6271193" y="36955"/>
                  </a:lnTo>
                  <a:lnTo>
                    <a:pt x="6271287" y="36955"/>
                  </a:lnTo>
                  <a:lnTo>
                    <a:pt x="6271381" y="36955"/>
                  </a:lnTo>
                  <a:lnTo>
                    <a:pt x="6271475" y="36955"/>
                  </a:lnTo>
                  <a:lnTo>
                    <a:pt x="6271569" y="36955"/>
                  </a:lnTo>
                  <a:lnTo>
                    <a:pt x="6271663" y="36955"/>
                  </a:lnTo>
                  <a:lnTo>
                    <a:pt x="6271757" y="36955"/>
                  </a:lnTo>
                  <a:lnTo>
                    <a:pt x="6271851" y="36955"/>
                  </a:lnTo>
                  <a:lnTo>
                    <a:pt x="6271945" y="36955"/>
                  </a:lnTo>
                  <a:lnTo>
                    <a:pt x="6272039" y="36955"/>
                  </a:lnTo>
                  <a:lnTo>
                    <a:pt x="6272133" y="36955"/>
                  </a:lnTo>
                  <a:lnTo>
                    <a:pt x="6272227" y="36955"/>
                  </a:lnTo>
                  <a:lnTo>
                    <a:pt x="6272321" y="36955"/>
                  </a:lnTo>
                  <a:lnTo>
                    <a:pt x="6272415" y="36955"/>
                  </a:lnTo>
                  <a:lnTo>
                    <a:pt x="6272509" y="36955"/>
                  </a:lnTo>
                  <a:lnTo>
                    <a:pt x="6272603" y="36955"/>
                  </a:lnTo>
                  <a:lnTo>
                    <a:pt x="6272697" y="36955"/>
                  </a:lnTo>
                  <a:lnTo>
                    <a:pt x="6272791" y="36955"/>
                  </a:lnTo>
                  <a:lnTo>
                    <a:pt x="6272885" y="36955"/>
                  </a:lnTo>
                  <a:lnTo>
                    <a:pt x="6272979" y="36955"/>
                  </a:lnTo>
                  <a:lnTo>
                    <a:pt x="6273073" y="36955"/>
                  </a:lnTo>
                  <a:lnTo>
                    <a:pt x="6273167" y="36955"/>
                  </a:lnTo>
                  <a:lnTo>
                    <a:pt x="6273262" y="36955"/>
                  </a:lnTo>
                  <a:lnTo>
                    <a:pt x="6273356" y="36955"/>
                  </a:lnTo>
                  <a:lnTo>
                    <a:pt x="6273450" y="36955"/>
                  </a:lnTo>
                  <a:lnTo>
                    <a:pt x="6273544" y="36955"/>
                  </a:lnTo>
                  <a:lnTo>
                    <a:pt x="6273638" y="36955"/>
                  </a:lnTo>
                  <a:lnTo>
                    <a:pt x="6273732" y="36955"/>
                  </a:lnTo>
                  <a:lnTo>
                    <a:pt x="6273826" y="36955"/>
                  </a:lnTo>
                  <a:lnTo>
                    <a:pt x="6273920" y="36955"/>
                  </a:lnTo>
                  <a:lnTo>
                    <a:pt x="6274014" y="36955"/>
                  </a:lnTo>
                  <a:lnTo>
                    <a:pt x="6274108" y="36955"/>
                  </a:lnTo>
                  <a:lnTo>
                    <a:pt x="6274202" y="36955"/>
                  </a:lnTo>
                  <a:lnTo>
                    <a:pt x="6274296" y="36955"/>
                  </a:lnTo>
                  <a:lnTo>
                    <a:pt x="6274390" y="36955"/>
                  </a:lnTo>
                  <a:lnTo>
                    <a:pt x="6274484" y="36955"/>
                  </a:lnTo>
                  <a:lnTo>
                    <a:pt x="6274578" y="36955"/>
                  </a:lnTo>
                  <a:lnTo>
                    <a:pt x="6274672" y="36955"/>
                  </a:lnTo>
                  <a:lnTo>
                    <a:pt x="6274766" y="36955"/>
                  </a:lnTo>
                  <a:lnTo>
                    <a:pt x="6274860" y="36955"/>
                  </a:lnTo>
                  <a:lnTo>
                    <a:pt x="6274954" y="36955"/>
                  </a:lnTo>
                  <a:lnTo>
                    <a:pt x="6275048" y="36955"/>
                  </a:lnTo>
                  <a:lnTo>
                    <a:pt x="6275142" y="36955"/>
                  </a:lnTo>
                  <a:lnTo>
                    <a:pt x="6275236" y="36955"/>
                  </a:lnTo>
                  <a:lnTo>
                    <a:pt x="6275330" y="36955"/>
                  </a:lnTo>
                  <a:lnTo>
                    <a:pt x="6275424" y="36955"/>
                  </a:lnTo>
                  <a:lnTo>
                    <a:pt x="6275518" y="36955"/>
                  </a:lnTo>
                  <a:lnTo>
                    <a:pt x="6275612" y="36955"/>
                  </a:lnTo>
                  <a:lnTo>
                    <a:pt x="6275706" y="36955"/>
                  </a:lnTo>
                  <a:lnTo>
                    <a:pt x="6275800" y="36955"/>
                  </a:lnTo>
                  <a:lnTo>
                    <a:pt x="6275894" y="36955"/>
                  </a:lnTo>
                  <a:lnTo>
                    <a:pt x="6275988" y="36955"/>
                  </a:lnTo>
                  <a:lnTo>
                    <a:pt x="6276082" y="36955"/>
                  </a:lnTo>
                  <a:lnTo>
                    <a:pt x="6276176" y="36955"/>
                  </a:lnTo>
                  <a:lnTo>
                    <a:pt x="6276270" y="36955"/>
                  </a:lnTo>
                  <a:lnTo>
                    <a:pt x="6276364" y="36955"/>
                  </a:lnTo>
                  <a:lnTo>
                    <a:pt x="6276458" y="36955"/>
                  </a:lnTo>
                  <a:lnTo>
                    <a:pt x="6276552" y="36955"/>
                  </a:lnTo>
                  <a:lnTo>
                    <a:pt x="6276646" y="36955"/>
                  </a:lnTo>
                  <a:lnTo>
                    <a:pt x="6276741" y="36955"/>
                  </a:lnTo>
                  <a:lnTo>
                    <a:pt x="6276835" y="36955"/>
                  </a:lnTo>
                  <a:lnTo>
                    <a:pt x="6276929" y="36955"/>
                  </a:lnTo>
                  <a:lnTo>
                    <a:pt x="6277023" y="36955"/>
                  </a:lnTo>
                  <a:lnTo>
                    <a:pt x="6277117" y="36955"/>
                  </a:lnTo>
                  <a:lnTo>
                    <a:pt x="6277211" y="36955"/>
                  </a:lnTo>
                  <a:lnTo>
                    <a:pt x="6277305" y="36955"/>
                  </a:lnTo>
                  <a:lnTo>
                    <a:pt x="6277399" y="36955"/>
                  </a:lnTo>
                  <a:lnTo>
                    <a:pt x="6277493" y="36955"/>
                  </a:lnTo>
                  <a:lnTo>
                    <a:pt x="6277587" y="36955"/>
                  </a:lnTo>
                  <a:lnTo>
                    <a:pt x="6277681" y="36955"/>
                  </a:lnTo>
                  <a:lnTo>
                    <a:pt x="6277775" y="36955"/>
                  </a:lnTo>
                  <a:lnTo>
                    <a:pt x="6277869" y="36955"/>
                  </a:lnTo>
                  <a:lnTo>
                    <a:pt x="6277963" y="36955"/>
                  </a:lnTo>
                  <a:lnTo>
                    <a:pt x="6278057" y="36955"/>
                  </a:lnTo>
                  <a:lnTo>
                    <a:pt x="6278057" y="31676"/>
                  </a:lnTo>
                  <a:lnTo>
                    <a:pt x="6278151" y="31676"/>
                  </a:lnTo>
                  <a:lnTo>
                    <a:pt x="6278245" y="31676"/>
                  </a:lnTo>
                  <a:lnTo>
                    <a:pt x="6278339" y="31676"/>
                  </a:lnTo>
                  <a:lnTo>
                    <a:pt x="6278433" y="31676"/>
                  </a:lnTo>
                  <a:lnTo>
                    <a:pt x="6278527" y="31676"/>
                  </a:lnTo>
                  <a:lnTo>
                    <a:pt x="6278621" y="31676"/>
                  </a:lnTo>
                  <a:lnTo>
                    <a:pt x="6278715" y="31676"/>
                  </a:lnTo>
                  <a:lnTo>
                    <a:pt x="6278809" y="31676"/>
                  </a:lnTo>
                  <a:lnTo>
                    <a:pt x="6278903" y="31676"/>
                  </a:lnTo>
                  <a:lnTo>
                    <a:pt x="6278997" y="31676"/>
                  </a:lnTo>
                  <a:lnTo>
                    <a:pt x="6279091" y="31676"/>
                  </a:lnTo>
                  <a:lnTo>
                    <a:pt x="6279185" y="31676"/>
                  </a:lnTo>
                  <a:lnTo>
                    <a:pt x="6279279" y="31676"/>
                  </a:lnTo>
                  <a:lnTo>
                    <a:pt x="6279373" y="31676"/>
                  </a:lnTo>
                  <a:lnTo>
                    <a:pt x="6279467" y="31676"/>
                  </a:lnTo>
                  <a:lnTo>
                    <a:pt x="6279561" y="31676"/>
                  </a:lnTo>
                  <a:lnTo>
                    <a:pt x="6279655" y="31676"/>
                  </a:lnTo>
                  <a:lnTo>
                    <a:pt x="6279749" y="31676"/>
                  </a:lnTo>
                  <a:lnTo>
                    <a:pt x="6279843" y="31676"/>
                  </a:lnTo>
                  <a:lnTo>
                    <a:pt x="6279937" y="31676"/>
                  </a:lnTo>
                  <a:lnTo>
                    <a:pt x="6280031" y="31676"/>
                  </a:lnTo>
                  <a:lnTo>
                    <a:pt x="6280125" y="31676"/>
                  </a:lnTo>
                  <a:lnTo>
                    <a:pt x="6280219" y="31676"/>
                  </a:lnTo>
                  <a:lnTo>
                    <a:pt x="6280314" y="31676"/>
                  </a:lnTo>
                  <a:lnTo>
                    <a:pt x="6280408" y="31676"/>
                  </a:lnTo>
                  <a:lnTo>
                    <a:pt x="6280502" y="31676"/>
                  </a:lnTo>
                  <a:lnTo>
                    <a:pt x="6280596" y="31676"/>
                  </a:lnTo>
                  <a:lnTo>
                    <a:pt x="6280690" y="31676"/>
                  </a:lnTo>
                  <a:lnTo>
                    <a:pt x="6280784" y="31676"/>
                  </a:lnTo>
                  <a:lnTo>
                    <a:pt x="6280878" y="31676"/>
                  </a:lnTo>
                  <a:lnTo>
                    <a:pt x="6280972" y="31676"/>
                  </a:lnTo>
                  <a:lnTo>
                    <a:pt x="6281066" y="31676"/>
                  </a:lnTo>
                  <a:lnTo>
                    <a:pt x="6281160" y="31676"/>
                  </a:lnTo>
                  <a:lnTo>
                    <a:pt x="6281254" y="31676"/>
                  </a:lnTo>
                  <a:lnTo>
                    <a:pt x="6281348" y="31676"/>
                  </a:lnTo>
                  <a:lnTo>
                    <a:pt x="6281442" y="31676"/>
                  </a:lnTo>
                  <a:lnTo>
                    <a:pt x="6281536" y="31676"/>
                  </a:lnTo>
                  <a:lnTo>
                    <a:pt x="6281630" y="31676"/>
                  </a:lnTo>
                  <a:lnTo>
                    <a:pt x="6281724" y="31676"/>
                  </a:lnTo>
                  <a:lnTo>
                    <a:pt x="6281818" y="31676"/>
                  </a:lnTo>
                  <a:lnTo>
                    <a:pt x="6281912" y="31676"/>
                  </a:lnTo>
                  <a:lnTo>
                    <a:pt x="6282006" y="31676"/>
                  </a:lnTo>
                  <a:lnTo>
                    <a:pt x="6282100" y="31676"/>
                  </a:lnTo>
                  <a:lnTo>
                    <a:pt x="6282194" y="31676"/>
                  </a:lnTo>
                  <a:lnTo>
                    <a:pt x="6282288" y="31676"/>
                  </a:lnTo>
                  <a:lnTo>
                    <a:pt x="6282382" y="31676"/>
                  </a:lnTo>
                  <a:lnTo>
                    <a:pt x="6282476" y="31676"/>
                  </a:lnTo>
                  <a:lnTo>
                    <a:pt x="6282570" y="31676"/>
                  </a:lnTo>
                  <a:lnTo>
                    <a:pt x="6282664" y="31676"/>
                  </a:lnTo>
                  <a:lnTo>
                    <a:pt x="6282758" y="31676"/>
                  </a:lnTo>
                  <a:lnTo>
                    <a:pt x="6282852" y="31676"/>
                  </a:lnTo>
                  <a:lnTo>
                    <a:pt x="6282946" y="31676"/>
                  </a:lnTo>
                  <a:lnTo>
                    <a:pt x="6283040" y="31676"/>
                  </a:lnTo>
                  <a:lnTo>
                    <a:pt x="6283134" y="31676"/>
                  </a:lnTo>
                  <a:lnTo>
                    <a:pt x="6283228" y="31676"/>
                  </a:lnTo>
                  <a:lnTo>
                    <a:pt x="6283322" y="31676"/>
                  </a:lnTo>
                  <a:lnTo>
                    <a:pt x="6283416" y="31676"/>
                  </a:lnTo>
                  <a:lnTo>
                    <a:pt x="6283510" y="31676"/>
                  </a:lnTo>
                  <a:lnTo>
                    <a:pt x="6283604" y="31676"/>
                  </a:lnTo>
                  <a:lnTo>
                    <a:pt x="6283698" y="31676"/>
                  </a:lnTo>
                  <a:lnTo>
                    <a:pt x="6283792" y="31676"/>
                  </a:lnTo>
                  <a:lnTo>
                    <a:pt x="6283887" y="31676"/>
                  </a:lnTo>
                  <a:lnTo>
                    <a:pt x="6283981" y="31676"/>
                  </a:lnTo>
                  <a:lnTo>
                    <a:pt x="6284075" y="31676"/>
                  </a:lnTo>
                  <a:lnTo>
                    <a:pt x="6284169" y="31676"/>
                  </a:lnTo>
                  <a:lnTo>
                    <a:pt x="6284263" y="31676"/>
                  </a:lnTo>
                  <a:lnTo>
                    <a:pt x="6284357" y="31676"/>
                  </a:lnTo>
                  <a:lnTo>
                    <a:pt x="6284451" y="31676"/>
                  </a:lnTo>
                  <a:lnTo>
                    <a:pt x="6284545" y="31676"/>
                  </a:lnTo>
                  <a:lnTo>
                    <a:pt x="6284639" y="31676"/>
                  </a:lnTo>
                  <a:lnTo>
                    <a:pt x="6284733" y="31676"/>
                  </a:lnTo>
                  <a:lnTo>
                    <a:pt x="6284827" y="31676"/>
                  </a:lnTo>
                  <a:lnTo>
                    <a:pt x="6284921" y="31676"/>
                  </a:lnTo>
                  <a:lnTo>
                    <a:pt x="6285015" y="31676"/>
                  </a:lnTo>
                  <a:lnTo>
                    <a:pt x="6285109" y="31676"/>
                  </a:lnTo>
                  <a:lnTo>
                    <a:pt x="6285203" y="31676"/>
                  </a:lnTo>
                  <a:lnTo>
                    <a:pt x="6285297" y="31676"/>
                  </a:lnTo>
                  <a:lnTo>
                    <a:pt x="6285391" y="31676"/>
                  </a:lnTo>
                  <a:lnTo>
                    <a:pt x="6285485" y="31676"/>
                  </a:lnTo>
                  <a:lnTo>
                    <a:pt x="6285579" y="31676"/>
                  </a:lnTo>
                  <a:lnTo>
                    <a:pt x="6285673" y="31676"/>
                  </a:lnTo>
                  <a:lnTo>
                    <a:pt x="6285767" y="31676"/>
                  </a:lnTo>
                  <a:lnTo>
                    <a:pt x="6285861" y="31676"/>
                  </a:lnTo>
                  <a:lnTo>
                    <a:pt x="6285955" y="31676"/>
                  </a:lnTo>
                  <a:lnTo>
                    <a:pt x="6286049" y="31676"/>
                  </a:lnTo>
                  <a:lnTo>
                    <a:pt x="6286143" y="31676"/>
                  </a:lnTo>
                  <a:lnTo>
                    <a:pt x="6286237" y="31676"/>
                  </a:lnTo>
                  <a:lnTo>
                    <a:pt x="6286331" y="31676"/>
                  </a:lnTo>
                  <a:lnTo>
                    <a:pt x="6286425" y="31676"/>
                  </a:lnTo>
                  <a:lnTo>
                    <a:pt x="6286519" y="31676"/>
                  </a:lnTo>
                  <a:lnTo>
                    <a:pt x="6286613" y="31676"/>
                  </a:lnTo>
                  <a:lnTo>
                    <a:pt x="6286707" y="31676"/>
                  </a:lnTo>
                  <a:lnTo>
                    <a:pt x="6286801" y="31676"/>
                  </a:lnTo>
                  <a:lnTo>
                    <a:pt x="6286895" y="31676"/>
                  </a:lnTo>
                  <a:lnTo>
                    <a:pt x="6286989" y="31676"/>
                  </a:lnTo>
                  <a:lnTo>
                    <a:pt x="6287083" y="31676"/>
                  </a:lnTo>
                  <a:lnTo>
                    <a:pt x="6287177" y="31676"/>
                  </a:lnTo>
                  <a:lnTo>
                    <a:pt x="6287271" y="31676"/>
                  </a:lnTo>
                  <a:lnTo>
                    <a:pt x="6287366" y="31676"/>
                  </a:lnTo>
                  <a:lnTo>
                    <a:pt x="6287460" y="31676"/>
                  </a:lnTo>
                  <a:lnTo>
                    <a:pt x="6287554" y="31676"/>
                  </a:lnTo>
                  <a:lnTo>
                    <a:pt x="6287648" y="31676"/>
                  </a:lnTo>
                  <a:lnTo>
                    <a:pt x="6287742" y="31676"/>
                  </a:lnTo>
                  <a:lnTo>
                    <a:pt x="6287836" y="31676"/>
                  </a:lnTo>
                  <a:lnTo>
                    <a:pt x="6287930" y="31676"/>
                  </a:lnTo>
                  <a:lnTo>
                    <a:pt x="6288024" y="31676"/>
                  </a:lnTo>
                  <a:lnTo>
                    <a:pt x="6288118" y="31676"/>
                  </a:lnTo>
                  <a:lnTo>
                    <a:pt x="6288212" y="31676"/>
                  </a:lnTo>
                  <a:lnTo>
                    <a:pt x="6288306" y="31676"/>
                  </a:lnTo>
                  <a:lnTo>
                    <a:pt x="6288400" y="31676"/>
                  </a:lnTo>
                  <a:lnTo>
                    <a:pt x="6288494" y="31676"/>
                  </a:lnTo>
                  <a:lnTo>
                    <a:pt x="6288588" y="31676"/>
                  </a:lnTo>
                  <a:lnTo>
                    <a:pt x="6288682" y="31676"/>
                  </a:lnTo>
                  <a:lnTo>
                    <a:pt x="6288776" y="31676"/>
                  </a:lnTo>
                  <a:lnTo>
                    <a:pt x="6288870" y="31676"/>
                  </a:lnTo>
                  <a:lnTo>
                    <a:pt x="6288964" y="31676"/>
                  </a:lnTo>
                  <a:lnTo>
                    <a:pt x="6289058" y="31676"/>
                  </a:lnTo>
                  <a:lnTo>
                    <a:pt x="6289152" y="31676"/>
                  </a:lnTo>
                  <a:lnTo>
                    <a:pt x="6289246" y="31676"/>
                  </a:lnTo>
                  <a:lnTo>
                    <a:pt x="6289340" y="31676"/>
                  </a:lnTo>
                  <a:lnTo>
                    <a:pt x="6289434" y="31676"/>
                  </a:lnTo>
                  <a:lnTo>
                    <a:pt x="6289528" y="31676"/>
                  </a:lnTo>
                  <a:lnTo>
                    <a:pt x="6289622" y="31676"/>
                  </a:lnTo>
                  <a:lnTo>
                    <a:pt x="6289716" y="31676"/>
                  </a:lnTo>
                  <a:lnTo>
                    <a:pt x="6289810" y="31676"/>
                  </a:lnTo>
                  <a:lnTo>
                    <a:pt x="6289904" y="31676"/>
                  </a:lnTo>
                  <a:lnTo>
                    <a:pt x="6289998" y="31676"/>
                  </a:lnTo>
                  <a:lnTo>
                    <a:pt x="6290092" y="31676"/>
                  </a:lnTo>
                  <a:lnTo>
                    <a:pt x="6290186" y="31676"/>
                  </a:lnTo>
                  <a:lnTo>
                    <a:pt x="6290280" y="31676"/>
                  </a:lnTo>
                  <a:lnTo>
                    <a:pt x="6290374" y="31676"/>
                  </a:lnTo>
                  <a:lnTo>
                    <a:pt x="6290468" y="31676"/>
                  </a:lnTo>
                  <a:lnTo>
                    <a:pt x="6290562" y="31676"/>
                  </a:lnTo>
                  <a:lnTo>
                    <a:pt x="6290656" y="31676"/>
                  </a:lnTo>
                  <a:lnTo>
                    <a:pt x="6290750" y="31676"/>
                  </a:lnTo>
                  <a:lnTo>
                    <a:pt x="6290844" y="31676"/>
                  </a:lnTo>
                  <a:lnTo>
                    <a:pt x="6290939" y="31676"/>
                  </a:lnTo>
                  <a:lnTo>
                    <a:pt x="6291033" y="31676"/>
                  </a:lnTo>
                  <a:lnTo>
                    <a:pt x="6291127" y="31676"/>
                  </a:lnTo>
                  <a:lnTo>
                    <a:pt x="6291221" y="31676"/>
                  </a:lnTo>
                  <a:lnTo>
                    <a:pt x="6291315" y="31676"/>
                  </a:lnTo>
                  <a:lnTo>
                    <a:pt x="6291409" y="31676"/>
                  </a:lnTo>
                  <a:lnTo>
                    <a:pt x="6291503" y="31676"/>
                  </a:lnTo>
                  <a:lnTo>
                    <a:pt x="6291597" y="31676"/>
                  </a:lnTo>
                  <a:lnTo>
                    <a:pt x="6291691" y="31676"/>
                  </a:lnTo>
                  <a:lnTo>
                    <a:pt x="6291785" y="31676"/>
                  </a:lnTo>
                  <a:lnTo>
                    <a:pt x="6291879" y="31676"/>
                  </a:lnTo>
                  <a:lnTo>
                    <a:pt x="6291973" y="31676"/>
                  </a:lnTo>
                  <a:lnTo>
                    <a:pt x="6292067" y="31676"/>
                  </a:lnTo>
                  <a:lnTo>
                    <a:pt x="6292161" y="31676"/>
                  </a:lnTo>
                  <a:lnTo>
                    <a:pt x="6292255" y="31676"/>
                  </a:lnTo>
                  <a:lnTo>
                    <a:pt x="6292349" y="31676"/>
                  </a:lnTo>
                  <a:lnTo>
                    <a:pt x="6292443" y="31676"/>
                  </a:lnTo>
                  <a:lnTo>
                    <a:pt x="6292537" y="31676"/>
                  </a:lnTo>
                  <a:lnTo>
                    <a:pt x="6292631" y="31676"/>
                  </a:lnTo>
                  <a:lnTo>
                    <a:pt x="6292725" y="31676"/>
                  </a:lnTo>
                  <a:lnTo>
                    <a:pt x="6292819" y="31676"/>
                  </a:lnTo>
                  <a:lnTo>
                    <a:pt x="6292913" y="31676"/>
                  </a:lnTo>
                  <a:lnTo>
                    <a:pt x="6293007" y="31676"/>
                  </a:lnTo>
                  <a:lnTo>
                    <a:pt x="6293101" y="31676"/>
                  </a:lnTo>
                  <a:lnTo>
                    <a:pt x="6293195" y="31676"/>
                  </a:lnTo>
                  <a:lnTo>
                    <a:pt x="6293289" y="31676"/>
                  </a:lnTo>
                  <a:lnTo>
                    <a:pt x="6293383" y="31676"/>
                  </a:lnTo>
                  <a:lnTo>
                    <a:pt x="6293477" y="31676"/>
                  </a:lnTo>
                  <a:lnTo>
                    <a:pt x="6293571" y="31676"/>
                  </a:lnTo>
                  <a:lnTo>
                    <a:pt x="6293665" y="31676"/>
                  </a:lnTo>
                  <a:lnTo>
                    <a:pt x="6293759" y="31676"/>
                  </a:lnTo>
                  <a:lnTo>
                    <a:pt x="6293853" y="31676"/>
                  </a:lnTo>
                  <a:lnTo>
                    <a:pt x="6293947" y="31676"/>
                  </a:lnTo>
                  <a:lnTo>
                    <a:pt x="6294041" y="31676"/>
                  </a:lnTo>
                  <a:lnTo>
                    <a:pt x="6294135" y="31676"/>
                  </a:lnTo>
                  <a:lnTo>
                    <a:pt x="6294229" y="31676"/>
                  </a:lnTo>
                  <a:lnTo>
                    <a:pt x="6294323" y="31676"/>
                  </a:lnTo>
                  <a:lnTo>
                    <a:pt x="6294417" y="31676"/>
                  </a:lnTo>
                  <a:lnTo>
                    <a:pt x="6294512" y="31676"/>
                  </a:lnTo>
                  <a:lnTo>
                    <a:pt x="6294606" y="31676"/>
                  </a:lnTo>
                  <a:lnTo>
                    <a:pt x="6294700" y="31676"/>
                  </a:lnTo>
                  <a:lnTo>
                    <a:pt x="6294794" y="31676"/>
                  </a:lnTo>
                  <a:lnTo>
                    <a:pt x="6294888" y="31676"/>
                  </a:lnTo>
                  <a:lnTo>
                    <a:pt x="6294982" y="31676"/>
                  </a:lnTo>
                  <a:lnTo>
                    <a:pt x="6295076" y="31676"/>
                  </a:lnTo>
                  <a:lnTo>
                    <a:pt x="6295170" y="31676"/>
                  </a:lnTo>
                  <a:lnTo>
                    <a:pt x="6295264" y="31676"/>
                  </a:lnTo>
                  <a:lnTo>
                    <a:pt x="6295358" y="31676"/>
                  </a:lnTo>
                  <a:lnTo>
                    <a:pt x="6295452" y="31676"/>
                  </a:lnTo>
                  <a:lnTo>
                    <a:pt x="6295546" y="31676"/>
                  </a:lnTo>
                  <a:lnTo>
                    <a:pt x="6295640" y="31676"/>
                  </a:lnTo>
                  <a:lnTo>
                    <a:pt x="6295734" y="31676"/>
                  </a:lnTo>
                  <a:lnTo>
                    <a:pt x="6295828" y="31676"/>
                  </a:lnTo>
                  <a:lnTo>
                    <a:pt x="6295922" y="31676"/>
                  </a:lnTo>
                  <a:lnTo>
                    <a:pt x="6296016" y="31676"/>
                  </a:lnTo>
                  <a:lnTo>
                    <a:pt x="6296110" y="31676"/>
                  </a:lnTo>
                  <a:lnTo>
                    <a:pt x="6296204" y="31676"/>
                  </a:lnTo>
                  <a:lnTo>
                    <a:pt x="6296298" y="31676"/>
                  </a:lnTo>
                  <a:lnTo>
                    <a:pt x="6296392" y="31676"/>
                  </a:lnTo>
                  <a:lnTo>
                    <a:pt x="6296486" y="31676"/>
                  </a:lnTo>
                  <a:lnTo>
                    <a:pt x="6296580" y="31676"/>
                  </a:lnTo>
                  <a:lnTo>
                    <a:pt x="6296674" y="31676"/>
                  </a:lnTo>
                  <a:lnTo>
                    <a:pt x="6296768" y="31676"/>
                  </a:lnTo>
                  <a:lnTo>
                    <a:pt x="6296862" y="31676"/>
                  </a:lnTo>
                  <a:lnTo>
                    <a:pt x="6296956" y="31676"/>
                  </a:lnTo>
                  <a:lnTo>
                    <a:pt x="6297050" y="31676"/>
                  </a:lnTo>
                  <a:lnTo>
                    <a:pt x="6297144" y="31676"/>
                  </a:lnTo>
                  <a:lnTo>
                    <a:pt x="6297238" y="31676"/>
                  </a:lnTo>
                  <a:lnTo>
                    <a:pt x="6297332" y="31676"/>
                  </a:lnTo>
                  <a:lnTo>
                    <a:pt x="6297426" y="31676"/>
                  </a:lnTo>
                  <a:lnTo>
                    <a:pt x="6297520" y="31676"/>
                  </a:lnTo>
                  <a:lnTo>
                    <a:pt x="6297614" y="31676"/>
                  </a:lnTo>
                  <a:lnTo>
                    <a:pt x="6297708" y="31676"/>
                  </a:lnTo>
                  <a:lnTo>
                    <a:pt x="6297802" y="31676"/>
                  </a:lnTo>
                  <a:lnTo>
                    <a:pt x="6297896" y="31676"/>
                  </a:lnTo>
                  <a:lnTo>
                    <a:pt x="6297991" y="31676"/>
                  </a:lnTo>
                  <a:lnTo>
                    <a:pt x="6298085" y="31676"/>
                  </a:lnTo>
                  <a:lnTo>
                    <a:pt x="6298179" y="31676"/>
                  </a:lnTo>
                  <a:lnTo>
                    <a:pt x="6298273" y="31676"/>
                  </a:lnTo>
                  <a:lnTo>
                    <a:pt x="6298367" y="31676"/>
                  </a:lnTo>
                  <a:lnTo>
                    <a:pt x="6298461" y="31676"/>
                  </a:lnTo>
                  <a:lnTo>
                    <a:pt x="6298555" y="31676"/>
                  </a:lnTo>
                  <a:lnTo>
                    <a:pt x="6298649" y="31676"/>
                  </a:lnTo>
                  <a:lnTo>
                    <a:pt x="6298743" y="31676"/>
                  </a:lnTo>
                  <a:lnTo>
                    <a:pt x="6298837" y="31676"/>
                  </a:lnTo>
                  <a:lnTo>
                    <a:pt x="6298931" y="31676"/>
                  </a:lnTo>
                  <a:lnTo>
                    <a:pt x="6299025" y="31676"/>
                  </a:lnTo>
                  <a:lnTo>
                    <a:pt x="6299119" y="31676"/>
                  </a:lnTo>
                  <a:lnTo>
                    <a:pt x="6299213" y="31676"/>
                  </a:lnTo>
                  <a:lnTo>
                    <a:pt x="6299307" y="31676"/>
                  </a:lnTo>
                  <a:lnTo>
                    <a:pt x="6299401" y="31676"/>
                  </a:lnTo>
                  <a:lnTo>
                    <a:pt x="6299495" y="31676"/>
                  </a:lnTo>
                  <a:lnTo>
                    <a:pt x="6299589" y="31676"/>
                  </a:lnTo>
                  <a:lnTo>
                    <a:pt x="6299683" y="31676"/>
                  </a:lnTo>
                  <a:lnTo>
                    <a:pt x="6299777" y="31676"/>
                  </a:lnTo>
                  <a:lnTo>
                    <a:pt x="6299871" y="31676"/>
                  </a:lnTo>
                  <a:lnTo>
                    <a:pt x="6299965" y="31676"/>
                  </a:lnTo>
                  <a:lnTo>
                    <a:pt x="6300059" y="31676"/>
                  </a:lnTo>
                  <a:lnTo>
                    <a:pt x="6300153" y="31676"/>
                  </a:lnTo>
                  <a:lnTo>
                    <a:pt x="6300247" y="31676"/>
                  </a:lnTo>
                  <a:lnTo>
                    <a:pt x="6300341" y="31676"/>
                  </a:lnTo>
                  <a:lnTo>
                    <a:pt x="6300435" y="31676"/>
                  </a:lnTo>
                  <a:lnTo>
                    <a:pt x="6300529" y="31676"/>
                  </a:lnTo>
                  <a:lnTo>
                    <a:pt x="6300623" y="31676"/>
                  </a:lnTo>
                  <a:lnTo>
                    <a:pt x="6300717" y="31676"/>
                  </a:lnTo>
                  <a:lnTo>
                    <a:pt x="6300811" y="31676"/>
                  </a:lnTo>
                  <a:lnTo>
                    <a:pt x="6300905" y="31676"/>
                  </a:lnTo>
                  <a:lnTo>
                    <a:pt x="6300999" y="31676"/>
                  </a:lnTo>
                  <a:lnTo>
                    <a:pt x="6301093" y="31676"/>
                  </a:lnTo>
                  <a:lnTo>
                    <a:pt x="6301187" y="31676"/>
                  </a:lnTo>
                  <a:lnTo>
                    <a:pt x="6301281" y="31676"/>
                  </a:lnTo>
                  <a:lnTo>
                    <a:pt x="6301375" y="31676"/>
                  </a:lnTo>
                  <a:lnTo>
                    <a:pt x="6301469" y="31676"/>
                  </a:lnTo>
                  <a:lnTo>
                    <a:pt x="6301564" y="31676"/>
                  </a:lnTo>
                  <a:lnTo>
                    <a:pt x="6301658" y="31676"/>
                  </a:lnTo>
                  <a:lnTo>
                    <a:pt x="6301752" y="31676"/>
                  </a:lnTo>
                  <a:lnTo>
                    <a:pt x="6301846" y="31676"/>
                  </a:lnTo>
                  <a:lnTo>
                    <a:pt x="6301940" y="31676"/>
                  </a:lnTo>
                  <a:lnTo>
                    <a:pt x="6302034" y="31676"/>
                  </a:lnTo>
                  <a:lnTo>
                    <a:pt x="6302128" y="31676"/>
                  </a:lnTo>
                  <a:lnTo>
                    <a:pt x="6302222" y="31676"/>
                  </a:lnTo>
                  <a:lnTo>
                    <a:pt x="6302316" y="31676"/>
                  </a:lnTo>
                  <a:lnTo>
                    <a:pt x="6302410" y="31676"/>
                  </a:lnTo>
                  <a:lnTo>
                    <a:pt x="6302504" y="31676"/>
                  </a:lnTo>
                  <a:lnTo>
                    <a:pt x="6302598" y="31676"/>
                  </a:lnTo>
                  <a:lnTo>
                    <a:pt x="6302692" y="31676"/>
                  </a:lnTo>
                  <a:lnTo>
                    <a:pt x="6302786" y="31676"/>
                  </a:lnTo>
                  <a:lnTo>
                    <a:pt x="6302880" y="31676"/>
                  </a:lnTo>
                  <a:lnTo>
                    <a:pt x="6302974" y="31676"/>
                  </a:lnTo>
                  <a:lnTo>
                    <a:pt x="6303068" y="31676"/>
                  </a:lnTo>
                  <a:lnTo>
                    <a:pt x="6303162" y="31676"/>
                  </a:lnTo>
                  <a:lnTo>
                    <a:pt x="6303256" y="31676"/>
                  </a:lnTo>
                  <a:lnTo>
                    <a:pt x="6303350" y="31676"/>
                  </a:lnTo>
                  <a:lnTo>
                    <a:pt x="6303444" y="31676"/>
                  </a:lnTo>
                  <a:lnTo>
                    <a:pt x="6303538" y="31676"/>
                  </a:lnTo>
                  <a:lnTo>
                    <a:pt x="6303632" y="31676"/>
                  </a:lnTo>
                  <a:lnTo>
                    <a:pt x="6303726" y="31676"/>
                  </a:lnTo>
                  <a:lnTo>
                    <a:pt x="6303820" y="31676"/>
                  </a:lnTo>
                  <a:lnTo>
                    <a:pt x="6303914" y="31676"/>
                  </a:lnTo>
                  <a:lnTo>
                    <a:pt x="6304008" y="31676"/>
                  </a:lnTo>
                  <a:lnTo>
                    <a:pt x="6304102" y="31676"/>
                  </a:lnTo>
                  <a:lnTo>
                    <a:pt x="6304196" y="31676"/>
                  </a:lnTo>
                  <a:lnTo>
                    <a:pt x="6304290" y="31676"/>
                  </a:lnTo>
                  <a:lnTo>
                    <a:pt x="6304384" y="31676"/>
                  </a:lnTo>
                  <a:lnTo>
                    <a:pt x="6304478" y="31676"/>
                  </a:lnTo>
                  <a:lnTo>
                    <a:pt x="6304572" y="31676"/>
                  </a:lnTo>
                  <a:lnTo>
                    <a:pt x="6304666" y="31676"/>
                  </a:lnTo>
                  <a:lnTo>
                    <a:pt x="6304760" y="31676"/>
                  </a:lnTo>
                  <a:lnTo>
                    <a:pt x="6304854" y="31676"/>
                  </a:lnTo>
                  <a:lnTo>
                    <a:pt x="6304948" y="31676"/>
                  </a:lnTo>
                  <a:lnTo>
                    <a:pt x="6305042" y="31676"/>
                  </a:lnTo>
                  <a:lnTo>
                    <a:pt x="6305137" y="31676"/>
                  </a:lnTo>
                  <a:lnTo>
                    <a:pt x="6305231" y="31676"/>
                  </a:lnTo>
                  <a:lnTo>
                    <a:pt x="6305325" y="31676"/>
                  </a:lnTo>
                  <a:lnTo>
                    <a:pt x="6305419" y="31676"/>
                  </a:lnTo>
                  <a:lnTo>
                    <a:pt x="6305513" y="31676"/>
                  </a:lnTo>
                  <a:lnTo>
                    <a:pt x="6305607" y="31676"/>
                  </a:lnTo>
                  <a:lnTo>
                    <a:pt x="6305701" y="31676"/>
                  </a:lnTo>
                  <a:lnTo>
                    <a:pt x="6305795" y="31676"/>
                  </a:lnTo>
                  <a:lnTo>
                    <a:pt x="6305889" y="31676"/>
                  </a:lnTo>
                  <a:lnTo>
                    <a:pt x="6305983" y="31676"/>
                  </a:lnTo>
                  <a:lnTo>
                    <a:pt x="6306077" y="31676"/>
                  </a:lnTo>
                  <a:lnTo>
                    <a:pt x="6306171" y="31676"/>
                  </a:lnTo>
                  <a:lnTo>
                    <a:pt x="6306265" y="31676"/>
                  </a:lnTo>
                  <a:lnTo>
                    <a:pt x="6306359" y="31676"/>
                  </a:lnTo>
                  <a:lnTo>
                    <a:pt x="6306453" y="31676"/>
                  </a:lnTo>
                  <a:lnTo>
                    <a:pt x="6306547" y="31676"/>
                  </a:lnTo>
                  <a:lnTo>
                    <a:pt x="6306641" y="31676"/>
                  </a:lnTo>
                  <a:lnTo>
                    <a:pt x="6306735" y="31676"/>
                  </a:lnTo>
                  <a:lnTo>
                    <a:pt x="6306829" y="31676"/>
                  </a:lnTo>
                  <a:lnTo>
                    <a:pt x="6306923" y="31676"/>
                  </a:lnTo>
                  <a:lnTo>
                    <a:pt x="6307017" y="31676"/>
                  </a:lnTo>
                  <a:lnTo>
                    <a:pt x="6307111" y="31676"/>
                  </a:lnTo>
                  <a:lnTo>
                    <a:pt x="6307205" y="31676"/>
                  </a:lnTo>
                  <a:lnTo>
                    <a:pt x="6307299" y="31676"/>
                  </a:lnTo>
                  <a:lnTo>
                    <a:pt x="6307393" y="31676"/>
                  </a:lnTo>
                  <a:lnTo>
                    <a:pt x="6307487" y="31676"/>
                  </a:lnTo>
                  <a:lnTo>
                    <a:pt x="6307581" y="31676"/>
                  </a:lnTo>
                  <a:lnTo>
                    <a:pt x="6307675" y="31676"/>
                  </a:lnTo>
                  <a:lnTo>
                    <a:pt x="6307769" y="31676"/>
                  </a:lnTo>
                  <a:lnTo>
                    <a:pt x="6307863" y="31676"/>
                  </a:lnTo>
                  <a:lnTo>
                    <a:pt x="6307957" y="31676"/>
                  </a:lnTo>
                  <a:lnTo>
                    <a:pt x="6308051" y="31676"/>
                  </a:lnTo>
                  <a:lnTo>
                    <a:pt x="6308145" y="31676"/>
                  </a:lnTo>
                  <a:lnTo>
                    <a:pt x="6308239" y="31676"/>
                  </a:lnTo>
                  <a:lnTo>
                    <a:pt x="6308333" y="31676"/>
                  </a:lnTo>
                  <a:lnTo>
                    <a:pt x="6308427" y="31676"/>
                  </a:lnTo>
                  <a:lnTo>
                    <a:pt x="6308427" y="26397"/>
                  </a:lnTo>
                  <a:lnTo>
                    <a:pt x="6308521" y="26397"/>
                  </a:lnTo>
                  <a:lnTo>
                    <a:pt x="6308616" y="26397"/>
                  </a:lnTo>
                  <a:lnTo>
                    <a:pt x="6308710" y="26397"/>
                  </a:lnTo>
                  <a:lnTo>
                    <a:pt x="6308804" y="26397"/>
                  </a:lnTo>
                  <a:lnTo>
                    <a:pt x="6308898" y="26397"/>
                  </a:lnTo>
                  <a:lnTo>
                    <a:pt x="6308992" y="26397"/>
                  </a:lnTo>
                  <a:lnTo>
                    <a:pt x="6309086" y="26397"/>
                  </a:lnTo>
                  <a:lnTo>
                    <a:pt x="6309180" y="26397"/>
                  </a:lnTo>
                  <a:lnTo>
                    <a:pt x="6309274" y="26397"/>
                  </a:lnTo>
                  <a:lnTo>
                    <a:pt x="6309368" y="26397"/>
                  </a:lnTo>
                  <a:lnTo>
                    <a:pt x="6309462" y="26397"/>
                  </a:lnTo>
                  <a:lnTo>
                    <a:pt x="6309556" y="26397"/>
                  </a:lnTo>
                  <a:lnTo>
                    <a:pt x="6309650" y="26397"/>
                  </a:lnTo>
                  <a:lnTo>
                    <a:pt x="6309744" y="26397"/>
                  </a:lnTo>
                  <a:lnTo>
                    <a:pt x="6309838" y="26397"/>
                  </a:lnTo>
                  <a:lnTo>
                    <a:pt x="6309932" y="26397"/>
                  </a:lnTo>
                  <a:lnTo>
                    <a:pt x="6310026" y="26397"/>
                  </a:lnTo>
                  <a:lnTo>
                    <a:pt x="6310120" y="26397"/>
                  </a:lnTo>
                  <a:lnTo>
                    <a:pt x="6310214" y="26397"/>
                  </a:lnTo>
                  <a:lnTo>
                    <a:pt x="6310308" y="26397"/>
                  </a:lnTo>
                  <a:lnTo>
                    <a:pt x="6310402" y="26397"/>
                  </a:lnTo>
                  <a:lnTo>
                    <a:pt x="6310496" y="26397"/>
                  </a:lnTo>
                  <a:lnTo>
                    <a:pt x="6310590" y="26397"/>
                  </a:lnTo>
                  <a:lnTo>
                    <a:pt x="6310684" y="26397"/>
                  </a:lnTo>
                  <a:lnTo>
                    <a:pt x="6310778" y="26397"/>
                  </a:lnTo>
                  <a:lnTo>
                    <a:pt x="6310872" y="26397"/>
                  </a:lnTo>
                  <a:lnTo>
                    <a:pt x="6310966" y="26397"/>
                  </a:lnTo>
                  <a:lnTo>
                    <a:pt x="6311060" y="26397"/>
                  </a:lnTo>
                  <a:lnTo>
                    <a:pt x="6311154" y="26397"/>
                  </a:lnTo>
                  <a:lnTo>
                    <a:pt x="6311248" y="26397"/>
                  </a:lnTo>
                  <a:lnTo>
                    <a:pt x="6311342" y="26397"/>
                  </a:lnTo>
                  <a:lnTo>
                    <a:pt x="6311436" y="26397"/>
                  </a:lnTo>
                  <a:lnTo>
                    <a:pt x="6311530" y="26397"/>
                  </a:lnTo>
                  <a:lnTo>
                    <a:pt x="6311624" y="26397"/>
                  </a:lnTo>
                  <a:lnTo>
                    <a:pt x="6311718" y="26397"/>
                  </a:lnTo>
                  <a:lnTo>
                    <a:pt x="6311812" y="26397"/>
                  </a:lnTo>
                  <a:lnTo>
                    <a:pt x="6311906" y="26397"/>
                  </a:lnTo>
                  <a:lnTo>
                    <a:pt x="6312000" y="26397"/>
                  </a:lnTo>
                  <a:lnTo>
                    <a:pt x="6312094" y="26397"/>
                  </a:lnTo>
                  <a:lnTo>
                    <a:pt x="6312189" y="26397"/>
                  </a:lnTo>
                  <a:lnTo>
                    <a:pt x="6312283" y="26397"/>
                  </a:lnTo>
                  <a:lnTo>
                    <a:pt x="6312377" y="26397"/>
                  </a:lnTo>
                  <a:lnTo>
                    <a:pt x="6312471" y="26397"/>
                  </a:lnTo>
                  <a:lnTo>
                    <a:pt x="6312565" y="26397"/>
                  </a:lnTo>
                  <a:lnTo>
                    <a:pt x="6312659" y="26397"/>
                  </a:lnTo>
                  <a:lnTo>
                    <a:pt x="6312753" y="26397"/>
                  </a:lnTo>
                  <a:lnTo>
                    <a:pt x="6312847" y="26397"/>
                  </a:lnTo>
                  <a:lnTo>
                    <a:pt x="6312941" y="26397"/>
                  </a:lnTo>
                  <a:lnTo>
                    <a:pt x="6312941" y="21117"/>
                  </a:lnTo>
                  <a:lnTo>
                    <a:pt x="6313035" y="21117"/>
                  </a:lnTo>
                  <a:lnTo>
                    <a:pt x="6313129" y="21117"/>
                  </a:lnTo>
                  <a:lnTo>
                    <a:pt x="6313223" y="21117"/>
                  </a:lnTo>
                  <a:lnTo>
                    <a:pt x="6313317" y="21117"/>
                  </a:lnTo>
                  <a:lnTo>
                    <a:pt x="6313411" y="21117"/>
                  </a:lnTo>
                  <a:lnTo>
                    <a:pt x="6313505" y="21117"/>
                  </a:lnTo>
                  <a:lnTo>
                    <a:pt x="6313599" y="21117"/>
                  </a:lnTo>
                  <a:lnTo>
                    <a:pt x="6313693" y="21117"/>
                  </a:lnTo>
                  <a:lnTo>
                    <a:pt x="6313787" y="21117"/>
                  </a:lnTo>
                  <a:lnTo>
                    <a:pt x="6313881" y="21117"/>
                  </a:lnTo>
                  <a:lnTo>
                    <a:pt x="6313975" y="21117"/>
                  </a:lnTo>
                  <a:lnTo>
                    <a:pt x="6314069" y="21117"/>
                  </a:lnTo>
                  <a:lnTo>
                    <a:pt x="6314163" y="21117"/>
                  </a:lnTo>
                  <a:lnTo>
                    <a:pt x="6314257" y="21117"/>
                  </a:lnTo>
                  <a:lnTo>
                    <a:pt x="6314351" y="21117"/>
                  </a:lnTo>
                  <a:lnTo>
                    <a:pt x="6314445" y="21117"/>
                  </a:lnTo>
                  <a:lnTo>
                    <a:pt x="6314539" y="21117"/>
                  </a:lnTo>
                  <a:lnTo>
                    <a:pt x="6314633" y="21117"/>
                  </a:lnTo>
                  <a:lnTo>
                    <a:pt x="6314727" y="21117"/>
                  </a:lnTo>
                  <a:lnTo>
                    <a:pt x="6314821" y="21117"/>
                  </a:lnTo>
                  <a:lnTo>
                    <a:pt x="6314915" y="21117"/>
                  </a:lnTo>
                  <a:lnTo>
                    <a:pt x="6315009" y="21117"/>
                  </a:lnTo>
                  <a:lnTo>
                    <a:pt x="6315103" y="21117"/>
                  </a:lnTo>
                  <a:lnTo>
                    <a:pt x="6315197" y="21117"/>
                  </a:lnTo>
                  <a:lnTo>
                    <a:pt x="6315291" y="21117"/>
                  </a:lnTo>
                  <a:lnTo>
                    <a:pt x="6315385" y="21117"/>
                  </a:lnTo>
                  <a:lnTo>
                    <a:pt x="6315479" y="21117"/>
                  </a:lnTo>
                  <a:lnTo>
                    <a:pt x="6315573" y="21117"/>
                  </a:lnTo>
                  <a:lnTo>
                    <a:pt x="6315667" y="21117"/>
                  </a:lnTo>
                  <a:lnTo>
                    <a:pt x="6315762" y="21117"/>
                  </a:lnTo>
                  <a:lnTo>
                    <a:pt x="6315856" y="21117"/>
                  </a:lnTo>
                  <a:lnTo>
                    <a:pt x="6315950" y="21117"/>
                  </a:lnTo>
                  <a:lnTo>
                    <a:pt x="6316044" y="21117"/>
                  </a:lnTo>
                  <a:lnTo>
                    <a:pt x="6316138" y="21117"/>
                  </a:lnTo>
                  <a:lnTo>
                    <a:pt x="6316232" y="21117"/>
                  </a:lnTo>
                  <a:lnTo>
                    <a:pt x="6316326" y="21117"/>
                  </a:lnTo>
                  <a:lnTo>
                    <a:pt x="6316420" y="21117"/>
                  </a:lnTo>
                  <a:lnTo>
                    <a:pt x="6316514" y="21117"/>
                  </a:lnTo>
                  <a:lnTo>
                    <a:pt x="6316608" y="21117"/>
                  </a:lnTo>
                  <a:lnTo>
                    <a:pt x="6316702" y="21117"/>
                  </a:lnTo>
                  <a:lnTo>
                    <a:pt x="6316796" y="21117"/>
                  </a:lnTo>
                  <a:lnTo>
                    <a:pt x="6316890" y="21117"/>
                  </a:lnTo>
                  <a:lnTo>
                    <a:pt x="6316984" y="21117"/>
                  </a:lnTo>
                  <a:lnTo>
                    <a:pt x="6317078" y="21117"/>
                  </a:lnTo>
                  <a:lnTo>
                    <a:pt x="6317172" y="21117"/>
                  </a:lnTo>
                  <a:lnTo>
                    <a:pt x="6317266" y="21117"/>
                  </a:lnTo>
                  <a:lnTo>
                    <a:pt x="6317360" y="21117"/>
                  </a:lnTo>
                  <a:lnTo>
                    <a:pt x="6317454" y="21117"/>
                  </a:lnTo>
                  <a:lnTo>
                    <a:pt x="6317548" y="21117"/>
                  </a:lnTo>
                  <a:lnTo>
                    <a:pt x="6317642" y="21117"/>
                  </a:lnTo>
                  <a:lnTo>
                    <a:pt x="6317736" y="21117"/>
                  </a:lnTo>
                  <a:lnTo>
                    <a:pt x="6317830" y="21117"/>
                  </a:lnTo>
                  <a:lnTo>
                    <a:pt x="6317924" y="21117"/>
                  </a:lnTo>
                  <a:lnTo>
                    <a:pt x="6318018" y="21117"/>
                  </a:lnTo>
                  <a:lnTo>
                    <a:pt x="6318112" y="21117"/>
                  </a:lnTo>
                  <a:lnTo>
                    <a:pt x="6318206" y="21117"/>
                  </a:lnTo>
                  <a:lnTo>
                    <a:pt x="6318300" y="21117"/>
                  </a:lnTo>
                  <a:lnTo>
                    <a:pt x="6318394" y="21117"/>
                  </a:lnTo>
                  <a:lnTo>
                    <a:pt x="6318488" y="21117"/>
                  </a:lnTo>
                  <a:lnTo>
                    <a:pt x="6318488" y="15838"/>
                  </a:lnTo>
                  <a:lnTo>
                    <a:pt x="6318582" y="15838"/>
                  </a:lnTo>
                  <a:lnTo>
                    <a:pt x="6318582" y="10558"/>
                  </a:lnTo>
                  <a:lnTo>
                    <a:pt x="6318676" y="10558"/>
                  </a:lnTo>
                  <a:lnTo>
                    <a:pt x="6318770" y="10558"/>
                  </a:lnTo>
                  <a:lnTo>
                    <a:pt x="6318864" y="10558"/>
                  </a:lnTo>
                  <a:lnTo>
                    <a:pt x="6318958" y="10558"/>
                  </a:lnTo>
                  <a:lnTo>
                    <a:pt x="6319052" y="10558"/>
                  </a:lnTo>
                  <a:lnTo>
                    <a:pt x="6319146" y="10558"/>
                  </a:lnTo>
                  <a:lnTo>
                    <a:pt x="6319240" y="10558"/>
                  </a:lnTo>
                  <a:lnTo>
                    <a:pt x="6319335" y="10558"/>
                  </a:lnTo>
                  <a:lnTo>
                    <a:pt x="6319429" y="10558"/>
                  </a:lnTo>
                  <a:lnTo>
                    <a:pt x="6319523" y="10558"/>
                  </a:lnTo>
                  <a:lnTo>
                    <a:pt x="6319617" y="10558"/>
                  </a:lnTo>
                  <a:lnTo>
                    <a:pt x="6319711" y="10558"/>
                  </a:lnTo>
                  <a:lnTo>
                    <a:pt x="6319805" y="10558"/>
                  </a:lnTo>
                  <a:lnTo>
                    <a:pt x="6319899" y="10558"/>
                  </a:lnTo>
                  <a:lnTo>
                    <a:pt x="6319993" y="10558"/>
                  </a:lnTo>
                  <a:lnTo>
                    <a:pt x="6320087" y="10558"/>
                  </a:lnTo>
                  <a:lnTo>
                    <a:pt x="6320181" y="10558"/>
                  </a:lnTo>
                  <a:lnTo>
                    <a:pt x="6320275" y="10558"/>
                  </a:lnTo>
                  <a:lnTo>
                    <a:pt x="6320369" y="10558"/>
                  </a:lnTo>
                  <a:lnTo>
                    <a:pt x="6320463" y="10558"/>
                  </a:lnTo>
                  <a:lnTo>
                    <a:pt x="6320557" y="10558"/>
                  </a:lnTo>
                  <a:lnTo>
                    <a:pt x="6320651" y="10558"/>
                  </a:lnTo>
                  <a:lnTo>
                    <a:pt x="6320745" y="10558"/>
                  </a:lnTo>
                  <a:lnTo>
                    <a:pt x="6320839" y="10558"/>
                  </a:lnTo>
                  <a:lnTo>
                    <a:pt x="6320933" y="10558"/>
                  </a:lnTo>
                  <a:lnTo>
                    <a:pt x="6321027" y="10558"/>
                  </a:lnTo>
                  <a:lnTo>
                    <a:pt x="6321121" y="10558"/>
                  </a:lnTo>
                  <a:lnTo>
                    <a:pt x="6321215" y="10558"/>
                  </a:lnTo>
                  <a:lnTo>
                    <a:pt x="6321309" y="10558"/>
                  </a:lnTo>
                  <a:lnTo>
                    <a:pt x="6321403" y="10558"/>
                  </a:lnTo>
                  <a:lnTo>
                    <a:pt x="6321497" y="10558"/>
                  </a:lnTo>
                  <a:lnTo>
                    <a:pt x="6321591" y="10558"/>
                  </a:lnTo>
                  <a:lnTo>
                    <a:pt x="6321685" y="10558"/>
                  </a:lnTo>
                  <a:lnTo>
                    <a:pt x="6321779" y="10558"/>
                  </a:lnTo>
                  <a:lnTo>
                    <a:pt x="6321873" y="10558"/>
                  </a:lnTo>
                  <a:lnTo>
                    <a:pt x="6321967" y="10558"/>
                  </a:lnTo>
                  <a:lnTo>
                    <a:pt x="6322061" y="10558"/>
                  </a:lnTo>
                  <a:lnTo>
                    <a:pt x="6322155" y="10558"/>
                  </a:lnTo>
                  <a:lnTo>
                    <a:pt x="6322249" y="10558"/>
                  </a:lnTo>
                  <a:lnTo>
                    <a:pt x="6322343" y="10558"/>
                  </a:lnTo>
                  <a:lnTo>
                    <a:pt x="6322437" y="10558"/>
                  </a:lnTo>
                  <a:lnTo>
                    <a:pt x="6322531" y="10558"/>
                  </a:lnTo>
                  <a:lnTo>
                    <a:pt x="6322625" y="10558"/>
                  </a:lnTo>
                  <a:lnTo>
                    <a:pt x="6322719" y="10558"/>
                  </a:lnTo>
                  <a:lnTo>
                    <a:pt x="6322814" y="10558"/>
                  </a:lnTo>
                  <a:lnTo>
                    <a:pt x="6322908" y="10558"/>
                  </a:lnTo>
                  <a:lnTo>
                    <a:pt x="6323002" y="10558"/>
                  </a:lnTo>
                  <a:lnTo>
                    <a:pt x="6323096" y="10558"/>
                  </a:lnTo>
                  <a:lnTo>
                    <a:pt x="6323190" y="10558"/>
                  </a:lnTo>
                  <a:lnTo>
                    <a:pt x="6323284" y="10558"/>
                  </a:lnTo>
                  <a:lnTo>
                    <a:pt x="6323378" y="10558"/>
                  </a:lnTo>
                  <a:lnTo>
                    <a:pt x="6323472" y="10558"/>
                  </a:lnTo>
                  <a:lnTo>
                    <a:pt x="6323566" y="10558"/>
                  </a:lnTo>
                  <a:lnTo>
                    <a:pt x="6323660" y="10558"/>
                  </a:lnTo>
                  <a:lnTo>
                    <a:pt x="6323754" y="10558"/>
                  </a:lnTo>
                  <a:lnTo>
                    <a:pt x="6323848" y="10558"/>
                  </a:lnTo>
                  <a:lnTo>
                    <a:pt x="6323942" y="10558"/>
                  </a:lnTo>
                  <a:lnTo>
                    <a:pt x="6324036" y="10558"/>
                  </a:lnTo>
                  <a:lnTo>
                    <a:pt x="6324130" y="10558"/>
                  </a:lnTo>
                  <a:lnTo>
                    <a:pt x="6324224" y="10558"/>
                  </a:lnTo>
                  <a:lnTo>
                    <a:pt x="6324318" y="10558"/>
                  </a:lnTo>
                  <a:lnTo>
                    <a:pt x="6324412" y="10558"/>
                  </a:lnTo>
                  <a:lnTo>
                    <a:pt x="6324506" y="10558"/>
                  </a:lnTo>
                  <a:lnTo>
                    <a:pt x="6324600" y="10558"/>
                  </a:lnTo>
                  <a:lnTo>
                    <a:pt x="6324694" y="10558"/>
                  </a:lnTo>
                  <a:lnTo>
                    <a:pt x="6324788" y="10558"/>
                  </a:lnTo>
                  <a:lnTo>
                    <a:pt x="6324882" y="10558"/>
                  </a:lnTo>
                  <a:lnTo>
                    <a:pt x="6324976" y="10558"/>
                  </a:lnTo>
                  <a:lnTo>
                    <a:pt x="6325070" y="10558"/>
                  </a:lnTo>
                  <a:lnTo>
                    <a:pt x="6325164" y="10558"/>
                  </a:lnTo>
                  <a:lnTo>
                    <a:pt x="6325258" y="10558"/>
                  </a:lnTo>
                  <a:lnTo>
                    <a:pt x="6325352" y="10558"/>
                  </a:lnTo>
                  <a:lnTo>
                    <a:pt x="6325446" y="10558"/>
                  </a:lnTo>
                  <a:lnTo>
                    <a:pt x="6325540" y="10558"/>
                  </a:lnTo>
                  <a:lnTo>
                    <a:pt x="6325634" y="10558"/>
                  </a:lnTo>
                  <a:lnTo>
                    <a:pt x="6325728" y="10558"/>
                  </a:lnTo>
                  <a:lnTo>
                    <a:pt x="6325822" y="10558"/>
                  </a:lnTo>
                  <a:lnTo>
                    <a:pt x="6325916" y="10558"/>
                  </a:lnTo>
                  <a:lnTo>
                    <a:pt x="6326010" y="10558"/>
                  </a:lnTo>
                  <a:lnTo>
                    <a:pt x="6326104" y="10558"/>
                  </a:lnTo>
                  <a:lnTo>
                    <a:pt x="6326198" y="10558"/>
                  </a:lnTo>
                  <a:lnTo>
                    <a:pt x="6326292" y="10558"/>
                  </a:lnTo>
                  <a:lnTo>
                    <a:pt x="6326387" y="10558"/>
                  </a:lnTo>
                  <a:lnTo>
                    <a:pt x="6326481" y="10558"/>
                  </a:lnTo>
                  <a:lnTo>
                    <a:pt x="6326575" y="10558"/>
                  </a:lnTo>
                  <a:lnTo>
                    <a:pt x="6326669" y="10558"/>
                  </a:lnTo>
                  <a:lnTo>
                    <a:pt x="6326763" y="10558"/>
                  </a:lnTo>
                  <a:lnTo>
                    <a:pt x="6326857" y="10558"/>
                  </a:lnTo>
                  <a:lnTo>
                    <a:pt x="6326951" y="10558"/>
                  </a:lnTo>
                  <a:lnTo>
                    <a:pt x="6327045" y="10558"/>
                  </a:lnTo>
                  <a:lnTo>
                    <a:pt x="6327139" y="10558"/>
                  </a:lnTo>
                  <a:lnTo>
                    <a:pt x="6327233" y="10558"/>
                  </a:lnTo>
                  <a:lnTo>
                    <a:pt x="6327327" y="10558"/>
                  </a:lnTo>
                  <a:lnTo>
                    <a:pt x="6327421" y="10558"/>
                  </a:lnTo>
                  <a:lnTo>
                    <a:pt x="6327515" y="10558"/>
                  </a:lnTo>
                  <a:lnTo>
                    <a:pt x="6327609" y="10558"/>
                  </a:lnTo>
                  <a:lnTo>
                    <a:pt x="6327703" y="10558"/>
                  </a:lnTo>
                  <a:lnTo>
                    <a:pt x="6327797" y="10558"/>
                  </a:lnTo>
                  <a:lnTo>
                    <a:pt x="6327891" y="10558"/>
                  </a:lnTo>
                  <a:lnTo>
                    <a:pt x="6327985" y="10558"/>
                  </a:lnTo>
                  <a:lnTo>
                    <a:pt x="6328079" y="10558"/>
                  </a:lnTo>
                  <a:lnTo>
                    <a:pt x="6328173" y="10558"/>
                  </a:lnTo>
                  <a:lnTo>
                    <a:pt x="6328267" y="10558"/>
                  </a:lnTo>
                  <a:lnTo>
                    <a:pt x="6328361" y="10558"/>
                  </a:lnTo>
                  <a:lnTo>
                    <a:pt x="6328455" y="10558"/>
                  </a:lnTo>
                  <a:lnTo>
                    <a:pt x="6328549" y="10558"/>
                  </a:lnTo>
                  <a:lnTo>
                    <a:pt x="6328643" y="10558"/>
                  </a:lnTo>
                  <a:lnTo>
                    <a:pt x="6328737" y="10558"/>
                  </a:lnTo>
                  <a:lnTo>
                    <a:pt x="6328831" y="10558"/>
                  </a:lnTo>
                  <a:lnTo>
                    <a:pt x="6328925" y="10558"/>
                  </a:lnTo>
                  <a:lnTo>
                    <a:pt x="6329019" y="10558"/>
                  </a:lnTo>
                  <a:lnTo>
                    <a:pt x="6329113" y="10558"/>
                  </a:lnTo>
                  <a:lnTo>
                    <a:pt x="6329207" y="10558"/>
                  </a:lnTo>
                  <a:lnTo>
                    <a:pt x="6329301" y="10558"/>
                  </a:lnTo>
                  <a:lnTo>
                    <a:pt x="6329395" y="10558"/>
                  </a:lnTo>
                  <a:lnTo>
                    <a:pt x="6329489" y="10558"/>
                  </a:lnTo>
                  <a:lnTo>
                    <a:pt x="6329583" y="10558"/>
                  </a:lnTo>
                  <a:lnTo>
                    <a:pt x="6329677" y="10558"/>
                  </a:lnTo>
                  <a:lnTo>
                    <a:pt x="6329771" y="10558"/>
                  </a:lnTo>
                  <a:lnTo>
                    <a:pt x="6329865" y="10558"/>
                  </a:lnTo>
                  <a:lnTo>
                    <a:pt x="6329960" y="10558"/>
                  </a:lnTo>
                  <a:lnTo>
                    <a:pt x="6330054" y="10558"/>
                  </a:lnTo>
                  <a:lnTo>
                    <a:pt x="6330148" y="10558"/>
                  </a:lnTo>
                  <a:lnTo>
                    <a:pt x="6330242" y="10558"/>
                  </a:lnTo>
                  <a:lnTo>
                    <a:pt x="6330336" y="10558"/>
                  </a:lnTo>
                  <a:lnTo>
                    <a:pt x="6330430" y="10558"/>
                  </a:lnTo>
                  <a:lnTo>
                    <a:pt x="6330524" y="10558"/>
                  </a:lnTo>
                  <a:lnTo>
                    <a:pt x="6330618" y="10558"/>
                  </a:lnTo>
                  <a:lnTo>
                    <a:pt x="6330712" y="10558"/>
                  </a:lnTo>
                  <a:lnTo>
                    <a:pt x="6330806" y="10558"/>
                  </a:lnTo>
                  <a:lnTo>
                    <a:pt x="6330900" y="10558"/>
                  </a:lnTo>
                  <a:lnTo>
                    <a:pt x="6330994" y="10558"/>
                  </a:lnTo>
                  <a:lnTo>
                    <a:pt x="6331088" y="10558"/>
                  </a:lnTo>
                  <a:lnTo>
                    <a:pt x="6331182" y="10558"/>
                  </a:lnTo>
                  <a:lnTo>
                    <a:pt x="6331276" y="10558"/>
                  </a:lnTo>
                  <a:lnTo>
                    <a:pt x="6331370" y="10558"/>
                  </a:lnTo>
                  <a:lnTo>
                    <a:pt x="6331464" y="10558"/>
                  </a:lnTo>
                  <a:lnTo>
                    <a:pt x="6331558" y="10558"/>
                  </a:lnTo>
                  <a:lnTo>
                    <a:pt x="6331652" y="10558"/>
                  </a:lnTo>
                  <a:lnTo>
                    <a:pt x="6331746" y="10558"/>
                  </a:lnTo>
                  <a:lnTo>
                    <a:pt x="6331840" y="10558"/>
                  </a:lnTo>
                  <a:lnTo>
                    <a:pt x="6331934" y="10558"/>
                  </a:lnTo>
                  <a:lnTo>
                    <a:pt x="6332028" y="10558"/>
                  </a:lnTo>
                  <a:lnTo>
                    <a:pt x="6332122" y="10558"/>
                  </a:lnTo>
                  <a:lnTo>
                    <a:pt x="6332216" y="10558"/>
                  </a:lnTo>
                  <a:lnTo>
                    <a:pt x="6332310" y="10558"/>
                  </a:lnTo>
                  <a:lnTo>
                    <a:pt x="6332404" y="10558"/>
                  </a:lnTo>
                  <a:lnTo>
                    <a:pt x="6332498" y="10558"/>
                  </a:lnTo>
                  <a:lnTo>
                    <a:pt x="6332592" y="10558"/>
                  </a:lnTo>
                  <a:lnTo>
                    <a:pt x="6332686" y="10558"/>
                  </a:lnTo>
                  <a:lnTo>
                    <a:pt x="6332780" y="10558"/>
                  </a:lnTo>
                  <a:lnTo>
                    <a:pt x="6332874" y="10558"/>
                  </a:lnTo>
                  <a:lnTo>
                    <a:pt x="6332968" y="10558"/>
                  </a:lnTo>
                  <a:lnTo>
                    <a:pt x="6333062" y="10558"/>
                  </a:lnTo>
                  <a:lnTo>
                    <a:pt x="6333156" y="10558"/>
                  </a:lnTo>
                  <a:lnTo>
                    <a:pt x="6333250" y="10558"/>
                  </a:lnTo>
                  <a:lnTo>
                    <a:pt x="6333344" y="10558"/>
                  </a:lnTo>
                  <a:lnTo>
                    <a:pt x="6333439" y="10558"/>
                  </a:lnTo>
                  <a:lnTo>
                    <a:pt x="6333533" y="10558"/>
                  </a:lnTo>
                  <a:lnTo>
                    <a:pt x="6333627" y="10558"/>
                  </a:lnTo>
                  <a:lnTo>
                    <a:pt x="6333721" y="10558"/>
                  </a:lnTo>
                  <a:lnTo>
                    <a:pt x="6333815" y="10558"/>
                  </a:lnTo>
                  <a:lnTo>
                    <a:pt x="6333909" y="10558"/>
                  </a:lnTo>
                  <a:lnTo>
                    <a:pt x="6334003" y="10558"/>
                  </a:lnTo>
                  <a:lnTo>
                    <a:pt x="6334097" y="10558"/>
                  </a:lnTo>
                  <a:lnTo>
                    <a:pt x="6334191" y="10558"/>
                  </a:lnTo>
                  <a:lnTo>
                    <a:pt x="6334285" y="10558"/>
                  </a:lnTo>
                  <a:lnTo>
                    <a:pt x="6334379" y="10558"/>
                  </a:lnTo>
                  <a:lnTo>
                    <a:pt x="6334473" y="10558"/>
                  </a:lnTo>
                  <a:lnTo>
                    <a:pt x="6334567" y="10558"/>
                  </a:lnTo>
                  <a:lnTo>
                    <a:pt x="6334661" y="10558"/>
                  </a:lnTo>
                  <a:lnTo>
                    <a:pt x="6334755" y="10558"/>
                  </a:lnTo>
                  <a:lnTo>
                    <a:pt x="6334849" y="10558"/>
                  </a:lnTo>
                  <a:lnTo>
                    <a:pt x="6334943" y="10558"/>
                  </a:lnTo>
                  <a:lnTo>
                    <a:pt x="6335037" y="10558"/>
                  </a:lnTo>
                  <a:lnTo>
                    <a:pt x="6335131" y="10558"/>
                  </a:lnTo>
                  <a:lnTo>
                    <a:pt x="6335225" y="10558"/>
                  </a:lnTo>
                  <a:lnTo>
                    <a:pt x="6335319" y="10558"/>
                  </a:lnTo>
                  <a:lnTo>
                    <a:pt x="6335413" y="10558"/>
                  </a:lnTo>
                  <a:lnTo>
                    <a:pt x="6335507" y="10558"/>
                  </a:lnTo>
                  <a:lnTo>
                    <a:pt x="6335601" y="10558"/>
                  </a:lnTo>
                  <a:lnTo>
                    <a:pt x="6335695" y="10558"/>
                  </a:lnTo>
                  <a:lnTo>
                    <a:pt x="6335789" y="10558"/>
                  </a:lnTo>
                  <a:lnTo>
                    <a:pt x="6335883" y="10558"/>
                  </a:lnTo>
                  <a:lnTo>
                    <a:pt x="6335977" y="10558"/>
                  </a:lnTo>
                  <a:lnTo>
                    <a:pt x="6336071" y="10558"/>
                  </a:lnTo>
                  <a:lnTo>
                    <a:pt x="6336165" y="10558"/>
                  </a:lnTo>
                  <a:lnTo>
                    <a:pt x="6336259" y="10558"/>
                  </a:lnTo>
                  <a:lnTo>
                    <a:pt x="6336353" y="10558"/>
                  </a:lnTo>
                  <a:lnTo>
                    <a:pt x="6336447" y="10558"/>
                  </a:lnTo>
                  <a:lnTo>
                    <a:pt x="6336541" y="10558"/>
                  </a:lnTo>
                  <a:lnTo>
                    <a:pt x="6336635" y="10558"/>
                  </a:lnTo>
                  <a:lnTo>
                    <a:pt x="6336729" y="10558"/>
                  </a:lnTo>
                  <a:lnTo>
                    <a:pt x="6336823" y="10558"/>
                  </a:lnTo>
                  <a:lnTo>
                    <a:pt x="6336917" y="10558"/>
                  </a:lnTo>
                  <a:lnTo>
                    <a:pt x="6337012" y="10558"/>
                  </a:lnTo>
                  <a:lnTo>
                    <a:pt x="6337106" y="10558"/>
                  </a:lnTo>
                  <a:lnTo>
                    <a:pt x="6337200" y="10558"/>
                  </a:lnTo>
                  <a:lnTo>
                    <a:pt x="6337294" y="10558"/>
                  </a:lnTo>
                  <a:lnTo>
                    <a:pt x="6337388" y="10558"/>
                  </a:lnTo>
                  <a:lnTo>
                    <a:pt x="6337482" y="10558"/>
                  </a:lnTo>
                  <a:lnTo>
                    <a:pt x="6337576" y="10558"/>
                  </a:lnTo>
                  <a:lnTo>
                    <a:pt x="6337670" y="10558"/>
                  </a:lnTo>
                  <a:lnTo>
                    <a:pt x="6337764" y="10558"/>
                  </a:lnTo>
                  <a:lnTo>
                    <a:pt x="6337858" y="10558"/>
                  </a:lnTo>
                  <a:lnTo>
                    <a:pt x="6337952" y="10558"/>
                  </a:lnTo>
                  <a:lnTo>
                    <a:pt x="6338046" y="10558"/>
                  </a:lnTo>
                  <a:lnTo>
                    <a:pt x="6338140" y="10558"/>
                  </a:lnTo>
                  <a:lnTo>
                    <a:pt x="6338234" y="10558"/>
                  </a:lnTo>
                  <a:lnTo>
                    <a:pt x="6338328" y="10558"/>
                  </a:lnTo>
                  <a:lnTo>
                    <a:pt x="6338422" y="10558"/>
                  </a:lnTo>
                  <a:lnTo>
                    <a:pt x="6338516" y="10558"/>
                  </a:lnTo>
                  <a:lnTo>
                    <a:pt x="6338610" y="10558"/>
                  </a:lnTo>
                  <a:lnTo>
                    <a:pt x="6338704" y="10558"/>
                  </a:lnTo>
                  <a:lnTo>
                    <a:pt x="6338798" y="10558"/>
                  </a:lnTo>
                  <a:lnTo>
                    <a:pt x="6338892" y="10558"/>
                  </a:lnTo>
                  <a:lnTo>
                    <a:pt x="6338986" y="10558"/>
                  </a:lnTo>
                  <a:lnTo>
                    <a:pt x="6339080" y="10558"/>
                  </a:lnTo>
                  <a:lnTo>
                    <a:pt x="6339080" y="5279"/>
                  </a:lnTo>
                  <a:lnTo>
                    <a:pt x="6339080" y="0"/>
                  </a:lnTo>
                  <a:lnTo>
                    <a:pt x="6339080" y="0"/>
                  </a:lnTo>
                  <a:lnTo>
                    <a:pt x="6339174" y="0"/>
                  </a:lnTo>
                  <a:lnTo>
                    <a:pt x="6339268" y="0"/>
                  </a:lnTo>
                  <a:lnTo>
                    <a:pt x="6339362" y="0"/>
                  </a:lnTo>
                  <a:lnTo>
                    <a:pt x="6339456" y="0"/>
                  </a:lnTo>
                  <a:lnTo>
                    <a:pt x="6339550" y="0"/>
                  </a:lnTo>
                  <a:lnTo>
                    <a:pt x="6339644" y="0"/>
                  </a:lnTo>
                  <a:lnTo>
                    <a:pt x="6339738" y="0"/>
                  </a:lnTo>
                  <a:lnTo>
                    <a:pt x="6339832" y="0"/>
                  </a:lnTo>
                  <a:lnTo>
                    <a:pt x="6339926" y="0"/>
                  </a:lnTo>
                  <a:lnTo>
                    <a:pt x="6340020" y="0"/>
                  </a:lnTo>
                  <a:lnTo>
                    <a:pt x="6340114" y="0"/>
                  </a:lnTo>
                  <a:lnTo>
                    <a:pt x="6340208" y="0"/>
                  </a:lnTo>
                  <a:lnTo>
                    <a:pt x="6340302" y="0"/>
                  </a:lnTo>
                  <a:lnTo>
                    <a:pt x="6340396" y="0"/>
                  </a:lnTo>
                  <a:lnTo>
                    <a:pt x="6340490" y="0"/>
                  </a:lnTo>
                  <a:lnTo>
                    <a:pt x="6340585" y="0"/>
                  </a:lnTo>
                  <a:lnTo>
                    <a:pt x="6340585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652822" y="641017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1652822" y="69589"/>
              <a:ext cx="6340585" cy="6340585"/>
            </a:xfrm>
            <a:prstGeom prst="rect">
              <a:avLst/>
            </a:prstGeom>
            <a:ln w="1626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1341475" y="6363128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0.00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341475" y="4777981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1341475" y="3192835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0.50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341475" y="1607689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0.75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341475" y="22543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1.00</a:t>
              </a:r>
            </a:p>
          </p:txBody>
        </p:sp>
        <p:sp>
          <p:nvSpPr>
            <p:cNvPr id="35" name="pl35"/>
            <p:cNvSpPr/>
            <p:nvPr/>
          </p:nvSpPr>
          <p:spPr>
            <a:xfrm>
              <a:off x="1618027" y="641017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618027" y="482502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618027" y="323988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618027" y="165473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618027" y="6958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1652822" y="64101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3237968" y="64101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4823114" y="64101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6408261" y="64101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7993407" y="64101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1528463" y="6472804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113610" y="6472804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0.25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98756" y="6472804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83902" y="6472804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0.75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869048" y="6472804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1.00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4334459" y="6632322"/>
              <a:ext cx="977310" cy="1176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1 - specificity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829181" y="3181039"/>
              <a:ext cx="760506" cy="1176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Sensitivity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5694299" y="4633556"/>
              <a:ext cx="2061981" cy="101700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763888" y="470314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5785834" y="481287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763888" y="4922601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785834" y="5032329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5763888" y="5142057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5785834" y="525178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5763888" y="5361513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5785834" y="5471241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tx61"/>
            <p:cNvSpPr/>
            <p:nvPr/>
          </p:nvSpPr>
          <p:spPr>
            <a:xfrm>
              <a:off x="6052933" y="4762398"/>
              <a:ext cx="1235720" cy="1009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TyG (AUC = 0.571)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6052933" y="4981854"/>
              <a:ext cx="1633758" cy="1009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TyG-ABSI (AUC = 0.668)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6052933" y="5201310"/>
              <a:ext cx="1206825" cy="1009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AIP (AUC = 0.562)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6052933" y="5420766"/>
              <a:ext cx="1570847" cy="1009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METS-IR (AUC = 0.611)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2026-02-05T15:39:00Z</dcterms:modified>
  <cp:category/>
</cp:coreProperties>
</file>